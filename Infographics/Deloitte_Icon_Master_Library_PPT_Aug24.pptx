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xml" ContentType="application/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presentation.xml" ContentType="application/vnd.openxmlformats-officedocument.presentationml.presentation.main+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24.xml" ContentType="application/vnd.openxmlformats-officedocument.presentationml.slideLayout+xml"/>
  <Override PartName="/ppt/notesSlides/notesSlide1.xml" ContentType="application/vnd.openxmlformats-officedocument.presentationml.notesSlide+xml"/>
  <Override PartName="/ppt/slideMasters/slideMaster1.xml" ContentType="application/vnd.openxmlformats-officedocument.presentationml.slideMaster+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theme/theme3.xml" ContentType="application/vnd.openxmlformats-officedocument.theme+xml"/>
  <Override PartName="/ppt/theme/theme1.xml" ContentType="application/vnd.openxmlformats-officedocument.theme+xml"/>
  <Override PartName="/ppt/commentAuthors.xml" ContentType="application/vnd.openxmlformats-officedocument.presentationml.commentAuthors+xml"/>
  <Override PartName="/ppt/handoutMasters/handoutMaster1.xml" ContentType="application/vnd.openxmlformats-officedocument.presentationml.handoutMaster+xml"/>
  <Override PartName="/ppt/notesMasters/notesMaster1.xml" ContentType="application/vnd.openxmlformats-officedocument.presentationml.notesMaster+xml"/>
  <Override PartName="/ppt/theme/theme2.xml" ContentType="application/vnd.openxmlformats-officedocument.theme+xml"/>
  <Override PartName="/ppt/tableStyles.xml" ContentType="application/vnd.openxmlformats-officedocument.presentationml.tableStyles+xml"/>
  <Override PartName="/ppt/viewProps.xml" ContentType="application/vnd.openxmlformats-officedocument.presentationml.viewProps+xml"/>
  <Override PartName="/ppt/presProps.xml" ContentType="application/vnd.openxmlformats-officedocument.presentationml.presProps+xml"/>
  <Override PartName="/docProps/app.xml" ContentType="application/vnd.openxmlformats-officedocument.extended-properties+xml"/>
  <Override PartName="/docProps/custom.xml" ContentType="application/vnd.openxmlformats-officedocument.custom-properties+xml"/>
  <Override PartName="/ppt/tags/tag2.xml" ContentType="application/vnd.openxmlformats-officedocument.presentationml.tags+xml"/>
  <Override PartName="/ppt/tags/tag1.xml" ContentType="application/vnd.openxmlformats-officedocument.presentationml.tags+xml"/>
  <Override PartName="/docProps/core.xml" ContentType="application/vnd.openxmlformats-package.core-properties+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removePersonalInfoOnSave="1" saveSubsetFonts="1" autoCompressPictures="0">
  <p:sldMasterIdLst>
    <p:sldMasterId id="2147483945" r:id="rId1"/>
  </p:sldMasterIdLst>
  <p:notesMasterIdLst>
    <p:notesMasterId r:id="rId31"/>
  </p:notesMasterIdLst>
  <p:handoutMasterIdLst>
    <p:handoutMasterId r:id="rId32"/>
  </p:handoutMasterIdLst>
  <p:sldIdLst>
    <p:sldId id="341" r:id="rId2"/>
    <p:sldId id="446" r:id="rId3"/>
    <p:sldId id="448" r:id="rId4"/>
    <p:sldId id="449" r:id="rId5"/>
    <p:sldId id="450" r:id="rId6"/>
    <p:sldId id="451" r:id="rId7"/>
    <p:sldId id="452" r:id="rId8"/>
    <p:sldId id="453" r:id="rId9"/>
    <p:sldId id="454" r:id="rId10"/>
    <p:sldId id="455" r:id="rId11"/>
    <p:sldId id="456" r:id="rId12"/>
    <p:sldId id="457" r:id="rId13"/>
    <p:sldId id="458" r:id="rId14"/>
    <p:sldId id="459" r:id="rId15"/>
    <p:sldId id="460" r:id="rId16"/>
    <p:sldId id="461" r:id="rId17"/>
    <p:sldId id="462" r:id="rId18"/>
    <p:sldId id="463" r:id="rId19"/>
    <p:sldId id="464" r:id="rId20"/>
    <p:sldId id="465" r:id="rId21"/>
    <p:sldId id="466" r:id="rId22"/>
    <p:sldId id="467" r:id="rId23"/>
    <p:sldId id="468" r:id="rId24"/>
    <p:sldId id="469" r:id="rId25"/>
    <p:sldId id="470" r:id="rId26"/>
    <p:sldId id="471" r:id="rId27"/>
    <p:sldId id="472" r:id="rId28"/>
    <p:sldId id="473" r:id="rId29"/>
    <p:sldId id="475" r:id="rId30"/>
  </p:sldIdLst>
  <p:sldSz cx="12192000" cy="6858000"/>
  <p:notesSz cx="7315200" cy="9601200"/>
  <p:custDataLst>
    <p:tags r:id="rId33"/>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COVER" id="{DA443AC1-C47B-5E49-B7D4-D36072DAEF60}">
          <p14:sldIdLst>
            <p14:sldId id="341"/>
          </p14:sldIdLst>
        </p14:section>
        <p14:section name="CONTENT" id="{69F2AE52-1E30-394E-9789-9E94FFDB6B1D}">
          <p14:sldIdLst>
            <p14:sldId id="446"/>
          </p14:sldIdLst>
        </p14:section>
        <p14:section name="BUILDINGS, ENGINEERING AND ARCHITECTURE" id="{E8098BBA-8620-0C44-8AB0-387CC79DBCCC}">
          <p14:sldIdLst>
            <p14:sldId id="448"/>
          </p14:sldIdLst>
        </p14:section>
        <p14:section name="BUSINESS &amp; OFFICE" id="{9E574E17-4136-B940-99D3-A6FE925DEF67}">
          <p14:sldIdLst>
            <p14:sldId id="449"/>
            <p14:sldId id="450"/>
          </p14:sldIdLst>
        </p14:section>
        <p14:section name="CONCEPTS" id="{109D585F-3D4A-3D47-AF53-540E7BD1F7C3}">
          <p14:sldIdLst>
            <p14:sldId id="451"/>
          </p14:sldIdLst>
        </p14:section>
        <p14:section name="COMMUNICATION" id="{9D048B34-5E8F-864A-811D-F7C55B72FE92}">
          <p14:sldIdLst>
            <p14:sldId id="452"/>
          </p14:sldIdLst>
        </p14:section>
        <p14:section name="EDUCATION" id="{E31687A6-9FB5-F143-B05C-45956605E199}">
          <p14:sldIdLst>
            <p14:sldId id="453"/>
          </p14:sldIdLst>
        </p14:section>
        <p14:section name="ENERGY" id="{22B55452-200E-944D-AB66-A8180708DEF8}">
          <p14:sldIdLst>
            <p14:sldId id="454"/>
          </p14:sldIdLst>
        </p14:section>
        <p14:section name="ENTERTAINMENT, HOBBIES &amp; SPORTS" id="{D0684D93-F18F-BD4C-BA69-8D522AC4E729}">
          <p14:sldIdLst>
            <p14:sldId id="455"/>
          </p14:sldIdLst>
        </p14:section>
        <p14:section name="FOOD, RETAIL, HOSPITALITY" id="{B9A46372-36E3-834D-B18C-AFA913F29A0E}">
          <p14:sldIdLst>
            <p14:sldId id="456"/>
            <p14:sldId id="457"/>
          </p14:sldIdLst>
        </p14:section>
        <p14:section name="FINANCE &amp; ACCOUNTING" id="{E626129D-3F3C-E442-A729-D410C724FEFE}">
          <p14:sldIdLst>
            <p14:sldId id="458"/>
          </p14:sldIdLst>
        </p14:section>
        <p14:section name="HEALTH &amp; SCIENCE" id="{286EB4CE-153E-3746-83C3-F9D5F3EEA1D0}">
          <p14:sldIdLst>
            <p14:sldId id="459"/>
          </p14:sldIdLst>
        </p14:section>
        <p14:section name="MEDIA, MUSIC &amp; MOVIES" id="{2D306FB4-8E6C-2D4D-89B3-6A6C5E025E11}">
          <p14:sldIdLst>
            <p14:sldId id="460"/>
          </p14:sldIdLst>
        </p14:section>
        <p14:section name="NATURE &amp; ENVIRONMENT" id="{B50A18A3-0531-8F4A-9A06-6E05C73E5ADC}">
          <p14:sldIdLst>
            <p14:sldId id="461"/>
            <p14:sldId id="462"/>
          </p14:sldIdLst>
        </p14:section>
        <p14:section name="PEOPLE &amp; CULTURE" id="{23DD9C78-D91E-9F47-A570-156026240704}">
          <p14:sldIdLst>
            <p14:sldId id="463"/>
            <p14:sldId id="464"/>
            <p14:sldId id="465"/>
          </p14:sldIdLst>
        </p14:section>
        <p14:section name="SAFETY &amp; SECURITY" id="{8D7CEDAE-4517-6B45-B137-F9160CFD1897}">
          <p14:sldIdLst>
            <p14:sldId id="466"/>
          </p14:sldIdLst>
        </p14:section>
        <p14:section name="TECHNOLOGY &amp; DIGITAL" id="{E0924CBB-4DD0-714D-871C-AC96F22F4D4B}">
          <p14:sldIdLst>
            <p14:sldId id="467"/>
            <p14:sldId id="468"/>
            <p14:sldId id="469"/>
          </p14:sldIdLst>
        </p14:section>
        <p14:section name="TRANSPORT &amp; TRAVELING" id="{96835210-41CF-A34E-BA38-3862A555FA33}">
          <p14:sldIdLst>
            <p14:sldId id="470"/>
            <p14:sldId id="471"/>
          </p14:sldIdLst>
        </p14:section>
        <p14:section name="SYMBOLS &amp; SHAPES" id="{67746AB4-D9BF-1142-89E6-C2B8E617EE92}">
          <p14:sldIdLst>
            <p14:sldId id="472"/>
          </p14:sldIdLst>
        </p14:section>
        <p14:section name="SIGNAGE &amp; WORKSPACES" id="{6A90B73D-9075-BB40-BEEA-0659A15AEEE8}">
          <p14:sldIdLst>
            <p14:sldId id="473"/>
          </p14:sldIdLst>
        </p14:section>
        <p14:section name="Disclaimer" id="{541BCAB8-DBC8-CE4C-93F4-1C1E72DFFC1E}">
          <p14:sldIdLst>
            <p14:sldId id="475"/>
          </p14:sldIdLst>
        </p14:section>
      </p14:sectionLst>
    </p:ext>
    <p:ext uri="{EFAFB233-063F-42B5-8137-9DF3F51BA10A}">
      <p15:sldGuideLst xmlns:p15="http://schemas.microsoft.com/office/powerpoint/2012/main"/>
    </p:ext>
    <p:ext uri="{2D200454-40CA-4A62-9FC3-DE9A4176ACB9}">
      <p15:notesGuideLst xmlns:p15="http://schemas.microsoft.com/office/powerpoint/2012/main">
        <p15:guide id="1" orient="horz" pos="3024">
          <p15:clr>
            <a:srgbClr val="A4A3A4"/>
          </p15:clr>
        </p15:guide>
        <p15:guide id="2" pos="2304">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2" name="Author" initials="A" lastIdx="0" clrIdx="1"/>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26890D"/>
    <a:srgbClr val="000000"/>
    <a:srgbClr val="FFCD00"/>
    <a:srgbClr val="ED8B00"/>
    <a:srgbClr val="DB291C"/>
    <a:srgbClr val="FF9900"/>
    <a:srgbClr val="C00000"/>
    <a:srgbClr val="3C8A2E"/>
    <a:srgbClr val="DCDCDC"/>
    <a:srgbClr val="B4B4B4"/>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5404" autoAdjust="0"/>
    <p:restoredTop sz="94799" autoAdjust="0"/>
  </p:normalViewPr>
  <p:slideViewPr>
    <p:cSldViewPr snapToGrid="0" showGuides="1">
      <p:cViewPr varScale="1">
        <p:scale>
          <a:sx n="118" d="100"/>
          <a:sy n="118" d="100"/>
        </p:scale>
        <p:origin x="102" y="264"/>
      </p:cViewPr>
      <p:guideLst/>
    </p:cSldViewPr>
  </p:slideViewPr>
  <p:outlineViewPr>
    <p:cViewPr>
      <p:scale>
        <a:sx n="33" d="100"/>
        <a:sy n="33" d="100"/>
      </p:scale>
      <p:origin x="0" y="-59190"/>
    </p:cViewPr>
  </p:outlineViewPr>
  <p:notesTextViewPr>
    <p:cViewPr>
      <p:scale>
        <a:sx n="100" d="100"/>
        <a:sy n="100" d="100"/>
      </p:scale>
      <p:origin x="0" y="0"/>
    </p:cViewPr>
  </p:notesTextViewPr>
  <p:sorterViewPr>
    <p:cViewPr>
      <p:scale>
        <a:sx n="81" d="100"/>
        <a:sy n="81" d="100"/>
      </p:scale>
      <p:origin x="0" y="0"/>
    </p:cViewPr>
  </p:sorterViewPr>
  <p:notesViewPr>
    <p:cSldViewPr snapToGrid="0" showGuides="1">
      <p:cViewPr varScale="1">
        <p:scale>
          <a:sx n="57" d="100"/>
          <a:sy n="57" d="100"/>
        </p:scale>
        <p:origin x="1992" y="90"/>
      </p:cViewPr>
      <p:guideLst>
        <p:guide orient="horz" pos="3024"/>
        <p:guide pos="2304"/>
      </p:guideLst>
    </p:cSldViewPr>
  </p:notes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customXml" Target="../customXml/item1.xml"/><Relationship Id="rId21" Type="http://schemas.openxmlformats.org/officeDocument/2006/relationships/slide" Target="slides/slide20.xml"/><Relationship Id="rId34" Type="http://schemas.openxmlformats.org/officeDocument/2006/relationships/commentAuthors" Target="commentAuthors.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customXml" Target="../customXml/item3.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handoutMaster" Target="handoutMasters/handoutMaster1.xml"/><Relationship Id="rId37" Type="http://schemas.openxmlformats.org/officeDocument/2006/relationships/theme" Target="theme/theme1.xml"/><Relationship Id="rId40" Type="http://schemas.openxmlformats.org/officeDocument/2006/relationships/customXml" Target="../customXml/item2.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notesMaster" Target="notesMasters/notesMaster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presProps" Target="presProps.xml"/><Relationship Id="rId8" Type="http://schemas.openxmlformats.org/officeDocument/2006/relationships/slide" Target="slides/slide7.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tags" Target="tags/tag1.xml"/><Relationship Id="rId38" Type="http://schemas.openxmlformats.org/officeDocument/2006/relationships/tableStyles" Target="tableStyles.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4" y="1"/>
            <a:ext cx="3170138" cy="479539"/>
          </a:xfrm>
          <a:prstGeom prst="rect">
            <a:avLst/>
          </a:prstGeom>
        </p:spPr>
        <p:txBody>
          <a:bodyPr vert="horz" lIns="90913" tIns="45457" rIns="90913" bIns="45457" rtlCol="0"/>
          <a:lstStyle>
            <a:lvl1pPr algn="l">
              <a:defRPr sz="1100"/>
            </a:lvl1pPr>
          </a:lstStyle>
          <a:p>
            <a:endParaRPr lang="en-US" dirty="0">
              <a:latin typeface="Arial" panose="020B0604020202020204" pitchFamily="34" charset="0"/>
            </a:endParaRPr>
          </a:p>
        </p:txBody>
      </p:sp>
      <p:sp>
        <p:nvSpPr>
          <p:cNvPr id="3" name="Date Placeholder 2"/>
          <p:cNvSpPr>
            <a:spLocks noGrp="1"/>
          </p:cNvSpPr>
          <p:nvPr>
            <p:ph type="dt" sz="quarter" idx="1"/>
          </p:nvPr>
        </p:nvSpPr>
        <p:spPr>
          <a:xfrm>
            <a:off x="4143427" y="1"/>
            <a:ext cx="3170138" cy="479539"/>
          </a:xfrm>
          <a:prstGeom prst="rect">
            <a:avLst/>
          </a:prstGeom>
        </p:spPr>
        <p:txBody>
          <a:bodyPr vert="horz" lIns="90913" tIns="45457" rIns="90913" bIns="45457" rtlCol="0"/>
          <a:lstStyle>
            <a:lvl1pPr algn="r">
              <a:defRPr sz="1100"/>
            </a:lvl1pPr>
          </a:lstStyle>
          <a:p>
            <a:fld id="{B4AD245C-091B-44E2-BFB0-BD94217887F7}" type="datetimeFigureOut">
              <a:rPr lang="en-US" smtClean="0">
                <a:latin typeface="Arial" panose="020B0604020202020204" pitchFamily="34" charset="0"/>
              </a:rPr>
              <a:t>8/12/2024</a:t>
            </a:fld>
            <a:endParaRPr lang="en-US" dirty="0">
              <a:latin typeface="Arial" panose="020B0604020202020204" pitchFamily="34" charset="0"/>
            </a:endParaRPr>
          </a:p>
        </p:txBody>
      </p:sp>
      <p:sp>
        <p:nvSpPr>
          <p:cNvPr id="4" name="Footer Placeholder 3"/>
          <p:cNvSpPr>
            <a:spLocks noGrp="1"/>
          </p:cNvSpPr>
          <p:nvPr>
            <p:ph type="ftr" sz="quarter" idx="2"/>
          </p:nvPr>
        </p:nvSpPr>
        <p:spPr>
          <a:xfrm>
            <a:off x="4" y="9120173"/>
            <a:ext cx="3170138" cy="479539"/>
          </a:xfrm>
          <a:prstGeom prst="rect">
            <a:avLst/>
          </a:prstGeom>
        </p:spPr>
        <p:txBody>
          <a:bodyPr vert="horz" lIns="90913" tIns="45457" rIns="90913" bIns="45457" rtlCol="0" anchor="b"/>
          <a:lstStyle>
            <a:lvl1pPr algn="l">
              <a:defRPr sz="1100"/>
            </a:lvl1pPr>
          </a:lstStyle>
          <a:p>
            <a:endParaRPr lang="en-US" dirty="0">
              <a:latin typeface="Arial" panose="020B0604020202020204" pitchFamily="34" charset="0"/>
            </a:endParaRPr>
          </a:p>
        </p:txBody>
      </p:sp>
      <p:sp>
        <p:nvSpPr>
          <p:cNvPr id="5" name="Slide Number Placeholder 4"/>
          <p:cNvSpPr>
            <a:spLocks noGrp="1"/>
          </p:cNvSpPr>
          <p:nvPr>
            <p:ph type="sldNum" sz="quarter" idx="3"/>
          </p:nvPr>
        </p:nvSpPr>
        <p:spPr>
          <a:xfrm>
            <a:off x="4143427" y="9120173"/>
            <a:ext cx="3170138" cy="479539"/>
          </a:xfrm>
          <a:prstGeom prst="rect">
            <a:avLst/>
          </a:prstGeom>
        </p:spPr>
        <p:txBody>
          <a:bodyPr vert="horz" lIns="90913" tIns="45457" rIns="90913" bIns="45457" rtlCol="0" anchor="b"/>
          <a:lstStyle>
            <a:lvl1pPr algn="r">
              <a:defRPr sz="1100"/>
            </a:lvl1pPr>
          </a:lstStyle>
          <a:p>
            <a:fld id="{9A913F39-CFF6-40F1-84D1-700840B41EAB}" type="slidenum">
              <a:rPr lang="en-US" smtClean="0">
                <a:latin typeface="Arial" panose="020B0604020202020204" pitchFamily="34" charset="0"/>
              </a:rPr>
              <a:t>‹#›</a:t>
            </a:fld>
            <a:endParaRPr lang="en-US" dirty="0">
              <a:latin typeface="Arial" panose="020B0604020202020204" pitchFamily="34" charset="0"/>
            </a:endParaRPr>
          </a:p>
        </p:txBody>
      </p:sp>
    </p:spTree>
    <p:extLst>
      <p:ext uri="{BB962C8B-B14F-4D97-AF65-F5344CB8AC3E}">
        <p14:creationId xmlns:p14="http://schemas.microsoft.com/office/powerpoint/2010/main" val="1954813182"/>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1"/>
            <a:ext cx="3169920" cy="480060"/>
          </a:xfrm>
          <a:prstGeom prst="rect">
            <a:avLst/>
          </a:prstGeom>
        </p:spPr>
        <p:txBody>
          <a:bodyPr vert="horz" lIns="98478" tIns="49238" rIns="98478" bIns="49238" rtlCol="0"/>
          <a:lstStyle>
            <a:lvl1pPr algn="l">
              <a:defRPr sz="1200">
                <a:latin typeface="Arial" panose="020B0604020202020204" pitchFamily="34" charset="0"/>
              </a:defRPr>
            </a:lvl1pPr>
          </a:lstStyle>
          <a:p>
            <a:endParaRPr lang="en-US" dirty="0"/>
          </a:p>
        </p:txBody>
      </p:sp>
      <p:sp>
        <p:nvSpPr>
          <p:cNvPr id="3" name="Date Placeholder 2"/>
          <p:cNvSpPr>
            <a:spLocks noGrp="1"/>
          </p:cNvSpPr>
          <p:nvPr>
            <p:ph type="dt" idx="1"/>
          </p:nvPr>
        </p:nvSpPr>
        <p:spPr>
          <a:xfrm>
            <a:off x="4143589" y="1"/>
            <a:ext cx="3169920" cy="480060"/>
          </a:xfrm>
          <a:prstGeom prst="rect">
            <a:avLst/>
          </a:prstGeom>
        </p:spPr>
        <p:txBody>
          <a:bodyPr vert="horz" lIns="98478" tIns="49238" rIns="98478" bIns="49238" rtlCol="0"/>
          <a:lstStyle>
            <a:lvl1pPr algn="r">
              <a:defRPr sz="1200">
                <a:latin typeface="Arial" panose="020B0604020202020204" pitchFamily="34" charset="0"/>
              </a:defRPr>
            </a:lvl1pPr>
          </a:lstStyle>
          <a:p>
            <a:fld id="{0BA5BBE4-AEA3-489A-A28E-0C2FAF2506E3}" type="datetimeFigureOut">
              <a:rPr lang="en-US" smtClean="0"/>
              <a:pPr/>
              <a:t>8/12/2024</a:t>
            </a:fld>
            <a:endParaRPr lang="en-US" dirty="0"/>
          </a:p>
        </p:txBody>
      </p:sp>
      <p:sp>
        <p:nvSpPr>
          <p:cNvPr id="4" name="Slide Image Placeholder 3"/>
          <p:cNvSpPr>
            <a:spLocks noGrp="1" noRot="1" noChangeAspect="1"/>
          </p:cNvSpPr>
          <p:nvPr>
            <p:ph type="sldImg" idx="2"/>
          </p:nvPr>
        </p:nvSpPr>
        <p:spPr>
          <a:xfrm>
            <a:off x="458788" y="720725"/>
            <a:ext cx="6397625" cy="3598863"/>
          </a:xfrm>
          <a:prstGeom prst="rect">
            <a:avLst/>
          </a:prstGeom>
          <a:noFill/>
          <a:ln w="12700">
            <a:solidFill>
              <a:prstClr val="black"/>
            </a:solidFill>
          </a:ln>
        </p:spPr>
        <p:txBody>
          <a:bodyPr vert="horz" lIns="98478" tIns="49238" rIns="98478" bIns="49238" rtlCol="0" anchor="ctr"/>
          <a:lstStyle/>
          <a:p>
            <a:endParaRPr lang="en-GB" dirty="0"/>
          </a:p>
        </p:txBody>
      </p:sp>
      <p:sp>
        <p:nvSpPr>
          <p:cNvPr id="5" name="Notes Placeholder 4"/>
          <p:cNvSpPr>
            <a:spLocks noGrp="1"/>
          </p:cNvSpPr>
          <p:nvPr>
            <p:ph type="body" sz="quarter" idx="3"/>
          </p:nvPr>
        </p:nvSpPr>
        <p:spPr>
          <a:xfrm>
            <a:off x="731520" y="4560571"/>
            <a:ext cx="5852160" cy="4320540"/>
          </a:xfrm>
          <a:prstGeom prst="rect">
            <a:avLst/>
          </a:prstGeom>
        </p:spPr>
        <p:txBody>
          <a:bodyPr vert="horz" lIns="98478" tIns="49238" rIns="98478" bIns="49238"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Footer Placeholder 5"/>
          <p:cNvSpPr>
            <a:spLocks noGrp="1"/>
          </p:cNvSpPr>
          <p:nvPr>
            <p:ph type="ftr" sz="quarter" idx="4"/>
          </p:nvPr>
        </p:nvSpPr>
        <p:spPr>
          <a:xfrm>
            <a:off x="0" y="9119475"/>
            <a:ext cx="3169920" cy="480060"/>
          </a:xfrm>
          <a:prstGeom prst="rect">
            <a:avLst/>
          </a:prstGeom>
        </p:spPr>
        <p:txBody>
          <a:bodyPr vert="horz" lIns="98478" tIns="49238" rIns="98478" bIns="49238" rtlCol="0" anchor="b"/>
          <a:lstStyle>
            <a:lvl1pPr algn="l">
              <a:defRPr sz="1200">
                <a:latin typeface="Arial" panose="020B0604020202020204" pitchFamily="34" charset="0"/>
              </a:defRPr>
            </a:lvl1pPr>
          </a:lstStyle>
          <a:p>
            <a:endParaRPr lang="en-US" dirty="0"/>
          </a:p>
        </p:txBody>
      </p:sp>
      <p:sp>
        <p:nvSpPr>
          <p:cNvPr id="7" name="Slide Number Placeholder 6"/>
          <p:cNvSpPr>
            <a:spLocks noGrp="1"/>
          </p:cNvSpPr>
          <p:nvPr>
            <p:ph type="sldNum" sz="quarter" idx="5"/>
          </p:nvPr>
        </p:nvSpPr>
        <p:spPr>
          <a:xfrm>
            <a:off x="4143589" y="9119475"/>
            <a:ext cx="3169920" cy="480060"/>
          </a:xfrm>
          <a:prstGeom prst="rect">
            <a:avLst/>
          </a:prstGeom>
        </p:spPr>
        <p:txBody>
          <a:bodyPr vert="horz" lIns="98478" tIns="49238" rIns="98478" bIns="49238" rtlCol="0" anchor="b"/>
          <a:lstStyle>
            <a:lvl1pPr algn="r">
              <a:defRPr sz="1200">
                <a:latin typeface="Arial" panose="020B0604020202020204" pitchFamily="34" charset="0"/>
              </a:defRPr>
            </a:lvl1pPr>
          </a:lstStyle>
          <a:p>
            <a:fld id="{C0F4A2C8-6C88-4E71-83EE-698B9D4FE22F}" type="slidenum">
              <a:rPr lang="en-US" smtClean="0"/>
              <a:pPr/>
              <a:t>‹#›</a:t>
            </a:fld>
            <a:endParaRPr lang="en-US" dirty="0"/>
          </a:p>
        </p:txBody>
      </p:sp>
    </p:spTree>
    <p:extLst>
      <p:ext uri="{BB962C8B-B14F-4D97-AF65-F5344CB8AC3E}">
        <p14:creationId xmlns:p14="http://schemas.microsoft.com/office/powerpoint/2010/main" val="1904730299"/>
      </p:ext>
    </p:extLst>
  </p:cSld>
  <p:clrMap bg1="lt1" tx1="dk1" bg2="lt2" tx2="dk2" accent1="accent1" accent2="accent2" accent3="accent3" accent4="accent4" accent5="accent5" accent6="accent6" hlink="hlink" folHlink="folHlink"/>
  <p:hf hdr="0" ftr="0" dt="0"/>
  <p:notesStyle>
    <a:lvl1pPr marL="0" algn="l" defTabSz="1219170" rtl="0" eaLnBrk="1" latinLnBrk="0" hangingPunct="1">
      <a:defRPr sz="1600" kern="1200">
        <a:solidFill>
          <a:schemeClr val="tx1"/>
        </a:solidFill>
        <a:latin typeface="Arial" panose="020B0604020202020204" pitchFamily="34" charset="0"/>
        <a:ea typeface="+mn-ea"/>
        <a:cs typeface="+mn-cs"/>
      </a:defRPr>
    </a:lvl1pPr>
    <a:lvl2pPr marL="609585" algn="l" defTabSz="1219170" rtl="0" eaLnBrk="1" latinLnBrk="0" hangingPunct="1">
      <a:defRPr sz="1600" kern="1200">
        <a:solidFill>
          <a:schemeClr val="tx1"/>
        </a:solidFill>
        <a:latin typeface="Arial" panose="020B0604020202020204" pitchFamily="34" charset="0"/>
        <a:ea typeface="+mn-ea"/>
        <a:cs typeface="+mn-cs"/>
      </a:defRPr>
    </a:lvl2pPr>
    <a:lvl3pPr marL="1219170" algn="l" defTabSz="1219170" rtl="0" eaLnBrk="1" latinLnBrk="0" hangingPunct="1">
      <a:defRPr sz="1600" kern="1200">
        <a:solidFill>
          <a:schemeClr val="tx1"/>
        </a:solidFill>
        <a:latin typeface="Arial" panose="020B0604020202020204" pitchFamily="34" charset="0"/>
        <a:ea typeface="+mn-ea"/>
        <a:cs typeface="+mn-cs"/>
      </a:defRPr>
    </a:lvl3pPr>
    <a:lvl4pPr marL="1828754" algn="l" defTabSz="1219170" rtl="0" eaLnBrk="1" latinLnBrk="0" hangingPunct="1">
      <a:defRPr sz="1600" kern="1200">
        <a:solidFill>
          <a:schemeClr val="tx1"/>
        </a:solidFill>
        <a:latin typeface="Arial" panose="020B0604020202020204" pitchFamily="34" charset="0"/>
        <a:ea typeface="+mn-ea"/>
        <a:cs typeface="+mn-cs"/>
      </a:defRPr>
    </a:lvl4pPr>
    <a:lvl5pPr marL="2438339" algn="l" defTabSz="1219170" rtl="0" eaLnBrk="1" latinLnBrk="0" hangingPunct="1">
      <a:defRPr sz="1600" kern="1200">
        <a:solidFill>
          <a:schemeClr val="tx1"/>
        </a:solidFill>
        <a:latin typeface="Arial" panose="020B0604020202020204" pitchFamily="34" charset="0"/>
        <a:ea typeface="+mn-ea"/>
        <a:cs typeface="+mn-cs"/>
      </a:defRPr>
    </a:lvl5pPr>
    <a:lvl6pPr marL="3047924" algn="l" defTabSz="1219170" rtl="0" eaLnBrk="1" latinLnBrk="0" hangingPunct="1">
      <a:defRPr sz="1600" kern="1200">
        <a:solidFill>
          <a:schemeClr val="tx1"/>
        </a:solidFill>
        <a:latin typeface="+mn-lt"/>
        <a:ea typeface="+mn-ea"/>
        <a:cs typeface="+mn-cs"/>
      </a:defRPr>
    </a:lvl6pPr>
    <a:lvl7pPr marL="3657509" algn="l" defTabSz="1219170" rtl="0" eaLnBrk="1" latinLnBrk="0" hangingPunct="1">
      <a:defRPr sz="1600" kern="1200">
        <a:solidFill>
          <a:schemeClr val="tx1"/>
        </a:solidFill>
        <a:latin typeface="+mn-lt"/>
        <a:ea typeface="+mn-ea"/>
        <a:cs typeface="+mn-cs"/>
      </a:defRPr>
    </a:lvl7pPr>
    <a:lvl8pPr marL="4267093" algn="l" defTabSz="1219170" rtl="0" eaLnBrk="1" latinLnBrk="0" hangingPunct="1">
      <a:defRPr sz="1600" kern="1200">
        <a:solidFill>
          <a:schemeClr val="tx1"/>
        </a:solidFill>
        <a:latin typeface="+mn-lt"/>
        <a:ea typeface="+mn-ea"/>
        <a:cs typeface="+mn-cs"/>
      </a:defRPr>
    </a:lvl8pPr>
    <a:lvl9pPr marL="4876678" algn="l" defTabSz="1219170" rtl="0" eaLnBrk="1" latinLnBrk="0" hangingPunct="1">
      <a:defRPr sz="16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C0F4A2C8-6C88-4E71-83EE-698B9D4FE22F}" type="slidenum">
              <a:rPr lang="en-US" smtClean="0"/>
              <a:pPr/>
              <a:t>1</a:t>
            </a:fld>
            <a:endParaRPr lang="en-US" dirty="0"/>
          </a:p>
        </p:txBody>
      </p:sp>
    </p:spTree>
    <p:extLst>
      <p:ext uri="{BB962C8B-B14F-4D97-AF65-F5344CB8AC3E}">
        <p14:creationId xmlns:p14="http://schemas.microsoft.com/office/powerpoint/2010/main" val="39470943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Title Slide - White">
    <p:bg bwMode="gray">
      <p:bgPr>
        <a:solidFill>
          <a:schemeClr val="bg1"/>
        </a:solidFill>
        <a:effectLst/>
      </p:bgPr>
    </p:bg>
    <p:spTree>
      <p:nvGrpSpPr>
        <p:cNvPr id="1" name=""/>
        <p:cNvGrpSpPr/>
        <p:nvPr/>
      </p:nvGrpSpPr>
      <p:grpSpPr>
        <a:xfrm>
          <a:off x="0" y="0"/>
          <a:ext cx="0" cy="0"/>
          <a:chOff x="0" y="0"/>
          <a:chExt cx="0" cy="0"/>
        </a:xfrm>
      </p:grpSpPr>
      <p:sp>
        <p:nvSpPr>
          <p:cNvPr id="42" name="Title 1">
            <a:extLst>
              <a:ext uri="{FF2B5EF4-FFF2-40B4-BE49-F238E27FC236}">
                <a16:creationId xmlns:a16="http://schemas.microsoft.com/office/drawing/2014/main" id="{B345DB50-CB94-4421-9E14-33DABF973475}"/>
              </a:ext>
            </a:extLst>
          </p:cNvPr>
          <p:cNvSpPr>
            <a:spLocks noGrp="1"/>
          </p:cNvSpPr>
          <p:nvPr>
            <p:ph type="ctrTitle"/>
          </p:nvPr>
        </p:nvSpPr>
        <p:spPr bwMode="gray">
          <a:xfrm>
            <a:off x="457201" y="5186209"/>
            <a:ext cx="4490721" cy="895983"/>
          </a:xfrm>
          <a:prstGeom prst="rect">
            <a:avLst/>
          </a:prstGeom>
        </p:spPr>
        <p:txBody>
          <a:bodyPr anchor="b" anchorCtr="0">
            <a:noAutofit/>
          </a:bodyPr>
          <a:lstStyle>
            <a:lvl1pPr algn="l">
              <a:lnSpc>
                <a:spcPts val="3200"/>
              </a:lnSpc>
              <a:defRPr sz="3200" b="0">
                <a:solidFill>
                  <a:schemeClr val="accent1"/>
                </a:solidFill>
                <a:latin typeface="Calibri Light" panose="020F0302020204030204" pitchFamily="34" charset="0"/>
                <a:ea typeface="Open Sans" panose="020B0606030504020204" pitchFamily="34" charset="0"/>
                <a:cs typeface="Calibri Light" panose="020F0302020204030204" pitchFamily="34" charset="0"/>
              </a:defRPr>
            </a:lvl1pPr>
          </a:lstStyle>
          <a:p>
            <a:r>
              <a:rPr lang="en-US" noProof="0" dirty="0"/>
              <a:t>Click to edit Master title style</a:t>
            </a:r>
          </a:p>
        </p:txBody>
      </p:sp>
      <p:sp>
        <p:nvSpPr>
          <p:cNvPr id="43" name="Text Placeholder 4">
            <a:extLst>
              <a:ext uri="{FF2B5EF4-FFF2-40B4-BE49-F238E27FC236}">
                <a16:creationId xmlns:a16="http://schemas.microsoft.com/office/drawing/2014/main" id="{470C5F18-5824-4737-AA04-AA61C1FBBF1A}"/>
              </a:ext>
            </a:extLst>
          </p:cNvPr>
          <p:cNvSpPr>
            <a:spLocks noGrp="1"/>
          </p:cNvSpPr>
          <p:nvPr>
            <p:ph type="body" sz="quarter" idx="10"/>
          </p:nvPr>
        </p:nvSpPr>
        <p:spPr>
          <a:xfrm>
            <a:off x="457201" y="6365848"/>
            <a:ext cx="4490721" cy="273050"/>
          </a:xfrm>
          <a:prstGeom prst="rect">
            <a:avLst/>
          </a:prstGeom>
        </p:spPr>
        <p:txBody>
          <a:bodyPr anchor="t">
            <a:noAutofit/>
          </a:bodyPr>
          <a:lstStyle>
            <a:lvl1pPr>
              <a:spcAft>
                <a:spcPts val="0"/>
              </a:spcAft>
              <a:defRPr sz="1400" b="1">
                <a:solidFill>
                  <a:schemeClr val="tx1"/>
                </a:solidFill>
                <a:latin typeface="Calibri" panose="020F0502020204030204" pitchFamily="34" charset="0"/>
                <a:cs typeface="Calibri" panose="020F0502020204030204"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dirty="0"/>
              <a:t>Click to edit Master text styles</a:t>
            </a:r>
          </a:p>
        </p:txBody>
      </p:sp>
      <p:grpSp>
        <p:nvGrpSpPr>
          <p:cNvPr id="27" name="Group 26">
            <a:extLst>
              <a:ext uri="{FF2B5EF4-FFF2-40B4-BE49-F238E27FC236}">
                <a16:creationId xmlns:a16="http://schemas.microsoft.com/office/drawing/2014/main" id="{A01EE57E-4C1B-4ECF-94C5-14A453751EA1}"/>
              </a:ext>
            </a:extLst>
          </p:cNvPr>
          <p:cNvGrpSpPr>
            <a:grpSpLocks noChangeAspect="1"/>
          </p:cNvGrpSpPr>
          <p:nvPr userDrawn="1"/>
        </p:nvGrpSpPr>
        <p:grpSpPr>
          <a:xfrm>
            <a:off x="460541" y="344137"/>
            <a:ext cx="1819109" cy="345828"/>
            <a:chOff x="398463" y="404813"/>
            <a:chExt cx="1627187" cy="307976"/>
          </a:xfrm>
          <a:solidFill>
            <a:schemeClr val="tx1"/>
          </a:solidFill>
        </p:grpSpPr>
        <p:sp>
          <p:nvSpPr>
            <p:cNvPr id="28" name="Oval 5">
              <a:extLst>
                <a:ext uri="{FF2B5EF4-FFF2-40B4-BE49-F238E27FC236}">
                  <a16:creationId xmlns:a16="http://schemas.microsoft.com/office/drawing/2014/main" id="{848B10DB-7BA0-47A6-A2BF-E43FDE325327}"/>
                </a:ext>
              </a:extLst>
            </p:cNvPr>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29" name="Freeform 6">
              <a:extLst>
                <a:ext uri="{FF2B5EF4-FFF2-40B4-BE49-F238E27FC236}">
                  <a16:creationId xmlns:a16="http://schemas.microsoft.com/office/drawing/2014/main" id="{B690FCB5-02B0-42C1-A71D-2F5ABCA25FF7}"/>
                </a:ext>
              </a:extLst>
            </p:cNvPr>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33" name="Rectangle 7">
              <a:extLst>
                <a:ext uri="{FF2B5EF4-FFF2-40B4-BE49-F238E27FC236}">
                  <a16:creationId xmlns:a16="http://schemas.microsoft.com/office/drawing/2014/main" id="{358223E3-2772-41EC-BDC5-F0327F14B288}"/>
                </a:ext>
              </a:extLst>
            </p:cNvPr>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34" name="Freeform 8">
              <a:extLst>
                <a:ext uri="{FF2B5EF4-FFF2-40B4-BE49-F238E27FC236}">
                  <a16:creationId xmlns:a16="http://schemas.microsoft.com/office/drawing/2014/main" id="{60E75CE7-1268-47E9-A585-16E350CB0979}"/>
                </a:ext>
              </a:extLst>
            </p:cNvPr>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35" name="Rectangle 9">
              <a:extLst>
                <a:ext uri="{FF2B5EF4-FFF2-40B4-BE49-F238E27FC236}">
                  <a16:creationId xmlns:a16="http://schemas.microsoft.com/office/drawing/2014/main" id="{BF8B8A80-FD9A-43B9-A936-A0BE1CAD8037}"/>
                </a:ext>
              </a:extLst>
            </p:cNvPr>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36" name="Rectangle 10">
              <a:extLst>
                <a:ext uri="{FF2B5EF4-FFF2-40B4-BE49-F238E27FC236}">
                  <a16:creationId xmlns:a16="http://schemas.microsoft.com/office/drawing/2014/main" id="{5DA18E48-2689-422E-A84C-ECB5B61A0D29}"/>
                </a:ext>
              </a:extLst>
            </p:cNvPr>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37" name="Freeform 11">
              <a:extLst>
                <a:ext uri="{FF2B5EF4-FFF2-40B4-BE49-F238E27FC236}">
                  <a16:creationId xmlns:a16="http://schemas.microsoft.com/office/drawing/2014/main" id="{D9316E24-7A8A-4FCF-B2C4-4EE40E3BA994}"/>
                </a:ext>
              </a:extLst>
            </p:cNvPr>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38" name="Freeform 12">
              <a:extLst>
                <a:ext uri="{FF2B5EF4-FFF2-40B4-BE49-F238E27FC236}">
                  <a16:creationId xmlns:a16="http://schemas.microsoft.com/office/drawing/2014/main" id="{76354CE9-D577-46E8-886D-1BBB079BE4DC}"/>
                </a:ext>
              </a:extLst>
            </p:cNvPr>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39" name="Freeform 13">
              <a:extLst>
                <a:ext uri="{FF2B5EF4-FFF2-40B4-BE49-F238E27FC236}">
                  <a16:creationId xmlns:a16="http://schemas.microsoft.com/office/drawing/2014/main" id="{2232419E-4011-4B15-A744-7F8FCDD1F558}"/>
                </a:ext>
              </a:extLst>
            </p:cNvPr>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40" name="Freeform 14">
              <a:extLst>
                <a:ext uri="{FF2B5EF4-FFF2-40B4-BE49-F238E27FC236}">
                  <a16:creationId xmlns:a16="http://schemas.microsoft.com/office/drawing/2014/main" id="{2F957E66-C402-4A51-A806-6052AEAFC8F2}"/>
                </a:ext>
              </a:extLst>
            </p:cNvPr>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grpSp>
      <p:sp>
        <p:nvSpPr>
          <p:cNvPr id="44" name="Picture Placeholder 8">
            <a:extLst>
              <a:ext uri="{FF2B5EF4-FFF2-40B4-BE49-F238E27FC236}">
                <a16:creationId xmlns:a16="http://schemas.microsoft.com/office/drawing/2014/main" id="{932C736B-20BB-4603-9DD1-FEB85AD9DC39}"/>
              </a:ext>
            </a:extLst>
          </p:cNvPr>
          <p:cNvSpPr>
            <a:spLocks noGrp="1"/>
          </p:cNvSpPr>
          <p:nvPr>
            <p:ph type="pic" sz="quarter" idx="11"/>
          </p:nvPr>
        </p:nvSpPr>
        <p:spPr>
          <a:xfrm>
            <a:off x="3319272" y="688848"/>
            <a:ext cx="5562600" cy="5556504"/>
          </a:xfrm>
          <a:prstGeom prst="rect">
            <a:avLst/>
          </a:prstGeom>
        </p:spPr>
        <p:txBody>
          <a:bodyPr/>
          <a:lstStyle/>
          <a:p>
            <a:r>
              <a:rPr lang="en-US" noProof="0" dirty="0"/>
              <a:t>Click icon to add picture</a:t>
            </a:r>
          </a:p>
        </p:txBody>
      </p:sp>
    </p:spTree>
    <p:extLst>
      <p:ext uri="{BB962C8B-B14F-4D97-AF65-F5344CB8AC3E}">
        <p14:creationId xmlns:p14="http://schemas.microsoft.com/office/powerpoint/2010/main" val="2341278750"/>
      </p:ext>
    </p:extLst>
  </p:cSld>
  <p:clrMapOvr>
    <a:masterClrMapping/>
  </p:clrMapOvr>
  <p:transition>
    <p:fade/>
  </p:transition>
  <p:hf hdr="0" dt="0"/>
  <p:extLst>
    <p:ext uri="{DCECCB84-F9BA-43D5-87BE-67443E8EF086}">
      <p15:sldGuideLst xmlns:p15="http://schemas.microsoft.com/office/powerpoint/2012/main"/>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Title Slide - Black">
    <p:bg bwMode="gray">
      <p:bgPr>
        <a:solidFill>
          <a:schemeClr val="tx1"/>
        </a:solidFill>
        <a:effectLst/>
      </p:bgPr>
    </p:bg>
    <p:spTree>
      <p:nvGrpSpPr>
        <p:cNvPr id="1" name=""/>
        <p:cNvGrpSpPr/>
        <p:nvPr/>
      </p:nvGrpSpPr>
      <p:grpSpPr>
        <a:xfrm>
          <a:off x="0" y="0"/>
          <a:ext cx="0" cy="0"/>
          <a:chOff x="0" y="0"/>
          <a:chExt cx="0" cy="0"/>
        </a:xfrm>
      </p:grpSpPr>
      <p:sp>
        <p:nvSpPr>
          <p:cNvPr id="43" name="Text Placeholder 4">
            <a:extLst>
              <a:ext uri="{FF2B5EF4-FFF2-40B4-BE49-F238E27FC236}">
                <a16:creationId xmlns:a16="http://schemas.microsoft.com/office/drawing/2014/main" id="{470C5F18-5824-4737-AA04-AA61C1FBBF1A}"/>
              </a:ext>
            </a:extLst>
          </p:cNvPr>
          <p:cNvSpPr>
            <a:spLocks noGrp="1"/>
          </p:cNvSpPr>
          <p:nvPr>
            <p:ph type="body" sz="quarter" idx="10"/>
          </p:nvPr>
        </p:nvSpPr>
        <p:spPr>
          <a:xfrm>
            <a:off x="463296" y="6365848"/>
            <a:ext cx="4446269" cy="273050"/>
          </a:xfrm>
          <a:prstGeom prst="rect">
            <a:avLst/>
          </a:prstGeom>
        </p:spPr>
        <p:txBody>
          <a:bodyPr anchor="t">
            <a:noAutofit/>
          </a:bodyPr>
          <a:lstStyle>
            <a:lvl1pPr>
              <a:spcAft>
                <a:spcPts val="0"/>
              </a:spcAft>
              <a:defRPr sz="1400" b="1">
                <a:solidFill>
                  <a:schemeClr val="bg1"/>
                </a:solidFill>
                <a:latin typeface="Calibri" panose="020F0502020204030204" pitchFamily="34" charset="0"/>
                <a:cs typeface="Calibri" panose="020F0502020204030204"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dirty="0"/>
              <a:t>Click to edit Master text styles</a:t>
            </a:r>
          </a:p>
        </p:txBody>
      </p:sp>
      <p:grpSp>
        <p:nvGrpSpPr>
          <p:cNvPr id="27" name="Group 26">
            <a:extLst>
              <a:ext uri="{FF2B5EF4-FFF2-40B4-BE49-F238E27FC236}">
                <a16:creationId xmlns:a16="http://schemas.microsoft.com/office/drawing/2014/main" id="{B6F50CF5-77BF-459B-9A79-3C4CC22A0F3A}"/>
              </a:ext>
            </a:extLst>
          </p:cNvPr>
          <p:cNvGrpSpPr/>
          <p:nvPr userDrawn="1"/>
        </p:nvGrpSpPr>
        <p:grpSpPr>
          <a:xfrm>
            <a:off x="463296" y="341312"/>
            <a:ext cx="1819656" cy="347472"/>
            <a:chOff x="398463" y="404813"/>
            <a:chExt cx="1627187" cy="307976"/>
          </a:xfrm>
          <a:solidFill>
            <a:schemeClr val="bg1"/>
          </a:solidFill>
        </p:grpSpPr>
        <p:sp>
          <p:nvSpPr>
            <p:cNvPr id="28" name="Oval 5">
              <a:extLst>
                <a:ext uri="{FF2B5EF4-FFF2-40B4-BE49-F238E27FC236}">
                  <a16:creationId xmlns:a16="http://schemas.microsoft.com/office/drawing/2014/main" id="{E9128BED-07B9-451E-B858-7CC1141471B6}"/>
                </a:ext>
              </a:extLst>
            </p:cNvPr>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29" name="Freeform 6">
              <a:extLst>
                <a:ext uri="{FF2B5EF4-FFF2-40B4-BE49-F238E27FC236}">
                  <a16:creationId xmlns:a16="http://schemas.microsoft.com/office/drawing/2014/main" id="{C68196BA-7D11-4539-BDF9-983E22D34232}"/>
                </a:ext>
              </a:extLst>
            </p:cNvPr>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44" name="Rectangle 7">
              <a:extLst>
                <a:ext uri="{FF2B5EF4-FFF2-40B4-BE49-F238E27FC236}">
                  <a16:creationId xmlns:a16="http://schemas.microsoft.com/office/drawing/2014/main" id="{42AF1C77-6287-4499-B04A-87B27165DE90}"/>
                </a:ext>
              </a:extLst>
            </p:cNvPr>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45" name="Freeform 8">
              <a:extLst>
                <a:ext uri="{FF2B5EF4-FFF2-40B4-BE49-F238E27FC236}">
                  <a16:creationId xmlns:a16="http://schemas.microsoft.com/office/drawing/2014/main" id="{25579AED-BEB3-43B3-8ED1-4F00DD4BD00F}"/>
                </a:ext>
              </a:extLst>
            </p:cNvPr>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46" name="Rectangle 9">
              <a:extLst>
                <a:ext uri="{FF2B5EF4-FFF2-40B4-BE49-F238E27FC236}">
                  <a16:creationId xmlns:a16="http://schemas.microsoft.com/office/drawing/2014/main" id="{E45E9D0B-F5C0-4893-92F0-D69A666C1B0B}"/>
                </a:ext>
              </a:extLst>
            </p:cNvPr>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47" name="Rectangle 10">
              <a:extLst>
                <a:ext uri="{FF2B5EF4-FFF2-40B4-BE49-F238E27FC236}">
                  <a16:creationId xmlns:a16="http://schemas.microsoft.com/office/drawing/2014/main" id="{DE5C210F-0B06-4949-8E4D-64301D93E9D9}"/>
                </a:ext>
              </a:extLst>
            </p:cNvPr>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48" name="Freeform 11">
              <a:extLst>
                <a:ext uri="{FF2B5EF4-FFF2-40B4-BE49-F238E27FC236}">
                  <a16:creationId xmlns:a16="http://schemas.microsoft.com/office/drawing/2014/main" id="{F24B8B3C-D0AE-4485-8A30-2C7813EFDEE1}"/>
                </a:ext>
              </a:extLst>
            </p:cNvPr>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49" name="Freeform 12">
              <a:extLst>
                <a:ext uri="{FF2B5EF4-FFF2-40B4-BE49-F238E27FC236}">
                  <a16:creationId xmlns:a16="http://schemas.microsoft.com/office/drawing/2014/main" id="{0DD172EE-B893-46D5-9A64-6715E431296D}"/>
                </a:ext>
              </a:extLst>
            </p:cNvPr>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50" name="Freeform 13">
              <a:extLst>
                <a:ext uri="{FF2B5EF4-FFF2-40B4-BE49-F238E27FC236}">
                  <a16:creationId xmlns:a16="http://schemas.microsoft.com/office/drawing/2014/main" id="{41641FDD-35E1-4F42-B99C-FFA6812569B0}"/>
                </a:ext>
              </a:extLst>
            </p:cNvPr>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51" name="Freeform 14">
              <a:extLst>
                <a:ext uri="{FF2B5EF4-FFF2-40B4-BE49-F238E27FC236}">
                  <a16:creationId xmlns:a16="http://schemas.microsoft.com/office/drawing/2014/main" id="{DFE30DEA-FA20-4812-875C-D70A3CA3F5F2}"/>
                </a:ext>
              </a:extLst>
            </p:cNvPr>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grpSp>
      <p:sp>
        <p:nvSpPr>
          <p:cNvPr id="53" name="Title 1">
            <a:extLst>
              <a:ext uri="{FF2B5EF4-FFF2-40B4-BE49-F238E27FC236}">
                <a16:creationId xmlns:a16="http://schemas.microsoft.com/office/drawing/2014/main" id="{647FBB06-57A1-478F-8BCE-57D05265516A}"/>
              </a:ext>
            </a:extLst>
          </p:cNvPr>
          <p:cNvSpPr>
            <a:spLocks noGrp="1"/>
          </p:cNvSpPr>
          <p:nvPr>
            <p:ph type="ctrTitle"/>
          </p:nvPr>
        </p:nvSpPr>
        <p:spPr bwMode="gray">
          <a:xfrm>
            <a:off x="463296" y="5186209"/>
            <a:ext cx="4446269" cy="895983"/>
          </a:xfrm>
          <a:prstGeom prst="rect">
            <a:avLst/>
          </a:prstGeom>
        </p:spPr>
        <p:txBody>
          <a:bodyPr anchor="b" anchorCtr="0">
            <a:noAutofit/>
          </a:bodyPr>
          <a:lstStyle>
            <a:lvl1pPr algn="l">
              <a:lnSpc>
                <a:spcPts val="3200"/>
              </a:lnSpc>
              <a:defRPr sz="3200" b="0">
                <a:solidFill>
                  <a:schemeClr val="accent1"/>
                </a:solidFill>
                <a:latin typeface="Calibri Light" panose="020F0302020204030204" pitchFamily="34" charset="0"/>
                <a:ea typeface="Open Sans" panose="020B0606030504020204" pitchFamily="34" charset="0"/>
                <a:cs typeface="Calibri Light" panose="020F0302020204030204" pitchFamily="34" charset="0"/>
              </a:defRPr>
            </a:lvl1pPr>
          </a:lstStyle>
          <a:p>
            <a:r>
              <a:rPr lang="en-US" noProof="0" dirty="0"/>
              <a:t>Click to edit Master title style</a:t>
            </a:r>
          </a:p>
        </p:txBody>
      </p:sp>
      <p:sp>
        <p:nvSpPr>
          <p:cNvPr id="17" name="Picture Placeholder 8">
            <a:extLst>
              <a:ext uri="{FF2B5EF4-FFF2-40B4-BE49-F238E27FC236}">
                <a16:creationId xmlns:a16="http://schemas.microsoft.com/office/drawing/2014/main" id="{AA5D9D6B-8AE5-40BD-B06B-DB5F7F3841FC}"/>
              </a:ext>
            </a:extLst>
          </p:cNvPr>
          <p:cNvSpPr>
            <a:spLocks noGrp="1"/>
          </p:cNvSpPr>
          <p:nvPr>
            <p:ph type="pic" sz="quarter" idx="11"/>
          </p:nvPr>
        </p:nvSpPr>
        <p:spPr>
          <a:xfrm>
            <a:off x="3316942" y="688848"/>
            <a:ext cx="5562600" cy="5556504"/>
          </a:xfrm>
          <a:prstGeom prst="rect">
            <a:avLst/>
          </a:prstGeom>
        </p:spPr>
        <p:txBody>
          <a:bodyPr/>
          <a:lstStyle/>
          <a:p>
            <a:r>
              <a:rPr lang="en-US" noProof="0" dirty="0"/>
              <a:t>Click icon to add picture</a:t>
            </a:r>
          </a:p>
        </p:txBody>
      </p:sp>
    </p:spTree>
    <p:extLst>
      <p:ext uri="{BB962C8B-B14F-4D97-AF65-F5344CB8AC3E}">
        <p14:creationId xmlns:p14="http://schemas.microsoft.com/office/powerpoint/2010/main" val="56171112"/>
      </p:ext>
    </p:extLst>
  </p:cSld>
  <p:clrMapOvr>
    <a:masterClrMapping/>
  </p:clrMapOvr>
  <p:transition>
    <p:fade/>
  </p:transition>
  <p:hf hdr="0" dt="0"/>
  <p:extLst>
    <p:ext uri="{DCECCB84-F9BA-43D5-87BE-67443E8EF086}">
      <p15:sldGuideLst xmlns:p15="http://schemas.microsoft.com/office/powerpoint/2012/main"/>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Title Slide - Black Page Image">
    <p:bg bwMode="gray">
      <p:bgPr>
        <a:solidFill>
          <a:schemeClr val="tx1"/>
        </a:solidFill>
        <a:effectLst/>
      </p:bgPr>
    </p:bg>
    <p:spTree>
      <p:nvGrpSpPr>
        <p:cNvPr id="1" name=""/>
        <p:cNvGrpSpPr/>
        <p:nvPr/>
      </p:nvGrpSpPr>
      <p:grpSpPr>
        <a:xfrm>
          <a:off x="0" y="0"/>
          <a:ext cx="0" cy="0"/>
          <a:chOff x="0" y="0"/>
          <a:chExt cx="0" cy="0"/>
        </a:xfrm>
      </p:grpSpPr>
      <p:sp>
        <p:nvSpPr>
          <p:cNvPr id="17" name="Picture Placeholder 8">
            <a:extLst>
              <a:ext uri="{FF2B5EF4-FFF2-40B4-BE49-F238E27FC236}">
                <a16:creationId xmlns:a16="http://schemas.microsoft.com/office/drawing/2014/main" id="{DEF77F0F-DE6A-48C9-92BD-013174DD643C}"/>
              </a:ext>
            </a:extLst>
          </p:cNvPr>
          <p:cNvSpPr>
            <a:spLocks noGrp="1"/>
          </p:cNvSpPr>
          <p:nvPr>
            <p:ph type="pic" sz="quarter" idx="11"/>
          </p:nvPr>
        </p:nvSpPr>
        <p:spPr>
          <a:xfrm>
            <a:off x="0" y="0"/>
            <a:ext cx="12192000" cy="6858000"/>
          </a:xfrm>
          <a:prstGeom prst="rect">
            <a:avLst/>
          </a:prstGeom>
        </p:spPr>
        <p:txBody>
          <a:bodyPr/>
          <a:lstStyle>
            <a:lvl1pPr>
              <a:defRPr>
                <a:solidFill>
                  <a:schemeClr val="bg1"/>
                </a:solidFill>
              </a:defRPr>
            </a:lvl1pPr>
          </a:lstStyle>
          <a:p>
            <a:r>
              <a:rPr lang="en-US" noProof="0"/>
              <a:t>Click icon to add picture</a:t>
            </a:r>
            <a:endParaRPr lang="en-US" noProof="0" dirty="0"/>
          </a:p>
        </p:txBody>
      </p:sp>
      <p:sp>
        <p:nvSpPr>
          <p:cNvPr id="28" name="Text Placeholder 4">
            <a:extLst>
              <a:ext uri="{FF2B5EF4-FFF2-40B4-BE49-F238E27FC236}">
                <a16:creationId xmlns:a16="http://schemas.microsoft.com/office/drawing/2014/main" id="{7843742C-26CB-411F-8564-50309241988E}"/>
              </a:ext>
            </a:extLst>
          </p:cNvPr>
          <p:cNvSpPr>
            <a:spLocks noGrp="1"/>
          </p:cNvSpPr>
          <p:nvPr>
            <p:ph type="body" sz="quarter" idx="10"/>
          </p:nvPr>
        </p:nvSpPr>
        <p:spPr>
          <a:xfrm>
            <a:off x="463296" y="6364224"/>
            <a:ext cx="4446269" cy="273050"/>
          </a:xfrm>
          <a:prstGeom prst="rect">
            <a:avLst/>
          </a:prstGeom>
        </p:spPr>
        <p:txBody>
          <a:bodyPr anchor="t">
            <a:noAutofit/>
          </a:bodyPr>
          <a:lstStyle>
            <a:lvl1pPr>
              <a:spcAft>
                <a:spcPts val="0"/>
              </a:spcAft>
              <a:defRPr sz="1400" b="1">
                <a:solidFill>
                  <a:schemeClr val="bg1"/>
                </a:solidFill>
                <a:latin typeface="Calibri" panose="020F0502020204030204" pitchFamily="34" charset="0"/>
                <a:cs typeface="Calibri" panose="020F0502020204030204"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dirty="0"/>
              <a:t>Click to edit Master text styles</a:t>
            </a:r>
          </a:p>
        </p:txBody>
      </p:sp>
      <p:sp>
        <p:nvSpPr>
          <p:cNvPr id="29" name="Title 1">
            <a:extLst>
              <a:ext uri="{FF2B5EF4-FFF2-40B4-BE49-F238E27FC236}">
                <a16:creationId xmlns:a16="http://schemas.microsoft.com/office/drawing/2014/main" id="{A7C729B7-24CD-4887-BCB2-9B9E69736AAE}"/>
              </a:ext>
            </a:extLst>
          </p:cNvPr>
          <p:cNvSpPr>
            <a:spLocks noGrp="1"/>
          </p:cNvSpPr>
          <p:nvPr>
            <p:ph type="ctrTitle"/>
          </p:nvPr>
        </p:nvSpPr>
        <p:spPr bwMode="gray">
          <a:xfrm>
            <a:off x="463296" y="5186209"/>
            <a:ext cx="4446269" cy="895983"/>
          </a:xfrm>
          <a:prstGeom prst="rect">
            <a:avLst/>
          </a:prstGeom>
        </p:spPr>
        <p:txBody>
          <a:bodyPr anchor="b" anchorCtr="0">
            <a:noAutofit/>
          </a:bodyPr>
          <a:lstStyle>
            <a:lvl1pPr algn="l">
              <a:lnSpc>
                <a:spcPts val="3200"/>
              </a:lnSpc>
              <a:defRPr sz="3200" b="0">
                <a:solidFill>
                  <a:schemeClr val="accent1"/>
                </a:solidFill>
                <a:latin typeface="Calibri Light" panose="020F0302020204030204" pitchFamily="34" charset="0"/>
                <a:ea typeface="Open Sans" panose="020B0606030504020204" pitchFamily="34" charset="0"/>
                <a:cs typeface="Calibri Light" panose="020F0302020204030204" pitchFamily="34" charset="0"/>
              </a:defRPr>
            </a:lvl1pPr>
          </a:lstStyle>
          <a:p>
            <a:r>
              <a:rPr lang="en-US" noProof="0" dirty="0"/>
              <a:t>Click to edit Master title style</a:t>
            </a:r>
          </a:p>
        </p:txBody>
      </p:sp>
      <p:cxnSp>
        <p:nvCxnSpPr>
          <p:cNvPr id="5" name="Straight Connector 4">
            <a:extLst>
              <a:ext uri="{FF2B5EF4-FFF2-40B4-BE49-F238E27FC236}">
                <a16:creationId xmlns:a16="http://schemas.microsoft.com/office/drawing/2014/main" id="{CB5451A9-3E6A-4737-92D0-C9DAA534DA04}"/>
              </a:ext>
            </a:extLst>
          </p:cNvPr>
          <p:cNvCxnSpPr/>
          <p:nvPr userDrawn="1"/>
        </p:nvCxnSpPr>
        <p:spPr>
          <a:xfrm flipV="1">
            <a:off x="0" y="0"/>
            <a:ext cx="12192000" cy="6858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grpSp>
        <p:nvGrpSpPr>
          <p:cNvPr id="18" name="Group 17">
            <a:extLst>
              <a:ext uri="{FF2B5EF4-FFF2-40B4-BE49-F238E27FC236}">
                <a16:creationId xmlns:a16="http://schemas.microsoft.com/office/drawing/2014/main" id="{A2ADDA35-0590-4771-9879-88CE0238551F}"/>
              </a:ext>
            </a:extLst>
          </p:cNvPr>
          <p:cNvGrpSpPr/>
          <p:nvPr userDrawn="1"/>
        </p:nvGrpSpPr>
        <p:grpSpPr>
          <a:xfrm>
            <a:off x="463296" y="341312"/>
            <a:ext cx="1819656" cy="347472"/>
            <a:chOff x="398463" y="404813"/>
            <a:chExt cx="1627187" cy="307976"/>
          </a:xfrm>
          <a:solidFill>
            <a:schemeClr val="bg1"/>
          </a:solidFill>
        </p:grpSpPr>
        <p:sp>
          <p:nvSpPr>
            <p:cNvPr id="19" name="Oval 5">
              <a:extLst>
                <a:ext uri="{FF2B5EF4-FFF2-40B4-BE49-F238E27FC236}">
                  <a16:creationId xmlns:a16="http://schemas.microsoft.com/office/drawing/2014/main" id="{3FD17B1A-A918-439D-AFAD-ECE9421735FC}"/>
                </a:ext>
              </a:extLst>
            </p:cNvPr>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20" name="Freeform 6">
              <a:extLst>
                <a:ext uri="{FF2B5EF4-FFF2-40B4-BE49-F238E27FC236}">
                  <a16:creationId xmlns:a16="http://schemas.microsoft.com/office/drawing/2014/main" id="{79359716-9ACF-4041-A7F0-2E04E36D8614}"/>
                </a:ext>
              </a:extLst>
            </p:cNvPr>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21" name="Rectangle 7">
              <a:extLst>
                <a:ext uri="{FF2B5EF4-FFF2-40B4-BE49-F238E27FC236}">
                  <a16:creationId xmlns:a16="http://schemas.microsoft.com/office/drawing/2014/main" id="{EE3C6AB2-FF26-4D74-983F-E8C9540B703E}"/>
                </a:ext>
              </a:extLst>
            </p:cNvPr>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22" name="Freeform 8">
              <a:extLst>
                <a:ext uri="{FF2B5EF4-FFF2-40B4-BE49-F238E27FC236}">
                  <a16:creationId xmlns:a16="http://schemas.microsoft.com/office/drawing/2014/main" id="{B600C838-AB18-404F-AF64-5BE6309AC231}"/>
                </a:ext>
              </a:extLst>
            </p:cNvPr>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23" name="Rectangle 9">
              <a:extLst>
                <a:ext uri="{FF2B5EF4-FFF2-40B4-BE49-F238E27FC236}">
                  <a16:creationId xmlns:a16="http://schemas.microsoft.com/office/drawing/2014/main" id="{37EF79B8-3321-4A68-A438-F7CA9AB20D0A}"/>
                </a:ext>
              </a:extLst>
            </p:cNvPr>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24" name="Rectangle 10">
              <a:extLst>
                <a:ext uri="{FF2B5EF4-FFF2-40B4-BE49-F238E27FC236}">
                  <a16:creationId xmlns:a16="http://schemas.microsoft.com/office/drawing/2014/main" id="{9EB266B0-2723-40E9-BD24-9B88F113710A}"/>
                </a:ext>
              </a:extLst>
            </p:cNvPr>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25" name="Freeform 11">
              <a:extLst>
                <a:ext uri="{FF2B5EF4-FFF2-40B4-BE49-F238E27FC236}">
                  <a16:creationId xmlns:a16="http://schemas.microsoft.com/office/drawing/2014/main" id="{90C5C28F-BB95-44AD-9700-55D9AE2BE2B7}"/>
                </a:ext>
              </a:extLst>
            </p:cNvPr>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26" name="Freeform 12">
              <a:extLst>
                <a:ext uri="{FF2B5EF4-FFF2-40B4-BE49-F238E27FC236}">
                  <a16:creationId xmlns:a16="http://schemas.microsoft.com/office/drawing/2014/main" id="{42500885-66FF-4752-A3E1-7C0FA9778A82}"/>
                </a:ext>
              </a:extLst>
            </p:cNvPr>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27" name="Freeform 13">
              <a:extLst>
                <a:ext uri="{FF2B5EF4-FFF2-40B4-BE49-F238E27FC236}">
                  <a16:creationId xmlns:a16="http://schemas.microsoft.com/office/drawing/2014/main" id="{165DB8AE-A24F-4086-963B-1C7F379D2166}"/>
                </a:ext>
              </a:extLst>
            </p:cNvPr>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41" name="Freeform 14">
              <a:extLst>
                <a:ext uri="{FF2B5EF4-FFF2-40B4-BE49-F238E27FC236}">
                  <a16:creationId xmlns:a16="http://schemas.microsoft.com/office/drawing/2014/main" id="{282083A4-2C11-43E4-9516-9622E1E74D98}"/>
                </a:ext>
              </a:extLst>
            </p:cNvPr>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grpSp>
    </p:spTree>
    <p:extLst>
      <p:ext uri="{BB962C8B-B14F-4D97-AF65-F5344CB8AC3E}">
        <p14:creationId xmlns:p14="http://schemas.microsoft.com/office/powerpoint/2010/main" val="2309670191"/>
      </p:ext>
    </p:extLst>
  </p:cSld>
  <p:clrMapOvr>
    <a:masterClrMapping/>
  </p:clrMapOvr>
  <p:transition>
    <p:fade/>
  </p:transition>
  <p:hf hdr="0" dt="0"/>
  <p:extLst>
    <p:ext uri="{DCECCB84-F9BA-43D5-87BE-67443E8EF086}">
      <p15:sldGuideLst xmlns:p15="http://schemas.microsoft.com/office/powerpoint/2012/main"/>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Title Slide - Circle with text">
    <p:bg bwMode="gray">
      <p:bgPr>
        <a:solidFill>
          <a:schemeClr val="bg1"/>
        </a:solidFill>
        <a:effectLst/>
      </p:bgPr>
    </p:bg>
    <p:spTree>
      <p:nvGrpSpPr>
        <p:cNvPr id="1" name=""/>
        <p:cNvGrpSpPr/>
        <p:nvPr/>
      </p:nvGrpSpPr>
      <p:grpSpPr>
        <a:xfrm>
          <a:off x="0" y="0"/>
          <a:ext cx="0" cy="0"/>
          <a:chOff x="0" y="0"/>
          <a:chExt cx="0" cy="0"/>
        </a:xfrm>
      </p:grpSpPr>
      <p:sp>
        <p:nvSpPr>
          <p:cNvPr id="17" name="Picture Placeholder 8">
            <a:extLst>
              <a:ext uri="{FF2B5EF4-FFF2-40B4-BE49-F238E27FC236}">
                <a16:creationId xmlns:a16="http://schemas.microsoft.com/office/drawing/2014/main" id="{8B9DDECB-90E6-4132-BCD8-24EBC3764DB9}"/>
              </a:ext>
            </a:extLst>
          </p:cNvPr>
          <p:cNvSpPr>
            <a:spLocks noGrp="1"/>
          </p:cNvSpPr>
          <p:nvPr>
            <p:ph type="pic" sz="quarter" idx="11"/>
          </p:nvPr>
        </p:nvSpPr>
        <p:spPr>
          <a:xfrm>
            <a:off x="3724289" y="688848"/>
            <a:ext cx="5562600" cy="5556504"/>
          </a:xfrm>
          <a:prstGeom prst="rect">
            <a:avLst/>
          </a:prstGeom>
        </p:spPr>
        <p:txBody>
          <a:bodyPr/>
          <a:lstStyle/>
          <a:p>
            <a:r>
              <a:rPr lang="en-US" noProof="0" dirty="0"/>
              <a:t>Click icon to add picture</a:t>
            </a:r>
          </a:p>
        </p:txBody>
      </p:sp>
      <p:grpSp>
        <p:nvGrpSpPr>
          <p:cNvPr id="18" name="Group 17">
            <a:extLst>
              <a:ext uri="{FF2B5EF4-FFF2-40B4-BE49-F238E27FC236}">
                <a16:creationId xmlns:a16="http://schemas.microsoft.com/office/drawing/2014/main" id="{C68220B9-53D3-434F-999D-90F07DAA2325}"/>
              </a:ext>
            </a:extLst>
          </p:cNvPr>
          <p:cNvGrpSpPr>
            <a:grpSpLocks noChangeAspect="1"/>
          </p:cNvGrpSpPr>
          <p:nvPr userDrawn="1"/>
        </p:nvGrpSpPr>
        <p:grpSpPr>
          <a:xfrm>
            <a:off x="460541" y="344137"/>
            <a:ext cx="1819109" cy="345828"/>
            <a:chOff x="398463" y="404813"/>
            <a:chExt cx="1627187" cy="307976"/>
          </a:xfrm>
          <a:solidFill>
            <a:schemeClr val="tx1"/>
          </a:solidFill>
        </p:grpSpPr>
        <p:sp>
          <p:nvSpPr>
            <p:cNvPr id="19" name="Oval 5">
              <a:extLst>
                <a:ext uri="{FF2B5EF4-FFF2-40B4-BE49-F238E27FC236}">
                  <a16:creationId xmlns:a16="http://schemas.microsoft.com/office/drawing/2014/main" id="{8B229135-140E-4C82-9088-DB80D93F74F4}"/>
                </a:ext>
              </a:extLst>
            </p:cNvPr>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20" name="Freeform 6">
              <a:extLst>
                <a:ext uri="{FF2B5EF4-FFF2-40B4-BE49-F238E27FC236}">
                  <a16:creationId xmlns:a16="http://schemas.microsoft.com/office/drawing/2014/main" id="{C0B69BD4-36A4-4DB1-B5FD-89FB06A52E69}"/>
                </a:ext>
              </a:extLst>
            </p:cNvPr>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21" name="Rectangle 7">
              <a:extLst>
                <a:ext uri="{FF2B5EF4-FFF2-40B4-BE49-F238E27FC236}">
                  <a16:creationId xmlns:a16="http://schemas.microsoft.com/office/drawing/2014/main" id="{49F4DC4F-9DBA-44B7-B892-0083CA88927E}"/>
                </a:ext>
              </a:extLst>
            </p:cNvPr>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22" name="Freeform 8">
              <a:extLst>
                <a:ext uri="{FF2B5EF4-FFF2-40B4-BE49-F238E27FC236}">
                  <a16:creationId xmlns:a16="http://schemas.microsoft.com/office/drawing/2014/main" id="{67D5F0A5-5E6C-4963-9090-4DAF5F01D2A3}"/>
                </a:ext>
              </a:extLst>
            </p:cNvPr>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23" name="Rectangle 9">
              <a:extLst>
                <a:ext uri="{FF2B5EF4-FFF2-40B4-BE49-F238E27FC236}">
                  <a16:creationId xmlns:a16="http://schemas.microsoft.com/office/drawing/2014/main" id="{22C7545E-5780-4586-9808-699BCCFD7CE9}"/>
                </a:ext>
              </a:extLst>
            </p:cNvPr>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24" name="Rectangle 10">
              <a:extLst>
                <a:ext uri="{FF2B5EF4-FFF2-40B4-BE49-F238E27FC236}">
                  <a16:creationId xmlns:a16="http://schemas.microsoft.com/office/drawing/2014/main" id="{489CD93F-3551-40B6-A00B-6CC2A8F5F4EE}"/>
                </a:ext>
              </a:extLst>
            </p:cNvPr>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25" name="Freeform 11">
              <a:extLst>
                <a:ext uri="{FF2B5EF4-FFF2-40B4-BE49-F238E27FC236}">
                  <a16:creationId xmlns:a16="http://schemas.microsoft.com/office/drawing/2014/main" id="{B6557C16-D6D6-4B71-81E6-ADCF6CEB19B7}"/>
                </a:ext>
              </a:extLst>
            </p:cNvPr>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26" name="Freeform 12">
              <a:extLst>
                <a:ext uri="{FF2B5EF4-FFF2-40B4-BE49-F238E27FC236}">
                  <a16:creationId xmlns:a16="http://schemas.microsoft.com/office/drawing/2014/main" id="{E187CACC-821A-4265-91F5-84823A98F3C5}"/>
                </a:ext>
              </a:extLst>
            </p:cNvPr>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29" name="Freeform 13">
              <a:extLst>
                <a:ext uri="{FF2B5EF4-FFF2-40B4-BE49-F238E27FC236}">
                  <a16:creationId xmlns:a16="http://schemas.microsoft.com/office/drawing/2014/main" id="{31AAFBBA-1DE2-4D95-9B71-B343B1065043}"/>
                </a:ext>
              </a:extLst>
            </p:cNvPr>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40" name="Freeform 14">
              <a:extLst>
                <a:ext uri="{FF2B5EF4-FFF2-40B4-BE49-F238E27FC236}">
                  <a16:creationId xmlns:a16="http://schemas.microsoft.com/office/drawing/2014/main" id="{D7679E8F-E1FF-41C4-93DF-F6A97D92D117}"/>
                </a:ext>
              </a:extLst>
            </p:cNvPr>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grpSp>
      <p:sp>
        <p:nvSpPr>
          <p:cNvPr id="41" name="Title 1">
            <a:extLst>
              <a:ext uri="{FF2B5EF4-FFF2-40B4-BE49-F238E27FC236}">
                <a16:creationId xmlns:a16="http://schemas.microsoft.com/office/drawing/2014/main" id="{70F15D73-40F4-4F95-9E2A-7A67F615DB4A}"/>
              </a:ext>
            </a:extLst>
          </p:cNvPr>
          <p:cNvSpPr>
            <a:spLocks noGrp="1"/>
          </p:cNvSpPr>
          <p:nvPr>
            <p:ph type="ctrTitle"/>
          </p:nvPr>
        </p:nvSpPr>
        <p:spPr bwMode="gray">
          <a:xfrm>
            <a:off x="457201" y="5186209"/>
            <a:ext cx="4490721" cy="895983"/>
          </a:xfrm>
          <a:prstGeom prst="rect">
            <a:avLst/>
          </a:prstGeom>
        </p:spPr>
        <p:txBody>
          <a:bodyPr anchor="b" anchorCtr="0">
            <a:noAutofit/>
          </a:bodyPr>
          <a:lstStyle>
            <a:lvl1pPr algn="l">
              <a:lnSpc>
                <a:spcPts val="3200"/>
              </a:lnSpc>
              <a:defRPr sz="3200" b="0">
                <a:solidFill>
                  <a:schemeClr val="accent1"/>
                </a:solidFill>
                <a:latin typeface="Calibri Light" panose="020F0302020204030204" pitchFamily="34" charset="0"/>
                <a:ea typeface="Open Sans" panose="020B0606030504020204" pitchFamily="34" charset="0"/>
                <a:cs typeface="Calibri Light" panose="020F0302020204030204" pitchFamily="34" charset="0"/>
              </a:defRPr>
            </a:lvl1pPr>
          </a:lstStyle>
          <a:p>
            <a:r>
              <a:rPr lang="en-US" noProof="0" dirty="0"/>
              <a:t>Click to edit Master title style</a:t>
            </a:r>
          </a:p>
        </p:txBody>
      </p:sp>
      <p:sp>
        <p:nvSpPr>
          <p:cNvPr id="44" name="Text Placeholder 4">
            <a:extLst>
              <a:ext uri="{FF2B5EF4-FFF2-40B4-BE49-F238E27FC236}">
                <a16:creationId xmlns:a16="http://schemas.microsoft.com/office/drawing/2014/main" id="{E65ED79E-D6FD-4D90-9073-C8776CB6AD10}"/>
              </a:ext>
            </a:extLst>
          </p:cNvPr>
          <p:cNvSpPr>
            <a:spLocks noGrp="1"/>
          </p:cNvSpPr>
          <p:nvPr>
            <p:ph type="body" sz="quarter" idx="10"/>
          </p:nvPr>
        </p:nvSpPr>
        <p:spPr>
          <a:xfrm>
            <a:off x="457201" y="6365848"/>
            <a:ext cx="4490721" cy="273050"/>
          </a:xfrm>
          <a:prstGeom prst="rect">
            <a:avLst/>
          </a:prstGeom>
        </p:spPr>
        <p:txBody>
          <a:bodyPr anchor="t">
            <a:noAutofit/>
          </a:bodyPr>
          <a:lstStyle>
            <a:lvl1pPr>
              <a:spcAft>
                <a:spcPts val="0"/>
              </a:spcAft>
              <a:defRPr sz="1400" b="1">
                <a:solidFill>
                  <a:schemeClr val="tx1"/>
                </a:solidFill>
                <a:latin typeface="Calibri" panose="020F0502020204030204" pitchFamily="34" charset="0"/>
                <a:cs typeface="Calibri" panose="020F0502020204030204"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dirty="0"/>
              <a:t>Click to edit Master text styles</a:t>
            </a:r>
          </a:p>
        </p:txBody>
      </p:sp>
    </p:spTree>
    <p:extLst>
      <p:ext uri="{BB962C8B-B14F-4D97-AF65-F5344CB8AC3E}">
        <p14:creationId xmlns:p14="http://schemas.microsoft.com/office/powerpoint/2010/main" val="2488153871"/>
      </p:ext>
    </p:extLst>
  </p:cSld>
  <p:clrMapOvr>
    <a:masterClrMapping/>
  </p:clrMapOvr>
  <p:transition>
    <p:fade/>
  </p:transition>
  <p:hf hdr="0" dt="0"/>
  <p:extLst>
    <p:ext uri="{DCECCB84-F9BA-43D5-87BE-67443E8EF086}">
      <p15:sldGuideLst xmlns:p15="http://schemas.microsoft.com/office/powerpoint/2012/main"/>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Divider - Deloitte white">
    <p:bg bwMode="gray">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gray">
          <a:xfrm>
            <a:off x="463296" y="1724001"/>
            <a:ext cx="11271504" cy="1592403"/>
          </a:xfrm>
          <a:prstGeom prst="rect">
            <a:avLst/>
          </a:prstGeom>
        </p:spPr>
        <p:txBody>
          <a:bodyPr anchor="b"/>
          <a:lstStyle>
            <a:lvl1pPr>
              <a:lnSpc>
                <a:spcPct val="95000"/>
              </a:lnSpc>
              <a:defRPr sz="3600" b="1">
                <a:solidFill>
                  <a:schemeClr val="tx1"/>
                </a:solidFill>
                <a:latin typeface="+mj-lt"/>
                <a:ea typeface="Open Sans" panose="020B0606030504020204" pitchFamily="34" charset="0"/>
                <a:cs typeface="Calibri" panose="020F0502020204030204" pitchFamily="34" charset="0"/>
              </a:defRPr>
            </a:lvl1pPr>
          </a:lstStyle>
          <a:p>
            <a:r>
              <a:rPr lang="en-US" noProof="0" dirty="0"/>
              <a:t>Click to edit Master title style</a:t>
            </a:r>
          </a:p>
        </p:txBody>
      </p:sp>
      <p:sp>
        <p:nvSpPr>
          <p:cNvPr id="3" name="Text Placeholder 2"/>
          <p:cNvSpPr>
            <a:spLocks noGrp="1"/>
          </p:cNvSpPr>
          <p:nvPr>
            <p:ph type="body" idx="1"/>
          </p:nvPr>
        </p:nvSpPr>
        <p:spPr bwMode="gray">
          <a:xfrm>
            <a:off x="463296" y="3471532"/>
            <a:ext cx="11271504" cy="1566532"/>
          </a:xfrm>
        </p:spPr>
        <p:txBody>
          <a:bodyPr lIns="0" tIns="0" rIns="0" bIns="0">
            <a:noAutofit/>
          </a:bodyPr>
          <a:lstStyle>
            <a:lvl1pPr marL="0" indent="0">
              <a:lnSpc>
                <a:spcPct val="95000"/>
              </a:lnSpc>
              <a:spcAft>
                <a:spcPts val="0"/>
              </a:spcAft>
              <a:buNone/>
              <a:defRPr sz="3600">
                <a:solidFill>
                  <a:schemeClr val="tx1"/>
                </a:solidFill>
                <a:latin typeface="+mn-lt"/>
                <a:cs typeface="Calibri" panose="020F0502020204030204" pitchFamily="34" charset="0"/>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noProof="0" dirty="0"/>
              <a:t>Click to edit Master text styles</a:t>
            </a:r>
          </a:p>
        </p:txBody>
      </p:sp>
    </p:spTree>
    <p:extLst>
      <p:ext uri="{BB962C8B-B14F-4D97-AF65-F5344CB8AC3E}">
        <p14:creationId xmlns:p14="http://schemas.microsoft.com/office/powerpoint/2010/main" val="2405325461"/>
      </p:ext>
    </p:extLst>
  </p:cSld>
  <p:clrMapOvr>
    <a:masterClrMapping/>
  </p:clrMapOvr>
  <p:transition>
    <p:fade/>
  </p:transition>
  <p:extLst>
    <p:ext uri="{DCECCB84-F9BA-43D5-87BE-67443E8EF086}">
      <p15:sldGuideLst xmlns:p15="http://schemas.microsoft.com/office/powerpoint/2012/main"/>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p:cSld name="Divider - Deloitte green accent 4">
    <p:bg bwMode="gray">
      <p:bgPr>
        <a:solidFill>
          <a:schemeClr val="accent4"/>
        </a:solidFill>
        <a:effectLst/>
      </p:bgPr>
    </p:bg>
    <p:spTree>
      <p:nvGrpSpPr>
        <p:cNvPr id="1" name=""/>
        <p:cNvGrpSpPr/>
        <p:nvPr/>
      </p:nvGrpSpPr>
      <p:grpSpPr>
        <a:xfrm>
          <a:off x="0" y="0"/>
          <a:ext cx="0" cy="0"/>
          <a:chOff x="0" y="0"/>
          <a:chExt cx="0" cy="0"/>
        </a:xfrm>
      </p:grpSpPr>
      <p:sp>
        <p:nvSpPr>
          <p:cNvPr id="18" name="Title 1"/>
          <p:cNvSpPr>
            <a:spLocks noGrp="1"/>
          </p:cNvSpPr>
          <p:nvPr>
            <p:ph type="title"/>
          </p:nvPr>
        </p:nvSpPr>
        <p:spPr bwMode="gray">
          <a:xfrm>
            <a:off x="469901" y="1726936"/>
            <a:ext cx="11264900" cy="1592403"/>
          </a:xfrm>
          <a:prstGeom prst="rect">
            <a:avLst/>
          </a:prstGeom>
        </p:spPr>
        <p:txBody>
          <a:bodyPr anchor="b"/>
          <a:lstStyle>
            <a:lvl1pPr>
              <a:lnSpc>
                <a:spcPct val="95000"/>
              </a:lnSpc>
              <a:defRPr sz="3600" b="1">
                <a:solidFill>
                  <a:schemeClr val="bg1"/>
                </a:solidFill>
                <a:latin typeface="+mj-lt"/>
                <a:ea typeface="Open Sans" panose="020B0606030504020204" pitchFamily="34" charset="0"/>
                <a:cs typeface="Open Sans" panose="020B0606030504020204" pitchFamily="34" charset="0"/>
              </a:defRPr>
            </a:lvl1pPr>
          </a:lstStyle>
          <a:p>
            <a:r>
              <a:rPr lang="en-US" noProof="0" dirty="0"/>
              <a:t>Click to edit Master title style</a:t>
            </a:r>
          </a:p>
        </p:txBody>
      </p:sp>
      <p:sp>
        <p:nvSpPr>
          <p:cNvPr id="19" name="Text Placeholder 2"/>
          <p:cNvSpPr>
            <a:spLocks noGrp="1"/>
          </p:cNvSpPr>
          <p:nvPr>
            <p:ph type="body" idx="1"/>
          </p:nvPr>
        </p:nvSpPr>
        <p:spPr bwMode="gray">
          <a:xfrm>
            <a:off x="469901" y="3474720"/>
            <a:ext cx="11264900" cy="1566532"/>
          </a:xfrm>
        </p:spPr>
        <p:txBody>
          <a:bodyPr lIns="0" tIns="0" rIns="0" bIns="0">
            <a:noAutofit/>
          </a:bodyPr>
          <a:lstStyle>
            <a:lvl1pPr marL="0" indent="0">
              <a:lnSpc>
                <a:spcPct val="95000"/>
              </a:lnSpc>
              <a:spcAft>
                <a:spcPts val="0"/>
              </a:spcAft>
              <a:buNone/>
              <a:defRPr sz="3600">
                <a:solidFill>
                  <a:schemeClr val="bg1"/>
                </a:solidFill>
              </a:defRPr>
            </a:lvl1pPr>
            <a:lvl2pPr marL="457189" indent="0">
              <a:buNone/>
              <a:defRPr sz="2000">
                <a:solidFill>
                  <a:schemeClr val="tx1">
                    <a:tint val="75000"/>
                  </a:schemeClr>
                </a:solidFill>
              </a:defRPr>
            </a:lvl2pPr>
            <a:lvl3pPr marL="914378"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2"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noProof="0" dirty="0"/>
              <a:t>Click to edit Master text styles</a:t>
            </a:r>
          </a:p>
        </p:txBody>
      </p:sp>
      <p:sp>
        <p:nvSpPr>
          <p:cNvPr id="8" name="Copyright">
            <a:extLst>
              <a:ext uri="{FF2B5EF4-FFF2-40B4-BE49-F238E27FC236}">
                <a16:creationId xmlns:a16="http://schemas.microsoft.com/office/drawing/2014/main" id="{CA24B28E-5B13-4779-8D72-C52A20B99FE7}"/>
              </a:ext>
            </a:extLst>
          </p:cNvPr>
          <p:cNvSpPr txBox="1"/>
          <p:nvPr userDrawn="1"/>
        </p:nvSpPr>
        <p:spPr>
          <a:xfrm>
            <a:off x="501649" y="6554841"/>
            <a:ext cx="5355168" cy="207749"/>
          </a:xfrm>
          <a:prstGeom prst="rect">
            <a:avLst/>
          </a:prstGeom>
          <a:noFill/>
        </p:spPr>
        <p:txBody>
          <a:bodyPr wrap="square" lIns="0" tIns="0" rIns="0" bIns="0" rtlCol="0">
            <a:spAutoFit/>
          </a:bodyPr>
          <a:lstStyle/>
          <a:p>
            <a:pPr marL="0" indent="0">
              <a:spcBef>
                <a:spcPts val="450"/>
              </a:spcBef>
              <a:buSzPct val="100000"/>
              <a:buFont typeface="Arial"/>
              <a:buNone/>
            </a:pPr>
            <a:r>
              <a:rPr lang="en-US" sz="675" noProof="0" dirty="0">
                <a:solidFill>
                  <a:schemeClr val="bg1"/>
                </a:solidFill>
                <a:latin typeface="Calibri" panose="020F0502020204030204" pitchFamily="34" charset="0"/>
                <a:cs typeface="Calibri" panose="020F0502020204030204" pitchFamily="34" charset="0"/>
              </a:rPr>
              <a:t>Member firms and DTTL: Insert appropriate copyright</a:t>
            </a:r>
            <a:br>
              <a:rPr lang="en-US" sz="675" noProof="0" dirty="0">
                <a:solidFill>
                  <a:schemeClr val="bg1"/>
                </a:solidFill>
                <a:latin typeface="Calibri" panose="020F0502020204030204" pitchFamily="34" charset="0"/>
                <a:cs typeface="Calibri" panose="020F0502020204030204" pitchFamily="34" charset="0"/>
              </a:rPr>
            </a:br>
            <a:r>
              <a:rPr lang="en-US" sz="675" noProof="0" dirty="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13" name="CaseCode">
            <a:extLst>
              <a:ext uri="{FF2B5EF4-FFF2-40B4-BE49-F238E27FC236}">
                <a16:creationId xmlns:a16="http://schemas.microsoft.com/office/drawing/2014/main" id="{D39A514A-409D-470C-AE9C-EFB16BDA8C83}"/>
              </a:ext>
            </a:extLst>
          </p:cNvPr>
          <p:cNvSpPr txBox="1"/>
          <p:nvPr userDrawn="1"/>
        </p:nvSpPr>
        <p:spPr>
          <a:xfrm>
            <a:off x="6335184" y="6554841"/>
            <a:ext cx="4896560" cy="207749"/>
          </a:xfrm>
          <a:prstGeom prst="rect">
            <a:avLst/>
          </a:prstGeom>
          <a:noFill/>
        </p:spPr>
        <p:txBody>
          <a:bodyPr wrap="square" lIns="0" tIns="0" rIns="0" bIns="0" rtlCol="0">
            <a:spAutoFit/>
          </a:bodyPr>
          <a:lstStyle/>
          <a:p>
            <a:pPr marL="0" indent="0" algn="r">
              <a:spcBef>
                <a:spcPts val="0"/>
              </a:spcBef>
              <a:buSzPct val="100000"/>
              <a:buFont typeface="Arial"/>
              <a:buNone/>
            </a:pPr>
            <a:r>
              <a:rPr lang="en-US" sz="675" noProof="0" dirty="0">
                <a:solidFill>
                  <a:schemeClr val="bg1"/>
                </a:solidFill>
                <a:latin typeface="Calibri" panose="020F0502020204030204" pitchFamily="34" charset="0"/>
                <a:cs typeface="Calibri" panose="020F0502020204030204" pitchFamily="34" charset="0"/>
              </a:rPr>
              <a:t>Presentation title</a:t>
            </a:r>
            <a:br>
              <a:rPr lang="en-US" sz="675" noProof="0" dirty="0">
                <a:solidFill>
                  <a:schemeClr val="bg1"/>
                </a:solidFill>
                <a:latin typeface="Calibri" panose="020F0502020204030204" pitchFamily="34" charset="0"/>
                <a:cs typeface="Calibri" panose="020F0502020204030204" pitchFamily="34" charset="0"/>
              </a:rPr>
            </a:br>
            <a:r>
              <a:rPr lang="en-US" sz="675" noProof="0" dirty="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14" name="TextBox 13">
            <a:extLst>
              <a:ext uri="{FF2B5EF4-FFF2-40B4-BE49-F238E27FC236}">
                <a16:creationId xmlns:a16="http://schemas.microsoft.com/office/drawing/2014/main" id="{72A5EC33-1574-4E3A-89DA-3EC00A69C870}"/>
              </a:ext>
            </a:extLst>
          </p:cNvPr>
          <p:cNvSpPr txBox="1"/>
          <p:nvPr userDrawn="1"/>
        </p:nvSpPr>
        <p:spPr>
          <a:xfrm>
            <a:off x="11426826" y="6554841"/>
            <a:ext cx="307975" cy="103875"/>
          </a:xfrm>
          <a:prstGeom prst="rect">
            <a:avLst/>
          </a:prstGeom>
          <a:noFill/>
        </p:spPr>
        <p:txBody>
          <a:bodyPr wrap="square" lIns="0" tIns="0" rIns="0" bIns="0" rtlCol="0">
            <a:spAutoFit/>
          </a:bodyPr>
          <a:lstStyle/>
          <a:p>
            <a:pPr marL="0" indent="0" algn="r">
              <a:spcBef>
                <a:spcPts val="450"/>
              </a:spcBef>
              <a:buSzPct val="100000"/>
              <a:buFont typeface="Arial"/>
              <a:buNone/>
            </a:pPr>
            <a:fld id="{C58DF478-B544-4ED8-9ED4-6A2648E2D233}" type="slidenum">
              <a:rPr lang="en-US" sz="675" noProof="0" smtClean="0">
                <a:solidFill>
                  <a:schemeClr val="bg1"/>
                </a:solidFill>
                <a:latin typeface="Calibri" panose="020F0502020204030204" pitchFamily="34" charset="0"/>
                <a:cs typeface="Calibri" panose="020F0502020204030204" pitchFamily="34" charset="0"/>
              </a:rPr>
              <a:pPr marL="0" indent="0" algn="r">
                <a:spcBef>
                  <a:spcPts val="450"/>
                </a:spcBef>
                <a:buSzPct val="100000"/>
                <a:buFont typeface="Arial"/>
                <a:buNone/>
              </a:pPr>
              <a:t>‹#›</a:t>
            </a:fld>
            <a:endParaRPr lang="en-US" sz="675" noProof="0" dirty="0">
              <a:solidFill>
                <a:schemeClr val="bg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016343029"/>
      </p:ext>
    </p:extLst>
  </p:cSld>
  <p:clrMapOvr>
    <a:masterClrMapping/>
  </p:clrMapOvr>
  <p:transition>
    <p:fade/>
  </p:transition>
  <p:extLst>
    <p:ext uri="{DCECCB84-F9BA-43D5-87BE-67443E8EF086}">
      <p15:sldGuideLst xmlns:p15="http://schemas.microsoft.com/office/powerpoint/2012/main"/>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p:cSld name="Divider - Deloitte black">
    <p:bg bwMode="gray">
      <p:bgPr>
        <a:solidFill>
          <a:schemeClr val="tx1"/>
        </a:solidFill>
        <a:effectLst/>
      </p:bgPr>
    </p:bg>
    <p:spTree>
      <p:nvGrpSpPr>
        <p:cNvPr id="1" name=""/>
        <p:cNvGrpSpPr/>
        <p:nvPr/>
      </p:nvGrpSpPr>
      <p:grpSpPr>
        <a:xfrm>
          <a:off x="0" y="0"/>
          <a:ext cx="0" cy="0"/>
          <a:chOff x="0" y="0"/>
          <a:chExt cx="0" cy="0"/>
        </a:xfrm>
      </p:grpSpPr>
      <p:sp>
        <p:nvSpPr>
          <p:cNvPr id="18" name="Title 1"/>
          <p:cNvSpPr>
            <a:spLocks noGrp="1"/>
          </p:cNvSpPr>
          <p:nvPr>
            <p:ph type="title"/>
          </p:nvPr>
        </p:nvSpPr>
        <p:spPr bwMode="gray">
          <a:xfrm>
            <a:off x="469901" y="1728217"/>
            <a:ext cx="11264900" cy="1592403"/>
          </a:xfrm>
          <a:prstGeom prst="rect">
            <a:avLst/>
          </a:prstGeom>
        </p:spPr>
        <p:txBody>
          <a:bodyPr anchor="b"/>
          <a:lstStyle>
            <a:lvl1pPr>
              <a:lnSpc>
                <a:spcPct val="95000"/>
              </a:lnSpc>
              <a:defRPr sz="3600" b="1">
                <a:solidFill>
                  <a:schemeClr val="bg1"/>
                </a:solidFill>
                <a:latin typeface="+mj-lt"/>
                <a:ea typeface="Open Sans" panose="020B0606030504020204" pitchFamily="34" charset="0"/>
                <a:cs typeface="Open Sans" panose="020B0606030504020204" pitchFamily="34" charset="0"/>
              </a:defRPr>
            </a:lvl1pPr>
          </a:lstStyle>
          <a:p>
            <a:r>
              <a:rPr lang="en-US" noProof="0" dirty="0"/>
              <a:t>Click to edit Master title style</a:t>
            </a:r>
          </a:p>
        </p:txBody>
      </p:sp>
      <p:sp>
        <p:nvSpPr>
          <p:cNvPr id="19" name="Text Placeholder 2"/>
          <p:cNvSpPr>
            <a:spLocks noGrp="1"/>
          </p:cNvSpPr>
          <p:nvPr>
            <p:ph type="body" idx="1"/>
          </p:nvPr>
        </p:nvSpPr>
        <p:spPr bwMode="gray">
          <a:xfrm>
            <a:off x="469901" y="3474720"/>
            <a:ext cx="11264900" cy="1566532"/>
          </a:xfrm>
        </p:spPr>
        <p:txBody>
          <a:bodyPr lIns="0" tIns="0" rIns="0" bIns="0">
            <a:noAutofit/>
          </a:bodyPr>
          <a:lstStyle>
            <a:lvl1pPr marL="0" indent="0">
              <a:lnSpc>
                <a:spcPct val="95000"/>
              </a:lnSpc>
              <a:spcAft>
                <a:spcPts val="0"/>
              </a:spcAft>
              <a:buNone/>
              <a:defRPr sz="3600">
                <a:solidFill>
                  <a:schemeClr val="bg1"/>
                </a:solidFill>
              </a:defRPr>
            </a:lvl1pPr>
            <a:lvl2pPr marL="457189" indent="0">
              <a:buNone/>
              <a:defRPr sz="2000">
                <a:solidFill>
                  <a:schemeClr val="tx1">
                    <a:tint val="75000"/>
                  </a:schemeClr>
                </a:solidFill>
              </a:defRPr>
            </a:lvl2pPr>
            <a:lvl3pPr marL="914378"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2"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noProof="0" dirty="0"/>
              <a:t>Click to edit Master text styles</a:t>
            </a:r>
          </a:p>
        </p:txBody>
      </p:sp>
      <p:sp>
        <p:nvSpPr>
          <p:cNvPr id="7" name="Copyright">
            <a:extLst>
              <a:ext uri="{FF2B5EF4-FFF2-40B4-BE49-F238E27FC236}">
                <a16:creationId xmlns:a16="http://schemas.microsoft.com/office/drawing/2014/main" id="{C5BF236C-E2DE-154A-A98F-58DD7954B3D5}"/>
              </a:ext>
            </a:extLst>
          </p:cNvPr>
          <p:cNvSpPr txBox="1"/>
          <p:nvPr userDrawn="1"/>
        </p:nvSpPr>
        <p:spPr>
          <a:xfrm>
            <a:off x="501649" y="6554841"/>
            <a:ext cx="5355168" cy="207749"/>
          </a:xfrm>
          <a:prstGeom prst="rect">
            <a:avLst/>
          </a:prstGeom>
          <a:noFill/>
        </p:spPr>
        <p:txBody>
          <a:bodyPr wrap="square" lIns="0" tIns="0" rIns="0" bIns="0" rtlCol="0">
            <a:spAutoFit/>
          </a:bodyPr>
          <a:lstStyle/>
          <a:p>
            <a:pPr marL="0" indent="0">
              <a:spcBef>
                <a:spcPts val="450"/>
              </a:spcBef>
              <a:buSzPct val="100000"/>
              <a:buFont typeface="Arial"/>
              <a:buNone/>
            </a:pPr>
            <a:r>
              <a:rPr lang="en-US" sz="675" noProof="0" dirty="0">
                <a:solidFill>
                  <a:schemeClr val="bg1"/>
                </a:solidFill>
                <a:latin typeface="Calibri" panose="020F0502020204030204" pitchFamily="34" charset="0"/>
                <a:cs typeface="Calibri" panose="020F0502020204030204" pitchFamily="34" charset="0"/>
              </a:rPr>
              <a:t>Member firms and DTTL: Insert appropriate copyright</a:t>
            </a:r>
            <a:br>
              <a:rPr lang="en-US" sz="675" noProof="0" dirty="0">
                <a:solidFill>
                  <a:schemeClr val="bg1"/>
                </a:solidFill>
                <a:latin typeface="Calibri" panose="020F0502020204030204" pitchFamily="34" charset="0"/>
                <a:cs typeface="Calibri" panose="020F0502020204030204" pitchFamily="34" charset="0"/>
              </a:rPr>
            </a:br>
            <a:r>
              <a:rPr lang="en-US" sz="675" noProof="0" dirty="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8" name="CaseCode">
            <a:extLst>
              <a:ext uri="{FF2B5EF4-FFF2-40B4-BE49-F238E27FC236}">
                <a16:creationId xmlns:a16="http://schemas.microsoft.com/office/drawing/2014/main" id="{4D401197-AF1D-254B-A4CA-85F78BC42F7C}"/>
              </a:ext>
            </a:extLst>
          </p:cNvPr>
          <p:cNvSpPr txBox="1"/>
          <p:nvPr userDrawn="1"/>
        </p:nvSpPr>
        <p:spPr>
          <a:xfrm>
            <a:off x="6335184" y="6554841"/>
            <a:ext cx="4896560" cy="207749"/>
          </a:xfrm>
          <a:prstGeom prst="rect">
            <a:avLst/>
          </a:prstGeom>
          <a:noFill/>
        </p:spPr>
        <p:txBody>
          <a:bodyPr wrap="square" lIns="0" tIns="0" rIns="0" bIns="0" rtlCol="0">
            <a:spAutoFit/>
          </a:bodyPr>
          <a:lstStyle/>
          <a:p>
            <a:pPr marL="0" indent="0" algn="r">
              <a:spcBef>
                <a:spcPts val="0"/>
              </a:spcBef>
              <a:buSzPct val="100000"/>
              <a:buFont typeface="Arial"/>
              <a:buNone/>
            </a:pPr>
            <a:r>
              <a:rPr lang="en-US" sz="675" noProof="0" dirty="0">
                <a:solidFill>
                  <a:schemeClr val="bg1"/>
                </a:solidFill>
                <a:latin typeface="Calibri" panose="020F0502020204030204" pitchFamily="34" charset="0"/>
                <a:cs typeface="Calibri" panose="020F0502020204030204" pitchFamily="34" charset="0"/>
              </a:rPr>
              <a:t>Presentation title</a:t>
            </a:r>
            <a:br>
              <a:rPr lang="en-US" sz="675" noProof="0" dirty="0">
                <a:solidFill>
                  <a:schemeClr val="bg1"/>
                </a:solidFill>
                <a:latin typeface="Calibri" panose="020F0502020204030204" pitchFamily="34" charset="0"/>
                <a:cs typeface="Calibri" panose="020F0502020204030204" pitchFamily="34" charset="0"/>
              </a:rPr>
            </a:br>
            <a:r>
              <a:rPr lang="en-US" sz="675" noProof="0" dirty="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9" name="TextBox 8">
            <a:extLst>
              <a:ext uri="{FF2B5EF4-FFF2-40B4-BE49-F238E27FC236}">
                <a16:creationId xmlns:a16="http://schemas.microsoft.com/office/drawing/2014/main" id="{0DF62D9C-5EB9-B246-B6E5-8574D138FF91}"/>
              </a:ext>
            </a:extLst>
          </p:cNvPr>
          <p:cNvSpPr txBox="1"/>
          <p:nvPr userDrawn="1"/>
        </p:nvSpPr>
        <p:spPr>
          <a:xfrm>
            <a:off x="11426826" y="6554841"/>
            <a:ext cx="307975" cy="103875"/>
          </a:xfrm>
          <a:prstGeom prst="rect">
            <a:avLst/>
          </a:prstGeom>
          <a:noFill/>
        </p:spPr>
        <p:txBody>
          <a:bodyPr wrap="square" lIns="0" tIns="0" rIns="0" bIns="0" rtlCol="0">
            <a:spAutoFit/>
          </a:bodyPr>
          <a:lstStyle/>
          <a:p>
            <a:pPr marL="0" indent="0" algn="r">
              <a:spcBef>
                <a:spcPts val="450"/>
              </a:spcBef>
              <a:buSzPct val="100000"/>
              <a:buFont typeface="Arial"/>
              <a:buNone/>
            </a:pPr>
            <a:fld id="{C58DF478-B544-4ED8-9ED4-6A2648E2D233}" type="slidenum">
              <a:rPr lang="en-US" sz="675" noProof="0" smtClean="0">
                <a:solidFill>
                  <a:schemeClr val="bg1"/>
                </a:solidFill>
                <a:latin typeface="Calibri" panose="020F0502020204030204" pitchFamily="34" charset="0"/>
                <a:cs typeface="Calibri" panose="020F0502020204030204" pitchFamily="34" charset="0"/>
              </a:rPr>
              <a:pPr marL="0" indent="0" algn="r">
                <a:spcBef>
                  <a:spcPts val="450"/>
                </a:spcBef>
                <a:buSzPct val="100000"/>
                <a:buFont typeface="Arial"/>
                <a:buNone/>
              </a:pPr>
              <a:t>‹#›</a:t>
            </a:fld>
            <a:endParaRPr lang="en-US" sz="675" noProof="0" dirty="0">
              <a:solidFill>
                <a:schemeClr val="bg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521700981"/>
      </p:ext>
    </p:extLst>
  </p:cSld>
  <p:clrMapOvr>
    <a:masterClrMapping/>
  </p:clrMapOvr>
  <p:transition>
    <p:fade/>
  </p:transition>
  <p:extLst>
    <p:ext uri="{DCECCB84-F9BA-43D5-87BE-67443E8EF086}">
      <p15:sldGuideLst xmlns:p15="http://schemas.microsoft.com/office/powerpoint/2012/main"/>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userDrawn="1">
  <p:cSld name="Divider - Deloitte green accent 1">
    <p:bg bwMode="gray">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gray">
          <a:xfrm>
            <a:off x="463296" y="1728217"/>
            <a:ext cx="11271504" cy="1592403"/>
          </a:xfrm>
          <a:prstGeom prst="rect">
            <a:avLst/>
          </a:prstGeom>
        </p:spPr>
        <p:txBody>
          <a:bodyPr anchor="b"/>
          <a:lstStyle>
            <a:lvl1pPr>
              <a:lnSpc>
                <a:spcPct val="95000"/>
              </a:lnSpc>
              <a:defRPr sz="3600" b="1">
                <a:solidFill>
                  <a:schemeClr val="bg1"/>
                </a:solidFill>
                <a:latin typeface="+mj-lt"/>
                <a:ea typeface="Open Sans" panose="020B0606030504020204" pitchFamily="34" charset="0"/>
                <a:cs typeface="Open Sans" panose="020B0606030504020204" pitchFamily="34" charset="0"/>
              </a:defRPr>
            </a:lvl1pPr>
          </a:lstStyle>
          <a:p>
            <a:r>
              <a:rPr lang="en-US" noProof="0" dirty="0"/>
              <a:t>Click to edit Master title style</a:t>
            </a:r>
          </a:p>
        </p:txBody>
      </p:sp>
      <p:sp>
        <p:nvSpPr>
          <p:cNvPr id="3" name="Text Placeholder 2"/>
          <p:cNvSpPr>
            <a:spLocks noGrp="1"/>
          </p:cNvSpPr>
          <p:nvPr>
            <p:ph type="body" idx="1"/>
          </p:nvPr>
        </p:nvSpPr>
        <p:spPr bwMode="gray">
          <a:xfrm>
            <a:off x="463296" y="3474720"/>
            <a:ext cx="11271504" cy="1566532"/>
          </a:xfrm>
        </p:spPr>
        <p:txBody>
          <a:bodyPr lIns="0" tIns="0" rIns="0" bIns="0">
            <a:noAutofit/>
          </a:bodyPr>
          <a:lstStyle>
            <a:lvl1pPr marL="0" indent="0">
              <a:lnSpc>
                <a:spcPct val="95000"/>
              </a:lnSpc>
              <a:spcAft>
                <a:spcPts val="0"/>
              </a:spcAft>
              <a:buNone/>
              <a:defRPr sz="3600">
                <a:solidFill>
                  <a:schemeClr val="bg1"/>
                </a:solidFill>
              </a:defRPr>
            </a:lvl1pPr>
            <a:lvl2pPr marL="457189" indent="0">
              <a:buNone/>
              <a:defRPr sz="2000">
                <a:solidFill>
                  <a:schemeClr val="tx1">
                    <a:tint val="75000"/>
                  </a:schemeClr>
                </a:solidFill>
              </a:defRPr>
            </a:lvl2pPr>
            <a:lvl3pPr marL="914378"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2"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noProof="0" dirty="0"/>
              <a:t>Click to edit Master text styles</a:t>
            </a:r>
          </a:p>
        </p:txBody>
      </p:sp>
      <p:sp>
        <p:nvSpPr>
          <p:cNvPr id="7" name="Copyright">
            <a:extLst>
              <a:ext uri="{FF2B5EF4-FFF2-40B4-BE49-F238E27FC236}">
                <a16:creationId xmlns:a16="http://schemas.microsoft.com/office/drawing/2014/main" id="{672EF65C-E573-5C42-A042-2D64FB2AD060}"/>
              </a:ext>
            </a:extLst>
          </p:cNvPr>
          <p:cNvSpPr txBox="1"/>
          <p:nvPr userDrawn="1"/>
        </p:nvSpPr>
        <p:spPr>
          <a:xfrm>
            <a:off x="501649" y="6554841"/>
            <a:ext cx="5355168" cy="207749"/>
          </a:xfrm>
          <a:prstGeom prst="rect">
            <a:avLst/>
          </a:prstGeom>
          <a:noFill/>
        </p:spPr>
        <p:txBody>
          <a:bodyPr wrap="square" lIns="0" tIns="0" rIns="0" bIns="0" rtlCol="0">
            <a:spAutoFit/>
          </a:bodyPr>
          <a:lstStyle/>
          <a:p>
            <a:pPr marL="0" indent="0">
              <a:spcBef>
                <a:spcPts val="450"/>
              </a:spcBef>
              <a:buSzPct val="100000"/>
              <a:buFont typeface="Arial"/>
              <a:buNone/>
            </a:pPr>
            <a:r>
              <a:rPr lang="en-US" sz="675" noProof="0" dirty="0">
                <a:solidFill>
                  <a:schemeClr val="bg1"/>
                </a:solidFill>
                <a:latin typeface="Calibri" panose="020F0502020204030204" pitchFamily="34" charset="0"/>
                <a:cs typeface="Calibri" panose="020F0502020204030204" pitchFamily="34" charset="0"/>
              </a:rPr>
              <a:t>Member firms and DTTL: Insert appropriate copyright</a:t>
            </a:r>
            <a:br>
              <a:rPr lang="en-US" sz="675" noProof="0" dirty="0">
                <a:solidFill>
                  <a:schemeClr val="bg1"/>
                </a:solidFill>
                <a:latin typeface="Calibri" panose="020F0502020204030204" pitchFamily="34" charset="0"/>
                <a:cs typeface="Calibri" panose="020F0502020204030204" pitchFamily="34" charset="0"/>
              </a:rPr>
            </a:br>
            <a:r>
              <a:rPr lang="en-US" sz="675" noProof="0" dirty="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8" name="CaseCode">
            <a:extLst>
              <a:ext uri="{FF2B5EF4-FFF2-40B4-BE49-F238E27FC236}">
                <a16:creationId xmlns:a16="http://schemas.microsoft.com/office/drawing/2014/main" id="{49339939-F119-684B-A4B7-0FA8240D2953}"/>
              </a:ext>
            </a:extLst>
          </p:cNvPr>
          <p:cNvSpPr txBox="1"/>
          <p:nvPr userDrawn="1"/>
        </p:nvSpPr>
        <p:spPr>
          <a:xfrm>
            <a:off x="6335184" y="6554841"/>
            <a:ext cx="4896560" cy="207749"/>
          </a:xfrm>
          <a:prstGeom prst="rect">
            <a:avLst/>
          </a:prstGeom>
          <a:noFill/>
        </p:spPr>
        <p:txBody>
          <a:bodyPr wrap="square" lIns="0" tIns="0" rIns="0" bIns="0" rtlCol="0">
            <a:spAutoFit/>
          </a:bodyPr>
          <a:lstStyle/>
          <a:p>
            <a:pPr marL="0" indent="0" algn="r">
              <a:spcBef>
                <a:spcPts val="0"/>
              </a:spcBef>
              <a:buSzPct val="100000"/>
              <a:buFont typeface="Arial"/>
              <a:buNone/>
            </a:pPr>
            <a:r>
              <a:rPr lang="en-US" sz="675" noProof="0" dirty="0">
                <a:solidFill>
                  <a:schemeClr val="bg1"/>
                </a:solidFill>
                <a:latin typeface="Calibri" panose="020F0502020204030204" pitchFamily="34" charset="0"/>
                <a:cs typeface="Calibri" panose="020F0502020204030204" pitchFamily="34" charset="0"/>
              </a:rPr>
              <a:t>Presentation title</a:t>
            </a:r>
            <a:br>
              <a:rPr lang="en-US" sz="675" noProof="0" dirty="0">
                <a:solidFill>
                  <a:schemeClr val="bg1"/>
                </a:solidFill>
                <a:latin typeface="Calibri" panose="020F0502020204030204" pitchFamily="34" charset="0"/>
                <a:cs typeface="Calibri" panose="020F0502020204030204" pitchFamily="34" charset="0"/>
              </a:rPr>
            </a:br>
            <a:r>
              <a:rPr lang="en-US" sz="675" noProof="0" dirty="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9" name="TextBox 8">
            <a:extLst>
              <a:ext uri="{FF2B5EF4-FFF2-40B4-BE49-F238E27FC236}">
                <a16:creationId xmlns:a16="http://schemas.microsoft.com/office/drawing/2014/main" id="{06CE9981-23C3-B74E-B547-2E4ADC87BFE3}"/>
              </a:ext>
            </a:extLst>
          </p:cNvPr>
          <p:cNvSpPr txBox="1"/>
          <p:nvPr userDrawn="1"/>
        </p:nvSpPr>
        <p:spPr>
          <a:xfrm>
            <a:off x="11426826" y="6554841"/>
            <a:ext cx="307975" cy="103875"/>
          </a:xfrm>
          <a:prstGeom prst="rect">
            <a:avLst/>
          </a:prstGeom>
          <a:noFill/>
        </p:spPr>
        <p:txBody>
          <a:bodyPr wrap="square" lIns="0" tIns="0" rIns="0" bIns="0" rtlCol="0">
            <a:spAutoFit/>
          </a:bodyPr>
          <a:lstStyle/>
          <a:p>
            <a:pPr marL="0" indent="0" algn="r">
              <a:spcBef>
                <a:spcPts val="450"/>
              </a:spcBef>
              <a:buSzPct val="100000"/>
              <a:buFont typeface="Arial"/>
              <a:buNone/>
            </a:pPr>
            <a:fld id="{C58DF478-B544-4ED8-9ED4-6A2648E2D233}" type="slidenum">
              <a:rPr lang="en-US" sz="675" noProof="0" smtClean="0">
                <a:solidFill>
                  <a:schemeClr val="bg1"/>
                </a:solidFill>
                <a:latin typeface="Calibri" panose="020F0502020204030204" pitchFamily="34" charset="0"/>
                <a:cs typeface="Calibri" panose="020F0502020204030204" pitchFamily="34" charset="0"/>
              </a:rPr>
              <a:pPr marL="0" indent="0" algn="r">
                <a:spcBef>
                  <a:spcPts val="450"/>
                </a:spcBef>
                <a:buSzPct val="100000"/>
                <a:buFont typeface="Arial"/>
                <a:buNone/>
              </a:pPr>
              <a:t>‹#›</a:t>
            </a:fld>
            <a:endParaRPr lang="en-US" sz="675" noProof="0" dirty="0">
              <a:solidFill>
                <a:schemeClr val="bg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521971579"/>
      </p:ext>
    </p:extLst>
  </p:cSld>
  <p:clrMapOvr>
    <a:masterClrMapping/>
  </p:clrMapOvr>
  <p:transition>
    <p:fade/>
  </p:transition>
  <p:extLst>
    <p:ext uri="{DCECCB84-F9BA-43D5-87BE-67443E8EF086}">
      <p15:sldGuideLst xmlns:p15="http://schemas.microsoft.com/office/powerpoint/2012/main"/>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preserve="1" userDrawn="1">
  <p:cSld name="Divider - Deloitte green accent 2">
    <p:bg bwMode="gray">
      <p:bgPr>
        <a:solidFill>
          <a:schemeClr val="accent2"/>
        </a:solidFill>
        <a:effectLst/>
      </p:bgPr>
    </p:bg>
    <p:spTree>
      <p:nvGrpSpPr>
        <p:cNvPr id="1" name=""/>
        <p:cNvGrpSpPr/>
        <p:nvPr/>
      </p:nvGrpSpPr>
      <p:grpSpPr>
        <a:xfrm>
          <a:off x="0" y="0"/>
          <a:ext cx="0" cy="0"/>
          <a:chOff x="0" y="0"/>
          <a:chExt cx="0" cy="0"/>
        </a:xfrm>
      </p:grpSpPr>
      <p:sp>
        <p:nvSpPr>
          <p:cNvPr id="18" name="Title 1"/>
          <p:cNvSpPr>
            <a:spLocks noGrp="1"/>
          </p:cNvSpPr>
          <p:nvPr>
            <p:ph type="title"/>
          </p:nvPr>
        </p:nvSpPr>
        <p:spPr bwMode="gray">
          <a:xfrm>
            <a:off x="463296" y="1728217"/>
            <a:ext cx="11227056" cy="1592403"/>
          </a:xfrm>
          <a:prstGeom prst="rect">
            <a:avLst/>
          </a:prstGeom>
        </p:spPr>
        <p:txBody>
          <a:bodyPr anchor="b"/>
          <a:lstStyle>
            <a:lvl1pPr>
              <a:lnSpc>
                <a:spcPct val="95000"/>
              </a:lnSpc>
              <a:defRPr sz="3600" b="1">
                <a:solidFill>
                  <a:schemeClr val="bg1"/>
                </a:solidFill>
                <a:latin typeface="+mj-lt"/>
                <a:ea typeface="Open Sans" panose="020B0606030504020204" pitchFamily="34" charset="0"/>
                <a:cs typeface="Open Sans" panose="020B0606030504020204" pitchFamily="34" charset="0"/>
              </a:defRPr>
            </a:lvl1pPr>
          </a:lstStyle>
          <a:p>
            <a:r>
              <a:rPr lang="en-US" noProof="0" dirty="0"/>
              <a:t>Click to edit Master title style</a:t>
            </a:r>
          </a:p>
        </p:txBody>
      </p:sp>
      <p:sp>
        <p:nvSpPr>
          <p:cNvPr id="19" name="Text Placeholder 2"/>
          <p:cNvSpPr>
            <a:spLocks noGrp="1"/>
          </p:cNvSpPr>
          <p:nvPr>
            <p:ph type="body" idx="1"/>
          </p:nvPr>
        </p:nvSpPr>
        <p:spPr bwMode="gray">
          <a:xfrm>
            <a:off x="463296" y="3474720"/>
            <a:ext cx="11227056" cy="1566532"/>
          </a:xfrm>
        </p:spPr>
        <p:txBody>
          <a:bodyPr lIns="0" tIns="0" rIns="0" bIns="0">
            <a:noAutofit/>
          </a:bodyPr>
          <a:lstStyle>
            <a:lvl1pPr marL="0" indent="0">
              <a:lnSpc>
                <a:spcPct val="95000"/>
              </a:lnSpc>
              <a:spcAft>
                <a:spcPts val="0"/>
              </a:spcAft>
              <a:buNone/>
              <a:defRPr sz="3600">
                <a:solidFill>
                  <a:schemeClr val="bg1"/>
                </a:solidFill>
              </a:defRPr>
            </a:lvl1pPr>
            <a:lvl2pPr marL="457189" indent="0">
              <a:buNone/>
              <a:defRPr sz="2000">
                <a:solidFill>
                  <a:schemeClr val="tx1">
                    <a:tint val="75000"/>
                  </a:schemeClr>
                </a:solidFill>
              </a:defRPr>
            </a:lvl2pPr>
            <a:lvl3pPr marL="914378"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2"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noProof="0"/>
              <a:t>Click to edit Master text styles</a:t>
            </a:r>
          </a:p>
        </p:txBody>
      </p:sp>
      <p:sp>
        <p:nvSpPr>
          <p:cNvPr id="7" name="Copyright">
            <a:extLst>
              <a:ext uri="{FF2B5EF4-FFF2-40B4-BE49-F238E27FC236}">
                <a16:creationId xmlns:a16="http://schemas.microsoft.com/office/drawing/2014/main" id="{F47F62B7-A353-B34B-B0C1-731292683D50}"/>
              </a:ext>
            </a:extLst>
          </p:cNvPr>
          <p:cNvSpPr txBox="1"/>
          <p:nvPr userDrawn="1"/>
        </p:nvSpPr>
        <p:spPr>
          <a:xfrm>
            <a:off x="501649" y="6554841"/>
            <a:ext cx="5355168" cy="207749"/>
          </a:xfrm>
          <a:prstGeom prst="rect">
            <a:avLst/>
          </a:prstGeom>
          <a:noFill/>
        </p:spPr>
        <p:txBody>
          <a:bodyPr wrap="square" lIns="0" tIns="0" rIns="0" bIns="0" rtlCol="0">
            <a:spAutoFit/>
          </a:bodyPr>
          <a:lstStyle/>
          <a:p>
            <a:pPr marL="0" indent="0">
              <a:spcBef>
                <a:spcPts val="450"/>
              </a:spcBef>
              <a:buSzPct val="100000"/>
              <a:buFont typeface="Arial"/>
              <a:buNone/>
            </a:pPr>
            <a:r>
              <a:rPr lang="en-US" sz="675" noProof="0" dirty="0">
                <a:solidFill>
                  <a:schemeClr val="bg1"/>
                </a:solidFill>
                <a:latin typeface="Calibri" panose="020F0502020204030204" pitchFamily="34" charset="0"/>
                <a:cs typeface="Calibri" panose="020F0502020204030204" pitchFamily="34" charset="0"/>
              </a:rPr>
              <a:t>Member firms and DTTL: Insert appropriate copyright</a:t>
            </a:r>
            <a:br>
              <a:rPr lang="en-US" sz="675" noProof="0" dirty="0">
                <a:solidFill>
                  <a:schemeClr val="bg1"/>
                </a:solidFill>
                <a:latin typeface="Calibri" panose="020F0502020204030204" pitchFamily="34" charset="0"/>
                <a:cs typeface="Calibri" panose="020F0502020204030204" pitchFamily="34" charset="0"/>
              </a:rPr>
            </a:br>
            <a:r>
              <a:rPr lang="en-US" sz="675" noProof="0" dirty="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8" name="CaseCode">
            <a:extLst>
              <a:ext uri="{FF2B5EF4-FFF2-40B4-BE49-F238E27FC236}">
                <a16:creationId xmlns:a16="http://schemas.microsoft.com/office/drawing/2014/main" id="{98301C88-05AE-2A49-AE42-20E47BE1A74B}"/>
              </a:ext>
            </a:extLst>
          </p:cNvPr>
          <p:cNvSpPr txBox="1"/>
          <p:nvPr userDrawn="1"/>
        </p:nvSpPr>
        <p:spPr>
          <a:xfrm>
            <a:off x="6335184" y="6554841"/>
            <a:ext cx="4896560" cy="207749"/>
          </a:xfrm>
          <a:prstGeom prst="rect">
            <a:avLst/>
          </a:prstGeom>
          <a:noFill/>
        </p:spPr>
        <p:txBody>
          <a:bodyPr wrap="square" lIns="0" tIns="0" rIns="0" bIns="0" rtlCol="0">
            <a:spAutoFit/>
          </a:bodyPr>
          <a:lstStyle/>
          <a:p>
            <a:pPr marL="0" indent="0" algn="r">
              <a:spcBef>
                <a:spcPts val="0"/>
              </a:spcBef>
              <a:buSzPct val="100000"/>
              <a:buFont typeface="Arial"/>
              <a:buNone/>
            </a:pPr>
            <a:r>
              <a:rPr lang="en-US" sz="675" noProof="0" dirty="0">
                <a:solidFill>
                  <a:schemeClr val="bg1"/>
                </a:solidFill>
                <a:latin typeface="Calibri" panose="020F0502020204030204" pitchFamily="34" charset="0"/>
                <a:cs typeface="Calibri" panose="020F0502020204030204" pitchFamily="34" charset="0"/>
              </a:rPr>
              <a:t>Presentation title</a:t>
            </a:r>
            <a:br>
              <a:rPr lang="en-US" sz="675" noProof="0" dirty="0">
                <a:solidFill>
                  <a:schemeClr val="bg1"/>
                </a:solidFill>
                <a:latin typeface="Calibri" panose="020F0502020204030204" pitchFamily="34" charset="0"/>
                <a:cs typeface="Calibri" panose="020F0502020204030204" pitchFamily="34" charset="0"/>
              </a:rPr>
            </a:br>
            <a:r>
              <a:rPr lang="en-US" sz="675" noProof="0" dirty="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9" name="TextBox 8">
            <a:extLst>
              <a:ext uri="{FF2B5EF4-FFF2-40B4-BE49-F238E27FC236}">
                <a16:creationId xmlns:a16="http://schemas.microsoft.com/office/drawing/2014/main" id="{E2F72EE7-B3FA-8143-95B8-C539FD0CF9E4}"/>
              </a:ext>
            </a:extLst>
          </p:cNvPr>
          <p:cNvSpPr txBox="1"/>
          <p:nvPr userDrawn="1"/>
        </p:nvSpPr>
        <p:spPr>
          <a:xfrm>
            <a:off x="11426826" y="6554841"/>
            <a:ext cx="307975" cy="103875"/>
          </a:xfrm>
          <a:prstGeom prst="rect">
            <a:avLst/>
          </a:prstGeom>
          <a:noFill/>
        </p:spPr>
        <p:txBody>
          <a:bodyPr wrap="square" lIns="0" tIns="0" rIns="0" bIns="0" rtlCol="0">
            <a:spAutoFit/>
          </a:bodyPr>
          <a:lstStyle/>
          <a:p>
            <a:pPr marL="0" indent="0" algn="r">
              <a:spcBef>
                <a:spcPts val="450"/>
              </a:spcBef>
              <a:buSzPct val="100000"/>
              <a:buFont typeface="Arial"/>
              <a:buNone/>
            </a:pPr>
            <a:fld id="{C58DF478-B544-4ED8-9ED4-6A2648E2D233}" type="slidenum">
              <a:rPr lang="en-US" sz="675" noProof="0" smtClean="0">
                <a:solidFill>
                  <a:schemeClr val="bg1"/>
                </a:solidFill>
                <a:latin typeface="Calibri" panose="020F0502020204030204" pitchFamily="34" charset="0"/>
                <a:cs typeface="Calibri" panose="020F0502020204030204" pitchFamily="34" charset="0"/>
              </a:rPr>
              <a:pPr marL="0" indent="0" algn="r">
                <a:spcBef>
                  <a:spcPts val="450"/>
                </a:spcBef>
                <a:buSzPct val="100000"/>
                <a:buFont typeface="Arial"/>
                <a:buNone/>
              </a:pPr>
              <a:t>‹#›</a:t>
            </a:fld>
            <a:endParaRPr lang="en-US" sz="675" noProof="0" dirty="0">
              <a:solidFill>
                <a:schemeClr val="bg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05482005"/>
      </p:ext>
    </p:extLst>
  </p:cSld>
  <p:clrMapOvr>
    <a:masterClrMapping/>
  </p:clrMapOvr>
  <p:transition>
    <p:fade/>
  </p:transition>
  <p:extLst>
    <p:ext uri="{DCECCB84-F9BA-43D5-87BE-67443E8EF086}">
      <p15:sldGuideLst xmlns:p15="http://schemas.microsoft.com/office/powerpoint/2012/main"/>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preserve="1" userDrawn="1">
  <p:cSld name="Divider - Deloitte green accent 3">
    <p:bg bwMode="gray">
      <p:bgPr>
        <a:solidFill>
          <a:schemeClr val="accent3"/>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gray">
          <a:xfrm>
            <a:off x="463296" y="1728217"/>
            <a:ext cx="11227056" cy="1592403"/>
          </a:xfrm>
          <a:prstGeom prst="rect">
            <a:avLst/>
          </a:prstGeom>
        </p:spPr>
        <p:txBody>
          <a:bodyPr anchor="b"/>
          <a:lstStyle>
            <a:lvl1pPr>
              <a:lnSpc>
                <a:spcPct val="95000"/>
              </a:lnSpc>
              <a:defRPr sz="3600" b="1">
                <a:solidFill>
                  <a:schemeClr val="bg1"/>
                </a:solidFill>
                <a:latin typeface="+mj-lt"/>
                <a:ea typeface="Open Sans" panose="020B0606030504020204" pitchFamily="34" charset="0"/>
                <a:cs typeface="Open Sans" panose="020B0606030504020204" pitchFamily="34" charset="0"/>
              </a:defRPr>
            </a:lvl1pPr>
          </a:lstStyle>
          <a:p>
            <a:r>
              <a:rPr lang="en-US" noProof="0" dirty="0"/>
              <a:t>Click to edit Master title style</a:t>
            </a:r>
          </a:p>
        </p:txBody>
      </p:sp>
      <p:sp>
        <p:nvSpPr>
          <p:cNvPr id="3" name="Text Placeholder 2"/>
          <p:cNvSpPr>
            <a:spLocks noGrp="1"/>
          </p:cNvSpPr>
          <p:nvPr>
            <p:ph type="body" idx="1"/>
          </p:nvPr>
        </p:nvSpPr>
        <p:spPr bwMode="gray">
          <a:xfrm>
            <a:off x="463296" y="3474720"/>
            <a:ext cx="11227056" cy="1566532"/>
          </a:xfrm>
        </p:spPr>
        <p:txBody>
          <a:bodyPr lIns="0" tIns="0" rIns="0" bIns="0">
            <a:noAutofit/>
          </a:bodyPr>
          <a:lstStyle>
            <a:lvl1pPr marL="0" indent="0">
              <a:lnSpc>
                <a:spcPct val="95000"/>
              </a:lnSpc>
              <a:spcAft>
                <a:spcPts val="0"/>
              </a:spcAft>
              <a:buNone/>
              <a:defRPr sz="3600">
                <a:solidFill>
                  <a:schemeClr val="bg1"/>
                </a:solidFill>
              </a:defRPr>
            </a:lvl1pPr>
            <a:lvl2pPr marL="457189" indent="0">
              <a:buNone/>
              <a:defRPr sz="2000">
                <a:solidFill>
                  <a:schemeClr val="tx1">
                    <a:tint val="75000"/>
                  </a:schemeClr>
                </a:solidFill>
              </a:defRPr>
            </a:lvl2pPr>
            <a:lvl3pPr marL="914378"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2"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noProof="0"/>
              <a:t>Click to edit Master text styles</a:t>
            </a:r>
          </a:p>
        </p:txBody>
      </p:sp>
      <p:sp>
        <p:nvSpPr>
          <p:cNvPr id="10" name="Copyright">
            <a:extLst>
              <a:ext uri="{FF2B5EF4-FFF2-40B4-BE49-F238E27FC236}">
                <a16:creationId xmlns:a16="http://schemas.microsoft.com/office/drawing/2014/main" id="{502D4B1B-57BF-3242-9345-C48FC93A0BBC}"/>
              </a:ext>
            </a:extLst>
          </p:cNvPr>
          <p:cNvSpPr txBox="1"/>
          <p:nvPr userDrawn="1"/>
        </p:nvSpPr>
        <p:spPr>
          <a:xfrm>
            <a:off x="501649" y="6554841"/>
            <a:ext cx="5355168" cy="207749"/>
          </a:xfrm>
          <a:prstGeom prst="rect">
            <a:avLst/>
          </a:prstGeom>
          <a:noFill/>
        </p:spPr>
        <p:txBody>
          <a:bodyPr wrap="square" lIns="0" tIns="0" rIns="0" bIns="0" rtlCol="0">
            <a:spAutoFit/>
          </a:bodyPr>
          <a:lstStyle/>
          <a:p>
            <a:pPr marL="0" indent="0">
              <a:spcBef>
                <a:spcPts val="450"/>
              </a:spcBef>
              <a:buSzPct val="100000"/>
              <a:buFont typeface="Arial"/>
              <a:buNone/>
            </a:pPr>
            <a:r>
              <a:rPr lang="en-US" sz="675" noProof="0" dirty="0">
                <a:solidFill>
                  <a:schemeClr val="bg1"/>
                </a:solidFill>
                <a:latin typeface="Calibri" panose="020F0502020204030204" pitchFamily="34" charset="0"/>
                <a:cs typeface="Calibri" panose="020F0502020204030204" pitchFamily="34" charset="0"/>
              </a:rPr>
              <a:t>Member firms and DTTL: Insert appropriate copyright</a:t>
            </a:r>
            <a:br>
              <a:rPr lang="en-US" sz="675" noProof="0" dirty="0">
                <a:solidFill>
                  <a:schemeClr val="bg1"/>
                </a:solidFill>
                <a:latin typeface="Calibri" panose="020F0502020204030204" pitchFamily="34" charset="0"/>
                <a:cs typeface="Calibri" panose="020F0502020204030204" pitchFamily="34" charset="0"/>
              </a:rPr>
            </a:br>
            <a:r>
              <a:rPr lang="en-US" sz="675" noProof="0" dirty="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11" name="CaseCode">
            <a:extLst>
              <a:ext uri="{FF2B5EF4-FFF2-40B4-BE49-F238E27FC236}">
                <a16:creationId xmlns:a16="http://schemas.microsoft.com/office/drawing/2014/main" id="{22196C83-38EA-994D-B2A6-595F3330F182}"/>
              </a:ext>
            </a:extLst>
          </p:cNvPr>
          <p:cNvSpPr txBox="1"/>
          <p:nvPr userDrawn="1"/>
        </p:nvSpPr>
        <p:spPr>
          <a:xfrm>
            <a:off x="6335184" y="6554841"/>
            <a:ext cx="4896560" cy="207749"/>
          </a:xfrm>
          <a:prstGeom prst="rect">
            <a:avLst/>
          </a:prstGeom>
          <a:noFill/>
        </p:spPr>
        <p:txBody>
          <a:bodyPr wrap="square" lIns="0" tIns="0" rIns="0" bIns="0" rtlCol="0">
            <a:spAutoFit/>
          </a:bodyPr>
          <a:lstStyle/>
          <a:p>
            <a:pPr marL="0" indent="0" algn="r">
              <a:spcBef>
                <a:spcPts val="0"/>
              </a:spcBef>
              <a:buSzPct val="100000"/>
              <a:buFont typeface="Arial"/>
              <a:buNone/>
            </a:pPr>
            <a:r>
              <a:rPr lang="en-US" sz="675" noProof="0" dirty="0">
                <a:solidFill>
                  <a:schemeClr val="bg1"/>
                </a:solidFill>
                <a:latin typeface="Calibri" panose="020F0502020204030204" pitchFamily="34" charset="0"/>
                <a:cs typeface="Calibri" panose="020F0502020204030204" pitchFamily="34" charset="0"/>
              </a:rPr>
              <a:t>Presentation title</a:t>
            </a:r>
            <a:br>
              <a:rPr lang="en-US" sz="675" noProof="0" dirty="0">
                <a:solidFill>
                  <a:schemeClr val="bg1"/>
                </a:solidFill>
                <a:latin typeface="Calibri" panose="020F0502020204030204" pitchFamily="34" charset="0"/>
                <a:cs typeface="Calibri" panose="020F0502020204030204" pitchFamily="34" charset="0"/>
              </a:rPr>
            </a:br>
            <a:r>
              <a:rPr lang="en-US" sz="675" noProof="0" dirty="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12" name="TextBox 11">
            <a:extLst>
              <a:ext uri="{FF2B5EF4-FFF2-40B4-BE49-F238E27FC236}">
                <a16:creationId xmlns:a16="http://schemas.microsoft.com/office/drawing/2014/main" id="{506FFA5B-5F2F-924D-9AB6-B3125E6FB94E}"/>
              </a:ext>
            </a:extLst>
          </p:cNvPr>
          <p:cNvSpPr txBox="1"/>
          <p:nvPr userDrawn="1"/>
        </p:nvSpPr>
        <p:spPr>
          <a:xfrm>
            <a:off x="11426826" y="6554841"/>
            <a:ext cx="307975" cy="103875"/>
          </a:xfrm>
          <a:prstGeom prst="rect">
            <a:avLst/>
          </a:prstGeom>
          <a:noFill/>
        </p:spPr>
        <p:txBody>
          <a:bodyPr wrap="square" lIns="0" tIns="0" rIns="0" bIns="0" rtlCol="0">
            <a:spAutoFit/>
          </a:bodyPr>
          <a:lstStyle/>
          <a:p>
            <a:pPr marL="0" indent="0" algn="r">
              <a:spcBef>
                <a:spcPts val="450"/>
              </a:spcBef>
              <a:buSzPct val="100000"/>
              <a:buFont typeface="Arial"/>
              <a:buNone/>
            </a:pPr>
            <a:fld id="{C58DF478-B544-4ED8-9ED4-6A2648E2D233}" type="slidenum">
              <a:rPr lang="en-US" sz="675" noProof="0" smtClean="0">
                <a:solidFill>
                  <a:schemeClr val="bg1"/>
                </a:solidFill>
                <a:latin typeface="Calibri" panose="020F0502020204030204" pitchFamily="34" charset="0"/>
                <a:cs typeface="Calibri" panose="020F0502020204030204" pitchFamily="34" charset="0"/>
              </a:rPr>
              <a:pPr marL="0" indent="0" algn="r">
                <a:spcBef>
                  <a:spcPts val="450"/>
                </a:spcBef>
                <a:buSzPct val="100000"/>
                <a:buFont typeface="Arial"/>
                <a:buNone/>
              </a:pPr>
              <a:t>‹#›</a:t>
            </a:fld>
            <a:endParaRPr lang="en-US" sz="675" noProof="0" dirty="0">
              <a:solidFill>
                <a:schemeClr val="bg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179334884"/>
      </p:ext>
    </p:extLst>
  </p:cSld>
  <p:clrMapOvr>
    <a:masterClrMapping/>
  </p:clrMapOvr>
  <p:transition>
    <p:fade/>
  </p:transition>
  <p:extLst>
    <p:ext uri="{DCECCB84-F9BA-43D5-87BE-67443E8EF086}">
      <p15:sldGuideLst xmlns:p15="http://schemas.microsoft.com/office/powerpoint/2012/main"/>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preserve="1" userDrawn="1">
  <p:cSld name="Key statement green accent 2">
    <p:bg>
      <p:bgPr>
        <a:solidFill>
          <a:schemeClr val="accent2"/>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463297" y="1714500"/>
            <a:ext cx="9323916" cy="4648200"/>
          </a:xfrm>
          <a:prstGeom prst="rect">
            <a:avLst/>
          </a:prstGeom>
        </p:spPr>
        <p:txBody>
          <a:bodyPr>
            <a:noAutofit/>
          </a:bodyPr>
          <a:lstStyle>
            <a:lvl1pPr>
              <a:spcBef>
                <a:spcPts val="3600"/>
              </a:spcBef>
              <a:defRPr sz="3600">
                <a:solidFill>
                  <a:schemeClr val="bg1"/>
                </a:solidFill>
              </a:defRPr>
            </a:lvl1pPr>
            <a:lvl2pPr marL="457189" indent="-457189">
              <a:defRPr sz="3000">
                <a:solidFill>
                  <a:schemeClr val="bg2"/>
                </a:solidFill>
              </a:defRPr>
            </a:lvl2pPr>
            <a:lvl3pPr>
              <a:defRPr sz="3000">
                <a:solidFill>
                  <a:schemeClr val="bg2"/>
                </a:solidFill>
              </a:defRPr>
            </a:lvl3pPr>
            <a:lvl4pPr>
              <a:defRPr sz="3000">
                <a:solidFill>
                  <a:schemeClr val="bg2"/>
                </a:solidFill>
              </a:defRPr>
            </a:lvl4pPr>
            <a:lvl5pPr>
              <a:defRPr sz="3000">
                <a:solidFill>
                  <a:schemeClr val="bg2"/>
                </a:solidFill>
              </a:defRPr>
            </a:lvl5pPr>
          </a:lstStyle>
          <a:p>
            <a:pPr lvl="0"/>
            <a:r>
              <a:rPr lang="en-US" noProof="0" dirty="0"/>
              <a:t>Click to edit Master text styles</a:t>
            </a:r>
          </a:p>
        </p:txBody>
      </p:sp>
      <p:sp>
        <p:nvSpPr>
          <p:cNvPr id="6" name="Copyright">
            <a:extLst>
              <a:ext uri="{FF2B5EF4-FFF2-40B4-BE49-F238E27FC236}">
                <a16:creationId xmlns:a16="http://schemas.microsoft.com/office/drawing/2014/main" id="{9FE811E1-24D7-A540-9965-8D51D93B8A38}"/>
              </a:ext>
            </a:extLst>
          </p:cNvPr>
          <p:cNvSpPr txBox="1"/>
          <p:nvPr userDrawn="1"/>
        </p:nvSpPr>
        <p:spPr>
          <a:xfrm>
            <a:off x="501649" y="6554841"/>
            <a:ext cx="5355168" cy="207749"/>
          </a:xfrm>
          <a:prstGeom prst="rect">
            <a:avLst/>
          </a:prstGeom>
          <a:noFill/>
        </p:spPr>
        <p:txBody>
          <a:bodyPr wrap="square" lIns="0" tIns="0" rIns="0" bIns="0" rtlCol="0">
            <a:spAutoFit/>
          </a:bodyPr>
          <a:lstStyle/>
          <a:p>
            <a:pPr marL="0" indent="0">
              <a:spcBef>
                <a:spcPts val="450"/>
              </a:spcBef>
              <a:buSzPct val="100000"/>
              <a:buFont typeface="Arial"/>
              <a:buNone/>
            </a:pPr>
            <a:r>
              <a:rPr lang="en-US" sz="675" noProof="0" dirty="0">
                <a:solidFill>
                  <a:schemeClr val="bg1"/>
                </a:solidFill>
                <a:latin typeface="Calibri" panose="020F0502020204030204" pitchFamily="34" charset="0"/>
                <a:cs typeface="Calibri" panose="020F0502020204030204" pitchFamily="34" charset="0"/>
              </a:rPr>
              <a:t>Member firms and DTTL: Insert appropriate copyright</a:t>
            </a:r>
            <a:br>
              <a:rPr lang="en-US" sz="675" noProof="0" dirty="0">
                <a:solidFill>
                  <a:schemeClr val="bg1"/>
                </a:solidFill>
                <a:latin typeface="Calibri" panose="020F0502020204030204" pitchFamily="34" charset="0"/>
                <a:cs typeface="Calibri" panose="020F0502020204030204" pitchFamily="34" charset="0"/>
              </a:rPr>
            </a:br>
            <a:r>
              <a:rPr lang="en-US" sz="675" noProof="0" dirty="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7" name="CaseCode">
            <a:extLst>
              <a:ext uri="{FF2B5EF4-FFF2-40B4-BE49-F238E27FC236}">
                <a16:creationId xmlns:a16="http://schemas.microsoft.com/office/drawing/2014/main" id="{6481F138-6A25-3F45-928C-D0CB1454D025}"/>
              </a:ext>
            </a:extLst>
          </p:cNvPr>
          <p:cNvSpPr txBox="1"/>
          <p:nvPr userDrawn="1"/>
        </p:nvSpPr>
        <p:spPr>
          <a:xfrm>
            <a:off x="6335184" y="6554841"/>
            <a:ext cx="4896560" cy="207749"/>
          </a:xfrm>
          <a:prstGeom prst="rect">
            <a:avLst/>
          </a:prstGeom>
          <a:noFill/>
        </p:spPr>
        <p:txBody>
          <a:bodyPr wrap="square" lIns="0" tIns="0" rIns="0" bIns="0" rtlCol="0">
            <a:spAutoFit/>
          </a:bodyPr>
          <a:lstStyle/>
          <a:p>
            <a:pPr marL="0" indent="0" algn="r">
              <a:spcBef>
                <a:spcPts val="0"/>
              </a:spcBef>
              <a:buSzPct val="100000"/>
              <a:buFont typeface="Arial"/>
              <a:buNone/>
            </a:pPr>
            <a:r>
              <a:rPr lang="en-US" sz="675" noProof="0" dirty="0">
                <a:solidFill>
                  <a:schemeClr val="bg1"/>
                </a:solidFill>
                <a:latin typeface="Calibri" panose="020F0502020204030204" pitchFamily="34" charset="0"/>
                <a:cs typeface="Calibri" panose="020F0502020204030204" pitchFamily="34" charset="0"/>
              </a:rPr>
              <a:t>Presentation title</a:t>
            </a:r>
            <a:br>
              <a:rPr lang="en-US" sz="675" noProof="0" dirty="0">
                <a:solidFill>
                  <a:schemeClr val="bg1"/>
                </a:solidFill>
                <a:latin typeface="Calibri" panose="020F0502020204030204" pitchFamily="34" charset="0"/>
                <a:cs typeface="Calibri" panose="020F0502020204030204" pitchFamily="34" charset="0"/>
              </a:rPr>
            </a:br>
            <a:r>
              <a:rPr lang="en-US" sz="675" noProof="0" dirty="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8" name="TextBox 7">
            <a:extLst>
              <a:ext uri="{FF2B5EF4-FFF2-40B4-BE49-F238E27FC236}">
                <a16:creationId xmlns:a16="http://schemas.microsoft.com/office/drawing/2014/main" id="{1218D5EA-AD6F-1446-BA43-823BCFF81B1F}"/>
              </a:ext>
            </a:extLst>
          </p:cNvPr>
          <p:cNvSpPr txBox="1"/>
          <p:nvPr userDrawn="1"/>
        </p:nvSpPr>
        <p:spPr>
          <a:xfrm>
            <a:off x="11426826" y="6554841"/>
            <a:ext cx="307975" cy="103875"/>
          </a:xfrm>
          <a:prstGeom prst="rect">
            <a:avLst/>
          </a:prstGeom>
          <a:noFill/>
        </p:spPr>
        <p:txBody>
          <a:bodyPr wrap="square" lIns="0" tIns="0" rIns="0" bIns="0" rtlCol="0">
            <a:spAutoFit/>
          </a:bodyPr>
          <a:lstStyle/>
          <a:p>
            <a:pPr marL="0" indent="0" algn="r">
              <a:spcBef>
                <a:spcPts val="450"/>
              </a:spcBef>
              <a:buSzPct val="100000"/>
              <a:buFont typeface="Arial"/>
              <a:buNone/>
            </a:pPr>
            <a:fld id="{C58DF478-B544-4ED8-9ED4-6A2648E2D233}" type="slidenum">
              <a:rPr lang="en-US" sz="675" noProof="0" smtClean="0">
                <a:solidFill>
                  <a:schemeClr val="bg1"/>
                </a:solidFill>
                <a:latin typeface="Calibri" panose="020F0502020204030204" pitchFamily="34" charset="0"/>
                <a:cs typeface="Calibri" panose="020F0502020204030204" pitchFamily="34" charset="0"/>
              </a:rPr>
              <a:pPr marL="0" indent="0" algn="r">
                <a:spcBef>
                  <a:spcPts val="450"/>
                </a:spcBef>
                <a:buSzPct val="100000"/>
                <a:buFont typeface="Arial"/>
                <a:buNone/>
              </a:pPr>
              <a:t>‹#›</a:t>
            </a:fld>
            <a:endParaRPr lang="en-US" sz="675" noProof="0" dirty="0">
              <a:solidFill>
                <a:schemeClr val="bg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563450075"/>
      </p:ext>
    </p:extLst>
  </p:cSld>
  <p:clrMapOvr>
    <a:masterClrMapping/>
  </p:clrMapOvr>
  <p:transition>
    <p:fade/>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preserve="1" userDrawn="1">
  <p:cSld name="Key statement Green Accent 4">
    <p:bg>
      <p:bgPr>
        <a:solidFill>
          <a:schemeClr val="accent4"/>
        </a:solidFill>
        <a:effectLst/>
      </p:bgPr>
    </p:bg>
    <p:spTree>
      <p:nvGrpSpPr>
        <p:cNvPr id="1" name=""/>
        <p:cNvGrpSpPr/>
        <p:nvPr/>
      </p:nvGrpSpPr>
      <p:grpSpPr>
        <a:xfrm>
          <a:off x="0" y="0"/>
          <a:ext cx="0" cy="0"/>
          <a:chOff x="0" y="0"/>
          <a:chExt cx="0" cy="0"/>
        </a:xfrm>
      </p:grpSpPr>
      <p:sp>
        <p:nvSpPr>
          <p:cNvPr id="13" name="Text Placeholder 3"/>
          <p:cNvSpPr>
            <a:spLocks noGrp="1"/>
          </p:cNvSpPr>
          <p:nvPr>
            <p:ph type="body" sz="quarter" idx="10"/>
          </p:nvPr>
        </p:nvSpPr>
        <p:spPr>
          <a:xfrm>
            <a:off x="463296" y="1714500"/>
            <a:ext cx="9341104" cy="4648200"/>
          </a:xfrm>
          <a:prstGeom prst="rect">
            <a:avLst/>
          </a:prstGeom>
        </p:spPr>
        <p:txBody>
          <a:bodyPr>
            <a:noAutofit/>
          </a:bodyPr>
          <a:lstStyle>
            <a:lvl1pPr>
              <a:spcBef>
                <a:spcPts val="3600"/>
              </a:spcBef>
              <a:defRPr sz="3600">
                <a:solidFill>
                  <a:schemeClr val="bg1"/>
                </a:solidFill>
              </a:defRPr>
            </a:lvl1pPr>
            <a:lvl2pPr marL="457189" indent="-457189">
              <a:defRPr sz="3000">
                <a:solidFill>
                  <a:schemeClr val="bg2"/>
                </a:solidFill>
              </a:defRPr>
            </a:lvl2pPr>
            <a:lvl3pPr>
              <a:defRPr sz="3000">
                <a:solidFill>
                  <a:schemeClr val="bg2"/>
                </a:solidFill>
              </a:defRPr>
            </a:lvl3pPr>
            <a:lvl4pPr>
              <a:defRPr sz="3000">
                <a:solidFill>
                  <a:schemeClr val="bg2"/>
                </a:solidFill>
              </a:defRPr>
            </a:lvl4pPr>
            <a:lvl5pPr>
              <a:defRPr sz="3000">
                <a:solidFill>
                  <a:schemeClr val="bg2"/>
                </a:solidFill>
              </a:defRPr>
            </a:lvl5pPr>
          </a:lstStyle>
          <a:p>
            <a:pPr lvl="0"/>
            <a:r>
              <a:rPr lang="en-US" noProof="0" dirty="0"/>
              <a:t>Click to edit Master text styles</a:t>
            </a:r>
          </a:p>
        </p:txBody>
      </p:sp>
      <p:sp>
        <p:nvSpPr>
          <p:cNvPr id="6" name="Copyright">
            <a:extLst>
              <a:ext uri="{FF2B5EF4-FFF2-40B4-BE49-F238E27FC236}">
                <a16:creationId xmlns:a16="http://schemas.microsoft.com/office/drawing/2014/main" id="{C1C61111-E404-1F4F-935A-895AA4E5875A}"/>
              </a:ext>
            </a:extLst>
          </p:cNvPr>
          <p:cNvSpPr txBox="1"/>
          <p:nvPr userDrawn="1"/>
        </p:nvSpPr>
        <p:spPr>
          <a:xfrm>
            <a:off x="501649" y="6554841"/>
            <a:ext cx="5355168" cy="207749"/>
          </a:xfrm>
          <a:prstGeom prst="rect">
            <a:avLst/>
          </a:prstGeom>
          <a:noFill/>
        </p:spPr>
        <p:txBody>
          <a:bodyPr wrap="square" lIns="0" tIns="0" rIns="0" bIns="0" rtlCol="0">
            <a:spAutoFit/>
          </a:bodyPr>
          <a:lstStyle/>
          <a:p>
            <a:pPr marL="0" indent="0">
              <a:spcBef>
                <a:spcPts val="450"/>
              </a:spcBef>
              <a:buSzPct val="100000"/>
              <a:buFont typeface="Arial"/>
              <a:buNone/>
            </a:pPr>
            <a:r>
              <a:rPr lang="en-US" sz="675" noProof="0" dirty="0">
                <a:solidFill>
                  <a:schemeClr val="bg1"/>
                </a:solidFill>
                <a:latin typeface="Calibri" panose="020F0502020204030204" pitchFamily="34" charset="0"/>
                <a:cs typeface="Calibri" panose="020F0502020204030204" pitchFamily="34" charset="0"/>
              </a:rPr>
              <a:t>Member firms and DTTL: Insert appropriate copyright</a:t>
            </a:r>
            <a:br>
              <a:rPr lang="en-US" sz="675" noProof="0" dirty="0">
                <a:solidFill>
                  <a:schemeClr val="bg1"/>
                </a:solidFill>
                <a:latin typeface="Calibri" panose="020F0502020204030204" pitchFamily="34" charset="0"/>
                <a:cs typeface="Calibri" panose="020F0502020204030204" pitchFamily="34" charset="0"/>
              </a:rPr>
            </a:br>
            <a:r>
              <a:rPr lang="en-US" sz="675" noProof="0" dirty="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7" name="CaseCode">
            <a:extLst>
              <a:ext uri="{FF2B5EF4-FFF2-40B4-BE49-F238E27FC236}">
                <a16:creationId xmlns:a16="http://schemas.microsoft.com/office/drawing/2014/main" id="{B1B0A04A-AD6F-0E4D-9F5C-43CF907C8A56}"/>
              </a:ext>
            </a:extLst>
          </p:cNvPr>
          <p:cNvSpPr txBox="1"/>
          <p:nvPr userDrawn="1"/>
        </p:nvSpPr>
        <p:spPr>
          <a:xfrm>
            <a:off x="6335184" y="6554841"/>
            <a:ext cx="4896560" cy="207749"/>
          </a:xfrm>
          <a:prstGeom prst="rect">
            <a:avLst/>
          </a:prstGeom>
          <a:noFill/>
        </p:spPr>
        <p:txBody>
          <a:bodyPr wrap="square" lIns="0" tIns="0" rIns="0" bIns="0" rtlCol="0">
            <a:spAutoFit/>
          </a:bodyPr>
          <a:lstStyle/>
          <a:p>
            <a:pPr marL="0" indent="0" algn="r">
              <a:spcBef>
                <a:spcPts val="0"/>
              </a:spcBef>
              <a:buSzPct val="100000"/>
              <a:buFont typeface="Arial"/>
              <a:buNone/>
            </a:pPr>
            <a:r>
              <a:rPr lang="en-US" sz="675" noProof="0" dirty="0">
                <a:solidFill>
                  <a:schemeClr val="bg1"/>
                </a:solidFill>
                <a:latin typeface="Calibri" panose="020F0502020204030204" pitchFamily="34" charset="0"/>
                <a:cs typeface="Calibri" panose="020F0502020204030204" pitchFamily="34" charset="0"/>
              </a:rPr>
              <a:t>Presentation title</a:t>
            </a:r>
            <a:br>
              <a:rPr lang="en-US" sz="675" noProof="0" dirty="0">
                <a:solidFill>
                  <a:schemeClr val="bg1"/>
                </a:solidFill>
                <a:latin typeface="Calibri" panose="020F0502020204030204" pitchFamily="34" charset="0"/>
                <a:cs typeface="Calibri" panose="020F0502020204030204" pitchFamily="34" charset="0"/>
              </a:rPr>
            </a:br>
            <a:r>
              <a:rPr lang="en-US" sz="675" noProof="0" dirty="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8" name="TextBox 7">
            <a:extLst>
              <a:ext uri="{FF2B5EF4-FFF2-40B4-BE49-F238E27FC236}">
                <a16:creationId xmlns:a16="http://schemas.microsoft.com/office/drawing/2014/main" id="{E24CCB1F-57F5-9C44-964E-1BC783262DD6}"/>
              </a:ext>
            </a:extLst>
          </p:cNvPr>
          <p:cNvSpPr txBox="1"/>
          <p:nvPr userDrawn="1"/>
        </p:nvSpPr>
        <p:spPr>
          <a:xfrm>
            <a:off x="11426826" y="6554841"/>
            <a:ext cx="307975" cy="103875"/>
          </a:xfrm>
          <a:prstGeom prst="rect">
            <a:avLst/>
          </a:prstGeom>
          <a:noFill/>
        </p:spPr>
        <p:txBody>
          <a:bodyPr wrap="square" lIns="0" tIns="0" rIns="0" bIns="0" rtlCol="0">
            <a:spAutoFit/>
          </a:bodyPr>
          <a:lstStyle/>
          <a:p>
            <a:pPr marL="0" indent="0" algn="r">
              <a:spcBef>
                <a:spcPts val="450"/>
              </a:spcBef>
              <a:buSzPct val="100000"/>
              <a:buFont typeface="Arial"/>
              <a:buNone/>
            </a:pPr>
            <a:fld id="{C58DF478-B544-4ED8-9ED4-6A2648E2D233}" type="slidenum">
              <a:rPr lang="en-US" sz="675" noProof="0" smtClean="0">
                <a:solidFill>
                  <a:schemeClr val="bg1"/>
                </a:solidFill>
                <a:latin typeface="Calibri" panose="020F0502020204030204" pitchFamily="34" charset="0"/>
                <a:cs typeface="Calibri" panose="020F0502020204030204" pitchFamily="34" charset="0"/>
              </a:rPr>
              <a:pPr marL="0" indent="0" algn="r">
                <a:spcBef>
                  <a:spcPts val="450"/>
                </a:spcBef>
                <a:buSzPct val="100000"/>
                <a:buFont typeface="Arial"/>
                <a:buNone/>
              </a:pPr>
              <a:t>‹#›</a:t>
            </a:fld>
            <a:endParaRPr lang="en-US" sz="675" noProof="0" dirty="0">
              <a:solidFill>
                <a:schemeClr val="bg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994186363"/>
      </p:ext>
    </p:extLst>
  </p:cSld>
  <p:clrMapOvr>
    <a:masterClrMapping/>
  </p:clrMapOvr>
  <p:transition>
    <p:fade/>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preserve="1" userDrawn="1">
  <p:cSld name="Key statement teal">
    <p:bg>
      <p:bgPr>
        <a:solidFill>
          <a:schemeClr val="accent5"/>
        </a:solidFill>
        <a:effectLst/>
      </p:bgPr>
    </p:bg>
    <p:spTree>
      <p:nvGrpSpPr>
        <p:cNvPr id="1" name=""/>
        <p:cNvGrpSpPr/>
        <p:nvPr/>
      </p:nvGrpSpPr>
      <p:grpSpPr>
        <a:xfrm>
          <a:off x="0" y="0"/>
          <a:ext cx="0" cy="0"/>
          <a:chOff x="0" y="0"/>
          <a:chExt cx="0" cy="0"/>
        </a:xfrm>
      </p:grpSpPr>
      <p:sp>
        <p:nvSpPr>
          <p:cNvPr id="17" name="Text Placeholder 3"/>
          <p:cNvSpPr>
            <a:spLocks noGrp="1"/>
          </p:cNvSpPr>
          <p:nvPr>
            <p:ph type="body" sz="quarter" idx="10"/>
          </p:nvPr>
        </p:nvSpPr>
        <p:spPr>
          <a:xfrm>
            <a:off x="463296" y="1719073"/>
            <a:ext cx="9341104" cy="4643628"/>
          </a:xfrm>
          <a:prstGeom prst="rect">
            <a:avLst/>
          </a:prstGeom>
        </p:spPr>
        <p:txBody>
          <a:bodyPr>
            <a:noAutofit/>
          </a:bodyPr>
          <a:lstStyle>
            <a:lvl1pPr>
              <a:spcBef>
                <a:spcPts val="3600"/>
              </a:spcBef>
              <a:defRPr sz="3600">
                <a:solidFill>
                  <a:schemeClr val="bg1"/>
                </a:solidFill>
              </a:defRPr>
            </a:lvl1pPr>
            <a:lvl2pPr marL="457189" indent="-457189">
              <a:defRPr sz="3000">
                <a:solidFill>
                  <a:schemeClr val="bg2"/>
                </a:solidFill>
              </a:defRPr>
            </a:lvl2pPr>
            <a:lvl3pPr>
              <a:defRPr sz="3000">
                <a:solidFill>
                  <a:schemeClr val="bg2"/>
                </a:solidFill>
              </a:defRPr>
            </a:lvl3pPr>
            <a:lvl4pPr>
              <a:defRPr sz="3000">
                <a:solidFill>
                  <a:schemeClr val="bg2"/>
                </a:solidFill>
              </a:defRPr>
            </a:lvl4pPr>
            <a:lvl5pPr>
              <a:defRPr sz="3000">
                <a:solidFill>
                  <a:schemeClr val="bg2"/>
                </a:solidFill>
              </a:defRPr>
            </a:lvl5pPr>
          </a:lstStyle>
          <a:p>
            <a:pPr lvl="0"/>
            <a:r>
              <a:rPr lang="en-US" noProof="0"/>
              <a:t>Click to edit Master text styles</a:t>
            </a:r>
          </a:p>
        </p:txBody>
      </p:sp>
      <p:sp>
        <p:nvSpPr>
          <p:cNvPr id="6" name="Copyright">
            <a:extLst>
              <a:ext uri="{FF2B5EF4-FFF2-40B4-BE49-F238E27FC236}">
                <a16:creationId xmlns:a16="http://schemas.microsoft.com/office/drawing/2014/main" id="{066B0A3F-E018-7040-AA60-BEE1073EB8D8}"/>
              </a:ext>
            </a:extLst>
          </p:cNvPr>
          <p:cNvSpPr txBox="1"/>
          <p:nvPr userDrawn="1"/>
        </p:nvSpPr>
        <p:spPr>
          <a:xfrm>
            <a:off x="501649" y="6554841"/>
            <a:ext cx="5355168" cy="207749"/>
          </a:xfrm>
          <a:prstGeom prst="rect">
            <a:avLst/>
          </a:prstGeom>
          <a:noFill/>
        </p:spPr>
        <p:txBody>
          <a:bodyPr wrap="square" lIns="0" tIns="0" rIns="0" bIns="0" rtlCol="0">
            <a:spAutoFit/>
          </a:bodyPr>
          <a:lstStyle/>
          <a:p>
            <a:pPr marL="0" indent="0">
              <a:spcBef>
                <a:spcPts val="450"/>
              </a:spcBef>
              <a:buSzPct val="100000"/>
              <a:buFont typeface="Arial"/>
              <a:buNone/>
            </a:pPr>
            <a:r>
              <a:rPr lang="en-US" sz="675" noProof="0" dirty="0">
                <a:solidFill>
                  <a:schemeClr val="bg1"/>
                </a:solidFill>
                <a:latin typeface="Calibri" panose="020F0502020204030204" pitchFamily="34" charset="0"/>
                <a:cs typeface="Calibri" panose="020F0502020204030204" pitchFamily="34" charset="0"/>
              </a:rPr>
              <a:t>Member firms and DTTL: Insert appropriate copyright</a:t>
            </a:r>
            <a:br>
              <a:rPr lang="en-US" sz="675" noProof="0" dirty="0">
                <a:solidFill>
                  <a:schemeClr val="bg1"/>
                </a:solidFill>
                <a:latin typeface="Calibri" panose="020F0502020204030204" pitchFamily="34" charset="0"/>
                <a:cs typeface="Calibri" panose="020F0502020204030204" pitchFamily="34" charset="0"/>
              </a:rPr>
            </a:br>
            <a:r>
              <a:rPr lang="en-US" sz="675" noProof="0" dirty="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7" name="CaseCode">
            <a:extLst>
              <a:ext uri="{FF2B5EF4-FFF2-40B4-BE49-F238E27FC236}">
                <a16:creationId xmlns:a16="http://schemas.microsoft.com/office/drawing/2014/main" id="{2FD21323-2B52-8140-A75A-D23BCD71C80D}"/>
              </a:ext>
            </a:extLst>
          </p:cNvPr>
          <p:cNvSpPr txBox="1"/>
          <p:nvPr userDrawn="1"/>
        </p:nvSpPr>
        <p:spPr>
          <a:xfrm>
            <a:off x="6335184" y="6554841"/>
            <a:ext cx="4896560" cy="207749"/>
          </a:xfrm>
          <a:prstGeom prst="rect">
            <a:avLst/>
          </a:prstGeom>
          <a:noFill/>
        </p:spPr>
        <p:txBody>
          <a:bodyPr wrap="square" lIns="0" tIns="0" rIns="0" bIns="0" rtlCol="0">
            <a:spAutoFit/>
          </a:bodyPr>
          <a:lstStyle/>
          <a:p>
            <a:pPr marL="0" indent="0" algn="r">
              <a:spcBef>
                <a:spcPts val="0"/>
              </a:spcBef>
              <a:buSzPct val="100000"/>
              <a:buFont typeface="Arial"/>
              <a:buNone/>
            </a:pPr>
            <a:r>
              <a:rPr lang="en-US" sz="675" noProof="0" dirty="0">
                <a:solidFill>
                  <a:schemeClr val="bg1"/>
                </a:solidFill>
                <a:latin typeface="Calibri" panose="020F0502020204030204" pitchFamily="34" charset="0"/>
                <a:cs typeface="Calibri" panose="020F0502020204030204" pitchFamily="34" charset="0"/>
              </a:rPr>
              <a:t>Presentation title</a:t>
            </a:r>
            <a:br>
              <a:rPr lang="en-US" sz="675" noProof="0" dirty="0">
                <a:solidFill>
                  <a:schemeClr val="bg1"/>
                </a:solidFill>
                <a:latin typeface="Calibri" panose="020F0502020204030204" pitchFamily="34" charset="0"/>
                <a:cs typeface="Calibri" panose="020F0502020204030204" pitchFamily="34" charset="0"/>
              </a:rPr>
            </a:br>
            <a:r>
              <a:rPr lang="en-US" sz="675" noProof="0" dirty="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8" name="TextBox 7">
            <a:extLst>
              <a:ext uri="{FF2B5EF4-FFF2-40B4-BE49-F238E27FC236}">
                <a16:creationId xmlns:a16="http://schemas.microsoft.com/office/drawing/2014/main" id="{6E13DD4F-7C47-8D40-809D-F21D359F7518}"/>
              </a:ext>
            </a:extLst>
          </p:cNvPr>
          <p:cNvSpPr txBox="1"/>
          <p:nvPr userDrawn="1"/>
        </p:nvSpPr>
        <p:spPr>
          <a:xfrm>
            <a:off x="11426826" y="6554841"/>
            <a:ext cx="307975" cy="103875"/>
          </a:xfrm>
          <a:prstGeom prst="rect">
            <a:avLst/>
          </a:prstGeom>
          <a:noFill/>
        </p:spPr>
        <p:txBody>
          <a:bodyPr wrap="square" lIns="0" tIns="0" rIns="0" bIns="0" rtlCol="0">
            <a:spAutoFit/>
          </a:bodyPr>
          <a:lstStyle/>
          <a:p>
            <a:pPr marL="0" indent="0" algn="r">
              <a:spcBef>
                <a:spcPts val="450"/>
              </a:spcBef>
              <a:buSzPct val="100000"/>
              <a:buFont typeface="Arial"/>
              <a:buNone/>
            </a:pPr>
            <a:fld id="{C58DF478-B544-4ED8-9ED4-6A2648E2D233}" type="slidenum">
              <a:rPr lang="en-US" sz="675" noProof="0" smtClean="0">
                <a:solidFill>
                  <a:schemeClr val="bg1"/>
                </a:solidFill>
                <a:latin typeface="Calibri" panose="020F0502020204030204" pitchFamily="34" charset="0"/>
                <a:cs typeface="Calibri" panose="020F0502020204030204" pitchFamily="34" charset="0"/>
              </a:rPr>
              <a:pPr marL="0" indent="0" algn="r">
                <a:spcBef>
                  <a:spcPts val="450"/>
                </a:spcBef>
                <a:buSzPct val="100000"/>
                <a:buFont typeface="Arial"/>
                <a:buNone/>
              </a:pPr>
              <a:t>‹#›</a:t>
            </a:fld>
            <a:endParaRPr lang="en-US" sz="675" noProof="0" dirty="0">
              <a:solidFill>
                <a:schemeClr val="bg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292860926"/>
      </p:ext>
    </p:extLst>
  </p:cSld>
  <p:clrMapOvr>
    <a:masterClrMapping/>
  </p:clrMapOvr>
  <p:transition>
    <p:fade/>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preserve="1" userDrawn="1">
  <p:cSld name="Key statement black">
    <p:bg>
      <p:bgPr>
        <a:solidFill>
          <a:schemeClr val="tx1"/>
        </a:solidFill>
        <a:effectLst/>
      </p:bgPr>
    </p:bg>
    <p:spTree>
      <p:nvGrpSpPr>
        <p:cNvPr id="1" name=""/>
        <p:cNvGrpSpPr/>
        <p:nvPr/>
      </p:nvGrpSpPr>
      <p:grpSpPr>
        <a:xfrm>
          <a:off x="0" y="0"/>
          <a:ext cx="0" cy="0"/>
          <a:chOff x="0" y="0"/>
          <a:chExt cx="0" cy="0"/>
        </a:xfrm>
      </p:grpSpPr>
      <p:sp>
        <p:nvSpPr>
          <p:cNvPr id="13" name="Text Placeholder 3"/>
          <p:cNvSpPr>
            <a:spLocks noGrp="1"/>
          </p:cNvSpPr>
          <p:nvPr>
            <p:ph type="body" sz="quarter" idx="10"/>
          </p:nvPr>
        </p:nvSpPr>
        <p:spPr>
          <a:xfrm>
            <a:off x="463296" y="1719073"/>
            <a:ext cx="9341104" cy="4643628"/>
          </a:xfrm>
          <a:prstGeom prst="rect">
            <a:avLst/>
          </a:prstGeom>
        </p:spPr>
        <p:txBody>
          <a:bodyPr>
            <a:noAutofit/>
          </a:bodyPr>
          <a:lstStyle>
            <a:lvl1pPr>
              <a:spcBef>
                <a:spcPts val="3600"/>
              </a:spcBef>
              <a:defRPr sz="3600">
                <a:solidFill>
                  <a:schemeClr val="bg1"/>
                </a:solidFill>
              </a:defRPr>
            </a:lvl1pPr>
            <a:lvl2pPr marL="457189" indent="-457189">
              <a:defRPr sz="3000">
                <a:solidFill>
                  <a:schemeClr val="bg2"/>
                </a:solidFill>
              </a:defRPr>
            </a:lvl2pPr>
            <a:lvl3pPr>
              <a:defRPr sz="3000">
                <a:solidFill>
                  <a:schemeClr val="bg2"/>
                </a:solidFill>
              </a:defRPr>
            </a:lvl3pPr>
            <a:lvl4pPr>
              <a:defRPr sz="3000">
                <a:solidFill>
                  <a:schemeClr val="bg2"/>
                </a:solidFill>
              </a:defRPr>
            </a:lvl4pPr>
            <a:lvl5pPr>
              <a:defRPr sz="3000">
                <a:solidFill>
                  <a:schemeClr val="bg2"/>
                </a:solidFill>
              </a:defRPr>
            </a:lvl5pPr>
          </a:lstStyle>
          <a:p>
            <a:pPr lvl="0"/>
            <a:r>
              <a:rPr lang="en-US" noProof="0" dirty="0"/>
              <a:t>Click to edit Master text styles</a:t>
            </a:r>
          </a:p>
        </p:txBody>
      </p:sp>
      <p:sp>
        <p:nvSpPr>
          <p:cNvPr id="6" name="Copyright">
            <a:extLst>
              <a:ext uri="{FF2B5EF4-FFF2-40B4-BE49-F238E27FC236}">
                <a16:creationId xmlns:a16="http://schemas.microsoft.com/office/drawing/2014/main" id="{DA216CE9-A4F7-724F-879C-37E6D572A0B2}"/>
              </a:ext>
            </a:extLst>
          </p:cNvPr>
          <p:cNvSpPr txBox="1"/>
          <p:nvPr userDrawn="1"/>
        </p:nvSpPr>
        <p:spPr>
          <a:xfrm>
            <a:off x="501649" y="6554841"/>
            <a:ext cx="5355168" cy="207749"/>
          </a:xfrm>
          <a:prstGeom prst="rect">
            <a:avLst/>
          </a:prstGeom>
          <a:noFill/>
        </p:spPr>
        <p:txBody>
          <a:bodyPr wrap="square" lIns="0" tIns="0" rIns="0" bIns="0" rtlCol="0">
            <a:spAutoFit/>
          </a:bodyPr>
          <a:lstStyle/>
          <a:p>
            <a:pPr marL="0" indent="0">
              <a:spcBef>
                <a:spcPts val="450"/>
              </a:spcBef>
              <a:buSzPct val="100000"/>
              <a:buFont typeface="Arial"/>
              <a:buNone/>
            </a:pPr>
            <a:r>
              <a:rPr lang="en-US" sz="675" noProof="0" dirty="0">
                <a:solidFill>
                  <a:schemeClr val="bg1"/>
                </a:solidFill>
                <a:latin typeface="Calibri" panose="020F0502020204030204" pitchFamily="34" charset="0"/>
                <a:cs typeface="Calibri" panose="020F0502020204030204" pitchFamily="34" charset="0"/>
              </a:rPr>
              <a:t>Member firms and DTTL: Insert appropriate copyright</a:t>
            </a:r>
            <a:br>
              <a:rPr lang="en-US" sz="675" noProof="0" dirty="0">
                <a:solidFill>
                  <a:schemeClr val="bg1"/>
                </a:solidFill>
                <a:latin typeface="Calibri" panose="020F0502020204030204" pitchFamily="34" charset="0"/>
                <a:cs typeface="Calibri" panose="020F0502020204030204" pitchFamily="34" charset="0"/>
              </a:rPr>
            </a:br>
            <a:r>
              <a:rPr lang="en-US" sz="675" noProof="0" dirty="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7" name="CaseCode">
            <a:extLst>
              <a:ext uri="{FF2B5EF4-FFF2-40B4-BE49-F238E27FC236}">
                <a16:creationId xmlns:a16="http://schemas.microsoft.com/office/drawing/2014/main" id="{EC70CF54-AA30-6945-8878-F3B3DF793082}"/>
              </a:ext>
            </a:extLst>
          </p:cNvPr>
          <p:cNvSpPr txBox="1"/>
          <p:nvPr userDrawn="1"/>
        </p:nvSpPr>
        <p:spPr>
          <a:xfrm>
            <a:off x="6335184" y="6554841"/>
            <a:ext cx="4896560" cy="207749"/>
          </a:xfrm>
          <a:prstGeom prst="rect">
            <a:avLst/>
          </a:prstGeom>
          <a:noFill/>
        </p:spPr>
        <p:txBody>
          <a:bodyPr wrap="square" lIns="0" tIns="0" rIns="0" bIns="0" rtlCol="0">
            <a:spAutoFit/>
          </a:bodyPr>
          <a:lstStyle/>
          <a:p>
            <a:pPr marL="0" indent="0" algn="r">
              <a:spcBef>
                <a:spcPts val="0"/>
              </a:spcBef>
              <a:buSzPct val="100000"/>
              <a:buFont typeface="Arial"/>
              <a:buNone/>
            </a:pPr>
            <a:r>
              <a:rPr lang="en-US" sz="675" noProof="0" dirty="0">
                <a:solidFill>
                  <a:schemeClr val="bg1"/>
                </a:solidFill>
                <a:latin typeface="Calibri" panose="020F0502020204030204" pitchFamily="34" charset="0"/>
                <a:cs typeface="Calibri" panose="020F0502020204030204" pitchFamily="34" charset="0"/>
              </a:rPr>
              <a:t>Presentation title</a:t>
            </a:r>
            <a:br>
              <a:rPr lang="en-US" sz="675" noProof="0" dirty="0">
                <a:solidFill>
                  <a:schemeClr val="bg1"/>
                </a:solidFill>
                <a:latin typeface="Calibri" panose="020F0502020204030204" pitchFamily="34" charset="0"/>
                <a:cs typeface="Calibri" panose="020F0502020204030204" pitchFamily="34" charset="0"/>
              </a:rPr>
            </a:br>
            <a:r>
              <a:rPr lang="en-US" sz="675" noProof="0" dirty="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8" name="TextBox 7">
            <a:extLst>
              <a:ext uri="{FF2B5EF4-FFF2-40B4-BE49-F238E27FC236}">
                <a16:creationId xmlns:a16="http://schemas.microsoft.com/office/drawing/2014/main" id="{C6F4C1B2-E831-4F4F-968A-8CEE445EB6D7}"/>
              </a:ext>
            </a:extLst>
          </p:cNvPr>
          <p:cNvSpPr txBox="1"/>
          <p:nvPr userDrawn="1"/>
        </p:nvSpPr>
        <p:spPr>
          <a:xfrm>
            <a:off x="11426826" y="6554841"/>
            <a:ext cx="307975" cy="103875"/>
          </a:xfrm>
          <a:prstGeom prst="rect">
            <a:avLst/>
          </a:prstGeom>
          <a:noFill/>
        </p:spPr>
        <p:txBody>
          <a:bodyPr wrap="square" lIns="0" tIns="0" rIns="0" bIns="0" rtlCol="0">
            <a:spAutoFit/>
          </a:bodyPr>
          <a:lstStyle/>
          <a:p>
            <a:pPr marL="0" indent="0" algn="r">
              <a:spcBef>
                <a:spcPts val="450"/>
              </a:spcBef>
              <a:buSzPct val="100000"/>
              <a:buFont typeface="Arial"/>
              <a:buNone/>
            </a:pPr>
            <a:fld id="{C58DF478-B544-4ED8-9ED4-6A2648E2D233}" type="slidenum">
              <a:rPr lang="en-US" sz="675" noProof="0" smtClean="0">
                <a:solidFill>
                  <a:schemeClr val="bg1"/>
                </a:solidFill>
                <a:latin typeface="Calibri" panose="020F0502020204030204" pitchFamily="34" charset="0"/>
                <a:cs typeface="Calibri" panose="020F0502020204030204" pitchFamily="34" charset="0"/>
              </a:rPr>
              <a:pPr marL="0" indent="0" algn="r">
                <a:spcBef>
                  <a:spcPts val="450"/>
                </a:spcBef>
                <a:buSzPct val="100000"/>
                <a:buFont typeface="Arial"/>
                <a:buNone/>
              </a:pPr>
              <a:t>‹#›</a:t>
            </a:fld>
            <a:endParaRPr lang="en-US" sz="675" noProof="0" dirty="0">
              <a:solidFill>
                <a:schemeClr val="bg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901859181"/>
      </p:ext>
    </p:extLst>
  </p:cSld>
  <p:clrMapOvr>
    <a:masterClrMapping/>
  </p:clrMapOvr>
  <p:transition>
    <p:fade/>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Key statement white">
    <p:bg>
      <p:bgRef idx="1001">
        <a:schemeClr val="bg1"/>
      </p:bgRef>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475488" y="1719072"/>
            <a:ext cx="9328912" cy="4643628"/>
          </a:xfrm>
          <a:prstGeom prst="rect">
            <a:avLst/>
          </a:prstGeom>
        </p:spPr>
        <p:txBody>
          <a:bodyPr>
            <a:noAutofit/>
          </a:bodyPr>
          <a:lstStyle>
            <a:lvl1pPr marL="0" indent="0" algn="l">
              <a:spcBef>
                <a:spcPts val="2700"/>
              </a:spcBef>
              <a:buFontTx/>
              <a:buNone/>
              <a:defRPr sz="3600">
                <a:solidFill>
                  <a:schemeClr val="tx1"/>
                </a:solidFill>
              </a:defRPr>
            </a:lvl1pPr>
            <a:lvl2pPr marL="342900" indent="-342900">
              <a:defRPr sz="2250">
                <a:solidFill>
                  <a:schemeClr val="bg2"/>
                </a:solidFill>
              </a:defRPr>
            </a:lvl2pPr>
            <a:lvl3pPr>
              <a:defRPr sz="2250">
                <a:solidFill>
                  <a:schemeClr val="bg2"/>
                </a:solidFill>
              </a:defRPr>
            </a:lvl3pPr>
            <a:lvl4pPr>
              <a:defRPr sz="2250">
                <a:solidFill>
                  <a:schemeClr val="bg2"/>
                </a:solidFill>
              </a:defRPr>
            </a:lvl4pPr>
            <a:lvl5pPr>
              <a:defRPr sz="2250">
                <a:solidFill>
                  <a:schemeClr val="bg2"/>
                </a:solidFill>
              </a:defRPr>
            </a:lvl5pPr>
          </a:lstStyle>
          <a:p>
            <a:pPr lvl="0"/>
            <a:r>
              <a:rPr lang="en-US" noProof="0" dirty="0"/>
              <a:t>Click to edit Master text styles</a:t>
            </a:r>
          </a:p>
        </p:txBody>
      </p:sp>
    </p:spTree>
    <p:extLst>
      <p:ext uri="{BB962C8B-B14F-4D97-AF65-F5344CB8AC3E}">
        <p14:creationId xmlns:p14="http://schemas.microsoft.com/office/powerpoint/2010/main" val="154231008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p:cSld name="Title &amp; 1 column text">
    <p:spTree>
      <p:nvGrpSpPr>
        <p:cNvPr id="1" name=""/>
        <p:cNvGrpSpPr/>
        <p:nvPr/>
      </p:nvGrpSpPr>
      <p:grpSpPr>
        <a:xfrm>
          <a:off x="0" y="0"/>
          <a:ext cx="0" cy="0"/>
          <a:chOff x="0" y="0"/>
          <a:chExt cx="0" cy="0"/>
        </a:xfrm>
      </p:grpSpPr>
      <p:sp>
        <p:nvSpPr>
          <p:cNvPr id="14" name="Text Placeholder 18"/>
          <p:cNvSpPr>
            <a:spLocks noGrp="1"/>
          </p:cNvSpPr>
          <p:nvPr>
            <p:ph idx="1"/>
          </p:nvPr>
        </p:nvSpPr>
        <p:spPr>
          <a:xfrm>
            <a:off x="463296" y="931985"/>
            <a:ext cx="11277600" cy="4466491"/>
          </a:xfrm>
          <a:prstGeom prst="rect">
            <a:avLst/>
          </a:prstGeom>
        </p:spPr>
        <p:txBody>
          <a:bodyPr vert="horz" lIns="0" tIns="0" rIns="0" bIns="0" rtlCol="0">
            <a:noAutofit/>
          </a:bodyPr>
          <a:lstStyle>
            <a:lvl1pPr marL="0" indent="0" algn="l">
              <a:buFontTx/>
              <a:buNone/>
              <a:defRPr sz="1200">
                <a:latin typeface="+mn-lt"/>
              </a:defRPr>
            </a:lvl1pPr>
            <a:lvl2pPr marL="104775" indent="-104775" algn="l">
              <a:buClrTx/>
              <a:buSzPct val="100000"/>
              <a:buFont typeface="Arial" panose="020B0604020202020204" pitchFamily="34" charset="0"/>
              <a:buChar char="•"/>
              <a:defRPr sz="1200">
                <a:latin typeface="+mj-lt"/>
              </a:defRPr>
            </a:lvl2pPr>
            <a:lvl3pPr marL="228600" indent="-104775" algn="l">
              <a:buClrTx/>
              <a:buSzPct val="100000"/>
              <a:buFont typeface="Arial" panose="020B0604020202020204" pitchFamily="34" charset="0"/>
              <a:buChar char="−"/>
              <a:defRPr sz="1200">
                <a:latin typeface="+mn-lt"/>
              </a:defRPr>
            </a:lvl3pPr>
            <a:lvl4pPr marL="352425" indent="-104775" algn="l">
              <a:buClrTx/>
              <a:buSzPct val="100000"/>
              <a:buFont typeface="Arial" panose="020B0604020202020204" pitchFamily="34" charset="0"/>
              <a:buChar char="◦"/>
              <a:defRPr sz="1200">
                <a:latin typeface="+mn-lt"/>
              </a:defRPr>
            </a:lvl4pPr>
            <a:lvl5pPr marL="476250" indent="-104775" algn="l">
              <a:buClrTx/>
              <a:buSzPct val="100000"/>
              <a:buFont typeface="Arial" panose="020B0604020202020204" pitchFamily="34" charset="0"/>
              <a:buChar char="−"/>
              <a:defRPr sz="1200">
                <a:latin typeface="+mn-l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US" noProof="0" dirty="0"/>
          </a:p>
        </p:txBody>
      </p:sp>
      <p:sp>
        <p:nvSpPr>
          <p:cNvPr id="4" name="Title Placeholder 1">
            <a:extLst>
              <a:ext uri="{FF2B5EF4-FFF2-40B4-BE49-F238E27FC236}">
                <a16:creationId xmlns:a16="http://schemas.microsoft.com/office/drawing/2014/main" id="{A1AF4B88-9BDB-4994-AE11-3A74CC55FE51}"/>
              </a:ext>
            </a:extLst>
          </p:cNvPr>
          <p:cNvSpPr>
            <a:spLocks noGrp="1"/>
          </p:cNvSpPr>
          <p:nvPr>
            <p:ph type="title" hasCustomPrompt="1"/>
          </p:nvPr>
        </p:nvSpPr>
        <p:spPr>
          <a:xfrm>
            <a:off x="463296" y="347474"/>
            <a:ext cx="11277600" cy="364704"/>
          </a:xfrm>
          <a:prstGeom prst="rect">
            <a:avLst/>
          </a:prstGeom>
        </p:spPr>
        <p:txBody>
          <a:bodyPr vert="horz" lIns="0" tIns="0" rIns="0" bIns="0" rtlCol="0" anchor="t" anchorCtr="0">
            <a:noAutofit/>
          </a:bodyPr>
          <a:lstStyle>
            <a:lvl1pPr>
              <a:defRPr sz="2000"/>
            </a:lvl1pPr>
          </a:lstStyle>
          <a:p>
            <a:r>
              <a:rPr lang="en-US" dirty="0"/>
              <a:t>CLICK TO ADD TITLE</a:t>
            </a:r>
          </a:p>
        </p:txBody>
      </p:sp>
      <p:sp>
        <p:nvSpPr>
          <p:cNvPr id="5" name="Text Placeholder 18">
            <a:extLst>
              <a:ext uri="{FF2B5EF4-FFF2-40B4-BE49-F238E27FC236}">
                <a16:creationId xmlns:a16="http://schemas.microsoft.com/office/drawing/2014/main" id="{CF2CDF94-8A4B-B946-A5A1-B8CEFEA26E22}"/>
              </a:ext>
            </a:extLst>
          </p:cNvPr>
          <p:cNvSpPr>
            <a:spLocks noGrp="1"/>
          </p:cNvSpPr>
          <p:nvPr>
            <p:ph idx="10"/>
          </p:nvPr>
        </p:nvSpPr>
        <p:spPr>
          <a:xfrm>
            <a:off x="463296" y="5473210"/>
            <a:ext cx="11277600" cy="1028698"/>
          </a:xfrm>
          <a:prstGeom prst="rect">
            <a:avLst/>
          </a:prstGeom>
        </p:spPr>
        <p:txBody>
          <a:bodyPr vert="horz" lIns="0" tIns="0" rIns="0" bIns="0" rtlCol="0">
            <a:noAutofit/>
          </a:bodyPr>
          <a:lstStyle>
            <a:lvl1pPr marL="0" indent="0" algn="l">
              <a:spcAft>
                <a:spcPts val="600"/>
              </a:spcAft>
              <a:buFontTx/>
              <a:buNone/>
              <a:defRPr sz="1100" b="1">
                <a:latin typeface="+mn-lt"/>
              </a:defRPr>
            </a:lvl1pPr>
            <a:lvl2pPr marL="139700" indent="-139700" algn="l">
              <a:buClrTx/>
              <a:buSzPct val="100000"/>
              <a:buFont typeface="Arial" panose="020B0604020202020204" pitchFamily="34" charset="0"/>
              <a:buChar char="•"/>
              <a:tabLst/>
              <a:defRPr sz="1200" b="0">
                <a:latin typeface="+mj-lt"/>
              </a:defRPr>
            </a:lvl2pPr>
            <a:lvl3pPr marL="228600" indent="-104775" algn="l">
              <a:buClrTx/>
              <a:buSzPct val="100000"/>
              <a:buFont typeface="Arial" panose="020B0604020202020204" pitchFamily="34" charset="0"/>
              <a:buChar char="−"/>
              <a:defRPr sz="1200">
                <a:latin typeface="+mn-lt"/>
              </a:defRPr>
            </a:lvl3pPr>
            <a:lvl4pPr marL="352425" indent="-104775" algn="l">
              <a:buClrTx/>
              <a:buSzPct val="100000"/>
              <a:buFont typeface="Arial" panose="020B0604020202020204" pitchFamily="34" charset="0"/>
              <a:buChar char="◦"/>
              <a:defRPr sz="1200">
                <a:latin typeface="+mn-lt"/>
              </a:defRPr>
            </a:lvl4pPr>
            <a:lvl5pPr marL="476250" indent="-104775" algn="l">
              <a:buClrTx/>
              <a:buSzPct val="100000"/>
              <a:buFont typeface="Arial" panose="020B0604020202020204" pitchFamily="34" charset="0"/>
              <a:buChar char="−"/>
              <a:defRPr sz="1200">
                <a:latin typeface="+mn-lt"/>
              </a:defRPr>
            </a:lvl5pPr>
          </a:lstStyle>
          <a:p>
            <a:pPr lvl="0"/>
            <a:r>
              <a:rPr lang="en-US" dirty="0"/>
              <a:t>Click to edit Master text styles</a:t>
            </a:r>
          </a:p>
          <a:p>
            <a:pPr lvl="0"/>
            <a:r>
              <a:rPr lang="en-US" dirty="0"/>
              <a:t>Second level</a:t>
            </a:r>
          </a:p>
        </p:txBody>
      </p:sp>
    </p:spTree>
    <p:extLst>
      <p:ext uri="{BB962C8B-B14F-4D97-AF65-F5344CB8AC3E}">
        <p14:creationId xmlns:p14="http://schemas.microsoft.com/office/powerpoint/2010/main" val="2065608033"/>
      </p:ext>
    </p:extLst>
  </p:cSld>
  <p:clrMapOvr>
    <a:masterClrMapping/>
  </p:clrMapOvr>
  <p:transition>
    <p:fade/>
  </p:transition>
  <p:hf hdr="0" dt="0"/>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p:cSld name="Contents">
    <p:spTree>
      <p:nvGrpSpPr>
        <p:cNvPr id="1" name=""/>
        <p:cNvGrpSpPr/>
        <p:nvPr/>
      </p:nvGrpSpPr>
      <p:grpSpPr>
        <a:xfrm>
          <a:off x="0" y="0"/>
          <a:ext cx="0" cy="0"/>
          <a:chOff x="0" y="0"/>
          <a:chExt cx="0" cy="0"/>
        </a:xfrm>
      </p:grpSpPr>
      <p:sp>
        <p:nvSpPr>
          <p:cNvPr id="4" name="Content Placeholder 3"/>
          <p:cNvSpPr>
            <a:spLocks noGrp="1"/>
          </p:cNvSpPr>
          <p:nvPr>
            <p:ph sz="quarter" idx="10"/>
          </p:nvPr>
        </p:nvSpPr>
        <p:spPr>
          <a:xfrm>
            <a:off x="463296" y="1714500"/>
            <a:ext cx="9341104" cy="4648200"/>
          </a:xfrm>
          <a:prstGeom prst="rect">
            <a:avLst/>
          </a:prstGeom>
        </p:spPr>
        <p:txBody>
          <a:bodyPr>
            <a:noAutofit/>
          </a:bodyPr>
          <a:lstStyle>
            <a:lvl1pPr marL="0" indent="0" algn="l">
              <a:buFontTx/>
              <a:buNone/>
              <a:tabLst>
                <a:tab pos="5047060" algn="r"/>
              </a:tabLst>
              <a:defRPr sz="1200">
                <a:latin typeface="+mn-lt"/>
              </a:defRPr>
            </a:lvl1pPr>
            <a:lvl2pPr marL="104775" indent="-104775" algn="l">
              <a:buClrTx/>
              <a:buSzPct val="100000"/>
              <a:buFont typeface="Arial" panose="020B0604020202020204" pitchFamily="34" charset="0"/>
              <a:buChar char="•"/>
              <a:tabLst>
                <a:tab pos="5047060" algn="r"/>
              </a:tabLst>
              <a:defRPr sz="1200">
                <a:latin typeface="+mj-lt"/>
              </a:defRPr>
            </a:lvl2pPr>
            <a:lvl3pPr marL="228600" indent="-104775" algn="l">
              <a:buClrTx/>
              <a:buSzPct val="100000"/>
              <a:buFont typeface="Arial" panose="020B0604020202020204" pitchFamily="34" charset="0"/>
              <a:buChar char="−"/>
              <a:tabLst>
                <a:tab pos="5047060" algn="r"/>
              </a:tabLst>
              <a:defRPr sz="1200">
                <a:latin typeface="+mn-lt"/>
              </a:defRPr>
            </a:lvl3pPr>
            <a:lvl4pPr marL="352425" indent="-104775" algn="l">
              <a:buClrTx/>
              <a:buSzPct val="100000"/>
              <a:buFont typeface="Arial" panose="020B0604020202020204" pitchFamily="34" charset="0"/>
              <a:buChar char="◦"/>
              <a:tabLst>
                <a:tab pos="5047060" algn="r"/>
              </a:tabLst>
              <a:defRPr sz="1200">
                <a:latin typeface="+mn-lt"/>
              </a:defRPr>
            </a:lvl4pPr>
            <a:lvl5pPr marL="476250" indent="-104775" algn="l">
              <a:buClrTx/>
              <a:buSzPct val="100000"/>
              <a:buFont typeface="Arial" panose="020B0604020202020204" pitchFamily="34" charset="0"/>
              <a:buChar char="−"/>
              <a:tabLst>
                <a:tab pos="3771900" algn="r"/>
              </a:tabLst>
              <a:defRPr sz="1200" baseline="0">
                <a:latin typeface="+mn-lt"/>
              </a:defRPr>
            </a:lvl5pPr>
            <a:lvl6pPr>
              <a:tabLst>
                <a:tab pos="5047060" algn="r"/>
              </a:tabLst>
              <a:defRPr/>
            </a:lvl6pPr>
            <a:lvl7pPr>
              <a:tabLst>
                <a:tab pos="5047060" algn="r"/>
              </a:tabLst>
              <a:defRPr/>
            </a:lvl7pPr>
            <a:lvl8pPr>
              <a:tabLst>
                <a:tab pos="5047060" algn="r"/>
              </a:tabLst>
              <a:defRPr/>
            </a:lvl8pPr>
            <a:lvl9pPr>
              <a:tabLst>
                <a:tab pos="5047060" algn="r"/>
              </a:tabLst>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Title Placeholder 1"/>
          <p:cNvSpPr>
            <a:spLocks noGrp="1"/>
          </p:cNvSpPr>
          <p:nvPr>
            <p:ph type="title" hasCustomPrompt="1"/>
          </p:nvPr>
        </p:nvSpPr>
        <p:spPr>
          <a:xfrm>
            <a:off x="463296" y="347473"/>
            <a:ext cx="11180232" cy="698501"/>
          </a:xfrm>
          <a:prstGeom prst="rect">
            <a:avLst/>
          </a:prstGeom>
        </p:spPr>
        <p:txBody>
          <a:bodyPr vert="horz" lIns="0" tIns="0" rIns="0" bIns="0" rtlCol="0" anchor="t" anchorCtr="0">
            <a:noAutofit/>
          </a:bodyPr>
          <a:lstStyle>
            <a:lvl1pPr>
              <a:defRPr sz="2100"/>
            </a:lvl1pPr>
          </a:lstStyle>
          <a:p>
            <a:r>
              <a:rPr lang="en-US" dirty="0"/>
              <a:t>Click to add title</a:t>
            </a:r>
          </a:p>
        </p:txBody>
      </p:sp>
    </p:spTree>
    <p:extLst>
      <p:ext uri="{BB962C8B-B14F-4D97-AF65-F5344CB8AC3E}">
        <p14:creationId xmlns:p14="http://schemas.microsoft.com/office/powerpoint/2010/main" val="3020425069"/>
      </p:ext>
    </p:extLst>
  </p:cSld>
  <p:clrMapOvr>
    <a:masterClrMapping/>
  </p:clrMapOvr>
  <p:transition>
    <p:fade/>
  </p:transition>
  <p:hf hdr="0" dt="0"/>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preserve="1">
  <p:cSld name="Letter Layout">
    <p:spTree>
      <p:nvGrpSpPr>
        <p:cNvPr id="1" name=""/>
        <p:cNvGrpSpPr/>
        <p:nvPr/>
      </p:nvGrpSpPr>
      <p:grpSpPr>
        <a:xfrm>
          <a:off x="0" y="0"/>
          <a:ext cx="0" cy="0"/>
          <a:chOff x="0" y="0"/>
          <a:chExt cx="0" cy="0"/>
        </a:xfrm>
      </p:grpSpPr>
      <p:sp>
        <p:nvSpPr>
          <p:cNvPr id="5" name="Text Placeholder 4"/>
          <p:cNvSpPr>
            <a:spLocks noGrp="1"/>
          </p:cNvSpPr>
          <p:nvPr>
            <p:ph type="body" sz="quarter" idx="10"/>
          </p:nvPr>
        </p:nvSpPr>
        <p:spPr>
          <a:xfrm>
            <a:off x="8933144" y="345584"/>
            <a:ext cx="2804160" cy="1027760"/>
          </a:xfrm>
        </p:spPr>
        <p:txBody>
          <a:bodyPr>
            <a:noAutofit/>
          </a:bodyPr>
          <a:lstStyle>
            <a:lvl1pPr>
              <a:spcBef>
                <a:spcPts val="139"/>
              </a:spcBef>
              <a:defRPr sz="800">
                <a:solidFill>
                  <a:schemeClr val="tx1"/>
                </a:solidFill>
              </a:defRPr>
            </a:lvl1pPr>
            <a:lvl2pPr>
              <a:defRPr sz="727">
                <a:solidFill>
                  <a:schemeClr val="tx2"/>
                </a:solidFill>
              </a:defRPr>
            </a:lvl2pPr>
            <a:lvl3pPr>
              <a:defRPr sz="727">
                <a:solidFill>
                  <a:schemeClr val="tx2"/>
                </a:solidFill>
              </a:defRPr>
            </a:lvl3pPr>
            <a:lvl4pPr>
              <a:defRPr sz="692">
                <a:solidFill>
                  <a:schemeClr val="tx2"/>
                </a:solidFill>
              </a:defRPr>
            </a:lvl4pPr>
            <a:lvl5pPr>
              <a:defRPr sz="692">
                <a:solidFill>
                  <a:schemeClr val="tx2"/>
                </a:solidFill>
              </a:defRPr>
            </a:lvl5pPr>
          </a:lstStyle>
          <a:p>
            <a:pPr lvl="0"/>
            <a:r>
              <a:rPr lang="en-US"/>
              <a:t>Click to edit Master text styles</a:t>
            </a:r>
          </a:p>
        </p:txBody>
      </p:sp>
      <p:sp>
        <p:nvSpPr>
          <p:cNvPr id="7" name="Text Placeholder 6"/>
          <p:cNvSpPr>
            <a:spLocks noGrp="1"/>
          </p:cNvSpPr>
          <p:nvPr>
            <p:ph type="body" sz="quarter" idx="11"/>
          </p:nvPr>
        </p:nvSpPr>
        <p:spPr>
          <a:xfrm>
            <a:off x="463296" y="1714500"/>
            <a:ext cx="3549904" cy="4648200"/>
          </a:xfrm>
        </p:spPr>
        <p:txBody>
          <a:bodyPr>
            <a:noAutofit/>
          </a:bodyPr>
          <a:lstStyle>
            <a:lvl1pPr>
              <a:spcBef>
                <a:spcPts val="0"/>
              </a:spcBef>
              <a:spcAft>
                <a:spcPts val="416"/>
              </a:spcAft>
              <a:defRPr sz="1200"/>
            </a:lvl1pPr>
            <a:lvl2pPr>
              <a:spcBef>
                <a:spcPts val="208"/>
              </a:spcBef>
              <a:defRPr/>
            </a:lvl2pPr>
            <a:lvl3pPr>
              <a:spcBef>
                <a:spcPts val="208"/>
              </a:spcBef>
              <a:defRPr/>
            </a:lvl3pPr>
            <a:lvl4pPr>
              <a:spcBef>
                <a:spcPts val="208"/>
              </a:spcBef>
              <a:defRPr/>
            </a:lvl4pPr>
            <a:lvl5pPr>
              <a:spcBef>
                <a:spcPts val="208"/>
              </a:spcBef>
              <a:defRPr/>
            </a:lvl5pPr>
          </a:lstStyle>
          <a:p>
            <a:pPr lvl="0"/>
            <a:r>
              <a:rPr lang="en-US" dirty="0"/>
              <a:t>Click to edit Master text styles</a:t>
            </a:r>
          </a:p>
        </p:txBody>
      </p:sp>
      <p:sp>
        <p:nvSpPr>
          <p:cNvPr id="9" name="Text Placeholder 8"/>
          <p:cNvSpPr>
            <a:spLocks noGrp="1"/>
          </p:cNvSpPr>
          <p:nvPr>
            <p:ph type="body" sz="quarter" idx="12"/>
          </p:nvPr>
        </p:nvSpPr>
        <p:spPr>
          <a:xfrm>
            <a:off x="4318000" y="1719073"/>
            <a:ext cx="7416801" cy="4643628"/>
          </a:xfrm>
        </p:spPr>
        <p:txBody>
          <a:bodyPr>
            <a:noAutofit/>
          </a:bodyPr>
          <a:lstStyle>
            <a:lvl1pPr marL="0" indent="0" algn="l">
              <a:spcBef>
                <a:spcPts val="1247"/>
              </a:spcBef>
              <a:buFontTx/>
              <a:buNone/>
              <a:defRPr sz="1200"/>
            </a:lvl1pPr>
            <a:lvl2pPr marL="104775" indent="-104775" algn="l">
              <a:buClrTx/>
              <a:buSzPct val="100000"/>
              <a:buFont typeface="Arial" panose="020B0604020202020204" pitchFamily="34" charset="0"/>
              <a:buChar char="•"/>
              <a:defRPr sz="1200"/>
            </a:lvl2pPr>
            <a:lvl3pPr marL="228600" indent="-104775" algn="l">
              <a:buClrTx/>
              <a:buSzPct val="100000"/>
              <a:buFont typeface="Arial" panose="020B0604020202020204" pitchFamily="34" charset="0"/>
              <a:buChar char="−"/>
              <a:defRPr sz="1200"/>
            </a:lvl3pPr>
            <a:lvl4pPr marL="352425" indent="-104775" algn="l">
              <a:buClrTx/>
              <a:buSzPct val="100000"/>
              <a:buFont typeface="Arial" panose="020B0604020202020204" pitchFamily="34" charset="0"/>
              <a:buChar char="◦"/>
              <a:defRPr sz="1200"/>
            </a:lvl4pPr>
            <a:lvl5pPr marL="476250" indent="-104775" algn="l">
              <a:buClrTx/>
              <a:buSzPct val="100000"/>
              <a:buFont typeface="Arial" panose="020B0604020202020204" pitchFamily="34" charset="0"/>
              <a:buChar char="−"/>
              <a:defRPr sz="12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US" noProof="0" dirty="0"/>
          </a:p>
        </p:txBody>
      </p:sp>
      <p:grpSp>
        <p:nvGrpSpPr>
          <p:cNvPr id="16" name="Group 15">
            <a:extLst>
              <a:ext uri="{FF2B5EF4-FFF2-40B4-BE49-F238E27FC236}">
                <a16:creationId xmlns:a16="http://schemas.microsoft.com/office/drawing/2014/main" id="{8D879EE2-D803-4CB2-AF00-F24E09224D10}"/>
              </a:ext>
            </a:extLst>
          </p:cNvPr>
          <p:cNvGrpSpPr>
            <a:grpSpLocks noChangeAspect="1"/>
          </p:cNvGrpSpPr>
          <p:nvPr userDrawn="1"/>
        </p:nvGrpSpPr>
        <p:grpSpPr>
          <a:xfrm>
            <a:off x="460541" y="344137"/>
            <a:ext cx="1819109" cy="345828"/>
            <a:chOff x="398463" y="404813"/>
            <a:chExt cx="1627187" cy="307976"/>
          </a:xfrm>
          <a:solidFill>
            <a:schemeClr val="tx1"/>
          </a:solidFill>
        </p:grpSpPr>
        <p:sp>
          <p:nvSpPr>
            <p:cNvPr id="17" name="Oval 5">
              <a:extLst>
                <a:ext uri="{FF2B5EF4-FFF2-40B4-BE49-F238E27FC236}">
                  <a16:creationId xmlns:a16="http://schemas.microsoft.com/office/drawing/2014/main" id="{D45CA835-378D-4289-9657-CD3C1D614351}"/>
                </a:ext>
              </a:extLst>
            </p:cNvPr>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18" name="Freeform 6">
              <a:extLst>
                <a:ext uri="{FF2B5EF4-FFF2-40B4-BE49-F238E27FC236}">
                  <a16:creationId xmlns:a16="http://schemas.microsoft.com/office/drawing/2014/main" id="{D3810899-A11C-413B-8CBC-D3CFBE3CD80B}"/>
                </a:ext>
              </a:extLst>
            </p:cNvPr>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19" name="Rectangle 7">
              <a:extLst>
                <a:ext uri="{FF2B5EF4-FFF2-40B4-BE49-F238E27FC236}">
                  <a16:creationId xmlns:a16="http://schemas.microsoft.com/office/drawing/2014/main" id="{A104677E-C9A9-43FD-9636-282AA4967CC8}"/>
                </a:ext>
              </a:extLst>
            </p:cNvPr>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20" name="Freeform 8">
              <a:extLst>
                <a:ext uri="{FF2B5EF4-FFF2-40B4-BE49-F238E27FC236}">
                  <a16:creationId xmlns:a16="http://schemas.microsoft.com/office/drawing/2014/main" id="{33CAB285-FAC0-4F34-8146-267CBA1B5D98}"/>
                </a:ext>
              </a:extLst>
            </p:cNvPr>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21" name="Rectangle 9">
              <a:extLst>
                <a:ext uri="{FF2B5EF4-FFF2-40B4-BE49-F238E27FC236}">
                  <a16:creationId xmlns:a16="http://schemas.microsoft.com/office/drawing/2014/main" id="{16082ED9-88C5-4736-942C-C7E3CCCA1BEA}"/>
                </a:ext>
              </a:extLst>
            </p:cNvPr>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22" name="Rectangle 10">
              <a:extLst>
                <a:ext uri="{FF2B5EF4-FFF2-40B4-BE49-F238E27FC236}">
                  <a16:creationId xmlns:a16="http://schemas.microsoft.com/office/drawing/2014/main" id="{E1E6C516-6C1B-4A02-BB05-4F831D78ECF5}"/>
                </a:ext>
              </a:extLst>
            </p:cNvPr>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23" name="Freeform 11">
              <a:extLst>
                <a:ext uri="{FF2B5EF4-FFF2-40B4-BE49-F238E27FC236}">
                  <a16:creationId xmlns:a16="http://schemas.microsoft.com/office/drawing/2014/main" id="{DA6EFC15-17CF-407E-9776-DF518801DEE6}"/>
                </a:ext>
              </a:extLst>
            </p:cNvPr>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24" name="Freeform 12">
              <a:extLst>
                <a:ext uri="{FF2B5EF4-FFF2-40B4-BE49-F238E27FC236}">
                  <a16:creationId xmlns:a16="http://schemas.microsoft.com/office/drawing/2014/main" id="{032EBC75-0AB2-4438-90A3-70694DE0F425}"/>
                </a:ext>
              </a:extLst>
            </p:cNvPr>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25" name="Freeform 13">
              <a:extLst>
                <a:ext uri="{FF2B5EF4-FFF2-40B4-BE49-F238E27FC236}">
                  <a16:creationId xmlns:a16="http://schemas.microsoft.com/office/drawing/2014/main" id="{FC22A38A-F53A-4006-98CB-F2CD2E27610D}"/>
                </a:ext>
              </a:extLst>
            </p:cNvPr>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26" name="Freeform 14">
              <a:extLst>
                <a:ext uri="{FF2B5EF4-FFF2-40B4-BE49-F238E27FC236}">
                  <a16:creationId xmlns:a16="http://schemas.microsoft.com/office/drawing/2014/main" id="{69265903-DE87-4699-A08F-FA3C1B52FB39}"/>
                </a:ext>
              </a:extLst>
            </p:cNvPr>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grpSp>
    </p:spTree>
    <p:extLst>
      <p:ext uri="{BB962C8B-B14F-4D97-AF65-F5344CB8AC3E}">
        <p14:creationId xmlns:p14="http://schemas.microsoft.com/office/powerpoint/2010/main" val="3831143541"/>
      </p:ext>
    </p:extLst>
  </p:cSld>
  <p:clrMapOvr>
    <a:masterClrMapping/>
  </p:clrMapOvr>
  <p:transition>
    <p:fade/>
  </p:transition>
  <p:hf hdr="0" dt="0"/>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p:cSld name="Contents with image">
    <p:spTree>
      <p:nvGrpSpPr>
        <p:cNvPr id="1" name=""/>
        <p:cNvGrpSpPr/>
        <p:nvPr/>
      </p:nvGrpSpPr>
      <p:grpSpPr>
        <a:xfrm>
          <a:off x="0" y="0"/>
          <a:ext cx="0" cy="0"/>
          <a:chOff x="0" y="0"/>
          <a:chExt cx="0" cy="0"/>
        </a:xfrm>
      </p:grpSpPr>
      <p:sp>
        <p:nvSpPr>
          <p:cNvPr id="7" name="Title Placeholder 1"/>
          <p:cNvSpPr>
            <a:spLocks noGrp="1"/>
          </p:cNvSpPr>
          <p:nvPr>
            <p:ph type="title" hasCustomPrompt="1"/>
          </p:nvPr>
        </p:nvSpPr>
        <p:spPr>
          <a:xfrm>
            <a:off x="463295" y="347472"/>
            <a:ext cx="11228832" cy="698500"/>
          </a:xfrm>
          <a:prstGeom prst="rect">
            <a:avLst/>
          </a:prstGeom>
        </p:spPr>
        <p:txBody>
          <a:bodyPr vert="horz" lIns="0" tIns="0" rIns="0" bIns="0" rtlCol="0" anchor="t" anchorCtr="0">
            <a:noAutofit/>
          </a:bodyPr>
          <a:lstStyle>
            <a:lvl1pPr>
              <a:defRPr sz="2100"/>
            </a:lvl1pPr>
          </a:lstStyle>
          <a:p>
            <a:r>
              <a:rPr lang="en-US" noProof="0" dirty="0"/>
              <a:t>Click to add title</a:t>
            </a:r>
          </a:p>
        </p:txBody>
      </p:sp>
      <p:sp>
        <p:nvSpPr>
          <p:cNvPr id="5" name="Picture Placeholder 9"/>
          <p:cNvSpPr>
            <a:spLocks noGrp="1"/>
          </p:cNvSpPr>
          <p:nvPr>
            <p:ph type="pic" sz="quarter" idx="15"/>
          </p:nvPr>
        </p:nvSpPr>
        <p:spPr>
          <a:xfrm>
            <a:off x="5450351" y="1714500"/>
            <a:ext cx="6240000" cy="4648200"/>
          </a:xfrm>
        </p:spPr>
        <p:txBody>
          <a:bodyPr>
            <a:noAutofit/>
          </a:bodyPr>
          <a:lstStyle>
            <a:lvl1pPr>
              <a:defRPr sz="1200"/>
            </a:lvl1pPr>
          </a:lstStyle>
          <a:p>
            <a:r>
              <a:rPr lang="en-US" noProof="0" dirty="0"/>
              <a:t>Click icon to add picture</a:t>
            </a:r>
          </a:p>
        </p:txBody>
      </p:sp>
      <p:sp>
        <p:nvSpPr>
          <p:cNvPr id="6" name="Content Placeholder 3"/>
          <p:cNvSpPr>
            <a:spLocks noGrp="1"/>
          </p:cNvSpPr>
          <p:nvPr>
            <p:ph sz="quarter" idx="10"/>
          </p:nvPr>
        </p:nvSpPr>
        <p:spPr>
          <a:xfrm>
            <a:off x="463296" y="1714500"/>
            <a:ext cx="4413504" cy="4648200"/>
          </a:xfrm>
          <a:prstGeom prst="rect">
            <a:avLst/>
          </a:prstGeom>
        </p:spPr>
        <p:txBody>
          <a:bodyPr>
            <a:noAutofit/>
          </a:bodyPr>
          <a:lstStyle>
            <a:lvl1pPr marL="0" indent="0" algn="l">
              <a:buFontTx/>
              <a:buNone/>
              <a:tabLst>
                <a:tab pos="3771900" algn="r"/>
              </a:tabLst>
              <a:defRPr sz="1200">
                <a:latin typeface="+mn-lt"/>
              </a:defRPr>
            </a:lvl1pPr>
            <a:lvl2pPr marL="104775" indent="-104775" algn="l">
              <a:buClrTx/>
              <a:buSzPct val="100000"/>
              <a:buFont typeface="Arial" panose="020B0604020202020204" pitchFamily="34" charset="0"/>
              <a:buChar char="•"/>
              <a:tabLst>
                <a:tab pos="3771900" algn="r"/>
              </a:tabLst>
              <a:defRPr sz="1200">
                <a:latin typeface="+mj-lt"/>
              </a:defRPr>
            </a:lvl2pPr>
            <a:lvl3pPr marL="228600" indent="-104775" algn="l">
              <a:buClrTx/>
              <a:buSzPct val="100000"/>
              <a:buFont typeface="Arial" panose="020B0604020202020204" pitchFamily="34" charset="0"/>
              <a:buChar char="−"/>
              <a:tabLst>
                <a:tab pos="3771900" algn="r"/>
              </a:tabLst>
              <a:defRPr sz="1200">
                <a:latin typeface="+mn-lt"/>
              </a:defRPr>
            </a:lvl3pPr>
            <a:lvl4pPr marL="352425" indent="-104775" algn="l">
              <a:buClrTx/>
              <a:buSzPct val="100000"/>
              <a:buFont typeface="Arial" panose="020B0604020202020204" pitchFamily="34" charset="0"/>
              <a:buChar char="◦"/>
              <a:tabLst>
                <a:tab pos="3771900" algn="r"/>
              </a:tabLst>
              <a:defRPr sz="1200">
                <a:latin typeface="+mn-lt"/>
              </a:defRPr>
            </a:lvl4pPr>
            <a:lvl5pPr marL="476250" indent="-104775" algn="l">
              <a:buClrTx/>
              <a:buSzPct val="100000"/>
              <a:buFont typeface="Arial" panose="020B0604020202020204" pitchFamily="34" charset="0"/>
              <a:buChar char="−"/>
              <a:tabLst>
                <a:tab pos="3771900" algn="r"/>
              </a:tabLst>
              <a:defRPr sz="1200" baseline="0">
                <a:latin typeface="+mn-lt"/>
              </a:defRPr>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Tree>
    <p:extLst>
      <p:ext uri="{BB962C8B-B14F-4D97-AF65-F5344CB8AC3E}">
        <p14:creationId xmlns:p14="http://schemas.microsoft.com/office/powerpoint/2010/main" val="3794725153"/>
      </p:ext>
    </p:extLst>
  </p:cSld>
  <p:clrMapOvr>
    <a:masterClrMapping/>
  </p:clrMapOvr>
  <p:transition>
    <p:fade/>
  </p:transition>
  <p:hf hdr="0" dt="0"/>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p:cSld name="2 columns of text">
    <p:spTree>
      <p:nvGrpSpPr>
        <p:cNvPr id="1" name=""/>
        <p:cNvGrpSpPr/>
        <p:nvPr/>
      </p:nvGrpSpPr>
      <p:grpSpPr>
        <a:xfrm>
          <a:off x="0" y="0"/>
          <a:ext cx="0" cy="0"/>
          <a:chOff x="0" y="0"/>
          <a:chExt cx="0" cy="0"/>
        </a:xfrm>
      </p:grpSpPr>
      <p:sp>
        <p:nvSpPr>
          <p:cNvPr id="13" name="Content Placeholder 3"/>
          <p:cNvSpPr>
            <a:spLocks noGrp="1"/>
          </p:cNvSpPr>
          <p:nvPr>
            <p:ph sz="quarter" idx="10"/>
          </p:nvPr>
        </p:nvSpPr>
        <p:spPr>
          <a:xfrm>
            <a:off x="463296" y="1719072"/>
            <a:ext cx="5480304" cy="4643628"/>
          </a:xfrm>
          <a:prstGeom prst="rect">
            <a:avLst/>
          </a:prstGeom>
        </p:spPr>
        <p:txBody>
          <a:bodyPr>
            <a:noAutofit/>
          </a:bodyPr>
          <a:lstStyle>
            <a:lvl1pPr marL="0" indent="0" algn="l">
              <a:buFontTx/>
              <a:buNone/>
              <a:tabLst>
                <a:tab pos="3771900" algn="r"/>
              </a:tabLst>
              <a:defRPr sz="1200"/>
            </a:lvl1pPr>
            <a:lvl2pPr marL="104775" indent="-104775" algn="l">
              <a:buClrTx/>
              <a:buSzPct val="100000"/>
              <a:buFont typeface="Arial" panose="020B0604020202020204" pitchFamily="34" charset="0"/>
              <a:buChar char="•"/>
              <a:tabLst>
                <a:tab pos="3771900" algn="r"/>
              </a:tabLst>
              <a:defRPr sz="1200"/>
            </a:lvl2pPr>
            <a:lvl3pPr marL="228600" indent="-104775" algn="l">
              <a:buClrTx/>
              <a:buSzPct val="100000"/>
              <a:buFont typeface="Arial" panose="020B0604020202020204" pitchFamily="34" charset="0"/>
              <a:buChar char="−"/>
              <a:tabLst>
                <a:tab pos="3771900" algn="r"/>
              </a:tabLst>
              <a:defRPr sz="1200"/>
            </a:lvl3pPr>
            <a:lvl4pPr marL="352425" indent="-104775" algn="l">
              <a:buClrTx/>
              <a:buSzPct val="100000"/>
              <a:buFont typeface="Arial" panose="020B0604020202020204" pitchFamily="34" charset="0"/>
              <a:buChar char="◦"/>
              <a:tabLst>
                <a:tab pos="3771900" algn="r"/>
              </a:tabLst>
              <a:defRPr sz="1200"/>
            </a:lvl4pPr>
            <a:lvl5pPr marL="476250" indent="-104775" algn="l">
              <a:buClrTx/>
              <a:buSzPct val="100000"/>
              <a:buFont typeface="Arial" panose="020B0604020202020204" pitchFamily="34" charset="0"/>
              <a:buChar char="−"/>
              <a:tabLst>
                <a:tab pos="3771900" algn="r"/>
              </a:tabLst>
              <a:defRPr sz="1200" baseline="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5" name="Content Placeholder 3"/>
          <p:cNvSpPr>
            <a:spLocks noGrp="1"/>
          </p:cNvSpPr>
          <p:nvPr>
            <p:ph sz="quarter" idx="20"/>
          </p:nvPr>
        </p:nvSpPr>
        <p:spPr>
          <a:xfrm>
            <a:off x="6248404" y="1719072"/>
            <a:ext cx="5486397" cy="4643628"/>
          </a:xfrm>
          <a:prstGeom prst="rect">
            <a:avLst/>
          </a:prstGeom>
        </p:spPr>
        <p:txBody>
          <a:bodyPr>
            <a:noAutofit/>
          </a:bodyPr>
          <a:lstStyle>
            <a:lvl1pPr marL="0" indent="0" algn="l">
              <a:buFontTx/>
              <a:buNone/>
              <a:tabLst>
                <a:tab pos="3771900" algn="r"/>
              </a:tabLst>
              <a:defRPr sz="1200"/>
            </a:lvl1pPr>
            <a:lvl2pPr marL="104775" indent="-104775" algn="l">
              <a:buClrTx/>
              <a:buSzPct val="100000"/>
              <a:buFont typeface="Arial" panose="020B0604020202020204" pitchFamily="34" charset="0"/>
              <a:buChar char="•"/>
              <a:tabLst>
                <a:tab pos="3771900" algn="r"/>
              </a:tabLst>
              <a:defRPr sz="1200"/>
            </a:lvl2pPr>
            <a:lvl3pPr marL="228600" indent="-104775" algn="l">
              <a:buClrTx/>
              <a:buSzPct val="100000"/>
              <a:buFont typeface="Arial" panose="020B0604020202020204" pitchFamily="34" charset="0"/>
              <a:buChar char="−"/>
              <a:tabLst>
                <a:tab pos="3771900" algn="r"/>
              </a:tabLst>
              <a:defRPr sz="1200"/>
            </a:lvl3pPr>
            <a:lvl4pPr marL="352425" indent="-104775" algn="l">
              <a:buClrTx/>
              <a:buSzPct val="100000"/>
              <a:buFont typeface="Arial" panose="020B0604020202020204" pitchFamily="34" charset="0"/>
              <a:buChar char="◦"/>
              <a:tabLst>
                <a:tab pos="3771900" algn="r"/>
              </a:tabLst>
              <a:defRPr sz="1200"/>
            </a:lvl4pPr>
            <a:lvl5pPr marL="476250" indent="-104775" algn="l">
              <a:buClrTx/>
              <a:buSzPct val="100000"/>
              <a:buFont typeface="Arial" panose="020B0604020202020204" pitchFamily="34" charset="0"/>
              <a:buChar char="−"/>
              <a:tabLst>
                <a:tab pos="3771900" algn="r"/>
              </a:tabLst>
              <a:defRPr sz="1200" baseline="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6" name="Text Placeholder 8">
            <a:extLst>
              <a:ext uri="{FF2B5EF4-FFF2-40B4-BE49-F238E27FC236}">
                <a16:creationId xmlns:a16="http://schemas.microsoft.com/office/drawing/2014/main" id="{8A9CD2DA-AA83-4DCB-8501-DE5878CC0B8A}"/>
              </a:ext>
            </a:extLst>
          </p:cNvPr>
          <p:cNvSpPr>
            <a:spLocks noGrp="1"/>
          </p:cNvSpPr>
          <p:nvPr>
            <p:ph type="body" sz="quarter" idx="13" hasCustomPrompt="1"/>
          </p:nvPr>
        </p:nvSpPr>
        <p:spPr>
          <a:xfrm>
            <a:off x="463295" y="682940"/>
            <a:ext cx="11277600" cy="757255"/>
          </a:xfrm>
          <a:prstGeom prst="rect">
            <a:avLst/>
          </a:prstGeom>
        </p:spPr>
        <p:txBody>
          <a:bodyPr lIns="0" tIns="0" rIns="0" bIns="0">
            <a:noAutofit/>
          </a:bodyPr>
          <a:lstStyle>
            <a:lvl1pPr marL="0" indent="0">
              <a:buNone/>
              <a:defRPr sz="1800" b="0">
                <a:solidFill>
                  <a:schemeClr val="tx2"/>
                </a:solidFill>
              </a:defRPr>
            </a:lvl1pPr>
          </a:lstStyle>
          <a:p>
            <a:pPr lvl="0"/>
            <a:r>
              <a:rPr lang="en-US" dirty="0"/>
              <a:t>Click to add subtitle</a:t>
            </a:r>
          </a:p>
        </p:txBody>
      </p:sp>
      <p:sp>
        <p:nvSpPr>
          <p:cNvPr id="7" name="Title Placeholder 1">
            <a:extLst>
              <a:ext uri="{FF2B5EF4-FFF2-40B4-BE49-F238E27FC236}">
                <a16:creationId xmlns:a16="http://schemas.microsoft.com/office/drawing/2014/main" id="{6559CC6F-6478-4902-A4D5-F8FB6538D285}"/>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a:defRPr sz="2100">
                <a:latin typeface="+mj-lt"/>
              </a:defRPr>
            </a:lvl1pPr>
          </a:lstStyle>
          <a:p>
            <a:r>
              <a:rPr lang="en-US" dirty="0"/>
              <a:t>Click to add title</a:t>
            </a:r>
          </a:p>
        </p:txBody>
      </p:sp>
    </p:spTree>
    <p:extLst>
      <p:ext uri="{BB962C8B-B14F-4D97-AF65-F5344CB8AC3E}">
        <p14:creationId xmlns:p14="http://schemas.microsoft.com/office/powerpoint/2010/main" val="1960710476"/>
      </p:ext>
    </p:extLst>
  </p:cSld>
  <p:clrMapOvr>
    <a:masterClrMapping/>
  </p:clrMapOvr>
  <p:transition>
    <p:fade/>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 columns - large">
    <p:spTree>
      <p:nvGrpSpPr>
        <p:cNvPr id="1" name=""/>
        <p:cNvGrpSpPr/>
        <p:nvPr/>
      </p:nvGrpSpPr>
      <p:grpSpPr>
        <a:xfrm>
          <a:off x="0" y="0"/>
          <a:ext cx="0" cy="0"/>
          <a:chOff x="0" y="0"/>
          <a:chExt cx="0" cy="0"/>
        </a:xfrm>
      </p:grpSpPr>
      <p:sp>
        <p:nvSpPr>
          <p:cNvPr id="21" name="Text Placeholder 8">
            <a:extLst>
              <a:ext uri="{FF2B5EF4-FFF2-40B4-BE49-F238E27FC236}">
                <a16:creationId xmlns:a16="http://schemas.microsoft.com/office/drawing/2014/main" id="{59A021DD-F549-41C3-B366-CFCBDD85997E}"/>
              </a:ext>
            </a:extLst>
          </p:cNvPr>
          <p:cNvSpPr>
            <a:spLocks noGrp="1"/>
          </p:cNvSpPr>
          <p:nvPr>
            <p:ph type="body" sz="quarter" idx="13" hasCustomPrompt="1"/>
          </p:nvPr>
        </p:nvSpPr>
        <p:spPr>
          <a:xfrm>
            <a:off x="463295" y="682940"/>
            <a:ext cx="11277600" cy="757255"/>
          </a:xfrm>
          <a:prstGeom prst="rect">
            <a:avLst/>
          </a:prstGeom>
        </p:spPr>
        <p:txBody>
          <a:bodyPr lIns="0" tIns="0" rIns="0" bIns="0">
            <a:noAutofit/>
          </a:bodyPr>
          <a:lstStyle>
            <a:lvl1pPr marL="0" indent="0">
              <a:buNone/>
              <a:defRPr sz="1800" b="0">
                <a:solidFill>
                  <a:schemeClr val="tx2"/>
                </a:solidFill>
              </a:defRPr>
            </a:lvl1pPr>
          </a:lstStyle>
          <a:p>
            <a:pPr lvl="0"/>
            <a:r>
              <a:rPr lang="en-US" dirty="0"/>
              <a:t>Click to add subtitle</a:t>
            </a:r>
          </a:p>
        </p:txBody>
      </p:sp>
      <p:sp>
        <p:nvSpPr>
          <p:cNvPr id="22" name="Title Placeholder 1">
            <a:extLst>
              <a:ext uri="{FF2B5EF4-FFF2-40B4-BE49-F238E27FC236}">
                <a16:creationId xmlns:a16="http://schemas.microsoft.com/office/drawing/2014/main" id="{ECC1F342-3C5A-4884-B063-1F96DE727F31}"/>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a:defRPr sz="2100">
                <a:latin typeface="+mj-lt"/>
              </a:defRPr>
            </a:lvl1pPr>
          </a:lstStyle>
          <a:p>
            <a:r>
              <a:rPr lang="en-US" dirty="0"/>
              <a:t>Click to add title</a:t>
            </a:r>
          </a:p>
        </p:txBody>
      </p:sp>
      <p:sp>
        <p:nvSpPr>
          <p:cNvPr id="23" name="Content Placeholder 3">
            <a:extLst>
              <a:ext uri="{FF2B5EF4-FFF2-40B4-BE49-F238E27FC236}">
                <a16:creationId xmlns:a16="http://schemas.microsoft.com/office/drawing/2014/main" id="{BFED540D-3BF1-4047-9D69-9C3EB9B94551}"/>
              </a:ext>
            </a:extLst>
          </p:cNvPr>
          <p:cNvSpPr>
            <a:spLocks noGrp="1"/>
          </p:cNvSpPr>
          <p:nvPr>
            <p:ph sz="quarter" idx="10"/>
          </p:nvPr>
        </p:nvSpPr>
        <p:spPr>
          <a:xfrm>
            <a:off x="463296" y="1719072"/>
            <a:ext cx="5480304" cy="4643628"/>
          </a:xfrm>
          <a:prstGeom prst="rect">
            <a:avLst/>
          </a:prstGeom>
        </p:spPr>
        <p:txBody>
          <a:bodyPr>
            <a:noAutofit/>
          </a:bodyPr>
          <a:lstStyle>
            <a:lvl1pPr marL="0" indent="0" algn="l">
              <a:buFontTx/>
              <a:buNone/>
              <a:tabLst>
                <a:tab pos="3771900" algn="r"/>
              </a:tabLst>
              <a:defRPr sz="1200"/>
            </a:lvl1pPr>
            <a:lvl2pPr marL="104775" indent="-104775" algn="l">
              <a:buClrTx/>
              <a:buSzPct val="100000"/>
              <a:buFont typeface="Arial" panose="020B0604020202020204" pitchFamily="34" charset="0"/>
              <a:buChar char="•"/>
              <a:tabLst>
                <a:tab pos="3771900" algn="r"/>
              </a:tabLst>
              <a:defRPr sz="1200"/>
            </a:lvl2pPr>
            <a:lvl3pPr marL="228600" indent="-104775" algn="l">
              <a:buClrTx/>
              <a:buSzPct val="100000"/>
              <a:buFont typeface="Arial" panose="020B0604020202020204" pitchFamily="34" charset="0"/>
              <a:buChar char="−"/>
              <a:tabLst>
                <a:tab pos="3771900" algn="r"/>
              </a:tabLst>
              <a:defRPr sz="1200"/>
            </a:lvl3pPr>
            <a:lvl4pPr marL="352425" indent="-104775" algn="l">
              <a:buClrTx/>
              <a:buSzPct val="100000"/>
              <a:buFont typeface="Arial" panose="020B0604020202020204" pitchFamily="34" charset="0"/>
              <a:buChar char="◦"/>
              <a:tabLst>
                <a:tab pos="3771900" algn="r"/>
              </a:tabLst>
              <a:defRPr sz="1200"/>
            </a:lvl4pPr>
            <a:lvl5pPr marL="476250" indent="-104775" algn="l">
              <a:buClrTx/>
              <a:buSzPct val="100000"/>
              <a:buFont typeface="Arial" panose="020B0604020202020204" pitchFamily="34" charset="0"/>
              <a:buChar char="−"/>
              <a:tabLst>
                <a:tab pos="3771900" algn="r"/>
              </a:tabLst>
              <a:defRPr sz="1200" baseline="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24" name="Content Placeholder 3">
            <a:extLst>
              <a:ext uri="{FF2B5EF4-FFF2-40B4-BE49-F238E27FC236}">
                <a16:creationId xmlns:a16="http://schemas.microsoft.com/office/drawing/2014/main" id="{B2159D59-FAF6-4904-B82D-440C56566D86}"/>
              </a:ext>
            </a:extLst>
          </p:cNvPr>
          <p:cNvSpPr>
            <a:spLocks noGrp="1"/>
          </p:cNvSpPr>
          <p:nvPr>
            <p:ph sz="quarter" idx="14"/>
          </p:nvPr>
        </p:nvSpPr>
        <p:spPr>
          <a:xfrm>
            <a:off x="6260591" y="1714500"/>
            <a:ext cx="5480304" cy="4643628"/>
          </a:xfrm>
          <a:prstGeom prst="rect">
            <a:avLst/>
          </a:prstGeom>
        </p:spPr>
        <p:txBody>
          <a:bodyPr>
            <a:noAutofit/>
          </a:bodyPr>
          <a:lstStyle>
            <a:lvl1pPr marL="0" indent="0" algn="l">
              <a:buFontTx/>
              <a:buNone/>
              <a:tabLst>
                <a:tab pos="3771900" algn="r"/>
              </a:tabLst>
              <a:defRPr sz="1200"/>
            </a:lvl1pPr>
            <a:lvl2pPr marL="104775" indent="-104775" algn="l">
              <a:buClrTx/>
              <a:buSzPct val="100000"/>
              <a:buFont typeface="Arial" panose="020B0604020202020204" pitchFamily="34" charset="0"/>
              <a:buChar char="•"/>
              <a:tabLst>
                <a:tab pos="3771900" algn="r"/>
              </a:tabLst>
              <a:defRPr sz="1200"/>
            </a:lvl2pPr>
            <a:lvl3pPr marL="228600" indent="-104775" algn="l">
              <a:buClrTx/>
              <a:buSzPct val="100000"/>
              <a:buFont typeface="Arial" panose="020B0604020202020204" pitchFamily="34" charset="0"/>
              <a:buChar char="−"/>
              <a:tabLst>
                <a:tab pos="3771900" algn="r"/>
              </a:tabLst>
              <a:defRPr sz="1200"/>
            </a:lvl3pPr>
            <a:lvl4pPr marL="352425" indent="-104775" algn="l">
              <a:buClrTx/>
              <a:buSzPct val="100000"/>
              <a:buFont typeface="Arial" panose="020B0604020202020204" pitchFamily="34" charset="0"/>
              <a:buChar char="◦"/>
              <a:tabLst>
                <a:tab pos="3771900" algn="r"/>
              </a:tabLst>
              <a:defRPr sz="1200"/>
            </a:lvl4pPr>
            <a:lvl5pPr marL="476250" indent="-104775" algn="l">
              <a:buClrTx/>
              <a:buSzPct val="100000"/>
              <a:buFont typeface="Arial" panose="020B0604020202020204" pitchFamily="34" charset="0"/>
              <a:buChar char="−"/>
              <a:tabLst>
                <a:tab pos="3771900" algn="r"/>
              </a:tabLst>
              <a:defRPr sz="1200" baseline="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Tree>
    <p:extLst>
      <p:ext uri="{BB962C8B-B14F-4D97-AF65-F5344CB8AC3E}">
        <p14:creationId xmlns:p14="http://schemas.microsoft.com/office/powerpoint/2010/main" val="2927720829"/>
      </p:ext>
    </p:extLst>
  </p:cSld>
  <p:clrMapOvr>
    <a:masterClrMapping/>
  </p:clrMapOvr>
  <p:transition>
    <p:fade/>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Title, subtitle &amp; chart">
    <p:spTree>
      <p:nvGrpSpPr>
        <p:cNvPr id="1" name=""/>
        <p:cNvGrpSpPr/>
        <p:nvPr/>
      </p:nvGrpSpPr>
      <p:grpSpPr>
        <a:xfrm>
          <a:off x="0" y="0"/>
          <a:ext cx="0" cy="0"/>
          <a:chOff x="0" y="0"/>
          <a:chExt cx="0" cy="0"/>
        </a:xfrm>
      </p:grpSpPr>
      <p:sp>
        <p:nvSpPr>
          <p:cNvPr id="15" name="Text Placeholder 8"/>
          <p:cNvSpPr>
            <a:spLocks noGrp="1"/>
          </p:cNvSpPr>
          <p:nvPr>
            <p:ph type="body" sz="quarter" idx="13" hasCustomPrompt="1"/>
          </p:nvPr>
        </p:nvSpPr>
        <p:spPr>
          <a:xfrm>
            <a:off x="457201" y="685801"/>
            <a:ext cx="11277599" cy="1027633"/>
          </a:xfrm>
          <a:prstGeom prst="rect">
            <a:avLst/>
          </a:prstGeom>
        </p:spPr>
        <p:txBody>
          <a:bodyPr lIns="0" tIns="0" rIns="0" bIns="0">
            <a:noAutofit/>
          </a:bodyPr>
          <a:lstStyle>
            <a:lvl1pPr marL="0" indent="0">
              <a:buNone/>
              <a:defRPr sz="1800" b="0">
                <a:solidFill>
                  <a:schemeClr val="tx2"/>
                </a:solidFill>
              </a:defRPr>
            </a:lvl1pPr>
          </a:lstStyle>
          <a:p>
            <a:pPr lvl="0"/>
            <a:r>
              <a:rPr lang="en-US" dirty="0"/>
              <a:t>Click to add subtitle</a:t>
            </a:r>
          </a:p>
        </p:txBody>
      </p:sp>
      <p:sp>
        <p:nvSpPr>
          <p:cNvPr id="17" name="Chart Placeholder 3"/>
          <p:cNvSpPr>
            <a:spLocks noGrp="1"/>
          </p:cNvSpPr>
          <p:nvPr>
            <p:ph type="chart" sz="quarter" idx="15"/>
          </p:nvPr>
        </p:nvSpPr>
        <p:spPr>
          <a:xfrm>
            <a:off x="463296" y="2078281"/>
            <a:ext cx="11271504" cy="4042735"/>
          </a:xfrm>
          <a:prstGeom prst="rect">
            <a:avLst/>
          </a:prstGeom>
        </p:spPr>
        <p:txBody>
          <a:bodyPr>
            <a:noAutofit/>
          </a:bodyPr>
          <a:lstStyle>
            <a:lvl1pPr>
              <a:defRPr sz="1200"/>
            </a:lvl1pPr>
          </a:lstStyle>
          <a:p>
            <a:r>
              <a:rPr lang="en-US" dirty="0"/>
              <a:t>Click icon to add chart</a:t>
            </a:r>
            <a:endParaRPr lang="en-GB" dirty="0"/>
          </a:p>
        </p:txBody>
      </p:sp>
      <p:sp>
        <p:nvSpPr>
          <p:cNvPr id="18" name="Text Placeholder 8"/>
          <p:cNvSpPr>
            <a:spLocks noGrp="1"/>
          </p:cNvSpPr>
          <p:nvPr>
            <p:ph type="body" sz="quarter" idx="18"/>
          </p:nvPr>
        </p:nvSpPr>
        <p:spPr>
          <a:xfrm>
            <a:off x="463296" y="1717263"/>
            <a:ext cx="11271504" cy="357187"/>
          </a:xfrm>
        </p:spPr>
        <p:txBody>
          <a:bodyPr>
            <a:noAutofit/>
          </a:bodyPr>
          <a:lstStyle>
            <a:lvl1pPr>
              <a:defRPr sz="1200"/>
            </a:lvl1pPr>
          </a:lstStyle>
          <a:p>
            <a:pPr lvl="0"/>
            <a:r>
              <a:rPr lang="en-US" noProof="0" dirty="0"/>
              <a:t>Click to edit Master text styles</a:t>
            </a:r>
          </a:p>
        </p:txBody>
      </p:sp>
      <p:sp>
        <p:nvSpPr>
          <p:cNvPr id="7" name="Title Placeholder 1">
            <a:extLst>
              <a:ext uri="{FF2B5EF4-FFF2-40B4-BE49-F238E27FC236}">
                <a16:creationId xmlns:a16="http://schemas.microsoft.com/office/drawing/2014/main" id="{8CFE9674-04ED-4C53-9426-4EA385799FE2}"/>
              </a:ext>
            </a:extLst>
          </p:cNvPr>
          <p:cNvSpPr>
            <a:spLocks noGrp="1"/>
          </p:cNvSpPr>
          <p:nvPr>
            <p:ph type="title" hasCustomPrompt="1"/>
          </p:nvPr>
        </p:nvSpPr>
        <p:spPr>
          <a:xfrm>
            <a:off x="463294" y="350300"/>
            <a:ext cx="11265412" cy="335500"/>
          </a:xfrm>
          <a:prstGeom prst="rect">
            <a:avLst/>
          </a:prstGeom>
        </p:spPr>
        <p:txBody>
          <a:bodyPr vert="horz" lIns="0" tIns="0" rIns="0" bIns="0" rtlCol="0" anchor="t" anchorCtr="0">
            <a:noAutofit/>
          </a:bodyPr>
          <a:lstStyle>
            <a:lvl1pPr>
              <a:defRPr sz="2100">
                <a:latin typeface="+mj-lt"/>
              </a:defRPr>
            </a:lvl1pPr>
          </a:lstStyle>
          <a:p>
            <a:r>
              <a:rPr lang="en-US" dirty="0"/>
              <a:t>Click to add title</a:t>
            </a:r>
          </a:p>
        </p:txBody>
      </p:sp>
      <p:sp>
        <p:nvSpPr>
          <p:cNvPr id="8" name="Text Placeholder 7">
            <a:extLst>
              <a:ext uri="{FF2B5EF4-FFF2-40B4-BE49-F238E27FC236}">
                <a16:creationId xmlns:a16="http://schemas.microsoft.com/office/drawing/2014/main" id="{4B6E095B-6E26-41E6-AFC8-FF16F0C3C866}"/>
              </a:ext>
            </a:extLst>
          </p:cNvPr>
          <p:cNvSpPr>
            <a:spLocks noGrp="1"/>
          </p:cNvSpPr>
          <p:nvPr>
            <p:ph type="body" sz="quarter" idx="23"/>
          </p:nvPr>
        </p:nvSpPr>
        <p:spPr>
          <a:xfrm>
            <a:off x="457201" y="6121016"/>
            <a:ext cx="11277599" cy="241685"/>
          </a:xfrm>
        </p:spPr>
        <p:txBody>
          <a:bodyPr>
            <a:noAutofit/>
          </a:bodyPr>
          <a:lstStyle>
            <a:lvl1pPr>
              <a:spcAft>
                <a:spcPts val="0"/>
              </a:spcAft>
              <a:defRPr sz="900"/>
            </a:lvl1pPr>
          </a:lstStyle>
          <a:p>
            <a:pPr lvl="0"/>
            <a:r>
              <a:rPr lang="en-US" dirty="0"/>
              <a:t>Click to edit Master text styles</a:t>
            </a:r>
          </a:p>
        </p:txBody>
      </p:sp>
    </p:spTree>
    <p:extLst>
      <p:ext uri="{BB962C8B-B14F-4D97-AF65-F5344CB8AC3E}">
        <p14:creationId xmlns:p14="http://schemas.microsoft.com/office/powerpoint/2010/main" val="1175945596"/>
      </p:ext>
    </p:extLst>
  </p:cSld>
  <p:clrMapOvr>
    <a:masterClrMapping/>
  </p:clrMapOvr>
  <p:transition>
    <p:fade/>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Text and chart">
    <p:spTree>
      <p:nvGrpSpPr>
        <p:cNvPr id="1" name=""/>
        <p:cNvGrpSpPr/>
        <p:nvPr/>
      </p:nvGrpSpPr>
      <p:grpSpPr>
        <a:xfrm>
          <a:off x="0" y="0"/>
          <a:ext cx="0" cy="0"/>
          <a:chOff x="0" y="0"/>
          <a:chExt cx="0" cy="0"/>
        </a:xfrm>
      </p:grpSpPr>
      <p:sp>
        <p:nvSpPr>
          <p:cNvPr id="3" name="Chart Placeholder 2"/>
          <p:cNvSpPr>
            <a:spLocks noGrp="1"/>
          </p:cNvSpPr>
          <p:nvPr>
            <p:ph type="chart" sz="quarter" idx="21"/>
          </p:nvPr>
        </p:nvSpPr>
        <p:spPr>
          <a:xfrm>
            <a:off x="6256871" y="2137713"/>
            <a:ext cx="5480304" cy="3983302"/>
          </a:xfrm>
        </p:spPr>
        <p:txBody>
          <a:bodyPr>
            <a:noAutofit/>
          </a:bodyPr>
          <a:lstStyle>
            <a:lvl1pPr>
              <a:defRPr sz="1200"/>
            </a:lvl1pPr>
          </a:lstStyle>
          <a:p>
            <a:r>
              <a:rPr lang="en-US" noProof="0" dirty="0"/>
              <a:t>Click icon to add chart</a:t>
            </a:r>
          </a:p>
        </p:txBody>
      </p:sp>
      <p:sp>
        <p:nvSpPr>
          <p:cNvPr id="6" name="Text Placeholder 5"/>
          <p:cNvSpPr>
            <a:spLocks noGrp="1"/>
          </p:cNvSpPr>
          <p:nvPr>
            <p:ph type="body" sz="quarter" idx="22"/>
          </p:nvPr>
        </p:nvSpPr>
        <p:spPr>
          <a:xfrm>
            <a:off x="6256871" y="1719074"/>
            <a:ext cx="5480304" cy="405940"/>
          </a:xfrm>
        </p:spPr>
        <p:txBody>
          <a:bodyPr>
            <a:noAutofit/>
          </a:bodyPr>
          <a:lstStyle>
            <a:lvl1pPr>
              <a:defRPr sz="1200"/>
            </a:lvl1pPr>
          </a:lstStyle>
          <a:p>
            <a:pPr lvl="0"/>
            <a:r>
              <a:rPr lang="en-US" noProof="0" dirty="0"/>
              <a:t>Click to edit Master text styles</a:t>
            </a:r>
          </a:p>
        </p:txBody>
      </p:sp>
      <p:sp>
        <p:nvSpPr>
          <p:cNvPr id="15" name="Text Placeholder 7"/>
          <p:cNvSpPr>
            <a:spLocks noGrp="1"/>
          </p:cNvSpPr>
          <p:nvPr>
            <p:ph type="body" sz="quarter" idx="23"/>
          </p:nvPr>
        </p:nvSpPr>
        <p:spPr>
          <a:xfrm>
            <a:off x="463297" y="6121016"/>
            <a:ext cx="11273879" cy="241685"/>
          </a:xfrm>
        </p:spPr>
        <p:txBody>
          <a:bodyPr>
            <a:noAutofit/>
          </a:bodyPr>
          <a:lstStyle>
            <a:lvl1pPr>
              <a:spcAft>
                <a:spcPts val="0"/>
              </a:spcAft>
              <a:defRPr sz="800"/>
            </a:lvl1pPr>
          </a:lstStyle>
          <a:p>
            <a:pPr lvl="0"/>
            <a:r>
              <a:rPr lang="en-US"/>
              <a:t>Click to edit Master text styles</a:t>
            </a:r>
          </a:p>
        </p:txBody>
      </p:sp>
      <p:sp>
        <p:nvSpPr>
          <p:cNvPr id="10" name="Text Placeholder 8">
            <a:extLst>
              <a:ext uri="{FF2B5EF4-FFF2-40B4-BE49-F238E27FC236}">
                <a16:creationId xmlns:a16="http://schemas.microsoft.com/office/drawing/2014/main" id="{CD00439A-130B-4E04-85CB-DABD856B2FAA}"/>
              </a:ext>
            </a:extLst>
          </p:cNvPr>
          <p:cNvSpPr>
            <a:spLocks noGrp="1"/>
          </p:cNvSpPr>
          <p:nvPr>
            <p:ph type="body" sz="quarter" idx="13" hasCustomPrompt="1"/>
          </p:nvPr>
        </p:nvSpPr>
        <p:spPr>
          <a:xfrm>
            <a:off x="463295" y="682940"/>
            <a:ext cx="11277600" cy="757255"/>
          </a:xfrm>
          <a:prstGeom prst="rect">
            <a:avLst/>
          </a:prstGeom>
        </p:spPr>
        <p:txBody>
          <a:bodyPr lIns="0" tIns="0" rIns="0" bIns="0">
            <a:noAutofit/>
          </a:bodyPr>
          <a:lstStyle>
            <a:lvl1pPr marL="0" indent="0">
              <a:buNone/>
              <a:defRPr sz="1800" b="0">
                <a:solidFill>
                  <a:schemeClr val="tx2"/>
                </a:solidFill>
              </a:defRPr>
            </a:lvl1pPr>
          </a:lstStyle>
          <a:p>
            <a:pPr lvl="0"/>
            <a:r>
              <a:rPr lang="en-US" dirty="0"/>
              <a:t>Click to add subtitle</a:t>
            </a:r>
          </a:p>
        </p:txBody>
      </p:sp>
      <p:sp>
        <p:nvSpPr>
          <p:cNvPr id="11" name="Title Placeholder 1">
            <a:extLst>
              <a:ext uri="{FF2B5EF4-FFF2-40B4-BE49-F238E27FC236}">
                <a16:creationId xmlns:a16="http://schemas.microsoft.com/office/drawing/2014/main" id="{33B9B3F6-9F40-4388-9B79-8E0961AD2B9E}"/>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a:defRPr sz="2100">
                <a:latin typeface="+mj-lt"/>
              </a:defRPr>
            </a:lvl1pPr>
          </a:lstStyle>
          <a:p>
            <a:r>
              <a:rPr lang="en-US" dirty="0"/>
              <a:t>Click to add title</a:t>
            </a:r>
          </a:p>
        </p:txBody>
      </p:sp>
      <p:sp>
        <p:nvSpPr>
          <p:cNvPr id="13" name="Content Placeholder 3">
            <a:extLst>
              <a:ext uri="{FF2B5EF4-FFF2-40B4-BE49-F238E27FC236}">
                <a16:creationId xmlns:a16="http://schemas.microsoft.com/office/drawing/2014/main" id="{81AD6F48-ECFC-4B93-B043-AEA877E0937F}"/>
              </a:ext>
            </a:extLst>
          </p:cNvPr>
          <p:cNvSpPr>
            <a:spLocks noGrp="1"/>
          </p:cNvSpPr>
          <p:nvPr>
            <p:ph sz="quarter" idx="10"/>
          </p:nvPr>
        </p:nvSpPr>
        <p:spPr>
          <a:xfrm>
            <a:off x="463296" y="1719073"/>
            <a:ext cx="5480304" cy="4401943"/>
          </a:xfrm>
          <a:prstGeom prst="rect">
            <a:avLst/>
          </a:prstGeom>
        </p:spPr>
        <p:txBody>
          <a:bodyPr>
            <a:noAutofit/>
          </a:bodyPr>
          <a:lstStyle>
            <a:lvl1pPr marL="0" indent="0" algn="l">
              <a:buFontTx/>
              <a:buNone/>
              <a:tabLst>
                <a:tab pos="3771900" algn="r"/>
              </a:tabLst>
              <a:defRPr sz="1200"/>
            </a:lvl1pPr>
            <a:lvl2pPr marL="104775" indent="-104775" algn="l">
              <a:buClrTx/>
              <a:buSzPct val="100000"/>
              <a:buFont typeface="Arial" panose="020B0604020202020204" pitchFamily="34" charset="0"/>
              <a:buChar char="•"/>
              <a:tabLst>
                <a:tab pos="3771900" algn="r"/>
              </a:tabLst>
              <a:defRPr sz="1200"/>
            </a:lvl2pPr>
            <a:lvl3pPr marL="228600" indent="-104775" algn="l">
              <a:buClrTx/>
              <a:buSzPct val="100000"/>
              <a:buFont typeface="Arial" panose="020B0604020202020204" pitchFamily="34" charset="0"/>
              <a:buChar char="−"/>
              <a:tabLst>
                <a:tab pos="3771900" algn="r"/>
              </a:tabLst>
              <a:defRPr sz="1200"/>
            </a:lvl3pPr>
            <a:lvl4pPr marL="352425" indent="-104775" algn="l">
              <a:buClrTx/>
              <a:buSzPct val="100000"/>
              <a:buFont typeface="Arial" panose="020B0604020202020204" pitchFamily="34" charset="0"/>
              <a:buChar char="◦"/>
              <a:tabLst>
                <a:tab pos="3771900" algn="r"/>
              </a:tabLst>
              <a:defRPr sz="1200"/>
            </a:lvl4pPr>
            <a:lvl5pPr marL="476250" indent="-104775" algn="l">
              <a:buClrTx/>
              <a:buSzPct val="100000"/>
              <a:buFont typeface="Arial" panose="020B0604020202020204" pitchFamily="34" charset="0"/>
              <a:buChar char="−"/>
              <a:tabLst>
                <a:tab pos="3771900" algn="r"/>
              </a:tabLst>
              <a:defRPr sz="1200" baseline="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Tree>
    <p:extLst>
      <p:ext uri="{BB962C8B-B14F-4D97-AF65-F5344CB8AC3E}">
        <p14:creationId xmlns:p14="http://schemas.microsoft.com/office/powerpoint/2010/main" val="4049910670"/>
      </p:ext>
    </p:extLst>
  </p:cSld>
  <p:clrMapOvr>
    <a:masterClrMapping/>
  </p:clrMapOvr>
  <p:transition>
    <p:fade/>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2 chart">
    <p:spTree>
      <p:nvGrpSpPr>
        <p:cNvPr id="1" name=""/>
        <p:cNvGrpSpPr/>
        <p:nvPr/>
      </p:nvGrpSpPr>
      <p:grpSpPr>
        <a:xfrm>
          <a:off x="0" y="0"/>
          <a:ext cx="0" cy="0"/>
          <a:chOff x="0" y="0"/>
          <a:chExt cx="0" cy="0"/>
        </a:xfrm>
      </p:grpSpPr>
      <p:sp>
        <p:nvSpPr>
          <p:cNvPr id="6" name="Text Placeholder 5"/>
          <p:cNvSpPr>
            <a:spLocks noGrp="1"/>
          </p:cNvSpPr>
          <p:nvPr>
            <p:ph type="body" sz="quarter" idx="22"/>
          </p:nvPr>
        </p:nvSpPr>
        <p:spPr>
          <a:xfrm>
            <a:off x="6254379" y="1719073"/>
            <a:ext cx="5486516" cy="405939"/>
          </a:xfrm>
        </p:spPr>
        <p:txBody>
          <a:bodyPr>
            <a:noAutofit/>
          </a:bodyPr>
          <a:lstStyle>
            <a:lvl1pPr>
              <a:defRPr sz="1200"/>
            </a:lvl1pPr>
          </a:lstStyle>
          <a:p>
            <a:pPr lvl="0"/>
            <a:r>
              <a:rPr lang="en-US" noProof="0" dirty="0"/>
              <a:t>Click to edit Master text styles</a:t>
            </a:r>
          </a:p>
        </p:txBody>
      </p:sp>
      <p:sp>
        <p:nvSpPr>
          <p:cNvPr id="15" name="Text Placeholder 7"/>
          <p:cNvSpPr>
            <a:spLocks noGrp="1"/>
          </p:cNvSpPr>
          <p:nvPr>
            <p:ph type="body" sz="quarter" idx="23"/>
          </p:nvPr>
        </p:nvSpPr>
        <p:spPr>
          <a:xfrm>
            <a:off x="457201" y="6121016"/>
            <a:ext cx="11277599" cy="241685"/>
          </a:xfrm>
        </p:spPr>
        <p:txBody>
          <a:bodyPr>
            <a:noAutofit/>
          </a:bodyPr>
          <a:lstStyle>
            <a:lvl1pPr>
              <a:spcAft>
                <a:spcPts val="0"/>
              </a:spcAft>
              <a:defRPr sz="900"/>
            </a:lvl1pPr>
          </a:lstStyle>
          <a:p>
            <a:pPr lvl="0"/>
            <a:r>
              <a:rPr lang="en-US" dirty="0"/>
              <a:t>Click to edit Master text styles</a:t>
            </a:r>
          </a:p>
        </p:txBody>
      </p:sp>
      <p:sp>
        <p:nvSpPr>
          <p:cNvPr id="9" name="Chart Placeholder 2"/>
          <p:cNvSpPr>
            <a:spLocks noGrp="1"/>
          </p:cNvSpPr>
          <p:nvPr>
            <p:ph type="chart" sz="quarter" idx="24"/>
          </p:nvPr>
        </p:nvSpPr>
        <p:spPr>
          <a:xfrm>
            <a:off x="460271" y="2125011"/>
            <a:ext cx="5480304" cy="3996002"/>
          </a:xfrm>
        </p:spPr>
        <p:txBody>
          <a:bodyPr>
            <a:noAutofit/>
          </a:bodyPr>
          <a:lstStyle>
            <a:lvl1pPr>
              <a:defRPr sz="1200"/>
            </a:lvl1pPr>
          </a:lstStyle>
          <a:p>
            <a:r>
              <a:rPr lang="en-US" dirty="0"/>
              <a:t>Click icon to add chart</a:t>
            </a:r>
            <a:endParaRPr lang="en-GB" dirty="0"/>
          </a:p>
        </p:txBody>
      </p:sp>
      <p:sp>
        <p:nvSpPr>
          <p:cNvPr id="12" name="Text Placeholder 5"/>
          <p:cNvSpPr>
            <a:spLocks noGrp="1"/>
          </p:cNvSpPr>
          <p:nvPr>
            <p:ph type="body" sz="quarter" idx="25"/>
          </p:nvPr>
        </p:nvSpPr>
        <p:spPr>
          <a:xfrm>
            <a:off x="463296" y="1719073"/>
            <a:ext cx="5480304" cy="405939"/>
          </a:xfrm>
        </p:spPr>
        <p:txBody>
          <a:bodyPr>
            <a:noAutofit/>
          </a:bodyPr>
          <a:lstStyle>
            <a:lvl1pPr>
              <a:defRPr sz="1200"/>
            </a:lvl1pPr>
          </a:lstStyle>
          <a:p>
            <a:pPr lvl="0"/>
            <a:r>
              <a:rPr lang="en-US" noProof="0" dirty="0"/>
              <a:t>Click to edit Master text styles</a:t>
            </a:r>
          </a:p>
        </p:txBody>
      </p:sp>
      <p:sp>
        <p:nvSpPr>
          <p:cNvPr id="11" name="Chart Placeholder 2">
            <a:extLst>
              <a:ext uri="{FF2B5EF4-FFF2-40B4-BE49-F238E27FC236}">
                <a16:creationId xmlns:a16="http://schemas.microsoft.com/office/drawing/2014/main" id="{F1BD57FD-600D-430A-AB0C-89DFCC950E21}"/>
              </a:ext>
            </a:extLst>
          </p:cNvPr>
          <p:cNvSpPr>
            <a:spLocks noGrp="1"/>
          </p:cNvSpPr>
          <p:nvPr>
            <p:ph type="chart" sz="quarter" idx="26"/>
          </p:nvPr>
        </p:nvSpPr>
        <p:spPr>
          <a:xfrm>
            <a:off x="6248403" y="2125011"/>
            <a:ext cx="5486397" cy="3996000"/>
          </a:xfrm>
        </p:spPr>
        <p:txBody>
          <a:bodyPr>
            <a:noAutofit/>
          </a:bodyPr>
          <a:lstStyle>
            <a:lvl1pPr>
              <a:defRPr sz="1200"/>
            </a:lvl1pPr>
          </a:lstStyle>
          <a:p>
            <a:r>
              <a:rPr lang="en-US" dirty="0"/>
              <a:t>Click icon to add chart</a:t>
            </a:r>
            <a:endParaRPr lang="en-GB" dirty="0"/>
          </a:p>
        </p:txBody>
      </p:sp>
      <p:sp>
        <p:nvSpPr>
          <p:cNvPr id="13" name="Text Placeholder 8">
            <a:extLst>
              <a:ext uri="{FF2B5EF4-FFF2-40B4-BE49-F238E27FC236}">
                <a16:creationId xmlns:a16="http://schemas.microsoft.com/office/drawing/2014/main" id="{ACD26822-93FD-4865-A5E4-053695247E8C}"/>
              </a:ext>
            </a:extLst>
          </p:cNvPr>
          <p:cNvSpPr>
            <a:spLocks noGrp="1"/>
          </p:cNvSpPr>
          <p:nvPr>
            <p:ph type="body" sz="quarter" idx="13" hasCustomPrompt="1"/>
          </p:nvPr>
        </p:nvSpPr>
        <p:spPr>
          <a:xfrm>
            <a:off x="463295" y="682940"/>
            <a:ext cx="11277600" cy="757255"/>
          </a:xfrm>
          <a:prstGeom prst="rect">
            <a:avLst/>
          </a:prstGeom>
        </p:spPr>
        <p:txBody>
          <a:bodyPr lIns="0" tIns="0" rIns="0" bIns="0">
            <a:noAutofit/>
          </a:bodyPr>
          <a:lstStyle>
            <a:lvl1pPr marL="0" indent="0">
              <a:buNone/>
              <a:defRPr sz="1800" b="0">
                <a:solidFill>
                  <a:schemeClr val="tx2"/>
                </a:solidFill>
              </a:defRPr>
            </a:lvl1pPr>
          </a:lstStyle>
          <a:p>
            <a:pPr lvl="0"/>
            <a:r>
              <a:rPr lang="en-US" dirty="0"/>
              <a:t>Click to add subtitle</a:t>
            </a:r>
          </a:p>
        </p:txBody>
      </p:sp>
      <p:sp>
        <p:nvSpPr>
          <p:cNvPr id="16" name="Title Placeholder 1">
            <a:extLst>
              <a:ext uri="{FF2B5EF4-FFF2-40B4-BE49-F238E27FC236}">
                <a16:creationId xmlns:a16="http://schemas.microsoft.com/office/drawing/2014/main" id="{B7DE9340-98F1-4431-9CA2-BA6425441E81}"/>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a:defRPr sz="2100">
                <a:latin typeface="+mj-lt"/>
              </a:defRPr>
            </a:lvl1pPr>
          </a:lstStyle>
          <a:p>
            <a:r>
              <a:rPr lang="en-US" dirty="0"/>
              <a:t>Click to add title</a:t>
            </a:r>
          </a:p>
        </p:txBody>
      </p:sp>
    </p:spTree>
    <p:extLst>
      <p:ext uri="{BB962C8B-B14F-4D97-AF65-F5344CB8AC3E}">
        <p14:creationId xmlns:p14="http://schemas.microsoft.com/office/powerpoint/2010/main" val="1323439630"/>
      </p:ext>
    </p:extLst>
  </p:cSld>
  <p:clrMapOvr>
    <a:masterClrMapping/>
  </p:clrMapOvr>
  <p:transition>
    <p:fade/>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2 column content">
    <p:spTree>
      <p:nvGrpSpPr>
        <p:cNvPr id="1" name=""/>
        <p:cNvGrpSpPr/>
        <p:nvPr/>
      </p:nvGrpSpPr>
      <p:grpSpPr>
        <a:xfrm>
          <a:off x="0" y="0"/>
          <a:ext cx="0" cy="0"/>
          <a:chOff x="0" y="0"/>
          <a:chExt cx="0" cy="0"/>
        </a:xfrm>
      </p:grpSpPr>
      <p:sp>
        <p:nvSpPr>
          <p:cNvPr id="8" name="Content Placeholder 3"/>
          <p:cNvSpPr>
            <a:spLocks noGrp="1"/>
          </p:cNvSpPr>
          <p:nvPr>
            <p:ph sz="quarter" idx="16"/>
          </p:nvPr>
        </p:nvSpPr>
        <p:spPr>
          <a:xfrm>
            <a:off x="5450349" y="1718455"/>
            <a:ext cx="6290545" cy="4716463"/>
          </a:xfrm>
          <a:prstGeom prst="rect">
            <a:avLst/>
          </a:prstGeom>
        </p:spPr>
        <p:txBody>
          <a:bodyPr>
            <a:noAutofit/>
          </a:bodyPr>
          <a:lstStyle>
            <a:lvl1pPr marL="0" indent="0" algn="l">
              <a:buFontTx/>
              <a:buNone/>
              <a:tabLst>
                <a:tab pos="3771900" algn="r"/>
              </a:tabLst>
              <a:defRPr sz="1200"/>
            </a:lvl1pPr>
            <a:lvl2pPr marL="104775" indent="-104775" algn="l">
              <a:buClrTx/>
              <a:buSzPct val="100000"/>
              <a:buFont typeface="Arial" panose="020B0604020202020204" pitchFamily="34" charset="0"/>
              <a:buChar char="•"/>
              <a:tabLst>
                <a:tab pos="3771900" algn="r"/>
              </a:tabLst>
              <a:defRPr sz="1200"/>
            </a:lvl2pPr>
            <a:lvl3pPr marL="228600" indent="-104775" algn="l">
              <a:buClrTx/>
              <a:buSzPct val="100000"/>
              <a:buFont typeface="Arial" panose="020B0604020202020204" pitchFamily="34" charset="0"/>
              <a:buChar char="−"/>
              <a:tabLst>
                <a:tab pos="3771900" algn="r"/>
              </a:tabLst>
              <a:defRPr sz="1200"/>
            </a:lvl3pPr>
            <a:lvl4pPr marL="352425" indent="-104775" algn="l">
              <a:buClrTx/>
              <a:buSzPct val="100000"/>
              <a:buFont typeface="Arial" panose="020B0604020202020204" pitchFamily="34" charset="0"/>
              <a:buChar char="◦"/>
              <a:tabLst>
                <a:tab pos="3771900" algn="r"/>
              </a:tabLst>
              <a:defRPr sz="1200"/>
            </a:lvl4pPr>
            <a:lvl5pPr marL="476250" indent="-104775" algn="l">
              <a:buClrTx/>
              <a:buSzPct val="100000"/>
              <a:buFont typeface="Arial" panose="020B0604020202020204" pitchFamily="34" charset="0"/>
              <a:buChar char="−"/>
              <a:tabLst>
                <a:tab pos="3771900" algn="r"/>
              </a:tabLst>
              <a:defRPr sz="1200" baseline="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7" name="Text Placeholder 8">
            <a:extLst>
              <a:ext uri="{FF2B5EF4-FFF2-40B4-BE49-F238E27FC236}">
                <a16:creationId xmlns:a16="http://schemas.microsoft.com/office/drawing/2014/main" id="{834EAC11-4B6F-4989-ADAB-DCA27D91F556}"/>
              </a:ext>
            </a:extLst>
          </p:cNvPr>
          <p:cNvSpPr>
            <a:spLocks noGrp="1"/>
          </p:cNvSpPr>
          <p:nvPr>
            <p:ph type="body" sz="quarter" idx="13" hasCustomPrompt="1"/>
          </p:nvPr>
        </p:nvSpPr>
        <p:spPr>
          <a:xfrm>
            <a:off x="463295" y="682940"/>
            <a:ext cx="11277600" cy="757255"/>
          </a:xfrm>
          <a:prstGeom prst="rect">
            <a:avLst/>
          </a:prstGeom>
        </p:spPr>
        <p:txBody>
          <a:bodyPr lIns="0" tIns="0" rIns="0" bIns="0">
            <a:noAutofit/>
          </a:bodyPr>
          <a:lstStyle>
            <a:lvl1pPr marL="0" indent="0">
              <a:buNone/>
              <a:defRPr sz="1800" b="0">
                <a:solidFill>
                  <a:schemeClr val="tx2"/>
                </a:solidFill>
              </a:defRPr>
            </a:lvl1pPr>
          </a:lstStyle>
          <a:p>
            <a:pPr lvl="0"/>
            <a:r>
              <a:rPr lang="en-US" dirty="0"/>
              <a:t>Click to add subtitle</a:t>
            </a:r>
          </a:p>
        </p:txBody>
      </p:sp>
      <p:sp>
        <p:nvSpPr>
          <p:cNvPr id="9" name="Title Placeholder 1">
            <a:extLst>
              <a:ext uri="{FF2B5EF4-FFF2-40B4-BE49-F238E27FC236}">
                <a16:creationId xmlns:a16="http://schemas.microsoft.com/office/drawing/2014/main" id="{615E83D0-63FA-4C06-8888-31EF80337E8A}"/>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a:defRPr sz="2100">
                <a:latin typeface="+mj-lt"/>
              </a:defRPr>
            </a:lvl1pPr>
          </a:lstStyle>
          <a:p>
            <a:r>
              <a:rPr lang="en-US" dirty="0"/>
              <a:t>Click to add title</a:t>
            </a:r>
          </a:p>
        </p:txBody>
      </p:sp>
      <p:sp>
        <p:nvSpPr>
          <p:cNvPr id="12" name="Content Placeholder 3">
            <a:extLst>
              <a:ext uri="{FF2B5EF4-FFF2-40B4-BE49-F238E27FC236}">
                <a16:creationId xmlns:a16="http://schemas.microsoft.com/office/drawing/2014/main" id="{593F994E-D5B3-4236-9E8D-771F764DB8E8}"/>
              </a:ext>
            </a:extLst>
          </p:cNvPr>
          <p:cNvSpPr>
            <a:spLocks noGrp="1"/>
          </p:cNvSpPr>
          <p:nvPr>
            <p:ph sz="quarter" idx="10"/>
          </p:nvPr>
        </p:nvSpPr>
        <p:spPr>
          <a:xfrm>
            <a:off x="463296" y="1714500"/>
            <a:ext cx="4413504" cy="4648200"/>
          </a:xfrm>
          <a:prstGeom prst="rect">
            <a:avLst/>
          </a:prstGeom>
        </p:spPr>
        <p:txBody>
          <a:bodyPr>
            <a:noAutofit/>
          </a:bodyPr>
          <a:lstStyle>
            <a:lvl1pPr marL="0" indent="0" algn="l">
              <a:buFontTx/>
              <a:buNone/>
              <a:tabLst>
                <a:tab pos="3771900" algn="r"/>
              </a:tabLst>
              <a:defRPr sz="1200">
                <a:latin typeface="+mn-lt"/>
              </a:defRPr>
            </a:lvl1pPr>
            <a:lvl2pPr marL="104775" indent="-104775" algn="l">
              <a:buClrTx/>
              <a:buSzPct val="100000"/>
              <a:buFont typeface="Arial" panose="020B0604020202020204" pitchFamily="34" charset="0"/>
              <a:buChar char="•"/>
              <a:tabLst>
                <a:tab pos="3771900" algn="r"/>
              </a:tabLst>
              <a:defRPr sz="1200">
                <a:latin typeface="+mj-lt"/>
              </a:defRPr>
            </a:lvl2pPr>
            <a:lvl3pPr marL="228600" indent="-104775" algn="l">
              <a:buClrTx/>
              <a:buSzPct val="100000"/>
              <a:buFont typeface="Arial" panose="020B0604020202020204" pitchFamily="34" charset="0"/>
              <a:buChar char="−"/>
              <a:tabLst>
                <a:tab pos="3771900" algn="r"/>
              </a:tabLst>
              <a:defRPr sz="1200">
                <a:latin typeface="+mn-lt"/>
              </a:defRPr>
            </a:lvl3pPr>
            <a:lvl4pPr marL="352425" indent="-104775" algn="l">
              <a:buClrTx/>
              <a:buSzPct val="100000"/>
              <a:buFont typeface="Arial" panose="020B0604020202020204" pitchFamily="34" charset="0"/>
              <a:buChar char="◦"/>
              <a:tabLst>
                <a:tab pos="3771900" algn="r"/>
              </a:tabLst>
              <a:defRPr sz="1200">
                <a:latin typeface="+mn-lt"/>
              </a:defRPr>
            </a:lvl4pPr>
            <a:lvl5pPr marL="476250" indent="-104775" algn="l">
              <a:buClrTx/>
              <a:buSzPct val="100000"/>
              <a:buFont typeface="Arial" panose="020B0604020202020204" pitchFamily="34" charset="0"/>
              <a:buChar char="−"/>
              <a:tabLst>
                <a:tab pos="3771900" algn="r"/>
              </a:tabLst>
              <a:defRPr sz="1200" baseline="0">
                <a:latin typeface="+mn-lt"/>
              </a:defRPr>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Tree>
    <p:extLst>
      <p:ext uri="{BB962C8B-B14F-4D97-AF65-F5344CB8AC3E}">
        <p14:creationId xmlns:p14="http://schemas.microsoft.com/office/powerpoint/2010/main" val="3379672775"/>
      </p:ext>
    </p:extLst>
  </p:cSld>
  <p:clrMapOvr>
    <a:masterClrMapping/>
  </p:clrMapOvr>
  <p:transition>
    <p:fade/>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2 content with quote ">
    <p:spTree>
      <p:nvGrpSpPr>
        <p:cNvPr id="1" name=""/>
        <p:cNvGrpSpPr/>
        <p:nvPr/>
      </p:nvGrpSpPr>
      <p:grpSpPr>
        <a:xfrm>
          <a:off x="0" y="0"/>
          <a:ext cx="0" cy="0"/>
          <a:chOff x="0" y="0"/>
          <a:chExt cx="0" cy="0"/>
        </a:xfrm>
      </p:grpSpPr>
      <p:sp>
        <p:nvSpPr>
          <p:cNvPr id="6" name="Content Placeholder 3"/>
          <p:cNvSpPr>
            <a:spLocks noGrp="1"/>
          </p:cNvSpPr>
          <p:nvPr>
            <p:ph sz="quarter" idx="10"/>
          </p:nvPr>
        </p:nvSpPr>
        <p:spPr>
          <a:xfrm>
            <a:off x="8192978" y="1737504"/>
            <a:ext cx="3547917" cy="4644248"/>
          </a:xfrm>
          <a:prstGeom prst="rect">
            <a:avLst/>
          </a:prstGeom>
        </p:spPr>
        <p:txBody>
          <a:bodyPr>
            <a:noAutofit/>
          </a:bodyPr>
          <a:lstStyle>
            <a:lvl1pPr>
              <a:tabLst>
                <a:tab pos="3771900" algn="r"/>
              </a:tabLst>
              <a:defRPr sz="1800">
                <a:solidFill>
                  <a:schemeClr val="accent3"/>
                </a:solidFill>
              </a:defRPr>
            </a:lvl1pPr>
            <a:lvl2pPr>
              <a:tabLst>
                <a:tab pos="3771900" algn="r"/>
              </a:tabLst>
              <a:defRPr/>
            </a:lvl2pPr>
            <a:lvl3pPr>
              <a:tabLst>
                <a:tab pos="3771900" algn="r"/>
              </a:tabLst>
              <a:defRPr/>
            </a:lvl3pPr>
            <a:lvl4pPr>
              <a:tabLst>
                <a:tab pos="3771900" algn="r"/>
              </a:tabLst>
              <a:defRPr/>
            </a:lvl4pPr>
            <a:lvl5pPr>
              <a:tabLst>
                <a:tab pos="3771900" algn="r"/>
              </a:tabLst>
              <a:defRPr baseline="0"/>
            </a:lvl5pPr>
          </a:lstStyle>
          <a:p>
            <a:pPr lvl="0"/>
            <a:r>
              <a:rPr lang="en-US" noProof="0"/>
              <a:t>Click to edit Master text styles</a:t>
            </a:r>
          </a:p>
        </p:txBody>
      </p:sp>
      <p:sp>
        <p:nvSpPr>
          <p:cNvPr id="8" name="Content Placeholder 3"/>
          <p:cNvSpPr>
            <a:spLocks noGrp="1"/>
          </p:cNvSpPr>
          <p:nvPr>
            <p:ph sz="quarter" idx="16"/>
          </p:nvPr>
        </p:nvSpPr>
        <p:spPr>
          <a:xfrm>
            <a:off x="473296" y="1718454"/>
            <a:ext cx="7400704" cy="4644247"/>
          </a:xfrm>
          <a:prstGeom prst="rect">
            <a:avLst/>
          </a:prstGeom>
        </p:spPr>
        <p:txBody>
          <a:bodyPr>
            <a:noAutofit/>
          </a:bodyPr>
          <a:lstStyle>
            <a:lvl1pPr marL="0" indent="0" algn="l">
              <a:buFontTx/>
              <a:buNone/>
              <a:tabLst>
                <a:tab pos="3771900" algn="r"/>
              </a:tabLst>
              <a:defRPr sz="1200"/>
            </a:lvl1pPr>
            <a:lvl2pPr marL="104775" indent="-104775" algn="l">
              <a:buClrTx/>
              <a:buSzPct val="100000"/>
              <a:buFont typeface="Arial" panose="020B0604020202020204" pitchFamily="34" charset="0"/>
              <a:buChar char="•"/>
              <a:tabLst>
                <a:tab pos="3771900" algn="r"/>
              </a:tabLst>
              <a:defRPr sz="1200"/>
            </a:lvl2pPr>
            <a:lvl3pPr marL="228600" indent="-104775" algn="l">
              <a:buClrTx/>
              <a:buSzPct val="100000"/>
              <a:buFont typeface="Arial" panose="020B0604020202020204" pitchFamily="34" charset="0"/>
              <a:buChar char="−"/>
              <a:tabLst>
                <a:tab pos="3771900" algn="r"/>
              </a:tabLst>
              <a:defRPr sz="1200"/>
            </a:lvl3pPr>
            <a:lvl4pPr marL="352425" indent="-104775" algn="l">
              <a:buClrTx/>
              <a:buSzPct val="100000"/>
              <a:buFont typeface="Arial" panose="020B0604020202020204" pitchFamily="34" charset="0"/>
              <a:buChar char="◦"/>
              <a:tabLst>
                <a:tab pos="3771900" algn="r"/>
              </a:tabLst>
              <a:defRPr sz="1200"/>
            </a:lvl4pPr>
            <a:lvl5pPr marL="476250" indent="-104775" algn="l">
              <a:buClrTx/>
              <a:buSzPct val="100000"/>
              <a:buFont typeface="Arial" panose="020B0604020202020204" pitchFamily="34" charset="0"/>
              <a:buChar char="−"/>
              <a:tabLst>
                <a:tab pos="3771900" algn="r"/>
              </a:tabLst>
              <a:defRPr sz="1200" baseline="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7" name="Text Placeholder 8">
            <a:extLst>
              <a:ext uri="{FF2B5EF4-FFF2-40B4-BE49-F238E27FC236}">
                <a16:creationId xmlns:a16="http://schemas.microsoft.com/office/drawing/2014/main" id="{D58FC9CF-4F37-4309-BF5F-E64AE49426F2}"/>
              </a:ext>
            </a:extLst>
          </p:cNvPr>
          <p:cNvSpPr>
            <a:spLocks noGrp="1"/>
          </p:cNvSpPr>
          <p:nvPr>
            <p:ph type="body" sz="quarter" idx="13" hasCustomPrompt="1"/>
          </p:nvPr>
        </p:nvSpPr>
        <p:spPr>
          <a:xfrm>
            <a:off x="463295" y="682940"/>
            <a:ext cx="11277600" cy="757255"/>
          </a:xfrm>
          <a:prstGeom prst="rect">
            <a:avLst/>
          </a:prstGeom>
        </p:spPr>
        <p:txBody>
          <a:bodyPr lIns="0" tIns="0" rIns="0" bIns="0">
            <a:noAutofit/>
          </a:bodyPr>
          <a:lstStyle>
            <a:lvl1pPr marL="0" indent="0">
              <a:buNone/>
              <a:defRPr sz="1800" b="0">
                <a:solidFill>
                  <a:schemeClr val="tx2"/>
                </a:solidFill>
              </a:defRPr>
            </a:lvl1pPr>
          </a:lstStyle>
          <a:p>
            <a:pPr lvl="0"/>
            <a:r>
              <a:rPr lang="en-US" dirty="0"/>
              <a:t>Click to add subtitle</a:t>
            </a:r>
          </a:p>
        </p:txBody>
      </p:sp>
      <p:sp>
        <p:nvSpPr>
          <p:cNvPr id="9" name="Title Placeholder 1">
            <a:extLst>
              <a:ext uri="{FF2B5EF4-FFF2-40B4-BE49-F238E27FC236}">
                <a16:creationId xmlns:a16="http://schemas.microsoft.com/office/drawing/2014/main" id="{6999054A-E358-4B12-B841-DE440A68D9B1}"/>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a:defRPr sz="2100">
                <a:latin typeface="+mj-lt"/>
              </a:defRPr>
            </a:lvl1pPr>
          </a:lstStyle>
          <a:p>
            <a:r>
              <a:rPr lang="en-US" dirty="0"/>
              <a:t>Click to add title</a:t>
            </a:r>
          </a:p>
        </p:txBody>
      </p:sp>
    </p:spTree>
    <p:extLst>
      <p:ext uri="{BB962C8B-B14F-4D97-AF65-F5344CB8AC3E}">
        <p14:creationId xmlns:p14="http://schemas.microsoft.com/office/powerpoint/2010/main" val="3797564648"/>
      </p:ext>
    </p:extLst>
  </p:cSld>
  <p:clrMapOvr>
    <a:masterClrMapping/>
  </p:clrMapOvr>
  <p:transition>
    <p:fade/>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3 chart">
    <p:spTree>
      <p:nvGrpSpPr>
        <p:cNvPr id="1" name=""/>
        <p:cNvGrpSpPr/>
        <p:nvPr/>
      </p:nvGrpSpPr>
      <p:grpSpPr>
        <a:xfrm>
          <a:off x="0" y="0"/>
          <a:ext cx="0" cy="0"/>
          <a:chOff x="0" y="0"/>
          <a:chExt cx="0" cy="0"/>
        </a:xfrm>
      </p:grpSpPr>
      <p:sp>
        <p:nvSpPr>
          <p:cNvPr id="17" name="Chart Placeholder 3"/>
          <p:cNvSpPr>
            <a:spLocks noGrp="1"/>
          </p:cNvSpPr>
          <p:nvPr>
            <p:ph type="chart" sz="quarter" idx="15"/>
          </p:nvPr>
        </p:nvSpPr>
        <p:spPr>
          <a:xfrm>
            <a:off x="461468" y="2115797"/>
            <a:ext cx="3549549" cy="4005216"/>
          </a:xfrm>
          <a:prstGeom prst="rect">
            <a:avLst/>
          </a:prstGeom>
        </p:spPr>
        <p:txBody>
          <a:bodyPr>
            <a:noAutofit/>
          </a:bodyPr>
          <a:lstStyle>
            <a:lvl1pPr>
              <a:defRPr sz="1200"/>
            </a:lvl1pPr>
          </a:lstStyle>
          <a:p>
            <a:r>
              <a:rPr lang="en-US" noProof="0"/>
              <a:t>Click icon to add chart</a:t>
            </a:r>
            <a:endParaRPr lang="en-US" noProof="0" dirty="0"/>
          </a:p>
        </p:txBody>
      </p:sp>
      <p:sp>
        <p:nvSpPr>
          <p:cNvPr id="18" name="Text Placeholder 8"/>
          <p:cNvSpPr>
            <a:spLocks noGrp="1"/>
          </p:cNvSpPr>
          <p:nvPr>
            <p:ph type="body" sz="quarter" idx="18"/>
          </p:nvPr>
        </p:nvSpPr>
        <p:spPr>
          <a:xfrm>
            <a:off x="459119" y="1722943"/>
            <a:ext cx="3549549" cy="392112"/>
          </a:xfrm>
        </p:spPr>
        <p:txBody>
          <a:bodyPr>
            <a:noAutofit/>
          </a:bodyPr>
          <a:lstStyle>
            <a:lvl1pPr>
              <a:defRPr sz="1200"/>
            </a:lvl1pPr>
          </a:lstStyle>
          <a:p>
            <a:pPr lvl="0"/>
            <a:r>
              <a:rPr lang="en-US" noProof="0" dirty="0"/>
              <a:t>Click to edit Master text styles</a:t>
            </a:r>
          </a:p>
        </p:txBody>
      </p:sp>
      <p:sp>
        <p:nvSpPr>
          <p:cNvPr id="12" name="Text Placeholder 7"/>
          <p:cNvSpPr>
            <a:spLocks noGrp="1"/>
          </p:cNvSpPr>
          <p:nvPr>
            <p:ph type="body" sz="quarter" idx="23"/>
          </p:nvPr>
        </p:nvSpPr>
        <p:spPr>
          <a:xfrm>
            <a:off x="461468" y="6121016"/>
            <a:ext cx="11277600" cy="241685"/>
          </a:xfrm>
        </p:spPr>
        <p:txBody>
          <a:bodyPr>
            <a:noAutofit/>
          </a:bodyPr>
          <a:lstStyle>
            <a:lvl1pPr>
              <a:spcAft>
                <a:spcPts val="0"/>
              </a:spcAft>
              <a:defRPr sz="900"/>
            </a:lvl1pPr>
          </a:lstStyle>
          <a:p>
            <a:pPr lvl="0"/>
            <a:r>
              <a:rPr lang="en-US" noProof="0"/>
              <a:t>Click to edit Master text styles</a:t>
            </a:r>
          </a:p>
        </p:txBody>
      </p:sp>
      <p:sp>
        <p:nvSpPr>
          <p:cNvPr id="19" name="Chart Placeholder 3">
            <a:extLst>
              <a:ext uri="{FF2B5EF4-FFF2-40B4-BE49-F238E27FC236}">
                <a16:creationId xmlns:a16="http://schemas.microsoft.com/office/drawing/2014/main" id="{16889619-7368-4B21-B502-003FD717C954}"/>
              </a:ext>
            </a:extLst>
          </p:cNvPr>
          <p:cNvSpPr>
            <a:spLocks noGrp="1"/>
          </p:cNvSpPr>
          <p:nvPr>
            <p:ph type="chart" sz="quarter" idx="24"/>
          </p:nvPr>
        </p:nvSpPr>
        <p:spPr>
          <a:xfrm>
            <a:off x="4323575" y="2115798"/>
            <a:ext cx="3549549" cy="4005216"/>
          </a:xfrm>
          <a:prstGeom prst="rect">
            <a:avLst/>
          </a:prstGeom>
        </p:spPr>
        <p:txBody>
          <a:bodyPr>
            <a:noAutofit/>
          </a:bodyPr>
          <a:lstStyle>
            <a:lvl1pPr>
              <a:defRPr sz="1200"/>
            </a:lvl1pPr>
          </a:lstStyle>
          <a:p>
            <a:r>
              <a:rPr lang="en-US" noProof="0"/>
              <a:t>Click icon to add chart</a:t>
            </a:r>
            <a:endParaRPr lang="en-US" noProof="0" dirty="0"/>
          </a:p>
        </p:txBody>
      </p:sp>
      <p:sp>
        <p:nvSpPr>
          <p:cNvPr id="20" name="Text Placeholder 8">
            <a:extLst>
              <a:ext uri="{FF2B5EF4-FFF2-40B4-BE49-F238E27FC236}">
                <a16:creationId xmlns:a16="http://schemas.microsoft.com/office/drawing/2014/main" id="{7536B633-26E6-47E5-A809-A97D26199C41}"/>
              </a:ext>
            </a:extLst>
          </p:cNvPr>
          <p:cNvSpPr>
            <a:spLocks noGrp="1"/>
          </p:cNvSpPr>
          <p:nvPr>
            <p:ph type="body" sz="quarter" idx="25"/>
          </p:nvPr>
        </p:nvSpPr>
        <p:spPr>
          <a:xfrm>
            <a:off x="4321226" y="1722944"/>
            <a:ext cx="3549549" cy="392112"/>
          </a:xfrm>
        </p:spPr>
        <p:txBody>
          <a:bodyPr>
            <a:noAutofit/>
          </a:bodyPr>
          <a:lstStyle>
            <a:lvl1pPr>
              <a:defRPr sz="1200"/>
            </a:lvl1pPr>
          </a:lstStyle>
          <a:p>
            <a:pPr lvl="0"/>
            <a:r>
              <a:rPr lang="en-US" noProof="0" dirty="0"/>
              <a:t>Click to edit Master text styles</a:t>
            </a:r>
          </a:p>
        </p:txBody>
      </p:sp>
      <p:sp>
        <p:nvSpPr>
          <p:cNvPr id="21" name="Chart Placeholder 3">
            <a:extLst>
              <a:ext uri="{FF2B5EF4-FFF2-40B4-BE49-F238E27FC236}">
                <a16:creationId xmlns:a16="http://schemas.microsoft.com/office/drawing/2014/main" id="{B4691CB5-FF7F-4DAF-80B3-769541086497}"/>
              </a:ext>
            </a:extLst>
          </p:cNvPr>
          <p:cNvSpPr>
            <a:spLocks noGrp="1"/>
          </p:cNvSpPr>
          <p:nvPr>
            <p:ph type="chart" sz="quarter" idx="26"/>
          </p:nvPr>
        </p:nvSpPr>
        <p:spPr>
          <a:xfrm>
            <a:off x="8193695" y="2115798"/>
            <a:ext cx="3549549" cy="4005216"/>
          </a:xfrm>
          <a:prstGeom prst="rect">
            <a:avLst/>
          </a:prstGeom>
        </p:spPr>
        <p:txBody>
          <a:bodyPr>
            <a:noAutofit/>
          </a:bodyPr>
          <a:lstStyle>
            <a:lvl1pPr>
              <a:defRPr sz="1200"/>
            </a:lvl1pPr>
          </a:lstStyle>
          <a:p>
            <a:r>
              <a:rPr lang="en-US" noProof="0"/>
              <a:t>Click icon to add chart</a:t>
            </a:r>
            <a:endParaRPr lang="en-US" noProof="0" dirty="0"/>
          </a:p>
        </p:txBody>
      </p:sp>
      <p:sp>
        <p:nvSpPr>
          <p:cNvPr id="22" name="Text Placeholder 8">
            <a:extLst>
              <a:ext uri="{FF2B5EF4-FFF2-40B4-BE49-F238E27FC236}">
                <a16:creationId xmlns:a16="http://schemas.microsoft.com/office/drawing/2014/main" id="{D8875204-BB59-4C5F-ABB1-D0ECEC5A0701}"/>
              </a:ext>
            </a:extLst>
          </p:cNvPr>
          <p:cNvSpPr>
            <a:spLocks noGrp="1"/>
          </p:cNvSpPr>
          <p:nvPr>
            <p:ph type="body" sz="quarter" idx="27"/>
          </p:nvPr>
        </p:nvSpPr>
        <p:spPr>
          <a:xfrm>
            <a:off x="8191346" y="1722944"/>
            <a:ext cx="3549549" cy="392112"/>
          </a:xfrm>
        </p:spPr>
        <p:txBody>
          <a:bodyPr>
            <a:noAutofit/>
          </a:bodyPr>
          <a:lstStyle>
            <a:lvl1pPr>
              <a:defRPr sz="1200"/>
            </a:lvl1pPr>
          </a:lstStyle>
          <a:p>
            <a:pPr lvl="0"/>
            <a:r>
              <a:rPr lang="en-US" noProof="0" dirty="0"/>
              <a:t>Click to edit Master text styles</a:t>
            </a:r>
          </a:p>
        </p:txBody>
      </p:sp>
      <p:sp>
        <p:nvSpPr>
          <p:cNvPr id="23" name="Text Placeholder 8">
            <a:extLst>
              <a:ext uri="{FF2B5EF4-FFF2-40B4-BE49-F238E27FC236}">
                <a16:creationId xmlns:a16="http://schemas.microsoft.com/office/drawing/2014/main" id="{272C8D47-97C8-4E6F-91CC-C3AB406C1C26}"/>
              </a:ext>
            </a:extLst>
          </p:cNvPr>
          <p:cNvSpPr>
            <a:spLocks noGrp="1"/>
          </p:cNvSpPr>
          <p:nvPr>
            <p:ph type="body" sz="quarter" idx="13" hasCustomPrompt="1"/>
          </p:nvPr>
        </p:nvSpPr>
        <p:spPr>
          <a:xfrm>
            <a:off x="463295" y="682940"/>
            <a:ext cx="11277600" cy="757255"/>
          </a:xfrm>
          <a:prstGeom prst="rect">
            <a:avLst/>
          </a:prstGeom>
        </p:spPr>
        <p:txBody>
          <a:bodyPr lIns="0" tIns="0" rIns="0" bIns="0">
            <a:noAutofit/>
          </a:bodyPr>
          <a:lstStyle>
            <a:lvl1pPr marL="0" indent="0">
              <a:buNone/>
              <a:defRPr sz="1800" b="0">
                <a:solidFill>
                  <a:schemeClr val="tx2"/>
                </a:solidFill>
              </a:defRPr>
            </a:lvl1pPr>
          </a:lstStyle>
          <a:p>
            <a:pPr lvl="0"/>
            <a:r>
              <a:rPr lang="en-US" dirty="0"/>
              <a:t>Click to add subtitle</a:t>
            </a:r>
          </a:p>
        </p:txBody>
      </p:sp>
      <p:sp>
        <p:nvSpPr>
          <p:cNvPr id="24" name="Title Placeholder 1">
            <a:extLst>
              <a:ext uri="{FF2B5EF4-FFF2-40B4-BE49-F238E27FC236}">
                <a16:creationId xmlns:a16="http://schemas.microsoft.com/office/drawing/2014/main" id="{D65F0445-032D-4E6A-83EC-59A2184ED5F6}"/>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a:defRPr sz="2100">
                <a:latin typeface="+mj-lt"/>
              </a:defRPr>
            </a:lvl1pPr>
          </a:lstStyle>
          <a:p>
            <a:r>
              <a:rPr lang="en-US" dirty="0"/>
              <a:t>Click to add title</a:t>
            </a:r>
          </a:p>
        </p:txBody>
      </p:sp>
    </p:spTree>
    <p:extLst>
      <p:ext uri="{BB962C8B-B14F-4D97-AF65-F5344CB8AC3E}">
        <p14:creationId xmlns:p14="http://schemas.microsoft.com/office/powerpoint/2010/main" val="1458621459"/>
      </p:ext>
    </p:extLst>
  </p:cSld>
  <p:clrMapOvr>
    <a:masterClrMapping/>
  </p:clrMapOvr>
  <p:transition>
    <p:fade/>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eam profile">
    <p:spTree>
      <p:nvGrpSpPr>
        <p:cNvPr id="1" name=""/>
        <p:cNvGrpSpPr/>
        <p:nvPr/>
      </p:nvGrpSpPr>
      <p:grpSpPr>
        <a:xfrm>
          <a:off x="0" y="0"/>
          <a:ext cx="0" cy="0"/>
          <a:chOff x="0" y="0"/>
          <a:chExt cx="0" cy="0"/>
        </a:xfrm>
      </p:grpSpPr>
      <p:sp>
        <p:nvSpPr>
          <p:cNvPr id="4" name="Picture Placeholder 6"/>
          <p:cNvSpPr>
            <a:spLocks noGrp="1"/>
          </p:cNvSpPr>
          <p:nvPr>
            <p:ph type="pic" sz="quarter" idx="13"/>
          </p:nvPr>
        </p:nvSpPr>
        <p:spPr>
          <a:xfrm>
            <a:off x="481764" y="1727251"/>
            <a:ext cx="2712000" cy="1260000"/>
          </a:xfrm>
        </p:spPr>
        <p:txBody>
          <a:bodyPr lIns="0" tIns="0" rIns="0" bIns="0">
            <a:noAutofit/>
          </a:bodyPr>
          <a:lstStyle>
            <a:lvl1pPr>
              <a:defRPr sz="1200"/>
            </a:lvl1pPr>
          </a:lstStyle>
          <a:p>
            <a:r>
              <a:rPr lang="en-US" noProof="0"/>
              <a:t>Click icon to add picture</a:t>
            </a:r>
            <a:endParaRPr lang="en-US" noProof="0" dirty="0"/>
          </a:p>
        </p:txBody>
      </p:sp>
      <p:sp>
        <p:nvSpPr>
          <p:cNvPr id="5" name="Picture Placeholder 6"/>
          <p:cNvSpPr>
            <a:spLocks noGrp="1"/>
          </p:cNvSpPr>
          <p:nvPr>
            <p:ph type="pic" sz="quarter" idx="14"/>
          </p:nvPr>
        </p:nvSpPr>
        <p:spPr>
          <a:xfrm>
            <a:off x="3330040" y="1727251"/>
            <a:ext cx="2712000" cy="1260000"/>
          </a:xfrm>
        </p:spPr>
        <p:txBody>
          <a:bodyPr lIns="0" tIns="0" rIns="0" bIns="0">
            <a:noAutofit/>
          </a:bodyPr>
          <a:lstStyle>
            <a:lvl1pPr>
              <a:defRPr sz="1200"/>
            </a:lvl1pPr>
          </a:lstStyle>
          <a:p>
            <a:r>
              <a:rPr lang="en-US" noProof="0" dirty="0"/>
              <a:t>Click icon to add picture</a:t>
            </a:r>
          </a:p>
        </p:txBody>
      </p:sp>
      <p:sp>
        <p:nvSpPr>
          <p:cNvPr id="6" name="Picture Placeholder 6"/>
          <p:cNvSpPr>
            <a:spLocks noGrp="1"/>
          </p:cNvSpPr>
          <p:nvPr>
            <p:ph type="pic" sz="quarter" idx="15"/>
          </p:nvPr>
        </p:nvSpPr>
        <p:spPr>
          <a:xfrm>
            <a:off x="6171687" y="1727251"/>
            <a:ext cx="2712000" cy="1260000"/>
          </a:xfrm>
        </p:spPr>
        <p:txBody>
          <a:bodyPr lIns="0" tIns="0" rIns="0" bIns="0">
            <a:noAutofit/>
          </a:bodyPr>
          <a:lstStyle>
            <a:lvl1pPr>
              <a:defRPr sz="1200"/>
            </a:lvl1pPr>
          </a:lstStyle>
          <a:p>
            <a:r>
              <a:rPr lang="en-US" noProof="0"/>
              <a:t>Click icon to add picture</a:t>
            </a:r>
            <a:endParaRPr lang="en-US" noProof="0" dirty="0"/>
          </a:p>
        </p:txBody>
      </p:sp>
      <p:sp>
        <p:nvSpPr>
          <p:cNvPr id="7" name="Picture Placeholder 6"/>
          <p:cNvSpPr>
            <a:spLocks noGrp="1"/>
          </p:cNvSpPr>
          <p:nvPr>
            <p:ph type="pic" sz="quarter" idx="16"/>
          </p:nvPr>
        </p:nvSpPr>
        <p:spPr>
          <a:xfrm>
            <a:off x="9020883" y="1727251"/>
            <a:ext cx="2712000" cy="1260000"/>
          </a:xfrm>
        </p:spPr>
        <p:txBody>
          <a:bodyPr lIns="0" tIns="0" rIns="0" bIns="0">
            <a:noAutofit/>
          </a:bodyPr>
          <a:lstStyle>
            <a:lvl1pPr>
              <a:defRPr sz="1200"/>
            </a:lvl1pPr>
          </a:lstStyle>
          <a:p>
            <a:r>
              <a:rPr lang="en-US" noProof="0"/>
              <a:t>Click icon to add picture</a:t>
            </a:r>
            <a:endParaRPr lang="en-US" noProof="0" dirty="0"/>
          </a:p>
        </p:txBody>
      </p:sp>
      <p:sp>
        <p:nvSpPr>
          <p:cNvPr id="9" name="Text Placeholder 8"/>
          <p:cNvSpPr>
            <a:spLocks noGrp="1"/>
          </p:cNvSpPr>
          <p:nvPr>
            <p:ph type="body" sz="quarter" idx="17"/>
          </p:nvPr>
        </p:nvSpPr>
        <p:spPr>
          <a:xfrm>
            <a:off x="473297" y="3124200"/>
            <a:ext cx="2720468" cy="3238500"/>
          </a:xfrm>
        </p:spPr>
        <p:txBody>
          <a:bodyPr>
            <a:noAutofit/>
          </a:bodyPr>
          <a:lstStyle>
            <a:lvl1pPr marL="0" indent="0" algn="l">
              <a:buFontTx/>
              <a:buNone/>
              <a:defRPr sz="1200" b="1">
                <a:solidFill>
                  <a:schemeClr val="accent1"/>
                </a:solidFill>
              </a:defRPr>
            </a:lvl1pPr>
            <a:lvl2pPr marL="104775" indent="-104775" algn="l">
              <a:spcAft>
                <a:spcPts val="0"/>
              </a:spcAft>
              <a:buClrTx/>
              <a:buSzPct val="100000"/>
              <a:buFont typeface="Arial" panose="020B0604020202020204" pitchFamily="34" charset="0"/>
              <a:buChar char="•"/>
              <a:defRPr sz="1200"/>
            </a:lvl2pPr>
            <a:lvl3pPr marL="228600" indent="-104775" algn="l">
              <a:spcAft>
                <a:spcPts val="0"/>
              </a:spcAft>
              <a:buClrTx/>
              <a:buSzPct val="100000"/>
              <a:buFont typeface="Arial" panose="020B0604020202020204" pitchFamily="34" charset="0"/>
              <a:buChar char="−"/>
              <a:defRPr sz="1200"/>
            </a:lvl3pPr>
            <a:lvl4pPr marL="352425" indent="-104775" algn="l">
              <a:spcAft>
                <a:spcPts val="0"/>
              </a:spcAft>
              <a:buClrTx/>
              <a:buSzPct val="100000"/>
              <a:buFont typeface="Arial" panose="020B0604020202020204" pitchFamily="34" charset="0"/>
              <a:buChar char="◦"/>
              <a:defRPr sz="1200"/>
            </a:lvl4pPr>
            <a:lvl5pPr marL="476250" indent="-104775" algn="l">
              <a:spcAft>
                <a:spcPts val="0"/>
              </a:spcAft>
              <a:buClrTx/>
              <a:buSzPct val="100000"/>
              <a:buFont typeface="Arial" panose="020B0604020202020204" pitchFamily="34" charset="0"/>
              <a:buChar char="−"/>
              <a:defRPr sz="1200" baseline="0"/>
            </a:lvl5pPr>
            <a:lvl6pPr marL="267300" indent="-132300">
              <a:spcAft>
                <a:spcPts val="0"/>
              </a:spcAft>
              <a:buFont typeface="Verdana" panose="020B0604030504040204" pitchFamily="34" charset="0"/>
              <a:buChar char="−"/>
              <a:defRPr/>
            </a:lvl6pPr>
            <a:lvl7pPr marL="267300" indent="-132300">
              <a:spcAft>
                <a:spcPts val="0"/>
              </a:spcAft>
              <a:defRPr/>
            </a:lvl7pPr>
            <a:lvl8pPr marL="267300" indent="-132300">
              <a:spcAft>
                <a:spcPts val="0"/>
              </a:spcAft>
              <a:defRPr/>
            </a:lvl8pPr>
            <a:lvl9pPr marL="267300" indent="-132300">
              <a:spcAft>
                <a:spcPts val="0"/>
              </a:spcAft>
              <a:defRPr/>
            </a:lvl9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0" name="Text Placeholder 8"/>
          <p:cNvSpPr>
            <a:spLocks noGrp="1"/>
          </p:cNvSpPr>
          <p:nvPr>
            <p:ph type="body" sz="quarter" idx="18"/>
          </p:nvPr>
        </p:nvSpPr>
        <p:spPr>
          <a:xfrm>
            <a:off x="6171687" y="3120553"/>
            <a:ext cx="2712000" cy="3238500"/>
          </a:xfrm>
        </p:spPr>
        <p:txBody>
          <a:bodyPr>
            <a:noAutofit/>
          </a:bodyPr>
          <a:lstStyle>
            <a:lvl1pPr marL="0" indent="0" algn="l">
              <a:buFontTx/>
              <a:buNone/>
              <a:defRPr sz="1200" b="1">
                <a:solidFill>
                  <a:schemeClr val="accent1"/>
                </a:solidFill>
              </a:defRPr>
            </a:lvl1pPr>
            <a:lvl2pPr marL="104775" indent="-104775" algn="l">
              <a:spcAft>
                <a:spcPts val="0"/>
              </a:spcAft>
              <a:buClrTx/>
              <a:buSzPct val="100000"/>
              <a:buFont typeface="Arial" panose="020B0604020202020204" pitchFamily="34" charset="0"/>
              <a:buChar char="•"/>
              <a:defRPr sz="1200"/>
            </a:lvl2pPr>
            <a:lvl3pPr marL="228600" indent="-104775" algn="l">
              <a:spcAft>
                <a:spcPts val="0"/>
              </a:spcAft>
              <a:buClrTx/>
              <a:buSzPct val="100000"/>
              <a:buFont typeface="Arial" panose="020B0604020202020204" pitchFamily="34" charset="0"/>
              <a:buChar char="−"/>
              <a:defRPr sz="1200"/>
            </a:lvl3pPr>
            <a:lvl4pPr marL="352425" indent="-104775" algn="l">
              <a:spcAft>
                <a:spcPts val="0"/>
              </a:spcAft>
              <a:buClrTx/>
              <a:buSzPct val="100000"/>
              <a:buFont typeface="Arial" panose="020B0604020202020204" pitchFamily="34" charset="0"/>
              <a:buChar char="◦"/>
              <a:defRPr sz="1200"/>
            </a:lvl4pPr>
            <a:lvl5pPr marL="476250" indent="-104775" algn="l">
              <a:spcAft>
                <a:spcPts val="0"/>
              </a:spcAft>
              <a:buClrTx/>
              <a:buSzPct val="100000"/>
              <a:buFont typeface="Arial" panose="020B0604020202020204" pitchFamily="34" charset="0"/>
              <a:buChar char="−"/>
              <a:defRPr sz="1200" baseline="0"/>
            </a:lvl5pPr>
            <a:lvl6pPr marL="267300" indent="-132300">
              <a:spcAft>
                <a:spcPts val="0"/>
              </a:spcAft>
              <a:buFont typeface="Verdana" panose="020B0604030504040204" pitchFamily="34" charset="0"/>
              <a:buChar char="−"/>
              <a:defRPr/>
            </a:lvl6pPr>
            <a:lvl7pPr marL="267300" indent="-132300">
              <a:spcAft>
                <a:spcPts val="0"/>
              </a:spcAft>
              <a:defRPr/>
            </a:lvl7pPr>
            <a:lvl8pPr marL="267300" indent="-132300">
              <a:spcAft>
                <a:spcPts val="0"/>
              </a:spcAft>
              <a:defRPr/>
            </a:lvl8pPr>
            <a:lvl9pPr marL="267300" indent="-132300">
              <a:spcAft>
                <a:spcPts val="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1" name="Text Placeholder 8"/>
          <p:cNvSpPr>
            <a:spLocks noGrp="1"/>
          </p:cNvSpPr>
          <p:nvPr>
            <p:ph type="body" sz="quarter" idx="19"/>
          </p:nvPr>
        </p:nvSpPr>
        <p:spPr>
          <a:xfrm>
            <a:off x="3330040" y="3124202"/>
            <a:ext cx="2712000" cy="3238499"/>
          </a:xfrm>
        </p:spPr>
        <p:txBody>
          <a:bodyPr>
            <a:noAutofit/>
          </a:bodyPr>
          <a:lstStyle>
            <a:lvl1pPr marL="0" indent="0" algn="l">
              <a:buFontTx/>
              <a:buNone/>
              <a:defRPr sz="1200" b="1">
                <a:solidFill>
                  <a:schemeClr val="accent1"/>
                </a:solidFill>
              </a:defRPr>
            </a:lvl1pPr>
            <a:lvl2pPr marL="104775" indent="-104775" algn="l">
              <a:spcAft>
                <a:spcPts val="0"/>
              </a:spcAft>
              <a:buClrTx/>
              <a:buSzPct val="100000"/>
              <a:buFont typeface="Arial" panose="020B0604020202020204" pitchFamily="34" charset="0"/>
              <a:buChar char="•"/>
              <a:defRPr sz="1200"/>
            </a:lvl2pPr>
            <a:lvl3pPr marL="228600" indent="-104775" algn="l">
              <a:spcAft>
                <a:spcPts val="0"/>
              </a:spcAft>
              <a:buClrTx/>
              <a:buSzPct val="100000"/>
              <a:buFont typeface="Arial" panose="020B0604020202020204" pitchFamily="34" charset="0"/>
              <a:buChar char="−"/>
              <a:defRPr sz="1200"/>
            </a:lvl3pPr>
            <a:lvl4pPr marL="352425" indent="-104775" algn="l">
              <a:spcAft>
                <a:spcPts val="0"/>
              </a:spcAft>
              <a:buClrTx/>
              <a:buSzPct val="100000"/>
              <a:buFont typeface="Arial" panose="020B0604020202020204" pitchFamily="34" charset="0"/>
              <a:buChar char="◦"/>
              <a:defRPr sz="1200"/>
            </a:lvl4pPr>
            <a:lvl5pPr marL="476250" indent="-104775" algn="l">
              <a:spcAft>
                <a:spcPts val="0"/>
              </a:spcAft>
              <a:buClrTx/>
              <a:buSzPct val="100000"/>
              <a:buFont typeface="Arial" panose="020B0604020202020204" pitchFamily="34" charset="0"/>
              <a:buChar char="−"/>
              <a:defRPr sz="1200" baseline="0"/>
            </a:lvl5pPr>
            <a:lvl6pPr marL="267300" indent="-132300">
              <a:spcAft>
                <a:spcPts val="0"/>
              </a:spcAft>
              <a:buFont typeface="Verdana" panose="020B0604030504040204" pitchFamily="34" charset="0"/>
              <a:buChar char="−"/>
              <a:defRPr/>
            </a:lvl6pPr>
            <a:lvl7pPr marL="267300" indent="-132300">
              <a:spcAft>
                <a:spcPts val="0"/>
              </a:spcAft>
              <a:defRPr/>
            </a:lvl7pPr>
            <a:lvl8pPr marL="267300" indent="-132300">
              <a:spcAft>
                <a:spcPts val="0"/>
              </a:spcAft>
              <a:defRPr/>
            </a:lvl8pPr>
            <a:lvl9pPr marL="267300" indent="-132300">
              <a:spcAft>
                <a:spcPts val="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2" name="Text Placeholder 8"/>
          <p:cNvSpPr>
            <a:spLocks noGrp="1"/>
          </p:cNvSpPr>
          <p:nvPr>
            <p:ph type="body" sz="quarter" idx="20"/>
          </p:nvPr>
        </p:nvSpPr>
        <p:spPr>
          <a:xfrm>
            <a:off x="9035701" y="3108508"/>
            <a:ext cx="2697183" cy="3254192"/>
          </a:xfrm>
        </p:spPr>
        <p:txBody>
          <a:bodyPr>
            <a:noAutofit/>
          </a:bodyPr>
          <a:lstStyle>
            <a:lvl1pPr marL="0" indent="0" algn="l">
              <a:buFontTx/>
              <a:buNone/>
              <a:defRPr sz="1200" b="1">
                <a:solidFill>
                  <a:schemeClr val="accent1"/>
                </a:solidFill>
              </a:defRPr>
            </a:lvl1pPr>
            <a:lvl2pPr marL="104775" indent="-104775" algn="l">
              <a:spcAft>
                <a:spcPts val="0"/>
              </a:spcAft>
              <a:buClrTx/>
              <a:buSzPct val="100000"/>
              <a:buFont typeface="Arial" panose="020B0604020202020204" pitchFamily="34" charset="0"/>
              <a:buChar char="•"/>
              <a:defRPr sz="1200"/>
            </a:lvl2pPr>
            <a:lvl3pPr marL="228600" indent="-104775" algn="l">
              <a:spcAft>
                <a:spcPts val="0"/>
              </a:spcAft>
              <a:buClrTx/>
              <a:buSzPct val="100000"/>
              <a:buFont typeface="Arial" panose="020B0604020202020204" pitchFamily="34" charset="0"/>
              <a:buChar char="−"/>
              <a:defRPr sz="1200"/>
            </a:lvl3pPr>
            <a:lvl4pPr marL="352425" indent="-104775" algn="l">
              <a:spcAft>
                <a:spcPts val="0"/>
              </a:spcAft>
              <a:buClrTx/>
              <a:buSzPct val="100000"/>
              <a:buFont typeface="Arial" panose="020B0604020202020204" pitchFamily="34" charset="0"/>
              <a:buChar char="◦"/>
              <a:defRPr sz="1200"/>
            </a:lvl4pPr>
            <a:lvl5pPr marL="476250" indent="-104775" algn="l">
              <a:spcAft>
                <a:spcPts val="0"/>
              </a:spcAft>
              <a:buClrTx/>
              <a:buSzPct val="100000"/>
              <a:buFont typeface="Arial" panose="020B0604020202020204" pitchFamily="34" charset="0"/>
              <a:buChar char="−"/>
              <a:defRPr sz="1200" baseline="0"/>
            </a:lvl5pPr>
            <a:lvl6pPr marL="267300" indent="-132300">
              <a:spcAft>
                <a:spcPts val="0"/>
              </a:spcAft>
              <a:buFont typeface="Verdana" panose="020B0604030504040204" pitchFamily="34" charset="0"/>
              <a:buChar char="−"/>
              <a:defRPr/>
            </a:lvl6pPr>
            <a:lvl7pPr marL="267300" indent="-132300">
              <a:spcAft>
                <a:spcPts val="0"/>
              </a:spcAft>
              <a:defRPr/>
            </a:lvl7pPr>
            <a:lvl8pPr marL="267300" indent="-132300">
              <a:spcAft>
                <a:spcPts val="0"/>
              </a:spcAft>
              <a:defRPr/>
            </a:lvl8pPr>
            <a:lvl9pPr marL="267300" indent="-132300">
              <a:spcAft>
                <a:spcPts val="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3" name="Text Placeholder 8">
            <a:extLst>
              <a:ext uri="{FF2B5EF4-FFF2-40B4-BE49-F238E27FC236}">
                <a16:creationId xmlns:a16="http://schemas.microsoft.com/office/drawing/2014/main" id="{81DFAED1-3C69-4431-8715-026D730F1B57}"/>
              </a:ext>
            </a:extLst>
          </p:cNvPr>
          <p:cNvSpPr>
            <a:spLocks noGrp="1"/>
          </p:cNvSpPr>
          <p:nvPr>
            <p:ph type="body" sz="quarter" idx="21" hasCustomPrompt="1"/>
          </p:nvPr>
        </p:nvSpPr>
        <p:spPr>
          <a:xfrm>
            <a:off x="463295" y="682940"/>
            <a:ext cx="11277600" cy="757255"/>
          </a:xfrm>
          <a:prstGeom prst="rect">
            <a:avLst/>
          </a:prstGeom>
        </p:spPr>
        <p:txBody>
          <a:bodyPr lIns="0" tIns="0" rIns="0" bIns="0">
            <a:noAutofit/>
          </a:bodyPr>
          <a:lstStyle>
            <a:lvl1pPr marL="0" indent="0">
              <a:buNone/>
              <a:defRPr sz="1800" b="0">
                <a:solidFill>
                  <a:schemeClr val="tx2"/>
                </a:solidFill>
              </a:defRPr>
            </a:lvl1pPr>
          </a:lstStyle>
          <a:p>
            <a:pPr lvl="0"/>
            <a:r>
              <a:rPr lang="en-US" dirty="0"/>
              <a:t>Click to add subtitle</a:t>
            </a:r>
          </a:p>
        </p:txBody>
      </p:sp>
      <p:sp>
        <p:nvSpPr>
          <p:cNvPr id="14" name="Title Placeholder 1">
            <a:extLst>
              <a:ext uri="{FF2B5EF4-FFF2-40B4-BE49-F238E27FC236}">
                <a16:creationId xmlns:a16="http://schemas.microsoft.com/office/drawing/2014/main" id="{548C662B-0462-4963-B666-2976F675A1BD}"/>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a:defRPr sz="2100">
                <a:latin typeface="+mj-lt"/>
              </a:defRPr>
            </a:lvl1pPr>
          </a:lstStyle>
          <a:p>
            <a:r>
              <a:rPr lang="en-US" dirty="0"/>
              <a:t>Click to add title</a:t>
            </a:r>
          </a:p>
        </p:txBody>
      </p:sp>
    </p:spTree>
    <p:extLst>
      <p:ext uri="{BB962C8B-B14F-4D97-AF65-F5344CB8AC3E}">
        <p14:creationId xmlns:p14="http://schemas.microsoft.com/office/powerpoint/2010/main" val="2125860469"/>
      </p:ext>
    </p:extLst>
  </p:cSld>
  <p:clrMapOvr>
    <a:masterClrMapping/>
  </p:clrMapOvr>
  <p:transition>
    <p:fade/>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Team profile 2">
    <p:spTree>
      <p:nvGrpSpPr>
        <p:cNvPr id="1" name=""/>
        <p:cNvGrpSpPr/>
        <p:nvPr/>
      </p:nvGrpSpPr>
      <p:grpSpPr>
        <a:xfrm>
          <a:off x="0" y="0"/>
          <a:ext cx="0" cy="0"/>
          <a:chOff x="0" y="0"/>
          <a:chExt cx="0" cy="0"/>
        </a:xfrm>
      </p:grpSpPr>
      <p:sp>
        <p:nvSpPr>
          <p:cNvPr id="8" name="Picture Placeholder 11"/>
          <p:cNvSpPr>
            <a:spLocks noGrp="1"/>
          </p:cNvSpPr>
          <p:nvPr>
            <p:ph type="pic" sz="quarter" idx="25"/>
          </p:nvPr>
        </p:nvSpPr>
        <p:spPr>
          <a:xfrm>
            <a:off x="475645" y="1845377"/>
            <a:ext cx="1968000" cy="1476000"/>
          </a:xfrm>
        </p:spPr>
        <p:txBody>
          <a:bodyPr>
            <a:normAutofit/>
          </a:bodyPr>
          <a:lstStyle>
            <a:lvl1pPr algn="ctr">
              <a:defRPr sz="1200"/>
            </a:lvl1pPr>
          </a:lstStyle>
          <a:p>
            <a:r>
              <a:rPr lang="en-US"/>
              <a:t>Click icon to add picture</a:t>
            </a:r>
            <a:endParaRPr lang="en-GB" dirty="0"/>
          </a:p>
        </p:txBody>
      </p:sp>
      <p:sp>
        <p:nvSpPr>
          <p:cNvPr id="9" name="Picture Placeholder 11"/>
          <p:cNvSpPr>
            <a:spLocks noGrp="1"/>
          </p:cNvSpPr>
          <p:nvPr>
            <p:ph type="pic" sz="quarter" idx="27"/>
          </p:nvPr>
        </p:nvSpPr>
        <p:spPr>
          <a:xfrm>
            <a:off x="6266617" y="1845377"/>
            <a:ext cx="1968000" cy="1476000"/>
          </a:xfrm>
        </p:spPr>
        <p:txBody>
          <a:bodyPr>
            <a:normAutofit/>
          </a:bodyPr>
          <a:lstStyle>
            <a:lvl1pPr algn="ctr">
              <a:defRPr sz="1200"/>
            </a:lvl1pPr>
          </a:lstStyle>
          <a:p>
            <a:r>
              <a:rPr lang="en-US"/>
              <a:t>Click icon to add picture</a:t>
            </a:r>
            <a:endParaRPr lang="en-GB" dirty="0"/>
          </a:p>
        </p:txBody>
      </p:sp>
      <p:sp>
        <p:nvSpPr>
          <p:cNvPr id="10" name="Picture Placeholder 11"/>
          <p:cNvSpPr>
            <a:spLocks noGrp="1"/>
          </p:cNvSpPr>
          <p:nvPr>
            <p:ph type="pic" sz="quarter" idx="29"/>
          </p:nvPr>
        </p:nvSpPr>
        <p:spPr>
          <a:xfrm>
            <a:off x="475645" y="4256213"/>
            <a:ext cx="1968000" cy="1476000"/>
          </a:xfrm>
        </p:spPr>
        <p:txBody>
          <a:bodyPr>
            <a:normAutofit/>
          </a:bodyPr>
          <a:lstStyle>
            <a:lvl1pPr algn="ctr">
              <a:defRPr sz="1200"/>
            </a:lvl1pPr>
          </a:lstStyle>
          <a:p>
            <a:r>
              <a:rPr lang="en-US" dirty="0"/>
              <a:t>Click icon to add picture</a:t>
            </a:r>
            <a:endParaRPr lang="en-GB" dirty="0"/>
          </a:p>
        </p:txBody>
      </p:sp>
      <p:sp>
        <p:nvSpPr>
          <p:cNvPr id="11" name="Picture Placeholder 11"/>
          <p:cNvSpPr>
            <a:spLocks noGrp="1"/>
          </p:cNvSpPr>
          <p:nvPr>
            <p:ph type="pic" sz="quarter" idx="31"/>
          </p:nvPr>
        </p:nvSpPr>
        <p:spPr>
          <a:xfrm>
            <a:off x="6266617" y="4256213"/>
            <a:ext cx="1968000" cy="1476000"/>
          </a:xfrm>
        </p:spPr>
        <p:txBody>
          <a:bodyPr>
            <a:normAutofit/>
          </a:bodyPr>
          <a:lstStyle>
            <a:lvl1pPr algn="ctr">
              <a:defRPr sz="1200"/>
            </a:lvl1pPr>
          </a:lstStyle>
          <a:p>
            <a:r>
              <a:rPr lang="en-US"/>
              <a:t>Click icon to add picture</a:t>
            </a:r>
            <a:endParaRPr lang="en-GB" dirty="0"/>
          </a:p>
        </p:txBody>
      </p:sp>
      <p:sp>
        <p:nvSpPr>
          <p:cNvPr id="13" name="Text Placeholder 12"/>
          <p:cNvSpPr>
            <a:spLocks noGrp="1"/>
          </p:cNvSpPr>
          <p:nvPr>
            <p:ph type="body" sz="quarter" idx="32"/>
          </p:nvPr>
        </p:nvSpPr>
        <p:spPr>
          <a:xfrm>
            <a:off x="2655128" y="1845377"/>
            <a:ext cx="3288000" cy="1944000"/>
          </a:xfrm>
        </p:spPr>
        <p:txBody>
          <a:bodyPr>
            <a:noAutofit/>
          </a:bodyPr>
          <a:lstStyle>
            <a:lvl1pPr marL="0" indent="0" algn="l">
              <a:spcAft>
                <a:spcPts val="0"/>
              </a:spcAft>
              <a:buFontTx/>
              <a:buNone/>
              <a:defRPr sz="1200" b="1"/>
            </a:lvl1pPr>
            <a:lvl2pPr marL="104775" indent="-104775" algn="l">
              <a:spcAft>
                <a:spcPts val="0"/>
              </a:spcAft>
              <a:buClrTx/>
              <a:buSzPct val="100000"/>
              <a:buFont typeface="Arial" panose="020B0604020202020204" pitchFamily="34" charset="0"/>
              <a:buChar char="•"/>
              <a:defRPr sz="1200" b="0"/>
            </a:lvl2pPr>
          </a:lstStyle>
          <a:p>
            <a:pPr lvl="0"/>
            <a:r>
              <a:rPr lang="en-US" dirty="0"/>
              <a:t>Click to edit Master text styles</a:t>
            </a:r>
          </a:p>
          <a:p>
            <a:pPr lvl="1"/>
            <a:r>
              <a:rPr lang="en-US" dirty="0"/>
              <a:t>Second level</a:t>
            </a:r>
          </a:p>
        </p:txBody>
      </p:sp>
      <p:sp>
        <p:nvSpPr>
          <p:cNvPr id="14" name="Text Placeholder 12"/>
          <p:cNvSpPr>
            <a:spLocks noGrp="1"/>
          </p:cNvSpPr>
          <p:nvPr>
            <p:ph type="body" sz="quarter" idx="33"/>
          </p:nvPr>
        </p:nvSpPr>
        <p:spPr>
          <a:xfrm>
            <a:off x="8439092" y="1845377"/>
            <a:ext cx="3302592" cy="1944000"/>
          </a:xfrm>
        </p:spPr>
        <p:txBody>
          <a:bodyPr>
            <a:noAutofit/>
          </a:bodyPr>
          <a:lstStyle>
            <a:lvl1pPr marL="0" indent="0" algn="l">
              <a:spcAft>
                <a:spcPts val="0"/>
              </a:spcAft>
              <a:buFontTx/>
              <a:buNone/>
              <a:defRPr sz="1200" b="1"/>
            </a:lvl1pPr>
            <a:lvl2pPr marL="104775" indent="-104775" algn="l">
              <a:spcAft>
                <a:spcPts val="0"/>
              </a:spcAft>
              <a:buClrTx/>
              <a:buSzPct val="100000"/>
              <a:buFont typeface="Arial" panose="020B0604020202020204" pitchFamily="34" charset="0"/>
              <a:buChar char="•"/>
              <a:defRPr sz="1200" b="0"/>
            </a:lvl2pPr>
          </a:lstStyle>
          <a:p>
            <a:pPr lvl="0"/>
            <a:r>
              <a:rPr lang="en-US"/>
              <a:t>Click to edit Master text styles</a:t>
            </a:r>
          </a:p>
          <a:p>
            <a:pPr lvl="1"/>
            <a:r>
              <a:rPr lang="en-US"/>
              <a:t>Second level</a:t>
            </a:r>
          </a:p>
        </p:txBody>
      </p:sp>
      <p:sp>
        <p:nvSpPr>
          <p:cNvPr id="15" name="Text Placeholder 12"/>
          <p:cNvSpPr>
            <a:spLocks noGrp="1"/>
          </p:cNvSpPr>
          <p:nvPr>
            <p:ph type="body" sz="quarter" idx="34"/>
          </p:nvPr>
        </p:nvSpPr>
        <p:spPr>
          <a:xfrm>
            <a:off x="2655128" y="4256213"/>
            <a:ext cx="3288000" cy="1944000"/>
          </a:xfrm>
        </p:spPr>
        <p:txBody>
          <a:bodyPr>
            <a:noAutofit/>
          </a:bodyPr>
          <a:lstStyle>
            <a:lvl1pPr marL="0" indent="0" algn="l">
              <a:spcAft>
                <a:spcPts val="0"/>
              </a:spcAft>
              <a:buFontTx/>
              <a:buNone/>
              <a:defRPr sz="1200" b="1"/>
            </a:lvl1pPr>
            <a:lvl2pPr marL="104775" indent="-104775" algn="l">
              <a:spcAft>
                <a:spcPts val="0"/>
              </a:spcAft>
              <a:buClrTx/>
              <a:buSzPct val="100000"/>
              <a:buFont typeface="Arial" panose="020B0604020202020204" pitchFamily="34" charset="0"/>
              <a:buChar char="•"/>
              <a:defRPr sz="1200" b="0"/>
            </a:lvl2pPr>
          </a:lstStyle>
          <a:p>
            <a:pPr lvl="0"/>
            <a:r>
              <a:rPr lang="en-US"/>
              <a:t>Click to edit Master text styles</a:t>
            </a:r>
          </a:p>
          <a:p>
            <a:pPr lvl="1"/>
            <a:r>
              <a:rPr lang="en-US"/>
              <a:t>Second level</a:t>
            </a:r>
          </a:p>
        </p:txBody>
      </p:sp>
      <p:sp>
        <p:nvSpPr>
          <p:cNvPr id="16" name="Text Placeholder 12"/>
          <p:cNvSpPr>
            <a:spLocks noGrp="1"/>
          </p:cNvSpPr>
          <p:nvPr>
            <p:ph type="body" sz="quarter" idx="35"/>
          </p:nvPr>
        </p:nvSpPr>
        <p:spPr>
          <a:xfrm>
            <a:off x="8439092" y="4256213"/>
            <a:ext cx="3302592" cy="1944000"/>
          </a:xfrm>
        </p:spPr>
        <p:txBody>
          <a:bodyPr>
            <a:noAutofit/>
          </a:bodyPr>
          <a:lstStyle>
            <a:lvl1pPr marL="0" indent="0" algn="l">
              <a:spcAft>
                <a:spcPts val="0"/>
              </a:spcAft>
              <a:buFontTx/>
              <a:buNone/>
              <a:defRPr sz="1200" b="1"/>
            </a:lvl1pPr>
            <a:lvl2pPr marL="104775" indent="-104775" algn="l">
              <a:spcAft>
                <a:spcPts val="0"/>
              </a:spcAft>
              <a:buClrTx/>
              <a:buSzPct val="100000"/>
              <a:buFont typeface="Arial" panose="020B0604020202020204" pitchFamily="34" charset="0"/>
              <a:buChar char="•"/>
              <a:defRPr sz="1200" b="0"/>
            </a:lvl2pPr>
          </a:lstStyle>
          <a:p>
            <a:pPr lvl="0"/>
            <a:r>
              <a:rPr lang="en-US"/>
              <a:t>Click to edit Master text styles</a:t>
            </a:r>
          </a:p>
          <a:p>
            <a:pPr lvl="1"/>
            <a:r>
              <a:rPr lang="en-US"/>
              <a:t>Second level</a:t>
            </a:r>
          </a:p>
        </p:txBody>
      </p:sp>
      <p:sp>
        <p:nvSpPr>
          <p:cNvPr id="28" name="Text Placeholder 8">
            <a:extLst>
              <a:ext uri="{FF2B5EF4-FFF2-40B4-BE49-F238E27FC236}">
                <a16:creationId xmlns:a16="http://schemas.microsoft.com/office/drawing/2014/main" id="{CD54EF50-1F75-4251-9838-5413705270C9}"/>
              </a:ext>
            </a:extLst>
          </p:cNvPr>
          <p:cNvSpPr>
            <a:spLocks noGrp="1"/>
          </p:cNvSpPr>
          <p:nvPr>
            <p:ph type="body" sz="quarter" idx="21" hasCustomPrompt="1"/>
          </p:nvPr>
        </p:nvSpPr>
        <p:spPr>
          <a:xfrm>
            <a:off x="463295" y="682940"/>
            <a:ext cx="11277600" cy="757255"/>
          </a:xfrm>
          <a:prstGeom prst="rect">
            <a:avLst/>
          </a:prstGeom>
        </p:spPr>
        <p:txBody>
          <a:bodyPr lIns="0" tIns="0" rIns="0" bIns="0">
            <a:noAutofit/>
          </a:bodyPr>
          <a:lstStyle>
            <a:lvl1pPr marL="0" indent="0">
              <a:buNone/>
              <a:defRPr sz="1800" b="0">
                <a:solidFill>
                  <a:schemeClr val="tx2"/>
                </a:solidFill>
              </a:defRPr>
            </a:lvl1pPr>
          </a:lstStyle>
          <a:p>
            <a:pPr lvl="0"/>
            <a:r>
              <a:rPr lang="en-US" dirty="0"/>
              <a:t>Click to add subtitle</a:t>
            </a:r>
          </a:p>
        </p:txBody>
      </p:sp>
      <p:sp>
        <p:nvSpPr>
          <p:cNvPr id="29" name="Title Placeholder 1">
            <a:extLst>
              <a:ext uri="{FF2B5EF4-FFF2-40B4-BE49-F238E27FC236}">
                <a16:creationId xmlns:a16="http://schemas.microsoft.com/office/drawing/2014/main" id="{580152B0-65C5-4969-BA13-FFC077318B84}"/>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a:defRPr sz="2100">
                <a:latin typeface="+mj-lt"/>
              </a:defRPr>
            </a:lvl1pPr>
          </a:lstStyle>
          <a:p>
            <a:r>
              <a:rPr lang="en-US" dirty="0"/>
              <a:t>Click to add title</a:t>
            </a:r>
          </a:p>
        </p:txBody>
      </p:sp>
      <p:sp>
        <p:nvSpPr>
          <p:cNvPr id="30" name="Rectangle 29">
            <a:extLst>
              <a:ext uri="{FF2B5EF4-FFF2-40B4-BE49-F238E27FC236}">
                <a16:creationId xmlns:a16="http://schemas.microsoft.com/office/drawing/2014/main" id="{5DAFD084-463A-44C6-B882-24EE18CC2B98}"/>
              </a:ext>
            </a:extLst>
          </p:cNvPr>
          <p:cNvSpPr/>
          <p:nvPr userDrawn="1"/>
        </p:nvSpPr>
        <p:spPr>
          <a:xfrm>
            <a:off x="470343" y="1715425"/>
            <a:ext cx="5486400"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750"/>
              </a:spcAft>
            </a:pPr>
            <a:endParaRPr lang="en-US" sz="825" noProof="0" dirty="0">
              <a:solidFill>
                <a:schemeClr val="bg1"/>
              </a:solidFill>
            </a:endParaRPr>
          </a:p>
        </p:txBody>
      </p:sp>
      <p:sp>
        <p:nvSpPr>
          <p:cNvPr id="31" name="Rectangle 30">
            <a:extLst>
              <a:ext uri="{FF2B5EF4-FFF2-40B4-BE49-F238E27FC236}">
                <a16:creationId xmlns:a16="http://schemas.microsoft.com/office/drawing/2014/main" id="{21E7FDC9-AC67-4CA4-86DE-4DFAAEE0DFF9}"/>
              </a:ext>
            </a:extLst>
          </p:cNvPr>
          <p:cNvSpPr/>
          <p:nvPr userDrawn="1"/>
        </p:nvSpPr>
        <p:spPr>
          <a:xfrm>
            <a:off x="6246196" y="1718774"/>
            <a:ext cx="5486400"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750"/>
              </a:spcAft>
            </a:pPr>
            <a:endParaRPr lang="en-US" sz="825" noProof="0" dirty="0">
              <a:solidFill>
                <a:schemeClr val="bg1"/>
              </a:solidFill>
            </a:endParaRPr>
          </a:p>
        </p:txBody>
      </p:sp>
      <p:sp>
        <p:nvSpPr>
          <p:cNvPr id="32" name="Rectangle 31">
            <a:extLst>
              <a:ext uri="{FF2B5EF4-FFF2-40B4-BE49-F238E27FC236}">
                <a16:creationId xmlns:a16="http://schemas.microsoft.com/office/drawing/2014/main" id="{E0BFD11F-868A-4204-947B-D205C842DFE0}"/>
              </a:ext>
            </a:extLst>
          </p:cNvPr>
          <p:cNvSpPr/>
          <p:nvPr userDrawn="1"/>
        </p:nvSpPr>
        <p:spPr>
          <a:xfrm>
            <a:off x="470343" y="4126942"/>
            <a:ext cx="5486400"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750"/>
              </a:spcAft>
            </a:pPr>
            <a:endParaRPr lang="en-US" sz="825" noProof="0" dirty="0">
              <a:solidFill>
                <a:schemeClr val="bg1"/>
              </a:solidFill>
            </a:endParaRPr>
          </a:p>
        </p:txBody>
      </p:sp>
      <p:sp>
        <p:nvSpPr>
          <p:cNvPr id="33" name="Rectangle 32">
            <a:extLst>
              <a:ext uri="{FF2B5EF4-FFF2-40B4-BE49-F238E27FC236}">
                <a16:creationId xmlns:a16="http://schemas.microsoft.com/office/drawing/2014/main" id="{DCD1FA4C-A499-4E17-B3FC-CC3DA6E8CF7C}"/>
              </a:ext>
            </a:extLst>
          </p:cNvPr>
          <p:cNvSpPr/>
          <p:nvPr userDrawn="1"/>
        </p:nvSpPr>
        <p:spPr>
          <a:xfrm>
            <a:off x="6246196" y="4130291"/>
            <a:ext cx="5486400"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750"/>
              </a:spcAft>
            </a:pPr>
            <a:endParaRPr lang="en-US" sz="825" noProof="0" dirty="0">
              <a:solidFill>
                <a:schemeClr val="bg1"/>
              </a:solidFill>
            </a:endParaRPr>
          </a:p>
        </p:txBody>
      </p:sp>
    </p:spTree>
    <p:extLst>
      <p:ext uri="{BB962C8B-B14F-4D97-AF65-F5344CB8AC3E}">
        <p14:creationId xmlns:p14="http://schemas.microsoft.com/office/powerpoint/2010/main" val="1165002499"/>
      </p:ext>
    </p:extLst>
  </p:cSld>
  <p:clrMapOvr>
    <a:masterClrMapping/>
  </p:clrMapOvr>
  <p:transition>
    <p:fade/>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Qualifications 2 x 1">
    <p:spTree>
      <p:nvGrpSpPr>
        <p:cNvPr id="1" name=""/>
        <p:cNvGrpSpPr/>
        <p:nvPr/>
      </p:nvGrpSpPr>
      <p:grpSpPr>
        <a:xfrm>
          <a:off x="0" y="0"/>
          <a:ext cx="0" cy="0"/>
          <a:chOff x="0" y="0"/>
          <a:chExt cx="0" cy="0"/>
        </a:xfrm>
      </p:grpSpPr>
      <p:sp>
        <p:nvSpPr>
          <p:cNvPr id="8" name="Text Placeholder 8"/>
          <p:cNvSpPr>
            <a:spLocks noGrp="1"/>
          </p:cNvSpPr>
          <p:nvPr>
            <p:ph type="body" sz="quarter" idx="17"/>
          </p:nvPr>
        </p:nvSpPr>
        <p:spPr>
          <a:xfrm>
            <a:off x="470343" y="1857892"/>
            <a:ext cx="5486400" cy="4504808"/>
          </a:xfrm>
        </p:spPr>
        <p:txBody>
          <a:bodyPr>
            <a:noAutofit/>
          </a:bodyPr>
          <a:lstStyle>
            <a:lvl1pPr marL="0" indent="0" algn="l">
              <a:spcAft>
                <a:spcPts val="750"/>
              </a:spcAft>
              <a:buFontTx/>
              <a:buNone/>
              <a:defRPr sz="1200" b="1">
                <a:solidFill>
                  <a:schemeClr val="accent1"/>
                </a:solidFill>
              </a:defRPr>
            </a:lvl1pPr>
            <a:lvl2pPr marL="104775" indent="-104775" algn="l">
              <a:spcAft>
                <a:spcPts val="750"/>
              </a:spcAft>
              <a:buClrTx/>
              <a:buSzPct val="100000"/>
              <a:buFont typeface="Arial" panose="020B0604020202020204" pitchFamily="34" charset="0"/>
              <a:buChar char="•"/>
              <a:defRPr sz="1200"/>
            </a:lvl2pPr>
            <a:lvl3pPr marL="228600" indent="-104775" algn="l">
              <a:spcAft>
                <a:spcPts val="750"/>
              </a:spcAft>
              <a:buClrTx/>
              <a:buSzPct val="100000"/>
              <a:buFont typeface="Arial" panose="020B0604020202020204" pitchFamily="34" charset="0"/>
              <a:buChar char="−"/>
              <a:defRPr sz="1200"/>
            </a:lvl3pPr>
            <a:lvl4pPr marL="352425" indent="-104775" algn="l">
              <a:spcAft>
                <a:spcPts val="750"/>
              </a:spcAft>
              <a:buClrTx/>
              <a:buSzPct val="100000"/>
              <a:buFont typeface="Arial" panose="020B0604020202020204" pitchFamily="34" charset="0"/>
              <a:buChar char="◦"/>
              <a:defRPr sz="1200"/>
            </a:lvl4pPr>
            <a:lvl5pPr marL="476250" indent="-104775" algn="l">
              <a:spcAft>
                <a:spcPts val="750"/>
              </a:spcAft>
              <a:buClrTx/>
              <a:buSzPct val="100000"/>
              <a:buFont typeface="Arial" panose="020B0604020202020204" pitchFamily="34" charset="0"/>
              <a:buChar char="−"/>
              <a:defRPr sz="1200" baseline="0"/>
            </a:lvl5pPr>
            <a:lvl6pPr marL="267300" indent="-132300">
              <a:spcAft>
                <a:spcPts val="750"/>
              </a:spcAft>
              <a:buFont typeface="Verdana" panose="020B0604030504040204" pitchFamily="34" charset="0"/>
              <a:buChar char="−"/>
              <a:defRPr/>
            </a:lvl6pPr>
            <a:lvl7pPr marL="267300" indent="-132300">
              <a:spcAft>
                <a:spcPts val="750"/>
              </a:spcAft>
              <a:defRPr/>
            </a:lvl7pPr>
            <a:lvl8pPr marL="267300" indent="-132300">
              <a:spcAft>
                <a:spcPts val="750"/>
              </a:spcAft>
              <a:defRPr/>
            </a:lvl8pPr>
            <a:lvl9pPr marL="267300" indent="-132300">
              <a:spcAft>
                <a:spcPts val="750"/>
              </a:spcAft>
              <a:defRPr/>
            </a:lvl9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9" name="Text Placeholder 8"/>
          <p:cNvSpPr>
            <a:spLocks noGrp="1"/>
          </p:cNvSpPr>
          <p:nvPr>
            <p:ph type="body" sz="quarter" idx="21"/>
          </p:nvPr>
        </p:nvSpPr>
        <p:spPr>
          <a:xfrm>
            <a:off x="6246195" y="1857892"/>
            <a:ext cx="5486400" cy="4504808"/>
          </a:xfrm>
        </p:spPr>
        <p:txBody>
          <a:bodyPr>
            <a:noAutofit/>
          </a:bodyPr>
          <a:lstStyle>
            <a:lvl1pPr marL="0" indent="0" algn="l">
              <a:spcAft>
                <a:spcPts val="750"/>
              </a:spcAft>
              <a:buFontTx/>
              <a:buNone/>
              <a:defRPr sz="1200" b="1">
                <a:solidFill>
                  <a:schemeClr val="accent1"/>
                </a:solidFill>
              </a:defRPr>
            </a:lvl1pPr>
            <a:lvl2pPr marL="104775" indent="-104775" algn="l">
              <a:spcAft>
                <a:spcPts val="750"/>
              </a:spcAft>
              <a:buClrTx/>
              <a:buSzPct val="100000"/>
              <a:buFont typeface="Arial" panose="020B0604020202020204" pitchFamily="34" charset="0"/>
              <a:buChar char="•"/>
              <a:defRPr sz="1200"/>
            </a:lvl2pPr>
            <a:lvl3pPr marL="228600" indent="-104775" algn="l">
              <a:spcAft>
                <a:spcPts val="750"/>
              </a:spcAft>
              <a:buClrTx/>
              <a:buSzPct val="100000"/>
              <a:buFont typeface="Arial" panose="020B0604020202020204" pitchFamily="34" charset="0"/>
              <a:buChar char="−"/>
              <a:defRPr sz="1200"/>
            </a:lvl3pPr>
            <a:lvl4pPr marL="352425" indent="-104775" algn="l">
              <a:spcAft>
                <a:spcPts val="750"/>
              </a:spcAft>
              <a:buClrTx/>
              <a:buSzPct val="100000"/>
              <a:buFont typeface="Arial" panose="020B0604020202020204" pitchFamily="34" charset="0"/>
              <a:buChar char="◦"/>
              <a:defRPr sz="1200"/>
            </a:lvl4pPr>
            <a:lvl5pPr marL="476250" indent="-104775" algn="l">
              <a:spcAft>
                <a:spcPts val="750"/>
              </a:spcAft>
              <a:buClrTx/>
              <a:buSzPct val="100000"/>
              <a:buFont typeface="Arial" panose="020B0604020202020204" pitchFamily="34" charset="0"/>
              <a:buChar char="−"/>
              <a:defRPr sz="1200" baseline="0"/>
            </a:lvl5pPr>
            <a:lvl6pPr marL="267300" indent="-132300">
              <a:spcAft>
                <a:spcPts val="750"/>
              </a:spcAft>
              <a:buFont typeface="Verdana" panose="020B0604030504040204" pitchFamily="34" charset="0"/>
              <a:buChar char="−"/>
              <a:defRPr/>
            </a:lvl6pPr>
            <a:lvl7pPr marL="267300" indent="-132300">
              <a:spcAft>
                <a:spcPts val="750"/>
              </a:spcAft>
              <a:defRPr/>
            </a:lvl7pPr>
            <a:lvl8pPr marL="267300" indent="-132300">
              <a:spcAft>
                <a:spcPts val="750"/>
              </a:spcAft>
              <a:defRPr/>
            </a:lvl8pPr>
            <a:lvl9pPr marL="267300" indent="-132300">
              <a:spcAft>
                <a:spcPts val="750"/>
              </a:spcAft>
              <a:defRPr/>
            </a:lvl9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4" name="Rectangle 3"/>
          <p:cNvSpPr/>
          <p:nvPr userDrawn="1"/>
        </p:nvSpPr>
        <p:spPr>
          <a:xfrm>
            <a:off x="470343" y="1715425"/>
            <a:ext cx="5486400"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750"/>
              </a:spcAft>
            </a:pPr>
            <a:endParaRPr lang="en-US" sz="825" noProof="0" dirty="0">
              <a:solidFill>
                <a:schemeClr val="bg1"/>
              </a:solidFill>
            </a:endParaRPr>
          </a:p>
        </p:txBody>
      </p:sp>
      <p:sp>
        <p:nvSpPr>
          <p:cNvPr id="5" name="Rectangle 4"/>
          <p:cNvSpPr/>
          <p:nvPr/>
        </p:nvSpPr>
        <p:spPr>
          <a:xfrm>
            <a:off x="6246196" y="1718774"/>
            <a:ext cx="5486400"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750"/>
              </a:spcAft>
            </a:pPr>
            <a:endParaRPr lang="en-US" sz="825" noProof="0" dirty="0">
              <a:solidFill>
                <a:schemeClr val="bg1"/>
              </a:solidFill>
            </a:endParaRPr>
          </a:p>
        </p:txBody>
      </p:sp>
      <p:sp>
        <p:nvSpPr>
          <p:cNvPr id="6" name="Picture Placeholder 29"/>
          <p:cNvSpPr>
            <a:spLocks noGrp="1"/>
          </p:cNvSpPr>
          <p:nvPr>
            <p:ph type="pic" sz="quarter" idx="19" hasCustomPrompt="1"/>
          </p:nvPr>
        </p:nvSpPr>
        <p:spPr>
          <a:xfrm>
            <a:off x="4734090" y="1857894"/>
            <a:ext cx="1210207" cy="549275"/>
          </a:xfrm>
        </p:spPr>
        <p:txBody>
          <a:bodyPr/>
          <a:lstStyle>
            <a:lvl1pPr marL="0" marR="0" indent="0" algn="l" defTabSz="685800" rtl="0" eaLnBrk="1" fontAlgn="auto" latinLnBrk="0" hangingPunct="1">
              <a:lnSpc>
                <a:spcPct val="100000"/>
              </a:lnSpc>
              <a:spcBef>
                <a:spcPts val="0"/>
              </a:spcBef>
              <a:spcAft>
                <a:spcPts val="750"/>
              </a:spcAft>
              <a:buClrTx/>
              <a:buSzTx/>
              <a:buFont typeface="Arial" panose="020B0604020202020204" pitchFamily="34" charset="0"/>
              <a:buNone/>
              <a:tabLst/>
              <a:defRPr sz="675"/>
            </a:lvl1pPr>
          </a:lstStyle>
          <a:p>
            <a:pPr>
              <a:spcBef>
                <a:spcPct val="0"/>
              </a:spcBef>
            </a:pPr>
            <a:r>
              <a:rPr lang="en-US" sz="900" noProof="0" dirty="0">
                <a:solidFill>
                  <a:schemeClr val="bg1"/>
                </a:solidFill>
              </a:rPr>
              <a:t>Co-brand</a:t>
            </a:r>
            <a:br>
              <a:rPr lang="en-US" sz="900" noProof="0" dirty="0">
                <a:solidFill>
                  <a:schemeClr val="bg1"/>
                </a:solidFill>
              </a:rPr>
            </a:br>
            <a:r>
              <a:rPr lang="en-US" sz="900" noProof="0" dirty="0">
                <a:solidFill>
                  <a:schemeClr val="bg1"/>
                </a:solidFill>
              </a:rPr>
              <a:t>Logo</a:t>
            </a:r>
          </a:p>
          <a:p>
            <a:endParaRPr lang="en-US" noProof="0" dirty="0"/>
          </a:p>
        </p:txBody>
      </p:sp>
      <p:sp>
        <p:nvSpPr>
          <p:cNvPr id="7" name="Picture Placeholder 29"/>
          <p:cNvSpPr>
            <a:spLocks noGrp="1"/>
          </p:cNvSpPr>
          <p:nvPr>
            <p:ph type="pic" sz="quarter" idx="20" hasCustomPrompt="1"/>
          </p:nvPr>
        </p:nvSpPr>
        <p:spPr>
          <a:xfrm>
            <a:off x="10488434" y="1857894"/>
            <a:ext cx="1244161" cy="549275"/>
          </a:xfrm>
        </p:spPr>
        <p:txBody>
          <a:bodyPr/>
          <a:lstStyle>
            <a:lvl1pPr marL="0" marR="0" indent="0" algn="l" defTabSz="685800" rtl="0" eaLnBrk="1" fontAlgn="auto" latinLnBrk="0" hangingPunct="1">
              <a:lnSpc>
                <a:spcPct val="100000"/>
              </a:lnSpc>
              <a:spcBef>
                <a:spcPts val="0"/>
              </a:spcBef>
              <a:spcAft>
                <a:spcPts val="750"/>
              </a:spcAft>
              <a:buClrTx/>
              <a:buSzTx/>
              <a:buFont typeface="Arial" panose="020B0604020202020204" pitchFamily="34" charset="0"/>
              <a:buNone/>
              <a:tabLst/>
              <a:defRPr sz="675"/>
            </a:lvl1pPr>
          </a:lstStyle>
          <a:p>
            <a:pPr>
              <a:spcBef>
                <a:spcPct val="0"/>
              </a:spcBef>
            </a:pPr>
            <a:r>
              <a:rPr lang="en-US" sz="900" noProof="0" dirty="0">
                <a:solidFill>
                  <a:schemeClr val="bg1"/>
                </a:solidFill>
              </a:rPr>
              <a:t>Co-brand</a:t>
            </a:r>
            <a:br>
              <a:rPr lang="en-US" sz="900" noProof="0" dirty="0">
                <a:solidFill>
                  <a:schemeClr val="bg1"/>
                </a:solidFill>
              </a:rPr>
            </a:br>
            <a:r>
              <a:rPr lang="en-US" sz="900" noProof="0" dirty="0">
                <a:solidFill>
                  <a:schemeClr val="bg1"/>
                </a:solidFill>
              </a:rPr>
              <a:t>Logo</a:t>
            </a:r>
          </a:p>
          <a:p>
            <a:endParaRPr lang="en-US" noProof="0" dirty="0"/>
          </a:p>
        </p:txBody>
      </p:sp>
      <p:sp>
        <p:nvSpPr>
          <p:cNvPr id="16" name="Text Placeholder 8">
            <a:extLst>
              <a:ext uri="{FF2B5EF4-FFF2-40B4-BE49-F238E27FC236}">
                <a16:creationId xmlns:a16="http://schemas.microsoft.com/office/drawing/2014/main" id="{C2FDA775-7453-495D-ABC5-C379E37806BE}"/>
              </a:ext>
            </a:extLst>
          </p:cNvPr>
          <p:cNvSpPr>
            <a:spLocks noGrp="1"/>
          </p:cNvSpPr>
          <p:nvPr>
            <p:ph type="body" sz="quarter" idx="22" hasCustomPrompt="1"/>
          </p:nvPr>
        </p:nvSpPr>
        <p:spPr>
          <a:xfrm>
            <a:off x="463295" y="682940"/>
            <a:ext cx="11277600" cy="757255"/>
          </a:xfrm>
          <a:prstGeom prst="rect">
            <a:avLst/>
          </a:prstGeom>
        </p:spPr>
        <p:txBody>
          <a:bodyPr lIns="0" tIns="0" rIns="0" bIns="0">
            <a:noAutofit/>
          </a:bodyPr>
          <a:lstStyle>
            <a:lvl1pPr marL="0" indent="0">
              <a:buNone/>
              <a:defRPr sz="1800" b="0">
                <a:solidFill>
                  <a:schemeClr val="tx2"/>
                </a:solidFill>
              </a:defRPr>
            </a:lvl1pPr>
          </a:lstStyle>
          <a:p>
            <a:pPr lvl="0"/>
            <a:r>
              <a:rPr lang="en-US" dirty="0"/>
              <a:t>Click to add subtitle</a:t>
            </a:r>
          </a:p>
        </p:txBody>
      </p:sp>
      <p:sp>
        <p:nvSpPr>
          <p:cNvPr id="17" name="Title Placeholder 1">
            <a:extLst>
              <a:ext uri="{FF2B5EF4-FFF2-40B4-BE49-F238E27FC236}">
                <a16:creationId xmlns:a16="http://schemas.microsoft.com/office/drawing/2014/main" id="{D55BC33C-2B71-4E68-81E3-F520AB4629F5}"/>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a:defRPr sz="2100">
                <a:latin typeface="+mj-lt"/>
              </a:defRPr>
            </a:lvl1pPr>
          </a:lstStyle>
          <a:p>
            <a:r>
              <a:rPr lang="en-US" dirty="0"/>
              <a:t>Click to add title</a:t>
            </a:r>
          </a:p>
        </p:txBody>
      </p:sp>
    </p:spTree>
    <p:extLst>
      <p:ext uri="{BB962C8B-B14F-4D97-AF65-F5344CB8AC3E}">
        <p14:creationId xmlns:p14="http://schemas.microsoft.com/office/powerpoint/2010/main" val="3704926054"/>
      </p:ext>
    </p:extLst>
  </p:cSld>
  <p:clrMapOvr>
    <a:masterClrMapping/>
  </p:clrMapOvr>
  <p:transition>
    <p:fade/>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Title &amp; subtitle">
    <p:spTree>
      <p:nvGrpSpPr>
        <p:cNvPr id="1" name=""/>
        <p:cNvGrpSpPr/>
        <p:nvPr/>
      </p:nvGrpSpPr>
      <p:grpSpPr>
        <a:xfrm>
          <a:off x="0" y="0"/>
          <a:ext cx="0" cy="0"/>
          <a:chOff x="0" y="0"/>
          <a:chExt cx="0" cy="0"/>
        </a:xfrm>
      </p:grpSpPr>
      <p:sp>
        <p:nvSpPr>
          <p:cNvPr id="6" name="Text Placeholder 8">
            <a:extLst>
              <a:ext uri="{FF2B5EF4-FFF2-40B4-BE49-F238E27FC236}">
                <a16:creationId xmlns:a16="http://schemas.microsoft.com/office/drawing/2014/main" id="{8D89C7E6-37F5-4005-B8BE-658A5ADDE295}"/>
              </a:ext>
            </a:extLst>
          </p:cNvPr>
          <p:cNvSpPr>
            <a:spLocks noGrp="1"/>
          </p:cNvSpPr>
          <p:nvPr>
            <p:ph type="body" sz="quarter" idx="22" hasCustomPrompt="1"/>
          </p:nvPr>
        </p:nvSpPr>
        <p:spPr>
          <a:xfrm>
            <a:off x="463295" y="682940"/>
            <a:ext cx="11277600" cy="757255"/>
          </a:xfrm>
          <a:prstGeom prst="rect">
            <a:avLst/>
          </a:prstGeom>
        </p:spPr>
        <p:txBody>
          <a:bodyPr lIns="0" tIns="0" rIns="0" bIns="0">
            <a:noAutofit/>
          </a:bodyPr>
          <a:lstStyle>
            <a:lvl1pPr marL="0" indent="0">
              <a:buNone/>
              <a:defRPr sz="1800" b="0">
                <a:solidFill>
                  <a:schemeClr val="tx2"/>
                </a:solidFill>
              </a:defRPr>
            </a:lvl1pPr>
          </a:lstStyle>
          <a:p>
            <a:pPr lvl="0"/>
            <a:r>
              <a:rPr lang="en-US" dirty="0"/>
              <a:t>Click to add subtitle</a:t>
            </a:r>
          </a:p>
        </p:txBody>
      </p:sp>
      <p:sp>
        <p:nvSpPr>
          <p:cNvPr id="7" name="Title Placeholder 1">
            <a:extLst>
              <a:ext uri="{FF2B5EF4-FFF2-40B4-BE49-F238E27FC236}">
                <a16:creationId xmlns:a16="http://schemas.microsoft.com/office/drawing/2014/main" id="{0FA13130-E22F-4F71-97DB-A64E7A175EC6}"/>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a:defRPr sz="2100">
                <a:latin typeface="+mj-lt"/>
              </a:defRPr>
            </a:lvl1pPr>
          </a:lstStyle>
          <a:p>
            <a:r>
              <a:rPr lang="en-US" dirty="0"/>
              <a:t>Click to add title</a:t>
            </a:r>
          </a:p>
        </p:txBody>
      </p:sp>
    </p:spTree>
    <p:extLst>
      <p:ext uri="{BB962C8B-B14F-4D97-AF65-F5344CB8AC3E}">
        <p14:creationId xmlns:p14="http://schemas.microsoft.com/office/powerpoint/2010/main" val="3079115605"/>
      </p:ext>
    </p:extLst>
  </p:cSld>
  <p:clrMapOvr>
    <a:masterClrMapping/>
  </p:clrMapOvr>
  <p:transition>
    <p:fade/>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5" name="Title Placeholder 1">
            <a:extLst>
              <a:ext uri="{FF2B5EF4-FFF2-40B4-BE49-F238E27FC236}">
                <a16:creationId xmlns:a16="http://schemas.microsoft.com/office/drawing/2014/main" id="{26FB2E4B-5D1B-4250-844C-3D50DE4A9F69}"/>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a:defRPr sz="2100">
                <a:latin typeface="+mj-lt"/>
              </a:defRPr>
            </a:lvl1pPr>
          </a:lstStyle>
          <a:p>
            <a:r>
              <a:rPr lang="en-US" dirty="0"/>
              <a:t>Click to add title</a:t>
            </a:r>
          </a:p>
        </p:txBody>
      </p:sp>
    </p:spTree>
    <p:extLst>
      <p:ext uri="{BB962C8B-B14F-4D97-AF65-F5344CB8AC3E}">
        <p14:creationId xmlns:p14="http://schemas.microsoft.com/office/powerpoint/2010/main" val="1303719693"/>
      </p:ext>
    </p:extLst>
  </p:cSld>
  <p:clrMapOvr>
    <a:masterClrMapping/>
  </p:clrMapOvr>
  <p:transition>
    <p:fade/>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Divider-Full Bleed Image">
    <p:spTree>
      <p:nvGrpSpPr>
        <p:cNvPr id="1" name=""/>
        <p:cNvGrpSpPr/>
        <p:nvPr/>
      </p:nvGrpSpPr>
      <p:grpSpPr>
        <a:xfrm>
          <a:off x="0" y="0"/>
          <a:ext cx="0" cy="0"/>
          <a:chOff x="0" y="0"/>
          <a:chExt cx="0" cy="0"/>
        </a:xfrm>
      </p:grpSpPr>
      <p:sp>
        <p:nvSpPr>
          <p:cNvPr id="2" name="Picture Placeholder 8">
            <a:extLst>
              <a:ext uri="{FF2B5EF4-FFF2-40B4-BE49-F238E27FC236}">
                <a16:creationId xmlns:a16="http://schemas.microsoft.com/office/drawing/2014/main" id="{2AA0174D-B09C-4960-94D1-79FD4D04BDFB}"/>
              </a:ext>
            </a:extLst>
          </p:cNvPr>
          <p:cNvSpPr>
            <a:spLocks noGrp="1"/>
          </p:cNvSpPr>
          <p:nvPr>
            <p:ph type="pic" sz="quarter" idx="11"/>
          </p:nvPr>
        </p:nvSpPr>
        <p:spPr>
          <a:xfrm>
            <a:off x="0" y="0"/>
            <a:ext cx="12192000" cy="6858000"/>
          </a:xfrm>
          <a:prstGeom prst="rect">
            <a:avLst/>
          </a:prstGeom>
        </p:spPr>
        <p:txBody>
          <a:bodyPr/>
          <a:lstStyle>
            <a:lvl1pPr>
              <a:defRPr>
                <a:solidFill>
                  <a:schemeClr val="bg1"/>
                </a:solidFill>
              </a:defRPr>
            </a:lvl1pPr>
          </a:lstStyle>
          <a:p>
            <a:r>
              <a:rPr lang="en-US" noProof="0" dirty="0"/>
              <a:t>Click icon to add picture</a:t>
            </a:r>
          </a:p>
        </p:txBody>
      </p:sp>
      <p:sp>
        <p:nvSpPr>
          <p:cNvPr id="5" name="Text Placeholder 4">
            <a:extLst>
              <a:ext uri="{FF2B5EF4-FFF2-40B4-BE49-F238E27FC236}">
                <a16:creationId xmlns:a16="http://schemas.microsoft.com/office/drawing/2014/main" id="{E696C364-9ED6-42C4-8FC2-1F9C6CB1656D}"/>
              </a:ext>
            </a:extLst>
          </p:cNvPr>
          <p:cNvSpPr>
            <a:spLocks noGrp="1"/>
          </p:cNvSpPr>
          <p:nvPr>
            <p:ph type="body" sz="quarter" idx="12"/>
          </p:nvPr>
        </p:nvSpPr>
        <p:spPr>
          <a:xfrm>
            <a:off x="478220" y="366547"/>
            <a:ext cx="5465380" cy="484791"/>
          </a:xfrm>
        </p:spPr>
        <p:txBody>
          <a:bodyPr>
            <a:noAutofit/>
          </a:bodyPr>
          <a:lstStyle>
            <a:lvl1pPr>
              <a:defRPr sz="3200" b="1">
                <a:latin typeface="+mj-lt"/>
              </a:defRPr>
            </a:lvl1pPr>
            <a:lvl2pPr>
              <a:defRPr sz="3200" b="1">
                <a:latin typeface="+mj-lt"/>
              </a:defRPr>
            </a:lvl2pPr>
            <a:lvl3pPr>
              <a:defRPr sz="3200" b="1">
                <a:latin typeface="+mj-lt"/>
              </a:defRPr>
            </a:lvl3pPr>
            <a:lvl4pPr>
              <a:defRPr sz="3200" b="1">
                <a:latin typeface="+mj-lt"/>
              </a:defRPr>
            </a:lvl4pPr>
            <a:lvl5pPr>
              <a:defRPr sz="3200" b="1">
                <a:latin typeface="+mj-lt"/>
              </a:defRPr>
            </a:lvl5pPr>
          </a:lstStyle>
          <a:p>
            <a:pPr lvl="0"/>
            <a:r>
              <a:rPr lang="en-US" dirty="0"/>
              <a:t>Click to edit Master text styles</a:t>
            </a:r>
          </a:p>
        </p:txBody>
      </p:sp>
      <p:sp>
        <p:nvSpPr>
          <p:cNvPr id="6" name="Text Placeholder 4">
            <a:extLst>
              <a:ext uri="{FF2B5EF4-FFF2-40B4-BE49-F238E27FC236}">
                <a16:creationId xmlns:a16="http://schemas.microsoft.com/office/drawing/2014/main" id="{AD421831-C244-4DE0-8DE2-755D7D7315B9}"/>
              </a:ext>
            </a:extLst>
          </p:cNvPr>
          <p:cNvSpPr>
            <a:spLocks noGrp="1"/>
          </p:cNvSpPr>
          <p:nvPr>
            <p:ph type="body" sz="quarter" idx="13"/>
          </p:nvPr>
        </p:nvSpPr>
        <p:spPr>
          <a:xfrm>
            <a:off x="478220" y="851339"/>
            <a:ext cx="5465380" cy="863162"/>
          </a:xfrm>
        </p:spPr>
        <p:txBody>
          <a:bodyPr>
            <a:noAutofit/>
          </a:bodyPr>
          <a:lstStyle>
            <a:lvl1pPr>
              <a:defRPr sz="3200" b="0">
                <a:latin typeface="+mj-lt"/>
              </a:defRPr>
            </a:lvl1pPr>
            <a:lvl2pPr>
              <a:defRPr sz="3200" b="1">
                <a:latin typeface="+mj-lt"/>
              </a:defRPr>
            </a:lvl2pPr>
            <a:lvl3pPr>
              <a:defRPr sz="3200" b="1">
                <a:latin typeface="+mj-lt"/>
              </a:defRPr>
            </a:lvl3pPr>
            <a:lvl4pPr>
              <a:defRPr sz="3200" b="1">
                <a:latin typeface="+mj-lt"/>
              </a:defRPr>
            </a:lvl4pPr>
            <a:lvl5pPr>
              <a:defRPr sz="3200" b="1">
                <a:latin typeface="+mj-lt"/>
              </a:defRPr>
            </a:lvl5pPr>
          </a:lstStyle>
          <a:p>
            <a:pPr lvl="0"/>
            <a:r>
              <a:rPr lang="en-US" dirty="0"/>
              <a:t>Click to edit Master text styles</a:t>
            </a:r>
          </a:p>
        </p:txBody>
      </p:sp>
    </p:spTree>
    <p:extLst>
      <p:ext uri="{BB962C8B-B14F-4D97-AF65-F5344CB8AC3E}">
        <p14:creationId xmlns:p14="http://schemas.microsoft.com/office/powerpoint/2010/main" val="1810434128"/>
      </p:ext>
    </p:extLst>
  </p:cSld>
  <p:clrMapOvr>
    <a:masterClrMapping/>
  </p:clrMapOvr>
  <p:transition>
    <p:fade/>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itle, subtitle &amp; 1 column text">
    <p:spTree>
      <p:nvGrpSpPr>
        <p:cNvPr id="1" name=""/>
        <p:cNvGrpSpPr/>
        <p:nvPr/>
      </p:nvGrpSpPr>
      <p:grpSpPr>
        <a:xfrm>
          <a:off x="0" y="0"/>
          <a:ext cx="0" cy="0"/>
          <a:chOff x="0" y="0"/>
          <a:chExt cx="0" cy="0"/>
        </a:xfrm>
      </p:grpSpPr>
      <p:sp>
        <p:nvSpPr>
          <p:cNvPr id="14" name="Text Placeholder 18"/>
          <p:cNvSpPr>
            <a:spLocks noGrp="1"/>
          </p:cNvSpPr>
          <p:nvPr>
            <p:ph idx="1"/>
          </p:nvPr>
        </p:nvSpPr>
        <p:spPr>
          <a:xfrm>
            <a:off x="461823" y="1714500"/>
            <a:ext cx="11277600" cy="4667250"/>
          </a:xfrm>
          <a:prstGeom prst="rect">
            <a:avLst/>
          </a:prstGeom>
        </p:spPr>
        <p:txBody>
          <a:bodyPr vert="horz" lIns="0" tIns="0" rIns="0" bIns="0" rtlCol="0">
            <a:noAutofit/>
          </a:bodyPr>
          <a:lstStyle>
            <a:lvl1pPr>
              <a:defRPr sz="1200"/>
            </a:lvl1pPr>
            <a:lvl2pPr>
              <a:defRPr sz="1200"/>
            </a:lvl2pPr>
            <a:lvl3pPr>
              <a:defRPr sz="1200"/>
            </a:lvl3pPr>
            <a:lvl4pPr>
              <a:defRPr sz="1200"/>
            </a:lvl4pPr>
            <a:lvl5pPr>
              <a:defRPr sz="1200"/>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5" name="Text Placeholder 8">
            <a:extLst>
              <a:ext uri="{FF2B5EF4-FFF2-40B4-BE49-F238E27FC236}">
                <a16:creationId xmlns:a16="http://schemas.microsoft.com/office/drawing/2014/main" id="{259C2253-8D87-4928-94C4-A4D186A7A8BD}"/>
              </a:ext>
            </a:extLst>
          </p:cNvPr>
          <p:cNvSpPr>
            <a:spLocks noGrp="1"/>
          </p:cNvSpPr>
          <p:nvPr>
            <p:ph type="body" sz="quarter" idx="22" hasCustomPrompt="1"/>
          </p:nvPr>
        </p:nvSpPr>
        <p:spPr>
          <a:xfrm>
            <a:off x="463295" y="682940"/>
            <a:ext cx="11277600" cy="757255"/>
          </a:xfrm>
          <a:prstGeom prst="rect">
            <a:avLst/>
          </a:prstGeom>
        </p:spPr>
        <p:txBody>
          <a:bodyPr lIns="0" tIns="0" rIns="0" bIns="0">
            <a:noAutofit/>
          </a:bodyPr>
          <a:lstStyle>
            <a:lvl1pPr marL="0" indent="0">
              <a:buNone/>
              <a:defRPr sz="1800" b="0">
                <a:solidFill>
                  <a:schemeClr val="tx2"/>
                </a:solidFill>
              </a:defRPr>
            </a:lvl1pPr>
          </a:lstStyle>
          <a:p>
            <a:pPr lvl="0"/>
            <a:r>
              <a:rPr lang="en-US" dirty="0"/>
              <a:t>Click to add subtitle</a:t>
            </a:r>
          </a:p>
        </p:txBody>
      </p:sp>
      <p:sp>
        <p:nvSpPr>
          <p:cNvPr id="6" name="Title Placeholder 1">
            <a:extLst>
              <a:ext uri="{FF2B5EF4-FFF2-40B4-BE49-F238E27FC236}">
                <a16:creationId xmlns:a16="http://schemas.microsoft.com/office/drawing/2014/main" id="{96593EEB-1CDC-4080-8C11-602DEAE1026D}"/>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a:defRPr sz="2100">
                <a:latin typeface="+mj-lt"/>
              </a:defRPr>
            </a:lvl1pPr>
          </a:lstStyle>
          <a:p>
            <a:r>
              <a:rPr lang="en-US" dirty="0"/>
              <a:t>Click to add title</a:t>
            </a:r>
          </a:p>
        </p:txBody>
      </p:sp>
    </p:spTree>
    <p:extLst>
      <p:ext uri="{BB962C8B-B14F-4D97-AF65-F5344CB8AC3E}">
        <p14:creationId xmlns:p14="http://schemas.microsoft.com/office/powerpoint/2010/main" val="768886373"/>
      </p:ext>
    </p:extLst>
  </p:cSld>
  <p:clrMapOvr>
    <a:masterClrMapping/>
  </p:clrMapOvr>
  <p:transition>
    <p:fade/>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3 column green line">
    <p:spTree>
      <p:nvGrpSpPr>
        <p:cNvPr id="1" name=""/>
        <p:cNvGrpSpPr/>
        <p:nvPr/>
      </p:nvGrpSpPr>
      <p:grpSpPr>
        <a:xfrm>
          <a:off x="0" y="0"/>
          <a:ext cx="0" cy="0"/>
          <a:chOff x="0" y="0"/>
          <a:chExt cx="0" cy="0"/>
        </a:xfrm>
      </p:grpSpPr>
      <p:sp>
        <p:nvSpPr>
          <p:cNvPr id="10" name="Text Placeholder 8">
            <a:extLst>
              <a:ext uri="{FF2B5EF4-FFF2-40B4-BE49-F238E27FC236}">
                <a16:creationId xmlns:a16="http://schemas.microsoft.com/office/drawing/2014/main" id="{09891263-8779-41FC-9383-3693CA16CB1D}"/>
              </a:ext>
            </a:extLst>
          </p:cNvPr>
          <p:cNvSpPr>
            <a:spLocks noGrp="1"/>
          </p:cNvSpPr>
          <p:nvPr>
            <p:ph type="body" sz="quarter" idx="22"/>
          </p:nvPr>
        </p:nvSpPr>
        <p:spPr>
          <a:xfrm>
            <a:off x="458730" y="1851440"/>
            <a:ext cx="3554471" cy="4511260"/>
          </a:xfrm>
        </p:spPr>
        <p:txBody>
          <a:bodyPr>
            <a:noAutofit/>
          </a:bodyPr>
          <a:lstStyle>
            <a:lvl1pPr marL="0" indent="0" algn="l">
              <a:buFontTx/>
              <a:buNone/>
              <a:defRPr sz="1200" b="1">
                <a:solidFill>
                  <a:schemeClr val="accent1"/>
                </a:solidFill>
              </a:defRPr>
            </a:lvl1pPr>
            <a:lvl2pPr marL="104775" indent="-104775" algn="l">
              <a:spcAft>
                <a:spcPts val="750"/>
              </a:spcAft>
              <a:buClrTx/>
              <a:buSzPct val="100000"/>
              <a:buFont typeface="Arial" panose="020B0604020202020204" pitchFamily="34" charset="0"/>
              <a:buChar char="•"/>
              <a:defRPr sz="1200"/>
            </a:lvl2pPr>
            <a:lvl3pPr marL="228600" indent="-104775" algn="l">
              <a:spcAft>
                <a:spcPts val="750"/>
              </a:spcAft>
              <a:buClrTx/>
              <a:buSzPct val="100000"/>
              <a:buFont typeface="Arial" panose="020B0604020202020204" pitchFamily="34" charset="0"/>
              <a:buChar char="−"/>
              <a:defRPr sz="1200"/>
            </a:lvl3pPr>
            <a:lvl4pPr marL="352425" indent="-104775" algn="l">
              <a:spcAft>
                <a:spcPts val="750"/>
              </a:spcAft>
              <a:buClrTx/>
              <a:buSzPct val="100000"/>
              <a:buFont typeface="Arial" panose="020B0604020202020204" pitchFamily="34" charset="0"/>
              <a:buChar char="◦"/>
              <a:defRPr sz="1200"/>
            </a:lvl4pPr>
            <a:lvl5pPr marL="476250" indent="-104775" algn="l">
              <a:spcAft>
                <a:spcPts val="750"/>
              </a:spcAft>
              <a:buClrTx/>
              <a:buSzPct val="100000"/>
              <a:buFont typeface="Arial" panose="020B0604020202020204" pitchFamily="34" charset="0"/>
              <a:buChar char="−"/>
              <a:defRPr sz="1200" baseline="0"/>
            </a:lvl5pPr>
            <a:lvl6pPr marL="267300" indent="-132300">
              <a:spcAft>
                <a:spcPts val="750"/>
              </a:spcAft>
              <a:buFont typeface="Verdana" panose="020B0604030504040204" pitchFamily="34" charset="0"/>
              <a:buChar char="−"/>
              <a:defRPr/>
            </a:lvl6pPr>
            <a:lvl7pPr marL="267300" indent="-132300">
              <a:spcAft>
                <a:spcPts val="750"/>
              </a:spcAft>
              <a:defRPr/>
            </a:lvl7pPr>
            <a:lvl8pPr marL="267300" indent="-132300">
              <a:spcAft>
                <a:spcPts val="750"/>
              </a:spcAft>
              <a:defRPr/>
            </a:lvl8pPr>
            <a:lvl9pPr marL="267300" indent="-132300">
              <a:spcAft>
                <a:spcPts val="750"/>
              </a:spcAft>
              <a:defRPr/>
            </a:lvl9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1" name="Text Placeholder 8">
            <a:extLst>
              <a:ext uri="{FF2B5EF4-FFF2-40B4-BE49-F238E27FC236}">
                <a16:creationId xmlns:a16="http://schemas.microsoft.com/office/drawing/2014/main" id="{3F862111-A699-4618-9902-CD7B1ECC90ED}"/>
              </a:ext>
            </a:extLst>
          </p:cNvPr>
          <p:cNvSpPr>
            <a:spLocks noGrp="1"/>
          </p:cNvSpPr>
          <p:nvPr>
            <p:ph type="body" sz="quarter" idx="23"/>
          </p:nvPr>
        </p:nvSpPr>
        <p:spPr>
          <a:xfrm>
            <a:off x="4314826" y="1851440"/>
            <a:ext cx="3554471" cy="4511260"/>
          </a:xfrm>
        </p:spPr>
        <p:txBody>
          <a:bodyPr>
            <a:noAutofit/>
          </a:bodyPr>
          <a:lstStyle>
            <a:lvl1pPr marL="0" indent="0" algn="l">
              <a:buFontTx/>
              <a:buNone/>
              <a:defRPr sz="1200" b="1">
                <a:solidFill>
                  <a:schemeClr val="accent1"/>
                </a:solidFill>
              </a:defRPr>
            </a:lvl1pPr>
            <a:lvl2pPr marL="104775" indent="-104775" algn="l">
              <a:spcAft>
                <a:spcPts val="750"/>
              </a:spcAft>
              <a:buClrTx/>
              <a:buSzPct val="100000"/>
              <a:buFont typeface="Arial" panose="020B0604020202020204" pitchFamily="34" charset="0"/>
              <a:buChar char="•"/>
              <a:defRPr sz="1200"/>
            </a:lvl2pPr>
            <a:lvl3pPr marL="228600" indent="-104775" algn="l">
              <a:spcAft>
                <a:spcPts val="750"/>
              </a:spcAft>
              <a:buClrTx/>
              <a:buSzPct val="100000"/>
              <a:buFont typeface="Arial" panose="020B0604020202020204" pitchFamily="34" charset="0"/>
              <a:buChar char="−"/>
              <a:defRPr sz="1200"/>
            </a:lvl3pPr>
            <a:lvl4pPr marL="352425" indent="-104775" algn="l">
              <a:spcAft>
                <a:spcPts val="750"/>
              </a:spcAft>
              <a:buClrTx/>
              <a:buSzPct val="100000"/>
              <a:buFont typeface="Arial" panose="020B0604020202020204" pitchFamily="34" charset="0"/>
              <a:buChar char="◦"/>
              <a:defRPr sz="1200"/>
            </a:lvl4pPr>
            <a:lvl5pPr marL="476250" indent="-104775" algn="l">
              <a:spcAft>
                <a:spcPts val="750"/>
              </a:spcAft>
              <a:buClrTx/>
              <a:buSzPct val="100000"/>
              <a:buFont typeface="Arial" panose="020B0604020202020204" pitchFamily="34" charset="0"/>
              <a:buChar char="−"/>
              <a:defRPr sz="1200" baseline="0"/>
            </a:lvl5pPr>
            <a:lvl6pPr marL="267300" indent="-132300">
              <a:spcAft>
                <a:spcPts val="750"/>
              </a:spcAft>
              <a:buFont typeface="Verdana" panose="020B0604030504040204" pitchFamily="34" charset="0"/>
              <a:buChar char="−"/>
              <a:defRPr/>
            </a:lvl6pPr>
            <a:lvl7pPr marL="267300" indent="-132300">
              <a:spcAft>
                <a:spcPts val="750"/>
              </a:spcAft>
              <a:defRPr/>
            </a:lvl7pPr>
            <a:lvl8pPr marL="267300" indent="-132300">
              <a:spcAft>
                <a:spcPts val="750"/>
              </a:spcAft>
              <a:defRPr/>
            </a:lvl8pPr>
            <a:lvl9pPr marL="267300" indent="-132300">
              <a:spcAft>
                <a:spcPts val="750"/>
              </a:spcAft>
              <a:defRPr/>
            </a:lvl9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2" name="Text Placeholder 8">
            <a:extLst>
              <a:ext uri="{FF2B5EF4-FFF2-40B4-BE49-F238E27FC236}">
                <a16:creationId xmlns:a16="http://schemas.microsoft.com/office/drawing/2014/main" id="{136FEA86-C43A-4BD9-AC25-65C16B3F484C}"/>
              </a:ext>
            </a:extLst>
          </p:cNvPr>
          <p:cNvSpPr>
            <a:spLocks noGrp="1"/>
          </p:cNvSpPr>
          <p:nvPr>
            <p:ph type="body" sz="quarter" idx="24"/>
          </p:nvPr>
        </p:nvSpPr>
        <p:spPr>
          <a:xfrm>
            <a:off x="8178800" y="1851440"/>
            <a:ext cx="3556000" cy="4511260"/>
          </a:xfrm>
        </p:spPr>
        <p:txBody>
          <a:bodyPr>
            <a:noAutofit/>
          </a:bodyPr>
          <a:lstStyle>
            <a:lvl1pPr marL="0" indent="0" algn="l">
              <a:buFontTx/>
              <a:buNone/>
              <a:defRPr sz="1200" b="1">
                <a:solidFill>
                  <a:schemeClr val="accent1"/>
                </a:solidFill>
              </a:defRPr>
            </a:lvl1pPr>
            <a:lvl2pPr marL="104775" indent="-104775" algn="l">
              <a:spcAft>
                <a:spcPts val="750"/>
              </a:spcAft>
              <a:buClrTx/>
              <a:buSzPct val="100000"/>
              <a:buFont typeface="Arial" panose="020B0604020202020204" pitchFamily="34" charset="0"/>
              <a:buChar char="•"/>
              <a:defRPr sz="1200"/>
            </a:lvl2pPr>
            <a:lvl3pPr marL="228600" indent="-104775" algn="l">
              <a:spcAft>
                <a:spcPts val="750"/>
              </a:spcAft>
              <a:buClrTx/>
              <a:buSzPct val="100000"/>
              <a:buFont typeface="Arial" panose="020B0604020202020204" pitchFamily="34" charset="0"/>
              <a:buChar char="−"/>
              <a:defRPr sz="1200"/>
            </a:lvl3pPr>
            <a:lvl4pPr marL="352425" indent="-104775" algn="l">
              <a:spcAft>
                <a:spcPts val="750"/>
              </a:spcAft>
              <a:buClrTx/>
              <a:buSzPct val="100000"/>
              <a:buFont typeface="Arial" panose="020B0604020202020204" pitchFamily="34" charset="0"/>
              <a:buChar char="◦"/>
              <a:defRPr sz="1200"/>
            </a:lvl4pPr>
            <a:lvl5pPr marL="476250" indent="-104775" algn="l">
              <a:spcAft>
                <a:spcPts val="750"/>
              </a:spcAft>
              <a:buClrTx/>
              <a:buSzPct val="100000"/>
              <a:buFont typeface="Arial" panose="020B0604020202020204" pitchFamily="34" charset="0"/>
              <a:buChar char="−"/>
              <a:defRPr sz="1200" baseline="0"/>
            </a:lvl5pPr>
            <a:lvl6pPr marL="267300" indent="-132300">
              <a:spcAft>
                <a:spcPts val="750"/>
              </a:spcAft>
              <a:buFont typeface="Verdana" panose="020B0604030504040204" pitchFamily="34" charset="0"/>
              <a:buChar char="−"/>
              <a:defRPr/>
            </a:lvl6pPr>
            <a:lvl7pPr marL="267300" indent="-132300">
              <a:spcAft>
                <a:spcPts val="750"/>
              </a:spcAft>
              <a:defRPr/>
            </a:lvl7pPr>
            <a:lvl8pPr marL="267300" indent="-132300">
              <a:spcAft>
                <a:spcPts val="750"/>
              </a:spcAft>
              <a:defRPr/>
            </a:lvl8pPr>
            <a:lvl9pPr marL="267300" indent="-132300">
              <a:spcAft>
                <a:spcPts val="750"/>
              </a:spcAft>
              <a:defRPr/>
            </a:lvl9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3" name="Text Placeholder 8">
            <a:extLst>
              <a:ext uri="{FF2B5EF4-FFF2-40B4-BE49-F238E27FC236}">
                <a16:creationId xmlns:a16="http://schemas.microsoft.com/office/drawing/2014/main" id="{9D600A6A-61E2-4C72-A87B-39D905EFB4BC}"/>
              </a:ext>
            </a:extLst>
          </p:cNvPr>
          <p:cNvSpPr>
            <a:spLocks noGrp="1"/>
          </p:cNvSpPr>
          <p:nvPr>
            <p:ph type="body" sz="quarter" idx="25" hasCustomPrompt="1"/>
          </p:nvPr>
        </p:nvSpPr>
        <p:spPr>
          <a:xfrm>
            <a:off x="463295" y="682940"/>
            <a:ext cx="11277600" cy="757255"/>
          </a:xfrm>
          <a:prstGeom prst="rect">
            <a:avLst/>
          </a:prstGeom>
        </p:spPr>
        <p:txBody>
          <a:bodyPr lIns="0" tIns="0" rIns="0" bIns="0">
            <a:noAutofit/>
          </a:bodyPr>
          <a:lstStyle>
            <a:lvl1pPr marL="0" indent="0">
              <a:buNone/>
              <a:defRPr sz="1800" b="0">
                <a:solidFill>
                  <a:schemeClr val="tx2"/>
                </a:solidFill>
              </a:defRPr>
            </a:lvl1pPr>
          </a:lstStyle>
          <a:p>
            <a:pPr lvl="0"/>
            <a:r>
              <a:rPr lang="en-US" dirty="0"/>
              <a:t>Click to add subtitle</a:t>
            </a:r>
          </a:p>
        </p:txBody>
      </p:sp>
      <p:sp>
        <p:nvSpPr>
          <p:cNvPr id="19" name="Title Placeholder 1">
            <a:extLst>
              <a:ext uri="{FF2B5EF4-FFF2-40B4-BE49-F238E27FC236}">
                <a16:creationId xmlns:a16="http://schemas.microsoft.com/office/drawing/2014/main" id="{D5910C4A-3157-47A5-8677-1140132DE359}"/>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a:defRPr sz="2100">
                <a:latin typeface="+mj-lt"/>
              </a:defRPr>
            </a:lvl1pPr>
          </a:lstStyle>
          <a:p>
            <a:r>
              <a:rPr lang="en-US" dirty="0"/>
              <a:t>Click to add title</a:t>
            </a:r>
          </a:p>
        </p:txBody>
      </p:sp>
      <p:sp>
        <p:nvSpPr>
          <p:cNvPr id="20" name="Rectangle 19">
            <a:extLst>
              <a:ext uri="{FF2B5EF4-FFF2-40B4-BE49-F238E27FC236}">
                <a16:creationId xmlns:a16="http://schemas.microsoft.com/office/drawing/2014/main" id="{221E1916-39D6-44A9-8C07-60C8660A0953}"/>
              </a:ext>
            </a:extLst>
          </p:cNvPr>
          <p:cNvSpPr/>
          <p:nvPr userDrawn="1"/>
        </p:nvSpPr>
        <p:spPr>
          <a:xfrm>
            <a:off x="458729" y="1715425"/>
            <a:ext cx="3560064" cy="548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750"/>
              </a:spcAft>
            </a:pPr>
            <a:endParaRPr lang="en-US" sz="825" noProof="0" dirty="0">
              <a:solidFill>
                <a:schemeClr val="bg1"/>
              </a:solidFill>
            </a:endParaRPr>
          </a:p>
        </p:txBody>
      </p:sp>
      <p:sp>
        <p:nvSpPr>
          <p:cNvPr id="21" name="Rectangle 20">
            <a:extLst>
              <a:ext uri="{FF2B5EF4-FFF2-40B4-BE49-F238E27FC236}">
                <a16:creationId xmlns:a16="http://schemas.microsoft.com/office/drawing/2014/main" id="{F2178E01-9486-4723-8ECD-9A89CE53905A}"/>
              </a:ext>
            </a:extLst>
          </p:cNvPr>
          <p:cNvSpPr/>
          <p:nvPr userDrawn="1"/>
        </p:nvSpPr>
        <p:spPr>
          <a:xfrm>
            <a:off x="4314824" y="1715425"/>
            <a:ext cx="3560064" cy="548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750"/>
              </a:spcAft>
            </a:pPr>
            <a:endParaRPr lang="en-US" sz="825" noProof="0" dirty="0">
              <a:solidFill>
                <a:schemeClr val="bg1"/>
              </a:solidFill>
            </a:endParaRPr>
          </a:p>
        </p:txBody>
      </p:sp>
      <p:sp>
        <p:nvSpPr>
          <p:cNvPr id="22" name="Rectangle 21">
            <a:extLst>
              <a:ext uri="{FF2B5EF4-FFF2-40B4-BE49-F238E27FC236}">
                <a16:creationId xmlns:a16="http://schemas.microsoft.com/office/drawing/2014/main" id="{082A3624-848D-4789-989D-4C19B95C8DD4}"/>
              </a:ext>
            </a:extLst>
          </p:cNvPr>
          <p:cNvSpPr/>
          <p:nvPr userDrawn="1"/>
        </p:nvSpPr>
        <p:spPr>
          <a:xfrm>
            <a:off x="8178800" y="1715425"/>
            <a:ext cx="3560064" cy="548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750"/>
              </a:spcAft>
            </a:pPr>
            <a:endParaRPr lang="en-US" sz="825" noProof="0" dirty="0">
              <a:solidFill>
                <a:schemeClr val="bg1"/>
              </a:solidFill>
            </a:endParaRPr>
          </a:p>
        </p:txBody>
      </p:sp>
    </p:spTree>
    <p:extLst>
      <p:ext uri="{BB962C8B-B14F-4D97-AF65-F5344CB8AC3E}">
        <p14:creationId xmlns:p14="http://schemas.microsoft.com/office/powerpoint/2010/main" val="547356682"/>
      </p:ext>
    </p:extLst>
  </p:cSld>
  <p:clrMapOvr>
    <a:masterClrMapping/>
  </p:clrMapOvr>
  <p:transition>
    <p:fade/>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4 column icon">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BAA35D0E-EBF0-4599-84F7-684DE89E56AE}"/>
              </a:ext>
            </a:extLst>
          </p:cNvPr>
          <p:cNvSpPr>
            <a:spLocks noGrp="1"/>
          </p:cNvSpPr>
          <p:nvPr>
            <p:ph type="body" sz="quarter" idx="25" hasCustomPrompt="1"/>
          </p:nvPr>
        </p:nvSpPr>
        <p:spPr>
          <a:xfrm>
            <a:off x="463295" y="682940"/>
            <a:ext cx="11277600" cy="757255"/>
          </a:xfrm>
          <a:prstGeom prst="rect">
            <a:avLst/>
          </a:prstGeom>
        </p:spPr>
        <p:txBody>
          <a:bodyPr lIns="0" tIns="0" rIns="0" bIns="0">
            <a:noAutofit/>
          </a:bodyPr>
          <a:lstStyle>
            <a:lvl1pPr marL="0" indent="0">
              <a:buNone/>
              <a:defRPr sz="1800" b="0">
                <a:solidFill>
                  <a:schemeClr val="tx2"/>
                </a:solidFill>
              </a:defRPr>
            </a:lvl1pPr>
          </a:lstStyle>
          <a:p>
            <a:pPr lvl="0"/>
            <a:r>
              <a:rPr lang="en-US" dirty="0"/>
              <a:t>Click to add subtitle</a:t>
            </a:r>
          </a:p>
        </p:txBody>
      </p:sp>
      <p:sp>
        <p:nvSpPr>
          <p:cNvPr id="11" name="Title Placeholder 1">
            <a:extLst>
              <a:ext uri="{FF2B5EF4-FFF2-40B4-BE49-F238E27FC236}">
                <a16:creationId xmlns:a16="http://schemas.microsoft.com/office/drawing/2014/main" id="{CBCDA542-DB63-41BB-89C0-73F35C7D17CA}"/>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a:defRPr sz="2100">
                <a:latin typeface="+mj-lt"/>
              </a:defRPr>
            </a:lvl1pPr>
          </a:lstStyle>
          <a:p>
            <a:r>
              <a:rPr lang="en-US" dirty="0"/>
              <a:t>Click to add title</a:t>
            </a:r>
          </a:p>
        </p:txBody>
      </p:sp>
      <p:sp>
        <p:nvSpPr>
          <p:cNvPr id="12" name="Text Placeholder 8">
            <a:extLst>
              <a:ext uri="{FF2B5EF4-FFF2-40B4-BE49-F238E27FC236}">
                <a16:creationId xmlns:a16="http://schemas.microsoft.com/office/drawing/2014/main" id="{C73178E3-6490-436A-8FEB-CC4E21B542CE}"/>
              </a:ext>
            </a:extLst>
          </p:cNvPr>
          <p:cNvSpPr>
            <a:spLocks noGrp="1"/>
          </p:cNvSpPr>
          <p:nvPr>
            <p:ph type="body" sz="quarter" idx="17"/>
          </p:nvPr>
        </p:nvSpPr>
        <p:spPr>
          <a:xfrm>
            <a:off x="473297" y="3124200"/>
            <a:ext cx="2720468" cy="3238500"/>
          </a:xfrm>
        </p:spPr>
        <p:txBody>
          <a:bodyPr>
            <a:noAutofit/>
          </a:bodyPr>
          <a:lstStyle>
            <a:lvl1pPr marL="0" indent="0" algn="l">
              <a:buFontTx/>
              <a:buNone/>
              <a:defRPr sz="1200" b="1">
                <a:solidFill>
                  <a:schemeClr val="accent1"/>
                </a:solidFill>
              </a:defRPr>
            </a:lvl1pPr>
            <a:lvl2pPr marL="104775" indent="-104775" algn="l">
              <a:spcAft>
                <a:spcPts val="0"/>
              </a:spcAft>
              <a:buClrTx/>
              <a:buSzPct val="100000"/>
              <a:buFont typeface="Arial" panose="020B0604020202020204" pitchFamily="34" charset="0"/>
              <a:buChar char="•"/>
              <a:defRPr sz="1200"/>
            </a:lvl2pPr>
            <a:lvl3pPr marL="228600" indent="-104775" algn="l">
              <a:spcAft>
                <a:spcPts val="0"/>
              </a:spcAft>
              <a:buClrTx/>
              <a:buSzPct val="100000"/>
              <a:buFont typeface="Arial" panose="020B0604020202020204" pitchFamily="34" charset="0"/>
              <a:buChar char="−"/>
              <a:defRPr sz="1200"/>
            </a:lvl3pPr>
            <a:lvl4pPr marL="352425" indent="-104775" algn="l">
              <a:spcAft>
                <a:spcPts val="0"/>
              </a:spcAft>
              <a:buClrTx/>
              <a:buSzPct val="100000"/>
              <a:buFont typeface="Arial" panose="020B0604020202020204" pitchFamily="34" charset="0"/>
              <a:buChar char="◦"/>
              <a:defRPr sz="1200"/>
            </a:lvl4pPr>
            <a:lvl5pPr marL="476250" indent="-104775" algn="l">
              <a:spcAft>
                <a:spcPts val="0"/>
              </a:spcAft>
              <a:buClrTx/>
              <a:buSzPct val="100000"/>
              <a:buFont typeface="Arial" panose="020B0604020202020204" pitchFamily="34" charset="0"/>
              <a:buChar char="−"/>
              <a:defRPr sz="1200" baseline="0"/>
            </a:lvl5pPr>
            <a:lvl6pPr marL="267300" indent="-132300">
              <a:spcAft>
                <a:spcPts val="0"/>
              </a:spcAft>
              <a:buFont typeface="Verdana" panose="020B0604030504040204" pitchFamily="34" charset="0"/>
              <a:buChar char="−"/>
              <a:defRPr/>
            </a:lvl6pPr>
            <a:lvl7pPr marL="267300" indent="-132300">
              <a:spcAft>
                <a:spcPts val="0"/>
              </a:spcAft>
              <a:defRPr/>
            </a:lvl7pPr>
            <a:lvl8pPr marL="267300" indent="-132300">
              <a:spcAft>
                <a:spcPts val="0"/>
              </a:spcAft>
              <a:defRPr/>
            </a:lvl8pPr>
            <a:lvl9pPr marL="267300" indent="-132300">
              <a:spcAft>
                <a:spcPts val="0"/>
              </a:spcAft>
              <a:defRPr/>
            </a:lvl9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3" name="Text Placeholder 8">
            <a:extLst>
              <a:ext uri="{FF2B5EF4-FFF2-40B4-BE49-F238E27FC236}">
                <a16:creationId xmlns:a16="http://schemas.microsoft.com/office/drawing/2014/main" id="{1B5A2B37-A59A-4B85-9144-75BC73AD9DB2}"/>
              </a:ext>
            </a:extLst>
          </p:cNvPr>
          <p:cNvSpPr>
            <a:spLocks noGrp="1"/>
          </p:cNvSpPr>
          <p:nvPr>
            <p:ph type="body" sz="quarter" idx="18"/>
          </p:nvPr>
        </p:nvSpPr>
        <p:spPr>
          <a:xfrm>
            <a:off x="6171687" y="3120553"/>
            <a:ext cx="2712000" cy="3238500"/>
          </a:xfrm>
        </p:spPr>
        <p:txBody>
          <a:bodyPr>
            <a:noAutofit/>
          </a:bodyPr>
          <a:lstStyle>
            <a:lvl1pPr marL="0" indent="0" algn="l">
              <a:buFontTx/>
              <a:buNone/>
              <a:defRPr sz="1200" b="1">
                <a:solidFill>
                  <a:schemeClr val="accent1"/>
                </a:solidFill>
              </a:defRPr>
            </a:lvl1pPr>
            <a:lvl2pPr marL="104775" indent="-104775" algn="l">
              <a:spcAft>
                <a:spcPts val="0"/>
              </a:spcAft>
              <a:buClrTx/>
              <a:buSzPct val="100000"/>
              <a:buFont typeface="Arial" panose="020B0604020202020204" pitchFamily="34" charset="0"/>
              <a:buChar char="•"/>
              <a:defRPr sz="1200"/>
            </a:lvl2pPr>
            <a:lvl3pPr marL="228600" indent="-104775" algn="l">
              <a:spcAft>
                <a:spcPts val="0"/>
              </a:spcAft>
              <a:buClrTx/>
              <a:buSzPct val="100000"/>
              <a:buFont typeface="Arial" panose="020B0604020202020204" pitchFamily="34" charset="0"/>
              <a:buChar char="−"/>
              <a:defRPr sz="1200"/>
            </a:lvl3pPr>
            <a:lvl4pPr marL="352425" indent="-104775" algn="l">
              <a:spcAft>
                <a:spcPts val="0"/>
              </a:spcAft>
              <a:buClrTx/>
              <a:buSzPct val="100000"/>
              <a:buFont typeface="Arial" panose="020B0604020202020204" pitchFamily="34" charset="0"/>
              <a:buChar char="◦"/>
              <a:defRPr sz="1200"/>
            </a:lvl4pPr>
            <a:lvl5pPr marL="476250" indent="-104775" algn="l">
              <a:spcAft>
                <a:spcPts val="0"/>
              </a:spcAft>
              <a:buClrTx/>
              <a:buSzPct val="100000"/>
              <a:buFont typeface="Arial" panose="020B0604020202020204" pitchFamily="34" charset="0"/>
              <a:buChar char="−"/>
              <a:defRPr sz="1200" baseline="0"/>
            </a:lvl5pPr>
            <a:lvl6pPr marL="267300" indent="-132300">
              <a:spcAft>
                <a:spcPts val="0"/>
              </a:spcAft>
              <a:buFont typeface="Verdana" panose="020B0604030504040204" pitchFamily="34" charset="0"/>
              <a:buChar char="−"/>
              <a:defRPr/>
            </a:lvl6pPr>
            <a:lvl7pPr marL="267300" indent="-132300">
              <a:spcAft>
                <a:spcPts val="0"/>
              </a:spcAft>
              <a:defRPr/>
            </a:lvl7pPr>
            <a:lvl8pPr marL="267300" indent="-132300">
              <a:spcAft>
                <a:spcPts val="0"/>
              </a:spcAft>
              <a:defRPr/>
            </a:lvl8pPr>
            <a:lvl9pPr marL="267300" indent="-132300">
              <a:spcAft>
                <a:spcPts val="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4" name="Text Placeholder 8">
            <a:extLst>
              <a:ext uri="{FF2B5EF4-FFF2-40B4-BE49-F238E27FC236}">
                <a16:creationId xmlns:a16="http://schemas.microsoft.com/office/drawing/2014/main" id="{0EDB9492-A5FE-44CC-90D8-0E0E80A4E813}"/>
              </a:ext>
            </a:extLst>
          </p:cNvPr>
          <p:cNvSpPr>
            <a:spLocks noGrp="1"/>
          </p:cNvSpPr>
          <p:nvPr>
            <p:ph type="body" sz="quarter" idx="19"/>
          </p:nvPr>
        </p:nvSpPr>
        <p:spPr>
          <a:xfrm>
            <a:off x="3330040" y="3124202"/>
            <a:ext cx="2712000" cy="3238499"/>
          </a:xfrm>
        </p:spPr>
        <p:txBody>
          <a:bodyPr>
            <a:noAutofit/>
          </a:bodyPr>
          <a:lstStyle>
            <a:lvl1pPr marL="0" indent="0" algn="l">
              <a:buFontTx/>
              <a:buNone/>
              <a:defRPr sz="1200" b="1">
                <a:solidFill>
                  <a:schemeClr val="accent1"/>
                </a:solidFill>
              </a:defRPr>
            </a:lvl1pPr>
            <a:lvl2pPr marL="104775" indent="-104775" algn="l">
              <a:spcAft>
                <a:spcPts val="0"/>
              </a:spcAft>
              <a:buClrTx/>
              <a:buSzPct val="100000"/>
              <a:buFont typeface="Arial" panose="020B0604020202020204" pitchFamily="34" charset="0"/>
              <a:buChar char="•"/>
              <a:defRPr sz="1200"/>
            </a:lvl2pPr>
            <a:lvl3pPr marL="228600" indent="-104775" algn="l">
              <a:spcAft>
                <a:spcPts val="0"/>
              </a:spcAft>
              <a:buClrTx/>
              <a:buSzPct val="100000"/>
              <a:buFont typeface="Arial" panose="020B0604020202020204" pitchFamily="34" charset="0"/>
              <a:buChar char="−"/>
              <a:defRPr sz="1200"/>
            </a:lvl3pPr>
            <a:lvl4pPr marL="352425" indent="-104775" algn="l">
              <a:spcAft>
                <a:spcPts val="0"/>
              </a:spcAft>
              <a:buClrTx/>
              <a:buSzPct val="100000"/>
              <a:buFont typeface="Arial" panose="020B0604020202020204" pitchFamily="34" charset="0"/>
              <a:buChar char="◦"/>
              <a:defRPr sz="1200"/>
            </a:lvl4pPr>
            <a:lvl5pPr marL="476250" indent="-104775" algn="l">
              <a:spcAft>
                <a:spcPts val="0"/>
              </a:spcAft>
              <a:buClrTx/>
              <a:buSzPct val="100000"/>
              <a:buFont typeface="Arial" panose="020B0604020202020204" pitchFamily="34" charset="0"/>
              <a:buChar char="−"/>
              <a:defRPr sz="1200" baseline="0"/>
            </a:lvl5pPr>
            <a:lvl6pPr marL="267300" indent="-132300">
              <a:spcAft>
                <a:spcPts val="0"/>
              </a:spcAft>
              <a:buFont typeface="Verdana" panose="020B0604030504040204" pitchFamily="34" charset="0"/>
              <a:buChar char="−"/>
              <a:defRPr/>
            </a:lvl6pPr>
            <a:lvl7pPr marL="267300" indent="-132300">
              <a:spcAft>
                <a:spcPts val="0"/>
              </a:spcAft>
              <a:defRPr/>
            </a:lvl7pPr>
            <a:lvl8pPr marL="267300" indent="-132300">
              <a:spcAft>
                <a:spcPts val="0"/>
              </a:spcAft>
              <a:defRPr/>
            </a:lvl8pPr>
            <a:lvl9pPr marL="267300" indent="-132300">
              <a:spcAft>
                <a:spcPts val="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5" name="Text Placeholder 8">
            <a:extLst>
              <a:ext uri="{FF2B5EF4-FFF2-40B4-BE49-F238E27FC236}">
                <a16:creationId xmlns:a16="http://schemas.microsoft.com/office/drawing/2014/main" id="{3D335E86-FA3A-4B76-B4D1-5D530C4E3791}"/>
              </a:ext>
            </a:extLst>
          </p:cNvPr>
          <p:cNvSpPr>
            <a:spLocks noGrp="1"/>
          </p:cNvSpPr>
          <p:nvPr>
            <p:ph type="body" sz="quarter" idx="20"/>
          </p:nvPr>
        </p:nvSpPr>
        <p:spPr>
          <a:xfrm>
            <a:off x="9035701" y="3108508"/>
            <a:ext cx="2697183" cy="3254192"/>
          </a:xfrm>
        </p:spPr>
        <p:txBody>
          <a:bodyPr>
            <a:noAutofit/>
          </a:bodyPr>
          <a:lstStyle>
            <a:lvl1pPr marL="0" indent="0" algn="l">
              <a:buFontTx/>
              <a:buNone/>
              <a:defRPr sz="1200" b="1">
                <a:solidFill>
                  <a:schemeClr val="accent1"/>
                </a:solidFill>
              </a:defRPr>
            </a:lvl1pPr>
            <a:lvl2pPr marL="104775" indent="-104775" algn="l">
              <a:spcAft>
                <a:spcPts val="0"/>
              </a:spcAft>
              <a:buClrTx/>
              <a:buSzPct val="100000"/>
              <a:buFont typeface="Arial" panose="020B0604020202020204" pitchFamily="34" charset="0"/>
              <a:buChar char="•"/>
              <a:defRPr sz="1200"/>
            </a:lvl2pPr>
            <a:lvl3pPr marL="228600" indent="-104775" algn="l">
              <a:spcAft>
                <a:spcPts val="0"/>
              </a:spcAft>
              <a:buClrTx/>
              <a:buSzPct val="100000"/>
              <a:buFont typeface="Arial" panose="020B0604020202020204" pitchFamily="34" charset="0"/>
              <a:buChar char="−"/>
              <a:defRPr sz="1200"/>
            </a:lvl3pPr>
            <a:lvl4pPr marL="352425" indent="-104775" algn="l">
              <a:spcAft>
                <a:spcPts val="0"/>
              </a:spcAft>
              <a:buClrTx/>
              <a:buSzPct val="100000"/>
              <a:buFont typeface="Arial" panose="020B0604020202020204" pitchFamily="34" charset="0"/>
              <a:buChar char="◦"/>
              <a:defRPr sz="1200"/>
            </a:lvl4pPr>
            <a:lvl5pPr marL="476250" indent="-104775" algn="l">
              <a:spcAft>
                <a:spcPts val="0"/>
              </a:spcAft>
              <a:buClrTx/>
              <a:buSzPct val="100000"/>
              <a:buFont typeface="Arial" panose="020B0604020202020204" pitchFamily="34" charset="0"/>
              <a:buChar char="−"/>
              <a:defRPr sz="1200" baseline="0"/>
            </a:lvl5pPr>
            <a:lvl6pPr marL="267300" indent="-132300">
              <a:spcAft>
                <a:spcPts val="0"/>
              </a:spcAft>
              <a:buFont typeface="Verdana" panose="020B0604030504040204" pitchFamily="34" charset="0"/>
              <a:buChar char="−"/>
              <a:defRPr/>
            </a:lvl6pPr>
            <a:lvl7pPr marL="267300" indent="-132300">
              <a:spcAft>
                <a:spcPts val="0"/>
              </a:spcAft>
              <a:defRPr/>
            </a:lvl7pPr>
            <a:lvl8pPr marL="267300" indent="-132300">
              <a:spcAft>
                <a:spcPts val="0"/>
              </a:spcAft>
              <a:defRPr/>
            </a:lvl8pPr>
            <a:lvl9pPr marL="267300" indent="-132300">
              <a:spcAft>
                <a:spcPts val="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Tree>
    <p:extLst>
      <p:ext uri="{BB962C8B-B14F-4D97-AF65-F5344CB8AC3E}">
        <p14:creationId xmlns:p14="http://schemas.microsoft.com/office/powerpoint/2010/main" val="2222268904"/>
      </p:ext>
    </p:extLst>
  </p:cSld>
  <p:clrMapOvr>
    <a:masterClrMapping/>
  </p:clrMapOvr>
  <p:transition>
    <p:fade/>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preserve="1" userDrawn="1">
  <p:cSld name="4 column icon green">
    <p:bg>
      <p:bgPr>
        <a:solidFill>
          <a:schemeClr val="accent2"/>
        </a:solidFill>
        <a:effectLst/>
      </p:bgPr>
    </p:bg>
    <p:spTree>
      <p:nvGrpSpPr>
        <p:cNvPr id="1" name=""/>
        <p:cNvGrpSpPr/>
        <p:nvPr/>
      </p:nvGrpSpPr>
      <p:grpSpPr>
        <a:xfrm>
          <a:off x="0" y="0"/>
          <a:ext cx="0" cy="0"/>
          <a:chOff x="0" y="0"/>
          <a:chExt cx="0" cy="0"/>
        </a:xfrm>
      </p:grpSpPr>
      <p:sp>
        <p:nvSpPr>
          <p:cNvPr id="11" name="CaseCode">
            <a:extLst>
              <a:ext uri="{FF2B5EF4-FFF2-40B4-BE49-F238E27FC236}">
                <a16:creationId xmlns:a16="http://schemas.microsoft.com/office/drawing/2014/main" id="{676B7924-6A82-4453-9ABA-42AE71384BDC}"/>
              </a:ext>
            </a:extLst>
          </p:cNvPr>
          <p:cNvSpPr txBox="1"/>
          <p:nvPr userDrawn="1"/>
        </p:nvSpPr>
        <p:spPr>
          <a:xfrm>
            <a:off x="6335184" y="6477002"/>
            <a:ext cx="4896560" cy="207749"/>
          </a:xfrm>
          <a:prstGeom prst="rect">
            <a:avLst/>
          </a:prstGeom>
          <a:noFill/>
        </p:spPr>
        <p:txBody>
          <a:bodyPr wrap="square" lIns="0" tIns="0" rIns="0" bIns="0" rtlCol="0">
            <a:spAutoFit/>
          </a:bodyPr>
          <a:lstStyle/>
          <a:p>
            <a:pPr marL="0" indent="0" algn="r">
              <a:spcBef>
                <a:spcPts val="0"/>
              </a:spcBef>
              <a:buSzPct val="100000"/>
              <a:buFont typeface="Arial"/>
              <a:buNone/>
            </a:pPr>
            <a:r>
              <a:rPr lang="en-US" sz="675" noProof="0" dirty="0">
                <a:solidFill>
                  <a:schemeClr val="bg1"/>
                </a:solidFill>
                <a:latin typeface="Calibri" panose="020F0502020204030204" pitchFamily="34" charset="0"/>
                <a:cs typeface="Calibri" panose="020F0502020204030204" pitchFamily="34" charset="0"/>
              </a:rPr>
              <a:t>Presentation title</a:t>
            </a:r>
            <a:br>
              <a:rPr lang="en-US" sz="675" noProof="0" dirty="0">
                <a:solidFill>
                  <a:schemeClr val="bg1"/>
                </a:solidFill>
                <a:latin typeface="Calibri" panose="020F0502020204030204" pitchFamily="34" charset="0"/>
                <a:cs typeface="Calibri" panose="020F0502020204030204" pitchFamily="34" charset="0"/>
              </a:rPr>
            </a:br>
            <a:r>
              <a:rPr lang="en-US" sz="675" noProof="0" dirty="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12" name="Copyright">
            <a:extLst>
              <a:ext uri="{FF2B5EF4-FFF2-40B4-BE49-F238E27FC236}">
                <a16:creationId xmlns:a16="http://schemas.microsoft.com/office/drawing/2014/main" id="{ED0B00A8-5B86-4AFE-8884-819CF7356AAE}"/>
              </a:ext>
            </a:extLst>
          </p:cNvPr>
          <p:cNvSpPr txBox="1"/>
          <p:nvPr userDrawn="1"/>
        </p:nvSpPr>
        <p:spPr>
          <a:xfrm>
            <a:off x="501649" y="6477003"/>
            <a:ext cx="5355168" cy="207749"/>
          </a:xfrm>
          <a:prstGeom prst="rect">
            <a:avLst/>
          </a:prstGeom>
          <a:noFill/>
        </p:spPr>
        <p:txBody>
          <a:bodyPr wrap="square" lIns="0" tIns="0" rIns="0" bIns="0" rtlCol="0">
            <a:spAutoFit/>
          </a:bodyPr>
          <a:lstStyle/>
          <a:p>
            <a:pPr marL="0" indent="0">
              <a:spcBef>
                <a:spcPts val="450"/>
              </a:spcBef>
              <a:buSzPct val="100000"/>
              <a:buFont typeface="Arial"/>
              <a:buNone/>
            </a:pPr>
            <a:r>
              <a:rPr lang="en-US" sz="675" noProof="0" dirty="0">
                <a:solidFill>
                  <a:schemeClr val="bg1"/>
                </a:solidFill>
                <a:latin typeface="Calibri" panose="020F0502020204030204" pitchFamily="34" charset="0"/>
                <a:cs typeface="Calibri" panose="020F0502020204030204" pitchFamily="34" charset="0"/>
              </a:rPr>
              <a:t>Member firms and DTTL: Insert appropriate copyright</a:t>
            </a:r>
            <a:br>
              <a:rPr lang="en-US" sz="675" noProof="0" dirty="0">
                <a:solidFill>
                  <a:schemeClr val="bg1"/>
                </a:solidFill>
                <a:latin typeface="Calibri" panose="020F0502020204030204" pitchFamily="34" charset="0"/>
                <a:cs typeface="Calibri" panose="020F0502020204030204" pitchFamily="34" charset="0"/>
              </a:rPr>
            </a:br>
            <a:r>
              <a:rPr lang="en-US" sz="675" noProof="0" dirty="0">
                <a:solidFill>
                  <a:schemeClr val="bg1"/>
                </a:solidFill>
                <a:latin typeface="Calibri" panose="020F0502020204030204" pitchFamily="34" charset="0"/>
                <a:cs typeface="Calibri" panose="020F0502020204030204" pitchFamily="34" charset="0"/>
              </a:rPr>
              <a:t>[To edit, click View &gt; Slide </a:t>
            </a:r>
            <a:r>
              <a:rPr lang="en-US" sz="675" noProof="0" dirty="0" err="1">
                <a:solidFill>
                  <a:schemeClr val="bg1"/>
                </a:solidFill>
                <a:latin typeface="Calibri" panose="020F0502020204030204" pitchFamily="34" charset="0"/>
                <a:cs typeface="Calibri" panose="020F0502020204030204" pitchFamily="34" charset="0"/>
              </a:rPr>
              <a:t>Mster</a:t>
            </a:r>
            <a:r>
              <a:rPr lang="en-US" sz="675" noProof="0" dirty="0">
                <a:solidFill>
                  <a:schemeClr val="bg1"/>
                </a:solidFill>
                <a:latin typeface="Calibri" panose="020F0502020204030204" pitchFamily="34" charset="0"/>
                <a:cs typeface="Calibri" panose="020F0502020204030204" pitchFamily="34" charset="0"/>
              </a:rPr>
              <a:t> &gt; Slide Master]</a:t>
            </a:r>
          </a:p>
        </p:txBody>
      </p:sp>
      <p:sp>
        <p:nvSpPr>
          <p:cNvPr id="18" name="TextBox 17">
            <a:extLst>
              <a:ext uri="{FF2B5EF4-FFF2-40B4-BE49-F238E27FC236}">
                <a16:creationId xmlns:a16="http://schemas.microsoft.com/office/drawing/2014/main" id="{DCBBEDB2-39B5-4D4C-AA82-85ED607FAC3B}"/>
              </a:ext>
            </a:extLst>
          </p:cNvPr>
          <p:cNvSpPr txBox="1"/>
          <p:nvPr userDrawn="1"/>
        </p:nvSpPr>
        <p:spPr>
          <a:xfrm>
            <a:off x="11382378" y="6477003"/>
            <a:ext cx="307975" cy="103875"/>
          </a:xfrm>
          <a:prstGeom prst="rect">
            <a:avLst/>
          </a:prstGeom>
          <a:noFill/>
        </p:spPr>
        <p:txBody>
          <a:bodyPr wrap="square" lIns="0" tIns="0" rIns="0" bIns="0" rtlCol="0">
            <a:spAutoFit/>
          </a:bodyPr>
          <a:lstStyle/>
          <a:p>
            <a:pPr marL="0" indent="0" algn="r">
              <a:spcBef>
                <a:spcPts val="450"/>
              </a:spcBef>
              <a:buSzPct val="100000"/>
              <a:buFont typeface="Arial"/>
              <a:buNone/>
            </a:pPr>
            <a:fld id="{C58DF478-B544-4ED8-9ED4-6A2648E2D233}" type="slidenum">
              <a:rPr lang="en-US" sz="675" noProof="0" smtClean="0">
                <a:solidFill>
                  <a:schemeClr val="bg1"/>
                </a:solidFill>
                <a:latin typeface="Calibri" panose="020F0502020204030204" pitchFamily="34" charset="0"/>
                <a:cs typeface="Calibri" panose="020F0502020204030204" pitchFamily="34" charset="0"/>
              </a:rPr>
              <a:pPr marL="0" indent="0" algn="r">
                <a:spcBef>
                  <a:spcPts val="450"/>
                </a:spcBef>
                <a:buSzPct val="100000"/>
                <a:buFont typeface="Arial"/>
                <a:buNone/>
              </a:pPr>
              <a:t>‹#›</a:t>
            </a:fld>
            <a:endParaRPr lang="en-US" sz="675" noProof="0" dirty="0">
              <a:solidFill>
                <a:schemeClr val="bg1"/>
              </a:solidFill>
              <a:latin typeface="Calibri" panose="020F0502020204030204" pitchFamily="34" charset="0"/>
              <a:cs typeface="Calibri" panose="020F0502020204030204" pitchFamily="34" charset="0"/>
            </a:endParaRPr>
          </a:p>
        </p:txBody>
      </p:sp>
      <p:sp>
        <p:nvSpPr>
          <p:cNvPr id="13" name="Text Placeholder 8">
            <a:extLst>
              <a:ext uri="{FF2B5EF4-FFF2-40B4-BE49-F238E27FC236}">
                <a16:creationId xmlns:a16="http://schemas.microsoft.com/office/drawing/2014/main" id="{5BECBA53-5CA5-4826-B507-38E5EDBC4936}"/>
              </a:ext>
            </a:extLst>
          </p:cNvPr>
          <p:cNvSpPr>
            <a:spLocks noGrp="1"/>
          </p:cNvSpPr>
          <p:nvPr>
            <p:ph type="body" sz="quarter" idx="25" hasCustomPrompt="1"/>
          </p:nvPr>
        </p:nvSpPr>
        <p:spPr>
          <a:xfrm>
            <a:off x="463295" y="682940"/>
            <a:ext cx="11277600" cy="757255"/>
          </a:xfrm>
          <a:prstGeom prst="rect">
            <a:avLst/>
          </a:prstGeom>
        </p:spPr>
        <p:txBody>
          <a:bodyPr lIns="0" tIns="0" rIns="0" bIns="0">
            <a:noAutofit/>
          </a:bodyPr>
          <a:lstStyle>
            <a:lvl1pPr marL="0" indent="0">
              <a:buNone/>
              <a:defRPr sz="1800" b="0">
                <a:solidFill>
                  <a:schemeClr val="bg1"/>
                </a:solidFill>
              </a:defRPr>
            </a:lvl1pPr>
          </a:lstStyle>
          <a:p>
            <a:pPr lvl="0"/>
            <a:r>
              <a:rPr lang="en-US" dirty="0"/>
              <a:t>Click to add subtitle</a:t>
            </a:r>
          </a:p>
        </p:txBody>
      </p:sp>
      <p:sp>
        <p:nvSpPr>
          <p:cNvPr id="14" name="Title Placeholder 1">
            <a:extLst>
              <a:ext uri="{FF2B5EF4-FFF2-40B4-BE49-F238E27FC236}">
                <a16:creationId xmlns:a16="http://schemas.microsoft.com/office/drawing/2014/main" id="{83571CF0-9FB3-44B1-BE19-B891DD1B11A0}"/>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a:defRPr sz="2100">
                <a:solidFill>
                  <a:schemeClr val="bg1"/>
                </a:solidFill>
                <a:latin typeface="+mj-lt"/>
              </a:defRPr>
            </a:lvl1pPr>
          </a:lstStyle>
          <a:p>
            <a:r>
              <a:rPr lang="en-US" dirty="0"/>
              <a:t>Click to add title</a:t>
            </a:r>
          </a:p>
        </p:txBody>
      </p:sp>
      <p:sp>
        <p:nvSpPr>
          <p:cNvPr id="15" name="Text Placeholder 8">
            <a:extLst>
              <a:ext uri="{FF2B5EF4-FFF2-40B4-BE49-F238E27FC236}">
                <a16:creationId xmlns:a16="http://schemas.microsoft.com/office/drawing/2014/main" id="{CA32CD74-2C13-40B4-A25F-8871032067FB}"/>
              </a:ext>
            </a:extLst>
          </p:cNvPr>
          <p:cNvSpPr>
            <a:spLocks noGrp="1"/>
          </p:cNvSpPr>
          <p:nvPr>
            <p:ph type="body" sz="quarter" idx="17"/>
          </p:nvPr>
        </p:nvSpPr>
        <p:spPr>
          <a:xfrm>
            <a:off x="473297" y="3124200"/>
            <a:ext cx="2720468" cy="3238500"/>
          </a:xfrm>
        </p:spPr>
        <p:txBody>
          <a:bodyPr>
            <a:noAutofit/>
          </a:bodyPr>
          <a:lstStyle>
            <a:lvl1pPr marL="0" indent="0" algn="l">
              <a:buFontTx/>
              <a:buNone/>
              <a:defRPr sz="1200" b="1">
                <a:solidFill>
                  <a:schemeClr val="bg1"/>
                </a:solidFill>
              </a:defRPr>
            </a:lvl1pPr>
            <a:lvl2pPr marL="104775" indent="-104775" algn="l">
              <a:spcAft>
                <a:spcPts val="0"/>
              </a:spcAft>
              <a:buClrTx/>
              <a:buSzPct val="100000"/>
              <a:buFont typeface="Arial" panose="020B0604020202020204" pitchFamily="34" charset="0"/>
              <a:buChar char="•"/>
              <a:defRPr sz="1200">
                <a:solidFill>
                  <a:schemeClr val="bg1"/>
                </a:solidFill>
              </a:defRPr>
            </a:lvl2pPr>
            <a:lvl3pPr marL="228600" indent="-104775" algn="l">
              <a:spcAft>
                <a:spcPts val="0"/>
              </a:spcAft>
              <a:buClrTx/>
              <a:buSzPct val="100000"/>
              <a:buFont typeface="Arial" panose="020B0604020202020204" pitchFamily="34" charset="0"/>
              <a:buChar char="−"/>
              <a:defRPr sz="1200">
                <a:solidFill>
                  <a:schemeClr val="bg1"/>
                </a:solidFill>
              </a:defRPr>
            </a:lvl3pPr>
            <a:lvl4pPr marL="352425" indent="-104775" algn="l">
              <a:spcAft>
                <a:spcPts val="0"/>
              </a:spcAft>
              <a:buClrTx/>
              <a:buSzPct val="100000"/>
              <a:buFont typeface="Arial" panose="020B0604020202020204" pitchFamily="34" charset="0"/>
              <a:buChar char="◦"/>
              <a:defRPr sz="1200">
                <a:solidFill>
                  <a:schemeClr val="bg1"/>
                </a:solidFill>
              </a:defRPr>
            </a:lvl4pPr>
            <a:lvl5pPr marL="476250" indent="-104775" algn="l">
              <a:spcAft>
                <a:spcPts val="0"/>
              </a:spcAft>
              <a:buClrTx/>
              <a:buSzPct val="100000"/>
              <a:buFont typeface="Arial" panose="020B0604020202020204" pitchFamily="34" charset="0"/>
              <a:buChar char="−"/>
              <a:defRPr sz="1200" baseline="0">
                <a:solidFill>
                  <a:schemeClr val="bg1"/>
                </a:solidFill>
              </a:defRPr>
            </a:lvl5pPr>
            <a:lvl6pPr marL="267300" indent="-132300">
              <a:spcAft>
                <a:spcPts val="0"/>
              </a:spcAft>
              <a:buFont typeface="Verdana" panose="020B0604030504040204" pitchFamily="34" charset="0"/>
              <a:buChar char="−"/>
              <a:defRPr/>
            </a:lvl6pPr>
            <a:lvl7pPr marL="267300" indent="-132300">
              <a:spcAft>
                <a:spcPts val="0"/>
              </a:spcAft>
              <a:defRPr/>
            </a:lvl7pPr>
            <a:lvl8pPr marL="267300" indent="-132300">
              <a:spcAft>
                <a:spcPts val="0"/>
              </a:spcAft>
              <a:defRPr/>
            </a:lvl8pPr>
            <a:lvl9pPr marL="267300" indent="-132300">
              <a:spcAft>
                <a:spcPts val="0"/>
              </a:spcAft>
              <a:defRPr/>
            </a:lvl9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9" name="Text Placeholder 8">
            <a:extLst>
              <a:ext uri="{FF2B5EF4-FFF2-40B4-BE49-F238E27FC236}">
                <a16:creationId xmlns:a16="http://schemas.microsoft.com/office/drawing/2014/main" id="{0BD8344B-373A-4CA8-9F91-E02B0DA48BC6}"/>
              </a:ext>
            </a:extLst>
          </p:cNvPr>
          <p:cNvSpPr>
            <a:spLocks noGrp="1"/>
          </p:cNvSpPr>
          <p:nvPr>
            <p:ph type="body" sz="quarter" idx="18"/>
          </p:nvPr>
        </p:nvSpPr>
        <p:spPr>
          <a:xfrm>
            <a:off x="6171687" y="3120553"/>
            <a:ext cx="2712000" cy="3238500"/>
          </a:xfrm>
        </p:spPr>
        <p:txBody>
          <a:bodyPr>
            <a:noAutofit/>
          </a:bodyPr>
          <a:lstStyle>
            <a:lvl1pPr marL="0" indent="0" algn="l">
              <a:buFontTx/>
              <a:buNone/>
              <a:defRPr sz="1200" b="1">
                <a:solidFill>
                  <a:schemeClr val="bg1"/>
                </a:solidFill>
              </a:defRPr>
            </a:lvl1pPr>
            <a:lvl2pPr marL="104775" indent="-104775" algn="l">
              <a:spcAft>
                <a:spcPts val="0"/>
              </a:spcAft>
              <a:buClrTx/>
              <a:buSzPct val="100000"/>
              <a:buFont typeface="Arial" panose="020B0604020202020204" pitchFamily="34" charset="0"/>
              <a:buChar char="•"/>
              <a:defRPr sz="1200">
                <a:solidFill>
                  <a:schemeClr val="bg1"/>
                </a:solidFill>
              </a:defRPr>
            </a:lvl2pPr>
            <a:lvl3pPr marL="228600" indent="-104775" algn="l">
              <a:spcAft>
                <a:spcPts val="0"/>
              </a:spcAft>
              <a:buClrTx/>
              <a:buSzPct val="100000"/>
              <a:buFont typeface="Arial" panose="020B0604020202020204" pitchFamily="34" charset="0"/>
              <a:buChar char="−"/>
              <a:defRPr sz="1200">
                <a:solidFill>
                  <a:schemeClr val="bg1"/>
                </a:solidFill>
              </a:defRPr>
            </a:lvl3pPr>
            <a:lvl4pPr marL="352425" indent="-104775" algn="l">
              <a:spcAft>
                <a:spcPts val="0"/>
              </a:spcAft>
              <a:buClrTx/>
              <a:buSzPct val="100000"/>
              <a:buFont typeface="Arial" panose="020B0604020202020204" pitchFamily="34" charset="0"/>
              <a:buChar char="◦"/>
              <a:defRPr sz="1200">
                <a:solidFill>
                  <a:schemeClr val="bg1"/>
                </a:solidFill>
              </a:defRPr>
            </a:lvl4pPr>
            <a:lvl5pPr marL="476250" indent="-104775" algn="l">
              <a:spcAft>
                <a:spcPts val="0"/>
              </a:spcAft>
              <a:buClrTx/>
              <a:buSzPct val="100000"/>
              <a:buFont typeface="Arial" panose="020B0604020202020204" pitchFamily="34" charset="0"/>
              <a:buChar char="−"/>
              <a:defRPr sz="1200" baseline="0">
                <a:solidFill>
                  <a:schemeClr val="bg1"/>
                </a:solidFill>
              </a:defRPr>
            </a:lvl5pPr>
            <a:lvl6pPr marL="267300" indent="-132300">
              <a:spcAft>
                <a:spcPts val="0"/>
              </a:spcAft>
              <a:buFont typeface="Verdana" panose="020B0604030504040204" pitchFamily="34" charset="0"/>
              <a:buChar char="−"/>
              <a:defRPr/>
            </a:lvl6pPr>
            <a:lvl7pPr marL="267300" indent="-132300">
              <a:spcAft>
                <a:spcPts val="0"/>
              </a:spcAft>
              <a:defRPr/>
            </a:lvl7pPr>
            <a:lvl8pPr marL="267300" indent="-132300">
              <a:spcAft>
                <a:spcPts val="0"/>
              </a:spcAft>
              <a:defRPr/>
            </a:lvl8pPr>
            <a:lvl9pPr marL="267300" indent="-132300">
              <a:spcAft>
                <a:spcPts val="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20" name="Text Placeholder 8">
            <a:extLst>
              <a:ext uri="{FF2B5EF4-FFF2-40B4-BE49-F238E27FC236}">
                <a16:creationId xmlns:a16="http://schemas.microsoft.com/office/drawing/2014/main" id="{55636606-D676-4661-AF12-C0DF71DF3A73}"/>
              </a:ext>
            </a:extLst>
          </p:cNvPr>
          <p:cNvSpPr>
            <a:spLocks noGrp="1"/>
          </p:cNvSpPr>
          <p:nvPr>
            <p:ph type="body" sz="quarter" idx="19"/>
          </p:nvPr>
        </p:nvSpPr>
        <p:spPr>
          <a:xfrm>
            <a:off x="3330040" y="3124202"/>
            <a:ext cx="2712000" cy="3238499"/>
          </a:xfrm>
        </p:spPr>
        <p:txBody>
          <a:bodyPr>
            <a:noAutofit/>
          </a:bodyPr>
          <a:lstStyle>
            <a:lvl1pPr marL="0" indent="0" algn="l">
              <a:buFontTx/>
              <a:buNone/>
              <a:defRPr sz="1200" b="1">
                <a:solidFill>
                  <a:schemeClr val="bg1"/>
                </a:solidFill>
              </a:defRPr>
            </a:lvl1pPr>
            <a:lvl2pPr marL="104775" indent="-104775" algn="l">
              <a:spcAft>
                <a:spcPts val="0"/>
              </a:spcAft>
              <a:buClrTx/>
              <a:buSzPct val="100000"/>
              <a:buFont typeface="Arial" panose="020B0604020202020204" pitchFamily="34" charset="0"/>
              <a:buChar char="•"/>
              <a:defRPr sz="1200">
                <a:solidFill>
                  <a:schemeClr val="bg1"/>
                </a:solidFill>
              </a:defRPr>
            </a:lvl2pPr>
            <a:lvl3pPr marL="228600" indent="-104775" algn="l">
              <a:spcAft>
                <a:spcPts val="0"/>
              </a:spcAft>
              <a:buClrTx/>
              <a:buSzPct val="100000"/>
              <a:buFont typeface="Arial" panose="020B0604020202020204" pitchFamily="34" charset="0"/>
              <a:buChar char="−"/>
              <a:defRPr sz="1200">
                <a:solidFill>
                  <a:schemeClr val="bg1"/>
                </a:solidFill>
              </a:defRPr>
            </a:lvl3pPr>
            <a:lvl4pPr marL="352425" indent="-104775" algn="l">
              <a:spcAft>
                <a:spcPts val="0"/>
              </a:spcAft>
              <a:buClrTx/>
              <a:buSzPct val="100000"/>
              <a:buFont typeface="Arial" panose="020B0604020202020204" pitchFamily="34" charset="0"/>
              <a:buChar char="◦"/>
              <a:defRPr sz="1200">
                <a:solidFill>
                  <a:schemeClr val="bg1"/>
                </a:solidFill>
              </a:defRPr>
            </a:lvl4pPr>
            <a:lvl5pPr marL="476250" indent="-104775" algn="l">
              <a:spcAft>
                <a:spcPts val="0"/>
              </a:spcAft>
              <a:buClrTx/>
              <a:buSzPct val="100000"/>
              <a:buFont typeface="Arial" panose="020B0604020202020204" pitchFamily="34" charset="0"/>
              <a:buChar char="−"/>
              <a:defRPr sz="1200" baseline="0">
                <a:solidFill>
                  <a:schemeClr val="bg1"/>
                </a:solidFill>
              </a:defRPr>
            </a:lvl5pPr>
            <a:lvl6pPr marL="267300" indent="-132300">
              <a:spcAft>
                <a:spcPts val="0"/>
              </a:spcAft>
              <a:buFont typeface="Verdana" panose="020B0604030504040204" pitchFamily="34" charset="0"/>
              <a:buChar char="−"/>
              <a:defRPr/>
            </a:lvl6pPr>
            <a:lvl7pPr marL="267300" indent="-132300">
              <a:spcAft>
                <a:spcPts val="0"/>
              </a:spcAft>
              <a:defRPr/>
            </a:lvl7pPr>
            <a:lvl8pPr marL="267300" indent="-132300">
              <a:spcAft>
                <a:spcPts val="0"/>
              </a:spcAft>
              <a:defRPr/>
            </a:lvl8pPr>
            <a:lvl9pPr marL="267300" indent="-132300">
              <a:spcAft>
                <a:spcPts val="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21" name="Text Placeholder 8">
            <a:extLst>
              <a:ext uri="{FF2B5EF4-FFF2-40B4-BE49-F238E27FC236}">
                <a16:creationId xmlns:a16="http://schemas.microsoft.com/office/drawing/2014/main" id="{59A4F706-D410-4A3E-B5DE-E6CD51845EA7}"/>
              </a:ext>
            </a:extLst>
          </p:cNvPr>
          <p:cNvSpPr>
            <a:spLocks noGrp="1"/>
          </p:cNvSpPr>
          <p:nvPr>
            <p:ph type="body" sz="quarter" idx="20"/>
          </p:nvPr>
        </p:nvSpPr>
        <p:spPr>
          <a:xfrm>
            <a:off x="9035701" y="3108508"/>
            <a:ext cx="2697183" cy="3254192"/>
          </a:xfrm>
        </p:spPr>
        <p:txBody>
          <a:bodyPr>
            <a:noAutofit/>
          </a:bodyPr>
          <a:lstStyle>
            <a:lvl1pPr marL="0" indent="0" algn="l">
              <a:buFontTx/>
              <a:buNone/>
              <a:defRPr sz="1200" b="1">
                <a:solidFill>
                  <a:schemeClr val="bg1"/>
                </a:solidFill>
              </a:defRPr>
            </a:lvl1pPr>
            <a:lvl2pPr marL="104775" indent="-104775" algn="l">
              <a:spcAft>
                <a:spcPts val="0"/>
              </a:spcAft>
              <a:buClrTx/>
              <a:buSzPct val="100000"/>
              <a:buFont typeface="Arial" panose="020B0604020202020204" pitchFamily="34" charset="0"/>
              <a:buChar char="•"/>
              <a:defRPr sz="1200">
                <a:solidFill>
                  <a:schemeClr val="bg1"/>
                </a:solidFill>
              </a:defRPr>
            </a:lvl2pPr>
            <a:lvl3pPr marL="228600" indent="-104775" algn="l">
              <a:spcAft>
                <a:spcPts val="0"/>
              </a:spcAft>
              <a:buClrTx/>
              <a:buSzPct val="100000"/>
              <a:buFont typeface="Arial" panose="020B0604020202020204" pitchFamily="34" charset="0"/>
              <a:buChar char="−"/>
              <a:defRPr sz="1200">
                <a:solidFill>
                  <a:schemeClr val="bg1"/>
                </a:solidFill>
              </a:defRPr>
            </a:lvl3pPr>
            <a:lvl4pPr marL="352425" indent="-104775" algn="l">
              <a:spcAft>
                <a:spcPts val="0"/>
              </a:spcAft>
              <a:buClrTx/>
              <a:buSzPct val="100000"/>
              <a:buFont typeface="Arial" panose="020B0604020202020204" pitchFamily="34" charset="0"/>
              <a:buChar char="◦"/>
              <a:defRPr sz="1200">
                <a:solidFill>
                  <a:schemeClr val="bg1"/>
                </a:solidFill>
              </a:defRPr>
            </a:lvl4pPr>
            <a:lvl5pPr marL="476250" indent="-104775" algn="l">
              <a:spcAft>
                <a:spcPts val="0"/>
              </a:spcAft>
              <a:buClrTx/>
              <a:buSzPct val="100000"/>
              <a:buFont typeface="Arial" panose="020B0604020202020204" pitchFamily="34" charset="0"/>
              <a:buChar char="−"/>
              <a:defRPr sz="1200" baseline="0">
                <a:solidFill>
                  <a:schemeClr val="bg1"/>
                </a:solidFill>
              </a:defRPr>
            </a:lvl5pPr>
            <a:lvl6pPr marL="267300" indent="-132300">
              <a:spcAft>
                <a:spcPts val="0"/>
              </a:spcAft>
              <a:buFont typeface="Verdana" panose="020B0604030504040204" pitchFamily="34" charset="0"/>
              <a:buChar char="−"/>
              <a:defRPr/>
            </a:lvl6pPr>
            <a:lvl7pPr marL="267300" indent="-132300">
              <a:spcAft>
                <a:spcPts val="0"/>
              </a:spcAft>
              <a:defRPr/>
            </a:lvl7pPr>
            <a:lvl8pPr marL="267300" indent="-132300">
              <a:spcAft>
                <a:spcPts val="0"/>
              </a:spcAft>
              <a:defRPr/>
            </a:lvl8pPr>
            <a:lvl9pPr marL="267300" indent="-132300">
              <a:spcAft>
                <a:spcPts val="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Tree>
    <p:extLst>
      <p:ext uri="{BB962C8B-B14F-4D97-AF65-F5344CB8AC3E}">
        <p14:creationId xmlns:p14="http://schemas.microsoft.com/office/powerpoint/2010/main" val="491085825"/>
      </p:ext>
    </p:extLst>
  </p:cSld>
  <p:clrMapOvr>
    <a:masterClrMapping/>
  </p:clrMapOvr>
  <p:transition>
    <p:fade/>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Qualifications 2 x 2">
    <p:spTree>
      <p:nvGrpSpPr>
        <p:cNvPr id="1" name=""/>
        <p:cNvGrpSpPr/>
        <p:nvPr/>
      </p:nvGrpSpPr>
      <p:grpSpPr>
        <a:xfrm>
          <a:off x="0" y="0"/>
          <a:ext cx="0" cy="0"/>
          <a:chOff x="0" y="0"/>
          <a:chExt cx="0" cy="0"/>
        </a:xfrm>
      </p:grpSpPr>
      <p:sp>
        <p:nvSpPr>
          <p:cNvPr id="7" name="Picture Placeholder 29"/>
          <p:cNvSpPr>
            <a:spLocks noGrp="1"/>
          </p:cNvSpPr>
          <p:nvPr>
            <p:ph type="pic" sz="quarter" idx="20" hasCustomPrompt="1"/>
          </p:nvPr>
        </p:nvSpPr>
        <p:spPr>
          <a:xfrm>
            <a:off x="10485324" y="1853601"/>
            <a:ext cx="1244161" cy="549275"/>
          </a:xfrm>
        </p:spPr>
        <p:txBody>
          <a:bodyPr/>
          <a:lstStyle>
            <a:lvl1pPr marL="0" marR="0" indent="0" algn="l" defTabSz="685800" rtl="0" eaLnBrk="1" fontAlgn="auto" latinLnBrk="0" hangingPunct="1">
              <a:lnSpc>
                <a:spcPct val="100000"/>
              </a:lnSpc>
              <a:spcBef>
                <a:spcPts val="0"/>
              </a:spcBef>
              <a:spcAft>
                <a:spcPts val="750"/>
              </a:spcAft>
              <a:buClrTx/>
              <a:buSzTx/>
              <a:buFont typeface="Arial" panose="020B0604020202020204" pitchFamily="34" charset="0"/>
              <a:buNone/>
              <a:tabLst/>
              <a:defRPr sz="675"/>
            </a:lvl1pPr>
          </a:lstStyle>
          <a:p>
            <a:pPr>
              <a:spcBef>
                <a:spcPct val="0"/>
              </a:spcBef>
            </a:pPr>
            <a:r>
              <a:rPr lang="en-US" sz="900" dirty="0">
                <a:solidFill>
                  <a:schemeClr val="bg1"/>
                </a:solidFill>
              </a:rPr>
              <a:t>Co-brand</a:t>
            </a:r>
            <a:br>
              <a:rPr lang="en-US" sz="900" dirty="0">
                <a:solidFill>
                  <a:schemeClr val="bg1"/>
                </a:solidFill>
              </a:rPr>
            </a:br>
            <a:r>
              <a:rPr lang="en-US" sz="900" dirty="0">
                <a:solidFill>
                  <a:schemeClr val="bg1"/>
                </a:solidFill>
              </a:rPr>
              <a:t>Logo</a:t>
            </a:r>
          </a:p>
          <a:p>
            <a:endParaRPr lang="en-GB" dirty="0"/>
          </a:p>
        </p:txBody>
      </p:sp>
      <p:sp>
        <p:nvSpPr>
          <p:cNvPr id="14" name="Picture Placeholder 29"/>
          <p:cNvSpPr>
            <a:spLocks noGrp="1"/>
          </p:cNvSpPr>
          <p:nvPr>
            <p:ph type="pic" sz="quarter" idx="24" hasCustomPrompt="1"/>
          </p:nvPr>
        </p:nvSpPr>
        <p:spPr>
          <a:xfrm>
            <a:off x="4702979" y="4258270"/>
            <a:ext cx="1239381" cy="549275"/>
          </a:xfrm>
        </p:spPr>
        <p:txBody>
          <a:bodyPr/>
          <a:lstStyle>
            <a:lvl1pPr marL="0" marR="0" indent="0" algn="l" defTabSz="685800" rtl="0" eaLnBrk="1" fontAlgn="auto" latinLnBrk="0" hangingPunct="1">
              <a:lnSpc>
                <a:spcPct val="100000"/>
              </a:lnSpc>
              <a:spcBef>
                <a:spcPts val="0"/>
              </a:spcBef>
              <a:spcAft>
                <a:spcPts val="750"/>
              </a:spcAft>
              <a:buClrTx/>
              <a:buSzTx/>
              <a:buFont typeface="Arial" panose="020B0604020202020204" pitchFamily="34" charset="0"/>
              <a:buNone/>
              <a:tabLst/>
              <a:defRPr sz="675"/>
            </a:lvl1pPr>
          </a:lstStyle>
          <a:p>
            <a:pPr>
              <a:spcBef>
                <a:spcPct val="0"/>
              </a:spcBef>
            </a:pPr>
            <a:r>
              <a:rPr lang="en-US" sz="900" dirty="0">
                <a:solidFill>
                  <a:schemeClr val="bg1"/>
                </a:solidFill>
              </a:rPr>
              <a:t>Co-brand</a:t>
            </a:r>
            <a:br>
              <a:rPr lang="en-US" sz="900" dirty="0">
                <a:solidFill>
                  <a:schemeClr val="bg1"/>
                </a:solidFill>
              </a:rPr>
            </a:br>
            <a:r>
              <a:rPr lang="en-US" sz="900" dirty="0">
                <a:solidFill>
                  <a:schemeClr val="bg1"/>
                </a:solidFill>
              </a:rPr>
              <a:t>Logo</a:t>
            </a:r>
          </a:p>
          <a:p>
            <a:endParaRPr lang="en-GB" dirty="0"/>
          </a:p>
        </p:txBody>
      </p:sp>
      <p:sp>
        <p:nvSpPr>
          <p:cNvPr id="15" name="Picture Placeholder 29"/>
          <p:cNvSpPr>
            <a:spLocks noGrp="1"/>
          </p:cNvSpPr>
          <p:nvPr>
            <p:ph type="pic" sz="quarter" idx="25" hasCustomPrompt="1"/>
          </p:nvPr>
        </p:nvSpPr>
        <p:spPr>
          <a:xfrm>
            <a:off x="10500785" y="4258270"/>
            <a:ext cx="1244160" cy="549275"/>
          </a:xfrm>
        </p:spPr>
        <p:txBody>
          <a:bodyPr/>
          <a:lstStyle>
            <a:lvl1pPr marL="0" marR="0" indent="0" algn="l" defTabSz="685800" rtl="0" eaLnBrk="1" fontAlgn="auto" latinLnBrk="0" hangingPunct="1">
              <a:lnSpc>
                <a:spcPct val="100000"/>
              </a:lnSpc>
              <a:spcBef>
                <a:spcPts val="0"/>
              </a:spcBef>
              <a:spcAft>
                <a:spcPts val="750"/>
              </a:spcAft>
              <a:buClrTx/>
              <a:buSzTx/>
              <a:buFont typeface="Arial" panose="020B0604020202020204" pitchFamily="34" charset="0"/>
              <a:buNone/>
              <a:tabLst/>
              <a:defRPr sz="675"/>
            </a:lvl1pPr>
          </a:lstStyle>
          <a:p>
            <a:pPr>
              <a:spcBef>
                <a:spcPct val="0"/>
              </a:spcBef>
            </a:pPr>
            <a:r>
              <a:rPr lang="en-US" sz="900" dirty="0">
                <a:solidFill>
                  <a:schemeClr val="bg1"/>
                </a:solidFill>
              </a:rPr>
              <a:t>Co-brand</a:t>
            </a:r>
            <a:br>
              <a:rPr lang="en-US" sz="900" dirty="0">
                <a:solidFill>
                  <a:schemeClr val="bg1"/>
                </a:solidFill>
              </a:rPr>
            </a:br>
            <a:r>
              <a:rPr lang="en-US" sz="900" dirty="0">
                <a:solidFill>
                  <a:schemeClr val="bg1"/>
                </a:solidFill>
              </a:rPr>
              <a:t>Logo</a:t>
            </a:r>
          </a:p>
          <a:p>
            <a:endParaRPr lang="en-GB" dirty="0"/>
          </a:p>
        </p:txBody>
      </p:sp>
      <p:sp>
        <p:nvSpPr>
          <p:cNvPr id="17" name="Picture Placeholder 29"/>
          <p:cNvSpPr>
            <a:spLocks noGrp="1"/>
          </p:cNvSpPr>
          <p:nvPr>
            <p:ph type="pic" sz="quarter" idx="19" hasCustomPrompt="1"/>
          </p:nvPr>
        </p:nvSpPr>
        <p:spPr>
          <a:xfrm>
            <a:off x="4735149" y="1857894"/>
            <a:ext cx="1210207" cy="549275"/>
          </a:xfrm>
        </p:spPr>
        <p:txBody>
          <a:bodyPr/>
          <a:lstStyle>
            <a:lvl1pPr marL="0" marR="0" indent="0" algn="l" defTabSz="685800" rtl="0" eaLnBrk="1" fontAlgn="auto" latinLnBrk="0" hangingPunct="1">
              <a:lnSpc>
                <a:spcPct val="100000"/>
              </a:lnSpc>
              <a:spcBef>
                <a:spcPts val="0"/>
              </a:spcBef>
              <a:spcAft>
                <a:spcPts val="750"/>
              </a:spcAft>
              <a:buClrTx/>
              <a:buSzTx/>
              <a:buFont typeface="Arial" panose="020B0604020202020204" pitchFamily="34" charset="0"/>
              <a:buNone/>
              <a:tabLst/>
              <a:defRPr sz="675"/>
            </a:lvl1pPr>
          </a:lstStyle>
          <a:p>
            <a:pPr>
              <a:spcBef>
                <a:spcPct val="0"/>
              </a:spcBef>
            </a:pPr>
            <a:r>
              <a:rPr lang="en-US" sz="900" dirty="0">
                <a:solidFill>
                  <a:schemeClr val="bg1"/>
                </a:solidFill>
              </a:rPr>
              <a:t>Co-brand</a:t>
            </a:r>
            <a:br>
              <a:rPr lang="en-US" sz="900" dirty="0">
                <a:solidFill>
                  <a:schemeClr val="bg1"/>
                </a:solidFill>
              </a:rPr>
            </a:br>
            <a:r>
              <a:rPr lang="en-US" sz="900" dirty="0">
                <a:solidFill>
                  <a:schemeClr val="bg1"/>
                </a:solidFill>
              </a:rPr>
              <a:t>Logo</a:t>
            </a:r>
          </a:p>
          <a:p>
            <a:endParaRPr lang="en-GB" dirty="0"/>
          </a:p>
        </p:txBody>
      </p:sp>
      <p:sp>
        <p:nvSpPr>
          <p:cNvPr id="28" name="Text Placeholder 8">
            <a:extLst>
              <a:ext uri="{FF2B5EF4-FFF2-40B4-BE49-F238E27FC236}">
                <a16:creationId xmlns:a16="http://schemas.microsoft.com/office/drawing/2014/main" id="{0D485CFD-E778-438B-9F95-AA857AF5CACE}"/>
              </a:ext>
            </a:extLst>
          </p:cNvPr>
          <p:cNvSpPr>
            <a:spLocks noGrp="1"/>
          </p:cNvSpPr>
          <p:nvPr>
            <p:ph type="body" sz="quarter" idx="17"/>
          </p:nvPr>
        </p:nvSpPr>
        <p:spPr>
          <a:xfrm>
            <a:off x="470344" y="1856232"/>
            <a:ext cx="5473257" cy="1695450"/>
          </a:xfrm>
        </p:spPr>
        <p:txBody>
          <a:bodyPr>
            <a:noAutofit/>
          </a:bodyPr>
          <a:lstStyle>
            <a:lvl1pPr marL="0" indent="0" algn="l">
              <a:buFontTx/>
              <a:buNone/>
              <a:defRPr sz="1200" b="1">
                <a:solidFill>
                  <a:schemeClr val="accent1"/>
                </a:solidFill>
              </a:defRPr>
            </a:lvl1pPr>
            <a:lvl2pPr marL="104775" indent="-104775" algn="l">
              <a:spcAft>
                <a:spcPts val="750"/>
              </a:spcAft>
              <a:buClrTx/>
              <a:buSzPct val="100000"/>
              <a:buFont typeface="Arial" panose="020B0604020202020204" pitchFamily="34" charset="0"/>
              <a:buChar char="•"/>
              <a:defRPr sz="1200"/>
            </a:lvl2pPr>
            <a:lvl3pPr marL="228600" indent="-104775" algn="l">
              <a:spcAft>
                <a:spcPts val="750"/>
              </a:spcAft>
              <a:buClrTx/>
              <a:buSzPct val="100000"/>
              <a:buFont typeface="Arial" panose="020B0604020202020204" pitchFamily="34" charset="0"/>
              <a:buChar char="−"/>
              <a:defRPr sz="1200"/>
            </a:lvl3pPr>
            <a:lvl4pPr marL="352425" indent="-104775" algn="l">
              <a:spcAft>
                <a:spcPts val="750"/>
              </a:spcAft>
              <a:buClrTx/>
              <a:buSzPct val="100000"/>
              <a:buFont typeface="Arial" panose="020B0604020202020204" pitchFamily="34" charset="0"/>
              <a:buChar char="◦"/>
              <a:defRPr sz="1200"/>
            </a:lvl4pPr>
            <a:lvl5pPr marL="476250" indent="-104775" algn="l">
              <a:spcAft>
                <a:spcPts val="750"/>
              </a:spcAft>
              <a:buClrTx/>
              <a:buSzPct val="100000"/>
              <a:buFont typeface="Arial" panose="020B0604020202020204" pitchFamily="34" charset="0"/>
              <a:buChar char="−"/>
              <a:defRPr sz="1200" baseline="0"/>
            </a:lvl5pPr>
            <a:lvl6pPr marL="267300" indent="-132300">
              <a:spcAft>
                <a:spcPts val="750"/>
              </a:spcAft>
              <a:buFont typeface="Verdana" panose="020B0604030504040204" pitchFamily="34" charset="0"/>
              <a:buChar char="−"/>
              <a:defRPr/>
            </a:lvl6pPr>
            <a:lvl7pPr marL="267300" indent="-132300">
              <a:spcAft>
                <a:spcPts val="750"/>
              </a:spcAft>
              <a:defRPr/>
            </a:lvl7pPr>
            <a:lvl8pPr marL="267300" indent="-132300">
              <a:spcAft>
                <a:spcPts val="750"/>
              </a:spcAft>
              <a:defRPr/>
            </a:lvl8pPr>
            <a:lvl9pPr marL="267300" indent="-132300">
              <a:spcAft>
                <a:spcPts val="750"/>
              </a:spcAft>
              <a:defRPr/>
            </a:lvl9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29" name="Text Placeholder 8">
            <a:extLst>
              <a:ext uri="{FF2B5EF4-FFF2-40B4-BE49-F238E27FC236}">
                <a16:creationId xmlns:a16="http://schemas.microsoft.com/office/drawing/2014/main" id="{1995C2BA-4183-48F4-92D9-4620CCDF5C16}"/>
              </a:ext>
            </a:extLst>
          </p:cNvPr>
          <p:cNvSpPr>
            <a:spLocks noGrp="1"/>
          </p:cNvSpPr>
          <p:nvPr>
            <p:ph type="body" sz="quarter" idx="26"/>
          </p:nvPr>
        </p:nvSpPr>
        <p:spPr>
          <a:xfrm>
            <a:off x="6257042" y="1847618"/>
            <a:ext cx="5464615" cy="1695450"/>
          </a:xfrm>
        </p:spPr>
        <p:txBody>
          <a:bodyPr>
            <a:noAutofit/>
          </a:bodyPr>
          <a:lstStyle>
            <a:lvl1pPr marL="0" indent="0" algn="l">
              <a:buFontTx/>
              <a:buNone/>
              <a:defRPr sz="1200" b="1">
                <a:solidFill>
                  <a:schemeClr val="accent1"/>
                </a:solidFill>
              </a:defRPr>
            </a:lvl1pPr>
            <a:lvl2pPr marL="104775" indent="-104775" algn="l">
              <a:spcAft>
                <a:spcPts val="750"/>
              </a:spcAft>
              <a:buClrTx/>
              <a:buSzPct val="100000"/>
              <a:buFont typeface="Arial" panose="020B0604020202020204" pitchFamily="34" charset="0"/>
              <a:buChar char="•"/>
              <a:defRPr sz="1200"/>
            </a:lvl2pPr>
            <a:lvl3pPr marL="228600" indent="-104775" algn="l">
              <a:spcAft>
                <a:spcPts val="750"/>
              </a:spcAft>
              <a:buClrTx/>
              <a:buSzPct val="100000"/>
              <a:buFont typeface="Arial" panose="020B0604020202020204" pitchFamily="34" charset="0"/>
              <a:buChar char="−"/>
              <a:defRPr sz="1200"/>
            </a:lvl3pPr>
            <a:lvl4pPr marL="352425" indent="-104775" algn="l">
              <a:spcAft>
                <a:spcPts val="750"/>
              </a:spcAft>
              <a:buClrTx/>
              <a:buSzPct val="100000"/>
              <a:buFont typeface="Arial" panose="020B0604020202020204" pitchFamily="34" charset="0"/>
              <a:buChar char="◦"/>
              <a:defRPr sz="1200"/>
            </a:lvl4pPr>
            <a:lvl5pPr marL="476250" indent="-104775" algn="l">
              <a:spcAft>
                <a:spcPts val="750"/>
              </a:spcAft>
              <a:buClrTx/>
              <a:buSzPct val="100000"/>
              <a:buFont typeface="Arial" panose="020B0604020202020204" pitchFamily="34" charset="0"/>
              <a:buChar char="−"/>
              <a:defRPr sz="1200" baseline="0"/>
            </a:lvl5pPr>
            <a:lvl6pPr marL="267300" indent="-132300">
              <a:spcAft>
                <a:spcPts val="750"/>
              </a:spcAft>
              <a:buFont typeface="Verdana" panose="020B0604030504040204" pitchFamily="34" charset="0"/>
              <a:buChar char="−"/>
              <a:defRPr/>
            </a:lvl6pPr>
            <a:lvl7pPr marL="267300" indent="-132300">
              <a:spcAft>
                <a:spcPts val="750"/>
              </a:spcAft>
              <a:defRPr/>
            </a:lvl7pPr>
            <a:lvl8pPr marL="267300" indent="-132300">
              <a:spcAft>
                <a:spcPts val="750"/>
              </a:spcAft>
              <a:defRPr/>
            </a:lvl8pPr>
            <a:lvl9pPr marL="267300" indent="-132300">
              <a:spcAft>
                <a:spcPts val="750"/>
              </a:spcAft>
              <a:defRPr/>
            </a:lvl9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30" name="Text Placeholder 8">
            <a:extLst>
              <a:ext uri="{FF2B5EF4-FFF2-40B4-BE49-F238E27FC236}">
                <a16:creationId xmlns:a16="http://schemas.microsoft.com/office/drawing/2014/main" id="{2DC3B9DA-0A51-491C-923B-09D36118ADA0}"/>
              </a:ext>
            </a:extLst>
          </p:cNvPr>
          <p:cNvSpPr>
            <a:spLocks noGrp="1"/>
          </p:cNvSpPr>
          <p:nvPr>
            <p:ph type="body" sz="quarter" idx="27"/>
          </p:nvPr>
        </p:nvSpPr>
        <p:spPr>
          <a:xfrm>
            <a:off x="470344" y="4256623"/>
            <a:ext cx="5473257" cy="1695450"/>
          </a:xfrm>
        </p:spPr>
        <p:txBody>
          <a:bodyPr>
            <a:noAutofit/>
          </a:bodyPr>
          <a:lstStyle>
            <a:lvl1pPr marL="0" indent="0" algn="l">
              <a:buFontTx/>
              <a:buNone/>
              <a:defRPr sz="1200" b="1">
                <a:solidFill>
                  <a:schemeClr val="accent1"/>
                </a:solidFill>
              </a:defRPr>
            </a:lvl1pPr>
            <a:lvl2pPr marL="104775" indent="-104775" algn="l">
              <a:spcAft>
                <a:spcPts val="750"/>
              </a:spcAft>
              <a:buClrTx/>
              <a:buSzPct val="100000"/>
              <a:buFont typeface="Arial" panose="020B0604020202020204" pitchFamily="34" charset="0"/>
              <a:buChar char="•"/>
              <a:defRPr sz="1200"/>
            </a:lvl2pPr>
            <a:lvl3pPr marL="228600" indent="-104775" algn="l">
              <a:spcAft>
                <a:spcPts val="750"/>
              </a:spcAft>
              <a:buClrTx/>
              <a:buSzPct val="100000"/>
              <a:buFont typeface="Arial" panose="020B0604020202020204" pitchFamily="34" charset="0"/>
              <a:buChar char="−"/>
              <a:defRPr sz="1200"/>
            </a:lvl3pPr>
            <a:lvl4pPr marL="352425" indent="-104775" algn="l">
              <a:spcAft>
                <a:spcPts val="750"/>
              </a:spcAft>
              <a:buClrTx/>
              <a:buSzPct val="100000"/>
              <a:buFont typeface="Arial" panose="020B0604020202020204" pitchFamily="34" charset="0"/>
              <a:buChar char="◦"/>
              <a:defRPr sz="1200"/>
            </a:lvl4pPr>
            <a:lvl5pPr marL="476250" indent="-104775" algn="l">
              <a:spcAft>
                <a:spcPts val="750"/>
              </a:spcAft>
              <a:buClrTx/>
              <a:buSzPct val="100000"/>
              <a:buFont typeface="Arial" panose="020B0604020202020204" pitchFamily="34" charset="0"/>
              <a:buChar char="−"/>
              <a:defRPr sz="1200" baseline="0"/>
            </a:lvl5pPr>
            <a:lvl6pPr marL="267300" indent="-132300">
              <a:spcAft>
                <a:spcPts val="750"/>
              </a:spcAft>
              <a:buFont typeface="Verdana" panose="020B0604030504040204" pitchFamily="34" charset="0"/>
              <a:buChar char="−"/>
              <a:defRPr/>
            </a:lvl6pPr>
            <a:lvl7pPr marL="267300" indent="-132300">
              <a:spcAft>
                <a:spcPts val="750"/>
              </a:spcAft>
              <a:defRPr/>
            </a:lvl7pPr>
            <a:lvl8pPr marL="267300" indent="-132300">
              <a:spcAft>
                <a:spcPts val="750"/>
              </a:spcAft>
              <a:defRPr/>
            </a:lvl8pPr>
            <a:lvl9pPr marL="267300" indent="-132300">
              <a:spcAft>
                <a:spcPts val="750"/>
              </a:spcAft>
              <a:defRPr/>
            </a:lvl9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31" name="Text Placeholder 8">
            <a:extLst>
              <a:ext uri="{FF2B5EF4-FFF2-40B4-BE49-F238E27FC236}">
                <a16:creationId xmlns:a16="http://schemas.microsoft.com/office/drawing/2014/main" id="{70BD43BA-DF89-409F-B9BF-2853EC358260}"/>
              </a:ext>
            </a:extLst>
          </p:cNvPr>
          <p:cNvSpPr>
            <a:spLocks noGrp="1"/>
          </p:cNvSpPr>
          <p:nvPr>
            <p:ph type="body" sz="quarter" idx="28"/>
          </p:nvPr>
        </p:nvSpPr>
        <p:spPr>
          <a:xfrm>
            <a:off x="6257043" y="4256623"/>
            <a:ext cx="5483852" cy="1695450"/>
          </a:xfrm>
        </p:spPr>
        <p:txBody>
          <a:bodyPr>
            <a:noAutofit/>
          </a:bodyPr>
          <a:lstStyle>
            <a:lvl1pPr marL="0" indent="0" algn="l">
              <a:buFontTx/>
              <a:buNone/>
              <a:defRPr sz="1200" b="1">
                <a:solidFill>
                  <a:schemeClr val="accent1"/>
                </a:solidFill>
              </a:defRPr>
            </a:lvl1pPr>
            <a:lvl2pPr marL="104775" indent="-104775" algn="l">
              <a:spcAft>
                <a:spcPts val="750"/>
              </a:spcAft>
              <a:buClrTx/>
              <a:buSzPct val="100000"/>
              <a:buFont typeface="Arial" panose="020B0604020202020204" pitchFamily="34" charset="0"/>
              <a:buChar char="•"/>
              <a:defRPr sz="1200"/>
            </a:lvl2pPr>
            <a:lvl3pPr marL="228600" indent="-104775" algn="l">
              <a:spcAft>
                <a:spcPts val="750"/>
              </a:spcAft>
              <a:buClrTx/>
              <a:buSzPct val="100000"/>
              <a:buFont typeface="Arial" panose="020B0604020202020204" pitchFamily="34" charset="0"/>
              <a:buChar char="−"/>
              <a:defRPr sz="1200"/>
            </a:lvl3pPr>
            <a:lvl4pPr marL="352425" indent="-104775" algn="l">
              <a:spcAft>
                <a:spcPts val="750"/>
              </a:spcAft>
              <a:buClrTx/>
              <a:buSzPct val="100000"/>
              <a:buFont typeface="Arial" panose="020B0604020202020204" pitchFamily="34" charset="0"/>
              <a:buChar char="◦"/>
              <a:defRPr sz="1200"/>
            </a:lvl4pPr>
            <a:lvl5pPr marL="476250" indent="-104775" algn="l">
              <a:spcAft>
                <a:spcPts val="750"/>
              </a:spcAft>
              <a:buClrTx/>
              <a:buSzPct val="100000"/>
              <a:buFont typeface="Arial" panose="020B0604020202020204" pitchFamily="34" charset="0"/>
              <a:buChar char="−"/>
              <a:defRPr sz="1200" baseline="0"/>
            </a:lvl5pPr>
            <a:lvl6pPr marL="267300" indent="-132300">
              <a:spcAft>
                <a:spcPts val="750"/>
              </a:spcAft>
              <a:buFont typeface="Verdana" panose="020B0604030504040204" pitchFamily="34" charset="0"/>
              <a:buChar char="−"/>
              <a:defRPr/>
            </a:lvl6pPr>
            <a:lvl7pPr marL="267300" indent="-132300">
              <a:spcAft>
                <a:spcPts val="750"/>
              </a:spcAft>
              <a:defRPr/>
            </a:lvl7pPr>
            <a:lvl8pPr marL="267300" indent="-132300">
              <a:spcAft>
                <a:spcPts val="750"/>
              </a:spcAft>
              <a:defRPr/>
            </a:lvl8pPr>
            <a:lvl9pPr marL="267300" indent="-132300">
              <a:spcAft>
                <a:spcPts val="750"/>
              </a:spcAft>
              <a:defRPr/>
            </a:lvl9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6" name="Text Placeholder 8">
            <a:extLst>
              <a:ext uri="{FF2B5EF4-FFF2-40B4-BE49-F238E27FC236}">
                <a16:creationId xmlns:a16="http://schemas.microsoft.com/office/drawing/2014/main" id="{E3C8C216-A0D5-48CE-BB18-6E34DE5AE099}"/>
              </a:ext>
            </a:extLst>
          </p:cNvPr>
          <p:cNvSpPr>
            <a:spLocks noGrp="1"/>
          </p:cNvSpPr>
          <p:nvPr>
            <p:ph type="body" sz="quarter" idx="29" hasCustomPrompt="1"/>
          </p:nvPr>
        </p:nvSpPr>
        <p:spPr>
          <a:xfrm>
            <a:off x="463295" y="682940"/>
            <a:ext cx="11277600" cy="757255"/>
          </a:xfrm>
          <a:prstGeom prst="rect">
            <a:avLst/>
          </a:prstGeom>
        </p:spPr>
        <p:txBody>
          <a:bodyPr lIns="0" tIns="0" rIns="0" bIns="0">
            <a:noAutofit/>
          </a:bodyPr>
          <a:lstStyle>
            <a:lvl1pPr marL="0" indent="0">
              <a:buNone/>
              <a:defRPr sz="1800" b="0">
                <a:solidFill>
                  <a:schemeClr val="tx2"/>
                </a:solidFill>
              </a:defRPr>
            </a:lvl1pPr>
          </a:lstStyle>
          <a:p>
            <a:pPr lvl="0"/>
            <a:r>
              <a:rPr lang="en-US" dirty="0"/>
              <a:t>Click to add subtitle</a:t>
            </a:r>
          </a:p>
        </p:txBody>
      </p:sp>
      <p:sp>
        <p:nvSpPr>
          <p:cNvPr id="18" name="Title Placeholder 1">
            <a:extLst>
              <a:ext uri="{FF2B5EF4-FFF2-40B4-BE49-F238E27FC236}">
                <a16:creationId xmlns:a16="http://schemas.microsoft.com/office/drawing/2014/main" id="{A6B3ABAE-3971-4ECC-8E25-1E94617FBFBE}"/>
              </a:ext>
            </a:extLst>
          </p:cNvPr>
          <p:cNvSpPr>
            <a:spLocks noGrp="1"/>
          </p:cNvSpPr>
          <p:nvPr>
            <p:ph type="title" hasCustomPrompt="1"/>
          </p:nvPr>
        </p:nvSpPr>
        <p:spPr>
          <a:xfrm>
            <a:off x="463295" y="345992"/>
            <a:ext cx="11277600" cy="334099"/>
          </a:xfrm>
          <a:prstGeom prst="rect">
            <a:avLst/>
          </a:prstGeom>
        </p:spPr>
        <p:txBody>
          <a:bodyPr vert="horz" lIns="0" tIns="0" rIns="0" bIns="0" rtlCol="0" anchor="t" anchorCtr="0">
            <a:noAutofit/>
          </a:bodyPr>
          <a:lstStyle>
            <a:lvl1pPr>
              <a:defRPr sz="2100">
                <a:latin typeface="+mj-lt"/>
              </a:defRPr>
            </a:lvl1pPr>
          </a:lstStyle>
          <a:p>
            <a:r>
              <a:rPr lang="en-US" dirty="0"/>
              <a:t>Click to add title</a:t>
            </a:r>
          </a:p>
        </p:txBody>
      </p:sp>
      <p:sp>
        <p:nvSpPr>
          <p:cNvPr id="33" name="Rectangle 32">
            <a:extLst>
              <a:ext uri="{FF2B5EF4-FFF2-40B4-BE49-F238E27FC236}">
                <a16:creationId xmlns:a16="http://schemas.microsoft.com/office/drawing/2014/main" id="{9D3E3D5E-69E0-409C-B43B-3D03BAF8E640}"/>
              </a:ext>
            </a:extLst>
          </p:cNvPr>
          <p:cNvSpPr/>
          <p:nvPr userDrawn="1"/>
        </p:nvSpPr>
        <p:spPr>
          <a:xfrm>
            <a:off x="470343" y="1715425"/>
            <a:ext cx="5486400"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750"/>
              </a:spcAft>
            </a:pPr>
            <a:endParaRPr lang="en-US" sz="825" noProof="0" dirty="0">
              <a:solidFill>
                <a:schemeClr val="bg1"/>
              </a:solidFill>
            </a:endParaRPr>
          </a:p>
        </p:txBody>
      </p:sp>
      <p:sp>
        <p:nvSpPr>
          <p:cNvPr id="34" name="Rectangle 33">
            <a:extLst>
              <a:ext uri="{FF2B5EF4-FFF2-40B4-BE49-F238E27FC236}">
                <a16:creationId xmlns:a16="http://schemas.microsoft.com/office/drawing/2014/main" id="{8AC51DC9-50A0-4091-8F6F-9150D453B6B1}"/>
              </a:ext>
            </a:extLst>
          </p:cNvPr>
          <p:cNvSpPr/>
          <p:nvPr userDrawn="1"/>
        </p:nvSpPr>
        <p:spPr>
          <a:xfrm>
            <a:off x="6246196" y="1718774"/>
            <a:ext cx="5486400"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750"/>
              </a:spcAft>
            </a:pPr>
            <a:endParaRPr lang="en-US" sz="825" noProof="0" dirty="0">
              <a:solidFill>
                <a:schemeClr val="bg1"/>
              </a:solidFill>
            </a:endParaRPr>
          </a:p>
        </p:txBody>
      </p:sp>
      <p:sp>
        <p:nvSpPr>
          <p:cNvPr id="35" name="Rectangle 34">
            <a:extLst>
              <a:ext uri="{FF2B5EF4-FFF2-40B4-BE49-F238E27FC236}">
                <a16:creationId xmlns:a16="http://schemas.microsoft.com/office/drawing/2014/main" id="{A118D7C8-CEED-48A7-ADB2-7610B12C1B07}"/>
              </a:ext>
            </a:extLst>
          </p:cNvPr>
          <p:cNvSpPr/>
          <p:nvPr userDrawn="1"/>
        </p:nvSpPr>
        <p:spPr>
          <a:xfrm>
            <a:off x="470343" y="4126942"/>
            <a:ext cx="5486400"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750"/>
              </a:spcAft>
            </a:pPr>
            <a:endParaRPr lang="en-US" sz="825" noProof="0" dirty="0">
              <a:solidFill>
                <a:schemeClr val="bg1"/>
              </a:solidFill>
            </a:endParaRPr>
          </a:p>
        </p:txBody>
      </p:sp>
      <p:sp>
        <p:nvSpPr>
          <p:cNvPr id="36" name="Rectangle 35">
            <a:extLst>
              <a:ext uri="{FF2B5EF4-FFF2-40B4-BE49-F238E27FC236}">
                <a16:creationId xmlns:a16="http://schemas.microsoft.com/office/drawing/2014/main" id="{C7A403C2-4204-4E69-B696-73BE1FE1F740}"/>
              </a:ext>
            </a:extLst>
          </p:cNvPr>
          <p:cNvSpPr/>
          <p:nvPr userDrawn="1"/>
        </p:nvSpPr>
        <p:spPr>
          <a:xfrm>
            <a:off x="6246196" y="4130291"/>
            <a:ext cx="5486400"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750"/>
              </a:spcAft>
            </a:pPr>
            <a:endParaRPr lang="en-US" sz="825" noProof="0" dirty="0">
              <a:solidFill>
                <a:schemeClr val="bg1"/>
              </a:solidFill>
            </a:endParaRPr>
          </a:p>
        </p:txBody>
      </p:sp>
    </p:spTree>
    <p:extLst>
      <p:ext uri="{BB962C8B-B14F-4D97-AF65-F5344CB8AC3E}">
        <p14:creationId xmlns:p14="http://schemas.microsoft.com/office/powerpoint/2010/main" val="2623843488"/>
      </p:ext>
    </p:extLst>
  </p:cSld>
  <p:clrMapOvr>
    <a:masterClrMapping/>
  </p:clrMapOvr>
  <p:transition>
    <p:fade/>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preserve="1">
  <p:cSld name="End slide">
    <p:spTree>
      <p:nvGrpSpPr>
        <p:cNvPr id="1" name=""/>
        <p:cNvGrpSpPr/>
        <p:nvPr/>
      </p:nvGrpSpPr>
      <p:grpSpPr>
        <a:xfrm>
          <a:off x="0" y="0"/>
          <a:ext cx="0" cy="0"/>
          <a:chOff x="0" y="0"/>
          <a:chExt cx="0" cy="0"/>
        </a:xfrm>
      </p:grpSpPr>
      <p:sp>
        <p:nvSpPr>
          <p:cNvPr id="6" name="Text Placeholder 5"/>
          <p:cNvSpPr>
            <a:spLocks noGrp="1"/>
          </p:cNvSpPr>
          <p:nvPr>
            <p:ph type="body" sz="quarter" idx="13"/>
          </p:nvPr>
        </p:nvSpPr>
        <p:spPr>
          <a:xfrm>
            <a:off x="464481" y="4189870"/>
            <a:ext cx="8566108" cy="2169796"/>
          </a:xfrm>
        </p:spPr>
        <p:txBody>
          <a:bodyPr anchor="b" anchorCtr="0">
            <a:normAutofit/>
          </a:bodyPr>
          <a:lstStyle>
            <a:lvl1pPr>
              <a:lnSpc>
                <a:spcPct val="100000"/>
              </a:lnSpc>
              <a:spcAft>
                <a:spcPts val="450"/>
              </a:spcAft>
              <a:defRPr sz="800"/>
            </a:lvl1pPr>
          </a:lstStyle>
          <a:p>
            <a:pPr lvl="0"/>
            <a:r>
              <a:rPr lang="en-US"/>
              <a:t>Click to edit Master text styles</a:t>
            </a:r>
          </a:p>
        </p:txBody>
      </p:sp>
      <p:sp>
        <p:nvSpPr>
          <p:cNvPr id="3" name="Picture Placeholder 2"/>
          <p:cNvSpPr>
            <a:spLocks noGrp="1"/>
          </p:cNvSpPr>
          <p:nvPr>
            <p:ph type="pic" sz="quarter" idx="14" hasCustomPrompt="1"/>
          </p:nvPr>
        </p:nvSpPr>
        <p:spPr>
          <a:xfrm>
            <a:off x="9406185" y="4189870"/>
            <a:ext cx="2319503" cy="1725448"/>
          </a:xfrm>
        </p:spPr>
        <p:txBody>
          <a:bodyPr anchor="ctr" anchorCtr="0">
            <a:normAutofit/>
          </a:bodyPr>
          <a:lstStyle>
            <a:lvl1pPr algn="ctr">
              <a:defRPr sz="800"/>
            </a:lvl1pPr>
          </a:lstStyle>
          <a:p>
            <a:r>
              <a:rPr lang="en-GB" sz="675" dirty="0"/>
              <a:t>Insert sponsorship mark here</a:t>
            </a:r>
            <a:endParaRPr lang="en-GB" dirty="0"/>
          </a:p>
        </p:txBody>
      </p:sp>
      <p:sp>
        <p:nvSpPr>
          <p:cNvPr id="8" name="Text Placeholder 7"/>
          <p:cNvSpPr>
            <a:spLocks noGrp="1"/>
          </p:cNvSpPr>
          <p:nvPr>
            <p:ph type="body" sz="quarter" idx="15"/>
          </p:nvPr>
        </p:nvSpPr>
        <p:spPr>
          <a:xfrm>
            <a:off x="9406187" y="5995943"/>
            <a:ext cx="2319501" cy="363722"/>
          </a:xfrm>
        </p:spPr>
        <p:txBody>
          <a:bodyPr anchor="b" anchorCtr="0">
            <a:normAutofit/>
          </a:bodyPr>
          <a:lstStyle>
            <a:lvl1pPr>
              <a:lnSpc>
                <a:spcPct val="100000"/>
              </a:lnSpc>
              <a:defRPr sz="800"/>
            </a:lvl1pPr>
          </a:lstStyle>
          <a:p>
            <a:pPr lvl="0"/>
            <a:r>
              <a:rPr lang="en-US"/>
              <a:t>Click to edit Master text styles</a:t>
            </a:r>
          </a:p>
        </p:txBody>
      </p:sp>
      <p:grpSp>
        <p:nvGrpSpPr>
          <p:cNvPr id="20" name="Group 19">
            <a:extLst>
              <a:ext uri="{FF2B5EF4-FFF2-40B4-BE49-F238E27FC236}">
                <a16:creationId xmlns:a16="http://schemas.microsoft.com/office/drawing/2014/main" id="{11FFF62A-78AC-4176-888C-7369D55740C5}"/>
              </a:ext>
            </a:extLst>
          </p:cNvPr>
          <p:cNvGrpSpPr>
            <a:grpSpLocks noChangeAspect="1"/>
          </p:cNvGrpSpPr>
          <p:nvPr userDrawn="1"/>
        </p:nvGrpSpPr>
        <p:grpSpPr>
          <a:xfrm>
            <a:off x="460541" y="344137"/>
            <a:ext cx="1819109" cy="345828"/>
            <a:chOff x="398463" y="404813"/>
            <a:chExt cx="1627187" cy="307976"/>
          </a:xfrm>
          <a:solidFill>
            <a:schemeClr val="tx1"/>
          </a:solidFill>
        </p:grpSpPr>
        <p:sp>
          <p:nvSpPr>
            <p:cNvPr id="21" name="Oval 5">
              <a:extLst>
                <a:ext uri="{FF2B5EF4-FFF2-40B4-BE49-F238E27FC236}">
                  <a16:creationId xmlns:a16="http://schemas.microsoft.com/office/drawing/2014/main" id="{FD77EF0A-6F9B-4CB4-BDFE-54901AC3BDEB}"/>
                </a:ext>
              </a:extLst>
            </p:cNvPr>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22" name="Freeform 6">
              <a:extLst>
                <a:ext uri="{FF2B5EF4-FFF2-40B4-BE49-F238E27FC236}">
                  <a16:creationId xmlns:a16="http://schemas.microsoft.com/office/drawing/2014/main" id="{CFBCB662-4DCB-4701-B5DB-617E9625AC37}"/>
                </a:ext>
              </a:extLst>
            </p:cNvPr>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23" name="Rectangle 7">
              <a:extLst>
                <a:ext uri="{FF2B5EF4-FFF2-40B4-BE49-F238E27FC236}">
                  <a16:creationId xmlns:a16="http://schemas.microsoft.com/office/drawing/2014/main" id="{3AA8F7EF-0FC0-4792-B4E2-516188FAADCC}"/>
                </a:ext>
              </a:extLst>
            </p:cNvPr>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24" name="Freeform 8">
              <a:extLst>
                <a:ext uri="{FF2B5EF4-FFF2-40B4-BE49-F238E27FC236}">
                  <a16:creationId xmlns:a16="http://schemas.microsoft.com/office/drawing/2014/main" id="{7180810E-179A-4B4D-992C-DB02F3F2AA73}"/>
                </a:ext>
              </a:extLst>
            </p:cNvPr>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25" name="Rectangle 9">
              <a:extLst>
                <a:ext uri="{FF2B5EF4-FFF2-40B4-BE49-F238E27FC236}">
                  <a16:creationId xmlns:a16="http://schemas.microsoft.com/office/drawing/2014/main" id="{931CFAC2-92E1-42CB-BB66-BD91AB6DB50D}"/>
                </a:ext>
              </a:extLst>
            </p:cNvPr>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26" name="Rectangle 10">
              <a:extLst>
                <a:ext uri="{FF2B5EF4-FFF2-40B4-BE49-F238E27FC236}">
                  <a16:creationId xmlns:a16="http://schemas.microsoft.com/office/drawing/2014/main" id="{6C92D323-CA87-4BD4-9F33-9346A18A6790}"/>
                </a:ext>
              </a:extLst>
            </p:cNvPr>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27" name="Freeform 11">
              <a:extLst>
                <a:ext uri="{FF2B5EF4-FFF2-40B4-BE49-F238E27FC236}">
                  <a16:creationId xmlns:a16="http://schemas.microsoft.com/office/drawing/2014/main" id="{D31146A3-7248-4F9C-8242-2B343E0BCE41}"/>
                </a:ext>
              </a:extLst>
            </p:cNvPr>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28" name="Freeform 12">
              <a:extLst>
                <a:ext uri="{FF2B5EF4-FFF2-40B4-BE49-F238E27FC236}">
                  <a16:creationId xmlns:a16="http://schemas.microsoft.com/office/drawing/2014/main" id="{4BFA0610-A333-4B16-A20C-3ADB78A32CF9}"/>
                </a:ext>
              </a:extLst>
            </p:cNvPr>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29" name="Freeform 13">
              <a:extLst>
                <a:ext uri="{FF2B5EF4-FFF2-40B4-BE49-F238E27FC236}">
                  <a16:creationId xmlns:a16="http://schemas.microsoft.com/office/drawing/2014/main" id="{D81528E3-7AAB-4FE3-96EB-0CA354538CA9}"/>
                </a:ext>
              </a:extLst>
            </p:cNvPr>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sp>
          <p:nvSpPr>
            <p:cNvPr id="30" name="Freeform 14">
              <a:extLst>
                <a:ext uri="{FF2B5EF4-FFF2-40B4-BE49-F238E27FC236}">
                  <a16:creationId xmlns:a16="http://schemas.microsoft.com/office/drawing/2014/main" id="{7C686C02-5833-4DB0-8AD3-1E143B411A13}"/>
                </a:ext>
              </a:extLst>
            </p:cNvPr>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bg1"/>
                </a:solidFill>
              </a:endParaRPr>
            </a:p>
          </p:txBody>
        </p:sp>
      </p:grpSp>
    </p:spTree>
    <p:extLst>
      <p:ext uri="{BB962C8B-B14F-4D97-AF65-F5344CB8AC3E}">
        <p14:creationId xmlns:p14="http://schemas.microsoft.com/office/powerpoint/2010/main" val="17509271"/>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preserve="1">
  <p:cSld name="End slide Black">
    <p:bg>
      <p:bgPr>
        <a:solidFill>
          <a:schemeClr val="tx1"/>
        </a:solidFill>
        <a:effectLst/>
      </p:bgPr>
    </p:bg>
    <p:spTree>
      <p:nvGrpSpPr>
        <p:cNvPr id="1" name=""/>
        <p:cNvGrpSpPr/>
        <p:nvPr/>
      </p:nvGrpSpPr>
      <p:grpSpPr>
        <a:xfrm>
          <a:off x="0" y="0"/>
          <a:ext cx="0" cy="0"/>
          <a:chOff x="0" y="0"/>
          <a:chExt cx="0" cy="0"/>
        </a:xfrm>
      </p:grpSpPr>
      <p:sp>
        <p:nvSpPr>
          <p:cNvPr id="6" name="Text Placeholder 5"/>
          <p:cNvSpPr>
            <a:spLocks noGrp="1"/>
          </p:cNvSpPr>
          <p:nvPr>
            <p:ph type="body" sz="quarter" idx="13"/>
          </p:nvPr>
        </p:nvSpPr>
        <p:spPr>
          <a:xfrm>
            <a:off x="466316" y="4194287"/>
            <a:ext cx="8528936" cy="2169796"/>
          </a:xfrm>
        </p:spPr>
        <p:txBody>
          <a:bodyPr anchor="b" anchorCtr="0">
            <a:noAutofit/>
          </a:bodyPr>
          <a:lstStyle>
            <a:lvl1pPr>
              <a:lnSpc>
                <a:spcPct val="100000"/>
              </a:lnSpc>
              <a:spcAft>
                <a:spcPts val="450"/>
              </a:spcAft>
              <a:defRPr sz="800">
                <a:solidFill>
                  <a:schemeClr val="bg1"/>
                </a:solidFill>
              </a:defRPr>
            </a:lvl1pPr>
          </a:lstStyle>
          <a:p>
            <a:pPr lvl="0"/>
            <a:r>
              <a:rPr lang="en-US"/>
              <a:t>Click to edit Master text styles</a:t>
            </a:r>
          </a:p>
        </p:txBody>
      </p:sp>
      <p:sp>
        <p:nvSpPr>
          <p:cNvPr id="3" name="Picture Placeholder 2"/>
          <p:cNvSpPr>
            <a:spLocks noGrp="1"/>
          </p:cNvSpPr>
          <p:nvPr>
            <p:ph type="pic" sz="quarter" idx="14" hasCustomPrompt="1"/>
          </p:nvPr>
        </p:nvSpPr>
        <p:spPr>
          <a:xfrm>
            <a:off x="9412074" y="4189870"/>
            <a:ext cx="2319503" cy="1725448"/>
          </a:xfrm>
        </p:spPr>
        <p:txBody>
          <a:bodyPr anchor="ctr" anchorCtr="0">
            <a:normAutofit/>
          </a:bodyPr>
          <a:lstStyle>
            <a:lvl1pPr algn="ctr">
              <a:defRPr sz="800">
                <a:solidFill>
                  <a:schemeClr val="bg1"/>
                </a:solidFill>
              </a:defRPr>
            </a:lvl1pPr>
          </a:lstStyle>
          <a:p>
            <a:r>
              <a:rPr lang="en-GB" sz="675" dirty="0"/>
              <a:t>Insert sponsorship mark here</a:t>
            </a:r>
            <a:endParaRPr lang="en-GB" dirty="0"/>
          </a:p>
        </p:txBody>
      </p:sp>
      <p:sp>
        <p:nvSpPr>
          <p:cNvPr id="8" name="Text Placeholder 7"/>
          <p:cNvSpPr>
            <a:spLocks noGrp="1"/>
          </p:cNvSpPr>
          <p:nvPr>
            <p:ph type="body" sz="quarter" idx="15"/>
          </p:nvPr>
        </p:nvSpPr>
        <p:spPr>
          <a:xfrm>
            <a:off x="9412076" y="5995943"/>
            <a:ext cx="2319501" cy="363722"/>
          </a:xfrm>
        </p:spPr>
        <p:txBody>
          <a:bodyPr anchor="b" anchorCtr="0">
            <a:noAutofit/>
          </a:bodyPr>
          <a:lstStyle>
            <a:lvl1pPr>
              <a:lnSpc>
                <a:spcPct val="100000"/>
              </a:lnSpc>
              <a:defRPr sz="800">
                <a:solidFill>
                  <a:schemeClr val="bg1"/>
                </a:solidFill>
              </a:defRPr>
            </a:lvl1pPr>
          </a:lstStyle>
          <a:p>
            <a:pPr lvl="0"/>
            <a:r>
              <a:rPr lang="en-US" dirty="0"/>
              <a:t>Click to edit Master text styles</a:t>
            </a:r>
          </a:p>
        </p:txBody>
      </p:sp>
      <p:grpSp>
        <p:nvGrpSpPr>
          <p:cNvPr id="16" name="Group 15">
            <a:extLst>
              <a:ext uri="{FF2B5EF4-FFF2-40B4-BE49-F238E27FC236}">
                <a16:creationId xmlns:a16="http://schemas.microsoft.com/office/drawing/2014/main" id="{8AB860FC-9229-466C-B67B-E6B79E07BB2B}"/>
              </a:ext>
            </a:extLst>
          </p:cNvPr>
          <p:cNvGrpSpPr/>
          <p:nvPr userDrawn="1"/>
        </p:nvGrpSpPr>
        <p:grpSpPr>
          <a:xfrm>
            <a:off x="463296" y="341312"/>
            <a:ext cx="1819656" cy="347472"/>
            <a:chOff x="398463" y="404813"/>
            <a:chExt cx="1627187" cy="307976"/>
          </a:xfrm>
          <a:solidFill>
            <a:schemeClr val="bg1"/>
          </a:solidFill>
        </p:grpSpPr>
        <p:sp>
          <p:nvSpPr>
            <p:cNvPr id="17" name="Oval 5">
              <a:extLst>
                <a:ext uri="{FF2B5EF4-FFF2-40B4-BE49-F238E27FC236}">
                  <a16:creationId xmlns:a16="http://schemas.microsoft.com/office/drawing/2014/main" id="{477D509D-A74E-4D79-8C41-28EE20877109}"/>
                </a:ext>
              </a:extLst>
            </p:cNvPr>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18" name="Freeform 6">
              <a:extLst>
                <a:ext uri="{FF2B5EF4-FFF2-40B4-BE49-F238E27FC236}">
                  <a16:creationId xmlns:a16="http://schemas.microsoft.com/office/drawing/2014/main" id="{CC851991-483D-4A9F-8C5F-626DE9D5C1B0}"/>
                </a:ext>
              </a:extLst>
            </p:cNvPr>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19" name="Rectangle 7">
              <a:extLst>
                <a:ext uri="{FF2B5EF4-FFF2-40B4-BE49-F238E27FC236}">
                  <a16:creationId xmlns:a16="http://schemas.microsoft.com/office/drawing/2014/main" id="{28FEC250-9F3B-45BC-90AF-4CDE000C2C36}"/>
                </a:ext>
              </a:extLst>
            </p:cNvPr>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31" name="Freeform 8">
              <a:extLst>
                <a:ext uri="{FF2B5EF4-FFF2-40B4-BE49-F238E27FC236}">
                  <a16:creationId xmlns:a16="http://schemas.microsoft.com/office/drawing/2014/main" id="{F8494B23-9F67-4108-8FC3-E645BD138AE0}"/>
                </a:ext>
              </a:extLst>
            </p:cNvPr>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32" name="Rectangle 9">
              <a:extLst>
                <a:ext uri="{FF2B5EF4-FFF2-40B4-BE49-F238E27FC236}">
                  <a16:creationId xmlns:a16="http://schemas.microsoft.com/office/drawing/2014/main" id="{198EEDBF-F835-40E6-A1D3-AAADC96DD008}"/>
                </a:ext>
              </a:extLst>
            </p:cNvPr>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33" name="Rectangle 10">
              <a:extLst>
                <a:ext uri="{FF2B5EF4-FFF2-40B4-BE49-F238E27FC236}">
                  <a16:creationId xmlns:a16="http://schemas.microsoft.com/office/drawing/2014/main" id="{42C9A861-6332-4ADC-88F7-183765B2D793}"/>
                </a:ext>
              </a:extLst>
            </p:cNvPr>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34" name="Freeform 11">
              <a:extLst>
                <a:ext uri="{FF2B5EF4-FFF2-40B4-BE49-F238E27FC236}">
                  <a16:creationId xmlns:a16="http://schemas.microsoft.com/office/drawing/2014/main" id="{593BFC01-C985-4400-9F59-CA3E701AB845}"/>
                </a:ext>
              </a:extLst>
            </p:cNvPr>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35" name="Freeform 12">
              <a:extLst>
                <a:ext uri="{FF2B5EF4-FFF2-40B4-BE49-F238E27FC236}">
                  <a16:creationId xmlns:a16="http://schemas.microsoft.com/office/drawing/2014/main" id="{4A67BA7C-21CB-474A-9E6A-BCA082851A8C}"/>
                </a:ext>
              </a:extLst>
            </p:cNvPr>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36" name="Freeform 13">
              <a:extLst>
                <a:ext uri="{FF2B5EF4-FFF2-40B4-BE49-F238E27FC236}">
                  <a16:creationId xmlns:a16="http://schemas.microsoft.com/office/drawing/2014/main" id="{315ADC0C-A127-4E52-A974-5D4D91506DAC}"/>
                </a:ext>
              </a:extLst>
            </p:cNvPr>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sp>
          <p:nvSpPr>
            <p:cNvPr id="37" name="Freeform 14">
              <a:extLst>
                <a:ext uri="{FF2B5EF4-FFF2-40B4-BE49-F238E27FC236}">
                  <a16:creationId xmlns:a16="http://schemas.microsoft.com/office/drawing/2014/main" id="{71ADF477-53BF-4770-AA08-07332CAF6A7B}"/>
                </a:ext>
              </a:extLst>
            </p:cNvPr>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noProof="0" dirty="0">
                <a:solidFill>
                  <a:schemeClr val="bg1"/>
                </a:solidFill>
              </a:endParaRPr>
            </a:p>
          </p:txBody>
        </p:sp>
      </p:grpSp>
    </p:spTree>
    <p:extLst>
      <p:ext uri="{BB962C8B-B14F-4D97-AF65-F5344CB8AC3E}">
        <p14:creationId xmlns:p14="http://schemas.microsoft.com/office/powerpoint/2010/main" val="2869368264"/>
      </p:ext>
    </p:extLst>
  </p:cSld>
  <p:clrMapOvr>
    <a:masterClrMapping/>
  </p:clrMapOvr>
  <p:hf hdr="0" dt="0"/>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tags" Target="../tags/tag2.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 Target="../slides/slide2.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image" Target="../media/image1.emf"/><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oleObject" Target="../embeddings/oleObject1.bin"/><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20" Type="http://schemas.openxmlformats.org/officeDocument/2006/relationships/slideLayout" Target="../slideLayouts/slideLayout20.xml"/><Relationship Id="rId41"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 name="Rectangle 1">
            <a:extLst>
              <a:ext uri="{FF2B5EF4-FFF2-40B4-BE49-F238E27FC236}">
                <a16:creationId xmlns:a16="http://schemas.microsoft.com/office/drawing/2014/main" id="{64A5CD4C-C40B-AC4B-89EA-242BBC40DCB5}"/>
              </a:ext>
            </a:extLst>
          </p:cNvPr>
          <p:cNvSpPr/>
          <p:nvPr userDrawn="1"/>
        </p:nvSpPr>
        <p:spPr bwMode="gray">
          <a:xfrm rot="16200000" flipH="1">
            <a:off x="11256270" y="-236156"/>
            <a:ext cx="519523" cy="1351933"/>
          </a:xfrm>
          <a:prstGeom prst="round2SameRect">
            <a:avLst>
              <a:gd name="adj1" fmla="val 50000"/>
              <a:gd name="adj2" fmla="val 0"/>
            </a:avLst>
          </a:prstGeom>
          <a:solidFill>
            <a:schemeClr val="bg1">
              <a:lumMod val="95000"/>
              <a:alpha val="7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5" name="Oval 14">
            <a:extLst>
              <a:ext uri="{FF2B5EF4-FFF2-40B4-BE49-F238E27FC236}">
                <a16:creationId xmlns:a16="http://schemas.microsoft.com/office/drawing/2014/main" id="{150C3D2A-2C22-7D4A-9BDF-0DBD9A1B9804}"/>
              </a:ext>
            </a:extLst>
          </p:cNvPr>
          <p:cNvSpPr/>
          <p:nvPr userDrawn="1"/>
        </p:nvSpPr>
        <p:spPr bwMode="gray">
          <a:xfrm>
            <a:off x="11651360" y="295810"/>
            <a:ext cx="288000" cy="28800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5" name="Oval 4">
            <a:extLst>
              <a:ext uri="{FF2B5EF4-FFF2-40B4-BE49-F238E27FC236}">
                <a16:creationId xmlns:a16="http://schemas.microsoft.com/office/drawing/2014/main" id="{606B0A7C-1A44-7A41-B40B-1371AB84D4BC}"/>
              </a:ext>
            </a:extLst>
          </p:cNvPr>
          <p:cNvSpPr/>
          <p:nvPr userDrawn="1"/>
        </p:nvSpPr>
        <p:spPr bwMode="gray">
          <a:xfrm>
            <a:off x="10913129" y="295810"/>
            <a:ext cx="288000" cy="28800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aphicFrame>
        <p:nvGraphicFramePr>
          <p:cNvPr id="4" name="Object 3" hidden="1"/>
          <p:cNvGraphicFramePr>
            <a:graphicFrameLocks noChangeAspect="1"/>
          </p:cNvGraphicFramePr>
          <p:nvPr>
            <p:custDataLst>
              <p:tags r:id="rId42"/>
            </p:custDataLst>
            <p:extLst>
              <p:ext uri="{D42A27DB-BD31-4B8C-83A1-F6EECF244321}">
                <p14:modId xmlns:p14="http://schemas.microsoft.com/office/powerpoint/2010/main" val="3206429901"/>
              </p:ext>
            </p:extLst>
          </p:nvPr>
        </p:nvGraphicFramePr>
        <p:xfrm>
          <a:off x="2119" y="1591"/>
          <a:ext cx="2116" cy="1587"/>
        </p:xfrm>
        <a:graphic>
          <a:graphicData uri="http://schemas.openxmlformats.org/presentationml/2006/ole">
            <mc:AlternateContent xmlns:mc="http://schemas.openxmlformats.org/markup-compatibility/2006">
              <mc:Choice xmlns:v="urn:schemas-microsoft-com:vml" Requires="v">
                <p:oleObj name="think-cell Slide" r:id="rId43" imgW="270" imgH="270" progId="TCLayout.ActiveDocument.1">
                  <p:embed/>
                </p:oleObj>
              </mc:Choice>
              <mc:Fallback>
                <p:oleObj name="think-cell Slide" r:id="rId43" imgW="270" imgH="270" progId="TCLayout.ActiveDocument.1">
                  <p:embed/>
                  <p:pic>
                    <p:nvPicPr>
                      <p:cNvPr id="4" name="Object 3" hidden="1"/>
                      <p:cNvPicPr/>
                      <p:nvPr/>
                    </p:nvPicPr>
                    <p:blipFill>
                      <a:blip r:embed="rId44"/>
                      <a:stretch>
                        <a:fillRect/>
                      </a:stretch>
                    </p:blipFill>
                    <p:spPr>
                      <a:xfrm>
                        <a:off x="2119" y="1591"/>
                        <a:ext cx="2116" cy="1587"/>
                      </a:xfrm>
                      <a:prstGeom prst="rect">
                        <a:avLst/>
                      </a:prstGeom>
                    </p:spPr>
                  </p:pic>
                </p:oleObj>
              </mc:Fallback>
            </mc:AlternateContent>
          </a:graphicData>
        </a:graphic>
      </p:graphicFrame>
      <p:sp>
        <p:nvSpPr>
          <p:cNvPr id="2" name="Title Placeholder 1"/>
          <p:cNvSpPr>
            <a:spLocks noGrp="1"/>
          </p:cNvSpPr>
          <p:nvPr>
            <p:ph type="title"/>
          </p:nvPr>
        </p:nvSpPr>
        <p:spPr bwMode="gray">
          <a:xfrm>
            <a:off x="457201" y="345664"/>
            <a:ext cx="10191750" cy="340136"/>
          </a:xfrm>
          <a:prstGeom prst="rect">
            <a:avLst/>
          </a:prstGeom>
        </p:spPr>
        <p:txBody>
          <a:bodyPr vert="horz" lIns="0" tIns="0" rIns="0" bIns="0" rtlCol="0" anchor="t" anchorCtr="0">
            <a:noAutofit/>
          </a:bodyPr>
          <a:lstStyle/>
          <a:p>
            <a:r>
              <a:rPr lang="en-US" noProof="0" dirty="0"/>
              <a:t>Click to edit Master title style</a:t>
            </a:r>
          </a:p>
        </p:txBody>
      </p:sp>
      <p:sp>
        <p:nvSpPr>
          <p:cNvPr id="19" name="Text Placeholder 18"/>
          <p:cNvSpPr>
            <a:spLocks noGrp="1"/>
          </p:cNvSpPr>
          <p:nvPr>
            <p:ph type="body" idx="1"/>
          </p:nvPr>
        </p:nvSpPr>
        <p:spPr>
          <a:xfrm>
            <a:off x="460887" y="1714500"/>
            <a:ext cx="11277599" cy="4648200"/>
          </a:xfrm>
          <a:prstGeom prst="rect">
            <a:avLst/>
          </a:prstGeom>
        </p:spPr>
        <p:txBody>
          <a:bodyPr vert="horz" lIns="0" tIns="0" rIns="0" bIns="0" rtlCol="0">
            <a:normAutofit/>
          </a:body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3" name="TextBox 2"/>
          <p:cNvSpPr txBox="1"/>
          <p:nvPr/>
        </p:nvSpPr>
        <p:spPr>
          <a:xfrm>
            <a:off x="11426826" y="6554841"/>
            <a:ext cx="307975" cy="123111"/>
          </a:xfrm>
          <a:prstGeom prst="rect">
            <a:avLst/>
          </a:prstGeom>
          <a:noFill/>
        </p:spPr>
        <p:txBody>
          <a:bodyPr wrap="square" lIns="0" tIns="0" rIns="0" bIns="0" rtlCol="0">
            <a:spAutoFit/>
          </a:bodyPr>
          <a:lstStyle/>
          <a:p>
            <a:pPr marL="0" indent="0" algn="r">
              <a:spcBef>
                <a:spcPts val="450"/>
              </a:spcBef>
              <a:buSzPct val="100000"/>
              <a:buFont typeface="Arial"/>
              <a:buNone/>
            </a:pPr>
            <a:fld id="{C58DF478-B544-4ED8-9ED4-6A2648E2D233}" type="slidenum">
              <a:rPr lang="en-US" sz="800" noProof="0" smtClean="0">
                <a:solidFill>
                  <a:schemeClr val="tx1"/>
                </a:solidFill>
                <a:latin typeface="Calibri" panose="020F0502020204030204" pitchFamily="34" charset="0"/>
                <a:cs typeface="Calibri" panose="020F0502020204030204" pitchFamily="34" charset="0"/>
              </a:rPr>
              <a:pPr marL="0" indent="0" algn="r">
                <a:spcBef>
                  <a:spcPts val="450"/>
                </a:spcBef>
                <a:buSzPct val="100000"/>
                <a:buFont typeface="Arial"/>
                <a:buNone/>
              </a:pPr>
              <a:t>‹#›</a:t>
            </a:fld>
            <a:endParaRPr lang="en-US" sz="800" noProof="0" dirty="0">
              <a:solidFill>
                <a:schemeClr val="tx1"/>
              </a:solidFill>
              <a:latin typeface="Calibri" panose="020F0502020204030204" pitchFamily="34" charset="0"/>
              <a:cs typeface="Calibri" panose="020F0502020204030204" pitchFamily="34" charset="0"/>
            </a:endParaRPr>
          </a:p>
        </p:txBody>
      </p:sp>
      <p:sp>
        <p:nvSpPr>
          <p:cNvPr id="20" name="TextBox 19">
            <a:extLst>
              <a:ext uri="{FF2B5EF4-FFF2-40B4-BE49-F238E27FC236}">
                <a16:creationId xmlns:a16="http://schemas.microsoft.com/office/drawing/2014/main" id="{5A35A5D5-FD12-4A0E-B47E-3D53D008B26B}"/>
              </a:ext>
            </a:extLst>
          </p:cNvPr>
          <p:cNvSpPr txBox="1"/>
          <p:nvPr userDrawn="1"/>
        </p:nvSpPr>
        <p:spPr>
          <a:xfrm>
            <a:off x="4065081" y="699568"/>
            <a:ext cx="254000" cy="276999"/>
          </a:xfrm>
          <a:prstGeom prst="rect">
            <a:avLst/>
          </a:prstGeom>
          <a:noFill/>
          <a:ln>
            <a:noFill/>
          </a:ln>
        </p:spPr>
        <p:txBody>
          <a:bodyPr wrap="square" lIns="0" tIns="0" rIns="0" bIns="0" rtlCol="0">
            <a:spAutoFit/>
          </a:bodyPr>
          <a:lstStyle/>
          <a:p>
            <a:pPr marL="203200" indent="-203200">
              <a:spcBef>
                <a:spcPts val="600"/>
              </a:spcBef>
              <a:buSzPct val="100000"/>
              <a:buFont typeface="Arial"/>
              <a:buChar char="•"/>
            </a:pPr>
            <a:endParaRPr lang="en-US" sz="1800" dirty="0">
              <a:solidFill>
                <a:srgbClr val="313131"/>
              </a:solidFill>
            </a:endParaRPr>
          </a:p>
        </p:txBody>
      </p:sp>
      <p:sp>
        <p:nvSpPr>
          <p:cNvPr id="22" name="TextBox 21">
            <a:extLst>
              <a:ext uri="{FF2B5EF4-FFF2-40B4-BE49-F238E27FC236}">
                <a16:creationId xmlns:a16="http://schemas.microsoft.com/office/drawing/2014/main" id="{33FEAD1B-5DFB-4123-913B-D7D5838C8C6D}"/>
              </a:ext>
            </a:extLst>
          </p:cNvPr>
          <p:cNvSpPr txBox="1"/>
          <p:nvPr userDrawn="1"/>
        </p:nvSpPr>
        <p:spPr>
          <a:xfrm>
            <a:off x="4321370" y="802745"/>
            <a:ext cx="1673167" cy="276999"/>
          </a:xfrm>
          <a:prstGeom prst="rect">
            <a:avLst/>
          </a:prstGeom>
          <a:noFill/>
          <a:ln>
            <a:noFill/>
          </a:ln>
        </p:spPr>
        <p:txBody>
          <a:bodyPr wrap="square" lIns="0" tIns="0" rIns="0" bIns="0" rtlCol="0">
            <a:spAutoFit/>
          </a:bodyPr>
          <a:lstStyle/>
          <a:p>
            <a:pPr marL="203200" indent="-203200">
              <a:spcBef>
                <a:spcPts val="600"/>
              </a:spcBef>
              <a:buSzPct val="100000"/>
              <a:buFont typeface="Arial"/>
              <a:buChar char="•"/>
            </a:pPr>
            <a:endParaRPr lang="en-US" sz="1800" dirty="0">
              <a:solidFill>
                <a:srgbClr val="313131"/>
              </a:solidFill>
            </a:endParaRPr>
          </a:p>
        </p:txBody>
      </p:sp>
      <p:sp>
        <p:nvSpPr>
          <p:cNvPr id="23" name="TextBox 22">
            <a:extLst>
              <a:ext uri="{FF2B5EF4-FFF2-40B4-BE49-F238E27FC236}">
                <a16:creationId xmlns:a16="http://schemas.microsoft.com/office/drawing/2014/main" id="{B202DBDA-700C-4979-B00F-3477C099D042}"/>
              </a:ext>
            </a:extLst>
          </p:cNvPr>
          <p:cNvSpPr txBox="1"/>
          <p:nvPr userDrawn="1"/>
        </p:nvSpPr>
        <p:spPr>
          <a:xfrm>
            <a:off x="5969842" y="802745"/>
            <a:ext cx="250316" cy="276999"/>
          </a:xfrm>
          <a:prstGeom prst="rect">
            <a:avLst/>
          </a:prstGeom>
          <a:noFill/>
          <a:ln>
            <a:noFill/>
          </a:ln>
        </p:spPr>
        <p:txBody>
          <a:bodyPr wrap="square" lIns="0" tIns="0" rIns="0" bIns="0" rtlCol="0">
            <a:spAutoFit/>
          </a:bodyPr>
          <a:lstStyle/>
          <a:p>
            <a:pPr marL="203200" indent="-203200">
              <a:spcBef>
                <a:spcPts val="600"/>
              </a:spcBef>
              <a:buSzPct val="100000"/>
              <a:buFont typeface="Arial"/>
              <a:buChar char="•"/>
            </a:pPr>
            <a:endParaRPr lang="en-US" sz="1800" dirty="0">
              <a:solidFill>
                <a:srgbClr val="313131"/>
              </a:solidFill>
            </a:endParaRPr>
          </a:p>
        </p:txBody>
      </p:sp>
      <p:sp>
        <p:nvSpPr>
          <p:cNvPr id="24" name="TextBox 23">
            <a:extLst>
              <a:ext uri="{FF2B5EF4-FFF2-40B4-BE49-F238E27FC236}">
                <a16:creationId xmlns:a16="http://schemas.microsoft.com/office/drawing/2014/main" id="{D14DFC3E-51E5-47BE-BA81-FDAED74D8117}"/>
              </a:ext>
            </a:extLst>
          </p:cNvPr>
          <p:cNvSpPr txBox="1"/>
          <p:nvPr userDrawn="1"/>
        </p:nvSpPr>
        <p:spPr>
          <a:xfrm>
            <a:off x="4321027" y="801689"/>
            <a:ext cx="1673851" cy="276999"/>
          </a:xfrm>
          <a:prstGeom prst="rect">
            <a:avLst/>
          </a:prstGeom>
          <a:noFill/>
          <a:ln>
            <a:noFill/>
          </a:ln>
        </p:spPr>
        <p:txBody>
          <a:bodyPr wrap="square" lIns="0" tIns="0" rIns="0" bIns="0" rtlCol="0">
            <a:spAutoFit/>
          </a:bodyPr>
          <a:lstStyle/>
          <a:p>
            <a:pPr marL="203200" indent="-203200">
              <a:spcBef>
                <a:spcPts val="600"/>
              </a:spcBef>
              <a:buSzPct val="100000"/>
              <a:buFont typeface="Arial"/>
              <a:buChar char="•"/>
            </a:pPr>
            <a:endParaRPr lang="en-US" sz="1800" dirty="0">
              <a:solidFill>
                <a:srgbClr val="313131"/>
              </a:solidFill>
            </a:endParaRPr>
          </a:p>
        </p:txBody>
      </p:sp>
      <p:sp>
        <p:nvSpPr>
          <p:cNvPr id="12" name="Freeform 88">
            <a:hlinkClick r:id="" action="ppaction://hlinkshowjump?jump=nextslide"/>
            <a:extLst>
              <a:ext uri="{FF2B5EF4-FFF2-40B4-BE49-F238E27FC236}">
                <a16:creationId xmlns:a16="http://schemas.microsoft.com/office/drawing/2014/main" id="{DCFA059B-9E58-9F41-8888-9E9A8FD79BE0}"/>
              </a:ext>
            </a:extLst>
          </p:cNvPr>
          <p:cNvSpPr>
            <a:spLocks noChangeAspect="1" noEditPoints="1"/>
          </p:cNvSpPr>
          <p:nvPr userDrawn="1"/>
        </p:nvSpPr>
        <p:spPr bwMode="auto">
          <a:xfrm>
            <a:off x="11669360" y="313810"/>
            <a:ext cx="252000" cy="25200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92 w 512"/>
              <a:gd name="T11" fmla="*/ 416 h 512"/>
              <a:gd name="T12" fmla="*/ 184 w 512"/>
              <a:gd name="T13" fmla="*/ 413 h 512"/>
              <a:gd name="T14" fmla="*/ 184 w 512"/>
              <a:gd name="T15" fmla="*/ 397 h 512"/>
              <a:gd name="T16" fmla="*/ 326 w 512"/>
              <a:gd name="T17" fmla="*/ 256 h 512"/>
              <a:gd name="T18" fmla="*/ 184 w 512"/>
              <a:gd name="T19" fmla="*/ 114 h 512"/>
              <a:gd name="T20" fmla="*/ 184 w 512"/>
              <a:gd name="T21" fmla="*/ 99 h 512"/>
              <a:gd name="T22" fmla="*/ 199 w 512"/>
              <a:gd name="T23" fmla="*/ 99 h 512"/>
              <a:gd name="T24" fmla="*/ 349 w 512"/>
              <a:gd name="T25" fmla="*/ 248 h 512"/>
              <a:gd name="T26" fmla="*/ 349 w 512"/>
              <a:gd name="T27" fmla="*/ 263 h 512"/>
              <a:gd name="T28" fmla="*/ 199 w 512"/>
              <a:gd name="T29" fmla="*/ 413 h 512"/>
              <a:gd name="T30" fmla="*/ 192 w 512"/>
              <a:gd name="T31" fmla="*/ 41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92" y="416"/>
                </a:moveTo>
                <a:cubicBezTo>
                  <a:pt x="189" y="416"/>
                  <a:pt x="186" y="415"/>
                  <a:pt x="184" y="413"/>
                </a:cubicBezTo>
                <a:cubicBezTo>
                  <a:pt x="180" y="408"/>
                  <a:pt x="180" y="402"/>
                  <a:pt x="184" y="397"/>
                </a:cubicBezTo>
                <a:cubicBezTo>
                  <a:pt x="326" y="256"/>
                  <a:pt x="326" y="256"/>
                  <a:pt x="326" y="256"/>
                </a:cubicBezTo>
                <a:cubicBezTo>
                  <a:pt x="184" y="114"/>
                  <a:pt x="184" y="114"/>
                  <a:pt x="184" y="114"/>
                </a:cubicBezTo>
                <a:cubicBezTo>
                  <a:pt x="180" y="110"/>
                  <a:pt x="180" y="103"/>
                  <a:pt x="184" y="99"/>
                </a:cubicBezTo>
                <a:cubicBezTo>
                  <a:pt x="188" y="95"/>
                  <a:pt x="195" y="95"/>
                  <a:pt x="199" y="99"/>
                </a:cubicBezTo>
                <a:cubicBezTo>
                  <a:pt x="349" y="248"/>
                  <a:pt x="349" y="248"/>
                  <a:pt x="349" y="248"/>
                </a:cubicBezTo>
                <a:cubicBezTo>
                  <a:pt x="353" y="252"/>
                  <a:pt x="353" y="259"/>
                  <a:pt x="349" y="263"/>
                </a:cubicBezTo>
                <a:cubicBezTo>
                  <a:pt x="199" y="413"/>
                  <a:pt x="199" y="413"/>
                  <a:pt x="199" y="413"/>
                </a:cubicBezTo>
                <a:cubicBezTo>
                  <a:pt x="197" y="415"/>
                  <a:pt x="194" y="416"/>
                  <a:pt x="192" y="416"/>
                </a:cubicBezTo>
                <a:close/>
              </a:path>
            </a:pathLst>
          </a:custGeom>
          <a:solidFill>
            <a:srgbClr val="BBBCBC"/>
          </a:solidFill>
          <a:ln>
            <a:noFill/>
          </a:ln>
        </p:spPr>
        <p:txBody>
          <a:bodyPr vert="horz" wrap="square" lIns="91440" tIns="45720" rIns="91440" bIns="45720" numCol="1" anchor="t" anchorCtr="0" compatLnSpc="1">
            <a:prstTxWarp prst="textNoShape">
              <a:avLst/>
            </a:prstTxWarp>
          </a:bodyPr>
          <a:lstStyle/>
          <a:p>
            <a:endParaRPr lang="en-GB" dirty="0"/>
          </a:p>
        </p:txBody>
      </p:sp>
      <p:sp>
        <p:nvSpPr>
          <p:cNvPr id="13" name="Freeform 97">
            <a:hlinkClick r:id="" action="ppaction://hlinkshowjump?jump=previousslide"/>
            <a:extLst>
              <a:ext uri="{FF2B5EF4-FFF2-40B4-BE49-F238E27FC236}">
                <a16:creationId xmlns:a16="http://schemas.microsoft.com/office/drawing/2014/main" id="{685543C1-336A-FC49-AE0D-730A01B44850}"/>
              </a:ext>
            </a:extLst>
          </p:cNvPr>
          <p:cNvSpPr>
            <a:spLocks noChangeAspect="1" noEditPoints="1"/>
          </p:cNvSpPr>
          <p:nvPr userDrawn="1"/>
        </p:nvSpPr>
        <p:spPr bwMode="auto">
          <a:xfrm>
            <a:off x="10931129" y="313439"/>
            <a:ext cx="252000" cy="252742"/>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27 w 512"/>
              <a:gd name="T11" fmla="*/ 397 h 512"/>
              <a:gd name="T12" fmla="*/ 327 w 512"/>
              <a:gd name="T13" fmla="*/ 413 h 512"/>
              <a:gd name="T14" fmla="*/ 320 w 512"/>
              <a:gd name="T15" fmla="*/ 416 h 512"/>
              <a:gd name="T16" fmla="*/ 312 w 512"/>
              <a:gd name="T17" fmla="*/ 413 h 512"/>
              <a:gd name="T18" fmla="*/ 163 w 512"/>
              <a:gd name="T19" fmla="*/ 263 h 512"/>
              <a:gd name="T20" fmla="*/ 163 w 512"/>
              <a:gd name="T21" fmla="*/ 248 h 512"/>
              <a:gd name="T22" fmla="*/ 312 w 512"/>
              <a:gd name="T23" fmla="*/ 99 h 512"/>
              <a:gd name="T24" fmla="*/ 327 w 512"/>
              <a:gd name="T25" fmla="*/ 99 h 512"/>
              <a:gd name="T26" fmla="*/ 327 w 512"/>
              <a:gd name="T27" fmla="*/ 114 h 512"/>
              <a:gd name="T28" fmla="*/ 185 w 512"/>
              <a:gd name="T29" fmla="*/ 256 h 512"/>
              <a:gd name="T30" fmla="*/ 327 w 512"/>
              <a:gd name="T31" fmla="*/ 39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27" y="397"/>
                </a:moveTo>
                <a:cubicBezTo>
                  <a:pt x="331" y="402"/>
                  <a:pt x="331" y="408"/>
                  <a:pt x="327" y="413"/>
                </a:cubicBezTo>
                <a:cubicBezTo>
                  <a:pt x="325" y="415"/>
                  <a:pt x="322" y="416"/>
                  <a:pt x="320" y="416"/>
                </a:cubicBezTo>
                <a:cubicBezTo>
                  <a:pt x="317" y="416"/>
                  <a:pt x="314" y="415"/>
                  <a:pt x="312" y="413"/>
                </a:cubicBezTo>
                <a:cubicBezTo>
                  <a:pt x="163" y="263"/>
                  <a:pt x="163" y="263"/>
                  <a:pt x="163" y="263"/>
                </a:cubicBezTo>
                <a:cubicBezTo>
                  <a:pt x="159" y="259"/>
                  <a:pt x="159" y="252"/>
                  <a:pt x="163" y="248"/>
                </a:cubicBezTo>
                <a:cubicBezTo>
                  <a:pt x="312" y="99"/>
                  <a:pt x="312" y="99"/>
                  <a:pt x="312" y="99"/>
                </a:cubicBezTo>
                <a:cubicBezTo>
                  <a:pt x="316" y="95"/>
                  <a:pt x="323" y="95"/>
                  <a:pt x="327" y="99"/>
                </a:cubicBezTo>
                <a:cubicBezTo>
                  <a:pt x="331" y="103"/>
                  <a:pt x="331" y="110"/>
                  <a:pt x="327" y="114"/>
                </a:cubicBezTo>
                <a:cubicBezTo>
                  <a:pt x="185" y="256"/>
                  <a:pt x="185" y="256"/>
                  <a:pt x="185" y="256"/>
                </a:cubicBezTo>
                <a:lnTo>
                  <a:pt x="327" y="397"/>
                </a:lnTo>
                <a:close/>
              </a:path>
            </a:pathLst>
          </a:custGeom>
          <a:solidFill>
            <a:srgbClr val="BBBCBC"/>
          </a:solidFill>
          <a:ln>
            <a:noFill/>
          </a:ln>
        </p:spPr>
        <p:txBody>
          <a:bodyPr vert="horz" wrap="square" lIns="91440" tIns="45720" rIns="91440" bIns="45720" numCol="1" anchor="t" anchorCtr="0" compatLnSpc="1">
            <a:prstTxWarp prst="textNoShape">
              <a:avLst/>
            </a:prstTxWarp>
          </a:bodyPr>
          <a:lstStyle/>
          <a:p>
            <a:endParaRPr lang="en-GB" dirty="0"/>
          </a:p>
        </p:txBody>
      </p:sp>
      <p:sp>
        <p:nvSpPr>
          <p:cNvPr id="16" name="Oval 15">
            <a:extLst>
              <a:ext uri="{FF2B5EF4-FFF2-40B4-BE49-F238E27FC236}">
                <a16:creationId xmlns:a16="http://schemas.microsoft.com/office/drawing/2014/main" id="{79E074E0-3828-8E47-A846-284EBC7FB080}"/>
              </a:ext>
            </a:extLst>
          </p:cNvPr>
          <p:cNvSpPr/>
          <p:nvPr userDrawn="1"/>
        </p:nvSpPr>
        <p:spPr bwMode="gray">
          <a:xfrm>
            <a:off x="11247303" y="259810"/>
            <a:ext cx="360000" cy="36000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1" name="Freeform 337">
            <a:hlinkClick r:id="rId45" action="ppaction://hlinksldjump"/>
            <a:extLst>
              <a:ext uri="{FF2B5EF4-FFF2-40B4-BE49-F238E27FC236}">
                <a16:creationId xmlns:a16="http://schemas.microsoft.com/office/drawing/2014/main" id="{81880670-DFF8-C84F-A2D1-B09AFDA7F5FC}"/>
              </a:ext>
            </a:extLst>
          </p:cNvPr>
          <p:cNvSpPr>
            <a:spLocks noChangeAspect="1" noEditPoints="1"/>
          </p:cNvSpPr>
          <p:nvPr userDrawn="1"/>
        </p:nvSpPr>
        <p:spPr bwMode="auto">
          <a:xfrm>
            <a:off x="11265303" y="277810"/>
            <a:ext cx="324000" cy="32400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5 w 512"/>
              <a:gd name="T11" fmla="*/ 238 h 512"/>
              <a:gd name="T12" fmla="*/ 405 w 512"/>
              <a:gd name="T13" fmla="*/ 245 h 512"/>
              <a:gd name="T14" fmla="*/ 384 w 512"/>
              <a:gd name="T15" fmla="*/ 245 h 512"/>
              <a:gd name="T16" fmla="*/ 384 w 512"/>
              <a:gd name="T17" fmla="*/ 384 h 512"/>
              <a:gd name="T18" fmla="*/ 373 w 512"/>
              <a:gd name="T19" fmla="*/ 394 h 512"/>
              <a:gd name="T20" fmla="*/ 277 w 512"/>
              <a:gd name="T21" fmla="*/ 394 h 512"/>
              <a:gd name="T22" fmla="*/ 266 w 512"/>
              <a:gd name="T23" fmla="*/ 384 h 512"/>
              <a:gd name="T24" fmla="*/ 266 w 512"/>
              <a:gd name="T25" fmla="*/ 330 h 512"/>
              <a:gd name="T26" fmla="*/ 245 w 512"/>
              <a:gd name="T27" fmla="*/ 330 h 512"/>
              <a:gd name="T28" fmla="*/ 245 w 512"/>
              <a:gd name="T29" fmla="*/ 384 h 512"/>
              <a:gd name="T30" fmla="*/ 234 w 512"/>
              <a:gd name="T31" fmla="*/ 394 h 512"/>
              <a:gd name="T32" fmla="*/ 138 w 512"/>
              <a:gd name="T33" fmla="*/ 394 h 512"/>
              <a:gd name="T34" fmla="*/ 128 w 512"/>
              <a:gd name="T35" fmla="*/ 384 h 512"/>
              <a:gd name="T36" fmla="*/ 128 w 512"/>
              <a:gd name="T37" fmla="*/ 245 h 512"/>
              <a:gd name="T38" fmla="*/ 106 w 512"/>
              <a:gd name="T39" fmla="*/ 245 h 512"/>
              <a:gd name="T40" fmla="*/ 96 w 512"/>
              <a:gd name="T41" fmla="*/ 238 h 512"/>
              <a:gd name="T42" fmla="*/ 99 w 512"/>
              <a:gd name="T43" fmla="*/ 226 h 512"/>
              <a:gd name="T44" fmla="*/ 249 w 512"/>
              <a:gd name="T45" fmla="*/ 98 h 512"/>
              <a:gd name="T46" fmla="*/ 263 w 512"/>
              <a:gd name="T47" fmla="*/ 98 h 512"/>
              <a:gd name="T48" fmla="*/ 412 w 512"/>
              <a:gd name="T49" fmla="*/ 226 h 512"/>
              <a:gd name="T50" fmla="*/ 415 w 512"/>
              <a:gd name="T51" fmla="*/ 238 h 512"/>
              <a:gd name="T52" fmla="*/ 256 w 512"/>
              <a:gd name="T53" fmla="*/ 120 h 512"/>
              <a:gd name="T54" fmla="*/ 376 w 512"/>
              <a:gd name="T55" fmla="*/ 224 h 512"/>
              <a:gd name="T56" fmla="*/ 373 w 512"/>
              <a:gd name="T57" fmla="*/ 224 h 512"/>
              <a:gd name="T58" fmla="*/ 362 w 512"/>
              <a:gd name="T59" fmla="*/ 234 h 512"/>
              <a:gd name="T60" fmla="*/ 362 w 512"/>
              <a:gd name="T61" fmla="*/ 373 h 512"/>
              <a:gd name="T62" fmla="*/ 288 w 512"/>
              <a:gd name="T63" fmla="*/ 373 h 512"/>
              <a:gd name="T64" fmla="*/ 288 w 512"/>
              <a:gd name="T65" fmla="*/ 320 h 512"/>
              <a:gd name="T66" fmla="*/ 277 w 512"/>
              <a:gd name="T67" fmla="*/ 309 h 512"/>
              <a:gd name="T68" fmla="*/ 234 w 512"/>
              <a:gd name="T69" fmla="*/ 309 h 512"/>
              <a:gd name="T70" fmla="*/ 224 w 512"/>
              <a:gd name="T71" fmla="*/ 320 h 512"/>
              <a:gd name="T72" fmla="*/ 224 w 512"/>
              <a:gd name="T73" fmla="*/ 373 h 512"/>
              <a:gd name="T74" fmla="*/ 149 w 512"/>
              <a:gd name="T75" fmla="*/ 373 h 512"/>
              <a:gd name="T76" fmla="*/ 149 w 512"/>
              <a:gd name="T77" fmla="*/ 234 h 512"/>
              <a:gd name="T78" fmla="*/ 138 w 512"/>
              <a:gd name="T79" fmla="*/ 224 h 512"/>
              <a:gd name="T80" fmla="*/ 135 w 512"/>
              <a:gd name="T81" fmla="*/ 224 h 512"/>
              <a:gd name="T82" fmla="*/ 256 w 512"/>
              <a:gd name="T83" fmla="*/ 12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5" y="238"/>
                </a:moveTo>
                <a:cubicBezTo>
                  <a:pt x="413" y="242"/>
                  <a:pt x="409" y="245"/>
                  <a:pt x="405" y="245"/>
                </a:cubicBezTo>
                <a:cubicBezTo>
                  <a:pt x="384" y="245"/>
                  <a:pt x="384" y="245"/>
                  <a:pt x="384" y="245"/>
                </a:cubicBezTo>
                <a:cubicBezTo>
                  <a:pt x="384" y="384"/>
                  <a:pt x="384" y="384"/>
                  <a:pt x="384" y="384"/>
                </a:cubicBezTo>
                <a:cubicBezTo>
                  <a:pt x="384" y="390"/>
                  <a:pt x="379" y="394"/>
                  <a:pt x="373" y="394"/>
                </a:cubicBezTo>
                <a:cubicBezTo>
                  <a:pt x="277" y="394"/>
                  <a:pt x="277" y="394"/>
                  <a:pt x="277" y="394"/>
                </a:cubicBezTo>
                <a:cubicBezTo>
                  <a:pt x="271" y="394"/>
                  <a:pt x="266" y="390"/>
                  <a:pt x="266" y="384"/>
                </a:cubicBezTo>
                <a:cubicBezTo>
                  <a:pt x="266" y="330"/>
                  <a:pt x="266" y="330"/>
                  <a:pt x="266" y="330"/>
                </a:cubicBezTo>
                <a:cubicBezTo>
                  <a:pt x="245" y="330"/>
                  <a:pt x="245" y="330"/>
                  <a:pt x="245" y="330"/>
                </a:cubicBezTo>
                <a:cubicBezTo>
                  <a:pt x="245" y="384"/>
                  <a:pt x="245" y="384"/>
                  <a:pt x="245" y="384"/>
                </a:cubicBezTo>
                <a:cubicBezTo>
                  <a:pt x="245" y="390"/>
                  <a:pt x="240" y="394"/>
                  <a:pt x="234" y="394"/>
                </a:cubicBezTo>
                <a:cubicBezTo>
                  <a:pt x="138" y="394"/>
                  <a:pt x="138" y="394"/>
                  <a:pt x="138" y="394"/>
                </a:cubicBezTo>
                <a:cubicBezTo>
                  <a:pt x="132" y="394"/>
                  <a:pt x="128" y="390"/>
                  <a:pt x="128" y="384"/>
                </a:cubicBezTo>
                <a:cubicBezTo>
                  <a:pt x="128" y="245"/>
                  <a:pt x="128" y="245"/>
                  <a:pt x="128" y="245"/>
                </a:cubicBezTo>
                <a:cubicBezTo>
                  <a:pt x="106" y="245"/>
                  <a:pt x="106" y="245"/>
                  <a:pt x="106" y="245"/>
                </a:cubicBezTo>
                <a:cubicBezTo>
                  <a:pt x="102" y="245"/>
                  <a:pt x="98" y="242"/>
                  <a:pt x="96" y="238"/>
                </a:cubicBezTo>
                <a:cubicBezTo>
                  <a:pt x="95" y="234"/>
                  <a:pt x="96" y="229"/>
                  <a:pt x="99" y="226"/>
                </a:cubicBezTo>
                <a:cubicBezTo>
                  <a:pt x="249" y="98"/>
                  <a:pt x="249" y="98"/>
                  <a:pt x="249" y="98"/>
                </a:cubicBezTo>
                <a:cubicBezTo>
                  <a:pt x="253" y="95"/>
                  <a:pt x="259" y="95"/>
                  <a:pt x="263" y="98"/>
                </a:cubicBezTo>
                <a:cubicBezTo>
                  <a:pt x="412" y="226"/>
                  <a:pt x="412" y="226"/>
                  <a:pt x="412" y="226"/>
                </a:cubicBezTo>
                <a:cubicBezTo>
                  <a:pt x="415" y="229"/>
                  <a:pt x="417" y="234"/>
                  <a:pt x="415" y="238"/>
                </a:cubicBezTo>
                <a:close/>
                <a:moveTo>
                  <a:pt x="256" y="120"/>
                </a:moveTo>
                <a:cubicBezTo>
                  <a:pt x="376" y="224"/>
                  <a:pt x="376" y="224"/>
                  <a:pt x="376" y="224"/>
                </a:cubicBezTo>
                <a:cubicBezTo>
                  <a:pt x="373" y="224"/>
                  <a:pt x="373" y="224"/>
                  <a:pt x="373" y="224"/>
                </a:cubicBezTo>
                <a:cubicBezTo>
                  <a:pt x="367" y="224"/>
                  <a:pt x="362" y="228"/>
                  <a:pt x="362" y="234"/>
                </a:cubicBezTo>
                <a:cubicBezTo>
                  <a:pt x="362" y="373"/>
                  <a:pt x="362" y="373"/>
                  <a:pt x="362" y="373"/>
                </a:cubicBezTo>
                <a:cubicBezTo>
                  <a:pt x="288" y="373"/>
                  <a:pt x="288" y="373"/>
                  <a:pt x="288" y="373"/>
                </a:cubicBezTo>
                <a:cubicBezTo>
                  <a:pt x="288" y="320"/>
                  <a:pt x="288" y="320"/>
                  <a:pt x="288" y="320"/>
                </a:cubicBezTo>
                <a:cubicBezTo>
                  <a:pt x="288" y="314"/>
                  <a:pt x="283" y="309"/>
                  <a:pt x="277" y="309"/>
                </a:cubicBezTo>
                <a:cubicBezTo>
                  <a:pt x="234" y="309"/>
                  <a:pt x="234" y="309"/>
                  <a:pt x="234" y="309"/>
                </a:cubicBezTo>
                <a:cubicBezTo>
                  <a:pt x="228" y="309"/>
                  <a:pt x="224" y="314"/>
                  <a:pt x="224" y="320"/>
                </a:cubicBezTo>
                <a:cubicBezTo>
                  <a:pt x="224" y="373"/>
                  <a:pt x="224" y="373"/>
                  <a:pt x="224" y="373"/>
                </a:cubicBezTo>
                <a:cubicBezTo>
                  <a:pt x="149" y="373"/>
                  <a:pt x="149" y="373"/>
                  <a:pt x="149" y="373"/>
                </a:cubicBezTo>
                <a:cubicBezTo>
                  <a:pt x="149" y="234"/>
                  <a:pt x="149" y="234"/>
                  <a:pt x="149" y="234"/>
                </a:cubicBezTo>
                <a:cubicBezTo>
                  <a:pt x="149" y="228"/>
                  <a:pt x="144" y="224"/>
                  <a:pt x="138" y="224"/>
                </a:cubicBezTo>
                <a:cubicBezTo>
                  <a:pt x="135" y="224"/>
                  <a:pt x="135" y="224"/>
                  <a:pt x="135" y="224"/>
                </a:cubicBezTo>
                <a:lnTo>
                  <a:pt x="256" y="12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GB" dirty="0"/>
          </a:p>
        </p:txBody>
      </p:sp>
    </p:spTree>
    <p:extLst>
      <p:ext uri="{BB962C8B-B14F-4D97-AF65-F5344CB8AC3E}">
        <p14:creationId xmlns:p14="http://schemas.microsoft.com/office/powerpoint/2010/main" val="1863342551"/>
      </p:ext>
    </p:extLst>
  </p:cSld>
  <p:clrMap bg1="lt1" tx1="dk1" bg2="lt2" tx2="dk2" accent1="accent1" accent2="accent2" accent3="accent3" accent4="accent4" accent5="accent5" accent6="accent6" hlink="hlink" folHlink="folHlink"/>
  <p:sldLayoutIdLst>
    <p:sldLayoutId id="2147483993" r:id="rId1"/>
    <p:sldLayoutId id="2147483947" r:id="rId2"/>
    <p:sldLayoutId id="2147483948" r:id="rId3"/>
    <p:sldLayoutId id="2147483944" r:id="rId4"/>
    <p:sldLayoutId id="2147483949" r:id="rId5"/>
    <p:sldLayoutId id="2147483950" r:id="rId6"/>
    <p:sldLayoutId id="2147483951" r:id="rId7"/>
    <p:sldLayoutId id="2147483994" r:id="rId8"/>
    <p:sldLayoutId id="2147483995" r:id="rId9"/>
    <p:sldLayoutId id="2147483996" r:id="rId10"/>
    <p:sldLayoutId id="2147483997" r:id="rId11"/>
    <p:sldLayoutId id="2147483998" r:id="rId12"/>
    <p:sldLayoutId id="2147483999" r:id="rId13"/>
    <p:sldLayoutId id="2147484000" r:id="rId14"/>
    <p:sldLayoutId id="2147483952" r:id="rId15"/>
    <p:sldLayoutId id="2147483954" r:id="rId16"/>
    <p:sldLayoutId id="2147483955" r:id="rId17"/>
    <p:sldLayoutId id="2147483956" r:id="rId18"/>
    <p:sldLayoutId id="2147483957" r:id="rId19"/>
    <p:sldLayoutId id="2147483958" r:id="rId20"/>
    <p:sldLayoutId id="2147483959" r:id="rId21"/>
    <p:sldLayoutId id="2147483953" r:id="rId22"/>
    <p:sldLayoutId id="2147483960" r:id="rId23"/>
    <p:sldLayoutId id="2147483961" r:id="rId24"/>
    <p:sldLayoutId id="2147483962" r:id="rId25"/>
    <p:sldLayoutId id="2147483963" r:id="rId26"/>
    <p:sldLayoutId id="2147483964" r:id="rId27"/>
    <p:sldLayoutId id="2147483965" r:id="rId28"/>
    <p:sldLayoutId id="2147483966" r:id="rId29"/>
    <p:sldLayoutId id="2147483967" r:id="rId30"/>
    <p:sldLayoutId id="2147483973" r:id="rId31"/>
    <p:sldLayoutId id="2147483974" r:id="rId32"/>
    <p:sldLayoutId id="2147483975" r:id="rId33"/>
    <p:sldLayoutId id="2147484001" r:id="rId34"/>
    <p:sldLayoutId id="2147484002" r:id="rId35"/>
    <p:sldLayoutId id="2147484003" r:id="rId36"/>
    <p:sldLayoutId id="2147484004" r:id="rId37"/>
    <p:sldLayoutId id="2147484005" r:id="rId38"/>
    <p:sldLayoutId id="2147484006" r:id="rId39"/>
    <p:sldLayoutId id="2147483977" r:id="rId40"/>
  </p:sldLayoutIdLst>
  <p:transition>
    <p:fade/>
  </p:transition>
  <p:hf hdr="0" dt="0"/>
  <p:txStyles>
    <p:titleStyle>
      <a:lvl1pPr algn="l" defTabSz="685800" rtl="0" eaLnBrk="1" latinLnBrk="0" hangingPunct="1">
        <a:spcBef>
          <a:spcPct val="0"/>
        </a:spcBef>
        <a:buNone/>
        <a:defRPr sz="2100" kern="1200">
          <a:solidFill>
            <a:schemeClr val="tx1"/>
          </a:solidFill>
          <a:latin typeface="+mn-lt"/>
          <a:ea typeface="+mj-ea"/>
          <a:cs typeface="Calibri Light" panose="020F0302020204030204" pitchFamily="34" charset="0"/>
        </a:defRPr>
      </a:lvl1pPr>
    </p:titleStyle>
    <p:bodyStyle>
      <a:lvl1pPr marL="0" indent="0" algn="l" defTabSz="685800" rtl="0" eaLnBrk="1" latinLnBrk="0" hangingPunct="1">
        <a:spcBef>
          <a:spcPts val="0"/>
        </a:spcBef>
        <a:spcAft>
          <a:spcPts val="750"/>
        </a:spcAft>
        <a:buSzPct val="100000"/>
        <a:buFontTx/>
        <a:buNone/>
        <a:defRPr sz="1200" b="0" kern="1200">
          <a:solidFill>
            <a:schemeClr val="tx1"/>
          </a:solidFill>
          <a:latin typeface="+mn-lt"/>
          <a:ea typeface="+mn-ea"/>
          <a:cs typeface="Calibri Light" panose="020F0302020204030204" pitchFamily="34" charset="0"/>
        </a:defRPr>
      </a:lvl1pPr>
      <a:lvl2pPr marL="104775" indent="-104775" algn="l" defTabSz="685800" rtl="0" eaLnBrk="1" latinLnBrk="0" hangingPunct="1">
        <a:spcBef>
          <a:spcPts val="0"/>
        </a:spcBef>
        <a:spcAft>
          <a:spcPts val="750"/>
        </a:spcAft>
        <a:buClrTx/>
        <a:buSzPct val="100000"/>
        <a:buFont typeface="Arial" panose="020B0604020202020204" pitchFamily="34" charset="0"/>
        <a:buChar char="•"/>
        <a:defRPr lang="en-US" sz="1200" b="1" kern="1200" dirty="0" smtClean="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dirty="0" smtClean="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dirty="0" smtClean="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dirty="0" smtClean="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extLst>
    <p:ext uri="{27BBF7A9-308A-43DC-89C8-2F10F3537804}">
      <p15:sldGuideLst xmlns:p15="http://schemas.microsoft.com/office/powerpoint/2012/main">
        <p15:guide id="45" orient="horz" pos="4008" userDrawn="1">
          <p15:clr>
            <a:srgbClr val="F26B43"/>
          </p15:clr>
        </p15:guide>
        <p15:guide id="49" orient="horz" pos="432" userDrawn="1">
          <p15:clr>
            <a:srgbClr val="F26B43"/>
          </p15:clr>
        </p15:guide>
        <p15:guide id="68" orient="horz" pos="4104" userDrawn="1">
          <p15:clr>
            <a:srgbClr val="F26B43"/>
          </p15:clr>
        </p15:guide>
        <p15:guide id="69" orient="horz" pos="2088" userDrawn="1">
          <p15:clr>
            <a:srgbClr val="F26B43"/>
          </p15:clr>
        </p15:guide>
        <p15:guide id="70" orient="horz" pos="1080" userDrawn="1">
          <p15:clr>
            <a:srgbClr val="F26B43"/>
          </p15:clr>
        </p15:guide>
        <p15:guide id="71" orient="horz" pos="216" userDrawn="1">
          <p15:clr>
            <a:srgbClr val="F26B43"/>
          </p15:clr>
        </p15:guide>
        <p15:guide id="72" pos="3840" userDrawn="1">
          <p15:clr>
            <a:srgbClr val="F26B43"/>
          </p15:clr>
        </p15:guide>
        <p15:guide id="73" pos="3936" userDrawn="1">
          <p15:clr>
            <a:srgbClr val="F26B43"/>
          </p15:clr>
        </p15:guide>
        <p15:guide id="74" pos="288" userDrawn="1">
          <p15:clr>
            <a:srgbClr val="F26B43"/>
          </p15:clr>
        </p15:guide>
        <p15:guide id="75" pos="4960" userDrawn="1">
          <p15:clr>
            <a:srgbClr val="F26B43"/>
          </p15:clr>
        </p15:guide>
        <p15:guide id="76" pos="3744" userDrawn="1">
          <p15:clr>
            <a:srgbClr val="F26B43"/>
          </p15:clr>
        </p15:guide>
        <p15:guide id="77" pos="2720" userDrawn="1">
          <p15:clr>
            <a:srgbClr val="F26B43"/>
          </p15:clr>
        </p15:guide>
        <p15:guide id="78" pos="2528" userDrawn="1">
          <p15:clr>
            <a:srgbClr val="F26B43"/>
          </p15:clr>
        </p15:guide>
        <p15:guide id="79" pos="1312" userDrawn="1">
          <p15:clr>
            <a:srgbClr val="F26B43"/>
          </p15:clr>
        </p15:guide>
        <p15:guide id="80" pos="1504" userDrawn="1">
          <p15:clr>
            <a:srgbClr val="F26B43"/>
          </p15:clr>
        </p15:guide>
        <p15:guide id="81" pos="5152" userDrawn="1">
          <p15:clr>
            <a:srgbClr val="F26B43"/>
          </p15:clr>
        </p15:guide>
        <p15:guide id="82" pos="6176" userDrawn="1">
          <p15:clr>
            <a:srgbClr val="F26B43"/>
          </p15:clr>
        </p15:guide>
        <p15:guide id="83" pos="6368" userDrawn="1">
          <p15:clr>
            <a:srgbClr val="F26B43"/>
          </p15:clr>
        </p15:guide>
        <p15:guide id="84" pos="7392" userDrawn="1">
          <p15:clr>
            <a:srgbClr val="F26B43"/>
          </p15:clr>
        </p15:guide>
        <p15:guide id="85" orient="horz" pos="2184" userDrawn="1">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slide" Target="slide9.xml"/><Relationship Id="rId13" Type="http://schemas.openxmlformats.org/officeDocument/2006/relationships/slide" Target="slide15.xml"/><Relationship Id="rId18" Type="http://schemas.openxmlformats.org/officeDocument/2006/relationships/slide" Target="slide25.xml"/><Relationship Id="rId3" Type="http://schemas.openxmlformats.org/officeDocument/2006/relationships/slide" Target="slide3.xml"/><Relationship Id="rId7" Type="http://schemas.openxmlformats.org/officeDocument/2006/relationships/slide" Target="slide8.xml"/><Relationship Id="rId12" Type="http://schemas.openxmlformats.org/officeDocument/2006/relationships/slide" Target="slide14.xml"/><Relationship Id="rId17" Type="http://schemas.openxmlformats.org/officeDocument/2006/relationships/slide" Target="slide22.xml"/><Relationship Id="rId2" Type="http://schemas.openxmlformats.org/officeDocument/2006/relationships/hyperlink" Target="mailto:globalbrandingteam@deloitte.com" TargetMode="External"/><Relationship Id="rId16" Type="http://schemas.openxmlformats.org/officeDocument/2006/relationships/slide" Target="slide21.xml"/><Relationship Id="rId20" Type="http://schemas.openxmlformats.org/officeDocument/2006/relationships/slide" Target="slide28.xml"/><Relationship Id="rId1" Type="http://schemas.openxmlformats.org/officeDocument/2006/relationships/slideLayout" Target="../slideLayouts/slideLayout34.xml"/><Relationship Id="rId6" Type="http://schemas.openxmlformats.org/officeDocument/2006/relationships/slide" Target="slide7.xml"/><Relationship Id="rId11" Type="http://schemas.openxmlformats.org/officeDocument/2006/relationships/slide" Target="slide13.xml"/><Relationship Id="rId5" Type="http://schemas.openxmlformats.org/officeDocument/2006/relationships/slide" Target="slide6.xml"/><Relationship Id="rId15" Type="http://schemas.openxmlformats.org/officeDocument/2006/relationships/slide" Target="slide18.xml"/><Relationship Id="rId10" Type="http://schemas.openxmlformats.org/officeDocument/2006/relationships/slide" Target="slide11.xml"/><Relationship Id="rId19" Type="http://schemas.openxmlformats.org/officeDocument/2006/relationships/slide" Target="slide27.xml"/><Relationship Id="rId4" Type="http://schemas.openxmlformats.org/officeDocument/2006/relationships/slide" Target="slide4.xml"/><Relationship Id="rId9" Type="http://schemas.openxmlformats.org/officeDocument/2006/relationships/slide" Target="slide10.xml"/><Relationship Id="rId14" Type="http://schemas.openxmlformats.org/officeDocument/2006/relationships/slide" Target="slide16.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3.xml.rels><?xml version="1.0" encoding="UTF-8" standalone="yes"?>
<Relationships xmlns="http://schemas.openxmlformats.org/package/2006/relationships"><Relationship Id="rId2" Type="http://schemas.openxmlformats.org/officeDocument/2006/relationships/hyperlink" Target="https://brandspace.deloitte.com/file/download/id/8693" TargetMode="External"/><Relationship Id="rId1" Type="http://schemas.openxmlformats.org/officeDocument/2006/relationships/slideLayout" Target="../slideLayouts/slideLayout16.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9.xml.rels><?xml version="1.0" encoding="UTF-8" standalone="yes"?>
<Relationships xmlns="http://schemas.openxmlformats.org/package/2006/relationships"><Relationship Id="rId2" Type="http://schemas.openxmlformats.org/officeDocument/2006/relationships/hyperlink" Target="http://www.deloitte.com/about" TargetMode="External"/><Relationship Id="rId1" Type="http://schemas.openxmlformats.org/officeDocument/2006/relationships/slideLayout" Target="../slideLayouts/slideLayout4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DE5B9CEA-5E73-4E22-8C75-E8D43059FFC7}"/>
              </a:ext>
            </a:extLst>
          </p:cNvPr>
          <p:cNvSpPr>
            <a:spLocks noGrp="1"/>
          </p:cNvSpPr>
          <p:nvPr>
            <p:ph type="ctrTitle"/>
          </p:nvPr>
        </p:nvSpPr>
        <p:spPr>
          <a:xfrm>
            <a:off x="457201" y="5186209"/>
            <a:ext cx="3040601" cy="895983"/>
          </a:xfrm>
        </p:spPr>
        <p:txBody>
          <a:bodyPr/>
          <a:lstStyle/>
          <a:p>
            <a:r>
              <a:rPr lang="en-US" dirty="0"/>
              <a:t>Iconography</a:t>
            </a:r>
            <a:br>
              <a:rPr lang="en-US" dirty="0"/>
            </a:br>
            <a:r>
              <a:rPr lang="en-US" dirty="0">
                <a:solidFill>
                  <a:schemeClr val="tx1"/>
                </a:solidFill>
              </a:rPr>
              <a:t>Deloitte brand icon library</a:t>
            </a:r>
          </a:p>
        </p:txBody>
      </p:sp>
      <p:pic>
        <p:nvPicPr>
          <p:cNvPr id="8" name="Picture 7">
            <a:extLst>
              <a:ext uri="{FF2B5EF4-FFF2-40B4-BE49-F238E27FC236}">
                <a16:creationId xmlns:a16="http://schemas.microsoft.com/office/drawing/2014/main" id="{359138ED-0968-4032-A810-5D84ED6F3BD7}"/>
              </a:ext>
            </a:extLst>
          </p:cNvPr>
          <p:cNvPicPr>
            <a:picLocks noChangeAspect="1"/>
          </p:cNvPicPr>
          <p:nvPr/>
        </p:nvPicPr>
        <p:blipFill>
          <a:blip r:embed="rId3" cstate="print">
            <a:extLst>
              <a:ext uri="{28A0092B-C50C-407E-A947-70E740481C1C}">
                <a14:useLocalDpi xmlns:a14="http://schemas.microsoft.com/office/drawing/2010/main" val="0"/>
              </a:ext>
            </a:extLst>
          </a:blip>
          <a:srcRect/>
          <a:stretch/>
        </p:blipFill>
        <p:spPr>
          <a:xfrm>
            <a:off x="10694852" y="5659120"/>
            <a:ext cx="1198880" cy="1198880"/>
          </a:xfrm>
          <a:prstGeom prst="rect">
            <a:avLst/>
          </a:prstGeom>
        </p:spPr>
      </p:pic>
      <p:sp>
        <p:nvSpPr>
          <p:cNvPr id="14" name="Graphic 5">
            <a:extLst>
              <a:ext uri="{FF2B5EF4-FFF2-40B4-BE49-F238E27FC236}">
                <a16:creationId xmlns:a16="http://schemas.microsoft.com/office/drawing/2014/main" id="{2317B763-6CD2-8E47-A42F-500A1F5C65A3}"/>
              </a:ext>
            </a:extLst>
          </p:cNvPr>
          <p:cNvSpPr/>
          <p:nvPr/>
        </p:nvSpPr>
        <p:spPr>
          <a:xfrm>
            <a:off x="3850639" y="1183639"/>
            <a:ext cx="4490721" cy="4490721"/>
          </a:xfrm>
          <a:custGeom>
            <a:avLst/>
            <a:gdLst>
              <a:gd name="connsiteX0" fmla="*/ 2012089 w 4024186"/>
              <a:gd name="connsiteY0" fmla="*/ -5 h 4024186"/>
              <a:gd name="connsiteX1" fmla="*/ -5 w 4024186"/>
              <a:gd name="connsiteY1" fmla="*/ 2012089 h 4024186"/>
              <a:gd name="connsiteX2" fmla="*/ 2012089 w 4024186"/>
              <a:gd name="connsiteY2" fmla="*/ 4024182 h 4024186"/>
              <a:gd name="connsiteX3" fmla="*/ 4024182 w 4024186"/>
              <a:gd name="connsiteY3" fmla="*/ 2012089 h 4024186"/>
              <a:gd name="connsiteX4" fmla="*/ 2012089 w 4024186"/>
              <a:gd name="connsiteY4" fmla="*/ -5 h 4024186"/>
              <a:gd name="connsiteX5" fmla="*/ 2397262 w 4024186"/>
              <a:gd name="connsiteY5" fmla="*/ 1549824 h 4024186"/>
              <a:gd name="connsiteX6" fmla="*/ 2854102 w 4024186"/>
              <a:gd name="connsiteY6" fmla="*/ 1272199 h 4024186"/>
              <a:gd name="connsiteX7" fmla="*/ 2952113 w 4024186"/>
              <a:gd name="connsiteY7" fmla="*/ 1294032 h 4024186"/>
              <a:gd name="connsiteX8" fmla="*/ 2930270 w 4024186"/>
              <a:gd name="connsiteY8" fmla="*/ 1392043 h 4024186"/>
              <a:gd name="connsiteX9" fmla="*/ 2927958 w 4024186"/>
              <a:gd name="connsiteY9" fmla="*/ 1393452 h 4024186"/>
              <a:gd name="connsiteX10" fmla="*/ 2571146 w 4024186"/>
              <a:gd name="connsiteY10" fmla="*/ 1610165 h 4024186"/>
              <a:gd name="connsiteX11" fmla="*/ 2930908 w 4024186"/>
              <a:gd name="connsiteY11" fmla="*/ 1827164 h 4024186"/>
              <a:gd name="connsiteX12" fmla="*/ 2955035 w 4024186"/>
              <a:gd name="connsiteY12" fmla="*/ 1924671 h 4024186"/>
              <a:gd name="connsiteX13" fmla="*/ 2857528 w 4024186"/>
              <a:gd name="connsiteY13" fmla="*/ 1948798 h 4024186"/>
              <a:gd name="connsiteX14" fmla="*/ 2397452 w 4024186"/>
              <a:gd name="connsiteY14" fmla="*/ 1671172 h 4024186"/>
              <a:gd name="connsiteX15" fmla="*/ 2373525 w 4024186"/>
              <a:gd name="connsiteY15" fmla="*/ 1573656 h 4024186"/>
              <a:gd name="connsiteX16" fmla="*/ 2397452 w 4024186"/>
              <a:gd name="connsiteY16" fmla="*/ 1549729 h 4024186"/>
              <a:gd name="connsiteX17" fmla="*/ 1314171 w 4024186"/>
              <a:gd name="connsiteY17" fmla="*/ 1320833 h 4024186"/>
              <a:gd name="connsiteX18" fmla="*/ 1570667 w 4024186"/>
              <a:gd name="connsiteY18" fmla="*/ 1577330 h 4024186"/>
              <a:gd name="connsiteX19" fmla="*/ 1314171 w 4024186"/>
              <a:gd name="connsiteY19" fmla="*/ 1833826 h 4024186"/>
              <a:gd name="connsiteX20" fmla="*/ 1057675 w 4024186"/>
              <a:gd name="connsiteY20" fmla="*/ 1577330 h 4024186"/>
              <a:gd name="connsiteX21" fmla="*/ 1314171 w 4024186"/>
              <a:gd name="connsiteY21" fmla="*/ 1320833 h 4024186"/>
              <a:gd name="connsiteX22" fmla="*/ 3083854 w 4024186"/>
              <a:gd name="connsiteY22" fmla="*/ 2587326 h 4024186"/>
              <a:gd name="connsiteX23" fmla="*/ 2012089 w 4024186"/>
              <a:gd name="connsiteY23" fmla="*/ 3134582 h 4024186"/>
              <a:gd name="connsiteX24" fmla="*/ 940324 w 4024186"/>
              <a:gd name="connsiteY24" fmla="*/ 2587326 h 4024186"/>
              <a:gd name="connsiteX25" fmla="*/ 948775 w 4024186"/>
              <a:gd name="connsiteY25" fmla="*/ 2487412 h 4024186"/>
              <a:gd name="connsiteX26" fmla="*/ 1048690 w 4024186"/>
              <a:gd name="connsiteY26" fmla="*/ 2495863 h 4024186"/>
              <a:gd name="connsiteX27" fmla="*/ 1053106 w 4024186"/>
              <a:gd name="connsiteY27" fmla="*/ 2501669 h 4024186"/>
              <a:gd name="connsiteX28" fmla="*/ 2012089 w 4024186"/>
              <a:gd name="connsiteY28" fmla="*/ 2992391 h 4024186"/>
              <a:gd name="connsiteX29" fmla="*/ 2970976 w 4024186"/>
              <a:gd name="connsiteY29" fmla="*/ 2501098 h 4024186"/>
              <a:gd name="connsiteX30" fmla="*/ 3069359 w 4024186"/>
              <a:gd name="connsiteY30" fmla="*/ 2480997 h 4024186"/>
              <a:gd name="connsiteX31" fmla="*/ 3089450 w 4024186"/>
              <a:gd name="connsiteY31" fmla="*/ 2579379 h 4024186"/>
              <a:gd name="connsiteX32" fmla="*/ 3083854 w 4024186"/>
              <a:gd name="connsiteY32" fmla="*/ 2586755 h 4024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24186" h="4024186">
                <a:moveTo>
                  <a:pt x="2012089" y="-5"/>
                </a:moveTo>
                <a:cubicBezTo>
                  <a:pt x="900826" y="-5"/>
                  <a:pt x="-5" y="900826"/>
                  <a:pt x="-5" y="2012089"/>
                </a:cubicBezTo>
                <a:cubicBezTo>
                  <a:pt x="-5" y="3123352"/>
                  <a:pt x="900826" y="4024182"/>
                  <a:pt x="2012089" y="4024182"/>
                </a:cubicBezTo>
                <a:cubicBezTo>
                  <a:pt x="3123352" y="4024182"/>
                  <a:pt x="4024182" y="3123352"/>
                  <a:pt x="4024182" y="2012089"/>
                </a:cubicBezTo>
                <a:cubicBezTo>
                  <a:pt x="4024182" y="900826"/>
                  <a:pt x="3123352" y="-5"/>
                  <a:pt x="2012089" y="-5"/>
                </a:cubicBezTo>
                <a:close/>
                <a:moveTo>
                  <a:pt x="2397262" y="1549824"/>
                </a:moveTo>
                <a:lnTo>
                  <a:pt x="2854102" y="1272199"/>
                </a:lnTo>
                <a:cubicBezTo>
                  <a:pt x="2887194" y="1251165"/>
                  <a:pt x="2931070" y="1260940"/>
                  <a:pt x="2952113" y="1294032"/>
                </a:cubicBezTo>
                <a:cubicBezTo>
                  <a:pt x="2973146" y="1327124"/>
                  <a:pt x="2963372" y="1371010"/>
                  <a:pt x="2930270" y="1392043"/>
                </a:cubicBezTo>
                <a:cubicBezTo>
                  <a:pt x="2929509" y="1392529"/>
                  <a:pt x="2928738" y="1392995"/>
                  <a:pt x="2927958" y="1393452"/>
                </a:cubicBezTo>
                <a:lnTo>
                  <a:pt x="2571146" y="1610165"/>
                </a:lnTo>
                <a:lnTo>
                  <a:pt x="2930908" y="1827164"/>
                </a:lnTo>
                <a:cubicBezTo>
                  <a:pt x="2964495" y="1847427"/>
                  <a:pt x="2975298" y="1891083"/>
                  <a:pt x="2955035" y="1924671"/>
                </a:cubicBezTo>
                <a:cubicBezTo>
                  <a:pt x="2934772" y="1958258"/>
                  <a:pt x="2891115" y="1969060"/>
                  <a:pt x="2857528" y="1948798"/>
                </a:cubicBezTo>
                <a:lnTo>
                  <a:pt x="2397452" y="1671172"/>
                </a:lnTo>
                <a:cubicBezTo>
                  <a:pt x="2363913" y="1650852"/>
                  <a:pt x="2353205" y="1607186"/>
                  <a:pt x="2373525" y="1573656"/>
                </a:cubicBezTo>
                <a:cubicBezTo>
                  <a:pt x="2379455" y="1563872"/>
                  <a:pt x="2387668" y="1555658"/>
                  <a:pt x="2397452" y="1549729"/>
                </a:cubicBezTo>
                <a:close/>
                <a:moveTo>
                  <a:pt x="1314171" y="1320833"/>
                </a:moveTo>
                <a:cubicBezTo>
                  <a:pt x="1455829" y="1320833"/>
                  <a:pt x="1570667" y="1435671"/>
                  <a:pt x="1570667" y="1577330"/>
                </a:cubicBezTo>
                <a:cubicBezTo>
                  <a:pt x="1570667" y="1718988"/>
                  <a:pt x="1455829" y="1833826"/>
                  <a:pt x="1314171" y="1833826"/>
                </a:cubicBezTo>
                <a:cubicBezTo>
                  <a:pt x="1172513" y="1833826"/>
                  <a:pt x="1057675" y="1718988"/>
                  <a:pt x="1057675" y="1577330"/>
                </a:cubicBezTo>
                <a:cubicBezTo>
                  <a:pt x="1057941" y="1435776"/>
                  <a:pt x="1172617" y="1321100"/>
                  <a:pt x="1314171" y="1320833"/>
                </a:cubicBezTo>
                <a:close/>
                <a:moveTo>
                  <a:pt x="3083854" y="2587326"/>
                </a:moveTo>
                <a:cubicBezTo>
                  <a:pt x="2818792" y="2935286"/>
                  <a:pt x="2428194" y="3134582"/>
                  <a:pt x="2012089" y="3134582"/>
                </a:cubicBezTo>
                <a:cubicBezTo>
                  <a:pt x="1595984" y="3134582"/>
                  <a:pt x="1205386" y="2935286"/>
                  <a:pt x="940324" y="2587326"/>
                </a:cubicBezTo>
                <a:cubicBezTo>
                  <a:pt x="915064" y="2557403"/>
                  <a:pt x="918852" y="2512662"/>
                  <a:pt x="948775" y="2487412"/>
                </a:cubicBezTo>
                <a:cubicBezTo>
                  <a:pt x="978698" y="2462152"/>
                  <a:pt x="1023440" y="2465931"/>
                  <a:pt x="1048690" y="2495863"/>
                </a:cubicBezTo>
                <a:cubicBezTo>
                  <a:pt x="1050260" y="2497719"/>
                  <a:pt x="1051736" y="2499661"/>
                  <a:pt x="1053106" y="2501669"/>
                </a:cubicBezTo>
                <a:cubicBezTo>
                  <a:pt x="1291234" y="2813557"/>
                  <a:pt x="1640907" y="2992391"/>
                  <a:pt x="2012089" y="2992391"/>
                </a:cubicBezTo>
                <a:cubicBezTo>
                  <a:pt x="2383271" y="2992391"/>
                  <a:pt x="2732944" y="2813367"/>
                  <a:pt x="2970976" y="2501098"/>
                </a:cubicBezTo>
                <a:cubicBezTo>
                  <a:pt x="2992591" y="2468386"/>
                  <a:pt x="3036638" y="2459383"/>
                  <a:pt x="3069359" y="2480997"/>
                </a:cubicBezTo>
                <a:cubicBezTo>
                  <a:pt x="3102070" y="2502621"/>
                  <a:pt x="3111064" y="2546658"/>
                  <a:pt x="3089450" y="2579379"/>
                </a:cubicBezTo>
                <a:cubicBezTo>
                  <a:pt x="3087747" y="2581959"/>
                  <a:pt x="3085881" y="2584424"/>
                  <a:pt x="3083854" y="2586755"/>
                </a:cubicBezTo>
                <a:close/>
              </a:path>
            </a:pathLst>
          </a:custGeom>
          <a:solidFill>
            <a:srgbClr val="0076A8"/>
          </a:solidFill>
          <a:ln w="9502" cap="flat">
            <a:noFill/>
            <a:prstDash val="solid"/>
            <a:miter/>
          </a:ln>
        </p:spPr>
        <p:txBody>
          <a:bodyPr rtlCol="0" anchor="ctr"/>
          <a:lstStyle/>
          <a:p>
            <a:endParaRPr lang="en-US"/>
          </a:p>
        </p:txBody>
      </p:sp>
      <p:sp>
        <p:nvSpPr>
          <p:cNvPr id="7" name="Oval 6">
            <a:extLst>
              <a:ext uri="{FF2B5EF4-FFF2-40B4-BE49-F238E27FC236}">
                <a16:creationId xmlns:a16="http://schemas.microsoft.com/office/drawing/2014/main" id="{40C92CA2-4C08-8948-9D34-BA3A652C64C8}"/>
              </a:ext>
            </a:extLst>
          </p:cNvPr>
          <p:cNvSpPr/>
          <p:nvPr/>
        </p:nvSpPr>
        <p:spPr bwMode="gray">
          <a:xfrm>
            <a:off x="11651360" y="295810"/>
            <a:ext cx="288000" cy="28800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0" name="Freeform 88">
            <a:hlinkClick r:id="" action="ppaction://hlinkshowjump?jump=nextslide"/>
            <a:extLst>
              <a:ext uri="{FF2B5EF4-FFF2-40B4-BE49-F238E27FC236}">
                <a16:creationId xmlns:a16="http://schemas.microsoft.com/office/drawing/2014/main" id="{77C5EE35-CE93-414D-9C3D-F9C5705A8272}"/>
              </a:ext>
            </a:extLst>
          </p:cNvPr>
          <p:cNvSpPr>
            <a:spLocks noChangeAspect="1" noEditPoints="1"/>
          </p:cNvSpPr>
          <p:nvPr/>
        </p:nvSpPr>
        <p:spPr bwMode="auto">
          <a:xfrm>
            <a:off x="11669360" y="313810"/>
            <a:ext cx="252000" cy="25200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192 w 512"/>
              <a:gd name="T11" fmla="*/ 416 h 512"/>
              <a:gd name="T12" fmla="*/ 184 w 512"/>
              <a:gd name="T13" fmla="*/ 413 h 512"/>
              <a:gd name="T14" fmla="*/ 184 w 512"/>
              <a:gd name="T15" fmla="*/ 397 h 512"/>
              <a:gd name="T16" fmla="*/ 326 w 512"/>
              <a:gd name="T17" fmla="*/ 256 h 512"/>
              <a:gd name="T18" fmla="*/ 184 w 512"/>
              <a:gd name="T19" fmla="*/ 114 h 512"/>
              <a:gd name="T20" fmla="*/ 184 w 512"/>
              <a:gd name="T21" fmla="*/ 99 h 512"/>
              <a:gd name="T22" fmla="*/ 199 w 512"/>
              <a:gd name="T23" fmla="*/ 99 h 512"/>
              <a:gd name="T24" fmla="*/ 349 w 512"/>
              <a:gd name="T25" fmla="*/ 248 h 512"/>
              <a:gd name="T26" fmla="*/ 349 w 512"/>
              <a:gd name="T27" fmla="*/ 263 h 512"/>
              <a:gd name="T28" fmla="*/ 199 w 512"/>
              <a:gd name="T29" fmla="*/ 413 h 512"/>
              <a:gd name="T30" fmla="*/ 192 w 512"/>
              <a:gd name="T31" fmla="*/ 41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192" y="416"/>
                </a:moveTo>
                <a:cubicBezTo>
                  <a:pt x="189" y="416"/>
                  <a:pt x="186" y="415"/>
                  <a:pt x="184" y="413"/>
                </a:cubicBezTo>
                <a:cubicBezTo>
                  <a:pt x="180" y="408"/>
                  <a:pt x="180" y="402"/>
                  <a:pt x="184" y="397"/>
                </a:cubicBezTo>
                <a:cubicBezTo>
                  <a:pt x="326" y="256"/>
                  <a:pt x="326" y="256"/>
                  <a:pt x="326" y="256"/>
                </a:cubicBezTo>
                <a:cubicBezTo>
                  <a:pt x="184" y="114"/>
                  <a:pt x="184" y="114"/>
                  <a:pt x="184" y="114"/>
                </a:cubicBezTo>
                <a:cubicBezTo>
                  <a:pt x="180" y="110"/>
                  <a:pt x="180" y="103"/>
                  <a:pt x="184" y="99"/>
                </a:cubicBezTo>
                <a:cubicBezTo>
                  <a:pt x="188" y="95"/>
                  <a:pt x="195" y="95"/>
                  <a:pt x="199" y="99"/>
                </a:cubicBezTo>
                <a:cubicBezTo>
                  <a:pt x="349" y="248"/>
                  <a:pt x="349" y="248"/>
                  <a:pt x="349" y="248"/>
                </a:cubicBezTo>
                <a:cubicBezTo>
                  <a:pt x="353" y="252"/>
                  <a:pt x="353" y="259"/>
                  <a:pt x="349" y="263"/>
                </a:cubicBezTo>
                <a:cubicBezTo>
                  <a:pt x="199" y="413"/>
                  <a:pt x="199" y="413"/>
                  <a:pt x="199" y="413"/>
                </a:cubicBezTo>
                <a:cubicBezTo>
                  <a:pt x="197" y="415"/>
                  <a:pt x="194" y="416"/>
                  <a:pt x="192" y="416"/>
                </a:cubicBezTo>
                <a:close/>
              </a:path>
            </a:pathLst>
          </a:custGeom>
          <a:solidFill>
            <a:srgbClr val="BBBCBC"/>
          </a:solidFill>
          <a:ln>
            <a:noFill/>
          </a:ln>
        </p:spPr>
        <p:txBody>
          <a:bodyPr vert="horz" wrap="square" lIns="91440" tIns="45720" rIns="91440" bIns="45720" numCol="1" anchor="t" anchorCtr="0" compatLnSpc="1">
            <a:prstTxWarp prst="textNoShape">
              <a:avLst/>
            </a:prstTxWarp>
          </a:bodyPr>
          <a:lstStyle/>
          <a:p>
            <a:endParaRPr lang="en-GB" dirty="0"/>
          </a:p>
        </p:txBody>
      </p:sp>
    </p:spTree>
    <p:extLst>
      <p:ext uri="{BB962C8B-B14F-4D97-AF65-F5344CB8AC3E}">
        <p14:creationId xmlns:p14="http://schemas.microsoft.com/office/powerpoint/2010/main" val="861957290"/>
      </p:ext>
    </p:extLst>
  </p:cSld>
  <p:clrMapOvr>
    <a:masterClrMapping/>
  </p:clrMapOvr>
  <p:transition>
    <p:fade/>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Rectangle 105">
            <a:extLst>
              <a:ext uri="{FF2B5EF4-FFF2-40B4-BE49-F238E27FC236}">
                <a16:creationId xmlns:a16="http://schemas.microsoft.com/office/drawing/2014/main" id="{28E1D5A6-9CB3-584F-B0DF-B506C7C63E25}"/>
              </a:ext>
            </a:extLst>
          </p:cNvPr>
          <p:cNvSpPr/>
          <p:nvPr/>
        </p:nvSpPr>
        <p:spPr bwMode="gray">
          <a:xfrm>
            <a:off x="287771" y="0"/>
            <a:ext cx="2683200" cy="1975448"/>
          </a:xfrm>
          <a:prstGeom prst="rect">
            <a:avLst/>
          </a:prstGeom>
          <a:solidFill>
            <a:schemeClr val="bg1">
              <a:lumMod val="9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6" name="Content Placeholder 1">
            <a:extLst>
              <a:ext uri="{FF2B5EF4-FFF2-40B4-BE49-F238E27FC236}">
                <a16:creationId xmlns:a16="http://schemas.microsoft.com/office/drawing/2014/main" id="{BE238035-1AA9-7147-B55E-A025088ABFF3}"/>
              </a:ext>
            </a:extLst>
          </p:cNvPr>
          <p:cNvSpPr txBox="1">
            <a:spLocks/>
          </p:cNvSpPr>
          <p:nvPr/>
        </p:nvSpPr>
        <p:spPr>
          <a:xfrm>
            <a:off x="546720" y="968933"/>
            <a:ext cx="2290902" cy="897967"/>
          </a:xfrm>
          <a:prstGeom prst="rect">
            <a:avLst/>
          </a:prstGeom>
        </p:spPr>
        <p:txBody>
          <a:bodyPr vert="horz" lIns="0" tIns="0" rIns="0" bIns="0" rtlCol="0">
            <a:noAutofit/>
          </a:bodyPr>
          <a:lstStyle>
            <a:lvl1pPr marL="0" indent="0" algn="l" defTabSz="685800" rtl="0" eaLnBrk="1" latinLnBrk="0" hangingPunct="1">
              <a:spcBef>
                <a:spcPts val="0"/>
              </a:spcBef>
              <a:spcAft>
                <a:spcPts val="750"/>
              </a:spcAft>
              <a:buSzPct val="100000"/>
              <a:buFontTx/>
              <a:buNone/>
              <a:defRPr sz="1200" b="0" kern="1200">
                <a:solidFill>
                  <a:schemeClr val="tx1"/>
                </a:solidFill>
                <a:latin typeface="+mn-lt"/>
                <a:ea typeface="+mn-ea"/>
                <a:cs typeface="Calibri Light" panose="020F0302020204030204" pitchFamily="34" charset="0"/>
              </a:defRPr>
            </a:lvl1pPr>
            <a:lvl2pPr marL="104775" indent="-104775" algn="l" defTabSz="685800" rtl="0" eaLnBrk="1" latinLnBrk="0" hangingPunct="1">
              <a:spcBef>
                <a:spcPts val="0"/>
              </a:spcBef>
              <a:spcAft>
                <a:spcPts val="750"/>
              </a:spcAft>
              <a:buClrTx/>
              <a:buSzPct val="100000"/>
              <a:buFont typeface="Arial" panose="020B0604020202020204" pitchFamily="34" charset="0"/>
              <a:buChar char="•"/>
              <a:defRPr lang="en-US" sz="1200" b="1"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IN" dirty="0">
                <a:solidFill>
                  <a:schemeClr val="accent6"/>
                </a:solidFill>
              </a:rPr>
              <a:t>Important Tip: Press the shortcut key, </a:t>
            </a:r>
            <a:r>
              <a:rPr lang="en-IN" i="1" dirty="0" err="1">
                <a:solidFill>
                  <a:schemeClr val="accent6"/>
                </a:solidFill>
              </a:rPr>
              <a:t>Cntrl</a:t>
            </a:r>
            <a:r>
              <a:rPr lang="en-IN" i="1" dirty="0">
                <a:solidFill>
                  <a:schemeClr val="accent6"/>
                </a:solidFill>
              </a:rPr>
              <a:t> + F</a:t>
            </a:r>
            <a:r>
              <a:rPr lang="en-IN" dirty="0">
                <a:solidFill>
                  <a:schemeClr val="accent6"/>
                </a:solidFill>
              </a:rPr>
              <a:t> (PC) or </a:t>
            </a:r>
            <a:r>
              <a:rPr lang="en-IN" i="1" dirty="0" err="1">
                <a:solidFill>
                  <a:schemeClr val="accent6"/>
                </a:solidFill>
              </a:rPr>
              <a:t>cmd</a:t>
            </a:r>
            <a:r>
              <a:rPr lang="en-IN" i="1" dirty="0">
                <a:solidFill>
                  <a:schemeClr val="accent6"/>
                </a:solidFill>
              </a:rPr>
              <a:t> + F</a:t>
            </a:r>
            <a:r>
              <a:rPr lang="en-IN" dirty="0">
                <a:solidFill>
                  <a:schemeClr val="accent6"/>
                </a:solidFill>
              </a:rPr>
              <a:t> (for Mac). Then type in the keyword of the icon you are looking for. </a:t>
            </a:r>
          </a:p>
        </p:txBody>
      </p:sp>
      <p:sp>
        <p:nvSpPr>
          <p:cNvPr id="7" name="Content Placeholder 1">
            <a:extLst>
              <a:ext uri="{FF2B5EF4-FFF2-40B4-BE49-F238E27FC236}">
                <a16:creationId xmlns:a16="http://schemas.microsoft.com/office/drawing/2014/main" id="{66E4A0BD-7053-6648-A1FD-C17C7A01A69A}"/>
              </a:ext>
            </a:extLst>
          </p:cNvPr>
          <p:cNvSpPr txBox="1">
            <a:spLocks/>
          </p:cNvSpPr>
          <p:nvPr/>
        </p:nvSpPr>
        <p:spPr>
          <a:xfrm>
            <a:off x="556244" y="2226577"/>
            <a:ext cx="2414727" cy="3092533"/>
          </a:xfrm>
          <a:prstGeom prst="rect">
            <a:avLst/>
          </a:prstGeom>
        </p:spPr>
        <p:txBody>
          <a:bodyPr vert="horz" lIns="0" tIns="0" rIns="0" bIns="0" rtlCol="0">
            <a:noAutofit/>
          </a:bodyPr>
          <a:lstStyle>
            <a:lvl1pPr marL="0" indent="0" algn="l" defTabSz="685800" rtl="0" eaLnBrk="1" latinLnBrk="0" hangingPunct="1">
              <a:spcBef>
                <a:spcPts val="0"/>
              </a:spcBef>
              <a:spcAft>
                <a:spcPts val="750"/>
              </a:spcAft>
              <a:buSzPct val="100000"/>
              <a:buFontTx/>
              <a:buNone/>
              <a:defRPr sz="1200" b="0" kern="1200">
                <a:solidFill>
                  <a:schemeClr val="tx1"/>
                </a:solidFill>
                <a:latin typeface="+mn-lt"/>
                <a:ea typeface="+mn-ea"/>
                <a:cs typeface="Calibri Light" panose="020F0302020204030204" pitchFamily="34" charset="0"/>
              </a:defRPr>
            </a:lvl1pPr>
            <a:lvl2pPr marL="104775" indent="-104775" algn="l" defTabSz="685800" rtl="0" eaLnBrk="1" latinLnBrk="0" hangingPunct="1">
              <a:spcBef>
                <a:spcPts val="0"/>
              </a:spcBef>
              <a:spcAft>
                <a:spcPts val="750"/>
              </a:spcAft>
              <a:buClrTx/>
              <a:buSzPct val="100000"/>
              <a:buFont typeface="Arial" panose="020B0604020202020204" pitchFamily="34" charset="0"/>
              <a:buChar char="•"/>
              <a:defRPr lang="en-US" sz="1200" b="1"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IN" sz="1400" dirty="0">
                <a:solidFill>
                  <a:schemeClr val="accent6"/>
                </a:solidFill>
              </a:rPr>
              <a:t>This file contains over 1,400 unique icons for you to choose from, divided into 18 broad categories. It contains a keyword search feature to help designers find icons faster using the Find* function in PowerPoint. Icons have been created and collected from Deloitte designers across </a:t>
            </a:r>
            <a:br>
              <a:rPr lang="en-IN" sz="1400" dirty="0">
                <a:solidFill>
                  <a:schemeClr val="accent6"/>
                </a:solidFill>
              </a:rPr>
            </a:br>
            <a:r>
              <a:rPr lang="en-IN" sz="1400" dirty="0">
                <a:solidFill>
                  <a:schemeClr val="accent6"/>
                </a:solidFill>
              </a:rPr>
              <a:t>the globe and compiled with </a:t>
            </a:r>
            <a:br>
              <a:rPr lang="en-IN" sz="1400" dirty="0">
                <a:solidFill>
                  <a:schemeClr val="accent6"/>
                </a:solidFill>
              </a:rPr>
            </a:br>
            <a:r>
              <a:rPr lang="en-IN" sz="1400" dirty="0">
                <a:solidFill>
                  <a:schemeClr val="accent6"/>
                </a:solidFill>
              </a:rPr>
              <a:t>the previous collection. Some are repeated for easier access or as helpful prompts, as well as conceptual options.</a:t>
            </a:r>
          </a:p>
        </p:txBody>
      </p:sp>
      <p:graphicFrame>
        <p:nvGraphicFramePr>
          <p:cNvPr id="8" name="Table 8">
            <a:extLst>
              <a:ext uri="{FF2B5EF4-FFF2-40B4-BE49-F238E27FC236}">
                <a16:creationId xmlns:a16="http://schemas.microsoft.com/office/drawing/2014/main" id="{4D56B569-D8F6-CE4D-9B4E-855F599E9D41}"/>
              </a:ext>
            </a:extLst>
          </p:cNvPr>
          <p:cNvGraphicFramePr>
            <a:graphicFrameLocks noGrp="1"/>
          </p:cNvGraphicFramePr>
          <p:nvPr>
            <p:extLst>
              <p:ext uri="{D42A27DB-BD31-4B8C-83A1-F6EECF244321}">
                <p14:modId xmlns:p14="http://schemas.microsoft.com/office/powerpoint/2010/main" val="946734976"/>
              </p:ext>
            </p:extLst>
          </p:nvPr>
        </p:nvGraphicFramePr>
        <p:xfrm>
          <a:off x="546720" y="5546579"/>
          <a:ext cx="2424251" cy="967740"/>
        </p:xfrm>
        <a:graphic>
          <a:graphicData uri="http://schemas.openxmlformats.org/drawingml/2006/table">
            <a:tbl>
              <a:tblPr firstRow="1" bandRow="1">
                <a:tableStyleId>{5C22544A-7EE6-4342-B048-85BDC9FD1C3A}</a:tableStyleId>
              </a:tblPr>
              <a:tblGrid>
                <a:gridCol w="2424251">
                  <a:extLst>
                    <a:ext uri="{9D8B030D-6E8A-4147-A177-3AD203B41FA5}">
                      <a16:colId xmlns:a16="http://schemas.microsoft.com/office/drawing/2014/main" val="2703643225"/>
                    </a:ext>
                  </a:extLst>
                </a:gridCol>
              </a:tblGrid>
              <a:tr h="0">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IN" sz="1000" b="1" kern="1200" dirty="0">
                          <a:solidFill>
                            <a:srgbClr val="75787B"/>
                          </a:solidFill>
                          <a:effectLst/>
                          <a:latin typeface="+mn-lt"/>
                          <a:ea typeface="+mn-ea"/>
                          <a:cs typeface="+mn-cs"/>
                        </a:rPr>
                        <a:t>CONTRIBUTORS</a:t>
                      </a:r>
                    </a:p>
                  </a:txBody>
                  <a:tcPr anchor="ctr">
                    <a:lnT w="12700" cap="flat" cmpd="sng" algn="ctr">
                      <a:solidFill>
                        <a:srgbClr val="97999B"/>
                      </a:solidFill>
                      <a:prstDash val="solid"/>
                      <a:round/>
                      <a:headEnd type="none" w="med" len="med"/>
                      <a:tailEnd type="none" w="med" len="med"/>
                    </a:lnT>
                    <a:lnB w="12700" cap="flat" cmpd="sng" algn="ctr">
                      <a:solidFill>
                        <a:srgbClr val="97999B"/>
                      </a:solidFill>
                      <a:prstDash val="solid"/>
                      <a:round/>
                      <a:headEnd type="none" w="med" len="med"/>
                      <a:tailEnd type="none" w="med" len="med"/>
                    </a:lnB>
                    <a:noFill/>
                  </a:tcPr>
                </a:tc>
                <a:extLst>
                  <a:ext uri="{0D108BD9-81ED-4DB2-BD59-A6C34878D82A}">
                    <a16:rowId xmlns:a16="http://schemas.microsoft.com/office/drawing/2014/main" val="2052927257"/>
                  </a:ext>
                </a:extLst>
              </a:tr>
              <a:tr h="0">
                <a:tc>
                  <a:txBody>
                    <a:bodyPr/>
                    <a:lstStyle/>
                    <a:p>
                      <a:pPr>
                        <a:spcAft>
                          <a:spcPts val="600"/>
                        </a:spcAft>
                      </a:pPr>
                      <a:r>
                        <a:rPr lang="en-US" sz="700" b="1" dirty="0">
                          <a:solidFill>
                            <a:srgbClr val="75787B"/>
                          </a:solidFill>
                        </a:rPr>
                        <a:t>Deloitte UK Studio</a:t>
                      </a:r>
                    </a:p>
                    <a:p>
                      <a:pPr>
                        <a:lnSpc>
                          <a:spcPts val="700"/>
                        </a:lnSpc>
                        <a:spcAft>
                          <a:spcPts val="600"/>
                        </a:spcAft>
                      </a:pPr>
                      <a:r>
                        <a:rPr lang="en-US" sz="700" b="1" dirty="0">
                          <a:solidFill>
                            <a:srgbClr val="75787B"/>
                          </a:solidFill>
                        </a:rPr>
                        <a:t>Deloitte USI | </a:t>
                      </a:r>
                      <a:r>
                        <a:rPr lang="en-US" sz="700" dirty="0" err="1">
                          <a:solidFill>
                            <a:srgbClr val="75787B"/>
                          </a:solidFill>
                        </a:rPr>
                        <a:t>Akhila</a:t>
                      </a:r>
                      <a:r>
                        <a:rPr lang="en-US" sz="700" dirty="0">
                          <a:solidFill>
                            <a:srgbClr val="75787B"/>
                          </a:solidFill>
                        </a:rPr>
                        <a:t> Gadepalli, </a:t>
                      </a:r>
                      <a:r>
                        <a:rPr lang="en-US" sz="700" dirty="0" err="1">
                          <a:solidFill>
                            <a:srgbClr val="75787B"/>
                          </a:solidFill>
                        </a:rPr>
                        <a:t>Eesha</a:t>
                      </a:r>
                      <a:r>
                        <a:rPr lang="en-US" sz="700" dirty="0">
                          <a:solidFill>
                            <a:srgbClr val="75787B"/>
                          </a:solidFill>
                        </a:rPr>
                        <a:t> </a:t>
                      </a:r>
                      <a:r>
                        <a:rPr lang="en-US" sz="700" dirty="0" err="1">
                          <a:solidFill>
                            <a:srgbClr val="75787B"/>
                          </a:solidFill>
                        </a:rPr>
                        <a:t>Ithadi</a:t>
                      </a:r>
                      <a:r>
                        <a:rPr lang="en-US" sz="700" dirty="0">
                          <a:solidFill>
                            <a:srgbClr val="75787B"/>
                          </a:solidFill>
                        </a:rPr>
                        <a:t>, Praful </a:t>
                      </a:r>
                      <a:r>
                        <a:rPr lang="en-US" sz="700" dirty="0" err="1">
                          <a:solidFill>
                            <a:srgbClr val="75787B"/>
                          </a:solidFill>
                        </a:rPr>
                        <a:t>Sambaturu</a:t>
                      </a:r>
                      <a:r>
                        <a:rPr lang="en-US" sz="700" dirty="0">
                          <a:solidFill>
                            <a:srgbClr val="75787B"/>
                          </a:solidFill>
                        </a:rPr>
                        <a:t>, Praveen </a:t>
                      </a:r>
                      <a:r>
                        <a:rPr lang="en-US" sz="700" dirty="0" err="1">
                          <a:solidFill>
                            <a:srgbClr val="75787B"/>
                          </a:solidFill>
                        </a:rPr>
                        <a:t>Kagge</a:t>
                      </a:r>
                      <a:r>
                        <a:rPr lang="en-US" sz="700" dirty="0">
                          <a:solidFill>
                            <a:srgbClr val="75787B"/>
                          </a:solidFill>
                        </a:rPr>
                        <a:t>, Simon Felix Fernando, </a:t>
                      </a:r>
                      <a:r>
                        <a:rPr lang="en-US" sz="700" dirty="0" err="1">
                          <a:solidFill>
                            <a:srgbClr val="75787B"/>
                          </a:solidFill>
                        </a:rPr>
                        <a:t>Tripti</a:t>
                      </a:r>
                      <a:r>
                        <a:rPr lang="en-US" sz="700" dirty="0">
                          <a:solidFill>
                            <a:srgbClr val="75787B"/>
                          </a:solidFill>
                        </a:rPr>
                        <a:t> Gupta, </a:t>
                      </a:r>
                      <a:r>
                        <a:rPr lang="en-US" sz="700" dirty="0" err="1">
                          <a:solidFill>
                            <a:srgbClr val="75787B"/>
                          </a:solidFill>
                        </a:rPr>
                        <a:t>Uddipto</a:t>
                      </a:r>
                      <a:r>
                        <a:rPr lang="en-US" sz="700" dirty="0">
                          <a:solidFill>
                            <a:srgbClr val="75787B"/>
                          </a:solidFill>
                        </a:rPr>
                        <a:t> Roy</a:t>
                      </a:r>
                    </a:p>
                    <a:p>
                      <a:r>
                        <a:rPr lang="en-US" sz="700" b="1" dirty="0" err="1">
                          <a:solidFill>
                            <a:srgbClr val="75787B"/>
                          </a:solidFill>
                        </a:rPr>
                        <a:t>CoRe</a:t>
                      </a:r>
                      <a:r>
                        <a:rPr lang="en-US" sz="700" b="1" dirty="0">
                          <a:solidFill>
                            <a:srgbClr val="75787B"/>
                          </a:solidFill>
                        </a:rPr>
                        <a:t> Creative Services | </a:t>
                      </a:r>
                      <a:r>
                        <a:rPr lang="en-US" sz="700" dirty="0">
                          <a:solidFill>
                            <a:srgbClr val="75787B"/>
                          </a:solidFill>
                        </a:rPr>
                        <a:t>Rohan Shivendra Singh</a:t>
                      </a:r>
                    </a:p>
                  </a:txBody>
                  <a:tcPr anchor="ctr">
                    <a:lnT w="12700" cap="flat" cmpd="sng" algn="ctr">
                      <a:solidFill>
                        <a:srgbClr val="97999B"/>
                      </a:solidFill>
                      <a:prstDash val="solid"/>
                      <a:round/>
                      <a:headEnd type="none" w="med" len="med"/>
                      <a:tailEnd type="none" w="med" len="med"/>
                    </a:lnT>
                    <a:lnB w="12700" cap="flat" cmpd="sng" algn="ctr">
                      <a:solidFill>
                        <a:srgbClr val="97999B"/>
                      </a:solidFill>
                      <a:prstDash val="solid"/>
                      <a:round/>
                      <a:headEnd type="none" w="med" len="med"/>
                      <a:tailEnd type="none" w="med" len="med"/>
                    </a:lnB>
                    <a:noFill/>
                  </a:tcPr>
                </a:tc>
                <a:extLst>
                  <a:ext uri="{0D108BD9-81ED-4DB2-BD59-A6C34878D82A}">
                    <a16:rowId xmlns:a16="http://schemas.microsoft.com/office/drawing/2014/main" val="3896679269"/>
                  </a:ext>
                </a:extLst>
              </a:tr>
            </a:tbl>
          </a:graphicData>
        </a:graphic>
      </p:graphicFrame>
      <p:cxnSp>
        <p:nvCxnSpPr>
          <p:cNvPr id="10" name="Straight Connector 9">
            <a:extLst>
              <a:ext uri="{FF2B5EF4-FFF2-40B4-BE49-F238E27FC236}">
                <a16:creationId xmlns:a16="http://schemas.microsoft.com/office/drawing/2014/main" id="{168A0241-FCB0-DD4F-993B-D7E3456A7C21}"/>
              </a:ext>
            </a:extLst>
          </p:cNvPr>
          <p:cNvCxnSpPr>
            <a:cxnSpLocks/>
          </p:cNvCxnSpPr>
          <p:nvPr/>
        </p:nvCxnSpPr>
        <p:spPr>
          <a:xfrm>
            <a:off x="3304349" y="411411"/>
            <a:ext cx="0" cy="6120000"/>
          </a:xfrm>
          <a:prstGeom prst="line">
            <a:avLst/>
          </a:prstGeom>
          <a:ln w="12700">
            <a:solidFill>
              <a:srgbClr val="D0D0CE"/>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A7A2224-2356-3F45-A656-19698E39971A}"/>
              </a:ext>
            </a:extLst>
          </p:cNvPr>
          <p:cNvCxnSpPr>
            <a:cxnSpLocks/>
          </p:cNvCxnSpPr>
          <p:nvPr/>
        </p:nvCxnSpPr>
        <p:spPr>
          <a:xfrm>
            <a:off x="6145695" y="411411"/>
            <a:ext cx="0" cy="6120000"/>
          </a:xfrm>
          <a:prstGeom prst="line">
            <a:avLst/>
          </a:prstGeom>
          <a:ln w="12700">
            <a:solidFill>
              <a:srgbClr val="D0D0CE"/>
            </a:solidFill>
          </a:ln>
        </p:spPr>
        <p:style>
          <a:lnRef idx="1">
            <a:schemeClr val="accent1"/>
          </a:lnRef>
          <a:fillRef idx="0">
            <a:schemeClr val="accent1"/>
          </a:fillRef>
          <a:effectRef idx="0">
            <a:schemeClr val="accent1"/>
          </a:effectRef>
          <a:fontRef idx="minor">
            <a:schemeClr val="tx1"/>
          </a:fontRef>
        </p:style>
      </p:cxnSp>
      <p:sp>
        <p:nvSpPr>
          <p:cNvPr id="13" name="Content Placeholder 1">
            <a:extLst>
              <a:ext uri="{FF2B5EF4-FFF2-40B4-BE49-F238E27FC236}">
                <a16:creationId xmlns:a16="http://schemas.microsoft.com/office/drawing/2014/main" id="{6178BA8C-A18A-F747-A612-CB9E1A7D3732}"/>
              </a:ext>
            </a:extLst>
          </p:cNvPr>
          <p:cNvSpPr txBox="1">
            <a:spLocks/>
          </p:cNvSpPr>
          <p:nvPr/>
        </p:nvSpPr>
        <p:spPr>
          <a:xfrm>
            <a:off x="3601673" y="968932"/>
            <a:ext cx="2267816" cy="5056385"/>
          </a:xfrm>
          <a:prstGeom prst="rect">
            <a:avLst/>
          </a:prstGeom>
        </p:spPr>
        <p:txBody>
          <a:bodyPr vert="horz" lIns="0" tIns="0" rIns="0" bIns="0" rtlCol="0">
            <a:noAutofit/>
          </a:bodyPr>
          <a:lstStyle>
            <a:lvl1pPr marL="0" indent="0" algn="l" defTabSz="685800" rtl="0" eaLnBrk="1" latinLnBrk="0" hangingPunct="1">
              <a:spcBef>
                <a:spcPts val="0"/>
              </a:spcBef>
              <a:spcAft>
                <a:spcPts val="750"/>
              </a:spcAft>
              <a:buSzPct val="100000"/>
              <a:buFontTx/>
              <a:buNone/>
              <a:defRPr sz="1200" b="0" kern="1200">
                <a:solidFill>
                  <a:schemeClr val="tx1"/>
                </a:solidFill>
                <a:latin typeface="+mn-lt"/>
                <a:ea typeface="+mn-ea"/>
                <a:cs typeface="Calibri Light" panose="020F0302020204030204" pitchFamily="34" charset="0"/>
              </a:defRPr>
            </a:lvl1pPr>
            <a:lvl2pPr marL="104775" indent="-104775" algn="l" defTabSz="685800" rtl="0" eaLnBrk="1" latinLnBrk="0" hangingPunct="1">
              <a:spcBef>
                <a:spcPts val="0"/>
              </a:spcBef>
              <a:spcAft>
                <a:spcPts val="750"/>
              </a:spcAft>
              <a:buClrTx/>
              <a:buSzPct val="100000"/>
              <a:buFont typeface="Arial" panose="020B0604020202020204" pitchFamily="34" charset="0"/>
              <a:buChar char="•"/>
              <a:defRPr lang="en-US" sz="1200" b="1"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pPr>
              <a:spcAft>
                <a:spcPts val="900"/>
              </a:spcAft>
            </a:pPr>
            <a:r>
              <a:rPr lang="en-IN" sz="1000" b="1" dirty="0"/>
              <a:t>Buildings, Engineering &amp; Architecture	3</a:t>
            </a:r>
          </a:p>
          <a:p>
            <a:pPr>
              <a:spcAft>
                <a:spcPts val="900"/>
              </a:spcAft>
            </a:pPr>
            <a:r>
              <a:rPr lang="en-IN" sz="1000" b="1" dirty="0"/>
              <a:t>Business &amp; Office		4</a:t>
            </a:r>
            <a:endParaRPr lang="en-IN" sz="1000" dirty="0"/>
          </a:p>
          <a:p>
            <a:pPr>
              <a:spcAft>
                <a:spcPts val="900"/>
              </a:spcAft>
            </a:pPr>
            <a:r>
              <a:rPr lang="en-IN" sz="1000" b="1" dirty="0"/>
              <a:t>Concepts			6</a:t>
            </a:r>
            <a:endParaRPr lang="en-IN" sz="1000" dirty="0"/>
          </a:p>
          <a:p>
            <a:pPr>
              <a:spcAft>
                <a:spcPts val="900"/>
              </a:spcAft>
            </a:pPr>
            <a:r>
              <a:rPr lang="en-IN" sz="1000" b="1" dirty="0"/>
              <a:t>Communication		7</a:t>
            </a:r>
            <a:endParaRPr lang="en-IN" sz="1000" dirty="0"/>
          </a:p>
          <a:p>
            <a:pPr>
              <a:spcAft>
                <a:spcPts val="900"/>
              </a:spcAft>
            </a:pPr>
            <a:r>
              <a:rPr lang="en-IN" sz="1000" b="1" dirty="0"/>
              <a:t>Education			8</a:t>
            </a:r>
            <a:endParaRPr lang="en-IN" sz="1000" dirty="0"/>
          </a:p>
          <a:p>
            <a:pPr>
              <a:spcAft>
                <a:spcPts val="900"/>
              </a:spcAft>
            </a:pPr>
            <a:r>
              <a:rPr lang="en-IN" sz="1000" b="1" dirty="0"/>
              <a:t>Energy			9</a:t>
            </a:r>
            <a:endParaRPr lang="en-IN" sz="1000" dirty="0"/>
          </a:p>
          <a:p>
            <a:pPr>
              <a:spcAft>
                <a:spcPts val="900"/>
              </a:spcAft>
            </a:pPr>
            <a:r>
              <a:rPr lang="en-IN" sz="1000" b="1" dirty="0"/>
              <a:t>Entertainment, Hobbies &amp; Sports	10</a:t>
            </a:r>
            <a:endParaRPr lang="en-IN" sz="1000" dirty="0"/>
          </a:p>
          <a:p>
            <a:pPr>
              <a:spcAft>
                <a:spcPts val="900"/>
              </a:spcAft>
            </a:pPr>
            <a:r>
              <a:rPr lang="en-IN" sz="1000" b="1" dirty="0"/>
              <a:t>Food, Retail &amp; Hospitality		11</a:t>
            </a:r>
            <a:endParaRPr lang="en-IN" sz="1000" dirty="0"/>
          </a:p>
          <a:p>
            <a:pPr>
              <a:spcAft>
                <a:spcPts val="900"/>
              </a:spcAft>
            </a:pPr>
            <a:r>
              <a:rPr lang="en-IN" sz="1000" b="1" dirty="0"/>
              <a:t>Finance &amp; Accounting		13</a:t>
            </a:r>
            <a:endParaRPr lang="en-IN" sz="1000" dirty="0"/>
          </a:p>
          <a:p>
            <a:pPr>
              <a:spcAft>
                <a:spcPts val="900"/>
              </a:spcAft>
            </a:pPr>
            <a:r>
              <a:rPr lang="en-IN" sz="1000" b="1" dirty="0"/>
              <a:t>Health &amp; Science		14</a:t>
            </a:r>
            <a:endParaRPr lang="en-IN" sz="1000" dirty="0"/>
          </a:p>
          <a:p>
            <a:pPr>
              <a:spcAft>
                <a:spcPts val="900"/>
              </a:spcAft>
            </a:pPr>
            <a:r>
              <a:rPr lang="en-IN" sz="1000" b="1" dirty="0"/>
              <a:t>Media, Music &amp; Movies		15</a:t>
            </a:r>
            <a:endParaRPr lang="en-IN" sz="1000" dirty="0"/>
          </a:p>
          <a:p>
            <a:pPr>
              <a:spcAft>
                <a:spcPts val="900"/>
              </a:spcAft>
            </a:pPr>
            <a:r>
              <a:rPr lang="en-IN" sz="1000" b="1" dirty="0"/>
              <a:t>Nature &amp; Environment		16</a:t>
            </a:r>
            <a:endParaRPr lang="en-IN" sz="1000" dirty="0"/>
          </a:p>
          <a:p>
            <a:pPr>
              <a:spcAft>
                <a:spcPts val="900"/>
              </a:spcAft>
            </a:pPr>
            <a:r>
              <a:rPr lang="en-IN" sz="1000" b="1" dirty="0"/>
              <a:t>People &amp; Culture		18</a:t>
            </a:r>
            <a:endParaRPr lang="en-IN" sz="1000" dirty="0"/>
          </a:p>
          <a:p>
            <a:pPr>
              <a:spcAft>
                <a:spcPts val="900"/>
              </a:spcAft>
            </a:pPr>
            <a:r>
              <a:rPr lang="en-IN" sz="1000" b="1" dirty="0"/>
              <a:t>Safety &amp; Security		21</a:t>
            </a:r>
            <a:endParaRPr lang="en-IN" sz="1000" dirty="0"/>
          </a:p>
          <a:p>
            <a:pPr>
              <a:spcAft>
                <a:spcPts val="900"/>
              </a:spcAft>
            </a:pPr>
            <a:r>
              <a:rPr lang="en-IN" sz="1000" b="1" dirty="0"/>
              <a:t>Technology &amp; Digital		22</a:t>
            </a:r>
            <a:endParaRPr lang="en-IN" sz="1000" dirty="0"/>
          </a:p>
          <a:p>
            <a:pPr>
              <a:spcAft>
                <a:spcPts val="900"/>
              </a:spcAft>
            </a:pPr>
            <a:r>
              <a:rPr lang="en-IN" sz="1000" b="1" dirty="0"/>
              <a:t>Transport &amp; Traveling		25</a:t>
            </a:r>
            <a:endParaRPr lang="en-IN" sz="1000" dirty="0"/>
          </a:p>
          <a:p>
            <a:pPr>
              <a:spcAft>
                <a:spcPts val="900"/>
              </a:spcAft>
            </a:pPr>
            <a:r>
              <a:rPr lang="en-IN" sz="1000" b="1" dirty="0"/>
              <a:t>Symbols &amp; Shapes		27</a:t>
            </a:r>
            <a:endParaRPr lang="en-IN" sz="1000" dirty="0"/>
          </a:p>
          <a:p>
            <a:pPr>
              <a:spcAft>
                <a:spcPts val="900"/>
              </a:spcAft>
            </a:pPr>
            <a:r>
              <a:rPr lang="en-IN" sz="1000" b="1" dirty="0"/>
              <a:t>Signage &amp; Workspaces		28</a:t>
            </a:r>
            <a:endParaRPr lang="en-IN" sz="1000" dirty="0"/>
          </a:p>
        </p:txBody>
      </p:sp>
      <p:grpSp>
        <p:nvGrpSpPr>
          <p:cNvPr id="14" name="Graphic 4">
            <a:extLst>
              <a:ext uri="{FF2B5EF4-FFF2-40B4-BE49-F238E27FC236}">
                <a16:creationId xmlns:a16="http://schemas.microsoft.com/office/drawing/2014/main" id="{3F0C088A-063B-A649-8385-3F8D8AEBE0CE}"/>
              </a:ext>
            </a:extLst>
          </p:cNvPr>
          <p:cNvGrpSpPr>
            <a:grpSpLocks noChangeAspect="1"/>
          </p:cNvGrpSpPr>
          <p:nvPr/>
        </p:nvGrpSpPr>
        <p:grpSpPr>
          <a:xfrm>
            <a:off x="10232858" y="4861097"/>
            <a:ext cx="468000" cy="467558"/>
            <a:chOff x="4045469" y="2371173"/>
            <a:chExt cx="362309" cy="361971"/>
          </a:xfrm>
          <a:solidFill>
            <a:srgbClr val="007680"/>
          </a:solidFill>
        </p:grpSpPr>
        <p:sp>
          <p:nvSpPr>
            <p:cNvPr id="15" name="Graphic 4">
              <a:extLst>
                <a:ext uri="{FF2B5EF4-FFF2-40B4-BE49-F238E27FC236}">
                  <a16:creationId xmlns:a16="http://schemas.microsoft.com/office/drawing/2014/main" id="{4E224444-3C9D-1D47-A823-174EB2638636}"/>
                </a:ext>
              </a:extLst>
            </p:cNvPr>
            <p:cNvSpPr/>
            <p:nvPr/>
          </p:nvSpPr>
          <p:spPr>
            <a:xfrm>
              <a:off x="4174545" y="2582991"/>
              <a:ext cx="53675" cy="40090"/>
            </a:xfrm>
            <a:custGeom>
              <a:avLst/>
              <a:gdLst>
                <a:gd name="connsiteX0" fmla="*/ 37701 w 53675"/>
                <a:gd name="connsiteY0" fmla="*/ 130 h 40090"/>
                <a:gd name="connsiteX1" fmla="*/ 13419 w 53675"/>
                <a:gd name="connsiteY1" fmla="*/ 18005 h 40090"/>
                <a:gd name="connsiteX2" fmla="*/ 0 w 53675"/>
                <a:gd name="connsiteY2" fmla="*/ 37795 h 40090"/>
                <a:gd name="connsiteX3" fmla="*/ 44091 w 53675"/>
                <a:gd name="connsiteY3" fmla="*/ 34603 h 40090"/>
                <a:gd name="connsiteX4" fmla="*/ 53676 w 53675"/>
                <a:gd name="connsiteY4" fmla="*/ 15451 h 40090"/>
                <a:gd name="connsiteX5" fmla="*/ 49841 w 53675"/>
                <a:gd name="connsiteY5" fmla="*/ 5237 h 40090"/>
                <a:gd name="connsiteX6" fmla="*/ 37701 w 53675"/>
                <a:gd name="connsiteY6" fmla="*/ 130 h 4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675" h="40090">
                  <a:moveTo>
                    <a:pt x="37701" y="130"/>
                  </a:moveTo>
                  <a:cubicBezTo>
                    <a:pt x="26199" y="-1147"/>
                    <a:pt x="15975" y="7152"/>
                    <a:pt x="13419" y="18005"/>
                  </a:cubicBezTo>
                  <a:cubicBezTo>
                    <a:pt x="10863" y="25666"/>
                    <a:pt x="6390" y="32688"/>
                    <a:pt x="0" y="37795"/>
                  </a:cubicBezTo>
                  <a:cubicBezTo>
                    <a:pt x="14697" y="40987"/>
                    <a:pt x="33228" y="41626"/>
                    <a:pt x="44091" y="34603"/>
                  </a:cubicBezTo>
                  <a:cubicBezTo>
                    <a:pt x="50481" y="30135"/>
                    <a:pt x="53676" y="23112"/>
                    <a:pt x="53676" y="15451"/>
                  </a:cubicBezTo>
                  <a:cubicBezTo>
                    <a:pt x="53676" y="11621"/>
                    <a:pt x="52398" y="7791"/>
                    <a:pt x="49841" y="5237"/>
                  </a:cubicBezTo>
                  <a:cubicBezTo>
                    <a:pt x="46646" y="2683"/>
                    <a:pt x="42174" y="130"/>
                    <a:pt x="37701" y="130"/>
                  </a:cubicBezTo>
                  <a:close/>
                </a:path>
              </a:pathLst>
            </a:custGeom>
            <a:grpFill/>
            <a:ln w="6390" cap="flat">
              <a:noFill/>
              <a:prstDash val="solid"/>
              <a:miter/>
            </a:ln>
          </p:spPr>
          <p:txBody>
            <a:bodyPr rtlCol="0" anchor="ctr"/>
            <a:lstStyle/>
            <a:p>
              <a:endParaRPr lang="en-US"/>
            </a:p>
          </p:txBody>
        </p:sp>
        <p:sp>
          <p:nvSpPr>
            <p:cNvPr id="16" name="Graphic 4">
              <a:extLst>
                <a:ext uri="{FF2B5EF4-FFF2-40B4-BE49-F238E27FC236}">
                  <a16:creationId xmlns:a16="http://schemas.microsoft.com/office/drawing/2014/main" id="{DE88407E-CDFC-EB4F-BCAE-9A8981A5168D}"/>
                </a:ext>
              </a:extLst>
            </p:cNvPr>
            <p:cNvSpPr/>
            <p:nvPr/>
          </p:nvSpPr>
          <p:spPr>
            <a:xfrm>
              <a:off x="4045469" y="237117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88820 w 362309"/>
                <a:gd name="connsiteY6" fmla="*/ 209395 h 361971"/>
                <a:gd name="connsiteX7" fmla="*/ 104156 w 362309"/>
                <a:gd name="connsiteY7" fmla="*/ 192158 h 361971"/>
                <a:gd name="connsiteX8" fmla="*/ 125243 w 362309"/>
                <a:gd name="connsiteY8" fmla="*/ 169176 h 361971"/>
                <a:gd name="connsiteX9" fmla="*/ 77318 w 362309"/>
                <a:gd name="connsiteY9" fmla="*/ 159600 h 361971"/>
                <a:gd name="connsiteX10" fmla="*/ 70289 w 362309"/>
                <a:gd name="connsiteY10" fmla="*/ 153854 h 361971"/>
                <a:gd name="connsiteX11" fmla="*/ 76040 w 362309"/>
                <a:gd name="connsiteY11" fmla="*/ 146832 h 361971"/>
                <a:gd name="connsiteX12" fmla="*/ 76040 w 362309"/>
                <a:gd name="connsiteY12" fmla="*/ 146832 h 361971"/>
                <a:gd name="connsiteX13" fmla="*/ 137384 w 362309"/>
                <a:gd name="connsiteY13" fmla="*/ 165984 h 361971"/>
                <a:gd name="connsiteX14" fmla="*/ 109268 w 362309"/>
                <a:gd name="connsiteY14" fmla="*/ 203649 h 361971"/>
                <a:gd name="connsiteX15" fmla="*/ 101600 w 362309"/>
                <a:gd name="connsiteY15" fmla="*/ 210671 h 361971"/>
                <a:gd name="connsiteX16" fmla="*/ 110546 w 362309"/>
                <a:gd name="connsiteY16" fmla="*/ 222801 h 361971"/>
                <a:gd name="connsiteX17" fmla="*/ 111824 w 362309"/>
                <a:gd name="connsiteY17" fmla="*/ 231739 h 361971"/>
                <a:gd name="connsiteX18" fmla="*/ 106712 w 362309"/>
                <a:gd name="connsiteY18" fmla="*/ 234292 h 361971"/>
                <a:gd name="connsiteX19" fmla="*/ 102878 w 362309"/>
                <a:gd name="connsiteY19" fmla="*/ 233015 h 361971"/>
                <a:gd name="connsiteX20" fmla="*/ 88820 w 362309"/>
                <a:gd name="connsiteY20" fmla="*/ 209395 h 361971"/>
                <a:gd name="connsiteX21" fmla="*/ 288186 w 362309"/>
                <a:gd name="connsiteY21" fmla="*/ 128318 h 361971"/>
                <a:gd name="connsiteX22" fmla="*/ 194893 w 362309"/>
                <a:gd name="connsiteY22" fmla="*/ 223439 h 361971"/>
                <a:gd name="connsiteX23" fmla="*/ 194893 w 362309"/>
                <a:gd name="connsiteY23" fmla="*/ 228547 h 361971"/>
                <a:gd name="connsiteX24" fmla="*/ 179557 w 362309"/>
                <a:gd name="connsiteY24" fmla="*/ 257913 h 361971"/>
                <a:gd name="connsiteX25" fmla="*/ 150164 w 362309"/>
                <a:gd name="connsiteY25" fmla="*/ 264935 h 361971"/>
                <a:gd name="connsiteX26" fmla="*/ 104156 w 362309"/>
                <a:gd name="connsiteY26" fmla="*/ 256636 h 361971"/>
                <a:gd name="connsiteX27" fmla="*/ 100322 w 362309"/>
                <a:gd name="connsiteY27" fmla="*/ 248337 h 361971"/>
                <a:gd name="connsiteX28" fmla="*/ 106712 w 362309"/>
                <a:gd name="connsiteY28" fmla="*/ 244507 h 361971"/>
                <a:gd name="connsiteX29" fmla="*/ 129716 w 362309"/>
                <a:gd name="connsiteY29" fmla="*/ 226631 h 361971"/>
                <a:gd name="connsiteX30" fmla="*/ 162943 w 362309"/>
                <a:gd name="connsiteY30" fmla="*/ 199819 h 361971"/>
                <a:gd name="connsiteX31" fmla="*/ 260710 w 362309"/>
                <a:gd name="connsiteY31" fmla="*/ 102782 h 361971"/>
                <a:gd name="connsiteX32" fmla="*/ 273490 w 362309"/>
                <a:gd name="connsiteY32" fmla="*/ 98313 h 361971"/>
                <a:gd name="connsiteX33" fmla="*/ 286270 w 362309"/>
                <a:gd name="connsiteY33" fmla="*/ 104059 h 361971"/>
                <a:gd name="connsiteX34" fmla="*/ 288186 w 362309"/>
                <a:gd name="connsiteY34" fmla="*/ 128318 h 361971"/>
                <a:gd name="connsiteX35" fmla="*/ 288186 w 362309"/>
                <a:gd name="connsiteY35" fmla="*/ 12831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88820" y="209395"/>
                  </a:moveTo>
                  <a:cubicBezTo>
                    <a:pt x="89459" y="202372"/>
                    <a:pt x="94571" y="196627"/>
                    <a:pt x="104156" y="192158"/>
                  </a:cubicBezTo>
                  <a:cubicBezTo>
                    <a:pt x="120131" y="185135"/>
                    <a:pt x="126521" y="174921"/>
                    <a:pt x="125243" y="169176"/>
                  </a:cubicBezTo>
                  <a:cubicBezTo>
                    <a:pt x="123326" y="162153"/>
                    <a:pt x="107990" y="156408"/>
                    <a:pt x="77318" y="159600"/>
                  </a:cubicBezTo>
                  <a:cubicBezTo>
                    <a:pt x="73484" y="159600"/>
                    <a:pt x="70929" y="157046"/>
                    <a:pt x="70289" y="153854"/>
                  </a:cubicBezTo>
                  <a:cubicBezTo>
                    <a:pt x="70289" y="150024"/>
                    <a:pt x="72845" y="147470"/>
                    <a:pt x="76040" y="146832"/>
                  </a:cubicBezTo>
                  <a:lnTo>
                    <a:pt x="76040" y="146832"/>
                  </a:lnTo>
                  <a:cubicBezTo>
                    <a:pt x="123965" y="142363"/>
                    <a:pt x="134828" y="157046"/>
                    <a:pt x="137384" y="165984"/>
                  </a:cubicBezTo>
                  <a:cubicBezTo>
                    <a:pt x="140579" y="179390"/>
                    <a:pt x="129716" y="194711"/>
                    <a:pt x="109268" y="203649"/>
                  </a:cubicBezTo>
                  <a:cubicBezTo>
                    <a:pt x="104156" y="206203"/>
                    <a:pt x="101600" y="208118"/>
                    <a:pt x="101600" y="210671"/>
                  </a:cubicBezTo>
                  <a:cubicBezTo>
                    <a:pt x="100961" y="214502"/>
                    <a:pt x="106712" y="220247"/>
                    <a:pt x="110546" y="222801"/>
                  </a:cubicBezTo>
                  <a:cubicBezTo>
                    <a:pt x="113741" y="224716"/>
                    <a:pt x="114380" y="228547"/>
                    <a:pt x="111824" y="231739"/>
                  </a:cubicBezTo>
                  <a:cubicBezTo>
                    <a:pt x="110546" y="233654"/>
                    <a:pt x="108629" y="234292"/>
                    <a:pt x="106712" y="234292"/>
                  </a:cubicBezTo>
                  <a:cubicBezTo>
                    <a:pt x="105434" y="234292"/>
                    <a:pt x="104156" y="233654"/>
                    <a:pt x="102878" y="233015"/>
                  </a:cubicBezTo>
                  <a:cubicBezTo>
                    <a:pt x="101600" y="231739"/>
                    <a:pt x="87542" y="222163"/>
                    <a:pt x="88820" y="209395"/>
                  </a:cubicBezTo>
                  <a:close/>
                  <a:moveTo>
                    <a:pt x="288186" y="128318"/>
                  </a:moveTo>
                  <a:lnTo>
                    <a:pt x="194893" y="223439"/>
                  </a:lnTo>
                  <a:cubicBezTo>
                    <a:pt x="194893" y="225355"/>
                    <a:pt x="194893" y="226631"/>
                    <a:pt x="194893" y="228547"/>
                  </a:cubicBezTo>
                  <a:cubicBezTo>
                    <a:pt x="194893" y="240038"/>
                    <a:pt x="189142" y="251529"/>
                    <a:pt x="179557" y="257913"/>
                  </a:cubicBezTo>
                  <a:cubicBezTo>
                    <a:pt x="170611" y="263020"/>
                    <a:pt x="160388" y="265574"/>
                    <a:pt x="150164" y="264935"/>
                  </a:cubicBezTo>
                  <a:cubicBezTo>
                    <a:pt x="134189" y="264297"/>
                    <a:pt x="118853" y="261743"/>
                    <a:pt x="104156" y="256636"/>
                  </a:cubicBezTo>
                  <a:cubicBezTo>
                    <a:pt x="100961" y="255359"/>
                    <a:pt x="99044" y="251529"/>
                    <a:pt x="100322" y="248337"/>
                  </a:cubicBezTo>
                  <a:cubicBezTo>
                    <a:pt x="101600" y="245783"/>
                    <a:pt x="104156" y="243868"/>
                    <a:pt x="106712" y="244507"/>
                  </a:cubicBezTo>
                  <a:cubicBezTo>
                    <a:pt x="108629" y="244507"/>
                    <a:pt x="123965" y="245783"/>
                    <a:pt x="129716" y="226631"/>
                  </a:cubicBezTo>
                  <a:cubicBezTo>
                    <a:pt x="137384" y="203011"/>
                    <a:pt x="154637" y="200457"/>
                    <a:pt x="162943" y="199819"/>
                  </a:cubicBezTo>
                  <a:lnTo>
                    <a:pt x="260710" y="102782"/>
                  </a:lnTo>
                  <a:cubicBezTo>
                    <a:pt x="263905" y="99590"/>
                    <a:pt x="269017" y="97675"/>
                    <a:pt x="273490" y="98313"/>
                  </a:cubicBezTo>
                  <a:cubicBezTo>
                    <a:pt x="278602" y="98952"/>
                    <a:pt x="283075" y="100867"/>
                    <a:pt x="286270" y="104059"/>
                  </a:cubicBezTo>
                  <a:cubicBezTo>
                    <a:pt x="293937" y="109805"/>
                    <a:pt x="294576" y="120657"/>
                    <a:pt x="288186" y="128318"/>
                  </a:cubicBezTo>
                  <a:lnTo>
                    <a:pt x="288186" y="128318"/>
                  </a:lnTo>
                  <a:close/>
                </a:path>
              </a:pathLst>
            </a:custGeom>
            <a:grpFill/>
            <a:ln w="6390" cap="flat">
              <a:noFill/>
              <a:prstDash val="solid"/>
              <a:miter/>
            </a:ln>
          </p:spPr>
          <p:txBody>
            <a:bodyPr rtlCol="0" anchor="ctr"/>
            <a:lstStyle/>
            <a:p>
              <a:endParaRPr lang="en-US"/>
            </a:p>
          </p:txBody>
        </p:sp>
        <p:sp>
          <p:nvSpPr>
            <p:cNvPr id="17" name="Graphic 4">
              <a:extLst>
                <a:ext uri="{FF2B5EF4-FFF2-40B4-BE49-F238E27FC236}">
                  <a16:creationId xmlns:a16="http://schemas.microsoft.com/office/drawing/2014/main" id="{E478734D-7F5A-E641-9330-C85BDAE9D273}"/>
                </a:ext>
              </a:extLst>
            </p:cNvPr>
            <p:cNvSpPr/>
            <p:nvPr/>
          </p:nvSpPr>
          <p:spPr>
            <a:xfrm>
              <a:off x="4224387" y="2480978"/>
              <a:ext cx="100987" cy="100866"/>
            </a:xfrm>
            <a:custGeom>
              <a:avLst/>
              <a:gdLst>
                <a:gd name="connsiteX0" fmla="*/ 94571 w 100987"/>
                <a:gd name="connsiteY0" fmla="*/ 0 h 100866"/>
                <a:gd name="connsiteX1" fmla="*/ 91376 w 100987"/>
                <a:gd name="connsiteY1" fmla="*/ 638 h 100866"/>
                <a:gd name="connsiteX2" fmla="*/ 0 w 100987"/>
                <a:gd name="connsiteY2" fmla="*/ 91929 h 100866"/>
                <a:gd name="connsiteX3" fmla="*/ 8946 w 100987"/>
                <a:gd name="connsiteY3" fmla="*/ 98313 h 100866"/>
                <a:gd name="connsiteX4" fmla="*/ 10863 w 100987"/>
                <a:gd name="connsiteY4" fmla="*/ 100867 h 100866"/>
                <a:gd name="connsiteX5" fmla="*/ 100322 w 100987"/>
                <a:gd name="connsiteY5" fmla="*/ 9576 h 100866"/>
                <a:gd name="connsiteX6" fmla="*/ 99044 w 100987"/>
                <a:gd name="connsiteY6" fmla="*/ 1915 h 100866"/>
                <a:gd name="connsiteX7" fmla="*/ 94571 w 100987"/>
                <a:gd name="connsiteY7" fmla="*/ 0 h 10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987" h="100866">
                  <a:moveTo>
                    <a:pt x="94571" y="0"/>
                  </a:moveTo>
                  <a:cubicBezTo>
                    <a:pt x="93293" y="0"/>
                    <a:pt x="92654" y="0"/>
                    <a:pt x="91376" y="638"/>
                  </a:cubicBezTo>
                  <a:lnTo>
                    <a:pt x="0" y="91929"/>
                  </a:lnTo>
                  <a:cubicBezTo>
                    <a:pt x="3195" y="93206"/>
                    <a:pt x="6390" y="95760"/>
                    <a:pt x="8946" y="98313"/>
                  </a:cubicBezTo>
                  <a:cubicBezTo>
                    <a:pt x="9585" y="98952"/>
                    <a:pt x="10224" y="99590"/>
                    <a:pt x="10863" y="100867"/>
                  </a:cubicBezTo>
                  <a:lnTo>
                    <a:pt x="100322" y="9576"/>
                  </a:lnTo>
                  <a:cubicBezTo>
                    <a:pt x="101600" y="7022"/>
                    <a:pt x="100961" y="3830"/>
                    <a:pt x="99044" y="1915"/>
                  </a:cubicBezTo>
                  <a:cubicBezTo>
                    <a:pt x="97766" y="1277"/>
                    <a:pt x="95849" y="0"/>
                    <a:pt x="94571" y="0"/>
                  </a:cubicBezTo>
                  <a:close/>
                </a:path>
              </a:pathLst>
            </a:custGeom>
            <a:grpFill/>
            <a:ln w="6390" cap="flat">
              <a:noFill/>
              <a:prstDash val="solid"/>
              <a:miter/>
            </a:ln>
          </p:spPr>
          <p:txBody>
            <a:bodyPr rtlCol="0" anchor="ctr"/>
            <a:lstStyle/>
            <a:p>
              <a:endParaRPr lang="en-US"/>
            </a:p>
          </p:txBody>
        </p:sp>
      </p:grpSp>
      <p:grpSp>
        <p:nvGrpSpPr>
          <p:cNvPr id="18" name="Graphic 4">
            <a:extLst>
              <a:ext uri="{FF2B5EF4-FFF2-40B4-BE49-F238E27FC236}">
                <a16:creationId xmlns:a16="http://schemas.microsoft.com/office/drawing/2014/main" id="{32388DEC-AF1C-744D-B53F-E95DA6D1B0EB}"/>
              </a:ext>
            </a:extLst>
          </p:cNvPr>
          <p:cNvGrpSpPr>
            <a:grpSpLocks noChangeAspect="1"/>
          </p:cNvGrpSpPr>
          <p:nvPr/>
        </p:nvGrpSpPr>
        <p:grpSpPr>
          <a:xfrm>
            <a:off x="10235907" y="2350225"/>
            <a:ext cx="468000" cy="468390"/>
            <a:chOff x="905454" y="4308712"/>
            <a:chExt cx="361670" cy="361971"/>
          </a:xfrm>
          <a:solidFill>
            <a:srgbClr val="007680"/>
          </a:solidFill>
        </p:grpSpPr>
        <p:sp>
          <p:nvSpPr>
            <p:cNvPr id="19" name="Graphic 4">
              <a:extLst>
                <a:ext uri="{FF2B5EF4-FFF2-40B4-BE49-F238E27FC236}">
                  <a16:creationId xmlns:a16="http://schemas.microsoft.com/office/drawing/2014/main" id="{4C2732FB-2073-2A42-83D9-AC9219F499A7}"/>
                </a:ext>
              </a:extLst>
            </p:cNvPr>
            <p:cNvSpPr/>
            <p:nvPr/>
          </p:nvSpPr>
          <p:spPr>
            <a:xfrm>
              <a:off x="985967" y="4433838"/>
              <a:ext cx="200643" cy="111081"/>
            </a:xfrm>
            <a:custGeom>
              <a:avLst/>
              <a:gdLst>
                <a:gd name="connsiteX0" fmla="*/ 100322 w 200643"/>
                <a:gd name="connsiteY0" fmla="*/ 0 h 111081"/>
                <a:gd name="connsiteX1" fmla="*/ 0 w 200643"/>
                <a:gd name="connsiteY1" fmla="*/ 55540 h 111081"/>
                <a:gd name="connsiteX2" fmla="*/ 100322 w 200643"/>
                <a:gd name="connsiteY2" fmla="*/ 111081 h 111081"/>
                <a:gd name="connsiteX3" fmla="*/ 200644 w 200643"/>
                <a:gd name="connsiteY3" fmla="*/ 55540 h 111081"/>
                <a:gd name="connsiteX4" fmla="*/ 100322 w 200643"/>
                <a:gd name="connsiteY4" fmla="*/ 0 h 111081"/>
                <a:gd name="connsiteX5" fmla="*/ 99683 w 200643"/>
                <a:gd name="connsiteY5" fmla="*/ 93206 h 111081"/>
                <a:gd name="connsiteX6" fmla="*/ 61982 w 200643"/>
                <a:gd name="connsiteY6" fmla="*/ 55540 h 111081"/>
                <a:gd name="connsiteX7" fmla="*/ 99683 w 200643"/>
                <a:gd name="connsiteY7" fmla="*/ 17875 h 111081"/>
                <a:gd name="connsiteX8" fmla="*/ 137384 w 200643"/>
                <a:gd name="connsiteY8" fmla="*/ 55540 h 111081"/>
                <a:gd name="connsiteX9" fmla="*/ 99683 w 200643"/>
                <a:gd name="connsiteY9" fmla="*/ 93206 h 111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643" h="111081">
                  <a:moveTo>
                    <a:pt x="100322" y="0"/>
                  </a:moveTo>
                  <a:cubicBezTo>
                    <a:pt x="56231" y="0"/>
                    <a:pt x="20448" y="28089"/>
                    <a:pt x="0" y="55540"/>
                  </a:cubicBezTo>
                  <a:cubicBezTo>
                    <a:pt x="15975" y="77884"/>
                    <a:pt x="52397" y="111081"/>
                    <a:pt x="100322" y="111081"/>
                  </a:cubicBezTo>
                  <a:cubicBezTo>
                    <a:pt x="144413" y="111081"/>
                    <a:pt x="180196" y="82992"/>
                    <a:pt x="200644" y="55540"/>
                  </a:cubicBezTo>
                  <a:cubicBezTo>
                    <a:pt x="184669" y="33835"/>
                    <a:pt x="148247" y="0"/>
                    <a:pt x="100322" y="0"/>
                  </a:cubicBezTo>
                  <a:close/>
                  <a:moveTo>
                    <a:pt x="99683" y="93206"/>
                  </a:moveTo>
                  <a:cubicBezTo>
                    <a:pt x="79235" y="93206"/>
                    <a:pt x="61982" y="76608"/>
                    <a:pt x="61982" y="55540"/>
                  </a:cubicBezTo>
                  <a:cubicBezTo>
                    <a:pt x="61982" y="34473"/>
                    <a:pt x="78596" y="17875"/>
                    <a:pt x="99683" y="17875"/>
                  </a:cubicBezTo>
                  <a:cubicBezTo>
                    <a:pt x="120770" y="17875"/>
                    <a:pt x="137384" y="34473"/>
                    <a:pt x="137384" y="55540"/>
                  </a:cubicBezTo>
                  <a:cubicBezTo>
                    <a:pt x="137384" y="76608"/>
                    <a:pt x="120770" y="93206"/>
                    <a:pt x="99683" y="93206"/>
                  </a:cubicBezTo>
                  <a:close/>
                </a:path>
              </a:pathLst>
            </a:custGeom>
            <a:grpFill/>
            <a:ln w="6390" cap="flat">
              <a:noFill/>
              <a:prstDash val="solid"/>
              <a:miter/>
            </a:ln>
          </p:spPr>
          <p:txBody>
            <a:bodyPr rtlCol="0" anchor="ctr"/>
            <a:lstStyle/>
            <a:p>
              <a:endParaRPr lang="en-US"/>
            </a:p>
          </p:txBody>
        </p:sp>
        <p:sp>
          <p:nvSpPr>
            <p:cNvPr id="20" name="Graphic 4">
              <a:extLst>
                <a:ext uri="{FF2B5EF4-FFF2-40B4-BE49-F238E27FC236}">
                  <a16:creationId xmlns:a16="http://schemas.microsoft.com/office/drawing/2014/main" id="{C71BD8CB-CF29-EC40-890B-6C9EFF5AE1BF}"/>
                </a:ext>
              </a:extLst>
            </p:cNvPr>
            <p:cNvSpPr/>
            <p:nvPr/>
          </p:nvSpPr>
          <p:spPr>
            <a:xfrm>
              <a:off x="1060729" y="4465119"/>
              <a:ext cx="49841" cy="49794"/>
            </a:xfrm>
            <a:custGeom>
              <a:avLst/>
              <a:gdLst>
                <a:gd name="connsiteX0" fmla="*/ 24921 w 49841"/>
                <a:gd name="connsiteY0" fmla="*/ 0 h 49794"/>
                <a:gd name="connsiteX1" fmla="*/ 0 w 49841"/>
                <a:gd name="connsiteY1" fmla="*/ 24898 h 49794"/>
                <a:gd name="connsiteX2" fmla="*/ 24921 w 49841"/>
                <a:gd name="connsiteY2" fmla="*/ 49795 h 49794"/>
                <a:gd name="connsiteX3" fmla="*/ 49842 w 49841"/>
                <a:gd name="connsiteY3" fmla="*/ 24898 h 49794"/>
                <a:gd name="connsiteX4" fmla="*/ 24921 w 49841"/>
                <a:gd name="connsiteY4" fmla="*/ 0 h 497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841" h="49794">
                  <a:moveTo>
                    <a:pt x="24921" y="0"/>
                  </a:moveTo>
                  <a:cubicBezTo>
                    <a:pt x="11502" y="0"/>
                    <a:pt x="0" y="10853"/>
                    <a:pt x="0" y="24898"/>
                  </a:cubicBezTo>
                  <a:cubicBezTo>
                    <a:pt x="0" y="38304"/>
                    <a:pt x="10863" y="49795"/>
                    <a:pt x="24921" y="49795"/>
                  </a:cubicBezTo>
                  <a:cubicBezTo>
                    <a:pt x="38979" y="49795"/>
                    <a:pt x="49842" y="38943"/>
                    <a:pt x="49842" y="24898"/>
                  </a:cubicBezTo>
                  <a:cubicBezTo>
                    <a:pt x="49842" y="10853"/>
                    <a:pt x="38979" y="0"/>
                    <a:pt x="24921" y="0"/>
                  </a:cubicBezTo>
                  <a:close/>
                </a:path>
              </a:pathLst>
            </a:custGeom>
            <a:grpFill/>
            <a:ln w="6390" cap="flat">
              <a:noFill/>
              <a:prstDash val="solid"/>
              <a:miter/>
            </a:ln>
          </p:spPr>
          <p:txBody>
            <a:bodyPr rtlCol="0" anchor="ctr"/>
            <a:lstStyle/>
            <a:p>
              <a:endParaRPr lang="en-US"/>
            </a:p>
          </p:txBody>
        </p:sp>
        <p:sp>
          <p:nvSpPr>
            <p:cNvPr id="21" name="Graphic 4">
              <a:extLst>
                <a:ext uri="{FF2B5EF4-FFF2-40B4-BE49-F238E27FC236}">
                  <a16:creationId xmlns:a16="http://schemas.microsoft.com/office/drawing/2014/main" id="{4CB7F39E-71C1-F443-9748-2660CBFF1053}"/>
                </a:ext>
              </a:extLst>
            </p:cNvPr>
            <p:cNvSpPr/>
            <p:nvPr/>
          </p:nvSpPr>
          <p:spPr>
            <a:xfrm>
              <a:off x="905454" y="4308712"/>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180835 w 361670"/>
                <a:gd name="connsiteY4" fmla="*/ 0 h 361971"/>
                <a:gd name="connsiteX5" fmla="*/ 293937 w 361670"/>
                <a:gd name="connsiteY5" fmla="*/ 184497 h 361971"/>
                <a:gd name="connsiteX6" fmla="*/ 180835 w 361670"/>
                <a:gd name="connsiteY6" fmla="*/ 248975 h 361971"/>
                <a:gd name="connsiteX7" fmla="*/ 67733 w 361670"/>
                <a:gd name="connsiteY7" fmla="*/ 183859 h 361971"/>
                <a:gd name="connsiteX8" fmla="*/ 67094 w 361670"/>
                <a:gd name="connsiteY8" fmla="*/ 180667 h 361971"/>
                <a:gd name="connsiteX9" fmla="*/ 68372 w 361670"/>
                <a:gd name="connsiteY9" fmla="*/ 176198 h 361971"/>
                <a:gd name="connsiteX10" fmla="*/ 181474 w 361670"/>
                <a:gd name="connsiteY10" fmla="*/ 111720 h 361971"/>
                <a:gd name="connsiteX11" fmla="*/ 294576 w 361670"/>
                <a:gd name="connsiteY11" fmla="*/ 176836 h 361971"/>
                <a:gd name="connsiteX12" fmla="*/ 295215 w 361670"/>
                <a:gd name="connsiteY12" fmla="*/ 180028 h 361971"/>
                <a:gd name="connsiteX13" fmla="*/ 293937 w 361670"/>
                <a:gd name="connsiteY13" fmla="*/ 18449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0"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81715"/>
                    <a:pt x="281157" y="0"/>
                    <a:pt x="180835" y="0"/>
                  </a:cubicBezTo>
                  <a:close/>
                  <a:moveTo>
                    <a:pt x="293937" y="184497"/>
                  </a:moveTo>
                  <a:cubicBezTo>
                    <a:pt x="272850" y="215779"/>
                    <a:pt x="231955" y="248975"/>
                    <a:pt x="180835" y="248975"/>
                  </a:cubicBezTo>
                  <a:cubicBezTo>
                    <a:pt x="124604" y="248975"/>
                    <a:pt x="83069" y="208118"/>
                    <a:pt x="67733" y="183859"/>
                  </a:cubicBezTo>
                  <a:cubicBezTo>
                    <a:pt x="67094" y="182582"/>
                    <a:pt x="67094" y="181944"/>
                    <a:pt x="67094" y="180667"/>
                  </a:cubicBezTo>
                  <a:cubicBezTo>
                    <a:pt x="67094" y="179390"/>
                    <a:pt x="67094" y="177475"/>
                    <a:pt x="68372" y="176198"/>
                  </a:cubicBezTo>
                  <a:cubicBezTo>
                    <a:pt x="89459" y="144916"/>
                    <a:pt x="130355" y="111720"/>
                    <a:pt x="181474" y="111720"/>
                  </a:cubicBezTo>
                  <a:cubicBezTo>
                    <a:pt x="237706" y="111720"/>
                    <a:pt x="279240" y="152577"/>
                    <a:pt x="294576" y="176836"/>
                  </a:cubicBezTo>
                  <a:cubicBezTo>
                    <a:pt x="295215" y="178113"/>
                    <a:pt x="295215" y="178752"/>
                    <a:pt x="295215" y="180028"/>
                  </a:cubicBezTo>
                  <a:cubicBezTo>
                    <a:pt x="295215" y="181944"/>
                    <a:pt x="295215" y="183220"/>
                    <a:pt x="293937" y="184497"/>
                  </a:cubicBezTo>
                  <a:close/>
                </a:path>
              </a:pathLst>
            </a:custGeom>
            <a:grpFill/>
            <a:ln w="6390" cap="flat">
              <a:noFill/>
              <a:prstDash val="solid"/>
              <a:miter/>
            </a:ln>
          </p:spPr>
          <p:txBody>
            <a:bodyPr rtlCol="0" anchor="ctr"/>
            <a:lstStyle/>
            <a:p>
              <a:endParaRPr lang="en-US"/>
            </a:p>
          </p:txBody>
        </p:sp>
      </p:grpSp>
      <p:grpSp>
        <p:nvGrpSpPr>
          <p:cNvPr id="26" name="Graphic 5">
            <a:extLst>
              <a:ext uri="{FF2B5EF4-FFF2-40B4-BE49-F238E27FC236}">
                <a16:creationId xmlns:a16="http://schemas.microsoft.com/office/drawing/2014/main" id="{B9E86155-8F61-D743-900D-92929A238AF9}"/>
              </a:ext>
            </a:extLst>
          </p:cNvPr>
          <p:cNvGrpSpPr>
            <a:grpSpLocks noChangeAspect="1"/>
          </p:cNvGrpSpPr>
          <p:nvPr/>
        </p:nvGrpSpPr>
        <p:grpSpPr>
          <a:xfrm>
            <a:off x="1385124" y="320529"/>
            <a:ext cx="468000" cy="467558"/>
            <a:chOff x="905454" y="3824806"/>
            <a:chExt cx="362309" cy="361971"/>
          </a:xfrm>
          <a:solidFill>
            <a:schemeClr val="accent6"/>
          </a:solidFill>
        </p:grpSpPr>
        <p:sp>
          <p:nvSpPr>
            <p:cNvPr id="27" name="Graphic 5">
              <a:extLst>
                <a:ext uri="{FF2B5EF4-FFF2-40B4-BE49-F238E27FC236}">
                  <a16:creationId xmlns:a16="http://schemas.microsoft.com/office/drawing/2014/main" id="{D4BB60BB-9566-2449-BD25-A1A1AC2A6F0C}"/>
                </a:ext>
              </a:extLst>
            </p:cNvPr>
            <p:cNvSpPr/>
            <p:nvPr/>
          </p:nvSpPr>
          <p:spPr>
            <a:xfrm>
              <a:off x="1048588" y="3983767"/>
              <a:ext cx="74762" cy="117465"/>
            </a:xfrm>
            <a:custGeom>
              <a:avLst/>
              <a:gdLst>
                <a:gd name="connsiteX0" fmla="*/ 46008 w 74762"/>
                <a:gd name="connsiteY0" fmla="*/ 95121 h 117465"/>
                <a:gd name="connsiteX1" fmla="*/ 46008 w 74762"/>
                <a:gd name="connsiteY1" fmla="*/ 0 h 117465"/>
                <a:gd name="connsiteX2" fmla="*/ 7668 w 74762"/>
                <a:gd name="connsiteY2" fmla="*/ 0 h 117465"/>
                <a:gd name="connsiteX3" fmla="*/ 7668 w 74762"/>
                <a:gd name="connsiteY3" fmla="*/ 15960 h 117465"/>
                <a:gd name="connsiteX4" fmla="*/ 23004 w 74762"/>
                <a:gd name="connsiteY4" fmla="*/ 15960 h 117465"/>
                <a:gd name="connsiteX5" fmla="*/ 29394 w 74762"/>
                <a:gd name="connsiteY5" fmla="*/ 22344 h 117465"/>
                <a:gd name="connsiteX6" fmla="*/ 29394 w 74762"/>
                <a:gd name="connsiteY6" fmla="*/ 95121 h 117465"/>
                <a:gd name="connsiteX7" fmla="*/ 23004 w 74762"/>
                <a:gd name="connsiteY7" fmla="*/ 101505 h 117465"/>
                <a:gd name="connsiteX8" fmla="*/ 0 w 74762"/>
                <a:gd name="connsiteY8" fmla="*/ 101505 h 117465"/>
                <a:gd name="connsiteX9" fmla="*/ 0 w 74762"/>
                <a:gd name="connsiteY9" fmla="*/ 117465 h 117465"/>
                <a:gd name="connsiteX10" fmla="*/ 74762 w 74762"/>
                <a:gd name="connsiteY10" fmla="*/ 117465 h 117465"/>
                <a:gd name="connsiteX11" fmla="*/ 74762 w 74762"/>
                <a:gd name="connsiteY11" fmla="*/ 101505 h 117465"/>
                <a:gd name="connsiteX12" fmla="*/ 51758 w 74762"/>
                <a:gd name="connsiteY12" fmla="*/ 101505 h 117465"/>
                <a:gd name="connsiteX13" fmla="*/ 46008 w 74762"/>
                <a:gd name="connsiteY13" fmla="*/ 95121 h 11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762" h="117465">
                  <a:moveTo>
                    <a:pt x="46008" y="95121"/>
                  </a:moveTo>
                  <a:lnTo>
                    <a:pt x="46008" y="0"/>
                  </a:lnTo>
                  <a:lnTo>
                    <a:pt x="7668" y="0"/>
                  </a:lnTo>
                  <a:lnTo>
                    <a:pt x="7668" y="15960"/>
                  </a:lnTo>
                  <a:lnTo>
                    <a:pt x="23004" y="15960"/>
                  </a:lnTo>
                  <a:cubicBezTo>
                    <a:pt x="26838" y="15960"/>
                    <a:pt x="29394" y="18513"/>
                    <a:pt x="29394" y="22344"/>
                  </a:cubicBezTo>
                  <a:lnTo>
                    <a:pt x="29394" y="95121"/>
                  </a:lnTo>
                  <a:cubicBezTo>
                    <a:pt x="29394" y="98952"/>
                    <a:pt x="26838" y="101505"/>
                    <a:pt x="23004" y="101505"/>
                  </a:cubicBezTo>
                  <a:lnTo>
                    <a:pt x="0" y="101505"/>
                  </a:lnTo>
                  <a:lnTo>
                    <a:pt x="0" y="117465"/>
                  </a:lnTo>
                  <a:lnTo>
                    <a:pt x="74762" y="117465"/>
                  </a:lnTo>
                  <a:lnTo>
                    <a:pt x="74762" y="101505"/>
                  </a:lnTo>
                  <a:lnTo>
                    <a:pt x="51758" y="101505"/>
                  </a:lnTo>
                  <a:cubicBezTo>
                    <a:pt x="48563" y="100867"/>
                    <a:pt x="46008" y="98313"/>
                    <a:pt x="46008" y="95121"/>
                  </a:cubicBezTo>
                  <a:close/>
                </a:path>
              </a:pathLst>
            </a:custGeom>
            <a:grpFill/>
            <a:ln w="6390" cap="flat">
              <a:noFill/>
              <a:prstDash val="solid"/>
              <a:miter/>
            </a:ln>
          </p:spPr>
          <p:txBody>
            <a:bodyPr rtlCol="0" anchor="ctr"/>
            <a:lstStyle/>
            <a:p>
              <a:endParaRPr lang="en-US"/>
            </a:p>
          </p:txBody>
        </p:sp>
        <p:sp>
          <p:nvSpPr>
            <p:cNvPr id="28" name="Graphic 5">
              <a:extLst>
                <a:ext uri="{FF2B5EF4-FFF2-40B4-BE49-F238E27FC236}">
                  <a16:creationId xmlns:a16="http://schemas.microsoft.com/office/drawing/2014/main" id="{F0D56D8D-8182-4140-BB60-1945F4DABA8B}"/>
                </a:ext>
              </a:extLst>
            </p:cNvPr>
            <p:cNvSpPr/>
            <p:nvPr/>
          </p:nvSpPr>
          <p:spPr>
            <a:xfrm>
              <a:off x="1067758" y="3910990"/>
              <a:ext cx="30671" cy="30643"/>
            </a:xfrm>
            <a:custGeom>
              <a:avLst/>
              <a:gdLst>
                <a:gd name="connsiteX0" fmla="*/ 15336 w 30671"/>
                <a:gd name="connsiteY0" fmla="*/ 30643 h 30643"/>
                <a:gd name="connsiteX1" fmla="*/ 30672 w 30671"/>
                <a:gd name="connsiteY1" fmla="*/ 15322 h 30643"/>
                <a:gd name="connsiteX2" fmla="*/ 15336 w 30671"/>
                <a:gd name="connsiteY2" fmla="*/ 0 h 30643"/>
                <a:gd name="connsiteX3" fmla="*/ 0 w 30671"/>
                <a:gd name="connsiteY3" fmla="*/ 15322 h 30643"/>
                <a:gd name="connsiteX4" fmla="*/ 0 w 30671"/>
                <a:gd name="connsiteY4" fmla="*/ 15322 h 30643"/>
                <a:gd name="connsiteX5" fmla="*/ 15336 w 30671"/>
                <a:gd name="connsiteY5" fmla="*/ 30643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71" h="30643">
                  <a:moveTo>
                    <a:pt x="15336" y="30643"/>
                  </a:moveTo>
                  <a:cubicBezTo>
                    <a:pt x="23643" y="30643"/>
                    <a:pt x="30672" y="23621"/>
                    <a:pt x="30672" y="15322"/>
                  </a:cubicBezTo>
                  <a:cubicBezTo>
                    <a:pt x="30672" y="7022"/>
                    <a:pt x="23643" y="0"/>
                    <a:pt x="15336" y="0"/>
                  </a:cubicBezTo>
                  <a:cubicBezTo>
                    <a:pt x="7029" y="0"/>
                    <a:pt x="0" y="7022"/>
                    <a:pt x="0" y="15322"/>
                  </a:cubicBezTo>
                  <a:lnTo>
                    <a:pt x="0" y="15322"/>
                  </a:lnTo>
                  <a:cubicBezTo>
                    <a:pt x="0" y="23621"/>
                    <a:pt x="6390" y="30643"/>
                    <a:pt x="15336" y="30643"/>
                  </a:cubicBezTo>
                  <a:close/>
                </a:path>
              </a:pathLst>
            </a:custGeom>
            <a:grpFill/>
            <a:ln w="6390" cap="flat">
              <a:noFill/>
              <a:prstDash val="solid"/>
              <a:miter/>
            </a:ln>
          </p:spPr>
          <p:txBody>
            <a:bodyPr rtlCol="0" anchor="ctr"/>
            <a:lstStyle/>
            <a:p>
              <a:endParaRPr lang="en-US"/>
            </a:p>
          </p:txBody>
        </p:sp>
        <p:sp>
          <p:nvSpPr>
            <p:cNvPr id="29" name="Graphic 5">
              <a:extLst>
                <a:ext uri="{FF2B5EF4-FFF2-40B4-BE49-F238E27FC236}">
                  <a16:creationId xmlns:a16="http://schemas.microsoft.com/office/drawing/2014/main" id="{BBCB4F3D-50ED-C04C-AA23-2976FD476C89}"/>
                </a:ext>
              </a:extLst>
            </p:cNvPr>
            <p:cNvSpPr/>
            <p:nvPr/>
          </p:nvSpPr>
          <p:spPr>
            <a:xfrm>
              <a:off x="905454" y="3824806"/>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77640 w 362309"/>
                <a:gd name="connsiteY6" fmla="*/ 73416 h 361971"/>
                <a:gd name="connsiteX7" fmla="*/ 205756 w 362309"/>
                <a:gd name="connsiteY7" fmla="*/ 101505 h 361971"/>
                <a:gd name="connsiteX8" fmla="*/ 177640 w 362309"/>
                <a:gd name="connsiteY8" fmla="*/ 129595 h 361971"/>
                <a:gd name="connsiteX9" fmla="*/ 149525 w 362309"/>
                <a:gd name="connsiteY9" fmla="*/ 101505 h 361971"/>
                <a:gd name="connsiteX10" fmla="*/ 149525 w 362309"/>
                <a:gd name="connsiteY10" fmla="*/ 101505 h 361971"/>
                <a:gd name="connsiteX11" fmla="*/ 177640 w 362309"/>
                <a:gd name="connsiteY11" fmla="*/ 73416 h 361971"/>
                <a:gd name="connsiteX12" fmla="*/ 231316 w 362309"/>
                <a:gd name="connsiteY12" fmla="*/ 283449 h 361971"/>
                <a:gd name="connsiteX13" fmla="*/ 224926 w 362309"/>
                <a:gd name="connsiteY13" fmla="*/ 289833 h 361971"/>
                <a:gd name="connsiteX14" fmla="*/ 137384 w 362309"/>
                <a:gd name="connsiteY14" fmla="*/ 289833 h 361971"/>
                <a:gd name="connsiteX15" fmla="*/ 130994 w 362309"/>
                <a:gd name="connsiteY15" fmla="*/ 283449 h 361971"/>
                <a:gd name="connsiteX16" fmla="*/ 130994 w 362309"/>
                <a:gd name="connsiteY16" fmla="*/ 254721 h 361971"/>
                <a:gd name="connsiteX17" fmla="*/ 137384 w 362309"/>
                <a:gd name="connsiteY17" fmla="*/ 248337 h 361971"/>
                <a:gd name="connsiteX18" fmla="*/ 160387 w 362309"/>
                <a:gd name="connsiteY18" fmla="*/ 248337 h 361971"/>
                <a:gd name="connsiteX19" fmla="*/ 160387 w 362309"/>
                <a:gd name="connsiteY19" fmla="*/ 188327 h 361971"/>
                <a:gd name="connsiteX20" fmla="*/ 145052 w 362309"/>
                <a:gd name="connsiteY20" fmla="*/ 188327 h 361971"/>
                <a:gd name="connsiteX21" fmla="*/ 138662 w 362309"/>
                <a:gd name="connsiteY21" fmla="*/ 181944 h 361971"/>
                <a:gd name="connsiteX22" fmla="*/ 138662 w 362309"/>
                <a:gd name="connsiteY22" fmla="*/ 153216 h 361971"/>
                <a:gd name="connsiteX23" fmla="*/ 145052 w 362309"/>
                <a:gd name="connsiteY23" fmla="*/ 146832 h 361971"/>
                <a:gd name="connsiteX24" fmla="*/ 196171 w 362309"/>
                <a:gd name="connsiteY24" fmla="*/ 146832 h 361971"/>
                <a:gd name="connsiteX25" fmla="*/ 202561 w 362309"/>
                <a:gd name="connsiteY25" fmla="*/ 153216 h 361971"/>
                <a:gd name="connsiteX26" fmla="*/ 202561 w 362309"/>
                <a:gd name="connsiteY26" fmla="*/ 248337 h 361971"/>
                <a:gd name="connsiteX27" fmla="*/ 225565 w 362309"/>
                <a:gd name="connsiteY27" fmla="*/ 248337 h 361971"/>
                <a:gd name="connsiteX28" fmla="*/ 231955 w 362309"/>
                <a:gd name="connsiteY28" fmla="*/ 254721 h 361971"/>
                <a:gd name="connsiteX29" fmla="*/ 231316 w 362309"/>
                <a:gd name="connsiteY29" fmla="*/ 28344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1157" y="0"/>
                    <a:pt x="180835" y="0"/>
                  </a:cubicBezTo>
                  <a:close/>
                  <a:moveTo>
                    <a:pt x="177640" y="73416"/>
                  </a:moveTo>
                  <a:cubicBezTo>
                    <a:pt x="192976" y="73416"/>
                    <a:pt x="205756" y="86184"/>
                    <a:pt x="205756" y="101505"/>
                  </a:cubicBezTo>
                  <a:cubicBezTo>
                    <a:pt x="205756" y="116827"/>
                    <a:pt x="192976" y="129595"/>
                    <a:pt x="177640" y="129595"/>
                  </a:cubicBezTo>
                  <a:cubicBezTo>
                    <a:pt x="162304" y="129595"/>
                    <a:pt x="149525" y="116827"/>
                    <a:pt x="149525" y="101505"/>
                  </a:cubicBezTo>
                  <a:cubicBezTo>
                    <a:pt x="149525" y="101505"/>
                    <a:pt x="149525" y="101505"/>
                    <a:pt x="149525" y="101505"/>
                  </a:cubicBezTo>
                  <a:cubicBezTo>
                    <a:pt x="149525" y="86184"/>
                    <a:pt x="161665" y="73416"/>
                    <a:pt x="177640" y="73416"/>
                  </a:cubicBezTo>
                  <a:close/>
                  <a:moveTo>
                    <a:pt x="231316" y="283449"/>
                  </a:moveTo>
                  <a:cubicBezTo>
                    <a:pt x="231316" y="287279"/>
                    <a:pt x="228760" y="289833"/>
                    <a:pt x="224926" y="289833"/>
                  </a:cubicBezTo>
                  <a:lnTo>
                    <a:pt x="137384" y="289833"/>
                  </a:lnTo>
                  <a:cubicBezTo>
                    <a:pt x="133550" y="289833"/>
                    <a:pt x="130994" y="287279"/>
                    <a:pt x="130994" y="283449"/>
                  </a:cubicBezTo>
                  <a:lnTo>
                    <a:pt x="130994" y="254721"/>
                  </a:lnTo>
                  <a:cubicBezTo>
                    <a:pt x="130994" y="250890"/>
                    <a:pt x="133550" y="248337"/>
                    <a:pt x="137384" y="248337"/>
                  </a:cubicBezTo>
                  <a:lnTo>
                    <a:pt x="160387" y="248337"/>
                  </a:lnTo>
                  <a:lnTo>
                    <a:pt x="160387" y="188327"/>
                  </a:lnTo>
                  <a:lnTo>
                    <a:pt x="145052" y="188327"/>
                  </a:lnTo>
                  <a:cubicBezTo>
                    <a:pt x="141218" y="188327"/>
                    <a:pt x="138662" y="185774"/>
                    <a:pt x="138662" y="181944"/>
                  </a:cubicBezTo>
                  <a:lnTo>
                    <a:pt x="138662" y="153216"/>
                  </a:lnTo>
                  <a:cubicBezTo>
                    <a:pt x="138662" y="149385"/>
                    <a:pt x="141218" y="146832"/>
                    <a:pt x="145052" y="146832"/>
                  </a:cubicBezTo>
                  <a:lnTo>
                    <a:pt x="196171" y="146832"/>
                  </a:lnTo>
                  <a:cubicBezTo>
                    <a:pt x="200005" y="146832"/>
                    <a:pt x="202561" y="149385"/>
                    <a:pt x="202561" y="153216"/>
                  </a:cubicBezTo>
                  <a:lnTo>
                    <a:pt x="202561" y="248337"/>
                  </a:lnTo>
                  <a:lnTo>
                    <a:pt x="225565" y="248337"/>
                  </a:lnTo>
                  <a:cubicBezTo>
                    <a:pt x="229399" y="248337"/>
                    <a:pt x="231955" y="250890"/>
                    <a:pt x="231955" y="254721"/>
                  </a:cubicBezTo>
                  <a:lnTo>
                    <a:pt x="231316" y="283449"/>
                  </a:lnTo>
                  <a:close/>
                </a:path>
              </a:pathLst>
            </a:custGeom>
            <a:grpFill/>
            <a:ln w="6390" cap="flat">
              <a:noFill/>
              <a:prstDash val="solid"/>
              <a:miter/>
            </a:ln>
          </p:spPr>
          <p:txBody>
            <a:bodyPr rtlCol="0" anchor="ctr"/>
            <a:lstStyle/>
            <a:p>
              <a:endParaRPr lang="en-US"/>
            </a:p>
          </p:txBody>
        </p:sp>
      </p:grpSp>
      <p:grpSp>
        <p:nvGrpSpPr>
          <p:cNvPr id="45" name="Graphic 1100">
            <a:extLst>
              <a:ext uri="{FF2B5EF4-FFF2-40B4-BE49-F238E27FC236}">
                <a16:creationId xmlns:a16="http://schemas.microsoft.com/office/drawing/2014/main" id="{867727C8-83EE-3840-A8A9-9B8707294F16}"/>
              </a:ext>
            </a:extLst>
          </p:cNvPr>
          <p:cNvGrpSpPr>
            <a:grpSpLocks noChangeAspect="1"/>
          </p:cNvGrpSpPr>
          <p:nvPr/>
        </p:nvGrpSpPr>
        <p:grpSpPr>
          <a:xfrm>
            <a:off x="7493239" y="911281"/>
            <a:ext cx="468000" cy="467558"/>
            <a:chOff x="5099808" y="1406717"/>
            <a:chExt cx="362309" cy="361971"/>
          </a:xfrm>
          <a:solidFill>
            <a:srgbClr val="007680"/>
          </a:solidFill>
        </p:grpSpPr>
        <p:sp>
          <p:nvSpPr>
            <p:cNvPr id="46" name="Graphic 1100">
              <a:extLst>
                <a:ext uri="{FF2B5EF4-FFF2-40B4-BE49-F238E27FC236}">
                  <a16:creationId xmlns:a16="http://schemas.microsoft.com/office/drawing/2014/main" id="{71741A6F-F3C3-3F42-BFBF-25417843D315}"/>
                </a:ext>
              </a:extLst>
            </p:cNvPr>
            <p:cNvSpPr/>
            <p:nvPr/>
          </p:nvSpPr>
          <p:spPr>
            <a:xfrm>
              <a:off x="5225690" y="1598875"/>
              <a:ext cx="13419" cy="12767"/>
            </a:xfrm>
            <a:custGeom>
              <a:avLst/>
              <a:gdLst>
                <a:gd name="connsiteX0" fmla="*/ 8307 w 13419"/>
                <a:gd name="connsiteY0" fmla="*/ 0 h 12767"/>
                <a:gd name="connsiteX1" fmla="*/ 0 w 13419"/>
                <a:gd name="connsiteY1" fmla="*/ 0 h 12767"/>
                <a:gd name="connsiteX2" fmla="*/ 0 w 13419"/>
                <a:gd name="connsiteY2" fmla="*/ 12768 h 12767"/>
                <a:gd name="connsiteX3" fmla="*/ 8307 w 13419"/>
                <a:gd name="connsiteY3" fmla="*/ 12768 h 12767"/>
                <a:gd name="connsiteX4" fmla="*/ 13419 w 13419"/>
                <a:gd name="connsiteY4" fmla="*/ 6384 h 12767"/>
                <a:gd name="connsiteX5" fmla="*/ 12141 w 13419"/>
                <a:gd name="connsiteY5" fmla="*/ 1277 h 12767"/>
                <a:gd name="connsiteX6" fmla="*/ 8307 w 1341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19" h="12767">
                  <a:moveTo>
                    <a:pt x="8307" y="0"/>
                  </a:moveTo>
                  <a:lnTo>
                    <a:pt x="0" y="0"/>
                  </a:lnTo>
                  <a:lnTo>
                    <a:pt x="0" y="12768"/>
                  </a:lnTo>
                  <a:lnTo>
                    <a:pt x="8307" y="12768"/>
                  </a:lnTo>
                  <a:cubicBezTo>
                    <a:pt x="12141" y="12768"/>
                    <a:pt x="13419" y="10214"/>
                    <a:pt x="13419" y="6384"/>
                  </a:cubicBezTo>
                  <a:cubicBezTo>
                    <a:pt x="13419" y="4469"/>
                    <a:pt x="12780" y="2554"/>
                    <a:pt x="12141" y="1277"/>
                  </a:cubicBezTo>
                  <a:cubicBezTo>
                    <a:pt x="11502" y="638"/>
                    <a:pt x="10224" y="0"/>
                    <a:pt x="8307" y="0"/>
                  </a:cubicBezTo>
                  <a:close/>
                </a:path>
              </a:pathLst>
            </a:custGeom>
            <a:grpFill/>
            <a:ln w="6390" cap="flat">
              <a:noFill/>
              <a:prstDash val="solid"/>
              <a:miter/>
            </a:ln>
          </p:spPr>
          <p:txBody>
            <a:bodyPr rtlCol="0" anchor="ctr"/>
            <a:lstStyle/>
            <a:p>
              <a:endParaRPr lang="en-US"/>
            </a:p>
          </p:txBody>
        </p:sp>
        <p:sp>
          <p:nvSpPr>
            <p:cNvPr id="47" name="Graphic 1100">
              <a:extLst>
                <a:ext uri="{FF2B5EF4-FFF2-40B4-BE49-F238E27FC236}">
                  <a16:creationId xmlns:a16="http://schemas.microsoft.com/office/drawing/2014/main" id="{6ED7BDB6-1185-1B43-AC63-0B04A8F5B760}"/>
                </a:ext>
              </a:extLst>
            </p:cNvPr>
            <p:cNvSpPr/>
            <p:nvPr/>
          </p:nvSpPr>
          <p:spPr>
            <a:xfrm>
              <a:off x="5214188" y="1667183"/>
              <a:ext cx="134188" cy="16598"/>
            </a:xfrm>
            <a:custGeom>
              <a:avLst/>
              <a:gdLst>
                <a:gd name="connsiteX0" fmla="*/ 0 w 134188"/>
                <a:gd name="connsiteY0" fmla="*/ 0 h 16598"/>
                <a:gd name="connsiteX1" fmla="*/ 134189 w 134188"/>
                <a:gd name="connsiteY1" fmla="*/ 0 h 16598"/>
                <a:gd name="connsiteX2" fmla="*/ 134189 w 134188"/>
                <a:gd name="connsiteY2" fmla="*/ 16598 h 16598"/>
                <a:gd name="connsiteX3" fmla="*/ 0 w 134188"/>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34188" h="16598">
                  <a:moveTo>
                    <a:pt x="0" y="0"/>
                  </a:moveTo>
                  <a:lnTo>
                    <a:pt x="134189" y="0"/>
                  </a:lnTo>
                  <a:lnTo>
                    <a:pt x="134189" y="16598"/>
                  </a:lnTo>
                  <a:lnTo>
                    <a:pt x="0" y="16598"/>
                  </a:lnTo>
                  <a:close/>
                </a:path>
              </a:pathLst>
            </a:custGeom>
            <a:grpFill/>
            <a:ln w="6390" cap="flat">
              <a:noFill/>
              <a:prstDash val="solid"/>
              <a:miter/>
            </a:ln>
          </p:spPr>
          <p:txBody>
            <a:bodyPr rtlCol="0" anchor="ctr"/>
            <a:lstStyle/>
            <a:p>
              <a:endParaRPr lang="en-US"/>
            </a:p>
          </p:txBody>
        </p:sp>
        <p:sp>
          <p:nvSpPr>
            <p:cNvPr id="48" name="Graphic 1100">
              <a:extLst>
                <a:ext uri="{FF2B5EF4-FFF2-40B4-BE49-F238E27FC236}">
                  <a16:creationId xmlns:a16="http://schemas.microsoft.com/office/drawing/2014/main" id="{9B359184-832F-7D44-983B-43AF327ECB72}"/>
                </a:ext>
              </a:extLst>
            </p:cNvPr>
            <p:cNvSpPr/>
            <p:nvPr/>
          </p:nvSpPr>
          <p:spPr>
            <a:xfrm>
              <a:off x="5214188" y="1490347"/>
              <a:ext cx="134188" cy="68308"/>
            </a:xfrm>
            <a:custGeom>
              <a:avLst/>
              <a:gdLst>
                <a:gd name="connsiteX0" fmla="*/ 134189 w 134188"/>
                <a:gd name="connsiteY0" fmla="*/ 51710 h 68308"/>
                <a:gd name="connsiteX1" fmla="*/ 88820 w 134188"/>
                <a:gd name="connsiteY1" fmla="*/ 51710 h 68308"/>
                <a:gd name="connsiteX2" fmla="*/ 82430 w 134188"/>
                <a:gd name="connsiteY2" fmla="*/ 45326 h 68308"/>
                <a:gd name="connsiteX3" fmla="*/ 82430 w 134188"/>
                <a:gd name="connsiteY3" fmla="*/ 0 h 68308"/>
                <a:gd name="connsiteX4" fmla="*/ 0 w 134188"/>
                <a:gd name="connsiteY4" fmla="*/ 0 h 68308"/>
                <a:gd name="connsiteX5" fmla="*/ 0 w 134188"/>
                <a:gd name="connsiteY5" fmla="*/ 68309 h 68308"/>
                <a:gd name="connsiteX6" fmla="*/ 134189 w 134188"/>
                <a:gd name="connsiteY6" fmla="*/ 68309 h 68308"/>
                <a:gd name="connsiteX7" fmla="*/ 134189 w 134188"/>
                <a:gd name="connsiteY7" fmla="*/ 51710 h 6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188" h="68308">
                  <a:moveTo>
                    <a:pt x="134189" y="51710"/>
                  </a:moveTo>
                  <a:lnTo>
                    <a:pt x="88820" y="51710"/>
                  </a:lnTo>
                  <a:cubicBezTo>
                    <a:pt x="84986" y="51710"/>
                    <a:pt x="82430" y="49157"/>
                    <a:pt x="82430" y="45326"/>
                  </a:cubicBezTo>
                  <a:lnTo>
                    <a:pt x="82430" y="0"/>
                  </a:lnTo>
                  <a:lnTo>
                    <a:pt x="0" y="0"/>
                  </a:lnTo>
                  <a:lnTo>
                    <a:pt x="0" y="68309"/>
                  </a:lnTo>
                  <a:lnTo>
                    <a:pt x="134189" y="68309"/>
                  </a:lnTo>
                  <a:lnTo>
                    <a:pt x="134189" y="51710"/>
                  </a:lnTo>
                  <a:close/>
                </a:path>
              </a:pathLst>
            </a:custGeom>
            <a:grpFill/>
            <a:ln w="6390" cap="flat">
              <a:noFill/>
              <a:prstDash val="solid"/>
              <a:miter/>
            </a:ln>
          </p:spPr>
          <p:txBody>
            <a:bodyPr rtlCol="0" anchor="ctr"/>
            <a:lstStyle/>
            <a:p>
              <a:endParaRPr lang="en-US"/>
            </a:p>
          </p:txBody>
        </p:sp>
        <p:sp>
          <p:nvSpPr>
            <p:cNvPr id="49" name="Graphic 1100">
              <a:extLst>
                <a:ext uri="{FF2B5EF4-FFF2-40B4-BE49-F238E27FC236}">
                  <a16:creationId xmlns:a16="http://schemas.microsoft.com/office/drawing/2014/main" id="{6EA07CE4-6225-494C-B83B-9DA39CE011E4}"/>
                </a:ext>
              </a:extLst>
            </p:cNvPr>
            <p:cNvSpPr/>
            <p:nvPr/>
          </p:nvSpPr>
          <p:spPr>
            <a:xfrm>
              <a:off x="5274254" y="1598875"/>
              <a:ext cx="13418" cy="12767"/>
            </a:xfrm>
            <a:custGeom>
              <a:avLst/>
              <a:gdLst>
                <a:gd name="connsiteX0" fmla="*/ 8307 w 13418"/>
                <a:gd name="connsiteY0" fmla="*/ 0 h 12767"/>
                <a:gd name="connsiteX1" fmla="*/ 0 w 13418"/>
                <a:gd name="connsiteY1" fmla="*/ 0 h 12767"/>
                <a:gd name="connsiteX2" fmla="*/ 0 w 13418"/>
                <a:gd name="connsiteY2" fmla="*/ 12768 h 12767"/>
                <a:gd name="connsiteX3" fmla="*/ 8307 w 13418"/>
                <a:gd name="connsiteY3" fmla="*/ 12768 h 12767"/>
                <a:gd name="connsiteX4" fmla="*/ 13419 w 13418"/>
                <a:gd name="connsiteY4" fmla="*/ 6384 h 12767"/>
                <a:gd name="connsiteX5" fmla="*/ 12141 w 13418"/>
                <a:gd name="connsiteY5" fmla="*/ 1277 h 12767"/>
                <a:gd name="connsiteX6" fmla="*/ 8307 w 13418"/>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18" h="12767">
                  <a:moveTo>
                    <a:pt x="8307" y="0"/>
                  </a:moveTo>
                  <a:lnTo>
                    <a:pt x="0" y="0"/>
                  </a:lnTo>
                  <a:lnTo>
                    <a:pt x="0" y="12768"/>
                  </a:lnTo>
                  <a:lnTo>
                    <a:pt x="8307" y="12768"/>
                  </a:lnTo>
                  <a:cubicBezTo>
                    <a:pt x="12141" y="12768"/>
                    <a:pt x="13419" y="10214"/>
                    <a:pt x="13419" y="6384"/>
                  </a:cubicBezTo>
                  <a:cubicBezTo>
                    <a:pt x="13419" y="4469"/>
                    <a:pt x="13419" y="2554"/>
                    <a:pt x="12141" y="1277"/>
                  </a:cubicBezTo>
                  <a:cubicBezTo>
                    <a:pt x="11502" y="638"/>
                    <a:pt x="10224" y="0"/>
                    <a:pt x="8307" y="0"/>
                  </a:cubicBezTo>
                  <a:close/>
                </a:path>
              </a:pathLst>
            </a:custGeom>
            <a:grpFill/>
            <a:ln w="6390" cap="flat">
              <a:noFill/>
              <a:prstDash val="solid"/>
              <a:miter/>
            </a:ln>
          </p:spPr>
          <p:txBody>
            <a:bodyPr rtlCol="0" anchor="ctr"/>
            <a:lstStyle/>
            <a:p>
              <a:endParaRPr lang="en-US"/>
            </a:p>
          </p:txBody>
        </p:sp>
        <p:sp>
          <p:nvSpPr>
            <p:cNvPr id="50" name="Graphic 1100">
              <a:extLst>
                <a:ext uri="{FF2B5EF4-FFF2-40B4-BE49-F238E27FC236}">
                  <a16:creationId xmlns:a16="http://schemas.microsoft.com/office/drawing/2014/main" id="{041DDA29-3466-FE4D-AC3C-D75435368A6E}"/>
                </a:ext>
              </a:extLst>
            </p:cNvPr>
            <p:cNvSpPr/>
            <p:nvPr/>
          </p:nvSpPr>
          <p:spPr>
            <a:xfrm>
              <a:off x="5310037" y="1499923"/>
              <a:ext cx="29393" cy="29366"/>
            </a:xfrm>
            <a:custGeom>
              <a:avLst/>
              <a:gdLst>
                <a:gd name="connsiteX0" fmla="*/ 0 w 29393"/>
                <a:gd name="connsiteY0" fmla="*/ 0 h 29366"/>
                <a:gd name="connsiteX1" fmla="*/ 0 w 29393"/>
                <a:gd name="connsiteY1" fmla="*/ 29366 h 29366"/>
                <a:gd name="connsiteX2" fmla="*/ 29394 w 29393"/>
                <a:gd name="connsiteY2" fmla="*/ 29366 h 29366"/>
              </a:gdLst>
              <a:ahLst/>
              <a:cxnLst>
                <a:cxn ang="0">
                  <a:pos x="connsiteX0" y="connsiteY0"/>
                </a:cxn>
                <a:cxn ang="0">
                  <a:pos x="connsiteX1" y="connsiteY1"/>
                </a:cxn>
                <a:cxn ang="0">
                  <a:pos x="connsiteX2" y="connsiteY2"/>
                </a:cxn>
              </a:cxnLst>
              <a:rect l="l" t="t" r="r" b="b"/>
              <a:pathLst>
                <a:path w="29393" h="29366">
                  <a:moveTo>
                    <a:pt x="0" y="0"/>
                  </a:moveTo>
                  <a:lnTo>
                    <a:pt x="0" y="29366"/>
                  </a:lnTo>
                  <a:lnTo>
                    <a:pt x="29394" y="29366"/>
                  </a:lnTo>
                  <a:close/>
                </a:path>
              </a:pathLst>
            </a:custGeom>
            <a:grpFill/>
            <a:ln w="6390" cap="flat">
              <a:noFill/>
              <a:prstDash val="solid"/>
              <a:miter/>
            </a:ln>
          </p:spPr>
          <p:txBody>
            <a:bodyPr rtlCol="0" anchor="ctr"/>
            <a:lstStyle/>
            <a:p>
              <a:endParaRPr lang="en-US"/>
            </a:p>
          </p:txBody>
        </p:sp>
        <p:sp>
          <p:nvSpPr>
            <p:cNvPr id="51" name="Graphic 1100">
              <a:extLst>
                <a:ext uri="{FF2B5EF4-FFF2-40B4-BE49-F238E27FC236}">
                  <a16:creationId xmlns:a16="http://schemas.microsoft.com/office/drawing/2014/main" id="{DABC7639-CCB3-3F4C-A6D4-C594B1395626}"/>
                </a:ext>
              </a:extLst>
            </p:cNvPr>
            <p:cNvSpPr/>
            <p:nvPr/>
          </p:nvSpPr>
          <p:spPr>
            <a:xfrm>
              <a:off x="5099808" y="14067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83713 w 362309"/>
                <a:gd name="connsiteY7" fmla="*/ 254082 h 361971"/>
                <a:gd name="connsiteX8" fmla="*/ 277323 w 362309"/>
                <a:gd name="connsiteY8" fmla="*/ 260466 h 361971"/>
                <a:gd name="connsiteX9" fmla="*/ 261349 w 362309"/>
                <a:gd name="connsiteY9" fmla="*/ 260466 h 361971"/>
                <a:gd name="connsiteX10" fmla="*/ 261349 w 362309"/>
                <a:gd name="connsiteY10" fmla="*/ 283449 h 361971"/>
                <a:gd name="connsiteX11" fmla="*/ 254959 w 362309"/>
                <a:gd name="connsiteY11" fmla="*/ 289833 h 361971"/>
                <a:gd name="connsiteX12" fmla="*/ 107990 w 362309"/>
                <a:gd name="connsiteY12" fmla="*/ 289833 h 361971"/>
                <a:gd name="connsiteX13" fmla="*/ 101600 w 362309"/>
                <a:gd name="connsiteY13" fmla="*/ 283449 h 361971"/>
                <a:gd name="connsiteX14" fmla="*/ 101600 w 362309"/>
                <a:gd name="connsiteY14" fmla="*/ 260466 h 361971"/>
                <a:gd name="connsiteX15" fmla="*/ 85625 w 362309"/>
                <a:gd name="connsiteY15" fmla="*/ 260466 h 361971"/>
                <a:gd name="connsiteX16" fmla="*/ 79235 w 362309"/>
                <a:gd name="connsiteY16" fmla="*/ 254082 h 361971"/>
                <a:gd name="connsiteX17" fmla="*/ 79235 w 362309"/>
                <a:gd name="connsiteY17" fmla="*/ 158323 h 361971"/>
                <a:gd name="connsiteX18" fmla="*/ 85625 w 362309"/>
                <a:gd name="connsiteY18" fmla="*/ 151939 h 361971"/>
                <a:gd name="connsiteX19" fmla="*/ 101600 w 362309"/>
                <a:gd name="connsiteY19" fmla="*/ 151939 h 361971"/>
                <a:gd name="connsiteX20" fmla="*/ 101600 w 362309"/>
                <a:gd name="connsiteY20" fmla="*/ 77885 h 361971"/>
                <a:gd name="connsiteX21" fmla="*/ 107990 w 362309"/>
                <a:gd name="connsiteY21" fmla="*/ 71501 h 361971"/>
                <a:gd name="connsiteX22" fmla="*/ 203839 w 362309"/>
                <a:gd name="connsiteY22" fmla="*/ 71501 h 361971"/>
                <a:gd name="connsiteX23" fmla="*/ 206395 w 362309"/>
                <a:gd name="connsiteY23" fmla="*/ 72139 h 361971"/>
                <a:gd name="connsiteX24" fmla="*/ 208312 w 362309"/>
                <a:gd name="connsiteY24" fmla="*/ 73416 h 361971"/>
                <a:gd name="connsiteX25" fmla="*/ 260071 w 362309"/>
                <a:gd name="connsiteY25" fmla="*/ 125126 h 361971"/>
                <a:gd name="connsiteX26" fmla="*/ 261349 w 362309"/>
                <a:gd name="connsiteY26" fmla="*/ 127041 h 361971"/>
                <a:gd name="connsiteX27" fmla="*/ 261987 w 362309"/>
                <a:gd name="connsiteY27" fmla="*/ 129595 h 361971"/>
                <a:gd name="connsiteX28" fmla="*/ 261987 w 362309"/>
                <a:gd name="connsiteY28" fmla="*/ 152577 h 361971"/>
                <a:gd name="connsiteX29" fmla="*/ 277962 w 362309"/>
                <a:gd name="connsiteY29" fmla="*/ 152577 h 361971"/>
                <a:gd name="connsiteX30" fmla="*/ 284352 w 362309"/>
                <a:gd name="connsiteY30" fmla="*/ 158961 h 361971"/>
                <a:gd name="connsiteX31" fmla="*/ 283713 w 362309"/>
                <a:gd name="connsiteY31" fmla="*/ 25408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ubicBezTo>
                    <a:pt x="181474" y="0"/>
                    <a:pt x="181474" y="0"/>
                    <a:pt x="181474" y="0"/>
                  </a:cubicBezTo>
                  <a:close/>
                  <a:moveTo>
                    <a:pt x="283713" y="254082"/>
                  </a:moveTo>
                  <a:cubicBezTo>
                    <a:pt x="283713" y="257913"/>
                    <a:pt x="281157" y="260466"/>
                    <a:pt x="277323" y="260466"/>
                  </a:cubicBezTo>
                  <a:lnTo>
                    <a:pt x="261349" y="260466"/>
                  </a:lnTo>
                  <a:lnTo>
                    <a:pt x="261349" y="283449"/>
                  </a:lnTo>
                  <a:cubicBezTo>
                    <a:pt x="261349" y="287279"/>
                    <a:pt x="258792" y="289833"/>
                    <a:pt x="254959" y="289833"/>
                  </a:cubicBezTo>
                  <a:lnTo>
                    <a:pt x="107990" y="289833"/>
                  </a:lnTo>
                  <a:cubicBezTo>
                    <a:pt x="104156" y="289833"/>
                    <a:pt x="101600" y="287279"/>
                    <a:pt x="101600" y="283449"/>
                  </a:cubicBezTo>
                  <a:lnTo>
                    <a:pt x="101600" y="260466"/>
                  </a:lnTo>
                  <a:lnTo>
                    <a:pt x="85625" y="260466"/>
                  </a:lnTo>
                  <a:cubicBezTo>
                    <a:pt x="81792" y="260466"/>
                    <a:pt x="79235" y="257913"/>
                    <a:pt x="79235" y="254082"/>
                  </a:cubicBezTo>
                  <a:lnTo>
                    <a:pt x="79235" y="158323"/>
                  </a:lnTo>
                  <a:cubicBezTo>
                    <a:pt x="79235" y="154492"/>
                    <a:pt x="81792" y="151939"/>
                    <a:pt x="85625" y="151939"/>
                  </a:cubicBezTo>
                  <a:lnTo>
                    <a:pt x="101600" y="151939"/>
                  </a:lnTo>
                  <a:lnTo>
                    <a:pt x="101600" y="77885"/>
                  </a:lnTo>
                  <a:cubicBezTo>
                    <a:pt x="101600" y="74054"/>
                    <a:pt x="104156" y="71501"/>
                    <a:pt x="107990" y="71501"/>
                  </a:cubicBezTo>
                  <a:lnTo>
                    <a:pt x="203839" y="71501"/>
                  </a:lnTo>
                  <a:cubicBezTo>
                    <a:pt x="204478" y="71501"/>
                    <a:pt x="205756" y="71501"/>
                    <a:pt x="206395" y="72139"/>
                  </a:cubicBezTo>
                  <a:cubicBezTo>
                    <a:pt x="207034" y="72139"/>
                    <a:pt x="207673" y="72777"/>
                    <a:pt x="208312" y="73416"/>
                  </a:cubicBezTo>
                  <a:lnTo>
                    <a:pt x="260071" y="125126"/>
                  </a:lnTo>
                  <a:cubicBezTo>
                    <a:pt x="260710" y="125764"/>
                    <a:pt x="261349" y="126403"/>
                    <a:pt x="261349" y="127041"/>
                  </a:cubicBezTo>
                  <a:cubicBezTo>
                    <a:pt x="261987" y="127680"/>
                    <a:pt x="261987" y="128318"/>
                    <a:pt x="261987" y="129595"/>
                  </a:cubicBezTo>
                  <a:lnTo>
                    <a:pt x="261987" y="152577"/>
                  </a:lnTo>
                  <a:lnTo>
                    <a:pt x="277962" y="152577"/>
                  </a:lnTo>
                  <a:cubicBezTo>
                    <a:pt x="281796" y="152577"/>
                    <a:pt x="284352" y="155131"/>
                    <a:pt x="284352" y="158961"/>
                  </a:cubicBezTo>
                  <a:lnTo>
                    <a:pt x="283713" y="254082"/>
                  </a:lnTo>
                  <a:close/>
                </a:path>
              </a:pathLst>
            </a:custGeom>
            <a:grpFill/>
            <a:ln w="6390" cap="flat">
              <a:noFill/>
              <a:prstDash val="solid"/>
              <a:miter/>
            </a:ln>
          </p:spPr>
          <p:txBody>
            <a:bodyPr rtlCol="0" anchor="ctr"/>
            <a:lstStyle/>
            <a:p>
              <a:endParaRPr lang="en-US"/>
            </a:p>
          </p:txBody>
        </p:sp>
        <p:sp>
          <p:nvSpPr>
            <p:cNvPr id="52" name="Graphic 1100">
              <a:extLst>
                <a:ext uri="{FF2B5EF4-FFF2-40B4-BE49-F238E27FC236}">
                  <a16:creationId xmlns:a16="http://schemas.microsoft.com/office/drawing/2014/main" id="{389E2DC8-A8A1-854B-AC99-4E965FDBF412}"/>
                </a:ext>
              </a:extLst>
            </p:cNvPr>
            <p:cNvSpPr/>
            <p:nvPr/>
          </p:nvSpPr>
          <p:spPr>
            <a:xfrm>
              <a:off x="5191823" y="1571424"/>
              <a:ext cx="178279" cy="82991"/>
            </a:xfrm>
            <a:custGeom>
              <a:avLst/>
              <a:gdLst>
                <a:gd name="connsiteX0" fmla="*/ 0 w 178279"/>
                <a:gd name="connsiteY0" fmla="*/ 0 h 82991"/>
                <a:gd name="connsiteX1" fmla="*/ 0 w 178279"/>
                <a:gd name="connsiteY1" fmla="*/ 82992 h 82991"/>
                <a:gd name="connsiteX2" fmla="*/ 178279 w 178279"/>
                <a:gd name="connsiteY2" fmla="*/ 82992 h 82991"/>
                <a:gd name="connsiteX3" fmla="*/ 178279 w 178279"/>
                <a:gd name="connsiteY3" fmla="*/ 0 h 82991"/>
                <a:gd name="connsiteX4" fmla="*/ 0 w 178279"/>
                <a:gd name="connsiteY4" fmla="*/ 0 h 82991"/>
                <a:gd name="connsiteX5" fmla="*/ 54953 w 178279"/>
                <a:gd name="connsiteY5" fmla="*/ 47880 h 82991"/>
                <a:gd name="connsiteX6" fmla="*/ 42173 w 178279"/>
                <a:gd name="connsiteY6" fmla="*/ 52987 h 82991"/>
                <a:gd name="connsiteX7" fmla="*/ 33867 w 178279"/>
                <a:gd name="connsiteY7" fmla="*/ 52987 h 82991"/>
                <a:gd name="connsiteX8" fmla="*/ 33867 w 178279"/>
                <a:gd name="connsiteY8" fmla="*/ 65117 h 82991"/>
                <a:gd name="connsiteX9" fmla="*/ 27477 w 178279"/>
                <a:gd name="connsiteY9" fmla="*/ 71501 h 82991"/>
                <a:gd name="connsiteX10" fmla="*/ 21087 w 178279"/>
                <a:gd name="connsiteY10" fmla="*/ 65117 h 82991"/>
                <a:gd name="connsiteX11" fmla="*/ 21087 w 178279"/>
                <a:gd name="connsiteY11" fmla="*/ 21067 h 82991"/>
                <a:gd name="connsiteX12" fmla="*/ 27477 w 178279"/>
                <a:gd name="connsiteY12" fmla="*/ 14683 h 82991"/>
                <a:gd name="connsiteX13" fmla="*/ 42173 w 178279"/>
                <a:gd name="connsiteY13" fmla="*/ 14683 h 82991"/>
                <a:gd name="connsiteX14" fmla="*/ 54953 w 178279"/>
                <a:gd name="connsiteY14" fmla="*/ 19790 h 82991"/>
                <a:gd name="connsiteX15" fmla="*/ 60066 w 178279"/>
                <a:gd name="connsiteY15" fmla="*/ 33835 h 82991"/>
                <a:gd name="connsiteX16" fmla="*/ 54953 w 178279"/>
                <a:gd name="connsiteY16" fmla="*/ 47880 h 82991"/>
                <a:gd name="connsiteX17" fmla="*/ 103517 w 178279"/>
                <a:gd name="connsiteY17" fmla="*/ 47880 h 82991"/>
                <a:gd name="connsiteX18" fmla="*/ 90737 w 178279"/>
                <a:gd name="connsiteY18" fmla="*/ 52987 h 82991"/>
                <a:gd name="connsiteX19" fmla="*/ 82430 w 178279"/>
                <a:gd name="connsiteY19" fmla="*/ 52987 h 82991"/>
                <a:gd name="connsiteX20" fmla="*/ 82430 w 178279"/>
                <a:gd name="connsiteY20" fmla="*/ 65117 h 82991"/>
                <a:gd name="connsiteX21" fmla="*/ 76040 w 178279"/>
                <a:gd name="connsiteY21" fmla="*/ 71501 h 82991"/>
                <a:gd name="connsiteX22" fmla="*/ 69650 w 178279"/>
                <a:gd name="connsiteY22" fmla="*/ 65117 h 82991"/>
                <a:gd name="connsiteX23" fmla="*/ 69650 w 178279"/>
                <a:gd name="connsiteY23" fmla="*/ 21067 h 82991"/>
                <a:gd name="connsiteX24" fmla="*/ 76040 w 178279"/>
                <a:gd name="connsiteY24" fmla="*/ 14683 h 82991"/>
                <a:gd name="connsiteX25" fmla="*/ 90737 w 178279"/>
                <a:gd name="connsiteY25" fmla="*/ 14683 h 82991"/>
                <a:gd name="connsiteX26" fmla="*/ 103517 w 178279"/>
                <a:gd name="connsiteY26" fmla="*/ 19790 h 82991"/>
                <a:gd name="connsiteX27" fmla="*/ 108629 w 178279"/>
                <a:gd name="connsiteY27" fmla="*/ 33835 h 82991"/>
                <a:gd name="connsiteX28" fmla="*/ 103517 w 178279"/>
                <a:gd name="connsiteY28" fmla="*/ 47880 h 82991"/>
                <a:gd name="connsiteX29" fmla="*/ 154637 w 178279"/>
                <a:gd name="connsiteY29" fmla="*/ 27451 h 82991"/>
                <a:gd name="connsiteX30" fmla="*/ 143774 w 178279"/>
                <a:gd name="connsiteY30" fmla="*/ 27451 h 82991"/>
                <a:gd name="connsiteX31" fmla="*/ 143774 w 178279"/>
                <a:gd name="connsiteY31" fmla="*/ 65755 h 82991"/>
                <a:gd name="connsiteX32" fmla="*/ 137384 w 178279"/>
                <a:gd name="connsiteY32" fmla="*/ 72139 h 82991"/>
                <a:gd name="connsiteX33" fmla="*/ 130994 w 178279"/>
                <a:gd name="connsiteY33" fmla="*/ 65755 h 82991"/>
                <a:gd name="connsiteX34" fmla="*/ 130994 w 178279"/>
                <a:gd name="connsiteY34" fmla="*/ 27451 h 82991"/>
                <a:gd name="connsiteX35" fmla="*/ 120131 w 178279"/>
                <a:gd name="connsiteY35" fmla="*/ 27451 h 82991"/>
                <a:gd name="connsiteX36" fmla="*/ 113741 w 178279"/>
                <a:gd name="connsiteY36" fmla="*/ 21067 h 82991"/>
                <a:gd name="connsiteX37" fmla="*/ 120131 w 178279"/>
                <a:gd name="connsiteY37" fmla="*/ 14683 h 82991"/>
                <a:gd name="connsiteX38" fmla="*/ 154637 w 178279"/>
                <a:gd name="connsiteY38" fmla="*/ 14683 h 82991"/>
                <a:gd name="connsiteX39" fmla="*/ 161027 w 178279"/>
                <a:gd name="connsiteY39" fmla="*/ 21067 h 82991"/>
                <a:gd name="connsiteX40" fmla="*/ 154637 w 178279"/>
                <a:gd name="connsiteY40" fmla="*/ 27451 h 82991"/>
                <a:gd name="connsiteX41" fmla="*/ 154637 w 178279"/>
                <a:gd name="connsiteY41" fmla="*/ 27451 h 82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78279" h="82991">
                  <a:moveTo>
                    <a:pt x="0" y="0"/>
                  </a:moveTo>
                  <a:lnTo>
                    <a:pt x="0" y="82992"/>
                  </a:lnTo>
                  <a:lnTo>
                    <a:pt x="178279" y="82992"/>
                  </a:lnTo>
                  <a:lnTo>
                    <a:pt x="178279" y="0"/>
                  </a:lnTo>
                  <a:lnTo>
                    <a:pt x="0" y="0"/>
                  </a:lnTo>
                  <a:close/>
                  <a:moveTo>
                    <a:pt x="54953" y="47880"/>
                  </a:moveTo>
                  <a:cubicBezTo>
                    <a:pt x="51758" y="51072"/>
                    <a:pt x="46646" y="52987"/>
                    <a:pt x="42173" y="52987"/>
                  </a:cubicBezTo>
                  <a:lnTo>
                    <a:pt x="33867" y="52987"/>
                  </a:lnTo>
                  <a:lnTo>
                    <a:pt x="33867" y="65117"/>
                  </a:lnTo>
                  <a:cubicBezTo>
                    <a:pt x="33867" y="68947"/>
                    <a:pt x="31311" y="71501"/>
                    <a:pt x="27477" y="71501"/>
                  </a:cubicBezTo>
                  <a:cubicBezTo>
                    <a:pt x="23643" y="71501"/>
                    <a:pt x="21087" y="68947"/>
                    <a:pt x="21087" y="65117"/>
                  </a:cubicBezTo>
                  <a:lnTo>
                    <a:pt x="21087" y="21067"/>
                  </a:lnTo>
                  <a:cubicBezTo>
                    <a:pt x="21087" y="17237"/>
                    <a:pt x="23643" y="14683"/>
                    <a:pt x="27477" y="14683"/>
                  </a:cubicBezTo>
                  <a:lnTo>
                    <a:pt x="42173" y="14683"/>
                  </a:lnTo>
                  <a:cubicBezTo>
                    <a:pt x="46646" y="14683"/>
                    <a:pt x="51758" y="16598"/>
                    <a:pt x="54953" y="19790"/>
                  </a:cubicBezTo>
                  <a:cubicBezTo>
                    <a:pt x="58788" y="23621"/>
                    <a:pt x="60704" y="28728"/>
                    <a:pt x="60066" y="33835"/>
                  </a:cubicBezTo>
                  <a:cubicBezTo>
                    <a:pt x="60704" y="38942"/>
                    <a:pt x="58788" y="44050"/>
                    <a:pt x="54953" y="47880"/>
                  </a:cubicBezTo>
                  <a:close/>
                  <a:moveTo>
                    <a:pt x="103517" y="47880"/>
                  </a:moveTo>
                  <a:cubicBezTo>
                    <a:pt x="100322" y="51072"/>
                    <a:pt x="95210" y="52987"/>
                    <a:pt x="90737" y="52987"/>
                  </a:cubicBezTo>
                  <a:lnTo>
                    <a:pt x="82430" y="52987"/>
                  </a:lnTo>
                  <a:lnTo>
                    <a:pt x="82430" y="65117"/>
                  </a:lnTo>
                  <a:cubicBezTo>
                    <a:pt x="82430" y="68947"/>
                    <a:pt x="79874" y="71501"/>
                    <a:pt x="76040" y="71501"/>
                  </a:cubicBezTo>
                  <a:cubicBezTo>
                    <a:pt x="72206" y="71501"/>
                    <a:pt x="69650" y="68947"/>
                    <a:pt x="69650" y="65117"/>
                  </a:cubicBezTo>
                  <a:lnTo>
                    <a:pt x="69650" y="21067"/>
                  </a:lnTo>
                  <a:cubicBezTo>
                    <a:pt x="69650" y="17237"/>
                    <a:pt x="72206" y="14683"/>
                    <a:pt x="76040" y="14683"/>
                  </a:cubicBezTo>
                  <a:lnTo>
                    <a:pt x="90737" y="14683"/>
                  </a:lnTo>
                  <a:cubicBezTo>
                    <a:pt x="95210" y="14683"/>
                    <a:pt x="100322" y="16598"/>
                    <a:pt x="103517" y="19790"/>
                  </a:cubicBezTo>
                  <a:cubicBezTo>
                    <a:pt x="107351" y="23621"/>
                    <a:pt x="109268" y="28728"/>
                    <a:pt x="108629" y="33835"/>
                  </a:cubicBezTo>
                  <a:cubicBezTo>
                    <a:pt x="109268" y="38942"/>
                    <a:pt x="107351" y="44050"/>
                    <a:pt x="103517" y="47880"/>
                  </a:cubicBezTo>
                  <a:close/>
                  <a:moveTo>
                    <a:pt x="154637" y="27451"/>
                  </a:moveTo>
                  <a:lnTo>
                    <a:pt x="143774" y="27451"/>
                  </a:lnTo>
                  <a:lnTo>
                    <a:pt x="143774" y="65755"/>
                  </a:lnTo>
                  <a:cubicBezTo>
                    <a:pt x="143774" y="69585"/>
                    <a:pt x="141217" y="72139"/>
                    <a:pt x="137384" y="72139"/>
                  </a:cubicBezTo>
                  <a:cubicBezTo>
                    <a:pt x="133550" y="72139"/>
                    <a:pt x="130994" y="69585"/>
                    <a:pt x="130994" y="65755"/>
                  </a:cubicBezTo>
                  <a:lnTo>
                    <a:pt x="130994" y="27451"/>
                  </a:lnTo>
                  <a:lnTo>
                    <a:pt x="120131" y="27451"/>
                  </a:lnTo>
                  <a:cubicBezTo>
                    <a:pt x="116297" y="27451"/>
                    <a:pt x="113741" y="24898"/>
                    <a:pt x="113741" y="21067"/>
                  </a:cubicBezTo>
                  <a:cubicBezTo>
                    <a:pt x="113741" y="17237"/>
                    <a:pt x="116297" y="14683"/>
                    <a:pt x="120131" y="14683"/>
                  </a:cubicBezTo>
                  <a:lnTo>
                    <a:pt x="154637" y="14683"/>
                  </a:lnTo>
                  <a:cubicBezTo>
                    <a:pt x="158470" y="14683"/>
                    <a:pt x="161027" y="17237"/>
                    <a:pt x="161027" y="21067"/>
                  </a:cubicBezTo>
                  <a:cubicBezTo>
                    <a:pt x="161027" y="24898"/>
                    <a:pt x="158470" y="27451"/>
                    <a:pt x="154637" y="27451"/>
                  </a:cubicBezTo>
                  <a:lnTo>
                    <a:pt x="154637" y="27451"/>
                  </a:lnTo>
                  <a:close/>
                </a:path>
              </a:pathLst>
            </a:custGeom>
            <a:grpFill/>
            <a:ln w="6390" cap="flat">
              <a:noFill/>
              <a:prstDash val="solid"/>
              <a:miter/>
            </a:ln>
          </p:spPr>
          <p:txBody>
            <a:bodyPr rtlCol="0" anchor="ctr"/>
            <a:lstStyle/>
            <a:p>
              <a:endParaRPr lang="en-US"/>
            </a:p>
          </p:txBody>
        </p:sp>
      </p:grpSp>
      <p:sp>
        <p:nvSpPr>
          <p:cNvPr id="58" name="Graphic 1100">
            <a:extLst>
              <a:ext uri="{FF2B5EF4-FFF2-40B4-BE49-F238E27FC236}">
                <a16:creationId xmlns:a16="http://schemas.microsoft.com/office/drawing/2014/main" id="{6393D1F2-3912-5842-BA03-1EA97BB084B2}"/>
              </a:ext>
            </a:extLst>
          </p:cNvPr>
          <p:cNvSpPr>
            <a:spLocks noChangeAspect="1"/>
          </p:cNvSpPr>
          <p:nvPr/>
        </p:nvSpPr>
        <p:spPr>
          <a:xfrm>
            <a:off x="10226046" y="3605661"/>
            <a:ext cx="468000" cy="468390"/>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20131 w 361670"/>
              <a:gd name="connsiteY6" fmla="*/ 190243 h 361971"/>
              <a:gd name="connsiteX7" fmla="*/ 129076 w 361670"/>
              <a:gd name="connsiteY7" fmla="*/ 190243 h 361971"/>
              <a:gd name="connsiteX8" fmla="*/ 129076 w 361670"/>
              <a:gd name="connsiteY8" fmla="*/ 190243 h 361971"/>
              <a:gd name="connsiteX9" fmla="*/ 174446 w 361670"/>
              <a:gd name="connsiteY9" fmla="*/ 235569 h 361971"/>
              <a:gd name="connsiteX10" fmla="*/ 174446 w 361670"/>
              <a:gd name="connsiteY10" fmla="*/ 82992 h 361971"/>
              <a:gd name="connsiteX11" fmla="*/ 180836 w 361670"/>
              <a:gd name="connsiteY11" fmla="*/ 76608 h 361971"/>
              <a:gd name="connsiteX12" fmla="*/ 187225 w 361670"/>
              <a:gd name="connsiteY12" fmla="*/ 82992 h 361971"/>
              <a:gd name="connsiteX13" fmla="*/ 187225 w 361670"/>
              <a:gd name="connsiteY13" fmla="*/ 235569 h 361971"/>
              <a:gd name="connsiteX14" fmla="*/ 232594 w 361670"/>
              <a:gd name="connsiteY14" fmla="*/ 190243 h 361971"/>
              <a:gd name="connsiteX15" fmla="*/ 241540 w 361670"/>
              <a:gd name="connsiteY15" fmla="*/ 190243 h 361971"/>
              <a:gd name="connsiteX16" fmla="*/ 241540 w 361670"/>
              <a:gd name="connsiteY16" fmla="*/ 199180 h 361971"/>
              <a:gd name="connsiteX17" fmla="*/ 241540 w 361670"/>
              <a:gd name="connsiteY17" fmla="*/ 199180 h 361971"/>
              <a:gd name="connsiteX18" fmla="*/ 185308 w 361670"/>
              <a:gd name="connsiteY18" fmla="*/ 255359 h 361971"/>
              <a:gd name="connsiteX19" fmla="*/ 183391 w 361670"/>
              <a:gd name="connsiteY19" fmla="*/ 256636 h 361971"/>
              <a:gd name="connsiteX20" fmla="*/ 178279 w 361670"/>
              <a:gd name="connsiteY20" fmla="*/ 256636 h 361971"/>
              <a:gd name="connsiteX21" fmla="*/ 176362 w 361670"/>
              <a:gd name="connsiteY21" fmla="*/ 255359 h 361971"/>
              <a:gd name="connsiteX22" fmla="*/ 120131 w 361670"/>
              <a:gd name="connsiteY22" fmla="*/ 199180 h 361971"/>
              <a:gd name="connsiteX23" fmla="*/ 120131 w 361670"/>
              <a:gd name="connsiteY23" fmla="*/ 190243 h 361971"/>
              <a:gd name="connsiteX24" fmla="*/ 120131 w 361670"/>
              <a:gd name="connsiteY24" fmla="*/ 190243 h 361971"/>
              <a:gd name="connsiteX25" fmla="*/ 120131 w 361670"/>
              <a:gd name="connsiteY25" fmla="*/ 190243 h 361971"/>
              <a:gd name="connsiteX26" fmla="*/ 257515 w 361670"/>
              <a:gd name="connsiteY26" fmla="*/ 278980 h 361971"/>
              <a:gd name="connsiteX27" fmla="*/ 251125 w 361670"/>
              <a:gd name="connsiteY27" fmla="*/ 285364 h 361971"/>
              <a:gd name="connsiteX28" fmla="*/ 110546 w 361670"/>
              <a:gd name="connsiteY28" fmla="*/ 285364 h 361971"/>
              <a:gd name="connsiteX29" fmla="*/ 104156 w 361670"/>
              <a:gd name="connsiteY29" fmla="*/ 278980 h 361971"/>
              <a:gd name="connsiteX30" fmla="*/ 104156 w 361670"/>
              <a:gd name="connsiteY30" fmla="*/ 250891 h 361971"/>
              <a:gd name="connsiteX31" fmla="*/ 110546 w 361670"/>
              <a:gd name="connsiteY31" fmla="*/ 244507 h 361971"/>
              <a:gd name="connsiteX32" fmla="*/ 116936 w 361670"/>
              <a:gd name="connsiteY32" fmla="*/ 250891 h 361971"/>
              <a:gd name="connsiteX33" fmla="*/ 116936 w 361670"/>
              <a:gd name="connsiteY33" fmla="*/ 272596 h 361971"/>
              <a:gd name="connsiteX34" fmla="*/ 244735 w 361670"/>
              <a:gd name="connsiteY34" fmla="*/ 272596 h 361971"/>
              <a:gd name="connsiteX35" fmla="*/ 244735 w 361670"/>
              <a:gd name="connsiteY35" fmla="*/ 250891 h 361971"/>
              <a:gd name="connsiteX36" fmla="*/ 251125 w 361670"/>
              <a:gd name="connsiteY36" fmla="*/ 244507 h 361971"/>
              <a:gd name="connsiteX37" fmla="*/ 257515 w 361670"/>
              <a:gd name="connsiteY37" fmla="*/ 250891 h 361971"/>
              <a:gd name="connsiteX38" fmla="*/ 257515 w 361670"/>
              <a:gd name="connsiteY38" fmla="*/ 27898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1670" h="361971">
                <a:moveTo>
                  <a:pt x="180836" y="0"/>
                </a:moveTo>
                <a:cubicBezTo>
                  <a:pt x="80513" y="0"/>
                  <a:pt x="0" y="81077"/>
                  <a:pt x="0" y="180667"/>
                </a:cubicBezTo>
                <a:cubicBezTo>
                  <a:pt x="0" y="280895"/>
                  <a:pt x="81152" y="361972"/>
                  <a:pt x="180836" y="361972"/>
                </a:cubicBezTo>
                <a:cubicBezTo>
                  <a:pt x="281157" y="361972"/>
                  <a:pt x="361670" y="280895"/>
                  <a:pt x="361670" y="181305"/>
                </a:cubicBezTo>
                <a:cubicBezTo>
                  <a:pt x="361670" y="181305"/>
                  <a:pt x="361670" y="181305"/>
                  <a:pt x="361670" y="181305"/>
                </a:cubicBezTo>
                <a:cubicBezTo>
                  <a:pt x="361670" y="81077"/>
                  <a:pt x="280518" y="0"/>
                  <a:pt x="180836" y="0"/>
                </a:cubicBezTo>
                <a:close/>
                <a:moveTo>
                  <a:pt x="120131" y="190243"/>
                </a:moveTo>
                <a:cubicBezTo>
                  <a:pt x="122686" y="187689"/>
                  <a:pt x="126521" y="187689"/>
                  <a:pt x="129076" y="190243"/>
                </a:cubicBezTo>
                <a:cubicBezTo>
                  <a:pt x="129076" y="190243"/>
                  <a:pt x="129076" y="190243"/>
                  <a:pt x="129076" y="190243"/>
                </a:cubicBezTo>
                <a:lnTo>
                  <a:pt x="174446" y="235569"/>
                </a:lnTo>
                <a:lnTo>
                  <a:pt x="174446" y="82992"/>
                </a:lnTo>
                <a:cubicBezTo>
                  <a:pt x="174446" y="79161"/>
                  <a:pt x="177001" y="76608"/>
                  <a:pt x="180836" y="76608"/>
                </a:cubicBezTo>
                <a:cubicBezTo>
                  <a:pt x="184669" y="76608"/>
                  <a:pt x="187225" y="79161"/>
                  <a:pt x="187225" y="82992"/>
                </a:cubicBezTo>
                <a:lnTo>
                  <a:pt x="187225" y="235569"/>
                </a:lnTo>
                <a:lnTo>
                  <a:pt x="232594" y="190243"/>
                </a:lnTo>
                <a:cubicBezTo>
                  <a:pt x="235150" y="187689"/>
                  <a:pt x="238984" y="187689"/>
                  <a:pt x="241540" y="190243"/>
                </a:cubicBezTo>
                <a:cubicBezTo>
                  <a:pt x="244095" y="192796"/>
                  <a:pt x="244095" y="196627"/>
                  <a:pt x="241540" y="199180"/>
                </a:cubicBezTo>
                <a:cubicBezTo>
                  <a:pt x="241540" y="199180"/>
                  <a:pt x="241540" y="199180"/>
                  <a:pt x="241540" y="199180"/>
                </a:cubicBezTo>
                <a:lnTo>
                  <a:pt x="185308" y="255359"/>
                </a:lnTo>
                <a:cubicBezTo>
                  <a:pt x="184669" y="255998"/>
                  <a:pt x="184031" y="256636"/>
                  <a:pt x="183391" y="256636"/>
                </a:cubicBezTo>
                <a:cubicBezTo>
                  <a:pt x="182113" y="257275"/>
                  <a:pt x="180196" y="257275"/>
                  <a:pt x="178279" y="256636"/>
                </a:cubicBezTo>
                <a:cubicBezTo>
                  <a:pt x="177641" y="255998"/>
                  <a:pt x="177001" y="255998"/>
                  <a:pt x="176362" y="255359"/>
                </a:cubicBezTo>
                <a:lnTo>
                  <a:pt x="120131" y="199180"/>
                </a:lnTo>
                <a:cubicBezTo>
                  <a:pt x="117575" y="197265"/>
                  <a:pt x="117575" y="192796"/>
                  <a:pt x="120131" y="190243"/>
                </a:cubicBezTo>
                <a:cubicBezTo>
                  <a:pt x="120131" y="190243"/>
                  <a:pt x="120131" y="190243"/>
                  <a:pt x="120131" y="190243"/>
                </a:cubicBezTo>
                <a:lnTo>
                  <a:pt x="120131" y="190243"/>
                </a:lnTo>
                <a:close/>
                <a:moveTo>
                  <a:pt x="257515" y="278980"/>
                </a:moveTo>
                <a:cubicBezTo>
                  <a:pt x="257515" y="282811"/>
                  <a:pt x="254959" y="285364"/>
                  <a:pt x="251125" y="285364"/>
                </a:cubicBezTo>
                <a:lnTo>
                  <a:pt x="110546" y="285364"/>
                </a:lnTo>
                <a:cubicBezTo>
                  <a:pt x="106712" y="285364"/>
                  <a:pt x="104156" y="282811"/>
                  <a:pt x="104156" y="278980"/>
                </a:cubicBezTo>
                <a:lnTo>
                  <a:pt x="104156" y="250891"/>
                </a:lnTo>
                <a:cubicBezTo>
                  <a:pt x="104156" y="247060"/>
                  <a:pt x="106712" y="244507"/>
                  <a:pt x="110546" y="244507"/>
                </a:cubicBezTo>
                <a:cubicBezTo>
                  <a:pt x="114380" y="244507"/>
                  <a:pt x="116936" y="247060"/>
                  <a:pt x="116936" y="250891"/>
                </a:cubicBezTo>
                <a:lnTo>
                  <a:pt x="116936" y="272596"/>
                </a:lnTo>
                <a:lnTo>
                  <a:pt x="244735" y="272596"/>
                </a:lnTo>
                <a:lnTo>
                  <a:pt x="244735" y="250891"/>
                </a:lnTo>
                <a:cubicBezTo>
                  <a:pt x="244735" y="247060"/>
                  <a:pt x="247290" y="244507"/>
                  <a:pt x="251125" y="244507"/>
                </a:cubicBezTo>
                <a:cubicBezTo>
                  <a:pt x="254959" y="244507"/>
                  <a:pt x="257515" y="247060"/>
                  <a:pt x="257515" y="250891"/>
                </a:cubicBezTo>
                <a:lnTo>
                  <a:pt x="257515" y="278980"/>
                </a:lnTo>
                <a:close/>
              </a:path>
            </a:pathLst>
          </a:custGeom>
          <a:solidFill>
            <a:srgbClr val="007680"/>
          </a:solidFill>
          <a:ln w="6390" cap="flat">
            <a:noFill/>
            <a:prstDash val="solid"/>
            <a:miter/>
          </a:ln>
        </p:spPr>
        <p:txBody>
          <a:bodyPr rtlCol="0" anchor="ctr"/>
          <a:lstStyle/>
          <a:p>
            <a:endParaRPr lang="en-US"/>
          </a:p>
        </p:txBody>
      </p:sp>
      <p:grpSp>
        <p:nvGrpSpPr>
          <p:cNvPr id="59" name="Graphic 1100">
            <a:extLst>
              <a:ext uri="{FF2B5EF4-FFF2-40B4-BE49-F238E27FC236}">
                <a16:creationId xmlns:a16="http://schemas.microsoft.com/office/drawing/2014/main" id="{A3F3DD9B-91B2-0D49-8F36-24A41D04D4CD}"/>
              </a:ext>
            </a:extLst>
          </p:cNvPr>
          <p:cNvGrpSpPr>
            <a:grpSpLocks noChangeAspect="1"/>
          </p:cNvGrpSpPr>
          <p:nvPr/>
        </p:nvGrpSpPr>
        <p:grpSpPr>
          <a:xfrm>
            <a:off x="7493239" y="2184280"/>
            <a:ext cx="468000" cy="467558"/>
            <a:chOff x="9280105" y="3343617"/>
            <a:chExt cx="362309" cy="361971"/>
          </a:xfrm>
          <a:solidFill>
            <a:srgbClr val="007680"/>
          </a:solidFill>
        </p:grpSpPr>
        <p:sp>
          <p:nvSpPr>
            <p:cNvPr id="60" name="Graphic 1100">
              <a:extLst>
                <a:ext uri="{FF2B5EF4-FFF2-40B4-BE49-F238E27FC236}">
                  <a16:creationId xmlns:a16="http://schemas.microsoft.com/office/drawing/2014/main" id="{FE22A0F4-B673-9946-86E0-318947A54F7D}"/>
                </a:ext>
              </a:extLst>
            </p:cNvPr>
            <p:cNvSpPr/>
            <p:nvPr/>
          </p:nvSpPr>
          <p:spPr>
            <a:xfrm>
              <a:off x="9451994" y="3515347"/>
              <a:ext cx="40895" cy="41495"/>
            </a:xfrm>
            <a:custGeom>
              <a:avLst/>
              <a:gdLst>
                <a:gd name="connsiteX0" fmla="*/ 23004 w 40895"/>
                <a:gd name="connsiteY0" fmla="*/ 0 h 41495"/>
                <a:gd name="connsiteX1" fmla="*/ 23004 w 40895"/>
                <a:gd name="connsiteY1" fmla="*/ 17236 h 41495"/>
                <a:gd name="connsiteX2" fmla="*/ 16614 w 40895"/>
                <a:gd name="connsiteY2" fmla="*/ 23620 h 41495"/>
                <a:gd name="connsiteX3" fmla="*/ 0 w 40895"/>
                <a:gd name="connsiteY3" fmla="*/ 23620 h 41495"/>
                <a:gd name="connsiteX4" fmla="*/ 0 w 40895"/>
                <a:gd name="connsiteY4" fmla="*/ 24897 h 41495"/>
                <a:gd name="connsiteX5" fmla="*/ 0 w 40895"/>
                <a:gd name="connsiteY5" fmla="*/ 41496 h 41495"/>
                <a:gd name="connsiteX6" fmla="*/ 40896 w 40895"/>
                <a:gd name="connsiteY6" fmla="*/ 41496 h 41495"/>
                <a:gd name="connsiteX7" fmla="*/ 40896 w 40895"/>
                <a:gd name="connsiteY7" fmla="*/ 638 h 41495"/>
                <a:gd name="connsiteX8" fmla="*/ 24282 w 40895"/>
                <a:gd name="connsiteY8" fmla="*/ 638 h 41495"/>
                <a:gd name="connsiteX9" fmla="*/ 23004 w 40895"/>
                <a:gd name="connsiteY9" fmla="*/ 0 h 41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95" h="41495">
                  <a:moveTo>
                    <a:pt x="23004" y="0"/>
                  </a:moveTo>
                  <a:lnTo>
                    <a:pt x="23004" y="17236"/>
                  </a:lnTo>
                  <a:cubicBezTo>
                    <a:pt x="23004" y="21067"/>
                    <a:pt x="20448" y="23620"/>
                    <a:pt x="16614" y="23620"/>
                  </a:cubicBezTo>
                  <a:lnTo>
                    <a:pt x="0" y="23620"/>
                  </a:lnTo>
                  <a:cubicBezTo>
                    <a:pt x="0" y="24259"/>
                    <a:pt x="0" y="24259"/>
                    <a:pt x="0" y="24897"/>
                  </a:cubicBezTo>
                  <a:lnTo>
                    <a:pt x="0" y="41496"/>
                  </a:lnTo>
                  <a:lnTo>
                    <a:pt x="40896" y="41496"/>
                  </a:lnTo>
                  <a:lnTo>
                    <a:pt x="40896" y="638"/>
                  </a:lnTo>
                  <a:lnTo>
                    <a:pt x="24282" y="638"/>
                  </a:lnTo>
                  <a:cubicBezTo>
                    <a:pt x="23643" y="638"/>
                    <a:pt x="23643" y="638"/>
                    <a:pt x="23004" y="0"/>
                  </a:cubicBezTo>
                  <a:close/>
                </a:path>
              </a:pathLst>
            </a:custGeom>
            <a:grpFill/>
            <a:ln w="6390" cap="flat">
              <a:noFill/>
              <a:prstDash val="solid"/>
              <a:miter/>
            </a:ln>
          </p:spPr>
          <p:txBody>
            <a:bodyPr rtlCol="0" anchor="ctr"/>
            <a:lstStyle/>
            <a:p>
              <a:endParaRPr lang="en-US"/>
            </a:p>
          </p:txBody>
        </p:sp>
        <p:sp>
          <p:nvSpPr>
            <p:cNvPr id="61" name="Graphic 1100">
              <a:extLst>
                <a:ext uri="{FF2B5EF4-FFF2-40B4-BE49-F238E27FC236}">
                  <a16:creationId xmlns:a16="http://schemas.microsoft.com/office/drawing/2014/main" id="{3AB28245-DFD0-6848-B832-2ABB8041CDCA}"/>
                </a:ext>
              </a:extLst>
            </p:cNvPr>
            <p:cNvSpPr/>
            <p:nvPr/>
          </p:nvSpPr>
          <p:spPr>
            <a:xfrm>
              <a:off x="9428991" y="3493002"/>
              <a:ext cx="33227" cy="33196"/>
            </a:xfrm>
            <a:custGeom>
              <a:avLst/>
              <a:gdLst>
                <a:gd name="connsiteX0" fmla="*/ 0 w 33227"/>
                <a:gd name="connsiteY0" fmla="*/ 0 h 33196"/>
                <a:gd name="connsiteX1" fmla="*/ 33227 w 33227"/>
                <a:gd name="connsiteY1" fmla="*/ 0 h 33196"/>
                <a:gd name="connsiteX2" fmla="*/ 33227 w 33227"/>
                <a:gd name="connsiteY2" fmla="*/ 33197 h 33196"/>
                <a:gd name="connsiteX3" fmla="*/ 0 w 33227"/>
                <a:gd name="connsiteY3" fmla="*/ 33197 h 33196"/>
              </a:gdLst>
              <a:ahLst/>
              <a:cxnLst>
                <a:cxn ang="0">
                  <a:pos x="connsiteX0" y="connsiteY0"/>
                </a:cxn>
                <a:cxn ang="0">
                  <a:pos x="connsiteX1" y="connsiteY1"/>
                </a:cxn>
                <a:cxn ang="0">
                  <a:pos x="connsiteX2" y="connsiteY2"/>
                </a:cxn>
                <a:cxn ang="0">
                  <a:pos x="connsiteX3" y="connsiteY3"/>
                </a:cxn>
              </a:cxnLst>
              <a:rect l="l" t="t" r="r" b="b"/>
              <a:pathLst>
                <a:path w="33227" h="33196">
                  <a:moveTo>
                    <a:pt x="0" y="0"/>
                  </a:moveTo>
                  <a:lnTo>
                    <a:pt x="33227" y="0"/>
                  </a:lnTo>
                  <a:lnTo>
                    <a:pt x="33227" y="33197"/>
                  </a:lnTo>
                  <a:lnTo>
                    <a:pt x="0" y="33197"/>
                  </a:lnTo>
                  <a:close/>
                </a:path>
              </a:pathLst>
            </a:custGeom>
            <a:grpFill/>
            <a:ln w="6390" cap="flat">
              <a:noFill/>
              <a:prstDash val="solid"/>
              <a:miter/>
            </a:ln>
          </p:spPr>
          <p:txBody>
            <a:bodyPr rtlCol="0" anchor="ctr"/>
            <a:lstStyle/>
            <a:p>
              <a:endParaRPr lang="en-US"/>
            </a:p>
          </p:txBody>
        </p:sp>
        <p:sp>
          <p:nvSpPr>
            <p:cNvPr id="62" name="Graphic 1100">
              <a:extLst>
                <a:ext uri="{FF2B5EF4-FFF2-40B4-BE49-F238E27FC236}">
                  <a16:creationId xmlns:a16="http://schemas.microsoft.com/office/drawing/2014/main" id="{E8C30638-AEE2-784C-9241-ACF0BE54E348}"/>
                </a:ext>
              </a:extLst>
            </p:cNvPr>
            <p:cNvSpPr/>
            <p:nvPr/>
          </p:nvSpPr>
          <p:spPr>
            <a:xfrm>
              <a:off x="9528674" y="3592593"/>
              <a:ext cx="17891" cy="17875"/>
            </a:xfrm>
            <a:custGeom>
              <a:avLst/>
              <a:gdLst>
                <a:gd name="connsiteX0" fmla="*/ 0 w 17891"/>
                <a:gd name="connsiteY0" fmla="*/ 0 h 17875"/>
                <a:gd name="connsiteX1" fmla="*/ 17892 w 17891"/>
                <a:gd name="connsiteY1" fmla="*/ 0 h 17875"/>
                <a:gd name="connsiteX2" fmla="*/ 17892 w 17891"/>
                <a:gd name="connsiteY2" fmla="*/ 17875 h 17875"/>
                <a:gd name="connsiteX3" fmla="*/ 0 w 17891"/>
                <a:gd name="connsiteY3" fmla="*/ 17875 h 17875"/>
              </a:gdLst>
              <a:ahLst/>
              <a:cxnLst>
                <a:cxn ang="0">
                  <a:pos x="connsiteX0" y="connsiteY0"/>
                </a:cxn>
                <a:cxn ang="0">
                  <a:pos x="connsiteX1" y="connsiteY1"/>
                </a:cxn>
                <a:cxn ang="0">
                  <a:pos x="connsiteX2" y="connsiteY2"/>
                </a:cxn>
                <a:cxn ang="0">
                  <a:pos x="connsiteX3" y="connsiteY3"/>
                </a:cxn>
              </a:cxnLst>
              <a:rect l="l" t="t" r="r" b="b"/>
              <a:pathLst>
                <a:path w="17891" h="17875">
                  <a:moveTo>
                    <a:pt x="0" y="0"/>
                  </a:moveTo>
                  <a:lnTo>
                    <a:pt x="17892" y="0"/>
                  </a:lnTo>
                  <a:lnTo>
                    <a:pt x="17892" y="17875"/>
                  </a:lnTo>
                  <a:lnTo>
                    <a:pt x="0" y="17875"/>
                  </a:lnTo>
                  <a:close/>
                </a:path>
              </a:pathLst>
            </a:custGeom>
            <a:grpFill/>
            <a:ln w="6390" cap="flat">
              <a:noFill/>
              <a:prstDash val="solid"/>
              <a:miter/>
            </a:ln>
          </p:spPr>
          <p:txBody>
            <a:bodyPr rtlCol="0" anchor="ctr"/>
            <a:lstStyle/>
            <a:p>
              <a:endParaRPr lang="en-US"/>
            </a:p>
          </p:txBody>
        </p:sp>
        <p:sp>
          <p:nvSpPr>
            <p:cNvPr id="63" name="Graphic 1100">
              <a:extLst>
                <a:ext uri="{FF2B5EF4-FFF2-40B4-BE49-F238E27FC236}">
                  <a16:creationId xmlns:a16="http://schemas.microsoft.com/office/drawing/2014/main" id="{ACC077CB-3E64-2346-B7D4-76A01C78B5F1}"/>
                </a:ext>
              </a:extLst>
            </p:cNvPr>
            <p:cNvSpPr/>
            <p:nvPr/>
          </p:nvSpPr>
          <p:spPr>
            <a:xfrm>
              <a:off x="9375315" y="3592593"/>
              <a:ext cx="17891" cy="17875"/>
            </a:xfrm>
            <a:custGeom>
              <a:avLst/>
              <a:gdLst>
                <a:gd name="connsiteX0" fmla="*/ 0 w 17891"/>
                <a:gd name="connsiteY0" fmla="*/ 0 h 17875"/>
                <a:gd name="connsiteX1" fmla="*/ 17892 w 17891"/>
                <a:gd name="connsiteY1" fmla="*/ 0 h 17875"/>
                <a:gd name="connsiteX2" fmla="*/ 17892 w 17891"/>
                <a:gd name="connsiteY2" fmla="*/ 17875 h 17875"/>
                <a:gd name="connsiteX3" fmla="*/ 0 w 17891"/>
                <a:gd name="connsiteY3" fmla="*/ 17875 h 17875"/>
              </a:gdLst>
              <a:ahLst/>
              <a:cxnLst>
                <a:cxn ang="0">
                  <a:pos x="connsiteX0" y="connsiteY0"/>
                </a:cxn>
                <a:cxn ang="0">
                  <a:pos x="connsiteX1" y="connsiteY1"/>
                </a:cxn>
                <a:cxn ang="0">
                  <a:pos x="connsiteX2" y="connsiteY2"/>
                </a:cxn>
                <a:cxn ang="0">
                  <a:pos x="connsiteX3" y="connsiteY3"/>
                </a:cxn>
              </a:cxnLst>
              <a:rect l="l" t="t" r="r" b="b"/>
              <a:pathLst>
                <a:path w="17891" h="17875">
                  <a:moveTo>
                    <a:pt x="0" y="0"/>
                  </a:moveTo>
                  <a:lnTo>
                    <a:pt x="17892" y="0"/>
                  </a:lnTo>
                  <a:lnTo>
                    <a:pt x="17892" y="17875"/>
                  </a:lnTo>
                  <a:lnTo>
                    <a:pt x="0" y="17875"/>
                  </a:lnTo>
                  <a:close/>
                </a:path>
              </a:pathLst>
            </a:custGeom>
            <a:grpFill/>
            <a:ln w="6390" cap="flat">
              <a:noFill/>
              <a:prstDash val="solid"/>
              <a:miter/>
            </a:ln>
          </p:spPr>
          <p:txBody>
            <a:bodyPr rtlCol="0" anchor="ctr"/>
            <a:lstStyle/>
            <a:p>
              <a:endParaRPr lang="en-US"/>
            </a:p>
          </p:txBody>
        </p:sp>
        <p:sp>
          <p:nvSpPr>
            <p:cNvPr id="64" name="Graphic 1100">
              <a:extLst>
                <a:ext uri="{FF2B5EF4-FFF2-40B4-BE49-F238E27FC236}">
                  <a16:creationId xmlns:a16="http://schemas.microsoft.com/office/drawing/2014/main" id="{EA37D2F0-B4CD-864A-BA6B-5367C8AD219A}"/>
                </a:ext>
              </a:extLst>
            </p:cNvPr>
            <p:cNvSpPr/>
            <p:nvPr/>
          </p:nvSpPr>
          <p:spPr>
            <a:xfrm>
              <a:off x="9375315" y="3439377"/>
              <a:ext cx="17891" cy="17875"/>
            </a:xfrm>
            <a:custGeom>
              <a:avLst/>
              <a:gdLst>
                <a:gd name="connsiteX0" fmla="*/ 0 w 17891"/>
                <a:gd name="connsiteY0" fmla="*/ 0 h 17875"/>
                <a:gd name="connsiteX1" fmla="*/ 17892 w 17891"/>
                <a:gd name="connsiteY1" fmla="*/ 0 h 17875"/>
                <a:gd name="connsiteX2" fmla="*/ 17892 w 17891"/>
                <a:gd name="connsiteY2" fmla="*/ 17875 h 17875"/>
                <a:gd name="connsiteX3" fmla="*/ 0 w 17891"/>
                <a:gd name="connsiteY3" fmla="*/ 17875 h 17875"/>
              </a:gdLst>
              <a:ahLst/>
              <a:cxnLst>
                <a:cxn ang="0">
                  <a:pos x="connsiteX0" y="connsiteY0"/>
                </a:cxn>
                <a:cxn ang="0">
                  <a:pos x="connsiteX1" y="connsiteY1"/>
                </a:cxn>
                <a:cxn ang="0">
                  <a:pos x="connsiteX2" y="connsiteY2"/>
                </a:cxn>
                <a:cxn ang="0">
                  <a:pos x="connsiteX3" y="connsiteY3"/>
                </a:cxn>
              </a:cxnLst>
              <a:rect l="l" t="t" r="r" b="b"/>
              <a:pathLst>
                <a:path w="17891" h="17875">
                  <a:moveTo>
                    <a:pt x="0" y="0"/>
                  </a:moveTo>
                  <a:lnTo>
                    <a:pt x="17892" y="0"/>
                  </a:lnTo>
                  <a:lnTo>
                    <a:pt x="17892" y="17875"/>
                  </a:lnTo>
                  <a:lnTo>
                    <a:pt x="0" y="17875"/>
                  </a:lnTo>
                  <a:close/>
                </a:path>
              </a:pathLst>
            </a:custGeom>
            <a:grpFill/>
            <a:ln w="6390" cap="flat">
              <a:noFill/>
              <a:prstDash val="solid"/>
              <a:miter/>
            </a:ln>
          </p:spPr>
          <p:txBody>
            <a:bodyPr rtlCol="0" anchor="ctr"/>
            <a:lstStyle/>
            <a:p>
              <a:endParaRPr lang="en-US"/>
            </a:p>
          </p:txBody>
        </p:sp>
        <p:sp>
          <p:nvSpPr>
            <p:cNvPr id="65" name="Graphic 1100">
              <a:extLst>
                <a:ext uri="{FF2B5EF4-FFF2-40B4-BE49-F238E27FC236}">
                  <a16:creationId xmlns:a16="http://schemas.microsoft.com/office/drawing/2014/main" id="{E42631BF-5FEE-BF43-8AD4-4FAE200360B3}"/>
                </a:ext>
              </a:extLst>
            </p:cNvPr>
            <p:cNvSpPr/>
            <p:nvPr/>
          </p:nvSpPr>
          <p:spPr>
            <a:xfrm>
              <a:off x="9528674" y="3439377"/>
              <a:ext cx="17891" cy="17875"/>
            </a:xfrm>
            <a:custGeom>
              <a:avLst/>
              <a:gdLst>
                <a:gd name="connsiteX0" fmla="*/ 0 w 17891"/>
                <a:gd name="connsiteY0" fmla="*/ 0 h 17875"/>
                <a:gd name="connsiteX1" fmla="*/ 17892 w 17891"/>
                <a:gd name="connsiteY1" fmla="*/ 0 h 17875"/>
                <a:gd name="connsiteX2" fmla="*/ 17892 w 17891"/>
                <a:gd name="connsiteY2" fmla="*/ 17875 h 17875"/>
                <a:gd name="connsiteX3" fmla="*/ 0 w 17891"/>
                <a:gd name="connsiteY3" fmla="*/ 17875 h 17875"/>
              </a:gdLst>
              <a:ahLst/>
              <a:cxnLst>
                <a:cxn ang="0">
                  <a:pos x="connsiteX0" y="connsiteY0"/>
                </a:cxn>
                <a:cxn ang="0">
                  <a:pos x="connsiteX1" y="connsiteY1"/>
                </a:cxn>
                <a:cxn ang="0">
                  <a:pos x="connsiteX2" y="connsiteY2"/>
                </a:cxn>
                <a:cxn ang="0">
                  <a:pos x="connsiteX3" y="connsiteY3"/>
                </a:cxn>
              </a:cxnLst>
              <a:rect l="l" t="t" r="r" b="b"/>
              <a:pathLst>
                <a:path w="17891" h="17875">
                  <a:moveTo>
                    <a:pt x="0" y="0"/>
                  </a:moveTo>
                  <a:lnTo>
                    <a:pt x="17892" y="0"/>
                  </a:lnTo>
                  <a:lnTo>
                    <a:pt x="17892" y="17875"/>
                  </a:lnTo>
                  <a:lnTo>
                    <a:pt x="0" y="17875"/>
                  </a:lnTo>
                  <a:close/>
                </a:path>
              </a:pathLst>
            </a:custGeom>
            <a:grpFill/>
            <a:ln w="6390" cap="flat">
              <a:noFill/>
              <a:prstDash val="solid"/>
              <a:miter/>
            </a:ln>
          </p:spPr>
          <p:txBody>
            <a:bodyPr rtlCol="0" anchor="ctr"/>
            <a:lstStyle/>
            <a:p>
              <a:endParaRPr lang="en-US"/>
            </a:p>
          </p:txBody>
        </p:sp>
        <p:sp>
          <p:nvSpPr>
            <p:cNvPr id="66" name="Graphic 1100">
              <a:extLst>
                <a:ext uri="{FF2B5EF4-FFF2-40B4-BE49-F238E27FC236}">
                  <a16:creationId xmlns:a16="http://schemas.microsoft.com/office/drawing/2014/main" id="{B6D53194-DA67-774A-9DDC-77280530E4EA}"/>
                </a:ext>
              </a:extLst>
            </p:cNvPr>
            <p:cNvSpPr/>
            <p:nvPr/>
          </p:nvSpPr>
          <p:spPr>
            <a:xfrm>
              <a:off x="9390651" y="3454699"/>
              <a:ext cx="140578" cy="140447"/>
            </a:xfrm>
            <a:custGeom>
              <a:avLst/>
              <a:gdLst>
                <a:gd name="connsiteX0" fmla="*/ 125243 w 140578"/>
                <a:gd name="connsiteY0" fmla="*/ 8937 h 140447"/>
                <a:gd name="connsiteX1" fmla="*/ 125243 w 140578"/>
                <a:gd name="connsiteY1" fmla="*/ 0 h 140447"/>
                <a:gd name="connsiteX2" fmla="*/ 15336 w 140578"/>
                <a:gd name="connsiteY2" fmla="*/ 0 h 140447"/>
                <a:gd name="connsiteX3" fmla="*/ 15336 w 140578"/>
                <a:gd name="connsiteY3" fmla="*/ 8937 h 140447"/>
                <a:gd name="connsiteX4" fmla="*/ 8946 w 140578"/>
                <a:gd name="connsiteY4" fmla="*/ 15321 h 140447"/>
                <a:gd name="connsiteX5" fmla="*/ 0 w 140578"/>
                <a:gd name="connsiteY5" fmla="*/ 15321 h 140447"/>
                <a:gd name="connsiteX6" fmla="*/ 0 w 140578"/>
                <a:gd name="connsiteY6" fmla="*/ 123849 h 140447"/>
                <a:gd name="connsiteX7" fmla="*/ 0 w 140578"/>
                <a:gd name="connsiteY7" fmla="*/ 125126 h 140447"/>
                <a:gd name="connsiteX8" fmla="*/ 8946 w 140578"/>
                <a:gd name="connsiteY8" fmla="*/ 125126 h 140447"/>
                <a:gd name="connsiteX9" fmla="*/ 15336 w 140578"/>
                <a:gd name="connsiteY9" fmla="*/ 131510 h 140447"/>
                <a:gd name="connsiteX10" fmla="*/ 15336 w 140578"/>
                <a:gd name="connsiteY10" fmla="*/ 140448 h 140447"/>
                <a:gd name="connsiteX11" fmla="*/ 125243 w 140578"/>
                <a:gd name="connsiteY11" fmla="*/ 140448 h 140447"/>
                <a:gd name="connsiteX12" fmla="*/ 125243 w 140578"/>
                <a:gd name="connsiteY12" fmla="*/ 131510 h 140447"/>
                <a:gd name="connsiteX13" fmla="*/ 131633 w 140578"/>
                <a:gd name="connsiteY13" fmla="*/ 125126 h 140447"/>
                <a:gd name="connsiteX14" fmla="*/ 140579 w 140578"/>
                <a:gd name="connsiteY14" fmla="*/ 125126 h 140447"/>
                <a:gd name="connsiteX15" fmla="*/ 140579 w 140578"/>
                <a:gd name="connsiteY15" fmla="*/ 15321 h 140447"/>
                <a:gd name="connsiteX16" fmla="*/ 131633 w 140578"/>
                <a:gd name="connsiteY16" fmla="*/ 15321 h 140447"/>
                <a:gd name="connsiteX17" fmla="*/ 125243 w 140578"/>
                <a:gd name="connsiteY17" fmla="*/ 8937 h 140447"/>
                <a:gd name="connsiteX18" fmla="*/ 115019 w 140578"/>
                <a:gd name="connsiteY18" fmla="*/ 108528 h 140447"/>
                <a:gd name="connsiteX19" fmla="*/ 108629 w 140578"/>
                <a:gd name="connsiteY19" fmla="*/ 114912 h 140447"/>
                <a:gd name="connsiteX20" fmla="*/ 54953 w 140578"/>
                <a:gd name="connsiteY20" fmla="*/ 114912 h 140447"/>
                <a:gd name="connsiteX21" fmla="*/ 48563 w 140578"/>
                <a:gd name="connsiteY21" fmla="*/ 108528 h 140447"/>
                <a:gd name="connsiteX22" fmla="*/ 48563 w 140578"/>
                <a:gd name="connsiteY22" fmla="*/ 85545 h 140447"/>
                <a:gd name="connsiteX23" fmla="*/ 48563 w 140578"/>
                <a:gd name="connsiteY23" fmla="*/ 84268 h 140447"/>
                <a:gd name="connsiteX24" fmla="*/ 31311 w 140578"/>
                <a:gd name="connsiteY24" fmla="*/ 84268 h 140447"/>
                <a:gd name="connsiteX25" fmla="*/ 24921 w 140578"/>
                <a:gd name="connsiteY25" fmla="*/ 77884 h 140447"/>
                <a:gd name="connsiteX26" fmla="*/ 24921 w 140578"/>
                <a:gd name="connsiteY26" fmla="*/ 31920 h 140447"/>
                <a:gd name="connsiteX27" fmla="*/ 31311 w 140578"/>
                <a:gd name="connsiteY27" fmla="*/ 25536 h 140447"/>
                <a:gd name="connsiteX28" fmla="*/ 77318 w 140578"/>
                <a:gd name="connsiteY28" fmla="*/ 25536 h 140447"/>
                <a:gd name="connsiteX29" fmla="*/ 83708 w 140578"/>
                <a:gd name="connsiteY29" fmla="*/ 31920 h 140447"/>
                <a:gd name="connsiteX30" fmla="*/ 83708 w 140578"/>
                <a:gd name="connsiteY30" fmla="*/ 49156 h 140447"/>
                <a:gd name="connsiteX31" fmla="*/ 84986 w 140578"/>
                <a:gd name="connsiteY31" fmla="*/ 49156 h 140447"/>
                <a:gd name="connsiteX32" fmla="*/ 107990 w 140578"/>
                <a:gd name="connsiteY32" fmla="*/ 49156 h 140447"/>
                <a:gd name="connsiteX33" fmla="*/ 114380 w 140578"/>
                <a:gd name="connsiteY33" fmla="*/ 55540 h 140447"/>
                <a:gd name="connsiteX34" fmla="*/ 115019 w 140578"/>
                <a:gd name="connsiteY34" fmla="*/ 108528 h 140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0578" h="140447">
                  <a:moveTo>
                    <a:pt x="125243" y="8937"/>
                  </a:moveTo>
                  <a:lnTo>
                    <a:pt x="125243" y="0"/>
                  </a:lnTo>
                  <a:lnTo>
                    <a:pt x="15336" y="0"/>
                  </a:lnTo>
                  <a:lnTo>
                    <a:pt x="15336" y="8937"/>
                  </a:lnTo>
                  <a:cubicBezTo>
                    <a:pt x="15336" y="12768"/>
                    <a:pt x="12780" y="15321"/>
                    <a:pt x="8946" y="15321"/>
                  </a:cubicBezTo>
                  <a:lnTo>
                    <a:pt x="0" y="15321"/>
                  </a:lnTo>
                  <a:lnTo>
                    <a:pt x="0" y="123849"/>
                  </a:lnTo>
                  <a:cubicBezTo>
                    <a:pt x="0" y="124488"/>
                    <a:pt x="0" y="124488"/>
                    <a:pt x="0" y="125126"/>
                  </a:cubicBezTo>
                  <a:lnTo>
                    <a:pt x="8946" y="125126"/>
                  </a:lnTo>
                  <a:cubicBezTo>
                    <a:pt x="12780" y="125126"/>
                    <a:pt x="15336" y="127680"/>
                    <a:pt x="15336" y="131510"/>
                  </a:cubicBezTo>
                  <a:lnTo>
                    <a:pt x="15336" y="140448"/>
                  </a:lnTo>
                  <a:lnTo>
                    <a:pt x="125243" y="140448"/>
                  </a:lnTo>
                  <a:lnTo>
                    <a:pt x="125243" y="131510"/>
                  </a:lnTo>
                  <a:cubicBezTo>
                    <a:pt x="125243" y="127680"/>
                    <a:pt x="127799" y="125126"/>
                    <a:pt x="131633" y="125126"/>
                  </a:cubicBezTo>
                  <a:lnTo>
                    <a:pt x="140579" y="125126"/>
                  </a:lnTo>
                  <a:lnTo>
                    <a:pt x="140579" y="15321"/>
                  </a:lnTo>
                  <a:lnTo>
                    <a:pt x="131633" y="15321"/>
                  </a:lnTo>
                  <a:cubicBezTo>
                    <a:pt x="128438" y="15321"/>
                    <a:pt x="125243" y="12129"/>
                    <a:pt x="125243" y="8937"/>
                  </a:cubicBezTo>
                  <a:close/>
                  <a:moveTo>
                    <a:pt x="115019" y="108528"/>
                  </a:moveTo>
                  <a:cubicBezTo>
                    <a:pt x="115019" y="112358"/>
                    <a:pt x="112463" y="114912"/>
                    <a:pt x="108629" y="114912"/>
                  </a:cubicBezTo>
                  <a:lnTo>
                    <a:pt x="54953" y="114912"/>
                  </a:lnTo>
                  <a:cubicBezTo>
                    <a:pt x="51119" y="114912"/>
                    <a:pt x="48563" y="112358"/>
                    <a:pt x="48563" y="108528"/>
                  </a:cubicBezTo>
                  <a:lnTo>
                    <a:pt x="48563" y="85545"/>
                  </a:lnTo>
                  <a:cubicBezTo>
                    <a:pt x="48563" y="84907"/>
                    <a:pt x="48563" y="84907"/>
                    <a:pt x="48563" y="84268"/>
                  </a:cubicBezTo>
                  <a:lnTo>
                    <a:pt x="31311" y="84268"/>
                  </a:lnTo>
                  <a:cubicBezTo>
                    <a:pt x="27477" y="84268"/>
                    <a:pt x="24921" y="81715"/>
                    <a:pt x="24921" y="77884"/>
                  </a:cubicBezTo>
                  <a:lnTo>
                    <a:pt x="24921" y="31920"/>
                  </a:lnTo>
                  <a:cubicBezTo>
                    <a:pt x="24921" y="28089"/>
                    <a:pt x="27477" y="25536"/>
                    <a:pt x="31311" y="25536"/>
                  </a:cubicBezTo>
                  <a:lnTo>
                    <a:pt x="77318" y="25536"/>
                  </a:lnTo>
                  <a:cubicBezTo>
                    <a:pt x="81153" y="25536"/>
                    <a:pt x="83708" y="28089"/>
                    <a:pt x="83708" y="31920"/>
                  </a:cubicBezTo>
                  <a:lnTo>
                    <a:pt x="83708" y="49156"/>
                  </a:lnTo>
                  <a:cubicBezTo>
                    <a:pt x="84348" y="49156"/>
                    <a:pt x="84348" y="49156"/>
                    <a:pt x="84986" y="49156"/>
                  </a:cubicBezTo>
                  <a:lnTo>
                    <a:pt x="107990" y="49156"/>
                  </a:lnTo>
                  <a:cubicBezTo>
                    <a:pt x="111824" y="49156"/>
                    <a:pt x="114380" y="51710"/>
                    <a:pt x="114380" y="55540"/>
                  </a:cubicBezTo>
                  <a:lnTo>
                    <a:pt x="115019" y="108528"/>
                  </a:lnTo>
                  <a:close/>
                </a:path>
              </a:pathLst>
            </a:custGeom>
            <a:grpFill/>
            <a:ln w="6390" cap="flat">
              <a:noFill/>
              <a:prstDash val="solid"/>
              <a:miter/>
            </a:ln>
          </p:spPr>
          <p:txBody>
            <a:bodyPr rtlCol="0" anchor="ctr"/>
            <a:lstStyle/>
            <a:p>
              <a:endParaRPr lang="en-US"/>
            </a:p>
          </p:txBody>
        </p:sp>
        <p:sp>
          <p:nvSpPr>
            <p:cNvPr id="67" name="Graphic 1100">
              <a:extLst>
                <a:ext uri="{FF2B5EF4-FFF2-40B4-BE49-F238E27FC236}">
                  <a16:creationId xmlns:a16="http://schemas.microsoft.com/office/drawing/2014/main" id="{D704974B-3122-8945-89DF-2BFE56D7673C}"/>
                </a:ext>
              </a:extLst>
            </p:cNvPr>
            <p:cNvSpPr/>
            <p:nvPr/>
          </p:nvSpPr>
          <p:spPr>
            <a:xfrm>
              <a:off x="9280105" y="33436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279240 w 362309"/>
                <a:gd name="connsiteY6" fmla="*/ 120019 h 361971"/>
                <a:gd name="connsiteX7" fmla="*/ 272850 w 362309"/>
                <a:gd name="connsiteY7" fmla="*/ 126403 h 361971"/>
                <a:gd name="connsiteX8" fmla="*/ 263904 w 362309"/>
                <a:gd name="connsiteY8" fmla="*/ 126403 h 361971"/>
                <a:gd name="connsiteX9" fmla="*/ 263904 w 362309"/>
                <a:gd name="connsiteY9" fmla="*/ 236207 h 361971"/>
                <a:gd name="connsiteX10" fmla="*/ 272850 w 362309"/>
                <a:gd name="connsiteY10" fmla="*/ 236207 h 361971"/>
                <a:gd name="connsiteX11" fmla="*/ 279240 w 362309"/>
                <a:gd name="connsiteY11" fmla="*/ 242591 h 361971"/>
                <a:gd name="connsiteX12" fmla="*/ 279240 w 362309"/>
                <a:gd name="connsiteY12" fmla="*/ 273234 h 361971"/>
                <a:gd name="connsiteX13" fmla="*/ 272850 w 362309"/>
                <a:gd name="connsiteY13" fmla="*/ 279618 h 361971"/>
                <a:gd name="connsiteX14" fmla="*/ 242178 w 362309"/>
                <a:gd name="connsiteY14" fmla="*/ 279618 h 361971"/>
                <a:gd name="connsiteX15" fmla="*/ 235788 w 362309"/>
                <a:gd name="connsiteY15" fmla="*/ 273234 h 361971"/>
                <a:gd name="connsiteX16" fmla="*/ 235788 w 362309"/>
                <a:gd name="connsiteY16" fmla="*/ 264297 h 361971"/>
                <a:gd name="connsiteX17" fmla="*/ 125881 w 362309"/>
                <a:gd name="connsiteY17" fmla="*/ 264297 h 361971"/>
                <a:gd name="connsiteX18" fmla="*/ 125881 w 362309"/>
                <a:gd name="connsiteY18" fmla="*/ 273234 h 361971"/>
                <a:gd name="connsiteX19" fmla="*/ 119492 w 362309"/>
                <a:gd name="connsiteY19" fmla="*/ 279618 h 361971"/>
                <a:gd name="connsiteX20" fmla="*/ 88820 w 362309"/>
                <a:gd name="connsiteY20" fmla="*/ 279618 h 361971"/>
                <a:gd name="connsiteX21" fmla="*/ 82430 w 362309"/>
                <a:gd name="connsiteY21" fmla="*/ 273234 h 361971"/>
                <a:gd name="connsiteX22" fmla="*/ 82430 w 362309"/>
                <a:gd name="connsiteY22" fmla="*/ 242591 h 361971"/>
                <a:gd name="connsiteX23" fmla="*/ 88820 w 362309"/>
                <a:gd name="connsiteY23" fmla="*/ 236207 h 361971"/>
                <a:gd name="connsiteX24" fmla="*/ 97766 w 362309"/>
                <a:gd name="connsiteY24" fmla="*/ 236207 h 361971"/>
                <a:gd name="connsiteX25" fmla="*/ 97766 w 362309"/>
                <a:gd name="connsiteY25" fmla="*/ 234930 h 361971"/>
                <a:gd name="connsiteX26" fmla="*/ 97766 w 362309"/>
                <a:gd name="connsiteY26" fmla="*/ 126403 h 361971"/>
                <a:gd name="connsiteX27" fmla="*/ 88820 w 362309"/>
                <a:gd name="connsiteY27" fmla="*/ 126403 h 361971"/>
                <a:gd name="connsiteX28" fmla="*/ 82430 w 362309"/>
                <a:gd name="connsiteY28" fmla="*/ 120019 h 361971"/>
                <a:gd name="connsiteX29" fmla="*/ 82430 w 362309"/>
                <a:gd name="connsiteY29" fmla="*/ 89376 h 361971"/>
                <a:gd name="connsiteX30" fmla="*/ 88820 w 362309"/>
                <a:gd name="connsiteY30" fmla="*/ 82992 h 361971"/>
                <a:gd name="connsiteX31" fmla="*/ 119492 w 362309"/>
                <a:gd name="connsiteY31" fmla="*/ 82992 h 361971"/>
                <a:gd name="connsiteX32" fmla="*/ 125881 w 362309"/>
                <a:gd name="connsiteY32" fmla="*/ 89376 h 361971"/>
                <a:gd name="connsiteX33" fmla="*/ 125881 w 362309"/>
                <a:gd name="connsiteY33" fmla="*/ 98313 h 361971"/>
                <a:gd name="connsiteX34" fmla="*/ 235788 w 362309"/>
                <a:gd name="connsiteY34" fmla="*/ 98313 h 361971"/>
                <a:gd name="connsiteX35" fmla="*/ 235788 w 362309"/>
                <a:gd name="connsiteY35" fmla="*/ 89376 h 361971"/>
                <a:gd name="connsiteX36" fmla="*/ 242178 w 362309"/>
                <a:gd name="connsiteY36" fmla="*/ 82992 h 361971"/>
                <a:gd name="connsiteX37" fmla="*/ 272850 w 362309"/>
                <a:gd name="connsiteY37" fmla="*/ 82992 h 361971"/>
                <a:gd name="connsiteX38" fmla="*/ 279240 w 362309"/>
                <a:gd name="connsiteY38" fmla="*/ 89376 h 361971"/>
                <a:gd name="connsiteX39" fmla="*/ 279240 w 362309"/>
                <a:gd name="connsiteY39" fmla="*/ 12001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2309" h="361971">
                  <a:moveTo>
                    <a:pt x="180835" y="0"/>
                  </a:moveTo>
                  <a:cubicBezTo>
                    <a:pt x="80513" y="0"/>
                    <a:pt x="0" y="81077"/>
                    <a:pt x="0" y="181305"/>
                  </a:cubicBezTo>
                  <a:cubicBezTo>
                    <a:pt x="0" y="281533"/>
                    <a:pt x="81152" y="361972"/>
                    <a:pt x="181474" y="361972"/>
                  </a:cubicBezTo>
                  <a:cubicBezTo>
                    <a:pt x="281157" y="361972"/>
                    <a:pt x="362309" y="280895"/>
                    <a:pt x="362309" y="181305"/>
                  </a:cubicBezTo>
                  <a:cubicBezTo>
                    <a:pt x="362309" y="81077"/>
                    <a:pt x="281157" y="0"/>
                    <a:pt x="180835" y="0"/>
                  </a:cubicBezTo>
                  <a:cubicBezTo>
                    <a:pt x="181474" y="0"/>
                    <a:pt x="180835" y="0"/>
                    <a:pt x="180835" y="0"/>
                  </a:cubicBezTo>
                  <a:close/>
                  <a:moveTo>
                    <a:pt x="279240" y="120019"/>
                  </a:moveTo>
                  <a:cubicBezTo>
                    <a:pt x="279240" y="123849"/>
                    <a:pt x="276684" y="126403"/>
                    <a:pt x="272850" y="126403"/>
                  </a:cubicBezTo>
                  <a:lnTo>
                    <a:pt x="263904" y="126403"/>
                  </a:lnTo>
                  <a:lnTo>
                    <a:pt x="263904" y="236207"/>
                  </a:lnTo>
                  <a:lnTo>
                    <a:pt x="272850" y="236207"/>
                  </a:lnTo>
                  <a:cubicBezTo>
                    <a:pt x="276684" y="236207"/>
                    <a:pt x="279240" y="238761"/>
                    <a:pt x="279240" y="242591"/>
                  </a:cubicBezTo>
                  <a:lnTo>
                    <a:pt x="279240" y="273234"/>
                  </a:lnTo>
                  <a:cubicBezTo>
                    <a:pt x="279240" y="277065"/>
                    <a:pt x="276684" y="279618"/>
                    <a:pt x="272850" y="279618"/>
                  </a:cubicBezTo>
                  <a:lnTo>
                    <a:pt x="242178" y="279618"/>
                  </a:lnTo>
                  <a:cubicBezTo>
                    <a:pt x="238344" y="279618"/>
                    <a:pt x="235788" y="277065"/>
                    <a:pt x="235788" y="273234"/>
                  </a:cubicBezTo>
                  <a:lnTo>
                    <a:pt x="235788" y="264297"/>
                  </a:lnTo>
                  <a:lnTo>
                    <a:pt x="125881" y="264297"/>
                  </a:lnTo>
                  <a:lnTo>
                    <a:pt x="125881" y="273234"/>
                  </a:lnTo>
                  <a:cubicBezTo>
                    <a:pt x="125881" y="277065"/>
                    <a:pt x="123325" y="279618"/>
                    <a:pt x="119492" y="279618"/>
                  </a:cubicBezTo>
                  <a:lnTo>
                    <a:pt x="88820" y="279618"/>
                  </a:lnTo>
                  <a:cubicBezTo>
                    <a:pt x="84986" y="279618"/>
                    <a:pt x="82430" y="277065"/>
                    <a:pt x="82430" y="273234"/>
                  </a:cubicBezTo>
                  <a:lnTo>
                    <a:pt x="82430" y="242591"/>
                  </a:lnTo>
                  <a:cubicBezTo>
                    <a:pt x="82430" y="238761"/>
                    <a:pt x="84986" y="236207"/>
                    <a:pt x="88820" y="236207"/>
                  </a:cubicBezTo>
                  <a:lnTo>
                    <a:pt x="97766" y="236207"/>
                  </a:lnTo>
                  <a:cubicBezTo>
                    <a:pt x="97766" y="235569"/>
                    <a:pt x="97766" y="235569"/>
                    <a:pt x="97766" y="234930"/>
                  </a:cubicBezTo>
                  <a:lnTo>
                    <a:pt x="97766" y="126403"/>
                  </a:lnTo>
                  <a:lnTo>
                    <a:pt x="88820" y="126403"/>
                  </a:lnTo>
                  <a:cubicBezTo>
                    <a:pt x="84986" y="126403"/>
                    <a:pt x="82430" y="123849"/>
                    <a:pt x="82430" y="120019"/>
                  </a:cubicBezTo>
                  <a:lnTo>
                    <a:pt x="82430" y="89376"/>
                  </a:lnTo>
                  <a:cubicBezTo>
                    <a:pt x="82430" y="85546"/>
                    <a:pt x="84986" y="82992"/>
                    <a:pt x="88820" y="82992"/>
                  </a:cubicBezTo>
                  <a:lnTo>
                    <a:pt x="119492" y="82992"/>
                  </a:lnTo>
                  <a:cubicBezTo>
                    <a:pt x="123325" y="82992"/>
                    <a:pt x="125881" y="85546"/>
                    <a:pt x="125881" y="89376"/>
                  </a:cubicBezTo>
                  <a:lnTo>
                    <a:pt x="125881" y="98313"/>
                  </a:lnTo>
                  <a:lnTo>
                    <a:pt x="235788" y="98313"/>
                  </a:lnTo>
                  <a:lnTo>
                    <a:pt x="235788" y="89376"/>
                  </a:lnTo>
                  <a:cubicBezTo>
                    <a:pt x="235788" y="85546"/>
                    <a:pt x="238344" y="82992"/>
                    <a:pt x="242178" y="82992"/>
                  </a:cubicBezTo>
                  <a:lnTo>
                    <a:pt x="272850" y="82992"/>
                  </a:lnTo>
                  <a:cubicBezTo>
                    <a:pt x="276684" y="82992"/>
                    <a:pt x="279240" y="85546"/>
                    <a:pt x="279240" y="89376"/>
                  </a:cubicBezTo>
                  <a:lnTo>
                    <a:pt x="279240" y="120019"/>
                  </a:lnTo>
                  <a:close/>
                </a:path>
              </a:pathLst>
            </a:custGeom>
            <a:grpFill/>
            <a:ln w="6390" cap="flat">
              <a:noFill/>
              <a:prstDash val="solid"/>
              <a:miter/>
            </a:ln>
          </p:spPr>
          <p:txBody>
            <a:bodyPr rtlCol="0" anchor="ctr"/>
            <a:lstStyle/>
            <a:p>
              <a:endParaRPr lang="en-US"/>
            </a:p>
          </p:txBody>
        </p:sp>
      </p:grpSp>
      <p:grpSp>
        <p:nvGrpSpPr>
          <p:cNvPr id="84" name="Graphic 82">
            <a:extLst>
              <a:ext uri="{FF2B5EF4-FFF2-40B4-BE49-F238E27FC236}">
                <a16:creationId xmlns:a16="http://schemas.microsoft.com/office/drawing/2014/main" id="{1B769BF4-1024-B745-9F44-4345AA2D3890}"/>
              </a:ext>
            </a:extLst>
          </p:cNvPr>
          <p:cNvGrpSpPr>
            <a:grpSpLocks noChangeAspect="1"/>
          </p:cNvGrpSpPr>
          <p:nvPr/>
        </p:nvGrpSpPr>
        <p:grpSpPr>
          <a:xfrm>
            <a:off x="10226046" y="925492"/>
            <a:ext cx="468000" cy="468000"/>
            <a:chOff x="5825966" y="3164109"/>
            <a:chExt cx="540067" cy="540067"/>
          </a:xfrm>
          <a:solidFill>
            <a:srgbClr val="007680"/>
          </a:solidFill>
        </p:grpSpPr>
        <p:sp>
          <p:nvSpPr>
            <p:cNvPr id="85" name="Graphic 82">
              <a:extLst>
                <a:ext uri="{FF2B5EF4-FFF2-40B4-BE49-F238E27FC236}">
                  <a16:creationId xmlns:a16="http://schemas.microsoft.com/office/drawing/2014/main" id="{94CA108F-BB78-6B40-8E13-EAF8403775FE}"/>
                </a:ext>
              </a:extLst>
            </p:cNvPr>
            <p:cNvSpPr/>
            <p:nvPr/>
          </p:nvSpPr>
          <p:spPr>
            <a:xfrm>
              <a:off x="5995797" y="3553396"/>
              <a:ext cx="200310" cy="24860"/>
            </a:xfrm>
            <a:custGeom>
              <a:avLst/>
              <a:gdLst>
                <a:gd name="connsiteX0" fmla="*/ 0 w 200310"/>
                <a:gd name="connsiteY0" fmla="*/ 0 h 24860"/>
                <a:gd name="connsiteX1" fmla="*/ 200311 w 200310"/>
                <a:gd name="connsiteY1" fmla="*/ 0 h 24860"/>
                <a:gd name="connsiteX2" fmla="*/ 200311 w 200310"/>
                <a:gd name="connsiteY2" fmla="*/ 24860 h 24860"/>
                <a:gd name="connsiteX3" fmla="*/ 0 w 200310"/>
                <a:gd name="connsiteY3" fmla="*/ 24860 h 24860"/>
              </a:gdLst>
              <a:ahLst/>
              <a:cxnLst>
                <a:cxn ang="0">
                  <a:pos x="connsiteX0" y="connsiteY0"/>
                </a:cxn>
                <a:cxn ang="0">
                  <a:pos x="connsiteX1" y="connsiteY1"/>
                </a:cxn>
                <a:cxn ang="0">
                  <a:pos x="connsiteX2" y="connsiteY2"/>
                </a:cxn>
                <a:cxn ang="0">
                  <a:pos x="connsiteX3" y="connsiteY3"/>
                </a:cxn>
              </a:cxnLst>
              <a:rect l="l" t="t" r="r" b="b"/>
              <a:pathLst>
                <a:path w="200310" h="24860">
                  <a:moveTo>
                    <a:pt x="0" y="0"/>
                  </a:moveTo>
                  <a:lnTo>
                    <a:pt x="200311" y="0"/>
                  </a:lnTo>
                  <a:lnTo>
                    <a:pt x="200311" y="24860"/>
                  </a:lnTo>
                  <a:lnTo>
                    <a:pt x="0" y="24860"/>
                  </a:lnTo>
                  <a:close/>
                </a:path>
              </a:pathLst>
            </a:custGeom>
            <a:grpFill/>
            <a:ln w="9525" cap="flat">
              <a:noFill/>
              <a:prstDash val="solid"/>
              <a:miter/>
            </a:ln>
          </p:spPr>
          <p:txBody>
            <a:bodyPr rtlCol="0" anchor="ctr"/>
            <a:lstStyle/>
            <a:p>
              <a:endParaRPr lang="en-US"/>
            </a:p>
          </p:txBody>
        </p:sp>
        <p:sp>
          <p:nvSpPr>
            <p:cNvPr id="86" name="Graphic 82">
              <a:extLst>
                <a:ext uri="{FF2B5EF4-FFF2-40B4-BE49-F238E27FC236}">
                  <a16:creationId xmlns:a16="http://schemas.microsoft.com/office/drawing/2014/main" id="{0FCB7034-D173-4A40-B414-5D3C43DC527E}"/>
                </a:ext>
              </a:extLst>
            </p:cNvPr>
            <p:cNvSpPr/>
            <p:nvPr/>
          </p:nvSpPr>
          <p:spPr>
            <a:xfrm>
              <a:off x="5995796" y="3290125"/>
              <a:ext cx="200406" cy="101631"/>
            </a:xfrm>
            <a:custGeom>
              <a:avLst/>
              <a:gdLst>
                <a:gd name="connsiteX0" fmla="*/ 200406 w 200406"/>
                <a:gd name="connsiteY0" fmla="*/ 76771 h 101631"/>
                <a:gd name="connsiteX1" fmla="*/ 133160 w 200406"/>
                <a:gd name="connsiteY1" fmla="*/ 76771 h 101631"/>
                <a:gd name="connsiteX2" fmla="*/ 123634 w 200406"/>
                <a:gd name="connsiteY2" fmla="*/ 67246 h 101631"/>
                <a:gd name="connsiteX3" fmla="*/ 123634 w 200406"/>
                <a:gd name="connsiteY3" fmla="*/ 0 h 101631"/>
                <a:gd name="connsiteX4" fmla="*/ 0 w 200406"/>
                <a:gd name="connsiteY4" fmla="*/ 0 h 101631"/>
                <a:gd name="connsiteX5" fmla="*/ 0 w 200406"/>
                <a:gd name="connsiteY5" fmla="*/ 101632 h 101631"/>
                <a:gd name="connsiteX6" fmla="*/ 200311 w 200406"/>
                <a:gd name="connsiteY6" fmla="*/ 101632 h 101631"/>
                <a:gd name="connsiteX7" fmla="*/ 200311 w 200406"/>
                <a:gd name="connsiteY7" fmla="*/ 76771 h 10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0406" h="101631">
                  <a:moveTo>
                    <a:pt x="200406" y="76771"/>
                  </a:moveTo>
                  <a:lnTo>
                    <a:pt x="133160" y="76771"/>
                  </a:lnTo>
                  <a:cubicBezTo>
                    <a:pt x="127921" y="76771"/>
                    <a:pt x="123634" y="72485"/>
                    <a:pt x="123634" y="67246"/>
                  </a:cubicBezTo>
                  <a:lnTo>
                    <a:pt x="123634" y="0"/>
                  </a:lnTo>
                  <a:lnTo>
                    <a:pt x="0" y="0"/>
                  </a:lnTo>
                  <a:lnTo>
                    <a:pt x="0" y="101632"/>
                  </a:lnTo>
                  <a:lnTo>
                    <a:pt x="200311" y="101632"/>
                  </a:lnTo>
                  <a:lnTo>
                    <a:pt x="200311" y="76771"/>
                  </a:lnTo>
                  <a:close/>
                </a:path>
              </a:pathLst>
            </a:custGeom>
            <a:grpFill/>
            <a:ln w="9525" cap="flat">
              <a:noFill/>
              <a:prstDash val="solid"/>
              <a:miter/>
            </a:ln>
          </p:spPr>
          <p:txBody>
            <a:bodyPr rtlCol="0" anchor="ctr"/>
            <a:lstStyle/>
            <a:p>
              <a:endParaRPr lang="en-US"/>
            </a:p>
          </p:txBody>
        </p:sp>
        <p:sp>
          <p:nvSpPr>
            <p:cNvPr id="87" name="Graphic 82">
              <a:extLst>
                <a:ext uri="{FF2B5EF4-FFF2-40B4-BE49-F238E27FC236}">
                  <a16:creationId xmlns:a16="http://schemas.microsoft.com/office/drawing/2014/main" id="{2F73625D-5001-E54F-9522-052983C9C361}"/>
                </a:ext>
              </a:extLst>
            </p:cNvPr>
            <p:cNvSpPr/>
            <p:nvPr/>
          </p:nvSpPr>
          <p:spPr>
            <a:xfrm>
              <a:off x="6138481" y="3303555"/>
              <a:ext cx="44195" cy="44291"/>
            </a:xfrm>
            <a:custGeom>
              <a:avLst/>
              <a:gdLst>
                <a:gd name="connsiteX0" fmla="*/ 0 w 44195"/>
                <a:gd name="connsiteY0" fmla="*/ 0 h 44291"/>
                <a:gd name="connsiteX1" fmla="*/ 0 w 44195"/>
                <a:gd name="connsiteY1" fmla="*/ 44291 h 44291"/>
                <a:gd name="connsiteX2" fmla="*/ 44196 w 44195"/>
                <a:gd name="connsiteY2" fmla="*/ 44291 h 44291"/>
              </a:gdLst>
              <a:ahLst/>
              <a:cxnLst>
                <a:cxn ang="0">
                  <a:pos x="connsiteX0" y="connsiteY0"/>
                </a:cxn>
                <a:cxn ang="0">
                  <a:pos x="connsiteX1" y="connsiteY1"/>
                </a:cxn>
                <a:cxn ang="0">
                  <a:pos x="connsiteX2" y="connsiteY2"/>
                </a:cxn>
              </a:cxnLst>
              <a:rect l="l" t="t" r="r" b="b"/>
              <a:pathLst>
                <a:path w="44195" h="44291">
                  <a:moveTo>
                    <a:pt x="0" y="0"/>
                  </a:moveTo>
                  <a:lnTo>
                    <a:pt x="0" y="44291"/>
                  </a:lnTo>
                  <a:lnTo>
                    <a:pt x="44196" y="44291"/>
                  </a:lnTo>
                  <a:close/>
                </a:path>
              </a:pathLst>
            </a:custGeom>
            <a:grpFill/>
            <a:ln w="9525" cap="flat">
              <a:noFill/>
              <a:prstDash val="solid"/>
              <a:miter/>
            </a:ln>
          </p:spPr>
          <p:txBody>
            <a:bodyPr rtlCol="0" anchor="ctr"/>
            <a:lstStyle/>
            <a:p>
              <a:endParaRPr lang="en-US"/>
            </a:p>
          </p:txBody>
        </p:sp>
        <p:sp>
          <p:nvSpPr>
            <p:cNvPr id="88" name="Graphic 82">
              <a:extLst>
                <a:ext uri="{FF2B5EF4-FFF2-40B4-BE49-F238E27FC236}">
                  <a16:creationId xmlns:a16="http://schemas.microsoft.com/office/drawing/2014/main" id="{00395AC3-CC4F-0442-BAB6-4C8804DCC886}"/>
                </a:ext>
              </a:extLst>
            </p:cNvPr>
            <p:cNvSpPr/>
            <p:nvPr/>
          </p:nvSpPr>
          <p:spPr>
            <a:xfrm>
              <a:off x="6099706" y="3465478"/>
              <a:ext cx="25249" cy="42294"/>
            </a:xfrm>
            <a:custGeom>
              <a:avLst/>
              <a:gdLst>
                <a:gd name="connsiteX0" fmla="*/ 12200 w 25249"/>
                <a:gd name="connsiteY0" fmla="*/ 42293 h 42294"/>
                <a:gd name="connsiteX1" fmla="*/ 22106 w 25249"/>
                <a:gd name="connsiteY1" fmla="*/ 34768 h 42294"/>
                <a:gd name="connsiteX2" fmla="*/ 25249 w 25249"/>
                <a:gd name="connsiteY2" fmla="*/ 22100 h 42294"/>
                <a:gd name="connsiteX3" fmla="*/ 25249 w 25249"/>
                <a:gd name="connsiteY3" fmla="*/ 20195 h 42294"/>
                <a:gd name="connsiteX4" fmla="*/ 22106 w 25249"/>
                <a:gd name="connsiteY4" fmla="*/ 7527 h 42294"/>
                <a:gd name="connsiteX5" fmla="*/ 12200 w 25249"/>
                <a:gd name="connsiteY5" fmla="*/ 2 h 42294"/>
                <a:gd name="connsiteX6" fmla="*/ 2675 w 25249"/>
                <a:gd name="connsiteY6" fmla="*/ 7812 h 42294"/>
                <a:gd name="connsiteX7" fmla="*/ 8 w 25249"/>
                <a:gd name="connsiteY7" fmla="*/ 21243 h 42294"/>
                <a:gd name="connsiteX8" fmla="*/ 2675 w 25249"/>
                <a:gd name="connsiteY8" fmla="*/ 34673 h 42294"/>
                <a:gd name="connsiteX9" fmla="*/ 12200 w 25249"/>
                <a:gd name="connsiteY9" fmla="*/ 42293 h 42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49" h="42294">
                  <a:moveTo>
                    <a:pt x="12200" y="42293"/>
                  </a:moveTo>
                  <a:cubicBezTo>
                    <a:pt x="16391" y="42388"/>
                    <a:pt x="20106" y="38769"/>
                    <a:pt x="22106" y="34768"/>
                  </a:cubicBezTo>
                  <a:cubicBezTo>
                    <a:pt x="24106" y="30958"/>
                    <a:pt x="24963" y="26577"/>
                    <a:pt x="25249" y="22100"/>
                  </a:cubicBezTo>
                  <a:lnTo>
                    <a:pt x="25249" y="20195"/>
                  </a:lnTo>
                  <a:cubicBezTo>
                    <a:pt x="25059" y="15813"/>
                    <a:pt x="24201" y="11432"/>
                    <a:pt x="22106" y="7527"/>
                  </a:cubicBezTo>
                  <a:cubicBezTo>
                    <a:pt x="20010" y="3431"/>
                    <a:pt x="16391" y="-93"/>
                    <a:pt x="12200" y="2"/>
                  </a:cubicBezTo>
                  <a:cubicBezTo>
                    <a:pt x="8009" y="97"/>
                    <a:pt x="4580" y="3717"/>
                    <a:pt x="2675" y="7812"/>
                  </a:cubicBezTo>
                  <a:cubicBezTo>
                    <a:pt x="675" y="11908"/>
                    <a:pt x="-87" y="16575"/>
                    <a:pt x="8" y="21243"/>
                  </a:cubicBezTo>
                  <a:cubicBezTo>
                    <a:pt x="8" y="25815"/>
                    <a:pt x="770" y="30577"/>
                    <a:pt x="2675" y="34673"/>
                  </a:cubicBezTo>
                  <a:cubicBezTo>
                    <a:pt x="4580" y="38578"/>
                    <a:pt x="8009" y="42198"/>
                    <a:pt x="12200" y="42293"/>
                  </a:cubicBezTo>
                  <a:close/>
                </a:path>
              </a:pathLst>
            </a:custGeom>
            <a:grpFill/>
            <a:ln w="9525" cap="flat">
              <a:noFill/>
              <a:prstDash val="solid"/>
              <a:miter/>
            </a:ln>
          </p:spPr>
          <p:txBody>
            <a:bodyPr rtlCol="0" anchor="ctr"/>
            <a:lstStyle/>
            <a:p>
              <a:endParaRPr lang="en-US"/>
            </a:p>
          </p:txBody>
        </p:sp>
        <p:sp>
          <p:nvSpPr>
            <p:cNvPr id="89" name="Graphic 82">
              <a:extLst>
                <a:ext uri="{FF2B5EF4-FFF2-40B4-BE49-F238E27FC236}">
                  <a16:creationId xmlns:a16="http://schemas.microsoft.com/office/drawing/2014/main" id="{6C8D7890-1414-2A44-9023-4AFE43983909}"/>
                </a:ext>
              </a:extLst>
            </p:cNvPr>
            <p:cNvSpPr/>
            <p:nvPr/>
          </p:nvSpPr>
          <p:spPr>
            <a:xfrm>
              <a:off x="5962935" y="3410807"/>
              <a:ext cx="266128" cy="123539"/>
            </a:xfrm>
            <a:custGeom>
              <a:avLst/>
              <a:gdLst>
                <a:gd name="connsiteX0" fmla="*/ 0 w 266128"/>
                <a:gd name="connsiteY0" fmla="*/ 123539 h 123539"/>
                <a:gd name="connsiteX1" fmla="*/ 266129 w 266128"/>
                <a:gd name="connsiteY1" fmla="*/ 123539 h 123539"/>
                <a:gd name="connsiteX2" fmla="*/ 266129 w 266128"/>
                <a:gd name="connsiteY2" fmla="*/ 0 h 123539"/>
                <a:gd name="connsiteX3" fmla="*/ 0 w 266128"/>
                <a:gd name="connsiteY3" fmla="*/ 0 h 123539"/>
                <a:gd name="connsiteX4" fmla="*/ 0 w 266128"/>
                <a:gd name="connsiteY4" fmla="*/ 123539 h 123539"/>
                <a:gd name="connsiteX5" fmla="*/ 124682 w 266128"/>
                <a:gd name="connsiteY5" fmla="*/ 54959 h 123539"/>
                <a:gd name="connsiteX6" fmla="*/ 134398 w 266128"/>
                <a:gd name="connsiteY6" fmla="*/ 46577 h 123539"/>
                <a:gd name="connsiteX7" fmla="*/ 148971 w 266128"/>
                <a:gd name="connsiteY7" fmla="*/ 44196 h 123539"/>
                <a:gd name="connsiteX8" fmla="*/ 159353 w 266128"/>
                <a:gd name="connsiteY8" fmla="*/ 51435 h 123539"/>
                <a:gd name="connsiteX9" fmla="*/ 162020 w 266128"/>
                <a:gd name="connsiteY9" fmla="*/ 57341 h 123539"/>
                <a:gd name="connsiteX10" fmla="*/ 162020 w 266128"/>
                <a:gd name="connsiteY10" fmla="*/ 30385 h 123539"/>
                <a:gd name="connsiteX11" fmla="*/ 171545 w 266128"/>
                <a:gd name="connsiteY11" fmla="*/ 20860 h 123539"/>
                <a:gd name="connsiteX12" fmla="*/ 181070 w 266128"/>
                <a:gd name="connsiteY12" fmla="*/ 30385 h 123539"/>
                <a:gd name="connsiteX13" fmla="*/ 181070 w 266128"/>
                <a:gd name="connsiteY13" fmla="*/ 98393 h 123539"/>
                <a:gd name="connsiteX14" fmla="*/ 171545 w 266128"/>
                <a:gd name="connsiteY14" fmla="*/ 107918 h 123539"/>
                <a:gd name="connsiteX15" fmla="*/ 162020 w 266128"/>
                <a:gd name="connsiteY15" fmla="*/ 98393 h 123539"/>
                <a:gd name="connsiteX16" fmla="*/ 162020 w 266128"/>
                <a:gd name="connsiteY16" fmla="*/ 94393 h 123539"/>
                <a:gd name="connsiteX17" fmla="*/ 159449 w 266128"/>
                <a:gd name="connsiteY17" fmla="*/ 100203 h 123539"/>
                <a:gd name="connsiteX18" fmla="*/ 148971 w 266128"/>
                <a:gd name="connsiteY18" fmla="*/ 107537 h 123539"/>
                <a:gd name="connsiteX19" fmla="*/ 134303 w 266128"/>
                <a:gd name="connsiteY19" fmla="*/ 105156 h 123539"/>
                <a:gd name="connsiteX20" fmla="*/ 124587 w 266128"/>
                <a:gd name="connsiteY20" fmla="*/ 96679 h 123539"/>
                <a:gd name="connsiteX21" fmla="*/ 117729 w 266128"/>
                <a:gd name="connsiteY21" fmla="*/ 75819 h 123539"/>
                <a:gd name="connsiteX22" fmla="*/ 124682 w 266128"/>
                <a:gd name="connsiteY22" fmla="*/ 54959 h 123539"/>
                <a:gd name="connsiteX23" fmla="*/ 85058 w 266128"/>
                <a:gd name="connsiteY23" fmla="*/ 30385 h 123539"/>
                <a:gd name="connsiteX24" fmla="*/ 94583 w 266128"/>
                <a:gd name="connsiteY24" fmla="*/ 20860 h 123539"/>
                <a:gd name="connsiteX25" fmla="*/ 104108 w 266128"/>
                <a:gd name="connsiteY25" fmla="*/ 30385 h 123539"/>
                <a:gd name="connsiteX26" fmla="*/ 104108 w 266128"/>
                <a:gd name="connsiteY26" fmla="*/ 98393 h 123539"/>
                <a:gd name="connsiteX27" fmla="*/ 94583 w 266128"/>
                <a:gd name="connsiteY27" fmla="*/ 107918 h 123539"/>
                <a:gd name="connsiteX28" fmla="*/ 85058 w 266128"/>
                <a:gd name="connsiteY28" fmla="*/ 98393 h 123539"/>
                <a:gd name="connsiteX29" fmla="*/ 85058 w 266128"/>
                <a:gd name="connsiteY29" fmla="*/ 30385 h 123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66128" h="123539">
                  <a:moveTo>
                    <a:pt x="0" y="123539"/>
                  </a:moveTo>
                  <a:lnTo>
                    <a:pt x="266129" y="123539"/>
                  </a:lnTo>
                  <a:lnTo>
                    <a:pt x="266129" y="0"/>
                  </a:lnTo>
                  <a:lnTo>
                    <a:pt x="0" y="0"/>
                  </a:lnTo>
                  <a:lnTo>
                    <a:pt x="0" y="123539"/>
                  </a:lnTo>
                  <a:close/>
                  <a:moveTo>
                    <a:pt x="124682" y="54959"/>
                  </a:moveTo>
                  <a:cubicBezTo>
                    <a:pt x="127159" y="51816"/>
                    <a:pt x="130302" y="48863"/>
                    <a:pt x="134398" y="46577"/>
                  </a:cubicBezTo>
                  <a:cubicBezTo>
                    <a:pt x="138493" y="44291"/>
                    <a:pt x="144018" y="43148"/>
                    <a:pt x="148971" y="44196"/>
                  </a:cubicBezTo>
                  <a:cubicBezTo>
                    <a:pt x="153924" y="45339"/>
                    <a:pt x="157448" y="48482"/>
                    <a:pt x="159353" y="51435"/>
                  </a:cubicBezTo>
                  <a:cubicBezTo>
                    <a:pt x="160687" y="53435"/>
                    <a:pt x="161449" y="55340"/>
                    <a:pt x="162020" y="57341"/>
                  </a:cubicBezTo>
                  <a:lnTo>
                    <a:pt x="162020" y="30385"/>
                  </a:lnTo>
                  <a:cubicBezTo>
                    <a:pt x="162020" y="25146"/>
                    <a:pt x="166307" y="20860"/>
                    <a:pt x="171545" y="20860"/>
                  </a:cubicBezTo>
                  <a:cubicBezTo>
                    <a:pt x="176784" y="20860"/>
                    <a:pt x="181070" y="25146"/>
                    <a:pt x="181070" y="30385"/>
                  </a:cubicBezTo>
                  <a:lnTo>
                    <a:pt x="181070" y="98393"/>
                  </a:lnTo>
                  <a:cubicBezTo>
                    <a:pt x="181070" y="103632"/>
                    <a:pt x="176784" y="107918"/>
                    <a:pt x="171545" y="107918"/>
                  </a:cubicBezTo>
                  <a:cubicBezTo>
                    <a:pt x="166307" y="107918"/>
                    <a:pt x="162020" y="103632"/>
                    <a:pt x="162020" y="98393"/>
                  </a:cubicBezTo>
                  <a:lnTo>
                    <a:pt x="162020" y="94393"/>
                  </a:lnTo>
                  <a:cubicBezTo>
                    <a:pt x="161449" y="96298"/>
                    <a:pt x="160782" y="98298"/>
                    <a:pt x="159449" y="100203"/>
                  </a:cubicBezTo>
                  <a:cubicBezTo>
                    <a:pt x="157543" y="103156"/>
                    <a:pt x="154019" y="106394"/>
                    <a:pt x="148971" y="107537"/>
                  </a:cubicBezTo>
                  <a:cubicBezTo>
                    <a:pt x="144018" y="108680"/>
                    <a:pt x="138398" y="107442"/>
                    <a:pt x="134303" y="105156"/>
                  </a:cubicBezTo>
                  <a:cubicBezTo>
                    <a:pt x="130207" y="102775"/>
                    <a:pt x="126968" y="99917"/>
                    <a:pt x="124587" y="96679"/>
                  </a:cubicBezTo>
                  <a:cubicBezTo>
                    <a:pt x="119729" y="90202"/>
                    <a:pt x="117824" y="82963"/>
                    <a:pt x="117729" y="75819"/>
                  </a:cubicBezTo>
                  <a:cubicBezTo>
                    <a:pt x="117824" y="68675"/>
                    <a:pt x="119825" y="61436"/>
                    <a:pt x="124682" y="54959"/>
                  </a:cubicBezTo>
                  <a:close/>
                  <a:moveTo>
                    <a:pt x="85058" y="30385"/>
                  </a:moveTo>
                  <a:cubicBezTo>
                    <a:pt x="85058" y="25146"/>
                    <a:pt x="89344" y="20860"/>
                    <a:pt x="94583" y="20860"/>
                  </a:cubicBezTo>
                  <a:cubicBezTo>
                    <a:pt x="99822" y="20860"/>
                    <a:pt x="104108" y="25146"/>
                    <a:pt x="104108" y="30385"/>
                  </a:cubicBezTo>
                  <a:lnTo>
                    <a:pt x="104108" y="98393"/>
                  </a:lnTo>
                  <a:cubicBezTo>
                    <a:pt x="104108" y="103632"/>
                    <a:pt x="99822" y="107918"/>
                    <a:pt x="94583" y="107918"/>
                  </a:cubicBezTo>
                  <a:cubicBezTo>
                    <a:pt x="89344" y="107918"/>
                    <a:pt x="85058" y="103632"/>
                    <a:pt x="85058" y="98393"/>
                  </a:cubicBezTo>
                  <a:lnTo>
                    <a:pt x="85058" y="30385"/>
                  </a:lnTo>
                  <a:close/>
                </a:path>
              </a:pathLst>
            </a:custGeom>
            <a:grpFill/>
            <a:ln w="9525" cap="flat">
              <a:noFill/>
              <a:prstDash val="solid"/>
              <a:miter/>
            </a:ln>
          </p:spPr>
          <p:txBody>
            <a:bodyPr rtlCol="0" anchor="ctr"/>
            <a:lstStyle/>
            <a:p>
              <a:endParaRPr lang="en-US"/>
            </a:p>
          </p:txBody>
        </p:sp>
        <p:sp>
          <p:nvSpPr>
            <p:cNvPr id="90" name="Graphic 82">
              <a:extLst>
                <a:ext uri="{FF2B5EF4-FFF2-40B4-BE49-F238E27FC236}">
                  <a16:creationId xmlns:a16="http://schemas.microsoft.com/office/drawing/2014/main" id="{AD040F8A-D65D-4C4F-9038-C07E470C7A46}"/>
                </a:ext>
              </a:extLst>
            </p:cNvPr>
            <p:cNvSpPr/>
            <p:nvPr/>
          </p:nvSpPr>
          <p:spPr>
            <a:xfrm>
              <a:off x="5825966" y="3164109"/>
              <a:ext cx="540067" cy="540067"/>
            </a:xfrm>
            <a:custGeom>
              <a:avLst/>
              <a:gdLst>
                <a:gd name="connsiteX0" fmla="*/ 270034 w 540067"/>
                <a:gd name="connsiteY0" fmla="*/ 0 h 540067"/>
                <a:gd name="connsiteX1" fmla="*/ 0 w 540067"/>
                <a:gd name="connsiteY1" fmla="*/ 270034 h 540067"/>
                <a:gd name="connsiteX2" fmla="*/ 270034 w 540067"/>
                <a:gd name="connsiteY2" fmla="*/ 540068 h 540067"/>
                <a:gd name="connsiteX3" fmla="*/ 540068 w 540067"/>
                <a:gd name="connsiteY3" fmla="*/ 270034 h 540067"/>
                <a:gd name="connsiteX4" fmla="*/ 270034 w 540067"/>
                <a:gd name="connsiteY4" fmla="*/ 0 h 540067"/>
                <a:gd name="connsiteX5" fmla="*/ 422148 w 540067"/>
                <a:gd name="connsiteY5" fmla="*/ 379762 h 540067"/>
                <a:gd name="connsiteX6" fmla="*/ 412623 w 540067"/>
                <a:gd name="connsiteY6" fmla="*/ 389287 h 540067"/>
                <a:gd name="connsiteX7" fmla="*/ 389287 w 540067"/>
                <a:gd name="connsiteY7" fmla="*/ 389287 h 540067"/>
                <a:gd name="connsiteX8" fmla="*/ 389287 w 540067"/>
                <a:gd name="connsiteY8" fmla="*/ 423672 h 540067"/>
                <a:gd name="connsiteX9" fmla="*/ 379762 w 540067"/>
                <a:gd name="connsiteY9" fmla="*/ 433197 h 540067"/>
                <a:gd name="connsiteX10" fmla="*/ 160306 w 540067"/>
                <a:gd name="connsiteY10" fmla="*/ 433197 h 540067"/>
                <a:gd name="connsiteX11" fmla="*/ 150781 w 540067"/>
                <a:gd name="connsiteY11" fmla="*/ 423672 h 540067"/>
                <a:gd name="connsiteX12" fmla="*/ 150781 w 540067"/>
                <a:gd name="connsiteY12" fmla="*/ 389287 h 540067"/>
                <a:gd name="connsiteX13" fmla="*/ 127349 w 540067"/>
                <a:gd name="connsiteY13" fmla="*/ 389287 h 540067"/>
                <a:gd name="connsiteX14" fmla="*/ 117824 w 540067"/>
                <a:gd name="connsiteY14" fmla="*/ 379762 h 540067"/>
                <a:gd name="connsiteX15" fmla="*/ 117824 w 540067"/>
                <a:gd name="connsiteY15" fmla="*/ 237173 h 540067"/>
                <a:gd name="connsiteX16" fmla="*/ 127349 w 540067"/>
                <a:gd name="connsiteY16" fmla="*/ 227648 h 540067"/>
                <a:gd name="connsiteX17" fmla="*/ 150781 w 540067"/>
                <a:gd name="connsiteY17" fmla="*/ 227648 h 540067"/>
                <a:gd name="connsiteX18" fmla="*/ 150781 w 540067"/>
                <a:gd name="connsiteY18" fmla="*/ 116491 h 540067"/>
                <a:gd name="connsiteX19" fmla="*/ 160306 w 540067"/>
                <a:gd name="connsiteY19" fmla="*/ 106966 h 540067"/>
                <a:gd name="connsiteX20" fmla="*/ 302895 w 540067"/>
                <a:gd name="connsiteY20" fmla="*/ 106966 h 540067"/>
                <a:gd name="connsiteX21" fmla="*/ 306610 w 540067"/>
                <a:gd name="connsiteY21" fmla="*/ 107728 h 540067"/>
                <a:gd name="connsiteX22" fmla="*/ 309658 w 540067"/>
                <a:gd name="connsiteY22" fmla="*/ 109823 h 540067"/>
                <a:gd name="connsiteX23" fmla="*/ 386429 w 540067"/>
                <a:gd name="connsiteY23" fmla="*/ 186595 h 540067"/>
                <a:gd name="connsiteX24" fmla="*/ 388525 w 540067"/>
                <a:gd name="connsiteY24" fmla="*/ 189643 h 540067"/>
                <a:gd name="connsiteX25" fmla="*/ 389287 w 540067"/>
                <a:gd name="connsiteY25" fmla="*/ 193262 h 540067"/>
                <a:gd name="connsiteX26" fmla="*/ 389287 w 540067"/>
                <a:gd name="connsiteY26" fmla="*/ 227648 h 540067"/>
                <a:gd name="connsiteX27" fmla="*/ 412623 w 540067"/>
                <a:gd name="connsiteY27" fmla="*/ 227648 h 540067"/>
                <a:gd name="connsiteX28" fmla="*/ 422148 w 540067"/>
                <a:gd name="connsiteY28" fmla="*/ 237173 h 540067"/>
                <a:gd name="connsiteX29" fmla="*/ 422148 w 540067"/>
                <a:gd name="connsiteY29" fmla="*/ 379762 h 540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40067" h="540067">
                  <a:moveTo>
                    <a:pt x="270034" y="0"/>
                  </a:moveTo>
                  <a:cubicBezTo>
                    <a:pt x="120872" y="0"/>
                    <a:pt x="0" y="120872"/>
                    <a:pt x="0" y="270034"/>
                  </a:cubicBezTo>
                  <a:cubicBezTo>
                    <a:pt x="0" y="419195"/>
                    <a:pt x="120872" y="540068"/>
                    <a:pt x="270034" y="540068"/>
                  </a:cubicBezTo>
                  <a:cubicBezTo>
                    <a:pt x="419195" y="540068"/>
                    <a:pt x="540068" y="419195"/>
                    <a:pt x="540068" y="270034"/>
                  </a:cubicBezTo>
                  <a:cubicBezTo>
                    <a:pt x="540068" y="120968"/>
                    <a:pt x="419195" y="0"/>
                    <a:pt x="270034" y="0"/>
                  </a:cubicBezTo>
                  <a:close/>
                  <a:moveTo>
                    <a:pt x="422148" y="379762"/>
                  </a:moveTo>
                  <a:cubicBezTo>
                    <a:pt x="422148" y="385001"/>
                    <a:pt x="417862" y="389287"/>
                    <a:pt x="412623" y="389287"/>
                  </a:cubicBezTo>
                  <a:lnTo>
                    <a:pt x="389287" y="389287"/>
                  </a:lnTo>
                  <a:lnTo>
                    <a:pt x="389287" y="423672"/>
                  </a:lnTo>
                  <a:cubicBezTo>
                    <a:pt x="389287" y="428911"/>
                    <a:pt x="385001" y="433197"/>
                    <a:pt x="379762" y="433197"/>
                  </a:cubicBezTo>
                  <a:lnTo>
                    <a:pt x="160306" y="433197"/>
                  </a:lnTo>
                  <a:cubicBezTo>
                    <a:pt x="155067" y="433197"/>
                    <a:pt x="150781" y="428911"/>
                    <a:pt x="150781" y="423672"/>
                  </a:cubicBezTo>
                  <a:lnTo>
                    <a:pt x="150781" y="389287"/>
                  </a:lnTo>
                  <a:lnTo>
                    <a:pt x="127349" y="389287"/>
                  </a:lnTo>
                  <a:cubicBezTo>
                    <a:pt x="122110" y="389287"/>
                    <a:pt x="117824" y="385001"/>
                    <a:pt x="117824" y="379762"/>
                  </a:cubicBezTo>
                  <a:lnTo>
                    <a:pt x="117824" y="237173"/>
                  </a:lnTo>
                  <a:cubicBezTo>
                    <a:pt x="117824" y="231934"/>
                    <a:pt x="122110" y="227648"/>
                    <a:pt x="127349" y="227648"/>
                  </a:cubicBezTo>
                  <a:lnTo>
                    <a:pt x="150781" y="227648"/>
                  </a:lnTo>
                  <a:lnTo>
                    <a:pt x="150781" y="116491"/>
                  </a:lnTo>
                  <a:cubicBezTo>
                    <a:pt x="150781" y="111252"/>
                    <a:pt x="155067" y="106966"/>
                    <a:pt x="160306" y="106966"/>
                  </a:cubicBezTo>
                  <a:lnTo>
                    <a:pt x="302895" y="106966"/>
                  </a:lnTo>
                  <a:cubicBezTo>
                    <a:pt x="304133" y="106966"/>
                    <a:pt x="305372" y="107252"/>
                    <a:pt x="306610" y="107728"/>
                  </a:cubicBezTo>
                  <a:cubicBezTo>
                    <a:pt x="307753" y="108204"/>
                    <a:pt x="308801" y="108871"/>
                    <a:pt x="309658" y="109823"/>
                  </a:cubicBezTo>
                  <a:lnTo>
                    <a:pt x="386429" y="186595"/>
                  </a:lnTo>
                  <a:cubicBezTo>
                    <a:pt x="387287" y="187452"/>
                    <a:pt x="388049" y="188500"/>
                    <a:pt x="388525" y="189643"/>
                  </a:cubicBezTo>
                  <a:cubicBezTo>
                    <a:pt x="389001" y="190786"/>
                    <a:pt x="389287" y="192024"/>
                    <a:pt x="389287" y="193262"/>
                  </a:cubicBezTo>
                  <a:lnTo>
                    <a:pt x="389287" y="227648"/>
                  </a:lnTo>
                  <a:lnTo>
                    <a:pt x="412623" y="227648"/>
                  </a:lnTo>
                  <a:cubicBezTo>
                    <a:pt x="417862" y="227648"/>
                    <a:pt x="422148" y="231934"/>
                    <a:pt x="422148" y="237173"/>
                  </a:cubicBezTo>
                  <a:lnTo>
                    <a:pt x="422148" y="379762"/>
                  </a:lnTo>
                  <a:close/>
                </a:path>
              </a:pathLst>
            </a:custGeom>
            <a:grpFill/>
            <a:ln w="9525" cap="flat">
              <a:noFill/>
              <a:prstDash val="solid"/>
              <a:miter/>
            </a:ln>
          </p:spPr>
          <p:txBody>
            <a:bodyPr rtlCol="0" anchor="ctr"/>
            <a:lstStyle/>
            <a:p>
              <a:endParaRPr lang="en-US"/>
            </a:p>
          </p:txBody>
        </p:sp>
      </p:grpSp>
      <p:sp>
        <p:nvSpPr>
          <p:cNvPr id="91" name="Content Placeholder 1">
            <a:extLst>
              <a:ext uri="{FF2B5EF4-FFF2-40B4-BE49-F238E27FC236}">
                <a16:creationId xmlns:a16="http://schemas.microsoft.com/office/drawing/2014/main" id="{9BF668A6-C196-244E-BDB5-7F8D1D77B750}"/>
              </a:ext>
            </a:extLst>
          </p:cNvPr>
          <p:cNvSpPr txBox="1">
            <a:spLocks/>
          </p:cNvSpPr>
          <p:nvPr/>
        </p:nvSpPr>
        <p:spPr>
          <a:xfrm>
            <a:off x="9283204" y="1458074"/>
            <a:ext cx="2335365" cy="596085"/>
          </a:xfrm>
          <a:prstGeom prst="rect">
            <a:avLst/>
          </a:prstGeom>
        </p:spPr>
        <p:txBody>
          <a:bodyPr vert="horz" lIns="0" tIns="0" rIns="0" bIns="0" rtlCol="0">
            <a:noAutofit/>
          </a:bodyPr>
          <a:lstStyle>
            <a:lvl1pPr marL="0" indent="0" algn="l" defTabSz="685800" rtl="0" eaLnBrk="1" latinLnBrk="0" hangingPunct="1">
              <a:spcBef>
                <a:spcPts val="0"/>
              </a:spcBef>
              <a:spcAft>
                <a:spcPts val="750"/>
              </a:spcAft>
              <a:buSzPct val="100000"/>
              <a:buFontTx/>
              <a:buNone/>
              <a:defRPr sz="1200" b="0" kern="1200">
                <a:solidFill>
                  <a:schemeClr val="tx1"/>
                </a:solidFill>
                <a:latin typeface="+mn-lt"/>
                <a:ea typeface="+mn-ea"/>
                <a:cs typeface="Calibri Light" panose="020F0302020204030204" pitchFamily="34" charset="0"/>
              </a:defRPr>
            </a:lvl1pPr>
            <a:lvl2pPr marL="104775" indent="-104775" algn="l" defTabSz="685800" rtl="0" eaLnBrk="1" latinLnBrk="0" hangingPunct="1">
              <a:spcBef>
                <a:spcPts val="0"/>
              </a:spcBef>
              <a:spcAft>
                <a:spcPts val="750"/>
              </a:spcAft>
              <a:buClrTx/>
              <a:buSzPct val="100000"/>
              <a:buFont typeface="Arial" panose="020B0604020202020204" pitchFamily="34" charset="0"/>
              <a:buChar char="•"/>
              <a:defRPr lang="en-US" sz="1200" b="1"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pPr>
              <a:lnSpc>
                <a:spcPts val="1150"/>
              </a:lnSpc>
            </a:pPr>
            <a:r>
              <a:rPr lang="en-IN" sz="1050" dirty="0">
                <a:solidFill>
                  <a:schemeClr val="accent5"/>
                </a:solidFill>
              </a:rPr>
              <a:t>The InDesign version of this document includes all editable icons. You can choose any of the </a:t>
            </a:r>
            <a:r>
              <a:rPr lang="en-IN" sz="1050" dirty="0" err="1">
                <a:solidFill>
                  <a:schemeClr val="accent5"/>
                </a:solidFill>
              </a:rPr>
              <a:t>colors</a:t>
            </a:r>
            <a:r>
              <a:rPr lang="en-IN" sz="1050" dirty="0">
                <a:solidFill>
                  <a:schemeClr val="accent5"/>
                </a:solidFill>
              </a:rPr>
              <a:t> in the pre-loaded </a:t>
            </a:r>
            <a:r>
              <a:rPr lang="en-IN" sz="1050" dirty="0" err="1">
                <a:solidFill>
                  <a:schemeClr val="accent5"/>
                </a:solidFill>
              </a:rPr>
              <a:t>color</a:t>
            </a:r>
            <a:r>
              <a:rPr lang="en-IN" sz="1050" dirty="0">
                <a:solidFill>
                  <a:schemeClr val="accent5"/>
                </a:solidFill>
              </a:rPr>
              <a:t> palette in this file.</a:t>
            </a:r>
          </a:p>
        </p:txBody>
      </p:sp>
      <p:sp>
        <p:nvSpPr>
          <p:cNvPr id="92" name="Content Placeholder 1">
            <a:extLst>
              <a:ext uri="{FF2B5EF4-FFF2-40B4-BE49-F238E27FC236}">
                <a16:creationId xmlns:a16="http://schemas.microsoft.com/office/drawing/2014/main" id="{0554E3F0-BD68-B84A-96FF-0275E0E7CF84}"/>
              </a:ext>
            </a:extLst>
          </p:cNvPr>
          <p:cNvSpPr txBox="1">
            <a:spLocks/>
          </p:cNvSpPr>
          <p:nvPr/>
        </p:nvSpPr>
        <p:spPr>
          <a:xfrm>
            <a:off x="6468350" y="1458074"/>
            <a:ext cx="2335365" cy="596085"/>
          </a:xfrm>
          <a:prstGeom prst="rect">
            <a:avLst/>
          </a:prstGeom>
        </p:spPr>
        <p:txBody>
          <a:bodyPr vert="horz" lIns="0" tIns="0" rIns="0" bIns="0" rtlCol="0">
            <a:noAutofit/>
          </a:bodyPr>
          <a:lstStyle>
            <a:lvl1pPr marL="0" indent="0" algn="l" defTabSz="685800" rtl="0" eaLnBrk="1" latinLnBrk="0" hangingPunct="1">
              <a:spcBef>
                <a:spcPts val="0"/>
              </a:spcBef>
              <a:spcAft>
                <a:spcPts val="750"/>
              </a:spcAft>
              <a:buSzPct val="100000"/>
              <a:buFontTx/>
              <a:buNone/>
              <a:defRPr sz="1200" b="0" kern="1200">
                <a:solidFill>
                  <a:schemeClr val="tx1"/>
                </a:solidFill>
                <a:latin typeface="+mn-lt"/>
                <a:ea typeface="+mn-ea"/>
                <a:cs typeface="Calibri Light" panose="020F0302020204030204" pitchFamily="34" charset="0"/>
              </a:defRPr>
            </a:lvl1pPr>
            <a:lvl2pPr marL="104775" indent="-104775" algn="l" defTabSz="685800" rtl="0" eaLnBrk="1" latinLnBrk="0" hangingPunct="1">
              <a:spcBef>
                <a:spcPts val="0"/>
              </a:spcBef>
              <a:spcAft>
                <a:spcPts val="750"/>
              </a:spcAft>
              <a:buClrTx/>
              <a:buSzPct val="100000"/>
              <a:buFont typeface="Arial" panose="020B0604020202020204" pitchFamily="34" charset="0"/>
              <a:buChar char="•"/>
              <a:defRPr lang="en-US" sz="1200" b="1"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pPr>
              <a:lnSpc>
                <a:spcPts val="1150"/>
              </a:lnSpc>
            </a:pPr>
            <a:r>
              <a:rPr lang="en-IN" sz="1050" dirty="0">
                <a:solidFill>
                  <a:schemeClr val="accent5"/>
                </a:solidFill>
              </a:rPr>
              <a:t>For icons you want to use in PowerPoint, an equivalent file can be downloaded from Brand Space.</a:t>
            </a:r>
          </a:p>
        </p:txBody>
      </p:sp>
      <p:sp>
        <p:nvSpPr>
          <p:cNvPr id="93" name="Content Placeholder 1">
            <a:extLst>
              <a:ext uri="{FF2B5EF4-FFF2-40B4-BE49-F238E27FC236}">
                <a16:creationId xmlns:a16="http://schemas.microsoft.com/office/drawing/2014/main" id="{681EBB60-42D0-B848-A739-2AF2F226FC30}"/>
              </a:ext>
            </a:extLst>
          </p:cNvPr>
          <p:cNvSpPr txBox="1">
            <a:spLocks/>
          </p:cNvSpPr>
          <p:nvPr/>
        </p:nvSpPr>
        <p:spPr>
          <a:xfrm>
            <a:off x="9283204" y="2872773"/>
            <a:ext cx="2335365" cy="596085"/>
          </a:xfrm>
          <a:prstGeom prst="rect">
            <a:avLst/>
          </a:prstGeom>
        </p:spPr>
        <p:txBody>
          <a:bodyPr vert="horz" lIns="0" tIns="0" rIns="0" bIns="0" rtlCol="0">
            <a:noAutofit/>
          </a:bodyPr>
          <a:lstStyle>
            <a:lvl1pPr marL="0" indent="0" algn="l" defTabSz="685800" rtl="0" eaLnBrk="1" latinLnBrk="0" hangingPunct="1">
              <a:spcBef>
                <a:spcPts val="0"/>
              </a:spcBef>
              <a:spcAft>
                <a:spcPts val="750"/>
              </a:spcAft>
              <a:buSzPct val="100000"/>
              <a:buFontTx/>
              <a:buNone/>
              <a:defRPr sz="1200" b="0" kern="1200">
                <a:solidFill>
                  <a:schemeClr val="tx1"/>
                </a:solidFill>
                <a:latin typeface="+mn-lt"/>
                <a:ea typeface="+mn-ea"/>
                <a:cs typeface="Calibri Light" panose="020F0302020204030204" pitchFamily="34" charset="0"/>
              </a:defRPr>
            </a:lvl1pPr>
            <a:lvl2pPr marL="104775" indent="-104775" algn="l" defTabSz="685800" rtl="0" eaLnBrk="1" latinLnBrk="0" hangingPunct="1">
              <a:spcBef>
                <a:spcPts val="0"/>
              </a:spcBef>
              <a:spcAft>
                <a:spcPts val="750"/>
              </a:spcAft>
              <a:buClrTx/>
              <a:buSzPct val="100000"/>
              <a:buFont typeface="Arial" panose="020B0604020202020204" pitchFamily="34" charset="0"/>
              <a:buChar char="•"/>
              <a:defRPr lang="en-US" sz="1200" b="1"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pPr>
              <a:lnSpc>
                <a:spcPts val="1150"/>
              </a:lnSpc>
            </a:pPr>
            <a:r>
              <a:rPr lang="en-IN" sz="1050" dirty="0">
                <a:solidFill>
                  <a:schemeClr val="accent5"/>
                </a:solidFill>
              </a:rPr>
              <a:t>The Keyword layer has to be visible and unlocked for the keyword search function to work.</a:t>
            </a:r>
          </a:p>
        </p:txBody>
      </p:sp>
      <p:sp>
        <p:nvSpPr>
          <p:cNvPr id="94" name="Content Placeholder 1">
            <a:extLst>
              <a:ext uri="{FF2B5EF4-FFF2-40B4-BE49-F238E27FC236}">
                <a16:creationId xmlns:a16="http://schemas.microsoft.com/office/drawing/2014/main" id="{9DB84F62-7D1D-2F46-8639-B588CC791440}"/>
              </a:ext>
            </a:extLst>
          </p:cNvPr>
          <p:cNvSpPr txBox="1">
            <a:spLocks/>
          </p:cNvSpPr>
          <p:nvPr/>
        </p:nvSpPr>
        <p:spPr>
          <a:xfrm>
            <a:off x="9283204" y="4134366"/>
            <a:ext cx="2417307" cy="596085"/>
          </a:xfrm>
          <a:prstGeom prst="rect">
            <a:avLst/>
          </a:prstGeom>
        </p:spPr>
        <p:txBody>
          <a:bodyPr vert="horz" lIns="0" tIns="0" rIns="0" bIns="0" rtlCol="0">
            <a:noAutofit/>
          </a:bodyPr>
          <a:lstStyle>
            <a:lvl1pPr marL="0" indent="0" algn="l" defTabSz="685800" rtl="0" eaLnBrk="1" latinLnBrk="0" hangingPunct="1">
              <a:spcBef>
                <a:spcPts val="0"/>
              </a:spcBef>
              <a:spcAft>
                <a:spcPts val="750"/>
              </a:spcAft>
              <a:buSzPct val="100000"/>
              <a:buFontTx/>
              <a:buNone/>
              <a:defRPr sz="1200" b="0" kern="1200">
                <a:solidFill>
                  <a:schemeClr val="tx1"/>
                </a:solidFill>
                <a:latin typeface="+mn-lt"/>
                <a:ea typeface="+mn-ea"/>
                <a:cs typeface="Calibri Light" panose="020F0302020204030204" pitchFamily="34" charset="0"/>
              </a:defRPr>
            </a:lvl1pPr>
            <a:lvl2pPr marL="104775" indent="-104775" algn="l" defTabSz="685800" rtl="0" eaLnBrk="1" latinLnBrk="0" hangingPunct="1">
              <a:spcBef>
                <a:spcPts val="0"/>
              </a:spcBef>
              <a:spcAft>
                <a:spcPts val="750"/>
              </a:spcAft>
              <a:buClrTx/>
              <a:buSzPct val="100000"/>
              <a:buFont typeface="Arial" panose="020B0604020202020204" pitchFamily="34" charset="0"/>
              <a:buChar char="•"/>
              <a:defRPr lang="en-US" sz="1200" b="1"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pPr>
              <a:lnSpc>
                <a:spcPts val="1150"/>
              </a:lnSpc>
            </a:pPr>
            <a:r>
              <a:rPr lang="en-IN" sz="1050" dirty="0">
                <a:solidFill>
                  <a:schemeClr val="accent5"/>
                </a:solidFill>
              </a:rPr>
              <a:t>Try not to accidentally delete or edit the keywords. Even if you do, you can always replace this file with a fresh download/copy.</a:t>
            </a:r>
          </a:p>
        </p:txBody>
      </p:sp>
      <p:sp>
        <p:nvSpPr>
          <p:cNvPr id="95" name="Content Placeholder 1">
            <a:extLst>
              <a:ext uri="{FF2B5EF4-FFF2-40B4-BE49-F238E27FC236}">
                <a16:creationId xmlns:a16="http://schemas.microsoft.com/office/drawing/2014/main" id="{EF7F7975-C27C-AB4A-B527-706499CA92D1}"/>
              </a:ext>
            </a:extLst>
          </p:cNvPr>
          <p:cNvSpPr txBox="1">
            <a:spLocks/>
          </p:cNvSpPr>
          <p:nvPr/>
        </p:nvSpPr>
        <p:spPr>
          <a:xfrm>
            <a:off x="9283204" y="5429233"/>
            <a:ext cx="2417307" cy="596085"/>
          </a:xfrm>
          <a:prstGeom prst="rect">
            <a:avLst/>
          </a:prstGeom>
        </p:spPr>
        <p:txBody>
          <a:bodyPr vert="horz" lIns="0" tIns="0" rIns="0" bIns="0" rtlCol="0">
            <a:noAutofit/>
          </a:bodyPr>
          <a:lstStyle>
            <a:lvl1pPr marL="0" indent="0" algn="l" defTabSz="685800" rtl="0" eaLnBrk="1" latinLnBrk="0" hangingPunct="1">
              <a:spcBef>
                <a:spcPts val="0"/>
              </a:spcBef>
              <a:spcAft>
                <a:spcPts val="750"/>
              </a:spcAft>
              <a:buSzPct val="100000"/>
              <a:buFontTx/>
              <a:buNone/>
              <a:defRPr sz="1200" b="0" kern="1200">
                <a:solidFill>
                  <a:schemeClr val="tx1"/>
                </a:solidFill>
                <a:latin typeface="+mn-lt"/>
                <a:ea typeface="+mn-ea"/>
                <a:cs typeface="Calibri Light" panose="020F0302020204030204" pitchFamily="34" charset="0"/>
              </a:defRPr>
            </a:lvl1pPr>
            <a:lvl2pPr marL="104775" indent="-104775" algn="l" defTabSz="685800" rtl="0" eaLnBrk="1" latinLnBrk="0" hangingPunct="1">
              <a:spcBef>
                <a:spcPts val="0"/>
              </a:spcBef>
              <a:spcAft>
                <a:spcPts val="750"/>
              </a:spcAft>
              <a:buClrTx/>
              <a:buSzPct val="100000"/>
              <a:buFont typeface="Arial" panose="020B0604020202020204" pitchFamily="34" charset="0"/>
              <a:buChar char="•"/>
              <a:defRPr lang="en-US" sz="1200" b="1"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pPr>
              <a:lnSpc>
                <a:spcPts val="1150"/>
              </a:lnSpc>
            </a:pPr>
            <a:r>
              <a:rPr lang="en-IN" sz="1050" dirty="0">
                <a:solidFill>
                  <a:schemeClr val="accent5"/>
                </a:solidFill>
              </a:rPr>
              <a:t>To create new icons, please refer to guidelines in Brand Space and send any new icon to </a:t>
            </a:r>
            <a:r>
              <a:rPr lang="en-IN" sz="1050" dirty="0">
                <a:solidFill>
                  <a:schemeClr val="accent5"/>
                </a:solidFill>
                <a:hlinkClick r:id="rId2"/>
              </a:rPr>
              <a:t>globalbrandingteam@deloitte.com</a:t>
            </a:r>
            <a:r>
              <a:rPr lang="en-IN" sz="1050" dirty="0">
                <a:solidFill>
                  <a:schemeClr val="accent5"/>
                </a:solidFill>
              </a:rPr>
              <a:t> so these can be added to the master library in the future.</a:t>
            </a:r>
          </a:p>
        </p:txBody>
      </p:sp>
      <p:sp>
        <p:nvSpPr>
          <p:cNvPr id="97" name="Content Placeholder 1">
            <a:extLst>
              <a:ext uri="{FF2B5EF4-FFF2-40B4-BE49-F238E27FC236}">
                <a16:creationId xmlns:a16="http://schemas.microsoft.com/office/drawing/2014/main" id="{591A9622-8AD8-1743-9496-323D77EFA451}"/>
              </a:ext>
            </a:extLst>
          </p:cNvPr>
          <p:cNvSpPr txBox="1">
            <a:spLocks/>
          </p:cNvSpPr>
          <p:nvPr/>
        </p:nvSpPr>
        <p:spPr>
          <a:xfrm>
            <a:off x="6486322" y="2734261"/>
            <a:ext cx="2417307" cy="2964243"/>
          </a:xfrm>
          <a:prstGeom prst="rect">
            <a:avLst/>
          </a:prstGeom>
        </p:spPr>
        <p:txBody>
          <a:bodyPr vert="horz" lIns="0" tIns="0" rIns="0" bIns="0" rtlCol="0">
            <a:noAutofit/>
          </a:bodyPr>
          <a:lstStyle>
            <a:lvl1pPr marL="0" indent="0" algn="l" defTabSz="685800" rtl="0" eaLnBrk="1" latinLnBrk="0" hangingPunct="1">
              <a:spcBef>
                <a:spcPts val="0"/>
              </a:spcBef>
              <a:spcAft>
                <a:spcPts val="750"/>
              </a:spcAft>
              <a:buSzPct val="100000"/>
              <a:buFontTx/>
              <a:buNone/>
              <a:defRPr sz="1200" b="0" kern="1200">
                <a:solidFill>
                  <a:schemeClr val="tx1"/>
                </a:solidFill>
                <a:latin typeface="+mn-lt"/>
                <a:ea typeface="+mn-ea"/>
                <a:cs typeface="Calibri Light" panose="020F0302020204030204" pitchFamily="34" charset="0"/>
              </a:defRPr>
            </a:lvl1pPr>
            <a:lvl2pPr marL="104775" indent="-104775" algn="l" defTabSz="685800" rtl="0" eaLnBrk="1" latinLnBrk="0" hangingPunct="1">
              <a:spcBef>
                <a:spcPts val="0"/>
              </a:spcBef>
              <a:spcAft>
                <a:spcPts val="750"/>
              </a:spcAft>
              <a:buClrTx/>
              <a:buSzPct val="100000"/>
              <a:buFont typeface="Arial" panose="020B0604020202020204" pitchFamily="34" charset="0"/>
              <a:buChar char="•"/>
              <a:defRPr lang="en-US" sz="1200" b="1"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pPr>
              <a:lnSpc>
                <a:spcPts val="1150"/>
              </a:lnSpc>
            </a:pPr>
            <a:r>
              <a:rPr lang="en-IN" sz="1050" dirty="0">
                <a:solidFill>
                  <a:schemeClr val="accent5"/>
                </a:solidFill>
              </a:rPr>
              <a:t>There are two types of icons in this file based on your requirement or usage:</a:t>
            </a:r>
          </a:p>
          <a:p>
            <a:pPr marL="177800" indent="-177800">
              <a:lnSpc>
                <a:spcPts val="1150"/>
              </a:lnSpc>
              <a:spcAft>
                <a:spcPts val="0"/>
              </a:spcAft>
              <a:buFont typeface="+mj-lt"/>
              <a:buAutoNum type="arabicPeriod"/>
            </a:pPr>
            <a:r>
              <a:rPr lang="en-IN" sz="1050" dirty="0">
                <a:solidFill>
                  <a:schemeClr val="accent5"/>
                </a:solidFill>
              </a:rPr>
              <a:t>1. Icons created using Fill</a:t>
            </a:r>
          </a:p>
          <a:p>
            <a:pPr marL="357188" indent="-169863">
              <a:lnSpc>
                <a:spcPts val="1150"/>
              </a:lnSpc>
              <a:spcAft>
                <a:spcPts val="0"/>
              </a:spcAft>
              <a:buFont typeface="Arial" panose="020B0604020202020204" pitchFamily="34" charset="0"/>
              <a:buChar char="•"/>
            </a:pPr>
            <a:r>
              <a:rPr lang="en-IN" sz="1050" dirty="0">
                <a:solidFill>
                  <a:schemeClr val="accent5"/>
                </a:solidFill>
              </a:rPr>
              <a:t>Access these icons by unhiding </a:t>
            </a:r>
            <a:r>
              <a:rPr lang="en-IN" sz="1050" b="1" i="1" dirty="0">
                <a:solidFill>
                  <a:schemeClr val="accent5"/>
                </a:solidFill>
              </a:rPr>
              <a:t>Icons by Fill</a:t>
            </a:r>
            <a:r>
              <a:rPr lang="en-IN" sz="1050" dirty="0">
                <a:solidFill>
                  <a:schemeClr val="accent5"/>
                </a:solidFill>
              </a:rPr>
              <a:t> layer and hiding the </a:t>
            </a:r>
            <a:r>
              <a:rPr lang="en-IN" sz="1050" b="1" i="1" dirty="0">
                <a:solidFill>
                  <a:schemeClr val="accent5"/>
                </a:solidFill>
              </a:rPr>
              <a:t>Icons by Stroke</a:t>
            </a:r>
            <a:r>
              <a:rPr lang="en-IN" sz="1050" dirty="0">
                <a:solidFill>
                  <a:schemeClr val="accent5"/>
                </a:solidFill>
              </a:rPr>
              <a:t> layer</a:t>
            </a:r>
          </a:p>
          <a:p>
            <a:pPr marL="357188" indent="-169863">
              <a:lnSpc>
                <a:spcPts val="1150"/>
              </a:lnSpc>
              <a:spcAft>
                <a:spcPts val="0"/>
              </a:spcAft>
              <a:buFont typeface="Arial" panose="020B0604020202020204" pitchFamily="34" charset="0"/>
              <a:buChar char="•"/>
            </a:pPr>
            <a:r>
              <a:rPr lang="en-IN" sz="1050" dirty="0">
                <a:solidFill>
                  <a:schemeClr val="accent5"/>
                </a:solidFill>
              </a:rPr>
              <a:t>They are ideal for use while working with InDesign</a:t>
            </a:r>
          </a:p>
          <a:p>
            <a:pPr marL="357188" indent="-169863">
              <a:lnSpc>
                <a:spcPts val="1150"/>
              </a:lnSpc>
              <a:buFont typeface="Arial" panose="020B0604020202020204" pitchFamily="34" charset="0"/>
              <a:buChar char="•"/>
            </a:pPr>
            <a:r>
              <a:rPr lang="en-IN" sz="1050" dirty="0">
                <a:solidFill>
                  <a:schemeClr val="accent5"/>
                </a:solidFill>
              </a:rPr>
              <a:t>These icons are easy to scale and maintain proportion</a:t>
            </a:r>
          </a:p>
          <a:p>
            <a:pPr marL="177800" indent="-177800">
              <a:lnSpc>
                <a:spcPts val="1150"/>
              </a:lnSpc>
              <a:spcAft>
                <a:spcPts val="0"/>
              </a:spcAft>
              <a:buFont typeface="+mj-lt"/>
              <a:buAutoNum type="arabicPeriod" startAt="2"/>
            </a:pPr>
            <a:r>
              <a:rPr lang="en-IN" sz="1050" dirty="0">
                <a:solidFill>
                  <a:schemeClr val="accent5"/>
                </a:solidFill>
              </a:rPr>
              <a:t>Icons created using Stroke</a:t>
            </a:r>
          </a:p>
          <a:p>
            <a:pPr marL="171450" indent="-171450">
              <a:lnSpc>
                <a:spcPts val="1150"/>
              </a:lnSpc>
              <a:spcAft>
                <a:spcPts val="0"/>
              </a:spcAft>
              <a:buFont typeface="Arial" panose="020B0604020202020204" pitchFamily="34" charset="0"/>
              <a:buChar char="•"/>
            </a:pPr>
            <a:r>
              <a:rPr lang="en-IN" sz="1050" dirty="0">
                <a:solidFill>
                  <a:schemeClr val="accent5"/>
                </a:solidFill>
              </a:rPr>
              <a:t>Access these icons by unhiding </a:t>
            </a:r>
            <a:r>
              <a:rPr lang="en-IN" sz="1050" b="1" i="1" dirty="0">
                <a:solidFill>
                  <a:schemeClr val="accent5"/>
                </a:solidFill>
              </a:rPr>
              <a:t>Icons by Stroke</a:t>
            </a:r>
            <a:r>
              <a:rPr lang="en-IN" sz="1050" dirty="0">
                <a:solidFill>
                  <a:schemeClr val="accent5"/>
                </a:solidFill>
              </a:rPr>
              <a:t> layer and hiding the </a:t>
            </a:r>
            <a:r>
              <a:rPr lang="en-IN" sz="1050" b="1" i="1" dirty="0">
                <a:solidFill>
                  <a:schemeClr val="accent5"/>
                </a:solidFill>
              </a:rPr>
              <a:t>Icons by Fill</a:t>
            </a:r>
            <a:r>
              <a:rPr lang="en-IN" sz="1050" dirty="0">
                <a:solidFill>
                  <a:schemeClr val="accent5"/>
                </a:solidFill>
              </a:rPr>
              <a:t> layer</a:t>
            </a:r>
          </a:p>
          <a:p>
            <a:pPr marL="171450" indent="-171450">
              <a:lnSpc>
                <a:spcPts val="1150"/>
              </a:lnSpc>
              <a:spcAft>
                <a:spcPts val="0"/>
              </a:spcAft>
              <a:buFont typeface="Arial" panose="020B0604020202020204" pitchFamily="34" charset="0"/>
              <a:buChar char="•"/>
            </a:pPr>
            <a:r>
              <a:rPr lang="en-IN" sz="1050" dirty="0">
                <a:solidFill>
                  <a:schemeClr val="accent5"/>
                </a:solidFill>
              </a:rPr>
              <a:t>These icons can be used in InDesign or can be copied into Illustrator</a:t>
            </a:r>
          </a:p>
          <a:p>
            <a:pPr marL="171450" indent="-171450">
              <a:lnSpc>
                <a:spcPts val="1150"/>
              </a:lnSpc>
              <a:spcAft>
                <a:spcPts val="0"/>
              </a:spcAft>
              <a:buFont typeface="Arial" panose="020B0604020202020204" pitchFamily="34" charset="0"/>
              <a:buChar char="•"/>
            </a:pPr>
            <a:r>
              <a:rPr lang="en-IN" sz="1050" dirty="0">
                <a:solidFill>
                  <a:schemeClr val="accent5"/>
                </a:solidFill>
              </a:rPr>
              <a:t>They are ideal for editing or customization</a:t>
            </a:r>
          </a:p>
        </p:txBody>
      </p:sp>
      <p:cxnSp>
        <p:nvCxnSpPr>
          <p:cNvPr id="99" name="Straight Connector 98">
            <a:extLst>
              <a:ext uri="{FF2B5EF4-FFF2-40B4-BE49-F238E27FC236}">
                <a16:creationId xmlns:a16="http://schemas.microsoft.com/office/drawing/2014/main" id="{00E7241B-ECE4-DC47-AF1E-6E74E4054C4B}"/>
              </a:ext>
            </a:extLst>
          </p:cNvPr>
          <p:cNvCxnSpPr/>
          <p:nvPr/>
        </p:nvCxnSpPr>
        <p:spPr>
          <a:xfrm>
            <a:off x="9283204" y="2103635"/>
            <a:ext cx="2417307" cy="0"/>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4E792FBA-D3B7-B94D-A53E-7B850CF0214B}"/>
              </a:ext>
            </a:extLst>
          </p:cNvPr>
          <p:cNvCxnSpPr/>
          <p:nvPr/>
        </p:nvCxnSpPr>
        <p:spPr>
          <a:xfrm>
            <a:off x="9283204" y="3359867"/>
            <a:ext cx="2417307" cy="0"/>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C492C28E-7627-6740-BF68-19667CB00292}"/>
              </a:ext>
            </a:extLst>
          </p:cNvPr>
          <p:cNvCxnSpPr/>
          <p:nvPr/>
        </p:nvCxnSpPr>
        <p:spPr>
          <a:xfrm>
            <a:off x="9283204" y="4641736"/>
            <a:ext cx="2417307" cy="0"/>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736DAC47-F508-8B4A-83BA-AC834BD53562}"/>
              </a:ext>
            </a:extLst>
          </p:cNvPr>
          <p:cNvCxnSpPr/>
          <p:nvPr/>
        </p:nvCxnSpPr>
        <p:spPr>
          <a:xfrm>
            <a:off x="9283204" y="6231254"/>
            <a:ext cx="2417307" cy="0"/>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90F66C0E-B817-1847-B597-E97550C5A71D}"/>
              </a:ext>
            </a:extLst>
          </p:cNvPr>
          <p:cNvCxnSpPr/>
          <p:nvPr/>
        </p:nvCxnSpPr>
        <p:spPr>
          <a:xfrm>
            <a:off x="6464523" y="1975448"/>
            <a:ext cx="2417307" cy="0"/>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454572C9-B646-DE40-9FD1-148C19B42FD7}"/>
              </a:ext>
            </a:extLst>
          </p:cNvPr>
          <p:cNvCxnSpPr/>
          <p:nvPr/>
        </p:nvCxnSpPr>
        <p:spPr>
          <a:xfrm>
            <a:off x="6464523" y="5728644"/>
            <a:ext cx="2417307" cy="0"/>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sp>
        <p:nvSpPr>
          <p:cNvPr id="105" name="Content Placeholder 1">
            <a:extLst>
              <a:ext uri="{FF2B5EF4-FFF2-40B4-BE49-F238E27FC236}">
                <a16:creationId xmlns:a16="http://schemas.microsoft.com/office/drawing/2014/main" id="{B9B7727D-D820-D340-85AD-6FC7B0CB2C21}"/>
              </a:ext>
            </a:extLst>
          </p:cNvPr>
          <p:cNvSpPr txBox="1">
            <a:spLocks/>
          </p:cNvSpPr>
          <p:nvPr/>
        </p:nvSpPr>
        <p:spPr>
          <a:xfrm>
            <a:off x="3937523" y="6307186"/>
            <a:ext cx="2015924" cy="251767"/>
          </a:xfrm>
          <a:prstGeom prst="rect">
            <a:avLst/>
          </a:prstGeom>
        </p:spPr>
        <p:txBody>
          <a:bodyPr vert="horz" lIns="0" tIns="0" rIns="0" bIns="0" rtlCol="0">
            <a:noAutofit/>
          </a:bodyPr>
          <a:lstStyle>
            <a:lvl1pPr marL="0" indent="0" algn="l" defTabSz="685800" rtl="0" eaLnBrk="1" latinLnBrk="0" hangingPunct="1">
              <a:spcBef>
                <a:spcPts val="0"/>
              </a:spcBef>
              <a:spcAft>
                <a:spcPts val="750"/>
              </a:spcAft>
              <a:buSzPct val="100000"/>
              <a:buFontTx/>
              <a:buNone/>
              <a:defRPr sz="1200" b="0" kern="1200">
                <a:solidFill>
                  <a:schemeClr val="tx1"/>
                </a:solidFill>
                <a:latin typeface="+mn-lt"/>
                <a:ea typeface="+mn-ea"/>
                <a:cs typeface="Calibri Light" panose="020F0302020204030204" pitchFamily="34" charset="0"/>
              </a:defRPr>
            </a:lvl1pPr>
            <a:lvl2pPr marL="104775" indent="-104775" algn="l" defTabSz="685800" rtl="0" eaLnBrk="1" latinLnBrk="0" hangingPunct="1">
              <a:spcBef>
                <a:spcPts val="0"/>
              </a:spcBef>
              <a:spcAft>
                <a:spcPts val="750"/>
              </a:spcAft>
              <a:buClrTx/>
              <a:buSzPct val="100000"/>
              <a:buFont typeface="Arial" panose="020B0604020202020204" pitchFamily="34" charset="0"/>
              <a:buChar char="•"/>
              <a:defRPr lang="en-US" sz="1200" b="1"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pPr>
              <a:lnSpc>
                <a:spcPts val="850"/>
              </a:lnSpc>
              <a:spcAft>
                <a:spcPts val="0"/>
              </a:spcAft>
            </a:pPr>
            <a:r>
              <a:rPr lang="en-IN" sz="750" dirty="0">
                <a:solidFill>
                  <a:schemeClr val="tx2">
                    <a:lumMod val="60000"/>
                    <a:lumOff val="40000"/>
                  </a:schemeClr>
                </a:solidFill>
              </a:rPr>
              <a:t>Click on the titles and home button to navigate </a:t>
            </a:r>
          </a:p>
          <a:p>
            <a:pPr>
              <a:lnSpc>
                <a:spcPts val="850"/>
              </a:lnSpc>
            </a:pPr>
            <a:r>
              <a:rPr lang="en-IN" sz="750" dirty="0">
                <a:solidFill>
                  <a:schemeClr val="tx2">
                    <a:lumMod val="60000"/>
                    <a:lumOff val="40000"/>
                  </a:schemeClr>
                </a:solidFill>
              </a:rPr>
              <a:t>(interactivity available only in the slideshow mode)</a:t>
            </a:r>
          </a:p>
        </p:txBody>
      </p:sp>
      <p:grpSp>
        <p:nvGrpSpPr>
          <p:cNvPr id="114" name="Graphic 1100">
            <a:extLst>
              <a:ext uri="{FF2B5EF4-FFF2-40B4-BE49-F238E27FC236}">
                <a16:creationId xmlns:a16="http://schemas.microsoft.com/office/drawing/2014/main" id="{9EF55FCA-0813-CF4E-90A1-44519FDA8D96}"/>
              </a:ext>
            </a:extLst>
          </p:cNvPr>
          <p:cNvGrpSpPr>
            <a:grpSpLocks noChangeAspect="1"/>
          </p:cNvGrpSpPr>
          <p:nvPr/>
        </p:nvGrpSpPr>
        <p:grpSpPr>
          <a:xfrm>
            <a:off x="3609476" y="6299760"/>
            <a:ext cx="252000" cy="251766"/>
            <a:chOff x="10935099" y="3828162"/>
            <a:chExt cx="362309" cy="361971"/>
          </a:xfrm>
          <a:solidFill>
            <a:schemeClr val="tx2">
              <a:lumMod val="60000"/>
              <a:lumOff val="40000"/>
            </a:schemeClr>
          </a:solidFill>
        </p:grpSpPr>
        <p:sp>
          <p:nvSpPr>
            <p:cNvPr id="115" name="Graphic 1100">
              <a:extLst>
                <a:ext uri="{FF2B5EF4-FFF2-40B4-BE49-F238E27FC236}">
                  <a16:creationId xmlns:a16="http://schemas.microsoft.com/office/drawing/2014/main" id="{C37A2CCC-4583-2E4C-A85D-EF0FB5CEB1A2}"/>
                </a:ext>
              </a:extLst>
            </p:cNvPr>
            <p:cNvSpPr/>
            <p:nvPr/>
          </p:nvSpPr>
          <p:spPr>
            <a:xfrm>
              <a:off x="10935099" y="3828162"/>
              <a:ext cx="362309" cy="361971"/>
            </a:xfrm>
            <a:custGeom>
              <a:avLst/>
              <a:gdLst>
                <a:gd name="connsiteX0" fmla="*/ 180835 w 362309"/>
                <a:gd name="connsiteY0" fmla="*/ 0 h 361971"/>
                <a:gd name="connsiteX1" fmla="*/ 0 w 362309"/>
                <a:gd name="connsiteY1" fmla="*/ 181305 h 361971"/>
                <a:gd name="connsiteX2" fmla="*/ 181474 w 362309"/>
                <a:gd name="connsiteY2" fmla="*/ 361971 h 361971"/>
                <a:gd name="connsiteX3" fmla="*/ 362309 w 362309"/>
                <a:gd name="connsiteY3" fmla="*/ 180667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 name="connsiteX11" fmla="*/ 180835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6"/>
                    <a:pt x="0" y="181305"/>
                  </a:cubicBezTo>
                  <a:cubicBezTo>
                    <a:pt x="0" y="281533"/>
                    <a:pt x="81152" y="361971"/>
                    <a:pt x="181474" y="361971"/>
                  </a:cubicBezTo>
                  <a:cubicBezTo>
                    <a:pt x="281157" y="361971"/>
                    <a:pt x="362309" y="280895"/>
                    <a:pt x="362309" y="180667"/>
                  </a:cubicBezTo>
                  <a:cubicBezTo>
                    <a:pt x="362309" y="81076"/>
                    <a:pt x="281157" y="0"/>
                    <a:pt x="180835" y="0"/>
                  </a:cubicBezTo>
                  <a:cubicBezTo>
                    <a:pt x="180835" y="0"/>
                    <a:pt x="180835" y="0"/>
                    <a:pt x="180835" y="0"/>
                  </a:cubicBezTo>
                  <a:close/>
                  <a:moveTo>
                    <a:pt x="180835" y="349204"/>
                  </a:moveTo>
                  <a:cubicBezTo>
                    <a:pt x="87542" y="349204"/>
                    <a:pt x="12780" y="273873"/>
                    <a:pt x="12780" y="180667"/>
                  </a:cubicBezTo>
                  <a:cubicBezTo>
                    <a:pt x="12780" y="87460"/>
                    <a:pt x="88181" y="12768"/>
                    <a:pt x="181474" y="12768"/>
                  </a:cubicBezTo>
                  <a:cubicBezTo>
                    <a:pt x="274128" y="12768"/>
                    <a:pt x="349529" y="88099"/>
                    <a:pt x="349529" y="180667"/>
                  </a:cubicBezTo>
                  <a:cubicBezTo>
                    <a:pt x="349529" y="273873"/>
                    <a:pt x="274128" y="349204"/>
                    <a:pt x="180835" y="349204"/>
                  </a:cubicBezTo>
                  <a:lnTo>
                    <a:pt x="180835" y="349204"/>
                  </a:lnTo>
                  <a:close/>
                </a:path>
              </a:pathLst>
            </a:custGeom>
            <a:grpFill/>
            <a:ln w="6390" cap="flat">
              <a:noFill/>
              <a:prstDash val="solid"/>
              <a:miter/>
            </a:ln>
          </p:spPr>
          <p:txBody>
            <a:bodyPr rtlCol="0" anchor="ctr"/>
            <a:lstStyle/>
            <a:p>
              <a:endParaRPr lang="en-US"/>
            </a:p>
          </p:txBody>
        </p:sp>
        <p:sp>
          <p:nvSpPr>
            <p:cNvPr id="116" name="Graphic 1100">
              <a:extLst>
                <a:ext uri="{FF2B5EF4-FFF2-40B4-BE49-F238E27FC236}">
                  <a16:creationId xmlns:a16="http://schemas.microsoft.com/office/drawing/2014/main" id="{8FC1A354-6189-504A-8E5F-9DBEA0A1570E}"/>
                </a:ext>
              </a:extLst>
            </p:cNvPr>
            <p:cNvSpPr/>
            <p:nvPr/>
          </p:nvSpPr>
          <p:spPr>
            <a:xfrm>
              <a:off x="11057147" y="3905408"/>
              <a:ext cx="144155" cy="207479"/>
            </a:xfrm>
            <a:custGeom>
              <a:avLst/>
              <a:gdLst>
                <a:gd name="connsiteX0" fmla="*/ 10863 w 144155"/>
                <a:gd name="connsiteY0" fmla="*/ 1915 h 207479"/>
                <a:gd name="connsiteX1" fmla="*/ 1917 w 144155"/>
                <a:gd name="connsiteY1" fmla="*/ 1915 h 207479"/>
                <a:gd name="connsiteX2" fmla="*/ 0 w 144155"/>
                <a:gd name="connsiteY2" fmla="*/ 6384 h 207479"/>
                <a:gd name="connsiteX3" fmla="*/ 0 w 144155"/>
                <a:gd name="connsiteY3" fmla="*/ 190243 h 207479"/>
                <a:gd name="connsiteX4" fmla="*/ 3834 w 144155"/>
                <a:gd name="connsiteY4" fmla="*/ 195988 h 207479"/>
                <a:gd name="connsiteX5" fmla="*/ 10863 w 144155"/>
                <a:gd name="connsiteY5" fmla="*/ 194711 h 207479"/>
                <a:gd name="connsiteX6" fmla="*/ 48563 w 144155"/>
                <a:gd name="connsiteY6" fmla="*/ 159599 h 207479"/>
                <a:gd name="connsiteX7" fmla="*/ 67094 w 144155"/>
                <a:gd name="connsiteY7" fmla="*/ 203649 h 207479"/>
                <a:gd name="connsiteX8" fmla="*/ 72845 w 144155"/>
                <a:gd name="connsiteY8" fmla="*/ 207479 h 207479"/>
                <a:gd name="connsiteX9" fmla="*/ 75401 w 144155"/>
                <a:gd name="connsiteY9" fmla="*/ 206841 h 207479"/>
                <a:gd name="connsiteX10" fmla="*/ 101600 w 144155"/>
                <a:gd name="connsiteY10" fmla="*/ 195988 h 207479"/>
                <a:gd name="connsiteX11" fmla="*/ 104795 w 144155"/>
                <a:gd name="connsiteY11" fmla="*/ 187689 h 207479"/>
                <a:gd name="connsiteX12" fmla="*/ 86903 w 144155"/>
                <a:gd name="connsiteY12" fmla="*/ 143640 h 207479"/>
                <a:gd name="connsiteX13" fmla="*/ 138022 w 144155"/>
                <a:gd name="connsiteY13" fmla="*/ 141724 h 207479"/>
                <a:gd name="connsiteX14" fmla="*/ 143774 w 144155"/>
                <a:gd name="connsiteY14" fmla="*/ 137894 h 207479"/>
                <a:gd name="connsiteX15" fmla="*/ 142495 w 144155"/>
                <a:gd name="connsiteY15" fmla="*/ 130872 h 207479"/>
                <a:gd name="connsiteX16" fmla="*/ 10863 w 144155"/>
                <a:gd name="connsiteY16" fmla="*/ 1915 h 207479"/>
                <a:gd name="connsiteX17" fmla="*/ 76679 w 144155"/>
                <a:gd name="connsiteY17" fmla="*/ 131510 h 207479"/>
                <a:gd name="connsiteX18" fmla="*/ 71567 w 144155"/>
                <a:gd name="connsiteY18" fmla="*/ 134702 h 207479"/>
                <a:gd name="connsiteX19" fmla="*/ 70928 w 144155"/>
                <a:gd name="connsiteY19" fmla="*/ 140448 h 207479"/>
                <a:gd name="connsiteX20" fmla="*/ 90098 w 144155"/>
                <a:gd name="connsiteY20" fmla="*/ 187051 h 207479"/>
                <a:gd name="connsiteX21" fmla="*/ 76040 w 144155"/>
                <a:gd name="connsiteY21" fmla="*/ 192796 h 207479"/>
                <a:gd name="connsiteX22" fmla="*/ 56871 w 144155"/>
                <a:gd name="connsiteY22" fmla="*/ 146193 h 207479"/>
                <a:gd name="connsiteX23" fmla="*/ 52397 w 144155"/>
                <a:gd name="connsiteY23" fmla="*/ 142363 h 207479"/>
                <a:gd name="connsiteX24" fmla="*/ 51119 w 144155"/>
                <a:gd name="connsiteY24" fmla="*/ 142363 h 207479"/>
                <a:gd name="connsiteX25" fmla="*/ 46646 w 144155"/>
                <a:gd name="connsiteY25" fmla="*/ 144278 h 207479"/>
                <a:gd name="connsiteX26" fmla="*/ 13419 w 144155"/>
                <a:gd name="connsiteY26" fmla="*/ 175559 h 207479"/>
                <a:gd name="connsiteX27" fmla="*/ 13419 w 144155"/>
                <a:gd name="connsiteY27" fmla="*/ 21706 h 207479"/>
                <a:gd name="connsiteX28" fmla="*/ 122686 w 144155"/>
                <a:gd name="connsiteY28" fmla="*/ 130233 h 207479"/>
                <a:gd name="connsiteX29" fmla="*/ 76679 w 144155"/>
                <a:gd name="connsiteY29" fmla="*/ 131510 h 207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4155" h="207479">
                  <a:moveTo>
                    <a:pt x="10863" y="1915"/>
                  </a:moveTo>
                  <a:cubicBezTo>
                    <a:pt x="8306" y="-638"/>
                    <a:pt x="4473" y="-638"/>
                    <a:pt x="1917" y="1915"/>
                  </a:cubicBezTo>
                  <a:cubicBezTo>
                    <a:pt x="639" y="3192"/>
                    <a:pt x="0" y="4469"/>
                    <a:pt x="0" y="6384"/>
                  </a:cubicBezTo>
                  <a:lnTo>
                    <a:pt x="0" y="190243"/>
                  </a:lnTo>
                  <a:cubicBezTo>
                    <a:pt x="0" y="192796"/>
                    <a:pt x="1278" y="195350"/>
                    <a:pt x="3834" y="195988"/>
                  </a:cubicBezTo>
                  <a:cubicBezTo>
                    <a:pt x="6390" y="197265"/>
                    <a:pt x="8946" y="196626"/>
                    <a:pt x="10863" y="194711"/>
                  </a:cubicBezTo>
                  <a:lnTo>
                    <a:pt x="48563" y="159599"/>
                  </a:lnTo>
                  <a:lnTo>
                    <a:pt x="67094" y="203649"/>
                  </a:lnTo>
                  <a:cubicBezTo>
                    <a:pt x="68372" y="206202"/>
                    <a:pt x="70289" y="207479"/>
                    <a:pt x="72845" y="207479"/>
                  </a:cubicBezTo>
                  <a:cubicBezTo>
                    <a:pt x="73484" y="207479"/>
                    <a:pt x="74762" y="207479"/>
                    <a:pt x="75401" y="206841"/>
                  </a:cubicBezTo>
                  <a:lnTo>
                    <a:pt x="101600" y="195988"/>
                  </a:lnTo>
                  <a:cubicBezTo>
                    <a:pt x="104795" y="194711"/>
                    <a:pt x="106073" y="190881"/>
                    <a:pt x="104795" y="187689"/>
                  </a:cubicBezTo>
                  <a:lnTo>
                    <a:pt x="86903" y="143640"/>
                  </a:lnTo>
                  <a:lnTo>
                    <a:pt x="138022" y="141724"/>
                  </a:lnTo>
                  <a:cubicBezTo>
                    <a:pt x="140579" y="141724"/>
                    <a:pt x="143135" y="139809"/>
                    <a:pt x="143774" y="137894"/>
                  </a:cubicBezTo>
                  <a:cubicBezTo>
                    <a:pt x="144412" y="135340"/>
                    <a:pt x="144412" y="132787"/>
                    <a:pt x="142495" y="130872"/>
                  </a:cubicBezTo>
                  <a:lnTo>
                    <a:pt x="10863" y="1915"/>
                  </a:lnTo>
                  <a:close/>
                  <a:moveTo>
                    <a:pt x="76679" y="131510"/>
                  </a:moveTo>
                  <a:cubicBezTo>
                    <a:pt x="74762" y="131510"/>
                    <a:pt x="72845" y="132787"/>
                    <a:pt x="71567" y="134702"/>
                  </a:cubicBezTo>
                  <a:cubicBezTo>
                    <a:pt x="70289" y="136617"/>
                    <a:pt x="70289" y="138532"/>
                    <a:pt x="70928" y="140448"/>
                  </a:cubicBezTo>
                  <a:lnTo>
                    <a:pt x="90098" y="187051"/>
                  </a:lnTo>
                  <a:lnTo>
                    <a:pt x="76040" y="192796"/>
                  </a:lnTo>
                  <a:lnTo>
                    <a:pt x="56871" y="146193"/>
                  </a:lnTo>
                  <a:cubicBezTo>
                    <a:pt x="56231" y="144278"/>
                    <a:pt x="54314" y="143001"/>
                    <a:pt x="52397" y="142363"/>
                  </a:cubicBezTo>
                  <a:cubicBezTo>
                    <a:pt x="51758" y="142363"/>
                    <a:pt x="51758" y="142363"/>
                    <a:pt x="51119" y="142363"/>
                  </a:cubicBezTo>
                  <a:cubicBezTo>
                    <a:pt x="49202" y="142363"/>
                    <a:pt x="47925" y="143001"/>
                    <a:pt x="46646" y="144278"/>
                  </a:cubicBezTo>
                  <a:lnTo>
                    <a:pt x="13419" y="175559"/>
                  </a:lnTo>
                  <a:lnTo>
                    <a:pt x="13419" y="21706"/>
                  </a:lnTo>
                  <a:lnTo>
                    <a:pt x="122686" y="130233"/>
                  </a:lnTo>
                  <a:lnTo>
                    <a:pt x="76679" y="131510"/>
                  </a:lnTo>
                  <a:close/>
                </a:path>
              </a:pathLst>
            </a:custGeom>
            <a:grpFill/>
            <a:ln w="6390" cap="flat">
              <a:noFill/>
              <a:prstDash val="solid"/>
              <a:miter/>
            </a:ln>
          </p:spPr>
          <p:txBody>
            <a:bodyPr rtlCol="0" anchor="ctr"/>
            <a:lstStyle/>
            <a:p>
              <a:endParaRPr lang="en-US"/>
            </a:p>
          </p:txBody>
        </p:sp>
      </p:grpSp>
      <p:sp>
        <p:nvSpPr>
          <p:cNvPr id="117" name="Content Placeholder 3">
            <a:extLst>
              <a:ext uri="{FF2B5EF4-FFF2-40B4-BE49-F238E27FC236}">
                <a16:creationId xmlns:a16="http://schemas.microsoft.com/office/drawing/2014/main" id="{105D54F0-E240-DB47-9E40-84852CA89BEE}"/>
              </a:ext>
            </a:extLst>
          </p:cNvPr>
          <p:cNvSpPr txBox="1">
            <a:spLocks/>
          </p:cNvSpPr>
          <p:nvPr/>
        </p:nvSpPr>
        <p:spPr>
          <a:xfrm>
            <a:off x="6462890" y="402553"/>
            <a:ext cx="1919811" cy="221350"/>
          </a:xfrm>
          <a:prstGeom prst="rect">
            <a:avLst/>
          </a:prstGeom>
        </p:spPr>
        <p:txBody>
          <a:bodyPr lIns="0" tIns="0" rIns="0" bIns="0"/>
          <a:lstStyle>
            <a:lvl1pPr marL="0" indent="0" algn="l" defTabSz="685800" rtl="0" eaLnBrk="1" latinLnBrk="0" hangingPunct="1">
              <a:spcBef>
                <a:spcPts val="0"/>
              </a:spcBef>
              <a:spcAft>
                <a:spcPts val="750"/>
              </a:spcAft>
              <a:buSzPct val="100000"/>
              <a:buFontTx/>
              <a:buNone/>
              <a:defRPr sz="1200" b="0" kern="1200">
                <a:solidFill>
                  <a:schemeClr val="tx1"/>
                </a:solidFill>
                <a:latin typeface="+mn-lt"/>
                <a:ea typeface="+mn-ea"/>
                <a:cs typeface="Calibri Light" panose="020F0302020204030204" pitchFamily="34" charset="0"/>
              </a:defRPr>
            </a:lvl1pPr>
            <a:lvl2pPr marL="104775" indent="-104775" algn="l" defTabSz="685800" rtl="0" eaLnBrk="1" latinLnBrk="0" hangingPunct="1">
              <a:spcBef>
                <a:spcPts val="0"/>
              </a:spcBef>
              <a:spcAft>
                <a:spcPts val="750"/>
              </a:spcAft>
              <a:buClrTx/>
              <a:buSzPct val="100000"/>
              <a:buFont typeface="Arial" panose="020B0604020202020204" pitchFamily="34" charset="0"/>
              <a:buChar char="•"/>
              <a:defRPr lang="en-US" sz="1200" b="1" kern="1200" dirty="0" smtClean="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dirty="0" smtClean="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dirty="0" smtClean="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dirty="0" smtClean="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sz="1400" b="1" dirty="0">
                <a:solidFill>
                  <a:srgbClr val="63666A"/>
                </a:solidFill>
              </a:rPr>
              <a:t>FOR DESIGNERS ONLY</a:t>
            </a:r>
            <a:endParaRPr lang="en-US" sz="900" b="1" dirty="0">
              <a:solidFill>
                <a:srgbClr val="63666A"/>
              </a:solidFill>
            </a:endParaRPr>
          </a:p>
        </p:txBody>
      </p:sp>
      <p:sp>
        <p:nvSpPr>
          <p:cNvPr id="118" name="Content Placeholder 3">
            <a:extLst>
              <a:ext uri="{FF2B5EF4-FFF2-40B4-BE49-F238E27FC236}">
                <a16:creationId xmlns:a16="http://schemas.microsoft.com/office/drawing/2014/main" id="{51DA8EE2-07AC-8842-A27D-815EF7435439}"/>
              </a:ext>
            </a:extLst>
          </p:cNvPr>
          <p:cNvSpPr txBox="1">
            <a:spLocks/>
          </p:cNvSpPr>
          <p:nvPr/>
        </p:nvSpPr>
        <p:spPr>
          <a:xfrm>
            <a:off x="3652770" y="402553"/>
            <a:ext cx="1956916" cy="221350"/>
          </a:xfrm>
          <a:prstGeom prst="rect">
            <a:avLst/>
          </a:prstGeom>
        </p:spPr>
        <p:txBody>
          <a:bodyPr lIns="0" tIns="0" rIns="0" bIns="0"/>
          <a:lstStyle>
            <a:lvl1pPr marL="0" indent="0" algn="l" defTabSz="685800" rtl="0" eaLnBrk="1" latinLnBrk="0" hangingPunct="1">
              <a:spcBef>
                <a:spcPts val="0"/>
              </a:spcBef>
              <a:spcAft>
                <a:spcPts val="750"/>
              </a:spcAft>
              <a:buSzPct val="100000"/>
              <a:buFontTx/>
              <a:buNone/>
              <a:defRPr sz="1200" b="0" kern="1200">
                <a:solidFill>
                  <a:schemeClr val="tx1"/>
                </a:solidFill>
                <a:latin typeface="+mn-lt"/>
                <a:ea typeface="+mn-ea"/>
                <a:cs typeface="Calibri Light" panose="020F0302020204030204" pitchFamily="34" charset="0"/>
              </a:defRPr>
            </a:lvl1pPr>
            <a:lvl2pPr marL="104775" indent="-104775" algn="l" defTabSz="685800" rtl="0" eaLnBrk="1" latinLnBrk="0" hangingPunct="1">
              <a:spcBef>
                <a:spcPts val="0"/>
              </a:spcBef>
              <a:spcAft>
                <a:spcPts val="750"/>
              </a:spcAft>
              <a:buClrTx/>
              <a:buSzPct val="100000"/>
              <a:buFont typeface="Arial" panose="020B0604020202020204" pitchFamily="34" charset="0"/>
              <a:buChar char="•"/>
              <a:defRPr lang="en-US" sz="1200" b="1" kern="1200" dirty="0" smtClean="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dirty="0" smtClean="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dirty="0" smtClean="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dirty="0" smtClean="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pPr algn="ctr"/>
            <a:r>
              <a:rPr lang="en-US" sz="1400" b="1" dirty="0">
                <a:solidFill>
                  <a:srgbClr val="63666A"/>
                </a:solidFill>
              </a:rPr>
              <a:t>CATEGORIES</a:t>
            </a:r>
            <a:endParaRPr lang="en-US" sz="900" b="1" dirty="0">
              <a:solidFill>
                <a:srgbClr val="63666A"/>
              </a:solidFill>
            </a:endParaRPr>
          </a:p>
        </p:txBody>
      </p:sp>
      <p:sp>
        <p:nvSpPr>
          <p:cNvPr id="119" name="Rectangle 118">
            <a:hlinkClick r:id="rId3" action="ppaction://hlinksldjump"/>
            <a:extLst>
              <a:ext uri="{FF2B5EF4-FFF2-40B4-BE49-F238E27FC236}">
                <a16:creationId xmlns:a16="http://schemas.microsoft.com/office/drawing/2014/main" id="{CEDE58A6-83A2-0143-AE84-2478357ABFAA}"/>
              </a:ext>
            </a:extLst>
          </p:cNvPr>
          <p:cNvSpPr/>
          <p:nvPr/>
        </p:nvSpPr>
        <p:spPr bwMode="gray">
          <a:xfrm>
            <a:off x="3601672" y="979206"/>
            <a:ext cx="2196000" cy="170338"/>
          </a:xfrm>
          <a:prstGeom prst="rect">
            <a:avLst/>
          </a:prstGeom>
          <a:solidFill>
            <a:srgbClr val="26890D">
              <a:alpha val="0"/>
            </a:srgb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20" name="Rectangle 119">
            <a:hlinkClick r:id="rId4" action="ppaction://hlinksldjump"/>
            <a:extLst>
              <a:ext uri="{FF2B5EF4-FFF2-40B4-BE49-F238E27FC236}">
                <a16:creationId xmlns:a16="http://schemas.microsoft.com/office/drawing/2014/main" id="{6743BD58-F9C2-B34E-9A28-EDCEB22C9BDF}"/>
              </a:ext>
            </a:extLst>
          </p:cNvPr>
          <p:cNvSpPr/>
          <p:nvPr/>
        </p:nvSpPr>
        <p:spPr bwMode="gray">
          <a:xfrm>
            <a:off x="3601672" y="1233428"/>
            <a:ext cx="2196000" cy="170338"/>
          </a:xfrm>
          <a:prstGeom prst="rect">
            <a:avLst/>
          </a:prstGeom>
          <a:solidFill>
            <a:srgbClr val="26890D">
              <a:alpha val="0"/>
            </a:srgb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21" name="Rectangle 120">
            <a:hlinkClick r:id="rId5" action="ppaction://hlinksldjump"/>
            <a:extLst>
              <a:ext uri="{FF2B5EF4-FFF2-40B4-BE49-F238E27FC236}">
                <a16:creationId xmlns:a16="http://schemas.microsoft.com/office/drawing/2014/main" id="{02A2C0FC-36C5-9B41-B1B0-7555C10038D5}"/>
              </a:ext>
            </a:extLst>
          </p:cNvPr>
          <p:cNvSpPr/>
          <p:nvPr/>
        </p:nvSpPr>
        <p:spPr bwMode="gray">
          <a:xfrm>
            <a:off x="3601672" y="1504177"/>
            <a:ext cx="2196000" cy="170338"/>
          </a:xfrm>
          <a:prstGeom prst="rect">
            <a:avLst/>
          </a:prstGeom>
          <a:solidFill>
            <a:srgbClr val="26890D">
              <a:alpha val="0"/>
            </a:srgb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22" name="Rectangle 121">
            <a:hlinkClick r:id="rId6" action="ppaction://hlinksldjump"/>
            <a:extLst>
              <a:ext uri="{FF2B5EF4-FFF2-40B4-BE49-F238E27FC236}">
                <a16:creationId xmlns:a16="http://schemas.microsoft.com/office/drawing/2014/main" id="{6B25E6FC-18A5-2441-A155-761432936C74}"/>
              </a:ext>
            </a:extLst>
          </p:cNvPr>
          <p:cNvSpPr/>
          <p:nvPr/>
        </p:nvSpPr>
        <p:spPr bwMode="gray">
          <a:xfrm>
            <a:off x="3601672" y="1763724"/>
            <a:ext cx="2196000" cy="170338"/>
          </a:xfrm>
          <a:prstGeom prst="rect">
            <a:avLst/>
          </a:prstGeom>
          <a:solidFill>
            <a:srgbClr val="26890D">
              <a:alpha val="0"/>
            </a:srgb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23" name="Rectangle 122">
            <a:hlinkClick r:id="rId7" action="ppaction://hlinksldjump"/>
            <a:extLst>
              <a:ext uri="{FF2B5EF4-FFF2-40B4-BE49-F238E27FC236}">
                <a16:creationId xmlns:a16="http://schemas.microsoft.com/office/drawing/2014/main" id="{7ECA4E39-F6B1-9245-A744-1E12FBDFA891}"/>
              </a:ext>
            </a:extLst>
          </p:cNvPr>
          <p:cNvSpPr/>
          <p:nvPr/>
        </p:nvSpPr>
        <p:spPr bwMode="gray">
          <a:xfrm>
            <a:off x="3601672" y="2038494"/>
            <a:ext cx="2196000" cy="170338"/>
          </a:xfrm>
          <a:prstGeom prst="rect">
            <a:avLst/>
          </a:prstGeom>
          <a:solidFill>
            <a:srgbClr val="26890D">
              <a:alpha val="0"/>
            </a:srgb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24" name="Rectangle 123">
            <a:hlinkClick r:id="rId8" action="ppaction://hlinksldjump"/>
            <a:extLst>
              <a:ext uri="{FF2B5EF4-FFF2-40B4-BE49-F238E27FC236}">
                <a16:creationId xmlns:a16="http://schemas.microsoft.com/office/drawing/2014/main" id="{7C8E9084-8858-9D4F-9DCC-BFC0499BF3C6}"/>
              </a:ext>
            </a:extLst>
          </p:cNvPr>
          <p:cNvSpPr/>
          <p:nvPr/>
        </p:nvSpPr>
        <p:spPr bwMode="gray">
          <a:xfrm>
            <a:off x="3601672" y="2299639"/>
            <a:ext cx="2196000" cy="170338"/>
          </a:xfrm>
          <a:prstGeom prst="rect">
            <a:avLst/>
          </a:prstGeom>
          <a:solidFill>
            <a:srgbClr val="26890D">
              <a:alpha val="0"/>
            </a:srgb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25" name="Rectangle 124">
            <a:hlinkClick r:id="rId9" action="ppaction://hlinksldjump"/>
            <a:extLst>
              <a:ext uri="{FF2B5EF4-FFF2-40B4-BE49-F238E27FC236}">
                <a16:creationId xmlns:a16="http://schemas.microsoft.com/office/drawing/2014/main" id="{E6CC74F3-7F6F-F842-9703-CB402E784738}"/>
              </a:ext>
            </a:extLst>
          </p:cNvPr>
          <p:cNvSpPr/>
          <p:nvPr/>
        </p:nvSpPr>
        <p:spPr bwMode="gray">
          <a:xfrm>
            <a:off x="3601672" y="2573006"/>
            <a:ext cx="2196000" cy="170338"/>
          </a:xfrm>
          <a:prstGeom prst="rect">
            <a:avLst/>
          </a:prstGeom>
          <a:solidFill>
            <a:srgbClr val="26890D">
              <a:alpha val="0"/>
            </a:srgb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26" name="Rectangle 125">
            <a:hlinkClick r:id="rId10" action="ppaction://hlinksldjump"/>
            <a:extLst>
              <a:ext uri="{FF2B5EF4-FFF2-40B4-BE49-F238E27FC236}">
                <a16:creationId xmlns:a16="http://schemas.microsoft.com/office/drawing/2014/main" id="{059AD496-4396-0B4C-BA5A-6FAA931779F1}"/>
              </a:ext>
            </a:extLst>
          </p:cNvPr>
          <p:cNvSpPr/>
          <p:nvPr/>
        </p:nvSpPr>
        <p:spPr bwMode="gray">
          <a:xfrm>
            <a:off x="3601672" y="2827228"/>
            <a:ext cx="2196000" cy="170338"/>
          </a:xfrm>
          <a:prstGeom prst="rect">
            <a:avLst/>
          </a:prstGeom>
          <a:solidFill>
            <a:srgbClr val="26890D">
              <a:alpha val="0"/>
            </a:srgb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27" name="Rectangle 126">
            <a:hlinkClick r:id="rId11" action="ppaction://hlinksldjump"/>
            <a:extLst>
              <a:ext uri="{FF2B5EF4-FFF2-40B4-BE49-F238E27FC236}">
                <a16:creationId xmlns:a16="http://schemas.microsoft.com/office/drawing/2014/main" id="{1F677ABA-C502-C949-945D-F690A777F68D}"/>
              </a:ext>
            </a:extLst>
          </p:cNvPr>
          <p:cNvSpPr/>
          <p:nvPr/>
        </p:nvSpPr>
        <p:spPr bwMode="gray">
          <a:xfrm>
            <a:off x="3601672" y="3098647"/>
            <a:ext cx="2196000" cy="170338"/>
          </a:xfrm>
          <a:prstGeom prst="rect">
            <a:avLst/>
          </a:prstGeom>
          <a:solidFill>
            <a:srgbClr val="26890D">
              <a:alpha val="0"/>
            </a:srgb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28" name="Rectangle 127">
            <a:hlinkClick r:id="rId12" action="ppaction://hlinksldjump"/>
            <a:extLst>
              <a:ext uri="{FF2B5EF4-FFF2-40B4-BE49-F238E27FC236}">
                <a16:creationId xmlns:a16="http://schemas.microsoft.com/office/drawing/2014/main" id="{44A9092A-799D-1B41-8C24-5EEC48148074}"/>
              </a:ext>
            </a:extLst>
          </p:cNvPr>
          <p:cNvSpPr/>
          <p:nvPr/>
        </p:nvSpPr>
        <p:spPr bwMode="gray">
          <a:xfrm>
            <a:off x="3601672" y="3358529"/>
            <a:ext cx="2196000" cy="170338"/>
          </a:xfrm>
          <a:prstGeom prst="rect">
            <a:avLst/>
          </a:prstGeom>
          <a:solidFill>
            <a:srgbClr val="26890D">
              <a:alpha val="0"/>
            </a:srgb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29" name="Rectangle 128">
            <a:hlinkClick r:id="rId13" action="ppaction://hlinksldjump"/>
            <a:extLst>
              <a:ext uri="{FF2B5EF4-FFF2-40B4-BE49-F238E27FC236}">
                <a16:creationId xmlns:a16="http://schemas.microsoft.com/office/drawing/2014/main" id="{8A44F4FD-4925-7A45-A8BD-E84498BA2F36}"/>
              </a:ext>
            </a:extLst>
          </p:cNvPr>
          <p:cNvSpPr/>
          <p:nvPr/>
        </p:nvSpPr>
        <p:spPr bwMode="gray">
          <a:xfrm>
            <a:off x="3601672" y="3632629"/>
            <a:ext cx="2196000" cy="170338"/>
          </a:xfrm>
          <a:prstGeom prst="rect">
            <a:avLst/>
          </a:prstGeom>
          <a:solidFill>
            <a:srgbClr val="26890D">
              <a:alpha val="0"/>
            </a:srgb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30" name="Rectangle 129">
            <a:hlinkClick r:id="rId14" action="ppaction://hlinksldjump"/>
            <a:extLst>
              <a:ext uri="{FF2B5EF4-FFF2-40B4-BE49-F238E27FC236}">
                <a16:creationId xmlns:a16="http://schemas.microsoft.com/office/drawing/2014/main" id="{3C99E85E-E477-B74D-BB3C-F8BE3CAAF310}"/>
              </a:ext>
            </a:extLst>
          </p:cNvPr>
          <p:cNvSpPr/>
          <p:nvPr/>
        </p:nvSpPr>
        <p:spPr bwMode="gray">
          <a:xfrm>
            <a:off x="3601672" y="3893774"/>
            <a:ext cx="2196000" cy="170338"/>
          </a:xfrm>
          <a:prstGeom prst="rect">
            <a:avLst/>
          </a:prstGeom>
          <a:solidFill>
            <a:srgbClr val="26890D">
              <a:alpha val="0"/>
            </a:srgb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31" name="Rectangle 130">
            <a:hlinkClick r:id="rId15" action="ppaction://hlinksldjump"/>
            <a:extLst>
              <a:ext uri="{FF2B5EF4-FFF2-40B4-BE49-F238E27FC236}">
                <a16:creationId xmlns:a16="http://schemas.microsoft.com/office/drawing/2014/main" id="{B55180C2-A888-FE43-B1B8-215BAF8DDEB2}"/>
              </a:ext>
            </a:extLst>
          </p:cNvPr>
          <p:cNvSpPr/>
          <p:nvPr/>
        </p:nvSpPr>
        <p:spPr bwMode="gray">
          <a:xfrm>
            <a:off x="3601672" y="4165698"/>
            <a:ext cx="2196000" cy="170338"/>
          </a:xfrm>
          <a:prstGeom prst="rect">
            <a:avLst/>
          </a:prstGeom>
          <a:solidFill>
            <a:srgbClr val="26890D">
              <a:alpha val="0"/>
            </a:srgb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32" name="Rectangle 131">
            <a:hlinkClick r:id="rId16" action="ppaction://hlinksldjump"/>
            <a:extLst>
              <a:ext uri="{FF2B5EF4-FFF2-40B4-BE49-F238E27FC236}">
                <a16:creationId xmlns:a16="http://schemas.microsoft.com/office/drawing/2014/main" id="{B7FD89CD-DBE1-E842-AE74-92210669D072}"/>
              </a:ext>
            </a:extLst>
          </p:cNvPr>
          <p:cNvSpPr/>
          <p:nvPr/>
        </p:nvSpPr>
        <p:spPr bwMode="gray">
          <a:xfrm>
            <a:off x="3601672" y="4429859"/>
            <a:ext cx="2196000" cy="170338"/>
          </a:xfrm>
          <a:prstGeom prst="rect">
            <a:avLst/>
          </a:prstGeom>
          <a:solidFill>
            <a:srgbClr val="26890D">
              <a:alpha val="0"/>
            </a:srgb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33" name="Rectangle 132">
            <a:hlinkClick r:id="rId17" action="ppaction://hlinksldjump"/>
            <a:extLst>
              <a:ext uri="{FF2B5EF4-FFF2-40B4-BE49-F238E27FC236}">
                <a16:creationId xmlns:a16="http://schemas.microsoft.com/office/drawing/2014/main" id="{140A4317-AF4F-3A45-A713-DCF846FC4F05}"/>
              </a:ext>
            </a:extLst>
          </p:cNvPr>
          <p:cNvSpPr/>
          <p:nvPr/>
        </p:nvSpPr>
        <p:spPr bwMode="gray">
          <a:xfrm>
            <a:off x="3601672" y="4691004"/>
            <a:ext cx="2196000" cy="170338"/>
          </a:xfrm>
          <a:prstGeom prst="rect">
            <a:avLst/>
          </a:prstGeom>
          <a:solidFill>
            <a:srgbClr val="26890D">
              <a:alpha val="0"/>
            </a:srgb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34" name="Rectangle 133">
            <a:hlinkClick r:id="rId18" action="ppaction://hlinksldjump"/>
            <a:extLst>
              <a:ext uri="{FF2B5EF4-FFF2-40B4-BE49-F238E27FC236}">
                <a16:creationId xmlns:a16="http://schemas.microsoft.com/office/drawing/2014/main" id="{9BC26F1C-1EEA-B04D-BB92-4EFAC15C471B}"/>
              </a:ext>
            </a:extLst>
          </p:cNvPr>
          <p:cNvSpPr/>
          <p:nvPr/>
        </p:nvSpPr>
        <p:spPr bwMode="gray">
          <a:xfrm>
            <a:off x="3601672" y="4970429"/>
            <a:ext cx="2196000" cy="170338"/>
          </a:xfrm>
          <a:prstGeom prst="rect">
            <a:avLst/>
          </a:prstGeom>
          <a:solidFill>
            <a:srgbClr val="26890D">
              <a:alpha val="0"/>
            </a:srgb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35" name="Rectangle 134">
            <a:hlinkClick r:id="rId19" action="ppaction://hlinksldjump"/>
            <a:extLst>
              <a:ext uri="{FF2B5EF4-FFF2-40B4-BE49-F238E27FC236}">
                <a16:creationId xmlns:a16="http://schemas.microsoft.com/office/drawing/2014/main" id="{AEB3ACE8-A170-F84C-8BE9-C1E152B94DAC}"/>
              </a:ext>
            </a:extLst>
          </p:cNvPr>
          <p:cNvSpPr/>
          <p:nvPr/>
        </p:nvSpPr>
        <p:spPr bwMode="gray">
          <a:xfrm>
            <a:off x="3601672" y="5234925"/>
            <a:ext cx="2196000" cy="170338"/>
          </a:xfrm>
          <a:prstGeom prst="rect">
            <a:avLst/>
          </a:prstGeom>
          <a:solidFill>
            <a:srgbClr val="26890D">
              <a:alpha val="0"/>
            </a:srgb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36" name="Rectangle 135">
            <a:hlinkClick r:id="rId20" action="ppaction://hlinksldjump"/>
            <a:extLst>
              <a:ext uri="{FF2B5EF4-FFF2-40B4-BE49-F238E27FC236}">
                <a16:creationId xmlns:a16="http://schemas.microsoft.com/office/drawing/2014/main" id="{B8E79CBE-0F1C-F64F-BC68-5975245461B6}"/>
              </a:ext>
            </a:extLst>
          </p:cNvPr>
          <p:cNvSpPr/>
          <p:nvPr/>
        </p:nvSpPr>
        <p:spPr bwMode="gray">
          <a:xfrm>
            <a:off x="3601672" y="5496070"/>
            <a:ext cx="2196000" cy="170338"/>
          </a:xfrm>
          <a:prstGeom prst="rect">
            <a:avLst/>
          </a:prstGeom>
          <a:solidFill>
            <a:srgbClr val="26890D">
              <a:alpha val="0"/>
            </a:srgb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Tree>
    <p:extLst>
      <p:ext uri="{BB962C8B-B14F-4D97-AF65-F5344CB8AC3E}">
        <p14:creationId xmlns:p14="http://schemas.microsoft.com/office/powerpoint/2010/main" val="3750199079"/>
      </p:ext>
    </p:extLst>
  </p:cSld>
  <p:clrMapOvr>
    <a:masterClrMapping/>
  </p:clrMapOvr>
  <p:transition>
    <p:fade/>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0AB181-1E9F-2244-B53A-BC8E2F101DA6}"/>
              </a:ext>
            </a:extLst>
          </p:cNvPr>
          <p:cNvSpPr>
            <a:spLocks noGrp="1"/>
          </p:cNvSpPr>
          <p:nvPr>
            <p:ph type="title"/>
          </p:nvPr>
        </p:nvSpPr>
        <p:spPr/>
        <p:txBody>
          <a:bodyPr/>
          <a:lstStyle/>
          <a:p>
            <a:r>
              <a:rPr lang="en-US" dirty="0"/>
              <a:t>BUILDINGS, ENGINEERING AND ARCHITECTURE</a:t>
            </a:r>
          </a:p>
        </p:txBody>
      </p:sp>
      <p:sp>
        <p:nvSpPr>
          <p:cNvPr id="4" name="Content Placeholder 3">
            <a:extLst>
              <a:ext uri="{FF2B5EF4-FFF2-40B4-BE49-F238E27FC236}">
                <a16:creationId xmlns:a16="http://schemas.microsoft.com/office/drawing/2014/main" id="{DB57E314-8EE4-694B-B268-A9071E1D395E}"/>
              </a:ext>
            </a:extLst>
          </p:cNvPr>
          <p:cNvSpPr>
            <a:spLocks noGrp="1"/>
          </p:cNvSpPr>
          <p:nvPr>
            <p:ph idx="10"/>
          </p:nvPr>
        </p:nvSpPr>
        <p:spPr>
          <a:xfrm>
            <a:off x="463297" y="5473209"/>
            <a:ext cx="3398490" cy="1114021"/>
          </a:xfrm>
        </p:spPr>
        <p:txBody>
          <a:bodyPr/>
          <a:lstStyle/>
          <a:p>
            <a:r>
              <a:rPr lang="en-US" dirty="0"/>
              <a:t>Buildings &amp; Structures</a:t>
            </a:r>
          </a:p>
          <a:p>
            <a:pPr>
              <a:lnSpc>
                <a:spcPts val="1000"/>
              </a:lnSpc>
              <a:spcAft>
                <a:spcPts val="200"/>
              </a:spcAft>
            </a:pPr>
            <a:r>
              <a:rPr lang="en-US" sz="900" dirty="0"/>
              <a:t>Keywords:</a:t>
            </a:r>
            <a:br>
              <a:rPr lang="en-US" sz="900" dirty="0"/>
            </a:br>
            <a:r>
              <a:rPr lang="en-US" sz="850" b="0" dirty="0"/>
              <a:t>Real estate, London, Big Ben, City skyline, Water under the bridge, Empire State, New York, Lift, Suspension Bridge, Tied Arch Bridge, San </a:t>
            </a:r>
            <a:r>
              <a:rPr lang="en-US" sz="850" b="0" dirty="0" err="1"/>
              <a:t>francisco</a:t>
            </a:r>
            <a:r>
              <a:rPr lang="en-US" sz="850" b="0" dirty="0"/>
              <a:t> Bridge, Capitol, Government Building, Prison, University, Rope Bridge, Connection, Lighthouse, Office, Institution, Industry, Refinery, Factory, Castle, Capitol, Dome, School, Skyscraper, Library, High Rise, Mall, City, Entrance, Exit, Bridge, Sky rise, Elevator, Light house</a:t>
            </a:r>
          </a:p>
        </p:txBody>
      </p:sp>
      <p:sp>
        <p:nvSpPr>
          <p:cNvPr id="9" name="Content Placeholder 3">
            <a:extLst>
              <a:ext uri="{FF2B5EF4-FFF2-40B4-BE49-F238E27FC236}">
                <a16:creationId xmlns:a16="http://schemas.microsoft.com/office/drawing/2014/main" id="{55E798CF-E773-9D48-A06F-584A2DB95AC8}"/>
              </a:ext>
            </a:extLst>
          </p:cNvPr>
          <p:cNvSpPr txBox="1">
            <a:spLocks/>
          </p:cNvSpPr>
          <p:nvPr/>
        </p:nvSpPr>
        <p:spPr>
          <a:xfrm>
            <a:off x="8846147" y="5473209"/>
            <a:ext cx="2930292"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Furniture &amp; Household</a:t>
            </a:r>
          </a:p>
          <a:p>
            <a:pPr>
              <a:lnSpc>
                <a:spcPts val="1000"/>
              </a:lnSpc>
              <a:spcAft>
                <a:spcPts val="200"/>
              </a:spcAft>
            </a:pPr>
            <a:r>
              <a:rPr lang="en-US" sz="900" dirty="0"/>
              <a:t>Keywords:</a:t>
            </a:r>
            <a:br>
              <a:rPr lang="en-US" sz="900" dirty="0"/>
            </a:br>
            <a:r>
              <a:rPr lang="en-US" sz="850" b="0" dirty="0"/>
              <a:t>Real estate, Leaking tap, Bath, Bathroom, Commode, Rest Room, For Rent, Couch, Inbox, Skeleton key, Village, Work from Home, WFH, Cubicle, House key, Mailbox, Key, Mail Box, Home, Desk, Sale Sign, Sofa, House, Workstation, Housing, Shower, Rocking Chair, Toilet, Water Tap, Fridge</a:t>
            </a:r>
          </a:p>
        </p:txBody>
      </p:sp>
      <p:sp>
        <p:nvSpPr>
          <p:cNvPr id="10" name="Content Placeholder 3">
            <a:extLst>
              <a:ext uri="{FF2B5EF4-FFF2-40B4-BE49-F238E27FC236}">
                <a16:creationId xmlns:a16="http://schemas.microsoft.com/office/drawing/2014/main" id="{F6F1EA66-4F59-DE4A-ABF1-B392433220F7}"/>
              </a:ext>
            </a:extLst>
          </p:cNvPr>
          <p:cNvSpPr txBox="1">
            <a:spLocks/>
          </p:cNvSpPr>
          <p:nvPr/>
        </p:nvSpPr>
        <p:spPr>
          <a:xfrm>
            <a:off x="4678058" y="5473209"/>
            <a:ext cx="3462765"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Construction &amp; Tools</a:t>
            </a:r>
          </a:p>
          <a:p>
            <a:pPr>
              <a:lnSpc>
                <a:spcPts val="1000"/>
              </a:lnSpc>
              <a:spcAft>
                <a:spcPts val="200"/>
              </a:spcAft>
            </a:pPr>
            <a:r>
              <a:rPr lang="en-US" sz="900" dirty="0"/>
              <a:t>Keywords:</a:t>
            </a:r>
            <a:br>
              <a:rPr lang="en-US" sz="900" dirty="0"/>
            </a:br>
            <a:r>
              <a:rPr lang="en-US" sz="850" b="0" dirty="0"/>
              <a:t>Real estate, Wrecking ball, Engineer, Screwdriver, Woodcutter, Engineer, Antenna, Home Care, Stonewall, Screw, Scale, Construction hat, Engineer’s hat, Planning, Floorplan, Process, Hammer, Tool-Kit, Blueprint, Nut &amp; Bolt, Axe, Home Care, Spanner, Power Drill, Earthmover, Wheel barrow, Door, Compass, Spanner, Crane, Screw driver, Ruler, Ladder, Hard Hat, Measuring Tape, Conveyor </a:t>
            </a:r>
            <a:r>
              <a:rPr lang="en-US" sz="850" b="0" dirty="0" err="1"/>
              <a:t>Belth</a:t>
            </a:r>
            <a:r>
              <a:rPr lang="en-US" sz="850" b="0" dirty="0"/>
              <a:t>, Cogs, Lightning Rod</a:t>
            </a:r>
          </a:p>
        </p:txBody>
      </p:sp>
      <p:grpSp>
        <p:nvGrpSpPr>
          <p:cNvPr id="6" name="Graphic 4">
            <a:extLst>
              <a:ext uri="{FF2B5EF4-FFF2-40B4-BE49-F238E27FC236}">
                <a16:creationId xmlns:a16="http://schemas.microsoft.com/office/drawing/2014/main" id="{AF2E3DBE-42FF-B74E-9C5D-4164964B330B}"/>
              </a:ext>
            </a:extLst>
          </p:cNvPr>
          <p:cNvGrpSpPr>
            <a:grpSpLocks noChangeAspect="1"/>
          </p:cNvGrpSpPr>
          <p:nvPr/>
        </p:nvGrpSpPr>
        <p:grpSpPr>
          <a:xfrm>
            <a:off x="10934460" y="1402723"/>
            <a:ext cx="361671" cy="361971"/>
            <a:chOff x="10934460" y="1402723"/>
            <a:chExt cx="361671" cy="361971"/>
          </a:xfrm>
          <a:solidFill>
            <a:srgbClr val="62B5E5"/>
          </a:solidFill>
        </p:grpSpPr>
        <p:sp>
          <p:nvSpPr>
            <p:cNvPr id="7" name="Graphic 4">
              <a:extLst>
                <a:ext uri="{FF2B5EF4-FFF2-40B4-BE49-F238E27FC236}">
                  <a16:creationId xmlns:a16="http://schemas.microsoft.com/office/drawing/2014/main" id="{4A2D8E3C-6A27-E04F-BAA6-20111ABB272D}"/>
                </a:ext>
              </a:extLst>
            </p:cNvPr>
            <p:cNvSpPr/>
            <p:nvPr/>
          </p:nvSpPr>
          <p:spPr>
            <a:xfrm>
              <a:off x="10934460" y="1402723"/>
              <a:ext cx="361671" cy="361971"/>
            </a:xfrm>
            <a:custGeom>
              <a:avLst/>
              <a:gdLst>
                <a:gd name="connsiteX0" fmla="*/ 180836 w 361671"/>
                <a:gd name="connsiteY0" fmla="*/ 0 h 361971"/>
                <a:gd name="connsiteX1" fmla="*/ 0 w 361671"/>
                <a:gd name="connsiteY1" fmla="*/ 180667 h 361971"/>
                <a:gd name="connsiteX2" fmla="*/ 180836 w 361671"/>
                <a:gd name="connsiteY2" fmla="*/ 361972 h 361971"/>
                <a:gd name="connsiteX3" fmla="*/ 361671 w 361671"/>
                <a:gd name="connsiteY3" fmla="*/ 181305 h 361971"/>
                <a:gd name="connsiteX4" fmla="*/ 361671 w 361671"/>
                <a:gd name="connsiteY4" fmla="*/ 181305 h 361971"/>
                <a:gd name="connsiteX5" fmla="*/ 180836 w 361671"/>
                <a:gd name="connsiteY5" fmla="*/ 0 h 361971"/>
                <a:gd name="connsiteX6" fmla="*/ 180836 w 361671"/>
                <a:gd name="connsiteY6" fmla="*/ 0 h 361971"/>
                <a:gd name="connsiteX7" fmla="*/ 180836 w 361671"/>
                <a:gd name="connsiteY7" fmla="*/ 348565 h 361971"/>
                <a:gd name="connsiteX8" fmla="*/ 12780 w 361671"/>
                <a:gd name="connsiteY8" fmla="*/ 180667 h 361971"/>
                <a:gd name="connsiteX9" fmla="*/ 180836 w 361671"/>
                <a:gd name="connsiteY9" fmla="*/ 12130 h 361971"/>
                <a:gd name="connsiteX10" fmla="*/ 348891 w 361671"/>
                <a:gd name="connsiteY10" fmla="*/ 180028 h 361971"/>
                <a:gd name="connsiteX11" fmla="*/ 348891 w 361671"/>
                <a:gd name="connsiteY11" fmla="*/ 180028 h 361971"/>
                <a:gd name="connsiteX12" fmla="*/ 180836 w 361671"/>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1" h="361971">
                  <a:moveTo>
                    <a:pt x="180836" y="0"/>
                  </a:moveTo>
                  <a:cubicBezTo>
                    <a:pt x="80514" y="0"/>
                    <a:pt x="0" y="81077"/>
                    <a:pt x="0" y="180667"/>
                  </a:cubicBezTo>
                  <a:cubicBezTo>
                    <a:pt x="0" y="280257"/>
                    <a:pt x="81153" y="361972"/>
                    <a:pt x="180836" y="361972"/>
                  </a:cubicBezTo>
                  <a:cubicBezTo>
                    <a:pt x="281157" y="361972"/>
                    <a:pt x="361671" y="280895"/>
                    <a:pt x="361671" y="181305"/>
                  </a:cubicBezTo>
                  <a:cubicBezTo>
                    <a:pt x="361671" y="181305"/>
                    <a:pt x="361671" y="181305"/>
                    <a:pt x="361671" y="181305"/>
                  </a:cubicBezTo>
                  <a:cubicBezTo>
                    <a:pt x="361671" y="80438"/>
                    <a:pt x="281157" y="0"/>
                    <a:pt x="180836" y="0"/>
                  </a:cubicBezTo>
                  <a:cubicBezTo>
                    <a:pt x="180836" y="0"/>
                    <a:pt x="180836" y="0"/>
                    <a:pt x="180836" y="0"/>
                  </a:cubicBezTo>
                  <a:close/>
                  <a:moveTo>
                    <a:pt x="180836" y="348565"/>
                  </a:moveTo>
                  <a:cubicBezTo>
                    <a:pt x="87543" y="348565"/>
                    <a:pt x="12780" y="273234"/>
                    <a:pt x="12780" y="180667"/>
                  </a:cubicBezTo>
                  <a:cubicBezTo>
                    <a:pt x="12780" y="87461"/>
                    <a:pt x="88181" y="12130"/>
                    <a:pt x="180836" y="12130"/>
                  </a:cubicBezTo>
                  <a:cubicBezTo>
                    <a:pt x="274128" y="12130"/>
                    <a:pt x="348891" y="87461"/>
                    <a:pt x="348891" y="180028"/>
                  </a:cubicBezTo>
                  <a:lnTo>
                    <a:pt x="348891" y="180028"/>
                  </a:lnTo>
                  <a:cubicBezTo>
                    <a:pt x="348891" y="273234"/>
                    <a:pt x="273490" y="348565"/>
                    <a:pt x="180836" y="348565"/>
                  </a:cubicBezTo>
                  <a:close/>
                </a:path>
              </a:pathLst>
            </a:custGeom>
            <a:solidFill>
              <a:srgbClr val="62B5E5"/>
            </a:solidFill>
            <a:ln w="6390" cap="flat">
              <a:noFill/>
              <a:prstDash val="solid"/>
              <a:miter/>
            </a:ln>
          </p:spPr>
          <p:txBody>
            <a:bodyPr rtlCol="0" anchor="ctr"/>
            <a:lstStyle/>
            <a:p>
              <a:endParaRPr lang="en-US"/>
            </a:p>
          </p:txBody>
        </p:sp>
        <p:sp>
          <p:nvSpPr>
            <p:cNvPr id="8" name="Graphic 4">
              <a:extLst>
                <a:ext uri="{FF2B5EF4-FFF2-40B4-BE49-F238E27FC236}">
                  <a16:creationId xmlns:a16="http://schemas.microsoft.com/office/drawing/2014/main" id="{B71F74B1-2334-6745-B9FA-030F10258FB1}"/>
                </a:ext>
              </a:extLst>
            </p:cNvPr>
            <p:cNvSpPr/>
            <p:nvPr/>
          </p:nvSpPr>
          <p:spPr>
            <a:xfrm>
              <a:off x="11045006" y="1530403"/>
              <a:ext cx="145051" cy="130233"/>
            </a:xfrm>
            <a:custGeom>
              <a:avLst/>
              <a:gdLst>
                <a:gd name="connsiteX0" fmla="*/ 32589 w 145051"/>
                <a:gd name="connsiteY0" fmla="*/ 5107 h 130233"/>
                <a:gd name="connsiteX1" fmla="*/ 32589 w 145051"/>
                <a:gd name="connsiteY1" fmla="*/ 46603 h 130233"/>
                <a:gd name="connsiteX2" fmla="*/ 37701 w 145051"/>
                <a:gd name="connsiteY2" fmla="*/ 51710 h 130233"/>
                <a:gd name="connsiteX3" fmla="*/ 48563 w 145051"/>
                <a:gd name="connsiteY3" fmla="*/ 51710 h 130233"/>
                <a:gd name="connsiteX4" fmla="*/ 48563 w 145051"/>
                <a:gd name="connsiteY4" fmla="*/ 54264 h 130233"/>
                <a:gd name="connsiteX5" fmla="*/ 5112 w 145051"/>
                <a:gd name="connsiteY5" fmla="*/ 54264 h 130233"/>
                <a:gd name="connsiteX6" fmla="*/ 0 w 145051"/>
                <a:gd name="connsiteY6" fmla="*/ 59371 h 130233"/>
                <a:gd name="connsiteX7" fmla="*/ 5112 w 145051"/>
                <a:gd name="connsiteY7" fmla="*/ 64478 h 130233"/>
                <a:gd name="connsiteX8" fmla="*/ 5112 w 145051"/>
                <a:gd name="connsiteY8" fmla="*/ 64478 h 130233"/>
                <a:gd name="connsiteX9" fmla="*/ 12141 w 145051"/>
                <a:gd name="connsiteY9" fmla="*/ 64478 h 130233"/>
                <a:gd name="connsiteX10" fmla="*/ 12141 w 145051"/>
                <a:gd name="connsiteY10" fmla="*/ 123849 h 130233"/>
                <a:gd name="connsiteX11" fmla="*/ 17253 w 145051"/>
                <a:gd name="connsiteY11" fmla="*/ 128956 h 130233"/>
                <a:gd name="connsiteX12" fmla="*/ 22365 w 145051"/>
                <a:gd name="connsiteY12" fmla="*/ 123849 h 130233"/>
                <a:gd name="connsiteX13" fmla="*/ 22365 w 145051"/>
                <a:gd name="connsiteY13" fmla="*/ 64478 h 130233"/>
                <a:gd name="connsiteX14" fmla="*/ 49842 w 145051"/>
                <a:gd name="connsiteY14" fmla="*/ 64478 h 130233"/>
                <a:gd name="connsiteX15" fmla="*/ 60066 w 145051"/>
                <a:gd name="connsiteY15" fmla="*/ 71501 h 130233"/>
                <a:gd name="connsiteX16" fmla="*/ 61982 w 145051"/>
                <a:gd name="connsiteY16" fmla="*/ 71501 h 130233"/>
                <a:gd name="connsiteX17" fmla="*/ 61982 w 145051"/>
                <a:gd name="connsiteY17" fmla="*/ 72139 h 130233"/>
                <a:gd name="connsiteX18" fmla="*/ 48563 w 145051"/>
                <a:gd name="connsiteY18" fmla="*/ 88099 h 130233"/>
                <a:gd name="connsiteX19" fmla="*/ 48563 w 145051"/>
                <a:gd name="connsiteY19" fmla="*/ 89376 h 130233"/>
                <a:gd name="connsiteX20" fmla="*/ 53676 w 145051"/>
                <a:gd name="connsiteY20" fmla="*/ 94483 h 130233"/>
                <a:gd name="connsiteX21" fmla="*/ 65817 w 145051"/>
                <a:gd name="connsiteY21" fmla="*/ 94483 h 130233"/>
                <a:gd name="connsiteX22" fmla="*/ 65817 w 145051"/>
                <a:gd name="connsiteY22" fmla="*/ 111081 h 130233"/>
                <a:gd name="connsiteX23" fmla="*/ 51119 w 145051"/>
                <a:gd name="connsiteY23" fmla="*/ 117465 h 130233"/>
                <a:gd name="connsiteX24" fmla="*/ 48563 w 145051"/>
                <a:gd name="connsiteY24" fmla="*/ 121934 h 130233"/>
                <a:gd name="connsiteX25" fmla="*/ 48563 w 145051"/>
                <a:gd name="connsiteY25" fmla="*/ 125126 h 130233"/>
                <a:gd name="connsiteX26" fmla="*/ 53037 w 145051"/>
                <a:gd name="connsiteY26" fmla="*/ 130233 h 130233"/>
                <a:gd name="connsiteX27" fmla="*/ 53037 w 145051"/>
                <a:gd name="connsiteY27" fmla="*/ 130233 h 130233"/>
                <a:gd name="connsiteX28" fmla="*/ 53037 w 145051"/>
                <a:gd name="connsiteY28" fmla="*/ 130233 h 130233"/>
                <a:gd name="connsiteX29" fmla="*/ 58148 w 145051"/>
                <a:gd name="connsiteY29" fmla="*/ 125764 h 130233"/>
                <a:gd name="connsiteX30" fmla="*/ 58148 w 145051"/>
                <a:gd name="connsiteY30" fmla="*/ 125126 h 130233"/>
                <a:gd name="connsiteX31" fmla="*/ 65817 w 145051"/>
                <a:gd name="connsiteY31" fmla="*/ 121296 h 130233"/>
                <a:gd name="connsiteX32" fmla="*/ 65817 w 145051"/>
                <a:gd name="connsiteY32" fmla="*/ 124488 h 130233"/>
                <a:gd name="connsiteX33" fmla="*/ 70928 w 145051"/>
                <a:gd name="connsiteY33" fmla="*/ 129595 h 130233"/>
                <a:gd name="connsiteX34" fmla="*/ 76040 w 145051"/>
                <a:gd name="connsiteY34" fmla="*/ 124488 h 130233"/>
                <a:gd name="connsiteX35" fmla="*/ 76040 w 145051"/>
                <a:gd name="connsiteY35" fmla="*/ 120657 h 130233"/>
                <a:gd name="connsiteX36" fmla="*/ 83069 w 145051"/>
                <a:gd name="connsiteY36" fmla="*/ 123849 h 130233"/>
                <a:gd name="connsiteX37" fmla="*/ 83069 w 145051"/>
                <a:gd name="connsiteY37" fmla="*/ 124488 h 130233"/>
                <a:gd name="connsiteX38" fmla="*/ 88181 w 145051"/>
                <a:gd name="connsiteY38" fmla="*/ 128956 h 130233"/>
                <a:gd name="connsiteX39" fmla="*/ 88181 w 145051"/>
                <a:gd name="connsiteY39" fmla="*/ 128956 h 130233"/>
                <a:gd name="connsiteX40" fmla="*/ 92654 w 145051"/>
                <a:gd name="connsiteY40" fmla="*/ 124488 h 130233"/>
                <a:gd name="connsiteX41" fmla="*/ 92654 w 145051"/>
                <a:gd name="connsiteY41" fmla="*/ 124488 h 130233"/>
                <a:gd name="connsiteX42" fmla="*/ 92654 w 145051"/>
                <a:gd name="connsiteY42" fmla="*/ 120657 h 130233"/>
                <a:gd name="connsiteX43" fmla="*/ 90098 w 145051"/>
                <a:gd name="connsiteY43" fmla="*/ 116188 h 130233"/>
                <a:gd name="connsiteX44" fmla="*/ 76679 w 145051"/>
                <a:gd name="connsiteY44" fmla="*/ 109804 h 130233"/>
                <a:gd name="connsiteX45" fmla="*/ 76679 w 145051"/>
                <a:gd name="connsiteY45" fmla="*/ 93206 h 130233"/>
                <a:gd name="connsiteX46" fmla="*/ 88181 w 145051"/>
                <a:gd name="connsiteY46" fmla="*/ 93206 h 130233"/>
                <a:gd name="connsiteX47" fmla="*/ 93293 w 145051"/>
                <a:gd name="connsiteY47" fmla="*/ 88737 h 130233"/>
                <a:gd name="connsiteX48" fmla="*/ 93293 w 145051"/>
                <a:gd name="connsiteY48" fmla="*/ 88737 h 130233"/>
                <a:gd name="connsiteX49" fmla="*/ 93293 w 145051"/>
                <a:gd name="connsiteY49" fmla="*/ 88099 h 130233"/>
                <a:gd name="connsiteX50" fmla="*/ 80513 w 145051"/>
                <a:gd name="connsiteY50" fmla="*/ 72777 h 130233"/>
                <a:gd name="connsiteX51" fmla="*/ 80513 w 145051"/>
                <a:gd name="connsiteY51" fmla="*/ 71501 h 130233"/>
                <a:gd name="connsiteX52" fmla="*/ 82430 w 145051"/>
                <a:gd name="connsiteY52" fmla="*/ 71501 h 130233"/>
                <a:gd name="connsiteX53" fmla="*/ 92654 w 145051"/>
                <a:gd name="connsiteY53" fmla="*/ 64478 h 130233"/>
                <a:gd name="connsiteX54" fmla="*/ 120131 w 145051"/>
                <a:gd name="connsiteY54" fmla="*/ 64478 h 130233"/>
                <a:gd name="connsiteX55" fmla="*/ 120131 w 145051"/>
                <a:gd name="connsiteY55" fmla="*/ 123849 h 130233"/>
                <a:gd name="connsiteX56" fmla="*/ 125243 w 145051"/>
                <a:gd name="connsiteY56" fmla="*/ 128956 h 130233"/>
                <a:gd name="connsiteX57" fmla="*/ 130355 w 145051"/>
                <a:gd name="connsiteY57" fmla="*/ 123849 h 130233"/>
                <a:gd name="connsiteX58" fmla="*/ 130355 w 145051"/>
                <a:gd name="connsiteY58" fmla="*/ 64478 h 130233"/>
                <a:gd name="connsiteX59" fmla="*/ 139940 w 145051"/>
                <a:gd name="connsiteY59" fmla="*/ 64478 h 130233"/>
                <a:gd name="connsiteX60" fmla="*/ 145051 w 145051"/>
                <a:gd name="connsiteY60" fmla="*/ 59371 h 130233"/>
                <a:gd name="connsiteX61" fmla="*/ 139940 w 145051"/>
                <a:gd name="connsiteY61" fmla="*/ 54264 h 130233"/>
                <a:gd name="connsiteX62" fmla="*/ 93932 w 145051"/>
                <a:gd name="connsiteY62" fmla="*/ 54264 h 130233"/>
                <a:gd name="connsiteX63" fmla="*/ 93932 w 145051"/>
                <a:gd name="connsiteY63" fmla="*/ 51710 h 130233"/>
                <a:gd name="connsiteX64" fmla="*/ 102878 w 145051"/>
                <a:gd name="connsiteY64" fmla="*/ 51710 h 130233"/>
                <a:gd name="connsiteX65" fmla="*/ 107990 w 145051"/>
                <a:gd name="connsiteY65" fmla="*/ 46603 h 130233"/>
                <a:gd name="connsiteX66" fmla="*/ 107990 w 145051"/>
                <a:gd name="connsiteY66" fmla="*/ 5107 h 130233"/>
                <a:gd name="connsiteX67" fmla="*/ 103517 w 145051"/>
                <a:gd name="connsiteY67" fmla="*/ 0 h 130233"/>
                <a:gd name="connsiteX68" fmla="*/ 103517 w 145051"/>
                <a:gd name="connsiteY68" fmla="*/ 0 h 130233"/>
                <a:gd name="connsiteX69" fmla="*/ 41535 w 145051"/>
                <a:gd name="connsiteY69" fmla="*/ 0 h 130233"/>
                <a:gd name="connsiteX70" fmla="*/ 32589 w 145051"/>
                <a:gd name="connsiteY70" fmla="*/ 5107 h 130233"/>
                <a:gd name="connsiteX71" fmla="*/ 32589 w 145051"/>
                <a:gd name="connsiteY71" fmla="*/ 5107 h 130233"/>
                <a:gd name="connsiteX72" fmla="*/ 58148 w 145051"/>
                <a:gd name="connsiteY72" fmla="*/ 83630 h 130233"/>
                <a:gd name="connsiteX73" fmla="*/ 63261 w 145051"/>
                <a:gd name="connsiteY73" fmla="*/ 81077 h 130233"/>
                <a:gd name="connsiteX74" fmla="*/ 74123 w 145051"/>
                <a:gd name="connsiteY74" fmla="*/ 81077 h 130233"/>
                <a:gd name="connsiteX75" fmla="*/ 79235 w 145051"/>
                <a:gd name="connsiteY75" fmla="*/ 83630 h 130233"/>
                <a:gd name="connsiteX76" fmla="*/ 58148 w 145051"/>
                <a:gd name="connsiteY76" fmla="*/ 83630 h 130233"/>
                <a:gd name="connsiteX77" fmla="*/ 57509 w 145051"/>
                <a:gd name="connsiteY77" fmla="*/ 51710 h 130233"/>
                <a:gd name="connsiteX78" fmla="*/ 60704 w 145051"/>
                <a:gd name="connsiteY78" fmla="*/ 51710 h 130233"/>
                <a:gd name="connsiteX79" fmla="*/ 60704 w 145051"/>
                <a:gd name="connsiteY79" fmla="*/ 54264 h 130233"/>
                <a:gd name="connsiteX80" fmla="*/ 57509 w 145051"/>
                <a:gd name="connsiteY80" fmla="*/ 54264 h 130233"/>
                <a:gd name="connsiteX81" fmla="*/ 57509 w 145051"/>
                <a:gd name="connsiteY81" fmla="*/ 51710 h 130233"/>
                <a:gd name="connsiteX82" fmla="*/ 80513 w 145051"/>
                <a:gd name="connsiteY82" fmla="*/ 42134 h 130233"/>
                <a:gd name="connsiteX83" fmla="*/ 57509 w 145051"/>
                <a:gd name="connsiteY83" fmla="*/ 42134 h 130233"/>
                <a:gd name="connsiteX84" fmla="*/ 57509 w 145051"/>
                <a:gd name="connsiteY84" fmla="*/ 37665 h 130233"/>
                <a:gd name="connsiteX85" fmla="*/ 69650 w 145051"/>
                <a:gd name="connsiteY85" fmla="*/ 26813 h 130233"/>
                <a:gd name="connsiteX86" fmla="*/ 80513 w 145051"/>
                <a:gd name="connsiteY86" fmla="*/ 37665 h 130233"/>
                <a:gd name="connsiteX87" fmla="*/ 80513 w 145051"/>
                <a:gd name="connsiteY87" fmla="*/ 42134 h 130233"/>
                <a:gd name="connsiteX88" fmla="*/ 80513 w 145051"/>
                <a:gd name="connsiteY88" fmla="*/ 54264 h 130233"/>
                <a:gd name="connsiteX89" fmla="*/ 77318 w 145051"/>
                <a:gd name="connsiteY89" fmla="*/ 54264 h 130233"/>
                <a:gd name="connsiteX90" fmla="*/ 77318 w 145051"/>
                <a:gd name="connsiteY90" fmla="*/ 51710 h 130233"/>
                <a:gd name="connsiteX91" fmla="*/ 80513 w 145051"/>
                <a:gd name="connsiteY91" fmla="*/ 51710 h 130233"/>
                <a:gd name="connsiteX92" fmla="*/ 80513 w 145051"/>
                <a:gd name="connsiteY92" fmla="*/ 54264 h 130233"/>
                <a:gd name="connsiteX93" fmla="*/ 41535 w 145051"/>
                <a:gd name="connsiteY93" fmla="*/ 10214 h 130233"/>
                <a:gd name="connsiteX94" fmla="*/ 93932 w 145051"/>
                <a:gd name="connsiteY94" fmla="*/ 10214 h 130233"/>
                <a:gd name="connsiteX95" fmla="*/ 93932 w 145051"/>
                <a:gd name="connsiteY95" fmla="*/ 42134 h 130233"/>
                <a:gd name="connsiteX96" fmla="*/ 90098 w 145051"/>
                <a:gd name="connsiteY96" fmla="*/ 42134 h 130233"/>
                <a:gd name="connsiteX97" fmla="*/ 90098 w 145051"/>
                <a:gd name="connsiteY97" fmla="*/ 37665 h 130233"/>
                <a:gd name="connsiteX98" fmla="*/ 67733 w 145051"/>
                <a:gd name="connsiteY98" fmla="*/ 17875 h 130233"/>
                <a:gd name="connsiteX99" fmla="*/ 47925 w 145051"/>
                <a:gd name="connsiteY99" fmla="*/ 37665 h 130233"/>
                <a:gd name="connsiteX100" fmla="*/ 47925 w 145051"/>
                <a:gd name="connsiteY100" fmla="*/ 42134 h 130233"/>
                <a:gd name="connsiteX101" fmla="*/ 41535 w 145051"/>
                <a:gd name="connsiteY101" fmla="*/ 42134 h 130233"/>
                <a:gd name="connsiteX102" fmla="*/ 41535 w 145051"/>
                <a:gd name="connsiteY102" fmla="*/ 10214 h 13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145051" h="130233">
                  <a:moveTo>
                    <a:pt x="32589" y="5107"/>
                  </a:moveTo>
                  <a:lnTo>
                    <a:pt x="32589" y="46603"/>
                  </a:lnTo>
                  <a:cubicBezTo>
                    <a:pt x="32589" y="49157"/>
                    <a:pt x="34506" y="51072"/>
                    <a:pt x="37701" y="51710"/>
                  </a:cubicBezTo>
                  <a:lnTo>
                    <a:pt x="48563" y="51710"/>
                  </a:lnTo>
                  <a:lnTo>
                    <a:pt x="48563" y="54264"/>
                  </a:lnTo>
                  <a:lnTo>
                    <a:pt x="5112" y="54264"/>
                  </a:lnTo>
                  <a:cubicBezTo>
                    <a:pt x="2556" y="54264"/>
                    <a:pt x="0" y="56179"/>
                    <a:pt x="0" y="59371"/>
                  </a:cubicBezTo>
                  <a:cubicBezTo>
                    <a:pt x="0" y="62563"/>
                    <a:pt x="1917" y="64478"/>
                    <a:pt x="5112" y="64478"/>
                  </a:cubicBezTo>
                  <a:lnTo>
                    <a:pt x="5112" y="64478"/>
                  </a:lnTo>
                  <a:lnTo>
                    <a:pt x="12141" y="64478"/>
                  </a:lnTo>
                  <a:lnTo>
                    <a:pt x="12141" y="123849"/>
                  </a:lnTo>
                  <a:cubicBezTo>
                    <a:pt x="12141" y="126403"/>
                    <a:pt x="14058" y="128956"/>
                    <a:pt x="17253" y="128956"/>
                  </a:cubicBezTo>
                  <a:cubicBezTo>
                    <a:pt x="20447" y="128956"/>
                    <a:pt x="22365" y="127041"/>
                    <a:pt x="22365" y="123849"/>
                  </a:cubicBezTo>
                  <a:lnTo>
                    <a:pt x="22365" y="64478"/>
                  </a:lnTo>
                  <a:lnTo>
                    <a:pt x="49842" y="64478"/>
                  </a:lnTo>
                  <a:cubicBezTo>
                    <a:pt x="51119" y="68947"/>
                    <a:pt x="55592" y="71501"/>
                    <a:pt x="60066" y="71501"/>
                  </a:cubicBezTo>
                  <a:lnTo>
                    <a:pt x="61982" y="71501"/>
                  </a:lnTo>
                  <a:lnTo>
                    <a:pt x="61982" y="72139"/>
                  </a:lnTo>
                  <a:cubicBezTo>
                    <a:pt x="54314" y="73416"/>
                    <a:pt x="48563" y="79800"/>
                    <a:pt x="48563" y="88099"/>
                  </a:cubicBezTo>
                  <a:lnTo>
                    <a:pt x="48563" y="89376"/>
                  </a:lnTo>
                  <a:cubicBezTo>
                    <a:pt x="48563" y="91929"/>
                    <a:pt x="50481" y="94483"/>
                    <a:pt x="53676" y="94483"/>
                  </a:cubicBezTo>
                  <a:lnTo>
                    <a:pt x="65817" y="94483"/>
                  </a:lnTo>
                  <a:lnTo>
                    <a:pt x="65817" y="111081"/>
                  </a:lnTo>
                  <a:lnTo>
                    <a:pt x="51119" y="117465"/>
                  </a:lnTo>
                  <a:cubicBezTo>
                    <a:pt x="49202" y="118104"/>
                    <a:pt x="48563" y="120019"/>
                    <a:pt x="48563" y="121934"/>
                  </a:cubicBezTo>
                  <a:lnTo>
                    <a:pt x="48563" y="125126"/>
                  </a:lnTo>
                  <a:cubicBezTo>
                    <a:pt x="48563" y="127680"/>
                    <a:pt x="50481" y="130233"/>
                    <a:pt x="53037" y="130233"/>
                  </a:cubicBezTo>
                  <a:cubicBezTo>
                    <a:pt x="53037" y="130233"/>
                    <a:pt x="53037" y="130233"/>
                    <a:pt x="53037" y="130233"/>
                  </a:cubicBezTo>
                  <a:lnTo>
                    <a:pt x="53037" y="130233"/>
                  </a:lnTo>
                  <a:cubicBezTo>
                    <a:pt x="55592" y="130233"/>
                    <a:pt x="57509" y="128318"/>
                    <a:pt x="58148" y="125764"/>
                  </a:cubicBezTo>
                  <a:lnTo>
                    <a:pt x="58148" y="125126"/>
                  </a:lnTo>
                  <a:lnTo>
                    <a:pt x="65817" y="121296"/>
                  </a:lnTo>
                  <a:lnTo>
                    <a:pt x="65817" y="124488"/>
                  </a:lnTo>
                  <a:cubicBezTo>
                    <a:pt x="65817" y="127041"/>
                    <a:pt x="67733" y="129595"/>
                    <a:pt x="70928" y="129595"/>
                  </a:cubicBezTo>
                  <a:cubicBezTo>
                    <a:pt x="74123" y="129595"/>
                    <a:pt x="76040" y="127680"/>
                    <a:pt x="76040" y="124488"/>
                  </a:cubicBezTo>
                  <a:lnTo>
                    <a:pt x="76040" y="120657"/>
                  </a:lnTo>
                  <a:lnTo>
                    <a:pt x="83069" y="123849"/>
                  </a:lnTo>
                  <a:lnTo>
                    <a:pt x="83069" y="124488"/>
                  </a:lnTo>
                  <a:cubicBezTo>
                    <a:pt x="83069" y="127041"/>
                    <a:pt x="84986" y="128956"/>
                    <a:pt x="88181" y="128956"/>
                  </a:cubicBezTo>
                  <a:lnTo>
                    <a:pt x="88181" y="128956"/>
                  </a:lnTo>
                  <a:cubicBezTo>
                    <a:pt x="90737" y="128956"/>
                    <a:pt x="92654" y="127041"/>
                    <a:pt x="92654" y="124488"/>
                  </a:cubicBezTo>
                  <a:cubicBezTo>
                    <a:pt x="92654" y="124488"/>
                    <a:pt x="92654" y="124488"/>
                    <a:pt x="92654" y="124488"/>
                  </a:cubicBezTo>
                  <a:lnTo>
                    <a:pt x="92654" y="120657"/>
                  </a:lnTo>
                  <a:cubicBezTo>
                    <a:pt x="92654" y="118742"/>
                    <a:pt x="91376" y="117465"/>
                    <a:pt x="90098" y="116188"/>
                  </a:cubicBezTo>
                  <a:lnTo>
                    <a:pt x="76679" y="109804"/>
                  </a:lnTo>
                  <a:lnTo>
                    <a:pt x="76679" y="93206"/>
                  </a:lnTo>
                  <a:lnTo>
                    <a:pt x="88181" y="93206"/>
                  </a:lnTo>
                  <a:cubicBezTo>
                    <a:pt x="90737" y="93206"/>
                    <a:pt x="92654" y="91291"/>
                    <a:pt x="93293" y="88737"/>
                  </a:cubicBezTo>
                  <a:cubicBezTo>
                    <a:pt x="93293" y="88737"/>
                    <a:pt x="93293" y="88737"/>
                    <a:pt x="93293" y="88737"/>
                  </a:cubicBezTo>
                  <a:lnTo>
                    <a:pt x="93293" y="88099"/>
                  </a:lnTo>
                  <a:cubicBezTo>
                    <a:pt x="93293" y="80438"/>
                    <a:pt x="88181" y="74054"/>
                    <a:pt x="80513" y="72777"/>
                  </a:cubicBezTo>
                  <a:lnTo>
                    <a:pt x="80513" y="71501"/>
                  </a:lnTo>
                  <a:lnTo>
                    <a:pt x="82430" y="71501"/>
                  </a:lnTo>
                  <a:cubicBezTo>
                    <a:pt x="86903" y="71501"/>
                    <a:pt x="90737" y="68309"/>
                    <a:pt x="92654" y="64478"/>
                  </a:cubicBezTo>
                  <a:lnTo>
                    <a:pt x="120131" y="64478"/>
                  </a:lnTo>
                  <a:lnTo>
                    <a:pt x="120131" y="123849"/>
                  </a:lnTo>
                  <a:cubicBezTo>
                    <a:pt x="120131" y="126403"/>
                    <a:pt x="122048" y="128956"/>
                    <a:pt x="125243" y="128956"/>
                  </a:cubicBezTo>
                  <a:cubicBezTo>
                    <a:pt x="128438" y="128956"/>
                    <a:pt x="130355" y="127041"/>
                    <a:pt x="130355" y="123849"/>
                  </a:cubicBezTo>
                  <a:lnTo>
                    <a:pt x="130355" y="64478"/>
                  </a:lnTo>
                  <a:lnTo>
                    <a:pt x="139940" y="64478"/>
                  </a:lnTo>
                  <a:cubicBezTo>
                    <a:pt x="142496" y="64478"/>
                    <a:pt x="145051" y="62563"/>
                    <a:pt x="145051" y="59371"/>
                  </a:cubicBezTo>
                  <a:cubicBezTo>
                    <a:pt x="145051" y="56179"/>
                    <a:pt x="143135" y="54264"/>
                    <a:pt x="139940" y="54264"/>
                  </a:cubicBezTo>
                  <a:lnTo>
                    <a:pt x="93932" y="54264"/>
                  </a:lnTo>
                  <a:lnTo>
                    <a:pt x="93932" y="51710"/>
                  </a:lnTo>
                  <a:lnTo>
                    <a:pt x="102878" y="51710"/>
                  </a:lnTo>
                  <a:cubicBezTo>
                    <a:pt x="105434" y="51710"/>
                    <a:pt x="107990" y="49795"/>
                    <a:pt x="107990" y="46603"/>
                  </a:cubicBezTo>
                  <a:lnTo>
                    <a:pt x="107990" y="5107"/>
                  </a:lnTo>
                  <a:cubicBezTo>
                    <a:pt x="107990" y="2554"/>
                    <a:pt x="106073" y="638"/>
                    <a:pt x="103517" y="0"/>
                  </a:cubicBezTo>
                  <a:cubicBezTo>
                    <a:pt x="103517" y="0"/>
                    <a:pt x="103517" y="0"/>
                    <a:pt x="103517" y="0"/>
                  </a:cubicBezTo>
                  <a:lnTo>
                    <a:pt x="41535" y="0"/>
                  </a:lnTo>
                  <a:cubicBezTo>
                    <a:pt x="34506" y="638"/>
                    <a:pt x="32589" y="2554"/>
                    <a:pt x="32589" y="5107"/>
                  </a:cubicBezTo>
                  <a:cubicBezTo>
                    <a:pt x="32589" y="5107"/>
                    <a:pt x="32589" y="5107"/>
                    <a:pt x="32589" y="5107"/>
                  </a:cubicBezTo>
                  <a:close/>
                  <a:moveTo>
                    <a:pt x="58148" y="83630"/>
                  </a:moveTo>
                  <a:cubicBezTo>
                    <a:pt x="59427" y="82353"/>
                    <a:pt x="61343" y="81077"/>
                    <a:pt x="63261" y="81077"/>
                  </a:cubicBezTo>
                  <a:lnTo>
                    <a:pt x="74123" y="81077"/>
                  </a:lnTo>
                  <a:cubicBezTo>
                    <a:pt x="76040" y="81077"/>
                    <a:pt x="77957" y="81715"/>
                    <a:pt x="79235" y="83630"/>
                  </a:cubicBezTo>
                  <a:lnTo>
                    <a:pt x="58148" y="83630"/>
                  </a:lnTo>
                  <a:close/>
                  <a:moveTo>
                    <a:pt x="57509" y="51710"/>
                  </a:moveTo>
                  <a:lnTo>
                    <a:pt x="60704" y="51710"/>
                  </a:lnTo>
                  <a:lnTo>
                    <a:pt x="60704" y="54264"/>
                  </a:lnTo>
                  <a:lnTo>
                    <a:pt x="57509" y="54264"/>
                  </a:lnTo>
                  <a:lnTo>
                    <a:pt x="57509" y="51710"/>
                  </a:lnTo>
                  <a:close/>
                  <a:moveTo>
                    <a:pt x="80513" y="42134"/>
                  </a:moveTo>
                  <a:lnTo>
                    <a:pt x="57509" y="42134"/>
                  </a:lnTo>
                  <a:lnTo>
                    <a:pt x="57509" y="37665"/>
                  </a:lnTo>
                  <a:cubicBezTo>
                    <a:pt x="58148" y="31281"/>
                    <a:pt x="63261" y="26813"/>
                    <a:pt x="69650" y="26813"/>
                  </a:cubicBezTo>
                  <a:cubicBezTo>
                    <a:pt x="75402" y="27451"/>
                    <a:pt x="79874" y="31920"/>
                    <a:pt x="80513" y="37665"/>
                  </a:cubicBezTo>
                  <a:lnTo>
                    <a:pt x="80513" y="42134"/>
                  </a:lnTo>
                  <a:close/>
                  <a:moveTo>
                    <a:pt x="80513" y="54264"/>
                  </a:moveTo>
                  <a:lnTo>
                    <a:pt x="77318" y="54264"/>
                  </a:lnTo>
                  <a:lnTo>
                    <a:pt x="77318" y="51710"/>
                  </a:lnTo>
                  <a:lnTo>
                    <a:pt x="80513" y="51710"/>
                  </a:lnTo>
                  <a:lnTo>
                    <a:pt x="80513" y="54264"/>
                  </a:lnTo>
                  <a:close/>
                  <a:moveTo>
                    <a:pt x="41535" y="10214"/>
                  </a:moveTo>
                  <a:lnTo>
                    <a:pt x="93932" y="10214"/>
                  </a:lnTo>
                  <a:lnTo>
                    <a:pt x="93932" y="42134"/>
                  </a:lnTo>
                  <a:lnTo>
                    <a:pt x="90098" y="42134"/>
                  </a:lnTo>
                  <a:lnTo>
                    <a:pt x="90098" y="37665"/>
                  </a:lnTo>
                  <a:cubicBezTo>
                    <a:pt x="89459" y="26174"/>
                    <a:pt x="79235" y="17237"/>
                    <a:pt x="67733" y="17875"/>
                  </a:cubicBezTo>
                  <a:cubicBezTo>
                    <a:pt x="56871" y="18514"/>
                    <a:pt x="48563" y="26813"/>
                    <a:pt x="47925" y="37665"/>
                  </a:cubicBezTo>
                  <a:lnTo>
                    <a:pt x="47925" y="42134"/>
                  </a:lnTo>
                  <a:lnTo>
                    <a:pt x="41535" y="42134"/>
                  </a:lnTo>
                  <a:lnTo>
                    <a:pt x="41535" y="10214"/>
                  </a:lnTo>
                  <a:close/>
                </a:path>
              </a:pathLst>
            </a:custGeom>
            <a:solidFill>
              <a:srgbClr val="62B5E5"/>
            </a:solidFill>
            <a:ln w="6390" cap="flat">
              <a:noFill/>
              <a:prstDash val="solid"/>
              <a:miter/>
            </a:ln>
          </p:spPr>
          <p:txBody>
            <a:bodyPr rtlCol="0" anchor="ctr"/>
            <a:lstStyle/>
            <a:p>
              <a:endParaRPr lang="en-US"/>
            </a:p>
          </p:txBody>
        </p:sp>
        <p:sp>
          <p:nvSpPr>
            <p:cNvPr id="11" name="Graphic 4">
              <a:extLst>
                <a:ext uri="{FF2B5EF4-FFF2-40B4-BE49-F238E27FC236}">
                  <a16:creationId xmlns:a16="http://schemas.microsoft.com/office/drawing/2014/main" id="{BC7B6B32-3796-9940-BB7D-284498FAA958}"/>
                </a:ext>
              </a:extLst>
            </p:cNvPr>
            <p:cNvSpPr/>
            <p:nvPr/>
          </p:nvSpPr>
          <p:spPr>
            <a:xfrm>
              <a:off x="10991969" y="1476777"/>
              <a:ext cx="246258" cy="213863"/>
            </a:xfrm>
            <a:custGeom>
              <a:avLst/>
              <a:gdLst>
                <a:gd name="connsiteX0" fmla="*/ 241540 w 246258"/>
                <a:gd name="connsiteY0" fmla="*/ 65117 h 213863"/>
                <a:gd name="connsiteX1" fmla="*/ 130355 w 246258"/>
                <a:gd name="connsiteY1" fmla="*/ 1915 h 213863"/>
                <a:gd name="connsiteX2" fmla="*/ 116297 w 246258"/>
                <a:gd name="connsiteY2" fmla="*/ 1915 h 213863"/>
                <a:gd name="connsiteX3" fmla="*/ 5112 w 246258"/>
                <a:gd name="connsiteY3" fmla="*/ 65117 h 213863"/>
                <a:gd name="connsiteX4" fmla="*/ 1278 w 246258"/>
                <a:gd name="connsiteY4" fmla="*/ 79161 h 213863"/>
                <a:gd name="connsiteX5" fmla="*/ 8307 w 246258"/>
                <a:gd name="connsiteY5" fmla="*/ 84269 h 213863"/>
                <a:gd name="connsiteX6" fmla="*/ 23643 w 246258"/>
                <a:gd name="connsiteY6" fmla="*/ 87460 h 213863"/>
                <a:gd name="connsiteX7" fmla="*/ 23643 w 246258"/>
                <a:gd name="connsiteY7" fmla="*/ 207479 h 213863"/>
                <a:gd name="connsiteX8" fmla="*/ 30033 w 246258"/>
                <a:gd name="connsiteY8" fmla="*/ 213863 h 213863"/>
                <a:gd name="connsiteX9" fmla="*/ 215980 w 246258"/>
                <a:gd name="connsiteY9" fmla="*/ 213863 h 213863"/>
                <a:gd name="connsiteX10" fmla="*/ 222370 w 246258"/>
                <a:gd name="connsiteY10" fmla="*/ 207479 h 213863"/>
                <a:gd name="connsiteX11" fmla="*/ 222370 w 246258"/>
                <a:gd name="connsiteY11" fmla="*/ 87460 h 213863"/>
                <a:gd name="connsiteX12" fmla="*/ 237706 w 246258"/>
                <a:gd name="connsiteY12" fmla="*/ 84269 h 213863"/>
                <a:gd name="connsiteX13" fmla="*/ 246012 w 246258"/>
                <a:gd name="connsiteY13" fmla="*/ 72139 h 213863"/>
                <a:gd name="connsiteX14" fmla="*/ 241540 w 246258"/>
                <a:gd name="connsiteY14" fmla="*/ 65117 h 213863"/>
                <a:gd name="connsiteX15" fmla="*/ 241540 w 246258"/>
                <a:gd name="connsiteY15" fmla="*/ 65117 h 213863"/>
                <a:gd name="connsiteX16" fmla="*/ 214702 w 246258"/>
                <a:gd name="connsiteY16" fmla="*/ 75331 h 213863"/>
                <a:gd name="connsiteX17" fmla="*/ 209590 w 246258"/>
                <a:gd name="connsiteY17" fmla="*/ 81715 h 213863"/>
                <a:gd name="connsiteX18" fmla="*/ 209590 w 246258"/>
                <a:gd name="connsiteY18" fmla="*/ 200457 h 213863"/>
                <a:gd name="connsiteX19" fmla="*/ 37062 w 246258"/>
                <a:gd name="connsiteY19" fmla="*/ 200457 h 213863"/>
                <a:gd name="connsiteX20" fmla="*/ 37062 w 246258"/>
                <a:gd name="connsiteY20" fmla="*/ 81715 h 213863"/>
                <a:gd name="connsiteX21" fmla="*/ 31949 w 246258"/>
                <a:gd name="connsiteY21" fmla="*/ 75331 h 213863"/>
                <a:gd name="connsiteX22" fmla="*/ 17253 w 246258"/>
                <a:gd name="connsiteY22" fmla="*/ 72139 h 213863"/>
                <a:gd name="connsiteX23" fmla="*/ 122687 w 246258"/>
                <a:gd name="connsiteY23" fmla="*/ 12130 h 213863"/>
                <a:gd name="connsiteX24" fmla="*/ 123965 w 246258"/>
                <a:gd name="connsiteY24" fmla="*/ 12130 h 213863"/>
                <a:gd name="connsiteX25" fmla="*/ 229399 w 246258"/>
                <a:gd name="connsiteY25" fmla="*/ 72139 h 213863"/>
                <a:gd name="connsiteX26" fmla="*/ 214702 w 246258"/>
                <a:gd name="connsiteY26" fmla="*/ 75331 h 21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46258" h="213863">
                  <a:moveTo>
                    <a:pt x="241540" y="65117"/>
                  </a:moveTo>
                  <a:lnTo>
                    <a:pt x="130355" y="1915"/>
                  </a:lnTo>
                  <a:cubicBezTo>
                    <a:pt x="125882" y="-638"/>
                    <a:pt x="120770" y="-638"/>
                    <a:pt x="116297" y="1915"/>
                  </a:cubicBezTo>
                  <a:lnTo>
                    <a:pt x="5112" y="65117"/>
                  </a:lnTo>
                  <a:cubicBezTo>
                    <a:pt x="0" y="67670"/>
                    <a:pt x="-1278" y="74054"/>
                    <a:pt x="1278" y="79161"/>
                  </a:cubicBezTo>
                  <a:cubicBezTo>
                    <a:pt x="2556" y="81715"/>
                    <a:pt x="5112" y="83630"/>
                    <a:pt x="8307" y="84269"/>
                  </a:cubicBezTo>
                  <a:lnTo>
                    <a:pt x="23643" y="87460"/>
                  </a:lnTo>
                  <a:lnTo>
                    <a:pt x="23643" y="207479"/>
                  </a:lnTo>
                  <a:cubicBezTo>
                    <a:pt x="23643" y="211310"/>
                    <a:pt x="26199" y="213863"/>
                    <a:pt x="30033" y="213863"/>
                  </a:cubicBezTo>
                  <a:lnTo>
                    <a:pt x="215980" y="213863"/>
                  </a:lnTo>
                  <a:cubicBezTo>
                    <a:pt x="219814" y="213863"/>
                    <a:pt x="222370" y="211310"/>
                    <a:pt x="222370" y="207479"/>
                  </a:cubicBezTo>
                  <a:lnTo>
                    <a:pt x="222370" y="87460"/>
                  </a:lnTo>
                  <a:lnTo>
                    <a:pt x="237706" y="84269"/>
                  </a:lnTo>
                  <a:cubicBezTo>
                    <a:pt x="243457" y="83630"/>
                    <a:pt x="247291" y="77885"/>
                    <a:pt x="246012" y="72139"/>
                  </a:cubicBezTo>
                  <a:cubicBezTo>
                    <a:pt x="246012" y="68947"/>
                    <a:pt x="244096" y="66393"/>
                    <a:pt x="241540" y="65117"/>
                  </a:cubicBezTo>
                  <a:lnTo>
                    <a:pt x="241540" y="65117"/>
                  </a:lnTo>
                  <a:close/>
                  <a:moveTo>
                    <a:pt x="214702" y="75331"/>
                  </a:moveTo>
                  <a:cubicBezTo>
                    <a:pt x="211507" y="75969"/>
                    <a:pt x="209590" y="78523"/>
                    <a:pt x="209590" y="81715"/>
                  </a:cubicBezTo>
                  <a:lnTo>
                    <a:pt x="209590" y="200457"/>
                  </a:lnTo>
                  <a:lnTo>
                    <a:pt x="37062" y="200457"/>
                  </a:lnTo>
                  <a:lnTo>
                    <a:pt x="37062" y="81715"/>
                  </a:lnTo>
                  <a:cubicBezTo>
                    <a:pt x="37062" y="78523"/>
                    <a:pt x="35144" y="75969"/>
                    <a:pt x="31949" y="75331"/>
                  </a:cubicBezTo>
                  <a:lnTo>
                    <a:pt x="17253" y="72139"/>
                  </a:lnTo>
                  <a:lnTo>
                    <a:pt x="122687" y="12130"/>
                  </a:lnTo>
                  <a:cubicBezTo>
                    <a:pt x="123326" y="12130"/>
                    <a:pt x="123965" y="12130"/>
                    <a:pt x="123965" y="12130"/>
                  </a:cubicBezTo>
                  <a:lnTo>
                    <a:pt x="229399" y="72139"/>
                  </a:lnTo>
                  <a:lnTo>
                    <a:pt x="214702" y="75331"/>
                  </a:lnTo>
                  <a:close/>
                </a:path>
              </a:pathLst>
            </a:custGeom>
            <a:solidFill>
              <a:srgbClr val="62B5E5"/>
            </a:solidFill>
            <a:ln w="6390" cap="flat">
              <a:noFill/>
              <a:prstDash val="solid"/>
              <a:miter/>
            </a:ln>
          </p:spPr>
          <p:txBody>
            <a:bodyPr rtlCol="0" anchor="ctr"/>
            <a:lstStyle/>
            <a:p>
              <a:endParaRPr lang="en-US"/>
            </a:p>
          </p:txBody>
        </p:sp>
      </p:grpSp>
      <p:grpSp>
        <p:nvGrpSpPr>
          <p:cNvPr id="12" name="Graphic 4">
            <a:extLst>
              <a:ext uri="{FF2B5EF4-FFF2-40B4-BE49-F238E27FC236}">
                <a16:creationId xmlns:a16="http://schemas.microsoft.com/office/drawing/2014/main" id="{43B66FF0-6527-F548-B195-654DB8018355}"/>
              </a:ext>
            </a:extLst>
          </p:cNvPr>
          <p:cNvGrpSpPr>
            <a:grpSpLocks noChangeAspect="1"/>
          </p:cNvGrpSpPr>
          <p:nvPr/>
        </p:nvGrpSpPr>
        <p:grpSpPr>
          <a:xfrm>
            <a:off x="11372810" y="1402723"/>
            <a:ext cx="361670" cy="361971"/>
            <a:chOff x="11372810" y="1402723"/>
            <a:chExt cx="361670" cy="361971"/>
          </a:xfrm>
          <a:solidFill>
            <a:srgbClr val="62B5E5"/>
          </a:solidFill>
        </p:grpSpPr>
        <p:sp>
          <p:nvSpPr>
            <p:cNvPr id="13" name="Graphic 4">
              <a:extLst>
                <a:ext uri="{FF2B5EF4-FFF2-40B4-BE49-F238E27FC236}">
                  <a16:creationId xmlns:a16="http://schemas.microsoft.com/office/drawing/2014/main" id="{026B44B8-5E72-A94D-8FFA-38F4161C73CE}"/>
                </a:ext>
              </a:extLst>
            </p:cNvPr>
            <p:cNvSpPr/>
            <p:nvPr/>
          </p:nvSpPr>
          <p:spPr>
            <a:xfrm>
              <a:off x="11560035" y="1582113"/>
              <a:ext cx="3194" cy="2553"/>
            </a:xfrm>
            <a:custGeom>
              <a:avLst/>
              <a:gdLst>
                <a:gd name="connsiteX0" fmla="*/ 0 w 3194"/>
                <a:gd name="connsiteY0" fmla="*/ 0 h 2553"/>
                <a:gd name="connsiteX1" fmla="*/ 3195 w 3194"/>
                <a:gd name="connsiteY1" fmla="*/ 0 h 2553"/>
                <a:gd name="connsiteX2" fmla="*/ 3195 w 3194"/>
                <a:gd name="connsiteY2" fmla="*/ 2554 h 2553"/>
                <a:gd name="connsiteX3" fmla="*/ 0 w 3194"/>
                <a:gd name="connsiteY3" fmla="*/ 2554 h 2553"/>
              </a:gdLst>
              <a:ahLst/>
              <a:cxnLst>
                <a:cxn ang="0">
                  <a:pos x="connsiteX0" y="connsiteY0"/>
                </a:cxn>
                <a:cxn ang="0">
                  <a:pos x="connsiteX1" y="connsiteY1"/>
                </a:cxn>
                <a:cxn ang="0">
                  <a:pos x="connsiteX2" y="connsiteY2"/>
                </a:cxn>
                <a:cxn ang="0">
                  <a:pos x="connsiteX3" y="connsiteY3"/>
                </a:cxn>
              </a:cxnLst>
              <a:rect l="l" t="t" r="r" b="b"/>
              <a:pathLst>
                <a:path w="3194" h="2553">
                  <a:moveTo>
                    <a:pt x="0" y="0"/>
                  </a:moveTo>
                  <a:lnTo>
                    <a:pt x="3195" y="0"/>
                  </a:lnTo>
                  <a:lnTo>
                    <a:pt x="3195" y="2554"/>
                  </a:lnTo>
                  <a:lnTo>
                    <a:pt x="0" y="2554"/>
                  </a:lnTo>
                  <a:close/>
                </a:path>
              </a:pathLst>
            </a:custGeom>
            <a:solidFill>
              <a:srgbClr val="62B5E5"/>
            </a:solidFill>
            <a:ln w="6390" cap="flat">
              <a:noFill/>
              <a:prstDash val="solid"/>
              <a:miter/>
            </a:ln>
          </p:spPr>
          <p:txBody>
            <a:bodyPr rtlCol="0" anchor="ctr"/>
            <a:lstStyle/>
            <a:p>
              <a:endParaRPr lang="en-US"/>
            </a:p>
          </p:txBody>
        </p:sp>
        <p:sp>
          <p:nvSpPr>
            <p:cNvPr id="14" name="Graphic 4">
              <a:extLst>
                <a:ext uri="{FF2B5EF4-FFF2-40B4-BE49-F238E27FC236}">
                  <a16:creationId xmlns:a16="http://schemas.microsoft.com/office/drawing/2014/main" id="{A96522C3-9C52-CF4A-A343-D89F4EB57902}"/>
                </a:ext>
              </a:extLst>
            </p:cNvPr>
            <p:cNvSpPr/>
            <p:nvPr/>
          </p:nvSpPr>
          <p:spPr>
            <a:xfrm>
              <a:off x="11540865" y="1557215"/>
              <a:ext cx="23003" cy="15959"/>
            </a:xfrm>
            <a:custGeom>
              <a:avLst/>
              <a:gdLst>
                <a:gd name="connsiteX0" fmla="*/ 11502 w 23003"/>
                <a:gd name="connsiteY0" fmla="*/ 0 h 15959"/>
                <a:gd name="connsiteX1" fmla="*/ 0 w 23003"/>
                <a:gd name="connsiteY1" fmla="*/ 11491 h 15959"/>
                <a:gd name="connsiteX2" fmla="*/ 0 w 23003"/>
                <a:gd name="connsiteY2" fmla="*/ 15960 h 15959"/>
                <a:gd name="connsiteX3" fmla="*/ 23004 w 23003"/>
                <a:gd name="connsiteY3" fmla="*/ 15960 h 15959"/>
                <a:gd name="connsiteX4" fmla="*/ 23004 w 23003"/>
                <a:gd name="connsiteY4" fmla="*/ 11491 h 15959"/>
                <a:gd name="connsiteX5" fmla="*/ 11502 w 23003"/>
                <a:gd name="connsiteY5" fmla="*/ 0 h 15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03" h="15959">
                  <a:moveTo>
                    <a:pt x="11502" y="0"/>
                  </a:moveTo>
                  <a:cubicBezTo>
                    <a:pt x="5112" y="0"/>
                    <a:pt x="0" y="5107"/>
                    <a:pt x="0" y="11491"/>
                  </a:cubicBezTo>
                  <a:lnTo>
                    <a:pt x="0" y="15960"/>
                  </a:lnTo>
                  <a:lnTo>
                    <a:pt x="23004" y="15960"/>
                  </a:lnTo>
                  <a:lnTo>
                    <a:pt x="23004" y="11491"/>
                  </a:lnTo>
                  <a:cubicBezTo>
                    <a:pt x="23004" y="5107"/>
                    <a:pt x="17892" y="0"/>
                    <a:pt x="11502" y="0"/>
                  </a:cubicBezTo>
                  <a:close/>
                </a:path>
              </a:pathLst>
            </a:custGeom>
            <a:solidFill>
              <a:srgbClr val="62B5E5"/>
            </a:solidFill>
            <a:ln w="6390" cap="flat">
              <a:noFill/>
              <a:prstDash val="solid"/>
              <a:miter/>
            </a:ln>
          </p:spPr>
          <p:txBody>
            <a:bodyPr rtlCol="0" anchor="ctr"/>
            <a:lstStyle/>
            <a:p>
              <a:endParaRPr lang="en-US"/>
            </a:p>
          </p:txBody>
        </p:sp>
        <p:sp>
          <p:nvSpPr>
            <p:cNvPr id="15" name="Graphic 4">
              <a:extLst>
                <a:ext uri="{FF2B5EF4-FFF2-40B4-BE49-F238E27FC236}">
                  <a16:creationId xmlns:a16="http://schemas.microsoft.com/office/drawing/2014/main" id="{7D9DB2D1-E579-8D4C-9165-268E4D2A9514}"/>
                </a:ext>
              </a:extLst>
            </p:cNvPr>
            <p:cNvSpPr/>
            <p:nvPr/>
          </p:nvSpPr>
          <p:spPr>
            <a:xfrm>
              <a:off x="11540865" y="1582113"/>
              <a:ext cx="3194" cy="2553"/>
            </a:xfrm>
            <a:custGeom>
              <a:avLst/>
              <a:gdLst>
                <a:gd name="connsiteX0" fmla="*/ 0 w 3194"/>
                <a:gd name="connsiteY0" fmla="*/ 0 h 2553"/>
                <a:gd name="connsiteX1" fmla="*/ 3195 w 3194"/>
                <a:gd name="connsiteY1" fmla="*/ 0 h 2553"/>
                <a:gd name="connsiteX2" fmla="*/ 3195 w 3194"/>
                <a:gd name="connsiteY2" fmla="*/ 2554 h 2553"/>
                <a:gd name="connsiteX3" fmla="*/ 0 w 3194"/>
                <a:gd name="connsiteY3" fmla="*/ 2554 h 2553"/>
              </a:gdLst>
              <a:ahLst/>
              <a:cxnLst>
                <a:cxn ang="0">
                  <a:pos x="connsiteX0" y="connsiteY0"/>
                </a:cxn>
                <a:cxn ang="0">
                  <a:pos x="connsiteX1" y="connsiteY1"/>
                </a:cxn>
                <a:cxn ang="0">
                  <a:pos x="connsiteX2" y="connsiteY2"/>
                </a:cxn>
                <a:cxn ang="0">
                  <a:pos x="connsiteX3" y="connsiteY3"/>
                </a:cxn>
              </a:cxnLst>
              <a:rect l="l" t="t" r="r" b="b"/>
              <a:pathLst>
                <a:path w="3194" h="2553">
                  <a:moveTo>
                    <a:pt x="0" y="0"/>
                  </a:moveTo>
                  <a:lnTo>
                    <a:pt x="3195" y="0"/>
                  </a:lnTo>
                  <a:lnTo>
                    <a:pt x="3195" y="2554"/>
                  </a:lnTo>
                  <a:lnTo>
                    <a:pt x="0" y="2554"/>
                  </a:lnTo>
                  <a:close/>
                </a:path>
              </a:pathLst>
            </a:custGeom>
            <a:solidFill>
              <a:srgbClr val="62B5E5"/>
            </a:solidFill>
            <a:ln w="6390" cap="flat">
              <a:noFill/>
              <a:prstDash val="solid"/>
              <a:miter/>
            </a:ln>
          </p:spPr>
          <p:txBody>
            <a:bodyPr rtlCol="0" anchor="ctr"/>
            <a:lstStyle/>
            <a:p>
              <a:endParaRPr lang="en-US"/>
            </a:p>
          </p:txBody>
        </p:sp>
        <p:sp>
          <p:nvSpPr>
            <p:cNvPr id="16" name="Graphic 4">
              <a:extLst>
                <a:ext uri="{FF2B5EF4-FFF2-40B4-BE49-F238E27FC236}">
                  <a16:creationId xmlns:a16="http://schemas.microsoft.com/office/drawing/2014/main" id="{EC0A513B-BA1D-144C-98C4-9BE2B43A4FFE}"/>
                </a:ext>
              </a:extLst>
            </p:cNvPr>
            <p:cNvSpPr/>
            <p:nvPr/>
          </p:nvSpPr>
          <p:spPr>
            <a:xfrm>
              <a:off x="11541504" y="1611479"/>
              <a:ext cx="20448" cy="2553"/>
            </a:xfrm>
            <a:custGeom>
              <a:avLst/>
              <a:gdLst>
                <a:gd name="connsiteX0" fmla="*/ 5112 w 20448"/>
                <a:gd name="connsiteY0" fmla="*/ 0 h 2553"/>
                <a:gd name="connsiteX1" fmla="*/ 0 w 20448"/>
                <a:gd name="connsiteY1" fmla="*/ 2554 h 2553"/>
                <a:gd name="connsiteX2" fmla="*/ 20448 w 20448"/>
                <a:gd name="connsiteY2" fmla="*/ 2554 h 2553"/>
                <a:gd name="connsiteX3" fmla="*/ 15336 w 20448"/>
                <a:gd name="connsiteY3" fmla="*/ 0 h 2553"/>
                <a:gd name="connsiteX4" fmla="*/ 5112 w 20448"/>
                <a:gd name="connsiteY4" fmla="*/ 0 h 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48" h="2553">
                  <a:moveTo>
                    <a:pt x="5112" y="0"/>
                  </a:moveTo>
                  <a:cubicBezTo>
                    <a:pt x="3195" y="0"/>
                    <a:pt x="1278" y="638"/>
                    <a:pt x="0" y="2554"/>
                  </a:cubicBezTo>
                  <a:lnTo>
                    <a:pt x="20448" y="2554"/>
                  </a:lnTo>
                  <a:cubicBezTo>
                    <a:pt x="19170" y="1277"/>
                    <a:pt x="17253" y="0"/>
                    <a:pt x="15336" y="0"/>
                  </a:cubicBezTo>
                  <a:lnTo>
                    <a:pt x="5112" y="0"/>
                  </a:lnTo>
                  <a:close/>
                </a:path>
              </a:pathLst>
            </a:custGeom>
            <a:solidFill>
              <a:srgbClr val="62B5E5"/>
            </a:solidFill>
            <a:ln w="6390" cap="flat">
              <a:noFill/>
              <a:prstDash val="solid"/>
              <a:miter/>
            </a:ln>
          </p:spPr>
          <p:txBody>
            <a:bodyPr rtlCol="0" anchor="ctr"/>
            <a:lstStyle/>
            <a:p>
              <a:endParaRPr lang="en-US"/>
            </a:p>
          </p:txBody>
        </p:sp>
        <p:sp>
          <p:nvSpPr>
            <p:cNvPr id="17" name="Graphic 4">
              <a:extLst>
                <a:ext uri="{FF2B5EF4-FFF2-40B4-BE49-F238E27FC236}">
                  <a16:creationId xmlns:a16="http://schemas.microsoft.com/office/drawing/2014/main" id="{CF66904D-4120-CF40-9667-D5EB1962B056}"/>
                </a:ext>
              </a:extLst>
            </p:cNvPr>
            <p:cNvSpPr/>
            <p:nvPr/>
          </p:nvSpPr>
          <p:spPr>
            <a:xfrm>
              <a:off x="11372810" y="1402723"/>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303522 w 361670"/>
                <a:gd name="connsiteY7" fmla="*/ 149385 h 361971"/>
                <a:gd name="connsiteX8" fmla="*/ 295215 w 361670"/>
                <a:gd name="connsiteY8" fmla="*/ 157684 h 361971"/>
                <a:gd name="connsiteX9" fmla="*/ 279879 w 361670"/>
                <a:gd name="connsiteY9" fmla="*/ 160876 h 361971"/>
                <a:gd name="connsiteX10" fmla="*/ 279879 w 361670"/>
                <a:gd name="connsiteY10" fmla="*/ 280895 h 361971"/>
                <a:gd name="connsiteX11" fmla="*/ 273489 w 361670"/>
                <a:gd name="connsiteY11" fmla="*/ 287279 h 361971"/>
                <a:gd name="connsiteX12" fmla="*/ 87542 w 361670"/>
                <a:gd name="connsiteY12" fmla="*/ 287279 h 361971"/>
                <a:gd name="connsiteX13" fmla="*/ 81152 w 361670"/>
                <a:gd name="connsiteY13" fmla="*/ 280895 h 361971"/>
                <a:gd name="connsiteX14" fmla="*/ 81152 w 361670"/>
                <a:gd name="connsiteY14" fmla="*/ 160876 h 361971"/>
                <a:gd name="connsiteX15" fmla="*/ 65816 w 361670"/>
                <a:gd name="connsiteY15" fmla="*/ 157684 h 361971"/>
                <a:gd name="connsiteX16" fmla="*/ 57509 w 361670"/>
                <a:gd name="connsiteY16" fmla="*/ 145555 h 361971"/>
                <a:gd name="connsiteX17" fmla="*/ 62621 w 361670"/>
                <a:gd name="connsiteY17" fmla="*/ 138532 h 361971"/>
                <a:gd name="connsiteX18" fmla="*/ 173806 w 361670"/>
                <a:gd name="connsiteY18" fmla="*/ 75331 h 361971"/>
                <a:gd name="connsiteX19" fmla="*/ 187864 w 361670"/>
                <a:gd name="connsiteY19" fmla="*/ 75331 h 361971"/>
                <a:gd name="connsiteX20" fmla="*/ 299049 w 361670"/>
                <a:gd name="connsiteY20" fmla="*/ 138532 h 361971"/>
                <a:gd name="connsiteX21" fmla="*/ 299049 w 361670"/>
                <a:gd name="connsiteY21" fmla="*/ 138532 h 361971"/>
                <a:gd name="connsiteX22" fmla="*/ 303522 w 361670"/>
                <a:gd name="connsiteY22" fmla="*/ 149385 h 361971"/>
                <a:gd name="connsiteX23" fmla="*/ 303522 w 361670"/>
                <a:gd name="connsiteY23" fmla="*/ 14938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1670"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1670" y="80438"/>
                    <a:pt x="280518" y="0"/>
                    <a:pt x="180835" y="0"/>
                  </a:cubicBezTo>
                  <a:cubicBezTo>
                    <a:pt x="180835" y="0"/>
                    <a:pt x="180835" y="0"/>
                    <a:pt x="180835" y="0"/>
                  </a:cubicBezTo>
                  <a:close/>
                  <a:moveTo>
                    <a:pt x="303522" y="149385"/>
                  </a:moveTo>
                  <a:cubicBezTo>
                    <a:pt x="302882" y="153854"/>
                    <a:pt x="299687" y="157046"/>
                    <a:pt x="295215" y="157684"/>
                  </a:cubicBezTo>
                  <a:lnTo>
                    <a:pt x="279879" y="160876"/>
                  </a:lnTo>
                  <a:lnTo>
                    <a:pt x="279879" y="280895"/>
                  </a:lnTo>
                  <a:cubicBezTo>
                    <a:pt x="279879" y="284726"/>
                    <a:pt x="277323" y="287279"/>
                    <a:pt x="273489" y="287279"/>
                  </a:cubicBezTo>
                  <a:lnTo>
                    <a:pt x="87542" y="287279"/>
                  </a:lnTo>
                  <a:cubicBezTo>
                    <a:pt x="83708" y="287279"/>
                    <a:pt x="81152" y="284726"/>
                    <a:pt x="81152" y="280895"/>
                  </a:cubicBezTo>
                  <a:lnTo>
                    <a:pt x="81152" y="160876"/>
                  </a:lnTo>
                  <a:lnTo>
                    <a:pt x="65816" y="157684"/>
                  </a:lnTo>
                  <a:cubicBezTo>
                    <a:pt x="60065" y="156408"/>
                    <a:pt x="56231" y="151300"/>
                    <a:pt x="57509" y="145555"/>
                  </a:cubicBezTo>
                  <a:cubicBezTo>
                    <a:pt x="58148" y="142363"/>
                    <a:pt x="60065" y="139809"/>
                    <a:pt x="62621" y="138532"/>
                  </a:cubicBezTo>
                  <a:lnTo>
                    <a:pt x="173806" y="75331"/>
                  </a:lnTo>
                  <a:cubicBezTo>
                    <a:pt x="178279" y="72777"/>
                    <a:pt x="183391" y="72777"/>
                    <a:pt x="187864" y="75331"/>
                  </a:cubicBezTo>
                  <a:lnTo>
                    <a:pt x="299049" y="138532"/>
                  </a:lnTo>
                  <a:lnTo>
                    <a:pt x="299049" y="138532"/>
                  </a:lnTo>
                  <a:cubicBezTo>
                    <a:pt x="302244" y="141086"/>
                    <a:pt x="304800" y="145555"/>
                    <a:pt x="303522" y="149385"/>
                  </a:cubicBezTo>
                  <a:lnTo>
                    <a:pt x="303522" y="149385"/>
                  </a:lnTo>
                  <a:close/>
                </a:path>
              </a:pathLst>
            </a:custGeom>
            <a:solidFill>
              <a:srgbClr val="62B5E5"/>
            </a:solidFill>
            <a:ln w="6390" cap="flat">
              <a:noFill/>
              <a:prstDash val="solid"/>
              <a:miter/>
            </a:ln>
          </p:spPr>
          <p:txBody>
            <a:bodyPr rtlCol="0" anchor="ctr"/>
            <a:lstStyle/>
            <a:p>
              <a:endParaRPr lang="en-US"/>
            </a:p>
          </p:txBody>
        </p:sp>
        <p:sp>
          <p:nvSpPr>
            <p:cNvPr id="18" name="Graphic 4">
              <a:extLst>
                <a:ext uri="{FF2B5EF4-FFF2-40B4-BE49-F238E27FC236}">
                  <a16:creationId xmlns:a16="http://schemas.microsoft.com/office/drawing/2014/main" id="{A919ADDC-56D7-4B43-9BC4-83DB5827686D}"/>
                </a:ext>
              </a:extLst>
            </p:cNvPr>
            <p:cNvSpPr/>
            <p:nvPr/>
          </p:nvSpPr>
          <p:spPr>
            <a:xfrm>
              <a:off x="11446933" y="1489545"/>
              <a:ext cx="212784" cy="188327"/>
            </a:xfrm>
            <a:custGeom>
              <a:avLst/>
              <a:gdLst>
                <a:gd name="connsiteX0" fmla="*/ 105434 w 212784"/>
                <a:gd name="connsiteY0" fmla="*/ 0 h 188327"/>
                <a:gd name="connsiteX1" fmla="*/ 0 w 212784"/>
                <a:gd name="connsiteY1" fmla="*/ 60009 h 188327"/>
                <a:gd name="connsiteX2" fmla="*/ 14696 w 212784"/>
                <a:gd name="connsiteY2" fmla="*/ 63201 h 188327"/>
                <a:gd name="connsiteX3" fmla="*/ 19809 w 212784"/>
                <a:gd name="connsiteY3" fmla="*/ 69585 h 188327"/>
                <a:gd name="connsiteX4" fmla="*/ 19809 w 212784"/>
                <a:gd name="connsiteY4" fmla="*/ 188328 h 188327"/>
                <a:gd name="connsiteX5" fmla="*/ 192976 w 212784"/>
                <a:gd name="connsiteY5" fmla="*/ 188328 h 188327"/>
                <a:gd name="connsiteX6" fmla="*/ 192976 w 212784"/>
                <a:gd name="connsiteY6" fmla="*/ 69585 h 188327"/>
                <a:gd name="connsiteX7" fmla="*/ 198088 w 212784"/>
                <a:gd name="connsiteY7" fmla="*/ 63201 h 188327"/>
                <a:gd name="connsiteX8" fmla="*/ 212784 w 212784"/>
                <a:gd name="connsiteY8" fmla="*/ 60009 h 188327"/>
                <a:gd name="connsiteX9" fmla="*/ 107350 w 212784"/>
                <a:gd name="connsiteY9" fmla="*/ 0 h 188327"/>
                <a:gd name="connsiteX10" fmla="*/ 105434 w 212784"/>
                <a:gd name="connsiteY10" fmla="*/ 0 h 188327"/>
                <a:gd name="connsiteX11" fmla="*/ 139300 w 212784"/>
                <a:gd name="connsiteY11" fmla="*/ 45965 h 188327"/>
                <a:gd name="connsiteX12" fmla="*/ 139300 w 212784"/>
                <a:gd name="connsiteY12" fmla="*/ 87461 h 188327"/>
                <a:gd name="connsiteX13" fmla="*/ 134189 w 212784"/>
                <a:gd name="connsiteY13" fmla="*/ 92568 h 188327"/>
                <a:gd name="connsiteX14" fmla="*/ 125881 w 212784"/>
                <a:gd name="connsiteY14" fmla="*/ 92568 h 188327"/>
                <a:gd name="connsiteX15" fmla="*/ 125881 w 212784"/>
                <a:gd name="connsiteY15" fmla="*/ 95121 h 188327"/>
                <a:gd name="connsiteX16" fmla="*/ 171889 w 212784"/>
                <a:gd name="connsiteY16" fmla="*/ 95121 h 188327"/>
                <a:gd name="connsiteX17" fmla="*/ 177001 w 212784"/>
                <a:gd name="connsiteY17" fmla="*/ 100229 h 188327"/>
                <a:gd name="connsiteX18" fmla="*/ 171889 w 212784"/>
                <a:gd name="connsiteY18" fmla="*/ 105336 h 188327"/>
                <a:gd name="connsiteX19" fmla="*/ 162305 w 212784"/>
                <a:gd name="connsiteY19" fmla="*/ 105336 h 188327"/>
                <a:gd name="connsiteX20" fmla="*/ 162305 w 212784"/>
                <a:gd name="connsiteY20" fmla="*/ 164707 h 188327"/>
                <a:gd name="connsiteX21" fmla="*/ 157192 w 212784"/>
                <a:gd name="connsiteY21" fmla="*/ 169814 h 188327"/>
                <a:gd name="connsiteX22" fmla="*/ 152080 w 212784"/>
                <a:gd name="connsiteY22" fmla="*/ 164707 h 188327"/>
                <a:gd name="connsiteX23" fmla="*/ 152080 w 212784"/>
                <a:gd name="connsiteY23" fmla="*/ 105336 h 188327"/>
                <a:gd name="connsiteX24" fmla="*/ 124604 w 212784"/>
                <a:gd name="connsiteY24" fmla="*/ 105336 h 188327"/>
                <a:gd name="connsiteX25" fmla="*/ 114380 w 212784"/>
                <a:gd name="connsiteY25" fmla="*/ 112358 h 188327"/>
                <a:gd name="connsiteX26" fmla="*/ 112463 w 212784"/>
                <a:gd name="connsiteY26" fmla="*/ 112358 h 188327"/>
                <a:gd name="connsiteX27" fmla="*/ 112463 w 212784"/>
                <a:gd name="connsiteY27" fmla="*/ 113635 h 188327"/>
                <a:gd name="connsiteX28" fmla="*/ 125243 w 212784"/>
                <a:gd name="connsiteY28" fmla="*/ 128956 h 188327"/>
                <a:gd name="connsiteX29" fmla="*/ 125243 w 212784"/>
                <a:gd name="connsiteY29" fmla="*/ 130233 h 188327"/>
                <a:gd name="connsiteX30" fmla="*/ 120130 w 212784"/>
                <a:gd name="connsiteY30" fmla="*/ 135340 h 188327"/>
                <a:gd name="connsiteX31" fmla="*/ 108629 w 212784"/>
                <a:gd name="connsiteY31" fmla="*/ 135340 h 188327"/>
                <a:gd name="connsiteX32" fmla="*/ 108629 w 212784"/>
                <a:gd name="connsiteY32" fmla="*/ 151939 h 188327"/>
                <a:gd name="connsiteX33" fmla="*/ 122048 w 212784"/>
                <a:gd name="connsiteY33" fmla="*/ 158323 h 188327"/>
                <a:gd name="connsiteX34" fmla="*/ 124604 w 212784"/>
                <a:gd name="connsiteY34" fmla="*/ 162792 h 188327"/>
                <a:gd name="connsiteX35" fmla="*/ 124604 w 212784"/>
                <a:gd name="connsiteY35" fmla="*/ 165984 h 188327"/>
                <a:gd name="connsiteX36" fmla="*/ 120130 w 212784"/>
                <a:gd name="connsiteY36" fmla="*/ 171091 h 188327"/>
                <a:gd name="connsiteX37" fmla="*/ 120130 w 212784"/>
                <a:gd name="connsiteY37" fmla="*/ 171091 h 188327"/>
                <a:gd name="connsiteX38" fmla="*/ 120130 w 212784"/>
                <a:gd name="connsiteY38" fmla="*/ 171091 h 188327"/>
                <a:gd name="connsiteX39" fmla="*/ 115019 w 212784"/>
                <a:gd name="connsiteY39" fmla="*/ 166622 h 188327"/>
                <a:gd name="connsiteX40" fmla="*/ 115019 w 212784"/>
                <a:gd name="connsiteY40" fmla="*/ 165984 h 188327"/>
                <a:gd name="connsiteX41" fmla="*/ 107990 w 212784"/>
                <a:gd name="connsiteY41" fmla="*/ 162792 h 188327"/>
                <a:gd name="connsiteX42" fmla="*/ 107990 w 212784"/>
                <a:gd name="connsiteY42" fmla="*/ 165345 h 188327"/>
                <a:gd name="connsiteX43" fmla="*/ 102878 w 212784"/>
                <a:gd name="connsiteY43" fmla="*/ 170452 h 188327"/>
                <a:gd name="connsiteX44" fmla="*/ 97766 w 212784"/>
                <a:gd name="connsiteY44" fmla="*/ 165345 h 188327"/>
                <a:gd name="connsiteX45" fmla="*/ 97766 w 212784"/>
                <a:gd name="connsiteY45" fmla="*/ 161515 h 188327"/>
                <a:gd name="connsiteX46" fmla="*/ 90098 w 212784"/>
                <a:gd name="connsiteY46" fmla="*/ 165345 h 188327"/>
                <a:gd name="connsiteX47" fmla="*/ 90098 w 212784"/>
                <a:gd name="connsiteY47" fmla="*/ 165984 h 188327"/>
                <a:gd name="connsiteX48" fmla="*/ 84986 w 212784"/>
                <a:gd name="connsiteY48" fmla="*/ 170452 h 188327"/>
                <a:gd name="connsiteX49" fmla="*/ 84986 w 212784"/>
                <a:gd name="connsiteY49" fmla="*/ 170452 h 188327"/>
                <a:gd name="connsiteX50" fmla="*/ 80513 w 212784"/>
                <a:gd name="connsiteY50" fmla="*/ 165345 h 188327"/>
                <a:gd name="connsiteX51" fmla="*/ 80513 w 212784"/>
                <a:gd name="connsiteY51" fmla="*/ 161515 h 188327"/>
                <a:gd name="connsiteX52" fmla="*/ 83069 w 212784"/>
                <a:gd name="connsiteY52" fmla="*/ 157046 h 188327"/>
                <a:gd name="connsiteX53" fmla="*/ 97766 w 212784"/>
                <a:gd name="connsiteY53" fmla="*/ 150662 h 188327"/>
                <a:gd name="connsiteX54" fmla="*/ 97766 w 212784"/>
                <a:gd name="connsiteY54" fmla="*/ 134064 h 188327"/>
                <a:gd name="connsiteX55" fmla="*/ 85625 w 212784"/>
                <a:gd name="connsiteY55" fmla="*/ 134064 h 188327"/>
                <a:gd name="connsiteX56" fmla="*/ 80513 w 212784"/>
                <a:gd name="connsiteY56" fmla="*/ 129595 h 188327"/>
                <a:gd name="connsiteX57" fmla="*/ 80513 w 212784"/>
                <a:gd name="connsiteY57" fmla="*/ 129595 h 188327"/>
                <a:gd name="connsiteX58" fmla="*/ 80513 w 212784"/>
                <a:gd name="connsiteY58" fmla="*/ 128956 h 188327"/>
                <a:gd name="connsiteX59" fmla="*/ 93932 w 212784"/>
                <a:gd name="connsiteY59" fmla="*/ 112996 h 188327"/>
                <a:gd name="connsiteX60" fmla="*/ 93932 w 212784"/>
                <a:gd name="connsiteY60" fmla="*/ 112358 h 188327"/>
                <a:gd name="connsiteX61" fmla="*/ 92015 w 212784"/>
                <a:gd name="connsiteY61" fmla="*/ 112358 h 188327"/>
                <a:gd name="connsiteX62" fmla="*/ 81791 w 212784"/>
                <a:gd name="connsiteY62" fmla="*/ 105336 h 188327"/>
                <a:gd name="connsiteX63" fmla="*/ 54314 w 212784"/>
                <a:gd name="connsiteY63" fmla="*/ 105336 h 188327"/>
                <a:gd name="connsiteX64" fmla="*/ 54314 w 212784"/>
                <a:gd name="connsiteY64" fmla="*/ 164707 h 188327"/>
                <a:gd name="connsiteX65" fmla="*/ 49202 w 212784"/>
                <a:gd name="connsiteY65" fmla="*/ 169814 h 188327"/>
                <a:gd name="connsiteX66" fmla="*/ 44091 w 212784"/>
                <a:gd name="connsiteY66" fmla="*/ 164707 h 188327"/>
                <a:gd name="connsiteX67" fmla="*/ 44091 w 212784"/>
                <a:gd name="connsiteY67" fmla="*/ 105336 h 188327"/>
                <a:gd name="connsiteX68" fmla="*/ 37061 w 212784"/>
                <a:gd name="connsiteY68" fmla="*/ 105336 h 188327"/>
                <a:gd name="connsiteX69" fmla="*/ 31950 w 212784"/>
                <a:gd name="connsiteY69" fmla="*/ 100229 h 188327"/>
                <a:gd name="connsiteX70" fmla="*/ 37061 w 212784"/>
                <a:gd name="connsiteY70" fmla="*/ 95121 h 188327"/>
                <a:gd name="connsiteX71" fmla="*/ 37061 w 212784"/>
                <a:gd name="connsiteY71" fmla="*/ 95121 h 188327"/>
                <a:gd name="connsiteX72" fmla="*/ 80513 w 212784"/>
                <a:gd name="connsiteY72" fmla="*/ 95121 h 188327"/>
                <a:gd name="connsiteX73" fmla="*/ 80513 w 212784"/>
                <a:gd name="connsiteY73" fmla="*/ 92568 h 188327"/>
                <a:gd name="connsiteX74" fmla="*/ 69650 w 212784"/>
                <a:gd name="connsiteY74" fmla="*/ 92568 h 188327"/>
                <a:gd name="connsiteX75" fmla="*/ 64538 w 212784"/>
                <a:gd name="connsiteY75" fmla="*/ 87461 h 188327"/>
                <a:gd name="connsiteX76" fmla="*/ 64538 w 212784"/>
                <a:gd name="connsiteY76" fmla="*/ 45965 h 188327"/>
                <a:gd name="connsiteX77" fmla="*/ 69011 w 212784"/>
                <a:gd name="connsiteY77" fmla="*/ 40858 h 188327"/>
                <a:gd name="connsiteX78" fmla="*/ 69011 w 212784"/>
                <a:gd name="connsiteY78" fmla="*/ 40858 h 188327"/>
                <a:gd name="connsiteX79" fmla="*/ 130994 w 212784"/>
                <a:gd name="connsiteY79" fmla="*/ 40858 h 188327"/>
                <a:gd name="connsiteX80" fmla="*/ 139300 w 212784"/>
                <a:gd name="connsiteY80" fmla="*/ 45965 h 188327"/>
                <a:gd name="connsiteX81" fmla="*/ 139300 w 212784"/>
                <a:gd name="connsiteY81" fmla="*/ 45965 h 18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212784" h="188327">
                  <a:moveTo>
                    <a:pt x="105434" y="0"/>
                  </a:moveTo>
                  <a:lnTo>
                    <a:pt x="0" y="60009"/>
                  </a:lnTo>
                  <a:lnTo>
                    <a:pt x="14696" y="63201"/>
                  </a:lnTo>
                  <a:cubicBezTo>
                    <a:pt x="17891" y="63840"/>
                    <a:pt x="19809" y="66393"/>
                    <a:pt x="19809" y="69585"/>
                  </a:cubicBezTo>
                  <a:lnTo>
                    <a:pt x="19809" y="188328"/>
                  </a:lnTo>
                  <a:lnTo>
                    <a:pt x="192976" y="188328"/>
                  </a:lnTo>
                  <a:lnTo>
                    <a:pt x="192976" y="69585"/>
                  </a:lnTo>
                  <a:cubicBezTo>
                    <a:pt x="192976" y="66393"/>
                    <a:pt x="194893" y="63840"/>
                    <a:pt x="198088" y="63201"/>
                  </a:cubicBezTo>
                  <a:lnTo>
                    <a:pt x="212784" y="60009"/>
                  </a:lnTo>
                  <a:lnTo>
                    <a:pt x="107350" y="0"/>
                  </a:lnTo>
                  <a:cubicBezTo>
                    <a:pt x="106712" y="0"/>
                    <a:pt x="106073" y="0"/>
                    <a:pt x="105434" y="0"/>
                  </a:cubicBezTo>
                  <a:close/>
                  <a:moveTo>
                    <a:pt x="139300" y="45965"/>
                  </a:moveTo>
                  <a:lnTo>
                    <a:pt x="139300" y="87461"/>
                  </a:lnTo>
                  <a:cubicBezTo>
                    <a:pt x="139300" y="90014"/>
                    <a:pt x="137384" y="91929"/>
                    <a:pt x="134189" y="92568"/>
                  </a:cubicBezTo>
                  <a:lnTo>
                    <a:pt x="125881" y="92568"/>
                  </a:lnTo>
                  <a:lnTo>
                    <a:pt x="125881" y="95121"/>
                  </a:lnTo>
                  <a:lnTo>
                    <a:pt x="171889" y="95121"/>
                  </a:lnTo>
                  <a:cubicBezTo>
                    <a:pt x="174445" y="95121"/>
                    <a:pt x="177001" y="97037"/>
                    <a:pt x="177001" y="100229"/>
                  </a:cubicBezTo>
                  <a:cubicBezTo>
                    <a:pt x="177001" y="103420"/>
                    <a:pt x="175084" y="105336"/>
                    <a:pt x="171889" y="105336"/>
                  </a:cubicBezTo>
                  <a:lnTo>
                    <a:pt x="162305" y="105336"/>
                  </a:lnTo>
                  <a:lnTo>
                    <a:pt x="162305" y="164707"/>
                  </a:lnTo>
                  <a:cubicBezTo>
                    <a:pt x="162305" y="167260"/>
                    <a:pt x="160387" y="169814"/>
                    <a:pt x="157192" y="169814"/>
                  </a:cubicBezTo>
                  <a:cubicBezTo>
                    <a:pt x="153997" y="169814"/>
                    <a:pt x="152080" y="167899"/>
                    <a:pt x="152080" y="164707"/>
                  </a:cubicBezTo>
                  <a:lnTo>
                    <a:pt x="152080" y="105336"/>
                  </a:lnTo>
                  <a:lnTo>
                    <a:pt x="124604" y="105336"/>
                  </a:lnTo>
                  <a:cubicBezTo>
                    <a:pt x="123325" y="109804"/>
                    <a:pt x="118853" y="112358"/>
                    <a:pt x="114380" y="112358"/>
                  </a:cubicBezTo>
                  <a:lnTo>
                    <a:pt x="112463" y="112358"/>
                  </a:lnTo>
                  <a:lnTo>
                    <a:pt x="112463" y="113635"/>
                  </a:lnTo>
                  <a:cubicBezTo>
                    <a:pt x="120130" y="114912"/>
                    <a:pt x="125243" y="121934"/>
                    <a:pt x="125243" y="128956"/>
                  </a:cubicBezTo>
                  <a:lnTo>
                    <a:pt x="125243" y="130233"/>
                  </a:lnTo>
                  <a:cubicBezTo>
                    <a:pt x="125243" y="132787"/>
                    <a:pt x="123325" y="135340"/>
                    <a:pt x="120130" y="135340"/>
                  </a:cubicBezTo>
                  <a:lnTo>
                    <a:pt x="108629" y="135340"/>
                  </a:lnTo>
                  <a:lnTo>
                    <a:pt x="108629" y="151939"/>
                  </a:lnTo>
                  <a:lnTo>
                    <a:pt x="122048" y="158323"/>
                  </a:lnTo>
                  <a:cubicBezTo>
                    <a:pt x="123965" y="158961"/>
                    <a:pt x="124604" y="160876"/>
                    <a:pt x="124604" y="162792"/>
                  </a:cubicBezTo>
                  <a:lnTo>
                    <a:pt x="124604" y="165984"/>
                  </a:lnTo>
                  <a:cubicBezTo>
                    <a:pt x="124604" y="168537"/>
                    <a:pt x="122686" y="171091"/>
                    <a:pt x="120130" y="171091"/>
                  </a:cubicBezTo>
                  <a:lnTo>
                    <a:pt x="120130" y="171091"/>
                  </a:lnTo>
                  <a:lnTo>
                    <a:pt x="120130" y="171091"/>
                  </a:lnTo>
                  <a:cubicBezTo>
                    <a:pt x="117575" y="171091"/>
                    <a:pt x="115658" y="169176"/>
                    <a:pt x="115019" y="166622"/>
                  </a:cubicBezTo>
                  <a:lnTo>
                    <a:pt x="115019" y="165984"/>
                  </a:lnTo>
                  <a:lnTo>
                    <a:pt x="107990" y="162792"/>
                  </a:lnTo>
                  <a:lnTo>
                    <a:pt x="107990" y="165345"/>
                  </a:lnTo>
                  <a:cubicBezTo>
                    <a:pt x="107990" y="167899"/>
                    <a:pt x="106073" y="170452"/>
                    <a:pt x="102878" y="170452"/>
                  </a:cubicBezTo>
                  <a:cubicBezTo>
                    <a:pt x="99683" y="170452"/>
                    <a:pt x="97766" y="168537"/>
                    <a:pt x="97766" y="165345"/>
                  </a:cubicBezTo>
                  <a:lnTo>
                    <a:pt x="97766" y="161515"/>
                  </a:lnTo>
                  <a:lnTo>
                    <a:pt x="90098" y="165345"/>
                  </a:lnTo>
                  <a:lnTo>
                    <a:pt x="90098" y="165984"/>
                  </a:lnTo>
                  <a:cubicBezTo>
                    <a:pt x="90098" y="168537"/>
                    <a:pt x="88181" y="170452"/>
                    <a:pt x="84986" y="170452"/>
                  </a:cubicBezTo>
                  <a:lnTo>
                    <a:pt x="84986" y="170452"/>
                  </a:lnTo>
                  <a:cubicBezTo>
                    <a:pt x="82430" y="170452"/>
                    <a:pt x="80513" y="168537"/>
                    <a:pt x="80513" y="165345"/>
                  </a:cubicBezTo>
                  <a:lnTo>
                    <a:pt x="80513" y="161515"/>
                  </a:lnTo>
                  <a:cubicBezTo>
                    <a:pt x="80513" y="159600"/>
                    <a:pt x="81791" y="157684"/>
                    <a:pt x="83069" y="157046"/>
                  </a:cubicBezTo>
                  <a:lnTo>
                    <a:pt x="97766" y="150662"/>
                  </a:lnTo>
                  <a:lnTo>
                    <a:pt x="97766" y="134064"/>
                  </a:lnTo>
                  <a:lnTo>
                    <a:pt x="85625" y="134064"/>
                  </a:lnTo>
                  <a:cubicBezTo>
                    <a:pt x="83069" y="134064"/>
                    <a:pt x="81152" y="132148"/>
                    <a:pt x="80513" y="129595"/>
                  </a:cubicBezTo>
                  <a:cubicBezTo>
                    <a:pt x="80513" y="129595"/>
                    <a:pt x="80513" y="129595"/>
                    <a:pt x="80513" y="129595"/>
                  </a:cubicBezTo>
                  <a:lnTo>
                    <a:pt x="80513" y="128956"/>
                  </a:lnTo>
                  <a:cubicBezTo>
                    <a:pt x="80513" y="121296"/>
                    <a:pt x="86264" y="114273"/>
                    <a:pt x="93932" y="112996"/>
                  </a:cubicBezTo>
                  <a:lnTo>
                    <a:pt x="93932" y="112358"/>
                  </a:lnTo>
                  <a:lnTo>
                    <a:pt x="92015" y="112358"/>
                  </a:lnTo>
                  <a:cubicBezTo>
                    <a:pt x="87542" y="112358"/>
                    <a:pt x="83708" y="109166"/>
                    <a:pt x="81791" y="105336"/>
                  </a:cubicBezTo>
                  <a:lnTo>
                    <a:pt x="54314" y="105336"/>
                  </a:lnTo>
                  <a:lnTo>
                    <a:pt x="54314" y="164707"/>
                  </a:lnTo>
                  <a:cubicBezTo>
                    <a:pt x="54314" y="167260"/>
                    <a:pt x="52397" y="169814"/>
                    <a:pt x="49202" y="169814"/>
                  </a:cubicBezTo>
                  <a:cubicBezTo>
                    <a:pt x="46007" y="169814"/>
                    <a:pt x="44091" y="167899"/>
                    <a:pt x="44091" y="164707"/>
                  </a:cubicBezTo>
                  <a:lnTo>
                    <a:pt x="44091" y="105336"/>
                  </a:lnTo>
                  <a:lnTo>
                    <a:pt x="37061" y="105336"/>
                  </a:lnTo>
                  <a:cubicBezTo>
                    <a:pt x="34506" y="105336"/>
                    <a:pt x="31950" y="103420"/>
                    <a:pt x="31950" y="100229"/>
                  </a:cubicBezTo>
                  <a:cubicBezTo>
                    <a:pt x="31950" y="97037"/>
                    <a:pt x="33866" y="95121"/>
                    <a:pt x="37061" y="95121"/>
                  </a:cubicBezTo>
                  <a:lnTo>
                    <a:pt x="37061" y="95121"/>
                  </a:lnTo>
                  <a:lnTo>
                    <a:pt x="80513" y="95121"/>
                  </a:lnTo>
                  <a:lnTo>
                    <a:pt x="80513" y="92568"/>
                  </a:lnTo>
                  <a:lnTo>
                    <a:pt x="69650" y="92568"/>
                  </a:lnTo>
                  <a:cubicBezTo>
                    <a:pt x="67094" y="92568"/>
                    <a:pt x="64538" y="90653"/>
                    <a:pt x="64538" y="87461"/>
                  </a:cubicBezTo>
                  <a:lnTo>
                    <a:pt x="64538" y="45965"/>
                  </a:lnTo>
                  <a:cubicBezTo>
                    <a:pt x="64538" y="43411"/>
                    <a:pt x="66456" y="41496"/>
                    <a:pt x="69011" y="40858"/>
                  </a:cubicBezTo>
                  <a:cubicBezTo>
                    <a:pt x="69011" y="40858"/>
                    <a:pt x="69011" y="40858"/>
                    <a:pt x="69011" y="40858"/>
                  </a:cubicBezTo>
                  <a:lnTo>
                    <a:pt x="130994" y="40858"/>
                  </a:lnTo>
                  <a:cubicBezTo>
                    <a:pt x="137384" y="41496"/>
                    <a:pt x="139300" y="43411"/>
                    <a:pt x="139300" y="45965"/>
                  </a:cubicBezTo>
                  <a:cubicBezTo>
                    <a:pt x="139300" y="45965"/>
                    <a:pt x="139300" y="45965"/>
                    <a:pt x="139300" y="45965"/>
                  </a:cubicBezTo>
                  <a:close/>
                </a:path>
              </a:pathLst>
            </a:custGeom>
            <a:solidFill>
              <a:srgbClr val="62B5E5"/>
            </a:solidFill>
            <a:ln w="6390" cap="flat">
              <a:noFill/>
              <a:prstDash val="solid"/>
              <a:miter/>
            </a:ln>
          </p:spPr>
          <p:txBody>
            <a:bodyPr rtlCol="0" anchor="ctr"/>
            <a:lstStyle/>
            <a:p>
              <a:endParaRPr lang="en-US"/>
            </a:p>
          </p:txBody>
        </p:sp>
        <p:sp>
          <p:nvSpPr>
            <p:cNvPr id="19" name="Graphic 4">
              <a:extLst>
                <a:ext uri="{FF2B5EF4-FFF2-40B4-BE49-F238E27FC236}">
                  <a16:creationId xmlns:a16="http://schemas.microsoft.com/office/drawing/2014/main" id="{33742663-0FEC-D44C-B4CA-0639938F8C84}"/>
                </a:ext>
              </a:extLst>
            </p:cNvPr>
            <p:cNvSpPr/>
            <p:nvPr/>
          </p:nvSpPr>
          <p:spPr>
            <a:xfrm>
              <a:off x="11524890" y="1541255"/>
              <a:ext cx="52397" cy="31919"/>
            </a:xfrm>
            <a:custGeom>
              <a:avLst/>
              <a:gdLst>
                <a:gd name="connsiteX0" fmla="*/ 6390 w 52397"/>
                <a:gd name="connsiteY0" fmla="*/ 27451 h 31919"/>
                <a:gd name="connsiteX1" fmla="*/ 28755 w 52397"/>
                <a:gd name="connsiteY1" fmla="*/ 7661 h 31919"/>
                <a:gd name="connsiteX2" fmla="*/ 48563 w 52397"/>
                <a:gd name="connsiteY2" fmla="*/ 27451 h 31919"/>
                <a:gd name="connsiteX3" fmla="*/ 48563 w 52397"/>
                <a:gd name="connsiteY3" fmla="*/ 31920 h 31919"/>
                <a:gd name="connsiteX4" fmla="*/ 52398 w 52397"/>
                <a:gd name="connsiteY4" fmla="*/ 31920 h 31919"/>
                <a:gd name="connsiteX5" fmla="*/ 52398 w 52397"/>
                <a:gd name="connsiteY5" fmla="*/ 0 h 31919"/>
                <a:gd name="connsiteX6" fmla="*/ 0 w 52397"/>
                <a:gd name="connsiteY6" fmla="*/ 0 h 31919"/>
                <a:gd name="connsiteX7" fmla="*/ 0 w 52397"/>
                <a:gd name="connsiteY7" fmla="*/ 31920 h 31919"/>
                <a:gd name="connsiteX8" fmla="*/ 6390 w 52397"/>
                <a:gd name="connsiteY8" fmla="*/ 31920 h 31919"/>
                <a:gd name="connsiteX9" fmla="*/ 6390 w 52397"/>
                <a:gd name="connsiteY9" fmla="*/ 27451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397" h="31919">
                  <a:moveTo>
                    <a:pt x="6390" y="27451"/>
                  </a:moveTo>
                  <a:cubicBezTo>
                    <a:pt x="7029" y="15960"/>
                    <a:pt x="17253" y="7022"/>
                    <a:pt x="28755" y="7661"/>
                  </a:cubicBezTo>
                  <a:cubicBezTo>
                    <a:pt x="39618" y="8299"/>
                    <a:pt x="47925" y="16598"/>
                    <a:pt x="48563" y="27451"/>
                  </a:cubicBezTo>
                  <a:lnTo>
                    <a:pt x="48563" y="31920"/>
                  </a:lnTo>
                  <a:lnTo>
                    <a:pt x="52398" y="31920"/>
                  </a:lnTo>
                  <a:lnTo>
                    <a:pt x="52398" y="0"/>
                  </a:lnTo>
                  <a:lnTo>
                    <a:pt x="0" y="0"/>
                  </a:lnTo>
                  <a:lnTo>
                    <a:pt x="0" y="31920"/>
                  </a:lnTo>
                  <a:lnTo>
                    <a:pt x="6390" y="31920"/>
                  </a:lnTo>
                  <a:lnTo>
                    <a:pt x="6390" y="27451"/>
                  </a:lnTo>
                  <a:close/>
                </a:path>
              </a:pathLst>
            </a:custGeom>
            <a:solidFill>
              <a:srgbClr val="62B5E5"/>
            </a:solidFill>
            <a:ln w="6390" cap="flat">
              <a:noFill/>
              <a:prstDash val="solid"/>
              <a:miter/>
            </a:ln>
          </p:spPr>
          <p:txBody>
            <a:bodyPr rtlCol="0" anchor="ctr"/>
            <a:lstStyle/>
            <a:p>
              <a:endParaRPr lang="en-US"/>
            </a:p>
          </p:txBody>
        </p:sp>
      </p:grpSp>
      <p:grpSp>
        <p:nvGrpSpPr>
          <p:cNvPr id="20" name="Graphic 4">
            <a:extLst>
              <a:ext uri="{FF2B5EF4-FFF2-40B4-BE49-F238E27FC236}">
                <a16:creationId xmlns:a16="http://schemas.microsoft.com/office/drawing/2014/main" id="{932B3F64-ADD2-884C-9D97-DB8A4A67DE02}"/>
              </a:ext>
            </a:extLst>
          </p:cNvPr>
          <p:cNvGrpSpPr>
            <a:grpSpLocks noChangeAspect="1"/>
          </p:cNvGrpSpPr>
          <p:nvPr/>
        </p:nvGrpSpPr>
        <p:grpSpPr>
          <a:xfrm>
            <a:off x="9887149" y="4792972"/>
            <a:ext cx="362309" cy="362255"/>
            <a:chOff x="9887149" y="4792972"/>
            <a:chExt cx="362309" cy="362255"/>
          </a:xfrm>
          <a:solidFill>
            <a:srgbClr val="62B5E5"/>
          </a:solidFill>
        </p:grpSpPr>
        <p:sp>
          <p:nvSpPr>
            <p:cNvPr id="21" name="Graphic 4">
              <a:extLst>
                <a:ext uri="{FF2B5EF4-FFF2-40B4-BE49-F238E27FC236}">
                  <a16:creationId xmlns:a16="http://schemas.microsoft.com/office/drawing/2014/main" id="{95ED8377-B8C0-2D43-AEA1-7B133B83F33F}"/>
                </a:ext>
              </a:extLst>
            </p:cNvPr>
            <p:cNvSpPr/>
            <p:nvPr/>
          </p:nvSpPr>
          <p:spPr>
            <a:xfrm>
              <a:off x="9887149" y="4792972"/>
              <a:ext cx="362309" cy="362255"/>
            </a:xfrm>
            <a:custGeom>
              <a:avLst/>
              <a:gdLst>
                <a:gd name="connsiteX0" fmla="*/ 180835 w 362309"/>
                <a:gd name="connsiteY0" fmla="*/ 284 h 362255"/>
                <a:gd name="connsiteX1" fmla="*/ 0 w 362309"/>
                <a:gd name="connsiteY1" fmla="*/ 181589 h 362255"/>
                <a:gd name="connsiteX2" fmla="*/ 181474 w 362309"/>
                <a:gd name="connsiteY2" fmla="*/ 362256 h 362255"/>
                <a:gd name="connsiteX3" fmla="*/ 362309 w 362309"/>
                <a:gd name="connsiteY3" fmla="*/ 180950 h 362255"/>
                <a:gd name="connsiteX4" fmla="*/ 180835 w 362309"/>
                <a:gd name="connsiteY4" fmla="*/ 284 h 362255"/>
                <a:gd name="connsiteX5" fmla="*/ 180835 w 362309"/>
                <a:gd name="connsiteY5" fmla="*/ 284 h 362255"/>
                <a:gd name="connsiteX6" fmla="*/ 180835 w 362309"/>
                <a:gd name="connsiteY6" fmla="*/ 348849 h 362255"/>
                <a:gd name="connsiteX7" fmla="*/ 12780 w 362309"/>
                <a:gd name="connsiteY7" fmla="*/ 180312 h 362255"/>
                <a:gd name="connsiteX8" fmla="*/ 181474 w 362309"/>
                <a:gd name="connsiteY8" fmla="*/ 12413 h 362255"/>
                <a:gd name="connsiteX9" fmla="*/ 349529 w 362309"/>
                <a:gd name="connsiteY9" fmla="*/ 180312 h 362255"/>
                <a:gd name="connsiteX10" fmla="*/ 180835 w 362309"/>
                <a:gd name="connsiteY10" fmla="*/ 348849 h 362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2255">
                  <a:moveTo>
                    <a:pt x="180835" y="284"/>
                  </a:moveTo>
                  <a:cubicBezTo>
                    <a:pt x="80513" y="284"/>
                    <a:pt x="0" y="81360"/>
                    <a:pt x="0" y="181589"/>
                  </a:cubicBezTo>
                  <a:cubicBezTo>
                    <a:pt x="0" y="281817"/>
                    <a:pt x="81152" y="362256"/>
                    <a:pt x="181474" y="362256"/>
                  </a:cubicBezTo>
                  <a:cubicBezTo>
                    <a:pt x="281157" y="362256"/>
                    <a:pt x="362309" y="281179"/>
                    <a:pt x="362309" y="180950"/>
                  </a:cubicBezTo>
                  <a:cubicBezTo>
                    <a:pt x="362309" y="80722"/>
                    <a:pt x="281157" y="-355"/>
                    <a:pt x="180835" y="284"/>
                  </a:cubicBezTo>
                  <a:cubicBezTo>
                    <a:pt x="180835" y="-355"/>
                    <a:pt x="180835" y="284"/>
                    <a:pt x="180835" y="284"/>
                  </a:cubicBezTo>
                  <a:close/>
                  <a:moveTo>
                    <a:pt x="180835" y="348849"/>
                  </a:moveTo>
                  <a:cubicBezTo>
                    <a:pt x="87542" y="348849"/>
                    <a:pt x="12780" y="273518"/>
                    <a:pt x="12780" y="180312"/>
                  </a:cubicBezTo>
                  <a:cubicBezTo>
                    <a:pt x="12780" y="87106"/>
                    <a:pt x="88181" y="12413"/>
                    <a:pt x="181474" y="12413"/>
                  </a:cubicBezTo>
                  <a:cubicBezTo>
                    <a:pt x="274128" y="12413"/>
                    <a:pt x="349529" y="87744"/>
                    <a:pt x="349529" y="180312"/>
                  </a:cubicBezTo>
                  <a:cubicBezTo>
                    <a:pt x="349529" y="274156"/>
                    <a:pt x="274128" y="348849"/>
                    <a:pt x="180835" y="348849"/>
                  </a:cubicBezTo>
                  <a:close/>
                </a:path>
              </a:pathLst>
            </a:custGeom>
            <a:solidFill>
              <a:srgbClr val="62B5E5"/>
            </a:solidFill>
            <a:ln w="6390" cap="flat">
              <a:noFill/>
              <a:prstDash val="solid"/>
              <a:miter/>
            </a:ln>
          </p:spPr>
          <p:txBody>
            <a:bodyPr rtlCol="0" anchor="ctr"/>
            <a:lstStyle/>
            <a:p>
              <a:endParaRPr lang="en-US"/>
            </a:p>
          </p:txBody>
        </p:sp>
        <p:sp>
          <p:nvSpPr>
            <p:cNvPr id="22" name="Graphic 4">
              <a:extLst>
                <a:ext uri="{FF2B5EF4-FFF2-40B4-BE49-F238E27FC236}">
                  <a16:creationId xmlns:a16="http://schemas.microsoft.com/office/drawing/2014/main" id="{76499168-901D-3744-ADE1-A3F924E16708}"/>
                </a:ext>
              </a:extLst>
            </p:cNvPr>
            <p:cNvSpPr/>
            <p:nvPr/>
          </p:nvSpPr>
          <p:spPr>
            <a:xfrm>
              <a:off x="9995139" y="5020526"/>
              <a:ext cx="31949" cy="12767"/>
            </a:xfrm>
            <a:custGeom>
              <a:avLst/>
              <a:gdLst>
                <a:gd name="connsiteX0" fmla="*/ 6390 w 31949"/>
                <a:gd name="connsiteY0" fmla="*/ 12768 h 12767"/>
                <a:gd name="connsiteX1" fmla="*/ 25560 w 31949"/>
                <a:gd name="connsiteY1" fmla="*/ 12768 h 12767"/>
                <a:gd name="connsiteX2" fmla="*/ 31950 w 31949"/>
                <a:gd name="connsiteY2" fmla="*/ 6384 h 12767"/>
                <a:gd name="connsiteX3" fmla="*/ 25560 w 31949"/>
                <a:gd name="connsiteY3" fmla="*/ 0 h 12767"/>
                <a:gd name="connsiteX4" fmla="*/ 6390 w 31949"/>
                <a:gd name="connsiteY4" fmla="*/ 0 h 12767"/>
                <a:gd name="connsiteX5" fmla="*/ 0 w 31949"/>
                <a:gd name="connsiteY5" fmla="*/ 6384 h 12767"/>
                <a:gd name="connsiteX6" fmla="*/ 6390 w 31949"/>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49" h="12767">
                  <a:moveTo>
                    <a:pt x="6390" y="12768"/>
                  </a:moveTo>
                  <a:lnTo>
                    <a:pt x="25560" y="12768"/>
                  </a:lnTo>
                  <a:cubicBezTo>
                    <a:pt x="29394" y="12768"/>
                    <a:pt x="31950" y="10215"/>
                    <a:pt x="31950" y="6384"/>
                  </a:cubicBezTo>
                  <a:cubicBezTo>
                    <a:pt x="31950" y="2554"/>
                    <a:pt x="29394" y="0"/>
                    <a:pt x="25560" y="0"/>
                  </a:cubicBezTo>
                  <a:lnTo>
                    <a:pt x="6390" y="0"/>
                  </a:lnTo>
                  <a:cubicBezTo>
                    <a:pt x="2556" y="0"/>
                    <a:pt x="0" y="2554"/>
                    <a:pt x="0" y="6384"/>
                  </a:cubicBezTo>
                  <a:cubicBezTo>
                    <a:pt x="0" y="10215"/>
                    <a:pt x="3195" y="12768"/>
                    <a:pt x="6390" y="12768"/>
                  </a:cubicBezTo>
                  <a:close/>
                </a:path>
              </a:pathLst>
            </a:custGeom>
            <a:solidFill>
              <a:srgbClr val="62B5E5"/>
            </a:solidFill>
            <a:ln w="6390" cap="flat">
              <a:noFill/>
              <a:prstDash val="solid"/>
              <a:miter/>
            </a:ln>
          </p:spPr>
          <p:txBody>
            <a:bodyPr rtlCol="0" anchor="ctr"/>
            <a:lstStyle/>
            <a:p>
              <a:endParaRPr lang="en-US"/>
            </a:p>
          </p:txBody>
        </p:sp>
        <p:sp>
          <p:nvSpPr>
            <p:cNvPr id="23" name="Graphic 4">
              <a:extLst>
                <a:ext uri="{FF2B5EF4-FFF2-40B4-BE49-F238E27FC236}">
                  <a16:creationId xmlns:a16="http://schemas.microsoft.com/office/drawing/2014/main" id="{18847E9F-2286-9549-AB3D-6B1F5E83452E}"/>
                </a:ext>
              </a:extLst>
            </p:cNvPr>
            <p:cNvSpPr/>
            <p:nvPr/>
          </p:nvSpPr>
          <p:spPr>
            <a:xfrm>
              <a:off x="9995139" y="4979030"/>
              <a:ext cx="31949" cy="12767"/>
            </a:xfrm>
            <a:custGeom>
              <a:avLst/>
              <a:gdLst>
                <a:gd name="connsiteX0" fmla="*/ 25560 w 31949"/>
                <a:gd name="connsiteY0" fmla="*/ 0 h 12767"/>
                <a:gd name="connsiteX1" fmla="*/ 6390 w 31949"/>
                <a:gd name="connsiteY1" fmla="*/ 0 h 12767"/>
                <a:gd name="connsiteX2" fmla="*/ 0 w 31949"/>
                <a:gd name="connsiteY2" fmla="*/ 6384 h 12767"/>
                <a:gd name="connsiteX3" fmla="*/ 6390 w 31949"/>
                <a:gd name="connsiteY3" fmla="*/ 12768 h 12767"/>
                <a:gd name="connsiteX4" fmla="*/ 25560 w 31949"/>
                <a:gd name="connsiteY4" fmla="*/ 12768 h 12767"/>
                <a:gd name="connsiteX5" fmla="*/ 31950 w 31949"/>
                <a:gd name="connsiteY5" fmla="*/ 6384 h 12767"/>
                <a:gd name="connsiteX6" fmla="*/ 25560 w 3194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49" h="12767">
                  <a:moveTo>
                    <a:pt x="25560" y="0"/>
                  </a:moveTo>
                  <a:lnTo>
                    <a:pt x="6390" y="0"/>
                  </a:lnTo>
                  <a:cubicBezTo>
                    <a:pt x="2556" y="0"/>
                    <a:pt x="0" y="2554"/>
                    <a:pt x="0" y="6384"/>
                  </a:cubicBezTo>
                  <a:cubicBezTo>
                    <a:pt x="0" y="10215"/>
                    <a:pt x="2556" y="12768"/>
                    <a:pt x="6390" y="12768"/>
                  </a:cubicBezTo>
                  <a:lnTo>
                    <a:pt x="25560" y="12768"/>
                  </a:lnTo>
                  <a:cubicBezTo>
                    <a:pt x="29394" y="12768"/>
                    <a:pt x="31950" y="10215"/>
                    <a:pt x="31950" y="6384"/>
                  </a:cubicBezTo>
                  <a:cubicBezTo>
                    <a:pt x="31950" y="2554"/>
                    <a:pt x="29394" y="0"/>
                    <a:pt x="25560" y="0"/>
                  </a:cubicBezTo>
                  <a:close/>
                </a:path>
              </a:pathLst>
            </a:custGeom>
            <a:solidFill>
              <a:srgbClr val="62B5E5"/>
            </a:solidFill>
            <a:ln w="6390" cap="flat">
              <a:noFill/>
              <a:prstDash val="solid"/>
              <a:miter/>
            </a:ln>
          </p:spPr>
          <p:txBody>
            <a:bodyPr rtlCol="0" anchor="ctr"/>
            <a:lstStyle/>
            <a:p>
              <a:endParaRPr lang="en-US"/>
            </a:p>
          </p:txBody>
        </p:sp>
        <p:sp>
          <p:nvSpPr>
            <p:cNvPr id="24" name="Graphic 4">
              <a:extLst>
                <a:ext uri="{FF2B5EF4-FFF2-40B4-BE49-F238E27FC236}">
                  <a16:creationId xmlns:a16="http://schemas.microsoft.com/office/drawing/2014/main" id="{62808C7B-8373-2544-B655-3E5C5925B648}"/>
                </a:ext>
              </a:extLst>
            </p:cNvPr>
            <p:cNvSpPr/>
            <p:nvPr/>
          </p:nvSpPr>
          <p:spPr>
            <a:xfrm>
              <a:off x="9951049" y="4867949"/>
              <a:ext cx="233871" cy="211947"/>
            </a:xfrm>
            <a:custGeom>
              <a:avLst/>
              <a:gdLst>
                <a:gd name="connsiteX0" fmla="*/ 227482 w 233871"/>
                <a:gd name="connsiteY0" fmla="*/ 90014 h 211947"/>
                <a:gd name="connsiteX1" fmla="*/ 175084 w 233871"/>
                <a:gd name="connsiteY1" fmla="*/ 90014 h 211947"/>
                <a:gd name="connsiteX2" fmla="*/ 175084 w 233871"/>
                <a:gd name="connsiteY2" fmla="*/ 82992 h 211947"/>
                <a:gd name="connsiteX3" fmla="*/ 191059 w 233871"/>
                <a:gd name="connsiteY3" fmla="*/ 82992 h 211947"/>
                <a:gd name="connsiteX4" fmla="*/ 197448 w 233871"/>
                <a:gd name="connsiteY4" fmla="*/ 76608 h 211947"/>
                <a:gd name="connsiteX5" fmla="*/ 197448 w 233871"/>
                <a:gd name="connsiteY5" fmla="*/ 6384 h 211947"/>
                <a:gd name="connsiteX6" fmla="*/ 191059 w 233871"/>
                <a:gd name="connsiteY6" fmla="*/ 0 h 211947"/>
                <a:gd name="connsiteX7" fmla="*/ 87542 w 233871"/>
                <a:gd name="connsiteY7" fmla="*/ 0 h 211947"/>
                <a:gd name="connsiteX8" fmla="*/ 81152 w 233871"/>
                <a:gd name="connsiteY8" fmla="*/ 6384 h 211947"/>
                <a:gd name="connsiteX9" fmla="*/ 81152 w 233871"/>
                <a:gd name="connsiteY9" fmla="*/ 76608 h 211947"/>
                <a:gd name="connsiteX10" fmla="*/ 87542 w 233871"/>
                <a:gd name="connsiteY10" fmla="*/ 82992 h 211947"/>
                <a:gd name="connsiteX11" fmla="*/ 107989 w 233871"/>
                <a:gd name="connsiteY11" fmla="*/ 82992 h 211947"/>
                <a:gd name="connsiteX12" fmla="*/ 107989 w 233871"/>
                <a:gd name="connsiteY12" fmla="*/ 90014 h 211947"/>
                <a:gd name="connsiteX13" fmla="*/ 6390 w 233871"/>
                <a:gd name="connsiteY13" fmla="*/ 90014 h 211947"/>
                <a:gd name="connsiteX14" fmla="*/ 0 w 233871"/>
                <a:gd name="connsiteY14" fmla="*/ 96398 h 211947"/>
                <a:gd name="connsiteX15" fmla="*/ 6390 w 233871"/>
                <a:gd name="connsiteY15" fmla="*/ 102782 h 211947"/>
                <a:gd name="connsiteX16" fmla="*/ 20447 w 233871"/>
                <a:gd name="connsiteY16" fmla="*/ 102782 h 211947"/>
                <a:gd name="connsiteX17" fmla="*/ 20447 w 233871"/>
                <a:gd name="connsiteY17" fmla="*/ 204287 h 211947"/>
                <a:gd name="connsiteX18" fmla="*/ 26837 w 233871"/>
                <a:gd name="connsiteY18" fmla="*/ 210671 h 211947"/>
                <a:gd name="connsiteX19" fmla="*/ 33227 w 233871"/>
                <a:gd name="connsiteY19" fmla="*/ 204287 h 211947"/>
                <a:gd name="connsiteX20" fmla="*/ 33227 w 233871"/>
                <a:gd name="connsiteY20" fmla="*/ 185774 h 211947"/>
                <a:gd name="connsiteX21" fmla="*/ 92654 w 233871"/>
                <a:gd name="connsiteY21" fmla="*/ 185774 h 211947"/>
                <a:gd name="connsiteX22" fmla="*/ 99044 w 233871"/>
                <a:gd name="connsiteY22" fmla="*/ 179390 h 211947"/>
                <a:gd name="connsiteX23" fmla="*/ 99044 w 233871"/>
                <a:gd name="connsiteY23" fmla="*/ 138532 h 211947"/>
                <a:gd name="connsiteX24" fmla="*/ 99044 w 233871"/>
                <a:gd name="connsiteY24" fmla="*/ 138532 h 211947"/>
                <a:gd name="connsiteX25" fmla="*/ 99044 w 233871"/>
                <a:gd name="connsiteY25" fmla="*/ 138532 h 211947"/>
                <a:gd name="connsiteX26" fmla="*/ 99044 w 233871"/>
                <a:gd name="connsiteY26" fmla="*/ 102782 h 211947"/>
                <a:gd name="connsiteX27" fmla="*/ 109268 w 233871"/>
                <a:gd name="connsiteY27" fmla="*/ 102782 h 211947"/>
                <a:gd name="connsiteX28" fmla="*/ 125243 w 233871"/>
                <a:gd name="connsiteY28" fmla="*/ 114912 h 211947"/>
                <a:gd name="connsiteX29" fmla="*/ 130354 w 233871"/>
                <a:gd name="connsiteY29" fmla="*/ 114912 h 211947"/>
                <a:gd name="connsiteX30" fmla="*/ 130354 w 233871"/>
                <a:gd name="connsiteY30" fmla="*/ 120019 h 211947"/>
                <a:gd name="connsiteX31" fmla="*/ 107350 w 233871"/>
                <a:gd name="connsiteY31" fmla="*/ 146193 h 211947"/>
                <a:gd name="connsiteX32" fmla="*/ 113740 w 233871"/>
                <a:gd name="connsiteY32" fmla="*/ 152577 h 211947"/>
                <a:gd name="connsiteX33" fmla="*/ 136105 w 233871"/>
                <a:gd name="connsiteY33" fmla="*/ 152577 h 211947"/>
                <a:gd name="connsiteX34" fmla="*/ 136105 w 233871"/>
                <a:gd name="connsiteY34" fmla="*/ 182582 h 211947"/>
                <a:gd name="connsiteX35" fmla="*/ 110545 w 233871"/>
                <a:gd name="connsiteY35" fmla="*/ 194073 h 211947"/>
                <a:gd name="connsiteX36" fmla="*/ 106712 w 233871"/>
                <a:gd name="connsiteY36" fmla="*/ 199819 h 211947"/>
                <a:gd name="connsiteX37" fmla="*/ 106712 w 233871"/>
                <a:gd name="connsiteY37" fmla="*/ 205564 h 211947"/>
                <a:gd name="connsiteX38" fmla="*/ 113102 w 233871"/>
                <a:gd name="connsiteY38" fmla="*/ 211948 h 211947"/>
                <a:gd name="connsiteX39" fmla="*/ 113102 w 233871"/>
                <a:gd name="connsiteY39" fmla="*/ 211948 h 211947"/>
                <a:gd name="connsiteX40" fmla="*/ 119492 w 233871"/>
                <a:gd name="connsiteY40" fmla="*/ 205564 h 211947"/>
                <a:gd name="connsiteX41" fmla="*/ 119492 w 233871"/>
                <a:gd name="connsiteY41" fmla="*/ 203649 h 211947"/>
                <a:gd name="connsiteX42" fmla="*/ 136105 w 233871"/>
                <a:gd name="connsiteY42" fmla="*/ 195988 h 211947"/>
                <a:gd name="connsiteX43" fmla="*/ 136105 w 233871"/>
                <a:gd name="connsiteY43" fmla="*/ 203649 h 211947"/>
                <a:gd name="connsiteX44" fmla="*/ 142495 w 233871"/>
                <a:gd name="connsiteY44" fmla="*/ 210033 h 211947"/>
                <a:gd name="connsiteX45" fmla="*/ 148885 w 233871"/>
                <a:gd name="connsiteY45" fmla="*/ 203649 h 211947"/>
                <a:gd name="connsiteX46" fmla="*/ 148885 w 233871"/>
                <a:gd name="connsiteY46" fmla="*/ 197265 h 211947"/>
                <a:gd name="connsiteX47" fmla="*/ 163582 w 233871"/>
                <a:gd name="connsiteY47" fmla="*/ 203649 h 211947"/>
                <a:gd name="connsiteX48" fmla="*/ 163582 w 233871"/>
                <a:gd name="connsiteY48" fmla="*/ 205564 h 211947"/>
                <a:gd name="connsiteX49" fmla="*/ 169972 w 233871"/>
                <a:gd name="connsiteY49" fmla="*/ 211948 h 211947"/>
                <a:gd name="connsiteX50" fmla="*/ 169972 w 233871"/>
                <a:gd name="connsiteY50" fmla="*/ 211948 h 211947"/>
                <a:gd name="connsiteX51" fmla="*/ 176362 w 233871"/>
                <a:gd name="connsiteY51" fmla="*/ 205564 h 211947"/>
                <a:gd name="connsiteX52" fmla="*/ 176362 w 233871"/>
                <a:gd name="connsiteY52" fmla="*/ 199819 h 211947"/>
                <a:gd name="connsiteX53" fmla="*/ 172528 w 233871"/>
                <a:gd name="connsiteY53" fmla="*/ 194073 h 211947"/>
                <a:gd name="connsiteX54" fmla="*/ 148885 w 233871"/>
                <a:gd name="connsiteY54" fmla="*/ 183220 h 211947"/>
                <a:gd name="connsiteX55" fmla="*/ 148885 w 233871"/>
                <a:gd name="connsiteY55" fmla="*/ 152577 h 211947"/>
                <a:gd name="connsiteX56" fmla="*/ 169333 w 233871"/>
                <a:gd name="connsiteY56" fmla="*/ 152577 h 211947"/>
                <a:gd name="connsiteX57" fmla="*/ 175723 w 233871"/>
                <a:gd name="connsiteY57" fmla="*/ 145555 h 211947"/>
                <a:gd name="connsiteX58" fmla="*/ 153997 w 233871"/>
                <a:gd name="connsiteY58" fmla="*/ 120019 h 211947"/>
                <a:gd name="connsiteX59" fmla="*/ 153997 w 233871"/>
                <a:gd name="connsiteY59" fmla="*/ 114912 h 211947"/>
                <a:gd name="connsiteX60" fmla="*/ 159109 w 233871"/>
                <a:gd name="connsiteY60" fmla="*/ 114912 h 211947"/>
                <a:gd name="connsiteX61" fmla="*/ 175084 w 233871"/>
                <a:gd name="connsiteY61" fmla="*/ 102782 h 211947"/>
                <a:gd name="connsiteX62" fmla="*/ 196810 w 233871"/>
                <a:gd name="connsiteY62" fmla="*/ 102782 h 211947"/>
                <a:gd name="connsiteX63" fmla="*/ 196810 w 233871"/>
                <a:gd name="connsiteY63" fmla="*/ 204287 h 211947"/>
                <a:gd name="connsiteX64" fmla="*/ 203200 w 233871"/>
                <a:gd name="connsiteY64" fmla="*/ 210671 h 211947"/>
                <a:gd name="connsiteX65" fmla="*/ 209589 w 233871"/>
                <a:gd name="connsiteY65" fmla="*/ 204287 h 211947"/>
                <a:gd name="connsiteX66" fmla="*/ 209589 w 233871"/>
                <a:gd name="connsiteY66" fmla="*/ 102782 h 211947"/>
                <a:gd name="connsiteX67" fmla="*/ 227482 w 233871"/>
                <a:gd name="connsiteY67" fmla="*/ 102782 h 211947"/>
                <a:gd name="connsiteX68" fmla="*/ 233872 w 233871"/>
                <a:gd name="connsiteY68" fmla="*/ 96398 h 211947"/>
                <a:gd name="connsiteX69" fmla="*/ 227482 w 233871"/>
                <a:gd name="connsiteY69" fmla="*/ 90014 h 211947"/>
                <a:gd name="connsiteX70" fmla="*/ 227482 w 233871"/>
                <a:gd name="connsiteY70" fmla="*/ 90014 h 211947"/>
                <a:gd name="connsiteX71" fmla="*/ 161665 w 233871"/>
                <a:gd name="connsiteY71" fmla="*/ 139809 h 211947"/>
                <a:gd name="connsiteX72" fmla="*/ 121409 w 233871"/>
                <a:gd name="connsiteY72" fmla="*/ 139809 h 211947"/>
                <a:gd name="connsiteX73" fmla="*/ 133549 w 233871"/>
                <a:gd name="connsiteY73" fmla="*/ 132787 h 211947"/>
                <a:gd name="connsiteX74" fmla="*/ 150164 w 233871"/>
                <a:gd name="connsiteY74" fmla="*/ 132787 h 211947"/>
                <a:gd name="connsiteX75" fmla="*/ 161665 w 233871"/>
                <a:gd name="connsiteY75" fmla="*/ 139809 h 211947"/>
                <a:gd name="connsiteX76" fmla="*/ 161665 w 233871"/>
                <a:gd name="connsiteY76" fmla="*/ 139809 h 211947"/>
                <a:gd name="connsiteX77" fmla="*/ 162943 w 233871"/>
                <a:gd name="connsiteY77" fmla="*/ 90014 h 211947"/>
                <a:gd name="connsiteX78" fmla="*/ 153997 w 233871"/>
                <a:gd name="connsiteY78" fmla="*/ 90014 h 211947"/>
                <a:gd name="connsiteX79" fmla="*/ 153997 w 233871"/>
                <a:gd name="connsiteY79" fmla="*/ 82992 h 211947"/>
                <a:gd name="connsiteX80" fmla="*/ 162943 w 233871"/>
                <a:gd name="connsiteY80" fmla="*/ 82992 h 211947"/>
                <a:gd name="connsiteX81" fmla="*/ 162943 w 233871"/>
                <a:gd name="connsiteY81" fmla="*/ 90014 h 211947"/>
                <a:gd name="connsiteX82" fmla="*/ 162943 w 233871"/>
                <a:gd name="connsiteY82" fmla="*/ 70224 h 211947"/>
                <a:gd name="connsiteX83" fmla="*/ 121409 w 233871"/>
                <a:gd name="connsiteY83" fmla="*/ 70224 h 211947"/>
                <a:gd name="connsiteX84" fmla="*/ 121409 w 233871"/>
                <a:gd name="connsiteY84" fmla="*/ 61286 h 211947"/>
                <a:gd name="connsiteX85" fmla="*/ 141217 w 233871"/>
                <a:gd name="connsiteY85" fmla="*/ 39580 h 211947"/>
                <a:gd name="connsiteX86" fmla="*/ 162943 w 233871"/>
                <a:gd name="connsiteY86" fmla="*/ 59371 h 211947"/>
                <a:gd name="connsiteX87" fmla="*/ 162943 w 233871"/>
                <a:gd name="connsiteY87" fmla="*/ 61924 h 211947"/>
                <a:gd name="connsiteX88" fmla="*/ 162943 w 233871"/>
                <a:gd name="connsiteY88" fmla="*/ 70224 h 211947"/>
                <a:gd name="connsiteX89" fmla="*/ 94571 w 233871"/>
                <a:gd name="connsiteY89" fmla="*/ 70224 h 211947"/>
                <a:gd name="connsiteX90" fmla="*/ 94571 w 233871"/>
                <a:gd name="connsiteY90" fmla="*/ 12768 h 211947"/>
                <a:gd name="connsiteX91" fmla="*/ 185308 w 233871"/>
                <a:gd name="connsiteY91" fmla="*/ 12768 h 211947"/>
                <a:gd name="connsiteX92" fmla="*/ 185308 w 233871"/>
                <a:gd name="connsiteY92" fmla="*/ 70224 h 211947"/>
                <a:gd name="connsiteX93" fmla="*/ 175723 w 233871"/>
                <a:gd name="connsiteY93" fmla="*/ 70224 h 211947"/>
                <a:gd name="connsiteX94" fmla="*/ 175723 w 233871"/>
                <a:gd name="connsiteY94" fmla="*/ 61286 h 211947"/>
                <a:gd name="connsiteX95" fmla="*/ 143774 w 233871"/>
                <a:gd name="connsiteY95" fmla="*/ 26174 h 211947"/>
                <a:gd name="connsiteX96" fmla="*/ 108629 w 233871"/>
                <a:gd name="connsiteY96" fmla="*/ 58094 h 211947"/>
                <a:gd name="connsiteX97" fmla="*/ 108629 w 233871"/>
                <a:gd name="connsiteY97" fmla="*/ 61286 h 211947"/>
                <a:gd name="connsiteX98" fmla="*/ 108629 w 233871"/>
                <a:gd name="connsiteY98" fmla="*/ 70224 h 211947"/>
                <a:gd name="connsiteX99" fmla="*/ 94571 w 233871"/>
                <a:gd name="connsiteY99" fmla="*/ 70224 h 211947"/>
                <a:gd name="connsiteX100" fmla="*/ 120769 w 233871"/>
                <a:gd name="connsiteY100" fmla="*/ 82992 h 211947"/>
                <a:gd name="connsiteX101" fmla="*/ 129715 w 233871"/>
                <a:gd name="connsiteY101" fmla="*/ 82992 h 211947"/>
                <a:gd name="connsiteX102" fmla="*/ 129715 w 233871"/>
                <a:gd name="connsiteY102" fmla="*/ 90014 h 211947"/>
                <a:gd name="connsiteX103" fmla="*/ 120769 w 233871"/>
                <a:gd name="connsiteY103" fmla="*/ 90014 h 211947"/>
                <a:gd name="connsiteX104" fmla="*/ 120769 w 233871"/>
                <a:gd name="connsiteY104" fmla="*/ 82992 h 211947"/>
                <a:gd name="connsiteX105" fmla="*/ 34505 w 233871"/>
                <a:gd name="connsiteY105" fmla="*/ 131510 h 211947"/>
                <a:gd name="connsiteX106" fmla="*/ 34505 w 233871"/>
                <a:gd name="connsiteY106" fmla="*/ 103420 h 211947"/>
                <a:gd name="connsiteX107" fmla="*/ 86264 w 233871"/>
                <a:gd name="connsiteY107" fmla="*/ 103420 h 211947"/>
                <a:gd name="connsiteX108" fmla="*/ 86264 w 233871"/>
                <a:gd name="connsiteY108" fmla="*/ 131510 h 211947"/>
                <a:gd name="connsiteX109" fmla="*/ 34505 w 233871"/>
                <a:gd name="connsiteY109" fmla="*/ 131510 h 211947"/>
                <a:gd name="connsiteX110" fmla="*/ 86264 w 233871"/>
                <a:gd name="connsiteY110" fmla="*/ 173006 h 211947"/>
                <a:gd name="connsiteX111" fmla="*/ 34505 w 233871"/>
                <a:gd name="connsiteY111" fmla="*/ 173006 h 211947"/>
                <a:gd name="connsiteX112" fmla="*/ 34505 w 233871"/>
                <a:gd name="connsiteY112" fmla="*/ 144916 h 211947"/>
                <a:gd name="connsiteX113" fmla="*/ 86264 w 233871"/>
                <a:gd name="connsiteY113" fmla="*/ 144916 h 211947"/>
                <a:gd name="connsiteX114" fmla="*/ 86264 w 233871"/>
                <a:gd name="connsiteY114" fmla="*/ 173006 h 21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233871" h="211947">
                  <a:moveTo>
                    <a:pt x="227482" y="90014"/>
                  </a:moveTo>
                  <a:lnTo>
                    <a:pt x="175084" y="90014"/>
                  </a:lnTo>
                  <a:lnTo>
                    <a:pt x="175084" y="82992"/>
                  </a:lnTo>
                  <a:lnTo>
                    <a:pt x="191059" y="82992"/>
                  </a:lnTo>
                  <a:cubicBezTo>
                    <a:pt x="194893" y="82992"/>
                    <a:pt x="197448" y="80438"/>
                    <a:pt x="197448" y="76608"/>
                  </a:cubicBezTo>
                  <a:lnTo>
                    <a:pt x="197448" y="6384"/>
                  </a:lnTo>
                  <a:cubicBezTo>
                    <a:pt x="197448" y="2553"/>
                    <a:pt x="194893" y="0"/>
                    <a:pt x="191059" y="0"/>
                  </a:cubicBezTo>
                  <a:lnTo>
                    <a:pt x="87542" y="0"/>
                  </a:lnTo>
                  <a:cubicBezTo>
                    <a:pt x="83708" y="0"/>
                    <a:pt x="81152" y="2553"/>
                    <a:pt x="81152" y="6384"/>
                  </a:cubicBezTo>
                  <a:lnTo>
                    <a:pt x="81152" y="76608"/>
                  </a:lnTo>
                  <a:cubicBezTo>
                    <a:pt x="81152" y="80438"/>
                    <a:pt x="83708" y="82992"/>
                    <a:pt x="87542" y="82992"/>
                  </a:cubicBezTo>
                  <a:lnTo>
                    <a:pt x="107989" y="82992"/>
                  </a:lnTo>
                  <a:lnTo>
                    <a:pt x="107989" y="90014"/>
                  </a:lnTo>
                  <a:lnTo>
                    <a:pt x="6390" y="90014"/>
                  </a:lnTo>
                  <a:cubicBezTo>
                    <a:pt x="2555" y="90014"/>
                    <a:pt x="0" y="92568"/>
                    <a:pt x="0" y="96398"/>
                  </a:cubicBezTo>
                  <a:cubicBezTo>
                    <a:pt x="0" y="100228"/>
                    <a:pt x="2555" y="102782"/>
                    <a:pt x="6390" y="102782"/>
                  </a:cubicBezTo>
                  <a:lnTo>
                    <a:pt x="20447" y="102782"/>
                  </a:lnTo>
                  <a:lnTo>
                    <a:pt x="20447" y="204287"/>
                  </a:lnTo>
                  <a:cubicBezTo>
                    <a:pt x="20447" y="208118"/>
                    <a:pt x="23004" y="210671"/>
                    <a:pt x="26837" y="210671"/>
                  </a:cubicBezTo>
                  <a:cubicBezTo>
                    <a:pt x="30671" y="210671"/>
                    <a:pt x="33227" y="208118"/>
                    <a:pt x="33227" y="204287"/>
                  </a:cubicBezTo>
                  <a:lnTo>
                    <a:pt x="33227" y="185774"/>
                  </a:lnTo>
                  <a:lnTo>
                    <a:pt x="92654" y="185774"/>
                  </a:lnTo>
                  <a:cubicBezTo>
                    <a:pt x="96488" y="185774"/>
                    <a:pt x="99044" y="183220"/>
                    <a:pt x="99044" y="179390"/>
                  </a:cubicBezTo>
                  <a:lnTo>
                    <a:pt x="99044" y="138532"/>
                  </a:lnTo>
                  <a:lnTo>
                    <a:pt x="99044" y="138532"/>
                  </a:lnTo>
                  <a:cubicBezTo>
                    <a:pt x="99044" y="138532"/>
                    <a:pt x="99044" y="138532"/>
                    <a:pt x="99044" y="138532"/>
                  </a:cubicBezTo>
                  <a:lnTo>
                    <a:pt x="99044" y="102782"/>
                  </a:lnTo>
                  <a:lnTo>
                    <a:pt x="109268" y="102782"/>
                  </a:lnTo>
                  <a:cubicBezTo>
                    <a:pt x="111184" y="109804"/>
                    <a:pt x="117574" y="114912"/>
                    <a:pt x="125243" y="114912"/>
                  </a:cubicBezTo>
                  <a:lnTo>
                    <a:pt x="130354" y="114912"/>
                  </a:lnTo>
                  <a:lnTo>
                    <a:pt x="130354" y="120019"/>
                  </a:lnTo>
                  <a:cubicBezTo>
                    <a:pt x="116935" y="121296"/>
                    <a:pt x="107350" y="132787"/>
                    <a:pt x="107350" y="146193"/>
                  </a:cubicBezTo>
                  <a:cubicBezTo>
                    <a:pt x="107350" y="150024"/>
                    <a:pt x="109907" y="152577"/>
                    <a:pt x="113740" y="152577"/>
                  </a:cubicBezTo>
                  <a:lnTo>
                    <a:pt x="136105" y="152577"/>
                  </a:lnTo>
                  <a:lnTo>
                    <a:pt x="136105" y="182582"/>
                  </a:lnTo>
                  <a:lnTo>
                    <a:pt x="110545" y="194073"/>
                  </a:lnTo>
                  <a:cubicBezTo>
                    <a:pt x="107989" y="195350"/>
                    <a:pt x="106712" y="197265"/>
                    <a:pt x="106712" y="199819"/>
                  </a:cubicBezTo>
                  <a:lnTo>
                    <a:pt x="106712" y="205564"/>
                  </a:lnTo>
                  <a:cubicBezTo>
                    <a:pt x="106712" y="209395"/>
                    <a:pt x="109268" y="211948"/>
                    <a:pt x="113102" y="211948"/>
                  </a:cubicBezTo>
                  <a:lnTo>
                    <a:pt x="113102" y="211948"/>
                  </a:lnTo>
                  <a:cubicBezTo>
                    <a:pt x="116935" y="211948"/>
                    <a:pt x="119492" y="209395"/>
                    <a:pt x="119492" y="205564"/>
                  </a:cubicBezTo>
                  <a:lnTo>
                    <a:pt x="119492" y="203649"/>
                  </a:lnTo>
                  <a:lnTo>
                    <a:pt x="136105" y="195988"/>
                  </a:lnTo>
                  <a:lnTo>
                    <a:pt x="136105" y="203649"/>
                  </a:lnTo>
                  <a:cubicBezTo>
                    <a:pt x="136105" y="207479"/>
                    <a:pt x="138661" y="210033"/>
                    <a:pt x="142495" y="210033"/>
                  </a:cubicBezTo>
                  <a:cubicBezTo>
                    <a:pt x="146329" y="210033"/>
                    <a:pt x="148885" y="207479"/>
                    <a:pt x="148885" y="203649"/>
                  </a:cubicBezTo>
                  <a:lnTo>
                    <a:pt x="148885" y="197265"/>
                  </a:lnTo>
                  <a:lnTo>
                    <a:pt x="163582" y="203649"/>
                  </a:lnTo>
                  <a:lnTo>
                    <a:pt x="163582" y="205564"/>
                  </a:lnTo>
                  <a:cubicBezTo>
                    <a:pt x="163582" y="209395"/>
                    <a:pt x="166138" y="211948"/>
                    <a:pt x="169972" y="211948"/>
                  </a:cubicBezTo>
                  <a:lnTo>
                    <a:pt x="169972" y="211948"/>
                  </a:lnTo>
                  <a:cubicBezTo>
                    <a:pt x="173806" y="211948"/>
                    <a:pt x="176362" y="209395"/>
                    <a:pt x="176362" y="205564"/>
                  </a:cubicBezTo>
                  <a:lnTo>
                    <a:pt x="176362" y="199819"/>
                  </a:lnTo>
                  <a:cubicBezTo>
                    <a:pt x="176362" y="197265"/>
                    <a:pt x="175084" y="195350"/>
                    <a:pt x="172528" y="194073"/>
                  </a:cubicBezTo>
                  <a:lnTo>
                    <a:pt x="148885" y="183220"/>
                  </a:lnTo>
                  <a:lnTo>
                    <a:pt x="148885" y="152577"/>
                  </a:lnTo>
                  <a:lnTo>
                    <a:pt x="169333" y="152577"/>
                  </a:lnTo>
                  <a:cubicBezTo>
                    <a:pt x="173167" y="152577"/>
                    <a:pt x="175723" y="149385"/>
                    <a:pt x="175723" y="145555"/>
                  </a:cubicBezTo>
                  <a:cubicBezTo>
                    <a:pt x="175723" y="132787"/>
                    <a:pt x="166777" y="121934"/>
                    <a:pt x="153997" y="120019"/>
                  </a:cubicBezTo>
                  <a:lnTo>
                    <a:pt x="153997" y="114912"/>
                  </a:lnTo>
                  <a:lnTo>
                    <a:pt x="159109" y="114912"/>
                  </a:lnTo>
                  <a:cubicBezTo>
                    <a:pt x="166777" y="114912"/>
                    <a:pt x="173167" y="109804"/>
                    <a:pt x="175084" y="102782"/>
                  </a:cubicBezTo>
                  <a:lnTo>
                    <a:pt x="196810" y="102782"/>
                  </a:lnTo>
                  <a:lnTo>
                    <a:pt x="196810" y="204287"/>
                  </a:lnTo>
                  <a:cubicBezTo>
                    <a:pt x="196810" y="208118"/>
                    <a:pt x="199366" y="210671"/>
                    <a:pt x="203200" y="210671"/>
                  </a:cubicBezTo>
                  <a:cubicBezTo>
                    <a:pt x="207033" y="210671"/>
                    <a:pt x="209589" y="208118"/>
                    <a:pt x="209589" y="204287"/>
                  </a:cubicBezTo>
                  <a:lnTo>
                    <a:pt x="209589" y="102782"/>
                  </a:lnTo>
                  <a:lnTo>
                    <a:pt x="227482" y="102782"/>
                  </a:lnTo>
                  <a:cubicBezTo>
                    <a:pt x="231315" y="102782"/>
                    <a:pt x="233872" y="100228"/>
                    <a:pt x="233872" y="96398"/>
                  </a:cubicBezTo>
                  <a:cubicBezTo>
                    <a:pt x="233872" y="92568"/>
                    <a:pt x="230677" y="90014"/>
                    <a:pt x="227482" y="90014"/>
                  </a:cubicBezTo>
                  <a:lnTo>
                    <a:pt x="227482" y="90014"/>
                  </a:lnTo>
                  <a:close/>
                  <a:moveTo>
                    <a:pt x="161665" y="139809"/>
                  </a:moveTo>
                  <a:lnTo>
                    <a:pt x="121409" y="139809"/>
                  </a:lnTo>
                  <a:cubicBezTo>
                    <a:pt x="123964" y="135340"/>
                    <a:pt x="128438" y="132787"/>
                    <a:pt x="133549" y="132787"/>
                  </a:cubicBezTo>
                  <a:lnTo>
                    <a:pt x="150164" y="132787"/>
                  </a:lnTo>
                  <a:cubicBezTo>
                    <a:pt x="154636" y="132148"/>
                    <a:pt x="159109" y="135340"/>
                    <a:pt x="161665" y="139809"/>
                  </a:cubicBezTo>
                  <a:lnTo>
                    <a:pt x="161665" y="139809"/>
                  </a:lnTo>
                  <a:close/>
                  <a:moveTo>
                    <a:pt x="162943" y="90014"/>
                  </a:moveTo>
                  <a:lnTo>
                    <a:pt x="153997" y="90014"/>
                  </a:lnTo>
                  <a:lnTo>
                    <a:pt x="153997" y="82992"/>
                  </a:lnTo>
                  <a:lnTo>
                    <a:pt x="162943" y="82992"/>
                  </a:lnTo>
                  <a:lnTo>
                    <a:pt x="162943" y="90014"/>
                  </a:lnTo>
                  <a:close/>
                  <a:moveTo>
                    <a:pt x="162943" y="70224"/>
                  </a:moveTo>
                  <a:lnTo>
                    <a:pt x="121409" y="70224"/>
                  </a:lnTo>
                  <a:lnTo>
                    <a:pt x="121409" y="61286"/>
                  </a:lnTo>
                  <a:cubicBezTo>
                    <a:pt x="120769" y="49795"/>
                    <a:pt x="129715" y="40219"/>
                    <a:pt x="141217" y="39580"/>
                  </a:cubicBezTo>
                  <a:cubicBezTo>
                    <a:pt x="152719" y="38942"/>
                    <a:pt x="162304" y="47880"/>
                    <a:pt x="162943" y="59371"/>
                  </a:cubicBezTo>
                  <a:cubicBezTo>
                    <a:pt x="162943" y="60009"/>
                    <a:pt x="162943" y="60648"/>
                    <a:pt x="162943" y="61924"/>
                  </a:cubicBezTo>
                  <a:lnTo>
                    <a:pt x="162943" y="70224"/>
                  </a:lnTo>
                  <a:close/>
                  <a:moveTo>
                    <a:pt x="94571" y="70224"/>
                  </a:moveTo>
                  <a:lnTo>
                    <a:pt x="94571" y="12768"/>
                  </a:lnTo>
                  <a:lnTo>
                    <a:pt x="185308" y="12768"/>
                  </a:lnTo>
                  <a:lnTo>
                    <a:pt x="185308" y="70224"/>
                  </a:lnTo>
                  <a:lnTo>
                    <a:pt x="175723" y="70224"/>
                  </a:lnTo>
                  <a:lnTo>
                    <a:pt x="175723" y="61286"/>
                  </a:lnTo>
                  <a:cubicBezTo>
                    <a:pt x="176362" y="42772"/>
                    <a:pt x="162304" y="26812"/>
                    <a:pt x="143774" y="26174"/>
                  </a:cubicBezTo>
                  <a:cubicBezTo>
                    <a:pt x="125243" y="25536"/>
                    <a:pt x="109268" y="39580"/>
                    <a:pt x="108629" y="58094"/>
                  </a:cubicBezTo>
                  <a:cubicBezTo>
                    <a:pt x="108629" y="59371"/>
                    <a:pt x="108629" y="60009"/>
                    <a:pt x="108629" y="61286"/>
                  </a:cubicBezTo>
                  <a:lnTo>
                    <a:pt x="108629" y="70224"/>
                  </a:lnTo>
                  <a:lnTo>
                    <a:pt x="94571" y="70224"/>
                  </a:lnTo>
                  <a:close/>
                  <a:moveTo>
                    <a:pt x="120769" y="82992"/>
                  </a:moveTo>
                  <a:lnTo>
                    <a:pt x="129715" y="82992"/>
                  </a:lnTo>
                  <a:lnTo>
                    <a:pt x="129715" y="90014"/>
                  </a:lnTo>
                  <a:lnTo>
                    <a:pt x="120769" y="90014"/>
                  </a:lnTo>
                  <a:lnTo>
                    <a:pt x="120769" y="82992"/>
                  </a:lnTo>
                  <a:close/>
                  <a:moveTo>
                    <a:pt x="34505" y="131510"/>
                  </a:moveTo>
                  <a:lnTo>
                    <a:pt x="34505" y="103420"/>
                  </a:lnTo>
                  <a:lnTo>
                    <a:pt x="86264" y="103420"/>
                  </a:lnTo>
                  <a:lnTo>
                    <a:pt x="86264" y="131510"/>
                  </a:lnTo>
                  <a:lnTo>
                    <a:pt x="34505" y="131510"/>
                  </a:lnTo>
                  <a:close/>
                  <a:moveTo>
                    <a:pt x="86264" y="173006"/>
                  </a:moveTo>
                  <a:lnTo>
                    <a:pt x="34505" y="173006"/>
                  </a:lnTo>
                  <a:lnTo>
                    <a:pt x="34505" y="144916"/>
                  </a:lnTo>
                  <a:lnTo>
                    <a:pt x="86264" y="144916"/>
                  </a:lnTo>
                  <a:lnTo>
                    <a:pt x="86264" y="173006"/>
                  </a:lnTo>
                  <a:close/>
                </a:path>
              </a:pathLst>
            </a:custGeom>
            <a:solidFill>
              <a:srgbClr val="62B5E5"/>
            </a:solidFill>
            <a:ln w="6390" cap="flat">
              <a:noFill/>
              <a:prstDash val="solid"/>
              <a:miter/>
            </a:ln>
          </p:spPr>
          <p:txBody>
            <a:bodyPr rtlCol="0" anchor="ctr"/>
            <a:lstStyle/>
            <a:p>
              <a:endParaRPr lang="en-US"/>
            </a:p>
          </p:txBody>
        </p:sp>
      </p:grpSp>
      <p:grpSp>
        <p:nvGrpSpPr>
          <p:cNvPr id="25" name="Graphic 4">
            <a:extLst>
              <a:ext uri="{FF2B5EF4-FFF2-40B4-BE49-F238E27FC236}">
                <a16:creationId xmlns:a16="http://schemas.microsoft.com/office/drawing/2014/main" id="{531D3A6A-7383-3F4A-811B-FEAEA5EF4D62}"/>
              </a:ext>
            </a:extLst>
          </p:cNvPr>
          <p:cNvGrpSpPr>
            <a:grpSpLocks noChangeAspect="1"/>
          </p:cNvGrpSpPr>
          <p:nvPr/>
        </p:nvGrpSpPr>
        <p:grpSpPr>
          <a:xfrm>
            <a:off x="10325499" y="4793256"/>
            <a:ext cx="361670" cy="361971"/>
            <a:chOff x="10325499" y="4793256"/>
            <a:chExt cx="361670" cy="361971"/>
          </a:xfrm>
          <a:solidFill>
            <a:srgbClr val="62B5E5"/>
          </a:solidFill>
        </p:grpSpPr>
        <p:sp>
          <p:nvSpPr>
            <p:cNvPr id="26" name="Graphic 4">
              <a:extLst>
                <a:ext uri="{FF2B5EF4-FFF2-40B4-BE49-F238E27FC236}">
                  <a16:creationId xmlns:a16="http://schemas.microsoft.com/office/drawing/2014/main" id="{94E25061-5AD4-BB43-91B0-AB1EF4329335}"/>
                </a:ext>
              </a:extLst>
            </p:cNvPr>
            <p:cNvSpPr/>
            <p:nvPr/>
          </p:nvSpPr>
          <p:spPr>
            <a:xfrm>
              <a:off x="10510168" y="4950940"/>
              <a:ext cx="8945" cy="7022"/>
            </a:xfrm>
            <a:custGeom>
              <a:avLst/>
              <a:gdLst>
                <a:gd name="connsiteX0" fmla="*/ 0 w 8945"/>
                <a:gd name="connsiteY0" fmla="*/ 0 h 7022"/>
                <a:gd name="connsiteX1" fmla="*/ 8946 w 8945"/>
                <a:gd name="connsiteY1" fmla="*/ 0 h 7022"/>
                <a:gd name="connsiteX2" fmla="*/ 8946 w 8945"/>
                <a:gd name="connsiteY2" fmla="*/ 7022 h 7022"/>
                <a:gd name="connsiteX3" fmla="*/ 0 w 8945"/>
                <a:gd name="connsiteY3" fmla="*/ 7022 h 7022"/>
              </a:gdLst>
              <a:ahLst/>
              <a:cxnLst>
                <a:cxn ang="0">
                  <a:pos x="connsiteX0" y="connsiteY0"/>
                </a:cxn>
                <a:cxn ang="0">
                  <a:pos x="connsiteX1" y="connsiteY1"/>
                </a:cxn>
                <a:cxn ang="0">
                  <a:pos x="connsiteX2" y="connsiteY2"/>
                </a:cxn>
                <a:cxn ang="0">
                  <a:pos x="connsiteX3" y="connsiteY3"/>
                </a:cxn>
              </a:cxnLst>
              <a:rect l="l" t="t" r="r" b="b"/>
              <a:pathLst>
                <a:path w="8945" h="7022">
                  <a:moveTo>
                    <a:pt x="0" y="0"/>
                  </a:moveTo>
                  <a:lnTo>
                    <a:pt x="8946" y="0"/>
                  </a:lnTo>
                  <a:lnTo>
                    <a:pt x="8946" y="7022"/>
                  </a:lnTo>
                  <a:lnTo>
                    <a:pt x="0" y="7022"/>
                  </a:lnTo>
                  <a:close/>
                </a:path>
              </a:pathLst>
            </a:custGeom>
            <a:solidFill>
              <a:srgbClr val="62B5E5"/>
            </a:solidFill>
            <a:ln w="6390" cap="flat">
              <a:noFill/>
              <a:prstDash val="solid"/>
              <a:miter/>
            </a:ln>
          </p:spPr>
          <p:txBody>
            <a:bodyPr rtlCol="0" anchor="ctr"/>
            <a:lstStyle/>
            <a:p>
              <a:endParaRPr lang="en-US"/>
            </a:p>
          </p:txBody>
        </p:sp>
        <p:sp>
          <p:nvSpPr>
            <p:cNvPr id="27" name="Graphic 4">
              <a:extLst>
                <a:ext uri="{FF2B5EF4-FFF2-40B4-BE49-F238E27FC236}">
                  <a16:creationId xmlns:a16="http://schemas.microsoft.com/office/drawing/2014/main" id="{4F570053-3ED4-8D41-B73D-4E5F5F50D3A2}"/>
                </a:ext>
              </a:extLst>
            </p:cNvPr>
            <p:cNvSpPr/>
            <p:nvPr/>
          </p:nvSpPr>
          <p:spPr>
            <a:xfrm>
              <a:off x="10510168" y="4908168"/>
              <a:ext cx="41534" cy="30004"/>
            </a:xfrm>
            <a:custGeom>
              <a:avLst/>
              <a:gdLst>
                <a:gd name="connsiteX0" fmla="*/ 21086 w 41534"/>
                <a:gd name="connsiteY0" fmla="*/ 0 h 30004"/>
                <a:gd name="connsiteX1" fmla="*/ 0 w 41534"/>
                <a:gd name="connsiteY1" fmla="*/ 21067 h 30004"/>
                <a:gd name="connsiteX2" fmla="*/ 0 w 41534"/>
                <a:gd name="connsiteY2" fmla="*/ 30005 h 30004"/>
                <a:gd name="connsiteX3" fmla="*/ 41535 w 41534"/>
                <a:gd name="connsiteY3" fmla="*/ 30005 h 30004"/>
                <a:gd name="connsiteX4" fmla="*/ 41535 w 41534"/>
                <a:gd name="connsiteY4" fmla="*/ 21067 h 30004"/>
                <a:gd name="connsiteX5" fmla="*/ 21086 w 41534"/>
                <a:gd name="connsiteY5" fmla="*/ 0 h 30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4" h="30004">
                  <a:moveTo>
                    <a:pt x="21086" y="0"/>
                  </a:moveTo>
                  <a:cubicBezTo>
                    <a:pt x="9585" y="0"/>
                    <a:pt x="0" y="9576"/>
                    <a:pt x="0" y="21067"/>
                  </a:cubicBezTo>
                  <a:lnTo>
                    <a:pt x="0" y="30005"/>
                  </a:lnTo>
                  <a:lnTo>
                    <a:pt x="41535" y="30005"/>
                  </a:lnTo>
                  <a:lnTo>
                    <a:pt x="41535" y="21067"/>
                  </a:lnTo>
                  <a:cubicBezTo>
                    <a:pt x="41535" y="9576"/>
                    <a:pt x="31950" y="0"/>
                    <a:pt x="21086" y="0"/>
                  </a:cubicBezTo>
                  <a:close/>
                </a:path>
              </a:pathLst>
            </a:custGeom>
            <a:solidFill>
              <a:srgbClr val="62B5E5"/>
            </a:solidFill>
            <a:ln w="6390" cap="flat">
              <a:noFill/>
              <a:prstDash val="solid"/>
              <a:miter/>
            </a:ln>
          </p:spPr>
          <p:txBody>
            <a:bodyPr rtlCol="0" anchor="ctr"/>
            <a:lstStyle/>
            <a:p>
              <a:endParaRPr lang="en-US"/>
            </a:p>
          </p:txBody>
        </p:sp>
        <p:sp>
          <p:nvSpPr>
            <p:cNvPr id="28" name="Graphic 4">
              <a:extLst>
                <a:ext uri="{FF2B5EF4-FFF2-40B4-BE49-F238E27FC236}">
                  <a16:creationId xmlns:a16="http://schemas.microsoft.com/office/drawing/2014/main" id="{B7FF4AC7-3CCB-544B-B11A-DC12A549D3FD}"/>
                </a:ext>
              </a:extLst>
            </p:cNvPr>
            <p:cNvSpPr/>
            <p:nvPr/>
          </p:nvSpPr>
          <p:spPr>
            <a:xfrm>
              <a:off x="10483969" y="4880717"/>
              <a:ext cx="90737" cy="57455"/>
            </a:xfrm>
            <a:custGeom>
              <a:avLst/>
              <a:gdLst>
                <a:gd name="connsiteX0" fmla="*/ 47286 w 90737"/>
                <a:gd name="connsiteY0" fmla="*/ 14683 h 57455"/>
                <a:gd name="connsiteX1" fmla="*/ 81153 w 90737"/>
                <a:gd name="connsiteY1" fmla="*/ 48518 h 57455"/>
                <a:gd name="connsiteX2" fmla="*/ 81153 w 90737"/>
                <a:gd name="connsiteY2" fmla="*/ 57456 h 57455"/>
                <a:gd name="connsiteX3" fmla="*/ 90738 w 90737"/>
                <a:gd name="connsiteY3" fmla="*/ 57456 h 57455"/>
                <a:gd name="connsiteX4" fmla="*/ 90738 w 90737"/>
                <a:gd name="connsiteY4" fmla="*/ 0 h 57455"/>
                <a:gd name="connsiteX5" fmla="*/ 0 w 90737"/>
                <a:gd name="connsiteY5" fmla="*/ 0 h 57455"/>
                <a:gd name="connsiteX6" fmla="*/ 0 w 90737"/>
                <a:gd name="connsiteY6" fmla="*/ 57456 h 57455"/>
                <a:gd name="connsiteX7" fmla="*/ 14058 w 90737"/>
                <a:gd name="connsiteY7" fmla="*/ 57456 h 57455"/>
                <a:gd name="connsiteX8" fmla="*/ 14058 w 90737"/>
                <a:gd name="connsiteY8" fmla="*/ 48518 h 57455"/>
                <a:gd name="connsiteX9" fmla="*/ 47286 w 90737"/>
                <a:gd name="connsiteY9" fmla="*/ 14683 h 5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737" h="57455">
                  <a:moveTo>
                    <a:pt x="47286" y="14683"/>
                  </a:moveTo>
                  <a:cubicBezTo>
                    <a:pt x="65817" y="14683"/>
                    <a:pt x="81153" y="30004"/>
                    <a:pt x="81153" y="48518"/>
                  </a:cubicBezTo>
                  <a:lnTo>
                    <a:pt x="81153" y="57456"/>
                  </a:lnTo>
                  <a:lnTo>
                    <a:pt x="90738" y="57456"/>
                  </a:lnTo>
                  <a:lnTo>
                    <a:pt x="90738" y="0"/>
                  </a:lnTo>
                  <a:lnTo>
                    <a:pt x="0" y="0"/>
                  </a:lnTo>
                  <a:lnTo>
                    <a:pt x="0" y="57456"/>
                  </a:lnTo>
                  <a:lnTo>
                    <a:pt x="14058" y="57456"/>
                  </a:lnTo>
                  <a:lnTo>
                    <a:pt x="14058" y="48518"/>
                  </a:lnTo>
                  <a:cubicBezTo>
                    <a:pt x="13419" y="30004"/>
                    <a:pt x="28116" y="14683"/>
                    <a:pt x="47286" y="14683"/>
                  </a:cubicBezTo>
                  <a:close/>
                </a:path>
              </a:pathLst>
            </a:custGeom>
            <a:solidFill>
              <a:srgbClr val="62B5E5"/>
            </a:solidFill>
            <a:ln w="6390" cap="flat">
              <a:noFill/>
              <a:prstDash val="solid"/>
              <a:miter/>
            </a:ln>
          </p:spPr>
          <p:txBody>
            <a:bodyPr rtlCol="0" anchor="ctr"/>
            <a:lstStyle/>
            <a:p>
              <a:endParaRPr lang="en-US"/>
            </a:p>
          </p:txBody>
        </p:sp>
        <p:sp>
          <p:nvSpPr>
            <p:cNvPr id="29" name="Graphic 4">
              <a:extLst>
                <a:ext uri="{FF2B5EF4-FFF2-40B4-BE49-F238E27FC236}">
                  <a16:creationId xmlns:a16="http://schemas.microsoft.com/office/drawing/2014/main" id="{9E97BD66-3CC9-C44D-BCF3-DC3E50F087B6}"/>
                </a:ext>
              </a:extLst>
            </p:cNvPr>
            <p:cNvSpPr/>
            <p:nvPr/>
          </p:nvSpPr>
          <p:spPr>
            <a:xfrm>
              <a:off x="10510807" y="5000097"/>
              <a:ext cx="40256" cy="7022"/>
            </a:xfrm>
            <a:custGeom>
              <a:avLst/>
              <a:gdLst>
                <a:gd name="connsiteX0" fmla="*/ 11501 w 40256"/>
                <a:gd name="connsiteY0" fmla="*/ 0 h 7022"/>
                <a:gd name="connsiteX1" fmla="*/ 0 w 40256"/>
                <a:gd name="connsiteY1" fmla="*/ 7023 h 7022"/>
                <a:gd name="connsiteX2" fmla="*/ 40256 w 40256"/>
                <a:gd name="connsiteY2" fmla="*/ 7023 h 7022"/>
                <a:gd name="connsiteX3" fmla="*/ 28755 w 40256"/>
                <a:gd name="connsiteY3" fmla="*/ 0 h 7022"/>
                <a:gd name="connsiteX4" fmla="*/ 11501 w 40256"/>
                <a:gd name="connsiteY4" fmla="*/ 0 h 70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56" h="7022">
                  <a:moveTo>
                    <a:pt x="11501" y="0"/>
                  </a:moveTo>
                  <a:cubicBezTo>
                    <a:pt x="6390" y="0"/>
                    <a:pt x="1917" y="2554"/>
                    <a:pt x="0" y="7023"/>
                  </a:cubicBezTo>
                  <a:lnTo>
                    <a:pt x="40256" y="7023"/>
                  </a:lnTo>
                  <a:cubicBezTo>
                    <a:pt x="38340" y="2554"/>
                    <a:pt x="33227" y="0"/>
                    <a:pt x="28755" y="0"/>
                  </a:cubicBezTo>
                  <a:lnTo>
                    <a:pt x="11501" y="0"/>
                  </a:lnTo>
                  <a:close/>
                </a:path>
              </a:pathLst>
            </a:custGeom>
            <a:solidFill>
              <a:srgbClr val="62B5E5"/>
            </a:solidFill>
            <a:ln w="6390" cap="flat">
              <a:noFill/>
              <a:prstDash val="solid"/>
              <a:miter/>
            </a:ln>
          </p:spPr>
          <p:txBody>
            <a:bodyPr rtlCol="0" anchor="ctr"/>
            <a:lstStyle/>
            <a:p>
              <a:endParaRPr lang="en-US"/>
            </a:p>
          </p:txBody>
        </p:sp>
        <p:sp>
          <p:nvSpPr>
            <p:cNvPr id="30" name="Graphic 4">
              <a:extLst>
                <a:ext uri="{FF2B5EF4-FFF2-40B4-BE49-F238E27FC236}">
                  <a16:creationId xmlns:a16="http://schemas.microsoft.com/office/drawing/2014/main" id="{1F07DB50-C164-C347-B145-4BBB5C928095}"/>
                </a:ext>
              </a:extLst>
            </p:cNvPr>
            <p:cNvSpPr/>
            <p:nvPr/>
          </p:nvSpPr>
          <p:spPr>
            <a:xfrm>
              <a:off x="10542757" y="4950940"/>
              <a:ext cx="8945" cy="7022"/>
            </a:xfrm>
            <a:custGeom>
              <a:avLst/>
              <a:gdLst>
                <a:gd name="connsiteX0" fmla="*/ 0 w 8945"/>
                <a:gd name="connsiteY0" fmla="*/ 0 h 7022"/>
                <a:gd name="connsiteX1" fmla="*/ 8946 w 8945"/>
                <a:gd name="connsiteY1" fmla="*/ 0 h 7022"/>
                <a:gd name="connsiteX2" fmla="*/ 8946 w 8945"/>
                <a:gd name="connsiteY2" fmla="*/ 7022 h 7022"/>
                <a:gd name="connsiteX3" fmla="*/ 0 w 8945"/>
                <a:gd name="connsiteY3" fmla="*/ 7022 h 7022"/>
              </a:gdLst>
              <a:ahLst/>
              <a:cxnLst>
                <a:cxn ang="0">
                  <a:pos x="connsiteX0" y="connsiteY0"/>
                </a:cxn>
                <a:cxn ang="0">
                  <a:pos x="connsiteX1" y="connsiteY1"/>
                </a:cxn>
                <a:cxn ang="0">
                  <a:pos x="connsiteX2" y="connsiteY2"/>
                </a:cxn>
                <a:cxn ang="0">
                  <a:pos x="connsiteX3" y="connsiteY3"/>
                </a:cxn>
              </a:cxnLst>
              <a:rect l="l" t="t" r="r" b="b"/>
              <a:pathLst>
                <a:path w="8945" h="7022">
                  <a:moveTo>
                    <a:pt x="0" y="0"/>
                  </a:moveTo>
                  <a:lnTo>
                    <a:pt x="8946" y="0"/>
                  </a:lnTo>
                  <a:lnTo>
                    <a:pt x="8946" y="7022"/>
                  </a:lnTo>
                  <a:lnTo>
                    <a:pt x="0" y="7022"/>
                  </a:lnTo>
                  <a:close/>
                </a:path>
              </a:pathLst>
            </a:custGeom>
            <a:solidFill>
              <a:srgbClr val="62B5E5"/>
            </a:solidFill>
            <a:ln w="6390" cap="flat">
              <a:noFill/>
              <a:prstDash val="solid"/>
              <a:miter/>
            </a:ln>
          </p:spPr>
          <p:txBody>
            <a:bodyPr rtlCol="0" anchor="ctr"/>
            <a:lstStyle/>
            <a:p>
              <a:endParaRPr lang="en-US"/>
            </a:p>
          </p:txBody>
        </p:sp>
        <p:sp>
          <p:nvSpPr>
            <p:cNvPr id="31" name="Graphic 4">
              <a:extLst>
                <a:ext uri="{FF2B5EF4-FFF2-40B4-BE49-F238E27FC236}">
                  <a16:creationId xmlns:a16="http://schemas.microsoft.com/office/drawing/2014/main" id="{A79C4DA9-B7CC-724A-85A6-2E99A0837C06}"/>
                </a:ext>
              </a:extLst>
            </p:cNvPr>
            <p:cNvSpPr/>
            <p:nvPr/>
          </p:nvSpPr>
          <p:spPr>
            <a:xfrm>
              <a:off x="10423265" y="4971369"/>
              <a:ext cx="51759" cy="28089"/>
            </a:xfrm>
            <a:custGeom>
              <a:avLst/>
              <a:gdLst>
                <a:gd name="connsiteX0" fmla="*/ 0 w 51759"/>
                <a:gd name="connsiteY0" fmla="*/ 0 h 28089"/>
                <a:gd name="connsiteX1" fmla="*/ 0 w 51759"/>
                <a:gd name="connsiteY1" fmla="*/ 28090 h 28089"/>
                <a:gd name="connsiteX2" fmla="*/ 51759 w 51759"/>
                <a:gd name="connsiteY2" fmla="*/ 28090 h 28089"/>
                <a:gd name="connsiteX3" fmla="*/ 51759 w 51759"/>
                <a:gd name="connsiteY3" fmla="*/ 0 h 28089"/>
                <a:gd name="connsiteX4" fmla="*/ 0 w 51759"/>
                <a:gd name="connsiteY4" fmla="*/ 0 h 28089"/>
                <a:gd name="connsiteX5" fmla="*/ 35784 w 51759"/>
                <a:gd name="connsiteY5" fmla="*/ 20429 h 28089"/>
                <a:gd name="connsiteX6" fmla="*/ 16614 w 51759"/>
                <a:gd name="connsiteY6" fmla="*/ 20429 h 28089"/>
                <a:gd name="connsiteX7" fmla="*/ 10225 w 51759"/>
                <a:gd name="connsiteY7" fmla="*/ 14045 h 28089"/>
                <a:gd name="connsiteX8" fmla="*/ 16614 w 51759"/>
                <a:gd name="connsiteY8" fmla="*/ 7661 h 28089"/>
                <a:gd name="connsiteX9" fmla="*/ 35784 w 51759"/>
                <a:gd name="connsiteY9" fmla="*/ 7661 h 28089"/>
                <a:gd name="connsiteX10" fmla="*/ 42174 w 51759"/>
                <a:gd name="connsiteY10" fmla="*/ 14045 h 28089"/>
                <a:gd name="connsiteX11" fmla="*/ 35784 w 51759"/>
                <a:gd name="connsiteY11" fmla="*/ 20429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759" h="28089">
                  <a:moveTo>
                    <a:pt x="0" y="0"/>
                  </a:moveTo>
                  <a:lnTo>
                    <a:pt x="0" y="28090"/>
                  </a:lnTo>
                  <a:lnTo>
                    <a:pt x="51759" y="28090"/>
                  </a:lnTo>
                  <a:lnTo>
                    <a:pt x="51759" y="0"/>
                  </a:lnTo>
                  <a:lnTo>
                    <a:pt x="0" y="0"/>
                  </a:lnTo>
                  <a:close/>
                  <a:moveTo>
                    <a:pt x="35784" y="20429"/>
                  </a:moveTo>
                  <a:lnTo>
                    <a:pt x="16614" y="20429"/>
                  </a:lnTo>
                  <a:cubicBezTo>
                    <a:pt x="12780" y="20429"/>
                    <a:pt x="10225" y="17875"/>
                    <a:pt x="10225" y="14045"/>
                  </a:cubicBezTo>
                  <a:cubicBezTo>
                    <a:pt x="10225" y="10215"/>
                    <a:pt x="12780" y="7661"/>
                    <a:pt x="16614" y="7661"/>
                  </a:cubicBezTo>
                  <a:lnTo>
                    <a:pt x="35784" y="7661"/>
                  </a:lnTo>
                  <a:cubicBezTo>
                    <a:pt x="39618" y="7661"/>
                    <a:pt x="42174" y="10215"/>
                    <a:pt x="42174" y="14045"/>
                  </a:cubicBezTo>
                  <a:cubicBezTo>
                    <a:pt x="42174" y="17875"/>
                    <a:pt x="38979" y="20429"/>
                    <a:pt x="35784" y="20429"/>
                  </a:cubicBezTo>
                  <a:close/>
                </a:path>
              </a:pathLst>
            </a:custGeom>
            <a:solidFill>
              <a:srgbClr val="62B5E5"/>
            </a:solidFill>
            <a:ln w="6390" cap="flat">
              <a:noFill/>
              <a:prstDash val="solid"/>
              <a:miter/>
            </a:ln>
          </p:spPr>
          <p:txBody>
            <a:bodyPr rtlCol="0" anchor="ctr"/>
            <a:lstStyle/>
            <a:p>
              <a:endParaRPr lang="en-US"/>
            </a:p>
          </p:txBody>
        </p:sp>
        <p:sp>
          <p:nvSpPr>
            <p:cNvPr id="32" name="Graphic 4">
              <a:extLst>
                <a:ext uri="{FF2B5EF4-FFF2-40B4-BE49-F238E27FC236}">
                  <a16:creationId xmlns:a16="http://schemas.microsoft.com/office/drawing/2014/main" id="{5CD0E99E-6CF9-9144-AB62-9DFF37692106}"/>
                </a:ext>
              </a:extLst>
            </p:cNvPr>
            <p:cNvSpPr/>
            <p:nvPr/>
          </p:nvSpPr>
          <p:spPr>
            <a:xfrm>
              <a:off x="10423265" y="5012865"/>
              <a:ext cx="51759" cy="28089"/>
            </a:xfrm>
            <a:custGeom>
              <a:avLst/>
              <a:gdLst>
                <a:gd name="connsiteX0" fmla="*/ 0 w 51759"/>
                <a:gd name="connsiteY0" fmla="*/ 28090 h 28089"/>
                <a:gd name="connsiteX1" fmla="*/ 51759 w 51759"/>
                <a:gd name="connsiteY1" fmla="*/ 28090 h 28089"/>
                <a:gd name="connsiteX2" fmla="*/ 51759 w 51759"/>
                <a:gd name="connsiteY2" fmla="*/ 0 h 28089"/>
                <a:gd name="connsiteX3" fmla="*/ 0 w 51759"/>
                <a:gd name="connsiteY3" fmla="*/ 0 h 28089"/>
                <a:gd name="connsiteX4" fmla="*/ 0 w 51759"/>
                <a:gd name="connsiteY4" fmla="*/ 28090 h 28089"/>
                <a:gd name="connsiteX5" fmla="*/ 16614 w 51759"/>
                <a:gd name="connsiteY5" fmla="*/ 7661 h 28089"/>
                <a:gd name="connsiteX6" fmla="*/ 35784 w 51759"/>
                <a:gd name="connsiteY6" fmla="*/ 7661 h 28089"/>
                <a:gd name="connsiteX7" fmla="*/ 42174 w 51759"/>
                <a:gd name="connsiteY7" fmla="*/ 14045 h 28089"/>
                <a:gd name="connsiteX8" fmla="*/ 35784 w 51759"/>
                <a:gd name="connsiteY8" fmla="*/ 20429 h 28089"/>
                <a:gd name="connsiteX9" fmla="*/ 16614 w 51759"/>
                <a:gd name="connsiteY9" fmla="*/ 20429 h 28089"/>
                <a:gd name="connsiteX10" fmla="*/ 10225 w 51759"/>
                <a:gd name="connsiteY10" fmla="*/ 14045 h 28089"/>
                <a:gd name="connsiteX11" fmla="*/ 16614 w 51759"/>
                <a:gd name="connsiteY11" fmla="*/ 7661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759" h="28089">
                  <a:moveTo>
                    <a:pt x="0" y="28090"/>
                  </a:moveTo>
                  <a:lnTo>
                    <a:pt x="51759" y="28090"/>
                  </a:lnTo>
                  <a:lnTo>
                    <a:pt x="51759" y="0"/>
                  </a:lnTo>
                  <a:lnTo>
                    <a:pt x="0" y="0"/>
                  </a:lnTo>
                  <a:lnTo>
                    <a:pt x="0" y="28090"/>
                  </a:lnTo>
                  <a:close/>
                  <a:moveTo>
                    <a:pt x="16614" y="7661"/>
                  </a:moveTo>
                  <a:lnTo>
                    <a:pt x="35784" y="7661"/>
                  </a:lnTo>
                  <a:cubicBezTo>
                    <a:pt x="39618" y="7661"/>
                    <a:pt x="42174" y="10215"/>
                    <a:pt x="42174" y="14045"/>
                  </a:cubicBezTo>
                  <a:cubicBezTo>
                    <a:pt x="42174" y="17875"/>
                    <a:pt x="39618" y="20429"/>
                    <a:pt x="35784" y="20429"/>
                  </a:cubicBezTo>
                  <a:lnTo>
                    <a:pt x="16614" y="20429"/>
                  </a:lnTo>
                  <a:cubicBezTo>
                    <a:pt x="12780" y="20429"/>
                    <a:pt x="10225" y="17875"/>
                    <a:pt x="10225" y="14045"/>
                  </a:cubicBezTo>
                  <a:cubicBezTo>
                    <a:pt x="10225" y="10215"/>
                    <a:pt x="12780" y="7661"/>
                    <a:pt x="16614" y="7661"/>
                  </a:cubicBezTo>
                  <a:close/>
                </a:path>
              </a:pathLst>
            </a:custGeom>
            <a:solidFill>
              <a:srgbClr val="62B5E5"/>
            </a:solidFill>
            <a:ln w="6390" cap="flat">
              <a:noFill/>
              <a:prstDash val="solid"/>
              <a:miter/>
            </a:ln>
          </p:spPr>
          <p:txBody>
            <a:bodyPr rtlCol="0" anchor="ctr"/>
            <a:lstStyle/>
            <a:p>
              <a:endParaRPr lang="en-US"/>
            </a:p>
          </p:txBody>
        </p:sp>
        <p:sp>
          <p:nvSpPr>
            <p:cNvPr id="33" name="Graphic 4">
              <a:extLst>
                <a:ext uri="{FF2B5EF4-FFF2-40B4-BE49-F238E27FC236}">
                  <a16:creationId xmlns:a16="http://schemas.microsoft.com/office/drawing/2014/main" id="{DA403E67-559D-4041-8A11-A649F6432CE2}"/>
                </a:ext>
              </a:extLst>
            </p:cNvPr>
            <p:cNvSpPr/>
            <p:nvPr/>
          </p:nvSpPr>
          <p:spPr>
            <a:xfrm>
              <a:off x="10325499" y="4793256"/>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91381 w 361670"/>
                <a:gd name="connsiteY7" fmla="*/ 177475 h 361971"/>
                <a:gd name="connsiteX8" fmla="*/ 273489 w 361670"/>
                <a:gd name="connsiteY8" fmla="*/ 177475 h 361971"/>
                <a:gd name="connsiteX9" fmla="*/ 273489 w 361670"/>
                <a:gd name="connsiteY9" fmla="*/ 278980 h 361971"/>
                <a:gd name="connsiteX10" fmla="*/ 267099 w 361670"/>
                <a:gd name="connsiteY10" fmla="*/ 285364 h 361971"/>
                <a:gd name="connsiteX11" fmla="*/ 260709 w 361670"/>
                <a:gd name="connsiteY11" fmla="*/ 278980 h 361971"/>
                <a:gd name="connsiteX12" fmla="*/ 260709 w 361670"/>
                <a:gd name="connsiteY12" fmla="*/ 177475 h 361971"/>
                <a:gd name="connsiteX13" fmla="*/ 238984 w 361670"/>
                <a:gd name="connsiteY13" fmla="*/ 177475 h 361971"/>
                <a:gd name="connsiteX14" fmla="*/ 223009 w 361670"/>
                <a:gd name="connsiteY14" fmla="*/ 189604 h 361971"/>
                <a:gd name="connsiteX15" fmla="*/ 217897 w 361670"/>
                <a:gd name="connsiteY15" fmla="*/ 189604 h 361971"/>
                <a:gd name="connsiteX16" fmla="*/ 217897 w 361670"/>
                <a:gd name="connsiteY16" fmla="*/ 194711 h 361971"/>
                <a:gd name="connsiteX17" fmla="*/ 239623 w 361670"/>
                <a:gd name="connsiteY17" fmla="*/ 220247 h 361971"/>
                <a:gd name="connsiteX18" fmla="*/ 233233 w 361670"/>
                <a:gd name="connsiteY18" fmla="*/ 227270 h 361971"/>
                <a:gd name="connsiteX19" fmla="*/ 212784 w 361670"/>
                <a:gd name="connsiteY19" fmla="*/ 227270 h 361971"/>
                <a:gd name="connsiteX20" fmla="*/ 212784 w 361670"/>
                <a:gd name="connsiteY20" fmla="*/ 257913 h 361971"/>
                <a:gd name="connsiteX21" fmla="*/ 236428 w 361670"/>
                <a:gd name="connsiteY21" fmla="*/ 268766 h 361971"/>
                <a:gd name="connsiteX22" fmla="*/ 240261 w 361670"/>
                <a:gd name="connsiteY22" fmla="*/ 274511 h 361971"/>
                <a:gd name="connsiteX23" fmla="*/ 240261 w 361670"/>
                <a:gd name="connsiteY23" fmla="*/ 280257 h 361971"/>
                <a:gd name="connsiteX24" fmla="*/ 233872 w 361670"/>
                <a:gd name="connsiteY24" fmla="*/ 286641 h 361971"/>
                <a:gd name="connsiteX25" fmla="*/ 233872 w 361670"/>
                <a:gd name="connsiteY25" fmla="*/ 286641 h 361971"/>
                <a:gd name="connsiteX26" fmla="*/ 227482 w 361670"/>
                <a:gd name="connsiteY26" fmla="*/ 280257 h 361971"/>
                <a:gd name="connsiteX27" fmla="*/ 227482 w 361670"/>
                <a:gd name="connsiteY27" fmla="*/ 278341 h 361971"/>
                <a:gd name="connsiteX28" fmla="*/ 212784 w 361670"/>
                <a:gd name="connsiteY28" fmla="*/ 271958 h 361971"/>
                <a:gd name="connsiteX29" fmla="*/ 212784 w 361670"/>
                <a:gd name="connsiteY29" fmla="*/ 278341 h 361971"/>
                <a:gd name="connsiteX30" fmla="*/ 206395 w 361670"/>
                <a:gd name="connsiteY30" fmla="*/ 284725 h 361971"/>
                <a:gd name="connsiteX31" fmla="*/ 200005 w 361670"/>
                <a:gd name="connsiteY31" fmla="*/ 278341 h 361971"/>
                <a:gd name="connsiteX32" fmla="*/ 200005 w 361670"/>
                <a:gd name="connsiteY32" fmla="*/ 270681 h 361971"/>
                <a:gd name="connsiteX33" fmla="*/ 183391 w 361670"/>
                <a:gd name="connsiteY33" fmla="*/ 278341 h 361971"/>
                <a:gd name="connsiteX34" fmla="*/ 183391 w 361670"/>
                <a:gd name="connsiteY34" fmla="*/ 280257 h 361971"/>
                <a:gd name="connsiteX35" fmla="*/ 177001 w 361670"/>
                <a:gd name="connsiteY35" fmla="*/ 286641 h 361971"/>
                <a:gd name="connsiteX36" fmla="*/ 177001 w 361670"/>
                <a:gd name="connsiteY36" fmla="*/ 286641 h 361971"/>
                <a:gd name="connsiteX37" fmla="*/ 170611 w 361670"/>
                <a:gd name="connsiteY37" fmla="*/ 280257 h 361971"/>
                <a:gd name="connsiteX38" fmla="*/ 170611 w 361670"/>
                <a:gd name="connsiteY38" fmla="*/ 274511 h 361971"/>
                <a:gd name="connsiteX39" fmla="*/ 174445 w 361670"/>
                <a:gd name="connsiteY39" fmla="*/ 268766 h 361971"/>
                <a:gd name="connsiteX40" fmla="*/ 200005 w 361670"/>
                <a:gd name="connsiteY40" fmla="*/ 257274 h 361971"/>
                <a:gd name="connsiteX41" fmla="*/ 200005 w 361670"/>
                <a:gd name="connsiteY41" fmla="*/ 227270 h 361971"/>
                <a:gd name="connsiteX42" fmla="*/ 177640 w 361670"/>
                <a:gd name="connsiteY42" fmla="*/ 227270 h 361971"/>
                <a:gd name="connsiteX43" fmla="*/ 171250 w 361670"/>
                <a:gd name="connsiteY43" fmla="*/ 220886 h 361971"/>
                <a:gd name="connsiteX44" fmla="*/ 194254 w 361670"/>
                <a:gd name="connsiteY44" fmla="*/ 194711 h 361971"/>
                <a:gd name="connsiteX45" fmla="*/ 194254 w 361670"/>
                <a:gd name="connsiteY45" fmla="*/ 189604 h 361971"/>
                <a:gd name="connsiteX46" fmla="*/ 189142 w 361670"/>
                <a:gd name="connsiteY46" fmla="*/ 189604 h 361971"/>
                <a:gd name="connsiteX47" fmla="*/ 173167 w 361670"/>
                <a:gd name="connsiteY47" fmla="*/ 177475 h 361971"/>
                <a:gd name="connsiteX48" fmla="*/ 162943 w 361670"/>
                <a:gd name="connsiteY48" fmla="*/ 177475 h 361971"/>
                <a:gd name="connsiteX49" fmla="*/ 162943 w 361670"/>
                <a:gd name="connsiteY49" fmla="*/ 212587 h 361971"/>
                <a:gd name="connsiteX50" fmla="*/ 162943 w 361670"/>
                <a:gd name="connsiteY50" fmla="*/ 212587 h 361971"/>
                <a:gd name="connsiteX51" fmla="*/ 162943 w 361670"/>
                <a:gd name="connsiteY51" fmla="*/ 212587 h 361971"/>
                <a:gd name="connsiteX52" fmla="*/ 162943 w 361670"/>
                <a:gd name="connsiteY52" fmla="*/ 253444 h 361971"/>
                <a:gd name="connsiteX53" fmla="*/ 156553 w 361670"/>
                <a:gd name="connsiteY53" fmla="*/ 259828 h 361971"/>
                <a:gd name="connsiteX54" fmla="*/ 97127 w 361670"/>
                <a:gd name="connsiteY54" fmla="*/ 259828 h 361971"/>
                <a:gd name="connsiteX55" fmla="*/ 97127 w 361670"/>
                <a:gd name="connsiteY55" fmla="*/ 277703 h 361971"/>
                <a:gd name="connsiteX56" fmla="*/ 90737 w 361670"/>
                <a:gd name="connsiteY56" fmla="*/ 284087 h 361971"/>
                <a:gd name="connsiteX57" fmla="*/ 84347 w 361670"/>
                <a:gd name="connsiteY57" fmla="*/ 277703 h 361971"/>
                <a:gd name="connsiteX58" fmla="*/ 84347 w 361670"/>
                <a:gd name="connsiteY58" fmla="*/ 177475 h 361971"/>
                <a:gd name="connsiteX59" fmla="*/ 70289 w 361670"/>
                <a:gd name="connsiteY59" fmla="*/ 177475 h 361971"/>
                <a:gd name="connsiteX60" fmla="*/ 63899 w 361670"/>
                <a:gd name="connsiteY60" fmla="*/ 171091 h 361971"/>
                <a:gd name="connsiteX61" fmla="*/ 70289 w 361670"/>
                <a:gd name="connsiteY61" fmla="*/ 164707 h 361971"/>
                <a:gd name="connsiteX62" fmla="*/ 171889 w 361670"/>
                <a:gd name="connsiteY62" fmla="*/ 164707 h 361971"/>
                <a:gd name="connsiteX63" fmla="*/ 171889 w 361670"/>
                <a:gd name="connsiteY63" fmla="*/ 157684 h 361971"/>
                <a:gd name="connsiteX64" fmla="*/ 151441 w 361670"/>
                <a:gd name="connsiteY64" fmla="*/ 157684 h 361971"/>
                <a:gd name="connsiteX65" fmla="*/ 145051 w 361670"/>
                <a:gd name="connsiteY65" fmla="*/ 151300 h 361971"/>
                <a:gd name="connsiteX66" fmla="*/ 145051 w 361670"/>
                <a:gd name="connsiteY66" fmla="*/ 81077 h 361971"/>
                <a:gd name="connsiteX67" fmla="*/ 151441 w 361670"/>
                <a:gd name="connsiteY67" fmla="*/ 74693 h 361971"/>
                <a:gd name="connsiteX68" fmla="*/ 254959 w 361670"/>
                <a:gd name="connsiteY68" fmla="*/ 74693 h 361971"/>
                <a:gd name="connsiteX69" fmla="*/ 261349 w 361670"/>
                <a:gd name="connsiteY69" fmla="*/ 81077 h 361971"/>
                <a:gd name="connsiteX70" fmla="*/ 261349 w 361670"/>
                <a:gd name="connsiteY70" fmla="*/ 151300 h 361971"/>
                <a:gd name="connsiteX71" fmla="*/ 254959 w 361670"/>
                <a:gd name="connsiteY71" fmla="*/ 157684 h 361971"/>
                <a:gd name="connsiteX72" fmla="*/ 238984 w 361670"/>
                <a:gd name="connsiteY72" fmla="*/ 157684 h 361971"/>
                <a:gd name="connsiteX73" fmla="*/ 238984 w 361670"/>
                <a:gd name="connsiteY73" fmla="*/ 164707 h 361971"/>
                <a:gd name="connsiteX74" fmla="*/ 290742 w 361670"/>
                <a:gd name="connsiteY74" fmla="*/ 164707 h 361971"/>
                <a:gd name="connsiteX75" fmla="*/ 297132 w 361670"/>
                <a:gd name="connsiteY75" fmla="*/ 171091 h 361971"/>
                <a:gd name="connsiteX76" fmla="*/ 291381 w 361670"/>
                <a:gd name="connsiteY76" fmla="*/ 177475 h 361971"/>
                <a:gd name="connsiteX77" fmla="*/ 291381 w 361670"/>
                <a:gd name="connsiteY77" fmla="*/ 17747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61670"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1670" y="80438"/>
                    <a:pt x="280518" y="0"/>
                    <a:pt x="180835" y="0"/>
                  </a:cubicBezTo>
                  <a:cubicBezTo>
                    <a:pt x="180835" y="0"/>
                    <a:pt x="180835" y="0"/>
                    <a:pt x="180835" y="0"/>
                  </a:cubicBezTo>
                  <a:close/>
                  <a:moveTo>
                    <a:pt x="291381" y="177475"/>
                  </a:moveTo>
                  <a:lnTo>
                    <a:pt x="273489" y="177475"/>
                  </a:lnTo>
                  <a:lnTo>
                    <a:pt x="273489" y="278980"/>
                  </a:lnTo>
                  <a:cubicBezTo>
                    <a:pt x="273489" y="282810"/>
                    <a:pt x="270934" y="285364"/>
                    <a:pt x="267099" y="285364"/>
                  </a:cubicBezTo>
                  <a:cubicBezTo>
                    <a:pt x="263265" y="285364"/>
                    <a:pt x="260709" y="282810"/>
                    <a:pt x="260709" y="278980"/>
                  </a:cubicBezTo>
                  <a:lnTo>
                    <a:pt x="260709" y="177475"/>
                  </a:lnTo>
                  <a:lnTo>
                    <a:pt x="238984" y="177475"/>
                  </a:lnTo>
                  <a:cubicBezTo>
                    <a:pt x="237067" y="184497"/>
                    <a:pt x="230677" y="189604"/>
                    <a:pt x="223009" y="189604"/>
                  </a:cubicBezTo>
                  <a:lnTo>
                    <a:pt x="217897" y="189604"/>
                  </a:lnTo>
                  <a:lnTo>
                    <a:pt x="217897" y="194711"/>
                  </a:lnTo>
                  <a:cubicBezTo>
                    <a:pt x="230677" y="196627"/>
                    <a:pt x="239623" y="207479"/>
                    <a:pt x="239623" y="220247"/>
                  </a:cubicBezTo>
                  <a:cubicBezTo>
                    <a:pt x="239623" y="224078"/>
                    <a:pt x="237067" y="226631"/>
                    <a:pt x="233233" y="227270"/>
                  </a:cubicBezTo>
                  <a:lnTo>
                    <a:pt x="212784" y="227270"/>
                  </a:lnTo>
                  <a:lnTo>
                    <a:pt x="212784" y="257913"/>
                  </a:lnTo>
                  <a:lnTo>
                    <a:pt x="236428" y="268766"/>
                  </a:lnTo>
                  <a:cubicBezTo>
                    <a:pt x="238984" y="270042"/>
                    <a:pt x="240261" y="271958"/>
                    <a:pt x="240261" y="274511"/>
                  </a:cubicBezTo>
                  <a:lnTo>
                    <a:pt x="240261" y="280257"/>
                  </a:lnTo>
                  <a:cubicBezTo>
                    <a:pt x="240261" y="284087"/>
                    <a:pt x="237705" y="286641"/>
                    <a:pt x="233872" y="286641"/>
                  </a:cubicBezTo>
                  <a:lnTo>
                    <a:pt x="233872" y="286641"/>
                  </a:lnTo>
                  <a:cubicBezTo>
                    <a:pt x="230038" y="286641"/>
                    <a:pt x="227482" y="284087"/>
                    <a:pt x="227482" y="280257"/>
                  </a:cubicBezTo>
                  <a:lnTo>
                    <a:pt x="227482" y="278341"/>
                  </a:lnTo>
                  <a:lnTo>
                    <a:pt x="212784" y="271958"/>
                  </a:lnTo>
                  <a:lnTo>
                    <a:pt x="212784" y="278341"/>
                  </a:lnTo>
                  <a:cubicBezTo>
                    <a:pt x="212784" y="282172"/>
                    <a:pt x="210229" y="284725"/>
                    <a:pt x="206395" y="284725"/>
                  </a:cubicBezTo>
                  <a:cubicBezTo>
                    <a:pt x="202561" y="284725"/>
                    <a:pt x="200005" y="282172"/>
                    <a:pt x="200005" y="278341"/>
                  </a:cubicBezTo>
                  <a:lnTo>
                    <a:pt x="200005" y="270681"/>
                  </a:lnTo>
                  <a:lnTo>
                    <a:pt x="183391" y="278341"/>
                  </a:lnTo>
                  <a:lnTo>
                    <a:pt x="183391" y="280257"/>
                  </a:lnTo>
                  <a:cubicBezTo>
                    <a:pt x="183391" y="284087"/>
                    <a:pt x="180835" y="286641"/>
                    <a:pt x="177001" y="286641"/>
                  </a:cubicBezTo>
                  <a:lnTo>
                    <a:pt x="177001" y="286641"/>
                  </a:lnTo>
                  <a:cubicBezTo>
                    <a:pt x="173167" y="286641"/>
                    <a:pt x="170611" y="284087"/>
                    <a:pt x="170611" y="280257"/>
                  </a:cubicBezTo>
                  <a:lnTo>
                    <a:pt x="170611" y="274511"/>
                  </a:lnTo>
                  <a:cubicBezTo>
                    <a:pt x="170611" y="271958"/>
                    <a:pt x="171889" y="270042"/>
                    <a:pt x="174445" y="268766"/>
                  </a:cubicBezTo>
                  <a:lnTo>
                    <a:pt x="200005" y="257274"/>
                  </a:lnTo>
                  <a:lnTo>
                    <a:pt x="200005" y="227270"/>
                  </a:lnTo>
                  <a:lnTo>
                    <a:pt x="177640" y="227270"/>
                  </a:lnTo>
                  <a:cubicBezTo>
                    <a:pt x="173806" y="227270"/>
                    <a:pt x="171250" y="224716"/>
                    <a:pt x="171250" y="220886"/>
                  </a:cubicBezTo>
                  <a:cubicBezTo>
                    <a:pt x="171250" y="207479"/>
                    <a:pt x="180835" y="196627"/>
                    <a:pt x="194254" y="194711"/>
                  </a:cubicBezTo>
                  <a:lnTo>
                    <a:pt x="194254" y="189604"/>
                  </a:lnTo>
                  <a:lnTo>
                    <a:pt x="189142" y="189604"/>
                  </a:lnTo>
                  <a:cubicBezTo>
                    <a:pt x="181474" y="189604"/>
                    <a:pt x="175084" y="184497"/>
                    <a:pt x="173167" y="177475"/>
                  </a:cubicBezTo>
                  <a:lnTo>
                    <a:pt x="162943" y="177475"/>
                  </a:lnTo>
                  <a:lnTo>
                    <a:pt x="162943" y="212587"/>
                  </a:lnTo>
                  <a:cubicBezTo>
                    <a:pt x="162943" y="212587"/>
                    <a:pt x="162943" y="212587"/>
                    <a:pt x="162943" y="212587"/>
                  </a:cubicBezTo>
                  <a:lnTo>
                    <a:pt x="162943" y="212587"/>
                  </a:lnTo>
                  <a:lnTo>
                    <a:pt x="162943" y="253444"/>
                  </a:lnTo>
                  <a:cubicBezTo>
                    <a:pt x="162943" y="257274"/>
                    <a:pt x="160387" y="259828"/>
                    <a:pt x="156553" y="259828"/>
                  </a:cubicBezTo>
                  <a:lnTo>
                    <a:pt x="97127" y="259828"/>
                  </a:lnTo>
                  <a:lnTo>
                    <a:pt x="97127" y="277703"/>
                  </a:lnTo>
                  <a:cubicBezTo>
                    <a:pt x="97127" y="281533"/>
                    <a:pt x="94571" y="284087"/>
                    <a:pt x="90737" y="284087"/>
                  </a:cubicBezTo>
                  <a:cubicBezTo>
                    <a:pt x="86903" y="284087"/>
                    <a:pt x="84347" y="281533"/>
                    <a:pt x="84347" y="277703"/>
                  </a:cubicBezTo>
                  <a:lnTo>
                    <a:pt x="84347" y="177475"/>
                  </a:lnTo>
                  <a:lnTo>
                    <a:pt x="70289" y="177475"/>
                  </a:lnTo>
                  <a:cubicBezTo>
                    <a:pt x="66456" y="177475"/>
                    <a:pt x="63899" y="174921"/>
                    <a:pt x="63899" y="171091"/>
                  </a:cubicBezTo>
                  <a:cubicBezTo>
                    <a:pt x="63899" y="167260"/>
                    <a:pt x="66456" y="164707"/>
                    <a:pt x="70289" y="164707"/>
                  </a:cubicBezTo>
                  <a:lnTo>
                    <a:pt x="171889" y="164707"/>
                  </a:lnTo>
                  <a:lnTo>
                    <a:pt x="171889" y="157684"/>
                  </a:lnTo>
                  <a:lnTo>
                    <a:pt x="151441" y="157684"/>
                  </a:lnTo>
                  <a:cubicBezTo>
                    <a:pt x="147607" y="157684"/>
                    <a:pt x="145051" y="155131"/>
                    <a:pt x="145051" y="151300"/>
                  </a:cubicBezTo>
                  <a:lnTo>
                    <a:pt x="145051" y="81077"/>
                  </a:lnTo>
                  <a:cubicBezTo>
                    <a:pt x="145051" y="77246"/>
                    <a:pt x="147607" y="74693"/>
                    <a:pt x="151441" y="74693"/>
                  </a:cubicBezTo>
                  <a:lnTo>
                    <a:pt x="254959" y="74693"/>
                  </a:lnTo>
                  <a:cubicBezTo>
                    <a:pt x="258792" y="74693"/>
                    <a:pt x="261349" y="77246"/>
                    <a:pt x="261349" y="81077"/>
                  </a:cubicBezTo>
                  <a:lnTo>
                    <a:pt x="261349" y="151300"/>
                  </a:lnTo>
                  <a:cubicBezTo>
                    <a:pt x="261349" y="155131"/>
                    <a:pt x="258792" y="157684"/>
                    <a:pt x="254959" y="157684"/>
                  </a:cubicBezTo>
                  <a:lnTo>
                    <a:pt x="238984" y="157684"/>
                  </a:lnTo>
                  <a:lnTo>
                    <a:pt x="238984" y="164707"/>
                  </a:lnTo>
                  <a:lnTo>
                    <a:pt x="290742" y="164707"/>
                  </a:lnTo>
                  <a:cubicBezTo>
                    <a:pt x="294576" y="164707"/>
                    <a:pt x="297132" y="167260"/>
                    <a:pt x="297132" y="171091"/>
                  </a:cubicBezTo>
                  <a:cubicBezTo>
                    <a:pt x="297132" y="174921"/>
                    <a:pt x="294576" y="177475"/>
                    <a:pt x="291381" y="177475"/>
                  </a:cubicBezTo>
                  <a:lnTo>
                    <a:pt x="291381" y="177475"/>
                  </a:lnTo>
                  <a:close/>
                </a:path>
              </a:pathLst>
            </a:custGeom>
            <a:solidFill>
              <a:srgbClr val="62B5E5"/>
            </a:solidFill>
            <a:ln w="6390" cap="flat">
              <a:noFill/>
              <a:prstDash val="solid"/>
              <a:miter/>
            </a:ln>
          </p:spPr>
          <p:txBody>
            <a:bodyPr rtlCol="0" anchor="ctr"/>
            <a:lstStyle/>
            <a:p>
              <a:endParaRPr lang="en-US"/>
            </a:p>
          </p:txBody>
        </p:sp>
      </p:grpSp>
      <p:grpSp>
        <p:nvGrpSpPr>
          <p:cNvPr id="34" name="Graphic 4">
            <a:extLst>
              <a:ext uri="{FF2B5EF4-FFF2-40B4-BE49-F238E27FC236}">
                <a16:creationId xmlns:a16="http://schemas.microsoft.com/office/drawing/2014/main" id="{6FEA5EBA-C5D4-364C-B8D7-3A986CA87E27}"/>
              </a:ext>
            </a:extLst>
          </p:cNvPr>
          <p:cNvGrpSpPr>
            <a:grpSpLocks noChangeAspect="1"/>
          </p:cNvGrpSpPr>
          <p:nvPr/>
        </p:nvGrpSpPr>
        <p:grpSpPr>
          <a:xfrm>
            <a:off x="10934460" y="918179"/>
            <a:ext cx="361674" cy="361971"/>
            <a:chOff x="10934460" y="918179"/>
            <a:chExt cx="361674" cy="361971"/>
          </a:xfrm>
          <a:solidFill>
            <a:srgbClr val="62B5E5"/>
          </a:solidFill>
        </p:grpSpPr>
        <p:sp>
          <p:nvSpPr>
            <p:cNvPr id="35" name="Graphic 4">
              <a:extLst>
                <a:ext uri="{FF2B5EF4-FFF2-40B4-BE49-F238E27FC236}">
                  <a16:creationId xmlns:a16="http://schemas.microsoft.com/office/drawing/2014/main" id="{30F9D3F7-AD5C-5242-B8AD-1E4A600AA1DB}"/>
                </a:ext>
              </a:extLst>
            </p:cNvPr>
            <p:cNvSpPr/>
            <p:nvPr/>
          </p:nvSpPr>
          <p:spPr>
            <a:xfrm>
              <a:off x="10934460" y="918179"/>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1 w 361674"/>
                <a:gd name="connsiteY3" fmla="*/ 181305 h 361971"/>
                <a:gd name="connsiteX4" fmla="*/ 361671 w 361674"/>
                <a:gd name="connsiteY4" fmla="*/ 181305 h 361971"/>
                <a:gd name="connsiteX5" fmla="*/ 180836 w 361674"/>
                <a:gd name="connsiteY5" fmla="*/ 0 h 361971"/>
                <a:gd name="connsiteX6" fmla="*/ 180836 w 361674"/>
                <a:gd name="connsiteY6" fmla="*/ 0 h 361971"/>
                <a:gd name="connsiteX7" fmla="*/ 180836 w 361674"/>
                <a:gd name="connsiteY7" fmla="*/ 349204 h 361971"/>
                <a:gd name="connsiteX8" fmla="*/ 12780 w 361674"/>
                <a:gd name="connsiteY8" fmla="*/ 181305 h 361971"/>
                <a:gd name="connsiteX9" fmla="*/ 180836 w 361674"/>
                <a:gd name="connsiteY9" fmla="*/ 12768 h 361971"/>
                <a:gd name="connsiteX10" fmla="*/ 348891 w 361674"/>
                <a:gd name="connsiteY10" fmla="*/ 180667 h 361971"/>
                <a:gd name="connsiteX11" fmla="*/ 348891 w 361674"/>
                <a:gd name="connsiteY11" fmla="*/ 180667 h 361971"/>
                <a:gd name="connsiteX12" fmla="*/ 180836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6" y="0"/>
                  </a:moveTo>
                  <a:cubicBezTo>
                    <a:pt x="80514" y="0"/>
                    <a:pt x="0" y="81077"/>
                    <a:pt x="0" y="180667"/>
                  </a:cubicBezTo>
                  <a:cubicBezTo>
                    <a:pt x="0" y="280895"/>
                    <a:pt x="81153" y="361972"/>
                    <a:pt x="180836" y="361972"/>
                  </a:cubicBezTo>
                  <a:cubicBezTo>
                    <a:pt x="281157" y="361972"/>
                    <a:pt x="361671" y="280895"/>
                    <a:pt x="361671" y="181305"/>
                  </a:cubicBezTo>
                  <a:lnTo>
                    <a:pt x="361671" y="181305"/>
                  </a:lnTo>
                  <a:cubicBezTo>
                    <a:pt x="362310" y="81077"/>
                    <a:pt x="281157" y="0"/>
                    <a:pt x="180836" y="0"/>
                  </a:cubicBezTo>
                  <a:cubicBezTo>
                    <a:pt x="180836" y="0"/>
                    <a:pt x="180836" y="0"/>
                    <a:pt x="180836" y="0"/>
                  </a:cubicBezTo>
                  <a:close/>
                  <a:moveTo>
                    <a:pt x="180836" y="349204"/>
                  </a:moveTo>
                  <a:cubicBezTo>
                    <a:pt x="87543" y="349204"/>
                    <a:pt x="12780" y="273873"/>
                    <a:pt x="12780" y="181305"/>
                  </a:cubicBezTo>
                  <a:cubicBezTo>
                    <a:pt x="12780" y="88099"/>
                    <a:pt x="88181" y="12768"/>
                    <a:pt x="180836" y="12768"/>
                  </a:cubicBezTo>
                  <a:cubicBezTo>
                    <a:pt x="274128" y="12768"/>
                    <a:pt x="348891" y="88099"/>
                    <a:pt x="348891" y="180667"/>
                  </a:cubicBezTo>
                  <a:lnTo>
                    <a:pt x="348891" y="180667"/>
                  </a:lnTo>
                  <a:cubicBezTo>
                    <a:pt x="348891" y="273873"/>
                    <a:pt x="273490" y="349204"/>
                    <a:pt x="180836" y="349204"/>
                  </a:cubicBezTo>
                  <a:close/>
                </a:path>
              </a:pathLst>
            </a:custGeom>
            <a:solidFill>
              <a:srgbClr val="62B5E5"/>
            </a:solidFill>
            <a:ln w="6390" cap="flat">
              <a:noFill/>
              <a:prstDash val="solid"/>
              <a:miter/>
            </a:ln>
          </p:spPr>
          <p:txBody>
            <a:bodyPr rtlCol="0" anchor="ctr"/>
            <a:lstStyle/>
            <a:p>
              <a:endParaRPr lang="en-US"/>
            </a:p>
          </p:txBody>
        </p:sp>
        <p:sp>
          <p:nvSpPr>
            <p:cNvPr id="36" name="Graphic 4">
              <a:extLst>
                <a:ext uri="{FF2B5EF4-FFF2-40B4-BE49-F238E27FC236}">
                  <a16:creationId xmlns:a16="http://schemas.microsoft.com/office/drawing/2014/main" id="{D0BBD032-7D12-A54B-86CB-E619782C3051}"/>
                </a:ext>
              </a:extLst>
            </p:cNvPr>
            <p:cNvSpPr/>
            <p:nvPr/>
          </p:nvSpPr>
          <p:spPr>
            <a:xfrm>
              <a:off x="11055230" y="1137788"/>
              <a:ext cx="120131" cy="67670"/>
            </a:xfrm>
            <a:custGeom>
              <a:avLst/>
              <a:gdLst>
                <a:gd name="connsiteX0" fmla="*/ 107351 w 120131"/>
                <a:gd name="connsiteY0" fmla="*/ 61286 h 67670"/>
                <a:gd name="connsiteX1" fmla="*/ 113741 w 120131"/>
                <a:gd name="connsiteY1" fmla="*/ 67670 h 67670"/>
                <a:gd name="connsiteX2" fmla="*/ 120131 w 120131"/>
                <a:gd name="connsiteY2" fmla="*/ 61286 h 67670"/>
                <a:gd name="connsiteX3" fmla="*/ 120131 w 120131"/>
                <a:gd name="connsiteY3" fmla="*/ 56179 h 67670"/>
                <a:gd name="connsiteX4" fmla="*/ 95210 w 120131"/>
                <a:gd name="connsiteY4" fmla="*/ 31281 h 67670"/>
                <a:gd name="connsiteX5" fmla="*/ 66456 w 120131"/>
                <a:gd name="connsiteY5" fmla="*/ 31281 h 67670"/>
                <a:gd name="connsiteX6" fmla="*/ 66456 w 120131"/>
                <a:gd name="connsiteY6" fmla="*/ 6384 h 67670"/>
                <a:gd name="connsiteX7" fmla="*/ 60066 w 120131"/>
                <a:gd name="connsiteY7" fmla="*/ 0 h 67670"/>
                <a:gd name="connsiteX8" fmla="*/ 53676 w 120131"/>
                <a:gd name="connsiteY8" fmla="*/ 6384 h 67670"/>
                <a:gd name="connsiteX9" fmla="*/ 53676 w 120131"/>
                <a:gd name="connsiteY9" fmla="*/ 31281 h 67670"/>
                <a:gd name="connsiteX10" fmla="*/ 24921 w 120131"/>
                <a:gd name="connsiteY10" fmla="*/ 31281 h 67670"/>
                <a:gd name="connsiteX11" fmla="*/ 0 w 120131"/>
                <a:gd name="connsiteY11" fmla="*/ 56179 h 67670"/>
                <a:gd name="connsiteX12" fmla="*/ 0 w 120131"/>
                <a:gd name="connsiteY12" fmla="*/ 61286 h 67670"/>
                <a:gd name="connsiteX13" fmla="*/ 6390 w 120131"/>
                <a:gd name="connsiteY13" fmla="*/ 67670 h 67670"/>
                <a:gd name="connsiteX14" fmla="*/ 12780 w 120131"/>
                <a:gd name="connsiteY14" fmla="*/ 61286 h 67670"/>
                <a:gd name="connsiteX15" fmla="*/ 12780 w 120131"/>
                <a:gd name="connsiteY15" fmla="*/ 56179 h 67670"/>
                <a:gd name="connsiteX16" fmla="*/ 24921 w 120131"/>
                <a:gd name="connsiteY16" fmla="*/ 44049 h 67670"/>
                <a:gd name="connsiteX17" fmla="*/ 53676 w 120131"/>
                <a:gd name="connsiteY17" fmla="*/ 44049 h 67670"/>
                <a:gd name="connsiteX18" fmla="*/ 53676 w 120131"/>
                <a:gd name="connsiteY18" fmla="*/ 61286 h 67670"/>
                <a:gd name="connsiteX19" fmla="*/ 60066 w 120131"/>
                <a:gd name="connsiteY19" fmla="*/ 67670 h 67670"/>
                <a:gd name="connsiteX20" fmla="*/ 66456 w 120131"/>
                <a:gd name="connsiteY20" fmla="*/ 61286 h 67670"/>
                <a:gd name="connsiteX21" fmla="*/ 66456 w 120131"/>
                <a:gd name="connsiteY21" fmla="*/ 44049 h 67670"/>
                <a:gd name="connsiteX22" fmla="*/ 95210 w 120131"/>
                <a:gd name="connsiteY22" fmla="*/ 44049 h 67670"/>
                <a:gd name="connsiteX23" fmla="*/ 107351 w 120131"/>
                <a:gd name="connsiteY23" fmla="*/ 56179 h 67670"/>
                <a:gd name="connsiteX24" fmla="*/ 107351 w 120131"/>
                <a:gd name="connsiteY24" fmla="*/ 61286 h 6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0131" h="67670">
                  <a:moveTo>
                    <a:pt x="107351" y="61286"/>
                  </a:moveTo>
                  <a:cubicBezTo>
                    <a:pt x="107351" y="65117"/>
                    <a:pt x="109907" y="67670"/>
                    <a:pt x="113741" y="67670"/>
                  </a:cubicBezTo>
                  <a:cubicBezTo>
                    <a:pt x="117575" y="67670"/>
                    <a:pt x="120131" y="65117"/>
                    <a:pt x="120131" y="61286"/>
                  </a:cubicBezTo>
                  <a:lnTo>
                    <a:pt x="120131" y="56179"/>
                  </a:lnTo>
                  <a:cubicBezTo>
                    <a:pt x="120131" y="42773"/>
                    <a:pt x="109268" y="31281"/>
                    <a:pt x="95210" y="31281"/>
                  </a:cubicBezTo>
                  <a:lnTo>
                    <a:pt x="66456" y="31281"/>
                  </a:lnTo>
                  <a:lnTo>
                    <a:pt x="66456" y="6384"/>
                  </a:lnTo>
                  <a:cubicBezTo>
                    <a:pt x="66456" y="2554"/>
                    <a:pt x="63899" y="0"/>
                    <a:pt x="60066" y="0"/>
                  </a:cubicBezTo>
                  <a:cubicBezTo>
                    <a:pt x="56232" y="0"/>
                    <a:pt x="53676" y="2554"/>
                    <a:pt x="53676" y="6384"/>
                  </a:cubicBezTo>
                  <a:lnTo>
                    <a:pt x="53676" y="31281"/>
                  </a:lnTo>
                  <a:lnTo>
                    <a:pt x="24921" y="31281"/>
                  </a:lnTo>
                  <a:cubicBezTo>
                    <a:pt x="11502" y="31281"/>
                    <a:pt x="0" y="42134"/>
                    <a:pt x="0" y="56179"/>
                  </a:cubicBezTo>
                  <a:lnTo>
                    <a:pt x="0" y="61286"/>
                  </a:lnTo>
                  <a:cubicBezTo>
                    <a:pt x="0" y="65117"/>
                    <a:pt x="2556" y="67670"/>
                    <a:pt x="6390" y="67670"/>
                  </a:cubicBezTo>
                  <a:cubicBezTo>
                    <a:pt x="10224" y="67670"/>
                    <a:pt x="12780" y="65117"/>
                    <a:pt x="12780" y="61286"/>
                  </a:cubicBezTo>
                  <a:lnTo>
                    <a:pt x="12780" y="56179"/>
                  </a:lnTo>
                  <a:cubicBezTo>
                    <a:pt x="12780" y="49795"/>
                    <a:pt x="17892" y="44049"/>
                    <a:pt x="24921" y="44049"/>
                  </a:cubicBezTo>
                  <a:lnTo>
                    <a:pt x="53676" y="44049"/>
                  </a:lnTo>
                  <a:lnTo>
                    <a:pt x="53676" y="61286"/>
                  </a:lnTo>
                  <a:cubicBezTo>
                    <a:pt x="53676" y="65117"/>
                    <a:pt x="56232" y="67670"/>
                    <a:pt x="60066" y="67670"/>
                  </a:cubicBezTo>
                  <a:cubicBezTo>
                    <a:pt x="63899" y="67670"/>
                    <a:pt x="66456" y="65117"/>
                    <a:pt x="66456" y="61286"/>
                  </a:cubicBezTo>
                  <a:lnTo>
                    <a:pt x="66456" y="44049"/>
                  </a:lnTo>
                  <a:lnTo>
                    <a:pt x="95210" y="44049"/>
                  </a:lnTo>
                  <a:cubicBezTo>
                    <a:pt x="101600" y="44049"/>
                    <a:pt x="107351" y="49157"/>
                    <a:pt x="107351" y="56179"/>
                  </a:cubicBezTo>
                  <a:lnTo>
                    <a:pt x="107351" y="61286"/>
                  </a:lnTo>
                  <a:close/>
                </a:path>
              </a:pathLst>
            </a:custGeom>
            <a:solidFill>
              <a:srgbClr val="62B5E5"/>
            </a:solidFill>
            <a:ln w="6390" cap="flat">
              <a:noFill/>
              <a:prstDash val="solid"/>
              <a:miter/>
            </a:ln>
          </p:spPr>
          <p:txBody>
            <a:bodyPr rtlCol="0" anchor="ctr"/>
            <a:lstStyle/>
            <a:p>
              <a:endParaRPr lang="en-US"/>
            </a:p>
          </p:txBody>
        </p:sp>
        <p:sp>
          <p:nvSpPr>
            <p:cNvPr id="37" name="Graphic 4">
              <a:extLst>
                <a:ext uri="{FF2B5EF4-FFF2-40B4-BE49-F238E27FC236}">
                  <a16:creationId xmlns:a16="http://schemas.microsoft.com/office/drawing/2014/main" id="{8F774EDF-B5F7-834B-AF4C-B95CADC1E547}"/>
                </a:ext>
              </a:extLst>
            </p:cNvPr>
            <p:cNvSpPr/>
            <p:nvPr/>
          </p:nvSpPr>
          <p:spPr>
            <a:xfrm>
              <a:off x="11029618" y="971166"/>
              <a:ext cx="172631" cy="163429"/>
            </a:xfrm>
            <a:custGeom>
              <a:avLst/>
              <a:gdLst>
                <a:gd name="connsiteX0" fmla="*/ 156605 w 172631"/>
                <a:gd name="connsiteY0" fmla="*/ 74054 h 163429"/>
                <a:gd name="connsiteX1" fmla="*/ 145104 w 172631"/>
                <a:gd name="connsiteY1" fmla="*/ 74054 h 163429"/>
                <a:gd name="connsiteX2" fmla="*/ 145104 w 172631"/>
                <a:gd name="connsiteY2" fmla="*/ 31920 h 163429"/>
                <a:gd name="connsiteX3" fmla="*/ 113154 w 172631"/>
                <a:gd name="connsiteY3" fmla="*/ 0 h 163429"/>
                <a:gd name="connsiteX4" fmla="*/ 58839 w 172631"/>
                <a:gd name="connsiteY4" fmla="*/ 0 h 163429"/>
                <a:gd name="connsiteX5" fmla="*/ 26890 w 172631"/>
                <a:gd name="connsiteY5" fmla="*/ 31920 h 163429"/>
                <a:gd name="connsiteX6" fmla="*/ 26890 w 172631"/>
                <a:gd name="connsiteY6" fmla="*/ 74054 h 163429"/>
                <a:gd name="connsiteX7" fmla="*/ 15388 w 172631"/>
                <a:gd name="connsiteY7" fmla="*/ 74054 h 163429"/>
                <a:gd name="connsiteX8" fmla="*/ 3885 w 172631"/>
                <a:gd name="connsiteY8" fmla="*/ 79800 h 163429"/>
                <a:gd name="connsiteX9" fmla="*/ 1330 w 172631"/>
                <a:gd name="connsiteY9" fmla="*/ 99590 h 163429"/>
                <a:gd name="connsiteX10" fmla="*/ 9636 w 172631"/>
                <a:gd name="connsiteY10" fmla="*/ 139171 h 163429"/>
                <a:gd name="connsiteX11" fmla="*/ 9636 w 172631"/>
                <a:gd name="connsiteY11" fmla="*/ 150024 h 163429"/>
                <a:gd name="connsiteX12" fmla="*/ 23695 w 172631"/>
                <a:gd name="connsiteY12" fmla="*/ 163430 h 163429"/>
                <a:gd name="connsiteX13" fmla="*/ 23695 w 172631"/>
                <a:gd name="connsiteY13" fmla="*/ 163430 h 163429"/>
                <a:gd name="connsiteX14" fmla="*/ 148937 w 172631"/>
                <a:gd name="connsiteY14" fmla="*/ 163430 h 163429"/>
                <a:gd name="connsiteX15" fmla="*/ 162995 w 172631"/>
                <a:gd name="connsiteY15" fmla="*/ 150024 h 163429"/>
                <a:gd name="connsiteX16" fmla="*/ 162995 w 172631"/>
                <a:gd name="connsiteY16" fmla="*/ 150024 h 163429"/>
                <a:gd name="connsiteX17" fmla="*/ 162995 w 172631"/>
                <a:gd name="connsiteY17" fmla="*/ 139171 h 163429"/>
                <a:gd name="connsiteX18" fmla="*/ 171302 w 172631"/>
                <a:gd name="connsiteY18" fmla="*/ 99590 h 163429"/>
                <a:gd name="connsiteX19" fmla="*/ 168746 w 172631"/>
                <a:gd name="connsiteY19" fmla="*/ 79800 h 163429"/>
                <a:gd name="connsiteX20" fmla="*/ 156605 w 172631"/>
                <a:gd name="connsiteY20" fmla="*/ 74054 h 163429"/>
                <a:gd name="connsiteX21" fmla="*/ 156605 w 172631"/>
                <a:gd name="connsiteY21" fmla="*/ 86822 h 163429"/>
                <a:gd name="connsiteX22" fmla="*/ 157883 w 172631"/>
                <a:gd name="connsiteY22" fmla="*/ 87461 h 163429"/>
                <a:gd name="connsiteX23" fmla="*/ 157883 w 172631"/>
                <a:gd name="connsiteY23" fmla="*/ 96398 h 163429"/>
                <a:gd name="connsiteX24" fmla="*/ 154049 w 172631"/>
                <a:gd name="connsiteY24" fmla="*/ 114912 h 163429"/>
                <a:gd name="connsiteX25" fmla="*/ 148299 w 172631"/>
                <a:gd name="connsiteY25" fmla="*/ 113635 h 163429"/>
                <a:gd name="connsiteX26" fmla="*/ 145104 w 172631"/>
                <a:gd name="connsiteY26" fmla="*/ 113635 h 163429"/>
                <a:gd name="connsiteX27" fmla="*/ 145104 w 172631"/>
                <a:gd name="connsiteY27" fmla="*/ 86184 h 163429"/>
                <a:gd name="connsiteX28" fmla="*/ 156605 w 172631"/>
                <a:gd name="connsiteY28" fmla="*/ 86184 h 163429"/>
                <a:gd name="connsiteX29" fmla="*/ 58839 w 172631"/>
                <a:gd name="connsiteY29" fmla="*/ 12768 h 163429"/>
                <a:gd name="connsiteX30" fmla="*/ 113154 w 172631"/>
                <a:gd name="connsiteY30" fmla="*/ 12768 h 163429"/>
                <a:gd name="connsiteX31" fmla="*/ 132324 w 172631"/>
                <a:gd name="connsiteY31" fmla="*/ 31920 h 163429"/>
                <a:gd name="connsiteX32" fmla="*/ 132324 w 172631"/>
                <a:gd name="connsiteY32" fmla="*/ 114273 h 163429"/>
                <a:gd name="connsiteX33" fmla="*/ 39030 w 172631"/>
                <a:gd name="connsiteY33" fmla="*/ 114273 h 163429"/>
                <a:gd name="connsiteX34" fmla="*/ 39030 w 172631"/>
                <a:gd name="connsiteY34" fmla="*/ 32558 h 163429"/>
                <a:gd name="connsiteX35" fmla="*/ 58839 w 172631"/>
                <a:gd name="connsiteY35" fmla="*/ 12768 h 163429"/>
                <a:gd name="connsiteX36" fmla="*/ 58839 w 172631"/>
                <a:gd name="connsiteY36" fmla="*/ 12768 h 163429"/>
                <a:gd name="connsiteX37" fmla="*/ 58839 w 172631"/>
                <a:gd name="connsiteY37" fmla="*/ 12768 h 163429"/>
                <a:gd name="connsiteX38" fmla="*/ 14110 w 172631"/>
                <a:gd name="connsiteY38" fmla="*/ 87461 h 163429"/>
                <a:gd name="connsiteX39" fmla="*/ 15388 w 172631"/>
                <a:gd name="connsiteY39" fmla="*/ 86822 h 163429"/>
                <a:gd name="connsiteX40" fmla="*/ 26890 w 172631"/>
                <a:gd name="connsiteY40" fmla="*/ 86822 h 163429"/>
                <a:gd name="connsiteX41" fmla="*/ 26890 w 172631"/>
                <a:gd name="connsiteY41" fmla="*/ 114273 h 163429"/>
                <a:gd name="connsiteX42" fmla="*/ 23695 w 172631"/>
                <a:gd name="connsiteY42" fmla="*/ 114273 h 163429"/>
                <a:gd name="connsiteX43" fmla="*/ 17944 w 172631"/>
                <a:gd name="connsiteY43" fmla="*/ 115550 h 163429"/>
                <a:gd name="connsiteX44" fmla="*/ 14110 w 172631"/>
                <a:gd name="connsiteY44" fmla="*/ 97037 h 163429"/>
                <a:gd name="connsiteX45" fmla="*/ 14110 w 172631"/>
                <a:gd name="connsiteY45" fmla="*/ 87461 h 163429"/>
                <a:gd name="connsiteX46" fmla="*/ 14110 w 172631"/>
                <a:gd name="connsiteY46" fmla="*/ 87461 h 163429"/>
                <a:gd name="connsiteX47" fmla="*/ 149576 w 172631"/>
                <a:gd name="connsiteY47" fmla="*/ 150024 h 163429"/>
                <a:gd name="connsiteX48" fmla="*/ 148299 w 172631"/>
                <a:gd name="connsiteY48" fmla="*/ 150662 h 163429"/>
                <a:gd name="connsiteX49" fmla="*/ 148299 w 172631"/>
                <a:gd name="connsiteY49" fmla="*/ 150662 h 163429"/>
                <a:gd name="connsiteX50" fmla="*/ 23055 w 172631"/>
                <a:gd name="connsiteY50" fmla="*/ 150662 h 163429"/>
                <a:gd name="connsiteX51" fmla="*/ 21777 w 172631"/>
                <a:gd name="connsiteY51" fmla="*/ 150024 h 163429"/>
                <a:gd name="connsiteX52" fmla="*/ 21777 w 172631"/>
                <a:gd name="connsiteY52" fmla="*/ 150024 h 163429"/>
                <a:gd name="connsiteX53" fmla="*/ 21777 w 172631"/>
                <a:gd name="connsiteY53" fmla="*/ 127680 h 163429"/>
                <a:gd name="connsiteX54" fmla="*/ 23055 w 172631"/>
                <a:gd name="connsiteY54" fmla="*/ 127041 h 163429"/>
                <a:gd name="connsiteX55" fmla="*/ 23055 w 172631"/>
                <a:gd name="connsiteY55" fmla="*/ 127041 h 163429"/>
                <a:gd name="connsiteX56" fmla="*/ 148299 w 172631"/>
                <a:gd name="connsiteY56" fmla="*/ 127041 h 163429"/>
                <a:gd name="connsiteX57" fmla="*/ 149576 w 172631"/>
                <a:gd name="connsiteY57" fmla="*/ 127680 h 163429"/>
                <a:gd name="connsiteX58" fmla="*/ 149576 w 172631"/>
                <a:gd name="connsiteY58" fmla="*/ 127680 h 163429"/>
                <a:gd name="connsiteX59" fmla="*/ 149576 w 172631"/>
                <a:gd name="connsiteY59" fmla="*/ 150024 h 16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72631" h="163429">
                  <a:moveTo>
                    <a:pt x="156605" y="74054"/>
                  </a:moveTo>
                  <a:lnTo>
                    <a:pt x="145104" y="74054"/>
                  </a:lnTo>
                  <a:lnTo>
                    <a:pt x="145104" y="31920"/>
                  </a:lnTo>
                  <a:cubicBezTo>
                    <a:pt x="145104" y="14045"/>
                    <a:pt x="131045" y="0"/>
                    <a:pt x="113154" y="0"/>
                  </a:cubicBezTo>
                  <a:lnTo>
                    <a:pt x="58839" y="0"/>
                  </a:lnTo>
                  <a:cubicBezTo>
                    <a:pt x="40947" y="0"/>
                    <a:pt x="26890" y="14045"/>
                    <a:pt x="26890" y="31920"/>
                  </a:cubicBezTo>
                  <a:lnTo>
                    <a:pt x="26890" y="74054"/>
                  </a:lnTo>
                  <a:lnTo>
                    <a:pt x="15388" y="74054"/>
                  </a:lnTo>
                  <a:cubicBezTo>
                    <a:pt x="10915" y="74054"/>
                    <a:pt x="7080" y="75969"/>
                    <a:pt x="3885" y="79800"/>
                  </a:cubicBezTo>
                  <a:cubicBezTo>
                    <a:pt x="52" y="85545"/>
                    <a:pt x="-1226" y="93206"/>
                    <a:pt x="1330" y="99590"/>
                  </a:cubicBezTo>
                  <a:lnTo>
                    <a:pt x="9636" y="139171"/>
                  </a:lnTo>
                  <a:lnTo>
                    <a:pt x="9636" y="150024"/>
                  </a:lnTo>
                  <a:cubicBezTo>
                    <a:pt x="9636" y="157684"/>
                    <a:pt x="16026" y="163430"/>
                    <a:pt x="23695" y="163430"/>
                  </a:cubicBezTo>
                  <a:lnTo>
                    <a:pt x="23695" y="163430"/>
                  </a:lnTo>
                  <a:lnTo>
                    <a:pt x="148937" y="163430"/>
                  </a:lnTo>
                  <a:cubicBezTo>
                    <a:pt x="156605" y="163430"/>
                    <a:pt x="162995" y="157046"/>
                    <a:pt x="162995" y="150024"/>
                  </a:cubicBezTo>
                  <a:lnTo>
                    <a:pt x="162995" y="150024"/>
                  </a:lnTo>
                  <a:lnTo>
                    <a:pt x="162995" y="139171"/>
                  </a:lnTo>
                  <a:lnTo>
                    <a:pt x="171302" y="99590"/>
                  </a:lnTo>
                  <a:cubicBezTo>
                    <a:pt x="173858" y="93206"/>
                    <a:pt x="172580" y="85545"/>
                    <a:pt x="168746" y="79800"/>
                  </a:cubicBezTo>
                  <a:cubicBezTo>
                    <a:pt x="165551" y="75969"/>
                    <a:pt x="161078" y="74054"/>
                    <a:pt x="156605" y="74054"/>
                  </a:cubicBezTo>
                  <a:close/>
                  <a:moveTo>
                    <a:pt x="156605" y="86822"/>
                  </a:moveTo>
                  <a:cubicBezTo>
                    <a:pt x="157244" y="86822"/>
                    <a:pt x="157883" y="87461"/>
                    <a:pt x="157883" y="87461"/>
                  </a:cubicBezTo>
                  <a:cubicBezTo>
                    <a:pt x="158522" y="88099"/>
                    <a:pt x="159161" y="90014"/>
                    <a:pt x="157883" y="96398"/>
                  </a:cubicBezTo>
                  <a:lnTo>
                    <a:pt x="154049" y="114912"/>
                  </a:lnTo>
                  <a:cubicBezTo>
                    <a:pt x="152132" y="114273"/>
                    <a:pt x="150215" y="113635"/>
                    <a:pt x="148299" y="113635"/>
                  </a:cubicBezTo>
                  <a:lnTo>
                    <a:pt x="145104" y="113635"/>
                  </a:lnTo>
                  <a:lnTo>
                    <a:pt x="145104" y="86184"/>
                  </a:lnTo>
                  <a:lnTo>
                    <a:pt x="156605" y="86184"/>
                  </a:lnTo>
                  <a:close/>
                  <a:moveTo>
                    <a:pt x="58839" y="12768"/>
                  </a:moveTo>
                  <a:lnTo>
                    <a:pt x="113154" y="12768"/>
                  </a:lnTo>
                  <a:cubicBezTo>
                    <a:pt x="124016" y="12768"/>
                    <a:pt x="132324" y="21067"/>
                    <a:pt x="132324" y="31920"/>
                  </a:cubicBezTo>
                  <a:lnTo>
                    <a:pt x="132324" y="114273"/>
                  </a:lnTo>
                  <a:lnTo>
                    <a:pt x="39030" y="114273"/>
                  </a:lnTo>
                  <a:lnTo>
                    <a:pt x="39030" y="32558"/>
                  </a:lnTo>
                  <a:cubicBezTo>
                    <a:pt x="39030" y="21067"/>
                    <a:pt x="47976" y="12768"/>
                    <a:pt x="58839" y="12768"/>
                  </a:cubicBezTo>
                  <a:cubicBezTo>
                    <a:pt x="58200" y="12768"/>
                    <a:pt x="58200" y="12768"/>
                    <a:pt x="58839" y="12768"/>
                  </a:cubicBezTo>
                  <a:lnTo>
                    <a:pt x="58839" y="12768"/>
                  </a:lnTo>
                  <a:close/>
                  <a:moveTo>
                    <a:pt x="14110" y="87461"/>
                  </a:moveTo>
                  <a:cubicBezTo>
                    <a:pt x="14110" y="86822"/>
                    <a:pt x="14749" y="86822"/>
                    <a:pt x="15388" y="86822"/>
                  </a:cubicBezTo>
                  <a:lnTo>
                    <a:pt x="26890" y="86822"/>
                  </a:lnTo>
                  <a:lnTo>
                    <a:pt x="26890" y="114273"/>
                  </a:lnTo>
                  <a:lnTo>
                    <a:pt x="23695" y="114273"/>
                  </a:lnTo>
                  <a:cubicBezTo>
                    <a:pt x="21777" y="114273"/>
                    <a:pt x="19860" y="114912"/>
                    <a:pt x="17944" y="115550"/>
                  </a:cubicBezTo>
                  <a:lnTo>
                    <a:pt x="14110" y="97037"/>
                  </a:lnTo>
                  <a:cubicBezTo>
                    <a:pt x="12193" y="90014"/>
                    <a:pt x="12831" y="88099"/>
                    <a:pt x="14110" y="87461"/>
                  </a:cubicBezTo>
                  <a:lnTo>
                    <a:pt x="14110" y="87461"/>
                  </a:lnTo>
                  <a:close/>
                  <a:moveTo>
                    <a:pt x="149576" y="150024"/>
                  </a:moveTo>
                  <a:cubicBezTo>
                    <a:pt x="149576" y="150662"/>
                    <a:pt x="148937" y="150662"/>
                    <a:pt x="148299" y="150662"/>
                  </a:cubicBezTo>
                  <a:lnTo>
                    <a:pt x="148299" y="150662"/>
                  </a:lnTo>
                  <a:lnTo>
                    <a:pt x="23055" y="150662"/>
                  </a:lnTo>
                  <a:cubicBezTo>
                    <a:pt x="22416" y="150662"/>
                    <a:pt x="21777" y="150024"/>
                    <a:pt x="21777" y="150024"/>
                  </a:cubicBezTo>
                  <a:lnTo>
                    <a:pt x="21777" y="150024"/>
                  </a:lnTo>
                  <a:lnTo>
                    <a:pt x="21777" y="127680"/>
                  </a:lnTo>
                  <a:cubicBezTo>
                    <a:pt x="21777" y="127041"/>
                    <a:pt x="22416" y="127041"/>
                    <a:pt x="23055" y="127041"/>
                  </a:cubicBezTo>
                  <a:lnTo>
                    <a:pt x="23055" y="127041"/>
                  </a:lnTo>
                  <a:lnTo>
                    <a:pt x="148299" y="127041"/>
                  </a:lnTo>
                  <a:cubicBezTo>
                    <a:pt x="148937" y="127041"/>
                    <a:pt x="149576" y="127680"/>
                    <a:pt x="149576" y="127680"/>
                  </a:cubicBezTo>
                  <a:lnTo>
                    <a:pt x="149576" y="127680"/>
                  </a:lnTo>
                  <a:lnTo>
                    <a:pt x="149576" y="150024"/>
                  </a:lnTo>
                  <a:close/>
                </a:path>
              </a:pathLst>
            </a:custGeom>
            <a:solidFill>
              <a:srgbClr val="62B5E5"/>
            </a:solidFill>
            <a:ln w="6390" cap="flat">
              <a:noFill/>
              <a:prstDash val="solid"/>
              <a:miter/>
            </a:ln>
          </p:spPr>
          <p:txBody>
            <a:bodyPr rtlCol="0" anchor="ctr"/>
            <a:lstStyle/>
            <a:p>
              <a:endParaRPr lang="en-US"/>
            </a:p>
          </p:txBody>
        </p:sp>
        <p:sp>
          <p:nvSpPr>
            <p:cNvPr id="38" name="Graphic 4">
              <a:extLst>
                <a:ext uri="{FF2B5EF4-FFF2-40B4-BE49-F238E27FC236}">
                  <a16:creationId xmlns:a16="http://schemas.microsoft.com/office/drawing/2014/main" id="{EA6F48BA-5E8C-C343-9EE7-6C43B01E3D2B}"/>
                </a:ext>
              </a:extLst>
            </p:cNvPr>
            <p:cNvSpPr/>
            <p:nvPr/>
          </p:nvSpPr>
          <p:spPr>
            <a:xfrm>
              <a:off x="11105071" y="1206256"/>
              <a:ext cx="20447" cy="20907"/>
            </a:xfrm>
            <a:custGeom>
              <a:avLst/>
              <a:gdLst>
                <a:gd name="connsiteX0" fmla="*/ 10224 w 20447"/>
                <a:gd name="connsiteY0" fmla="*/ 479 h 20907"/>
                <a:gd name="connsiteX1" fmla="*/ 0 w 20447"/>
                <a:gd name="connsiteY1" fmla="*/ 10693 h 20907"/>
                <a:gd name="connsiteX2" fmla="*/ 10224 w 20447"/>
                <a:gd name="connsiteY2" fmla="*/ 20908 h 20907"/>
                <a:gd name="connsiteX3" fmla="*/ 20447 w 20447"/>
                <a:gd name="connsiteY3" fmla="*/ 10693 h 20907"/>
                <a:gd name="connsiteX4" fmla="*/ 20447 w 20447"/>
                <a:gd name="connsiteY4" fmla="*/ 10693 h 20907"/>
                <a:gd name="connsiteX5" fmla="*/ 10224 w 20447"/>
                <a:gd name="connsiteY5" fmla="*/ 479 h 20907"/>
                <a:gd name="connsiteX6" fmla="*/ 10224 w 20447"/>
                <a:gd name="connsiteY6" fmla="*/ 479 h 20907"/>
                <a:gd name="connsiteX7" fmla="*/ 10224 w 20447"/>
                <a:gd name="connsiteY7" fmla="*/ 13247 h 20907"/>
                <a:gd name="connsiteX8" fmla="*/ 8306 w 20447"/>
                <a:gd name="connsiteY8" fmla="*/ 10693 h 20907"/>
                <a:gd name="connsiteX9" fmla="*/ 10224 w 20447"/>
                <a:gd name="connsiteY9" fmla="*/ 8778 h 20907"/>
                <a:gd name="connsiteX10" fmla="*/ 12780 w 20447"/>
                <a:gd name="connsiteY10" fmla="*/ 10693 h 20907"/>
                <a:gd name="connsiteX11" fmla="*/ 10863 w 20447"/>
                <a:gd name="connsiteY11" fmla="*/ 13247 h 20907"/>
                <a:gd name="connsiteX12" fmla="*/ 10224 w 20447"/>
                <a:gd name="connsiteY12" fmla="*/ 13247 h 20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447" h="20907">
                  <a:moveTo>
                    <a:pt x="10224" y="479"/>
                  </a:moveTo>
                  <a:cubicBezTo>
                    <a:pt x="4473" y="479"/>
                    <a:pt x="0" y="4948"/>
                    <a:pt x="0" y="10693"/>
                  </a:cubicBezTo>
                  <a:cubicBezTo>
                    <a:pt x="0" y="16439"/>
                    <a:pt x="4473" y="20908"/>
                    <a:pt x="10224" y="20908"/>
                  </a:cubicBezTo>
                  <a:cubicBezTo>
                    <a:pt x="15975" y="20908"/>
                    <a:pt x="20447" y="16439"/>
                    <a:pt x="20447" y="10693"/>
                  </a:cubicBezTo>
                  <a:cubicBezTo>
                    <a:pt x="20447" y="10693"/>
                    <a:pt x="20447" y="10693"/>
                    <a:pt x="20447" y="10693"/>
                  </a:cubicBezTo>
                  <a:cubicBezTo>
                    <a:pt x="20447" y="4948"/>
                    <a:pt x="15975" y="479"/>
                    <a:pt x="10224" y="479"/>
                  </a:cubicBezTo>
                  <a:cubicBezTo>
                    <a:pt x="10224" y="-160"/>
                    <a:pt x="10224" y="-160"/>
                    <a:pt x="10224" y="479"/>
                  </a:cubicBezTo>
                  <a:close/>
                  <a:moveTo>
                    <a:pt x="10224" y="13247"/>
                  </a:moveTo>
                  <a:cubicBezTo>
                    <a:pt x="8946" y="13247"/>
                    <a:pt x="7668" y="11970"/>
                    <a:pt x="8306" y="10693"/>
                  </a:cubicBezTo>
                  <a:cubicBezTo>
                    <a:pt x="8306" y="9416"/>
                    <a:pt x="9585" y="8778"/>
                    <a:pt x="10224" y="8778"/>
                  </a:cubicBezTo>
                  <a:cubicBezTo>
                    <a:pt x="11501" y="8778"/>
                    <a:pt x="12780" y="9416"/>
                    <a:pt x="12780" y="10693"/>
                  </a:cubicBezTo>
                  <a:cubicBezTo>
                    <a:pt x="12780" y="11970"/>
                    <a:pt x="12141" y="13247"/>
                    <a:pt x="10863" y="13247"/>
                  </a:cubicBezTo>
                  <a:cubicBezTo>
                    <a:pt x="10863" y="13247"/>
                    <a:pt x="10224" y="13247"/>
                    <a:pt x="10224" y="13247"/>
                  </a:cubicBezTo>
                  <a:close/>
                </a:path>
              </a:pathLst>
            </a:custGeom>
            <a:solidFill>
              <a:srgbClr val="62B5E5"/>
            </a:solidFill>
            <a:ln w="6390" cap="flat">
              <a:noFill/>
              <a:prstDash val="solid"/>
              <a:miter/>
            </a:ln>
          </p:spPr>
          <p:txBody>
            <a:bodyPr rtlCol="0" anchor="ctr"/>
            <a:lstStyle/>
            <a:p>
              <a:endParaRPr lang="en-US"/>
            </a:p>
          </p:txBody>
        </p:sp>
        <p:sp>
          <p:nvSpPr>
            <p:cNvPr id="39" name="Graphic 4">
              <a:extLst>
                <a:ext uri="{FF2B5EF4-FFF2-40B4-BE49-F238E27FC236}">
                  <a16:creationId xmlns:a16="http://schemas.microsoft.com/office/drawing/2014/main" id="{C8F2511D-0D93-514B-B9FE-A5BF81CFE6D2}"/>
                </a:ext>
              </a:extLst>
            </p:cNvPr>
            <p:cNvSpPr/>
            <p:nvPr/>
          </p:nvSpPr>
          <p:spPr>
            <a:xfrm>
              <a:off x="11050757" y="1206256"/>
              <a:ext cx="20447" cy="20907"/>
            </a:xfrm>
            <a:custGeom>
              <a:avLst/>
              <a:gdLst>
                <a:gd name="connsiteX0" fmla="*/ 10224 w 20447"/>
                <a:gd name="connsiteY0" fmla="*/ 479 h 20907"/>
                <a:gd name="connsiteX1" fmla="*/ 0 w 20447"/>
                <a:gd name="connsiteY1" fmla="*/ 10693 h 20907"/>
                <a:gd name="connsiteX2" fmla="*/ 10224 w 20447"/>
                <a:gd name="connsiteY2" fmla="*/ 20908 h 20907"/>
                <a:gd name="connsiteX3" fmla="*/ 20447 w 20447"/>
                <a:gd name="connsiteY3" fmla="*/ 10693 h 20907"/>
                <a:gd name="connsiteX4" fmla="*/ 20447 w 20447"/>
                <a:gd name="connsiteY4" fmla="*/ 10693 h 20907"/>
                <a:gd name="connsiteX5" fmla="*/ 10224 w 20447"/>
                <a:gd name="connsiteY5" fmla="*/ 479 h 20907"/>
                <a:gd name="connsiteX6" fmla="*/ 10224 w 20447"/>
                <a:gd name="connsiteY6" fmla="*/ 479 h 20907"/>
                <a:gd name="connsiteX7" fmla="*/ 10224 w 20447"/>
                <a:gd name="connsiteY7" fmla="*/ 13247 h 20907"/>
                <a:gd name="connsiteX8" fmla="*/ 8306 w 20447"/>
                <a:gd name="connsiteY8" fmla="*/ 10693 h 20907"/>
                <a:gd name="connsiteX9" fmla="*/ 10224 w 20447"/>
                <a:gd name="connsiteY9" fmla="*/ 8778 h 20907"/>
                <a:gd name="connsiteX10" fmla="*/ 12780 w 20447"/>
                <a:gd name="connsiteY10" fmla="*/ 10693 h 20907"/>
                <a:gd name="connsiteX11" fmla="*/ 10863 w 20447"/>
                <a:gd name="connsiteY11" fmla="*/ 13247 h 20907"/>
                <a:gd name="connsiteX12" fmla="*/ 10224 w 20447"/>
                <a:gd name="connsiteY12" fmla="*/ 13247 h 20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447" h="20907">
                  <a:moveTo>
                    <a:pt x="10224" y="479"/>
                  </a:moveTo>
                  <a:cubicBezTo>
                    <a:pt x="4473" y="479"/>
                    <a:pt x="0" y="4948"/>
                    <a:pt x="0" y="10693"/>
                  </a:cubicBezTo>
                  <a:cubicBezTo>
                    <a:pt x="0" y="16439"/>
                    <a:pt x="4473" y="20908"/>
                    <a:pt x="10224" y="20908"/>
                  </a:cubicBezTo>
                  <a:cubicBezTo>
                    <a:pt x="15975" y="20908"/>
                    <a:pt x="20447" y="16439"/>
                    <a:pt x="20447" y="10693"/>
                  </a:cubicBezTo>
                  <a:cubicBezTo>
                    <a:pt x="20447" y="10693"/>
                    <a:pt x="20447" y="10693"/>
                    <a:pt x="20447" y="10693"/>
                  </a:cubicBezTo>
                  <a:cubicBezTo>
                    <a:pt x="20447" y="4948"/>
                    <a:pt x="15975" y="479"/>
                    <a:pt x="10224" y="479"/>
                  </a:cubicBezTo>
                  <a:cubicBezTo>
                    <a:pt x="10224" y="-160"/>
                    <a:pt x="10224" y="-160"/>
                    <a:pt x="10224" y="479"/>
                  </a:cubicBezTo>
                  <a:close/>
                  <a:moveTo>
                    <a:pt x="10224" y="13247"/>
                  </a:moveTo>
                  <a:cubicBezTo>
                    <a:pt x="8946" y="13247"/>
                    <a:pt x="7668" y="11970"/>
                    <a:pt x="8306" y="10693"/>
                  </a:cubicBezTo>
                  <a:cubicBezTo>
                    <a:pt x="8306" y="9416"/>
                    <a:pt x="9585" y="8778"/>
                    <a:pt x="10224" y="8778"/>
                  </a:cubicBezTo>
                  <a:cubicBezTo>
                    <a:pt x="11501" y="8778"/>
                    <a:pt x="12780" y="9416"/>
                    <a:pt x="12780" y="10693"/>
                  </a:cubicBezTo>
                  <a:cubicBezTo>
                    <a:pt x="12780" y="11970"/>
                    <a:pt x="12141" y="13247"/>
                    <a:pt x="10863" y="13247"/>
                  </a:cubicBezTo>
                  <a:cubicBezTo>
                    <a:pt x="10863" y="13247"/>
                    <a:pt x="10224" y="13247"/>
                    <a:pt x="10224" y="13247"/>
                  </a:cubicBezTo>
                  <a:close/>
                </a:path>
              </a:pathLst>
            </a:custGeom>
            <a:solidFill>
              <a:srgbClr val="62B5E5"/>
            </a:solidFill>
            <a:ln w="6390" cap="flat">
              <a:noFill/>
              <a:prstDash val="solid"/>
              <a:miter/>
            </a:ln>
          </p:spPr>
          <p:txBody>
            <a:bodyPr rtlCol="0" anchor="ctr"/>
            <a:lstStyle/>
            <a:p>
              <a:endParaRPr lang="en-US"/>
            </a:p>
          </p:txBody>
        </p:sp>
        <p:sp>
          <p:nvSpPr>
            <p:cNvPr id="40" name="Graphic 4">
              <a:extLst>
                <a:ext uri="{FF2B5EF4-FFF2-40B4-BE49-F238E27FC236}">
                  <a16:creationId xmlns:a16="http://schemas.microsoft.com/office/drawing/2014/main" id="{5E4AEF2D-AB90-0E46-95F5-382DC1D41B83}"/>
                </a:ext>
              </a:extLst>
            </p:cNvPr>
            <p:cNvSpPr/>
            <p:nvPr/>
          </p:nvSpPr>
          <p:spPr>
            <a:xfrm>
              <a:off x="11159386" y="1206735"/>
              <a:ext cx="20447" cy="20428"/>
            </a:xfrm>
            <a:custGeom>
              <a:avLst/>
              <a:gdLst>
                <a:gd name="connsiteX0" fmla="*/ 10224 w 20447"/>
                <a:gd name="connsiteY0" fmla="*/ 0 h 20428"/>
                <a:gd name="connsiteX1" fmla="*/ 0 w 20447"/>
                <a:gd name="connsiteY1" fmla="*/ 10214 h 20428"/>
                <a:gd name="connsiteX2" fmla="*/ 10224 w 20447"/>
                <a:gd name="connsiteY2" fmla="*/ 20429 h 20428"/>
                <a:gd name="connsiteX3" fmla="*/ 20447 w 20447"/>
                <a:gd name="connsiteY3" fmla="*/ 10214 h 20428"/>
                <a:gd name="connsiteX4" fmla="*/ 20447 w 20447"/>
                <a:gd name="connsiteY4" fmla="*/ 10214 h 20428"/>
                <a:gd name="connsiteX5" fmla="*/ 10224 w 20447"/>
                <a:gd name="connsiteY5" fmla="*/ 0 h 20428"/>
                <a:gd name="connsiteX6" fmla="*/ 10224 w 20447"/>
                <a:gd name="connsiteY6" fmla="*/ 12768 h 20428"/>
                <a:gd name="connsiteX7" fmla="*/ 7668 w 20447"/>
                <a:gd name="connsiteY7" fmla="*/ 10214 h 20428"/>
                <a:gd name="connsiteX8" fmla="*/ 10224 w 20447"/>
                <a:gd name="connsiteY8" fmla="*/ 7661 h 20428"/>
                <a:gd name="connsiteX9" fmla="*/ 12780 w 20447"/>
                <a:gd name="connsiteY9" fmla="*/ 10214 h 20428"/>
                <a:gd name="connsiteX10" fmla="*/ 12780 w 20447"/>
                <a:gd name="connsiteY10" fmla="*/ 10214 h 20428"/>
                <a:gd name="connsiteX11" fmla="*/ 10224 w 20447"/>
                <a:gd name="connsiteY11" fmla="*/ 12768 h 20428"/>
                <a:gd name="connsiteX12" fmla="*/ 10224 w 20447"/>
                <a:gd name="connsiteY12" fmla="*/ 12768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447" h="20428">
                  <a:moveTo>
                    <a:pt x="10224" y="0"/>
                  </a:moveTo>
                  <a:cubicBezTo>
                    <a:pt x="4473" y="0"/>
                    <a:pt x="0" y="4469"/>
                    <a:pt x="0" y="10214"/>
                  </a:cubicBezTo>
                  <a:cubicBezTo>
                    <a:pt x="0" y="15960"/>
                    <a:pt x="4473" y="20429"/>
                    <a:pt x="10224" y="20429"/>
                  </a:cubicBezTo>
                  <a:cubicBezTo>
                    <a:pt x="15975" y="20429"/>
                    <a:pt x="20447" y="15960"/>
                    <a:pt x="20447" y="10214"/>
                  </a:cubicBezTo>
                  <a:cubicBezTo>
                    <a:pt x="20447" y="10214"/>
                    <a:pt x="20447" y="10214"/>
                    <a:pt x="20447" y="10214"/>
                  </a:cubicBezTo>
                  <a:cubicBezTo>
                    <a:pt x="20447" y="4469"/>
                    <a:pt x="15975" y="0"/>
                    <a:pt x="10224" y="0"/>
                  </a:cubicBezTo>
                  <a:close/>
                  <a:moveTo>
                    <a:pt x="10224" y="12768"/>
                  </a:moveTo>
                  <a:cubicBezTo>
                    <a:pt x="8946" y="12768"/>
                    <a:pt x="7668" y="11491"/>
                    <a:pt x="7668" y="10214"/>
                  </a:cubicBezTo>
                  <a:cubicBezTo>
                    <a:pt x="7668" y="8938"/>
                    <a:pt x="8946" y="7661"/>
                    <a:pt x="10224" y="7661"/>
                  </a:cubicBezTo>
                  <a:cubicBezTo>
                    <a:pt x="11501" y="7661"/>
                    <a:pt x="12780" y="8938"/>
                    <a:pt x="12780" y="10214"/>
                  </a:cubicBezTo>
                  <a:cubicBezTo>
                    <a:pt x="12780" y="10214"/>
                    <a:pt x="12780" y="10214"/>
                    <a:pt x="12780" y="10214"/>
                  </a:cubicBezTo>
                  <a:cubicBezTo>
                    <a:pt x="12780" y="11491"/>
                    <a:pt x="11501" y="12768"/>
                    <a:pt x="10224" y="12768"/>
                  </a:cubicBezTo>
                  <a:lnTo>
                    <a:pt x="10224" y="12768"/>
                  </a:lnTo>
                  <a:close/>
                </a:path>
              </a:pathLst>
            </a:custGeom>
            <a:solidFill>
              <a:srgbClr val="62B5E5"/>
            </a:solidFill>
            <a:ln w="6390" cap="flat">
              <a:noFill/>
              <a:prstDash val="solid"/>
              <a:miter/>
            </a:ln>
          </p:spPr>
          <p:txBody>
            <a:bodyPr rtlCol="0" anchor="ctr"/>
            <a:lstStyle/>
            <a:p>
              <a:endParaRPr lang="en-US"/>
            </a:p>
          </p:txBody>
        </p:sp>
      </p:grpSp>
      <p:grpSp>
        <p:nvGrpSpPr>
          <p:cNvPr id="41" name="Graphic 4">
            <a:extLst>
              <a:ext uri="{FF2B5EF4-FFF2-40B4-BE49-F238E27FC236}">
                <a16:creationId xmlns:a16="http://schemas.microsoft.com/office/drawing/2014/main" id="{D0B2AE4B-4B35-6341-A3DC-227F641EF59B}"/>
              </a:ext>
            </a:extLst>
          </p:cNvPr>
          <p:cNvGrpSpPr>
            <a:grpSpLocks noChangeAspect="1"/>
          </p:cNvGrpSpPr>
          <p:nvPr/>
        </p:nvGrpSpPr>
        <p:grpSpPr>
          <a:xfrm>
            <a:off x="11372810" y="918179"/>
            <a:ext cx="361670" cy="361971"/>
            <a:chOff x="11372810" y="918179"/>
            <a:chExt cx="361670" cy="361971"/>
          </a:xfrm>
          <a:solidFill>
            <a:srgbClr val="62B5E5"/>
          </a:solidFill>
        </p:grpSpPr>
        <p:sp>
          <p:nvSpPr>
            <p:cNvPr id="42" name="Graphic 4">
              <a:extLst>
                <a:ext uri="{FF2B5EF4-FFF2-40B4-BE49-F238E27FC236}">
                  <a16:creationId xmlns:a16="http://schemas.microsoft.com/office/drawing/2014/main" id="{E11F93BF-13EB-664C-87BB-974462506C34}"/>
                </a:ext>
              </a:extLst>
            </p:cNvPr>
            <p:cNvSpPr/>
            <p:nvPr/>
          </p:nvSpPr>
          <p:spPr>
            <a:xfrm>
              <a:off x="11551088" y="1214396"/>
              <a:ext cx="5112" cy="5107"/>
            </a:xfrm>
            <a:custGeom>
              <a:avLst/>
              <a:gdLst>
                <a:gd name="connsiteX0" fmla="*/ 2556 w 5112"/>
                <a:gd name="connsiteY0" fmla="*/ 0 h 5107"/>
                <a:gd name="connsiteX1" fmla="*/ 0 w 5112"/>
                <a:gd name="connsiteY1" fmla="*/ 2554 h 5107"/>
                <a:gd name="connsiteX2" fmla="*/ 2556 w 5112"/>
                <a:gd name="connsiteY2" fmla="*/ 5107 h 5107"/>
                <a:gd name="connsiteX3" fmla="*/ 5112 w 5112"/>
                <a:gd name="connsiteY3" fmla="*/ 2554 h 5107"/>
                <a:gd name="connsiteX4" fmla="*/ 5112 w 5112"/>
                <a:gd name="connsiteY4" fmla="*/ 2554 h 5107"/>
                <a:gd name="connsiteX5" fmla="*/ 2556 w 5112"/>
                <a:gd name="connsiteY5" fmla="*/ 0 h 5107"/>
                <a:gd name="connsiteX6" fmla="*/ 2556 w 5112"/>
                <a:gd name="connsiteY6" fmla="*/ 0 h 5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12" h="5107">
                  <a:moveTo>
                    <a:pt x="2556" y="0"/>
                  </a:moveTo>
                  <a:cubicBezTo>
                    <a:pt x="1278" y="0"/>
                    <a:pt x="0" y="1277"/>
                    <a:pt x="0" y="2554"/>
                  </a:cubicBezTo>
                  <a:cubicBezTo>
                    <a:pt x="0" y="3830"/>
                    <a:pt x="1278" y="5107"/>
                    <a:pt x="2556" y="5107"/>
                  </a:cubicBezTo>
                  <a:cubicBezTo>
                    <a:pt x="3835" y="5107"/>
                    <a:pt x="5112" y="3830"/>
                    <a:pt x="5112" y="2554"/>
                  </a:cubicBezTo>
                  <a:cubicBezTo>
                    <a:pt x="5112" y="2554"/>
                    <a:pt x="5112" y="2554"/>
                    <a:pt x="5112" y="2554"/>
                  </a:cubicBezTo>
                  <a:cubicBezTo>
                    <a:pt x="4473" y="1277"/>
                    <a:pt x="3835" y="0"/>
                    <a:pt x="2556" y="0"/>
                  </a:cubicBezTo>
                  <a:cubicBezTo>
                    <a:pt x="2556" y="0"/>
                    <a:pt x="2556" y="0"/>
                    <a:pt x="2556" y="0"/>
                  </a:cubicBezTo>
                  <a:close/>
                </a:path>
              </a:pathLst>
            </a:custGeom>
            <a:solidFill>
              <a:srgbClr val="62B5E5"/>
            </a:solidFill>
            <a:ln w="6390" cap="flat">
              <a:noFill/>
              <a:prstDash val="solid"/>
              <a:miter/>
            </a:ln>
          </p:spPr>
          <p:txBody>
            <a:bodyPr rtlCol="0" anchor="ctr"/>
            <a:lstStyle/>
            <a:p>
              <a:endParaRPr lang="en-US"/>
            </a:p>
          </p:txBody>
        </p:sp>
        <p:sp>
          <p:nvSpPr>
            <p:cNvPr id="43" name="Graphic 4">
              <a:extLst>
                <a:ext uri="{FF2B5EF4-FFF2-40B4-BE49-F238E27FC236}">
                  <a16:creationId xmlns:a16="http://schemas.microsoft.com/office/drawing/2014/main" id="{567D309F-4D78-9F4D-A15C-583448B97C01}"/>
                </a:ext>
              </a:extLst>
            </p:cNvPr>
            <p:cNvSpPr/>
            <p:nvPr/>
          </p:nvSpPr>
          <p:spPr>
            <a:xfrm>
              <a:off x="11496774" y="1214396"/>
              <a:ext cx="5112" cy="5107"/>
            </a:xfrm>
            <a:custGeom>
              <a:avLst/>
              <a:gdLst>
                <a:gd name="connsiteX0" fmla="*/ 2556 w 5112"/>
                <a:gd name="connsiteY0" fmla="*/ 0 h 5107"/>
                <a:gd name="connsiteX1" fmla="*/ 0 w 5112"/>
                <a:gd name="connsiteY1" fmla="*/ 2554 h 5107"/>
                <a:gd name="connsiteX2" fmla="*/ 2556 w 5112"/>
                <a:gd name="connsiteY2" fmla="*/ 5107 h 5107"/>
                <a:gd name="connsiteX3" fmla="*/ 5112 w 5112"/>
                <a:gd name="connsiteY3" fmla="*/ 2554 h 5107"/>
                <a:gd name="connsiteX4" fmla="*/ 5112 w 5112"/>
                <a:gd name="connsiteY4" fmla="*/ 2554 h 5107"/>
                <a:gd name="connsiteX5" fmla="*/ 2556 w 5112"/>
                <a:gd name="connsiteY5" fmla="*/ 0 h 5107"/>
                <a:gd name="connsiteX6" fmla="*/ 2556 w 5112"/>
                <a:gd name="connsiteY6" fmla="*/ 0 h 5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12" h="5107">
                  <a:moveTo>
                    <a:pt x="2556" y="0"/>
                  </a:moveTo>
                  <a:cubicBezTo>
                    <a:pt x="1278" y="0"/>
                    <a:pt x="0" y="1277"/>
                    <a:pt x="0" y="2554"/>
                  </a:cubicBezTo>
                  <a:cubicBezTo>
                    <a:pt x="0" y="3830"/>
                    <a:pt x="1278" y="5107"/>
                    <a:pt x="2556" y="5107"/>
                  </a:cubicBezTo>
                  <a:cubicBezTo>
                    <a:pt x="3835" y="5107"/>
                    <a:pt x="5112" y="3830"/>
                    <a:pt x="5112" y="2554"/>
                  </a:cubicBezTo>
                  <a:cubicBezTo>
                    <a:pt x="5112" y="2554"/>
                    <a:pt x="5112" y="2554"/>
                    <a:pt x="5112" y="2554"/>
                  </a:cubicBezTo>
                  <a:cubicBezTo>
                    <a:pt x="4473" y="1277"/>
                    <a:pt x="3835" y="0"/>
                    <a:pt x="2556" y="0"/>
                  </a:cubicBezTo>
                  <a:cubicBezTo>
                    <a:pt x="2556" y="0"/>
                    <a:pt x="2556" y="0"/>
                    <a:pt x="2556" y="0"/>
                  </a:cubicBezTo>
                  <a:close/>
                </a:path>
              </a:pathLst>
            </a:custGeom>
            <a:solidFill>
              <a:srgbClr val="62B5E5"/>
            </a:solidFill>
            <a:ln w="6390" cap="flat">
              <a:noFill/>
              <a:prstDash val="solid"/>
              <a:miter/>
            </a:ln>
          </p:spPr>
          <p:txBody>
            <a:bodyPr rtlCol="0" anchor="ctr"/>
            <a:lstStyle/>
            <a:p>
              <a:endParaRPr lang="en-US"/>
            </a:p>
          </p:txBody>
        </p:sp>
        <p:sp>
          <p:nvSpPr>
            <p:cNvPr id="44" name="Graphic 4">
              <a:extLst>
                <a:ext uri="{FF2B5EF4-FFF2-40B4-BE49-F238E27FC236}">
                  <a16:creationId xmlns:a16="http://schemas.microsoft.com/office/drawing/2014/main" id="{80F789AB-A27C-8F42-BC49-95EC1D9026C3}"/>
                </a:ext>
              </a:extLst>
            </p:cNvPr>
            <p:cNvSpPr/>
            <p:nvPr/>
          </p:nvSpPr>
          <p:spPr>
            <a:xfrm>
              <a:off x="11612433" y="1058626"/>
              <a:ext cx="13517" cy="28089"/>
            </a:xfrm>
            <a:custGeom>
              <a:avLst/>
              <a:gdLst>
                <a:gd name="connsiteX0" fmla="*/ 3195 w 13517"/>
                <a:gd name="connsiteY0" fmla="*/ 26813 h 28089"/>
                <a:gd name="connsiteX1" fmla="*/ 8945 w 13517"/>
                <a:gd name="connsiteY1" fmla="*/ 28090 h 28089"/>
                <a:gd name="connsiteX2" fmla="*/ 12780 w 13517"/>
                <a:gd name="connsiteY2" fmla="*/ 9576 h 28089"/>
                <a:gd name="connsiteX3" fmla="*/ 12780 w 13517"/>
                <a:gd name="connsiteY3" fmla="*/ 638 h 28089"/>
                <a:gd name="connsiteX4" fmla="*/ 11501 w 13517"/>
                <a:gd name="connsiteY4" fmla="*/ 0 h 28089"/>
                <a:gd name="connsiteX5" fmla="*/ 0 w 13517"/>
                <a:gd name="connsiteY5" fmla="*/ 0 h 28089"/>
                <a:gd name="connsiteX6" fmla="*/ 0 w 13517"/>
                <a:gd name="connsiteY6" fmla="*/ 27451 h 28089"/>
                <a:gd name="connsiteX7" fmla="*/ 3195 w 13517"/>
                <a:gd name="connsiteY7" fmla="*/ 26813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7" h="28089">
                  <a:moveTo>
                    <a:pt x="3195" y="26813"/>
                  </a:moveTo>
                  <a:cubicBezTo>
                    <a:pt x="5111" y="26813"/>
                    <a:pt x="7029" y="27451"/>
                    <a:pt x="8945" y="28090"/>
                  </a:cubicBezTo>
                  <a:lnTo>
                    <a:pt x="12780" y="9576"/>
                  </a:lnTo>
                  <a:cubicBezTo>
                    <a:pt x="14058" y="4469"/>
                    <a:pt x="13419" y="1277"/>
                    <a:pt x="12780" y="638"/>
                  </a:cubicBezTo>
                  <a:cubicBezTo>
                    <a:pt x="12140" y="0"/>
                    <a:pt x="12140" y="0"/>
                    <a:pt x="11501" y="0"/>
                  </a:cubicBezTo>
                  <a:lnTo>
                    <a:pt x="0" y="0"/>
                  </a:lnTo>
                  <a:lnTo>
                    <a:pt x="0" y="27451"/>
                  </a:lnTo>
                  <a:lnTo>
                    <a:pt x="3195" y="26813"/>
                  </a:lnTo>
                  <a:close/>
                </a:path>
              </a:pathLst>
            </a:custGeom>
            <a:solidFill>
              <a:srgbClr val="62B5E5"/>
            </a:solidFill>
            <a:ln w="6390" cap="flat">
              <a:noFill/>
              <a:prstDash val="solid"/>
              <a:miter/>
            </a:ln>
          </p:spPr>
          <p:txBody>
            <a:bodyPr rtlCol="0" anchor="ctr"/>
            <a:lstStyle/>
            <a:p>
              <a:endParaRPr lang="en-US"/>
            </a:p>
          </p:txBody>
        </p:sp>
        <p:sp>
          <p:nvSpPr>
            <p:cNvPr id="45" name="Graphic 4">
              <a:extLst>
                <a:ext uri="{FF2B5EF4-FFF2-40B4-BE49-F238E27FC236}">
                  <a16:creationId xmlns:a16="http://schemas.microsoft.com/office/drawing/2014/main" id="{6494C9B3-FA09-E044-8104-53FC679E104D}"/>
                </a:ext>
              </a:extLst>
            </p:cNvPr>
            <p:cNvSpPr/>
            <p:nvPr/>
          </p:nvSpPr>
          <p:spPr>
            <a:xfrm>
              <a:off x="11605403" y="1214396"/>
              <a:ext cx="5112" cy="5107"/>
            </a:xfrm>
            <a:custGeom>
              <a:avLst/>
              <a:gdLst>
                <a:gd name="connsiteX0" fmla="*/ 2556 w 5112"/>
                <a:gd name="connsiteY0" fmla="*/ 0 h 5107"/>
                <a:gd name="connsiteX1" fmla="*/ 0 w 5112"/>
                <a:gd name="connsiteY1" fmla="*/ 2554 h 5107"/>
                <a:gd name="connsiteX2" fmla="*/ 2556 w 5112"/>
                <a:gd name="connsiteY2" fmla="*/ 5107 h 5107"/>
                <a:gd name="connsiteX3" fmla="*/ 5112 w 5112"/>
                <a:gd name="connsiteY3" fmla="*/ 2554 h 5107"/>
                <a:gd name="connsiteX4" fmla="*/ 5112 w 5112"/>
                <a:gd name="connsiteY4" fmla="*/ 2554 h 5107"/>
                <a:gd name="connsiteX5" fmla="*/ 2556 w 5112"/>
                <a:gd name="connsiteY5" fmla="*/ 0 h 5107"/>
                <a:gd name="connsiteX6" fmla="*/ 2556 w 5112"/>
                <a:gd name="connsiteY6" fmla="*/ 0 h 5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12" h="5107">
                  <a:moveTo>
                    <a:pt x="2556" y="0"/>
                  </a:moveTo>
                  <a:cubicBezTo>
                    <a:pt x="1278" y="0"/>
                    <a:pt x="0" y="1277"/>
                    <a:pt x="0" y="2554"/>
                  </a:cubicBezTo>
                  <a:cubicBezTo>
                    <a:pt x="0" y="3830"/>
                    <a:pt x="1278" y="5107"/>
                    <a:pt x="2556" y="5107"/>
                  </a:cubicBezTo>
                  <a:cubicBezTo>
                    <a:pt x="3835" y="5107"/>
                    <a:pt x="5112" y="3830"/>
                    <a:pt x="5112" y="2554"/>
                  </a:cubicBezTo>
                  <a:cubicBezTo>
                    <a:pt x="5112" y="2554"/>
                    <a:pt x="5112" y="2554"/>
                    <a:pt x="5112" y="2554"/>
                  </a:cubicBezTo>
                  <a:cubicBezTo>
                    <a:pt x="4473" y="1277"/>
                    <a:pt x="3835" y="0"/>
                    <a:pt x="2556" y="0"/>
                  </a:cubicBezTo>
                  <a:cubicBezTo>
                    <a:pt x="2556" y="0"/>
                    <a:pt x="2556" y="0"/>
                    <a:pt x="2556" y="0"/>
                  </a:cubicBezTo>
                  <a:close/>
                </a:path>
              </a:pathLst>
            </a:custGeom>
            <a:solidFill>
              <a:srgbClr val="62B5E5"/>
            </a:solidFill>
            <a:ln w="6390" cap="flat">
              <a:noFill/>
              <a:prstDash val="solid"/>
              <a:miter/>
            </a:ln>
          </p:spPr>
          <p:txBody>
            <a:bodyPr rtlCol="0" anchor="ctr"/>
            <a:lstStyle/>
            <a:p>
              <a:endParaRPr lang="en-US"/>
            </a:p>
          </p:txBody>
        </p:sp>
        <p:sp>
          <p:nvSpPr>
            <p:cNvPr id="46" name="Graphic 4">
              <a:extLst>
                <a:ext uri="{FF2B5EF4-FFF2-40B4-BE49-F238E27FC236}">
                  <a16:creationId xmlns:a16="http://schemas.microsoft.com/office/drawing/2014/main" id="{DA2D3B28-A450-1741-8015-9287AE6C7B97}"/>
                </a:ext>
              </a:extLst>
            </p:cNvPr>
            <p:cNvSpPr/>
            <p:nvPr/>
          </p:nvSpPr>
          <p:spPr>
            <a:xfrm>
              <a:off x="11506999" y="983934"/>
              <a:ext cx="92654" cy="101505"/>
            </a:xfrm>
            <a:custGeom>
              <a:avLst/>
              <a:gdLst>
                <a:gd name="connsiteX0" fmla="*/ 92654 w 92654"/>
                <a:gd name="connsiteY0" fmla="*/ 101505 h 101505"/>
                <a:gd name="connsiteX1" fmla="*/ 92654 w 92654"/>
                <a:gd name="connsiteY1" fmla="*/ 19152 h 101505"/>
                <a:gd name="connsiteX2" fmla="*/ 73484 w 92654"/>
                <a:gd name="connsiteY2" fmla="*/ 0 h 101505"/>
                <a:gd name="connsiteX3" fmla="*/ 19170 w 92654"/>
                <a:gd name="connsiteY3" fmla="*/ 0 h 101505"/>
                <a:gd name="connsiteX4" fmla="*/ 0 w 92654"/>
                <a:gd name="connsiteY4" fmla="*/ 19152 h 101505"/>
                <a:gd name="connsiteX5" fmla="*/ 0 w 92654"/>
                <a:gd name="connsiteY5" fmla="*/ 101505 h 101505"/>
                <a:gd name="connsiteX6" fmla="*/ 92654 w 92654"/>
                <a:gd name="connsiteY6" fmla="*/ 101505 h 101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654" h="101505">
                  <a:moveTo>
                    <a:pt x="92654" y="101505"/>
                  </a:moveTo>
                  <a:lnTo>
                    <a:pt x="92654" y="19152"/>
                  </a:lnTo>
                  <a:cubicBezTo>
                    <a:pt x="92654" y="8299"/>
                    <a:pt x="84347" y="0"/>
                    <a:pt x="73484" y="0"/>
                  </a:cubicBezTo>
                  <a:lnTo>
                    <a:pt x="19170" y="0"/>
                  </a:lnTo>
                  <a:cubicBezTo>
                    <a:pt x="8306" y="0"/>
                    <a:pt x="0" y="8299"/>
                    <a:pt x="0" y="19152"/>
                  </a:cubicBezTo>
                  <a:lnTo>
                    <a:pt x="0" y="101505"/>
                  </a:lnTo>
                  <a:lnTo>
                    <a:pt x="92654" y="101505"/>
                  </a:lnTo>
                  <a:close/>
                </a:path>
              </a:pathLst>
            </a:custGeom>
            <a:solidFill>
              <a:srgbClr val="62B5E5"/>
            </a:solidFill>
            <a:ln w="6390" cap="flat">
              <a:noFill/>
              <a:prstDash val="solid"/>
              <a:miter/>
            </a:ln>
          </p:spPr>
          <p:txBody>
            <a:bodyPr rtlCol="0" anchor="ctr"/>
            <a:lstStyle/>
            <a:p>
              <a:endParaRPr lang="en-US"/>
            </a:p>
          </p:txBody>
        </p:sp>
        <p:sp>
          <p:nvSpPr>
            <p:cNvPr id="47" name="Graphic 4">
              <a:extLst>
                <a:ext uri="{FF2B5EF4-FFF2-40B4-BE49-F238E27FC236}">
                  <a16:creationId xmlns:a16="http://schemas.microsoft.com/office/drawing/2014/main" id="{ADD84E1F-88C3-DA40-900C-474DD12B9781}"/>
                </a:ext>
              </a:extLst>
            </p:cNvPr>
            <p:cNvSpPr/>
            <p:nvPr/>
          </p:nvSpPr>
          <p:spPr>
            <a:xfrm>
              <a:off x="11480701" y="1057988"/>
              <a:ext cx="13518" cy="28727"/>
            </a:xfrm>
            <a:custGeom>
              <a:avLst/>
              <a:gdLst>
                <a:gd name="connsiteX0" fmla="*/ 4572 w 13518"/>
                <a:gd name="connsiteY0" fmla="*/ 28728 h 28727"/>
                <a:gd name="connsiteX1" fmla="*/ 10323 w 13518"/>
                <a:gd name="connsiteY1" fmla="*/ 27451 h 28727"/>
                <a:gd name="connsiteX2" fmla="*/ 13518 w 13518"/>
                <a:gd name="connsiteY2" fmla="*/ 27451 h 28727"/>
                <a:gd name="connsiteX3" fmla="*/ 13518 w 13518"/>
                <a:gd name="connsiteY3" fmla="*/ 0 h 28727"/>
                <a:gd name="connsiteX4" fmla="*/ 2016 w 13518"/>
                <a:gd name="connsiteY4" fmla="*/ 0 h 28727"/>
                <a:gd name="connsiteX5" fmla="*/ 738 w 13518"/>
                <a:gd name="connsiteY5" fmla="*/ 638 h 28727"/>
                <a:gd name="connsiteX6" fmla="*/ 738 w 13518"/>
                <a:gd name="connsiteY6" fmla="*/ 9576 h 28727"/>
                <a:gd name="connsiteX7" fmla="*/ 4572 w 13518"/>
                <a:gd name="connsiteY7" fmla="*/ 28728 h 28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8" h="28727">
                  <a:moveTo>
                    <a:pt x="4572" y="28728"/>
                  </a:moveTo>
                  <a:cubicBezTo>
                    <a:pt x="6489" y="28089"/>
                    <a:pt x="8406" y="27451"/>
                    <a:pt x="10323" y="27451"/>
                  </a:cubicBezTo>
                  <a:lnTo>
                    <a:pt x="13518" y="27451"/>
                  </a:lnTo>
                  <a:lnTo>
                    <a:pt x="13518" y="0"/>
                  </a:lnTo>
                  <a:lnTo>
                    <a:pt x="2016" y="0"/>
                  </a:lnTo>
                  <a:cubicBezTo>
                    <a:pt x="1377" y="0"/>
                    <a:pt x="738" y="638"/>
                    <a:pt x="738" y="638"/>
                  </a:cubicBezTo>
                  <a:cubicBezTo>
                    <a:pt x="99" y="1277"/>
                    <a:pt x="-540" y="3192"/>
                    <a:pt x="738" y="9576"/>
                  </a:cubicBezTo>
                  <a:lnTo>
                    <a:pt x="4572" y="28728"/>
                  </a:lnTo>
                  <a:close/>
                </a:path>
              </a:pathLst>
            </a:custGeom>
            <a:solidFill>
              <a:srgbClr val="62B5E5"/>
            </a:solidFill>
            <a:ln w="6390" cap="flat">
              <a:noFill/>
              <a:prstDash val="solid"/>
              <a:miter/>
            </a:ln>
          </p:spPr>
          <p:txBody>
            <a:bodyPr rtlCol="0" anchor="ctr"/>
            <a:lstStyle/>
            <a:p>
              <a:endParaRPr lang="en-US"/>
            </a:p>
          </p:txBody>
        </p:sp>
        <p:sp>
          <p:nvSpPr>
            <p:cNvPr id="48" name="Graphic 4">
              <a:extLst>
                <a:ext uri="{FF2B5EF4-FFF2-40B4-BE49-F238E27FC236}">
                  <a16:creationId xmlns:a16="http://schemas.microsoft.com/office/drawing/2014/main" id="{0A4DB450-3C73-2B49-AA69-738DD5159D80}"/>
                </a:ext>
              </a:extLst>
            </p:cNvPr>
            <p:cNvSpPr/>
            <p:nvPr/>
          </p:nvSpPr>
          <p:spPr>
            <a:xfrm>
              <a:off x="11372810" y="918179"/>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26520 w 361670"/>
                <a:gd name="connsiteY6" fmla="*/ 308985 h 361971"/>
                <a:gd name="connsiteX7" fmla="*/ 116297 w 361670"/>
                <a:gd name="connsiteY7" fmla="*/ 298770 h 361971"/>
                <a:gd name="connsiteX8" fmla="*/ 126520 w 361670"/>
                <a:gd name="connsiteY8" fmla="*/ 288556 h 361971"/>
                <a:gd name="connsiteX9" fmla="*/ 136744 w 361670"/>
                <a:gd name="connsiteY9" fmla="*/ 298770 h 361971"/>
                <a:gd name="connsiteX10" fmla="*/ 136744 w 361670"/>
                <a:gd name="connsiteY10" fmla="*/ 298770 h 361971"/>
                <a:gd name="connsiteX11" fmla="*/ 126520 w 361670"/>
                <a:gd name="connsiteY11" fmla="*/ 308985 h 361971"/>
                <a:gd name="connsiteX12" fmla="*/ 180835 w 361670"/>
                <a:gd name="connsiteY12" fmla="*/ 308985 h 361971"/>
                <a:gd name="connsiteX13" fmla="*/ 170611 w 361670"/>
                <a:gd name="connsiteY13" fmla="*/ 298770 h 361971"/>
                <a:gd name="connsiteX14" fmla="*/ 180835 w 361670"/>
                <a:gd name="connsiteY14" fmla="*/ 288556 h 361971"/>
                <a:gd name="connsiteX15" fmla="*/ 191059 w 361670"/>
                <a:gd name="connsiteY15" fmla="*/ 298770 h 361971"/>
                <a:gd name="connsiteX16" fmla="*/ 191059 w 361670"/>
                <a:gd name="connsiteY16" fmla="*/ 298770 h 361971"/>
                <a:gd name="connsiteX17" fmla="*/ 180835 w 361670"/>
                <a:gd name="connsiteY17" fmla="*/ 308985 h 361971"/>
                <a:gd name="connsiteX18" fmla="*/ 215979 w 361670"/>
                <a:gd name="connsiteY18" fmla="*/ 263659 h 361971"/>
                <a:gd name="connsiteX19" fmla="*/ 187225 w 361670"/>
                <a:gd name="connsiteY19" fmla="*/ 263659 h 361971"/>
                <a:gd name="connsiteX20" fmla="*/ 187225 w 361670"/>
                <a:gd name="connsiteY20" fmla="*/ 280895 h 361971"/>
                <a:gd name="connsiteX21" fmla="*/ 180835 w 361670"/>
                <a:gd name="connsiteY21" fmla="*/ 287279 h 361971"/>
                <a:gd name="connsiteX22" fmla="*/ 174445 w 361670"/>
                <a:gd name="connsiteY22" fmla="*/ 280895 h 361971"/>
                <a:gd name="connsiteX23" fmla="*/ 174445 w 361670"/>
                <a:gd name="connsiteY23" fmla="*/ 263659 h 361971"/>
                <a:gd name="connsiteX24" fmla="*/ 145690 w 361670"/>
                <a:gd name="connsiteY24" fmla="*/ 263659 h 361971"/>
                <a:gd name="connsiteX25" fmla="*/ 133549 w 361670"/>
                <a:gd name="connsiteY25" fmla="*/ 275788 h 361971"/>
                <a:gd name="connsiteX26" fmla="*/ 133549 w 361670"/>
                <a:gd name="connsiteY26" fmla="*/ 280895 h 361971"/>
                <a:gd name="connsiteX27" fmla="*/ 127159 w 361670"/>
                <a:gd name="connsiteY27" fmla="*/ 287279 h 361971"/>
                <a:gd name="connsiteX28" fmla="*/ 120769 w 361670"/>
                <a:gd name="connsiteY28" fmla="*/ 280895 h 361971"/>
                <a:gd name="connsiteX29" fmla="*/ 120769 w 361670"/>
                <a:gd name="connsiteY29" fmla="*/ 275788 h 361971"/>
                <a:gd name="connsiteX30" fmla="*/ 145690 w 361670"/>
                <a:gd name="connsiteY30" fmla="*/ 250891 h 361971"/>
                <a:gd name="connsiteX31" fmla="*/ 174445 w 361670"/>
                <a:gd name="connsiteY31" fmla="*/ 250891 h 361971"/>
                <a:gd name="connsiteX32" fmla="*/ 174445 w 361670"/>
                <a:gd name="connsiteY32" fmla="*/ 225993 h 361971"/>
                <a:gd name="connsiteX33" fmla="*/ 180835 w 361670"/>
                <a:gd name="connsiteY33" fmla="*/ 219609 h 361971"/>
                <a:gd name="connsiteX34" fmla="*/ 187225 w 361670"/>
                <a:gd name="connsiteY34" fmla="*/ 225993 h 361971"/>
                <a:gd name="connsiteX35" fmla="*/ 187225 w 361670"/>
                <a:gd name="connsiteY35" fmla="*/ 250891 h 361971"/>
                <a:gd name="connsiteX36" fmla="*/ 215979 w 361670"/>
                <a:gd name="connsiteY36" fmla="*/ 250891 h 361971"/>
                <a:gd name="connsiteX37" fmla="*/ 240900 w 361670"/>
                <a:gd name="connsiteY37" fmla="*/ 275788 h 361971"/>
                <a:gd name="connsiteX38" fmla="*/ 240900 w 361670"/>
                <a:gd name="connsiteY38" fmla="*/ 280895 h 361971"/>
                <a:gd name="connsiteX39" fmla="*/ 234510 w 361670"/>
                <a:gd name="connsiteY39" fmla="*/ 287279 h 361971"/>
                <a:gd name="connsiteX40" fmla="*/ 228120 w 361670"/>
                <a:gd name="connsiteY40" fmla="*/ 280895 h 361971"/>
                <a:gd name="connsiteX41" fmla="*/ 228120 w 361670"/>
                <a:gd name="connsiteY41" fmla="*/ 275788 h 361971"/>
                <a:gd name="connsiteX42" fmla="*/ 215979 w 361670"/>
                <a:gd name="connsiteY42" fmla="*/ 263659 h 361971"/>
                <a:gd name="connsiteX43" fmla="*/ 215979 w 361670"/>
                <a:gd name="connsiteY43" fmla="*/ 263659 h 361971"/>
                <a:gd name="connsiteX44" fmla="*/ 235149 w 361670"/>
                <a:gd name="connsiteY44" fmla="*/ 308985 h 361971"/>
                <a:gd name="connsiteX45" fmla="*/ 224925 w 361670"/>
                <a:gd name="connsiteY45" fmla="*/ 298770 h 361971"/>
                <a:gd name="connsiteX46" fmla="*/ 235149 w 361670"/>
                <a:gd name="connsiteY46" fmla="*/ 288556 h 361971"/>
                <a:gd name="connsiteX47" fmla="*/ 245373 w 361670"/>
                <a:gd name="connsiteY47" fmla="*/ 298770 h 361971"/>
                <a:gd name="connsiteX48" fmla="*/ 245373 w 361670"/>
                <a:gd name="connsiteY48" fmla="*/ 298770 h 361971"/>
                <a:gd name="connsiteX49" fmla="*/ 235149 w 361670"/>
                <a:gd name="connsiteY49" fmla="*/ 308985 h 361971"/>
                <a:gd name="connsiteX50" fmla="*/ 235149 w 361670"/>
                <a:gd name="connsiteY50" fmla="*/ 308985 h 361971"/>
                <a:gd name="connsiteX51" fmla="*/ 235149 w 361670"/>
                <a:gd name="connsiteY51" fmla="*/ 308985 h 361971"/>
                <a:gd name="connsiteX52" fmla="*/ 265821 w 361670"/>
                <a:gd name="connsiteY52" fmla="*/ 152577 h 361971"/>
                <a:gd name="connsiteX53" fmla="*/ 257514 w 361670"/>
                <a:gd name="connsiteY53" fmla="*/ 192158 h 361971"/>
                <a:gd name="connsiteX54" fmla="*/ 257514 w 361670"/>
                <a:gd name="connsiteY54" fmla="*/ 203011 h 361971"/>
                <a:gd name="connsiteX55" fmla="*/ 243456 w 361670"/>
                <a:gd name="connsiteY55" fmla="*/ 216417 h 361971"/>
                <a:gd name="connsiteX56" fmla="*/ 243456 w 361670"/>
                <a:gd name="connsiteY56" fmla="*/ 216417 h 361971"/>
                <a:gd name="connsiteX57" fmla="*/ 118214 w 361670"/>
                <a:gd name="connsiteY57" fmla="*/ 216417 h 361971"/>
                <a:gd name="connsiteX58" fmla="*/ 104156 w 361670"/>
                <a:gd name="connsiteY58" fmla="*/ 203011 h 361971"/>
                <a:gd name="connsiteX59" fmla="*/ 104156 w 361670"/>
                <a:gd name="connsiteY59" fmla="*/ 203011 h 361971"/>
                <a:gd name="connsiteX60" fmla="*/ 104156 w 361670"/>
                <a:gd name="connsiteY60" fmla="*/ 192158 h 361971"/>
                <a:gd name="connsiteX61" fmla="*/ 95849 w 361670"/>
                <a:gd name="connsiteY61" fmla="*/ 152577 h 361971"/>
                <a:gd name="connsiteX62" fmla="*/ 98404 w 361670"/>
                <a:gd name="connsiteY62" fmla="*/ 132787 h 361971"/>
                <a:gd name="connsiteX63" fmla="*/ 109907 w 361670"/>
                <a:gd name="connsiteY63" fmla="*/ 127041 h 361971"/>
                <a:gd name="connsiteX64" fmla="*/ 121409 w 361670"/>
                <a:gd name="connsiteY64" fmla="*/ 127041 h 361971"/>
                <a:gd name="connsiteX65" fmla="*/ 121409 w 361670"/>
                <a:gd name="connsiteY65" fmla="*/ 84907 h 361971"/>
                <a:gd name="connsiteX66" fmla="*/ 153358 w 361670"/>
                <a:gd name="connsiteY66" fmla="*/ 52987 h 361971"/>
                <a:gd name="connsiteX67" fmla="*/ 207673 w 361670"/>
                <a:gd name="connsiteY67" fmla="*/ 52987 h 361971"/>
                <a:gd name="connsiteX68" fmla="*/ 239623 w 361670"/>
                <a:gd name="connsiteY68" fmla="*/ 84907 h 361971"/>
                <a:gd name="connsiteX69" fmla="*/ 239623 w 361670"/>
                <a:gd name="connsiteY69" fmla="*/ 127041 h 361971"/>
                <a:gd name="connsiteX70" fmla="*/ 251124 w 361670"/>
                <a:gd name="connsiteY70" fmla="*/ 127041 h 361971"/>
                <a:gd name="connsiteX71" fmla="*/ 262626 w 361670"/>
                <a:gd name="connsiteY71" fmla="*/ 132787 h 361971"/>
                <a:gd name="connsiteX72" fmla="*/ 265821 w 361670"/>
                <a:gd name="connsiteY72" fmla="*/ 152577 h 361971"/>
                <a:gd name="connsiteX73" fmla="*/ 265821 w 361670"/>
                <a:gd name="connsiteY73" fmla="*/ 15257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61670" h="361971">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1670" y="81077"/>
                    <a:pt x="280518" y="0"/>
                    <a:pt x="180835" y="0"/>
                  </a:cubicBezTo>
                  <a:close/>
                  <a:moveTo>
                    <a:pt x="126520" y="308985"/>
                  </a:moveTo>
                  <a:cubicBezTo>
                    <a:pt x="120769" y="308985"/>
                    <a:pt x="116297" y="304516"/>
                    <a:pt x="116297" y="298770"/>
                  </a:cubicBezTo>
                  <a:cubicBezTo>
                    <a:pt x="116297" y="293025"/>
                    <a:pt x="120769" y="288556"/>
                    <a:pt x="126520" y="288556"/>
                  </a:cubicBezTo>
                  <a:cubicBezTo>
                    <a:pt x="132271" y="288556"/>
                    <a:pt x="136744" y="293025"/>
                    <a:pt x="136744" y="298770"/>
                  </a:cubicBezTo>
                  <a:cubicBezTo>
                    <a:pt x="136744" y="298770"/>
                    <a:pt x="136744" y="298770"/>
                    <a:pt x="136744" y="298770"/>
                  </a:cubicBezTo>
                  <a:cubicBezTo>
                    <a:pt x="136744" y="304516"/>
                    <a:pt x="131633" y="308985"/>
                    <a:pt x="126520" y="308985"/>
                  </a:cubicBezTo>
                  <a:close/>
                  <a:moveTo>
                    <a:pt x="180835" y="308985"/>
                  </a:moveTo>
                  <a:cubicBezTo>
                    <a:pt x="175084" y="308985"/>
                    <a:pt x="170611" y="304516"/>
                    <a:pt x="170611" y="298770"/>
                  </a:cubicBezTo>
                  <a:cubicBezTo>
                    <a:pt x="170611" y="293025"/>
                    <a:pt x="175084" y="288556"/>
                    <a:pt x="180835" y="288556"/>
                  </a:cubicBezTo>
                  <a:cubicBezTo>
                    <a:pt x="186586" y="288556"/>
                    <a:pt x="191059" y="293025"/>
                    <a:pt x="191059" y="298770"/>
                  </a:cubicBezTo>
                  <a:cubicBezTo>
                    <a:pt x="191059" y="298770"/>
                    <a:pt x="191059" y="298770"/>
                    <a:pt x="191059" y="298770"/>
                  </a:cubicBezTo>
                  <a:cubicBezTo>
                    <a:pt x="191059" y="304516"/>
                    <a:pt x="185947" y="308985"/>
                    <a:pt x="180835" y="308985"/>
                  </a:cubicBezTo>
                  <a:close/>
                  <a:moveTo>
                    <a:pt x="215979" y="263659"/>
                  </a:moveTo>
                  <a:lnTo>
                    <a:pt x="187225" y="263659"/>
                  </a:lnTo>
                  <a:lnTo>
                    <a:pt x="187225" y="280895"/>
                  </a:lnTo>
                  <a:cubicBezTo>
                    <a:pt x="187225" y="284726"/>
                    <a:pt x="184669" y="287279"/>
                    <a:pt x="180835" y="287279"/>
                  </a:cubicBezTo>
                  <a:cubicBezTo>
                    <a:pt x="177001" y="287279"/>
                    <a:pt x="174445" y="284726"/>
                    <a:pt x="174445" y="280895"/>
                  </a:cubicBezTo>
                  <a:lnTo>
                    <a:pt x="174445" y="263659"/>
                  </a:lnTo>
                  <a:lnTo>
                    <a:pt x="145690" y="263659"/>
                  </a:lnTo>
                  <a:cubicBezTo>
                    <a:pt x="139300" y="263659"/>
                    <a:pt x="133549" y="268766"/>
                    <a:pt x="133549" y="275788"/>
                  </a:cubicBezTo>
                  <a:lnTo>
                    <a:pt x="133549" y="280895"/>
                  </a:lnTo>
                  <a:cubicBezTo>
                    <a:pt x="133549" y="284726"/>
                    <a:pt x="130994" y="287279"/>
                    <a:pt x="127159" y="287279"/>
                  </a:cubicBezTo>
                  <a:cubicBezTo>
                    <a:pt x="123325" y="287279"/>
                    <a:pt x="120769" y="284726"/>
                    <a:pt x="120769" y="280895"/>
                  </a:cubicBezTo>
                  <a:lnTo>
                    <a:pt x="120769" y="275788"/>
                  </a:lnTo>
                  <a:cubicBezTo>
                    <a:pt x="120769" y="262382"/>
                    <a:pt x="131633" y="250891"/>
                    <a:pt x="145690" y="250891"/>
                  </a:cubicBezTo>
                  <a:lnTo>
                    <a:pt x="174445" y="250891"/>
                  </a:lnTo>
                  <a:lnTo>
                    <a:pt x="174445" y="225993"/>
                  </a:lnTo>
                  <a:cubicBezTo>
                    <a:pt x="174445" y="222163"/>
                    <a:pt x="177001" y="219609"/>
                    <a:pt x="180835" y="219609"/>
                  </a:cubicBezTo>
                  <a:cubicBezTo>
                    <a:pt x="184669" y="219609"/>
                    <a:pt x="187225" y="222163"/>
                    <a:pt x="187225" y="225993"/>
                  </a:cubicBezTo>
                  <a:lnTo>
                    <a:pt x="187225" y="250891"/>
                  </a:lnTo>
                  <a:lnTo>
                    <a:pt x="215979" y="250891"/>
                  </a:lnTo>
                  <a:cubicBezTo>
                    <a:pt x="229398" y="250891"/>
                    <a:pt x="240900" y="261743"/>
                    <a:pt x="240900" y="275788"/>
                  </a:cubicBezTo>
                  <a:lnTo>
                    <a:pt x="240900" y="280895"/>
                  </a:lnTo>
                  <a:cubicBezTo>
                    <a:pt x="240900" y="284726"/>
                    <a:pt x="238344" y="287279"/>
                    <a:pt x="234510" y="287279"/>
                  </a:cubicBezTo>
                  <a:cubicBezTo>
                    <a:pt x="230677" y="287279"/>
                    <a:pt x="228120" y="284726"/>
                    <a:pt x="228120" y="280895"/>
                  </a:cubicBezTo>
                  <a:lnTo>
                    <a:pt x="228120" y="275788"/>
                  </a:lnTo>
                  <a:cubicBezTo>
                    <a:pt x="228120" y="268766"/>
                    <a:pt x="222369" y="263659"/>
                    <a:pt x="215979" y="263659"/>
                  </a:cubicBezTo>
                  <a:lnTo>
                    <a:pt x="215979" y="263659"/>
                  </a:lnTo>
                  <a:close/>
                  <a:moveTo>
                    <a:pt x="235149" y="308985"/>
                  </a:moveTo>
                  <a:cubicBezTo>
                    <a:pt x="229398" y="308985"/>
                    <a:pt x="224925" y="304516"/>
                    <a:pt x="224925" y="298770"/>
                  </a:cubicBezTo>
                  <a:cubicBezTo>
                    <a:pt x="224925" y="293025"/>
                    <a:pt x="229398" y="288556"/>
                    <a:pt x="235149" y="288556"/>
                  </a:cubicBezTo>
                  <a:cubicBezTo>
                    <a:pt x="240900" y="288556"/>
                    <a:pt x="245373" y="293025"/>
                    <a:pt x="245373" y="298770"/>
                  </a:cubicBezTo>
                  <a:cubicBezTo>
                    <a:pt x="245373" y="298770"/>
                    <a:pt x="245373" y="298770"/>
                    <a:pt x="245373" y="298770"/>
                  </a:cubicBezTo>
                  <a:cubicBezTo>
                    <a:pt x="245373" y="304516"/>
                    <a:pt x="240900" y="308985"/>
                    <a:pt x="235149" y="308985"/>
                  </a:cubicBezTo>
                  <a:cubicBezTo>
                    <a:pt x="235149" y="308985"/>
                    <a:pt x="235149" y="308985"/>
                    <a:pt x="235149" y="308985"/>
                  </a:cubicBezTo>
                  <a:lnTo>
                    <a:pt x="235149" y="308985"/>
                  </a:lnTo>
                  <a:close/>
                  <a:moveTo>
                    <a:pt x="265821" y="152577"/>
                  </a:moveTo>
                  <a:lnTo>
                    <a:pt x="257514" y="192158"/>
                  </a:lnTo>
                  <a:lnTo>
                    <a:pt x="257514" y="203011"/>
                  </a:lnTo>
                  <a:cubicBezTo>
                    <a:pt x="257514" y="210671"/>
                    <a:pt x="251124" y="216417"/>
                    <a:pt x="243456" y="216417"/>
                  </a:cubicBezTo>
                  <a:lnTo>
                    <a:pt x="243456" y="216417"/>
                  </a:lnTo>
                  <a:lnTo>
                    <a:pt x="118214" y="216417"/>
                  </a:lnTo>
                  <a:cubicBezTo>
                    <a:pt x="110545" y="216417"/>
                    <a:pt x="104156" y="210033"/>
                    <a:pt x="104156" y="203011"/>
                  </a:cubicBezTo>
                  <a:lnTo>
                    <a:pt x="104156" y="203011"/>
                  </a:lnTo>
                  <a:lnTo>
                    <a:pt x="104156" y="192158"/>
                  </a:lnTo>
                  <a:lnTo>
                    <a:pt x="95849" y="152577"/>
                  </a:lnTo>
                  <a:cubicBezTo>
                    <a:pt x="93293" y="146193"/>
                    <a:pt x="94571" y="138532"/>
                    <a:pt x="98404" y="132787"/>
                  </a:cubicBezTo>
                  <a:cubicBezTo>
                    <a:pt x="100961" y="129595"/>
                    <a:pt x="105434" y="127041"/>
                    <a:pt x="109907" y="127041"/>
                  </a:cubicBezTo>
                  <a:lnTo>
                    <a:pt x="121409" y="127041"/>
                  </a:lnTo>
                  <a:lnTo>
                    <a:pt x="121409" y="84907"/>
                  </a:lnTo>
                  <a:cubicBezTo>
                    <a:pt x="121409" y="67032"/>
                    <a:pt x="135466" y="52987"/>
                    <a:pt x="153358" y="52987"/>
                  </a:cubicBezTo>
                  <a:lnTo>
                    <a:pt x="207673" y="52987"/>
                  </a:lnTo>
                  <a:cubicBezTo>
                    <a:pt x="225564" y="52987"/>
                    <a:pt x="239623" y="67032"/>
                    <a:pt x="239623" y="84907"/>
                  </a:cubicBezTo>
                  <a:lnTo>
                    <a:pt x="239623" y="127041"/>
                  </a:lnTo>
                  <a:lnTo>
                    <a:pt x="251124" y="127041"/>
                  </a:lnTo>
                  <a:cubicBezTo>
                    <a:pt x="255597" y="127041"/>
                    <a:pt x="259431" y="128956"/>
                    <a:pt x="262626" y="132787"/>
                  </a:cubicBezTo>
                  <a:cubicBezTo>
                    <a:pt x="266460" y="138532"/>
                    <a:pt x="267738" y="145555"/>
                    <a:pt x="265821" y="152577"/>
                  </a:cubicBezTo>
                  <a:lnTo>
                    <a:pt x="265821" y="152577"/>
                  </a:lnTo>
                  <a:close/>
                </a:path>
              </a:pathLst>
            </a:custGeom>
            <a:solidFill>
              <a:srgbClr val="62B5E5"/>
            </a:solidFill>
            <a:ln w="6390" cap="flat">
              <a:noFill/>
              <a:prstDash val="solid"/>
              <a:miter/>
            </a:ln>
          </p:spPr>
          <p:txBody>
            <a:bodyPr rtlCol="0" anchor="ctr"/>
            <a:lstStyle/>
            <a:p>
              <a:endParaRPr lang="en-US"/>
            </a:p>
          </p:txBody>
        </p:sp>
        <p:sp>
          <p:nvSpPr>
            <p:cNvPr id="49" name="Graphic 4">
              <a:extLst>
                <a:ext uri="{FF2B5EF4-FFF2-40B4-BE49-F238E27FC236}">
                  <a16:creationId xmlns:a16="http://schemas.microsoft.com/office/drawing/2014/main" id="{2B45875E-FFEE-F24E-8CE6-C7E9108FDB78}"/>
                </a:ext>
              </a:extLst>
            </p:cNvPr>
            <p:cNvSpPr/>
            <p:nvPr/>
          </p:nvSpPr>
          <p:spPr>
            <a:xfrm>
              <a:off x="11489745" y="1098207"/>
              <a:ext cx="127159" cy="23620"/>
            </a:xfrm>
            <a:custGeom>
              <a:avLst/>
              <a:gdLst>
                <a:gd name="connsiteX0" fmla="*/ 1278 w 127159"/>
                <a:gd name="connsiteY0" fmla="*/ 0 h 23620"/>
                <a:gd name="connsiteX1" fmla="*/ 125882 w 127159"/>
                <a:gd name="connsiteY1" fmla="*/ 0 h 23620"/>
                <a:gd name="connsiteX2" fmla="*/ 127160 w 127159"/>
                <a:gd name="connsiteY2" fmla="*/ 638 h 23620"/>
                <a:gd name="connsiteX3" fmla="*/ 127160 w 127159"/>
                <a:gd name="connsiteY3" fmla="*/ 22982 h 23620"/>
                <a:gd name="connsiteX4" fmla="*/ 125882 w 127159"/>
                <a:gd name="connsiteY4" fmla="*/ 23621 h 23620"/>
                <a:gd name="connsiteX5" fmla="*/ 1278 w 127159"/>
                <a:gd name="connsiteY5" fmla="*/ 23621 h 23620"/>
                <a:gd name="connsiteX6" fmla="*/ 0 w 127159"/>
                <a:gd name="connsiteY6" fmla="*/ 22982 h 23620"/>
                <a:gd name="connsiteX7" fmla="*/ 0 w 127159"/>
                <a:gd name="connsiteY7" fmla="*/ 638 h 23620"/>
                <a:gd name="connsiteX8" fmla="*/ 1278 w 127159"/>
                <a:gd name="connsiteY8" fmla="*/ 0 h 2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159" h="23620">
                  <a:moveTo>
                    <a:pt x="1278" y="0"/>
                  </a:moveTo>
                  <a:lnTo>
                    <a:pt x="125882" y="0"/>
                  </a:lnTo>
                  <a:cubicBezTo>
                    <a:pt x="126521" y="0"/>
                    <a:pt x="127160" y="638"/>
                    <a:pt x="127160" y="638"/>
                  </a:cubicBezTo>
                  <a:lnTo>
                    <a:pt x="127160" y="22982"/>
                  </a:lnTo>
                  <a:cubicBezTo>
                    <a:pt x="127160" y="23621"/>
                    <a:pt x="126521" y="23621"/>
                    <a:pt x="125882" y="23621"/>
                  </a:cubicBezTo>
                  <a:lnTo>
                    <a:pt x="1278" y="23621"/>
                  </a:lnTo>
                  <a:cubicBezTo>
                    <a:pt x="639" y="23621"/>
                    <a:pt x="0" y="22982"/>
                    <a:pt x="0" y="22982"/>
                  </a:cubicBezTo>
                  <a:lnTo>
                    <a:pt x="0" y="638"/>
                  </a:lnTo>
                  <a:cubicBezTo>
                    <a:pt x="0" y="0"/>
                    <a:pt x="639" y="0"/>
                    <a:pt x="1278" y="0"/>
                  </a:cubicBezTo>
                  <a:close/>
                </a:path>
              </a:pathLst>
            </a:custGeom>
            <a:solidFill>
              <a:srgbClr val="62B5E5"/>
            </a:solidFill>
            <a:ln w="6390" cap="flat">
              <a:noFill/>
              <a:prstDash val="solid"/>
              <a:miter/>
            </a:ln>
          </p:spPr>
          <p:txBody>
            <a:bodyPr rtlCol="0" anchor="ctr"/>
            <a:lstStyle/>
            <a:p>
              <a:endParaRPr lang="en-US"/>
            </a:p>
          </p:txBody>
        </p:sp>
      </p:grpSp>
      <p:grpSp>
        <p:nvGrpSpPr>
          <p:cNvPr id="50" name="Graphic 4">
            <a:extLst>
              <a:ext uri="{FF2B5EF4-FFF2-40B4-BE49-F238E27FC236}">
                <a16:creationId xmlns:a16="http://schemas.microsoft.com/office/drawing/2014/main" id="{4CB650B8-C4EF-494C-B2F1-FCA067EFDBBA}"/>
              </a:ext>
            </a:extLst>
          </p:cNvPr>
          <p:cNvGrpSpPr>
            <a:grpSpLocks noChangeAspect="1"/>
          </p:cNvGrpSpPr>
          <p:nvPr/>
        </p:nvGrpSpPr>
        <p:grpSpPr>
          <a:xfrm>
            <a:off x="9887149" y="1885512"/>
            <a:ext cx="362309" cy="362450"/>
            <a:chOff x="9887149" y="1885512"/>
            <a:chExt cx="362309" cy="362450"/>
          </a:xfrm>
          <a:solidFill>
            <a:srgbClr val="62B5E5"/>
          </a:solidFill>
        </p:grpSpPr>
        <p:sp>
          <p:nvSpPr>
            <p:cNvPr id="51" name="Graphic 4">
              <a:extLst>
                <a:ext uri="{FF2B5EF4-FFF2-40B4-BE49-F238E27FC236}">
                  <a16:creationId xmlns:a16="http://schemas.microsoft.com/office/drawing/2014/main" id="{98C0B412-463F-AF40-A001-A6375F27A7E3}"/>
                </a:ext>
              </a:extLst>
            </p:cNvPr>
            <p:cNvSpPr/>
            <p:nvPr/>
          </p:nvSpPr>
          <p:spPr>
            <a:xfrm>
              <a:off x="9887149" y="1885512"/>
              <a:ext cx="362309" cy="362450"/>
            </a:xfrm>
            <a:custGeom>
              <a:avLst/>
              <a:gdLst>
                <a:gd name="connsiteX0" fmla="*/ 180835 w 362309"/>
                <a:gd name="connsiteY0" fmla="*/ 479 h 362450"/>
                <a:gd name="connsiteX1" fmla="*/ 0 w 362309"/>
                <a:gd name="connsiteY1" fmla="*/ 181784 h 362450"/>
                <a:gd name="connsiteX2" fmla="*/ 181474 w 362309"/>
                <a:gd name="connsiteY2" fmla="*/ 362451 h 362450"/>
                <a:gd name="connsiteX3" fmla="*/ 362309 w 362309"/>
                <a:gd name="connsiteY3" fmla="*/ 181784 h 362450"/>
                <a:gd name="connsiteX4" fmla="*/ 180835 w 362309"/>
                <a:gd name="connsiteY4" fmla="*/ 479 h 362450"/>
                <a:gd name="connsiteX5" fmla="*/ 180835 w 362309"/>
                <a:gd name="connsiteY5" fmla="*/ 479 h 362450"/>
                <a:gd name="connsiteX6" fmla="*/ 180835 w 362309"/>
                <a:gd name="connsiteY6" fmla="*/ 349044 h 362450"/>
                <a:gd name="connsiteX7" fmla="*/ 12780 w 362309"/>
                <a:gd name="connsiteY7" fmla="*/ 180507 h 362450"/>
                <a:gd name="connsiteX8" fmla="*/ 181474 w 362309"/>
                <a:gd name="connsiteY8" fmla="*/ 12608 h 362450"/>
                <a:gd name="connsiteX9" fmla="*/ 349529 w 362309"/>
                <a:gd name="connsiteY9" fmla="*/ 181146 h 362450"/>
                <a:gd name="connsiteX10" fmla="*/ 180835 w 362309"/>
                <a:gd name="connsiteY10" fmla="*/ 349044 h 36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2450">
                  <a:moveTo>
                    <a:pt x="180835" y="479"/>
                  </a:moveTo>
                  <a:cubicBezTo>
                    <a:pt x="80513" y="479"/>
                    <a:pt x="0" y="81555"/>
                    <a:pt x="0" y="181784"/>
                  </a:cubicBezTo>
                  <a:cubicBezTo>
                    <a:pt x="0" y="282012"/>
                    <a:pt x="81152" y="362451"/>
                    <a:pt x="181474" y="362451"/>
                  </a:cubicBezTo>
                  <a:cubicBezTo>
                    <a:pt x="281157" y="362451"/>
                    <a:pt x="362309" y="281374"/>
                    <a:pt x="362309" y="181784"/>
                  </a:cubicBezTo>
                  <a:cubicBezTo>
                    <a:pt x="362309" y="80917"/>
                    <a:pt x="281157" y="479"/>
                    <a:pt x="180835" y="479"/>
                  </a:cubicBezTo>
                  <a:cubicBezTo>
                    <a:pt x="180835" y="-160"/>
                    <a:pt x="180835" y="-160"/>
                    <a:pt x="180835" y="479"/>
                  </a:cubicBezTo>
                  <a:close/>
                  <a:moveTo>
                    <a:pt x="180835" y="349044"/>
                  </a:moveTo>
                  <a:cubicBezTo>
                    <a:pt x="87542" y="349044"/>
                    <a:pt x="12780" y="273713"/>
                    <a:pt x="12780" y="180507"/>
                  </a:cubicBezTo>
                  <a:cubicBezTo>
                    <a:pt x="12780" y="87301"/>
                    <a:pt x="88181" y="12608"/>
                    <a:pt x="181474" y="12608"/>
                  </a:cubicBezTo>
                  <a:cubicBezTo>
                    <a:pt x="274128" y="12608"/>
                    <a:pt x="349529" y="87939"/>
                    <a:pt x="349529" y="181146"/>
                  </a:cubicBezTo>
                  <a:cubicBezTo>
                    <a:pt x="349529" y="274352"/>
                    <a:pt x="274128" y="349044"/>
                    <a:pt x="180835" y="349044"/>
                  </a:cubicBezTo>
                  <a:close/>
                </a:path>
              </a:pathLst>
            </a:custGeom>
            <a:solidFill>
              <a:srgbClr val="62B5E5"/>
            </a:solidFill>
            <a:ln w="6390" cap="flat">
              <a:noFill/>
              <a:prstDash val="solid"/>
              <a:miter/>
            </a:ln>
          </p:spPr>
          <p:txBody>
            <a:bodyPr rtlCol="0" anchor="ctr"/>
            <a:lstStyle/>
            <a:p>
              <a:endParaRPr lang="en-US"/>
            </a:p>
          </p:txBody>
        </p:sp>
        <p:sp>
          <p:nvSpPr>
            <p:cNvPr id="52" name="Graphic 4">
              <a:extLst>
                <a:ext uri="{FF2B5EF4-FFF2-40B4-BE49-F238E27FC236}">
                  <a16:creationId xmlns:a16="http://schemas.microsoft.com/office/drawing/2014/main" id="{E7CB31B9-0567-D84E-97DD-7705EABAB9ED}"/>
                </a:ext>
              </a:extLst>
            </p:cNvPr>
            <p:cNvSpPr/>
            <p:nvPr/>
          </p:nvSpPr>
          <p:spPr>
            <a:xfrm>
              <a:off x="9951688" y="1993241"/>
              <a:ext cx="231954" cy="146831"/>
            </a:xfrm>
            <a:custGeom>
              <a:avLst/>
              <a:gdLst>
                <a:gd name="connsiteX0" fmla="*/ 226204 w 231954"/>
                <a:gd name="connsiteY0" fmla="*/ 0 h 146831"/>
                <a:gd name="connsiteX1" fmla="*/ 6390 w 231954"/>
                <a:gd name="connsiteY1" fmla="*/ 0 h 146831"/>
                <a:gd name="connsiteX2" fmla="*/ 0 w 231954"/>
                <a:gd name="connsiteY2" fmla="*/ 6384 h 146831"/>
                <a:gd name="connsiteX3" fmla="*/ 6390 w 231954"/>
                <a:gd name="connsiteY3" fmla="*/ 12768 h 146831"/>
                <a:gd name="connsiteX4" fmla="*/ 15975 w 231954"/>
                <a:gd name="connsiteY4" fmla="*/ 12768 h 146831"/>
                <a:gd name="connsiteX5" fmla="*/ 15975 w 231954"/>
                <a:gd name="connsiteY5" fmla="*/ 140448 h 146831"/>
                <a:gd name="connsiteX6" fmla="*/ 22365 w 231954"/>
                <a:gd name="connsiteY6" fmla="*/ 146832 h 146831"/>
                <a:gd name="connsiteX7" fmla="*/ 28755 w 231954"/>
                <a:gd name="connsiteY7" fmla="*/ 140448 h 146831"/>
                <a:gd name="connsiteX8" fmla="*/ 28755 w 231954"/>
                <a:gd name="connsiteY8" fmla="*/ 109166 h 146831"/>
                <a:gd name="connsiteX9" fmla="*/ 102878 w 231954"/>
                <a:gd name="connsiteY9" fmla="*/ 109166 h 146831"/>
                <a:gd name="connsiteX10" fmla="*/ 109268 w 231954"/>
                <a:gd name="connsiteY10" fmla="*/ 102782 h 146831"/>
                <a:gd name="connsiteX11" fmla="*/ 109268 w 231954"/>
                <a:gd name="connsiteY11" fmla="*/ 12768 h 146831"/>
                <a:gd name="connsiteX12" fmla="*/ 206395 w 231954"/>
                <a:gd name="connsiteY12" fmla="*/ 12768 h 146831"/>
                <a:gd name="connsiteX13" fmla="*/ 206395 w 231954"/>
                <a:gd name="connsiteY13" fmla="*/ 140448 h 146831"/>
                <a:gd name="connsiteX14" fmla="*/ 212784 w 231954"/>
                <a:gd name="connsiteY14" fmla="*/ 146832 h 146831"/>
                <a:gd name="connsiteX15" fmla="*/ 219174 w 231954"/>
                <a:gd name="connsiteY15" fmla="*/ 140448 h 146831"/>
                <a:gd name="connsiteX16" fmla="*/ 219174 w 231954"/>
                <a:gd name="connsiteY16" fmla="*/ 12768 h 146831"/>
                <a:gd name="connsiteX17" fmla="*/ 225564 w 231954"/>
                <a:gd name="connsiteY17" fmla="*/ 12768 h 146831"/>
                <a:gd name="connsiteX18" fmla="*/ 231954 w 231954"/>
                <a:gd name="connsiteY18" fmla="*/ 6384 h 146831"/>
                <a:gd name="connsiteX19" fmla="*/ 226204 w 231954"/>
                <a:gd name="connsiteY19" fmla="*/ 0 h 146831"/>
                <a:gd name="connsiteX20" fmla="*/ 226204 w 231954"/>
                <a:gd name="connsiteY20" fmla="*/ 0 h 146831"/>
                <a:gd name="connsiteX21" fmla="*/ 28755 w 231954"/>
                <a:gd name="connsiteY21" fmla="*/ 95760 h 146831"/>
                <a:gd name="connsiteX22" fmla="*/ 28755 w 231954"/>
                <a:gd name="connsiteY22" fmla="*/ 59371 h 146831"/>
                <a:gd name="connsiteX23" fmla="*/ 95849 w 231954"/>
                <a:gd name="connsiteY23" fmla="*/ 59371 h 146831"/>
                <a:gd name="connsiteX24" fmla="*/ 96488 w 231954"/>
                <a:gd name="connsiteY24" fmla="*/ 59371 h 146831"/>
                <a:gd name="connsiteX25" fmla="*/ 96488 w 231954"/>
                <a:gd name="connsiteY25" fmla="*/ 95760 h 146831"/>
                <a:gd name="connsiteX26" fmla="*/ 28755 w 231954"/>
                <a:gd name="connsiteY26" fmla="*/ 95760 h 146831"/>
                <a:gd name="connsiteX27" fmla="*/ 96488 w 231954"/>
                <a:gd name="connsiteY27" fmla="*/ 46603 h 146831"/>
                <a:gd name="connsiteX28" fmla="*/ 96488 w 231954"/>
                <a:gd name="connsiteY28" fmla="*/ 46603 h 146831"/>
                <a:gd name="connsiteX29" fmla="*/ 28755 w 231954"/>
                <a:gd name="connsiteY29" fmla="*/ 46603 h 146831"/>
                <a:gd name="connsiteX30" fmla="*/ 28755 w 231954"/>
                <a:gd name="connsiteY30" fmla="*/ 12768 h 146831"/>
                <a:gd name="connsiteX31" fmla="*/ 96488 w 231954"/>
                <a:gd name="connsiteY31" fmla="*/ 12768 h 146831"/>
                <a:gd name="connsiteX32" fmla="*/ 96488 w 231954"/>
                <a:gd name="connsiteY32" fmla="*/ 46603 h 146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31954" h="146831">
                  <a:moveTo>
                    <a:pt x="226204" y="0"/>
                  </a:moveTo>
                  <a:lnTo>
                    <a:pt x="6390" y="0"/>
                  </a:lnTo>
                  <a:cubicBezTo>
                    <a:pt x="2556" y="0"/>
                    <a:pt x="0" y="2554"/>
                    <a:pt x="0" y="6384"/>
                  </a:cubicBezTo>
                  <a:cubicBezTo>
                    <a:pt x="0" y="10214"/>
                    <a:pt x="2556" y="12768"/>
                    <a:pt x="6390" y="12768"/>
                  </a:cubicBezTo>
                  <a:lnTo>
                    <a:pt x="15975" y="12768"/>
                  </a:lnTo>
                  <a:lnTo>
                    <a:pt x="15975" y="140448"/>
                  </a:lnTo>
                  <a:cubicBezTo>
                    <a:pt x="15975" y="144278"/>
                    <a:pt x="18531" y="146832"/>
                    <a:pt x="22365" y="146832"/>
                  </a:cubicBezTo>
                  <a:cubicBezTo>
                    <a:pt x="26199" y="146832"/>
                    <a:pt x="28755" y="144278"/>
                    <a:pt x="28755" y="140448"/>
                  </a:cubicBezTo>
                  <a:lnTo>
                    <a:pt x="28755" y="109166"/>
                  </a:lnTo>
                  <a:lnTo>
                    <a:pt x="102878" y="109166"/>
                  </a:lnTo>
                  <a:cubicBezTo>
                    <a:pt x="106712" y="109166"/>
                    <a:pt x="109268" y="106612"/>
                    <a:pt x="109268" y="102782"/>
                  </a:cubicBezTo>
                  <a:lnTo>
                    <a:pt x="109268" y="12768"/>
                  </a:lnTo>
                  <a:lnTo>
                    <a:pt x="206395" y="12768"/>
                  </a:lnTo>
                  <a:lnTo>
                    <a:pt x="206395" y="140448"/>
                  </a:lnTo>
                  <a:cubicBezTo>
                    <a:pt x="206395" y="144278"/>
                    <a:pt x="208951" y="146832"/>
                    <a:pt x="212784" y="146832"/>
                  </a:cubicBezTo>
                  <a:cubicBezTo>
                    <a:pt x="216619" y="146832"/>
                    <a:pt x="219174" y="144278"/>
                    <a:pt x="219174" y="140448"/>
                  </a:cubicBezTo>
                  <a:lnTo>
                    <a:pt x="219174" y="12768"/>
                  </a:lnTo>
                  <a:lnTo>
                    <a:pt x="225564" y="12768"/>
                  </a:lnTo>
                  <a:cubicBezTo>
                    <a:pt x="229399" y="12768"/>
                    <a:pt x="231954" y="10214"/>
                    <a:pt x="231954" y="6384"/>
                  </a:cubicBezTo>
                  <a:cubicBezTo>
                    <a:pt x="231954" y="2554"/>
                    <a:pt x="229399" y="0"/>
                    <a:pt x="226204" y="0"/>
                  </a:cubicBezTo>
                  <a:lnTo>
                    <a:pt x="226204" y="0"/>
                  </a:lnTo>
                  <a:close/>
                  <a:moveTo>
                    <a:pt x="28755" y="95760"/>
                  </a:moveTo>
                  <a:lnTo>
                    <a:pt x="28755" y="59371"/>
                  </a:lnTo>
                  <a:lnTo>
                    <a:pt x="95849" y="59371"/>
                  </a:lnTo>
                  <a:lnTo>
                    <a:pt x="96488" y="59371"/>
                  </a:lnTo>
                  <a:lnTo>
                    <a:pt x="96488" y="95760"/>
                  </a:lnTo>
                  <a:lnTo>
                    <a:pt x="28755" y="95760"/>
                  </a:lnTo>
                  <a:close/>
                  <a:moveTo>
                    <a:pt x="96488" y="46603"/>
                  </a:moveTo>
                  <a:lnTo>
                    <a:pt x="96488" y="46603"/>
                  </a:lnTo>
                  <a:lnTo>
                    <a:pt x="28755" y="46603"/>
                  </a:lnTo>
                  <a:lnTo>
                    <a:pt x="28755" y="12768"/>
                  </a:lnTo>
                  <a:lnTo>
                    <a:pt x="96488" y="12768"/>
                  </a:lnTo>
                  <a:lnTo>
                    <a:pt x="96488" y="46603"/>
                  </a:lnTo>
                  <a:close/>
                </a:path>
              </a:pathLst>
            </a:custGeom>
            <a:solidFill>
              <a:srgbClr val="62B5E5"/>
            </a:solidFill>
            <a:ln w="6390" cap="flat">
              <a:noFill/>
              <a:prstDash val="solid"/>
              <a:miter/>
            </a:ln>
          </p:spPr>
          <p:txBody>
            <a:bodyPr rtlCol="0" anchor="ctr"/>
            <a:lstStyle/>
            <a:p>
              <a:endParaRPr lang="en-US"/>
            </a:p>
          </p:txBody>
        </p:sp>
      </p:grpSp>
      <p:grpSp>
        <p:nvGrpSpPr>
          <p:cNvPr id="53" name="Graphic 4">
            <a:extLst>
              <a:ext uri="{FF2B5EF4-FFF2-40B4-BE49-F238E27FC236}">
                <a16:creationId xmlns:a16="http://schemas.microsoft.com/office/drawing/2014/main" id="{BB540ED5-4B3D-9446-86C4-E666BA099082}"/>
              </a:ext>
            </a:extLst>
          </p:cNvPr>
          <p:cNvGrpSpPr>
            <a:grpSpLocks noChangeAspect="1"/>
          </p:cNvGrpSpPr>
          <p:nvPr/>
        </p:nvGrpSpPr>
        <p:grpSpPr>
          <a:xfrm>
            <a:off x="10325499" y="1885990"/>
            <a:ext cx="361670" cy="361971"/>
            <a:chOff x="10325499" y="1885990"/>
            <a:chExt cx="361670" cy="361971"/>
          </a:xfrm>
          <a:solidFill>
            <a:srgbClr val="62B5E5"/>
          </a:solidFill>
        </p:grpSpPr>
        <p:sp>
          <p:nvSpPr>
            <p:cNvPr id="54" name="Graphic 4">
              <a:extLst>
                <a:ext uri="{FF2B5EF4-FFF2-40B4-BE49-F238E27FC236}">
                  <a16:creationId xmlns:a16="http://schemas.microsoft.com/office/drawing/2014/main" id="{6A1D320D-7632-3C40-9703-242137C2FD60}"/>
                </a:ext>
              </a:extLst>
            </p:cNvPr>
            <p:cNvSpPr/>
            <p:nvPr/>
          </p:nvSpPr>
          <p:spPr>
            <a:xfrm>
              <a:off x="10418792" y="2005371"/>
              <a:ext cx="67733" cy="34473"/>
            </a:xfrm>
            <a:custGeom>
              <a:avLst/>
              <a:gdLst>
                <a:gd name="connsiteX0" fmla="*/ 0 w 67733"/>
                <a:gd name="connsiteY0" fmla="*/ 34473 h 34473"/>
                <a:gd name="connsiteX1" fmla="*/ 67094 w 67733"/>
                <a:gd name="connsiteY1" fmla="*/ 34473 h 34473"/>
                <a:gd name="connsiteX2" fmla="*/ 67733 w 67733"/>
                <a:gd name="connsiteY2" fmla="*/ 34473 h 34473"/>
                <a:gd name="connsiteX3" fmla="*/ 67733 w 67733"/>
                <a:gd name="connsiteY3" fmla="*/ 0 h 34473"/>
                <a:gd name="connsiteX4" fmla="*/ 0 w 67733"/>
                <a:gd name="connsiteY4" fmla="*/ 0 h 34473"/>
                <a:gd name="connsiteX5" fmla="*/ 0 w 67733"/>
                <a:gd name="connsiteY5" fmla="*/ 34473 h 3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33" h="34473">
                  <a:moveTo>
                    <a:pt x="0" y="34473"/>
                  </a:moveTo>
                  <a:lnTo>
                    <a:pt x="67094" y="34473"/>
                  </a:lnTo>
                  <a:lnTo>
                    <a:pt x="67733" y="34473"/>
                  </a:lnTo>
                  <a:lnTo>
                    <a:pt x="67733" y="0"/>
                  </a:lnTo>
                  <a:lnTo>
                    <a:pt x="0" y="0"/>
                  </a:lnTo>
                  <a:lnTo>
                    <a:pt x="0" y="34473"/>
                  </a:lnTo>
                  <a:close/>
                </a:path>
              </a:pathLst>
            </a:custGeom>
            <a:solidFill>
              <a:srgbClr val="62B5E5"/>
            </a:solidFill>
            <a:ln w="6390" cap="flat">
              <a:noFill/>
              <a:prstDash val="solid"/>
              <a:miter/>
            </a:ln>
          </p:spPr>
          <p:txBody>
            <a:bodyPr rtlCol="0" anchor="ctr"/>
            <a:lstStyle/>
            <a:p>
              <a:endParaRPr lang="en-US"/>
            </a:p>
          </p:txBody>
        </p:sp>
        <p:sp>
          <p:nvSpPr>
            <p:cNvPr id="55" name="Graphic 4">
              <a:extLst>
                <a:ext uri="{FF2B5EF4-FFF2-40B4-BE49-F238E27FC236}">
                  <a16:creationId xmlns:a16="http://schemas.microsoft.com/office/drawing/2014/main" id="{340585CE-5B2A-7242-BF76-5497125881E9}"/>
                </a:ext>
              </a:extLst>
            </p:cNvPr>
            <p:cNvSpPr/>
            <p:nvPr/>
          </p:nvSpPr>
          <p:spPr>
            <a:xfrm>
              <a:off x="10418792" y="2052612"/>
              <a:ext cx="67733" cy="36388"/>
            </a:xfrm>
            <a:custGeom>
              <a:avLst/>
              <a:gdLst>
                <a:gd name="connsiteX0" fmla="*/ 67094 w 67733"/>
                <a:gd name="connsiteY0" fmla="*/ 0 h 36388"/>
                <a:gd name="connsiteX1" fmla="*/ 0 w 67733"/>
                <a:gd name="connsiteY1" fmla="*/ 0 h 36388"/>
                <a:gd name="connsiteX2" fmla="*/ 0 w 67733"/>
                <a:gd name="connsiteY2" fmla="*/ 36389 h 36388"/>
                <a:gd name="connsiteX3" fmla="*/ 67733 w 67733"/>
                <a:gd name="connsiteY3" fmla="*/ 36389 h 36388"/>
                <a:gd name="connsiteX4" fmla="*/ 67094 w 67733"/>
                <a:gd name="connsiteY4" fmla="*/ 0 h 36388"/>
                <a:gd name="connsiteX5" fmla="*/ 67094 w 67733"/>
                <a:gd name="connsiteY5" fmla="*/ 0 h 36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33" h="36388">
                  <a:moveTo>
                    <a:pt x="67094" y="0"/>
                  </a:moveTo>
                  <a:lnTo>
                    <a:pt x="0" y="0"/>
                  </a:lnTo>
                  <a:lnTo>
                    <a:pt x="0" y="36389"/>
                  </a:lnTo>
                  <a:lnTo>
                    <a:pt x="67733" y="36389"/>
                  </a:lnTo>
                  <a:lnTo>
                    <a:pt x="67094" y="0"/>
                  </a:lnTo>
                  <a:lnTo>
                    <a:pt x="67094" y="0"/>
                  </a:lnTo>
                  <a:close/>
                </a:path>
              </a:pathLst>
            </a:custGeom>
            <a:solidFill>
              <a:srgbClr val="62B5E5"/>
            </a:solidFill>
            <a:ln w="6390" cap="flat">
              <a:noFill/>
              <a:prstDash val="solid"/>
              <a:miter/>
            </a:ln>
          </p:spPr>
          <p:txBody>
            <a:bodyPr rtlCol="0" anchor="ctr"/>
            <a:lstStyle/>
            <a:p>
              <a:endParaRPr lang="en-US"/>
            </a:p>
          </p:txBody>
        </p:sp>
        <p:sp>
          <p:nvSpPr>
            <p:cNvPr id="56" name="Graphic 4">
              <a:extLst>
                <a:ext uri="{FF2B5EF4-FFF2-40B4-BE49-F238E27FC236}">
                  <a16:creationId xmlns:a16="http://schemas.microsoft.com/office/drawing/2014/main" id="{D6D70037-1B64-544C-9437-BA9F73CE3E06}"/>
                </a:ext>
              </a:extLst>
            </p:cNvPr>
            <p:cNvSpPr/>
            <p:nvPr/>
          </p:nvSpPr>
          <p:spPr>
            <a:xfrm>
              <a:off x="10325499" y="1885990"/>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90742 w 361670"/>
                <a:gd name="connsiteY7" fmla="*/ 120019 h 361971"/>
                <a:gd name="connsiteX8" fmla="*/ 284352 w 361670"/>
                <a:gd name="connsiteY8" fmla="*/ 120019 h 361971"/>
                <a:gd name="connsiteX9" fmla="*/ 284352 w 361670"/>
                <a:gd name="connsiteY9" fmla="*/ 247699 h 361971"/>
                <a:gd name="connsiteX10" fmla="*/ 277962 w 361670"/>
                <a:gd name="connsiteY10" fmla="*/ 254083 h 361971"/>
                <a:gd name="connsiteX11" fmla="*/ 271572 w 361670"/>
                <a:gd name="connsiteY11" fmla="*/ 247699 h 361971"/>
                <a:gd name="connsiteX12" fmla="*/ 271572 w 361670"/>
                <a:gd name="connsiteY12" fmla="*/ 120019 h 361971"/>
                <a:gd name="connsiteX13" fmla="*/ 174445 w 361670"/>
                <a:gd name="connsiteY13" fmla="*/ 120019 h 361971"/>
                <a:gd name="connsiteX14" fmla="*/ 174445 w 361670"/>
                <a:gd name="connsiteY14" fmla="*/ 209395 h 361971"/>
                <a:gd name="connsiteX15" fmla="*/ 168055 w 361670"/>
                <a:gd name="connsiteY15" fmla="*/ 215779 h 361971"/>
                <a:gd name="connsiteX16" fmla="*/ 93932 w 361670"/>
                <a:gd name="connsiteY16" fmla="*/ 215779 h 361971"/>
                <a:gd name="connsiteX17" fmla="*/ 93932 w 361670"/>
                <a:gd name="connsiteY17" fmla="*/ 247060 h 361971"/>
                <a:gd name="connsiteX18" fmla="*/ 87542 w 361670"/>
                <a:gd name="connsiteY18" fmla="*/ 253444 h 361971"/>
                <a:gd name="connsiteX19" fmla="*/ 81152 w 361670"/>
                <a:gd name="connsiteY19" fmla="*/ 247060 h 361971"/>
                <a:gd name="connsiteX20" fmla="*/ 81152 w 361670"/>
                <a:gd name="connsiteY20" fmla="*/ 119381 h 361971"/>
                <a:gd name="connsiteX21" fmla="*/ 71567 w 361670"/>
                <a:gd name="connsiteY21" fmla="*/ 119381 h 361971"/>
                <a:gd name="connsiteX22" fmla="*/ 65177 w 361670"/>
                <a:gd name="connsiteY22" fmla="*/ 112997 h 361971"/>
                <a:gd name="connsiteX23" fmla="*/ 71567 w 361670"/>
                <a:gd name="connsiteY23" fmla="*/ 106613 h 361971"/>
                <a:gd name="connsiteX24" fmla="*/ 291381 w 361670"/>
                <a:gd name="connsiteY24" fmla="*/ 106613 h 361971"/>
                <a:gd name="connsiteX25" fmla="*/ 297771 w 361670"/>
                <a:gd name="connsiteY25" fmla="*/ 112997 h 361971"/>
                <a:gd name="connsiteX26" fmla="*/ 290742 w 361670"/>
                <a:gd name="connsiteY26" fmla="*/ 120019 h 361971"/>
                <a:gd name="connsiteX27" fmla="*/ 290742 w 361670"/>
                <a:gd name="connsiteY27" fmla="*/ 12001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1670" h="361971">
                  <a:moveTo>
                    <a:pt x="180835" y="0"/>
                  </a:moveTo>
                  <a:cubicBezTo>
                    <a:pt x="80513" y="0"/>
                    <a:pt x="0" y="81077"/>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1670" y="80438"/>
                    <a:pt x="280518" y="0"/>
                    <a:pt x="180835" y="0"/>
                  </a:cubicBezTo>
                  <a:cubicBezTo>
                    <a:pt x="180835" y="0"/>
                    <a:pt x="180835" y="0"/>
                    <a:pt x="180835" y="0"/>
                  </a:cubicBezTo>
                  <a:close/>
                  <a:moveTo>
                    <a:pt x="290742" y="120019"/>
                  </a:moveTo>
                  <a:lnTo>
                    <a:pt x="284352" y="120019"/>
                  </a:lnTo>
                  <a:lnTo>
                    <a:pt x="284352" y="247699"/>
                  </a:lnTo>
                  <a:cubicBezTo>
                    <a:pt x="284352" y="251529"/>
                    <a:pt x="281796" y="254083"/>
                    <a:pt x="277962" y="254083"/>
                  </a:cubicBezTo>
                  <a:cubicBezTo>
                    <a:pt x="274128" y="254083"/>
                    <a:pt x="271572" y="251529"/>
                    <a:pt x="271572" y="247699"/>
                  </a:cubicBezTo>
                  <a:lnTo>
                    <a:pt x="271572" y="120019"/>
                  </a:lnTo>
                  <a:lnTo>
                    <a:pt x="174445" y="120019"/>
                  </a:lnTo>
                  <a:lnTo>
                    <a:pt x="174445" y="209395"/>
                  </a:lnTo>
                  <a:cubicBezTo>
                    <a:pt x="174445" y="213225"/>
                    <a:pt x="171889" y="215779"/>
                    <a:pt x="168055" y="215779"/>
                  </a:cubicBezTo>
                  <a:lnTo>
                    <a:pt x="93932" y="215779"/>
                  </a:lnTo>
                  <a:lnTo>
                    <a:pt x="93932" y="247060"/>
                  </a:lnTo>
                  <a:cubicBezTo>
                    <a:pt x="93932" y="250891"/>
                    <a:pt x="91376" y="253444"/>
                    <a:pt x="87542" y="253444"/>
                  </a:cubicBezTo>
                  <a:cubicBezTo>
                    <a:pt x="83708" y="253444"/>
                    <a:pt x="81152" y="250891"/>
                    <a:pt x="81152" y="247060"/>
                  </a:cubicBezTo>
                  <a:lnTo>
                    <a:pt x="81152" y="119381"/>
                  </a:lnTo>
                  <a:lnTo>
                    <a:pt x="71567" y="119381"/>
                  </a:lnTo>
                  <a:cubicBezTo>
                    <a:pt x="67733" y="119381"/>
                    <a:pt x="65177" y="116827"/>
                    <a:pt x="65177" y="112997"/>
                  </a:cubicBezTo>
                  <a:cubicBezTo>
                    <a:pt x="65177" y="109166"/>
                    <a:pt x="67733" y="106613"/>
                    <a:pt x="71567" y="106613"/>
                  </a:cubicBezTo>
                  <a:lnTo>
                    <a:pt x="291381" y="106613"/>
                  </a:lnTo>
                  <a:cubicBezTo>
                    <a:pt x="295215" y="106613"/>
                    <a:pt x="297771" y="109166"/>
                    <a:pt x="297771" y="112997"/>
                  </a:cubicBezTo>
                  <a:cubicBezTo>
                    <a:pt x="297771" y="116827"/>
                    <a:pt x="294576" y="119381"/>
                    <a:pt x="290742" y="120019"/>
                  </a:cubicBezTo>
                  <a:lnTo>
                    <a:pt x="290742" y="120019"/>
                  </a:lnTo>
                  <a:close/>
                </a:path>
              </a:pathLst>
            </a:custGeom>
            <a:solidFill>
              <a:srgbClr val="62B5E5"/>
            </a:solidFill>
            <a:ln w="6390" cap="flat">
              <a:noFill/>
              <a:prstDash val="solid"/>
              <a:miter/>
            </a:ln>
          </p:spPr>
          <p:txBody>
            <a:bodyPr rtlCol="0" anchor="ctr"/>
            <a:lstStyle/>
            <a:p>
              <a:endParaRPr lang="en-US"/>
            </a:p>
          </p:txBody>
        </p:sp>
      </p:grpSp>
      <p:grpSp>
        <p:nvGrpSpPr>
          <p:cNvPr id="57" name="Graphic 4">
            <a:extLst>
              <a:ext uri="{FF2B5EF4-FFF2-40B4-BE49-F238E27FC236}">
                <a16:creationId xmlns:a16="http://schemas.microsoft.com/office/drawing/2014/main" id="{1BB37C60-174C-5D46-AD3A-816EDDEA9452}"/>
              </a:ext>
            </a:extLst>
          </p:cNvPr>
          <p:cNvGrpSpPr>
            <a:grpSpLocks noChangeAspect="1"/>
          </p:cNvGrpSpPr>
          <p:nvPr/>
        </p:nvGrpSpPr>
        <p:grpSpPr>
          <a:xfrm>
            <a:off x="9887149" y="2855717"/>
            <a:ext cx="362309" cy="361971"/>
            <a:chOff x="9887149" y="2855717"/>
            <a:chExt cx="362309" cy="361971"/>
          </a:xfrm>
          <a:solidFill>
            <a:srgbClr val="62B5E5"/>
          </a:solidFill>
        </p:grpSpPr>
        <p:sp>
          <p:nvSpPr>
            <p:cNvPr id="58" name="Graphic 4">
              <a:extLst>
                <a:ext uri="{FF2B5EF4-FFF2-40B4-BE49-F238E27FC236}">
                  <a16:creationId xmlns:a16="http://schemas.microsoft.com/office/drawing/2014/main" id="{1EF368EB-F0E8-AB40-9B77-0E7A2D8325C8}"/>
                </a:ext>
              </a:extLst>
            </p:cNvPr>
            <p:cNvSpPr/>
            <p:nvPr/>
          </p:nvSpPr>
          <p:spPr>
            <a:xfrm>
              <a:off x="9887149" y="28557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6"/>
                    <a:pt x="0" y="181305"/>
                  </a:cubicBezTo>
                  <a:cubicBezTo>
                    <a:pt x="0" y="281533"/>
                    <a:pt x="81152" y="361972"/>
                    <a:pt x="181474" y="361972"/>
                  </a:cubicBezTo>
                  <a:cubicBezTo>
                    <a:pt x="281157" y="361972"/>
                    <a:pt x="362309" y="280895"/>
                    <a:pt x="362309" y="180667"/>
                  </a:cubicBezTo>
                  <a:cubicBezTo>
                    <a:pt x="362309" y="80438"/>
                    <a:pt x="281157" y="0"/>
                    <a:pt x="180835" y="0"/>
                  </a:cubicBezTo>
                  <a:cubicBezTo>
                    <a:pt x="180835" y="0"/>
                    <a:pt x="180835" y="0"/>
                    <a:pt x="180835" y="0"/>
                  </a:cubicBezTo>
                  <a:close/>
                  <a:moveTo>
                    <a:pt x="180835" y="349204"/>
                  </a:moveTo>
                  <a:cubicBezTo>
                    <a:pt x="87542" y="349204"/>
                    <a:pt x="12780" y="273873"/>
                    <a:pt x="12780" y="180667"/>
                  </a:cubicBezTo>
                  <a:cubicBezTo>
                    <a:pt x="12780" y="87460"/>
                    <a:pt x="88181" y="12768"/>
                    <a:pt x="181474" y="12768"/>
                  </a:cubicBezTo>
                  <a:cubicBezTo>
                    <a:pt x="274128" y="12768"/>
                    <a:pt x="349529" y="88099"/>
                    <a:pt x="349529" y="180667"/>
                  </a:cubicBezTo>
                  <a:cubicBezTo>
                    <a:pt x="349529" y="273873"/>
                    <a:pt x="274128" y="349204"/>
                    <a:pt x="180835" y="349204"/>
                  </a:cubicBezTo>
                  <a:close/>
                </a:path>
              </a:pathLst>
            </a:custGeom>
            <a:solidFill>
              <a:srgbClr val="62B5E5"/>
            </a:solidFill>
            <a:ln w="6390" cap="flat">
              <a:noFill/>
              <a:prstDash val="solid"/>
              <a:miter/>
            </a:ln>
          </p:spPr>
          <p:txBody>
            <a:bodyPr rtlCol="0" anchor="ctr"/>
            <a:lstStyle/>
            <a:p>
              <a:endParaRPr lang="en-US"/>
            </a:p>
          </p:txBody>
        </p:sp>
        <p:sp>
          <p:nvSpPr>
            <p:cNvPr id="59" name="Graphic 4">
              <a:extLst>
                <a:ext uri="{FF2B5EF4-FFF2-40B4-BE49-F238E27FC236}">
                  <a16:creationId xmlns:a16="http://schemas.microsoft.com/office/drawing/2014/main" id="{E223B24D-704E-CF41-8040-758A735EC288}"/>
                </a:ext>
              </a:extLst>
            </p:cNvPr>
            <p:cNvSpPr/>
            <p:nvPr/>
          </p:nvSpPr>
          <p:spPr>
            <a:xfrm>
              <a:off x="9965106" y="2926580"/>
              <a:ext cx="204575" cy="218332"/>
            </a:xfrm>
            <a:custGeom>
              <a:avLst/>
              <a:gdLst>
                <a:gd name="connsiteX0" fmla="*/ 198727 w 204575"/>
                <a:gd name="connsiteY0" fmla="*/ 87461 h 218332"/>
                <a:gd name="connsiteX1" fmla="*/ 156553 w 204575"/>
                <a:gd name="connsiteY1" fmla="*/ 87461 h 218332"/>
                <a:gd name="connsiteX2" fmla="*/ 156553 w 204575"/>
                <a:gd name="connsiteY2" fmla="*/ 86184 h 218332"/>
                <a:gd name="connsiteX3" fmla="*/ 156553 w 204575"/>
                <a:gd name="connsiteY3" fmla="*/ 69586 h 218332"/>
                <a:gd name="connsiteX4" fmla="*/ 182113 w 204575"/>
                <a:gd name="connsiteY4" fmla="*/ 69586 h 218332"/>
                <a:gd name="connsiteX5" fmla="*/ 188503 w 204575"/>
                <a:gd name="connsiteY5" fmla="*/ 63202 h 218332"/>
                <a:gd name="connsiteX6" fmla="*/ 188503 w 204575"/>
                <a:gd name="connsiteY6" fmla="*/ 6384 h 218332"/>
                <a:gd name="connsiteX7" fmla="*/ 182113 w 204575"/>
                <a:gd name="connsiteY7" fmla="*/ 0 h 218332"/>
                <a:gd name="connsiteX8" fmla="*/ 87542 w 204575"/>
                <a:gd name="connsiteY8" fmla="*/ 0 h 218332"/>
                <a:gd name="connsiteX9" fmla="*/ 81152 w 204575"/>
                <a:gd name="connsiteY9" fmla="*/ 6384 h 218332"/>
                <a:gd name="connsiteX10" fmla="*/ 81152 w 204575"/>
                <a:gd name="connsiteY10" fmla="*/ 63202 h 218332"/>
                <a:gd name="connsiteX11" fmla="*/ 87542 w 204575"/>
                <a:gd name="connsiteY11" fmla="*/ 69586 h 218332"/>
                <a:gd name="connsiteX12" fmla="*/ 113102 w 204575"/>
                <a:gd name="connsiteY12" fmla="*/ 69586 h 218332"/>
                <a:gd name="connsiteX13" fmla="*/ 113102 w 204575"/>
                <a:gd name="connsiteY13" fmla="*/ 86184 h 218332"/>
                <a:gd name="connsiteX14" fmla="*/ 113102 w 204575"/>
                <a:gd name="connsiteY14" fmla="*/ 86822 h 218332"/>
                <a:gd name="connsiteX15" fmla="*/ 45368 w 204575"/>
                <a:gd name="connsiteY15" fmla="*/ 86822 h 218332"/>
                <a:gd name="connsiteX16" fmla="*/ 37062 w 204575"/>
                <a:gd name="connsiteY16" fmla="*/ 59371 h 218332"/>
                <a:gd name="connsiteX17" fmla="*/ 29394 w 204575"/>
                <a:gd name="connsiteY17" fmla="*/ 54902 h 218332"/>
                <a:gd name="connsiteX18" fmla="*/ 24921 w 204575"/>
                <a:gd name="connsiteY18" fmla="*/ 62563 h 218332"/>
                <a:gd name="connsiteX19" fmla="*/ 24921 w 204575"/>
                <a:gd name="connsiteY19" fmla="*/ 63202 h 218332"/>
                <a:gd name="connsiteX20" fmla="*/ 31950 w 204575"/>
                <a:gd name="connsiteY20" fmla="*/ 86822 h 218332"/>
                <a:gd name="connsiteX21" fmla="*/ 6390 w 204575"/>
                <a:gd name="connsiteY21" fmla="*/ 86822 h 218332"/>
                <a:gd name="connsiteX22" fmla="*/ 1917 w 204575"/>
                <a:gd name="connsiteY22" fmla="*/ 88738 h 218332"/>
                <a:gd name="connsiteX23" fmla="*/ 0 w 204575"/>
                <a:gd name="connsiteY23" fmla="*/ 93206 h 218332"/>
                <a:gd name="connsiteX24" fmla="*/ 0 w 204575"/>
                <a:gd name="connsiteY24" fmla="*/ 195988 h 218332"/>
                <a:gd name="connsiteX25" fmla="*/ 6390 w 204575"/>
                <a:gd name="connsiteY25" fmla="*/ 202372 h 218332"/>
                <a:gd name="connsiteX26" fmla="*/ 12780 w 204575"/>
                <a:gd name="connsiteY26" fmla="*/ 195988 h 218332"/>
                <a:gd name="connsiteX27" fmla="*/ 12780 w 204575"/>
                <a:gd name="connsiteY27" fmla="*/ 98952 h 218332"/>
                <a:gd name="connsiteX28" fmla="*/ 35783 w 204575"/>
                <a:gd name="connsiteY28" fmla="*/ 98952 h 218332"/>
                <a:gd name="connsiteX29" fmla="*/ 56871 w 204575"/>
                <a:gd name="connsiteY29" fmla="*/ 166622 h 218332"/>
                <a:gd name="connsiteX30" fmla="*/ 63261 w 204575"/>
                <a:gd name="connsiteY30" fmla="*/ 171091 h 218332"/>
                <a:gd name="connsiteX31" fmla="*/ 88181 w 204575"/>
                <a:gd name="connsiteY31" fmla="*/ 171091 h 218332"/>
                <a:gd name="connsiteX32" fmla="*/ 88181 w 204575"/>
                <a:gd name="connsiteY32" fmla="*/ 190243 h 218332"/>
                <a:gd name="connsiteX33" fmla="*/ 70928 w 204575"/>
                <a:gd name="connsiteY33" fmla="*/ 190243 h 218332"/>
                <a:gd name="connsiteX34" fmla="*/ 65177 w 204575"/>
                <a:gd name="connsiteY34" fmla="*/ 193435 h 218332"/>
                <a:gd name="connsiteX35" fmla="*/ 56232 w 204575"/>
                <a:gd name="connsiteY35" fmla="*/ 208756 h 218332"/>
                <a:gd name="connsiteX36" fmla="*/ 58787 w 204575"/>
                <a:gd name="connsiteY36" fmla="*/ 217055 h 218332"/>
                <a:gd name="connsiteX37" fmla="*/ 67094 w 204575"/>
                <a:gd name="connsiteY37" fmla="*/ 215140 h 218332"/>
                <a:gd name="connsiteX38" fmla="*/ 74123 w 204575"/>
                <a:gd name="connsiteY38" fmla="*/ 203011 h 218332"/>
                <a:gd name="connsiteX39" fmla="*/ 87542 w 204575"/>
                <a:gd name="connsiteY39" fmla="*/ 203011 h 218332"/>
                <a:gd name="connsiteX40" fmla="*/ 87542 w 204575"/>
                <a:gd name="connsiteY40" fmla="*/ 211948 h 218332"/>
                <a:gd name="connsiteX41" fmla="*/ 93932 w 204575"/>
                <a:gd name="connsiteY41" fmla="*/ 218332 h 218332"/>
                <a:gd name="connsiteX42" fmla="*/ 100322 w 204575"/>
                <a:gd name="connsiteY42" fmla="*/ 211948 h 218332"/>
                <a:gd name="connsiteX43" fmla="*/ 100322 w 204575"/>
                <a:gd name="connsiteY43" fmla="*/ 203011 h 218332"/>
                <a:gd name="connsiteX44" fmla="*/ 114380 w 204575"/>
                <a:gd name="connsiteY44" fmla="*/ 203011 h 218332"/>
                <a:gd name="connsiteX45" fmla="*/ 120770 w 204575"/>
                <a:gd name="connsiteY45" fmla="*/ 215140 h 218332"/>
                <a:gd name="connsiteX46" fmla="*/ 126521 w 204575"/>
                <a:gd name="connsiteY46" fmla="*/ 218332 h 218332"/>
                <a:gd name="connsiteX47" fmla="*/ 129076 w 204575"/>
                <a:gd name="connsiteY47" fmla="*/ 217694 h 218332"/>
                <a:gd name="connsiteX48" fmla="*/ 131633 w 204575"/>
                <a:gd name="connsiteY48" fmla="*/ 209395 h 218332"/>
                <a:gd name="connsiteX49" fmla="*/ 123965 w 204575"/>
                <a:gd name="connsiteY49" fmla="*/ 194073 h 218332"/>
                <a:gd name="connsiteX50" fmla="*/ 118214 w 204575"/>
                <a:gd name="connsiteY50" fmla="*/ 190881 h 218332"/>
                <a:gd name="connsiteX51" fmla="*/ 100322 w 204575"/>
                <a:gd name="connsiteY51" fmla="*/ 190881 h 218332"/>
                <a:gd name="connsiteX52" fmla="*/ 100322 w 204575"/>
                <a:gd name="connsiteY52" fmla="*/ 171729 h 218332"/>
                <a:gd name="connsiteX53" fmla="*/ 125881 w 204575"/>
                <a:gd name="connsiteY53" fmla="*/ 171729 h 218332"/>
                <a:gd name="connsiteX54" fmla="*/ 132271 w 204575"/>
                <a:gd name="connsiteY54" fmla="*/ 165345 h 218332"/>
                <a:gd name="connsiteX55" fmla="*/ 125881 w 204575"/>
                <a:gd name="connsiteY55" fmla="*/ 158961 h 218332"/>
                <a:gd name="connsiteX56" fmla="*/ 104156 w 204575"/>
                <a:gd name="connsiteY56" fmla="*/ 158961 h 218332"/>
                <a:gd name="connsiteX57" fmla="*/ 115658 w 204575"/>
                <a:gd name="connsiteY57" fmla="*/ 125765 h 218332"/>
                <a:gd name="connsiteX58" fmla="*/ 115019 w 204575"/>
                <a:gd name="connsiteY58" fmla="*/ 120019 h 218332"/>
                <a:gd name="connsiteX59" fmla="*/ 109907 w 204575"/>
                <a:gd name="connsiteY59" fmla="*/ 117465 h 218332"/>
                <a:gd name="connsiteX60" fmla="*/ 56232 w 204575"/>
                <a:gd name="connsiteY60" fmla="*/ 117465 h 218332"/>
                <a:gd name="connsiteX61" fmla="*/ 54953 w 204575"/>
                <a:gd name="connsiteY61" fmla="*/ 117465 h 218332"/>
                <a:gd name="connsiteX62" fmla="*/ 49202 w 204575"/>
                <a:gd name="connsiteY62" fmla="*/ 99590 h 218332"/>
                <a:gd name="connsiteX63" fmla="*/ 191698 w 204575"/>
                <a:gd name="connsiteY63" fmla="*/ 99590 h 218332"/>
                <a:gd name="connsiteX64" fmla="*/ 191698 w 204575"/>
                <a:gd name="connsiteY64" fmla="*/ 195988 h 218332"/>
                <a:gd name="connsiteX65" fmla="*/ 198088 w 204575"/>
                <a:gd name="connsiteY65" fmla="*/ 202372 h 218332"/>
                <a:gd name="connsiteX66" fmla="*/ 204478 w 204575"/>
                <a:gd name="connsiteY66" fmla="*/ 195988 h 218332"/>
                <a:gd name="connsiteX67" fmla="*/ 204478 w 204575"/>
                <a:gd name="connsiteY67" fmla="*/ 93845 h 218332"/>
                <a:gd name="connsiteX68" fmla="*/ 198727 w 204575"/>
                <a:gd name="connsiteY68" fmla="*/ 87461 h 218332"/>
                <a:gd name="connsiteX69" fmla="*/ 198727 w 204575"/>
                <a:gd name="connsiteY69" fmla="*/ 87461 h 218332"/>
                <a:gd name="connsiteX70" fmla="*/ 93932 w 204575"/>
                <a:gd name="connsiteY70" fmla="*/ 12768 h 218332"/>
                <a:gd name="connsiteX71" fmla="*/ 176362 w 204575"/>
                <a:gd name="connsiteY71" fmla="*/ 12768 h 218332"/>
                <a:gd name="connsiteX72" fmla="*/ 176362 w 204575"/>
                <a:gd name="connsiteY72" fmla="*/ 56818 h 218332"/>
                <a:gd name="connsiteX73" fmla="*/ 93932 w 204575"/>
                <a:gd name="connsiteY73" fmla="*/ 56818 h 218332"/>
                <a:gd name="connsiteX74" fmla="*/ 93932 w 204575"/>
                <a:gd name="connsiteY74" fmla="*/ 12768 h 218332"/>
                <a:gd name="connsiteX75" fmla="*/ 125881 w 204575"/>
                <a:gd name="connsiteY75" fmla="*/ 79800 h 218332"/>
                <a:gd name="connsiteX76" fmla="*/ 125881 w 204575"/>
                <a:gd name="connsiteY76" fmla="*/ 70862 h 218332"/>
                <a:gd name="connsiteX77" fmla="*/ 143774 w 204575"/>
                <a:gd name="connsiteY77" fmla="*/ 70862 h 218332"/>
                <a:gd name="connsiteX78" fmla="*/ 143774 w 204575"/>
                <a:gd name="connsiteY78" fmla="*/ 79800 h 218332"/>
                <a:gd name="connsiteX79" fmla="*/ 125881 w 204575"/>
                <a:gd name="connsiteY79" fmla="*/ 79800 h 218332"/>
                <a:gd name="connsiteX80" fmla="*/ 100961 w 204575"/>
                <a:gd name="connsiteY80" fmla="*/ 130233 h 218332"/>
                <a:gd name="connsiteX81" fmla="*/ 90737 w 204575"/>
                <a:gd name="connsiteY81" fmla="*/ 159600 h 218332"/>
                <a:gd name="connsiteX82" fmla="*/ 67733 w 204575"/>
                <a:gd name="connsiteY82" fmla="*/ 159600 h 218332"/>
                <a:gd name="connsiteX83" fmla="*/ 58787 w 204575"/>
                <a:gd name="connsiteY83" fmla="*/ 130233 h 218332"/>
                <a:gd name="connsiteX84" fmla="*/ 100961 w 204575"/>
                <a:gd name="connsiteY84" fmla="*/ 130233 h 21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04575" h="218332">
                  <a:moveTo>
                    <a:pt x="198727" y="87461"/>
                  </a:moveTo>
                  <a:lnTo>
                    <a:pt x="156553" y="87461"/>
                  </a:lnTo>
                  <a:cubicBezTo>
                    <a:pt x="156553" y="86822"/>
                    <a:pt x="156553" y="86822"/>
                    <a:pt x="156553" y="86184"/>
                  </a:cubicBezTo>
                  <a:lnTo>
                    <a:pt x="156553" y="69586"/>
                  </a:lnTo>
                  <a:lnTo>
                    <a:pt x="182113" y="69586"/>
                  </a:lnTo>
                  <a:cubicBezTo>
                    <a:pt x="185947" y="69586"/>
                    <a:pt x="188503" y="67032"/>
                    <a:pt x="188503" y="63202"/>
                  </a:cubicBezTo>
                  <a:lnTo>
                    <a:pt x="188503" y="6384"/>
                  </a:lnTo>
                  <a:cubicBezTo>
                    <a:pt x="188503" y="2554"/>
                    <a:pt x="185947" y="0"/>
                    <a:pt x="182113" y="0"/>
                  </a:cubicBezTo>
                  <a:lnTo>
                    <a:pt x="87542" y="0"/>
                  </a:lnTo>
                  <a:cubicBezTo>
                    <a:pt x="83708" y="0"/>
                    <a:pt x="81152" y="2554"/>
                    <a:pt x="81152" y="6384"/>
                  </a:cubicBezTo>
                  <a:lnTo>
                    <a:pt x="81152" y="63202"/>
                  </a:lnTo>
                  <a:cubicBezTo>
                    <a:pt x="81152" y="67032"/>
                    <a:pt x="83708" y="69586"/>
                    <a:pt x="87542" y="69586"/>
                  </a:cubicBezTo>
                  <a:lnTo>
                    <a:pt x="113102" y="69586"/>
                  </a:lnTo>
                  <a:lnTo>
                    <a:pt x="113102" y="86184"/>
                  </a:lnTo>
                  <a:cubicBezTo>
                    <a:pt x="113102" y="86184"/>
                    <a:pt x="113102" y="86822"/>
                    <a:pt x="113102" y="86822"/>
                  </a:cubicBezTo>
                  <a:lnTo>
                    <a:pt x="45368" y="86822"/>
                  </a:lnTo>
                  <a:lnTo>
                    <a:pt x="37062" y="59371"/>
                  </a:lnTo>
                  <a:cubicBezTo>
                    <a:pt x="36422" y="56179"/>
                    <a:pt x="32589" y="54264"/>
                    <a:pt x="29394" y="54902"/>
                  </a:cubicBezTo>
                  <a:cubicBezTo>
                    <a:pt x="26199" y="55541"/>
                    <a:pt x="24282" y="59371"/>
                    <a:pt x="24921" y="62563"/>
                  </a:cubicBezTo>
                  <a:cubicBezTo>
                    <a:pt x="24921" y="62563"/>
                    <a:pt x="24921" y="62563"/>
                    <a:pt x="24921" y="63202"/>
                  </a:cubicBezTo>
                  <a:lnTo>
                    <a:pt x="31950" y="86822"/>
                  </a:lnTo>
                  <a:lnTo>
                    <a:pt x="6390" y="86822"/>
                  </a:lnTo>
                  <a:cubicBezTo>
                    <a:pt x="4473" y="86822"/>
                    <a:pt x="3195" y="87461"/>
                    <a:pt x="1917" y="88738"/>
                  </a:cubicBezTo>
                  <a:cubicBezTo>
                    <a:pt x="639" y="90014"/>
                    <a:pt x="0" y="91291"/>
                    <a:pt x="0" y="93206"/>
                  </a:cubicBezTo>
                  <a:lnTo>
                    <a:pt x="0" y="195988"/>
                  </a:lnTo>
                  <a:cubicBezTo>
                    <a:pt x="0" y="199819"/>
                    <a:pt x="2556" y="202372"/>
                    <a:pt x="6390" y="202372"/>
                  </a:cubicBezTo>
                  <a:cubicBezTo>
                    <a:pt x="10224" y="202372"/>
                    <a:pt x="12780" y="199819"/>
                    <a:pt x="12780" y="195988"/>
                  </a:cubicBezTo>
                  <a:lnTo>
                    <a:pt x="12780" y="98952"/>
                  </a:lnTo>
                  <a:lnTo>
                    <a:pt x="35783" y="98952"/>
                  </a:lnTo>
                  <a:lnTo>
                    <a:pt x="56871" y="166622"/>
                  </a:lnTo>
                  <a:cubicBezTo>
                    <a:pt x="57509" y="169176"/>
                    <a:pt x="60066" y="171091"/>
                    <a:pt x="63261" y="171091"/>
                  </a:cubicBezTo>
                  <a:lnTo>
                    <a:pt x="88181" y="171091"/>
                  </a:lnTo>
                  <a:lnTo>
                    <a:pt x="88181" y="190243"/>
                  </a:lnTo>
                  <a:lnTo>
                    <a:pt x="70928" y="190243"/>
                  </a:lnTo>
                  <a:cubicBezTo>
                    <a:pt x="68372" y="190243"/>
                    <a:pt x="66456" y="191519"/>
                    <a:pt x="65177" y="193435"/>
                  </a:cubicBezTo>
                  <a:lnTo>
                    <a:pt x="56232" y="208756"/>
                  </a:lnTo>
                  <a:cubicBezTo>
                    <a:pt x="54314" y="211948"/>
                    <a:pt x="55592" y="215779"/>
                    <a:pt x="58787" y="217055"/>
                  </a:cubicBezTo>
                  <a:cubicBezTo>
                    <a:pt x="61982" y="218332"/>
                    <a:pt x="65177" y="217694"/>
                    <a:pt x="67094" y="215140"/>
                  </a:cubicBezTo>
                  <a:lnTo>
                    <a:pt x="74123" y="203011"/>
                  </a:lnTo>
                  <a:lnTo>
                    <a:pt x="87542" y="203011"/>
                  </a:lnTo>
                  <a:lnTo>
                    <a:pt x="87542" y="211948"/>
                  </a:lnTo>
                  <a:cubicBezTo>
                    <a:pt x="87542" y="215779"/>
                    <a:pt x="90098" y="218332"/>
                    <a:pt x="93932" y="218332"/>
                  </a:cubicBezTo>
                  <a:cubicBezTo>
                    <a:pt x="97766" y="218332"/>
                    <a:pt x="100322" y="215779"/>
                    <a:pt x="100322" y="211948"/>
                  </a:cubicBezTo>
                  <a:lnTo>
                    <a:pt x="100322" y="203011"/>
                  </a:lnTo>
                  <a:lnTo>
                    <a:pt x="114380" y="203011"/>
                  </a:lnTo>
                  <a:lnTo>
                    <a:pt x="120770" y="215140"/>
                  </a:lnTo>
                  <a:cubicBezTo>
                    <a:pt x="122048" y="217055"/>
                    <a:pt x="123965" y="218332"/>
                    <a:pt x="126521" y="218332"/>
                  </a:cubicBezTo>
                  <a:cubicBezTo>
                    <a:pt x="127799" y="218332"/>
                    <a:pt x="128438" y="218332"/>
                    <a:pt x="129076" y="217694"/>
                  </a:cubicBezTo>
                  <a:cubicBezTo>
                    <a:pt x="132271" y="216417"/>
                    <a:pt x="133550" y="212587"/>
                    <a:pt x="131633" y="209395"/>
                  </a:cubicBezTo>
                  <a:lnTo>
                    <a:pt x="123965" y="194073"/>
                  </a:lnTo>
                  <a:cubicBezTo>
                    <a:pt x="122686" y="192158"/>
                    <a:pt x="120770" y="190881"/>
                    <a:pt x="118214" y="190881"/>
                  </a:cubicBezTo>
                  <a:lnTo>
                    <a:pt x="100322" y="190881"/>
                  </a:lnTo>
                  <a:lnTo>
                    <a:pt x="100322" y="171729"/>
                  </a:lnTo>
                  <a:lnTo>
                    <a:pt x="125881" y="171729"/>
                  </a:lnTo>
                  <a:cubicBezTo>
                    <a:pt x="129716" y="171729"/>
                    <a:pt x="132271" y="169176"/>
                    <a:pt x="132271" y="165345"/>
                  </a:cubicBezTo>
                  <a:cubicBezTo>
                    <a:pt x="132271" y="161515"/>
                    <a:pt x="129716" y="158961"/>
                    <a:pt x="125881" y="158961"/>
                  </a:cubicBezTo>
                  <a:lnTo>
                    <a:pt x="104156" y="158961"/>
                  </a:lnTo>
                  <a:lnTo>
                    <a:pt x="115658" y="125765"/>
                  </a:lnTo>
                  <a:cubicBezTo>
                    <a:pt x="116297" y="123849"/>
                    <a:pt x="116297" y="121934"/>
                    <a:pt x="115019" y="120019"/>
                  </a:cubicBezTo>
                  <a:cubicBezTo>
                    <a:pt x="113741" y="118104"/>
                    <a:pt x="111824" y="117465"/>
                    <a:pt x="109907" y="117465"/>
                  </a:cubicBezTo>
                  <a:lnTo>
                    <a:pt x="56232" y="117465"/>
                  </a:lnTo>
                  <a:cubicBezTo>
                    <a:pt x="55592" y="117465"/>
                    <a:pt x="55592" y="117465"/>
                    <a:pt x="54953" y="117465"/>
                  </a:cubicBezTo>
                  <a:lnTo>
                    <a:pt x="49202" y="99590"/>
                  </a:lnTo>
                  <a:lnTo>
                    <a:pt x="191698" y="99590"/>
                  </a:lnTo>
                  <a:lnTo>
                    <a:pt x="191698" y="195988"/>
                  </a:lnTo>
                  <a:cubicBezTo>
                    <a:pt x="191698" y="199819"/>
                    <a:pt x="194254" y="202372"/>
                    <a:pt x="198088" y="202372"/>
                  </a:cubicBezTo>
                  <a:cubicBezTo>
                    <a:pt x="201922" y="202372"/>
                    <a:pt x="204478" y="199819"/>
                    <a:pt x="204478" y="195988"/>
                  </a:cubicBezTo>
                  <a:lnTo>
                    <a:pt x="204478" y="93845"/>
                  </a:lnTo>
                  <a:cubicBezTo>
                    <a:pt x="205117" y="90014"/>
                    <a:pt x="202561" y="87461"/>
                    <a:pt x="198727" y="87461"/>
                  </a:cubicBezTo>
                  <a:cubicBezTo>
                    <a:pt x="198727" y="87461"/>
                    <a:pt x="198727" y="87461"/>
                    <a:pt x="198727" y="87461"/>
                  </a:cubicBezTo>
                  <a:close/>
                  <a:moveTo>
                    <a:pt x="93932" y="12768"/>
                  </a:moveTo>
                  <a:lnTo>
                    <a:pt x="176362" y="12768"/>
                  </a:lnTo>
                  <a:lnTo>
                    <a:pt x="176362" y="56818"/>
                  </a:lnTo>
                  <a:lnTo>
                    <a:pt x="93932" y="56818"/>
                  </a:lnTo>
                  <a:lnTo>
                    <a:pt x="93932" y="12768"/>
                  </a:lnTo>
                  <a:close/>
                  <a:moveTo>
                    <a:pt x="125881" y="79800"/>
                  </a:moveTo>
                  <a:lnTo>
                    <a:pt x="125881" y="70862"/>
                  </a:lnTo>
                  <a:lnTo>
                    <a:pt x="143774" y="70862"/>
                  </a:lnTo>
                  <a:lnTo>
                    <a:pt x="143774" y="79800"/>
                  </a:lnTo>
                  <a:lnTo>
                    <a:pt x="125881" y="79800"/>
                  </a:lnTo>
                  <a:close/>
                  <a:moveTo>
                    <a:pt x="100961" y="130233"/>
                  </a:moveTo>
                  <a:lnTo>
                    <a:pt x="90737" y="159600"/>
                  </a:lnTo>
                  <a:lnTo>
                    <a:pt x="67733" y="159600"/>
                  </a:lnTo>
                  <a:lnTo>
                    <a:pt x="58787" y="130233"/>
                  </a:lnTo>
                  <a:lnTo>
                    <a:pt x="100961" y="130233"/>
                  </a:lnTo>
                  <a:close/>
                </a:path>
              </a:pathLst>
            </a:custGeom>
            <a:solidFill>
              <a:srgbClr val="62B5E5"/>
            </a:solidFill>
            <a:ln w="6390" cap="flat">
              <a:noFill/>
              <a:prstDash val="solid"/>
              <a:miter/>
            </a:ln>
          </p:spPr>
          <p:txBody>
            <a:bodyPr rtlCol="0" anchor="ctr"/>
            <a:lstStyle/>
            <a:p>
              <a:endParaRPr lang="en-US"/>
            </a:p>
          </p:txBody>
        </p:sp>
      </p:grpSp>
      <p:grpSp>
        <p:nvGrpSpPr>
          <p:cNvPr id="60" name="Graphic 4">
            <a:extLst>
              <a:ext uri="{FF2B5EF4-FFF2-40B4-BE49-F238E27FC236}">
                <a16:creationId xmlns:a16="http://schemas.microsoft.com/office/drawing/2014/main" id="{4B0EB107-0371-A74E-9643-B654DE6A29F4}"/>
              </a:ext>
            </a:extLst>
          </p:cNvPr>
          <p:cNvGrpSpPr>
            <a:grpSpLocks noChangeAspect="1"/>
          </p:cNvGrpSpPr>
          <p:nvPr/>
        </p:nvGrpSpPr>
        <p:grpSpPr>
          <a:xfrm>
            <a:off x="10325499" y="2855717"/>
            <a:ext cx="361670" cy="361971"/>
            <a:chOff x="10325499" y="2855717"/>
            <a:chExt cx="361670" cy="361971"/>
          </a:xfrm>
          <a:solidFill>
            <a:srgbClr val="62B5E5"/>
          </a:solidFill>
        </p:grpSpPr>
        <p:sp>
          <p:nvSpPr>
            <p:cNvPr id="61" name="Graphic 4">
              <a:extLst>
                <a:ext uri="{FF2B5EF4-FFF2-40B4-BE49-F238E27FC236}">
                  <a16:creationId xmlns:a16="http://schemas.microsoft.com/office/drawing/2014/main" id="{0458F453-51F9-4B46-8D7C-4E3EF289C216}"/>
                </a:ext>
              </a:extLst>
            </p:cNvPr>
            <p:cNvSpPr/>
            <p:nvPr/>
          </p:nvSpPr>
          <p:spPr>
            <a:xfrm>
              <a:off x="10529338" y="2997442"/>
              <a:ext cx="17891" cy="8937"/>
            </a:xfrm>
            <a:custGeom>
              <a:avLst/>
              <a:gdLst>
                <a:gd name="connsiteX0" fmla="*/ 0 w 17891"/>
                <a:gd name="connsiteY0" fmla="*/ 0 h 8937"/>
                <a:gd name="connsiteX1" fmla="*/ 17892 w 17891"/>
                <a:gd name="connsiteY1" fmla="*/ 0 h 8937"/>
                <a:gd name="connsiteX2" fmla="*/ 17892 w 17891"/>
                <a:gd name="connsiteY2" fmla="*/ 8937 h 8937"/>
                <a:gd name="connsiteX3" fmla="*/ 0 w 17891"/>
                <a:gd name="connsiteY3" fmla="*/ 8937 h 8937"/>
              </a:gdLst>
              <a:ahLst/>
              <a:cxnLst>
                <a:cxn ang="0">
                  <a:pos x="connsiteX0" y="connsiteY0"/>
                </a:cxn>
                <a:cxn ang="0">
                  <a:pos x="connsiteX1" y="connsiteY1"/>
                </a:cxn>
                <a:cxn ang="0">
                  <a:pos x="connsiteX2" y="connsiteY2"/>
                </a:cxn>
                <a:cxn ang="0">
                  <a:pos x="connsiteX3" y="connsiteY3"/>
                </a:cxn>
              </a:cxnLst>
              <a:rect l="l" t="t" r="r" b="b"/>
              <a:pathLst>
                <a:path w="17891" h="8937">
                  <a:moveTo>
                    <a:pt x="0" y="0"/>
                  </a:moveTo>
                  <a:lnTo>
                    <a:pt x="17892" y="0"/>
                  </a:lnTo>
                  <a:lnTo>
                    <a:pt x="17892" y="8937"/>
                  </a:lnTo>
                  <a:lnTo>
                    <a:pt x="0" y="8937"/>
                  </a:lnTo>
                  <a:close/>
                </a:path>
              </a:pathLst>
            </a:custGeom>
            <a:solidFill>
              <a:srgbClr val="62B5E5"/>
            </a:solidFill>
            <a:ln w="6390" cap="flat">
              <a:noFill/>
              <a:prstDash val="solid"/>
              <a:miter/>
            </a:ln>
          </p:spPr>
          <p:txBody>
            <a:bodyPr rtlCol="0" anchor="ctr"/>
            <a:lstStyle/>
            <a:p>
              <a:endParaRPr lang="en-US"/>
            </a:p>
          </p:txBody>
        </p:sp>
        <p:sp>
          <p:nvSpPr>
            <p:cNvPr id="62" name="Graphic 4">
              <a:extLst>
                <a:ext uri="{FF2B5EF4-FFF2-40B4-BE49-F238E27FC236}">
                  <a16:creationId xmlns:a16="http://schemas.microsoft.com/office/drawing/2014/main" id="{C41E963A-703C-994F-892A-739AA0E9862B}"/>
                </a:ext>
              </a:extLst>
            </p:cNvPr>
            <p:cNvSpPr/>
            <p:nvPr/>
          </p:nvSpPr>
          <p:spPr>
            <a:xfrm>
              <a:off x="10496749" y="2939348"/>
              <a:ext cx="82430" cy="44049"/>
            </a:xfrm>
            <a:custGeom>
              <a:avLst/>
              <a:gdLst>
                <a:gd name="connsiteX0" fmla="*/ 0 w 82430"/>
                <a:gd name="connsiteY0" fmla="*/ 0 h 44049"/>
                <a:gd name="connsiteX1" fmla="*/ 82430 w 82430"/>
                <a:gd name="connsiteY1" fmla="*/ 0 h 44049"/>
                <a:gd name="connsiteX2" fmla="*/ 82430 w 82430"/>
                <a:gd name="connsiteY2" fmla="*/ 44049 h 44049"/>
                <a:gd name="connsiteX3" fmla="*/ 0 w 82430"/>
                <a:gd name="connsiteY3" fmla="*/ 44049 h 44049"/>
              </a:gdLst>
              <a:ahLst/>
              <a:cxnLst>
                <a:cxn ang="0">
                  <a:pos x="connsiteX0" y="connsiteY0"/>
                </a:cxn>
                <a:cxn ang="0">
                  <a:pos x="connsiteX1" y="connsiteY1"/>
                </a:cxn>
                <a:cxn ang="0">
                  <a:pos x="connsiteX2" y="connsiteY2"/>
                </a:cxn>
                <a:cxn ang="0">
                  <a:pos x="connsiteX3" y="connsiteY3"/>
                </a:cxn>
              </a:cxnLst>
              <a:rect l="l" t="t" r="r" b="b"/>
              <a:pathLst>
                <a:path w="82430" h="44049">
                  <a:moveTo>
                    <a:pt x="0" y="0"/>
                  </a:moveTo>
                  <a:lnTo>
                    <a:pt x="82430" y="0"/>
                  </a:lnTo>
                  <a:lnTo>
                    <a:pt x="82430" y="44049"/>
                  </a:lnTo>
                  <a:lnTo>
                    <a:pt x="0" y="44049"/>
                  </a:lnTo>
                  <a:close/>
                </a:path>
              </a:pathLst>
            </a:custGeom>
            <a:solidFill>
              <a:srgbClr val="62B5E5"/>
            </a:solidFill>
            <a:ln w="6390" cap="flat">
              <a:noFill/>
              <a:prstDash val="solid"/>
              <a:miter/>
            </a:ln>
          </p:spPr>
          <p:txBody>
            <a:bodyPr rtlCol="0" anchor="ctr"/>
            <a:lstStyle/>
            <a:p>
              <a:endParaRPr lang="en-US"/>
            </a:p>
          </p:txBody>
        </p:sp>
        <p:sp>
          <p:nvSpPr>
            <p:cNvPr id="63" name="Graphic 4">
              <a:extLst>
                <a:ext uri="{FF2B5EF4-FFF2-40B4-BE49-F238E27FC236}">
                  <a16:creationId xmlns:a16="http://schemas.microsoft.com/office/drawing/2014/main" id="{BD01E8DD-55A3-D644-BA77-F20F0B32E0B3}"/>
                </a:ext>
              </a:extLst>
            </p:cNvPr>
            <p:cNvSpPr/>
            <p:nvPr/>
          </p:nvSpPr>
          <p:spPr>
            <a:xfrm>
              <a:off x="10462244" y="3056813"/>
              <a:ext cx="42173" cy="29366"/>
            </a:xfrm>
            <a:custGeom>
              <a:avLst/>
              <a:gdLst>
                <a:gd name="connsiteX0" fmla="*/ 31950 w 42173"/>
                <a:gd name="connsiteY0" fmla="*/ 29366 h 29366"/>
                <a:gd name="connsiteX1" fmla="*/ 42173 w 42173"/>
                <a:gd name="connsiteY1" fmla="*/ 0 h 29366"/>
                <a:gd name="connsiteX2" fmla="*/ 0 w 42173"/>
                <a:gd name="connsiteY2" fmla="*/ 0 h 29366"/>
                <a:gd name="connsiteX3" fmla="*/ 8945 w 42173"/>
                <a:gd name="connsiteY3" fmla="*/ 29366 h 29366"/>
              </a:gdLst>
              <a:ahLst/>
              <a:cxnLst>
                <a:cxn ang="0">
                  <a:pos x="connsiteX0" y="connsiteY0"/>
                </a:cxn>
                <a:cxn ang="0">
                  <a:pos x="connsiteX1" y="connsiteY1"/>
                </a:cxn>
                <a:cxn ang="0">
                  <a:pos x="connsiteX2" y="connsiteY2"/>
                </a:cxn>
                <a:cxn ang="0">
                  <a:pos x="connsiteX3" y="connsiteY3"/>
                </a:cxn>
              </a:cxnLst>
              <a:rect l="l" t="t" r="r" b="b"/>
              <a:pathLst>
                <a:path w="42173" h="29366">
                  <a:moveTo>
                    <a:pt x="31950" y="29366"/>
                  </a:moveTo>
                  <a:lnTo>
                    <a:pt x="42173" y="0"/>
                  </a:lnTo>
                  <a:lnTo>
                    <a:pt x="0" y="0"/>
                  </a:lnTo>
                  <a:lnTo>
                    <a:pt x="8945" y="29366"/>
                  </a:lnTo>
                  <a:close/>
                </a:path>
              </a:pathLst>
            </a:custGeom>
            <a:solidFill>
              <a:srgbClr val="62B5E5"/>
            </a:solidFill>
            <a:ln w="6390" cap="flat">
              <a:noFill/>
              <a:prstDash val="solid"/>
              <a:miter/>
            </a:ln>
          </p:spPr>
          <p:txBody>
            <a:bodyPr rtlCol="0" anchor="ctr"/>
            <a:lstStyle/>
            <a:p>
              <a:endParaRPr lang="en-US"/>
            </a:p>
          </p:txBody>
        </p:sp>
        <p:sp>
          <p:nvSpPr>
            <p:cNvPr id="557" name="Graphic 4">
              <a:extLst>
                <a:ext uri="{FF2B5EF4-FFF2-40B4-BE49-F238E27FC236}">
                  <a16:creationId xmlns:a16="http://schemas.microsoft.com/office/drawing/2014/main" id="{0411C218-215B-964C-9292-53188AA65B4C}"/>
                </a:ext>
              </a:extLst>
            </p:cNvPr>
            <p:cNvSpPr/>
            <p:nvPr/>
          </p:nvSpPr>
          <p:spPr>
            <a:xfrm>
              <a:off x="10325499" y="2855717"/>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83074 w 361670"/>
                <a:gd name="connsiteY7" fmla="*/ 267489 h 361971"/>
                <a:gd name="connsiteX8" fmla="*/ 276684 w 361670"/>
                <a:gd name="connsiteY8" fmla="*/ 273873 h 361971"/>
                <a:gd name="connsiteX9" fmla="*/ 270294 w 361670"/>
                <a:gd name="connsiteY9" fmla="*/ 267489 h 361971"/>
                <a:gd name="connsiteX10" fmla="*/ 270294 w 361670"/>
                <a:gd name="connsiteY10" fmla="*/ 171091 h 361971"/>
                <a:gd name="connsiteX11" fmla="*/ 127799 w 361670"/>
                <a:gd name="connsiteY11" fmla="*/ 171091 h 361971"/>
                <a:gd name="connsiteX12" fmla="*/ 133550 w 361670"/>
                <a:gd name="connsiteY12" fmla="*/ 188966 h 361971"/>
                <a:gd name="connsiteX13" fmla="*/ 134828 w 361670"/>
                <a:gd name="connsiteY13" fmla="*/ 188966 h 361971"/>
                <a:gd name="connsiteX14" fmla="*/ 188503 w 361670"/>
                <a:gd name="connsiteY14" fmla="*/ 188966 h 361971"/>
                <a:gd name="connsiteX15" fmla="*/ 195532 w 361670"/>
                <a:gd name="connsiteY15" fmla="*/ 194711 h 361971"/>
                <a:gd name="connsiteX16" fmla="*/ 194893 w 361670"/>
                <a:gd name="connsiteY16" fmla="*/ 197265 h 361971"/>
                <a:gd name="connsiteX17" fmla="*/ 183391 w 361670"/>
                <a:gd name="connsiteY17" fmla="*/ 230462 h 361971"/>
                <a:gd name="connsiteX18" fmla="*/ 204478 w 361670"/>
                <a:gd name="connsiteY18" fmla="*/ 230462 h 361971"/>
                <a:gd name="connsiteX19" fmla="*/ 210868 w 361670"/>
                <a:gd name="connsiteY19" fmla="*/ 236846 h 361971"/>
                <a:gd name="connsiteX20" fmla="*/ 204478 w 361670"/>
                <a:gd name="connsiteY20" fmla="*/ 243230 h 361971"/>
                <a:gd name="connsiteX21" fmla="*/ 178918 w 361670"/>
                <a:gd name="connsiteY21" fmla="*/ 243230 h 361971"/>
                <a:gd name="connsiteX22" fmla="*/ 178918 w 361670"/>
                <a:gd name="connsiteY22" fmla="*/ 262382 h 361971"/>
                <a:gd name="connsiteX23" fmla="*/ 196810 w 361670"/>
                <a:gd name="connsiteY23" fmla="*/ 262382 h 361971"/>
                <a:gd name="connsiteX24" fmla="*/ 202561 w 361670"/>
                <a:gd name="connsiteY24" fmla="*/ 265574 h 361971"/>
                <a:gd name="connsiteX25" fmla="*/ 210229 w 361670"/>
                <a:gd name="connsiteY25" fmla="*/ 280895 h 361971"/>
                <a:gd name="connsiteX26" fmla="*/ 207673 w 361670"/>
                <a:gd name="connsiteY26" fmla="*/ 289194 h 361971"/>
                <a:gd name="connsiteX27" fmla="*/ 205117 w 361670"/>
                <a:gd name="connsiteY27" fmla="*/ 289833 h 361971"/>
                <a:gd name="connsiteX28" fmla="*/ 199366 w 361670"/>
                <a:gd name="connsiteY28" fmla="*/ 286641 h 361971"/>
                <a:gd name="connsiteX29" fmla="*/ 192976 w 361670"/>
                <a:gd name="connsiteY29" fmla="*/ 274511 h 361971"/>
                <a:gd name="connsiteX30" fmla="*/ 178918 w 361670"/>
                <a:gd name="connsiteY30" fmla="*/ 274511 h 361971"/>
                <a:gd name="connsiteX31" fmla="*/ 178918 w 361670"/>
                <a:gd name="connsiteY31" fmla="*/ 283449 h 361971"/>
                <a:gd name="connsiteX32" fmla="*/ 172528 w 361670"/>
                <a:gd name="connsiteY32" fmla="*/ 289833 h 361971"/>
                <a:gd name="connsiteX33" fmla="*/ 166138 w 361670"/>
                <a:gd name="connsiteY33" fmla="*/ 283449 h 361971"/>
                <a:gd name="connsiteX34" fmla="*/ 166138 w 361670"/>
                <a:gd name="connsiteY34" fmla="*/ 274511 h 361971"/>
                <a:gd name="connsiteX35" fmla="*/ 152720 w 361670"/>
                <a:gd name="connsiteY35" fmla="*/ 274511 h 361971"/>
                <a:gd name="connsiteX36" fmla="*/ 145690 w 361670"/>
                <a:gd name="connsiteY36" fmla="*/ 286641 h 361971"/>
                <a:gd name="connsiteX37" fmla="*/ 136745 w 361670"/>
                <a:gd name="connsiteY37" fmla="*/ 289194 h 361971"/>
                <a:gd name="connsiteX38" fmla="*/ 136745 w 361670"/>
                <a:gd name="connsiteY38" fmla="*/ 289194 h 361971"/>
                <a:gd name="connsiteX39" fmla="*/ 134189 w 361670"/>
                <a:gd name="connsiteY39" fmla="*/ 280257 h 361971"/>
                <a:gd name="connsiteX40" fmla="*/ 143135 w 361670"/>
                <a:gd name="connsiteY40" fmla="*/ 264935 h 361971"/>
                <a:gd name="connsiteX41" fmla="*/ 148885 w 361670"/>
                <a:gd name="connsiteY41" fmla="*/ 261743 h 361971"/>
                <a:gd name="connsiteX42" fmla="*/ 166138 w 361670"/>
                <a:gd name="connsiteY42" fmla="*/ 261743 h 361971"/>
                <a:gd name="connsiteX43" fmla="*/ 166138 w 361670"/>
                <a:gd name="connsiteY43" fmla="*/ 242591 h 361971"/>
                <a:gd name="connsiteX44" fmla="*/ 141856 w 361670"/>
                <a:gd name="connsiteY44" fmla="*/ 242591 h 361971"/>
                <a:gd name="connsiteX45" fmla="*/ 135466 w 361670"/>
                <a:gd name="connsiteY45" fmla="*/ 238122 h 361971"/>
                <a:gd name="connsiteX46" fmla="*/ 114380 w 361670"/>
                <a:gd name="connsiteY46" fmla="*/ 170452 h 361971"/>
                <a:gd name="connsiteX47" fmla="*/ 91376 w 361670"/>
                <a:gd name="connsiteY47" fmla="*/ 170452 h 361971"/>
                <a:gd name="connsiteX48" fmla="*/ 91376 w 361670"/>
                <a:gd name="connsiteY48" fmla="*/ 266850 h 361971"/>
                <a:gd name="connsiteX49" fmla="*/ 84986 w 361670"/>
                <a:gd name="connsiteY49" fmla="*/ 273234 h 361971"/>
                <a:gd name="connsiteX50" fmla="*/ 78596 w 361670"/>
                <a:gd name="connsiteY50" fmla="*/ 266850 h 361971"/>
                <a:gd name="connsiteX51" fmla="*/ 78596 w 361670"/>
                <a:gd name="connsiteY51" fmla="*/ 163430 h 361971"/>
                <a:gd name="connsiteX52" fmla="*/ 84986 w 361670"/>
                <a:gd name="connsiteY52" fmla="*/ 157046 h 361971"/>
                <a:gd name="connsiteX53" fmla="*/ 110545 w 361670"/>
                <a:gd name="connsiteY53" fmla="*/ 157046 h 361971"/>
                <a:gd name="connsiteX54" fmla="*/ 103517 w 361670"/>
                <a:gd name="connsiteY54" fmla="*/ 133425 h 361971"/>
                <a:gd name="connsiteX55" fmla="*/ 107350 w 361670"/>
                <a:gd name="connsiteY55" fmla="*/ 125126 h 361971"/>
                <a:gd name="connsiteX56" fmla="*/ 115658 w 361670"/>
                <a:gd name="connsiteY56" fmla="*/ 128956 h 361971"/>
                <a:gd name="connsiteX57" fmla="*/ 115658 w 361670"/>
                <a:gd name="connsiteY57" fmla="*/ 129595 h 361971"/>
                <a:gd name="connsiteX58" fmla="*/ 123965 w 361670"/>
                <a:gd name="connsiteY58" fmla="*/ 157046 h 361971"/>
                <a:gd name="connsiteX59" fmla="*/ 191698 w 361670"/>
                <a:gd name="connsiteY59" fmla="*/ 157046 h 361971"/>
                <a:gd name="connsiteX60" fmla="*/ 191698 w 361670"/>
                <a:gd name="connsiteY60" fmla="*/ 156408 h 361971"/>
                <a:gd name="connsiteX61" fmla="*/ 191698 w 361670"/>
                <a:gd name="connsiteY61" fmla="*/ 139809 h 361971"/>
                <a:gd name="connsiteX62" fmla="*/ 166138 w 361670"/>
                <a:gd name="connsiteY62" fmla="*/ 139809 h 361971"/>
                <a:gd name="connsiteX63" fmla="*/ 159748 w 361670"/>
                <a:gd name="connsiteY63" fmla="*/ 133425 h 361971"/>
                <a:gd name="connsiteX64" fmla="*/ 159748 w 361670"/>
                <a:gd name="connsiteY64" fmla="*/ 76608 h 361971"/>
                <a:gd name="connsiteX65" fmla="*/ 166138 w 361670"/>
                <a:gd name="connsiteY65" fmla="*/ 70224 h 361971"/>
                <a:gd name="connsiteX66" fmla="*/ 261349 w 361670"/>
                <a:gd name="connsiteY66" fmla="*/ 70224 h 361971"/>
                <a:gd name="connsiteX67" fmla="*/ 267739 w 361670"/>
                <a:gd name="connsiteY67" fmla="*/ 76608 h 361971"/>
                <a:gd name="connsiteX68" fmla="*/ 267739 w 361670"/>
                <a:gd name="connsiteY68" fmla="*/ 133425 h 361971"/>
                <a:gd name="connsiteX69" fmla="*/ 261349 w 361670"/>
                <a:gd name="connsiteY69" fmla="*/ 139809 h 361971"/>
                <a:gd name="connsiteX70" fmla="*/ 235789 w 361670"/>
                <a:gd name="connsiteY70" fmla="*/ 139809 h 361971"/>
                <a:gd name="connsiteX71" fmla="*/ 235789 w 361670"/>
                <a:gd name="connsiteY71" fmla="*/ 156408 h 361971"/>
                <a:gd name="connsiteX72" fmla="*/ 235789 w 361670"/>
                <a:gd name="connsiteY72" fmla="*/ 157684 h 361971"/>
                <a:gd name="connsiteX73" fmla="*/ 277962 w 361670"/>
                <a:gd name="connsiteY73" fmla="*/ 157684 h 361971"/>
                <a:gd name="connsiteX74" fmla="*/ 284352 w 361670"/>
                <a:gd name="connsiteY74" fmla="*/ 164068 h 361971"/>
                <a:gd name="connsiteX75" fmla="*/ 283074 w 361670"/>
                <a:gd name="connsiteY75" fmla="*/ 26748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1670" h="361971">
                  <a:moveTo>
                    <a:pt x="180835" y="0"/>
                  </a:moveTo>
                  <a:cubicBezTo>
                    <a:pt x="80513" y="0"/>
                    <a:pt x="0" y="81076"/>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1670" y="80438"/>
                    <a:pt x="280518" y="0"/>
                    <a:pt x="180835" y="0"/>
                  </a:cubicBezTo>
                  <a:cubicBezTo>
                    <a:pt x="180835" y="0"/>
                    <a:pt x="180835" y="0"/>
                    <a:pt x="180835" y="0"/>
                  </a:cubicBezTo>
                  <a:close/>
                  <a:moveTo>
                    <a:pt x="283074" y="267489"/>
                  </a:moveTo>
                  <a:cubicBezTo>
                    <a:pt x="283074" y="271319"/>
                    <a:pt x="280518" y="273873"/>
                    <a:pt x="276684" y="273873"/>
                  </a:cubicBezTo>
                  <a:cubicBezTo>
                    <a:pt x="272850" y="273873"/>
                    <a:pt x="270294" y="271319"/>
                    <a:pt x="270294" y="267489"/>
                  </a:cubicBezTo>
                  <a:lnTo>
                    <a:pt x="270294" y="171091"/>
                  </a:lnTo>
                  <a:lnTo>
                    <a:pt x="127799" y="171091"/>
                  </a:lnTo>
                  <a:lnTo>
                    <a:pt x="133550" y="188966"/>
                  </a:lnTo>
                  <a:cubicBezTo>
                    <a:pt x="134189" y="188966"/>
                    <a:pt x="134189" y="188966"/>
                    <a:pt x="134828" y="188966"/>
                  </a:cubicBezTo>
                  <a:lnTo>
                    <a:pt x="188503" y="188966"/>
                  </a:lnTo>
                  <a:cubicBezTo>
                    <a:pt x="192337" y="188966"/>
                    <a:pt x="194893" y="191519"/>
                    <a:pt x="195532" y="194711"/>
                  </a:cubicBezTo>
                  <a:cubicBezTo>
                    <a:pt x="195532" y="195350"/>
                    <a:pt x="195532" y="196627"/>
                    <a:pt x="194893" y="197265"/>
                  </a:cubicBezTo>
                  <a:lnTo>
                    <a:pt x="183391" y="230462"/>
                  </a:lnTo>
                  <a:lnTo>
                    <a:pt x="204478" y="230462"/>
                  </a:lnTo>
                  <a:cubicBezTo>
                    <a:pt x="208312" y="230462"/>
                    <a:pt x="210868" y="233015"/>
                    <a:pt x="210868" y="236846"/>
                  </a:cubicBezTo>
                  <a:cubicBezTo>
                    <a:pt x="210868" y="240676"/>
                    <a:pt x="208312" y="243230"/>
                    <a:pt x="204478" y="243230"/>
                  </a:cubicBezTo>
                  <a:lnTo>
                    <a:pt x="178918" y="243230"/>
                  </a:lnTo>
                  <a:lnTo>
                    <a:pt x="178918" y="262382"/>
                  </a:lnTo>
                  <a:lnTo>
                    <a:pt x="196810" y="262382"/>
                  </a:lnTo>
                  <a:cubicBezTo>
                    <a:pt x="199366" y="262382"/>
                    <a:pt x="201283" y="263658"/>
                    <a:pt x="202561" y="265574"/>
                  </a:cubicBezTo>
                  <a:lnTo>
                    <a:pt x="210229" y="280895"/>
                  </a:lnTo>
                  <a:cubicBezTo>
                    <a:pt x="211507" y="284087"/>
                    <a:pt x="210868" y="287917"/>
                    <a:pt x="207673" y="289194"/>
                  </a:cubicBezTo>
                  <a:cubicBezTo>
                    <a:pt x="207034" y="289833"/>
                    <a:pt x="205756" y="289833"/>
                    <a:pt x="205117" y="289833"/>
                  </a:cubicBezTo>
                  <a:cubicBezTo>
                    <a:pt x="202561" y="289833"/>
                    <a:pt x="200644" y="288556"/>
                    <a:pt x="199366" y="286641"/>
                  </a:cubicBezTo>
                  <a:lnTo>
                    <a:pt x="192976" y="274511"/>
                  </a:lnTo>
                  <a:lnTo>
                    <a:pt x="178918" y="274511"/>
                  </a:lnTo>
                  <a:lnTo>
                    <a:pt x="178918" y="283449"/>
                  </a:lnTo>
                  <a:cubicBezTo>
                    <a:pt x="178918" y="287279"/>
                    <a:pt x="176362" y="289833"/>
                    <a:pt x="172528" y="289833"/>
                  </a:cubicBezTo>
                  <a:cubicBezTo>
                    <a:pt x="168695" y="289833"/>
                    <a:pt x="166138" y="287279"/>
                    <a:pt x="166138" y="283449"/>
                  </a:cubicBezTo>
                  <a:lnTo>
                    <a:pt x="166138" y="274511"/>
                  </a:lnTo>
                  <a:lnTo>
                    <a:pt x="152720" y="274511"/>
                  </a:lnTo>
                  <a:lnTo>
                    <a:pt x="145690" y="286641"/>
                  </a:lnTo>
                  <a:cubicBezTo>
                    <a:pt x="143774" y="289833"/>
                    <a:pt x="139940" y="290471"/>
                    <a:pt x="136745" y="289194"/>
                  </a:cubicBezTo>
                  <a:cubicBezTo>
                    <a:pt x="136745" y="289194"/>
                    <a:pt x="136745" y="289194"/>
                    <a:pt x="136745" y="289194"/>
                  </a:cubicBezTo>
                  <a:cubicBezTo>
                    <a:pt x="133550" y="287279"/>
                    <a:pt x="132910" y="283449"/>
                    <a:pt x="134189" y="280257"/>
                  </a:cubicBezTo>
                  <a:lnTo>
                    <a:pt x="143135" y="264935"/>
                  </a:lnTo>
                  <a:cubicBezTo>
                    <a:pt x="144412" y="263020"/>
                    <a:pt x="146330" y="261743"/>
                    <a:pt x="148885" y="261743"/>
                  </a:cubicBezTo>
                  <a:lnTo>
                    <a:pt x="166138" y="261743"/>
                  </a:lnTo>
                  <a:lnTo>
                    <a:pt x="166138" y="242591"/>
                  </a:lnTo>
                  <a:lnTo>
                    <a:pt x="141856" y="242591"/>
                  </a:lnTo>
                  <a:cubicBezTo>
                    <a:pt x="138661" y="242591"/>
                    <a:pt x="136105" y="240676"/>
                    <a:pt x="135466" y="238122"/>
                  </a:cubicBezTo>
                  <a:lnTo>
                    <a:pt x="114380" y="170452"/>
                  </a:lnTo>
                  <a:lnTo>
                    <a:pt x="91376" y="170452"/>
                  </a:lnTo>
                  <a:lnTo>
                    <a:pt x="91376" y="266850"/>
                  </a:lnTo>
                  <a:cubicBezTo>
                    <a:pt x="91376" y="270681"/>
                    <a:pt x="88820" y="273234"/>
                    <a:pt x="84986" y="273234"/>
                  </a:cubicBezTo>
                  <a:cubicBezTo>
                    <a:pt x="81152" y="273234"/>
                    <a:pt x="78596" y="270681"/>
                    <a:pt x="78596" y="266850"/>
                  </a:cubicBezTo>
                  <a:lnTo>
                    <a:pt x="78596" y="163430"/>
                  </a:lnTo>
                  <a:cubicBezTo>
                    <a:pt x="78596" y="159600"/>
                    <a:pt x="81152" y="157046"/>
                    <a:pt x="84986" y="157046"/>
                  </a:cubicBezTo>
                  <a:lnTo>
                    <a:pt x="110545" y="157046"/>
                  </a:lnTo>
                  <a:lnTo>
                    <a:pt x="103517" y="133425"/>
                  </a:lnTo>
                  <a:cubicBezTo>
                    <a:pt x="102239" y="130233"/>
                    <a:pt x="104156" y="126403"/>
                    <a:pt x="107350" y="125126"/>
                  </a:cubicBezTo>
                  <a:cubicBezTo>
                    <a:pt x="110545" y="123849"/>
                    <a:pt x="114380" y="125764"/>
                    <a:pt x="115658" y="128956"/>
                  </a:cubicBezTo>
                  <a:cubicBezTo>
                    <a:pt x="115658" y="128956"/>
                    <a:pt x="115658" y="128956"/>
                    <a:pt x="115658" y="129595"/>
                  </a:cubicBezTo>
                  <a:lnTo>
                    <a:pt x="123965" y="157046"/>
                  </a:lnTo>
                  <a:lnTo>
                    <a:pt x="191698" y="157046"/>
                  </a:lnTo>
                  <a:cubicBezTo>
                    <a:pt x="191698" y="157046"/>
                    <a:pt x="191698" y="156408"/>
                    <a:pt x="191698" y="156408"/>
                  </a:cubicBezTo>
                  <a:lnTo>
                    <a:pt x="191698" y="139809"/>
                  </a:lnTo>
                  <a:lnTo>
                    <a:pt x="166138" y="139809"/>
                  </a:lnTo>
                  <a:cubicBezTo>
                    <a:pt x="162305" y="139809"/>
                    <a:pt x="159748" y="137256"/>
                    <a:pt x="159748" y="133425"/>
                  </a:cubicBezTo>
                  <a:lnTo>
                    <a:pt x="159748" y="76608"/>
                  </a:lnTo>
                  <a:cubicBezTo>
                    <a:pt x="159748" y="72777"/>
                    <a:pt x="162305" y="70224"/>
                    <a:pt x="166138" y="70224"/>
                  </a:cubicBezTo>
                  <a:lnTo>
                    <a:pt x="261349" y="70224"/>
                  </a:lnTo>
                  <a:cubicBezTo>
                    <a:pt x="265182" y="70224"/>
                    <a:pt x="267739" y="72777"/>
                    <a:pt x="267739" y="76608"/>
                  </a:cubicBezTo>
                  <a:lnTo>
                    <a:pt x="267739" y="133425"/>
                  </a:lnTo>
                  <a:cubicBezTo>
                    <a:pt x="267739" y="137256"/>
                    <a:pt x="265182" y="139809"/>
                    <a:pt x="261349" y="139809"/>
                  </a:cubicBezTo>
                  <a:lnTo>
                    <a:pt x="235789" y="139809"/>
                  </a:lnTo>
                  <a:lnTo>
                    <a:pt x="235789" y="156408"/>
                  </a:lnTo>
                  <a:cubicBezTo>
                    <a:pt x="235789" y="157046"/>
                    <a:pt x="235789" y="157046"/>
                    <a:pt x="235789" y="157684"/>
                  </a:cubicBezTo>
                  <a:lnTo>
                    <a:pt x="277962" y="157684"/>
                  </a:lnTo>
                  <a:cubicBezTo>
                    <a:pt x="281796" y="157684"/>
                    <a:pt x="284352" y="160238"/>
                    <a:pt x="284352" y="164068"/>
                  </a:cubicBezTo>
                  <a:lnTo>
                    <a:pt x="283074" y="267489"/>
                  </a:lnTo>
                  <a:close/>
                </a:path>
              </a:pathLst>
            </a:custGeom>
            <a:solidFill>
              <a:srgbClr val="62B5E5"/>
            </a:solidFill>
            <a:ln w="6390" cap="flat">
              <a:noFill/>
              <a:prstDash val="solid"/>
              <a:miter/>
            </a:ln>
          </p:spPr>
          <p:txBody>
            <a:bodyPr rtlCol="0" anchor="ctr"/>
            <a:lstStyle/>
            <a:p>
              <a:endParaRPr lang="en-US"/>
            </a:p>
          </p:txBody>
        </p:sp>
      </p:grpSp>
      <p:grpSp>
        <p:nvGrpSpPr>
          <p:cNvPr id="558" name="Graphic 4">
            <a:extLst>
              <a:ext uri="{FF2B5EF4-FFF2-40B4-BE49-F238E27FC236}">
                <a16:creationId xmlns:a16="http://schemas.microsoft.com/office/drawing/2014/main" id="{1DF82ED6-ED2A-0341-85B1-75E88D18A0B6}"/>
              </a:ext>
            </a:extLst>
          </p:cNvPr>
          <p:cNvGrpSpPr>
            <a:grpSpLocks noChangeAspect="1"/>
          </p:cNvGrpSpPr>
          <p:nvPr/>
        </p:nvGrpSpPr>
        <p:grpSpPr>
          <a:xfrm>
            <a:off x="6753524" y="4793256"/>
            <a:ext cx="361674" cy="361971"/>
            <a:chOff x="6753524" y="4793256"/>
            <a:chExt cx="361674" cy="361971"/>
          </a:xfrm>
          <a:solidFill>
            <a:srgbClr val="00A3E0"/>
          </a:solidFill>
        </p:grpSpPr>
        <p:sp>
          <p:nvSpPr>
            <p:cNvPr id="559" name="Graphic 4">
              <a:extLst>
                <a:ext uri="{FF2B5EF4-FFF2-40B4-BE49-F238E27FC236}">
                  <a16:creationId xmlns:a16="http://schemas.microsoft.com/office/drawing/2014/main" id="{DDA080E4-EA5D-E045-AB12-B48E25B3C9B3}"/>
                </a:ext>
              </a:extLst>
            </p:cNvPr>
            <p:cNvSpPr/>
            <p:nvPr/>
          </p:nvSpPr>
          <p:spPr>
            <a:xfrm>
              <a:off x="6753524" y="4793256"/>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8565 h 361971"/>
                <a:gd name="connsiteX8" fmla="*/ 12780 w 361674"/>
                <a:gd name="connsiteY8" fmla="*/ 180667 h 361971"/>
                <a:gd name="connsiteX9" fmla="*/ 180835 w 361674"/>
                <a:gd name="connsiteY9" fmla="*/ 12129 h 361971"/>
                <a:gd name="connsiteX10" fmla="*/ 348890 w 361674"/>
                <a:gd name="connsiteY10" fmla="*/ 180028 h 361971"/>
                <a:gd name="connsiteX11" fmla="*/ 348890 w 361674"/>
                <a:gd name="connsiteY11" fmla="*/ 180028 h 361971"/>
                <a:gd name="connsiteX12" fmla="*/ 180835 w 361674"/>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2309" y="80438"/>
                    <a:pt x="281157" y="0"/>
                    <a:pt x="180835" y="0"/>
                  </a:cubicBezTo>
                  <a:cubicBezTo>
                    <a:pt x="181474" y="0"/>
                    <a:pt x="181474" y="0"/>
                    <a:pt x="180835" y="0"/>
                  </a:cubicBezTo>
                  <a:close/>
                  <a:moveTo>
                    <a:pt x="180835" y="348565"/>
                  </a:moveTo>
                  <a:cubicBezTo>
                    <a:pt x="87542" y="348565"/>
                    <a:pt x="12780" y="273234"/>
                    <a:pt x="12780" y="180667"/>
                  </a:cubicBezTo>
                  <a:cubicBezTo>
                    <a:pt x="12780" y="87461"/>
                    <a:pt x="88181" y="12129"/>
                    <a:pt x="180835" y="12129"/>
                  </a:cubicBezTo>
                  <a:cubicBezTo>
                    <a:pt x="274128" y="12129"/>
                    <a:pt x="348890" y="87461"/>
                    <a:pt x="348890" y="180028"/>
                  </a:cubicBezTo>
                  <a:lnTo>
                    <a:pt x="348890" y="180028"/>
                  </a:lnTo>
                  <a:cubicBezTo>
                    <a:pt x="349529" y="273234"/>
                    <a:pt x="274128" y="348565"/>
                    <a:pt x="180835" y="348565"/>
                  </a:cubicBezTo>
                  <a:close/>
                </a:path>
              </a:pathLst>
            </a:custGeom>
            <a:solidFill>
              <a:srgbClr val="00A3E0"/>
            </a:solidFill>
            <a:ln w="6390" cap="flat">
              <a:noFill/>
              <a:prstDash val="solid"/>
              <a:miter/>
            </a:ln>
          </p:spPr>
          <p:txBody>
            <a:bodyPr rtlCol="0" anchor="ctr"/>
            <a:lstStyle/>
            <a:p>
              <a:endParaRPr lang="en-US"/>
            </a:p>
          </p:txBody>
        </p:sp>
        <p:sp>
          <p:nvSpPr>
            <p:cNvPr id="560" name="Graphic 4">
              <a:extLst>
                <a:ext uri="{FF2B5EF4-FFF2-40B4-BE49-F238E27FC236}">
                  <a16:creationId xmlns:a16="http://schemas.microsoft.com/office/drawing/2014/main" id="{7E6EFD54-2FFD-C848-B513-E6624A42C83B}"/>
                </a:ext>
              </a:extLst>
            </p:cNvPr>
            <p:cNvSpPr/>
            <p:nvPr/>
          </p:nvSpPr>
          <p:spPr>
            <a:xfrm>
              <a:off x="6830842" y="4882632"/>
              <a:ext cx="207672" cy="208117"/>
            </a:xfrm>
            <a:custGeom>
              <a:avLst/>
              <a:gdLst>
                <a:gd name="connsiteX0" fmla="*/ 201922 w 207672"/>
                <a:gd name="connsiteY0" fmla="*/ 0 h 208117"/>
                <a:gd name="connsiteX1" fmla="*/ 6390 w 207672"/>
                <a:gd name="connsiteY1" fmla="*/ 0 h 208117"/>
                <a:gd name="connsiteX2" fmla="*/ 0 w 207672"/>
                <a:gd name="connsiteY2" fmla="*/ 6384 h 208117"/>
                <a:gd name="connsiteX3" fmla="*/ 6390 w 207672"/>
                <a:gd name="connsiteY3" fmla="*/ 12768 h 208117"/>
                <a:gd name="connsiteX4" fmla="*/ 23642 w 207672"/>
                <a:gd name="connsiteY4" fmla="*/ 12768 h 208117"/>
                <a:gd name="connsiteX5" fmla="*/ 97766 w 207672"/>
                <a:gd name="connsiteY5" fmla="*/ 111081 h 208117"/>
                <a:gd name="connsiteX6" fmla="*/ 97766 w 207672"/>
                <a:gd name="connsiteY6" fmla="*/ 201734 h 208117"/>
                <a:gd name="connsiteX7" fmla="*/ 104156 w 207672"/>
                <a:gd name="connsiteY7" fmla="*/ 208118 h 208117"/>
                <a:gd name="connsiteX8" fmla="*/ 110546 w 207672"/>
                <a:gd name="connsiteY8" fmla="*/ 201734 h 208117"/>
                <a:gd name="connsiteX9" fmla="*/ 110546 w 207672"/>
                <a:gd name="connsiteY9" fmla="*/ 12768 h 208117"/>
                <a:gd name="connsiteX10" fmla="*/ 169972 w 207672"/>
                <a:gd name="connsiteY10" fmla="*/ 12768 h 208117"/>
                <a:gd name="connsiteX11" fmla="*/ 116297 w 207672"/>
                <a:gd name="connsiteY11" fmla="*/ 84269 h 208117"/>
                <a:gd name="connsiteX12" fmla="*/ 117575 w 207672"/>
                <a:gd name="connsiteY12" fmla="*/ 93206 h 208117"/>
                <a:gd name="connsiteX13" fmla="*/ 117575 w 207672"/>
                <a:gd name="connsiteY13" fmla="*/ 93206 h 208117"/>
                <a:gd name="connsiteX14" fmla="*/ 121409 w 207672"/>
                <a:gd name="connsiteY14" fmla="*/ 94483 h 208117"/>
                <a:gd name="connsiteX15" fmla="*/ 126521 w 207672"/>
                <a:gd name="connsiteY15" fmla="*/ 91929 h 208117"/>
                <a:gd name="connsiteX16" fmla="*/ 185947 w 207672"/>
                <a:gd name="connsiteY16" fmla="*/ 12768 h 208117"/>
                <a:gd name="connsiteX17" fmla="*/ 201283 w 207672"/>
                <a:gd name="connsiteY17" fmla="*/ 12768 h 208117"/>
                <a:gd name="connsiteX18" fmla="*/ 207673 w 207672"/>
                <a:gd name="connsiteY18" fmla="*/ 6384 h 208117"/>
                <a:gd name="connsiteX19" fmla="*/ 201922 w 207672"/>
                <a:gd name="connsiteY19" fmla="*/ 0 h 208117"/>
                <a:gd name="connsiteX20" fmla="*/ 201922 w 207672"/>
                <a:gd name="connsiteY20" fmla="*/ 0 h 208117"/>
                <a:gd name="connsiteX21" fmla="*/ 97127 w 207672"/>
                <a:gd name="connsiteY21" fmla="*/ 90014 h 208117"/>
                <a:gd name="connsiteX22" fmla="*/ 38978 w 207672"/>
                <a:gd name="connsiteY22" fmla="*/ 12768 h 208117"/>
                <a:gd name="connsiteX23" fmla="*/ 97127 w 207672"/>
                <a:gd name="connsiteY23" fmla="*/ 12768 h 208117"/>
                <a:gd name="connsiteX24" fmla="*/ 97127 w 207672"/>
                <a:gd name="connsiteY24" fmla="*/ 90014 h 208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7672" h="208117">
                  <a:moveTo>
                    <a:pt x="201922" y="0"/>
                  </a:moveTo>
                  <a:lnTo>
                    <a:pt x="6390" y="0"/>
                  </a:lnTo>
                  <a:cubicBezTo>
                    <a:pt x="2556" y="0"/>
                    <a:pt x="0" y="2553"/>
                    <a:pt x="0" y="6384"/>
                  </a:cubicBezTo>
                  <a:cubicBezTo>
                    <a:pt x="0" y="10214"/>
                    <a:pt x="2556" y="12768"/>
                    <a:pt x="6390" y="12768"/>
                  </a:cubicBezTo>
                  <a:lnTo>
                    <a:pt x="23642" y="12768"/>
                  </a:lnTo>
                  <a:lnTo>
                    <a:pt x="97766" y="111081"/>
                  </a:lnTo>
                  <a:lnTo>
                    <a:pt x="97766" y="201734"/>
                  </a:lnTo>
                  <a:cubicBezTo>
                    <a:pt x="97766" y="205564"/>
                    <a:pt x="100322" y="208118"/>
                    <a:pt x="104156" y="208118"/>
                  </a:cubicBezTo>
                  <a:cubicBezTo>
                    <a:pt x="107990" y="208118"/>
                    <a:pt x="110546" y="205564"/>
                    <a:pt x="110546" y="201734"/>
                  </a:cubicBezTo>
                  <a:lnTo>
                    <a:pt x="110546" y="12768"/>
                  </a:lnTo>
                  <a:lnTo>
                    <a:pt x="169972" y="12768"/>
                  </a:lnTo>
                  <a:lnTo>
                    <a:pt x="116297" y="84269"/>
                  </a:lnTo>
                  <a:cubicBezTo>
                    <a:pt x="114380" y="86822"/>
                    <a:pt x="115019" y="91291"/>
                    <a:pt x="117575" y="93206"/>
                  </a:cubicBezTo>
                  <a:lnTo>
                    <a:pt x="117575" y="93206"/>
                  </a:lnTo>
                  <a:cubicBezTo>
                    <a:pt x="118853" y="93845"/>
                    <a:pt x="120131" y="94483"/>
                    <a:pt x="121409" y="94483"/>
                  </a:cubicBezTo>
                  <a:cubicBezTo>
                    <a:pt x="123326" y="94483"/>
                    <a:pt x="125243" y="93845"/>
                    <a:pt x="126521" y="91929"/>
                  </a:cubicBezTo>
                  <a:lnTo>
                    <a:pt x="185947" y="12768"/>
                  </a:lnTo>
                  <a:lnTo>
                    <a:pt x="201283" y="12768"/>
                  </a:lnTo>
                  <a:cubicBezTo>
                    <a:pt x="205117" y="12768"/>
                    <a:pt x="207673" y="10214"/>
                    <a:pt x="207673" y="6384"/>
                  </a:cubicBezTo>
                  <a:cubicBezTo>
                    <a:pt x="207673" y="2553"/>
                    <a:pt x="205117" y="0"/>
                    <a:pt x="201922" y="0"/>
                  </a:cubicBezTo>
                  <a:lnTo>
                    <a:pt x="201922" y="0"/>
                  </a:lnTo>
                  <a:close/>
                  <a:moveTo>
                    <a:pt x="97127" y="90014"/>
                  </a:moveTo>
                  <a:lnTo>
                    <a:pt x="38978" y="12768"/>
                  </a:lnTo>
                  <a:lnTo>
                    <a:pt x="97127" y="12768"/>
                  </a:lnTo>
                  <a:lnTo>
                    <a:pt x="97127" y="90014"/>
                  </a:lnTo>
                  <a:close/>
                </a:path>
              </a:pathLst>
            </a:custGeom>
            <a:solidFill>
              <a:srgbClr val="00A3E0"/>
            </a:solidFill>
            <a:ln w="6390" cap="flat">
              <a:noFill/>
              <a:prstDash val="solid"/>
              <a:miter/>
            </a:ln>
          </p:spPr>
          <p:txBody>
            <a:bodyPr rtlCol="0" anchor="ctr"/>
            <a:lstStyle/>
            <a:p>
              <a:endParaRPr lang="en-US"/>
            </a:p>
          </p:txBody>
        </p:sp>
      </p:grpSp>
      <p:grpSp>
        <p:nvGrpSpPr>
          <p:cNvPr id="561" name="Graphic 4">
            <a:extLst>
              <a:ext uri="{FF2B5EF4-FFF2-40B4-BE49-F238E27FC236}">
                <a16:creationId xmlns:a16="http://schemas.microsoft.com/office/drawing/2014/main" id="{AF4842DF-439E-6149-95EB-61189B69EAB2}"/>
              </a:ext>
            </a:extLst>
          </p:cNvPr>
          <p:cNvGrpSpPr>
            <a:grpSpLocks noChangeAspect="1"/>
          </p:cNvGrpSpPr>
          <p:nvPr/>
        </p:nvGrpSpPr>
        <p:grpSpPr>
          <a:xfrm>
            <a:off x="7191874" y="4793256"/>
            <a:ext cx="362312" cy="361971"/>
            <a:chOff x="7191874" y="4793256"/>
            <a:chExt cx="362312" cy="361971"/>
          </a:xfrm>
          <a:solidFill>
            <a:srgbClr val="00A3E0"/>
          </a:solidFill>
        </p:grpSpPr>
        <p:sp>
          <p:nvSpPr>
            <p:cNvPr id="562" name="Graphic 4">
              <a:extLst>
                <a:ext uri="{FF2B5EF4-FFF2-40B4-BE49-F238E27FC236}">
                  <a16:creationId xmlns:a16="http://schemas.microsoft.com/office/drawing/2014/main" id="{096F48F2-D2A8-EB43-9184-980C6BA6B590}"/>
                </a:ext>
              </a:extLst>
            </p:cNvPr>
            <p:cNvSpPr/>
            <p:nvPr/>
          </p:nvSpPr>
          <p:spPr>
            <a:xfrm>
              <a:off x="7308810" y="4895400"/>
              <a:ext cx="58148" cy="77246"/>
            </a:xfrm>
            <a:custGeom>
              <a:avLst/>
              <a:gdLst>
                <a:gd name="connsiteX0" fmla="*/ 58148 w 58148"/>
                <a:gd name="connsiteY0" fmla="*/ 77246 h 77246"/>
                <a:gd name="connsiteX1" fmla="*/ 58148 w 58148"/>
                <a:gd name="connsiteY1" fmla="*/ 0 h 77246"/>
                <a:gd name="connsiteX2" fmla="*/ 0 w 58148"/>
                <a:gd name="connsiteY2" fmla="*/ 0 h 77246"/>
              </a:gdLst>
              <a:ahLst/>
              <a:cxnLst>
                <a:cxn ang="0">
                  <a:pos x="connsiteX0" y="connsiteY0"/>
                </a:cxn>
                <a:cxn ang="0">
                  <a:pos x="connsiteX1" y="connsiteY1"/>
                </a:cxn>
                <a:cxn ang="0">
                  <a:pos x="connsiteX2" y="connsiteY2"/>
                </a:cxn>
              </a:cxnLst>
              <a:rect l="l" t="t" r="r" b="b"/>
              <a:pathLst>
                <a:path w="58148" h="77246">
                  <a:moveTo>
                    <a:pt x="58148" y="77246"/>
                  </a:moveTo>
                  <a:lnTo>
                    <a:pt x="58148" y="0"/>
                  </a:lnTo>
                  <a:lnTo>
                    <a:pt x="0" y="0"/>
                  </a:lnTo>
                  <a:close/>
                </a:path>
              </a:pathLst>
            </a:custGeom>
            <a:solidFill>
              <a:srgbClr val="00A3E0"/>
            </a:solidFill>
            <a:ln w="6390" cap="flat">
              <a:noFill/>
              <a:prstDash val="solid"/>
              <a:miter/>
            </a:ln>
          </p:spPr>
          <p:txBody>
            <a:bodyPr rtlCol="0" anchor="ctr"/>
            <a:lstStyle/>
            <a:p>
              <a:endParaRPr lang="en-US"/>
            </a:p>
          </p:txBody>
        </p:sp>
        <p:sp>
          <p:nvSpPr>
            <p:cNvPr id="563" name="Graphic 4">
              <a:extLst>
                <a:ext uri="{FF2B5EF4-FFF2-40B4-BE49-F238E27FC236}">
                  <a16:creationId xmlns:a16="http://schemas.microsoft.com/office/drawing/2014/main" id="{41A40341-AA20-0D4D-BC55-AD67A88CA632}"/>
                </a:ext>
              </a:extLst>
            </p:cNvPr>
            <p:cNvSpPr/>
            <p:nvPr/>
          </p:nvSpPr>
          <p:spPr>
            <a:xfrm>
              <a:off x="7191874" y="4793256"/>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79240 w 362312"/>
                <a:gd name="connsiteY6" fmla="*/ 102144 h 361971"/>
                <a:gd name="connsiteX7" fmla="*/ 263905 w 362312"/>
                <a:gd name="connsiteY7" fmla="*/ 102144 h 361971"/>
                <a:gd name="connsiteX8" fmla="*/ 204478 w 362312"/>
                <a:gd name="connsiteY8" fmla="*/ 181305 h 361971"/>
                <a:gd name="connsiteX9" fmla="*/ 199366 w 362312"/>
                <a:gd name="connsiteY9" fmla="*/ 183859 h 361971"/>
                <a:gd name="connsiteX10" fmla="*/ 192976 w 362312"/>
                <a:gd name="connsiteY10" fmla="*/ 177475 h 361971"/>
                <a:gd name="connsiteX11" fmla="*/ 194254 w 362312"/>
                <a:gd name="connsiteY11" fmla="*/ 173644 h 361971"/>
                <a:gd name="connsiteX12" fmla="*/ 247930 w 362312"/>
                <a:gd name="connsiteY12" fmla="*/ 102144 h 361971"/>
                <a:gd name="connsiteX13" fmla="*/ 188503 w 362312"/>
                <a:gd name="connsiteY13" fmla="*/ 102144 h 361971"/>
                <a:gd name="connsiteX14" fmla="*/ 188503 w 362312"/>
                <a:gd name="connsiteY14" fmla="*/ 291109 h 361971"/>
                <a:gd name="connsiteX15" fmla="*/ 182113 w 362312"/>
                <a:gd name="connsiteY15" fmla="*/ 297493 h 361971"/>
                <a:gd name="connsiteX16" fmla="*/ 175723 w 362312"/>
                <a:gd name="connsiteY16" fmla="*/ 291109 h 361971"/>
                <a:gd name="connsiteX17" fmla="*/ 175723 w 362312"/>
                <a:gd name="connsiteY17" fmla="*/ 200457 h 361971"/>
                <a:gd name="connsiteX18" fmla="*/ 101600 w 362312"/>
                <a:gd name="connsiteY18" fmla="*/ 102144 h 361971"/>
                <a:gd name="connsiteX19" fmla="*/ 84347 w 362312"/>
                <a:gd name="connsiteY19" fmla="*/ 102144 h 361971"/>
                <a:gd name="connsiteX20" fmla="*/ 77957 w 362312"/>
                <a:gd name="connsiteY20" fmla="*/ 95760 h 361971"/>
                <a:gd name="connsiteX21" fmla="*/ 84347 w 362312"/>
                <a:gd name="connsiteY21" fmla="*/ 89376 h 361971"/>
                <a:gd name="connsiteX22" fmla="*/ 279880 w 362312"/>
                <a:gd name="connsiteY22" fmla="*/ 89376 h 361971"/>
                <a:gd name="connsiteX23" fmla="*/ 286270 w 362312"/>
                <a:gd name="connsiteY23" fmla="*/ 95760 h 361971"/>
                <a:gd name="connsiteX24" fmla="*/ 279240 w 362312"/>
                <a:gd name="connsiteY24" fmla="*/ 102144 h 361971"/>
                <a:gd name="connsiteX25" fmla="*/ 279240 w 362312"/>
                <a:gd name="connsiteY25" fmla="*/ 10214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0438"/>
                    <a:pt x="281796" y="0"/>
                    <a:pt x="181474" y="0"/>
                  </a:cubicBezTo>
                  <a:close/>
                  <a:moveTo>
                    <a:pt x="279240" y="102144"/>
                  </a:moveTo>
                  <a:lnTo>
                    <a:pt x="263905" y="102144"/>
                  </a:lnTo>
                  <a:lnTo>
                    <a:pt x="204478" y="181305"/>
                  </a:lnTo>
                  <a:cubicBezTo>
                    <a:pt x="203200" y="183220"/>
                    <a:pt x="201283" y="183859"/>
                    <a:pt x="199366" y="183859"/>
                  </a:cubicBezTo>
                  <a:cubicBezTo>
                    <a:pt x="195532" y="183859"/>
                    <a:pt x="192976" y="180667"/>
                    <a:pt x="192976" y="177475"/>
                  </a:cubicBezTo>
                  <a:cubicBezTo>
                    <a:pt x="192976" y="176198"/>
                    <a:pt x="193615" y="174921"/>
                    <a:pt x="194254" y="173644"/>
                  </a:cubicBezTo>
                  <a:lnTo>
                    <a:pt x="247930" y="102144"/>
                  </a:lnTo>
                  <a:lnTo>
                    <a:pt x="188503" y="102144"/>
                  </a:lnTo>
                  <a:lnTo>
                    <a:pt x="188503" y="291109"/>
                  </a:lnTo>
                  <a:cubicBezTo>
                    <a:pt x="188503" y="294940"/>
                    <a:pt x="185947" y="297493"/>
                    <a:pt x="182113" y="297493"/>
                  </a:cubicBezTo>
                  <a:cubicBezTo>
                    <a:pt x="178279" y="297493"/>
                    <a:pt x="175723" y="294940"/>
                    <a:pt x="175723" y="291109"/>
                  </a:cubicBezTo>
                  <a:lnTo>
                    <a:pt x="175723" y="200457"/>
                  </a:lnTo>
                  <a:lnTo>
                    <a:pt x="101600" y="102144"/>
                  </a:lnTo>
                  <a:lnTo>
                    <a:pt x="84347" y="102144"/>
                  </a:lnTo>
                  <a:cubicBezTo>
                    <a:pt x="80513" y="102144"/>
                    <a:pt x="77957" y="99590"/>
                    <a:pt x="77957" y="95760"/>
                  </a:cubicBezTo>
                  <a:cubicBezTo>
                    <a:pt x="77957" y="91929"/>
                    <a:pt x="80513" y="89376"/>
                    <a:pt x="84347" y="89376"/>
                  </a:cubicBezTo>
                  <a:lnTo>
                    <a:pt x="279880" y="89376"/>
                  </a:lnTo>
                  <a:cubicBezTo>
                    <a:pt x="283713" y="89376"/>
                    <a:pt x="286270" y="91929"/>
                    <a:pt x="286270" y="95760"/>
                  </a:cubicBezTo>
                  <a:cubicBezTo>
                    <a:pt x="286270" y="99590"/>
                    <a:pt x="283075" y="102144"/>
                    <a:pt x="279240" y="102144"/>
                  </a:cubicBezTo>
                  <a:lnTo>
                    <a:pt x="279240" y="102144"/>
                  </a:lnTo>
                  <a:close/>
                </a:path>
              </a:pathLst>
            </a:custGeom>
            <a:solidFill>
              <a:srgbClr val="00A3E0"/>
            </a:solidFill>
            <a:ln w="6390" cap="flat">
              <a:noFill/>
              <a:prstDash val="solid"/>
              <a:miter/>
            </a:ln>
          </p:spPr>
          <p:txBody>
            <a:bodyPr rtlCol="0" anchor="ctr"/>
            <a:lstStyle/>
            <a:p>
              <a:endParaRPr lang="en-US"/>
            </a:p>
          </p:txBody>
        </p:sp>
      </p:grpSp>
      <p:grpSp>
        <p:nvGrpSpPr>
          <p:cNvPr id="564" name="Graphic 4">
            <a:extLst>
              <a:ext uri="{FF2B5EF4-FFF2-40B4-BE49-F238E27FC236}">
                <a16:creationId xmlns:a16="http://schemas.microsoft.com/office/drawing/2014/main" id="{F50E880A-3713-EC4E-8C00-17F97862B224}"/>
              </a:ext>
            </a:extLst>
          </p:cNvPr>
          <p:cNvGrpSpPr>
            <a:grpSpLocks noChangeAspect="1"/>
          </p:cNvGrpSpPr>
          <p:nvPr/>
        </p:nvGrpSpPr>
        <p:grpSpPr>
          <a:xfrm>
            <a:off x="9887149" y="2371173"/>
            <a:ext cx="362309" cy="361971"/>
            <a:chOff x="9887149" y="2371173"/>
            <a:chExt cx="362309" cy="361971"/>
          </a:xfrm>
          <a:solidFill>
            <a:srgbClr val="62B5E5"/>
          </a:solidFill>
        </p:grpSpPr>
        <p:sp>
          <p:nvSpPr>
            <p:cNvPr id="565" name="Graphic 4">
              <a:extLst>
                <a:ext uri="{FF2B5EF4-FFF2-40B4-BE49-F238E27FC236}">
                  <a16:creationId xmlns:a16="http://schemas.microsoft.com/office/drawing/2014/main" id="{A173DDFA-9D54-964F-9131-441A052AD895}"/>
                </a:ext>
              </a:extLst>
            </p:cNvPr>
            <p:cNvSpPr/>
            <p:nvPr/>
          </p:nvSpPr>
          <p:spPr>
            <a:xfrm>
              <a:off x="9887149" y="237117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1305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09" y="280895"/>
                    <a:pt x="362309" y="181305"/>
                  </a:cubicBezTo>
                  <a:cubicBezTo>
                    <a:pt x="362309"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1474" y="12768"/>
                  </a:cubicBezTo>
                  <a:cubicBezTo>
                    <a:pt x="274128" y="12768"/>
                    <a:pt x="349529" y="88099"/>
                    <a:pt x="349529" y="181305"/>
                  </a:cubicBezTo>
                  <a:cubicBezTo>
                    <a:pt x="349529" y="273873"/>
                    <a:pt x="274128" y="349204"/>
                    <a:pt x="180835" y="349204"/>
                  </a:cubicBezTo>
                  <a:close/>
                </a:path>
              </a:pathLst>
            </a:custGeom>
            <a:solidFill>
              <a:srgbClr val="62B5E5"/>
            </a:solidFill>
            <a:ln w="6390" cap="flat">
              <a:noFill/>
              <a:prstDash val="solid"/>
              <a:miter/>
            </a:ln>
          </p:spPr>
          <p:txBody>
            <a:bodyPr rtlCol="0" anchor="ctr"/>
            <a:lstStyle/>
            <a:p>
              <a:endParaRPr lang="en-US"/>
            </a:p>
          </p:txBody>
        </p:sp>
        <p:sp>
          <p:nvSpPr>
            <p:cNvPr id="566" name="Graphic 4">
              <a:extLst>
                <a:ext uri="{FF2B5EF4-FFF2-40B4-BE49-F238E27FC236}">
                  <a16:creationId xmlns:a16="http://schemas.microsoft.com/office/drawing/2014/main" id="{CA8397E5-60B5-2C47-8B86-46343BE2F358}"/>
                </a:ext>
              </a:extLst>
            </p:cNvPr>
            <p:cNvSpPr/>
            <p:nvPr/>
          </p:nvSpPr>
          <p:spPr>
            <a:xfrm>
              <a:off x="9931239" y="2485446"/>
              <a:ext cx="274128" cy="132786"/>
            </a:xfrm>
            <a:custGeom>
              <a:avLst/>
              <a:gdLst>
                <a:gd name="connsiteX0" fmla="*/ 265822 w 274128"/>
                <a:gd name="connsiteY0" fmla="*/ 37027 h 132786"/>
                <a:gd name="connsiteX1" fmla="*/ 247291 w 274128"/>
                <a:gd name="connsiteY1" fmla="*/ 30005 h 132786"/>
                <a:gd name="connsiteX2" fmla="*/ 244096 w 274128"/>
                <a:gd name="connsiteY2" fmla="*/ 30005 h 132786"/>
                <a:gd name="connsiteX3" fmla="*/ 244096 w 274128"/>
                <a:gd name="connsiteY3" fmla="*/ 6384 h 132786"/>
                <a:gd name="connsiteX4" fmla="*/ 237706 w 274128"/>
                <a:gd name="connsiteY4" fmla="*/ 0 h 132786"/>
                <a:gd name="connsiteX5" fmla="*/ 34506 w 274128"/>
                <a:gd name="connsiteY5" fmla="*/ 0 h 132786"/>
                <a:gd name="connsiteX6" fmla="*/ 28116 w 274128"/>
                <a:gd name="connsiteY6" fmla="*/ 6384 h 132786"/>
                <a:gd name="connsiteX7" fmla="*/ 28116 w 274128"/>
                <a:gd name="connsiteY7" fmla="*/ 30005 h 132786"/>
                <a:gd name="connsiteX8" fmla="*/ 25560 w 274128"/>
                <a:gd name="connsiteY8" fmla="*/ 30005 h 132786"/>
                <a:gd name="connsiteX9" fmla="*/ 7668 w 274128"/>
                <a:gd name="connsiteY9" fmla="*/ 37027 h 132786"/>
                <a:gd name="connsiteX10" fmla="*/ 0 w 274128"/>
                <a:gd name="connsiteY10" fmla="*/ 58733 h 132786"/>
                <a:gd name="connsiteX11" fmla="*/ 0 w 274128"/>
                <a:gd name="connsiteY11" fmla="*/ 116188 h 132786"/>
                <a:gd name="connsiteX12" fmla="*/ 6390 w 274128"/>
                <a:gd name="connsiteY12" fmla="*/ 122572 h 132786"/>
                <a:gd name="connsiteX13" fmla="*/ 10225 w 274128"/>
                <a:gd name="connsiteY13" fmla="*/ 122572 h 132786"/>
                <a:gd name="connsiteX14" fmla="*/ 10863 w 274128"/>
                <a:gd name="connsiteY14" fmla="*/ 131510 h 132786"/>
                <a:gd name="connsiteX15" fmla="*/ 14697 w 274128"/>
                <a:gd name="connsiteY15" fmla="*/ 132787 h 132786"/>
                <a:gd name="connsiteX16" fmla="*/ 26838 w 274128"/>
                <a:gd name="connsiteY16" fmla="*/ 132787 h 132786"/>
                <a:gd name="connsiteX17" fmla="*/ 33228 w 274128"/>
                <a:gd name="connsiteY17" fmla="*/ 126403 h 132786"/>
                <a:gd name="connsiteX18" fmla="*/ 31950 w 274128"/>
                <a:gd name="connsiteY18" fmla="*/ 122572 h 132786"/>
                <a:gd name="connsiteX19" fmla="*/ 241540 w 274128"/>
                <a:gd name="connsiteY19" fmla="*/ 122572 h 132786"/>
                <a:gd name="connsiteX20" fmla="*/ 240262 w 274128"/>
                <a:gd name="connsiteY20" fmla="*/ 126403 h 132786"/>
                <a:gd name="connsiteX21" fmla="*/ 246652 w 274128"/>
                <a:gd name="connsiteY21" fmla="*/ 132787 h 132786"/>
                <a:gd name="connsiteX22" fmla="*/ 258792 w 274128"/>
                <a:gd name="connsiteY22" fmla="*/ 132787 h 132786"/>
                <a:gd name="connsiteX23" fmla="*/ 265182 w 274128"/>
                <a:gd name="connsiteY23" fmla="*/ 126403 h 132786"/>
                <a:gd name="connsiteX24" fmla="*/ 263905 w 274128"/>
                <a:gd name="connsiteY24" fmla="*/ 122572 h 132786"/>
                <a:gd name="connsiteX25" fmla="*/ 267739 w 274128"/>
                <a:gd name="connsiteY25" fmla="*/ 122572 h 132786"/>
                <a:gd name="connsiteX26" fmla="*/ 274128 w 274128"/>
                <a:gd name="connsiteY26" fmla="*/ 116188 h 132786"/>
                <a:gd name="connsiteX27" fmla="*/ 274128 w 274128"/>
                <a:gd name="connsiteY27" fmla="*/ 55541 h 132786"/>
                <a:gd name="connsiteX28" fmla="*/ 265822 w 274128"/>
                <a:gd name="connsiteY28" fmla="*/ 37027 h 132786"/>
                <a:gd name="connsiteX29" fmla="*/ 41535 w 274128"/>
                <a:gd name="connsiteY29" fmla="*/ 12768 h 132786"/>
                <a:gd name="connsiteX30" fmla="*/ 231955 w 274128"/>
                <a:gd name="connsiteY30" fmla="*/ 12768 h 132786"/>
                <a:gd name="connsiteX31" fmla="*/ 231955 w 274128"/>
                <a:gd name="connsiteY31" fmla="*/ 34473 h 132786"/>
                <a:gd name="connsiteX32" fmla="*/ 228760 w 274128"/>
                <a:gd name="connsiteY32" fmla="*/ 37027 h 132786"/>
                <a:gd name="connsiteX33" fmla="*/ 222370 w 274128"/>
                <a:gd name="connsiteY33" fmla="*/ 55541 h 132786"/>
                <a:gd name="connsiteX34" fmla="*/ 222370 w 274128"/>
                <a:gd name="connsiteY34" fmla="*/ 73416 h 132786"/>
                <a:gd name="connsiteX35" fmla="*/ 51119 w 274128"/>
                <a:gd name="connsiteY35" fmla="*/ 73416 h 132786"/>
                <a:gd name="connsiteX36" fmla="*/ 51119 w 274128"/>
                <a:gd name="connsiteY36" fmla="*/ 58094 h 132786"/>
                <a:gd name="connsiteX37" fmla="*/ 43452 w 274128"/>
                <a:gd name="connsiteY37" fmla="*/ 36389 h 132786"/>
                <a:gd name="connsiteX38" fmla="*/ 41535 w 274128"/>
                <a:gd name="connsiteY38" fmla="*/ 35112 h 132786"/>
                <a:gd name="connsiteX39" fmla="*/ 41535 w 274128"/>
                <a:gd name="connsiteY39" fmla="*/ 12768 h 132786"/>
                <a:gd name="connsiteX40" fmla="*/ 38340 w 274128"/>
                <a:gd name="connsiteY40" fmla="*/ 109804 h 132786"/>
                <a:gd name="connsiteX41" fmla="*/ 13419 w 274128"/>
                <a:gd name="connsiteY41" fmla="*/ 109804 h 132786"/>
                <a:gd name="connsiteX42" fmla="*/ 13419 w 274128"/>
                <a:gd name="connsiteY42" fmla="*/ 58094 h 132786"/>
                <a:gd name="connsiteX43" fmla="*/ 17253 w 274128"/>
                <a:gd name="connsiteY43" fmla="*/ 45326 h 132786"/>
                <a:gd name="connsiteX44" fmla="*/ 26199 w 274128"/>
                <a:gd name="connsiteY44" fmla="*/ 42134 h 132786"/>
                <a:gd name="connsiteX45" fmla="*/ 33867 w 274128"/>
                <a:gd name="connsiteY45" fmla="*/ 45326 h 132786"/>
                <a:gd name="connsiteX46" fmla="*/ 38340 w 274128"/>
                <a:gd name="connsiteY46" fmla="*/ 58094 h 132786"/>
                <a:gd name="connsiteX47" fmla="*/ 38340 w 274128"/>
                <a:gd name="connsiteY47" fmla="*/ 109804 h 132786"/>
                <a:gd name="connsiteX48" fmla="*/ 51119 w 274128"/>
                <a:gd name="connsiteY48" fmla="*/ 109804 h 132786"/>
                <a:gd name="connsiteX49" fmla="*/ 51119 w 274128"/>
                <a:gd name="connsiteY49" fmla="*/ 86184 h 132786"/>
                <a:gd name="connsiteX50" fmla="*/ 222370 w 274128"/>
                <a:gd name="connsiteY50" fmla="*/ 86184 h 132786"/>
                <a:gd name="connsiteX51" fmla="*/ 222370 w 274128"/>
                <a:gd name="connsiteY51" fmla="*/ 109804 h 132786"/>
                <a:gd name="connsiteX52" fmla="*/ 51119 w 274128"/>
                <a:gd name="connsiteY52" fmla="*/ 109804 h 132786"/>
                <a:gd name="connsiteX53" fmla="*/ 235150 w 274128"/>
                <a:gd name="connsiteY53" fmla="*/ 55541 h 132786"/>
                <a:gd name="connsiteX54" fmla="*/ 238345 w 274128"/>
                <a:gd name="connsiteY54" fmla="*/ 45965 h 132786"/>
                <a:gd name="connsiteX55" fmla="*/ 240262 w 274128"/>
                <a:gd name="connsiteY55" fmla="*/ 44049 h 132786"/>
                <a:gd name="connsiteX56" fmla="*/ 241540 w 274128"/>
                <a:gd name="connsiteY56" fmla="*/ 43411 h 132786"/>
                <a:gd name="connsiteX57" fmla="*/ 247930 w 274128"/>
                <a:gd name="connsiteY57" fmla="*/ 42134 h 132786"/>
                <a:gd name="connsiteX58" fmla="*/ 256876 w 274128"/>
                <a:gd name="connsiteY58" fmla="*/ 45326 h 132786"/>
                <a:gd name="connsiteX59" fmla="*/ 260710 w 274128"/>
                <a:gd name="connsiteY59" fmla="*/ 55541 h 132786"/>
                <a:gd name="connsiteX60" fmla="*/ 260710 w 274128"/>
                <a:gd name="connsiteY60" fmla="*/ 109804 h 132786"/>
                <a:gd name="connsiteX61" fmla="*/ 235150 w 274128"/>
                <a:gd name="connsiteY61" fmla="*/ 109804 h 132786"/>
                <a:gd name="connsiteX62" fmla="*/ 235150 w 274128"/>
                <a:gd name="connsiteY62" fmla="*/ 55541 h 132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274128" h="132786">
                  <a:moveTo>
                    <a:pt x="265822" y="37027"/>
                  </a:moveTo>
                  <a:cubicBezTo>
                    <a:pt x="260710" y="31920"/>
                    <a:pt x="254320" y="29366"/>
                    <a:pt x="247291" y="30005"/>
                  </a:cubicBezTo>
                  <a:cubicBezTo>
                    <a:pt x="246013" y="30005"/>
                    <a:pt x="245374" y="30005"/>
                    <a:pt x="244096" y="30005"/>
                  </a:cubicBezTo>
                  <a:lnTo>
                    <a:pt x="244096" y="6384"/>
                  </a:lnTo>
                  <a:cubicBezTo>
                    <a:pt x="244096" y="2554"/>
                    <a:pt x="241540" y="0"/>
                    <a:pt x="237706" y="0"/>
                  </a:cubicBezTo>
                  <a:lnTo>
                    <a:pt x="34506" y="0"/>
                  </a:lnTo>
                  <a:cubicBezTo>
                    <a:pt x="30672" y="0"/>
                    <a:pt x="28116" y="2554"/>
                    <a:pt x="28116" y="6384"/>
                  </a:cubicBezTo>
                  <a:lnTo>
                    <a:pt x="28116" y="30005"/>
                  </a:lnTo>
                  <a:cubicBezTo>
                    <a:pt x="26838" y="30005"/>
                    <a:pt x="26199" y="30005"/>
                    <a:pt x="25560" y="30005"/>
                  </a:cubicBezTo>
                  <a:cubicBezTo>
                    <a:pt x="18531" y="30005"/>
                    <a:pt x="12141" y="32558"/>
                    <a:pt x="7668" y="37027"/>
                  </a:cubicBezTo>
                  <a:cubicBezTo>
                    <a:pt x="2556" y="42773"/>
                    <a:pt x="0" y="51072"/>
                    <a:pt x="0" y="58733"/>
                  </a:cubicBezTo>
                  <a:lnTo>
                    <a:pt x="0" y="116188"/>
                  </a:lnTo>
                  <a:cubicBezTo>
                    <a:pt x="0" y="120019"/>
                    <a:pt x="2556" y="122572"/>
                    <a:pt x="6390" y="122572"/>
                  </a:cubicBezTo>
                  <a:lnTo>
                    <a:pt x="10225" y="122572"/>
                  </a:lnTo>
                  <a:cubicBezTo>
                    <a:pt x="7668" y="125126"/>
                    <a:pt x="8307" y="129595"/>
                    <a:pt x="10863" y="131510"/>
                  </a:cubicBezTo>
                  <a:cubicBezTo>
                    <a:pt x="12141" y="132148"/>
                    <a:pt x="13419" y="132787"/>
                    <a:pt x="14697" y="132787"/>
                  </a:cubicBezTo>
                  <a:lnTo>
                    <a:pt x="26838" y="132787"/>
                  </a:lnTo>
                  <a:cubicBezTo>
                    <a:pt x="30672" y="132787"/>
                    <a:pt x="33228" y="129595"/>
                    <a:pt x="33228" y="126403"/>
                  </a:cubicBezTo>
                  <a:cubicBezTo>
                    <a:pt x="33228" y="125126"/>
                    <a:pt x="32589" y="123849"/>
                    <a:pt x="31950" y="122572"/>
                  </a:cubicBezTo>
                  <a:lnTo>
                    <a:pt x="241540" y="122572"/>
                  </a:lnTo>
                  <a:cubicBezTo>
                    <a:pt x="240262" y="123849"/>
                    <a:pt x="240262" y="125126"/>
                    <a:pt x="240262" y="126403"/>
                  </a:cubicBezTo>
                  <a:cubicBezTo>
                    <a:pt x="240262" y="130233"/>
                    <a:pt x="242818" y="132787"/>
                    <a:pt x="246652" y="132787"/>
                  </a:cubicBezTo>
                  <a:lnTo>
                    <a:pt x="258792" y="132787"/>
                  </a:lnTo>
                  <a:cubicBezTo>
                    <a:pt x="262627" y="132787"/>
                    <a:pt x="265182" y="129595"/>
                    <a:pt x="265182" y="126403"/>
                  </a:cubicBezTo>
                  <a:cubicBezTo>
                    <a:pt x="265182" y="125126"/>
                    <a:pt x="264544" y="123849"/>
                    <a:pt x="263905" y="122572"/>
                  </a:cubicBezTo>
                  <a:lnTo>
                    <a:pt x="267739" y="122572"/>
                  </a:lnTo>
                  <a:cubicBezTo>
                    <a:pt x="271572" y="122572"/>
                    <a:pt x="274128" y="120019"/>
                    <a:pt x="274128" y="116188"/>
                  </a:cubicBezTo>
                  <a:lnTo>
                    <a:pt x="274128" y="55541"/>
                  </a:lnTo>
                  <a:cubicBezTo>
                    <a:pt x="273490" y="49157"/>
                    <a:pt x="270934" y="42134"/>
                    <a:pt x="265822" y="37027"/>
                  </a:cubicBezTo>
                  <a:close/>
                  <a:moveTo>
                    <a:pt x="41535" y="12768"/>
                  </a:moveTo>
                  <a:lnTo>
                    <a:pt x="231955" y="12768"/>
                  </a:lnTo>
                  <a:lnTo>
                    <a:pt x="231955" y="34473"/>
                  </a:lnTo>
                  <a:cubicBezTo>
                    <a:pt x="230677" y="35112"/>
                    <a:pt x="230038" y="36389"/>
                    <a:pt x="228760" y="37027"/>
                  </a:cubicBezTo>
                  <a:cubicBezTo>
                    <a:pt x="224287" y="42134"/>
                    <a:pt x="221731" y="49157"/>
                    <a:pt x="222370" y="55541"/>
                  </a:cubicBezTo>
                  <a:lnTo>
                    <a:pt x="222370" y="73416"/>
                  </a:lnTo>
                  <a:lnTo>
                    <a:pt x="51119" y="73416"/>
                  </a:lnTo>
                  <a:lnTo>
                    <a:pt x="51119" y="58094"/>
                  </a:lnTo>
                  <a:cubicBezTo>
                    <a:pt x="51119" y="49795"/>
                    <a:pt x="48564" y="42134"/>
                    <a:pt x="43452" y="36389"/>
                  </a:cubicBezTo>
                  <a:cubicBezTo>
                    <a:pt x="42813" y="35750"/>
                    <a:pt x="42174" y="35750"/>
                    <a:pt x="41535" y="35112"/>
                  </a:cubicBezTo>
                  <a:lnTo>
                    <a:pt x="41535" y="12768"/>
                  </a:lnTo>
                  <a:close/>
                  <a:moveTo>
                    <a:pt x="38340" y="109804"/>
                  </a:moveTo>
                  <a:lnTo>
                    <a:pt x="13419" y="109804"/>
                  </a:lnTo>
                  <a:lnTo>
                    <a:pt x="13419" y="58094"/>
                  </a:lnTo>
                  <a:cubicBezTo>
                    <a:pt x="13419" y="53625"/>
                    <a:pt x="14697" y="49157"/>
                    <a:pt x="17253" y="45326"/>
                  </a:cubicBezTo>
                  <a:cubicBezTo>
                    <a:pt x="19809" y="42773"/>
                    <a:pt x="23004" y="42134"/>
                    <a:pt x="26199" y="42134"/>
                  </a:cubicBezTo>
                  <a:cubicBezTo>
                    <a:pt x="29394" y="42134"/>
                    <a:pt x="31950" y="42773"/>
                    <a:pt x="33867" y="45326"/>
                  </a:cubicBezTo>
                  <a:cubicBezTo>
                    <a:pt x="36423" y="49157"/>
                    <a:pt x="38340" y="53625"/>
                    <a:pt x="38340" y="58094"/>
                  </a:cubicBezTo>
                  <a:lnTo>
                    <a:pt x="38340" y="109804"/>
                  </a:lnTo>
                  <a:close/>
                  <a:moveTo>
                    <a:pt x="51119" y="109804"/>
                  </a:moveTo>
                  <a:lnTo>
                    <a:pt x="51119" y="86184"/>
                  </a:lnTo>
                  <a:lnTo>
                    <a:pt x="222370" y="86184"/>
                  </a:lnTo>
                  <a:lnTo>
                    <a:pt x="222370" y="109804"/>
                  </a:lnTo>
                  <a:lnTo>
                    <a:pt x="51119" y="109804"/>
                  </a:lnTo>
                  <a:close/>
                  <a:moveTo>
                    <a:pt x="235150" y="55541"/>
                  </a:moveTo>
                  <a:cubicBezTo>
                    <a:pt x="235150" y="52349"/>
                    <a:pt x="236428" y="48518"/>
                    <a:pt x="238345" y="45965"/>
                  </a:cubicBezTo>
                  <a:cubicBezTo>
                    <a:pt x="238984" y="45326"/>
                    <a:pt x="239623" y="44688"/>
                    <a:pt x="240262" y="44049"/>
                  </a:cubicBezTo>
                  <a:cubicBezTo>
                    <a:pt x="240901" y="44049"/>
                    <a:pt x="240901" y="44049"/>
                    <a:pt x="241540" y="43411"/>
                  </a:cubicBezTo>
                  <a:cubicBezTo>
                    <a:pt x="243457" y="42773"/>
                    <a:pt x="246013" y="42134"/>
                    <a:pt x="247930" y="42134"/>
                  </a:cubicBezTo>
                  <a:cubicBezTo>
                    <a:pt x="251125" y="42134"/>
                    <a:pt x="254320" y="42773"/>
                    <a:pt x="256876" y="45326"/>
                  </a:cubicBezTo>
                  <a:cubicBezTo>
                    <a:pt x="259432" y="48518"/>
                    <a:pt x="260710" y="51710"/>
                    <a:pt x="260710" y="55541"/>
                  </a:cubicBezTo>
                  <a:lnTo>
                    <a:pt x="260710" y="109804"/>
                  </a:lnTo>
                  <a:lnTo>
                    <a:pt x="235150" y="109804"/>
                  </a:lnTo>
                  <a:lnTo>
                    <a:pt x="235150" y="55541"/>
                  </a:lnTo>
                  <a:close/>
                </a:path>
              </a:pathLst>
            </a:custGeom>
            <a:solidFill>
              <a:srgbClr val="62B5E5"/>
            </a:solidFill>
            <a:ln w="6390" cap="flat">
              <a:noFill/>
              <a:prstDash val="solid"/>
              <a:miter/>
            </a:ln>
          </p:spPr>
          <p:txBody>
            <a:bodyPr rtlCol="0" anchor="ctr"/>
            <a:lstStyle/>
            <a:p>
              <a:endParaRPr lang="en-US"/>
            </a:p>
          </p:txBody>
        </p:sp>
      </p:grpSp>
      <p:grpSp>
        <p:nvGrpSpPr>
          <p:cNvPr id="567" name="Graphic 4">
            <a:extLst>
              <a:ext uri="{FF2B5EF4-FFF2-40B4-BE49-F238E27FC236}">
                <a16:creationId xmlns:a16="http://schemas.microsoft.com/office/drawing/2014/main" id="{BD0DA22A-738F-1342-8F8A-2F0A64CCBF09}"/>
              </a:ext>
            </a:extLst>
          </p:cNvPr>
          <p:cNvGrpSpPr>
            <a:grpSpLocks noChangeAspect="1"/>
          </p:cNvGrpSpPr>
          <p:nvPr/>
        </p:nvGrpSpPr>
        <p:grpSpPr>
          <a:xfrm>
            <a:off x="467743" y="4308712"/>
            <a:ext cx="361670" cy="361971"/>
            <a:chOff x="467743" y="4308712"/>
            <a:chExt cx="361670" cy="361971"/>
          </a:xfrm>
          <a:solidFill>
            <a:srgbClr val="0076A8"/>
          </a:solidFill>
        </p:grpSpPr>
        <p:sp>
          <p:nvSpPr>
            <p:cNvPr id="568" name="Graphic 4">
              <a:extLst>
                <a:ext uri="{FF2B5EF4-FFF2-40B4-BE49-F238E27FC236}">
                  <a16:creationId xmlns:a16="http://schemas.microsoft.com/office/drawing/2014/main" id="{162801FF-0965-F848-87E8-EA0A97E24369}"/>
                </a:ext>
              </a:extLst>
            </p:cNvPr>
            <p:cNvSpPr/>
            <p:nvPr/>
          </p:nvSpPr>
          <p:spPr>
            <a:xfrm>
              <a:off x="467743" y="4308712"/>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0667 h 361971"/>
                <a:gd name="connsiteX4" fmla="*/ 361670 w 361670"/>
                <a:gd name="connsiteY4" fmla="*/ 180667 h 361971"/>
                <a:gd name="connsiteX5" fmla="*/ 180835 w 361670"/>
                <a:gd name="connsiteY5" fmla="*/ 0 h 361971"/>
                <a:gd name="connsiteX6" fmla="*/ 180835 w 361670"/>
                <a:gd name="connsiteY6" fmla="*/ 0 h 361971"/>
                <a:gd name="connsiteX7" fmla="*/ 180835 w 361670"/>
                <a:gd name="connsiteY7" fmla="*/ 349204 h 361971"/>
                <a:gd name="connsiteX8" fmla="*/ 12780 w 361670"/>
                <a:gd name="connsiteY8" fmla="*/ 181305 h 361971"/>
                <a:gd name="connsiteX9" fmla="*/ 180835 w 361670"/>
                <a:gd name="connsiteY9" fmla="*/ 12768 h 361971"/>
                <a:gd name="connsiteX10" fmla="*/ 348891 w 361670"/>
                <a:gd name="connsiteY10" fmla="*/ 181305 h 361971"/>
                <a:gd name="connsiteX11" fmla="*/ 348891 w 361670"/>
                <a:gd name="connsiteY11" fmla="*/ 181305 h 361971"/>
                <a:gd name="connsiteX12" fmla="*/ 180835 w 361670"/>
                <a:gd name="connsiteY12" fmla="*/ 349204 h 361971"/>
                <a:gd name="connsiteX13" fmla="*/ 180835 w 361670"/>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0" h="361971">
                  <a:moveTo>
                    <a:pt x="180835" y="0"/>
                  </a:moveTo>
                  <a:cubicBezTo>
                    <a:pt x="80513" y="0"/>
                    <a:pt x="0" y="81077"/>
                    <a:pt x="0" y="180667"/>
                  </a:cubicBezTo>
                  <a:cubicBezTo>
                    <a:pt x="0" y="280895"/>
                    <a:pt x="81152" y="361972"/>
                    <a:pt x="180835" y="361972"/>
                  </a:cubicBezTo>
                  <a:cubicBezTo>
                    <a:pt x="280518" y="361972"/>
                    <a:pt x="361670" y="280895"/>
                    <a:pt x="361670" y="180667"/>
                  </a:cubicBezTo>
                  <a:cubicBezTo>
                    <a:pt x="361670" y="180667"/>
                    <a:pt x="361670" y="180667"/>
                    <a:pt x="361670" y="180667"/>
                  </a:cubicBezTo>
                  <a:cubicBezTo>
                    <a:pt x="361670" y="81077"/>
                    <a:pt x="281157" y="0"/>
                    <a:pt x="180835" y="0"/>
                  </a:cubicBezTo>
                  <a:cubicBezTo>
                    <a:pt x="180835" y="0"/>
                    <a:pt x="180835" y="0"/>
                    <a:pt x="180835" y="0"/>
                  </a:cubicBezTo>
                  <a:close/>
                  <a:moveTo>
                    <a:pt x="180835" y="349204"/>
                  </a:moveTo>
                  <a:cubicBezTo>
                    <a:pt x="87542" y="349204"/>
                    <a:pt x="12780" y="273873"/>
                    <a:pt x="12780" y="181305"/>
                  </a:cubicBezTo>
                  <a:cubicBezTo>
                    <a:pt x="12780" y="88099"/>
                    <a:pt x="88181" y="12768"/>
                    <a:pt x="180835" y="12768"/>
                  </a:cubicBezTo>
                  <a:cubicBezTo>
                    <a:pt x="273489" y="12768"/>
                    <a:pt x="348891" y="88099"/>
                    <a:pt x="348891" y="181305"/>
                  </a:cubicBezTo>
                  <a:lnTo>
                    <a:pt x="348891" y="181305"/>
                  </a:lnTo>
                  <a:cubicBezTo>
                    <a:pt x="348891" y="273873"/>
                    <a:pt x="273489" y="349204"/>
                    <a:pt x="180835" y="349204"/>
                  </a:cubicBezTo>
                  <a:lnTo>
                    <a:pt x="180835" y="349204"/>
                  </a:lnTo>
                  <a:close/>
                </a:path>
              </a:pathLst>
            </a:custGeom>
            <a:solidFill>
              <a:srgbClr val="0076A8"/>
            </a:solidFill>
            <a:ln w="6390" cap="flat">
              <a:noFill/>
              <a:prstDash val="solid"/>
              <a:miter/>
            </a:ln>
          </p:spPr>
          <p:txBody>
            <a:bodyPr rtlCol="0" anchor="ctr"/>
            <a:lstStyle/>
            <a:p>
              <a:endParaRPr lang="en-US"/>
            </a:p>
          </p:txBody>
        </p:sp>
        <p:sp>
          <p:nvSpPr>
            <p:cNvPr id="569" name="Graphic 4">
              <a:extLst>
                <a:ext uri="{FF2B5EF4-FFF2-40B4-BE49-F238E27FC236}">
                  <a16:creationId xmlns:a16="http://schemas.microsoft.com/office/drawing/2014/main" id="{375D21EE-0CD0-F546-BDEF-9D46F62999D2}"/>
                </a:ext>
              </a:extLst>
            </p:cNvPr>
            <p:cNvSpPr/>
            <p:nvPr/>
          </p:nvSpPr>
          <p:spPr>
            <a:xfrm>
              <a:off x="563534" y="4365180"/>
              <a:ext cx="170668" cy="107599"/>
            </a:xfrm>
            <a:custGeom>
              <a:avLst/>
              <a:gdLst>
                <a:gd name="connsiteX0" fmla="*/ 90156 w 170668"/>
                <a:gd name="connsiteY0" fmla="*/ 2264 h 107599"/>
                <a:gd name="connsiteX1" fmla="*/ 81210 w 170668"/>
                <a:gd name="connsiteY1" fmla="*/ 1626 h 107599"/>
                <a:gd name="connsiteX2" fmla="*/ 80571 w 170668"/>
                <a:gd name="connsiteY2" fmla="*/ 2264 h 107599"/>
                <a:gd name="connsiteX3" fmla="*/ 1336 w 170668"/>
                <a:gd name="connsiteY3" fmla="*/ 96747 h 107599"/>
                <a:gd name="connsiteX4" fmla="*/ 697 w 170668"/>
                <a:gd name="connsiteY4" fmla="*/ 103770 h 107599"/>
                <a:gd name="connsiteX5" fmla="*/ 6448 w 170668"/>
                <a:gd name="connsiteY5" fmla="*/ 107600 h 107599"/>
                <a:gd name="connsiteX6" fmla="*/ 164279 w 170668"/>
                <a:gd name="connsiteY6" fmla="*/ 107600 h 107599"/>
                <a:gd name="connsiteX7" fmla="*/ 170669 w 170668"/>
                <a:gd name="connsiteY7" fmla="*/ 101216 h 107599"/>
                <a:gd name="connsiteX8" fmla="*/ 169391 w 170668"/>
                <a:gd name="connsiteY8" fmla="*/ 97386 h 107599"/>
                <a:gd name="connsiteX9" fmla="*/ 90156 w 170668"/>
                <a:gd name="connsiteY9" fmla="*/ 2264 h 107599"/>
                <a:gd name="connsiteX10" fmla="*/ 19866 w 170668"/>
                <a:gd name="connsiteY10" fmla="*/ 94832 h 107599"/>
                <a:gd name="connsiteX11" fmla="*/ 85044 w 170668"/>
                <a:gd name="connsiteY11" fmla="*/ 16309 h 107599"/>
                <a:gd name="connsiteX12" fmla="*/ 150221 w 170668"/>
                <a:gd name="connsiteY12" fmla="*/ 94832 h 107599"/>
                <a:gd name="connsiteX13" fmla="*/ 19866 w 170668"/>
                <a:gd name="connsiteY13" fmla="*/ 94832 h 10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0668" h="107599">
                  <a:moveTo>
                    <a:pt x="90156" y="2264"/>
                  </a:moveTo>
                  <a:cubicBezTo>
                    <a:pt x="87600" y="-290"/>
                    <a:pt x="83766" y="-928"/>
                    <a:pt x="81210" y="1626"/>
                  </a:cubicBezTo>
                  <a:cubicBezTo>
                    <a:pt x="81210" y="1626"/>
                    <a:pt x="80571" y="2264"/>
                    <a:pt x="80571" y="2264"/>
                  </a:cubicBezTo>
                  <a:lnTo>
                    <a:pt x="1336" y="96747"/>
                  </a:lnTo>
                  <a:cubicBezTo>
                    <a:pt x="58" y="98662"/>
                    <a:pt x="-581" y="101216"/>
                    <a:pt x="697" y="103770"/>
                  </a:cubicBezTo>
                  <a:cubicBezTo>
                    <a:pt x="1975" y="106323"/>
                    <a:pt x="3892" y="107600"/>
                    <a:pt x="6448" y="107600"/>
                  </a:cubicBezTo>
                  <a:lnTo>
                    <a:pt x="164279" y="107600"/>
                  </a:lnTo>
                  <a:cubicBezTo>
                    <a:pt x="168113" y="107600"/>
                    <a:pt x="170669" y="105046"/>
                    <a:pt x="170669" y="101216"/>
                  </a:cubicBezTo>
                  <a:cubicBezTo>
                    <a:pt x="170669" y="99939"/>
                    <a:pt x="170030" y="98024"/>
                    <a:pt x="169391" y="97386"/>
                  </a:cubicBezTo>
                  <a:lnTo>
                    <a:pt x="90156" y="2264"/>
                  </a:lnTo>
                  <a:close/>
                  <a:moveTo>
                    <a:pt x="19866" y="94832"/>
                  </a:moveTo>
                  <a:lnTo>
                    <a:pt x="85044" y="16309"/>
                  </a:lnTo>
                  <a:lnTo>
                    <a:pt x="150221" y="94832"/>
                  </a:lnTo>
                  <a:lnTo>
                    <a:pt x="19866" y="94832"/>
                  </a:lnTo>
                  <a:close/>
                </a:path>
              </a:pathLst>
            </a:custGeom>
            <a:solidFill>
              <a:srgbClr val="0076A8"/>
            </a:solidFill>
            <a:ln w="6390" cap="flat">
              <a:noFill/>
              <a:prstDash val="solid"/>
              <a:miter/>
            </a:ln>
          </p:spPr>
          <p:txBody>
            <a:bodyPr rtlCol="0" anchor="ctr"/>
            <a:lstStyle/>
            <a:p>
              <a:endParaRPr lang="en-US"/>
            </a:p>
          </p:txBody>
        </p:sp>
        <p:sp>
          <p:nvSpPr>
            <p:cNvPr id="570" name="Graphic 4">
              <a:extLst>
                <a:ext uri="{FF2B5EF4-FFF2-40B4-BE49-F238E27FC236}">
                  <a16:creationId xmlns:a16="http://schemas.microsoft.com/office/drawing/2014/main" id="{9BEB1863-39BF-0146-A60B-136BCFA437C5}"/>
                </a:ext>
              </a:extLst>
            </p:cNvPr>
            <p:cNvSpPr/>
            <p:nvPr/>
          </p:nvSpPr>
          <p:spPr>
            <a:xfrm>
              <a:off x="562953" y="4506615"/>
              <a:ext cx="170668" cy="106961"/>
            </a:xfrm>
            <a:custGeom>
              <a:avLst/>
              <a:gdLst>
                <a:gd name="connsiteX0" fmla="*/ 164860 w 170668"/>
                <a:gd name="connsiteY0" fmla="*/ 0 h 106961"/>
                <a:gd name="connsiteX1" fmla="*/ 6390 w 170668"/>
                <a:gd name="connsiteY1" fmla="*/ 0 h 106961"/>
                <a:gd name="connsiteX2" fmla="*/ 0 w 170668"/>
                <a:gd name="connsiteY2" fmla="*/ 6384 h 106961"/>
                <a:gd name="connsiteX3" fmla="*/ 1278 w 170668"/>
                <a:gd name="connsiteY3" fmla="*/ 10215 h 106961"/>
                <a:gd name="connsiteX4" fmla="*/ 80513 w 170668"/>
                <a:gd name="connsiteY4" fmla="*/ 104697 h 106961"/>
                <a:gd name="connsiteX5" fmla="*/ 89459 w 170668"/>
                <a:gd name="connsiteY5" fmla="*/ 105336 h 106961"/>
                <a:gd name="connsiteX6" fmla="*/ 90098 w 170668"/>
                <a:gd name="connsiteY6" fmla="*/ 104697 h 106961"/>
                <a:gd name="connsiteX7" fmla="*/ 169333 w 170668"/>
                <a:gd name="connsiteY7" fmla="*/ 10215 h 106961"/>
                <a:gd name="connsiteX8" fmla="*/ 169972 w 170668"/>
                <a:gd name="connsiteY8" fmla="*/ 3192 h 106961"/>
                <a:gd name="connsiteX9" fmla="*/ 164860 w 170668"/>
                <a:gd name="connsiteY9" fmla="*/ 0 h 106961"/>
                <a:gd name="connsiteX10" fmla="*/ 85625 w 170668"/>
                <a:gd name="connsiteY10" fmla="*/ 90653 h 106961"/>
                <a:gd name="connsiteX11" fmla="*/ 20448 w 170668"/>
                <a:gd name="connsiteY11" fmla="*/ 12130 h 106961"/>
                <a:gd name="connsiteX12" fmla="*/ 151442 w 170668"/>
                <a:gd name="connsiteY12" fmla="*/ 12130 h 106961"/>
                <a:gd name="connsiteX13" fmla="*/ 85625 w 170668"/>
                <a:gd name="connsiteY13" fmla="*/ 90653 h 10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0668" h="106961">
                  <a:moveTo>
                    <a:pt x="164860" y="0"/>
                  </a:moveTo>
                  <a:lnTo>
                    <a:pt x="6390" y="0"/>
                  </a:lnTo>
                  <a:cubicBezTo>
                    <a:pt x="2556" y="0"/>
                    <a:pt x="0" y="2554"/>
                    <a:pt x="0" y="6384"/>
                  </a:cubicBezTo>
                  <a:cubicBezTo>
                    <a:pt x="0" y="7661"/>
                    <a:pt x="639" y="9576"/>
                    <a:pt x="1278" y="10215"/>
                  </a:cubicBezTo>
                  <a:lnTo>
                    <a:pt x="80513" y="104697"/>
                  </a:lnTo>
                  <a:cubicBezTo>
                    <a:pt x="83069" y="107251"/>
                    <a:pt x="86903" y="107889"/>
                    <a:pt x="89459" y="105336"/>
                  </a:cubicBezTo>
                  <a:cubicBezTo>
                    <a:pt x="89459" y="105336"/>
                    <a:pt x="90098" y="104697"/>
                    <a:pt x="90098" y="104697"/>
                  </a:cubicBezTo>
                  <a:lnTo>
                    <a:pt x="169333" y="10215"/>
                  </a:lnTo>
                  <a:cubicBezTo>
                    <a:pt x="170611" y="8299"/>
                    <a:pt x="171250" y="5746"/>
                    <a:pt x="169972" y="3192"/>
                  </a:cubicBezTo>
                  <a:cubicBezTo>
                    <a:pt x="169333" y="1277"/>
                    <a:pt x="166777" y="0"/>
                    <a:pt x="164860" y="0"/>
                  </a:cubicBezTo>
                  <a:close/>
                  <a:moveTo>
                    <a:pt x="85625" y="90653"/>
                  </a:moveTo>
                  <a:lnTo>
                    <a:pt x="20448" y="12130"/>
                  </a:lnTo>
                  <a:lnTo>
                    <a:pt x="151442" y="12130"/>
                  </a:lnTo>
                  <a:lnTo>
                    <a:pt x="85625" y="90653"/>
                  </a:lnTo>
                  <a:close/>
                </a:path>
              </a:pathLst>
            </a:custGeom>
            <a:solidFill>
              <a:srgbClr val="0076A8"/>
            </a:solidFill>
            <a:ln w="6390" cap="flat">
              <a:noFill/>
              <a:prstDash val="solid"/>
              <a:miter/>
            </a:ln>
          </p:spPr>
          <p:txBody>
            <a:bodyPr rtlCol="0" anchor="ctr"/>
            <a:lstStyle/>
            <a:p>
              <a:endParaRPr lang="en-US"/>
            </a:p>
          </p:txBody>
        </p:sp>
      </p:grpSp>
      <p:grpSp>
        <p:nvGrpSpPr>
          <p:cNvPr id="571" name="Graphic 4">
            <a:extLst>
              <a:ext uri="{FF2B5EF4-FFF2-40B4-BE49-F238E27FC236}">
                <a16:creationId xmlns:a16="http://schemas.microsoft.com/office/drawing/2014/main" id="{59941D6C-BBD5-7540-9BCD-3327A369DA3A}"/>
              </a:ext>
            </a:extLst>
          </p:cNvPr>
          <p:cNvGrpSpPr>
            <a:grpSpLocks noChangeAspect="1"/>
          </p:cNvGrpSpPr>
          <p:nvPr/>
        </p:nvGrpSpPr>
        <p:grpSpPr>
          <a:xfrm>
            <a:off x="9887149" y="3339623"/>
            <a:ext cx="362309" cy="361971"/>
            <a:chOff x="9887149" y="3339623"/>
            <a:chExt cx="362309" cy="361971"/>
          </a:xfrm>
          <a:solidFill>
            <a:srgbClr val="62B5E5"/>
          </a:solidFill>
        </p:grpSpPr>
        <p:sp>
          <p:nvSpPr>
            <p:cNvPr id="572" name="Graphic 4">
              <a:extLst>
                <a:ext uri="{FF2B5EF4-FFF2-40B4-BE49-F238E27FC236}">
                  <a16:creationId xmlns:a16="http://schemas.microsoft.com/office/drawing/2014/main" id="{36454A66-75BC-154A-8D47-FA8B35BEBA87}"/>
                </a:ext>
              </a:extLst>
            </p:cNvPr>
            <p:cNvSpPr/>
            <p:nvPr/>
          </p:nvSpPr>
          <p:spPr>
            <a:xfrm>
              <a:off x="9887149" y="333962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 name="connsiteX11" fmla="*/ 180835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7"/>
                    <a:pt x="0" y="181305"/>
                  </a:cubicBezTo>
                  <a:cubicBezTo>
                    <a:pt x="0" y="281533"/>
                    <a:pt x="81152" y="361972"/>
                    <a:pt x="181474" y="361972"/>
                  </a:cubicBezTo>
                  <a:cubicBezTo>
                    <a:pt x="281157" y="361972"/>
                    <a:pt x="362309" y="280895"/>
                    <a:pt x="362309" y="181305"/>
                  </a:cubicBezTo>
                  <a:cubicBezTo>
                    <a:pt x="362309"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1474" y="12768"/>
                  </a:cubicBezTo>
                  <a:cubicBezTo>
                    <a:pt x="274128" y="12768"/>
                    <a:pt x="349529" y="88099"/>
                    <a:pt x="349529" y="180667"/>
                  </a:cubicBezTo>
                  <a:cubicBezTo>
                    <a:pt x="349529" y="273873"/>
                    <a:pt x="274128" y="349204"/>
                    <a:pt x="180835" y="349204"/>
                  </a:cubicBezTo>
                  <a:lnTo>
                    <a:pt x="180835" y="349204"/>
                  </a:lnTo>
                  <a:close/>
                </a:path>
              </a:pathLst>
            </a:custGeom>
            <a:solidFill>
              <a:srgbClr val="62B5E5"/>
            </a:solidFill>
            <a:ln w="6390" cap="flat">
              <a:noFill/>
              <a:prstDash val="solid"/>
              <a:miter/>
            </a:ln>
          </p:spPr>
          <p:txBody>
            <a:bodyPr rtlCol="0" anchor="ctr"/>
            <a:lstStyle/>
            <a:p>
              <a:endParaRPr lang="en-US"/>
            </a:p>
          </p:txBody>
        </p:sp>
        <p:sp>
          <p:nvSpPr>
            <p:cNvPr id="573" name="Graphic 4">
              <a:extLst>
                <a:ext uri="{FF2B5EF4-FFF2-40B4-BE49-F238E27FC236}">
                  <a16:creationId xmlns:a16="http://schemas.microsoft.com/office/drawing/2014/main" id="{11323242-B3A8-9B43-9F46-67E2C0CD05CF}"/>
                </a:ext>
              </a:extLst>
            </p:cNvPr>
            <p:cNvSpPr/>
            <p:nvPr/>
          </p:nvSpPr>
          <p:spPr>
            <a:xfrm>
              <a:off x="9983637" y="3407932"/>
              <a:ext cx="169333" cy="130871"/>
            </a:xfrm>
            <a:custGeom>
              <a:avLst/>
              <a:gdLst>
                <a:gd name="connsiteX0" fmla="*/ 162943 w 169333"/>
                <a:gd name="connsiteY0" fmla="*/ 12768 h 130871"/>
                <a:gd name="connsiteX1" fmla="*/ 169333 w 169333"/>
                <a:gd name="connsiteY1" fmla="*/ 6384 h 130871"/>
                <a:gd name="connsiteX2" fmla="*/ 162943 w 169333"/>
                <a:gd name="connsiteY2" fmla="*/ 0 h 130871"/>
                <a:gd name="connsiteX3" fmla="*/ 83708 w 169333"/>
                <a:gd name="connsiteY3" fmla="*/ 0 h 130871"/>
                <a:gd name="connsiteX4" fmla="*/ 77318 w 169333"/>
                <a:gd name="connsiteY4" fmla="*/ 6384 h 130871"/>
                <a:gd name="connsiteX5" fmla="*/ 77318 w 169333"/>
                <a:gd name="connsiteY5" fmla="*/ 24259 h 130871"/>
                <a:gd name="connsiteX6" fmla="*/ 13419 w 169333"/>
                <a:gd name="connsiteY6" fmla="*/ 86822 h 130871"/>
                <a:gd name="connsiteX7" fmla="*/ 6390 w 169333"/>
                <a:gd name="connsiteY7" fmla="*/ 86822 h 130871"/>
                <a:gd name="connsiteX8" fmla="*/ 0 w 169333"/>
                <a:gd name="connsiteY8" fmla="*/ 93206 h 130871"/>
                <a:gd name="connsiteX9" fmla="*/ 0 w 169333"/>
                <a:gd name="connsiteY9" fmla="*/ 124488 h 130871"/>
                <a:gd name="connsiteX10" fmla="*/ 6390 w 169333"/>
                <a:gd name="connsiteY10" fmla="*/ 130872 h 130871"/>
                <a:gd name="connsiteX11" fmla="*/ 162305 w 169333"/>
                <a:gd name="connsiteY11" fmla="*/ 130872 h 130871"/>
                <a:gd name="connsiteX12" fmla="*/ 168695 w 169333"/>
                <a:gd name="connsiteY12" fmla="*/ 124488 h 130871"/>
                <a:gd name="connsiteX13" fmla="*/ 168695 w 169333"/>
                <a:gd name="connsiteY13" fmla="*/ 93206 h 130871"/>
                <a:gd name="connsiteX14" fmla="*/ 162305 w 169333"/>
                <a:gd name="connsiteY14" fmla="*/ 86822 h 130871"/>
                <a:gd name="connsiteX15" fmla="*/ 154636 w 169333"/>
                <a:gd name="connsiteY15" fmla="*/ 86822 h 130871"/>
                <a:gd name="connsiteX16" fmla="*/ 90737 w 169333"/>
                <a:gd name="connsiteY16" fmla="*/ 24259 h 130871"/>
                <a:gd name="connsiteX17" fmla="*/ 90737 w 169333"/>
                <a:gd name="connsiteY17" fmla="*/ 12768 h 130871"/>
                <a:gd name="connsiteX18" fmla="*/ 162943 w 169333"/>
                <a:gd name="connsiteY18" fmla="*/ 12768 h 130871"/>
                <a:gd name="connsiteX19" fmla="*/ 155275 w 169333"/>
                <a:gd name="connsiteY19" fmla="*/ 118104 h 130871"/>
                <a:gd name="connsiteX20" fmla="*/ 12141 w 169333"/>
                <a:gd name="connsiteY20" fmla="*/ 118104 h 130871"/>
                <a:gd name="connsiteX21" fmla="*/ 12141 w 169333"/>
                <a:gd name="connsiteY21" fmla="*/ 99590 h 130871"/>
                <a:gd name="connsiteX22" fmla="*/ 155275 w 169333"/>
                <a:gd name="connsiteY22" fmla="*/ 99590 h 130871"/>
                <a:gd name="connsiteX23" fmla="*/ 155275 w 169333"/>
                <a:gd name="connsiteY23" fmla="*/ 118104 h 130871"/>
                <a:gd name="connsiteX24" fmla="*/ 141217 w 169333"/>
                <a:gd name="connsiteY24" fmla="*/ 86822 h 130871"/>
                <a:gd name="connsiteX25" fmla="*/ 26199 w 169333"/>
                <a:gd name="connsiteY25" fmla="*/ 86822 h 130871"/>
                <a:gd name="connsiteX26" fmla="*/ 83708 w 169333"/>
                <a:gd name="connsiteY26" fmla="*/ 36389 h 130871"/>
                <a:gd name="connsiteX27" fmla="*/ 141217 w 169333"/>
                <a:gd name="connsiteY27" fmla="*/ 86822 h 130871"/>
                <a:gd name="connsiteX28" fmla="*/ 141217 w 169333"/>
                <a:gd name="connsiteY28" fmla="*/ 86822 h 13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69333" h="130871">
                  <a:moveTo>
                    <a:pt x="162943" y="12768"/>
                  </a:moveTo>
                  <a:cubicBezTo>
                    <a:pt x="166777" y="12768"/>
                    <a:pt x="169333" y="10214"/>
                    <a:pt x="169333" y="6384"/>
                  </a:cubicBezTo>
                  <a:cubicBezTo>
                    <a:pt x="169333" y="2553"/>
                    <a:pt x="166777" y="0"/>
                    <a:pt x="162943" y="0"/>
                  </a:cubicBezTo>
                  <a:lnTo>
                    <a:pt x="83708" y="0"/>
                  </a:lnTo>
                  <a:cubicBezTo>
                    <a:pt x="79874" y="0"/>
                    <a:pt x="77318" y="2553"/>
                    <a:pt x="77318" y="6384"/>
                  </a:cubicBezTo>
                  <a:lnTo>
                    <a:pt x="77318" y="24259"/>
                  </a:lnTo>
                  <a:cubicBezTo>
                    <a:pt x="44730" y="26813"/>
                    <a:pt x="21086" y="49795"/>
                    <a:pt x="13419" y="86822"/>
                  </a:cubicBezTo>
                  <a:lnTo>
                    <a:pt x="6390" y="86822"/>
                  </a:lnTo>
                  <a:cubicBezTo>
                    <a:pt x="2556" y="86822"/>
                    <a:pt x="0" y="89376"/>
                    <a:pt x="0" y="93206"/>
                  </a:cubicBezTo>
                  <a:lnTo>
                    <a:pt x="0" y="124488"/>
                  </a:lnTo>
                  <a:cubicBezTo>
                    <a:pt x="0" y="128318"/>
                    <a:pt x="2556" y="130872"/>
                    <a:pt x="6390" y="130872"/>
                  </a:cubicBezTo>
                  <a:lnTo>
                    <a:pt x="162305" y="130872"/>
                  </a:lnTo>
                  <a:cubicBezTo>
                    <a:pt x="166138" y="130872"/>
                    <a:pt x="168695" y="128318"/>
                    <a:pt x="168695" y="124488"/>
                  </a:cubicBezTo>
                  <a:lnTo>
                    <a:pt x="168695" y="93206"/>
                  </a:lnTo>
                  <a:cubicBezTo>
                    <a:pt x="168695" y="89376"/>
                    <a:pt x="166138" y="86822"/>
                    <a:pt x="162305" y="86822"/>
                  </a:cubicBezTo>
                  <a:lnTo>
                    <a:pt x="154636" y="86822"/>
                  </a:lnTo>
                  <a:cubicBezTo>
                    <a:pt x="146330" y="49795"/>
                    <a:pt x="122686" y="26813"/>
                    <a:pt x="90737" y="24259"/>
                  </a:cubicBezTo>
                  <a:lnTo>
                    <a:pt x="90737" y="12768"/>
                  </a:lnTo>
                  <a:lnTo>
                    <a:pt x="162943" y="12768"/>
                  </a:lnTo>
                  <a:close/>
                  <a:moveTo>
                    <a:pt x="155275" y="118104"/>
                  </a:moveTo>
                  <a:lnTo>
                    <a:pt x="12141" y="118104"/>
                  </a:lnTo>
                  <a:lnTo>
                    <a:pt x="12141" y="99590"/>
                  </a:lnTo>
                  <a:lnTo>
                    <a:pt x="155275" y="99590"/>
                  </a:lnTo>
                  <a:lnTo>
                    <a:pt x="155275" y="118104"/>
                  </a:lnTo>
                  <a:close/>
                  <a:moveTo>
                    <a:pt x="141217" y="86822"/>
                  </a:moveTo>
                  <a:lnTo>
                    <a:pt x="26199" y="86822"/>
                  </a:lnTo>
                  <a:cubicBezTo>
                    <a:pt x="33866" y="54902"/>
                    <a:pt x="54953" y="36389"/>
                    <a:pt x="83708" y="36389"/>
                  </a:cubicBezTo>
                  <a:cubicBezTo>
                    <a:pt x="112463" y="36389"/>
                    <a:pt x="132910" y="54902"/>
                    <a:pt x="141217" y="86822"/>
                  </a:cubicBezTo>
                  <a:lnTo>
                    <a:pt x="141217" y="86822"/>
                  </a:lnTo>
                  <a:close/>
                </a:path>
              </a:pathLst>
            </a:custGeom>
            <a:solidFill>
              <a:srgbClr val="62B5E5"/>
            </a:solidFill>
            <a:ln w="6390" cap="flat">
              <a:noFill/>
              <a:prstDash val="solid"/>
              <a:miter/>
            </a:ln>
          </p:spPr>
          <p:txBody>
            <a:bodyPr rtlCol="0" anchor="ctr"/>
            <a:lstStyle/>
            <a:p>
              <a:endParaRPr lang="en-US"/>
            </a:p>
          </p:txBody>
        </p:sp>
        <p:sp>
          <p:nvSpPr>
            <p:cNvPr id="574" name="Graphic 4">
              <a:extLst>
                <a:ext uri="{FF2B5EF4-FFF2-40B4-BE49-F238E27FC236}">
                  <a16:creationId xmlns:a16="http://schemas.microsoft.com/office/drawing/2014/main" id="{FAE700CB-4E6F-E049-9753-DDD28BB4AF44}"/>
                </a:ext>
              </a:extLst>
            </p:cNvPr>
            <p:cNvSpPr/>
            <p:nvPr/>
          </p:nvSpPr>
          <p:spPr>
            <a:xfrm>
              <a:off x="9998334" y="3556679"/>
              <a:ext cx="12779" cy="29366"/>
            </a:xfrm>
            <a:custGeom>
              <a:avLst/>
              <a:gdLst>
                <a:gd name="connsiteX0" fmla="*/ 6390 w 12779"/>
                <a:gd name="connsiteY0" fmla="*/ 0 h 29366"/>
                <a:gd name="connsiteX1" fmla="*/ 0 w 12779"/>
                <a:gd name="connsiteY1" fmla="*/ 6384 h 29366"/>
                <a:gd name="connsiteX2" fmla="*/ 0 w 12779"/>
                <a:gd name="connsiteY2" fmla="*/ 22982 h 29366"/>
                <a:gd name="connsiteX3" fmla="*/ 6390 w 12779"/>
                <a:gd name="connsiteY3" fmla="*/ 29366 h 29366"/>
                <a:gd name="connsiteX4" fmla="*/ 12780 w 12779"/>
                <a:gd name="connsiteY4" fmla="*/ 22982 h 29366"/>
                <a:gd name="connsiteX5" fmla="*/ 12780 w 12779"/>
                <a:gd name="connsiteY5" fmla="*/ 6384 h 29366"/>
                <a:gd name="connsiteX6" fmla="*/ 6390 w 12779"/>
                <a:gd name="connsiteY6"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9366">
                  <a:moveTo>
                    <a:pt x="6390" y="0"/>
                  </a:moveTo>
                  <a:cubicBezTo>
                    <a:pt x="2556" y="0"/>
                    <a:pt x="0" y="2554"/>
                    <a:pt x="0" y="6384"/>
                  </a:cubicBezTo>
                  <a:lnTo>
                    <a:pt x="0" y="22982"/>
                  </a:lnTo>
                  <a:cubicBezTo>
                    <a:pt x="0" y="26813"/>
                    <a:pt x="2556" y="29366"/>
                    <a:pt x="6390" y="29366"/>
                  </a:cubicBezTo>
                  <a:cubicBezTo>
                    <a:pt x="10225" y="29366"/>
                    <a:pt x="12780" y="26813"/>
                    <a:pt x="12780" y="22982"/>
                  </a:cubicBezTo>
                  <a:lnTo>
                    <a:pt x="12780" y="6384"/>
                  </a:lnTo>
                  <a:cubicBezTo>
                    <a:pt x="12780" y="3192"/>
                    <a:pt x="9585" y="0"/>
                    <a:pt x="6390" y="0"/>
                  </a:cubicBezTo>
                  <a:close/>
                </a:path>
              </a:pathLst>
            </a:custGeom>
            <a:solidFill>
              <a:srgbClr val="62B5E5"/>
            </a:solidFill>
            <a:ln w="6390" cap="flat">
              <a:noFill/>
              <a:prstDash val="solid"/>
              <a:miter/>
            </a:ln>
          </p:spPr>
          <p:txBody>
            <a:bodyPr rtlCol="0" anchor="ctr"/>
            <a:lstStyle/>
            <a:p>
              <a:endParaRPr lang="en-US"/>
            </a:p>
          </p:txBody>
        </p:sp>
        <p:sp>
          <p:nvSpPr>
            <p:cNvPr id="575" name="Graphic 4">
              <a:extLst>
                <a:ext uri="{FF2B5EF4-FFF2-40B4-BE49-F238E27FC236}">
                  <a16:creationId xmlns:a16="http://schemas.microsoft.com/office/drawing/2014/main" id="{0BA4728C-EBFC-E345-BC61-0270E0D82305}"/>
                </a:ext>
              </a:extLst>
            </p:cNvPr>
            <p:cNvSpPr/>
            <p:nvPr/>
          </p:nvSpPr>
          <p:spPr>
            <a:xfrm>
              <a:off x="10029645" y="3556679"/>
              <a:ext cx="12779" cy="29366"/>
            </a:xfrm>
            <a:custGeom>
              <a:avLst/>
              <a:gdLst>
                <a:gd name="connsiteX0" fmla="*/ 6390 w 12779"/>
                <a:gd name="connsiteY0" fmla="*/ 0 h 29366"/>
                <a:gd name="connsiteX1" fmla="*/ 0 w 12779"/>
                <a:gd name="connsiteY1" fmla="*/ 6384 h 29366"/>
                <a:gd name="connsiteX2" fmla="*/ 0 w 12779"/>
                <a:gd name="connsiteY2" fmla="*/ 22982 h 29366"/>
                <a:gd name="connsiteX3" fmla="*/ 6390 w 12779"/>
                <a:gd name="connsiteY3" fmla="*/ 29366 h 29366"/>
                <a:gd name="connsiteX4" fmla="*/ 12780 w 12779"/>
                <a:gd name="connsiteY4" fmla="*/ 22982 h 29366"/>
                <a:gd name="connsiteX5" fmla="*/ 12780 w 12779"/>
                <a:gd name="connsiteY5" fmla="*/ 6384 h 29366"/>
                <a:gd name="connsiteX6" fmla="*/ 6390 w 12779"/>
                <a:gd name="connsiteY6"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9366">
                  <a:moveTo>
                    <a:pt x="6390" y="0"/>
                  </a:moveTo>
                  <a:cubicBezTo>
                    <a:pt x="2556" y="0"/>
                    <a:pt x="0" y="2554"/>
                    <a:pt x="0" y="6384"/>
                  </a:cubicBezTo>
                  <a:lnTo>
                    <a:pt x="0" y="22982"/>
                  </a:lnTo>
                  <a:cubicBezTo>
                    <a:pt x="0" y="26813"/>
                    <a:pt x="2556" y="29366"/>
                    <a:pt x="6390" y="29366"/>
                  </a:cubicBezTo>
                  <a:cubicBezTo>
                    <a:pt x="10224" y="29366"/>
                    <a:pt x="12780" y="26813"/>
                    <a:pt x="12780" y="22982"/>
                  </a:cubicBezTo>
                  <a:lnTo>
                    <a:pt x="12780" y="6384"/>
                  </a:lnTo>
                  <a:cubicBezTo>
                    <a:pt x="12780" y="3192"/>
                    <a:pt x="9585" y="0"/>
                    <a:pt x="6390" y="0"/>
                  </a:cubicBezTo>
                  <a:close/>
                </a:path>
              </a:pathLst>
            </a:custGeom>
            <a:solidFill>
              <a:srgbClr val="62B5E5"/>
            </a:solidFill>
            <a:ln w="6390" cap="flat">
              <a:noFill/>
              <a:prstDash val="solid"/>
              <a:miter/>
            </a:ln>
          </p:spPr>
          <p:txBody>
            <a:bodyPr rtlCol="0" anchor="ctr"/>
            <a:lstStyle/>
            <a:p>
              <a:endParaRPr lang="en-US"/>
            </a:p>
          </p:txBody>
        </p:sp>
        <p:sp>
          <p:nvSpPr>
            <p:cNvPr id="576" name="Graphic 4">
              <a:extLst>
                <a:ext uri="{FF2B5EF4-FFF2-40B4-BE49-F238E27FC236}">
                  <a16:creationId xmlns:a16="http://schemas.microsoft.com/office/drawing/2014/main" id="{FDBD369A-B744-BA41-9588-2984D35B80B8}"/>
                </a:ext>
              </a:extLst>
            </p:cNvPr>
            <p:cNvSpPr/>
            <p:nvPr/>
          </p:nvSpPr>
          <p:spPr>
            <a:xfrm>
              <a:off x="10060955" y="3556679"/>
              <a:ext cx="12779" cy="29366"/>
            </a:xfrm>
            <a:custGeom>
              <a:avLst/>
              <a:gdLst>
                <a:gd name="connsiteX0" fmla="*/ 6390 w 12779"/>
                <a:gd name="connsiteY0" fmla="*/ 0 h 29366"/>
                <a:gd name="connsiteX1" fmla="*/ 0 w 12779"/>
                <a:gd name="connsiteY1" fmla="*/ 6384 h 29366"/>
                <a:gd name="connsiteX2" fmla="*/ 0 w 12779"/>
                <a:gd name="connsiteY2" fmla="*/ 22982 h 29366"/>
                <a:gd name="connsiteX3" fmla="*/ 6390 w 12779"/>
                <a:gd name="connsiteY3" fmla="*/ 29366 h 29366"/>
                <a:gd name="connsiteX4" fmla="*/ 12780 w 12779"/>
                <a:gd name="connsiteY4" fmla="*/ 22982 h 29366"/>
                <a:gd name="connsiteX5" fmla="*/ 12780 w 12779"/>
                <a:gd name="connsiteY5" fmla="*/ 6384 h 29366"/>
                <a:gd name="connsiteX6" fmla="*/ 6390 w 12779"/>
                <a:gd name="connsiteY6"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9366">
                  <a:moveTo>
                    <a:pt x="6390" y="0"/>
                  </a:moveTo>
                  <a:cubicBezTo>
                    <a:pt x="2556" y="0"/>
                    <a:pt x="0" y="2554"/>
                    <a:pt x="0" y="6384"/>
                  </a:cubicBezTo>
                  <a:lnTo>
                    <a:pt x="0" y="22982"/>
                  </a:lnTo>
                  <a:cubicBezTo>
                    <a:pt x="0" y="26813"/>
                    <a:pt x="2556" y="29366"/>
                    <a:pt x="6390" y="29366"/>
                  </a:cubicBezTo>
                  <a:cubicBezTo>
                    <a:pt x="10224" y="29366"/>
                    <a:pt x="12780" y="26813"/>
                    <a:pt x="12780" y="22982"/>
                  </a:cubicBezTo>
                  <a:lnTo>
                    <a:pt x="12780" y="6384"/>
                  </a:lnTo>
                  <a:cubicBezTo>
                    <a:pt x="12780" y="3192"/>
                    <a:pt x="9585" y="0"/>
                    <a:pt x="6390" y="0"/>
                  </a:cubicBezTo>
                  <a:close/>
                </a:path>
              </a:pathLst>
            </a:custGeom>
            <a:solidFill>
              <a:srgbClr val="62B5E5"/>
            </a:solidFill>
            <a:ln w="6390" cap="flat">
              <a:noFill/>
              <a:prstDash val="solid"/>
              <a:miter/>
            </a:ln>
          </p:spPr>
          <p:txBody>
            <a:bodyPr rtlCol="0" anchor="ctr"/>
            <a:lstStyle/>
            <a:p>
              <a:endParaRPr lang="en-US"/>
            </a:p>
          </p:txBody>
        </p:sp>
        <p:sp>
          <p:nvSpPr>
            <p:cNvPr id="577" name="Graphic 4">
              <a:extLst>
                <a:ext uri="{FF2B5EF4-FFF2-40B4-BE49-F238E27FC236}">
                  <a16:creationId xmlns:a16="http://schemas.microsoft.com/office/drawing/2014/main" id="{84E496A1-8AB6-D140-9720-F750DC01179F}"/>
                </a:ext>
              </a:extLst>
            </p:cNvPr>
            <p:cNvSpPr/>
            <p:nvPr/>
          </p:nvSpPr>
          <p:spPr>
            <a:xfrm>
              <a:off x="10092266" y="3556679"/>
              <a:ext cx="12779" cy="29366"/>
            </a:xfrm>
            <a:custGeom>
              <a:avLst/>
              <a:gdLst>
                <a:gd name="connsiteX0" fmla="*/ 6390 w 12779"/>
                <a:gd name="connsiteY0" fmla="*/ 0 h 29366"/>
                <a:gd name="connsiteX1" fmla="*/ 0 w 12779"/>
                <a:gd name="connsiteY1" fmla="*/ 6384 h 29366"/>
                <a:gd name="connsiteX2" fmla="*/ 0 w 12779"/>
                <a:gd name="connsiteY2" fmla="*/ 22982 h 29366"/>
                <a:gd name="connsiteX3" fmla="*/ 6390 w 12779"/>
                <a:gd name="connsiteY3" fmla="*/ 29366 h 29366"/>
                <a:gd name="connsiteX4" fmla="*/ 12780 w 12779"/>
                <a:gd name="connsiteY4" fmla="*/ 22982 h 29366"/>
                <a:gd name="connsiteX5" fmla="*/ 12780 w 12779"/>
                <a:gd name="connsiteY5" fmla="*/ 6384 h 29366"/>
                <a:gd name="connsiteX6" fmla="*/ 6390 w 12779"/>
                <a:gd name="connsiteY6"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9366">
                  <a:moveTo>
                    <a:pt x="6390" y="0"/>
                  </a:moveTo>
                  <a:cubicBezTo>
                    <a:pt x="2556" y="0"/>
                    <a:pt x="0" y="2554"/>
                    <a:pt x="0" y="6384"/>
                  </a:cubicBezTo>
                  <a:lnTo>
                    <a:pt x="0" y="22982"/>
                  </a:lnTo>
                  <a:cubicBezTo>
                    <a:pt x="0" y="26813"/>
                    <a:pt x="2556" y="29366"/>
                    <a:pt x="6390" y="29366"/>
                  </a:cubicBezTo>
                  <a:cubicBezTo>
                    <a:pt x="10224" y="29366"/>
                    <a:pt x="12780" y="26813"/>
                    <a:pt x="12780" y="22982"/>
                  </a:cubicBezTo>
                  <a:lnTo>
                    <a:pt x="12780" y="6384"/>
                  </a:lnTo>
                  <a:cubicBezTo>
                    <a:pt x="12780" y="3192"/>
                    <a:pt x="9585" y="0"/>
                    <a:pt x="6390" y="0"/>
                  </a:cubicBezTo>
                  <a:close/>
                </a:path>
              </a:pathLst>
            </a:custGeom>
            <a:solidFill>
              <a:srgbClr val="62B5E5"/>
            </a:solidFill>
            <a:ln w="6390" cap="flat">
              <a:noFill/>
              <a:prstDash val="solid"/>
              <a:miter/>
            </a:ln>
          </p:spPr>
          <p:txBody>
            <a:bodyPr rtlCol="0" anchor="ctr"/>
            <a:lstStyle/>
            <a:p>
              <a:endParaRPr lang="en-US"/>
            </a:p>
          </p:txBody>
        </p:sp>
        <p:sp>
          <p:nvSpPr>
            <p:cNvPr id="578" name="Graphic 4">
              <a:extLst>
                <a:ext uri="{FF2B5EF4-FFF2-40B4-BE49-F238E27FC236}">
                  <a16:creationId xmlns:a16="http://schemas.microsoft.com/office/drawing/2014/main" id="{DFDB1CAB-041B-B244-9784-516AF0A60AAE}"/>
                </a:ext>
              </a:extLst>
            </p:cNvPr>
            <p:cNvSpPr/>
            <p:nvPr/>
          </p:nvSpPr>
          <p:spPr>
            <a:xfrm>
              <a:off x="10123577" y="3556679"/>
              <a:ext cx="12779" cy="29366"/>
            </a:xfrm>
            <a:custGeom>
              <a:avLst/>
              <a:gdLst>
                <a:gd name="connsiteX0" fmla="*/ 6390 w 12779"/>
                <a:gd name="connsiteY0" fmla="*/ 0 h 29366"/>
                <a:gd name="connsiteX1" fmla="*/ 0 w 12779"/>
                <a:gd name="connsiteY1" fmla="*/ 6384 h 29366"/>
                <a:gd name="connsiteX2" fmla="*/ 0 w 12779"/>
                <a:gd name="connsiteY2" fmla="*/ 22982 h 29366"/>
                <a:gd name="connsiteX3" fmla="*/ 6390 w 12779"/>
                <a:gd name="connsiteY3" fmla="*/ 29366 h 29366"/>
                <a:gd name="connsiteX4" fmla="*/ 12780 w 12779"/>
                <a:gd name="connsiteY4" fmla="*/ 22982 h 29366"/>
                <a:gd name="connsiteX5" fmla="*/ 12780 w 12779"/>
                <a:gd name="connsiteY5" fmla="*/ 6384 h 29366"/>
                <a:gd name="connsiteX6" fmla="*/ 6390 w 12779"/>
                <a:gd name="connsiteY6"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9366">
                  <a:moveTo>
                    <a:pt x="6390" y="0"/>
                  </a:moveTo>
                  <a:cubicBezTo>
                    <a:pt x="2555" y="0"/>
                    <a:pt x="0" y="2554"/>
                    <a:pt x="0" y="6384"/>
                  </a:cubicBezTo>
                  <a:lnTo>
                    <a:pt x="0" y="22982"/>
                  </a:lnTo>
                  <a:cubicBezTo>
                    <a:pt x="0" y="26813"/>
                    <a:pt x="2555" y="29366"/>
                    <a:pt x="6390" y="29366"/>
                  </a:cubicBezTo>
                  <a:cubicBezTo>
                    <a:pt x="10224" y="29366"/>
                    <a:pt x="12780" y="26813"/>
                    <a:pt x="12780" y="22982"/>
                  </a:cubicBezTo>
                  <a:lnTo>
                    <a:pt x="12780" y="6384"/>
                  </a:lnTo>
                  <a:cubicBezTo>
                    <a:pt x="12780" y="3192"/>
                    <a:pt x="9585" y="0"/>
                    <a:pt x="6390" y="0"/>
                  </a:cubicBezTo>
                  <a:close/>
                </a:path>
              </a:pathLst>
            </a:custGeom>
            <a:solidFill>
              <a:srgbClr val="62B5E5"/>
            </a:solidFill>
            <a:ln w="6390" cap="flat">
              <a:noFill/>
              <a:prstDash val="solid"/>
              <a:miter/>
            </a:ln>
          </p:spPr>
          <p:txBody>
            <a:bodyPr rtlCol="0" anchor="ctr"/>
            <a:lstStyle/>
            <a:p>
              <a:endParaRPr lang="en-US"/>
            </a:p>
          </p:txBody>
        </p:sp>
        <p:sp>
          <p:nvSpPr>
            <p:cNvPr id="579" name="Graphic 4">
              <a:extLst>
                <a:ext uri="{FF2B5EF4-FFF2-40B4-BE49-F238E27FC236}">
                  <a16:creationId xmlns:a16="http://schemas.microsoft.com/office/drawing/2014/main" id="{3DEB99EE-0E42-6046-A4FC-A0E18EF96BD3}"/>
                </a:ext>
              </a:extLst>
            </p:cNvPr>
            <p:cNvSpPr/>
            <p:nvPr/>
          </p:nvSpPr>
          <p:spPr>
            <a:xfrm>
              <a:off x="9998334" y="3603920"/>
              <a:ext cx="12779" cy="29366"/>
            </a:xfrm>
            <a:custGeom>
              <a:avLst/>
              <a:gdLst>
                <a:gd name="connsiteX0" fmla="*/ 6390 w 12779"/>
                <a:gd name="connsiteY0" fmla="*/ 0 h 29366"/>
                <a:gd name="connsiteX1" fmla="*/ 0 w 12779"/>
                <a:gd name="connsiteY1" fmla="*/ 6384 h 29366"/>
                <a:gd name="connsiteX2" fmla="*/ 0 w 12779"/>
                <a:gd name="connsiteY2" fmla="*/ 22982 h 29366"/>
                <a:gd name="connsiteX3" fmla="*/ 6390 w 12779"/>
                <a:gd name="connsiteY3" fmla="*/ 29366 h 29366"/>
                <a:gd name="connsiteX4" fmla="*/ 12780 w 12779"/>
                <a:gd name="connsiteY4" fmla="*/ 22982 h 29366"/>
                <a:gd name="connsiteX5" fmla="*/ 12780 w 12779"/>
                <a:gd name="connsiteY5" fmla="*/ 6384 h 29366"/>
                <a:gd name="connsiteX6" fmla="*/ 6390 w 12779"/>
                <a:gd name="connsiteY6"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9366">
                  <a:moveTo>
                    <a:pt x="6390" y="0"/>
                  </a:moveTo>
                  <a:cubicBezTo>
                    <a:pt x="2556" y="0"/>
                    <a:pt x="0" y="2553"/>
                    <a:pt x="0" y="6384"/>
                  </a:cubicBezTo>
                  <a:lnTo>
                    <a:pt x="0" y="22982"/>
                  </a:lnTo>
                  <a:cubicBezTo>
                    <a:pt x="0" y="26812"/>
                    <a:pt x="2556" y="29366"/>
                    <a:pt x="6390" y="29366"/>
                  </a:cubicBezTo>
                  <a:cubicBezTo>
                    <a:pt x="10225" y="29366"/>
                    <a:pt x="12780" y="26812"/>
                    <a:pt x="12780" y="22982"/>
                  </a:cubicBezTo>
                  <a:lnTo>
                    <a:pt x="12780" y="6384"/>
                  </a:lnTo>
                  <a:cubicBezTo>
                    <a:pt x="12780" y="2553"/>
                    <a:pt x="9585" y="0"/>
                    <a:pt x="6390" y="0"/>
                  </a:cubicBezTo>
                  <a:close/>
                </a:path>
              </a:pathLst>
            </a:custGeom>
            <a:solidFill>
              <a:srgbClr val="62B5E5"/>
            </a:solidFill>
            <a:ln w="6390" cap="flat">
              <a:noFill/>
              <a:prstDash val="solid"/>
              <a:miter/>
            </a:ln>
          </p:spPr>
          <p:txBody>
            <a:bodyPr rtlCol="0" anchor="ctr"/>
            <a:lstStyle/>
            <a:p>
              <a:endParaRPr lang="en-US"/>
            </a:p>
          </p:txBody>
        </p:sp>
        <p:sp>
          <p:nvSpPr>
            <p:cNvPr id="580" name="Graphic 4">
              <a:extLst>
                <a:ext uri="{FF2B5EF4-FFF2-40B4-BE49-F238E27FC236}">
                  <a16:creationId xmlns:a16="http://schemas.microsoft.com/office/drawing/2014/main" id="{34BCD946-A29A-E449-BE9C-A643B45A5A4F}"/>
                </a:ext>
              </a:extLst>
            </p:cNvPr>
            <p:cNvSpPr/>
            <p:nvPr/>
          </p:nvSpPr>
          <p:spPr>
            <a:xfrm>
              <a:off x="10029645" y="3603920"/>
              <a:ext cx="12779" cy="29366"/>
            </a:xfrm>
            <a:custGeom>
              <a:avLst/>
              <a:gdLst>
                <a:gd name="connsiteX0" fmla="*/ 6390 w 12779"/>
                <a:gd name="connsiteY0" fmla="*/ 0 h 29366"/>
                <a:gd name="connsiteX1" fmla="*/ 0 w 12779"/>
                <a:gd name="connsiteY1" fmla="*/ 6384 h 29366"/>
                <a:gd name="connsiteX2" fmla="*/ 0 w 12779"/>
                <a:gd name="connsiteY2" fmla="*/ 22982 h 29366"/>
                <a:gd name="connsiteX3" fmla="*/ 6390 w 12779"/>
                <a:gd name="connsiteY3" fmla="*/ 29366 h 29366"/>
                <a:gd name="connsiteX4" fmla="*/ 12780 w 12779"/>
                <a:gd name="connsiteY4" fmla="*/ 22982 h 29366"/>
                <a:gd name="connsiteX5" fmla="*/ 12780 w 12779"/>
                <a:gd name="connsiteY5" fmla="*/ 6384 h 29366"/>
                <a:gd name="connsiteX6" fmla="*/ 6390 w 12779"/>
                <a:gd name="connsiteY6"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9366">
                  <a:moveTo>
                    <a:pt x="6390" y="0"/>
                  </a:moveTo>
                  <a:cubicBezTo>
                    <a:pt x="2556" y="0"/>
                    <a:pt x="0" y="2553"/>
                    <a:pt x="0" y="6384"/>
                  </a:cubicBezTo>
                  <a:lnTo>
                    <a:pt x="0" y="22982"/>
                  </a:lnTo>
                  <a:cubicBezTo>
                    <a:pt x="0" y="26812"/>
                    <a:pt x="2556" y="29366"/>
                    <a:pt x="6390" y="29366"/>
                  </a:cubicBezTo>
                  <a:cubicBezTo>
                    <a:pt x="10224" y="29366"/>
                    <a:pt x="12780" y="26812"/>
                    <a:pt x="12780" y="22982"/>
                  </a:cubicBezTo>
                  <a:lnTo>
                    <a:pt x="12780" y="6384"/>
                  </a:lnTo>
                  <a:cubicBezTo>
                    <a:pt x="12780" y="2553"/>
                    <a:pt x="9585" y="0"/>
                    <a:pt x="6390" y="0"/>
                  </a:cubicBezTo>
                  <a:close/>
                </a:path>
              </a:pathLst>
            </a:custGeom>
            <a:solidFill>
              <a:srgbClr val="62B5E5"/>
            </a:solidFill>
            <a:ln w="6390" cap="flat">
              <a:noFill/>
              <a:prstDash val="solid"/>
              <a:miter/>
            </a:ln>
          </p:spPr>
          <p:txBody>
            <a:bodyPr rtlCol="0" anchor="ctr"/>
            <a:lstStyle/>
            <a:p>
              <a:endParaRPr lang="en-US"/>
            </a:p>
          </p:txBody>
        </p:sp>
        <p:sp>
          <p:nvSpPr>
            <p:cNvPr id="581" name="Graphic 4">
              <a:extLst>
                <a:ext uri="{FF2B5EF4-FFF2-40B4-BE49-F238E27FC236}">
                  <a16:creationId xmlns:a16="http://schemas.microsoft.com/office/drawing/2014/main" id="{D3F7C240-D7AE-754A-AC7B-6913D49019DE}"/>
                </a:ext>
              </a:extLst>
            </p:cNvPr>
            <p:cNvSpPr/>
            <p:nvPr/>
          </p:nvSpPr>
          <p:spPr>
            <a:xfrm>
              <a:off x="10060955" y="3603920"/>
              <a:ext cx="12779" cy="29366"/>
            </a:xfrm>
            <a:custGeom>
              <a:avLst/>
              <a:gdLst>
                <a:gd name="connsiteX0" fmla="*/ 6390 w 12779"/>
                <a:gd name="connsiteY0" fmla="*/ 0 h 29366"/>
                <a:gd name="connsiteX1" fmla="*/ 0 w 12779"/>
                <a:gd name="connsiteY1" fmla="*/ 6384 h 29366"/>
                <a:gd name="connsiteX2" fmla="*/ 0 w 12779"/>
                <a:gd name="connsiteY2" fmla="*/ 22982 h 29366"/>
                <a:gd name="connsiteX3" fmla="*/ 6390 w 12779"/>
                <a:gd name="connsiteY3" fmla="*/ 29366 h 29366"/>
                <a:gd name="connsiteX4" fmla="*/ 12780 w 12779"/>
                <a:gd name="connsiteY4" fmla="*/ 22982 h 29366"/>
                <a:gd name="connsiteX5" fmla="*/ 12780 w 12779"/>
                <a:gd name="connsiteY5" fmla="*/ 6384 h 29366"/>
                <a:gd name="connsiteX6" fmla="*/ 6390 w 12779"/>
                <a:gd name="connsiteY6"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9366">
                  <a:moveTo>
                    <a:pt x="6390" y="0"/>
                  </a:moveTo>
                  <a:cubicBezTo>
                    <a:pt x="2556" y="0"/>
                    <a:pt x="0" y="2553"/>
                    <a:pt x="0" y="6384"/>
                  </a:cubicBezTo>
                  <a:lnTo>
                    <a:pt x="0" y="22982"/>
                  </a:lnTo>
                  <a:cubicBezTo>
                    <a:pt x="0" y="26812"/>
                    <a:pt x="2556" y="29366"/>
                    <a:pt x="6390" y="29366"/>
                  </a:cubicBezTo>
                  <a:cubicBezTo>
                    <a:pt x="10224" y="29366"/>
                    <a:pt x="12780" y="26812"/>
                    <a:pt x="12780" y="22982"/>
                  </a:cubicBezTo>
                  <a:lnTo>
                    <a:pt x="12780" y="6384"/>
                  </a:lnTo>
                  <a:cubicBezTo>
                    <a:pt x="12780" y="2553"/>
                    <a:pt x="9585" y="0"/>
                    <a:pt x="6390" y="0"/>
                  </a:cubicBezTo>
                  <a:close/>
                </a:path>
              </a:pathLst>
            </a:custGeom>
            <a:solidFill>
              <a:srgbClr val="62B5E5"/>
            </a:solidFill>
            <a:ln w="6390" cap="flat">
              <a:noFill/>
              <a:prstDash val="solid"/>
              <a:miter/>
            </a:ln>
          </p:spPr>
          <p:txBody>
            <a:bodyPr rtlCol="0" anchor="ctr"/>
            <a:lstStyle/>
            <a:p>
              <a:endParaRPr lang="en-US"/>
            </a:p>
          </p:txBody>
        </p:sp>
        <p:sp>
          <p:nvSpPr>
            <p:cNvPr id="582" name="Graphic 4">
              <a:extLst>
                <a:ext uri="{FF2B5EF4-FFF2-40B4-BE49-F238E27FC236}">
                  <a16:creationId xmlns:a16="http://schemas.microsoft.com/office/drawing/2014/main" id="{B390589C-97FB-364B-9822-B6BD2728A776}"/>
                </a:ext>
              </a:extLst>
            </p:cNvPr>
            <p:cNvSpPr/>
            <p:nvPr/>
          </p:nvSpPr>
          <p:spPr>
            <a:xfrm>
              <a:off x="10092266" y="3603920"/>
              <a:ext cx="12779" cy="29366"/>
            </a:xfrm>
            <a:custGeom>
              <a:avLst/>
              <a:gdLst>
                <a:gd name="connsiteX0" fmla="*/ 6390 w 12779"/>
                <a:gd name="connsiteY0" fmla="*/ 0 h 29366"/>
                <a:gd name="connsiteX1" fmla="*/ 0 w 12779"/>
                <a:gd name="connsiteY1" fmla="*/ 6384 h 29366"/>
                <a:gd name="connsiteX2" fmla="*/ 0 w 12779"/>
                <a:gd name="connsiteY2" fmla="*/ 22982 h 29366"/>
                <a:gd name="connsiteX3" fmla="*/ 6390 w 12779"/>
                <a:gd name="connsiteY3" fmla="*/ 29366 h 29366"/>
                <a:gd name="connsiteX4" fmla="*/ 12780 w 12779"/>
                <a:gd name="connsiteY4" fmla="*/ 22982 h 29366"/>
                <a:gd name="connsiteX5" fmla="*/ 12780 w 12779"/>
                <a:gd name="connsiteY5" fmla="*/ 6384 h 29366"/>
                <a:gd name="connsiteX6" fmla="*/ 6390 w 12779"/>
                <a:gd name="connsiteY6"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9366">
                  <a:moveTo>
                    <a:pt x="6390" y="0"/>
                  </a:moveTo>
                  <a:cubicBezTo>
                    <a:pt x="2556" y="0"/>
                    <a:pt x="0" y="2553"/>
                    <a:pt x="0" y="6384"/>
                  </a:cubicBezTo>
                  <a:lnTo>
                    <a:pt x="0" y="22982"/>
                  </a:lnTo>
                  <a:cubicBezTo>
                    <a:pt x="0" y="26812"/>
                    <a:pt x="2556" y="29366"/>
                    <a:pt x="6390" y="29366"/>
                  </a:cubicBezTo>
                  <a:cubicBezTo>
                    <a:pt x="10224" y="29366"/>
                    <a:pt x="12780" y="26812"/>
                    <a:pt x="12780" y="22982"/>
                  </a:cubicBezTo>
                  <a:lnTo>
                    <a:pt x="12780" y="6384"/>
                  </a:lnTo>
                  <a:cubicBezTo>
                    <a:pt x="12780" y="2553"/>
                    <a:pt x="9585" y="0"/>
                    <a:pt x="6390" y="0"/>
                  </a:cubicBezTo>
                  <a:close/>
                </a:path>
              </a:pathLst>
            </a:custGeom>
            <a:solidFill>
              <a:srgbClr val="62B5E5"/>
            </a:solidFill>
            <a:ln w="6390" cap="flat">
              <a:noFill/>
              <a:prstDash val="solid"/>
              <a:miter/>
            </a:ln>
          </p:spPr>
          <p:txBody>
            <a:bodyPr rtlCol="0" anchor="ctr"/>
            <a:lstStyle/>
            <a:p>
              <a:endParaRPr lang="en-US"/>
            </a:p>
          </p:txBody>
        </p:sp>
        <p:sp>
          <p:nvSpPr>
            <p:cNvPr id="583" name="Graphic 4">
              <a:extLst>
                <a:ext uri="{FF2B5EF4-FFF2-40B4-BE49-F238E27FC236}">
                  <a16:creationId xmlns:a16="http://schemas.microsoft.com/office/drawing/2014/main" id="{80DF55AD-5E4D-BE45-8764-EFD6AAB5BCF5}"/>
                </a:ext>
              </a:extLst>
            </p:cNvPr>
            <p:cNvSpPr/>
            <p:nvPr/>
          </p:nvSpPr>
          <p:spPr>
            <a:xfrm>
              <a:off x="10123577" y="3603920"/>
              <a:ext cx="12779" cy="29366"/>
            </a:xfrm>
            <a:custGeom>
              <a:avLst/>
              <a:gdLst>
                <a:gd name="connsiteX0" fmla="*/ 6390 w 12779"/>
                <a:gd name="connsiteY0" fmla="*/ 0 h 29366"/>
                <a:gd name="connsiteX1" fmla="*/ 0 w 12779"/>
                <a:gd name="connsiteY1" fmla="*/ 6384 h 29366"/>
                <a:gd name="connsiteX2" fmla="*/ 0 w 12779"/>
                <a:gd name="connsiteY2" fmla="*/ 22982 h 29366"/>
                <a:gd name="connsiteX3" fmla="*/ 6390 w 12779"/>
                <a:gd name="connsiteY3" fmla="*/ 29366 h 29366"/>
                <a:gd name="connsiteX4" fmla="*/ 12780 w 12779"/>
                <a:gd name="connsiteY4" fmla="*/ 22982 h 29366"/>
                <a:gd name="connsiteX5" fmla="*/ 12780 w 12779"/>
                <a:gd name="connsiteY5" fmla="*/ 6384 h 29366"/>
                <a:gd name="connsiteX6" fmla="*/ 6390 w 12779"/>
                <a:gd name="connsiteY6"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9366">
                  <a:moveTo>
                    <a:pt x="6390" y="0"/>
                  </a:moveTo>
                  <a:cubicBezTo>
                    <a:pt x="2555" y="0"/>
                    <a:pt x="0" y="2553"/>
                    <a:pt x="0" y="6384"/>
                  </a:cubicBezTo>
                  <a:lnTo>
                    <a:pt x="0" y="22982"/>
                  </a:lnTo>
                  <a:cubicBezTo>
                    <a:pt x="0" y="26812"/>
                    <a:pt x="2555" y="29366"/>
                    <a:pt x="6390" y="29366"/>
                  </a:cubicBezTo>
                  <a:cubicBezTo>
                    <a:pt x="10224" y="29366"/>
                    <a:pt x="12780" y="26812"/>
                    <a:pt x="12780" y="22982"/>
                  </a:cubicBezTo>
                  <a:lnTo>
                    <a:pt x="12780" y="6384"/>
                  </a:lnTo>
                  <a:cubicBezTo>
                    <a:pt x="12780" y="2553"/>
                    <a:pt x="9585" y="0"/>
                    <a:pt x="6390" y="0"/>
                  </a:cubicBezTo>
                  <a:close/>
                </a:path>
              </a:pathLst>
            </a:custGeom>
            <a:solidFill>
              <a:srgbClr val="62B5E5"/>
            </a:solidFill>
            <a:ln w="6390" cap="flat">
              <a:noFill/>
              <a:prstDash val="solid"/>
              <a:miter/>
            </a:ln>
          </p:spPr>
          <p:txBody>
            <a:bodyPr rtlCol="0" anchor="ctr"/>
            <a:lstStyle/>
            <a:p>
              <a:endParaRPr lang="en-US"/>
            </a:p>
          </p:txBody>
        </p:sp>
      </p:grpSp>
      <p:grpSp>
        <p:nvGrpSpPr>
          <p:cNvPr id="584" name="Graphic 4">
            <a:extLst>
              <a:ext uri="{FF2B5EF4-FFF2-40B4-BE49-F238E27FC236}">
                <a16:creationId xmlns:a16="http://schemas.microsoft.com/office/drawing/2014/main" id="{8A5FABC1-C76E-2F4E-AFF1-9EE2BD78905D}"/>
              </a:ext>
            </a:extLst>
          </p:cNvPr>
          <p:cNvGrpSpPr>
            <a:grpSpLocks noChangeAspect="1"/>
          </p:cNvGrpSpPr>
          <p:nvPr/>
        </p:nvGrpSpPr>
        <p:grpSpPr>
          <a:xfrm>
            <a:off x="9887149" y="3824168"/>
            <a:ext cx="362309" cy="361971"/>
            <a:chOff x="9887149" y="3824168"/>
            <a:chExt cx="362309" cy="361971"/>
          </a:xfrm>
          <a:solidFill>
            <a:srgbClr val="62B5E5"/>
          </a:solidFill>
        </p:grpSpPr>
        <p:sp>
          <p:nvSpPr>
            <p:cNvPr id="585" name="Graphic 4">
              <a:extLst>
                <a:ext uri="{FF2B5EF4-FFF2-40B4-BE49-F238E27FC236}">
                  <a16:creationId xmlns:a16="http://schemas.microsoft.com/office/drawing/2014/main" id="{B57B3BC3-6740-E145-8271-341A74709650}"/>
                </a:ext>
              </a:extLst>
            </p:cNvPr>
            <p:cNvSpPr/>
            <p:nvPr/>
          </p:nvSpPr>
          <p:spPr>
            <a:xfrm>
              <a:off x="9887149" y="3824168"/>
              <a:ext cx="362309" cy="361971"/>
            </a:xfrm>
            <a:custGeom>
              <a:avLst/>
              <a:gdLst>
                <a:gd name="connsiteX0" fmla="*/ 180835 w 362309"/>
                <a:gd name="connsiteY0" fmla="*/ 0 h 361971"/>
                <a:gd name="connsiteX1" fmla="*/ 0 w 362309"/>
                <a:gd name="connsiteY1" fmla="*/ 181305 h 361971"/>
                <a:gd name="connsiteX2" fmla="*/ 181474 w 362309"/>
                <a:gd name="connsiteY2" fmla="*/ 361971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 name="connsiteX11" fmla="*/ 180835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6"/>
                    <a:pt x="0" y="181305"/>
                  </a:cubicBezTo>
                  <a:cubicBezTo>
                    <a:pt x="0" y="281533"/>
                    <a:pt x="81152" y="361971"/>
                    <a:pt x="181474" y="361971"/>
                  </a:cubicBezTo>
                  <a:cubicBezTo>
                    <a:pt x="281157" y="361971"/>
                    <a:pt x="362309" y="280895"/>
                    <a:pt x="362309" y="181305"/>
                  </a:cubicBezTo>
                  <a:cubicBezTo>
                    <a:pt x="362309" y="81076"/>
                    <a:pt x="281157" y="0"/>
                    <a:pt x="180835" y="0"/>
                  </a:cubicBezTo>
                  <a:cubicBezTo>
                    <a:pt x="180835" y="0"/>
                    <a:pt x="180835" y="0"/>
                    <a:pt x="180835" y="0"/>
                  </a:cubicBezTo>
                  <a:close/>
                  <a:moveTo>
                    <a:pt x="180835" y="349204"/>
                  </a:moveTo>
                  <a:cubicBezTo>
                    <a:pt x="87542" y="349204"/>
                    <a:pt x="12780" y="273873"/>
                    <a:pt x="12780" y="180667"/>
                  </a:cubicBezTo>
                  <a:cubicBezTo>
                    <a:pt x="12780" y="87460"/>
                    <a:pt x="88181" y="12768"/>
                    <a:pt x="181474" y="12768"/>
                  </a:cubicBezTo>
                  <a:cubicBezTo>
                    <a:pt x="274128" y="12768"/>
                    <a:pt x="349529" y="88099"/>
                    <a:pt x="349529" y="180667"/>
                  </a:cubicBezTo>
                  <a:cubicBezTo>
                    <a:pt x="349529" y="273873"/>
                    <a:pt x="274128" y="349204"/>
                    <a:pt x="180835" y="349204"/>
                  </a:cubicBezTo>
                  <a:lnTo>
                    <a:pt x="180835" y="349204"/>
                  </a:lnTo>
                  <a:close/>
                </a:path>
              </a:pathLst>
            </a:custGeom>
            <a:solidFill>
              <a:srgbClr val="62B5E5"/>
            </a:solidFill>
            <a:ln w="6390" cap="flat">
              <a:noFill/>
              <a:prstDash val="solid"/>
              <a:miter/>
            </a:ln>
          </p:spPr>
          <p:txBody>
            <a:bodyPr rtlCol="0" anchor="ctr"/>
            <a:lstStyle/>
            <a:p>
              <a:endParaRPr lang="en-US"/>
            </a:p>
          </p:txBody>
        </p:sp>
        <p:sp>
          <p:nvSpPr>
            <p:cNvPr id="586" name="Graphic 4">
              <a:extLst>
                <a:ext uri="{FF2B5EF4-FFF2-40B4-BE49-F238E27FC236}">
                  <a16:creationId xmlns:a16="http://schemas.microsoft.com/office/drawing/2014/main" id="{F7CD5A91-E078-254B-BD94-4FEA13C13235}"/>
                </a:ext>
              </a:extLst>
            </p:cNvPr>
            <p:cNvSpPr/>
            <p:nvPr/>
          </p:nvSpPr>
          <p:spPr>
            <a:xfrm>
              <a:off x="9981081" y="3888007"/>
              <a:ext cx="172528" cy="234930"/>
            </a:xfrm>
            <a:custGeom>
              <a:avLst/>
              <a:gdLst>
                <a:gd name="connsiteX0" fmla="*/ 166777 w 172528"/>
                <a:gd name="connsiteY0" fmla="*/ 126403 h 234930"/>
                <a:gd name="connsiteX1" fmla="*/ 69650 w 172528"/>
                <a:gd name="connsiteY1" fmla="*/ 126403 h 234930"/>
                <a:gd name="connsiteX2" fmla="*/ 69650 w 172528"/>
                <a:gd name="connsiteY2" fmla="*/ 44049 h 234930"/>
                <a:gd name="connsiteX3" fmla="*/ 70289 w 172528"/>
                <a:gd name="connsiteY3" fmla="*/ 44049 h 234930"/>
                <a:gd name="connsiteX4" fmla="*/ 76679 w 172528"/>
                <a:gd name="connsiteY4" fmla="*/ 37665 h 234930"/>
                <a:gd name="connsiteX5" fmla="*/ 76679 w 172528"/>
                <a:gd name="connsiteY5" fmla="*/ 6384 h 234930"/>
                <a:gd name="connsiteX6" fmla="*/ 70289 w 172528"/>
                <a:gd name="connsiteY6" fmla="*/ 0 h 234930"/>
                <a:gd name="connsiteX7" fmla="*/ 6390 w 172528"/>
                <a:gd name="connsiteY7" fmla="*/ 0 h 234930"/>
                <a:gd name="connsiteX8" fmla="*/ 0 w 172528"/>
                <a:gd name="connsiteY8" fmla="*/ 6384 h 234930"/>
                <a:gd name="connsiteX9" fmla="*/ 0 w 172528"/>
                <a:gd name="connsiteY9" fmla="*/ 37665 h 234930"/>
                <a:gd name="connsiteX10" fmla="*/ 6390 w 172528"/>
                <a:gd name="connsiteY10" fmla="*/ 44049 h 234930"/>
                <a:gd name="connsiteX11" fmla="*/ 7029 w 172528"/>
                <a:gd name="connsiteY11" fmla="*/ 44049 h 234930"/>
                <a:gd name="connsiteX12" fmla="*/ 7029 w 172528"/>
                <a:gd name="connsiteY12" fmla="*/ 228546 h 234930"/>
                <a:gd name="connsiteX13" fmla="*/ 13419 w 172528"/>
                <a:gd name="connsiteY13" fmla="*/ 234930 h 234930"/>
                <a:gd name="connsiteX14" fmla="*/ 101600 w 172528"/>
                <a:gd name="connsiteY14" fmla="*/ 234930 h 234930"/>
                <a:gd name="connsiteX15" fmla="*/ 107990 w 172528"/>
                <a:gd name="connsiteY15" fmla="*/ 228546 h 234930"/>
                <a:gd name="connsiteX16" fmla="*/ 130355 w 172528"/>
                <a:gd name="connsiteY16" fmla="*/ 203649 h 234930"/>
                <a:gd name="connsiteX17" fmla="*/ 172528 w 172528"/>
                <a:gd name="connsiteY17" fmla="*/ 171091 h 234930"/>
                <a:gd name="connsiteX18" fmla="*/ 172528 w 172528"/>
                <a:gd name="connsiteY18" fmla="*/ 132787 h 234930"/>
                <a:gd name="connsiteX19" fmla="*/ 166777 w 172528"/>
                <a:gd name="connsiteY19" fmla="*/ 126403 h 234930"/>
                <a:gd name="connsiteX20" fmla="*/ 12780 w 172528"/>
                <a:gd name="connsiteY20" fmla="*/ 12768 h 234930"/>
                <a:gd name="connsiteX21" fmla="*/ 63899 w 172528"/>
                <a:gd name="connsiteY21" fmla="*/ 12768 h 234930"/>
                <a:gd name="connsiteX22" fmla="*/ 63899 w 172528"/>
                <a:gd name="connsiteY22" fmla="*/ 31281 h 234930"/>
                <a:gd name="connsiteX23" fmla="*/ 12780 w 172528"/>
                <a:gd name="connsiteY23" fmla="*/ 31281 h 234930"/>
                <a:gd name="connsiteX24" fmla="*/ 12780 w 172528"/>
                <a:gd name="connsiteY24" fmla="*/ 12768 h 234930"/>
                <a:gd name="connsiteX25" fmla="*/ 160387 w 172528"/>
                <a:gd name="connsiteY25" fmla="*/ 170452 h 234930"/>
                <a:gd name="connsiteX26" fmla="*/ 130994 w 172528"/>
                <a:gd name="connsiteY26" fmla="*/ 190243 h 234930"/>
                <a:gd name="connsiteX27" fmla="*/ 96488 w 172528"/>
                <a:gd name="connsiteY27" fmla="*/ 221524 h 234930"/>
                <a:gd name="connsiteX28" fmla="*/ 20447 w 172528"/>
                <a:gd name="connsiteY28" fmla="*/ 221524 h 234930"/>
                <a:gd name="connsiteX29" fmla="*/ 20447 w 172528"/>
                <a:gd name="connsiteY29" fmla="*/ 43411 h 234930"/>
                <a:gd name="connsiteX30" fmla="*/ 57509 w 172528"/>
                <a:gd name="connsiteY30" fmla="*/ 43411 h 234930"/>
                <a:gd name="connsiteX31" fmla="*/ 57509 w 172528"/>
                <a:gd name="connsiteY31" fmla="*/ 132148 h 234930"/>
                <a:gd name="connsiteX32" fmla="*/ 63899 w 172528"/>
                <a:gd name="connsiteY32" fmla="*/ 138532 h 234930"/>
                <a:gd name="connsiteX33" fmla="*/ 161026 w 172528"/>
                <a:gd name="connsiteY33" fmla="*/ 138532 h 234930"/>
                <a:gd name="connsiteX34" fmla="*/ 160387 w 172528"/>
                <a:gd name="connsiteY34" fmla="*/ 170452 h 234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72528" h="234930">
                  <a:moveTo>
                    <a:pt x="166777" y="126403"/>
                  </a:moveTo>
                  <a:lnTo>
                    <a:pt x="69650" y="126403"/>
                  </a:lnTo>
                  <a:lnTo>
                    <a:pt x="69650" y="44049"/>
                  </a:lnTo>
                  <a:lnTo>
                    <a:pt x="70289" y="44049"/>
                  </a:lnTo>
                  <a:cubicBezTo>
                    <a:pt x="74123" y="44049"/>
                    <a:pt x="76679" y="41496"/>
                    <a:pt x="76679" y="37665"/>
                  </a:cubicBezTo>
                  <a:lnTo>
                    <a:pt x="76679" y="6384"/>
                  </a:lnTo>
                  <a:cubicBezTo>
                    <a:pt x="76679" y="2553"/>
                    <a:pt x="74123" y="0"/>
                    <a:pt x="70289" y="0"/>
                  </a:cubicBezTo>
                  <a:lnTo>
                    <a:pt x="6390" y="0"/>
                  </a:lnTo>
                  <a:cubicBezTo>
                    <a:pt x="2556" y="0"/>
                    <a:pt x="0" y="2553"/>
                    <a:pt x="0" y="6384"/>
                  </a:cubicBezTo>
                  <a:lnTo>
                    <a:pt x="0" y="37665"/>
                  </a:lnTo>
                  <a:cubicBezTo>
                    <a:pt x="0" y="41496"/>
                    <a:pt x="2556" y="44049"/>
                    <a:pt x="6390" y="44049"/>
                  </a:cubicBezTo>
                  <a:lnTo>
                    <a:pt x="7029" y="44049"/>
                  </a:lnTo>
                  <a:lnTo>
                    <a:pt x="7029" y="228546"/>
                  </a:lnTo>
                  <a:cubicBezTo>
                    <a:pt x="7029" y="232377"/>
                    <a:pt x="9585" y="234930"/>
                    <a:pt x="13419" y="234930"/>
                  </a:cubicBezTo>
                  <a:lnTo>
                    <a:pt x="101600" y="234930"/>
                  </a:lnTo>
                  <a:cubicBezTo>
                    <a:pt x="105434" y="234930"/>
                    <a:pt x="107990" y="232377"/>
                    <a:pt x="107990" y="228546"/>
                  </a:cubicBezTo>
                  <a:cubicBezTo>
                    <a:pt x="107990" y="225993"/>
                    <a:pt x="109268" y="203649"/>
                    <a:pt x="130355" y="203649"/>
                  </a:cubicBezTo>
                  <a:cubicBezTo>
                    <a:pt x="158471" y="203649"/>
                    <a:pt x="172528" y="192796"/>
                    <a:pt x="172528" y="171091"/>
                  </a:cubicBezTo>
                  <a:lnTo>
                    <a:pt x="172528" y="132787"/>
                  </a:lnTo>
                  <a:cubicBezTo>
                    <a:pt x="172528" y="128956"/>
                    <a:pt x="169972" y="126403"/>
                    <a:pt x="166777" y="126403"/>
                  </a:cubicBezTo>
                  <a:close/>
                  <a:moveTo>
                    <a:pt x="12780" y="12768"/>
                  </a:moveTo>
                  <a:lnTo>
                    <a:pt x="63899" y="12768"/>
                  </a:lnTo>
                  <a:lnTo>
                    <a:pt x="63899" y="31281"/>
                  </a:lnTo>
                  <a:lnTo>
                    <a:pt x="12780" y="31281"/>
                  </a:lnTo>
                  <a:lnTo>
                    <a:pt x="12780" y="12768"/>
                  </a:lnTo>
                  <a:close/>
                  <a:moveTo>
                    <a:pt x="160387" y="170452"/>
                  </a:moveTo>
                  <a:cubicBezTo>
                    <a:pt x="160387" y="180028"/>
                    <a:pt x="157831" y="190243"/>
                    <a:pt x="130994" y="190243"/>
                  </a:cubicBezTo>
                  <a:cubicBezTo>
                    <a:pt x="107351" y="190243"/>
                    <a:pt x="98405" y="208118"/>
                    <a:pt x="96488" y="221524"/>
                  </a:cubicBezTo>
                  <a:lnTo>
                    <a:pt x="20447" y="221524"/>
                  </a:lnTo>
                  <a:lnTo>
                    <a:pt x="20447" y="43411"/>
                  </a:lnTo>
                  <a:lnTo>
                    <a:pt x="57509" y="43411"/>
                  </a:lnTo>
                  <a:lnTo>
                    <a:pt x="57509" y="132148"/>
                  </a:lnTo>
                  <a:cubicBezTo>
                    <a:pt x="57509" y="135979"/>
                    <a:pt x="60066" y="138532"/>
                    <a:pt x="63899" y="138532"/>
                  </a:cubicBezTo>
                  <a:lnTo>
                    <a:pt x="161026" y="138532"/>
                  </a:lnTo>
                  <a:lnTo>
                    <a:pt x="160387" y="170452"/>
                  </a:lnTo>
                  <a:close/>
                </a:path>
              </a:pathLst>
            </a:custGeom>
            <a:solidFill>
              <a:srgbClr val="62B5E5"/>
            </a:solidFill>
            <a:ln w="6390" cap="flat">
              <a:noFill/>
              <a:prstDash val="solid"/>
              <a:miter/>
            </a:ln>
          </p:spPr>
          <p:txBody>
            <a:bodyPr rtlCol="0" anchor="ctr"/>
            <a:lstStyle/>
            <a:p>
              <a:endParaRPr lang="en-US"/>
            </a:p>
          </p:txBody>
        </p:sp>
        <p:sp>
          <p:nvSpPr>
            <p:cNvPr id="587" name="Graphic 4">
              <a:extLst>
                <a:ext uri="{FF2B5EF4-FFF2-40B4-BE49-F238E27FC236}">
                  <a16:creationId xmlns:a16="http://schemas.microsoft.com/office/drawing/2014/main" id="{06FE0159-3299-FD40-80CF-44876E40378A}"/>
                </a:ext>
              </a:extLst>
            </p:cNvPr>
            <p:cNvSpPr/>
            <p:nvPr/>
          </p:nvSpPr>
          <p:spPr>
            <a:xfrm>
              <a:off x="10069902" y="3983767"/>
              <a:ext cx="84985" cy="12767"/>
            </a:xfrm>
            <a:custGeom>
              <a:avLst/>
              <a:gdLst>
                <a:gd name="connsiteX0" fmla="*/ 78596 w 84985"/>
                <a:gd name="connsiteY0" fmla="*/ 0 h 12767"/>
                <a:gd name="connsiteX1" fmla="*/ 6390 w 84985"/>
                <a:gd name="connsiteY1" fmla="*/ 0 h 12767"/>
                <a:gd name="connsiteX2" fmla="*/ 0 w 84985"/>
                <a:gd name="connsiteY2" fmla="*/ 6384 h 12767"/>
                <a:gd name="connsiteX3" fmla="*/ 6390 w 84985"/>
                <a:gd name="connsiteY3" fmla="*/ 12768 h 12767"/>
                <a:gd name="connsiteX4" fmla="*/ 78596 w 84985"/>
                <a:gd name="connsiteY4" fmla="*/ 12768 h 12767"/>
                <a:gd name="connsiteX5" fmla="*/ 84986 w 84985"/>
                <a:gd name="connsiteY5" fmla="*/ 6384 h 12767"/>
                <a:gd name="connsiteX6" fmla="*/ 78596 w 84985"/>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985" h="12767">
                  <a:moveTo>
                    <a:pt x="78596" y="0"/>
                  </a:moveTo>
                  <a:lnTo>
                    <a:pt x="6390" y="0"/>
                  </a:lnTo>
                  <a:cubicBezTo>
                    <a:pt x="2556" y="0"/>
                    <a:pt x="0" y="2553"/>
                    <a:pt x="0" y="6384"/>
                  </a:cubicBezTo>
                  <a:cubicBezTo>
                    <a:pt x="0" y="10214"/>
                    <a:pt x="2556" y="12768"/>
                    <a:pt x="6390" y="12768"/>
                  </a:cubicBezTo>
                  <a:lnTo>
                    <a:pt x="78596" y="12768"/>
                  </a:lnTo>
                  <a:cubicBezTo>
                    <a:pt x="82430" y="12768"/>
                    <a:pt x="84986" y="10214"/>
                    <a:pt x="84986" y="6384"/>
                  </a:cubicBezTo>
                  <a:cubicBezTo>
                    <a:pt x="84986" y="2553"/>
                    <a:pt x="82430" y="0"/>
                    <a:pt x="78596" y="0"/>
                  </a:cubicBezTo>
                  <a:close/>
                </a:path>
              </a:pathLst>
            </a:custGeom>
            <a:solidFill>
              <a:srgbClr val="62B5E5"/>
            </a:solidFill>
            <a:ln w="6390" cap="flat">
              <a:noFill/>
              <a:prstDash val="solid"/>
              <a:miter/>
            </a:ln>
          </p:spPr>
          <p:txBody>
            <a:bodyPr rtlCol="0" anchor="ctr"/>
            <a:lstStyle/>
            <a:p>
              <a:endParaRPr lang="en-US"/>
            </a:p>
          </p:txBody>
        </p:sp>
      </p:grpSp>
      <p:grpSp>
        <p:nvGrpSpPr>
          <p:cNvPr id="588" name="Graphic 4">
            <a:extLst>
              <a:ext uri="{FF2B5EF4-FFF2-40B4-BE49-F238E27FC236}">
                <a16:creationId xmlns:a16="http://schemas.microsoft.com/office/drawing/2014/main" id="{972E9BF9-60EA-1340-8E7F-7F42C3F716A9}"/>
              </a:ext>
            </a:extLst>
          </p:cNvPr>
          <p:cNvGrpSpPr>
            <a:grpSpLocks noChangeAspect="1"/>
          </p:cNvGrpSpPr>
          <p:nvPr/>
        </p:nvGrpSpPr>
        <p:grpSpPr>
          <a:xfrm>
            <a:off x="10325499" y="3339623"/>
            <a:ext cx="361670" cy="361971"/>
            <a:chOff x="10325499" y="3339623"/>
            <a:chExt cx="361670" cy="361971"/>
          </a:xfrm>
          <a:solidFill>
            <a:srgbClr val="62B5E5"/>
          </a:solidFill>
        </p:grpSpPr>
        <p:sp>
          <p:nvSpPr>
            <p:cNvPr id="589" name="Graphic 4">
              <a:extLst>
                <a:ext uri="{FF2B5EF4-FFF2-40B4-BE49-F238E27FC236}">
                  <a16:creationId xmlns:a16="http://schemas.microsoft.com/office/drawing/2014/main" id="{091A303C-B798-C043-BE1B-33D795109EC1}"/>
                </a:ext>
              </a:extLst>
            </p:cNvPr>
            <p:cNvSpPr/>
            <p:nvPr/>
          </p:nvSpPr>
          <p:spPr>
            <a:xfrm>
              <a:off x="10447547" y="3444321"/>
              <a:ext cx="115018" cy="50433"/>
            </a:xfrm>
            <a:custGeom>
              <a:avLst/>
              <a:gdLst>
                <a:gd name="connsiteX0" fmla="*/ 0 w 115018"/>
                <a:gd name="connsiteY0" fmla="*/ 50433 h 50433"/>
                <a:gd name="connsiteX1" fmla="*/ 115019 w 115018"/>
                <a:gd name="connsiteY1" fmla="*/ 50433 h 50433"/>
                <a:gd name="connsiteX2" fmla="*/ 57509 w 115018"/>
                <a:gd name="connsiteY2" fmla="*/ 0 h 50433"/>
                <a:gd name="connsiteX3" fmla="*/ 0 w 115018"/>
                <a:gd name="connsiteY3" fmla="*/ 50433 h 50433"/>
              </a:gdLst>
              <a:ahLst/>
              <a:cxnLst>
                <a:cxn ang="0">
                  <a:pos x="connsiteX0" y="connsiteY0"/>
                </a:cxn>
                <a:cxn ang="0">
                  <a:pos x="connsiteX1" y="connsiteY1"/>
                </a:cxn>
                <a:cxn ang="0">
                  <a:pos x="connsiteX2" y="connsiteY2"/>
                </a:cxn>
                <a:cxn ang="0">
                  <a:pos x="connsiteX3" y="connsiteY3"/>
                </a:cxn>
              </a:cxnLst>
              <a:rect l="l" t="t" r="r" b="b"/>
              <a:pathLst>
                <a:path w="115018" h="50433">
                  <a:moveTo>
                    <a:pt x="0" y="50433"/>
                  </a:moveTo>
                  <a:lnTo>
                    <a:pt x="115019" y="50433"/>
                  </a:lnTo>
                  <a:cubicBezTo>
                    <a:pt x="107351" y="18513"/>
                    <a:pt x="86264" y="0"/>
                    <a:pt x="57509" y="0"/>
                  </a:cubicBezTo>
                  <a:cubicBezTo>
                    <a:pt x="28755" y="0"/>
                    <a:pt x="8307" y="18513"/>
                    <a:pt x="0" y="50433"/>
                  </a:cubicBezTo>
                  <a:close/>
                </a:path>
              </a:pathLst>
            </a:custGeom>
            <a:solidFill>
              <a:srgbClr val="62B5E5"/>
            </a:solidFill>
            <a:ln w="6390" cap="flat">
              <a:noFill/>
              <a:prstDash val="solid"/>
              <a:miter/>
            </a:ln>
          </p:spPr>
          <p:txBody>
            <a:bodyPr rtlCol="0" anchor="ctr"/>
            <a:lstStyle/>
            <a:p>
              <a:endParaRPr lang="en-US"/>
            </a:p>
          </p:txBody>
        </p:sp>
        <p:sp>
          <p:nvSpPr>
            <p:cNvPr id="590" name="Graphic 4">
              <a:extLst>
                <a:ext uri="{FF2B5EF4-FFF2-40B4-BE49-F238E27FC236}">
                  <a16:creationId xmlns:a16="http://schemas.microsoft.com/office/drawing/2014/main" id="{DE2B0CFC-22A3-954D-8018-D06E0A159174}"/>
                </a:ext>
              </a:extLst>
            </p:cNvPr>
            <p:cNvSpPr/>
            <p:nvPr/>
          </p:nvSpPr>
          <p:spPr>
            <a:xfrm>
              <a:off x="10433489" y="3507522"/>
              <a:ext cx="143134" cy="18513"/>
            </a:xfrm>
            <a:custGeom>
              <a:avLst/>
              <a:gdLst>
                <a:gd name="connsiteX0" fmla="*/ 0 w 143134"/>
                <a:gd name="connsiteY0" fmla="*/ 0 h 18513"/>
                <a:gd name="connsiteX1" fmla="*/ 143135 w 143134"/>
                <a:gd name="connsiteY1" fmla="*/ 0 h 18513"/>
                <a:gd name="connsiteX2" fmla="*/ 143135 w 143134"/>
                <a:gd name="connsiteY2" fmla="*/ 18514 h 18513"/>
                <a:gd name="connsiteX3" fmla="*/ 0 w 143134"/>
                <a:gd name="connsiteY3" fmla="*/ 18514 h 18513"/>
              </a:gdLst>
              <a:ahLst/>
              <a:cxnLst>
                <a:cxn ang="0">
                  <a:pos x="connsiteX0" y="connsiteY0"/>
                </a:cxn>
                <a:cxn ang="0">
                  <a:pos x="connsiteX1" y="connsiteY1"/>
                </a:cxn>
                <a:cxn ang="0">
                  <a:pos x="connsiteX2" y="connsiteY2"/>
                </a:cxn>
                <a:cxn ang="0">
                  <a:pos x="connsiteX3" y="connsiteY3"/>
                </a:cxn>
              </a:cxnLst>
              <a:rect l="l" t="t" r="r" b="b"/>
              <a:pathLst>
                <a:path w="143134" h="18513">
                  <a:moveTo>
                    <a:pt x="0" y="0"/>
                  </a:moveTo>
                  <a:lnTo>
                    <a:pt x="143135" y="0"/>
                  </a:lnTo>
                  <a:lnTo>
                    <a:pt x="143135" y="18514"/>
                  </a:lnTo>
                  <a:lnTo>
                    <a:pt x="0" y="18514"/>
                  </a:lnTo>
                  <a:close/>
                </a:path>
              </a:pathLst>
            </a:custGeom>
            <a:solidFill>
              <a:srgbClr val="62B5E5"/>
            </a:solidFill>
            <a:ln w="6390" cap="flat">
              <a:noFill/>
              <a:prstDash val="solid"/>
              <a:miter/>
            </a:ln>
          </p:spPr>
          <p:txBody>
            <a:bodyPr rtlCol="0" anchor="ctr"/>
            <a:lstStyle/>
            <a:p>
              <a:endParaRPr lang="en-US"/>
            </a:p>
          </p:txBody>
        </p:sp>
        <p:sp>
          <p:nvSpPr>
            <p:cNvPr id="591" name="Graphic 4">
              <a:extLst>
                <a:ext uri="{FF2B5EF4-FFF2-40B4-BE49-F238E27FC236}">
                  <a16:creationId xmlns:a16="http://schemas.microsoft.com/office/drawing/2014/main" id="{C7ADB190-67BE-F44C-A6FA-EF52D4542AB9}"/>
                </a:ext>
              </a:extLst>
            </p:cNvPr>
            <p:cNvSpPr/>
            <p:nvPr/>
          </p:nvSpPr>
          <p:spPr>
            <a:xfrm>
              <a:off x="10325499" y="3339623"/>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123325 w 361670"/>
                <a:gd name="connsiteY7" fmla="*/ 287279 h 361971"/>
                <a:gd name="connsiteX8" fmla="*/ 116935 w 361670"/>
                <a:gd name="connsiteY8" fmla="*/ 293663 h 361971"/>
                <a:gd name="connsiteX9" fmla="*/ 110545 w 361670"/>
                <a:gd name="connsiteY9" fmla="*/ 287279 h 361971"/>
                <a:gd name="connsiteX10" fmla="*/ 110545 w 361670"/>
                <a:gd name="connsiteY10" fmla="*/ 270681 h 361971"/>
                <a:gd name="connsiteX11" fmla="*/ 116935 w 361670"/>
                <a:gd name="connsiteY11" fmla="*/ 264297 h 361971"/>
                <a:gd name="connsiteX12" fmla="*/ 123325 w 361670"/>
                <a:gd name="connsiteY12" fmla="*/ 270681 h 361971"/>
                <a:gd name="connsiteX13" fmla="*/ 123325 w 361670"/>
                <a:gd name="connsiteY13" fmla="*/ 287279 h 361971"/>
                <a:gd name="connsiteX14" fmla="*/ 123325 w 361670"/>
                <a:gd name="connsiteY14" fmla="*/ 240676 h 361971"/>
                <a:gd name="connsiteX15" fmla="*/ 116935 w 361670"/>
                <a:gd name="connsiteY15" fmla="*/ 247060 h 361971"/>
                <a:gd name="connsiteX16" fmla="*/ 110545 w 361670"/>
                <a:gd name="connsiteY16" fmla="*/ 240676 h 361971"/>
                <a:gd name="connsiteX17" fmla="*/ 110545 w 361670"/>
                <a:gd name="connsiteY17" fmla="*/ 224078 h 361971"/>
                <a:gd name="connsiteX18" fmla="*/ 116935 w 361670"/>
                <a:gd name="connsiteY18" fmla="*/ 217694 h 361971"/>
                <a:gd name="connsiteX19" fmla="*/ 123325 w 361670"/>
                <a:gd name="connsiteY19" fmla="*/ 224078 h 361971"/>
                <a:gd name="connsiteX20" fmla="*/ 123325 w 361670"/>
                <a:gd name="connsiteY20" fmla="*/ 240676 h 361971"/>
                <a:gd name="connsiteX21" fmla="*/ 154636 w 361670"/>
                <a:gd name="connsiteY21" fmla="*/ 287279 h 361971"/>
                <a:gd name="connsiteX22" fmla="*/ 148246 w 361670"/>
                <a:gd name="connsiteY22" fmla="*/ 293663 h 361971"/>
                <a:gd name="connsiteX23" fmla="*/ 141856 w 361670"/>
                <a:gd name="connsiteY23" fmla="*/ 287279 h 361971"/>
                <a:gd name="connsiteX24" fmla="*/ 141856 w 361670"/>
                <a:gd name="connsiteY24" fmla="*/ 270681 h 361971"/>
                <a:gd name="connsiteX25" fmla="*/ 148246 w 361670"/>
                <a:gd name="connsiteY25" fmla="*/ 264297 h 361971"/>
                <a:gd name="connsiteX26" fmla="*/ 154636 w 361670"/>
                <a:gd name="connsiteY26" fmla="*/ 270681 h 361971"/>
                <a:gd name="connsiteX27" fmla="*/ 154636 w 361670"/>
                <a:gd name="connsiteY27" fmla="*/ 287279 h 361971"/>
                <a:gd name="connsiteX28" fmla="*/ 154636 w 361670"/>
                <a:gd name="connsiteY28" fmla="*/ 240676 h 361971"/>
                <a:gd name="connsiteX29" fmla="*/ 148246 w 361670"/>
                <a:gd name="connsiteY29" fmla="*/ 247060 h 361971"/>
                <a:gd name="connsiteX30" fmla="*/ 141856 w 361670"/>
                <a:gd name="connsiteY30" fmla="*/ 240676 h 361971"/>
                <a:gd name="connsiteX31" fmla="*/ 141856 w 361670"/>
                <a:gd name="connsiteY31" fmla="*/ 224078 h 361971"/>
                <a:gd name="connsiteX32" fmla="*/ 148246 w 361670"/>
                <a:gd name="connsiteY32" fmla="*/ 217694 h 361971"/>
                <a:gd name="connsiteX33" fmla="*/ 154636 w 361670"/>
                <a:gd name="connsiteY33" fmla="*/ 224078 h 361971"/>
                <a:gd name="connsiteX34" fmla="*/ 154636 w 361670"/>
                <a:gd name="connsiteY34" fmla="*/ 240676 h 361971"/>
                <a:gd name="connsiteX35" fmla="*/ 185947 w 361670"/>
                <a:gd name="connsiteY35" fmla="*/ 287279 h 361971"/>
                <a:gd name="connsiteX36" fmla="*/ 179557 w 361670"/>
                <a:gd name="connsiteY36" fmla="*/ 293663 h 361971"/>
                <a:gd name="connsiteX37" fmla="*/ 173167 w 361670"/>
                <a:gd name="connsiteY37" fmla="*/ 287279 h 361971"/>
                <a:gd name="connsiteX38" fmla="*/ 173167 w 361670"/>
                <a:gd name="connsiteY38" fmla="*/ 270681 h 361971"/>
                <a:gd name="connsiteX39" fmla="*/ 179557 w 361670"/>
                <a:gd name="connsiteY39" fmla="*/ 264297 h 361971"/>
                <a:gd name="connsiteX40" fmla="*/ 185947 w 361670"/>
                <a:gd name="connsiteY40" fmla="*/ 270681 h 361971"/>
                <a:gd name="connsiteX41" fmla="*/ 185947 w 361670"/>
                <a:gd name="connsiteY41" fmla="*/ 287279 h 361971"/>
                <a:gd name="connsiteX42" fmla="*/ 185947 w 361670"/>
                <a:gd name="connsiteY42" fmla="*/ 240676 h 361971"/>
                <a:gd name="connsiteX43" fmla="*/ 179557 w 361670"/>
                <a:gd name="connsiteY43" fmla="*/ 247060 h 361971"/>
                <a:gd name="connsiteX44" fmla="*/ 173167 w 361670"/>
                <a:gd name="connsiteY44" fmla="*/ 240676 h 361971"/>
                <a:gd name="connsiteX45" fmla="*/ 173167 w 361670"/>
                <a:gd name="connsiteY45" fmla="*/ 224078 h 361971"/>
                <a:gd name="connsiteX46" fmla="*/ 179557 w 361670"/>
                <a:gd name="connsiteY46" fmla="*/ 217694 h 361971"/>
                <a:gd name="connsiteX47" fmla="*/ 185947 w 361670"/>
                <a:gd name="connsiteY47" fmla="*/ 224078 h 361971"/>
                <a:gd name="connsiteX48" fmla="*/ 185947 w 361670"/>
                <a:gd name="connsiteY48" fmla="*/ 240676 h 361971"/>
                <a:gd name="connsiteX49" fmla="*/ 217258 w 361670"/>
                <a:gd name="connsiteY49" fmla="*/ 287279 h 361971"/>
                <a:gd name="connsiteX50" fmla="*/ 210868 w 361670"/>
                <a:gd name="connsiteY50" fmla="*/ 293663 h 361971"/>
                <a:gd name="connsiteX51" fmla="*/ 204478 w 361670"/>
                <a:gd name="connsiteY51" fmla="*/ 287279 h 361971"/>
                <a:gd name="connsiteX52" fmla="*/ 204478 w 361670"/>
                <a:gd name="connsiteY52" fmla="*/ 270681 h 361971"/>
                <a:gd name="connsiteX53" fmla="*/ 210868 w 361670"/>
                <a:gd name="connsiteY53" fmla="*/ 264297 h 361971"/>
                <a:gd name="connsiteX54" fmla="*/ 217258 w 361670"/>
                <a:gd name="connsiteY54" fmla="*/ 270681 h 361971"/>
                <a:gd name="connsiteX55" fmla="*/ 217258 w 361670"/>
                <a:gd name="connsiteY55" fmla="*/ 287279 h 361971"/>
                <a:gd name="connsiteX56" fmla="*/ 217258 w 361670"/>
                <a:gd name="connsiteY56" fmla="*/ 240676 h 361971"/>
                <a:gd name="connsiteX57" fmla="*/ 210868 w 361670"/>
                <a:gd name="connsiteY57" fmla="*/ 247060 h 361971"/>
                <a:gd name="connsiteX58" fmla="*/ 204478 w 361670"/>
                <a:gd name="connsiteY58" fmla="*/ 240676 h 361971"/>
                <a:gd name="connsiteX59" fmla="*/ 204478 w 361670"/>
                <a:gd name="connsiteY59" fmla="*/ 224078 h 361971"/>
                <a:gd name="connsiteX60" fmla="*/ 210868 w 361670"/>
                <a:gd name="connsiteY60" fmla="*/ 217694 h 361971"/>
                <a:gd name="connsiteX61" fmla="*/ 217258 w 361670"/>
                <a:gd name="connsiteY61" fmla="*/ 224078 h 361971"/>
                <a:gd name="connsiteX62" fmla="*/ 217258 w 361670"/>
                <a:gd name="connsiteY62" fmla="*/ 240676 h 361971"/>
                <a:gd name="connsiteX63" fmla="*/ 248569 w 361670"/>
                <a:gd name="connsiteY63" fmla="*/ 287279 h 361971"/>
                <a:gd name="connsiteX64" fmla="*/ 242179 w 361670"/>
                <a:gd name="connsiteY64" fmla="*/ 293663 h 361971"/>
                <a:gd name="connsiteX65" fmla="*/ 235789 w 361670"/>
                <a:gd name="connsiteY65" fmla="*/ 287279 h 361971"/>
                <a:gd name="connsiteX66" fmla="*/ 235789 w 361670"/>
                <a:gd name="connsiteY66" fmla="*/ 270681 h 361971"/>
                <a:gd name="connsiteX67" fmla="*/ 242179 w 361670"/>
                <a:gd name="connsiteY67" fmla="*/ 264297 h 361971"/>
                <a:gd name="connsiteX68" fmla="*/ 248569 w 361670"/>
                <a:gd name="connsiteY68" fmla="*/ 270681 h 361971"/>
                <a:gd name="connsiteX69" fmla="*/ 248569 w 361670"/>
                <a:gd name="connsiteY69" fmla="*/ 287279 h 361971"/>
                <a:gd name="connsiteX70" fmla="*/ 248569 w 361670"/>
                <a:gd name="connsiteY70" fmla="*/ 240676 h 361971"/>
                <a:gd name="connsiteX71" fmla="*/ 242179 w 361670"/>
                <a:gd name="connsiteY71" fmla="*/ 247060 h 361971"/>
                <a:gd name="connsiteX72" fmla="*/ 235789 w 361670"/>
                <a:gd name="connsiteY72" fmla="*/ 240676 h 361971"/>
                <a:gd name="connsiteX73" fmla="*/ 235789 w 361670"/>
                <a:gd name="connsiteY73" fmla="*/ 224078 h 361971"/>
                <a:gd name="connsiteX74" fmla="*/ 242179 w 361670"/>
                <a:gd name="connsiteY74" fmla="*/ 217694 h 361971"/>
                <a:gd name="connsiteX75" fmla="*/ 248569 w 361670"/>
                <a:gd name="connsiteY75" fmla="*/ 224078 h 361971"/>
                <a:gd name="connsiteX76" fmla="*/ 248569 w 361670"/>
                <a:gd name="connsiteY76" fmla="*/ 240676 h 361971"/>
                <a:gd name="connsiteX77" fmla="*/ 249846 w 361670"/>
                <a:gd name="connsiteY77" fmla="*/ 155131 h 361971"/>
                <a:gd name="connsiteX78" fmla="*/ 257514 w 361670"/>
                <a:gd name="connsiteY78" fmla="*/ 155131 h 361971"/>
                <a:gd name="connsiteX79" fmla="*/ 263904 w 361670"/>
                <a:gd name="connsiteY79" fmla="*/ 161515 h 361971"/>
                <a:gd name="connsiteX80" fmla="*/ 263904 w 361670"/>
                <a:gd name="connsiteY80" fmla="*/ 192796 h 361971"/>
                <a:gd name="connsiteX81" fmla="*/ 257514 w 361670"/>
                <a:gd name="connsiteY81" fmla="*/ 199180 h 361971"/>
                <a:gd name="connsiteX82" fmla="*/ 101600 w 361670"/>
                <a:gd name="connsiteY82" fmla="*/ 199180 h 361971"/>
                <a:gd name="connsiteX83" fmla="*/ 95210 w 361670"/>
                <a:gd name="connsiteY83" fmla="*/ 192796 h 361971"/>
                <a:gd name="connsiteX84" fmla="*/ 95210 w 361670"/>
                <a:gd name="connsiteY84" fmla="*/ 161515 h 361971"/>
                <a:gd name="connsiteX85" fmla="*/ 101600 w 361670"/>
                <a:gd name="connsiteY85" fmla="*/ 155131 h 361971"/>
                <a:gd name="connsiteX86" fmla="*/ 108629 w 361670"/>
                <a:gd name="connsiteY86" fmla="*/ 155131 h 361971"/>
                <a:gd name="connsiteX87" fmla="*/ 172528 w 361670"/>
                <a:gd name="connsiteY87" fmla="*/ 92568 h 361971"/>
                <a:gd name="connsiteX88" fmla="*/ 172528 w 361670"/>
                <a:gd name="connsiteY88" fmla="*/ 74693 h 361971"/>
                <a:gd name="connsiteX89" fmla="*/ 178918 w 361670"/>
                <a:gd name="connsiteY89" fmla="*/ 68309 h 361971"/>
                <a:gd name="connsiteX90" fmla="*/ 258154 w 361670"/>
                <a:gd name="connsiteY90" fmla="*/ 68309 h 361971"/>
                <a:gd name="connsiteX91" fmla="*/ 264544 w 361670"/>
                <a:gd name="connsiteY91" fmla="*/ 74693 h 361971"/>
                <a:gd name="connsiteX92" fmla="*/ 258154 w 361670"/>
                <a:gd name="connsiteY92" fmla="*/ 81077 h 361971"/>
                <a:gd name="connsiteX93" fmla="*/ 185947 w 361670"/>
                <a:gd name="connsiteY93" fmla="*/ 81077 h 361971"/>
                <a:gd name="connsiteX94" fmla="*/ 185947 w 361670"/>
                <a:gd name="connsiteY94" fmla="*/ 92568 h 361971"/>
                <a:gd name="connsiteX95" fmla="*/ 249846 w 361670"/>
                <a:gd name="connsiteY95" fmla="*/ 155131 h 361971"/>
                <a:gd name="connsiteX96" fmla="*/ 249846 w 361670"/>
                <a:gd name="connsiteY96" fmla="*/ 15513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361670" h="361971">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1670" y="81077"/>
                    <a:pt x="280518" y="0"/>
                    <a:pt x="180835" y="0"/>
                  </a:cubicBezTo>
                  <a:cubicBezTo>
                    <a:pt x="180835" y="0"/>
                    <a:pt x="180835" y="0"/>
                    <a:pt x="180835" y="0"/>
                  </a:cubicBezTo>
                  <a:close/>
                  <a:moveTo>
                    <a:pt x="123325" y="287279"/>
                  </a:moveTo>
                  <a:cubicBezTo>
                    <a:pt x="123325" y="291109"/>
                    <a:pt x="120770" y="293663"/>
                    <a:pt x="116935" y="293663"/>
                  </a:cubicBezTo>
                  <a:cubicBezTo>
                    <a:pt x="113102" y="293663"/>
                    <a:pt x="110545" y="291109"/>
                    <a:pt x="110545" y="287279"/>
                  </a:cubicBezTo>
                  <a:lnTo>
                    <a:pt x="110545" y="270681"/>
                  </a:lnTo>
                  <a:cubicBezTo>
                    <a:pt x="110545" y="266850"/>
                    <a:pt x="113102" y="264297"/>
                    <a:pt x="116935" y="264297"/>
                  </a:cubicBezTo>
                  <a:cubicBezTo>
                    <a:pt x="120770" y="264297"/>
                    <a:pt x="123325" y="266850"/>
                    <a:pt x="123325" y="270681"/>
                  </a:cubicBezTo>
                  <a:lnTo>
                    <a:pt x="123325" y="287279"/>
                  </a:lnTo>
                  <a:close/>
                  <a:moveTo>
                    <a:pt x="123325" y="240676"/>
                  </a:moveTo>
                  <a:cubicBezTo>
                    <a:pt x="123325" y="244506"/>
                    <a:pt x="120770" y="247060"/>
                    <a:pt x="116935" y="247060"/>
                  </a:cubicBezTo>
                  <a:cubicBezTo>
                    <a:pt x="113102" y="247060"/>
                    <a:pt x="110545" y="244506"/>
                    <a:pt x="110545" y="240676"/>
                  </a:cubicBezTo>
                  <a:lnTo>
                    <a:pt x="110545" y="224078"/>
                  </a:lnTo>
                  <a:cubicBezTo>
                    <a:pt x="110545" y="220247"/>
                    <a:pt x="113102" y="217694"/>
                    <a:pt x="116935" y="217694"/>
                  </a:cubicBezTo>
                  <a:cubicBezTo>
                    <a:pt x="120770" y="217694"/>
                    <a:pt x="123325" y="220247"/>
                    <a:pt x="123325" y="224078"/>
                  </a:cubicBezTo>
                  <a:lnTo>
                    <a:pt x="123325" y="240676"/>
                  </a:lnTo>
                  <a:close/>
                  <a:moveTo>
                    <a:pt x="154636" y="287279"/>
                  </a:moveTo>
                  <a:cubicBezTo>
                    <a:pt x="154636" y="291109"/>
                    <a:pt x="152080" y="293663"/>
                    <a:pt x="148246" y="293663"/>
                  </a:cubicBezTo>
                  <a:cubicBezTo>
                    <a:pt x="144412" y="293663"/>
                    <a:pt x="141856" y="291109"/>
                    <a:pt x="141856" y="287279"/>
                  </a:cubicBezTo>
                  <a:lnTo>
                    <a:pt x="141856" y="270681"/>
                  </a:lnTo>
                  <a:cubicBezTo>
                    <a:pt x="141856" y="266850"/>
                    <a:pt x="144412" y="264297"/>
                    <a:pt x="148246" y="264297"/>
                  </a:cubicBezTo>
                  <a:cubicBezTo>
                    <a:pt x="152080" y="264297"/>
                    <a:pt x="154636" y="266850"/>
                    <a:pt x="154636" y="270681"/>
                  </a:cubicBezTo>
                  <a:lnTo>
                    <a:pt x="154636" y="287279"/>
                  </a:lnTo>
                  <a:close/>
                  <a:moveTo>
                    <a:pt x="154636" y="240676"/>
                  </a:moveTo>
                  <a:cubicBezTo>
                    <a:pt x="154636" y="244506"/>
                    <a:pt x="152080" y="247060"/>
                    <a:pt x="148246" y="247060"/>
                  </a:cubicBezTo>
                  <a:cubicBezTo>
                    <a:pt x="144412" y="247060"/>
                    <a:pt x="141856" y="244506"/>
                    <a:pt x="141856" y="240676"/>
                  </a:cubicBezTo>
                  <a:lnTo>
                    <a:pt x="141856" y="224078"/>
                  </a:lnTo>
                  <a:cubicBezTo>
                    <a:pt x="141856" y="220247"/>
                    <a:pt x="144412" y="217694"/>
                    <a:pt x="148246" y="217694"/>
                  </a:cubicBezTo>
                  <a:cubicBezTo>
                    <a:pt x="152080" y="217694"/>
                    <a:pt x="154636" y="220247"/>
                    <a:pt x="154636" y="224078"/>
                  </a:cubicBezTo>
                  <a:lnTo>
                    <a:pt x="154636" y="240676"/>
                  </a:lnTo>
                  <a:close/>
                  <a:moveTo>
                    <a:pt x="185947" y="287279"/>
                  </a:moveTo>
                  <a:cubicBezTo>
                    <a:pt x="185947" y="291109"/>
                    <a:pt x="183391" y="293663"/>
                    <a:pt x="179557" y="293663"/>
                  </a:cubicBezTo>
                  <a:cubicBezTo>
                    <a:pt x="175723" y="293663"/>
                    <a:pt x="173167" y="291109"/>
                    <a:pt x="173167" y="287279"/>
                  </a:cubicBezTo>
                  <a:lnTo>
                    <a:pt x="173167" y="270681"/>
                  </a:lnTo>
                  <a:cubicBezTo>
                    <a:pt x="173167" y="266850"/>
                    <a:pt x="175723" y="264297"/>
                    <a:pt x="179557" y="264297"/>
                  </a:cubicBezTo>
                  <a:cubicBezTo>
                    <a:pt x="183391" y="264297"/>
                    <a:pt x="185947" y="266850"/>
                    <a:pt x="185947" y="270681"/>
                  </a:cubicBezTo>
                  <a:lnTo>
                    <a:pt x="185947" y="287279"/>
                  </a:lnTo>
                  <a:close/>
                  <a:moveTo>
                    <a:pt x="185947" y="240676"/>
                  </a:moveTo>
                  <a:cubicBezTo>
                    <a:pt x="185947" y="244506"/>
                    <a:pt x="183391" y="247060"/>
                    <a:pt x="179557" y="247060"/>
                  </a:cubicBezTo>
                  <a:cubicBezTo>
                    <a:pt x="175723" y="247060"/>
                    <a:pt x="173167" y="244506"/>
                    <a:pt x="173167" y="240676"/>
                  </a:cubicBezTo>
                  <a:lnTo>
                    <a:pt x="173167" y="224078"/>
                  </a:lnTo>
                  <a:cubicBezTo>
                    <a:pt x="173167" y="220247"/>
                    <a:pt x="175723" y="217694"/>
                    <a:pt x="179557" y="217694"/>
                  </a:cubicBezTo>
                  <a:cubicBezTo>
                    <a:pt x="183391" y="217694"/>
                    <a:pt x="185947" y="220247"/>
                    <a:pt x="185947" y="224078"/>
                  </a:cubicBezTo>
                  <a:lnTo>
                    <a:pt x="185947" y="240676"/>
                  </a:lnTo>
                  <a:close/>
                  <a:moveTo>
                    <a:pt x="217258" y="287279"/>
                  </a:moveTo>
                  <a:cubicBezTo>
                    <a:pt x="217258" y="291109"/>
                    <a:pt x="214702" y="293663"/>
                    <a:pt x="210868" y="293663"/>
                  </a:cubicBezTo>
                  <a:cubicBezTo>
                    <a:pt x="207034" y="293663"/>
                    <a:pt x="204478" y="291109"/>
                    <a:pt x="204478" y="287279"/>
                  </a:cubicBezTo>
                  <a:lnTo>
                    <a:pt x="204478" y="270681"/>
                  </a:lnTo>
                  <a:cubicBezTo>
                    <a:pt x="204478" y="266850"/>
                    <a:pt x="207034" y="264297"/>
                    <a:pt x="210868" y="264297"/>
                  </a:cubicBezTo>
                  <a:cubicBezTo>
                    <a:pt x="214702" y="264297"/>
                    <a:pt x="217258" y="266850"/>
                    <a:pt x="217258" y="270681"/>
                  </a:cubicBezTo>
                  <a:lnTo>
                    <a:pt x="217258" y="287279"/>
                  </a:lnTo>
                  <a:close/>
                  <a:moveTo>
                    <a:pt x="217258" y="240676"/>
                  </a:moveTo>
                  <a:cubicBezTo>
                    <a:pt x="217258" y="244506"/>
                    <a:pt x="214702" y="247060"/>
                    <a:pt x="210868" y="247060"/>
                  </a:cubicBezTo>
                  <a:cubicBezTo>
                    <a:pt x="207034" y="247060"/>
                    <a:pt x="204478" y="244506"/>
                    <a:pt x="204478" y="240676"/>
                  </a:cubicBezTo>
                  <a:lnTo>
                    <a:pt x="204478" y="224078"/>
                  </a:lnTo>
                  <a:cubicBezTo>
                    <a:pt x="204478" y="220247"/>
                    <a:pt x="207034" y="217694"/>
                    <a:pt x="210868" y="217694"/>
                  </a:cubicBezTo>
                  <a:cubicBezTo>
                    <a:pt x="214702" y="217694"/>
                    <a:pt x="217258" y="220247"/>
                    <a:pt x="217258" y="224078"/>
                  </a:cubicBezTo>
                  <a:lnTo>
                    <a:pt x="217258" y="240676"/>
                  </a:lnTo>
                  <a:close/>
                  <a:moveTo>
                    <a:pt x="248569" y="287279"/>
                  </a:moveTo>
                  <a:cubicBezTo>
                    <a:pt x="248569" y="291109"/>
                    <a:pt x="246013" y="293663"/>
                    <a:pt x="242179" y="293663"/>
                  </a:cubicBezTo>
                  <a:cubicBezTo>
                    <a:pt x="238344" y="293663"/>
                    <a:pt x="235789" y="291109"/>
                    <a:pt x="235789" y="287279"/>
                  </a:cubicBezTo>
                  <a:lnTo>
                    <a:pt x="235789" y="270681"/>
                  </a:lnTo>
                  <a:cubicBezTo>
                    <a:pt x="235789" y="266850"/>
                    <a:pt x="238344" y="264297"/>
                    <a:pt x="242179" y="264297"/>
                  </a:cubicBezTo>
                  <a:cubicBezTo>
                    <a:pt x="246013" y="264297"/>
                    <a:pt x="248569" y="266850"/>
                    <a:pt x="248569" y="270681"/>
                  </a:cubicBezTo>
                  <a:lnTo>
                    <a:pt x="248569" y="287279"/>
                  </a:lnTo>
                  <a:close/>
                  <a:moveTo>
                    <a:pt x="248569" y="240676"/>
                  </a:moveTo>
                  <a:cubicBezTo>
                    <a:pt x="248569" y="244506"/>
                    <a:pt x="246013" y="247060"/>
                    <a:pt x="242179" y="247060"/>
                  </a:cubicBezTo>
                  <a:cubicBezTo>
                    <a:pt x="238344" y="247060"/>
                    <a:pt x="235789" y="244506"/>
                    <a:pt x="235789" y="240676"/>
                  </a:cubicBezTo>
                  <a:lnTo>
                    <a:pt x="235789" y="224078"/>
                  </a:lnTo>
                  <a:cubicBezTo>
                    <a:pt x="235789" y="220247"/>
                    <a:pt x="238344" y="217694"/>
                    <a:pt x="242179" y="217694"/>
                  </a:cubicBezTo>
                  <a:cubicBezTo>
                    <a:pt x="246013" y="217694"/>
                    <a:pt x="248569" y="220247"/>
                    <a:pt x="248569" y="224078"/>
                  </a:cubicBezTo>
                  <a:lnTo>
                    <a:pt x="248569" y="240676"/>
                  </a:lnTo>
                  <a:close/>
                  <a:moveTo>
                    <a:pt x="249846" y="155131"/>
                  </a:moveTo>
                  <a:lnTo>
                    <a:pt x="257514" y="155131"/>
                  </a:lnTo>
                  <a:cubicBezTo>
                    <a:pt x="261349" y="155131"/>
                    <a:pt x="263904" y="157684"/>
                    <a:pt x="263904" y="161515"/>
                  </a:cubicBezTo>
                  <a:lnTo>
                    <a:pt x="263904" y="192796"/>
                  </a:lnTo>
                  <a:cubicBezTo>
                    <a:pt x="263904" y="196627"/>
                    <a:pt x="261349" y="199180"/>
                    <a:pt x="257514" y="199180"/>
                  </a:cubicBezTo>
                  <a:lnTo>
                    <a:pt x="101600" y="199180"/>
                  </a:lnTo>
                  <a:cubicBezTo>
                    <a:pt x="97766" y="199180"/>
                    <a:pt x="95210" y="196627"/>
                    <a:pt x="95210" y="192796"/>
                  </a:cubicBezTo>
                  <a:lnTo>
                    <a:pt x="95210" y="161515"/>
                  </a:lnTo>
                  <a:cubicBezTo>
                    <a:pt x="95210" y="157684"/>
                    <a:pt x="97766" y="155131"/>
                    <a:pt x="101600" y="155131"/>
                  </a:cubicBezTo>
                  <a:lnTo>
                    <a:pt x="108629" y="155131"/>
                  </a:lnTo>
                  <a:cubicBezTo>
                    <a:pt x="116935" y="118104"/>
                    <a:pt x="140579" y="95121"/>
                    <a:pt x="172528" y="92568"/>
                  </a:cubicBezTo>
                  <a:lnTo>
                    <a:pt x="172528" y="74693"/>
                  </a:lnTo>
                  <a:cubicBezTo>
                    <a:pt x="172528" y="70862"/>
                    <a:pt x="175084" y="68309"/>
                    <a:pt x="178918" y="68309"/>
                  </a:cubicBezTo>
                  <a:lnTo>
                    <a:pt x="258154" y="68309"/>
                  </a:lnTo>
                  <a:cubicBezTo>
                    <a:pt x="261987" y="68309"/>
                    <a:pt x="264544" y="70862"/>
                    <a:pt x="264544" y="74693"/>
                  </a:cubicBezTo>
                  <a:cubicBezTo>
                    <a:pt x="264544" y="78523"/>
                    <a:pt x="261987" y="81077"/>
                    <a:pt x="258154" y="81077"/>
                  </a:cubicBezTo>
                  <a:lnTo>
                    <a:pt x="185947" y="81077"/>
                  </a:lnTo>
                  <a:lnTo>
                    <a:pt x="185947" y="92568"/>
                  </a:lnTo>
                  <a:cubicBezTo>
                    <a:pt x="218536" y="95121"/>
                    <a:pt x="242179" y="118104"/>
                    <a:pt x="249846" y="155131"/>
                  </a:cubicBezTo>
                  <a:lnTo>
                    <a:pt x="249846" y="155131"/>
                  </a:lnTo>
                  <a:close/>
                </a:path>
              </a:pathLst>
            </a:custGeom>
            <a:solidFill>
              <a:srgbClr val="62B5E5"/>
            </a:solidFill>
            <a:ln w="6390" cap="flat">
              <a:noFill/>
              <a:prstDash val="solid"/>
              <a:miter/>
            </a:ln>
          </p:spPr>
          <p:txBody>
            <a:bodyPr rtlCol="0" anchor="ctr"/>
            <a:lstStyle/>
            <a:p>
              <a:endParaRPr lang="en-US"/>
            </a:p>
          </p:txBody>
        </p:sp>
      </p:grpSp>
      <p:grpSp>
        <p:nvGrpSpPr>
          <p:cNvPr id="592" name="Graphic 4">
            <a:extLst>
              <a:ext uri="{FF2B5EF4-FFF2-40B4-BE49-F238E27FC236}">
                <a16:creationId xmlns:a16="http://schemas.microsoft.com/office/drawing/2014/main" id="{C90EEAFA-EF1A-F84E-B516-1F67F06CB72A}"/>
              </a:ext>
            </a:extLst>
          </p:cNvPr>
          <p:cNvGrpSpPr>
            <a:grpSpLocks noChangeAspect="1"/>
          </p:cNvGrpSpPr>
          <p:nvPr/>
        </p:nvGrpSpPr>
        <p:grpSpPr>
          <a:xfrm>
            <a:off x="10934460" y="1885990"/>
            <a:ext cx="361674" cy="361971"/>
            <a:chOff x="10934460" y="2371173"/>
            <a:chExt cx="361674" cy="361971"/>
          </a:xfrm>
          <a:solidFill>
            <a:srgbClr val="62B5E5"/>
          </a:solidFill>
        </p:grpSpPr>
        <p:sp>
          <p:nvSpPr>
            <p:cNvPr id="593" name="Graphic 4">
              <a:extLst>
                <a:ext uri="{FF2B5EF4-FFF2-40B4-BE49-F238E27FC236}">
                  <a16:creationId xmlns:a16="http://schemas.microsoft.com/office/drawing/2014/main" id="{BD32DB49-441F-DF48-8164-663B3F5C0990}"/>
                </a:ext>
              </a:extLst>
            </p:cNvPr>
            <p:cNvSpPr/>
            <p:nvPr/>
          </p:nvSpPr>
          <p:spPr>
            <a:xfrm>
              <a:off x="10934460" y="2371173"/>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1 w 361674"/>
                <a:gd name="connsiteY3" fmla="*/ 181305 h 361971"/>
                <a:gd name="connsiteX4" fmla="*/ 361671 w 361674"/>
                <a:gd name="connsiteY4" fmla="*/ 181305 h 361971"/>
                <a:gd name="connsiteX5" fmla="*/ 180836 w 361674"/>
                <a:gd name="connsiteY5" fmla="*/ 0 h 361971"/>
                <a:gd name="connsiteX6" fmla="*/ 180836 w 361674"/>
                <a:gd name="connsiteY6" fmla="*/ 0 h 361971"/>
                <a:gd name="connsiteX7" fmla="*/ 180836 w 361674"/>
                <a:gd name="connsiteY7" fmla="*/ 349204 h 361971"/>
                <a:gd name="connsiteX8" fmla="*/ 12780 w 361674"/>
                <a:gd name="connsiteY8" fmla="*/ 181305 h 361971"/>
                <a:gd name="connsiteX9" fmla="*/ 180836 w 361674"/>
                <a:gd name="connsiteY9" fmla="*/ 12768 h 361971"/>
                <a:gd name="connsiteX10" fmla="*/ 348891 w 361674"/>
                <a:gd name="connsiteY10" fmla="*/ 180667 h 361971"/>
                <a:gd name="connsiteX11" fmla="*/ 348891 w 361674"/>
                <a:gd name="connsiteY11" fmla="*/ 180667 h 361971"/>
                <a:gd name="connsiteX12" fmla="*/ 180836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6" y="0"/>
                  </a:moveTo>
                  <a:cubicBezTo>
                    <a:pt x="80514" y="0"/>
                    <a:pt x="0" y="81077"/>
                    <a:pt x="0" y="180667"/>
                  </a:cubicBezTo>
                  <a:cubicBezTo>
                    <a:pt x="0" y="280895"/>
                    <a:pt x="81153" y="361972"/>
                    <a:pt x="180836" y="361972"/>
                  </a:cubicBezTo>
                  <a:cubicBezTo>
                    <a:pt x="281157" y="361972"/>
                    <a:pt x="361671" y="280895"/>
                    <a:pt x="361671" y="181305"/>
                  </a:cubicBezTo>
                  <a:cubicBezTo>
                    <a:pt x="361671" y="181305"/>
                    <a:pt x="361671" y="181305"/>
                    <a:pt x="361671" y="181305"/>
                  </a:cubicBezTo>
                  <a:cubicBezTo>
                    <a:pt x="362310" y="81077"/>
                    <a:pt x="281157" y="0"/>
                    <a:pt x="180836" y="0"/>
                  </a:cubicBezTo>
                  <a:cubicBezTo>
                    <a:pt x="180836" y="0"/>
                    <a:pt x="180836" y="0"/>
                    <a:pt x="180836" y="0"/>
                  </a:cubicBezTo>
                  <a:close/>
                  <a:moveTo>
                    <a:pt x="180836" y="349204"/>
                  </a:moveTo>
                  <a:cubicBezTo>
                    <a:pt x="87543" y="349204"/>
                    <a:pt x="12780" y="273873"/>
                    <a:pt x="12780" y="181305"/>
                  </a:cubicBezTo>
                  <a:cubicBezTo>
                    <a:pt x="12780" y="88738"/>
                    <a:pt x="88181" y="12768"/>
                    <a:pt x="180836" y="12768"/>
                  </a:cubicBezTo>
                  <a:cubicBezTo>
                    <a:pt x="274128" y="12768"/>
                    <a:pt x="348891" y="88099"/>
                    <a:pt x="348891" y="180667"/>
                  </a:cubicBezTo>
                  <a:cubicBezTo>
                    <a:pt x="348891" y="180667"/>
                    <a:pt x="348891" y="180667"/>
                    <a:pt x="348891" y="180667"/>
                  </a:cubicBezTo>
                  <a:cubicBezTo>
                    <a:pt x="348891" y="273873"/>
                    <a:pt x="273490" y="349204"/>
                    <a:pt x="180836" y="349204"/>
                  </a:cubicBezTo>
                  <a:close/>
                </a:path>
              </a:pathLst>
            </a:custGeom>
            <a:solidFill>
              <a:srgbClr val="62B5E5"/>
            </a:solidFill>
            <a:ln w="6390" cap="flat">
              <a:noFill/>
              <a:prstDash val="solid"/>
              <a:miter/>
            </a:ln>
          </p:spPr>
          <p:txBody>
            <a:bodyPr rtlCol="0" anchor="ctr"/>
            <a:lstStyle/>
            <a:p>
              <a:endParaRPr lang="en-US"/>
            </a:p>
          </p:txBody>
        </p:sp>
        <p:sp>
          <p:nvSpPr>
            <p:cNvPr id="594" name="Graphic 4">
              <a:extLst>
                <a:ext uri="{FF2B5EF4-FFF2-40B4-BE49-F238E27FC236}">
                  <a16:creationId xmlns:a16="http://schemas.microsoft.com/office/drawing/2014/main" id="{24D3FF1F-EE21-AA47-8AD3-9B2EDFFE5550}"/>
                </a:ext>
              </a:extLst>
            </p:cNvPr>
            <p:cNvSpPr/>
            <p:nvPr/>
          </p:nvSpPr>
          <p:spPr>
            <a:xfrm>
              <a:off x="11064814" y="2622064"/>
              <a:ext cx="103517" cy="12767"/>
            </a:xfrm>
            <a:custGeom>
              <a:avLst/>
              <a:gdLst>
                <a:gd name="connsiteX0" fmla="*/ 97128 w 103517"/>
                <a:gd name="connsiteY0" fmla="*/ 0 h 12767"/>
                <a:gd name="connsiteX1" fmla="*/ 6390 w 103517"/>
                <a:gd name="connsiteY1" fmla="*/ 0 h 12767"/>
                <a:gd name="connsiteX2" fmla="*/ 0 w 103517"/>
                <a:gd name="connsiteY2" fmla="*/ 6384 h 12767"/>
                <a:gd name="connsiteX3" fmla="*/ 6390 w 103517"/>
                <a:gd name="connsiteY3" fmla="*/ 12768 h 12767"/>
                <a:gd name="connsiteX4" fmla="*/ 97128 w 103517"/>
                <a:gd name="connsiteY4" fmla="*/ 12768 h 12767"/>
                <a:gd name="connsiteX5" fmla="*/ 103517 w 103517"/>
                <a:gd name="connsiteY5" fmla="*/ 6384 h 12767"/>
                <a:gd name="connsiteX6" fmla="*/ 97128 w 103517"/>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517" h="12767">
                  <a:moveTo>
                    <a:pt x="97128" y="0"/>
                  </a:moveTo>
                  <a:lnTo>
                    <a:pt x="6390" y="0"/>
                  </a:lnTo>
                  <a:cubicBezTo>
                    <a:pt x="2556" y="0"/>
                    <a:pt x="0" y="2554"/>
                    <a:pt x="0" y="6384"/>
                  </a:cubicBezTo>
                  <a:cubicBezTo>
                    <a:pt x="0" y="10214"/>
                    <a:pt x="2556" y="12768"/>
                    <a:pt x="6390" y="12768"/>
                  </a:cubicBezTo>
                  <a:lnTo>
                    <a:pt x="97128" y="12768"/>
                  </a:lnTo>
                  <a:cubicBezTo>
                    <a:pt x="100961" y="12768"/>
                    <a:pt x="103517" y="10214"/>
                    <a:pt x="103517" y="6384"/>
                  </a:cubicBezTo>
                  <a:cubicBezTo>
                    <a:pt x="103517" y="2554"/>
                    <a:pt x="100322" y="0"/>
                    <a:pt x="97128" y="0"/>
                  </a:cubicBezTo>
                  <a:close/>
                </a:path>
              </a:pathLst>
            </a:custGeom>
            <a:solidFill>
              <a:srgbClr val="62B5E5"/>
            </a:solidFill>
            <a:ln w="6390" cap="flat">
              <a:noFill/>
              <a:prstDash val="solid"/>
              <a:miter/>
            </a:ln>
          </p:spPr>
          <p:txBody>
            <a:bodyPr rtlCol="0" anchor="ctr"/>
            <a:lstStyle/>
            <a:p>
              <a:endParaRPr lang="en-US"/>
            </a:p>
          </p:txBody>
        </p:sp>
        <p:sp>
          <p:nvSpPr>
            <p:cNvPr id="595" name="Graphic 4">
              <a:extLst>
                <a:ext uri="{FF2B5EF4-FFF2-40B4-BE49-F238E27FC236}">
                  <a16:creationId xmlns:a16="http://schemas.microsoft.com/office/drawing/2014/main" id="{8F149DC3-B99F-1048-8FFD-BFA11632F412}"/>
                </a:ext>
              </a:extLst>
            </p:cNvPr>
            <p:cNvSpPr/>
            <p:nvPr/>
          </p:nvSpPr>
          <p:spPr>
            <a:xfrm>
              <a:off x="11155552" y="2523750"/>
              <a:ext cx="12779" cy="26812"/>
            </a:xfrm>
            <a:custGeom>
              <a:avLst/>
              <a:gdLst>
                <a:gd name="connsiteX0" fmla="*/ 6390 w 12779"/>
                <a:gd name="connsiteY0" fmla="*/ 26813 h 26812"/>
                <a:gd name="connsiteX1" fmla="*/ 12780 w 12779"/>
                <a:gd name="connsiteY1" fmla="*/ 20429 h 26812"/>
                <a:gd name="connsiteX2" fmla="*/ 12780 w 12779"/>
                <a:gd name="connsiteY2" fmla="*/ 6384 h 26812"/>
                <a:gd name="connsiteX3" fmla="*/ 6390 w 12779"/>
                <a:gd name="connsiteY3" fmla="*/ 0 h 26812"/>
                <a:gd name="connsiteX4" fmla="*/ 0 w 12779"/>
                <a:gd name="connsiteY4" fmla="*/ 6384 h 26812"/>
                <a:gd name="connsiteX5" fmla="*/ 0 w 12779"/>
                <a:gd name="connsiteY5" fmla="*/ 20429 h 26812"/>
                <a:gd name="connsiteX6" fmla="*/ 6390 w 12779"/>
                <a:gd name="connsiteY6" fmla="*/ 26813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6812">
                  <a:moveTo>
                    <a:pt x="6390" y="26813"/>
                  </a:moveTo>
                  <a:cubicBezTo>
                    <a:pt x="10224" y="26813"/>
                    <a:pt x="12780" y="24259"/>
                    <a:pt x="12780" y="20429"/>
                  </a:cubicBezTo>
                  <a:lnTo>
                    <a:pt x="12780" y="6384"/>
                  </a:lnTo>
                  <a:cubicBezTo>
                    <a:pt x="12780" y="2554"/>
                    <a:pt x="10224" y="0"/>
                    <a:pt x="6390" y="0"/>
                  </a:cubicBezTo>
                  <a:cubicBezTo>
                    <a:pt x="2555" y="0"/>
                    <a:pt x="0" y="2554"/>
                    <a:pt x="0" y="6384"/>
                  </a:cubicBezTo>
                  <a:lnTo>
                    <a:pt x="0" y="20429"/>
                  </a:lnTo>
                  <a:cubicBezTo>
                    <a:pt x="0" y="24259"/>
                    <a:pt x="2555" y="26813"/>
                    <a:pt x="6390" y="26813"/>
                  </a:cubicBezTo>
                  <a:close/>
                </a:path>
              </a:pathLst>
            </a:custGeom>
            <a:solidFill>
              <a:srgbClr val="62B5E5"/>
            </a:solidFill>
            <a:ln w="6390" cap="flat">
              <a:noFill/>
              <a:prstDash val="solid"/>
              <a:miter/>
            </a:ln>
          </p:spPr>
          <p:txBody>
            <a:bodyPr rtlCol="0" anchor="ctr"/>
            <a:lstStyle/>
            <a:p>
              <a:endParaRPr lang="en-US"/>
            </a:p>
          </p:txBody>
        </p:sp>
        <p:sp>
          <p:nvSpPr>
            <p:cNvPr id="713" name="Graphic 4">
              <a:extLst>
                <a:ext uri="{FF2B5EF4-FFF2-40B4-BE49-F238E27FC236}">
                  <a16:creationId xmlns:a16="http://schemas.microsoft.com/office/drawing/2014/main" id="{E16684F9-2462-7542-BE36-B16BF4A7B2CA}"/>
                </a:ext>
              </a:extLst>
            </p:cNvPr>
            <p:cNvSpPr/>
            <p:nvPr/>
          </p:nvSpPr>
          <p:spPr>
            <a:xfrm>
              <a:off x="11032226" y="2438205"/>
              <a:ext cx="166138" cy="227908"/>
            </a:xfrm>
            <a:custGeom>
              <a:avLst/>
              <a:gdLst>
                <a:gd name="connsiteX0" fmla="*/ 159748 w 166138"/>
                <a:gd name="connsiteY0" fmla="*/ 638 h 227908"/>
                <a:gd name="connsiteX1" fmla="*/ 6390 w 166138"/>
                <a:gd name="connsiteY1" fmla="*/ 0 h 227908"/>
                <a:gd name="connsiteX2" fmla="*/ 6390 w 166138"/>
                <a:gd name="connsiteY2" fmla="*/ 0 h 227908"/>
                <a:gd name="connsiteX3" fmla="*/ 0 w 166138"/>
                <a:gd name="connsiteY3" fmla="*/ 6384 h 227908"/>
                <a:gd name="connsiteX4" fmla="*/ 0 w 166138"/>
                <a:gd name="connsiteY4" fmla="*/ 221524 h 227908"/>
                <a:gd name="connsiteX5" fmla="*/ 6390 w 166138"/>
                <a:gd name="connsiteY5" fmla="*/ 227908 h 227908"/>
                <a:gd name="connsiteX6" fmla="*/ 159748 w 166138"/>
                <a:gd name="connsiteY6" fmla="*/ 227908 h 227908"/>
                <a:gd name="connsiteX7" fmla="*/ 166138 w 166138"/>
                <a:gd name="connsiteY7" fmla="*/ 221524 h 227908"/>
                <a:gd name="connsiteX8" fmla="*/ 166138 w 166138"/>
                <a:gd name="connsiteY8" fmla="*/ 7022 h 227908"/>
                <a:gd name="connsiteX9" fmla="*/ 159748 w 166138"/>
                <a:gd name="connsiteY9" fmla="*/ 638 h 227908"/>
                <a:gd name="connsiteX10" fmla="*/ 153358 w 166138"/>
                <a:gd name="connsiteY10" fmla="*/ 215140 h 227908"/>
                <a:gd name="connsiteX11" fmla="*/ 12780 w 166138"/>
                <a:gd name="connsiteY11" fmla="*/ 215140 h 227908"/>
                <a:gd name="connsiteX12" fmla="*/ 12780 w 166138"/>
                <a:gd name="connsiteY12" fmla="*/ 12768 h 227908"/>
                <a:gd name="connsiteX13" fmla="*/ 30032 w 166138"/>
                <a:gd name="connsiteY13" fmla="*/ 12768 h 227908"/>
                <a:gd name="connsiteX14" fmla="*/ 152720 w 166138"/>
                <a:gd name="connsiteY14" fmla="*/ 13406 h 227908"/>
                <a:gd name="connsiteX15" fmla="*/ 153358 w 166138"/>
                <a:gd name="connsiteY15" fmla="*/ 215140 h 22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6138" h="227908">
                  <a:moveTo>
                    <a:pt x="159748" y="638"/>
                  </a:moveTo>
                  <a:lnTo>
                    <a:pt x="6390" y="0"/>
                  </a:lnTo>
                  <a:lnTo>
                    <a:pt x="6390" y="0"/>
                  </a:lnTo>
                  <a:cubicBezTo>
                    <a:pt x="2556" y="0"/>
                    <a:pt x="0" y="2554"/>
                    <a:pt x="0" y="6384"/>
                  </a:cubicBezTo>
                  <a:lnTo>
                    <a:pt x="0" y="221524"/>
                  </a:lnTo>
                  <a:cubicBezTo>
                    <a:pt x="0" y="225355"/>
                    <a:pt x="2556" y="227908"/>
                    <a:pt x="6390" y="227908"/>
                  </a:cubicBezTo>
                  <a:lnTo>
                    <a:pt x="159748" y="227908"/>
                  </a:lnTo>
                  <a:cubicBezTo>
                    <a:pt x="163582" y="227908"/>
                    <a:pt x="166138" y="225355"/>
                    <a:pt x="166138" y="221524"/>
                  </a:cubicBezTo>
                  <a:lnTo>
                    <a:pt x="166138" y="7022"/>
                  </a:lnTo>
                  <a:cubicBezTo>
                    <a:pt x="166138" y="3192"/>
                    <a:pt x="162943" y="638"/>
                    <a:pt x="159748" y="638"/>
                  </a:cubicBezTo>
                  <a:close/>
                  <a:moveTo>
                    <a:pt x="153358" y="215140"/>
                  </a:moveTo>
                  <a:lnTo>
                    <a:pt x="12780" y="215140"/>
                  </a:lnTo>
                  <a:lnTo>
                    <a:pt x="12780" y="12768"/>
                  </a:lnTo>
                  <a:cubicBezTo>
                    <a:pt x="17253" y="12768"/>
                    <a:pt x="23004" y="12768"/>
                    <a:pt x="30032" y="12768"/>
                  </a:cubicBezTo>
                  <a:lnTo>
                    <a:pt x="152720" y="13406"/>
                  </a:lnTo>
                  <a:lnTo>
                    <a:pt x="153358" y="215140"/>
                  </a:lnTo>
                  <a:close/>
                </a:path>
              </a:pathLst>
            </a:custGeom>
            <a:solidFill>
              <a:srgbClr val="62B5E5"/>
            </a:solidFill>
            <a:ln w="6390" cap="flat">
              <a:noFill/>
              <a:prstDash val="solid"/>
              <a:miter/>
            </a:ln>
          </p:spPr>
          <p:txBody>
            <a:bodyPr rtlCol="0" anchor="ctr"/>
            <a:lstStyle/>
            <a:p>
              <a:endParaRPr lang="en-US"/>
            </a:p>
          </p:txBody>
        </p:sp>
        <p:sp>
          <p:nvSpPr>
            <p:cNvPr id="714" name="Graphic 4">
              <a:extLst>
                <a:ext uri="{FF2B5EF4-FFF2-40B4-BE49-F238E27FC236}">
                  <a16:creationId xmlns:a16="http://schemas.microsoft.com/office/drawing/2014/main" id="{44DAAE45-39A5-3D49-B997-1A2F0233B41B}"/>
                </a:ext>
              </a:extLst>
            </p:cNvPr>
            <p:cNvSpPr/>
            <p:nvPr/>
          </p:nvSpPr>
          <p:spPr>
            <a:xfrm>
              <a:off x="11063537" y="2468848"/>
              <a:ext cx="74123" cy="134702"/>
            </a:xfrm>
            <a:custGeom>
              <a:avLst/>
              <a:gdLst>
                <a:gd name="connsiteX0" fmla="*/ 6390 w 74123"/>
                <a:gd name="connsiteY0" fmla="*/ 134702 h 134702"/>
                <a:gd name="connsiteX1" fmla="*/ 67733 w 74123"/>
                <a:gd name="connsiteY1" fmla="*/ 134702 h 134702"/>
                <a:gd name="connsiteX2" fmla="*/ 74123 w 74123"/>
                <a:gd name="connsiteY2" fmla="*/ 128318 h 134702"/>
                <a:gd name="connsiteX3" fmla="*/ 74123 w 74123"/>
                <a:gd name="connsiteY3" fmla="*/ 6384 h 134702"/>
                <a:gd name="connsiteX4" fmla="*/ 67733 w 74123"/>
                <a:gd name="connsiteY4" fmla="*/ 0 h 134702"/>
                <a:gd name="connsiteX5" fmla="*/ 6390 w 74123"/>
                <a:gd name="connsiteY5" fmla="*/ 0 h 134702"/>
                <a:gd name="connsiteX6" fmla="*/ 6390 w 74123"/>
                <a:gd name="connsiteY6" fmla="*/ 0 h 134702"/>
                <a:gd name="connsiteX7" fmla="*/ 0 w 74123"/>
                <a:gd name="connsiteY7" fmla="*/ 6384 h 134702"/>
                <a:gd name="connsiteX8" fmla="*/ 0 w 74123"/>
                <a:gd name="connsiteY8" fmla="*/ 128318 h 134702"/>
                <a:gd name="connsiteX9" fmla="*/ 6390 w 74123"/>
                <a:gd name="connsiteY9" fmla="*/ 134702 h 134702"/>
                <a:gd name="connsiteX10" fmla="*/ 12780 w 74123"/>
                <a:gd name="connsiteY10" fmla="*/ 74054 h 134702"/>
                <a:gd name="connsiteX11" fmla="*/ 61343 w 74123"/>
                <a:gd name="connsiteY11" fmla="*/ 74054 h 134702"/>
                <a:gd name="connsiteX12" fmla="*/ 61343 w 74123"/>
                <a:gd name="connsiteY12" fmla="*/ 92568 h 134702"/>
                <a:gd name="connsiteX13" fmla="*/ 12780 w 74123"/>
                <a:gd name="connsiteY13" fmla="*/ 92568 h 134702"/>
                <a:gd name="connsiteX14" fmla="*/ 12780 w 74123"/>
                <a:gd name="connsiteY14" fmla="*/ 74054 h 134702"/>
                <a:gd name="connsiteX15" fmla="*/ 60704 w 74123"/>
                <a:gd name="connsiteY15" fmla="*/ 61286 h 134702"/>
                <a:gd name="connsiteX16" fmla="*/ 12141 w 74123"/>
                <a:gd name="connsiteY16" fmla="*/ 61286 h 134702"/>
                <a:gd name="connsiteX17" fmla="*/ 12141 w 74123"/>
                <a:gd name="connsiteY17" fmla="*/ 43411 h 134702"/>
                <a:gd name="connsiteX18" fmla="*/ 60704 w 74123"/>
                <a:gd name="connsiteY18" fmla="*/ 43411 h 134702"/>
                <a:gd name="connsiteX19" fmla="*/ 60704 w 74123"/>
                <a:gd name="connsiteY19" fmla="*/ 61286 h 134702"/>
                <a:gd name="connsiteX20" fmla="*/ 12780 w 74123"/>
                <a:gd name="connsiteY20" fmla="*/ 121934 h 134702"/>
                <a:gd name="connsiteX21" fmla="*/ 12780 w 74123"/>
                <a:gd name="connsiteY21" fmla="*/ 105336 h 134702"/>
                <a:gd name="connsiteX22" fmla="*/ 61343 w 74123"/>
                <a:gd name="connsiteY22" fmla="*/ 105336 h 134702"/>
                <a:gd name="connsiteX23" fmla="*/ 61343 w 74123"/>
                <a:gd name="connsiteY23" fmla="*/ 121934 h 134702"/>
                <a:gd name="connsiteX24" fmla="*/ 12780 w 74123"/>
                <a:gd name="connsiteY24" fmla="*/ 121934 h 134702"/>
                <a:gd name="connsiteX25" fmla="*/ 37061 w 74123"/>
                <a:gd name="connsiteY25" fmla="*/ 12768 h 134702"/>
                <a:gd name="connsiteX26" fmla="*/ 61343 w 74123"/>
                <a:gd name="connsiteY26" fmla="*/ 12768 h 134702"/>
                <a:gd name="connsiteX27" fmla="*/ 61343 w 74123"/>
                <a:gd name="connsiteY27" fmla="*/ 30643 h 134702"/>
                <a:gd name="connsiteX28" fmla="*/ 12780 w 74123"/>
                <a:gd name="connsiteY28" fmla="*/ 30643 h 134702"/>
                <a:gd name="connsiteX29" fmla="*/ 12780 w 74123"/>
                <a:gd name="connsiteY29" fmla="*/ 12130 h 134702"/>
                <a:gd name="connsiteX30" fmla="*/ 37061 w 74123"/>
                <a:gd name="connsiteY30" fmla="*/ 12768 h 134702"/>
                <a:gd name="connsiteX31" fmla="*/ 37061 w 74123"/>
                <a:gd name="connsiteY31" fmla="*/ 12768 h 134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4123" h="134702">
                  <a:moveTo>
                    <a:pt x="6390" y="134702"/>
                  </a:moveTo>
                  <a:lnTo>
                    <a:pt x="67733" y="134702"/>
                  </a:lnTo>
                  <a:cubicBezTo>
                    <a:pt x="71567" y="134702"/>
                    <a:pt x="74123" y="132148"/>
                    <a:pt x="74123" y="128318"/>
                  </a:cubicBezTo>
                  <a:lnTo>
                    <a:pt x="74123" y="6384"/>
                  </a:lnTo>
                  <a:cubicBezTo>
                    <a:pt x="74123" y="2554"/>
                    <a:pt x="71567" y="0"/>
                    <a:pt x="67733" y="0"/>
                  </a:cubicBezTo>
                  <a:lnTo>
                    <a:pt x="6390" y="0"/>
                  </a:lnTo>
                  <a:lnTo>
                    <a:pt x="6390" y="0"/>
                  </a:lnTo>
                  <a:cubicBezTo>
                    <a:pt x="2556" y="0"/>
                    <a:pt x="0" y="2554"/>
                    <a:pt x="0" y="6384"/>
                  </a:cubicBezTo>
                  <a:lnTo>
                    <a:pt x="0" y="128318"/>
                  </a:lnTo>
                  <a:cubicBezTo>
                    <a:pt x="0" y="131510"/>
                    <a:pt x="2556" y="134702"/>
                    <a:pt x="6390" y="134702"/>
                  </a:cubicBezTo>
                  <a:close/>
                  <a:moveTo>
                    <a:pt x="12780" y="74054"/>
                  </a:moveTo>
                  <a:lnTo>
                    <a:pt x="61343" y="74054"/>
                  </a:lnTo>
                  <a:lnTo>
                    <a:pt x="61343" y="92568"/>
                  </a:lnTo>
                  <a:lnTo>
                    <a:pt x="12780" y="92568"/>
                  </a:lnTo>
                  <a:lnTo>
                    <a:pt x="12780" y="74054"/>
                  </a:lnTo>
                  <a:close/>
                  <a:moveTo>
                    <a:pt x="60704" y="61286"/>
                  </a:moveTo>
                  <a:lnTo>
                    <a:pt x="12141" y="61286"/>
                  </a:lnTo>
                  <a:lnTo>
                    <a:pt x="12141" y="43411"/>
                  </a:lnTo>
                  <a:lnTo>
                    <a:pt x="60704" y="43411"/>
                  </a:lnTo>
                  <a:lnTo>
                    <a:pt x="60704" y="61286"/>
                  </a:lnTo>
                  <a:close/>
                  <a:moveTo>
                    <a:pt x="12780" y="121934"/>
                  </a:moveTo>
                  <a:lnTo>
                    <a:pt x="12780" y="105336"/>
                  </a:lnTo>
                  <a:lnTo>
                    <a:pt x="61343" y="105336"/>
                  </a:lnTo>
                  <a:lnTo>
                    <a:pt x="61343" y="121934"/>
                  </a:lnTo>
                  <a:lnTo>
                    <a:pt x="12780" y="121934"/>
                  </a:lnTo>
                  <a:close/>
                  <a:moveTo>
                    <a:pt x="37061" y="12768"/>
                  </a:moveTo>
                  <a:lnTo>
                    <a:pt x="61343" y="12768"/>
                  </a:lnTo>
                  <a:lnTo>
                    <a:pt x="61343" y="30643"/>
                  </a:lnTo>
                  <a:lnTo>
                    <a:pt x="12780" y="30643"/>
                  </a:lnTo>
                  <a:lnTo>
                    <a:pt x="12780" y="12130"/>
                  </a:lnTo>
                  <a:cubicBezTo>
                    <a:pt x="17891" y="12768"/>
                    <a:pt x="25560" y="12768"/>
                    <a:pt x="37061" y="12768"/>
                  </a:cubicBezTo>
                  <a:lnTo>
                    <a:pt x="37061" y="12768"/>
                  </a:lnTo>
                  <a:close/>
                </a:path>
              </a:pathLst>
            </a:custGeom>
            <a:solidFill>
              <a:srgbClr val="62B5E5"/>
            </a:solidFill>
            <a:ln w="6390" cap="flat">
              <a:noFill/>
              <a:prstDash val="solid"/>
              <a:miter/>
            </a:ln>
          </p:spPr>
          <p:txBody>
            <a:bodyPr rtlCol="0" anchor="ctr"/>
            <a:lstStyle/>
            <a:p>
              <a:endParaRPr lang="en-US"/>
            </a:p>
          </p:txBody>
        </p:sp>
      </p:grpSp>
      <p:grpSp>
        <p:nvGrpSpPr>
          <p:cNvPr id="715" name="Graphic 4">
            <a:extLst>
              <a:ext uri="{FF2B5EF4-FFF2-40B4-BE49-F238E27FC236}">
                <a16:creationId xmlns:a16="http://schemas.microsoft.com/office/drawing/2014/main" id="{AB7CC32E-EEEA-F44A-9545-6DF9214A9845}"/>
              </a:ext>
            </a:extLst>
          </p:cNvPr>
          <p:cNvGrpSpPr>
            <a:grpSpLocks noChangeAspect="1"/>
          </p:cNvGrpSpPr>
          <p:nvPr/>
        </p:nvGrpSpPr>
        <p:grpSpPr>
          <a:xfrm>
            <a:off x="905454" y="4308712"/>
            <a:ext cx="362309" cy="361971"/>
            <a:chOff x="905454" y="4308712"/>
            <a:chExt cx="362309" cy="361971"/>
          </a:xfrm>
          <a:solidFill>
            <a:srgbClr val="0076A8"/>
          </a:solidFill>
        </p:grpSpPr>
        <p:sp>
          <p:nvSpPr>
            <p:cNvPr id="716" name="Graphic 4">
              <a:extLst>
                <a:ext uri="{FF2B5EF4-FFF2-40B4-BE49-F238E27FC236}">
                  <a16:creationId xmlns:a16="http://schemas.microsoft.com/office/drawing/2014/main" id="{06F106AA-B7E0-9746-8EBB-87CAC2181087}"/>
                </a:ext>
              </a:extLst>
            </p:cNvPr>
            <p:cNvSpPr/>
            <p:nvPr/>
          </p:nvSpPr>
          <p:spPr>
            <a:xfrm>
              <a:off x="1021111" y="4381489"/>
              <a:ext cx="130993" cy="78522"/>
            </a:xfrm>
            <a:custGeom>
              <a:avLst/>
              <a:gdLst>
                <a:gd name="connsiteX0" fmla="*/ 0 w 130993"/>
                <a:gd name="connsiteY0" fmla="*/ 78523 h 78522"/>
                <a:gd name="connsiteX1" fmla="*/ 130994 w 130993"/>
                <a:gd name="connsiteY1" fmla="*/ 78523 h 78522"/>
                <a:gd name="connsiteX2" fmla="*/ 65177 w 130993"/>
                <a:gd name="connsiteY2" fmla="*/ 0 h 78522"/>
              </a:gdLst>
              <a:ahLst/>
              <a:cxnLst>
                <a:cxn ang="0">
                  <a:pos x="connsiteX0" y="connsiteY0"/>
                </a:cxn>
                <a:cxn ang="0">
                  <a:pos x="connsiteX1" y="connsiteY1"/>
                </a:cxn>
                <a:cxn ang="0">
                  <a:pos x="connsiteX2" y="connsiteY2"/>
                </a:cxn>
              </a:cxnLst>
              <a:rect l="l" t="t" r="r" b="b"/>
              <a:pathLst>
                <a:path w="130993" h="78522">
                  <a:moveTo>
                    <a:pt x="0" y="78523"/>
                  </a:moveTo>
                  <a:lnTo>
                    <a:pt x="130994" y="78523"/>
                  </a:lnTo>
                  <a:lnTo>
                    <a:pt x="65177" y="0"/>
                  </a:lnTo>
                  <a:close/>
                </a:path>
              </a:pathLst>
            </a:custGeom>
            <a:solidFill>
              <a:srgbClr val="0076A8"/>
            </a:solidFill>
            <a:ln w="6390" cap="flat">
              <a:noFill/>
              <a:prstDash val="solid"/>
              <a:miter/>
            </a:ln>
          </p:spPr>
          <p:txBody>
            <a:bodyPr rtlCol="0" anchor="ctr"/>
            <a:lstStyle/>
            <a:p>
              <a:endParaRPr lang="en-US"/>
            </a:p>
          </p:txBody>
        </p:sp>
        <p:sp>
          <p:nvSpPr>
            <p:cNvPr id="717" name="Graphic 4">
              <a:extLst>
                <a:ext uri="{FF2B5EF4-FFF2-40B4-BE49-F238E27FC236}">
                  <a16:creationId xmlns:a16="http://schemas.microsoft.com/office/drawing/2014/main" id="{7DCB15C8-CB47-B34C-B0FD-233F99429768}"/>
                </a:ext>
              </a:extLst>
            </p:cNvPr>
            <p:cNvSpPr/>
            <p:nvPr/>
          </p:nvSpPr>
          <p:spPr>
            <a:xfrm>
              <a:off x="1021111" y="4519383"/>
              <a:ext cx="130993" cy="77884"/>
            </a:xfrm>
            <a:custGeom>
              <a:avLst/>
              <a:gdLst>
                <a:gd name="connsiteX0" fmla="*/ 65177 w 130993"/>
                <a:gd name="connsiteY0" fmla="*/ 77885 h 77884"/>
                <a:gd name="connsiteX1" fmla="*/ 130994 w 130993"/>
                <a:gd name="connsiteY1" fmla="*/ 0 h 77884"/>
                <a:gd name="connsiteX2" fmla="*/ 0 w 130993"/>
                <a:gd name="connsiteY2" fmla="*/ 0 h 77884"/>
              </a:gdLst>
              <a:ahLst/>
              <a:cxnLst>
                <a:cxn ang="0">
                  <a:pos x="connsiteX0" y="connsiteY0"/>
                </a:cxn>
                <a:cxn ang="0">
                  <a:pos x="connsiteX1" y="connsiteY1"/>
                </a:cxn>
                <a:cxn ang="0">
                  <a:pos x="connsiteX2" y="connsiteY2"/>
                </a:cxn>
              </a:cxnLst>
              <a:rect l="l" t="t" r="r" b="b"/>
              <a:pathLst>
                <a:path w="130993" h="77884">
                  <a:moveTo>
                    <a:pt x="65177" y="77885"/>
                  </a:moveTo>
                  <a:lnTo>
                    <a:pt x="130994" y="0"/>
                  </a:lnTo>
                  <a:lnTo>
                    <a:pt x="0" y="0"/>
                  </a:lnTo>
                  <a:close/>
                </a:path>
              </a:pathLst>
            </a:custGeom>
            <a:solidFill>
              <a:srgbClr val="0076A8"/>
            </a:solidFill>
            <a:ln w="6390" cap="flat">
              <a:noFill/>
              <a:prstDash val="solid"/>
              <a:miter/>
            </a:ln>
          </p:spPr>
          <p:txBody>
            <a:bodyPr rtlCol="0" anchor="ctr"/>
            <a:lstStyle/>
            <a:p>
              <a:endParaRPr lang="en-US"/>
            </a:p>
          </p:txBody>
        </p:sp>
        <p:sp>
          <p:nvSpPr>
            <p:cNvPr id="718" name="Graphic 4">
              <a:extLst>
                <a:ext uri="{FF2B5EF4-FFF2-40B4-BE49-F238E27FC236}">
                  <a16:creationId xmlns:a16="http://schemas.microsoft.com/office/drawing/2014/main" id="{5337C844-797C-0648-B424-C68200F73A8A}"/>
                </a:ext>
              </a:extLst>
            </p:cNvPr>
            <p:cNvSpPr/>
            <p:nvPr/>
          </p:nvSpPr>
          <p:spPr>
            <a:xfrm>
              <a:off x="905454" y="4308712"/>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64543 w 362309"/>
                <a:gd name="connsiteY6" fmla="*/ 208118 h 361971"/>
                <a:gd name="connsiteX7" fmla="*/ 185308 w 362309"/>
                <a:gd name="connsiteY7" fmla="*/ 302601 h 361971"/>
                <a:gd name="connsiteX8" fmla="*/ 176362 w 362309"/>
                <a:gd name="connsiteY8" fmla="*/ 303239 h 361971"/>
                <a:gd name="connsiteX9" fmla="*/ 175723 w 362309"/>
                <a:gd name="connsiteY9" fmla="*/ 302601 h 361971"/>
                <a:gd name="connsiteX10" fmla="*/ 96488 w 362309"/>
                <a:gd name="connsiteY10" fmla="*/ 208118 h 361971"/>
                <a:gd name="connsiteX11" fmla="*/ 97127 w 362309"/>
                <a:gd name="connsiteY11" fmla="*/ 199180 h 361971"/>
                <a:gd name="connsiteX12" fmla="*/ 100961 w 362309"/>
                <a:gd name="connsiteY12" fmla="*/ 197903 h 361971"/>
                <a:gd name="connsiteX13" fmla="*/ 259431 w 362309"/>
                <a:gd name="connsiteY13" fmla="*/ 197903 h 361971"/>
                <a:gd name="connsiteX14" fmla="*/ 265821 w 362309"/>
                <a:gd name="connsiteY14" fmla="*/ 204287 h 361971"/>
                <a:gd name="connsiteX15" fmla="*/ 264543 w 362309"/>
                <a:gd name="connsiteY15" fmla="*/ 208118 h 361971"/>
                <a:gd name="connsiteX16" fmla="*/ 264543 w 362309"/>
                <a:gd name="connsiteY16" fmla="*/ 208118 h 361971"/>
                <a:gd name="connsiteX17" fmla="*/ 265821 w 362309"/>
                <a:gd name="connsiteY17" fmla="*/ 160238 h 361971"/>
                <a:gd name="connsiteX18" fmla="*/ 260070 w 362309"/>
                <a:gd name="connsiteY18" fmla="*/ 164068 h 361971"/>
                <a:gd name="connsiteX19" fmla="*/ 102239 w 362309"/>
                <a:gd name="connsiteY19" fmla="*/ 164068 h 361971"/>
                <a:gd name="connsiteX20" fmla="*/ 96488 w 362309"/>
                <a:gd name="connsiteY20" fmla="*/ 160238 h 361971"/>
                <a:gd name="connsiteX21" fmla="*/ 97127 w 362309"/>
                <a:gd name="connsiteY21" fmla="*/ 153216 h 361971"/>
                <a:gd name="connsiteX22" fmla="*/ 176362 w 362309"/>
                <a:gd name="connsiteY22" fmla="*/ 58733 h 361971"/>
                <a:gd name="connsiteX23" fmla="*/ 185308 w 362309"/>
                <a:gd name="connsiteY23" fmla="*/ 58094 h 361971"/>
                <a:gd name="connsiteX24" fmla="*/ 185947 w 362309"/>
                <a:gd name="connsiteY24" fmla="*/ 58733 h 361971"/>
                <a:gd name="connsiteX25" fmla="*/ 265182 w 362309"/>
                <a:gd name="connsiteY25" fmla="*/ 153216 h 361971"/>
                <a:gd name="connsiteX26" fmla="*/ 265821 w 362309"/>
                <a:gd name="connsiteY26" fmla="*/ 160238 h 361971"/>
                <a:gd name="connsiteX27" fmla="*/ 265821 w 362309"/>
                <a:gd name="connsiteY27" fmla="*/ 16023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1077"/>
                    <a:pt x="281157" y="0"/>
                    <a:pt x="180835" y="0"/>
                  </a:cubicBezTo>
                  <a:close/>
                  <a:moveTo>
                    <a:pt x="264543" y="208118"/>
                  </a:moveTo>
                  <a:lnTo>
                    <a:pt x="185308" y="302601"/>
                  </a:lnTo>
                  <a:cubicBezTo>
                    <a:pt x="182752" y="305154"/>
                    <a:pt x="178918" y="305793"/>
                    <a:pt x="176362" y="303239"/>
                  </a:cubicBezTo>
                  <a:cubicBezTo>
                    <a:pt x="176362" y="303239"/>
                    <a:pt x="175723" y="302601"/>
                    <a:pt x="175723" y="302601"/>
                  </a:cubicBezTo>
                  <a:lnTo>
                    <a:pt x="96488" y="208118"/>
                  </a:lnTo>
                  <a:cubicBezTo>
                    <a:pt x="93932" y="205564"/>
                    <a:pt x="94571" y="201095"/>
                    <a:pt x="97127" y="199180"/>
                  </a:cubicBezTo>
                  <a:cubicBezTo>
                    <a:pt x="98405" y="197903"/>
                    <a:pt x="99683" y="197903"/>
                    <a:pt x="100961" y="197903"/>
                  </a:cubicBezTo>
                  <a:lnTo>
                    <a:pt x="259431" y="197903"/>
                  </a:lnTo>
                  <a:cubicBezTo>
                    <a:pt x="263265" y="197903"/>
                    <a:pt x="265821" y="200457"/>
                    <a:pt x="265821" y="204287"/>
                  </a:cubicBezTo>
                  <a:cubicBezTo>
                    <a:pt x="266460" y="205564"/>
                    <a:pt x="265821" y="206841"/>
                    <a:pt x="264543" y="208118"/>
                  </a:cubicBezTo>
                  <a:lnTo>
                    <a:pt x="264543" y="208118"/>
                  </a:lnTo>
                  <a:close/>
                  <a:moveTo>
                    <a:pt x="265821" y="160238"/>
                  </a:moveTo>
                  <a:cubicBezTo>
                    <a:pt x="264543" y="162792"/>
                    <a:pt x="262626" y="164068"/>
                    <a:pt x="260070" y="164068"/>
                  </a:cubicBezTo>
                  <a:lnTo>
                    <a:pt x="102239" y="164068"/>
                  </a:lnTo>
                  <a:cubicBezTo>
                    <a:pt x="99683" y="164068"/>
                    <a:pt x="97766" y="162792"/>
                    <a:pt x="96488" y="160238"/>
                  </a:cubicBezTo>
                  <a:cubicBezTo>
                    <a:pt x="95210" y="157684"/>
                    <a:pt x="95849" y="155131"/>
                    <a:pt x="97127" y="153216"/>
                  </a:cubicBezTo>
                  <a:lnTo>
                    <a:pt x="176362" y="58733"/>
                  </a:lnTo>
                  <a:cubicBezTo>
                    <a:pt x="178918" y="56179"/>
                    <a:pt x="182752" y="55541"/>
                    <a:pt x="185308" y="58094"/>
                  </a:cubicBezTo>
                  <a:cubicBezTo>
                    <a:pt x="185308" y="58094"/>
                    <a:pt x="185947" y="58733"/>
                    <a:pt x="185947" y="58733"/>
                  </a:cubicBezTo>
                  <a:lnTo>
                    <a:pt x="265182" y="153216"/>
                  </a:lnTo>
                  <a:cubicBezTo>
                    <a:pt x="266460" y="155131"/>
                    <a:pt x="267099" y="157684"/>
                    <a:pt x="265821" y="160238"/>
                  </a:cubicBezTo>
                  <a:lnTo>
                    <a:pt x="265821" y="160238"/>
                  </a:lnTo>
                  <a:close/>
                </a:path>
              </a:pathLst>
            </a:custGeom>
            <a:solidFill>
              <a:srgbClr val="0076A8"/>
            </a:solidFill>
            <a:ln w="6390" cap="flat">
              <a:noFill/>
              <a:prstDash val="solid"/>
              <a:miter/>
            </a:ln>
          </p:spPr>
          <p:txBody>
            <a:bodyPr rtlCol="0" anchor="ctr"/>
            <a:lstStyle/>
            <a:p>
              <a:endParaRPr lang="en-US"/>
            </a:p>
          </p:txBody>
        </p:sp>
      </p:grpSp>
      <p:grpSp>
        <p:nvGrpSpPr>
          <p:cNvPr id="719" name="Graphic 4">
            <a:extLst>
              <a:ext uri="{FF2B5EF4-FFF2-40B4-BE49-F238E27FC236}">
                <a16:creationId xmlns:a16="http://schemas.microsoft.com/office/drawing/2014/main" id="{95E71D24-9F8D-204E-A9F1-029940A889A1}"/>
              </a:ext>
            </a:extLst>
          </p:cNvPr>
          <p:cNvGrpSpPr>
            <a:grpSpLocks noChangeAspect="1"/>
          </p:cNvGrpSpPr>
          <p:nvPr/>
        </p:nvGrpSpPr>
        <p:grpSpPr>
          <a:xfrm>
            <a:off x="10325499" y="3824168"/>
            <a:ext cx="361670" cy="361971"/>
            <a:chOff x="10325499" y="3824168"/>
            <a:chExt cx="361670" cy="361971"/>
          </a:xfrm>
          <a:solidFill>
            <a:srgbClr val="62B5E5"/>
          </a:solidFill>
        </p:grpSpPr>
        <p:sp>
          <p:nvSpPr>
            <p:cNvPr id="720" name="Graphic 4">
              <a:extLst>
                <a:ext uri="{FF2B5EF4-FFF2-40B4-BE49-F238E27FC236}">
                  <a16:creationId xmlns:a16="http://schemas.microsoft.com/office/drawing/2014/main" id="{5AFA12B8-3596-FA4D-81C0-C6C79456FD98}"/>
                </a:ext>
              </a:extLst>
            </p:cNvPr>
            <p:cNvSpPr/>
            <p:nvPr/>
          </p:nvSpPr>
          <p:spPr>
            <a:xfrm>
              <a:off x="10431572" y="3900137"/>
              <a:ext cx="51119" cy="18513"/>
            </a:xfrm>
            <a:custGeom>
              <a:avLst/>
              <a:gdLst>
                <a:gd name="connsiteX0" fmla="*/ 639 w 51119"/>
                <a:gd name="connsiteY0" fmla="*/ 18514 h 18513"/>
                <a:gd name="connsiteX1" fmla="*/ 51119 w 51119"/>
                <a:gd name="connsiteY1" fmla="*/ 18514 h 18513"/>
                <a:gd name="connsiteX2" fmla="*/ 51119 w 51119"/>
                <a:gd name="connsiteY2" fmla="*/ 0 h 18513"/>
                <a:gd name="connsiteX3" fmla="*/ 0 w 51119"/>
                <a:gd name="connsiteY3" fmla="*/ 0 h 18513"/>
                <a:gd name="connsiteX4" fmla="*/ 0 w 51119"/>
                <a:gd name="connsiteY4" fmla="*/ 18514 h 18513"/>
                <a:gd name="connsiteX5" fmla="*/ 639 w 51119"/>
                <a:gd name="connsiteY5" fmla="*/ 18514 h 18513"/>
                <a:gd name="connsiteX6" fmla="*/ 639 w 51119"/>
                <a:gd name="connsiteY6" fmla="*/ 18514 h 1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119" h="18513">
                  <a:moveTo>
                    <a:pt x="639" y="18514"/>
                  </a:moveTo>
                  <a:lnTo>
                    <a:pt x="51119" y="18514"/>
                  </a:lnTo>
                  <a:lnTo>
                    <a:pt x="51119" y="0"/>
                  </a:lnTo>
                  <a:lnTo>
                    <a:pt x="0" y="0"/>
                  </a:lnTo>
                  <a:lnTo>
                    <a:pt x="0" y="18514"/>
                  </a:lnTo>
                  <a:lnTo>
                    <a:pt x="639" y="18514"/>
                  </a:lnTo>
                  <a:lnTo>
                    <a:pt x="639" y="18514"/>
                  </a:lnTo>
                  <a:close/>
                </a:path>
              </a:pathLst>
            </a:custGeom>
            <a:solidFill>
              <a:srgbClr val="62B5E5"/>
            </a:solidFill>
            <a:ln w="6390" cap="flat">
              <a:noFill/>
              <a:prstDash val="solid"/>
              <a:miter/>
            </a:ln>
          </p:spPr>
          <p:txBody>
            <a:bodyPr rtlCol="0" anchor="ctr"/>
            <a:lstStyle/>
            <a:p>
              <a:endParaRPr lang="en-US"/>
            </a:p>
          </p:txBody>
        </p:sp>
        <p:sp>
          <p:nvSpPr>
            <p:cNvPr id="721" name="Graphic 4">
              <a:extLst>
                <a:ext uri="{FF2B5EF4-FFF2-40B4-BE49-F238E27FC236}">
                  <a16:creationId xmlns:a16="http://schemas.microsoft.com/office/drawing/2014/main" id="{83E15A55-BE9B-3145-A492-5DAD729970BD}"/>
                </a:ext>
              </a:extLst>
            </p:cNvPr>
            <p:cNvSpPr/>
            <p:nvPr/>
          </p:nvSpPr>
          <p:spPr>
            <a:xfrm>
              <a:off x="10438601" y="3932057"/>
              <a:ext cx="139939" cy="178113"/>
            </a:xfrm>
            <a:custGeom>
              <a:avLst/>
              <a:gdLst>
                <a:gd name="connsiteX0" fmla="*/ 37062 w 139939"/>
                <a:gd name="connsiteY0" fmla="*/ 88738 h 178113"/>
                <a:gd name="connsiteX1" fmla="*/ 37062 w 139939"/>
                <a:gd name="connsiteY1" fmla="*/ 0 h 178113"/>
                <a:gd name="connsiteX2" fmla="*/ 0 w 139939"/>
                <a:gd name="connsiteY2" fmla="*/ 0 h 178113"/>
                <a:gd name="connsiteX3" fmla="*/ 0 w 139939"/>
                <a:gd name="connsiteY3" fmla="*/ 178113 h 178113"/>
                <a:gd name="connsiteX4" fmla="*/ 76040 w 139939"/>
                <a:gd name="connsiteY4" fmla="*/ 178113 h 178113"/>
                <a:gd name="connsiteX5" fmla="*/ 110546 w 139939"/>
                <a:gd name="connsiteY5" fmla="*/ 146832 h 178113"/>
                <a:gd name="connsiteX6" fmla="*/ 139940 w 139939"/>
                <a:gd name="connsiteY6" fmla="*/ 127041 h 178113"/>
                <a:gd name="connsiteX7" fmla="*/ 139940 w 139939"/>
                <a:gd name="connsiteY7" fmla="*/ 95121 h 178113"/>
                <a:gd name="connsiteX8" fmla="*/ 42813 w 139939"/>
                <a:gd name="connsiteY8" fmla="*/ 95121 h 178113"/>
                <a:gd name="connsiteX9" fmla="*/ 37062 w 139939"/>
                <a:gd name="connsiteY9" fmla="*/ 88738 h 178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939" h="178113">
                  <a:moveTo>
                    <a:pt x="37062" y="88738"/>
                  </a:moveTo>
                  <a:lnTo>
                    <a:pt x="37062" y="0"/>
                  </a:lnTo>
                  <a:lnTo>
                    <a:pt x="0" y="0"/>
                  </a:lnTo>
                  <a:lnTo>
                    <a:pt x="0" y="178113"/>
                  </a:lnTo>
                  <a:lnTo>
                    <a:pt x="76040" y="178113"/>
                  </a:lnTo>
                  <a:cubicBezTo>
                    <a:pt x="77958" y="164707"/>
                    <a:pt x="87543" y="146832"/>
                    <a:pt x="110546" y="146832"/>
                  </a:cubicBezTo>
                  <a:cubicBezTo>
                    <a:pt x="138022" y="146832"/>
                    <a:pt x="139940" y="136617"/>
                    <a:pt x="139940" y="127041"/>
                  </a:cubicBezTo>
                  <a:lnTo>
                    <a:pt x="139940" y="95121"/>
                  </a:lnTo>
                  <a:lnTo>
                    <a:pt x="42813" y="95121"/>
                  </a:lnTo>
                  <a:cubicBezTo>
                    <a:pt x="40257" y="94483"/>
                    <a:pt x="37062" y="91930"/>
                    <a:pt x="37062" y="88738"/>
                  </a:cubicBezTo>
                  <a:close/>
                </a:path>
              </a:pathLst>
            </a:custGeom>
            <a:solidFill>
              <a:srgbClr val="62B5E5"/>
            </a:solidFill>
            <a:ln w="6390" cap="flat">
              <a:noFill/>
              <a:prstDash val="solid"/>
              <a:miter/>
            </a:ln>
          </p:spPr>
          <p:txBody>
            <a:bodyPr rtlCol="0" anchor="ctr"/>
            <a:lstStyle/>
            <a:p>
              <a:endParaRPr lang="en-US"/>
            </a:p>
          </p:txBody>
        </p:sp>
        <p:sp>
          <p:nvSpPr>
            <p:cNvPr id="722" name="Graphic 4">
              <a:extLst>
                <a:ext uri="{FF2B5EF4-FFF2-40B4-BE49-F238E27FC236}">
                  <a16:creationId xmlns:a16="http://schemas.microsoft.com/office/drawing/2014/main" id="{A707991C-436B-BD4D-9552-C0D972900204}"/>
                </a:ext>
              </a:extLst>
            </p:cNvPr>
            <p:cNvSpPr/>
            <p:nvPr/>
          </p:nvSpPr>
          <p:spPr>
            <a:xfrm>
              <a:off x="10325499" y="3824168"/>
              <a:ext cx="361670" cy="361971"/>
            </a:xfrm>
            <a:custGeom>
              <a:avLst/>
              <a:gdLst>
                <a:gd name="connsiteX0" fmla="*/ 180835 w 361670"/>
                <a:gd name="connsiteY0" fmla="*/ 0 h 361971"/>
                <a:gd name="connsiteX1" fmla="*/ 0 w 361670"/>
                <a:gd name="connsiteY1" fmla="*/ 180667 h 361971"/>
                <a:gd name="connsiteX2" fmla="*/ 180835 w 361670"/>
                <a:gd name="connsiteY2" fmla="*/ 361971 h 361971"/>
                <a:gd name="connsiteX3" fmla="*/ 361670 w 361670"/>
                <a:gd name="connsiteY3" fmla="*/ 181305 h 361971"/>
                <a:gd name="connsiteX4" fmla="*/ 361670 w 361670"/>
                <a:gd name="connsiteY4" fmla="*/ 181305 h 361971"/>
                <a:gd name="connsiteX5" fmla="*/ 180835 w 361670"/>
                <a:gd name="connsiteY5" fmla="*/ 0 h 361971"/>
                <a:gd name="connsiteX6" fmla="*/ 266460 w 361670"/>
                <a:gd name="connsiteY6" fmla="*/ 234292 h 361971"/>
                <a:gd name="connsiteX7" fmla="*/ 224287 w 361670"/>
                <a:gd name="connsiteY7" fmla="*/ 266850 h 361971"/>
                <a:gd name="connsiteX8" fmla="*/ 201922 w 361670"/>
                <a:gd name="connsiteY8" fmla="*/ 291748 h 361971"/>
                <a:gd name="connsiteX9" fmla="*/ 195532 w 361670"/>
                <a:gd name="connsiteY9" fmla="*/ 298132 h 361971"/>
                <a:gd name="connsiteX10" fmla="*/ 107350 w 361670"/>
                <a:gd name="connsiteY10" fmla="*/ 298132 h 361971"/>
                <a:gd name="connsiteX11" fmla="*/ 100961 w 361670"/>
                <a:gd name="connsiteY11" fmla="*/ 291748 h 361971"/>
                <a:gd name="connsiteX12" fmla="*/ 100961 w 361670"/>
                <a:gd name="connsiteY12" fmla="*/ 107251 h 361971"/>
                <a:gd name="connsiteX13" fmla="*/ 100322 w 361670"/>
                <a:gd name="connsiteY13" fmla="*/ 107251 h 361971"/>
                <a:gd name="connsiteX14" fmla="*/ 93932 w 361670"/>
                <a:gd name="connsiteY14" fmla="*/ 100867 h 361971"/>
                <a:gd name="connsiteX15" fmla="*/ 93932 w 361670"/>
                <a:gd name="connsiteY15" fmla="*/ 69585 h 361971"/>
                <a:gd name="connsiteX16" fmla="*/ 100322 w 361670"/>
                <a:gd name="connsiteY16" fmla="*/ 63201 h 361971"/>
                <a:gd name="connsiteX17" fmla="*/ 164221 w 361670"/>
                <a:gd name="connsiteY17" fmla="*/ 63201 h 361971"/>
                <a:gd name="connsiteX18" fmla="*/ 170611 w 361670"/>
                <a:gd name="connsiteY18" fmla="*/ 69585 h 361971"/>
                <a:gd name="connsiteX19" fmla="*/ 170611 w 361670"/>
                <a:gd name="connsiteY19" fmla="*/ 100867 h 361971"/>
                <a:gd name="connsiteX20" fmla="*/ 164221 w 361670"/>
                <a:gd name="connsiteY20" fmla="*/ 107251 h 361971"/>
                <a:gd name="connsiteX21" fmla="*/ 163582 w 361670"/>
                <a:gd name="connsiteY21" fmla="*/ 107251 h 361971"/>
                <a:gd name="connsiteX22" fmla="*/ 163582 w 361670"/>
                <a:gd name="connsiteY22" fmla="*/ 189604 h 361971"/>
                <a:gd name="connsiteX23" fmla="*/ 260709 w 361670"/>
                <a:gd name="connsiteY23" fmla="*/ 189604 h 361971"/>
                <a:gd name="connsiteX24" fmla="*/ 267099 w 361670"/>
                <a:gd name="connsiteY24" fmla="*/ 195988 h 361971"/>
                <a:gd name="connsiteX25" fmla="*/ 266460 w 361670"/>
                <a:gd name="connsiteY25" fmla="*/ 234292 h 361971"/>
                <a:gd name="connsiteX26" fmla="*/ 261349 w 361670"/>
                <a:gd name="connsiteY26" fmla="*/ 172368 h 361971"/>
                <a:gd name="connsiteX27" fmla="*/ 189142 w 361670"/>
                <a:gd name="connsiteY27" fmla="*/ 172368 h 361971"/>
                <a:gd name="connsiteX28" fmla="*/ 182752 w 361670"/>
                <a:gd name="connsiteY28" fmla="*/ 165984 h 361971"/>
                <a:gd name="connsiteX29" fmla="*/ 189142 w 361670"/>
                <a:gd name="connsiteY29" fmla="*/ 159600 h 361971"/>
                <a:gd name="connsiteX30" fmla="*/ 261349 w 361670"/>
                <a:gd name="connsiteY30" fmla="*/ 159600 h 361971"/>
                <a:gd name="connsiteX31" fmla="*/ 267739 w 361670"/>
                <a:gd name="connsiteY31" fmla="*/ 165984 h 361971"/>
                <a:gd name="connsiteX32" fmla="*/ 261349 w 361670"/>
                <a:gd name="connsiteY32" fmla="*/ 17236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1670" h="361971">
                  <a:moveTo>
                    <a:pt x="180835" y="0"/>
                  </a:moveTo>
                  <a:cubicBezTo>
                    <a:pt x="80513" y="0"/>
                    <a:pt x="0" y="81076"/>
                    <a:pt x="0" y="180667"/>
                  </a:cubicBezTo>
                  <a:cubicBezTo>
                    <a:pt x="0" y="280895"/>
                    <a:pt x="81152" y="361971"/>
                    <a:pt x="180835" y="361971"/>
                  </a:cubicBezTo>
                  <a:cubicBezTo>
                    <a:pt x="281157" y="361971"/>
                    <a:pt x="361670" y="280895"/>
                    <a:pt x="361670" y="181305"/>
                  </a:cubicBezTo>
                  <a:lnTo>
                    <a:pt x="361670" y="181305"/>
                  </a:lnTo>
                  <a:cubicBezTo>
                    <a:pt x="361670" y="81076"/>
                    <a:pt x="280518" y="0"/>
                    <a:pt x="180835" y="0"/>
                  </a:cubicBezTo>
                  <a:close/>
                  <a:moveTo>
                    <a:pt x="266460" y="234292"/>
                  </a:moveTo>
                  <a:cubicBezTo>
                    <a:pt x="266460" y="255998"/>
                    <a:pt x="252403" y="266850"/>
                    <a:pt x="224287" y="266850"/>
                  </a:cubicBezTo>
                  <a:cubicBezTo>
                    <a:pt x="203200" y="266850"/>
                    <a:pt x="201922" y="289194"/>
                    <a:pt x="201922" y="291748"/>
                  </a:cubicBezTo>
                  <a:cubicBezTo>
                    <a:pt x="201922" y="295578"/>
                    <a:pt x="199366" y="298132"/>
                    <a:pt x="195532" y="298132"/>
                  </a:cubicBezTo>
                  <a:lnTo>
                    <a:pt x="107350" y="298132"/>
                  </a:lnTo>
                  <a:cubicBezTo>
                    <a:pt x="103517" y="298132"/>
                    <a:pt x="100961" y="295578"/>
                    <a:pt x="100961" y="291748"/>
                  </a:cubicBezTo>
                  <a:lnTo>
                    <a:pt x="100961" y="107251"/>
                  </a:lnTo>
                  <a:lnTo>
                    <a:pt x="100322" y="107251"/>
                  </a:lnTo>
                  <a:cubicBezTo>
                    <a:pt x="96488" y="107251"/>
                    <a:pt x="93932" y="104697"/>
                    <a:pt x="93932" y="100867"/>
                  </a:cubicBezTo>
                  <a:lnTo>
                    <a:pt x="93932" y="69585"/>
                  </a:lnTo>
                  <a:cubicBezTo>
                    <a:pt x="93932" y="65755"/>
                    <a:pt x="96488" y="63201"/>
                    <a:pt x="100322" y="63201"/>
                  </a:cubicBezTo>
                  <a:lnTo>
                    <a:pt x="164221" y="63201"/>
                  </a:lnTo>
                  <a:cubicBezTo>
                    <a:pt x="168055" y="63201"/>
                    <a:pt x="170611" y="65755"/>
                    <a:pt x="170611" y="69585"/>
                  </a:cubicBezTo>
                  <a:lnTo>
                    <a:pt x="170611" y="100867"/>
                  </a:lnTo>
                  <a:cubicBezTo>
                    <a:pt x="170611" y="104697"/>
                    <a:pt x="168055" y="107251"/>
                    <a:pt x="164221" y="107251"/>
                  </a:cubicBezTo>
                  <a:lnTo>
                    <a:pt x="163582" y="107251"/>
                  </a:lnTo>
                  <a:lnTo>
                    <a:pt x="163582" y="189604"/>
                  </a:lnTo>
                  <a:lnTo>
                    <a:pt x="260709" y="189604"/>
                  </a:lnTo>
                  <a:cubicBezTo>
                    <a:pt x="264544" y="189604"/>
                    <a:pt x="267099" y="192158"/>
                    <a:pt x="267099" y="195988"/>
                  </a:cubicBezTo>
                  <a:lnTo>
                    <a:pt x="266460" y="234292"/>
                  </a:lnTo>
                  <a:close/>
                  <a:moveTo>
                    <a:pt x="261349" y="172368"/>
                  </a:moveTo>
                  <a:lnTo>
                    <a:pt x="189142" y="172368"/>
                  </a:lnTo>
                  <a:cubicBezTo>
                    <a:pt x="185308" y="172368"/>
                    <a:pt x="182752" y="169814"/>
                    <a:pt x="182752" y="165984"/>
                  </a:cubicBezTo>
                  <a:cubicBezTo>
                    <a:pt x="182752" y="162153"/>
                    <a:pt x="185308" y="159600"/>
                    <a:pt x="189142" y="159600"/>
                  </a:cubicBezTo>
                  <a:lnTo>
                    <a:pt x="261349" y="159600"/>
                  </a:lnTo>
                  <a:cubicBezTo>
                    <a:pt x="265182" y="159600"/>
                    <a:pt x="267739" y="162153"/>
                    <a:pt x="267739" y="165984"/>
                  </a:cubicBezTo>
                  <a:cubicBezTo>
                    <a:pt x="267739" y="169814"/>
                    <a:pt x="264544" y="172368"/>
                    <a:pt x="261349" y="172368"/>
                  </a:cubicBezTo>
                  <a:close/>
                </a:path>
              </a:pathLst>
            </a:custGeom>
            <a:solidFill>
              <a:srgbClr val="62B5E5"/>
            </a:solidFill>
            <a:ln w="6390" cap="flat">
              <a:noFill/>
              <a:prstDash val="solid"/>
              <a:miter/>
            </a:ln>
          </p:spPr>
          <p:txBody>
            <a:bodyPr rtlCol="0" anchor="ctr"/>
            <a:lstStyle/>
            <a:p>
              <a:endParaRPr lang="en-US"/>
            </a:p>
          </p:txBody>
        </p:sp>
      </p:grpSp>
      <p:grpSp>
        <p:nvGrpSpPr>
          <p:cNvPr id="723" name="Graphic 4">
            <a:extLst>
              <a:ext uri="{FF2B5EF4-FFF2-40B4-BE49-F238E27FC236}">
                <a16:creationId xmlns:a16="http://schemas.microsoft.com/office/drawing/2014/main" id="{79C12225-C316-3041-BD5D-CEFF01CBF045}"/>
              </a:ext>
            </a:extLst>
          </p:cNvPr>
          <p:cNvGrpSpPr>
            <a:grpSpLocks noChangeAspect="1"/>
          </p:cNvGrpSpPr>
          <p:nvPr/>
        </p:nvGrpSpPr>
        <p:grpSpPr>
          <a:xfrm>
            <a:off x="11372810" y="1885990"/>
            <a:ext cx="361670" cy="361971"/>
            <a:chOff x="11372810" y="2371173"/>
            <a:chExt cx="361670" cy="361971"/>
          </a:xfrm>
          <a:solidFill>
            <a:srgbClr val="62B5E5"/>
          </a:solidFill>
        </p:grpSpPr>
        <p:sp>
          <p:nvSpPr>
            <p:cNvPr id="724" name="Graphic 4">
              <a:extLst>
                <a:ext uri="{FF2B5EF4-FFF2-40B4-BE49-F238E27FC236}">
                  <a16:creationId xmlns:a16="http://schemas.microsoft.com/office/drawing/2014/main" id="{45DD7487-9CFA-C147-B245-48588DB71DB5}"/>
                </a:ext>
              </a:extLst>
            </p:cNvPr>
            <p:cNvSpPr/>
            <p:nvPr/>
          </p:nvSpPr>
          <p:spPr>
            <a:xfrm>
              <a:off x="11514027" y="2574184"/>
              <a:ext cx="48563" cy="16598"/>
            </a:xfrm>
            <a:custGeom>
              <a:avLst/>
              <a:gdLst>
                <a:gd name="connsiteX0" fmla="*/ 0 w 48563"/>
                <a:gd name="connsiteY0" fmla="*/ 0 h 16598"/>
                <a:gd name="connsiteX1" fmla="*/ 48564 w 48563"/>
                <a:gd name="connsiteY1" fmla="*/ 0 h 16598"/>
                <a:gd name="connsiteX2" fmla="*/ 48564 w 48563"/>
                <a:gd name="connsiteY2" fmla="*/ 16598 h 16598"/>
                <a:gd name="connsiteX3" fmla="*/ 0 w 4856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48563" h="16598">
                  <a:moveTo>
                    <a:pt x="0" y="0"/>
                  </a:moveTo>
                  <a:lnTo>
                    <a:pt x="48564" y="0"/>
                  </a:lnTo>
                  <a:lnTo>
                    <a:pt x="48564" y="16598"/>
                  </a:lnTo>
                  <a:lnTo>
                    <a:pt x="0" y="16598"/>
                  </a:lnTo>
                  <a:close/>
                </a:path>
              </a:pathLst>
            </a:custGeom>
            <a:solidFill>
              <a:srgbClr val="62B5E5"/>
            </a:solidFill>
            <a:ln w="6390" cap="flat">
              <a:noFill/>
              <a:prstDash val="solid"/>
              <a:miter/>
            </a:ln>
          </p:spPr>
          <p:txBody>
            <a:bodyPr rtlCol="0" anchor="ctr"/>
            <a:lstStyle/>
            <a:p>
              <a:endParaRPr lang="en-US"/>
            </a:p>
          </p:txBody>
        </p:sp>
        <p:sp>
          <p:nvSpPr>
            <p:cNvPr id="725" name="Graphic 4">
              <a:extLst>
                <a:ext uri="{FF2B5EF4-FFF2-40B4-BE49-F238E27FC236}">
                  <a16:creationId xmlns:a16="http://schemas.microsoft.com/office/drawing/2014/main" id="{F2DC6557-CA87-2F43-A615-EBEB84D2A273}"/>
                </a:ext>
              </a:extLst>
            </p:cNvPr>
            <p:cNvSpPr/>
            <p:nvPr/>
          </p:nvSpPr>
          <p:spPr>
            <a:xfrm>
              <a:off x="11514027" y="2542902"/>
              <a:ext cx="48563" cy="18513"/>
            </a:xfrm>
            <a:custGeom>
              <a:avLst/>
              <a:gdLst>
                <a:gd name="connsiteX0" fmla="*/ 0 w 48563"/>
                <a:gd name="connsiteY0" fmla="*/ 0 h 18513"/>
                <a:gd name="connsiteX1" fmla="*/ 48564 w 48563"/>
                <a:gd name="connsiteY1" fmla="*/ 0 h 18513"/>
                <a:gd name="connsiteX2" fmla="*/ 48564 w 48563"/>
                <a:gd name="connsiteY2" fmla="*/ 18514 h 18513"/>
                <a:gd name="connsiteX3" fmla="*/ 0 w 48563"/>
                <a:gd name="connsiteY3" fmla="*/ 18514 h 18513"/>
              </a:gdLst>
              <a:ahLst/>
              <a:cxnLst>
                <a:cxn ang="0">
                  <a:pos x="connsiteX0" y="connsiteY0"/>
                </a:cxn>
                <a:cxn ang="0">
                  <a:pos x="connsiteX1" y="connsiteY1"/>
                </a:cxn>
                <a:cxn ang="0">
                  <a:pos x="connsiteX2" y="connsiteY2"/>
                </a:cxn>
                <a:cxn ang="0">
                  <a:pos x="connsiteX3" y="connsiteY3"/>
                </a:cxn>
              </a:cxnLst>
              <a:rect l="l" t="t" r="r" b="b"/>
              <a:pathLst>
                <a:path w="48563" h="18513">
                  <a:moveTo>
                    <a:pt x="0" y="0"/>
                  </a:moveTo>
                  <a:lnTo>
                    <a:pt x="48564" y="0"/>
                  </a:lnTo>
                  <a:lnTo>
                    <a:pt x="48564" y="18514"/>
                  </a:lnTo>
                  <a:lnTo>
                    <a:pt x="0" y="18514"/>
                  </a:lnTo>
                  <a:close/>
                </a:path>
              </a:pathLst>
            </a:custGeom>
            <a:solidFill>
              <a:srgbClr val="62B5E5"/>
            </a:solidFill>
            <a:ln w="6390" cap="flat">
              <a:noFill/>
              <a:prstDash val="solid"/>
              <a:miter/>
            </a:ln>
          </p:spPr>
          <p:txBody>
            <a:bodyPr rtlCol="0" anchor="ctr"/>
            <a:lstStyle/>
            <a:p>
              <a:endParaRPr lang="en-US"/>
            </a:p>
          </p:txBody>
        </p:sp>
        <p:sp>
          <p:nvSpPr>
            <p:cNvPr id="726" name="Graphic 4">
              <a:extLst>
                <a:ext uri="{FF2B5EF4-FFF2-40B4-BE49-F238E27FC236}">
                  <a16:creationId xmlns:a16="http://schemas.microsoft.com/office/drawing/2014/main" id="{18F9A221-30DC-F640-86EE-F3851ACDA773}"/>
                </a:ext>
              </a:extLst>
            </p:cNvPr>
            <p:cNvSpPr/>
            <p:nvPr/>
          </p:nvSpPr>
          <p:spPr>
            <a:xfrm>
              <a:off x="11514027" y="2512259"/>
              <a:ext cx="48563" cy="18513"/>
            </a:xfrm>
            <a:custGeom>
              <a:avLst/>
              <a:gdLst>
                <a:gd name="connsiteX0" fmla="*/ 0 w 48563"/>
                <a:gd name="connsiteY0" fmla="*/ 0 h 18513"/>
                <a:gd name="connsiteX1" fmla="*/ 48564 w 48563"/>
                <a:gd name="connsiteY1" fmla="*/ 0 h 18513"/>
                <a:gd name="connsiteX2" fmla="*/ 48564 w 48563"/>
                <a:gd name="connsiteY2" fmla="*/ 18513 h 18513"/>
                <a:gd name="connsiteX3" fmla="*/ 0 w 48563"/>
                <a:gd name="connsiteY3" fmla="*/ 18513 h 18513"/>
              </a:gdLst>
              <a:ahLst/>
              <a:cxnLst>
                <a:cxn ang="0">
                  <a:pos x="connsiteX0" y="connsiteY0"/>
                </a:cxn>
                <a:cxn ang="0">
                  <a:pos x="connsiteX1" y="connsiteY1"/>
                </a:cxn>
                <a:cxn ang="0">
                  <a:pos x="connsiteX2" y="connsiteY2"/>
                </a:cxn>
                <a:cxn ang="0">
                  <a:pos x="connsiteX3" y="connsiteY3"/>
                </a:cxn>
              </a:cxnLst>
              <a:rect l="l" t="t" r="r" b="b"/>
              <a:pathLst>
                <a:path w="48563" h="18513">
                  <a:moveTo>
                    <a:pt x="0" y="0"/>
                  </a:moveTo>
                  <a:lnTo>
                    <a:pt x="48564" y="0"/>
                  </a:lnTo>
                  <a:lnTo>
                    <a:pt x="48564" y="18513"/>
                  </a:lnTo>
                  <a:lnTo>
                    <a:pt x="0" y="18513"/>
                  </a:lnTo>
                  <a:close/>
                </a:path>
              </a:pathLst>
            </a:custGeom>
            <a:solidFill>
              <a:srgbClr val="62B5E5"/>
            </a:solidFill>
            <a:ln w="6390" cap="flat">
              <a:noFill/>
              <a:prstDash val="solid"/>
              <a:miter/>
            </a:ln>
          </p:spPr>
          <p:txBody>
            <a:bodyPr rtlCol="0" anchor="ctr"/>
            <a:lstStyle/>
            <a:p>
              <a:endParaRPr lang="en-US"/>
            </a:p>
          </p:txBody>
        </p:sp>
        <p:sp>
          <p:nvSpPr>
            <p:cNvPr id="727" name="Graphic 4">
              <a:extLst>
                <a:ext uri="{FF2B5EF4-FFF2-40B4-BE49-F238E27FC236}">
                  <a16:creationId xmlns:a16="http://schemas.microsoft.com/office/drawing/2014/main" id="{4A9FDB58-F59E-5444-A589-3A79B2909C37}"/>
                </a:ext>
              </a:extLst>
            </p:cNvPr>
            <p:cNvSpPr/>
            <p:nvPr/>
          </p:nvSpPr>
          <p:spPr>
            <a:xfrm>
              <a:off x="11514027" y="2481616"/>
              <a:ext cx="48563" cy="17875"/>
            </a:xfrm>
            <a:custGeom>
              <a:avLst/>
              <a:gdLst>
                <a:gd name="connsiteX0" fmla="*/ 48563 w 48563"/>
                <a:gd name="connsiteY0" fmla="*/ 17875 h 17875"/>
                <a:gd name="connsiteX1" fmla="*/ 48563 w 48563"/>
                <a:gd name="connsiteY1" fmla="*/ 0 h 17875"/>
                <a:gd name="connsiteX2" fmla="*/ 24281 w 48563"/>
                <a:gd name="connsiteY2" fmla="*/ 0 h 17875"/>
                <a:gd name="connsiteX3" fmla="*/ 0 w 48563"/>
                <a:gd name="connsiteY3" fmla="*/ 0 h 17875"/>
                <a:gd name="connsiteX4" fmla="*/ 0 w 48563"/>
                <a:gd name="connsiteY4" fmla="*/ 17875 h 17875"/>
                <a:gd name="connsiteX5" fmla="*/ 48563 w 48563"/>
                <a:gd name="connsiteY5" fmla="*/ 17875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563" h="17875">
                  <a:moveTo>
                    <a:pt x="48563" y="17875"/>
                  </a:moveTo>
                  <a:lnTo>
                    <a:pt x="48563" y="0"/>
                  </a:lnTo>
                  <a:lnTo>
                    <a:pt x="24281" y="0"/>
                  </a:lnTo>
                  <a:cubicBezTo>
                    <a:pt x="13419" y="0"/>
                    <a:pt x="5751" y="0"/>
                    <a:pt x="0" y="0"/>
                  </a:cubicBezTo>
                  <a:lnTo>
                    <a:pt x="0" y="17875"/>
                  </a:lnTo>
                  <a:lnTo>
                    <a:pt x="48563" y="17875"/>
                  </a:lnTo>
                  <a:close/>
                </a:path>
              </a:pathLst>
            </a:custGeom>
            <a:solidFill>
              <a:srgbClr val="62B5E5"/>
            </a:solidFill>
            <a:ln w="6390" cap="flat">
              <a:noFill/>
              <a:prstDash val="solid"/>
              <a:miter/>
            </a:ln>
          </p:spPr>
          <p:txBody>
            <a:bodyPr rtlCol="0" anchor="ctr"/>
            <a:lstStyle/>
            <a:p>
              <a:endParaRPr lang="en-US"/>
            </a:p>
          </p:txBody>
        </p:sp>
        <p:sp>
          <p:nvSpPr>
            <p:cNvPr id="728" name="Graphic 4">
              <a:extLst>
                <a:ext uri="{FF2B5EF4-FFF2-40B4-BE49-F238E27FC236}">
                  <a16:creationId xmlns:a16="http://schemas.microsoft.com/office/drawing/2014/main" id="{BB5494AD-7FC5-984B-842B-4D0D8C9B8E26}"/>
                </a:ext>
              </a:extLst>
            </p:cNvPr>
            <p:cNvSpPr/>
            <p:nvPr/>
          </p:nvSpPr>
          <p:spPr>
            <a:xfrm>
              <a:off x="11372810" y="2371173"/>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263265 w 361670"/>
                <a:gd name="connsiteY6" fmla="*/ 288556 h 361971"/>
                <a:gd name="connsiteX7" fmla="*/ 256875 w 361670"/>
                <a:gd name="connsiteY7" fmla="*/ 294940 h 361971"/>
                <a:gd name="connsiteX8" fmla="*/ 103517 w 361670"/>
                <a:gd name="connsiteY8" fmla="*/ 294940 h 361971"/>
                <a:gd name="connsiteX9" fmla="*/ 97127 w 361670"/>
                <a:gd name="connsiteY9" fmla="*/ 288556 h 361971"/>
                <a:gd name="connsiteX10" fmla="*/ 97127 w 361670"/>
                <a:gd name="connsiteY10" fmla="*/ 73416 h 361971"/>
                <a:gd name="connsiteX11" fmla="*/ 103517 w 361670"/>
                <a:gd name="connsiteY11" fmla="*/ 67032 h 361971"/>
                <a:gd name="connsiteX12" fmla="*/ 103517 w 361670"/>
                <a:gd name="connsiteY12" fmla="*/ 67032 h 361971"/>
                <a:gd name="connsiteX13" fmla="*/ 256875 w 361670"/>
                <a:gd name="connsiteY13" fmla="*/ 67670 h 361971"/>
                <a:gd name="connsiteX14" fmla="*/ 263265 w 361670"/>
                <a:gd name="connsiteY14" fmla="*/ 74054 h 361971"/>
                <a:gd name="connsiteX15" fmla="*/ 263265 w 361670"/>
                <a:gd name="connsiteY15" fmla="*/ 28855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1670" h="361971">
                  <a:moveTo>
                    <a:pt x="180835" y="0"/>
                  </a:moveTo>
                  <a:cubicBezTo>
                    <a:pt x="80513" y="0"/>
                    <a:pt x="0" y="81077"/>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1670" y="81077"/>
                    <a:pt x="280518" y="0"/>
                    <a:pt x="180835" y="0"/>
                  </a:cubicBezTo>
                  <a:close/>
                  <a:moveTo>
                    <a:pt x="263265" y="288556"/>
                  </a:moveTo>
                  <a:cubicBezTo>
                    <a:pt x="263265" y="292387"/>
                    <a:pt x="260709" y="294940"/>
                    <a:pt x="256875" y="294940"/>
                  </a:cubicBezTo>
                  <a:lnTo>
                    <a:pt x="103517" y="294940"/>
                  </a:lnTo>
                  <a:cubicBezTo>
                    <a:pt x="99683" y="294940"/>
                    <a:pt x="97127" y="292387"/>
                    <a:pt x="97127" y="288556"/>
                  </a:cubicBezTo>
                  <a:lnTo>
                    <a:pt x="97127" y="73416"/>
                  </a:lnTo>
                  <a:cubicBezTo>
                    <a:pt x="97127" y="69586"/>
                    <a:pt x="99683" y="67032"/>
                    <a:pt x="103517" y="67032"/>
                  </a:cubicBezTo>
                  <a:lnTo>
                    <a:pt x="103517" y="67032"/>
                  </a:lnTo>
                  <a:lnTo>
                    <a:pt x="256875" y="67670"/>
                  </a:lnTo>
                  <a:cubicBezTo>
                    <a:pt x="260709" y="67670"/>
                    <a:pt x="263265" y="70224"/>
                    <a:pt x="263265" y="74054"/>
                  </a:cubicBezTo>
                  <a:lnTo>
                    <a:pt x="263265" y="288556"/>
                  </a:lnTo>
                  <a:close/>
                </a:path>
              </a:pathLst>
            </a:custGeom>
            <a:solidFill>
              <a:srgbClr val="62B5E5"/>
            </a:solidFill>
            <a:ln w="6390" cap="flat">
              <a:noFill/>
              <a:prstDash val="solid"/>
              <a:miter/>
            </a:ln>
          </p:spPr>
          <p:txBody>
            <a:bodyPr rtlCol="0" anchor="ctr"/>
            <a:lstStyle/>
            <a:p>
              <a:endParaRPr lang="en-US"/>
            </a:p>
          </p:txBody>
        </p:sp>
        <p:sp>
          <p:nvSpPr>
            <p:cNvPr id="729" name="Graphic 4">
              <a:extLst>
                <a:ext uri="{FF2B5EF4-FFF2-40B4-BE49-F238E27FC236}">
                  <a16:creationId xmlns:a16="http://schemas.microsoft.com/office/drawing/2014/main" id="{C6252A6E-B5FF-5E40-BFAE-BBB267554B8F}"/>
                </a:ext>
              </a:extLst>
            </p:cNvPr>
            <p:cNvSpPr/>
            <p:nvPr/>
          </p:nvSpPr>
          <p:spPr>
            <a:xfrm>
              <a:off x="11483355" y="2450973"/>
              <a:ext cx="140578" cy="202372"/>
            </a:xfrm>
            <a:custGeom>
              <a:avLst/>
              <a:gdLst>
                <a:gd name="connsiteX0" fmla="*/ 0 w 140578"/>
                <a:gd name="connsiteY0" fmla="*/ 0 h 202372"/>
                <a:gd name="connsiteX1" fmla="*/ 0 w 140578"/>
                <a:gd name="connsiteY1" fmla="*/ 202372 h 202372"/>
                <a:gd name="connsiteX2" fmla="*/ 140579 w 140578"/>
                <a:gd name="connsiteY2" fmla="*/ 202372 h 202372"/>
                <a:gd name="connsiteX3" fmla="*/ 140579 w 140578"/>
                <a:gd name="connsiteY3" fmla="*/ 638 h 202372"/>
                <a:gd name="connsiteX4" fmla="*/ 17892 w 140578"/>
                <a:gd name="connsiteY4" fmla="*/ 0 h 202372"/>
                <a:gd name="connsiteX5" fmla="*/ 0 w 140578"/>
                <a:gd name="connsiteY5" fmla="*/ 0 h 202372"/>
                <a:gd name="connsiteX6" fmla="*/ 116297 w 140578"/>
                <a:gd name="connsiteY6" fmla="*/ 183859 h 202372"/>
                <a:gd name="connsiteX7" fmla="*/ 25560 w 140578"/>
                <a:gd name="connsiteY7" fmla="*/ 183859 h 202372"/>
                <a:gd name="connsiteX8" fmla="*/ 19170 w 140578"/>
                <a:gd name="connsiteY8" fmla="*/ 177475 h 202372"/>
                <a:gd name="connsiteX9" fmla="*/ 25560 w 140578"/>
                <a:gd name="connsiteY9" fmla="*/ 171091 h 202372"/>
                <a:gd name="connsiteX10" fmla="*/ 116297 w 140578"/>
                <a:gd name="connsiteY10" fmla="*/ 171091 h 202372"/>
                <a:gd name="connsiteX11" fmla="*/ 122687 w 140578"/>
                <a:gd name="connsiteY11" fmla="*/ 177475 h 202372"/>
                <a:gd name="connsiteX12" fmla="*/ 116297 w 140578"/>
                <a:gd name="connsiteY12" fmla="*/ 183859 h 202372"/>
                <a:gd name="connsiteX13" fmla="*/ 109907 w 140578"/>
                <a:gd name="connsiteY13" fmla="*/ 79162 h 202372"/>
                <a:gd name="connsiteX14" fmla="*/ 116297 w 140578"/>
                <a:gd name="connsiteY14" fmla="*/ 72778 h 202372"/>
                <a:gd name="connsiteX15" fmla="*/ 122687 w 140578"/>
                <a:gd name="connsiteY15" fmla="*/ 79162 h 202372"/>
                <a:gd name="connsiteX16" fmla="*/ 122687 w 140578"/>
                <a:gd name="connsiteY16" fmla="*/ 93206 h 202372"/>
                <a:gd name="connsiteX17" fmla="*/ 116297 w 140578"/>
                <a:gd name="connsiteY17" fmla="*/ 99590 h 202372"/>
                <a:gd name="connsiteX18" fmla="*/ 109907 w 140578"/>
                <a:gd name="connsiteY18" fmla="*/ 93206 h 202372"/>
                <a:gd name="connsiteX19" fmla="*/ 109907 w 140578"/>
                <a:gd name="connsiteY19" fmla="*/ 79162 h 202372"/>
                <a:gd name="connsiteX20" fmla="*/ 17892 w 140578"/>
                <a:gd name="connsiteY20" fmla="*/ 24898 h 202372"/>
                <a:gd name="connsiteX21" fmla="*/ 17892 w 140578"/>
                <a:gd name="connsiteY21" fmla="*/ 24259 h 202372"/>
                <a:gd name="connsiteX22" fmla="*/ 24282 w 140578"/>
                <a:gd name="connsiteY22" fmla="*/ 17875 h 202372"/>
                <a:gd name="connsiteX23" fmla="*/ 24282 w 140578"/>
                <a:gd name="connsiteY23" fmla="*/ 17875 h 202372"/>
                <a:gd name="connsiteX24" fmla="*/ 85625 w 140578"/>
                <a:gd name="connsiteY24" fmla="*/ 17875 h 202372"/>
                <a:gd name="connsiteX25" fmla="*/ 92015 w 140578"/>
                <a:gd name="connsiteY25" fmla="*/ 24259 h 202372"/>
                <a:gd name="connsiteX26" fmla="*/ 92015 w 140578"/>
                <a:gd name="connsiteY26" fmla="*/ 146193 h 202372"/>
                <a:gd name="connsiteX27" fmla="*/ 85625 w 140578"/>
                <a:gd name="connsiteY27" fmla="*/ 152577 h 202372"/>
                <a:gd name="connsiteX28" fmla="*/ 24282 w 140578"/>
                <a:gd name="connsiteY28" fmla="*/ 152577 h 202372"/>
                <a:gd name="connsiteX29" fmla="*/ 17892 w 140578"/>
                <a:gd name="connsiteY29" fmla="*/ 146193 h 202372"/>
                <a:gd name="connsiteX30" fmla="*/ 17892 w 140578"/>
                <a:gd name="connsiteY30" fmla="*/ 24898 h 20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40578" h="202372">
                  <a:moveTo>
                    <a:pt x="0" y="0"/>
                  </a:moveTo>
                  <a:lnTo>
                    <a:pt x="0" y="202372"/>
                  </a:lnTo>
                  <a:lnTo>
                    <a:pt x="140579" y="202372"/>
                  </a:lnTo>
                  <a:lnTo>
                    <a:pt x="140579" y="638"/>
                  </a:lnTo>
                  <a:lnTo>
                    <a:pt x="17892" y="0"/>
                  </a:lnTo>
                  <a:cubicBezTo>
                    <a:pt x="9585" y="0"/>
                    <a:pt x="3834" y="0"/>
                    <a:pt x="0" y="0"/>
                  </a:cubicBezTo>
                  <a:close/>
                  <a:moveTo>
                    <a:pt x="116297" y="183859"/>
                  </a:moveTo>
                  <a:lnTo>
                    <a:pt x="25560" y="183859"/>
                  </a:lnTo>
                  <a:cubicBezTo>
                    <a:pt x="21726" y="183859"/>
                    <a:pt x="19170" y="181305"/>
                    <a:pt x="19170" y="177475"/>
                  </a:cubicBezTo>
                  <a:cubicBezTo>
                    <a:pt x="19170" y="173644"/>
                    <a:pt x="21726" y="171091"/>
                    <a:pt x="25560" y="171091"/>
                  </a:cubicBezTo>
                  <a:lnTo>
                    <a:pt x="116297" y="171091"/>
                  </a:lnTo>
                  <a:cubicBezTo>
                    <a:pt x="120131" y="171091"/>
                    <a:pt x="122687" y="173644"/>
                    <a:pt x="122687" y="177475"/>
                  </a:cubicBezTo>
                  <a:cubicBezTo>
                    <a:pt x="122687" y="181305"/>
                    <a:pt x="120131" y="183859"/>
                    <a:pt x="116297" y="183859"/>
                  </a:cubicBezTo>
                  <a:close/>
                  <a:moveTo>
                    <a:pt x="109907" y="79162"/>
                  </a:moveTo>
                  <a:cubicBezTo>
                    <a:pt x="109907" y="75331"/>
                    <a:pt x="112463" y="72778"/>
                    <a:pt x="116297" y="72778"/>
                  </a:cubicBezTo>
                  <a:cubicBezTo>
                    <a:pt x="120131" y="72778"/>
                    <a:pt x="122687" y="75331"/>
                    <a:pt x="122687" y="79162"/>
                  </a:cubicBezTo>
                  <a:lnTo>
                    <a:pt x="122687" y="93206"/>
                  </a:lnTo>
                  <a:cubicBezTo>
                    <a:pt x="122687" y="97037"/>
                    <a:pt x="120131" y="99590"/>
                    <a:pt x="116297" y="99590"/>
                  </a:cubicBezTo>
                  <a:cubicBezTo>
                    <a:pt x="112463" y="99590"/>
                    <a:pt x="109907" y="97037"/>
                    <a:pt x="109907" y="93206"/>
                  </a:cubicBezTo>
                  <a:lnTo>
                    <a:pt x="109907" y="79162"/>
                  </a:lnTo>
                  <a:close/>
                  <a:moveTo>
                    <a:pt x="17892" y="24898"/>
                  </a:moveTo>
                  <a:lnTo>
                    <a:pt x="17892" y="24259"/>
                  </a:lnTo>
                  <a:cubicBezTo>
                    <a:pt x="17892" y="20429"/>
                    <a:pt x="20448" y="17875"/>
                    <a:pt x="24282" y="17875"/>
                  </a:cubicBezTo>
                  <a:lnTo>
                    <a:pt x="24282" y="17875"/>
                  </a:lnTo>
                  <a:lnTo>
                    <a:pt x="85625" y="17875"/>
                  </a:lnTo>
                  <a:cubicBezTo>
                    <a:pt x="89459" y="17875"/>
                    <a:pt x="92015" y="20429"/>
                    <a:pt x="92015" y="24259"/>
                  </a:cubicBezTo>
                  <a:lnTo>
                    <a:pt x="92015" y="146193"/>
                  </a:lnTo>
                  <a:cubicBezTo>
                    <a:pt x="92015" y="150024"/>
                    <a:pt x="89459" y="152577"/>
                    <a:pt x="85625" y="152577"/>
                  </a:cubicBezTo>
                  <a:lnTo>
                    <a:pt x="24282" y="152577"/>
                  </a:lnTo>
                  <a:cubicBezTo>
                    <a:pt x="20448" y="152577"/>
                    <a:pt x="17892" y="150024"/>
                    <a:pt x="17892" y="146193"/>
                  </a:cubicBezTo>
                  <a:lnTo>
                    <a:pt x="17892" y="24898"/>
                  </a:lnTo>
                  <a:close/>
                </a:path>
              </a:pathLst>
            </a:custGeom>
            <a:solidFill>
              <a:srgbClr val="62B5E5"/>
            </a:solidFill>
            <a:ln w="6390" cap="flat">
              <a:noFill/>
              <a:prstDash val="solid"/>
              <a:miter/>
            </a:ln>
          </p:spPr>
          <p:txBody>
            <a:bodyPr rtlCol="0" anchor="ctr"/>
            <a:lstStyle/>
            <a:p>
              <a:endParaRPr lang="en-US"/>
            </a:p>
          </p:txBody>
        </p:sp>
      </p:grpSp>
      <p:grpSp>
        <p:nvGrpSpPr>
          <p:cNvPr id="730" name="Graphic 4">
            <a:extLst>
              <a:ext uri="{FF2B5EF4-FFF2-40B4-BE49-F238E27FC236}">
                <a16:creationId xmlns:a16="http://schemas.microsoft.com/office/drawing/2014/main" id="{46D3591B-C73D-3342-8BF6-309D1BE29E79}"/>
              </a:ext>
            </a:extLst>
          </p:cNvPr>
          <p:cNvGrpSpPr>
            <a:grpSpLocks noChangeAspect="1"/>
          </p:cNvGrpSpPr>
          <p:nvPr/>
        </p:nvGrpSpPr>
        <p:grpSpPr>
          <a:xfrm>
            <a:off x="10325499" y="2371173"/>
            <a:ext cx="361670" cy="361971"/>
            <a:chOff x="10325499" y="2371173"/>
            <a:chExt cx="361670" cy="361971"/>
          </a:xfrm>
          <a:solidFill>
            <a:srgbClr val="62B5E5"/>
          </a:solidFill>
        </p:grpSpPr>
        <p:sp>
          <p:nvSpPr>
            <p:cNvPr id="731" name="Graphic 4">
              <a:extLst>
                <a:ext uri="{FF2B5EF4-FFF2-40B4-BE49-F238E27FC236}">
                  <a16:creationId xmlns:a16="http://schemas.microsoft.com/office/drawing/2014/main" id="{2BA8DEA1-8D20-9E42-AD69-5DE5C524C10A}"/>
                </a:ext>
              </a:extLst>
            </p:cNvPr>
            <p:cNvSpPr/>
            <p:nvPr/>
          </p:nvSpPr>
          <p:spPr>
            <a:xfrm>
              <a:off x="10325499" y="2371173"/>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310551 w 361670"/>
                <a:gd name="connsiteY7" fmla="*/ 236846 h 361971"/>
                <a:gd name="connsiteX8" fmla="*/ 306717 w 361670"/>
                <a:gd name="connsiteY8" fmla="*/ 236846 h 361971"/>
                <a:gd name="connsiteX9" fmla="*/ 306078 w 361670"/>
                <a:gd name="connsiteY9" fmla="*/ 245783 h 361971"/>
                <a:gd name="connsiteX10" fmla="*/ 302244 w 361670"/>
                <a:gd name="connsiteY10" fmla="*/ 247060 h 361971"/>
                <a:gd name="connsiteX11" fmla="*/ 290103 w 361670"/>
                <a:gd name="connsiteY11" fmla="*/ 247060 h 361971"/>
                <a:gd name="connsiteX12" fmla="*/ 283713 w 361670"/>
                <a:gd name="connsiteY12" fmla="*/ 240676 h 361971"/>
                <a:gd name="connsiteX13" fmla="*/ 284991 w 361670"/>
                <a:gd name="connsiteY13" fmla="*/ 236846 h 361971"/>
                <a:gd name="connsiteX14" fmla="*/ 75401 w 361670"/>
                <a:gd name="connsiteY14" fmla="*/ 236846 h 361971"/>
                <a:gd name="connsiteX15" fmla="*/ 76679 w 361670"/>
                <a:gd name="connsiteY15" fmla="*/ 240676 h 361971"/>
                <a:gd name="connsiteX16" fmla="*/ 70289 w 361670"/>
                <a:gd name="connsiteY16" fmla="*/ 247060 h 361971"/>
                <a:gd name="connsiteX17" fmla="*/ 58148 w 361670"/>
                <a:gd name="connsiteY17" fmla="*/ 247060 h 361971"/>
                <a:gd name="connsiteX18" fmla="*/ 51758 w 361670"/>
                <a:gd name="connsiteY18" fmla="*/ 240676 h 361971"/>
                <a:gd name="connsiteX19" fmla="*/ 53036 w 361670"/>
                <a:gd name="connsiteY19" fmla="*/ 236846 h 361971"/>
                <a:gd name="connsiteX20" fmla="*/ 49202 w 361670"/>
                <a:gd name="connsiteY20" fmla="*/ 236846 h 361971"/>
                <a:gd name="connsiteX21" fmla="*/ 42812 w 361670"/>
                <a:gd name="connsiteY21" fmla="*/ 230462 h 361971"/>
                <a:gd name="connsiteX22" fmla="*/ 42812 w 361670"/>
                <a:gd name="connsiteY22" fmla="*/ 173006 h 361971"/>
                <a:gd name="connsiteX23" fmla="*/ 50481 w 361670"/>
                <a:gd name="connsiteY23" fmla="*/ 151300 h 361971"/>
                <a:gd name="connsiteX24" fmla="*/ 68372 w 361670"/>
                <a:gd name="connsiteY24" fmla="*/ 144278 h 361971"/>
                <a:gd name="connsiteX25" fmla="*/ 70928 w 361670"/>
                <a:gd name="connsiteY25" fmla="*/ 144278 h 361971"/>
                <a:gd name="connsiteX26" fmla="*/ 70928 w 361670"/>
                <a:gd name="connsiteY26" fmla="*/ 120657 h 361971"/>
                <a:gd name="connsiteX27" fmla="*/ 77318 w 361670"/>
                <a:gd name="connsiteY27" fmla="*/ 114273 h 361971"/>
                <a:gd name="connsiteX28" fmla="*/ 280518 w 361670"/>
                <a:gd name="connsiteY28" fmla="*/ 114273 h 361971"/>
                <a:gd name="connsiteX29" fmla="*/ 286908 w 361670"/>
                <a:gd name="connsiteY29" fmla="*/ 120657 h 361971"/>
                <a:gd name="connsiteX30" fmla="*/ 286908 w 361670"/>
                <a:gd name="connsiteY30" fmla="*/ 144278 h 361971"/>
                <a:gd name="connsiteX31" fmla="*/ 290103 w 361670"/>
                <a:gd name="connsiteY31" fmla="*/ 144278 h 361971"/>
                <a:gd name="connsiteX32" fmla="*/ 308634 w 361670"/>
                <a:gd name="connsiteY32" fmla="*/ 151300 h 361971"/>
                <a:gd name="connsiteX33" fmla="*/ 315663 w 361670"/>
                <a:gd name="connsiteY33" fmla="*/ 170452 h 361971"/>
                <a:gd name="connsiteX34" fmla="*/ 315663 w 361670"/>
                <a:gd name="connsiteY34" fmla="*/ 231100 h 361971"/>
                <a:gd name="connsiteX35" fmla="*/ 310551 w 361670"/>
                <a:gd name="connsiteY35" fmla="*/ 23684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1670" h="361971">
                  <a:moveTo>
                    <a:pt x="180835" y="0"/>
                  </a:moveTo>
                  <a:cubicBezTo>
                    <a:pt x="80513" y="0"/>
                    <a:pt x="0" y="81077"/>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1670" y="81077"/>
                    <a:pt x="280518" y="0"/>
                    <a:pt x="180835" y="0"/>
                  </a:cubicBezTo>
                  <a:cubicBezTo>
                    <a:pt x="180835" y="0"/>
                    <a:pt x="180835" y="0"/>
                    <a:pt x="180835" y="0"/>
                  </a:cubicBezTo>
                  <a:close/>
                  <a:moveTo>
                    <a:pt x="310551" y="236846"/>
                  </a:moveTo>
                  <a:lnTo>
                    <a:pt x="306717" y="236846"/>
                  </a:lnTo>
                  <a:cubicBezTo>
                    <a:pt x="309273" y="239399"/>
                    <a:pt x="308634" y="243868"/>
                    <a:pt x="306078" y="245783"/>
                  </a:cubicBezTo>
                  <a:cubicBezTo>
                    <a:pt x="304800" y="246422"/>
                    <a:pt x="303522" y="247060"/>
                    <a:pt x="302244" y="247060"/>
                  </a:cubicBezTo>
                  <a:lnTo>
                    <a:pt x="290103" y="247060"/>
                  </a:lnTo>
                  <a:cubicBezTo>
                    <a:pt x="286269" y="247060"/>
                    <a:pt x="283713" y="243868"/>
                    <a:pt x="283713" y="240676"/>
                  </a:cubicBezTo>
                  <a:cubicBezTo>
                    <a:pt x="283713" y="239399"/>
                    <a:pt x="284352" y="238123"/>
                    <a:pt x="284991" y="236846"/>
                  </a:cubicBezTo>
                  <a:lnTo>
                    <a:pt x="75401" y="236846"/>
                  </a:lnTo>
                  <a:cubicBezTo>
                    <a:pt x="76679" y="238123"/>
                    <a:pt x="76679" y="239399"/>
                    <a:pt x="76679" y="240676"/>
                  </a:cubicBezTo>
                  <a:cubicBezTo>
                    <a:pt x="76679" y="244507"/>
                    <a:pt x="74123" y="247060"/>
                    <a:pt x="70289" y="247060"/>
                  </a:cubicBezTo>
                  <a:lnTo>
                    <a:pt x="58148" y="247060"/>
                  </a:lnTo>
                  <a:cubicBezTo>
                    <a:pt x="54314" y="247060"/>
                    <a:pt x="51758" y="243868"/>
                    <a:pt x="51758" y="240676"/>
                  </a:cubicBezTo>
                  <a:cubicBezTo>
                    <a:pt x="51758" y="239399"/>
                    <a:pt x="52397" y="238123"/>
                    <a:pt x="53036" y="236846"/>
                  </a:cubicBezTo>
                  <a:lnTo>
                    <a:pt x="49202" y="236846"/>
                  </a:lnTo>
                  <a:cubicBezTo>
                    <a:pt x="45368" y="236846"/>
                    <a:pt x="42812" y="234292"/>
                    <a:pt x="42812" y="230462"/>
                  </a:cubicBezTo>
                  <a:lnTo>
                    <a:pt x="42812" y="173006"/>
                  </a:lnTo>
                  <a:cubicBezTo>
                    <a:pt x="42173" y="165345"/>
                    <a:pt x="45368" y="157684"/>
                    <a:pt x="50481" y="151300"/>
                  </a:cubicBezTo>
                  <a:cubicBezTo>
                    <a:pt x="54953" y="146193"/>
                    <a:pt x="61982" y="143640"/>
                    <a:pt x="68372" y="144278"/>
                  </a:cubicBezTo>
                  <a:cubicBezTo>
                    <a:pt x="69650" y="144278"/>
                    <a:pt x="70289" y="144278"/>
                    <a:pt x="70928" y="144278"/>
                  </a:cubicBezTo>
                  <a:lnTo>
                    <a:pt x="70928" y="120657"/>
                  </a:lnTo>
                  <a:cubicBezTo>
                    <a:pt x="70928" y="116827"/>
                    <a:pt x="73484" y="114273"/>
                    <a:pt x="77318" y="114273"/>
                  </a:cubicBezTo>
                  <a:lnTo>
                    <a:pt x="280518" y="114273"/>
                  </a:lnTo>
                  <a:cubicBezTo>
                    <a:pt x="284352" y="114273"/>
                    <a:pt x="286908" y="116827"/>
                    <a:pt x="286908" y="120657"/>
                  </a:cubicBezTo>
                  <a:lnTo>
                    <a:pt x="286908" y="144278"/>
                  </a:lnTo>
                  <a:cubicBezTo>
                    <a:pt x="288186" y="144278"/>
                    <a:pt x="288825" y="144278"/>
                    <a:pt x="290103" y="144278"/>
                  </a:cubicBezTo>
                  <a:cubicBezTo>
                    <a:pt x="297132" y="144278"/>
                    <a:pt x="303522" y="146832"/>
                    <a:pt x="308634" y="151300"/>
                  </a:cubicBezTo>
                  <a:cubicBezTo>
                    <a:pt x="313107" y="156408"/>
                    <a:pt x="315663" y="163430"/>
                    <a:pt x="315663" y="170452"/>
                  </a:cubicBezTo>
                  <a:lnTo>
                    <a:pt x="315663" y="231100"/>
                  </a:lnTo>
                  <a:cubicBezTo>
                    <a:pt x="316941" y="234292"/>
                    <a:pt x="313746" y="236846"/>
                    <a:pt x="310551" y="236846"/>
                  </a:cubicBezTo>
                  <a:close/>
                </a:path>
              </a:pathLst>
            </a:custGeom>
            <a:solidFill>
              <a:srgbClr val="62B5E5"/>
            </a:solidFill>
            <a:ln w="6390" cap="flat">
              <a:noFill/>
              <a:prstDash val="solid"/>
              <a:miter/>
            </a:ln>
          </p:spPr>
          <p:txBody>
            <a:bodyPr rtlCol="0" anchor="ctr"/>
            <a:lstStyle/>
            <a:p>
              <a:endParaRPr lang="en-US"/>
            </a:p>
          </p:txBody>
        </p:sp>
        <p:sp>
          <p:nvSpPr>
            <p:cNvPr id="732" name="Graphic 4">
              <a:extLst>
                <a:ext uri="{FF2B5EF4-FFF2-40B4-BE49-F238E27FC236}">
                  <a16:creationId xmlns:a16="http://schemas.microsoft.com/office/drawing/2014/main" id="{17C5DD92-244B-2D4E-BEFD-5900E999D8BE}"/>
                </a:ext>
              </a:extLst>
            </p:cNvPr>
            <p:cNvSpPr/>
            <p:nvPr/>
          </p:nvSpPr>
          <p:spPr>
            <a:xfrm>
              <a:off x="10420070" y="2571630"/>
              <a:ext cx="171250" cy="23620"/>
            </a:xfrm>
            <a:custGeom>
              <a:avLst/>
              <a:gdLst>
                <a:gd name="connsiteX0" fmla="*/ 0 w 171250"/>
                <a:gd name="connsiteY0" fmla="*/ 0 h 23620"/>
                <a:gd name="connsiteX1" fmla="*/ 171250 w 171250"/>
                <a:gd name="connsiteY1" fmla="*/ 0 h 23620"/>
                <a:gd name="connsiteX2" fmla="*/ 171250 w 171250"/>
                <a:gd name="connsiteY2" fmla="*/ 23621 h 23620"/>
                <a:gd name="connsiteX3" fmla="*/ 0 w 171250"/>
                <a:gd name="connsiteY3" fmla="*/ 23621 h 23620"/>
              </a:gdLst>
              <a:ahLst/>
              <a:cxnLst>
                <a:cxn ang="0">
                  <a:pos x="connsiteX0" y="connsiteY0"/>
                </a:cxn>
                <a:cxn ang="0">
                  <a:pos x="connsiteX1" y="connsiteY1"/>
                </a:cxn>
                <a:cxn ang="0">
                  <a:pos x="connsiteX2" y="connsiteY2"/>
                </a:cxn>
                <a:cxn ang="0">
                  <a:pos x="connsiteX3" y="connsiteY3"/>
                </a:cxn>
              </a:cxnLst>
              <a:rect l="l" t="t" r="r" b="b"/>
              <a:pathLst>
                <a:path w="171250" h="23620">
                  <a:moveTo>
                    <a:pt x="0" y="0"/>
                  </a:moveTo>
                  <a:lnTo>
                    <a:pt x="171250" y="0"/>
                  </a:lnTo>
                  <a:lnTo>
                    <a:pt x="171250" y="23621"/>
                  </a:lnTo>
                  <a:lnTo>
                    <a:pt x="0" y="23621"/>
                  </a:lnTo>
                  <a:close/>
                </a:path>
              </a:pathLst>
            </a:custGeom>
            <a:solidFill>
              <a:srgbClr val="62B5E5"/>
            </a:solidFill>
            <a:ln w="6390" cap="flat">
              <a:noFill/>
              <a:prstDash val="solid"/>
              <a:miter/>
            </a:ln>
          </p:spPr>
          <p:txBody>
            <a:bodyPr rtlCol="0" anchor="ctr"/>
            <a:lstStyle/>
            <a:p>
              <a:endParaRPr lang="en-US"/>
            </a:p>
          </p:txBody>
        </p:sp>
        <p:sp>
          <p:nvSpPr>
            <p:cNvPr id="733" name="Graphic 4">
              <a:extLst>
                <a:ext uri="{FF2B5EF4-FFF2-40B4-BE49-F238E27FC236}">
                  <a16:creationId xmlns:a16="http://schemas.microsoft.com/office/drawing/2014/main" id="{3D33D9DF-031C-6843-BB7D-B0C7D60202F5}"/>
                </a:ext>
              </a:extLst>
            </p:cNvPr>
            <p:cNvSpPr/>
            <p:nvPr/>
          </p:nvSpPr>
          <p:spPr>
            <a:xfrm>
              <a:off x="10410485" y="2498853"/>
              <a:ext cx="190420" cy="60647"/>
            </a:xfrm>
            <a:custGeom>
              <a:avLst/>
              <a:gdLst>
                <a:gd name="connsiteX0" fmla="*/ 9585 w 190420"/>
                <a:gd name="connsiteY0" fmla="*/ 45326 h 60647"/>
                <a:gd name="connsiteX1" fmla="*/ 9585 w 190420"/>
                <a:gd name="connsiteY1" fmla="*/ 60648 h 60647"/>
                <a:gd name="connsiteX2" fmla="*/ 180836 w 190420"/>
                <a:gd name="connsiteY2" fmla="*/ 60648 h 60647"/>
                <a:gd name="connsiteX3" fmla="*/ 180836 w 190420"/>
                <a:gd name="connsiteY3" fmla="*/ 42773 h 60647"/>
                <a:gd name="connsiteX4" fmla="*/ 187225 w 190420"/>
                <a:gd name="connsiteY4" fmla="*/ 24259 h 60647"/>
                <a:gd name="connsiteX5" fmla="*/ 190420 w 190420"/>
                <a:gd name="connsiteY5" fmla="*/ 21706 h 60647"/>
                <a:gd name="connsiteX6" fmla="*/ 190420 w 190420"/>
                <a:gd name="connsiteY6" fmla="*/ 0 h 60647"/>
                <a:gd name="connsiteX7" fmla="*/ 0 w 190420"/>
                <a:gd name="connsiteY7" fmla="*/ 0 h 60647"/>
                <a:gd name="connsiteX8" fmla="*/ 0 w 190420"/>
                <a:gd name="connsiteY8" fmla="*/ 22344 h 60647"/>
                <a:gd name="connsiteX9" fmla="*/ 1917 w 190420"/>
                <a:gd name="connsiteY9" fmla="*/ 23621 h 60647"/>
                <a:gd name="connsiteX10" fmla="*/ 9585 w 190420"/>
                <a:gd name="connsiteY10" fmla="*/ 45326 h 60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0420" h="60647">
                  <a:moveTo>
                    <a:pt x="9585" y="45326"/>
                  </a:moveTo>
                  <a:lnTo>
                    <a:pt x="9585" y="60648"/>
                  </a:lnTo>
                  <a:lnTo>
                    <a:pt x="180836" y="60648"/>
                  </a:lnTo>
                  <a:lnTo>
                    <a:pt x="180836" y="42773"/>
                  </a:lnTo>
                  <a:cubicBezTo>
                    <a:pt x="180197" y="35750"/>
                    <a:pt x="182753" y="29366"/>
                    <a:pt x="187225" y="24259"/>
                  </a:cubicBezTo>
                  <a:cubicBezTo>
                    <a:pt x="187864" y="22982"/>
                    <a:pt x="189143" y="22344"/>
                    <a:pt x="190420" y="21706"/>
                  </a:cubicBezTo>
                  <a:lnTo>
                    <a:pt x="190420" y="0"/>
                  </a:lnTo>
                  <a:lnTo>
                    <a:pt x="0" y="0"/>
                  </a:lnTo>
                  <a:lnTo>
                    <a:pt x="0" y="22344"/>
                  </a:lnTo>
                  <a:cubicBezTo>
                    <a:pt x="640" y="22982"/>
                    <a:pt x="1278" y="22982"/>
                    <a:pt x="1917" y="23621"/>
                  </a:cubicBezTo>
                  <a:cubicBezTo>
                    <a:pt x="7030" y="29366"/>
                    <a:pt x="9585" y="37027"/>
                    <a:pt x="9585" y="45326"/>
                  </a:cubicBezTo>
                  <a:close/>
                </a:path>
              </a:pathLst>
            </a:custGeom>
            <a:solidFill>
              <a:srgbClr val="62B5E5"/>
            </a:solidFill>
            <a:ln w="6390" cap="flat">
              <a:noFill/>
              <a:prstDash val="solid"/>
              <a:miter/>
            </a:ln>
          </p:spPr>
          <p:txBody>
            <a:bodyPr rtlCol="0" anchor="ctr"/>
            <a:lstStyle/>
            <a:p>
              <a:endParaRPr lang="en-US"/>
            </a:p>
          </p:txBody>
        </p:sp>
        <p:sp>
          <p:nvSpPr>
            <p:cNvPr id="734" name="Graphic 4">
              <a:extLst>
                <a:ext uri="{FF2B5EF4-FFF2-40B4-BE49-F238E27FC236}">
                  <a16:creationId xmlns:a16="http://schemas.microsoft.com/office/drawing/2014/main" id="{C11D094F-F86D-4649-AFF5-EDBAC43A67FC}"/>
                </a:ext>
              </a:extLst>
            </p:cNvPr>
            <p:cNvSpPr/>
            <p:nvPr/>
          </p:nvSpPr>
          <p:spPr>
            <a:xfrm>
              <a:off x="10382246" y="2528056"/>
              <a:ext cx="25044" cy="67832"/>
            </a:xfrm>
            <a:custGeom>
              <a:avLst/>
              <a:gdLst>
                <a:gd name="connsiteX0" fmla="*/ 12904 w 25044"/>
                <a:gd name="connsiteY0" fmla="*/ 163 h 67832"/>
                <a:gd name="connsiteX1" fmla="*/ 3958 w 25044"/>
                <a:gd name="connsiteY1" fmla="*/ 3355 h 67832"/>
                <a:gd name="connsiteX2" fmla="*/ 124 w 25044"/>
                <a:gd name="connsiteY2" fmla="*/ 16123 h 67832"/>
                <a:gd name="connsiteX3" fmla="*/ 124 w 25044"/>
                <a:gd name="connsiteY3" fmla="*/ 67833 h 67832"/>
                <a:gd name="connsiteX4" fmla="*/ 25044 w 25044"/>
                <a:gd name="connsiteY4" fmla="*/ 67833 h 67832"/>
                <a:gd name="connsiteX5" fmla="*/ 25044 w 25044"/>
                <a:gd name="connsiteY5" fmla="*/ 16123 h 67832"/>
                <a:gd name="connsiteX6" fmla="*/ 20572 w 25044"/>
                <a:gd name="connsiteY6" fmla="*/ 3355 h 67832"/>
                <a:gd name="connsiteX7" fmla="*/ 12904 w 25044"/>
                <a:gd name="connsiteY7" fmla="*/ 163 h 67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44" h="67832">
                  <a:moveTo>
                    <a:pt x="12904" y="163"/>
                  </a:moveTo>
                  <a:cubicBezTo>
                    <a:pt x="9709" y="163"/>
                    <a:pt x="6514" y="801"/>
                    <a:pt x="3958" y="3355"/>
                  </a:cubicBezTo>
                  <a:cubicBezTo>
                    <a:pt x="1402" y="7185"/>
                    <a:pt x="-516" y="11654"/>
                    <a:pt x="124" y="16123"/>
                  </a:cubicBezTo>
                  <a:lnTo>
                    <a:pt x="124" y="67833"/>
                  </a:lnTo>
                  <a:lnTo>
                    <a:pt x="25044" y="67833"/>
                  </a:lnTo>
                  <a:lnTo>
                    <a:pt x="25044" y="16123"/>
                  </a:lnTo>
                  <a:cubicBezTo>
                    <a:pt x="25044" y="11654"/>
                    <a:pt x="23767" y="7185"/>
                    <a:pt x="20572" y="3355"/>
                  </a:cubicBezTo>
                  <a:cubicBezTo>
                    <a:pt x="18654" y="801"/>
                    <a:pt x="16099" y="-476"/>
                    <a:pt x="12904" y="163"/>
                  </a:cubicBezTo>
                  <a:close/>
                </a:path>
              </a:pathLst>
            </a:custGeom>
            <a:solidFill>
              <a:srgbClr val="62B5E5"/>
            </a:solidFill>
            <a:ln w="6390" cap="flat">
              <a:noFill/>
              <a:prstDash val="solid"/>
              <a:miter/>
            </a:ln>
          </p:spPr>
          <p:txBody>
            <a:bodyPr rtlCol="0" anchor="ctr"/>
            <a:lstStyle/>
            <a:p>
              <a:endParaRPr lang="en-US"/>
            </a:p>
          </p:txBody>
        </p:sp>
        <p:sp>
          <p:nvSpPr>
            <p:cNvPr id="735" name="Graphic 4">
              <a:extLst>
                <a:ext uri="{FF2B5EF4-FFF2-40B4-BE49-F238E27FC236}">
                  <a16:creationId xmlns:a16="http://schemas.microsoft.com/office/drawing/2014/main" id="{FE7AF2D4-AB85-7C47-831E-9E0AE5286062}"/>
                </a:ext>
              </a:extLst>
            </p:cNvPr>
            <p:cNvSpPr/>
            <p:nvPr/>
          </p:nvSpPr>
          <p:spPr>
            <a:xfrm>
              <a:off x="10604100" y="2528219"/>
              <a:ext cx="25559" cy="67670"/>
            </a:xfrm>
            <a:custGeom>
              <a:avLst/>
              <a:gdLst>
                <a:gd name="connsiteX0" fmla="*/ 25560 w 25559"/>
                <a:gd name="connsiteY0" fmla="*/ 13406 h 67670"/>
                <a:gd name="connsiteX1" fmla="*/ 21726 w 25559"/>
                <a:gd name="connsiteY1" fmla="*/ 3192 h 67670"/>
                <a:gd name="connsiteX2" fmla="*/ 12780 w 25559"/>
                <a:gd name="connsiteY2" fmla="*/ 0 h 67670"/>
                <a:gd name="connsiteX3" fmla="*/ 6390 w 25559"/>
                <a:gd name="connsiteY3" fmla="*/ 1277 h 67670"/>
                <a:gd name="connsiteX4" fmla="*/ 5112 w 25559"/>
                <a:gd name="connsiteY4" fmla="*/ 1915 h 67670"/>
                <a:gd name="connsiteX5" fmla="*/ 3195 w 25559"/>
                <a:gd name="connsiteY5" fmla="*/ 3830 h 67670"/>
                <a:gd name="connsiteX6" fmla="*/ 0 w 25559"/>
                <a:gd name="connsiteY6" fmla="*/ 13406 h 67670"/>
                <a:gd name="connsiteX7" fmla="*/ 0 w 25559"/>
                <a:gd name="connsiteY7" fmla="*/ 67670 h 67670"/>
                <a:gd name="connsiteX8" fmla="*/ 25560 w 25559"/>
                <a:gd name="connsiteY8" fmla="*/ 67670 h 67670"/>
                <a:gd name="connsiteX9" fmla="*/ 25560 w 25559"/>
                <a:gd name="connsiteY9" fmla="*/ 13406 h 6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59" h="67670">
                  <a:moveTo>
                    <a:pt x="25560" y="13406"/>
                  </a:moveTo>
                  <a:cubicBezTo>
                    <a:pt x="25560" y="9576"/>
                    <a:pt x="24282" y="6384"/>
                    <a:pt x="21726" y="3192"/>
                  </a:cubicBezTo>
                  <a:cubicBezTo>
                    <a:pt x="19170" y="638"/>
                    <a:pt x="15975" y="0"/>
                    <a:pt x="12780" y="0"/>
                  </a:cubicBezTo>
                  <a:cubicBezTo>
                    <a:pt x="10863" y="0"/>
                    <a:pt x="8307" y="638"/>
                    <a:pt x="6390" y="1277"/>
                  </a:cubicBezTo>
                  <a:cubicBezTo>
                    <a:pt x="6390" y="1277"/>
                    <a:pt x="5751" y="1915"/>
                    <a:pt x="5112" y="1915"/>
                  </a:cubicBezTo>
                  <a:cubicBezTo>
                    <a:pt x="4473" y="2554"/>
                    <a:pt x="3834" y="3192"/>
                    <a:pt x="3195" y="3830"/>
                  </a:cubicBezTo>
                  <a:cubicBezTo>
                    <a:pt x="1278" y="6384"/>
                    <a:pt x="0" y="10214"/>
                    <a:pt x="0" y="13406"/>
                  </a:cubicBezTo>
                  <a:lnTo>
                    <a:pt x="0" y="67670"/>
                  </a:lnTo>
                  <a:lnTo>
                    <a:pt x="25560" y="67670"/>
                  </a:lnTo>
                  <a:lnTo>
                    <a:pt x="25560" y="13406"/>
                  </a:lnTo>
                  <a:close/>
                </a:path>
              </a:pathLst>
            </a:custGeom>
            <a:solidFill>
              <a:srgbClr val="62B5E5"/>
            </a:solidFill>
            <a:ln w="6390" cap="flat">
              <a:noFill/>
              <a:prstDash val="solid"/>
              <a:miter/>
            </a:ln>
          </p:spPr>
          <p:txBody>
            <a:bodyPr rtlCol="0" anchor="ctr"/>
            <a:lstStyle/>
            <a:p>
              <a:endParaRPr lang="en-US"/>
            </a:p>
          </p:txBody>
        </p:sp>
      </p:grpSp>
      <p:grpSp>
        <p:nvGrpSpPr>
          <p:cNvPr id="736" name="Graphic 4">
            <a:extLst>
              <a:ext uri="{FF2B5EF4-FFF2-40B4-BE49-F238E27FC236}">
                <a16:creationId xmlns:a16="http://schemas.microsoft.com/office/drawing/2014/main" id="{F54A66F0-D6A3-5646-8196-9C7683516AB8}"/>
              </a:ext>
            </a:extLst>
          </p:cNvPr>
          <p:cNvGrpSpPr>
            <a:grpSpLocks noChangeAspect="1"/>
          </p:cNvGrpSpPr>
          <p:nvPr/>
        </p:nvGrpSpPr>
        <p:grpSpPr>
          <a:xfrm>
            <a:off x="2559808" y="3339623"/>
            <a:ext cx="362313" cy="361971"/>
            <a:chOff x="2559808" y="3339623"/>
            <a:chExt cx="362313" cy="361971"/>
          </a:xfrm>
          <a:solidFill>
            <a:srgbClr val="0076A8"/>
          </a:solidFill>
        </p:grpSpPr>
        <p:sp>
          <p:nvSpPr>
            <p:cNvPr id="737" name="Graphic 4">
              <a:extLst>
                <a:ext uri="{FF2B5EF4-FFF2-40B4-BE49-F238E27FC236}">
                  <a16:creationId xmlns:a16="http://schemas.microsoft.com/office/drawing/2014/main" id="{76A3E6DC-5B5E-8242-92B4-20C961583AFD}"/>
                </a:ext>
              </a:extLst>
            </p:cNvPr>
            <p:cNvSpPr/>
            <p:nvPr/>
          </p:nvSpPr>
          <p:spPr>
            <a:xfrm>
              <a:off x="2559808" y="33396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362309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29 w 362313"/>
                <a:gd name="connsiteY9" fmla="*/ 180667 h 361971"/>
                <a:gd name="connsiteX10" fmla="*/ 349529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lnTo>
                    <a:pt x="181474" y="349204"/>
                  </a:lnTo>
                  <a:close/>
                </a:path>
              </a:pathLst>
            </a:custGeom>
            <a:solidFill>
              <a:srgbClr val="0076A8"/>
            </a:solidFill>
            <a:ln w="6390" cap="flat">
              <a:noFill/>
              <a:prstDash val="solid"/>
              <a:miter/>
            </a:ln>
          </p:spPr>
          <p:txBody>
            <a:bodyPr rtlCol="0" anchor="ctr"/>
            <a:lstStyle/>
            <a:p>
              <a:endParaRPr lang="en-US"/>
            </a:p>
          </p:txBody>
        </p:sp>
        <p:sp>
          <p:nvSpPr>
            <p:cNvPr id="738" name="Graphic 4">
              <a:extLst>
                <a:ext uri="{FF2B5EF4-FFF2-40B4-BE49-F238E27FC236}">
                  <a16:creationId xmlns:a16="http://schemas.microsoft.com/office/drawing/2014/main" id="{EEAF46C2-5F55-704B-9C43-B7B69AD27778}"/>
                </a:ext>
              </a:extLst>
            </p:cNvPr>
            <p:cNvSpPr/>
            <p:nvPr/>
          </p:nvSpPr>
          <p:spPr>
            <a:xfrm>
              <a:off x="2684412" y="3397079"/>
              <a:ext cx="113390" cy="248337"/>
            </a:xfrm>
            <a:custGeom>
              <a:avLst/>
              <a:gdLst>
                <a:gd name="connsiteX0" fmla="*/ 107990 w 113390"/>
                <a:gd name="connsiteY0" fmla="*/ 84269 h 248337"/>
                <a:gd name="connsiteX1" fmla="*/ 101600 w 113390"/>
                <a:gd name="connsiteY1" fmla="*/ 90653 h 248337"/>
                <a:gd name="connsiteX2" fmla="*/ 101600 w 113390"/>
                <a:gd name="connsiteY2" fmla="*/ 98313 h 248337"/>
                <a:gd name="connsiteX3" fmla="*/ 99044 w 113390"/>
                <a:gd name="connsiteY3" fmla="*/ 98313 h 248337"/>
                <a:gd name="connsiteX4" fmla="*/ 87542 w 113390"/>
                <a:gd name="connsiteY4" fmla="*/ 74693 h 248337"/>
                <a:gd name="connsiteX5" fmla="*/ 87542 w 113390"/>
                <a:gd name="connsiteY5" fmla="*/ 50434 h 248337"/>
                <a:gd name="connsiteX6" fmla="*/ 86903 w 113390"/>
                <a:gd name="connsiteY6" fmla="*/ 48518 h 248337"/>
                <a:gd name="connsiteX7" fmla="*/ 86903 w 113390"/>
                <a:gd name="connsiteY7" fmla="*/ 47880 h 248337"/>
                <a:gd name="connsiteX8" fmla="*/ 86903 w 113390"/>
                <a:gd name="connsiteY8" fmla="*/ 47880 h 248337"/>
                <a:gd name="connsiteX9" fmla="*/ 62621 w 113390"/>
                <a:gd name="connsiteY9" fmla="*/ 3192 h 248337"/>
                <a:gd name="connsiteX10" fmla="*/ 56870 w 113390"/>
                <a:gd name="connsiteY10" fmla="*/ 0 h 248337"/>
                <a:gd name="connsiteX11" fmla="*/ 56870 w 113390"/>
                <a:gd name="connsiteY11" fmla="*/ 0 h 248337"/>
                <a:gd name="connsiteX12" fmla="*/ 51119 w 113390"/>
                <a:gd name="connsiteY12" fmla="*/ 3192 h 248337"/>
                <a:gd name="connsiteX13" fmla="*/ 26199 w 113390"/>
                <a:gd name="connsiteY13" fmla="*/ 47880 h 248337"/>
                <a:gd name="connsiteX14" fmla="*/ 26199 w 113390"/>
                <a:gd name="connsiteY14" fmla="*/ 48518 h 248337"/>
                <a:gd name="connsiteX15" fmla="*/ 26199 w 113390"/>
                <a:gd name="connsiteY15" fmla="*/ 49157 h 248337"/>
                <a:gd name="connsiteX16" fmla="*/ 25560 w 113390"/>
                <a:gd name="connsiteY16" fmla="*/ 51072 h 248337"/>
                <a:gd name="connsiteX17" fmla="*/ 25560 w 113390"/>
                <a:gd name="connsiteY17" fmla="*/ 75331 h 248337"/>
                <a:gd name="connsiteX18" fmla="*/ 15336 w 113390"/>
                <a:gd name="connsiteY18" fmla="*/ 98952 h 248337"/>
                <a:gd name="connsiteX19" fmla="*/ 12780 w 113390"/>
                <a:gd name="connsiteY19" fmla="*/ 98952 h 248337"/>
                <a:gd name="connsiteX20" fmla="*/ 12780 w 113390"/>
                <a:gd name="connsiteY20" fmla="*/ 91291 h 248337"/>
                <a:gd name="connsiteX21" fmla="*/ 6390 w 113390"/>
                <a:gd name="connsiteY21" fmla="*/ 84907 h 248337"/>
                <a:gd name="connsiteX22" fmla="*/ 0 w 113390"/>
                <a:gd name="connsiteY22" fmla="*/ 91291 h 248337"/>
                <a:gd name="connsiteX23" fmla="*/ 0 w 113390"/>
                <a:gd name="connsiteY23" fmla="*/ 204926 h 248337"/>
                <a:gd name="connsiteX24" fmla="*/ 6390 w 113390"/>
                <a:gd name="connsiteY24" fmla="*/ 211310 h 248337"/>
                <a:gd name="connsiteX25" fmla="*/ 14697 w 113390"/>
                <a:gd name="connsiteY25" fmla="*/ 211310 h 248337"/>
                <a:gd name="connsiteX26" fmla="*/ 14697 w 113390"/>
                <a:gd name="connsiteY26" fmla="*/ 241953 h 248337"/>
                <a:gd name="connsiteX27" fmla="*/ 21087 w 113390"/>
                <a:gd name="connsiteY27" fmla="*/ 248337 h 248337"/>
                <a:gd name="connsiteX28" fmla="*/ 27477 w 113390"/>
                <a:gd name="connsiteY28" fmla="*/ 241953 h 248337"/>
                <a:gd name="connsiteX29" fmla="*/ 27477 w 113390"/>
                <a:gd name="connsiteY29" fmla="*/ 211310 h 248337"/>
                <a:gd name="connsiteX30" fmla="*/ 38979 w 113390"/>
                <a:gd name="connsiteY30" fmla="*/ 211310 h 248337"/>
                <a:gd name="connsiteX31" fmla="*/ 38979 w 113390"/>
                <a:gd name="connsiteY31" fmla="*/ 241953 h 248337"/>
                <a:gd name="connsiteX32" fmla="*/ 45369 w 113390"/>
                <a:gd name="connsiteY32" fmla="*/ 248337 h 248337"/>
                <a:gd name="connsiteX33" fmla="*/ 51759 w 113390"/>
                <a:gd name="connsiteY33" fmla="*/ 241953 h 248337"/>
                <a:gd name="connsiteX34" fmla="*/ 51759 w 113390"/>
                <a:gd name="connsiteY34" fmla="*/ 211310 h 248337"/>
                <a:gd name="connsiteX35" fmla="*/ 63260 w 113390"/>
                <a:gd name="connsiteY35" fmla="*/ 211310 h 248337"/>
                <a:gd name="connsiteX36" fmla="*/ 63260 w 113390"/>
                <a:gd name="connsiteY36" fmla="*/ 241953 h 248337"/>
                <a:gd name="connsiteX37" fmla="*/ 69650 w 113390"/>
                <a:gd name="connsiteY37" fmla="*/ 248337 h 248337"/>
                <a:gd name="connsiteX38" fmla="*/ 76040 w 113390"/>
                <a:gd name="connsiteY38" fmla="*/ 241953 h 248337"/>
                <a:gd name="connsiteX39" fmla="*/ 76040 w 113390"/>
                <a:gd name="connsiteY39" fmla="*/ 211310 h 248337"/>
                <a:gd name="connsiteX40" fmla="*/ 87542 w 113390"/>
                <a:gd name="connsiteY40" fmla="*/ 211310 h 248337"/>
                <a:gd name="connsiteX41" fmla="*/ 87542 w 113390"/>
                <a:gd name="connsiteY41" fmla="*/ 241953 h 248337"/>
                <a:gd name="connsiteX42" fmla="*/ 93932 w 113390"/>
                <a:gd name="connsiteY42" fmla="*/ 248337 h 248337"/>
                <a:gd name="connsiteX43" fmla="*/ 100322 w 113390"/>
                <a:gd name="connsiteY43" fmla="*/ 241953 h 248337"/>
                <a:gd name="connsiteX44" fmla="*/ 100322 w 113390"/>
                <a:gd name="connsiteY44" fmla="*/ 211310 h 248337"/>
                <a:gd name="connsiteX45" fmla="*/ 106712 w 113390"/>
                <a:gd name="connsiteY45" fmla="*/ 211310 h 248337"/>
                <a:gd name="connsiteX46" fmla="*/ 113102 w 113390"/>
                <a:gd name="connsiteY46" fmla="*/ 204926 h 248337"/>
                <a:gd name="connsiteX47" fmla="*/ 113102 w 113390"/>
                <a:gd name="connsiteY47" fmla="*/ 91291 h 248337"/>
                <a:gd name="connsiteX48" fmla="*/ 107990 w 113390"/>
                <a:gd name="connsiteY48" fmla="*/ 84269 h 248337"/>
                <a:gd name="connsiteX49" fmla="*/ 38979 w 113390"/>
                <a:gd name="connsiteY49" fmla="*/ 57456 h 248337"/>
                <a:gd name="connsiteX50" fmla="*/ 74762 w 113390"/>
                <a:gd name="connsiteY50" fmla="*/ 57456 h 248337"/>
                <a:gd name="connsiteX51" fmla="*/ 74762 w 113390"/>
                <a:gd name="connsiteY51" fmla="*/ 70224 h 248337"/>
                <a:gd name="connsiteX52" fmla="*/ 38979 w 113390"/>
                <a:gd name="connsiteY52" fmla="*/ 70224 h 248337"/>
                <a:gd name="connsiteX53" fmla="*/ 38979 w 113390"/>
                <a:gd name="connsiteY53" fmla="*/ 57456 h 248337"/>
                <a:gd name="connsiteX54" fmla="*/ 57509 w 113390"/>
                <a:gd name="connsiteY54" fmla="*/ 19152 h 248337"/>
                <a:gd name="connsiteX55" fmla="*/ 70928 w 113390"/>
                <a:gd name="connsiteY55" fmla="*/ 44688 h 248337"/>
                <a:gd name="connsiteX56" fmla="*/ 43451 w 113390"/>
                <a:gd name="connsiteY56" fmla="*/ 44688 h 248337"/>
                <a:gd name="connsiteX57" fmla="*/ 57509 w 113390"/>
                <a:gd name="connsiteY57" fmla="*/ 19152 h 248337"/>
                <a:gd name="connsiteX58" fmla="*/ 37062 w 113390"/>
                <a:gd name="connsiteY58" fmla="*/ 82354 h 248337"/>
                <a:gd name="connsiteX59" fmla="*/ 77318 w 113390"/>
                <a:gd name="connsiteY59" fmla="*/ 82354 h 248337"/>
                <a:gd name="connsiteX60" fmla="*/ 84986 w 113390"/>
                <a:gd name="connsiteY60" fmla="*/ 98313 h 248337"/>
                <a:gd name="connsiteX61" fmla="*/ 30033 w 113390"/>
                <a:gd name="connsiteY61" fmla="*/ 98313 h 248337"/>
                <a:gd name="connsiteX62" fmla="*/ 37062 w 113390"/>
                <a:gd name="connsiteY62" fmla="*/ 82354 h 248337"/>
                <a:gd name="connsiteX63" fmla="*/ 13419 w 113390"/>
                <a:gd name="connsiteY63" fmla="*/ 197903 h 248337"/>
                <a:gd name="connsiteX64" fmla="*/ 13419 w 113390"/>
                <a:gd name="connsiteY64" fmla="*/ 111081 h 248337"/>
                <a:gd name="connsiteX65" fmla="*/ 101600 w 113390"/>
                <a:gd name="connsiteY65" fmla="*/ 111081 h 248337"/>
                <a:gd name="connsiteX66" fmla="*/ 101600 w 113390"/>
                <a:gd name="connsiteY66" fmla="*/ 197903 h 248337"/>
                <a:gd name="connsiteX67" fmla="*/ 13419 w 113390"/>
                <a:gd name="connsiteY67" fmla="*/ 197903 h 248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13390" h="248337">
                  <a:moveTo>
                    <a:pt x="107990" y="84269"/>
                  </a:moveTo>
                  <a:cubicBezTo>
                    <a:pt x="104156" y="84269"/>
                    <a:pt x="101600" y="86822"/>
                    <a:pt x="101600" y="90653"/>
                  </a:cubicBezTo>
                  <a:lnTo>
                    <a:pt x="101600" y="98313"/>
                  </a:lnTo>
                  <a:lnTo>
                    <a:pt x="99044" y="98313"/>
                  </a:lnTo>
                  <a:lnTo>
                    <a:pt x="87542" y="74693"/>
                  </a:lnTo>
                  <a:lnTo>
                    <a:pt x="87542" y="50434"/>
                  </a:lnTo>
                  <a:cubicBezTo>
                    <a:pt x="87542" y="49795"/>
                    <a:pt x="87542" y="49157"/>
                    <a:pt x="86903" y="48518"/>
                  </a:cubicBezTo>
                  <a:cubicBezTo>
                    <a:pt x="86903" y="48518"/>
                    <a:pt x="86903" y="48518"/>
                    <a:pt x="86903" y="47880"/>
                  </a:cubicBezTo>
                  <a:cubicBezTo>
                    <a:pt x="86903" y="47880"/>
                    <a:pt x="86903" y="47880"/>
                    <a:pt x="86903" y="47880"/>
                  </a:cubicBezTo>
                  <a:lnTo>
                    <a:pt x="62621" y="3192"/>
                  </a:lnTo>
                  <a:cubicBezTo>
                    <a:pt x="61343" y="1277"/>
                    <a:pt x="59426" y="0"/>
                    <a:pt x="56870" y="0"/>
                  </a:cubicBezTo>
                  <a:lnTo>
                    <a:pt x="56870" y="0"/>
                  </a:lnTo>
                  <a:cubicBezTo>
                    <a:pt x="54314" y="0"/>
                    <a:pt x="52397" y="1277"/>
                    <a:pt x="51119" y="3192"/>
                  </a:cubicBezTo>
                  <a:lnTo>
                    <a:pt x="26199" y="47880"/>
                  </a:lnTo>
                  <a:cubicBezTo>
                    <a:pt x="26199" y="47880"/>
                    <a:pt x="26199" y="47880"/>
                    <a:pt x="26199" y="48518"/>
                  </a:cubicBezTo>
                  <a:cubicBezTo>
                    <a:pt x="26199" y="48518"/>
                    <a:pt x="26199" y="49157"/>
                    <a:pt x="26199" y="49157"/>
                  </a:cubicBezTo>
                  <a:cubicBezTo>
                    <a:pt x="26199" y="49795"/>
                    <a:pt x="25560" y="50434"/>
                    <a:pt x="25560" y="51072"/>
                  </a:cubicBezTo>
                  <a:lnTo>
                    <a:pt x="25560" y="75331"/>
                  </a:lnTo>
                  <a:lnTo>
                    <a:pt x="15336" y="98952"/>
                  </a:lnTo>
                  <a:lnTo>
                    <a:pt x="12780" y="98952"/>
                  </a:lnTo>
                  <a:lnTo>
                    <a:pt x="12780" y="91291"/>
                  </a:lnTo>
                  <a:cubicBezTo>
                    <a:pt x="12780" y="87461"/>
                    <a:pt x="10224" y="84907"/>
                    <a:pt x="6390" y="84907"/>
                  </a:cubicBezTo>
                  <a:cubicBezTo>
                    <a:pt x="2556" y="84907"/>
                    <a:pt x="0" y="87461"/>
                    <a:pt x="0" y="91291"/>
                  </a:cubicBezTo>
                  <a:lnTo>
                    <a:pt x="0" y="204926"/>
                  </a:lnTo>
                  <a:cubicBezTo>
                    <a:pt x="0" y="208756"/>
                    <a:pt x="2556" y="211310"/>
                    <a:pt x="6390" y="211310"/>
                  </a:cubicBezTo>
                  <a:lnTo>
                    <a:pt x="14697" y="211310"/>
                  </a:lnTo>
                  <a:lnTo>
                    <a:pt x="14697" y="241953"/>
                  </a:lnTo>
                  <a:cubicBezTo>
                    <a:pt x="14697" y="245783"/>
                    <a:pt x="17253" y="248337"/>
                    <a:pt x="21087" y="248337"/>
                  </a:cubicBezTo>
                  <a:cubicBezTo>
                    <a:pt x="24921" y="248337"/>
                    <a:pt x="27477" y="245783"/>
                    <a:pt x="27477" y="241953"/>
                  </a:cubicBezTo>
                  <a:lnTo>
                    <a:pt x="27477" y="211310"/>
                  </a:lnTo>
                  <a:lnTo>
                    <a:pt x="38979" y="211310"/>
                  </a:lnTo>
                  <a:lnTo>
                    <a:pt x="38979" y="241953"/>
                  </a:lnTo>
                  <a:cubicBezTo>
                    <a:pt x="38979" y="245783"/>
                    <a:pt x="41535" y="248337"/>
                    <a:pt x="45369" y="248337"/>
                  </a:cubicBezTo>
                  <a:cubicBezTo>
                    <a:pt x="49202" y="248337"/>
                    <a:pt x="51759" y="245783"/>
                    <a:pt x="51759" y="241953"/>
                  </a:cubicBezTo>
                  <a:lnTo>
                    <a:pt x="51759" y="211310"/>
                  </a:lnTo>
                  <a:lnTo>
                    <a:pt x="63260" y="211310"/>
                  </a:lnTo>
                  <a:lnTo>
                    <a:pt x="63260" y="241953"/>
                  </a:lnTo>
                  <a:cubicBezTo>
                    <a:pt x="63260" y="245783"/>
                    <a:pt x="65816" y="248337"/>
                    <a:pt x="69650" y="248337"/>
                  </a:cubicBezTo>
                  <a:cubicBezTo>
                    <a:pt x="73484" y="248337"/>
                    <a:pt x="76040" y="245783"/>
                    <a:pt x="76040" y="241953"/>
                  </a:cubicBezTo>
                  <a:lnTo>
                    <a:pt x="76040" y="211310"/>
                  </a:lnTo>
                  <a:lnTo>
                    <a:pt x="87542" y="211310"/>
                  </a:lnTo>
                  <a:lnTo>
                    <a:pt x="87542" y="241953"/>
                  </a:lnTo>
                  <a:cubicBezTo>
                    <a:pt x="87542" y="245783"/>
                    <a:pt x="90098" y="248337"/>
                    <a:pt x="93932" y="248337"/>
                  </a:cubicBezTo>
                  <a:cubicBezTo>
                    <a:pt x="97766" y="248337"/>
                    <a:pt x="100322" y="245783"/>
                    <a:pt x="100322" y="241953"/>
                  </a:cubicBezTo>
                  <a:lnTo>
                    <a:pt x="100322" y="211310"/>
                  </a:lnTo>
                  <a:lnTo>
                    <a:pt x="106712" y="211310"/>
                  </a:lnTo>
                  <a:cubicBezTo>
                    <a:pt x="110546" y="211310"/>
                    <a:pt x="113102" y="208756"/>
                    <a:pt x="113102" y="204926"/>
                  </a:cubicBezTo>
                  <a:lnTo>
                    <a:pt x="113102" y="91291"/>
                  </a:lnTo>
                  <a:cubicBezTo>
                    <a:pt x="114380" y="87461"/>
                    <a:pt x="111185" y="84269"/>
                    <a:pt x="107990" y="84269"/>
                  </a:cubicBezTo>
                  <a:close/>
                  <a:moveTo>
                    <a:pt x="38979" y="57456"/>
                  </a:moveTo>
                  <a:lnTo>
                    <a:pt x="74762" y="57456"/>
                  </a:lnTo>
                  <a:lnTo>
                    <a:pt x="74762" y="70224"/>
                  </a:lnTo>
                  <a:lnTo>
                    <a:pt x="38979" y="70224"/>
                  </a:lnTo>
                  <a:lnTo>
                    <a:pt x="38979" y="57456"/>
                  </a:lnTo>
                  <a:close/>
                  <a:moveTo>
                    <a:pt x="57509" y="19152"/>
                  </a:moveTo>
                  <a:lnTo>
                    <a:pt x="70928" y="44688"/>
                  </a:lnTo>
                  <a:lnTo>
                    <a:pt x="43451" y="44688"/>
                  </a:lnTo>
                  <a:lnTo>
                    <a:pt x="57509" y="19152"/>
                  </a:lnTo>
                  <a:close/>
                  <a:moveTo>
                    <a:pt x="37062" y="82354"/>
                  </a:moveTo>
                  <a:lnTo>
                    <a:pt x="77318" y="82354"/>
                  </a:lnTo>
                  <a:lnTo>
                    <a:pt x="84986" y="98313"/>
                  </a:lnTo>
                  <a:lnTo>
                    <a:pt x="30033" y="98313"/>
                  </a:lnTo>
                  <a:lnTo>
                    <a:pt x="37062" y="82354"/>
                  </a:lnTo>
                  <a:close/>
                  <a:moveTo>
                    <a:pt x="13419" y="197903"/>
                  </a:moveTo>
                  <a:lnTo>
                    <a:pt x="13419" y="111081"/>
                  </a:lnTo>
                  <a:lnTo>
                    <a:pt x="101600" y="111081"/>
                  </a:lnTo>
                  <a:lnTo>
                    <a:pt x="101600" y="197903"/>
                  </a:lnTo>
                  <a:lnTo>
                    <a:pt x="13419" y="197903"/>
                  </a:lnTo>
                  <a:close/>
                </a:path>
              </a:pathLst>
            </a:custGeom>
            <a:solidFill>
              <a:srgbClr val="0076A8"/>
            </a:solidFill>
            <a:ln w="6390" cap="flat">
              <a:noFill/>
              <a:prstDash val="solid"/>
              <a:miter/>
            </a:ln>
          </p:spPr>
          <p:txBody>
            <a:bodyPr rtlCol="0" anchor="ctr"/>
            <a:lstStyle/>
            <a:p>
              <a:endParaRPr lang="en-US"/>
            </a:p>
          </p:txBody>
        </p:sp>
        <p:sp>
          <p:nvSpPr>
            <p:cNvPr id="739" name="Graphic 4">
              <a:extLst>
                <a:ext uri="{FF2B5EF4-FFF2-40B4-BE49-F238E27FC236}">
                  <a16:creationId xmlns:a16="http://schemas.microsoft.com/office/drawing/2014/main" id="{D8F9B91E-B7B7-004C-840C-DA71F1BBFBBF}"/>
                </a:ext>
              </a:extLst>
            </p:cNvPr>
            <p:cNvSpPr/>
            <p:nvPr/>
          </p:nvSpPr>
          <p:spPr>
            <a:xfrm>
              <a:off x="2705499" y="3515183"/>
              <a:ext cx="72845" cy="72777"/>
            </a:xfrm>
            <a:custGeom>
              <a:avLst/>
              <a:gdLst>
                <a:gd name="connsiteX0" fmla="*/ 36423 w 72845"/>
                <a:gd name="connsiteY0" fmla="*/ 0 h 72777"/>
                <a:gd name="connsiteX1" fmla="*/ 0 w 72845"/>
                <a:gd name="connsiteY1" fmla="*/ 36389 h 72777"/>
                <a:gd name="connsiteX2" fmla="*/ 36423 w 72845"/>
                <a:gd name="connsiteY2" fmla="*/ 72778 h 72777"/>
                <a:gd name="connsiteX3" fmla="*/ 72845 w 72845"/>
                <a:gd name="connsiteY3" fmla="*/ 36389 h 72777"/>
                <a:gd name="connsiteX4" fmla="*/ 36423 w 72845"/>
                <a:gd name="connsiteY4" fmla="*/ 0 h 72777"/>
                <a:gd name="connsiteX5" fmla="*/ 36423 w 72845"/>
                <a:gd name="connsiteY5" fmla="*/ 0 h 72777"/>
                <a:gd name="connsiteX6" fmla="*/ 36423 w 72845"/>
                <a:gd name="connsiteY6" fmla="*/ 60010 h 72777"/>
                <a:gd name="connsiteX7" fmla="*/ 12780 w 72845"/>
                <a:gd name="connsiteY7" fmla="*/ 36389 h 72777"/>
                <a:gd name="connsiteX8" fmla="*/ 36423 w 72845"/>
                <a:gd name="connsiteY8" fmla="*/ 12768 h 72777"/>
                <a:gd name="connsiteX9" fmla="*/ 60065 w 72845"/>
                <a:gd name="connsiteY9" fmla="*/ 36389 h 72777"/>
                <a:gd name="connsiteX10" fmla="*/ 60065 w 72845"/>
                <a:gd name="connsiteY10" fmla="*/ 36389 h 72777"/>
                <a:gd name="connsiteX11" fmla="*/ 36423 w 72845"/>
                <a:gd name="connsiteY11" fmla="*/ 60010 h 72777"/>
                <a:gd name="connsiteX12" fmla="*/ 36423 w 72845"/>
                <a:gd name="connsiteY12" fmla="*/ 60010 h 72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2845" h="72777">
                  <a:moveTo>
                    <a:pt x="36423" y="0"/>
                  </a:moveTo>
                  <a:cubicBezTo>
                    <a:pt x="16614" y="0"/>
                    <a:pt x="0" y="15960"/>
                    <a:pt x="0" y="36389"/>
                  </a:cubicBezTo>
                  <a:cubicBezTo>
                    <a:pt x="0" y="56818"/>
                    <a:pt x="15975" y="72778"/>
                    <a:pt x="36423" y="72778"/>
                  </a:cubicBezTo>
                  <a:cubicBezTo>
                    <a:pt x="56232" y="72778"/>
                    <a:pt x="72845" y="56818"/>
                    <a:pt x="72845" y="36389"/>
                  </a:cubicBezTo>
                  <a:cubicBezTo>
                    <a:pt x="72845" y="15960"/>
                    <a:pt x="56232" y="0"/>
                    <a:pt x="36423" y="0"/>
                  </a:cubicBezTo>
                  <a:lnTo>
                    <a:pt x="36423" y="0"/>
                  </a:lnTo>
                  <a:close/>
                  <a:moveTo>
                    <a:pt x="36423" y="60010"/>
                  </a:moveTo>
                  <a:cubicBezTo>
                    <a:pt x="23643" y="60010"/>
                    <a:pt x="12780" y="49157"/>
                    <a:pt x="12780" y="36389"/>
                  </a:cubicBezTo>
                  <a:cubicBezTo>
                    <a:pt x="12780" y="23621"/>
                    <a:pt x="23643" y="12768"/>
                    <a:pt x="36423" y="12768"/>
                  </a:cubicBezTo>
                  <a:cubicBezTo>
                    <a:pt x="49203" y="12768"/>
                    <a:pt x="60065" y="23621"/>
                    <a:pt x="60065" y="36389"/>
                  </a:cubicBezTo>
                  <a:cubicBezTo>
                    <a:pt x="60065" y="36389"/>
                    <a:pt x="60065" y="36389"/>
                    <a:pt x="60065" y="36389"/>
                  </a:cubicBezTo>
                  <a:cubicBezTo>
                    <a:pt x="60065" y="49795"/>
                    <a:pt x="49203" y="60010"/>
                    <a:pt x="36423" y="60010"/>
                  </a:cubicBezTo>
                  <a:cubicBezTo>
                    <a:pt x="36423" y="60010"/>
                    <a:pt x="36423" y="60010"/>
                    <a:pt x="36423" y="60010"/>
                  </a:cubicBezTo>
                  <a:close/>
                </a:path>
              </a:pathLst>
            </a:custGeom>
            <a:solidFill>
              <a:srgbClr val="0076A8"/>
            </a:solidFill>
            <a:ln w="6390" cap="flat">
              <a:noFill/>
              <a:prstDash val="solid"/>
              <a:miter/>
            </a:ln>
          </p:spPr>
          <p:txBody>
            <a:bodyPr rtlCol="0" anchor="ctr"/>
            <a:lstStyle/>
            <a:p>
              <a:endParaRPr lang="en-US"/>
            </a:p>
          </p:txBody>
        </p:sp>
        <p:sp>
          <p:nvSpPr>
            <p:cNvPr id="740" name="Graphic 4">
              <a:extLst>
                <a:ext uri="{FF2B5EF4-FFF2-40B4-BE49-F238E27FC236}">
                  <a16:creationId xmlns:a16="http://schemas.microsoft.com/office/drawing/2014/main" id="{154AC082-B637-164C-A72B-24869107D486}"/>
                </a:ext>
              </a:extLst>
            </p:cNvPr>
            <p:cNvSpPr/>
            <p:nvPr/>
          </p:nvSpPr>
          <p:spPr>
            <a:xfrm>
              <a:off x="2726497" y="3538005"/>
              <a:ext cx="33791" cy="23142"/>
            </a:xfrm>
            <a:custGeom>
              <a:avLst/>
              <a:gdLst>
                <a:gd name="connsiteX0" fmla="*/ 23731 w 33791"/>
                <a:gd name="connsiteY0" fmla="*/ 1436 h 23142"/>
                <a:gd name="connsiteX1" fmla="*/ 14785 w 33791"/>
                <a:gd name="connsiteY1" fmla="*/ 9097 h 23142"/>
                <a:gd name="connsiteX2" fmla="*/ 10312 w 33791"/>
                <a:gd name="connsiteY2" fmla="*/ 5267 h 23142"/>
                <a:gd name="connsiteX3" fmla="*/ 1366 w 33791"/>
                <a:gd name="connsiteY3" fmla="*/ 5905 h 23142"/>
                <a:gd name="connsiteX4" fmla="*/ 2005 w 33791"/>
                <a:gd name="connsiteY4" fmla="*/ 14843 h 23142"/>
                <a:gd name="connsiteX5" fmla="*/ 10312 w 33791"/>
                <a:gd name="connsiteY5" fmla="*/ 21865 h 23142"/>
                <a:gd name="connsiteX6" fmla="*/ 14146 w 33791"/>
                <a:gd name="connsiteY6" fmla="*/ 23142 h 23142"/>
                <a:gd name="connsiteX7" fmla="*/ 18619 w 33791"/>
                <a:gd name="connsiteY7" fmla="*/ 21227 h 23142"/>
                <a:gd name="connsiteX8" fmla="*/ 31399 w 33791"/>
                <a:gd name="connsiteY8" fmla="*/ 10374 h 23142"/>
                <a:gd name="connsiteX9" fmla="*/ 32677 w 33791"/>
                <a:gd name="connsiteY9" fmla="*/ 1436 h 23142"/>
                <a:gd name="connsiteX10" fmla="*/ 23731 w 33791"/>
                <a:gd name="connsiteY10" fmla="*/ 1436 h 23142"/>
                <a:gd name="connsiteX11" fmla="*/ 23731 w 33791"/>
                <a:gd name="connsiteY11" fmla="*/ 1436 h 23142"/>
                <a:gd name="connsiteX12" fmla="*/ 23731 w 33791"/>
                <a:gd name="connsiteY12" fmla="*/ 1436 h 23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791" h="23142">
                  <a:moveTo>
                    <a:pt x="23731" y="1436"/>
                  </a:moveTo>
                  <a:lnTo>
                    <a:pt x="14785" y="9097"/>
                  </a:lnTo>
                  <a:lnTo>
                    <a:pt x="10312" y="5267"/>
                  </a:lnTo>
                  <a:cubicBezTo>
                    <a:pt x="7756" y="2713"/>
                    <a:pt x="3283" y="3351"/>
                    <a:pt x="1366" y="5905"/>
                  </a:cubicBezTo>
                  <a:cubicBezTo>
                    <a:pt x="-551" y="8459"/>
                    <a:pt x="-551" y="12927"/>
                    <a:pt x="2005" y="14843"/>
                  </a:cubicBezTo>
                  <a:lnTo>
                    <a:pt x="10312" y="21865"/>
                  </a:lnTo>
                  <a:cubicBezTo>
                    <a:pt x="11590" y="23142"/>
                    <a:pt x="12868" y="23142"/>
                    <a:pt x="14146" y="23142"/>
                  </a:cubicBezTo>
                  <a:cubicBezTo>
                    <a:pt x="15424" y="23142"/>
                    <a:pt x="17341" y="22503"/>
                    <a:pt x="18619" y="21227"/>
                  </a:cubicBezTo>
                  <a:lnTo>
                    <a:pt x="31399" y="10374"/>
                  </a:lnTo>
                  <a:cubicBezTo>
                    <a:pt x="33955" y="8459"/>
                    <a:pt x="34594" y="3990"/>
                    <a:pt x="32677" y="1436"/>
                  </a:cubicBezTo>
                  <a:cubicBezTo>
                    <a:pt x="30760" y="-479"/>
                    <a:pt x="26926" y="-479"/>
                    <a:pt x="23731" y="1436"/>
                  </a:cubicBezTo>
                  <a:cubicBezTo>
                    <a:pt x="23731" y="1436"/>
                    <a:pt x="23731" y="1436"/>
                    <a:pt x="23731" y="1436"/>
                  </a:cubicBezTo>
                  <a:lnTo>
                    <a:pt x="23731" y="1436"/>
                  </a:lnTo>
                  <a:close/>
                </a:path>
              </a:pathLst>
            </a:custGeom>
            <a:solidFill>
              <a:srgbClr val="0076A8"/>
            </a:solidFill>
            <a:ln w="6390" cap="flat">
              <a:noFill/>
              <a:prstDash val="solid"/>
              <a:miter/>
            </a:ln>
          </p:spPr>
          <p:txBody>
            <a:bodyPr rtlCol="0" anchor="ctr"/>
            <a:lstStyle/>
            <a:p>
              <a:endParaRPr lang="en-US"/>
            </a:p>
          </p:txBody>
        </p:sp>
      </p:grpSp>
      <p:grpSp>
        <p:nvGrpSpPr>
          <p:cNvPr id="741" name="Graphic 4">
            <a:extLst>
              <a:ext uri="{FF2B5EF4-FFF2-40B4-BE49-F238E27FC236}">
                <a16:creationId xmlns:a16="http://schemas.microsoft.com/office/drawing/2014/main" id="{0B5BCC77-5F1A-EB4D-846D-49B2706F7E81}"/>
              </a:ext>
            </a:extLst>
          </p:cNvPr>
          <p:cNvGrpSpPr>
            <a:grpSpLocks noChangeAspect="1"/>
          </p:cNvGrpSpPr>
          <p:nvPr/>
        </p:nvGrpSpPr>
        <p:grpSpPr>
          <a:xfrm>
            <a:off x="2559808" y="3824168"/>
            <a:ext cx="362313" cy="361971"/>
            <a:chOff x="2559808" y="3824168"/>
            <a:chExt cx="362313" cy="361971"/>
          </a:xfrm>
          <a:solidFill>
            <a:srgbClr val="0076A8"/>
          </a:solidFill>
        </p:grpSpPr>
        <p:sp>
          <p:nvSpPr>
            <p:cNvPr id="742" name="Graphic 4">
              <a:extLst>
                <a:ext uri="{FF2B5EF4-FFF2-40B4-BE49-F238E27FC236}">
                  <a16:creationId xmlns:a16="http://schemas.microsoft.com/office/drawing/2014/main" id="{FB1E36C6-055D-9543-BAED-3C9EBD21DB6D}"/>
                </a:ext>
              </a:extLst>
            </p:cNvPr>
            <p:cNvSpPr/>
            <p:nvPr/>
          </p:nvSpPr>
          <p:spPr>
            <a:xfrm>
              <a:off x="2559808" y="3824168"/>
              <a:ext cx="362313" cy="361971"/>
            </a:xfrm>
            <a:custGeom>
              <a:avLst/>
              <a:gdLst>
                <a:gd name="connsiteX0" fmla="*/ 181474 w 362313"/>
                <a:gd name="connsiteY0" fmla="*/ 0 h 361971"/>
                <a:gd name="connsiteX1" fmla="*/ 0 w 362313"/>
                <a:gd name="connsiteY1" fmla="*/ 180667 h 361971"/>
                <a:gd name="connsiteX2" fmla="*/ 180835 w 362313"/>
                <a:gd name="connsiteY2" fmla="*/ 361971 h 361971"/>
                <a:gd name="connsiteX3" fmla="*/ 362309 w 362313"/>
                <a:gd name="connsiteY3" fmla="*/ 181305 h 361971"/>
                <a:gd name="connsiteX4" fmla="*/ 362309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29 w 362313"/>
                <a:gd name="connsiteY9" fmla="*/ 180667 h 361971"/>
                <a:gd name="connsiteX10" fmla="*/ 349529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6"/>
                    <a:pt x="0" y="180667"/>
                  </a:cubicBezTo>
                  <a:cubicBezTo>
                    <a:pt x="0" y="280895"/>
                    <a:pt x="81152" y="361971"/>
                    <a:pt x="180835" y="361971"/>
                  </a:cubicBezTo>
                  <a:cubicBezTo>
                    <a:pt x="281157" y="361971"/>
                    <a:pt x="362309" y="280895"/>
                    <a:pt x="362309" y="181305"/>
                  </a:cubicBezTo>
                  <a:cubicBezTo>
                    <a:pt x="362309" y="181305"/>
                    <a:pt x="362309" y="181305"/>
                    <a:pt x="362309" y="181305"/>
                  </a:cubicBezTo>
                  <a:cubicBezTo>
                    <a:pt x="362948" y="81076"/>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lnTo>
                    <a:pt x="181474" y="349204"/>
                  </a:lnTo>
                  <a:close/>
                </a:path>
              </a:pathLst>
            </a:custGeom>
            <a:solidFill>
              <a:srgbClr val="0076A8"/>
            </a:solidFill>
            <a:ln w="6390" cap="flat">
              <a:noFill/>
              <a:prstDash val="solid"/>
              <a:miter/>
            </a:ln>
          </p:spPr>
          <p:txBody>
            <a:bodyPr rtlCol="0" anchor="ctr"/>
            <a:lstStyle/>
            <a:p>
              <a:endParaRPr lang="en-US"/>
            </a:p>
          </p:txBody>
        </p:sp>
        <p:sp>
          <p:nvSpPr>
            <p:cNvPr id="743" name="Graphic 4">
              <a:extLst>
                <a:ext uri="{FF2B5EF4-FFF2-40B4-BE49-F238E27FC236}">
                  <a16:creationId xmlns:a16="http://schemas.microsoft.com/office/drawing/2014/main" id="{C3C52002-4808-8145-9D28-D83327ECAE61}"/>
                </a:ext>
              </a:extLst>
            </p:cNvPr>
            <p:cNvSpPr/>
            <p:nvPr/>
          </p:nvSpPr>
          <p:spPr>
            <a:xfrm>
              <a:off x="2658852" y="3891199"/>
              <a:ext cx="165499" cy="228546"/>
            </a:xfrm>
            <a:custGeom>
              <a:avLst/>
              <a:gdLst>
                <a:gd name="connsiteX0" fmla="*/ 159109 w 165499"/>
                <a:gd name="connsiteY0" fmla="*/ 172368 h 228546"/>
                <a:gd name="connsiteX1" fmla="*/ 143774 w 165499"/>
                <a:gd name="connsiteY1" fmla="*/ 172368 h 228546"/>
                <a:gd name="connsiteX2" fmla="*/ 143774 w 165499"/>
                <a:gd name="connsiteY2" fmla="*/ 162792 h 228546"/>
                <a:gd name="connsiteX3" fmla="*/ 137384 w 165499"/>
                <a:gd name="connsiteY3" fmla="*/ 156408 h 228546"/>
                <a:gd name="connsiteX4" fmla="*/ 122687 w 165499"/>
                <a:gd name="connsiteY4" fmla="*/ 156408 h 228546"/>
                <a:gd name="connsiteX5" fmla="*/ 122687 w 165499"/>
                <a:gd name="connsiteY5" fmla="*/ 79800 h 228546"/>
                <a:gd name="connsiteX6" fmla="*/ 116297 w 165499"/>
                <a:gd name="connsiteY6" fmla="*/ 73416 h 228546"/>
                <a:gd name="connsiteX7" fmla="*/ 113741 w 165499"/>
                <a:gd name="connsiteY7" fmla="*/ 73416 h 228546"/>
                <a:gd name="connsiteX8" fmla="*/ 89459 w 165499"/>
                <a:gd name="connsiteY8" fmla="*/ 34473 h 228546"/>
                <a:gd name="connsiteX9" fmla="*/ 89459 w 165499"/>
                <a:gd name="connsiteY9" fmla="*/ 33835 h 228546"/>
                <a:gd name="connsiteX10" fmla="*/ 89459 w 165499"/>
                <a:gd name="connsiteY10" fmla="*/ 6384 h 228546"/>
                <a:gd name="connsiteX11" fmla="*/ 83069 w 165499"/>
                <a:gd name="connsiteY11" fmla="*/ 0 h 228546"/>
                <a:gd name="connsiteX12" fmla="*/ 76679 w 165499"/>
                <a:gd name="connsiteY12" fmla="*/ 6384 h 228546"/>
                <a:gd name="connsiteX13" fmla="*/ 76679 w 165499"/>
                <a:gd name="connsiteY13" fmla="*/ 33835 h 228546"/>
                <a:gd name="connsiteX14" fmla="*/ 76679 w 165499"/>
                <a:gd name="connsiteY14" fmla="*/ 34473 h 228546"/>
                <a:gd name="connsiteX15" fmla="*/ 52397 w 165499"/>
                <a:gd name="connsiteY15" fmla="*/ 73416 h 228546"/>
                <a:gd name="connsiteX16" fmla="*/ 49202 w 165499"/>
                <a:gd name="connsiteY16" fmla="*/ 73416 h 228546"/>
                <a:gd name="connsiteX17" fmla="*/ 42812 w 165499"/>
                <a:gd name="connsiteY17" fmla="*/ 79800 h 228546"/>
                <a:gd name="connsiteX18" fmla="*/ 42812 w 165499"/>
                <a:gd name="connsiteY18" fmla="*/ 156408 h 228546"/>
                <a:gd name="connsiteX19" fmla="*/ 28116 w 165499"/>
                <a:gd name="connsiteY19" fmla="*/ 156408 h 228546"/>
                <a:gd name="connsiteX20" fmla="*/ 21726 w 165499"/>
                <a:gd name="connsiteY20" fmla="*/ 162792 h 228546"/>
                <a:gd name="connsiteX21" fmla="*/ 21726 w 165499"/>
                <a:gd name="connsiteY21" fmla="*/ 172368 h 228546"/>
                <a:gd name="connsiteX22" fmla="*/ 6390 w 165499"/>
                <a:gd name="connsiteY22" fmla="*/ 172368 h 228546"/>
                <a:gd name="connsiteX23" fmla="*/ 0 w 165499"/>
                <a:gd name="connsiteY23" fmla="*/ 178752 h 228546"/>
                <a:gd name="connsiteX24" fmla="*/ 0 w 165499"/>
                <a:gd name="connsiteY24" fmla="*/ 222163 h 228546"/>
                <a:gd name="connsiteX25" fmla="*/ 6390 w 165499"/>
                <a:gd name="connsiteY25" fmla="*/ 228546 h 228546"/>
                <a:gd name="connsiteX26" fmla="*/ 159109 w 165499"/>
                <a:gd name="connsiteY26" fmla="*/ 228546 h 228546"/>
                <a:gd name="connsiteX27" fmla="*/ 165499 w 165499"/>
                <a:gd name="connsiteY27" fmla="*/ 222163 h 228546"/>
                <a:gd name="connsiteX28" fmla="*/ 165499 w 165499"/>
                <a:gd name="connsiteY28" fmla="*/ 178752 h 228546"/>
                <a:gd name="connsiteX29" fmla="*/ 159109 w 165499"/>
                <a:gd name="connsiteY29" fmla="*/ 172368 h 228546"/>
                <a:gd name="connsiteX30" fmla="*/ 83069 w 165499"/>
                <a:gd name="connsiteY30" fmla="*/ 45326 h 228546"/>
                <a:gd name="connsiteX31" fmla="*/ 100322 w 165499"/>
                <a:gd name="connsiteY31" fmla="*/ 72777 h 228546"/>
                <a:gd name="connsiteX32" fmla="*/ 65816 w 165499"/>
                <a:gd name="connsiteY32" fmla="*/ 72777 h 228546"/>
                <a:gd name="connsiteX33" fmla="*/ 83069 w 165499"/>
                <a:gd name="connsiteY33" fmla="*/ 45326 h 228546"/>
                <a:gd name="connsiteX34" fmla="*/ 21087 w 165499"/>
                <a:gd name="connsiteY34" fmla="*/ 215779 h 228546"/>
                <a:gd name="connsiteX35" fmla="*/ 12780 w 165499"/>
                <a:gd name="connsiteY35" fmla="*/ 215779 h 228546"/>
                <a:gd name="connsiteX36" fmla="*/ 12780 w 165499"/>
                <a:gd name="connsiteY36" fmla="*/ 185135 h 228546"/>
                <a:gd name="connsiteX37" fmla="*/ 21087 w 165499"/>
                <a:gd name="connsiteY37" fmla="*/ 185135 h 228546"/>
                <a:gd name="connsiteX38" fmla="*/ 21087 w 165499"/>
                <a:gd name="connsiteY38" fmla="*/ 215779 h 228546"/>
                <a:gd name="connsiteX39" fmla="*/ 34506 w 165499"/>
                <a:gd name="connsiteY39" fmla="*/ 168537 h 228546"/>
                <a:gd name="connsiteX40" fmla="*/ 42812 w 165499"/>
                <a:gd name="connsiteY40" fmla="*/ 168537 h 228546"/>
                <a:gd name="connsiteX41" fmla="*/ 42812 w 165499"/>
                <a:gd name="connsiteY41" fmla="*/ 215140 h 228546"/>
                <a:gd name="connsiteX42" fmla="*/ 34506 w 165499"/>
                <a:gd name="connsiteY42" fmla="*/ 215140 h 228546"/>
                <a:gd name="connsiteX43" fmla="*/ 34506 w 165499"/>
                <a:gd name="connsiteY43" fmla="*/ 168537 h 228546"/>
                <a:gd name="connsiteX44" fmla="*/ 55592 w 165499"/>
                <a:gd name="connsiteY44" fmla="*/ 162153 h 228546"/>
                <a:gd name="connsiteX45" fmla="*/ 55592 w 165499"/>
                <a:gd name="connsiteY45" fmla="*/ 85545 h 228546"/>
                <a:gd name="connsiteX46" fmla="*/ 109268 w 165499"/>
                <a:gd name="connsiteY46" fmla="*/ 85545 h 228546"/>
                <a:gd name="connsiteX47" fmla="*/ 109268 w 165499"/>
                <a:gd name="connsiteY47" fmla="*/ 215140 h 228546"/>
                <a:gd name="connsiteX48" fmla="*/ 55592 w 165499"/>
                <a:gd name="connsiteY48" fmla="*/ 215140 h 228546"/>
                <a:gd name="connsiteX49" fmla="*/ 55592 w 165499"/>
                <a:gd name="connsiteY49" fmla="*/ 162153 h 228546"/>
                <a:gd name="connsiteX50" fmla="*/ 130994 w 165499"/>
                <a:gd name="connsiteY50" fmla="*/ 215779 h 228546"/>
                <a:gd name="connsiteX51" fmla="*/ 122687 w 165499"/>
                <a:gd name="connsiteY51" fmla="*/ 215779 h 228546"/>
                <a:gd name="connsiteX52" fmla="*/ 122687 w 165499"/>
                <a:gd name="connsiteY52" fmla="*/ 169176 h 228546"/>
                <a:gd name="connsiteX53" fmla="*/ 130994 w 165499"/>
                <a:gd name="connsiteY53" fmla="*/ 169176 h 228546"/>
                <a:gd name="connsiteX54" fmla="*/ 130994 w 165499"/>
                <a:gd name="connsiteY54" fmla="*/ 215779 h 228546"/>
                <a:gd name="connsiteX55" fmla="*/ 152719 w 165499"/>
                <a:gd name="connsiteY55" fmla="*/ 215779 h 228546"/>
                <a:gd name="connsiteX56" fmla="*/ 144413 w 165499"/>
                <a:gd name="connsiteY56" fmla="*/ 215779 h 228546"/>
                <a:gd name="connsiteX57" fmla="*/ 144413 w 165499"/>
                <a:gd name="connsiteY57" fmla="*/ 185135 h 228546"/>
                <a:gd name="connsiteX58" fmla="*/ 152719 w 165499"/>
                <a:gd name="connsiteY58" fmla="*/ 185135 h 228546"/>
                <a:gd name="connsiteX59" fmla="*/ 152719 w 165499"/>
                <a:gd name="connsiteY59" fmla="*/ 215779 h 22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65499" h="228546">
                  <a:moveTo>
                    <a:pt x="159109" y="172368"/>
                  </a:moveTo>
                  <a:lnTo>
                    <a:pt x="143774" y="172368"/>
                  </a:lnTo>
                  <a:lnTo>
                    <a:pt x="143774" y="162792"/>
                  </a:lnTo>
                  <a:cubicBezTo>
                    <a:pt x="143774" y="158961"/>
                    <a:pt x="141218" y="156408"/>
                    <a:pt x="137384" y="156408"/>
                  </a:cubicBezTo>
                  <a:lnTo>
                    <a:pt x="122687" y="156408"/>
                  </a:lnTo>
                  <a:lnTo>
                    <a:pt x="122687" y="79800"/>
                  </a:lnTo>
                  <a:cubicBezTo>
                    <a:pt x="122687" y="75969"/>
                    <a:pt x="120131" y="73416"/>
                    <a:pt x="116297" y="73416"/>
                  </a:cubicBezTo>
                  <a:lnTo>
                    <a:pt x="113741" y="73416"/>
                  </a:lnTo>
                  <a:cubicBezTo>
                    <a:pt x="111185" y="63840"/>
                    <a:pt x="104795" y="44049"/>
                    <a:pt x="89459" y="34473"/>
                  </a:cubicBezTo>
                  <a:cubicBezTo>
                    <a:pt x="89459" y="34473"/>
                    <a:pt x="89459" y="33835"/>
                    <a:pt x="89459" y="33835"/>
                  </a:cubicBezTo>
                  <a:lnTo>
                    <a:pt x="89459" y="6384"/>
                  </a:lnTo>
                  <a:cubicBezTo>
                    <a:pt x="89459" y="2553"/>
                    <a:pt x="86903" y="0"/>
                    <a:pt x="83069" y="0"/>
                  </a:cubicBezTo>
                  <a:cubicBezTo>
                    <a:pt x="79235" y="0"/>
                    <a:pt x="76679" y="2553"/>
                    <a:pt x="76679" y="6384"/>
                  </a:cubicBezTo>
                  <a:lnTo>
                    <a:pt x="76679" y="33835"/>
                  </a:lnTo>
                  <a:cubicBezTo>
                    <a:pt x="76679" y="33835"/>
                    <a:pt x="76679" y="34473"/>
                    <a:pt x="76679" y="34473"/>
                  </a:cubicBezTo>
                  <a:cubicBezTo>
                    <a:pt x="61343" y="43411"/>
                    <a:pt x="54314" y="63840"/>
                    <a:pt x="52397" y="73416"/>
                  </a:cubicBezTo>
                  <a:lnTo>
                    <a:pt x="49202" y="73416"/>
                  </a:lnTo>
                  <a:cubicBezTo>
                    <a:pt x="45369" y="73416"/>
                    <a:pt x="42812" y="75969"/>
                    <a:pt x="42812" y="79800"/>
                  </a:cubicBezTo>
                  <a:lnTo>
                    <a:pt x="42812" y="156408"/>
                  </a:lnTo>
                  <a:lnTo>
                    <a:pt x="28116" y="156408"/>
                  </a:lnTo>
                  <a:cubicBezTo>
                    <a:pt x="24282" y="156408"/>
                    <a:pt x="21726" y="158961"/>
                    <a:pt x="21726" y="162792"/>
                  </a:cubicBezTo>
                  <a:lnTo>
                    <a:pt x="21726" y="172368"/>
                  </a:lnTo>
                  <a:lnTo>
                    <a:pt x="6390" y="172368"/>
                  </a:lnTo>
                  <a:cubicBezTo>
                    <a:pt x="2556" y="172368"/>
                    <a:pt x="0" y="174921"/>
                    <a:pt x="0" y="178752"/>
                  </a:cubicBezTo>
                  <a:lnTo>
                    <a:pt x="0" y="222163"/>
                  </a:lnTo>
                  <a:cubicBezTo>
                    <a:pt x="0" y="225993"/>
                    <a:pt x="2556" y="228546"/>
                    <a:pt x="6390" y="228546"/>
                  </a:cubicBezTo>
                  <a:lnTo>
                    <a:pt x="159109" y="228546"/>
                  </a:lnTo>
                  <a:cubicBezTo>
                    <a:pt x="162943" y="228546"/>
                    <a:pt x="165499" y="225993"/>
                    <a:pt x="165499" y="222163"/>
                  </a:cubicBezTo>
                  <a:lnTo>
                    <a:pt x="165499" y="178752"/>
                  </a:lnTo>
                  <a:cubicBezTo>
                    <a:pt x="165499" y="174921"/>
                    <a:pt x="162943" y="172368"/>
                    <a:pt x="159109" y="172368"/>
                  </a:cubicBezTo>
                  <a:close/>
                  <a:moveTo>
                    <a:pt x="83069" y="45326"/>
                  </a:moveTo>
                  <a:cubicBezTo>
                    <a:pt x="92654" y="51072"/>
                    <a:pt x="97766" y="64478"/>
                    <a:pt x="100322" y="72777"/>
                  </a:cubicBezTo>
                  <a:lnTo>
                    <a:pt x="65816" y="72777"/>
                  </a:lnTo>
                  <a:cubicBezTo>
                    <a:pt x="67733" y="64478"/>
                    <a:pt x="72845" y="51072"/>
                    <a:pt x="83069" y="45326"/>
                  </a:cubicBezTo>
                  <a:close/>
                  <a:moveTo>
                    <a:pt x="21087" y="215779"/>
                  </a:moveTo>
                  <a:lnTo>
                    <a:pt x="12780" y="215779"/>
                  </a:lnTo>
                  <a:lnTo>
                    <a:pt x="12780" y="185135"/>
                  </a:lnTo>
                  <a:lnTo>
                    <a:pt x="21087" y="185135"/>
                  </a:lnTo>
                  <a:lnTo>
                    <a:pt x="21087" y="215779"/>
                  </a:lnTo>
                  <a:close/>
                  <a:moveTo>
                    <a:pt x="34506" y="168537"/>
                  </a:moveTo>
                  <a:lnTo>
                    <a:pt x="42812" y="168537"/>
                  </a:lnTo>
                  <a:lnTo>
                    <a:pt x="42812" y="215140"/>
                  </a:lnTo>
                  <a:lnTo>
                    <a:pt x="34506" y="215140"/>
                  </a:lnTo>
                  <a:lnTo>
                    <a:pt x="34506" y="168537"/>
                  </a:lnTo>
                  <a:close/>
                  <a:moveTo>
                    <a:pt x="55592" y="162153"/>
                  </a:moveTo>
                  <a:lnTo>
                    <a:pt x="55592" y="85545"/>
                  </a:lnTo>
                  <a:lnTo>
                    <a:pt x="109268" y="85545"/>
                  </a:lnTo>
                  <a:lnTo>
                    <a:pt x="109268" y="215140"/>
                  </a:lnTo>
                  <a:lnTo>
                    <a:pt x="55592" y="215140"/>
                  </a:lnTo>
                  <a:lnTo>
                    <a:pt x="55592" y="162153"/>
                  </a:lnTo>
                  <a:close/>
                  <a:moveTo>
                    <a:pt x="130994" y="215779"/>
                  </a:moveTo>
                  <a:lnTo>
                    <a:pt x="122687" y="215779"/>
                  </a:lnTo>
                  <a:lnTo>
                    <a:pt x="122687" y="169176"/>
                  </a:lnTo>
                  <a:lnTo>
                    <a:pt x="130994" y="169176"/>
                  </a:lnTo>
                  <a:lnTo>
                    <a:pt x="130994" y="215779"/>
                  </a:lnTo>
                  <a:close/>
                  <a:moveTo>
                    <a:pt x="152719" y="215779"/>
                  </a:moveTo>
                  <a:lnTo>
                    <a:pt x="144413" y="215779"/>
                  </a:lnTo>
                  <a:lnTo>
                    <a:pt x="144413" y="185135"/>
                  </a:lnTo>
                  <a:lnTo>
                    <a:pt x="152719" y="185135"/>
                  </a:lnTo>
                  <a:lnTo>
                    <a:pt x="152719" y="215779"/>
                  </a:lnTo>
                  <a:close/>
                </a:path>
              </a:pathLst>
            </a:custGeom>
            <a:solidFill>
              <a:srgbClr val="0076A8"/>
            </a:solidFill>
            <a:ln w="6390" cap="flat">
              <a:noFill/>
              <a:prstDash val="solid"/>
              <a:miter/>
            </a:ln>
          </p:spPr>
          <p:txBody>
            <a:bodyPr rtlCol="0" anchor="ctr"/>
            <a:lstStyle/>
            <a:p>
              <a:endParaRPr lang="en-US"/>
            </a:p>
          </p:txBody>
        </p:sp>
      </p:grpSp>
      <p:grpSp>
        <p:nvGrpSpPr>
          <p:cNvPr id="744" name="Graphic 4">
            <a:extLst>
              <a:ext uri="{FF2B5EF4-FFF2-40B4-BE49-F238E27FC236}">
                <a16:creationId xmlns:a16="http://schemas.microsoft.com/office/drawing/2014/main" id="{A007D261-781D-7D45-A3FE-242142C10B8A}"/>
              </a:ext>
            </a:extLst>
          </p:cNvPr>
          <p:cNvGrpSpPr>
            <a:grpSpLocks noChangeAspect="1"/>
          </p:cNvGrpSpPr>
          <p:nvPr/>
        </p:nvGrpSpPr>
        <p:grpSpPr>
          <a:xfrm>
            <a:off x="2559808" y="918179"/>
            <a:ext cx="362313" cy="361971"/>
            <a:chOff x="2559808" y="918179"/>
            <a:chExt cx="362313" cy="361971"/>
          </a:xfrm>
          <a:solidFill>
            <a:srgbClr val="0076A8"/>
          </a:solidFill>
        </p:grpSpPr>
        <p:sp>
          <p:nvSpPr>
            <p:cNvPr id="745" name="Graphic 4">
              <a:extLst>
                <a:ext uri="{FF2B5EF4-FFF2-40B4-BE49-F238E27FC236}">
                  <a16:creationId xmlns:a16="http://schemas.microsoft.com/office/drawing/2014/main" id="{334B59AD-EAB1-1041-93B6-642206BA61CB}"/>
                </a:ext>
              </a:extLst>
            </p:cNvPr>
            <p:cNvSpPr/>
            <p:nvPr/>
          </p:nvSpPr>
          <p:spPr>
            <a:xfrm>
              <a:off x="2559808" y="918179"/>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362309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29 w 362313"/>
                <a:gd name="connsiteY9" fmla="*/ 180667 h 361971"/>
                <a:gd name="connsiteX10" fmla="*/ 349529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3489" y="12768"/>
                    <a:pt x="349529" y="88099"/>
                    <a:pt x="349529" y="180667"/>
                  </a:cubicBezTo>
                  <a:cubicBezTo>
                    <a:pt x="349529" y="180667"/>
                    <a:pt x="349529" y="180667"/>
                    <a:pt x="349529" y="180667"/>
                  </a:cubicBezTo>
                  <a:cubicBezTo>
                    <a:pt x="350168" y="273873"/>
                    <a:pt x="274767" y="348565"/>
                    <a:pt x="181474" y="349204"/>
                  </a:cubicBezTo>
                  <a:close/>
                </a:path>
              </a:pathLst>
            </a:custGeom>
            <a:solidFill>
              <a:srgbClr val="0076A8"/>
            </a:solidFill>
            <a:ln w="6390" cap="flat">
              <a:noFill/>
              <a:prstDash val="solid"/>
              <a:miter/>
            </a:ln>
          </p:spPr>
          <p:txBody>
            <a:bodyPr rtlCol="0" anchor="ctr"/>
            <a:lstStyle/>
            <a:p>
              <a:endParaRPr lang="en-US"/>
            </a:p>
          </p:txBody>
        </p:sp>
        <p:sp>
          <p:nvSpPr>
            <p:cNvPr id="746" name="Graphic 4">
              <a:extLst>
                <a:ext uri="{FF2B5EF4-FFF2-40B4-BE49-F238E27FC236}">
                  <a16:creationId xmlns:a16="http://schemas.microsoft.com/office/drawing/2014/main" id="{B5B2224F-888A-8D4E-A717-74890B693B69}"/>
                </a:ext>
              </a:extLst>
            </p:cNvPr>
            <p:cNvSpPr/>
            <p:nvPr/>
          </p:nvSpPr>
          <p:spPr>
            <a:xfrm>
              <a:off x="2647989" y="1084801"/>
              <a:ext cx="187225" cy="39580"/>
            </a:xfrm>
            <a:custGeom>
              <a:avLst/>
              <a:gdLst>
                <a:gd name="connsiteX0" fmla="*/ 5751 w 187225"/>
                <a:gd name="connsiteY0" fmla="*/ 39581 h 39580"/>
                <a:gd name="connsiteX1" fmla="*/ 180835 w 187225"/>
                <a:gd name="connsiteY1" fmla="*/ 39581 h 39580"/>
                <a:gd name="connsiteX2" fmla="*/ 187225 w 187225"/>
                <a:gd name="connsiteY2" fmla="*/ 33197 h 39580"/>
                <a:gd name="connsiteX3" fmla="*/ 180835 w 187225"/>
                <a:gd name="connsiteY3" fmla="*/ 26813 h 39580"/>
                <a:gd name="connsiteX4" fmla="*/ 152719 w 187225"/>
                <a:gd name="connsiteY4" fmla="*/ 26813 h 39580"/>
                <a:gd name="connsiteX5" fmla="*/ 152719 w 187225"/>
                <a:gd name="connsiteY5" fmla="*/ 6384 h 39580"/>
                <a:gd name="connsiteX6" fmla="*/ 146330 w 187225"/>
                <a:gd name="connsiteY6" fmla="*/ 0 h 39580"/>
                <a:gd name="connsiteX7" fmla="*/ 139940 w 187225"/>
                <a:gd name="connsiteY7" fmla="*/ 6384 h 39580"/>
                <a:gd name="connsiteX8" fmla="*/ 139940 w 187225"/>
                <a:gd name="connsiteY8" fmla="*/ 26813 h 39580"/>
                <a:gd name="connsiteX9" fmla="*/ 117575 w 187225"/>
                <a:gd name="connsiteY9" fmla="*/ 26813 h 39580"/>
                <a:gd name="connsiteX10" fmla="*/ 117575 w 187225"/>
                <a:gd name="connsiteY10" fmla="*/ 6384 h 39580"/>
                <a:gd name="connsiteX11" fmla="*/ 111185 w 187225"/>
                <a:gd name="connsiteY11" fmla="*/ 0 h 39580"/>
                <a:gd name="connsiteX12" fmla="*/ 104795 w 187225"/>
                <a:gd name="connsiteY12" fmla="*/ 6384 h 39580"/>
                <a:gd name="connsiteX13" fmla="*/ 104795 w 187225"/>
                <a:gd name="connsiteY13" fmla="*/ 26813 h 39580"/>
                <a:gd name="connsiteX14" fmla="*/ 82430 w 187225"/>
                <a:gd name="connsiteY14" fmla="*/ 26813 h 39580"/>
                <a:gd name="connsiteX15" fmla="*/ 82430 w 187225"/>
                <a:gd name="connsiteY15" fmla="*/ 6384 h 39580"/>
                <a:gd name="connsiteX16" fmla="*/ 76040 w 187225"/>
                <a:gd name="connsiteY16" fmla="*/ 0 h 39580"/>
                <a:gd name="connsiteX17" fmla="*/ 69650 w 187225"/>
                <a:gd name="connsiteY17" fmla="*/ 6384 h 39580"/>
                <a:gd name="connsiteX18" fmla="*/ 69650 w 187225"/>
                <a:gd name="connsiteY18" fmla="*/ 26813 h 39580"/>
                <a:gd name="connsiteX19" fmla="*/ 47285 w 187225"/>
                <a:gd name="connsiteY19" fmla="*/ 26813 h 39580"/>
                <a:gd name="connsiteX20" fmla="*/ 47285 w 187225"/>
                <a:gd name="connsiteY20" fmla="*/ 6384 h 39580"/>
                <a:gd name="connsiteX21" fmla="*/ 40896 w 187225"/>
                <a:gd name="connsiteY21" fmla="*/ 0 h 39580"/>
                <a:gd name="connsiteX22" fmla="*/ 34506 w 187225"/>
                <a:gd name="connsiteY22" fmla="*/ 6384 h 39580"/>
                <a:gd name="connsiteX23" fmla="*/ 34506 w 187225"/>
                <a:gd name="connsiteY23" fmla="*/ 26813 h 39580"/>
                <a:gd name="connsiteX24" fmla="*/ 6390 w 187225"/>
                <a:gd name="connsiteY24" fmla="*/ 26813 h 39580"/>
                <a:gd name="connsiteX25" fmla="*/ 0 w 187225"/>
                <a:gd name="connsiteY25" fmla="*/ 33197 h 39580"/>
                <a:gd name="connsiteX26" fmla="*/ 5751 w 187225"/>
                <a:gd name="connsiteY26" fmla="*/ 39581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7225" h="39580">
                  <a:moveTo>
                    <a:pt x="5751" y="39581"/>
                  </a:moveTo>
                  <a:lnTo>
                    <a:pt x="180835" y="39581"/>
                  </a:lnTo>
                  <a:cubicBezTo>
                    <a:pt x="184669" y="39581"/>
                    <a:pt x="187225" y="37027"/>
                    <a:pt x="187225" y="33197"/>
                  </a:cubicBezTo>
                  <a:cubicBezTo>
                    <a:pt x="187225" y="29366"/>
                    <a:pt x="184669" y="26813"/>
                    <a:pt x="180835" y="26813"/>
                  </a:cubicBezTo>
                  <a:lnTo>
                    <a:pt x="152719" y="26813"/>
                  </a:lnTo>
                  <a:lnTo>
                    <a:pt x="152719" y="6384"/>
                  </a:lnTo>
                  <a:cubicBezTo>
                    <a:pt x="152719" y="2554"/>
                    <a:pt x="150164" y="0"/>
                    <a:pt x="146330" y="0"/>
                  </a:cubicBezTo>
                  <a:cubicBezTo>
                    <a:pt x="142496" y="0"/>
                    <a:pt x="139940" y="2554"/>
                    <a:pt x="139940" y="6384"/>
                  </a:cubicBezTo>
                  <a:lnTo>
                    <a:pt x="139940" y="26813"/>
                  </a:lnTo>
                  <a:lnTo>
                    <a:pt x="117575" y="26813"/>
                  </a:lnTo>
                  <a:lnTo>
                    <a:pt x="117575" y="6384"/>
                  </a:lnTo>
                  <a:cubicBezTo>
                    <a:pt x="117575" y="2554"/>
                    <a:pt x="115019" y="0"/>
                    <a:pt x="111185" y="0"/>
                  </a:cubicBezTo>
                  <a:cubicBezTo>
                    <a:pt x="107351" y="0"/>
                    <a:pt x="104795" y="2554"/>
                    <a:pt x="104795" y="6384"/>
                  </a:cubicBezTo>
                  <a:lnTo>
                    <a:pt x="104795" y="26813"/>
                  </a:lnTo>
                  <a:lnTo>
                    <a:pt x="82430" y="26813"/>
                  </a:lnTo>
                  <a:lnTo>
                    <a:pt x="82430" y="6384"/>
                  </a:lnTo>
                  <a:cubicBezTo>
                    <a:pt x="82430" y="2554"/>
                    <a:pt x="79874" y="0"/>
                    <a:pt x="76040" y="0"/>
                  </a:cubicBezTo>
                  <a:cubicBezTo>
                    <a:pt x="72206" y="0"/>
                    <a:pt x="69650" y="2554"/>
                    <a:pt x="69650" y="6384"/>
                  </a:cubicBezTo>
                  <a:lnTo>
                    <a:pt x="69650" y="26813"/>
                  </a:lnTo>
                  <a:lnTo>
                    <a:pt x="47285" y="26813"/>
                  </a:lnTo>
                  <a:lnTo>
                    <a:pt x="47285" y="6384"/>
                  </a:lnTo>
                  <a:cubicBezTo>
                    <a:pt x="47285" y="2554"/>
                    <a:pt x="44730" y="0"/>
                    <a:pt x="40896" y="0"/>
                  </a:cubicBezTo>
                  <a:cubicBezTo>
                    <a:pt x="37062" y="0"/>
                    <a:pt x="34506" y="2554"/>
                    <a:pt x="34506" y="6384"/>
                  </a:cubicBezTo>
                  <a:lnTo>
                    <a:pt x="34506" y="26813"/>
                  </a:lnTo>
                  <a:lnTo>
                    <a:pt x="6390" y="26813"/>
                  </a:lnTo>
                  <a:cubicBezTo>
                    <a:pt x="2556" y="26813"/>
                    <a:pt x="0" y="29366"/>
                    <a:pt x="0" y="33197"/>
                  </a:cubicBezTo>
                  <a:cubicBezTo>
                    <a:pt x="0" y="37027"/>
                    <a:pt x="2556" y="39581"/>
                    <a:pt x="5751" y="39581"/>
                  </a:cubicBezTo>
                  <a:close/>
                </a:path>
              </a:pathLst>
            </a:custGeom>
            <a:solidFill>
              <a:srgbClr val="0076A8"/>
            </a:solidFill>
            <a:ln w="6390" cap="flat">
              <a:noFill/>
              <a:prstDash val="solid"/>
              <a:miter/>
            </a:ln>
          </p:spPr>
          <p:txBody>
            <a:bodyPr rtlCol="0" anchor="ctr"/>
            <a:lstStyle/>
            <a:p>
              <a:endParaRPr lang="en-US"/>
            </a:p>
          </p:txBody>
        </p:sp>
        <p:sp>
          <p:nvSpPr>
            <p:cNvPr id="747" name="Graphic 4">
              <a:extLst>
                <a:ext uri="{FF2B5EF4-FFF2-40B4-BE49-F238E27FC236}">
                  <a16:creationId xmlns:a16="http://schemas.microsoft.com/office/drawing/2014/main" id="{1F6A2B02-10E5-3E41-B431-7F507F9916C3}"/>
                </a:ext>
              </a:extLst>
            </p:cNvPr>
            <p:cNvSpPr/>
            <p:nvPr/>
          </p:nvSpPr>
          <p:spPr>
            <a:xfrm>
              <a:off x="2668437" y="996702"/>
              <a:ext cx="145690" cy="81714"/>
            </a:xfrm>
            <a:custGeom>
              <a:avLst/>
              <a:gdLst>
                <a:gd name="connsiteX0" fmla="*/ 6390 w 145690"/>
                <a:gd name="connsiteY0" fmla="*/ 81715 h 81714"/>
                <a:gd name="connsiteX1" fmla="*/ 139301 w 145690"/>
                <a:gd name="connsiteY1" fmla="*/ 81715 h 81714"/>
                <a:gd name="connsiteX2" fmla="*/ 145690 w 145690"/>
                <a:gd name="connsiteY2" fmla="*/ 75331 h 81714"/>
                <a:gd name="connsiteX3" fmla="*/ 139301 w 145690"/>
                <a:gd name="connsiteY3" fmla="*/ 68947 h 81714"/>
                <a:gd name="connsiteX4" fmla="*/ 130994 w 145690"/>
                <a:gd name="connsiteY4" fmla="*/ 68947 h 81714"/>
                <a:gd name="connsiteX5" fmla="*/ 79235 w 145690"/>
                <a:gd name="connsiteY5" fmla="*/ 26813 h 81714"/>
                <a:gd name="connsiteX6" fmla="*/ 79235 w 145690"/>
                <a:gd name="connsiteY6" fmla="*/ 6384 h 81714"/>
                <a:gd name="connsiteX7" fmla="*/ 72845 w 145690"/>
                <a:gd name="connsiteY7" fmla="*/ 0 h 81714"/>
                <a:gd name="connsiteX8" fmla="*/ 66455 w 145690"/>
                <a:gd name="connsiteY8" fmla="*/ 6384 h 81714"/>
                <a:gd name="connsiteX9" fmla="*/ 66455 w 145690"/>
                <a:gd name="connsiteY9" fmla="*/ 26813 h 81714"/>
                <a:gd name="connsiteX10" fmla="*/ 14697 w 145690"/>
                <a:gd name="connsiteY10" fmla="*/ 68947 h 81714"/>
                <a:gd name="connsiteX11" fmla="*/ 6390 w 145690"/>
                <a:gd name="connsiteY11" fmla="*/ 68947 h 81714"/>
                <a:gd name="connsiteX12" fmla="*/ 0 w 145690"/>
                <a:gd name="connsiteY12" fmla="*/ 75331 h 81714"/>
                <a:gd name="connsiteX13" fmla="*/ 6390 w 145690"/>
                <a:gd name="connsiteY13" fmla="*/ 81715 h 81714"/>
                <a:gd name="connsiteX14" fmla="*/ 6390 w 145690"/>
                <a:gd name="connsiteY14" fmla="*/ 81715 h 81714"/>
                <a:gd name="connsiteX15" fmla="*/ 72845 w 145690"/>
                <a:gd name="connsiteY15" fmla="*/ 39581 h 81714"/>
                <a:gd name="connsiteX16" fmla="*/ 117575 w 145690"/>
                <a:gd name="connsiteY16" fmla="*/ 68947 h 81714"/>
                <a:gd name="connsiteX17" fmla="*/ 28116 w 145690"/>
                <a:gd name="connsiteY17" fmla="*/ 68947 h 81714"/>
                <a:gd name="connsiteX18" fmla="*/ 72845 w 145690"/>
                <a:gd name="connsiteY18" fmla="*/ 39581 h 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5690" h="81714">
                  <a:moveTo>
                    <a:pt x="6390" y="81715"/>
                  </a:moveTo>
                  <a:lnTo>
                    <a:pt x="139301" y="81715"/>
                  </a:lnTo>
                  <a:cubicBezTo>
                    <a:pt x="143135" y="81715"/>
                    <a:pt x="145690" y="79161"/>
                    <a:pt x="145690" y="75331"/>
                  </a:cubicBezTo>
                  <a:cubicBezTo>
                    <a:pt x="145690" y="71501"/>
                    <a:pt x="143135" y="68947"/>
                    <a:pt x="139301" y="68947"/>
                  </a:cubicBezTo>
                  <a:lnTo>
                    <a:pt x="130994" y="68947"/>
                  </a:lnTo>
                  <a:cubicBezTo>
                    <a:pt x="123326" y="45965"/>
                    <a:pt x="103517" y="29366"/>
                    <a:pt x="79235" y="26813"/>
                  </a:cubicBezTo>
                  <a:lnTo>
                    <a:pt x="79235" y="6384"/>
                  </a:lnTo>
                  <a:cubicBezTo>
                    <a:pt x="79235" y="2554"/>
                    <a:pt x="76679" y="0"/>
                    <a:pt x="72845" y="0"/>
                  </a:cubicBezTo>
                  <a:cubicBezTo>
                    <a:pt x="69011" y="0"/>
                    <a:pt x="66455" y="2554"/>
                    <a:pt x="66455" y="6384"/>
                  </a:cubicBezTo>
                  <a:lnTo>
                    <a:pt x="66455" y="26813"/>
                  </a:lnTo>
                  <a:cubicBezTo>
                    <a:pt x="42174" y="29366"/>
                    <a:pt x="22365" y="45965"/>
                    <a:pt x="14697" y="68947"/>
                  </a:cubicBezTo>
                  <a:lnTo>
                    <a:pt x="6390" y="68947"/>
                  </a:lnTo>
                  <a:cubicBezTo>
                    <a:pt x="2556" y="68947"/>
                    <a:pt x="0" y="71501"/>
                    <a:pt x="0" y="75331"/>
                  </a:cubicBezTo>
                  <a:cubicBezTo>
                    <a:pt x="0" y="79161"/>
                    <a:pt x="2556" y="81715"/>
                    <a:pt x="6390" y="81715"/>
                  </a:cubicBezTo>
                  <a:lnTo>
                    <a:pt x="6390" y="81715"/>
                  </a:lnTo>
                  <a:close/>
                  <a:moveTo>
                    <a:pt x="72845" y="39581"/>
                  </a:moveTo>
                  <a:cubicBezTo>
                    <a:pt x="92015" y="39581"/>
                    <a:pt x="109907" y="51710"/>
                    <a:pt x="117575" y="68947"/>
                  </a:cubicBezTo>
                  <a:lnTo>
                    <a:pt x="28116" y="68947"/>
                  </a:lnTo>
                  <a:cubicBezTo>
                    <a:pt x="35784" y="51072"/>
                    <a:pt x="53036" y="39581"/>
                    <a:pt x="72845" y="39581"/>
                  </a:cubicBezTo>
                  <a:close/>
                </a:path>
              </a:pathLst>
            </a:custGeom>
            <a:solidFill>
              <a:srgbClr val="0076A8"/>
            </a:solidFill>
            <a:ln w="6390" cap="flat">
              <a:noFill/>
              <a:prstDash val="solid"/>
              <a:miter/>
            </a:ln>
          </p:spPr>
          <p:txBody>
            <a:bodyPr rtlCol="0" anchor="ctr"/>
            <a:lstStyle/>
            <a:p>
              <a:endParaRPr lang="en-US"/>
            </a:p>
          </p:txBody>
        </p:sp>
        <p:sp>
          <p:nvSpPr>
            <p:cNvPr id="748" name="Graphic 4">
              <a:extLst>
                <a:ext uri="{FF2B5EF4-FFF2-40B4-BE49-F238E27FC236}">
                  <a16:creationId xmlns:a16="http://schemas.microsoft.com/office/drawing/2014/main" id="{DAC43715-4060-0249-A5EE-DA8C01B44302}"/>
                </a:ext>
              </a:extLst>
            </p:cNvPr>
            <p:cNvSpPr/>
            <p:nvPr/>
          </p:nvSpPr>
          <p:spPr>
            <a:xfrm>
              <a:off x="2637127" y="1131404"/>
              <a:ext cx="208311" cy="69585"/>
            </a:xfrm>
            <a:custGeom>
              <a:avLst/>
              <a:gdLst>
                <a:gd name="connsiteX0" fmla="*/ 201922 w 208311"/>
                <a:gd name="connsiteY0" fmla="*/ 56817 h 69585"/>
                <a:gd name="connsiteX1" fmla="*/ 185308 w 208311"/>
                <a:gd name="connsiteY1" fmla="*/ 56817 h 69585"/>
                <a:gd name="connsiteX2" fmla="*/ 185308 w 208311"/>
                <a:gd name="connsiteY2" fmla="*/ 6384 h 69585"/>
                <a:gd name="connsiteX3" fmla="*/ 178918 w 208311"/>
                <a:gd name="connsiteY3" fmla="*/ 0 h 69585"/>
                <a:gd name="connsiteX4" fmla="*/ 172528 w 208311"/>
                <a:gd name="connsiteY4" fmla="*/ 6384 h 69585"/>
                <a:gd name="connsiteX5" fmla="*/ 172528 w 208311"/>
                <a:gd name="connsiteY5" fmla="*/ 56817 h 69585"/>
                <a:gd name="connsiteX6" fmla="*/ 147607 w 208311"/>
                <a:gd name="connsiteY6" fmla="*/ 56817 h 69585"/>
                <a:gd name="connsiteX7" fmla="*/ 147607 w 208311"/>
                <a:gd name="connsiteY7" fmla="*/ 6384 h 69585"/>
                <a:gd name="connsiteX8" fmla="*/ 141217 w 208311"/>
                <a:gd name="connsiteY8" fmla="*/ 0 h 69585"/>
                <a:gd name="connsiteX9" fmla="*/ 134828 w 208311"/>
                <a:gd name="connsiteY9" fmla="*/ 6384 h 69585"/>
                <a:gd name="connsiteX10" fmla="*/ 134828 w 208311"/>
                <a:gd name="connsiteY10" fmla="*/ 56817 h 69585"/>
                <a:gd name="connsiteX11" fmla="*/ 109907 w 208311"/>
                <a:gd name="connsiteY11" fmla="*/ 56817 h 69585"/>
                <a:gd name="connsiteX12" fmla="*/ 109907 w 208311"/>
                <a:gd name="connsiteY12" fmla="*/ 6384 h 69585"/>
                <a:gd name="connsiteX13" fmla="*/ 103517 w 208311"/>
                <a:gd name="connsiteY13" fmla="*/ 0 h 69585"/>
                <a:gd name="connsiteX14" fmla="*/ 97127 w 208311"/>
                <a:gd name="connsiteY14" fmla="*/ 6384 h 69585"/>
                <a:gd name="connsiteX15" fmla="*/ 97127 w 208311"/>
                <a:gd name="connsiteY15" fmla="*/ 56817 h 69585"/>
                <a:gd name="connsiteX16" fmla="*/ 72206 w 208311"/>
                <a:gd name="connsiteY16" fmla="*/ 56817 h 69585"/>
                <a:gd name="connsiteX17" fmla="*/ 72206 w 208311"/>
                <a:gd name="connsiteY17" fmla="*/ 6384 h 69585"/>
                <a:gd name="connsiteX18" fmla="*/ 65816 w 208311"/>
                <a:gd name="connsiteY18" fmla="*/ 0 h 69585"/>
                <a:gd name="connsiteX19" fmla="*/ 59426 w 208311"/>
                <a:gd name="connsiteY19" fmla="*/ 6384 h 69585"/>
                <a:gd name="connsiteX20" fmla="*/ 59426 w 208311"/>
                <a:gd name="connsiteY20" fmla="*/ 56817 h 69585"/>
                <a:gd name="connsiteX21" fmla="*/ 34506 w 208311"/>
                <a:gd name="connsiteY21" fmla="*/ 56817 h 69585"/>
                <a:gd name="connsiteX22" fmla="*/ 34506 w 208311"/>
                <a:gd name="connsiteY22" fmla="*/ 6384 h 69585"/>
                <a:gd name="connsiteX23" fmla="*/ 28116 w 208311"/>
                <a:gd name="connsiteY23" fmla="*/ 0 h 69585"/>
                <a:gd name="connsiteX24" fmla="*/ 21726 w 208311"/>
                <a:gd name="connsiteY24" fmla="*/ 6384 h 69585"/>
                <a:gd name="connsiteX25" fmla="*/ 21726 w 208311"/>
                <a:gd name="connsiteY25" fmla="*/ 56817 h 69585"/>
                <a:gd name="connsiteX26" fmla="*/ 6390 w 208311"/>
                <a:gd name="connsiteY26" fmla="*/ 56817 h 69585"/>
                <a:gd name="connsiteX27" fmla="*/ 0 w 208311"/>
                <a:gd name="connsiteY27" fmla="*/ 63201 h 69585"/>
                <a:gd name="connsiteX28" fmla="*/ 6390 w 208311"/>
                <a:gd name="connsiteY28" fmla="*/ 69585 h 69585"/>
                <a:gd name="connsiteX29" fmla="*/ 201922 w 208311"/>
                <a:gd name="connsiteY29" fmla="*/ 69585 h 69585"/>
                <a:gd name="connsiteX30" fmla="*/ 208312 w 208311"/>
                <a:gd name="connsiteY30" fmla="*/ 63201 h 69585"/>
                <a:gd name="connsiteX31" fmla="*/ 201922 w 208311"/>
                <a:gd name="connsiteY31" fmla="*/ 56817 h 69585"/>
                <a:gd name="connsiteX32" fmla="*/ 201922 w 208311"/>
                <a:gd name="connsiteY32" fmla="*/ 56817 h 69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08311" h="69585">
                  <a:moveTo>
                    <a:pt x="201922" y="56817"/>
                  </a:moveTo>
                  <a:lnTo>
                    <a:pt x="185308" y="56817"/>
                  </a:lnTo>
                  <a:lnTo>
                    <a:pt x="185308" y="6384"/>
                  </a:lnTo>
                  <a:cubicBezTo>
                    <a:pt x="185308" y="2554"/>
                    <a:pt x="182752" y="0"/>
                    <a:pt x="178918" y="0"/>
                  </a:cubicBezTo>
                  <a:cubicBezTo>
                    <a:pt x="175084" y="0"/>
                    <a:pt x="172528" y="2554"/>
                    <a:pt x="172528" y="6384"/>
                  </a:cubicBezTo>
                  <a:lnTo>
                    <a:pt x="172528" y="56817"/>
                  </a:lnTo>
                  <a:lnTo>
                    <a:pt x="147607" y="56817"/>
                  </a:lnTo>
                  <a:lnTo>
                    <a:pt x="147607" y="6384"/>
                  </a:lnTo>
                  <a:cubicBezTo>
                    <a:pt x="147607" y="2554"/>
                    <a:pt x="145051" y="0"/>
                    <a:pt x="141217" y="0"/>
                  </a:cubicBezTo>
                  <a:cubicBezTo>
                    <a:pt x="137384" y="0"/>
                    <a:pt x="134828" y="2554"/>
                    <a:pt x="134828" y="6384"/>
                  </a:cubicBezTo>
                  <a:lnTo>
                    <a:pt x="134828" y="56817"/>
                  </a:lnTo>
                  <a:lnTo>
                    <a:pt x="109907" y="56817"/>
                  </a:lnTo>
                  <a:lnTo>
                    <a:pt x="109907" y="6384"/>
                  </a:lnTo>
                  <a:cubicBezTo>
                    <a:pt x="109907" y="2554"/>
                    <a:pt x="107351" y="0"/>
                    <a:pt x="103517" y="0"/>
                  </a:cubicBezTo>
                  <a:cubicBezTo>
                    <a:pt x="99683" y="0"/>
                    <a:pt x="97127" y="2554"/>
                    <a:pt x="97127" y="6384"/>
                  </a:cubicBezTo>
                  <a:lnTo>
                    <a:pt x="97127" y="56817"/>
                  </a:lnTo>
                  <a:lnTo>
                    <a:pt x="72206" y="56817"/>
                  </a:lnTo>
                  <a:lnTo>
                    <a:pt x="72206" y="6384"/>
                  </a:lnTo>
                  <a:cubicBezTo>
                    <a:pt x="72206" y="2554"/>
                    <a:pt x="69650" y="0"/>
                    <a:pt x="65816" y="0"/>
                  </a:cubicBezTo>
                  <a:cubicBezTo>
                    <a:pt x="61982" y="0"/>
                    <a:pt x="59426" y="2554"/>
                    <a:pt x="59426" y="6384"/>
                  </a:cubicBezTo>
                  <a:lnTo>
                    <a:pt x="59426" y="56817"/>
                  </a:lnTo>
                  <a:lnTo>
                    <a:pt x="34506" y="56817"/>
                  </a:lnTo>
                  <a:lnTo>
                    <a:pt x="34506" y="6384"/>
                  </a:lnTo>
                  <a:cubicBezTo>
                    <a:pt x="34506" y="2554"/>
                    <a:pt x="31950" y="0"/>
                    <a:pt x="28116" y="0"/>
                  </a:cubicBezTo>
                  <a:cubicBezTo>
                    <a:pt x="24282" y="0"/>
                    <a:pt x="21726" y="2554"/>
                    <a:pt x="21726" y="6384"/>
                  </a:cubicBezTo>
                  <a:lnTo>
                    <a:pt x="21726" y="56817"/>
                  </a:lnTo>
                  <a:lnTo>
                    <a:pt x="6390" y="56817"/>
                  </a:lnTo>
                  <a:cubicBezTo>
                    <a:pt x="2556" y="56817"/>
                    <a:pt x="0" y="59371"/>
                    <a:pt x="0" y="63201"/>
                  </a:cubicBezTo>
                  <a:cubicBezTo>
                    <a:pt x="0" y="67032"/>
                    <a:pt x="2556" y="69585"/>
                    <a:pt x="6390" y="69585"/>
                  </a:cubicBezTo>
                  <a:lnTo>
                    <a:pt x="201922" y="69585"/>
                  </a:lnTo>
                  <a:cubicBezTo>
                    <a:pt x="205756" y="69585"/>
                    <a:pt x="208312" y="67032"/>
                    <a:pt x="208312" y="63201"/>
                  </a:cubicBezTo>
                  <a:cubicBezTo>
                    <a:pt x="208312" y="59371"/>
                    <a:pt x="205756" y="56817"/>
                    <a:pt x="201922" y="56817"/>
                  </a:cubicBezTo>
                  <a:lnTo>
                    <a:pt x="201922" y="56817"/>
                  </a:lnTo>
                  <a:close/>
                </a:path>
              </a:pathLst>
            </a:custGeom>
            <a:solidFill>
              <a:srgbClr val="0076A8"/>
            </a:solidFill>
            <a:ln w="6390" cap="flat">
              <a:noFill/>
              <a:prstDash val="solid"/>
              <a:miter/>
            </a:ln>
          </p:spPr>
          <p:txBody>
            <a:bodyPr rtlCol="0" anchor="ctr"/>
            <a:lstStyle/>
            <a:p>
              <a:endParaRPr lang="en-US"/>
            </a:p>
          </p:txBody>
        </p:sp>
      </p:grpSp>
      <p:grpSp>
        <p:nvGrpSpPr>
          <p:cNvPr id="749" name="Graphic 4">
            <a:extLst>
              <a:ext uri="{FF2B5EF4-FFF2-40B4-BE49-F238E27FC236}">
                <a16:creationId xmlns:a16="http://schemas.microsoft.com/office/drawing/2014/main" id="{DD8C9FE8-8728-D74A-9075-ED7210603971}"/>
              </a:ext>
            </a:extLst>
          </p:cNvPr>
          <p:cNvGrpSpPr>
            <a:grpSpLocks noChangeAspect="1"/>
          </p:cNvGrpSpPr>
          <p:nvPr/>
        </p:nvGrpSpPr>
        <p:grpSpPr>
          <a:xfrm>
            <a:off x="8840477" y="3824168"/>
            <a:ext cx="362312" cy="361971"/>
            <a:chOff x="8840477" y="3824168"/>
            <a:chExt cx="362312" cy="361971"/>
          </a:xfrm>
          <a:solidFill>
            <a:srgbClr val="62B5E5"/>
          </a:solidFill>
        </p:grpSpPr>
        <p:sp>
          <p:nvSpPr>
            <p:cNvPr id="750" name="Graphic 4">
              <a:extLst>
                <a:ext uri="{FF2B5EF4-FFF2-40B4-BE49-F238E27FC236}">
                  <a16:creationId xmlns:a16="http://schemas.microsoft.com/office/drawing/2014/main" id="{6C4255FB-42AE-B743-810B-63C8B767E8B8}"/>
                </a:ext>
              </a:extLst>
            </p:cNvPr>
            <p:cNvSpPr/>
            <p:nvPr/>
          </p:nvSpPr>
          <p:spPr>
            <a:xfrm>
              <a:off x="8840477" y="3824168"/>
              <a:ext cx="362312" cy="361971"/>
            </a:xfrm>
            <a:custGeom>
              <a:avLst/>
              <a:gdLst>
                <a:gd name="connsiteX0" fmla="*/ 181474 w 362312"/>
                <a:gd name="connsiteY0" fmla="*/ 0 h 361971"/>
                <a:gd name="connsiteX1" fmla="*/ 0 w 362312"/>
                <a:gd name="connsiteY1" fmla="*/ 180667 h 361971"/>
                <a:gd name="connsiteX2" fmla="*/ 180836 w 362312"/>
                <a:gd name="connsiteY2" fmla="*/ 361971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6"/>
                    <a:pt x="0" y="180667"/>
                  </a:cubicBezTo>
                  <a:cubicBezTo>
                    <a:pt x="0" y="280895"/>
                    <a:pt x="81152" y="361971"/>
                    <a:pt x="180836" y="361971"/>
                  </a:cubicBezTo>
                  <a:cubicBezTo>
                    <a:pt x="281157" y="361971"/>
                    <a:pt x="362309" y="280895"/>
                    <a:pt x="362309" y="181305"/>
                  </a:cubicBezTo>
                  <a:cubicBezTo>
                    <a:pt x="362309" y="181305"/>
                    <a:pt x="362309" y="181305"/>
                    <a:pt x="362309" y="181305"/>
                  </a:cubicBezTo>
                  <a:cubicBezTo>
                    <a:pt x="362949" y="81076"/>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9204"/>
                    <a:pt x="181474" y="349204"/>
                  </a:cubicBezTo>
                  <a:lnTo>
                    <a:pt x="181474" y="349204"/>
                  </a:lnTo>
                  <a:close/>
                </a:path>
              </a:pathLst>
            </a:custGeom>
            <a:solidFill>
              <a:srgbClr val="62B5E5"/>
            </a:solidFill>
            <a:ln w="6390" cap="flat">
              <a:noFill/>
              <a:prstDash val="solid"/>
              <a:miter/>
            </a:ln>
          </p:spPr>
          <p:txBody>
            <a:bodyPr rtlCol="0" anchor="ctr"/>
            <a:lstStyle/>
            <a:p>
              <a:endParaRPr lang="en-US"/>
            </a:p>
          </p:txBody>
        </p:sp>
        <p:sp>
          <p:nvSpPr>
            <p:cNvPr id="751" name="Graphic 4">
              <a:extLst>
                <a:ext uri="{FF2B5EF4-FFF2-40B4-BE49-F238E27FC236}">
                  <a16:creationId xmlns:a16="http://schemas.microsoft.com/office/drawing/2014/main" id="{24B657EB-146F-624C-833E-04DCEDD41CB6}"/>
                </a:ext>
              </a:extLst>
            </p:cNvPr>
            <p:cNvSpPr/>
            <p:nvPr/>
          </p:nvSpPr>
          <p:spPr>
            <a:xfrm>
              <a:off x="8922558" y="3896306"/>
              <a:ext cx="200115" cy="217693"/>
            </a:xfrm>
            <a:custGeom>
              <a:avLst/>
              <a:gdLst>
                <a:gd name="connsiteX0" fmla="*/ 188214 w 200115"/>
                <a:gd name="connsiteY0" fmla="*/ 180029 h 217693"/>
                <a:gd name="connsiteX1" fmla="*/ 163932 w 200115"/>
                <a:gd name="connsiteY1" fmla="*/ 192158 h 217693"/>
                <a:gd name="connsiteX2" fmla="*/ 148596 w 200115"/>
                <a:gd name="connsiteY2" fmla="*/ 146832 h 217693"/>
                <a:gd name="connsiteX3" fmla="*/ 166488 w 200115"/>
                <a:gd name="connsiteY3" fmla="*/ 146832 h 217693"/>
                <a:gd name="connsiteX4" fmla="*/ 172878 w 200115"/>
                <a:gd name="connsiteY4" fmla="*/ 140448 h 217693"/>
                <a:gd name="connsiteX5" fmla="*/ 166488 w 200115"/>
                <a:gd name="connsiteY5" fmla="*/ 134064 h 217693"/>
                <a:gd name="connsiteX6" fmla="*/ 146039 w 200115"/>
                <a:gd name="connsiteY6" fmla="*/ 134064 h 217693"/>
                <a:gd name="connsiteX7" fmla="*/ 144762 w 200115"/>
                <a:gd name="connsiteY7" fmla="*/ 88099 h 217693"/>
                <a:gd name="connsiteX8" fmla="*/ 177989 w 200115"/>
                <a:gd name="connsiteY8" fmla="*/ 97037 h 217693"/>
                <a:gd name="connsiteX9" fmla="*/ 186296 w 200115"/>
                <a:gd name="connsiteY9" fmla="*/ 93845 h 217693"/>
                <a:gd name="connsiteX10" fmla="*/ 183101 w 200115"/>
                <a:gd name="connsiteY10" fmla="*/ 85545 h 217693"/>
                <a:gd name="connsiteX11" fmla="*/ 61693 w 200115"/>
                <a:gd name="connsiteY11" fmla="*/ 83630 h 217693"/>
                <a:gd name="connsiteX12" fmla="*/ 20797 w 200115"/>
                <a:gd name="connsiteY12" fmla="*/ 1915 h 217693"/>
                <a:gd name="connsiteX13" fmla="*/ 11851 w 200115"/>
                <a:gd name="connsiteY13" fmla="*/ 1915 h 217693"/>
                <a:gd name="connsiteX14" fmla="*/ 11851 w 200115"/>
                <a:gd name="connsiteY14" fmla="*/ 10853 h 217693"/>
                <a:gd name="connsiteX15" fmla="*/ 42523 w 200115"/>
                <a:gd name="connsiteY15" fmla="*/ 60648 h 217693"/>
                <a:gd name="connsiteX16" fmla="*/ 37411 w 200115"/>
                <a:gd name="connsiteY16" fmla="*/ 193435 h 217693"/>
                <a:gd name="connsiteX17" fmla="*/ 10573 w 200115"/>
                <a:gd name="connsiteY17" fmla="*/ 180029 h 217693"/>
                <a:gd name="connsiteX18" fmla="*/ 1627 w 200115"/>
                <a:gd name="connsiteY18" fmla="*/ 180667 h 217693"/>
                <a:gd name="connsiteX19" fmla="*/ 2266 w 200115"/>
                <a:gd name="connsiteY19" fmla="*/ 189605 h 217693"/>
                <a:gd name="connsiteX20" fmla="*/ 4183 w 200115"/>
                <a:gd name="connsiteY20" fmla="*/ 190881 h 217693"/>
                <a:gd name="connsiteX21" fmla="*/ 93642 w 200115"/>
                <a:gd name="connsiteY21" fmla="*/ 217694 h 217693"/>
                <a:gd name="connsiteX22" fmla="*/ 100032 w 200115"/>
                <a:gd name="connsiteY22" fmla="*/ 217694 h 217693"/>
                <a:gd name="connsiteX23" fmla="*/ 163293 w 200115"/>
                <a:gd name="connsiteY23" fmla="*/ 206203 h 217693"/>
                <a:gd name="connsiteX24" fmla="*/ 163932 w 200115"/>
                <a:gd name="connsiteY24" fmla="*/ 206203 h 217693"/>
                <a:gd name="connsiteX25" fmla="*/ 195881 w 200115"/>
                <a:gd name="connsiteY25" fmla="*/ 190881 h 217693"/>
                <a:gd name="connsiteX26" fmla="*/ 199715 w 200115"/>
                <a:gd name="connsiteY26" fmla="*/ 182582 h 217693"/>
                <a:gd name="connsiteX27" fmla="*/ 191409 w 200115"/>
                <a:gd name="connsiteY27" fmla="*/ 178752 h 217693"/>
                <a:gd name="connsiteX28" fmla="*/ 189491 w 200115"/>
                <a:gd name="connsiteY28" fmla="*/ 180029 h 217693"/>
                <a:gd name="connsiteX29" fmla="*/ 188214 w 200115"/>
                <a:gd name="connsiteY29" fmla="*/ 180029 h 217693"/>
                <a:gd name="connsiteX30" fmla="*/ 138372 w 200115"/>
                <a:gd name="connsiteY30" fmla="*/ 160238 h 217693"/>
                <a:gd name="connsiteX31" fmla="*/ 109617 w 200115"/>
                <a:gd name="connsiteY31" fmla="*/ 146832 h 217693"/>
                <a:gd name="connsiteX32" fmla="*/ 135816 w 200115"/>
                <a:gd name="connsiteY32" fmla="*/ 146832 h 217693"/>
                <a:gd name="connsiteX33" fmla="*/ 138372 w 200115"/>
                <a:gd name="connsiteY33" fmla="*/ 160238 h 217693"/>
                <a:gd name="connsiteX34" fmla="*/ 64249 w 200115"/>
                <a:gd name="connsiteY34" fmla="*/ 146832 h 217693"/>
                <a:gd name="connsiteX35" fmla="*/ 89170 w 200115"/>
                <a:gd name="connsiteY35" fmla="*/ 146832 h 217693"/>
                <a:gd name="connsiteX36" fmla="*/ 61693 w 200115"/>
                <a:gd name="connsiteY36" fmla="*/ 159600 h 217693"/>
                <a:gd name="connsiteX37" fmla="*/ 64249 w 200115"/>
                <a:gd name="connsiteY37" fmla="*/ 146832 h 217693"/>
                <a:gd name="connsiteX38" fmla="*/ 64249 w 200115"/>
                <a:gd name="connsiteY38" fmla="*/ 146832 h 217693"/>
                <a:gd name="connsiteX39" fmla="*/ 132621 w 200115"/>
                <a:gd name="connsiteY39" fmla="*/ 87461 h 217693"/>
                <a:gd name="connsiteX40" fmla="*/ 133899 w 200115"/>
                <a:gd name="connsiteY40" fmla="*/ 134064 h 217693"/>
                <a:gd name="connsiteX41" fmla="*/ 66165 w 200115"/>
                <a:gd name="connsiteY41" fmla="*/ 134064 h 217693"/>
                <a:gd name="connsiteX42" fmla="*/ 65526 w 200115"/>
                <a:gd name="connsiteY42" fmla="*/ 95760 h 217693"/>
                <a:gd name="connsiteX43" fmla="*/ 132621 w 200115"/>
                <a:gd name="connsiteY43" fmla="*/ 87461 h 217693"/>
                <a:gd name="connsiteX44" fmla="*/ 132621 w 200115"/>
                <a:gd name="connsiteY44" fmla="*/ 87461 h 217693"/>
                <a:gd name="connsiteX45" fmla="*/ 94281 w 200115"/>
                <a:gd name="connsiteY45" fmla="*/ 204926 h 217693"/>
                <a:gd name="connsiteX46" fmla="*/ 50190 w 200115"/>
                <a:gd name="connsiteY46" fmla="*/ 197265 h 217693"/>
                <a:gd name="connsiteX47" fmla="*/ 55303 w 200115"/>
                <a:gd name="connsiteY47" fmla="*/ 184497 h 217693"/>
                <a:gd name="connsiteX48" fmla="*/ 97476 w 200115"/>
                <a:gd name="connsiteY48" fmla="*/ 158961 h 217693"/>
                <a:gd name="connsiteX49" fmla="*/ 147318 w 200115"/>
                <a:gd name="connsiteY49" fmla="*/ 185136 h 217693"/>
                <a:gd name="connsiteX50" fmla="*/ 153069 w 200115"/>
                <a:gd name="connsiteY50" fmla="*/ 197265 h 217693"/>
                <a:gd name="connsiteX51" fmla="*/ 94281 w 200115"/>
                <a:gd name="connsiteY51" fmla="*/ 204926 h 217693"/>
                <a:gd name="connsiteX52" fmla="*/ 94281 w 200115"/>
                <a:gd name="connsiteY52" fmla="*/ 204926 h 217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00115" h="217693">
                  <a:moveTo>
                    <a:pt x="188214" y="180029"/>
                  </a:moveTo>
                  <a:cubicBezTo>
                    <a:pt x="180545" y="184497"/>
                    <a:pt x="172239" y="188966"/>
                    <a:pt x="163932" y="192158"/>
                  </a:cubicBezTo>
                  <a:cubicBezTo>
                    <a:pt x="156264" y="178113"/>
                    <a:pt x="151152" y="162792"/>
                    <a:pt x="148596" y="146832"/>
                  </a:cubicBezTo>
                  <a:lnTo>
                    <a:pt x="166488" y="146832"/>
                  </a:lnTo>
                  <a:cubicBezTo>
                    <a:pt x="170322" y="146832"/>
                    <a:pt x="172878" y="144278"/>
                    <a:pt x="172878" y="140448"/>
                  </a:cubicBezTo>
                  <a:cubicBezTo>
                    <a:pt x="172878" y="136617"/>
                    <a:pt x="170322" y="134064"/>
                    <a:pt x="166488" y="134064"/>
                  </a:cubicBezTo>
                  <a:lnTo>
                    <a:pt x="146039" y="134064"/>
                  </a:lnTo>
                  <a:cubicBezTo>
                    <a:pt x="144123" y="118742"/>
                    <a:pt x="143484" y="103421"/>
                    <a:pt x="144762" y="88099"/>
                  </a:cubicBezTo>
                  <a:cubicBezTo>
                    <a:pt x="156264" y="89376"/>
                    <a:pt x="167765" y="91929"/>
                    <a:pt x="177989" y="97037"/>
                  </a:cubicBezTo>
                  <a:cubicBezTo>
                    <a:pt x="181184" y="98313"/>
                    <a:pt x="185019" y="97037"/>
                    <a:pt x="186296" y="93845"/>
                  </a:cubicBezTo>
                  <a:cubicBezTo>
                    <a:pt x="187574" y="90653"/>
                    <a:pt x="186296" y="86822"/>
                    <a:pt x="183101" y="85545"/>
                  </a:cubicBezTo>
                  <a:cubicBezTo>
                    <a:pt x="139011" y="65117"/>
                    <a:pt x="81501" y="77885"/>
                    <a:pt x="61693" y="83630"/>
                  </a:cubicBezTo>
                  <a:cubicBezTo>
                    <a:pt x="55942" y="52987"/>
                    <a:pt x="41884" y="24897"/>
                    <a:pt x="20797" y="1915"/>
                  </a:cubicBezTo>
                  <a:cubicBezTo>
                    <a:pt x="18241" y="-638"/>
                    <a:pt x="14407" y="-638"/>
                    <a:pt x="11851" y="1915"/>
                  </a:cubicBezTo>
                  <a:cubicBezTo>
                    <a:pt x="9295" y="4469"/>
                    <a:pt x="9295" y="8299"/>
                    <a:pt x="11851" y="10853"/>
                  </a:cubicBezTo>
                  <a:cubicBezTo>
                    <a:pt x="25270" y="25536"/>
                    <a:pt x="35494" y="42134"/>
                    <a:pt x="42523" y="60648"/>
                  </a:cubicBezTo>
                  <a:cubicBezTo>
                    <a:pt x="57859" y="102144"/>
                    <a:pt x="55942" y="146193"/>
                    <a:pt x="37411" y="193435"/>
                  </a:cubicBezTo>
                  <a:cubicBezTo>
                    <a:pt x="27826" y="189605"/>
                    <a:pt x="18880" y="185136"/>
                    <a:pt x="10573" y="180029"/>
                  </a:cubicBezTo>
                  <a:cubicBezTo>
                    <a:pt x="8017" y="177475"/>
                    <a:pt x="3544" y="178113"/>
                    <a:pt x="1627" y="180667"/>
                  </a:cubicBezTo>
                  <a:cubicBezTo>
                    <a:pt x="-929" y="183221"/>
                    <a:pt x="-289" y="187689"/>
                    <a:pt x="2266" y="189605"/>
                  </a:cubicBezTo>
                  <a:cubicBezTo>
                    <a:pt x="2906" y="190243"/>
                    <a:pt x="3544" y="190243"/>
                    <a:pt x="4183" y="190881"/>
                  </a:cubicBezTo>
                  <a:cubicBezTo>
                    <a:pt x="31021" y="207480"/>
                    <a:pt x="62331" y="216417"/>
                    <a:pt x="93642" y="217694"/>
                  </a:cubicBezTo>
                  <a:lnTo>
                    <a:pt x="100032" y="217694"/>
                  </a:lnTo>
                  <a:cubicBezTo>
                    <a:pt x="121758" y="217694"/>
                    <a:pt x="142845" y="213864"/>
                    <a:pt x="163293" y="206203"/>
                  </a:cubicBezTo>
                  <a:lnTo>
                    <a:pt x="163932" y="206203"/>
                  </a:lnTo>
                  <a:cubicBezTo>
                    <a:pt x="174794" y="202373"/>
                    <a:pt x="185658" y="197265"/>
                    <a:pt x="195881" y="190881"/>
                  </a:cubicBezTo>
                  <a:cubicBezTo>
                    <a:pt x="199076" y="189605"/>
                    <a:pt x="200994" y="185774"/>
                    <a:pt x="199715" y="182582"/>
                  </a:cubicBezTo>
                  <a:cubicBezTo>
                    <a:pt x="198437" y="179390"/>
                    <a:pt x="194604" y="177475"/>
                    <a:pt x="191409" y="178752"/>
                  </a:cubicBezTo>
                  <a:cubicBezTo>
                    <a:pt x="190769" y="178752"/>
                    <a:pt x="190130" y="179390"/>
                    <a:pt x="189491" y="180029"/>
                  </a:cubicBezTo>
                  <a:lnTo>
                    <a:pt x="188214" y="180029"/>
                  </a:lnTo>
                  <a:close/>
                  <a:moveTo>
                    <a:pt x="138372" y="160238"/>
                  </a:moveTo>
                  <a:cubicBezTo>
                    <a:pt x="130065" y="153854"/>
                    <a:pt x="119841" y="148747"/>
                    <a:pt x="109617" y="146832"/>
                  </a:cubicBezTo>
                  <a:lnTo>
                    <a:pt x="135816" y="146832"/>
                  </a:lnTo>
                  <a:cubicBezTo>
                    <a:pt x="135816" y="151301"/>
                    <a:pt x="137094" y="155769"/>
                    <a:pt x="138372" y="160238"/>
                  </a:cubicBezTo>
                  <a:close/>
                  <a:moveTo>
                    <a:pt x="64249" y="146832"/>
                  </a:moveTo>
                  <a:lnTo>
                    <a:pt x="89170" y="146832"/>
                  </a:lnTo>
                  <a:cubicBezTo>
                    <a:pt x="78945" y="148747"/>
                    <a:pt x="70000" y="153216"/>
                    <a:pt x="61693" y="159600"/>
                  </a:cubicBezTo>
                  <a:cubicBezTo>
                    <a:pt x="62331" y="155131"/>
                    <a:pt x="62970" y="151301"/>
                    <a:pt x="64249" y="146832"/>
                  </a:cubicBezTo>
                  <a:lnTo>
                    <a:pt x="64249" y="146832"/>
                  </a:lnTo>
                  <a:close/>
                  <a:moveTo>
                    <a:pt x="132621" y="87461"/>
                  </a:moveTo>
                  <a:cubicBezTo>
                    <a:pt x="131343" y="102782"/>
                    <a:pt x="131982" y="118742"/>
                    <a:pt x="133899" y="134064"/>
                  </a:cubicBezTo>
                  <a:lnTo>
                    <a:pt x="66165" y="134064"/>
                  </a:lnTo>
                  <a:cubicBezTo>
                    <a:pt x="67444" y="121296"/>
                    <a:pt x="66805" y="108528"/>
                    <a:pt x="65526" y="95760"/>
                  </a:cubicBezTo>
                  <a:cubicBezTo>
                    <a:pt x="86614" y="90014"/>
                    <a:pt x="109617" y="87461"/>
                    <a:pt x="132621" y="87461"/>
                  </a:cubicBezTo>
                  <a:lnTo>
                    <a:pt x="132621" y="87461"/>
                  </a:lnTo>
                  <a:close/>
                  <a:moveTo>
                    <a:pt x="94281" y="204926"/>
                  </a:moveTo>
                  <a:cubicBezTo>
                    <a:pt x="78945" y="204288"/>
                    <a:pt x="64249" y="201734"/>
                    <a:pt x="50190" y="197265"/>
                  </a:cubicBezTo>
                  <a:cubicBezTo>
                    <a:pt x="52108" y="192797"/>
                    <a:pt x="53385" y="188328"/>
                    <a:pt x="55303" y="184497"/>
                  </a:cubicBezTo>
                  <a:cubicBezTo>
                    <a:pt x="57859" y="181305"/>
                    <a:pt x="73834" y="160238"/>
                    <a:pt x="97476" y="158961"/>
                  </a:cubicBezTo>
                  <a:cubicBezTo>
                    <a:pt x="114090" y="157685"/>
                    <a:pt x="130704" y="166622"/>
                    <a:pt x="147318" y="185136"/>
                  </a:cubicBezTo>
                  <a:cubicBezTo>
                    <a:pt x="149234" y="188966"/>
                    <a:pt x="150513" y="192797"/>
                    <a:pt x="153069" y="197265"/>
                  </a:cubicBezTo>
                  <a:cubicBezTo>
                    <a:pt x="133260" y="203011"/>
                    <a:pt x="113451" y="205565"/>
                    <a:pt x="94281" y="204926"/>
                  </a:cubicBezTo>
                  <a:lnTo>
                    <a:pt x="94281" y="204926"/>
                  </a:lnTo>
                  <a:close/>
                </a:path>
              </a:pathLst>
            </a:custGeom>
            <a:solidFill>
              <a:srgbClr val="62B5E5"/>
            </a:solidFill>
            <a:ln w="6390" cap="flat">
              <a:noFill/>
              <a:prstDash val="solid"/>
              <a:miter/>
            </a:ln>
          </p:spPr>
          <p:txBody>
            <a:bodyPr rtlCol="0" anchor="ctr"/>
            <a:lstStyle/>
            <a:p>
              <a:endParaRPr lang="en-US"/>
            </a:p>
          </p:txBody>
        </p:sp>
      </p:grpSp>
      <p:grpSp>
        <p:nvGrpSpPr>
          <p:cNvPr id="830" name="Graphic 4">
            <a:extLst>
              <a:ext uri="{FF2B5EF4-FFF2-40B4-BE49-F238E27FC236}">
                <a16:creationId xmlns:a16="http://schemas.microsoft.com/office/drawing/2014/main" id="{034D834A-8C96-2348-AB26-072A1B5EF9BE}"/>
              </a:ext>
            </a:extLst>
          </p:cNvPr>
          <p:cNvGrpSpPr>
            <a:grpSpLocks noChangeAspect="1"/>
          </p:cNvGrpSpPr>
          <p:nvPr/>
        </p:nvGrpSpPr>
        <p:grpSpPr>
          <a:xfrm>
            <a:off x="2998797" y="3339623"/>
            <a:ext cx="362309" cy="361971"/>
            <a:chOff x="2998797" y="3339623"/>
            <a:chExt cx="362309" cy="361971"/>
          </a:xfrm>
          <a:solidFill>
            <a:srgbClr val="0076A8"/>
          </a:solidFill>
        </p:grpSpPr>
        <p:sp>
          <p:nvSpPr>
            <p:cNvPr id="831" name="Graphic 4">
              <a:extLst>
                <a:ext uri="{FF2B5EF4-FFF2-40B4-BE49-F238E27FC236}">
                  <a16:creationId xmlns:a16="http://schemas.microsoft.com/office/drawing/2014/main" id="{01346C0E-F12D-1A47-8BB3-9F8D1E41DEB9}"/>
                </a:ext>
              </a:extLst>
            </p:cNvPr>
            <p:cNvSpPr/>
            <p:nvPr/>
          </p:nvSpPr>
          <p:spPr>
            <a:xfrm>
              <a:off x="3161740" y="3454535"/>
              <a:ext cx="35783" cy="12767"/>
            </a:xfrm>
            <a:custGeom>
              <a:avLst/>
              <a:gdLst>
                <a:gd name="connsiteX0" fmla="*/ 0 w 35783"/>
                <a:gd name="connsiteY0" fmla="*/ 0 h 12767"/>
                <a:gd name="connsiteX1" fmla="*/ 35784 w 35783"/>
                <a:gd name="connsiteY1" fmla="*/ 0 h 12767"/>
                <a:gd name="connsiteX2" fmla="*/ 35784 w 35783"/>
                <a:gd name="connsiteY2" fmla="*/ 12768 h 12767"/>
                <a:gd name="connsiteX3" fmla="*/ 0 w 35783"/>
                <a:gd name="connsiteY3" fmla="*/ 12768 h 12767"/>
              </a:gdLst>
              <a:ahLst/>
              <a:cxnLst>
                <a:cxn ang="0">
                  <a:pos x="connsiteX0" y="connsiteY0"/>
                </a:cxn>
                <a:cxn ang="0">
                  <a:pos x="connsiteX1" y="connsiteY1"/>
                </a:cxn>
                <a:cxn ang="0">
                  <a:pos x="connsiteX2" y="connsiteY2"/>
                </a:cxn>
                <a:cxn ang="0">
                  <a:pos x="connsiteX3" y="connsiteY3"/>
                </a:cxn>
              </a:cxnLst>
              <a:rect l="l" t="t" r="r" b="b"/>
              <a:pathLst>
                <a:path w="35783" h="12767">
                  <a:moveTo>
                    <a:pt x="0" y="0"/>
                  </a:moveTo>
                  <a:lnTo>
                    <a:pt x="35784" y="0"/>
                  </a:lnTo>
                  <a:lnTo>
                    <a:pt x="35784" y="12768"/>
                  </a:lnTo>
                  <a:lnTo>
                    <a:pt x="0" y="12768"/>
                  </a:lnTo>
                  <a:close/>
                </a:path>
              </a:pathLst>
            </a:custGeom>
            <a:solidFill>
              <a:srgbClr val="0076A8"/>
            </a:solidFill>
            <a:ln w="6390" cap="flat">
              <a:noFill/>
              <a:prstDash val="solid"/>
              <a:miter/>
            </a:ln>
          </p:spPr>
          <p:txBody>
            <a:bodyPr rtlCol="0" anchor="ctr"/>
            <a:lstStyle/>
            <a:p>
              <a:endParaRPr lang="en-US"/>
            </a:p>
          </p:txBody>
        </p:sp>
        <p:sp>
          <p:nvSpPr>
            <p:cNvPr id="384" name="Graphic 4">
              <a:extLst>
                <a:ext uri="{FF2B5EF4-FFF2-40B4-BE49-F238E27FC236}">
                  <a16:creationId xmlns:a16="http://schemas.microsoft.com/office/drawing/2014/main" id="{A89A4F76-5118-2E49-A207-9DFD5CE25A5E}"/>
                </a:ext>
              </a:extLst>
            </p:cNvPr>
            <p:cNvSpPr/>
            <p:nvPr/>
          </p:nvSpPr>
          <p:spPr>
            <a:xfrm>
              <a:off x="3152155" y="3480071"/>
              <a:ext cx="54953" cy="15321"/>
            </a:xfrm>
            <a:custGeom>
              <a:avLst/>
              <a:gdLst>
                <a:gd name="connsiteX0" fmla="*/ 47286 w 54953"/>
                <a:gd name="connsiteY0" fmla="*/ 0 h 15321"/>
                <a:gd name="connsiteX1" fmla="*/ 7029 w 54953"/>
                <a:gd name="connsiteY1" fmla="*/ 0 h 15321"/>
                <a:gd name="connsiteX2" fmla="*/ 0 w 54953"/>
                <a:gd name="connsiteY2" fmla="*/ 15322 h 15321"/>
                <a:gd name="connsiteX3" fmla="*/ 54954 w 54953"/>
                <a:gd name="connsiteY3" fmla="*/ 15322 h 15321"/>
              </a:gdLst>
              <a:ahLst/>
              <a:cxnLst>
                <a:cxn ang="0">
                  <a:pos x="connsiteX0" y="connsiteY0"/>
                </a:cxn>
                <a:cxn ang="0">
                  <a:pos x="connsiteX1" y="connsiteY1"/>
                </a:cxn>
                <a:cxn ang="0">
                  <a:pos x="connsiteX2" y="connsiteY2"/>
                </a:cxn>
                <a:cxn ang="0">
                  <a:pos x="connsiteX3" y="connsiteY3"/>
                </a:cxn>
              </a:cxnLst>
              <a:rect l="l" t="t" r="r" b="b"/>
              <a:pathLst>
                <a:path w="54953" h="15321">
                  <a:moveTo>
                    <a:pt x="47286" y="0"/>
                  </a:moveTo>
                  <a:lnTo>
                    <a:pt x="7029" y="0"/>
                  </a:lnTo>
                  <a:lnTo>
                    <a:pt x="0" y="15322"/>
                  </a:lnTo>
                  <a:lnTo>
                    <a:pt x="54954" y="15322"/>
                  </a:lnTo>
                  <a:close/>
                </a:path>
              </a:pathLst>
            </a:custGeom>
            <a:solidFill>
              <a:srgbClr val="0076A8"/>
            </a:solidFill>
            <a:ln w="6390" cap="flat">
              <a:noFill/>
              <a:prstDash val="solid"/>
              <a:miter/>
            </a:ln>
          </p:spPr>
          <p:txBody>
            <a:bodyPr rtlCol="0" anchor="ctr"/>
            <a:lstStyle/>
            <a:p>
              <a:endParaRPr lang="en-US"/>
            </a:p>
          </p:txBody>
        </p:sp>
        <p:sp>
          <p:nvSpPr>
            <p:cNvPr id="385" name="Graphic 4">
              <a:extLst>
                <a:ext uri="{FF2B5EF4-FFF2-40B4-BE49-F238E27FC236}">
                  <a16:creationId xmlns:a16="http://schemas.microsoft.com/office/drawing/2014/main" id="{D09FD5CF-774E-B64E-AD77-ADA95885B92A}"/>
                </a:ext>
              </a:extLst>
            </p:cNvPr>
            <p:cNvSpPr/>
            <p:nvPr/>
          </p:nvSpPr>
          <p:spPr>
            <a:xfrm>
              <a:off x="3155989" y="3527951"/>
              <a:ext cx="47285" cy="47241"/>
            </a:xfrm>
            <a:custGeom>
              <a:avLst/>
              <a:gdLst>
                <a:gd name="connsiteX0" fmla="*/ 23643 w 47285"/>
                <a:gd name="connsiteY0" fmla="*/ 0 h 47241"/>
                <a:gd name="connsiteX1" fmla="*/ 0 w 47285"/>
                <a:gd name="connsiteY1" fmla="*/ 23621 h 47241"/>
                <a:gd name="connsiteX2" fmla="*/ 23643 w 47285"/>
                <a:gd name="connsiteY2" fmla="*/ 47242 h 47241"/>
                <a:gd name="connsiteX3" fmla="*/ 47285 w 47285"/>
                <a:gd name="connsiteY3" fmla="*/ 23621 h 47241"/>
                <a:gd name="connsiteX4" fmla="*/ 47285 w 47285"/>
                <a:gd name="connsiteY4" fmla="*/ 23621 h 47241"/>
                <a:gd name="connsiteX5" fmla="*/ 23643 w 47285"/>
                <a:gd name="connsiteY5" fmla="*/ 0 h 47241"/>
                <a:gd name="connsiteX6" fmla="*/ 40257 w 47285"/>
                <a:gd name="connsiteY6" fmla="*/ 21067 h 47241"/>
                <a:gd name="connsiteX7" fmla="*/ 27477 w 47285"/>
                <a:gd name="connsiteY7" fmla="*/ 31920 h 47241"/>
                <a:gd name="connsiteX8" fmla="*/ 23004 w 47285"/>
                <a:gd name="connsiteY8" fmla="*/ 33835 h 47241"/>
                <a:gd name="connsiteX9" fmla="*/ 19170 w 47285"/>
                <a:gd name="connsiteY9" fmla="*/ 32558 h 47241"/>
                <a:gd name="connsiteX10" fmla="*/ 10863 w 47285"/>
                <a:gd name="connsiteY10" fmla="*/ 25536 h 47241"/>
                <a:gd name="connsiteX11" fmla="*/ 10224 w 47285"/>
                <a:gd name="connsiteY11" fmla="*/ 16598 h 47241"/>
                <a:gd name="connsiteX12" fmla="*/ 19170 w 47285"/>
                <a:gd name="connsiteY12" fmla="*/ 15960 h 47241"/>
                <a:gd name="connsiteX13" fmla="*/ 23643 w 47285"/>
                <a:gd name="connsiteY13" fmla="*/ 19790 h 47241"/>
                <a:gd name="connsiteX14" fmla="*/ 31950 w 47285"/>
                <a:gd name="connsiteY14" fmla="*/ 12130 h 47241"/>
                <a:gd name="connsiteX15" fmla="*/ 40896 w 47285"/>
                <a:gd name="connsiteY15" fmla="*/ 13406 h 47241"/>
                <a:gd name="connsiteX16" fmla="*/ 40257 w 47285"/>
                <a:gd name="connsiteY16" fmla="*/ 21067 h 47241"/>
                <a:gd name="connsiteX17" fmla="*/ 40257 w 47285"/>
                <a:gd name="connsiteY17" fmla="*/ 21067 h 4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7285" h="47241">
                  <a:moveTo>
                    <a:pt x="23643" y="0"/>
                  </a:moveTo>
                  <a:cubicBezTo>
                    <a:pt x="10863" y="0"/>
                    <a:pt x="0" y="10214"/>
                    <a:pt x="0" y="23621"/>
                  </a:cubicBezTo>
                  <a:cubicBezTo>
                    <a:pt x="0" y="36389"/>
                    <a:pt x="10224" y="47242"/>
                    <a:pt x="23643" y="47242"/>
                  </a:cubicBezTo>
                  <a:cubicBezTo>
                    <a:pt x="36423" y="47242"/>
                    <a:pt x="47285" y="37027"/>
                    <a:pt x="47285" y="23621"/>
                  </a:cubicBezTo>
                  <a:cubicBezTo>
                    <a:pt x="47285" y="23621"/>
                    <a:pt x="47285" y="23621"/>
                    <a:pt x="47285" y="23621"/>
                  </a:cubicBezTo>
                  <a:cubicBezTo>
                    <a:pt x="47285" y="10853"/>
                    <a:pt x="37062" y="638"/>
                    <a:pt x="23643" y="0"/>
                  </a:cubicBezTo>
                  <a:close/>
                  <a:moveTo>
                    <a:pt x="40257" y="21067"/>
                  </a:moveTo>
                  <a:lnTo>
                    <a:pt x="27477" y="31920"/>
                  </a:lnTo>
                  <a:cubicBezTo>
                    <a:pt x="26199" y="33197"/>
                    <a:pt x="24921" y="33835"/>
                    <a:pt x="23004" y="33835"/>
                  </a:cubicBezTo>
                  <a:cubicBezTo>
                    <a:pt x="21726" y="33835"/>
                    <a:pt x="19809" y="33197"/>
                    <a:pt x="19170" y="32558"/>
                  </a:cubicBezTo>
                  <a:lnTo>
                    <a:pt x="10863" y="25536"/>
                  </a:lnTo>
                  <a:cubicBezTo>
                    <a:pt x="8307" y="22982"/>
                    <a:pt x="7668" y="19152"/>
                    <a:pt x="10224" y="16598"/>
                  </a:cubicBezTo>
                  <a:cubicBezTo>
                    <a:pt x="12780" y="14045"/>
                    <a:pt x="16614" y="13406"/>
                    <a:pt x="19170" y="15960"/>
                  </a:cubicBezTo>
                  <a:lnTo>
                    <a:pt x="23643" y="19790"/>
                  </a:lnTo>
                  <a:lnTo>
                    <a:pt x="31950" y="12130"/>
                  </a:lnTo>
                  <a:cubicBezTo>
                    <a:pt x="34506" y="10214"/>
                    <a:pt x="38979" y="10214"/>
                    <a:pt x="40896" y="13406"/>
                  </a:cubicBezTo>
                  <a:cubicBezTo>
                    <a:pt x="42813" y="15322"/>
                    <a:pt x="42813" y="19152"/>
                    <a:pt x="40257" y="21067"/>
                  </a:cubicBezTo>
                  <a:lnTo>
                    <a:pt x="40257" y="21067"/>
                  </a:lnTo>
                  <a:close/>
                </a:path>
              </a:pathLst>
            </a:custGeom>
            <a:solidFill>
              <a:srgbClr val="0076A8"/>
            </a:solidFill>
            <a:ln w="6390" cap="flat">
              <a:noFill/>
              <a:prstDash val="solid"/>
              <a:miter/>
            </a:ln>
          </p:spPr>
          <p:txBody>
            <a:bodyPr rtlCol="0" anchor="ctr"/>
            <a:lstStyle/>
            <a:p>
              <a:endParaRPr lang="en-US"/>
            </a:p>
          </p:txBody>
        </p:sp>
        <p:sp>
          <p:nvSpPr>
            <p:cNvPr id="386" name="Graphic 4">
              <a:extLst>
                <a:ext uri="{FF2B5EF4-FFF2-40B4-BE49-F238E27FC236}">
                  <a16:creationId xmlns:a16="http://schemas.microsoft.com/office/drawing/2014/main" id="{FECBA8A5-DEFD-7940-A6A6-B84C975157E4}"/>
                </a:ext>
              </a:extLst>
            </p:cNvPr>
            <p:cNvSpPr/>
            <p:nvPr/>
          </p:nvSpPr>
          <p:spPr>
            <a:xfrm>
              <a:off x="3165574" y="3416231"/>
              <a:ext cx="27476" cy="25535"/>
            </a:xfrm>
            <a:custGeom>
              <a:avLst/>
              <a:gdLst>
                <a:gd name="connsiteX0" fmla="*/ 14058 w 27476"/>
                <a:gd name="connsiteY0" fmla="*/ 0 h 25535"/>
                <a:gd name="connsiteX1" fmla="*/ 0 w 27476"/>
                <a:gd name="connsiteY1" fmla="*/ 25536 h 25535"/>
                <a:gd name="connsiteX2" fmla="*/ 27477 w 27476"/>
                <a:gd name="connsiteY2" fmla="*/ 25536 h 25535"/>
              </a:gdLst>
              <a:ahLst/>
              <a:cxnLst>
                <a:cxn ang="0">
                  <a:pos x="connsiteX0" y="connsiteY0"/>
                </a:cxn>
                <a:cxn ang="0">
                  <a:pos x="connsiteX1" y="connsiteY1"/>
                </a:cxn>
                <a:cxn ang="0">
                  <a:pos x="connsiteX2" y="connsiteY2"/>
                </a:cxn>
              </a:cxnLst>
              <a:rect l="l" t="t" r="r" b="b"/>
              <a:pathLst>
                <a:path w="27476" h="25535">
                  <a:moveTo>
                    <a:pt x="14058" y="0"/>
                  </a:moveTo>
                  <a:lnTo>
                    <a:pt x="0" y="25536"/>
                  </a:lnTo>
                  <a:lnTo>
                    <a:pt x="27477" y="25536"/>
                  </a:lnTo>
                  <a:close/>
                </a:path>
              </a:pathLst>
            </a:custGeom>
            <a:solidFill>
              <a:srgbClr val="0076A8"/>
            </a:solidFill>
            <a:ln w="6390" cap="flat">
              <a:noFill/>
              <a:prstDash val="solid"/>
              <a:miter/>
            </a:ln>
          </p:spPr>
          <p:txBody>
            <a:bodyPr rtlCol="0" anchor="ctr"/>
            <a:lstStyle/>
            <a:p>
              <a:endParaRPr lang="en-US"/>
            </a:p>
          </p:txBody>
        </p:sp>
        <p:sp>
          <p:nvSpPr>
            <p:cNvPr id="387" name="Graphic 4">
              <a:extLst>
                <a:ext uri="{FF2B5EF4-FFF2-40B4-BE49-F238E27FC236}">
                  <a16:creationId xmlns:a16="http://schemas.microsoft.com/office/drawing/2014/main" id="{42842C7B-CA4E-AE4F-879A-3E048CC6C9C1}"/>
                </a:ext>
              </a:extLst>
            </p:cNvPr>
            <p:cNvSpPr/>
            <p:nvPr/>
          </p:nvSpPr>
          <p:spPr>
            <a:xfrm>
              <a:off x="2998797" y="333962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1305 h 361971"/>
                <a:gd name="connsiteX4" fmla="*/ 180835 w 362309"/>
                <a:gd name="connsiteY4" fmla="*/ 0 h 361971"/>
                <a:gd name="connsiteX5" fmla="*/ 180835 w 362309"/>
                <a:gd name="connsiteY5" fmla="*/ 0 h 361971"/>
                <a:gd name="connsiteX6" fmla="*/ 237706 w 362309"/>
                <a:gd name="connsiteY6" fmla="*/ 261743 h 361971"/>
                <a:gd name="connsiteX7" fmla="*/ 231316 w 362309"/>
                <a:gd name="connsiteY7" fmla="*/ 268127 h 361971"/>
                <a:gd name="connsiteX8" fmla="*/ 224926 w 362309"/>
                <a:gd name="connsiteY8" fmla="*/ 268127 h 361971"/>
                <a:gd name="connsiteX9" fmla="*/ 224926 w 362309"/>
                <a:gd name="connsiteY9" fmla="*/ 298770 h 361971"/>
                <a:gd name="connsiteX10" fmla="*/ 218536 w 362309"/>
                <a:gd name="connsiteY10" fmla="*/ 305154 h 361971"/>
                <a:gd name="connsiteX11" fmla="*/ 212146 w 362309"/>
                <a:gd name="connsiteY11" fmla="*/ 298770 h 361971"/>
                <a:gd name="connsiteX12" fmla="*/ 212146 w 362309"/>
                <a:gd name="connsiteY12" fmla="*/ 268127 h 361971"/>
                <a:gd name="connsiteX13" fmla="*/ 200644 w 362309"/>
                <a:gd name="connsiteY13" fmla="*/ 268127 h 361971"/>
                <a:gd name="connsiteX14" fmla="*/ 200644 w 362309"/>
                <a:gd name="connsiteY14" fmla="*/ 298770 h 361971"/>
                <a:gd name="connsiteX15" fmla="*/ 194254 w 362309"/>
                <a:gd name="connsiteY15" fmla="*/ 305154 h 361971"/>
                <a:gd name="connsiteX16" fmla="*/ 187864 w 362309"/>
                <a:gd name="connsiteY16" fmla="*/ 298770 h 361971"/>
                <a:gd name="connsiteX17" fmla="*/ 187864 w 362309"/>
                <a:gd name="connsiteY17" fmla="*/ 268127 h 361971"/>
                <a:gd name="connsiteX18" fmla="*/ 176362 w 362309"/>
                <a:gd name="connsiteY18" fmla="*/ 268127 h 361971"/>
                <a:gd name="connsiteX19" fmla="*/ 176362 w 362309"/>
                <a:gd name="connsiteY19" fmla="*/ 298770 h 361971"/>
                <a:gd name="connsiteX20" fmla="*/ 169972 w 362309"/>
                <a:gd name="connsiteY20" fmla="*/ 305154 h 361971"/>
                <a:gd name="connsiteX21" fmla="*/ 163582 w 362309"/>
                <a:gd name="connsiteY21" fmla="*/ 298770 h 361971"/>
                <a:gd name="connsiteX22" fmla="*/ 163582 w 362309"/>
                <a:gd name="connsiteY22" fmla="*/ 268127 h 361971"/>
                <a:gd name="connsiteX23" fmla="*/ 151442 w 362309"/>
                <a:gd name="connsiteY23" fmla="*/ 268127 h 361971"/>
                <a:gd name="connsiteX24" fmla="*/ 151442 w 362309"/>
                <a:gd name="connsiteY24" fmla="*/ 298770 h 361971"/>
                <a:gd name="connsiteX25" fmla="*/ 145052 w 362309"/>
                <a:gd name="connsiteY25" fmla="*/ 305154 h 361971"/>
                <a:gd name="connsiteX26" fmla="*/ 138662 w 362309"/>
                <a:gd name="connsiteY26" fmla="*/ 298770 h 361971"/>
                <a:gd name="connsiteX27" fmla="*/ 138662 w 362309"/>
                <a:gd name="connsiteY27" fmla="*/ 268127 h 361971"/>
                <a:gd name="connsiteX28" fmla="*/ 130355 w 362309"/>
                <a:gd name="connsiteY28" fmla="*/ 268127 h 361971"/>
                <a:gd name="connsiteX29" fmla="*/ 123965 w 362309"/>
                <a:gd name="connsiteY29" fmla="*/ 261743 h 361971"/>
                <a:gd name="connsiteX30" fmla="*/ 123965 w 362309"/>
                <a:gd name="connsiteY30" fmla="*/ 148108 h 361971"/>
                <a:gd name="connsiteX31" fmla="*/ 130355 w 362309"/>
                <a:gd name="connsiteY31" fmla="*/ 141724 h 361971"/>
                <a:gd name="connsiteX32" fmla="*/ 136745 w 362309"/>
                <a:gd name="connsiteY32" fmla="*/ 148108 h 361971"/>
                <a:gd name="connsiteX33" fmla="*/ 136745 w 362309"/>
                <a:gd name="connsiteY33" fmla="*/ 155769 h 361971"/>
                <a:gd name="connsiteX34" fmla="*/ 139301 w 362309"/>
                <a:gd name="connsiteY34" fmla="*/ 155769 h 361971"/>
                <a:gd name="connsiteX35" fmla="*/ 149525 w 362309"/>
                <a:gd name="connsiteY35" fmla="*/ 132149 h 361971"/>
                <a:gd name="connsiteX36" fmla="*/ 149525 w 362309"/>
                <a:gd name="connsiteY36" fmla="*/ 107889 h 361971"/>
                <a:gd name="connsiteX37" fmla="*/ 150164 w 362309"/>
                <a:gd name="connsiteY37" fmla="*/ 105974 h 361971"/>
                <a:gd name="connsiteX38" fmla="*/ 150164 w 362309"/>
                <a:gd name="connsiteY38" fmla="*/ 105336 h 361971"/>
                <a:gd name="connsiteX39" fmla="*/ 150164 w 362309"/>
                <a:gd name="connsiteY39" fmla="*/ 105336 h 361971"/>
                <a:gd name="connsiteX40" fmla="*/ 175084 w 362309"/>
                <a:gd name="connsiteY40" fmla="*/ 60010 h 361971"/>
                <a:gd name="connsiteX41" fmla="*/ 180835 w 362309"/>
                <a:gd name="connsiteY41" fmla="*/ 56818 h 361971"/>
                <a:gd name="connsiteX42" fmla="*/ 180835 w 362309"/>
                <a:gd name="connsiteY42" fmla="*/ 56818 h 361971"/>
                <a:gd name="connsiteX43" fmla="*/ 186586 w 362309"/>
                <a:gd name="connsiteY43" fmla="*/ 60010 h 361971"/>
                <a:gd name="connsiteX44" fmla="*/ 210229 w 362309"/>
                <a:gd name="connsiteY44" fmla="*/ 105336 h 361971"/>
                <a:gd name="connsiteX45" fmla="*/ 210229 w 362309"/>
                <a:gd name="connsiteY45" fmla="*/ 105336 h 361971"/>
                <a:gd name="connsiteX46" fmla="*/ 210229 w 362309"/>
                <a:gd name="connsiteY46" fmla="*/ 105974 h 361971"/>
                <a:gd name="connsiteX47" fmla="*/ 210868 w 362309"/>
                <a:gd name="connsiteY47" fmla="*/ 107889 h 361971"/>
                <a:gd name="connsiteX48" fmla="*/ 210868 w 362309"/>
                <a:gd name="connsiteY48" fmla="*/ 132149 h 361971"/>
                <a:gd name="connsiteX49" fmla="*/ 222370 w 362309"/>
                <a:gd name="connsiteY49" fmla="*/ 155769 h 361971"/>
                <a:gd name="connsiteX50" fmla="*/ 224926 w 362309"/>
                <a:gd name="connsiteY50" fmla="*/ 155769 h 361971"/>
                <a:gd name="connsiteX51" fmla="*/ 224926 w 362309"/>
                <a:gd name="connsiteY51" fmla="*/ 148108 h 361971"/>
                <a:gd name="connsiteX52" fmla="*/ 231316 w 362309"/>
                <a:gd name="connsiteY52" fmla="*/ 141724 h 361971"/>
                <a:gd name="connsiteX53" fmla="*/ 237706 w 362309"/>
                <a:gd name="connsiteY53" fmla="*/ 148108 h 361971"/>
                <a:gd name="connsiteX54" fmla="*/ 237706 w 362309"/>
                <a:gd name="connsiteY54" fmla="*/ 26174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62309" h="361971">
                  <a:moveTo>
                    <a:pt x="180835" y="0"/>
                  </a:moveTo>
                  <a:cubicBezTo>
                    <a:pt x="80513" y="0"/>
                    <a:pt x="0" y="81077"/>
                    <a:pt x="0" y="181305"/>
                  </a:cubicBezTo>
                  <a:cubicBezTo>
                    <a:pt x="0" y="281533"/>
                    <a:pt x="81152" y="361972"/>
                    <a:pt x="181474" y="361972"/>
                  </a:cubicBezTo>
                  <a:cubicBezTo>
                    <a:pt x="281157" y="361972"/>
                    <a:pt x="362310" y="280895"/>
                    <a:pt x="362310" y="181305"/>
                  </a:cubicBezTo>
                  <a:cubicBezTo>
                    <a:pt x="362310" y="81077"/>
                    <a:pt x="281157" y="0"/>
                    <a:pt x="180835" y="0"/>
                  </a:cubicBezTo>
                  <a:cubicBezTo>
                    <a:pt x="180835" y="0"/>
                    <a:pt x="180835" y="0"/>
                    <a:pt x="180835" y="0"/>
                  </a:cubicBezTo>
                  <a:close/>
                  <a:moveTo>
                    <a:pt x="237706" y="261743"/>
                  </a:moveTo>
                  <a:cubicBezTo>
                    <a:pt x="237706" y="265574"/>
                    <a:pt x="235150" y="268127"/>
                    <a:pt x="231316" y="268127"/>
                  </a:cubicBezTo>
                  <a:lnTo>
                    <a:pt x="224926" y="268127"/>
                  </a:lnTo>
                  <a:lnTo>
                    <a:pt x="224926" y="298770"/>
                  </a:lnTo>
                  <a:cubicBezTo>
                    <a:pt x="224926" y="302601"/>
                    <a:pt x="222370" y="305154"/>
                    <a:pt x="218536" y="305154"/>
                  </a:cubicBezTo>
                  <a:cubicBezTo>
                    <a:pt x="214702" y="305154"/>
                    <a:pt x="212146" y="302601"/>
                    <a:pt x="212146" y="298770"/>
                  </a:cubicBezTo>
                  <a:lnTo>
                    <a:pt x="212146" y="268127"/>
                  </a:lnTo>
                  <a:lnTo>
                    <a:pt x="200644" y="268127"/>
                  </a:lnTo>
                  <a:lnTo>
                    <a:pt x="200644" y="298770"/>
                  </a:lnTo>
                  <a:cubicBezTo>
                    <a:pt x="200644" y="302601"/>
                    <a:pt x="198088" y="305154"/>
                    <a:pt x="194254" y="305154"/>
                  </a:cubicBezTo>
                  <a:cubicBezTo>
                    <a:pt x="190420" y="305154"/>
                    <a:pt x="187864" y="302601"/>
                    <a:pt x="187864" y="298770"/>
                  </a:cubicBezTo>
                  <a:lnTo>
                    <a:pt x="187864" y="268127"/>
                  </a:lnTo>
                  <a:lnTo>
                    <a:pt x="176362" y="268127"/>
                  </a:lnTo>
                  <a:lnTo>
                    <a:pt x="176362" y="298770"/>
                  </a:lnTo>
                  <a:cubicBezTo>
                    <a:pt x="176362" y="302601"/>
                    <a:pt x="173806" y="305154"/>
                    <a:pt x="169972" y="305154"/>
                  </a:cubicBezTo>
                  <a:cubicBezTo>
                    <a:pt x="166138" y="305154"/>
                    <a:pt x="163582" y="302601"/>
                    <a:pt x="163582" y="298770"/>
                  </a:cubicBezTo>
                  <a:lnTo>
                    <a:pt x="163582" y="268127"/>
                  </a:lnTo>
                  <a:lnTo>
                    <a:pt x="151442" y="268127"/>
                  </a:lnTo>
                  <a:lnTo>
                    <a:pt x="151442" y="298770"/>
                  </a:lnTo>
                  <a:cubicBezTo>
                    <a:pt x="151442" y="302601"/>
                    <a:pt x="148886" y="305154"/>
                    <a:pt x="145052" y="305154"/>
                  </a:cubicBezTo>
                  <a:cubicBezTo>
                    <a:pt x="141218" y="305154"/>
                    <a:pt x="138662" y="302601"/>
                    <a:pt x="138662" y="298770"/>
                  </a:cubicBezTo>
                  <a:lnTo>
                    <a:pt x="138662" y="268127"/>
                  </a:lnTo>
                  <a:lnTo>
                    <a:pt x="130355" y="268127"/>
                  </a:lnTo>
                  <a:cubicBezTo>
                    <a:pt x="126521" y="268127"/>
                    <a:pt x="123965" y="265574"/>
                    <a:pt x="123965" y="261743"/>
                  </a:cubicBezTo>
                  <a:lnTo>
                    <a:pt x="123965" y="148108"/>
                  </a:lnTo>
                  <a:cubicBezTo>
                    <a:pt x="123965" y="144278"/>
                    <a:pt x="126521" y="141724"/>
                    <a:pt x="130355" y="141724"/>
                  </a:cubicBezTo>
                  <a:cubicBezTo>
                    <a:pt x="134189" y="141724"/>
                    <a:pt x="136745" y="144278"/>
                    <a:pt x="136745" y="148108"/>
                  </a:cubicBezTo>
                  <a:lnTo>
                    <a:pt x="136745" y="155769"/>
                  </a:lnTo>
                  <a:lnTo>
                    <a:pt x="139301" y="155769"/>
                  </a:lnTo>
                  <a:lnTo>
                    <a:pt x="149525" y="132149"/>
                  </a:lnTo>
                  <a:lnTo>
                    <a:pt x="149525" y="107889"/>
                  </a:lnTo>
                  <a:cubicBezTo>
                    <a:pt x="149525" y="107251"/>
                    <a:pt x="149525" y="106613"/>
                    <a:pt x="150164" y="105974"/>
                  </a:cubicBezTo>
                  <a:lnTo>
                    <a:pt x="150164" y="105336"/>
                  </a:lnTo>
                  <a:lnTo>
                    <a:pt x="150164" y="105336"/>
                  </a:lnTo>
                  <a:lnTo>
                    <a:pt x="175084" y="60010"/>
                  </a:lnTo>
                  <a:cubicBezTo>
                    <a:pt x="176362" y="58094"/>
                    <a:pt x="178279" y="56818"/>
                    <a:pt x="180835" y="56818"/>
                  </a:cubicBezTo>
                  <a:lnTo>
                    <a:pt x="180835" y="56818"/>
                  </a:lnTo>
                  <a:cubicBezTo>
                    <a:pt x="183391" y="56818"/>
                    <a:pt x="185308" y="58094"/>
                    <a:pt x="186586" y="60010"/>
                  </a:cubicBezTo>
                  <a:lnTo>
                    <a:pt x="210229" y="105336"/>
                  </a:lnTo>
                  <a:cubicBezTo>
                    <a:pt x="210229" y="105336"/>
                    <a:pt x="210229" y="105336"/>
                    <a:pt x="210229" y="105336"/>
                  </a:cubicBezTo>
                  <a:cubicBezTo>
                    <a:pt x="210229" y="105336"/>
                    <a:pt x="210229" y="105336"/>
                    <a:pt x="210229" y="105974"/>
                  </a:cubicBezTo>
                  <a:cubicBezTo>
                    <a:pt x="210229" y="106613"/>
                    <a:pt x="210868" y="107251"/>
                    <a:pt x="210868" y="107889"/>
                  </a:cubicBezTo>
                  <a:lnTo>
                    <a:pt x="210868" y="132149"/>
                  </a:lnTo>
                  <a:lnTo>
                    <a:pt x="222370" y="155769"/>
                  </a:lnTo>
                  <a:lnTo>
                    <a:pt x="224926" y="155769"/>
                  </a:lnTo>
                  <a:lnTo>
                    <a:pt x="224926" y="148108"/>
                  </a:lnTo>
                  <a:cubicBezTo>
                    <a:pt x="224926" y="144278"/>
                    <a:pt x="227482" y="141724"/>
                    <a:pt x="231316" y="141724"/>
                  </a:cubicBezTo>
                  <a:cubicBezTo>
                    <a:pt x="235150" y="141724"/>
                    <a:pt x="237706" y="144278"/>
                    <a:pt x="237706" y="148108"/>
                  </a:cubicBezTo>
                  <a:lnTo>
                    <a:pt x="237706" y="261743"/>
                  </a:lnTo>
                  <a:close/>
                </a:path>
              </a:pathLst>
            </a:custGeom>
            <a:solidFill>
              <a:srgbClr val="0076A8"/>
            </a:solidFill>
            <a:ln w="6390" cap="flat">
              <a:noFill/>
              <a:prstDash val="solid"/>
              <a:miter/>
            </a:ln>
          </p:spPr>
          <p:txBody>
            <a:bodyPr rtlCol="0" anchor="ctr"/>
            <a:lstStyle/>
            <a:p>
              <a:endParaRPr lang="en-US"/>
            </a:p>
          </p:txBody>
        </p:sp>
        <p:sp>
          <p:nvSpPr>
            <p:cNvPr id="388" name="Graphic 4">
              <a:extLst>
                <a:ext uri="{FF2B5EF4-FFF2-40B4-BE49-F238E27FC236}">
                  <a16:creationId xmlns:a16="http://schemas.microsoft.com/office/drawing/2014/main" id="{FADC90EE-857C-0445-8862-033BB2AE565E}"/>
                </a:ext>
              </a:extLst>
            </p:cNvPr>
            <p:cNvSpPr/>
            <p:nvPr/>
          </p:nvSpPr>
          <p:spPr>
            <a:xfrm>
              <a:off x="3135542" y="3508161"/>
              <a:ext cx="88181" cy="86822"/>
            </a:xfrm>
            <a:custGeom>
              <a:avLst/>
              <a:gdLst>
                <a:gd name="connsiteX0" fmla="*/ 0 w 88181"/>
                <a:gd name="connsiteY0" fmla="*/ 0 h 86822"/>
                <a:gd name="connsiteX1" fmla="*/ 0 w 88181"/>
                <a:gd name="connsiteY1" fmla="*/ 86822 h 86822"/>
                <a:gd name="connsiteX2" fmla="*/ 88181 w 88181"/>
                <a:gd name="connsiteY2" fmla="*/ 86822 h 86822"/>
                <a:gd name="connsiteX3" fmla="*/ 88181 w 88181"/>
                <a:gd name="connsiteY3" fmla="*/ 0 h 86822"/>
                <a:gd name="connsiteX4" fmla="*/ 0 w 88181"/>
                <a:gd name="connsiteY4" fmla="*/ 0 h 86822"/>
                <a:gd name="connsiteX5" fmla="*/ 44091 w 88181"/>
                <a:gd name="connsiteY5" fmla="*/ 79800 h 86822"/>
                <a:gd name="connsiteX6" fmla="*/ 7668 w 88181"/>
                <a:gd name="connsiteY6" fmla="*/ 43411 h 86822"/>
                <a:gd name="connsiteX7" fmla="*/ 44091 w 88181"/>
                <a:gd name="connsiteY7" fmla="*/ 7022 h 86822"/>
                <a:gd name="connsiteX8" fmla="*/ 80513 w 88181"/>
                <a:gd name="connsiteY8" fmla="*/ 43411 h 86822"/>
                <a:gd name="connsiteX9" fmla="*/ 80513 w 88181"/>
                <a:gd name="connsiteY9" fmla="*/ 43411 h 86822"/>
                <a:gd name="connsiteX10" fmla="*/ 44091 w 88181"/>
                <a:gd name="connsiteY10" fmla="*/ 79800 h 86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181" h="86822">
                  <a:moveTo>
                    <a:pt x="0" y="0"/>
                  </a:moveTo>
                  <a:lnTo>
                    <a:pt x="0" y="86822"/>
                  </a:lnTo>
                  <a:lnTo>
                    <a:pt x="88181" y="86822"/>
                  </a:lnTo>
                  <a:lnTo>
                    <a:pt x="88181" y="0"/>
                  </a:lnTo>
                  <a:lnTo>
                    <a:pt x="0" y="0"/>
                  </a:lnTo>
                  <a:close/>
                  <a:moveTo>
                    <a:pt x="44091" y="79800"/>
                  </a:moveTo>
                  <a:cubicBezTo>
                    <a:pt x="24282" y="79800"/>
                    <a:pt x="7668" y="63840"/>
                    <a:pt x="7668" y="43411"/>
                  </a:cubicBezTo>
                  <a:cubicBezTo>
                    <a:pt x="7668" y="22982"/>
                    <a:pt x="23643" y="7022"/>
                    <a:pt x="44091" y="7022"/>
                  </a:cubicBezTo>
                  <a:cubicBezTo>
                    <a:pt x="63899" y="7022"/>
                    <a:pt x="80513" y="22982"/>
                    <a:pt x="80513" y="43411"/>
                  </a:cubicBezTo>
                  <a:cubicBezTo>
                    <a:pt x="80513" y="43411"/>
                    <a:pt x="80513" y="43411"/>
                    <a:pt x="80513" y="43411"/>
                  </a:cubicBezTo>
                  <a:cubicBezTo>
                    <a:pt x="80513" y="63840"/>
                    <a:pt x="64538" y="79800"/>
                    <a:pt x="44091" y="79800"/>
                  </a:cubicBezTo>
                  <a:close/>
                </a:path>
              </a:pathLst>
            </a:custGeom>
            <a:solidFill>
              <a:srgbClr val="0076A8"/>
            </a:solidFill>
            <a:ln w="6390" cap="flat">
              <a:noFill/>
              <a:prstDash val="solid"/>
              <a:miter/>
            </a:ln>
          </p:spPr>
          <p:txBody>
            <a:bodyPr rtlCol="0" anchor="ctr"/>
            <a:lstStyle/>
            <a:p>
              <a:endParaRPr lang="en-US"/>
            </a:p>
          </p:txBody>
        </p:sp>
      </p:grpSp>
      <p:grpSp>
        <p:nvGrpSpPr>
          <p:cNvPr id="389" name="Graphic 4">
            <a:extLst>
              <a:ext uri="{FF2B5EF4-FFF2-40B4-BE49-F238E27FC236}">
                <a16:creationId xmlns:a16="http://schemas.microsoft.com/office/drawing/2014/main" id="{43B6D50F-EFDD-444D-86D2-0A6DCDC6BF08}"/>
              </a:ext>
            </a:extLst>
          </p:cNvPr>
          <p:cNvGrpSpPr>
            <a:grpSpLocks noChangeAspect="1"/>
          </p:cNvGrpSpPr>
          <p:nvPr/>
        </p:nvGrpSpPr>
        <p:grpSpPr>
          <a:xfrm>
            <a:off x="2998797" y="3824168"/>
            <a:ext cx="362309" cy="361971"/>
            <a:chOff x="2998797" y="3824168"/>
            <a:chExt cx="362309" cy="361971"/>
          </a:xfrm>
          <a:solidFill>
            <a:srgbClr val="0076A8"/>
          </a:solidFill>
        </p:grpSpPr>
        <p:sp>
          <p:nvSpPr>
            <p:cNvPr id="390" name="Graphic 4">
              <a:extLst>
                <a:ext uri="{FF2B5EF4-FFF2-40B4-BE49-F238E27FC236}">
                  <a16:creationId xmlns:a16="http://schemas.microsoft.com/office/drawing/2014/main" id="{6E0F4E64-7859-4041-897E-A836730FF94B}"/>
                </a:ext>
              </a:extLst>
            </p:cNvPr>
            <p:cNvSpPr/>
            <p:nvPr/>
          </p:nvSpPr>
          <p:spPr>
            <a:xfrm>
              <a:off x="3131708" y="4059736"/>
              <a:ext cx="8306" cy="46603"/>
            </a:xfrm>
            <a:custGeom>
              <a:avLst/>
              <a:gdLst>
                <a:gd name="connsiteX0" fmla="*/ 0 w 8306"/>
                <a:gd name="connsiteY0" fmla="*/ 0 h 46603"/>
                <a:gd name="connsiteX1" fmla="*/ 8307 w 8306"/>
                <a:gd name="connsiteY1" fmla="*/ 0 h 46603"/>
                <a:gd name="connsiteX2" fmla="*/ 8307 w 8306"/>
                <a:gd name="connsiteY2" fmla="*/ 46603 h 46603"/>
                <a:gd name="connsiteX3" fmla="*/ 0 w 8306"/>
                <a:gd name="connsiteY3" fmla="*/ 46603 h 46603"/>
              </a:gdLst>
              <a:ahLst/>
              <a:cxnLst>
                <a:cxn ang="0">
                  <a:pos x="connsiteX0" y="connsiteY0"/>
                </a:cxn>
                <a:cxn ang="0">
                  <a:pos x="connsiteX1" y="connsiteY1"/>
                </a:cxn>
                <a:cxn ang="0">
                  <a:pos x="connsiteX2" y="connsiteY2"/>
                </a:cxn>
                <a:cxn ang="0">
                  <a:pos x="connsiteX3" y="connsiteY3"/>
                </a:cxn>
              </a:cxnLst>
              <a:rect l="l" t="t" r="r" b="b"/>
              <a:pathLst>
                <a:path w="8306" h="46603">
                  <a:moveTo>
                    <a:pt x="0" y="0"/>
                  </a:moveTo>
                  <a:lnTo>
                    <a:pt x="8307" y="0"/>
                  </a:lnTo>
                  <a:lnTo>
                    <a:pt x="8307" y="46603"/>
                  </a:lnTo>
                  <a:lnTo>
                    <a:pt x="0" y="46603"/>
                  </a:lnTo>
                  <a:close/>
                </a:path>
              </a:pathLst>
            </a:custGeom>
            <a:solidFill>
              <a:srgbClr val="0076A8"/>
            </a:solidFill>
            <a:ln w="6390" cap="flat">
              <a:noFill/>
              <a:prstDash val="solid"/>
              <a:miter/>
            </a:ln>
          </p:spPr>
          <p:txBody>
            <a:bodyPr rtlCol="0" anchor="ctr"/>
            <a:lstStyle/>
            <a:p>
              <a:endParaRPr lang="en-US"/>
            </a:p>
          </p:txBody>
        </p:sp>
        <p:sp>
          <p:nvSpPr>
            <p:cNvPr id="391" name="Graphic 4">
              <a:extLst>
                <a:ext uri="{FF2B5EF4-FFF2-40B4-BE49-F238E27FC236}">
                  <a16:creationId xmlns:a16="http://schemas.microsoft.com/office/drawing/2014/main" id="{6A542490-4804-DB4D-9D2B-426F40BB5079}"/>
                </a:ext>
              </a:extLst>
            </p:cNvPr>
            <p:cNvSpPr/>
            <p:nvPr/>
          </p:nvSpPr>
          <p:spPr>
            <a:xfrm>
              <a:off x="3162379" y="3936526"/>
              <a:ext cx="34505" cy="27451"/>
            </a:xfrm>
            <a:custGeom>
              <a:avLst/>
              <a:gdLst>
                <a:gd name="connsiteX0" fmla="*/ 17253 w 34505"/>
                <a:gd name="connsiteY0" fmla="*/ 0 h 27451"/>
                <a:gd name="connsiteX1" fmla="*/ 0 w 34505"/>
                <a:gd name="connsiteY1" fmla="*/ 27451 h 27451"/>
                <a:gd name="connsiteX2" fmla="*/ 34506 w 34505"/>
                <a:gd name="connsiteY2" fmla="*/ 27451 h 27451"/>
                <a:gd name="connsiteX3" fmla="*/ 17253 w 34505"/>
                <a:gd name="connsiteY3" fmla="*/ 0 h 27451"/>
              </a:gdLst>
              <a:ahLst/>
              <a:cxnLst>
                <a:cxn ang="0">
                  <a:pos x="connsiteX0" y="connsiteY0"/>
                </a:cxn>
                <a:cxn ang="0">
                  <a:pos x="connsiteX1" y="connsiteY1"/>
                </a:cxn>
                <a:cxn ang="0">
                  <a:pos x="connsiteX2" y="connsiteY2"/>
                </a:cxn>
                <a:cxn ang="0">
                  <a:pos x="connsiteX3" y="connsiteY3"/>
                </a:cxn>
              </a:cxnLst>
              <a:rect l="l" t="t" r="r" b="b"/>
              <a:pathLst>
                <a:path w="34505" h="27451">
                  <a:moveTo>
                    <a:pt x="17253" y="0"/>
                  </a:moveTo>
                  <a:cubicBezTo>
                    <a:pt x="7668" y="5746"/>
                    <a:pt x="2556" y="19152"/>
                    <a:pt x="0" y="27451"/>
                  </a:cubicBezTo>
                  <a:lnTo>
                    <a:pt x="34506" y="27451"/>
                  </a:lnTo>
                  <a:cubicBezTo>
                    <a:pt x="32589" y="19152"/>
                    <a:pt x="27477" y="5746"/>
                    <a:pt x="17253" y="0"/>
                  </a:cubicBezTo>
                  <a:close/>
                </a:path>
              </a:pathLst>
            </a:custGeom>
            <a:solidFill>
              <a:srgbClr val="0076A8"/>
            </a:solidFill>
            <a:ln w="6390" cap="flat">
              <a:noFill/>
              <a:prstDash val="solid"/>
              <a:miter/>
            </a:ln>
          </p:spPr>
          <p:txBody>
            <a:bodyPr rtlCol="0" anchor="ctr"/>
            <a:lstStyle/>
            <a:p>
              <a:endParaRPr lang="en-US"/>
            </a:p>
          </p:txBody>
        </p:sp>
        <p:sp>
          <p:nvSpPr>
            <p:cNvPr id="392" name="Graphic 4">
              <a:extLst>
                <a:ext uri="{FF2B5EF4-FFF2-40B4-BE49-F238E27FC236}">
                  <a16:creationId xmlns:a16="http://schemas.microsoft.com/office/drawing/2014/main" id="{F561CA37-1D2C-2447-AD30-98940C76632F}"/>
                </a:ext>
              </a:extLst>
            </p:cNvPr>
            <p:cNvSpPr/>
            <p:nvPr/>
          </p:nvSpPr>
          <p:spPr>
            <a:xfrm>
              <a:off x="3152794" y="3976745"/>
              <a:ext cx="53675" cy="130233"/>
            </a:xfrm>
            <a:custGeom>
              <a:avLst/>
              <a:gdLst>
                <a:gd name="connsiteX0" fmla="*/ 53675 w 53675"/>
                <a:gd name="connsiteY0" fmla="*/ 76608 h 130233"/>
                <a:gd name="connsiteX1" fmla="*/ 53675 w 53675"/>
                <a:gd name="connsiteY1" fmla="*/ 0 h 130233"/>
                <a:gd name="connsiteX2" fmla="*/ 0 w 53675"/>
                <a:gd name="connsiteY2" fmla="*/ 0 h 130233"/>
                <a:gd name="connsiteX3" fmla="*/ 0 w 53675"/>
                <a:gd name="connsiteY3" fmla="*/ 76608 h 130233"/>
                <a:gd name="connsiteX4" fmla="*/ 0 w 53675"/>
                <a:gd name="connsiteY4" fmla="*/ 130233 h 130233"/>
                <a:gd name="connsiteX5" fmla="*/ 53675 w 53675"/>
                <a:gd name="connsiteY5" fmla="*/ 130233 h 13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675" h="130233">
                  <a:moveTo>
                    <a:pt x="53675" y="76608"/>
                  </a:moveTo>
                  <a:lnTo>
                    <a:pt x="53675" y="0"/>
                  </a:lnTo>
                  <a:lnTo>
                    <a:pt x="0" y="0"/>
                  </a:lnTo>
                  <a:lnTo>
                    <a:pt x="0" y="76608"/>
                  </a:lnTo>
                  <a:lnTo>
                    <a:pt x="0" y="130233"/>
                  </a:lnTo>
                  <a:lnTo>
                    <a:pt x="53675" y="130233"/>
                  </a:lnTo>
                  <a:close/>
                </a:path>
              </a:pathLst>
            </a:custGeom>
            <a:solidFill>
              <a:srgbClr val="0076A8"/>
            </a:solidFill>
            <a:ln w="6390" cap="flat">
              <a:noFill/>
              <a:prstDash val="solid"/>
              <a:miter/>
            </a:ln>
          </p:spPr>
          <p:txBody>
            <a:bodyPr rtlCol="0" anchor="ctr"/>
            <a:lstStyle/>
            <a:p>
              <a:endParaRPr lang="en-US"/>
            </a:p>
          </p:txBody>
        </p:sp>
        <p:sp>
          <p:nvSpPr>
            <p:cNvPr id="393" name="Graphic 4">
              <a:extLst>
                <a:ext uri="{FF2B5EF4-FFF2-40B4-BE49-F238E27FC236}">
                  <a16:creationId xmlns:a16="http://schemas.microsoft.com/office/drawing/2014/main" id="{1DEEAEA4-A13E-284E-BC2D-16844CC1C33F}"/>
                </a:ext>
              </a:extLst>
            </p:cNvPr>
            <p:cNvSpPr/>
            <p:nvPr/>
          </p:nvSpPr>
          <p:spPr>
            <a:xfrm>
              <a:off x="3109343" y="4076335"/>
              <a:ext cx="8306" cy="30643"/>
            </a:xfrm>
            <a:custGeom>
              <a:avLst/>
              <a:gdLst>
                <a:gd name="connsiteX0" fmla="*/ 0 w 8306"/>
                <a:gd name="connsiteY0" fmla="*/ 0 h 30643"/>
                <a:gd name="connsiteX1" fmla="*/ 8307 w 8306"/>
                <a:gd name="connsiteY1" fmla="*/ 0 h 30643"/>
                <a:gd name="connsiteX2" fmla="*/ 8307 w 8306"/>
                <a:gd name="connsiteY2" fmla="*/ 30643 h 30643"/>
                <a:gd name="connsiteX3" fmla="*/ 0 w 8306"/>
                <a:gd name="connsiteY3" fmla="*/ 30643 h 30643"/>
              </a:gdLst>
              <a:ahLst/>
              <a:cxnLst>
                <a:cxn ang="0">
                  <a:pos x="connsiteX0" y="connsiteY0"/>
                </a:cxn>
                <a:cxn ang="0">
                  <a:pos x="connsiteX1" y="connsiteY1"/>
                </a:cxn>
                <a:cxn ang="0">
                  <a:pos x="connsiteX2" y="connsiteY2"/>
                </a:cxn>
                <a:cxn ang="0">
                  <a:pos x="connsiteX3" y="connsiteY3"/>
                </a:cxn>
              </a:cxnLst>
              <a:rect l="l" t="t" r="r" b="b"/>
              <a:pathLst>
                <a:path w="8306" h="30643">
                  <a:moveTo>
                    <a:pt x="0" y="0"/>
                  </a:moveTo>
                  <a:lnTo>
                    <a:pt x="8307" y="0"/>
                  </a:lnTo>
                  <a:lnTo>
                    <a:pt x="8307" y="30643"/>
                  </a:lnTo>
                  <a:lnTo>
                    <a:pt x="0" y="30643"/>
                  </a:lnTo>
                  <a:close/>
                </a:path>
              </a:pathLst>
            </a:custGeom>
            <a:solidFill>
              <a:srgbClr val="0076A8"/>
            </a:solidFill>
            <a:ln w="6390" cap="flat">
              <a:noFill/>
              <a:prstDash val="solid"/>
              <a:miter/>
            </a:ln>
          </p:spPr>
          <p:txBody>
            <a:bodyPr rtlCol="0" anchor="ctr"/>
            <a:lstStyle/>
            <a:p>
              <a:endParaRPr lang="en-US"/>
            </a:p>
          </p:txBody>
        </p:sp>
        <p:sp>
          <p:nvSpPr>
            <p:cNvPr id="394" name="Graphic 4">
              <a:extLst>
                <a:ext uri="{FF2B5EF4-FFF2-40B4-BE49-F238E27FC236}">
                  <a16:creationId xmlns:a16="http://schemas.microsoft.com/office/drawing/2014/main" id="{DD11471A-609E-9B40-8AE1-36DF20FECCFC}"/>
                </a:ext>
              </a:extLst>
            </p:cNvPr>
            <p:cNvSpPr/>
            <p:nvPr/>
          </p:nvSpPr>
          <p:spPr>
            <a:xfrm>
              <a:off x="3219250" y="4059736"/>
              <a:ext cx="8306" cy="46603"/>
            </a:xfrm>
            <a:custGeom>
              <a:avLst/>
              <a:gdLst>
                <a:gd name="connsiteX0" fmla="*/ 0 w 8306"/>
                <a:gd name="connsiteY0" fmla="*/ 0 h 46603"/>
                <a:gd name="connsiteX1" fmla="*/ 8307 w 8306"/>
                <a:gd name="connsiteY1" fmla="*/ 0 h 46603"/>
                <a:gd name="connsiteX2" fmla="*/ 8307 w 8306"/>
                <a:gd name="connsiteY2" fmla="*/ 46603 h 46603"/>
                <a:gd name="connsiteX3" fmla="*/ 0 w 8306"/>
                <a:gd name="connsiteY3" fmla="*/ 46603 h 46603"/>
              </a:gdLst>
              <a:ahLst/>
              <a:cxnLst>
                <a:cxn ang="0">
                  <a:pos x="connsiteX0" y="connsiteY0"/>
                </a:cxn>
                <a:cxn ang="0">
                  <a:pos x="connsiteX1" y="connsiteY1"/>
                </a:cxn>
                <a:cxn ang="0">
                  <a:pos x="connsiteX2" y="connsiteY2"/>
                </a:cxn>
                <a:cxn ang="0">
                  <a:pos x="connsiteX3" y="connsiteY3"/>
                </a:cxn>
              </a:cxnLst>
              <a:rect l="l" t="t" r="r" b="b"/>
              <a:pathLst>
                <a:path w="8306" h="46603">
                  <a:moveTo>
                    <a:pt x="0" y="0"/>
                  </a:moveTo>
                  <a:lnTo>
                    <a:pt x="8307" y="0"/>
                  </a:lnTo>
                  <a:lnTo>
                    <a:pt x="8307" y="46603"/>
                  </a:lnTo>
                  <a:lnTo>
                    <a:pt x="0" y="46603"/>
                  </a:lnTo>
                  <a:close/>
                </a:path>
              </a:pathLst>
            </a:custGeom>
            <a:solidFill>
              <a:srgbClr val="0076A8"/>
            </a:solidFill>
            <a:ln w="6390" cap="flat">
              <a:noFill/>
              <a:prstDash val="solid"/>
              <a:miter/>
            </a:ln>
          </p:spPr>
          <p:txBody>
            <a:bodyPr rtlCol="0" anchor="ctr"/>
            <a:lstStyle/>
            <a:p>
              <a:endParaRPr lang="en-US"/>
            </a:p>
          </p:txBody>
        </p:sp>
        <p:sp>
          <p:nvSpPr>
            <p:cNvPr id="395" name="Graphic 4">
              <a:extLst>
                <a:ext uri="{FF2B5EF4-FFF2-40B4-BE49-F238E27FC236}">
                  <a16:creationId xmlns:a16="http://schemas.microsoft.com/office/drawing/2014/main" id="{61F79233-3D16-754E-A8BE-9E7CD072C475}"/>
                </a:ext>
              </a:extLst>
            </p:cNvPr>
            <p:cNvSpPr/>
            <p:nvPr/>
          </p:nvSpPr>
          <p:spPr>
            <a:xfrm>
              <a:off x="2998797" y="3824168"/>
              <a:ext cx="362309" cy="361971"/>
            </a:xfrm>
            <a:custGeom>
              <a:avLst/>
              <a:gdLst>
                <a:gd name="connsiteX0" fmla="*/ 180835 w 362309"/>
                <a:gd name="connsiteY0" fmla="*/ 0 h 361971"/>
                <a:gd name="connsiteX1" fmla="*/ 0 w 362309"/>
                <a:gd name="connsiteY1" fmla="*/ 181305 h 361971"/>
                <a:gd name="connsiteX2" fmla="*/ 181474 w 362309"/>
                <a:gd name="connsiteY2" fmla="*/ 361971 h 361971"/>
                <a:gd name="connsiteX3" fmla="*/ 362310 w 362309"/>
                <a:gd name="connsiteY3" fmla="*/ 181305 h 361971"/>
                <a:gd name="connsiteX4" fmla="*/ 180835 w 362309"/>
                <a:gd name="connsiteY4" fmla="*/ 0 h 361971"/>
                <a:gd name="connsiteX5" fmla="*/ 180835 w 362309"/>
                <a:gd name="connsiteY5" fmla="*/ 0 h 361971"/>
                <a:gd name="connsiteX6" fmla="*/ 263905 w 362309"/>
                <a:gd name="connsiteY6" fmla="*/ 289194 h 361971"/>
                <a:gd name="connsiteX7" fmla="*/ 257515 w 362309"/>
                <a:gd name="connsiteY7" fmla="*/ 295578 h 361971"/>
                <a:gd name="connsiteX8" fmla="*/ 104156 w 362309"/>
                <a:gd name="connsiteY8" fmla="*/ 295578 h 361971"/>
                <a:gd name="connsiteX9" fmla="*/ 97766 w 362309"/>
                <a:gd name="connsiteY9" fmla="*/ 289194 h 361971"/>
                <a:gd name="connsiteX10" fmla="*/ 97766 w 362309"/>
                <a:gd name="connsiteY10" fmla="*/ 245783 h 361971"/>
                <a:gd name="connsiteX11" fmla="*/ 104156 w 362309"/>
                <a:gd name="connsiteY11" fmla="*/ 239399 h 361971"/>
                <a:gd name="connsiteX12" fmla="*/ 119492 w 362309"/>
                <a:gd name="connsiteY12" fmla="*/ 239399 h 361971"/>
                <a:gd name="connsiteX13" fmla="*/ 119492 w 362309"/>
                <a:gd name="connsiteY13" fmla="*/ 229823 h 361971"/>
                <a:gd name="connsiteX14" fmla="*/ 125882 w 362309"/>
                <a:gd name="connsiteY14" fmla="*/ 223439 h 361971"/>
                <a:gd name="connsiteX15" fmla="*/ 140579 w 362309"/>
                <a:gd name="connsiteY15" fmla="*/ 223439 h 361971"/>
                <a:gd name="connsiteX16" fmla="*/ 140579 w 362309"/>
                <a:gd name="connsiteY16" fmla="*/ 146832 h 361971"/>
                <a:gd name="connsiteX17" fmla="*/ 146969 w 362309"/>
                <a:gd name="connsiteY17" fmla="*/ 140448 h 361971"/>
                <a:gd name="connsiteX18" fmla="*/ 150164 w 362309"/>
                <a:gd name="connsiteY18" fmla="*/ 140448 h 361971"/>
                <a:gd name="connsiteX19" fmla="*/ 174445 w 362309"/>
                <a:gd name="connsiteY19" fmla="*/ 101505 h 361971"/>
                <a:gd name="connsiteX20" fmla="*/ 174445 w 362309"/>
                <a:gd name="connsiteY20" fmla="*/ 100867 h 361971"/>
                <a:gd name="connsiteX21" fmla="*/ 174445 w 362309"/>
                <a:gd name="connsiteY21" fmla="*/ 73416 h 361971"/>
                <a:gd name="connsiteX22" fmla="*/ 180835 w 362309"/>
                <a:gd name="connsiteY22" fmla="*/ 67032 h 361971"/>
                <a:gd name="connsiteX23" fmla="*/ 187225 w 362309"/>
                <a:gd name="connsiteY23" fmla="*/ 73416 h 361971"/>
                <a:gd name="connsiteX24" fmla="*/ 187225 w 362309"/>
                <a:gd name="connsiteY24" fmla="*/ 100867 h 361971"/>
                <a:gd name="connsiteX25" fmla="*/ 187225 w 362309"/>
                <a:gd name="connsiteY25" fmla="*/ 101505 h 361971"/>
                <a:gd name="connsiteX26" fmla="*/ 211507 w 362309"/>
                <a:gd name="connsiteY26" fmla="*/ 140448 h 361971"/>
                <a:gd name="connsiteX27" fmla="*/ 214063 w 362309"/>
                <a:gd name="connsiteY27" fmla="*/ 140448 h 361971"/>
                <a:gd name="connsiteX28" fmla="*/ 220453 w 362309"/>
                <a:gd name="connsiteY28" fmla="*/ 146832 h 361971"/>
                <a:gd name="connsiteX29" fmla="*/ 220453 w 362309"/>
                <a:gd name="connsiteY29" fmla="*/ 223439 h 361971"/>
                <a:gd name="connsiteX30" fmla="*/ 235150 w 362309"/>
                <a:gd name="connsiteY30" fmla="*/ 223439 h 361971"/>
                <a:gd name="connsiteX31" fmla="*/ 241540 w 362309"/>
                <a:gd name="connsiteY31" fmla="*/ 229823 h 361971"/>
                <a:gd name="connsiteX32" fmla="*/ 241540 w 362309"/>
                <a:gd name="connsiteY32" fmla="*/ 239399 h 361971"/>
                <a:gd name="connsiteX33" fmla="*/ 256876 w 362309"/>
                <a:gd name="connsiteY33" fmla="*/ 239399 h 361971"/>
                <a:gd name="connsiteX34" fmla="*/ 263266 w 362309"/>
                <a:gd name="connsiteY34" fmla="*/ 245783 h 361971"/>
                <a:gd name="connsiteX35" fmla="*/ 263905 w 362309"/>
                <a:gd name="connsiteY35" fmla="*/ 28919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2309" h="361971">
                  <a:moveTo>
                    <a:pt x="180835" y="0"/>
                  </a:moveTo>
                  <a:cubicBezTo>
                    <a:pt x="80513" y="0"/>
                    <a:pt x="0" y="81076"/>
                    <a:pt x="0" y="181305"/>
                  </a:cubicBezTo>
                  <a:cubicBezTo>
                    <a:pt x="0" y="281533"/>
                    <a:pt x="81152" y="361971"/>
                    <a:pt x="181474" y="361971"/>
                  </a:cubicBezTo>
                  <a:cubicBezTo>
                    <a:pt x="281157" y="361971"/>
                    <a:pt x="362310" y="280895"/>
                    <a:pt x="362310" y="181305"/>
                  </a:cubicBezTo>
                  <a:cubicBezTo>
                    <a:pt x="362310" y="81076"/>
                    <a:pt x="281157" y="0"/>
                    <a:pt x="180835" y="0"/>
                  </a:cubicBezTo>
                  <a:cubicBezTo>
                    <a:pt x="180835" y="0"/>
                    <a:pt x="180835" y="0"/>
                    <a:pt x="180835" y="0"/>
                  </a:cubicBezTo>
                  <a:close/>
                  <a:moveTo>
                    <a:pt x="263905" y="289194"/>
                  </a:moveTo>
                  <a:cubicBezTo>
                    <a:pt x="263905" y="293025"/>
                    <a:pt x="261349" y="295578"/>
                    <a:pt x="257515" y="295578"/>
                  </a:cubicBezTo>
                  <a:lnTo>
                    <a:pt x="104156" y="295578"/>
                  </a:lnTo>
                  <a:cubicBezTo>
                    <a:pt x="100322" y="295578"/>
                    <a:pt x="97766" y="293025"/>
                    <a:pt x="97766" y="289194"/>
                  </a:cubicBezTo>
                  <a:lnTo>
                    <a:pt x="97766" y="245783"/>
                  </a:lnTo>
                  <a:cubicBezTo>
                    <a:pt x="97766" y="241953"/>
                    <a:pt x="100322" y="239399"/>
                    <a:pt x="104156" y="239399"/>
                  </a:cubicBezTo>
                  <a:lnTo>
                    <a:pt x="119492" y="239399"/>
                  </a:lnTo>
                  <a:lnTo>
                    <a:pt x="119492" y="229823"/>
                  </a:lnTo>
                  <a:cubicBezTo>
                    <a:pt x="119492" y="225993"/>
                    <a:pt x="122048" y="223439"/>
                    <a:pt x="125882" y="223439"/>
                  </a:cubicBezTo>
                  <a:lnTo>
                    <a:pt x="140579" y="223439"/>
                  </a:lnTo>
                  <a:lnTo>
                    <a:pt x="140579" y="146832"/>
                  </a:lnTo>
                  <a:cubicBezTo>
                    <a:pt x="140579" y="143001"/>
                    <a:pt x="143135" y="140448"/>
                    <a:pt x="146969" y="140448"/>
                  </a:cubicBezTo>
                  <a:lnTo>
                    <a:pt x="150164" y="140448"/>
                  </a:lnTo>
                  <a:cubicBezTo>
                    <a:pt x="152720" y="130872"/>
                    <a:pt x="159110" y="110443"/>
                    <a:pt x="174445" y="101505"/>
                  </a:cubicBezTo>
                  <a:cubicBezTo>
                    <a:pt x="174445" y="101505"/>
                    <a:pt x="174445" y="100867"/>
                    <a:pt x="174445" y="100867"/>
                  </a:cubicBezTo>
                  <a:lnTo>
                    <a:pt x="174445" y="73416"/>
                  </a:lnTo>
                  <a:cubicBezTo>
                    <a:pt x="174445" y="69585"/>
                    <a:pt x="177001" y="67032"/>
                    <a:pt x="180835" y="67032"/>
                  </a:cubicBezTo>
                  <a:cubicBezTo>
                    <a:pt x="184669" y="67032"/>
                    <a:pt x="187225" y="69585"/>
                    <a:pt x="187225" y="73416"/>
                  </a:cubicBezTo>
                  <a:lnTo>
                    <a:pt x="187225" y="100867"/>
                  </a:lnTo>
                  <a:cubicBezTo>
                    <a:pt x="187225" y="100867"/>
                    <a:pt x="187225" y="101505"/>
                    <a:pt x="187225" y="101505"/>
                  </a:cubicBezTo>
                  <a:cubicBezTo>
                    <a:pt x="202561" y="110443"/>
                    <a:pt x="208951" y="130233"/>
                    <a:pt x="211507" y="140448"/>
                  </a:cubicBezTo>
                  <a:lnTo>
                    <a:pt x="214063" y="140448"/>
                  </a:lnTo>
                  <a:cubicBezTo>
                    <a:pt x="217897" y="140448"/>
                    <a:pt x="220453" y="143001"/>
                    <a:pt x="220453" y="146832"/>
                  </a:cubicBezTo>
                  <a:lnTo>
                    <a:pt x="220453" y="223439"/>
                  </a:lnTo>
                  <a:lnTo>
                    <a:pt x="235150" y="223439"/>
                  </a:lnTo>
                  <a:cubicBezTo>
                    <a:pt x="238984" y="223439"/>
                    <a:pt x="241540" y="225993"/>
                    <a:pt x="241540" y="229823"/>
                  </a:cubicBezTo>
                  <a:lnTo>
                    <a:pt x="241540" y="239399"/>
                  </a:lnTo>
                  <a:lnTo>
                    <a:pt x="256876" y="239399"/>
                  </a:lnTo>
                  <a:cubicBezTo>
                    <a:pt x="260710" y="239399"/>
                    <a:pt x="263266" y="241953"/>
                    <a:pt x="263266" y="245783"/>
                  </a:cubicBezTo>
                  <a:lnTo>
                    <a:pt x="263905" y="289194"/>
                  </a:lnTo>
                  <a:close/>
                </a:path>
              </a:pathLst>
            </a:custGeom>
            <a:solidFill>
              <a:srgbClr val="0076A8"/>
            </a:solidFill>
            <a:ln w="6390" cap="flat">
              <a:noFill/>
              <a:prstDash val="solid"/>
              <a:miter/>
            </a:ln>
          </p:spPr>
          <p:txBody>
            <a:bodyPr rtlCol="0" anchor="ctr"/>
            <a:lstStyle/>
            <a:p>
              <a:endParaRPr lang="en-US"/>
            </a:p>
          </p:txBody>
        </p:sp>
        <p:sp>
          <p:nvSpPr>
            <p:cNvPr id="396" name="Graphic 4">
              <a:extLst>
                <a:ext uri="{FF2B5EF4-FFF2-40B4-BE49-F238E27FC236}">
                  <a16:creationId xmlns:a16="http://schemas.microsoft.com/office/drawing/2014/main" id="{69DC840B-74DC-6644-8A51-F6AE6407FC29}"/>
                </a:ext>
              </a:extLst>
            </p:cNvPr>
            <p:cNvSpPr/>
            <p:nvPr/>
          </p:nvSpPr>
          <p:spPr>
            <a:xfrm>
              <a:off x="3240976" y="4076335"/>
              <a:ext cx="8306" cy="30643"/>
            </a:xfrm>
            <a:custGeom>
              <a:avLst/>
              <a:gdLst>
                <a:gd name="connsiteX0" fmla="*/ 0 w 8306"/>
                <a:gd name="connsiteY0" fmla="*/ 0 h 30643"/>
                <a:gd name="connsiteX1" fmla="*/ 8307 w 8306"/>
                <a:gd name="connsiteY1" fmla="*/ 0 h 30643"/>
                <a:gd name="connsiteX2" fmla="*/ 8307 w 8306"/>
                <a:gd name="connsiteY2" fmla="*/ 30643 h 30643"/>
                <a:gd name="connsiteX3" fmla="*/ 0 w 8306"/>
                <a:gd name="connsiteY3" fmla="*/ 30643 h 30643"/>
              </a:gdLst>
              <a:ahLst/>
              <a:cxnLst>
                <a:cxn ang="0">
                  <a:pos x="connsiteX0" y="connsiteY0"/>
                </a:cxn>
                <a:cxn ang="0">
                  <a:pos x="connsiteX1" y="connsiteY1"/>
                </a:cxn>
                <a:cxn ang="0">
                  <a:pos x="connsiteX2" y="connsiteY2"/>
                </a:cxn>
                <a:cxn ang="0">
                  <a:pos x="connsiteX3" y="connsiteY3"/>
                </a:cxn>
              </a:cxnLst>
              <a:rect l="l" t="t" r="r" b="b"/>
              <a:pathLst>
                <a:path w="8306" h="30643">
                  <a:moveTo>
                    <a:pt x="0" y="0"/>
                  </a:moveTo>
                  <a:lnTo>
                    <a:pt x="8307" y="0"/>
                  </a:lnTo>
                  <a:lnTo>
                    <a:pt x="8307" y="30643"/>
                  </a:lnTo>
                  <a:lnTo>
                    <a:pt x="0" y="30643"/>
                  </a:lnTo>
                  <a:close/>
                </a:path>
              </a:pathLst>
            </a:custGeom>
            <a:solidFill>
              <a:srgbClr val="0076A8"/>
            </a:solidFill>
            <a:ln w="6390" cap="flat">
              <a:noFill/>
              <a:prstDash val="solid"/>
              <a:miter/>
            </a:ln>
          </p:spPr>
          <p:txBody>
            <a:bodyPr rtlCol="0" anchor="ctr"/>
            <a:lstStyle/>
            <a:p>
              <a:endParaRPr lang="en-US"/>
            </a:p>
          </p:txBody>
        </p:sp>
      </p:grpSp>
      <p:grpSp>
        <p:nvGrpSpPr>
          <p:cNvPr id="397" name="Graphic 4">
            <a:extLst>
              <a:ext uri="{FF2B5EF4-FFF2-40B4-BE49-F238E27FC236}">
                <a16:creationId xmlns:a16="http://schemas.microsoft.com/office/drawing/2014/main" id="{E0D48807-F223-8847-8C9A-A8BBBFBA4C13}"/>
              </a:ext>
            </a:extLst>
          </p:cNvPr>
          <p:cNvGrpSpPr>
            <a:grpSpLocks noChangeAspect="1"/>
          </p:cNvGrpSpPr>
          <p:nvPr/>
        </p:nvGrpSpPr>
        <p:grpSpPr>
          <a:xfrm>
            <a:off x="2998797" y="918179"/>
            <a:ext cx="362309" cy="361971"/>
            <a:chOff x="2998797" y="918179"/>
            <a:chExt cx="362309" cy="361971"/>
          </a:xfrm>
          <a:solidFill>
            <a:srgbClr val="0076A8"/>
          </a:solidFill>
        </p:grpSpPr>
        <p:sp>
          <p:nvSpPr>
            <p:cNvPr id="398" name="Graphic 4">
              <a:extLst>
                <a:ext uri="{FF2B5EF4-FFF2-40B4-BE49-F238E27FC236}">
                  <a16:creationId xmlns:a16="http://schemas.microsoft.com/office/drawing/2014/main" id="{5B49C0EE-556C-504E-B1DC-317983972A53}"/>
                </a:ext>
              </a:extLst>
            </p:cNvPr>
            <p:cNvSpPr/>
            <p:nvPr/>
          </p:nvSpPr>
          <p:spPr>
            <a:xfrm>
              <a:off x="3134264" y="1036282"/>
              <a:ext cx="88820" cy="29366"/>
            </a:xfrm>
            <a:custGeom>
              <a:avLst/>
              <a:gdLst>
                <a:gd name="connsiteX0" fmla="*/ 44730 w 88820"/>
                <a:gd name="connsiteY0" fmla="*/ 0 h 29366"/>
                <a:gd name="connsiteX1" fmla="*/ 0 w 88820"/>
                <a:gd name="connsiteY1" fmla="*/ 29366 h 29366"/>
                <a:gd name="connsiteX2" fmla="*/ 88820 w 88820"/>
                <a:gd name="connsiteY2" fmla="*/ 29366 h 29366"/>
                <a:gd name="connsiteX3" fmla="*/ 44730 w 88820"/>
                <a:gd name="connsiteY3" fmla="*/ 0 h 29366"/>
              </a:gdLst>
              <a:ahLst/>
              <a:cxnLst>
                <a:cxn ang="0">
                  <a:pos x="connsiteX0" y="connsiteY0"/>
                </a:cxn>
                <a:cxn ang="0">
                  <a:pos x="connsiteX1" y="connsiteY1"/>
                </a:cxn>
                <a:cxn ang="0">
                  <a:pos x="connsiteX2" y="connsiteY2"/>
                </a:cxn>
                <a:cxn ang="0">
                  <a:pos x="connsiteX3" y="connsiteY3"/>
                </a:cxn>
              </a:cxnLst>
              <a:rect l="l" t="t" r="r" b="b"/>
              <a:pathLst>
                <a:path w="88820" h="29366">
                  <a:moveTo>
                    <a:pt x="44730" y="0"/>
                  </a:moveTo>
                  <a:cubicBezTo>
                    <a:pt x="25560" y="0"/>
                    <a:pt x="7668" y="12130"/>
                    <a:pt x="0" y="29366"/>
                  </a:cubicBezTo>
                  <a:lnTo>
                    <a:pt x="88820" y="29366"/>
                  </a:lnTo>
                  <a:cubicBezTo>
                    <a:pt x="81791" y="11491"/>
                    <a:pt x="64538" y="0"/>
                    <a:pt x="44730" y="0"/>
                  </a:cubicBezTo>
                  <a:close/>
                </a:path>
              </a:pathLst>
            </a:custGeom>
            <a:solidFill>
              <a:srgbClr val="0076A8"/>
            </a:solidFill>
            <a:ln w="6390" cap="flat">
              <a:noFill/>
              <a:prstDash val="solid"/>
              <a:miter/>
            </a:ln>
          </p:spPr>
          <p:txBody>
            <a:bodyPr rtlCol="0" anchor="ctr"/>
            <a:lstStyle/>
            <a:p>
              <a:endParaRPr lang="en-US"/>
            </a:p>
          </p:txBody>
        </p:sp>
        <p:sp>
          <p:nvSpPr>
            <p:cNvPr id="399" name="Graphic 4">
              <a:extLst>
                <a:ext uri="{FF2B5EF4-FFF2-40B4-BE49-F238E27FC236}">
                  <a16:creationId xmlns:a16="http://schemas.microsoft.com/office/drawing/2014/main" id="{F0ABE169-20DB-5144-8AC8-7DB970D2D29B}"/>
                </a:ext>
              </a:extLst>
            </p:cNvPr>
            <p:cNvSpPr/>
            <p:nvPr/>
          </p:nvSpPr>
          <p:spPr>
            <a:xfrm>
              <a:off x="2998797" y="918179"/>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1305 h 361971"/>
                <a:gd name="connsiteX4" fmla="*/ 180835 w 362309"/>
                <a:gd name="connsiteY4" fmla="*/ 0 h 361971"/>
                <a:gd name="connsiteX5" fmla="*/ 180835 w 362309"/>
                <a:gd name="connsiteY5" fmla="*/ 0 h 361971"/>
                <a:gd name="connsiteX6" fmla="*/ 113741 w 362309"/>
                <a:gd name="connsiteY6" fmla="*/ 147470 h 361971"/>
                <a:gd name="connsiteX7" fmla="*/ 122048 w 362309"/>
                <a:gd name="connsiteY7" fmla="*/ 147470 h 361971"/>
                <a:gd name="connsiteX8" fmla="*/ 173806 w 362309"/>
                <a:gd name="connsiteY8" fmla="*/ 105336 h 361971"/>
                <a:gd name="connsiteX9" fmla="*/ 173806 w 362309"/>
                <a:gd name="connsiteY9" fmla="*/ 84907 h 361971"/>
                <a:gd name="connsiteX10" fmla="*/ 180196 w 362309"/>
                <a:gd name="connsiteY10" fmla="*/ 78523 h 361971"/>
                <a:gd name="connsiteX11" fmla="*/ 186586 w 362309"/>
                <a:gd name="connsiteY11" fmla="*/ 84907 h 361971"/>
                <a:gd name="connsiteX12" fmla="*/ 186586 w 362309"/>
                <a:gd name="connsiteY12" fmla="*/ 105336 h 361971"/>
                <a:gd name="connsiteX13" fmla="*/ 238345 w 362309"/>
                <a:gd name="connsiteY13" fmla="*/ 147470 h 361971"/>
                <a:gd name="connsiteX14" fmla="*/ 247291 w 362309"/>
                <a:gd name="connsiteY14" fmla="*/ 147470 h 361971"/>
                <a:gd name="connsiteX15" fmla="*/ 253681 w 362309"/>
                <a:gd name="connsiteY15" fmla="*/ 153854 h 361971"/>
                <a:gd name="connsiteX16" fmla="*/ 247291 w 362309"/>
                <a:gd name="connsiteY16" fmla="*/ 160238 h 361971"/>
                <a:gd name="connsiteX17" fmla="*/ 113741 w 362309"/>
                <a:gd name="connsiteY17" fmla="*/ 160238 h 361971"/>
                <a:gd name="connsiteX18" fmla="*/ 107351 w 362309"/>
                <a:gd name="connsiteY18" fmla="*/ 153854 h 361971"/>
                <a:gd name="connsiteX19" fmla="*/ 113741 w 362309"/>
                <a:gd name="connsiteY19" fmla="*/ 147470 h 361971"/>
                <a:gd name="connsiteX20" fmla="*/ 93293 w 362309"/>
                <a:gd name="connsiteY20" fmla="*/ 193435 h 361971"/>
                <a:gd name="connsiteX21" fmla="*/ 121409 w 362309"/>
                <a:gd name="connsiteY21" fmla="*/ 193435 h 361971"/>
                <a:gd name="connsiteX22" fmla="*/ 121409 w 362309"/>
                <a:gd name="connsiteY22" fmla="*/ 173006 h 361971"/>
                <a:gd name="connsiteX23" fmla="*/ 127799 w 362309"/>
                <a:gd name="connsiteY23" fmla="*/ 166622 h 361971"/>
                <a:gd name="connsiteX24" fmla="*/ 134189 w 362309"/>
                <a:gd name="connsiteY24" fmla="*/ 173006 h 361971"/>
                <a:gd name="connsiteX25" fmla="*/ 134189 w 362309"/>
                <a:gd name="connsiteY25" fmla="*/ 193435 h 361971"/>
                <a:gd name="connsiteX26" fmla="*/ 156553 w 362309"/>
                <a:gd name="connsiteY26" fmla="*/ 193435 h 361971"/>
                <a:gd name="connsiteX27" fmla="*/ 156553 w 362309"/>
                <a:gd name="connsiteY27" fmla="*/ 173006 h 361971"/>
                <a:gd name="connsiteX28" fmla="*/ 162943 w 362309"/>
                <a:gd name="connsiteY28" fmla="*/ 166622 h 361971"/>
                <a:gd name="connsiteX29" fmla="*/ 169333 w 362309"/>
                <a:gd name="connsiteY29" fmla="*/ 173006 h 361971"/>
                <a:gd name="connsiteX30" fmla="*/ 169333 w 362309"/>
                <a:gd name="connsiteY30" fmla="*/ 193435 h 361971"/>
                <a:gd name="connsiteX31" fmla="*/ 191698 w 362309"/>
                <a:gd name="connsiteY31" fmla="*/ 193435 h 361971"/>
                <a:gd name="connsiteX32" fmla="*/ 191698 w 362309"/>
                <a:gd name="connsiteY32" fmla="*/ 173006 h 361971"/>
                <a:gd name="connsiteX33" fmla="*/ 198088 w 362309"/>
                <a:gd name="connsiteY33" fmla="*/ 166622 h 361971"/>
                <a:gd name="connsiteX34" fmla="*/ 204478 w 362309"/>
                <a:gd name="connsiteY34" fmla="*/ 173006 h 361971"/>
                <a:gd name="connsiteX35" fmla="*/ 204478 w 362309"/>
                <a:gd name="connsiteY35" fmla="*/ 193435 h 361971"/>
                <a:gd name="connsiteX36" fmla="*/ 226843 w 362309"/>
                <a:gd name="connsiteY36" fmla="*/ 193435 h 361971"/>
                <a:gd name="connsiteX37" fmla="*/ 226843 w 362309"/>
                <a:gd name="connsiteY37" fmla="*/ 173006 h 361971"/>
                <a:gd name="connsiteX38" fmla="*/ 233233 w 362309"/>
                <a:gd name="connsiteY38" fmla="*/ 166622 h 361971"/>
                <a:gd name="connsiteX39" fmla="*/ 239623 w 362309"/>
                <a:gd name="connsiteY39" fmla="*/ 173006 h 361971"/>
                <a:gd name="connsiteX40" fmla="*/ 239623 w 362309"/>
                <a:gd name="connsiteY40" fmla="*/ 193435 h 361971"/>
                <a:gd name="connsiteX41" fmla="*/ 267739 w 362309"/>
                <a:gd name="connsiteY41" fmla="*/ 193435 h 361971"/>
                <a:gd name="connsiteX42" fmla="*/ 274128 w 362309"/>
                <a:gd name="connsiteY42" fmla="*/ 199819 h 361971"/>
                <a:gd name="connsiteX43" fmla="*/ 267739 w 362309"/>
                <a:gd name="connsiteY43" fmla="*/ 206203 h 361971"/>
                <a:gd name="connsiteX44" fmla="*/ 92654 w 362309"/>
                <a:gd name="connsiteY44" fmla="*/ 206203 h 361971"/>
                <a:gd name="connsiteX45" fmla="*/ 86264 w 362309"/>
                <a:gd name="connsiteY45" fmla="*/ 199819 h 361971"/>
                <a:gd name="connsiteX46" fmla="*/ 93293 w 362309"/>
                <a:gd name="connsiteY46" fmla="*/ 193435 h 361971"/>
                <a:gd name="connsiteX47" fmla="*/ 93293 w 362309"/>
                <a:gd name="connsiteY47" fmla="*/ 193435 h 361971"/>
                <a:gd name="connsiteX48" fmla="*/ 278602 w 362309"/>
                <a:gd name="connsiteY48" fmla="*/ 282810 h 361971"/>
                <a:gd name="connsiteX49" fmla="*/ 83708 w 362309"/>
                <a:gd name="connsiteY49" fmla="*/ 282810 h 361971"/>
                <a:gd name="connsiteX50" fmla="*/ 77318 w 362309"/>
                <a:gd name="connsiteY50" fmla="*/ 276426 h 361971"/>
                <a:gd name="connsiteX51" fmla="*/ 83708 w 362309"/>
                <a:gd name="connsiteY51" fmla="*/ 270042 h 361971"/>
                <a:gd name="connsiteX52" fmla="*/ 99044 w 362309"/>
                <a:gd name="connsiteY52" fmla="*/ 270042 h 361971"/>
                <a:gd name="connsiteX53" fmla="*/ 99044 w 362309"/>
                <a:gd name="connsiteY53" fmla="*/ 219609 h 361971"/>
                <a:gd name="connsiteX54" fmla="*/ 105434 w 362309"/>
                <a:gd name="connsiteY54" fmla="*/ 213225 h 361971"/>
                <a:gd name="connsiteX55" fmla="*/ 111824 w 362309"/>
                <a:gd name="connsiteY55" fmla="*/ 219609 h 361971"/>
                <a:gd name="connsiteX56" fmla="*/ 111824 w 362309"/>
                <a:gd name="connsiteY56" fmla="*/ 270042 h 361971"/>
                <a:gd name="connsiteX57" fmla="*/ 136745 w 362309"/>
                <a:gd name="connsiteY57" fmla="*/ 270042 h 361971"/>
                <a:gd name="connsiteX58" fmla="*/ 136745 w 362309"/>
                <a:gd name="connsiteY58" fmla="*/ 219609 h 361971"/>
                <a:gd name="connsiteX59" fmla="*/ 143135 w 362309"/>
                <a:gd name="connsiteY59" fmla="*/ 213225 h 361971"/>
                <a:gd name="connsiteX60" fmla="*/ 149525 w 362309"/>
                <a:gd name="connsiteY60" fmla="*/ 219609 h 361971"/>
                <a:gd name="connsiteX61" fmla="*/ 149525 w 362309"/>
                <a:gd name="connsiteY61" fmla="*/ 270042 h 361971"/>
                <a:gd name="connsiteX62" fmla="*/ 174445 w 362309"/>
                <a:gd name="connsiteY62" fmla="*/ 270042 h 361971"/>
                <a:gd name="connsiteX63" fmla="*/ 174445 w 362309"/>
                <a:gd name="connsiteY63" fmla="*/ 219609 h 361971"/>
                <a:gd name="connsiteX64" fmla="*/ 180835 w 362309"/>
                <a:gd name="connsiteY64" fmla="*/ 213225 h 361971"/>
                <a:gd name="connsiteX65" fmla="*/ 187225 w 362309"/>
                <a:gd name="connsiteY65" fmla="*/ 219609 h 361971"/>
                <a:gd name="connsiteX66" fmla="*/ 187225 w 362309"/>
                <a:gd name="connsiteY66" fmla="*/ 270042 h 361971"/>
                <a:gd name="connsiteX67" fmla="*/ 212146 w 362309"/>
                <a:gd name="connsiteY67" fmla="*/ 270042 h 361971"/>
                <a:gd name="connsiteX68" fmla="*/ 212146 w 362309"/>
                <a:gd name="connsiteY68" fmla="*/ 219609 h 361971"/>
                <a:gd name="connsiteX69" fmla="*/ 218536 w 362309"/>
                <a:gd name="connsiteY69" fmla="*/ 213225 h 361971"/>
                <a:gd name="connsiteX70" fmla="*/ 224926 w 362309"/>
                <a:gd name="connsiteY70" fmla="*/ 219609 h 361971"/>
                <a:gd name="connsiteX71" fmla="*/ 224926 w 362309"/>
                <a:gd name="connsiteY71" fmla="*/ 270042 h 361971"/>
                <a:gd name="connsiteX72" fmla="*/ 249847 w 362309"/>
                <a:gd name="connsiteY72" fmla="*/ 270042 h 361971"/>
                <a:gd name="connsiteX73" fmla="*/ 249847 w 362309"/>
                <a:gd name="connsiteY73" fmla="*/ 219609 h 361971"/>
                <a:gd name="connsiteX74" fmla="*/ 256237 w 362309"/>
                <a:gd name="connsiteY74" fmla="*/ 213225 h 361971"/>
                <a:gd name="connsiteX75" fmla="*/ 262626 w 362309"/>
                <a:gd name="connsiteY75" fmla="*/ 219609 h 361971"/>
                <a:gd name="connsiteX76" fmla="*/ 262626 w 362309"/>
                <a:gd name="connsiteY76" fmla="*/ 270042 h 361971"/>
                <a:gd name="connsiteX77" fmla="*/ 279240 w 362309"/>
                <a:gd name="connsiteY77" fmla="*/ 270042 h 361971"/>
                <a:gd name="connsiteX78" fmla="*/ 285630 w 362309"/>
                <a:gd name="connsiteY78" fmla="*/ 276426 h 361971"/>
                <a:gd name="connsiteX79" fmla="*/ 278602 w 362309"/>
                <a:gd name="connsiteY79" fmla="*/ 282810 h 361971"/>
                <a:gd name="connsiteX80" fmla="*/ 278602 w 362309"/>
                <a:gd name="connsiteY80" fmla="*/ 28281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1305"/>
                  </a:cubicBezTo>
                  <a:cubicBezTo>
                    <a:pt x="362310" y="81077"/>
                    <a:pt x="281157" y="0"/>
                    <a:pt x="180835" y="0"/>
                  </a:cubicBezTo>
                  <a:cubicBezTo>
                    <a:pt x="180835" y="0"/>
                    <a:pt x="180835" y="0"/>
                    <a:pt x="180835" y="0"/>
                  </a:cubicBezTo>
                  <a:close/>
                  <a:moveTo>
                    <a:pt x="113741" y="147470"/>
                  </a:moveTo>
                  <a:lnTo>
                    <a:pt x="122048" y="147470"/>
                  </a:lnTo>
                  <a:cubicBezTo>
                    <a:pt x="129716" y="124488"/>
                    <a:pt x="149525" y="107889"/>
                    <a:pt x="173806" y="105336"/>
                  </a:cubicBezTo>
                  <a:lnTo>
                    <a:pt x="173806" y="84907"/>
                  </a:lnTo>
                  <a:cubicBezTo>
                    <a:pt x="173806" y="81077"/>
                    <a:pt x="176362" y="78523"/>
                    <a:pt x="180196" y="78523"/>
                  </a:cubicBezTo>
                  <a:cubicBezTo>
                    <a:pt x="184030" y="78523"/>
                    <a:pt x="186586" y="81077"/>
                    <a:pt x="186586" y="84907"/>
                  </a:cubicBezTo>
                  <a:lnTo>
                    <a:pt x="186586" y="105336"/>
                  </a:lnTo>
                  <a:cubicBezTo>
                    <a:pt x="210868" y="107889"/>
                    <a:pt x="230677" y="124488"/>
                    <a:pt x="238345" y="147470"/>
                  </a:cubicBezTo>
                  <a:lnTo>
                    <a:pt x="247291" y="147470"/>
                  </a:lnTo>
                  <a:cubicBezTo>
                    <a:pt x="251125" y="147470"/>
                    <a:pt x="253681" y="150024"/>
                    <a:pt x="253681" y="153854"/>
                  </a:cubicBezTo>
                  <a:cubicBezTo>
                    <a:pt x="253681" y="157684"/>
                    <a:pt x="251125" y="160238"/>
                    <a:pt x="247291" y="160238"/>
                  </a:cubicBezTo>
                  <a:lnTo>
                    <a:pt x="113741" y="160238"/>
                  </a:lnTo>
                  <a:cubicBezTo>
                    <a:pt x="109907" y="160238"/>
                    <a:pt x="107351" y="157684"/>
                    <a:pt x="107351" y="153854"/>
                  </a:cubicBezTo>
                  <a:cubicBezTo>
                    <a:pt x="107351" y="150024"/>
                    <a:pt x="110546" y="147470"/>
                    <a:pt x="113741" y="147470"/>
                  </a:cubicBezTo>
                  <a:close/>
                  <a:moveTo>
                    <a:pt x="93293" y="193435"/>
                  </a:moveTo>
                  <a:lnTo>
                    <a:pt x="121409" y="193435"/>
                  </a:lnTo>
                  <a:lnTo>
                    <a:pt x="121409" y="173006"/>
                  </a:lnTo>
                  <a:cubicBezTo>
                    <a:pt x="121409" y="169176"/>
                    <a:pt x="123965" y="166622"/>
                    <a:pt x="127799" y="166622"/>
                  </a:cubicBezTo>
                  <a:cubicBezTo>
                    <a:pt x="131633" y="166622"/>
                    <a:pt x="134189" y="169176"/>
                    <a:pt x="134189" y="173006"/>
                  </a:cubicBezTo>
                  <a:lnTo>
                    <a:pt x="134189" y="193435"/>
                  </a:lnTo>
                  <a:lnTo>
                    <a:pt x="156553" y="193435"/>
                  </a:lnTo>
                  <a:lnTo>
                    <a:pt x="156553" y="173006"/>
                  </a:lnTo>
                  <a:cubicBezTo>
                    <a:pt x="156553" y="169176"/>
                    <a:pt x="159110" y="166622"/>
                    <a:pt x="162943" y="166622"/>
                  </a:cubicBezTo>
                  <a:cubicBezTo>
                    <a:pt x="166777" y="166622"/>
                    <a:pt x="169333" y="169176"/>
                    <a:pt x="169333" y="173006"/>
                  </a:cubicBezTo>
                  <a:lnTo>
                    <a:pt x="169333" y="193435"/>
                  </a:lnTo>
                  <a:lnTo>
                    <a:pt x="191698" y="193435"/>
                  </a:lnTo>
                  <a:lnTo>
                    <a:pt x="191698" y="173006"/>
                  </a:lnTo>
                  <a:cubicBezTo>
                    <a:pt x="191698" y="169176"/>
                    <a:pt x="194254" y="166622"/>
                    <a:pt x="198088" y="166622"/>
                  </a:cubicBezTo>
                  <a:cubicBezTo>
                    <a:pt x="201922" y="166622"/>
                    <a:pt x="204478" y="169176"/>
                    <a:pt x="204478" y="173006"/>
                  </a:cubicBezTo>
                  <a:lnTo>
                    <a:pt x="204478" y="193435"/>
                  </a:lnTo>
                  <a:lnTo>
                    <a:pt x="226843" y="193435"/>
                  </a:lnTo>
                  <a:lnTo>
                    <a:pt x="226843" y="173006"/>
                  </a:lnTo>
                  <a:cubicBezTo>
                    <a:pt x="226843" y="169176"/>
                    <a:pt x="229399" y="166622"/>
                    <a:pt x="233233" y="166622"/>
                  </a:cubicBezTo>
                  <a:cubicBezTo>
                    <a:pt x="237067" y="166622"/>
                    <a:pt x="239623" y="169176"/>
                    <a:pt x="239623" y="173006"/>
                  </a:cubicBezTo>
                  <a:lnTo>
                    <a:pt x="239623" y="193435"/>
                  </a:lnTo>
                  <a:lnTo>
                    <a:pt x="267739" y="193435"/>
                  </a:lnTo>
                  <a:cubicBezTo>
                    <a:pt x="271572" y="193435"/>
                    <a:pt x="274128" y="195988"/>
                    <a:pt x="274128" y="199819"/>
                  </a:cubicBezTo>
                  <a:cubicBezTo>
                    <a:pt x="274128" y="203649"/>
                    <a:pt x="271572" y="206203"/>
                    <a:pt x="267739" y="206203"/>
                  </a:cubicBezTo>
                  <a:lnTo>
                    <a:pt x="92654" y="206203"/>
                  </a:lnTo>
                  <a:cubicBezTo>
                    <a:pt x="88820" y="206203"/>
                    <a:pt x="86264" y="203649"/>
                    <a:pt x="86264" y="199819"/>
                  </a:cubicBezTo>
                  <a:cubicBezTo>
                    <a:pt x="86264" y="195988"/>
                    <a:pt x="89459" y="193435"/>
                    <a:pt x="93293" y="193435"/>
                  </a:cubicBezTo>
                  <a:lnTo>
                    <a:pt x="93293" y="193435"/>
                  </a:lnTo>
                  <a:close/>
                  <a:moveTo>
                    <a:pt x="278602" y="282810"/>
                  </a:moveTo>
                  <a:lnTo>
                    <a:pt x="83708" y="282810"/>
                  </a:lnTo>
                  <a:cubicBezTo>
                    <a:pt x="79874" y="282810"/>
                    <a:pt x="77318" y="280257"/>
                    <a:pt x="77318" y="276426"/>
                  </a:cubicBezTo>
                  <a:cubicBezTo>
                    <a:pt x="77318" y="272596"/>
                    <a:pt x="79874" y="270042"/>
                    <a:pt x="83708" y="270042"/>
                  </a:cubicBezTo>
                  <a:lnTo>
                    <a:pt x="99044" y="270042"/>
                  </a:lnTo>
                  <a:lnTo>
                    <a:pt x="99044" y="219609"/>
                  </a:lnTo>
                  <a:cubicBezTo>
                    <a:pt x="99044" y="215779"/>
                    <a:pt x="101600" y="213225"/>
                    <a:pt x="105434" y="213225"/>
                  </a:cubicBezTo>
                  <a:cubicBezTo>
                    <a:pt x="109268" y="213225"/>
                    <a:pt x="111824" y="215779"/>
                    <a:pt x="111824" y="219609"/>
                  </a:cubicBezTo>
                  <a:lnTo>
                    <a:pt x="111824" y="270042"/>
                  </a:lnTo>
                  <a:lnTo>
                    <a:pt x="136745" y="270042"/>
                  </a:lnTo>
                  <a:lnTo>
                    <a:pt x="136745" y="219609"/>
                  </a:lnTo>
                  <a:cubicBezTo>
                    <a:pt x="136745" y="215779"/>
                    <a:pt x="139301" y="213225"/>
                    <a:pt x="143135" y="213225"/>
                  </a:cubicBezTo>
                  <a:cubicBezTo>
                    <a:pt x="146969" y="213225"/>
                    <a:pt x="149525" y="215779"/>
                    <a:pt x="149525" y="219609"/>
                  </a:cubicBezTo>
                  <a:lnTo>
                    <a:pt x="149525" y="270042"/>
                  </a:lnTo>
                  <a:lnTo>
                    <a:pt x="174445" y="270042"/>
                  </a:lnTo>
                  <a:lnTo>
                    <a:pt x="174445" y="219609"/>
                  </a:lnTo>
                  <a:cubicBezTo>
                    <a:pt x="174445" y="215779"/>
                    <a:pt x="177001" y="213225"/>
                    <a:pt x="180835" y="213225"/>
                  </a:cubicBezTo>
                  <a:cubicBezTo>
                    <a:pt x="184669" y="213225"/>
                    <a:pt x="187225" y="215779"/>
                    <a:pt x="187225" y="219609"/>
                  </a:cubicBezTo>
                  <a:lnTo>
                    <a:pt x="187225" y="270042"/>
                  </a:lnTo>
                  <a:lnTo>
                    <a:pt x="212146" y="270042"/>
                  </a:lnTo>
                  <a:lnTo>
                    <a:pt x="212146" y="219609"/>
                  </a:lnTo>
                  <a:cubicBezTo>
                    <a:pt x="212146" y="215779"/>
                    <a:pt x="214702" y="213225"/>
                    <a:pt x="218536" y="213225"/>
                  </a:cubicBezTo>
                  <a:cubicBezTo>
                    <a:pt x="222370" y="213225"/>
                    <a:pt x="224926" y="215779"/>
                    <a:pt x="224926" y="219609"/>
                  </a:cubicBezTo>
                  <a:lnTo>
                    <a:pt x="224926" y="270042"/>
                  </a:lnTo>
                  <a:lnTo>
                    <a:pt x="249847" y="270042"/>
                  </a:lnTo>
                  <a:lnTo>
                    <a:pt x="249847" y="219609"/>
                  </a:lnTo>
                  <a:cubicBezTo>
                    <a:pt x="249847" y="215779"/>
                    <a:pt x="252403" y="213225"/>
                    <a:pt x="256237" y="213225"/>
                  </a:cubicBezTo>
                  <a:cubicBezTo>
                    <a:pt x="260071" y="213225"/>
                    <a:pt x="262626" y="215779"/>
                    <a:pt x="262626" y="219609"/>
                  </a:cubicBezTo>
                  <a:lnTo>
                    <a:pt x="262626" y="270042"/>
                  </a:lnTo>
                  <a:lnTo>
                    <a:pt x="279240" y="270042"/>
                  </a:lnTo>
                  <a:cubicBezTo>
                    <a:pt x="283074" y="270042"/>
                    <a:pt x="285630" y="272596"/>
                    <a:pt x="285630" y="276426"/>
                  </a:cubicBezTo>
                  <a:cubicBezTo>
                    <a:pt x="285630" y="280257"/>
                    <a:pt x="281796" y="282810"/>
                    <a:pt x="278602" y="282810"/>
                  </a:cubicBezTo>
                  <a:lnTo>
                    <a:pt x="278602" y="282810"/>
                  </a:lnTo>
                  <a:close/>
                </a:path>
              </a:pathLst>
            </a:custGeom>
            <a:solidFill>
              <a:srgbClr val="0076A8"/>
            </a:solidFill>
            <a:ln w="6390" cap="flat">
              <a:noFill/>
              <a:prstDash val="solid"/>
              <a:miter/>
            </a:ln>
          </p:spPr>
          <p:txBody>
            <a:bodyPr rtlCol="0" anchor="ctr"/>
            <a:lstStyle/>
            <a:p>
              <a:endParaRPr lang="en-US"/>
            </a:p>
          </p:txBody>
        </p:sp>
      </p:grpSp>
      <p:grpSp>
        <p:nvGrpSpPr>
          <p:cNvPr id="400" name="Graphic 4">
            <a:extLst>
              <a:ext uri="{FF2B5EF4-FFF2-40B4-BE49-F238E27FC236}">
                <a16:creationId xmlns:a16="http://schemas.microsoft.com/office/drawing/2014/main" id="{E2DB94BC-2AE7-C34A-8AF3-A4E088805CAB}"/>
              </a:ext>
            </a:extLst>
          </p:cNvPr>
          <p:cNvGrpSpPr>
            <a:grpSpLocks noChangeAspect="1"/>
          </p:cNvGrpSpPr>
          <p:nvPr/>
        </p:nvGrpSpPr>
        <p:grpSpPr>
          <a:xfrm>
            <a:off x="9278827" y="3824168"/>
            <a:ext cx="362309" cy="361971"/>
            <a:chOff x="9278827" y="3824168"/>
            <a:chExt cx="362309" cy="361971"/>
          </a:xfrm>
          <a:solidFill>
            <a:srgbClr val="62B5E5"/>
          </a:solidFill>
        </p:grpSpPr>
        <p:sp>
          <p:nvSpPr>
            <p:cNvPr id="401" name="Graphic 4">
              <a:extLst>
                <a:ext uri="{FF2B5EF4-FFF2-40B4-BE49-F238E27FC236}">
                  <a16:creationId xmlns:a16="http://schemas.microsoft.com/office/drawing/2014/main" id="{7BCA2758-EF3F-D443-8536-FF349A9FF078}"/>
                </a:ext>
              </a:extLst>
            </p:cNvPr>
            <p:cNvSpPr/>
            <p:nvPr/>
          </p:nvSpPr>
          <p:spPr>
            <a:xfrm>
              <a:off x="9422601" y="4043138"/>
              <a:ext cx="27477" cy="12767"/>
            </a:xfrm>
            <a:custGeom>
              <a:avLst/>
              <a:gdLst>
                <a:gd name="connsiteX0" fmla="*/ 1917 w 27477"/>
                <a:gd name="connsiteY0" fmla="*/ 0 h 12767"/>
                <a:gd name="connsiteX1" fmla="*/ 0 w 27477"/>
                <a:gd name="connsiteY1" fmla="*/ 12768 h 12767"/>
                <a:gd name="connsiteX2" fmla="*/ 27477 w 27477"/>
                <a:gd name="connsiteY2" fmla="*/ 0 h 12767"/>
                <a:gd name="connsiteX3" fmla="*/ 1917 w 27477"/>
                <a:gd name="connsiteY3" fmla="*/ 0 h 12767"/>
              </a:gdLst>
              <a:ahLst/>
              <a:cxnLst>
                <a:cxn ang="0">
                  <a:pos x="connsiteX0" y="connsiteY0"/>
                </a:cxn>
                <a:cxn ang="0">
                  <a:pos x="connsiteX1" y="connsiteY1"/>
                </a:cxn>
                <a:cxn ang="0">
                  <a:pos x="connsiteX2" y="connsiteY2"/>
                </a:cxn>
                <a:cxn ang="0">
                  <a:pos x="connsiteX3" y="connsiteY3"/>
                </a:cxn>
              </a:cxnLst>
              <a:rect l="l" t="t" r="r" b="b"/>
              <a:pathLst>
                <a:path w="27477" h="12767">
                  <a:moveTo>
                    <a:pt x="1917" y="0"/>
                  </a:moveTo>
                  <a:cubicBezTo>
                    <a:pt x="1278" y="3830"/>
                    <a:pt x="639" y="8299"/>
                    <a:pt x="0" y="12768"/>
                  </a:cubicBezTo>
                  <a:cubicBezTo>
                    <a:pt x="8307" y="6384"/>
                    <a:pt x="17253" y="1915"/>
                    <a:pt x="27477" y="0"/>
                  </a:cubicBezTo>
                  <a:lnTo>
                    <a:pt x="1917" y="0"/>
                  </a:lnTo>
                  <a:close/>
                </a:path>
              </a:pathLst>
            </a:custGeom>
            <a:solidFill>
              <a:srgbClr val="62B5E5"/>
            </a:solidFill>
            <a:ln w="6390" cap="flat">
              <a:noFill/>
              <a:prstDash val="solid"/>
              <a:miter/>
            </a:ln>
          </p:spPr>
          <p:txBody>
            <a:bodyPr rtlCol="0" anchor="ctr"/>
            <a:lstStyle/>
            <a:p>
              <a:endParaRPr lang="en-US"/>
            </a:p>
          </p:txBody>
        </p:sp>
        <p:sp>
          <p:nvSpPr>
            <p:cNvPr id="402" name="Graphic 4">
              <a:extLst>
                <a:ext uri="{FF2B5EF4-FFF2-40B4-BE49-F238E27FC236}">
                  <a16:creationId xmlns:a16="http://schemas.microsoft.com/office/drawing/2014/main" id="{6DBD7A2D-4E0C-DE4B-9730-5A7A8748E5F9}"/>
                </a:ext>
              </a:extLst>
            </p:cNvPr>
            <p:cNvSpPr/>
            <p:nvPr/>
          </p:nvSpPr>
          <p:spPr>
            <a:xfrm>
              <a:off x="9425157" y="3983687"/>
              <a:ext cx="69011" cy="46683"/>
            </a:xfrm>
            <a:custGeom>
              <a:avLst/>
              <a:gdLst>
                <a:gd name="connsiteX0" fmla="*/ 639 w 69011"/>
                <a:gd name="connsiteY0" fmla="*/ 46684 h 46683"/>
                <a:gd name="connsiteX1" fmla="*/ 69012 w 69011"/>
                <a:gd name="connsiteY1" fmla="*/ 46684 h 46683"/>
                <a:gd name="connsiteX2" fmla="*/ 67733 w 69011"/>
                <a:gd name="connsiteY2" fmla="*/ 81 h 46683"/>
                <a:gd name="connsiteX3" fmla="*/ 0 w 69011"/>
                <a:gd name="connsiteY3" fmla="*/ 8380 h 46683"/>
                <a:gd name="connsiteX4" fmla="*/ 639 w 69011"/>
                <a:gd name="connsiteY4" fmla="*/ 46684 h 46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011" h="46683">
                  <a:moveTo>
                    <a:pt x="639" y="46684"/>
                  </a:moveTo>
                  <a:lnTo>
                    <a:pt x="69012" y="46684"/>
                  </a:lnTo>
                  <a:cubicBezTo>
                    <a:pt x="67094" y="31362"/>
                    <a:pt x="66456" y="15402"/>
                    <a:pt x="67733" y="81"/>
                  </a:cubicBezTo>
                  <a:cubicBezTo>
                    <a:pt x="44730" y="-558"/>
                    <a:pt x="22365" y="2634"/>
                    <a:pt x="0" y="8380"/>
                  </a:cubicBezTo>
                  <a:cubicBezTo>
                    <a:pt x="1278" y="21148"/>
                    <a:pt x="1917" y="33916"/>
                    <a:pt x="639" y="46684"/>
                  </a:cubicBezTo>
                  <a:close/>
                </a:path>
              </a:pathLst>
            </a:custGeom>
            <a:solidFill>
              <a:srgbClr val="62B5E5"/>
            </a:solidFill>
            <a:ln w="6390" cap="flat">
              <a:noFill/>
              <a:prstDash val="solid"/>
              <a:miter/>
            </a:ln>
          </p:spPr>
          <p:txBody>
            <a:bodyPr rtlCol="0" anchor="ctr"/>
            <a:lstStyle/>
            <a:p>
              <a:endParaRPr lang="en-US"/>
            </a:p>
          </p:txBody>
        </p:sp>
        <p:sp>
          <p:nvSpPr>
            <p:cNvPr id="403" name="Graphic 4">
              <a:extLst>
                <a:ext uri="{FF2B5EF4-FFF2-40B4-BE49-F238E27FC236}">
                  <a16:creationId xmlns:a16="http://schemas.microsoft.com/office/drawing/2014/main" id="{4DB52FCB-54BF-FF4F-8580-936CE8B46E6E}"/>
                </a:ext>
              </a:extLst>
            </p:cNvPr>
            <p:cNvSpPr/>
            <p:nvPr/>
          </p:nvSpPr>
          <p:spPr>
            <a:xfrm>
              <a:off x="9469247" y="4043138"/>
              <a:ext cx="29393" cy="13406"/>
            </a:xfrm>
            <a:custGeom>
              <a:avLst/>
              <a:gdLst>
                <a:gd name="connsiteX0" fmla="*/ 29394 w 29393"/>
                <a:gd name="connsiteY0" fmla="*/ 13406 h 13406"/>
                <a:gd name="connsiteX1" fmla="*/ 26199 w 29393"/>
                <a:gd name="connsiteY1" fmla="*/ 0 h 13406"/>
                <a:gd name="connsiteX2" fmla="*/ 0 w 29393"/>
                <a:gd name="connsiteY2" fmla="*/ 0 h 13406"/>
                <a:gd name="connsiteX3" fmla="*/ 29394 w 29393"/>
                <a:gd name="connsiteY3" fmla="*/ 13406 h 13406"/>
              </a:gdLst>
              <a:ahLst/>
              <a:cxnLst>
                <a:cxn ang="0">
                  <a:pos x="connsiteX0" y="connsiteY0"/>
                </a:cxn>
                <a:cxn ang="0">
                  <a:pos x="connsiteX1" y="connsiteY1"/>
                </a:cxn>
                <a:cxn ang="0">
                  <a:pos x="connsiteX2" y="connsiteY2"/>
                </a:cxn>
                <a:cxn ang="0">
                  <a:pos x="connsiteX3" y="connsiteY3"/>
                </a:cxn>
              </a:cxnLst>
              <a:rect l="l" t="t" r="r" b="b"/>
              <a:pathLst>
                <a:path w="29393" h="13406">
                  <a:moveTo>
                    <a:pt x="29394" y="13406"/>
                  </a:moveTo>
                  <a:cubicBezTo>
                    <a:pt x="28116" y="8937"/>
                    <a:pt x="27476" y="4469"/>
                    <a:pt x="26199" y="0"/>
                  </a:cubicBezTo>
                  <a:lnTo>
                    <a:pt x="0" y="0"/>
                  </a:lnTo>
                  <a:cubicBezTo>
                    <a:pt x="10863" y="2553"/>
                    <a:pt x="21086" y="7022"/>
                    <a:pt x="29394" y="13406"/>
                  </a:cubicBezTo>
                  <a:close/>
                </a:path>
              </a:pathLst>
            </a:custGeom>
            <a:solidFill>
              <a:srgbClr val="62B5E5"/>
            </a:solidFill>
            <a:ln w="6390" cap="flat">
              <a:noFill/>
              <a:prstDash val="solid"/>
              <a:miter/>
            </a:ln>
          </p:spPr>
          <p:txBody>
            <a:bodyPr rtlCol="0" anchor="ctr"/>
            <a:lstStyle/>
            <a:p>
              <a:endParaRPr lang="en-US"/>
            </a:p>
          </p:txBody>
        </p:sp>
        <p:sp>
          <p:nvSpPr>
            <p:cNvPr id="404" name="Graphic 4">
              <a:extLst>
                <a:ext uri="{FF2B5EF4-FFF2-40B4-BE49-F238E27FC236}">
                  <a16:creationId xmlns:a16="http://schemas.microsoft.com/office/drawing/2014/main" id="{48169148-935B-7243-96E9-A5FDC40D110E}"/>
                </a:ext>
              </a:extLst>
            </p:cNvPr>
            <p:cNvSpPr/>
            <p:nvPr/>
          </p:nvSpPr>
          <p:spPr>
            <a:xfrm>
              <a:off x="9278827" y="3824168"/>
              <a:ext cx="362309" cy="361971"/>
            </a:xfrm>
            <a:custGeom>
              <a:avLst/>
              <a:gdLst>
                <a:gd name="connsiteX0" fmla="*/ 181474 w 362309"/>
                <a:gd name="connsiteY0" fmla="*/ 0 h 361971"/>
                <a:gd name="connsiteX1" fmla="*/ 0 w 362309"/>
                <a:gd name="connsiteY1" fmla="*/ 180667 h 361971"/>
                <a:gd name="connsiteX2" fmla="*/ 180836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276685 w 362309"/>
                <a:gd name="connsiteY6" fmla="*/ 263020 h 361971"/>
                <a:gd name="connsiteX7" fmla="*/ 244735 w 362309"/>
                <a:gd name="connsiteY7" fmla="*/ 278341 h 361971"/>
                <a:gd name="connsiteX8" fmla="*/ 244096 w 362309"/>
                <a:gd name="connsiteY8" fmla="*/ 278341 h 361971"/>
                <a:gd name="connsiteX9" fmla="*/ 181474 w 362309"/>
                <a:gd name="connsiteY9" fmla="*/ 289833 h 361971"/>
                <a:gd name="connsiteX10" fmla="*/ 175084 w 362309"/>
                <a:gd name="connsiteY10" fmla="*/ 289833 h 361971"/>
                <a:gd name="connsiteX11" fmla="*/ 85625 w 362309"/>
                <a:gd name="connsiteY11" fmla="*/ 263020 h 361971"/>
                <a:gd name="connsiteX12" fmla="*/ 84986 w 362309"/>
                <a:gd name="connsiteY12" fmla="*/ 254082 h 361971"/>
                <a:gd name="connsiteX13" fmla="*/ 92015 w 362309"/>
                <a:gd name="connsiteY13" fmla="*/ 252167 h 361971"/>
                <a:gd name="connsiteX14" fmla="*/ 118853 w 362309"/>
                <a:gd name="connsiteY14" fmla="*/ 265574 h 361971"/>
                <a:gd name="connsiteX15" fmla="*/ 123965 w 362309"/>
                <a:gd name="connsiteY15" fmla="*/ 132787 h 361971"/>
                <a:gd name="connsiteX16" fmla="*/ 93293 w 362309"/>
                <a:gd name="connsiteY16" fmla="*/ 82992 h 361971"/>
                <a:gd name="connsiteX17" fmla="*/ 93293 w 362309"/>
                <a:gd name="connsiteY17" fmla="*/ 74054 h 361971"/>
                <a:gd name="connsiteX18" fmla="*/ 102239 w 362309"/>
                <a:gd name="connsiteY18" fmla="*/ 74054 h 361971"/>
                <a:gd name="connsiteX19" fmla="*/ 143135 w 362309"/>
                <a:gd name="connsiteY19" fmla="*/ 155769 h 361971"/>
                <a:gd name="connsiteX20" fmla="*/ 264544 w 362309"/>
                <a:gd name="connsiteY20" fmla="*/ 157684 h 361971"/>
                <a:gd name="connsiteX21" fmla="*/ 267739 w 362309"/>
                <a:gd name="connsiteY21" fmla="*/ 165984 h 361971"/>
                <a:gd name="connsiteX22" fmla="*/ 267739 w 362309"/>
                <a:gd name="connsiteY22" fmla="*/ 165984 h 361971"/>
                <a:gd name="connsiteX23" fmla="*/ 261987 w 362309"/>
                <a:gd name="connsiteY23" fmla="*/ 169814 h 361971"/>
                <a:gd name="connsiteX24" fmla="*/ 259431 w 362309"/>
                <a:gd name="connsiteY24" fmla="*/ 169176 h 361971"/>
                <a:gd name="connsiteX25" fmla="*/ 226204 w 362309"/>
                <a:gd name="connsiteY25" fmla="*/ 160238 h 361971"/>
                <a:gd name="connsiteX26" fmla="*/ 227482 w 362309"/>
                <a:gd name="connsiteY26" fmla="*/ 206203 h 361971"/>
                <a:gd name="connsiteX27" fmla="*/ 248569 w 362309"/>
                <a:gd name="connsiteY27" fmla="*/ 206203 h 361971"/>
                <a:gd name="connsiteX28" fmla="*/ 254959 w 362309"/>
                <a:gd name="connsiteY28" fmla="*/ 212587 h 361971"/>
                <a:gd name="connsiteX29" fmla="*/ 248569 w 362309"/>
                <a:gd name="connsiteY29" fmla="*/ 218971 h 361971"/>
                <a:gd name="connsiteX30" fmla="*/ 230677 w 362309"/>
                <a:gd name="connsiteY30" fmla="*/ 218971 h 361971"/>
                <a:gd name="connsiteX31" fmla="*/ 246013 w 362309"/>
                <a:gd name="connsiteY31" fmla="*/ 264297 h 361971"/>
                <a:gd name="connsiteX32" fmla="*/ 270295 w 362309"/>
                <a:gd name="connsiteY32" fmla="*/ 252167 h 361971"/>
                <a:gd name="connsiteX33" fmla="*/ 279241 w 362309"/>
                <a:gd name="connsiteY33" fmla="*/ 252806 h 361971"/>
                <a:gd name="connsiteX34" fmla="*/ 278601 w 362309"/>
                <a:gd name="connsiteY34" fmla="*/ 261743 h 361971"/>
                <a:gd name="connsiteX35" fmla="*/ 276685 w 362309"/>
                <a:gd name="connsiteY35" fmla="*/ 263020 h 361971"/>
                <a:gd name="connsiteX36" fmla="*/ 276685 w 362309"/>
                <a:gd name="connsiteY36" fmla="*/ 26302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309" h="361971">
                  <a:moveTo>
                    <a:pt x="181474" y="0"/>
                  </a:moveTo>
                  <a:cubicBezTo>
                    <a:pt x="81153" y="0"/>
                    <a:pt x="0" y="81076"/>
                    <a:pt x="0" y="180667"/>
                  </a:cubicBezTo>
                  <a:cubicBezTo>
                    <a:pt x="0" y="280895"/>
                    <a:pt x="81153" y="361971"/>
                    <a:pt x="180836" y="361971"/>
                  </a:cubicBezTo>
                  <a:cubicBezTo>
                    <a:pt x="281157" y="361971"/>
                    <a:pt x="362310" y="280895"/>
                    <a:pt x="362310" y="181305"/>
                  </a:cubicBezTo>
                  <a:cubicBezTo>
                    <a:pt x="362310" y="181305"/>
                    <a:pt x="362310" y="181305"/>
                    <a:pt x="362310" y="181305"/>
                  </a:cubicBezTo>
                  <a:cubicBezTo>
                    <a:pt x="362310" y="81076"/>
                    <a:pt x="281157" y="0"/>
                    <a:pt x="181474" y="0"/>
                  </a:cubicBezTo>
                  <a:close/>
                  <a:moveTo>
                    <a:pt x="276685" y="263020"/>
                  </a:moveTo>
                  <a:cubicBezTo>
                    <a:pt x="266461" y="269404"/>
                    <a:pt x="255597" y="274511"/>
                    <a:pt x="244735" y="278341"/>
                  </a:cubicBezTo>
                  <a:lnTo>
                    <a:pt x="244096" y="278341"/>
                  </a:lnTo>
                  <a:cubicBezTo>
                    <a:pt x="223648" y="286002"/>
                    <a:pt x="202561" y="289833"/>
                    <a:pt x="181474" y="289833"/>
                  </a:cubicBezTo>
                  <a:lnTo>
                    <a:pt x="175084" y="289833"/>
                  </a:lnTo>
                  <a:cubicBezTo>
                    <a:pt x="143774" y="288556"/>
                    <a:pt x="112463" y="279618"/>
                    <a:pt x="85625" y="263020"/>
                  </a:cubicBezTo>
                  <a:cubicBezTo>
                    <a:pt x="83069" y="260466"/>
                    <a:pt x="82430" y="256636"/>
                    <a:pt x="84986" y="254082"/>
                  </a:cubicBezTo>
                  <a:cubicBezTo>
                    <a:pt x="86903" y="252167"/>
                    <a:pt x="89459" y="251529"/>
                    <a:pt x="92015" y="252167"/>
                  </a:cubicBezTo>
                  <a:cubicBezTo>
                    <a:pt x="100322" y="257274"/>
                    <a:pt x="109268" y="261743"/>
                    <a:pt x="118853" y="265574"/>
                  </a:cubicBezTo>
                  <a:cubicBezTo>
                    <a:pt x="138022" y="218971"/>
                    <a:pt x="139940" y="174283"/>
                    <a:pt x="123965" y="132787"/>
                  </a:cubicBezTo>
                  <a:cubicBezTo>
                    <a:pt x="117575" y="114273"/>
                    <a:pt x="106712" y="97036"/>
                    <a:pt x="93293" y="82992"/>
                  </a:cubicBezTo>
                  <a:cubicBezTo>
                    <a:pt x="90738" y="80438"/>
                    <a:pt x="90738" y="76608"/>
                    <a:pt x="93293" y="74054"/>
                  </a:cubicBezTo>
                  <a:cubicBezTo>
                    <a:pt x="95849" y="71500"/>
                    <a:pt x="99683" y="71500"/>
                    <a:pt x="102239" y="74054"/>
                  </a:cubicBezTo>
                  <a:cubicBezTo>
                    <a:pt x="123326" y="97036"/>
                    <a:pt x="137384" y="125126"/>
                    <a:pt x="143135" y="155769"/>
                  </a:cubicBezTo>
                  <a:cubicBezTo>
                    <a:pt x="162943" y="150662"/>
                    <a:pt x="220453" y="137894"/>
                    <a:pt x="264544" y="157684"/>
                  </a:cubicBezTo>
                  <a:cubicBezTo>
                    <a:pt x="267739" y="158961"/>
                    <a:pt x="269016" y="162792"/>
                    <a:pt x="267739" y="165984"/>
                  </a:cubicBezTo>
                  <a:cubicBezTo>
                    <a:pt x="267739" y="165984"/>
                    <a:pt x="267739" y="165984"/>
                    <a:pt x="267739" y="165984"/>
                  </a:cubicBezTo>
                  <a:cubicBezTo>
                    <a:pt x="266461" y="168537"/>
                    <a:pt x="264544" y="169814"/>
                    <a:pt x="261987" y="169814"/>
                  </a:cubicBezTo>
                  <a:cubicBezTo>
                    <a:pt x="261349" y="169814"/>
                    <a:pt x="260071" y="169814"/>
                    <a:pt x="259431" y="169176"/>
                  </a:cubicBezTo>
                  <a:cubicBezTo>
                    <a:pt x="248569" y="164707"/>
                    <a:pt x="237706" y="161515"/>
                    <a:pt x="226204" y="160238"/>
                  </a:cubicBezTo>
                  <a:cubicBezTo>
                    <a:pt x="224926" y="175560"/>
                    <a:pt x="225565" y="190881"/>
                    <a:pt x="227482" y="206203"/>
                  </a:cubicBezTo>
                  <a:lnTo>
                    <a:pt x="248569" y="206203"/>
                  </a:lnTo>
                  <a:cubicBezTo>
                    <a:pt x="252403" y="206203"/>
                    <a:pt x="254959" y="208756"/>
                    <a:pt x="254959" y="212587"/>
                  </a:cubicBezTo>
                  <a:cubicBezTo>
                    <a:pt x="254959" y="216417"/>
                    <a:pt x="252403" y="218971"/>
                    <a:pt x="248569" y="218971"/>
                  </a:cubicBezTo>
                  <a:lnTo>
                    <a:pt x="230677" y="218971"/>
                  </a:lnTo>
                  <a:cubicBezTo>
                    <a:pt x="233872" y="234930"/>
                    <a:pt x="238984" y="250252"/>
                    <a:pt x="246013" y="264297"/>
                  </a:cubicBezTo>
                  <a:cubicBezTo>
                    <a:pt x="254320" y="261105"/>
                    <a:pt x="262626" y="256636"/>
                    <a:pt x="270295" y="252167"/>
                  </a:cubicBezTo>
                  <a:cubicBezTo>
                    <a:pt x="272851" y="249614"/>
                    <a:pt x="277323" y="250252"/>
                    <a:pt x="279241" y="252806"/>
                  </a:cubicBezTo>
                  <a:cubicBezTo>
                    <a:pt x="281796" y="255359"/>
                    <a:pt x="281157" y="259828"/>
                    <a:pt x="278601" y="261743"/>
                  </a:cubicBezTo>
                  <a:cubicBezTo>
                    <a:pt x="277962" y="262382"/>
                    <a:pt x="277323" y="263020"/>
                    <a:pt x="276685" y="263020"/>
                  </a:cubicBezTo>
                  <a:lnTo>
                    <a:pt x="276685" y="263020"/>
                  </a:lnTo>
                  <a:close/>
                </a:path>
              </a:pathLst>
            </a:custGeom>
            <a:solidFill>
              <a:srgbClr val="62B5E5"/>
            </a:solidFill>
            <a:ln w="6390" cap="flat">
              <a:noFill/>
              <a:prstDash val="solid"/>
              <a:miter/>
            </a:ln>
          </p:spPr>
          <p:txBody>
            <a:bodyPr rtlCol="0" anchor="ctr"/>
            <a:lstStyle/>
            <a:p>
              <a:endParaRPr lang="en-US"/>
            </a:p>
          </p:txBody>
        </p:sp>
        <p:sp>
          <p:nvSpPr>
            <p:cNvPr id="405" name="Graphic 4">
              <a:extLst>
                <a:ext uri="{FF2B5EF4-FFF2-40B4-BE49-F238E27FC236}">
                  <a16:creationId xmlns:a16="http://schemas.microsoft.com/office/drawing/2014/main" id="{0D4F9451-1699-284F-AC83-CA49DFF28825}"/>
                </a:ext>
              </a:extLst>
            </p:cNvPr>
            <p:cNvSpPr/>
            <p:nvPr/>
          </p:nvSpPr>
          <p:spPr>
            <a:xfrm>
              <a:off x="9409821" y="4055233"/>
              <a:ext cx="102238" cy="46094"/>
            </a:xfrm>
            <a:custGeom>
              <a:avLst/>
              <a:gdLst>
                <a:gd name="connsiteX0" fmla="*/ 97128 w 102238"/>
                <a:gd name="connsiteY0" fmla="*/ 26209 h 46094"/>
                <a:gd name="connsiteX1" fmla="*/ 47286 w 102238"/>
                <a:gd name="connsiteY1" fmla="*/ 34 h 46094"/>
                <a:gd name="connsiteX2" fmla="*/ 5112 w 102238"/>
                <a:gd name="connsiteY2" fmla="*/ 25570 h 46094"/>
                <a:gd name="connsiteX3" fmla="*/ 0 w 102238"/>
                <a:gd name="connsiteY3" fmla="*/ 38338 h 46094"/>
                <a:gd name="connsiteX4" fmla="*/ 44091 w 102238"/>
                <a:gd name="connsiteY4" fmla="*/ 45999 h 46094"/>
                <a:gd name="connsiteX5" fmla="*/ 102239 w 102238"/>
                <a:gd name="connsiteY5" fmla="*/ 37700 h 46094"/>
                <a:gd name="connsiteX6" fmla="*/ 97128 w 102238"/>
                <a:gd name="connsiteY6" fmla="*/ 26209 h 4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238" h="46094">
                  <a:moveTo>
                    <a:pt x="97128" y="26209"/>
                  </a:moveTo>
                  <a:cubicBezTo>
                    <a:pt x="80513" y="7695"/>
                    <a:pt x="63899" y="-604"/>
                    <a:pt x="47286" y="34"/>
                  </a:cubicBezTo>
                  <a:cubicBezTo>
                    <a:pt x="23643" y="1311"/>
                    <a:pt x="7668" y="22378"/>
                    <a:pt x="5112" y="25570"/>
                  </a:cubicBezTo>
                  <a:cubicBezTo>
                    <a:pt x="3834" y="30039"/>
                    <a:pt x="1917" y="33870"/>
                    <a:pt x="0" y="38338"/>
                  </a:cubicBezTo>
                  <a:cubicBezTo>
                    <a:pt x="14058" y="42807"/>
                    <a:pt x="29394" y="45361"/>
                    <a:pt x="44091" y="45999"/>
                  </a:cubicBezTo>
                  <a:cubicBezTo>
                    <a:pt x="63899" y="46638"/>
                    <a:pt x="83069" y="44084"/>
                    <a:pt x="102239" y="37700"/>
                  </a:cubicBezTo>
                  <a:cubicBezTo>
                    <a:pt x="100322" y="33870"/>
                    <a:pt x="99044" y="30039"/>
                    <a:pt x="97128" y="26209"/>
                  </a:cubicBezTo>
                  <a:close/>
                </a:path>
              </a:pathLst>
            </a:custGeom>
            <a:solidFill>
              <a:srgbClr val="62B5E5"/>
            </a:solidFill>
            <a:ln w="6390" cap="flat">
              <a:noFill/>
              <a:prstDash val="solid"/>
              <a:miter/>
            </a:ln>
          </p:spPr>
          <p:txBody>
            <a:bodyPr rtlCol="0" anchor="ctr"/>
            <a:lstStyle/>
            <a:p>
              <a:endParaRPr lang="en-US"/>
            </a:p>
          </p:txBody>
        </p:sp>
      </p:grpSp>
      <p:grpSp>
        <p:nvGrpSpPr>
          <p:cNvPr id="406" name="Graphic 4">
            <a:extLst>
              <a:ext uri="{FF2B5EF4-FFF2-40B4-BE49-F238E27FC236}">
                <a16:creationId xmlns:a16="http://schemas.microsoft.com/office/drawing/2014/main" id="{C3D16ABA-CE84-3D40-A03D-010F5E678449}"/>
              </a:ext>
            </a:extLst>
          </p:cNvPr>
          <p:cNvGrpSpPr>
            <a:grpSpLocks noChangeAspect="1"/>
          </p:cNvGrpSpPr>
          <p:nvPr/>
        </p:nvGrpSpPr>
        <p:grpSpPr>
          <a:xfrm>
            <a:off x="5708130" y="4308712"/>
            <a:ext cx="362313" cy="361971"/>
            <a:chOff x="5708130" y="4308712"/>
            <a:chExt cx="362313" cy="361971"/>
          </a:xfrm>
          <a:solidFill>
            <a:srgbClr val="00A3E0"/>
          </a:solidFill>
        </p:grpSpPr>
        <p:sp>
          <p:nvSpPr>
            <p:cNvPr id="407" name="Graphic 4">
              <a:extLst>
                <a:ext uri="{FF2B5EF4-FFF2-40B4-BE49-F238E27FC236}">
                  <a16:creationId xmlns:a16="http://schemas.microsoft.com/office/drawing/2014/main" id="{86715ACB-05D5-5D4C-BDDE-303E0D0CC294}"/>
                </a:ext>
              </a:extLst>
            </p:cNvPr>
            <p:cNvSpPr/>
            <p:nvPr/>
          </p:nvSpPr>
          <p:spPr>
            <a:xfrm>
              <a:off x="5708130" y="4308712"/>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lnTo>
                    <a:pt x="349530" y="180667"/>
                  </a:lnTo>
                  <a:cubicBezTo>
                    <a:pt x="350168" y="273873"/>
                    <a:pt x="274767" y="349204"/>
                    <a:pt x="181474" y="349204"/>
                  </a:cubicBezTo>
                  <a:lnTo>
                    <a:pt x="181474" y="349204"/>
                  </a:lnTo>
                  <a:close/>
                </a:path>
              </a:pathLst>
            </a:custGeom>
            <a:solidFill>
              <a:srgbClr val="00A3E0"/>
            </a:solidFill>
            <a:ln w="6390" cap="flat">
              <a:noFill/>
              <a:prstDash val="solid"/>
              <a:miter/>
            </a:ln>
          </p:spPr>
          <p:txBody>
            <a:bodyPr rtlCol="0" anchor="ctr"/>
            <a:lstStyle/>
            <a:p>
              <a:endParaRPr lang="en-US"/>
            </a:p>
          </p:txBody>
        </p:sp>
        <p:sp>
          <p:nvSpPr>
            <p:cNvPr id="408" name="Graphic 4">
              <a:extLst>
                <a:ext uri="{FF2B5EF4-FFF2-40B4-BE49-F238E27FC236}">
                  <a16:creationId xmlns:a16="http://schemas.microsoft.com/office/drawing/2014/main" id="{5BB1F4D6-A710-6F42-B164-4A6BC56BCD5B}"/>
                </a:ext>
              </a:extLst>
            </p:cNvPr>
            <p:cNvSpPr/>
            <p:nvPr/>
          </p:nvSpPr>
          <p:spPr>
            <a:xfrm>
              <a:off x="5834651" y="4445967"/>
              <a:ext cx="94571" cy="94482"/>
            </a:xfrm>
            <a:custGeom>
              <a:avLst/>
              <a:gdLst>
                <a:gd name="connsiteX0" fmla="*/ 47286 w 94571"/>
                <a:gd name="connsiteY0" fmla="*/ 0 h 94482"/>
                <a:gd name="connsiteX1" fmla="*/ 0 w 94571"/>
                <a:gd name="connsiteY1" fmla="*/ 47242 h 94482"/>
                <a:gd name="connsiteX2" fmla="*/ 47286 w 94571"/>
                <a:gd name="connsiteY2" fmla="*/ 94483 h 94482"/>
                <a:gd name="connsiteX3" fmla="*/ 94571 w 94571"/>
                <a:gd name="connsiteY3" fmla="*/ 47242 h 94482"/>
                <a:gd name="connsiteX4" fmla="*/ 94571 w 94571"/>
                <a:gd name="connsiteY4" fmla="*/ 47242 h 94482"/>
                <a:gd name="connsiteX5" fmla="*/ 47286 w 94571"/>
                <a:gd name="connsiteY5" fmla="*/ 0 h 94482"/>
                <a:gd name="connsiteX6" fmla="*/ 47286 w 94571"/>
                <a:gd name="connsiteY6" fmla="*/ 81715 h 94482"/>
                <a:gd name="connsiteX7" fmla="*/ 12780 w 94571"/>
                <a:gd name="connsiteY7" fmla="*/ 47242 h 94482"/>
                <a:gd name="connsiteX8" fmla="*/ 47286 w 94571"/>
                <a:gd name="connsiteY8" fmla="*/ 12768 h 94482"/>
                <a:gd name="connsiteX9" fmla="*/ 81792 w 94571"/>
                <a:gd name="connsiteY9" fmla="*/ 47242 h 94482"/>
                <a:gd name="connsiteX10" fmla="*/ 81792 w 94571"/>
                <a:gd name="connsiteY10" fmla="*/ 47242 h 94482"/>
                <a:gd name="connsiteX11" fmla="*/ 47286 w 94571"/>
                <a:gd name="connsiteY11" fmla="*/ 81715 h 94482"/>
                <a:gd name="connsiteX12" fmla="*/ 47286 w 94571"/>
                <a:gd name="connsiteY12" fmla="*/ 81715 h 94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1" h="94482">
                  <a:moveTo>
                    <a:pt x="47286" y="0"/>
                  </a:moveTo>
                  <a:cubicBezTo>
                    <a:pt x="21087" y="0"/>
                    <a:pt x="0" y="21067"/>
                    <a:pt x="0" y="47242"/>
                  </a:cubicBezTo>
                  <a:cubicBezTo>
                    <a:pt x="0" y="73416"/>
                    <a:pt x="21087" y="94483"/>
                    <a:pt x="47286" y="94483"/>
                  </a:cubicBezTo>
                  <a:cubicBezTo>
                    <a:pt x="73484" y="94483"/>
                    <a:pt x="94571" y="73416"/>
                    <a:pt x="94571" y="47242"/>
                  </a:cubicBezTo>
                  <a:lnTo>
                    <a:pt x="94571" y="47242"/>
                  </a:lnTo>
                  <a:cubicBezTo>
                    <a:pt x="94571" y="21067"/>
                    <a:pt x="73484" y="639"/>
                    <a:pt x="47286" y="0"/>
                  </a:cubicBezTo>
                  <a:close/>
                  <a:moveTo>
                    <a:pt x="47286" y="81715"/>
                  </a:moveTo>
                  <a:cubicBezTo>
                    <a:pt x="28116" y="81715"/>
                    <a:pt x="12780" y="66394"/>
                    <a:pt x="12780" y="47242"/>
                  </a:cubicBezTo>
                  <a:cubicBezTo>
                    <a:pt x="12780" y="28090"/>
                    <a:pt x="28116" y="12768"/>
                    <a:pt x="47286" y="12768"/>
                  </a:cubicBezTo>
                  <a:cubicBezTo>
                    <a:pt x="66456" y="12768"/>
                    <a:pt x="81792" y="28090"/>
                    <a:pt x="81792" y="47242"/>
                  </a:cubicBezTo>
                  <a:lnTo>
                    <a:pt x="81792" y="47242"/>
                  </a:lnTo>
                  <a:cubicBezTo>
                    <a:pt x="81792" y="66394"/>
                    <a:pt x="66456" y="81715"/>
                    <a:pt x="47286" y="81715"/>
                  </a:cubicBezTo>
                  <a:lnTo>
                    <a:pt x="47286" y="81715"/>
                  </a:lnTo>
                  <a:close/>
                </a:path>
              </a:pathLst>
            </a:custGeom>
            <a:solidFill>
              <a:srgbClr val="00A3E0"/>
            </a:solidFill>
            <a:ln w="6390" cap="flat">
              <a:noFill/>
              <a:prstDash val="solid"/>
              <a:miter/>
            </a:ln>
          </p:spPr>
          <p:txBody>
            <a:bodyPr rtlCol="0" anchor="ctr"/>
            <a:lstStyle/>
            <a:p>
              <a:endParaRPr lang="en-US"/>
            </a:p>
          </p:txBody>
        </p:sp>
        <p:sp>
          <p:nvSpPr>
            <p:cNvPr id="409" name="Graphic 4">
              <a:extLst>
                <a:ext uri="{FF2B5EF4-FFF2-40B4-BE49-F238E27FC236}">
                  <a16:creationId xmlns:a16="http://schemas.microsoft.com/office/drawing/2014/main" id="{00A569BD-04BC-BE4C-BF75-D1775B4E98DF}"/>
                </a:ext>
              </a:extLst>
            </p:cNvPr>
            <p:cNvSpPr/>
            <p:nvPr/>
          </p:nvSpPr>
          <p:spPr>
            <a:xfrm>
              <a:off x="5796311" y="4407663"/>
              <a:ext cx="211507" cy="164068"/>
            </a:xfrm>
            <a:custGeom>
              <a:avLst/>
              <a:gdLst>
                <a:gd name="connsiteX0" fmla="*/ 205117 w 211507"/>
                <a:gd name="connsiteY0" fmla="*/ 120019 h 164068"/>
                <a:gd name="connsiteX1" fmla="*/ 198727 w 211507"/>
                <a:gd name="connsiteY1" fmla="*/ 126403 h 164068"/>
                <a:gd name="connsiteX2" fmla="*/ 198727 w 211507"/>
                <a:gd name="connsiteY2" fmla="*/ 135979 h 164068"/>
                <a:gd name="connsiteX3" fmla="*/ 170611 w 211507"/>
                <a:gd name="connsiteY3" fmla="*/ 135979 h 164068"/>
                <a:gd name="connsiteX4" fmla="*/ 170611 w 211507"/>
                <a:gd name="connsiteY4" fmla="*/ 76608 h 164068"/>
                <a:gd name="connsiteX5" fmla="*/ 164861 w 211507"/>
                <a:gd name="connsiteY5" fmla="*/ 47880 h 164068"/>
                <a:gd name="connsiteX6" fmla="*/ 171889 w 211507"/>
                <a:gd name="connsiteY6" fmla="*/ 41496 h 164068"/>
                <a:gd name="connsiteX7" fmla="*/ 173168 w 211507"/>
                <a:gd name="connsiteY7" fmla="*/ 24898 h 164068"/>
                <a:gd name="connsiteX8" fmla="*/ 173168 w 211507"/>
                <a:gd name="connsiteY8" fmla="*/ 24898 h 164068"/>
                <a:gd name="connsiteX9" fmla="*/ 157193 w 211507"/>
                <a:gd name="connsiteY9" fmla="*/ 6384 h 164068"/>
                <a:gd name="connsiteX10" fmla="*/ 148886 w 211507"/>
                <a:gd name="connsiteY10" fmla="*/ 1915 h 164068"/>
                <a:gd name="connsiteX11" fmla="*/ 139940 w 211507"/>
                <a:gd name="connsiteY11" fmla="*/ 4469 h 164068"/>
                <a:gd name="connsiteX12" fmla="*/ 132911 w 211507"/>
                <a:gd name="connsiteY12" fmla="*/ 10853 h 164068"/>
                <a:gd name="connsiteX13" fmla="*/ 93293 w 211507"/>
                <a:gd name="connsiteY13" fmla="*/ 0 h 164068"/>
                <a:gd name="connsiteX14" fmla="*/ 76679 w 211507"/>
                <a:gd name="connsiteY14" fmla="*/ 0 h 164068"/>
                <a:gd name="connsiteX15" fmla="*/ 0 w 211507"/>
                <a:gd name="connsiteY15" fmla="*/ 76608 h 164068"/>
                <a:gd name="connsiteX16" fmla="*/ 0 w 211507"/>
                <a:gd name="connsiteY16" fmla="*/ 150024 h 164068"/>
                <a:gd name="connsiteX17" fmla="*/ 14058 w 211507"/>
                <a:gd name="connsiteY17" fmla="*/ 164068 h 164068"/>
                <a:gd name="connsiteX18" fmla="*/ 156553 w 211507"/>
                <a:gd name="connsiteY18" fmla="*/ 164068 h 164068"/>
                <a:gd name="connsiteX19" fmla="*/ 170611 w 211507"/>
                <a:gd name="connsiteY19" fmla="*/ 150024 h 164068"/>
                <a:gd name="connsiteX20" fmla="*/ 170611 w 211507"/>
                <a:gd name="connsiteY20" fmla="*/ 148747 h 164068"/>
                <a:gd name="connsiteX21" fmla="*/ 205117 w 211507"/>
                <a:gd name="connsiteY21" fmla="*/ 148747 h 164068"/>
                <a:gd name="connsiteX22" fmla="*/ 211507 w 211507"/>
                <a:gd name="connsiteY22" fmla="*/ 142363 h 164068"/>
                <a:gd name="connsiteX23" fmla="*/ 211507 w 211507"/>
                <a:gd name="connsiteY23" fmla="*/ 126403 h 164068"/>
                <a:gd name="connsiteX24" fmla="*/ 205117 w 211507"/>
                <a:gd name="connsiteY24" fmla="*/ 120019 h 164068"/>
                <a:gd name="connsiteX25" fmla="*/ 205117 w 211507"/>
                <a:gd name="connsiteY25" fmla="*/ 120019 h 164068"/>
                <a:gd name="connsiteX26" fmla="*/ 148886 w 211507"/>
                <a:gd name="connsiteY26" fmla="*/ 15322 h 164068"/>
                <a:gd name="connsiteX27" fmla="*/ 163583 w 211507"/>
                <a:gd name="connsiteY27" fmla="*/ 33197 h 164068"/>
                <a:gd name="connsiteX28" fmla="*/ 159110 w 211507"/>
                <a:gd name="connsiteY28" fmla="*/ 37027 h 164068"/>
                <a:gd name="connsiteX29" fmla="*/ 144413 w 211507"/>
                <a:gd name="connsiteY29" fmla="*/ 19152 h 164068"/>
                <a:gd name="connsiteX30" fmla="*/ 148886 w 211507"/>
                <a:gd name="connsiteY30" fmla="*/ 15322 h 164068"/>
                <a:gd name="connsiteX31" fmla="*/ 158471 w 211507"/>
                <a:gd name="connsiteY31" fmla="*/ 150024 h 164068"/>
                <a:gd name="connsiteX32" fmla="*/ 157193 w 211507"/>
                <a:gd name="connsiteY32" fmla="*/ 151300 h 164068"/>
                <a:gd name="connsiteX33" fmla="*/ 14697 w 211507"/>
                <a:gd name="connsiteY33" fmla="*/ 151300 h 164068"/>
                <a:gd name="connsiteX34" fmla="*/ 13419 w 211507"/>
                <a:gd name="connsiteY34" fmla="*/ 150024 h 164068"/>
                <a:gd name="connsiteX35" fmla="*/ 13419 w 211507"/>
                <a:gd name="connsiteY35" fmla="*/ 76608 h 164068"/>
                <a:gd name="connsiteX36" fmla="*/ 77318 w 211507"/>
                <a:gd name="connsiteY36" fmla="*/ 12768 h 164068"/>
                <a:gd name="connsiteX37" fmla="*/ 93932 w 211507"/>
                <a:gd name="connsiteY37" fmla="*/ 12768 h 164068"/>
                <a:gd name="connsiteX38" fmla="*/ 157832 w 211507"/>
                <a:gd name="connsiteY38" fmla="*/ 76608 h 164068"/>
                <a:gd name="connsiteX39" fmla="*/ 158471 w 211507"/>
                <a:gd name="connsiteY39" fmla="*/ 150024 h 16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11507" h="164068">
                  <a:moveTo>
                    <a:pt x="205117" y="120019"/>
                  </a:moveTo>
                  <a:cubicBezTo>
                    <a:pt x="201283" y="120019"/>
                    <a:pt x="198727" y="122573"/>
                    <a:pt x="198727" y="126403"/>
                  </a:cubicBezTo>
                  <a:lnTo>
                    <a:pt x="198727" y="135979"/>
                  </a:lnTo>
                  <a:lnTo>
                    <a:pt x="170611" y="135979"/>
                  </a:lnTo>
                  <a:lnTo>
                    <a:pt x="170611" y="76608"/>
                  </a:lnTo>
                  <a:cubicBezTo>
                    <a:pt x="170611" y="67032"/>
                    <a:pt x="168695" y="56818"/>
                    <a:pt x="164861" y="47880"/>
                  </a:cubicBezTo>
                  <a:lnTo>
                    <a:pt x="171889" y="41496"/>
                  </a:lnTo>
                  <a:cubicBezTo>
                    <a:pt x="177001" y="37027"/>
                    <a:pt x="177641" y="30005"/>
                    <a:pt x="173168" y="24898"/>
                  </a:cubicBezTo>
                  <a:cubicBezTo>
                    <a:pt x="173168" y="24898"/>
                    <a:pt x="173168" y="24898"/>
                    <a:pt x="173168" y="24898"/>
                  </a:cubicBezTo>
                  <a:lnTo>
                    <a:pt x="157193" y="6384"/>
                  </a:lnTo>
                  <a:cubicBezTo>
                    <a:pt x="155276" y="3831"/>
                    <a:pt x="152081" y="2554"/>
                    <a:pt x="148886" y="1915"/>
                  </a:cubicBezTo>
                  <a:cubicBezTo>
                    <a:pt x="145691" y="1915"/>
                    <a:pt x="142496" y="2554"/>
                    <a:pt x="139940" y="4469"/>
                  </a:cubicBezTo>
                  <a:lnTo>
                    <a:pt x="132911" y="10853"/>
                  </a:lnTo>
                  <a:cubicBezTo>
                    <a:pt x="120770" y="3831"/>
                    <a:pt x="107351" y="0"/>
                    <a:pt x="93293" y="0"/>
                  </a:cubicBezTo>
                  <a:lnTo>
                    <a:pt x="76679" y="0"/>
                  </a:lnTo>
                  <a:cubicBezTo>
                    <a:pt x="34506" y="0"/>
                    <a:pt x="0" y="34474"/>
                    <a:pt x="0" y="76608"/>
                  </a:cubicBezTo>
                  <a:lnTo>
                    <a:pt x="0" y="150024"/>
                  </a:lnTo>
                  <a:cubicBezTo>
                    <a:pt x="0" y="157684"/>
                    <a:pt x="6390" y="164068"/>
                    <a:pt x="14058" y="164068"/>
                  </a:cubicBezTo>
                  <a:lnTo>
                    <a:pt x="156553" y="164068"/>
                  </a:lnTo>
                  <a:cubicBezTo>
                    <a:pt x="164221" y="164068"/>
                    <a:pt x="170611" y="157684"/>
                    <a:pt x="170611" y="150024"/>
                  </a:cubicBezTo>
                  <a:lnTo>
                    <a:pt x="170611" y="148747"/>
                  </a:lnTo>
                  <a:lnTo>
                    <a:pt x="205117" y="148747"/>
                  </a:lnTo>
                  <a:cubicBezTo>
                    <a:pt x="208951" y="148747"/>
                    <a:pt x="211507" y="146193"/>
                    <a:pt x="211507" y="142363"/>
                  </a:cubicBezTo>
                  <a:lnTo>
                    <a:pt x="211507" y="126403"/>
                  </a:lnTo>
                  <a:cubicBezTo>
                    <a:pt x="211507" y="122573"/>
                    <a:pt x="208951" y="120019"/>
                    <a:pt x="205117" y="120019"/>
                  </a:cubicBezTo>
                  <a:cubicBezTo>
                    <a:pt x="205117" y="120019"/>
                    <a:pt x="205117" y="120019"/>
                    <a:pt x="205117" y="120019"/>
                  </a:cubicBezTo>
                  <a:close/>
                  <a:moveTo>
                    <a:pt x="148886" y="15322"/>
                  </a:moveTo>
                  <a:lnTo>
                    <a:pt x="163583" y="33197"/>
                  </a:lnTo>
                  <a:lnTo>
                    <a:pt x="159110" y="37027"/>
                  </a:lnTo>
                  <a:cubicBezTo>
                    <a:pt x="155276" y="30643"/>
                    <a:pt x="150164" y="24259"/>
                    <a:pt x="144413" y="19152"/>
                  </a:cubicBezTo>
                  <a:lnTo>
                    <a:pt x="148886" y="15322"/>
                  </a:lnTo>
                  <a:close/>
                  <a:moveTo>
                    <a:pt x="158471" y="150024"/>
                  </a:moveTo>
                  <a:cubicBezTo>
                    <a:pt x="158471" y="150662"/>
                    <a:pt x="157832" y="151300"/>
                    <a:pt x="157193" y="151300"/>
                  </a:cubicBezTo>
                  <a:lnTo>
                    <a:pt x="14697" y="151300"/>
                  </a:lnTo>
                  <a:cubicBezTo>
                    <a:pt x="14058" y="151300"/>
                    <a:pt x="13419" y="150662"/>
                    <a:pt x="13419" y="150024"/>
                  </a:cubicBezTo>
                  <a:lnTo>
                    <a:pt x="13419" y="76608"/>
                  </a:lnTo>
                  <a:cubicBezTo>
                    <a:pt x="13419" y="41496"/>
                    <a:pt x="42174" y="12768"/>
                    <a:pt x="77318" y="12768"/>
                  </a:cubicBezTo>
                  <a:lnTo>
                    <a:pt x="93932" y="12768"/>
                  </a:lnTo>
                  <a:cubicBezTo>
                    <a:pt x="129077" y="12768"/>
                    <a:pt x="157832" y="41496"/>
                    <a:pt x="157832" y="76608"/>
                  </a:cubicBezTo>
                  <a:lnTo>
                    <a:pt x="158471" y="150024"/>
                  </a:lnTo>
                  <a:close/>
                </a:path>
              </a:pathLst>
            </a:custGeom>
            <a:solidFill>
              <a:srgbClr val="00A3E0"/>
            </a:solidFill>
            <a:ln w="6390" cap="flat">
              <a:noFill/>
              <a:prstDash val="solid"/>
              <a:miter/>
            </a:ln>
          </p:spPr>
          <p:txBody>
            <a:bodyPr rtlCol="0" anchor="ctr"/>
            <a:lstStyle/>
            <a:p>
              <a:endParaRPr lang="en-US"/>
            </a:p>
          </p:txBody>
        </p:sp>
      </p:grpSp>
      <p:grpSp>
        <p:nvGrpSpPr>
          <p:cNvPr id="410" name="Graphic 4">
            <a:extLst>
              <a:ext uri="{FF2B5EF4-FFF2-40B4-BE49-F238E27FC236}">
                <a16:creationId xmlns:a16="http://schemas.microsoft.com/office/drawing/2014/main" id="{D63F7EBE-3F73-4048-A3E9-0FBD01F85005}"/>
              </a:ext>
            </a:extLst>
          </p:cNvPr>
          <p:cNvGrpSpPr>
            <a:grpSpLocks noChangeAspect="1"/>
          </p:cNvGrpSpPr>
          <p:nvPr/>
        </p:nvGrpSpPr>
        <p:grpSpPr>
          <a:xfrm>
            <a:off x="6753524" y="918179"/>
            <a:ext cx="361674" cy="361971"/>
            <a:chOff x="6753524" y="918179"/>
            <a:chExt cx="361674" cy="361971"/>
          </a:xfrm>
          <a:solidFill>
            <a:srgbClr val="00A3E0"/>
          </a:solidFill>
        </p:grpSpPr>
        <p:sp>
          <p:nvSpPr>
            <p:cNvPr id="411" name="Graphic 4">
              <a:extLst>
                <a:ext uri="{FF2B5EF4-FFF2-40B4-BE49-F238E27FC236}">
                  <a16:creationId xmlns:a16="http://schemas.microsoft.com/office/drawing/2014/main" id="{339D455F-69FA-724A-806D-99D9DDC111C9}"/>
                </a:ext>
              </a:extLst>
            </p:cNvPr>
            <p:cNvSpPr/>
            <p:nvPr/>
          </p:nvSpPr>
          <p:spPr>
            <a:xfrm>
              <a:off x="6753524" y="918179"/>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2309" y="81077"/>
                    <a:pt x="281157" y="0"/>
                    <a:pt x="180835" y="0"/>
                  </a:cubicBezTo>
                  <a:cubicBezTo>
                    <a:pt x="181474" y="0"/>
                    <a:pt x="181474" y="0"/>
                    <a:pt x="180835" y="0"/>
                  </a:cubicBezTo>
                  <a:close/>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lnTo>
                    <a:pt x="348890" y="180667"/>
                  </a:lnTo>
                  <a:cubicBezTo>
                    <a:pt x="349529" y="273873"/>
                    <a:pt x="274128"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412" name="Graphic 4">
              <a:extLst>
                <a:ext uri="{FF2B5EF4-FFF2-40B4-BE49-F238E27FC236}">
                  <a16:creationId xmlns:a16="http://schemas.microsoft.com/office/drawing/2014/main" id="{CF208C03-48C6-704C-98F4-551C8D404C13}"/>
                </a:ext>
              </a:extLst>
            </p:cNvPr>
            <p:cNvSpPr/>
            <p:nvPr/>
          </p:nvSpPr>
          <p:spPr>
            <a:xfrm>
              <a:off x="6826993" y="992396"/>
              <a:ext cx="214147" cy="216253"/>
            </a:xfrm>
            <a:custGeom>
              <a:avLst/>
              <a:gdLst>
                <a:gd name="connsiteX0" fmla="*/ 203215 w 214147"/>
                <a:gd name="connsiteY0" fmla="*/ 165182 h 216253"/>
                <a:gd name="connsiteX1" fmla="*/ 203215 w 214147"/>
                <a:gd name="connsiteY1" fmla="*/ 85382 h 216253"/>
                <a:gd name="connsiteX2" fmla="*/ 181490 w 214147"/>
                <a:gd name="connsiteY2" fmla="*/ 63677 h 216253"/>
                <a:gd name="connsiteX3" fmla="*/ 148901 w 214147"/>
                <a:gd name="connsiteY3" fmla="*/ 63677 h 216253"/>
                <a:gd name="connsiteX4" fmla="*/ 127176 w 214147"/>
                <a:gd name="connsiteY4" fmla="*/ 85382 h 216253"/>
                <a:gd name="connsiteX5" fmla="*/ 127176 w 214147"/>
                <a:gd name="connsiteY5" fmla="*/ 101981 h 216253"/>
                <a:gd name="connsiteX6" fmla="*/ 54969 w 214147"/>
                <a:gd name="connsiteY6" fmla="*/ 2390 h 216253"/>
                <a:gd name="connsiteX7" fmla="*/ 46023 w 214147"/>
                <a:gd name="connsiteY7" fmla="*/ 1114 h 216253"/>
                <a:gd name="connsiteX8" fmla="*/ 28771 w 214147"/>
                <a:gd name="connsiteY8" fmla="*/ 12605 h 216253"/>
                <a:gd name="connsiteX9" fmla="*/ 26853 w 214147"/>
                <a:gd name="connsiteY9" fmla="*/ 20904 h 216253"/>
                <a:gd name="connsiteX10" fmla="*/ 30048 w 214147"/>
                <a:gd name="connsiteY10" fmla="*/ 27288 h 216253"/>
                <a:gd name="connsiteX11" fmla="*/ 30048 w 214147"/>
                <a:gd name="connsiteY11" fmla="*/ 121771 h 216253"/>
                <a:gd name="connsiteX12" fmla="*/ 655 w 214147"/>
                <a:gd name="connsiteY12" fmla="*/ 163905 h 216253"/>
                <a:gd name="connsiteX13" fmla="*/ 42828 w 214147"/>
                <a:gd name="connsiteY13" fmla="*/ 193271 h 216253"/>
                <a:gd name="connsiteX14" fmla="*/ 72222 w 214147"/>
                <a:gd name="connsiteY14" fmla="*/ 151137 h 216253"/>
                <a:gd name="connsiteX15" fmla="*/ 42828 w 214147"/>
                <a:gd name="connsiteY15" fmla="*/ 121771 h 216253"/>
                <a:gd name="connsiteX16" fmla="*/ 42828 w 214147"/>
                <a:gd name="connsiteY16" fmla="*/ 52824 h 216253"/>
                <a:gd name="connsiteX17" fmla="*/ 92670 w 214147"/>
                <a:gd name="connsiteY17" fmla="*/ 153052 h 216253"/>
                <a:gd name="connsiteX18" fmla="*/ 98421 w 214147"/>
                <a:gd name="connsiteY18" fmla="*/ 156883 h 216253"/>
                <a:gd name="connsiteX19" fmla="*/ 127176 w 214147"/>
                <a:gd name="connsiteY19" fmla="*/ 156883 h 216253"/>
                <a:gd name="connsiteX20" fmla="*/ 127176 w 214147"/>
                <a:gd name="connsiteY20" fmla="*/ 161990 h 216253"/>
                <a:gd name="connsiteX21" fmla="*/ 106727 w 214147"/>
                <a:gd name="connsiteY21" fmla="*/ 161990 h 216253"/>
                <a:gd name="connsiteX22" fmla="*/ 81168 w 214147"/>
                <a:gd name="connsiteY22" fmla="*/ 190718 h 216253"/>
                <a:gd name="connsiteX23" fmla="*/ 106727 w 214147"/>
                <a:gd name="connsiteY23" fmla="*/ 216254 h 216253"/>
                <a:gd name="connsiteX24" fmla="*/ 187241 w 214147"/>
                <a:gd name="connsiteY24" fmla="*/ 216254 h 216253"/>
                <a:gd name="connsiteX25" fmla="*/ 214079 w 214147"/>
                <a:gd name="connsiteY25" fmla="*/ 189441 h 216253"/>
                <a:gd name="connsiteX26" fmla="*/ 203215 w 214147"/>
                <a:gd name="connsiteY26" fmla="*/ 165182 h 216253"/>
                <a:gd name="connsiteX27" fmla="*/ 60720 w 214147"/>
                <a:gd name="connsiteY27" fmla="*/ 156883 h 216253"/>
                <a:gd name="connsiteX28" fmla="*/ 37077 w 214147"/>
                <a:gd name="connsiteY28" fmla="*/ 180504 h 216253"/>
                <a:gd name="connsiteX29" fmla="*/ 13435 w 214147"/>
                <a:gd name="connsiteY29" fmla="*/ 156883 h 216253"/>
                <a:gd name="connsiteX30" fmla="*/ 37077 w 214147"/>
                <a:gd name="connsiteY30" fmla="*/ 133262 h 216253"/>
                <a:gd name="connsiteX31" fmla="*/ 37717 w 214147"/>
                <a:gd name="connsiteY31" fmla="*/ 133262 h 216253"/>
                <a:gd name="connsiteX32" fmla="*/ 60720 w 214147"/>
                <a:gd name="connsiteY32" fmla="*/ 156883 h 216253"/>
                <a:gd name="connsiteX33" fmla="*/ 60720 w 214147"/>
                <a:gd name="connsiteY33" fmla="*/ 156883 h 216253"/>
                <a:gd name="connsiteX34" fmla="*/ 92670 w 214147"/>
                <a:gd name="connsiteY34" fmla="*/ 121771 h 216253"/>
                <a:gd name="connsiteX35" fmla="*/ 86919 w 214147"/>
                <a:gd name="connsiteY35" fmla="*/ 110918 h 216253"/>
                <a:gd name="connsiteX36" fmla="*/ 99060 w 214147"/>
                <a:gd name="connsiteY36" fmla="*/ 103896 h 216253"/>
                <a:gd name="connsiteX37" fmla="*/ 92670 w 214147"/>
                <a:gd name="connsiteY37" fmla="*/ 121771 h 216253"/>
                <a:gd name="connsiteX38" fmla="*/ 72222 w 214147"/>
                <a:gd name="connsiteY38" fmla="*/ 81552 h 216253"/>
                <a:gd name="connsiteX39" fmla="*/ 81168 w 214147"/>
                <a:gd name="connsiteY39" fmla="*/ 76445 h 216253"/>
                <a:gd name="connsiteX40" fmla="*/ 77334 w 214147"/>
                <a:gd name="connsiteY40" fmla="*/ 91128 h 216253"/>
                <a:gd name="connsiteX41" fmla="*/ 72222 w 214147"/>
                <a:gd name="connsiteY41" fmla="*/ 81552 h 216253"/>
                <a:gd name="connsiteX42" fmla="*/ 58164 w 214147"/>
                <a:gd name="connsiteY42" fmla="*/ 52824 h 216253"/>
                <a:gd name="connsiteX43" fmla="*/ 63915 w 214147"/>
                <a:gd name="connsiteY43" fmla="*/ 49632 h 216253"/>
                <a:gd name="connsiteX44" fmla="*/ 61998 w 214147"/>
                <a:gd name="connsiteY44" fmla="*/ 59846 h 216253"/>
                <a:gd name="connsiteX45" fmla="*/ 58164 w 214147"/>
                <a:gd name="connsiteY45" fmla="*/ 52824 h 216253"/>
                <a:gd name="connsiteX46" fmla="*/ 60081 w 214147"/>
                <a:gd name="connsiteY46" fmla="*/ 30480 h 216253"/>
                <a:gd name="connsiteX47" fmla="*/ 63276 w 214147"/>
                <a:gd name="connsiteY47" fmla="*/ 34949 h 216253"/>
                <a:gd name="connsiteX48" fmla="*/ 58164 w 214147"/>
                <a:gd name="connsiteY48" fmla="*/ 37502 h 216253"/>
                <a:gd name="connsiteX49" fmla="*/ 60081 w 214147"/>
                <a:gd name="connsiteY49" fmla="*/ 30480 h 216253"/>
                <a:gd name="connsiteX50" fmla="*/ 82446 w 214147"/>
                <a:gd name="connsiteY50" fmla="*/ 60485 h 216253"/>
                <a:gd name="connsiteX51" fmla="*/ 73500 w 214147"/>
                <a:gd name="connsiteY51" fmla="*/ 65592 h 216253"/>
                <a:gd name="connsiteX52" fmla="*/ 76056 w 214147"/>
                <a:gd name="connsiteY52" fmla="*/ 51547 h 216253"/>
                <a:gd name="connsiteX53" fmla="*/ 82446 w 214147"/>
                <a:gd name="connsiteY53" fmla="*/ 60485 h 216253"/>
                <a:gd name="connsiteX54" fmla="*/ 89475 w 214147"/>
                <a:gd name="connsiteY54" fmla="*/ 94958 h 216253"/>
                <a:gd name="connsiteX55" fmla="*/ 93948 w 214147"/>
                <a:gd name="connsiteY55" fmla="*/ 77083 h 216253"/>
                <a:gd name="connsiteX56" fmla="*/ 101616 w 214147"/>
                <a:gd name="connsiteY56" fmla="*/ 87297 h 216253"/>
                <a:gd name="connsiteX57" fmla="*/ 89475 w 214147"/>
                <a:gd name="connsiteY57" fmla="*/ 94958 h 216253"/>
                <a:gd name="connsiteX58" fmla="*/ 113117 w 214147"/>
                <a:gd name="connsiteY58" fmla="*/ 103257 h 216253"/>
                <a:gd name="connsiteX59" fmla="*/ 121425 w 214147"/>
                <a:gd name="connsiteY59" fmla="*/ 114748 h 216253"/>
                <a:gd name="connsiteX60" fmla="*/ 105450 w 214147"/>
                <a:gd name="connsiteY60" fmla="*/ 123686 h 216253"/>
                <a:gd name="connsiteX61" fmla="*/ 113117 w 214147"/>
                <a:gd name="connsiteY61" fmla="*/ 103257 h 216253"/>
                <a:gd name="connsiteX62" fmla="*/ 48579 w 214147"/>
                <a:gd name="connsiteY62" fmla="*/ 13882 h 216253"/>
                <a:gd name="connsiteX63" fmla="*/ 49857 w 214147"/>
                <a:gd name="connsiteY63" fmla="*/ 15797 h 216253"/>
                <a:gd name="connsiteX64" fmla="*/ 47302 w 214147"/>
                <a:gd name="connsiteY64" fmla="*/ 30480 h 216253"/>
                <a:gd name="connsiteX65" fmla="*/ 41550 w 214147"/>
                <a:gd name="connsiteY65" fmla="*/ 18989 h 216253"/>
                <a:gd name="connsiteX66" fmla="*/ 48579 w 214147"/>
                <a:gd name="connsiteY66" fmla="*/ 13882 h 216253"/>
                <a:gd name="connsiteX67" fmla="*/ 102894 w 214147"/>
                <a:gd name="connsiteY67" fmla="*/ 142200 h 216253"/>
                <a:gd name="connsiteX68" fmla="*/ 102255 w 214147"/>
                <a:gd name="connsiteY68" fmla="*/ 140923 h 216253"/>
                <a:gd name="connsiteX69" fmla="*/ 127815 w 214147"/>
                <a:gd name="connsiteY69" fmla="*/ 126240 h 216253"/>
                <a:gd name="connsiteX70" fmla="*/ 127815 w 214147"/>
                <a:gd name="connsiteY70" fmla="*/ 142838 h 216253"/>
                <a:gd name="connsiteX71" fmla="*/ 102894 w 214147"/>
                <a:gd name="connsiteY71" fmla="*/ 142200 h 216253"/>
                <a:gd name="connsiteX72" fmla="*/ 140594 w 214147"/>
                <a:gd name="connsiteY72" fmla="*/ 148584 h 216253"/>
                <a:gd name="connsiteX73" fmla="*/ 140594 w 214147"/>
                <a:gd name="connsiteY73" fmla="*/ 84744 h 216253"/>
                <a:gd name="connsiteX74" fmla="*/ 149541 w 214147"/>
                <a:gd name="connsiteY74" fmla="*/ 75806 h 216253"/>
                <a:gd name="connsiteX75" fmla="*/ 182129 w 214147"/>
                <a:gd name="connsiteY75" fmla="*/ 75806 h 216253"/>
                <a:gd name="connsiteX76" fmla="*/ 191075 w 214147"/>
                <a:gd name="connsiteY76" fmla="*/ 84744 h 216253"/>
                <a:gd name="connsiteX77" fmla="*/ 191075 w 214147"/>
                <a:gd name="connsiteY77" fmla="*/ 159436 h 216253"/>
                <a:gd name="connsiteX78" fmla="*/ 141233 w 214147"/>
                <a:gd name="connsiteY78" fmla="*/ 159436 h 216253"/>
                <a:gd name="connsiteX79" fmla="*/ 141233 w 214147"/>
                <a:gd name="connsiteY79" fmla="*/ 148584 h 216253"/>
                <a:gd name="connsiteX80" fmla="*/ 187880 w 214147"/>
                <a:gd name="connsiteY80" fmla="*/ 200932 h 216253"/>
                <a:gd name="connsiteX81" fmla="*/ 107366 w 214147"/>
                <a:gd name="connsiteY81" fmla="*/ 200932 h 216253"/>
                <a:gd name="connsiteX82" fmla="*/ 93948 w 214147"/>
                <a:gd name="connsiteY82" fmla="*/ 185611 h 216253"/>
                <a:gd name="connsiteX83" fmla="*/ 107366 w 214147"/>
                <a:gd name="connsiteY83" fmla="*/ 172204 h 216253"/>
                <a:gd name="connsiteX84" fmla="*/ 187880 w 214147"/>
                <a:gd name="connsiteY84" fmla="*/ 172204 h 216253"/>
                <a:gd name="connsiteX85" fmla="*/ 201299 w 214147"/>
                <a:gd name="connsiteY85" fmla="*/ 187526 h 216253"/>
                <a:gd name="connsiteX86" fmla="*/ 187880 w 214147"/>
                <a:gd name="connsiteY86" fmla="*/ 200932 h 21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14147" h="216253">
                  <a:moveTo>
                    <a:pt x="203215" y="165182"/>
                  </a:moveTo>
                  <a:lnTo>
                    <a:pt x="203215" y="85382"/>
                  </a:lnTo>
                  <a:cubicBezTo>
                    <a:pt x="203215" y="73253"/>
                    <a:pt x="193630" y="63677"/>
                    <a:pt x="181490" y="63677"/>
                  </a:cubicBezTo>
                  <a:lnTo>
                    <a:pt x="148901" y="63677"/>
                  </a:lnTo>
                  <a:cubicBezTo>
                    <a:pt x="136761" y="63677"/>
                    <a:pt x="127176" y="73253"/>
                    <a:pt x="127176" y="85382"/>
                  </a:cubicBezTo>
                  <a:lnTo>
                    <a:pt x="127176" y="101981"/>
                  </a:lnTo>
                  <a:lnTo>
                    <a:pt x="54969" y="2390"/>
                  </a:lnTo>
                  <a:cubicBezTo>
                    <a:pt x="53052" y="-163"/>
                    <a:pt x="49218" y="-802"/>
                    <a:pt x="46023" y="1114"/>
                  </a:cubicBezTo>
                  <a:lnTo>
                    <a:pt x="28771" y="12605"/>
                  </a:lnTo>
                  <a:cubicBezTo>
                    <a:pt x="26214" y="14520"/>
                    <a:pt x="24937" y="17712"/>
                    <a:pt x="26853" y="20904"/>
                  </a:cubicBezTo>
                  <a:lnTo>
                    <a:pt x="30048" y="27288"/>
                  </a:lnTo>
                  <a:lnTo>
                    <a:pt x="30048" y="121771"/>
                  </a:lnTo>
                  <a:cubicBezTo>
                    <a:pt x="10240" y="125601"/>
                    <a:pt x="-3179" y="144115"/>
                    <a:pt x="655" y="163905"/>
                  </a:cubicBezTo>
                  <a:cubicBezTo>
                    <a:pt x="4489" y="183696"/>
                    <a:pt x="23019" y="197102"/>
                    <a:pt x="42828" y="193271"/>
                  </a:cubicBezTo>
                  <a:cubicBezTo>
                    <a:pt x="62637" y="189441"/>
                    <a:pt x="76056" y="170928"/>
                    <a:pt x="72222" y="151137"/>
                  </a:cubicBezTo>
                  <a:cubicBezTo>
                    <a:pt x="69666" y="135816"/>
                    <a:pt x="57525" y="124324"/>
                    <a:pt x="42828" y="121771"/>
                  </a:cubicBezTo>
                  <a:lnTo>
                    <a:pt x="42828" y="52824"/>
                  </a:lnTo>
                  <a:lnTo>
                    <a:pt x="92670" y="153052"/>
                  </a:lnTo>
                  <a:cubicBezTo>
                    <a:pt x="93948" y="154968"/>
                    <a:pt x="95865" y="156244"/>
                    <a:pt x="98421" y="156883"/>
                  </a:cubicBezTo>
                  <a:lnTo>
                    <a:pt x="127176" y="156883"/>
                  </a:lnTo>
                  <a:lnTo>
                    <a:pt x="127176" y="161990"/>
                  </a:lnTo>
                  <a:lnTo>
                    <a:pt x="106727" y="161990"/>
                  </a:lnTo>
                  <a:cubicBezTo>
                    <a:pt x="92031" y="162628"/>
                    <a:pt x="79890" y="175396"/>
                    <a:pt x="81168" y="190718"/>
                  </a:cubicBezTo>
                  <a:cubicBezTo>
                    <a:pt x="81807" y="204763"/>
                    <a:pt x="93309" y="215615"/>
                    <a:pt x="106727" y="216254"/>
                  </a:cubicBezTo>
                  <a:lnTo>
                    <a:pt x="187241" y="216254"/>
                  </a:lnTo>
                  <a:cubicBezTo>
                    <a:pt x="201938" y="216254"/>
                    <a:pt x="214079" y="204124"/>
                    <a:pt x="214079" y="189441"/>
                  </a:cubicBezTo>
                  <a:cubicBezTo>
                    <a:pt x="214718" y="178588"/>
                    <a:pt x="210884" y="170289"/>
                    <a:pt x="203215" y="165182"/>
                  </a:cubicBezTo>
                  <a:close/>
                  <a:moveTo>
                    <a:pt x="60720" y="156883"/>
                  </a:moveTo>
                  <a:cubicBezTo>
                    <a:pt x="60720" y="170289"/>
                    <a:pt x="49857" y="180504"/>
                    <a:pt x="37077" y="180504"/>
                  </a:cubicBezTo>
                  <a:cubicBezTo>
                    <a:pt x="23658" y="180504"/>
                    <a:pt x="13435" y="169651"/>
                    <a:pt x="13435" y="156883"/>
                  </a:cubicBezTo>
                  <a:cubicBezTo>
                    <a:pt x="13435" y="144115"/>
                    <a:pt x="23658" y="133262"/>
                    <a:pt x="37077" y="133262"/>
                  </a:cubicBezTo>
                  <a:lnTo>
                    <a:pt x="37717" y="133262"/>
                  </a:lnTo>
                  <a:cubicBezTo>
                    <a:pt x="50497" y="133262"/>
                    <a:pt x="60720" y="143476"/>
                    <a:pt x="60720" y="156883"/>
                  </a:cubicBezTo>
                  <a:lnTo>
                    <a:pt x="60720" y="156883"/>
                  </a:lnTo>
                  <a:close/>
                  <a:moveTo>
                    <a:pt x="92670" y="121771"/>
                  </a:moveTo>
                  <a:lnTo>
                    <a:pt x="86919" y="110918"/>
                  </a:lnTo>
                  <a:lnTo>
                    <a:pt x="99060" y="103896"/>
                  </a:lnTo>
                  <a:lnTo>
                    <a:pt x="92670" y="121771"/>
                  </a:lnTo>
                  <a:close/>
                  <a:moveTo>
                    <a:pt x="72222" y="81552"/>
                  </a:moveTo>
                  <a:lnTo>
                    <a:pt x="81168" y="76445"/>
                  </a:lnTo>
                  <a:lnTo>
                    <a:pt x="77334" y="91128"/>
                  </a:lnTo>
                  <a:lnTo>
                    <a:pt x="72222" y="81552"/>
                  </a:lnTo>
                  <a:close/>
                  <a:moveTo>
                    <a:pt x="58164" y="52824"/>
                  </a:moveTo>
                  <a:lnTo>
                    <a:pt x="63915" y="49632"/>
                  </a:lnTo>
                  <a:lnTo>
                    <a:pt x="61998" y="59846"/>
                  </a:lnTo>
                  <a:lnTo>
                    <a:pt x="58164" y="52824"/>
                  </a:lnTo>
                  <a:close/>
                  <a:moveTo>
                    <a:pt x="60081" y="30480"/>
                  </a:moveTo>
                  <a:lnTo>
                    <a:pt x="63276" y="34949"/>
                  </a:lnTo>
                  <a:lnTo>
                    <a:pt x="58164" y="37502"/>
                  </a:lnTo>
                  <a:lnTo>
                    <a:pt x="60081" y="30480"/>
                  </a:lnTo>
                  <a:close/>
                  <a:moveTo>
                    <a:pt x="82446" y="60485"/>
                  </a:moveTo>
                  <a:lnTo>
                    <a:pt x="73500" y="65592"/>
                  </a:lnTo>
                  <a:lnTo>
                    <a:pt x="76056" y="51547"/>
                  </a:lnTo>
                  <a:lnTo>
                    <a:pt x="82446" y="60485"/>
                  </a:lnTo>
                  <a:close/>
                  <a:moveTo>
                    <a:pt x="89475" y="94958"/>
                  </a:moveTo>
                  <a:lnTo>
                    <a:pt x="93948" y="77083"/>
                  </a:lnTo>
                  <a:lnTo>
                    <a:pt x="101616" y="87297"/>
                  </a:lnTo>
                  <a:lnTo>
                    <a:pt x="89475" y="94958"/>
                  </a:lnTo>
                  <a:close/>
                  <a:moveTo>
                    <a:pt x="113117" y="103257"/>
                  </a:moveTo>
                  <a:lnTo>
                    <a:pt x="121425" y="114748"/>
                  </a:lnTo>
                  <a:lnTo>
                    <a:pt x="105450" y="123686"/>
                  </a:lnTo>
                  <a:lnTo>
                    <a:pt x="113117" y="103257"/>
                  </a:lnTo>
                  <a:close/>
                  <a:moveTo>
                    <a:pt x="48579" y="13882"/>
                  </a:moveTo>
                  <a:lnTo>
                    <a:pt x="49857" y="15797"/>
                  </a:lnTo>
                  <a:lnTo>
                    <a:pt x="47302" y="30480"/>
                  </a:lnTo>
                  <a:lnTo>
                    <a:pt x="41550" y="18989"/>
                  </a:lnTo>
                  <a:lnTo>
                    <a:pt x="48579" y="13882"/>
                  </a:lnTo>
                  <a:close/>
                  <a:moveTo>
                    <a:pt x="102894" y="142200"/>
                  </a:moveTo>
                  <a:lnTo>
                    <a:pt x="102255" y="140923"/>
                  </a:lnTo>
                  <a:lnTo>
                    <a:pt x="127815" y="126240"/>
                  </a:lnTo>
                  <a:lnTo>
                    <a:pt x="127815" y="142838"/>
                  </a:lnTo>
                  <a:lnTo>
                    <a:pt x="102894" y="142200"/>
                  </a:lnTo>
                  <a:close/>
                  <a:moveTo>
                    <a:pt x="140594" y="148584"/>
                  </a:moveTo>
                  <a:lnTo>
                    <a:pt x="140594" y="84744"/>
                  </a:lnTo>
                  <a:cubicBezTo>
                    <a:pt x="140594" y="79637"/>
                    <a:pt x="144428" y="75806"/>
                    <a:pt x="149541" y="75806"/>
                  </a:cubicBezTo>
                  <a:lnTo>
                    <a:pt x="182129" y="75806"/>
                  </a:lnTo>
                  <a:cubicBezTo>
                    <a:pt x="187241" y="75806"/>
                    <a:pt x="191075" y="79637"/>
                    <a:pt x="191075" y="84744"/>
                  </a:cubicBezTo>
                  <a:lnTo>
                    <a:pt x="191075" y="159436"/>
                  </a:lnTo>
                  <a:lnTo>
                    <a:pt x="141233" y="159436"/>
                  </a:lnTo>
                  <a:lnTo>
                    <a:pt x="141233" y="148584"/>
                  </a:lnTo>
                  <a:close/>
                  <a:moveTo>
                    <a:pt x="187880" y="200932"/>
                  </a:moveTo>
                  <a:lnTo>
                    <a:pt x="107366" y="200932"/>
                  </a:lnTo>
                  <a:cubicBezTo>
                    <a:pt x="99699" y="200294"/>
                    <a:pt x="93309" y="193271"/>
                    <a:pt x="93948" y="185611"/>
                  </a:cubicBezTo>
                  <a:cubicBezTo>
                    <a:pt x="94586" y="178588"/>
                    <a:pt x="100338" y="172843"/>
                    <a:pt x="107366" y="172204"/>
                  </a:cubicBezTo>
                  <a:lnTo>
                    <a:pt x="187880" y="172204"/>
                  </a:lnTo>
                  <a:cubicBezTo>
                    <a:pt x="195548" y="172843"/>
                    <a:pt x="201938" y="179865"/>
                    <a:pt x="201299" y="187526"/>
                  </a:cubicBezTo>
                  <a:cubicBezTo>
                    <a:pt x="200660" y="195187"/>
                    <a:pt x="194909" y="200932"/>
                    <a:pt x="187880" y="200932"/>
                  </a:cubicBezTo>
                  <a:close/>
                </a:path>
              </a:pathLst>
            </a:custGeom>
            <a:solidFill>
              <a:srgbClr val="00A3E0"/>
            </a:solidFill>
            <a:ln w="6390" cap="flat">
              <a:noFill/>
              <a:prstDash val="solid"/>
              <a:miter/>
            </a:ln>
          </p:spPr>
          <p:txBody>
            <a:bodyPr rtlCol="0" anchor="ctr"/>
            <a:lstStyle/>
            <a:p>
              <a:endParaRPr lang="en-US"/>
            </a:p>
          </p:txBody>
        </p:sp>
        <p:sp>
          <p:nvSpPr>
            <p:cNvPr id="413" name="Graphic 4">
              <a:extLst>
                <a:ext uri="{FF2B5EF4-FFF2-40B4-BE49-F238E27FC236}">
                  <a16:creationId xmlns:a16="http://schemas.microsoft.com/office/drawing/2014/main" id="{F5075190-AFF6-F04F-91D0-A546EC99574B}"/>
                </a:ext>
              </a:extLst>
            </p:cNvPr>
            <p:cNvSpPr/>
            <p:nvPr/>
          </p:nvSpPr>
          <p:spPr>
            <a:xfrm>
              <a:off x="6973338" y="1075863"/>
              <a:ext cx="38339" cy="32558"/>
            </a:xfrm>
            <a:custGeom>
              <a:avLst/>
              <a:gdLst>
                <a:gd name="connsiteX0" fmla="*/ 31950 w 38339"/>
                <a:gd name="connsiteY0" fmla="*/ 0 h 32558"/>
                <a:gd name="connsiteX1" fmla="*/ 6390 w 38339"/>
                <a:gd name="connsiteY1" fmla="*/ 0 h 32558"/>
                <a:gd name="connsiteX2" fmla="*/ 0 w 38339"/>
                <a:gd name="connsiteY2" fmla="*/ 6384 h 32558"/>
                <a:gd name="connsiteX3" fmla="*/ 0 w 38339"/>
                <a:gd name="connsiteY3" fmla="*/ 26174 h 32558"/>
                <a:gd name="connsiteX4" fmla="*/ 6390 w 38339"/>
                <a:gd name="connsiteY4" fmla="*/ 32558 h 32558"/>
                <a:gd name="connsiteX5" fmla="*/ 31950 w 38339"/>
                <a:gd name="connsiteY5" fmla="*/ 32558 h 32558"/>
                <a:gd name="connsiteX6" fmla="*/ 38340 w 38339"/>
                <a:gd name="connsiteY6" fmla="*/ 26174 h 32558"/>
                <a:gd name="connsiteX7" fmla="*/ 38340 w 38339"/>
                <a:gd name="connsiteY7" fmla="*/ 6384 h 32558"/>
                <a:gd name="connsiteX8" fmla="*/ 31950 w 38339"/>
                <a:gd name="connsiteY8" fmla="*/ 0 h 32558"/>
                <a:gd name="connsiteX9" fmla="*/ 25560 w 38339"/>
                <a:gd name="connsiteY9" fmla="*/ 19790 h 32558"/>
                <a:gd name="connsiteX10" fmla="*/ 12780 w 38339"/>
                <a:gd name="connsiteY10" fmla="*/ 19790 h 32558"/>
                <a:gd name="connsiteX11" fmla="*/ 12780 w 38339"/>
                <a:gd name="connsiteY11" fmla="*/ 12768 h 32558"/>
                <a:gd name="connsiteX12" fmla="*/ 25560 w 38339"/>
                <a:gd name="connsiteY12" fmla="*/ 12768 h 32558"/>
                <a:gd name="connsiteX13" fmla="*/ 25560 w 38339"/>
                <a:gd name="connsiteY13" fmla="*/ 19790 h 3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339" h="32558">
                  <a:moveTo>
                    <a:pt x="31950" y="0"/>
                  </a:moveTo>
                  <a:lnTo>
                    <a:pt x="6390" y="0"/>
                  </a:lnTo>
                  <a:cubicBezTo>
                    <a:pt x="2555" y="0"/>
                    <a:pt x="0" y="2554"/>
                    <a:pt x="0" y="6384"/>
                  </a:cubicBezTo>
                  <a:lnTo>
                    <a:pt x="0" y="26174"/>
                  </a:lnTo>
                  <a:cubicBezTo>
                    <a:pt x="0" y="30005"/>
                    <a:pt x="2555" y="32558"/>
                    <a:pt x="6390" y="32558"/>
                  </a:cubicBezTo>
                  <a:lnTo>
                    <a:pt x="31950" y="32558"/>
                  </a:lnTo>
                  <a:cubicBezTo>
                    <a:pt x="35783" y="32558"/>
                    <a:pt x="38340" y="30005"/>
                    <a:pt x="38340" y="26174"/>
                  </a:cubicBezTo>
                  <a:lnTo>
                    <a:pt x="38340" y="6384"/>
                  </a:lnTo>
                  <a:cubicBezTo>
                    <a:pt x="38340" y="2554"/>
                    <a:pt x="35145" y="0"/>
                    <a:pt x="31950" y="0"/>
                  </a:cubicBezTo>
                  <a:close/>
                  <a:moveTo>
                    <a:pt x="25560" y="19790"/>
                  </a:moveTo>
                  <a:lnTo>
                    <a:pt x="12780" y="19790"/>
                  </a:lnTo>
                  <a:lnTo>
                    <a:pt x="12780" y="12768"/>
                  </a:lnTo>
                  <a:lnTo>
                    <a:pt x="25560" y="12768"/>
                  </a:lnTo>
                  <a:lnTo>
                    <a:pt x="25560" y="19790"/>
                  </a:lnTo>
                  <a:close/>
                </a:path>
              </a:pathLst>
            </a:custGeom>
            <a:solidFill>
              <a:srgbClr val="00A3E0"/>
            </a:solidFill>
            <a:ln w="6390" cap="flat">
              <a:noFill/>
              <a:prstDash val="solid"/>
              <a:miter/>
            </a:ln>
          </p:spPr>
          <p:txBody>
            <a:bodyPr rtlCol="0" anchor="ctr"/>
            <a:lstStyle/>
            <a:p>
              <a:endParaRPr lang="en-US"/>
            </a:p>
          </p:txBody>
        </p:sp>
        <p:sp>
          <p:nvSpPr>
            <p:cNvPr id="414" name="Graphic 4">
              <a:extLst>
                <a:ext uri="{FF2B5EF4-FFF2-40B4-BE49-F238E27FC236}">
                  <a16:creationId xmlns:a16="http://schemas.microsoft.com/office/drawing/2014/main" id="{1D3255FF-E7A7-8246-9B3B-33FD0FDF1FDA}"/>
                </a:ext>
              </a:extLst>
            </p:cNvPr>
            <p:cNvSpPr/>
            <p:nvPr/>
          </p:nvSpPr>
          <p:spPr>
            <a:xfrm>
              <a:off x="6933081" y="1172261"/>
              <a:ext cx="83069" cy="13406"/>
            </a:xfrm>
            <a:custGeom>
              <a:avLst/>
              <a:gdLst>
                <a:gd name="connsiteX0" fmla="*/ 76679 w 83069"/>
                <a:gd name="connsiteY0" fmla="*/ 638 h 13406"/>
                <a:gd name="connsiteX1" fmla="*/ 6390 w 83069"/>
                <a:gd name="connsiteY1" fmla="*/ 0 h 13406"/>
                <a:gd name="connsiteX2" fmla="*/ 6390 w 83069"/>
                <a:gd name="connsiteY2" fmla="*/ 0 h 13406"/>
                <a:gd name="connsiteX3" fmla="*/ 0 w 83069"/>
                <a:gd name="connsiteY3" fmla="*/ 6384 h 13406"/>
                <a:gd name="connsiteX4" fmla="*/ 6390 w 83069"/>
                <a:gd name="connsiteY4" fmla="*/ 12768 h 13406"/>
                <a:gd name="connsiteX5" fmla="*/ 76679 w 83069"/>
                <a:gd name="connsiteY5" fmla="*/ 13406 h 13406"/>
                <a:gd name="connsiteX6" fmla="*/ 76679 w 83069"/>
                <a:gd name="connsiteY6" fmla="*/ 13406 h 13406"/>
                <a:gd name="connsiteX7" fmla="*/ 83069 w 83069"/>
                <a:gd name="connsiteY7" fmla="*/ 7022 h 13406"/>
                <a:gd name="connsiteX8" fmla="*/ 76679 w 83069"/>
                <a:gd name="connsiteY8" fmla="*/ 638 h 13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069" h="13406">
                  <a:moveTo>
                    <a:pt x="76679" y="638"/>
                  </a:moveTo>
                  <a:lnTo>
                    <a:pt x="6390" y="0"/>
                  </a:lnTo>
                  <a:lnTo>
                    <a:pt x="6390" y="0"/>
                  </a:lnTo>
                  <a:cubicBezTo>
                    <a:pt x="2556" y="0"/>
                    <a:pt x="0" y="2554"/>
                    <a:pt x="0" y="6384"/>
                  </a:cubicBezTo>
                  <a:cubicBezTo>
                    <a:pt x="0" y="10214"/>
                    <a:pt x="2556" y="12768"/>
                    <a:pt x="6390" y="12768"/>
                  </a:cubicBezTo>
                  <a:lnTo>
                    <a:pt x="76679" y="13406"/>
                  </a:lnTo>
                  <a:lnTo>
                    <a:pt x="76679" y="13406"/>
                  </a:lnTo>
                  <a:cubicBezTo>
                    <a:pt x="80513" y="13406"/>
                    <a:pt x="83069" y="10853"/>
                    <a:pt x="83069" y="7022"/>
                  </a:cubicBezTo>
                  <a:cubicBezTo>
                    <a:pt x="83069" y="3192"/>
                    <a:pt x="80513" y="638"/>
                    <a:pt x="76679" y="638"/>
                  </a:cubicBezTo>
                  <a:close/>
                </a:path>
              </a:pathLst>
            </a:custGeom>
            <a:solidFill>
              <a:srgbClr val="00A3E0"/>
            </a:solidFill>
            <a:ln w="6390" cap="flat">
              <a:noFill/>
              <a:prstDash val="solid"/>
              <a:miter/>
            </a:ln>
          </p:spPr>
          <p:txBody>
            <a:bodyPr rtlCol="0" anchor="ctr"/>
            <a:lstStyle/>
            <a:p>
              <a:endParaRPr lang="en-US"/>
            </a:p>
          </p:txBody>
        </p:sp>
      </p:grpSp>
      <p:grpSp>
        <p:nvGrpSpPr>
          <p:cNvPr id="415" name="Graphic 4">
            <a:extLst>
              <a:ext uri="{FF2B5EF4-FFF2-40B4-BE49-F238E27FC236}">
                <a16:creationId xmlns:a16="http://schemas.microsoft.com/office/drawing/2014/main" id="{352073D0-B66C-9548-804B-2D3FE70F7D8C}"/>
              </a:ext>
            </a:extLst>
          </p:cNvPr>
          <p:cNvGrpSpPr>
            <a:grpSpLocks noChangeAspect="1"/>
          </p:cNvGrpSpPr>
          <p:nvPr/>
        </p:nvGrpSpPr>
        <p:grpSpPr>
          <a:xfrm>
            <a:off x="6753524" y="2371173"/>
            <a:ext cx="361674" cy="361971"/>
            <a:chOff x="6753524" y="2371173"/>
            <a:chExt cx="361674" cy="361971"/>
          </a:xfrm>
          <a:solidFill>
            <a:srgbClr val="00A3E0"/>
          </a:solidFill>
        </p:grpSpPr>
        <p:sp>
          <p:nvSpPr>
            <p:cNvPr id="416" name="Graphic 4">
              <a:extLst>
                <a:ext uri="{FF2B5EF4-FFF2-40B4-BE49-F238E27FC236}">
                  <a16:creationId xmlns:a16="http://schemas.microsoft.com/office/drawing/2014/main" id="{56CEF86D-0A31-6245-AECC-DE65E1442CBD}"/>
                </a:ext>
              </a:extLst>
            </p:cNvPr>
            <p:cNvSpPr/>
            <p:nvPr/>
          </p:nvSpPr>
          <p:spPr>
            <a:xfrm>
              <a:off x="6753524" y="2371173"/>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7"/>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2309" y="81077"/>
                    <a:pt x="281157" y="0"/>
                    <a:pt x="180835" y="0"/>
                  </a:cubicBezTo>
                  <a:cubicBezTo>
                    <a:pt x="181474" y="0"/>
                    <a:pt x="181474" y="0"/>
                    <a:pt x="180835" y="0"/>
                  </a:cubicBezTo>
                  <a:close/>
                  <a:moveTo>
                    <a:pt x="180835" y="349204"/>
                  </a:moveTo>
                  <a:cubicBezTo>
                    <a:pt x="87542" y="349204"/>
                    <a:pt x="12780" y="273873"/>
                    <a:pt x="12780" y="181305"/>
                  </a:cubicBezTo>
                  <a:cubicBezTo>
                    <a:pt x="12780" y="88738"/>
                    <a:pt x="88181" y="12768"/>
                    <a:pt x="180835" y="12768"/>
                  </a:cubicBezTo>
                  <a:cubicBezTo>
                    <a:pt x="274128" y="12768"/>
                    <a:pt x="348890" y="88099"/>
                    <a:pt x="348890" y="180667"/>
                  </a:cubicBezTo>
                  <a:cubicBezTo>
                    <a:pt x="348890" y="180667"/>
                    <a:pt x="348890" y="180667"/>
                    <a:pt x="348890" y="180667"/>
                  </a:cubicBezTo>
                  <a:cubicBezTo>
                    <a:pt x="349529" y="273873"/>
                    <a:pt x="274128"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417" name="Graphic 4">
              <a:extLst>
                <a:ext uri="{FF2B5EF4-FFF2-40B4-BE49-F238E27FC236}">
                  <a16:creationId xmlns:a16="http://schemas.microsoft.com/office/drawing/2014/main" id="{B21B7E84-8E22-1C41-B28E-77EB51A488D4}"/>
                </a:ext>
              </a:extLst>
            </p:cNvPr>
            <p:cNvSpPr/>
            <p:nvPr/>
          </p:nvSpPr>
          <p:spPr>
            <a:xfrm>
              <a:off x="6822063" y="2467321"/>
              <a:ext cx="223538" cy="169425"/>
            </a:xfrm>
            <a:custGeom>
              <a:avLst/>
              <a:gdLst>
                <a:gd name="connsiteX0" fmla="*/ 221564 w 223538"/>
                <a:gd name="connsiteY0" fmla="*/ 62175 h 169425"/>
                <a:gd name="connsiteX1" fmla="*/ 153830 w 223538"/>
                <a:gd name="connsiteY1" fmla="*/ 1527 h 169425"/>
                <a:gd name="connsiteX2" fmla="*/ 148719 w 223538"/>
                <a:gd name="connsiteY2" fmla="*/ 250 h 169425"/>
                <a:gd name="connsiteX3" fmla="*/ 144245 w 223538"/>
                <a:gd name="connsiteY3" fmla="*/ 3442 h 169425"/>
                <a:gd name="connsiteX4" fmla="*/ 116769 w 223538"/>
                <a:gd name="connsiteY4" fmla="*/ 54514 h 169425"/>
                <a:gd name="connsiteX5" fmla="*/ 98877 w 223538"/>
                <a:gd name="connsiteY5" fmla="*/ 37916 h 169425"/>
                <a:gd name="connsiteX6" fmla="*/ 80986 w 223538"/>
                <a:gd name="connsiteY6" fmla="*/ 37916 h 169425"/>
                <a:gd name="connsiteX7" fmla="*/ 63093 w 223538"/>
                <a:gd name="connsiteY7" fmla="*/ 55153 h 169425"/>
                <a:gd name="connsiteX8" fmla="*/ 60537 w 223538"/>
                <a:gd name="connsiteY8" fmla="*/ 67921 h 169425"/>
                <a:gd name="connsiteX9" fmla="*/ 37534 w 223538"/>
                <a:gd name="connsiteY9" fmla="*/ 67921 h 169425"/>
                <a:gd name="connsiteX10" fmla="*/ 19642 w 223538"/>
                <a:gd name="connsiteY10" fmla="*/ 85796 h 169425"/>
                <a:gd name="connsiteX11" fmla="*/ 19642 w 223538"/>
                <a:gd name="connsiteY11" fmla="*/ 103671 h 169425"/>
                <a:gd name="connsiteX12" fmla="*/ 20920 w 223538"/>
                <a:gd name="connsiteY12" fmla="*/ 110055 h 169425"/>
                <a:gd name="connsiteX13" fmla="*/ 1750 w 223538"/>
                <a:gd name="connsiteY13" fmla="*/ 148359 h 169425"/>
                <a:gd name="connsiteX14" fmla="*/ 30505 w 223538"/>
                <a:gd name="connsiteY14" fmla="*/ 169426 h 169425"/>
                <a:gd name="connsiteX15" fmla="*/ 130188 w 223538"/>
                <a:gd name="connsiteY15" fmla="*/ 169426 h 169425"/>
                <a:gd name="connsiteX16" fmla="*/ 160860 w 223538"/>
                <a:gd name="connsiteY16" fmla="*/ 138783 h 169425"/>
                <a:gd name="connsiteX17" fmla="*/ 142968 w 223538"/>
                <a:gd name="connsiteY17" fmla="*/ 111332 h 169425"/>
                <a:gd name="connsiteX18" fmla="*/ 142968 w 223538"/>
                <a:gd name="connsiteY18" fmla="*/ 82604 h 169425"/>
                <a:gd name="connsiteX19" fmla="*/ 159581 w 223538"/>
                <a:gd name="connsiteY19" fmla="*/ 54514 h 169425"/>
                <a:gd name="connsiteX20" fmla="*/ 183225 w 223538"/>
                <a:gd name="connsiteY20" fmla="*/ 77497 h 169425"/>
                <a:gd name="connsiteX21" fmla="*/ 183225 w 223538"/>
                <a:gd name="connsiteY21" fmla="*/ 77497 h 169425"/>
                <a:gd name="connsiteX22" fmla="*/ 162137 w 223538"/>
                <a:gd name="connsiteY22" fmla="*/ 104309 h 169425"/>
                <a:gd name="connsiteX23" fmla="*/ 160860 w 223538"/>
                <a:gd name="connsiteY23" fmla="*/ 110055 h 169425"/>
                <a:gd name="connsiteX24" fmla="*/ 164055 w 223538"/>
                <a:gd name="connsiteY24" fmla="*/ 114524 h 169425"/>
                <a:gd name="connsiteX25" fmla="*/ 194087 w 223538"/>
                <a:gd name="connsiteY25" fmla="*/ 125377 h 169425"/>
                <a:gd name="connsiteX26" fmla="*/ 196643 w 223538"/>
                <a:gd name="connsiteY26" fmla="*/ 125377 h 169425"/>
                <a:gd name="connsiteX27" fmla="*/ 214535 w 223538"/>
                <a:gd name="connsiteY27" fmla="*/ 99841 h 169425"/>
                <a:gd name="connsiteX28" fmla="*/ 222842 w 223538"/>
                <a:gd name="connsiteY28" fmla="*/ 82604 h 169425"/>
                <a:gd name="connsiteX29" fmla="*/ 222203 w 223538"/>
                <a:gd name="connsiteY29" fmla="*/ 66644 h 169425"/>
                <a:gd name="connsiteX30" fmla="*/ 221564 w 223538"/>
                <a:gd name="connsiteY30" fmla="*/ 62175 h 169425"/>
                <a:gd name="connsiteX31" fmla="*/ 130827 w 223538"/>
                <a:gd name="connsiteY31" fmla="*/ 156658 h 169425"/>
                <a:gd name="connsiteX32" fmla="*/ 31144 w 223538"/>
                <a:gd name="connsiteY32" fmla="*/ 156658 h 169425"/>
                <a:gd name="connsiteX33" fmla="*/ 11974 w 223538"/>
                <a:gd name="connsiteY33" fmla="*/ 140060 h 169425"/>
                <a:gd name="connsiteX34" fmla="*/ 28588 w 223538"/>
                <a:gd name="connsiteY34" fmla="*/ 120908 h 169425"/>
                <a:gd name="connsiteX35" fmla="*/ 30505 w 223538"/>
                <a:gd name="connsiteY35" fmla="*/ 120908 h 169425"/>
                <a:gd name="connsiteX36" fmla="*/ 130188 w 223538"/>
                <a:gd name="connsiteY36" fmla="*/ 120908 h 169425"/>
                <a:gd name="connsiteX37" fmla="*/ 146801 w 223538"/>
                <a:gd name="connsiteY37" fmla="*/ 140060 h 169425"/>
                <a:gd name="connsiteX38" fmla="*/ 130827 w 223538"/>
                <a:gd name="connsiteY38" fmla="*/ 156658 h 169425"/>
                <a:gd name="connsiteX39" fmla="*/ 211979 w 223538"/>
                <a:gd name="connsiteY39" fmla="*/ 78774 h 169425"/>
                <a:gd name="connsiteX40" fmla="*/ 205589 w 223538"/>
                <a:gd name="connsiteY40" fmla="*/ 90265 h 169425"/>
                <a:gd name="connsiteX41" fmla="*/ 203672 w 223538"/>
                <a:gd name="connsiteY41" fmla="*/ 93457 h 169425"/>
                <a:gd name="connsiteX42" fmla="*/ 194726 w 223538"/>
                <a:gd name="connsiteY42" fmla="*/ 111332 h 169425"/>
                <a:gd name="connsiteX43" fmla="*/ 178112 w 223538"/>
                <a:gd name="connsiteY43" fmla="*/ 105586 h 169425"/>
                <a:gd name="connsiteX44" fmla="*/ 193448 w 223538"/>
                <a:gd name="connsiteY44" fmla="*/ 86434 h 169425"/>
                <a:gd name="connsiteX45" fmla="*/ 197921 w 223538"/>
                <a:gd name="connsiteY45" fmla="*/ 84519 h 169425"/>
                <a:gd name="connsiteX46" fmla="*/ 200477 w 223538"/>
                <a:gd name="connsiteY46" fmla="*/ 76220 h 169425"/>
                <a:gd name="connsiteX47" fmla="*/ 199199 w 223538"/>
                <a:gd name="connsiteY47" fmla="*/ 74305 h 169425"/>
                <a:gd name="connsiteX48" fmla="*/ 163415 w 223538"/>
                <a:gd name="connsiteY48" fmla="*/ 39831 h 169425"/>
                <a:gd name="connsiteX49" fmla="*/ 158304 w 223538"/>
                <a:gd name="connsiteY49" fmla="*/ 37916 h 169425"/>
                <a:gd name="connsiteX50" fmla="*/ 153830 w 223538"/>
                <a:gd name="connsiteY50" fmla="*/ 41108 h 169425"/>
                <a:gd name="connsiteX51" fmla="*/ 132105 w 223538"/>
                <a:gd name="connsiteY51" fmla="*/ 77497 h 169425"/>
                <a:gd name="connsiteX52" fmla="*/ 131465 w 223538"/>
                <a:gd name="connsiteY52" fmla="*/ 80689 h 169425"/>
                <a:gd name="connsiteX53" fmla="*/ 131465 w 223538"/>
                <a:gd name="connsiteY53" fmla="*/ 108778 h 169425"/>
                <a:gd name="connsiteX54" fmla="*/ 38173 w 223538"/>
                <a:gd name="connsiteY54" fmla="*/ 108778 h 169425"/>
                <a:gd name="connsiteX55" fmla="*/ 33061 w 223538"/>
                <a:gd name="connsiteY55" fmla="*/ 103671 h 169425"/>
                <a:gd name="connsiteX56" fmla="*/ 33061 w 223538"/>
                <a:gd name="connsiteY56" fmla="*/ 103671 h 169425"/>
                <a:gd name="connsiteX57" fmla="*/ 33061 w 223538"/>
                <a:gd name="connsiteY57" fmla="*/ 85796 h 169425"/>
                <a:gd name="connsiteX58" fmla="*/ 38173 w 223538"/>
                <a:gd name="connsiteY58" fmla="*/ 80689 h 169425"/>
                <a:gd name="connsiteX59" fmla="*/ 66927 w 223538"/>
                <a:gd name="connsiteY59" fmla="*/ 80689 h 169425"/>
                <a:gd name="connsiteX60" fmla="*/ 73317 w 223538"/>
                <a:gd name="connsiteY60" fmla="*/ 74305 h 169425"/>
                <a:gd name="connsiteX61" fmla="*/ 76512 w 223538"/>
                <a:gd name="connsiteY61" fmla="*/ 57068 h 169425"/>
                <a:gd name="connsiteX62" fmla="*/ 76512 w 223538"/>
                <a:gd name="connsiteY62" fmla="*/ 55791 h 169425"/>
                <a:gd name="connsiteX63" fmla="*/ 81624 w 223538"/>
                <a:gd name="connsiteY63" fmla="*/ 50684 h 169425"/>
                <a:gd name="connsiteX64" fmla="*/ 81624 w 223538"/>
                <a:gd name="connsiteY64" fmla="*/ 50684 h 169425"/>
                <a:gd name="connsiteX65" fmla="*/ 98877 w 223538"/>
                <a:gd name="connsiteY65" fmla="*/ 50684 h 169425"/>
                <a:gd name="connsiteX66" fmla="*/ 103989 w 223538"/>
                <a:gd name="connsiteY66" fmla="*/ 55791 h 169425"/>
                <a:gd name="connsiteX67" fmla="*/ 103989 w 223538"/>
                <a:gd name="connsiteY67" fmla="*/ 55791 h 169425"/>
                <a:gd name="connsiteX68" fmla="*/ 103989 w 223538"/>
                <a:gd name="connsiteY68" fmla="*/ 57068 h 169425"/>
                <a:gd name="connsiteX69" fmla="*/ 107184 w 223538"/>
                <a:gd name="connsiteY69" fmla="*/ 74943 h 169425"/>
                <a:gd name="connsiteX70" fmla="*/ 112296 w 223538"/>
                <a:gd name="connsiteY70" fmla="*/ 80050 h 169425"/>
                <a:gd name="connsiteX71" fmla="*/ 118686 w 223538"/>
                <a:gd name="connsiteY71" fmla="*/ 76858 h 169425"/>
                <a:gd name="connsiteX72" fmla="*/ 151275 w 223538"/>
                <a:gd name="connsiteY72" fmla="*/ 16849 h 169425"/>
                <a:gd name="connsiteX73" fmla="*/ 211979 w 223538"/>
                <a:gd name="connsiteY73" fmla="*/ 70474 h 169425"/>
                <a:gd name="connsiteX74" fmla="*/ 211979 w 223538"/>
                <a:gd name="connsiteY74" fmla="*/ 78774 h 169425"/>
                <a:gd name="connsiteX75" fmla="*/ 211979 w 223538"/>
                <a:gd name="connsiteY75" fmla="*/ 78774 h 1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23538" h="169425">
                  <a:moveTo>
                    <a:pt x="221564" y="62175"/>
                  </a:moveTo>
                  <a:lnTo>
                    <a:pt x="153830" y="1527"/>
                  </a:lnTo>
                  <a:cubicBezTo>
                    <a:pt x="152553" y="250"/>
                    <a:pt x="150635" y="-388"/>
                    <a:pt x="148719" y="250"/>
                  </a:cubicBezTo>
                  <a:cubicBezTo>
                    <a:pt x="146801" y="889"/>
                    <a:pt x="144885" y="1527"/>
                    <a:pt x="144245" y="3442"/>
                  </a:cubicBezTo>
                  <a:lnTo>
                    <a:pt x="116769" y="54514"/>
                  </a:lnTo>
                  <a:cubicBezTo>
                    <a:pt x="116130" y="45577"/>
                    <a:pt x="108462" y="37916"/>
                    <a:pt x="98877" y="37916"/>
                  </a:cubicBezTo>
                  <a:lnTo>
                    <a:pt x="80986" y="37916"/>
                  </a:lnTo>
                  <a:cubicBezTo>
                    <a:pt x="71401" y="37916"/>
                    <a:pt x="63732" y="45577"/>
                    <a:pt x="63093" y="55153"/>
                  </a:cubicBezTo>
                  <a:lnTo>
                    <a:pt x="60537" y="67921"/>
                  </a:lnTo>
                  <a:lnTo>
                    <a:pt x="37534" y="67921"/>
                  </a:lnTo>
                  <a:cubicBezTo>
                    <a:pt x="27949" y="67921"/>
                    <a:pt x="19642" y="75582"/>
                    <a:pt x="19642" y="85796"/>
                  </a:cubicBezTo>
                  <a:lnTo>
                    <a:pt x="19642" y="103671"/>
                  </a:lnTo>
                  <a:cubicBezTo>
                    <a:pt x="19642" y="105586"/>
                    <a:pt x="20281" y="108140"/>
                    <a:pt x="20920" y="110055"/>
                  </a:cubicBezTo>
                  <a:cubicBezTo>
                    <a:pt x="4945" y="115162"/>
                    <a:pt x="-4001" y="132399"/>
                    <a:pt x="1750" y="148359"/>
                  </a:cubicBezTo>
                  <a:cubicBezTo>
                    <a:pt x="5584" y="161127"/>
                    <a:pt x="17725" y="169426"/>
                    <a:pt x="30505" y="169426"/>
                  </a:cubicBezTo>
                  <a:lnTo>
                    <a:pt x="130188" y="169426"/>
                  </a:lnTo>
                  <a:cubicBezTo>
                    <a:pt x="146801" y="169426"/>
                    <a:pt x="160860" y="156020"/>
                    <a:pt x="160860" y="138783"/>
                  </a:cubicBezTo>
                  <a:cubicBezTo>
                    <a:pt x="160860" y="126653"/>
                    <a:pt x="153830" y="115801"/>
                    <a:pt x="142968" y="111332"/>
                  </a:cubicBezTo>
                  <a:lnTo>
                    <a:pt x="142968" y="82604"/>
                  </a:lnTo>
                  <a:lnTo>
                    <a:pt x="159581" y="54514"/>
                  </a:lnTo>
                  <a:lnTo>
                    <a:pt x="183225" y="77497"/>
                  </a:lnTo>
                  <a:lnTo>
                    <a:pt x="183225" y="77497"/>
                  </a:lnTo>
                  <a:lnTo>
                    <a:pt x="162137" y="104309"/>
                  </a:lnTo>
                  <a:cubicBezTo>
                    <a:pt x="160860" y="105586"/>
                    <a:pt x="160220" y="108140"/>
                    <a:pt x="160860" y="110055"/>
                  </a:cubicBezTo>
                  <a:cubicBezTo>
                    <a:pt x="161499" y="111970"/>
                    <a:pt x="162776" y="113247"/>
                    <a:pt x="164055" y="114524"/>
                  </a:cubicBezTo>
                  <a:cubicBezTo>
                    <a:pt x="173640" y="119631"/>
                    <a:pt x="183863" y="123461"/>
                    <a:pt x="194087" y="125377"/>
                  </a:cubicBezTo>
                  <a:cubicBezTo>
                    <a:pt x="194726" y="125377"/>
                    <a:pt x="196004" y="125377"/>
                    <a:pt x="196643" y="125377"/>
                  </a:cubicBezTo>
                  <a:cubicBezTo>
                    <a:pt x="204950" y="122823"/>
                    <a:pt x="211340" y="114524"/>
                    <a:pt x="214535" y="99841"/>
                  </a:cubicBezTo>
                  <a:cubicBezTo>
                    <a:pt x="219008" y="95372"/>
                    <a:pt x="222203" y="88988"/>
                    <a:pt x="222842" y="82604"/>
                  </a:cubicBezTo>
                  <a:cubicBezTo>
                    <a:pt x="224120" y="77497"/>
                    <a:pt x="223481" y="71751"/>
                    <a:pt x="222203" y="66644"/>
                  </a:cubicBezTo>
                  <a:cubicBezTo>
                    <a:pt x="223481" y="64090"/>
                    <a:pt x="222842" y="62814"/>
                    <a:pt x="221564" y="62175"/>
                  </a:cubicBezTo>
                  <a:close/>
                  <a:moveTo>
                    <a:pt x="130827" y="156658"/>
                  </a:moveTo>
                  <a:lnTo>
                    <a:pt x="31144" y="156658"/>
                  </a:lnTo>
                  <a:cubicBezTo>
                    <a:pt x="21559" y="157296"/>
                    <a:pt x="12613" y="149636"/>
                    <a:pt x="11974" y="140060"/>
                  </a:cubicBezTo>
                  <a:cubicBezTo>
                    <a:pt x="11335" y="130484"/>
                    <a:pt x="19003" y="121546"/>
                    <a:pt x="28588" y="120908"/>
                  </a:cubicBezTo>
                  <a:cubicBezTo>
                    <a:pt x="29226" y="120908"/>
                    <a:pt x="29866" y="120908"/>
                    <a:pt x="30505" y="120908"/>
                  </a:cubicBezTo>
                  <a:lnTo>
                    <a:pt x="130188" y="120908"/>
                  </a:lnTo>
                  <a:cubicBezTo>
                    <a:pt x="139773" y="121546"/>
                    <a:pt x="147440" y="129845"/>
                    <a:pt x="146801" y="140060"/>
                  </a:cubicBezTo>
                  <a:cubicBezTo>
                    <a:pt x="147440" y="148997"/>
                    <a:pt x="139773" y="156020"/>
                    <a:pt x="130827" y="156658"/>
                  </a:cubicBezTo>
                  <a:close/>
                  <a:moveTo>
                    <a:pt x="211979" y="78774"/>
                  </a:moveTo>
                  <a:cubicBezTo>
                    <a:pt x="211340" y="83242"/>
                    <a:pt x="208784" y="87073"/>
                    <a:pt x="205589" y="90265"/>
                  </a:cubicBezTo>
                  <a:cubicBezTo>
                    <a:pt x="204950" y="90903"/>
                    <a:pt x="204311" y="92180"/>
                    <a:pt x="203672" y="93457"/>
                  </a:cubicBezTo>
                  <a:cubicBezTo>
                    <a:pt x="201116" y="103033"/>
                    <a:pt x="197921" y="109417"/>
                    <a:pt x="194726" y="111332"/>
                  </a:cubicBezTo>
                  <a:cubicBezTo>
                    <a:pt x="188975" y="110055"/>
                    <a:pt x="183225" y="108140"/>
                    <a:pt x="178112" y="105586"/>
                  </a:cubicBezTo>
                  <a:lnTo>
                    <a:pt x="193448" y="86434"/>
                  </a:lnTo>
                  <a:lnTo>
                    <a:pt x="197921" y="84519"/>
                  </a:lnTo>
                  <a:cubicBezTo>
                    <a:pt x="201116" y="83242"/>
                    <a:pt x="202394" y="79412"/>
                    <a:pt x="200477" y="76220"/>
                  </a:cubicBezTo>
                  <a:cubicBezTo>
                    <a:pt x="200477" y="75582"/>
                    <a:pt x="199838" y="74943"/>
                    <a:pt x="199199" y="74305"/>
                  </a:cubicBezTo>
                  <a:lnTo>
                    <a:pt x="163415" y="39831"/>
                  </a:lnTo>
                  <a:cubicBezTo>
                    <a:pt x="162137" y="38554"/>
                    <a:pt x="160220" y="37916"/>
                    <a:pt x="158304" y="37916"/>
                  </a:cubicBezTo>
                  <a:cubicBezTo>
                    <a:pt x="156386" y="37916"/>
                    <a:pt x="154470" y="39193"/>
                    <a:pt x="153830" y="41108"/>
                  </a:cubicBezTo>
                  <a:lnTo>
                    <a:pt x="132105" y="77497"/>
                  </a:lnTo>
                  <a:cubicBezTo>
                    <a:pt x="131465" y="78774"/>
                    <a:pt x="131465" y="79412"/>
                    <a:pt x="131465" y="80689"/>
                  </a:cubicBezTo>
                  <a:lnTo>
                    <a:pt x="131465" y="108778"/>
                  </a:lnTo>
                  <a:lnTo>
                    <a:pt x="38173" y="108778"/>
                  </a:lnTo>
                  <a:cubicBezTo>
                    <a:pt x="35616" y="108778"/>
                    <a:pt x="33061" y="106863"/>
                    <a:pt x="33061" y="103671"/>
                  </a:cubicBezTo>
                  <a:cubicBezTo>
                    <a:pt x="33061" y="103671"/>
                    <a:pt x="33061" y="103671"/>
                    <a:pt x="33061" y="103671"/>
                  </a:cubicBezTo>
                  <a:lnTo>
                    <a:pt x="33061" y="85796"/>
                  </a:lnTo>
                  <a:cubicBezTo>
                    <a:pt x="33061" y="83242"/>
                    <a:pt x="34978" y="80689"/>
                    <a:pt x="38173" y="80689"/>
                  </a:cubicBezTo>
                  <a:lnTo>
                    <a:pt x="66927" y="80689"/>
                  </a:lnTo>
                  <a:cubicBezTo>
                    <a:pt x="70761" y="80689"/>
                    <a:pt x="73317" y="78135"/>
                    <a:pt x="73317" y="74305"/>
                  </a:cubicBezTo>
                  <a:lnTo>
                    <a:pt x="76512" y="57068"/>
                  </a:lnTo>
                  <a:cubicBezTo>
                    <a:pt x="76512" y="56430"/>
                    <a:pt x="76512" y="56430"/>
                    <a:pt x="76512" y="55791"/>
                  </a:cubicBezTo>
                  <a:cubicBezTo>
                    <a:pt x="76512" y="53238"/>
                    <a:pt x="78429" y="50684"/>
                    <a:pt x="81624" y="50684"/>
                  </a:cubicBezTo>
                  <a:lnTo>
                    <a:pt x="81624" y="50684"/>
                  </a:lnTo>
                  <a:lnTo>
                    <a:pt x="98877" y="50684"/>
                  </a:lnTo>
                  <a:cubicBezTo>
                    <a:pt x="101433" y="50684"/>
                    <a:pt x="103989" y="52599"/>
                    <a:pt x="103989" y="55791"/>
                  </a:cubicBezTo>
                  <a:cubicBezTo>
                    <a:pt x="103989" y="55791"/>
                    <a:pt x="103989" y="55791"/>
                    <a:pt x="103989" y="55791"/>
                  </a:cubicBezTo>
                  <a:cubicBezTo>
                    <a:pt x="103989" y="56430"/>
                    <a:pt x="103989" y="56430"/>
                    <a:pt x="103989" y="57068"/>
                  </a:cubicBezTo>
                  <a:lnTo>
                    <a:pt x="107184" y="74943"/>
                  </a:lnTo>
                  <a:cubicBezTo>
                    <a:pt x="107823" y="77497"/>
                    <a:pt x="109740" y="79412"/>
                    <a:pt x="112296" y="80050"/>
                  </a:cubicBezTo>
                  <a:cubicBezTo>
                    <a:pt x="114852" y="80689"/>
                    <a:pt x="117408" y="78774"/>
                    <a:pt x="118686" y="76858"/>
                  </a:cubicBezTo>
                  <a:lnTo>
                    <a:pt x="151275" y="16849"/>
                  </a:lnTo>
                  <a:lnTo>
                    <a:pt x="211979" y="70474"/>
                  </a:lnTo>
                  <a:cubicBezTo>
                    <a:pt x="211979" y="73028"/>
                    <a:pt x="211979" y="75582"/>
                    <a:pt x="211979" y="78774"/>
                  </a:cubicBezTo>
                  <a:lnTo>
                    <a:pt x="211979" y="78774"/>
                  </a:lnTo>
                  <a:close/>
                </a:path>
              </a:pathLst>
            </a:custGeom>
            <a:solidFill>
              <a:srgbClr val="00A3E0"/>
            </a:solidFill>
            <a:ln w="6390" cap="flat">
              <a:noFill/>
              <a:prstDash val="solid"/>
              <a:miter/>
            </a:ln>
          </p:spPr>
          <p:txBody>
            <a:bodyPr rtlCol="0" anchor="ctr"/>
            <a:lstStyle/>
            <a:p>
              <a:endParaRPr lang="en-US"/>
            </a:p>
          </p:txBody>
        </p:sp>
        <p:sp>
          <p:nvSpPr>
            <p:cNvPr id="418" name="Graphic 4">
              <a:extLst>
                <a:ext uri="{FF2B5EF4-FFF2-40B4-BE49-F238E27FC236}">
                  <a16:creationId xmlns:a16="http://schemas.microsoft.com/office/drawing/2014/main" id="{4A86B17E-A261-494F-8408-00CFA2B67145}"/>
                </a:ext>
              </a:extLst>
            </p:cNvPr>
            <p:cNvSpPr/>
            <p:nvPr/>
          </p:nvSpPr>
          <p:spPr>
            <a:xfrm>
              <a:off x="6900394" y="2527581"/>
              <a:ext cx="22463" cy="22343"/>
            </a:xfrm>
            <a:custGeom>
              <a:avLst/>
              <a:gdLst>
                <a:gd name="connsiteX0" fmla="*/ 14156 w 22463"/>
                <a:gd name="connsiteY0" fmla="*/ 0 h 22343"/>
                <a:gd name="connsiteX1" fmla="*/ 8405 w 22463"/>
                <a:gd name="connsiteY1" fmla="*/ 0 h 22343"/>
                <a:gd name="connsiteX2" fmla="*/ 2015 w 22463"/>
                <a:gd name="connsiteY2" fmla="*/ 5107 h 22343"/>
                <a:gd name="connsiteX3" fmla="*/ 99 w 22463"/>
                <a:gd name="connsiteY3" fmla="*/ 14683 h 22343"/>
                <a:gd name="connsiteX4" fmla="*/ 5210 w 22463"/>
                <a:gd name="connsiteY4" fmla="*/ 22344 h 22343"/>
                <a:gd name="connsiteX5" fmla="*/ 6488 w 22463"/>
                <a:gd name="connsiteY5" fmla="*/ 22344 h 22343"/>
                <a:gd name="connsiteX6" fmla="*/ 16073 w 22463"/>
                <a:gd name="connsiteY6" fmla="*/ 22344 h 22343"/>
                <a:gd name="connsiteX7" fmla="*/ 22463 w 22463"/>
                <a:gd name="connsiteY7" fmla="*/ 15960 h 22343"/>
                <a:gd name="connsiteX8" fmla="*/ 22463 w 22463"/>
                <a:gd name="connsiteY8" fmla="*/ 14683 h 22343"/>
                <a:gd name="connsiteX9" fmla="*/ 20546 w 22463"/>
                <a:gd name="connsiteY9" fmla="*/ 5107 h 22343"/>
                <a:gd name="connsiteX10" fmla="*/ 14156 w 22463"/>
                <a:gd name="connsiteY10" fmla="*/ 0 h 22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463" h="22343">
                  <a:moveTo>
                    <a:pt x="14156" y="0"/>
                  </a:moveTo>
                  <a:lnTo>
                    <a:pt x="8405" y="0"/>
                  </a:lnTo>
                  <a:cubicBezTo>
                    <a:pt x="5210" y="0"/>
                    <a:pt x="2655" y="1915"/>
                    <a:pt x="2015" y="5107"/>
                  </a:cubicBezTo>
                  <a:lnTo>
                    <a:pt x="99" y="14683"/>
                  </a:lnTo>
                  <a:cubicBezTo>
                    <a:pt x="-540" y="17875"/>
                    <a:pt x="2015" y="21706"/>
                    <a:pt x="5210" y="22344"/>
                  </a:cubicBezTo>
                  <a:cubicBezTo>
                    <a:pt x="5850" y="22344"/>
                    <a:pt x="5850" y="22344"/>
                    <a:pt x="6488" y="22344"/>
                  </a:cubicBezTo>
                  <a:lnTo>
                    <a:pt x="16073" y="22344"/>
                  </a:lnTo>
                  <a:cubicBezTo>
                    <a:pt x="19907" y="22344"/>
                    <a:pt x="22463" y="19790"/>
                    <a:pt x="22463" y="15960"/>
                  </a:cubicBezTo>
                  <a:cubicBezTo>
                    <a:pt x="22463" y="15322"/>
                    <a:pt x="22463" y="15322"/>
                    <a:pt x="22463" y="14683"/>
                  </a:cubicBezTo>
                  <a:lnTo>
                    <a:pt x="20546" y="5107"/>
                  </a:lnTo>
                  <a:cubicBezTo>
                    <a:pt x="19907" y="2554"/>
                    <a:pt x="16712" y="0"/>
                    <a:pt x="14156" y="0"/>
                  </a:cubicBezTo>
                  <a:close/>
                </a:path>
              </a:pathLst>
            </a:custGeom>
            <a:solidFill>
              <a:srgbClr val="00A3E0"/>
            </a:solidFill>
            <a:ln w="6390" cap="flat">
              <a:noFill/>
              <a:prstDash val="solid"/>
              <a:miter/>
            </a:ln>
          </p:spPr>
          <p:txBody>
            <a:bodyPr rtlCol="0" anchor="ctr"/>
            <a:lstStyle/>
            <a:p>
              <a:endParaRPr lang="en-US"/>
            </a:p>
          </p:txBody>
        </p:sp>
        <p:sp>
          <p:nvSpPr>
            <p:cNvPr id="419" name="Graphic 4">
              <a:extLst>
                <a:ext uri="{FF2B5EF4-FFF2-40B4-BE49-F238E27FC236}">
                  <a16:creationId xmlns:a16="http://schemas.microsoft.com/office/drawing/2014/main" id="{D08B2D61-D407-4D43-A42A-6984D8657A73}"/>
                </a:ext>
              </a:extLst>
            </p:cNvPr>
            <p:cNvSpPr/>
            <p:nvPr/>
          </p:nvSpPr>
          <p:spPr>
            <a:xfrm>
              <a:off x="6848095" y="2599720"/>
              <a:ext cx="22364" cy="12767"/>
            </a:xfrm>
            <a:custGeom>
              <a:avLst/>
              <a:gdLst>
                <a:gd name="connsiteX0" fmla="*/ 15975 w 22364"/>
                <a:gd name="connsiteY0" fmla="*/ 0 h 12767"/>
                <a:gd name="connsiteX1" fmla="*/ 6390 w 22364"/>
                <a:gd name="connsiteY1" fmla="*/ 0 h 12767"/>
                <a:gd name="connsiteX2" fmla="*/ 0 w 22364"/>
                <a:gd name="connsiteY2" fmla="*/ 6384 h 12767"/>
                <a:gd name="connsiteX3" fmla="*/ 6390 w 22364"/>
                <a:gd name="connsiteY3" fmla="*/ 12768 h 12767"/>
                <a:gd name="connsiteX4" fmla="*/ 15975 w 22364"/>
                <a:gd name="connsiteY4" fmla="*/ 12768 h 12767"/>
                <a:gd name="connsiteX5" fmla="*/ 22365 w 22364"/>
                <a:gd name="connsiteY5" fmla="*/ 6384 h 12767"/>
                <a:gd name="connsiteX6" fmla="*/ 15975 w 2236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64" h="12767">
                  <a:moveTo>
                    <a:pt x="15975" y="0"/>
                  </a:moveTo>
                  <a:lnTo>
                    <a:pt x="6390" y="0"/>
                  </a:lnTo>
                  <a:cubicBezTo>
                    <a:pt x="2556" y="0"/>
                    <a:pt x="0" y="2554"/>
                    <a:pt x="0" y="6384"/>
                  </a:cubicBezTo>
                  <a:cubicBezTo>
                    <a:pt x="0" y="10214"/>
                    <a:pt x="2556" y="12768"/>
                    <a:pt x="6390" y="12768"/>
                  </a:cubicBezTo>
                  <a:lnTo>
                    <a:pt x="15975" y="12768"/>
                  </a:lnTo>
                  <a:cubicBezTo>
                    <a:pt x="19809" y="12768"/>
                    <a:pt x="22365" y="10214"/>
                    <a:pt x="22365" y="6384"/>
                  </a:cubicBezTo>
                  <a:cubicBezTo>
                    <a:pt x="22365" y="2554"/>
                    <a:pt x="19809" y="0"/>
                    <a:pt x="15975" y="0"/>
                  </a:cubicBezTo>
                  <a:close/>
                </a:path>
              </a:pathLst>
            </a:custGeom>
            <a:solidFill>
              <a:srgbClr val="00A3E0"/>
            </a:solidFill>
            <a:ln w="6390" cap="flat">
              <a:noFill/>
              <a:prstDash val="solid"/>
              <a:miter/>
            </a:ln>
          </p:spPr>
          <p:txBody>
            <a:bodyPr rtlCol="0" anchor="ctr"/>
            <a:lstStyle/>
            <a:p>
              <a:endParaRPr lang="en-US"/>
            </a:p>
          </p:txBody>
        </p:sp>
        <p:sp>
          <p:nvSpPr>
            <p:cNvPr id="420" name="Graphic 4">
              <a:extLst>
                <a:ext uri="{FF2B5EF4-FFF2-40B4-BE49-F238E27FC236}">
                  <a16:creationId xmlns:a16="http://schemas.microsoft.com/office/drawing/2014/main" id="{90184214-73FF-3C4D-A0CC-ED93270B11E2}"/>
                </a:ext>
              </a:extLst>
            </p:cNvPr>
            <p:cNvSpPr/>
            <p:nvPr/>
          </p:nvSpPr>
          <p:spPr>
            <a:xfrm>
              <a:off x="6873016" y="2599720"/>
              <a:ext cx="27477" cy="12767"/>
            </a:xfrm>
            <a:custGeom>
              <a:avLst/>
              <a:gdLst>
                <a:gd name="connsiteX0" fmla="*/ 21087 w 27477"/>
                <a:gd name="connsiteY0" fmla="*/ 0 h 12767"/>
                <a:gd name="connsiteX1" fmla="*/ 6390 w 27477"/>
                <a:gd name="connsiteY1" fmla="*/ 0 h 12767"/>
                <a:gd name="connsiteX2" fmla="*/ 0 w 27477"/>
                <a:gd name="connsiteY2" fmla="*/ 6384 h 12767"/>
                <a:gd name="connsiteX3" fmla="*/ 6390 w 27477"/>
                <a:gd name="connsiteY3" fmla="*/ 12768 h 12767"/>
                <a:gd name="connsiteX4" fmla="*/ 21087 w 27477"/>
                <a:gd name="connsiteY4" fmla="*/ 12768 h 12767"/>
                <a:gd name="connsiteX5" fmla="*/ 27477 w 27477"/>
                <a:gd name="connsiteY5" fmla="*/ 6384 h 12767"/>
                <a:gd name="connsiteX6" fmla="*/ 21087 w 27477"/>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77" h="12767">
                  <a:moveTo>
                    <a:pt x="21087" y="0"/>
                  </a:moveTo>
                  <a:lnTo>
                    <a:pt x="6390" y="0"/>
                  </a:lnTo>
                  <a:cubicBezTo>
                    <a:pt x="2556" y="0"/>
                    <a:pt x="0" y="2554"/>
                    <a:pt x="0" y="6384"/>
                  </a:cubicBezTo>
                  <a:cubicBezTo>
                    <a:pt x="0" y="10214"/>
                    <a:pt x="2556" y="12768"/>
                    <a:pt x="6390" y="12768"/>
                  </a:cubicBezTo>
                  <a:lnTo>
                    <a:pt x="21087" y="12768"/>
                  </a:lnTo>
                  <a:cubicBezTo>
                    <a:pt x="24921" y="12768"/>
                    <a:pt x="27477" y="10214"/>
                    <a:pt x="27477" y="6384"/>
                  </a:cubicBezTo>
                  <a:cubicBezTo>
                    <a:pt x="27477" y="2554"/>
                    <a:pt x="24282" y="0"/>
                    <a:pt x="21087" y="0"/>
                  </a:cubicBezTo>
                  <a:close/>
                </a:path>
              </a:pathLst>
            </a:custGeom>
            <a:solidFill>
              <a:srgbClr val="00A3E0"/>
            </a:solidFill>
            <a:ln w="6390" cap="flat">
              <a:noFill/>
              <a:prstDash val="solid"/>
              <a:miter/>
            </a:ln>
          </p:spPr>
          <p:txBody>
            <a:bodyPr rtlCol="0" anchor="ctr"/>
            <a:lstStyle/>
            <a:p>
              <a:endParaRPr lang="en-US"/>
            </a:p>
          </p:txBody>
        </p:sp>
        <p:sp>
          <p:nvSpPr>
            <p:cNvPr id="421" name="Graphic 4">
              <a:extLst>
                <a:ext uri="{FF2B5EF4-FFF2-40B4-BE49-F238E27FC236}">
                  <a16:creationId xmlns:a16="http://schemas.microsoft.com/office/drawing/2014/main" id="{3F028F77-7493-214F-9A94-2D0A10A2DDF5}"/>
                </a:ext>
              </a:extLst>
            </p:cNvPr>
            <p:cNvSpPr/>
            <p:nvPr/>
          </p:nvSpPr>
          <p:spPr>
            <a:xfrm>
              <a:off x="6902409" y="2599720"/>
              <a:ext cx="27477" cy="12767"/>
            </a:xfrm>
            <a:custGeom>
              <a:avLst/>
              <a:gdLst>
                <a:gd name="connsiteX0" fmla="*/ 21087 w 27477"/>
                <a:gd name="connsiteY0" fmla="*/ 0 h 12767"/>
                <a:gd name="connsiteX1" fmla="*/ 6390 w 27477"/>
                <a:gd name="connsiteY1" fmla="*/ 0 h 12767"/>
                <a:gd name="connsiteX2" fmla="*/ 0 w 27477"/>
                <a:gd name="connsiteY2" fmla="*/ 6384 h 12767"/>
                <a:gd name="connsiteX3" fmla="*/ 6390 w 27477"/>
                <a:gd name="connsiteY3" fmla="*/ 12768 h 12767"/>
                <a:gd name="connsiteX4" fmla="*/ 21087 w 27477"/>
                <a:gd name="connsiteY4" fmla="*/ 12768 h 12767"/>
                <a:gd name="connsiteX5" fmla="*/ 27477 w 27477"/>
                <a:gd name="connsiteY5" fmla="*/ 6384 h 12767"/>
                <a:gd name="connsiteX6" fmla="*/ 21087 w 27477"/>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77" h="12767">
                  <a:moveTo>
                    <a:pt x="21087" y="0"/>
                  </a:moveTo>
                  <a:lnTo>
                    <a:pt x="6390" y="0"/>
                  </a:lnTo>
                  <a:cubicBezTo>
                    <a:pt x="2556" y="0"/>
                    <a:pt x="0" y="2554"/>
                    <a:pt x="0" y="6384"/>
                  </a:cubicBezTo>
                  <a:cubicBezTo>
                    <a:pt x="0" y="10214"/>
                    <a:pt x="2556" y="12768"/>
                    <a:pt x="6390" y="12768"/>
                  </a:cubicBezTo>
                  <a:lnTo>
                    <a:pt x="21087" y="12768"/>
                  </a:lnTo>
                  <a:cubicBezTo>
                    <a:pt x="24921" y="12768"/>
                    <a:pt x="27477" y="10214"/>
                    <a:pt x="27477" y="6384"/>
                  </a:cubicBezTo>
                  <a:cubicBezTo>
                    <a:pt x="27477" y="2554"/>
                    <a:pt x="24921" y="0"/>
                    <a:pt x="21087" y="0"/>
                  </a:cubicBezTo>
                  <a:close/>
                </a:path>
              </a:pathLst>
            </a:custGeom>
            <a:solidFill>
              <a:srgbClr val="00A3E0"/>
            </a:solidFill>
            <a:ln w="6390" cap="flat">
              <a:noFill/>
              <a:prstDash val="solid"/>
              <a:miter/>
            </a:ln>
          </p:spPr>
          <p:txBody>
            <a:bodyPr rtlCol="0" anchor="ctr"/>
            <a:lstStyle/>
            <a:p>
              <a:endParaRPr lang="en-US"/>
            </a:p>
          </p:txBody>
        </p:sp>
        <p:sp>
          <p:nvSpPr>
            <p:cNvPr id="422" name="Graphic 4">
              <a:extLst>
                <a:ext uri="{FF2B5EF4-FFF2-40B4-BE49-F238E27FC236}">
                  <a16:creationId xmlns:a16="http://schemas.microsoft.com/office/drawing/2014/main" id="{C926732D-0BF5-5D43-89E6-7E70A5FB40E0}"/>
                </a:ext>
              </a:extLst>
            </p:cNvPr>
            <p:cNvSpPr/>
            <p:nvPr/>
          </p:nvSpPr>
          <p:spPr>
            <a:xfrm>
              <a:off x="6931804" y="2599720"/>
              <a:ext cx="22364" cy="12767"/>
            </a:xfrm>
            <a:custGeom>
              <a:avLst/>
              <a:gdLst>
                <a:gd name="connsiteX0" fmla="*/ 15975 w 22364"/>
                <a:gd name="connsiteY0" fmla="*/ 0 h 12767"/>
                <a:gd name="connsiteX1" fmla="*/ 6390 w 22364"/>
                <a:gd name="connsiteY1" fmla="*/ 0 h 12767"/>
                <a:gd name="connsiteX2" fmla="*/ 0 w 22364"/>
                <a:gd name="connsiteY2" fmla="*/ 6384 h 12767"/>
                <a:gd name="connsiteX3" fmla="*/ 6390 w 22364"/>
                <a:gd name="connsiteY3" fmla="*/ 12768 h 12767"/>
                <a:gd name="connsiteX4" fmla="*/ 15975 w 22364"/>
                <a:gd name="connsiteY4" fmla="*/ 12768 h 12767"/>
                <a:gd name="connsiteX5" fmla="*/ 22365 w 22364"/>
                <a:gd name="connsiteY5" fmla="*/ 6384 h 12767"/>
                <a:gd name="connsiteX6" fmla="*/ 15975 w 2236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64" h="12767">
                  <a:moveTo>
                    <a:pt x="15975" y="0"/>
                  </a:moveTo>
                  <a:lnTo>
                    <a:pt x="6390" y="0"/>
                  </a:lnTo>
                  <a:cubicBezTo>
                    <a:pt x="2555" y="0"/>
                    <a:pt x="0" y="2554"/>
                    <a:pt x="0" y="6384"/>
                  </a:cubicBezTo>
                  <a:cubicBezTo>
                    <a:pt x="0" y="10214"/>
                    <a:pt x="2555" y="12768"/>
                    <a:pt x="6390" y="12768"/>
                  </a:cubicBezTo>
                  <a:lnTo>
                    <a:pt x="15975" y="12768"/>
                  </a:lnTo>
                  <a:cubicBezTo>
                    <a:pt x="19809" y="12768"/>
                    <a:pt x="22365" y="10214"/>
                    <a:pt x="22365" y="6384"/>
                  </a:cubicBezTo>
                  <a:cubicBezTo>
                    <a:pt x="22365" y="2554"/>
                    <a:pt x="19809" y="0"/>
                    <a:pt x="15975" y="0"/>
                  </a:cubicBezTo>
                  <a:close/>
                </a:path>
              </a:pathLst>
            </a:custGeom>
            <a:solidFill>
              <a:srgbClr val="00A3E0"/>
            </a:solidFill>
            <a:ln w="6390" cap="flat">
              <a:noFill/>
              <a:prstDash val="solid"/>
              <a:miter/>
            </a:ln>
          </p:spPr>
          <p:txBody>
            <a:bodyPr rtlCol="0" anchor="ctr"/>
            <a:lstStyle/>
            <a:p>
              <a:endParaRPr lang="en-US"/>
            </a:p>
          </p:txBody>
        </p:sp>
      </p:grpSp>
      <p:grpSp>
        <p:nvGrpSpPr>
          <p:cNvPr id="423" name="Graphic 4">
            <a:extLst>
              <a:ext uri="{FF2B5EF4-FFF2-40B4-BE49-F238E27FC236}">
                <a16:creationId xmlns:a16="http://schemas.microsoft.com/office/drawing/2014/main" id="{1578F6A0-2489-0041-BC50-B7D0047AC7DC}"/>
              </a:ext>
            </a:extLst>
          </p:cNvPr>
          <p:cNvGrpSpPr>
            <a:grpSpLocks noChangeAspect="1"/>
          </p:cNvGrpSpPr>
          <p:nvPr/>
        </p:nvGrpSpPr>
        <p:grpSpPr>
          <a:xfrm>
            <a:off x="2559808" y="2855717"/>
            <a:ext cx="362313" cy="361971"/>
            <a:chOff x="2559808" y="2855717"/>
            <a:chExt cx="362313" cy="361971"/>
          </a:xfrm>
          <a:solidFill>
            <a:srgbClr val="0076A8"/>
          </a:solidFill>
        </p:grpSpPr>
        <p:sp>
          <p:nvSpPr>
            <p:cNvPr id="424" name="Graphic 4">
              <a:extLst>
                <a:ext uri="{FF2B5EF4-FFF2-40B4-BE49-F238E27FC236}">
                  <a16:creationId xmlns:a16="http://schemas.microsoft.com/office/drawing/2014/main" id="{36973740-8280-1A4F-B895-60C22B0DEFA7}"/>
                </a:ext>
              </a:extLst>
            </p:cNvPr>
            <p:cNvSpPr/>
            <p:nvPr/>
          </p:nvSpPr>
          <p:spPr>
            <a:xfrm>
              <a:off x="2559808" y="285571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362309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29 w 362313"/>
                <a:gd name="connsiteY9" fmla="*/ 180667 h 361971"/>
                <a:gd name="connsiteX10" fmla="*/ 349529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6"/>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1076"/>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50168" y="273234"/>
                    <a:pt x="274767" y="348565"/>
                    <a:pt x="181474" y="349204"/>
                  </a:cubicBezTo>
                  <a:close/>
                </a:path>
              </a:pathLst>
            </a:custGeom>
            <a:solidFill>
              <a:srgbClr val="0076A8"/>
            </a:solidFill>
            <a:ln w="6390" cap="flat">
              <a:noFill/>
              <a:prstDash val="solid"/>
              <a:miter/>
            </a:ln>
          </p:spPr>
          <p:txBody>
            <a:bodyPr rtlCol="0" anchor="ctr"/>
            <a:lstStyle/>
            <a:p>
              <a:endParaRPr lang="en-US"/>
            </a:p>
          </p:txBody>
        </p:sp>
        <p:sp>
          <p:nvSpPr>
            <p:cNvPr id="425" name="Graphic 4">
              <a:extLst>
                <a:ext uri="{FF2B5EF4-FFF2-40B4-BE49-F238E27FC236}">
                  <a16:creationId xmlns:a16="http://schemas.microsoft.com/office/drawing/2014/main" id="{99695165-A975-7444-820D-1FDB4CEF4422}"/>
                </a:ext>
              </a:extLst>
            </p:cNvPr>
            <p:cNvSpPr/>
            <p:nvPr/>
          </p:nvSpPr>
          <p:spPr>
            <a:xfrm>
              <a:off x="2722113" y="2995527"/>
              <a:ext cx="38339" cy="12767"/>
            </a:xfrm>
            <a:custGeom>
              <a:avLst/>
              <a:gdLst>
                <a:gd name="connsiteX0" fmla="*/ 38340 w 38339"/>
                <a:gd name="connsiteY0" fmla="*/ 6384 h 12767"/>
                <a:gd name="connsiteX1" fmla="*/ 31950 w 38339"/>
                <a:gd name="connsiteY1" fmla="*/ 0 h 12767"/>
                <a:gd name="connsiteX2" fmla="*/ 6390 w 38339"/>
                <a:gd name="connsiteY2" fmla="*/ 0 h 12767"/>
                <a:gd name="connsiteX3" fmla="*/ 0 w 38339"/>
                <a:gd name="connsiteY3" fmla="*/ 6384 h 12767"/>
                <a:gd name="connsiteX4" fmla="*/ 6390 w 38339"/>
                <a:gd name="connsiteY4" fmla="*/ 12768 h 12767"/>
                <a:gd name="connsiteX5" fmla="*/ 31950 w 38339"/>
                <a:gd name="connsiteY5" fmla="*/ 12768 h 12767"/>
                <a:gd name="connsiteX6" fmla="*/ 38340 w 38339"/>
                <a:gd name="connsiteY6" fmla="*/ 638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339" h="12767">
                  <a:moveTo>
                    <a:pt x="38340" y="6384"/>
                  </a:moveTo>
                  <a:cubicBezTo>
                    <a:pt x="38340" y="2554"/>
                    <a:pt x="35784" y="0"/>
                    <a:pt x="31950" y="0"/>
                  </a:cubicBezTo>
                  <a:lnTo>
                    <a:pt x="6390" y="0"/>
                  </a:lnTo>
                  <a:cubicBezTo>
                    <a:pt x="2556" y="0"/>
                    <a:pt x="0" y="2554"/>
                    <a:pt x="0" y="6384"/>
                  </a:cubicBezTo>
                  <a:cubicBezTo>
                    <a:pt x="0" y="10214"/>
                    <a:pt x="2556" y="12768"/>
                    <a:pt x="6390" y="12768"/>
                  </a:cubicBezTo>
                  <a:lnTo>
                    <a:pt x="31950" y="12768"/>
                  </a:lnTo>
                  <a:cubicBezTo>
                    <a:pt x="35784" y="12768"/>
                    <a:pt x="38340" y="10214"/>
                    <a:pt x="38340" y="6384"/>
                  </a:cubicBezTo>
                  <a:close/>
                </a:path>
              </a:pathLst>
            </a:custGeom>
            <a:solidFill>
              <a:srgbClr val="0076A8"/>
            </a:solidFill>
            <a:ln w="6390" cap="flat">
              <a:noFill/>
              <a:prstDash val="solid"/>
              <a:miter/>
            </a:ln>
          </p:spPr>
          <p:txBody>
            <a:bodyPr rtlCol="0" anchor="ctr"/>
            <a:lstStyle/>
            <a:p>
              <a:endParaRPr lang="en-US"/>
            </a:p>
          </p:txBody>
        </p:sp>
        <p:sp>
          <p:nvSpPr>
            <p:cNvPr id="426" name="Graphic 4">
              <a:extLst>
                <a:ext uri="{FF2B5EF4-FFF2-40B4-BE49-F238E27FC236}">
                  <a16:creationId xmlns:a16="http://schemas.microsoft.com/office/drawing/2014/main" id="{EED152C2-9E01-AD45-A3D8-2432EC522ECD}"/>
                </a:ext>
              </a:extLst>
            </p:cNvPr>
            <p:cNvSpPr/>
            <p:nvPr/>
          </p:nvSpPr>
          <p:spPr>
            <a:xfrm>
              <a:off x="2671632" y="3087456"/>
              <a:ext cx="38339" cy="12767"/>
            </a:xfrm>
            <a:custGeom>
              <a:avLst/>
              <a:gdLst>
                <a:gd name="connsiteX0" fmla="*/ 6390 w 38339"/>
                <a:gd name="connsiteY0" fmla="*/ 12768 h 12767"/>
                <a:gd name="connsiteX1" fmla="*/ 31950 w 38339"/>
                <a:gd name="connsiteY1" fmla="*/ 12768 h 12767"/>
                <a:gd name="connsiteX2" fmla="*/ 38340 w 38339"/>
                <a:gd name="connsiteY2" fmla="*/ 6384 h 12767"/>
                <a:gd name="connsiteX3" fmla="*/ 31950 w 38339"/>
                <a:gd name="connsiteY3" fmla="*/ 0 h 12767"/>
                <a:gd name="connsiteX4" fmla="*/ 6390 w 38339"/>
                <a:gd name="connsiteY4" fmla="*/ 0 h 12767"/>
                <a:gd name="connsiteX5" fmla="*/ 0 w 38339"/>
                <a:gd name="connsiteY5" fmla="*/ 6384 h 12767"/>
                <a:gd name="connsiteX6" fmla="*/ 6390 w 38339"/>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339" h="12767">
                  <a:moveTo>
                    <a:pt x="6390" y="12768"/>
                  </a:moveTo>
                  <a:lnTo>
                    <a:pt x="31950" y="12768"/>
                  </a:lnTo>
                  <a:cubicBezTo>
                    <a:pt x="35784" y="12768"/>
                    <a:pt x="38340" y="10214"/>
                    <a:pt x="38340" y="6384"/>
                  </a:cubicBezTo>
                  <a:cubicBezTo>
                    <a:pt x="38340" y="2554"/>
                    <a:pt x="35784" y="0"/>
                    <a:pt x="31950" y="0"/>
                  </a:cubicBezTo>
                  <a:lnTo>
                    <a:pt x="6390" y="0"/>
                  </a:lnTo>
                  <a:cubicBezTo>
                    <a:pt x="2556" y="0"/>
                    <a:pt x="0" y="2554"/>
                    <a:pt x="0" y="6384"/>
                  </a:cubicBezTo>
                  <a:cubicBezTo>
                    <a:pt x="0" y="10214"/>
                    <a:pt x="3195" y="12768"/>
                    <a:pt x="6390" y="12768"/>
                  </a:cubicBezTo>
                  <a:close/>
                </a:path>
              </a:pathLst>
            </a:custGeom>
            <a:solidFill>
              <a:srgbClr val="0076A8"/>
            </a:solidFill>
            <a:ln w="6390" cap="flat">
              <a:noFill/>
              <a:prstDash val="solid"/>
              <a:miter/>
            </a:ln>
          </p:spPr>
          <p:txBody>
            <a:bodyPr rtlCol="0" anchor="ctr"/>
            <a:lstStyle/>
            <a:p>
              <a:endParaRPr lang="en-US"/>
            </a:p>
          </p:txBody>
        </p:sp>
        <p:sp>
          <p:nvSpPr>
            <p:cNvPr id="427" name="Graphic 4">
              <a:extLst>
                <a:ext uri="{FF2B5EF4-FFF2-40B4-BE49-F238E27FC236}">
                  <a16:creationId xmlns:a16="http://schemas.microsoft.com/office/drawing/2014/main" id="{6C0A90C8-92AC-3747-AABC-6D86CF459B73}"/>
                </a:ext>
              </a:extLst>
            </p:cNvPr>
            <p:cNvSpPr/>
            <p:nvPr/>
          </p:nvSpPr>
          <p:spPr>
            <a:xfrm>
              <a:off x="2671632" y="3065112"/>
              <a:ext cx="38339" cy="12767"/>
            </a:xfrm>
            <a:custGeom>
              <a:avLst/>
              <a:gdLst>
                <a:gd name="connsiteX0" fmla="*/ 6390 w 38339"/>
                <a:gd name="connsiteY0" fmla="*/ 12768 h 12767"/>
                <a:gd name="connsiteX1" fmla="*/ 31950 w 38339"/>
                <a:gd name="connsiteY1" fmla="*/ 12768 h 12767"/>
                <a:gd name="connsiteX2" fmla="*/ 38340 w 38339"/>
                <a:gd name="connsiteY2" fmla="*/ 6384 h 12767"/>
                <a:gd name="connsiteX3" fmla="*/ 31950 w 38339"/>
                <a:gd name="connsiteY3" fmla="*/ 0 h 12767"/>
                <a:gd name="connsiteX4" fmla="*/ 6390 w 38339"/>
                <a:gd name="connsiteY4" fmla="*/ 0 h 12767"/>
                <a:gd name="connsiteX5" fmla="*/ 0 w 38339"/>
                <a:gd name="connsiteY5" fmla="*/ 6384 h 12767"/>
                <a:gd name="connsiteX6" fmla="*/ 6390 w 38339"/>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339" h="12767">
                  <a:moveTo>
                    <a:pt x="6390" y="12768"/>
                  </a:moveTo>
                  <a:lnTo>
                    <a:pt x="31950" y="12768"/>
                  </a:lnTo>
                  <a:cubicBezTo>
                    <a:pt x="35784" y="12768"/>
                    <a:pt x="38340" y="10214"/>
                    <a:pt x="38340" y="6384"/>
                  </a:cubicBezTo>
                  <a:cubicBezTo>
                    <a:pt x="38340" y="2554"/>
                    <a:pt x="35784" y="0"/>
                    <a:pt x="31950" y="0"/>
                  </a:cubicBezTo>
                  <a:lnTo>
                    <a:pt x="6390" y="0"/>
                  </a:lnTo>
                  <a:cubicBezTo>
                    <a:pt x="2556" y="0"/>
                    <a:pt x="0" y="2554"/>
                    <a:pt x="0" y="6384"/>
                  </a:cubicBezTo>
                  <a:cubicBezTo>
                    <a:pt x="0" y="10214"/>
                    <a:pt x="3195" y="12768"/>
                    <a:pt x="6390" y="12768"/>
                  </a:cubicBezTo>
                  <a:close/>
                </a:path>
              </a:pathLst>
            </a:custGeom>
            <a:solidFill>
              <a:srgbClr val="0076A8"/>
            </a:solidFill>
            <a:ln w="6390" cap="flat">
              <a:noFill/>
              <a:prstDash val="solid"/>
              <a:miter/>
            </a:ln>
          </p:spPr>
          <p:txBody>
            <a:bodyPr rtlCol="0" anchor="ctr"/>
            <a:lstStyle/>
            <a:p>
              <a:endParaRPr lang="en-US"/>
            </a:p>
          </p:txBody>
        </p:sp>
        <p:sp>
          <p:nvSpPr>
            <p:cNvPr id="428" name="Graphic 4">
              <a:extLst>
                <a:ext uri="{FF2B5EF4-FFF2-40B4-BE49-F238E27FC236}">
                  <a16:creationId xmlns:a16="http://schemas.microsoft.com/office/drawing/2014/main" id="{DA1220DE-625C-6442-A0C4-8831E84B85C8}"/>
                </a:ext>
              </a:extLst>
            </p:cNvPr>
            <p:cNvSpPr/>
            <p:nvPr/>
          </p:nvSpPr>
          <p:spPr>
            <a:xfrm>
              <a:off x="2671632" y="3042130"/>
              <a:ext cx="38339" cy="12767"/>
            </a:xfrm>
            <a:custGeom>
              <a:avLst/>
              <a:gdLst>
                <a:gd name="connsiteX0" fmla="*/ 6390 w 38339"/>
                <a:gd name="connsiteY0" fmla="*/ 12768 h 12767"/>
                <a:gd name="connsiteX1" fmla="*/ 31950 w 38339"/>
                <a:gd name="connsiteY1" fmla="*/ 12768 h 12767"/>
                <a:gd name="connsiteX2" fmla="*/ 38340 w 38339"/>
                <a:gd name="connsiteY2" fmla="*/ 6384 h 12767"/>
                <a:gd name="connsiteX3" fmla="*/ 31950 w 38339"/>
                <a:gd name="connsiteY3" fmla="*/ 0 h 12767"/>
                <a:gd name="connsiteX4" fmla="*/ 6390 w 38339"/>
                <a:gd name="connsiteY4" fmla="*/ 0 h 12767"/>
                <a:gd name="connsiteX5" fmla="*/ 0 w 38339"/>
                <a:gd name="connsiteY5" fmla="*/ 6384 h 12767"/>
                <a:gd name="connsiteX6" fmla="*/ 6390 w 38339"/>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339" h="12767">
                  <a:moveTo>
                    <a:pt x="6390" y="12768"/>
                  </a:moveTo>
                  <a:lnTo>
                    <a:pt x="31950" y="12768"/>
                  </a:lnTo>
                  <a:cubicBezTo>
                    <a:pt x="35784" y="12768"/>
                    <a:pt x="38340" y="10214"/>
                    <a:pt x="38340" y="6384"/>
                  </a:cubicBezTo>
                  <a:cubicBezTo>
                    <a:pt x="38340" y="2554"/>
                    <a:pt x="35784" y="0"/>
                    <a:pt x="31950" y="0"/>
                  </a:cubicBezTo>
                  <a:lnTo>
                    <a:pt x="6390" y="0"/>
                  </a:lnTo>
                  <a:cubicBezTo>
                    <a:pt x="2556" y="0"/>
                    <a:pt x="0" y="2554"/>
                    <a:pt x="0" y="6384"/>
                  </a:cubicBezTo>
                  <a:cubicBezTo>
                    <a:pt x="0" y="10214"/>
                    <a:pt x="3195" y="12768"/>
                    <a:pt x="6390" y="12768"/>
                  </a:cubicBezTo>
                  <a:close/>
                </a:path>
              </a:pathLst>
            </a:custGeom>
            <a:solidFill>
              <a:srgbClr val="0076A8"/>
            </a:solidFill>
            <a:ln w="6390" cap="flat">
              <a:noFill/>
              <a:prstDash val="solid"/>
              <a:miter/>
            </a:ln>
          </p:spPr>
          <p:txBody>
            <a:bodyPr rtlCol="0" anchor="ctr"/>
            <a:lstStyle/>
            <a:p>
              <a:endParaRPr lang="en-US"/>
            </a:p>
          </p:txBody>
        </p:sp>
        <p:sp>
          <p:nvSpPr>
            <p:cNvPr id="429" name="Graphic 4">
              <a:extLst>
                <a:ext uri="{FF2B5EF4-FFF2-40B4-BE49-F238E27FC236}">
                  <a16:creationId xmlns:a16="http://schemas.microsoft.com/office/drawing/2014/main" id="{36CEC284-7605-EF42-9D20-92B67C455354}"/>
                </a:ext>
              </a:extLst>
            </p:cNvPr>
            <p:cNvSpPr/>
            <p:nvPr/>
          </p:nvSpPr>
          <p:spPr>
            <a:xfrm>
              <a:off x="2645433" y="2927218"/>
              <a:ext cx="191698" cy="218970"/>
            </a:xfrm>
            <a:custGeom>
              <a:avLst/>
              <a:gdLst>
                <a:gd name="connsiteX0" fmla="*/ 185308 w 191698"/>
                <a:gd name="connsiteY0" fmla="*/ 114912 h 218970"/>
                <a:gd name="connsiteX1" fmla="*/ 140579 w 191698"/>
                <a:gd name="connsiteY1" fmla="*/ 114912 h 218970"/>
                <a:gd name="connsiteX2" fmla="*/ 140579 w 191698"/>
                <a:gd name="connsiteY2" fmla="*/ 52349 h 218970"/>
                <a:gd name="connsiteX3" fmla="*/ 134189 w 191698"/>
                <a:gd name="connsiteY3" fmla="*/ 45965 h 218970"/>
                <a:gd name="connsiteX4" fmla="*/ 121409 w 191698"/>
                <a:gd name="connsiteY4" fmla="*/ 45965 h 218970"/>
                <a:gd name="connsiteX5" fmla="*/ 121409 w 191698"/>
                <a:gd name="connsiteY5" fmla="*/ 29366 h 218970"/>
                <a:gd name="connsiteX6" fmla="*/ 115019 w 191698"/>
                <a:gd name="connsiteY6" fmla="*/ 22982 h 218970"/>
                <a:gd name="connsiteX7" fmla="*/ 111824 w 191698"/>
                <a:gd name="connsiteY7" fmla="*/ 22982 h 218970"/>
                <a:gd name="connsiteX8" fmla="*/ 111824 w 191698"/>
                <a:gd name="connsiteY8" fmla="*/ 6384 h 218970"/>
                <a:gd name="connsiteX9" fmla="*/ 105434 w 191698"/>
                <a:gd name="connsiteY9" fmla="*/ 0 h 218970"/>
                <a:gd name="connsiteX10" fmla="*/ 86264 w 191698"/>
                <a:gd name="connsiteY10" fmla="*/ 0 h 218970"/>
                <a:gd name="connsiteX11" fmla="*/ 79874 w 191698"/>
                <a:gd name="connsiteY11" fmla="*/ 6384 h 218970"/>
                <a:gd name="connsiteX12" fmla="*/ 79874 w 191698"/>
                <a:gd name="connsiteY12" fmla="*/ 22982 h 218970"/>
                <a:gd name="connsiteX13" fmla="*/ 76679 w 191698"/>
                <a:gd name="connsiteY13" fmla="*/ 22982 h 218970"/>
                <a:gd name="connsiteX14" fmla="*/ 70289 w 191698"/>
                <a:gd name="connsiteY14" fmla="*/ 29366 h 218970"/>
                <a:gd name="connsiteX15" fmla="*/ 70289 w 191698"/>
                <a:gd name="connsiteY15" fmla="*/ 45965 h 218970"/>
                <a:gd name="connsiteX16" fmla="*/ 57509 w 191698"/>
                <a:gd name="connsiteY16" fmla="*/ 45965 h 218970"/>
                <a:gd name="connsiteX17" fmla="*/ 51119 w 191698"/>
                <a:gd name="connsiteY17" fmla="*/ 52349 h 218970"/>
                <a:gd name="connsiteX18" fmla="*/ 51119 w 191698"/>
                <a:gd name="connsiteY18" fmla="*/ 91929 h 218970"/>
                <a:gd name="connsiteX19" fmla="*/ 6390 w 191698"/>
                <a:gd name="connsiteY19" fmla="*/ 91929 h 218970"/>
                <a:gd name="connsiteX20" fmla="*/ 0 w 191698"/>
                <a:gd name="connsiteY20" fmla="*/ 98313 h 218970"/>
                <a:gd name="connsiteX21" fmla="*/ 0 w 191698"/>
                <a:gd name="connsiteY21" fmla="*/ 212587 h 218970"/>
                <a:gd name="connsiteX22" fmla="*/ 6390 w 191698"/>
                <a:gd name="connsiteY22" fmla="*/ 218971 h 218970"/>
                <a:gd name="connsiteX23" fmla="*/ 185308 w 191698"/>
                <a:gd name="connsiteY23" fmla="*/ 218971 h 218970"/>
                <a:gd name="connsiteX24" fmla="*/ 191698 w 191698"/>
                <a:gd name="connsiteY24" fmla="*/ 212587 h 218970"/>
                <a:gd name="connsiteX25" fmla="*/ 191698 w 191698"/>
                <a:gd name="connsiteY25" fmla="*/ 121296 h 218970"/>
                <a:gd name="connsiteX26" fmla="*/ 185308 w 191698"/>
                <a:gd name="connsiteY26" fmla="*/ 114912 h 218970"/>
                <a:gd name="connsiteX27" fmla="*/ 93293 w 191698"/>
                <a:gd name="connsiteY27" fmla="*/ 12768 h 218970"/>
                <a:gd name="connsiteX28" fmla="*/ 99683 w 191698"/>
                <a:gd name="connsiteY28" fmla="*/ 12768 h 218970"/>
                <a:gd name="connsiteX29" fmla="*/ 99683 w 191698"/>
                <a:gd name="connsiteY29" fmla="*/ 22982 h 218970"/>
                <a:gd name="connsiteX30" fmla="*/ 93293 w 191698"/>
                <a:gd name="connsiteY30" fmla="*/ 22982 h 218970"/>
                <a:gd name="connsiteX31" fmla="*/ 93293 w 191698"/>
                <a:gd name="connsiteY31" fmla="*/ 12768 h 218970"/>
                <a:gd name="connsiteX32" fmla="*/ 83708 w 191698"/>
                <a:gd name="connsiteY32" fmla="*/ 35750 h 218970"/>
                <a:gd name="connsiteX33" fmla="*/ 109268 w 191698"/>
                <a:gd name="connsiteY33" fmla="*/ 35750 h 218970"/>
                <a:gd name="connsiteX34" fmla="*/ 109268 w 191698"/>
                <a:gd name="connsiteY34" fmla="*/ 45965 h 218970"/>
                <a:gd name="connsiteX35" fmla="*/ 83708 w 191698"/>
                <a:gd name="connsiteY35" fmla="*/ 45965 h 218970"/>
                <a:gd name="connsiteX36" fmla="*/ 83708 w 191698"/>
                <a:gd name="connsiteY36" fmla="*/ 35750 h 218970"/>
                <a:gd name="connsiteX37" fmla="*/ 14058 w 191698"/>
                <a:gd name="connsiteY37" fmla="*/ 104059 h 218970"/>
                <a:gd name="connsiteX38" fmla="*/ 77318 w 191698"/>
                <a:gd name="connsiteY38" fmla="*/ 104059 h 218970"/>
                <a:gd name="connsiteX39" fmla="*/ 77318 w 191698"/>
                <a:gd name="connsiteY39" fmla="*/ 205564 h 218970"/>
                <a:gd name="connsiteX40" fmla="*/ 38979 w 191698"/>
                <a:gd name="connsiteY40" fmla="*/ 205564 h 218970"/>
                <a:gd name="connsiteX41" fmla="*/ 38979 w 191698"/>
                <a:gd name="connsiteY41" fmla="*/ 189604 h 218970"/>
                <a:gd name="connsiteX42" fmla="*/ 32589 w 191698"/>
                <a:gd name="connsiteY42" fmla="*/ 183220 h 218970"/>
                <a:gd name="connsiteX43" fmla="*/ 26199 w 191698"/>
                <a:gd name="connsiteY43" fmla="*/ 189604 h 218970"/>
                <a:gd name="connsiteX44" fmla="*/ 26199 w 191698"/>
                <a:gd name="connsiteY44" fmla="*/ 205564 h 218970"/>
                <a:gd name="connsiteX45" fmla="*/ 13419 w 191698"/>
                <a:gd name="connsiteY45" fmla="*/ 205564 h 218970"/>
                <a:gd name="connsiteX46" fmla="*/ 14058 w 191698"/>
                <a:gd name="connsiteY46" fmla="*/ 104059 h 218970"/>
                <a:gd name="connsiteX47" fmla="*/ 102239 w 191698"/>
                <a:gd name="connsiteY47" fmla="*/ 121296 h 218970"/>
                <a:gd name="connsiteX48" fmla="*/ 102239 w 191698"/>
                <a:gd name="connsiteY48" fmla="*/ 206203 h 218970"/>
                <a:gd name="connsiteX49" fmla="*/ 89459 w 191698"/>
                <a:gd name="connsiteY49" fmla="*/ 206203 h 218970"/>
                <a:gd name="connsiteX50" fmla="*/ 89459 w 191698"/>
                <a:gd name="connsiteY50" fmla="*/ 98313 h 218970"/>
                <a:gd name="connsiteX51" fmla="*/ 83069 w 191698"/>
                <a:gd name="connsiteY51" fmla="*/ 91929 h 218970"/>
                <a:gd name="connsiteX52" fmla="*/ 63899 w 191698"/>
                <a:gd name="connsiteY52" fmla="*/ 91929 h 218970"/>
                <a:gd name="connsiteX53" fmla="*/ 63899 w 191698"/>
                <a:gd name="connsiteY53" fmla="*/ 58733 h 218970"/>
                <a:gd name="connsiteX54" fmla="*/ 127799 w 191698"/>
                <a:gd name="connsiteY54" fmla="*/ 58733 h 218970"/>
                <a:gd name="connsiteX55" fmla="*/ 127799 w 191698"/>
                <a:gd name="connsiteY55" fmla="*/ 114912 h 218970"/>
                <a:gd name="connsiteX56" fmla="*/ 108629 w 191698"/>
                <a:gd name="connsiteY56" fmla="*/ 114912 h 218970"/>
                <a:gd name="connsiteX57" fmla="*/ 102239 w 191698"/>
                <a:gd name="connsiteY57" fmla="*/ 121296 h 218970"/>
                <a:gd name="connsiteX58" fmla="*/ 178918 w 191698"/>
                <a:gd name="connsiteY58" fmla="*/ 205564 h 218970"/>
                <a:gd name="connsiteX59" fmla="*/ 140579 w 191698"/>
                <a:gd name="connsiteY59" fmla="*/ 205564 h 218970"/>
                <a:gd name="connsiteX60" fmla="*/ 140579 w 191698"/>
                <a:gd name="connsiteY60" fmla="*/ 189604 h 218970"/>
                <a:gd name="connsiteX61" fmla="*/ 134189 w 191698"/>
                <a:gd name="connsiteY61" fmla="*/ 183220 h 218970"/>
                <a:gd name="connsiteX62" fmla="*/ 127799 w 191698"/>
                <a:gd name="connsiteY62" fmla="*/ 189604 h 218970"/>
                <a:gd name="connsiteX63" fmla="*/ 127799 w 191698"/>
                <a:gd name="connsiteY63" fmla="*/ 205564 h 218970"/>
                <a:gd name="connsiteX64" fmla="*/ 115019 w 191698"/>
                <a:gd name="connsiteY64" fmla="*/ 205564 h 218970"/>
                <a:gd name="connsiteX65" fmla="*/ 115019 w 191698"/>
                <a:gd name="connsiteY65" fmla="*/ 127041 h 218970"/>
                <a:gd name="connsiteX66" fmla="*/ 178918 w 191698"/>
                <a:gd name="connsiteY66" fmla="*/ 127041 h 218970"/>
                <a:gd name="connsiteX67" fmla="*/ 178918 w 191698"/>
                <a:gd name="connsiteY67" fmla="*/ 205564 h 21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91698" h="218970">
                  <a:moveTo>
                    <a:pt x="185308" y="114912"/>
                  </a:moveTo>
                  <a:lnTo>
                    <a:pt x="140579" y="114912"/>
                  </a:lnTo>
                  <a:lnTo>
                    <a:pt x="140579" y="52349"/>
                  </a:lnTo>
                  <a:cubicBezTo>
                    <a:pt x="140579" y="48518"/>
                    <a:pt x="138023" y="45965"/>
                    <a:pt x="134189" y="45965"/>
                  </a:cubicBezTo>
                  <a:lnTo>
                    <a:pt x="121409" y="45965"/>
                  </a:lnTo>
                  <a:lnTo>
                    <a:pt x="121409" y="29366"/>
                  </a:lnTo>
                  <a:cubicBezTo>
                    <a:pt x="121409" y="25536"/>
                    <a:pt x="118853" y="22982"/>
                    <a:pt x="115019" y="22982"/>
                  </a:cubicBezTo>
                  <a:lnTo>
                    <a:pt x="111824" y="22982"/>
                  </a:lnTo>
                  <a:lnTo>
                    <a:pt x="111824" y="6384"/>
                  </a:lnTo>
                  <a:cubicBezTo>
                    <a:pt x="111824" y="2554"/>
                    <a:pt x="109268" y="0"/>
                    <a:pt x="105434" y="0"/>
                  </a:cubicBezTo>
                  <a:lnTo>
                    <a:pt x="86264" y="0"/>
                  </a:lnTo>
                  <a:cubicBezTo>
                    <a:pt x="82430" y="0"/>
                    <a:pt x="79874" y="2554"/>
                    <a:pt x="79874" y="6384"/>
                  </a:cubicBezTo>
                  <a:lnTo>
                    <a:pt x="79874" y="22982"/>
                  </a:lnTo>
                  <a:lnTo>
                    <a:pt x="76679" y="22982"/>
                  </a:lnTo>
                  <a:cubicBezTo>
                    <a:pt x="72845" y="22982"/>
                    <a:pt x="70289" y="25536"/>
                    <a:pt x="70289" y="29366"/>
                  </a:cubicBezTo>
                  <a:lnTo>
                    <a:pt x="70289" y="45965"/>
                  </a:lnTo>
                  <a:lnTo>
                    <a:pt x="57509" y="45965"/>
                  </a:lnTo>
                  <a:cubicBezTo>
                    <a:pt x="53675" y="45965"/>
                    <a:pt x="51119" y="48518"/>
                    <a:pt x="51119" y="52349"/>
                  </a:cubicBezTo>
                  <a:lnTo>
                    <a:pt x="51119" y="91929"/>
                  </a:lnTo>
                  <a:lnTo>
                    <a:pt x="6390" y="91929"/>
                  </a:lnTo>
                  <a:cubicBezTo>
                    <a:pt x="2556" y="91929"/>
                    <a:pt x="0" y="94483"/>
                    <a:pt x="0" y="98313"/>
                  </a:cubicBezTo>
                  <a:lnTo>
                    <a:pt x="0" y="212587"/>
                  </a:lnTo>
                  <a:cubicBezTo>
                    <a:pt x="0" y="216417"/>
                    <a:pt x="2556" y="218971"/>
                    <a:pt x="6390" y="218971"/>
                  </a:cubicBezTo>
                  <a:lnTo>
                    <a:pt x="185308" y="218971"/>
                  </a:lnTo>
                  <a:cubicBezTo>
                    <a:pt x="189142" y="218971"/>
                    <a:pt x="191698" y="216417"/>
                    <a:pt x="191698" y="212587"/>
                  </a:cubicBezTo>
                  <a:lnTo>
                    <a:pt x="191698" y="121296"/>
                  </a:lnTo>
                  <a:cubicBezTo>
                    <a:pt x="191698" y="117465"/>
                    <a:pt x="189142" y="114912"/>
                    <a:pt x="185308" y="114912"/>
                  </a:cubicBezTo>
                  <a:close/>
                  <a:moveTo>
                    <a:pt x="93293" y="12768"/>
                  </a:moveTo>
                  <a:lnTo>
                    <a:pt x="99683" y="12768"/>
                  </a:lnTo>
                  <a:lnTo>
                    <a:pt x="99683" y="22982"/>
                  </a:lnTo>
                  <a:lnTo>
                    <a:pt x="93293" y="22982"/>
                  </a:lnTo>
                  <a:lnTo>
                    <a:pt x="93293" y="12768"/>
                  </a:lnTo>
                  <a:close/>
                  <a:moveTo>
                    <a:pt x="83708" y="35750"/>
                  </a:moveTo>
                  <a:lnTo>
                    <a:pt x="109268" y="35750"/>
                  </a:lnTo>
                  <a:lnTo>
                    <a:pt x="109268" y="45965"/>
                  </a:lnTo>
                  <a:lnTo>
                    <a:pt x="83708" y="45965"/>
                  </a:lnTo>
                  <a:lnTo>
                    <a:pt x="83708" y="35750"/>
                  </a:lnTo>
                  <a:close/>
                  <a:moveTo>
                    <a:pt x="14058" y="104059"/>
                  </a:moveTo>
                  <a:lnTo>
                    <a:pt x="77318" y="104059"/>
                  </a:lnTo>
                  <a:lnTo>
                    <a:pt x="77318" y="205564"/>
                  </a:lnTo>
                  <a:lnTo>
                    <a:pt x="38979" y="205564"/>
                  </a:lnTo>
                  <a:lnTo>
                    <a:pt x="38979" y="189604"/>
                  </a:lnTo>
                  <a:cubicBezTo>
                    <a:pt x="38979" y="185774"/>
                    <a:pt x="36423" y="183220"/>
                    <a:pt x="32589" y="183220"/>
                  </a:cubicBezTo>
                  <a:cubicBezTo>
                    <a:pt x="28755" y="183220"/>
                    <a:pt x="26199" y="185774"/>
                    <a:pt x="26199" y="189604"/>
                  </a:cubicBezTo>
                  <a:lnTo>
                    <a:pt x="26199" y="205564"/>
                  </a:lnTo>
                  <a:lnTo>
                    <a:pt x="13419" y="205564"/>
                  </a:lnTo>
                  <a:lnTo>
                    <a:pt x="14058" y="104059"/>
                  </a:lnTo>
                  <a:close/>
                  <a:moveTo>
                    <a:pt x="102239" y="121296"/>
                  </a:moveTo>
                  <a:lnTo>
                    <a:pt x="102239" y="206203"/>
                  </a:lnTo>
                  <a:lnTo>
                    <a:pt x="89459" y="206203"/>
                  </a:lnTo>
                  <a:lnTo>
                    <a:pt x="89459" y="98313"/>
                  </a:lnTo>
                  <a:cubicBezTo>
                    <a:pt x="89459" y="94483"/>
                    <a:pt x="86903" y="91929"/>
                    <a:pt x="83069" y="91929"/>
                  </a:cubicBezTo>
                  <a:lnTo>
                    <a:pt x="63899" y="91929"/>
                  </a:lnTo>
                  <a:lnTo>
                    <a:pt x="63899" y="58733"/>
                  </a:lnTo>
                  <a:lnTo>
                    <a:pt x="127799" y="58733"/>
                  </a:lnTo>
                  <a:lnTo>
                    <a:pt x="127799" y="114912"/>
                  </a:lnTo>
                  <a:lnTo>
                    <a:pt x="108629" y="114912"/>
                  </a:lnTo>
                  <a:cubicBezTo>
                    <a:pt x="104795" y="114912"/>
                    <a:pt x="102239" y="117465"/>
                    <a:pt x="102239" y="121296"/>
                  </a:cubicBezTo>
                  <a:close/>
                  <a:moveTo>
                    <a:pt x="178918" y="205564"/>
                  </a:moveTo>
                  <a:lnTo>
                    <a:pt x="140579" y="205564"/>
                  </a:lnTo>
                  <a:lnTo>
                    <a:pt x="140579" y="189604"/>
                  </a:lnTo>
                  <a:cubicBezTo>
                    <a:pt x="140579" y="185774"/>
                    <a:pt x="138023" y="183220"/>
                    <a:pt x="134189" y="183220"/>
                  </a:cubicBezTo>
                  <a:cubicBezTo>
                    <a:pt x="130355" y="183220"/>
                    <a:pt x="127799" y="185774"/>
                    <a:pt x="127799" y="189604"/>
                  </a:cubicBezTo>
                  <a:lnTo>
                    <a:pt x="127799" y="205564"/>
                  </a:lnTo>
                  <a:lnTo>
                    <a:pt x="115019" y="205564"/>
                  </a:lnTo>
                  <a:lnTo>
                    <a:pt x="115019" y="127041"/>
                  </a:lnTo>
                  <a:lnTo>
                    <a:pt x="178918" y="127041"/>
                  </a:lnTo>
                  <a:lnTo>
                    <a:pt x="178918" y="205564"/>
                  </a:lnTo>
                  <a:close/>
                </a:path>
              </a:pathLst>
            </a:custGeom>
            <a:solidFill>
              <a:srgbClr val="0076A8"/>
            </a:solidFill>
            <a:ln w="6390" cap="flat">
              <a:noFill/>
              <a:prstDash val="solid"/>
              <a:miter/>
            </a:ln>
          </p:spPr>
          <p:txBody>
            <a:bodyPr rtlCol="0" anchor="ctr"/>
            <a:lstStyle/>
            <a:p>
              <a:endParaRPr lang="en-US"/>
            </a:p>
          </p:txBody>
        </p:sp>
        <p:sp>
          <p:nvSpPr>
            <p:cNvPr id="430" name="Graphic 4">
              <a:extLst>
                <a:ext uri="{FF2B5EF4-FFF2-40B4-BE49-F238E27FC236}">
                  <a16:creationId xmlns:a16="http://schemas.microsoft.com/office/drawing/2014/main" id="{B54B41F8-1AAF-9A42-AD1F-B01AEE6DFD17}"/>
                </a:ext>
              </a:extLst>
            </p:cNvPr>
            <p:cNvSpPr/>
            <p:nvPr/>
          </p:nvSpPr>
          <p:spPr>
            <a:xfrm>
              <a:off x="2773232" y="3065112"/>
              <a:ext cx="38339" cy="12767"/>
            </a:xfrm>
            <a:custGeom>
              <a:avLst/>
              <a:gdLst>
                <a:gd name="connsiteX0" fmla="*/ 0 w 38339"/>
                <a:gd name="connsiteY0" fmla="*/ 6384 h 12767"/>
                <a:gd name="connsiteX1" fmla="*/ 6390 w 38339"/>
                <a:gd name="connsiteY1" fmla="*/ 12768 h 12767"/>
                <a:gd name="connsiteX2" fmla="*/ 31950 w 38339"/>
                <a:gd name="connsiteY2" fmla="*/ 12768 h 12767"/>
                <a:gd name="connsiteX3" fmla="*/ 38340 w 38339"/>
                <a:gd name="connsiteY3" fmla="*/ 6384 h 12767"/>
                <a:gd name="connsiteX4" fmla="*/ 31950 w 38339"/>
                <a:gd name="connsiteY4" fmla="*/ 0 h 12767"/>
                <a:gd name="connsiteX5" fmla="*/ 6390 w 38339"/>
                <a:gd name="connsiteY5" fmla="*/ 0 h 12767"/>
                <a:gd name="connsiteX6" fmla="*/ 0 w 38339"/>
                <a:gd name="connsiteY6" fmla="*/ 638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339" h="12767">
                  <a:moveTo>
                    <a:pt x="0" y="6384"/>
                  </a:moveTo>
                  <a:cubicBezTo>
                    <a:pt x="0" y="10214"/>
                    <a:pt x="2556" y="12768"/>
                    <a:pt x="6390" y="12768"/>
                  </a:cubicBezTo>
                  <a:lnTo>
                    <a:pt x="31950" y="12768"/>
                  </a:lnTo>
                  <a:cubicBezTo>
                    <a:pt x="35784" y="12768"/>
                    <a:pt x="38340" y="10214"/>
                    <a:pt x="38340" y="6384"/>
                  </a:cubicBezTo>
                  <a:cubicBezTo>
                    <a:pt x="38340" y="2554"/>
                    <a:pt x="35784" y="0"/>
                    <a:pt x="31950" y="0"/>
                  </a:cubicBezTo>
                  <a:lnTo>
                    <a:pt x="6390" y="0"/>
                  </a:lnTo>
                  <a:cubicBezTo>
                    <a:pt x="2556" y="0"/>
                    <a:pt x="0" y="2554"/>
                    <a:pt x="0" y="6384"/>
                  </a:cubicBezTo>
                  <a:close/>
                </a:path>
              </a:pathLst>
            </a:custGeom>
            <a:solidFill>
              <a:srgbClr val="0076A8"/>
            </a:solidFill>
            <a:ln w="6390" cap="flat">
              <a:noFill/>
              <a:prstDash val="solid"/>
              <a:miter/>
            </a:ln>
          </p:spPr>
          <p:txBody>
            <a:bodyPr rtlCol="0" anchor="ctr"/>
            <a:lstStyle/>
            <a:p>
              <a:endParaRPr lang="en-US"/>
            </a:p>
          </p:txBody>
        </p:sp>
        <p:sp>
          <p:nvSpPr>
            <p:cNvPr id="431" name="Graphic 4">
              <a:extLst>
                <a:ext uri="{FF2B5EF4-FFF2-40B4-BE49-F238E27FC236}">
                  <a16:creationId xmlns:a16="http://schemas.microsoft.com/office/drawing/2014/main" id="{57815679-0118-374D-AF49-874C7A366C24}"/>
                </a:ext>
              </a:extLst>
            </p:cNvPr>
            <p:cNvSpPr/>
            <p:nvPr/>
          </p:nvSpPr>
          <p:spPr>
            <a:xfrm>
              <a:off x="2773232" y="3087456"/>
              <a:ext cx="38339" cy="12767"/>
            </a:xfrm>
            <a:custGeom>
              <a:avLst/>
              <a:gdLst>
                <a:gd name="connsiteX0" fmla="*/ 31950 w 38339"/>
                <a:gd name="connsiteY0" fmla="*/ 0 h 12767"/>
                <a:gd name="connsiteX1" fmla="*/ 6390 w 38339"/>
                <a:gd name="connsiteY1" fmla="*/ 0 h 12767"/>
                <a:gd name="connsiteX2" fmla="*/ 0 w 38339"/>
                <a:gd name="connsiteY2" fmla="*/ 6384 h 12767"/>
                <a:gd name="connsiteX3" fmla="*/ 6390 w 38339"/>
                <a:gd name="connsiteY3" fmla="*/ 12768 h 12767"/>
                <a:gd name="connsiteX4" fmla="*/ 31950 w 38339"/>
                <a:gd name="connsiteY4" fmla="*/ 12768 h 12767"/>
                <a:gd name="connsiteX5" fmla="*/ 38340 w 38339"/>
                <a:gd name="connsiteY5" fmla="*/ 6384 h 12767"/>
                <a:gd name="connsiteX6" fmla="*/ 31950 w 3833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339" h="12767">
                  <a:moveTo>
                    <a:pt x="31950" y="0"/>
                  </a:moveTo>
                  <a:lnTo>
                    <a:pt x="6390" y="0"/>
                  </a:lnTo>
                  <a:cubicBezTo>
                    <a:pt x="2556" y="0"/>
                    <a:pt x="0" y="2554"/>
                    <a:pt x="0" y="6384"/>
                  </a:cubicBezTo>
                  <a:cubicBezTo>
                    <a:pt x="0" y="10214"/>
                    <a:pt x="2556" y="12768"/>
                    <a:pt x="6390" y="12768"/>
                  </a:cubicBezTo>
                  <a:lnTo>
                    <a:pt x="31950" y="12768"/>
                  </a:lnTo>
                  <a:cubicBezTo>
                    <a:pt x="35784" y="12768"/>
                    <a:pt x="38340" y="10214"/>
                    <a:pt x="38340" y="6384"/>
                  </a:cubicBezTo>
                  <a:cubicBezTo>
                    <a:pt x="38340" y="2554"/>
                    <a:pt x="35784" y="0"/>
                    <a:pt x="31950" y="0"/>
                  </a:cubicBezTo>
                  <a:close/>
                </a:path>
              </a:pathLst>
            </a:custGeom>
            <a:solidFill>
              <a:srgbClr val="0076A8"/>
            </a:solidFill>
            <a:ln w="6390" cap="flat">
              <a:noFill/>
              <a:prstDash val="solid"/>
              <a:miter/>
            </a:ln>
          </p:spPr>
          <p:txBody>
            <a:bodyPr rtlCol="0" anchor="ctr"/>
            <a:lstStyle/>
            <a:p>
              <a:endParaRPr lang="en-US"/>
            </a:p>
          </p:txBody>
        </p:sp>
        <p:sp>
          <p:nvSpPr>
            <p:cNvPr id="432" name="Graphic 4">
              <a:extLst>
                <a:ext uri="{FF2B5EF4-FFF2-40B4-BE49-F238E27FC236}">
                  <a16:creationId xmlns:a16="http://schemas.microsoft.com/office/drawing/2014/main" id="{07EA5F92-E688-4D43-A5BE-29364DECBCA4}"/>
                </a:ext>
              </a:extLst>
            </p:cNvPr>
            <p:cNvSpPr/>
            <p:nvPr/>
          </p:nvSpPr>
          <p:spPr>
            <a:xfrm>
              <a:off x="2696553" y="3110438"/>
              <a:ext cx="12779" cy="12767"/>
            </a:xfrm>
            <a:custGeom>
              <a:avLst/>
              <a:gdLst>
                <a:gd name="connsiteX0" fmla="*/ 7029 w 12779"/>
                <a:gd name="connsiteY0" fmla="*/ 0 h 12767"/>
                <a:gd name="connsiteX1" fmla="*/ 7029 w 12779"/>
                <a:gd name="connsiteY1" fmla="*/ 0 h 12767"/>
                <a:gd name="connsiteX2" fmla="*/ 0 w 12779"/>
                <a:gd name="connsiteY2" fmla="*/ 6384 h 12767"/>
                <a:gd name="connsiteX3" fmla="*/ 6390 w 12779"/>
                <a:gd name="connsiteY3" fmla="*/ 12768 h 12767"/>
                <a:gd name="connsiteX4" fmla="*/ 12780 w 12779"/>
                <a:gd name="connsiteY4" fmla="*/ 6384 h 12767"/>
                <a:gd name="connsiteX5" fmla="*/ 7029 w 12779"/>
                <a:gd name="connsiteY5" fmla="*/ 0 h 12767"/>
                <a:gd name="connsiteX6" fmla="*/ 7029 w 1277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12767">
                  <a:moveTo>
                    <a:pt x="7029" y="0"/>
                  </a:moveTo>
                  <a:lnTo>
                    <a:pt x="7029" y="0"/>
                  </a:lnTo>
                  <a:cubicBezTo>
                    <a:pt x="3195" y="0"/>
                    <a:pt x="0" y="2554"/>
                    <a:pt x="0" y="6384"/>
                  </a:cubicBezTo>
                  <a:cubicBezTo>
                    <a:pt x="0" y="10214"/>
                    <a:pt x="2556" y="12768"/>
                    <a:pt x="6390" y="12768"/>
                  </a:cubicBezTo>
                  <a:cubicBezTo>
                    <a:pt x="10224" y="12768"/>
                    <a:pt x="12780" y="10214"/>
                    <a:pt x="12780" y="6384"/>
                  </a:cubicBezTo>
                  <a:cubicBezTo>
                    <a:pt x="12780" y="2554"/>
                    <a:pt x="10224" y="0"/>
                    <a:pt x="7029" y="0"/>
                  </a:cubicBezTo>
                  <a:lnTo>
                    <a:pt x="7029" y="0"/>
                  </a:lnTo>
                  <a:close/>
                </a:path>
              </a:pathLst>
            </a:custGeom>
            <a:solidFill>
              <a:srgbClr val="0076A8"/>
            </a:solidFill>
            <a:ln w="6390" cap="flat">
              <a:noFill/>
              <a:prstDash val="solid"/>
              <a:miter/>
            </a:ln>
          </p:spPr>
          <p:txBody>
            <a:bodyPr rtlCol="0" anchor="ctr"/>
            <a:lstStyle/>
            <a:p>
              <a:endParaRPr lang="en-US"/>
            </a:p>
          </p:txBody>
        </p:sp>
        <p:sp>
          <p:nvSpPr>
            <p:cNvPr id="433" name="Graphic 4">
              <a:extLst>
                <a:ext uri="{FF2B5EF4-FFF2-40B4-BE49-F238E27FC236}">
                  <a16:creationId xmlns:a16="http://schemas.microsoft.com/office/drawing/2014/main" id="{B7E62B74-3868-494A-AF9E-0A99C56B018C}"/>
                </a:ext>
              </a:extLst>
            </p:cNvPr>
            <p:cNvSpPr/>
            <p:nvPr/>
          </p:nvSpPr>
          <p:spPr>
            <a:xfrm>
              <a:off x="2796236" y="3110438"/>
              <a:ext cx="12779" cy="12767"/>
            </a:xfrm>
            <a:custGeom>
              <a:avLst/>
              <a:gdLst>
                <a:gd name="connsiteX0" fmla="*/ 7029 w 12779"/>
                <a:gd name="connsiteY0" fmla="*/ 0 h 12767"/>
                <a:gd name="connsiteX1" fmla="*/ 7029 w 12779"/>
                <a:gd name="connsiteY1" fmla="*/ 0 h 12767"/>
                <a:gd name="connsiteX2" fmla="*/ 0 w 12779"/>
                <a:gd name="connsiteY2" fmla="*/ 6384 h 12767"/>
                <a:gd name="connsiteX3" fmla="*/ 6390 w 12779"/>
                <a:gd name="connsiteY3" fmla="*/ 12768 h 12767"/>
                <a:gd name="connsiteX4" fmla="*/ 12780 w 12779"/>
                <a:gd name="connsiteY4" fmla="*/ 6384 h 12767"/>
                <a:gd name="connsiteX5" fmla="*/ 7029 w 12779"/>
                <a:gd name="connsiteY5" fmla="*/ 0 h 12767"/>
                <a:gd name="connsiteX6" fmla="*/ 7029 w 1277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12767">
                  <a:moveTo>
                    <a:pt x="7029" y="0"/>
                  </a:moveTo>
                  <a:lnTo>
                    <a:pt x="7029" y="0"/>
                  </a:lnTo>
                  <a:cubicBezTo>
                    <a:pt x="3195" y="0"/>
                    <a:pt x="0" y="2554"/>
                    <a:pt x="0" y="6384"/>
                  </a:cubicBezTo>
                  <a:cubicBezTo>
                    <a:pt x="0" y="10214"/>
                    <a:pt x="2556" y="12768"/>
                    <a:pt x="6390" y="12768"/>
                  </a:cubicBezTo>
                  <a:cubicBezTo>
                    <a:pt x="10224" y="12768"/>
                    <a:pt x="12780" y="10214"/>
                    <a:pt x="12780" y="6384"/>
                  </a:cubicBezTo>
                  <a:cubicBezTo>
                    <a:pt x="12780" y="2554"/>
                    <a:pt x="9585" y="0"/>
                    <a:pt x="7029" y="0"/>
                  </a:cubicBezTo>
                  <a:lnTo>
                    <a:pt x="7029" y="0"/>
                  </a:lnTo>
                  <a:close/>
                </a:path>
              </a:pathLst>
            </a:custGeom>
            <a:solidFill>
              <a:srgbClr val="0076A8"/>
            </a:solidFill>
            <a:ln w="6390" cap="flat">
              <a:noFill/>
              <a:prstDash val="solid"/>
              <a:miter/>
            </a:ln>
          </p:spPr>
          <p:txBody>
            <a:bodyPr rtlCol="0" anchor="ctr"/>
            <a:lstStyle/>
            <a:p>
              <a:endParaRPr lang="en-US"/>
            </a:p>
          </p:txBody>
        </p:sp>
        <p:sp>
          <p:nvSpPr>
            <p:cNvPr id="434" name="Graphic 4">
              <a:extLst>
                <a:ext uri="{FF2B5EF4-FFF2-40B4-BE49-F238E27FC236}">
                  <a16:creationId xmlns:a16="http://schemas.microsoft.com/office/drawing/2014/main" id="{18C467DC-1A83-4745-8DC0-A520405B4355}"/>
                </a:ext>
              </a:extLst>
            </p:cNvPr>
            <p:cNvSpPr/>
            <p:nvPr/>
          </p:nvSpPr>
          <p:spPr>
            <a:xfrm>
              <a:off x="2746394" y="3018509"/>
              <a:ext cx="13418" cy="12767"/>
            </a:xfrm>
            <a:custGeom>
              <a:avLst/>
              <a:gdLst>
                <a:gd name="connsiteX0" fmla="*/ 13419 w 13418"/>
                <a:gd name="connsiteY0" fmla="*/ 6384 h 12767"/>
                <a:gd name="connsiteX1" fmla="*/ 7029 w 13418"/>
                <a:gd name="connsiteY1" fmla="*/ 0 h 12767"/>
                <a:gd name="connsiteX2" fmla="*/ 6390 w 13418"/>
                <a:gd name="connsiteY2" fmla="*/ 0 h 12767"/>
                <a:gd name="connsiteX3" fmla="*/ 0 w 13418"/>
                <a:gd name="connsiteY3" fmla="*/ 6384 h 12767"/>
                <a:gd name="connsiteX4" fmla="*/ 6390 w 13418"/>
                <a:gd name="connsiteY4" fmla="*/ 12768 h 12767"/>
                <a:gd name="connsiteX5" fmla="*/ 13419 w 13418"/>
                <a:gd name="connsiteY5" fmla="*/ 6384 h 12767"/>
                <a:gd name="connsiteX6" fmla="*/ 13419 w 13418"/>
                <a:gd name="connsiteY6" fmla="*/ 638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18" h="12767">
                  <a:moveTo>
                    <a:pt x="13419" y="6384"/>
                  </a:moveTo>
                  <a:cubicBezTo>
                    <a:pt x="13419" y="2554"/>
                    <a:pt x="10863" y="0"/>
                    <a:pt x="7029" y="0"/>
                  </a:cubicBezTo>
                  <a:lnTo>
                    <a:pt x="6390" y="0"/>
                  </a:lnTo>
                  <a:cubicBezTo>
                    <a:pt x="2556" y="0"/>
                    <a:pt x="0" y="2554"/>
                    <a:pt x="0" y="6384"/>
                  </a:cubicBezTo>
                  <a:cubicBezTo>
                    <a:pt x="0" y="10214"/>
                    <a:pt x="2556" y="12768"/>
                    <a:pt x="6390" y="12768"/>
                  </a:cubicBezTo>
                  <a:cubicBezTo>
                    <a:pt x="10224" y="12768"/>
                    <a:pt x="12780" y="10214"/>
                    <a:pt x="13419" y="6384"/>
                  </a:cubicBezTo>
                  <a:cubicBezTo>
                    <a:pt x="13419" y="6384"/>
                    <a:pt x="13419" y="6384"/>
                    <a:pt x="13419" y="6384"/>
                  </a:cubicBezTo>
                  <a:close/>
                </a:path>
              </a:pathLst>
            </a:custGeom>
            <a:solidFill>
              <a:srgbClr val="0076A8"/>
            </a:solidFill>
            <a:ln w="6390" cap="flat">
              <a:noFill/>
              <a:prstDash val="solid"/>
              <a:miter/>
            </a:ln>
          </p:spPr>
          <p:txBody>
            <a:bodyPr rtlCol="0" anchor="ctr"/>
            <a:lstStyle/>
            <a:p>
              <a:endParaRPr lang="en-US"/>
            </a:p>
          </p:txBody>
        </p:sp>
      </p:grpSp>
      <p:grpSp>
        <p:nvGrpSpPr>
          <p:cNvPr id="435" name="Graphic 4">
            <a:extLst>
              <a:ext uri="{FF2B5EF4-FFF2-40B4-BE49-F238E27FC236}">
                <a16:creationId xmlns:a16="http://schemas.microsoft.com/office/drawing/2014/main" id="{933C428A-39AF-0646-A945-644B1F8DAE2B}"/>
              </a:ext>
            </a:extLst>
          </p:cNvPr>
          <p:cNvGrpSpPr>
            <a:grpSpLocks noChangeAspect="1"/>
          </p:cNvGrpSpPr>
          <p:nvPr/>
        </p:nvGrpSpPr>
        <p:grpSpPr>
          <a:xfrm>
            <a:off x="6753524" y="2855717"/>
            <a:ext cx="361674" cy="361971"/>
            <a:chOff x="6753524" y="2855717"/>
            <a:chExt cx="361674" cy="361971"/>
          </a:xfrm>
          <a:solidFill>
            <a:srgbClr val="00A3E0"/>
          </a:solidFill>
        </p:grpSpPr>
        <p:sp>
          <p:nvSpPr>
            <p:cNvPr id="436" name="Graphic 4">
              <a:extLst>
                <a:ext uri="{FF2B5EF4-FFF2-40B4-BE49-F238E27FC236}">
                  <a16:creationId xmlns:a16="http://schemas.microsoft.com/office/drawing/2014/main" id="{4D4C9AAF-33FE-194D-883F-DF8BA4C6D4D4}"/>
                </a:ext>
              </a:extLst>
            </p:cNvPr>
            <p:cNvSpPr/>
            <p:nvPr/>
          </p:nvSpPr>
          <p:spPr>
            <a:xfrm>
              <a:off x="6753524" y="2855717"/>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6"/>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2309" y="80438"/>
                    <a:pt x="281157" y="0"/>
                    <a:pt x="180835" y="0"/>
                  </a:cubicBezTo>
                  <a:cubicBezTo>
                    <a:pt x="181474" y="0"/>
                    <a:pt x="181474" y="0"/>
                    <a:pt x="180835" y="0"/>
                  </a:cubicBezTo>
                  <a:close/>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cubicBezTo>
                    <a:pt x="348890" y="180667"/>
                    <a:pt x="348890" y="180667"/>
                    <a:pt x="348890" y="180667"/>
                  </a:cubicBezTo>
                  <a:cubicBezTo>
                    <a:pt x="349529" y="273234"/>
                    <a:pt x="274128" y="348565"/>
                    <a:pt x="180835" y="349204"/>
                  </a:cubicBezTo>
                  <a:close/>
                </a:path>
              </a:pathLst>
            </a:custGeom>
            <a:solidFill>
              <a:srgbClr val="00A3E0"/>
            </a:solidFill>
            <a:ln w="6390" cap="flat">
              <a:noFill/>
              <a:prstDash val="solid"/>
              <a:miter/>
            </a:ln>
          </p:spPr>
          <p:txBody>
            <a:bodyPr rtlCol="0" anchor="ctr"/>
            <a:lstStyle/>
            <a:p>
              <a:endParaRPr lang="en-US"/>
            </a:p>
          </p:txBody>
        </p:sp>
        <p:sp>
          <p:nvSpPr>
            <p:cNvPr id="437" name="Graphic 4">
              <a:extLst>
                <a:ext uri="{FF2B5EF4-FFF2-40B4-BE49-F238E27FC236}">
                  <a16:creationId xmlns:a16="http://schemas.microsoft.com/office/drawing/2014/main" id="{7D9DD066-F065-A54D-96A4-81362C665F1D}"/>
                </a:ext>
              </a:extLst>
            </p:cNvPr>
            <p:cNvSpPr/>
            <p:nvPr/>
          </p:nvSpPr>
          <p:spPr>
            <a:xfrm>
              <a:off x="6858319" y="2924664"/>
              <a:ext cx="153358" cy="224077"/>
            </a:xfrm>
            <a:custGeom>
              <a:avLst/>
              <a:gdLst>
                <a:gd name="connsiteX0" fmla="*/ 152719 w 153358"/>
                <a:gd name="connsiteY0" fmla="*/ 2554 h 224077"/>
                <a:gd name="connsiteX1" fmla="*/ 150802 w 153358"/>
                <a:gd name="connsiteY1" fmla="*/ 638 h 224077"/>
                <a:gd name="connsiteX2" fmla="*/ 148246 w 153358"/>
                <a:gd name="connsiteY2" fmla="*/ 0 h 224077"/>
                <a:gd name="connsiteX3" fmla="*/ 6390 w 153358"/>
                <a:gd name="connsiteY3" fmla="*/ 0 h 224077"/>
                <a:gd name="connsiteX4" fmla="*/ 0 w 153358"/>
                <a:gd name="connsiteY4" fmla="*/ 6384 h 224077"/>
                <a:gd name="connsiteX5" fmla="*/ 0 w 153358"/>
                <a:gd name="connsiteY5" fmla="*/ 217694 h 224077"/>
                <a:gd name="connsiteX6" fmla="*/ 6390 w 153358"/>
                <a:gd name="connsiteY6" fmla="*/ 224078 h 224077"/>
                <a:gd name="connsiteX7" fmla="*/ 12780 w 153358"/>
                <a:gd name="connsiteY7" fmla="*/ 217694 h 224077"/>
                <a:gd name="connsiteX8" fmla="*/ 12780 w 153358"/>
                <a:gd name="connsiteY8" fmla="*/ 12130 h 224077"/>
                <a:gd name="connsiteX9" fmla="*/ 116297 w 153358"/>
                <a:gd name="connsiteY9" fmla="*/ 12130 h 224077"/>
                <a:gd name="connsiteX10" fmla="*/ 74123 w 153358"/>
                <a:gd name="connsiteY10" fmla="*/ 30005 h 224077"/>
                <a:gd name="connsiteX11" fmla="*/ 70289 w 153358"/>
                <a:gd name="connsiteY11" fmla="*/ 35750 h 224077"/>
                <a:gd name="connsiteX12" fmla="*/ 70289 w 153358"/>
                <a:gd name="connsiteY12" fmla="*/ 187051 h 224077"/>
                <a:gd name="connsiteX13" fmla="*/ 74123 w 153358"/>
                <a:gd name="connsiteY13" fmla="*/ 192796 h 224077"/>
                <a:gd name="connsiteX14" fmla="*/ 144412 w 153358"/>
                <a:gd name="connsiteY14" fmla="*/ 222801 h 224077"/>
                <a:gd name="connsiteX15" fmla="*/ 146969 w 153358"/>
                <a:gd name="connsiteY15" fmla="*/ 223439 h 224077"/>
                <a:gd name="connsiteX16" fmla="*/ 153358 w 153358"/>
                <a:gd name="connsiteY16" fmla="*/ 217055 h 224077"/>
                <a:gd name="connsiteX17" fmla="*/ 153358 w 153358"/>
                <a:gd name="connsiteY17" fmla="*/ 5746 h 224077"/>
                <a:gd name="connsiteX18" fmla="*/ 153358 w 153358"/>
                <a:gd name="connsiteY18" fmla="*/ 4469 h 224077"/>
                <a:gd name="connsiteX19" fmla="*/ 152719 w 153358"/>
                <a:gd name="connsiteY19" fmla="*/ 2554 h 224077"/>
                <a:gd name="connsiteX20" fmla="*/ 140579 w 153358"/>
                <a:gd name="connsiteY20" fmla="*/ 208118 h 224077"/>
                <a:gd name="connsiteX21" fmla="*/ 83069 w 153358"/>
                <a:gd name="connsiteY21" fmla="*/ 183220 h 224077"/>
                <a:gd name="connsiteX22" fmla="*/ 83069 w 153358"/>
                <a:gd name="connsiteY22" fmla="*/ 40219 h 224077"/>
                <a:gd name="connsiteX23" fmla="*/ 140579 w 153358"/>
                <a:gd name="connsiteY23" fmla="*/ 15322 h 224077"/>
                <a:gd name="connsiteX24" fmla="*/ 140579 w 153358"/>
                <a:gd name="connsiteY24" fmla="*/ 208118 h 224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3358" h="224077">
                  <a:moveTo>
                    <a:pt x="152719" y="2554"/>
                  </a:moveTo>
                  <a:cubicBezTo>
                    <a:pt x="152080" y="1915"/>
                    <a:pt x="151441" y="1277"/>
                    <a:pt x="150802" y="638"/>
                  </a:cubicBezTo>
                  <a:cubicBezTo>
                    <a:pt x="150164" y="0"/>
                    <a:pt x="148885" y="0"/>
                    <a:pt x="148246" y="0"/>
                  </a:cubicBezTo>
                  <a:lnTo>
                    <a:pt x="6390" y="0"/>
                  </a:lnTo>
                  <a:cubicBezTo>
                    <a:pt x="2555" y="0"/>
                    <a:pt x="0" y="2554"/>
                    <a:pt x="0" y="6384"/>
                  </a:cubicBezTo>
                  <a:lnTo>
                    <a:pt x="0" y="217694"/>
                  </a:lnTo>
                  <a:cubicBezTo>
                    <a:pt x="0" y="221524"/>
                    <a:pt x="2555" y="224078"/>
                    <a:pt x="6390" y="224078"/>
                  </a:cubicBezTo>
                  <a:cubicBezTo>
                    <a:pt x="10224" y="224078"/>
                    <a:pt x="12780" y="221524"/>
                    <a:pt x="12780" y="217694"/>
                  </a:cubicBezTo>
                  <a:lnTo>
                    <a:pt x="12780" y="12130"/>
                  </a:lnTo>
                  <a:lnTo>
                    <a:pt x="116297" y="12130"/>
                  </a:lnTo>
                  <a:lnTo>
                    <a:pt x="74123" y="30005"/>
                  </a:lnTo>
                  <a:cubicBezTo>
                    <a:pt x="71567" y="31281"/>
                    <a:pt x="70289" y="33197"/>
                    <a:pt x="70289" y="35750"/>
                  </a:cubicBezTo>
                  <a:lnTo>
                    <a:pt x="70289" y="187051"/>
                  </a:lnTo>
                  <a:cubicBezTo>
                    <a:pt x="70289" y="189604"/>
                    <a:pt x="71567" y="192158"/>
                    <a:pt x="74123" y="192796"/>
                  </a:cubicBezTo>
                  <a:lnTo>
                    <a:pt x="144412" y="222801"/>
                  </a:lnTo>
                  <a:cubicBezTo>
                    <a:pt x="145051" y="223439"/>
                    <a:pt x="146329" y="223439"/>
                    <a:pt x="146969" y="223439"/>
                  </a:cubicBezTo>
                  <a:cubicBezTo>
                    <a:pt x="150802" y="223439"/>
                    <a:pt x="153358" y="220886"/>
                    <a:pt x="153358" y="217055"/>
                  </a:cubicBezTo>
                  <a:lnTo>
                    <a:pt x="153358" y="5746"/>
                  </a:lnTo>
                  <a:cubicBezTo>
                    <a:pt x="153358" y="5107"/>
                    <a:pt x="153358" y="5107"/>
                    <a:pt x="153358" y="4469"/>
                  </a:cubicBezTo>
                  <a:cubicBezTo>
                    <a:pt x="152719" y="3830"/>
                    <a:pt x="152719" y="3192"/>
                    <a:pt x="152719" y="2554"/>
                  </a:cubicBezTo>
                  <a:close/>
                  <a:moveTo>
                    <a:pt x="140579" y="208118"/>
                  </a:moveTo>
                  <a:lnTo>
                    <a:pt x="83069" y="183220"/>
                  </a:lnTo>
                  <a:lnTo>
                    <a:pt x="83069" y="40219"/>
                  </a:lnTo>
                  <a:lnTo>
                    <a:pt x="140579" y="15322"/>
                  </a:lnTo>
                  <a:lnTo>
                    <a:pt x="140579" y="208118"/>
                  </a:lnTo>
                  <a:close/>
                </a:path>
              </a:pathLst>
            </a:custGeom>
            <a:solidFill>
              <a:srgbClr val="00A3E0"/>
            </a:solidFill>
            <a:ln w="6390" cap="flat">
              <a:noFill/>
              <a:prstDash val="solid"/>
              <a:miter/>
            </a:ln>
          </p:spPr>
          <p:txBody>
            <a:bodyPr rtlCol="0" anchor="ctr"/>
            <a:lstStyle/>
            <a:p>
              <a:endParaRPr lang="en-US"/>
            </a:p>
          </p:txBody>
        </p:sp>
        <p:sp>
          <p:nvSpPr>
            <p:cNvPr id="438" name="Graphic 4">
              <a:extLst>
                <a:ext uri="{FF2B5EF4-FFF2-40B4-BE49-F238E27FC236}">
                  <a16:creationId xmlns:a16="http://schemas.microsoft.com/office/drawing/2014/main" id="{F5BB9C39-52B4-9042-ABC0-3F7136891F0A}"/>
                </a:ext>
              </a:extLst>
            </p:cNvPr>
            <p:cNvSpPr/>
            <p:nvPr/>
          </p:nvSpPr>
          <p:spPr>
            <a:xfrm>
              <a:off x="6949056" y="3030000"/>
              <a:ext cx="12779" cy="12767"/>
            </a:xfrm>
            <a:custGeom>
              <a:avLst/>
              <a:gdLst>
                <a:gd name="connsiteX0" fmla="*/ 5751 w 12779"/>
                <a:gd name="connsiteY0" fmla="*/ 12768 h 12767"/>
                <a:gd name="connsiteX1" fmla="*/ 10863 w 12779"/>
                <a:gd name="connsiteY1" fmla="*/ 10853 h 12767"/>
                <a:gd name="connsiteX2" fmla="*/ 12780 w 12779"/>
                <a:gd name="connsiteY2" fmla="*/ 6384 h 12767"/>
                <a:gd name="connsiteX3" fmla="*/ 8946 w 12779"/>
                <a:gd name="connsiteY3" fmla="*/ 638 h 12767"/>
                <a:gd name="connsiteX4" fmla="*/ 6390 w 12779"/>
                <a:gd name="connsiteY4" fmla="*/ 0 h 12767"/>
                <a:gd name="connsiteX5" fmla="*/ 0 w 12779"/>
                <a:gd name="connsiteY5" fmla="*/ 6384 h 12767"/>
                <a:gd name="connsiteX6" fmla="*/ 5751 w 12779"/>
                <a:gd name="connsiteY6" fmla="*/ 12768 h 12767"/>
                <a:gd name="connsiteX7" fmla="*/ 5751 w 12779"/>
                <a:gd name="connsiteY7"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9" h="12767">
                  <a:moveTo>
                    <a:pt x="5751" y="12768"/>
                  </a:moveTo>
                  <a:cubicBezTo>
                    <a:pt x="7668" y="12768"/>
                    <a:pt x="9585" y="12130"/>
                    <a:pt x="10863" y="10853"/>
                  </a:cubicBezTo>
                  <a:cubicBezTo>
                    <a:pt x="12141" y="9576"/>
                    <a:pt x="12780" y="8299"/>
                    <a:pt x="12780" y="6384"/>
                  </a:cubicBezTo>
                  <a:cubicBezTo>
                    <a:pt x="12780" y="3830"/>
                    <a:pt x="11502" y="1915"/>
                    <a:pt x="8946" y="638"/>
                  </a:cubicBezTo>
                  <a:cubicBezTo>
                    <a:pt x="8307" y="0"/>
                    <a:pt x="7029" y="0"/>
                    <a:pt x="6390" y="0"/>
                  </a:cubicBezTo>
                  <a:cubicBezTo>
                    <a:pt x="2556" y="0"/>
                    <a:pt x="0" y="2554"/>
                    <a:pt x="0" y="6384"/>
                  </a:cubicBezTo>
                  <a:cubicBezTo>
                    <a:pt x="0" y="10214"/>
                    <a:pt x="2556" y="12768"/>
                    <a:pt x="5751" y="12768"/>
                  </a:cubicBezTo>
                  <a:lnTo>
                    <a:pt x="5751" y="12768"/>
                  </a:lnTo>
                  <a:close/>
                </a:path>
              </a:pathLst>
            </a:custGeom>
            <a:solidFill>
              <a:srgbClr val="00A3E0"/>
            </a:solidFill>
            <a:ln w="6390" cap="flat">
              <a:noFill/>
              <a:prstDash val="solid"/>
              <a:miter/>
            </a:ln>
          </p:spPr>
          <p:txBody>
            <a:bodyPr rtlCol="0" anchor="ctr"/>
            <a:lstStyle/>
            <a:p>
              <a:endParaRPr lang="en-US"/>
            </a:p>
          </p:txBody>
        </p:sp>
      </p:grpSp>
      <p:grpSp>
        <p:nvGrpSpPr>
          <p:cNvPr id="439" name="Graphic 4">
            <a:extLst>
              <a:ext uri="{FF2B5EF4-FFF2-40B4-BE49-F238E27FC236}">
                <a16:creationId xmlns:a16="http://schemas.microsoft.com/office/drawing/2014/main" id="{13C9AA27-0D72-0642-9361-63E31685C4F4}"/>
              </a:ext>
            </a:extLst>
          </p:cNvPr>
          <p:cNvGrpSpPr>
            <a:grpSpLocks noChangeAspect="1"/>
          </p:cNvGrpSpPr>
          <p:nvPr/>
        </p:nvGrpSpPr>
        <p:grpSpPr>
          <a:xfrm>
            <a:off x="8840477" y="4308712"/>
            <a:ext cx="362312" cy="361971"/>
            <a:chOff x="8840477" y="4308712"/>
            <a:chExt cx="362312" cy="361971"/>
          </a:xfrm>
          <a:solidFill>
            <a:srgbClr val="62B5E5"/>
          </a:solidFill>
        </p:grpSpPr>
        <p:sp>
          <p:nvSpPr>
            <p:cNvPr id="832" name="Graphic 4">
              <a:extLst>
                <a:ext uri="{FF2B5EF4-FFF2-40B4-BE49-F238E27FC236}">
                  <a16:creationId xmlns:a16="http://schemas.microsoft.com/office/drawing/2014/main" id="{CC77AF40-4821-CD45-86C7-C0504226553B}"/>
                </a:ext>
              </a:extLst>
            </p:cNvPr>
            <p:cNvSpPr/>
            <p:nvPr/>
          </p:nvSpPr>
          <p:spPr>
            <a:xfrm>
              <a:off x="8840477" y="4308712"/>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9204"/>
                    <a:pt x="181474" y="349204"/>
                  </a:cubicBezTo>
                  <a:lnTo>
                    <a:pt x="181474" y="349204"/>
                  </a:lnTo>
                  <a:close/>
                </a:path>
              </a:pathLst>
            </a:custGeom>
            <a:solidFill>
              <a:srgbClr val="62B5E5"/>
            </a:solidFill>
            <a:ln w="6390" cap="flat">
              <a:noFill/>
              <a:prstDash val="solid"/>
              <a:miter/>
            </a:ln>
          </p:spPr>
          <p:txBody>
            <a:bodyPr rtlCol="0" anchor="ctr"/>
            <a:lstStyle/>
            <a:p>
              <a:endParaRPr lang="en-US"/>
            </a:p>
          </p:txBody>
        </p:sp>
        <p:sp>
          <p:nvSpPr>
            <p:cNvPr id="833" name="Graphic 4">
              <a:extLst>
                <a:ext uri="{FF2B5EF4-FFF2-40B4-BE49-F238E27FC236}">
                  <a16:creationId xmlns:a16="http://schemas.microsoft.com/office/drawing/2014/main" id="{EAA6F6FD-E37D-9D4A-9AEB-01DCDAD3E533}"/>
                </a:ext>
              </a:extLst>
            </p:cNvPr>
            <p:cNvSpPr/>
            <p:nvPr/>
          </p:nvSpPr>
          <p:spPr>
            <a:xfrm>
              <a:off x="8965081" y="4387235"/>
              <a:ext cx="113822" cy="205564"/>
            </a:xfrm>
            <a:custGeom>
              <a:avLst/>
              <a:gdLst>
                <a:gd name="connsiteX0" fmla="*/ 107351 w 113822"/>
                <a:gd name="connsiteY0" fmla="*/ 25536 h 205564"/>
                <a:gd name="connsiteX1" fmla="*/ 100961 w 113822"/>
                <a:gd name="connsiteY1" fmla="*/ 31920 h 205564"/>
                <a:gd name="connsiteX2" fmla="*/ 100961 w 113822"/>
                <a:gd name="connsiteY2" fmla="*/ 46603 h 205564"/>
                <a:gd name="connsiteX3" fmla="*/ 61982 w 113822"/>
                <a:gd name="connsiteY3" fmla="*/ 27451 h 205564"/>
                <a:gd name="connsiteX4" fmla="*/ 61982 w 113822"/>
                <a:gd name="connsiteY4" fmla="*/ 6384 h 205564"/>
                <a:gd name="connsiteX5" fmla="*/ 55592 w 113822"/>
                <a:gd name="connsiteY5" fmla="*/ 0 h 205564"/>
                <a:gd name="connsiteX6" fmla="*/ 49202 w 113822"/>
                <a:gd name="connsiteY6" fmla="*/ 6384 h 205564"/>
                <a:gd name="connsiteX7" fmla="*/ 49202 w 113822"/>
                <a:gd name="connsiteY7" fmla="*/ 72139 h 205564"/>
                <a:gd name="connsiteX8" fmla="*/ 3195 w 113822"/>
                <a:gd name="connsiteY8" fmla="*/ 98952 h 205564"/>
                <a:gd name="connsiteX9" fmla="*/ 1917 w 113822"/>
                <a:gd name="connsiteY9" fmla="*/ 100229 h 205564"/>
                <a:gd name="connsiteX10" fmla="*/ 1917 w 113822"/>
                <a:gd name="connsiteY10" fmla="*/ 100229 h 205564"/>
                <a:gd name="connsiteX11" fmla="*/ 639 w 113822"/>
                <a:gd name="connsiteY11" fmla="*/ 102144 h 205564"/>
                <a:gd name="connsiteX12" fmla="*/ 639 w 113822"/>
                <a:gd name="connsiteY12" fmla="*/ 102782 h 205564"/>
                <a:gd name="connsiteX13" fmla="*/ 0 w 113822"/>
                <a:gd name="connsiteY13" fmla="*/ 104697 h 205564"/>
                <a:gd name="connsiteX14" fmla="*/ 0 w 113822"/>
                <a:gd name="connsiteY14" fmla="*/ 174283 h 205564"/>
                <a:gd name="connsiteX15" fmla="*/ 6390 w 113822"/>
                <a:gd name="connsiteY15" fmla="*/ 180667 h 205564"/>
                <a:gd name="connsiteX16" fmla="*/ 12780 w 113822"/>
                <a:gd name="connsiteY16" fmla="*/ 174283 h 205564"/>
                <a:gd name="connsiteX17" fmla="*/ 12780 w 113822"/>
                <a:gd name="connsiteY17" fmla="*/ 114912 h 205564"/>
                <a:gd name="connsiteX18" fmla="*/ 51119 w 113822"/>
                <a:gd name="connsiteY18" fmla="*/ 134064 h 205564"/>
                <a:gd name="connsiteX19" fmla="*/ 51119 w 113822"/>
                <a:gd name="connsiteY19" fmla="*/ 199180 h 205564"/>
                <a:gd name="connsiteX20" fmla="*/ 57509 w 113822"/>
                <a:gd name="connsiteY20" fmla="*/ 205564 h 205564"/>
                <a:gd name="connsiteX21" fmla="*/ 63899 w 113822"/>
                <a:gd name="connsiteY21" fmla="*/ 199180 h 205564"/>
                <a:gd name="connsiteX22" fmla="*/ 63899 w 113822"/>
                <a:gd name="connsiteY22" fmla="*/ 133425 h 205564"/>
                <a:gd name="connsiteX23" fmla="*/ 100961 w 113822"/>
                <a:gd name="connsiteY23" fmla="*/ 112358 h 205564"/>
                <a:gd name="connsiteX24" fmla="*/ 100961 w 113822"/>
                <a:gd name="connsiteY24" fmla="*/ 176198 h 205564"/>
                <a:gd name="connsiteX25" fmla="*/ 107351 w 113822"/>
                <a:gd name="connsiteY25" fmla="*/ 182582 h 205564"/>
                <a:gd name="connsiteX26" fmla="*/ 113741 w 113822"/>
                <a:gd name="connsiteY26" fmla="*/ 176198 h 205564"/>
                <a:gd name="connsiteX27" fmla="*/ 113741 w 113822"/>
                <a:gd name="connsiteY27" fmla="*/ 32559 h 205564"/>
                <a:gd name="connsiteX28" fmla="*/ 107351 w 113822"/>
                <a:gd name="connsiteY28" fmla="*/ 25536 h 205564"/>
                <a:gd name="connsiteX29" fmla="*/ 107351 w 113822"/>
                <a:gd name="connsiteY29" fmla="*/ 25536 h 205564"/>
                <a:gd name="connsiteX30" fmla="*/ 57509 w 113822"/>
                <a:gd name="connsiteY30" fmla="*/ 121934 h 205564"/>
                <a:gd name="connsiteX31" fmla="*/ 19809 w 113822"/>
                <a:gd name="connsiteY31" fmla="*/ 103421 h 205564"/>
                <a:gd name="connsiteX32" fmla="*/ 56232 w 113822"/>
                <a:gd name="connsiteY32" fmla="*/ 82354 h 205564"/>
                <a:gd name="connsiteX33" fmla="*/ 93932 w 113822"/>
                <a:gd name="connsiteY33" fmla="*/ 100867 h 205564"/>
                <a:gd name="connsiteX34" fmla="*/ 57509 w 113822"/>
                <a:gd name="connsiteY34" fmla="*/ 121934 h 205564"/>
                <a:gd name="connsiteX35" fmla="*/ 61982 w 113822"/>
                <a:gd name="connsiteY35" fmla="*/ 71501 h 205564"/>
                <a:gd name="connsiteX36" fmla="*/ 61982 w 113822"/>
                <a:gd name="connsiteY36" fmla="*/ 41496 h 205564"/>
                <a:gd name="connsiteX37" fmla="*/ 100961 w 113822"/>
                <a:gd name="connsiteY37" fmla="*/ 60648 h 205564"/>
                <a:gd name="connsiteX38" fmla="*/ 100961 w 113822"/>
                <a:gd name="connsiteY38" fmla="*/ 90653 h 205564"/>
                <a:gd name="connsiteX39" fmla="*/ 61982 w 113822"/>
                <a:gd name="connsiteY39" fmla="*/ 71501 h 205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3822" h="205564">
                  <a:moveTo>
                    <a:pt x="107351" y="25536"/>
                  </a:moveTo>
                  <a:cubicBezTo>
                    <a:pt x="103517" y="25536"/>
                    <a:pt x="100961" y="28090"/>
                    <a:pt x="100961" y="31920"/>
                  </a:cubicBezTo>
                  <a:lnTo>
                    <a:pt x="100961" y="46603"/>
                  </a:lnTo>
                  <a:lnTo>
                    <a:pt x="61982" y="27451"/>
                  </a:lnTo>
                  <a:lnTo>
                    <a:pt x="61982" y="6384"/>
                  </a:lnTo>
                  <a:cubicBezTo>
                    <a:pt x="61982" y="2554"/>
                    <a:pt x="59427" y="0"/>
                    <a:pt x="55592" y="0"/>
                  </a:cubicBezTo>
                  <a:cubicBezTo>
                    <a:pt x="51758" y="0"/>
                    <a:pt x="49202" y="2554"/>
                    <a:pt x="49202" y="6384"/>
                  </a:cubicBezTo>
                  <a:lnTo>
                    <a:pt x="49202" y="72139"/>
                  </a:lnTo>
                  <a:lnTo>
                    <a:pt x="3195" y="98952"/>
                  </a:lnTo>
                  <a:cubicBezTo>
                    <a:pt x="2556" y="98952"/>
                    <a:pt x="2556" y="99590"/>
                    <a:pt x="1917" y="100229"/>
                  </a:cubicBezTo>
                  <a:lnTo>
                    <a:pt x="1917" y="100229"/>
                  </a:lnTo>
                  <a:cubicBezTo>
                    <a:pt x="1278" y="100867"/>
                    <a:pt x="1278" y="101505"/>
                    <a:pt x="639" y="102144"/>
                  </a:cubicBezTo>
                  <a:cubicBezTo>
                    <a:pt x="639" y="102144"/>
                    <a:pt x="639" y="102782"/>
                    <a:pt x="639" y="102782"/>
                  </a:cubicBezTo>
                  <a:cubicBezTo>
                    <a:pt x="639" y="103421"/>
                    <a:pt x="639" y="104059"/>
                    <a:pt x="0" y="104697"/>
                  </a:cubicBezTo>
                  <a:lnTo>
                    <a:pt x="0" y="174283"/>
                  </a:lnTo>
                  <a:cubicBezTo>
                    <a:pt x="0" y="178113"/>
                    <a:pt x="2556" y="180667"/>
                    <a:pt x="6390" y="180667"/>
                  </a:cubicBezTo>
                  <a:cubicBezTo>
                    <a:pt x="10224" y="180667"/>
                    <a:pt x="12780" y="178113"/>
                    <a:pt x="12780" y="174283"/>
                  </a:cubicBezTo>
                  <a:lnTo>
                    <a:pt x="12780" y="114912"/>
                  </a:lnTo>
                  <a:lnTo>
                    <a:pt x="51119" y="134064"/>
                  </a:lnTo>
                  <a:lnTo>
                    <a:pt x="51119" y="199180"/>
                  </a:lnTo>
                  <a:cubicBezTo>
                    <a:pt x="51119" y="203011"/>
                    <a:pt x="53676" y="205564"/>
                    <a:pt x="57509" y="205564"/>
                  </a:cubicBezTo>
                  <a:cubicBezTo>
                    <a:pt x="61343" y="205564"/>
                    <a:pt x="63899" y="203011"/>
                    <a:pt x="63899" y="199180"/>
                  </a:cubicBezTo>
                  <a:lnTo>
                    <a:pt x="63899" y="133425"/>
                  </a:lnTo>
                  <a:lnTo>
                    <a:pt x="100961" y="112358"/>
                  </a:lnTo>
                  <a:lnTo>
                    <a:pt x="100961" y="176198"/>
                  </a:lnTo>
                  <a:cubicBezTo>
                    <a:pt x="100961" y="180028"/>
                    <a:pt x="103517" y="182582"/>
                    <a:pt x="107351" y="182582"/>
                  </a:cubicBezTo>
                  <a:cubicBezTo>
                    <a:pt x="111185" y="182582"/>
                    <a:pt x="113741" y="180028"/>
                    <a:pt x="113741" y="176198"/>
                  </a:cubicBezTo>
                  <a:lnTo>
                    <a:pt x="113741" y="32559"/>
                  </a:lnTo>
                  <a:cubicBezTo>
                    <a:pt x="114380" y="28090"/>
                    <a:pt x="111185" y="25536"/>
                    <a:pt x="107351" y="25536"/>
                  </a:cubicBezTo>
                  <a:cubicBezTo>
                    <a:pt x="107990" y="25536"/>
                    <a:pt x="107351" y="25536"/>
                    <a:pt x="107351" y="25536"/>
                  </a:cubicBezTo>
                  <a:close/>
                  <a:moveTo>
                    <a:pt x="57509" y="121934"/>
                  </a:moveTo>
                  <a:lnTo>
                    <a:pt x="19809" y="103421"/>
                  </a:lnTo>
                  <a:lnTo>
                    <a:pt x="56232" y="82354"/>
                  </a:lnTo>
                  <a:lnTo>
                    <a:pt x="93932" y="100867"/>
                  </a:lnTo>
                  <a:lnTo>
                    <a:pt x="57509" y="121934"/>
                  </a:lnTo>
                  <a:close/>
                  <a:moveTo>
                    <a:pt x="61982" y="71501"/>
                  </a:moveTo>
                  <a:lnTo>
                    <a:pt x="61982" y="41496"/>
                  </a:lnTo>
                  <a:lnTo>
                    <a:pt x="100961" y="60648"/>
                  </a:lnTo>
                  <a:lnTo>
                    <a:pt x="100961" y="90653"/>
                  </a:lnTo>
                  <a:lnTo>
                    <a:pt x="61982" y="71501"/>
                  </a:lnTo>
                  <a:close/>
                </a:path>
              </a:pathLst>
            </a:custGeom>
            <a:solidFill>
              <a:srgbClr val="62B5E5"/>
            </a:solidFill>
            <a:ln w="6390" cap="flat">
              <a:noFill/>
              <a:prstDash val="solid"/>
              <a:miter/>
            </a:ln>
          </p:spPr>
          <p:txBody>
            <a:bodyPr rtlCol="0" anchor="ctr"/>
            <a:lstStyle/>
            <a:p>
              <a:endParaRPr lang="en-US"/>
            </a:p>
          </p:txBody>
        </p:sp>
      </p:grpSp>
      <p:grpSp>
        <p:nvGrpSpPr>
          <p:cNvPr id="834" name="Graphic 4">
            <a:extLst>
              <a:ext uri="{FF2B5EF4-FFF2-40B4-BE49-F238E27FC236}">
                <a16:creationId xmlns:a16="http://schemas.microsoft.com/office/drawing/2014/main" id="{7EC81D2F-118B-114D-90C2-12AC5F198442}"/>
              </a:ext>
            </a:extLst>
          </p:cNvPr>
          <p:cNvGrpSpPr>
            <a:grpSpLocks noChangeAspect="1"/>
          </p:cNvGrpSpPr>
          <p:nvPr/>
        </p:nvGrpSpPr>
        <p:grpSpPr>
          <a:xfrm>
            <a:off x="2559808" y="2371173"/>
            <a:ext cx="362313" cy="361971"/>
            <a:chOff x="2559808" y="2371173"/>
            <a:chExt cx="362313" cy="361971"/>
          </a:xfrm>
          <a:solidFill>
            <a:srgbClr val="0076A8"/>
          </a:solidFill>
        </p:grpSpPr>
        <p:sp>
          <p:nvSpPr>
            <p:cNvPr id="835" name="Graphic 4">
              <a:extLst>
                <a:ext uri="{FF2B5EF4-FFF2-40B4-BE49-F238E27FC236}">
                  <a16:creationId xmlns:a16="http://schemas.microsoft.com/office/drawing/2014/main" id="{29126A16-8D99-7441-8B0A-58B1DC289EE3}"/>
                </a:ext>
              </a:extLst>
            </p:cNvPr>
            <p:cNvSpPr/>
            <p:nvPr/>
          </p:nvSpPr>
          <p:spPr>
            <a:xfrm>
              <a:off x="2559808" y="237117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362309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29 w 362313"/>
                <a:gd name="connsiteY9" fmla="*/ 180667 h 361971"/>
                <a:gd name="connsiteX10" fmla="*/ 349529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close/>
                </a:path>
              </a:pathLst>
            </a:custGeom>
            <a:solidFill>
              <a:srgbClr val="0076A8"/>
            </a:solidFill>
            <a:ln w="6390" cap="flat">
              <a:noFill/>
              <a:prstDash val="solid"/>
              <a:miter/>
            </a:ln>
          </p:spPr>
          <p:txBody>
            <a:bodyPr rtlCol="0" anchor="ctr"/>
            <a:lstStyle/>
            <a:p>
              <a:endParaRPr lang="en-US"/>
            </a:p>
          </p:txBody>
        </p:sp>
        <p:sp>
          <p:nvSpPr>
            <p:cNvPr id="836" name="Graphic 4">
              <a:extLst>
                <a:ext uri="{FF2B5EF4-FFF2-40B4-BE49-F238E27FC236}">
                  <a16:creationId xmlns:a16="http://schemas.microsoft.com/office/drawing/2014/main" id="{FEF03307-008F-914D-9E78-C6ACEF39B005}"/>
                </a:ext>
              </a:extLst>
            </p:cNvPr>
            <p:cNvSpPr/>
            <p:nvPr/>
          </p:nvSpPr>
          <p:spPr>
            <a:xfrm>
              <a:off x="2658852" y="2442674"/>
              <a:ext cx="166138" cy="218970"/>
            </a:xfrm>
            <a:custGeom>
              <a:avLst/>
              <a:gdLst>
                <a:gd name="connsiteX0" fmla="*/ 129077 w 166138"/>
                <a:gd name="connsiteY0" fmla="*/ 136617 h 218970"/>
                <a:gd name="connsiteX1" fmla="*/ 120131 w 166138"/>
                <a:gd name="connsiteY1" fmla="*/ 136617 h 218970"/>
                <a:gd name="connsiteX2" fmla="*/ 102239 w 166138"/>
                <a:gd name="connsiteY2" fmla="*/ 154492 h 218970"/>
                <a:gd name="connsiteX3" fmla="*/ 102239 w 166138"/>
                <a:gd name="connsiteY3" fmla="*/ 6384 h 218970"/>
                <a:gd name="connsiteX4" fmla="*/ 95849 w 166138"/>
                <a:gd name="connsiteY4" fmla="*/ 0 h 218970"/>
                <a:gd name="connsiteX5" fmla="*/ 7029 w 166138"/>
                <a:gd name="connsiteY5" fmla="*/ 0 h 218970"/>
                <a:gd name="connsiteX6" fmla="*/ 3834 w 166138"/>
                <a:gd name="connsiteY6" fmla="*/ 638 h 218970"/>
                <a:gd name="connsiteX7" fmla="*/ 0 w 166138"/>
                <a:gd name="connsiteY7" fmla="*/ 6384 h 218970"/>
                <a:gd name="connsiteX8" fmla="*/ 0 w 166138"/>
                <a:gd name="connsiteY8" fmla="*/ 212587 h 218970"/>
                <a:gd name="connsiteX9" fmla="*/ 6390 w 166138"/>
                <a:gd name="connsiteY9" fmla="*/ 218971 h 218970"/>
                <a:gd name="connsiteX10" fmla="*/ 95849 w 166138"/>
                <a:gd name="connsiteY10" fmla="*/ 218971 h 218970"/>
                <a:gd name="connsiteX11" fmla="*/ 96488 w 166138"/>
                <a:gd name="connsiteY11" fmla="*/ 218971 h 218970"/>
                <a:gd name="connsiteX12" fmla="*/ 97127 w 166138"/>
                <a:gd name="connsiteY12" fmla="*/ 218971 h 218970"/>
                <a:gd name="connsiteX13" fmla="*/ 154636 w 166138"/>
                <a:gd name="connsiteY13" fmla="*/ 218971 h 218970"/>
                <a:gd name="connsiteX14" fmla="*/ 161026 w 166138"/>
                <a:gd name="connsiteY14" fmla="*/ 212587 h 218970"/>
                <a:gd name="connsiteX15" fmla="*/ 161026 w 166138"/>
                <a:gd name="connsiteY15" fmla="*/ 181944 h 218970"/>
                <a:gd name="connsiteX16" fmla="*/ 164221 w 166138"/>
                <a:gd name="connsiteY16" fmla="*/ 180028 h 218970"/>
                <a:gd name="connsiteX17" fmla="*/ 164221 w 166138"/>
                <a:gd name="connsiteY17" fmla="*/ 171091 h 218970"/>
                <a:gd name="connsiteX18" fmla="*/ 129077 w 166138"/>
                <a:gd name="connsiteY18" fmla="*/ 136617 h 218970"/>
                <a:gd name="connsiteX19" fmla="*/ 89459 w 166138"/>
                <a:gd name="connsiteY19" fmla="*/ 206203 h 218970"/>
                <a:gd name="connsiteX20" fmla="*/ 42174 w 166138"/>
                <a:gd name="connsiteY20" fmla="*/ 206203 h 218970"/>
                <a:gd name="connsiteX21" fmla="*/ 42174 w 166138"/>
                <a:gd name="connsiteY21" fmla="*/ 183220 h 218970"/>
                <a:gd name="connsiteX22" fmla="*/ 35784 w 166138"/>
                <a:gd name="connsiteY22" fmla="*/ 176836 h 218970"/>
                <a:gd name="connsiteX23" fmla="*/ 29394 w 166138"/>
                <a:gd name="connsiteY23" fmla="*/ 183220 h 218970"/>
                <a:gd name="connsiteX24" fmla="*/ 29394 w 166138"/>
                <a:gd name="connsiteY24" fmla="*/ 206203 h 218970"/>
                <a:gd name="connsiteX25" fmla="*/ 12780 w 166138"/>
                <a:gd name="connsiteY25" fmla="*/ 206203 h 218970"/>
                <a:gd name="connsiteX26" fmla="*/ 12780 w 166138"/>
                <a:gd name="connsiteY26" fmla="*/ 12768 h 218970"/>
                <a:gd name="connsiteX27" fmla="*/ 89459 w 166138"/>
                <a:gd name="connsiteY27" fmla="*/ 12768 h 218970"/>
                <a:gd name="connsiteX28" fmla="*/ 89459 w 166138"/>
                <a:gd name="connsiteY28" fmla="*/ 206203 h 218970"/>
                <a:gd name="connsiteX29" fmla="*/ 147608 w 166138"/>
                <a:gd name="connsiteY29" fmla="*/ 206203 h 218970"/>
                <a:gd name="connsiteX30" fmla="*/ 130994 w 166138"/>
                <a:gd name="connsiteY30" fmla="*/ 206203 h 218970"/>
                <a:gd name="connsiteX31" fmla="*/ 130994 w 166138"/>
                <a:gd name="connsiteY31" fmla="*/ 188966 h 218970"/>
                <a:gd name="connsiteX32" fmla="*/ 124604 w 166138"/>
                <a:gd name="connsiteY32" fmla="*/ 182582 h 218970"/>
                <a:gd name="connsiteX33" fmla="*/ 118214 w 166138"/>
                <a:gd name="connsiteY33" fmla="*/ 188966 h 218970"/>
                <a:gd name="connsiteX34" fmla="*/ 118214 w 166138"/>
                <a:gd name="connsiteY34" fmla="*/ 206203 h 218970"/>
                <a:gd name="connsiteX35" fmla="*/ 102239 w 166138"/>
                <a:gd name="connsiteY35" fmla="*/ 206203 h 218970"/>
                <a:gd name="connsiteX36" fmla="*/ 102239 w 166138"/>
                <a:gd name="connsiteY36" fmla="*/ 171729 h 218970"/>
                <a:gd name="connsiteX37" fmla="*/ 102878 w 166138"/>
                <a:gd name="connsiteY37" fmla="*/ 171729 h 218970"/>
                <a:gd name="connsiteX38" fmla="*/ 125243 w 166138"/>
                <a:gd name="connsiteY38" fmla="*/ 150024 h 218970"/>
                <a:gd name="connsiteX39" fmla="*/ 148246 w 166138"/>
                <a:gd name="connsiteY39" fmla="*/ 173006 h 218970"/>
                <a:gd name="connsiteX40" fmla="*/ 148246 w 166138"/>
                <a:gd name="connsiteY40" fmla="*/ 173006 h 218970"/>
                <a:gd name="connsiteX41" fmla="*/ 147608 w 166138"/>
                <a:gd name="connsiteY41" fmla="*/ 206203 h 21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66138" h="218970">
                  <a:moveTo>
                    <a:pt x="129077" y="136617"/>
                  </a:moveTo>
                  <a:cubicBezTo>
                    <a:pt x="126521" y="134064"/>
                    <a:pt x="122687" y="134064"/>
                    <a:pt x="120131" y="136617"/>
                  </a:cubicBezTo>
                  <a:lnTo>
                    <a:pt x="102239" y="154492"/>
                  </a:lnTo>
                  <a:lnTo>
                    <a:pt x="102239" y="6384"/>
                  </a:lnTo>
                  <a:cubicBezTo>
                    <a:pt x="102239" y="2554"/>
                    <a:pt x="99683" y="0"/>
                    <a:pt x="95849" y="0"/>
                  </a:cubicBezTo>
                  <a:cubicBezTo>
                    <a:pt x="62621" y="0"/>
                    <a:pt x="11502" y="0"/>
                    <a:pt x="7029" y="0"/>
                  </a:cubicBezTo>
                  <a:cubicBezTo>
                    <a:pt x="5751" y="0"/>
                    <a:pt x="5112" y="0"/>
                    <a:pt x="3834" y="638"/>
                  </a:cubicBezTo>
                  <a:cubicBezTo>
                    <a:pt x="1278" y="1915"/>
                    <a:pt x="0" y="3830"/>
                    <a:pt x="0" y="6384"/>
                  </a:cubicBezTo>
                  <a:lnTo>
                    <a:pt x="0" y="212587"/>
                  </a:lnTo>
                  <a:cubicBezTo>
                    <a:pt x="0" y="216417"/>
                    <a:pt x="2556" y="218971"/>
                    <a:pt x="6390" y="218971"/>
                  </a:cubicBezTo>
                  <a:lnTo>
                    <a:pt x="95849" y="218971"/>
                  </a:lnTo>
                  <a:lnTo>
                    <a:pt x="96488" y="218971"/>
                  </a:lnTo>
                  <a:lnTo>
                    <a:pt x="97127" y="218971"/>
                  </a:lnTo>
                  <a:lnTo>
                    <a:pt x="154636" y="218971"/>
                  </a:lnTo>
                  <a:cubicBezTo>
                    <a:pt x="158470" y="218971"/>
                    <a:pt x="161026" y="216417"/>
                    <a:pt x="161026" y="212587"/>
                  </a:cubicBezTo>
                  <a:lnTo>
                    <a:pt x="161026" y="181944"/>
                  </a:lnTo>
                  <a:cubicBezTo>
                    <a:pt x="162304" y="181944"/>
                    <a:pt x="163582" y="181305"/>
                    <a:pt x="164221" y="180028"/>
                  </a:cubicBezTo>
                  <a:cubicBezTo>
                    <a:pt x="166777" y="177475"/>
                    <a:pt x="166777" y="173644"/>
                    <a:pt x="164221" y="171091"/>
                  </a:cubicBezTo>
                  <a:lnTo>
                    <a:pt x="129077" y="136617"/>
                  </a:lnTo>
                  <a:close/>
                  <a:moveTo>
                    <a:pt x="89459" y="206203"/>
                  </a:moveTo>
                  <a:lnTo>
                    <a:pt x="42174" y="206203"/>
                  </a:lnTo>
                  <a:lnTo>
                    <a:pt x="42174" y="183220"/>
                  </a:lnTo>
                  <a:cubicBezTo>
                    <a:pt x="42174" y="179390"/>
                    <a:pt x="39617" y="176836"/>
                    <a:pt x="35784" y="176836"/>
                  </a:cubicBezTo>
                  <a:cubicBezTo>
                    <a:pt x="31950" y="176836"/>
                    <a:pt x="29394" y="179390"/>
                    <a:pt x="29394" y="183220"/>
                  </a:cubicBezTo>
                  <a:lnTo>
                    <a:pt x="29394" y="206203"/>
                  </a:lnTo>
                  <a:lnTo>
                    <a:pt x="12780" y="206203"/>
                  </a:lnTo>
                  <a:lnTo>
                    <a:pt x="12780" y="12768"/>
                  </a:lnTo>
                  <a:cubicBezTo>
                    <a:pt x="23004" y="12768"/>
                    <a:pt x="44730" y="12768"/>
                    <a:pt x="89459" y="12768"/>
                  </a:cubicBezTo>
                  <a:lnTo>
                    <a:pt x="89459" y="206203"/>
                  </a:lnTo>
                  <a:close/>
                  <a:moveTo>
                    <a:pt x="147608" y="206203"/>
                  </a:moveTo>
                  <a:lnTo>
                    <a:pt x="130994" y="206203"/>
                  </a:lnTo>
                  <a:lnTo>
                    <a:pt x="130994" y="188966"/>
                  </a:lnTo>
                  <a:cubicBezTo>
                    <a:pt x="130994" y="185135"/>
                    <a:pt x="128438" y="182582"/>
                    <a:pt x="124604" y="182582"/>
                  </a:cubicBezTo>
                  <a:cubicBezTo>
                    <a:pt x="120770" y="182582"/>
                    <a:pt x="118214" y="185135"/>
                    <a:pt x="118214" y="188966"/>
                  </a:cubicBezTo>
                  <a:lnTo>
                    <a:pt x="118214" y="206203"/>
                  </a:lnTo>
                  <a:lnTo>
                    <a:pt x="102239" y="206203"/>
                  </a:lnTo>
                  <a:lnTo>
                    <a:pt x="102239" y="171729"/>
                  </a:lnTo>
                  <a:lnTo>
                    <a:pt x="102878" y="171729"/>
                  </a:lnTo>
                  <a:lnTo>
                    <a:pt x="125243" y="150024"/>
                  </a:lnTo>
                  <a:lnTo>
                    <a:pt x="148246" y="173006"/>
                  </a:lnTo>
                  <a:lnTo>
                    <a:pt x="148246" y="173006"/>
                  </a:lnTo>
                  <a:lnTo>
                    <a:pt x="147608" y="206203"/>
                  </a:lnTo>
                  <a:close/>
                </a:path>
              </a:pathLst>
            </a:custGeom>
            <a:solidFill>
              <a:srgbClr val="0076A8"/>
            </a:solidFill>
            <a:ln w="6390" cap="flat">
              <a:noFill/>
              <a:prstDash val="solid"/>
              <a:miter/>
            </a:ln>
          </p:spPr>
          <p:txBody>
            <a:bodyPr rtlCol="0" anchor="ctr"/>
            <a:lstStyle/>
            <a:p>
              <a:endParaRPr lang="en-US"/>
            </a:p>
          </p:txBody>
        </p:sp>
        <p:sp>
          <p:nvSpPr>
            <p:cNvPr id="837" name="Graphic 4">
              <a:extLst>
                <a:ext uri="{FF2B5EF4-FFF2-40B4-BE49-F238E27FC236}">
                  <a16:creationId xmlns:a16="http://schemas.microsoft.com/office/drawing/2014/main" id="{0879BFBD-43E2-1A4F-B82A-2280064DBFA5}"/>
                </a:ext>
              </a:extLst>
            </p:cNvPr>
            <p:cNvSpPr/>
            <p:nvPr/>
          </p:nvSpPr>
          <p:spPr>
            <a:xfrm>
              <a:off x="2716362" y="2588867"/>
              <a:ext cx="15335" cy="15321"/>
            </a:xfrm>
            <a:custGeom>
              <a:avLst/>
              <a:gdLst>
                <a:gd name="connsiteX0" fmla="*/ 7668 w 15335"/>
                <a:gd name="connsiteY0" fmla="*/ 15322 h 15321"/>
                <a:gd name="connsiteX1" fmla="*/ 15336 w 15335"/>
                <a:gd name="connsiteY1" fmla="*/ 7661 h 15321"/>
                <a:gd name="connsiteX2" fmla="*/ 7668 w 15335"/>
                <a:gd name="connsiteY2" fmla="*/ 0 h 15321"/>
                <a:gd name="connsiteX3" fmla="*/ 0 w 15335"/>
                <a:gd name="connsiteY3" fmla="*/ 7661 h 15321"/>
                <a:gd name="connsiteX4" fmla="*/ 0 w 15335"/>
                <a:gd name="connsiteY4" fmla="*/ 7661 h 15321"/>
                <a:gd name="connsiteX5" fmla="*/ 7668 w 15335"/>
                <a:gd name="connsiteY5" fmla="*/ 15322 h 15321"/>
                <a:gd name="connsiteX6" fmla="*/ 7668 w 15335"/>
                <a:gd name="connsiteY6" fmla="*/ 15322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335" h="15321">
                  <a:moveTo>
                    <a:pt x="7668" y="15322"/>
                  </a:moveTo>
                  <a:cubicBezTo>
                    <a:pt x="11502" y="15322"/>
                    <a:pt x="15336" y="12130"/>
                    <a:pt x="15336" y="7661"/>
                  </a:cubicBezTo>
                  <a:cubicBezTo>
                    <a:pt x="15336" y="3830"/>
                    <a:pt x="12141" y="0"/>
                    <a:pt x="7668" y="0"/>
                  </a:cubicBezTo>
                  <a:cubicBezTo>
                    <a:pt x="3834" y="0"/>
                    <a:pt x="0" y="3192"/>
                    <a:pt x="0" y="7661"/>
                  </a:cubicBezTo>
                  <a:cubicBezTo>
                    <a:pt x="0" y="7661"/>
                    <a:pt x="0" y="7661"/>
                    <a:pt x="0" y="7661"/>
                  </a:cubicBezTo>
                  <a:cubicBezTo>
                    <a:pt x="0" y="11491"/>
                    <a:pt x="3195" y="15322"/>
                    <a:pt x="7668" y="15322"/>
                  </a:cubicBezTo>
                  <a:cubicBezTo>
                    <a:pt x="7668" y="15322"/>
                    <a:pt x="7668" y="15322"/>
                    <a:pt x="7668" y="15322"/>
                  </a:cubicBezTo>
                  <a:close/>
                </a:path>
              </a:pathLst>
            </a:custGeom>
            <a:solidFill>
              <a:srgbClr val="0076A8"/>
            </a:solidFill>
            <a:ln w="6390" cap="flat">
              <a:noFill/>
              <a:prstDash val="solid"/>
              <a:miter/>
            </a:ln>
          </p:spPr>
          <p:txBody>
            <a:bodyPr rtlCol="0" anchor="ctr"/>
            <a:lstStyle/>
            <a:p>
              <a:endParaRPr lang="en-US"/>
            </a:p>
          </p:txBody>
        </p:sp>
        <p:sp>
          <p:nvSpPr>
            <p:cNvPr id="838" name="Graphic 4">
              <a:extLst>
                <a:ext uri="{FF2B5EF4-FFF2-40B4-BE49-F238E27FC236}">
                  <a16:creationId xmlns:a16="http://schemas.microsoft.com/office/drawing/2014/main" id="{E3C8E806-B7FD-144E-AA49-F0738BD1812C}"/>
                </a:ext>
              </a:extLst>
            </p:cNvPr>
            <p:cNvSpPr/>
            <p:nvPr/>
          </p:nvSpPr>
          <p:spPr>
            <a:xfrm>
              <a:off x="2716362" y="2618233"/>
              <a:ext cx="15335" cy="15321"/>
            </a:xfrm>
            <a:custGeom>
              <a:avLst/>
              <a:gdLst>
                <a:gd name="connsiteX0" fmla="*/ 7668 w 15335"/>
                <a:gd name="connsiteY0" fmla="*/ 15322 h 15321"/>
                <a:gd name="connsiteX1" fmla="*/ 15336 w 15335"/>
                <a:gd name="connsiteY1" fmla="*/ 7661 h 15321"/>
                <a:gd name="connsiteX2" fmla="*/ 7668 w 15335"/>
                <a:gd name="connsiteY2" fmla="*/ 0 h 15321"/>
                <a:gd name="connsiteX3" fmla="*/ 0 w 15335"/>
                <a:gd name="connsiteY3" fmla="*/ 7661 h 15321"/>
                <a:gd name="connsiteX4" fmla="*/ 7668 w 15335"/>
                <a:gd name="connsiteY4" fmla="*/ 15322 h 15321"/>
                <a:gd name="connsiteX5" fmla="*/ 7668 w 15335"/>
                <a:gd name="connsiteY5" fmla="*/ 15322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5" h="15321">
                  <a:moveTo>
                    <a:pt x="7668" y="15322"/>
                  </a:moveTo>
                  <a:cubicBezTo>
                    <a:pt x="11502" y="15322"/>
                    <a:pt x="15336" y="12130"/>
                    <a:pt x="15336" y="7661"/>
                  </a:cubicBezTo>
                  <a:cubicBezTo>
                    <a:pt x="15336" y="3192"/>
                    <a:pt x="12141" y="0"/>
                    <a:pt x="7668" y="0"/>
                  </a:cubicBezTo>
                  <a:cubicBezTo>
                    <a:pt x="3834" y="0"/>
                    <a:pt x="0" y="3192"/>
                    <a:pt x="0" y="7661"/>
                  </a:cubicBezTo>
                  <a:cubicBezTo>
                    <a:pt x="0" y="12130"/>
                    <a:pt x="3195" y="15322"/>
                    <a:pt x="7668" y="15322"/>
                  </a:cubicBezTo>
                  <a:cubicBezTo>
                    <a:pt x="7668" y="15322"/>
                    <a:pt x="7668" y="15322"/>
                    <a:pt x="7668" y="15322"/>
                  </a:cubicBezTo>
                  <a:close/>
                </a:path>
              </a:pathLst>
            </a:custGeom>
            <a:solidFill>
              <a:srgbClr val="0076A8"/>
            </a:solidFill>
            <a:ln w="6390" cap="flat">
              <a:noFill/>
              <a:prstDash val="solid"/>
              <a:miter/>
            </a:ln>
          </p:spPr>
          <p:txBody>
            <a:bodyPr rtlCol="0" anchor="ctr"/>
            <a:lstStyle/>
            <a:p>
              <a:endParaRPr lang="en-US"/>
            </a:p>
          </p:txBody>
        </p:sp>
        <p:sp>
          <p:nvSpPr>
            <p:cNvPr id="839" name="Graphic 4">
              <a:extLst>
                <a:ext uri="{FF2B5EF4-FFF2-40B4-BE49-F238E27FC236}">
                  <a16:creationId xmlns:a16="http://schemas.microsoft.com/office/drawing/2014/main" id="{649950E1-CCC5-BF46-A2F4-9F4AA0A31099}"/>
                </a:ext>
              </a:extLst>
            </p:cNvPr>
            <p:cNvSpPr/>
            <p:nvPr/>
          </p:nvSpPr>
          <p:spPr>
            <a:xfrm>
              <a:off x="2686968" y="2588867"/>
              <a:ext cx="15335" cy="15321"/>
            </a:xfrm>
            <a:custGeom>
              <a:avLst/>
              <a:gdLst>
                <a:gd name="connsiteX0" fmla="*/ 7668 w 15335"/>
                <a:gd name="connsiteY0" fmla="*/ 0 h 15321"/>
                <a:gd name="connsiteX1" fmla="*/ 0 w 15335"/>
                <a:gd name="connsiteY1" fmla="*/ 7661 h 15321"/>
                <a:gd name="connsiteX2" fmla="*/ 7668 w 15335"/>
                <a:gd name="connsiteY2" fmla="*/ 15322 h 15321"/>
                <a:gd name="connsiteX3" fmla="*/ 15336 w 15335"/>
                <a:gd name="connsiteY3" fmla="*/ 7661 h 15321"/>
                <a:gd name="connsiteX4" fmla="*/ 15336 w 15335"/>
                <a:gd name="connsiteY4" fmla="*/ 7661 h 15321"/>
                <a:gd name="connsiteX5" fmla="*/ 7668 w 15335"/>
                <a:gd name="connsiteY5"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5" h="15321">
                  <a:moveTo>
                    <a:pt x="7668" y="0"/>
                  </a:moveTo>
                  <a:cubicBezTo>
                    <a:pt x="3834" y="0"/>
                    <a:pt x="0" y="3192"/>
                    <a:pt x="0" y="7661"/>
                  </a:cubicBezTo>
                  <a:cubicBezTo>
                    <a:pt x="0" y="12130"/>
                    <a:pt x="3195" y="15322"/>
                    <a:pt x="7668" y="15322"/>
                  </a:cubicBezTo>
                  <a:cubicBezTo>
                    <a:pt x="12141" y="15322"/>
                    <a:pt x="15336" y="12130"/>
                    <a:pt x="15336" y="7661"/>
                  </a:cubicBezTo>
                  <a:cubicBezTo>
                    <a:pt x="15336" y="7661"/>
                    <a:pt x="15336" y="7661"/>
                    <a:pt x="15336" y="7661"/>
                  </a:cubicBezTo>
                  <a:cubicBezTo>
                    <a:pt x="15336" y="3192"/>
                    <a:pt x="11502" y="0"/>
                    <a:pt x="7668" y="0"/>
                  </a:cubicBezTo>
                  <a:close/>
                </a:path>
              </a:pathLst>
            </a:custGeom>
            <a:solidFill>
              <a:srgbClr val="0076A8"/>
            </a:solidFill>
            <a:ln w="6390" cap="flat">
              <a:noFill/>
              <a:prstDash val="solid"/>
              <a:miter/>
            </a:ln>
          </p:spPr>
          <p:txBody>
            <a:bodyPr rtlCol="0" anchor="ctr"/>
            <a:lstStyle/>
            <a:p>
              <a:endParaRPr lang="en-US"/>
            </a:p>
          </p:txBody>
        </p:sp>
        <p:sp>
          <p:nvSpPr>
            <p:cNvPr id="840" name="Graphic 4">
              <a:extLst>
                <a:ext uri="{FF2B5EF4-FFF2-40B4-BE49-F238E27FC236}">
                  <a16:creationId xmlns:a16="http://schemas.microsoft.com/office/drawing/2014/main" id="{CC559211-5BB4-0D4F-95EC-59F3E33A3D36}"/>
                </a:ext>
              </a:extLst>
            </p:cNvPr>
            <p:cNvSpPr/>
            <p:nvPr/>
          </p:nvSpPr>
          <p:spPr>
            <a:xfrm>
              <a:off x="2686968" y="2558862"/>
              <a:ext cx="15335" cy="15321"/>
            </a:xfrm>
            <a:custGeom>
              <a:avLst/>
              <a:gdLst>
                <a:gd name="connsiteX0" fmla="*/ 7668 w 15335"/>
                <a:gd name="connsiteY0" fmla="*/ 15322 h 15321"/>
                <a:gd name="connsiteX1" fmla="*/ 15336 w 15335"/>
                <a:gd name="connsiteY1" fmla="*/ 7661 h 15321"/>
                <a:gd name="connsiteX2" fmla="*/ 7668 w 15335"/>
                <a:gd name="connsiteY2" fmla="*/ 0 h 15321"/>
                <a:gd name="connsiteX3" fmla="*/ 0 w 15335"/>
                <a:gd name="connsiteY3" fmla="*/ 7661 h 15321"/>
                <a:gd name="connsiteX4" fmla="*/ 0 w 15335"/>
                <a:gd name="connsiteY4" fmla="*/ 7661 h 15321"/>
                <a:gd name="connsiteX5" fmla="*/ 7668 w 15335"/>
                <a:gd name="connsiteY5" fmla="*/ 15322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5" h="15321">
                  <a:moveTo>
                    <a:pt x="7668" y="15322"/>
                  </a:moveTo>
                  <a:cubicBezTo>
                    <a:pt x="11502" y="15322"/>
                    <a:pt x="15336" y="12130"/>
                    <a:pt x="15336" y="7661"/>
                  </a:cubicBezTo>
                  <a:cubicBezTo>
                    <a:pt x="15336" y="3830"/>
                    <a:pt x="12141" y="0"/>
                    <a:pt x="7668" y="0"/>
                  </a:cubicBezTo>
                  <a:cubicBezTo>
                    <a:pt x="3834" y="0"/>
                    <a:pt x="0" y="3192"/>
                    <a:pt x="0" y="7661"/>
                  </a:cubicBezTo>
                  <a:cubicBezTo>
                    <a:pt x="0" y="7661"/>
                    <a:pt x="0" y="7661"/>
                    <a:pt x="0" y="7661"/>
                  </a:cubicBezTo>
                  <a:cubicBezTo>
                    <a:pt x="0" y="12130"/>
                    <a:pt x="3195" y="15322"/>
                    <a:pt x="7668" y="15322"/>
                  </a:cubicBezTo>
                  <a:close/>
                </a:path>
              </a:pathLst>
            </a:custGeom>
            <a:solidFill>
              <a:srgbClr val="0076A8"/>
            </a:solidFill>
            <a:ln w="6390" cap="flat">
              <a:noFill/>
              <a:prstDash val="solid"/>
              <a:miter/>
            </a:ln>
          </p:spPr>
          <p:txBody>
            <a:bodyPr rtlCol="0" anchor="ctr"/>
            <a:lstStyle/>
            <a:p>
              <a:endParaRPr lang="en-US"/>
            </a:p>
          </p:txBody>
        </p:sp>
        <p:sp>
          <p:nvSpPr>
            <p:cNvPr id="841" name="Graphic 4">
              <a:extLst>
                <a:ext uri="{FF2B5EF4-FFF2-40B4-BE49-F238E27FC236}">
                  <a16:creationId xmlns:a16="http://schemas.microsoft.com/office/drawing/2014/main" id="{72EFF7C4-CE22-9C46-A250-8B4673EFF48C}"/>
                </a:ext>
              </a:extLst>
            </p:cNvPr>
            <p:cNvSpPr/>
            <p:nvPr/>
          </p:nvSpPr>
          <p:spPr>
            <a:xfrm>
              <a:off x="2716362" y="2558862"/>
              <a:ext cx="15335" cy="15321"/>
            </a:xfrm>
            <a:custGeom>
              <a:avLst/>
              <a:gdLst>
                <a:gd name="connsiteX0" fmla="*/ 15336 w 15335"/>
                <a:gd name="connsiteY0" fmla="*/ 7661 h 15321"/>
                <a:gd name="connsiteX1" fmla="*/ 7668 w 15335"/>
                <a:gd name="connsiteY1" fmla="*/ 15322 h 15321"/>
                <a:gd name="connsiteX2" fmla="*/ 0 w 15335"/>
                <a:gd name="connsiteY2" fmla="*/ 7661 h 15321"/>
                <a:gd name="connsiteX3" fmla="*/ 7668 w 15335"/>
                <a:gd name="connsiteY3" fmla="*/ 0 h 15321"/>
                <a:gd name="connsiteX4" fmla="*/ 15336 w 15335"/>
                <a:gd name="connsiteY4" fmla="*/ 7661 h 1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5" h="15321">
                  <a:moveTo>
                    <a:pt x="15336" y="7661"/>
                  </a:moveTo>
                  <a:cubicBezTo>
                    <a:pt x="15336" y="11892"/>
                    <a:pt x="11903" y="15322"/>
                    <a:pt x="7668" y="15322"/>
                  </a:cubicBezTo>
                  <a:cubicBezTo>
                    <a:pt x="3433" y="15322"/>
                    <a:pt x="0" y="11892"/>
                    <a:pt x="0" y="7661"/>
                  </a:cubicBezTo>
                  <a:cubicBezTo>
                    <a:pt x="0" y="3430"/>
                    <a:pt x="3433" y="0"/>
                    <a:pt x="7668" y="0"/>
                  </a:cubicBezTo>
                  <a:cubicBezTo>
                    <a:pt x="11903" y="0"/>
                    <a:pt x="15336" y="3430"/>
                    <a:pt x="15336" y="7661"/>
                  </a:cubicBezTo>
                  <a:close/>
                </a:path>
              </a:pathLst>
            </a:custGeom>
            <a:solidFill>
              <a:srgbClr val="0076A8"/>
            </a:solidFill>
            <a:ln w="6390" cap="flat">
              <a:noFill/>
              <a:prstDash val="solid"/>
              <a:miter/>
            </a:ln>
          </p:spPr>
          <p:txBody>
            <a:bodyPr rtlCol="0" anchor="ctr"/>
            <a:lstStyle/>
            <a:p>
              <a:endParaRPr lang="en-US"/>
            </a:p>
          </p:txBody>
        </p:sp>
        <p:sp>
          <p:nvSpPr>
            <p:cNvPr id="842" name="Graphic 4">
              <a:extLst>
                <a:ext uri="{FF2B5EF4-FFF2-40B4-BE49-F238E27FC236}">
                  <a16:creationId xmlns:a16="http://schemas.microsoft.com/office/drawing/2014/main" id="{0F0C5CBD-2C78-EB4D-8302-861B465E112E}"/>
                </a:ext>
              </a:extLst>
            </p:cNvPr>
            <p:cNvSpPr/>
            <p:nvPr/>
          </p:nvSpPr>
          <p:spPr>
            <a:xfrm>
              <a:off x="2716362" y="2529496"/>
              <a:ext cx="15335" cy="15321"/>
            </a:xfrm>
            <a:custGeom>
              <a:avLst/>
              <a:gdLst>
                <a:gd name="connsiteX0" fmla="*/ 15336 w 15335"/>
                <a:gd name="connsiteY0" fmla="*/ 7661 h 15321"/>
                <a:gd name="connsiteX1" fmla="*/ 7668 w 15335"/>
                <a:gd name="connsiteY1" fmla="*/ 15322 h 15321"/>
                <a:gd name="connsiteX2" fmla="*/ 0 w 15335"/>
                <a:gd name="connsiteY2" fmla="*/ 7661 h 15321"/>
                <a:gd name="connsiteX3" fmla="*/ 7668 w 15335"/>
                <a:gd name="connsiteY3" fmla="*/ 0 h 15321"/>
                <a:gd name="connsiteX4" fmla="*/ 15336 w 15335"/>
                <a:gd name="connsiteY4" fmla="*/ 7661 h 1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5" h="15321">
                  <a:moveTo>
                    <a:pt x="15336" y="7661"/>
                  </a:moveTo>
                  <a:cubicBezTo>
                    <a:pt x="15336" y="11892"/>
                    <a:pt x="11903" y="15322"/>
                    <a:pt x="7668" y="15322"/>
                  </a:cubicBezTo>
                  <a:cubicBezTo>
                    <a:pt x="3433" y="15322"/>
                    <a:pt x="0" y="11892"/>
                    <a:pt x="0" y="7661"/>
                  </a:cubicBezTo>
                  <a:cubicBezTo>
                    <a:pt x="0" y="3430"/>
                    <a:pt x="3433" y="0"/>
                    <a:pt x="7668" y="0"/>
                  </a:cubicBezTo>
                  <a:cubicBezTo>
                    <a:pt x="11903" y="0"/>
                    <a:pt x="15336" y="3430"/>
                    <a:pt x="15336" y="7661"/>
                  </a:cubicBezTo>
                  <a:close/>
                </a:path>
              </a:pathLst>
            </a:custGeom>
            <a:solidFill>
              <a:srgbClr val="0076A8"/>
            </a:solidFill>
            <a:ln w="6390" cap="flat">
              <a:noFill/>
              <a:prstDash val="solid"/>
              <a:miter/>
            </a:ln>
          </p:spPr>
          <p:txBody>
            <a:bodyPr rtlCol="0" anchor="ctr"/>
            <a:lstStyle/>
            <a:p>
              <a:endParaRPr lang="en-US"/>
            </a:p>
          </p:txBody>
        </p:sp>
        <p:sp>
          <p:nvSpPr>
            <p:cNvPr id="843" name="Graphic 4">
              <a:extLst>
                <a:ext uri="{FF2B5EF4-FFF2-40B4-BE49-F238E27FC236}">
                  <a16:creationId xmlns:a16="http://schemas.microsoft.com/office/drawing/2014/main" id="{76E12668-6EE8-7A4A-B8EF-5672565C7AEA}"/>
                </a:ext>
              </a:extLst>
            </p:cNvPr>
            <p:cNvSpPr/>
            <p:nvPr/>
          </p:nvSpPr>
          <p:spPr>
            <a:xfrm>
              <a:off x="2686968" y="2529496"/>
              <a:ext cx="15335" cy="15321"/>
            </a:xfrm>
            <a:custGeom>
              <a:avLst/>
              <a:gdLst>
                <a:gd name="connsiteX0" fmla="*/ 7668 w 15335"/>
                <a:gd name="connsiteY0" fmla="*/ 15322 h 15321"/>
                <a:gd name="connsiteX1" fmla="*/ 15336 w 15335"/>
                <a:gd name="connsiteY1" fmla="*/ 7661 h 15321"/>
                <a:gd name="connsiteX2" fmla="*/ 7668 w 15335"/>
                <a:gd name="connsiteY2" fmla="*/ 0 h 15321"/>
                <a:gd name="connsiteX3" fmla="*/ 0 w 15335"/>
                <a:gd name="connsiteY3" fmla="*/ 7661 h 15321"/>
                <a:gd name="connsiteX4" fmla="*/ 0 w 15335"/>
                <a:gd name="connsiteY4" fmla="*/ 7661 h 15321"/>
                <a:gd name="connsiteX5" fmla="*/ 7668 w 15335"/>
                <a:gd name="connsiteY5" fmla="*/ 15322 h 15321"/>
                <a:gd name="connsiteX6" fmla="*/ 7668 w 15335"/>
                <a:gd name="connsiteY6" fmla="*/ 15322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335" h="15321">
                  <a:moveTo>
                    <a:pt x="7668" y="15322"/>
                  </a:moveTo>
                  <a:cubicBezTo>
                    <a:pt x="11502" y="15322"/>
                    <a:pt x="15336" y="12130"/>
                    <a:pt x="15336" y="7661"/>
                  </a:cubicBezTo>
                  <a:cubicBezTo>
                    <a:pt x="15336" y="3192"/>
                    <a:pt x="12141" y="0"/>
                    <a:pt x="7668" y="0"/>
                  </a:cubicBezTo>
                  <a:cubicBezTo>
                    <a:pt x="3195" y="0"/>
                    <a:pt x="0" y="3192"/>
                    <a:pt x="0" y="7661"/>
                  </a:cubicBezTo>
                  <a:cubicBezTo>
                    <a:pt x="0" y="7661"/>
                    <a:pt x="0" y="7661"/>
                    <a:pt x="0" y="7661"/>
                  </a:cubicBezTo>
                  <a:cubicBezTo>
                    <a:pt x="0" y="12130"/>
                    <a:pt x="3195" y="15322"/>
                    <a:pt x="7668" y="15322"/>
                  </a:cubicBezTo>
                  <a:lnTo>
                    <a:pt x="7668" y="15322"/>
                  </a:lnTo>
                  <a:close/>
                </a:path>
              </a:pathLst>
            </a:custGeom>
            <a:solidFill>
              <a:srgbClr val="0076A8"/>
            </a:solidFill>
            <a:ln w="6390" cap="flat">
              <a:noFill/>
              <a:prstDash val="solid"/>
              <a:miter/>
            </a:ln>
          </p:spPr>
          <p:txBody>
            <a:bodyPr rtlCol="0" anchor="ctr"/>
            <a:lstStyle/>
            <a:p>
              <a:endParaRPr lang="en-US"/>
            </a:p>
          </p:txBody>
        </p:sp>
        <p:sp>
          <p:nvSpPr>
            <p:cNvPr id="844" name="Graphic 4">
              <a:extLst>
                <a:ext uri="{FF2B5EF4-FFF2-40B4-BE49-F238E27FC236}">
                  <a16:creationId xmlns:a16="http://schemas.microsoft.com/office/drawing/2014/main" id="{144A2C52-1C3F-E441-9CB4-EE303A690FFD}"/>
                </a:ext>
              </a:extLst>
            </p:cNvPr>
            <p:cNvSpPr/>
            <p:nvPr/>
          </p:nvSpPr>
          <p:spPr>
            <a:xfrm>
              <a:off x="2686968" y="2500130"/>
              <a:ext cx="15335" cy="15321"/>
            </a:xfrm>
            <a:custGeom>
              <a:avLst/>
              <a:gdLst>
                <a:gd name="connsiteX0" fmla="*/ 7668 w 15335"/>
                <a:gd name="connsiteY0" fmla="*/ 0 h 15321"/>
                <a:gd name="connsiteX1" fmla="*/ 0 w 15335"/>
                <a:gd name="connsiteY1" fmla="*/ 7661 h 15321"/>
                <a:gd name="connsiteX2" fmla="*/ 7668 w 15335"/>
                <a:gd name="connsiteY2" fmla="*/ 15322 h 15321"/>
                <a:gd name="connsiteX3" fmla="*/ 15336 w 15335"/>
                <a:gd name="connsiteY3" fmla="*/ 7661 h 15321"/>
                <a:gd name="connsiteX4" fmla="*/ 15336 w 15335"/>
                <a:gd name="connsiteY4" fmla="*/ 7661 h 15321"/>
                <a:gd name="connsiteX5" fmla="*/ 7668 w 15335"/>
                <a:gd name="connsiteY5" fmla="*/ 0 h 15321"/>
                <a:gd name="connsiteX6" fmla="*/ 7668 w 15335"/>
                <a:gd name="connsiteY6"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335" h="15321">
                  <a:moveTo>
                    <a:pt x="7668" y="0"/>
                  </a:moveTo>
                  <a:cubicBezTo>
                    <a:pt x="3834" y="0"/>
                    <a:pt x="0" y="3192"/>
                    <a:pt x="0" y="7661"/>
                  </a:cubicBezTo>
                  <a:cubicBezTo>
                    <a:pt x="0" y="11491"/>
                    <a:pt x="3195" y="15322"/>
                    <a:pt x="7668" y="15322"/>
                  </a:cubicBezTo>
                  <a:cubicBezTo>
                    <a:pt x="11502" y="15322"/>
                    <a:pt x="15336" y="12130"/>
                    <a:pt x="15336" y="7661"/>
                  </a:cubicBezTo>
                  <a:cubicBezTo>
                    <a:pt x="15336" y="7661"/>
                    <a:pt x="15336" y="7661"/>
                    <a:pt x="15336" y="7661"/>
                  </a:cubicBezTo>
                  <a:cubicBezTo>
                    <a:pt x="14697" y="3192"/>
                    <a:pt x="11502" y="0"/>
                    <a:pt x="7668" y="0"/>
                  </a:cubicBezTo>
                  <a:cubicBezTo>
                    <a:pt x="7668" y="0"/>
                    <a:pt x="7668" y="0"/>
                    <a:pt x="7668" y="0"/>
                  </a:cubicBezTo>
                  <a:close/>
                </a:path>
              </a:pathLst>
            </a:custGeom>
            <a:solidFill>
              <a:srgbClr val="0076A8"/>
            </a:solidFill>
            <a:ln w="6390" cap="flat">
              <a:noFill/>
              <a:prstDash val="solid"/>
              <a:miter/>
            </a:ln>
          </p:spPr>
          <p:txBody>
            <a:bodyPr rtlCol="0" anchor="ctr"/>
            <a:lstStyle/>
            <a:p>
              <a:endParaRPr lang="en-US"/>
            </a:p>
          </p:txBody>
        </p:sp>
        <p:sp>
          <p:nvSpPr>
            <p:cNvPr id="845" name="Graphic 4">
              <a:extLst>
                <a:ext uri="{FF2B5EF4-FFF2-40B4-BE49-F238E27FC236}">
                  <a16:creationId xmlns:a16="http://schemas.microsoft.com/office/drawing/2014/main" id="{C93B7A46-1178-6A46-843B-D8E11559011C}"/>
                </a:ext>
              </a:extLst>
            </p:cNvPr>
            <p:cNvSpPr/>
            <p:nvPr/>
          </p:nvSpPr>
          <p:spPr>
            <a:xfrm>
              <a:off x="2716362" y="2500130"/>
              <a:ext cx="15335" cy="15321"/>
            </a:xfrm>
            <a:custGeom>
              <a:avLst/>
              <a:gdLst>
                <a:gd name="connsiteX0" fmla="*/ 15336 w 15335"/>
                <a:gd name="connsiteY0" fmla="*/ 7661 h 15321"/>
                <a:gd name="connsiteX1" fmla="*/ 7668 w 15335"/>
                <a:gd name="connsiteY1" fmla="*/ 15322 h 15321"/>
                <a:gd name="connsiteX2" fmla="*/ 0 w 15335"/>
                <a:gd name="connsiteY2" fmla="*/ 7661 h 15321"/>
                <a:gd name="connsiteX3" fmla="*/ 7668 w 15335"/>
                <a:gd name="connsiteY3" fmla="*/ 0 h 15321"/>
                <a:gd name="connsiteX4" fmla="*/ 15336 w 15335"/>
                <a:gd name="connsiteY4" fmla="*/ 7661 h 1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5" h="15321">
                  <a:moveTo>
                    <a:pt x="15336" y="7661"/>
                  </a:moveTo>
                  <a:cubicBezTo>
                    <a:pt x="15336" y="11892"/>
                    <a:pt x="11903" y="15322"/>
                    <a:pt x="7668" y="15322"/>
                  </a:cubicBezTo>
                  <a:cubicBezTo>
                    <a:pt x="3433" y="15322"/>
                    <a:pt x="0" y="11892"/>
                    <a:pt x="0" y="7661"/>
                  </a:cubicBezTo>
                  <a:cubicBezTo>
                    <a:pt x="0" y="3430"/>
                    <a:pt x="3433" y="0"/>
                    <a:pt x="7668" y="0"/>
                  </a:cubicBezTo>
                  <a:cubicBezTo>
                    <a:pt x="11903" y="0"/>
                    <a:pt x="15336" y="3430"/>
                    <a:pt x="15336" y="7661"/>
                  </a:cubicBezTo>
                  <a:close/>
                </a:path>
              </a:pathLst>
            </a:custGeom>
            <a:solidFill>
              <a:srgbClr val="0076A8"/>
            </a:solidFill>
            <a:ln w="6390" cap="flat">
              <a:noFill/>
              <a:prstDash val="solid"/>
              <a:miter/>
            </a:ln>
          </p:spPr>
          <p:txBody>
            <a:bodyPr rtlCol="0" anchor="ctr"/>
            <a:lstStyle/>
            <a:p>
              <a:endParaRPr lang="en-US"/>
            </a:p>
          </p:txBody>
        </p:sp>
        <p:sp>
          <p:nvSpPr>
            <p:cNvPr id="846" name="Graphic 4">
              <a:extLst>
                <a:ext uri="{FF2B5EF4-FFF2-40B4-BE49-F238E27FC236}">
                  <a16:creationId xmlns:a16="http://schemas.microsoft.com/office/drawing/2014/main" id="{18F2F412-472F-7B46-B53D-2155650E9492}"/>
                </a:ext>
              </a:extLst>
            </p:cNvPr>
            <p:cNvSpPr/>
            <p:nvPr/>
          </p:nvSpPr>
          <p:spPr>
            <a:xfrm>
              <a:off x="2716362" y="2470125"/>
              <a:ext cx="15335" cy="15321"/>
            </a:xfrm>
            <a:custGeom>
              <a:avLst/>
              <a:gdLst>
                <a:gd name="connsiteX0" fmla="*/ 15336 w 15335"/>
                <a:gd name="connsiteY0" fmla="*/ 7661 h 15321"/>
                <a:gd name="connsiteX1" fmla="*/ 7668 w 15335"/>
                <a:gd name="connsiteY1" fmla="*/ 15322 h 15321"/>
                <a:gd name="connsiteX2" fmla="*/ 0 w 15335"/>
                <a:gd name="connsiteY2" fmla="*/ 7661 h 15321"/>
                <a:gd name="connsiteX3" fmla="*/ 7668 w 15335"/>
                <a:gd name="connsiteY3" fmla="*/ 0 h 15321"/>
                <a:gd name="connsiteX4" fmla="*/ 15336 w 15335"/>
                <a:gd name="connsiteY4" fmla="*/ 7661 h 1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5" h="15321">
                  <a:moveTo>
                    <a:pt x="15336" y="7661"/>
                  </a:moveTo>
                  <a:cubicBezTo>
                    <a:pt x="15336" y="11892"/>
                    <a:pt x="11903" y="15322"/>
                    <a:pt x="7668" y="15322"/>
                  </a:cubicBezTo>
                  <a:cubicBezTo>
                    <a:pt x="3433" y="15322"/>
                    <a:pt x="0" y="11892"/>
                    <a:pt x="0" y="7661"/>
                  </a:cubicBezTo>
                  <a:cubicBezTo>
                    <a:pt x="0" y="3430"/>
                    <a:pt x="3433" y="0"/>
                    <a:pt x="7668" y="0"/>
                  </a:cubicBezTo>
                  <a:cubicBezTo>
                    <a:pt x="11903" y="0"/>
                    <a:pt x="15336" y="3430"/>
                    <a:pt x="15336" y="7661"/>
                  </a:cubicBezTo>
                  <a:close/>
                </a:path>
              </a:pathLst>
            </a:custGeom>
            <a:solidFill>
              <a:srgbClr val="0076A8"/>
            </a:solidFill>
            <a:ln w="6390" cap="flat">
              <a:noFill/>
              <a:prstDash val="solid"/>
              <a:miter/>
            </a:ln>
          </p:spPr>
          <p:txBody>
            <a:bodyPr rtlCol="0" anchor="ctr"/>
            <a:lstStyle/>
            <a:p>
              <a:endParaRPr lang="en-US"/>
            </a:p>
          </p:txBody>
        </p:sp>
        <p:sp>
          <p:nvSpPr>
            <p:cNvPr id="847" name="Graphic 4">
              <a:extLst>
                <a:ext uri="{FF2B5EF4-FFF2-40B4-BE49-F238E27FC236}">
                  <a16:creationId xmlns:a16="http://schemas.microsoft.com/office/drawing/2014/main" id="{97F4A9D0-646F-8745-B9EF-C94A8F0125FD}"/>
                </a:ext>
              </a:extLst>
            </p:cNvPr>
            <p:cNvSpPr/>
            <p:nvPr/>
          </p:nvSpPr>
          <p:spPr>
            <a:xfrm>
              <a:off x="2686968" y="2470125"/>
              <a:ext cx="15335" cy="15321"/>
            </a:xfrm>
            <a:custGeom>
              <a:avLst/>
              <a:gdLst>
                <a:gd name="connsiteX0" fmla="*/ 7668 w 15335"/>
                <a:gd name="connsiteY0" fmla="*/ 15322 h 15321"/>
                <a:gd name="connsiteX1" fmla="*/ 15336 w 15335"/>
                <a:gd name="connsiteY1" fmla="*/ 7661 h 15321"/>
                <a:gd name="connsiteX2" fmla="*/ 7668 w 15335"/>
                <a:gd name="connsiteY2" fmla="*/ 0 h 15321"/>
                <a:gd name="connsiteX3" fmla="*/ 0 w 15335"/>
                <a:gd name="connsiteY3" fmla="*/ 7661 h 15321"/>
                <a:gd name="connsiteX4" fmla="*/ 7668 w 15335"/>
                <a:gd name="connsiteY4" fmla="*/ 15322 h 15321"/>
                <a:gd name="connsiteX5" fmla="*/ 7668 w 15335"/>
                <a:gd name="connsiteY5" fmla="*/ 15322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5" h="15321">
                  <a:moveTo>
                    <a:pt x="7668" y="15322"/>
                  </a:moveTo>
                  <a:cubicBezTo>
                    <a:pt x="11502" y="15322"/>
                    <a:pt x="15336" y="12130"/>
                    <a:pt x="15336" y="7661"/>
                  </a:cubicBezTo>
                  <a:cubicBezTo>
                    <a:pt x="15336" y="3192"/>
                    <a:pt x="12141" y="0"/>
                    <a:pt x="7668" y="0"/>
                  </a:cubicBezTo>
                  <a:cubicBezTo>
                    <a:pt x="3834" y="0"/>
                    <a:pt x="0" y="3192"/>
                    <a:pt x="0" y="7661"/>
                  </a:cubicBezTo>
                  <a:cubicBezTo>
                    <a:pt x="0" y="12130"/>
                    <a:pt x="3195" y="15322"/>
                    <a:pt x="7668" y="15322"/>
                  </a:cubicBezTo>
                  <a:cubicBezTo>
                    <a:pt x="7029" y="15322"/>
                    <a:pt x="7668" y="15322"/>
                    <a:pt x="7668" y="15322"/>
                  </a:cubicBezTo>
                  <a:close/>
                </a:path>
              </a:pathLst>
            </a:custGeom>
            <a:solidFill>
              <a:srgbClr val="0076A8"/>
            </a:solidFill>
            <a:ln w="6390" cap="flat">
              <a:noFill/>
              <a:prstDash val="solid"/>
              <a:miter/>
            </a:ln>
          </p:spPr>
          <p:txBody>
            <a:bodyPr rtlCol="0" anchor="ctr"/>
            <a:lstStyle/>
            <a:p>
              <a:endParaRPr lang="en-US"/>
            </a:p>
          </p:txBody>
        </p:sp>
      </p:grpSp>
      <p:grpSp>
        <p:nvGrpSpPr>
          <p:cNvPr id="848" name="Graphic 4">
            <a:extLst>
              <a:ext uri="{FF2B5EF4-FFF2-40B4-BE49-F238E27FC236}">
                <a16:creationId xmlns:a16="http://schemas.microsoft.com/office/drawing/2014/main" id="{9221AF21-817C-9346-9454-C3B2300E93F6}"/>
              </a:ext>
            </a:extLst>
          </p:cNvPr>
          <p:cNvGrpSpPr>
            <a:grpSpLocks noChangeAspect="1"/>
          </p:cNvGrpSpPr>
          <p:nvPr/>
        </p:nvGrpSpPr>
        <p:grpSpPr>
          <a:xfrm>
            <a:off x="6753524" y="1885990"/>
            <a:ext cx="361674" cy="361971"/>
            <a:chOff x="6753524" y="1885990"/>
            <a:chExt cx="361674" cy="361971"/>
          </a:xfrm>
          <a:solidFill>
            <a:srgbClr val="00A3E0"/>
          </a:solidFill>
        </p:grpSpPr>
        <p:sp>
          <p:nvSpPr>
            <p:cNvPr id="849" name="Graphic 4">
              <a:extLst>
                <a:ext uri="{FF2B5EF4-FFF2-40B4-BE49-F238E27FC236}">
                  <a16:creationId xmlns:a16="http://schemas.microsoft.com/office/drawing/2014/main" id="{847762ED-8BA1-7C42-8254-2C4ADA4921A4}"/>
                </a:ext>
              </a:extLst>
            </p:cNvPr>
            <p:cNvSpPr/>
            <p:nvPr/>
          </p:nvSpPr>
          <p:spPr>
            <a:xfrm>
              <a:off x="6753524" y="1885990"/>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8565 h 361971"/>
                <a:gd name="connsiteX8" fmla="*/ 12780 w 361674"/>
                <a:gd name="connsiteY8" fmla="*/ 180667 h 361971"/>
                <a:gd name="connsiteX9" fmla="*/ 180835 w 361674"/>
                <a:gd name="connsiteY9" fmla="*/ 12130 h 361971"/>
                <a:gd name="connsiteX10" fmla="*/ 348890 w 361674"/>
                <a:gd name="connsiteY10" fmla="*/ 180028 h 361971"/>
                <a:gd name="connsiteX11" fmla="*/ 348890 w 361674"/>
                <a:gd name="connsiteY11" fmla="*/ 180028 h 361971"/>
                <a:gd name="connsiteX12" fmla="*/ 180835 w 361674"/>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7"/>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2309" y="80438"/>
                    <a:pt x="281157" y="0"/>
                    <a:pt x="180835" y="0"/>
                  </a:cubicBezTo>
                  <a:cubicBezTo>
                    <a:pt x="181474" y="0"/>
                    <a:pt x="181474" y="0"/>
                    <a:pt x="180835" y="0"/>
                  </a:cubicBezTo>
                  <a:close/>
                  <a:moveTo>
                    <a:pt x="180835" y="348565"/>
                  </a:moveTo>
                  <a:cubicBezTo>
                    <a:pt x="87542" y="348565"/>
                    <a:pt x="12780" y="273235"/>
                    <a:pt x="12780" y="180667"/>
                  </a:cubicBezTo>
                  <a:cubicBezTo>
                    <a:pt x="12780" y="88099"/>
                    <a:pt x="88181" y="12130"/>
                    <a:pt x="180835" y="12130"/>
                  </a:cubicBezTo>
                  <a:cubicBezTo>
                    <a:pt x="274128" y="12130"/>
                    <a:pt x="348890" y="87461"/>
                    <a:pt x="348890" y="180028"/>
                  </a:cubicBezTo>
                  <a:cubicBezTo>
                    <a:pt x="348890" y="180028"/>
                    <a:pt x="348890" y="180028"/>
                    <a:pt x="348890" y="180028"/>
                  </a:cubicBezTo>
                  <a:cubicBezTo>
                    <a:pt x="349529" y="273235"/>
                    <a:pt x="274128" y="348565"/>
                    <a:pt x="180835" y="348565"/>
                  </a:cubicBezTo>
                  <a:close/>
                </a:path>
              </a:pathLst>
            </a:custGeom>
            <a:solidFill>
              <a:srgbClr val="00A3E0"/>
            </a:solidFill>
            <a:ln w="6390" cap="flat">
              <a:noFill/>
              <a:prstDash val="solid"/>
              <a:miter/>
            </a:ln>
          </p:spPr>
          <p:txBody>
            <a:bodyPr rtlCol="0" anchor="ctr"/>
            <a:lstStyle/>
            <a:p>
              <a:endParaRPr lang="en-US"/>
            </a:p>
          </p:txBody>
        </p:sp>
        <p:sp>
          <p:nvSpPr>
            <p:cNvPr id="850" name="Graphic 4">
              <a:extLst>
                <a:ext uri="{FF2B5EF4-FFF2-40B4-BE49-F238E27FC236}">
                  <a16:creationId xmlns:a16="http://schemas.microsoft.com/office/drawing/2014/main" id="{8C82CDC4-70D6-2342-BC88-C4ECA79138D4}"/>
                </a:ext>
              </a:extLst>
            </p:cNvPr>
            <p:cNvSpPr/>
            <p:nvPr/>
          </p:nvSpPr>
          <p:spPr>
            <a:xfrm>
              <a:off x="6812269" y="1988613"/>
              <a:ext cx="120272" cy="198701"/>
            </a:xfrm>
            <a:custGeom>
              <a:avLst/>
              <a:gdLst>
                <a:gd name="connsiteX0" fmla="*/ 115061 w 120272"/>
                <a:gd name="connsiteY0" fmla="*/ 152737 h 198701"/>
                <a:gd name="connsiteX1" fmla="*/ 115061 w 120272"/>
                <a:gd name="connsiteY1" fmla="*/ 152737 h 198701"/>
                <a:gd name="connsiteX2" fmla="*/ 88224 w 120272"/>
                <a:gd name="connsiteY2" fmla="*/ 71022 h 198701"/>
                <a:gd name="connsiteX3" fmla="*/ 87585 w 120272"/>
                <a:gd name="connsiteY3" fmla="*/ 70383 h 198701"/>
                <a:gd name="connsiteX4" fmla="*/ 78000 w 120272"/>
                <a:gd name="connsiteY4" fmla="*/ 57615 h 198701"/>
                <a:gd name="connsiteX5" fmla="*/ 72888 w 120272"/>
                <a:gd name="connsiteY5" fmla="*/ 49955 h 198701"/>
                <a:gd name="connsiteX6" fmla="*/ 53718 w 120272"/>
                <a:gd name="connsiteY6" fmla="*/ 48039 h 198701"/>
                <a:gd name="connsiteX7" fmla="*/ 49245 w 120272"/>
                <a:gd name="connsiteY7" fmla="*/ 61446 h 198701"/>
                <a:gd name="connsiteX8" fmla="*/ 52440 w 120272"/>
                <a:gd name="connsiteY8" fmla="*/ 75491 h 198701"/>
                <a:gd name="connsiteX9" fmla="*/ 33271 w 120272"/>
                <a:gd name="connsiteY9" fmla="*/ 29526 h 198701"/>
                <a:gd name="connsiteX10" fmla="*/ 21768 w 120272"/>
                <a:gd name="connsiteY10" fmla="*/ 3990 h 198701"/>
                <a:gd name="connsiteX11" fmla="*/ 8989 w 120272"/>
                <a:gd name="connsiteY11" fmla="*/ 160 h 198701"/>
                <a:gd name="connsiteX12" fmla="*/ 1321 w 120272"/>
                <a:gd name="connsiteY12" fmla="*/ 51231 h 198701"/>
                <a:gd name="connsiteX13" fmla="*/ 34548 w 120272"/>
                <a:gd name="connsiteY13" fmla="*/ 122094 h 198701"/>
                <a:gd name="connsiteX14" fmla="*/ 53718 w 120272"/>
                <a:gd name="connsiteY14" fmla="*/ 157206 h 198701"/>
                <a:gd name="connsiteX15" fmla="*/ 53718 w 120272"/>
                <a:gd name="connsiteY15" fmla="*/ 157844 h 198701"/>
                <a:gd name="connsiteX16" fmla="*/ 45411 w 120272"/>
                <a:gd name="connsiteY16" fmla="*/ 161036 h 198701"/>
                <a:gd name="connsiteX17" fmla="*/ 41577 w 120272"/>
                <a:gd name="connsiteY17" fmla="*/ 166782 h 198701"/>
                <a:gd name="connsiteX18" fmla="*/ 41577 w 120272"/>
                <a:gd name="connsiteY18" fmla="*/ 192318 h 198701"/>
                <a:gd name="connsiteX19" fmla="*/ 44133 w 120272"/>
                <a:gd name="connsiteY19" fmla="*/ 197425 h 198701"/>
                <a:gd name="connsiteX20" fmla="*/ 47967 w 120272"/>
                <a:gd name="connsiteY20" fmla="*/ 198702 h 198701"/>
                <a:gd name="connsiteX21" fmla="*/ 49245 w 120272"/>
                <a:gd name="connsiteY21" fmla="*/ 198702 h 198701"/>
                <a:gd name="connsiteX22" fmla="*/ 113145 w 120272"/>
                <a:gd name="connsiteY22" fmla="*/ 195510 h 198701"/>
                <a:gd name="connsiteX23" fmla="*/ 118256 w 120272"/>
                <a:gd name="connsiteY23" fmla="*/ 194233 h 198701"/>
                <a:gd name="connsiteX24" fmla="*/ 120174 w 120272"/>
                <a:gd name="connsiteY24" fmla="*/ 189764 h 198701"/>
                <a:gd name="connsiteX25" fmla="*/ 120174 w 120272"/>
                <a:gd name="connsiteY25" fmla="*/ 160398 h 198701"/>
                <a:gd name="connsiteX26" fmla="*/ 115061 w 120272"/>
                <a:gd name="connsiteY26" fmla="*/ 152737 h 198701"/>
                <a:gd name="connsiteX27" fmla="*/ 42856 w 120272"/>
                <a:gd name="connsiteY27" fmla="*/ 111241 h 198701"/>
                <a:gd name="connsiteX28" fmla="*/ 14101 w 120272"/>
                <a:gd name="connsiteY28" fmla="*/ 48678 h 198701"/>
                <a:gd name="connsiteX29" fmla="*/ 13461 w 120272"/>
                <a:gd name="connsiteY29" fmla="*/ 12928 h 198701"/>
                <a:gd name="connsiteX30" fmla="*/ 19851 w 120272"/>
                <a:gd name="connsiteY30" fmla="*/ 30164 h 198701"/>
                <a:gd name="connsiteX31" fmla="*/ 68415 w 120272"/>
                <a:gd name="connsiteY31" fmla="*/ 99111 h 198701"/>
                <a:gd name="connsiteX32" fmla="*/ 76722 w 120272"/>
                <a:gd name="connsiteY32" fmla="*/ 95281 h 198701"/>
                <a:gd name="connsiteX33" fmla="*/ 75444 w 120272"/>
                <a:gd name="connsiteY33" fmla="*/ 89535 h 198701"/>
                <a:gd name="connsiteX34" fmla="*/ 61386 w 120272"/>
                <a:gd name="connsiteY34" fmla="*/ 60807 h 198701"/>
                <a:gd name="connsiteX35" fmla="*/ 62025 w 120272"/>
                <a:gd name="connsiteY35" fmla="*/ 57615 h 198701"/>
                <a:gd name="connsiteX36" fmla="*/ 63303 w 120272"/>
                <a:gd name="connsiteY36" fmla="*/ 58254 h 198701"/>
                <a:gd name="connsiteX37" fmla="*/ 66498 w 120272"/>
                <a:gd name="connsiteY37" fmla="*/ 63361 h 198701"/>
                <a:gd name="connsiteX38" fmla="*/ 78639 w 120272"/>
                <a:gd name="connsiteY38" fmla="*/ 79321 h 198701"/>
                <a:gd name="connsiteX39" fmla="*/ 79917 w 120272"/>
                <a:gd name="connsiteY39" fmla="*/ 79959 h 198701"/>
                <a:gd name="connsiteX40" fmla="*/ 102281 w 120272"/>
                <a:gd name="connsiteY40" fmla="*/ 149545 h 198701"/>
                <a:gd name="connsiteX41" fmla="*/ 102281 w 120272"/>
                <a:gd name="connsiteY41" fmla="*/ 150822 h 198701"/>
                <a:gd name="connsiteX42" fmla="*/ 65859 w 120272"/>
                <a:gd name="connsiteY42" fmla="*/ 152737 h 198701"/>
                <a:gd name="connsiteX43" fmla="*/ 42856 w 120272"/>
                <a:gd name="connsiteY43" fmla="*/ 111241 h 198701"/>
                <a:gd name="connsiteX44" fmla="*/ 42856 w 120272"/>
                <a:gd name="connsiteY44" fmla="*/ 111241 h 198701"/>
                <a:gd name="connsiteX45" fmla="*/ 107394 w 120272"/>
                <a:gd name="connsiteY45" fmla="*/ 180826 h 198701"/>
                <a:gd name="connsiteX46" fmla="*/ 54357 w 120272"/>
                <a:gd name="connsiteY46" fmla="*/ 183380 h 198701"/>
                <a:gd name="connsiteX47" fmla="*/ 54357 w 120272"/>
                <a:gd name="connsiteY47" fmla="*/ 169974 h 198701"/>
                <a:gd name="connsiteX48" fmla="*/ 107394 w 120272"/>
                <a:gd name="connsiteY48" fmla="*/ 164228 h 198701"/>
                <a:gd name="connsiteX49" fmla="*/ 107394 w 120272"/>
                <a:gd name="connsiteY49" fmla="*/ 180826 h 19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20272" h="198701">
                  <a:moveTo>
                    <a:pt x="115061" y="152737"/>
                  </a:moveTo>
                  <a:lnTo>
                    <a:pt x="115061" y="152737"/>
                  </a:lnTo>
                  <a:cubicBezTo>
                    <a:pt x="123369" y="122732"/>
                    <a:pt x="113145" y="90174"/>
                    <a:pt x="88224" y="71022"/>
                  </a:cubicBezTo>
                  <a:lnTo>
                    <a:pt x="87585" y="70383"/>
                  </a:lnTo>
                  <a:cubicBezTo>
                    <a:pt x="83751" y="66553"/>
                    <a:pt x="80556" y="62723"/>
                    <a:pt x="78000" y="57615"/>
                  </a:cubicBezTo>
                  <a:cubicBezTo>
                    <a:pt x="76722" y="55062"/>
                    <a:pt x="74805" y="51870"/>
                    <a:pt x="72888" y="49955"/>
                  </a:cubicBezTo>
                  <a:cubicBezTo>
                    <a:pt x="68415" y="44209"/>
                    <a:pt x="59469" y="42932"/>
                    <a:pt x="53718" y="48039"/>
                  </a:cubicBezTo>
                  <a:cubicBezTo>
                    <a:pt x="49884" y="51231"/>
                    <a:pt x="47967" y="56339"/>
                    <a:pt x="49245" y="61446"/>
                  </a:cubicBezTo>
                  <a:cubicBezTo>
                    <a:pt x="49245" y="66553"/>
                    <a:pt x="50523" y="71022"/>
                    <a:pt x="52440" y="75491"/>
                  </a:cubicBezTo>
                  <a:cubicBezTo>
                    <a:pt x="40938" y="62723"/>
                    <a:pt x="34548" y="46763"/>
                    <a:pt x="33271" y="29526"/>
                  </a:cubicBezTo>
                  <a:cubicBezTo>
                    <a:pt x="33271" y="19950"/>
                    <a:pt x="28797" y="10374"/>
                    <a:pt x="21768" y="3990"/>
                  </a:cubicBezTo>
                  <a:cubicBezTo>
                    <a:pt x="17935" y="798"/>
                    <a:pt x="13461" y="-479"/>
                    <a:pt x="8989" y="160"/>
                  </a:cubicBezTo>
                  <a:cubicBezTo>
                    <a:pt x="2599" y="1436"/>
                    <a:pt x="-2514" y="7820"/>
                    <a:pt x="1321" y="51231"/>
                  </a:cubicBezTo>
                  <a:cubicBezTo>
                    <a:pt x="5794" y="95281"/>
                    <a:pt x="16017" y="106134"/>
                    <a:pt x="34548" y="122094"/>
                  </a:cubicBezTo>
                  <a:cubicBezTo>
                    <a:pt x="49884" y="135500"/>
                    <a:pt x="53079" y="145715"/>
                    <a:pt x="53718" y="157206"/>
                  </a:cubicBezTo>
                  <a:cubicBezTo>
                    <a:pt x="53718" y="157206"/>
                    <a:pt x="53718" y="157844"/>
                    <a:pt x="53718" y="157844"/>
                  </a:cubicBezTo>
                  <a:cubicBezTo>
                    <a:pt x="50523" y="158482"/>
                    <a:pt x="47967" y="159759"/>
                    <a:pt x="45411" y="161036"/>
                  </a:cubicBezTo>
                  <a:cubicBezTo>
                    <a:pt x="42856" y="162313"/>
                    <a:pt x="41577" y="164228"/>
                    <a:pt x="41577" y="166782"/>
                  </a:cubicBezTo>
                  <a:lnTo>
                    <a:pt x="41577" y="192318"/>
                  </a:lnTo>
                  <a:cubicBezTo>
                    <a:pt x="41577" y="194233"/>
                    <a:pt x="42216" y="196148"/>
                    <a:pt x="44133" y="197425"/>
                  </a:cubicBezTo>
                  <a:cubicBezTo>
                    <a:pt x="45411" y="198063"/>
                    <a:pt x="46689" y="198702"/>
                    <a:pt x="47967" y="198702"/>
                  </a:cubicBezTo>
                  <a:cubicBezTo>
                    <a:pt x="48606" y="198702"/>
                    <a:pt x="49245" y="198702"/>
                    <a:pt x="49245" y="198702"/>
                  </a:cubicBezTo>
                  <a:cubicBezTo>
                    <a:pt x="70332" y="194233"/>
                    <a:pt x="92058" y="192956"/>
                    <a:pt x="113145" y="195510"/>
                  </a:cubicBezTo>
                  <a:cubicBezTo>
                    <a:pt x="115061" y="195510"/>
                    <a:pt x="116979" y="194871"/>
                    <a:pt x="118256" y="194233"/>
                  </a:cubicBezTo>
                  <a:cubicBezTo>
                    <a:pt x="119535" y="192956"/>
                    <a:pt x="120174" y="191041"/>
                    <a:pt x="120174" y="189764"/>
                  </a:cubicBezTo>
                  <a:lnTo>
                    <a:pt x="120174" y="160398"/>
                  </a:lnTo>
                  <a:cubicBezTo>
                    <a:pt x="120812" y="155929"/>
                    <a:pt x="118256" y="152737"/>
                    <a:pt x="115061" y="152737"/>
                  </a:cubicBezTo>
                  <a:close/>
                  <a:moveTo>
                    <a:pt x="42856" y="111241"/>
                  </a:moveTo>
                  <a:cubicBezTo>
                    <a:pt x="27520" y="97835"/>
                    <a:pt x="17935" y="90174"/>
                    <a:pt x="14101" y="48678"/>
                  </a:cubicBezTo>
                  <a:cubicBezTo>
                    <a:pt x="12184" y="36548"/>
                    <a:pt x="12184" y="24419"/>
                    <a:pt x="13461" y="12928"/>
                  </a:cubicBezTo>
                  <a:cubicBezTo>
                    <a:pt x="17935" y="17396"/>
                    <a:pt x="19851" y="23780"/>
                    <a:pt x="19851" y="30164"/>
                  </a:cubicBezTo>
                  <a:cubicBezTo>
                    <a:pt x="21768" y="50593"/>
                    <a:pt x="31353" y="86982"/>
                    <a:pt x="68415" y="99111"/>
                  </a:cubicBezTo>
                  <a:cubicBezTo>
                    <a:pt x="71610" y="100388"/>
                    <a:pt x="75444" y="98473"/>
                    <a:pt x="76722" y="95281"/>
                  </a:cubicBezTo>
                  <a:cubicBezTo>
                    <a:pt x="77361" y="93366"/>
                    <a:pt x="76722" y="90812"/>
                    <a:pt x="75444" y="89535"/>
                  </a:cubicBezTo>
                  <a:cubicBezTo>
                    <a:pt x="71610" y="84428"/>
                    <a:pt x="61386" y="69745"/>
                    <a:pt x="61386" y="60807"/>
                  </a:cubicBezTo>
                  <a:cubicBezTo>
                    <a:pt x="61386" y="59531"/>
                    <a:pt x="61386" y="58254"/>
                    <a:pt x="62025" y="57615"/>
                  </a:cubicBezTo>
                  <a:cubicBezTo>
                    <a:pt x="62664" y="57615"/>
                    <a:pt x="63303" y="58254"/>
                    <a:pt x="63303" y="58254"/>
                  </a:cubicBezTo>
                  <a:cubicBezTo>
                    <a:pt x="64581" y="60169"/>
                    <a:pt x="65859" y="61446"/>
                    <a:pt x="66498" y="63361"/>
                  </a:cubicBezTo>
                  <a:cubicBezTo>
                    <a:pt x="69693" y="69107"/>
                    <a:pt x="73527" y="74852"/>
                    <a:pt x="78639" y="79321"/>
                  </a:cubicBezTo>
                  <a:lnTo>
                    <a:pt x="79917" y="79959"/>
                  </a:lnTo>
                  <a:cubicBezTo>
                    <a:pt x="101004" y="96558"/>
                    <a:pt x="109950" y="124009"/>
                    <a:pt x="102281" y="149545"/>
                  </a:cubicBezTo>
                  <a:cubicBezTo>
                    <a:pt x="102281" y="150183"/>
                    <a:pt x="102281" y="150822"/>
                    <a:pt x="102281" y="150822"/>
                  </a:cubicBezTo>
                  <a:cubicBezTo>
                    <a:pt x="90140" y="150183"/>
                    <a:pt x="78000" y="150822"/>
                    <a:pt x="65859" y="152737"/>
                  </a:cubicBezTo>
                  <a:cubicBezTo>
                    <a:pt x="65220" y="141884"/>
                    <a:pt x="61386" y="127201"/>
                    <a:pt x="42856" y="111241"/>
                  </a:cubicBezTo>
                  <a:lnTo>
                    <a:pt x="42856" y="111241"/>
                  </a:lnTo>
                  <a:close/>
                  <a:moveTo>
                    <a:pt x="107394" y="180826"/>
                  </a:moveTo>
                  <a:cubicBezTo>
                    <a:pt x="89502" y="179550"/>
                    <a:pt x="71610" y="180188"/>
                    <a:pt x="54357" y="183380"/>
                  </a:cubicBezTo>
                  <a:lnTo>
                    <a:pt x="54357" y="169974"/>
                  </a:lnTo>
                  <a:cubicBezTo>
                    <a:pt x="71610" y="164228"/>
                    <a:pt x="89502" y="162313"/>
                    <a:pt x="107394" y="164228"/>
                  </a:cubicBezTo>
                  <a:lnTo>
                    <a:pt x="107394" y="180826"/>
                  </a:lnTo>
                  <a:close/>
                </a:path>
              </a:pathLst>
            </a:custGeom>
            <a:solidFill>
              <a:srgbClr val="00A3E0"/>
            </a:solidFill>
            <a:ln w="6390" cap="flat">
              <a:noFill/>
              <a:prstDash val="solid"/>
              <a:miter/>
            </a:ln>
          </p:spPr>
          <p:txBody>
            <a:bodyPr rtlCol="0" anchor="ctr"/>
            <a:lstStyle/>
            <a:p>
              <a:endParaRPr lang="en-US"/>
            </a:p>
          </p:txBody>
        </p:sp>
        <p:sp>
          <p:nvSpPr>
            <p:cNvPr id="851" name="Graphic 4">
              <a:extLst>
                <a:ext uri="{FF2B5EF4-FFF2-40B4-BE49-F238E27FC236}">
                  <a16:creationId xmlns:a16="http://schemas.microsoft.com/office/drawing/2014/main" id="{AFE3AC4E-5C88-BB40-92E7-801C637C9C5A}"/>
                </a:ext>
              </a:extLst>
            </p:cNvPr>
            <p:cNvSpPr/>
            <p:nvPr/>
          </p:nvSpPr>
          <p:spPr>
            <a:xfrm>
              <a:off x="6937554" y="1987372"/>
              <a:ext cx="119832" cy="197388"/>
            </a:xfrm>
            <a:custGeom>
              <a:avLst/>
              <a:gdLst>
                <a:gd name="connsiteX0" fmla="*/ 110546 w 119832"/>
                <a:gd name="connsiteY0" fmla="*/ 124 h 197388"/>
                <a:gd name="connsiteX1" fmla="*/ 98405 w 119832"/>
                <a:gd name="connsiteY1" fmla="*/ 3954 h 197388"/>
                <a:gd name="connsiteX2" fmla="*/ 86904 w 119832"/>
                <a:gd name="connsiteY2" fmla="*/ 29490 h 197388"/>
                <a:gd name="connsiteX3" fmla="*/ 67734 w 119832"/>
                <a:gd name="connsiteY3" fmla="*/ 75455 h 197388"/>
                <a:gd name="connsiteX4" fmla="*/ 70929 w 119832"/>
                <a:gd name="connsiteY4" fmla="*/ 61410 h 197388"/>
                <a:gd name="connsiteX5" fmla="*/ 62622 w 119832"/>
                <a:gd name="connsiteY5" fmla="*/ 46088 h 197388"/>
                <a:gd name="connsiteX6" fmla="*/ 47286 w 119832"/>
                <a:gd name="connsiteY6" fmla="*/ 49919 h 197388"/>
                <a:gd name="connsiteX7" fmla="*/ 42174 w 119832"/>
                <a:gd name="connsiteY7" fmla="*/ 57580 h 197388"/>
                <a:gd name="connsiteX8" fmla="*/ 32589 w 119832"/>
                <a:gd name="connsiteY8" fmla="*/ 70348 h 197388"/>
                <a:gd name="connsiteX9" fmla="*/ 31950 w 119832"/>
                <a:gd name="connsiteY9" fmla="*/ 70986 h 197388"/>
                <a:gd name="connsiteX10" fmla="*/ 5112 w 119832"/>
                <a:gd name="connsiteY10" fmla="*/ 152701 h 197388"/>
                <a:gd name="connsiteX11" fmla="*/ 5112 w 119832"/>
                <a:gd name="connsiteY11" fmla="*/ 152701 h 197388"/>
                <a:gd name="connsiteX12" fmla="*/ 0 w 119832"/>
                <a:gd name="connsiteY12" fmla="*/ 159085 h 197388"/>
                <a:gd name="connsiteX13" fmla="*/ 0 w 119832"/>
                <a:gd name="connsiteY13" fmla="*/ 188451 h 197388"/>
                <a:gd name="connsiteX14" fmla="*/ 1917 w 119832"/>
                <a:gd name="connsiteY14" fmla="*/ 192920 h 197388"/>
                <a:gd name="connsiteX15" fmla="*/ 7030 w 119832"/>
                <a:gd name="connsiteY15" fmla="*/ 194197 h 197388"/>
                <a:gd name="connsiteX16" fmla="*/ 70929 w 119832"/>
                <a:gd name="connsiteY16" fmla="*/ 197389 h 197388"/>
                <a:gd name="connsiteX17" fmla="*/ 72207 w 119832"/>
                <a:gd name="connsiteY17" fmla="*/ 197389 h 197388"/>
                <a:gd name="connsiteX18" fmla="*/ 78597 w 119832"/>
                <a:gd name="connsiteY18" fmla="*/ 191005 h 197388"/>
                <a:gd name="connsiteX19" fmla="*/ 78597 w 119832"/>
                <a:gd name="connsiteY19" fmla="*/ 165469 h 197388"/>
                <a:gd name="connsiteX20" fmla="*/ 74763 w 119832"/>
                <a:gd name="connsiteY20" fmla="*/ 159723 h 197388"/>
                <a:gd name="connsiteX21" fmla="*/ 66456 w 119832"/>
                <a:gd name="connsiteY21" fmla="*/ 156531 h 197388"/>
                <a:gd name="connsiteX22" fmla="*/ 66456 w 119832"/>
                <a:gd name="connsiteY22" fmla="*/ 155893 h 197388"/>
                <a:gd name="connsiteX23" fmla="*/ 85625 w 119832"/>
                <a:gd name="connsiteY23" fmla="*/ 120781 h 197388"/>
                <a:gd name="connsiteX24" fmla="*/ 118853 w 119832"/>
                <a:gd name="connsiteY24" fmla="*/ 49919 h 197388"/>
                <a:gd name="connsiteX25" fmla="*/ 110546 w 119832"/>
                <a:gd name="connsiteY25" fmla="*/ 124 h 197388"/>
                <a:gd name="connsiteX26" fmla="*/ 65178 w 119832"/>
                <a:gd name="connsiteY26" fmla="*/ 184621 h 197388"/>
                <a:gd name="connsiteX27" fmla="*/ 27477 w 119832"/>
                <a:gd name="connsiteY27" fmla="*/ 181429 h 197388"/>
                <a:gd name="connsiteX28" fmla="*/ 12141 w 119832"/>
                <a:gd name="connsiteY28" fmla="*/ 182067 h 197388"/>
                <a:gd name="connsiteX29" fmla="*/ 12141 w 119832"/>
                <a:gd name="connsiteY29" fmla="*/ 165469 h 197388"/>
                <a:gd name="connsiteX30" fmla="*/ 65178 w 119832"/>
                <a:gd name="connsiteY30" fmla="*/ 171214 h 197388"/>
                <a:gd name="connsiteX31" fmla="*/ 65178 w 119832"/>
                <a:gd name="connsiteY31" fmla="*/ 184621 h 197388"/>
                <a:gd name="connsiteX32" fmla="*/ 106074 w 119832"/>
                <a:gd name="connsiteY32" fmla="*/ 49919 h 197388"/>
                <a:gd name="connsiteX33" fmla="*/ 77319 w 119832"/>
                <a:gd name="connsiteY33" fmla="*/ 112482 h 197388"/>
                <a:gd name="connsiteX34" fmla="*/ 53676 w 119832"/>
                <a:gd name="connsiteY34" fmla="*/ 154616 h 197388"/>
                <a:gd name="connsiteX35" fmla="*/ 17253 w 119832"/>
                <a:gd name="connsiteY35" fmla="*/ 152701 h 197388"/>
                <a:gd name="connsiteX36" fmla="*/ 17253 w 119832"/>
                <a:gd name="connsiteY36" fmla="*/ 151424 h 197388"/>
                <a:gd name="connsiteX37" fmla="*/ 39618 w 119832"/>
                <a:gd name="connsiteY37" fmla="*/ 81839 h 197388"/>
                <a:gd name="connsiteX38" fmla="*/ 40896 w 119832"/>
                <a:gd name="connsiteY38" fmla="*/ 81200 h 197388"/>
                <a:gd name="connsiteX39" fmla="*/ 53037 w 119832"/>
                <a:gd name="connsiteY39" fmla="*/ 65240 h 197388"/>
                <a:gd name="connsiteX40" fmla="*/ 56232 w 119832"/>
                <a:gd name="connsiteY40" fmla="*/ 60133 h 197388"/>
                <a:gd name="connsiteX41" fmla="*/ 57509 w 119832"/>
                <a:gd name="connsiteY41" fmla="*/ 59495 h 197388"/>
                <a:gd name="connsiteX42" fmla="*/ 58149 w 119832"/>
                <a:gd name="connsiteY42" fmla="*/ 62687 h 197388"/>
                <a:gd name="connsiteX43" fmla="*/ 44091 w 119832"/>
                <a:gd name="connsiteY43" fmla="*/ 91415 h 197388"/>
                <a:gd name="connsiteX44" fmla="*/ 44091 w 119832"/>
                <a:gd name="connsiteY44" fmla="*/ 99075 h 197388"/>
                <a:gd name="connsiteX45" fmla="*/ 51119 w 119832"/>
                <a:gd name="connsiteY45" fmla="*/ 101629 h 197388"/>
                <a:gd name="connsiteX46" fmla="*/ 99684 w 119832"/>
                <a:gd name="connsiteY46" fmla="*/ 32682 h 197388"/>
                <a:gd name="connsiteX47" fmla="*/ 106074 w 119832"/>
                <a:gd name="connsiteY47" fmla="*/ 15445 h 197388"/>
                <a:gd name="connsiteX48" fmla="*/ 106074 w 119832"/>
                <a:gd name="connsiteY48" fmla="*/ 49919 h 197388"/>
                <a:gd name="connsiteX49" fmla="*/ 106074 w 119832"/>
                <a:gd name="connsiteY49" fmla="*/ 49919 h 197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19832" h="197388">
                  <a:moveTo>
                    <a:pt x="110546" y="124"/>
                  </a:moveTo>
                  <a:cubicBezTo>
                    <a:pt x="106074" y="-515"/>
                    <a:pt x="101600" y="1400"/>
                    <a:pt x="98405" y="3954"/>
                  </a:cubicBezTo>
                  <a:cubicBezTo>
                    <a:pt x="91376" y="10338"/>
                    <a:pt x="87543" y="19914"/>
                    <a:pt x="86904" y="29490"/>
                  </a:cubicBezTo>
                  <a:cubicBezTo>
                    <a:pt x="85625" y="46727"/>
                    <a:pt x="79235" y="62687"/>
                    <a:pt x="67734" y="75455"/>
                  </a:cubicBezTo>
                  <a:cubicBezTo>
                    <a:pt x="69650" y="70986"/>
                    <a:pt x="70929" y="66517"/>
                    <a:pt x="70929" y="61410"/>
                  </a:cubicBezTo>
                  <a:cubicBezTo>
                    <a:pt x="72207" y="55026"/>
                    <a:pt x="68373" y="48642"/>
                    <a:pt x="62622" y="46088"/>
                  </a:cubicBezTo>
                  <a:cubicBezTo>
                    <a:pt x="56871" y="44173"/>
                    <a:pt x="51119" y="46088"/>
                    <a:pt x="47286" y="49919"/>
                  </a:cubicBezTo>
                  <a:cubicBezTo>
                    <a:pt x="45369" y="52472"/>
                    <a:pt x="43452" y="55026"/>
                    <a:pt x="42174" y="57580"/>
                  </a:cubicBezTo>
                  <a:cubicBezTo>
                    <a:pt x="39618" y="62687"/>
                    <a:pt x="36423" y="66517"/>
                    <a:pt x="32589" y="70348"/>
                  </a:cubicBezTo>
                  <a:lnTo>
                    <a:pt x="31950" y="70986"/>
                  </a:lnTo>
                  <a:cubicBezTo>
                    <a:pt x="7668" y="90776"/>
                    <a:pt x="-2555" y="122696"/>
                    <a:pt x="5112" y="152701"/>
                  </a:cubicBezTo>
                  <a:lnTo>
                    <a:pt x="5112" y="152701"/>
                  </a:lnTo>
                  <a:cubicBezTo>
                    <a:pt x="1917" y="153339"/>
                    <a:pt x="0" y="155893"/>
                    <a:pt x="0" y="159085"/>
                  </a:cubicBezTo>
                  <a:lnTo>
                    <a:pt x="0" y="188451"/>
                  </a:lnTo>
                  <a:cubicBezTo>
                    <a:pt x="0" y="190366"/>
                    <a:pt x="640" y="192281"/>
                    <a:pt x="1917" y="192920"/>
                  </a:cubicBezTo>
                  <a:cubicBezTo>
                    <a:pt x="3195" y="194197"/>
                    <a:pt x="5112" y="194835"/>
                    <a:pt x="7030" y="194197"/>
                  </a:cubicBezTo>
                  <a:cubicBezTo>
                    <a:pt x="28116" y="192281"/>
                    <a:pt x="49842" y="192920"/>
                    <a:pt x="70929" y="197389"/>
                  </a:cubicBezTo>
                  <a:cubicBezTo>
                    <a:pt x="71568" y="197389"/>
                    <a:pt x="72207" y="197389"/>
                    <a:pt x="72207" y="197389"/>
                  </a:cubicBezTo>
                  <a:cubicBezTo>
                    <a:pt x="76040" y="197389"/>
                    <a:pt x="78597" y="194835"/>
                    <a:pt x="78597" y="191005"/>
                  </a:cubicBezTo>
                  <a:lnTo>
                    <a:pt x="78597" y="165469"/>
                  </a:lnTo>
                  <a:cubicBezTo>
                    <a:pt x="78597" y="162915"/>
                    <a:pt x="77319" y="161000"/>
                    <a:pt x="74763" y="159723"/>
                  </a:cubicBezTo>
                  <a:cubicBezTo>
                    <a:pt x="72207" y="158446"/>
                    <a:pt x="69012" y="157170"/>
                    <a:pt x="66456" y="156531"/>
                  </a:cubicBezTo>
                  <a:cubicBezTo>
                    <a:pt x="66456" y="156531"/>
                    <a:pt x="66456" y="155893"/>
                    <a:pt x="66456" y="155893"/>
                  </a:cubicBezTo>
                  <a:cubicBezTo>
                    <a:pt x="67094" y="144402"/>
                    <a:pt x="70289" y="134187"/>
                    <a:pt x="85625" y="120781"/>
                  </a:cubicBezTo>
                  <a:cubicBezTo>
                    <a:pt x="103517" y="104821"/>
                    <a:pt x="114380" y="93968"/>
                    <a:pt x="118853" y="49919"/>
                  </a:cubicBezTo>
                  <a:cubicBezTo>
                    <a:pt x="122048" y="8423"/>
                    <a:pt x="116936" y="1400"/>
                    <a:pt x="110546" y="124"/>
                  </a:cubicBezTo>
                  <a:close/>
                  <a:moveTo>
                    <a:pt x="65178" y="184621"/>
                  </a:moveTo>
                  <a:cubicBezTo>
                    <a:pt x="52398" y="182705"/>
                    <a:pt x="40257" y="181429"/>
                    <a:pt x="27477" y="181429"/>
                  </a:cubicBezTo>
                  <a:cubicBezTo>
                    <a:pt x="22365" y="181429"/>
                    <a:pt x="17253" y="181429"/>
                    <a:pt x="12141" y="182067"/>
                  </a:cubicBezTo>
                  <a:lnTo>
                    <a:pt x="12141" y="165469"/>
                  </a:lnTo>
                  <a:cubicBezTo>
                    <a:pt x="30033" y="163554"/>
                    <a:pt x="47925" y="165469"/>
                    <a:pt x="65178" y="171214"/>
                  </a:cubicBezTo>
                  <a:lnTo>
                    <a:pt x="65178" y="184621"/>
                  </a:lnTo>
                  <a:close/>
                  <a:moveTo>
                    <a:pt x="106074" y="49919"/>
                  </a:moveTo>
                  <a:cubicBezTo>
                    <a:pt x="102239" y="90776"/>
                    <a:pt x="92654" y="99075"/>
                    <a:pt x="77319" y="112482"/>
                  </a:cubicBezTo>
                  <a:cubicBezTo>
                    <a:pt x="58149" y="128442"/>
                    <a:pt x="54314" y="143125"/>
                    <a:pt x="53676" y="154616"/>
                  </a:cubicBezTo>
                  <a:cubicBezTo>
                    <a:pt x="41535" y="152701"/>
                    <a:pt x="29394" y="151424"/>
                    <a:pt x="17253" y="152701"/>
                  </a:cubicBezTo>
                  <a:cubicBezTo>
                    <a:pt x="17253" y="152062"/>
                    <a:pt x="17253" y="151424"/>
                    <a:pt x="17253" y="151424"/>
                  </a:cubicBezTo>
                  <a:cubicBezTo>
                    <a:pt x="9585" y="125888"/>
                    <a:pt x="18531" y="98437"/>
                    <a:pt x="39618" y="81839"/>
                  </a:cubicBezTo>
                  <a:lnTo>
                    <a:pt x="40896" y="81200"/>
                  </a:lnTo>
                  <a:cubicBezTo>
                    <a:pt x="46008" y="76732"/>
                    <a:pt x="49842" y="70986"/>
                    <a:pt x="53037" y="65240"/>
                  </a:cubicBezTo>
                  <a:cubicBezTo>
                    <a:pt x="53676" y="63325"/>
                    <a:pt x="54954" y="61410"/>
                    <a:pt x="56232" y="60133"/>
                  </a:cubicBezTo>
                  <a:cubicBezTo>
                    <a:pt x="56871" y="59495"/>
                    <a:pt x="56871" y="59495"/>
                    <a:pt x="57509" y="59495"/>
                  </a:cubicBezTo>
                  <a:cubicBezTo>
                    <a:pt x="58149" y="60772"/>
                    <a:pt x="58149" y="61410"/>
                    <a:pt x="58149" y="62687"/>
                  </a:cubicBezTo>
                  <a:cubicBezTo>
                    <a:pt x="58149" y="71624"/>
                    <a:pt x="47925" y="86308"/>
                    <a:pt x="44091" y="91415"/>
                  </a:cubicBezTo>
                  <a:cubicBezTo>
                    <a:pt x="42174" y="93968"/>
                    <a:pt x="42174" y="96522"/>
                    <a:pt x="44091" y="99075"/>
                  </a:cubicBezTo>
                  <a:cubicBezTo>
                    <a:pt x="46008" y="101629"/>
                    <a:pt x="48564" y="102267"/>
                    <a:pt x="51119" y="101629"/>
                  </a:cubicBezTo>
                  <a:cubicBezTo>
                    <a:pt x="88181" y="89500"/>
                    <a:pt x="97128" y="53111"/>
                    <a:pt x="99684" y="32682"/>
                  </a:cubicBezTo>
                  <a:cubicBezTo>
                    <a:pt x="99684" y="26298"/>
                    <a:pt x="101600" y="19914"/>
                    <a:pt x="106074" y="15445"/>
                  </a:cubicBezTo>
                  <a:cubicBezTo>
                    <a:pt x="107351" y="26298"/>
                    <a:pt x="107351" y="38428"/>
                    <a:pt x="106074" y="49919"/>
                  </a:cubicBezTo>
                  <a:lnTo>
                    <a:pt x="106074" y="49919"/>
                  </a:lnTo>
                  <a:close/>
                </a:path>
              </a:pathLst>
            </a:custGeom>
            <a:solidFill>
              <a:srgbClr val="00A3E0"/>
            </a:solidFill>
            <a:ln w="6390" cap="flat">
              <a:noFill/>
              <a:prstDash val="solid"/>
              <a:miter/>
            </a:ln>
          </p:spPr>
          <p:txBody>
            <a:bodyPr rtlCol="0" anchor="ctr"/>
            <a:lstStyle/>
            <a:p>
              <a:endParaRPr lang="en-US"/>
            </a:p>
          </p:txBody>
        </p:sp>
        <p:sp>
          <p:nvSpPr>
            <p:cNvPr id="852" name="Graphic 4">
              <a:extLst>
                <a:ext uri="{FF2B5EF4-FFF2-40B4-BE49-F238E27FC236}">
                  <a16:creationId xmlns:a16="http://schemas.microsoft.com/office/drawing/2014/main" id="{1D54A483-5929-0B43-B9B1-AD81357D81C8}"/>
                </a:ext>
              </a:extLst>
            </p:cNvPr>
            <p:cNvSpPr/>
            <p:nvPr/>
          </p:nvSpPr>
          <p:spPr>
            <a:xfrm>
              <a:off x="6885629" y="1947117"/>
              <a:ext cx="97533" cy="95919"/>
            </a:xfrm>
            <a:custGeom>
              <a:avLst/>
              <a:gdLst>
                <a:gd name="connsiteX0" fmla="*/ 85153 w 97533"/>
                <a:gd name="connsiteY0" fmla="*/ 89535 h 95919"/>
                <a:gd name="connsiteX1" fmla="*/ 85153 w 97533"/>
                <a:gd name="connsiteY1" fmla="*/ 45486 h 95919"/>
                <a:gd name="connsiteX2" fmla="*/ 91543 w 97533"/>
                <a:gd name="connsiteY2" fmla="*/ 45486 h 95919"/>
                <a:gd name="connsiteX3" fmla="*/ 97294 w 97533"/>
                <a:gd name="connsiteY3" fmla="*/ 41017 h 95919"/>
                <a:gd name="connsiteX4" fmla="*/ 95376 w 97533"/>
                <a:gd name="connsiteY4" fmla="*/ 33995 h 95919"/>
                <a:gd name="connsiteX5" fmla="*/ 53842 w 97533"/>
                <a:gd name="connsiteY5" fmla="*/ 1436 h 95919"/>
                <a:gd name="connsiteX6" fmla="*/ 46174 w 97533"/>
                <a:gd name="connsiteY6" fmla="*/ 1436 h 95919"/>
                <a:gd name="connsiteX7" fmla="*/ 2722 w 97533"/>
                <a:gd name="connsiteY7" fmla="*/ 33995 h 95919"/>
                <a:gd name="connsiteX8" fmla="*/ 166 w 97533"/>
                <a:gd name="connsiteY8" fmla="*/ 41017 h 95919"/>
                <a:gd name="connsiteX9" fmla="*/ 5917 w 97533"/>
                <a:gd name="connsiteY9" fmla="*/ 45486 h 95919"/>
                <a:gd name="connsiteX10" fmla="*/ 12307 w 97533"/>
                <a:gd name="connsiteY10" fmla="*/ 45486 h 95919"/>
                <a:gd name="connsiteX11" fmla="*/ 12307 w 97533"/>
                <a:gd name="connsiteY11" fmla="*/ 89535 h 95919"/>
                <a:gd name="connsiteX12" fmla="*/ 18697 w 97533"/>
                <a:gd name="connsiteY12" fmla="*/ 95919 h 95919"/>
                <a:gd name="connsiteX13" fmla="*/ 78124 w 97533"/>
                <a:gd name="connsiteY13" fmla="*/ 95919 h 95919"/>
                <a:gd name="connsiteX14" fmla="*/ 85153 w 97533"/>
                <a:gd name="connsiteY14" fmla="*/ 89535 h 95919"/>
                <a:gd name="connsiteX15" fmla="*/ 50008 w 97533"/>
                <a:gd name="connsiteY15" fmla="*/ 14204 h 95919"/>
                <a:gd name="connsiteX16" fmla="*/ 69817 w 97533"/>
                <a:gd name="connsiteY16" fmla="*/ 30164 h 95919"/>
                <a:gd name="connsiteX17" fmla="*/ 28921 w 97533"/>
                <a:gd name="connsiteY17" fmla="*/ 30164 h 95919"/>
                <a:gd name="connsiteX18" fmla="*/ 50008 w 97533"/>
                <a:gd name="connsiteY18" fmla="*/ 14204 h 95919"/>
                <a:gd name="connsiteX19" fmla="*/ 55759 w 97533"/>
                <a:gd name="connsiteY19" fmla="*/ 83151 h 95919"/>
                <a:gd name="connsiteX20" fmla="*/ 55759 w 97533"/>
                <a:gd name="connsiteY20" fmla="*/ 67191 h 95919"/>
                <a:gd name="connsiteX21" fmla="*/ 49369 w 97533"/>
                <a:gd name="connsiteY21" fmla="*/ 60807 h 95919"/>
                <a:gd name="connsiteX22" fmla="*/ 42979 w 97533"/>
                <a:gd name="connsiteY22" fmla="*/ 67191 h 95919"/>
                <a:gd name="connsiteX23" fmla="*/ 42979 w 97533"/>
                <a:gd name="connsiteY23" fmla="*/ 83151 h 95919"/>
                <a:gd name="connsiteX24" fmla="*/ 25726 w 97533"/>
                <a:gd name="connsiteY24" fmla="*/ 83151 h 95919"/>
                <a:gd name="connsiteX25" fmla="*/ 25726 w 97533"/>
                <a:gd name="connsiteY25" fmla="*/ 45486 h 95919"/>
                <a:gd name="connsiteX26" fmla="*/ 72373 w 97533"/>
                <a:gd name="connsiteY26" fmla="*/ 45486 h 95919"/>
                <a:gd name="connsiteX27" fmla="*/ 72373 w 97533"/>
                <a:gd name="connsiteY27" fmla="*/ 83151 h 95919"/>
                <a:gd name="connsiteX28" fmla="*/ 55759 w 97533"/>
                <a:gd name="connsiteY28" fmla="*/ 83151 h 95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7533" h="95919">
                  <a:moveTo>
                    <a:pt x="85153" y="89535"/>
                  </a:moveTo>
                  <a:lnTo>
                    <a:pt x="85153" y="45486"/>
                  </a:lnTo>
                  <a:lnTo>
                    <a:pt x="91543" y="45486"/>
                  </a:lnTo>
                  <a:cubicBezTo>
                    <a:pt x="94099" y="45486"/>
                    <a:pt x="96654" y="43571"/>
                    <a:pt x="97294" y="41017"/>
                  </a:cubicBezTo>
                  <a:cubicBezTo>
                    <a:pt x="97933" y="38464"/>
                    <a:pt x="97294" y="35272"/>
                    <a:pt x="95376" y="33995"/>
                  </a:cubicBezTo>
                  <a:lnTo>
                    <a:pt x="53842" y="1436"/>
                  </a:lnTo>
                  <a:cubicBezTo>
                    <a:pt x="51286" y="-479"/>
                    <a:pt x="48091" y="-479"/>
                    <a:pt x="46174" y="1436"/>
                  </a:cubicBezTo>
                  <a:lnTo>
                    <a:pt x="2722" y="33995"/>
                  </a:lnTo>
                  <a:cubicBezTo>
                    <a:pt x="805" y="35910"/>
                    <a:pt x="-473" y="38464"/>
                    <a:pt x="166" y="41017"/>
                  </a:cubicBezTo>
                  <a:cubicBezTo>
                    <a:pt x="805" y="43571"/>
                    <a:pt x="3361" y="45486"/>
                    <a:pt x="5917" y="45486"/>
                  </a:cubicBezTo>
                  <a:lnTo>
                    <a:pt x="12307" y="45486"/>
                  </a:lnTo>
                  <a:lnTo>
                    <a:pt x="12307" y="89535"/>
                  </a:lnTo>
                  <a:cubicBezTo>
                    <a:pt x="12307" y="93366"/>
                    <a:pt x="14863" y="95919"/>
                    <a:pt x="18697" y="95919"/>
                  </a:cubicBezTo>
                  <a:lnTo>
                    <a:pt x="78124" y="95919"/>
                  </a:lnTo>
                  <a:cubicBezTo>
                    <a:pt x="82597" y="95919"/>
                    <a:pt x="85153" y="92727"/>
                    <a:pt x="85153" y="89535"/>
                  </a:cubicBezTo>
                  <a:close/>
                  <a:moveTo>
                    <a:pt x="50008" y="14204"/>
                  </a:moveTo>
                  <a:lnTo>
                    <a:pt x="69817" y="30164"/>
                  </a:lnTo>
                  <a:lnTo>
                    <a:pt x="28921" y="30164"/>
                  </a:lnTo>
                  <a:lnTo>
                    <a:pt x="50008" y="14204"/>
                  </a:lnTo>
                  <a:close/>
                  <a:moveTo>
                    <a:pt x="55759" y="83151"/>
                  </a:moveTo>
                  <a:lnTo>
                    <a:pt x="55759" y="67191"/>
                  </a:lnTo>
                  <a:cubicBezTo>
                    <a:pt x="55759" y="63361"/>
                    <a:pt x="53203" y="60807"/>
                    <a:pt x="49369" y="60807"/>
                  </a:cubicBezTo>
                  <a:cubicBezTo>
                    <a:pt x="45535" y="60807"/>
                    <a:pt x="42979" y="63361"/>
                    <a:pt x="42979" y="67191"/>
                  </a:cubicBezTo>
                  <a:lnTo>
                    <a:pt x="42979" y="83151"/>
                  </a:lnTo>
                  <a:lnTo>
                    <a:pt x="25726" y="83151"/>
                  </a:lnTo>
                  <a:lnTo>
                    <a:pt x="25726" y="45486"/>
                  </a:lnTo>
                  <a:lnTo>
                    <a:pt x="72373" y="45486"/>
                  </a:lnTo>
                  <a:lnTo>
                    <a:pt x="72373" y="83151"/>
                  </a:lnTo>
                  <a:lnTo>
                    <a:pt x="55759" y="83151"/>
                  </a:lnTo>
                  <a:close/>
                </a:path>
              </a:pathLst>
            </a:custGeom>
            <a:solidFill>
              <a:srgbClr val="00A3E0"/>
            </a:solidFill>
            <a:ln w="6390" cap="flat">
              <a:noFill/>
              <a:prstDash val="solid"/>
              <a:miter/>
            </a:ln>
          </p:spPr>
          <p:txBody>
            <a:bodyPr rtlCol="0" anchor="ctr"/>
            <a:lstStyle/>
            <a:p>
              <a:endParaRPr lang="en-US"/>
            </a:p>
          </p:txBody>
        </p:sp>
      </p:grpSp>
      <p:grpSp>
        <p:nvGrpSpPr>
          <p:cNvPr id="853" name="Graphic 4">
            <a:extLst>
              <a:ext uri="{FF2B5EF4-FFF2-40B4-BE49-F238E27FC236}">
                <a16:creationId xmlns:a16="http://schemas.microsoft.com/office/drawing/2014/main" id="{A43C668B-587D-3649-930D-EBDA1923A8FE}"/>
              </a:ext>
            </a:extLst>
          </p:cNvPr>
          <p:cNvGrpSpPr>
            <a:grpSpLocks noChangeAspect="1"/>
          </p:cNvGrpSpPr>
          <p:nvPr/>
        </p:nvGrpSpPr>
        <p:grpSpPr>
          <a:xfrm>
            <a:off x="6753524" y="1402723"/>
            <a:ext cx="361674" cy="361971"/>
            <a:chOff x="6753524" y="1402723"/>
            <a:chExt cx="361674" cy="361971"/>
          </a:xfrm>
          <a:solidFill>
            <a:srgbClr val="00A3E0"/>
          </a:solidFill>
        </p:grpSpPr>
        <p:sp>
          <p:nvSpPr>
            <p:cNvPr id="854" name="Graphic 4">
              <a:extLst>
                <a:ext uri="{FF2B5EF4-FFF2-40B4-BE49-F238E27FC236}">
                  <a16:creationId xmlns:a16="http://schemas.microsoft.com/office/drawing/2014/main" id="{F7C66820-A7E5-9E4F-8277-4D4BBCA05642}"/>
                </a:ext>
              </a:extLst>
            </p:cNvPr>
            <p:cNvSpPr/>
            <p:nvPr/>
          </p:nvSpPr>
          <p:spPr>
            <a:xfrm>
              <a:off x="6753524" y="1402723"/>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8565 h 361971"/>
                <a:gd name="connsiteX8" fmla="*/ 12780 w 361674"/>
                <a:gd name="connsiteY8" fmla="*/ 180667 h 361971"/>
                <a:gd name="connsiteX9" fmla="*/ 180835 w 361674"/>
                <a:gd name="connsiteY9" fmla="*/ 12130 h 361971"/>
                <a:gd name="connsiteX10" fmla="*/ 348890 w 361674"/>
                <a:gd name="connsiteY10" fmla="*/ 180028 h 361971"/>
                <a:gd name="connsiteX11" fmla="*/ 348890 w 361674"/>
                <a:gd name="connsiteY11" fmla="*/ 180028 h 361971"/>
                <a:gd name="connsiteX12" fmla="*/ 180835 w 361674"/>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2309" y="80438"/>
                    <a:pt x="281157" y="0"/>
                    <a:pt x="180835" y="0"/>
                  </a:cubicBezTo>
                  <a:cubicBezTo>
                    <a:pt x="181474" y="0"/>
                    <a:pt x="181474" y="0"/>
                    <a:pt x="180835" y="0"/>
                  </a:cubicBezTo>
                  <a:close/>
                  <a:moveTo>
                    <a:pt x="180835" y="348565"/>
                  </a:moveTo>
                  <a:cubicBezTo>
                    <a:pt x="87542" y="348565"/>
                    <a:pt x="12780" y="273234"/>
                    <a:pt x="12780" y="180667"/>
                  </a:cubicBezTo>
                  <a:cubicBezTo>
                    <a:pt x="12780" y="87461"/>
                    <a:pt x="88181" y="12130"/>
                    <a:pt x="180835" y="12130"/>
                  </a:cubicBezTo>
                  <a:cubicBezTo>
                    <a:pt x="274128" y="12130"/>
                    <a:pt x="348890" y="87461"/>
                    <a:pt x="348890" y="180028"/>
                  </a:cubicBezTo>
                  <a:lnTo>
                    <a:pt x="348890" y="180028"/>
                  </a:lnTo>
                  <a:cubicBezTo>
                    <a:pt x="349529" y="273234"/>
                    <a:pt x="274128" y="348565"/>
                    <a:pt x="180835" y="348565"/>
                  </a:cubicBezTo>
                  <a:close/>
                </a:path>
              </a:pathLst>
            </a:custGeom>
            <a:solidFill>
              <a:srgbClr val="00A3E0"/>
            </a:solidFill>
            <a:ln w="6390" cap="flat">
              <a:noFill/>
              <a:prstDash val="solid"/>
              <a:miter/>
            </a:ln>
          </p:spPr>
          <p:txBody>
            <a:bodyPr rtlCol="0" anchor="ctr"/>
            <a:lstStyle/>
            <a:p>
              <a:endParaRPr lang="en-US"/>
            </a:p>
          </p:txBody>
        </p:sp>
        <p:sp>
          <p:nvSpPr>
            <p:cNvPr id="855" name="Graphic 4">
              <a:extLst>
                <a:ext uri="{FF2B5EF4-FFF2-40B4-BE49-F238E27FC236}">
                  <a16:creationId xmlns:a16="http://schemas.microsoft.com/office/drawing/2014/main" id="{DFA66930-BA9A-2D47-B112-CC54EFE1BEFB}"/>
                </a:ext>
              </a:extLst>
            </p:cNvPr>
            <p:cNvSpPr/>
            <p:nvPr/>
          </p:nvSpPr>
          <p:spPr>
            <a:xfrm>
              <a:off x="6831481" y="1485076"/>
              <a:ext cx="205116" cy="195988"/>
            </a:xfrm>
            <a:custGeom>
              <a:avLst/>
              <a:gdLst>
                <a:gd name="connsiteX0" fmla="*/ 199367 w 205116"/>
                <a:gd name="connsiteY0" fmla="*/ 2554 h 195988"/>
                <a:gd name="connsiteX1" fmla="*/ 192977 w 205116"/>
                <a:gd name="connsiteY1" fmla="*/ 8938 h 195988"/>
                <a:gd name="connsiteX2" fmla="*/ 192977 w 205116"/>
                <a:gd name="connsiteY2" fmla="*/ 121934 h 195988"/>
                <a:gd name="connsiteX3" fmla="*/ 146969 w 205116"/>
                <a:gd name="connsiteY3" fmla="*/ 121934 h 195988"/>
                <a:gd name="connsiteX4" fmla="*/ 140579 w 205116"/>
                <a:gd name="connsiteY4" fmla="*/ 128318 h 195988"/>
                <a:gd name="connsiteX5" fmla="*/ 140579 w 205116"/>
                <a:gd name="connsiteY5" fmla="*/ 183220 h 195988"/>
                <a:gd name="connsiteX6" fmla="*/ 81153 w 205116"/>
                <a:gd name="connsiteY6" fmla="*/ 183220 h 195988"/>
                <a:gd name="connsiteX7" fmla="*/ 81153 w 205116"/>
                <a:gd name="connsiteY7" fmla="*/ 135340 h 195988"/>
                <a:gd name="connsiteX8" fmla="*/ 99683 w 205116"/>
                <a:gd name="connsiteY8" fmla="*/ 135340 h 195988"/>
                <a:gd name="connsiteX9" fmla="*/ 106073 w 205116"/>
                <a:gd name="connsiteY9" fmla="*/ 128956 h 195988"/>
                <a:gd name="connsiteX10" fmla="*/ 99683 w 205116"/>
                <a:gd name="connsiteY10" fmla="*/ 122572 h 195988"/>
                <a:gd name="connsiteX11" fmla="*/ 49203 w 205116"/>
                <a:gd name="connsiteY11" fmla="*/ 122572 h 195988"/>
                <a:gd name="connsiteX12" fmla="*/ 42813 w 205116"/>
                <a:gd name="connsiteY12" fmla="*/ 128956 h 195988"/>
                <a:gd name="connsiteX13" fmla="*/ 49203 w 205116"/>
                <a:gd name="connsiteY13" fmla="*/ 135340 h 195988"/>
                <a:gd name="connsiteX14" fmla="*/ 68373 w 205116"/>
                <a:gd name="connsiteY14" fmla="*/ 135340 h 195988"/>
                <a:gd name="connsiteX15" fmla="*/ 68373 w 205116"/>
                <a:gd name="connsiteY15" fmla="*/ 183220 h 195988"/>
                <a:gd name="connsiteX16" fmla="*/ 13419 w 205116"/>
                <a:gd name="connsiteY16" fmla="*/ 183220 h 195988"/>
                <a:gd name="connsiteX17" fmla="*/ 13419 w 205116"/>
                <a:gd name="connsiteY17" fmla="*/ 12768 h 195988"/>
                <a:gd name="connsiteX18" fmla="*/ 66456 w 205116"/>
                <a:gd name="connsiteY18" fmla="*/ 12768 h 195988"/>
                <a:gd name="connsiteX19" fmla="*/ 66456 w 205116"/>
                <a:gd name="connsiteY19" fmla="*/ 63840 h 195988"/>
                <a:gd name="connsiteX20" fmla="*/ 72845 w 205116"/>
                <a:gd name="connsiteY20" fmla="*/ 70224 h 195988"/>
                <a:gd name="connsiteX21" fmla="*/ 79235 w 205116"/>
                <a:gd name="connsiteY21" fmla="*/ 63840 h 195988"/>
                <a:gd name="connsiteX22" fmla="*/ 79235 w 205116"/>
                <a:gd name="connsiteY22" fmla="*/ 12768 h 195988"/>
                <a:gd name="connsiteX23" fmla="*/ 136106 w 205116"/>
                <a:gd name="connsiteY23" fmla="*/ 12768 h 195988"/>
                <a:gd name="connsiteX24" fmla="*/ 159110 w 205116"/>
                <a:gd name="connsiteY24" fmla="*/ 51072 h 195988"/>
                <a:gd name="connsiteX25" fmla="*/ 168056 w 205116"/>
                <a:gd name="connsiteY25" fmla="*/ 52987 h 195988"/>
                <a:gd name="connsiteX26" fmla="*/ 168056 w 205116"/>
                <a:gd name="connsiteY26" fmla="*/ 52987 h 195988"/>
                <a:gd name="connsiteX27" fmla="*/ 169972 w 205116"/>
                <a:gd name="connsiteY27" fmla="*/ 44049 h 195988"/>
                <a:gd name="connsiteX28" fmla="*/ 145052 w 205116"/>
                <a:gd name="connsiteY28" fmla="*/ 3192 h 195988"/>
                <a:gd name="connsiteX29" fmla="*/ 139301 w 205116"/>
                <a:gd name="connsiteY29" fmla="*/ 0 h 195988"/>
                <a:gd name="connsiteX30" fmla="*/ 6390 w 205116"/>
                <a:gd name="connsiteY30" fmla="*/ 0 h 195988"/>
                <a:gd name="connsiteX31" fmla="*/ 0 w 205116"/>
                <a:gd name="connsiteY31" fmla="*/ 6384 h 195988"/>
                <a:gd name="connsiteX32" fmla="*/ 0 w 205116"/>
                <a:gd name="connsiteY32" fmla="*/ 189604 h 195988"/>
                <a:gd name="connsiteX33" fmla="*/ 6390 w 205116"/>
                <a:gd name="connsiteY33" fmla="*/ 195988 h 195988"/>
                <a:gd name="connsiteX34" fmla="*/ 146330 w 205116"/>
                <a:gd name="connsiteY34" fmla="*/ 195988 h 195988"/>
                <a:gd name="connsiteX35" fmla="*/ 152720 w 205116"/>
                <a:gd name="connsiteY35" fmla="*/ 189604 h 195988"/>
                <a:gd name="connsiteX36" fmla="*/ 152720 w 205116"/>
                <a:gd name="connsiteY36" fmla="*/ 134702 h 195988"/>
                <a:gd name="connsiteX37" fmla="*/ 198727 w 205116"/>
                <a:gd name="connsiteY37" fmla="*/ 134702 h 195988"/>
                <a:gd name="connsiteX38" fmla="*/ 205117 w 205116"/>
                <a:gd name="connsiteY38" fmla="*/ 128318 h 195988"/>
                <a:gd name="connsiteX39" fmla="*/ 205117 w 205116"/>
                <a:gd name="connsiteY39" fmla="*/ 8938 h 195988"/>
                <a:gd name="connsiteX40" fmla="*/ 199367 w 205116"/>
                <a:gd name="connsiteY40" fmla="*/ 2554 h 195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5116" h="195988">
                  <a:moveTo>
                    <a:pt x="199367" y="2554"/>
                  </a:moveTo>
                  <a:cubicBezTo>
                    <a:pt x="195532" y="2554"/>
                    <a:pt x="192977" y="5107"/>
                    <a:pt x="192977" y="8938"/>
                  </a:cubicBezTo>
                  <a:lnTo>
                    <a:pt x="192977" y="121934"/>
                  </a:lnTo>
                  <a:lnTo>
                    <a:pt x="146969" y="121934"/>
                  </a:lnTo>
                  <a:cubicBezTo>
                    <a:pt x="143135" y="121934"/>
                    <a:pt x="140579" y="124488"/>
                    <a:pt x="140579" y="128318"/>
                  </a:cubicBezTo>
                  <a:lnTo>
                    <a:pt x="140579" y="183220"/>
                  </a:lnTo>
                  <a:lnTo>
                    <a:pt x="81153" y="183220"/>
                  </a:lnTo>
                  <a:lnTo>
                    <a:pt x="81153" y="135340"/>
                  </a:lnTo>
                  <a:lnTo>
                    <a:pt x="99683" y="135340"/>
                  </a:lnTo>
                  <a:cubicBezTo>
                    <a:pt x="103517" y="135340"/>
                    <a:pt x="106073" y="132787"/>
                    <a:pt x="106073" y="128956"/>
                  </a:cubicBezTo>
                  <a:cubicBezTo>
                    <a:pt x="106073" y="125126"/>
                    <a:pt x="103517" y="122572"/>
                    <a:pt x="99683" y="122572"/>
                  </a:cubicBezTo>
                  <a:lnTo>
                    <a:pt x="49203" y="122572"/>
                  </a:lnTo>
                  <a:cubicBezTo>
                    <a:pt x="45368" y="122572"/>
                    <a:pt x="42813" y="125126"/>
                    <a:pt x="42813" y="128956"/>
                  </a:cubicBezTo>
                  <a:cubicBezTo>
                    <a:pt x="42813" y="132787"/>
                    <a:pt x="45368" y="135340"/>
                    <a:pt x="49203" y="135340"/>
                  </a:cubicBezTo>
                  <a:lnTo>
                    <a:pt x="68373" y="135340"/>
                  </a:lnTo>
                  <a:lnTo>
                    <a:pt x="68373" y="183220"/>
                  </a:lnTo>
                  <a:lnTo>
                    <a:pt x="13419" y="183220"/>
                  </a:lnTo>
                  <a:lnTo>
                    <a:pt x="13419" y="12768"/>
                  </a:lnTo>
                  <a:lnTo>
                    <a:pt x="66456" y="12768"/>
                  </a:lnTo>
                  <a:lnTo>
                    <a:pt x="66456" y="63840"/>
                  </a:lnTo>
                  <a:cubicBezTo>
                    <a:pt x="66456" y="67670"/>
                    <a:pt x="69012" y="70224"/>
                    <a:pt x="72845" y="70224"/>
                  </a:cubicBezTo>
                  <a:cubicBezTo>
                    <a:pt x="76679" y="70224"/>
                    <a:pt x="79235" y="67670"/>
                    <a:pt x="79235" y="63840"/>
                  </a:cubicBezTo>
                  <a:lnTo>
                    <a:pt x="79235" y="12768"/>
                  </a:lnTo>
                  <a:lnTo>
                    <a:pt x="136106" y="12768"/>
                  </a:lnTo>
                  <a:lnTo>
                    <a:pt x="159110" y="51072"/>
                  </a:lnTo>
                  <a:cubicBezTo>
                    <a:pt x="161027" y="54264"/>
                    <a:pt x="164861" y="54902"/>
                    <a:pt x="168056" y="52987"/>
                  </a:cubicBezTo>
                  <a:cubicBezTo>
                    <a:pt x="168056" y="52987"/>
                    <a:pt x="168056" y="52987"/>
                    <a:pt x="168056" y="52987"/>
                  </a:cubicBezTo>
                  <a:cubicBezTo>
                    <a:pt x="171251" y="51072"/>
                    <a:pt x="171889" y="47241"/>
                    <a:pt x="169972" y="44049"/>
                  </a:cubicBezTo>
                  <a:lnTo>
                    <a:pt x="145052" y="3192"/>
                  </a:lnTo>
                  <a:cubicBezTo>
                    <a:pt x="143774" y="1277"/>
                    <a:pt x="141857" y="0"/>
                    <a:pt x="139301" y="0"/>
                  </a:cubicBezTo>
                  <a:lnTo>
                    <a:pt x="6390" y="0"/>
                  </a:lnTo>
                  <a:cubicBezTo>
                    <a:pt x="2556" y="0"/>
                    <a:pt x="0" y="2554"/>
                    <a:pt x="0" y="6384"/>
                  </a:cubicBezTo>
                  <a:lnTo>
                    <a:pt x="0" y="189604"/>
                  </a:lnTo>
                  <a:cubicBezTo>
                    <a:pt x="0" y="193435"/>
                    <a:pt x="2556" y="195988"/>
                    <a:pt x="6390" y="195988"/>
                  </a:cubicBezTo>
                  <a:lnTo>
                    <a:pt x="146330" y="195988"/>
                  </a:lnTo>
                  <a:cubicBezTo>
                    <a:pt x="150164" y="195988"/>
                    <a:pt x="152720" y="193435"/>
                    <a:pt x="152720" y="189604"/>
                  </a:cubicBezTo>
                  <a:lnTo>
                    <a:pt x="152720" y="134702"/>
                  </a:lnTo>
                  <a:lnTo>
                    <a:pt x="198727" y="134702"/>
                  </a:lnTo>
                  <a:cubicBezTo>
                    <a:pt x="202561" y="134702"/>
                    <a:pt x="205117" y="132148"/>
                    <a:pt x="205117" y="128318"/>
                  </a:cubicBezTo>
                  <a:lnTo>
                    <a:pt x="205117" y="8938"/>
                  </a:lnTo>
                  <a:cubicBezTo>
                    <a:pt x="205117" y="5746"/>
                    <a:pt x="202561" y="2554"/>
                    <a:pt x="199367" y="2554"/>
                  </a:cubicBezTo>
                  <a:close/>
                </a:path>
              </a:pathLst>
            </a:custGeom>
            <a:solidFill>
              <a:srgbClr val="00A3E0"/>
            </a:solidFill>
            <a:ln w="6390" cap="flat">
              <a:noFill/>
              <a:prstDash val="solid"/>
              <a:miter/>
            </a:ln>
          </p:spPr>
          <p:txBody>
            <a:bodyPr rtlCol="0" anchor="ctr"/>
            <a:lstStyle/>
            <a:p>
              <a:endParaRPr lang="en-US"/>
            </a:p>
          </p:txBody>
        </p:sp>
      </p:grpSp>
      <p:grpSp>
        <p:nvGrpSpPr>
          <p:cNvPr id="856" name="Graphic 4">
            <a:extLst>
              <a:ext uri="{FF2B5EF4-FFF2-40B4-BE49-F238E27FC236}">
                <a16:creationId xmlns:a16="http://schemas.microsoft.com/office/drawing/2014/main" id="{A8432EC0-418B-3146-BBFE-275C92B35F5D}"/>
              </a:ext>
            </a:extLst>
          </p:cNvPr>
          <p:cNvGrpSpPr>
            <a:grpSpLocks noChangeAspect="1"/>
          </p:cNvGrpSpPr>
          <p:nvPr/>
        </p:nvGrpSpPr>
        <p:grpSpPr>
          <a:xfrm>
            <a:off x="6753524" y="3339623"/>
            <a:ext cx="361674" cy="361971"/>
            <a:chOff x="6753524" y="3339623"/>
            <a:chExt cx="361674" cy="361971"/>
          </a:xfrm>
          <a:solidFill>
            <a:srgbClr val="00A3E0"/>
          </a:solidFill>
        </p:grpSpPr>
        <p:sp>
          <p:nvSpPr>
            <p:cNvPr id="857" name="Graphic 4">
              <a:extLst>
                <a:ext uri="{FF2B5EF4-FFF2-40B4-BE49-F238E27FC236}">
                  <a16:creationId xmlns:a16="http://schemas.microsoft.com/office/drawing/2014/main" id="{12D93641-E9C7-A144-8051-2EAB8B8CDB0E}"/>
                </a:ext>
              </a:extLst>
            </p:cNvPr>
            <p:cNvSpPr/>
            <p:nvPr/>
          </p:nvSpPr>
          <p:spPr>
            <a:xfrm>
              <a:off x="6753524" y="3339623"/>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 name="connsiteX13" fmla="*/ 180835 w 361674"/>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4" h="361971">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2309" y="81077"/>
                    <a:pt x="281157" y="0"/>
                    <a:pt x="180835" y="0"/>
                  </a:cubicBezTo>
                  <a:cubicBezTo>
                    <a:pt x="181474" y="0"/>
                    <a:pt x="181474" y="0"/>
                    <a:pt x="180835" y="0"/>
                  </a:cubicBezTo>
                  <a:close/>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lnTo>
                    <a:pt x="348890" y="180667"/>
                  </a:lnTo>
                  <a:cubicBezTo>
                    <a:pt x="349529" y="273873"/>
                    <a:pt x="274128" y="349204"/>
                    <a:pt x="180835" y="349204"/>
                  </a:cubicBezTo>
                  <a:lnTo>
                    <a:pt x="180835" y="349204"/>
                  </a:lnTo>
                  <a:close/>
                </a:path>
              </a:pathLst>
            </a:custGeom>
            <a:solidFill>
              <a:srgbClr val="00A3E0"/>
            </a:solidFill>
            <a:ln w="6390" cap="flat">
              <a:noFill/>
              <a:prstDash val="solid"/>
              <a:miter/>
            </a:ln>
          </p:spPr>
          <p:txBody>
            <a:bodyPr rtlCol="0" anchor="ctr"/>
            <a:lstStyle/>
            <a:p>
              <a:endParaRPr lang="en-US"/>
            </a:p>
          </p:txBody>
        </p:sp>
        <p:sp>
          <p:nvSpPr>
            <p:cNvPr id="858" name="Graphic 4">
              <a:extLst>
                <a:ext uri="{FF2B5EF4-FFF2-40B4-BE49-F238E27FC236}">
                  <a16:creationId xmlns:a16="http://schemas.microsoft.com/office/drawing/2014/main" id="{D416392D-DE46-A548-95F0-D5540EC4EF8B}"/>
                </a:ext>
              </a:extLst>
            </p:cNvPr>
            <p:cNvSpPr/>
            <p:nvPr/>
          </p:nvSpPr>
          <p:spPr>
            <a:xfrm>
              <a:off x="6846219" y="3419301"/>
              <a:ext cx="175682" cy="200579"/>
            </a:xfrm>
            <a:custGeom>
              <a:avLst/>
              <a:gdLst>
                <a:gd name="connsiteX0" fmla="*/ 169931 w 175682"/>
                <a:gd name="connsiteY0" fmla="*/ 189727 h 200579"/>
                <a:gd name="connsiteX1" fmla="*/ 150762 w 175682"/>
                <a:gd name="connsiteY1" fmla="*/ 189727 h 200579"/>
                <a:gd name="connsiteX2" fmla="*/ 150762 w 175682"/>
                <a:gd name="connsiteY2" fmla="*/ 189088 h 200579"/>
                <a:gd name="connsiteX3" fmla="*/ 150762 w 175682"/>
                <a:gd name="connsiteY3" fmla="*/ 63962 h 200579"/>
                <a:gd name="connsiteX4" fmla="*/ 164180 w 175682"/>
                <a:gd name="connsiteY4" fmla="*/ 58216 h 200579"/>
                <a:gd name="connsiteX5" fmla="*/ 168654 w 175682"/>
                <a:gd name="connsiteY5" fmla="*/ 47364 h 200579"/>
                <a:gd name="connsiteX6" fmla="*/ 168654 w 175682"/>
                <a:gd name="connsiteY6" fmla="*/ 16082 h 200579"/>
                <a:gd name="connsiteX7" fmla="*/ 163541 w 175682"/>
                <a:gd name="connsiteY7" fmla="*/ 4591 h 200579"/>
                <a:gd name="connsiteX8" fmla="*/ 149484 w 175682"/>
                <a:gd name="connsiteY8" fmla="*/ 122 h 200579"/>
                <a:gd name="connsiteX9" fmla="*/ 130314 w 175682"/>
                <a:gd name="connsiteY9" fmla="*/ 122 h 200579"/>
                <a:gd name="connsiteX10" fmla="*/ 107310 w 175682"/>
                <a:gd name="connsiteY10" fmla="*/ 11613 h 200579"/>
                <a:gd name="connsiteX11" fmla="*/ 104754 w 175682"/>
                <a:gd name="connsiteY11" fmla="*/ 10975 h 200579"/>
                <a:gd name="connsiteX12" fmla="*/ 35104 w 175682"/>
                <a:gd name="connsiteY12" fmla="*/ 10975 h 200579"/>
                <a:gd name="connsiteX13" fmla="*/ 22324 w 175682"/>
                <a:gd name="connsiteY13" fmla="*/ 7144 h 200579"/>
                <a:gd name="connsiteX14" fmla="*/ 598 w 175682"/>
                <a:gd name="connsiteY14" fmla="*/ 28850 h 200579"/>
                <a:gd name="connsiteX15" fmla="*/ 15934 w 175682"/>
                <a:gd name="connsiteY15" fmla="*/ 49279 h 200579"/>
                <a:gd name="connsiteX16" fmla="*/ 15934 w 175682"/>
                <a:gd name="connsiteY16" fmla="*/ 84391 h 200579"/>
                <a:gd name="connsiteX17" fmla="*/ 11461 w 175682"/>
                <a:gd name="connsiteY17" fmla="*/ 84391 h 200579"/>
                <a:gd name="connsiteX18" fmla="*/ 5071 w 175682"/>
                <a:gd name="connsiteY18" fmla="*/ 90775 h 200579"/>
                <a:gd name="connsiteX19" fmla="*/ 11461 w 175682"/>
                <a:gd name="connsiteY19" fmla="*/ 97159 h 200579"/>
                <a:gd name="connsiteX20" fmla="*/ 16573 w 175682"/>
                <a:gd name="connsiteY20" fmla="*/ 97159 h 200579"/>
                <a:gd name="connsiteX21" fmla="*/ 24240 w 175682"/>
                <a:gd name="connsiteY21" fmla="*/ 111204 h 200579"/>
                <a:gd name="connsiteX22" fmla="*/ 28075 w 175682"/>
                <a:gd name="connsiteY22" fmla="*/ 115034 h 200579"/>
                <a:gd name="connsiteX23" fmla="*/ 30630 w 175682"/>
                <a:gd name="connsiteY23" fmla="*/ 125248 h 200579"/>
                <a:gd name="connsiteX24" fmla="*/ 20407 w 175682"/>
                <a:gd name="connsiteY24" fmla="*/ 131632 h 200579"/>
                <a:gd name="connsiteX25" fmla="*/ 12739 w 175682"/>
                <a:gd name="connsiteY25" fmla="*/ 126525 h 200579"/>
                <a:gd name="connsiteX26" fmla="*/ 14017 w 175682"/>
                <a:gd name="connsiteY26" fmla="*/ 119503 h 200579"/>
                <a:gd name="connsiteX27" fmla="*/ 12739 w 175682"/>
                <a:gd name="connsiteY27" fmla="*/ 110565 h 200579"/>
                <a:gd name="connsiteX28" fmla="*/ 3793 w 175682"/>
                <a:gd name="connsiteY28" fmla="*/ 111842 h 200579"/>
                <a:gd name="connsiteX29" fmla="*/ 598 w 175682"/>
                <a:gd name="connsiteY29" fmla="*/ 129717 h 200579"/>
                <a:gd name="connsiteX30" fmla="*/ 19768 w 175682"/>
                <a:gd name="connsiteY30" fmla="*/ 144400 h 200579"/>
                <a:gd name="connsiteX31" fmla="*/ 21685 w 175682"/>
                <a:gd name="connsiteY31" fmla="*/ 144400 h 200579"/>
                <a:gd name="connsiteX32" fmla="*/ 42771 w 175682"/>
                <a:gd name="connsiteY32" fmla="*/ 129079 h 200579"/>
                <a:gd name="connsiteX33" fmla="*/ 37020 w 175682"/>
                <a:gd name="connsiteY33" fmla="*/ 106096 h 200579"/>
                <a:gd name="connsiteX34" fmla="*/ 31909 w 175682"/>
                <a:gd name="connsiteY34" fmla="*/ 100989 h 200579"/>
                <a:gd name="connsiteX35" fmla="*/ 28714 w 175682"/>
                <a:gd name="connsiteY35" fmla="*/ 96520 h 200579"/>
                <a:gd name="connsiteX36" fmla="*/ 33825 w 175682"/>
                <a:gd name="connsiteY36" fmla="*/ 96520 h 200579"/>
                <a:gd name="connsiteX37" fmla="*/ 40215 w 175682"/>
                <a:gd name="connsiteY37" fmla="*/ 90136 h 200579"/>
                <a:gd name="connsiteX38" fmla="*/ 33825 w 175682"/>
                <a:gd name="connsiteY38" fmla="*/ 83752 h 200579"/>
                <a:gd name="connsiteX39" fmla="*/ 28075 w 175682"/>
                <a:gd name="connsiteY39" fmla="*/ 83752 h 200579"/>
                <a:gd name="connsiteX40" fmla="*/ 28075 w 175682"/>
                <a:gd name="connsiteY40" fmla="*/ 48640 h 200579"/>
                <a:gd name="connsiteX41" fmla="*/ 33825 w 175682"/>
                <a:gd name="connsiteY41" fmla="*/ 46087 h 200579"/>
                <a:gd name="connsiteX42" fmla="*/ 87501 w 175682"/>
                <a:gd name="connsiteY42" fmla="*/ 46087 h 200579"/>
                <a:gd name="connsiteX43" fmla="*/ 90057 w 175682"/>
                <a:gd name="connsiteY43" fmla="*/ 55024 h 200579"/>
                <a:gd name="connsiteX44" fmla="*/ 106671 w 175682"/>
                <a:gd name="connsiteY44" fmla="*/ 62685 h 200579"/>
                <a:gd name="connsiteX45" fmla="*/ 106671 w 175682"/>
                <a:gd name="connsiteY45" fmla="*/ 186535 h 200579"/>
                <a:gd name="connsiteX46" fmla="*/ 106671 w 175682"/>
                <a:gd name="connsiteY46" fmla="*/ 187812 h 200579"/>
                <a:gd name="connsiteX47" fmla="*/ 86223 w 175682"/>
                <a:gd name="connsiteY47" fmla="*/ 187812 h 200579"/>
                <a:gd name="connsiteX48" fmla="*/ 79833 w 175682"/>
                <a:gd name="connsiteY48" fmla="*/ 194195 h 200579"/>
                <a:gd name="connsiteX49" fmla="*/ 86223 w 175682"/>
                <a:gd name="connsiteY49" fmla="*/ 200579 h 200579"/>
                <a:gd name="connsiteX50" fmla="*/ 169292 w 175682"/>
                <a:gd name="connsiteY50" fmla="*/ 200579 h 200579"/>
                <a:gd name="connsiteX51" fmla="*/ 175682 w 175682"/>
                <a:gd name="connsiteY51" fmla="*/ 194195 h 200579"/>
                <a:gd name="connsiteX52" fmla="*/ 169931 w 175682"/>
                <a:gd name="connsiteY52" fmla="*/ 189727 h 200579"/>
                <a:gd name="connsiteX53" fmla="*/ 169931 w 175682"/>
                <a:gd name="connsiteY53" fmla="*/ 189727 h 200579"/>
                <a:gd name="connsiteX54" fmla="*/ 134787 w 175682"/>
                <a:gd name="connsiteY54" fmla="*/ 64600 h 200579"/>
                <a:gd name="connsiteX55" fmla="*/ 120729 w 175682"/>
                <a:gd name="connsiteY55" fmla="*/ 79284 h 200579"/>
                <a:gd name="connsiteX56" fmla="*/ 120729 w 175682"/>
                <a:gd name="connsiteY56" fmla="*/ 64600 h 200579"/>
                <a:gd name="connsiteX57" fmla="*/ 134787 w 175682"/>
                <a:gd name="connsiteY57" fmla="*/ 64600 h 200579"/>
                <a:gd name="connsiteX58" fmla="*/ 120729 w 175682"/>
                <a:gd name="connsiteY58" fmla="*/ 97159 h 200579"/>
                <a:gd name="connsiteX59" fmla="*/ 122007 w 175682"/>
                <a:gd name="connsiteY59" fmla="*/ 96520 h 200579"/>
                <a:gd name="connsiteX60" fmla="*/ 138620 w 175682"/>
                <a:gd name="connsiteY60" fmla="*/ 79284 h 200579"/>
                <a:gd name="connsiteX61" fmla="*/ 138620 w 175682"/>
                <a:gd name="connsiteY61" fmla="*/ 115034 h 200579"/>
                <a:gd name="connsiteX62" fmla="*/ 121368 w 175682"/>
                <a:gd name="connsiteY62" fmla="*/ 98436 h 200579"/>
                <a:gd name="connsiteX63" fmla="*/ 120729 w 175682"/>
                <a:gd name="connsiteY63" fmla="*/ 97159 h 200579"/>
                <a:gd name="connsiteX64" fmla="*/ 120729 w 175682"/>
                <a:gd name="connsiteY64" fmla="*/ 116311 h 200579"/>
                <a:gd name="connsiteX65" fmla="*/ 137982 w 175682"/>
                <a:gd name="connsiteY65" fmla="*/ 132909 h 200579"/>
                <a:gd name="connsiteX66" fmla="*/ 137982 w 175682"/>
                <a:gd name="connsiteY66" fmla="*/ 134186 h 200579"/>
                <a:gd name="connsiteX67" fmla="*/ 137343 w 175682"/>
                <a:gd name="connsiteY67" fmla="*/ 134824 h 200579"/>
                <a:gd name="connsiteX68" fmla="*/ 120729 w 175682"/>
                <a:gd name="connsiteY68" fmla="*/ 150784 h 200579"/>
                <a:gd name="connsiteX69" fmla="*/ 120729 w 175682"/>
                <a:gd name="connsiteY69" fmla="*/ 116311 h 200579"/>
                <a:gd name="connsiteX70" fmla="*/ 120729 w 175682"/>
                <a:gd name="connsiteY70" fmla="*/ 167383 h 200579"/>
                <a:gd name="connsiteX71" fmla="*/ 137982 w 175682"/>
                <a:gd name="connsiteY71" fmla="*/ 150784 h 200579"/>
                <a:gd name="connsiteX72" fmla="*/ 137982 w 175682"/>
                <a:gd name="connsiteY72" fmla="*/ 187812 h 200579"/>
                <a:gd name="connsiteX73" fmla="*/ 120729 w 175682"/>
                <a:gd name="connsiteY73" fmla="*/ 169298 h 200579"/>
                <a:gd name="connsiteX74" fmla="*/ 120729 w 175682"/>
                <a:gd name="connsiteY74" fmla="*/ 167383 h 200579"/>
                <a:gd name="connsiteX75" fmla="*/ 91335 w 175682"/>
                <a:gd name="connsiteY75" fmla="*/ 35234 h 200579"/>
                <a:gd name="connsiteX76" fmla="*/ 43410 w 175682"/>
                <a:gd name="connsiteY76" fmla="*/ 35234 h 200579"/>
                <a:gd name="connsiteX77" fmla="*/ 44050 w 175682"/>
                <a:gd name="connsiteY77" fmla="*/ 30127 h 200579"/>
                <a:gd name="connsiteX78" fmla="*/ 43410 w 175682"/>
                <a:gd name="connsiteY78" fmla="*/ 25020 h 200579"/>
                <a:gd name="connsiteX79" fmla="*/ 97086 w 175682"/>
                <a:gd name="connsiteY79" fmla="*/ 25020 h 200579"/>
                <a:gd name="connsiteX80" fmla="*/ 91335 w 175682"/>
                <a:gd name="connsiteY80" fmla="*/ 35234 h 200579"/>
                <a:gd name="connsiteX81" fmla="*/ 91335 w 175682"/>
                <a:gd name="connsiteY81" fmla="*/ 35234 h 200579"/>
                <a:gd name="connsiteX82" fmla="*/ 22963 w 175682"/>
                <a:gd name="connsiteY82" fmla="*/ 20551 h 200579"/>
                <a:gd name="connsiteX83" fmla="*/ 31909 w 175682"/>
                <a:gd name="connsiteY83" fmla="*/ 29488 h 200579"/>
                <a:gd name="connsiteX84" fmla="*/ 31909 w 175682"/>
                <a:gd name="connsiteY84" fmla="*/ 29488 h 200579"/>
                <a:gd name="connsiteX85" fmla="*/ 29353 w 175682"/>
                <a:gd name="connsiteY85" fmla="*/ 35872 h 200579"/>
                <a:gd name="connsiteX86" fmla="*/ 27435 w 175682"/>
                <a:gd name="connsiteY86" fmla="*/ 37149 h 200579"/>
                <a:gd name="connsiteX87" fmla="*/ 22963 w 175682"/>
                <a:gd name="connsiteY87" fmla="*/ 38426 h 200579"/>
                <a:gd name="connsiteX88" fmla="*/ 14656 w 175682"/>
                <a:gd name="connsiteY88" fmla="*/ 28850 h 200579"/>
                <a:gd name="connsiteX89" fmla="*/ 22963 w 175682"/>
                <a:gd name="connsiteY89" fmla="*/ 20551 h 200579"/>
                <a:gd name="connsiteX90" fmla="*/ 22963 w 175682"/>
                <a:gd name="connsiteY90" fmla="*/ 20551 h 200579"/>
                <a:gd name="connsiteX91" fmla="*/ 102198 w 175682"/>
                <a:gd name="connsiteY91" fmla="*/ 43533 h 200579"/>
                <a:gd name="connsiteX92" fmla="*/ 130314 w 175682"/>
                <a:gd name="connsiteY92" fmla="*/ 13528 h 200579"/>
                <a:gd name="connsiteX93" fmla="*/ 150123 w 175682"/>
                <a:gd name="connsiteY93" fmla="*/ 13528 h 200579"/>
                <a:gd name="connsiteX94" fmla="*/ 155874 w 175682"/>
                <a:gd name="connsiteY94" fmla="*/ 17359 h 200579"/>
                <a:gd name="connsiteX95" fmla="*/ 155874 w 175682"/>
                <a:gd name="connsiteY95" fmla="*/ 48002 h 200579"/>
                <a:gd name="connsiteX96" fmla="*/ 148205 w 175682"/>
                <a:gd name="connsiteY96" fmla="*/ 51832 h 200579"/>
                <a:gd name="connsiteX97" fmla="*/ 107949 w 175682"/>
                <a:gd name="connsiteY97" fmla="*/ 51832 h 200579"/>
                <a:gd name="connsiteX98" fmla="*/ 101559 w 175682"/>
                <a:gd name="connsiteY98" fmla="*/ 49279 h 200579"/>
                <a:gd name="connsiteX99" fmla="*/ 102198 w 175682"/>
                <a:gd name="connsiteY99" fmla="*/ 43533 h 200579"/>
                <a:gd name="connsiteX100" fmla="*/ 102198 w 175682"/>
                <a:gd name="connsiteY100" fmla="*/ 43533 h 200579"/>
                <a:gd name="connsiteX101" fmla="*/ 121368 w 175682"/>
                <a:gd name="connsiteY101" fmla="*/ 188450 h 200579"/>
                <a:gd name="connsiteX102" fmla="*/ 121368 w 175682"/>
                <a:gd name="connsiteY102" fmla="*/ 188450 h 200579"/>
                <a:gd name="connsiteX103" fmla="*/ 122646 w 175682"/>
                <a:gd name="connsiteY103" fmla="*/ 189727 h 200579"/>
                <a:gd name="connsiteX104" fmla="*/ 120729 w 175682"/>
                <a:gd name="connsiteY104" fmla="*/ 189727 h 200579"/>
                <a:gd name="connsiteX105" fmla="*/ 121368 w 175682"/>
                <a:gd name="connsiteY105" fmla="*/ 188450 h 200579"/>
                <a:gd name="connsiteX106" fmla="*/ 121368 w 175682"/>
                <a:gd name="connsiteY106" fmla="*/ 188450 h 20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175682" h="200579">
                  <a:moveTo>
                    <a:pt x="169931" y="189727"/>
                  </a:moveTo>
                  <a:lnTo>
                    <a:pt x="150762" y="189727"/>
                  </a:lnTo>
                  <a:cubicBezTo>
                    <a:pt x="150762" y="189727"/>
                    <a:pt x="150762" y="189088"/>
                    <a:pt x="150762" y="189088"/>
                  </a:cubicBezTo>
                  <a:lnTo>
                    <a:pt x="150762" y="63962"/>
                  </a:lnTo>
                  <a:cubicBezTo>
                    <a:pt x="155874" y="63962"/>
                    <a:pt x="160346" y="62047"/>
                    <a:pt x="164180" y="58216"/>
                  </a:cubicBezTo>
                  <a:cubicBezTo>
                    <a:pt x="166736" y="55663"/>
                    <a:pt x="168654" y="51832"/>
                    <a:pt x="168654" y="47364"/>
                  </a:cubicBezTo>
                  <a:lnTo>
                    <a:pt x="168654" y="16082"/>
                  </a:lnTo>
                  <a:cubicBezTo>
                    <a:pt x="168654" y="11613"/>
                    <a:pt x="166736" y="7783"/>
                    <a:pt x="163541" y="4591"/>
                  </a:cubicBezTo>
                  <a:cubicBezTo>
                    <a:pt x="159708" y="1399"/>
                    <a:pt x="154595" y="-516"/>
                    <a:pt x="149484" y="122"/>
                  </a:cubicBezTo>
                  <a:lnTo>
                    <a:pt x="130314" y="122"/>
                  </a:lnTo>
                  <a:cubicBezTo>
                    <a:pt x="121368" y="761"/>
                    <a:pt x="113061" y="5229"/>
                    <a:pt x="107310" y="11613"/>
                  </a:cubicBezTo>
                  <a:cubicBezTo>
                    <a:pt x="106671" y="10975"/>
                    <a:pt x="105393" y="10975"/>
                    <a:pt x="104754" y="10975"/>
                  </a:cubicBezTo>
                  <a:lnTo>
                    <a:pt x="35104" y="10975"/>
                  </a:lnTo>
                  <a:cubicBezTo>
                    <a:pt x="31270" y="8421"/>
                    <a:pt x="26797" y="7144"/>
                    <a:pt x="22324" y="7144"/>
                  </a:cubicBezTo>
                  <a:cubicBezTo>
                    <a:pt x="10183" y="7144"/>
                    <a:pt x="598" y="16720"/>
                    <a:pt x="598" y="28850"/>
                  </a:cubicBezTo>
                  <a:cubicBezTo>
                    <a:pt x="598" y="38426"/>
                    <a:pt x="6988" y="46725"/>
                    <a:pt x="15934" y="49279"/>
                  </a:cubicBezTo>
                  <a:lnTo>
                    <a:pt x="15934" y="84391"/>
                  </a:lnTo>
                  <a:lnTo>
                    <a:pt x="11461" y="84391"/>
                  </a:lnTo>
                  <a:cubicBezTo>
                    <a:pt x="7627" y="84391"/>
                    <a:pt x="5071" y="86944"/>
                    <a:pt x="5071" y="90775"/>
                  </a:cubicBezTo>
                  <a:cubicBezTo>
                    <a:pt x="5071" y="94605"/>
                    <a:pt x="7627" y="97159"/>
                    <a:pt x="11461" y="97159"/>
                  </a:cubicBezTo>
                  <a:lnTo>
                    <a:pt x="16573" y="97159"/>
                  </a:lnTo>
                  <a:cubicBezTo>
                    <a:pt x="17212" y="102904"/>
                    <a:pt x="19768" y="108012"/>
                    <a:pt x="24240" y="111204"/>
                  </a:cubicBezTo>
                  <a:cubicBezTo>
                    <a:pt x="25519" y="112480"/>
                    <a:pt x="26797" y="113757"/>
                    <a:pt x="28075" y="115034"/>
                  </a:cubicBezTo>
                  <a:cubicBezTo>
                    <a:pt x="30630" y="117588"/>
                    <a:pt x="31909" y="121418"/>
                    <a:pt x="30630" y="125248"/>
                  </a:cubicBezTo>
                  <a:cubicBezTo>
                    <a:pt x="29353" y="129717"/>
                    <a:pt x="24880" y="132271"/>
                    <a:pt x="20407" y="131632"/>
                  </a:cubicBezTo>
                  <a:cubicBezTo>
                    <a:pt x="17212" y="131632"/>
                    <a:pt x="14017" y="129717"/>
                    <a:pt x="12739" y="126525"/>
                  </a:cubicBezTo>
                  <a:cubicBezTo>
                    <a:pt x="12100" y="123972"/>
                    <a:pt x="12739" y="121418"/>
                    <a:pt x="14017" y="119503"/>
                  </a:cubicBezTo>
                  <a:cubicBezTo>
                    <a:pt x="15934" y="116311"/>
                    <a:pt x="15295" y="112480"/>
                    <a:pt x="12739" y="110565"/>
                  </a:cubicBezTo>
                  <a:cubicBezTo>
                    <a:pt x="9544" y="108650"/>
                    <a:pt x="5710" y="109288"/>
                    <a:pt x="3793" y="111842"/>
                  </a:cubicBezTo>
                  <a:cubicBezTo>
                    <a:pt x="-41" y="116949"/>
                    <a:pt x="-680" y="123333"/>
                    <a:pt x="598" y="129717"/>
                  </a:cubicBezTo>
                  <a:cubicBezTo>
                    <a:pt x="3154" y="138016"/>
                    <a:pt x="10822" y="143762"/>
                    <a:pt x="19768" y="144400"/>
                  </a:cubicBezTo>
                  <a:lnTo>
                    <a:pt x="21685" y="144400"/>
                  </a:lnTo>
                  <a:cubicBezTo>
                    <a:pt x="31270" y="144400"/>
                    <a:pt x="39576" y="138655"/>
                    <a:pt x="42771" y="129079"/>
                  </a:cubicBezTo>
                  <a:cubicBezTo>
                    <a:pt x="44689" y="120780"/>
                    <a:pt x="42771" y="112480"/>
                    <a:pt x="37020" y="106096"/>
                  </a:cubicBezTo>
                  <a:cubicBezTo>
                    <a:pt x="35104" y="104181"/>
                    <a:pt x="33187" y="102266"/>
                    <a:pt x="31909" y="100989"/>
                  </a:cubicBezTo>
                  <a:cubicBezTo>
                    <a:pt x="30630" y="99712"/>
                    <a:pt x="29353" y="98436"/>
                    <a:pt x="28714" y="96520"/>
                  </a:cubicBezTo>
                  <a:lnTo>
                    <a:pt x="33825" y="96520"/>
                  </a:lnTo>
                  <a:cubicBezTo>
                    <a:pt x="37660" y="96520"/>
                    <a:pt x="40215" y="93967"/>
                    <a:pt x="40215" y="90136"/>
                  </a:cubicBezTo>
                  <a:cubicBezTo>
                    <a:pt x="40215" y="86306"/>
                    <a:pt x="37660" y="83752"/>
                    <a:pt x="33825" y="83752"/>
                  </a:cubicBezTo>
                  <a:lnTo>
                    <a:pt x="28075" y="83752"/>
                  </a:lnTo>
                  <a:lnTo>
                    <a:pt x="28075" y="48640"/>
                  </a:lnTo>
                  <a:cubicBezTo>
                    <a:pt x="29992" y="48002"/>
                    <a:pt x="31909" y="47364"/>
                    <a:pt x="33825" y="46087"/>
                  </a:cubicBezTo>
                  <a:lnTo>
                    <a:pt x="87501" y="46087"/>
                  </a:lnTo>
                  <a:cubicBezTo>
                    <a:pt x="87501" y="49279"/>
                    <a:pt x="88779" y="52471"/>
                    <a:pt x="90057" y="55024"/>
                  </a:cubicBezTo>
                  <a:cubicBezTo>
                    <a:pt x="94530" y="60132"/>
                    <a:pt x="100281" y="62685"/>
                    <a:pt x="106671" y="62685"/>
                  </a:cubicBezTo>
                  <a:lnTo>
                    <a:pt x="106671" y="186535"/>
                  </a:lnTo>
                  <a:cubicBezTo>
                    <a:pt x="106671" y="186535"/>
                    <a:pt x="106671" y="187173"/>
                    <a:pt x="106671" y="187812"/>
                  </a:cubicBezTo>
                  <a:lnTo>
                    <a:pt x="86223" y="187812"/>
                  </a:lnTo>
                  <a:cubicBezTo>
                    <a:pt x="82389" y="187812"/>
                    <a:pt x="79833" y="190365"/>
                    <a:pt x="79833" y="194195"/>
                  </a:cubicBezTo>
                  <a:cubicBezTo>
                    <a:pt x="79833" y="198026"/>
                    <a:pt x="82389" y="200579"/>
                    <a:pt x="86223" y="200579"/>
                  </a:cubicBezTo>
                  <a:lnTo>
                    <a:pt x="169292" y="200579"/>
                  </a:lnTo>
                  <a:cubicBezTo>
                    <a:pt x="173126" y="200579"/>
                    <a:pt x="175682" y="198026"/>
                    <a:pt x="175682" y="194195"/>
                  </a:cubicBezTo>
                  <a:cubicBezTo>
                    <a:pt x="175682" y="190365"/>
                    <a:pt x="173765" y="189727"/>
                    <a:pt x="169931" y="189727"/>
                  </a:cubicBezTo>
                  <a:lnTo>
                    <a:pt x="169931" y="189727"/>
                  </a:lnTo>
                  <a:close/>
                  <a:moveTo>
                    <a:pt x="134787" y="64600"/>
                  </a:moveTo>
                  <a:lnTo>
                    <a:pt x="120729" y="79284"/>
                  </a:lnTo>
                  <a:lnTo>
                    <a:pt x="120729" y="64600"/>
                  </a:lnTo>
                  <a:lnTo>
                    <a:pt x="134787" y="64600"/>
                  </a:lnTo>
                  <a:close/>
                  <a:moveTo>
                    <a:pt x="120729" y="97159"/>
                  </a:moveTo>
                  <a:cubicBezTo>
                    <a:pt x="120729" y="97159"/>
                    <a:pt x="121368" y="96520"/>
                    <a:pt x="122007" y="96520"/>
                  </a:cubicBezTo>
                  <a:lnTo>
                    <a:pt x="138620" y="79284"/>
                  </a:lnTo>
                  <a:lnTo>
                    <a:pt x="138620" y="115034"/>
                  </a:lnTo>
                  <a:lnTo>
                    <a:pt x="121368" y="98436"/>
                  </a:lnTo>
                  <a:lnTo>
                    <a:pt x="120729" y="97159"/>
                  </a:lnTo>
                  <a:close/>
                  <a:moveTo>
                    <a:pt x="120729" y="116311"/>
                  </a:moveTo>
                  <a:lnTo>
                    <a:pt x="137982" y="132909"/>
                  </a:lnTo>
                  <a:lnTo>
                    <a:pt x="137982" y="134186"/>
                  </a:lnTo>
                  <a:lnTo>
                    <a:pt x="137343" y="134824"/>
                  </a:lnTo>
                  <a:lnTo>
                    <a:pt x="120729" y="150784"/>
                  </a:lnTo>
                  <a:lnTo>
                    <a:pt x="120729" y="116311"/>
                  </a:lnTo>
                  <a:close/>
                  <a:moveTo>
                    <a:pt x="120729" y="167383"/>
                  </a:moveTo>
                  <a:lnTo>
                    <a:pt x="137982" y="150784"/>
                  </a:lnTo>
                  <a:lnTo>
                    <a:pt x="137982" y="187812"/>
                  </a:lnTo>
                  <a:lnTo>
                    <a:pt x="120729" y="169298"/>
                  </a:lnTo>
                  <a:lnTo>
                    <a:pt x="120729" y="167383"/>
                  </a:lnTo>
                  <a:close/>
                  <a:moveTo>
                    <a:pt x="91335" y="35234"/>
                  </a:moveTo>
                  <a:lnTo>
                    <a:pt x="43410" y="35234"/>
                  </a:lnTo>
                  <a:cubicBezTo>
                    <a:pt x="44050" y="33319"/>
                    <a:pt x="44050" y="31404"/>
                    <a:pt x="44050" y="30127"/>
                  </a:cubicBezTo>
                  <a:cubicBezTo>
                    <a:pt x="44050" y="28212"/>
                    <a:pt x="44050" y="26935"/>
                    <a:pt x="43410" y="25020"/>
                  </a:cubicBezTo>
                  <a:lnTo>
                    <a:pt x="97086" y="25020"/>
                  </a:lnTo>
                  <a:cubicBezTo>
                    <a:pt x="95169" y="28212"/>
                    <a:pt x="93252" y="31404"/>
                    <a:pt x="91335" y="35234"/>
                  </a:cubicBezTo>
                  <a:lnTo>
                    <a:pt x="91335" y="35234"/>
                  </a:lnTo>
                  <a:close/>
                  <a:moveTo>
                    <a:pt x="22963" y="20551"/>
                  </a:moveTo>
                  <a:cubicBezTo>
                    <a:pt x="28075" y="20551"/>
                    <a:pt x="31909" y="24381"/>
                    <a:pt x="31909" y="29488"/>
                  </a:cubicBezTo>
                  <a:lnTo>
                    <a:pt x="31909" y="29488"/>
                  </a:lnTo>
                  <a:cubicBezTo>
                    <a:pt x="31909" y="32042"/>
                    <a:pt x="31270" y="33957"/>
                    <a:pt x="29353" y="35872"/>
                  </a:cubicBezTo>
                  <a:cubicBezTo>
                    <a:pt x="28714" y="36511"/>
                    <a:pt x="28075" y="36511"/>
                    <a:pt x="27435" y="37149"/>
                  </a:cubicBezTo>
                  <a:cubicBezTo>
                    <a:pt x="26158" y="37788"/>
                    <a:pt x="24240" y="38426"/>
                    <a:pt x="22963" y="38426"/>
                  </a:cubicBezTo>
                  <a:cubicBezTo>
                    <a:pt x="17851" y="37788"/>
                    <a:pt x="14017" y="33957"/>
                    <a:pt x="14656" y="28850"/>
                  </a:cubicBezTo>
                  <a:cubicBezTo>
                    <a:pt x="15295" y="25020"/>
                    <a:pt x="18490" y="21189"/>
                    <a:pt x="22963" y="20551"/>
                  </a:cubicBezTo>
                  <a:lnTo>
                    <a:pt x="22963" y="20551"/>
                  </a:lnTo>
                  <a:close/>
                  <a:moveTo>
                    <a:pt x="102198" y="43533"/>
                  </a:moveTo>
                  <a:cubicBezTo>
                    <a:pt x="107310" y="28850"/>
                    <a:pt x="122007" y="13528"/>
                    <a:pt x="130314" y="13528"/>
                  </a:cubicBezTo>
                  <a:lnTo>
                    <a:pt x="150123" y="13528"/>
                  </a:lnTo>
                  <a:cubicBezTo>
                    <a:pt x="152679" y="13528"/>
                    <a:pt x="155874" y="14167"/>
                    <a:pt x="155874" y="17359"/>
                  </a:cubicBezTo>
                  <a:lnTo>
                    <a:pt x="155874" y="48002"/>
                  </a:lnTo>
                  <a:cubicBezTo>
                    <a:pt x="155874" y="50556"/>
                    <a:pt x="152679" y="51832"/>
                    <a:pt x="148205" y="51832"/>
                  </a:cubicBezTo>
                  <a:lnTo>
                    <a:pt x="107949" y="51832"/>
                  </a:lnTo>
                  <a:cubicBezTo>
                    <a:pt x="105393" y="51832"/>
                    <a:pt x="103476" y="51194"/>
                    <a:pt x="101559" y="49279"/>
                  </a:cubicBezTo>
                  <a:cubicBezTo>
                    <a:pt x="100920" y="48002"/>
                    <a:pt x="101559" y="45448"/>
                    <a:pt x="102198" y="43533"/>
                  </a:cubicBezTo>
                  <a:lnTo>
                    <a:pt x="102198" y="43533"/>
                  </a:lnTo>
                  <a:close/>
                  <a:moveTo>
                    <a:pt x="121368" y="188450"/>
                  </a:moveTo>
                  <a:lnTo>
                    <a:pt x="121368" y="188450"/>
                  </a:lnTo>
                  <a:lnTo>
                    <a:pt x="122646" y="189727"/>
                  </a:lnTo>
                  <a:lnTo>
                    <a:pt x="120729" y="189727"/>
                  </a:lnTo>
                  <a:cubicBezTo>
                    <a:pt x="121368" y="189088"/>
                    <a:pt x="120729" y="189088"/>
                    <a:pt x="121368" y="188450"/>
                  </a:cubicBezTo>
                  <a:lnTo>
                    <a:pt x="121368" y="188450"/>
                  </a:lnTo>
                  <a:close/>
                </a:path>
              </a:pathLst>
            </a:custGeom>
            <a:solidFill>
              <a:srgbClr val="00A3E0"/>
            </a:solidFill>
            <a:ln w="6390" cap="flat">
              <a:noFill/>
              <a:prstDash val="solid"/>
              <a:miter/>
            </a:ln>
          </p:spPr>
          <p:txBody>
            <a:bodyPr rtlCol="0" anchor="ctr"/>
            <a:lstStyle/>
            <a:p>
              <a:endParaRPr lang="en-US"/>
            </a:p>
          </p:txBody>
        </p:sp>
      </p:grpSp>
      <p:grpSp>
        <p:nvGrpSpPr>
          <p:cNvPr id="859" name="Graphic 4">
            <a:extLst>
              <a:ext uri="{FF2B5EF4-FFF2-40B4-BE49-F238E27FC236}">
                <a16:creationId xmlns:a16="http://schemas.microsoft.com/office/drawing/2014/main" id="{017E1B32-1273-FC49-907C-39868D7BBD2A}"/>
              </a:ext>
            </a:extLst>
          </p:cNvPr>
          <p:cNvGrpSpPr>
            <a:grpSpLocks noChangeAspect="1"/>
          </p:cNvGrpSpPr>
          <p:nvPr/>
        </p:nvGrpSpPr>
        <p:grpSpPr>
          <a:xfrm>
            <a:off x="6146480" y="4308712"/>
            <a:ext cx="362309" cy="361971"/>
            <a:chOff x="6146480" y="4308712"/>
            <a:chExt cx="362309" cy="361971"/>
          </a:xfrm>
          <a:solidFill>
            <a:srgbClr val="00A3E0"/>
          </a:solidFill>
        </p:grpSpPr>
        <p:sp>
          <p:nvSpPr>
            <p:cNvPr id="860" name="Graphic 4">
              <a:extLst>
                <a:ext uri="{FF2B5EF4-FFF2-40B4-BE49-F238E27FC236}">
                  <a16:creationId xmlns:a16="http://schemas.microsoft.com/office/drawing/2014/main" id="{C0C32D8C-E8A6-0E4F-A765-D788A454600F}"/>
                </a:ext>
              </a:extLst>
            </p:cNvPr>
            <p:cNvSpPr/>
            <p:nvPr/>
          </p:nvSpPr>
          <p:spPr>
            <a:xfrm>
              <a:off x="6248080" y="4420431"/>
              <a:ext cx="145051" cy="138532"/>
            </a:xfrm>
            <a:custGeom>
              <a:avLst/>
              <a:gdLst>
                <a:gd name="connsiteX0" fmla="*/ 80513 w 145051"/>
                <a:gd name="connsiteY0" fmla="*/ 0 h 138532"/>
                <a:gd name="connsiteX1" fmla="*/ 63899 w 145051"/>
                <a:gd name="connsiteY1" fmla="*/ 0 h 138532"/>
                <a:gd name="connsiteX2" fmla="*/ 0 w 145051"/>
                <a:gd name="connsiteY2" fmla="*/ 63840 h 138532"/>
                <a:gd name="connsiteX3" fmla="*/ 0 w 145051"/>
                <a:gd name="connsiteY3" fmla="*/ 137256 h 138532"/>
                <a:gd name="connsiteX4" fmla="*/ 1278 w 145051"/>
                <a:gd name="connsiteY4" fmla="*/ 138533 h 138532"/>
                <a:gd name="connsiteX5" fmla="*/ 143774 w 145051"/>
                <a:gd name="connsiteY5" fmla="*/ 138533 h 138532"/>
                <a:gd name="connsiteX6" fmla="*/ 145052 w 145051"/>
                <a:gd name="connsiteY6" fmla="*/ 137256 h 138532"/>
                <a:gd name="connsiteX7" fmla="*/ 145052 w 145051"/>
                <a:gd name="connsiteY7" fmla="*/ 64478 h 138532"/>
                <a:gd name="connsiteX8" fmla="*/ 80513 w 145051"/>
                <a:gd name="connsiteY8" fmla="*/ 0 h 138532"/>
                <a:gd name="connsiteX9" fmla="*/ 80513 w 145051"/>
                <a:gd name="connsiteY9" fmla="*/ 0 h 138532"/>
                <a:gd name="connsiteX10" fmla="*/ 72206 w 145051"/>
                <a:gd name="connsiteY10" fmla="*/ 120019 h 138532"/>
                <a:gd name="connsiteX11" fmla="*/ 24921 w 145051"/>
                <a:gd name="connsiteY11" fmla="*/ 73416 h 138532"/>
                <a:gd name="connsiteX12" fmla="*/ 71567 w 145051"/>
                <a:gd name="connsiteY12" fmla="*/ 26175 h 138532"/>
                <a:gd name="connsiteX13" fmla="*/ 118853 w 145051"/>
                <a:gd name="connsiteY13" fmla="*/ 72778 h 138532"/>
                <a:gd name="connsiteX14" fmla="*/ 118853 w 145051"/>
                <a:gd name="connsiteY14" fmla="*/ 72778 h 138532"/>
                <a:gd name="connsiteX15" fmla="*/ 72206 w 145051"/>
                <a:gd name="connsiteY15" fmla="*/ 120019 h 138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051" h="138532">
                  <a:moveTo>
                    <a:pt x="80513" y="0"/>
                  </a:moveTo>
                  <a:lnTo>
                    <a:pt x="63899" y="0"/>
                  </a:lnTo>
                  <a:cubicBezTo>
                    <a:pt x="28755" y="0"/>
                    <a:pt x="0" y="28728"/>
                    <a:pt x="0" y="63840"/>
                  </a:cubicBezTo>
                  <a:lnTo>
                    <a:pt x="0" y="137256"/>
                  </a:lnTo>
                  <a:cubicBezTo>
                    <a:pt x="0" y="137894"/>
                    <a:pt x="639" y="138533"/>
                    <a:pt x="1278" y="138533"/>
                  </a:cubicBezTo>
                  <a:lnTo>
                    <a:pt x="143774" y="138533"/>
                  </a:lnTo>
                  <a:cubicBezTo>
                    <a:pt x="144413" y="138533"/>
                    <a:pt x="145052" y="137894"/>
                    <a:pt x="145052" y="137256"/>
                  </a:cubicBezTo>
                  <a:lnTo>
                    <a:pt x="145052" y="64478"/>
                  </a:lnTo>
                  <a:cubicBezTo>
                    <a:pt x="144413" y="28728"/>
                    <a:pt x="116297" y="0"/>
                    <a:pt x="80513" y="0"/>
                  </a:cubicBezTo>
                  <a:cubicBezTo>
                    <a:pt x="80513" y="0"/>
                    <a:pt x="80513" y="0"/>
                    <a:pt x="80513" y="0"/>
                  </a:cubicBezTo>
                  <a:close/>
                  <a:moveTo>
                    <a:pt x="72206" y="120019"/>
                  </a:moveTo>
                  <a:cubicBezTo>
                    <a:pt x="46008" y="120019"/>
                    <a:pt x="24921" y="98952"/>
                    <a:pt x="24921" y="73416"/>
                  </a:cubicBezTo>
                  <a:cubicBezTo>
                    <a:pt x="24921" y="47242"/>
                    <a:pt x="46008" y="26175"/>
                    <a:pt x="71567" y="26175"/>
                  </a:cubicBezTo>
                  <a:cubicBezTo>
                    <a:pt x="97766" y="26175"/>
                    <a:pt x="118853" y="47242"/>
                    <a:pt x="118853" y="72778"/>
                  </a:cubicBezTo>
                  <a:cubicBezTo>
                    <a:pt x="118853" y="72778"/>
                    <a:pt x="118853" y="72778"/>
                    <a:pt x="118853" y="72778"/>
                  </a:cubicBezTo>
                  <a:cubicBezTo>
                    <a:pt x="118853" y="98952"/>
                    <a:pt x="97766" y="120019"/>
                    <a:pt x="72206" y="120019"/>
                  </a:cubicBezTo>
                  <a:close/>
                </a:path>
              </a:pathLst>
            </a:custGeom>
            <a:solidFill>
              <a:srgbClr val="00A3E0"/>
            </a:solidFill>
            <a:ln w="6390" cap="flat">
              <a:noFill/>
              <a:prstDash val="solid"/>
              <a:miter/>
            </a:ln>
          </p:spPr>
          <p:txBody>
            <a:bodyPr rtlCol="0" anchor="ctr"/>
            <a:lstStyle/>
            <a:p>
              <a:endParaRPr lang="en-US"/>
            </a:p>
          </p:txBody>
        </p:sp>
        <p:sp>
          <p:nvSpPr>
            <p:cNvPr id="861" name="Graphic 4">
              <a:extLst>
                <a:ext uri="{FF2B5EF4-FFF2-40B4-BE49-F238E27FC236}">
                  <a16:creationId xmlns:a16="http://schemas.microsoft.com/office/drawing/2014/main" id="{E4E2342A-EC1A-E64D-A5E4-708A08426BBF}"/>
                </a:ext>
              </a:extLst>
            </p:cNvPr>
            <p:cNvSpPr/>
            <p:nvPr/>
          </p:nvSpPr>
          <p:spPr>
            <a:xfrm>
              <a:off x="6379074" y="4422346"/>
              <a:ext cx="19169" cy="21705"/>
            </a:xfrm>
            <a:custGeom>
              <a:avLst/>
              <a:gdLst>
                <a:gd name="connsiteX0" fmla="*/ 14697 w 19169"/>
                <a:gd name="connsiteY0" fmla="*/ 21706 h 21705"/>
                <a:gd name="connsiteX1" fmla="*/ 19170 w 19169"/>
                <a:gd name="connsiteY1" fmla="*/ 17875 h 21705"/>
                <a:gd name="connsiteX2" fmla="*/ 4473 w 19169"/>
                <a:gd name="connsiteY2" fmla="*/ 0 h 21705"/>
                <a:gd name="connsiteX3" fmla="*/ 0 w 19169"/>
                <a:gd name="connsiteY3" fmla="*/ 3831 h 21705"/>
                <a:gd name="connsiteX4" fmla="*/ 14697 w 19169"/>
                <a:gd name="connsiteY4" fmla="*/ 21706 h 21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21705">
                  <a:moveTo>
                    <a:pt x="14697" y="21706"/>
                  </a:moveTo>
                  <a:lnTo>
                    <a:pt x="19170" y="17875"/>
                  </a:lnTo>
                  <a:lnTo>
                    <a:pt x="4473" y="0"/>
                  </a:lnTo>
                  <a:lnTo>
                    <a:pt x="0" y="3831"/>
                  </a:lnTo>
                  <a:cubicBezTo>
                    <a:pt x="5751" y="8938"/>
                    <a:pt x="10863" y="15322"/>
                    <a:pt x="14697" y="21706"/>
                  </a:cubicBezTo>
                  <a:close/>
                </a:path>
              </a:pathLst>
            </a:custGeom>
            <a:solidFill>
              <a:srgbClr val="00A3E0"/>
            </a:solidFill>
            <a:ln w="6390" cap="flat">
              <a:noFill/>
              <a:prstDash val="solid"/>
              <a:miter/>
            </a:ln>
          </p:spPr>
          <p:txBody>
            <a:bodyPr rtlCol="0" anchor="ctr"/>
            <a:lstStyle/>
            <a:p>
              <a:endParaRPr lang="en-US"/>
            </a:p>
          </p:txBody>
        </p:sp>
        <p:sp>
          <p:nvSpPr>
            <p:cNvPr id="862" name="Graphic 4">
              <a:extLst>
                <a:ext uri="{FF2B5EF4-FFF2-40B4-BE49-F238E27FC236}">
                  <a16:creationId xmlns:a16="http://schemas.microsoft.com/office/drawing/2014/main" id="{970CE77C-FDBB-0841-85B9-9D582047CA6F}"/>
                </a:ext>
              </a:extLst>
            </p:cNvPr>
            <p:cNvSpPr/>
            <p:nvPr/>
          </p:nvSpPr>
          <p:spPr>
            <a:xfrm>
              <a:off x="6285781" y="4458735"/>
              <a:ext cx="69011" cy="68947"/>
            </a:xfrm>
            <a:custGeom>
              <a:avLst/>
              <a:gdLst>
                <a:gd name="connsiteX0" fmla="*/ 69011 w 69011"/>
                <a:gd name="connsiteY0" fmla="*/ 34474 h 68947"/>
                <a:gd name="connsiteX1" fmla="*/ 34506 w 69011"/>
                <a:gd name="connsiteY1" fmla="*/ 68947 h 68947"/>
                <a:gd name="connsiteX2" fmla="*/ 0 w 69011"/>
                <a:gd name="connsiteY2" fmla="*/ 34474 h 68947"/>
                <a:gd name="connsiteX3" fmla="*/ 34506 w 69011"/>
                <a:gd name="connsiteY3" fmla="*/ 0 h 68947"/>
                <a:gd name="connsiteX4" fmla="*/ 69011 w 69011"/>
                <a:gd name="connsiteY4" fmla="*/ 34474 h 6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011" h="68947">
                  <a:moveTo>
                    <a:pt x="69011" y="34474"/>
                  </a:moveTo>
                  <a:cubicBezTo>
                    <a:pt x="69011" y="53513"/>
                    <a:pt x="53563" y="68947"/>
                    <a:pt x="34506" y="68947"/>
                  </a:cubicBezTo>
                  <a:cubicBezTo>
                    <a:pt x="15448" y="68947"/>
                    <a:pt x="0" y="53513"/>
                    <a:pt x="0" y="34474"/>
                  </a:cubicBezTo>
                  <a:cubicBezTo>
                    <a:pt x="0" y="15434"/>
                    <a:pt x="15448" y="0"/>
                    <a:pt x="34506" y="0"/>
                  </a:cubicBezTo>
                  <a:cubicBezTo>
                    <a:pt x="53563" y="0"/>
                    <a:pt x="69011" y="15434"/>
                    <a:pt x="69011" y="34474"/>
                  </a:cubicBezTo>
                  <a:close/>
                </a:path>
              </a:pathLst>
            </a:custGeom>
            <a:solidFill>
              <a:srgbClr val="00A3E0"/>
            </a:solidFill>
            <a:ln w="6390" cap="flat">
              <a:noFill/>
              <a:prstDash val="solid"/>
              <a:miter/>
            </a:ln>
          </p:spPr>
          <p:txBody>
            <a:bodyPr rtlCol="0" anchor="ctr"/>
            <a:lstStyle/>
            <a:p>
              <a:endParaRPr lang="en-US"/>
            </a:p>
          </p:txBody>
        </p:sp>
        <p:sp>
          <p:nvSpPr>
            <p:cNvPr id="863" name="Graphic 4">
              <a:extLst>
                <a:ext uri="{FF2B5EF4-FFF2-40B4-BE49-F238E27FC236}">
                  <a16:creationId xmlns:a16="http://schemas.microsoft.com/office/drawing/2014/main" id="{51C0CED9-1AE4-D64E-9850-4C119D66732F}"/>
                </a:ext>
              </a:extLst>
            </p:cNvPr>
            <p:cNvSpPr/>
            <p:nvPr/>
          </p:nvSpPr>
          <p:spPr>
            <a:xfrm>
              <a:off x="6146480" y="430871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299688 w 362309"/>
                <a:gd name="connsiteY7" fmla="*/ 241314 h 361971"/>
                <a:gd name="connsiteX8" fmla="*/ 293298 w 362309"/>
                <a:gd name="connsiteY8" fmla="*/ 247698 h 361971"/>
                <a:gd name="connsiteX9" fmla="*/ 258792 w 362309"/>
                <a:gd name="connsiteY9" fmla="*/ 247698 h 361971"/>
                <a:gd name="connsiteX10" fmla="*/ 258792 w 362309"/>
                <a:gd name="connsiteY10" fmla="*/ 248975 h 361971"/>
                <a:gd name="connsiteX11" fmla="*/ 244735 w 362309"/>
                <a:gd name="connsiteY11" fmla="*/ 263020 h 361971"/>
                <a:gd name="connsiteX12" fmla="*/ 102239 w 362309"/>
                <a:gd name="connsiteY12" fmla="*/ 263020 h 361971"/>
                <a:gd name="connsiteX13" fmla="*/ 88181 w 362309"/>
                <a:gd name="connsiteY13" fmla="*/ 248975 h 361971"/>
                <a:gd name="connsiteX14" fmla="*/ 88181 w 362309"/>
                <a:gd name="connsiteY14" fmla="*/ 175560 h 361971"/>
                <a:gd name="connsiteX15" fmla="*/ 164860 w 362309"/>
                <a:gd name="connsiteY15" fmla="*/ 98952 h 361971"/>
                <a:gd name="connsiteX16" fmla="*/ 181474 w 362309"/>
                <a:gd name="connsiteY16" fmla="*/ 98952 h 361971"/>
                <a:gd name="connsiteX17" fmla="*/ 221092 w 362309"/>
                <a:gd name="connsiteY17" fmla="*/ 109805 h 361971"/>
                <a:gd name="connsiteX18" fmla="*/ 228120 w 362309"/>
                <a:gd name="connsiteY18" fmla="*/ 103421 h 361971"/>
                <a:gd name="connsiteX19" fmla="*/ 237067 w 362309"/>
                <a:gd name="connsiteY19" fmla="*/ 100867 h 361971"/>
                <a:gd name="connsiteX20" fmla="*/ 245373 w 362309"/>
                <a:gd name="connsiteY20" fmla="*/ 105336 h 361971"/>
                <a:gd name="connsiteX21" fmla="*/ 261348 w 362309"/>
                <a:gd name="connsiteY21" fmla="*/ 123849 h 361971"/>
                <a:gd name="connsiteX22" fmla="*/ 260070 w 362309"/>
                <a:gd name="connsiteY22" fmla="*/ 141086 h 361971"/>
                <a:gd name="connsiteX23" fmla="*/ 253041 w 362309"/>
                <a:gd name="connsiteY23" fmla="*/ 147470 h 361971"/>
                <a:gd name="connsiteX24" fmla="*/ 258792 w 362309"/>
                <a:gd name="connsiteY24" fmla="*/ 176198 h 361971"/>
                <a:gd name="connsiteX25" fmla="*/ 258792 w 362309"/>
                <a:gd name="connsiteY25" fmla="*/ 235569 h 361971"/>
                <a:gd name="connsiteX26" fmla="*/ 286908 w 362309"/>
                <a:gd name="connsiteY26" fmla="*/ 235569 h 361971"/>
                <a:gd name="connsiteX27" fmla="*/ 286908 w 362309"/>
                <a:gd name="connsiteY27" fmla="*/ 225993 h 361971"/>
                <a:gd name="connsiteX28" fmla="*/ 293298 w 362309"/>
                <a:gd name="connsiteY28" fmla="*/ 219609 h 361971"/>
                <a:gd name="connsiteX29" fmla="*/ 299688 w 362309"/>
                <a:gd name="connsiteY29" fmla="*/ 225993 h 361971"/>
                <a:gd name="connsiteX30" fmla="*/ 299688 w 362309"/>
                <a:gd name="connsiteY30" fmla="*/ 24131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1077"/>
                    <a:pt x="281157" y="0"/>
                    <a:pt x="181474" y="0"/>
                  </a:cubicBezTo>
                  <a:lnTo>
                    <a:pt x="181474" y="0"/>
                  </a:lnTo>
                  <a:close/>
                  <a:moveTo>
                    <a:pt x="299688" y="241314"/>
                  </a:moveTo>
                  <a:cubicBezTo>
                    <a:pt x="299688" y="245145"/>
                    <a:pt x="297132" y="247698"/>
                    <a:pt x="293298" y="247698"/>
                  </a:cubicBezTo>
                  <a:lnTo>
                    <a:pt x="258792" y="247698"/>
                  </a:lnTo>
                  <a:lnTo>
                    <a:pt x="258792" y="248975"/>
                  </a:lnTo>
                  <a:cubicBezTo>
                    <a:pt x="258792" y="256636"/>
                    <a:pt x="252403" y="263020"/>
                    <a:pt x="244735" y="263020"/>
                  </a:cubicBezTo>
                  <a:lnTo>
                    <a:pt x="102239" y="263020"/>
                  </a:lnTo>
                  <a:cubicBezTo>
                    <a:pt x="94571" y="263020"/>
                    <a:pt x="88181" y="256636"/>
                    <a:pt x="88181" y="248975"/>
                  </a:cubicBezTo>
                  <a:lnTo>
                    <a:pt x="88181" y="175560"/>
                  </a:lnTo>
                  <a:cubicBezTo>
                    <a:pt x="88181" y="133425"/>
                    <a:pt x="122686" y="98952"/>
                    <a:pt x="164860" y="98952"/>
                  </a:cubicBezTo>
                  <a:lnTo>
                    <a:pt x="181474" y="98952"/>
                  </a:lnTo>
                  <a:cubicBezTo>
                    <a:pt x="195532" y="98952"/>
                    <a:pt x="208951" y="102782"/>
                    <a:pt x="221092" y="109805"/>
                  </a:cubicBezTo>
                  <a:lnTo>
                    <a:pt x="228120" y="103421"/>
                  </a:lnTo>
                  <a:cubicBezTo>
                    <a:pt x="230677" y="101505"/>
                    <a:pt x="233872" y="100229"/>
                    <a:pt x="237067" y="100867"/>
                  </a:cubicBezTo>
                  <a:cubicBezTo>
                    <a:pt x="240261" y="100867"/>
                    <a:pt x="243456" y="102782"/>
                    <a:pt x="245373" y="105336"/>
                  </a:cubicBezTo>
                  <a:lnTo>
                    <a:pt x="261348" y="123849"/>
                  </a:lnTo>
                  <a:cubicBezTo>
                    <a:pt x="265821" y="128957"/>
                    <a:pt x="265182" y="136617"/>
                    <a:pt x="260070" y="141086"/>
                  </a:cubicBezTo>
                  <a:lnTo>
                    <a:pt x="253041" y="147470"/>
                  </a:lnTo>
                  <a:cubicBezTo>
                    <a:pt x="256875" y="156408"/>
                    <a:pt x="258792" y="166622"/>
                    <a:pt x="258792" y="176198"/>
                  </a:cubicBezTo>
                  <a:lnTo>
                    <a:pt x="258792" y="235569"/>
                  </a:lnTo>
                  <a:lnTo>
                    <a:pt x="286908" y="235569"/>
                  </a:lnTo>
                  <a:lnTo>
                    <a:pt x="286908" y="225993"/>
                  </a:lnTo>
                  <a:cubicBezTo>
                    <a:pt x="286908" y="222163"/>
                    <a:pt x="289464" y="219609"/>
                    <a:pt x="293298" y="219609"/>
                  </a:cubicBezTo>
                  <a:cubicBezTo>
                    <a:pt x="297132" y="219609"/>
                    <a:pt x="299688" y="222163"/>
                    <a:pt x="299688" y="225993"/>
                  </a:cubicBezTo>
                  <a:lnTo>
                    <a:pt x="299688" y="241314"/>
                  </a:lnTo>
                  <a:close/>
                </a:path>
              </a:pathLst>
            </a:custGeom>
            <a:solidFill>
              <a:srgbClr val="00A3E0"/>
            </a:solidFill>
            <a:ln w="6390" cap="flat">
              <a:noFill/>
              <a:prstDash val="solid"/>
              <a:miter/>
            </a:ln>
          </p:spPr>
          <p:txBody>
            <a:bodyPr rtlCol="0" anchor="ctr"/>
            <a:lstStyle/>
            <a:p>
              <a:endParaRPr lang="en-US"/>
            </a:p>
          </p:txBody>
        </p:sp>
      </p:grpSp>
      <p:grpSp>
        <p:nvGrpSpPr>
          <p:cNvPr id="864" name="Graphic 4">
            <a:extLst>
              <a:ext uri="{FF2B5EF4-FFF2-40B4-BE49-F238E27FC236}">
                <a16:creationId xmlns:a16="http://schemas.microsoft.com/office/drawing/2014/main" id="{23292E69-5927-264A-A736-EA78AE165B2D}"/>
              </a:ext>
            </a:extLst>
          </p:cNvPr>
          <p:cNvGrpSpPr>
            <a:grpSpLocks noChangeAspect="1"/>
          </p:cNvGrpSpPr>
          <p:nvPr/>
        </p:nvGrpSpPr>
        <p:grpSpPr>
          <a:xfrm>
            <a:off x="7191874" y="918179"/>
            <a:ext cx="362312" cy="361971"/>
            <a:chOff x="7191874" y="918179"/>
            <a:chExt cx="362312" cy="361971"/>
          </a:xfrm>
          <a:solidFill>
            <a:srgbClr val="00A3E0"/>
          </a:solidFill>
        </p:grpSpPr>
        <p:sp>
          <p:nvSpPr>
            <p:cNvPr id="865" name="Graphic 4">
              <a:extLst>
                <a:ext uri="{FF2B5EF4-FFF2-40B4-BE49-F238E27FC236}">
                  <a16:creationId xmlns:a16="http://schemas.microsoft.com/office/drawing/2014/main" id="{41E49411-2E32-2748-804B-8235313D1448}"/>
                </a:ext>
              </a:extLst>
            </p:cNvPr>
            <p:cNvSpPr/>
            <p:nvPr/>
          </p:nvSpPr>
          <p:spPr>
            <a:xfrm>
              <a:off x="7339481" y="1044582"/>
              <a:ext cx="8946" cy="14044"/>
            </a:xfrm>
            <a:custGeom>
              <a:avLst/>
              <a:gdLst>
                <a:gd name="connsiteX0" fmla="*/ 8946 w 8946"/>
                <a:gd name="connsiteY0" fmla="*/ 8938 h 14044"/>
                <a:gd name="connsiteX1" fmla="*/ 2556 w 8946"/>
                <a:gd name="connsiteY1" fmla="*/ 0 h 14044"/>
                <a:gd name="connsiteX2" fmla="*/ 0 w 8946"/>
                <a:gd name="connsiteY2" fmla="*/ 14045 h 14044"/>
              </a:gdLst>
              <a:ahLst/>
              <a:cxnLst>
                <a:cxn ang="0">
                  <a:pos x="connsiteX0" y="connsiteY0"/>
                </a:cxn>
                <a:cxn ang="0">
                  <a:pos x="connsiteX1" y="connsiteY1"/>
                </a:cxn>
                <a:cxn ang="0">
                  <a:pos x="connsiteX2" y="connsiteY2"/>
                </a:cxn>
              </a:cxnLst>
              <a:rect l="l" t="t" r="r" b="b"/>
              <a:pathLst>
                <a:path w="8946" h="14044">
                  <a:moveTo>
                    <a:pt x="8946" y="8938"/>
                  </a:moveTo>
                  <a:lnTo>
                    <a:pt x="2556" y="0"/>
                  </a:lnTo>
                  <a:lnTo>
                    <a:pt x="0" y="14045"/>
                  </a:lnTo>
                  <a:close/>
                </a:path>
              </a:pathLst>
            </a:custGeom>
            <a:solidFill>
              <a:srgbClr val="00A3E0"/>
            </a:solidFill>
            <a:ln w="6390" cap="flat">
              <a:noFill/>
              <a:prstDash val="solid"/>
              <a:miter/>
            </a:ln>
          </p:spPr>
          <p:txBody>
            <a:bodyPr rtlCol="0" anchor="ctr"/>
            <a:lstStyle/>
            <a:p>
              <a:endParaRPr lang="en-US"/>
            </a:p>
          </p:txBody>
        </p:sp>
        <p:sp>
          <p:nvSpPr>
            <p:cNvPr id="866" name="Graphic 4">
              <a:extLst>
                <a:ext uri="{FF2B5EF4-FFF2-40B4-BE49-F238E27FC236}">
                  <a16:creationId xmlns:a16="http://schemas.microsoft.com/office/drawing/2014/main" id="{09F94028-D788-FF4C-990A-B3E045146F87}"/>
                </a:ext>
              </a:extLst>
            </p:cNvPr>
            <p:cNvSpPr/>
            <p:nvPr/>
          </p:nvSpPr>
          <p:spPr>
            <a:xfrm>
              <a:off x="7324785" y="1022876"/>
              <a:ext cx="4472" cy="7022"/>
            </a:xfrm>
            <a:custGeom>
              <a:avLst/>
              <a:gdLst>
                <a:gd name="connsiteX0" fmla="*/ 1278 w 4472"/>
                <a:gd name="connsiteY0" fmla="*/ 0 h 7022"/>
                <a:gd name="connsiteX1" fmla="*/ 0 w 4472"/>
                <a:gd name="connsiteY1" fmla="*/ 7022 h 7022"/>
                <a:gd name="connsiteX2" fmla="*/ 4473 w 4472"/>
                <a:gd name="connsiteY2" fmla="*/ 4469 h 7022"/>
              </a:gdLst>
              <a:ahLst/>
              <a:cxnLst>
                <a:cxn ang="0">
                  <a:pos x="connsiteX0" y="connsiteY0"/>
                </a:cxn>
                <a:cxn ang="0">
                  <a:pos x="connsiteX1" y="connsiteY1"/>
                </a:cxn>
                <a:cxn ang="0">
                  <a:pos x="connsiteX2" y="connsiteY2"/>
                </a:cxn>
              </a:cxnLst>
              <a:rect l="l" t="t" r="r" b="b"/>
              <a:pathLst>
                <a:path w="4472" h="7022">
                  <a:moveTo>
                    <a:pt x="1278" y="0"/>
                  </a:moveTo>
                  <a:lnTo>
                    <a:pt x="0" y="7022"/>
                  </a:lnTo>
                  <a:lnTo>
                    <a:pt x="4473" y="4469"/>
                  </a:lnTo>
                  <a:close/>
                </a:path>
              </a:pathLst>
            </a:custGeom>
            <a:solidFill>
              <a:srgbClr val="00A3E0"/>
            </a:solidFill>
            <a:ln w="6390" cap="flat">
              <a:noFill/>
              <a:prstDash val="solid"/>
              <a:miter/>
            </a:ln>
          </p:spPr>
          <p:txBody>
            <a:bodyPr rtlCol="0" anchor="ctr"/>
            <a:lstStyle/>
            <a:p>
              <a:endParaRPr lang="en-US"/>
            </a:p>
          </p:txBody>
        </p:sp>
        <p:sp>
          <p:nvSpPr>
            <p:cNvPr id="867" name="Graphic 4">
              <a:extLst>
                <a:ext uri="{FF2B5EF4-FFF2-40B4-BE49-F238E27FC236}">
                  <a16:creationId xmlns:a16="http://schemas.microsoft.com/office/drawing/2014/main" id="{DED67761-BE52-6840-BF91-C85606A2E8D6}"/>
                </a:ext>
              </a:extLst>
            </p:cNvPr>
            <p:cNvSpPr/>
            <p:nvPr/>
          </p:nvSpPr>
          <p:spPr>
            <a:xfrm>
              <a:off x="7371431" y="1095653"/>
              <a:ext cx="15974" cy="21067"/>
            </a:xfrm>
            <a:custGeom>
              <a:avLst/>
              <a:gdLst>
                <a:gd name="connsiteX0" fmla="*/ 7668 w 15974"/>
                <a:gd name="connsiteY0" fmla="*/ 0 h 21067"/>
                <a:gd name="connsiteX1" fmla="*/ 0 w 15974"/>
                <a:gd name="connsiteY1" fmla="*/ 21067 h 21067"/>
                <a:gd name="connsiteX2" fmla="*/ 15975 w 15974"/>
                <a:gd name="connsiteY2" fmla="*/ 11491 h 21067"/>
              </a:gdLst>
              <a:ahLst/>
              <a:cxnLst>
                <a:cxn ang="0">
                  <a:pos x="connsiteX0" y="connsiteY0"/>
                </a:cxn>
                <a:cxn ang="0">
                  <a:pos x="connsiteX1" y="connsiteY1"/>
                </a:cxn>
                <a:cxn ang="0">
                  <a:pos x="connsiteX2" y="connsiteY2"/>
                </a:cxn>
              </a:cxnLst>
              <a:rect l="l" t="t" r="r" b="b"/>
              <a:pathLst>
                <a:path w="15974" h="21067">
                  <a:moveTo>
                    <a:pt x="7668" y="0"/>
                  </a:moveTo>
                  <a:lnTo>
                    <a:pt x="0" y="21067"/>
                  </a:lnTo>
                  <a:lnTo>
                    <a:pt x="15975" y="11491"/>
                  </a:lnTo>
                  <a:close/>
                </a:path>
              </a:pathLst>
            </a:custGeom>
            <a:solidFill>
              <a:srgbClr val="00A3E0"/>
            </a:solidFill>
            <a:ln w="6390" cap="flat">
              <a:noFill/>
              <a:prstDash val="solid"/>
              <a:miter/>
            </a:ln>
          </p:spPr>
          <p:txBody>
            <a:bodyPr rtlCol="0" anchor="ctr"/>
            <a:lstStyle/>
            <a:p>
              <a:endParaRPr lang="en-US"/>
            </a:p>
          </p:txBody>
        </p:sp>
        <p:sp>
          <p:nvSpPr>
            <p:cNvPr id="868" name="Graphic 4">
              <a:extLst>
                <a:ext uri="{FF2B5EF4-FFF2-40B4-BE49-F238E27FC236}">
                  <a16:creationId xmlns:a16="http://schemas.microsoft.com/office/drawing/2014/main" id="{D2564915-C305-954B-B3B5-233E856658B2}"/>
                </a:ext>
              </a:extLst>
            </p:cNvPr>
            <p:cNvSpPr/>
            <p:nvPr/>
          </p:nvSpPr>
          <p:spPr>
            <a:xfrm>
              <a:off x="7355456" y="1069479"/>
              <a:ext cx="12141" cy="17875"/>
            </a:xfrm>
            <a:custGeom>
              <a:avLst/>
              <a:gdLst>
                <a:gd name="connsiteX0" fmla="*/ 4473 w 12141"/>
                <a:gd name="connsiteY0" fmla="*/ 0 h 17875"/>
                <a:gd name="connsiteX1" fmla="*/ 0 w 12141"/>
                <a:gd name="connsiteY1" fmla="*/ 17875 h 17875"/>
                <a:gd name="connsiteX2" fmla="*/ 12141 w 12141"/>
                <a:gd name="connsiteY2" fmla="*/ 10853 h 17875"/>
              </a:gdLst>
              <a:ahLst/>
              <a:cxnLst>
                <a:cxn ang="0">
                  <a:pos x="connsiteX0" y="connsiteY0"/>
                </a:cxn>
                <a:cxn ang="0">
                  <a:pos x="connsiteX1" y="connsiteY1"/>
                </a:cxn>
                <a:cxn ang="0">
                  <a:pos x="connsiteX2" y="connsiteY2"/>
                </a:cxn>
              </a:cxnLst>
              <a:rect l="l" t="t" r="r" b="b"/>
              <a:pathLst>
                <a:path w="12141" h="17875">
                  <a:moveTo>
                    <a:pt x="4473" y="0"/>
                  </a:moveTo>
                  <a:lnTo>
                    <a:pt x="0" y="17875"/>
                  </a:lnTo>
                  <a:lnTo>
                    <a:pt x="12141" y="10853"/>
                  </a:lnTo>
                  <a:close/>
                </a:path>
              </a:pathLst>
            </a:custGeom>
            <a:solidFill>
              <a:srgbClr val="00A3E0"/>
            </a:solidFill>
            <a:ln w="6390" cap="flat">
              <a:noFill/>
              <a:prstDash val="solid"/>
              <a:miter/>
            </a:ln>
          </p:spPr>
          <p:txBody>
            <a:bodyPr rtlCol="0" anchor="ctr"/>
            <a:lstStyle/>
            <a:p>
              <a:endParaRPr lang="en-US"/>
            </a:p>
          </p:txBody>
        </p:sp>
        <p:sp>
          <p:nvSpPr>
            <p:cNvPr id="869" name="Graphic 4">
              <a:extLst>
                <a:ext uri="{FF2B5EF4-FFF2-40B4-BE49-F238E27FC236}">
                  <a16:creationId xmlns:a16="http://schemas.microsoft.com/office/drawing/2014/main" id="{D2E2433B-D219-3B47-AD4E-CEE0B63AF827}"/>
                </a:ext>
              </a:extLst>
            </p:cNvPr>
            <p:cNvSpPr/>
            <p:nvPr/>
          </p:nvSpPr>
          <p:spPr>
            <a:xfrm>
              <a:off x="7279416" y="1125020"/>
              <a:ext cx="47924" cy="47879"/>
            </a:xfrm>
            <a:custGeom>
              <a:avLst/>
              <a:gdLst>
                <a:gd name="connsiteX0" fmla="*/ 23643 w 47924"/>
                <a:gd name="connsiteY0" fmla="*/ 0 h 47879"/>
                <a:gd name="connsiteX1" fmla="*/ 23643 w 47924"/>
                <a:gd name="connsiteY1" fmla="*/ 0 h 47879"/>
                <a:gd name="connsiteX2" fmla="*/ 0 w 47924"/>
                <a:gd name="connsiteY2" fmla="*/ 24259 h 47879"/>
                <a:gd name="connsiteX3" fmla="*/ 24282 w 47924"/>
                <a:gd name="connsiteY3" fmla="*/ 47880 h 47879"/>
                <a:gd name="connsiteX4" fmla="*/ 47925 w 47924"/>
                <a:gd name="connsiteY4" fmla="*/ 23621 h 47879"/>
                <a:gd name="connsiteX5" fmla="*/ 23643 w 47924"/>
                <a:gd name="connsiteY5" fmla="*/ 0 h 47879"/>
                <a:gd name="connsiteX6" fmla="*/ 23643 w 47924"/>
                <a:gd name="connsiteY6" fmla="*/ 0 h 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24" h="47879">
                  <a:moveTo>
                    <a:pt x="23643" y="0"/>
                  </a:moveTo>
                  <a:lnTo>
                    <a:pt x="23643" y="0"/>
                  </a:lnTo>
                  <a:cubicBezTo>
                    <a:pt x="10225" y="0"/>
                    <a:pt x="0" y="10853"/>
                    <a:pt x="0" y="24259"/>
                  </a:cubicBezTo>
                  <a:cubicBezTo>
                    <a:pt x="0" y="37665"/>
                    <a:pt x="10863" y="47880"/>
                    <a:pt x="24282" y="47880"/>
                  </a:cubicBezTo>
                  <a:cubicBezTo>
                    <a:pt x="37701" y="47880"/>
                    <a:pt x="47925" y="37027"/>
                    <a:pt x="47925" y="23621"/>
                  </a:cubicBezTo>
                  <a:cubicBezTo>
                    <a:pt x="47286" y="10853"/>
                    <a:pt x="37062" y="638"/>
                    <a:pt x="23643" y="0"/>
                  </a:cubicBezTo>
                  <a:lnTo>
                    <a:pt x="23643" y="0"/>
                  </a:lnTo>
                  <a:close/>
                </a:path>
              </a:pathLst>
            </a:custGeom>
            <a:solidFill>
              <a:srgbClr val="00A3E0"/>
            </a:solidFill>
            <a:ln w="6390" cap="flat">
              <a:noFill/>
              <a:prstDash val="solid"/>
              <a:miter/>
            </a:ln>
          </p:spPr>
          <p:txBody>
            <a:bodyPr rtlCol="0" anchor="ctr"/>
            <a:lstStyle/>
            <a:p>
              <a:endParaRPr lang="en-US"/>
            </a:p>
          </p:txBody>
        </p:sp>
        <p:sp>
          <p:nvSpPr>
            <p:cNvPr id="870" name="Graphic 4">
              <a:extLst>
                <a:ext uri="{FF2B5EF4-FFF2-40B4-BE49-F238E27FC236}">
                  <a16:creationId xmlns:a16="http://schemas.microsoft.com/office/drawing/2014/main" id="{55F4711D-3638-3647-B42C-11DA85A2C1E5}"/>
                </a:ext>
              </a:extLst>
            </p:cNvPr>
            <p:cNvSpPr/>
            <p:nvPr/>
          </p:nvSpPr>
          <p:spPr>
            <a:xfrm>
              <a:off x="7306893" y="1006278"/>
              <a:ext cx="8946" cy="16598"/>
            </a:xfrm>
            <a:custGeom>
              <a:avLst/>
              <a:gdLst>
                <a:gd name="connsiteX0" fmla="*/ 8946 w 8946"/>
                <a:gd name="connsiteY0" fmla="*/ 1915 h 16598"/>
                <a:gd name="connsiteX1" fmla="*/ 7668 w 8946"/>
                <a:gd name="connsiteY1" fmla="*/ 0 h 16598"/>
                <a:gd name="connsiteX2" fmla="*/ 0 w 8946"/>
                <a:gd name="connsiteY2" fmla="*/ 5107 h 16598"/>
                <a:gd name="connsiteX3" fmla="*/ 5751 w 8946"/>
                <a:gd name="connsiteY3" fmla="*/ 16598 h 16598"/>
              </a:gdLst>
              <a:ahLst/>
              <a:cxnLst>
                <a:cxn ang="0">
                  <a:pos x="connsiteX0" y="connsiteY0"/>
                </a:cxn>
                <a:cxn ang="0">
                  <a:pos x="connsiteX1" y="connsiteY1"/>
                </a:cxn>
                <a:cxn ang="0">
                  <a:pos x="connsiteX2" y="connsiteY2"/>
                </a:cxn>
                <a:cxn ang="0">
                  <a:pos x="connsiteX3" y="connsiteY3"/>
                </a:cxn>
              </a:cxnLst>
              <a:rect l="l" t="t" r="r" b="b"/>
              <a:pathLst>
                <a:path w="8946" h="16598">
                  <a:moveTo>
                    <a:pt x="8946" y="1915"/>
                  </a:moveTo>
                  <a:lnTo>
                    <a:pt x="7668" y="0"/>
                  </a:lnTo>
                  <a:lnTo>
                    <a:pt x="0" y="5107"/>
                  </a:lnTo>
                  <a:lnTo>
                    <a:pt x="5751" y="16598"/>
                  </a:lnTo>
                  <a:close/>
                </a:path>
              </a:pathLst>
            </a:custGeom>
            <a:solidFill>
              <a:srgbClr val="00A3E0"/>
            </a:solidFill>
            <a:ln w="6390" cap="flat">
              <a:noFill/>
              <a:prstDash val="solid"/>
              <a:miter/>
            </a:ln>
          </p:spPr>
          <p:txBody>
            <a:bodyPr rtlCol="0" anchor="ctr"/>
            <a:lstStyle/>
            <a:p>
              <a:endParaRPr lang="en-US"/>
            </a:p>
          </p:txBody>
        </p:sp>
        <p:sp>
          <p:nvSpPr>
            <p:cNvPr id="871" name="Graphic 4">
              <a:extLst>
                <a:ext uri="{FF2B5EF4-FFF2-40B4-BE49-F238E27FC236}">
                  <a16:creationId xmlns:a16="http://schemas.microsoft.com/office/drawing/2014/main" id="{8B492113-B60C-674B-A8E7-4C8B0BAB7FB4}"/>
                </a:ext>
              </a:extLst>
            </p:cNvPr>
            <p:cNvSpPr/>
            <p:nvPr/>
          </p:nvSpPr>
          <p:spPr>
            <a:xfrm>
              <a:off x="7353539" y="1096292"/>
              <a:ext cx="11501" cy="17875"/>
            </a:xfrm>
            <a:custGeom>
              <a:avLst/>
              <a:gdLst>
                <a:gd name="connsiteX0" fmla="*/ 5111 w 11501"/>
                <a:gd name="connsiteY0" fmla="*/ 17875 h 17875"/>
                <a:gd name="connsiteX1" fmla="*/ 11501 w 11501"/>
                <a:gd name="connsiteY1" fmla="*/ 0 h 17875"/>
                <a:gd name="connsiteX2" fmla="*/ 0 w 11501"/>
                <a:gd name="connsiteY2" fmla="*/ 7022 h 17875"/>
              </a:gdLst>
              <a:ahLst/>
              <a:cxnLst>
                <a:cxn ang="0">
                  <a:pos x="connsiteX0" y="connsiteY0"/>
                </a:cxn>
                <a:cxn ang="0">
                  <a:pos x="connsiteX1" y="connsiteY1"/>
                </a:cxn>
                <a:cxn ang="0">
                  <a:pos x="connsiteX2" y="connsiteY2"/>
                </a:cxn>
              </a:cxnLst>
              <a:rect l="l" t="t" r="r" b="b"/>
              <a:pathLst>
                <a:path w="11501" h="17875">
                  <a:moveTo>
                    <a:pt x="5111" y="17875"/>
                  </a:moveTo>
                  <a:lnTo>
                    <a:pt x="11501" y="0"/>
                  </a:lnTo>
                  <a:lnTo>
                    <a:pt x="0" y="7022"/>
                  </a:lnTo>
                  <a:close/>
                </a:path>
              </a:pathLst>
            </a:custGeom>
            <a:solidFill>
              <a:srgbClr val="00A3E0"/>
            </a:solidFill>
            <a:ln w="6390" cap="flat">
              <a:noFill/>
              <a:prstDash val="solid"/>
              <a:miter/>
            </a:ln>
          </p:spPr>
          <p:txBody>
            <a:bodyPr rtlCol="0" anchor="ctr"/>
            <a:lstStyle/>
            <a:p>
              <a:endParaRPr lang="en-US"/>
            </a:p>
          </p:txBody>
        </p:sp>
        <p:sp>
          <p:nvSpPr>
            <p:cNvPr id="872" name="Graphic 4">
              <a:extLst>
                <a:ext uri="{FF2B5EF4-FFF2-40B4-BE49-F238E27FC236}">
                  <a16:creationId xmlns:a16="http://schemas.microsoft.com/office/drawing/2014/main" id="{2F95AAA0-2EBF-2D48-B17A-650E99F3CC71}"/>
                </a:ext>
              </a:extLst>
            </p:cNvPr>
            <p:cNvSpPr/>
            <p:nvPr/>
          </p:nvSpPr>
          <p:spPr>
            <a:xfrm>
              <a:off x="7324145" y="1042028"/>
              <a:ext cx="5751" cy="10214"/>
            </a:xfrm>
            <a:custGeom>
              <a:avLst/>
              <a:gdLst>
                <a:gd name="connsiteX0" fmla="*/ 0 w 5751"/>
                <a:gd name="connsiteY0" fmla="*/ 3192 h 10214"/>
                <a:gd name="connsiteX1" fmla="*/ 3195 w 5751"/>
                <a:gd name="connsiteY1" fmla="*/ 10214 h 10214"/>
                <a:gd name="connsiteX2" fmla="*/ 5751 w 5751"/>
                <a:gd name="connsiteY2" fmla="*/ 0 h 10214"/>
              </a:gdLst>
              <a:ahLst/>
              <a:cxnLst>
                <a:cxn ang="0">
                  <a:pos x="connsiteX0" y="connsiteY0"/>
                </a:cxn>
                <a:cxn ang="0">
                  <a:pos x="connsiteX1" y="connsiteY1"/>
                </a:cxn>
                <a:cxn ang="0">
                  <a:pos x="connsiteX2" y="connsiteY2"/>
                </a:cxn>
              </a:cxnLst>
              <a:rect l="l" t="t" r="r" b="b"/>
              <a:pathLst>
                <a:path w="5751" h="10214">
                  <a:moveTo>
                    <a:pt x="0" y="3192"/>
                  </a:moveTo>
                  <a:lnTo>
                    <a:pt x="3195" y="10214"/>
                  </a:lnTo>
                  <a:lnTo>
                    <a:pt x="5751" y="0"/>
                  </a:lnTo>
                  <a:close/>
                </a:path>
              </a:pathLst>
            </a:custGeom>
            <a:solidFill>
              <a:srgbClr val="00A3E0"/>
            </a:solidFill>
            <a:ln w="6390" cap="flat">
              <a:noFill/>
              <a:prstDash val="solid"/>
              <a:miter/>
            </a:ln>
          </p:spPr>
          <p:txBody>
            <a:bodyPr rtlCol="0" anchor="ctr"/>
            <a:lstStyle/>
            <a:p>
              <a:endParaRPr lang="en-US"/>
            </a:p>
          </p:txBody>
        </p:sp>
        <p:sp>
          <p:nvSpPr>
            <p:cNvPr id="873" name="Graphic 4">
              <a:extLst>
                <a:ext uri="{FF2B5EF4-FFF2-40B4-BE49-F238E27FC236}">
                  <a16:creationId xmlns:a16="http://schemas.microsoft.com/office/drawing/2014/main" id="{49987061-9360-694D-B750-1172B0C9847D}"/>
                </a:ext>
              </a:extLst>
            </p:cNvPr>
            <p:cNvSpPr/>
            <p:nvPr/>
          </p:nvSpPr>
          <p:spPr>
            <a:xfrm>
              <a:off x="7338203" y="1068841"/>
              <a:ext cx="8946" cy="14683"/>
            </a:xfrm>
            <a:custGeom>
              <a:avLst/>
              <a:gdLst>
                <a:gd name="connsiteX0" fmla="*/ 0 w 8946"/>
                <a:gd name="connsiteY0" fmla="*/ 5107 h 14683"/>
                <a:gd name="connsiteX1" fmla="*/ 5111 w 8946"/>
                <a:gd name="connsiteY1" fmla="*/ 14683 h 14683"/>
                <a:gd name="connsiteX2" fmla="*/ 8946 w 8946"/>
                <a:gd name="connsiteY2" fmla="*/ 0 h 14683"/>
              </a:gdLst>
              <a:ahLst/>
              <a:cxnLst>
                <a:cxn ang="0">
                  <a:pos x="connsiteX0" y="connsiteY0"/>
                </a:cxn>
                <a:cxn ang="0">
                  <a:pos x="connsiteX1" y="connsiteY1"/>
                </a:cxn>
                <a:cxn ang="0">
                  <a:pos x="connsiteX2" y="connsiteY2"/>
                </a:cxn>
              </a:cxnLst>
              <a:rect l="l" t="t" r="r" b="b"/>
              <a:pathLst>
                <a:path w="8946" h="14683">
                  <a:moveTo>
                    <a:pt x="0" y="5107"/>
                  </a:moveTo>
                  <a:lnTo>
                    <a:pt x="5111" y="14683"/>
                  </a:lnTo>
                  <a:lnTo>
                    <a:pt x="8946" y="0"/>
                  </a:lnTo>
                  <a:close/>
                </a:path>
              </a:pathLst>
            </a:custGeom>
            <a:solidFill>
              <a:srgbClr val="00A3E0"/>
            </a:solidFill>
            <a:ln w="6390" cap="flat">
              <a:noFill/>
              <a:prstDash val="solid"/>
              <a:miter/>
            </a:ln>
          </p:spPr>
          <p:txBody>
            <a:bodyPr rtlCol="0" anchor="ctr"/>
            <a:lstStyle/>
            <a:p>
              <a:endParaRPr lang="en-US"/>
            </a:p>
          </p:txBody>
        </p:sp>
        <p:sp>
          <p:nvSpPr>
            <p:cNvPr id="874" name="Graphic 4">
              <a:extLst>
                <a:ext uri="{FF2B5EF4-FFF2-40B4-BE49-F238E27FC236}">
                  <a16:creationId xmlns:a16="http://schemas.microsoft.com/office/drawing/2014/main" id="{14FDFD7D-600A-EE49-93F8-7C98864BF194}"/>
                </a:ext>
              </a:extLst>
            </p:cNvPr>
            <p:cNvSpPr/>
            <p:nvPr/>
          </p:nvSpPr>
          <p:spPr>
            <a:xfrm>
              <a:off x="7359885" y="1165239"/>
              <a:ext cx="107438" cy="28727"/>
            </a:xfrm>
            <a:custGeom>
              <a:avLst/>
              <a:gdLst>
                <a:gd name="connsiteX0" fmla="*/ 93976 w 107438"/>
                <a:gd name="connsiteY0" fmla="*/ 0 h 28727"/>
                <a:gd name="connsiteX1" fmla="*/ 13463 w 107438"/>
                <a:gd name="connsiteY1" fmla="*/ 0 h 28727"/>
                <a:gd name="connsiteX2" fmla="*/ 44 w 107438"/>
                <a:gd name="connsiteY2" fmla="*/ 15322 h 28727"/>
                <a:gd name="connsiteX3" fmla="*/ 13463 w 107438"/>
                <a:gd name="connsiteY3" fmla="*/ 28728 h 28727"/>
                <a:gd name="connsiteX4" fmla="*/ 93976 w 107438"/>
                <a:gd name="connsiteY4" fmla="*/ 28728 h 28727"/>
                <a:gd name="connsiteX5" fmla="*/ 107395 w 107438"/>
                <a:gd name="connsiteY5" fmla="*/ 13406 h 28727"/>
                <a:gd name="connsiteX6" fmla="*/ 93976 w 107438"/>
                <a:gd name="connsiteY6" fmla="*/ 0 h 28727"/>
                <a:gd name="connsiteX7" fmla="*/ 88864 w 107438"/>
                <a:gd name="connsiteY7" fmla="*/ 21067 h 28727"/>
                <a:gd name="connsiteX8" fmla="*/ 88864 w 107438"/>
                <a:gd name="connsiteY8" fmla="*/ 21067 h 28727"/>
                <a:gd name="connsiteX9" fmla="*/ 18574 w 107438"/>
                <a:gd name="connsiteY9" fmla="*/ 20429 h 28727"/>
                <a:gd name="connsiteX10" fmla="*/ 12184 w 107438"/>
                <a:gd name="connsiteY10" fmla="*/ 14045 h 28727"/>
                <a:gd name="connsiteX11" fmla="*/ 18574 w 107438"/>
                <a:gd name="connsiteY11" fmla="*/ 7661 h 28727"/>
                <a:gd name="connsiteX12" fmla="*/ 88864 w 107438"/>
                <a:gd name="connsiteY12" fmla="*/ 8299 h 28727"/>
                <a:gd name="connsiteX13" fmla="*/ 95254 w 107438"/>
                <a:gd name="connsiteY13" fmla="*/ 14683 h 28727"/>
                <a:gd name="connsiteX14" fmla="*/ 88864 w 107438"/>
                <a:gd name="connsiteY14" fmla="*/ 21067 h 28727"/>
                <a:gd name="connsiteX15" fmla="*/ 88864 w 107438"/>
                <a:gd name="connsiteY15" fmla="*/ 21067 h 28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438" h="28727">
                  <a:moveTo>
                    <a:pt x="93976" y="0"/>
                  </a:moveTo>
                  <a:lnTo>
                    <a:pt x="13463" y="0"/>
                  </a:lnTo>
                  <a:cubicBezTo>
                    <a:pt x="5795" y="638"/>
                    <a:pt x="-595" y="7661"/>
                    <a:pt x="44" y="15322"/>
                  </a:cubicBezTo>
                  <a:cubicBezTo>
                    <a:pt x="683" y="22344"/>
                    <a:pt x="6434" y="28090"/>
                    <a:pt x="13463" y="28728"/>
                  </a:cubicBezTo>
                  <a:lnTo>
                    <a:pt x="93976" y="28728"/>
                  </a:lnTo>
                  <a:cubicBezTo>
                    <a:pt x="101644" y="28090"/>
                    <a:pt x="108034" y="21067"/>
                    <a:pt x="107395" y="13406"/>
                  </a:cubicBezTo>
                  <a:cubicBezTo>
                    <a:pt x="106756" y="6384"/>
                    <a:pt x="101005" y="638"/>
                    <a:pt x="93976" y="0"/>
                  </a:cubicBezTo>
                  <a:close/>
                  <a:moveTo>
                    <a:pt x="88864" y="21067"/>
                  </a:moveTo>
                  <a:lnTo>
                    <a:pt x="88864" y="21067"/>
                  </a:lnTo>
                  <a:lnTo>
                    <a:pt x="18574" y="20429"/>
                  </a:lnTo>
                  <a:cubicBezTo>
                    <a:pt x="14741" y="20429"/>
                    <a:pt x="12184" y="17875"/>
                    <a:pt x="12184" y="14045"/>
                  </a:cubicBezTo>
                  <a:cubicBezTo>
                    <a:pt x="12184" y="10214"/>
                    <a:pt x="14741" y="7661"/>
                    <a:pt x="18574" y="7661"/>
                  </a:cubicBezTo>
                  <a:lnTo>
                    <a:pt x="88864" y="8299"/>
                  </a:lnTo>
                  <a:cubicBezTo>
                    <a:pt x="92698" y="8299"/>
                    <a:pt x="95254" y="10853"/>
                    <a:pt x="95254" y="14683"/>
                  </a:cubicBezTo>
                  <a:cubicBezTo>
                    <a:pt x="95254" y="17875"/>
                    <a:pt x="92059" y="20429"/>
                    <a:pt x="88864" y="21067"/>
                  </a:cubicBezTo>
                  <a:lnTo>
                    <a:pt x="88864" y="21067"/>
                  </a:lnTo>
                  <a:close/>
                </a:path>
              </a:pathLst>
            </a:custGeom>
            <a:solidFill>
              <a:srgbClr val="00A3E0"/>
            </a:solidFill>
            <a:ln w="6390" cap="flat">
              <a:noFill/>
              <a:prstDash val="solid"/>
              <a:miter/>
            </a:ln>
          </p:spPr>
          <p:txBody>
            <a:bodyPr rtlCol="0" anchor="ctr"/>
            <a:lstStyle/>
            <a:p>
              <a:endParaRPr lang="en-US"/>
            </a:p>
          </p:txBody>
        </p:sp>
        <p:sp>
          <p:nvSpPr>
            <p:cNvPr id="875" name="Graphic 4">
              <a:extLst>
                <a:ext uri="{FF2B5EF4-FFF2-40B4-BE49-F238E27FC236}">
                  <a16:creationId xmlns:a16="http://schemas.microsoft.com/office/drawing/2014/main" id="{980E025A-1ED1-6C48-BBFD-E0605D8CB625}"/>
                </a:ext>
              </a:extLst>
            </p:cNvPr>
            <p:cNvSpPr/>
            <p:nvPr/>
          </p:nvSpPr>
          <p:spPr>
            <a:xfrm>
              <a:off x="7191874" y="918179"/>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61987 w 362312"/>
                <a:gd name="connsiteY6" fmla="*/ 288556 h 361971"/>
                <a:gd name="connsiteX7" fmla="*/ 181474 w 362312"/>
                <a:gd name="connsiteY7" fmla="*/ 288556 h 361971"/>
                <a:gd name="connsiteX8" fmla="*/ 155915 w 362312"/>
                <a:gd name="connsiteY8" fmla="*/ 259828 h 361971"/>
                <a:gd name="connsiteX9" fmla="*/ 181474 w 362312"/>
                <a:gd name="connsiteY9" fmla="*/ 234292 h 361971"/>
                <a:gd name="connsiteX10" fmla="*/ 201922 w 362312"/>
                <a:gd name="connsiteY10" fmla="*/ 234292 h 361971"/>
                <a:gd name="connsiteX11" fmla="*/ 201922 w 362312"/>
                <a:gd name="connsiteY11" fmla="*/ 229185 h 361971"/>
                <a:gd name="connsiteX12" fmla="*/ 173167 w 362312"/>
                <a:gd name="connsiteY12" fmla="*/ 229185 h 361971"/>
                <a:gd name="connsiteX13" fmla="*/ 167416 w 362312"/>
                <a:gd name="connsiteY13" fmla="*/ 225355 h 361971"/>
                <a:gd name="connsiteX14" fmla="*/ 117575 w 362312"/>
                <a:gd name="connsiteY14" fmla="*/ 125126 h 361971"/>
                <a:gd name="connsiteX15" fmla="*/ 117575 w 362312"/>
                <a:gd name="connsiteY15" fmla="*/ 194073 h 361971"/>
                <a:gd name="connsiteX16" fmla="*/ 146969 w 362312"/>
                <a:gd name="connsiteY16" fmla="*/ 236207 h 361971"/>
                <a:gd name="connsiteX17" fmla="*/ 104795 w 362312"/>
                <a:gd name="connsiteY17" fmla="*/ 265574 h 361971"/>
                <a:gd name="connsiteX18" fmla="*/ 75402 w 362312"/>
                <a:gd name="connsiteY18" fmla="*/ 223439 h 361971"/>
                <a:gd name="connsiteX19" fmla="*/ 104795 w 362312"/>
                <a:gd name="connsiteY19" fmla="*/ 194073 h 361971"/>
                <a:gd name="connsiteX20" fmla="*/ 104795 w 362312"/>
                <a:gd name="connsiteY20" fmla="*/ 99590 h 361971"/>
                <a:gd name="connsiteX21" fmla="*/ 101600 w 362312"/>
                <a:gd name="connsiteY21" fmla="*/ 93206 h 361971"/>
                <a:gd name="connsiteX22" fmla="*/ 103517 w 362312"/>
                <a:gd name="connsiteY22" fmla="*/ 84907 h 361971"/>
                <a:gd name="connsiteX23" fmla="*/ 120770 w 362312"/>
                <a:gd name="connsiteY23" fmla="*/ 73416 h 361971"/>
                <a:gd name="connsiteX24" fmla="*/ 129716 w 362312"/>
                <a:gd name="connsiteY24" fmla="*/ 74693 h 361971"/>
                <a:gd name="connsiteX25" fmla="*/ 201922 w 362312"/>
                <a:gd name="connsiteY25" fmla="*/ 174283 h 361971"/>
                <a:gd name="connsiteX26" fmla="*/ 201922 w 362312"/>
                <a:gd name="connsiteY26" fmla="*/ 157684 h 361971"/>
                <a:gd name="connsiteX27" fmla="*/ 223009 w 362312"/>
                <a:gd name="connsiteY27" fmla="*/ 135979 h 361971"/>
                <a:gd name="connsiteX28" fmla="*/ 255597 w 362312"/>
                <a:gd name="connsiteY28" fmla="*/ 135979 h 361971"/>
                <a:gd name="connsiteX29" fmla="*/ 276685 w 362312"/>
                <a:gd name="connsiteY29" fmla="*/ 157684 h 361971"/>
                <a:gd name="connsiteX30" fmla="*/ 276685 w 362312"/>
                <a:gd name="connsiteY30" fmla="*/ 237484 h 361971"/>
                <a:gd name="connsiteX31" fmla="*/ 288186 w 362312"/>
                <a:gd name="connsiteY31" fmla="*/ 259190 h 361971"/>
                <a:gd name="connsiteX32" fmla="*/ 261987 w 362312"/>
                <a:gd name="connsiteY32" fmla="*/ 288556 h 361971"/>
                <a:gd name="connsiteX33" fmla="*/ 261987 w 362312"/>
                <a:gd name="connsiteY33" fmla="*/ 28855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261987" y="288556"/>
                  </a:moveTo>
                  <a:lnTo>
                    <a:pt x="181474" y="288556"/>
                  </a:lnTo>
                  <a:cubicBezTo>
                    <a:pt x="166777" y="287918"/>
                    <a:pt x="154636" y="275150"/>
                    <a:pt x="155915" y="259828"/>
                  </a:cubicBezTo>
                  <a:cubicBezTo>
                    <a:pt x="156553" y="245783"/>
                    <a:pt x="168056" y="234931"/>
                    <a:pt x="181474" y="234292"/>
                  </a:cubicBezTo>
                  <a:lnTo>
                    <a:pt x="201922" y="234292"/>
                  </a:lnTo>
                  <a:lnTo>
                    <a:pt x="201922" y="229185"/>
                  </a:lnTo>
                  <a:lnTo>
                    <a:pt x="173167" y="229185"/>
                  </a:lnTo>
                  <a:cubicBezTo>
                    <a:pt x="170611" y="229185"/>
                    <a:pt x="168695" y="227908"/>
                    <a:pt x="167416" y="225355"/>
                  </a:cubicBezTo>
                  <a:lnTo>
                    <a:pt x="117575" y="125126"/>
                  </a:lnTo>
                  <a:lnTo>
                    <a:pt x="117575" y="194073"/>
                  </a:lnTo>
                  <a:cubicBezTo>
                    <a:pt x="137384" y="197903"/>
                    <a:pt x="150802" y="216417"/>
                    <a:pt x="146969" y="236207"/>
                  </a:cubicBezTo>
                  <a:cubicBezTo>
                    <a:pt x="143135" y="255998"/>
                    <a:pt x="124604" y="269404"/>
                    <a:pt x="104795" y="265574"/>
                  </a:cubicBezTo>
                  <a:cubicBezTo>
                    <a:pt x="84986" y="261743"/>
                    <a:pt x="71567" y="243230"/>
                    <a:pt x="75402" y="223439"/>
                  </a:cubicBezTo>
                  <a:cubicBezTo>
                    <a:pt x="77957" y="208118"/>
                    <a:pt x="90098" y="196627"/>
                    <a:pt x="104795" y="194073"/>
                  </a:cubicBezTo>
                  <a:lnTo>
                    <a:pt x="104795" y="99590"/>
                  </a:lnTo>
                  <a:lnTo>
                    <a:pt x="101600" y="93206"/>
                  </a:lnTo>
                  <a:cubicBezTo>
                    <a:pt x="100322" y="90014"/>
                    <a:pt x="100961" y="86822"/>
                    <a:pt x="103517" y="84907"/>
                  </a:cubicBezTo>
                  <a:lnTo>
                    <a:pt x="120770" y="73416"/>
                  </a:lnTo>
                  <a:cubicBezTo>
                    <a:pt x="123326" y="71501"/>
                    <a:pt x="127160" y="72139"/>
                    <a:pt x="129716" y="74693"/>
                  </a:cubicBezTo>
                  <a:lnTo>
                    <a:pt x="201922" y="174283"/>
                  </a:lnTo>
                  <a:lnTo>
                    <a:pt x="201922" y="157684"/>
                  </a:lnTo>
                  <a:cubicBezTo>
                    <a:pt x="201922" y="145555"/>
                    <a:pt x="211507" y="135979"/>
                    <a:pt x="223009" y="135979"/>
                  </a:cubicBezTo>
                  <a:lnTo>
                    <a:pt x="255597" y="135979"/>
                  </a:lnTo>
                  <a:cubicBezTo>
                    <a:pt x="267739" y="135979"/>
                    <a:pt x="276685" y="145555"/>
                    <a:pt x="276685" y="157684"/>
                  </a:cubicBezTo>
                  <a:lnTo>
                    <a:pt x="276685" y="237484"/>
                  </a:lnTo>
                  <a:cubicBezTo>
                    <a:pt x="283713" y="242591"/>
                    <a:pt x="288186" y="250891"/>
                    <a:pt x="288186" y="259190"/>
                  </a:cubicBezTo>
                  <a:cubicBezTo>
                    <a:pt x="288825" y="276426"/>
                    <a:pt x="276685" y="288556"/>
                    <a:pt x="261987" y="288556"/>
                  </a:cubicBezTo>
                  <a:lnTo>
                    <a:pt x="261987" y="288556"/>
                  </a:lnTo>
                  <a:close/>
                </a:path>
              </a:pathLst>
            </a:custGeom>
            <a:solidFill>
              <a:srgbClr val="00A3E0"/>
            </a:solidFill>
            <a:ln w="6390" cap="flat">
              <a:noFill/>
              <a:prstDash val="solid"/>
              <a:miter/>
            </a:ln>
          </p:spPr>
          <p:txBody>
            <a:bodyPr rtlCol="0" anchor="ctr"/>
            <a:lstStyle/>
            <a:p>
              <a:endParaRPr lang="en-US"/>
            </a:p>
          </p:txBody>
        </p:sp>
        <p:sp>
          <p:nvSpPr>
            <p:cNvPr id="876" name="Graphic 4">
              <a:extLst>
                <a:ext uri="{FF2B5EF4-FFF2-40B4-BE49-F238E27FC236}">
                  <a16:creationId xmlns:a16="http://schemas.microsoft.com/office/drawing/2014/main" id="{0AA40644-A60D-424E-9B5E-0D929A58315D}"/>
                </a:ext>
              </a:extLst>
            </p:cNvPr>
            <p:cNvSpPr/>
            <p:nvPr/>
          </p:nvSpPr>
          <p:spPr>
            <a:xfrm>
              <a:off x="7407214" y="1068841"/>
              <a:ext cx="49202" cy="83630"/>
            </a:xfrm>
            <a:custGeom>
              <a:avLst/>
              <a:gdLst>
                <a:gd name="connsiteX0" fmla="*/ 49203 w 49202"/>
                <a:gd name="connsiteY0" fmla="*/ 83630 h 83630"/>
                <a:gd name="connsiteX1" fmla="*/ 49203 w 49202"/>
                <a:gd name="connsiteY1" fmla="*/ 8938 h 83630"/>
                <a:gd name="connsiteX2" fmla="*/ 40896 w 49202"/>
                <a:gd name="connsiteY2" fmla="*/ 0 h 83630"/>
                <a:gd name="connsiteX3" fmla="*/ 8307 w 49202"/>
                <a:gd name="connsiteY3" fmla="*/ 0 h 83630"/>
                <a:gd name="connsiteX4" fmla="*/ 0 w 49202"/>
                <a:gd name="connsiteY4" fmla="*/ 8938 h 83630"/>
                <a:gd name="connsiteX5" fmla="*/ 0 w 49202"/>
                <a:gd name="connsiteY5" fmla="*/ 83630 h 83630"/>
                <a:gd name="connsiteX6" fmla="*/ 49203 w 49202"/>
                <a:gd name="connsiteY6" fmla="*/ 83630 h 83630"/>
                <a:gd name="connsiteX7" fmla="*/ 43452 w 49202"/>
                <a:gd name="connsiteY7" fmla="*/ 33197 h 83630"/>
                <a:gd name="connsiteX8" fmla="*/ 37062 w 49202"/>
                <a:gd name="connsiteY8" fmla="*/ 39581 h 83630"/>
                <a:gd name="connsiteX9" fmla="*/ 11502 w 49202"/>
                <a:gd name="connsiteY9" fmla="*/ 39581 h 83630"/>
                <a:gd name="connsiteX10" fmla="*/ 5112 w 49202"/>
                <a:gd name="connsiteY10" fmla="*/ 33197 h 83630"/>
                <a:gd name="connsiteX11" fmla="*/ 5112 w 49202"/>
                <a:gd name="connsiteY11" fmla="*/ 13406 h 83630"/>
                <a:gd name="connsiteX12" fmla="*/ 11502 w 49202"/>
                <a:gd name="connsiteY12" fmla="*/ 7022 h 83630"/>
                <a:gd name="connsiteX13" fmla="*/ 37062 w 49202"/>
                <a:gd name="connsiteY13" fmla="*/ 7022 h 83630"/>
                <a:gd name="connsiteX14" fmla="*/ 43452 w 49202"/>
                <a:gd name="connsiteY14" fmla="*/ 13406 h 83630"/>
                <a:gd name="connsiteX15" fmla="*/ 43452 w 49202"/>
                <a:gd name="connsiteY15" fmla="*/ 33197 h 83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9202" h="83630">
                  <a:moveTo>
                    <a:pt x="49203" y="83630"/>
                  </a:moveTo>
                  <a:lnTo>
                    <a:pt x="49203" y="8938"/>
                  </a:lnTo>
                  <a:cubicBezTo>
                    <a:pt x="49203" y="4469"/>
                    <a:pt x="45369" y="0"/>
                    <a:pt x="40896" y="0"/>
                  </a:cubicBezTo>
                  <a:lnTo>
                    <a:pt x="8307" y="0"/>
                  </a:lnTo>
                  <a:cubicBezTo>
                    <a:pt x="3835" y="0"/>
                    <a:pt x="0" y="3830"/>
                    <a:pt x="0" y="8938"/>
                  </a:cubicBezTo>
                  <a:lnTo>
                    <a:pt x="0" y="83630"/>
                  </a:lnTo>
                  <a:lnTo>
                    <a:pt x="49203" y="83630"/>
                  </a:lnTo>
                  <a:close/>
                  <a:moveTo>
                    <a:pt x="43452" y="33197"/>
                  </a:moveTo>
                  <a:cubicBezTo>
                    <a:pt x="43452" y="37027"/>
                    <a:pt x="40896" y="39581"/>
                    <a:pt x="37062" y="39581"/>
                  </a:cubicBezTo>
                  <a:lnTo>
                    <a:pt x="11502" y="39581"/>
                  </a:lnTo>
                  <a:cubicBezTo>
                    <a:pt x="7668" y="39581"/>
                    <a:pt x="5112" y="37027"/>
                    <a:pt x="5112" y="33197"/>
                  </a:cubicBezTo>
                  <a:lnTo>
                    <a:pt x="5112" y="13406"/>
                  </a:lnTo>
                  <a:cubicBezTo>
                    <a:pt x="5112" y="9576"/>
                    <a:pt x="7668" y="7022"/>
                    <a:pt x="11502" y="7022"/>
                  </a:cubicBezTo>
                  <a:lnTo>
                    <a:pt x="37062" y="7022"/>
                  </a:lnTo>
                  <a:cubicBezTo>
                    <a:pt x="40896" y="7022"/>
                    <a:pt x="43452" y="9576"/>
                    <a:pt x="43452" y="13406"/>
                  </a:cubicBezTo>
                  <a:lnTo>
                    <a:pt x="43452" y="33197"/>
                  </a:lnTo>
                  <a:close/>
                </a:path>
              </a:pathLst>
            </a:custGeom>
            <a:solidFill>
              <a:srgbClr val="00A3E0"/>
            </a:solidFill>
            <a:ln w="6390" cap="flat">
              <a:noFill/>
              <a:prstDash val="solid"/>
              <a:miter/>
            </a:ln>
          </p:spPr>
          <p:txBody>
            <a:bodyPr rtlCol="0" anchor="ctr"/>
            <a:lstStyle/>
            <a:p>
              <a:endParaRPr lang="en-US"/>
            </a:p>
          </p:txBody>
        </p:sp>
        <p:sp>
          <p:nvSpPr>
            <p:cNvPr id="877" name="Graphic 4">
              <a:extLst>
                <a:ext uri="{FF2B5EF4-FFF2-40B4-BE49-F238E27FC236}">
                  <a16:creationId xmlns:a16="http://schemas.microsoft.com/office/drawing/2014/main" id="{DA0BE6C9-99B4-1B47-A261-E2305F79A692}"/>
                </a:ext>
              </a:extLst>
            </p:cNvPr>
            <p:cNvSpPr/>
            <p:nvPr/>
          </p:nvSpPr>
          <p:spPr>
            <a:xfrm>
              <a:off x="7368236" y="1118636"/>
              <a:ext cx="25559" cy="15959"/>
            </a:xfrm>
            <a:custGeom>
              <a:avLst/>
              <a:gdLst>
                <a:gd name="connsiteX0" fmla="*/ 0 w 25559"/>
                <a:gd name="connsiteY0" fmla="*/ 14683 h 15959"/>
                <a:gd name="connsiteX1" fmla="*/ 639 w 25559"/>
                <a:gd name="connsiteY1" fmla="*/ 15960 h 15959"/>
                <a:gd name="connsiteX2" fmla="*/ 25560 w 25559"/>
                <a:gd name="connsiteY2" fmla="*/ 15960 h 15959"/>
                <a:gd name="connsiteX3" fmla="*/ 25560 w 25559"/>
                <a:gd name="connsiteY3" fmla="*/ 0 h 15959"/>
              </a:gdLst>
              <a:ahLst/>
              <a:cxnLst>
                <a:cxn ang="0">
                  <a:pos x="connsiteX0" y="connsiteY0"/>
                </a:cxn>
                <a:cxn ang="0">
                  <a:pos x="connsiteX1" y="connsiteY1"/>
                </a:cxn>
                <a:cxn ang="0">
                  <a:pos x="connsiteX2" y="connsiteY2"/>
                </a:cxn>
                <a:cxn ang="0">
                  <a:pos x="connsiteX3" y="connsiteY3"/>
                </a:cxn>
              </a:cxnLst>
              <a:rect l="l" t="t" r="r" b="b"/>
              <a:pathLst>
                <a:path w="25559" h="15959">
                  <a:moveTo>
                    <a:pt x="0" y="14683"/>
                  </a:moveTo>
                  <a:lnTo>
                    <a:pt x="639" y="15960"/>
                  </a:lnTo>
                  <a:lnTo>
                    <a:pt x="25560" y="15960"/>
                  </a:lnTo>
                  <a:lnTo>
                    <a:pt x="25560" y="0"/>
                  </a:lnTo>
                  <a:close/>
                </a:path>
              </a:pathLst>
            </a:custGeom>
            <a:solidFill>
              <a:srgbClr val="00A3E0"/>
            </a:solidFill>
            <a:ln w="6390" cap="flat">
              <a:noFill/>
              <a:prstDash val="solid"/>
              <a:miter/>
            </a:ln>
          </p:spPr>
          <p:txBody>
            <a:bodyPr rtlCol="0" anchor="ctr"/>
            <a:lstStyle/>
            <a:p>
              <a:endParaRPr lang="en-US"/>
            </a:p>
          </p:txBody>
        </p:sp>
        <p:sp>
          <p:nvSpPr>
            <p:cNvPr id="878" name="Graphic 4">
              <a:extLst>
                <a:ext uri="{FF2B5EF4-FFF2-40B4-BE49-F238E27FC236}">
                  <a16:creationId xmlns:a16="http://schemas.microsoft.com/office/drawing/2014/main" id="{3A01D569-276D-A54C-B2D3-6E9F369824C6}"/>
                </a:ext>
              </a:extLst>
            </p:cNvPr>
            <p:cNvSpPr/>
            <p:nvPr/>
          </p:nvSpPr>
          <p:spPr>
            <a:xfrm>
              <a:off x="7425106" y="1088631"/>
              <a:ext cx="12140" cy="7022"/>
            </a:xfrm>
            <a:custGeom>
              <a:avLst/>
              <a:gdLst>
                <a:gd name="connsiteX0" fmla="*/ 0 w 12140"/>
                <a:gd name="connsiteY0" fmla="*/ 0 h 7022"/>
                <a:gd name="connsiteX1" fmla="*/ 12141 w 12140"/>
                <a:gd name="connsiteY1" fmla="*/ 0 h 7022"/>
                <a:gd name="connsiteX2" fmla="*/ 12141 w 12140"/>
                <a:gd name="connsiteY2" fmla="*/ 7022 h 7022"/>
                <a:gd name="connsiteX3" fmla="*/ 0 w 12140"/>
                <a:gd name="connsiteY3" fmla="*/ 7022 h 7022"/>
              </a:gdLst>
              <a:ahLst/>
              <a:cxnLst>
                <a:cxn ang="0">
                  <a:pos x="connsiteX0" y="connsiteY0"/>
                </a:cxn>
                <a:cxn ang="0">
                  <a:pos x="connsiteX1" y="connsiteY1"/>
                </a:cxn>
                <a:cxn ang="0">
                  <a:pos x="connsiteX2" y="connsiteY2"/>
                </a:cxn>
                <a:cxn ang="0">
                  <a:pos x="connsiteX3" y="connsiteY3"/>
                </a:cxn>
              </a:cxnLst>
              <a:rect l="l" t="t" r="r" b="b"/>
              <a:pathLst>
                <a:path w="12140" h="7022">
                  <a:moveTo>
                    <a:pt x="0" y="0"/>
                  </a:moveTo>
                  <a:lnTo>
                    <a:pt x="12141" y="0"/>
                  </a:lnTo>
                  <a:lnTo>
                    <a:pt x="12141" y="7022"/>
                  </a:lnTo>
                  <a:lnTo>
                    <a:pt x="0" y="7022"/>
                  </a:lnTo>
                  <a:close/>
                </a:path>
              </a:pathLst>
            </a:custGeom>
            <a:solidFill>
              <a:srgbClr val="00A3E0"/>
            </a:solidFill>
            <a:ln w="6390" cap="flat">
              <a:noFill/>
              <a:prstDash val="solid"/>
              <a:miter/>
            </a:ln>
          </p:spPr>
          <p:txBody>
            <a:bodyPr rtlCol="0" anchor="ctr"/>
            <a:lstStyle/>
            <a:p>
              <a:endParaRPr lang="en-US"/>
            </a:p>
          </p:txBody>
        </p:sp>
      </p:grpSp>
      <p:grpSp>
        <p:nvGrpSpPr>
          <p:cNvPr id="879" name="Graphic 4">
            <a:extLst>
              <a:ext uri="{FF2B5EF4-FFF2-40B4-BE49-F238E27FC236}">
                <a16:creationId xmlns:a16="http://schemas.microsoft.com/office/drawing/2014/main" id="{C1D85EBA-F12D-B34B-AFD9-A58A7FBBD33B}"/>
              </a:ext>
            </a:extLst>
          </p:cNvPr>
          <p:cNvGrpSpPr>
            <a:grpSpLocks noChangeAspect="1"/>
          </p:cNvGrpSpPr>
          <p:nvPr/>
        </p:nvGrpSpPr>
        <p:grpSpPr>
          <a:xfrm>
            <a:off x="7191874" y="2371173"/>
            <a:ext cx="362312" cy="361971"/>
            <a:chOff x="7191874" y="2371173"/>
            <a:chExt cx="362312" cy="361971"/>
          </a:xfrm>
          <a:solidFill>
            <a:srgbClr val="00A3E0"/>
          </a:solidFill>
        </p:grpSpPr>
        <p:sp>
          <p:nvSpPr>
            <p:cNvPr id="880" name="Graphic 4">
              <a:extLst>
                <a:ext uri="{FF2B5EF4-FFF2-40B4-BE49-F238E27FC236}">
                  <a16:creationId xmlns:a16="http://schemas.microsoft.com/office/drawing/2014/main" id="{51260D5F-C83D-7248-9781-23BEDBAD9E06}"/>
                </a:ext>
              </a:extLst>
            </p:cNvPr>
            <p:cNvSpPr/>
            <p:nvPr/>
          </p:nvSpPr>
          <p:spPr>
            <a:xfrm>
              <a:off x="7275545" y="2588228"/>
              <a:ext cx="135541" cy="35787"/>
            </a:xfrm>
            <a:custGeom>
              <a:avLst/>
              <a:gdLst>
                <a:gd name="connsiteX0" fmla="*/ 116335 w 135541"/>
                <a:gd name="connsiteY0" fmla="*/ 0 h 35787"/>
                <a:gd name="connsiteX1" fmla="*/ 16651 w 135541"/>
                <a:gd name="connsiteY1" fmla="*/ 0 h 35787"/>
                <a:gd name="connsiteX2" fmla="*/ 37 w 135541"/>
                <a:gd name="connsiteY2" fmla="*/ 19152 h 35787"/>
                <a:gd name="connsiteX3" fmla="*/ 16651 w 135541"/>
                <a:gd name="connsiteY3" fmla="*/ 35750 h 35787"/>
                <a:gd name="connsiteX4" fmla="*/ 116335 w 135541"/>
                <a:gd name="connsiteY4" fmla="*/ 35750 h 35787"/>
                <a:gd name="connsiteX5" fmla="*/ 135504 w 135541"/>
                <a:gd name="connsiteY5" fmla="*/ 19152 h 35787"/>
                <a:gd name="connsiteX6" fmla="*/ 118890 w 135541"/>
                <a:gd name="connsiteY6" fmla="*/ 0 h 35787"/>
                <a:gd name="connsiteX7" fmla="*/ 116335 w 135541"/>
                <a:gd name="connsiteY7" fmla="*/ 0 h 35787"/>
                <a:gd name="connsiteX8" fmla="*/ 27514 w 135541"/>
                <a:gd name="connsiteY8" fmla="*/ 24259 h 35787"/>
                <a:gd name="connsiteX9" fmla="*/ 17929 w 135541"/>
                <a:gd name="connsiteY9" fmla="*/ 24259 h 35787"/>
                <a:gd name="connsiteX10" fmla="*/ 11539 w 135541"/>
                <a:gd name="connsiteY10" fmla="*/ 17875 h 35787"/>
                <a:gd name="connsiteX11" fmla="*/ 17929 w 135541"/>
                <a:gd name="connsiteY11" fmla="*/ 11491 h 35787"/>
                <a:gd name="connsiteX12" fmla="*/ 27514 w 135541"/>
                <a:gd name="connsiteY12" fmla="*/ 11491 h 35787"/>
                <a:gd name="connsiteX13" fmla="*/ 33904 w 135541"/>
                <a:gd name="connsiteY13" fmla="*/ 17875 h 35787"/>
                <a:gd name="connsiteX14" fmla="*/ 27514 w 135541"/>
                <a:gd name="connsiteY14" fmla="*/ 24259 h 35787"/>
                <a:gd name="connsiteX15" fmla="*/ 57547 w 135541"/>
                <a:gd name="connsiteY15" fmla="*/ 24259 h 35787"/>
                <a:gd name="connsiteX16" fmla="*/ 42850 w 135541"/>
                <a:gd name="connsiteY16" fmla="*/ 24259 h 35787"/>
                <a:gd name="connsiteX17" fmla="*/ 36460 w 135541"/>
                <a:gd name="connsiteY17" fmla="*/ 17875 h 35787"/>
                <a:gd name="connsiteX18" fmla="*/ 42850 w 135541"/>
                <a:gd name="connsiteY18" fmla="*/ 11491 h 35787"/>
                <a:gd name="connsiteX19" fmla="*/ 57547 w 135541"/>
                <a:gd name="connsiteY19" fmla="*/ 11491 h 35787"/>
                <a:gd name="connsiteX20" fmla="*/ 63937 w 135541"/>
                <a:gd name="connsiteY20" fmla="*/ 17875 h 35787"/>
                <a:gd name="connsiteX21" fmla="*/ 57547 w 135541"/>
                <a:gd name="connsiteY21" fmla="*/ 24259 h 35787"/>
                <a:gd name="connsiteX22" fmla="*/ 86940 w 135541"/>
                <a:gd name="connsiteY22" fmla="*/ 24259 h 35787"/>
                <a:gd name="connsiteX23" fmla="*/ 72244 w 135541"/>
                <a:gd name="connsiteY23" fmla="*/ 24259 h 35787"/>
                <a:gd name="connsiteX24" fmla="*/ 65854 w 135541"/>
                <a:gd name="connsiteY24" fmla="*/ 17875 h 35787"/>
                <a:gd name="connsiteX25" fmla="*/ 72244 w 135541"/>
                <a:gd name="connsiteY25" fmla="*/ 11491 h 35787"/>
                <a:gd name="connsiteX26" fmla="*/ 86940 w 135541"/>
                <a:gd name="connsiteY26" fmla="*/ 11491 h 35787"/>
                <a:gd name="connsiteX27" fmla="*/ 93330 w 135541"/>
                <a:gd name="connsiteY27" fmla="*/ 17875 h 35787"/>
                <a:gd name="connsiteX28" fmla="*/ 86940 w 135541"/>
                <a:gd name="connsiteY28" fmla="*/ 24259 h 35787"/>
                <a:gd name="connsiteX29" fmla="*/ 111222 w 135541"/>
                <a:gd name="connsiteY29" fmla="*/ 24259 h 35787"/>
                <a:gd name="connsiteX30" fmla="*/ 101637 w 135541"/>
                <a:gd name="connsiteY30" fmla="*/ 24259 h 35787"/>
                <a:gd name="connsiteX31" fmla="*/ 95247 w 135541"/>
                <a:gd name="connsiteY31" fmla="*/ 17875 h 35787"/>
                <a:gd name="connsiteX32" fmla="*/ 101637 w 135541"/>
                <a:gd name="connsiteY32" fmla="*/ 11491 h 35787"/>
                <a:gd name="connsiteX33" fmla="*/ 111222 w 135541"/>
                <a:gd name="connsiteY33" fmla="*/ 11491 h 35787"/>
                <a:gd name="connsiteX34" fmla="*/ 117612 w 135541"/>
                <a:gd name="connsiteY34" fmla="*/ 17875 h 35787"/>
                <a:gd name="connsiteX35" fmla="*/ 111222 w 135541"/>
                <a:gd name="connsiteY35" fmla="*/ 24259 h 35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541" h="35787">
                  <a:moveTo>
                    <a:pt x="116335" y="0"/>
                  </a:moveTo>
                  <a:lnTo>
                    <a:pt x="16651" y="0"/>
                  </a:lnTo>
                  <a:cubicBezTo>
                    <a:pt x="7066" y="638"/>
                    <a:pt x="-602" y="8938"/>
                    <a:pt x="37" y="19152"/>
                  </a:cubicBezTo>
                  <a:cubicBezTo>
                    <a:pt x="676" y="28090"/>
                    <a:pt x="7706" y="35112"/>
                    <a:pt x="16651" y="35750"/>
                  </a:cubicBezTo>
                  <a:lnTo>
                    <a:pt x="116335" y="35750"/>
                  </a:lnTo>
                  <a:cubicBezTo>
                    <a:pt x="125919" y="36389"/>
                    <a:pt x="134865" y="28728"/>
                    <a:pt x="135504" y="19152"/>
                  </a:cubicBezTo>
                  <a:cubicBezTo>
                    <a:pt x="136143" y="9576"/>
                    <a:pt x="128475" y="638"/>
                    <a:pt x="118890" y="0"/>
                  </a:cubicBezTo>
                  <a:cubicBezTo>
                    <a:pt x="117612" y="0"/>
                    <a:pt x="116973" y="0"/>
                    <a:pt x="116335" y="0"/>
                  </a:cubicBezTo>
                  <a:close/>
                  <a:moveTo>
                    <a:pt x="27514" y="24259"/>
                  </a:moveTo>
                  <a:lnTo>
                    <a:pt x="17929" y="24259"/>
                  </a:lnTo>
                  <a:cubicBezTo>
                    <a:pt x="14096" y="24259"/>
                    <a:pt x="11539" y="21706"/>
                    <a:pt x="11539" y="17875"/>
                  </a:cubicBezTo>
                  <a:cubicBezTo>
                    <a:pt x="11539" y="14045"/>
                    <a:pt x="14096" y="11491"/>
                    <a:pt x="17929" y="11491"/>
                  </a:cubicBezTo>
                  <a:lnTo>
                    <a:pt x="27514" y="11491"/>
                  </a:lnTo>
                  <a:cubicBezTo>
                    <a:pt x="31348" y="11491"/>
                    <a:pt x="33904" y="14045"/>
                    <a:pt x="33904" y="17875"/>
                  </a:cubicBezTo>
                  <a:cubicBezTo>
                    <a:pt x="33904" y="21706"/>
                    <a:pt x="31348" y="24259"/>
                    <a:pt x="27514" y="24259"/>
                  </a:cubicBezTo>
                  <a:close/>
                  <a:moveTo>
                    <a:pt x="57547" y="24259"/>
                  </a:moveTo>
                  <a:lnTo>
                    <a:pt x="42850" y="24259"/>
                  </a:lnTo>
                  <a:cubicBezTo>
                    <a:pt x="39016" y="24259"/>
                    <a:pt x="36460" y="21706"/>
                    <a:pt x="36460" y="17875"/>
                  </a:cubicBezTo>
                  <a:cubicBezTo>
                    <a:pt x="36460" y="14045"/>
                    <a:pt x="39016" y="11491"/>
                    <a:pt x="42850" y="11491"/>
                  </a:cubicBezTo>
                  <a:lnTo>
                    <a:pt x="57547" y="11491"/>
                  </a:lnTo>
                  <a:cubicBezTo>
                    <a:pt x="61380" y="11491"/>
                    <a:pt x="63937" y="14045"/>
                    <a:pt x="63937" y="17875"/>
                  </a:cubicBezTo>
                  <a:cubicBezTo>
                    <a:pt x="63937" y="21706"/>
                    <a:pt x="60742" y="24259"/>
                    <a:pt x="57547" y="24259"/>
                  </a:cubicBezTo>
                  <a:close/>
                  <a:moveTo>
                    <a:pt x="86940" y="24259"/>
                  </a:moveTo>
                  <a:lnTo>
                    <a:pt x="72244" y="24259"/>
                  </a:lnTo>
                  <a:cubicBezTo>
                    <a:pt x="68410" y="24259"/>
                    <a:pt x="65854" y="21706"/>
                    <a:pt x="65854" y="17875"/>
                  </a:cubicBezTo>
                  <a:cubicBezTo>
                    <a:pt x="65854" y="14045"/>
                    <a:pt x="68410" y="11491"/>
                    <a:pt x="72244" y="11491"/>
                  </a:cubicBezTo>
                  <a:lnTo>
                    <a:pt x="86940" y="11491"/>
                  </a:lnTo>
                  <a:cubicBezTo>
                    <a:pt x="90775" y="11491"/>
                    <a:pt x="93330" y="14045"/>
                    <a:pt x="93330" y="17875"/>
                  </a:cubicBezTo>
                  <a:cubicBezTo>
                    <a:pt x="93330" y="21706"/>
                    <a:pt x="90775" y="24259"/>
                    <a:pt x="86940" y="24259"/>
                  </a:cubicBezTo>
                  <a:close/>
                  <a:moveTo>
                    <a:pt x="111222" y="24259"/>
                  </a:moveTo>
                  <a:lnTo>
                    <a:pt x="101637" y="24259"/>
                  </a:lnTo>
                  <a:cubicBezTo>
                    <a:pt x="97804" y="24259"/>
                    <a:pt x="95247" y="21706"/>
                    <a:pt x="95247" y="17875"/>
                  </a:cubicBezTo>
                  <a:cubicBezTo>
                    <a:pt x="95247" y="14045"/>
                    <a:pt x="97804" y="11491"/>
                    <a:pt x="101637" y="11491"/>
                  </a:cubicBezTo>
                  <a:lnTo>
                    <a:pt x="111222" y="11491"/>
                  </a:lnTo>
                  <a:cubicBezTo>
                    <a:pt x="115056" y="11491"/>
                    <a:pt x="117612" y="14045"/>
                    <a:pt x="117612" y="17875"/>
                  </a:cubicBezTo>
                  <a:cubicBezTo>
                    <a:pt x="117612" y="21706"/>
                    <a:pt x="115056" y="24259"/>
                    <a:pt x="111222" y="24259"/>
                  </a:cubicBezTo>
                  <a:close/>
                </a:path>
              </a:pathLst>
            </a:custGeom>
            <a:solidFill>
              <a:srgbClr val="00A3E0"/>
            </a:solidFill>
            <a:ln w="6390" cap="flat">
              <a:noFill/>
              <a:prstDash val="solid"/>
              <a:miter/>
            </a:ln>
          </p:spPr>
          <p:txBody>
            <a:bodyPr rtlCol="0" anchor="ctr"/>
            <a:lstStyle/>
            <a:p>
              <a:endParaRPr lang="en-US"/>
            </a:p>
          </p:txBody>
        </p:sp>
        <p:sp>
          <p:nvSpPr>
            <p:cNvPr id="881" name="Graphic 4">
              <a:extLst>
                <a:ext uri="{FF2B5EF4-FFF2-40B4-BE49-F238E27FC236}">
                  <a16:creationId xmlns:a16="http://schemas.microsoft.com/office/drawing/2014/main" id="{EFD11EBA-5142-CE4C-9A67-95348C5ED635}"/>
                </a:ext>
              </a:extLst>
            </p:cNvPr>
            <p:cNvSpPr/>
            <p:nvPr/>
          </p:nvSpPr>
          <p:spPr>
            <a:xfrm>
              <a:off x="7293474" y="2484170"/>
              <a:ext cx="179397" cy="94482"/>
            </a:xfrm>
            <a:custGeom>
              <a:avLst/>
              <a:gdLst>
                <a:gd name="connsiteX0" fmla="*/ 118853 w 179397"/>
                <a:gd name="connsiteY0" fmla="*/ 0 h 94482"/>
                <a:gd name="connsiteX1" fmla="*/ 86264 w 179397"/>
                <a:gd name="connsiteY1" fmla="*/ 60009 h 94482"/>
                <a:gd name="connsiteX2" fmla="*/ 77318 w 179397"/>
                <a:gd name="connsiteY2" fmla="*/ 62563 h 94482"/>
                <a:gd name="connsiteX3" fmla="*/ 74123 w 179397"/>
                <a:gd name="connsiteY3" fmla="*/ 58094 h 94482"/>
                <a:gd name="connsiteX4" fmla="*/ 70928 w 179397"/>
                <a:gd name="connsiteY4" fmla="*/ 40219 h 94482"/>
                <a:gd name="connsiteX5" fmla="*/ 70928 w 179397"/>
                <a:gd name="connsiteY5" fmla="*/ 38942 h 94482"/>
                <a:gd name="connsiteX6" fmla="*/ 65816 w 179397"/>
                <a:gd name="connsiteY6" fmla="*/ 33835 h 94482"/>
                <a:gd name="connsiteX7" fmla="*/ 65816 w 179397"/>
                <a:gd name="connsiteY7" fmla="*/ 33835 h 94482"/>
                <a:gd name="connsiteX8" fmla="*/ 47925 w 179397"/>
                <a:gd name="connsiteY8" fmla="*/ 33835 h 94482"/>
                <a:gd name="connsiteX9" fmla="*/ 42812 w 179397"/>
                <a:gd name="connsiteY9" fmla="*/ 38942 h 94482"/>
                <a:gd name="connsiteX10" fmla="*/ 42812 w 179397"/>
                <a:gd name="connsiteY10" fmla="*/ 38942 h 94482"/>
                <a:gd name="connsiteX11" fmla="*/ 42812 w 179397"/>
                <a:gd name="connsiteY11" fmla="*/ 40219 h 94482"/>
                <a:gd name="connsiteX12" fmla="*/ 39617 w 179397"/>
                <a:gd name="connsiteY12" fmla="*/ 57456 h 94482"/>
                <a:gd name="connsiteX13" fmla="*/ 33227 w 179397"/>
                <a:gd name="connsiteY13" fmla="*/ 63840 h 94482"/>
                <a:gd name="connsiteX14" fmla="*/ 5111 w 179397"/>
                <a:gd name="connsiteY14" fmla="*/ 63840 h 94482"/>
                <a:gd name="connsiteX15" fmla="*/ 0 w 179397"/>
                <a:gd name="connsiteY15" fmla="*/ 68947 h 94482"/>
                <a:gd name="connsiteX16" fmla="*/ 0 w 179397"/>
                <a:gd name="connsiteY16" fmla="*/ 86822 h 94482"/>
                <a:gd name="connsiteX17" fmla="*/ 5111 w 179397"/>
                <a:gd name="connsiteY17" fmla="*/ 91929 h 94482"/>
                <a:gd name="connsiteX18" fmla="*/ 5111 w 179397"/>
                <a:gd name="connsiteY18" fmla="*/ 91929 h 94482"/>
                <a:gd name="connsiteX19" fmla="*/ 98405 w 179397"/>
                <a:gd name="connsiteY19" fmla="*/ 91929 h 94482"/>
                <a:gd name="connsiteX20" fmla="*/ 98405 w 179397"/>
                <a:gd name="connsiteY20" fmla="*/ 63840 h 94482"/>
                <a:gd name="connsiteX21" fmla="*/ 99044 w 179397"/>
                <a:gd name="connsiteY21" fmla="*/ 60648 h 94482"/>
                <a:gd name="connsiteX22" fmla="*/ 120770 w 179397"/>
                <a:gd name="connsiteY22" fmla="*/ 24259 h 94482"/>
                <a:gd name="connsiteX23" fmla="*/ 125243 w 179397"/>
                <a:gd name="connsiteY23" fmla="*/ 21067 h 94482"/>
                <a:gd name="connsiteX24" fmla="*/ 130355 w 179397"/>
                <a:gd name="connsiteY24" fmla="*/ 22982 h 94482"/>
                <a:gd name="connsiteX25" fmla="*/ 166138 w 179397"/>
                <a:gd name="connsiteY25" fmla="*/ 57456 h 94482"/>
                <a:gd name="connsiteX26" fmla="*/ 168055 w 179397"/>
                <a:gd name="connsiteY26" fmla="*/ 63201 h 94482"/>
                <a:gd name="connsiteX27" fmla="*/ 164860 w 179397"/>
                <a:gd name="connsiteY27" fmla="*/ 67670 h 94482"/>
                <a:gd name="connsiteX28" fmla="*/ 160387 w 179397"/>
                <a:gd name="connsiteY28" fmla="*/ 69585 h 94482"/>
                <a:gd name="connsiteX29" fmla="*/ 145051 w 179397"/>
                <a:gd name="connsiteY29" fmla="*/ 88737 h 94482"/>
                <a:gd name="connsiteX30" fmla="*/ 161665 w 179397"/>
                <a:gd name="connsiteY30" fmla="*/ 94483 h 94482"/>
                <a:gd name="connsiteX31" fmla="*/ 170611 w 179397"/>
                <a:gd name="connsiteY31" fmla="*/ 76608 h 94482"/>
                <a:gd name="connsiteX32" fmla="*/ 172528 w 179397"/>
                <a:gd name="connsiteY32" fmla="*/ 73416 h 94482"/>
                <a:gd name="connsiteX33" fmla="*/ 178918 w 179397"/>
                <a:gd name="connsiteY33" fmla="*/ 61925 h 94482"/>
                <a:gd name="connsiteX34" fmla="*/ 178918 w 179397"/>
                <a:gd name="connsiteY34" fmla="*/ 53625 h 94482"/>
                <a:gd name="connsiteX35" fmla="*/ 118853 w 179397"/>
                <a:gd name="connsiteY35" fmla="*/ 0 h 94482"/>
                <a:gd name="connsiteX36" fmla="*/ 66456 w 179397"/>
                <a:gd name="connsiteY36" fmla="*/ 63840 h 94482"/>
                <a:gd name="connsiteX37" fmla="*/ 61343 w 179397"/>
                <a:gd name="connsiteY37" fmla="*/ 66393 h 94482"/>
                <a:gd name="connsiteX38" fmla="*/ 51758 w 179397"/>
                <a:gd name="connsiteY38" fmla="*/ 66393 h 94482"/>
                <a:gd name="connsiteX39" fmla="*/ 46646 w 179397"/>
                <a:gd name="connsiteY39" fmla="*/ 63840 h 94482"/>
                <a:gd name="connsiteX40" fmla="*/ 45368 w 179397"/>
                <a:gd name="connsiteY40" fmla="*/ 58733 h 94482"/>
                <a:gd name="connsiteX41" fmla="*/ 47286 w 179397"/>
                <a:gd name="connsiteY41" fmla="*/ 49157 h 94482"/>
                <a:gd name="connsiteX42" fmla="*/ 53676 w 179397"/>
                <a:gd name="connsiteY42" fmla="*/ 44049 h 94482"/>
                <a:gd name="connsiteX43" fmla="*/ 59426 w 179397"/>
                <a:gd name="connsiteY43" fmla="*/ 44049 h 94482"/>
                <a:gd name="connsiteX44" fmla="*/ 65816 w 179397"/>
                <a:gd name="connsiteY44" fmla="*/ 49157 h 94482"/>
                <a:gd name="connsiteX45" fmla="*/ 67733 w 179397"/>
                <a:gd name="connsiteY45" fmla="*/ 58733 h 94482"/>
                <a:gd name="connsiteX46" fmla="*/ 66456 w 179397"/>
                <a:gd name="connsiteY46" fmla="*/ 63840 h 94482"/>
                <a:gd name="connsiteX47" fmla="*/ 66456 w 179397"/>
                <a:gd name="connsiteY47" fmla="*/ 63840 h 94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79397" h="94482">
                  <a:moveTo>
                    <a:pt x="118853" y="0"/>
                  </a:moveTo>
                  <a:lnTo>
                    <a:pt x="86264" y="60009"/>
                  </a:lnTo>
                  <a:cubicBezTo>
                    <a:pt x="84347" y="63201"/>
                    <a:pt x="80513" y="64478"/>
                    <a:pt x="77318" y="62563"/>
                  </a:cubicBezTo>
                  <a:cubicBezTo>
                    <a:pt x="75401" y="61925"/>
                    <a:pt x="74123" y="60009"/>
                    <a:pt x="74123" y="58094"/>
                  </a:cubicBezTo>
                  <a:lnTo>
                    <a:pt x="70928" y="40219"/>
                  </a:lnTo>
                  <a:cubicBezTo>
                    <a:pt x="70928" y="39581"/>
                    <a:pt x="70928" y="39581"/>
                    <a:pt x="70928" y="38942"/>
                  </a:cubicBezTo>
                  <a:cubicBezTo>
                    <a:pt x="70928" y="36389"/>
                    <a:pt x="69011" y="33835"/>
                    <a:pt x="65816" y="33835"/>
                  </a:cubicBezTo>
                  <a:lnTo>
                    <a:pt x="65816" y="33835"/>
                  </a:lnTo>
                  <a:lnTo>
                    <a:pt x="47925" y="33835"/>
                  </a:lnTo>
                  <a:cubicBezTo>
                    <a:pt x="45368" y="33835"/>
                    <a:pt x="42812" y="35750"/>
                    <a:pt x="42812" y="38942"/>
                  </a:cubicBezTo>
                  <a:cubicBezTo>
                    <a:pt x="42812" y="38942"/>
                    <a:pt x="42812" y="38942"/>
                    <a:pt x="42812" y="38942"/>
                  </a:cubicBezTo>
                  <a:cubicBezTo>
                    <a:pt x="42812" y="39581"/>
                    <a:pt x="42812" y="39581"/>
                    <a:pt x="42812" y="40219"/>
                  </a:cubicBezTo>
                  <a:lnTo>
                    <a:pt x="39617" y="57456"/>
                  </a:lnTo>
                  <a:cubicBezTo>
                    <a:pt x="39617" y="61286"/>
                    <a:pt x="37061" y="63840"/>
                    <a:pt x="33227" y="63840"/>
                  </a:cubicBezTo>
                  <a:lnTo>
                    <a:pt x="5111" y="63840"/>
                  </a:lnTo>
                  <a:cubicBezTo>
                    <a:pt x="2556" y="63840"/>
                    <a:pt x="0" y="65755"/>
                    <a:pt x="0" y="68947"/>
                  </a:cubicBezTo>
                  <a:lnTo>
                    <a:pt x="0" y="86822"/>
                  </a:lnTo>
                  <a:cubicBezTo>
                    <a:pt x="0" y="89376"/>
                    <a:pt x="1917" y="91929"/>
                    <a:pt x="5111" y="91929"/>
                  </a:cubicBezTo>
                  <a:lnTo>
                    <a:pt x="5111" y="91929"/>
                  </a:lnTo>
                  <a:lnTo>
                    <a:pt x="98405" y="91929"/>
                  </a:lnTo>
                  <a:lnTo>
                    <a:pt x="98405" y="63840"/>
                  </a:lnTo>
                  <a:cubicBezTo>
                    <a:pt x="98405" y="62563"/>
                    <a:pt x="98405" y="61286"/>
                    <a:pt x="99044" y="60648"/>
                  </a:cubicBezTo>
                  <a:lnTo>
                    <a:pt x="120770" y="24259"/>
                  </a:lnTo>
                  <a:cubicBezTo>
                    <a:pt x="122048" y="22344"/>
                    <a:pt x="123325" y="21706"/>
                    <a:pt x="125243" y="21067"/>
                  </a:cubicBezTo>
                  <a:cubicBezTo>
                    <a:pt x="127160" y="21067"/>
                    <a:pt x="129076" y="21706"/>
                    <a:pt x="130355" y="22982"/>
                  </a:cubicBezTo>
                  <a:lnTo>
                    <a:pt x="166138" y="57456"/>
                  </a:lnTo>
                  <a:cubicBezTo>
                    <a:pt x="167416" y="58733"/>
                    <a:pt x="168055" y="61286"/>
                    <a:pt x="168055" y="63201"/>
                  </a:cubicBezTo>
                  <a:cubicBezTo>
                    <a:pt x="168055" y="65117"/>
                    <a:pt x="166138" y="67032"/>
                    <a:pt x="164860" y="67670"/>
                  </a:cubicBezTo>
                  <a:lnTo>
                    <a:pt x="160387" y="69585"/>
                  </a:lnTo>
                  <a:lnTo>
                    <a:pt x="145051" y="88737"/>
                  </a:lnTo>
                  <a:cubicBezTo>
                    <a:pt x="150164" y="91291"/>
                    <a:pt x="155915" y="93206"/>
                    <a:pt x="161665" y="94483"/>
                  </a:cubicBezTo>
                  <a:cubicBezTo>
                    <a:pt x="165500" y="93206"/>
                    <a:pt x="168695" y="86822"/>
                    <a:pt x="170611" y="76608"/>
                  </a:cubicBezTo>
                  <a:cubicBezTo>
                    <a:pt x="170611" y="75331"/>
                    <a:pt x="171250" y="74054"/>
                    <a:pt x="172528" y="73416"/>
                  </a:cubicBezTo>
                  <a:cubicBezTo>
                    <a:pt x="175723" y="70224"/>
                    <a:pt x="178279" y="66393"/>
                    <a:pt x="178918" y="61925"/>
                  </a:cubicBezTo>
                  <a:cubicBezTo>
                    <a:pt x="179557" y="59371"/>
                    <a:pt x="179557" y="56179"/>
                    <a:pt x="178918" y="53625"/>
                  </a:cubicBezTo>
                  <a:lnTo>
                    <a:pt x="118853" y="0"/>
                  </a:lnTo>
                  <a:close/>
                  <a:moveTo>
                    <a:pt x="66456" y="63840"/>
                  </a:moveTo>
                  <a:cubicBezTo>
                    <a:pt x="65177" y="65117"/>
                    <a:pt x="63261" y="66393"/>
                    <a:pt x="61343" y="66393"/>
                  </a:cubicBezTo>
                  <a:lnTo>
                    <a:pt x="51758" y="66393"/>
                  </a:lnTo>
                  <a:cubicBezTo>
                    <a:pt x="49841" y="66393"/>
                    <a:pt x="47925" y="65755"/>
                    <a:pt x="46646" y="63840"/>
                  </a:cubicBezTo>
                  <a:cubicBezTo>
                    <a:pt x="45368" y="62563"/>
                    <a:pt x="44730" y="60648"/>
                    <a:pt x="45368" y="58733"/>
                  </a:cubicBezTo>
                  <a:lnTo>
                    <a:pt x="47286" y="49157"/>
                  </a:lnTo>
                  <a:cubicBezTo>
                    <a:pt x="47925" y="45965"/>
                    <a:pt x="50481" y="44049"/>
                    <a:pt x="53676" y="44049"/>
                  </a:cubicBezTo>
                  <a:lnTo>
                    <a:pt x="59426" y="44049"/>
                  </a:lnTo>
                  <a:cubicBezTo>
                    <a:pt x="62621" y="44049"/>
                    <a:pt x="65177" y="45965"/>
                    <a:pt x="65816" y="49157"/>
                  </a:cubicBezTo>
                  <a:lnTo>
                    <a:pt x="67733" y="58733"/>
                  </a:lnTo>
                  <a:cubicBezTo>
                    <a:pt x="68372" y="60009"/>
                    <a:pt x="67733" y="61925"/>
                    <a:pt x="66456" y="63840"/>
                  </a:cubicBezTo>
                  <a:lnTo>
                    <a:pt x="66456" y="63840"/>
                  </a:lnTo>
                  <a:close/>
                </a:path>
              </a:pathLst>
            </a:custGeom>
            <a:solidFill>
              <a:srgbClr val="00A3E0"/>
            </a:solidFill>
            <a:ln w="6390" cap="flat">
              <a:noFill/>
              <a:prstDash val="solid"/>
              <a:miter/>
            </a:ln>
          </p:spPr>
          <p:txBody>
            <a:bodyPr rtlCol="0" anchor="ctr"/>
            <a:lstStyle/>
            <a:p>
              <a:endParaRPr lang="en-US"/>
            </a:p>
          </p:txBody>
        </p:sp>
        <p:sp>
          <p:nvSpPr>
            <p:cNvPr id="882" name="Graphic 4">
              <a:extLst>
                <a:ext uri="{FF2B5EF4-FFF2-40B4-BE49-F238E27FC236}">
                  <a16:creationId xmlns:a16="http://schemas.microsoft.com/office/drawing/2014/main" id="{D718F95A-CD35-5348-BEB8-9E2E855F3BED}"/>
                </a:ext>
              </a:extLst>
            </p:cNvPr>
            <p:cNvSpPr/>
            <p:nvPr/>
          </p:nvSpPr>
          <p:spPr>
            <a:xfrm>
              <a:off x="7191874" y="237117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93298 w 362312"/>
                <a:gd name="connsiteY6" fmla="*/ 176836 h 361971"/>
                <a:gd name="connsiteX7" fmla="*/ 284991 w 362312"/>
                <a:gd name="connsiteY7" fmla="*/ 194073 h 361971"/>
                <a:gd name="connsiteX8" fmla="*/ 267100 w 362312"/>
                <a:gd name="connsiteY8" fmla="*/ 219609 h 361971"/>
                <a:gd name="connsiteX9" fmla="*/ 264544 w 362312"/>
                <a:gd name="connsiteY9" fmla="*/ 219609 h 361971"/>
                <a:gd name="connsiteX10" fmla="*/ 234510 w 362312"/>
                <a:gd name="connsiteY10" fmla="*/ 208756 h 361971"/>
                <a:gd name="connsiteX11" fmla="*/ 231315 w 362312"/>
                <a:gd name="connsiteY11" fmla="*/ 200457 h 361971"/>
                <a:gd name="connsiteX12" fmla="*/ 231955 w 362312"/>
                <a:gd name="connsiteY12" fmla="*/ 199180 h 361971"/>
                <a:gd name="connsiteX13" fmla="*/ 253041 w 362312"/>
                <a:gd name="connsiteY13" fmla="*/ 172368 h 361971"/>
                <a:gd name="connsiteX14" fmla="*/ 253041 w 362312"/>
                <a:gd name="connsiteY14" fmla="*/ 172368 h 361971"/>
                <a:gd name="connsiteX15" fmla="*/ 229399 w 362312"/>
                <a:gd name="connsiteY15" fmla="*/ 149385 h 361971"/>
                <a:gd name="connsiteX16" fmla="*/ 212785 w 362312"/>
                <a:gd name="connsiteY16" fmla="*/ 177475 h 361971"/>
                <a:gd name="connsiteX17" fmla="*/ 212785 w 362312"/>
                <a:gd name="connsiteY17" fmla="*/ 206203 h 361971"/>
                <a:gd name="connsiteX18" fmla="*/ 227482 w 362312"/>
                <a:gd name="connsiteY18" fmla="*/ 247060 h 361971"/>
                <a:gd name="connsiteX19" fmla="*/ 200005 w 362312"/>
                <a:gd name="connsiteY19" fmla="*/ 264935 h 361971"/>
                <a:gd name="connsiteX20" fmla="*/ 100322 w 362312"/>
                <a:gd name="connsiteY20" fmla="*/ 264935 h 361971"/>
                <a:gd name="connsiteX21" fmla="*/ 69650 w 362312"/>
                <a:gd name="connsiteY21" fmla="*/ 234292 h 361971"/>
                <a:gd name="connsiteX22" fmla="*/ 90737 w 362312"/>
                <a:gd name="connsiteY22" fmla="*/ 205564 h 361971"/>
                <a:gd name="connsiteX23" fmla="*/ 89459 w 362312"/>
                <a:gd name="connsiteY23" fmla="*/ 199180 h 361971"/>
                <a:gd name="connsiteX24" fmla="*/ 89459 w 362312"/>
                <a:gd name="connsiteY24" fmla="*/ 181305 h 361971"/>
                <a:gd name="connsiteX25" fmla="*/ 107351 w 362312"/>
                <a:gd name="connsiteY25" fmla="*/ 163430 h 361971"/>
                <a:gd name="connsiteX26" fmla="*/ 130355 w 362312"/>
                <a:gd name="connsiteY26" fmla="*/ 163430 h 361971"/>
                <a:gd name="connsiteX27" fmla="*/ 132911 w 362312"/>
                <a:gd name="connsiteY27" fmla="*/ 150662 h 361971"/>
                <a:gd name="connsiteX28" fmla="*/ 150802 w 362312"/>
                <a:gd name="connsiteY28" fmla="*/ 133425 h 361971"/>
                <a:gd name="connsiteX29" fmla="*/ 168695 w 362312"/>
                <a:gd name="connsiteY29" fmla="*/ 133425 h 361971"/>
                <a:gd name="connsiteX30" fmla="*/ 186586 w 362312"/>
                <a:gd name="connsiteY30" fmla="*/ 150024 h 361971"/>
                <a:gd name="connsiteX31" fmla="*/ 214063 w 362312"/>
                <a:gd name="connsiteY31" fmla="*/ 98952 h 361971"/>
                <a:gd name="connsiteX32" fmla="*/ 223009 w 362312"/>
                <a:gd name="connsiteY32" fmla="*/ 96398 h 361971"/>
                <a:gd name="connsiteX33" fmla="*/ 224287 w 362312"/>
                <a:gd name="connsiteY33" fmla="*/ 97037 h 361971"/>
                <a:gd name="connsiteX34" fmla="*/ 292020 w 362312"/>
                <a:gd name="connsiteY34" fmla="*/ 157684 h 361971"/>
                <a:gd name="connsiteX35" fmla="*/ 293937 w 362312"/>
                <a:gd name="connsiteY35" fmla="*/ 160876 h 361971"/>
                <a:gd name="connsiteX36" fmla="*/ 293298 w 362312"/>
                <a:gd name="connsiteY36" fmla="*/ 176836 h 361971"/>
                <a:gd name="connsiteX37" fmla="*/ 293298 w 362312"/>
                <a:gd name="connsiteY37" fmla="*/ 17683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293298" y="176836"/>
                  </a:moveTo>
                  <a:cubicBezTo>
                    <a:pt x="292020" y="183220"/>
                    <a:pt x="288825" y="188966"/>
                    <a:pt x="284991" y="194073"/>
                  </a:cubicBezTo>
                  <a:cubicBezTo>
                    <a:pt x="281157" y="208756"/>
                    <a:pt x="275406" y="217694"/>
                    <a:pt x="267100" y="219609"/>
                  </a:cubicBezTo>
                  <a:cubicBezTo>
                    <a:pt x="266460" y="219609"/>
                    <a:pt x="265821" y="219609"/>
                    <a:pt x="264544" y="219609"/>
                  </a:cubicBezTo>
                  <a:cubicBezTo>
                    <a:pt x="253680" y="217694"/>
                    <a:pt x="243456" y="214502"/>
                    <a:pt x="234510" y="208756"/>
                  </a:cubicBezTo>
                  <a:cubicBezTo>
                    <a:pt x="231315" y="207479"/>
                    <a:pt x="230038" y="203649"/>
                    <a:pt x="231315" y="200457"/>
                  </a:cubicBezTo>
                  <a:cubicBezTo>
                    <a:pt x="231315" y="199819"/>
                    <a:pt x="231955" y="199819"/>
                    <a:pt x="231955" y="199180"/>
                  </a:cubicBezTo>
                  <a:lnTo>
                    <a:pt x="253041" y="172368"/>
                  </a:lnTo>
                  <a:lnTo>
                    <a:pt x="253041" y="172368"/>
                  </a:lnTo>
                  <a:lnTo>
                    <a:pt x="229399" y="149385"/>
                  </a:lnTo>
                  <a:lnTo>
                    <a:pt x="212785" y="177475"/>
                  </a:lnTo>
                  <a:lnTo>
                    <a:pt x="212785" y="206203"/>
                  </a:lnTo>
                  <a:cubicBezTo>
                    <a:pt x="228120" y="213225"/>
                    <a:pt x="235150" y="231739"/>
                    <a:pt x="227482" y="247060"/>
                  </a:cubicBezTo>
                  <a:cubicBezTo>
                    <a:pt x="222370" y="257913"/>
                    <a:pt x="211507" y="264935"/>
                    <a:pt x="200005" y="264935"/>
                  </a:cubicBezTo>
                  <a:lnTo>
                    <a:pt x="100322" y="264935"/>
                  </a:lnTo>
                  <a:cubicBezTo>
                    <a:pt x="83708" y="264935"/>
                    <a:pt x="69650" y="251529"/>
                    <a:pt x="69650" y="234292"/>
                  </a:cubicBezTo>
                  <a:cubicBezTo>
                    <a:pt x="69650" y="220886"/>
                    <a:pt x="77957" y="209395"/>
                    <a:pt x="90737" y="205564"/>
                  </a:cubicBezTo>
                  <a:cubicBezTo>
                    <a:pt x="90098" y="203649"/>
                    <a:pt x="89459" y="201095"/>
                    <a:pt x="89459" y="199180"/>
                  </a:cubicBezTo>
                  <a:lnTo>
                    <a:pt x="89459" y="181305"/>
                  </a:lnTo>
                  <a:cubicBezTo>
                    <a:pt x="89459" y="171729"/>
                    <a:pt x="97127" y="163430"/>
                    <a:pt x="107351" y="163430"/>
                  </a:cubicBezTo>
                  <a:lnTo>
                    <a:pt x="130355" y="163430"/>
                  </a:lnTo>
                  <a:lnTo>
                    <a:pt x="132911" y="150662"/>
                  </a:lnTo>
                  <a:cubicBezTo>
                    <a:pt x="133550" y="141086"/>
                    <a:pt x="141217" y="133425"/>
                    <a:pt x="150802" y="133425"/>
                  </a:cubicBezTo>
                  <a:lnTo>
                    <a:pt x="168695" y="133425"/>
                  </a:lnTo>
                  <a:cubicBezTo>
                    <a:pt x="177641" y="133425"/>
                    <a:pt x="185947" y="140448"/>
                    <a:pt x="186586" y="150024"/>
                  </a:cubicBezTo>
                  <a:lnTo>
                    <a:pt x="214063" y="98952"/>
                  </a:lnTo>
                  <a:cubicBezTo>
                    <a:pt x="215980" y="95760"/>
                    <a:pt x="219814" y="94483"/>
                    <a:pt x="223009" y="96398"/>
                  </a:cubicBezTo>
                  <a:cubicBezTo>
                    <a:pt x="223648" y="96398"/>
                    <a:pt x="223648" y="97037"/>
                    <a:pt x="224287" y="97037"/>
                  </a:cubicBezTo>
                  <a:lnTo>
                    <a:pt x="292020" y="157684"/>
                  </a:lnTo>
                  <a:cubicBezTo>
                    <a:pt x="292659" y="158323"/>
                    <a:pt x="293298" y="159600"/>
                    <a:pt x="293937" y="160876"/>
                  </a:cubicBezTo>
                  <a:cubicBezTo>
                    <a:pt x="293937" y="165984"/>
                    <a:pt x="294576" y="171729"/>
                    <a:pt x="293298" y="176836"/>
                  </a:cubicBezTo>
                  <a:lnTo>
                    <a:pt x="293298" y="176836"/>
                  </a:lnTo>
                  <a:close/>
                </a:path>
              </a:pathLst>
            </a:custGeom>
            <a:solidFill>
              <a:srgbClr val="00A3E0"/>
            </a:solidFill>
            <a:ln w="6390" cap="flat">
              <a:noFill/>
              <a:prstDash val="solid"/>
              <a:miter/>
            </a:ln>
          </p:spPr>
          <p:txBody>
            <a:bodyPr rtlCol="0" anchor="ctr"/>
            <a:lstStyle/>
            <a:p>
              <a:endParaRPr lang="en-US"/>
            </a:p>
          </p:txBody>
        </p:sp>
      </p:grpSp>
      <p:grpSp>
        <p:nvGrpSpPr>
          <p:cNvPr id="883" name="Graphic 4">
            <a:extLst>
              <a:ext uri="{FF2B5EF4-FFF2-40B4-BE49-F238E27FC236}">
                <a16:creationId xmlns:a16="http://schemas.microsoft.com/office/drawing/2014/main" id="{8573036E-FD5C-D641-8BBE-B9FD375E7F78}"/>
              </a:ext>
            </a:extLst>
          </p:cNvPr>
          <p:cNvGrpSpPr>
            <a:grpSpLocks noChangeAspect="1"/>
          </p:cNvGrpSpPr>
          <p:nvPr/>
        </p:nvGrpSpPr>
        <p:grpSpPr>
          <a:xfrm>
            <a:off x="2998797" y="2855717"/>
            <a:ext cx="362309" cy="361971"/>
            <a:chOff x="2998797" y="2855717"/>
            <a:chExt cx="362309" cy="361971"/>
          </a:xfrm>
          <a:solidFill>
            <a:srgbClr val="0076A8"/>
          </a:solidFill>
        </p:grpSpPr>
        <p:sp>
          <p:nvSpPr>
            <p:cNvPr id="884" name="Graphic 4">
              <a:extLst>
                <a:ext uri="{FF2B5EF4-FFF2-40B4-BE49-F238E27FC236}">
                  <a16:creationId xmlns:a16="http://schemas.microsoft.com/office/drawing/2014/main" id="{AD58E0C9-7ACD-2B4A-BC7F-BA0FCD44391A}"/>
                </a:ext>
              </a:extLst>
            </p:cNvPr>
            <p:cNvSpPr/>
            <p:nvPr/>
          </p:nvSpPr>
          <p:spPr>
            <a:xfrm>
              <a:off x="3148322" y="2985951"/>
              <a:ext cx="63260" cy="147470"/>
            </a:xfrm>
            <a:custGeom>
              <a:avLst/>
              <a:gdLst>
                <a:gd name="connsiteX0" fmla="*/ 63260 w 63260"/>
                <a:gd name="connsiteY0" fmla="*/ 56179 h 147470"/>
                <a:gd name="connsiteX1" fmla="*/ 63260 w 63260"/>
                <a:gd name="connsiteY1" fmla="*/ 0 h 147470"/>
                <a:gd name="connsiteX2" fmla="*/ 0 w 63260"/>
                <a:gd name="connsiteY2" fmla="*/ 0 h 147470"/>
                <a:gd name="connsiteX3" fmla="*/ 0 w 63260"/>
                <a:gd name="connsiteY3" fmla="*/ 33197 h 147470"/>
                <a:gd name="connsiteX4" fmla="*/ 19170 w 63260"/>
                <a:gd name="connsiteY4" fmla="*/ 33197 h 147470"/>
                <a:gd name="connsiteX5" fmla="*/ 25560 w 63260"/>
                <a:gd name="connsiteY5" fmla="*/ 39581 h 147470"/>
                <a:gd name="connsiteX6" fmla="*/ 25560 w 63260"/>
                <a:gd name="connsiteY6" fmla="*/ 147470 h 147470"/>
                <a:gd name="connsiteX7" fmla="*/ 38340 w 63260"/>
                <a:gd name="connsiteY7" fmla="*/ 147470 h 147470"/>
                <a:gd name="connsiteX8" fmla="*/ 38340 w 63260"/>
                <a:gd name="connsiteY8" fmla="*/ 62563 h 147470"/>
                <a:gd name="connsiteX9" fmla="*/ 44730 w 63260"/>
                <a:gd name="connsiteY9" fmla="*/ 56179 h 147470"/>
                <a:gd name="connsiteX10" fmla="*/ 63260 w 63260"/>
                <a:gd name="connsiteY10" fmla="*/ 56179 h 147470"/>
                <a:gd name="connsiteX11" fmla="*/ 18531 w 63260"/>
                <a:gd name="connsiteY11" fmla="*/ 22344 h 147470"/>
                <a:gd name="connsiteX12" fmla="*/ 12141 w 63260"/>
                <a:gd name="connsiteY12" fmla="*/ 15960 h 147470"/>
                <a:gd name="connsiteX13" fmla="*/ 18531 w 63260"/>
                <a:gd name="connsiteY13" fmla="*/ 9576 h 147470"/>
                <a:gd name="connsiteX14" fmla="*/ 44091 w 63260"/>
                <a:gd name="connsiteY14" fmla="*/ 9576 h 147470"/>
                <a:gd name="connsiteX15" fmla="*/ 50480 w 63260"/>
                <a:gd name="connsiteY15" fmla="*/ 15960 h 147470"/>
                <a:gd name="connsiteX16" fmla="*/ 44091 w 63260"/>
                <a:gd name="connsiteY16" fmla="*/ 22344 h 147470"/>
                <a:gd name="connsiteX17" fmla="*/ 18531 w 63260"/>
                <a:gd name="connsiteY17" fmla="*/ 22344 h 147470"/>
                <a:gd name="connsiteX18" fmla="*/ 36423 w 63260"/>
                <a:gd name="connsiteY18" fmla="*/ 38942 h 147470"/>
                <a:gd name="connsiteX19" fmla="*/ 42812 w 63260"/>
                <a:gd name="connsiteY19" fmla="*/ 32558 h 147470"/>
                <a:gd name="connsiteX20" fmla="*/ 43451 w 63260"/>
                <a:gd name="connsiteY20" fmla="*/ 32558 h 147470"/>
                <a:gd name="connsiteX21" fmla="*/ 49841 w 63260"/>
                <a:gd name="connsiteY21" fmla="*/ 38942 h 147470"/>
                <a:gd name="connsiteX22" fmla="*/ 43451 w 63260"/>
                <a:gd name="connsiteY22" fmla="*/ 45326 h 147470"/>
                <a:gd name="connsiteX23" fmla="*/ 36423 w 63260"/>
                <a:gd name="connsiteY23" fmla="*/ 38942 h 147470"/>
                <a:gd name="connsiteX24" fmla="*/ 36423 w 63260"/>
                <a:gd name="connsiteY24" fmla="*/ 38942 h 147470"/>
                <a:gd name="connsiteX25" fmla="*/ 36423 w 63260"/>
                <a:gd name="connsiteY25" fmla="*/ 38942 h 147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3260" h="147470">
                  <a:moveTo>
                    <a:pt x="63260" y="56179"/>
                  </a:moveTo>
                  <a:lnTo>
                    <a:pt x="63260" y="0"/>
                  </a:lnTo>
                  <a:lnTo>
                    <a:pt x="0" y="0"/>
                  </a:lnTo>
                  <a:lnTo>
                    <a:pt x="0" y="33197"/>
                  </a:lnTo>
                  <a:lnTo>
                    <a:pt x="19170" y="33197"/>
                  </a:lnTo>
                  <a:cubicBezTo>
                    <a:pt x="23004" y="33197"/>
                    <a:pt x="25560" y="35750"/>
                    <a:pt x="25560" y="39581"/>
                  </a:cubicBezTo>
                  <a:lnTo>
                    <a:pt x="25560" y="147470"/>
                  </a:lnTo>
                  <a:lnTo>
                    <a:pt x="38340" y="147470"/>
                  </a:lnTo>
                  <a:lnTo>
                    <a:pt x="38340" y="62563"/>
                  </a:lnTo>
                  <a:cubicBezTo>
                    <a:pt x="38340" y="58733"/>
                    <a:pt x="40896" y="56179"/>
                    <a:pt x="44730" y="56179"/>
                  </a:cubicBezTo>
                  <a:lnTo>
                    <a:pt x="63260" y="56179"/>
                  </a:lnTo>
                  <a:close/>
                  <a:moveTo>
                    <a:pt x="18531" y="22344"/>
                  </a:moveTo>
                  <a:cubicBezTo>
                    <a:pt x="14697" y="22344"/>
                    <a:pt x="12141" y="19790"/>
                    <a:pt x="12141" y="15960"/>
                  </a:cubicBezTo>
                  <a:cubicBezTo>
                    <a:pt x="12141" y="12130"/>
                    <a:pt x="14697" y="9576"/>
                    <a:pt x="18531" y="9576"/>
                  </a:cubicBezTo>
                  <a:lnTo>
                    <a:pt x="44091" y="9576"/>
                  </a:lnTo>
                  <a:cubicBezTo>
                    <a:pt x="47925" y="9576"/>
                    <a:pt x="50480" y="12130"/>
                    <a:pt x="50480" y="15960"/>
                  </a:cubicBezTo>
                  <a:cubicBezTo>
                    <a:pt x="50480" y="19790"/>
                    <a:pt x="47925" y="22344"/>
                    <a:pt x="44091" y="22344"/>
                  </a:cubicBezTo>
                  <a:lnTo>
                    <a:pt x="18531" y="22344"/>
                  </a:lnTo>
                  <a:close/>
                  <a:moveTo>
                    <a:pt x="36423" y="38942"/>
                  </a:moveTo>
                  <a:cubicBezTo>
                    <a:pt x="36423" y="35112"/>
                    <a:pt x="38978" y="32558"/>
                    <a:pt x="42812" y="32558"/>
                  </a:cubicBezTo>
                  <a:lnTo>
                    <a:pt x="43451" y="32558"/>
                  </a:lnTo>
                  <a:cubicBezTo>
                    <a:pt x="47285" y="32558"/>
                    <a:pt x="49841" y="35112"/>
                    <a:pt x="49841" y="38942"/>
                  </a:cubicBezTo>
                  <a:cubicBezTo>
                    <a:pt x="49841" y="42773"/>
                    <a:pt x="47285" y="45326"/>
                    <a:pt x="43451" y="45326"/>
                  </a:cubicBezTo>
                  <a:cubicBezTo>
                    <a:pt x="39617" y="45326"/>
                    <a:pt x="36423" y="42773"/>
                    <a:pt x="36423" y="38942"/>
                  </a:cubicBezTo>
                  <a:cubicBezTo>
                    <a:pt x="36423" y="38942"/>
                    <a:pt x="36423" y="38942"/>
                    <a:pt x="36423" y="38942"/>
                  </a:cubicBezTo>
                  <a:lnTo>
                    <a:pt x="36423" y="38942"/>
                  </a:lnTo>
                  <a:close/>
                </a:path>
              </a:pathLst>
            </a:custGeom>
            <a:solidFill>
              <a:srgbClr val="0076A8"/>
            </a:solidFill>
            <a:ln w="6390" cap="flat">
              <a:noFill/>
              <a:prstDash val="solid"/>
              <a:miter/>
            </a:ln>
          </p:spPr>
          <p:txBody>
            <a:bodyPr rtlCol="0" anchor="ctr"/>
            <a:lstStyle/>
            <a:p>
              <a:endParaRPr lang="en-US"/>
            </a:p>
          </p:txBody>
        </p:sp>
        <p:sp>
          <p:nvSpPr>
            <p:cNvPr id="885" name="Graphic 4">
              <a:extLst>
                <a:ext uri="{FF2B5EF4-FFF2-40B4-BE49-F238E27FC236}">
                  <a16:creationId xmlns:a16="http://schemas.microsoft.com/office/drawing/2014/main" id="{BD337A77-ECB1-2B49-AE7E-C2563FF046F8}"/>
                </a:ext>
              </a:extLst>
            </p:cNvPr>
            <p:cNvSpPr/>
            <p:nvPr/>
          </p:nvSpPr>
          <p:spPr>
            <a:xfrm>
              <a:off x="3166852" y="2962968"/>
              <a:ext cx="25559" cy="9575"/>
            </a:xfrm>
            <a:custGeom>
              <a:avLst/>
              <a:gdLst>
                <a:gd name="connsiteX0" fmla="*/ 25560 w 25559"/>
                <a:gd name="connsiteY0" fmla="*/ 0 h 9575"/>
                <a:gd name="connsiteX1" fmla="*/ 22365 w 25559"/>
                <a:gd name="connsiteY1" fmla="*/ 0 h 9575"/>
                <a:gd name="connsiteX2" fmla="*/ 3195 w 25559"/>
                <a:gd name="connsiteY2" fmla="*/ 0 h 9575"/>
                <a:gd name="connsiteX3" fmla="*/ 0 w 25559"/>
                <a:gd name="connsiteY3" fmla="*/ 0 h 9575"/>
                <a:gd name="connsiteX4" fmla="*/ 0 w 25559"/>
                <a:gd name="connsiteY4" fmla="*/ 9576 h 9575"/>
                <a:gd name="connsiteX5" fmla="*/ 25560 w 25559"/>
                <a:gd name="connsiteY5" fmla="*/ 9576 h 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59" h="9575">
                  <a:moveTo>
                    <a:pt x="25560" y="0"/>
                  </a:moveTo>
                  <a:lnTo>
                    <a:pt x="22365" y="0"/>
                  </a:lnTo>
                  <a:lnTo>
                    <a:pt x="3195" y="0"/>
                  </a:lnTo>
                  <a:lnTo>
                    <a:pt x="0" y="0"/>
                  </a:lnTo>
                  <a:lnTo>
                    <a:pt x="0" y="9576"/>
                  </a:lnTo>
                  <a:lnTo>
                    <a:pt x="25560" y="9576"/>
                  </a:lnTo>
                  <a:close/>
                </a:path>
              </a:pathLst>
            </a:custGeom>
            <a:solidFill>
              <a:srgbClr val="0076A8"/>
            </a:solidFill>
            <a:ln w="6390" cap="flat">
              <a:noFill/>
              <a:prstDash val="solid"/>
              <a:miter/>
            </a:ln>
          </p:spPr>
          <p:txBody>
            <a:bodyPr rtlCol="0" anchor="ctr"/>
            <a:lstStyle/>
            <a:p>
              <a:endParaRPr lang="en-US"/>
            </a:p>
          </p:txBody>
        </p:sp>
        <p:sp>
          <p:nvSpPr>
            <p:cNvPr id="886" name="Graphic 4">
              <a:extLst>
                <a:ext uri="{FF2B5EF4-FFF2-40B4-BE49-F238E27FC236}">
                  <a16:creationId xmlns:a16="http://schemas.microsoft.com/office/drawing/2014/main" id="{9D6B2A43-E4C8-EE4E-9525-5B156ED41408}"/>
                </a:ext>
              </a:extLst>
            </p:cNvPr>
            <p:cNvSpPr/>
            <p:nvPr/>
          </p:nvSpPr>
          <p:spPr>
            <a:xfrm>
              <a:off x="2998797" y="28557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276045 w 362309"/>
                <a:gd name="connsiteY6" fmla="*/ 283449 h 361971"/>
                <a:gd name="connsiteX7" fmla="*/ 269655 w 362309"/>
                <a:gd name="connsiteY7" fmla="*/ 289833 h 361971"/>
                <a:gd name="connsiteX8" fmla="*/ 92015 w 362309"/>
                <a:gd name="connsiteY8" fmla="*/ 289833 h 361971"/>
                <a:gd name="connsiteX9" fmla="*/ 85625 w 362309"/>
                <a:gd name="connsiteY9" fmla="*/ 283449 h 361971"/>
                <a:gd name="connsiteX10" fmla="*/ 85625 w 362309"/>
                <a:gd name="connsiteY10" fmla="*/ 169176 h 361971"/>
                <a:gd name="connsiteX11" fmla="*/ 92015 w 362309"/>
                <a:gd name="connsiteY11" fmla="*/ 162792 h 361971"/>
                <a:gd name="connsiteX12" fmla="*/ 136745 w 362309"/>
                <a:gd name="connsiteY12" fmla="*/ 162792 h 361971"/>
                <a:gd name="connsiteX13" fmla="*/ 136745 w 362309"/>
                <a:gd name="connsiteY13" fmla="*/ 123211 h 361971"/>
                <a:gd name="connsiteX14" fmla="*/ 143135 w 362309"/>
                <a:gd name="connsiteY14" fmla="*/ 116827 h 361971"/>
                <a:gd name="connsiteX15" fmla="*/ 155915 w 362309"/>
                <a:gd name="connsiteY15" fmla="*/ 116827 h 361971"/>
                <a:gd name="connsiteX16" fmla="*/ 155915 w 362309"/>
                <a:gd name="connsiteY16" fmla="*/ 100228 h 361971"/>
                <a:gd name="connsiteX17" fmla="*/ 162305 w 362309"/>
                <a:gd name="connsiteY17" fmla="*/ 93844 h 361971"/>
                <a:gd name="connsiteX18" fmla="*/ 165500 w 362309"/>
                <a:gd name="connsiteY18" fmla="*/ 93844 h 361971"/>
                <a:gd name="connsiteX19" fmla="*/ 165500 w 362309"/>
                <a:gd name="connsiteY19" fmla="*/ 77246 h 361971"/>
                <a:gd name="connsiteX20" fmla="*/ 171889 w 362309"/>
                <a:gd name="connsiteY20" fmla="*/ 70862 h 361971"/>
                <a:gd name="connsiteX21" fmla="*/ 191059 w 362309"/>
                <a:gd name="connsiteY21" fmla="*/ 70862 h 361971"/>
                <a:gd name="connsiteX22" fmla="*/ 197449 w 362309"/>
                <a:gd name="connsiteY22" fmla="*/ 77246 h 361971"/>
                <a:gd name="connsiteX23" fmla="*/ 197449 w 362309"/>
                <a:gd name="connsiteY23" fmla="*/ 93844 h 361971"/>
                <a:gd name="connsiteX24" fmla="*/ 200644 w 362309"/>
                <a:gd name="connsiteY24" fmla="*/ 93844 h 361971"/>
                <a:gd name="connsiteX25" fmla="*/ 207034 w 362309"/>
                <a:gd name="connsiteY25" fmla="*/ 100228 h 361971"/>
                <a:gd name="connsiteX26" fmla="*/ 207034 w 362309"/>
                <a:gd name="connsiteY26" fmla="*/ 116827 h 361971"/>
                <a:gd name="connsiteX27" fmla="*/ 219814 w 362309"/>
                <a:gd name="connsiteY27" fmla="*/ 116827 h 361971"/>
                <a:gd name="connsiteX28" fmla="*/ 226204 w 362309"/>
                <a:gd name="connsiteY28" fmla="*/ 123211 h 361971"/>
                <a:gd name="connsiteX29" fmla="*/ 226204 w 362309"/>
                <a:gd name="connsiteY29" fmla="*/ 185774 h 361971"/>
                <a:gd name="connsiteX30" fmla="*/ 270934 w 362309"/>
                <a:gd name="connsiteY30" fmla="*/ 185774 h 361971"/>
                <a:gd name="connsiteX31" fmla="*/ 277323 w 362309"/>
                <a:gd name="connsiteY31" fmla="*/ 192158 h 361971"/>
                <a:gd name="connsiteX32" fmla="*/ 276045 w 362309"/>
                <a:gd name="connsiteY32" fmla="*/ 28344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309" h="361971">
                  <a:moveTo>
                    <a:pt x="180835" y="0"/>
                  </a:moveTo>
                  <a:cubicBezTo>
                    <a:pt x="80513" y="0"/>
                    <a:pt x="0" y="81076"/>
                    <a:pt x="0" y="181305"/>
                  </a:cubicBezTo>
                  <a:cubicBezTo>
                    <a:pt x="0" y="281533"/>
                    <a:pt x="81152" y="361972"/>
                    <a:pt x="181474" y="361972"/>
                  </a:cubicBezTo>
                  <a:cubicBezTo>
                    <a:pt x="281157" y="361972"/>
                    <a:pt x="362310" y="280895"/>
                    <a:pt x="362310" y="180667"/>
                  </a:cubicBezTo>
                  <a:cubicBezTo>
                    <a:pt x="362310" y="80438"/>
                    <a:pt x="281157" y="0"/>
                    <a:pt x="180835" y="0"/>
                  </a:cubicBezTo>
                  <a:cubicBezTo>
                    <a:pt x="180835" y="0"/>
                    <a:pt x="180835" y="0"/>
                    <a:pt x="180835" y="0"/>
                  </a:cubicBezTo>
                  <a:close/>
                  <a:moveTo>
                    <a:pt x="276045" y="283449"/>
                  </a:moveTo>
                  <a:cubicBezTo>
                    <a:pt x="276045" y="287279"/>
                    <a:pt x="273489" y="289833"/>
                    <a:pt x="269655" y="289833"/>
                  </a:cubicBezTo>
                  <a:lnTo>
                    <a:pt x="92015" y="289833"/>
                  </a:lnTo>
                  <a:cubicBezTo>
                    <a:pt x="88181" y="289833"/>
                    <a:pt x="85625" y="287279"/>
                    <a:pt x="85625" y="283449"/>
                  </a:cubicBezTo>
                  <a:lnTo>
                    <a:pt x="85625" y="169176"/>
                  </a:lnTo>
                  <a:cubicBezTo>
                    <a:pt x="85625" y="165345"/>
                    <a:pt x="88181" y="162792"/>
                    <a:pt x="92015" y="162792"/>
                  </a:cubicBezTo>
                  <a:lnTo>
                    <a:pt x="136745" y="162792"/>
                  </a:lnTo>
                  <a:lnTo>
                    <a:pt x="136745" y="123211"/>
                  </a:lnTo>
                  <a:cubicBezTo>
                    <a:pt x="136745" y="119380"/>
                    <a:pt x="139301" y="116827"/>
                    <a:pt x="143135" y="116827"/>
                  </a:cubicBezTo>
                  <a:lnTo>
                    <a:pt x="155915" y="116827"/>
                  </a:lnTo>
                  <a:lnTo>
                    <a:pt x="155915" y="100228"/>
                  </a:lnTo>
                  <a:cubicBezTo>
                    <a:pt x="155915" y="96398"/>
                    <a:pt x="158471" y="93844"/>
                    <a:pt x="162305" y="93844"/>
                  </a:cubicBezTo>
                  <a:lnTo>
                    <a:pt x="165500" y="93844"/>
                  </a:lnTo>
                  <a:lnTo>
                    <a:pt x="165500" y="77246"/>
                  </a:lnTo>
                  <a:cubicBezTo>
                    <a:pt x="165500" y="73416"/>
                    <a:pt x="168055" y="70862"/>
                    <a:pt x="171889" y="70862"/>
                  </a:cubicBezTo>
                  <a:lnTo>
                    <a:pt x="191059" y="70862"/>
                  </a:lnTo>
                  <a:cubicBezTo>
                    <a:pt x="194893" y="70862"/>
                    <a:pt x="197449" y="73416"/>
                    <a:pt x="197449" y="77246"/>
                  </a:cubicBezTo>
                  <a:lnTo>
                    <a:pt x="197449" y="93844"/>
                  </a:lnTo>
                  <a:lnTo>
                    <a:pt x="200644" y="93844"/>
                  </a:lnTo>
                  <a:cubicBezTo>
                    <a:pt x="204478" y="93844"/>
                    <a:pt x="207034" y="96398"/>
                    <a:pt x="207034" y="100228"/>
                  </a:cubicBezTo>
                  <a:lnTo>
                    <a:pt x="207034" y="116827"/>
                  </a:lnTo>
                  <a:lnTo>
                    <a:pt x="219814" y="116827"/>
                  </a:lnTo>
                  <a:cubicBezTo>
                    <a:pt x="223648" y="116827"/>
                    <a:pt x="226204" y="119380"/>
                    <a:pt x="226204" y="123211"/>
                  </a:cubicBezTo>
                  <a:lnTo>
                    <a:pt x="226204" y="185774"/>
                  </a:lnTo>
                  <a:lnTo>
                    <a:pt x="270934" y="185774"/>
                  </a:lnTo>
                  <a:cubicBezTo>
                    <a:pt x="274767" y="185774"/>
                    <a:pt x="277323" y="188327"/>
                    <a:pt x="277323" y="192158"/>
                  </a:cubicBezTo>
                  <a:lnTo>
                    <a:pt x="276045" y="283449"/>
                  </a:lnTo>
                  <a:close/>
                </a:path>
              </a:pathLst>
            </a:custGeom>
            <a:solidFill>
              <a:srgbClr val="0076A8"/>
            </a:solidFill>
            <a:ln w="6390" cap="flat">
              <a:noFill/>
              <a:prstDash val="solid"/>
              <a:miter/>
            </a:ln>
          </p:spPr>
          <p:txBody>
            <a:bodyPr rtlCol="0" anchor="ctr"/>
            <a:lstStyle/>
            <a:p>
              <a:endParaRPr lang="en-US"/>
            </a:p>
          </p:txBody>
        </p:sp>
        <p:sp>
          <p:nvSpPr>
            <p:cNvPr id="887" name="Graphic 4">
              <a:extLst>
                <a:ext uri="{FF2B5EF4-FFF2-40B4-BE49-F238E27FC236}">
                  <a16:creationId xmlns:a16="http://schemas.microsoft.com/office/drawing/2014/main" id="{44A70919-BCC2-804C-B5DC-AB3A00BE9A18}"/>
                </a:ext>
              </a:extLst>
            </p:cNvPr>
            <p:cNvSpPr/>
            <p:nvPr/>
          </p:nvSpPr>
          <p:spPr>
            <a:xfrm>
              <a:off x="3097841" y="3031277"/>
              <a:ext cx="63260" cy="101505"/>
            </a:xfrm>
            <a:custGeom>
              <a:avLst/>
              <a:gdLst>
                <a:gd name="connsiteX0" fmla="*/ 12141 w 63260"/>
                <a:gd name="connsiteY0" fmla="*/ 85545 h 101505"/>
                <a:gd name="connsiteX1" fmla="*/ 18531 w 63260"/>
                <a:gd name="connsiteY1" fmla="*/ 79161 h 101505"/>
                <a:gd name="connsiteX2" fmla="*/ 24921 w 63260"/>
                <a:gd name="connsiteY2" fmla="*/ 85545 h 101505"/>
                <a:gd name="connsiteX3" fmla="*/ 24921 w 63260"/>
                <a:gd name="connsiteY3" fmla="*/ 101505 h 101505"/>
                <a:gd name="connsiteX4" fmla="*/ 63261 w 63260"/>
                <a:gd name="connsiteY4" fmla="*/ 101505 h 101505"/>
                <a:gd name="connsiteX5" fmla="*/ 63261 w 63260"/>
                <a:gd name="connsiteY5" fmla="*/ 0 h 101505"/>
                <a:gd name="connsiteX6" fmla="*/ 0 w 63260"/>
                <a:gd name="connsiteY6" fmla="*/ 0 h 101505"/>
                <a:gd name="connsiteX7" fmla="*/ 0 w 63260"/>
                <a:gd name="connsiteY7" fmla="*/ 101505 h 101505"/>
                <a:gd name="connsiteX8" fmla="*/ 12780 w 63260"/>
                <a:gd name="connsiteY8" fmla="*/ 101505 h 101505"/>
                <a:gd name="connsiteX9" fmla="*/ 12141 w 63260"/>
                <a:gd name="connsiteY9" fmla="*/ 85545 h 101505"/>
                <a:gd name="connsiteX10" fmla="*/ 44091 w 63260"/>
                <a:gd name="connsiteY10" fmla="*/ 91929 h 101505"/>
                <a:gd name="connsiteX11" fmla="*/ 37701 w 63260"/>
                <a:gd name="connsiteY11" fmla="*/ 85545 h 101505"/>
                <a:gd name="connsiteX12" fmla="*/ 44091 w 63260"/>
                <a:gd name="connsiteY12" fmla="*/ 79161 h 101505"/>
                <a:gd name="connsiteX13" fmla="*/ 44730 w 63260"/>
                <a:gd name="connsiteY13" fmla="*/ 79161 h 101505"/>
                <a:gd name="connsiteX14" fmla="*/ 51119 w 63260"/>
                <a:gd name="connsiteY14" fmla="*/ 85545 h 101505"/>
                <a:gd name="connsiteX15" fmla="*/ 44091 w 63260"/>
                <a:gd name="connsiteY15" fmla="*/ 91929 h 101505"/>
                <a:gd name="connsiteX16" fmla="*/ 44091 w 63260"/>
                <a:gd name="connsiteY16" fmla="*/ 91929 h 101505"/>
                <a:gd name="connsiteX17" fmla="*/ 18531 w 63260"/>
                <a:gd name="connsiteY17" fmla="*/ 10853 h 101505"/>
                <a:gd name="connsiteX18" fmla="*/ 44091 w 63260"/>
                <a:gd name="connsiteY18" fmla="*/ 10853 h 101505"/>
                <a:gd name="connsiteX19" fmla="*/ 50481 w 63260"/>
                <a:gd name="connsiteY19" fmla="*/ 17237 h 101505"/>
                <a:gd name="connsiteX20" fmla="*/ 44091 w 63260"/>
                <a:gd name="connsiteY20" fmla="*/ 23621 h 101505"/>
                <a:gd name="connsiteX21" fmla="*/ 18531 w 63260"/>
                <a:gd name="connsiteY21" fmla="*/ 23621 h 101505"/>
                <a:gd name="connsiteX22" fmla="*/ 12141 w 63260"/>
                <a:gd name="connsiteY22" fmla="*/ 17237 h 101505"/>
                <a:gd name="connsiteX23" fmla="*/ 18531 w 63260"/>
                <a:gd name="connsiteY23" fmla="*/ 10853 h 101505"/>
                <a:gd name="connsiteX24" fmla="*/ 18531 w 63260"/>
                <a:gd name="connsiteY24" fmla="*/ 33197 h 101505"/>
                <a:gd name="connsiteX25" fmla="*/ 44091 w 63260"/>
                <a:gd name="connsiteY25" fmla="*/ 33197 h 101505"/>
                <a:gd name="connsiteX26" fmla="*/ 50481 w 63260"/>
                <a:gd name="connsiteY26" fmla="*/ 39581 h 101505"/>
                <a:gd name="connsiteX27" fmla="*/ 44091 w 63260"/>
                <a:gd name="connsiteY27" fmla="*/ 45965 h 101505"/>
                <a:gd name="connsiteX28" fmla="*/ 18531 w 63260"/>
                <a:gd name="connsiteY28" fmla="*/ 45965 h 101505"/>
                <a:gd name="connsiteX29" fmla="*/ 12141 w 63260"/>
                <a:gd name="connsiteY29" fmla="*/ 39581 h 101505"/>
                <a:gd name="connsiteX30" fmla="*/ 18531 w 63260"/>
                <a:gd name="connsiteY30" fmla="*/ 33197 h 101505"/>
                <a:gd name="connsiteX31" fmla="*/ 18531 w 63260"/>
                <a:gd name="connsiteY31" fmla="*/ 56179 h 101505"/>
                <a:gd name="connsiteX32" fmla="*/ 44091 w 63260"/>
                <a:gd name="connsiteY32" fmla="*/ 56179 h 101505"/>
                <a:gd name="connsiteX33" fmla="*/ 50481 w 63260"/>
                <a:gd name="connsiteY33" fmla="*/ 62563 h 101505"/>
                <a:gd name="connsiteX34" fmla="*/ 44091 w 63260"/>
                <a:gd name="connsiteY34" fmla="*/ 68947 h 101505"/>
                <a:gd name="connsiteX35" fmla="*/ 18531 w 63260"/>
                <a:gd name="connsiteY35" fmla="*/ 68947 h 101505"/>
                <a:gd name="connsiteX36" fmla="*/ 12141 w 63260"/>
                <a:gd name="connsiteY36" fmla="*/ 62563 h 101505"/>
                <a:gd name="connsiteX37" fmla="*/ 18531 w 63260"/>
                <a:gd name="connsiteY37" fmla="*/ 56179 h 101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3260" h="101505">
                  <a:moveTo>
                    <a:pt x="12141" y="85545"/>
                  </a:moveTo>
                  <a:cubicBezTo>
                    <a:pt x="12141" y="81715"/>
                    <a:pt x="14697" y="79161"/>
                    <a:pt x="18531" y="79161"/>
                  </a:cubicBezTo>
                  <a:cubicBezTo>
                    <a:pt x="22365" y="79161"/>
                    <a:pt x="24921" y="81715"/>
                    <a:pt x="24921" y="85545"/>
                  </a:cubicBezTo>
                  <a:lnTo>
                    <a:pt x="24921" y="101505"/>
                  </a:lnTo>
                  <a:lnTo>
                    <a:pt x="63261" y="101505"/>
                  </a:lnTo>
                  <a:lnTo>
                    <a:pt x="63261" y="0"/>
                  </a:lnTo>
                  <a:lnTo>
                    <a:pt x="0" y="0"/>
                  </a:lnTo>
                  <a:lnTo>
                    <a:pt x="0" y="101505"/>
                  </a:lnTo>
                  <a:lnTo>
                    <a:pt x="12780" y="101505"/>
                  </a:lnTo>
                  <a:lnTo>
                    <a:pt x="12141" y="85545"/>
                  </a:lnTo>
                  <a:close/>
                  <a:moveTo>
                    <a:pt x="44091" y="91929"/>
                  </a:moveTo>
                  <a:cubicBezTo>
                    <a:pt x="40257" y="91929"/>
                    <a:pt x="37701" y="89376"/>
                    <a:pt x="37701" y="85545"/>
                  </a:cubicBezTo>
                  <a:cubicBezTo>
                    <a:pt x="37701" y="81715"/>
                    <a:pt x="40257" y="79161"/>
                    <a:pt x="44091" y="79161"/>
                  </a:cubicBezTo>
                  <a:lnTo>
                    <a:pt x="44730" y="79161"/>
                  </a:lnTo>
                  <a:cubicBezTo>
                    <a:pt x="48564" y="79161"/>
                    <a:pt x="51119" y="81715"/>
                    <a:pt x="51119" y="85545"/>
                  </a:cubicBezTo>
                  <a:cubicBezTo>
                    <a:pt x="51119" y="89376"/>
                    <a:pt x="47925" y="91929"/>
                    <a:pt x="44091" y="91929"/>
                  </a:cubicBezTo>
                  <a:lnTo>
                    <a:pt x="44091" y="91929"/>
                  </a:lnTo>
                  <a:close/>
                  <a:moveTo>
                    <a:pt x="18531" y="10853"/>
                  </a:moveTo>
                  <a:lnTo>
                    <a:pt x="44091" y="10853"/>
                  </a:lnTo>
                  <a:cubicBezTo>
                    <a:pt x="47925" y="10853"/>
                    <a:pt x="50481" y="13406"/>
                    <a:pt x="50481" y="17237"/>
                  </a:cubicBezTo>
                  <a:cubicBezTo>
                    <a:pt x="50481" y="21067"/>
                    <a:pt x="47925" y="23621"/>
                    <a:pt x="44091" y="23621"/>
                  </a:cubicBezTo>
                  <a:lnTo>
                    <a:pt x="18531" y="23621"/>
                  </a:lnTo>
                  <a:cubicBezTo>
                    <a:pt x="14697" y="23621"/>
                    <a:pt x="12141" y="21067"/>
                    <a:pt x="12141" y="17237"/>
                  </a:cubicBezTo>
                  <a:cubicBezTo>
                    <a:pt x="12141" y="13406"/>
                    <a:pt x="14697" y="10853"/>
                    <a:pt x="18531" y="10853"/>
                  </a:cubicBezTo>
                  <a:close/>
                  <a:moveTo>
                    <a:pt x="18531" y="33197"/>
                  </a:moveTo>
                  <a:lnTo>
                    <a:pt x="44091" y="33197"/>
                  </a:lnTo>
                  <a:cubicBezTo>
                    <a:pt x="47925" y="33197"/>
                    <a:pt x="50481" y="35750"/>
                    <a:pt x="50481" y="39581"/>
                  </a:cubicBezTo>
                  <a:cubicBezTo>
                    <a:pt x="50481" y="43411"/>
                    <a:pt x="47925" y="45965"/>
                    <a:pt x="44091" y="45965"/>
                  </a:cubicBezTo>
                  <a:lnTo>
                    <a:pt x="18531" y="45965"/>
                  </a:lnTo>
                  <a:cubicBezTo>
                    <a:pt x="14697" y="45965"/>
                    <a:pt x="12141" y="43411"/>
                    <a:pt x="12141" y="39581"/>
                  </a:cubicBezTo>
                  <a:cubicBezTo>
                    <a:pt x="12141" y="35750"/>
                    <a:pt x="14697" y="33197"/>
                    <a:pt x="18531" y="33197"/>
                  </a:cubicBezTo>
                  <a:close/>
                  <a:moveTo>
                    <a:pt x="18531" y="56179"/>
                  </a:moveTo>
                  <a:lnTo>
                    <a:pt x="44091" y="56179"/>
                  </a:lnTo>
                  <a:cubicBezTo>
                    <a:pt x="47925" y="56179"/>
                    <a:pt x="50481" y="58733"/>
                    <a:pt x="50481" y="62563"/>
                  </a:cubicBezTo>
                  <a:cubicBezTo>
                    <a:pt x="50481" y="66393"/>
                    <a:pt x="47925" y="68947"/>
                    <a:pt x="44091" y="68947"/>
                  </a:cubicBezTo>
                  <a:lnTo>
                    <a:pt x="18531" y="68947"/>
                  </a:lnTo>
                  <a:cubicBezTo>
                    <a:pt x="14697" y="68947"/>
                    <a:pt x="12141" y="66393"/>
                    <a:pt x="12141" y="62563"/>
                  </a:cubicBezTo>
                  <a:cubicBezTo>
                    <a:pt x="12141" y="58733"/>
                    <a:pt x="14697" y="56179"/>
                    <a:pt x="18531" y="56179"/>
                  </a:cubicBezTo>
                  <a:close/>
                </a:path>
              </a:pathLst>
            </a:custGeom>
            <a:solidFill>
              <a:srgbClr val="0076A8"/>
            </a:solidFill>
            <a:ln w="6390" cap="flat">
              <a:noFill/>
              <a:prstDash val="solid"/>
              <a:miter/>
            </a:ln>
          </p:spPr>
          <p:txBody>
            <a:bodyPr rtlCol="0" anchor="ctr"/>
            <a:lstStyle/>
            <a:p>
              <a:endParaRPr lang="en-US"/>
            </a:p>
          </p:txBody>
        </p:sp>
        <p:sp>
          <p:nvSpPr>
            <p:cNvPr id="888" name="Graphic 4">
              <a:extLst>
                <a:ext uri="{FF2B5EF4-FFF2-40B4-BE49-F238E27FC236}">
                  <a16:creationId xmlns:a16="http://schemas.microsoft.com/office/drawing/2014/main" id="{1F2C0B25-3F4F-104D-A8C5-28D1ECDF3F71}"/>
                </a:ext>
              </a:extLst>
            </p:cNvPr>
            <p:cNvSpPr/>
            <p:nvPr/>
          </p:nvSpPr>
          <p:spPr>
            <a:xfrm>
              <a:off x="3176437" y="2939986"/>
              <a:ext cx="6389" cy="10214"/>
            </a:xfrm>
            <a:custGeom>
              <a:avLst/>
              <a:gdLst>
                <a:gd name="connsiteX0" fmla="*/ 0 w 6389"/>
                <a:gd name="connsiteY0" fmla="*/ 0 h 10214"/>
                <a:gd name="connsiteX1" fmla="*/ 6390 w 6389"/>
                <a:gd name="connsiteY1" fmla="*/ 0 h 10214"/>
                <a:gd name="connsiteX2" fmla="*/ 6390 w 6389"/>
                <a:gd name="connsiteY2" fmla="*/ 10214 h 10214"/>
                <a:gd name="connsiteX3" fmla="*/ 0 w 6389"/>
                <a:gd name="connsiteY3" fmla="*/ 10214 h 10214"/>
              </a:gdLst>
              <a:ahLst/>
              <a:cxnLst>
                <a:cxn ang="0">
                  <a:pos x="connsiteX0" y="connsiteY0"/>
                </a:cxn>
                <a:cxn ang="0">
                  <a:pos x="connsiteX1" y="connsiteY1"/>
                </a:cxn>
                <a:cxn ang="0">
                  <a:pos x="connsiteX2" y="connsiteY2"/>
                </a:cxn>
                <a:cxn ang="0">
                  <a:pos x="connsiteX3" y="connsiteY3"/>
                </a:cxn>
              </a:cxnLst>
              <a:rect l="l" t="t" r="r" b="b"/>
              <a:pathLst>
                <a:path w="6389" h="10214">
                  <a:moveTo>
                    <a:pt x="0" y="0"/>
                  </a:moveTo>
                  <a:lnTo>
                    <a:pt x="6390" y="0"/>
                  </a:lnTo>
                  <a:lnTo>
                    <a:pt x="6390" y="10214"/>
                  </a:lnTo>
                  <a:lnTo>
                    <a:pt x="0" y="10214"/>
                  </a:lnTo>
                  <a:close/>
                </a:path>
              </a:pathLst>
            </a:custGeom>
            <a:solidFill>
              <a:srgbClr val="0076A8"/>
            </a:solidFill>
            <a:ln w="6390" cap="flat">
              <a:noFill/>
              <a:prstDash val="solid"/>
              <a:miter/>
            </a:ln>
          </p:spPr>
          <p:txBody>
            <a:bodyPr rtlCol="0" anchor="ctr"/>
            <a:lstStyle/>
            <a:p>
              <a:endParaRPr lang="en-US"/>
            </a:p>
          </p:txBody>
        </p:sp>
        <p:sp>
          <p:nvSpPr>
            <p:cNvPr id="889" name="Graphic 4">
              <a:extLst>
                <a:ext uri="{FF2B5EF4-FFF2-40B4-BE49-F238E27FC236}">
                  <a16:creationId xmlns:a16="http://schemas.microsoft.com/office/drawing/2014/main" id="{75C72BEB-FAF5-B644-902A-F3F0BD5BCB51}"/>
                </a:ext>
              </a:extLst>
            </p:cNvPr>
            <p:cNvSpPr/>
            <p:nvPr/>
          </p:nvSpPr>
          <p:spPr>
            <a:xfrm>
              <a:off x="3198802" y="3054898"/>
              <a:ext cx="63899" cy="78523"/>
            </a:xfrm>
            <a:custGeom>
              <a:avLst/>
              <a:gdLst>
                <a:gd name="connsiteX0" fmla="*/ 0 w 63899"/>
                <a:gd name="connsiteY0" fmla="*/ 0 h 78523"/>
                <a:gd name="connsiteX1" fmla="*/ 0 w 63899"/>
                <a:gd name="connsiteY1" fmla="*/ 78523 h 78523"/>
                <a:gd name="connsiteX2" fmla="*/ 12780 w 63899"/>
                <a:gd name="connsiteY2" fmla="*/ 78523 h 78523"/>
                <a:gd name="connsiteX3" fmla="*/ 12780 w 63899"/>
                <a:gd name="connsiteY3" fmla="*/ 62563 h 78523"/>
                <a:gd name="connsiteX4" fmla="*/ 19170 w 63899"/>
                <a:gd name="connsiteY4" fmla="*/ 56179 h 78523"/>
                <a:gd name="connsiteX5" fmla="*/ 25560 w 63899"/>
                <a:gd name="connsiteY5" fmla="*/ 62563 h 78523"/>
                <a:gd name="connsiteX6" fmla="*/ 25560 w 63899"/>
                <a:gd name="connsiteY6" fmla="*/ 78523 h 78523"/>
                <a:gd name="connsiteX7" fmla="*/ 63899 w 63899"/>
                <a:gd name="connsiteY7" fmla="*/ 78523 h 78523"/>
                <a:gd name="connsiteX8" fmla="*/ 63899 w 63899"/>
                <a:gd name="connsiteY8" fmla="*/ 0 h 78523"/>
                <a:gd name="connsiteX9" fmla="*/ 0 w 63899"/>
                <a:gd name="connsiteY9" fmla="*/ 0 h 78523"/>
                <a:gd name="connsiteX10" fmla="*/ 0 w 63899"/>
                <a:gd name="connsiteY10" fmla="*/ 0 h 78523"/>
                <a:gd name="connsiteX11" fmla="*/ 42174 w 63899"/>
                <a:gd name="connsiteY11" fmla="*/ 68309 h 78523"/>
                <a:gd name="connsiteX12" fmla="*/ 35784 w 63899"/>
                <a:gd name="connsiteY12" fmla="*/ 61925 h 78523"/>
                <a:gd name="connsiteX13" fmla="*/ 42174 w 63899"/>
                <a:gd name="connsiteY13" fmla="*/ 55541 h 78523"/>
                <a:gd name="connsiteX14" fmla="*/ 42812 w 63899"/>
                <a:gd name="connsiteY14" fmla="*/ 55541 h 78523"/>
                <a:gd name="connsiteX15" fmla="*/ 49202 w 63899"/>
                <a:gd name="connsiteY15" fmla="*/ 61925 h 78523"/>
                <a:gd name="connsiteX16" fmla="*/ 42174 w 63899"/>
                <a:gd name="connsiteY16" fmla="*/ 68309 h 78523"/>
                <a:gd name="connsiteX17" fmla="*/ 42174 w 63899"/>
                <a:gd name="connsiteY17" fmla="*/ 68309 h 78523"/>
                <a:gd name="connsiteX18" fmla="*/ 44730 w 63899"/>
                <a:gd name="connsiteY18" fmla="*/ 45326 h 78523"/>
                <a:gd name="connsiteX19" fmla="*/ 19170 w 63899"/>
                <a:gd name="connsiteY19" fmla="*/ 45326 h 78523"/>
                <a:gd name="connsiteX20" fmla="*/ 12780 w 63899"/>
                <a:gd name="connsiteY20" fmla="*/ 38942 h 78523"/>
                <a:gd name="connsiteX21" fmla="*/ 19170 w 63899"/>
                <a:gd name="connsiteY21" fmla="*/ 32558 h 78523"/>
                <a:gd name="connsiteX22" fmla="*/ 44730 w 63899"/>
                <a:gd name="connsiteY22" fmla="*/ 32558 h 78523"/>
                <a:gd name="connsiteX23" fmla="*/ 51119 w 63899"/>
                <a:gd name="connsiteY23" fmla="*/ 38942 h 78523"/>
                <a:gd name="connsiteX24" fmla="*/ 44730 w 63899"/>
                <a:gd name="connsiteY24" fmla="*/ 45326 h 78523"/>
                <a:gd name="connsiteX25" fmla="*/ 51119 w 63899"/>
                <a:gd name="connsiteY25" fmla="*/ 16598 h 78523"/>
                <a:gd name="connsiteX26" fmla="*/ 44730 w 63899"/>
                <a:gd name="connsiteY26" fmla="*/ 22982 h 78523"/>
                <a:gd name="connsiteX27" fmla="*/ 19170 w 63899"/>
                <a:gd name="connsiteY27" fmla="*/ 22982 h 78523"/>
                <a:gd name="connsiteX28" fmla="*/ 12780 w 63899"/>
                <a:gd name="connsiteY28" fmla="*/ 16598 h 78523"/>
                <a:gd name="connsiteX29" fmla="*/ 19170 w 63899"/>
                <a:gd name="connsiteY29" fmla="*/ 10214 h 78523"/>
                <a:gd name="connsiteX30" fmla="*/ 44730 w 63899"/>
                <a:gd name="connsiteY30" fmla="*/ 10214 h 78523"/>
                <a:gd name="connsiteX31" fmla="*/ 51119 w 63899"/>
                <a:gd name="connsiteY31" fmla="*/ 16598 h 78523"/>
                <a:gd name="connsiteX32" fmla="*/ 51119 w 63899"/>
                <a:gd name="connsiteY32" fmla="*/ 16598 h 78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3899" h="78523">
                  <a:moveTo>
                    <a:pt x="0" y="0"/>
                  </a:moveTo>
                  <a:lnTo>
                    <a:pt x="0" y="78523"/>
                  </a:lnTo>
                  <a:lnTo>
                    <a:pt x="12780" y="78523"/>
                  </a:lnTo>
                  <a:lnTo>
                    <a:pt x="12780" y="62563"/>
                  </a:lnTo>
                  <a:cubicBezTo>
                    <a:pt x="12780" y="58733"/>
                    <a:pt x="15336" y="56179"/>
                    <a:pt x="19170" y="56179"/>
                  </a:cubicBezTo>
                  <a:cubicBezTo>
                    <a:pt x="23004" y="56179"/>
                    <a:pt x="25560" y="58733"/>
                    <a:pt x="25560" y="62563"/>
                  </a:cubicBezTo>
                  <a:lnTo>
                    <a:pt x="25560" y="78523"/>
                  </a:lnTo>
                  <a:lnTo>
                    <a:pt x="63899" y="78523"/>
                  </a:lnTo>
                  <a:lnTo>
                    <a:pt x="63899" y="0"/>
                  </a:lnTo>
                  <a:lnTo>
                    <a:pt x="0" y="0"/>
                  </a:lnTo>
                  <a:lnTo>
                    <a:pt x="0" y="0"/>
                  </a:lnTo>
                  <a:close/>
                  <a:moveTo>
                    <a:pt x="42174" y="68309"/>
                  </a:moveTo>
                  <a:cubicBezTo>
                    <a:pt x="38340" y="68309"/>
                    <a:pt x="35784" y="65755"/>
                    <a:pt x="35784" y="61925"/>
                  </a:cubicBezTo>
                  <a:cubicBezTo>
                    <a:pt x="35784" y="58094"/>
                    <a:pt x="38340" y="55541"/>
                    <a:pt x="42174" y="55541"/>
                  </a:cubicBezTo>
                  <a:lnTo>
                    <a:pt x="42812" y="55541"/>
                  </a:lnTo>
                  <a:cubicBezTo>
                    <a:pt x="46646" y="55541"/>
                    <a:pt x="49202" y="58094"/>
                    <a:pt x="49202" y="61925"/>
                  </a:cubicBezTo>
                  <a:cubicBezTo>
                    <a:pt x="49202" y="65755"/>
                    <a:pt x="46646" y="68309"/>
                    <a:pt x="42174" y="68309"/>
                  </a:cubicBezTo>
                  <a:lnTo>
                    <a:pt x="42174" y="68309"/>
                  </a:lnTo>
                  <a:close/>
                  <a:moveTo>
                    <a:pt x="44730" y="45326"/>
                  </a:moveTo>
                  <a:lnTo>
                    <a:pt x="19170" y="45326"/>
                  </a:lnTo>
                  <a:cubicBezTo>
                    <a:pt x="15336" y="45326"/>
                    <a:pt x="12780" y="42773"/>
                    <a:pt x="12780" y="38942"/>
                  </a:cubicBezTo>
                  <a:cubicBezTo>
                    <a:pt x="12780" y="35112"/>
                    <a:pt x="15336" y="32558"/>
                    <a:pt x="19170" y="32558"/>
                  </a:cubicBezTo>
                  <a:lnTo>
                    <a:pt x="44730" y="32558"/>
                  </a:lnTo>
                  <a:cubicBezTo>
                    <a:pt x="48564" y="32558"/>
                    <a:pt x="51119" y="35112"/>
                    <a:pt x="51119" y="38942"/>
                  </a:cubicBezTo>
                  <a:cubicBezTo>
                    <a:pt x="51119" y="42773"/>
                    <a:pt x="47925" y="45326"/>
                    <a:pt x="44730" y="45326"/>
                  </a:cubicBezTo>
                  <a:close/>
                  <a:moveTo>
                    <a:pt x="51119" y="16598"/>
                  </a:moveTo>
                  <a:cubicBezTo>
                    <a:pt x="51119" y="20429"/>
                    <a:pt x="48564" y="22982"/>
                    <a:pt x="44730" y="22982"/>
                  </a:cubicBezTo>
                  <a:lnTo>
                    <a:pt x="19170" y="22982"/>
                  </a:lnTo>
                  <a:cubicBezTo>
                    <a:pt x="15336" y="22982"/>
                    <a:pt x="12780" y="20429"/>
                    <a:pt x="12780" y="16598"/>
                  </a:cubicBezTo>
                  <a:cubicBezTo>
                    <a:pt x="12780" y="12768"/>
                    <a:pt x="15336" y="10214"/>
                    <a:pt x="19170" y="10214"/>
                  </a:cubicBezTo>
                  <a:lnTo>
                    <a:pt x="44730" y="10214"/>
                  </a:lnTo>
                  <a:cubicBezTo>
                    <a:pt x="47925" y="10214"/>
                    <a:pt x="50480" y="12768"/>
                    <a:pt x="51119" y="16598"/>
                  </a:cubicBezTo>
                  <a:lnTo>
                    <a:pt x="51119" y="16598"/>
                  </a:lnTo>
                  <a:close/>
                </a:path>
              </a:pathLst>
            </a:custGeom>
            <a:solidFill>
              <a:srgbClr val="0076A8"/>
            </a:solidFill>
            <a:ln w="6390" cap="flat">
              <a:noFill/>
              <a:prstDash val="solid"/>
              <a:miter/>
            </a:ln>
          </p:spPr>
          <p:txBody>
            <a:bodyPr rtlCol="0" anchor="ctr"/>
            <a:lstStyle/>
            <a:p>
              <a:endParaRPr lang="en-US"/>
            </a:p>
          </p:txBody>
        </p:sp>
      </p:grpSp>
      <p:grpSp>
        <p:nvGrpSpPr>
          <p:cNvPr id="890" name="Graphic 4">
            <a:extLst>
              <a:ext uri="{FF2B5EF4-FFF2-40B4-BE49-F238E27FC236}">
                <a16:creationId xmlns:a16="http://schemas.microsoft.com/office/drawing/2014/main" id="{BD6630A8-B625-EF45-936D-BF313ACC0D01}"/>
              </a:ext>
            </a:extLst>
          </p:cNvPr>
          <p:cNvGrpSpPr>
            <a:grpSpLocks noChangeAspect="1"/>
          </p:cNvGrpSpPr>
          <p:nvPr/>
        </p:nvGrpSpPr>
        <p:grpSpPr>
          <a:xfrm>
            <a:off x="7191874" y="2855717"/>
            <a:ext cx="362312" cy="361971"/>
            <a:chOff x="7191874" y="2855717"/>
            <a:chExt cx="362312" cy="361971"/>
          </a:xfrm>
          <a:solidFill>
            <a:srgbClr val="00A3E0"/>
          </a:solidFill>
        </p:grpSpPr>
        <p:sp>
          <p:nvSpPr>
            <p:cNvPr id="891" name="Graphic 4">
              <a:extLst>
                <a:ext uri="{FF2B5EF4-FFF2-40B4-BE49-F238E27FC236}">
                  <a16:creationId xmlns:a16="http://schemas.microsoft.com/office/drawing/2014/main" id="{FF085BE7-2F22-9D4E-A94A-21091021E257}"/>
                </a:ext>
              </a:extLst>
            </p:cNvPr>
            <p:cNvSpPr/>
            <p:nvPr/>
          </p:nvSpPr>
          <p:spPr>
            <a:xfrm>
              <a:off x="7379738" y="2940624"/>
              <a:ext cx="57509" cy="192157"/>
            </a:xfrm>
            <a:custGeom>
              <a:avLst/>
              <a:gdLst>
                <a:gd name="connsiteX0" fmla="*/ 0 w 57509"/>
                <a:gd name="connsiteY0" fmla="*/ 167260 h 192157"/>
                <a:gd name="connsiteX1" fmla="*/ 57509 w 57509"/>
                <a:gd name="connsiteY1" fmla="*/ 192158 h 192157"/>
                <a:gd name="connsiteX2" fmla="*/ 57509 w 57509"/>
                <a:gd name="connsiteY2" fmla="*/ 0 h 192157"/>
                <a:gd name="connsiteX3" fmla="*/ 0 w 57509"/>
                <a:gd name="connsiteY3" fmla="*/ 24897 h 192157"/>
                <a:gd name="connsiteX4" fmla="*/ 0 w 57509"/>
                <a:gd name="connsiteY4" fmla="*/ 167260 h 192157"/>
                <a:gd name="connsiteX5" fmla="*/ 14058 w 57509"/>
                <a:gd name="connsiteY5" fmla="*/ 89376 h 192157"/>
                <a:gd name="connsiteX6" fmla="*/ 16614 w 57509"/>
                <a:gd name="connsiteY6" fmla="*/ 90014 h 192157"/>
                <a:gd name="connsiteX7" fmla="*/ 20447 w 57509"/>
                <a:gd name="connsiteY7" fmla="*/ 95760 h 192157"/>
                <a:gd name="connsiteX8" fmla="*/ 19170 w 57509"/>
                <a:gd name="connsiteY8" fmla="*/ 100229 h 192157"/>
                <a:gd name="connsiteX9" fmla="*/ 10224 w 57509"/>
                <a:gd name="connsiteY9" fmla="*/ 100867 h 192157"/>
                <a:gd name="connsiteX10" fmla="*/ 9585 w 57509"/>
                <a:gd name="connsiteY10" fmla="*/ 91929 h 192157"/>
                <a:gd name="connsiteX11" fmla="*/ 14058 w 57509"/>
                <a:gd name="connsiteY11" fmla="*/ 89376 h 192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509" h="192157">
                  <a:moveTo>
                    <a:pt x="0" y="167260"/>
                  </a:moveTo>
                  <a:lnTo>
                    <a:pt x="57509" y="192158"/>
                  </a:lnTo>
                  <a:lnTo>
                    <a:pt x="57509" y="0"/>
                  </a:lnTo>
                  <a:lnTo>
                    <a:pt x="0" y="24897"/>
                  </a:lnTo>
                  <a:lnTo>
                    <a:pt x="0" y="167260"/>
                  </a:lnTo>
                  <a:close/>
                  <a:moveTo>
                    <a:pt x="14058" y="89376"/>
                  </a:moveTo>
                  <a:cubicBezTo>
                    <a:pt x="15336" y="89376"/>
                    <a:pt x="15975" y="89376"/>
                    <a:pt x="16614" y="90014"/>
                  </a:cubicBezTo>
                  <a:cubicBezTo>
                    <a:pt x="18531" y="91291"/>
                    <a:pt x="20447" y="93206"/>
                    <a:pt x="20447" y="95760"/>
                  </a:cubicBezTo>
                  <a:cubicBezTo>
                    <a:pt x="20447" y="97037"/>
                    <a:pt x="19809" y="98952"/>
                    <a:pt x="19170" y="100229"/>
                  </a:cubicBezTo>
                  <a:cubicBezTo>
                    <a:pt x="16614" y="102782"/>
                    <a:pt x="12780" y="102782"/>
                    <a:pt x="10224" y="100867"/>
                  </a:cubicBezTo>
                  <a:cubicBezTo>
                    <a:pt x="7668" y="98952"/>
                    <a:pt x="7668" y="94483"/>
                    <a:pt x="9585" y="91929"/>
                  </a:cubicBezTo>
                  <a:cubicBezTo>
                    <a:pt x="10863" y="90014"/>
                    <a:pt x="12141" y="89376"/>
                    <a:pt x="14058" y="89376"/>
                  </a:cubicBezTo>
                  <a:close/>
                </a:path>
              </a:pathLst>
            </a:custGeom>
            <a:solidFill>
              <a:srgbClr val="00A3E0"/>
            </a:solidFill>
            <a:ln w="6390" cap="flat">
              <a:noFill/>
              <a:prstDash val="solid"/>
              <a:miter/>
            </a:ln>
          </p:spPr>
          <p:txBody>
            <a:bodyPr rtlCol="0" anchor="ctr"/>
            <a:lstStyle/>
            <a:p>
              <a:endParaRPr lang="en-US"/>
            </a:p>
          </p:txBody>
        </p:sp>
        <p:sp>
          <p:nvSpPr>
            <p:cNvPr id="892" name="Graphic 4">
              <a:extLst>
                <a:ext uri="{FF2B5EF4-FFF2-40B4-BE49-F238E27FC236}">
                  <a16:creationId xmlns:a16="http://schemas.microsoft.com/office/drawing/2014/main" id="{BA10F2C2-913C-0F44-B8D1-CA2B1778072A}"/>
                </a:ext>
              </a:extLst>
            </p:cNvPr>
            <p:cNvSpPr/>
            <p:nvPr/>
          </p:nvSpPr>
          <p:spPr>
            <a:xfrm>
              <a:off x="7191874" y="2855717"/>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58154 w 362312"/>
                <a:gd name="connsiteY6" fmla="*/ 286641 h 361971"/>
                <a:gd name="connsiteX7" fmla="*/ 255597 w 362312"/>
                <a:gd name="connsiteY7" fmla="*/ 291748 h 361971"/>
                <a:gd name="connsiteX8" fmla="*/ 251764 w 362312"/>
                <a:gd name="connsiteY8" fmla="*/ 293025 h 361971"/>
                <a:gd name="connsiteX9" fmla="*/ 249208 w 362312"/>
                <a:gd name="connsiteY9" fmla="*/ 292386 h 361971"/>
                <a:gd name="connsiteX10" fmla="*/ 178918 w 362312"/>
                <a:gd name="connsiteY10" fmla="*/ 262382 h 361971"/>
                <a:gd name="connsiteX11" fmla="*/ 175084 w 362312"/>
                <a:gd name="connsiteY11" fmla="*/ 256636 h 361971"/>
                <a:gd name="connsiteX12" fmla="*/ 175084 w 362312"/>
                <a:gd name="connsiteY12" fmla="*/ 105336 h 361971"/>
                <a:gd name="connsiteX13" fmla="*/ 178918 w 362312"/>
                <a:gd name="connsiteY13" fmla="*/ 99590 h 361971"/>
                <a:gd name="connsiteX14" fmla="*/ 221092 w 362312"/>
                <a:gd name="connsiteY14" fmla="*/ 81715 h 361971"/>
                <a:gd name="connsiteX15" fmla="*/ 117575 w 362312"/>
                <a:gd name="connsiteY15" fmla="*/ 81715 h 361971"/>
                <a:gd name="connsiteX16" fmla="*/ 117575 w 362312"/>
                <a:gd name="connsiteY16" fmla="*/ 286641 h 361971"/>
                <a:gd name="connsiteX17" fmla="*/ 111185 w 362312"/>
                <a:gd name="connsiteY17" fmla="*/ 293025 h 361971"/>
                <a:gd name="connsiteX18" fmla="*/ 104795 w 362312"/>
                <a:gd name="connsiteY18" fmla="*/ 286641 h 361971"/>
                <a:gd name="connsiteX19" fmla="*/ 104795 w 362312"/>
                <a:gd name="connsiteY19" fmla="*/ 75331 h 361971"/>
                <a:gd name="connsiteX20" fmla="*/ 111185 w 362312"/>
                <a:gd name="connsiteY20" fmla="*/ 68947 h 361971"/>
                <a:gd name="connsiteX21" fmla="*/ 253041 w 362312"/>
                <a:gd name="connsiteY21" fmla="*/ 68947 h 361971"/>
                <a:gd name="connsiteX22" fmla="*/ 255597 w 362312"/>
                <a:gd name="connsiteY22" fmla="*/ 69585 h 361971"/>
                <a:gd name="connsiteX23" fmla="*/ 257515 w 362312"/>
                <a:gd name="connsiteY23" fmla="*/ 71500 h 361971"/>
                <a:gd name="connsiteX24" fmla="*/ 258154 w 362312"/>
                <a:gd name="connsiteY24" fmla="*/ 73416 h 361971"/>
                <a:gd name="connsiteX25" fmla="*/ 258154 w 362312"/>
                <a:gd name="connsiteY25" fmla="*/ 74692 h 361971"/>
                <a:gd name="connsiteX26" fmla="*/ 258154 w 362312"/>
                <a:gd name="connsiteY26" fmla="*/ 28664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2312" h="361971">
                  <a:moveTo>
                    <a:pt x="181474" y="0"/>
                  </a:moveTo>
                  <a:cubicBezTo>
                    <a:pt x="81152" y="0"/>
                    <a:pt x="0" y="81076"/>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6"/>
                    <a:pt x="281796" y="0"/>
                    <a:pt x="181474" y="0"/>
                  </a:cubicBezTo>
                  <a:close/>
                  <a:moveTo>
                    <a:pt x="258154" y="286641"/>
                  </a:moveTo>
                  <a:cubicBezTo>
                    <a:pt x="258154" y="288556"/>
                    <a:pt x="256875" y="290471"/>
                    <a:pt x="255597" y="291748"/>
                  </a:cubicBezTo>
                  <a:cubicBezTo>
                    <a:pt x="254320" y="292386"/>
                    <a:pt x="253041" y="293025"/>
                    <a:pt x="251764" y="293025"/>
                  </a:cubicBezTo>
                  <a:cubicBezTo>
                    <a:pt x="251125" y="293025"/>
                    <a:pt x="249846" y="293025"/>
                    <a:pt x="249208" y="292386"/>
                  </a:cubicBezTo>
                  <a:lnTo>
                    <a:pt x="178918" y="262382"/>
                  </a:lnTo>
                  <a:cubicBezTo>
                    <a:pt x="176362" y="261105"/>
                    <a:pt x="175084" y="259190"/>
                    <a:pt x="175084" y="256636"/>
                  </a:cubicBezTo>
                  <a:lnTo>
                    <a:pt x="175084" y="105336"/>
                  </a:lnTo>
                  <a:cubicBezTo>
                    <a:pt x="175084" y="102782"/>
                    <a:pt x="176362" y="100228"/>
                    <a:pt x="178918" y="99590"/>
                  </a:cubicBezTo>
                  <a:lnTo>
                    <a:pt x="221092" y="81715"/>
                  </a:lnTo>
                  <a:lnTo>
                    <a:pt x="117575" y="81715"/>
                  </a:lnTo>
                  <a:lnTo>
                    <a:pt x="117575" y="286641"/>
                  </a:lnTo>
                  <a:cubicBezTo>
                    <a:pt x="117575" y="290471"/>
                    <a:pt x="115019" y="293025"/>
                    <a:pt x="111185" y="293025"/>
                  </a:cubicBezTo>
                  <a:cubicBezTo>
                    <a:pt x="107351" y="293025"/>
                    <a:pt x="104795" y="290471"/>
                    <a:pt x="104795" y="286641"/>
                  </a:cubicBezTo>
                  <a:lnTo>
                    <a:pt x="104795" y="75331"/>
                  </a:lnTo>
                  <a:cubicBezTo>
                    <a:pt x="104795" y="71500"/>
                    <a:pt x="107351" y="68947"/>
                    <a:pt x="111185" y="68947"/>
                  </a:cubicBezTo>
                  <a:lnTo>
                    <a:pt x="253041" y="68947"/>
                  </a:lnTo>
                  <a:cubicBezTo>
                    <a:pt x="253680" y="68947"/>
                    <a:pt x="254959" y="69585"/>
                    <a:pt x="255597" y="69585"/>
                  </a:cubicBezTo>
                  <a:cubicBezTo>
                    <a:pt x="256236" y="70224"/>
                    <a:pt x="256875" y="70862"/>
                    <a:pt x="257515" y="71500"/>
                  </a:cubicBezTo>
                  <a:cubicBezTo>
                    <a:pt x="258154" y="72139"/>
                    <a:pt x="258154" y="72777"/>
                    <a:pt x="258154" y="73416"/>
                  </a:cubicBezTo>
                  <a:cubicBezTo>
                    <a:pt x="258154" y="74054"/>
                    <a:pt x="258154" y="74054"/>
                    <a:pt x="258154" y="74692"/>
                  </a:cubicBezTo>
                  <a:lnTo>
                    <a:pt x="258154" y="286641"/>
                  </a:lnTo>
                  <a:close/>
                </a:path>
              </a:pathLst>
            </a:custGeom>
            <a:solidFill>
              <a:srgbClr val="00A3E0"/>
            </a:solidFill>
            <a:ln w="6390" cap="flat">
              <a:noFill/>
              <a:prstDash val="solid"/>
              <a:miter/>
            </a:ln>
          </p:spPr>
          <p:txBody>
            <a:bodyPr rtlCol="0" anchor="ctr"/>
            <a:lstStyle/>
            <a:p>
              <a:endParaRPr lang="en-US"/>
            </a:p>
          </p:txBody>
        </p:sp>
      </p:grpSp>
      <p:grpSp>
        <p:nvGrpSpPr>
          <p:cNvPr id="893" name="Graphic 4">
            <a:extLst>
              <a:ext uri="{FF2B5EF4-FFF2-40B4-BE49-F238E27FC236}">
                <a16:creationId xmlns:a16="http://schemas.microsoft.com/office/drawing/2014/main" id="{A3B0D69D-B047-5743-B72C-FE4E54E74A09}"/>
              </a:ext>
            </a:extLst>
          </p:cNvPr>
          <p:cNvGrpSpPr>
            <a:grpSpLocks noChangeAspect="1"/>
          </p:cNvGrpSpPr>
          <p:nvPr/>
        </p:nvGrpSpPr>
        <p:grpSpPr>
          <a:xfrm>
            <a:off x="2998797" y="2371173"/>
            <a:ext cx="362309" cy="361971"/>
            <a:chOff x="2998797" y="2371173"/>
            <a:chExt cx="362309" cy="361971"/>
          </a:xfrm>
          <a:solidFill>
            <a:srgbClr val="0076A8"/>
          </a:solidFill>
        </p:grpSpPr>
        <p:sp>
          <p:nvSpPr>
            <p:cNvPr id="894" name="Graphic 4">
              <a:extLst>
                <a:ext uri="{FF2B5EF4-FFF2-40B4-BE49-F238E27FC236}">
                  <a16:creationId xmlns:a16="http://schemas.microsoft.com/office/drawing/2014/main" id="{9B96EFA0-CE34-3447-9193-2227E596599E}"/>
                </a:ext>
              </a:extLst>
            </p:cNvPr>
            <p:cNvSpPr/>
            <p:nvPr/>
          </p:nvSpPr>
          <p:spPr>
            <a:xfrm>
              <a:off x="3198163" y="2592697"/>
              <a:ext cx="44729" cy="56178"/>
            </a:xfrm>
            <a:custGeom>
              <a:avLst/>
              <a:gdLst>
                <a:gd name="connsiteX0" fmla="*/ 23004 w 44729"/>
                <a:gd name="connsiteY0" fmla="*/ 0 h 56178"/>
                <a:gd name="connsiteX1" fmla="*/ 639 w 44729"/>
                <a:gd name="connsiteY1" fmla="*/ 21706 h 56178"/>
                <a:gd name="connsiteX2" fmla="*/ 0 w 44729"/>
                <a:gd name="connsiteY2" fmla="*/ 21706 h 56178"/>
                <a:gd name="connsiteX3" fmla="*/ 0 w 44729"/>
                <a:gd name="connsiteY3" fmla="*/ 56179 h 56178"/>
                <a:gd name="connsiteX4" fmla="*/ 15336 w 44729"/>
                <a:gd name="connsiteY4" fmla="*/ 56179 h 56178"/>
                <a:gd name="connsiteX5" fmla="*/ 15336 w 44729"/>
                <a:gd name="connsiteY5" fmla="*/ 38942 h 56178"/>
                <a:gd name="connsiteX6" fmla="*/ 21726 w 44729"/>
                <a:gd name="connsiteY6" fmla="*/ 32558 h 56178"/>
                <a:gd name="connsiteX7" fmla="*/ 28116 w 44729"/>
                <a:gd name="connsiteY7" fmla="*/ 38942 h 56178"/>
                <a:gd name="connsiteX8" fmla="*/ 28116 w 44729"/>
                <a:gd name="connsiteY8" fmla="*/ 56179 h 56178"/>
                <a:gd name="connsiteX9" fmla="*/ 44730 w 44729"/>
                <a:gd name="connsiteY9" fmla="*/ 56179 h 56178"/>
                <a:gd name="connsiteX10" fmla="*/ 44730 w 44729"/>
                <a:gd name="connsiteY10" fmla="*/ 23621 h 56178"/>
                <a:gd name="connsiteX11" fmla="*/ 44730 w 44729"/>
                <a:gd name="connsiteY11" fmla="*/ 23621 h 56178"/>
                <a:gd name="connsiteX12" fmla="*/ 23004 w 44729"/>
                <a:gd name="connsiteY12" fmla="*/ 0 h 56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729" h="56178">
                  <a:moveTo>
                    <a:pt x="23004" y="0"/>
                  </a:moveTo>
                  <a:lnTo>
                    <a:pt x="639" y="21706"/>
                  </a:lnTo>
                  <a:lnTo>
                    <a:pt x="0" y="21706"/>
                  </a:lnTo>
                  <a:lnTo>
                    <a:pt x="0" y="56179"/>
                  </a:lnTo>
                  <a:lnTo>
                    <a:pt x="15336" y="56179"/>
                  </a:lnTo>
                  <a:lnTo>
                    <a:pt x="15336" y="38942"/>
                  </a:lnTo>
                  <a:cubicBezTo>
                    <a:pt x="15336" y="35112"/>
                    <a:pt x="17892" y="32558"/>
                    <a:pt x="21726" y="32558"/>
                  </a:cubicBezTo>
                  <a:cubicBezTo>
                    <a:pt x="25560" y="32558"/>
                    <a:pt x="28116" y="35112"/>
                    <a:pt x="28116" y="38942"/>
                  </a:cubicBezTo>
                  <a:lnTo>
                    <a:pt x="28116" y="56179"/>
                  </a:lnTo>
                  <a:lnTo>
                    <a:pt x="44730" y="56179"/>
                  </a:lnTo>
                  <a:lnTo>
                    <a:pt x="44730" y="23621"/>
                  </a:lnTo>
                  <a:lnTo>
                    <a:pt x="44730" y="23621"/>
                  </a:lnTo>
                  <a:lnTo>
                    <a:pt x="23004" y="0"/>
                  </a:lnTo>
                  <a:close/>
                </a:path>
              </a:pathLst>
            </a:custGeom>
            <a:solidFill>
              <a:srgbClr val="0076A8"/>
            </a:solidFill>
            <a:ln w="6390" cap="flat">
              <a:noFill/>
              <a:prstDash val="solid"/>
              <a:miter/>
            </a:ln>
          </p:spPr>
          <p:txBody>
            <a:bodyPr rtlCol="0" anchor="ctr"/>
            <a:lstStyle/>
            <a:p>
              <a:endParaRPr lang="en-US"/>
            </a:p>
          </p:txBody>
        </p:sp>
        <p:sp>
          <p:nvSpPr>
            <p:cNvPr id="895" name="Graphic 4">
              <a:extLst>
                <a:ext uri="{FF2B5EF4-FFF2-40B4-BE49-F238E27FC236}">
                  <a16:creationId xmlns:a16="http://schemas.microsoft.com/office/drawing/2014/main" id="{5E19C95E-9AF6-4744-AEC2-21CBBD54749F}"/>
                </a:ext>
              </a:extLst>
            </p:cNvPr>
            <p:cNvSpPr/>
            <p:nvPr/>
          </p:nvSpPr>
          <p:spPr>
            <a:xfrm>
              <a:off x="3109982" y="2455442"/>
              <a:ext cx="76679" cy="193434"/>
            </a:xfrm>
            <a:custGeom>
              <a:avLst/>
              <a:gdLst>
                <a:gd name="connsiteX0" fmla="*/ 0 w 76679"/>
                <a:gd name="connsiteY0" fmla="*/ 193435 h 193434"/>
                <a:gd name="connsiteX1" fmla="*/ 16614 w 76679"/>
                <a:gd name="connsiteY1" fmla="*/ 193435 h 193434"/>
                <a:gd name="connsiteX2" fmla="*/ 16614 w 76679"/>
                <a:gd name="connsiteY2" fmla="*/ 170452 h 193434"/>
                <a:gd name="connsiteX3" fmla="*/ 23004 w 76679"/>
                <a:gd name="connsiteY3" fmla="*/ 164068 h 193434"/>
                <a:gd name="connsiteX4" fmla="*/ 29394 w 76679"/>
                <a:gd name="connsiteY4" fmla="*/ 170452 h 193434"/>
                <a:gd name="connsiteX5" fmla="*/ 29394 w 76679"/>
                <a:gd name="connsiteY5" fmla="*/ 193435 h 193434"/>
                <a:gd name="connsiteX6" fmla="*/ 76679 w 76679"/>
                <a:gd name="connsiteY6" fmla="*/ 193435 h 193434"/>
                <a:gd name="connsiteX7" fmla="*/ 76679 w 76679"/>
                <a:gd name="connsiteY7" fmla="*/ 0 h 193434"/>
                <a:gd name="connsiteX8" fmla="*/ 0 w 76679"/>
                <a:gd name="connsiteY8" fmla="*/ 0 h 193434"/>
                <a:gd name="connsiteX9" fmla="*/ 0 w 76679"/>
                <a:gd name="connsiteY9" fmla="*/ 193435 h 193434"/>
                <a:gd name="connsiteX10" fmla="*/ 22365 w 76679"/>
                <a:gd name="connsiteY10" fmla="*/ 104059 h 193434"/>
                <a:gd name="connsiteX11" fmla="*/ 30033 w 76679"/>
                <a:gd name="connsiteY11" fmla="*/ 111720 h 193434"/>
                <a:gd name="connsiteX12" fmla="*/ 22365 w 76679"/>
                <a:gd name="connsiteY12" fmla="*/ 119381 h 193434"/>
                <a:gd name="connsiteX13" fmla="*/ 14697 w 76679"/>
                <a:gd name="connsiteY13" fmla="*/ 111720 h 193434"/>
                <a:gd name="connsiteX14" fmla="*/ 22365 w 76679"/>
                <a:gd name="connsiteY14" fmla="*/ 104059 h 193434"/>
                <a:gd name="connsiteX15" fmla="*/ 22365 w 76679"/>
                <a:gd name="connsiteY15" fmla="*/ 104059 h 193434"/>
                <a:gd name="connsiteX16" fmla="*/ 15336 w 76679"/>
                <a:gd name="connsiteY16" fmla="*/ 81715 h 193434"/>
                <a:gd name="connsiteX17" fmla="*/ 23004 w 76679"/>
                <a:gd name="connsiteY17" fmla="*/ 74054 h 193434"/>
                <a:gd name="connsiteX18" fmla="*/ 30672 w 76679"/>
                <a:gd name="connsiteY18" fmla="*/ 81715 h 193434"/>
                <a:gd name="connsiteX19" fmla="*/ 23004 w 76679"/>
                <a:gd name="connsiteY19" fmla="*/ 89376 h 193434"/>
                <a:gd name="connsiteX20" fmla="*/ 23004 w 76679"/>
                <a:gd name="connsiteY20" fmla="*/ 89376 h 193434"/>
                <a:gd name="connsiteX21" fmla="*/ 15336 w 76679"/>
                <a:gd name="connsiteY21" fmla="*/ 81715 h 193434"/>
                <a:gd name="connsiteX22" fmla="*/ 52397 w 76679"/>
                <a:gd name="connsiteY22" fmla="*/ 89376 h 193434"/>
                <a:gd name="connsiteX23" fmla="*/ 44730 w 76679"/>
                <a:gd name="connsiteY23" fmla="*/ 81715 h 193434"/>
                <a:gd name="connsiteX24" fmla="*/ 52397 w 76679"/>
                <a:gd name="connsiteY24" fmla="*/ 74054 h 193434"/>
                <a:gd name="connsiteX25" fmla="*/ 60065 w 76679"/>
                <a:gd name="connsiteY25" fmla="*/ 81715 h 193434"/>
                <a:gd name="connsiteX26" fmla="*/ 60065 w 76679"/>
                <a:gd name="connsiteY26" fmla="*/ 81715 h 193434"/>
                <a:gd name="connsiteX27" fmla="*/ 52397 w 76679"/>
                <a:gd name="connsiteY27" fmla="*/ 89376 h 193434"/>
                <a:gd name="connsiteX28" fmla="*/ 52397 w 76679"/>
                <a:gd name="connsiteY28" fmla="*/ 89376 h 193434"/>
                <a:gd name="connsiteX29" fmla="*/ 52397 w 76679"/>
                <a:gd name="connsiteY29" fmla="*/ 89376 h 193434"/>
                <a:gd name="connsiteX30" fmla="*/ 59426 w 76679"/>
                <a:gd name="connsiteY30" fmla="*/ 111081 h 193434"/>
                <a:gd name="connsiteX31" fmla="*/ 51758 w 76679"/>
                <a:gd name="connsiteY31" fmla="*/ 118742 h 193434"/>
                <a:gd name="connsiteX32" fmla="*/ 44091 w 76679"/>
                <a:gd name="connsiteY32" fmla="*/ 111081 h 193434"/>
                <a:gd name="connsiteX33" fmla="*/ 51758 w 76679"/>
                <a:gd name="connsiteY33" fmla="*/ 103421 h 193434"/>
                <a:gd name="connsiteX34" fmla="*/ 51758 w 76679"/>
                <a:gd name="connsiteY34" fmla="*/ 103421 h 193434"/>
                <a:gd name="connsiteX35" fmla="*/ 59426 w 76679"/>
                <a:gd name="connsiteY35" fmla="*/ 111081 h 193434"/>
                <a:gd name="connsiteX36" fmla="*/ 59426 w 76679"/>
                <a:gd name="connsiteY36" fmla="*/ 111081 h 193434"/>
                <a:gd name="connsiteX37" fmla="*/ 52397 w 76679"/>
                <a:gd name="connsiteY37" fmla="*/ 15322 h 193434"/>
                <a:gd name="connsiteX38" fmla="*/ 60065 w 76679"/>
                <a:gd name="connsiteY38" fmla="*/ 22982 h 193434"/>
                <a:gd name="connsiteX39" fmla="*/ 52397 w 76679"/>
                <a:gd name="connsiteY39" fmla="*/ 30643 h 193434"/>
                <a:gd name="connsiteX40" fmla="*/ 44730 w 76679"/>
                <a:gd name="connsiteY40" fmla="*/ 22982 h 193434"/>
                <a:gd name="connsiteX41" fmla="*/ 44730 w 76679"/>
                <a:gd name="connsiteY41" fmla="*/ 22982 h 193434"/>
                <a:gd name="connsiteX42" fmla="*/ 52397 w 76679"/>
                <a:gd name="connsiteY42" fmla="*/ 15322 h 193434"/>
                <a:gd name="connsiteX43" fmla="*/ 52397 w 76679"/>
                <a:gd name="connsiteY43" fmla="*/ 15322 h 193434"/>
                <a:gd name="connsiteX44" fmla="*/ 52397 w 76679"/>
                <a:gd name="connsiteY44" fmla="*/ 44688 h 193434"/>
                <a:gd name="connsiteX45" fmla="*/ 60065 w 76679"/>
                <a:gd name="connsiteY45" fmla="*/ 52349 h 193434"/>
                <a:gd name="connsiteX46" fmla="*/ 52397 w 76679"/>
                <a:gd name="connsiteY46" fmla="*/ 60009 h 193434"/>
                <a:gd name="connsiteX47" fmla="*/ 44730 w 76679"/>
                <a:gd name="connsiteY47" fmla="*/ 52349 h 193434"/>
                <a:gd name="connsiteX48" fmla="*/ 44730 w 76679"/>
                <a:gd name="connsiteY48" fmla="*/ 52349 h 193434"/>
                <a:gd name="connsiteX49" fmla="*/ 52397 w 76679"/>
                <a:gd name="connsiteY49" fmla="*/ 44688 h 193434"/>
                <a:gd name="connsiteX50" fmla="*/ 52397 w 76679"/>
                <a:gd name="connsiteY50" fmla="*/ 44688 h 193434"/>
                <a:gd name="connsiteX51" fmla="*/ 52397 w 76679"/>
                <a:gd name="connsiteY51" fmla="*/ 44688 h 193434"/>
                <a:gd name="connsiteX52" fmla="*/ 52397 w 76679"/>
                <a:gd name="connsiteY52" fmla="*/ 133425 h 193434"/>
                <a:gd name="connsiteX53" fmla="*/ 60065 w 76679"/>
                <a:gd name="connsiteY53" fmla="*/ 141086 h 193434"/>
                <a:gd name="connsiteX54" fmla="*/ 52397 w 76679"/>
                <a:gd name="connsiteY54" fmla="*/ 148747 h 193434"/>
                <a:gd name="connsiteX55" fmla="*/ 44730 w 76679"/>
                <a:gd name="connsiteY55" fmla="*/ 141086 h 193434"/>
                <a:gd name="connsiteX56" fmla="*/ 52397 w 76679"/>
                <a:gd name="connsiteY56" fmla="*/ 133425 h 193434"/>
                <a:gd name="connsiteX57" fmla="*/ 52397 w 76679"/>
                <a:gd name="connsiteY57" fmla="*/ 133425 h 193434"/>
                <a:gd name="connsiteX58" fmla="*/ 52397 w 76679"/>
                <a:gd name="connsiteY58" fmla="*/ 133425 h 193434"/>
                <a:gd name="connsiteX59" fmla="*/ 52397 w 76679"/>
                <a:gd name="connsiteY59" fmla="*/ 163430 h 193434"/>
                <a:gd name="connsiteX60" fmla="*/ 60065 w 76679"/>
                <a:gd name="connsiteY60" fmla="*/ 171091 h 193434"/>
                <a:gd name="connsiteX61" fmla="*/ 52397 w 76679"/>
                <a:gd name="connsiteY61" fmla="*/ 178752 h 193434"/>
                <a:gd name="connsiteX62" fmla="*/ 44730 w 76679"/>
                <a:gd name="connsiteY62" fmla="*/ 171091 h 193434"/>
                <a:gd name="connsiteX63" fmla="*/ 44730 w 76679"/>
                <a:gd name="connsiteY63" fmla="*/ 171091 h 193434"/>
                <a:gd name="connsiteX64" fmla="*/ 52397 w 76679"/>
                <a:gd name="connsiteY64" fmla="*/ 163430 h 193434"/>
                <a:gd name="connsiteX65" fmla="*/ 52397 w 76679"/>
                <a:gd name="connsiteY65" fmla="*/ 163430 h 193434"/>
                <a:gd name="connsiteX66" fmla="*/ 52397 w 76679"/>
                <a:gd name="connsiteY66" fmla="*/ 163430 h 193434"/>
                <a:gd name="connsiteX67" fmla="*/ 22365 w 76679"/>
                <a:gd name="connsiteY67" fmla="*/ 148747 h 193434"/>
                <a:gd name="connsiteX68" fmla="*/ 14697 w 76679"/>
                <a:gd name="connsiteY68" fmla="*/ 141086 h 193434"/>
                <a:gd name="connsiteX69" fmla="*/ 22365 w 76679"/>
                <a:gd name="connsiteY69" fmla="*/ 133425 h 193434"/>
                <a:gd name="connsiteX70" fmla="*/ 30033 w 76679"/>
                <a:gd name="connsiteY70" fmla="*/ 141086 h 193434"/>
                <a:gd name="connsiteX71" fmla="*/ 30033 w 76679"/>
                <a:gd name="connsiteY71" fmla="*/ 141086 h 193434"/>
                <a:gd name="connsiteX72" fmla="*/ 22365 w 76679"/>
                <a:gd name="connsiteY72" fmla="*/ 148747 h 193434"/>
                <a:gd name="connsiteX73" fmla="*/ 22365 w 76679"/>
                <a:gd name="connsiteY73" fmla="*/ 148747 h 193434"/>
                <a:gd name="connsiteX74" fmla="*/ 22365 w 76679"/>
                <a:gd name="connsiteY74" fmla="*/ 148747 h 193434"/>
                <a:gd name="connsiteX75" fmla="*/ 22365 w 76679"/>
                <a:gd name="connsiteY75" fmla="*/ 59371 h 193434"/>
                <a:gd name="connsiteX76" fmla="*/ 14697 w 76679"/>
                <a:gd name="connsiteY76" fmla="*/ 51710 h 193434"/>
                <a:gd name="connsiteX77" fmla="*/ 22365 w 76679"/>
                <a:gd name="connsiteY77" fmla="*/ 44049 h 193434"/>
                <a:gd name="connsiteX78" fmla="*/ 30033 w 76679"/>
                <a:gd name="connsiteY78" fmla="*/ 51710 h 193434"/>
                <a:gd name="connsiteX79" fmla="*/ 22365 w 76679"/>
                <a:gd name="connsiteY79" fmla="*/ 59371 h 193434"/>
                <a:gd name="connsiteX80" fmla="*/ 22365 w 76679"/>
                <a:gd name="connsiteY80" fmla="*/ 59371 h 193434"/>
                <a:gd name="connsiteX81" fmla="*/ 22365 w 76679"/>
                <a:gd name="connsiteY81" fmla="*/ 59371 h 193434"/>
                <a:gd name="connsiteX82" fmla="*/ 22365 w 76679"/>
                <a:gd name="connsiteY82" fmla="*/ 14683 h 193434"/>
                <a:gd name="connsiteX83" fmla="*/ 30033 w 76679"/>
                <a:gd name="connsiteY83" fmla="*/ 22344 h 193434"/>
                <a:gd name="connsiteX84" fmla="*/ 22365 w 76679"/>
                <a:gd name="connsiteY84" fmla="*/ 30005 h 193434"/>
                <a:gd name="connsiteX85" fmla="*/ 14697 w 76679"/>
                <a:gd name="connsiteY85" fmla="*/ 22344 h 193434"/>
                <a:gd name="connsiteX86" fmla="*/ 14697 w 76679"/>
                <a:gd name="connsiteY86" fmla="*/ 22344 h 193434"/>
                <a:gd name="connsiteX87" fmla="*/ 22365 w 76679"/>
                <a:gd name="connsiteY87" fmla="*/ 14683 h 193434"/>
                <a:gd name="connsiteX88" fmla="*/ 22365 w 76679"/>
                <a:gd name="connsiteY88" fmla="*/ 14683 h 19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76679" h="193434">
                  <a:moveTo>
                    <a:pt x="0" y="193435"/>
                  </a:moveTo>
                  <a:lnTo>
                    <a:pt x="16614" y="193435"/>
                  </a:lnTo>
                  <a:lnTo>
                    <a:pt x="16614" y="170452"/>
                  </a:lnTo>
                  <a:cubicBezTo>
                    <a:pt x="16614" y="166622"/>
                    <a:pt x="19170" y="164068"/>
                    <a:pt x="23004" y="164068"/>
                  </a:cubicBezTo>
                  <a:cubicBezTo>
                    <a:pt x="26838" y="164068"/>
                    <a:pt x="29394" y="166622"/>
                    <a:pt x="29394" y="170452"/>
                  </a:cubicBezTo>
                  <a:lnTo>
                    <a:pt x="29394" y="193435"/>
                  </a:lnTo>
                  <a:lnTo>
                    <a:pt x="76679" y="193435"/>
                  </a:lnTo>
                  <a:lnTo>
                    <a:pt x="76679" y="0"/>
                  </a:lnTo>
                  <a:cubicBezTo>
                    <a:pt x="31950" y="0"/>
                    <a:pt x="10863" y="0"/>
                    <a:pt x="0" y="0"/>
                  </a:cubicBezTo>
                  <a:lnTo>
                    <a:pt x="0" y="193435"/>
                  </a:lnTo>
                  <a:close/>
                  <a:moveTo>
                    <a:pt x="22365" y="104059"/>
                  </a:moveTo>
                  <a:cubicBezTo>
                    <a:pt x="26199" y="104059"/>
                    <a:pt x="30033" y="107251"/>
                    <a:pt x="30033" y="111720"/>
                  </a:cubicBezTo>
                  <a:cubicBezTo>
                    <a:pt x="30033" y="116189"/>
                    <a:pt x="26838" y="119381"/>
                    <a:pt x="22365" y="119381"/>
                  </a:cubicBezTo>
                  <a:cubicBezTo>
                    <a:pt x="18531" y="119381"/>
                    <a:pt x="14697" y="116189"/>
                    <a:pt x="14697" y="111720"/>
                  </a:cubicBezTo>
                  <a:cubicBezTo>
                    <a:pt x="15336" y="107251"/>
                    <a:pt x="18531" y="104059"/>
                    <a:pt x="22365" y="104059"/>
                  </a:cubicBezTo>
                  <a:cubicBezTo>
                    <a:pt x="22365" y="104059"/>
                    <a:pt x="22365" y="104059"/>
                    <a:pt x="22365" y="104059"/>
                  </a:cubicBezTo>
                  <a:close/>
                  <a:moveTo>
                    <a:pt x="15336" y="81715"/>
                  </a:moveTo>
                  <a:cubicBezTo>
                    <a:pt x="15336" y="77885"/>
                    <a:pt x="18531" y="74054"/>
                    <a:pt x="23004" y="74054"/>
                  </a:cubicBezTo>
                  <a:cubicBezTo>
                    <a:pt x="27477" y="74054"/>
                    <a:pt x="30672" y="77246"/>
                    <a:pt x="30672" y="81715"/>
                  </a:cubicBezTo>
                  <a:cubicBezTo>
                    <a:pt x="30672" y="86184"/>
                    <a:pt x="27477" y="89376"/>
                    <a:pt x="23004" y="89376"/>
                  </a:cubicBezTo>
                  <a:cubicBezTo>
                    <a:pt x="23004" y="89376"/>
                    <a:pt x="23004" y="89376"/>
                    <a:pt x="23004" y="89376"/>
                  </a:cubicBezTo>
                  <a:cubicBezTo>
                    <a:pt x="18531" y="89376"/>
                    <a:pt x="15336" y="86184"/>
                    <a:pt x="15336" y="81715"/>
                  </a:cubicBezTo>
                  <a:close/>
                  <a:moveTo>
                    <a:pt x="52397" y="89376"/>
                  </a:moveTo>
                  <a:cubicBezTo>
                    <a:pt x="48563" y="89376"/>
                    <a:pt x="44730" y="86184"/>
                    <a:pt x="44730" y="81715"/>
                  </a:cubicBezTo>
                  <a:cubicBezTo>
                    <a:pt x="44730" y="77246"/>
                    <a:pt x="47925" y="74054"/>
                    <a:pt x="52397" y="74054"/>
                  </a:cubicBezTo>
                  <a:cubicBezTo>
                    <a:pt x="56870" y="74054"/>
                    <a:pt x="60065" y="77246"/>
                    <a:pt x="60065" y="81715"/>
                  </a:cubicBezTo>
                  <a:cubicBezTo>
                    <a:pt x="60065" y="81715"/>
                    <a:pt x="60065" y="81715"/>
                    <a:pt x="60065" y="81715"/>
                  </a:cubicBezTo>
                  <a:cubicBezTo>
                    <a:pt x="59426" y="86184"/>
                    <a:pt x="56231" y="89376"/>
                    <a:pt x="52397" y="89376"/>
                  </a:cubicBezTo>
                  <a:cubicBezTo>
                    <a:pt x="52397" y="89376"/>
                    <a:pt x="52397" y="89376"/>
                    <a:pt x="52397" y="89376"/>
                  </a:cubicBezTo>
                  <a:lnTo>
                    <a:pt x="52397" y="89376"/>
                  </a:lnTo>
                  <a:close/>
                  <a:moveTo>
                    <a:pt x="59426" y="111081"/>
                  </a:moveTo>
                  <a:cubicBezTo>
                    <a:pt x="59426" y="114912"/>
                    <a:pt x="56231" y="118742"/>
                    <a:pt x="51758" y="118742"/>
                  </a:cubicBezTo>
                  <a:cubicBezTo>
                    <a:pt x="47285" y="118742"/>
                    <a:pt x="44091" y="115550"/>
                    <a:pt x="44091" y="111081"/>
                  </a:cubicBezTo>
                  <a:cubicBezTo>
                    <a:pt x="44091" y="106613"/>
                    <a:pt x="47285" y="103421"/>
                    <a:pt x="51758" y="103421"/>
                  </a:cubicBezTo>
                  <a:cubicBezTo>
                    <a:pt x="51758" y="103421"/>
                    <a:pt x="51758" y="103421"/>
                    <a:pt x="51758" y="103421"/>
                  </a:cubicBezTo>
                  <a:cubicBezTo>
                    <a:pt x="56231" y="104059"/>
                    <a:pt x="59426" y="107251"/>
                    <a:pt x="59426" y="111081"/>
                  </a:cubicBezTo>
                  <a:lnTo>
                    <a:pt x="59426" y="111081"/>
                  </a:lnTo>
                  <a:close/>
                  <a:moveTo>
                    <a:pt x="52397" y="15322"/>
                  </a:moveTo>
                  <a:cubicBezTo>
                    <a:pt x="56231" y="15322"/>
                    <a:pt x="60065" y="18514"/>
                    <a:pt x="60065" y="22982"/>
                  </a:cubicBezTo>
                  <a:cubicBezTo>
                    <a:pt x="60065" y="26813"/>
                    <a:pt x="56870" y="30643"/>
                    <a:pt x="52397" y="30643"/>
                  </a:cubicBezTo>
                  <a:cubicBezTo>
                    <a:pt x="48563" y="30643"/>
                    <a:pt x="44730" y="27451"/>
                    <a:pt x="44730" y="22982"/>
                  </a:cubicBezTo>
                  <a:cubicBezTo>
                    <a:pt x="44730" y="22982"/>
                    <a:pt x="44730" y="22982"/>
                    <a:pt x="44730" y="22982"/>
                  </a:cubicBezTo>
                  <a:cubicBezTo>
                    <a:pt x="44730" y="18514"/>
                    <a:pt x="47925" y="15322"/>
                    <a:pt x="52397" y="15322"/>
                  </a:cubicBezTo>
                  <a:cubicBezTo>
                    <a:pt x="52397" y="15322"/>
                    <a:pt x="52397" y="15322"/>
                    <a:pt x="52397" y="15322"/>
                  </a:cubicBezTo>
                  <a:close/>
                  <a:moveTo>
                    <a:pt x="52397" y="44688"/>
                  </a:moveTo>
                  <a:cubicBezTo>
                    <a:pt x="56231" y="44688"/>
                    <a:pt x="60065" y="47880"/>
                    <a:pt x="60065" y="52349"/>
                  </a:cubicBezTo>
                  <a:cubicBezTo>
                    <a:pt x="60065" y="56179"/>
                    <a:pt x="56870" y="60009"/>
                    <a:pt x="52397" y="60009"/>
                  </a:cubicBezTo>
                  <a:cubicBezTo>
                    <a:pt x="48563" y="60009"/>
                    <a:pt x="44730" y="56817"/>
                    <a:pt x="44730" y="52349"/>
                  </a:cubicBezTo>
                  <a:cubicBezTo>
                    <a:pt x="44730" y="52349"/>
                    <a:pt x="44730" y="52349"/>
                    <a:pt x="44730" y="52349"/>
                  </a:cubicBezTo>
                  <a:cubicBezTo>
                    <a:pt x="44730" y="47880"/>
                    <a:pt x="47925" y="44688"/>
                    <a:pt x="52397" y="44688"/>
                  </a:cubicBezTo>
                  <a:cubicBezTo>
                    <a:pt x="51758" y="44688"/>
                    <a:pt x="52397" y="44688"/>
                    <a:pt x="52397" y="44688"/>
                  </a:cubicBezTo>
                  <a:lnTo>
                    <a:pt x="52397" y="44688"/>
                  </a:lnTo>
                  <a:close/>
                  <a:moveTo>
                    <a:pt x="52397" y="133425"/>
                  </a:moveTo>
                  <a:cubicBezTo>
                    <a:pt x="56231" y="133425"/>
                    <a:pt x="60065" y="136617"/>
                    <a:pt x="60065" y="141086"/>
                  </a:cubicBezTo>
                  <a:cubicBezTo>
                    <a:pt x="60065" y="145555"/>
                    <a:pt x="56870" y="148747"/>
                    <a:pt x="52397" y="148747"/>
                  </a:cubicBezTo>
                  <a:cubicBezTo>
                    <a:pt x="48563" y="148747"/>
                    <a:pt x="44730" y="145555"/>
                    <a:pt x="44730" y="141086"/>
                  </a:cubicBezTo>
                  <a:cubicBezTo>
                    <a:pt x="44730" y="137256"/>
                    <a:pt x="47925" y="133425"/>
                    <a:pt x="52397" y="133425"/>
                  </a:cubicBezTo>
                  <a:cubicBezTo>
                    <a:pt x="51758" y="133425"/>
                    <a:pt x="51758" y="133425"/>
                    <a:pt x="52397" y="133425"/>
                  </a:cubicBezTo>
                  <a:lnTo>
                    <a:pt x="52397" y="133425"/>
                  </a:lnTo>
                  <a:close/>
                  <a:moveTo>
                    <a:pt x="52397" y="163430"/>
                  </a:moveTo>
                  <a:cubicBezTo>
                    <a:pt x="56231" y="163430"/>
                    <a:pt x="60065" y="166622"/>
                    <a:pt x="60065" y="171091"/>
                  </a:cubicBezTo>
                  <a:cubicBezTo>
                    <a:pt x="60065" y="174921"/>
                    <a:pt x="56870" y="178752"/>
                    <a:pt x="52397" y="178752"/>
                  </a:cubicBezTo>
                  <a:cubicBezTo>
                    <a:pt x="48563" y="178752"/>
                    <a:pt x="44730" y="175560"/>
                    <a:pt x="44730" y="171091"/>
                  </a:cubicBezTo>
                  <a:cubicBezTo>
                    <a:pt x="44730" y="171091"/>
                    <a:pt x="44730" y="171091"/>
                    <a:pt x="44730" y="171091"/>
                  </a:cubicBezTo>
                  <a:cubicBezTo>
                    <a:pt x="44730" y="166622"/>
                    <a:pt x="47925" y="163430"/>
                    <a:pt x="52397" y="163430"/>
                  </a:cubicBezTo>
                  <a:cubicBezTo>
                    <a:pt x="51758" y="163430"/>
                    <a:pt x="51758" y="163430"/>
                    <a:pt x="52397" y="163430"/>
                  </a:cubicBezTo>
                  <a:lnTo>
                    <a:pt x="52397" y="163430"/>
                  </a:lnTo>
                  <a:close/>
                  <a:moveTo>
                    <a:pt x="22365" y="148747"/>
                  </a:moveTo>
                  <a:cubicBezTo>
                    <a:pt x="18531" y="148747"/>
                    <a:pt x="14697" y="145555"/>
                    <a:pt x="14697" y="141086"/>
                  </a:cubicBezTo>
                  <a:cubicBezTo>
                    <a:pt x="14697" y="137256"/>
                    <a:pt x="17892" y="133425"/>
                    <a:pt x="22365" y="133425"/>
                  </a:cubicBezTo>
                  <a:cubicBezTo>
                    <a:pt x="26199" y="133425"/>
                    <a:pt x="30033" y="136617"/>
                    <a:pt x="30033" y="141086"/>
                  </a:cubicBezTo>
                  <a:cubicBezTo>
                    <a:pt x="30033" y="141086"/>
                    <a:pt x="30033" y="141086"/>
                    <a:pt x="30033" y="141086"/>
                  </a:cubicBezTo>
                  <a:cubicBezTo>
                    <a:pt x="30033" y="144916"/>
                    <a:pt x="26838" y="148747"/>
                    <a:pt x="22365" y="148747"/>
                  </a:cubicBezTo>
                  <a:cubicBezTo>
                    <a:pt x="23004" y="148747"/>
                    <a:pt x="22365" y="148747"/>
                    <a:pt x="22365" y="148747"/>
                  </a:cubicBezTo>
                  <a:lnTo>
                    <a:pt x="22365" y="148747"/>
                  </a:lnTo>
                  <a:close/>
                  <a:moveTo>
                    <a:pt x="22365" y="59371"/>
                  </a:moveTo>
                  <a:cubicBezTo>
                    <a:pt x="18531" y="59371"/>
                    <a:pt x="14697" y="56179"/>
                    <a:pt x="14697" y="51710"/>
                  </a:cubicBezTo>
                  <a:cubicBezTo>
                    <a:pt x="14697" y="47241"/>
                    <a:pt x="17892" y="44049"/>
                    <a:pt x="22365" y="44049"/>
                  </a:cubicBezTo>
                  <a:cubicBezTo>
                    <a:pt x="26199" y="44049"/>
                    <a:pt x="30033" y="47241"/>
                    <a:pt x="30033" y="51710"/>
                  </a:cubicBezTo>
                  <a:cubicBezTo>
                    <a:pt x="30033" y="56179"/>
                    <a:pt x="26838" y="59371"/>
                    <a:pt x="22365" y="59371"/>
                  </a:cubicBezTo>
                  <a:cubicBezTo>
                    <a:pt x="22365" y="59371"/>
                    <a:pt x="22365" y="59371"/>
                    <a:pt x="22365" y="59371"/>
                  </a:cubicBezTo>
                  <a:lnTo>
                    <a:pt x="22365" y="59371"/>
                  </a:lnTo>
                  <a:close/>
                  <a:moveTo>
                    <a:pt x="22365" y="14683"/>
                  </a:moveTo>
                  <a:cubicBezTo>
                    <a:pt x="26199" y="14683"/>
                    <a:pt x="30033" y="17875"/>
                    <a:pt x="30033" y="22344"/>
                  </a:cubicBezTo>
                  <a:cubicBezTo>
                    <a:pt x="30033" y="26813"/>
                    <a:pt x="26838" y="30005"/>
                    <a:pt x="22365" y="30005"/>
                  </a:cubicBezTo>
                  <a:cubicBezTo>
                    <a:pt x="17892" y="30005"/>
                    <a:pt x="14697" y="26813"/>
                    <a:pt x="14697" y="22344"/>
                  </a:cubicBezTo>
                  <a:cubicBezTo>
                    <a:pt x="14697" y="22344"/>
                    <a:pt x="14697" y="22344"/>
                    <a:pt x="14697" y="22344"/>
                  </a:cubicBezTo>
                  <a:cubicBezTo>
                    <a:pt x="15336" y="18514"/>
                    <a:pt x="18531" y="15322"/>
                    <a:pt x="22365" y="14683"/>
                  </a:cubicBezTo>
                  <a:lnTo>
                    <a:pt x="22365" y="14683"/>
                  </a:lnTo>
                  <a:close/>
                </a:path>
              </a:pathLst>
            </a:custGeom>
            <a:solidFill>
              <a:srgbClr val="0076A8"/>
            </a:solidFill>
            <a:ln w="6390" cap="flat">
              <a:noFill/>
              <a:prstDash val="solid"/>
              <a:miter/>
            </a:ln>
          </p:spPr>
          <p:txBody>
            <a:bodyPr rtlCol="0" anchor="ctr"/>
            <a:lstStyle/>
            <a:p>
              <a:endParaRPr lang="en-US"/>
            </a:p>
          </p:txBody>
        </p:sp>
        <p:sp>
          <p:nvSpPr>
            <p:cNvPr id="896" name="Graphic 4">
              <a:extLst>
                <a:ext uri="{FF2B5EF4-FFF2-40B4-BE49-F238E27FC236}">
                  <a16:creationId xmlns:a16="http://schemas.microsoft.com/office/drawing/2014/main" id="{65D9D667-0EDB-4A4C-8771-AB5B65D6E349}"/>
                </a:ext>
              </a:extLst>
            </p:cNvPr>
            <p:cNvSpPr/>
            <p:nvPr/>
          </p:nvSpPr>
          <p:spPr>
            <a:xfrm>
              <a:off x="2998797" y="237117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1305 h 361971"/>
                <a:gd name="connsiteX4" fmla="*/ 180835 w 362309"/>
                <a:gd name="connsiteY4" fmla="*/ 0 h 361971"/>
                <a:gd name="connsiteX5" fmla="*/ 180835 w 362309"/>
                <a:gd name="connsiteY5" fmla="*/ 0 h 361971"/>
                <a:gd name="connsiteX6" fmla="*/ 261349 w 362309"/>
                <a:gd name="connsiteY6" fmla="*/ 251529 h 361971"/>
                <a:gd name="connsiteX7" fmla="*/ 258154 w 362309"/>
                <a:gd name="connsiteY7" fmla="*/ 253444 h 361971"/>
                <a:gd name="connsiteX8" fmla="*/ 258154 w 362309"/>
                <a:gd name="connsiteY8" fmla="*/ 284087 h 361971"/>
                <a:gd name="connsiteX9" fmla="*/ 251764 w 362309"/>
                <a:gd name="connsiteY9" fmla="*/ 290471 h 361971"/>
                <a:gd name="connsiteX10" fmla="*/ 194254 w 362309"/>
                <a:gd name="connsiteY10" fmla="*/ 290471 h 361971"/>
                <a:gd name="connsiteX11" fmla="*/ 193615 w 362309"/>
                <a:gd name="connsiteY11" fmla="*/ 290471 h 361971"/>
                <a:gd name="connsiteX12" fmla="*/ 192976 w 362309"/>
                <a:gd name="connsiteY12" fmla="*/ 290471 h 361971"/>
                <a:gd name="connsiteX13" fmla="*/ 103517 w 362309"/>
                <a:gd name="connsiteY13" fmla="*/ 290471 h 361971"/>
                <a:gd name="connsiteX14" fmla="*/ 97127 w 362309"/>
                <a:gd name="connsiteY14" fmla="*/ 284087 h 361971"/>
                <a:gd name="connsiteX15" fmla="*/ 97127 w 362309"/>
                <a:gd name="connsiteY15" fmla="*/ 77885 h 361971"/>
                <a:gd name="connsiteX16" fmla="*/ 100961 w 362309"/>
                <a:gd name="connsiteY16" fmla="*/ 72139 h 361971"/>
                <a:gd name="connsiteX17" fmla="*/ 104156 w 362309"/>
                <a:gd name="connsiteY17" fmla="*/ 71501 h 361971"/>
                <a:gd name="connsiteX18" fmla="*/ 192976 w 362309"/>
                <a:gd name="connsiteY18" fmla="*/ 71501 h 361971"/>
                <a:gd name="connsiteX19" fmla="*/ 199366 w 362309"/>
                <a:gd name="connsiteY19" fmla="*/ 77885 h 361971"/>
                <a:gd name="connsiteX20" fmla="*/ 199366 w 362309"/>
                <a:gd name="connsiteY20" fmla="*/ 225355 h 361971"/>
                <a:gd name="connsiteX21" fmla="*/ 217258 w 362309"/>
                <a:gd name="connsiteY21" fmla="*/ 207479 h 361971"/>
                <a:gd name="connsiteX22" fmla="*/ 226204 w 362309"/>
                <a:gd name="connsiteY22" fmla="*/ 207479 h 361971"/>
                <a:gd name="connsiteX23" fmla="*/ 260710 w 362309"/>
                <a:gd name="connsiteY23" fmla="*/ 241953 h 361971"/>
                <a:gd name="connsiteX24" fmla="*/ 261349 w 362309"/>
                <a:gd name="connsiteY24" fmla="*/ 251529 h 361971"/>
                <a:gd name="connsiteX25" fmla="*/ 261349 w 362309"/>
                <a:gd name="connsiteY25" fmla="*/ 251529 h 361971"/>
                <a:gd name="connsiteX26" fmla="*/ 261349 w 362309"/>
                <a:gd name="connsiteY26" fmla="*/ 25152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1305"/>
                  </a:cubicBezTo>
                  <a:cubicBezTo>
                    <a:pt x="362310" y="81077"/>
                    <a:pt x="281157" y="0"/>
                    <a:pt x="180835" y="0"/>
                  </a:cubicBezTo>
                  <a:cubicBezTo>
                    <a:pt x="180835" y="0"/>
                    <a:pt x="180835" y="0"/>
                    <a:pt x="180835" y="0"/>
                  </a:cubicBezTo>
                  <a:close/>
                  <a:moveTo>
                    <a:pt x="261349" y="251529"/>
                  </a:moveTo>
                  <a:cubicBezTo>
                    <a:pt x="260710" y="252167"/>
                    <a:pt x="259431" y="252806"/>
                    <a:pt x="258154" y="253444"/>
                  </a:cubicBezTo>
                  <a:lnTo>
                    <a:pt x="258154" y="284087"/>
                  </a:lnTo>
                  <a:cubicBezTo>
                    <a:pt x="258154" y="287918"/>
                    <a:pt x="255597" y="290471"/>
                    <a:pt x="251764" y="290471"/>
                  </a:cubicBezTo>
                  <a:lnTo>
                    <a:pt x="194254" y="290471"/>
                  </a:lnTo>
                  <a:lnTo>
                    <a:pt x="193615" y="290471"/>
                  </a:lnTo>
                  <a:lnTo>
                    <a:pt x="192976" y="290471"/>
                  </a:lnTo>
                  <a:lnTo>
                    <a:pt x="103517" y="290471"/>
                  </a:lnTo>
                  <a:cubicBezTo>
                    <a:pt x="99683" y="290471"/>
                    <a:pt x="97127" y="287918"/>
                    <a:pt x="97127" y="284087"/>
                  </a:cubicBezTo>
                  <a:lnTo>
                    <a:pt x="97127" y="77885"/>
                  </a:lnTo>
                  <a:cubicBezTo>
                    <a:pt x="97127" y="75331"/>
                    <a:pt x="98405" y="72778"/>
                    <a:pt x="100961" y="72139"/>
                  </a:cubicBezTo>
                  <a:cubicBezTo>
                    <a:pt x="102239" y="71501"/>
                    <a:pt x="102878" y="71501"/>
                    <a:pt x="104156" y="71501"/>
                  </a:cubicBezTo>
                  <a:cubicBezTo>
                    <a:pt x="108629" y="71501"/>
                    <a:pt x="159110" y="71501"/>
                    <a:pt x="192976" y="71501"/>
                  </a:cubicBezTo>
                  <a:cubicBezTo>
                    <a:pt x="196810" y="71501"/>
                    <a:pt x="199366" y="74054"/>
                    <a:pt x="199366" y="77885"/>
                  </a:cubicBezTo>
                  <a:lnTo>
                    <a:pt x="199366" y="225355"/>
                  </a:lnTo>
                  <a:lnTo>
                    <a:pt x="217258" y="207479"/>
                  </a:lnTo>
                  <a:cubicBezTo>
                    <a:pt x="219814" y="204926"/>
                    <a:pt x="223648" y="204926"/>
                    <a:pt x="226204" y="207479"/>
                  </a:cubicBezTo>
                  <a:lnTo>
                    <a:pt x="260710" y="241953"/>
                  </a:lnTo>
                  <a:cubicBezTo>
                    <a:pt x="263905" y="244507"/>
                    <a:pt x="263905" y="248975"/>
                    <a:pt x="261349" y="251529"/>
                  </a:cubicBezTo>
                  <a:cubicBezTo>
                    <a:pt x="261987" y="251529"/>
                    <a:pt x="261987" y="251529"/>
                    <a:pt x="261349" y="251529"/>
                  </a:cubicBezTo>
                  <a:lnTo>
                    <a:pt x="261349" y="251529"/>
                  </a:lnTo>
                  <a:close/>
                </a:path>
              </a:pathLst>
            </a:custGeom>
            <a:solidFill>
              <a:srgbClr val="0076A8"/>
            </a:solidFill>
            <a:ln w="6390" cap="flat">
              <a:noFill/>
              <a:prstDash val="solid"/>
              <a:miter/>
            </a:ln>
          </p:spPr>
          <p:txBody>
            <a:bodyPr rtlCol="0" anchor="ctr"/>
            <a:lstStyle/>
            <a:p>
              <a:endParaRPr lang="en-US"/>
            </a:p>
          </p:txBody>
        </p:sp>
      </p:grpSp>
      <p:grpSp>
        <p:nvGrpSpPr>
          <p:cNvPr id="897" name="Graphic 4">
            <a:extLst>
              <a:ext uri="{FF2B5EF4-FFF2-40B4-BE49-F238E27FC236}">
                <a16:creationId xmlns:a16="http://schemas.microsoft.com/office/drawing/2014/main" id="{23D46746-D246-914B-ACE0-E0C78DAF2072}"/>
              </a:ext>
            </a:extLst>
          </p:cNvPr>
          <p:cNvGrpSpPr>
            <a:grpSpLocks noChangeAspect="1"/>
          </p:cNvGrpSpPr>
          <p:nvPr/>
        </p:nvGrpSpPr>
        <p:grpSpPr>
          <a:xfrm>
            <a:off x="7191874" y="1885990"/>
            <a:ext cx="362312" cy="361971"/>
            <a:chOff x="7191874" y="1885990"/>
            <a:chExt cx="362312" cy="361971"/>
          </a:xfrm>
          <a:solidFill>
            <a:srgbClr val="00A3E0"/>
          </a:solidFill>
        </p:grpSpPr>
        <p:sp>
          <p:nvSpPr>
            <p:cNvPr id="898" name="Graphic 4">
              <a:extLst>
                <a:ext uri="{FF2B5EF4-FFF2-40B4-BE49-F238E27FC236}">
                  <a16:creationId xmlns:a16="http://schemas.microsoft.com/office/drawing/2014/main" id="{0D4E2ED3-D5E4-4044-A11E-FACD266DC196}"/>
                </a:ext>
              </a:extLst>
            </p:cNvPr>
            <p:cNvSpPr/>
            <p:nvPr/>
          </p:nvSpPr>
          <p:spPr>
            <a:xfrm>
              <a:off x="7350344" y="1991965"/>
              <a:ext cx="47284" cy="37665"/>
            </a:xfrm>
            <a:custGeom>
              <a:avLst/>
              <a:gdLst>
                <a:gd name="connsiteX0" fmla="*/ 0 w 47284"/>
                <a:gd name="connsiteY0" fmla="*/ 0 h 37665"/>
                <a:gd name="connsiteX1" fmla="*/ 0 w 47284"/>
                <a:gd name="connsiteY1" fmla="*/ 37665 h 37665"/>
                <a:gd name="connsiteX2" fmla="*/ 17253 w 47284"/>
                <a:gd name="connsiteY2" fmla="*/ 37665 h 37665"/>
                <a:gd name="connsiteX3" fmla="*/ 17253 w 47284"/>
                <a:gd name="connsiteY3" fmla="*/ 21706 h 37665"/>
                <a:gd name="connsiteX4" fmla="*/ 23642 w 47284"/>
                <a:gd name="connsiteY4" fmla="*/ 15322 h 37665"/>
                <a:gd name="connsiteX5" fmla="*/ 30032 w 47284"/>
                <a:gd name="connsiteY5" fmla="*/ 21706 h 37665"/>
                <a:gd name="connsiteX6" fmla="*/ 30032 w 47284"/>
                <a:gd name="connsiteY6" fmla="*/ 37665 h 37665"/>
                <a:gd name="connsiteX7" fmla="*/ 47285 w 47284"/>
                <a:gd name="connsiteY7" fmla="*/ 37665 h 37665"/>
                <a:gd name="connsiteX8" fmla="*/ 47285 w 47284"/>
                <a:gd name="connsiteY8" fmla="*/ 0 h 37665"/>
                <a:gd name="connsiteX9" fmla="*/ 0 w 47284"/>
                <a:gd name="connsiteY9" fmla="*/ 0 h 3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284" h="37665">
                  <a:moveTo>
                    <a:pt x="0" y="0"/>
                  </a:moveTo>
                  <a:lnTo>
                    <a:pt x="0" y="37665"/>
                  </a:lnTo>
                  <a:lnTo>
                    <a:pt x="17253" y="37665"/>
                  </a:lnTo>
                  <a:lnTo>
                    <a:pt x="17253" y="21706"/>
                  </a:lnTo>
                  <a:cubicBezTo>
                    <a:pt x="17253" y="17875"/>
                    <a:pt x="19809" y="15322"/>
                    <a:pt x="23642" y="15322"/>
                  </a:cubicBezTo>
                  <a:cubicBezTo>
                    <a:pt x="27476" y="15322"/>
                    <a:pt x="30032" y="17875"/>
                    <a:pt x="30032" y="21706"/>
                  </a:cubicBezTo>
                  <a:lnTo>
                    <a:pt x="30032" y="37665"/>
                  </a:lnTo>
                  <a:lnTo>
                    <a:pt x="47285" y="37665"/>
                  </a:lnTo>
                  <a:lnTo>
                    <a:pt x="47285" y="0"/>
                  </a:lnTo>
                  <a:lnTo>
                    <a:pt x="0" y="0"/>
                  </a:lnTo>
                  <a:close/>
                </a:path>
              </a:pathLst>
            </a:custGeom>
            <a:solidFill>
              <a:srgbClr val="00A3E0"/>
            </a:solidFill>
            <a:ln w="6390" cap="flat">
              <a:noFill/>
              <a:prstDash val="solid"/>
              <a:miter/>
            </a:ln>
          </p:spPr>
          <p:txBody>
            <a:bodyPr rtlCol="0" anchor="ctr"/>
            <a:lstStyle/>
            <a:p>
              <a:endParaRPr lang="en-US"/>
            </a:p>
          </p:txBody>
        </p:sp>
        <p:sp>
          <p:nvSpPr>
            <p:cNvPr id="899" name="Graphic 4">
              <a:extLst>
                <a:ext uri="{FF2B5EF4-FFF2-40B4-BE49-F238E27FC236}">
                  <a16:creationId xmlns:a16="http://schemas.microsoft.com/office/drawing/2014/main" id="{A8403237-7886-E64F-82E8-722554567CC2}"/>
                </a:ext>
              </a:extLst>
            </p:cNvPr>
            <p:cNvSpPr/>
            <p:nvPr/>
          </p:nvSpPr>
          <p:spPr>
            <a:xfrm>
              <a:off x="7353539" y="1961322"/>
              <a:ext cx="40894" cy="15321"/>
            </a:xfrm>
            <a:custGeom>
              <a:avLst/>
              <a:gdLst>
                <a:gd name="connsiteX0" fmla="*/ 40895 w 40894"/>
                <a:gd name="connsiteY0" fmla="*/ 15322 h 15321"/>
                <a:gd name="connsiteX1" fmla="*/ 21086 w 40894"/>
                <a:gd name="connsiteY1" fmla="*/ 0 h 15321"/>
                <a:gd name="connsiteX2" fmla="*/ 0 w 40894"/>
                <a:gd name="connsiteY2" fmla="*/ 15322 h 15321"/>
              </a:gdLst>
              <a:ahLst/>
              <a:cxnLst>
                <a:cxn ang="0">
                  <a:pos x="connsiteX0" y="connsiteY0"/>
                </a:cxn>
                <a:cxn ang="0">
                  <a:pos x="connsiteX1" y="connsiteY1"/>
                </a:cxn>
                <a:cxn ang="0">
                  <a:pos x="connsiteX2" y="connsiteY2"/>
                </a:cxn>
              </a:cxnLst>
              <a:rect l="l" t="t" r="r" b="b"/>
              <a:pathLst>
                <a:path w="40894" h="15321">
                  <a:moveTo>
                    <a:pt x="40895" y="15322"/>
                  </a:moveTo>
                  <a:lnTo>
                    <a:pt x="21086" y="0"/>
                  </a:lnTo>
                  <a:lnTo>
                    <a:pt x="0" y="15322"/>
                  </a:lnTo>
                  <a:close/>
                </a:path>
              </a:pathLst>
            </a:custGeom>
            <a:solidFill>
              <a:srgbClr val="00A3E0"/>
            </a:solidFill>
            <a:ln w="6390" cap="flat">
              <a:noFill/>
              <a:prstDash val="solid"/>
              <a:miter/>
            </a:ln>
          </p:spPr>
          <p:txBody>
            <a:bodyPr rtlCol="0" anchor="ctr"/>
            <a:lstStyle/>
            <a:p>
              <a:endParaRPr lang="en-US"/>
            </a:p>
          </p:txBody>
        </p:sp>
        <p:sp>
          <p:nvSpPr>
            <p:cNvPr id="900" name="Graphic 4">
              <a:extLst>
                <a:ext uri="{FF2B5EF4-FFF2-40B4-BE49-F238E27FC236}">
                  <a16:creationId xmlns:a16="http://schemas.microsoft.com/office/drawing/2014/main" id="{FFEB0BF6-18DF-1F4D-8B06-D0C2C83AD971}"/>
                </a:ext>
              </a:extLst>
            </p:cNvPr>
            <p:cNvSpPr/>
            <p:nvPr/>
          </p:nvSpPr>
          <p:spPr>
            <a:xfrm>
              <a:off x="7305615" y="2152123"/>
              <a:ext cx="53036" cy="19870"/>
            </a:xfrm>
            <a:custGeom>
              <a:avLst/>
              <a:gdLst>
                <a:gd name="connsiteX0" fmla="*/ 0 w 53036"/>
                <a:gd name="connsiteY0" fmla="*/ 6464 h 19870"/>
                <a:gd name="connsiteX1" fmla="*/ 0 w 53036"/>
                <a:gd name="connsiteY1" fmla="*/ 19870 h 19870"/>
                <a:gd name="connsiteX2" fmla="*/ 53036 w 53036"/>
                <a:gd name="connsiteY2" fmla="*/ 17317 h 19870"/>
                <a:gd name="connsiteX3" fmla="*/ 53036 w 53036"/>
                <a:gd name="connsiteY3" fmla="*/ 718 h 19870"/>
                <a:gd name="connsiteX4" fmla="*/ 0 w 53036"/>
                <a:gd name="connsiteY4" fmla="*/ 6464 h 198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036" h="19870">
                  <a:moveTo>
                    <a:pt x="0" y="6464"/>
                  </a:moveTo>
                  <a:lnTo>
                    <a:pt x="0" y="19870"/>
                  </a:lnTo>
                  <a:cubicBezTo>
                    <a:pt x="17253" y="16678"/>
                    <a:pt x="35145" y="16040"/>
                    <a:pt x="53036" y="17317"/>
                  </a:cubicBezTo>
                  <a:lnTo>
                    <a:pt x="53036" y="718"/>
                  </a:lnTo>
                  <a:cubicBezTo>
                    <a:pt x="35145" y="-1197"/>
                    <a:pt x="16614" y="718"/>
                    <a:pt x="0" y="6464"/>
                  </a:cubicBezTo>
                  <a:close/>
                </a:path>
              </a:pathLst>
            </a:custGeom>
            <a:solidFill>
              <a:srgbClr val="00A3E0"/>
            </a:solidFill>
            <a:ln w="6390" cap="flat">
              <a:noFill/>
              <a:prstDash val="solid"/>
              <a:miter/>
            </a:ln>
          </p:spPr>
          <p:txBody>
            <a:bodyPr rtlCol="0" anchor="ctr"/>
            <a:lstStyle/>
            <a:p>
              <a:endParaRPr lang="en-US"/>
            </a:p>
          </p:txBody>
        </p:sp>
        <p:sp>
          <p:nvSpPr>
            <p:cNvPr id="901" name="Graphic 4">
              <a:extLst>
                <a:ext uri="{FF2B5EF4-FFF2-40B4-BE49-F238E27FC236}">
                  <a16:creationId xmlns:a16="http://schemas.microsoft.com/office/drawing/2014/main" id="{CE10AB3B-5DD7-EB45-8B80-B7376422B5BD}"/>
                </a:ext>
              </a:extLst>
            </p:cNvPr>
            <p:cNvSpPr/>
            <p:nvPr/>
          </p:nvSpPr>
          <p:spPr>
            <a:xfrm>
              <a:off x="7263828" y="2002817"/>
              <a:ext cx="92423" cy="140447"/>
            </a:xfrm>
            <a:custGeom>
              <a:avLst/>
              <a:gdLst>
                <a:gd name="connsiteX0" fmla="*/ 89711 w 92423"/>
                <a:gd name="connsiteY0" fmla="*/ 137256 h 140447"/>
                <a:gd name="connsiteX1" fmla="*/ 89711 w 92423"/>
                <a:gd name="connsiteY1" fmla="*/ 135979 h 140447"/>
                <a:gd name="connsiteX2" fmla="*/ 67347 w 92423"/>
                <a:gd name="connsiteY2" fmla="*/ 66393 h 140447"/>
                <a:gd name="connsiteX3" fmla="*/ 66068 w 92423"/>
                <a:gd name="connsiteY3" fmla="*/ 65755 h 140447"/>
                <a:gd name="connsiteX4" fmla="*/ 53927 w 92423"/>
                <a:gd name="connsiteY4" fmla="*/ 49795 h 140447"/>
                <a:gd name="connsiteX5" fmla="*/ 50732 w 92423"/>
                <a:gd name="connsiteY5" fmla="*/ 44688 h 140447"/>
                <a:gd name="connsiteX6" fmla="*/ 49454 w 92423"/>
                <a:gd name="connsiteY6" fmla="*/ 44049 h 140447"/>
                <a:gd name="connsiteX7" fmla="*/ 48816 w 92423"/>
                <a:gd name="connsiteY7" fmla="*/ 47241 h 140447"/>
                <a:gd name="connsiteX8" fmla="*/ 62873 w 92423"/>
                <a:gd name="connsiteY8" fmla="*/ 75969 h 140447"/>
                <a:gd name="connsiteX9" fmla="*/ 62873 w 92423"/>
                <a:gd name="connsiteY9" fmla="*/ 83630 h 140447"/>
                <a:gd name="connsiteX10" fmla="*/ 55844 w 92423"/>
                <a:gd name="connsiteY10" fmla="*/ 86184 h 140447"/>
                <a:gd name="connsiteX11" fmla="*/ 7281 w 92423"/>
                <a:gd name="connsiteY11" fmla="*/ 17237 h 140447"/>
                <a:gd name="connsiteX12" fmla="*/ 891 w 92423"/>
                <a:gd name="connsiteY12" fmla="*/ 0 h 140447"/>
                <a:gd name="connsiteX13" fmla="*/ 1530 w 92423"/>
                <a:gd name="connsiteY13" fmla="*/ 35750 h 140447"/>
                <a:gd name="connsiteX14" fmla="*/ 30285 w 92423"/>
                <a:gd name="connsiteY14" fmla="*/ 98313 h 140447"/>
                <a:gd name="connsiteX15" fmla="*/ 53927 w 92423"/>
                <a:gd name="connsiteY15" fmla="*/ 140448 h 140447"/>
                <a:gd name="connsiteX16" fmla="*/ 89711 w 92423"/>
                <a:gd name="connsiteY16" fmla="*/ 137256 h 140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423" h="140447">
                  <a:moveTo>
                    <a:pt x="89711" y="137256"/>
                  </a:moveTo>
                  <a:cubicBezTo>
                    <a:pt x="89711" y="136617"/>
                    <a:pt x="89711" y="135979"/>
                    <a:pt x="89711" y="135979"/>
                  </a:cubicBezTo>
                  <a:cubicBezTo>
                    <a:pt x="97379" y="110443"/>
                    <a:pt x="88433" y="82992"/>
                    <a:pt x="67347" y="66393"/>
                  </a:cubicBezTo>
                  <a:lnTo>
                    <a:pt x="66068" y="65755"/>
                  </a:lnTo>
                  <a:cubicBezTo>
                    <a:pt x="60957" y="61286"/>
                    <a:pt x="57122" y="55541"/>
                    <a:pt x="53927" y="49795"/>
                  </a:cubicBezTo>
                  <a:cubicBezTo>
                    <a:pt x="53288" y="47880"/>
                    <a:pt x="52011" y="45965"/>
                    <a:pt x="50732" y="44688"/>
                  </a:cubicBezTo>
                  <a:cubicBezTo>
                    <a:pt x="50093" y="44049"/>
                    <a:pt x="50093" y="44049"/>
                    <a:pt x="49454" y="44049"/>
                  </a:cubicBezTo>
                  <a:cubicBezTo>
                    <a:pt x="49454" y="45326"/>
                    <a:pt x="48816" y="45965"/>
                    <a:pt x="48816" y="47241"/>
                  </a:cubicBezTo>
                  <a:cubicBezTo>
                    <a:pt x="48816" y="56179"/>
                    <a:pt x="59039" y="70862"/>
                    <a:pt x="62873" y="75969"/>
                  </a:cubicBezTo>
                  <a:cubicBezTo>
                    <a:pt x="64790" y="78523"/>
                    <a:pt x="64790" y="81076"/>
                    <a:pt x="62873" y="83630"/>
                  </a:cubicBezTo>
                  <a:cubicBezTo>
                    <a:pt x="60957" y="86184"/>
                    <a:pt x="58400" y="86822"/>
                    <a:pt x="55844" y="86184"/>
                  </a:cubicBezTo>
                  <a:cubicBezTo>
                    <a:pt x="18782" y="74054"/>
                    <a:pt x="9837" y="37665"/>
                    <a:pt x="7281" y="17237"/>
                  </a:cubicBezTo>
                  <a:cubicBezTo>
                    <a:pt x="7281" y="10853"/>
                    <a:pt x="5364" y="4469"/>
                    <a:pt x="891" y="0"/>
                  </a:cubicBezTo>
                  <a:cubicBezTo>
                    <a:pt x="-387" y="12130"/>
                    <a:pt x="-387" y="24259"/>
                    <a:pt x="1530" y="35750"/>
                  </a:cubicBezTo>
                  <a:cubicBezTo>
                    <a:pt x="5364" y="76608"/>
                    <a:pt x="14949" y="84907"/>
                    <a:pt x="30285" y="98313"/>
                  </a:cubicBezTo>
                  <a:cubicBezTo>
                    <a:pt x="49454" y="114273"/>
                    <a:pt x="53288" y="128956"/>
                    <a:pt x="53927" y="140448"/>
                  </a:cubicBezTo>
                  <a:cubicBezTo>
                    <a:pt x="65429" y="137256"/>
                    <a:pt x="77570" y="135979"/>
                    <a:pt x="89711" y="137256"/>
                  </a:cubicBezTo>
                  <a:close/>
                </a:path>
              </a:pathLst>
            </a:custGeom>
            <a:solidFill>
              <a:srgbClr val="00A3E0"/>
            </a:solidFill>
            <a:ln w="6390" cap="flat">
              <a:noFill/>
              <a:prstDash val="solid"/>
              <a:miter/>
            </a:ln>
          </p:spPr>
          <p:txBody>
            <a:bodyPr rtlCol="0" anchor="ctr"/>
            <a:lstStyle/>
            <a:p>
              <a:endParaRPr lang="en-US"/>
            </a:p>
          </p:txBody>
        </p:sp>
        <p:sp>
          <p:nvSpPr>
            <p:cNvPr id="902" name="Graphic 4">
              <a:extLst>
                <a:ext uri="{FF2B5EF4-FFF2-40B4-BE49-F238E27FC236}">
                  <a16:creationId xmlns:a16="http://schemas.microsoft.com/office/drawing/2014/main" id="{F5A713CB-3913-E047-8B9A-C6AC94AC57C1}"/>
                </a:ext>
              </a:extLst>
            </p:cNvPr>
            <p:cNvSpPr/>
            <p:nvPr/>
          </p:nvSpPr>
          <p:spPr>
            <a:xfrm>
              <a:off x="7390445" y="2000264"/>
              <a:ext cx="93061" cy="140447"/>
            </a:xfrm>
            <a:custGeom>
              <a:avLst/>
              <a:gdLst>
                <a:gd name="connsiteX0" fmla="*/ 85142 w 93061"/>
                <a:gd name="connsiteY0" fmla="*/ 18514 h 140447"/>
                <a:gd name="connsiteX1" fmla="*/ 36579 w 93061"/>
                <a:gd name="connsiteY1" fmla="*/ 87460 h 140447"/>
                <a:gd name="connsiteX2" fmla="*/ 29549 w 93061"/>
                <a:gd name="connsiteY2" fmla="*/ 84907 h 140447"/>
                <a:gd name="connsiteX3" fmla="*/ 29549 w 93061"/>
                <a:gd name="connsiteY3" fmla="*/ 77246 h 140447"/>
                <a:gd name="connsiteX4" fmla="*/ 43608 w 93061"/>
                <a:gd name="connsiteY4" fmla="*/ 48518 h 140447"/>
                <a:gd name="connsiteX5" fmla="*/ 42969 w 93061"/>
                <a:gd name="connsiteY5" fmla="*/ 45326 h 140447"/>
                <a:gd name="connsiteX6" fmla="*/ 41690 w 93061"/>
                <a:gd name="connsiteY6" fmla="*/ 45965 h 140447"/>
                <a:gd name="connsiteX7" fmla="*/ 38495 w 93061"/>
                <a:gd name="connsiteY7" fmla="*/ 51072 h 140447"/>
                <a:gd name="connsiteX8" fmla="*/ 26354 w 93061"/>
                <a:gd name="connsiteY8" fmla="*/ 67032 h 140447"/>
                <a:gd name="connsiteX9" fmla="*/ 25077 w 93061"/>
                <a:gd name="connsiteY9" fmla="*/ 67670 h 140447"/>
                <a:gd name="connsiteX10" fmla="*/ 2712 w 93061"/>
                <a:gd name="connsiteY10" fmla="*/ 137256 h 140447"/>
                <a:gd name="connsiteX11" fmla="*/ 2712 w 93061"/>
                <a:gd name="connsiteY11" fmla="*/ 138532 h 140447"/>
                <a:gd name="connsiteX12" fmla="*/ 39134 w 93061"/>
                <a:gd name="connsiteY12" fmla="*/ 140448 h 140447"/>
                <a:gd name="connsiteX13" fmla="*/ 62777 w 93061"/>
                <a:gd name="connsiteY13" fmla="*/ 98313 h 140447"/>
                <a:gd name="connsiteX14" fmla="*/ 91532 w 93061"/>
                <a:gd name="connsiteY14" fmla="*/ 35750 h 140447"/>
                <a:gd name="connsiteX15" fmla="*/ 92171 w 93061"/>
                <a:gd name="connsiteY15" fmla="*/ 0 h 140447"/>
                <a:gd name="connsiteX16" fmla="*/ 85142 w 93061"/>
                <a:gd name="connsiteY16" fmla="*/ 18514 h 140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3061" h="140447">
                  <a:moveTo>
                    <a:pt x="85142" y="18514"/>
                  </a:moveTo>
                  <a:cubicBezTo>
                    <a:pt x="83225" y="38942"/>
                    <a:pt x="73640" y="75331"/>
                    <a:pt x="36579" y="87460"/>
                  </a:cubicBezTo>
                  <a:cubicBezTo>
                    <a:pt x="34023" y="88099"/>
                    <a:pt x="30828" y="87460"/>
                    <a:pt x="29549" y="84907"/>
                  </a:cubicBezTo>
                  <a:cubicBezTo>
                    <a:pt x="27633" y="82353"/>
                    <a:pt x="27633" y="79800"/>
                    <a:pt x="29549" y="77246"/>
                  </a:cubicBezTo>
                  <a:cubicBezTo>
                    <a:pt x="33384" y="72139"/>
                    <a:pt x="43608" y="57456"/>
                    <a:pt x="43608" y="48518"/>
                  </a:cubicBezTo>
                  <a:cubicBezTo>
                    <a:pt x="43608" y="47241"/>
                    <a:pt x="43608" y="45965"/>
                    <a:pt x="42969" y="45326"/>
                  </a:cubicBezTo>
                  <a:cubicBezTo>
                    <a:pt x="42329" y="45326"/>
                    <a:pt x="41690" y="45965"/>
                    <a:pt x="41690" y="45965"/>
                  </a:cubicBezTo>
                  <a:cubicBezTo>
                    <a:pt x="40413" y="47880"/>
                    <a:pt x="39134" y="49157"/>
                    <a:pt x="38495" y="51072"/>
                  </a:cubicBezTo>
                  <a:cubicBezTo>
                    <a:pt x="35300" y="56817"/>
                    <a:pt x="31467" y="62563"/>
                    <a:pt x="26354" y="67032"/>
                  </a:cubicBezTo>
                  <a:lnTo>
                    <a:pt x="25077" y="67670"/>
                  </a:lnTo>
                  <a:cubicBezTo>
                    <a:pt x="3990" y="84268"/>
                    <a:pt x="-4956" y="111720"/>
                    <a:pt x="2712" y="137256"/>
                  </a:cubicBezTo>
                  <a:cubicBezTo>
                    <a:pt x="2712" y="137894"/>
                    <a:pt x="2712" y="138532"/>
                    <a:pt x="2712" y="138532"/>
                  </a:cubicBezTo>
                  <a:cubicBezTo>
                    <a:pt x="14853" y="137894"/>
                    <a:pt x="26994" y="138532"/>
                    <a:pt x="39134" y="140448"/>
                  </a:cubicBezTo>
                  <a:cubicBezTo>
                    <a:pt x="39774" y="128956"/>
                    <a:pt x="43608" y="114273"/>
                    <a:pt x="62777" y="98313"/>
                  </a:cubicBezTo>
                  <a:cubicBezTo>
                    <a:pt x="78113" y="84907"/>
                    <a:pt x="87059" y="77246"/>
                    <a:pt x="91532" y="35750"/>
                  </a:cubicBezTo>
                  <a:cubicBezTo>
                    <a:pt x="93449" y="23621"/>
                    <a:pt x="93449" y="11491"/>
                    <a:pt x="92171" y="0"/>
                  </a:cubicBezTo>
                  <a:cubicBezTo>
                    <a:pt x="87698" y="5746"/>
                    <a:pt x="85142" y="12130"/>
                    <a:pt x="85142" y="18514"/>
                  </a:cubicBezTo>
                  <a:close/>
                </a:path>
              </a:pathLst>
            </a:custGeom>
            <a:solidFill>
              <a:srgbClr val="00A3E0"/>
            </a:solidFill>
            <a:ln w="6390" cap="flat">
              <a:noFill/>
              <a:prstDash val="solid"/>
              <a:miter/>
            </a:ln>
          </p:spPr>
          <p:txBody>
            <a:bodyPr rtlCol="0" anchor="ctr"/>
            <a:lstStyle/>
            <a:p>
              <a:endParaRPr lang="en-US"/>
            </a:p>
          </p:txBody>
        </p:sp>
        <p:sp>
          <p:nvSpPr>
            <p:cNvPr id="903" name="Graphic 4">
              <a:extLst>
                <a:ext uri="{FF2B5EF4-FFF2-40B4-BE49-F238E27FC236}">
                  <a16:creationId xmlns:a16="http://schemas.microsoft.com/office/drawing/2014/main" id="{CF2DF4DD-1127-B94E-BB81-56B512242573}"/>
                </a:ext>
              </a:extLst>
            </p:cNvPr>
            <p:cNvSpPr/>
            <p:nvPr/>
          </p:nvSpPr>
          <p:spPr>
            <a:xfrm>
              <a:off x="7388044" y="2152123"/>
              <a:ext cx="53036" cy="19870"/>
            </a:xfrm>
            <a:custGeom>
              <a:avLst/>
              <a:gdLst>
                <a:gd name="connsiteX0" fmla="*/ 0 w 53036"/>
                <a:gd name="connsiteY0" fmla="*/ 718 h 19870"/>
                <a:gd name="connsiteX1" fmla="*/ 0 w 53036"/>
                <a:gd name="connsiteY1" fmla="*/ 17317 h 19870"/>
                <a:gd name="connsiteX2" fmla="*/ 15336 w 53036"/>
                <a:gd name="connsiteY2" fmla="*/ 16678 h 19870"/>
                <a:gd name="connsiteX3" fmla="*/ 53037 w 53036"/>
                <a:gd name="connsiteY3" fmla="*/ 19870 h 19870"/>
                <a:gd name="connsiteX4" fmla="*/ 53037 w 53036"/>
                <a:gd name="connsiteY4" fmla="*/ 6464 h 19870"/>
                <a:gd name="connsiteX5" fmla="*/ 0 w 53036"/>
                <a:gd name="connsiteY5" fmla="*/ 718 h 19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036" h="19870">
                  <a:moveTo>
                    <a:pt x="0" y="718"/>
                  </a:moveTo>
                  <a:lnTo>
                    <a:pt x="0" y="17317"/>
                  </a:lnTo>
                  <a:cubicBezTo>
                    <a:pt x="5112" y="16678"/>
                    <a:pt x="10225" y="16678"/>
                    <a:pt x="15336" y="16678"/>
                  </a:cubicBezTo>
                  <a:cubicBezTo>
                    <a:pt x="28116" y="16678"/>
                    <a:pt x="40896" y="17955"/>
                    <a:pt x="53037" y="19870"/>
                  </a:cubicBezTo>
                  <a:lnTo>
                    <a:pt x="53037" y="6464"/>
                  </a:lnTo>
                  <a:cubicBezTo>
                    <a:pt x="36423" y="718"/>
                    <a:pt x="18531" y="-1197"/>
                    <a:pt x="0" y="718"/>
                  </a:cubicBezTo>
                  <a:close/>
                </a:path>
              </a:pathLst>
            </a:custGeom>
            <a:solidFill>
              <a:srgbClr val="00A3E0"/>
            </a:solidFill>
            <a:ln w="6390" cap="flat">
              <a:noFill/>
              <a:prstDash val="solid"/>
              <a:miter/>
            </a:ln>
          </p:spPr>
          <p:txBody>
            <a:bodyPr rtlCol="0" anchor="ctr"/>
            <a:lstStyle/>
            <a:p>
              <a:endParaRPr lang="en-US"/>
            </a:p>
          </p:txBody>
        </p:sp>
        <p:sp>
          <p:nvSpPr>
            <p:cNvPr id="904" name="Graphic 4">
              <a:extLst>
                <a:ext uri="{FF2B5EF4-FFF2-40B4-BE49-F238E27FC236}">
                  <a16:creationId xmlns:a16="http://schemas.microsoft.com/office/drawing/2014/main" id="{D6FF9D44-068E-F749-AD7D-73487F8A7716}"/>
                </a:ext>
              </a:extLst>
            </p:cNvPr>
            <p:cNvSpPr/>
            <p:nvPr/>
          </p:nvSpPr>
          <p:spPr>
            <a:xfrm>
              <a:off x="7191874" y="1885990"/>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79557 w 362312"/>
                <a:gd name="connsiteY6" fmla="*/ 290471 h 361971"/>
                <a:gd name="connsiteX7" fmla="*/ 177641 w 362312"/>
                <a:gd name="connsiteY7" fmla="*/ 294940 h 361971"/>
                <a:gd name="connsiteX8" fmla="*/ 172528 w 362312"/>
                <a:gd name="connsiteY8" fmla="*/ 296217 h 361971"/>
                <a:gd name="connsiteX9" fmla="*/ 108629 w 362312"/>
                <a:gd name="connsiteY9" fmla="*/ 299409 h 361971"/>
                <a:gd name="connsiteX10" fmla="*/ 107351 w 362312"/>
                <a:gd name="connsiteY10" fmla="*/ 299409 h 361971"/>
                <a:gd name="connsiteX11" fmla="*/ 100961 w 362312"/>
                <a:gd name="connsiteY11" fmla="*/ 293025 h 361971"/>
                <a:gd name="connsiteX12" fmla="*/ 100961 w 362312"/>
                <a:gd name="connsiteY12" fmla="*/ 267489 h 361971"/>
                <a:gd name="connsiteX13" fmla="*/ 104795 w 362312"/>
                <a:gd name="connsiteY13" fmla="*/ 261743 h 361971"/>
                <a:gd name="connsiteX14" fmla="*/ 113102 w 362312"/>
                <a:gd name="connsiteY14" fmla="*/ 258551 h 361971"/>
                <a:gd name="connsiteX15" fmla="*/ 113102 w 362312"/>
                <a:gd name="connsiteY15" fmla="*/ 257913 h 361971"/>
                <a:gd name="connsiteX16" fmla="*/ 93932 w 362312"/>
                <a:gd name="connsiteY16" fmla="*/ 222801 h 361971"/>
                <a:gd name="connsiteX17" fmla="*/ 60704 w 362312"/>
                <a:gd name="connsiteY17" fmla="*/ 151939 h 361971"/>
                <a:gd name="connsiteX18" fmla="*/ 68372 w 362312"/>
                <a:gd name="connsiteY18" fmla="*/ 100867 h 361971"/>
                <a:gd name="connsiteX19" fmla="*/ 81152 w 362312"/>
                <a:gd name="connsiteY19" fmla="*/ 104697 h 361971"/>
                <a:gd name="connsiteX20" fmla="*/ 92015 w 362312"/>
                <a:gd name="connsiteY20" fmla="*/ 130233 h 361971"/>
                <a:gd name="connsiteX21" fmla="*/ 111185 w 362312"/>
                <a:gd name="connsiteY21" fmla="*/ 176198 h 361971"/>
                <a:gd name="connsiteX22" fmla="*/ 107990 w 362312"/>
                <a:gd name="connsiteY22" fmla="*/ 162153 h 361971"/>
                <a:gd name="connsiteX23" fmla="*/ 116297 w 362312"/>
                <a:gd name="connsiteY23" fmla="*/ 146832 h 361971"/>
                <a:gd name="connsiteX24" fmla="*/ 131633 w 362312"/>
                <a:gd name="connsiteY24" fmla="*/ 150662 h 361971"/>
                <a:gd name="connsiteX25" fmla="*/ 136745 w 362312"/>
                <a:gd name="connsiteY25" fmla="*/ 158323 h 361971"/>
                <a:gd name="connsiteX26" fmla="*/ 146330 w 362312"/>
                <a:gd name="connsiteY26" fmla="*/ 171091 h 361971"/>
                <a:gd name="connsiteX27" fmla="*/ 146969 w 362312"/>
                <a:gd name="connsiteY27" fmla="*/ 171729 h 361971"/>
                <a:gd name="connsiteX28" fmla="*/ 173806 w 362312"/>
                <a:gd name="connsiteY28" fmla="*/ 253444 h 361971"/>
                <a:gd name="connsiteX29" fmla="*/ 173806 w 362312"/>
                <a:gd name="connsiteY29" fmla="*/ 253444 h 361971"/>
                <a:gd name="connsiteX30" fmla="*/ 178918 w 362312"/>
                <a:gd name="connsiteY30" fmla="*/ 259828 h 361971"/>
                <a:gd name="connsiteX31" fmla="*/ 179557 w 362312"/>
                <a:gd name="connsiteY31" fmla="*/ 290471 h 361971"/>
                <a:gd name="connsiteX32" fmla="*/ 152081 w 362312"/>
                <a:gd name="connsiteY32" fmla="*/ 156408 h 361971"/>
                <a:gd name="connsiteX33" fmla="*/ 145691 w 362312"/>
                <a:gd name="connsiteY33" fmla="*/ 150024 h 361971"/>
                <a:gd name="connsiteX34" fmla="*/ 145691 w 362312"/>
                <a:gd name="connsiteY34" fmla="*/ 105974 h 361971"/>
                <a:gd name="connsiteX35" fmla="*/ 139301 w 362312"/>
                <a:gd name="connsiteY35" fmla="*/ 105974 h 361971"/>
                <a:gd name="connsiteX36" fmla="*/ 132911 w 362312"/>
                <a:gd name="connsiteY36" fmla="*/ 101505 h 361971"/>
                <a:gd name="connsiteX37" fmla="*/ 134828 w 362312"/>
                <a:gd name="connsiteY37" fmla="*/ 94483 h 361971"/>
                <a:gd name="connsiteX38" fmla="*/ 178279 w 362312"/>
                <a:gd name="connsiteY38" fmla="*/ 61925 h 361971"/>
                <a:gd name="connsiteX39" fmla="*/ 185947 w 362312"/>
                <a:gd name="connsiteY39" fmla="*/ 61925 h 361971"/>
                <a:gd name="connsiteX40" fmla="*/ 227482 w 362312"/>
                <a:gd name="connsiteY40" fmla="*/ 94483 h 361971"/>
                <a:gd name="connsiteX41" fmla="*/ 228760 w 362312"/>
                <a:gd name="connsiteY41" fmla="*/ 103421 h 361971"/>
                <a:gd name="connsiteX42" fmla="*/ 223648 w 362312"/>
                <a:gd name="connsiteY42" fmla="*/ 105974 h 361971"/>
                <a:gd name="connsiteX43" fmla="*/ 217258 w 362312"/>
                <a:gd name="connsiteY43" fmla="*/ 105974 h 361971"/>
                <a:gd name="connsiteX44" fmla="*/ 217258 w 362312"/>
                <a:gd name="connsiteY44" fmla="*/ 150024 h 361971"/>
                <a:gd name="connsiteX45" fmla="*/ 210868 w 362312"/>
                <a:gd name="connsiteY45" fmla="*/ 156408 h 361971"/>
                <a:gd name="connsiteX46" fmla="*/ 152081 w 362312"/>
                <a:gd name="connsiteY46" fmla="*/ 156408 h 361971"/>
                <a:gd name="connsiteX47" fmla="*/ 302883 w 362312"/>
                <a:gd name="connsiteY47" fmla="*/ 152577 h 361971"/>
                <a:gd name="connsiteX48" fmla="*/ 269655 w 362312"/>
                <a:gd name="connsiteY48" fmla="*/ 223439 h 361971"/>
                <a:gd name="connsiteX49" fmla="*/ 250485 w 362312"/>
                <a:gd name="connsiteY49" fmla="*/ 258551 h 361971"/>
                <a:gd name="connsiteX50" fmla="*/ 250485 w 362312"/>
                <a:gd name="connsiteY50" fmla="*/ 259190 h 361971"/>
                <a:gd name="connsiteX51" fmla="*/ 258792 w 362312"/>
                <a:gd name="connsiteY51" fmla="*/ 262382 h 361971"/>
                <a:gd name="connsiteX52" fmla="*/ 262626 w 362312"/>
                <a:gd name="connsiteY52" fmla="*/ 268127 h 361971"/>
                <a:gd name="connsiteX53" fmla="*/ 262626 w 362312"/>
                <a:gd name="connsiteY53" fmla="*/ 293663 h 361971"/>
                <a:gd name="connsiteX54" fmla="*/ 260070 w 362312"/>
                <a:gd name="connsiteY54" fmla="*/ 298771 h 361971"/>
                <a:gd name="connsiteX55" fmla="*/ 256236 w 362312"/>
                <a:gd name="connsiteY55" fmla="*/ 300047 h 361971"/>
                <a:gd name="connsiteX56" fmla="*/ 254959 w 362312"/>
                <a:gd name="connsiteY56" fmla="*/ 300047 h 361971"/>
                <a:gd name="connsiteX57" fmla="*/ 191059 w 362312"/>
                <a:gd name="connsiteY57" fmla="*/ 296855 h 361971"/>
                <a:gd name="connsiteX58" fmla="*/ 185947 w 362312"/>
                <a:gd name="connsiteY58" fmla="*/ 295579 h 361971"/>
                <a:gd name="connsiteX59" fmla="*/ 184031 w 362312"/>
                <a:gd name="connsiteY59" fmla="*/ 291110 h 361971"/>
                <a:gd name="connsiteX60" fmla="*/ 184031 w 362312"/>
                <a:gd name="connsiteY60" fmla="*/ 261743 h 361971"/>
                <a:gd name="connsiteX61" fmla="*/ 189142 w 362312"/>
                <a:gd name="connsiteY61" fmla="*/ 255359 h 361971"/>
                <a:gd name="connsiteX62" fmla="*/ 189142 w 362312"/>
                <a:gd name="connsiteY62" fmla="*/ 255359 h 361971"/>
                <a:gd name="connsiteX63" fmla="*/ 215980 w 362312"/>
                <a:gd name="connsiteY63" fmla="*/ 173644 h 361971"/>
                <a:gd name="connsiteX64" fmla="*/ 216619 w 362312"/>
                <a:gd name="connsiteY64" fmla="*/ 173006 h 361971"/>
                <a:gd name="connsiteX65" fmla="*/ 226204 w 362312"/>
                <a:gd name="connsiteY65" fmla="*/ 160238 h 361971"/>
                <a:gd name="connsiteX66" fmla="*/ 231315 w 362312"/>
                <a:gd name="connsiteY66" fmla="*/ 152577 h 361971"/>
                <a:gd name="connsiteX67" fmla="*/ 246651 w 362312"/>
                <a:gd name="connsiteY67" fmla="*/ 148747 h 361971"/>
                <a:gd name="connsiteX68" fmla="*/ 254959 w 362312"/>
                <a:gd name="connsiteY68" fmla="*/ 164068 h 361971"/>
                <a:gd name="connsiteX69" fmla="*/ 251764 w 362312"/>
                <a:gd name="connsiteY69" fmla="*/ 178113 h 361971"/>
                <a:gd name="connsiteX70" fmla="*/ 270934 w 362312"/>
                <a:gd name="connsiteY70" fmla="*/ 132149 h 361971"/>
                <a:gd name="connsiteX71" fmla="*/ 282435 w 362312"/>
                <a:gd name="connsiteY71" fmla="*/ 106613 h 361971"/>
                <a:gd name="connsiteX72" fmla="*/ 294576 w 362312"/>
                <a:gd name="connsiteY72" fmla="*/ 102782 h 361971"/>
                <a:gd name="connsiteX73" fmla="*/ 302883 w 362312"/>
                <a:gd name="connsiteY73" fmla="*/ 152577 h 361971"/>
                <a:gd name="connsiteX74" fmla="*/ 302883 w 362312"/>
                <a:gd name="connsiteY74" fmla="*/ 15257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0438"/>
                    <a:pt x="281796" y="0"/>
                    <a:pt x="181474" y="0"/>
                  </a:cubicBezTo>
                  <a:close/>
                  <a:moveTo>
                    <a:pt x="179557" y="290471"/>
                  </a:moveTo>
                  <a:cubicBezTo>
                    <a:pt x="179557" y="292387"/>
                    <a:pt x="178918" y="294302"/>
                    <a:pt x="177641" y="294940"/>
                  </a:cubicBezTo>
                  <a:cubicBezTo>
                    <a:pt x="176362" y="296217"/>
                    <a:pt x="174446" y="296855"/>
                    <a:pt x="172528" y="296217"/>
                  </a:cubicBezTo>
                  <a:cubicBezTo>
                    <a:pt x="151441" y="293663"/>
                    <a:pt x="129716" y="294940"/>
                    <a:pt x="108629" y="299409"/>
                  </a:cubicBezTo>
                  <a:lnTo>
                    <a:pt x="107351" y="299409"/>
                  </a:lnTo>
                  <a:cubicBezTo>
                    <a:pt x="103517" y="299409"/>
                    <a:pt x="100961" y="296855"/>
                    <a:pt x="100961" y="293025"/>
                  </a:cubicBezTo>
                  <a:lnTo>
                    <a:pt x="100961" y="267489"/>
                  </a:lnTo>
                  <a:cubicBezTo>
                    <a:pt x="100961" y="264935"/>
                    <a:pt x="102239" y="263020"/>
                    <a:pt x="104795" y="261743"/>
                  </a:cubicBezTo>
                  <a:cubicBezTo>
                    <a:pt x="107351" y="260467"/>
                    <a:pt x="110546" y="259190"/>
                    <a:pt x="113102" y="258551"/>
                  </a:cubicBezTo>
                  <a:cubicBezTo>
                    <a:pt x="113102" y="258551"/>
                    <a:pt x="113102" y="257913"/>
                    <a:pt x="113102" y="257913"/>
                  </a:cubicBezTo>
                  <a:cubicBezTo>
                    <a:pt x="112463" y="246422"/>
                    <a:pt x="109268" y="236207"/>
                    <a:pt x="93932" y="222801"/>
                  </a:cubicBezTo>
                  <a:cubicBezTo>
                    <a:pt x="76040" y="206841"/>
                    <a:pt x="65177" y="195988"/>
                    <a:pt x="60704" y="151939"/>
                  </a:cubicBezTo>
                  <a:cubicBezTo>
                    <a:pt x="56871" y="109166"/>
                    <a:pt x="61982" y="102144"/>
                    <a:pt x="68372" y="100867"/>
                  </a:cubicBezTo>
                  <a:cubicBezTo>
                    <a:pt x="72845" y="100229"/>
                    <a:pt x="77318" y="102144"/>
                    <a:pt x="81152" y="104697"/>
                  </a:cubicBezTo>
                  <a:cubicBezTo>
                    <a:pt x="88181" y="111081"/>
                    <a:pt x="92015" y="120657"/>
                    <a:pt x="92015" y="130233"/>
                  </a:cubicBezTo>
                  <a:cubicBezTo>
                    <a:pt x="93293" y="147470"/>
                    <a:pt x="99683" y="163430"/>
                    <a:pt x="111185" y="176198"/>
                  </a:cubicBezTo>
                  <a:cubicBezTo>
                    <a:pt x="109268" y="171729"/>
                    <a:pt x="107990" y="167260"/>
                    <a:pt x="107990" y="162153"/>
                  </a:cubicBezTo>
                  <a:cubicBezTo>
                    <a:pt x="106712" y="155769"/>
                    <a:pt x="110546" y="149385"/>
                    <a:pt x="116297" y="146832"/>
                  </a:cubicBezTo>
                  <a:cubicBezTo>
                    <a:pt x="122048" y="144916"/>
                    <a:pt x="127799" y="146832"/>
                    <a:pt x="131633" y="150662"/>
                  </a:cubicBezTo>
                  <a:cubicBezTo>
                    <a:pt x="133550" y="153216"/>
                    <a:pt x="135466" y="155769"/>
                    <a:pt x="136745" y="158323"/>
                  </a:cubicBezTo>
                  <a:cubicBezTo>
                    <a:pt x="139301" y="163430"/>
                    <a:pt x="142496" y="167260"/>
                    <a:pt x="146330" y="171091"/>
                  </a:cubicBezTo>
                  <a:lnTo>
                    <a:pt x="146969" y="171729"/>
                  </a:lnTo>
                  <a:cubicBezTo>
                    <a:pt x="171251" y="191519"/>
                    <a:pt x="181474" y="223439"/>
                    <a:pt x="173806" y="253444"/>
                  </a:cubicBezTo>
                  <a:lnTo>
                    <a:pt x="173806" y="253444"/>
                  </a:lnTo>
                  <a:cubicBezTo>
                    <a:pt x="177001" y="254083"/>
                    <a:pt x="178918" y="256636"/>
                    <a:pt x="178918" y="259828"/>
                  </a:cubicBezTo>
                  <a:lnTo>
                    <a:pt x="179557" y="290471"/>
                  </a:lnTo>
                  <a:close/>
                  <a:moveTo>
                    <a:pt x="152081" y="156408"/>
                  </a:moveTo>
                  <a:cubicBezTo>
                    <a:pt x="148246" y="156408"/>
                    <a:pt x="145691" y="153854"/>
                    <a:pt x="145691" y="150024"/>
                  </a:cubicBezTo>
                  <a:lnTo>
                    <a:pt x="145691" y="105974"/>
                  </a:lnTo>
                  <a:lnTo>
                    <a:pt x="139301" y="105974"/>
                  </a:lnTo>
                  <a:cubicBezTo>
                    <a:pt x="136106" y="105974"/>
                    <a:pt x="133550" y="104059"/>
                    <a:pt x="132911" y="101505"/>
                  </a:cubicBezTo>
                  <a:cubicBezTo>
                    <a:pt x="132271" y="98952"/>
                    <a:pt x="132911" y="95760"/>
                    <a:pt x="134828" y="94483"/>
                  </a:cubicBezTo>
                  <a:lnTo>
                    <a:pt x="178279" y="61925"/>
                  </a:lnTo>
                  <a:cubicBezTo>
                    <a:pt x="180836" y="60010"/>
                    <a:pt x="184031" y="60010"/>
                    <a:pt x="185947" y="61925"/>
                  </a:cubicBezTo>
                  <a:lnTo>
                    <a:pt x="227482" y="94483"/>
                  </a:lnTo>
                  <a:cubicBezTo>
                    <a:pt x="230038" y="96398"/>
                    <a:pt x="230677" y="100867"/>
                    <a:pt x="228760" y="103421"/>
                  </a:cubicBezTo>
                  <a:cubicBezTo>
                    <a:pt x="227482" y="104697"/>
                    <a:pt x="225565" y="105974"/>
                    <a:pt x="223648" y="105974"/>
                  </a:cubicBezTo>
                  <a:lnTo>
                    <a:pt x="217258" y="105974"/>
                  </a:lnTo>
                  <a:lnTo>
                    <a:pt x="217258" y="150024"/>
                  </a:lnTo>
                  <a:cubicBezTo>
                    <a:pt x="217258" y="153854"/>
                    <a:pt x="214702" y="156408"/>
                    <a:pt x="210868" y="156408"/>
                  </a:cubicBezTo>
                  <a:lnTo>
                    <a:pt x="152081" y="156408"/>
                  </a:lnTo>
                  <a:close/>
                  <a:moveTo>
                    <a:pt x="302883" y="152577"/>
                  </a:moveTo>
                  <a:cubicBezTo>
                    <a:pt x="298410" y="196627"/>
                    <a:pt x="288186" y="207479"/>
                    <a:pt x="269655" y="223439"/>
                  </a:cubicBezTo>
                  <a:cubicBezTo>
                    <a:pt x="254320" y="236846"/>
                    <a:pt x="251125" y="247060"/>
                    <a:pt x="250485" y="258551"/>
                  </a:cubicBezTo>
                  <a:cubicBezTo>
                    <a:pt x="250485" y="258551"/>
                    <a:pt x="250485" y="259190"/>
                    <a:pt x="250485" y="259190"/>
                  </a:cubicBezTo>
                  <a:cubicBezTo>
                    <a:pt x="253680" y="260467"/>
                    <a:pt x="256236" y="261105"/>
                    <a:pt x="258792" y="262382"/>
                  </a:cubicBezTo>
                  <a:cubicBezTo>
                    <a:pt x="261349" y="263659"/>
                    <a:pt x="262626" y="265574"/>
                    <a:pt x="262626" y="268127"/>
                  </a:cubicBezTo>
                  <a:lnTo>
                    <a:pt x="262626" y="293663"/>
                  </a:lnTo>
                  <a:cubicBezTo>
                    <a:pt x="262626" y="295579"/>
                    <a:pt x="261987" y="297494"/>
                    <a:pt x="260070" y="298771"/>
                  </a:cubicBezTo>
                  <a:cubicBezTo>
                    <a:pt x="258792" y="299409"/>
                    <a:pt x="257515" y="300047"/>
                    <a:pt x="256236" y="300047"/>
                  </a:cubicBezTo>
                  <a:lnTo>
                    <a:pt x="254959" y="300047"/>
                  </a:lnTo>
                  <a:cubicBezTo>
                    <a:pt x="233872" y="295579"/>
                    <a:pt x="212146" y="294302"/>
                    <a:pt x="191059" y="296855"/>
                  </a:cubicBezTo>
                  <a:cubicBezTo>
                    <a:pt x="189142" y="296855"/>
                    <a:pt x="187225" y="296217"/>
                    <a:pt x="185947" y="295579"/>
                  </a:cubicBezTo>
                  <a:cubicBezTo>
                    <a:pt x="184669" y="294302"/>
                    <a:pt x="184031" y="292387"/>
                    <a:pt x="184031" y="291110"/>
                  </a:cubicBezTo>
                  <a:lnTo>
                    <a:pt x="184031" y="261743"/>
                  </a:lnTo>
                  <a:cubicBezTo>
                    <a:pt x="184031" y="258551"/>
                    <a:pt x="186586" y="255998"/>
                    <a:pt x="189142" y="255359"/>
                  </a:cubicBezTo>
                  <a:lnTo>
                    <a:pt x="189142" y="255359"/>
                  </a:lnTo>
                  <a:cubicBezTo>
                    <a:pt x="180836" y="225355"/>
                    <a:pt x="191059" y="192796"/>
                    <a:pt x="215980" y="173644"/>
                  </a:cubicBezTo>
                  <a:lnTo>
                    <a:pt x="216619" y="173006"/>
                  </a:lnTo>
                  <a:cubicBezTo>
                    <a:pt x="220453" y="169176"/>
                    <a:pt x="223648" y="165345"/>
                    <a:pt x="226204" y="160238"/>
                  </a:cubicBezTo>
                  <a:cubicBezTo>
                    <a:pt x="227482" y="157684"/>
                    <a:pt x="229399" y="154492"/>
                    <a:pt x="231315" y="152577"/>
                  </a:cubicBezTo>
                  <a:cubicBezTo>
                    <a:pt x="235150" y="148108"/>
                    <a:pt x="241540" y="146832"/>
                    <a:pt x="246651" y="148747"/>
                  </a:cubicBezTo>
                  <a:cubicBezTo>
                    <a:pt x="252403" y="151300"/>
                    <a:pt x="255597" y="157684"/>
                    <a:pt x="254959" y="164068"/>
                  </a:cubicBezTo>
                  <a:cubicBezTo>
                    <a:pt x="254959" y="169176"/>
                    <a:pt x="253680" y="173644"/>
                    <a:pt x="251764" y="178113"/>
                  </a:cubicBezTo>
                  <a:cubicBezTo>
                    <a:pt x="263265" y="165345"/>
                    <a:pt x="269655" y="149385"/>
                    <a:pt x="270934" y="132149"/>
                  </a:cubicBezTo>
                  <a:cubicBezTo>
                    <a:pt x="270934" y="122573"/>
                    <a:pt x="275406" y="112997"/>
                    <a:pt x="282435" y="106613"/>
                  </a:cubicBezTo>
                  <a:cubicBezTo>
                    <a:pt x="285630" y="103421"/>
                    <a:pt x="290103" y="102144"/>
                    <a:pt x="294576" y="102782"/>
                  </a:cubicBezTo>
                  <a:cubicBezTo>
                    <a:pt x="300966" y="102782"/>
                    <a:pt x="306717" y="109805"/>
                    <a:pt x="302883" y="152577"/>
                  </a:cubicBezTo>
                  <a:lnTo>
                    <a:pt x="302883" y="152577"/>
                  </a:lnTo>
                  <a:close/>
                </a:path>
              </a:pathLst>
            </a:custGeom>
            <a:solidFill>
              <a:srgbClr val="00A3E0"/>
            </a:solidFill>
            <a:ln w="6390" cap="flat">
              <a:noFill/>
              <a:prstDash val="solid"/>
              <a:miter/>
            </a:ln>
          </p:spPr>
          <p:txBody>
            <a:bodyPr rtlCol="0" anchor="ctr"/>
            <a:lstStyle/>
            <a:p>
              <a:endParaRPr lang="en-US"/>
            </a:p>
          </p:txBody>
        </p:sp>
      </p:grpSp>
      <p:sp>
        <p:nvSpPr>
          <p:cNvPr id="905" name="Graphic 4">
            <a:extLst>
              <a:ext uri="{FF2B5EF4-FFF2-40B4-BE49-F238E27FC236}">
                <a16:creationId xmlns:a16="http://schemas.microsoft.com/office/drawing/2014/main" id="{9A2F5491-48BC-9A4E-B1AF-72BD893412A2}"/>
              </a:ext>
            </a:extLst>
          </p:cNvPr>
          <p:cNvSpPr>
            <a:spLocks noChangeAspect="1"/>
          </p:cNvSpPr>
          <p:nvPr/>
        </p:nvSpPr>
        <p:spPr>
          <a:xfrm>
            <a:off x="7191874" y="140272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83713 w 362312"/>
              <a:gd name="connsiteY6" fmla="*/ 210671 h 361971"/>
              <a:gd name="connsiteX7" fmla="*/ 277323 w 362312"/>
              <a:gd name="connsiteY7" fmla="*/ 217055 h 361971"/>
              <a:gd name="connsiteX8" fmla="*/ 231315 w 362312"/>
              <a:gd name="connsiteY8" fmla="*/ 217055 h 361971"/>
              <a:gd name="connsiteX9" fmla="*/ 231315 w 362312"/>
              <a:gd name="connsiteY9" fmla="*/ 271958 h 361971"/>
              <a:gd name="connsiteX10" fmla="*/ 224925 w 362312"/>
              <a:gd name="connsiteY10" fmla="*/ 278342 h 361971"/>
              <a:gd name="connsiteX11" fmla="*/ 85625 w 362312"/>
              <a:gd name="connsiteY11" fmla="*/ 278342 h 361971"/>
              <a:gd name="connsiteX12" fmla="*/ 79235 w 362312"/>
              <a:gd name="connsiteY12" fmla="*/ 271958 h 361971"/>
              <a:gd name="connsiteX13" fmla="*/ 79235 w 362312"/>
              <a:gd name="connsiteY13" fmla="*/ 89376 h 361971"/>
              <a:gd name="connsiteX14" fmla="*/ 85625 w 362312"/>
              <a:gd name="connsiteY14" fmla="*/ 82992 h 361971"/>
              <a:gd name="connsiteX15" fmla="*/ 218536 w 362312"/>
              <a:gd name="connsiteY15" fmla="*/ 82992 h 361971"/>
              <a:gd name="connsiteX16" fmla="*/ 224287 w 362312"/>
              <a:gd name="connsiteY16" fmla="*/ 86184 h 361971"/>
              <a:gd name="connsiteX17" fmla="*/ 249208 w 362312"/>
              <a:gd name="connsiteY17" fmla="*/ 127041 h 361971"/>
              <a:gd name="connsiteX18" fmla="*/ 247930 w 362312"/>
              <a:gd name="connsiteY18" fmla="*/ 135979 h 361971"/>
              <a:gd name="connsiteX19" fmla="*/ 238984 w 362312"/>
              <a:gd name="connsiteY19" fmla="*/ 134702 h 361971"/>
              <a:gd name="connsiteX20" fmla="*/ 238345 w 362312"/>
              <a:gd name="connsiteY20" fmla="*/ 133425 h 361971"/>
              <a:gd name="connsiteX21" fmla="*/ 215341 w 362312"/>
              <a:gd name="connsiteY21" fmla="*/ 95121 h 361971"/>
              <a:gd name="connsiteX22" fmla="*/ 158471 w 362312"/>
              <a:gd name="connsiteY22" fmla="*/ 95121 h 361971"/>
              <a:gd name="connsiteX23" fmla="*/ 158471 w 362312"/>
              <a:gd name="connsiteY23" fmla="*/ 146193 h 361971"/>
              <a:gd name="connsiteX24" fmla="*/ 152081 w 362312"/>
              <a:gd name="connsiteY24" fmla="*/ 152577 h 361971"/>
              <a:gd name="connsiteX25" fmla="*/ 145691 w 362312"/>
              <a:gd name="connsiteY25" fmla="*/ 146193 h 361971"/>
              <a:gd name="connsiteX26" fmla="*/ 145691 w 362312"/>
              <a:gd name="connsiteY26" fmla="*/ 95121 h 361971"/>
              <a:gd name="connsiteX27" fmla="*/ 92654 w 362312"/>
              <a:gd name="connsiteY27" fmla="*/ 95121 h 361971"/>
              <a:gd name="connsiteX28" fmla="*/ 92654 w 362312"/>
              <a:gd name="connsiteY28" fmla="*/ 265574 h 361971"/>
              <a:gd name="connsiteX29" fmla="*/ 147607 w 362312"/>
              <a:gd name="connsiteY29" fmla="*/ 265574 h 361971"/>
              <a:gd name="connsiteX30" fmla="*/ 147607 w 362312"/>
              <a:gd name="connsiteY30" fmla="*/ 217694 h 361971"/>
              <a:gd name="connsiteX31" fmla="*/ 128438 w 362312"/>
              <a:gd name="connsiteY31" fmla="*/ 217694 h 361971"/>
              <a:gd name="connsiteX32" fmla="*/ 122048 w 362312"/>
              <a:gd name="connsiteY32" fmla="*/ 211310 h 361971"/>
              <a:gd name="connsiteX33" fmla="*/ 128438 w 362312"/>
              <a:gd name="connsiteY33" fmla="*/ 204926 h 361971"/>
              <a:gd name="connsiteX34" fmla="*/ 178918 w 362312"/>
              <a:gd name="connsiteY34" fmla="*/ 204926 h 361971"/>
              <a:gd name="connsiteX35" fmla="*/ 185308 w 362312"/>
              <a:gd name="connsiteY35" fmla="*/ 211310 h 361971"/>
              <a:gd name="connsiteX36" fmla="*/ 178918 w 362312"/>
              <a:gd name="connsiteY36" fmla="*/ 217694 h 361971"/>
              <a:gd name="connsiteX37" fmla="*/ 160387 w 362312"/>
              <a:gd name="connsiteY37" fmla="*/ 217694 h 361971"/>
              <a:gd name="connsiteX38" fmla="*/ 160387 w 362312"/>
              <a:gd name="connsiteY38" fmla="*/ 265574 h 361971"/>
              <a:gd name="connsiteX39" fmla="*/ 219814 w 362312"/>
              <a:gd name="connsiteY39" fmla="*/ 265574 h 361971"/>
              <a:gd name="connsiteX40" fmla="*/ 219814 w 362312"/>
              <a:gd name="connsiteY40" fmla="*/ 210033 h 361971"/>
              <a:gd name="connsiteX41" fmla="*/ 226204 w 362312"/>
              <a:gd name="connsiteY41" fmla="*/ 203649 h 361971"/>
              <a:gd name="connsiteX42" fmla="*/ 272211 w 362312"/>
              <a:gd name="connsiteY42" fmla="*/ 203649 h 361971"/>
              <a:gd name="connsiteX43" fmla="*/ 272211 w 362312"/>
              <a:gd name="connsiteY43" fmla="*/ 91291 h 361971"/>
              <a:gd name="connsiteX44" fmla="*/ 278601 w 362312"/>
              <a:gd name="connsiteY44" fmla="*/ 84907 h 361971"/>
              <a:gd name="connsiteX45" fmla="*/ 284991 w 362312"/>
              <a:gd name="connsiteY45" fmla="*/ 91291 h 361971"/>
              <a:gd name="connsiteX46" fmla="*/ 283713 w 362312"/>
              <a:gd name="connsiteY46" fmla="*/ 21067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0438"/>
                  <a:pt x="281796" y="0"/>
                  <a:pt x="181474" y="0"/>
                </a:cubicBezTo>
                <a:close/>
                <a:moveTo>
                  <a:pt x="283713" y="210671"/>
                </a:moveTo>
                <a:cubicBezTo>
                  <a:pt x="283713" y="214502"/>
                  <a:pt x="281157" y="217055"/>
                  <a:pt x="277323" y="217055"/>
                </a:cubicBezTo>
                <a:lnTo>
                  <a:pt x="231315" y="217055"/>
                </a:lnTo>
                <a:lnTo>
                  <a:pt x="231315" y="271958"/>
                </a:lnTo>
                <a:cubicBezTo>
                  <a:pt x="231315" y="275788"/>
                  <a:pt x="228760" y="278342"/>
                  <a:pt x="224925" y="278342"/>
                </a:cubicBezTo>
                <a:lnTo>
                  <a:pt x="85625" y="278342"/>
                </a:lnTo>
                <a:cubicBezTo>
                  <a:pt x="81792" y="278342"/>
                  <a:pt x="79235" y="275788"/>
                  <a:pt x="79235" y="271958"/>
                </a:cubicBezTo>
                <a:lnTo>
                  <a:pt x="79235" y="89376"/>
                </a:lnTo>
                <a:cubicBezTo>
                  <a:pt x="79235" y="85545"/>
                  <a:pt x="81792" y="82992"/>
                  <a:pt x="85625" y="82992"/>
                </a:cubicBezTo>
                <a:lnTo>
                  <a:pt x="218536" y="82992"/>
                </a:lnTo>
                <a:cubicBezTo>
                  <a:pt x="221092" y="82992"/>
                  <a:pt x="223009" y="84269"/>
                  <a:pt x="224287" y="86184"/>
                </a:cubicBezTo>
                <a:lnTo>
                  <a:pt x="249208" y="127041"/>
                </a:lnTo>
                <a:cubicBezTo>
                  <a:pt x="251125" y="129595"/>
                  <a:pt x="251125" y="134064"/>
                  <a:pt x="247930" y="135979"/>
                </a:cubicBezTo>
                <a:cubicBezTo>
                  <a:pt x="244735" y="137894"/>
                  <a:pt x="240900" y="137894"/>
                  <a:pt x="238984" y="134702"/>
                </a:cubicBezTo>
                <a:cubicBezTo>
                  <a:pt x="238345" y="134064"/>
                  <a:pt x="238345" y="133425"/>
                  <a:pt x="238345" y="133425"/>
                </a:cubicBezTo>
                <a:lnTo>
                  <a:pt x="215341" y="95121"/>
                </a:lnTo>
                <a:lnTo>
                  <a:pt x="158471" y="95121"/>
                </a:lnTo>
                <a:lnTo>
                  <a:pt x="158471" y="146193"/>
                </a:lnTo>
                <a:cubicBezTo>
                  <a:pt x="158471" y="150024"/>
                  <a:pt x="155915" y="152577"/>
                  <a:pt x="152081" y="152577"/>
                </a:cubicBezTo>
                <a:cubicBezTo>
                  <a:pt x="148246" y="152577"/>
                  <a:pt x="145691" y="150024"/>
                  <a:pt x="145691" y="146193"/>
                </a:cubicBezTo>
                <a:lnTo>
                  <a:pt x="145691" y="95121"/>
                </a:lnTo>
                <a:lnTo>
                  <a:pt x="92654" y="95121"/>
                </a:lnTo>
                <a:lnTo>
                  <a:pt x="92654" y="265574"/>
                </a:lnTo>
                <a:lnTo>
                  <a:pt x="147607" y="265574"/>
                </a:lnTo>
                <a:lnTo>
                  <a:pt x="147607" y="217694"/>
                </a:lnTo>
                <a:lnTo>
                  <a:pt x="128438" y="217694"/>
                </a:lnTo>
                <a:cubicBezTo>
                  <a:pt x="124604" y="217694"/>
                  <a:pt x="122048" y="215140"/>
                  <a:pt x="122048" y="211310"/>
                </a:cubicBezTo>
                <a:cubicBezTo>
                  <a:pt x="122048" y="207479"/>
                  <a:pt x="124604" y="204926"/>
                  <a:pt x="128438" y="204926"/>
                </a:cubicBezTo>
                <a:lnTo>
                  <a:pt x="178918" y="204926"/>
                </a:lnTo>
                <a:cubicBezTo>
                  <a:pt x="182752" y="204926"/>
                  <a:pt x="185308" y="207479"/>
                  <a:pt x="185308" y="211310"/>
                </a:cubicBezTo>
                <a:cubicBezTo>
                  <a:pt x="185308" y="215140"/>
                  <a:pt x="182752" y="217694"/>
                  <a:pt x="178918" y="217694"/>
                </a:cubicBezTo>
                <a:lnTo>
                  <a:pt x="160387" y="217694"/>
                </a:lnTo>
                <a:lnTo>
                  <a:pt x="160387" y="265574"/>
                </a:lnTo>
                <a:lnTo>
                  <a:pt x="219814" y="265574"/>
                </a:lnTo>
                <a:lnTo>
                  <a:pt x="219814" y="210033"/>
                </a:lnTo>
                <a:cubicBezTo>
                  <a:pt x="219814" y="206203"/>
                  <a:pt x="222370" y="203649"/>
                  <a:pt x="226204" y="203649"/>
                </a:cubicBezTo>
                <a:lnTo>
                  <a:pt x="272211" y="203649"/>
                </a:lnTo>
                <a:lnTo>
                  <a:pt x="272211" y="91291"/>
                </a:lnTo>
                <a:cubicBezTo>
                  <a:pt x="272211" y="87461"/>
                  <a:pt x="274767" y="84907"/>
                  <a:pt x="278601" y="84907"/>
                </a:cubicBezTo>
                <a:cubicBezTo>
                  <a:pt x="282435" y="84907"/>
                  <a:pt x="284991" y="87461"/>
                  <a:pt x="284991" y="91291"/>
                </a:cubicBezTo>
                <a:lnTo>
                  <a:pt x="283713" y="210671"/>
                </a:lnTo>
                <a:close/>
              </a:path>
            </a:pathLst>
          </a:custGeom>
          <a:solidFill>
            <a:srgbClr val="00A3E0"/>
          </a:solidFill>
          <a:ln w="6390" cap="flat">
            <a:noFill/>
            <a:prstDash val="solid"/>
            <a:miter/>
          </a:ln>
        </p:spPr>
        <p:txBody>
          <a:bodyPr rtlCol="0" anchor="ctr"/>
          <a:lstStyle/>
          <a:p>
            <a:endParaRPr lang="en-US"/>
          </a:p>
        </p:txBody>
      </p:sp>
      <p:grpSp>
        <p:nvGrpSpPr>
          <p:cNvPr id="906" name="Graphic 4">
            <a:extLst>
              <a:ext uri="{FF2B5EF4-FFF2-40B4-BE49-F238E27FC236}">
                <a16:creationId xmlns:a16="http://schemas.microsoft.com/office/drawing/2014/main" id="{7C601351-042B-C347-AB08-9E3F2F0D828D}"/>
              </a:ext>
            </a:extLst>
          </p:cNvPr>
          <p:cNvGrpSpPr>
            <a:grpSpLocks noChangeAspect="1"/>
          </p:cNvGrpSpPr>
          <p:nvPr/>
        </p:nvGrpSpPr>
        <p:grpSpPr>
          <a:xfrm>
            <a:off x="7191874" y="3339623"/>
            <a:ext cx="362312" cy="361971"/>
            <a:chOff x="7191874" y="3339623"/>
            <a:chExt cx="362312" cy="361971"/>
          </a:xfrm>
          <a:solidFill>
            <a:srgbClr val="00A3E0"/>
          </a:solidFill>
        </p:grpSpPr>
        <p:sp>
          <p:nvSpPr>
            <p:cNvPr id="907" name="Graphic 4">
              <a:extLst>
                <a:ext uri="{FF2B5EF4-FFF2-40B4-BE49-F238E27FC236}">
                  <a16:creationId xmlns:a16="http://schemas.microsoft.com/office/drawing/2014/main" id="{E9A82680-7505-AE41-B025-692F7E9E9686}"/>
                </a:ext>
              </a:extLst>
            </p:cNvPr>
            <p:cNvSpPr/>
            <p:nvPr/>
          </p:nvSpPr>
          <p:spPr>
            <a:xfrm>
              <a:off x="7405937" y="3534973"/>
              <a:ext cx="17252" cy="33835"/>
            </a:xfrm>
            <a:custGeom>
              <a:avLst/>
              <a:gdLst>
                <a:gd name="connsiteX0" fmla="*/ 17253 w 17252"/>
                <a:gd name="connsiteY0" fmla="*/ 17875 h 33835"/>
                <a:gd name="connsiteX1" fmla="*/ 17253 w 17252"/>
                <a:gd name="connsiteY1" fmla="*/ 16599 h 33835"/>
                <a:gd name="connsiteX2" fmla="*/ 0 w 17252"/>
                <a:gd name="connsiteY2" fmla="*/ 0 h 33835"/>
                <a:gd name="connsiteX3" fmla="*/ 0 w 17252"/>
                <a:gd name="connsiteY3" fmla="*/ 33835 h 33835"/>
                <a:gd name="connsiteX4" fmla="*/ 16614 w 17252"/>
                <a:gd name="connsiteY4" fmla="*/ 17875 h 33835"/>
                <a:gd name="connsiteX5" fmla="*/ 17253 w 17252"/>
                <a:gd name="connsiteY5" fmla="*/ 17875 h 33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52" h="33835">
                  <a:moveTo>
                    <a:pt x="17253" y="17875"/>
                  </a:moveTo>
                  <a:lnTo>
                    <a:pt x="17253" y="16599"/>
                  </a:lnTo>
                  <a:lnTo>
                    <a:pt x="0" y="0"/>
                  </a:lnTo>
                  <a:lnTo>
                    <a:pt x="0" y="33835"/>
                  </a:lnTo>
                  <a:lnTo>
                    <a:pt x="16614" y="17875"/>
                  </a:lnTo>
                  <a:cubicBezTo>
                    <a:pt x="16614" y="18514"/>
                    <a:pt x="17253" y="17875"/>
                    <a:pt x="17253" y="17875"/>
                  </a:cubicBezTo>
                  <a:close/>
                </a:path>
              </a:pathLst>
            </a:custGeom>
            <a:solidFill>
              <a:srgbClr val="00A3E0"/>
            </a:solidFill>
            <a:ln w="6390" cap="flat">
              <a:noFill/>
              <a:prstDash val="solid"/>
              <a:miter/>
            </a:ln>
          </p:spPr>
          <p:txBody>
            <a:bodyPr rtlCol="0" anchor="ctr"/>
            <a:lstStyle/>
            <a:p>
              <a:endParaRPr lang="en-US"/>
            </a:p>
          </p:txBody>
        </p:sp>
        <p:sp>
          <p:nvSpPr>
            <p:cNvPr id="908" name="Graphic 4">
              <a:extLst>
                <a:ext uri="{FF2B5EF4-FFF2-40B4-BE49-F238E27FC236}">
                  <a16:creationId xmlns:a16="http://schemas.microsoft.com/office/drawing/2014/main" id="{F1C32F5E-15F6-924E-B3F8-721788298591}"/>
                </a:ext>
              </a:extLst>
            </p:cNvPr>
            <p:cNvSpPr/>
            <p:nvPr/>
          </p:nvSpPr>
          <p:spPr>
            <a:xfrm>
              <a:off x="7405937" y="3483901"/>
              <a:ext cx="14057" cy="14683"/>
            </a:xfrm>
            <a:custGeom>
              <a:avLst/>
              <a:gdLst>
                <a:gd name="connsiteX0" fmla="*/ 14058 w 14057"/>
                <a:gd name="connsiteY0" fmla="*/ 0 h 14683"/>
                <a:gd name="connsiteX1" fmla="*/ 0 w 14057"/>
                <a:gd name="connsiteY1" fmla="*/ 0 h 14683"/>
                <a:gd name="connsiteX2" fmla="*/ 0 w 14057"/>
                <a:gd name="connsiteY2" fmla="*/ 14683 h 14683"/>
              </a:gdLst>
              <a:ahLst/>
              <a:cxnLst>
                <a:cxn ang="0">
                  <a:pos x="connsiteX0" y="connsiteY0"/>
                </a:cxn>
                <a:cxn ang="0">
                  <a:pos x="connsiteX1" y="connsiteY1"/>
                </a:cxn>
                <a:cxn ang="0">
                  <a:pos x="connsiteX2" y="connsiteY2"/>
                </a:cxn>
              </a:cxnLst>
              <a:rect l="l" t="t" r="r" b="b"/>
              <a:pathLst>
                <a:path w="14057" h="14683">
                  <a:moveTo>
                    <a:pt x="14058" y="0"/>
                  </a:moveTo>
                  <a:lnTo>
                    <a:pt x="0" y="0"/>
                  </a:lnTo>
                  <a:lnTo>
                    <a:pt x="0" y="14683"/>
                  </a:lnTo>
                  <a:close/>
                </a:path>
              </a:pathLst>
            </a:custGeom>
            <a:solidFill>
              <a:srgbClr val="00A3E0"/>
            </a:solidFill>
            <a:ln w="6390" cap="flat">
              <a:noFill/>
              <a:prstDash val="solid"/>
              <a:miter/>
            </a:ln>
          </p:spPr>
          <p:txBody>
            <a:bodyPr rtlCol="0" anchor="ctr"/>
            <a:lstStyle/>
            <a:p>
              <a:endParaRPr lang="en-US"/>
            </a:p>
          </p:txBody>
        </p:sp>
        <p:sp>
          <p:nvSpPr>
            <p:cNvPr id="909" name="Graphic 4">
              <a:extLst>
                <a:ext uri="{FF2B5EF4-FFF2-40B4-BE49-F238E27FC236}">
                  <a16:creationId xmlns:a16="http://schemas.microsoft.com/office/drawing/2014/main" id="{CEDF7AFE-571F-8744-9D2D-F750D5003EF5}"/>
                </a:ext>
              </a:extLst>
            </p:cNvPr>
            <p:cNvSpPr/>
            <p:nvPr/>
          </p:nvSpPr>
          <p:spPr>
            <a:xfrm>
              <a:off x="7405937" y="3570085"/>
              <a:ext cx="17252" cy="37027"/>
            </a:xfrm>
            <a:custGeom>
              <a:avLst/>
              <a:gdLst>
                <a:gd name="connsiteX0" fmla="*/ 17253 w 17252"/>
                <a:gd name="connsiteY0" fmla="*/ 0 h 37027"/>
                <a:gd name="connsiteX1" fmla="*/ 0 w 17252"/>
                <a:gd name="connsiteY1" fmla="*/ 16599 h 37027"/>
                <a:gd name="connsiteX2" fmla="*/ 0 w 17252"/>
                <a:gd name="connsiteY2" fmla="*/ 18514 h 37027"/>
                <a:gd name="connsiteX3" fmla="*/ 17253 w 17252"/>
                <a:gd name="connsiteY3" fmla="*/ 37027 h 37027"/>
              </a:gdLst>
              <a:ahLst/>
              <a:cxnLst>
                <a:cxn ang="0">
                  <a:pos x="connsiteX0" y="connsiteY0"/>
                </a:cxn>
                <a:cxn ang="0">
                  <a:pos x="connsiteX1" y="connsiteY1"/>
                </a:cxn>
                <a:cxn ang="0">
                  <a:pos x="connsiteX2" y="connsiteY2"/>
                </a:cxn>
                <a:cxn ang="0">
                  <a:pos x="connsiteX3" y="connsiteY3"/>
                </a:cxn>
              </a:cxnLst>
              <a:rect l="l" t="t" r="r" b="b"/>
              <a:pathLst>
                <a:path w="17252" h="37027">
                  <a:moveTo>
                    <a:pt x="17253" y="0"/>
                  </a:moveTo>
                  <a:lnTo>
                    <a:pt x="0" y="16599"/>
                  </a:lnTo>
                  <a:lnTo>
                    <a:pt x="0" y="18514"/>
                  </a:lnTo>
                  <a:lnTo>
                    <a:pt x="17253" y="37027"/>
                  </a:lnTo>
                  <a:close/>
                </a:path>
              </a:pathLst>
            </a:custGeom>
            <a:solidFill>
              <a:srgbClr val="00A3E0"/>
            </a:solidFill>
            <a:ln w="6390" cap="flat">
              <a:noFill/>
              <a:prstDash val="solid"/>
              <a:miter/>
            </a:ln>
          </p:spPr>
          <p:txBody>
            <a:bodyPr rtlCol="0" anchor="ctr"/>
            <a:lstStyle/>
            <a:p>
              <a:endParaRPr lang="en-US"/>
            </a:p>
          </p:txBody>
        </p:sp>
        <p:sp>
          <p:nvSpPr>
            <p:cNvPr id="910" name="Graphic 4">
              <a:extLst>
                <a:ext uri="{FF2B5EF4-FFF2-40B4-BE49-F238E27FC236}">
                  <a16:creationId xmlns:a16="http://schemas.microsoft.com/office/drawing/2014/main" id="{5E1F824B-D36F-E74A-BDD1-7C1B9601CF73}"/>
                </a:ext>
              </a:extLst>
            </p:cNvPr>
            <p:cNvSpPr/>
            <p:nvPr/>
          </p:nvSpPr>
          <p:spPr>
            <a:xfrm>
              <a:off x="7405298" y="3498585"/>
              <a:ext cx="17891" cy="35750"/>
            </a:xfrm>
            <a:custGeom>
              <a:avLst/>
              <a:gdLst>
                <a:gd name="connsiteX0" fmla="*/ 17891 w 17891"/>
                <a:gd name="connsiteY0" fmla="*/ 0 h 35750"/>
                <a:gd name="connsiteX1" fmla="*/ 1278 w 17891"/>
                <a:gd name="connsiteY1" fmla="*/ 17236 h 35750"/>
                <a:gd name="connsiteX2" fmla="*/ 0 w 17891"/>
                <a:gd name="connsiteY2" fmla="*/ 17875 h 35750"/>
                <a:gd name="connsiteX3" fmla="*/ 0 w 17891"/>
                <a:gd name="connsiteY3" fmla="*/ 19152 h 35750"/>
                <a:gd name="connsiteX4" fmla="*/ 17253 w 17891"/>
                <a:gd name="connsiteY4" fmla="*/ 35750 h 35750"/>
                <a:gd name="connsiteX5" fmla="*/ 17253 w 17891"/>
                <a:gd name="connsiteY5" fmla="*/ 0 h 3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1" h="35750">
                  <a:moveTo>
                    <a:pt x="17891" y="0"/>
                  </a:moveTo>
                  <a:lnTo>
                    <a:pt x="1278" y="17236"/>
                  </a:lnTo>
                  <a:cubicBezTo>
                    <a:pt x="1278" y="17236"/>
                    <a:pt x="639" y="17875"/>
                    <a:pt x="0" y="17875"/>
                  </a:cubicBezTo>
                  <a:lnTo>
                    <a:pt x="0" y="19152"/>
                  </a:lnTo>
                  <a:lnTo>
                    <a:pt x="17253" y="35750"/>
                  </a:lnTo>
                  <a:lnTo>
                    <a:pt x="17253" y="0"/>
                  </a:lnTo>
                  <a:close/>
                </a:path>
              </a:pathLst>
            </a:custGeom>
            <a:solidFill>
              <a:srgbClr val="00A3E0"/>
            </a:solidFill>
            <a:ln w="6390" cap="flat">
              <a:noFill/>
              <a:prstDash val="solid"/>
              <a:miter/>
            </a:ln>
          </p:spPr>
          <p:txBody>
            <a:bodyPr rtlCol="0" anchor="ctr"/>
            <a:lstStyle/>
            <a:p>
              <a:endParaRPr lang="en-US"/>
            </a:p>
          </p:txBody>
        </p:sp>
        <p:sp>
          <p:nvSpPr>
            <p:cNvPr id="911" name="Graphic 4">
              <a:extLst>
                <a:ext uri="{FF2B5EF4-FFF2-40B4-BE49-F238E27FC236}">
                  <a16:creationId xmlns:a16="http://schemas.microsoft.com/office/drawing/2014/main" id="{530A2A1C-A6C9-2340-939B-B9DE850EFC24}"/>
                </a:ext>
              </a:extLst>
            </p:cNvPr>
            <p:cNvSpPr/>
            <p:nvPr/>
          </p:nvSpPr>
          <p:spPr>
            <a:xfrm>
              <a:off x="7328619" y="3443682"/>
              <a:ext cx="53675" cy="10214"/>
            </a:xfrm>
            <a:custGeom>
              <a:avLst/>
              <a:gdLst>
                <a:gd name="connsiteX0" fmla="*/ 639 w 53675"/>
                <a:gd name="connsiteY0" fmla="*/ 5107 h 10214"/>
                <a:gd name="connsiteX1" fmla="*/ 0 w 53675"/>
                <a:gd name="connsiteY1" fmla="*/ 10215 h 10214"/>
                <a:gd name="connsiteX2" fmla="*/ 47925 w 53675"/>
                <a:gd name="connsiteY2" fmla="*/ 10215 h 10214"/>
                <a:gd name="connsiteX3" fmla="*/ 53676 w 53675"/>
                <a:gd name="connsiteY3" fmla="*/ 0 h 10214"/>
                <a:gd name="connsiteX4" fmla="*/ 0 w 53675"/>
                <a:gd name="connsiteY4" fmla="*/ 0 h 10214"/>
                <a:gd name="connsiteX5" fmla="*/ 639 w 53675"/>
                <a:gd name="connsiteY5" fmla="*/ 5107 h 1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675" h="10214">
                  <a:moveTo>
                    <a:pt x="639" y="5107"/>
                  </a:moveTo>
                  <a:cubicBezTo>
                    <a:pt x="639" y="7023"/>
                    <a:pt x="639" y="8938"/>
                    <a:pt x="0" y="10215"/>
                  </a:cubicBezTo>
                  <a:lnTo>
                    <a:pt x="47925" y="10215"/>
                  </a:lnTo>
                  <a:cubicBezTo>
                    <a:pt x="49202" y="6384"/>
                    <a:pt x="51119" y="3192"/>
                    <a:pt x="53676" y="0"/>
                  </a:cubicBezTo>
                  <a:lnTo>
                    <a:pt x="0" y="0"/>
                  </a:lnTo>
                  <a:cubicBezTo>
                    <a:pt x="639" y="1915"/>
                    <a:pt x="639" y="3831"/>
                    <a:pt x="639" y="5107"/>
                  </a:cubicBezTo>
                  <a:close/>
                </a:path>
              </a:pathLst>
            </a:custGeom>
            <a:solidFill>
              <a:srgbClr val="00A3E0"/>
            </a:solidFill>
            <a:ln w="6390" cap="flat">
              <a:noFill/>
              <a:prstDash val="solid"/>
              <a:miter/>
            </a:ln>
          </p:spPr>
          <p:txBody>
            <a:bodyPr rtlCol="0" anchor="ctr"/>
            <a:lstStyle/>
            <a:p>
              <a:endParaRPr lang="en-US"/>
            </a:p>
          </p:txBody>
        </p:sp>
        <p:sp>
          <p:nvSpPr>
            <p:cNvPr id="912" name="Graphic 4">
              <a:extLst>
                <a:ext uri="{FF2B5EF4-FFF2-40B4-BE49-F238E27FC236}">
                  <a16:creationId xmlns:a16="http://schemas.microsoft.com/office/drawing/2014/main" id="{3945BF2C-E25A-7046-BEFF-D3305B41CE14}"/>
                </a:ext>
              </a:extLst>
            </p:cNvPr>
            <p:cNvSpPr/>
            <p:nvPr/>
          </p:nvSpPr>
          <p:spPr>
            <a:xfrm>
              <a:off x="7298585" y="3439852"/>
              <a:ext cx="17892" cy="17875"/>
            </a:xfrm>
            <a:custGeom>
              <a:avLst/>
              <a:gdLst>
                <a:gd name="connsiteX0" fmla="*/ 8946 w 17892"/>
                <a:gd name="connsiteY0" fmla="*/ 17875 h 17875"/>
                <a:gd name="connsiteX1" fmla="*/ 13419 w 17892"/>
                <a:gd name="connsiteY1" fmla="*/ 16598 h 17875"/>
                <a:gd name="connsiteX2" fmla="*/ 15336 w 17892"/>
                <a:gd name="connsiteY2" fmla="*/ 15321 h 17875"/>
                <a:gd name="connsiteX3" fmla="*/ 17892 w 17892"/>
                <a:gd name="connsiteY3" fmla="*/ 8937 h 17875"/>
                <a:gd name="connsiteX4" fmla="*/ 8946 w 17892"/>
                <a:gd name="connsiteY4" fmla="*/ 0 h 17875"/>
                <a:gd name="connsiteX5" fmla="*/ 0 w 17892"/>
                <a:gd name="connsiteY5" fmla="*/ 8937 h 17875"/>
                <a:gd name="connsiteX6" fmla="*/ 8946 w 17892"/>
                <a:gd name="connsiteY6" fmla="*/ 17875 h 17875"/>
                <a:gd name="connsiteX7" fmla="*/ 8946 w 17892"/>
                <a:gd name="connsiteY7" fmla="*/ 17875 h 17875"/>
                <a:gd name="connsiteX8" fmla="*/ 8946 w 17892"/>
                <a:gd name="connsiteY8" fmla="*/ 17875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892" h="17875">
                  <a:moveTo>
                    <a:pt x="8946" y="17875"/>
                  </a:moveTo>
                  <a:cubicBezTo>
                    <a:pt x="10863" y="17875"/>
                    <a:pt x="12141" y="17237"/>
                    <a:pt x="13419" y="16598"/>
                  </a:cubicBezTo>
                  <a:cubicBezTo>
                    <a:pt x="14058" y="15960"/>
                    <a:pt x="14697" y="15960"/>
                    <a:pt x="15336" y="15321"/>
                  </a:cubicBezTo>
                  <a:cubicBezTo>
                    <a:pt x="17253" y="13406"/>
                    <a:pt x="17892" y="11491"/>
                    <a:pt x="17892" y="8937"/>
                  </a:cubicBezTo>
                  <a:cubicBezTo>
                    <a:pt x="17892" y="3830"/>
                    <a:pt x="14058" y="0"/>
                    <a:pt x="8946" y="0"/>
                  </a:cubicBezTo>
                  <a:cubicBezTo>
                    <a:pt x="3835" y="0"/>
                    <a:pt x="0" y="3830"/>
                    <a:pt x="0" y="8937"/>
                  </a:cubicBezTo>
                  <a:cubicBezTo>
                    <a:pt x="0" y="13406"/>
                    <a:pt x="3835" y="17875"/>
                    <a:pt x="8946" y="17875"/>
                  </a:cubicBezTo>
                  <a:cubicBezTo>
                    <a:pt x="8946" y="17875"/>
                    <a:pt x="8946" y="17875"/>
                    <a:pt x="8946" y="17875"/>
                  </a:cubicBezTo>
                  <a:lnTo>
                    <a:pt x="8946" y="17875"/>
                  </a:lnTo>
                  <a:close/>
                </a:path>
              </a:pathLst>
            </a:custGeom>
            <a:solidFill>
              <a:srgbClr val="00A3E0"/>
            </a:solidFill>
            <a:ln w="6390" cap="flat">
              <a:noFill/>
              <a:prstDash val="solid"/>
              <a:miter/>
            </a:ln>
          </p:spPr>
          <p:txBody>
            <a:bodyPr rtlCol="0" anchor="ctr"/>
            <a:lstStyle/>
            <a:p>
              <a:endParaRPr lang="en-US"/>
            </a:p>
          </p:txBody>
        </p:sp>
        <p:sp>
          <p:nvSpPr>
            <p:cNvPr id="913" name="Graphic 4">
              <a:extLst>
                <a:ext uri="{FF2B5EF4-FFF2-40B4-BE49-F238E27FC236}">
                  <a16:creationId xmlns:a16="http://schemas.microsoft.com/office/drawing/2014/main" id="{FFFCC4FE-9ABD-F54B-B5FA-CA787891C208}"/>
                </a:ext>
              </a:extLst>
            </p:cNvPr>
            <p:cNvSpPr/>
            <p:nvPr/>
          </p:nvSpPr>
          <p:spPr>
            <a:xfrm>
              <a:off x="7405937" y="3607112"/>
              <a:ext cx="1917" cy="1276"/>
            </a:xfrm>
            <a:custGeom>
              <a:avLst/>
              <a:gdLst>
                <a:gd name="connsiteX0" fmla="*/ 0 w 1917"/>
                <a:gd name="connsiteY0" fmla="*/ 0 h 1276"/>
                <a:gd name="connsiteX1" fmla="*/ 0 w 1917"/>
                <a:gd name="connsiteY1" fmla="*/ 0 h 1276"/>
                <a:gd name="connsiteX2" fmla="*/ 0 w 1917"/>
                <a:gd name="connsiteY2" fmla="*/ 1276 h 1276"/>
                <a:gd name="connsiteX3" fmla="*/ 1917 w 1917"/>
                <a:gd name="connsiteY3" fmla="*/ 1276 h 1276"/>
                <a:gd name="connsiteX4" fmla="*/ 0 w 1917"/>
                <a:gd name="connsiteY4" fmla="*/ 0 h 12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7" h="1276">
                  <a:moveTo>
                    <a:pt x="0" y="0"/>
                  </a:moveTo>
                  <a:lnTo>
                    <a:pt x="0" y="0"/>
                  </a:lnTo>
                  <a:cubicBezTo>
                    <a:pt x="0" y="638"/>
                    <a:pt x="0" y="1276"/>
                    <a:pt x="0" y="1276"/>
                  </a:cubicBezTo>
                  <a:lnTo>
                    <a:pt x="1917" y="1276"/>
                  </a:lnTo>
                  <a:lnTo>
                    <a:pt x="0" y="0"/>
                  </a:lnTo>
                  <a:close/>
                </a:path>
              </a:pathLst>
            </a:custGeom>
            <a:solidFill>
              <a:srgbClr val="00A3E0"/>
            </a:solidFill>
            <a:ln w="6390" cap="flat">
              <a:noFill/>
              <a:prstDash val="solid"/>
              <a:miter/>
            </a:ln>
          </p:spPr>
          <p:txBody>
            <a:bodyPr rtlCol="0" anchor="ctr"/>
            <a:lstStyle/>
            <a:p>
              <a:endParaRPr lang="en-US"/>
            </a:p>
          </p:txBody>
        </p:sp>
        <p:sp>
          <p:nvSpPr>
            <p:cNvPr id="914" name="Graphic 4">
              <a:extLst>
                <a:ext uri="{FF2B5EF4-FFF2-40B4-BE49-F238E27FC236}">
                  <a16:creationId xmlns:a16="http://schemas.microsoft.com/office/drawing/2014/main" id="{2D0EAD60-DE66-2E41-A7B2-D256874B8E51}"/>
                </a:ext>
              </a:extLst>
            </p:cNvPr>
            <p:cNvSpPr/>
            <p:nvPr/>
          </p:nvSpPr>
          <p:spPr>
            <a:xfrm>
              <a:off x="7191874" y="333962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63265 w 362312"/>
                <a:gd name="connsiteY6" fmla="*/ 282172 h 361971"/>
                <a:gd name="connsiteX7" fmla="*/ 180836 w 362312"/>
                <a:gd name="connsiteY7" fmla="*/ 282172 h 361971"/>
                <a:gd name="connsiteX8" fmla="*/ 174446 w 362312"/>
                <a:gd name="connsiteY8" fmla="*/ 275788 h 361971"/>
                <a:gd name="connsiteX9" fmla="*/ 180836 w 362312"/>
                <a:gd name="connsiteY9" fmla="*/ 269404 h 361971"/>
                <a:gd name="connsiteX10" fmla="*/ 201283 w 362312"/>
                <a:gd name="connsiteY10" fmla="*/ 269404 h 361971"/>
                <a:gd name="connsiteX11" fmla="*/ 201283 w 362312"/>
                <a:gd name="connsiteY11" fmla="*/ 268127 h 361971"/>
                <a:gd name="connsiteX12" fmla="*/ 201283 w 362312"/>
                <a:gd name="connsiteY12" fmla="*/ 144278 h 361971"/>
                <a:gd name="connsiteX13" fmla="*/ 184669 w 362312"/>
                <a:gd name="connsiteY13" fmla="*/ 136617 h 361971"/>
                <a:gd name="connsiteX14" fmla="*/ 182113 w 362312"/>
                <a:gd name="connsiteY14" fmla="*/ 127680 h 361971"/>
                <a:gd name="connsiteX15" fmla="*/ 128438 w 362312"/>
                <a:gd name="connsiteY15" fmla="*/ 127680 h 361971"/>
                <a:gd name="connsiteX16" fmla="*/ 122686 w 362312"/>
                <a:gd name="connsiteY16" fmla="*/ 130233 h 361971"/>
                <a:gd name="connsiteX17" fmla="*/ 122686 w 362312"/>
                <a:gd name="connsiteY17" fmla="*/ 165345 h 361971"/>
                <a:gd name="connsiteX18" fmla="*/ 128438 w 362312"/>
                <a:gd name="connsiteY18" fmla="*/ 165345 h 361971"/>
                <a:gd name="connsiteX19" fmla="*/ 134828 w 362312"/>
                <a:gd name="connsiteY19" fmla="*/ 171729 h 361971"/>
                <a:gd name="connsiteX20" fmla="*/ 128438 w 362312"/>
                <a:gd name="connsiteY20" fmla="*/ 178113 h 361971"/>
                <a:gd name="connsiteX21" fmla="*/ 123326 w 362312"/>
                <a:gd name="connsiteY21" fmla="*/ 178113 h 361971"/>
                <a:gd name="connsiteX22" fmla="*/ 126521 w 362312"/>
                <a:gd name="connsiteY22" fmla="*/ 182582 h 361971"/>
                <a:gd name="connsiteX23" fmla="*/ 131633 w 362312"/>
                <a:gd name="connsiteY23" fmla="*/ 187689 h 361971"/>
                <a:gd name="connsiteX24" fmla="*/ 137384 w 362312"/>
                <a:gd name="connsiteY24" fmla="*/ 210671 h 361971"/>
                <a:gd name="connsiteX25" fmla="*/ 116297 w 362312"/>
                <a:gd name="connsiteY25" fmla="*/ 225993 h 361971"/>
                <a:gd name="connsiteX26" fmla="*/ 114380 w 362312"/>
                <a:gd name="connsiteY26" fmla="*/ 225993 h 361971"/>
                <a:gd name="connsiteX27" fmla="*/ 95210 w 362312"/>
                <a:gd name="connsiteY27" fmla="*/ 211310 h 361971"/>
                <a:gd name="connsiteX28" fmla="*/ 98405 w 362312"/>
                <a:gd name="connsiteY28" fmla="*/ 193435 h 361971"/>
                <a:gd name="connsiteX29" fmla="*/ 107351 w 362312"/>
                <a:gd name="connsiteY29" fmla="*/ 192158 h 361971"/>
                <a:gd name="connsiteX30" fmla="*/ 108629 w 362312"/>
                <a:gd name="connsiteY30" fmla="*/ 201095 h 361971"/>
                <a:gd name="connsiteX31" fmla="*/ 107351 w 362312"/>
                <a:gd name="connsiteY31" fmla="*/ 208118 h 361971"/>
                <a:gd name="connsiteX32" fmla="*/ 115019 w 362312"/>
                <a:gd name="connsiteY32" fmla="*/ 213225 h 361971"/>
                <a:gd name="connsiteX33" fmla="*/ 125243 w 362312"/>
                <a:gd name="connsiteY33" fmla="*/ 206841 h 361971"/>
                <a:gd name="connsiteX34" fmla="*/ 122686 w 362312"/>
                <a:gd name="connsiteY34" fmla="*/ 196627 h 361971"/>
                <a:gd name="connsiteX35" fmla="*/ 118214 w 362312"/>
                <a:gd name="connsiteY35" fmla="*/ 192796 h 361971"/>
                <a:gd name="connsiteX36" fmla="*/ 110546 w 362312"/>
                <a:gd name="connsiteY36" fmla="*/ 178752 h 361971"/>
                <a:gd name="connsiteX37" fmla="*/ 105434 w 362312"/>
                <a:gd name="connsiteY37" fmla="*/ 178752 h 361971"/>
                <a:gd name="connsiteX38" fmla="*/ 99044 w 362312"/>
                <a:gd name="connsiteY38" fmla="*/ 172368 h 361971"/>
                <a:gd name="connsiteX39" fmla="*/ 105434 w 362312"/>
                <a:gd name="connsiteY39" fmla="*/ 165984 h 361971"/>
                <a:gd name="connsiteX40" fmla="*/ 109907 w 362312"/>
                <a:gd name="connsiteY40" fmla="*/ 165984 h 361971"/>
                <a:gd name="connsiteX41" fmla="*/ 109907 w 362312"/>
                <a:gd name="connsiteY41" fmla="*/ 130872 h 361971"/>
                <a:gd name="connsiteX42" fmla="*/ 95849 w 362312"/>
                <a:gd name="connsiteY42" fmla="*/ 103421 h 361971"/>
                <a:gd name="connsiteX43" fmla="*/ 123326 w 362312"/>
                <a:gd name="connsiteY43" fmla="*/ 89376 h 361971"/>
                <a:gd name="connsiteX44" fmla="*/ 129076 w 362312"/>
                <a:gd name="connsiteY44" fmla="*/ 91930 h 361971"/>
                <a:gd name="connsiteX45" fmla="*/ 198727 w 362312"/>
                <a:gd name="connsiteY45" fmla="*/ 91930 h 361971"/>
                <a:gd name="connsiteX46" fmla="*/ 201283 w 362312"/>
                <a:gd name="connsiteY46" fmla="*/ 92568 h 361971"/>
                <a:gd name="connsiteX47" fmla="*/ 224287 w 362312"/>
                <a:gd name="connsiteY47" fmla="*/ 81077 h 361971"/>
                <a:gd name="connsiteX48" fmla="*/ 243456 w 362312"/>
                <a:gd name="connsiteY48" fmla="*/ 81077 h 361971"/>
                <a:gd name="connsiteX49" fmla="*/ 257515 w 362312"/>
                <a:gd name="connsiteY49" fmla="*/ 85546 h 361971"/>
                <a:gd name="connsiteX50" fmla="*/ 262626 w 362312"/>
                <a:gd name="connsiteY50" fmla="*/ 97037 h 361971"/>
                <a:gd name="connsiteX51" fmla="*/ 262626 w 362312"/>
                <a:gd name="connsiteY51" fmla="*/ 128318 h 361971"/>
                <a:gd name="connsiteX52" fmla="*/ 258154 w 362312"/>
                <a:gd name="connsiteY52" fmla="*/ 139171 h 361971"/>
                <a:gd name="connsiteX53" fmla="*/ 244735 w 362312"/>
                <a:gd name="connsiteY53" fmla="*/ 144916 h 361971"/>
                <a:gd name="connsiteX54" fmla="*/ 244735 w 362312"/>
                <a:gd name="connsiteY54" fmla="*/ 269404 h 361971"/>
                <a:gd name="connsiteX55" fmla="*/ 244735 w 362312"/>
                <a:gd name="connsiteY55" fmla="*/ 270042 h 361971"/>
                <a:gd name="connsiteX56" fmla="*/ 263905 w 362312"/>
                <a:gd name="connsiteY56" fmla="*/ 270042 h 361971"/>
                <a:gd name="connsiteX57" fmla="*/ 270295 w 362312"/>
                <a:gd name="connsiteY57" fmla="*/ 276426 h 361971"/>
                <a:gd name="connsiteX58" fmla="*/ 263265 w 362312"/>
                <a:gd name="connsiteY58" fmla="*/ 282172 h 361971"/>
                <a:gd name="connsiteX59" fmla="*/ 263265 w 362312"/>
                <a:gd name="connsiteY59" fmla="*/ 28217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263265" y="282172"/>
                  </a:moveTo>
                  <a:lnTo>
                    <a:pt x="180836" y="282172"/>
                  </a:lnTo>
                  <a:cubicBezTo>
                    <a:pt x="177001" y="282172"/>
                    <a:pt x="174446" y="279618"/>
                    <a:pt x="174446" y="275788"/>
                  </a:cubicBezTo>
                  <a:cubicBezTo>
                    <a:pt x="174446" y="271958"/>
                    <a:pt x="177001" y="269404"/>
                    <a:pt x="180836" y="269404"/>
                  </a:cubicBezTo>
                  <a:lnTo>
                    <a:pt x="201283" y="269404"/>
                  </a:lnTo>
                  <a:cubicBezTo>
                    <a:pt x="201283" y="269404"/>
                    <a:pt x="201283" y="268766"/>
                    <a:pt x="201283" y="268127"/>
                  </a:cubicBezTo>
                  <a:lnTo>
                    <a:pt x="201283" y="144278"/>
                  </a:lnTo>
                  <a:cubicBezTo>
                    <a:pt x="194893" y="144278"/>
                    <a:pt x="188503" y="141724"/>
                    <a:pt x="184669" y="136617"/>
                  </a:cubicBezTo>
                  <a:cubicBezTo>
                    <a:pt x="182752" y="134064"/>
                    <a:pt x="182113" y="130872"/>
                    <a:pt x="182113" y="127680"/>
                  </a:cubicBezTo>
                  <a:lnTo>
                    <a:pt x="128438" y="127680"/>
                  </a:lnTo>
                  <a:cubicBezTo>
                    <a:pt x="126521" y="128957"/>
                    <a:pt x="124604" y="129595"/>
                    <a:pt x="122686" y="130233"/>
                  </a:cubicBezTo>
                  <a:lnTo>
                    <a:pt x="122686" y="165345"/>
                  </a:lnTo>
                  <a:lnTo>
                    <a:pt x="128438" y="165345"/>
                  </a:lnTo>
                  <a:cubicBezTo>
                    <a:pt x="132271" y="165345"/>
                    <a:pt x="134828" y="167899"/>
                    <a:pt x="134828" y="171729"/>
                  </a:cubicBezTo>
                  <a:cubicBezTo>
                    <a:pt x="134828" y="175560"/>
                    <a:pt x="132271" y="178113"/>
                    <a:pt x="128438" y="178113"/>
                  </a:cubicBezTo>
                  <a:lnTo>
                    <a:pt x="123326" y="178113"/>
                  </a:lnTo>
                  <a:cubicBezTo>
                    <a:pt x="123965" y="180028"/>
                    <a:pt x="124604" y="180667"/>
                    <a:pt x="126521" y="182582"/>
                  </a:cubicBezTo>
                  <a:cubicBezTo>
                    <a:pt x="128438" y="183859"/>
                    <a:pt x="129716" y="185774"/>
                    <a:pt x="131633" y="187689"/>
                  </a:cubicBezTo>
                  <a:cubicBezTo>
                    <a:pt x="137384" y="194073"/>
                    <a:pt x="139301" y="202372"/>
                    <a:pt x="137384" y="210671"/>
                  </a:cubicBezTo>
                  <a:cubicBezTo>
                    <a:pt x="134189" y="219609"/>
                    <a:pt x="125881" y="225993"/>
                    <a:pt x="116297" y="225993"/>
                  </a:cubicBezTo>
                  <a:lnTo>
                    <a:pt x="114380" y="225993"/>
                  </a:lnTo>
                  <a:cubicBezTo>
                    <a:pt x="105434" y="225993"/>
                    <a:pt x="97766" y="220247"/>
                    <a:pt x="95210" y="211310"/>
                  </a:cubicBezTo>
                  <a:cubicBezTo>
                    <a:pt x="93293" y="204926"/>
                    <a:pt x="94571" y="198542"/>
                    <a:pt x="98405" y="193435"/>
                  </a:cubicBezTo>
                  <a:cubicBezTo>
                    <a:pt x="100322" y="190243"/>
                    <a:pt x="104156" y="189604"/>
                    <a:pt x="107351" y="192158"/>
                  </a:cubicBezTo>
                  <a:cubicBezTo>
                    <a:pt x="110546" y="194711"/>
                    <a:pt x="111185" y="197903"/>
                    <a:pt x="108629" y="201095"/>
                  </a:cubicBezTo>
                  <a:cubicBezTo>
                    <a:pt x="107351" y="203011"/>
                    <a:pt x="106712" y="205564"/>
                    <a:pt x="107351" y="208118"/>
                  </a:cubicBezTo>
                  <a:cubicBezTo>
                    <a:pt x="108629" y="211310"/>
                    <a:pt x="111824" y="213225"/>
                    <a:pt x="115019" y="213225"/>
                  </a:cubicBezTo>
                  <a:cubicBezTo>
                    <a:pt x="119492" y="213863"/>
                    <a:pt x="123965" y="211310"/>
                    <a:pt x="125243" y="206841"/>
                  </a:cubicBezTo>
                  <a:cubicBezTo>
                    <a:pt x="125881" y="203011"/>
                    <a:pt x="125243" y="199180"/>
                    <a:pt x="122686" y="196627"/>
                  </a:cubicBezTo>
                  <a:cubicBezTo>
                    <a:pt x="121409" y="194711"/>
                    <a:pt x="119492" y="193435"/>
                    <a:pt x="118214" y="192796"/>
                  </a:cubicBezTo>
                  <a:cubicBezTo>
                    <a:pt x="113741" y="189604"/>
                    <a:pt x="110546" y="184497"/>
                    <a:pt x="110546" y="178752"/>
                  </a:cubicBezTo>
                  <a:lnTo>
                    <a:pt x="105434" y="178752"/>
                  </a:lnTo>
                  <a:cubicBezTo>
                    <a:pt x="101600" y="178752"/>
                    <a:pt x="99044" y="176198"/>
                    <a:pt x="99044" y="172368"/>
                  </a:cubicBezTo>
                  <a:cubicBezTo>
                    <a:pt x="99044" y="168537"/>
                    <a:pt x="101600" y="165984"/>
                    <a:pt x="105434" y="165984"/>
                  </a:cubicBezTo>
                  <a:lnTo>
                    <a:pt x="109907" y="165984"/>
                  </a:lnTo>
                  <a:lnTo>
                    <a:pt x="109907" y="130872"/>
                  </a:lnTo>
                  <a:cubicBezTo>
                    <a:pt x="98405" y="127041"/>
                    <a:pt x="92654" y="114912"/>
                    <a:pt x="95849" y="103421"/>
                  </a:cubicBezTo>
                  <a:cubicBezTo>
                    <a:pt x="99683" y="91930"/>
                    <a:pt x="111824" y="86184"/>
                    <a:pt x="123326" y="89376"/>
                  </a:cubicBezTo>
                  <a:cubicBezTo>
                    <a:pt x="125243" y="90014"/>
                    <a:pt x="127160" y="91291"/>
                    <a:pt x="129076" y="91930"/>
                  </a:cubicBezTo>
                  <a:lnTo>
                    <a:pt x="198727" y="91930"/>
                  </a:lnTo>
                  <a:cubicBezTo>
                    <a:pt x="199366" y="91930"/>
                    <a:pt x="200644" y="91930"/>
                    <a:pt x="201283" y="92568"/>
                  </a:cubicBezTo>
                  <a:cubicBezTo>
                    <a:pt x="207034" y="86184"/>
                    <a:pt x="215341" y="81715"/>
                    <a:pt x="224287" y="81077"/>
                  </a:cubicBezTo>
                  <a:lnTo>
                    <a:pt x="243456" y="81077"/>
                  </a:lnTo>
                  <a:cubicBezTo>
                    <a:pt x="248569" y="81077"/>
                    <a:pt x="253680" y="82354"/>
                    <a:pt x="257515" y="85546"/>
                  </a:cubicBezTo>
                  <a:cubicBezTo>
                    <a:pt x="260710" y="88738"/>
                    <a:pt x="262626" y="92568"/>
                    <a:pt x="262626" y="97037"/>
                  </a:cubicBezTo>
                  <a:lnTo>
                    <a:pt x="262626" y="128318"/>
                  </a:lnTo>
                  <a:cubicBezTo>
                    <a:pt x="262626" y="132149"/>
                    <a:pt x="260710" y="135979"/>
                    <a:pt x="258154" y="139171"/>
                  </a:cubicBezTo>
                  <a:cubicBezTo>
                    <a:pt x="254320" y="142363"/>
                    <a:pt x="249846" y="144278"/>
                    <a:pt x="244735" y="144916"/>
                  </a:cubicBezTo>
                  <a:lnTo>
                    <a:pt x="244735" y="269404"/>
                  </a:lnTo>
                  <a:cubicBezTo>
                    <a:pt x="244735" y="269404"/>
                    <a:pt x="244735" y="270042"/>
                    <a:pt x="244735" y="270042"/>
                  </a:cubicBezTo>
                  <a:lnTo>
                    <a:pt x="263905" y="270042"/>
                  </a:lnTo>
                  <a:cubicBezTo>
                    <a:pt x="267739" y="270042"/>
                    <a:pt x="270295" y="272596"/>
                    <a:pt x="270295" y="276426"/>
                  </a:cubicBezTo>
                  <a:cubicBezTo>
                    <a:pt x="270295" y="280257"/>
                    <a:pt x="267100" y="282172"/>
                    <a:pt x="263265" y="282172"/>
                  </a:cubicBezTo>
                  <a:lnTo>
                    <a:pt x="263265" y="282172"/>
                  </a:lnTo>
                  <a:close/>
                </a:path>
              </a:pathLst>
            </a:custGeom>
            <a:solidFill>
              <a:srgbClr val="00A3E0"/>
            </a:solidFill>
            <a:ln w="6390" cap="flat">
              <a:noFill/>
              <a:prstDash val="solid"/>
              <a:miter/>
            </a:ln>
          </p:spPr>
          <p:txBody>
            <a:bodyPr rtlCol="0" anchor="ctr"/>
            <a:lstStyle/>
            <a:p>
              <a:endParaRPr lang="en-US"/>
            </a:p>
          </p:txBody>
        </p:sp>
        <p:sp>
          <p:nvSpPr>
            <p:cNvPr id="915" name="Graphic 4">
              <a:extLst>
                <a:ext uri="{FF2B5EF4-FFF2-40B4-BE49-F238E27FC236}">
                  <a16:creationId xmlns:a16="http://schemas.microsoft.com/office/drawing/2014/main" id="{62C7DBE0-686C-864C-A299-D196F78E9E42}"/>
                </a:ext>
              </a:extLst>
            </p:cNvPr>
            <p:cNvSpPr/>
            <p:nvPr/>
          </p:nvSpPr>
          <p:spPr>
            <a:xfrm>
              <a:off x="7386668" y="3432829"/>
              <a:ext cx="54413" cy="38303"/>
            </a:xfrm>
            <a:custGeom>
              <a:avLst/>
              <a:gdLst>
                <a:gd name="connsiteX0" fmla="*/ 46746 w 54413"/>
                <a:gd name="connsiteY0" fmla="*/ 38304 h 38303"/>
                <a:gd name="connsiteX1" fmla="*/ 54413 w 54413"/>
                <a:gd name="connsiteY1" fmla="*/ 34474 h 38303"/>
                <a:gd name="connsiteX2" fmla="*/ 54413 w 54413"/>
                <a:gd name="connsiteY2" fmla="*/ 3831 h 38303"/>
                <a:gd name="connsiteX3" fmla="*/ 48662 w 54413"/>
                <a:gd name="connsiteY3" fmla="*/ 0 h 38303"/>
                <a:gd name="connsiteX4" fmla="*/ 28854 w 54413"/>
                <a:gd name="connsiteY4" fmla="*/ 0 h 38303"/>
                <a:gd name="connsiteX5" fmla="*/ 738 w 54413"/>
                <a:gd name="connsiteY5" fmla="*/ 30005 h 38303"/>
                <a:gd name="connsiteX6" fmla="*/ 738 w 54413"/>
                <a:gd name="connsiteY6" fmla="*/ 35751 h 38303"/>
                <a:gd name="connsiteX7" fmla="*/ 7128 w 54413"/>
                <a:gd name="connsiteY7" fmla="*/ 38304 h 38303"/>
                <a:gd name="connsiteX8" fmla="*/ 46746 w 54413"/>
                <a:gd name="connsiteY8" fmla="*/ 38304 h 3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413" h="38303">
                  <a:moveTo>
                    <a:pt x="46746" y="38304"/>
                  </a:moveTo>
                  <a:cubicBezTo>
                    <a:pt x="51218" y="38304"/>
                    <a:pt x="54413" y="37027"/>
                    <a:pt x="54413" y="34474"/>
                  </a:cubicBezTo>
                  <a:lnTo>
                    <a:pt x="54413" y="3831"/>
                  </a:lnTo>
                  <a:cubicBezTo>
                    <a:pt x="54413" y="639"/>
                    <a:pt x="50579" y="0"/>
                    <a:pt x="48662" y="0"/>
                  </a:cubicBezTo>
                  <a:lnTo>
                    <a:pt x="28854" y="0"/>
                  </a:lnTo>
                  <a:cubicBezTo>
                    <a:pt x="19907" y="0"/>
                    <a:pt x="5211" y="15322"/>
                    <a:pt x="738" y="30005"/>
                  </a:cubicBezTo>
                  <a:cubicBezTo>
                    <a:pt x="99" y="31282"/>
                    <a:pt x="-540" y="34474"/>
                    <a:pt x="738" y="35751"/>
                  </a:cubicBezTo>
                  <a:cubicBezTo>
                    <a:pt x="2655" y="37027"/>
                    <a:pt x="4571" y="38304"/>
                    <a:pt x="7128" y="38304"/>
                  </a:cubicBezTo>
                  <a:lnTo>
                    <a:pt x="46746" y="38304"/>
                  </a:lnTo>
                  <a:close/>
                </a:path>
              </a:pathLst>
            </a:custGeom>
            <a:solidFill>
              <a:srgbClr val="00A3E0"/>
            </a:solidFill>
            <a:ln w="6390" cap="flat">
              <a:noFill/>
              <a:prstDash val="solid"/>
              <a:miter/>
            </a:ln>
          </p:spPr>
          <p:txBody>
            <a:bodyPr rtlCol="0" anchor="ctr"/>
            <a:lstStyle/>
            <a:p>
              <a:endParaRPr lang="en-US"/>
            </a:p>
          </p:txBody>
        </p:sp>
      </p:grpSp>
      <p:grpSp>
        <p:nvGrpSpPr>
          <p:cNvPr id="916" name="Graphic 4">
            <a:extLst>
              <a:ext uri="{FF2B5EF4-FFF2-40B4-BE49-F238E27FC236}">
                <a16:creationId xmlns:a16="http://schemas.microsoft.com/office/drawing/2014/main" id="{12EA6F5D-EC8E-3049-B6EF-656F5130B25E}"/>
              </a:ext>
            </a:extLst>
          </p:cNvPr>
          <p:cNvGrpSpPr>
            <a:grpSpLocks noChangeAspect="1"/>
          </p:cNvGrpSpPr>
          <p:nvPr/>
        </p:nvGrpSpPr>
        <p:grpSpPr>
          <a:xfrm>
            <a:off x="9278827" y="4308712"/>
            <a:ext cx="362309" cy="361971"/>
            <a:chOff x="9278827" y="4308712"/>
            <a:chExt cx="362309" cy="361971"/>
          </a:xfrm>
          <a:solidFill>
            <a:srgbClr val="62B5E5"/>
          </a:solidFill>
        </p:grpSpPr>
        <p:sp>
          <p:nvSpPr>
            <p:cNvPr id="917" name="Graphic 4">
              <a:extLst>
                <a:ext uri="{FF2B5EF4-FFF2-40B4-BE49-F238E27FC236}">
                  <a16:creationId xmlns:a16="http://schemas.microsoft.com/office/drawing/2014/main" id="{3F2FEF5B-2D31-B94D-A9D6-35C79427339F}"/>
                </a:ext>
              </a:extLst>
            </p:cNvPr>
            <p:cNvSpPr/>
            <p:nvPr/>
          </p:nvSpPr>
          <p:spPr>
            <a:xfrm>
              <a:off x="9465414" y="4428730"/>
              <a:ext cx="38978" cy="49156"/>
            </a:xfrm>
            <a:custGeom>
              <a:avLst/>
              <a:gdLst>
                <a:gd name="connsiteX0" fmla="*/ 0 w 38978"/>
                <a:gd name="connsiteY0" fmla="*/ 0 h 49156"/>
                <a:gd name="connsiteX1" fmla="*/ 0 w 38978"/>
                <a:gd name="connsiteY1" fmla="*/ 30005 h 49156"/>
                <a:gd name="connsiteX2" fmla="*/ 38978 w 38978"/>
                <a:gd name="connsiteY2" fmla="*/ 49157 h 49156"/>
                <a:gd name="connsiteX3" fmla="*/ 38978 w 38978"/>
                <a:gd name="connsiteY3" fmla="*/ 19152 h 49156"/>
              </a:gdLst>
              <a:ahLst/>
              <a:cxnLst>
                <a:cxn ang="0">
                  <a:pos x="connsiteX0" y="connsiteY0"/>
                </a:cxn>
                <a:cxn ang="0">
                  <a:pos x="connsiteX1" y="connsiteY1"/>
                </a:cxn>
                <a:cxn ang="0">
                  <a:pos x="connsiteX2" y="connsiteY2"/>
                </a:cxn>
                <a:cxn ang="0">
                  <a:pos x="connsiteX3" y="connsiteY3"/>
                </a:cxn>
              </a:cxnLst>
              <a:rect l="l" t="t" r="r" b="b"/>
              <a:pathLst>
                <a:path w="38978" h="49156">
                  <a:moveTo>
                    <a:pt x="0" y="0"/>
                  </a:moveTo>
                  <a:lnTo>
                    <a:pt x="0" y="30005"/>
                  </a:lnTo>
                  <a:lnTo>
                    <a:pt x="38978" y="49157"/>
                  </a:lnTo>
                  <a:lnTo>
                    <a:pt x="38978" y="19152"/>
                  </a:lnTo>
                  <a:close/>
                </a:path>
              </a:pathLst>
            </a:custGeom>
            <a:solidFill>
              <a:srgbClr val="62B5E5"/>
            </a:solidFill>
            <a:ln w="6390" cap="flat">
              <a:noFill/>
              <a:prstDash val="solid"/>
              <a:miter/>
            </a:ln>
          </p:spPr>
          <p:txBody>
            <a:bodyPr rtlCol="0" anchor="ctr"/>
            <a:lstStyle/>
            <a:p>
              <a:endParaRPr lang="en-US"/>
            </a:p>
          </p:txBody>
        </p:sp>
        <p:sp>
          <p:nvSpPr>
            <p:cNvPr id="918" name="Graphic 4">
              <a:extLst>
                <a:ext uri="{FF2B5EF4-FFF2-40B4-BE49-F238E27FC236}">
                  <a16:creationId xmlns:a16="http://schemas.microsoft.com/office/drawing/2014/main" id="{D6B61A1C-5604-D447-AD56-8E4213559E16}"/>
                </a:ext>
              </a:extLst>
            </p:cNvPr>
            <p:cNvSpPr/>
            <p:nvPr/>
          </p:nvSpPr>
          <p:spPr>
            <a:xfrm>
              <a:off x="9423239" y="4469588"/>
              <a:ext cx="74123" cy="39580"/>
            </a:xfrm>
            <a:custGeom>
              <a:avLst/>
              <a:gdLst>
                <a:gd name="connsiteX0" fmla="*/ 0 w 74123"/>
                <a:gd name="connsiteY0" fmla="*/ 21067 h 39580"/>
                <a:gd name="connsiteX1" fmla="*/ 37701 w 74123"/>
                <a:gd name="connsiteY1" fmla="*/ 39581 h 39580"/>
                <a:gd name="connsiteX2" fmla="*/ 74124 w 74123"/>
                <a:gd name="connsiteY2" fmla="*/ 18514 h 39580"/>
                <a:gd name="connsiteX3" fmla="*/ 36423 w 74123"/>
                <a:gd name="connsiteY3" fmla="*/ 0 h 39580"/>
              </a:gdLst>
              <a:ahLst/>
              <a:cxnLst>
                <a:cxn ang="0">
                  <a:pos x="connsiteX0" y="connsiteY0"/>
                </a:cxn>
                <a:cxn ang="0">
                  <a:pos x="connsiteX1" y="connsiteY1"/>
                </a:cxn>
                <a:cxn ang="0">
                  <a:pos x="connsiteX2" y="connsiteY2"/>
                </a:cxn>
                <a:cxn ang="0">
                  <a:pos x="connsiteX3" y="connsiteY3"/>
                </a:cxn>
              </a:cxnLst>
              <a:rect l="l" t="t" r="r" b="b"/>
              <a:pathLst>
                <a:path w="74123" h="39580">
                  <a:moveTo>
                    <a:pt x="0" y="21067"/>
                  </a:moveTo>
                  <a:lnTo>
                    <a:pt x="37701" y="39581"/>
                  </a:lnTo>
                  <a:lnTo>
                    <a:pt x="74124" y="18514"/>
                  </a:lnTo>
                  <a:lnTo>
                    <a:pt x="36423" y="0"/>
                  </a:lnTo>
                  <a:close/>
                </a:path>
              </a:pathLst>
            </a:custGeom>
            <a:solidFill>
              <a:srgbClr val="62B5E5"/>
            </a:solidFill>
            <a:ln w="6390" cap="flat">
              <a:noFill/>
              <a:prstDash val="solid"/>
              <a:miter/>
            </a:ln>
          </p:spPr>
          <p:txBody>
            <a:bodyPr rtlCol="0" anchor="ctr"/>
            <a:lstStyle/>
            <a:p>
              <a:endParaRPr lang="en-US"/>
            </a:p>
          </p:txBody>
        </p:sp>
        <p:sp>
          <p:nvSpPr>
            <p:cNvPr id="919" name="Graphic 4">
              <a:extLst>
                <a:ext uri="{FF2B5EF4-FFF2-40B4-BE49-F238E27FC236}">
                  <a16:creationId xmlns:a16="http://schemas.microsoft.com/office/drawing/2014/main" id="{6F0CAF5B-F4F0-C64F-B829-DDF25E3CF015}"/>
                </a:ext>
              </a:extLst>
            </p:cNvPr>
            <p:cNvSpPr/>
            <p:nvPr/>
          </p:nvSpPr>
          <p:spPr>
            <a:xfrm>
              <a:off x="9278827" y="4308712"/>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38345 w 362309"/>
                <a:gd name="connsiteY6" fmla="*/ 254082 h 361971"/>
                <a:gd name="connsiteX7" fmla="*/ 231955 w 362309"/>
                <a:gd name="connsiteY7" fmla="*/ 260466 h 361971"/>
                <a:gd name="connsiteX8" fmla="*/ 225565 w 362309"/>
                <a:gd name="connsiteY8" fmla="*/ 254082 h 361971"/>
                <a:gd name="connsiteX9" fmla="*/ 225565 w 362309"/>
                <a:gd name="connsiteY9" fmla="*/ 190243 h 361971"/>
                <a:gd name="connsiteX10" fmla="*/ 188503 w 362309"/>
                <a:gd name="connsiteY10" fmla="*/ 211310 h 361971"/>
                <a:gd name="connsiteX11" fmla="*/ 188503 w 362309"/>
                <a:gd name="connsiteY11" fmla="*/ 277065 h 361971"/>
                <a:gd name="connsiteX12" fmla="*/ 182113 w 362309"/>
                <a:gd name="connsiteY12" fmla="*/ 283449 h 361971"/>
                <a:gd name="connsiteX13" fmla="*/ 175723 w 362309"/>
                <a:gd name="connsiteY13" fmla="*/ 277065 h 361971"/>
                <a:gd name="connsiteX14" fmla="*/ 175723 w 362309"/>
                <a:gd name="connsiteY14" fmla="*/ 211948 h 361971"/>
                <a:gd name="connsiteX15" fmla="*/ 137384 w 362309"/>
                <a:gd name="connsiteY15" fmla="*/ 192796 h 361971"/>
                <a:gd name="connsiteX16" fmla="*/ 137384 w 362309"/>
                <a:gd name="connsiteY16" fmla="*/ 252167 h 361971"/>
                <a:gd name="connsiteX17" fmla="*/ 130994 w 362309"/>
                <a:gd name="connsiteY17" fmla="*/ 258551 h 361971"/>
                <a:gd name="connsiteX18" fmla="*/ 124604 w 362309"/>
                <a:gd name="connsiteY18" fmla="*/ 252167 h 361971"/>
                <a:gd name="connsiteX19" fmla="*/ 124604 w 362309"/>
                <a:gd name="connsiteY19" fmla="*/ 182582 h 361971"/>
                <a:gd name="connsiteX20" fmla="*/ 125243 w 362309"/>
                <a:gd name="connsiteY20" fmla="*/ 180667 h 361971"/>
                <a:gd name="connsiteX21" fmla="*/ 125243 w 362309"/>
                <a:gd name="connsiteY21" fmla="*/ 180028 h 361971"/>
                <a:gd name="connsiteX22" fmla="*/ 126521 w 362309"/>
                <a:gd name="connsiteY22" fmla="*/ 178113 h 361971"/>
                <a:gd name="connsiteX23" fmla="*/ 126521 w 362309"/>
                <a:gd name="connsiteY23" fmla="*/ 178113 h 361971"/>
                <a:gd name="connsiteX24" fmla="*/ 127799 w 362309"/>
                <a:gd name="connsiteY24" fmla="*/ 176836 h 361971"/>
                <a:gd name="connsiteX25" fmla="*/ 173807 w 362309"/>
                <a:gd name="connsiteY25" fmla="*/ 150024 h 361971"/>
                <a:gd name="connsiteX26" fmla="*/ 173807 w 362309"/>
                <a:gd name="connsiteY26" fmla="*/ 84269 h 361971"/>
                <a:gd name="connsiteX27" fmla="*/ 180197 w 362309"/>
                <a:gd name="connsiteY27" fmla="*/ 77885 h 361971"/>
                <a:gd name="connsiteX28" fmla="*/ 186587 w 362309"/>
                <a:gd name="connsiteY28" fmla="*/ 84269 h 361971"/>
                <a:gd name="connsiteX29" fmla="*/ 186587 w 362309"/>
                <a:gd name="connsiteY29" fmla="*/ 105336 h 361971"/>
                <a:gd name="connsiteX30" fmla="*/ 225565 w 362309"/>
                <a:gd name="connsiteY30" fmla="*/ 124488 h 361971"/>
                <a:gd name="connsiteX31" fmla="*/ 225565 w 362309"/>
                <a:gd name="connsiteY31" fmla="*/ 109805 h 361971"/>
                <a:gd name="connsiteX32" fmla="*/ 231955 w 362309"/>
                <a:gd name="connsiteY32" fmla="*/ 103421 h 361971"/>
                <a:gd name="connsiteX33" fmla="*/ 238345 w 362309"/>
                <a:gd name="connsiteY33" fmla="*/ 109805 h 361971"/>
                <a:gd name="connsiteX34" fmla="*/ 238345 w 362309"/>
                <a:gd name="connsiteY34" fmla="*/ 25408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238345" y="254082"/>
                  </a:moveTo>
                  <a:cubicBezTo>
                    <a:pt x="238345" y="257913"/>
                    <a:pt x="235789" y="260466"/>
                    <a:pt x="231955" y="260466"/>
                  </a:cubicBezTo>
                  <a:cubicBezTo>
                    <a:pt x="228121" y="260466"/>
                    <a:pt x="225565" y="257913"/>
                    <a:pt x="225565" y="254082"/>
                  </a:cubicBezTo>
                  <a:lnTo>
                    <a:pt x="225565" y="190243"/>
                  </a:lnTo>
                  <a:lnTo>
                    <a:pt x="188503" y="211310"/>
                  </a:lnTo>
                  <a:lnTo>
                    <a:pt x="188503" y="277065"/>
                  </a:lnTo>
                  <a:cubicBezTo>
                    <a:pt x="188503" y="280895"/>
                    <a:pt x="185947" y="283449"/>
                    <a:pt x="182113" y="283449"/>
                  </a:cubicBezTo>
                  <a:cubicBezTo>
                    <a:pt x="178279" y="283449"/>
                    <a:pt x="175723" y="280895"/>
                    <a:pt x="175723" y="277065"/>
                  </a:cubicBezTo>
                  <a:lnTo>
                    <a:pt x="175723" y="211948"/>
                  </a:lnTo>
                  <a:lnTo>
                    <a:pt x="137384" y="192796"/>
                  </a:lnTo>
                  <a:lnTo>
                    <a:pt x="137384" y="252167"/>
                  </a:lnTo>
                  <a:cubicBezTo>
                    <a:pt x="137384" y="255998"/>
                    <a:pt x="134828" y="258551"/>
                    <a:pt x="130994" y="258551"/>
                  </a:cubicBezTo>
                  <a:cubicBezTo>
                    <a:pt x="127160" y="258551"/>
                    <a:pt x="124604" y="255998"/>
                    <a:pt x="124604" y="252167"/>
                  </a:cubicBezTo>
                  <a:lnTo>
                    <a:pt x="124604" y="182582"/>
                  </a:lnTo>
                  <a:cubicBezTo>
                    <a:pt x="124604" y="181944"/>
                    <a:pt x="124604" y="181305"/>
                    <a:pt x="125243" y="180667"/>
                  </a:cubicBezTo>
                  <a:lnTo>
                    <a:pt x="125243" y="180028"/>
                  </a:lnTo>
                  <a:cubicBezTo>
                    <a:pt x="125243" y="179390"/>
                    <a:pt x="125882" y="178752"/>
                    <a:pt x="126521" y="178113"/>
                  </a:cubicBezTo>
                  <a:lnTo>
                    <a:pt x="126521" y="178113"/>
                  </a:lnTo>
                  <a:cubicBezTo>
                    <a:pt x="127160" y="177475"/>
                    <a:pt x="127160" y="177475"/>
                    <a:pt x="127799" y="176836"/>
                  </a:cubicBezTo>
                  <a:lnTo>
                    <a:pt x="173807" y="150024"/>
                  </a:lnTo>
                  <a:lnTo>
                    <a:pt x="173807" y="84269"/>
                  </a:lnTo>
                  <a:cubicBezTo>
                    <a:pt x="173807" y="80438"/>
                    <a:pt x="176362" y="77885"/>
                    <a:pt x="180197" y="77885"/>
                  </a:cubicBezTo>
                  <a:cubicBezTo>
                    <a:pt x="184031" y="77885"/>
                    <a:pt x="186587" y="80438"/>
                    <a:pt x="186587" y="84269"/>
                  </a:cubicBezTo>
                  <a:lnTo>
                    <a:pt x="186587" y="105336"/>
                  </a:lnTo>
                  <a:lnTo>
                    <a:pt x="225565" y="124488"/>
                  </a:lnTo>
                  <a:lnTo>
                    <a:pt x="225565" y="109805"/>
                  </a:lnTo>
                  <a:cubicBezTo>
                    <a:pt x="225565" y="105974"/>
                    <a:pt x="228121" y="103421"/>
                    <a:pt x="231955" y="103421"/>
                  </a:cubicBezTo>
                  <a:cubicBezTo>
                    <a:pt x="235789" y="103421"/>
                    <a:pt x="238345" y="105974"/>
                    <a:pt x="238345" y="109805"/>
                  </a:cubicBezTo>
                  <a:lnTo>
                    <a:pt x="238345" y="254082"/>
                  </a:lnTo>
                  <a:close/>
                </a:path>
              </a:pathLst>
            </a:custGeom>
            <a:solidFill>
              <a:srgbClr val="62B5E5"/>
            </a:solidFill>
            <a:ln w="6390" cap="flat">
              <a:noFill/>
              <a:prstDash val="solid"/>
              <a:miter/>
            </a:ln>
          </p:spPr>
          <p:txBody>
            <a:bodyPr rtlCol="0" anchor="ctr"/>
            <a:lstStyle/>
            <a:p>
              <a:endParaRPr lang="en-US"/>
            </a:p>
          </p:txBody>
        </p:sp>
      </p:grpSp>
      <p:grpSp>
        <p:nvGrpSpPr>
          <p:cNvPr id="920" name="Graphic 4">
            <a:extLst>
              <a:ext uri="{FF2B5EF4-FFF2-40B4-BE49-F238E27FC236}">
                <a16:creationId xmlns:a16="http://schemas.microsoft.com/office/drawing/2014/main" id="{5743DAE4-4BF4-2C43-B3E2-990231151E28}"/>
              </a:ext>
            </a:extLst>
          </p:cNvPr>
          <p:cNvGrpSpPr>
            <a:grpSpLocks noChangeAspect="1"/>
          </p:cNvGrpSpPr>
          <p:nvPr/>
        </p:nvGrpSpPr>
        <p:grpSpPr>
          <a:xfrm>
            <a:off x="5708130" y="1885990"/>
            <a:ext cx="362313" cy="361971"/>
            <a:chOff x="5708130" y="1885990"/>
            <a:chExt cx="362313" cy="361971"/>
          </a:xfrm>
          <a:solidFill>
            <a:srgbClr val="00A3E0"/>
          </a:solidFill>
        </p:grpSpPr>
        <p:sp>
          <p:nvSpPr>
            <p:cNvPr id="921" name="Graphic 4">
              <a:extLst>
                <a:ext uri="{FF2B5EF4-FFF2-40B4-BE49-F238E27FC236}">
                  <a16:creationId xmlns:a16="http://schemas.microsoft.com/office/drawing/2014/main" id="{2483FFB9-E488-3D49-A6A2-F4A464F005DE}"/>
                </a:ext>
              </a:extLst>
            </p:cNvPr>
            <p:cNvSpPr/>
            <p:nvPr/>
          </p:nvSpPr>
          <p:spPr>
            <a:xfrm>
              <a:off x="5708130" y="1885990"/>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8565 h 361971"/>
                <a:gd name="connsiteX7" fmla="*/ 12780 w 362313"/>
                <a:gd name="connsiteY7" fmla="*/ 180667 h 361971"/>
                <a:gd name="connsiteX8" fmla="*/ 180835 w 362313"/>
                <a:gd name="connsiteY8" fmla="*/ 12130 h 361971"/>
                <a:gd name="connsiteX9" fmla="*/ 349530 w 362313"/>
                <a:gd name="connsiteY9" fmla="*/ 180028 h 361971"/>
                <a:gd name="connsiteX10" fmla="*/ 349530 w 362313"/>
                <a:gd name="connsiteY10" fmla="*/ 180028 h 361971"/>
                <a:gd name="connsiteX11" fmla="*/ 181474 w 362313"/>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181474" y="348565"/>
                  </a:moveTo>
                  <a:cubicBezTo>
                    <a:pt x="88181" y="348565"/>
                    <a:pt x="12780" y="273235"/>
                    <a:pt x="12780" y="180667"/>
                  </a:cubicBezTo>
                  <a:cubicBezTo>
                    <a:pt x="12780" y="88099"/>
                    <a:pt x="88181" y="12130"/>
                    <a:pt x="180835" y="12130"/>
                  </a:cubicBezTo>
                  <a:cubicBezTo>
                    <a:pt x="274128" y="12130"/>
                    <a:pt x="349530" y="87461"/>
                    <a:pt x="349530" y="180028"/>
                  </a:cubicBezTo>
                  <a:cubicBezTo>
                    <a:pt x="349530" y="180028"/>
                    <a:pt x="349530" y="180028"/>
                    <a:pt x="349530" y="180028"/>
                  </a:cubicBezTo>
                  <a:cubicBezTo>
                    <a:pt x="349530" y="273235"/>
                    <a:pt x="274767" y="348565"/>
                    <a:pt x="181474" y="348565"/>
                  </a:cubicBezTo>
                  <a:close/>
                </a:path>
              </a:pathLst>
            </a:custGeom>
            <a:solidFill>
              <a:srgbClr val="00A3E0"/>
            </a:solidFill>
            <a:ln w="6390" cap="flat">
              <a:noFill/>
              <a:prstDash val="solid"/>
              <a:miter/>
            </a:ln>
          </p:spPr>
          <p:txBody>
            <a:bodyPr rtlCol="0" anchor="ctr"/>
            <a:lstStyle/>
            <a:p>
              <a:endParaRPr lang="en-US"/>
            </a:p>
          </p:txBody>
        </p:sp>
        <p:sp>
          <p:nvSpPr>
            <p:cNvPr id="922" name="Graphic 4">
              <a:extLst>
                <a:ext uri="{FF2B5EF4-FFF2-40B4-BE49-F238E27FC236}">
                  <a16:creationId xmlns:a16="http://schemas.microsoft.com/office/drawing/2014/main" id="{3C2B488E-676F-6544-8448-F86DE19851BA}"/>
                </a:ext>
              </a:extLst>
            </p:cNvPr>
            <p:cNvSpPr/>
            <p:nvPr/>
          </p:nvSpPr>
          <p:spPr>
            <a:xfrm>
              <a:off x="5795992" y="2042398"/>
              <a:ext cx="91056" cy="123210"/>
            </a:xfrm>
            <a:custGeom>
              <a:avLst/>
              <a:gdLst>
                <a:gd name="connsiteX0" fmla="*/ 35464 w 91056"/>
                <a:gd name="connsiteY0" fmla="*/ 101505 h 123210"/>
                <a:gd name="connsiteX1" fmla="*/ 24601 w 91056"/>
                <a:gd name="connsiteY1" fmla="*/ 109805 h 123210"/>
                <a:gd name="connsiteX2" fmla="*/ 14377 w 91056"/>
                <a:gd name="connsiteY2" fmla="*/ 103421 h 123210"/>
                <a:gd name="connsiteX3" fmla="*/ 14377 w 91056"/>
                <a:gd name="connsiteY3" fmla="*/ 89376 h 123210"/>
                <a:gd name="connsiteX4" fmla="*/ 57829 w 91056"/>
                <a:gd name="connsiteY4" fmla="*/ 5746 h 123210"/>
                <a:gd name="connsiteX5" fmla="*/ 46327 w 91056"/>
                <a:gd name="connsiteY5" fmla="*/ 0 h 123210"/>
                <a:gd name="connsiteX6" fmla="*/ 2875 w 91056"/>
                <a:gd name="connsiteY6" fmla="*/ 83630 h 123210"/>
                <a:gd name="connsiteX7" fmla="*/ 2875 w 91056"/>
                <a:gd name="connsiteY7" fmla="*/ 109166 h 123210"/>
                <a:gd name="connsiteX8" fmla="*/ 23323 w 91056"/>
                <a:gd name="connsiteY8" fmla="*/ 123211 h 123210"/>
                <a:gd name="connsiteX9" fmla="*/ 26518 w 91056"/>
                <a:gd name="connsiteY9" fmla="*/ 123211 h 123210"/>
                <a:gd name="connsiteX10" fmla="*/ 46966 w 91056"/>
                <a:gd name="connsiteY10" fmla="*/ 107889 h 123210"/>
                <a:gd name="connsiteX11" fmla="*/ 91056 w 91056"/>
                <a:gd name="connsiteY11" fmla="*/ 22982 h 123210"/>
                <a:gd name="connsiteX12" fmla="*/ 79555 w 91056"/>
                <a:gd name="connsiteY12" fmla="*/ 17237 h 123210"/>
                <a:gd name="connsiteX13" fmla="*/ 35464 w 91056"/>
                <a:gd name="connsiteY13" fmla="*/ 101505 h 12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1056" h="123210">
                  <a:moveTo>
                    <a:pt x="35464" y="101505"/>
                  </a:moveTo>
                  <a:cubicBezTo>
                    <a:pt x="33547" y="105974"/>
                    <a:pt x="29074" y="109166"/>
                    <a:pt x="24601" y="109805"/>
                  </a:cubicBezTo>
                  <a:cubicBezTo>
                    <a:pt x="21406" y="110443"/>
                    <a:pt x="17572" y="109805"/>
                    <a:pt x="14377" y="103421"/>
                  </a:cubicBezTo>
                  <a:cubicBezTo>
                    <a:pt x="12460" y="98952"/>
                    <a:pt x="12460" y="93845"/>
                    <a:pt x="14377" y="89376"/>
                  </a:cubicBezTo>
                  <a:lnTo>
                    <a:pt x="57829" y="5746"/>
                  </a:lnTo>
                  <a:lnTo>
                    <a:pt x="46327" y="0"/>
                  </a:lnTo>
                  <a:lnTo>
                    <a:pt x="2875" y="83630"/>
                  </a:lnTo>
                  <a:cubicBezTo>
                    <a:pt x="-958" y="91930"/>
                    <a:pt x="-958" y="100867"/>
                    <a:pt x="2875" y="109166"/>
                  </a:cubicBezTo>
                  <a:cubicBezTo>
                    <a:pt x="6070" y="117465"/>
                    <a:pt x="14377" y="122573"/>
                    <a:pt x="23323" y="123211"/>
                  </a:cubicBezTo>
                  <a:lnTo>
                    <a:pt x="26518" y="123211"/>
                  </a:lnTo>
                  <a:cubicBezTo>
                    <a:pt x="35464" y="121934"/>
                    <a:pt x="43132" y="116189"/>
                    <a:pt x="46966" y="107889"/>
                  </a:cubicBezTo>
                  <a:lnTo>
                    <a:pt x="91056" y="22982"/>
                  </a:lnTo>
                  <a:lnTo>
                    <a:pt x="79555" y="17237"/>
                  </a:lnTo>
                  <a:lnTo>
                    <a:pt x="35464" y="101505"/>
                  </a:lnTo>
                  <a:close/>
                </a:path>
              </a:pathLst>
            </a:custGeom>
            <a:solidFill>
              <a:srgbClr val="00A3E0"/>
            </a:solidFill>
            <a:ln w="6390" cap="flat">
              <a:noFill/>
              <a:prstDash val="solid"/>
              <a:miter/>
            </a:ln>
          </p:spPr>
          <p:txBody>
            <a:bodyPr rtlCol="0" anchor="ctr"/>
            <a:lstStyle/>
            <a:p>
              <a:endParaRPr lang="en-US"/>
            </a:p>
          </p:txBody>
        </p:sp>
        <p:sp>
          <p:nvSpPr>
            <p:cNvPr id="923" name="Graphic 4">
              <a:extLst>
                <a:ext uri="{FF2B5EF4-FFF2-40B4-BE49-F238E27FC236}">
                  <a16:creationId xmlns:a16="http://schemas.microsoft.com/office/drawing/2014/main" id="{F93AF029-D76D-484C-A61D-245DDCE42F03}"/>
                </a:ext>
              </a:extLst>
            </p:cNvPr>
            <p:cNvSpPr/>
            <p:nvPr/>
          </p:nvSpPr>
          <p:spPr>
            <a:xfrm>
              <a:off x="5824427" y="1968366"/>
              <a:ext cx="158637" cy="138510"/>
            </a:xfrm>
            <a:custGeom>
              <a:avLst/>
              <a:gdLst>
                <a:gd name="connsiteX0" fmla="*/ 153358 w 158637"/>
                <a:gd name="connsiteY0" fmla="*/ 36367 h 138510"/>
                <a:gd name="connsiteX1" fmla="*/ 91376 w 158637"/>
                <a:gd name="connsiteY1" fmla="*/ 28706 h 138510"/>
                <a:gd name="connsiteX2" fmla="*/ 37062 w 158637"/>
                <a:gd name="connsiteY2" fmla="*/ 616 h 138510"/>
                <a:gd name="connsiteX3" fmla="*/ 28755 w 158637"/>
                <a:gd name="connsiteY3" fmla="*/ 3170 h 138510"/>
                <a:gd name="connsiteX4" fmla="*/ 639 w 158637"/>
                <a:gd name="connsiteY4" fmla="*/ 56796 h 138510"/>
                <a:gd name="connsiteX5" fmla="*/ 0 w 158637"/>
                <a:gd name="connsiteY5" fmla="*/ 61903 h 138510"/>
                <a:gd name="connsiteX6" fmla="*/ 3195 w 158637"/>
                <a:gd name="connsiteY6" fmla="*/ 65733 h 138510"/>
                <a:gd name="connsiteX7" fmla="*/ 61982 w 158637"/>
                <a:gd name="connsiteY7" fmla="*/ 95738 h 138510"/>
                <a:gd name="connsiteX8" fmla="*/ 100961 w 158637"/>
                <a:gd name="connsiteY8" fmla="*/ 136595 h 138510"/>
                <a:gd name="connsiteX9" fmla="*/ 109907 w 158637"/>
                <a:gd name="connsiteY9" fmla="*/ 136595 h 138510"/>
                <a:gd name="connsiteX10" fmla="*/ 158470 w 158637"/>
                <a:gd name="connsiteY10" fmla="*/ 42112 h 138510"/>
                <a:gd name="connsiteX11" fmla="*/ 153358 w 158637"/>
                <a:gd name="connsiteY11" fmla="*/ 36367 h 138510"/>
                <a:gd name="connsiteX12" fmla="*/ 106073 w 158637"/>
                <a:gd name="connsiteY12" fmla="*/ 123189 h 138510"/>
                <a:gd name="connsiteX13" fmla="*/ 70928 w 158637"/>
                <a:gd name="connsiteY13" fmla="*/ 86800 h 138510"/>
                <a:gd name="connsiteX14" fmla="*/ 69011 w 158637"/>
                <a:gd name="connsiteY14" fmla="*/ 85524 h 138510"/>
                <a:gd name="connsiteX15" fmla="*/ 14697 w 158637"/>
                <a:gd name="connsiteY15" fmla="*/ 57434 h 138510"/>
                <a:gd name="connsiteX16" fmla="*/ 36423 w 158637"/>
                <a:gd name="connsiteY16" fmla="*/ 15300 h 138510"/>
                <a:gd name="connsiteX17" fmla="*/ 86264 w 158637"/>
                <a:gd name="connsiteY17" fmla="*/ 40836 h 138510"/>
                <a:gd name="connsiteX18" fmla="*/ 88181 w 158637"/>
                <a:gd name="connsiteY18" fmla="*/ 41474 h 138510"/>
                <a:gd name="connsiteX19" fmla="*/ 145690 w 158637"/>
                <a:gd name="connsiteY19" fmla="*/ 48496 h 138510"/>
                <a:gd name="connsiteX20" fmla="*/ 106073 w 158637"/>
                <a:gd name="connsiteY20" fmla="*/ 123189 h 138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8637" h="138510">
                  <a:moveTo>
                    <a:pt x="153358" y="36367"/>
                  </a:moveTo>
                  <a:lnTo>
                    <a:pt x="91376" y="28706"/>
                  </a:lnTo>
                  <a:lnTo>
                    <a:pt x="37062" y="616"/>
                  </a:lnTo>
                  <a:cubicBezTo>
                    <a:pt x="33867" y="-660"/>
                    <a:pt x="30033" y="-22"/>
                    <a:pt x="28755" y="3170"/>
                  </a:cubicBezTo>
                  <a:lnTo>
                    <a:pt x="639" y="56796"/>
                  </a:lnTo>
                  <a:cubicBezTo>
                    <a:pt x="0" y="58072"/>
                    <a:pt x="0" y="59988"/>
                    <a:pt x="0" y="61903"/>
                  </a:cubicBezTo>
                  <a:cubicBezTo>
                    <a:pt x="639" y="63818"/>
                    <a:pt x="1917" y="65095"/>
                    <a:pt x="3195" y="65733"/>
                  </a:cubicBezTo>
                  <a:lnTo>
                    <a:pt x="61982" y="95738"/>
                  </a:lnTo>
                  <a:lnTo>
                    <a:pt x="100961" y="136595"/>
                  </a:lnTo>
                  <a:cubicBezTo>
                    <a:pt x="103517" y="139149"/>
                    <a:pt x="107351" y="139149"/>
                    <a:pt x="109907" y="136595"/>
                  </a:cubicBezTo>
                  <a:cubicBezTo>
                    <a:pt x="160387" y="89992"/>
                    <a:pt x="159110" y="44028"/>
                    <a:pt x="158470" y="42112"/>
                  </a:cubicBezTo>
                  <a:cubicBezTo>
                    <a:pt x="159110" y="38920"/>
                    <a:pt x="156553" y="36367"/>
                    <a:pt x="153358" y="36367"/>
                  </a:cubicBezTo>
                  <a:close/>
                  <a:moveTo>
                    <a:pt x="106073" y="123189"/>
                  </a:moveTo>
                  <a:lnTo>
                    <a:pt x="70928" y="86800"/>
                  </a:lnTo>
                  <a:cubicBezTo>
                    <a:pt x="70289" y="86162"/>
                    <a:pt x="69650" y="86162"/>
                    <a:pt x="69011" y="85524"/>
                  </a:cubicBezTo>
                  <a:lnTo>
                    <a:pt x="14697" y="57434"/>
                  </a:lnTo>
                  <a:lnTo>
                    <a:pt x="36423" y="15300"/>
                  </a:lnTo>
                  <a:lnTo>
                    <a:pt x="86264" y="40836"/>
                  </a:lnTo>
                  <a:cubicBezTo>
                    <a:pt x="86903" y="41474"/>
                    <a:pt x="87542" y="41474"/>
                    <a:pt x="88181" y="41474"/>
                  </a:cubicBezTo>
                  <a:lnTo>
                    <a:pt x="145690" y="48496"/>
                  </a:lnTo>
                  <a:cubicBezTo>
                    <a:pt x="145052" y="59988"/>
                    <a:pt x="138662" y="91269"/>
                    <a:pt x="106073" y="123189"/>
                  </a:cubicBezTo>
                  <a:close/>
                </a:path>
              </a:pathLst>
            </a:custGeom>
            <a:solidFill>
              <a:srgbClr val="00A3E0"/>
            </a:solidFill>
            <a:ln w="6390" cap="flat">
              <a:noFill/>
              <a:prstDash val="solid"/>
              <a:miter/>
            </a:ln>
          </p:spPr>
          <p:txBody>
            <a:bodyPr rtlCol="0" anchor="ctr"/>
            <a:lstStyle/>
            <a:p>
              <a:endParaRPr lang="en-US"/>
            </a:p>
          </p:txBody>
        </p:sp>
      </p:grpSp>
      <p:grpSp>
        <p:nvGrpSpPr>
          <p:cNvPr id="924" name="Graphic 4">
            <a:extLst>
              <a:ext uri="{FF2B5EF4-FFF2-40B4-BE49-F238E27FC236}">
                <a16:creationId xmlns:a16="http://schemas.microsoft.com/office/drawing/2014/main" id="{97B12ADB-1C6F-C347-BD45-0A6F13C85B72}"/>
              </a:ext>
            </a:extLst>
          </p:cNvPr>
          <p:cNvGrpSpPr>
            <a:grpSpLocks noChangeAspect="1"/>
          </p:cNvGrpSpPr>
          <p:nvPr/>
        </p:nvGrpSpPr>
        <p:grpSpPr>
          <a:xfrm>
            <a:off x="4660820" y="1885990"/>
            <a:ext cx="362312" cy="361971"/>
            <a:chOff x="4660820" y="1885990"/>
            <a:chExt cx="362312" cy="361971"/>
          </a:xfrm>
          <a:solidFill>
            <a:srgbClr val="00A3E0"/>
          </a:solidFill>
        </p:grpSpPr>
        <p:sp>
          <p:nvSpPr>
            <p:cNvPr id="925" name="Graphic 4">
              <a:extLst>
                <a:ext uri="{FF2B5EF4-FFF2-40B4-BE49-F238E27FC236}">
                  <a16:creationId xmlns:a16="http://schemas.microsoft.com/office/drawing/2014/main" id="{1730B9AF-09AA-BB4D-BC4B-6874E224A073}"/>
                </a:ext>
              </a:extLst>
            </p:cNvPr>
            <p:cNvSpPr/>
            <p:nvPr/>
          </p:nvSpPr>
          <p:spPr>
            <a:xfrm>
              <a:off x="4660820" y="1885990"/>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8565 h 361971"/>
                <a:gd name="connsiteX7" fmla="*/ 12780 w 362312"/>
                <a:gd name="connsiteY7" fmla="*/ 180667 h 361971"/>
                <a:gd name="connsiteX8" fmla="*/ 180835 w 362312"/>
                <a:gd name="connsiteY8" fmla="*/ 12130 h 361971"/>
                <a:gd name="connsiteX9" fmla="*/ 349529 w 362312"/>
                <a:gd name="connsiteY9" fmla="*/ 180028 h 361971"/>
                <a:gd name="connsiteX10" fmla="*/ 349529 w 362312"/>
                <a:gd name="connsiteY10" fmla="*/ 180028 h 361971"/>
                <a:gd name="connsiteX11" fmla="*/ 181474 w 362312"/>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0438"/>
                    <a:pt x="281796" y="0"/>
                    <a:pt x="181474" y="0"/>
                  </a:cubicBezTo>
                  <a:close/>
                  <a:moveTo>
                    <a:pt x="181474" y="348565"/>
                  </a:moveTo>
                  <a:cubicBezTo>
                    <a:pt x="88181" y="348565"/>
                    <a:pt x="12780" y="273235"/>
                    <a:pt x="12780" y="180667"/>
                  </a:cubicBezTo>
                  <a:cubicBezTo>
                    <a:pt x="12780" y="88099"/>
                    <a:pt x="88181" y="12130"/>
                    <a:pt x="180835" y="12130"/>
                  </a:cubicBezTo>
                  <a:cubicBezTo>
                    <a:pt x="274128" y="12130"/>
                    <a:pt x="349529" y="87461"/>
                    <a:pt x="349529" y="180028"/>
                  </a:cubicBezTo>
                  <a:cubicBezTo>
                    <a:pt x="349529" y="180028"/>
                    <a:pt x="349529" y="180028"/>
                    <a:pt x="349529" y="180028"/>
                  </a:cubicBezTo>
                  <a:cubicBezTo>
                    <a:pt x="349529" y="273235"/>
                    <a:pt x="274767" y="348565"/>
                    <a:pt x="181474" y="348565"/>
                  </a:cubicBezTo>
                  <a:close/>
                </a:path>
              </a:pathLst>
            </a:custGeom>
            <a:solidFill>
              <a:srgbClr val="00A3E0"/>
            </a:solidFill>
            <a:ln w="6390" cap="flat">
              <a:noFill/>
              <a:prstDash val="solid"/>
              <a:miter/>
            </a:ln>
          </p:spPr>
          <p:txBody>
            <a:bodyPr rtlCol="0" anchor="ctr"/>
            <a:lstStyle/>
            <a:p>
              <a:endParaRPr lang="en-US"/>
            </a:p>
          </p:txBody>
        </p:sp>
        <p:sp>
          <p:nvSpPr>
            <p:cNvPr id="926" name="Graphic 4">
              <a:extLst>
                <a:ext uri="{FF2B5EF4-FFF2-40B4-BE49-F238E27FC236}">
                  <a16:creationId xmlns:a16="http://schemas.microsoft.com/office/drawing/2014/main" id="{F16977DC-A869-C44F-9DF6-C50BA43C355D}"/>
                </a:ext>
              </a:extLst>
            </p:cNvPr>
            <p:cNvSpPr/>
            <p:nvPr/>
          </p:nvSpPr>
          <p:spPr>
            <a:xfrm>
              <a:off x="4748362" y="1973451"/>
              <a:ext cx="103227" cy="199180"/>
            </a:xfrm>
            <a:custGeom>
              <a:avLst/>
              <a:gdLst>
                <a:gd name="connsiteX0" fmla="*/ 81152 w 103227"/>
                <a:gd name="connsiteY0" fmla="*/ 33835 h 199180"/>
                <a:gd name="connsiteX1" fmla="*/ 101600 w 103227"/>
                <a:gd name="connsiteY1" fmla="*/ 10214 h 199180"/>
                <a:gd name="connsiteX2" fmla="*/ 100961 w 103227"/>
                <a:gd name="connsiteY2" fmla="*/ 1277 h 199180"/>
                <a:gd name="connsiteX3" fmla="*/ 97127 w 103227"/>
                <a:gd name="connsiteY3" fmla="*/ 0 h 199180"/>
                <a:gd name="connsiteX4" fmla="*/ 6390 w 103227"/>
                <a:gd name="connsiteY4" fmla="*/ 0 h 199180"/>
                <a:gd name="connsiteX5" fmla="*/ 0 w 103227"/>
                <a:gd name="connsiteY5" fmla="*/ 6384 h 199180"/>
                <a:gd name="connsiteX6" fmla="*/ 1278 w 103227"/>
                <a:gd name="connsiteY6" fmla="*/ 10214 h 199180"/>
                <a:gd name="connsiteX7" fmla="*/ 21087 w 103227"/>
                <a:gd name="connsiteY7" fmla="*/ 33835 h 199180"/>
                <a:gd name="connsiteX8" fmla="*/ 26199 w 103227"/>
                <a:gd name="connsiteY8" fmla="*/ 36389 h 199180"/>
                <a:gd name="connsiteX9" fmla="*/ 31311 w 103227"/>
                <a:gd name="connsiteY9" fmla="*/ 36389 h 199180"/>
                <a:gd name="connsiteX10" fmla="*/ 31311 w 103227"/>
                <a:gd name="connsiteY10" fmla="*/ 170452 h 199180"/>
                <a:gd name="connsiteX11" fmla="*/ 32589 w 103227"/>
                <a:gd name="connsiteY11" fmla="*/ 173644 h 199180"/>
                <a:gd name="connsiteX12" fmla="*/ 46647 w 103227"/>
                <a:gd name="connsiteY12" fmla="*/ 195988 h 199180"/>
                <a:gd name="connsiteX13" fmla="*/ 51759 w 103227"/>
                <a:gd name="connsiteY13" fmla="*/ 199180 h 199180"/>
                <a:gd name="connsiteX14" fmla="*/ 51759 w 103227"/>
                <a:gd name="connsiteY14" fmla="*/ 199180 h 199180"/>
                <a:gd name="connsiteX15" fmla="*/ 56871 w 103227"/>
                <a:gd name="connsiteY15" fmla="*/ 195988 h 199180"/>
                <a:gd name="connsiteX16" fmla="*/ 70289 w 103227"/>
                <a:gd name="connsiteY16" fmla="*/ 171091 h 199180"/>
                <a:gd name="connsiteX17" fmla="*/ 70929 w 103227"/>
                <a:gd name="connsiteY17" fmla="*/ 167899 h 199180"/>
                <a:gd name="connsiteX18" fmla="*/ 70929 w 103227"/>
                <a:gd name="connsiteY18" fmla="*/ 36389 h 199180"/>
                <a:gd name="connsiteX19" fmla="*/ 76040 w 103227"/>
                <a:gd name="connsiteY19" fmla="*/ 36389 h 199180"/>
                <a:gd name="connsiteX20" fmla="*/ 81152 w 103227"/>
                <a:gd name="connsiteY20" fmla="*/ 33835 h 199180"/>
                <a:gd name="connsiteX21" fmla="*/ 58788 w 103227"/>
                <a:gd name="connsiteY21" fmla="*/ 120019 h 199180"/>
                <a:gd name="connsiteX22" fmla="*/ 44091 w 103227"/>
                <a:gd name="connsiteY22" fmla="*/ 112358 h 199180"/>
                <a:gd name="connsiteX23" fmla="*/ 44091 w 103227"/>
                <a:gd name="connsiteY23" fmla="*/ 100229 h 199180"/>
                <a:gd name="connsiteX24" fmla="*/ 58788 w 103227"/>
                <a:gd name="connsiteY24" fmla="*/ 107889 h 199180"/>
                <a:gd name="connsiteX25" fmla="*/ 58788 w 103227"/>
                <a:gd name="connsiteY25" fmla="*/ 120019 h 199180"/>
                <a:gd name="connsiteX26" fmla="*/ 44091 w 103227"/>
                <a:gd name="connsiteY26" fmla="*/ 126403 h 199180"/>
                <a:gd name="connsiteX27" fmla="*/ 58788 w 103227"/>
                <a:gd name="connsiteY27" fmla="*/ 134064 h 199180"/>
                <a:gd name="connsiteX28" fmla="*/ 58788 w 103227"/>
                <a:gd name="connsiteY28" fmla="*/ 146193 h 199180"/>
                <a:gd name="connsiteX29" fmla="*/ 44091 w 103227"/>
                <a:gd name="connsiteY29" fmla="*/ 138533 h 199180"/>
                <a:gd name="connsiteX30" fmla="*/ 44091 w 103227"/>
                <a:gd name="connsiteY30" fmla="*/ 126403 h 199180"/>
                <a:gd name="connsiteX31" fmla="*/ 58788 w 103227"/>
                <a:gd name="connsiteY31" fmla="*/ 93206 h 199180"/>
                <a:gd name="connsiteX32" fmla="*/ 44091 w 103227"/>
                <a:gd name="connsiteY32" fmla="*/ 85545 h 199180"/>
                <a:gd name="connsiteX33" fmla="*/ 44091 w 103227"/>
                <a:gd name="connsiteY33" fmla="*/ 73416 h 199180"/>
                <a:gd name="connsiteX34" fmla="*/ 58788 w 103227"/>
                <a:gd name="connsiteY34" fmla="*/ 81077 h 199180"/>
                <a:gd name="connsiteX35" fmla="*/ 58788 w 103227"/>
                <a:gd name="connsiteY35" fmla="*/ 93206 h 199180"/>
                <a:gd name="connsiteX36" fmla="*/ 51119 w 103227"/>
                <a:gd name="connsiteY36" fmla="*/ 180028 h 199180"/>
                <a:gd name="connsiteX37" fmla="*/ 44091 w 103227"/>
                <a:gd name="connsiteY37" fmla="*/ 169176 h 199180"/>
                <a:gd name="connsiteX38" fmla="*/ 44091 w 103227"/>
                <a:gd name="connsiteY38" fmla="*/ 153854 h 199180"/>
                <a:gd name="connsiteX39" fmla="*/ 58788 w 103227"/>
                <a:gd name="connsiteY39" fmla="*/ 161515 h 199180"/>
                <a:gd name="connsiteX40" fmla="*/ 58788 w 103227"/>
                <a:gd name="connsiteY40" fmla="*/ 165984 h 199180"/>
                <a:gd name="connsiteX41" fmla="*/ 51119 w 103227"/>
                <a:gd name="connsiteY41" fmla="*/ 180028 h 199180"/>
                <a:gd name="connsiteX42" fmla="*/ 58788 w 103227"/>
                <a:gd name="connsiteY42" fmla="*/ 66393 h 199180"/>
                <a:gd name="connsiteX43" fmla="*/ 44091 w 103227"/>
                <a:gd name="connsiteY43" fmla="*/ 58733 h 199180"/>
                <a:gd name="connsiteX44" fmla="*/ 44091 w 103227"/>
                <a:gd name="connsiteY44" fmla="*/ 36389 h 199180"/>
                <a:gd name="connsiteX45" fmla="*/ 58788 w 103227"/>
                <a:gd name="connsiteY45" fmla="*/ 36389 h 199180"/>
                <a:gd name="connsiteX46" fmla="*/ 58788 w 103227"/>
                <a:gd name="connsiteY46" fmla="*/ 66393 h 199180"/>
                <a:gd name="connsiteX47" fmla="*/ 28755 w 103227"/>
                <a:gd name="connsiteY47" fmla="*/ 22982 h 199180"/>
                <a:gd name="connsiteX48" fmla="*/ 19809 w 103227"/>
                <a:gd name="connsiteY48" fmla="*/ 12130 h 199180"/>
                <a:gd name="connsiteX49" fmla="*/ 82430 w 103227"/>
                <a:gd name="connsiteY49" fmla="*/ 12130 h 199180"/>
                <a:gd name="connsiteX50" fmla="*/ 72845 w 103227"/>
                <a:gd name="connsiteY50" fmla="*/ 22982 h 199180"/>
                <a:gd name="connsiteX51" fmla="*/ 28755 w 103227"/>
                <a:gd name="connsiteY51" fmla="*/ 22982 h 199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03227" h="199180">
                  <a:moveTo>
                    <a:pt x="81152" y="33835"/>
                  </a:moveTo>
                  <a:lnTo>
                    <a:pt x="101600" y="10214"/>
                  </a:lnTo>
                  <a:cubicBezTo>
                    <a:pt x="104156" y="7661"/>
                    <a:pt x="103517" y="3192"/>
                    <a:pt x="100961" y="1277"/>
                  </a:cubicBezTo>
                  <a:cubicBezTo>
                    <a:pt x="99683" y="0"/>
                    <a:pt x="98405" y="0"/>
                    <a:pt x="97127" y="0"/>
                  </a:cubicBezTo>
                  <a:lnTo>
                    <a:pt x="6390" y="0"/>
                  </a:lnTo>
                  <a:cubicBezTo>
                    <a:pt x="2556" y="0"/>
                    <a:pt x="0" y="2554"/>
                    <a:pt x="0" y="6384"/>
                  </a:cubicBezTo>
                  <a:cubicBezTo>
                    <a:pt x="0" y="7661"/>
                    <a:pt x="639" y="9576"/>
                    <a:pt x="1278" y="10214"/>
                  </a:cubicBezTo>
                  <a:lnTo>
                    <a:pt x="21087" y="33835"/>
                  </a:lnTo>
                  <a:cubicBezTo>
                    <a:pt x="22365" y="35112"/>
                    <a:pt x="24282" y="36389"/>
                    <a:pt x="26199" y="36389"/>
                  </a:cubicBezTo>
                  <a:lnTo>
                    <a:pt x="31311" y="36389"/>
                  </a:lnTo>
                  <a:lnTo>
                    <a:pt x="31311" y="170452"/>
                  </a:lnTo>
                  <a:cubicBezTo>
                    <a:pt x="31311" y="171729"/>
                    <a:pt x="31950" y="173006"/>
                    <a:pt x="32589" y="173644"/>
                  </a:cubicBezTo>
                  <a:lnTo>
                    <a:pt x="46647" y="195988"/>
                  </a:lnTo>
                  <a:cubicBezTo>
                    <a:pt x="47925" y="197903"/>
                    <a:pt x="49842" y="199180"/>
                    <a:pt x="51759" y="199180"/>
                  </a:cubicBezTo>
                  <a:lnTo>
                    <a:pt x="51759" y="199180"/>
                  </a:lnTo>
                  <a:cubicBezTo>
                    <a:pt x="54314" y="199180"/>
                    <a:pt x="56232" y="197903"/>
                    <a:pt x="56871" y="195988"/>
                  </a:cubicBezTo>
                  <a:lnTo>
                    <a:pt x="70289" y="171091"/>
                  </a:lnTo>
                  <a:cubicBezTo>
                    <a:pt x="70929" y="170452"/>
                    <a:pt x="70929" y="169176"/>
                    <a:pt x="70929" y="167899"/>
                  </a:cubicBezTo>
                  <a:lnTo>
                    <a:pt x="70929" y="36389"/>
                  </a:lnTo>
                  <a:lnTo>
                    <a:pt x="76040" y="36389"/>
                  </a:lnTo>
                  <a:cubicBezTo>
                    <a:pt x="77957" y="36389"/>
                    <a:pt x="79874" y="35750"/>
                    <a:pt x="81152" y="33835"/>
                  </a:cubicBezTo>
                  <a:close/>
                  <a:moveTo>
                    <a:pt x="58788" y="120019"/>
                  </a:moveTo>
                  <a:lnTo>
                    <a:pt x="44091" y="112358"/>
                  </a:lnTo>
                  <a:lnTo>
                    <a:pt x="44091" y="100229"/>
                  </a:lnTo>
                  <a:lnTo>
                    <a:pt x="58788" y="107889"/>
                  </a:lnTo>
                  <a:lnTo>
                    <a:pt x="58788" y="120019"/>
                  </a:lnTo>
                  <a:close/>
                  <a:moveTo>
                    <a:pt x="44091" y="126403"/>
                  </a:moveTo>
                  <a:lnTo>
                    <a:pt x="58788" y="134064"/>
                  </a:lnTo>
                  <a:lnTo>
                    <a:pt x="58788" y="146193"/>
                  </a:lnTo>
                  <a:lnTo>
                    <a:pt x="44091" y="138533"/>
                  </a:lnTo>
                  <a:lnTo>
                    <a:pt x="44091" y="126403"/>
                  </a:lnTo>
                  <a:close/>
                  <a:moveTo>
                    <a:pt x="58788" y="93206"/>
                  </a:moveTo>
                  <a:lnTo>
                    <a:pt x="44091" y="85545"/>
                  </a:lnTo>
                  <a:lnTo>
                    <a:pt x="44091" y="73416"/>
                  </a:lnTo>
                  <a:lnTo>
                    <a:pt x="58788" y="81077"/>
                  </a:lnTo>
                  <a:lnTo>
                    <a:pt x="58788" y="93206"/>
                  </a:lnTo>
                  <a:close/>
                  <a:moveTo>
                    <a:pt x="51119" y="180028"/>
                  </a:moveTo>
                  <a:lnTo>
                    <a:pt x="44091" y="169176"/>
                  </a:lnTo>
                  <a:lnTo>
                    <a:pt x="44091" y="153854"/>
                  </a:lnTo>
                  <a:lnTo>
                    <a:pt x="58788" y="161515"/>
                  </a:lnTo>
                  <a:lnTo>
                    <a:pt x="58788" y="165984"/>
                  </a:lnTo>
                  <a:lnTo>
                    <a:pt x="51119" y="180028"/>
                  </a:lnTo>
                  <a:close/>
                  <a:moveTo>
                    <a:pt x="58788" y="66393"/>
                  </a:moveTo>
                  <a:lnTo>
                    <a:pt x="44091" y="58733"/>
                  </a:lnTo>
                  <a:lnTo>
                    <a:pt x="44091" y="36389"/>
                  </a:lnTo>
                  <a:lnTo>
                    <a:pt x="58788" y="36389"/>
                  </a:lnTo>
                  <a:lnTo>
                    <a:pt x="58788" y="66393"/>
                  </a:lnTo>
                  <a:close/>
                  <a:moveTo>
                    <a:pt x="28755" y="22982"/>
                  </a:moveTo>
                  <a:lnTo>
                    <a:pt x="19809" y="12130"/>
                  </a:lnTo>
                  <a:lnTo>
                    <a:pt x="82430" y="12130"/>
                  </a:lnTo>
                  <a:lnTo>
                    <a:pt x="72845" y="22982"/>
                  </a:lnTo>
                  <a:lnTo>
                    <a:pt x="28755" y="22982"/>
                  </a:lnTo>
                  <a:close/>
                </a:path>
              </a:pathLst>
            </a:custGeom>
            <a:solidFill>
              <a:srgbClr val="00A3E0"/>
            </a:solidFill>
            <a:ln w="6390" cap="flat">
              <a:noFill/>
              <a:prstDash val="solid"/>
              <a:miter/>
            </a:ln>
          </p:spPr>
          <p:txBody>
            <a:bodyPr rtlCol="0" anchor="ctr"/>
            <a:lstStyle/>
            <a:p>
              <a:endParaRPr lang="en-US"/>
            </a:p>
          </p:txBody>
        </p:sp>
        <p:sp>
          <p:nvSpPr>
            <p:cNvPr id="927" name="Graphic 4">
              <a:extLst>
                <a:ext uri="{FF2B5EF4-FFF2-40B4-BE49-F238E27FC236}">
                  <a16:creationId xmlns:a16="http://schemas.microsoft.com/office/drawing/2014/main" id="{BC52E8F0-0281-A54D-A245-055D49243CB8}"/>
                </a:ext>
              </a:extLst>
            </p:cNvPr>
            <p:cNvSpPr/>
            <p:nvPr/>
          </p:nvSpPr>
          <p:spPr>
            <a:xfrm>
              <a:off x="4827917" y="2022608"/>
              <a:ext cx="120507" cy="109165"/>
            </a:xfrm>
            <a:custGeom>
              <a:avLst/>
              <a:gdLst>
                <a:gd name="connsiteX0" fmla="*/ 88501 w 120507"/>
                <a:gd name="connsiteY0" fmla="*/ 2554 h 109165"/>
                <a:gd name="connsiteX1" fmla="*/ 83389 w 120507"/>
                <a:gd name="connsiteY1" fmla="*/ 0 h 109165"/>
                <a:gd name="connsiteX2" fmla="*/ 36103 w 120507"/>
                <a:gd name="connsiteY2" fmla="*/ 0 h 109165"/>
                <a:gd name="connsiteX3" fmla="*/ 30352 w 120507"/>
                <a:gd name="connsiteY3" fmla="*/ 3192 h 109165"/>
                <a:gd name="connsiteX4" fmla="*/ 959 w 120507"/>
                <a:gd name="connsiteY4" fmla="*/ 52349 h 109165"/>
                <a:gd name="connsiteX5" fmla="*/ 959 w 120507"/>
                <a:gd name="connsiteY5" fmla="*/ 58733 h 109165"/>
                <a:gd name="connsiteX6" fmla="*/ 30991 w 120507"/>
                <a:gd name="connsiteY6" fmla="*/ 105974 h 109165"/>
                <a:gd name="connsiteX7" fmla="*/ 36103 w 120507"/>
                <a:gd name="connsiteY7" fmla="*/ 109166 h 109165"/>
                <a:gd name="connsiteX8" fmla="*/ 87223 w 120507"/>
                <a:gd name="connsiteY8" fmla="*/ 109166 h 109165"/>
                <a:gd name="connsiteX9" fmla="*/ 92973 w 120507"/>
                <a:gd name="connsiteY9" fmla="*/ 105974 h 109165"/>
                <a:gd name="connsiteX10" fmla="*/ 119811 w 120507"/>
                <a:gd name="connsiteY10" fmla="*/ 54264 h 109165"/>
                <a:gd name="connsiteX11" fmla="*/ 119172 w 120507"/>
                <a:gd name="connsiteY11" fmla="*/ 47880 h 109165"/>
                <a:gd name="connsiteX12" fmla="*/ 88501 w 120507"/>
                <a:gd name="connsiteY12" fmla="*/ 2554 h 109165"/>
                <a:gd name="connsiteX13" fmla="*/ 84667 w 120507"/>
                <a:gd name="connsiteY13" fmla="*/ 96398 h 109165"/>
                <a:gd name="connsiteX14" fmla="*/ 40576 w 120507"/>
                <a:gd name="connsiteY14" fmla="*/ 96398 h 109165"/>
                <a:gd name="connsiteX15" fmla="*/ 14377 w 120507"/>
                <a:gd name="connsiteY15" fmla="*/ 55541 h 109165"/>
                <a:gd name="connsiteX16" fmla="*/ 39937 w 120507"/>
                <a:gd name="connsiteY16" fmla="*/ 12768 h 109165"/>
                <a:gd name="connsiteX17" fmla="*/ 80194 w 120507"/>
                <a:gd name="connsiteY17" fmla="*/ 12768 h 109165"/>
                <a:gd name="connsiteX18" fmla="*/ 107671 w 120507"/>
                <a:gd name="connsiteY18" fmla="*/ 51710 h 109165"/>
                <a:gd name="connsiteX19" fmla="*/ 84667 w 120507"/>
                <a:gd name="connsiteY19" fmla="*/ 96398 h 10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0507" h="109165">
                  <a:moveTo>
                    <a:pt x="88501" y="2554"/>
                  </a:moveTo>
                  <a:cubicBezTo>
                    <a:pt x="87223" y="638"/>
                    <a:pt x="85306" y="0"/>
                    <a:pt x="83389" y="0"/>
                  </a:cubicBezTo>
                  <a:lnTo>
                    <a:pt x="36103" y="0"/>
                  </a:lnTo>
                  <a:cubicBezTo>
                    <a:pt x="33547" y="0"/>
                    <a:pt x="31630" y="1277"/>
                    <a:pt x="30352" y="3192"/>
                  </a:cubicBezTo>
                  <a:lnTo>
                    <a:pt x="959" y="52349"/>
                  </a:lnTo>
                  <a:cubicBezTo>
                    <a:pt x="-320" y="54264"/>
                    <a:pt x="-320" y="56817"/>
                    <a:pt x="959" y="58733"/>
                  </a:cubicBezTo>
                  <a:lnTo>
                    <a:pt x="30991" y="105974"/>
                  </a:lnTo>
                  <a:cubicBezTo>
                    <a:pt x="32269" y="107889"/>
                    <a:pt x="34186" y="109166"/>
                    <a:pt x="36103" y="109166"/>
                  </a:cubicBezTo>
                  <a:lnTo>
                    <a:pt x="87223" y="109166"/>
                  </a:lnTo>
                  <a:cubicBezTo>
                    <a:pt x="89778" y="109166"/>
                    <a:pt x="91696" y="107889"/>
                    <a:pt x="92973" y="105974"/>
                  </a:cubicBezTo>
                  <a:lnTo>
                    <a:pt x="119811" y="54264"/>
                  </a:lnTo>
                  <a:cubicBezTo>
                    <a:pt x="121089" y="52349"/>
                    <a:pt x="120450" y="49795"/>
                    <a:pt x="119172" y="47880"/>
                  </a:cubicBezTo>
                  <a:lnTo>
                    <a:pt x="88501" y="2554"/>
                  </a:lnTo>
                  <a:close/>
                  <a:moveTo>
                    <a:pt x="84667" y="96398"/>
                  </a:moveTo>
                  <a:lnTo>
                    <a:pt x="40576" y="96398"/>
                  </a:lnTo>
                  <a:lnTo>
                    <a:pt x="14377" y="55541"/>
                  </a:lnTo>
                  <a:lnTo>
                    <a:pt x="39937" y="12768"/>
                  </a:lnTo>
                  <a:lnTo>
                    <a:pt x="80194" y="12768"/>
                  </a:lnTo>
                  <a:lnTo>
                    <a:pt x="107671" y="51710"/>
                  </a:lnTo>
                  <a:lnTo>
                    <a:pt x="84667" y="96398"/>
                  </a:lnTo>
                  <a:close/>
                </a:path>
              </a:pathLst>
            </a:custGeom>
            <a:solidFill>
              <a:srgbClr val="00A3E0"/>
            </a:solidFill>
            <a:ln w="6390" cap="flat">
              <a:noFill/>
              <a:prstDash val="solid"/>
              <a:miter/>
            </a:ln>
          </p:spPr>
          <p:txBody>
            <a:bodyPr rtlCol="0" anchor="ctr"/>
            <a:lstStyle/>
            <a:p>
              <a:endParaRPr lang="en-US"/>
            </a:p>
          </p:txBody>
        </p:sp>
        <p:sp>
          <p:nvSpPr>
            <p:cNvPr id="928" name="Graphic 4">
              <a:extLst>
                <a:ext uri="{FF2B5EF4-FFF2-40B4-BE49-F238E27FC236}">
                  <a16:creationId xmlns:a16="http://schemas.microsoft.com/office/drawing/2014/main" id="{EFAD1AA4-D9A5-2240-BA58-C895F6EEE0B0}"/>
                </a:ext>
              </a:extLst>
            </p:cNvPr>
            <p:cNvSpPr/>
            <p:nvPr/>
          </p:nvSpPr>
          <p:spPr>
            <a:xfrm>
              <a:off x="4856352" y="2044952"/>
              <a:ext cx="65177" cy="65116"/>
            </a:xfrm>
            <a:custGeom>
              <a:avLst/>
              <a:gdLst>
                <a:gd name="connsiteX0" fmla="*/ 0 w 65177"/>
                <a:gd name="connsiteY0" fmla="*/ 32558 h 65116"/>
                <a:gd name="connsiteX1" fmla="*/ 32589 w 65177"/>
                <a:gd name="connsiteY1" fmla="*/ 65117 h 65116"/>
                <a:gd name="connsiteX2" fmla="*/ 65177 w 65177"/>
                <a:gd name="connsiteY2" fmla="*/ 32558 h 65116"/>
                <a:gd name="connsiteX3" fmla="*/ 32589 w 65177"/>
                <a:gd name="connsiteY3" fmla="*/ 0 h 65116"/>
                <a:gd name="connsiteX4" fmla="*/ 0 w 65177"/>
                <a:gd name="connsiteY4" fmla="*/ 32558 h 65116"/>
                <a:gd name="connsiteX5" fmla="*/ 52398 w 65177"/>
                <a:gd name="connsiteY5" fmla="*/ 32558 h 65116"/>
                <a:gd name="connsiteX6" fmla="*/ 32589 w 65177"/>
                <a:gd name="connsiteY6" fmla="*/ 52349 h 65116"/>
                <a:gd name="connsiteX7" fmla="*/ 12780 w 65177"/>
                <a:gd name="connsiteY7" fmla="*/ 32558 h 65116"/>
                <a:gd name="connsiteX8" fmla="*/ 32589 w 65177"/>
                <a:gd name="connsiteY8" fmla="*/ 12768 h 65116"/>
                <a:gd name="connsiteX9" fmla="*/ 52398 w 65177"/>
                <a:gd name="connsiteY9" fmla="*/ 32558 h 65116"/>
                <a:gd name="connsiteX10" fmla="*/ 52398 w 65177"/>
                <a:gd name="connsiteY10" fmla="*/ 32558 h 65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177" h="65116">
                  <a:moveTo>
                    <a:pt x="0" y="32558"/>
                  </a:moveTo>
                  <a:cubicBezTo>
                    <a:pt x="0" y="50433"/>
                    <a:pt x="14697" y="65117"/>
                    <a:pt x="32589" y="65117"/>
                  </a:cubicBezTo>
                  <a:cubicBezTo>
                    <a:pt x="50481" y="65117"/>
                    <a:pt x="65177" y="50433"/>
                    <a:pt x="65177" y="32558"/>
                  </a:cubicBezTo>
                  <a:cubicBezTo>
                    <a:pt x="65177" y="14683"/>
                    <a:pt x="50481" y="0"/>
                    <a:pt x="32589" y="0"/>
                  </a:cubicBezTo>
                  <a:cubicBezTo>
                    <a:pt x="14697" y="0"/>
                    <a:pt x="0" y="14683"/>
                    <a:pt x="0" y="32558"/>
                  </a:cubicBezTo>
                  <a:close/>
                  <a:moveTo>
                    <a:pt x="52398" y="32558"/>
                  </a:moveTo>
                  <a:cubicBezTo>
                    <a:pt x="52398" y="43411"/>
                    <a:pt x="43451" y="52349"/>
                    <a:pt x="32589" y="52349"/>
                  </a:cubicBezTo>
                  <a:cubicBezTo>
                    <a:pt x="21726" y="52349"/>
                    <a:pt x="12780" y="43411"/>
                    <a:pt x="12780" y="32558"/>
                  </a:cubicBezTo>
                  <a:cubicBezTo>
                    <a:pt x="12780" y="21706"/>
                    <a:pt x="21726" y="12768"/>
                    <a:pt x="32589" y="12768"/>
                  </a:cubicBezTo>
                  <a:cubicBezTo>
                    <a:pt x="43451" y="12768"/>
                    <a:pt x="52398" y="21067"/>
                    <a:pt x="52398" y="32558"/>
                  </a:cubicBezTo>
                  <a:cubicBezTo>
                    <a:pt x="52398" y="32558"/>
                    <a:pt x="52398" y="32558"/>
                    <a:pt x="52398" y="32558"/>
                  </a:cubicBezTo>
                  <a:close/>
                </a:path>
              </a:pathLst>
            </a:custGeom>
            <a:solidFill>
              <a:srgbClr val="00A3E0"/>
            </a:solidFill>
            <a:ln w="6390" cap="flat">
              <a:noFill/>
              <a:prstDash val="solid"/>
              <a:miter/>
            </a:ln>
          </p:spPr>
          <p:txBody>
            <a:bodyPr rtlCol="0" anchor="ctr"/>
            <a:lstStyle/>
            <a:p>
              <a:endParaRPr lang="en-US"/>
            </a:p>
          </p:txBody>
        </p:sp>
      </p:grpSp>
      <p:grpSp>
        <p:nvGrpSpPr>
          <p:cNvPr id="929" name="Graphic 4">
            <a:extLst>
              <a:ext uri="{FF2B5EF4-FFF2-40B4-BE49-F238E27FC236}">
                <a16:creationId xmlns:a16="http://schemas.microsoft.com/office/drawing/2014/main" id="{27962E7D-22AB-5241-A7D8-22099330C924}"/>
              </a:ext>
            </a:extLst>
          </p:cNvPr>
          <p:cNvGrpSpPr>
            <a:grpSpLocks noChangeAspect="1"/>
          </p:cNvGrpSpPr>
          <p:nvPr/>
        </p:nvGrpSpPr>
        <p:grpSpPr>
          <a:xfrm>
            <a:off x="4660820" y="2371173"/>
            <a:ext cx="362312" cy="361971"/>
            <a:chOff x="4660820" y="2371173"/>
            <a:chExt cx="362312" cy="361971"/>
          </a:xfrm>
          <a:solidFill>
            <a:srgbClr val="00A3E0"/>
          </a:solidFill>
        </p:grpSpPr>
        <p:sp>
          <p:nvSpPr>
            <p:cNvPr id="930" name="Graphic 4">
              <a:extLst>
                <a:ext uri="{FF2B5EF4-FFF2-40B4-BE49-F238E27FC236}">
                  <a16:creationId xmlns:a16="http://schemas.microsoft.com/office/drawing/2014/main" id="{183F86C2-E7FE-D84F-9CEF-AC272197BA24}"/>
                </a:ext>
              </a:extLst>
            </p:cNvPr>
            <p:cNvSpPr/>
            <p:nvPr/>
          </p:nvSpPr>
          <p:spPr>
            <a:xfrm>
              <a:off x="4660820" y="237117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931" name="Graphic 4">
              <a:extLst>
                <a:ext uri="{FF2B5EF4-FFF2-40B4-BE49-F238E27FC236}">
                  <a16:creationId xmlns:a16="http://schemas.microsoft.com/office/drawing/2014/main" id="{68BD3138-E550-744B-96B4-DAD84BF5A960}"/>
                </a:ext>
              </a:extLst>
            </p:cNvPr>
            <p:cNvSpPr/>
            <p:nvPr/>
          </p:nvSpPr>
          <p:spPr>
            <a:xfrm>
              <a:off x="4742061" y="2456218"/>
              <a:ext cx="197999" cy="192658"/>
            </a:xfrm>
            <a:custGeom>
              <a:avLst/>
              <a:gdLst>
                <a:gd name="connsiteX0" fmla="*/ 159021 w 197999"/>
                <a:gd name="connsiteY0" fmla="*/ 17738 h 192658"/>
                <a:gd name="connsiteX1" fmla="*/ 155826 w 197999"/>
                <a:gd name="connsiteY1" fmla="*/ 15822 h 192658"/>
                <a:gd name="connsiteX2" fmla="*/ 111096 w 197999"/>
                <a:gd name="connsiteY2" fmla="*/ 4970 h 192658"/>
                <a:gd name="connsiteX3" fmla="*/ 104706 w 197999"/>
                <a:gd name="connsiteY3" fmla="*/ 6885 h 192658"/>
                <a:gd name="connsiteX4" fmla="*/ 102150 w 197999"/>
                <a:gd name="connsiteY4" fmla="*/ 9438 h 192658"/>
                <a:gd name="connsiteX5" fmla="*/ 102150 w 197999"/>
                <a:gd name="connsiteY5" fmla="*/ 18376 h 192658"/>
                <a:gd name="connsiteX6" fmla="*/ 123237 w 197999"/>
                <a:gd name="connsiteY6" fmla="*/ 39443 h 192658"/>
                <a:gd name="connsiteX7" fmla="*/ 94482 w 197999"/>
                <a:gd name="connsiteY7" fmla="*/ 68171 h 192658"/>
                <a:gd name="connsiteX8" fmla="*/ 86814 w 197999"/>
                <a:gd name="connsiteY8" fmla="*/ 61149 h 192658"/>
                <a:gd name="connsiteX9" fmla="*/ 61255 w 197999"/>
                <a:gd name="connsiteY9" fmla="*/ 3054 h 192658"/>
                <a:gd name="connsiteX10" fmla="*/ 38251 w 197999"/>
                <a:gd name="connsiteY10" fmla="*/ 501 h 192658"/>
                <a:gd name="connsiteX11" fmla="*/ 33139 w 197999"/>
                <a:gd name="connsiteY11" fmla="*/ 4970 h 192658"/>
                <a:gd name="connsiteX12" fmla="*/ 34417 w 197999"/>
                <a:gd name="connsiteY12" fmla="*/ 11354 h 192658"/>
                <a:gd name="connsiteX13" fmla="*/ 45280 w 197999"/>
                <a:gd name="connsiteY13" fmla="*/ 22206 h 192658"/>
                <a:gd name="connsiteX14" fmla="*/ 49753 w 197999"/>
                <a:gd name="connsiteY14" fmla="*/ 33698 h 192658"/>
                <a:gd name="connsiteX15" fmla="*/ 33778 w 197999"/>
                <a:gd name="connsiteY15" fmla="*/ 49657 h 192658"/>
                <a:gd name="connsiteX16" fmla="*/ 22276 w 197999"/>
                <a:gd name="connsiteY16" fmla="*/ 45189 h 192658"/>
                <a:gd name="connsiteX17" fmla="*/ 11413 w 197999"/>
                <a:gd name="connsiteY17" fmla="*/ 34336 h 192658"/>
                <a:gd name="connsiteX18" fmla="*/ 5023 w 197999"/>
                <a:gd name="connsiteY18" fmla="*/ 33059 h 192658"/>
                <a:gd name="connsiteX19" fmla="*/ 550 w 197999"/>
                <a:gd name="connsiteY19" fmla="*/ 38166 h 192658"/>
                <a:gd name="connsiteX20" fmla="*/ 37612 w 197999"/>
                <a:gd name="connsiteY20" fmla="*/ 89238 h 192658"/>
                <a:gd name="connsiteX21" fmla="*/ 61893 w 197999"/>
                <a:gd name="connsiteY21" fmla="*/ 86685 h 192658"/>
                <a:gd name="connsiteX22" fmla="*/ 69561 w 197999"/>
                <a:gd name="connsiteY22" fmla="*/ 94345 h 192658"/>
                <a:gd name="connsiteX23" fmla="*/ 6301 w 197999"/>
                <a:gd name="connsiteY23" fmla="*/ 157547 h 192658"/>
                <a:gd name="connsiteX24" fmla="*/ 550 w 197999"/>
                <a:gd name="connsiteY24" fmla="*/ 170315 h 192658"/>
                <a:gd name="connsiteX25" fmla="*/ 6301 w 197999"/>
                <a:gd name="connsiteY25" fmla="*/ 183083 h 192658"/>
                <a:gd name="connsiteX26" fmla="*/ 19720 w 197999"/>
                <a:gd name="connsiteY26" fmla="*/ 188828 h 192658"/>
                <a:gd name="connsiteX27" fmla="*/ 31861 w 197999"/>
                <a:gd name="connsiteY27" fmla="*/ 183721 h 192658"/>
                <a:gd name="connsiteX28" fmla="*/ 95121 w 197999"/>
                <a:gd name="connsiteY28" fmla="*/ 120520 h 192658"/>
                <a:gd name="connsiteX29" fmla="*/ 162216 w 197999"/>
                <a:gd name="connsiteY29" fmla="*/ 187552 h 192658"/>
                <a:gd name="connsiteX30" fmla="*/ 174357 w 197999"/>
                <a:gd name="connsiteY30" fmla="*/ 192659 h 192658"/>
                <a:gd name="connsiteX31" fmla="*/ 187136 w 197999"/>
                <a:gd name="connsiteY31" fmla="*/ 187552 h 192658"/>
                <a:gd name="connsiteX32" fmla="*/ 187136 w 197999"/>
                <a:gd name="connsiteY32" fmla="*/ 187552 h 192658"/>
                <a:gd name="connsiteX33" fmla="*/ 187136 w 197999"/>
                <a:gd name="connsiteY33" fmla="*/ 162654 h 192658"/>
                <a:gd name="connsiteX34" fmla="*/ 187136 w 197999"/>
                <a:gd name="connsiteY34" fmla="*/ 162654 h 192658"/>
                <a:gd name="connsiteX35" fmla="*/ 120681 w 197999"/>
                <a:gd name="connsiteY35" fmla="*/ 94345 h 192658"/>
                <a:gd name="connsiteX36" fmla="*/ 149436 w 197999"/>
                <a:gd name="connsiteY36" fmla="*/ 65617 h 192658"/>
                <a:gd name="connsiteX37" fmla="*/ 167967 w 197999"/>
                <a:gd name="connsiteY37" fmla="*/ 84131 h 192658"/>
                <a:gd name="connsiteX38" fmla="*/ 176912 w 197999"/>
                <a:gd name="connsiteY38" fmla="*/ 84131 h 192658"/>
                <a:gd name="connsiteX39" fmla="*/ 176912 w 197999"/>
                <a:gd name="connsiteY39" fmla="*/ 84131 h 192658"/>
                <a:gd name="connsiteX40" fmla="*/ 196082 w 197999"/>
                <a:gd name="connsiteY40" fmla="*/ 64979 h 192658"/>
                <a:gd name="connsiteX41" fmla="*/ 196082 w 197999"/>
                <a:gd name="connsiteY41" fmla="*/ 56041 h 192658"/>
                <a:gd name="connsiteX42" fmla="*/ 196082 w 197999"/>
                <a:gd name="connsiteY42" fmla="*/ 56041 h 192658"/>
                <a:gd name="connsiteX43" fmla="*/ 159021 w 197999"/>
                <a:gd name="connsiteY43" fmla="*/ 17738 h 192658"/>
                <a:gd name="connsiteX44" fmla="*/ 23554 w 197999"/>
                <a:gd name="connsiteY44" fmla="*/ 173507 h 192658"/>
                <a:gd name="connsiteX45" fmla="*/ 16525 w 197999"/>
                <a:gd name="connsiteY45" fmla="*/ 173507 h 192658"/>
                <a:gd name="connsiteX46" fmla="*/ 15886 w 197999"/>
                <a:gd name="connsiteY46" fmla="*/ 172868 h 192658"/>
                <a:gd name="connsiteX47" fmla="*/ 13969 w 197999"/>
                <a:gd name="connsiteY47" fmla="*/ 169038 h 192658"/>
                <a:gd name="connsiteX48" fmla="*/ 15886 w 197999"/>
                <a:gd name="connsiteY48" fmla="*/ 165208 h 192658"/>
                <a:gd name="connsiteX49" fmla="*/ 79146 w 197999"/>
                <a:gd name="connsiteY49" fmla="*/ 102006 h 192658"/>
                <a:gd name="connsiteX50" fmla="*/ 86814 w 197999"/>
                <a:gd name="connsiteY50" fmla="*/ 109667 h 192658"/>
                <a:gd name="connsiteX51" fmla="*/ 23554 w 197999"/>
                <a:gd name="connsiteY51" fmla="*/ 173507 h 192658"/>
                <a:gd name="connsiteX52" fmla="*/ 179468 w 197999"/>
                <a:gd name="connsiteY52" fmla="*/ 177337 h 192658"/>
                <a:gd name="connsiteX53" fmla="*/ 172439 w 197999"/>
                <a:gd name="connsiteY53" fmla="*/ 177337 h 192658"/>
                <a:gd name="connsiteX54" fmla="*/ 71478 w 197999"/>
                <a:gd name="connsiteY54" fmla="*/ 76470 h 192658"/>
                <a:gd name="connsiteX55" fmla="*/ 63172 w 197999"/>
                <a:gd name="connsiteY55" fmla="*/ 72640 h 192658"/>
                <a:gd name="connsiteX56" fmla="*/ 57420 w 197999"/>
                <a:gd name="connsiteY56" fmla="*/ 73917 h 192658"/>
                <a:gd name="connsiteX57" fmla="*/ 22915 w 197999"/>
                <a:gd name="connsiteY57" fmla="*/ 65617 h 192658"/>
                <a:gd name="connsiteX58" fmla="*/ 16525 w 197999"/>
                <a:gd name="connsiteY58" fmla="*/ 54765 h 192658"/>
                <a:gd name="connsiteX59" fmla="*/ 57420 w 197999"/>
                <a:gd name="connsiteY59" fmla="*/ 51573 h 192658"/>
                <a:gd name="connsiteX60" fmla="*/ 64450 w 197999"/>
                <a:gd name="connsiteY60" fmla="*/ 33059 h 192658"/>
                <a:gd name="connsiteX61" fmla="*/ 57420 w 197999"/>
                <a:gd name="connsiteY61" fmla="*/ 13907 h 192658"/>
                <a:gd name="connsiteX62" fmla="*/ 68923 w 197999"/>
                <a:gd name="connsiteY62" fmla="*/ 20930 h 192658"/>
                <a:gd name="connsiteX63" fmla="*/ 75951 w 197999"/>
                <a:gd name="connsiteY63" fmla="*/ 56041 h 192658"/>
                <a:gd name="connsiteX64" fmla="*/ 78508 w 197999"/>
                <a:gd name="connsiteY64" fmla="*/ 68809 h 192658"/>
                <a:gd name="connsiteX65" fmla="*/ 107262 w 197999"/>
                <a:gd name="connsiteY65" fmla="*/ 97537 h 192658"/>
                <a:gd name="connsiteX66" fmla="*/ 107262 w 197999"/>
                <a:gd name="connsiteY66" fmla="*/ 97537 h 192658"/>
                <a:gd name="connsiteX67" fmla="*/ 178829 w 197999"/>
                <a:gd name="connsiteY67" fmla="*/ 169676 h 192658"/>
                <a:gd name="connsiteX68" fmla="*/ 179468 w 197999"/>
                <a:gd name="connsiteY68" fmla="*/ 177337 h 192658"/>
                <a:gd name="connsiteX69" fmla="*/ 179468 w 197999"/>
                <a:gd name="connsiteY69" fmla="*/ 177337 h 192658"/>
                <a:gd name="connsiteX70" fmla="*/ 179468 w 197999"/>
                <a:gd name="connsiteY70" fmla="*/ 177337 h 192658"/>
                <a:gd name="connsiteX71" fmla="*/ 173079 w 197999"/>
                <a:gd name="connsiteY71" fmla="*/ 70725 h 192658"/>
                <a:gd name="connsiteX72" fmla="*/ 154548 w 197999"/>
                <a:gd name="connsiteY72" fmla="*/ 52211 h 192658"/>
                <a:gd name="connsiteX73" fmla="*/ 145602 w 197999"/>
                <a:gd name="connsiteY73" fmla="*/ 52211 h 192658"/>
                <a:gd name="connsiteX74" fmla="*/ 145602 w 197999"/>
                <a:gd name="connsiteY74" fmla="*/ 52211 h 192658"/>
                <a:gd name="connsiteX75" fmla="*/ 112374 w 197999"/>
                <a:gd name="connsiteY75" fmla="*/ 85408 h 192658"/>
                <a:gd name="connsiteX76" fmla="*/ 104706 w 197999"/>
                <a:gd name="connsiteY76" fmla="*/ 77747 h 192658"/>
                <a:gd name="connsiteX77" fmla="*/ 137934 w 197999"/>
                <a:gd name="connsiteY77" fmla="*/ 44550 h 192658"/>
                <a:gd name="connsiteX78" fmla="*/ 137934 w 197999"/>
                <a:gd name="connsiteY78" fmla="*/ 35613 h 192658"/>
                <a:gd name="connsiteX79" fmla="*/ 124515 w 197999"/>
                <a:gd name="connsiteY79" fmla="*/ 22206 h 192658"/>
                <a:gd name="connsiteX80" fmla="*/ 151992 w 197999"/>
                <a:gd name="connsiteY80" fmla="*/ 28590 h 192658"/>
                <a:gd name="connsiteX81" fmla="*/ 183942 w 197999"/>
                <a:gd name="connsiteY81" fmla="*/ 60510 h 192658"/>
                <a:gd name="connsiteX82" fmla="*/ 173079 w 197999"/>
                <a:gd name="connsiteY82" fmla="*/ 70725 h 192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97999" h="192658">
                  <a:moveTo>
                    <a:pt x="159021" y="17738"/>
                  </a:moveTo>
                  <a:cubicBezTo>
                    <a:pt x="158382" y="17099"/>
                    <a:pt x="157104" y="16461"/>
                    <a:pt x="155826" y="15822"/>
                  </a:cubicBezTo>
                  <a:lnTo>
                    <a:pt x="111096" y="4970"/>
                  </a:lnTo>
                  <a:cubicBezTo>
                    <a:pt x="108540" y="4331"/>
                    <a:pt x="106623" y="4970"/>
                    <a:pt x="104706" y="6885"/>
                  </a:cubicBezTo>
                  <a:lnTo>
                    <a:pt x="102150" y="9438"/>
                  </a:lnTo>
                  <a:cubicBezTo>
                    <a:pt x="99594" y="11992"/>
                    <a:pt x="99594" y="15822"/>
                    <a:pt x="102150" y="18376"/>
                  </a:cubicBezTo>
                  <a:lnTo>
                    <a:pt x="123237" y="39443"/>
                  </a:lnTo>
                  <a:lnTo>
                    <a:pt x="94482" y="68171"/>
                  </a:lnTo>
                  <a:lnTo>
                    <a:pt x="86814" y="61149"/>
                  </a:lnTo>
                  <a:cubicBezTo>
                    <a:pt x="95760" y="38166"/>
                    <a:pt x="84258" y="11992"/>
                    <a:pt x="61255" y="3054"/>
                  </a:cubicBezTo>
                  <a:cubicBezTo>
                    <a:pt x="54225" y="501"/>
                    <a:pt x="45919" y="-776"/>
                    <a:pt x="38251" y="501"/>
                  </a:cubicBezTo>
                  <a:cubicBezTo>
                    <a:pt x="35695" y="1139"/>
                    <a:pt x="33778" y="2416"/>
                    <a:pt x="33139" y="4970"/>
                  </a:cubicBezTo>
                  <a:cubicBezTo>
                    <a:pt x="32500" y="7523"/>
                    <a:pt x="33139" y="9438"/>
                    <a:pt x="34417" y="11354"/>
                  </a:cubicBezTo>
                  <a:lnTo>
                    <a:pt x="45280" y="22206"/>
                  </a:lnTo>
                  <a:cubicBezTo>
                    <a:pt x="48475" y="25398"/>
                    <a:pt x="49753" y="29229"/>
                    <a:pt x="49753" y="33698"/>
                  </a:cubicBezTo>
                  <a:cubicBezTo>
                    <a:pt x="49753" y="42635"/>
                    <a:pt x="42724" y="49657"/>
                    <a:pt x="33778" y="49657"/>
                  </a:cubicBezTo>
                  <a:cubicBezTo>
                    <a:pt x="29305" y="49657"/>
                    <a:pt x="25471" y="47742"/>
                    <a:pt x="22276" y="45189"/>
                  </a:cubicBezTo>
                  <a:lnTo>
                    <a:pt x="11413" y="34336"/>
                  </a:lnTo>
                  <a:cubicBezTo>
                    <a:pt x="9496" y="32421"/>
                    <a:pt x="7579" y="31782"/>
                    <a:pt x="5023" y="33059"/>
                  </a:cubicBezTo>
                  <a:cubicBezTo>
                    <a:pt x="2467" y="33698"/>
                    <a:pt x="1189" y="35613"/>
                    <a:pt x="550" y="38166"/>
                  </a:cubicBezTo>
                  <a:cubicBezTo>
                    <a:pt x="-3284" y="62425"/>
                    <a:pt x="13330" y="85408"/>
                    <a:pt x="37612" y="89238"/>
                  </a:cubicBezTo>
                  <a:cubicBezTo>
                    <a:pt x="45919" y="90515"/>
                    <a:pt x="54225" y="89877"/>
                    <a:pt x="61893" y="86685"/>
                  </a:cubicBezTo>
                  <a:lnTo>
                    <a:pt x="69561" y="94345"/>
                  </a:lnTo>
                  <a:lnTo>
                    <a:pt x="6301" y="157547"/>
                  </a:lnTo>
                  <a:cubicBezTo>
                    <a:pt x="3106" y="160739"/>
                    <a:pt x="550" y="165208"/>
                    <a:pt x="550" y="170315"/>
                  </a:cubicBezTo>
                  <a:cubicBezTo>
                    <a:pt x="550" y="175422"/>
                    <a:pt x="2467" y="179891"/>
                    <a:pt x="6301" y="183083"/>
                  </a:cubicBezTo>
                  <a:cubicBezTo>
                    <a:pt x="10135" y="186913"/>
                    <a:pt x="14608" y="188828"/>
                    <a:pt x="19720" y="188828"/>
                  </a:cubicBezTo>
                  <a:cubicBezTo>
                    <a:pt x="24193" y="188828"/>
                    <a:pt x="28666" y="186913"/>
                    <a:pt x="31861" y="183721"/>
                  </a:cubicBezTo>
                  <a:lnTo>
                    <a:pt x="95121" y="120520"/>
                  </a:lnTo>
                  <a:lnTo>
                    <a:pt x="162216" y="187552"/>
                  </a:lnTo>
                  <a:cubicBezTo>
                    <a:pt x="165411" y="190744"/>
                    <a:pt x="169884" y="192659"/>
                    <a:pt x="174357" y="192659"/>
                  </a:cubicBezTo>
                  <a:cubicBezTo>
                    <a:pt x="178829" y="192659"/>
                    <a:pt x="183942" y="190744"/>
                    <a:pt x="187136" y="187552"/>
                  </a:cubicBezTo>
                  <a:lnTo>
                    <a:pt x="187136" y="187552"/>
                  </a:lnTo>
                  <a:cubicBezTo>
                    <a:pt x="194165" y="180529"/>
                    <a:pt x="194165" y="169676"/>
                    <a:pt x="187136" y="162654"/>
                  </a:cubicBezTo>
                  <a:cubicBezTo>
                    <a:pt x="187136" y="162654"/>
                    <a:pt x="187136" y="162654"/>
                    <a:pt x="187136" y="162654"/>
                  </a:cubicBezTo>
                  <a:lnTo>
                    <a:pt x="120681" y="94345"/>
                  </a:lnTo>
                  <a:lnTo>
                    <a:pt x="149436" y="65617"/>
                  </a:lnTo>
                  <a:lnTo>
                    <a:pt x="167967" y="84131"/>
                  </a:lnTo>
                  <a:cubicBezTo>
                    <a:pt x="170522" y="86685"/>
                    <a:pt x="174357" y="86685"/>
                    <a:pt x="176912" y="84131"/>
                  </a:cubicBezTo>
                  <a:cubicBezTo>
                    <a:pt x="176912" y="84131"/>
                    <a:pt x="176912" y="84131"/>
                    <a:pt x="176912" y="84131"/>
                  </a:cubicBezTo>
                  <a:lnTo>
                    <a:pt x="196082" y="64979"/>
                  </a:lnTo>
                  <a:cubicBezTo>
                    <a:pt x="198638" y="62425"/>
                    <a:pt x="198638" y="58595"/>
                    <a:pt x="196082" y="56041"/>
                  </a:cubicBezTo>
                  <a:cubicBezTo>
                    <a:pt x="196082" y="56041"/>
                    <a:pt x="196082" y="56041"/>
                    <a:pt x="196082" y="56041"/>
                  </a:cubicBezTo>
                  <a:lnTo>
                    <a:pt x="159021" y="17738"/>
                  </a:lnTo>
                  <a:close/>
                  <a:moveTo>
                    <a:pt x="23554" y="173507"/>
                  </a:moveTo>
                  <a:cubicBezTo>
                    <a:pt x="21637" y="175422"/>
                    <a:pt x="18442" y="175422"/>
                    <a:pt x="16525" y="173507"/>
                  </a:cubicBezTo>
                  <a:cubicBezTo>
                    <a:pt x="16525" y="173507"/>
                    <a:pt x="15886" y="172868"/>
                    <a:pt x="15886" y="172868"/>
                  </a:cubicBezTo>
                  <a:cubicBezTo>
                    <a:pt x="14608" y="172230"/>
                    <a:pt x="13969" y="170953"/>
                    <a:pt x="13969" y="169038"/>
                  </a:cubicBezTo>
                  <a:cubicBezTo>
                    <a:pt x="13969" y="167761"/>
                    <a:pt x="14608" y="165846"/>
                    <a:pt x="15886" y="165208"/>
                  </a:cubicBezTo>
                  <a:lnTo>
                    <a:pt x="79146" y="102006"/>
                  </a:lnTo>
                  <a:lnTo>
                    <a:pt x="86814" y="109667"/>
                  </a:lnTo>
                  <a:lnTo>
                    <a:pt x="23554" y="173507"/>
                  </a:lnTo>
                  <a:close/>
                  <a:moveTo>
                    <a:pt x="179468" y="177337"/>
                  </a:moveTo>
                  <a:cubicBezTo>
                    <a:pt x="177552" y="179252"/>
                    <a:pt x="174357" y="179252"/>
                    <a:pt x="172439" y="177337"/>
                  </a:cubicBezTo>
                  <a:lnTo>
                    <a:pt x="71478" y="76470"/>
                  </a:lnTo>
                  <a:cubicBezTo>
                    <a:pt x="68923" y="73917"/>
                    <a:pt x="66367" y="72640"/>
                    <a:pt x="63172" y="72640"/>
                  </a:cubicBezTo>
                  <a:cubicBezTo>
                    <a:pt x="61255" y="72640"/>
                    <a:pt x="59338" y="73278"/>
                    <a:pt x="57420" y="73917"/>
                  </a:cubicBezTo>
                  <a:cubicBezTo>
                    <a:pt x="45280" y="78385"/>
                    <a:pt x="31861" y="75193"/>
                    <a:pt x="22915" y="65617"/>
                  </a:cubicBezTo>
                  <a:cubicBezTo>
                    <a:pt x="20359" y="62425"/>
                    <a:pt x="17803" y="58595"/>
                    <a:pt x="16525" y="54765"/>
                  </a:cubicBezTo>
                  <a:cubicBezTo>
                    <a:pt x="28666" y="64979"/>
                    <a:pt x="47197" y="63702"/>
                    <a:pt x="57420" y="51573"/>
                  </a:cubicBezTo>
                  <a:cubicBezTo>
                    <a:pt x="61893" y="46465"/>
                    <a:pt x="64450" y="40082"/>
                    <a:pt x="64450" y="33059"/>
                  </a:cubicBezTo>
                  <a:cubicBezTo>
                    <a:pt x="64450" y="26037"/>
                    <a:pt x="61893" y="19014"/>
                    <a:pt x="57420" y="13907"/>
                  </a:cubicBezTo>
                  <a:cubicBezTo>
                    <a:pt x="61893" y="15822"/>
                    <a:pt x="65728" y="17738"/>
                    <a:pt x="68923" y="20930"/>
                  </a:cubicBezTo>
                  <a:cubicBezTo>
                    <a:pt x="77868" y="29867"/>
                    <a:pt x="81063" y="43912"/>
                    <a:pt x="75951" y="56041"/>
                  </a:cubicBezTo>
                  <a:cubicBezTo>
                    <a:pt x="74035" y="60510"/>
                    <a:pt x="75313" y="65617"/>
                    <a:pt x="78508" y="68809"/>
                  </a:cubicBezTo>
                  <a:lnTo>
                    <a:pt x="107262" y="97537"/>
                  </a:lnTo>
                  <a:lnTo>
                    <a:pt x="107262" y="97537"/>
                  </a:lnTo>
                  <a:lnTo>
                    <a:pt x="178829" y="169676"/>
                  </a:lnTo>
                  <a:cubicBezTo>
                    <a:pt x="181385" y="172230"/>
                    <a:pt x="181385" y="175422"/>
                    <a:pt x="179468" y="177337"/>
                  </a:cubicBezTo>
                  <a:cubicBezTo>
                    <a:pt x="179468" y="177337"/>
                    <a:pt x="179468" y="177337"/>
                    <a:pt x="179468" y="177337"/>
                  </a:cubicBezTo>
                  <a:lnTo>
                    <a:pt x="179468" y="177337"/>
                  </a:lnTo>
                  <a:close/>
                  <a:moveTo>
                    <a:pt x="173079" y="70725"/>
                  </a:moveTo>
                  <a:lnTo>
                    <a:pt x="154548" y="52211"/>
                  </a:lnTo>
                  <a:cubicBezTo>
                    <a:pt x="151992" y="49657"/>
                    <a:pt x="148158" y="49657"/>
                    <a:pt x="145602" y="52211"/>
                  </a:cubicBezTo>
                  <a:cubicBezTo>
                    <a:pt x="145602" y="52211"/>
                    <a:pt x="145602" y="52211"/>
                    <a:pt x="145602" y="52211"/>
                  </a:cubicBezTo>
                  <a:lnTo>
                    <a:pt x="112374" y="85408"/>
                  </a:lnTo>
                  <a:lnTo>
                    <a:pt x="104706" y="77747"/>
                  </a:lnTo>
                  <a:lnTo>
                    <a:pt x="137934" y="44550"/>
                  </a:lnTo>
                  <a:cubicBezTo>
                    <a:pt x="140490" y="41997"/>
                    <a:pt x="140490" y="38166"/>
                    <a:pt x="137934" y="35613"/>
                  </a:cubicBezTo>
                  <a:lnTo>
                    <a:pt x="124515" y="22206"/>
                  </a:lnTo>
                  <a:lnTo>
                    <a:pt x="151992" y="28590"/>
                  </a:lnTo>
                  <a:lnTo>
                    <a:pt x="183942" y="60510"/>
                  </a:lnTo>
                  <a:lnTo>
                    <a:pt x="173079" y="70725"/>
                  </a:lnTo>
                  <a:close/>
                </a:path>
              </a:pathLst>
            </a:custGeom>
            <a:solidFill>
              <a:srgbClr val="00A3E0"/>
            </a:solidFill>
            <a:ln w="6390" cap="flat">
              <a:noFill/>
              <a:prstDash val="solid"/>
              <a:miter/>
            </a:ln>
          </p:spPr>
          <p:txBody>
            <a:bodyPr rtlCol="0" anchor="ctr"/>
            <a:lstStyle/>
            <a:p>
              <a:endParaRPr lang="en-US"/>
            </a:p>
          </p:txBody>
        </p:sp>
      </p:grpSp>
      <p:grpSp>
        <p:nvGrpSpPr>
          <p:cNvPr id="932" name="Graphic 4">
            <a:extLst>
              <a:ext uri="{FF2B5EF4-FFF2-40B4-BE49-F238E27FC236}">
                <a16:creationId xmlns:a16="http://schemas.microsoft.com/office/drawing/2014/main" id="{0145BE66-ACFA-9442-BBD8-77BA872FF4FA}"/>
              </a:ext>
            </a:extLst>
          </p:cNvPr>
          <p:cNvGrpSpPr>
            <a:grpSpLocks noChangeAspect="1"/>
          </p:cNvGrpSpPr>
          <p:nvPr/>
        </p:nvGrpSpPr>
        <p:grpSpPr>
          <a:xfrm>
            <a:off x="5708130" y="2371173"/>
            <a:ext cx="362313" cy="361971"/>
            <a:chOff x="5708130" y="2371173"/>
            <a:chExt cx="362313" cy="361971"/>
          </a:xfrm>
          <a:solidFill>
            <a:srgbClr val="00A3E0"/>
          </a:solidFill>
        </p:grpSpPr>
        <p:sp>
          <p:nvSpPr>
            <p:cNvPr id="933" name="Graphic 4">
              <a:extLst>
                <a:ext uri="{FF2B5EF4-FFF2-40B4-BE49-F238E27FC236}">
                  <a16:creationId xmlns:a16="http://schemas.microsoft.com/office/drawing/2014/main" id="{B40F99EE-20E9-6D41-AE82-A65CC4FDADBE}"/>
                </a:ext>
              </a:extLst>
            </p:cNvPr>
            <p:cNvSpPr/>
            <p:nvPr/>
          </p:nvSpPr>
          <p:spPr>
            <a:xfrm>
              <a:off x="5708130" y="237117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cubicBezTo>
                    <a:pt x="349530" y="180667"/>
                    <a:pt x="349530" y="180667"/>
                    <a:pt x="349530" y="180667"/>
                  </a:cubicBezTo>
                  <a:cubicBezTo>
                    <a:pt x="349530" y="273873"/>
                    <a:pt x="274767"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934" name="Graphic 4">
              <a:extLst>
                <a:ext uri="{FF2B5EF4-FFF2-40B4-BE49-F238E27FC236}">
                  <a16:creationId xmlns:a16="http://schemas.microsoft.com/office/drawing/2014/main" id="{98D22C16-ABD5-F748-B445-EA2E32C7DBA2}"/>
                </a:ext>
              </a:extLst>
            </p:cNvPr>
            <p:cNvSpPr/>
            <p:nvPr/>
          </p:nvSpPr>
          <p:spPr>
            <a:xfrm>
              <a:off x="5781615" y="2465018"/>
              <a:ext cx="130354" cy="174282"/>
            </a:xfrm>
            <a:custGeom>
              <a:avLst/>
              <a:gdLst>
                <a:gd name="connsiteX0" fmla="*/ 123965 w 130354"/>
                <a:gd name="connsiteY0" fmla="*/ 0 h 174282"/>
                <a:gd name="connsiteX1" fmla="*/ 31311 w 130354"/>
                <a:gd name="connsiteY1" fmla="*/ 0 h 174282"/>
                <a:gd name="connsiteX2" fmla="*/ 0 w 130354"/>
                <a:gd name="connsiteY2" fmla="*/ 31281 h 174282"/>
                <a:gd name="connsiteX3" fmla="*/ 0 w 130354"/>
                <a:gd name="connsiteY3" fmla="*/ 56179 h 174282"/>
                <a:gd name="connsiteX4" fmla="*/ 31311 w 130354"/>
                <a:gd name="connsiteY4" fmla="*/ 87461 h 174282"/>
                <a:gd name="connsiteX5" fmla="*/ 31311 w 130354"/>
                <a:gd name="connsiteY5" fmla="*/ 87461 h 174282"/>
                <a:gd name="connsiteX6" fmla="*/ 21087 w 130354"/>
                <a:gd name="connsiteY6" fmla="*/ 130233 h 174282"/>
                <a:gd name="connsiteX7" fmla="*/ 12780 w 130354"/>
                <a:gd name="connsiteY7" fmla="*/ 130233 h 174282"/>
                <a:gd name="connsiteX8" fmla="*/ 0 w 130354"/>
                <a:gd name="connsiteY8" fmla="*/ 143001 h 174282"/>
                <a:gd name="connsiteX9" fmla="*/ 0 w 130354"/>
                <a:gd name="connsiteY9" fmla="*/ 161515 h 174282"/>
                <a:gd name="connsiteX10" fmla="*/ 12780 w 130354"/>
                <a:gd name="connsiteY10" fmla="*/ 174283 h 174282"/>
                <a:gd name="connsiteX11" fmla="*/ 81152 w 130354"/>
                <a:gd name="connsiteY11" fmla="*/ 174283 h 174282"/>
                <a:gd name="connsiteX12" fmla="*/ 93932 w 130354"/>
                <a:gd name="connsiteY12" fmla="*/ 161515 h 174282"/>
                <a:gd name="connsiteX13" fmla="*/ 93932 w 130354"/>
                <a:gd name="connsiteY13" fmla="*/ 143001 h 174282"/>
                <a:gd name="connsiteX14" fmla="*/ 81152 w 130354"/>
                <a:gd name="connsiteY14" fmla="*/ 130233 h 174282"/>
                <a:gd name="connsiteX15" fmla="*/ 71567 w 130354"/>
                <a:gd name="connsiteY15" fmla="*/ 130233 h 174282"/>
                <a:gd name="connsiteX16" fmla="*/ 74124 w 130354"/>
                <a:gd name="connsiteY16" fmla="*/ 118104 h 174282"/>
                <a:gd name="connsiteX17" fmla="*/ 90098 w 130354"/>
                <a:gd name="connsiteY17" fmla="*/ 118104 h 174282"/>
                <a:gd name="connsiteX18" fmla="*/ 102239 w 130354"/>
                <a:gd name="connsiteY18" fmla="*/ 109166 h 174282"/>
                <a:gd name="connsiteX19" fmla="*/ 113741 w 130354"/>
                <a:gd name="connsiteY19" fmla="*/ 86822 h 174282"/>
                <a:gd name="connsiteX20" fmla="*/ 123965 w 130354"/>
                <a:gd name="connsiteY20" fmla="*/ 86822 h 174282"/>
                <a:gd name="connsiteX21" fmla="*/ 130355 w 130354"/>
                <a:gd name="connsiteY21" fmla="*/ 80438 h 174282"/>
                <a:gd name="connsiteX22" fmla="*/ 130355 w 130354"/>
                <a:gd name="connsiteY22" fmla="*/ 6384 h 174282"/>
                <a:gd name="connsiteX23" fmla="*/ 123965 w 130354"/>
                <a:gd name="connsiteY23" fmla="*/ 0 h 174282"/>
                <a:gd name="connsiteX24" fmla="*/ 123965 w 130354"/>
                <a:gd name="connsiteY24" fmla="*/ 0 h 174282"/>
                <a:gd name="connsiteX25" fmla="*/ 117575 w 130354"/>
                <a:gd name="connsiteY25" fmla="*/ 74693 h 174282"/>
                <a:gd name="connsiteX26" fmla="*/ 109907 w 130354"/>
                <a:gd name="connsiteY26" fmla="*/ 74693 h 174282"/>
                <a:gd name="connsiteX27" fmla="*/ 104156 w 130354"/>
                <a:gd name="connsiteY27" fmla="*/ 77885 h 174282"/>
                <a:gd name="connsiteX28" fmla="*/ 90737 w 130354"/>
                <a:gd name="connsiteY28" fmla="*/ 104059 h 174282"/>
                <a:gd name="connsiteX29" fmla="*/ 90737 w 130354"/>
                <a:gd name="connsiteY29" fmla="*/ 105336 h 174282"/>
                <a:gd name="connsiteX30" fmla="*/ 69650 w 130354"/>
                <a:gd name="connsiteY30" fmla="*/ 105336 h 174282"/>
                <a:gd name="connsiteX31" fmla="*/ 63261 w 130354"/>
                <a:gd name="connsiteY31" fmla="*/ 110443 h 174282"/>
                <a:gd name="connsiteX32" fmla="*/ 57509 w 130354"/>
                <a:gd name="connsiteY32" fmla="*/ 135341 h 174282"/>
                <a:gd name="connsiteX33" fmla="*/ 58788 w 130354"/>
                <a:gd name="connsiteY33" fmla="*/ 140448 h 174282"/>
                <a:gd name="connsiteX34" fmla="*/ 63899 w 130354"/>
                <a:gd name="connsiteY34" fmla="*/ 143001 h 174282"/>
                <a:gd name="connsiteX35" fmla="*/ 80513 w 130354"/>
                <a:gd name="connsiteY35" fmla="*/ 143001 h 174282"/>
                <a:gd name="connsiteX36" fmla="*/ 80513 w 130354"/>
                <a:gd name="connsiteY36" fmla="*/ 160876 h 174282"/>
                <a:gd name="connsiteX37" fmla="*/ 12780 w 130354"/>
                <a:gd name="connsiteY37" fmla="*/ 160876 h 174282"/>
                <a:gd name="connsiteX38" fmla="*/ 12780 w 130354"/>
                <a:gd name="connsiteY38" fmla="*/ 142363 h 174282"/>
                <a:gd name="connsiteX39" fmla="*/ 26199 w 130354"/>
                <a:gd name="connsiteY39" fmla="*/ 142363 h 174282"/>
                <a:gd name="connsiteX40" fmla="*/ 32589 w 130354"/>
                <a:gd name="connsiteY40" fmla="*/ 137256 h 174282"/>
                <a:gd name="connsiteX41" fmla="*/ 45369 w 130354"/>
                <a:gd name="connsiteY41" fmla="*/ 81715 h 174282"/>
                <a:gd name="connsiteX42" fmla="*/ 44091 w 130354"/>
                <a:gd name="connsiteY42" fmla="*/ 75969 h 174282"/>
                <a:gd name="connsiteX43" fmla="*/ 38979 w 130354"/>
                <a:gd name="connsiteY43" fmla="*/ 73416 h 174282"/>
                <a:gd name="connsiteX44" fmla="*/ 30672 w 130354"/>
                <a:gd name="connsiteY44" fmla="*/ 73416 h 174282"/>
                <a:gd name="connsiteX45" fmla="*/ 17892 w 130354"/>
                <a:gd name="connsiteY45" fmla="*/ 67670 h 174282"/>
                <a:gd name="connsiteX46" fmla="*/ 12780 w 130354"/>
                <a:gd name="connsiteY46" fmla="*/ 54902 h 174282"/>
                <a:gd name="connsiteX47" fmla="*/ 12780 w 130354"/>
                <a:gd name="connsiteY47" fmla="*/ 30005 h 174282"/>
                <a:gd name="connsiteX48" fmla="*/ 31311 w 130354"/>
                <a:gd name="connsiteY48" fmla="*/ 11491 h 174282"/>
                <a:gd name="connsiteX49" fmla="*/ 117575 w 130354"/>
                <a:gd name="connsiteY49" fmla="*/ 11491 h 174282"/>
                <a:gd name="connsiteX50" fmla="*/ 117575 w 130354"/>
                <a:gd name="connsiteY50" fmla="*/ 74693 h 17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0354" h="174282">
                  <a:moveTo>
                    <a:pt x="123965" y="0"/>
                  </a:moveTo>
                  <a:lnTo>
                    <a:pt x="31311" y="0"/>
                  </a:lnTo>
                  <a:cubicBezTo>
                    <a:pt x="14058" y="0"/>
                    <a:pt x="0" y="14045"/>
                    <a:pt x="0" y="31281"/>
                  </a:cubicBezTo>
                  <a:lnTo>
                    <a:pt x="0" y="56179"/>
                  </a:lnTo>
                  <a:cubicBezTo>
                    <a:pt x="0" y="73416"/>
                    <a:pt x="14058" y="87461"/>
                    <a:pt x="31311" y="87461"/>
                  </a:cubicBezTo>
                  <a:lnTo>
                    <a:pt x="31311" y="87461"/>
                  </a:lnTo>
                  <a:lnTo>
                    <a:pt x="21087" y="130233"/>
                  </a:lnTo>
                  <a:lnTo>
                    <a:pt x="12780" y="130233"/>
                  </a:lnTo>
                  <a:cubicBezTo>
                    <a:pt x="5751" y="130233"/>
                    <a:pt x="0" y="135979"/>
                    <a:pt x="0" y="143001"/>
                  </a:cubicBezTo>
                  <a:lnTo>
                    <a:pt x="0" y="161515"/>
                  </a:lnTo>
                  <a:cubicBezTo>
                    <a:pt x="0" y="168537"/>
                    <a:pt x="5751" y="174283"/>
                    <a:pt x="12780" y="174283"/>
                  </a:cubicBezTo>
                  <a:lnTo>
                    <a:pt x="81152" y="174283"/>
                  </a:lnTo>
                  <a:cubicBezTo>
                    <a:pt x="88181" y="174283"/>
                    <a:pt x="93932" y="168537"/>
                    <a:pt x="93932" y="161515"/>
                  </a:cubicBezTo>
                  <a:lnTo>
                    <a:pt x="93932" y="143001"/>
                  </a:lnTo>
                  <a:cubicBezTo>
                    <a:pt x="93932" y="135979"/>
                    <a:pt x="88181" y="130233"/>
                    <a:pt x="81152" y="130233"/>
                  </a:cubicBezTo>
                  <a:lnTo>
                    <a:pt x="71567" y="130233"/>
                  </a:lnTo>
                  <a:lnTo>
                    <a:pt x="74124" y="118104"/>
                  </a:lnTo>
                  <a:lnTo>
                    <a:pt x="90098" y="118104"/>
                  </a:lnTo>
                  <a:cubicBezTo>
                    <a:pt x="95210" y="118104"/>
                    <a:pt x="100322" y="114273"/>
                    <a:pt x="102239" y="109166"/>
                  </a:cubicBezTo>
                  <a:lnTo>
                    <a:pt x="113741" y="86822"/>
                  </a:lnTo>
                  <a:lnTo>
                    <a:pt x="123965" y="86822"/>
                  </a:lnTo>
                  <a:cubicBezTo>
                    <a:pt x="127799" y="86822"/>
                    <a:pt x="130355" y="84269"/>
                    <a:pt x="130355" y="80438"/>
                  </a:cubicBezTo>
                  <a:lnTo>
                    <a:pt x="130355" y="6384"/>
                  </a:lnTo>
                  <a:cubicBezTo>
                    <a:pt x="130355" y="3192"/>
                    <a:pt x="127799" y="0"/>
                    <a:pt x="123965" y="0"/>
                  </a:cubicBezTo>
                  <a:cubicBezTo>
                    <a:pt x="123965" y="0"/>
                    <a:pt x="123965" y="0"/>
                    <a:pt x="123965" y="0"/>
                  </a:cubicBezTo>
                  <a:close/>
                  <a:moveTo>
                    <a:pt x="117575" y="74693"/>
                  </a:moveTo>
                  <a:lnTo>
                    <a:pt x="109907" y="74693"/>
                  </a:lnTo>
                  <a:cubicBezTo>
                    <a:pt x="107351" y="74693"/>
                    <a:pt x="105434" y="75969"/>
                    <a:pt x="104156" y="77885"/>
                  </a:cubicBezTo>
                  <a:lnTo>
                    <a:pt x="90737" y="104059"/>
                  </a:lnTo>
                  <a:cubicBezTo>
                    <a:pt x="90737" y="104697"/>
                    <a:pt x="90737" y="104697"/>
                    <a:pt x="90737" y="105336"/>
                  </a:cubicBezTo>
                  <a:lnTo>
                    <a:pt x="69650" y="105336"/>
                  </a:lnTo>
                  <a:cubicBezTo>
                    <a:pt x="66456" y="105336"/>
                    <a:pt x="63899" y="107251"/>
                    <a:pt x="63261" y="110443"/>
                  </a:cubicBezTo>
                  <a:lnTo>
                    <a:pt x="57509" y="135341"/>
                  </a:lnTo>
                  <a:cubicBezTo>
                    <a:pt x="56871" y="137256"/>
                    <a:pt x="57509" y="139171"/>
                    <a:pt x="58788" y="140448"/>
                  </a:cubicBezTo>
                  <a:cubicBezTo>
                    <a:pt x="60066" y="141724"/>
                    <a:pt x="61982" y="143001"/>
                    <a:pt x="63899" y="143001"/>
                  </a:cubicBezTo>
                  <a:lnTo>
                    <a:pt x="80513" y="143001"/>
                  </a:lnTo>
                  <a:lnTo>
                    <a:pt x="80513" y="160876"/>
                  </a:lnTo>
                  <a:lnTo>
                    <a:pt x="12780" y="160876"/>
                  </a:lnTo>
                  <a:lnTo>
                    <a:pt x="12780" y="142363"/>
                  </a:lnTo>
                  <a:lnTo>
                    <a:pt x="26199" y="142363"/>
                  </a:lnTo>
                  <a:cubicBezTo>
                    <a:pt x="29394" y="142363"/>
                    <a:pt x="31950" y="140448"/>
                    <a:pt x="32589" y="137256"/>
                  </a:cubicBezTo>
                  <a:lnTo>
                    <a:pt x="45369" y="81715"/>
                  </a:lnTo>
                  <a:cubicBezTo>
                    <a:pt x="46008" y="79800"/>
                    <a:pt x="45369" y="77885"/>
                    <a:pt x="44091" y="75969"/>
                  </a:cubicBezTo>
                  <a:cubicBezTo>
                    <a:pt x="42813" y="74693"/>
                    <a:pt x="40896" y="73416"/>
                    <a:pt x="38979" y="73416"/>
                  </a:cubicBezTo>
                  <a:lnTo>
                    <a:pt x="30672" y="73416"/>
                  </a:lnTo>
                  <a:cubicBezTo>
                    <a:pt x="25560" y="73416"/>
                    <a:pt x="21087" y="71501"/>
                    <a:pt x="17892" y="67670"/>
                  </a:cubicBezTo>
                  <a:cubicBezTo>
                    <a:pt x="14697" y="64478"/>
                    <a:pt x="12780" y="60009"/>
                    <a:pt x="12780" y="54902"/>
                  </a:cubicBezTo>
                  <a:lnTo>
                    <a:pt x="12780" y="30005"/>
                  </a:lnTo>
                  <a:cubicBezTo>
                    <a:pt x="12780" y="19790"/>
                    <a:pt x="21087" y="11491"/>
                    <a:pt x="31311" y="11491"/>
                  </a:cubicBezTo>
                  <a:lnTo>
                    <a:pt x="117575" y="11491"/>
                  </a:lnTo>
                  <a:lnTo>
                    <a:pt x="117575" y="74693"/>
                  </a:lnTo>
                  <a:close/>
                </a:path>
              </a:pathLst>
            </a:custGeom>
            <a:solidFill>
              <a:srgbClr val="00A3E0"/>
            </a:solidFill>
            <a:ln w="6390" cap="flat">
              <a:noFill/>
              <a:prstDash val="solid"/>
              <a:miter/>
            </a:ln>
          </p:spPr>
          <p:txBody>
            <a:bodyPr rtlCol="0" anchor="ctr"/>
            <a:lstStyle/>
            <a:p>
              <a:endParaRPr lang="en-US"/>
            </a:p>
          </p:txBody>
        </p:sp>
        <p:sp>
          <p:nvSpPr>
            <p:cNvPr id="935" name="Graphic 4">
              <a:extLst>
                <a:ext uri="{FF2B5EF4-FFF2-40B4-BE49-F238E27FC236}">
                  <a16:creationId xmlns:a16="http://schemas.microsoft.com/office/drawing/2014/main" id="{B922CCD4-984D-8245-99EC-99F7F8AE0DD2}"/>
                </a:ext>
              </a:extLst>
            </p:cNvPr>
            <p:cNvSpPr/>
            <p:nvPr/>
          </p:nvSpPr>
          <p:spPr>
            <a:xfrm>
              <a:off x="5918359" y="2467593"/>
              <a:ext cx="92014" cy="82331"/>
            </a:xfrm>
            <a:custGeom>
              <a:avLst/>
              <a:gdLst>
                <a:gd name="connsiteX0" fmla="*/ 86264 w 92014"/>
                <a:gd name="connsiteY0" fmla="*/ 35090 h 82331"/>
                <a:gd name="connsiteX1" fmla="*/ 39618 w 92014"/>
                <a:gd name="connsiteY1" fmla="*/ 35090 h 82331"/>
                <a:gd name="connsiteX2" fmla="*/ 37700 w 92014"/>
                <a:gd name="connsiteY2" fmla="*/ 35090 h 82331"/>
                <a:gd name="connsiteX3" fmla="*/ 37700 w 92014"/>
                <a:gd name="connsiteY3" fmla="*/ 22322 h 82331"/>
                <a:gd name="connsiteX4" fmla="*/ 30033 w 92014"/>
                <a:gd name="connsiteY4" fmla="*/ 10831 h 82331"/>
                <a:gd name="connsiteX5" fmla="*/ 8946 w 92014"/>
                <a:gd name="connsiteY5" fmla="*/ 617 h 82331"/>
                <a:gd name="connsiteX6" fmla="*/ 639 w 92014"/>
                <a:gd name="connsiteY6" fmla="*/ 3170 h 82331"/>
                <a:gd name="connsiteX7" fmla="*/ 0 w 92014"/>
                <a:gd name="connsiteY7" fmla="*/ 6362 h 82331"/>
                <a:gd name="connsiteX8" fmla="*/ 0 w 92014"/>
                <a:gd name="connsiteY8" fmla="*/ 75947 h 82331"/>
                <a:gd name="connsiteX9" fmla="*/ 3195 w 92014"/>
                <a:gd name="connsiteY9" fmla="*/ 81055 h 82331"/>
                <a:gd name="connsiteX10" fmla="*/ 6390 w 92014"/>
                <a:gd name="connsiteY10" fmla="*/ 82331 h 82331"/>
                <a:gd name="connsiteX11" fmla="*/ 8946 w 92014"/>
                <a:gd name="connsiteY11" fmla="*/ 81693 h 82331"/>
                <a:gd name="connsiteX12" fmla="*/ 29394 w 92014"/>
                <a:gd name="connsiteY12" fmla="*/ 71479 h 82331"/>
                <a:gd name="connsiteX13" fmla="*/ 37062 w 92014"/>
                <a:gd name="connsiteY13" fmla="*/ 59988 h 82331"/>
                <a:gd name="connsiteX14" fmla="*/ 37062 w 92014"/>
                <a:gd name="connsiteY14" fmla="*/ 47220 h 82331"/>
                <a:gd name="connsiteX15" fmla="*/ 38978 w 92014"/>
                <a:gd name="connsiteY15" fmla="*/ 47858 h 82331"/>
                <a:gd name="connsiteX16" fmla="*/ 85625 w 92014"/>
                <a:gd name="connsiteY16" fmla="*/ 47858 h 82331"/>
                <a:gd name="connsiteX17" fmla="*/ 92015 w 92014"/>
                <a:gd name="connsiteY17" fmla="*/ 41474 h 82331"/>
                <a:gd name="connsiteX18" fmla="*/ 86264 w 92014"/>
                <a:gd name="connsiteY18" fmla="*/ 35090 h 82331"/>
                <a:gd name="connsiteX19" fmla="*/ 86264 w 92014"/>
                <a:gd name="connsiteY19" fmla="*/ 35090 h 82331"/>
                <a:gd name="connsiteX20" fmla="*/ 24921 w 92014"/>
                <a:gd name="connsiteY20" fmla="*/ 47858 h 82331"/>
                <a:gd name="connsiteX21" fmla="*/ 24921 w 92014"/>
                <a:gd name="connsiteY21" fmla="*/ 60626 h 82331"/>
                <a:gd name="connsiteX22" fmla="*/ 13419 w 92014"/>
                <a:gd name="connsiteY22" fmla="*/ 66372 h 82331"/>
                <a:gd name="connsiteX23" fmla="*/ 13419 w 92014"/>
                <a:gd name="connsiteY23" fmla="*/ 17215 h 82331"/>
                <a:gd name="connsiteX24" fmla="*/ 25560 w 92014"/>
                <a:gd name="connsiteY24" fmla="*/ 22961 h 82331"/>
                <a:gd name="connsiteX25" fmla="*/ 25560 w 92014"/>
                <a:gd name="connsiteY25" fmla="*/ 47858 h 82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2014" h="82331">
                  <a:moveTo>
                    <a:pt x="86264" y="35090"/>
                  </a:moveTo>
                  <a:lnTo>
                    <a:pt x="39618" y="35090"/>
                  </a:lnTo>
                  <a:cubicBezTo>
                    <a:pt x="38978" y="35090"/>
                    <a:pt x="38340" y="35090"/>
                    <a:pt x="37700" y="35090"/>
                  </a:cubicBezTo>
                  <a:lnTo>
                    <a:pt x="37700" y="22322"/>
                  </a:lnTo>
                  <a:cubicBezTo>
                    <a:pt x="37700" y="17215"/>
                    <a:pt x="34505" y="12746"/>
                    <a:pt x="30033" y="10831"/>
                  </a:cubicBezTo>
                  <a:lnTo>
                    <a:pt x="8946" y="617"/>
                  </a:lnTo>
                  <a:cubicBezTo>
                    <a:pt x="5751" y="-660"/>
                    <a:pt x="1917" y="-22"/>
                    <a:pt x="639" y="3170"/>
                  </a:cubicBezTo>
                  <a:cubicBezTo>
                    <a:pt x="0" y="3809"/>
                    <a:pt x="0" y="5085"/>
                    <a:pt x="0" y="6362"/>
                  </a:cubicBezTo>
                  <a:lnTo>
                    <a:pt x="0" y="75947"/>
                  </a:lnTo>
                  <a:cubicBezTo>
                    <a:pt x="0" y="77863"/>
                    <a:pt x="1278" y="80416"/>
                    <a:pt x="3195" y="81055"/>
                  </a:cubicBezTo>
                  <a:cubicBezTo>
                    <a:pt x="4473" y="81693"/>
                    <a:pt x="5112" y="82331"/>
                    <a:pt x="6390" y="82331"/>
                  </a:cubicBezTo>
                  <a:cubicBezTo>
                    <a:pt x="7668" y="82331"/>
                    <a:pt x="8307" y="82331"/>
                    <a:pt x="8946" y="81693"/>
                  </a:cubicBezTo>
                  <a:lnTo>
                    <a:pt x="29394" y="71479"/>
                  </a:lnTo>
                  <a:cubicBezTo>
                    <a:pt x="33867" y="69564"/>
                    <a:pt x="37062" y="65095"/>
                    <a:pt x="37062" y="59988"/>
                  </a:cubicBezTo>
                  <a:lnTo>
                    <a:pt x="37062" y="47220"/>
                  </a:lnTo>
                  <a:cubicBezTo>
                    <a:pt x="37700" y="47220"/>
                    <a:pt x="38340" y="47858"/>
                    <a:pt x="38978" y="47858"/>
                  </a:cubicBezTo>
                  <a:lnTo>
                    <a:pt x="85625" y="47858"/>
                  </a:lnTo>
                  <a:cubicBezTo>
                    <a:pt x="89459" y="47858"/>
                    <a:pt x="92015" y="45304"/>
                    <a:pt x="92015" y="41474"/>
                  </a:cubicBezTo>
                  <a:cubicBezTo>
                    <a:pt x="92015" y="37644"/>
                    <a:pt x="89459" y="34452"/>
                    <a:pt x="86264" y="35090"/>
                  </a:cubicBezTo>
                  <a:lnTo>
                    <a:pt x="86264" y="35090"/>
                  </a:lnTo>
                  <a:close/>
                  <a:moveTo>
                    <a:pt x="24921" y="47858"/>
                  </a:moveTo>
                  <a:lnTo>
                    <a:pt x="24921" y="60626"/>
                  </a:lnTo>
                  <a:lnTo>
                    <a:pt x="13419" y="66372"/>
                  </a:lnTo>
                  <a:lnTo>
                    <a:pt x="13419" y="17215"/>
                  </a:lnTo>
                  <a:lnTo>
                    <a:pt x="25560" y="22961"/>
                  </a:lnTo>
                  <a:lnTo>
                    <a:pt x="25560" y="47858"/>
                  </a:lnTo>
                  <a:close/>
                </a:path>
              </a:pathLst>
            </a:custGeom>
            <a:solidFill>
              <a:srgbClr val="00A3E0"/>
            </a:solidFill>
            <a:ln w="6390" cap="flat">
              <a:noFill/>
              <a:prstDash val="solid"/>
              <a:miter/>
            </a:ln>
          </p:spPr>
          <p:txBody>
            <a:bodyPr rtlCol="0" anchor="ctr"/>
            <a:lstStyle/>
            <a:p>
              <a:endParaRPr lang="en-US"/>
            </a:p>
          </p:txBody>
        </p:sp>
      </p:grpSp>
      <p:grpSp>
        <p:nvGrpSpPr>
          <p:cNvPr id="936" name="Graphic 4">
            <a:extLst>
              <a:ext uri="{FF2B5EF4-FFF2-40B4-BE49-F238E27FC236}">
                <a16:creationId xmlns:a16="http://schemas.microsoft.com/office/drawing/2014/main" id="{D0BD0FA4-F692-EA4D-A641-10593588A72B}"/>
              </a:ext>
            </a:extLst>
          </p:cNvPr>
          <p:cNvGrpSpPr>
            <a:grpSpLocks noChangeAspect="1"/>
          </p:cNvGrpSpPr>
          <p:nvPr/>
        </p:nvGrpSpPr>
        <p:grpSpPr>
          <a:xfrm>
            <a:off x="6146480" y="2371173"/>
            <a:ext cx="362309" cy="361971"/>
            <a:chOff x="6146480" y="2371173"/>
            <a:chExt cx="362309" cy="361971"/>
          </a:xfrm>
          <a:solidFill>
            <a:srgbClr val="00A3E0"/>
          </a:solidFill>
        </p:grpSpPr>
        <p:sp>
          <p:nvSpPr>
            <p:cNvPr id="937" name="Graphic 4">
              <a:extLst>
                <a:ext uri="{FF2B5EF4-FFF2-40B4-BE49-F238E27FC236}">
                  <a16:creationId xmlns:a16="http://schemas.microsoft.com/office/drawing/2014/main" id="{2B6084BD-68E8-B54A-AAA4-84A268B2A684}"/>
                </a:ext>
              </a:extLst>
            </p:cNvPr>
            <p:cNvSpPr/>
            <p:nvPr/>
          </p:nvSpPr>
          <p:spPr>
            <a:xfrm>
              <a:off x="6369489" y="2484170"/>
              <a:ext cx="11501" cy="49156"/>
            </a:xfrm>
            <a:custGeom>
              <a:avLst/>
              <a:gdLst>
                <a:gd name="connsiteX0" fmla="*/ 0 w 11501"/>
                <a:gd name="connsiteY0" fmla="*/ 49157 h 49156"/>
                <a:gd name="connsiteX1" fmla="*/ 11502 w 11501"/>
                <a:gd name="connsiteY1" fmla="*/ 43411 h 49156"/>
                <a:gd name="connsiteX2" fmla="*/ 11502 w 11501"/>
                <a:gd name="connsiteY2" fmla="*/ 30643 h 49156"/>
                <a:gd name="connsiteX3" fmla="*/ 11502 w 11501"/>
                <a:gd name="connsiteY3" fmla="*/ 5746 h 49156"/>
                <a:gd name="connsiteX4" fmla="*/ 0 w 11501"/>
                <a:gd name="connsiteY4" fmla="*/ 0 h 49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1" h="49156">
                  <a:moveTo>
                    <a:pt x="0" y="49157"/>
                  </a:moveTo>
                  <a:lnTo>
                    <a:pt x="11502" y="43411"/>
                  </a:lnTo>
                  <a:lnTo>
                    <a:pt x="11502" y="30643"/>
                  </a:lnTo>
                  <a:lnTo>
                    <a:pt x="11502" y="5746"/>
                  </a:lnTo>
                  <a:lnTo>
                    <a:pt x="0" y="0"/>
                  </a:lnTo>
                  <a:close/>
                </a:path>
              </a:pathLst>
            </a:custGeom>
            <a:solidFill>
              <a:srgbClr val="00A3E0"/>
            </a:solidFill>
            <a:ln w="6390" cap="flat">
              <a:noFill/>
              <a:prstDash val="solid"/>
              <a:miter/>
            </a:ln>
          </p:spPr>
          <p:txBody>
            <a:bodyPr rtlCol="0" anchor="ctr"/>
            <a:lstStyle/>
            <a:p>
              <a:endParaRPr lang="en-US"/>
            </a:p>
          </p:txBody>
        </p:sp>
        <p:sp>
          <p:nvSpPr>
            <p:cNvPr id="938" name="Graphic 4">
              <a:extLst>
                <a:ext uri="{FF2B5EF4-FFF2-40B4-BE49-F238E27FC236}">
                  <a16:creationId xmlns:a16="http://schemas.microsoft.com/office/drawing/2014/main" id="{AB365595-E83D-BC49-A0EB-3BB9057D92DE}"/>
                </a:ext>
              </a:extLst>
            </p:cNvPr>
            <p:cNvSpPr/>
            <p:nvPr/>
          </p:nvSpPr>
          <p:spPr>
            <a:xfrm>
              <a:off x="6146480"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03200 w 362309"/>
                <a:gd name="connsiteY6" fmla="*/ 174921 h 361971"/>
                <a:gd name="connsiteX7" fmla="*/ 196810 w 362309"/>
                <a:gd name="connsiteY7" fmla="*/ 181305 h 361971"/>
                <a:gd name="connsiteX8" fmla="*/ 186586 w 362309"/>
                <a:gd name="connsiteY8" fmla="*/ 181305 h 361971"/>
                <a:gd name="connsiteX9" fmla="*/ 175084 w 362309"/>
                <a:gd name="connsiteY9" fmla="*/ 203649 h 361971"/>
                <a:gd name="connsiteX10" fmla="*/ 162943 w 362309"/>
                <a:gd name="connsiteY10" fmla="*/ 212587 h 361971"/>
                <a:gd name="connsiteX11" fmla="*/ 146969 w 362309"/>
                <a:gd name="connsiteY11" fmla="*/ 212587 h 361971"/>
                <a:gd name="connsiteX12" fmla="*/ 144412 w 362309"/>
                <a:gd name="connsiteY12" fmla="*/ 224716 h 361971"/>
                <a:gd name="connsiteX13" fmla="*/ 153358 w 362309"/>
                <a:gd name="connsiteY13" fmla="*/ 224716 h 361971"/>
                <a:gd name="connsiteX14" fmla="*/ 166138 w 362309"/>
                <a:gd name="connsiteY14" fmla="*/ 237484 h 361971"/>
                <a:gd name="connsiteX15" fmla="*/ 166138 w 362309"/>
                <a:gd name="connsiteY15" fmla="*/ 255998 h 361971"/>
                <a:gd name="connsiteX16" fmla="*/ 153358 w 362309"/>
                <a:gd name="connsiteY16" fmla="*/ 268766 h 361971"/>
                <a:gd name="connsiteX17" fmla="*/ 84986 w 362309"/>
                <a:gd name="connsiteY17" fmla="*/ 268766 h 361971"/>
                <a:gd name="connsiteX18" fmla="*/ 72206 w 362309"/>
                <a:gd name="connsiteY18" fmla="*/ 255998 h 361971"/>
                <a:gd name="connsiteX19" fmla="*/ 72206 w 362309"/>
                <a:gd name="connsiteY19" fmla="*/ 237484 h 361971"/>
                <a:gd name="connsiteX20" fmla="*/ 84986 w 362309"/>
                <a:gd name="connsiteY20" fmla="*/ 224716 h 361971"/>
                <a:gd name="connsiteX21" fmla="*/ 93293 w 362309"/>
                <a:gd name="connsiteY21" fmla="*/ 224716 h 361971"/>
                <a:gd name="connsiteX22" fmla="*/ 103517 w 362309"/>
                <a:gd name="connsiteY22" fmla="*/ 181944 h 361971"/>
                <a:gd name="connsiteX23" fmla="*/ 103517 w 362309"/>
                <a:gd name="connsiteY23" fmla="*/ 181944 h 361971"/>
                <a:gd name="connsiteX24" fmla="*/ 72206 w 362309"/>
                <a:gd name="connsiteY24" fmla="*/ 150662 h 361971"/>
                <a:gd name="connsiteX25" fmla="*/ 72206 w 362309"/>
                <a:gd name="connsiteY25" fmla="*/ 125765 h 361971"/>
                <a:gd name="connsiteX26" fmla="*/ 103517 w 362309"/>
                <a:gd name="connsiteY26" fmla="*/ 94483 h 361971"/>
                <a:gd name="connsiteX27" fmla="*/ 196171 w 362309"/>
                <a:gd name="connsiteY27" fmla="*/ 94483 h 361971"/>
                <a:gd name="connsiteX28" fmla="*/ 202561 w 362309"/>
                <a:gd name="connsiteY28" fmla="*/ 100867 h 361971"/>
                <a:gd name="connsiteX29" fmla="*/ 203200 w 362309"/>
                <a:gd name="connsiteY29" fmla="*/ 174921 h 361971"/>
                <a:gd name="connsiteX30" fmla="*/ 295854 w 362309"/>
                <a:gd name="connsiteY30" fmla="*/ 144278 h 361971"/>
                <a:gd name="connsiteX31" fmla="*/ 249208 w 362309"/>
                <a:gd name="connsiteY31" fmla="*/ 144278 h 361971"/>
                <a:gd name="connsiteX32" fmla="*/ 247290 w 362309"/>
                <a:gd name="connsiteY32" fmla="*/ 143640 h 361971"/>
                <a:gd name="connsiteX33" fmla="*/ 247290 w 362309"/>
                <a:gd name="connsiteY33" fmla="*/ 156408 h 361971"/>
                <a:gd name="connsiteX34" fmla="*/ 239623 w 362309"/>
                <a:gd name="connsiteY34" fmla="*/ 167899 h 361971"/>
                <a:gd name="connsiteX35" fmla="*/ 219175 w 362309"/>
                <a:gd name="connsiteY35" fmla="*/ 178113 h 361971"/>
                <a:gd name="connsiteX36" fmla="*/ 216619 w 362309"/>
                <a:gd name="connsiteY36" fmla="*/ 178752 h 361971"/>
                <a:gd name="connsiteX37" fmla="*/ 213424 w 362309"/>
                <a:gd name="connsiteY37" fmla="*/ 177475 h 361971"/>
                <a:gd name="connsiteX38" fmla="*/ 210229 w 362309"/>
                <a:gd name="connsiteY38" fmla="*/ 172368 h 361971"/>
                <a:gd name="connsiteX39" fmla="*/ 210229 w 362309"/>
                <a:gd name="connsiteY39" fmla="*/ 102782 h 361971"/>
                <a:gd name="connsiteX40" fmla="*/ 213424 w 362309"/>
                <a:gd name="connsiteY40" fmla="*/ 97037 h 361971"/>
                <a:gd name="connsiteX41" fmla="*/ 219814 w 362309"/>
                <a:gd name="connsiteY41" fmla="*/ 97037 h 361971"/>
                <a:gd name="connsiteX42" fmla="*/ 240900 w 362309"/>
                <a:gd name="connsiteY42" fmla="*/ 107251 h 361971"/>
                <a:gd name="connsiteX43" fmla="*/ 248568 w 362309"/>
                <a:gd name="connsiteY43" fmla="*/ 118742 h 361971"/>
                <a:gd name="connsiteX44" fmla="*/ 248568 w 362309"/>
                <a:gd name="connsiteY44" fmla="*/ 131510 h 361971"/>
                <a:gd name="connsiteX45" fmla="*/ 250485 w 362309"/>
                <a:gd name="connsiteY45" fmla="*/ 131510 h 361971"/>
                <a:gd name="connsiteX46" fmla="*/ 297132 w 362309"/>
                <a:gd name="connsiteY46" fmla="*/ 131510 h 361971"/>
                <a:gd name="connsiteX47" fmla="*/ 303522 w 362309"/>
                <a:gd name="connsiteY47" fmla="*/ 137894 h 361971"/>
                <a:gd name="connsiteX48" fmla="*/ 295854 w 362309"/>
                <a:gd name="connsiteY48" fmla="*/ 144278 h 361971"/>
                <a:gd name="connsiteX49" fmla="*/ 295854 w 362309"/>
                <a:gd name="connsiteY49" fmla="*/ 14427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203200" y="174921"/>
                  </a:moveTo>
                  <a:cubicBezTo>
                    <a:pt x="203200" y="178752"/>
                    <a:pt x="200644" y="181305"/>
                    <a:pt x="196810" y="181305"/>
                  </a:cubicBezTo>
                  <a:lnTo>
                    <a:pt x="186586" y="181305"/>
                  </a:lnTo>
                  <a:lnTo>
                    <a:pt x="175084" y="203649"/>
                  </a:lnTo>
                  <a:cubicBezTo>
                    <a:pt x="173167" y="208756"/>
                    <a:pt x="168694" y="211948"/>
                    <a:pt x="162943" y="212587"/>
                  </a:cubicBezTo>
                  <a:lnTo>
                    <a:pt x="146969" y="212587"/>
                  </a:lnTo>
                  <a:lnTo>
                    <a:pt x="144412" y="224716"/>
                  </a:lnTo>
                  <a:lnTo>
                    <a:pt x="153358" y="224716"/>
                  </a:lnTo>
                  <a:cubicBezTo>
                    <a:pt x="160387" y="224716"/>
                    <a:pt x="166138" y="230462"/>
                    <a:pt x="166138" y="237484"/>
                  </a:cubicBezTo>
                  <a:lnTo>
                    <a:pt x="166138" y="255998"/>
                  </a:lnTo>
                  <a:cubicBezTo>
                    <a:pt x="166138" y="263020"/>
                    <a:pt x="160387" y="268766"/>
                    <a:pt x="153358" y="268766"/>
                  </a:cubicBezTo>
                  <a:lnTo>
                    <a:pt x="84986" y="268766"/>
                  </a:lnTo>
                  <a:cubicBezTo>
                    <a:pt x="77957" y="268766"/>
                    <a:pt x="72206" y="263020"/>
                    <a:pt x="72206" y="255998"/>
                  </a:cubicBezTo>
                  <a:lnTo>
                    <a:pt x="72206" y="237484"/>
                  </a:lnTo>
                  <a:cubicBezTo>
                    <a:pt x="72206" y="230462"/>
                    <a:pt x="77957" y="224716"/>
                    <a:pt x="84986" y="224716"/>
                  </a:cubicBezTo>
                  <a:lnTo>
                    <a:pt x="93293" y="224716"/>
                  </a:lnTo>
                  <a:lnTo>
                    <a:pt x="103517" y="181944"/>
                  </a:lnTo>
                  <a:lnTo>
                    <a:pt x="103517" y="181944"/>
                  </a:lnTo>
                  <a:cubicBezTo>
                    <a:pt x="86264" y="181944"/>
                    <a:pt x="72206" y="167899"/>
                    <a:pt x="72206" y="150662"/>
                  </a:cubicBezTo>
                  <a:lnTo>
                    <a:pt x="72206" y="125765"/>
                  </a:lnTo>
                  <a:cubicBezTo>
                    <a:pt x="72206" y="108528"/>
                    <a:pt x="86264" y="94483"/>
                    <a:pt x="103517" y="94483"/>
                  </a:cubicBezTo>
                  <a:lnTo>
                    <a:pt x="196171" y="94483"/>
                  </a:lnTo>
                  <a:cubicBezTo>
                    <a:pt x="200005" y="94483"/>
                    <a:pt x="202561" y="97037"/>
                    <a:pt x="202561" y="100867"/>
                  </a:cubicBezTo>
                  <a:lnTo>
                    <a:pt x="203200" y="174921"/>
                  </a:lnTo>
                  <a:close/>
                  <a:moveTo>
                    <a:pt x="295854" y="144278"/>
                  </a:moveTo>
                  <a:lnTo>
                    <a:pt x="249208" y="144278"/>
                  </a:lnTo>
                  <a:cubicBezTo>
                    <a:pt x="248568" y="144278"/>
                    <a:pt x="247929" y="144278"/>
                    <a:pt x="247290" y="143640"/>
                  </a:cubicBezTo>
                  <a:lnTo>
                    <a:pt x="247290" y="156408"/>
                  </a:lnTo>
                  <a:cubicBezTo>
                    <a:pt x="247290" y="161515"/>
                    <a:pt x="244095" y="165984"/>
                    <a:pt x="239623" y="167899"/>
                  </a:cubicBezTo>
                  <a:lnTo>
                    <a:pt x="219175" y="178113"/>
                  </a:lnTo>
                  <a:cubicBezTo>
                    <a:pt x="218536" y="178752"/>
                    <a:pt x="217258" y="178752"/>
                    <a:pt x="216619" y="178752"/>
                  </a:cubicBezTo>
                  <a:cubicBezTo>
                    <a:pt x="215341" y="178752"/>
                    <a:pt x="214063" y="178113"/>
                    <a:pt x="213424" y="177475"/>
                  </a:cubicBezTo>
                  <a:cubicBezTo>
                    <a:pt x="211507" y="176198"/>
                    <a:pt x="210229" y="174283"/>
                    <a:pt x="210229" y="172368"/>
                  </a:cubicBezTo>
                  <a:lnTo>
                    <a:pt x="210229" y="102782"/>
                  </a:lnTo>
                  <a:cubicBezTo>
                    <a:pt x="210229" y="100867"/>
                    <a:pt x="211507" y="98313"/>
                    <a:pt x="213424" y="97037"/>
                  </a:cubicBezTo>
                  <a:cubicBezTo>
                    <a:pt x="215341" y="95760"/>
                    <a:pt x="217897" y="95760"/>
                    <a:pt x="219814" y="97037"/>
                  </a:cubicBezTo>
                  <a:lnTo>
                    <a:pt x="240900" y="107251"/>
                  </a:lnTo>
                  <a:cubicBezTo>
                    <a:pt x="245373" y="109166"/>
                    <a:pt x="248568" y="113635"/>
                    <a:pt x="248568" y="118742"/>
                  </a:cubicBezTo>
                  <a:lnTo>
                    <a:pt x="248568" y="131510"/>
                  </a:lnTo>
                  <a:cubicBezTo>
                    <a:pt x="249208" y="131510"/>
                    <a:pt x="249846" y="131510"/>
                    <a:pt x="250485" y="131510"/>
                  </a:cubicBezTo>
                  <a:lnTo>
                    <a:pt x="297132" y="131510"/>
                  </a:lnTo>
                  <a:cubicBezTo>
                    <a:pt x="300966" y="131510"/>
                    <a:pt x="303522" y="134064"/>
                    <a:pt x="303522" y="137894"/>
                  </a:cubicBezTo>
                  <a:cubicBezTo>
                    <a:pt x="303522" y="141724"/>
                    <a:pt x="299688" y="144278"/>
                    <a:pt x="295854" y="144278"/>
                  </a:cubicBezTo>
                  <a:lnTo>
                    <a:pt x="295854" y="144278"/>
                  </a:lnTo>
                  <a:close/>
                </a:path>
              </a:pathLst>
            </a:custGeom>
            <a:solidFill>
              <a:srgbClr val="00A3E0"/>
            </a:solidFill>
            <a:ln w="6390" cap="flat">
              <a:noFill/>
              <a:prstDash val="solid"/>
              <a:miter/>
            </a:ln>
          </p:spPr>
          <p:txBody>
            <a:bodyPr rtlCol="0" anchor="ctr"/>
            <a:lstStyle/>
            <a:p>
              <a:endParaRPr lang="en-US"/>
            </a:p>
          </p:txBody>
        </p:sp>
        <p:sp>
          <p:nvSpPr>
            <p:cNvPr id="939" name="Graphic 4">
              <a:extLst>
                <a:ext uri="{FF2B5EF4-FFF2-40B4-BE49-F238E27FC236}">
                  <a16:creationId xmlns:a16="http://schemas.microsoft.com/office/drawing/2014/main" id="{87822C9A-0E33-E34B-93EE-EA30BEDBF130}"/>
                </a:ext>
              </a:extLst>
            </p:cNvPr>
            <p:cNvSpPr/>
            <p:nvPr/>
          </p:nvSpPr>
          <p:spPr>
            <a:xfrm>
              <a:off x="6232105" y="2478949"/>
              <a:ext cx="104795" cy="148221"/>
            </a:xfrm>
            <a:custGeom>
              <a:avLst/>
              <a:gdLst>
                <a:gd name="connsiteX0" fmla="*/ 5112 w 104795"/>
                <a:gd name="connsiteY0" fmla="*/ 4582 h 148221"/>
                <a:gd name="connsiteX1" fmla="*/ 0 w 104795"/>
                <a:gd name="connsiteY1" fmla="*/ 17350 h 148221"/>
                <a:gd name="connsiteX2" fmla="*/ 0 w 104795"/>
                <a:gd name="connsiteY2" fmla="*/ 42247 h 148221"/>
                <a:gd name="connsiteX3" fmla="*/ 5112 w 104795"/>
                <a:gd name="connsiteY3" fmla="*/ 55015 h 148221"/>
                <a:gd name="connsiteX4" fmla="*/ 17892 w 104795"/>
                <a:gd name="connsiteY4" fmla="*/ 60761 h 148221"/>
                <a:gd name="connsiteX5" fmla="*/ 26199 w 104795"/>
                <a:gd name="connsiteY5" fmla="*/ 60761 h 148221"/>
                <a:gd name="connsiteX6" fmla="*/ 32589 w 104795"/>
                <a:gd name="connsiteY6" fmla="*/ 67145 h 148221"/>
                <a:gd name="connsiteX7" fmla="*/ 32589 w 104795"/>
                <a:gd name="connsiteY7" fmla="*/ 69060 h 148221"/>
                <a:gd name="connsiteX8" fmla="*/ 19809 w 104795"/>
                <a:gd name="connsiteY8" fmla="*/ 124601 h 148221"/>
                <a:gd name="connsiteX9" fmla="*/ 13419 w 104795"/>
                <a:gd name="connsiteY9" fmla="*/ 129708 h 148221"/>
                <a:gd name="connsiteX10" fmla="*/ 0 w 104795"/>
                <a:gd name="connsiteY10" fmla="*/ 129708 h 148221"/>
                <a:gd name="connsiteX11" fmla="*/ 0 w 104795"/>
                <a:gd name="connsiteY11" fmla="*/ 148221 h 148221"/>
                <a:gd name="connsiteX12" fmla="*/ 67734 w 104795"/>
                <a:gd name="connsiteY12" fmla="*/ 148221 h 148221"/>
                <a:gd name="connsiteX13" fmla="*/ 67734 w 104795"/>
                <a:gd name="connsiteY13" fmla="*/ 130346 h 148221"/>
                <a:gd name="connsiteX14" fmla="*/ 51119 w 104795"/>
                <a:gd name="connsiteY14" fmla="*/ 130346 h 148221"/>
                <a:gd name="connsiteX15" fmla="*/ 44730 w 104795"/>
                <a:gd name="connsiteY15" fmla="*/ 123962 h 148221"/>
                <a:gd name="connsiteX16" fmla="*/ 44730 w 104795"/>
                <a:gd name="connsiteY16" fmla="*/ 122685 h 148221"/>
                <a:gd name="connsiteX17" fmla="*/ 50481 w 104795"/>
                <a:gd name="connsiteY17" fmla="*/ 97788 h 148221"/>
                <a:gd name="connsiteX18" fmla="*/ 56871 w 104795"/>
                <a:gd name="connsiteY18" fmla="*/ 92681 h 148221"/>
                <a:gd name="connsiteX19" fmla="*/ 77957 w 104795"/>
                <a:gd name="connsiteY19" fmla="*/ 92681 h 148221"/>
                <a:gd name="connsiteX20" fmla="*/ 77957 w 104795"/>
                <a:gd name="connsiteY20" fmla="*/ 91404 h 148221"/>
                <a:gd name="connsiteX21" fmla="*/ 91376 w 104795"/>
                <a:gd name="connsiteY21" fmla="*/ 65230 h 148221"/>
                <a:gd name="connsiteX22" fmla="*/ 97127 w 104795"/>
                <a:gd name="connsiteY22" fmla="*/ 62038 h 148221"/>
                <a:gd name="connsiteX23" fmla="*/ 104795 w 104795"/>
                <a:gd name="connsiteY23" fmla="*/ 62038 h 148221"/>
                <a:gd name="connsiteX24" fmla="*/ 104795 w 104795"/>
                <a:gd name="connsiteY24" fmla="*/ 751 h 148221"/>
                <a:gd name="connsiteX25" fmla="*/ 18531 w 104795"/>
                <a:gd name="connsiteY25" fmla="*/ 751 h 148221"/>
                <a:gd name="connsiteX26" fmla="*/ 5112 w 104795"/>
                <a:gd name="connsiteY26" fmla="*/ 4582 h 148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4795" h="148221">
                  <a:moveTo>
                    <a:pt x="5112" y="4582"/>
                  </a:moveTo>
                  <a:cubicBezTo>
                    <a:pt x="1917" y="7774"/>
                    <a:pt x="0" y="12243"/>
                    <a:pt x="0" y="17350"/>
                  </a:cubicBezTo>
                  <a:lnTo>
                    <a:pt x="0" y="42247"/>
                  </a:lnTo>
                  <a:cubicBezTo>
                    <a:pt x="0" y="47354"/>
                    <a:pt x="1917" y="51823"/>
                    <a:pt x="5112" y="55015"/>
                  </a:cubicBezTo>
                  <a:cubicBezTo>
                    <a:pt x="8307" y="58207"/>
                    <a:pt x="12780" y="60122"/>
                    <a:pt x="17892" y="60761"/>
                  </a:cubicBezTo>
                  <a:lnTo>
                    <a:pt x="26199" y="60761"/>
                  </a:lnTo>
                  <a:cubicBezTo>
                    <a:pt x="30033" y="60761"/>
                    <a:pt x="32589" y="63314"/>
                    <a:pt x="32589" y="67145"/>
                  </a:cubicBezTo>
                  <a:cubicBezTo>
                    <a:pt x="32589" y="67783"/>
                    <a:pt x="32589" y="68422"/>
                    <a:pt x="32589" y="69060"/>
                  </a:cubicBezTo>
                  <a:lnTo>
                    <a:pt x="19809" y="124601"/>
                  </a:lnTo>
                  <a:cubicBezTo>
                    <a:pt x="19170" y="127793"/>
                    <a:pt x="16614" y="129708"/>
                    <a:pt x="13419" y="129708"/>
                  </a:cubicBezTo>
                  <a:lnTo>
                    <a:pt x="0" y="129708"/>
                  </a:lnTo>
                  <a:lnTo>
                    <a:pt x="0" y="148221"/>
                  </a:lnTo>
                  <a:lnTo>
                    <a:pt x="67734" y="148221"/>
                  </a:lnTo>
                  <a:lnTo>
                    <a:pt x="67734" y="130346"/>
                  </a:lnTo>
                  <a:lnTo>
                    <a:pt x="51119" y="130346"/>
                  </a:lnTo>
                  <a:cubicBezTo>
                    <a:pt x="47286" y="130346"/>
                    <a:pt x="44730" y="127793"/>
                    <a:pt x="44730" y="123962"/>
                  </a:cubicBezTo>
                  <a:cubicBezTo>
                    <a:pt x="44730" y="123324"/>
                    <a:pt x="44730" y="122685"/>
                    <a:pt x="44730" y="122685"/>
                  </a:cubicBezTo>
                  <a:lnTo>
                    <a:pt x="50481" y="97788"/>
                  </a:lnTo>
                  <a:cubicBezTo>
                    <a:pt x="51119" y="94596"/>
                    <a:pt x="53676" y="92681"/>
                    <a:pt x="56871" y="92681"/>
                  </a:cubicBezTo>
                  <a:lnTo>
                    <a:pt x="77957" y="92681"/>
                  </a:lnTo>
                  <a:cubicBezTo>
                    <a:pt x="77957" y="92042"/>
                    <a:pt x="77957" y="92042"/>
                    <a:pt x="77957" y="91404"/>
                  </a:cubicBezTo>
                  <a:lnTo>
                    <a:pt x="91376" y="65230"/>
                  </a:lnTo>
                  <a:cubicBezTo>
                    <a:pt x="92654" y="63314"/>
                    <a:pt x="94571" y="62038"/>
                    <a:pt x="97127" y="62038"/>
                  </a:cubicBezTo>
                  <a:lnTo>
                    <a:pt x="104795" y="62038"/>
                  </a:lnTo>
                  <a:lnTo>
                    <a:pt x="104795" y="751"/>
                  </a:lnTo>
                  <a:lnTo>
                    <a:pt x="18531" y="751"/>
                  </a:lnTo>
                  <a:cubicBezTo>
                    <a:pt x="13419" y="-1164"/>
                    <a:pt x="8946" y="751"/>
                    <a:pt x="5112" y="4582"/>
                  </a:cubicBezTo>
                  <a:close/>
                </a:path>
              </a:pathLst>
            </a:custGeom>
            <a:solidFill>
              <a:srgbClr val="00A3E0"/>
            </a:solidFill>
            <a:ln w="6390" cap="flat">
              <a:noFill/>
              <a:prstDash val="solid"/>
              <a:miter/>
            </a:ln>
          </p:spPr>
          <p:txBody>
            <a:bodyPr rtlCol="0" anchor="ctr"/>
            <a:lstStyle/>
            <a:p>
              <a:endParaRPr lang="en-US"/>
            </a:p>
          </p:txBody>
        </p:sp>
      </p:grpSp>
      <p:grpSp>
        <p:nvGrpSpPr>
          <p:cNvPr id="940" name="Graphic 4">
            <a:extLst>
              <a:ext uri="{FF2B5EF4-FFF2-40B4-BE49-F238E27FC236}">
                <a16:creationId xmlns:a16="http://schemas.microsoft.com/office/drawing/2014/main" id="{BFE80853-CB94-F845-BC71-51782B6918F7}"/>
              </a:ext>
            </a:extLst>
          </p:cNvPr>
          <p:cNvGrpSpPr>
            <a:grpSpLocks noChangeAspect="1"/>
          </p:cNvGrpSpPr>
          <p:nvPr/>
        </p:nvGrpSpPr>
        <p:grpSpPr>
          <a:xfrm>
            <a:off x="4660820" y="2855717"/>
            <a:ext cx="362312" cy="361971"/>
            <a:chOff x="4660820" y="2855717"/>
            <a:chExt cx="362312" cy="361971"/>
          </a:xfrm>
          <a:solidFill>
            <a:srgbClr val="00A3E0"/>
          </a:solidFill>
        </p:grpSpPr>
        <p:sp>
          <p:nvSpPr>
            <p:cNvPr id="941" name="Graphic 4">
              <a:extLst>
                <a:ext uri="{FF2B5EF4-FFF2-40B4-BE49-F238E27FC236}">
                  <a16:creationId xmlns:a16="http://schemas.microsoft.com/office/drawing/2014/main" id="{4E1BFB43-8CB7-9546-9A96-5A2EB526FE0D}"/>
                </a:ext>
              </a:extLst>
            </p:cNvPr>
            <p:cNvSpPr/>
            <p:nvPr/>
          </p:nvSpPr>
          <p:spPr>
            <a:xfrm>
              <a:off x="4660820" y="2855717"/>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6"/>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1076"/>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234"/>
                    <a:pt x="274767" y="348565"/>
                    <a:pt x="181474" y="349204"/>
                  </a:cubicBezTo>
                  <a:close/>
                </a:path>
              </a:pathLst>
            </a:custGeom>
            <a:solidFill>
              <a:srgbClr val="00A3E0"/>
            </a:solidFill>
            <a:ln w="6390" cap="flat">
              <a:noFill/>
              <a:prstDash val="solid"/>
              <a:miter/>
            </a:ln>
          </p:spPr>
          <p:txBody>
            <a:bodyPr rtlCol="0" anchor="ctr"/>
            <a:lstStyle/>
            <a:p>
              <a:endParaRPr lang="en-US"/>
            </a:p>
          </p:txBody>
        </p:sp>
        <p:sp>
          <p:nvSpPr>
            <p:cNvPr id="942" name="Graphic 4">
              <a:extLst>
                <a:ext uri="{FF2B5EF4-FFF2-40B4-BE49-F238E27FC236}">
                  <a16:creationId xmlns:a16="http://schemas.microsoft.com/office/drawing/2014/main" id="{5B97A877-50A0-C143-9A01-E74B0CFCF036}"/>
                </a:ext>
              </a:extLst>
            </p:cNvPr>
            <p:cNvSpPr/>
            <p:nvPr/>
          </p:nvSpPr>
          <p:spPr>
            <a:xfrm>
              <a:off x="4727914" y="2958430"/>
              <a:ext cx="229519" cy="155200"/>
            </a:xfrm>
            <a:custGeom>
              <a:avLst/>
              <a:gdLst>
                <a:gd name="connsiteX0" fmla="*/ 206395 w 229519"/>
                <a:gd name="connsiteY0" fmla="*/ 102852 h 155200"/>
                <a:gd name="connsiteX1" fmla="*/ 185947 w 229519"/>
                <a:gd name="connsiteY1" fmla="*/ 115620 h 155200"/>
                <a:gd name="connsiteX2" fmla="*/ 163582 w 229519"/>
                <a:gd name="connsiteY2" fmla="*/ 111151 h 155200"/>
                <a:gd name="connsiteX3" fmla="*/ 184030 w 229519"/>
                <a:gd name="connsiteY3" fmla="*/ 28798 h 155200"/>
                <a:gd name="connsiteX4" fmla="*/ 179557 w 229519"/>
                <a:gd name="connsiteY4" fmla="*/ 21137 h 155200"/>
                <a:gd name="connsiteX5" fmla="*/ 177640 w 229519"/>
                <a:gd name="connsiteY5" fmla="*/ 21137 h 155200"/>
                <a:gd name="connsiteX6" fmla="*/ 164221 w 229519"/>
                <a:gd name="connsiteY6" fmla="*/ 22414 h 155200"/>
                <a:gd name="connsiteX7" fmla="*/ 102878 w 229519"/>
                <a:gd name="connsiteY7" fmla="*/ 708 h 155200"/>
                <a:gd name="connsiteX8" fmla="*/ 58787 w 229519"/>
                <a:gd name="connsiteY8" fmla="*/ 30075 h 155200"/>
                <a:gd name="connsiteX9" fmla="*/ 48563 w 229519"/>
                <a:gd name="connsiteY9" fmla="*/ 30713 h 155200"/>
                <a:gd name="connsiteX10" fmla="*/ 45368 w 229519"/>
                <a:gd name="connsiteY10" fmla="*/ 18583 h 155200"/>
                <a:gd name="connsiteX11" fmla="*/ 38978 w 229519"/>
                <a:gd name="connsiteY11" fmla="*/ 14115 h 155200"/>
                <a:gd name="connsiteX12" fmla="*/ 6390 w 229519"/>
                <a:gd name="connsiteY12" fmla="*/ 14115 h 155200"/>
                <a:gd name="connsiteX13" fmla="*/ 0 w 229519"/>
                <a:gd name="connsiteY13" fmla="*/ 20499 h 155200"/>
                <a:gd name="connsiteX14" fmla="*/ 6390 w 229519"/>
                <a:gd name="connsiteY14" fmla="*/ 26883 h 155200"/>
                <a:gd name="connsiteX15" fmla="*/ 34505 w 229519"/>
                <a:gd name="connsiteY15" fmla="*/ 26883 h 155200"/>
                <a:gd name="connsiteX16" fmla="*/ 55592 w 229519"/>
                <a:gd name="connsiteY16" fmla="*/ 99660 h 155200"/>
                <a:gd name="connsiteX17" fmla="*/ 56231 w 229519"/>
                <a:gd name="connsiteY17" fmla="*/ 100937 h 155200"/>
                <a:gd name="connsiteX18" fmla="*/ 56231 w 229519"/>
                <a:gd name="connsiteY18" fmla="*/ 100937 h 155200"/>
                <a:gd name="connsiteX19" fmla="*/ 63260 w 229519"/>
                <a:gd name="connsiteY19" fmla="*/ 151370 h 155200"/>
                <a:gd name="connsiteX20" fmla="*/ 70928 w 229519"/>
                <a:gd name="connsiteY20" fmla="*/ 155201 h 155200"/>
                <a:gd name="connsiteX21" fmla="*/ 72845 w 229519"/>
                <a:gd name="connsiteY21" fmla="*/ 155201 h 155200"/>
                <a:gd name="connsiteX22" fmla="*/ 102239 w 229519"/>
                <a:gd name="connsiteY22" fmla="*/ 111789 h 155200"/>
                <a:gd name="connsiteX23" fmla="*/ 164221 w 229519"/>
                <a:gd name="connsiteY23" fmla="*/ 123919 h 155200"/>
                <a:gd name="connsiteX24" fmla="*/ 183391 w 229519"/>
                <a:gd name="connsiteY24" fmla="*/ 127749 h 155200"/>
                <a:gd name="connsiteX25" fmla="*/ 208951 w 229519"/>
                <a:gd name="connsiteY25" fmla="*/ 148178 h 155200"/>
                <a:gd name="connsiteX26" fmla="*/ 229399 w 229519"/>
                <a:gd name="connsiteY26" fmla="*/ 122642 h 155200"/>
                <a:gd name="connsiteX27" fmla="*/ 206395 w 229519"/>
                <a:gd name="connsiteY27" fmla="*/ 102852 h 155200"/>
                <a:gd name="connsiteX28" fmla="*/ 206395 w 229519"/>
                <a:gd name="connsiteY28" fmla="*/ 102852 h 155200"/>
                <a:gd name="connsiteX29" fmla="*/ 104795 w 229519"/>
                <a:gd name="connsiteY29" fmla="*/ 13476 h 155200"/>
                <a:gd name="connsiteX30" fmla="*/ 144412 w 229519"/>
                <a:gd name="connsiteY30" fmla="*/ 23691 h 155200"/>
                <a:gd name="connsiteX31" fmla="*/ 76040 w 229519"/>
                <a:gd name="connsiteY31" fmla="*/ 28798 h 155200"/>
                <a:gd name="connsiteX32" fmla="*/ 104795 w 229519"/>
                <a:gd name="connsiteY32" fmla="*/ 13476 h 155200"/>
                <a:gd name="connsiteX33" fmla="*/ 104795 w 229519"/>
                <a:gd name="connsiteY33" fmla="*/ 13476 h 155200"/>
                <a:gd name="connsiteX34" fmla="*/ 52397 w 229519"/>
                <a:gd name="connsiteY34" fmla="*/ 43481 h 155200"/>
                <a:gd name="connsiteX35" fmla="*/ 169972 w 229519"/>
                <a:gd name="connsiteY35" fmla="*/ 34543 h 155200"/>
                <a:gd name="connsiteX36" fmla="*/ 151441 w 229519"/>
                <a:gd name="connsiteY36" fmla="*/ 108597 h 155200"/>
                <a:gd name="connsiteX37" fmla="*/ 67094 w 229519"/>
                <a:gd name="connsiteY37" fmla="*/ 92638 h 155200"/>
                <a:gd name="connsiteX38" fmla="*/ 52397 w 229519"/>
                <a:gd name="connsiteY38" fmla="*/ 43481 h 155200"/>
                <a:gd name="connsiteX39" fmla="*/ 72206 w 229519"/>
                <a:gd name="connsiteY39" fmla="*/ 141794 h 155200"/>
                <a:gd name="connsiteX40" fmla="*/ 69011 w 229519"/>
                <a:gd name="connsiteY40" fmla="*/ 106044 h 155200"/>
                <a:gd name="connsiteX41" fmla="*/ 89459 w 229519"/>
                <a:gd name="connsiteY41" fmla="*/ 109874 h 155200"/>
                <a:gd name="connsiteX42" fmla="*/ 72206 w 229519"/>
                <a:gd name="connsiteY42" fmla="*/ 141794 h 155200"/>
                <a:gd name="connsiteX43" fmla="*/ 206395 w 229519"/>
                <a:gd name="connsiteY43" fmla="*/ 135410 h 155200"/>
                <a:gd name="connsiteX44" fmla="*/ 196171 w 229519"/>
                <a:gd name="connsiteY44" fmla="*/ 125196 h 155200"/>
                <a:gd name="connsiteX45" fmla="*/ 206395 w 229519"/>
                <a:gd name="connsiteY45" fmla="*/ 114981 h 155200"/>
                <a:gd name="connsiteX46" fmla="*/ 216619 w 229519"/>
                <a:gd name="connsiteY46" fmla="*/ 125196 h 155200"/>
                <a:gd name="connsiteX47" fmla="*/ 206395 w 229519"/>
                <a:gd name="connsiteY47" fmla="*/ 135410 h 155200"/>
                <a:gd name="connsiteX48" fmla="*/ 206395 w 229519"/>
                <a:gd name="connsiteY48" fmla="*/ 135410 h 155200"/>
                <a:gd name="connsiteX49" fmla="*/ 206395 w 229519"/>
                <a:gd name="connsiteY49" fmla="*/ 135410 h 15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29519" h="155200">
                  <a:moveTo>
                    <a:pt x="206395" y="102852"/>
                  </a:moveTo>
                  <a:cubicBezTo>
                    <a:pt x="197449" y="102852"/>
                    <a:pt x="189781" y="107959"/>
                    <a:pt x="185947" y="115620"/>
                  </a:cubicBezTo>
                  <a:lnTo>
                    <a:pt x="163582" y="111151"/>
                  </a:lnTo>
                  <a:lnTo>
                    <a:pt x="184030" y="28798"/>
                  </a:lnTo>
                  <a:cubicBezTo>
                    <a:pt x="184669" y="25606"/>
                    <a:pt x="182752" y="21775"/>
                    <a:pt x="179557" y="21137"/>
                  </a:cubicBezTo>
                  <a:cubicBezTo>
                    <a:pt x="178918" y="21137"/>
                    <a:pt x="178279" y="21137"/>
                    <a:pt x="177640" y="21137"/>
                  </a:cubicBezTo>
                  <a:lnTo>
                    <a:pt x="164221" y="22414"/>
                  </a:lnTo>
                  <a:cubicBezTo>
                    <a:pt x="143134" y="5177"/>
                    <a:pt x="122686" y="-2484"/>
                    <a:pt x="102878" y="708"/>
                  </a:cubicBezTo>
                  <a:cubicBezTo>
                    <a:pt x="84986" y="4539"/>
                    <a:pt x="69011" y="14753"/>
                    <a:pt x="58787" y="30075"/>
                  </a:cubicBezTo>
                  <a:lnTo>
                    <a:pt x="48563" y="30713"/>
                  </a:lnTo>
                  <a:lnTo>
                    <a:pt x="45368" y="18583"/>
                  </a:lnTo>
                  <a:cubicBezTo>
                    <a:pt x="44730" y="16030"/>
                    <a:pt x="42173" y="14115"/>
                    <a:pt x="38978" y="14115"/>
                  </a:cubicBezTo>
                  <a:lnTo>
                    <a:pt x="6390" y="14115"/>
                  </a:lnTo>
                  <a:cubicBezTo>
                    <a:pt x="2556" y="14115"/>
                    <a:pt x="0" y="16668"/>
                    <a:pt x="0" y="20499"/>
                  </a:cubicBezTo>
                  <a:cubicBezTo>
                    <a:pt x="0" y="24329"/>
                    <a:pt x="2556" y="26883"/>
                    <a:pt x="6390" y="26883"/>
                  </a:cubicBezTo>
                  <a:lnTo>
                    <a:pt x="34505" y="26883"/>
                  </a:lnTo>
                  <a:lnTo>
                    <a:pt x="55592" y="99660"/>
                  </a:lnTo>
                  <a:cubicBezTo>
                    <a:pt x="55592" y="100298"/>
                    <a:pt x="56231" y="100937"/>
                    <a:pt x="56231" y="100937"/>
                  </a:cubicBezTo>
                  <a:lnTo>
                    <a:pt x="56231" y="100937"/>
                  </a:lnTo>
                  <a:cubicBezTo>
                    <a:pt x="56231" y="113705"/>
                    <a:pt x="56231" y="143709"/>
                    <a:pt x="63260" y="151370"/>
                  </a:cubicBezTo>
                  <a:cubicBezTo>
                    <a:pt x="65177" y="153924"/>
                    <a:pt x="68372" y="155201"/>
                    <a:pt x="70928" y="155201"/>
                  </a:cubicBezTo>
                  <a:lnTo>
                    <a:pt x="72845" y="155201"/>
                  </a:lnTo>
                  <a:cubicBezTo>
                    <a:pt x="84347" y="153285"/>
                    <a:pt x="96488" y="127111"/>
                    <a:pt x="102239" y="111789"/>
                  </a:cubicBezTo>
                  <a:lnTo>
                    <a:pt x="164221" y="123919"/>
                  </a:lnTo>
                  <a:lnTo>
                    <a:pt x="183391" y="127749"/>
                  </a:lnTo>
                  <a:cubicBezTo>
                    <a:pt x="184669" y="140517"/>
                    <a:pt x="196171" y="149455"/>
                    <a:pt x="208951" y="148178"/>
                  </a:cubicBezTo>
                  <a:cubicBezTo>
                    <a:pt x="221731" y="146901"/>
                    <a:pt x="230677" y="135410"/>
                    <a:pt x="229399" y="122642"/>
                  </a:cubicBezTo>
                  <a:cubicBezTo>
                    <a:pt x="228120" y="111789"/>
                    <a:pt x="217897" y="102852"/>
                    <a:pt x="206395" y="102852"/>
                  </a:cubicBezTo>
                  <a:lnTo>
                    <a:pt x="206395" y="102852"/>
                  </a:lnTo>
                  <a:close/>
                  <a:moveTo>
                    <a:pt x="104795" y="13476"/>
                  </a:moveTo>
                  <a:cubicBezTo>
                    <a:pt x="118853" y="12200"/>
                    <a:pt x="132911" y="15392"/>
                    <a:pt x="144412" y="23691"/>
                  </a:cubicBezTo>
                  <a:lnTo>
                    <a:pt x="76040" y="28798"/>
                  </a:lnTo>
                  <a:cubicBezTo>
                    <a:pt x="84347" y="21137"/>
                    <a:pt x="93932" y="15392"/>
                    <a:pt x="104795" y="13476"/>
                  </a:cubicBezTo>
                  <a:lnTo>
                    <a:pt x="104795" y="13476"/>
                  </a:lnTo>
                  <a:close/>
                  <a:moveTo>
                    <a:pt x="52397" y="43481"/>
                  </a:moveTo>
                  <a:lnTo>
                    <a:pt x="169972" y="34543"/>
                  </a:lnTo>
                  <a:lnTo>
                    <a:pt x="151441" y="108597"/>
                  </a:lnTo>
                  <a:lnTo>
                    <a:pt x="67094" y="92638"/>
                  </a:lnTo>
                  <a:lnTo>
                    <a:pt x="52397" y="43481"/>
                  </a:lnTo>
                  <a:close/>
                  <a:moveTo>
                    <a:pt x="72206" y="141794"/>
                  </a:moveTo>
                  <a:cubicBezTo>
                    <a:pt x="69650" y="130303"/>
                    <a:pt x="69011" y="118173"/>
                    <a:pt x="69011" y="106044"/>
                  </a:cubicBezTo>
                  <a:lnTo>
                    <a:pt x="89459" y="109874"/>
                  </a:lnTo>
                  <a:cubicBezTo>
                    <a:pt x="84986" y="121365"/>
                    <a:pt x="79235" y="132218"/>
                    <a:pt x="72206" y="141794"/>
                  </a:cubicBezTo>
                  <a:close/>
                  <a:moveTo>
                    <a:pt x="206395" y="135410"/>
                  </a:moveTo>
                  <a:cubicBezTo>
                    <a:pt x="200644" y="135410"/>
                    <a:pt x="196171" y="130941"/>
                    <a:pt x="196171" y="125196"/>
                  </a:cubicBezTo>
                  <a:cubicBezTo>
                    <a:pt x="196171" y="119450"/>
                    <a:pt x="200644" y="114981"/>
                    <a:pt x="206395" y="114981"/>
                  </a:cubicBezTo>
                  <a:cubicBezTo>
                    <a:pt x="212146" y="114981"/>
                    <a:pt x="216619" y="119450"/>
                    <a:pt x="216619" y="125196"/>
                  </a:cubicBezTo>
                  <a:cubicBezTo>
                    <a:pt x="216619" y="130941"/>
                    <a:pt x="212146" y="135410"/>
                    <a:pt x="206395" y="135410"/>
                  </a:cubicBezTo>
                  <a:cubicBezTo>
                    <a:pt x="206395" y="136049"/>
                    <a:pt x="206395" y="136049"/>
                    <a:pt x="206395" y="135410"/>
                  </a:cubicBezTo>
                  <a:lnTo>
                    <a:pt x="206395" y="135410"/>
                  </a:lnTo>
                  <a:close/>
                </a:path>
              </a:pathLst>
            </a:custGeom>
            <a:solidFill>
              <a:srgbClr val="00A3E0"/>
            </a:solidFill>
            <a:ln w="6390" cap="flat">
              <a:noFill/>
              <a:prstDash val="solid"/>
              <a:miter/>
            </a:ln>
          </p:spPr>
          <p:txBody>
            <a:bodyPr rtlCol="0" anchor="ctr"/>
            <a:lstStyle/>
            <a:p>
              <a:endParaRPr lang="en-US"/>
            </a:p>
          </p:txBody>
        </p:sp>
      </p:grpSp>
      <p:grpSp>
        <p:nvGrpSpPr>
          <p:cNvPr id="943" name="Graphic 4">
            <a:extLst>
              <a:ext uri="{FF2B5EF4-FFF2-40B4-BE49-F238E27FC236}">
                <a16:creationId xmlns:a16="http://schemas.microsoft.com/office/drawing/2014/main" id="{C725754D-1FFB-2145-B2B6-B266C8447387}"/>
              </a:ext>
            </a:extLst>
          </p:cNvPr>
          <p:cNvGrpSpPr>
            <a:grpSpLocks noChangeAspect="1"/>
          </p:cNvGrpSpPr>
          <p:nvPr/>
        </p:nvGrpSpPr>
        <p:grpSpPr>
          <a:xfrm>
            <a:off x="5708130" y="2855717"/>
            <a:ext cx="362313" cy="361971"/>
            <a:chOff x="5708130" y="2855717"/>
            <a:chExt cx="362313" cy="361971"/>
          </a:xfrm>
          <a:solidFill>
            <a:srgbClr val="00A3E0"/>
          </a:solidFill>
        </p:grpSpPr>
        <p:sp>
          <p:nvSpPr>
            <p:cNvPr id="944" name="Graphic 4">
              <a:extLst>
                <a:ext uri="{FF2B5EF4-FFF2-40B4-BE49-F238E27FC236}">
                  <a16:creationId xmlns:a16="http://schemas.microsoft.com/office/drawing/2014/main" id="{E6A3F2BC-9272-BB41-80B8-C5A994DDB0AD}"/>
                </a:ext>
              </a:extLst>
            </p:cNvPr>
            <p:cNvSpPr/>
            <p:nvPr/>
          </p:nvSpPr>
          <p:spPr>
            <a:xfrm>
              <a:off x="5708130" y="285571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49530" y="273234"/>
                    <a:pt x="274767" y="348565"/>
                    <a:pt x="181474" y="349204"/>
                  </a:cubicBezTo>
                  <a:close/>
                </a:path>
              </a:pathLst>
            </a:custGeom>
            <a:solidFill>
              <a:srgbClr val="00A3E0"/>
            </a:solidFill>
            <a:ln w="6390" cap="flat">
              <a:noFill/>
              <a:prstDash val="solid"/>
              <a:miter/>
            </a:ln>
          </p:spPr>
          <p:txBody>
            <a:bodyPr rtlCol="0" anchor="ctr"/>
            <a:lstStyle/>
            <a:p>
              <a:endParaRPr lang="en-US"/>
            </a:p>
          </p:txBody>
        </p:sp>
        <p:sp>
          <p:nvSpPr>
            <p:cNvPr id="945" name="Graphic 4">
              <a:extLst>
                <a:ext uri="{FF2B5EF4-FFF2-40B4-BE49-F238E27FC236}">
                  <a16:creationId xmlns:a16="http://schemas.microsoft.com/office/drawing/2014/main" id="{15ADA782-5869-7547-BE69-D9D9D2613BE8}"/>
                </a:ext>
              </a:extLst>
            </p:cNvPr>
            <p:cNvSpPr/>
            <p:nvPr/>
          </p:nvSpPr>
          <p:spPr>
            <a:xfrm>
              <a:off x="5784809" y="2978928"/>
              <a:ext cx="112560" cy="149385"/>
            </a:xfrm>
            <a:custGeom>
              <a:avLst/>
              <a:gdLst>
                <a:gd name="connsiteX0" fmla="*/ 106712 w 112560"/>
                <a:gd name="connsiteY0" fmla="*/ 0 h 149385"/>
                <a:gd name="connsiteX1" fmla="*/ 27477 w 112560"/>
                <a:gd name="connsiteY1" fmla="*/ 0 h 149385"/>
                <a:gd name="connsiteX2" fmla="*/ 0 w 112560"/>
                <a:gd name="connsiteY2" fmla="*/ 27451 h 149385"/>
                <a:gd name="connsiteX3" fmla="*/ 0 w 112560"/>
                <a:gd name="connsiteY3" fmla="*/ 48518 h 149385"/>
                <a:gd name="connsiteX4" fmla="*/ 26199 w 112560"/>
                <a:gd name="connsiteY4" fmla="*/ 75969 h 149385"/>
                <a:gd name="connsiteX5" fmla="*/ 17892 w 112560"/>
                <a:gd name="connsiteY5" fmla="*/ 110443 h 149385"/>
                <a:gd name="connsiteX6" fmla="*/ 11502 w 112560"/>
                <a:gd name="connsiteY6" fmla="*/ 110443 h 149385"/>
                <a:gd name="connsiteX7" fmla="*/ 0 w 112560"/>
                <a:gd name="connsiteY7" fmla="*/ 121934 h 149385"/>
                <a:gd name="connsiteX8" fmla="*/ 0 w 112560"/>
                <a:gd name="connsiteY8" fmla="*/ 137894 h 149385"/>
                <a:gd name="connsiteX9" fmla="*/ 11502 w 112560"/>
                <a:gd name="connsiteY9" fmla="*/ 149385 h 149385"/>
                <a:gd name="connsiteX10" fmla="*/ 69650 w 112560"/>
                <a:gd name="connsiteY10" fmla="*/ 149385 h 149385"/>
                <a:gd name="connsiteX11" fmla="*/ 81152 w 112560"/>
                <a:gd name="connsiteY11" fmla="*/ 137894 h 149385"/>
                <a:gd name="connsiteX12" fmla="*/ 81152 w 112560"/>
                <a:gd name="connsiteY12" fmla="*/ 121934 h 149385"/>
                <a:gd name="connsiteX13" fmla="*/ 69650 w 112560"/>
                <a:gd name="connsiteY13" fmla="*/ 110443 h 149385"/>
                <a:gd name="connsiteX14" fmla="*/ 69650 w 112560"/>
                <a:gd name="connsiteY14" fmla="*/ 110443 h 149385"/>
                <a:gd name="connsiteX15" fmla="*/ 63261 w 112560"/>
                <a:gd name="connsiteY15" fmla="*/ 110443 h 149385"/>
                <a:gd name="connsiteX16" fmla="*/ 65177 w 112560"/>
                <a:gd name="connsiteY16" fmla="*/ 102144 h 149385"/>
                <a:gd name="connsiteX17" fmla="*/ 77957 w 112560"/>
                <a:gd name="connsiteY17" fmla="*/ 102144 h 149385"/>
                <a:gd name="connsiteX18" fmla="*/ 88820 w 112560"/>
                <a:gd name="connsiteY18" fmla="*/ 94483 h 149385"/>
                <a:gd name="connsiteX19" fmla="*/ 98405 w 112560"/>
                <a:gd name="connsiteY19" fmla="*/ 75969 h 149385"/>
                <a:gd name="connsiteX20" fmla="*/ 106073 w 112560"/>
                <a:gd name="connsiteY20" fmla="*/ 75969 h 149385"/>
                <a:gd name="connsiteX21" fmla="*/ 112463 w 112560"/>
                <a:gd name="connsiteY21" fmla="*/ 69585 h 149385"/>
                <a:gd name="connsiteX22" fmla="*/ 112463 w 112560"/>
                <a:gd name="connsiteY22" fmla="*/ 6384 h 149385"/>
                <a:gd name="connsiteX23" fmla="*/ 106712 w 112560"/>
                <a:gd name="connsiteY23" fmla="*/ 0 h 149385"/>
                <a:gd name="connsiteX24" fmla="*/ 100322 w 112560"/>
                <a:gd name="connsiteY24" fmla="*/ 63201 h 149385"/>
                <a:gd name="connsiteX25" fmla="*/ 94571 w 112560"/>
                <a:gd name="connsiteY25" fmla="*/ 63201 h 149385"/>
                <a:gd name="connsiteX26" fmla="*/ 88820 w 112560"/>
                <a:gd name="connsiteY26" fmla="*/ 66393 h 149385"/>
                <a:gd name="connsiteX27" fmla="*/ 77318 w 112560"/>
                <a:gd name="connsiteY27" fmla="*/ 88737 h 149385"/>
                <a:gd name="connsiteX28" fmla="*/ 77318 w 112560"/>
                <a:gd name="connsiteY28" fmla="*/ 89376 h 149385"/>
                <a:gd name="connsiteX29" fmla="*/ 60066 w 112560"/>
                <a:gd name="connsiteY29" fmla="*/ 89376 h 149385"/>
                <a:gd name="connsiteX30" fmla="*/ 53676 w 112560"/>
                <a:gd name="connsiteY30" fmla="*/ 94483 h 149385"/>
                <a:gd name="connsiteX31" fmla="*/ 49203 w 112560"/>
                <a:gd name="connsiteY31" fmla="*/ 115550 h 149385"/>
                <a:gd name="connsiteX32" fmla="*/ 54314 w 112560"/>
                <a:gd name="connsiteY32" fmla="*/ 123211 h 149385"/>
                <a:gd name="connsiteX33" fmla="*/ 55593 w 112560"/>
                <a:gd name="connsiteY33" fmla="*/ 123211 h 149385"/>
                <a:gd name="connsiteX34" fmla="*/ 69011 w 112560"/>
                <a:gd name="connsiteY34" fmla="*/ 123211 h 149385"/>
                <a:gd name="connsiteX35" fmla="*/ 69011 w 112560"/>
                <a:gd name="connsiteY35" fmla="*/ 136617 h 149385"/>
                <a:gd name="connsiteX36" fmla="*/ 12780 w 112560"/>
                <a:gd name="connsiteY36" fmla="*/ 136617 h 149385"/>
                <a:gd name="connsiteX37" fmla="*/ 12780 w 112560"/>
                <a:gd name="connsiteY37" fmla="*/ 123211 h 149385"/>
                <a:gd name="connsiteX38" fmla="*/ 23004 w 112560"/>
                <a:gd name="connsiteY38" fmla="*/ 123211 h 149385"/>
                <a:gd name="connsiteX39" fmla="*/ 29394 w 112560"/>
                <a:gd name="connsiteY39" fmla="*/ 118104 h 149385"/>
                <a:gd name="connsiteX40" fmla="*/ 40257 w 112560"/>
                <a:gd name="connsiteY40" fmla="*/ 70862 h 149385"/>
                <a:gd name="connsiteX41" fmla="*/ 38979 w 112560"/>
                <a:gd name="connsiteY41" fmla="*/ 65117 h 149385"/>
                <a:gd name="connsiteX42" fmla="*/ 33867 w 112560"/>
                <a:gd name="connsiteY42" fmla="*/ 62563 h 149385"/>
                <a:gd name="connsiteX43" fmla="*/ 26838 w 112560"/>
                <a:gd name="connsiteY43" fmla="*/ 62563 h 149385"/>
                <a:gd name="connsiteX44" fmla="*/ 16614 w 112560"/>
                <a:gd name="connsiteY44" fmla="*/ 58094 h 149385"/>
                <a:gd name="connsiteX45" fmla="*/ 12141 w 112560"/>
                <a:gd name="connsiteY45" fmla="*/ 47880 h 149385"/>
                <a:gd name="connsiteX46" fmla="*/ 12141 w 112560"/>
                <a:gd name="connsiteY46" fmla="*/ 26813 h 149385"/>
                <a:gd name="connsiteX47" fmla="*/ 26838 w 112560"/>
                <a:gd name="connsiteY47" fmla="*/ 12130 h 149385"/>
                <a:gd name="connsiteX48" fmla="*/ 100322 w 112560"/>
                <a:gd name="connsiteY48" fmla="*/ 12130 h 149385"/>
                <a:gd name="connsiteX49" fmla="*/ 100322 w 112560"/>
                <a:gd name="connsiteY49" fmla="*/ 63201 h 149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12560" h="149385">
                  <a:moveTo>
                    <a:pt x="106712" y="0"/>
                  </a:moveTo>
                  <a:lnTo>
                    <a:pt x="27477" y="0"/>
                  </a:lnTo>
                  <a:cubicBezTo>
                    <a:pt x="12141" y="0"/>
                    <a:pt x="0" y="12130"/>
                    <a:pt x="0" y="27451"/>
                  </a:cubicBezTo>
                  <a:lnTo>
                    <a:pt x="0" y="48518"/>
                  </a:lnTo>
                  <a:cubicBezTo>
                    <a:pt x="0" y="63201"/>
                    <a:pt x="11502" y="75331"/>
                    <a:pt x="26199" y="75969"/>
                  </a:cubicBezTo>
                  <a:lnTo>
                    <a:pt x="17892" y="110443"/>
                  </a:lnTo>
                  <a:lnTo>
                    <a:pt x="11502" y="110443"/>
                  </a:lnTo>
                  <a:cubicBezTo>
                    <a:pt x="5112" y="110443"/>
                    <a:pt x="0" y="115550"/>
                    <a:pt x="0" y="121934"/>
                  </a:cubicBezTo>
                  <a:lnTo>
                    <a:pt x="0" y="137894"/>
                  </a:lnTo>
                  <a:cubicBezTo>
                    <a:pt x="0" y="144278"/>
                    <a:pt x="5112" y="149385"/>
                    <a:pt x="11502" y="149385"/>
                  </a:cubicBezTo>
                  <a:lnTo>
                    <a:pt x="69650" y="149385"/>
                  </a:lnTo>
                  <a:cubicBezTo>
                    <a:pt x="76040" y="149385"/>
                    <a:pt x="81152" y="144278"/>
                    <a:pt x="81152" y="137894"/>
                  </a:cubicBezTo>
                  <a:lnTo>
                    <a:pt x="81152" y="121934"/>
                  </a:lnTo>
                  <a:cubicBezTo>
                    <a:pt x="81152" y="115550"/>
                    <a:pt x="76040" y="110443"/>
                    <a:pt x="69650" y="110443"/>
                  </a:cubicBezTo>
                  <a:lnTo>
                    <a:pt x="69650" y="110443"/>
                  </a:lnTo>
                  <a:lnTo>
                    <a:pt x="63261" y="110443"/>
                  </a:lnTo>
                  <a:lnTo>
                    <a:pt x="65177" y="102144"/>
                  </a:lnTo>
                  <a:lnTo>
                    <a:pt x="77957" y="102144"/>
                  </a:lnTo>
                  <a:cubicBezTo>
                    <a:pt x="83069" y="102144"/>
                    <a:pt x="87542" y="98952"/>
                    <a:pt x="88820" y="94483"/>
                  </a:cubicBezTo>
                  <a:lnTo>
                    <a:pt x="98405" y="75969"/>
                  </a:lnTo>
                  <a:lnTo>
                    <a:pt x="106073" y="75969"/>
                  </a:lnTo>
                  <a:cubicBezTo>
                    <a:pt x="109907" y="75969"/>
                    <a:pt x="112463" y="73416"/>
                    <a:pt x="112463" y="69585"/>
                  </a:cubicBezTo>
                  <a:lnTo>
                    <a:pt x="112463" y="6384"/>
                  </a:lnTo>
                  <a:cubicBezTo>
                    <a:pt x="113102" y="2554"/>
                    <a:pt x="110546" y="0"/>
                    <a:pt x="106712" y="0"/>
                  </a:cubicBezTo>
                  <a:close/>
                  <a:moveTo>
                    <a:pt x="100322" y="63201"/>
                  </a:moveTo>
                  <a:lnTo>
                    <a:pt x="94571" y="63201"/>
                  </a:lnTo>
                  <a:cubicBezTo>
                    <a:pt x="92015" y="63201"/>
                    <a:pt x="90098" y="64478"/>
                    <a:pt x="88820" y="66393"/>
                  </a:cubicBezTo>
                  <a:lnTo>
                    <a:pt x="77318" y="88737"/>
                  </a:lnTo>
                  <a:cubicBezTo>
                    <a:pt x="77318" y="88737"/>
                    <a:pt x="77318" y="89376"/>
                    <a:pt x="77318" y="89376"/>
                  </a:cubicBezTo>
                  <a:lnTo>
                    <a:pt x="60066" y="89376"/>
                  </a:lnTo>
                  <a:cubicBezTo>
                    <a:pt x="56871" y="89376"/>
                    <a:pt x="54314" y="91291"/>
                    <a:pt x="53676" y="94483"/>
                  </a:cubicBezTo>
                  <a:lnTo>
                    <a:pt x="49203" y="115550"/>
                  </a:lnTo>
                  <a:cubicBezTo>
                    <a:pt x="48564" y="118742"/>
                    <a:pt x="50481" y="122573"/>
                    <a:pt x="54314" y="123211"/>
                  </a:cubicBezTo>
                  <a:cubicBezTo>
                    <a:pt x="54954" y="123211"/>
                    <a:pt x="55593" y="123211"/>
                    <a:pt x="55593" y="123211"/>
                  </a:cubicBezTo>
                  <a:lnTo>
                    <a:pt x="69011" y="123211"/>
                  </a:lnTo>
                  <a:lnTo>
                    <a:pt x="69011" y="136617"/>
                  </a:lnTo>
                  <a:lnTo>
                    <a:pt x="12780" y="136617"/>
                  </a:lnTo>
                  <a:lnTo>
                    <a:pt x="12780" y="123211"/>
                  </a:lnTo>
                  <a:lnTo>
                    <a:pt x="23004" y="123211"/>
                  </a:lnTo>
                  <a:cubicBezTo>
                    <a:pt x="26199" y="123211"/>
                    <a:pt x="28755" y="121296"/>
                    <a:pt x="29394" y="118104"/>
                  </a:cubicBezTo>
                  <a:lnTo>
                    <a:pt x="40257" y="70862"/>
                  </a:lnTo>
                  <a:cubicBezTo>
                    <a:pt x="40896" y="68947"/>
                    <a:pt x="40257" y="67032"/>
                    <a:pt x="38979" y="65117"/>
                  </a:cubicBezTo>
                  <a:cubicBezTo>
                    <a:pt x="37701" y="63840"/>
                    <a:pt x="35784" y="62563"/>
                    <a:pt x="33867" y="62563"/>
                  </a:cubicBezTo>
                  <a:lnTo>
                    <a:pt x="26838" y="62563"/>
                  </a:lnTo>
                  <a:cubicBezTo>
                    <a:pt x="23004" y="62563"/>
                    <a:pt x="19170" y="60648"/>
                    <a:pt x="16614" y="58094"/>
                  </a:cubicBezTo>
                  <a:cubicBezTo>
                    <a:pt x="14058" y="55541"/>
                    <a:pt x="12141" y="51710"/>
                    <a:pt x="12141" y="47880"/>
                  </a:cubicBezTo>
                  <a:lnTo>
                    <a:pt x="12141" y="26813"/>
                  </a:lnTo>
                  <a:cubicBezTo>
                    <a:pt x="12141" y="18514"/>
                    <a:pt x="18531" y="12130"/>
                    <a:pt x="26838" y="12130"/>
                  </a:cubicBezTo>
                  <a:lnTo>
                    <a:pt x="100322" y="12130"/>
                  </a:lnTo>
                  <a:lnTo>
                    <a:pt x="100322" y="63201"/>
                  </a:lnTo>
                  <a:close/>
                </a:path>
              </a:pathLst>
            </a:custGeom>
            <a:solidFill>
              <a:srgbClr val="00A3E0"/>
            </a:solidFill>
            <a:ln w="6390" cap="flat">
              <a:noFill/>
              <a:prstDash val="solid"/>
              <a:miter/>
            </a:ln>
          </p:spPr>
          <p:txBody>
            <a:bodyPr rtlCol="0" anchor="ctr"/>
            <a:lstStyle/>
            <a:p>
              <a:endParaRPr lang="en-US"/>
            </a:p>
          </p:txBody>
        </p:sp>
        <p:sp>
          <p:nvSpPr>
            <p:cNvPr id="946" name="Graphic 4">
              <a:extLst>
                <a:ext uri="{FF2B5EF4-FFF2-40B4-BE49-F238E27FC236}">
                  <a16:creationId xmlns:a16="http://schemas.microsoft.com/office/drawing/2014/main" id="{056D2D1C-FBE8-3244-9E0A-F3F2CAE71308}"/>
                </a:ext>
              </a:extLst>
            </p:cNvPr>
            <p:cNvSpPr/>
            <p:nvPr/>
          </p:nvSpPr>
          <p:spPr>
            <a:xfrm>
              <a:off x="5908774" y="2980106"/>
              <a:ext cx="97127" cy="72237"/>
            </a:xfrm>
            <a:custGeom>
              <a:avLst/>
              <a:gdLst>
                <a:gd name="connsiteX0" fmla="*/ 92015 w 97127"/>
                <a:gd name="connsiteY0" fmla="*/ 30103 h 72237"/>
                <a:gd name="connsiteX1" fmla="*/ 34505 w 97127"/>
                <a:gd name="connsiteY1" fmla="*/ 30103 h 72237"/>
                <a:gd name="connsiteX2" fmla="*/ 34505 w 97127"/>
                <a:gd name="connsiteY2" fmla="*/ 20527 h 72237"/>
                <a:gd name="connsiteX3" fmla="*/ 27477 w 97127"/>
                <a:gd name="connsiteY3" fmla="*/ 9675 h 72237"/>
                <a:gd name="connsiteX4" fmla="*/ 9585 w 97127"/>
                <a:gd name="connsiteY4" fmla="*/ 737 h 72237"/>
                <a:gd name="connsiteX5" fmla="*/ 3195 w 97127"/>
                <a:gd name="connsiteY5" fmla="*/ 737 h 72237"/>
                <a:gd name="connsiteX6" fmla="*/ 0 w 97127"/>
                <a:gd name="connsiteY6" fmla="*/ 6483 h 72237"/>
                <a:gd name="connsiteX7" fmla="*/ 0 w 97127"/>
                <a:gd name="connsiteY7" fmla="*/ 65854 h 72237"/>
                <a:gd name="connsiteX8" fmla="*/ 3195 w 97127"/>
                <a:gd name="connsiteY8" fmla="*/ 70961 h 72237"/>
                <a:gd name="connsiteX9" fmla="*/ 6390 w 97127"/>
                <a:gd name="connsiteY9" fmla="*/ 72238 h 72237"/>
                <a:gd name="connsiteX10" fmla="*/ 8946 w 97127"/>
                <a:gd name="connsiteY10" fmla="*/ 71599 h 72237"/>
                <a:gd name="connsiteX11" fmla="*/ 26199 w 97127"/>
                <a:gd name="connsiteY11" fmla="*/ 63300 h 72237"/>
                <a:gd name="connsiteX12" fmla="*/ 33228 w 97127"/>
                <a:gd name="connsiteY12" fmla="*/ 52447 h 72237"/>
                <a:gd name="connsiteX13" fmla="*/ 33228 w 97127"/>
                <a:gd name="connsiteY13" fmla="*/ 42871 h 72237"/>
                <a:gd name="connsiteX14" fmla="*/ 90737 w 97127"/>
                <a:gd name="connsiteY14" fmla="*/ 42871 h 72237"/>
                <a:gd name="connsiteX15" fmla="*/ 97127 w 97127"/>
                <a:gd name="connsiteY15" fmla="*/ 36487 h 72237"/>
                <a:gd name="connsiteX16" fmla="*/ 92015 w 97127"/>
                <a:gd name="connsiteY16" fmla="*/ 30103 h 72237"/>
                <a:gd name="connsiteX17" fmla="*/ 92015 w 97127"/>
                <a:gd name="connsiteY17" fmla="*/ 30103 h 72237"/>
                <a:gd name="connsiteX18" fmla="*/ 21726 w 97127"/>
                <a:gd name="connsiteY18" fmla="*/ 51809 h 72237"/>
                <a:gd name="connsiteX19" fmla="*/ 13419 w 97127"/>
                <a:gd name="connsiteY19" fmla="*/ 55639 h 72237"/>
                <a:gd name="connsiteX20" fmla="*/ 13419 w 97127"/>
                <a:gd name="connsiteY20" fmla="*/ 16697 h 72237"/>
                <a:gd name="connsiteX21" fmla="*/ 21726 w 97127"/>
                <a:gd name="connsiteY21" fmla="*/ 20527 h 72237"/>
                <a:gd name="connsiteX22" fmla="*/ 21726 w 97127"/>
                <a:gd name="connsiteY22" fmla="*/ 51809 h 72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7127" h="72237">
                  <a:moveTo>
                    <a:pt x="92015" y="30103"/>
                  </a:moveTo>
                  <a:lnTo>
                    <a:pt x="34505" y="30103"/>
                  </a:lnTo>
                  <a:lnTo>
                    <a:pt x="34505" y="20527"/>
                  </a:lnTo>
                  <a:cubicBezTo>
                    <a:pt x="34505" y="16059"/>
                    <a:pt x="31950" y="11590"/>
                    <a:pt x="27477" y="9675"/>
                  </a:cubicBezTo>
                  <a:lnTo>
                    <a:pt x="9585" y="737"/>
                  </a:lnTo>
                  <a:cubicBezTo>
                    <a:pt x="7668" y="-540"/>
                    <a:pt x="5112" y="99"/>
                    <a:pt x="3195" y="737"/>
                  </a:cubicBezTo>
                  <a:cubicBezTo>
                    <a:pt x="1278" y="2014"/>
                    <a:pt x="0" y="3929"/>
                    <a:pt x="0" y="6483"/>
                  </a:cubicBezTo>
                  <a:lnTo>
                    <a:pt x="0" y="65854"/>
                  </a:lnTo>
                  <a:cubicBezTo>
                    <a:pt x="0" y="67769"/>
                    <a:pt x="1278" y="70323"/>
                    <a:pt x="3195" y="70961"/>
                  </a:cubicBezTo>
                  <a:cubicBezTo>
                    <a:pt x="4473" y="71599"/>
                    <a:pt x="5112" y="72238"/>
                    <a:pt x="6390" y="72238"/>
                  </a:cubicBezTo>
                  <a:cubicBezTo>
                    <a:pt x="7668" y="72238"/>
                    <a:pt x="8307" y="72238"/>
                    <a:pt x="8946" y="71599"/>
                  </a:cubicBezTo>
                  <a:lnTo>
                    <a:pt x="26199" y="63300"/>
                  </a:lnTo>
                  <a:cubicBezTo>
                    <a:pt x="30672" y="61385"/>
                    <a:pt x="33228" y="57555"/>
                    <a:pt x="33228" y="52447"/>
                  </a:cubicBezTo>
                  <a:lnTo>
                    <a:pt x="33228" y="42871"/>
                  </a:lnTo>
                  <a:lnTo>
                    <a:pt x="90737" y="42871"/>
                  </a:lnTo>
                  <a:cubicBezTo>
                    <a:pt x="94571" y="42871"/>
                    <a:pt x="97127" y="40318"/>
                    <a:pt x="97127" y="36487"/>
                  </a:cubicBezTo>
                  <a:cubicBezTo>
                    <a:pt x="97127" y="32657"/>
                    <a:pt x="95210" y="30103"/>
                    <a:pt x="92015" y="30103"/>
                  </a:cubicBezTo>
                  <a:lnTo>
                    <a:pt x="92015" y="30103"/>
                  </a:lnTo>
                  <a:close/>
                  <a:moveTo>
                    <a:pt x="21726" y="51809"/>
                  </a:moveTo>
                  <a:lnTo>
                    <a:pt x="13419" y="55639"/>
                  </a:lnTo>
                  <a:lnTo>
                    <a:pt x="13419" y="16697"/>
                  </a:lnTo>
                  <a:lnTo>
                    <a:pt x="21726" y="20527"/>
                  </a:lnTo>
                  <a:lnTo>
                    <a:pt x="21726" y="51809"/>
                  </a:lnTo>
                  <a:close/>
                </a:path>
              </a:pathLst>
            </a:custGeom>
            <a:solidFill>
              <a:srgbClr val="00A3E0"/>
            </a:solidFill>
            <a:ln w="6390" cap="flat">
              <a:noFill/>
              <a:prstDash val="solid"/>
              <a:miter/>
            </a:ln>
          </p:spPr>
          <p:txBody>
            <a:bodyPr rtlCol="0" anchor="ctr"/>
            <a:lstStyle/>
            <a:p>
              <a:endParaRPr lang="en-US"/>
            </a:p>
          </p:txBody>
        </p:sp>
        <p:sp>
          <p:nvSpPr>
            <p:cNvPr id="947" name="Graphic 4">
              <a:extLst>
                <a:ext uri="{FF2B5EF4-FFF2-40B4-BE49-F238E27FC236}">
                  <a16:creationId xmlns:a16="http://schemas.microsoft.com/office/drawing/2014/main" id="{4935D7E1-42BB-8941-BE5E-B8EF71BFEAD0}"/>
                </a:ext>
              </a:extLst>
            </p:cNvPr>
            <p:cNvSpPr/>
            <p:nvPr/>
          </p:nvSpPr>
          <p:spPr>
            <a:xfrm>
              <a:off x="5963728" y="2944455"/>
              <a:ext cx="12779" cy="53625"/>
            </a:xfrm>
            <a:custGeom>
              <a:avLst/>
              <a:gdLst>
                <a:gd name="connsiteX0" fmla="*/ 6390 w 12779"/>
                <a:gd name="connsiteY0" fmla="*/ 53625 h 53625"/>
                <a:gd name="connsiteX1" fmla="*/ 12780 w 12779"/>
                <a:gd name="connsiteY1" fmla="*/ 47241 h 53625"/>
                <a:gd name="connsiteX2" fmla="*/ 12780 w 12779"/>
                <a:gd name="connsiteY2" fmla="*/ 6384 h 53625"/>
                <a:gd name="connsiteX3" fmla="*/ 6390 w 12779"/>
                <a:gd name="connsiteY3" fmla="*/ 0 h 53625"/>
                <a:gd name="connsiteX4" fmla="*/ 0 w 12779"/>
                <a:gd name="connsiteY4" fmla="*/ 6384 h 53625"/>
                <a:gd name="connsiteX5" fmla="*/ 0 w 12779"/>
                <a:gd name="connsiteY5" fmla="*/ 47241 h 53625"/>
                <a:gd name="connsiteX6" fmla="*/ 6390 w 12779"/>
                <a:gd name="connsiteY6" fmla="*/ 53625 h 5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53625">
                  <a:moveTo>
                    <a:pt x="6390" y="53625"/>
                  </a:moveTo>
                  <a:cubicBezTo>
                    <a:pt x="10224" y="53625"/>
                    <a:pt x="12780" y="51072"/>
                    <a:pt x="12780" y="47241"/>
                  </a:cubicBezTo>
                  <a:lnTo>
                    <a:pt x="12780" y="6384"/>
                  </a:lnTo>
                  <a:cubicBezTo>
                    <a:pt x="12780" y="2554"/>
                    <a:pt x="10224" y="0"/>
                    <a:pt x="6390" y="0"/>
                  </a:cubicBezTo>
                  <a:cubicBezTo>
                    <a:pt x="2556" y="0"/>
                    <a:pt x="0" y="2554"/>
                    <a:pt x="0" y="6384"/>
                  </a:cubicBezTo>
                  <a:lnTo>
                    <a:pt x="0" y="47241"/>
                  </a:lnTo>
                  <a:cubicBezTo>
                    <a:pt x="0" y="51072"/>
                    <a:pt x="3195" y="53625"/>
                    <a:pt x="6390" y="53625"/>
                  </a:cubicBezTo>
                  <a:close/>
                </a:path>
              </a:pathLst>
            </a:custGeom>
            <a:solidFill>
              <a:srgbClr val="00A3E0"/>
            </a:solidFill>
            <a:ln w="6390" cap="flat">
              <a:noFill/>
              <a:prstDash val="solid"/>
              <a:miter/>
            </a:ln>
          </p:spPr>
          <p:txBody>
            <a:bodyPr rtlCol="0" anchor="ctr"/>
            <a:lstStyle/>
            <a:p>
              <a:endParaRPr lang="en-US"/>
            </a:p>
          </p:txBody>
        </p:sp>
        <p:sp>
          <p:nvSpPr>
            <p:cNvPr id="948" name="Graphic 4">
              <a:extLst>
                <a:ext uri="{FF2B5EF4-FFF2-40B4-BE49-F238E27FC236}">
                  <a16:creationId xmlns:a16="http://schemas.microsoft.com/office/drawing/2014/main" id="{AB20651D-2164-9C4F-B565-1054FF218A45}"/>
                </a:ext>
              </a:extLst>
            </p:cNvPr>
            <p:cNvSpPr/>
            <p:nvPr/>
          </p:nvSpPr>
          <p:spPr>
            <a:xfrm>
              <a:off x="5963728" y="3033831"/>
              <a:ext cx="12779" cy="94482"/>
            </a:xfrm>
            <a:custGeom>
              <a:avLst/>
              <a:gdLst>
                <a:gd name="connsiteX0" fmla="*/ 6390 w 12779"/>
                <a:gd name="connsiteY0" fmla="*/ 0 h 94482"/>
                <a:gd name="connsiteX1" fmla="*/ 0 w 12779"/>
                <a:gd name="connsiteY1" fmla="*/ 6384 h 94482"/>
                <a:gd name="connsiteX2" fmla="*/ 0 w 12779"/>
                <a:gd name="connsiteY2" fmla="*/ 88099 h 94482"/>
                <a:gd name="connsiteX3" fmla="*/ 6390 w 12779"/>
                <a:gd name="connsiteY3" fmla="*/ 94483 h 94482"/>
                <a:gd name="connsiteX4" fmla="*/ 12780 w 12779"/>
                <a:gd name="connsiteY4" fmla="*/ 88099 h 94482"/>
                <a:gd name="connsiteX5" fmla="*/ 12780 w 12779"/>
                <a:gd name="connsiteY5" fmla="*/ 6384 h 94482"/>
                <a:gd name="connsiteX6" fmla="*/ 6390 w 12779"/>
                <a:gd name="connsiteY6" fmla="*/ 0 h 94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94482">
                  <a:moveTo>
                    <a:pt x="6390" y="0"/>
                  </a:moveTo>
                  <a:cubicBezTo>
                    <a:pt x="2556" y="0"/>
                    <a:pt x="0" y="2554"/>
                    <a:pt x="0" y="6384"/>
                  </a:cubicBezTo>
                  <a:lnTo>
                    <a:pt x="0" y="88099"/>
                  </a:lnTo>
                  <a:cubicBezTo>
                    <a:pt x="0" y="91929"/>
                    <a:pt x="2556" y="94483"/>
                    <a:pt x="6390" y="94483"/>
                  </a:cubicBezTo>
                  <a:cubicBezTo>
                    <a:pt x="10224" y="94483"/>
                    <a:pt x="12780" y="91929"/>
                    <a:pt x="12780" y="88099"/>
                  </a:cubicBezTo>
                  <a:lnTo>
                    <a:pt x="12780" y="6384"/>
                  </a:lnTo>
                  <a:cubicBezTo>
                    <a:pt x="12780" y="3192"/>
                    <a:pt x="10224" y="0"/>
                    <a:pt x="6390" y="0"/>
                  </a:cubicBezTo>
                  <a:close/>
                </a:path>
              </a:pathLst>
            </a:custGeom>
            <a:solidFill>
              <a:srgbClr val="00A3E0"/>
            </a:solidFill>
            <a:ln w="6390" cap="flat">
              <a:noFill/>
              <a:prstDash val="solid"/>
              <a:miter/>
            </a:ln>
          </p:spPr>
          <p:txBody>
            <a:bodyPr rtlCol="0" anchor="ctr"/>
            <a:lstStyle/>
            <a:p>
              <a:endParaRPr lang="en-US"/>
            </a:p>
          </p:txBody>
        </p:sp>
        <p:sp>
          <p:nvSpPr>
            <p:cNvPr id="949" name="Graphic 4">
              <a:extLst>
                <a:ext uri="{FF2B5EF4-FFF2-40B4-BE49-F238E27FC236}">
                  <a16:creationId xmlns:a16="http://schemas.microsoft.com/office/drawing/2014/main" id="{F9B204E8-0ADE-2D40-9A6B-ED6FC6C305CC}"/>
                </a:ext>
              </a:extLst>
            </p:cNvPr>
            <p:cNvSpPr/>
            <p:nvPr/>
          </p:nvSpPr>
          <p:spPr>
            <a:xfrm>
              <a:off x="5933895" y="2953592"/>
              <a:ext cx="21965" cy="26273"/>
            </a:xfrm>
            <a:custGeom>
              <a:avLst/>
              <a:gdLst>
                <a:gd name="connsiteX0" fmla="*/ 10024 w 21965"/>
                <a:gd name="connsiteY0" fmla="*/ 23421 h 26273"/>
                <a:gd name="connsiteX1" fmla="*/ 18970 w 21965"/>
                <a:gd name="connsiteY1" fmla="*/ 24698 h 26273"/>
                <a:gd name="connsiteX2" fmla="*/ 20887 w 21965"/>
                <a:gd name="connsiteY2" fmla="*/ 15760 h 26273"/>
                <a:gd name="connsiteX3" fmla="*/ 20887 w 21965"/>
                <a:gd name="connsiteY3" fmla="*/ 15760 h 26273"/>
                <a:gd name="connsiteX4" fmla="*/ 11941 w 21965"/>
                <a:gd name="connsiteY4" fmla="*/ 2992 h 26273"/>
                <a:gd name="connsiteX5" fmla="*/ 2995 w 21965"/>
                <a:gd name="connsiteY5" fmla="*/ 1077 h 26273"/>
                <a:gd name="connsiteX6" fmla="*/ 1078 w 21965"/>
                <a:gd name="connsiteY6" fmla="*/ 10015 h 26273"/>
                <a:gd name="connsiteX7" fmla="*/ 1718 w 21965"/>
                <a:gd name="connsiteY7" fmla="*/ 10653 h 26273"/>
                <a:gd name="connsiteX8" fmla="*/ 10024 w 21965"/>
                <a:gd name="connsiteY8" fmla="*/ 23421 h 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65" h="26273">
                  <a:moveTo>
                    <a:pt x="10024" y="23421"/>
                  </a:moveTo>
                  <a:cubicBezTo>
                    <a:pt x="11941" y="26613"/>
                    <a:pt x="15775" y="27252"/>
                    <a:pt x="18970" y="24698"/>
                  </a:cubicBezTo>
                  <a:cubicBezTo>
                    <a:pt x="22165" y="22783"/>
                    <a:pt x="22804" y="18952"/>
                    <a:pt x="20887" y="15760"/>
                  </a:cubicBezTo>
                  <a:cubicBezTo>
                    <a:pt x="20887" y="15760"/>
                    <a:pt x="20887" y="15760"/>
                    <a:pt x="20887" y="15760"/>
                  </a:cubicBezTo>
                  <a:lnTo>
                    <a:pt x="11941" y="2992"/>
                  </a:lnTo>
                  <a:cubicBezTo>
                    <a:pt x="10024" y="-200"/>
                    <a:pt x="6190" y="-838"/>
                    <a:pt x="2995" y="1077"/>
                  </a:cubicBezTo>
                  <a:cubicBezTo>
                    <a:pt x="-200" y="2992"/>
                    <a:pt x="-839" y="6823"/>
                    <a:pt x="1078" y="10015"/>
                  </a:cubicBezTo>
                  <a:cubicBezTo>
                    <a:pt x="1078" y="10015"/>
                    <a:pt x="1078" y="10653"/>
                    <a:pt x="1718" y="10653"/>
                  </a:cubicBezTo>
                  <a:lnTo>
                    <a:pt x="10024" y="23421"/>
                  </a:lnTo>
                  <a:close/>
                </a:path>
              </a:pathLst>
            </a:custGeom>
            <a:solidFill>
              <a:srgbClr val="00A3E0"/>
            </a:solidFill>
            <a:ln w="6390" cap="flat">
              <a:noFill/>
              <a:prstDash val="solid"/>
              <a:miter/>
            </a:ln>
          </p:spPr>
          <p:txBody>
            <a:bodyPr rtlCol="0" anchor="ctr"/>
            <a:lstStyle/>
            <a:p>
              <a:endParaRPr lang="en-US"/>
            </a:p>
          </p:txBody>
        </p:sp>
        <p:sp>
          <p:nvSpPr>
            <p:cNvPr id="950" name="Graphic 4">
              <a:extLst>
                <a:ext uri="{FF2B5EF4-FFF2-40B4-BE49-F238E27FC236}">
                  <a16:creationId xmlns:a16="http://schemas.microsoft.com/office/drawing/2014/main" id="{DA520B9B-B92A-414A-8891-7457C85B05C3}"/>
                </a:ext>
              </a:extLst>
            </p:cNvPr>
            <p:cNvSpPr/>
            <p:nvPr/>
          </p:nvSpPr>
          <p:spPr>
            <a:xfrm>
              <a:off x="5933858" y="3055876"/>
              <a:ext cx="21592" cy="25834"/>
            </a:xfrm>
            <a:custGeom>
              <a:avLst/>
              <a:gdLst>
                <a:gd name="connsiteX0" fmla="*/ 10061 w 21592"/>
                <a:gd name="connsiteY0" fmla="*/ 2853 h 25834"/>
                <a:gd name="connsiteX1" fmla="*/ 1115 w 21592"/>
                <a:gd name="connsiteY1" fmla="*/ 15620 h 25834"/>
                <a:gd name="connsiteX2" fmla="*/ 2393 w 21592"/>
                <a:gd name="connsiteY2" fmla="*/ 24558 h 25834"/>
                <a:gd name="connsiteX3" fmla="*/ 2393 w 21592"/>
                <a:gd name="connsiteY3" fmla="*/ 24558 h 25834"/>
                <a:gd name="connsiteX4" fmla="*/ 6226 w 21592"/>
                <a:gd name="connsiteY4" fmla="*/ 25835 h 25834"/>
                <a:gd name="connsiteX5" fmla="*/ 11339 w 21592"/>
                <a:gd name="connsiteY5" fmla="*/ 23281 h 25834"/>
                <a:gd name="connsiteX6" fmla="*/ 20284 w 21592"/>
                <a:gd name="connsiteY6" fmla="*/ 10513 h 25834"/>
                <a:gd name="connsiteX7" fmla="*/ 19006 w 21592"/>
                <a:gd name="connsiteY7" fmla="*/ 1576 h 25834"/>
                <a:gd name="connsiteX8" fmla="*/ 10061 w 21592"/>
                <a:gd name="connsiteY8" fmla="*/ 2853 h 25834"/>
                <a:gd name="connsiteX9" fmla="*/ 10061 w 21592"/>
                <a:gd name="connsiteY9" fmla="*/ 2853 h 25834"/>
                <a:gd name="connsiteX10" fmla="*/ 10061 w 21592"/>
                <a:gd name="connsiteY10" fmla="*/ 2853 h 25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92" h="25834">
                  <a:moveTo>
                    <a:pt x="10061" y="2853"/>
                  </a:moveTo>
                  <a:lnTo>
                    <a:pt x="1115" y="15620"/>
                  </a:lnTo>
                  <a:cubicBezTo>
                    <a:pt x="-802" y="18174"/>
                    <a:pt x="-163" y="22643"/>
                    <a:pt x="2393" y="24558"/>
                  </a:cubicBezTo>
                  <a:cubicBezTo>
                    <a:pt x="2393" y="24558"/>
                    <a:pt x="2393" y="24558"/>
                    <a:pt x="2393" y="24558"/>
                  </a:cubicBezTo>
                  <a:cubicBezTo>
                    <a:pt x="3671" y="25196"/>
                    <a:pt x="4949" y="25835"/>
                    <a:pt x="6226" y="25835"/>
                  </a:cubicBezTo>
                  <a:cubicBezTo>
                    <a:pt x="8144" y="25835"/>
                    <a:pt x="10061" y="24558"/>
                    <a:pt x="11339" y="23281"/>
                  </a:cubicBezTo>
                  <a:lnTo>
                    <a:pt x="20284" y="10513"/>
                  </a:lnTo>
                  <a:cubicBezTo>
                    <a:pt x="22201" y="7960"/>
                    <a:pt x="22201" y="3491"/>
                    <a:pt x="19006" y="1576"/>
                  </a:cubicBezTo>
                  <a:cubicBezTo>
                    <a:pt x="16451" y="-978"/>
                    <a:pt x="12616" y="-339"/>
                    <a:pt x="10061" y="2853"/>
                  </a:cubicBezTo>
                  <a:cubicBezTo>
                    <a:pt x="10061" y="2214"/>
                    <a:pt x="10061" y="2853"/>
                    <a:pt x="10061" y="2853"/>
                  </a:cubicBezTo>
                  <a:lnTo>
                    <a:pt x="10061" y="2853"/>
                  </a:lnTo>
                  <a:close/>
                </a:path>
              </a:pathLst>
            </a:custGeom>
            <a:solidFill>
              <a:srgbClr val="00A3E0"/>
            </a:solidFill>
            <a:ln w="6390" cap="flat">
              <a:noFill/>
              <a:prstDash val="solid"/>
              <a:miter/>
            </a:ln>
          </p:spPr>
          <p:txBody>
            <a:bodyPr rtlCol="0" anchor="ctr"/>
            <a:lstStyle/>
            <a:p>
              <a:endParaRPr lang="en-US"/>
            </a:p>
          </p:txBody>
        </p:sp>
      </p:grpSp>
      <p:grpSp>
        <p:nvGrpSpPr>
          <p:cNvPr id="951" name="Graphic 4">
            <a:extLst>
              <a:ext uri="{FF2B5EF4-FFF2-40B4-BE49-F238E27FC236}">
                <a16:creationId xmlns:a16="http://schemas.microsoft.com/office/drawing/2014/main" id="{1A80505A-F83B-E848-A22C-28A90EFB3DA4}"/>
              </a:ext>
            </a:extLst>
          </p:cNvPr>
          <p:cNvGrpSpPr>
            <a:grpSpLocks noChangeAspect="1"/>
          </p:cNvGrpSpPr>
          <p:nvPr/>
        </p:nvGrpSpPr>
        <p:grpSpPr>
          <a:xfrm>
            <a:off x="467104" y="918179"/>
            <a:ext cx="362309" cy="361971"/>
            <a:chOff x="467104" y="918179"/>
            <a:chExt cx="362309" cy="361971"/>
          </a:xfrm>
          <a:solidFill>
            <a:srgbClr val="0076A8"/>
          </a:solidFill>
        </p:grpSpPr>
        <p:sp>
          <p:nvSpPr>
            <p:cNvPr id="952" name="Graphic 4">
              <a:extLst>
                <a:ext uri="{FF2B5EF4-FFF2-40B4-BE49-F238E27FC236}">
                  <a16:creationId xmlns:a16="http://schemas.microsoft.com/office/drawing/2014/main" id="{4DEF8409-C638-DB46-8517-7D7940F412AD}"/>
                </a:ext>
              </a:extLst>
            </p:cNvPr>
            <p:cNvSpPr/>
            <p:nvPr/>
          </p:nvSpPr>
          <p:spPr>
            <a:xfrm>
              <a:off x="467104" y="918179"/>
              <a:ext cx="362309" cy="361971"/>
            </a:xfrm>
            <a:custGeom>
              <a:avLst/>
              <a:gdLst>
                <a:gd name="connsiteX0" fmla="*/ 181474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1474 w 362309"/>
                <a:gd name="connsiteY4" fmla="*/ 0 h 361971"/>
                <a:gd name="connsiteX5" fmla="*/ 181474 w 362309"/>
                <a:gd name="connsiteY5" fmla="*/ 0 h 361971"/>
                <a:gd name="connsiteX6" fmla="*/ 181474 w 362309"/>
                <a:gd name="connsiteY6" fmla="*/ 349204 h 361971"/>
                <a:gd name="connsiteX7" fmla="*/ 13419 w 362309"/>
                <a:gd name="connsiteY7" fmla="*/ 180667 h 361971"/>
                <a:gd name="connsiteX8" fmla="*/ 181474 w 362309"/>
                <a:gd name="connsiteY8" fmla="*/ 12768 h 361971"/>
                <a:gd name="connsiteX9" fmla="*/ 349530 w 362309"/>
                <a:gd name="connsiteY9" fmla="*/ 180667 h 361971"/>
                <a:gd name="connsiteX10" fmla="*/ 181474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1474" y="0"/>
                  </a:moveTo>
                  <a:cubicBezTo>
                    <a:pt x="81152" y="0"/>
                    <a:pt x="0" y="81077"/>
                    <a:pt x="0" y="181305"/>
                  </a:cubicBezTo>
                  <a:cubicBezTo>
                    <a:pt x="0" y="281534"/>
                    <a:pt x="81152" y="361972"/>
                    <a:pt x="181474" y="361972"/>
                  </a:cubicBezTo>
                  <a:cubicBezTo>
                    <a:pt x="281796" y="361972"/>
                    <a:pt x="362309" y="280895"/>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768"/>
                    <a:pt x="181474" y="12768"/>
                  </a:cubicBezTo>
                  <a:cubicBezTo>
                    <a:pt x="274128" y="12768"/>
                    <a:pt x="349530" y="88099"/>
                    <a:pt x="349530" y="180667"/>
                  </a:cubicBezTo>
                  <a:cubicBezTo>
                    <a:pt x="349530" y="273873"/>
                    <a:pt x="274128" y="349204"/>
                    <a:pt x="181474" y="349204"/>
                  </a:cubicBezTo>
                  <a:close/>
                </a:path>
              </a:pathLst>
            </a:custGeom>
            <a:solidFill>
              <a:srgbClr val="0076A8"/>
            </a:solidFill>
            <a:ln w="6390" cap="flat">
              <a:noFill/>
              <a:prstDash val="solid"/>
              <a:miter/>
            </a:ln>
          </p:spPr>
          <p:txBody>
            <a:bodyPr rtlCol="0" anchor="ctr"/>
            <a:lstStyle/>
            <a:p>
              <a:endParaRPr lang="en-US"/>
            </a:p>
          </p:txBody>
        </p:sp>
        <p:sp>
          <p:nvSpPr>
            <p:cNvPr id="953" name="Graphic 4">
              <a:extLst>
                <a:ext uri="{FF2B5EF4-FFF2-40B4-BE49-F238E27FC236}">
                  <a16:creationId xmlns:a16="http://schemas.microsoft.com/office/drawing/2014/main" id="{932735A6-F37B-3642-8F78-A6C945B167CB}"/>
                </a:ext>
              </a:extLst>
            </p:cNvPr>
            <p:cNvSpPr/>
            <p:nvPr/>
          </p:nvSpPr>
          <p:spPr>
            <a:xfrm>
              <a:off x="540588" y="1007554"/>
              <a:ext cx="216618" cy="182581"/>
            </a:xfrm>
            <a:custGeom>
              <a:avLst/>
              <a:gdLst>
                <a:gd name="connsiteX0" fmla="*/ 209590 w 216618"/>
                <a:gd name="connsiteY0" fmla="*/ 82992 h 182581"/>
                <a:gd name="connsiteX1" fmla="*/ 198727 w 216618"/>
                <a:gd name="connsiteY1" fmla="*/ 82992 h 182581"/>
                <a:gd name="connsiteX2" fmla="*/ 198727 w 216618"/>
                <a:gd name="connsiteY2" fmla="*/ 63840 h 182581"/>
                <a:gd name="connsiteX3" fmla="*/ 205117 w 216618"/>
                <a:gd name="connsiteY3" fmla="*/ 63840 h 182581"/>
                <a:gd name="connsiteX4" fmla="*/ 211507 w 216618"/>
                <a:gd name="connsiteY4" fmla="*/ 57456 h 182581"/>
                <a:gd name="connsiteX5" fmla="*/ 205117 w 216618"/>
                <a:gd name="connsiteY5" fmla="*/ 51072 h 182581"/>
                <a:gd name="connsiteX6" fmla="*/ 155914 w 216618"/>
                <a:gd name="connsiteY6" fmla="*/ 51072 h 182581"/>
                <a:gd name="connsiteX7" fmla="*/ 149525 w 216618"/>
                <a:gd name="connsiteY7" fmla="*/ 57456 h 182581"/>
                <a:gd name="connsiteX8" fmla="*/ 155914 w 216618"/>
                <a:gd name="connsiteY8" fmla="*/ 63840 h 182581"/>
                <a:gd name="connsiteX9" fmla="*/ 159748 w 216618"/>
                <a:gd name="connsiteY9" fmla="*/ 63840 h 182581"/>
                <a:gd name="connsiteX10" fmla="*/ 159748 w 216618"/>
                <a:gd name="connsiteY10" fmla="*/ 76608 h 182581"/>
                <a:gd name="connsiteX11" fmla="*/ 130355 w 216618"/>
                <a:gd name="connsiteY11" fmla="*/ 76608 h 182581"/>
                <a:gd name="connsiteX12" fmla="*/ 123965 w 216618"/>
                <a:gd name="connsiteY12" fmla="*/ 82992 h 182581"/>
                <a:gd name="connsiteX13" fmla="*/ 123965 w 216618"/>
                <a:gd name="connsiteY13" fmla="*/ 94483 h 182581"/>
                <a:gd name="connsiteX14" fmla="*/ 120131 w 216618"/>
                <a:gd name="connsiteY14" fmla="*/ 94483 h 182581"/>
                <a:gd name="connsiteX15" fmla="*/ 114380 w 216618"/>
                <a:gd name="connsiteY15" fmla="*/ 34474 h 182581"/>
                <a:gd name="connsiteX16" fmla="*/ 107990 w 216618"/>
                <a:gd name="connsiteY16" fmla="*/ 28728 h 182581"/>
                <a:gd name="connsiteX17" fmla="*/ 84347 w 216618"/>
                <a:gd name="connsiteY17" fmla="*/ 28728 h 182581"/>
                <a:gd name="connsiteX18" fmla="*/ 77957 w 216618"/>
                <a:gd name="connsiteY18" fmla="*/ 34474 h 182581"/>
                <a:gd name="connsiteX19" fmla="*/ 72845 w 216618"/>
                <a:gd name="connsiteY19" fmla="*/ 87461 h 182581"/>
                <a:gd name="connsiteX20" fmla="*/ 63899 w 216618"/>
                <a:gd name="connsiteY20" fmla="*/ 5746 h 182581"/>
                <a:gd name="connsiteX21" fmla="*/ 57509 w 216618"/>
                <a:gd name="connsiteY21" fmla="*/ 0 h 182581"/>
                <a:gd name="connsiteX22" fmla="*/ 29394 w 216618"/>
                <a:gd name="connsiteY22" fmla="*/ 0 h 182581"/>
                <a:gd name="connsiteX23" fmla="*/ 23004 w 216618"/>
                <a:gd name="connsiteY23" fmla="*/ 5746 h 182581"/>
                <a:gd name="connsiteX24" fmla="*/ 15336 w 216618"/>
                <a:gd name="connsiteY24" fmla="*/ 89376 h 182581"/>
                <a:gd name="connsiteX25" fmla="*/ 3834 w 216618"/>
                <a:gd name="connsiteY25" fmla="*/ 94483 h 182581"/>
                <a:gd name="connsiteX26" fmla="*/ 0 w 216618"/>
                <a:gd name="connsiteY26" fmla="*/ 100229 h 182581"/>
                <a:gd name="connsiteX27" fmla="*/ 0 w 216618"/>
                <a:gd name="connsiteY27" fmla="*/ 176198 h 182581"/>
                <a:gd name="connsiteX28" fmla="*/ 6390 w 216618"/>
                <a:gd name="connsiteY28" fmla="*/ 182582 h 182581"/>
                <a:gd name="connsiteX29" fmla="*/ 210229 w 216618"/>
                <a:gd name="connsiteY29" fmla="*/ 182582 h 182581"/>
                <a:gd name="connsiteX30" fmla="*/ 216619 w 216618"/>
                <a:gd name="connsiteY30" fmla="*/ 176198 h 182581"/>
                <a:gd name="connsiteX31" fmla="*/ 216619 w 216618"/>
                <a:gd name="connsiteY31" fmla="*/ 89376 h 182581"/>
                <a:gd name="connsiteX32" fmla="*/ 209590 w 216618"/>
                <a:gd name="connsiteY32" fmla="*/ 82992 h 182581"/>
                <a:gd name="connsiteX33" fmla="*/ 209590 w 216618"/>
                <a:gd name="connsiteY33" fmla="*/ 82992 h 182581"/>
                <a:gd name="connsiteX34" fmla="*/ 203200 w 216618"/>
                <a:gd name="connsiteY34" fmla="*/ 169814 h 182581"/>
                <a:gd name="connsiteX35" fmla="*/ 12141 w 216618"/>
                <a:gd name="connsiteY35" fmla="*/ 169814 h 182581"/>
                <a:gd name="connsiteX36" fmla="*/ 12141 w 216618"/>
                <a:gd name="connsiteY36" fmla="*/ 104697 h 182581"/>
                <a:gd name="connsiteX37" fmla="*/ 23643 w 216618"/>
                <a:gd name="connsiteY37" fmla="*/ 99590 h 182581"/>
                <a:gd name="connsiteX38" fmla="*/ 27477 w 216618"/>
                <a:gd name="connsiteY38" fmla="*/ 94483 h 182581"/>
                <a:gd name="connsiteX39" fmla="*/ 35145 w 216618"/>
                <a:gd name="connsiteY39" fmla="*/ 12768 h 182581"/>
                <a:gd name="connsiteX40" fmla="*/ 51758 w 216618"/>
                <a:gd name="connsiteY40" fmla="*/ 12768 h 182581"/>
                <a:gd name="connsiteX41" fmla="*/ 61343 w 216618"/>
                <a:gd name="connsiteY41" fmla="*/ 100229 h 182581"/>
                <a:gd name="connsiteX42" fmla="*/ 67733 w 216618"/>
                <a:gd name="connsiteY42" fmla="*/ 105974 h 182581"/>
                <a:gd name="connsiteX43" fmla="*/ 77957 w 216618"/>
                <a:gd name="connsiteY43" fmla="*/ 105974 h 182581"/>
                <a:gd name="connsiteX44" fmla="*/ 84347 w 216618"/>
                <a:gd name="connsiteY44" fmla="*/ 100229 h 182581"/>
                <a:gd name="connsiteX45" fmla="*/ 89459 w 216618"/>
                <a:gd name="connsiteY45" fmla="*/ 40858 h 182581"/>
                <a:gd name="connsiteX46" fmla="*/ 101600 w 216618"/>
                <a:gd name="connsiteY46" fmla="*/ 40858 h 182581"/>
                <a:gd name="connsiteX47" fmla="*/ 107351 w 216618"/>
                <a:gd name="connsiteY47" fmla="*/ 100867 h 182581"/>
                <a:gd name="connsiteX48" fmla="*/ 113741 w 216618"/>
                <a:gd name="connsiteY48" fmla="*/ 106612 h 182581"/>
                <a:gd name="connsiteX49" fmla="*/ 129716 w 216618"/>
                <a:gd name="connsiteY49" fmla="*/ 106612 h 182581"/>
                <a:gd name="connsiteX50" fmla="*/ 136106 w 216618"/>
                <a:gd name="connsiteY50" fmla="*/ 100229 h 182581"/>
                <a:gd name="connsiteX51" fmla="*/ 136106 w 216618"/>
                <a:gd name="connsiteY51" fmla="*/ 88737 h 182581"/>
                <a:gd name="connsiteX52" fmla="*/ 165499 w 216618"/>
                <a:gd name="connsiteY52" fmla="*/ 88737 h 182581"/>
                <a:gd name="connsiteX53" fmla="*/ 171889 w 216618"/>
                <a:gd name="connsiteY53" fmla="*/ 82353 h 182581"/>
                <a:gd name="connsiteX54" fmla="*/ 171889 w 216618"/>
                <a:gd name="connsiteY54" fmla="*/ 63201 h 182581"/>
                <a:gd name="connsiteX55" fmla="*/ 185947 w 216618"/>
                <a:gd name="connsiteY55" fmla="*/ 63201 h 182581"/>
                <a:gd name="connsiteX56" fmla="*/ 185947 w 216618"/>
                <a:gd name="connsiteY56" fmla="*/ 88737 h 182581"/>
                <a:gd name="connsiteX57" fmla="*/ 192337 w 216618"/>
                <a:gd name="connsiteY57" fmla="*/ 95121 h 182581"/>
                <a:gd name="connsiteX58" fmla="*/ 203200 w 216618"/>
                <a:gd name="connsiteY58" fmla="*/ 95121 h 182581"/>
                <a:gd name="connsiteX59" fmla="*/ 203200 w 216618"/>
                <a:gd name="connsiteY59" fmla="*/ 169814 h 182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16618" h="182581">
                  <a:moveTo>
                    <a:pt x="209590" y="82992"/>
                  </a:moveTo>
                  <a:lnTo>
                    <a:pt x="198727" y="82992"/>
                  </a:lnTo>
                  <a:lnTo>
                    <a:pt x="198727" y="63840"/>
                  </a:lnTo>
                  <a:lnTo>
                    <a:pt x="205117" y="63840"/>
                  </a:lnTo>
                  <a:cubicBezTo>
                    <a:pt x="208951" y="63840"/>
                    <a:pt x="211507" y="61286"/>
                    <a:pt x="211507" y="57456"/>
                  </a:cubicBezTo>
                  <a:cubicBezTo>
                    <a:pt x="211507" y="53626"/>
                    <a:pt x="208951" y="51072"/>
                    <a:pt x="205117" y="51072"/>
                  </a:cubicBezTo>
                  <a:lnTo>
                    <a:pt x="155914" y="51072"/>
                  </a:lnTo>
                  <a:cubicBezTo>
                    <a:pt x="152081" y="51072"/>
                    <a:pt x="149525" y="53626"/>
                    <a:pt x="149525" y="57456"/>
                  </a:cubicBezTo>
                  <a:cubicBezTo>
                    <a:pt x="149525" y="61286"/>
                    <a:pt x="152081" y="63840"/>
                    <a:pt x="155914" y="63840"/>
                  </a:cubicBezTo>
                  <a:lnTo>
                    <a:pt x="159748" y="63840"/>
                  </a:lnTo>
                  <a:lnTo>
                    <a:pt x="159748" y="76608"/>
                  </a:lnTo>
                  <a:lnTo>
                    <a:pt x="130355" y="76608"/>
                  </a:lnTo>
                  <a:cubicBezTo>
                    <a:pt x="126521" y="76608"/>
                    <a:pt x="123965" y="79161"/>
                    <a:pt x="123965" y="82992"/>
                  </a:cubicBezTo>
                  <a:lnTo>
                    <a:pt x="123965" y="94483"/>
                  </a:lnTo>
                  <a:lnTo>
                    <a:pt x="120131" y="94483"/>
                  </a:lnTo>
                  <a:lnTo>
                    <a:pt x="114380" y="34474"/>
                  </a:lnTo>
                  <a:cubicBezTo>
                    <a:pt x="113741" y="31282"/>
                    <a:pt x="111185" y="28728"/>
                    <a:pt x="107990" y="28728"/>
                  </a:cubicBezTo>
                  <a:lnTo>
                    <a:pt x="84347" y="28728"/>
                  </a:lnTo>
                  <a:cubicBezTo>
                    <a:pt x="81152" y="28728"/>
                    <a:pt x="77957" y="31282"/>
                    <a:pt x="77957" y="34474"/>
                  </a:cubicBezTo>
                  <a:lnTo>
                    <a:pt x="72845" y="87461"/>
                  </a:lnTo>
                  <a:lnTo>
                    <a:pt x="63899" y="5746"/>
                  </a:lnTo>
                  <a:cubicBezTo>
                    <a:pt x="63260" y="2554"/>
                    <a:pt x="60704" y="0"/>
                    <a:pt x="57509" y="0"/>
                  </a:cubicBezTo>
                  <a:lnTo>
                    <a:pt x="29394" y="0"/>
                  </a:lnTo>
                  <a:cubicBezTo>
                    <a:pt x="26199" y="0"/>
                    <a:pt x="23643" y="2554"/>
                    <a:pt x="23004" y="5746"/>
                  </a:cubicBezTo>
                  <a:lnTo>
                    <a:pt x="15336" y="89376"/>
                  </a:lnTo>
                  <a:lnTo>
                    <a:pt x="3834" y="94483"/>
                  </a:lnTo>
                  <a:cubicBezTo>
                    <a:pt x="1278" y="95760"/>
                    <a:pt x="0" y="97675"/>
                    <a:pt x="0" y="100229"/>
                  </a:cubicBezTo>
                  <a:lnTo>
                    <a:pt x="0" y="176198"/>
                  </a:lnTo>
                  <a:cubicBezTo>
                    <a:pt x="0" y="180028"/>
                    <a:pt x="2556" y="182582"/>
                    <a:pt x="6390" y="182582"/>
                  </a:cubicBezTo>
                  <a:lnTo>
                    <a:pt x="210229" y="182582"/>
                  </a:lnTo>
                  <a:cubicBezTo>
                    <a:pt x="214063" y="182582"/>
                    <a:pt x="216619" y="180028"/>
                    <a:pt x="216619" y="176198"/>
                  </a:cubicBezTo>
                  <a:lnTo>
                    <a:pt x="216619" y="89376"/>
                  </a:lnTo>
                  <a:cubicBezTo>
                    <a:pt x="216619" y="86184"/>
                    <a:pt x="213424" y="82992"/>
                    <a:pt x="209590" y="82992"/>
                  </a:cubicBezTo>
                  <a:cubicBezTo>
                    <a:pt x="210229" y="82992"/>
                    <a:pt x="210229" y="82992"/>
                    <a:pt x="209590" y="82992"/>
                  </a:cubicBezTo>
                  <a:close/>
                  <a:moveTo>
                    <a:pt x="203200" y="169814"/>
                  </a:moveTo>
                  <a:lnTo>
                    <a:pt x="12141" y="169814"/>
                  </a:lnTo>
                  <a:lnTo>
                    <a:pt x="12141" y="104697"/>
                  </a:lnTo>
                  <a:lnTo>
                    <a:pt x="23643" y="99590"/>
                  </a:lnTo>
                  <a:cubicBezTo>
                    <a:pt x="25560" y="98952"/>
                    <a:pt x="27477" y="96398"/>
                    <a:pt x="27477" y="94483"/>
                  </a:cubicBezTo>
                  <a:lnTo>
                    <a:pt x="35145" y="12768"/>
                  </a:lnTo>
                  <a:lnTo>
                    <a:pt x="51758" y="12768"/>
                  </a:lnTo>
                  <a:lnTo>
                    <a:pt x="61343" y="100229"/>
                  </a:lnTo>
                  <a:cubicBezTo>
                    <a:pt x="61982" y="103420"/>
                    <a:pt x="64538" y="105974"/>
                    <a:pt x="67733" y="105974"/>
                  </a:cubicBezTo>
                  <a:lnTo>
                    <a:pt x="77957" y="105974"/>
                  </a:lnTo>
                  <a:cubicBezTo>
                    <a:pt x="81152" y="105974"/>
                    <a:pt x="84347" y="103420"/>
                    <a:pt x="84347" y="100229"/>
                  </a:cubicBezTo>
                  <a:lnTo>
                    <a:pt x="89459" y="40858"/>
                  </a:lnTo>
                  <a:lnTo>
                    <a:pt x="101600" y="40858"/>
                  </a:lnTo>
                  <a:lnTo>
                    <a:pt x="107351" y="100867"/>
                  </a:lnTo>
                  <a:cubicBezTo>
                    <a:pt x="107990" y="104059"/>
                    <a:pt x="110546" y="106612"/>
                    <a:pt x="113741" y="106612"/>
                  </a:cubicBezTo>
                  <a:lnTo>
                    <a:pt x="129716" y="106612"/>
                  </a:lnTo>
                  <a:cubicBezTo>
                    <a:pt x="133550" y="106612"/>
                    <a:pt x="136106" y="104059"/>
                    <a:pt x="136106" y="100229"/>
                  </a:cubicBezTo>
                  <a:lnTo>
                    <a:pt x="136106" y="88737"/>
                  </a:lnTo>
                  <a:lnTo>
                    <a:pt x="165499" y="88737"/>
                  </a:lnTo>
                  <a:cubicBezTo>
                    <a:pt x="169333" y="88737"/>
                    <a:pt x="171889" y="86184"/>
                    <a:pt x="171889" y="82353"/>
                  </a:cubicBezTo>
                  <a:lnTo>
                    <a:pt x="171889" y="63201"/>
                  </a:lnTo>
                  <a:lnTo>
                    <a:pt x="185947" y="63201"/>
                  </a:lnTo>
                  <a:lnTo>
                    <a:pt x="185947" y="88737"/>
                  </a:lnTo>
                  <a:cubicBezTo>
                    <a:pt x="185947" y="92568"/>
                    <a:pt x="188503" y="95121"/>
                    <a:pt x="192337" y="95121"/>
                  </a:cubicBezTo>
                  <a:lnTo>
                    <a:pt x="203200" y="95121"/>
                  </a:lnTo>
                  <a:lnTo>
                    <a:pt x="203200" y="169814"/>
                  </a:lnTo>
                  <a:close/>
                </a:path>
              </a:pathLst>
            </a:custGeom>
            <a:solidFill>
              <a:srgbClr val="0076A8"/>
            </a:solidFill>
            <a:ln w="6390" cap="flat">
              <a:noFill/>
              <a:prstDash val="solid"/>
              <a:miter/>
            </a:ln>
          </p:spPr>
          <p:txBody>
            <a:bodyPr rtlCol="0" anchor="ctr"/>
            <a:lstStyle/>
            <a:p>
              <a:endParaRPr lang="en-US"/>
            </a:p>
          </p:txBody>
        </p:sp>
        <p:sp>
          <p:nvSpPr>
            <p:cNvPr id="954" name="Graphic 4">
              <a:extLst>
                <a:ext uri="{FF2B5EF4-FFF2-40B4-BE49-F238E27FC236}">
                  <a16:creationId xmlns:a16="http://schemas.microsoft.com/office/drawing/2014/main" id="{40E37E2C-EF37-7D41-A87A-C40F716E658D}"/>
                </a:ext>
              </a:extLst>
            </p:cNvPr>
            <p:cNvSpPr/>
            <p:nvPr/>
          </p:nvSpPr>
          <p:spPr>
            <a:xfrm>
              <a:off x="567426" y="1144172"/>
              <a:ext cx="38978" cy="12767"/>
            </a:xfrm>
            <a:custGeom>
              <a:avLst/>
              <a:gdLst>
                <a:gd name="connsiteX0" fmla="*/ 32589 w 38978"/>
                <a:gd name="connsiteY0" fmla="*/ 0 h 12767"/>
                <a:gd name="connsiteX1" fmla="*/ 6390 w 38978"/>
                <a:gd name="connsiteY1" fmla="*/ 0 h 12767"/>
                <a:gd name="connsiteX2" fmla="*/ 0 w 38978"/>
                <a:gd name="connsiteY2" fmla="*/ 6384 h 12767"/>
                <a:gd name="connsiteX3" fmla="*/ 6390 w 38978"/>
                <a:gd name="connsiteY3" fmla="*/ 12768 h 12767"/>
                <a:gd name="connsiteX4" fmla="*/ 32589 w 38978"/>
                <a:gd name="connsiteY4" fmla="*/ 12768 h 12767"/>
                <a:gd name="connsiteX5" fmla="*/ 38979 w 38978"/>
                <a:gd name="connsiteY5" fmla="*/ 6384 h 12767"/>
                <a:gd name="connsiteX6" fmla="*/ 32589 w 38978"/>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978" h="12767">
                  <a:moveTo>
                    <a:pt x="32589" y="0"/>
                  </a:moveTo>
                  <a:lnTo>
                    <a:pt x="6390" y="0"/>
                  </a:lnTo>
                  <a:cubicBezTo>
                    <a:pt x="2556" y="0"/>
                    <a:pt x="0" y="2554"/>
                    <a:pt x="0" y="6384"/>
                  </a:cubicBezTo>
                  <a:cubicBezTo>
                    <a:pt x="0" y="10214"/>
                    <a:pt x="2556" y="12768"/>
                    <a:pt x="6390" y="12768"/>
                  </a:cubicBezTo>
                  <a:lnTo>
                    <a:pt x="32589" y="12768"/>
                  </a:lnTo>
                  <a:cubicBezTo>
                    <a:pt x="36423" y="12768"/>
                    <a:pt x="38979" y="10214"/>
                    <a:pt x="38979" y="6384"/>
                  </a:cubicBezTo>
                  <a:cubicBezTo>
                    <a:pt x="38979" y="2554"/>
                    <a:pt x="36423" y="0"/>
                    <a:pt x="32589" y="0"/>
                  </a:cubicBezTo>
                  <a:close/>
                </a:path>
              </a:pathLst>
            </a:custGeom>
            <a:solidFill>
              <a:srgbClr val="0076A8"/>
            </a:solidFill>
            <a:ln w="6390" cap="flat">
              <a:noFill/>
              <a:prstDash val="solid"/>
              <a:miter/>
            </a:ln>
          </p:spPr>
          <p:txBody>
            <a:bodyPr rtlCol="0" anchor="ctr"/>
            <a:lstStyle/>
            <a:p>
              <a:endParaRPr lang="en-US"/>
            </a:p>
          </p:txBody>
        </p:sp>
        <p:sp>
          <p:nvSpPr>
            <p:cNvPr id="955" name="Graphic 4">
              <a:extLst>
                <a:ext uri="{FF2B5EF4-FFF2-40B4-BE49-F238E27FC236}">
                  <a16:creationId xmlns:a16="http://schemas.microsoft.com/office/drawing/2014/main" id="{16CB2E2B-AB5C-854A-ACD9-A8D6840F9A15}"/>
                </a:ext>
              </a:extLst>
            </p:cNvPr>
            <p:cNvSpPr/>
            <p:nvPr/>
          </p:nvSpPr>
          <p:spPr>
            <a:xfrm>
              <a:off x="625574" y="1144172"/>
              <a:ext cx="54953" cy="12767"/>
            </a:xfrm>
            <a:custGeom>
              <a:avLst/>
              <a:gdLst>
                <a:gd name="connsiteX0" fmla="*/ 48564 w 54953"/>
                <a:gd name="connsiteY0" fmla="*/ 0 h 12767"/>
                <a:gd name="connsiteX1" fmla="*/ 6390 w 54953"/>
                <a:gd name="connsiteY1" fmla="*/ 0 h 12767"/>
                <a:gd name="connsiteX2" fmla="*/ 0 w 54953"/>
                <a:gd name="connsiteY2" fmla="*/ 6384 h 12767"/>
                <a:gd name="connsiteX3" fmla="*/ 6390 w 54953"/>
                <a:gd name="connsiteY3" fmla="*/ 12768 h 12767"/>
                <a:gd name="connsiteX4" fmla="*/ 48564 w 54953"/>
                <a:gd name="connsiteY4" fmla="*/ 12768 h 12767"/>
                <a:gd name="connsiteX5" fmla="*/ 54953 w 54953"/>
                <a:gd name="connsiteY5" fmla="*/ 6384 h 12767"/>
                <a:gd name="connsiteX6" fmla="*/ 48564 w 54953"/>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953" h="12767">
                  <a:moveTo>
                    <a:pt x="48564" y="0"/>
                  </a:moveTo>
                  <a:lnTo>
                    <a:pt x="6390" y="0"/>
                  </a:lnTo>
                  <a:cubicBezTo>
                    <a:pt x="2556" y="0"/>
                    <a:pt x="0" y="2554"/>
                    <a:pt x="0" y="6384"/>
                  </a:cubicBezTo>
                  <a:cubicBezTo>
                    <a:pt x="0" y="10214"/>
                    <a:pt x="2556" y="12768"/>
                    <a:pt x="6390" y="12768"/>
                  </a:cubicBezTo>
                  <a:lnTo>
                    <a:pt x="48564" y="12768"/>
                  </a:lnTo>
                  <a:cubicBezTo>
                    <a:pt x="52397" y="12768"/>
                    <a:pt x="54953" y="10214"/>
                    <a:pt x="54953" y="6384"/>
                  </a:cubicBezTo>
                  <a:cubicBezTo>
                    <a:pt x="54953" y="2554"/>
                    <a:pt x="51758" y="0"/>
                    <a:pt x="48564" y="0"/>
                  </a:cubicBezTo>
                  <a:close/>
                </a:path>
              </a:pathLst>
            </a:custGeom>
            <a:solidFill>
              <a:srgbClr val="0076A8"/>
            </a:solidFill>
            <a:ln w="6390" cap="flat">
              <a:noFill/>
              <a:prstDash val="solid"/>
              <a:miter/>
            </a:ln>
          </p:spPr>
          <p:txBody>
            <a:bodyPr rtlCol="0" anchor="ctr"/>
            <a:lstStyle/>
            <a:p>
              <a:endParaRPr lang="en-US"/>
            </a:p>
          </p:txBody>
        </p:sp>
        <p:sp>
          <p:nvSpPr>
            <p:cNvPr id="956" name="Graphic 4">
              <a:extLst>
                <a:ext uri="{FF2B5EF4-FFF2-40B4-BE49-F238E27FC236}">
                  <a16:creationId xmlns:a16="http://schemas.microsoft.com/office/drawing/2014/main" id="{72B1AC69-2E43-894B-905A-7D75FC0091C4}"/>
                </a:ext>
              </a:extLst>
            </p:cNvPr>
            <p:cNvSpPr/>
            <p:nvPr/>
          </p:nvSpPr>
          <p:spPr>
            <a:xfrm>
              <a:off x="703532" y="1144172"/>
              <a:ext cx="30671" cy="12767"/>
            </a:xfrm>
            <a:custGeom>
              <a:avLst/>
              <a:gdLst>
                <a:gd name="connsiteX0" fmla="*/ 24282 w 30671"/>
                <a:gd name="connsiteY0" fmla="*/ 0 h 12767"/>
                <a:gd name="connsiteX1" fmla="*/ 6390 w 30671"/>
                <a:gd name="connsiteY1" fmla="*/ 0 h 12767"/>
                <a:gd name="connsiteX2" fmla="*/ 0 w 30671"/>
                <a:gd name="connsiteY2" fmla="*/ 6384 h 12767"/>
                <a:gd name="connsiteX3" fmla="*/ 6390 w 30671"/>
                <a:gd name="connsiteY3" fmla="*/ 12768 h 12767"/>
                <a:gd name="connsiteX4" fmla="*/ 24282 w 30671"/>
                <a:gd name="connsiteY4" fmla="*/ 12768 h 12767"/>
                <a:gd name="connsiteX5" fmla="*/ 30672 w 30671"/>
                <a:gd name="connsiteY5" fmla="*/ 6384 h 12767"/>
                <a:gd name="connsiteX6" fmla="*/ 24282 w 30671"/>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671" h="12767">
                  <a:moveTo>
                    <a:pt x="24282" y="0"/>
                  </a:moveTo>
                  <a:lnTo>
                    <a:pt x="6390" y="0"/>
                  </a:lnTo>
                  <a:cubicBezTo>
                    <a:pt x="2556" y="0"/>
                    <a:pt x="0" y="2554"/>
                    <a:pt x="0" y="6384"/>
                  </a:cubicBezTo>
                  <a:cubicBezTo>
                    <a:pt x="0" y="10214"/>
                    <a:pt x="2556" y="12768"/>
                    <a:pt x="6390" y="12768"/>
                  </a:cubicBezTo>
                  <a:lnTo>
                    <a:pt x="24282" y="12768"/>
                  </a:lnTo>
                  <a:cubicBezTo>
                    <a:pt x="28116" y="12768"/>
                    <a:pt x="30672" y="10214"/>
                    <a:pt x="30672" y="6384"/>
                  </a:cubicBezTo>
                  <a:cubicBezTo>
                    <a:pt x="30672" y="2554"/>
                    <a:pt x="28116" y="0"/>
                    <a:pt x="24282" y="0"/>
                  </a:cubicBezTo>
                  <a:close/>
                </a:path>
              </a:pathLst>
            </a:custGeom>
            <a:solidFill>
              <a:srgbClr val="0076A8"/>
            </a:solidFill>
            <a:ln w="6390" cap="flat">
              <a:noFill/>
              <a:prstDash val="solid"/>
              <a:miter/>
            </a:ln>
          </p:spPr>
          <p:txBody>
            <a:bodyPr rtlCol="0" anchor="ctr"/>
            <a:lstStyle/>
            <a:p>
              <a:endParaRPr lang="en-US"/>
            </a:p>
          </p:txBody>
        </p:sp>
      </p:grpSp>
      <p:grpSp>
        <p:nvGrpSpPr>
          <p:cNvPr id="957" name="Graphic 4">
            <a:extLst>
              <a:ext uri="{FF2B5EF4-FFF2-40B4-BE49-F238E27FC236}">
                <a16:creationId xmlns:a16="http://schemas.microsoft.com/office/drawing/2014/main" id="{3634C121-8B1A-6A4E-987F-657C94B2E60D}"/>
              </a:ext>
            </a:extLst>
          </p:cNvPr>
          <p:cNvGrpSpPr>
            <a:grpSpLocks noChangeAspect="1"/>
          </p:cNvGrpSpPr>
          <p:nvPr/>
        </p:nvGrpSpPr>
        <p:grpSpPr>
          <a:xfrm>
            <a:off x="1515054" y="918179"/>
            <a:ext cx="362309" cy="361971"/>
            <a:chOff x="1515054" y="918179"/>
            <a:chExt cx="362309" cy="361971"/>
          </a:xfrm>
          <a:solidFill>
            <a:srgbClr val="0076A8"/>
          </a:solidFill>
        </p:grpSpPr>
        <p:sp>
          <p:nvSpPr>
            <p:cNvPr id="958" name="Graphic 4">
              <a:extLst>
                <a:ext uri="{FF2B5EF4-FFF2-40B4-BE49-F238E27FC236}">
                  <a16:creationId xmlns:a16="http://schemas.microsoft.com/office/drawing/2014/main" id="{C87074AA-9057-3741-B794-4B9DAEE8EC4D}"/>
                </a:ext>
              </a:extLst>
            </p:cNvPr>
            <p:cNvSpPr/>
            <p:nvPr/>
          </p:nvSpPr>
          <p:spPr>
            <a:xfrm>
              <a:off x="1515054" y="918179"/>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0667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0518" y="0"/>
                    <a:pt x="180835" y="0"/>
                  </a:cubicBezTo>
                  <a:lnTo>
                    <a:pt x="180835" y="0"/>
                  </a:lnTo>
                  <a:close/>
                  <a:moveTo>
                    <a:pt x="180835" y="349204"/>
                  </a:moveTo>
                  <a:cubicBezTo>
                    <a:pt x="87542" y="349204"/>
                    <a:pt x="12780" y="273873"/>
                    <a:pt x="12780" y="180667"/>
                  </a:cubicBezTo>
                  <a:cubicBezTo>
                    <a:pt x="12780" y="87461"/>
                    <a:pt x="88181" y="12768"/>
                    <a:pt x="180835" y="12768"/>
                  </a:cubicBezTo>
                  <a:cubicBezTo>
                    <a:pt x="274128" y="12768"/>
                    <a:pt x="349529" y="88099"/>
                    <a:pt x="349529" y="180667"/>
                  </a:cubicBezTo>
                  <a:cubicBezTo>
                    <a:pt x="348891" y="273873"/>
                    <a:pt x="273489" y="349204"/>
                    <a:pt x="180835" y="349204"/>
                  </a:cubicBezTo>
                  <a:close/>
                </a:path>
              </a:pathLst>
            </a:custGeom>
            <a:solidFill>
              <a:srgbClr val="0076A8"/>
            </a:solidFill>
            <a:ln w="6390" cap="flat">
              <a:noFill/>
              <a:prstDash val="solid"/>
              <a:miter/>
            </a:ln>
          </p:spPr>
          <p:txBody>
            <a:bodyPr rtlCol="0" anchor="ctr"/>
            <a:lstStyle/>
            <a:p>
              <a:endParaRPr lang="en-US"/>
            </a:p>
          </p:txBody>
        </p:sp>
        <p:sp>
          <p:nvSpPr>
            <p:cNvPr id="959" name="Graphic 4">
              <a:extLst>
                <a:ext uri="{FF2B5EF4-FFF2-40B4-BE49-F238E27FC236}">
                  <a16:creationId xmlns:a16="http://schemas.microsoft.com/office/drawing/2014/main" id="{0C3FA3E4-0CD4-8148-9910-90B480AB5355}"/>
                </a:ext>
              </a:extLst>
            </p:cNvPr>
            <p:cNvSpPr/>
            <p:nvPr/>
          </p:nvSpPr>
          <p:spPr>
            <a:xfrm>
              <a:off x="1679275" y="1043943"/>
              <a:ext cx="33227" cy="42134"/>
            </a:xfrm>
            <a:custGeom>
              <a:avLst/>
              <a:gdLst>
                <a:gd name="connsiteX0" fmla="*/ 26838 w 33227"/>
                <a:gd name="connsiteY0" fmla="*/ 0 h 42134"/>
                <a:gd name="connsiteX1" fmla="*/ 6390 w 33227"/>
                <a:gd name="connsiteY1" fmla="*/ 0 h 42134"/>
                <a:gd name="connsiteX2" fmla="*/ 0 w 33227"/>
                <a:gd name="connsiteY2" fmla="*/ 6384 h 42134"/>
                <a:gd name="connsiteX3" fmla="*/ 0 w 33227"/>
                <a:gd name="connsiteY3" fmla="*/ 35750 h 42134"/>
                <a:gd name="connsiteX4" fmla="*/ 6390 w 33227"/>
                <a:gd name="connsiteY4" fmla="*/ 42134 h 42134"/>
                <a:gd name="connsiteX5" fmla="*/ 26838 w 33227"/>
                <a:gd name="connsiteY5" fmla="*/ 42134 h 42134"/>
                <a:gd name="connsiteX6" fmla="*/ 33228 w 33227"/>
                <a:gd name="connsiteY6" fmla="*/ 35750 h 42134"/>
                <a:gd name="connsiteX7" fmla="*/ 33228 w 33227"/>
                <a:gd name="connsiteY7" fmla="*/ 6384 h 42134"/>
                <a:gd name="connsiteX8" fmla="*/ 26838 w 33227"/>
                <a:gd name="connsiteY8" fmla="*/ 0 h 42134"/>
                <a:gd name="connsiteX9" fmla="*/ 20448 w 33227"/>
                <a:gd name="connsiteY9" fmla="*/ 29366 h 42134"/>
                <a:gd name="connsiteX10" fmla="*/ 12780 w 33227"/>
                <a:gd name="connsiteY10" fmla="*/ 29366 h 42134"/>
                <a:gd name="connsiteX11" fmla="*/ 12780 w 33227"/>
                <a:gd name="connsiteY11" fmla="*/ 12768 h 42134"/>
                <a:gd name="connsiteX12" fmla="*/ 20448 w 33227"/>
                <a:gd name="connsiteY12" fmla="*/ 12768 h 42134"/>
                <a:gd name="connsiteX13" fmla="*/ 20448 w 33227"/>
                <a:gd name="connsiteY13" fmla="*/ 29366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227" h="42134">
                  <a:moveTo>
                    <a:pt x="26838" y="0"/>
                  </a:moveTo>
                  <a:lnTo>
                    <a:pt x="6390" y="0"/>
                  </a:lnTo>
                  <a:cubicBezTo>
                    <a:pt x="2556" y="0"/>
                    <a:pt x="0" y="2554"/>
                    <a:pt x="0" y="6384"/>
                  </a:cubicBezTo>
                  <a:lnTo>
                    <a:pt x="0" y="35750"/>
                  </a:lnTo>
                  <a:cubicBezTo>
                    <a:pt x="0" y="39581"/>
                    <a:pt x="2556" y="42134"/>
                    <a:pt x="6390" y="42134"/>
                  </a:cubicBezTo>
                  <a:lnTo>
                    <a:pt x="26838" y="42134"/>
                  </a:lnTo>
                  <a:cubicBezTo>
                    <a:pt x="30672" y="42134"/>
                    <a:pt x="33228" y="39581"/>
                    <a:pt x="33228" y="35750"/>
                  </a:cubicBezTo>
                  <a:lnTo>
                    <a:pt x="33228" y="6384"/>
                  </a:lnTo>
                  <a:cubicBezTo>
                    <a:pt x="33228" y="3192"/>
                    <a:pt x="30672" y="0"/>
                    <a:pt x="26838" y="0"/>
                  </a:cubicBezTo>
                  <a:close/>
                  <a:moveTo>
                    <a:pt x="20448" y="29366"/>
                  </a:moveTo>
                  <a:lnTo>
                    <a:pt x="12780" y="29366"/>
                  </a:lnTo>
                  <a:lnTo>
                    <a:pt x="12780" y="12768"/>
                  </a:lnTo>
                  <a:lnTo>
                    <a:pt x="20448" y="12768"/>
                  </a:lnTo>
                  <a:lnTo>
                    <a:pt x="20448" y="29366"/>
                  </a:lnTo>
                  <a:close/>
                </a:path>
              </a:pathLst>
            </a:custGeom>
            <a:solidFill>
              <a:srgbClr val="0076A8"/>
            </a:solidFill>
            <a:ln w="6390" cap="flat">
              <a:noFill/>
              <a:prstDash val="solid"/>
              <a:miter/>
            </a:ln>
          </p:spPr>
          <p:txBody>
            <a:bodyPr rtlCol="0" anchor="ctr"/>
            <a:lstStyle/>
            <a:p>
              <a:endParaRPr lang="en-US"/>
            </a:p>
          </p:txBody>
        </p:sp>
        <p:sp>
          <p:nvSpPr>
            <p:cNvPr id="960" name="Graphic 4">
              <a:extLst>
                <a:ext uri="{FF2B5EF4-FFF2-40B4-BE49-F238E27FC236}">
                  <a16:creationId xmlns:a16="http://schemas.microsoft.com/office/drawing/2014/main" id="{3ADFE723-6BE8-AE44-AB66-1417F17624DB}"/>
                </a:ext>
              </a:extLst>
            </p:cNvPr>
            <p:cNvSpPr/>
            <p:nvPr/>
          </p:nvSpPr>
          <p:spPr>
            <a:xfrm>
              <a:off x="1679275" y="1106506"/>
              <a:ext cx="33227" cy="42134"/>
            </a:xfrm>
            <a:custGeom>
              <a:avLst/>
              <a:gdLst>
                <a:gd name="connsiteX0" fmla="*/ 26838 w 33227"/>
                <a:gd name="connsiteY0" fmla="*/ 0 h 42134"/>
                <a:gd name="connsiteX1" fmla="*/ 6390 w 33227"/>
                <a:gd name="connsiteY1" fmla="*/ 0 h 42134"/>
                <a:gd name="connsiteX2" fmla="*/ 0 w 33227"/>
                <a:gd name="connsiteY2" fmla="*/ 6384 h 42134"/>
                <a:gd name="connsiteX3" fmla="*/ 0 w 33227"/>
                <a:gd name="connsiteY3" fmla="*/ 35750 h 42134"/>
                <a:gd name="connsiteX4" fmla="*/ 6390 w 33227"/>
                <a:gd name="connsiteY4" fmla="*/ 42134 h 42134"/>
                <a:gd name="connsiteX5" fmla="*/ 26838 w 33227"/>
                <a:gd name="connsiteY5" fmla="*/ 42134 h 42134"/>
                <a:gd name="connsiteX6" fmla="*/ 33228 w 33227"/>
                <a:gd name="connsiteY6" fmla="*/ 35750 h 42134"/>
                <a:gd name="connsiteX7" fmla="*/ 33228 w 33227"/>
                <a:gd name="connsiteY7" fmla="*/ 6384 h 42134"/>
                <a:gd name="connsiteX8" fmla="*/ 26838 w 33227"/>
                <a:gd name="connsiteY8" fmla="*/ 0 h 42134"/>
                <a:gd name="connsiteX9" fmla="*/ 20448 w 33227"/>
                <a:gd name="connsiteY9" fmla="*/ 29366 h 42134"/>
                <a:gd name="connsiteX10" fmla="*/ 12780 w 33227"/>
                <a:gd name="connsiteY10" fmla="*/ 29366 h 42134"/>
                <a:gd name="connsiteX11" fmla="*/ 12780 w 33227"/>
                <a:gd name="connsiteY11" fmla="*/ 12768 h 42134"/>
                <a:gd name="connsiteX12" fmla="*/ 20448 w 33227"/>
                <a:gd name="connsiteY12" fmla="*/ 12768 h 42134"/>
                <a:gd name="connsiteX13" fmla="*/ 20448 w 33227"/>
                <a:gd name="connsiteY13" fmla="*/ 29366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227" h="42134">
                  <a:moveTo>
                    <a:pt x="26838" y="0"/>
                  </a:moveTo>
                  <a:lnTo>
                    <a:pt x="6390" y="0"/>
                  </a:lnTo>
                  <a:cubicBezTo>
                    <a:pt x="2556" y="0"/>
                    <a:pt x="0" y="2554"/>
                    <a:pt x="0" y="6384"/>
                  </a:cubicBezTo>
                  <a:lnTo>
                    <a:pt x="0" y="35750"/>
                  </a:lnTo>
                  <a:cubicBezTo>
                    <a:pt x="0" y="39581"/>
                    <a:pt x="2556" y="42134"/>
                    <a:pt x="6390" y="42134"/>
                  </a:cubicBezTo>
                  <a:lnTo>
                    <a:pt x="26838" y="42134"/>
                  </a:lnTo>
                  <a:cubicBezTo>
                    <a:pt x="30672" y="42134"/>
                    <a:pt x="33228" y="39581"/>
                    <a:pt x="33228" y="35750"/>
                  </a:cubicBezTo>
                  <a:lnTo>
                    <a:pt x="33228" y="6384"/>
                  </a:lnTo>
                  <a:cubicBezTo>
                    <a:pt x="33228" y="3192"/>
                    <a:pt x="30672" y="0"/>
                    <a:pt x="26838" y="0"/>
                  </a:cubicBezTo>
                  <a:close/>
                  <a:moveTo>
                    <a:pt x="20448" y="29366"/>
                  </a:moveTo>
                  <a:lnTo>
                    <a:pt x="12780" y="29366"/>
                  </a:lnTo>
                  <a:lnTo>
                    <a:pt x="12780" y="12768"/>
                  </a:lnTo>
                  <a:lnTo>
                    <a:pt x="20448" y="12768"/>
                  </a:lnTo>
                  <a:lnTo>
                    <a:pt x="20448" y="29366"/>
                  </a:lnTo>
                  <a:close/>
                </a:path>
              </a:pathLst>
            </a:custGeom>
            <a:solidFill>
              <a:srgbClr val="0076A8"/>
            </a:solidFill>
            <a:ln w="6390" cap="flat">
              <a:noFill/>
              <a:prstDash val="solid"/>
              <a:miter/>
            </a:ln>
          </p:spPr>
          <p:txBody>
            <a:bodyPr rtlCol="0" anchor="ctr"/>
            <a:lstStyle/>
            <a:p>
              <a:endParaRPr lang="en-US"/>
            </a:p>
          </p:txBody>
        </p:sp>
        <p:sp>
          <p:nvSpPr>
            <p:cNvPr id="961" name="Graphic 4">
              <a:extLst>
                <a:ext uri="{FF2B5EF4-FFF2-40B4-BE49-F238E27FC236}">
                  <a16:creationId xmlns:a16="http://schemas.microsoft.com/office/drawing/2014/main" id="{BD2BD230-D95C-9F44-BCB1-B7D4D714C446}"/>
                </a:ext>
              </a:extLst>
            </p:cNvPr>
            <p:cNvSpPr/>
            <p:nvPr/>
          </p:nvSpPr>
          <p:spPr>
            <a:xfrm>
              <a:off x="1614737" y="996702"/>
              <a:ext cx="162943" cy="204925"/>
            </a:xfrm>
            <a:custGeom>
              <a:avLst/>
              <a:gdLst>
                <a:gd name="connsiteX0" fmla="*/ 155915 w 162943"/>
                <a:gd name="connsiteY0" fmla="*/ 157046 h 204925"/>
                <a:gd name="connsiteX1" fmla="*/ 138662 w 162943"/>
                <a:gd name="connsiteY1" fmla="*/ 157046 h 204925"/>
                <a:gd name="connsiteX2" fmla="*/ 138662 w 162943"/>
                <a:gd name="connsiteY2" fmla="*/ 78523 h 204925"/>
                <a:gd name="connsiteX3" fmla="*/ 152081 w 162943"/>
                <a:gd name="connsiteY3" fmla="*/ 78523 h 204925"/>
                <a:gd name="connsiteX4" fmla="*/ 158470 w 162943"/>
                <a:gd name="connsiteY4" fmla="*/ 72139 h 204925"/>
                <a:gd name="connsiteX5" fmla="*/ 158470 w 162943"/>
                <a:gd name="connsiteY5" fmla="*/ 6384 h 204925"/>
                <a:gd name="connsiteX6" fmla="*/ 152081 w 162943"/>
                <a:gd name="connsiteY6" fmla="*/ 0 h 204925"/>
                <a:gd name="connsiteX7" fmla="*/ 131633 w 162943"/>
                <a:gd name="connsiteY7" fmla="*/ 0 h 204925"/>
                <a:gd name="connsiteX8" fmla="*/ 125243 w 162943"/>
                <a:gd name="connsiteY8" fmla="*/ 6384 h 204925"/>
                <a:gd name="connsiteX9" fmla="*/ 125243 w 162943"/>
                <a:gd name="connsiteY9" fmla="*/ 18514 h 204925"/>
                <a:gd name="connsiteX10" fmla="*/ 117575 w 162943"/>
                <a:gd name="connsiteY10" fmla="*/ 18514 h 204925"/>
                <a:gd name="connsiteX11" fmla="*/ 117575 w 162943"/>
                <a:gd name="connsiteY11" fmla="*/ 6384 h 204925"/>
                <a:gd name="connsiteX12" fmla="*/ 111185 w 162943"/>
                <a:gd name="connsiteY12" fmla="*/ 0 h 204925"/>
                <a:gd name="connsiteX13" fmla="*/ 91376 w 162943"/>
                <a:gd name="connsiteY13" fmla="*/ 0 h 204925"/>
                <a:gd name="connsiteX14" fmla="*/ 84986 w 162943"/>
                <a:gd name="connsiteY14" fmla="*/ 6384 h 204925"/>
                <a:gd name="connsiteX15" fmla="*/ 84986 w 162943"/>
                <a:gd name="connsiteY15" fmla="*/ 18514 h 204925"/>
                <a:gd name="connsiteX16" fmla="*/ 77318 w 162943"/>
                <a:gd name="connsiteY16" fmla="*/ 18514 h 204925"/>
                <a:gd name="connsiteX17" fmla="*/ 77318 w 162943"/>
                <a:gd name="connsiteY17" fmla="*/ 6384 h 204925"/>
                <a:gd name="connsiteX18" fmla="*/ 70928 w 162943"/>
                <a:gd name="connsiteY18" fmla="*/ 0 h 204925"/>
                <a:gd name="connsiteX19" fmla="*/ 51120 w 162943"/>
                <a:gd name="connsiteY19" fmla="*/ 0 h 204925"/>
                <a:gd name="connsiteX20" fmla="*/ 44730 w 162943"/>
                <a:gd name="connsiteY20" fmla="*/ 6384 h 204925"/>
                <a:gd name="connsiteX21" fmla="*/ 44730 w 162943"/>
                <a:gd name="connsiteY21" fmla="*/ 18514 h 204925"/>
                <a:gd name="connsiteX22" fmla="*/ 37062 w 162943"/>
                <a:gd name="connsiteY22" fmla="*/ 18514 h 204925"/>
                <a:gd name="connsiteX23" fmla="*/ 37062 w 162943"/>
                <a:gd name="connsiteY23" fmla="*/ 6384 h 204925"/>
                <a:gd name="connsiteX24" fmla="*/ 30672 w 162943"/>
                <a:gd name="connsiteY24" fmla="*/ 0 h 204925"/>
                <a:gd name="connsiteX25" fmla="*/ 10224 w 162943"/>
                <a:gd name="connsiteY25" fmla="*/ 0 h 204925"/>
                <a:gd name="connsiteX26" fmla="*/ 3834 w 162943"/>
                <a:gd name="connsiteY26" fmla="*/ 6384 h 204925"/>
                <a:gd name="connsiteX27" fmla="*/ 3834 w 162943"/>
                <a:gd name="connsiteY27" fmla="*/ 72139 h 204925"/>
                <a:gd name="connsiteX28" fmla="*/ 10224 w 162943"/>
                <a:gd name="connsiteY28" fmla="*/ 78523 h 204925"/>
                <a:gd name="connsiteX29" fmla="*/ 23643 w 162943"/>
                <a:gd name="connsiteY29" fmla="*/ 78523 h 204925"/>
                <a:gd name="connsiteX30" fmla="*/ 23643 w 162943"/>
                <a:gd name="connsiteY30" fmla="*/ 157046 h 204925"/>
                <a:gd name="connsiteX31" fmla="*/ 6390 w 162943"/>
                <a:gd name="connsiteY31" fmla="*/ 157046 h 204925"/>
                <a:gd name="connsiteX32" fmla="*/ 0 w 162943"/>
                <a:gd name="connsiteY32" fmla="*/ 163430 h 204925"/>
                <a:gd name="connsiteX33" fmla="*/ 0 w 162943"/>
                <a:gd name="connsiteY33" fmla="*/ 198542 h 204925"/>
                <a:gd name="connsiteX34" fmla="*/ 6390 w 162943"/>
                <a:gd name="connsiteY34" fmla="*/ 204926 h 204925"/>
                <a:gd name="connsiteX35" fmla="*/ 156554 w 162943"/>
                <a:gd name="connsiteY35" fmla="*/ 204926 h 204925"/>
                <a:gd name="connsiteX36" fmla="*/ 162944 w 162943"/>
                <a:gd name="connsiteY36" fmla="*/ 198542 h 204925"/>
                <a:gd name="connsiteX37" fmla="*/ 162944 w 162943"/>
                <a:gd name="connsiteY37" fmla="*/ 163430 h 204925"/>
                <a:gd name="connsiteX38" fmla="*/ 155915 w 162943"/>
                <a:gd name="connsiteY38" fmla="*/ 157046 h 204925"/>
                <a:gd name="connsiteX39" fmla="*/ 149525 w 162943"/>
                <a:gd name="connsiteY39" fmla="*/ 192158 h 204925"/>
                <a:gd name="connsiteX40" fmla="*/ 12141 w 162943"/>
                <a:gd name="connsiteY40" fmla="*/ 192158 h 204925"/>
                <a:gd name="connsiteX41" fmla="*/ 12141 w 162943"/>
                <a:gd name="connsiteY41" fmla="*/ 169814 h 204925"/>
                <a:gd name="connsiteX42" fmla="*/ 29394 w 162943"/>
                <a:gd name="connsiteY42" fmla="*/ 169814 h 204925"/>
                <a:gd name="connsiteX43" fmla="*/ 35784 w 162943"/>
                <a:gd name="connsiteY43" fmla="*/ 163430 h 204925"/>
                <a:gd name="connsiteX44" fmla="*/ 35784 w 162943"/>
                <a:gd name="connsiteY44" fmla="*/ 72139 h 204925"/>
                <a:gd name="connsiteX45" fmla="*/ 29394 w 162943"/>
                <a:gd name="connsiteY45" fmla="*/ 65755 h 204925"/>
                <a:gd name="connsiteX46" fmla="*/ 15975 w 162943"/>
                <a:gd name="connsiteY46" fmla="*/ 65755 h 204925"/>
                <a:gd name="connsiteX47" fmla="*/ 15975 w 162943"/>
                <a:gd name="connsiteY47" fmla="*/ 12768 h 204925"/>
                <a:gd name="connsiteX48" fmla="*/ 23643 w 162943"/>
                <a:gd name="connsiteY48" fmla="*/ 12768 h 204925"/>
                <a:gd name="connsiteX49" fmla="*/ 23643 w 162943"/>
                <a:gd name="connsiteY49" fmla="*/ 24897 h 204925"/>
                <a:gd name="connsiteX50" fmla="*/ 30033 w 162943"/>
                <a:gd name="connsiteY50" fmla="*/ 31281 h 204925"/>
                <a:gd name="connsiteX51" fmla="*/ 50481 w 162943"/>
                <a:gd name="connsiteY51" fmla="*/ 31281 h 204925"/>
                <a:gd name="connsiteX52" fmla="*/ 56871 w 162943"/>
                <a:gd name="connsiteY52" fmla="*/ 24897 h 204925"/>
                <a:gd name="connsiteX53" fmla="*/ 56871 w 162943"/>
                <a:gd name="connsiteY53" fmla="*/ 12768 h 204925"/>
                <a:gd name="connsiteX54" fmla="*/ 63899 w 162943"/>
                <a:gd name="connsiteY54" fmla="*/ 12768 h 204925"/>
                <a:gd name="connsiteX55" fmla="*/ 63899 w 162943"/>
                <a:gd name="connsiteY55" fmla="*/ 24897 h 204925"/>
                <a:gd name="connsiteX56" fmla="*/ 70289 w 162943"/>
                <a:gd name="connsiteY56" fmla="*/ 31281 h 204925"/>
                <a:gd name="connsiteX57" fmla="*/ 90737 w 162943"/>
                <a:gd name="connsiteY57" fmla="*/ 31281 h 204925"/>
                <a:gd name="connsiteX58" fmla="*/ 97127 w 162943"/>
                <a:gd name="connsiteY58" fmla="*/ 24897 h 204925"/>
                <a:gd name="connsiteX59" fmla="*/ 97127 w 162943"/>
                <a:gd name="connsiteY59" fmla="*/ 12768 h 204925"/>
                <a:gd name="connsiteX60" fmla="*/ 104156 w 162943"/>
                <a:gd name="connsiteY60" fmla="*/ 12768 h 204925"/>
                <a:gd name="connsiteX61" fmla="*/ 104156 w 162943"/>
                <a:gd name="connsiteY61" fmla="*/ 24897 h 204925"/>
                <a:gd name="connsiteX62" fmla="*/ 110546 w 162943"/>
                <a:gd name="connsiteY62" fmla="*/ 31281 h 204925"/>
                <a:gd name="connsiteX63" fmla="*/ 130994 w 162943"/>
                <a:gd name="connsiteY63" fmla="*/ 31281 h 204925"/>
                <a:gd name="connsiteX64" fmla="*/ 137384 w 162943"/>
                <a:gd name="connsiteY64" fmla="*/ 24897 h 204925"/>
                <a:gd name="connsiteX65" fmla="*/ 137384 w 162943"/>
                <a:gd name="connsiteY65" fmla="*/ 12768 h 204925"/>
                <a:gd name="connsiteX66" fmla="*/ 145052 w 162943"/>
                <a:gd name="connsiteY66" fmla="*/ 12768 h 204925"/>
                <a:gd name="connsiteX67" fmla="*/ 145052 w 162943"/>
                <a:gd name="connsiteY67" fmla="*/ 65755 h 204925"/>
                <a:gd name="connsiteX68" fmla="*/ 131633 w 162943"/>
                <a:gd name="connsiteY68" fmla="*/ 65755 h 204925"/>
                <a:gd name="connsiteX69" fmla="*/ 125243 w 162943"/>
                <a:gd name="connsiteY69" fmla="*/ 72139 h 204925"/>
                <a:gd name="connsiteX70" fmla="*/ 125243 w 162943"/>
                <a:gd name="connsiteY70" fmla="*/ 163430 h 204925"/>
                <a:gd name="connsiteX71" fmla="*/ 131633 w 162943"/>
                <a:gd name="connsiteY71" fmla="*/ 169814 h 204925"/>
                <a:gd name="connsiteX72" fmla="*/ 148886 w 162943"/>
                <a:gd name="connsiteY72" fmla="*/ 169814 h 204925"/>
                <a:gd name="connsiteX73" fmla="*/ 149525 w 162943"/>
                <a:gd name="connsiteY73" fmla="*/ 192158 h 20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62943" h="204925">
                  <a:moveTo>
                    <a:pt x="155915" y="157046"/>
                  </a:moveTo>
                  <a:lnTo>
                    <a:pt x="138662" y="157046"/>
                  </a:lnTo>
                  <a:lnTo>
                    <a:pt x="138662" y="78523"/>
                  </a:lnTo>
                  <a:lnTo>
                    <a:pt x="152081" y="78523"/>
                  </a:lnTo>
                  <a:cubicBezTo>
                    <a:pt x="155915" y="78523"/>
                    <a:pt x="158470" y="75969"/>
                    <a:pt x="158470" y="72139"/>
                  </a:cubicBezTo>
                  <a:lnTo>
                    <a:pt x="158470" y="6384"/>
                  </a:lnTo>
                  <a:cubicBezTo>
                    <a:pt x="158470" y="2554"/>
                    <a:pt x="155915" y="0"/>
                    <a:pt x="152081" y="0"/>
                  </a:cubicBezTo>
                  <a:lnTo>
                    <a:pt x="131633" y="0"/>
                  </a:lnTo>
                  <a:cubicBezTo>
                    <a:pt x="127799" y="0"/>
                    <a:pt x="125243" y="2554"/>
                    <a:pt x="125243" y="6384"/>
                  </a:cubicBezTo>
                  <a:lnTo>
                    <a:pt x="125243" y="18514"/>
                  </a:lnTo>
                  <a:lnTo>
                    <a:pt x="117575" y="18514"/>
                  </a:lnTo>
                  <a:lnTo>
                    <a:pt x="117575" y="6384"/>
                  </a:lnTo>
                  <a:cubicBezTo>
                    <a:pt x="117575" y="2554"/>
                    <a:pt x="115019" y="0"/>
                    <a:pt x="111185" y="0"/>
                  </a:cubicBezTo>
                  <a:lnTo>
                    <a:pt x="91376" y="0"/>
                  </a:lnTo>
                  <a:cubicBezTo>
                    <a:pt x="87542" y="0"/>
                    <a:pt x="84986" y="2554"/>
                    <a:pt x="84986" y="6384"/>
                  </a:cubicBezTo>
                  <a:lnTo>
                    <a:pt x="84986" y="18514"/>
                  </a:lnTo>
                  <a:lnTo>
                    <a:pt x="77318" y="18514"/>
                  </a:lnTo>
                  <a:lnTo>
                    <a:pt x="77318" y="6384"/>
                  </a:lnTo>
                  <a:cubicBezTo>
                    <a:pt x="77318" y="2554"/>
                    <a:pt x="74762" y="0"/>
                    <a:pt x="70928" y="0"/>
                  </a:cubicBezTo>
                  <a:lnTo>
                    <a:pt x="51120" y="0"/>
                  </a:lnTo>
                  <a:cubicBezTo>
                    <a:pt x="47286" y="0"/>
                    <a:pt x="44730" y="2554"/>
                    <a:pt x="44730" y="6384"/>
                  </a:cubicBezTo>
                  <a:lnTo>
                    <a:pt x="44730" y="18514"/>
                  </a:lnTo>
                  <a:lnTo>
                    <a:pt x="37062" y="18514"/>
                  </a:lnTo>
                  <a:lnTo>
                    <a:pt x="37062" y="6384"/>
                  </a:lnTo>
                  <a:cubicBezTo>
                    <a:pt x="37062" y="2554"/>
                    <a:pt x="34506" y="0"/>
                    <a:pt x="30672" y="0"/>
                  </a:cubicBezTo>
                  <a:lnTo>
                    <a:pt x="10224" y="0"/>
                  </a:lnTo>
                  <a:cubicBezTo>
                    <a:pt x="6390" y="0"/>
                    <a:pt x="3834" y="2554"/>
                    <a:pt x="3834" y="6384"/>
                  </a:cubicBezTo>
                  <a:lnTo>
                    <a:pt x="3834" y="72139"/>
                  </a:lnTo>
                  <a:cubicBezTo>
                    <a:pt x="3834" y="75969"/>
                    <a:pt x="6390" y="78523"/>
                    <a:pt x="10224" y="78523"/>
                  </a:cubicBezTo>
                  <a:lnTo>
                    <a:pt x="23643" y="78523"/>
                  </a:lnTo>
                  <a:lnTo>
                    <a:pt x="23643" y="157046"/>
                  </a:lnTo>
                  <a:lnTo>
                    <a:pt x="6390" y="157046"/>
                  </a:lnTo>
                  <a:cubicBezTo>
                    <a:pt x="2556" y="157046"/>
                    <a:pt x="0" y="159600"/>
                    <a:pt x="0" y="163430"/>
                  </a:cubicBezTo>
                  <a:lnTo>
                    <a:pt x="0" y="198542"/>
                  </a:lnTo>
                  <a:cubicBezTo>
                    <a:pt x="0" y="202372"/>
                    <a:pt x="2556" y="204926"/>
                    <a:pt x="6390" y="204926"/>
                  </a:cubicBezTo>
                  <a:lnTo>
                    <a:pt x="156554" y="204926"/>
                  </a:lnTo>
                  <a:cubicBezTo>
                    <a:pt x="160387" y="204926"/>
                    <a:pt x="162944" y="202372"/>
                    <a:pt x="162944" y="198542"/>
                  </a:cubicBezTo>
                  <a:lnTo>
                    <a:pt x="162944" y="163430"/>
                  </a:lnTo>
                  <a:cubicBezTo>
                    <a:pt x="162304" y="159600"/>
                    <a:pt x="159749" y="157046"/>
                    <a:pt x="155915" y="157046"/>
                  </a:cubicBezTo>
                  <a:close/>
                  <a:moveTo>
                    <a:pt x="149525" y="192158"/>
                  </a:moveTo>
                  <a:lnTo>
                    <a:pt x="12141" y="192158"/>
                  </a:lnTo>
                  <a:lnTo>
                    <a:pt x="12141" y="169814"/>
                  </a:lnTo>
                  <a:lnTo>
                    <a:pt x="29394" y="169814"/>
                  </a:lnTo>
                  <a:cubicBezTo>
                    <a:pt x="33228" y="169814"/>
                    <a:pt x="35784" y="167260"/>
                    <a:pt x="35784" y="163430"/>
                  </a:cubicBezTo>
                  <a:lnTo>
                    <a:pt x="35784" y="72139"/>
                  </a:lnTo>
                  <a:cubicBezTo>
                    <a:pt x="35784" y="68309"/>
                    <a:pt x="33228" y="65755"/>
                    <a:pt x="29394" y="65755"/>
                  </a:cubicBezTo>
                  <a:lnTo>
                    <a:pt x="15975" y="65755"/>
                  </a:lnTo>
                  <a:lnTo>
                    <a:pt x="15975" y="12768"/>
                  </a:lnTo>
                  <a:lnTo>
                    <a:pt x="23643" y="12768"/>
                  </a:lnTo>
                  <a:lnTo>
                    <a:pt x="23643" y="24897"/>
                  </a:lnTo>
                  <a:cubicBezTo>
                    <a:pt x="23643" y="28728"/>
                    <a:pt x="26199" y="31281"/>
                    <a:pt x="30033" y="31281"/>
                  </a:cubicBezTo>
                  <a:lnTo>
                    <a:pt x="50481" y="31281"/>
                  </a:lnTo>
                  <a:cubicBezTo>
                    <a:pt x="54315" y="31281"/>
                    <a:pt x="56871" y="28728"/>
                    <a:pt x="56871" y="24897"/>
                  </a:cubicBezTo>
                  <a:lnTo>
                    <a:pt x="56871" y="12768"/>
                  </a:lnTo>
                  <a:lnTo>
                    <a:pt x="63899" y="12768"/>
                  </a:lnTo>
                  <a:lnTo>
                    <a:pt x="63899" y="24897"/>
                  </a:lnTo>
                  <a:cubicBezTo>
                    <a:pt x="63899" y="28728"/>
                    <a:pt x="66455" y="31281"/>
                    <a:pt x="70289" y="31281"/>
                  </a:cubicBezTo>
                  <a:lnTo>
                    <a:pt x="90737" y="31281"/>
                  </a:lnTo>
                  <a:cubicBezTo>
                    <a:pt x="94571" y="31281"/>
                    <a:pt x="97127" y="28728"/>
                    <a:pt x="97127" y="24897"/>
                  </a:cubicBezTo>
                  <a:lnTo>
                    <a:pt x="97127" y="12768"/>
                  </a:lnTo>
                  <a:lnTo>
                    <a:pt x="104156" y="12768"/>
                  </a:lnTo>
                  <a:lnTo>
                    <a:pt x="104156" y="24897"/>
                  </a:lnTo>
                  <a:cubicBezTo>
                    <a:pt x="104156" y="28728"/>
                    <a:pt x="106712" y="31281"/>
                    <a:pt x="110546" y="31281"/>
                  </a:cubicBezTo>
                  <a:lnTo>
                    <a:pt x="130994" y="31281"/>
                  </a:lnTo>
                  <a:cubicBezTo>
                    <a:pt x="134828" y="31281"/>
                    <a:pt x="137384" y="28728"/>
                    <a:pt x="137384" y="24897"/>
                  </a:cubicBezTo>
                  <a:lnTo>
                    <a:pt x="137384" y="12768"/>
                  </a:lnTo>
                  <a:lnTo>
                    <a:pt x="145052" y="12768"/>
                  </a:lnTo>
                  <a:lnTo>
                    <a:pt x="145052" y="65755"/>
                  </a:lnTo>
                  <a:lnTo>
                    <a:pt x="131633" y="65755"/>
                  </a:lnTo>
                  <a:cubicBezTo>
                    <a:pt x="127799" y="65755"/>
                    <a:pt x="125243" y="68309"/>
                    <a:pt x="125243" y="72139"/>
                  </a:cubicBezTo>
                  <a:lnTo>
                    <a:pt x="125243" y="163430"/>
                  </a:lnTo>
                  <a:cubicBezTo>
                    <a:pt x="125243" y="167260"/>
                    <a:pt x="127799" y="169814"/>
                    <a:pt x="131633" y="169814"/>
                  </a:cubicBezTo>
                  <a:lnTo>
                    <a:pt x="148886" y="169814"/>
                  </a:lnTo>
                  <a:lnTo>
                    <a:pt x="149525" y="192158"/>
                  </a:lnTo>
                  <a:close/>
                </a:path>
              </a:pathLst>
            </a:custGeom>
            <a:solidFill>
              <a:srgbClr val="0076A8"/>
            </a:solidFill>
            <a:ln w="6390" cap="flat">
              <a:noFill/>
              <a:prstDash val="solid"/>
              <a:miter/>
            </a:ln>
          </p:spPr>
          <p:txBody>
            <a:bodyPr rtlCol="0" anchor="ctr"/>
            <a:lstStyle/>
            <a:p>
              <a:endParaRPr lang="en-US"/>
            </a:p>
          </p:txBody>
        </p:sp>
      </p:grpSp>
      <p:grpSp>
        <p:nvGrpSpPr>
          <p:cNvPr id="962" name="Graphic 4">
            <a:extLst>
              <a:ext uri="{FF2B5EF4-FFF2-40B4-BE49-F238E27FC236}">
                <a16:creationId xmlns:a16="http://schemas.microsoft.com/office/drawing/2014/main" id="{0E766362-7654-D041-8175-A99AE1273F48}"/>
              </a:ext>
            </a:extLst>
          </p:cNvPr>
          <p:cNvGrpSpPr>
            <a:grpSpLocks noChangeAspect="1"/>
          </p:cNvGrpSpPr>
          <p:nvPr/>
        </p:nvGrpSpPr>
        <p:grpSpPr>
          <a:xfrm>
            <a:off x="467743" y="2855717"/>
            <a:ext cx="361670" cy="362610"/>
            <a:chOff x="467743" y="2855717"/>
            <a:chExt cx="361670" cy="362610"/>
          </a:xfrm>
          <a:solidFill>
            <a:srgbClr val="0076A8"/>
          </a:solidFill>
        </p:grpSpPr>
        <p:sp>
          <p:nvSpPr>
            <p:cNvPr id="963" name="Graphic 4">
              <a:extLst>
                <a:ext uri="{FF2B5EF4-FFF2-40B4-BE49-F238E27FC236}">
                  <a16:creationId xmlns:a16="http://schemas.microsoft.com/office/drawing/2014/main" id="{42CC208C-EB98-DA44-AA67-CB5BC9731085}"/>
                </a:ext>
              </a:extLst>
            </p:cNvPr>
            <p:cNvSpPr/>
            <p:nvPr/>
          </p:nvSpPr>
          <p:spPr>
            <a:xfrm>
              <a:off x="467743" y="2855717"/>
              <a:ext cx="361670" cy="362610"/>
            </a:xfrm>
            <a:custGeom>
              <a:avLst/>
              <a:gdLst>
                <a:gd name="connsiteX0" fmla="*/ 180835 w 361670"/>
                <a:gd name="connsiteY0" fmla="*/ 0 h 362610"/>
                <a:gd name="connsiteX1" fmla="*/ 0 w 361670"/>
                <a:gd name="connsiteY1" fmla="*/ 181305 h 362610"/>
                <a:gd name="connsiteX2" fmla="*/ 180835 w 361670"/>
                <a:gd name="connsiteY2" fmla="*/ 362610 h 362610"/>
                <a:gd name="connsiteX3" fmla="*/ 361670 w 361670"/>
                <a:gd name="connsiteY3" fmla="*/ 181305 h 362610"/>
                <a:gd name="connsiteX4" fmla="*/ 361670 w 361670"/>
                <a:gd name="connsiteY4" fmla="*/ 181305 h 362610"/>
                <a:gd name="connsiteX5" fmla="*/ 180835 w 361670"/>
                <a:gd name="connsiteY5" fmla="*/ 0 h 362610"/>
                <a:gd name="connsiteX6" fmla="*/ 180835 w 361670"/>
                <a:gd name="connsiteY6" fmla="*/ 0 h 362610"/>
                <a:gd name="connsiteX7" fmla="*/ 180835 w 361670"/>
                <a:gd name="connsiteY7" fmla="*/ 349204 h 362610"/>
                <a:gd name="connsiteX8" fmla="*/ 12780 w 361670"/>
                <a:gd name="connsiteY8" fmla="*/ 180667 h 362610"/>
                <a:gd name="connsiteX9" fmla="*/ 180835 w 361670"/>
                <a:gd name="connsiteY9" fmla="*/ 12130 h 362610"/>
                <a:gd name="connsiteX10" fmla="*/ 348891 w 361670"/>
                <a:gd name="connsiteY10" fmla="*/ 180667 h 362610"/>
                <a:gd name="connsiteX11" fmla="*/ 180835 w 361670"/>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2610">
                  <a:moveTo>
                    <a:pt x="180835" y="0"/>
                  </a:moveTo>
                  <a:cubicBezTo>
                    <a:pt x="80513" y="0"/>
                    <a:pt x="0" y="81076"/>
                    <a:pt x="0" y="181305"/>
                  </a:cubicBezTo>
                  <a:cubicBezTo>
                    <a:pt x="0" y="281533"/>
                    <a:pt x="81152" y="362610"/>
                    <a:pt x="180835" y="362610"/>
                  </a:cubicBezTo>
                  <a:cubicBezTo>
                    <a:pt x="280518" y="362610"/>
                    <a:pt x="361670" y="281533"/>
                    <a:pt x="361670" y="181305"/>
                  </a:cubicBezTo>
                  <a:cubicBezTo>
                    <a:pt x="361670" y="181305"/>
                    <a:pt x="361670" y="181305"/>
                    <a:pt x="361670" y="181305"/>
                  </a:cubicBezTo>
                  <a:cubicBezTo>
                    <a:pt x="361670" y="80438"/>
                    <a:pt x="281157" y="0"/>
                    <a:pt x="180835" y="0"/>
                  </a:cubicBezTo>
                  <a:cubicBezTo>
                    <a:pt x="180835" y="0"/>
                    <a:pt x="180835" y="0"/>
                    <a:pt x="180835" y="0"/>
                  </a:cubicBezTo>
                  <a:close/>
                  <a:moveTo>
                    <a:pt x="180835" y="349204"/>
                  </a:moveTo>
                  <a:cubicBezTo>
                    <a:pt x="87542" y="349204"/>
                    <a:pt x="12780" y="273873"/>
                    <a:pt x="12780" y="180667"/>
                  </a:cubicBezTo>
                  <a:cubicBezTo>
                    <a:pt x="12780" y="87460"/>
                    <a:pt x="88181" y="12130"/>
                    <a:pt x="180835" y="12130"/>
                  </a:cubicBezTo>
                  <a:cubicBezTo>
                    <a:pt x="273489" y="12130"/>
                    <a:pt x="348891" y="87460"/>
                    <a:pt x="348891" y="180667"/>
                  </a:cubicBezTo>
                  <a:cubicBezTo>
                    <a:pt x="348891" y="273234"/>
                    <a:pt x="273489" y="348565"/>
                    <a:pt x="180835" y="349204"/>
                  </a:cubicBezTo>
                  <a:close/>
                </a:path>
              </a:pathLst>
            </a:custGeom>
            <a:solidFill>
              <a:srgbClr val="0076A8"/>
            </a:solidFill>
            <a:ln w="6390" cap="flat">
              <a:noFill/>
              <a:prstDash val="solid"/>
              <a:miter/>
            </a:ln>
          </p:spPr>
          <p:txBody>
            <a:bodyPr rtlCol="0" anchor="ctr"/>
            <a:lstStyle/>
            <a:p>
              <a:endParaRPr lang="en-US"/>
            </a:p>
          </p:txBody>
        </p:sp>
        <p:sp>
          <p:nvSpPr>
            <p:cNvPr id="964" name="Graphic 4">
              <a:extLst>
                <a:ext uri="{FF2B5EF4-FFF2-40B4-BE49-F238E27FC236}">
                  <a16:creationId xmlns:a16="http://schemas.microsoft.com/office/drawing/2014/main" id="{37065609-F8E6-9942-A200-F97A66494326}"/>
                </a:ext>
              </a:extLst>
            </p:cNvPr>
            <p:cNvSpPr/>
            <p:nvPr/>
          </p:nvSpPr>
          <p:spPr>
            <a:xfrm>
              <a:off x="549534" y="2939735"/>
              <a:ext cx="113740" cy="193685"/>
            </a:xfrm>
            <a:custGeom>
              <a:avLst/>
              <a:gdLst>
                <a:gd name="connsiteX0" fmla="*/ 106073 w 113740"/>
                <a:gd name="connsiteY0" fmla="*/ 23871 h 193685"/>
                <a:gd name="connsiteX1" fmla="*/ 106073 w 113740"/>
                <a:gd name="connsiteY1" fmla="*/ 23871 h 193685"/>
                <a:gd name="connsiteX2" fmla="*/ 12780 w 113740"/>
                <a:gd name="connsiteY2" fmla="*/ 250 h 193685"/>
                <a:gd name="connsiteX3" fmla="*/ 3834 w 113740"/>
                <a:gd name="connsiteY3" fmla="*/ 1527 h 193685"/>
                <a:gd name="connsiteX4" fmla="*/ 0 w 113740"/>
                <a:gd name="connsiteY4" fmla="*/ 9826 h 193685"/>
                <a:gd name="connsiteX5" fmla="*/ 0 w 113740"/>
                <a:gd name="connsiteY5" fmla="*/ 183471 h 193685"/>
                <a:gd name="connsiteX6" fmla="*/ 10224 w 113740"/>
                <a:gd name="connsiteY6" fmla="*/ 193685 h 193685"/>
                <a:gd name="connsiteX7" fmla="*/ 10224 w 113740"/>
                <a:gd name="connsiteY7" fmla="*/ 193685 h 193685"/>
                <a:gd name="connsiteX8" fmla="*/ 38979 w 113740"/>
                <a:gd name="connsiteY8" fmla="*/ 193685 h 193685"/>
                <a:gd name="connsiteX9" fmla="*/ 45369 w 113740"/>
                <a:gd name="connsiteY9" fmla="*/ 187301 h 193685"/>
                <a:gd name="connsiteX10" fmla="*/ 45369 w 113740"/>
                <a:gd name="connsiteY10" fmla="*/ 155381 h 193685"/>
                <a:gd name="connsiteX11" fmla="*/ 68372 w 113740"/>
                <a:gd name="connsiteY11" fmla="*/ 155381 h 193685"/>
                <a:gd name="connsiteX12" fmla="*/ 68372 w 113740"/>
                <a:gd name="connsiteY12" fmla="*/ 187301 h 193685"/>
                <a:gd name="connsiteX13" fmla="*/ 74762 w 113740"/>
                <a:gd name="connsiteY13" fmla="*/ 193685 h 193685"/>
                <a:gd name="connsiteX14" fmla="*/ 107351 w 113740"/>
                <a:gd name="connsiteY14" fmla="*/ 193685 h 193685"/>
                <a:gd name="connsiteX15" fmla="*/ 113741 w 113740"/>
                <a:gd name="connsiteY15" fmla="*/ 187301 h 193685"/>
                <a:gd name="connsiteX16" fmla="*/ 113741 w 113740"/>
                <a:gd name="connsiteY16" fmla="*/ 33447 h 193685"/>
                <a:gd name="connsiteX17" fmla="*/ 106073 w 113740"/>
                <a:gd name="connsiteY17" fmla="*/ 23871 h 193685"/>
                <a:gd name="connsiteX18" fmla="*/ 100961 w 113740"/>
                <a:gd name="connsiteY18" fmla="*/ 180917 h 193685"/>
                <a:gd name="connsiteX19" fmla="*/ 81152 w 113740"/>
                <a:gd name="connsiteY19" fmla="*/ 180917 h 193685"/>
                <a:gd name="connsiteX20" fmla="*/ 81152 w 113740"/>
                <a:gd name="connsiteY20" fmla="*/ 152189 h 193685"/>
                <a:gd name="connsiteX21" fmla="*/ 70928 w 113740"/>
                <a:gd name="connsiteY21" fmla="*/ 141975 h 193685"/>
                <a:gd name="connsiteX22" fmla="*/ 70928 w 113740"/>
                <a:gd name="connsiteY22" fmla="*/ 141975 h 193685"/>
                <a:gd name="connsiteX23" fmla="*/ 42813 w 113740"/>
                <a:gd name="connsiteY23" fmla="*/ 141975 h 193685"/>
                <a:gd name="connsiteX24" fmla="*/ 32589 w 113740"/>
                <a:gd name="connsiteY24" fmla="*/ 152189 h 193685"/>
                <a:gd name="connsiteX25" fmla="*/ 32589 w 113740"/>
                <a:gd name="connsiteY25" fmla="*/ 152189 h 193685"/>
                <a:gd name="connsiteX26" fmla="*/ 32589 w 113740"/>
                <a:gd name="connsiteY26" fmla="*/ 180917 h 193685"/>
                <a:gd name="connsiteX27" fmla="*/ 12780 w 113740"/>
                <a:gd name="connsiteY27" fmla="*/ 180917 h 193685"/>
                <a:gd name="connsiteX28" fmla="*/ 12780 w 113740"/>
                <a:gd name="connsiteY28" fmla="*/ 13018 h 193685"/>
                <a:gd name="connsiteX29" fmla="*/ 100961 w 113740"/>
                <a:gd name="connsiteY29" fmla="*/ 36001 h 193685"/>
                <a:gd name="connsiteX30" fmla="*/ 100961 w 113740"/>
                <a:gd name="connsiteY30" fmla="*/ 180917 h 193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3740" h="193685">
                  <a:moveTo>
                    <a:pt x="106073" y="23871"/>
                  </a:moveTo>
                  <a:lnTo>
                    <a:pt x="106073" y="23871"/>
                  </a:lnTo>
                  <a:lnTo>
                    <a:pt x="12780" y="250"/>
                  </a:lnTo>
                  <a:cubicBezTo>
                    <a:pt x="9585" y="-388"/>
                    <a:pt x="6390" y="250"/>
                    <a:pt x="3834" y="1527"/>
                  </a:cubicBezTo>
                  <a:cubicBezTo>
                    <a:pt x="1278" y="3442"/>
                    <a:pt x="0" y="6634"/>
                    <a:pt x="0" y="9826"/>
                  </a:cubicBezTo>
                  <a:lnTo>
                    <a:pt x="0" y="183471"/>
                  </a:lnTo>
                  <a:cubicBezTo>
                    <a:pt x="0" y="189216"/>
                    <a:pt x="4473" y="193685"/>
                    <a:pt x="10224" y="193685"/>
                  </a:cubicBezTo>
                  <a:cubicBezTo>
                    <a:pt x="10224" y="193685"/>
                    <a:pt x="10224" y="193685"/>
                    <a:pt x="10224" y="193685"/>
                  </a:cubicBezTo>
                  <a:lnTo>
                    <a:pt x="38979" y="193685"/>
                  </a:lnTo>
                  <a:cubicBezTo>
                    <a:pt x="42813" y="193685"/>
                    <a:pt x="45369" y="191132"/>
                    <a:pt x="45369" y="187301"/>
                  </a:cubicBezTo>
                  <a:lnTo>
                    <a:pt x="45369" y="155381"/>
                  </a:lnTo>
                  <a:lnTo>
                    <a:pt x="68372" y="155381"/>
                  </a:lnTo>
                  <a:lnTo>
                    <a:pt x="68372" y="187301"/>
                  </a:lnTo>
                  <a:cubicBezTo>
                    <a:pt x="68372" y="191132"/>
                    <a:pt x="70928" y="193685"/>
                    <a:pt x="74762" y="193685"/>
                  </a:cubicBezTo>
                  <a:lnTo>
                    <a:pt x="107351" y="193685"/>
                  </a:lnTo>
                  <a:cubicBezTo>
                    <a:pt x="111185" y="193685"/>
                    <a:pt x="113741" y="191132"/>
                    <a:pt x="113741" y="187301"/>
                  </a:cubicBezTo>
                  <a:lnTo>
                    <a:pt x="113741" y="33447"/>
                  </a:lnTo>
                  <a:cubicBezTo>
                    <a:pt x="113741" y="28978"/>
                    <a:pt x="110546" y="25148"/>
                    <a:pt x="106073" y="23871"/>
                  </a:cubicBezTo>
                  <a:close/>
                  <a:moveTo>
                    <a:pt x="100961" y="180917"/>
                  </a:moveTo>
                  <a:lnTo>
                    <a:pt x="81152" y="180917"/>
                  </a:lnTo>
                  <a:lnTo>
                    <a:pt x="81152" y="152189"/>
                  </a:lnTo>
                  <a:cubicBezTo>
                    <a:pt x="81152" y="146444"/>
                    <a:pt x="76679" y="141975"/>
                    <a:pt x="70928" y="141975"/>
                  </a:cubicBezTo>
                  <a:cubicBezTo>
                    <a:pt x="70928" y="141975"/>
                    <a:pt x="70928" y="141975"/>
                    <a:pt x="70928" y="141975"/>
                  </a:cubicBezTo>
                  <a:lnTo>
                    <a:pt x="42813" y="141975"/>
                  </a:lnTo>
                  <a:cubicBezTo>
                    <a:pt x="37062" y="141975"/>
                    <a:pt x="32589" y="146444"/>
                    <a:pt x="32589" y="152189"/>
                  </a:cubicBezTo>
                  <a:cubicBezTo>
                    <a:pt x="32589" y="152189"/>
                    <a:pt x="32589" y="152189"/>
                    <a:pt x="32589" y="152189"/>
                  </a:cubicBezTo>
                  <a:lnTo>
                    <a:pt x="32589" y="180917"/>
                  </a:lnTo>
                  <a:lnTo>
                    <a:pt x="12780" y="180917"/>
                  </a:lnTo>
                  <a:lnTo>
                    <a:pt x="12780" y="13018"/>
                  </a:lnTo>
                  <a:lnTo>
                    <a:pt x="100961" y="36001"/>
                  </a:lnTo>
                  <a:lnTo>
                    <a:pt x="100961" y="180917"/>
                  </a:lnTo>
                  <a:close/>
                </a:path>
              </a:pathLst>
            </a:custGeom>
            <a:solidFill>
              <a:srgbClr val="0076A8"/>
            </a:solidFill>
            <a:ln w="6390" cap="flat">
              <a:noFill/>
              <a:prstDash val="solid"/>
              <a:miter/>
            </a:ln>
          </p:spPr>
          <p:txBody>
            <a:bodyPr rtlCol="0" anchor="ctr"/>
            <a:lstStyle/>
            <a:p>
              <a:endParaRPr lang="en-US"/>
            </a:p>
          </p:txBody>
        </p:sp>
        <p:sp>
          <p:nvSpPr>
            <p:cNvPr id="965" name="Graphic 4">
              <a:extLst>
                <a:ext uri="{FF2B5EF4-FFF2-40B4-BE49-F238E27FC236}">
                  <a16:creationId xmlns:a16="http://schemas.microsoft.com/office/drawing/2014/main" id="{A53836CF-9E59-5844-B26F-AE6864206E8A}"/>
                </a:ext>
              </a:extLst>
            </p:cNvPr>
            <p:cNvSpPr/>
            <p:nvPr/>
          </p:nvSpPr>
          <p:spPr>
            <a:xfrm>
              <a:off x="674777" y="2984035"/>
              <a:ext cx="72845" cy="149385"/>
            </a:xfrm>
            <a:custGeom>
              <a:avLst/>
              <a:gdLst>
                <a:gd name="connsiteX0" fmla="*/ 62621 w 72845"/>
                <a:gd name="connsiteY0" fmla="*/ 0 h 149385"/>
                <a:gd name="connsiteX1" fmla="*/ 6390 w 72845"/>
                <a:gd name="connsiteY1" fmla="*/ 0 h 149385"/>
                <a:gd name="connsiteX2" fmla="*/ 0 w 72845"/>
                <a:gd name="connsiteY2" fmla="*/ 6384 h 149385"/>
                <a:gd name="connsiteX3" fmla="*/ 0 w 72845"/>
                <a:gd name="connsiteY3" fmla="*/ 143001 h 149385"/>
                <a:gd name="connsiteX4" fmla="*/ 6390 w 72845"/>
                <a:gd name="connsiteY4" fmla="*/ 149385 h 149385"/>
                <a:gd name="connsiteX5" fmla="*/ 62621 w 72845"/>
                <a:gd name="connsiteY5" fmla="*/ 149385 h 149385"/>
                <a:gd name="connsiteX6" fmla="*/ 72845 w 72845"/>
                <a:gd name="connsiteY6" fmla="*/ 138533 h 149385"/>
                <a:gd name="connsiteX7" fmla="*/ 72845 w 72845"/>
                <a:gd name="connsiteY7" fmla="*/ 138533 h 149385"/>
                <a:gd name="connsiteX8" fmla="*/ 72845 w 72845"/>
                <a:gd name="connsiteY8" fmla="*/ 10853 h 149385"/>
                <a:gd name="connsiteX9" fmla="*/ 62621 w 72845"/>
                <a:gd name="connsiteY9" fmla="*/ 0 h 149385"/>
                <a:gd name="connsiteX10" fmla="*/ 62621 w 72845"/>
                <a:gd name="connsiteY10" fmla="*/ 0 h 149385"/>
                <a:gd name="connsiteX11" fmla="*/ 60065 w 72845"/>
                <a:gd name="connsiteY11" fmla="*/ 136617 h 149385"/>
                <a:gd name="connsiteX12" fmla="*/ 12780 w 72845"/>
                <a:gd name="connsiteY12" fmla="*/ 136617 h 149385"/>
                <a:gd name="connsiteX13" fmla="*/ 12780 w 72845"/>
                <a:gd name="connsiteY13" fmla="*/ 12768 h 149385"/>
                <a:gd name="connsiteX14" fmla="*/ 60065 w 72845"/>
                <a:gd name="connsiteY14" fmla="*/ 12768 h 149385"/>
                <a:gd name="connsiteX15" fmla="*/ 60065 w 72845"/>
                <a:gd name="connsiteY15" fmla="*/ 136617 h 149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845" h="149385">
                  <a:moveTo>
                    <a:pt x="62621" y="0"/>
                  </a:moveTo>
                  <a:lnTo>
                    <a:pt x="6390" y="0"/>
                  </a:lnTo>
                  <a:cubicBezTo>
                    <a:pt x="2556" y="0"/>
                    <a:pt x="0" y="2554"/>
                    <a:pt x="0" y="6384"/>
                  </a:cubicBezTo>
                  <a:lnTo>
                    <a:pt x="0" y="143001"/>
                  </a:lnTo>
                  <a:cubicBezTo>
                    <a:pt x="0" y="146832"/>
                    <a:pt x="2556" y="149385"/>
                    <a:pt x="6390" y="149385"/>
                  </a:cubicBezTo>
                  <a:lnTo>
                    <a:pt x="62621" y="149385"/>
                  </a:lnTo>
                  <a:cubicBezTo>
                    <a:pt x="68372" y="149385"/>
                    <a:pt x="72845" y="144278"/>
                    <a:pt x="72845" y="138533"/>
                  </a:cubicBezTo>
                  <a:cubicBezTo>
                    <a:pt x="72845" y="138533"/>
                    <a:pt x="72845" y="138533"/>
                    <a:pt x="72845" y="138533"/>
                  </a:cubicBezTo>
                  <a:lnTo>
                    <a:pt x="72845" y="10853"/>
                  </a:lnTo>
                  <a:cubicBezTo>
                    <a:pt x="72845" y="5107"/>
                    <a:pt x="68372" y="0"/>
                    <a:pt x="62621" y="0"/>
                  </a:cubicBezTo>
                  <a:cubicBezTo>
                    <a:pt x="62621" y="0"/>
                    <a:pt x="62621" y="0"/>
                    <a:pt x="62621" y="0"/>
                  </a:cubicBezTo>
                  <a:close/>
                  <a:moveTo>
                    <a:pt x="60065" y="136617"/>
                  </a:moveTo>
                  <a:lnTo>
                    <a:pt x="12780" y="136617"/>
                  </a:lnTo>
                  <a:lnTo>
                    <a:pt x="12780" y="12768"/>
                  </a:lnTo>
                  <a:lnTo>
                    <a:pt x="60065" y="12768"/>
                  </a:lnTo>
                  <a:lnTo>
                    <a:pt x="60065" y="136617"/>
                  </a:lnTo>
                  <a:close/>
                </a:path>
              </a:pathLst>
            </a:custGeom>
            <a:solidFill>
              <a:srgbClr val="0076A8"/>
            </a:solidFill>
            <a:ln w="6390" cap="flat">
              <a:noFill/>
              <a:prstDash val="solid"/>
              <a:miter/>
            </a:ln>
          </p:spPr>
          <p:txBody>
            <a:bodyPr rtlCol="0" anchor="ctr"/>
            <a:lstStyle/>
            <a:p>
              <a:endParaRPr lang="en-US"/>
            </a:p>
          </p:txBody>
        </p:sp>
        <p:sp>
          <p:nvSpPr>
            <p:cNvPr id="966" name="Graphic 4">
              <a:extLst>
                <a:ext uri="{FF2B5EF4-FFF2-40B4-BE49-F238E27FC236}">
                  <a16:creationId xmlns:a16="http://schemas.microsoft.com/office/drawing/2014/main" id="{D9162FBF-FE39-B04F-B211-D71CC19F2F25}"/>
                </a:ext>
              </a:extLst>
            </p:cNvPr>
            <p:cNvSpPr/>
            <p:nvPr/>
          </p:nvSpPr>
          <p:spPr>
            <a:xfrm>
              <a:off x="580206" y="2984035"/>
              <a:ext cx="49202" cy="12767"/>
            </a:xfrm>
            <a:custGeom>
              <a:avLst/>
              <a:gdLst>
                <a:gd name="connsiteX0" fmla="*/ 6390 w 49202"/>
                <a:gd name="connsiteY0" fmla="*/ 12768 h 12767"/>
                <a:gd name="connsiteX1" fmla="*/ 42813 w 49202"/>
                <a:gd name="connsiteY1" fmla="*/ 12768 h 12767"/>
                <a:gd name="connsiteX2" fmla="*/ 49202 w 49202"/>
                <a:gd name="connsiteY2" fmla="*/ 6384 h 12767"/>
                <a:gd name="connsiteX3" fmla="*/ 42813 w 49202"/>
                <a:gd name="connsiteY3" fmla="*/ 0 h 12767"/>
                <a:gd name="connsiteX4" fmla="*/ 6390 w 49202"/>
                <a:gd name="connsiteY4" fmla="*/ 0 h 12767"/>
                <a:gd name="connsiteX5" fmla="*/ 0 w 49202"/>
                <a:gd name="connsiteY5" fmla="*/ 6384 h 12767"/>
                <a:gd name="connsiteX6" fmla="*/ 6390 w 49202"/>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202" h="12767">
                  <a:moveTo>
                    <a:pt x="6390" y="12768"/>
                  </a:moveTo>
                  <a:lnTo>
                    <a:pt x="42813" y="12768"/>
                  </a:lnTo>
                  <a:cubicBezTo>
                    <a:pt x="46647" y="12768"/>
                    <a:pt x="49202" y="10214"/>
                    <a:pt x="49202" y="6384"/>
                  </a:cubicBezTo>
                  <a:cubicBezTo>
                    <a:pt x="49202" y="2554"/>
                    <a:pt x="46647" y="0"/>
                    <a:pt x="42813" y="0"/>
                  </a:cubicBezTo>
                  <a:lnTo>
                    <a:pt x="6390" y="0"/>
                  </a:lnTo>
                  <a:cubicBezTo>
                    <a:pt x="2556" y="0"/>
                    <a:pt x="0" y="2554"/>
                    <a:pt x="0" y="6384"/>
                  </a:cubicBezTo>
                  <a:cubicBezTo>
                    <a:pt x="0" y="10214"/>
                    <a:pt x="3195" y="12768"/>
                    <a:pt x="6390" y="12768"/>
                  </a:cubicBezTo>
                  <a:close/>
                </a:path>
              </a:pathLst>
            </a:custGeom>
            <a:solidFill>
              <a:srgbClr val="0076A8"/>
            </a:solidFill>
            <a:ln w="6390" cap="flat">
              <a:noFill/>
              <a:prstDash val="solid"/>
              <a:miter/>
            </a:ln>
          </p:spPr>
          <p:txBody>
            <a:bodyPr rtlCol="0" anchor="ctr"/>
            <a:lstStyle/>
            <a:p>
              <a:endParaRPr lang="en-US"/>
            </a:p>
          </p:txBody>
        </p:sp>
        <p:sp>
          <p:nvSpPr>
            <p:cNvPr id="967" name="Graphic 4">
              <a:extLst>
                <a:ext uri="{FF2B5EF4-FFF2-40B4-BE49-F238E27FC236}">
                  <a16:creationId xmlns:a16="http://schemas.microsoft.com/office/drawing/2014/main" id="{75B2D379-FE7A-404E-AD76-B41C445AC7D2}"/>
                </a:ext>
              </a:extLst>
            </p:cNvPr>
            <p:cNvSpPr/>
            <p:nvPr/>
          </p:nvSpPr>
          <p:spPr>
            <a:xfrm>
              <a:off x="693947" y="3008295"/>
              <a:ext cx="27476" cy="12767"/>
            </a:xfrm>
            <a:custGeom>
              <a:avLst/>
              <a:gdLst>
                <a:gd name="connsiteX0" fmla="*/ 6390 w 27476"/>
                <a:gd name="connsiteY0" fmla="*/ 12768 h 12767"/>
                <a:gd name="connsiteX1" fmla="*/ 21087 w 27476"/>
                <a:gd name="connsiteY1" fmla="*/ 12768 h 12767"/>
                <a:gd name="connsiteX2" fmla="*/ 27477 w 27476"/>
                <a:gd name="connsiteY2" fmla="*/ 6384 h 12767"/>
                <a:gd name="connsiteX3" fmla="*/ 21087 w 27476"/>
                <a:gd name="connsiteY3" fmla="*/ 0 h 12767"/>
                <a:gd name="connsiteX4" fmla="*/ 6390 w 27476"/>
                <a:gd name="connsiteY4" fmla="*/ 0 h 12767"/>
                <a:gd name="connsiteX5" fmla="*/ 0 w 27476"/>
                <a:gd name="connsiteY5" fmla="*/ 6384 h 12767"/>
                <a:gd name="connsiteX6" fmla="*/ 6390 w 27476"/>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76" h="12767">
                  <a:moveTo>
                    <a:pt x="6390" y="12768"/>
                  </a:moveTo>
                  <a:lnTo>
                    <a:pt x="21087" y="12768"/>
                  </a:lnTo>
                  <a:cubicBezTo>
                    <a:pt x="24921" y="12768"/>
                    <a:pt x="27477" y="10214"/>
                    <a:pt x="27477" y="6384"/>
                  </a:cubicBezTo>
                  <a:cubicBezTo>
                    <a:pt x="27477" y="2554"/>
                    <a:pt x="24921" y="0"/>
                    <a:pt x="21087" y="0"/>
                  </a:cubicBezTo>
                  <a:lnTo>
                    <a:pt x="6390" y="0"/>
                  </a:lnTo>
                  <a:cubicBezTo>
                    <a:pt x="2556" y="0"/>
                    <a:pt x="0" y="2554"/>
                    <a:pt x="0" y="6384"/>
                  </a:cubicBezTo>
                  <a:cubicBezTo>
                    <a:pt x="0" y="10214"/>
                    <a:pt x="3195" y="12768"/>
                    <a:pt x="6390" y="12768"/>
                  </a:cubicBezTo>
                  <a:close/>
                </a:path>
              </a:pathLst>
            </a:custGeom>
            <a:solidFill>
              <a:srgbClr val="0076A8"/>
            </a:solidFill>
            <a:ln w="6390" cap="flat">
              <a:noFill/>
              <a:prstDash val="solid"/>
              <a:miter/>
            </a:ln>
          </p:spPr>
          <p:txBody>
            <a:bodyPr rtlCol="0" anchor="ctr"/>
            <a:lstStyle/>
            <a:p>
              <a:endParaRPr lang="en-US"/>
            </a:p>
          </p:txBody>
        </p:sp>
        <p:sp>
          <p:nvSpPr>
            <p:cNvPr id="968" name="Graphic 4">
              <a:extLst>
                <a:ext uri="{FF2B5EF4-FFF2-40B4-BE49-F238E27FC236}">
                  <a16:creationId xmlns:a16="http://schemas.microsoft.com/office/drawing/2014/main" id="{FB03B8A8-7564-954A-9FD2-C13885208E54}"/>
                </a:ext>
              </a:extLst>
            </p:cNvPr>
            <p:cNvSpPr/>
            <p:nvPr/>
          </p:nvSpPr>
          <p:spPr>
            <a:xfrm>
              <a:off x="693947" y="3030000"/>
              <a:ext cx="27476" cy="12767"/>
            </a:xfrm>
            <a:custGeom>
              <a:avLst/>
              <a:gdLst>
                <a:gd name="connsiteX0" fmla="*/ 6390 w 27476"/>
                <a:gd name="connsiteY0" fmla="*/ 12768 h 12767"/>
                <a:gd name="connsiteX1" fmla="*/ 21087 w 27476"/>
                <a:gd name="connsiteY1" fmla="*/ 12768 h 12767"/>
                <a:gd name="connsiteX2" fmla="*/ 27477 w 27476"/>
                <a:gd name="connsiteY2" fmla="*/ 6384 h 12767"/>
                <a:gd name="connsiteX3" fmla="*/ 21087 w 27476"/>
                <a:gd name="connsiteY3" fmla="*/ 0 h 12767"/>
                <a:gd name="connsiteX4" fmla="*/ 6390 w 27476"/>
                <a:gd name="connsiteY4" fmla="*/ 0 h 12767"/>
                <a:gd name="connsiteX5" fmla="*/ 0 w 27476"/>
                <a:gd name="connsiteY5" fmla="*/ 6384 h 12767"/>
                <a:gd name="connsiteX6" fmla="*/ 6390 w 27476"/>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76" h="12767">
                  <a:moveTo>
                    <a:pt x="6390" y="12768"/>
                  </a:moveTo>
                  <a:lnTo>
                    <a:pt x="21087" y="12768"/>
                  </a:lnTo>
                  <a:cubicBezTo>
                    <a:pt x="24921" y="12768"/>
                    <a:pt x="27477" y="10214"/>
                    <a:pt x="27477" y="6384"/>
                  </a:cubicBezTo>
                  <a:cubicBezTo>
                    <a:pt x="27477" y="2554"/>
                    <a:pt x="24921" y="0"/>
                    <a:pt x="21087" y="0"/>
                  </a:cubicBezTo>
                  <a:lnTo>
                    <a:pt x="6390" y="0"/>
                  </a:lnTo>
                  <a:cubicBezTo>
                    <a:pt x="2556" y="0"/>
                    <a:pt x="0" y="2554"/>
                    <a:pt x="0" y="6384"/>
                  </a:cubicBezTo>
                  <a:cubicBezTo>
                    <a:pt x="0" y="10214"/>
                    <a:pt x="3195" y="12768"/>
                    <a:pt x="6390" y="12768"/>
                  </a:cubicBezTo>
                  <a:close/>
                </a:path>
              </a:pathLst>
            </a:custGeom>
            <a:solidFill>
              <a:srgbClr val="0076A8"/>
            </a:solidFill>
            <a:ln w="6390" cap="flat">
              <a:noFill/>
              <a:prstDash val="solid"/>
              <a:miter/>
            </a:ln>
          </p:spPr>
          <p:txBody>
            <a:bodyPr rtlCol="0" anchor="ctr"/>
            <a:lstStyle/>
            <a:p>
              <a:endParaRPr lang="en-US"/>
            </a:p>
          </p:txBody>
        </p:sp>
        <p:sp>
          <p:nvSpPr>
            <p:cNvPr id="969" name="Graphic 4">
              <a:extLst>
                <a:ext uri="{FF2B5EF4-FFF2-40B4-BE49-F238E27FC236}">
                  <a16:creationId xmlns:a16="http://schemas.microsoft.com/office/drawing/2014/main" id="{960F55BC-DC1F-7C4F-A877-BE3DB857701A}"/>
                </a:ext>
              </a:extLst>
            </p:cNvPr>
            <p:cNvSpPr/>
            <p:nvPr/>
          </p:nvSpPr>
          <p:spPr>
            <a:xfrm>
              <a:off x="693947" y="3051067"/>
              <a:ext cx="27476" cy="12767"/>
            </a:xfrm>
            <a:custGeom>
              <a:avLst/>
              <a:gdLst>
                <a:gd name="connsiteX0" fmla="*/ 6390 w 27476"/>
                <a:gd name="connsiteY0" fmla="*/ 12768 h 12767"/>
                <a:gd name="connsiteX1" fmla="*/ 21087 w 27476"/>
                <a:gd name="connsiteY1" fmla="*/ 12768 h 12767"/>
                <a:gd name="connsiteX2" fmla="*/ 27477 w 27476"/>
                <a:gd name="connsiteY2" fmla="*/ 6384 h 12767"/>
                <a:gd name="connsiteX3" fmla="*/ 21087 w 27476"/>
                <a:gd name="connsiteY3" fmla="*/ 0 h 12767"/>
                <a:gd name="connsiteX4" fmla="*/ 6390 w 27476"/>
                <a:gd name="connsiteY4" fmla="*/ 0 h 12767"/>
                <a:gd name="connsiteX5" fmla="*/ 0 w 27476"/>
                <a:gd name="connsiteY5" fmla="*/ 6384 h 12767"/>
                <a:gd name="connsiteX6" fmla="*/ 6390 w 27476"/>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76" h="12767">
                  <a:moveTo>
                    <a:pt x="6390" y="12768"/>
                  </a:moveTo>
                  <a:lnTo>
                    <a:pt x="21087" y="12768"/>
                  </a:lnTo>
                  <a:cubicBezTo>
                    <a:pt x="24921" y="12768"/>
                    <a:pt x="27477" y="10214"/>
                    <a:pt x="27477" y="6384"/>
                  </a:cubicBezTo>
                  <a:cubicBezTo>
                    <a:pt x="27477" y="2554"/>
                    <a:pt x="24921" y="0"/>
                    <a:pt x="21087" y="0"/>
                  </a:cubicBezTo>
                  <a:lnTo>
                    <a:pt x="6390" y="0"/>
                  </a:lnTo>
                  <a:cubicBezTo>
                    <a:pt x="2556" y="0"/>
                    <a:pt x="0" y="2554"/>
                    <a:pt x="0" y="6384"/>
                  </a:cubicBezTo>
                  <a:cubicBezTo>
                    <a:pt x="0" y="10214"/>
                    <a:pt x="3195" y="12768"/>
                    <a:pt x="6390" y="12768"/>
                  </a:cubicBezTo>
                  <a:close/>
                </a:path>
              </a:pathLst>
            </a:custGeom>
            <a:solidFill>
              <a:srgbClr val="0076A8"/>
            </a:solidFill>
            <a:ln w="6390" cap="flat">
              <a:noFill/>
              <a:prstDash val="solid"/>
              <a:miter/>
            </a:ln>
          </p:spPr>
          <p:txBody>
            <a:bodyPr rtlCol="0" anchor="ctr"/>
            <a:lstStyle/>
            <a:p>
              <a:endParaRPr lang="en-US"/>
            </a:p>
          </p:txBody>
        </p:sp>
        <p:sp>
          <p:nvSpPr>
            <p:cNvPr id="970" name="Graphic 4">
              <a:extLst>
                <a:ext uri="{FF2B5EF4-FFF2-40B4-BE49-F238E27FC236}">
                  <a16:creationId xmlns:a16="http://schemas.microsoft.com/office/drawing/2014/main" id="{D869E33D-6E9C-D34B-A5D8-F174614E133C}"/>
                </a:ext>
              </a:extLst>
            </p:cNvPr>
            <p:cNvSpPr/>
            <p:nvPr/>
          </p:nvSpPr>
          <p:spPr>
            <a:xfrm>
              <a:off x="580206" y="3008295"/>
              <a:ext cx="49202" cy="12767"/>
            </a:xfrm>
            <a:custGeom>
              <a:avLst/>
              <a:gdLst>
                <a:gd name="connsiteX0" fmla="*/ 6390 w 49202"/>
                <a:gd name="connsiteY0" fmla="*/ 12768 h 12767"/>
                <a:gd name="connsiteX1" fmla="*/ 42813 w 49202"/>
                <a:gd name="connsiteY1" fmla="*/ 12768 h 12767"/>
                <a:gd name="connsiteX2" fmla="*/ 49202 w 49202"/>
                <a:gd name="connsiteY2" fmla="*/ 6384 h 12767"/>
                <a:gd name="connsiteX3" fmla="*/ 42813 w 49202"/>
                <a:gd name="connsiteY3" fmla="*/ 0 h 12767"/>
                <a:gd name="connsiteX4" fmla="*/ 6390 w 49202"/>
                <a:gd name="connsiteY4" fmla="*/ 0 h 12767"/>
                <a:gd name="connsiteX5" fmla="*/ 0 w 49202"/>
                <a:gd name="connsiteY5" fmla="*/ 6384 h 12767"/>
                <a:gd name="connsiteX6" fmla="*/ 6390 w 49202"/>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202" h="12767">
                  <a:moveTo>
                    <a:pt x="6390" y="12768"/>
                  </a:moveTo>
                  <a:lnTo>
                    <a:pt x="42813" y="12768"/>
                  </a:lnTo>
                  <a:cubicBezTo>
                    <a:pt x="46647" y="12768"/>
                    <a:pt x="49202" y="10214"/>
                    <a:pt x="49202" y="6384"/>
                  </a:cubicBezTo>
                  <a:cubicBezTo>
                    <a:pt x="49202" y="2554"/>
                    <a:pt x="46647" y="0"/>
                    <a:pt x="42813" y="0"/>
                  </a:cubicBezTo>
                  <a:lnTo>
                    <a:pt x="6390" y="0"/>
                  </a:lnTo>
                  <a:cubicBezTo>
                    <a:pt x="2556" y="0"/>
                    <a:pt x="0" y="2554"/>
                    <a:pt x="0" y="6384"/>
                  </a:cubicBezTo>
                  <a:cubicBezTo>
                    <a:pt x="0" y="10214"/>
                    <a:pt x="3195" y="12768"/>
                    <a:pt x="6390" y="12768"/>
                  </a:cubicBezTo>
                  <a:close/>
                </a:path>
              </a:pathLst>
            </a:custGeom>
            <a:solidFill>
              <a:srgbClr val="0076A8"/>
            </a:solidFill>
            <a:ln w="6390" cap="flat">
              <a:noFill/>
              <a:prstDash val="solid"/>
              <a:miter/>
            </a:ln>
          </p:spPr>
          <p:txBody>
            <a:bodyPr rtlCol="0" anchor="ctr"/>
            <a:lstStyle/>
            <a:p>
              <a:endParaRPr lang="en-US"/>
            </a:p>
          </p:txBody>
        </p:sp>
        <p:sp>
          <p:nvSpPr>
            <p:cNvPr id="971" name="Graphic 4">
              <a:extLst>
                <a:ext uri="{FF2B5EF4-FFF2-40B4-BE49-F238E27FC236}">
                  <a16:creationId xmlns:a16="http://schemas.microsoft.com/office/drawing/2014/main" id="{C82B1447-EA89-574F-BCFC-2169AC36632E}"/>
                </a:ext>
              </a:extLst>
            </p:cNvPr>
            <p:cNvSpPr/>
            <p:nvPr/>
          </p:nvSpPr>
          <p:spPr>
            <a:xfrm>
              <a:off x="580206" y="3030000"/>
              <a:ext cx="49202" cy="12767"/>
            </a:xfrm>
            <a:custGeom>
              <a:avLst/>
              <a:gdLst>
                <a:gd name="connsiteX0" fmla="*/ 6390 w 49202"/>
                <a:gd name="connsiteY0" fmla="*/ 12768 h 12767"/>
                <a:gd name="connsiteX1" fmla="*/ 42813 w 49202"/>
                <a:gd name="connsiteY1" fmla="*/ 12768 h 12767"/>
                <a:gd name="connsiteX2" fmla="*/ 49202 w 49202"/>
                <a:gd name="connsiteY2" fmla="*/ 6384 h 12767"/>
                <a:gd name="connsiteX3" fmla="*/ 42813 w 49202"/>
                <a:gd name="connsiteY3" fmla="*/ 0 h 12767"/>
                <a:gd name="connsiteX4" fmla="*/ 6390 w 49202"/>
                <a:gd name="connsiteY4" fmla="*/ 0 h 12767"/>
                <a:gd name="connsiteX5" fmla="*/ 0 w 49202"/>
                <a:gd name="connsiteY5" fmla="*/ 6384 h 12767"/>
                <a:gd name="connsiteX6" fmla="*/ 6390 w 49202"/>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202" h="12767">
                  <a:moveTo>
                    <a:pt x="6390" y="12768"/>
                  </a:moveTo>
                  <a:lnTo>
                    <a:pt x="42813" y="12768"/>
                  </a:lnTo>
                  <a:cubicBezTo>
                    <a:pt x="46647" y="12768"/>
                    <a:pt x="49202" y="10214"/>
                    <a:pt x="49202" y="6384"/>
                  </a:cubicBezTo>
                  <a:cubicBezTo>
                    <a:pt x="49202" y="2554"/>
                    <a:pt x="46647" y="0"/>
                    <a:pt x="42813" y="0"/>
                  </a:cubicBezTo>
                  <a:lnTo>
                    <a:pt x="6390" y="0"/>
                  </a:lnTo>
                  <a:cubicBezTo>
                    <a:pt x="2556" y="0"/>
                    <a:pt x="0" y="2554"/>
                    <a:pt x="0" y="6384"/>
                  </a:cubicBezTo>
                  <a:cubicBezTo>
                    <a:pt x="0" y="10214"/>
                    <a:pt x="3195" y="12768"/>
                    <a:pt x="6390" y="12768"/>
                  </a:cubicBezTo>
                  <a:close/>
                </a:path>
              </a:pathLst>
            </a:custGeom>
            <a:solidFill>
              <a:srgbClr val="0076A8"/>
            </a:solidFill>
            <a:ln w="6390" cap="flat">
              <a:noFill/>
              <a:prstDash val="solid"/>
              <a:miter/>
            </a:ln>
          </p:spPr>
          <p:txBody>
            <a:bodyPr rtlCol="0" anchor="ctr"/>
            <a:lstStyle/>
            <a:p>
              <a:endParaRPr lang="en-US"/>
            </a:p>
          </p:txBody>
        </p:sp>
      </p:grpSp>
      <p:grpSp>
        <p:nvGrpSpPr>
          <p:cNvPr id="972" name="Graphic 4">
            <a:extLst>
              <a:ext uri="{FF2B5EF4-FFF2-40B4-BE49-F238E27FC236}">
                <a16:creationId xmlns:a16="http://schemas.microsoft.com/office/drawing/2014/main" id="{6D8E3CE0-340B-0549-945C-C507DA35E9A0}"/>
              </a:ext>
            </a:extLst>
          </p:cNvPr>
          <p:cNvGrpSpPr>
            <a:grpSpLocks noChangeAspect="1"/>
          </p:cNvGrpSpPr>
          <p:nvPr/>
        </p:nvGrpSpPr>
        <p:grpSpPr>
          <a:xfrm>
            <a:off x="6146480" y="1885990"/>
            <a:ext cx="362309" cy="361971"/>
            <a:chOff x="6146480" y="1885990"/>
            <a:chExt cx="362309" cy="361971"/>
          </a:xfrm>
          <a:solidFill>
            <a:srgbClr val="00A3E0"/>
          </a:solidFill>
        </p:grpSpPr>
        <p:sp>
          <p:nvSpPr>
            <p:cNvPr id="973" name="Graphic 4">
              <a:extLst>
                <a:ext uri="{FF2B5EF4-FFF2-40B4-BE49-F238E27FC236}">
                  <a16:creationId xmlns:a16="http://schemas.microsoft.com/office/drawing/2014/main" id="{8765878C-F318-2942-8B31-72E2758DAECF}"/>
                </a:ext>
              </a:extLst>
            </p:cNvPr>
            <p:cNvSpPr/>
            <p:nvPr/>
          </p:nvSpPr>
          <p:spPr>
            <a:xfrm>
              <a:off x="6146480" y="1885990"/>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34189 w 362309"/>
                <a:gd name="connsiteY6" fmla="*/ 263659 h 361971"/>
                <a:gd name="connsiteX7" fmla="*/ 113741 w 362309"/>
                <a:gd name="connsiteY7" fmla="*/ 278980 h 361971"/>
                <a:gd name="connsiteX8" fmla="*/ 110546 w 362309"/>
                <a:gd name="connsiteY8" fmla="*/ 278980 h 361971"/>
                <a:gd name="connsiteX9" fmla="*/ 90098 w 362309"/>
                <a:gd name="connsiteY9" fmla="*/ 264935 h 361971"/>
                <a:gd name="connsiteX10" fmla="*/ 90737 w 362309"/>
                <a:gd name="connsiteY10" fmla="*/ 239399 h 361971"/>
                <a:gd name="connsiteX11" fmla="*/ 134189 w 362309"/>
                <a:gd name="connsiteY11" fmla="*/ 155769 h 361971"/>
                <a:gd name="connsiteX12" fmla="*/ 145690 w 362309"/>
                <a:gd name="connsiteY12" fmla="*/ 161515 h 361971"/>
                <a:gd name="connsiteX13" fmla="*/ 102239 w 362309"/>
                <a:gd name="connsiteY13" fmla="*/ 245145 h 361971"/>
                <a:gd name="connsiteX14" fmla="*/ 101600 w 362309"/>
                <a:gd name="connsiteY14" fmla="*/ 259190 h 361971"/>
                <a:gd name="connsiteX15" fmla="*/ 111824 w 362309"/>
                <a:gd name="connsiteY15" fmla="*/ 265574 h 361971"/>
                <a:gd name="connsiteX16" fmla="*/ 122686 w 362309"/>
                <a:gd name="connsiteY16" fmla="*/ 257275 h 361971"/>
                <a:gd name="connsiteX17" fmla="*/ 166777 w 362309"/>
                <a:gd name="connsiteY17" fmla="*/ 172368 h 361971"/>
                <a:gd name="connsiteX18" fmla="*/ 178279 w 362309"/>
                <a:gd name="connsiteY18" fmla="*/ 178113 h 361971"/>
                <a:gd name="connsiteX19" fmla="*/ 134189 w 362309"/>
                <a:gd name="connsiteY19" fmla="*/ 263659 h 361971"/>
                <a:gd name="connsiteX20" fmla="*/ 226204 w 362309"/>
                <a:gd name="connsiteY20" fmla="*/ 218971 h 361971"/>
                <a:gd name="connsiteX21" fmla="*/ 221731 w 362309"/>
                <a:gd name="connsiteY21" fmla="*/ 220886 h 361971"/>
                <a:gd name="connsiteX22" fmla="*/ 217258 w 362309"/>
                <a:gd name="connsiteY22" fmla="*/ 218971 h 361971"/>
                <a:gd name="connsiteX23" fmla="*/ 178279 w 362309"/>
                <a:gd name="connsiteY23" fmla="*/ 178113 h 361971"/>
                <a:gd name="connsiteX24" fmla="*/ 118853 w 362309"/>
                <a:gd name="connsiteY24" fmla="*/ 148108 h 361971"/>
                <a:gd name="connsiteX25" fmla="*/ 115658 w 362309"/>
                <a:gd name="connsiteY25" fmla="*/ 144278 h 361971"/>
                <a:gd name="connsiteX26" fmla="*/ 116297 w 362309"/>
                <a:gd name="connsiteY26" fmla="*/ 139171 h 361971"/>
                <a:gd name="connsiteX27" fmla="*/ 143774 w 362309"/>
                <a:gd name="connsiteY27" fmla="*/ 85546 h 361971"/>
                <a:gd name="connsiteX28" fmla="*/ 147607 w 362309"/>
                <a:gd name="connsiteY28" fmla="*/ 82354 h 361971"/>
                <a:gd name="connsiteX29" fmla="*/ 152719 w 362309"/>
                <a:gd name="connsiteY29" fmla="*/ 82992 h 361971"/>
                <a:gd name="connsiteX30" fmla="*/ 207034 w 362309"/>
                <a:gd name="connsiteY30" fmla="*/ 111081 h 361971"/>
                <a:gd name="connsiteX31" fmla="*/ 269016 w 362309"/>
                <a:gd name="connsiteY31" fmla="*/ 118742 h 361971"/>
                <a:gd name="connsiteX32" fmla="*/ 274767 w 362309"/>
                <a:gd name="connsiteY32" fmla="*/ 124488 h 361971"/>
                <a:gd name="connsiteX33" fmla="*/ 226204 w 362309"/>
                <a:gd name="connsiteY33" fmla="*/ 218971 h 361971"/>
                <a:gd name="connsiteX34" fmla="*/ 226204 w 362309"/>
                <a:gd name="connsiteY34" fmla="*/ 21897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0438"/>
                    <a:pt x="281157" y="0"/>
                    <a:pt x="181474" y="0"/>
                  </a:cubicBezTo>
                  <a:close/>
                  <a:moveTo>
                    <a:pt x="134189" y="263659"/>
                  </a:moveTo>
                  <a:cubicBezTo>
                    <a:pt x="130354" y="271958"/>
                    <a:pt x="122686" y="277703"/>
                    <a:pt x="113741" y="278980"/>
                  </a:cubicBezTo>
                  <a:lnTo>
                    <a:pt x="110546" y="278980"/>
                  </a:lnTo>
                  <a:cubicBezTo>
                    <a:pt x="101600" y="278980"/>
                    <a:pt x="93932" y="273235"/>
                    <a:pt x="90098" y="264935"/>
                  </a:cubicBezTo>
                  <a:cubicBezTo>
                    <a:pt x="86264" y="256636"/>
                    <a:pt x="86264" y="247060"/>
                    <a:pt x="90737" y="239399"/>
                  </a:cubicBezTo>
                  <a:lnTo>
                    <a:pt x="134189" y="155769"/>
                  </a:lnTo>
                  <a:lnTo>
                    <a:pt x="145690" y="161515"/>
                  </a:lnTo>
                  <a:lnTo>
                    <a:pt x="102239" y="245145"/>
                  </a:lnTo>
                  <a:cubicBezTo>
                    <a:pt x="99683" y="249614"/>
                    <a:pt x="99683" y="254721"/>
                    <a:pt x="101600" y="259190"/>
                  </a:cubicBezTo>
                  <a:cubicBezTo>
                    <a:pt x="104795" y="265574"/>
                    <a:pt x="109268" y="266212"/>
                    <a:pt x="111824" y="265574"/>
                  </a:cubicBezTo>
                  <a:cubicBezTo>
                    <a:pt x="116936" y="264935"/>
                    <a:pt x="120770" y="261743"/>
                    <a:pt x="122686" y="257275"/>
                  </a:cubicBezTo>
                  <a:lnTo>
                    <a:pt x="166777" y="172368"/>
                  </a:lnTo>
                  <a:lnTo>
                    <a:pt x="178279" y="178113"/>
                  </a:lnTo>
                  <a:lnTo>
                    <a:pt x="134189" y="263659"/>
                  </a:lnTo>
                  <a:close/>
                  <a:moveTo>
                    <a:pt x="226204" y="218971"/>
                  </a:moveTo>
                  <a:cubicBezTo>
                    <a:pt x="224925" y="220247"/>
                    <a:pt x="223648" y="220886"/>
                    <a:pt x="221731" y="220886"/>
                  </a:cubicBezTo>
                  <a:cubicBezTo>
                    <a:pt x="219814" y="220886"/>
                    <a:pt x="218536" y="220247"/>
                    <a:pt x="217258" y="218971"/>
                  </a:cubicBezTo>
                  <a:lnTo>
                    <a:pt x="178279" y="178113"/>
                  </a:lnTo>
                  <a:lnTo>
                    <a:pt x="118853" y="148108"/>
                  </a:lnTo>
                  <a:cubicBezTo>
                    <a:pt x="117575" y="147470"/>
                    <a:pt x="116297" y="146193"/>
                    <a:pt x="115658" y="144278"/>
                  </a:cubicBezTo>
                  <a:cubicBezTo>
                    <a:pt x="115019" y="142363"/>
                    <a:pt x="115019" y="141086"/>
                    <a:pt x="116297" y="139171"/>
                  </a:cubicBezTo>
                  <a:lnTo>
                    <a:pt x="143774" y="85546"/>
                  </a:lnTo>
                  <a:cubicBezTo>
                    <a:pt x="144412" y="84269"/>
                    <a:pt x="145690" y="82992"/>
                    <a:pt x="147607" y="82354"/>
                  </a:cubicBezTo>
                  <a:cubicBezTo>
                    <a:pt x="149524" y="81715"/>
                    <a:pt x="150802" y="81715"/>
                    <a:pt x="152719" y="82992"/>
                  </a:cubicBezTo>
                  <a:lnTo>
                    <a:pt x="207034" y="111081"/>
                  </a:lnTo>
                  <a:lnTo>
                    <a:pt x="269016" y="118742"/>
                  </a:lnTo>
                  <a:cubicBezTo>
                    <a:pt x="272211" y="119381"/>
                    <a:pt x="274767" y="121934"/>
                    <a:pt x="274767" y="124488"/>
                  </a:cubicBezTo>
                  <a:cubicBezTo>
                    <a:pt x="275406" y="126403"/>
                    <a:pt x="277323" y="172368"/>
                    <a:pt x="226204" y="218971"/>
                  </a:cubicBezTo>
                  <a:lnTo>
                    <a:pt x="226204" y="218971"/>
                  </a:lnTo>
                  <a:close/>
                </a:path>
              </a:pathLst>
            </a:custGeom>
            <a:solidFill>
              <a:srgbClr val="00A3E0"/>
            </a:solidFill>
            <a:ln w="6390" cap="flat">
              <a:noFill/>
              <a:prstDash val="solid"/>
              <a:miter/>
            </a:ln>
          </p:spPr>
          <p:txBody>
            <a:bodyPr rtlCol="0" anchor="ctr"/>
            <a:lstStyle/>
            <a:p>
              <a:endParaRPr lang="en-US"/>
            </a:p>
          </p:txBody>
        </p:sp>
        <p:sp>
          <p:nvSpPr>
            <p:cNvPr id="974" name="Graphic 4">
              <a:extLst>
                <a:ext uri="{FF2B5EF4-FFF2-40B4-BE49-F238E27FC236}">
                  <a16:creationId xmlns:a16="http://schemas.microsoft.com/office/drawing/2014/main" id="{7A5D130A-F78A-1F49-862B-8FDEF1A349C6}"/>
                </a:ext>
              </a:extLst>
            </p:cNvPr>
            <p:cNvSpPr/>
            <p:nvPr/>
          </p:nvSpPr>
          <p:spPr>
            <a:xfrm>
              <a:off x="6277474" y="1983027"/>
              <a:ext cx="130993" cy="107889"/>
            </a:xfrm>
            <a:custGeom>
              <a:avLst/>
              <a:gdLst>
                <a:gd name="connsiteX0" fmla="*/ 71567 w 130993"/>
                <a:gd name="connsiteY0" fmla="*/ 25536 h 107889"/>
                <a:gd name="connsiteX1" fmla="*/ 21726 w 130993"/>
                <a:gd name="connsiteY1" fmla="*/ 0 h 107889"/>
                <a:gd name="connsiteX2" fmla="*/ 0 w 130993"/>
                <a:gd name="connsiteY2" fmla="*/ 42134 h 107889"/>
                <a:gd name="connsiteX3" fmla="*/ 54314 w 130993"/>
                <a:gd name="connsiteY3" fmla="*/ 70224 h 107889"/>
                <a:gd name="connsiteX4" fmla="*/ 56231 w 130993"/>
                <a:gd name="connsiteY4" fmla="*/ 71501 h 107889"/>
                <a:gd name="connsiteX5" fmla="*/ 91376 w 130993"/>
                <a:gd name="connsiteY5" fmla="*/ 107889 h 107889"/>
                <a:gd name="connsiteX6" fmla="*/ 130994 w 130993"/>
                <a:gd name="connsiteY6" fmla="*/ 33197 h 107889"/>
                <a:gd name="connsiteX7" fmla="*/ 73484 w 130993"/>
                <a:gd name="connsiteY7" fmla="*/ 26174 h 107889"/>
                <a:gd name="connsiteX8" fmla="*/ 71567 w 130993"/>
                <a:gd name="connsiteY8" fmla="*/ 25536 h 107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0993" h="107889">
                  <a:moveTo>
                    <a:pt x="71567" y="25536"/>
                  </a:moveTo>
                  <a:lnTo>
                    <a:pt x="21726" y="0"/>
                  </a:lnTo>
                  <a:lnTo>
                    <a:pt x="0" y="42134"/>
                  </a:lnTo>
                  <a:lnTo>
                    <a:pt x="54314" y="70224"/>
                  </a:lnTo>
                  <a:cubicBezTo>
                    <a:pt x="54953" y="70224"/>
                    <a:pt x="55592" y="70862"/>
                    <a:pt x="56231" y="71501"/>
                  </a:cubicBezTo>
                  <a:lnTo>
                    <a:pt x="91376" y="107889"/>
                  </a:lnTo>
                  <a:cubicBezTo>
                    <a:pt x="123965" y="75969"/>
                    <a:pt x="130354" y="45326"/>
                    <a:pt x="130994" y="33197"/>
                  </a:cubicBezTo>
                  <a:lnTo>
                    <a:pt x="73484" y="26174"/>
                  </a:lnTo>
                  <a:cubicBezTo>
                    <a:pt x="72845" y="26813"/>
                    <a:pt x="72206" y="26174"/>
                    <a:pt x="71567" y="25536"/>
                  </a:cubicBezTo>
                  <a:close/>
                </a:path>
              </a:pathLst>
            </a:custGeom>
            <a:solidFill>
              <a:srgbClr val="00A3E0"/>
            </a:solidFill>
            <a:ln w="6390" cap="flat">
              <a:noFill/>
              <a:prstDash val="solid"/>
              <a:miter/>
            </a:ln>
          </p:spPr>
          <p:txBody>
            <a:bodyPr rtlCol="0" anchor="ctr"/>
            <a:lstStyle/>
            <a:p>
              <a:endParaRPr lang="en-US"/>
            </a:p>
          </p:txBody>
        </p:sp>
      </p:grpSp>
      <p:grpSp>
        <p:nvGrpSpPr>
          <p:cNvPr id="975" name="Graphic 4">
            <a:extLst>
              <a:ext uri="{FF2B5EF4-FFF2-40B4-BE49-F238E27FC236}">
                <a16:creationId xmlns:a16="http://schemas.microsoft.com/office/drawing/2014/main" id="{39A6895E-0844-3B46-AB08-857825A49ADA}"/>
              </a:ext>
            </a:extLst>
          </p:cNvPr>
          <p:cNvGrpSpPr>
            <a:grpSpLocks noChangeAspect="1"/>
          </p:cNvGrpSpPr>
          <p:nvPr/>
        </p:nvGrpSpPr>
        <p:grpSpPr>
          <a:xfrm>
            <a:off x="5099169" y="1885990"/>
            <a:ext cx="362309" cy="361971"/>
            <a:chOff x="5099169" y="1885990"/>
            <a:chExt cx="362309" cy="361971"/>
          </a:xfrm>
          <a:solidFill>
            <a:srgbClr val="00A3E0"/>
          </a:solidFill>
        </p:grpSpPr>
        <p:sp>
          <p:nvSpPr>
            <p:cNvPr id="976" name="Graphic 4">
              <a:extLst>
                <a:ext uri="{FF2B5EF4-FFF2-40B4-BE49-F238E27FC236}">
                  <a16:creationId xmlns:a16="http://schemas.microsoft.com/office/drawing/2014/main" id="{B4420450-DD9D-E649-8FCB-92C61C201D69}"/>
                </a:ext>
              </a:extLst>
            </p:cNvPr>
            <p:cNvSpPr/>
            <p:nvPr/>
          </p:nvSpPr>
          <p:spPr>
            <a:xfrm>
              <a:off x="5230802" y="2126667"/>
              <a:ext cx="14057" cy="26812"/>
            </a:xfrm>
            <a:custGeom>
              <a:avLst/>
              <a:gdLst>
                <a:gd name="connsiteX0" fmla="*/ 0 w 14057"/>
                <a:gd name="connsiteY0" fmla="*/ 0 h 26812"/>
                <a:gd name="connsiteX1" fmla="*/ 0 w 14057"/>
                <a:gd name="connsiteY1" fmla="*/ 15322 h 26812"/>
                <a:gd name="connsiteX2" fmla="*/ 7029 w 14057"/>
                <a:gd name="connsiteY2" fmla="*/ 26813 h 26812"/>
                <a:gd name="connsiteX3" fmla="*/ 14058 w 14057"/>
                <a:gd name="connsiteY3" fmla="*/ 12768 h 26812"/>
                <a:gd name="connsiteX4" fmla="*/ 14058 w 14057"/>
                <a:gd name="connsiteY4" fmla="*/ 8299 h 26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26812">
                  <a:moveTo>
                    <a:pt x="0" y="0"/>
                  </a:moveTo>
                  <a:lnTo>
                    <a:pt x="0" y="15322"/>
                  </a:lnTo>
                  <a:lnTo>
                    <a:pt x="7029" y="26813"/>
                  </a:lnTo>
                  <a:lnTo>
                    <a:pt x="14058" y="12768"/>
                  </a:lnTo>
                  <a:lnTo>
                    <a:pt x="14058" y="8299"/>
                  </a:lnTo>
                  <a:close/>
                </a:path>
              </a:pathLst>
            </a:custGeom>
            <a:solidFill>
              <a:srgbClr val="00A3E0"/>
            </a:solidFill>
            <a:ln w="6390" cap="flat">
              <a:noFill/>
              <a:prstDash val="solid"/>
              <a:miter/>
            </a:ln>
          </p:spPr>
          <p:txBody>
            <a:bodyPr rtlCol="0" anchor="ctr"/>
            <a:lstStyle/>
            <a:p>
              <a:endParaRPr lang="en-US"/>
            </a:p>
          </p:txBody>
        </p:sp>
        <p:sp>
          <p:nvSpPr>
            <p:cNvPr id="977" name="Graphic 4">
              <a:extLst>
                <a:ext uri="{FF2B5EF4-FFF2-40B4-BE49-F238E27FC236}">
                  <a16:creationId xmlns:a16="http://schemas.microsoft.com/office/drawing/2014/main" id="{F33C3403-60C9-0B43-B8F2-C7D391C41B5A}"/>
                </a:ext>
              </a:extLst>
            </p:cNvPr>
            <p:cNvSpPr/>
            <p:nvPr/>
          </p:nvSpPr>
          <p:spPr>
            <a:xfrm>
              <a:off x="5230802" y="2046867"/>
              <a:ext cx="14057" cy="20428"/>
            </a:xfrm>
            <a:custGeom>
              <a:avLst/>
              <a:gdLst>
                <a:gd name="connsiteX0" fmla="*/ 0 w 14057"/>
                <a:gd name="connsiteY0" fmla="*/ 12130 h 20428"/>
                <a:gd name="connsiteX1" fmla="*/ 14058 w 14057"/>
                <a:gd name="connsiteY1" fmla="*/ 20429 h 20428"/>
                <a:gd name="connsiteX2" fmla="*/ 14058 w 14057"/>
                <a:gd name="connsiteY2" fmla="*/ 7661 h 20428"/>
                <a:gd name="connsiteX3" fmla="*/ 0 w 14057"/>
                <a:gd name="connsiteY3" fmla="*/ 0 h 20428"/>
              </a:gdLst>
              <a:ahLst/>
              <a:cxnLst>
                <a:cxn ang="0">
                  <a:pos x="connsiteX0" y="connsiteY0"/>
                </a:cxn>
                <a:cxn ang="0">
                  <a:pos x="connsiteX1" y="connsiteY1"/>
                </a:cxn>
                <a:cxn ang="0">
                  <a:pos x="connsiteX2" y="connsiteY2"/>
                </a:cxn>
                <a:cxn ang="0">
                  <a:pos x="connsiteX3" y="connsiteY3"/>
                </a:cxn>
              </a:cxnLst>
              <a:rect l="l" t="t" r="r" b="b"/>
              <a:pathLst>
                <a:path w="14057" h="20428">
                  <a:moveTo>
                    <a:pt x="0" y="12130"/>
                  </a:moveTo>
                  <a:lnTo>
                    <a:pt x="14058" y="20429"/>
                  </a:lnTo>
                  <a:lnTo>
                    <a:pt x="14058" y="7661"/>
                  </a:lnTo>
                  <a:lnTo>
                    <a:pt x="0" y="0"/>
                  </a:lnTo>
                  <a:close/>
                </a:path>
              </a:pathLst>
            </a:custGeom>
            <a:solidFill>
              <a:srgbClr val="00A3E0"/>
            </a:solidFill>
            <a:ln w="6390" cap="flat">
              <a:noFill/>
              <a:prstDash val="solid"/>
              <a:miter/>
            </a:ln>
          </p:spPr>
          <p:txBody>
            <a:bodyPr rtlCol="0" anchor="ctr"/>
            <a:lstStyle/>
            <a:p>
              <a:endParaRPr lang="en-US"/>
            </a:p>
          </p:txBody>
        </p:sp>
        <p:sp>
          <p:nvSpPr>
            <p:cNvPr id="978" name="Graphic 4">
              <a:extLst>
                <a:ext uri="{FF2B5EF4-FFF2-40B4-BE49-F238E27FC236}">
                  <a16:creationId xmlns:a16="http://schemas.microsoft.com/office/drawing/2014/main" id="{3D4FB6BB-CF7B-DA46-B83C-A06D61892EC9}"/>
                </a:ext>
              </a:extLst>
            </p:cNvPr>
            <p:cNvSpPr/>
            <p:nvPr/>
          </p:nvSpPr>
          <p:spPr>
            <a:xfrm>
              <a:off x="5230802" y="2009840"/>
              <a:ext cx="14057" cy="30004"/>
            </a:xfrm>
            <a:custGeom>
              <a:avLst/>
              <a:gdLst>
                <a:gd name="connsiteX0" fmla="*/ 0 w 14057"/>
                <a:gd name="connsiteY0" fmla="*/ 22344 h 30004"/>
                <a:gd name="connsiteX1" fmla="*/ 14058 w 14057"/>
                <a:gd name="connsiteY1" fmla="*/ 30005 h 30004"/>
                <a:gd name="connsiteX2" fmla="*/ 14058 w 14057"/>
                <a:gd name="connsiteY2" fmla="*/ 0 h 30004"/>
                <a:gd name="connsiteX3" fmla="*/ 0 w 14057"/>
                <a:gd name="connsiteY3" fmla="*/ 0 h 30004"/>
              </a:gdLst>
              <a:ahLst/>
              <a:cxnLst>
                <a:cxn ang="0">
                  <a:pos x="connsiteX0" y="connsiteY0"/>
                </a:cxn>
                <a:cxn ang="0">
                  <a:pos x="connsiteX1" y="connsiteY1"/>
                </a:cxn>
                <a:cxn ang="0">
                  <a:pos x="connsiteX2" y="connsiteY2"/>
                </a:cxn>
                <a:cxn ang="0">
                  <a:pos x="connsiteX3" y="connsiteY3"/>
                </a:cxn>
              </a:cxnLst>
              <a:rect l="l" t="t" r="r" b="b"/>
              <a:pathLst>
                <a:path w="14057" h="30004">
                  <a:moveTo>
                    <a:pt x="0" y="22344"/>
                  </a:moveTo>
                  <a:lnTo>
                    <a:pt x="14058" y="30005"/>
                  </a:lnTo>
                  <a:lnTo>
                    <a:pt x="14058" y="0"/>
                  </a:lnTo>
                  <a:lnTo>
                    <a:pt x="0" y="0"/>
                  </a:lnTo>
                  <a:close/>
                </a:path>
              </a:pathLst>
            </a:custGeom>
            <a:solidFill>
              <a:srgbClr val="00A3E0"/>
            </a:solidFill>
            <a:ln w="6390" cap="flat">
              <a:noFill/>
              <a:prstDash val="solid"/>
              <a:miter/>
            </a:ln>
          </p:spPr>
          <p:txBody>
            <a:bodyPr rtlCol="0" anchor="ctr"/>
            <a:lstStyle/>
            <a:p>
              <a:endParaRPr lang="en-US"/>
            </a:p>
          </p:txBody>
        </p:sp>
        <p:sp>
          <p:nvSpPr>
            <p:cNvPr id="979" name="Graphic 4">
              <a:extLst>
                <a:ext uri="{FF2B5EF4-FFF2-40B4-BE49-F238E27FC236}">
                  <a16:creationId xmlns:a16="http://schemas.microsoft.com/office/drawing/2014/main" id="{4E715325-779A-8447-A034-671A4C897807}"/>
                </a:ext>
              </a:extLst>
            </p:cNvPr>
            <p:cNvSpPr/>
            <p:nvPr/>
          </p:nvSpPr>
          <p:spPr>
            <a:xfrm>
              <a:off x="5230802" y="2073680"/>
              <a:ext cx="14057" cy="19790"/>
            </a:xfrm>
            <a:custGeom>
              <a:avLst/>
              <a:gdLst>
                <a:gd name="connsiteX0" fmla="*/ 0 w 14057"/>
                <a:gd name="connsiteY0" fmla="*/ 12130 h 19790"/>
                <a:gd name="connsiteX1" fmla="*/ 14058 w 14057"/>
                <a:gd name="connsiteY1" fmla="*/ 19790 h 19790"/>
                <a:gd name="connsiteX2" fmla="*/ 14058 w 14057"/>
                <a:gd name="connsiteY2" fmla="*/ 8299 h 19790"/>
                <a:gd name="connsiteX3" fmla="*/ 0 w 14057"/>
                <a:gd name="connsiteY3" fmla="*/ 0 h 19790"/>
              </a:gdLst>
              <a:ahLst/>
              <a:cxnLst>
                <a:cxn ang="0">
                  <a:pos x="connsiteX0" y="connsiteY0"/>
                </a:cxn>
                <a:cxn ang="0">
                  <a:pos x="connsiteX1" y="connsiteY1"/>
                </a:cxn>
                <a:cxn ang="0">
                  <a:pos x="connsiteX2" y="connsiteY2"/>
                </a:cxn>
                <a:cxn ang="0">
                  <a:pos x="connsiteX3" y="connsiteY3"/>
                </a:cxn>
              </a:cxnLst>
              <a:rect l="l" t="t" r="r" b="b"/>
              <a:pathLst>
                <a:path w="14057" h="19790">
                  <a:moveTo>
                    <a:pt x="0" y="12130"/>
                  </a:moveTo>
                  <a:lnTo>
                    <a:pt x="14058" y="19790"/>
                  </a:lnTo>
                  <a:lnTo>
                    <a:pt x="14058" y="8299"/>
                  </a:lnTo>
                  <a:lnTo>
                    <a:pt x="0" y="0"/>
                  </a:lnTo>
                  <a:close/>
                </a:path>
              </a:pathLst>
            </a:custGeom>
            <a:solidFill>
              <a:srgbClr val="00A3E0"/>
            </a:solidFill>
            <a:ln w="6390" cap="flat">
              <a:noFill/>
              <a:prstDash val="solid"/>
              <a:miter/>
            </a:ln>
          </p:spPr>
          <p:txBody>
            <a:bodyPr rtlCol="0" anchor="ctr"/>
            <a:lstStyle/>
            <a:p>
              <a:endParaRPr lang="en-US"/>
            </a:p>
          </p:txBody>
        </p:sp>
        <p:sp>
          <p:nvSpPr>
            <p:cNvPr id="980" name="Graphic 4">
              <a:extLst>
                <a:ext uri="{FF2B5EF4-FFF2-40B4-BE49-F238E27FC236}">
                  <a16:creationId xmlns:a16="http://schemas.microsoft.com/office/drawing/2014/main" id="{AB47DA25-8276-964C-805B-B6FDDC319E6E}"/>
                </a:ext>
              </a:extLst>
            </p:cNvPr>
            <p:cNvSpPr/>
            <p:nvPr/>
          </p:nvSpPr>
          <p:spPr>
            <a:xfrm>
              <a:off x="5230802" y="2100492"/>
              <a:ext cx="14057" cy="19790"/>
            </a:xfrm>
            <a:custGeom>
              <a:avLst/>
              <a:gdLst>
                <a:gd name="connsiteX0" fmla="*/ 14058 w 14057"/>
                <a:gd name="connsiteY0" fmla="*/ 7661 h 19790"/>
                <a:gd name="connsiteX1" fmla="*/ 0 w 14057"/>
                <a:gd name="connsiteY1" fmla="*/ 0 h 19790"/>
                <a:gd name="connsiteX2" fmla="*/ 0 w 14057"/>
                <a:gd name="connsiteY2" fmla="*/ 11491 h 19790"/>
                <a:gd name="connsiteX3" fmla="*/ 14058 w 14057"/>
                <a:gd name="connsiteY3" fmla="*/ 19790 h 19790"/>
              </a:gdLst>
              <a:ahLst/>
              <a:cxnLst>
                <a:cxn ang="0">
                  <a:pos x="connsiteX0" y="connsiteY0"/>
                </a:cxn>
                <a:cxn ang="0">
                  <a:pos x="connsiteX1" y="connsiteY1"/>
                </a:cxn>
                <a:cxn ang="0">
                  <a:pos x="connsiteX2" y="connsiteY2"/>
                </a:cxn>
                <a:cxn ang="0">
                  <a:pos x="connsiteX3" y="connsiteY3"/>
                </a:cxn>
              </a:cxnLst>
              <a:rect l="l" t="t" r="r" b="b"/>
              <a:pathLst>
                <a:path w="14057" h="19790">
                  <a:moveTo>
                    <a:pt x="14058" y="7661"/>
                  </a:moveTo>
                  <a:lnTo>
                    <a:pt x="0" y="0"/>
                  </a:lnTo>
                  <a:lnTo>
                    <a:pt x="0" y="11491"/>
                  </a:lnTo>
                  <a:lnTo>
                    <a:pt x="14058" y="19790"/>
                  </a:lnTo>
                  <a:close/>
                </a:path>
              </a:pathLst>
            </a:custGeom>
            <a:solidFill>
              <a:srgbClr val="00A3E0"/>
            </a:solidFill>
            <a:ln w="6390" cap="flat">
              <a:noFill/>
              <a:prstDash val="solid"/>
              <a:miter/>
            </a:ln>
          </p:spPr>
          <p:txBody>
            <a:bodyPr rtlCol="0" anchor="ctr"/>
            <a:lstStyle/>
            <a:p>
              <a:endParaRPr lang="en-US"/>
            </a:p>
          </p:txBody>
        </p:sp>
        <p:sp>
          <p:nvSpPr>
            <p:cNvPr id="981" name="Graphic 4">
              <a:extLst>
                <a:ext uri="{FF2B5EF4-FFF2-40B4-BE49-F238E27FC236}">
                  <a16:creationId xmlns:a16="http://schemas.microsoft.com/office/drawing/2014/main" id="{4CE8DECF-C07B-9449-9293-9E581269DABF}"/>
                </a:ext>
              </a:extLst>
            </p:cNvPr>
            <p:cNvSpPr/>
            <p:nvPr/>
          </p:nvSpPr>
          <p:spPr>
            <a:xfrm>
              <a:off x="5206520" y="1986219"/>
              <a:ext cx="62621" cy="10852"/>
            </a:xfrm>
            <a:custGeom>
              <a:avLst/>
              <a:gdLst>
                <a:gd name="connsiteX0" fmla="*/ 0 w 62621"/>
                <a:gd name="connsiteY0" fmla="*/ 0 h 10852"/>
                <a:gd name="connsiteX1" fmla="*/ 8946 w 62621"/>
                <a:gd name="connsiteY1" fmla="*/ 10853 h 10852"/>
                <a:gd name="connsiteX2" fmla="*/ 53676 w 62621"/>
                <a:gd name="connsiteY2" fmla="*/ 10853 h 10852"/>
                <a:gd name="connsiteX3" fmla="*/ 62621 w 62621"/>
                <a:gd name="connsiteY3" fmla="*/ 0 h 10852"/>
              </a:gdLst>
              <a:ahLst/>
              <a:cxnLst>
                <a:cxn ang="0">
                  <a:pos x="connsiteX0" y="connsiteY0"/>
                </a:cxn>
                <a:cxn ang="0">
                  <a:pos x="connsiteX1" y="connsiteY1"/>
                </a:cxn>
                <a:cxn ang="0">
                  <a:pos x="connsiteX2" y="connsiteY2"/>
                </a:cxn>
                <a:cxn ang="0">
                  <a:pos x="connsiteX3" y="connsiteY3"/>
                </a:cxn>
              </a:cxnLst>
              <a:rect l="l" t="t" r="r" b="b"/>
              <a:pathLst>
                <a:path w="62621" h="10852">
                  <a:moveTo>
                    <a:pt x="0" y="0"/>
                  </a:moveTo>
                  <a:lnTo>
                    <a:pt x="8946" y="10853"/>
                  </a:lnTo>
                  <a:lnTo>
                    <a:pt x="53676" y="10853"/>
                  </a:lnTo>
                  <a:lnTo>
                    <a:pt x="62621" y="0"/>
                  </a:lnTo>
                  <a:close/>
                </a:path>
              </a:pathLst>
            </a:custGeom>
            <a:solidFill>
              <a:srgbClr val="00A3E0"/>
            </a:solidFill>
            <a:ln w="6390" cap="flat">
              <a:noFill/>
              <a:prstDash val="solid"/>
              <a:miter/>
            </a:ln>
          </p:spPr>
          <p:txBody>
            <a:bodyPr rtlCol="0" anchor="ctr"/>
            <a:lstStyle/>
            <a:p>
              <a:endParaRPr lang="en-US"/>
            </a:p>
          </p:txBody>
        </p:sp>
        <p:sp>
          <p:nvSpPr>
            <p:cNvPr id="982" name="Graphic 4">
              <a:extLst>
                <a:ext uri="{FF2B5EF4-FFF2-40B4-BE49-F238E27FC236}">
                  <a16:creationId xmlns:a16="http://schemas.microsoft.com/office/drawing/2014/main" id="{41D9A362-1799-A644-93C9-3E965581AFC2}"/>
                </a:ext>
              </a:extLst>
            </p:cNvPr>
            <p:cNvSpPr/>
            <p:nvPr/>
          </p:nvSpPr>
          <p:spPr>
            <a:xfrm>
              <a:off x="5280004" y="2035376"/>
              <a:ext cx="93293" cy="83630"/>
            </a:xfrm>
            <a:custGeom>
              <a:avLst/>
              <a:gdLst>
                <a:gd name="connsiteX0" fmla="*/ 25560 w 93293"/>
                <a:gd name="connsiteY0" fmla="*/ 0 h 83630"/>
                <a:gd name="connsiteX1" fmla="*/ 0 w 93293"/>
                <a:gd name="connsiteY1" fmla="*/ 42773 h 83630"/>
                <a:gd name="connsiteX2" fmla="*/ 26199 w 93293"/>
                <a:gd name="connsiteY2" fmla="*/ 83630 h 83630"/>
                <a:gd name="connsiteX3" fmla="*/ 70289 w 93293"/>
                <a:gd name="connsiteY3" fmla="*/ 83630 h 83630"/>
                <a:gd name="connsiteX4" fmla="*/ 93293 w 93293"/>
                <a:gd name="connsiteY4" fmla="*/ 38942 h 83630"/>
                <a:gd name="connsiteX5" fmla="*/ 65816 w 93293"/>
                <a:gd name="connsiteY5" fmla="*/ 0 h 83630"/>
                <a:gd name="connsiteX6" fmla="*/ 25560 w 93293"/>
                <a:gd name="connsiteY6" fmla="*/ 0 h 83630"/>
                <a:gd name="connsiteX7" fmla="*/ 79235 w 93293"/>
                <a:gd name="connsiteY7" fmla="*/ 42134 h 83630"/>
                <a:gd name="connsiteX8" fmla="*/ 46646 w 93293"/>
                <a:gd name="connsiteY8" fmla="*/ 74692 h 83630"/>
                <a:gd name="connsiteX9" fmla="*/ 14058 w 93293"/>
                <a:gd name="connsiteY9" fmla="*/ 42134 h 83630"/>
                <a:gd name="connsiteX10" fmla="*/ 46646 w 93293"/>
                <a:gd name="connsiteY10" fmla="*/ 9576 h 83630"/>
                <a:gd name="connsiteX11" fmla="*/ 46646 w 93293"/>
                <a:gd name="connsiteY11" fmla="*/ 9576 h 83630"/>
                <a:gd name="connsiteX12" fmla="*/ 79235 w 93293"/>
                <a:gd name="connsiteY12" fmla="*/ 42134 h 83630"/>
                <a:gd name="connsiteX13" fmla="*/ 79235 w 93293"/>
                <a:gd name="connsiteY13" fmla="*/ 42134 h 83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3293" h="83630">
                  <a:moveTo>
                    <a:pt x="25560" y="0"/>
                  </a:moveTo>
                  <a:lnTo>
                    <a:pt x="0" y="42773"/>
                  </a:lnTo>
                  <a:lnTo>
                    <a:pt x="26199" y="83630"/>
                  </a:lnTo>
                  <a:lnTo>
                    <a:pt x="70289" y="83630"/>
                  </a:lnTo>
                  <a:lnTo>
                    <a:pt x="93293" y="38942"/>
                  </a:lnTo>
                  <a:lnTo>
                    <a:pt x="65816" y="0"/>
                  </a:lnTo>
                  <a:lnTo>
                    <a:pt x="25560" y="0"/>
                  </a:lnTo>
                  <a:close/>
                  <a:moveTo>
                    <a:pt x="79235" y="42134"/>
                  </a:moveTo>
                  <a:cubicBezTo>
                    <a:pt x="79235" y="60009"/>
                    <a:pt x="64539" y="74692"/>
                    <a:pt x="46646" y="74692"/>
                  </a:cubicBezTo>
                  <a:cubicBezTo>
                    <a:pt x="28755" y="74692"/>
                    <a:pt x="14058" y="60009"/>
                    <a:pt x="14058" y="42134"/>
                  </a:cubicBezTo>
                  <a:cubicBezTo>
                    <a:pt x="14058" y="24259"/>
                    <a:pt x="28755" y="9576"/>
                    <a:pt x="46646" y="9576"/>
                  </a:cubicBezTo>
                  <a:cubicBezTo>
                    <a:pt x="46646" y="9576"/>
                    <a:pt x="46646" y="9576"/>
                    <a:pt x="46646" y="9576"/>
                  </a:cubicBezTo>
                  <a:cubicBezTo>
                    <a:pt x="64539" y="9576"/>
                    <a:pt x="79235" y="24259"/>
                    <a:pt x="79235" y="42134"/>
                  </a:cubicBezTo>
                  <a:lnTo>
                    <a:pt x="79235" y="42134"/>
                  </a:lnTo>
                  <a:close/>
                </a:path>
              </a:pathLst>
            </a:custGeom>
            <a:solidFill>
              <a:srgbClr val="00A3E0"/>
            </a:solidFill>
            <a:ln w="6390" cap="flat">
              <a:noFill/>
              <a:prstDash val="solid"/>
              <a:miter/>
            </a:ln>
          </p:spPr>
          <p:txBody>
            <a:bodyPr rtlCol="0" anchor="ctr"/>
            <a:lstStyle/>
            <a:p>
              <a:endParaRPr lang="en-US"/>
            </a:p>
          </p:txBody>
        </p:sp>
        <p:sp>
          <p:nvSpPr>
            <p:cNvPr id="983" name="Graphic 4">
              <a:extLst>
                <a:ext uri="{FF2B5EF4-FFF2-40B4-BE49-F238E27FC236}">
                  <a16:creationId xmlns:a16="http://schemas.microsoft.com/office/drawing/2014/main" id="{07FC6F1A-83D1-7D4D-ACAA-728F8E695819}"/>
                </a:ext>
              </a:extLst>
            </p:cNvPr>
            <p:cNvSpPr/>
            <p:nvPr/>
          </p:nvSpPr>
          <p:spPr>
            <a:xfrm>
              <a:off x="5099169" y="1885990"/>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58470 w 362309"/>
                <a:gd name="connsiteY7" fmla="*/ 255359 h 361971"/>
                <a:gd name="connsiteX8" fmla="*/ 157832 w 362309"/>
                <a:gd name="connsiteY8" fmla="*/ 258551 h 361971"/>
                <a:gd name="connsiteX9" fmla="*/ 144412 w 362309"/>
                <a:gd name="connsiteY9" fmla="*/ 283449 h 361971"/>
                <a:gd name="connsiteX10" fmla="*/ 139301 w 362309"/>
                <a:gd name="connsiteY10" fmla="*/ 286641 h 361971"/>
                <a:gd name="connsiteX11" fmla="*/ 139301 w 362309"/>
                <a:gd name="connsiteY11" fmla="*/ 286641 h 361971"/>
                <a:gd name="connsiteX12" fmla="*/ 133550 w 362309"/>
                <a:gd name="connsiteY12" fmla="*/ 283449 h 361971"/>
                <a:gd name="connsiteX13" fmla="*/ 119492 w 362309"/>
                <a:gd name="connsiteY13" fmla="*/ 261105 h 361971"/>
                <a:gd name="connsiteX14" fmla="*/ 118853 w 362309"/>
                <a:gd name="connsiteY14" fmla="*/ 257913 h 361971"/>
                <a:gd name="connsiteX15" fmla="*/ 118853 w 362309"/>
                <a:gd name="connsiteY15" fmla="*/ 123849 h 361971"/>
                <a:gd name="connsiteX16" fmla="*/ 113741 w 362309"/>
                <a:gd name="connsiteY16" fmla="*/ 123849 h 361971"/>
                <a:gd name="connsiteX17" fmla="*/ 108629 w 362309"/>
                <a:gd name="connsiteY17" fmla="*/ 121296 h 361971"/>
                <a:gd name="connsiteX18" fmla="*/ 88820 w 362309"/>
                <a:gd name="connsiteY18" fmla="*/ 97675 h 361971"/>
                <a:gd name="connsiteX19" fmla="*/ 88181 w 362309"/>
                <a:gd name="connsiteY19" fmla="*/ 90653 h 361971"/>
                <a:gd name="connsiteX20" fmla="*/ 93932 w 362309"/>
                <a:gd name="connsiteY20" fmla="*/ 86822 h 361971"/>
                <a:gd name="connsiteX21" fmla="*/ 184669 w 362309"/>
                <a:gd name="connsiteY21" fmla="*/ 86822 h 361971"/>
                <a:gd name="connsiteX22" fmla="*/ 191059 w 362309"/>
                <a:gd name="connsiteY22" fmla="*/ 93206 h 361971"/>
                <a:gd name="connsiteX23" fmla="*/ 189781 w 362309"/>
                <a:gd name="connsiteY23" fmla="*/ 97037 h 361971"/>
                <a:gd name="connsiteX24" fmla="*/ 169333 w 362309"/>
                <a:gd name="connsiteY24" fmla="*/ 120657 h 361971"/>
                <a:gd name="connsiteX25" fmla="*/ 164221 w 362309"/>
                <a:gd name="connsiteY25" fmla="*/ 122573 h 361971"/>
                <a:gd name="connsiteX26" fmla="*/ 159110 w 362309"/>
                <a:gd name="connsiteY26" fmla="*/ 122573 h 361971"/>
                <a:gd name="connsiteX27" fmla="*/ 158470 w 362309"/>
                <a:gd name="connsiteY27" fmla="*/ 255359 h 361971"/>
                <a:gd name="connsiteX28" fmla="*/ 287547 w 362309"/>
                <a:gd name="connsiteY28" fmla="*/ 190881 h 361971"/>
                <a:gd name="connsiteX29" fmla="*/ 260709 w 362309"/>
                <a:gd name="connsiteY29" fmla="*/ 242591 h 361971"/>
                <a:gd name="connsiteX30" fmla="*/ 254959 w 362309"/>
                <a:gd name="connsiteY30" fmla="*/ 245783 h 361971"/>
                <a:gd name="connsiteX31" fmla="*/ 203839 w 362309"/>
                <a:gd name="connsiteY31" fmla="*/ 245783 h 361971"/>
                <a:gd name="connsiteX32" fmla="*/ 198727 w 362309"/>
                <a:gd name="connsiteY32" fmla="*/ 242591 h 361971"/>
                <a:gd name="connsiteX33" fmla="*/ 168695 w 362309"/>
                <a:gd name="connsiteY33" fmla="*/ 195350 h 361971"/>
                <a:gd name="connsiteX34" fmla="*/ 168695 w 362309"/>
                <a:gd name="connsiteY34" fmla="*/ 188966 h 361971"/>
                <a:gd name="connsiteX35" fmla="*/ 198088 w 362309"/>
                <a:gd name="connsiteY35" fmla="*/ 139809 h 361971"/>
                <a:gd name="connsiteX36" fmla="*/ 203839 w 362309"/>
                <a:gd name="connsiteY36" fmla="*/ 136617 h 361971"/>
                <a:gd name="connsiteX37" fmla="*/ 251124 w 362309"/>
                <a:gd name="connsiteY37" fmla="*/ 136617 h 361971"/>
                <a:gd name="connsiteX38" fmla="*/ 256236 w 362309"/>
                <a:gd name="connsiteY38" fmla="*/ 139171 h 361971"/>
                <a:gd name="connsiteX39" fmla="*/ 287547 w 362309"/>
                <a:gd name="connsiteY39" fmla="*/ 183859 h 361971"/>
                <a:gd name="connsiteX40" fmla="*/ 287547 w 362309"/>
                <a:gd name="connsiteY40" fmla="*/ 19088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0438"/>
                    <a:pt x="281157" y="0"/>
                    <a:pt x="181474" y="0"/>
                  </a:cubicBezTo>
                  <a:cubicBezTo>
                    <a:pt x="181474" y="0"/>
                    <a:pt x="181474" y="0"/>
                    <a:pt x="181474" y="0"/>
                  </a:cubicBezTo>
                  <a:close/>
                  <a:moveTo>
                    <a:pt x="158470" y="255359"/>
                  </a:moveTo>
                  <a:cubicBezTo>
                    <a:pt x="158470" y="256636"/>
                    <a:pt x="158470" y="257275"/>
                    <a:pt x="157832" y="258551"/>
                  </a:cubicBezTo>
                  <a:lnTo>
                    <a:pt x="144412" y="283449"/>
                  </a:lnTo>
                  <a:cubicBezTo>
                    <a:pt x="143135" y="285364"/>
                    <a:pt x="141217" y="286641"/>
                    <a:pt x="139301" y="286641"/>
                  </a:cubicBezTo>
                  <a:lnTo>
                    <a:pt x="139301" y="286641"/>
                  </a:lnTo>
                  <a:cubicBezTo>
                    <a:pt x="136745" y="286641"/>
                    <a:pt x="134828" y="285364"/>
                    <a:pt x="133550" y="283449"/>
                  </a:cubicBezTo>
                  <a:lnTo>
                    <a:pt x="119492" y="261105"/>
                  </a:lnTo>
                  <a:cubicBezTo>
                    <a:pt x="118853" y="259828"/>
                    <a:pt x="118853" y="259190"/>
                    <a:pt x="118853" y="257913"/>
                  </a:cubicBezTo>
                  <a:lnTo>
                    <a:pt x="118853" y="123849"/>
                  </a:lnTo>
                  <a:lnTo>
                    <a:pt x="113741" y="123849"/>
                  </a:lnTo>
                  <a:cubicBezTo>
                    <a:pt x="111824" y="123849"/>
                    <a:pt x="109907" y="123211"/>
                    <a:pt x="108629" y="121296"/>
                  </a:cubicBezTo>
                  <a:lnTo>
                    <a:pt x="88820" y="97675"/>
                  </a:lnTo>
                  <a:cubicBezTo>
                    <a:pt x="86903" y="95760"/>
                    <a:pt x="86903" y="93206"/>
                    <a:pt x="88181" y="90653"/>
                  </a:cubicBezTo>
                  <a:cubicBezTo>
                    <a:pt x="89459" y="88099"/>
                    <a:pt x="91376" y="86822"/>
                    <a:pt x="93932" y="86822"/>
                  </a:cubicBezTo>
                  <a:lnTo>
                    <a:pt x="184669" y="86822"/>
                  </a:lnTo>
                  <a:cubicBezTo>
                    <a:pt x="188503" y="86822"/>
                    <a:pt x="191059" y="90014"/>
                    <a:pt x="191059" y="93206"/>
                  </a:cubicBezTo>
                  <a:cubicBezTo>
                    <a:pt x="191059" y="94483"/>
                    <a:pt x="190420" y="96398"/>
                    <a:pt x="189781" y="97037"/>
                  </a:cubicBezTo>
                  <a:lnTo>
                    <a:pt x="169333" y="120657"/>
                  </a:lnTo>
                  <a:cubicBezTo>
                    <a:pt x="168055" y="121934"/>
                    <a:pt x="166138" y="122573"/>
                    <a:pt x="164221" y="122573"/>
                  </a:cubicBezTo>
                  <a:lnTo>
                    <a:pt x="159110" y="122573"/>
                  </a:lnTo>
                  <a:lnTo>
                    <a:pt x="158470" y="255359"/>
                  </a:lnTo>
                  <a:close/>
                  <a:moveTo>
                    <a:pt x="287547" y="190881"/>
                  </a:moveTo>
                  <a:lnTo>
                    <a:pt x="260709" y="242591"/>
                  </a:lnTo>
                  <a:cubicBezTo>
                    <a:pt x="259431" y="244507"/>
                    <a:pt x="257514" y="245783"/>
                    <a:pt x="254959" y="245783"/>
                  </a:cubicBezTo>
                  <a:lnTo>
                    <a:pt x="203839" y="245783"/>
                  </a:lnTo>
                  <a:cubicBezTo>
                    <a:pt x="201922" y="245783"/>
                    <a:pt x="199366" y="244507"/>
                    <a:pt x="198727" y="242591"/>
                  </a:cubicBezTo>
                  <a:lnTo>
                    <a:pt x="168695" y="195350"/>
                  </a:lnTo>
                  <a:cubicBezTo>
                    <a:pt x="167416" y="193435"/>
                    <a:pt x="167416" y="190881"/>
                    <a:pt x="168695" y="188966"/>
                  </a:cubicBezTo>
                  <a:lnTo>
                    <a:pt x="198088" y="139809"/>
                  </a:lnTo>
                  <a:cubicBezTo>
                    <a:pt x="199366" y="137894"/>
                    <a:pt x="201283" y="136617"/>
                    <a:pt x="203839" y="136617"/>
                  </a:cubicBezTo>
                  <a:lnTo>
                    <a:pt x="251124" y="136617"/>
                  </a:lnTo>
                  <a:cubicBezTo>
                    <a:pt x="253041" y="136617"/>
                    <a:pt x="254959" y="137894"/>
                    <a:pt x="256236" y="139171"/>
                  </a:cubicBezTo>
                  <a:lnTo>
                    <a:pt x="287547" y="183859"/>
                  </a:lnTo>
                  <a:cubicBezTo>
                    <a:pt x="288825" y="186412"/>
                    <a:pt x="288825" y="188966"/>
                    <a:pt x="287547" y="190881"/>
                  </a:cubicBezTo>
                  <a:close/>
                </a:path>
              </a:pathLst>
            </a:custGeom>
            <a:solidFill>
              <a:srgbClr val="00A3E0"/>
            </a:solidFill>
            <a:ln w="6390" cap="flat">
              <a:noFill/>
              <a:prstDash val="solid"/>
              <a:miter/>
            </a:ln>
          </p:spPr>
          <p:txBody>
            <a:bodyPr rtlCol="0" anchor="ctr"/>
            <a:lstStyle/>
            <a:p>
              <a:endParaRPr lang="en-US"/>
            </a:p>
          </p:txBody>
        </p:sp>
        <p:sp>
          <p:nvSpPr>
            <p:cNvPr id="984" name="Graphic 4">
              <a:extLst>
                <a:ext uri="{FF2B5EF4-FFF2-40B4-BE49-F238E27FC236}">
                  <a16:creationId xmlns:a16="http://schemas.microsoft.com/office/drawing/2014/main" id="{30C0902F-2940-CF4F-833A-5E2A0973A081}"/>
                </a:ext>
              </a:extLst>
            </p:cNvPr>
            <p:cNvSpPr/>
            <p:nvPr/>
          </p:nvSpPr>
          <p:spPr>
            <a:xfrm>
              <a:off x="5306842" y="2057720"/>
              <a:ext cx="39617" cy="39580"/>
            </a:xfrm>
            <a:custGeom>
              <a:avLst/>
              <a:gdLst>
                <a:gd name="connsiteX0" fmla="*/ 0 w 39617"/>
                <a:gd name="connsiteY0" fmla="*/ 19790 h 39580"/>
                <a:gd name="connsiteX1" fmla="*/ 19809 w 39617"/>
                <a:gd name="connsiteY1" fmla="*/ 39581 h 39580"/>
                <a:gd name="connsiteX2" fmla="*/ 39618 w 39617"/>
                <a:gd name="connsiteY2" fmla="*/ 19790 h 39580"/>
                <a:gd name="connsiteX3" fmla="*/ 19809 w 39617"/>
                <a:gd name="connsiteY3" fmla="*/ 0 h 39580"/>
                <a:gd name="connsiteX4" fmla="*/ 0 w 39617"/>
                <a:gd name="connsiteY4" fmla="*/ 19790 h 39580"/>
                <a:gd name="connsiteX5" fmla="*/ 0 w 39617"/>
                <a:gd name="connsiteY5" fmla="*/ 19790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7" h="39580">
                  <a:moveTo>
                    <a:pt x="0" y="19790"/>
                  </a:moveTo>
                  <a:cubicBezTo>
                    <a:pt x="0" y="30643"/>
                    <a:pt x="8946" y="39581"/>
                    <a:pt x="19809" y="39581"/>
                  </a:cubicBezTo>
                  <a:cubicBezTo>
                    <a:pt x="30672" y="39581"/>
                    <a:pt x="39618" y="30643"/>
                    <a:pt x="39618" y="19790"/>
                  </a:cubicBezTo>
                  <a:cubicBezTo>
                    <a:pt x="39618" y="8938"/>
                    <a:pt x="30672" y="0"/>
                    <a:pt x="19809" y="0"/>
                  </a:cubicBezTo>
                  <a:cubicBezTo>
                    <a:pt x="8946" y="0"/>
                    <a:pt x="0" y="8938"/>
                    <a:pt x="0" y="19790"/>
                  </a:cubicBezTo>
                  <a:lnTo>
                    <a:pt x="0" y="19790"/>
                  </a:lnTo>
                  <a:close/>
                </a:path>
              </a:pathLst>
            </a:custGeom>
            <a:solidFill>
              <a:srgbClr val="00A3E0"/>
            </a:solidFill>
            <a:ln w="6390" cap="flat">
              <a:noFill/>
              <a:prstDash val="solid"/>
              <a:miter/>
            </a:ln>
          </p:spPr>
          <p:txBody>
            <a:bodyPr rtlCol="0" anchor="ctr"/>
            <a:lstStyle/>
            <a:p>
              <a:endParaRPr lang="en-US"/>
            </a:p>
          </p:txBody>
        </p:sp>
      </p:grpSp>
      <p:grpSp>
        <p:nvGrpSpPr>
          <p:cNvPr id="985" name="Graphic 4">
            <a:extLst>
              <a:ext uri="{FF2B5EF4-FFF2-40B4-BE49-F238E27FC236}">
                <a16:creationId xmlns:a16="http://schemas.microsoft.com/office/drawing/2014/main" id="{32375690-B9C0-9047-A9DC-625F45D4DDF0}"/>
              </a:ext>
            </a:extLst>
          </p:cNvPr>
          <p:cNvGrpSpPr>
            <a:grpSpLocks noChangeAspect="1"/>
          </p:cNvGrpSpPr>
          <p:nvPr/>
        </p:nvGrpSpPr>
        <p:grpSpPr>
          <a:xfrm>
            <a:off x="5099169" y="2371173"/>
            <a:ext cx="362309" cy="361971"/>
            <a:chOff x="5099169" y="2371173"/>
            <a:chExt cx="362309" cy="361971"/>
          </a:xfrm>
          <a:solidFill>
            <a:srgbClr val="00A3E0"/>
          </a:solidFill>
        </p:grpSpPr>
        <p:sp>
          <p:nvSpPr>
            <p:cNvPr id="986" name="Graphic 4">
              <a:extLst>
                <a:ext uri="{FF2B5EF4-FFF2-40B4-BE49-F238E27FC236}">
                  <a16:creationId xmlns:a16="http://schemas.microsoft.com/office/drawing/2014/main" id="{A14A286D-D620-9C41-8DFE-3B9FB1AF4A6B}"/>
                </a:ext>
              </a:extLst>
            </p:cNvPr>
            <p:cNvSpPr/>
            <p:nvPr/>
          </p:nvSpPr>
          <p:spPr>
            <a:xfrm>
              <a:off x="5197574" y="2471402"/>
              <a:ext cx="164381" cy="164866"/>
            </a:xfrm>
            <a:custGeom>
              <a:avLst/>
              <a:gdLst>
                <a:gd name="connsiteX0" fmla="*/ 90098 w 164381"/>
                <a:gd name="connsiteY0" fmla="*/ 83630 h 164866"/>
                <a:gd name="connsiteX1" fmla="*/ 90098 w 164381"/>
                <a:gd name="connsiteY1" fmla="*/ 83630 h 164866"/>
                <a:gd name="connsiteX2" fmla="*/ 61343 w 164381"/>
                <a:gd name="connsiteY2" fmla="*/ 54264 h 164866"/>
                <a:gd name="connsiteX3" fmla="*/ 58787 w 164381"/>
                <a:gd name="connsiteY3" fmla="*/ 41496 h 164866"/>
                <a:gd name="connsiteX4" fmla="*/ 51758 w 164381"/>
                <a:gd name="connsiteY4" fmla="*/ 7022 h 164866"/>
                <a:gd name="connsiteX5" fmla="*/ 40257 w 164381"/>
                <a:gd name="connsiteY5" fmla="*/ 0 h 164866"/>
                <a:gd name="connsiteX6" fmla="*/ 47285 w 164381"/>
                <a:gd name="connsiteY6" fmla="*/ 19152 h 164866"/>
                <a:gd name="connsiteX7" fmla="*/ 18531 w 164381"/>
                <a:gd name="connsiteY7" fmla="*/ 47880 h 164866"/>
                <a:gd name="connsiteX8" fmla="*/ 0 w 164381"/>
                <a:gd name="connsiteY8" fmla="*/ 40857 h 164866"/>
                <a:gd name="connsiteX9" fmla="*/ 6390 w 164381"/>
                <a:gd name="connsiteY9" fmla="*/ 51710 h 164866"/>
                <a:gd name="connsiteX10" fmla="*/ 40895 w 164381"/>
                <a:gd name="connsiteY10" fmla="*/ 60009 h 164866"/>
                <a:gd name="connsiteX11" fmla="*/ 46646 w 164381"/>
                <a:gd name="connsiteY11" fmla="*/ 58733 h 164866"/>
                <a:gd name="connsiteX12" fmla="*/ 54953 w 164381"/>
                <a:gd name="connsiteY12" fmla="*/ 62563 h 164866"/>
                <a:gd name="connsiteX13" fmla="*/ 155914 w 164381"/>
                <a:gd name="connsiteY13" fmla="*/ 163430 h 164866"/>
                <a:gd name="connsiteX14" fmla="*/ 162943 w 164381"/>
                <a:gd name="connsiteY14" fmla="*/ 163430 h 164866"/>
                <a:gd name="connsiteX15" fmla="*/ 162943 w 164381"/>
                <a:gd name="connsiteY15" fmla="*/ 156408 h 164866"/>
                <a:gd name="connsiteX16" fmla="*/ 162943 w 164381"/>
                <a:gd name="connsiteY16" fmla="*/ 156408 h 164866"/>
                <a:gd name="connsiteX17" fmla="*/ 90098 w 164381"/>
                <a:gd name="connsiteY17" fmla="*/ 83630 h 164866"/>
                <a:gd name="connsiteX18" fmla="*/ 90098 w 164381"/>
                <a:gd name="connsiteY18" fmla="*/ 83630 h 16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4381" h="164866">
                  <a:moveTo>
                    <a:pt x="90098" y="83630"/>
                  </a:moveTo>
                  <a:lnTo>
                    <a:pt x="90098" y="83630"/>
                  </a:lnTo>
                  <a:lnTo>
                    <a:pt x="61343" y="54264"/>
                  </a:lnTo>
                  <a:cubicBezTo>
                    <a:pt x="58148" y="51072"/>
                    <a:pt x="56870" y="45965"/>
                    <a:pt x="58787" y="41496"/>
                  </a:cubicBezTo>
                  <a:cubicBezTo>
                    <a:pt x="63899" y="29366"/>
                    <a:pt x="60704" y="15960"/>
                    <a:pt x="51758" y="7022"/>
                  </a:cubicBezTo>
                  <a:cubicBezTo>
                    <a:pt x="48563" y="3830"/>
                    <a:pt x="44730" y="1277"/>
                    <a:pt x="40257" y="0"/>
                  </a:cubicBezTo>
                  <a:cubicBezTo>
                    <a:pt x="44730" y="5107"/>
                    <a:pt x="47285" y="12130"/>
                    <a:pt x="47285" y="19152"/>
                  </a:cubicBezTo>
                  <a:cubicBezTo>
                    <a:pt x="47285" y="35112"/>
                    <a:pt x="34505" y="47880"/>
                    <a:pt x="18531" y="47880"/>
                  </a:cubicBezTo>
                  <a:cubicBezTo>
                    <a:pt x="11502" y="47880"/>
                    <a:pt x="5112" y="45326"/>
                    <a:pt x="0" y="40857"/>
                  </a:cubicBezTo>
                  <a:cubicBezTo>
                    <a:pt x="1278" y="44688"/>
                    <a:pt x="3834" y="48518"/>
                    <a:pt x="6390" y="51710"/>
                  </a:cubicBezTo>
                  <a:cubicBezTo>
                    <a:pt x="15336" y="60648"/>
                    <a:pt x="28755" y="63840"/>
                    <a:pt x="40895" y="60009"/>
                  </a:cubicBezTo>
                  <a:cubicBezTo>
                    <a:pt x="42812" y="58733"/>
                    <a:pt x="44730" y="58733"/>
                    <a:pt x="46646" y="58733"/>
                  </a:cubicBezTo>
                  <a:cubicBezTo>
                    <a:pt x="49841" y="58733"/>
                    <a:pt x="53036" y="60009"/>
                    <a:pt x="54953" y="62563"/>
                  </a:cubicBezTo>
                  <a:lnTo>
                    <a:pt x="155914" y="163430"/>
                  </a:lnTo>
                  <a:cubicBezTo>
                    <a:pt x="157831" y="165345"/>
                    <a:pt x="161026" y="165345"/>
                    <a:pt x="162943" y="163430"/>
                  </a:cubicBezTo>
                  <a:cubicBezTo>
                    <a:pt x="164860" y="161515"/>
                    <a:pt x="164860" y="158323"/>
                    <a:pt x="162943" y="156408"/>
                  </a:cubicBezTo>
                  <a:cubicBezTo>
                    <a:pt x="162943" y="156408"/>
                    <a:pt x="162943" y="156408"/>
                    <a:pt x="162943" y="156408"/>
                  </a:cubicBezTo>
                  <a:lnTo>
                    <a:pt x="90098" y="83630"/>
                  </a:lnTo>
                  <a:lnTo>
                    <a:pt x="90098" y="83630"/>
                  </a:lnTo>
                  <a:close/>
                </a:path>
              </a:pathLst>
            </a:custGeom>
            <a:solidFill>
              <a:srgbClr val="00A3E0"/>
            </a:solidFill>
            <a:ln w="6390" cap="flat">
              <a:noFill/>
              <a:prstDash val="solid"/>
              <a:miter/>
            </a:ln>
          </p:spPr>
          <p:txBody>
            <a:bodyPr rtlCol="0" anchor="ctr"/>
            <a:lstStyle/>
            <a:p>
              <a:endParaRPr lang="en-US"/>
            </a:p>
          </p:txBody>
        </p:sp>
        <p:sp>
          <p:nvSpPr>
            <p:cNvPr id="987" name="Graphic 4">
              <a:extLst>
                <a:ext uri="{FF2B5EF4-FFF2-40B4-BE49-F238E27FC236}">
                  <a16:creationId xmlns:a16="http://schemas.microsoft.com/office/drawing/2014/main" id="{60591D40-EB0F-AA41-B558-AA6B7BCAA7A6}"/>
                </a:ext>
              </a:extLst>
            </p:cNvPr>
            <p:cNvSpPr/>
            <p:nvPr/>
          </p:nvSpPr>
          <p:spPr>
            <a:xfrm>
              <a:off x="5194380" y="2559501"/>
              <a:ext cx="72845" cy="72164"/>
            </a:xfrm>
            <a:custGeom>
              <a:avLst/>
              <a:gdLst>
                <a:gd name="connsiteX0" fmla="*/ 1917 w 72845"/>
                <a:gd name="connsiteY0" fmla="*/ 62563 h 72164"/>
                <a:gd name="connsiteX1" fmla="*/ 0 w 72845"/>
                <a:gd name="connsiteY1" fmla="*/ 66394 h 72164"/>
                <a:gd name="connsiteX2" fmla="*/ 1917 w 72845"/>
                <a:gd name="connsiteY2" fmla="*/ 70224 h 72164"/>
                <a:gd name="connsiteX3" fmla="*/ 8946 w 72845"/>
                <a:gd name="connsiteY3" fmla="*/ 71501 h 72164"/>
                <a:gd name="connsiteX4" fmla="*/ 9585 w 72845"/>
                <a:gd name="connsiteY4" fmla="*/ 70862 h 72164"/>
                <a:gd name="connsiteX5" fmla="*/ 72845 w 72845"/>
                <a:gd name="connsiteY5" fmla="*/ 7661 h 72164"/>
                <a:gd name="connsiteX6" fmla="*/ 65177 w 72845"/>
                <a:gd name="connsiteY6" fmla="*/ 0 h 72164"/>
                <a:gd name="connsiteX7" fmla="*/ 1917 w 72845"/>
                <a:gd name="connsiteY7" fmla="*/ 62563 h 72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845" h="72164">
                  <a:moveTo>
                    <a:pt x="1917" y="62563"/>
                  </a:moveTo>
                  <a:cubicBezTo>
                    <a:pt x="639" y="63840"/>
                    <a:pt x="0" y="65117"/>
                    <a:pt x="0" y="66394"/>
                  </a:cubicBezTo>
                  <a:cubicBezTo>
                    <a:pt x="0" y="67670"/>
                    <a:pt x="639" y="68947"/>
                    <a:pt x="1917" y="70224"/>
                  </a:cubicBezTo>
                  <a:cubicBezTo>
                    <a:pt x="3834" y="72139"/>
                    <a:pt x="6390" y="72778"/>
                    <a:pt x="8946" y="71501"/>
                  </a:cubicBezTo>
                  <a:cubicBezTo>
                    <a:pt x="8946" y="71501"/>
                    <a:pt x="9585" y="70862"/>
                    <a:pt x="9585" y="70862"/>
                  </a:cubicBezTo>
                  <a:lnTo>
                    <a:pt x="72845" y="7661"/>
                  </a:lnTo>
                  <a:lnTo>
                    <a:pt x="65177" y="0"/>
                  </a:lnTo>
                  <a:lnTo>
                    <a:pt x="1917" y="62563"/>
                  </a:lnTo>
                  <a:close/>
                </a:path>
              </a:pathLst>
            </a:custGeom>
            <a:solidFill>
              <a:srgbClr val="00A3E0"/>
            </a:solidFill>
            <a:ln w="6390" cap="flat">
              <a:noFill/>
              <a:prstDash val="solid"/>
              <a:miter/>
            </a:ln>
          </p:spPr>
          <p:txBody>
            <a:bodyPr rtlCol="0" anchor="ctr"/>
            <a:lstStyle/>
            <a:p>
              <a:endParaRPr lang="en-US"/>
            </a:p>
          </p:txBody>
        </p:sp>
        <p:sp>
          <p:nvSpPr>
            <p:cNvPr id="988" name="Graphic 4">
              <a:extLst>
                <a:ext uri="{FF2B5EF4-FFF2-40B4-BE49-F238E27FC236}">
                  <a16:creationId xmlns:a16="http://schemas.microsoft.com/office/drawing/2014/main" id="{754917C2-A482-0646-AAC1-EC938488EDCC}"/>
                </a:ext>
              </a:extLst>
            </p:cNvPr>
            <p:cNvSpPr/>
            <p:nvPr/>
          </p:nvSpPr>
          <p:spPr>
            <a:xfrm>
              <a:off x="5284477" y="2477786"/>
              <a:ext cx="78596" cy="63201"/>
            </a:xfrm>
            <a:custGeom>
              <a:avLst/>
              <a:gdLst>
                <a:gd name="connsiteX0" fmla="*/ 19809 w 78596"/>
                <a:gd name="connsiteY0" fmla="*/ 0 h 63201"/>
                <a:gd name="connsiteX1" fmla="*/ 33228 w 78596"/>
                <a:gd name="connsiteY1" fmla="*/ 13406 h 63201"/>
                <a:gd name="connsiteX2" fmla="*/ 33228 w 78596"/>
                <a:gd name="connsiteY2" fmla="*/ 22344 h 63201"/>
                <a:gd name="connsiteX3" fmla="*/ 0 w 78596"/>
                <a:gd name="connsiteY3" fmla="*/ 55541 h 63201"/>
                <a:gd name="connsiteX4" fmla="*/ 7668 w 78596"/>
                <a:gd name="connsiteY4" fmla="*/ 63201 h 63201"/>
                <a:gd name="connsiteX5" fmla="*/ 40896 w 78596"/>
                <a:gd name="connsiteY5" fmla="*/ 30005 h 63201"/>
                <a:gd name="connsiteX6" fmla="*/ 49841 w 78596"/>
                <a:gd name="connsiteY6" fmla="*/ 30005 h 63201"/>
                <a:gd name="connsiteX7" fmla="*/ 68372 w 78596"/>
                <a:gd name="connsiteY7" fmla="*/ 48518 h 63201"/>
                <a:gd name="connsiteX8" fmla="*/ 78596 w 78596"/>
                <a:gd name="connsiteY8" fmla="*/ 38304 h 63201"/>
                <a:gd name="connsiteX9" fmla="*/ 46646 w 78596"/>
                <a:gd name="connsiteY9" fmla="*/ 6384 h 63201"/>
                <a:gd name="connsiteX10" fmla="*/ 19809 w 78596"/>
                <a:gd name="connsiteY10" fmla="*/ 0 h 6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8596" h="63201">
                  <a:moveTo>
                    <a:pt x="19809" y="0"/>
                  </a:moveTo>
                  <a:lnTo>
                    <a:pt x="33228" y="13406"/>
                  </a:lnTo>
                  <a:cubicBezTo>
                    <a:pt x="35783" y="15960"/>
                    <a:pt x="35783" y="19790"/>
                    <a:pt x="33228" y="22344"/>
                  </a:cubicBezTo>
                  <a:lnTo>
                    <a:pt x="0" y="55541"/>
                  </a:lnTo>
                  <a:lnTo>
                    <a:pt x="7668" y="63201"/>
                  </a:lnTo>
                  <a:lnTo>
                    <a:pt x="40896" y="30005"/>
                  </a:lnTo>
                  <a:cubicBezTo>
                    <a:pt x="43451" y="27451"/>
                    <a:pt x="47286" y="27451"/>
                    <a:pt x="49841" y="30005"/>
                  </a:cubicBezTo>
                  <a:lnTo>
                    <a:pt x="68372" y="48518"/>
                  </a:lnTo>
                  <a:lnTo>
                    <a:pt x="78596" y="38304"/>
                  </a:lnTo>
                  <a:lnTo>
                    <a:pt x="46646" y="6384"/>
                  </a:lnTo>
                  <a:lnTo>
                    <a:pt x="19809" y="0"/>
                  </a:lnTo>
                  <a:close/>
                </a:path>
              </a:pathLst>
            </a:custGeom>
            <a:solidFill>
              <a:srgbClr val="00A3E0"/>
            </a:solidFill>
            <a:ln w="6390" cap="flat">
              <a:noFill/>
              <a:prstDash val="solid"/>
              <a:miter/>
            </a:ln>
          </p:spPr>
          <p:txBody>
            <a:bodyPr rtlCol="0" anchor="ctr"/>
            <a:lstStyle/>
            <a:p>
              <a:endParaRPr lang="en-US"/>
            </a:p>
          </p:txBody>
        </p:sp>
        <p:sp>
          <p:nvSpPr>
            <p:cNvPr id="989" name="Graphic 4">
              <a:extLst>
                <a:ext uri="{FF2B5EF4-FFF2-40B4-BE49-F238E27FC236}">
                  <a16:creationId xmlns:a16="http://schemas.microsoft.com/office/drawing/2014/main" id="{1C3F0E80-952E-D14C-979D-2E5060587F12}"/>
                </a:ext>
              </a:extLst>
            </p:cNvPr>
            <p:cNvSpPr/>
            <p:nvPr/>
          </p:nvSpPr>
          <p:spPr>
            <a:xfrm>
              <a:off x="5099169"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77962 w 362309"/>
                <a:gd name="connsiteY7" fmla="*/ 149385 h 361971"/>
                <a:gd name="connsiteX8" fmla="*/ 258792 w 362309"/>
                <a:gd name="connsiteY8" fmla="*/ 168537 h 361971"/>
                <a:gd name="connsiteX9" fmla="*/ 249846 w 362309"/>
                <a:gd name="connsiteY9" fmla="*/ 168537 h 361971"/>
                <a:gd name="connsiteX10" fmla="*/ 249846 w 362309"/>
                <a:gd name="connsiteY10" fmla="*/ 168537 h 361971"/>
                <a:gd name="connsiteX11" fmla="*/ 231316 w 362309"/>
                <a:gd name="connsiteY11" fmla="*/ 150024 h 361971"/>
                <a:gd name="connsiteX12" fmla="*/ 202561 w 362309"/>
                <a:gd name="connsiteY12" fmla="*/ 178752 h 361971"/>
                <a:gd name="connsiteX13" fmla="*/ 269655 w 362309"/>
                <a:gd name="connsiteY13" fmla="*/ 246422 h 361971"/>
                <a:gd name="connsiteX14" fmla="*/ 269655 w 362309"/>
                <a:gd name="connsiteY14" fmla="*/ 271319 h 361971"/>
                <a:gd name="connsiteX15" fmla="*/ 269655 w 362309"/>
                <a:gd name="connsiteY15" fmla="*/ 271319 h 361971"/>
                <a:gd name="connsiteX16" fmla="*/ 269655 w 362309"/>
                <a:gd name="connsiteY16" fmla="*/ 271319 h 361971"/>
                <a:gd name="connsiteX17" fmla="*/ 256876 w 362309"/>
                <a:gd name="connsiteY17" fmla="*/ 276427 h 361971"/>
                <a:gd name="connsiteX18" fmla="*/ 244735 w 362309"/>
                <a:gd name="connsiteY18" fmla="*/ 271319 h 361971"/>
                <a:gd name="connsiteX19" fmla="*/ 177640 w 362309"/>
                <a:gd name="connsiteY19" fmla="*/ 204287 h 361971"/>
                <a:gd name="connsiteX20" fmla="*/ 114380 w 362309"/>
                <a:gd name="connsiteY20" fmla="*/ 267489 h 361971"/>
                <a:gd name="connsiteX21" fmla="*/ 102239 w 362309"/>
                <a:gd name="connsiteY21" fmla="*/ 272596 h 361971"/>
                <a:gd name="connsiteX22" fmla="*/ 88820 w 362309"/>
                <a:gd name="connsiteY22" fmla="*/ 266851 h 361971"/>
                <a:gd name="connsiteX23" fmla="*/ 83069 w 362309"/>
                <a:gd name="connsiteY23" fmla="*/ 254083 h 361971"/>
                <a:gd name="connsiteX24" fmla="*/ 88820 w 362309"/>
                <a:gd name="connsiteY24" fmla="*/ 241315 h 361971"/>
                <a:gd name="connsiteX25" fmla="*/ 152080 w 362309"/>
                <a:gd name="connsiteY25" fmla="*/ 178113 h 361971"/>
                <a:gd name="connsiteX26" fmla="*/ 144412 w 362309"/>
                <a:gd name="connsiteY26" fmla="*/ 170452 h 361971"/>
                <a:gd name="connsiteX27" fmla="*/ 86264 w 362309"/>
                <a:gd name="connsiteY27" fmla="*/ 144916 h 361971"/>
                <a:gd name="connsiteX28" fmla="*/ 83708 w 362309"/>
                <a:gd name="connsiteY28" fmla="*/ 121934 h 361971"/>
                <a:gd name="connsiteX29" fmla="*/ 88181 w 362309"/>
                <a:gd name="connsiteY29" fmla="*/ 116827 h 361971"/>
                <a:gd name="connsiteX30" fmla="*/ 94571 w 362309"/>
                <a:gd name="connsiteY30" fmla="*/ 118104 h 361971"/>
                <a:gd name="connsiteX31" fmla="*/ 105434 w 362309"/>
                <a:gd name="connsiteY31" fmla="*/ 128957 h 361971"/>
                <a:gd name="connsiteX32" fmla="*/ 128438 w 362309"/>
                <a:gd name="connsiteY32" fmla="*/ 128957 h 361971"/>
                <a:gd name="connsiteX33" fmla="*/ 132911 w 362309"/>
                <a:gd name="connsiteY33" fmla="*/ 117465 h 361971"/>
                <a:gd name="connsiteX34" fmla="*/ 128438 w 362309"/>
                <a:gd name="connsiteY34" fmla="*/ 105974 h 361971"/>
                <a:gd name="connsiteX35" fmla="*/ 117575 w 362309"/>
                <a:gd name="connsiteY35" fmla="*/ 95121 h 361971"/>
                <a:gd name="connsiteX36" fmla="*/ 117575 w 362309"/>
                <a:gd name="connsiteY36" fmla="*/ 86184 h 361971"/>
                <a:gd name="connsiteX37" fmla="*/ 121409 w 362309"/>
                <a:gd name="connsiteY37" fmla="*/ 84269 h 361971"/>
                <a:gd name="connsiteX38" fmla="*/ 172528 w 362309"/>
                <a:gd name="connsiteY38" fmla="*/ 121934 h 361971"/>
                <a:gd name="connsiteX39" fmla="*/ 169972 w 362309"/>
                <a:gd name="connsiteY39" fmla="*/ 144916 h 361971"/>
                <a:gd name="connsiteX40" fmla="*/ 177001 w 362309"/>
                <a:gd name="connsiteY40" fmla="*/ 151939 h 361971"/>
                <a:gd name="connsiteX41" fmla="*/ 205756 w 362309"/>
                <a:gd name="connsiteY41" fmla="*/ 123211 h 361971"/>
                <a:gd name="connsiteX42" fmla="*/ 184669 w 362309"/>
                <a:gd name="connsiteY42" fmla="*/ 102144 h 361971"/>
                <a:gd name="connsiteX43" fmla="*/ 184669 w 362309"/>
                <a:gd name="connsiteY43" fmla="*/ 93206 h 361971"/>
                <a:gd name="connsiteX44" fmla="*/ 187225 w 362309"/>
                <a:gd name="connsiteY44" fmla="*/ 90653 h 361971"/>
                <a:gd name="connsiteX45" fmla="*/ 192976 w 362309"/>
                <a:gd name="connsiteY45" fmla="*/ 88738 h 361971"/>
                <a:gd name="connsiteX46" fmla="*/ 237706 w 362309"/>
                <a:gd name="connsiteY46" fmla="*/ 99590 h 361971"/>
                <a:gd name="connsiteX47" fmla="*/ 240901 w 362309"/>
                <a:gd name="connsiteY47" fmla="*/ 101505 h 361971"/>
                <a:gd name="connsiteX48" fmla="*/ 278601 w 362309"/>
                <a:gd name="connsiteY48" fmla="*/ 139171 h 361971"/>
                <a:gd name="connsiteX49" fmla="*/ 277962 w 362309"/>
                <a:gd name="connsiteY49" fmla="*/ 149385 h 361971"/>
                <a:gd name="connsiteX50" fmla="*/ 277962 w 362309"/>
                <a:gd name="connsiteY50" fmla="*/ 149385 h 361971"/>
                <a:gd name="connsiteX51" fmla="*/ 277962 w 362309"/>
                <a:gd name="connsiteY51" fmla="*/ 14938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cubicBezTo>
                    <a:pt x="181474" y="0"/>
                    <a:pt x="181474" y="0"/>
                    <a:pt x="181474" y="0"/>
                  </a:cubicBezTo>
                  <a:close/>
                  <a:moveTo>
                    <a:pt x="277962" y="149385"/>
                  </a:moveTo>
                  <a:lnTo>
                    <a:pt x="258792" y="168537"/>
                  </a:lnTo>
                  <a:cubicBezTo>
                    <a:pt x="256236" y="171091"/>
                    <a:pt x="252403" y="171091"/>
                    <a:pt x="249846" y="168537"/>
                  </a:cubicBezTo>
                  <a:cubicBezTo>
                    <a:pt x="249846" y="168537"/>
                    <a:pt x="249846" y="168537"/>
                    <a:pt x="249846" y="168537"/>
                  </a:cubicBezTo>
                  <a:lnTo>
                    <a:pt x="231316" y="150024"/>
                  </a:lnTo>
                  <a:lnTo>
                    <a:pt x="202561" y="178752"/>
                  </a:lnTo>
                  <a:lnTo>
                    <a:pt x="269655" y="246422"/>
                  </a:lnTo>
                  <a:cubicBezTo>
                    <a:pt x="276684" y="253444"/>
                    <a:pt x="276684" y="264297"/>
                    <a:pt x="269655" y="271319"/>
                  </a:cubicBezTo>
                  <a:cubicBezTo>
                    <a:pt x="269655" y="271319"/>
                    <a:pt x="269655" y="271319"/>
                    <a:pt x="269655" y="271319"/>
                  </a:cubicBezTo>
                  <a:lnTo>
                    <a:pt x="269655" y="271319"/>
                  </a:lnTo>
                  <a:cubicBezTo>
                    <a:pt x="266460" y="274511"/>
                    <a:pt x="261349" y="276427"/>
                    <a:pt x="256876" y="276427"/>
                  </a:cubicBezTo>
                  <a:cubicBezTo>
                    <a:pt x="252403" y="276427"/>
                    <a:pt x="247929" y="274511"/>
                    <a:pt x="244735" y="271319"/>
                  </a:cubicBezTo>
                  <a:lnTo>
                    <a:pt x="177640" y="204287"/>
                  </a:lnTo>
                  <a:lnTo>
                    <a:pt x="114380" y="267489"/>
                  </a:lnTo>
                  <a:cubicBezTo>
                    <a:pt x="111185" y="270681"/>
                    <a:pt x="106712" y="272596"/>
                    <a:pt x="102239" y="272596"/>
                  </a:cubicBezTo>
                  <a:cubicBezTo>
                    <a:pt x="97127" y="272596"/>
                    <a:pt x="92654" y="270681"/>
                    <a:pt x="88820" y="266851"/>
                  </a:cubicBezTo>
                  <a:cubicBezTo>
                    <a:pt x="85625" y="263659"/>
                    <a:pt x="83069" y="259190"/>
                    <a:pt x="83069" y="254083"/>
                  </a:cubicBezTo>
                  <a:cubicBezTo>
                    <a:pt x="83069" y="248975"/>
                    <a:pt x="84986" y="244507"/>
                    <a:pt x="88820" y="241315"/>
                  </a:cubicBezTo>
                  <a:lnTo>
                    <a:pt x="152080" y="178113"/>
                  </a:lnTo>
                  <a:lnTo>
                    <a:pt x="144412" y="170452"/>
                  </a:lnTo>
                  <a:cubicBezTo>
                    <a:pt x="121409" y="179390"/>
                    <a:pt x="95210" y="167899"/>
                    <a:pt x="86264" y="144916"/>
                  </a:cubicBezTo>
                  <a:cubicBezTo>
                    <a:pt x="83708" y="137894"/>
                    <a:pt x="82430" y="129595"/>
                    <a:pt x="83708" y="121934"/>
                  </a:cubicBezTo>
                  <a:cubicBezTo>
                    <a:pt x="84347" y="119381"/>
                    <a:pt x="85625" y="117465"/>
                    <a:pt x="88181" y="116827"/>
                  </a:cubicBezTo>
                  <a:cubicBezTo>
                    <a:pt x="90737" y="116189"/>
                    <a:pt x="92654" y="116827"/>
                    <a:pt x="94571" y="118104"/>
                  </a:cubicBezTo>
                  <a:lnTo>
                    <a:pt x="105434" y="128957"/>
                  </a:lnTo>
                  <a:cubicBezTo>
                    <a:pt x="111824" y="135341"/>
                    <a:pt x="122048" y="135341"/>
                    <a:pt x="128438" y="128957"/>
                  </a:cubicBezTo>
                  <a:cubicBezTo>
                    <a:pt x="131633" y="125765"/>
                    <a:pt x="132911" y="121934"/>
                    <a:pt x="132911" y="117465"/>
                  </a:cubicBezTo>
                  <a:cubicBezTo>
                    <a:pt x="132911" y="112997"/>
                    <a:pt x="130994" y="109166"/>
                    <a:pt x="128438" y="105974"/>
                  </a:cubicBezTo>
                  <a:lnTo>
                    <a:pt x="117575" y="95121"/>
                  </a:lnTo>
                  <a:cubicBezTo>
                    <a:pt x="115019" y="92568"/>
                    <a:pt x="115019" y="88738"/>
                    <a:pt x="117575" y="86184"/>
                  </a:cubicBezTo>
                  <a:cubicBezTo>
                    <a:pt x="118853" y="84907"/>
                    <a:pt x="119492" y="84269"/>
                    <a:pt x="121409" y="84269"/>
                  </a:cubicBezTo>
                  <a:cubicBezTo>
                    <a:pt x="145690" y="80438"/>
                    <a:pt x="168695" y="97675"/>
                    <a:pt x="172528" y="121934"/>
                  </a:cubicBezTo>
                  <a:cubicBezTo>
                    <a:pt x="173806" y="129595"/>
                    <a:pt x="172528" y="137894"/>
                    <a:pt x="169972" y="144916"/>
                  </a:cubicBezTo>
                  <a:lnTo>
                    <a:pt x="177001" y="151939"/>
                  </a:lnTo>
                  <a:lnTo>
                    <a:pt x="205756" y="123211"/>
                  </a:lnTo>
                  <a:lnTo>
                    <a:pt x="184669" y="102144"/>
                  </a:lnTo>
                  <a:cubicBezTo>
                    <a:pt x="182113" y="99590"/>
                    <a:pt x="182113" y="95760"/>
                    <a:pt x="184669" y="93206"/>
                  </a:cubicBezTo>
                  <a:lnTo>
                    <a:pt x="187225" y="90653"/>
                  </a:lnTo>
                  <a:cubicBezTo>
                    <a:pt x="188503" y="89376"/>
                    <a:pt x="191059" y="88738"/>
                    <a:pt x="192976" y="88738"/>
                  </a:cubicBezTo>
                  <a:lnTo>
                    <a:pt x="237706" y="99590"/>
                  </a:lnTo>
                  <a:cubicBezTo>
                    <a:pt x="238984" y="99590"/>
                    <a:pt x="239623" y="100229"/>
                    <a:pt x="240901" y="101505"/>
                  </a:cubicBezTo>
                  <a:lnTo>
                    <a:pt x="278601" y="139171"/>
                  </a:lnTo>
                  <a:cubicBezTo>
                    <a:pt x="280518" y="143001"/>
                    <a:pt x="280518" y="146832"/>
                    <a:pt x="277962" y="149385"/>
                  </a:cubicBezTo>
                  <a:cubicBezTo>
                    <a:pt x="277962" y="149385"/>
                    <a:pt x="277962" y="149385"/>
                    <a:pt x="277962" y="149385"/>
                  </a:cubicBezTo>
                  <a:lnTo>
                    <a:pt x="277962" y="149385"/>
                  </a:lnTo>
                  <a:close/>
                </a:path>
              </a:pathLst>
            </a:custGeom>
            <a:solidFill>
              <a:srgbClr val="00A3E0"/>
            </a:solidFill>
            <a:ln w="6390" cap="flat">
              <a:noFill/>
              <a:prstDash val="solid"/>
              <a:miter/>
            </a:ln>
          </p:spPr>
          <p:txBody>
            <a:bodyPr rtlCol="0" anchor="ctr"/>
            <a:lstStyle/>
            <a:p>
              <a:endParaRPr lang="en-US"/>
            </a:p>
          </p:txBody>
        </p:sp>
      </p:grpSp>
      <p:grpSp>
        <p:nvGrpSpPr>
          <p:cNvPr id="990" name="Graphic 4">
            <a:extLst>
              <a:ext uri="{FF2B5EF4-FFF2-40B4-BE49-F238E27FC236}">
                <a16:creationId xmlns:a16="http://schemas.microsoft.com/office/drawing/2014/main" id="{C689F526-7206-A648-B0AB-356D64C718A4}"/>
              </a:ext>
            </a:extLst>
          </p:cNvPr>
          <p:cNvGrpSpPr>
            <a:grpSpLocks noChangeAspect="1"/>
          </p:cNvGrpSpPr>
          <p:nvPr/>
        </p:nvGrpSpPr>
        <p:grpSpPr>
          <a:xfrm>
            <a:off x="5099808" y="2855717"/>
            <a:ext cx="362309" cy="361971"/>
            <a:chOff x="5099808" y="2855717"/>
            <a:chExt cx="362309" cy="361971"/>
          </a:xfrm>
          <a:solidFill>
            <a:srgbClr val="00A3E0"/>
          </a:solidFill>
        </p:grpSpPr>
        <p:sp>
          <p:nvSpPr>
            <p:cNvPr id="991" name="Graphic 4">
              <a:extLst>
                <a:ext uri="{FF2B5EF4-FFF2-40B4-BE49-F238E27FC236}">
                  <a16:creationId xmlns:a16="http://schemas.microsoft.com/office/drawing/2014/main" id="{36103EB4-4AC3-9F4D-9C82-DA782FEEAAE3}"/>
                </a:ext>
              </a:extLst>
            </p:cNvPr>
            <p:cNvSpPr/>
            <p:nvPr/>
          </p:nvSpPr>
          <p:spPr>
            <a:xfrm>
              <a:off x="5218022" y="2992973"/>
              <a:ext cx="117574" cy="74692"/>
            </a:xfrm>
            <a:custGeom>
              <a:avLst/>
              <a:gdLst>
                <a:gd name="connsiteX0" fmla="*/ 98405 w 117574"/>
                <a:gd name="connsiteY0" fmla="*/ 74692 h 74692"/>
                <a:gd name="connsiteX1" fmla="*/ 117575 w 117574"/>
                <a:gd name="connsiteY1" fmla="*/ 0 h 74692"/>
                <a:gd name="connsiteX2" fmla="*/ 0 w 117574"/>
                <a:gd name="connsiteY2" fmla="*/ 8938 h 74692"/>
                <a:gd name="connsiteX3" fmla="*/ 14697 w 117574"/>
                <a:gd name="connsiteY3" fmla="*/ 58094 h 74692"/>
              </a:gdLst>
              <a:ahLst/>
              <a:cxnLst>
                <a:cxn ang="0">
                  <a:pos x="connsiteX0" y="connsiteY0"/>
                </a:cxn>
                <a:cxn ang="0">
                  <a:pos x="connsiteX1" y="connsiteY1"/>
                </a:cxn>
                <a:cxn ang="0">
                  <a:pos x="connsiteX2" y="connsiteY2"/>
                </a:cxn>
                <a:cxn ang="0">
                  <a:pos x="connsiteX3" y="connsiteY3"/>
                </a:cxn>
              </a:cxnLst>
              <a:rect l="l" t="t" r="r" b="b"/>
              <a:pathLst>
                <a:path w="117574" h="74692">
                  <a:moveTo>
                    <a:pt x="98405" y="74692"/>
                  </a:moveTo>
                  <a:lnTo>
                    <a:pt x="117575" y="0"/>
                  </a:lnTo>
                  <a:lnTo>
                    <a:pt x="0" y="8938"/>
                  </a:lnTo>
                  <a:lnTo>
                    <a:pt x="14697" y="58094"/>
                  </a:lnTo>
                  <a:close/>
                </a:path>
              </a:pathLst>
            </a:custGeom>
            <a:solidFill>
              <a:srgbClr val="00A3E0"/>
            </a:solidFill>
            <a:ln w="6390" cap="flat">
              <a:noFill/>
              <a:prstDash val="solid"/>
              <a:miter/>
            </a:ln>
          </p:spPr>
          <p:txBody>
            <a:bodyPr rtlCol="0" anchor="ctr"/>
            <a:lstStyle/>
            <a:p>
              <a:endParaRPr lang="en-US"/>
            </a:p>
          </p:txBody>
        </p:sp>
        <p:sp>
          <p:nvSpPr>
            <p:cNvPr id="992" name="Graphic 4">
              <a:extLst>
                <a:ext uri="{FF2B5EF4-FFF2-40B4-BE49-F238E27FC236}">
                  <a16:creationId xmlns:a16="http://schemas.microsoft.com/office/drawing/2014/main" id="{A317EEB8-54CF-F945-8EA3-879F293BBCB8}"/>
                </a:ext>
              </a:extLst>
            </p:cNvPr>
            <p:cNvSpPr/>
            <p:nvPr/>
          </p:nvSpPr>
          <p:spPr>
            <a:xfrm>
              <a:off x="5234636" y="3064474"/>
              <a:ext cx="20447" cy="35750"/>
            </a:xfrm>
            <a:custGeom>
              <a:avLst/>
              <a:gdLst>
                <a:gd name="connsiteX0" fmla="*/ 3195 w 20447"/>
                <a:gd name="connsiteY0" fmla="*/ 35750 h 35750"/>
                <a:gd name="connsiteX1" fmla="*/ 20448 w 20447"/>
                <a:gd name="connsiteY1" fmla="*/ 3830 h 35750"/>
                <a:gd name="connsiteX2" fmla="*/ 0 w 20447"/>
                <a:gd name="connsiteY2" fmla="*/ 0 h 35750"/>
                <a:gd name="connsiteX3" fmla="*/ 3195 w 20447"/>
                <a:gd name="connsiteY3" fmla="*/ 35750 h 35750"/>
              </a:gdLst>
              <a:ahLst/>
              <a:cxnLst>
                <a:cxn ang="0">
                  <a:pos x="connsiteX0" y="connsiteY0"/>
                </a:cxn>
                <a:cxn ang="0">
                  <a:pos x="connsiteX1" y="connsiteY1"/>
                </a:cxn>
                <a:cxn ang="0">
                  <a:pos x="connsiteX2" y="connsiteY2"/>
                </a:cxn>
                <a:cxn ang="0">
                  <a:pos x="connsiteX3" y="connsiteY3"/>
                </a:cxn>
              </a:cxnLst>
              <a:rect l="l" t="t" r="r" b="b"/>
              <a:pathLst>
                <a:path w="20447" h="35750">
                  <a:moveTo>
                    <a:pt x="3195" y="35750"/>
                  </a:moveTo>
                  <a:cubicBezTo>
                    <a:pt x="10863" y="26174"/>
                    <a:pt x="16614" y="15322"/>
                    <a:pt x="20448" y="3830"/>
                  </a:cubicBezTo>
                  <a:lnTo>
                    <a:pt x="0" y="0"/>
                  </a:lnTo>
                  <a:cubicBezTo>
                    <a:pt x="0" y="12130"/>
                    <a:pt x="639" y="24259"/>
                    <a:pt x="3195" y="35750"/>
                  </a:cubicBezTo>
                  <a:close/>
                </a:path>
              </a:pathLst>
            </a:custGeom>
            <a:solidFill>
              <a:srgbClr val="00A3E0"/>
            </a:solidFill>
            <a:ln w="6390" cap="flat">
              <a:noFill/>
              <a:prstDash val="solid"/>
              <a:miter/>
            </a:ln>
          </p:spPr>
          <p:txBody>
            <a:bodyPr rtlCol="0" anchor="ctr"/>
            <a:lstStyle/>
            <a:p>
              <a:endParaRPr lang="en-US"/>
            </a:p>
          </p:txBody>
        </p:sp>
        <p:sp>
          <p:nvSpPr>
            <p:cNvPr id="993" name="Graphic 4">
              <a:extLst>
                <a:ext uri="{FF2B5EF4-FFF2-40B4-BE49-F238E27FC236}">
                  <a16:creationId xmlns:a16="http://schemas.microsoft.com/office/drawing/2014/main" id="{83E74B9A-7E04-1643-9AA6-222336E64F38}"/>
                </a:ext>
              </a:extLst>
            </p:cNvPr>
            <p:cNvSpPr/>
            <p:nvPr/>
          </p:nvSpPr>
          <p:spPr>
            <a:xfrm>
              <a:off x="5242304" y="2971421"/>
              <a:ext cx="67733" cy="15806"/>
            </a:xfrm>
            <a:custGeom>
              <a:avLst/>
              <a:gdLst>
                <a:gd name="connsiteX0" fmla="*/ 28115 w 67733"/>
                <a:gd name="connsiteY0" fmla="*/ 485 h 15806"/>
                <a:gd name="connsiteX1" fmla="*/ 0 w 67733"/>
                <a:gd name="connsiteY1" fmla="*/ 15806 h 15806"/>
                <a:gd name="connsiteX2" fmla="*/ 67733 w 67733"/>
                <a:gd name="connsiteY2" fmla="*/ 10699 h 15806"/>
                <a:gd name="connsiteX3" fmla="*/ 28115 w 67733"/>
                <a:gd name="connsiteY3" fmla="*/ 485 h 15806"/>
              </a:gdLst>
              <a:ahLst/>
              <a:cxnLst>
                <a:cxn ang="0">
                  <a:pos x="connsiteX0" y="connsiteY0"/>
                </a:cxn>
                <a:cxn ang="0">
                  <a:pos x="connsiteX1" y="connsiteY1"/>
                </a:cxn>
                <a:cxn ang="0">
                  <a:pos x="connsiteX2" y="connsiteY2"/>
                </a:cxn>
                <a:cxn ang="0">
                  <a:pos x="connsiteX3" y="connsiteY3"/>
                </a:cxn>
              </a:cxnLst>
              <a:rect l="l" t="t" r="r" b="b"/>
              <a:pathLst>
                <a:path w="67733" h="15806">
                  <a:moveTo>
                    <a:pt x="28115" y="485"/>
                  </a:moveTo>
                  <a:cubicBezTo>
                    <a:pt x="17253" y="2400"/>
                    <a:pt x="7668" y="8146"/>
                    <a:pt x="0" y="15806"/>
                  </a:cubicBezTo>
                  <a:lnTo>
                    <a:pt x="67733" y="10699"/>
                  </a:lnTo>
                  <a:cubicBezTo>
                    <a:pt x="56870" y="2400"/>
                    <a:pt x="42812" y="-1430"/>
                    <a:pt x="28115" y="485"/>
                  </a:cubicBezTo>
                  <a:close/>
                </a:path>
              </a:pathLst>
            </a:custGeom>
            <a:solidFill>
              <a:srgbClr val="00A3E0"/>
            </a:solidFill>
            <a:ln w="6390" cap="flat">
              <a:noFill/>
              <a:prstDash val="solid"/>
              <a:miter/>
            </a:ln>
          </p:spPr>
          <p:txBody>
            <a:bodyPr rtlCol="0" anchor="ctr"/>
            <a:lstStyle/>
            <a:p>
              <a:endParaRPr lang="en-US"/>
            </a:p>
          </p:txBody>
        </p:sp>
        <p:sp>
          <p:nvSpPr>
            <p:cNvPr id="994" name="Graphic 4">
              <a:extLst>
                <a:ext uri="{FF2B5EF4-FFF2-40B4-BE49-F238E27FC236}">
                  <a16:creationId xmlns:a16="http://schemas.microsoft.com/office/drawing/2014/main" id="{4D432DB6-0712-CA47-8F77-AD8E85F84037}"/>
                </a:ext>
              </a:extLst>
            </p:cNvPr>
            <p:cNvSpPr/>
            <p:nvPr/>
          </p:nvSpPr>
          <p:spPr>
            <a:xfrm>
              <a:off x="5361796" y="3074050"/>
              <a:ext cx="20447" cy="20428"/>
            </a:xfrm>
            <a:custGeom>
              <a:avLst/>
              <a:gdLst>
                <a:gd name="connsiteX0" fmla="*/ 10224 w 20447"/>
                <a:gd name="connsiteY0" fmla="*/ 0 h 20428"/>
                <a:gd name="connsiteX1" fmla="*/ 0 w 20447"/>
                <a:gd name="connsiteY1" fmla="*/ 10214 h 20428"/>
                <a:gd name="connsiteX2" fmla="*/ 10224 w 20447"/>
                <a:gd name="connsiteY2" fmla="*/ 20429 h 20428"/>
                <a:gd name="connsiteX3" fmla="*/ 20448 w 20447"/>
                <a:gd name="connsiteY3" fmla="*/ 10214 h 20428"/>
                <a:gd name="connsiteX4" fmla="*/ 10224 w 20447"/>
                <a:gd name="connsiteY4" fmla="*/ 0 h 20428"/>
                <a:gd name="connsiteX5" fmla="*/ 10224 w 20447"/>
                <a:gd name="connsiteY5" fmla="*/ 0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47" h="20428">
                  <a:moveTo>
                    <a:pt x="10224" y="0"/>
                  </a:moveTo>
                  <a:cubicBezTo>
                    <a:pt x="4473" y="0"/>
                    <a:pt x="0" y="4469"/>
                    <a:pt x="0" y="10214"/>
                  </a:cubicBezTo>
                  <a:cubicBezTo>
                    <a:pt x="0" y="15960"/>
                    <a:pt x="4473" y="20429"/>
                    <a:pt x="10224" y="20429"/>
                  </a:cubicBezTo>
                  <a:cubicBezTo>
                    <a:pt x="15975" y="20429"/>
                    <a:pt x="20448" y="15960"/>
                    <a:pt x="20448" y="10214"/>
                  </a:cubicBezTo>
                  <a:cubicBezTo>
                    <a:pt x="20448" y="4469"/>
                    <a:pt x="15975" y="0"/>
                    <a:pt x="10224" y="0"/>
                  </a:cubicBezTo>
                  <a:lnTo>
                    <a:pt x="10224" y="0"/>
                  </a:lnTo>
                  <a:close/>
                </a:path>
              </a:pathLst>
            </a:custGeom>
            <a:solidFill>
              <a:srgbClr val="00A3E0"/>
            </a:solidFill>
            <a:ln w="6390" cap="flat">
              <a:noFill/>
              <a:prstDash val="solid"/>
              <a:miter/>
            </a:ln>
          </p:spPr>
          <p:txBody>
            <a:bodyPr rtlCol="0" anchor="ctr"/>
            <a:lstStyle/>
            <a:p>
              <a:endParaRPr lang="en-US"/>
            </a:p>
          </p:txBody>
        </p:sp>
        <p:sp>
          <p:nvSpPr>
            <p:cNvPr id="995" name="Graphic 4">
              <a:extLst>
                <a:ext uri="{FF2B5EF4-FFF2-40B4-BE49-F238E27FC236}">
                  <a16:creationId xmlns:a16="http://schemas.microsoft.com/office/drawing/2014/main" id="{E0510656-9873-EF49-BEFE-3663069C1008}"/>
                </a:ext>
              </a:extLst>
            </p:cNvPr>
            <p:cNvSpPr/>
            <p:nvPr/>
          </p:nvSpPr>
          <p:spPr>
            <a:xfrm>
              <a:off x="5099808" y="2855717"/>
              <a:ext cx="362309" cy="361971"/>
            </a:xfrm>
            <a:custGeom>
              <a:avLst/>
              <a:gdLst>
                <a:gd name="connsiteX0" fmla="*/ 180836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362310 w 362309"/>
                <a:gd name="connsiteY4" fmla="*/ 180667 h 361971"/>
                <a:gd name="connsiteX5" fmla="*/ 180836 w 362309"/>
                <a:gd name="connsiteY5" fmla="*/ 0 h 361971"/>
                <a:gd name="connsiteX6" fmla="*/ 180836 w 362309"/>
                <a:gd name="connsiteY6" fmla="*/ 0 h 361971"/>
                <a:gd name="connsiteX7" fmla="*/ 272212 w 362309"/>
                <a:gd name="connsiteY7" fmla="*/ 251529 h 361971"/>
                <a:gd name="connsiteX8" fmla="*/ 249847 w 362309"/>
                <a:gd name="connsiteY8" fmla="*/ 231100 h 361971"/>
                <a:gd name="connsiteX9" fmla="*/ 230677 w 362309"/>
                <a:gd name="connsiteY9" fmla="*/ 227270 h 361971"/>
                <a:gd name="connsiteX10" fmla="*/ 168056 w 362309"/>
                <a:gd name="connsiteY10" fmla="*/ 215140 h 361971"/>
                <a:gd name="connsiteX11" fmla="*/ 138662 w 362309"/>
                <a:gd name="connsiteY11" fmla="*/ 258551 h 361971"/>
                <a:gd name="connsiteX12" fmla="*/ 136745 w 362309"/>
                <a:gd name="connsiteY12" fmla="*/ 258551 h 361971"/>
                <a:gd name="connsiteX13" fmla="*/ 129077 w 362309"/>
                <a:gd name="connsiteY13" fmla="*/ 254721 h 361971"/>
                <a:gd name="connsiteX14" fmla="*/ 122048 w 362309"/>
                <a:gd name="connsiteY14" fmla="*/ 204287 h 361971"/>
                <a:gd name="connsiteX15" fmla="*/ 122048 w 362309"/>
                <a:gd name="connsiteY15" fmla="*/ 204287 h 361971"/>
                <a:gd name="connsiteX16" fmla="*/ 121409 w 362309"/>
                <a:gd name="connsiteY16" fmla="*/ 203011 h 361971"/>
                <a:gd name="connsiteX17" fmla="*/ 100322 w 362309"/>
                <a:gd name="connsiteY17" fmla="*/ 130233 h 361971"/>
                <a:gd name="connsiteX18" fmla="*/ 72207 w 362309"/>
                <a:gd name="connsiteY18" fmla="*/ 130233 h 361971"/>
                <a:gd name="connsiteX19" fmla="*/ 65817 w 362309"/>
                <a:gd name="connsiteY19" fmla="*/ 123849 h 361971"/>
                <a:gd name="connsiteX20" fmla="*/ 72207 w 362309"/>
                <a:gd name="connsiteY20" fmla="*/ 117465 h 361971"/>
                <a:gd name="connsiteX21" fmla="*/ 104795 w 362309"/>
                <a:gd name="connsiteY21" fmla="*/ 117465 h 361971"/>
                <a:gd name="connsiteX22" fmla="*/ 111185 w 362309"/>
                <a:gd name="connsiteY22" fmla="*/ 121934 h 361971"/>
                <a:gd name="connsiteX23" fmla="*/ 114380 w 362309"/>
                <a:gd name="connsiteY23" fmla="*/ 134064 h 361971"/>
                <a:gd name="connsiteX24" fmla="*/ 124604 w 362309"/>
                <a:gd name="connsiteY24" fmla="*/ 133425 h 361971"/>
                <a:gd name="connsiteX25" fmla="*/ 168695 w 362309"/>
                <a:gd name="connsiteY25" fmla="*/ 104059 h 361971"/>
                <a:gd name="connsiteX26" fmla="*/ 230038 w 362309"/>
                <a:gd name="connsiteY26" fmla="*/ 125764 h 361971"/>
                <a:gd name="connsiteX27" fmla="*/ 243457 w 362309"/>
                <a:gd name="connsiteY27" fmla="*/ 124488 h 361971"/>
                <a:gd name="connsiteX28" fmla="*/ 248569 w 362309"/>
                <a:gd name="connsiteY28" fmla="*/ 127041 h 361971"/>
                <a:gd name="connsiteX29" fmla="*/ 249847 w 362309"/>
                <a:gd name="connsiteY29" fmla="*/ 132787 h 361971"/>
                <a:gd name="connsiteX30" fmla="*/ 228760 w 362309"/>
                <a:gd name="connsiteY30" fmla="*/ 215140 h 361971"/>
                <a:gd name="connsiteX31" fmla="*/ 251125 w 362309"/>
                <a:gd name="connsiteY31" fmla="*/ 219609 h 361971"/>
                <a:gd name="connsiteX32" fmla="*/ 281796 w 362309"/>
                <a:gd name="connsiteY32" fmla="*/ 209395 h 361971"/>
                <a:gd name="connsiteX33" fmla="*/ 292020 w 362309"/>
                <a:gd name="connsiteY33" fmla="*/ 240038 h 361971"/>
                <a:gd name="connsiteX34" fmla="*/ 272212 w 362309"/>
                <a:gd name="connsiteY34" fmla="*/ 251529 h 361971"/>
                <a:gd name="connsiteX35" fmla="*/ 272212 w 362309"/>
                <a:gd name="connsiteY35" fmla="*/ 25152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2309" h="361971">
                  <a:moveTo>
                    <a:pt x="180836" y="0"/>
                  </a:moveTo>
                  <a:cubicBezTo>
                    <a:pt x="80513" y="0"/>
                    <a:pt x="0" y="81076"/>
                    <a:pt x="0" y="181305"/>
                  </a:cubicBezTo>
                  <a:cubicBezTo>
                    <a:pt x="0" y="281533"/>
                    <a:pt x="81152" y="361972"/>
                    <a:pt x="181474" y="361972"/>
                  </a:cubicBezTo>
                  <a:cubicBezTo>
                    <a:pt x="281796" y="361972"/>
                    <a:pt x="362310" y="280895"/>
                    <a:pt x="362310" y="180667"/>
                  </a:cubicBezTo>
                  <a:cubicBezTo>
                    <a:pt x="362310" y="180667"/>
                    <a:pt x="362310" y="180667"/>
                    <a:pt x="362310" y="180667"/>
                  </a:cubicBezTo>
                  <a:cubicBezTo>
                    <a:pt x="361671" y="80438"/>
                    <a:pt x="280518" y="0"/>
                    <a:pt x="180836" y="0"/>
                  </a:cubicBezTo>
                  <a:cubicBezTo>
                    <a:pt x="180836" y="0"/>
                    <a:pt x="180836" y="0"/>
                    <a:pt x="180836" y="0"/>
                  </a:cubicBezTo>
                  <a:close/>
                  <a:moveTo>
                    <a:pt x="272212" y="251529"/>
                  </a:moveTo>
                  <a:cubicBezTo>
                    <a:pt x="260710" y="251529"/>
                    <a:pt x="250486" y="242591"/>
                    <a:pt x="249847" y="231100"/>
                  </a:cubicBezTo>
                  <a:lnTo>
                    <a:pt x="230677" y="227270"/>
                  </a:lnTo>
                  <a:lnTo>
                    <a:pt x="168056" y="215140"/>
                  </a:lnTo>
                  <a:cubicBezTo>
                    <a:pt x="162305" y="230462"/>
                    <a:pt x="150164" y="255998"/>
                    <a:pt x="138662" y="258551"/>
                  </a:cubicBezTo>
                  <a:lnTo>
                    <a:pt x="136745" y="258551"/>
                  </a:lnTo>
                  <a:cubicBezTo>
                    <a:pt x="133550" y="258551"/>
                    <a:pt x="130994" y="257274"/>
                    <a:pt x="129077" y="254721"/>
                  </a:cubicBezTo>
                  <a:cubicBezTo>
                    <a:pt x="122048" y="246422"/>
                    <a:pt x="121409" y="216417"/>
                    <a:pt x="122048" y="204287"/>
                  </a:cubicBezTo>
                  <a:lnTo>
                    <a:pt x="122048" y="204287"/>
                  </a:lnTo>
                  <a:cubicBezTo>
                    <a:pt x="122048" y="203649"/>
                    <a:pt x="121409" y="203011"/>
                    <a:pt x="121409" y="203011"/>
                  </a:cubicBezTo>
                  <a:lnTo>
                    <a:pt x="100322" y="130233"/>
                  </a:lnTo>
                  <a:lnTo>
                    <a:pt x="72207" y="130233"/>
                  </a:lnTo>
                  <a:cubicBezTo>
                    <a:pt x="68372" y="130233"/>
                    <a:pt x="65817" y="127680"/>
                    <a:pt x="65817" y="123849"/>
                  </a:cubicBezTo>
                  <a:cubicBezTo>
                    <a:pt x="65817" y="120019"/>
                    <a:pt x="68372" y="117465"/>
                    <a:pt x="72207" y="117465"/>
                  </a:cubicBezTo>
                  <a:lnTo>
                    <a:pt x="104795" y="117465"/>
                  </a:lnTo>
                  <a:cubicBezTo>
                    <a:pt x="107990" y="117465"/>
                    <a:pt x="110546" y="119380"/>
                    <a:pt x="111185" y="121934"/>
                  </a:cubicBezTo>
                  <a:lnTo>
                    <a:pt x="114380" y="134064"/>
                  </a:lnTo>
                  <a:lnTo>
                    <a:pt x="124604" y="133425"/>
                  </a:lnTo>
                  <a:cubicBezTo>
                    <a:pt x="134828" y="118104"/>
                    <a:pt x="150803" y="107889"/>
                    <a:pt x="168695" y="104059"/>
                  </a:cubicBezTo>
                  <a:cubicBezTo>
                    <a:pt x="188503" y="100867"/>
                    <a:pt x="208951" y="107889"/>
                    <a:pt x="230038" y="125764"/>
                  </a:cubicBezTo>
                  <a:lnTo>
                    <a:pt x="243457" y="124488"/>
                  </a:lnTo>
                  <a:cubicBezTo>
                    <a:pt x="245374" y="124488"/>
                    <a:pt x="247291" y="125126"/>
                    <a:pt x="248569" y="127041"/>
                  </a:cubicBezTo>
                  <a:cubicBezTo>
                    <a:pt x="249847" y="128318"/>
                    <a:pt x="250486" y="130872"/>
                    <a:pt x="249847" y="132787"/>
                  </a:cubicBezTo>
                  <a:lnTo>
                    <a:pt x="228760" y="215140"/>
                  </a:lnTo>
                  <a:lnTo>
                    <a:pt x="251125" y="219609"/>
                  </a:lnTo>
                  <a:cubicBezTo>
                    <a:pt x="256876" y="208118"/>
                    <a:pt x="270295" y="203649"/>
                    <a:pt x="281796" y="209395"/>
                  </a:cubicBezTo>
                  <a:cubicBezTo>
                    <a:pt x="293298" y="215140"/>
                    <a:pt x="297771" y="228546"/>
                    <a:pt x="292020" y="240038"/>
                  </a:cubicBezTo>
                  <a:cubicBezTo>
                    <a:pt x="288825" y="246422"/>
                    <a:pt x="280518" y="251529"/>
                    <a:pt x="272212" y="251529"/>
                  </a:cubicBezTo>
                  <a:lnTo>
                    <a:pt x="272212" y="251529"/>
                  </a:lnTo>
                  <a:close/>
                </a:path>
              </a:pathLst>
            </a:custGeom>
            <a:solidFill>
              <a:srgbClr val="00A3E0"/>
            </a:solidFill>
            <a:ln w="6390" cap="flat">
              <a:noFill/>
              <a:prstDash val="solid"/>
              <a:miter/>
            </a:ln>
          </p:spPr>
          <p:txBody>
            <a:bodyPr rtlCol="0" anchor="ctr"/>
            <a:lstStyle/>
            <a:p>
              <a:endParaRPr lang="en-US"/>
            </a:p>
          </p:txBody>
        </p:sp>
      </p:grpSp>
      <p:grpSp>
        <p:nvGrpSpPr>
          <p:cNvPr id="996" name="Graphic 4">
            <a:extLst>
              <a:ext uri="{FF2B5EF4-FFF2-40B4-BE49-F238E27FC236}">
                <a16:creationId xmlns:a16="http://schemas.microsoft.com/office/drawing/2014/main" id="{B2690AB3-9C7A-6D4D-A4D1-FB98386151EC}"/>
              </a:ext>
            </a:extLst>
          </p:cNvPr>
          <p:cNvGrpSpPr>
            <a:grpSpLocks noChangeAspect="1"/>
          </p:cNvGrpSpPr>
          <p:nvPr/>
        </p:nvGrpSpPr>
        <p:grpSpPr>
          <a:xfrm>
            <a:off x="6146480" y="2855717"/>
            <a:ext cx="362309" cy="361971"/>
            <a:chOff x="6146480" y="2855717"/>
            <a:chExt cx="362309" cy="361971"/>
          </a:xfrm>
          <a:solidFill>
            <a:srgbClr val="00A3E0"/>
          </a:solidFill>
        </p:grpSpPr>
        <p:sp>
          <p:nvSpPr>
            <p:cNvPr id="997" name="Graphic 4">
              <a:extLst>
                <a:ext uri="{FF2B5EF4-FFF2-40B4-BE49-F238E27FC236}">
                  <a16:creationId xmlns:a16="http://schemas.microsoft.com/office/drawing/2014/main" id="{26E47908-7EC5-AF45-A7DA-8376F0D523F4}"/>
                </a:ext>
              </a:extLst>
            </p:cNvPr>
            <p:cNvSpPr/>
            <p:nvPr/>
          </p:nvSpPr>
          <p:spPr>
            <a:xfrm>
              <a:off x="6359904" y="2997442"/>
              <a:ext cx="8946" cy="38942"/>
            </a:xfrm>
            <a:custGeom>
              <a:avLst/>
              <a:gdLst>
                <a:gd name="connsiteX0" fmla="*/ 0 w 8946"/>
                <a:gd name="connsiteY0" fmla="*/ 38942 h 38942"/>
                <a:gd name="connsiteX1" fmla="*/ 8946 w 8946"/>
                <a:gd name="connsiteY1" fmla="*/ 34473 h 38942"/>
                <a:gd name="connsiteX2" fmla="*/ 8946 w 8946"/>
                <a:gd name="connsiteY2" fmla="*/ 3830 h 38942"/>
                <a:gd name="connsiteX3" fmla="*/ 0 w 8946"/>
                <a:gd name="connsiteY3" fmla="*/ 0 h 38942"/>
              </a:gdLst>
              <a:ahLst/>
              <a:cxnLst>
                <a:cxn ang="0">
                  <a:pos x="connsiteX0" y="connsiteY0"/>
                </a:cxn>
                <a:cxn ang="0">
                  <a:pos x="connsiteX1" y="connsiteY1"/>
                </a:cxn>
                <a:cxn ang="0">
                  <a:pos x="connsiteX2" y="connsiteY2"/>
                </a:cxn>
                <a:cxn ang="0">
                  <a:pos x="connsiteX3" y="connsiteY3"/>
                </a:cxn>
              </a:cxnLst>
              <a:rect l="l" t="t" r="r" b="b"/>
              <a:pathLst>
                <a:path w="8946" h="38942">
                  <a:moveTo>
                    <a:pt x="0" y="38942"/>
                  </a:moveTo>
                  <a:lnTo>
                    <a:pt x="8946" y="34473"/>
                  </a:lnTo>
                  <a:lnTo>
                    <a:pt x="8946" y="3830"/>
                  </a:lnTo>
                  <a:lnTo>
                    <a:pt x="0" y="0"/>
                  </a:lnTo>
                  <a:close/>
                </a:path>
              </a:pathLst>
            </a:custGeom>
            <a:solidFill>
              <a:srgbClr val="00A3E0"/>
            </a:solidFill>
            <a:ln w="6390" cap="flat">
              <a:noFill/>
              <a:prstDash val="solid"/>
              <a:miter/>
            </a:ln>
          </p:spPr>
          <p:txBody>
            <a:bodyPr rtlCol="0" anchor="ctr"/>
            <a:lstStyle/>
            <a:p>
              <a:endParaRPr lang="en-US"/>
            </a:p>
          </p:txBody>
        </p:sp>
        <p:sp>
          <p:nvSpPr>
            <p:cNvPr id="998" name="Graphic 4">
              <a:extLst>
                <a:ext uri="{FF2B5EF4-FFF2-40B4-BE49-F238E27FC236}">
                  <a16:creationId xmlns:a16="http://schemas.microsoft.com/office/drawing/2014/main" id="{F7467765-C258-944D-B920-BCFFEA193930}"/>
                </a:ext>
              </a:extLst>
            </p:cNvPr>
            <p:cNvSpPr/>
            <p:nvPr/>
          </p:nvSpPr>
          <p:spPr>
            <a:xfrm>
              <a:off x="6234661" y="2991696"/>
              <a:ext cx="88181" cy="123210"/>
            </a:xfrm>
            <a:custGeom>
              <a:avLst/>
              <a:gdLst>
                <a:gd name="connsiteX0" fmla="*/ 5112 w 88181"/>
                <a:gd name="connsiteY0" fmla="*/ 3830 h 123210"/>
                <a:gd name="connsiteX1" fmla="*/ 639 w 88181"/>
                <a:gd name="connsiteY1" fmla="*/ 14045 h 123210"/>
                <a:gd name="connsiteX2" fmla="*/ 639 w 88181"/>
                <a:gd name="connsiteY2" fmla="*/ 35112 h 123210"/>
                <a:gd name="connsiteX3" fmla="*/ 5112 w 88181"/>
                <a:gd name="connsiteY3" fmla="*/ 45326 h 123210"/>
                <a:gd name="connsiteX4" fmla="*/ 15336 w 88181"/>
                <a:gd name="connsiteY4" fmla="*/ 49795 h 123210"/>
                <a:gd name="connsiteX5" fmla="*/ 22365 w 88181"/>
                <a:gd name="connsiteY5" fmla="*/ 49795 h 123210"/>
                <a:gd name="connsiteX6" fmla="*/ 28755 w 88181"/>
                <a:gd name="connsiteY6" fmla="*/ 56179 h 123210"/>
                <a:gd name="connsiteX7" fmla="*/ 28755 w 88181"/>
                <a:gd name="connsiteY7" fmla="*/ 57456 h 123210"/>
                <a:gd name="connsiteX8" fmla="*/ 17253 w 88181"/>
                <a:gd name="connsiteY8" fmla="*/ 104697 h 123210"/>
                <a:gd name="connsiteX9" fmla="*/ 10863 w 88181"/>
                <a:gd name="connsiteY9" fmla="*/ 109805 h 123210"/>
                <a:gd name="connsiteX10" fmla="*/ 0 w 88181"/>
                <a:gd name="connsiteY10" fmla="*/ 109805 h 123210"/>
                <a:gd name="connsiteX11" fmla="*/ 0 w 88181"/>
                <a:gd name="connsiteY11" fmla="*/ 123211 h 123210"/>
                <a:gd name="connsiteX12" fmla="*/ 55593 w 88181"/>
                <a:gd name="connsiteY12" fmla="*/ 123211 h 123210"/>
                <a:gd name="connsiteX13" fmla="*/ 55593 w 88181"/>
                <a:gd name="connsiteY13" fmla="*/ 109805 h 123210"/>
                <a:gd name="connsiteX14" fmla="*/ 42173 w 88181"/>
                <a:gd name="connsiteY14" fmla="*/ 109805 h 123210"/>
                <a:gd name="connsiteX15" fmla="*/ 35783 w 88181"/>
                <a:gd name="connsiteY15" fmla="*/ 103421 h 123210"/>
                <a:gd name="connsiteX16" fmla="*/ 35783 w 88181"/>
                <a:gd name="connsiteY16" fmla="*/ 102144 h 123210"/>
                <a:gd name="connsiteX17" fmla="*/ 40895 w 88181"/>
                <a:gd name="connsiteY17" fmla="*/ 81077 h 123210"/>
                <a:gd name="connsiteX18" fmla="*/ 47285 w 88181"/>
                <a:gd name="connsiteY18" fmla="*/ 75969 h 123210"/>
                <a:gd name="connsiteX19" fmla="*/ 65177 w 88181"/>
                <a:gd name="connsiteY19" fmla="*/ 75969 h 123210"/>
                <a:gd name="connsiteX20" fmla="*/ 65177 w 88181"/>
                <a:gd name="connsiteY20" fmla="*/ 75331 h 123210"/>
                <a:gd name="connsiteX21" fmla="*/ 76679 w 88181"/>
                <a:gd name="connsiteY21" fmla="*/ 52987 h 123210"/>
                <a:gd name="connsiteX22" fmla="*/ 82430 w 88181"/>
                <a:gd name="connsiteY22" fmla="*/ 49795 h 123210"/>
                <a:gd name="connsiteX23" fmla="*/ 88181 w 88181"/>
                <a:gd name="connsiteY23" fmla="*/ 49795 h 123210"/>
                <a:gd name="connsiteX24" fmla="*/ 88181 w 88181"/>
                <a:gd name="connsiteY24" fmla="*/ 0 h 123210"/>
                <a:gd name="connsiteX25" fmla="*/ 15336 w 88181"/>
                <a:gd name="connsiteY25" fmla="*/ 0 h 123210"/>
                <a:gd name="connsiteX26" fmla="*/ 5112 w 88181"/>
                <a:gd name="connsiteY26" fmla="*/ 3830 h 12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8181" h="123210">
                  <a:moveTo>
                    <a:pt x="5112" y="3830"/>
                  </a:moveTo>
                  <a:cubicBezTo>
                    <a:pt x="2556" y="6384"/>
                    <a:pt x="639" y="10214"/>
                    <a:pt x="639" y="14045"/>
                  </a:cubicBezTo>
                  <a:lnTo>
                    <a:pt x="639" y="35112"/>
                  </a:lnTo>
                  <a:cubicBezTo>
                    <a:pt x="639" y="38942"/>
                    <a:pt x="1917" y="42773"/>
                    <a:pt x="5112" y="45326"/>
                  </a:cubicBezTo>
                  <a:cubicBezTo>
                    <a:pt x="7668" y="47880"/>
                    <a:pt x="11502" y="49795"/>
                    <a:pt x="15336" y="49795"/>
                  </a:cubicBezTo>
                  <a:lnTo>
                    <a:pt x="22365" y="49795"/>
                  </a:lnTo>
                  <a:cubicBezTo>
                    <a:pt x="26199" y="49795"/>
                    <a:pt x="28755" y="52349"/>
                    <a:pt x="28755" y="56179"/>
                  </a:cubicBezTo>
                  <a:cubicBezTo>
                    <a:pt x="28755" y="56817"/>
                    <a:pt x="28755" y="57456"/>
                    <a:pt x="28755" y="57456"/>
                  </a:cubicBezTo>
                  <a:lnTo>
                    <a:pt x="17253" y="104697"/>
                  </a:lnTo>
                  <a:cubicBezTo>
                    <a:pt x="16614" y="107889"/>
                    <a:pt x="14058" y="109805"/>
                    <a:pt x="10863" y="109805"/>
                  </a:cubicBezTo>
                  <a:lnTo>
                    <a:pt x="0" y="109805"/>
                  </a:lnTo>
                  <a:lnTo>
                    <a:pt x="0" y="123211"/>
                  </a:lnTo>
                  <a:lnTo>
                    <a:pt x="55593" y="123211"/>
                  </a:lnTo>
                  <a:lnTo>
                    <a:pt x="55593" y="109805"/>
                  </a:lnTo>
                  <a:lnTo>
                    <a:pt x="42173" y="109805"/>
                  </a:lnTo>
                  <a:cubicBezTo>
                    <a:pt x="38340" y="109805"/>
                    <a:pt x="35783" y="107251"/>
                    <a:pt x="35783" y="103421"/>
                  </a:cubicBezTo>
                  <a:cubicBezTo>
                    <a:pt x="35783" y="102782"/>
                    <a:pt x="35783" y="102144"/>
                    <a:pt x="35783" y="102144"/>
                  </a:cubicBezTo>
                  <a:lnTo>
                    <a:pt x="40895" y="81077"/>
                  </a:lnTo>
                  <a:cubicBezTo>
                    <a:pt x="41535" y="77885"/>
                    <a:pt x="44090" y="75969"/>
                    <a:pt x="47285" y="75969"/>
                  </a:cubicBezTo>
                  <a:lnTo>
                    <a:pt x="65177" y="75969"/>
                  </a:lnTo>
                  <a:cubicBezTo>
                    <a:pt x="65177" y="75969"/>
                    <a:pt x="65177" y="75331"/>
                    <a:pt x="65177" y="75331"/>
                  </a:cubicBezTo>
                  <a:lnTo>
                    <a:pt x="76679" y="52987"/>
                  </a:lnTo>
                  <a:cubicBezTo>
                    <a:pt x="77957" y="51072"/>
                    <a:pt x="79874" y="49795"/>
                    <a:pt x="82430" y="49795"/>
                  </a:cubicBezTo>
                  <a:lnTo>
                    <a:pt x="88181" y="49795"/>
                  </a:lnTo>
                  <a:lnTo>
                    <a:pt x="88181" y="0"/>
                  </a:lnTo>
                  <a:lnTo>
                    <a:pt x="15336" y="0"/>
                  </a:lnTo>
                  <a:cubicBezTo>
                    <a:pt x="12141" y="0"/>
                    <a:pt x="8307" y="1277"/>
                    <a:pt x="5112" y="3830"/>
                  </a:cubicBezTo>
                  <a:close/>
                </a:path>
              </a:pathLst>
            </a:custGeom>
            <a:solidFill>
              <a:srgbClr val="00A3E0"/>
            </a:solidFill>
            <a:ln w="6390" cap="flat">
              <a:noFill/>
              <a:prstDash val="solid"/>
              <a:miter/>
            </a:ln>
          </p:spPr>
          <p:txBody>
            <a:bodyPr rtlCol="0" anchor="ctr"/>
            <a:lstStyle/>
            <a:p>
              <a:endParaRPr lang="en-US"/>
            </a:p>
          </p:txBody>
        </p:sp>
        <p:sp>
          <p:nvSpPr>
            <p:cNvPr id="999" name="Graphic 4">
              <a:extLst>
                <a:ext uri="{FF2B5EF4-FFF2-40B4-BE49-F238E27FC236}">
                  <a16:creationId xmlns:a16="http://schemas.microsoft.com/office/drawing/2014/main" id="{367E3AB7-CA30-FD48-803B-1A2A2B02EFAA}"/>
                </a:ext>
              </a:extLst>
            </p:cNvPr>
            <p:cNvSpPr/>
            <p:nvPr/>
          </p:nvSpPr>
          <p:spPr>
            <a:xfrm>
              <a:off x="6146480" y="2855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55597 w 362309"/>
                <a:gd name="connsiteY6" fmla="*/ 95121 h 361971"/>
                <a:gd name="connsiteX7" fmla="*/ 261987 w 362309"/>
                <a:gd name="connsiteY7" fmla="*/ 88737 h 361971"/>
                <a:gd name="connsiteX8" fmla="*/ 268377 w 362309"/>
                <a:gd name="connsiteY8" fmla="*/ 95121 h 361971"/>
                <a:gd name="connsiteX9" fmla="*/ 268377 w 362309"/>
                <a:gd name="connsiteY9" fmla="*/ 135979 h 361971"/>
                <a:gd name="connsiteX10" fmla="*/ 261987 w 362309"/>
                <a:gd name="connsiteY10" fmla="*/ 142363 h 361971"/>
                <a:gd name="connsiteX11" fmla="*/ 255597 w 362309"/>
                <a:gd name="connsiteY11" fmla="*/ 135979 h 361971"/>
                <a:gd name="connsiteX12" fmla="*/ 255597 w 362309"/>
                <a:gd name="connsiteY12" fmla="*/ 95121 h 361971"/>
                <a:gd name="connsiteX13" fmla="*/ 228120 w 362309"/>
                <a:gd name="connsiteY13" fmla="*/ 99590 h 361971"/>
                <a:gd name="connsiteX14" fmla="*/ 237067 w 362309"/>
                <a:gd name="connsiteY14" fmla="*/ 100867 h 361971"/>
                <a:gd name="connsiteX15" fmla="*/ 246013 w 362309"/>
                <a:gd name="connsiteY15" fmla="*/ 113635 h 361971"/>
                <a:gd name="connsiteX16" fmla="*/ 244735 w 362309"/>
                <a:gd name="connsiteY16" fmla="*/ 122572 h 361971"/>
                <a:gd name="connsiteX17" fmla="*/ 244735 w 362309"/>
                <a:gd name="connsiteY17" fmla="*/ 122572 h 361971"/>
                <a:gd name="connsiteX18" fmla="*/ 235788 w 362309"/>
                <a:gd name="connsiteY18" fmla="*/ 121296 h 361971"/>
                <a:gd name="connsiteX19" fmla="*/ 226843 w 362309"/>
                <a:gd name="connsiteY19" fmla="*/ 108528 h 361971"/>
                <a:gd name="connsiteX20" fmla="*/ 228120 w 362309"/>
                <a:gd name="connsiteY20" fmla="*/ 99590 h 361971"/>
                <a:gd name="connsiteX21" fmla="*/ 228120 w 362309"/>
                <a:gd name="connsiteY21" fmla="*/ 99590 h 361971"/>
                <a:gd name="connsiteX22" fmla="*/ 189781 w 362309"/>
                <a:gd name="connsiteY22" fmla="*/ 192796 h 361971"/>
                <a:gd name="connsiteX23" fmla="*/ 183391 w 362309"/>
                <a:gd name="connsiteY23" fmla="*/ 199180 h 361971"/>
                <a:gd name="connsiteX24" fmla="*/ 175084 w 362309"/>
                <a:gd name="connsiteY24" fmla="*/ 199180 h 361971"/>
                <a:gd name="connsiteX25" fmla="*/ 165499 w 362309"/>
                <a:gd name="connsiteY25" fmla="*/ 217694 h 361971"/>
                <a:gd name="connsiteX26" fmla="*/ 154636 w 362309"/>
                <a:gd name="connsiteY26" fmla="*/ 225355 h 361971"/>
                <a:gd name="connsiteX27" fmla="*/ 141856 w 362309"/>
                <a:gd name="connsiteY27" fmla="*/ 225355 h 361971"/>
                <a:gd name="connsiteX28" fmla="*/ 139939 w 362309"/>
                <a:gd name="connsiteY28" fmla="*/ 233654 h 361971"/>
                <a:gd name="connsiteX29" fmla="*/ 146329 w 362309"/>
                <a:gd name="connsiteY29" fmla="*/ 233654 h 361971"/>
                <a:gd name="connsiteX30" fmla="*/ 157831 w 362309"/>
                <a:gd name="connsiteY30" fmla="*/ 245145 h 361971"/>
                <a:gd name="connsiteX31" fmla="*/ 157831 w 362309"/>
                <a:gd name="connsiteY31" fmla="*/ 245145 h 361971"/>
                <a:gd name="connsiteX32" fmla="*/ 157831 w 362309"/>
                <a:gd name="connsiteY32" fmla="*/ 261105 h 361971"/>
                <a:gd name="connsiteX33" fmla="*/ 146329 w 362309"/>
                <a:gd name="connsiteY33" fmla="*/ 272596 h 361971"/>
                <a:gd name="connsiteX34" fmla="*/ 146329 w 362309"/>
                <a:gd name="connsiteY34" fmla="*/ 272596 h 361971"/>
                <a:gd name="connsiteX35" fmla="*/ 88181 w 362309"/>
                <a:gd name="connsiteY35" fmla="*/ 272596 h 361971"/>
                <a:gd name="connsiteX36" fmla="*/ 76679 w 362309"/>
                <a:gd name="connsiteY36" fmla="*/ 261105 h 361971"/>
                <a:gd name="connsiteX37" fmla="*/ 76679 w 362309"/>
                <a:gd name="connsiteY37" fmla="*/ 261105 h 361971"/>
                <a:gd name="connsiteX38" fmla="*/ 76679 w 362309"/>
                <a:gd name="connsiteY38" fmla="*/ 245145 h 361971"/>
                <a:gd name="connsiteX39" fmla="*/ 88181 w 362309"/>
                <a:gd name="connsiteY39" fmla="*/ 233654 h 361971"/>
                <a:gd name="connsiteX40" fmla="*/ 88181 w 362309"/>
                <a:gd name="connsiteY40" fmla="*/ 233654 h 361971"/>
                <a:gd name="connsiteX41" fmla="*/ 94571 w 362309"/>
                <a:gd name="connsiteY41" fmla="*/ 233654 h 361971"/>
                <a:gd name="connsiteX42" fmla="*/ 102878 w 362309"/>
                <a:gd name="connsiteY42" fmla="*/ 199180 h 361971"/>
                <a:gd name="connsiteX43" fmla="*/ 84347 w 362309"/>
                <a:gd name="connsiteY43" fmla="*/ 190881 h 361971"/>
                <a:gd name="connsiteX44" fmla="*/ 76040 w 362309"/>
                <a:gd name="connsiteY44" fmla="*/ 171729 h 361971"/>
                <a:gd name="connsiteX45" fmla="*/ 76040 w 362309"/>
                <a:gd name="connsiteY45" fmla="*/ 150662 h 361971"/>
                <a:gd name="connsiteX46" fmla="*/ 103517 w 362309"/>
                <a:gd name="connsiteY46" fmla="*/ 123211 h 361971"/>
                <a:gd name="connsiteX47" fmla="*/ 182752 w 362309"/>
                <a:gd name="connsiteY47" fmla="*/ 123211 h 361971"/>
                <a:gd name="connsiteX48" fmla="*/ 189142 w 362309"/>
                <a:gd name="connsiteY48" fmla="*/ 129595 h 361971"/>
                <a:gd name="connsiteX49" fmla="*/ 189781 w 362309"/>
                <a:gd name="connsiteY49" fmla="*/ 192796 h 361971"/>
                <a:gd name="connsiteX50" fmla="*/ 245373 w 362309"/>
                <a:gd name="connsiteY50" fmla="*/ 210033 h 361971"/>
                <a:gd name="connsiteX51" fmla="*/ 236428 w 362309"/>
                <a:gd name="connsiteY51" fmla="*/ 222801 h 361971"/>
                <a:gd name="connsiteX52" fmla="*/ 231315 w 362309"/>
                <a:gd name="connsiteY52" fmla="*/ 225355 h 361971"/>
                <a:gd name="connsiteX53" fmla="*/ 227482 w 362309"/>
                <a:gd name="connsiteY53" fmla="*/ 224078 h 361971"/>
                <a:gd name="connsiteX54" fmla="*/ 226204 w 362309"/>
                <a:gd name="connsiteY54" fmla="*/ 215140 h 361971"/>
                <a:gd name="connsiteX55" fmla="*/ 226204 w 362309"/>
                <a:gd name="connsiteY55" fmla="*/ 215140 h 361971"/>
                <a:gd name="connsiteX56" fmla="*/ 235150 w 362309"/>
                <a:gd name="connsiteY56" fmla="*/ 202372 h 361971"/>
                <a:gd name="connsiteX57" fmla="*/ 244095 w 362309"/>
                <a:gd name="connsiteY57" fmla="*/ 199819 h 361971"/>
                <a:gd name="connsiteX58" fmla="*/ 246651 w 362309"/>
                <a:gd name="connsiteY58" fmla="*/ 208756 h 361971"/>
                <a:gd name="connsiteX59" fmla="*/ 245373 w 362309"/>
                <a:gd name="connsiteY59" fmla="*/ 210033 h 361971"/>
                <a:gd name="connsiteX60" fmla="*/ 245373 w 362309"/>
                <a:gd name="connsiteY60" fmla="*/ 210033 h 361971"/>
                <a:gd name="connsiteX61" fmla="*/ 268377 w 362309"/>
                <a:gd name="connsiteY61" fmla="*/ 266212 h 361971"/>
                <a:gd name="connsiteX62" fmla="*/ 261987 w 362309"/>
                <a:gd name="connsiteY62" fmla="*/ 272596 h 361971"/>
                <a:gd name="connsiteX63" fmla="*/ 255597 w 362309"/>
                <a:gd name="connsiteY63" fmla="*/ 266212 h 361971"/>
                <a:gd name="connsiteX64" fmla="*/ 255597 w 362309"/>
                <a:gd name="connsiteY64" fmla="*/ 184497 h 361971"/>
                <a:gd name="connsiteX65" fmla="*/ 261987 w 362309"/>
                <a:gd name="connsiteY65" fmla="*/ 178113 h 361971"/>
                <a:gd name="connsiteX66" fmla="*/ 268377 w 362309"/>
                <a:gd name="connsiteY66" fmla="*/ 184497 h 361971"/>
                <a:gd name="connsiteX67" fmla="*/ 268377 w 362309"/>
                <a:gd name="connsiteY67" fmla="*/ 266212 h 361971"/>
                <a:gd name="connsiteX68" fmla="*/ 292659 w 362309"/>
                <a:gd name="connsiteY68" fmla="*/ 167260 h 361971"/>
                <a:gd name="connsiteX69" fmla="*/ 235150 w 362309"/>
                <a:gd name="connsiteY69" fmla="*/ 167260 h 361971"/>
                <a:gd name="connsiteX70" fmla="*/ 235150 w 362309"/>
                <a:gd name="connsiteY70" fmla="*/ 176836 h 361971"/>
                <a:gd name="connsiteX71" fmla="*/ 228120 w 362309"/>
                <a:gd name="connsiteY71" fmla="*/ 187689 h 361971"/>
                <a:gd name="connsiteX72" fmla="*/ 210868 w 362309"/>
                <a:gd name="connsiteY72" fmla="*/ 195988 h 361971"/>
                <a:gd name="connsiteX73" fmla="*/ 208312 w 362309"/>
                <a:gd name="connsiteY73" fmla="*/ 196627 h 361971"/>
                <a:gd name="connsiteX74" fmla="*/ 205117 w 362309"/>
                <a:gd name="connsiteY74" fmla="*/ 195350 h 361971"/>
                <a:gd name="connsiteX75" fmla="*/ 201922 w 362309"/>
                <a:gd name="connsiteY75" fmla="*/ 190243 h 361971"/>
                <a:gd name="connsiteX76" fmla="*/ 201922 w 362309"/>
                <a:gd name="connsiteY76" fmla="*/ 130872 h 361971"/>
                <a:gd name="connsiteX77" fmla="*/ 205117 w 362309"/>
                <a:gd name="connsiteY77" fmla="*/ 125126 h 361971"/>
                <a:gd name="connsiteX78" fmla="*/ 211507 w 362309"/>
                <a:gd name="connsiteY78" fmla="*/ 125126 h 361971"/>
                <a:gd name="connsiteX79" fmla="*/ 229399 w 362309"/>
                <a:gd name="connsiteY79" fmla="*/ 134064 h 361971"/>
                <a:gd name="connsiteX80" fmla="*/ 236428 w 362309"/>
                <a:gd name="connsiteY80" fmla="*/ 144916 h 361971"/>
                <a:gd name="connsiteX81" fmla="*/ 236428 w 362309"/>
                <a:gd name="connsiteY81" fmla="*/ 154492 h 361971"/>
                <a:gd name="connsiteX82" fmla="*/ 293937 w 362309"/>
                <a:gd name="connsiteY82" fmla="*/ 154492 h 361971"/>
                <a:gd name="connsiteX83" fmla="*/ 300327 w 362309"/>
                <a:gd name="connsiteY83" fmla="*/ 160876 h 361971"/>
                <a:gd name="connsiteX84" fmla="*/ 292659 w 362309"/>
                <a:gd name="connsiteY84" fmla="*/ 167260 h 361971"/>
                <a:gd name="connsiteX85" fmla="*/ 292659 w 362309"/>
                <a:gd name="connsiteY85" fmla="*/ 16726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362309" h="361971">
                  <a:moveTo>
                    <a:pt x="181474" y="0"/>
                  </a:moveTo>
                  <a:cubicBezTo>
                    <a:pt x="81152" y="0"/>
                    <a:pt x="0" y="81076"/>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309" y="81076"/>
                    <a:pt x="281157" y="0"/>
                    <a:pt x="181474" y="0"/>
                  </a:cubicBezTo>
                  <a:close/>
                  <a:moveTo>
                    <a:pt x="255597" y="95121"/>
                  </a:moveTo>
                  <a:cubicBezTo>
                    <a:pt x="255597" y="91291"/>
                    <a:pt x="258153" y="88737"/>
                    <a:pt x="261987" y="88737"/>
                  </a:cubicBezTo>
                  <a:cubicBezTo>
                    <a:pt x="265821" y="88737"/>
                    <a:pt x="268377" y="91291"/>
                    <a:pt x="268377" y="95121"/>
                  </a:cubicBezTo>
                  <a:lnTo>
                    <a:pt x="268377" y="135979"/>
                  </a:lnTo>
                  <a:cubicBezTo>
                    <a:pt x="268377" y="139809"/>
                    <a:pt x="265821" y="142363"/>
                    <a:pt x="261987" y="142363"/>
                  </a:cubicBezTo>
                  <a:cubicBezTo>
                    <a:pt x="258153" y="142363"/>
                    <a:pt x="255597" y="139809"/>
                    <a:pt x="255597" y="135979"/>
                  </a:cubicBezTo>
                  <a:lnTo>
                    <a:pt x="255597" y="95121"/>
                  </a:lnTo>
                  <a:close/>
                  <a:moveTo>
                    <a:pt x="228120" y="99590"/>
                  </a:moveTo>
                  <a:cubicBezTo>
                    <a:pt x="231315" y="97675"/>
                    <a:pt x="235150" y="98313"/>
                    <a:pt x="237067" y="100867"/>
                  </a:cubicBezTo>
                  <a:lnTo>
                    <a:pt x="246013" y="113635"/>
                  </a:lnTo>
                  <a:cubicBezTo>
                    <a:pt x="247929" y="116188"/>
                    <a:pt x="247290" y="120657"/>
                    <a:pt x="244735" y="122572"/>
                  </a:cubicBezTo>
                  <a:cubicBezTo>
                    <a:pt x="244735" y="122572"/>
                    <a:pt x="244735" y="122572"/>
                    <a:pt x="244735" y="122572"/>
                  </a:cubicBezTo>
                  <a:cubicBezTo>
                    <a:pt x="241540" y="124488"/>
                    <a:pt x="237705" y="123849"/>
                    <a:pt x="235788" y="121296"/>
                  </a:cubicBezTo>
                  <a:lnTo>
                    <a:pt x="226843" y="108528"/>
                  </a:lnTo>
                  <a:cubicBezTo>
                    <a:pt x="224287" y="105336"/>
                    <a:pt x="224925" y="101505"/>
                    <a:pt x="228120" y="99590"/>
                  </a:cubicBezTo>
                  <a:cubicBezTo>
                    <a:pt x="228120" y="99590"/>
                    <a:pt x="228120" y="99590"/>
                    <a:pt x="228120" y="99590"/>
                  </a:cubicBezTo>
                  <a:close/>
                  <a:moveTo>
                    <a:pt x="189781" y="192796"/>
                  </a:moveTo>
                  <a:cubicBezTo>
                    <a:pt x="189781" y="196627"/>
                    <a:pt x="187225" y="199180"/>
                    <a:pt x="183391" y="199180"/>
                  </a:cubicBezTo>
                  <a:lnTo>
                    <a:pt x="175084" y="199180"/>
                  </a:lnTo>
                  <a:lnTo>
                    <a:pt x="165499" y="217694"/>
                  </a:lnTo>
                  <a:cubicBezTo>
                    <a:pt x="163582" y="222163"/>
                    <a:pt x="159748" y="225355"/>
                    <a:pt x="154636" y="225355"/>
                  </a:cubicBezTo>
                  <a:lnTo>
                    <a:pt x="141856" y="225355"/>
                  </a:lnTo>
                  <a:lnTo>
                    <a:pt x="139939" y="233654"/>
                  </a:lnTo>
                  <a:lnTo>
                    <a:pt x="146329" y="233654"/>
                  </a:lnTo>
                  <a:cubicBezTo>
                    <a:pt x="152719" y="233654"/>
                    <a:pt x="157831" y="238761"/>
                    <a:pt x="157831" y="245145"/>
                  </a:cubicBezTo>
                  <a:cubicBezTo>
                    <a:pt x="157831" y="245145"/>
                    <a:pt x="157831" y="245145"/>
                    <a:pt x="157831" y="245145"/>
                  </a:cubicBezTo>
                  <a:lnTo>
                    <a:pt x="157831" y="261105"/>
                  </a:lnTo>
                  <a:cubicBezTo>
                    <a:pt x="157831" y="267489"/>
                    <a:pt x="152719" y="272596"/>
                    <a:pt x="146329" y="272596"/>
                  </a:cubicBezTo>
                  <a:lnTo>
                    <a:pt x="146329" y="272596"/>
                  </a:lnTo>
                  <a:lnTo>
                    <a:pt x="88181" y="272596"/>
                  </a:lnTo>
                  <a:cubicBezTo>
                    <a:pt x="81791" y="272596"/>
                    <a:pt x="76679" y="267489"/>
                    <a:pt x="76679" y="261105"/>
                  </a:cubicBezTo>
                  <a:lnTo>
                    <a:pt x="76679" y="261105"/>
                  </a:lnTo>
                  <a:lnTo>
                    <a:pt x="76679" y="245145"/>
                  </a:lnTo>
                  <a:cubicBezTo>
                    <a:pt x="76679" y="238761"/>
                    <a:pt x="81791" y="233654"/>
                    <a:pt x="88181" y="233654"/>
                  </a:cubicBezTo>
                  <a:cubicBezTo>
                    <a:pt x="88181" y="233654"/>
                    <a:pt x="88181" y="233654"/>
                    <a:pt x="88181" y="233654"/>
                  </a:cubicBezTo>
                  <a:lnTo>
                    <a:pt x="94571" y="233654"/>
                  </a:lnTo>
                  <a:lnTo>
                    <a:pt x="102878" y="199180"/>
                  </a:lnTo>
                  <a:cubicBezTo>
                    <a:pt x="95849" y="199180"/>
                    <a:pt x="89459" y="195988"/>
                    <a:pt x="84347" y="190881"/>
                  </a:cubicBezTo>
                  <a:cubicBezTo>
                    <a:pt x="79235" y="185774"/>
                    <a:pt x="76040" y="178752"/>
                    <a:pt x="76040" y="171729"/>
                  </a:cubicBezTo>
                  <a:lnTo>
                    <a:pt x="76040" y="150662"/>
                  </a:lnTo>
                  <a:cubicBezTo>
                    <a:pt x="76040" y="135340"/>
                    <a:pt x="88181" y="123211"/>
                    <a:pt x="103517" y="123211"/>
                  </a:cubicBezTo>
                  <a:lnTo>
                    <a:pt x="182752" y="123211"/>
                  </a:lnTo>
                  <a:cubicBezTo>
                    <a:pt x="186586" y="123211"/>
                    <a:pt x="189142" y="125764"/>
                    <a:pt x="189142" y="129595"/>
                  </a:cubicBezTo>
                  <a:lnTo>
                    <a:pt x="189781" y="192796"/>
                  </a:lnTo>
                  <a:close/>
                  <a:moveTo>
                    <a:pt x="245373" y="210033"/>
                  </a:moveTo>
                  <a:lnTo>
                    <a:pt x="236428" y="222801"/>
                  </a:lnTo>
                  <a:cubicBezTo>
                    <a:pt x="235150" y="224716"/>
                    <a:pt x="233233" y="225355"/>
                    <a:pt x="231315" y="225355"/>
                  </a:cubicBezTo>
                  <a:cubicBezTo>
                    <a:pt x="230038" y="225355"/>
                    <a:pt x="228760" y="224716"/>
                    <a:pt x="227482" y="224078"/>
                  </a:cubicBezTo>
                  <a:cubicBezTo>
                    <a:pt x="224287" y="222163"/>
                    <a:pt x="223648" y="218332"/>
                    <a:pt x="226204" y="215140"/>
                  </a:cubicBezTo>
                  <a:cubicBezTo>
                    <a:pt x="226204" y="215140"/>
                    <a:pt x="226204" y="215140"/>
                    <a:pt x="226204" y="215140"/>
                  </a:cubicBezTo>
                  <a:lnTo>
                    <a:pt x="235150" y="202372"/>
                  </a:lnTo>
                  <a:cubicBezTo>
                    <a:pt x="237067" y="199180"/>
                    <a:pt x="240900" y="197903"/>
                    <a:pt x="244095" y="199819"/>
                  </a:cubicBezTo>
                  <a:cubicBezTo>
                    <a:pt x="247290" y="201734"/>
                    <a:pt x="248568" y="205564"/>
                    <a:pt x="246651" y="208756"/>
                  </a:cubicBezTo>
                  <a:cubicBezTo>
                    <a:pt x="246013" y="209395"/>
                    <a:pt x="246013" y="209395"/>
                    <a:pt x="245373" y="210033"/>
                  </a:cubicBezTo>
                  <a:lnTo>
                    <a:pt x="245373" y="210033"/>
                  </a:lnTo>
                  <a:close/>
                  <a:moveTo>
                    <a:pt x="268377" y="266212"/>
                  </a:moveTo>
                  <a:cubicBezTo>
                    <a:pt x="268377" y="270042"/>
                    <a:pt x="265821" y="272596"/>
                    <a:pt x="261987" y="272596"/>
                  </a:cubicBezTo>
                  <a:cubicBezTo>
                    <a:pt x="258153" y="272596"/>
                    <a:pt x="255597" y="270042"/>
                    <a:pt x="255597" y="266212"/>
                  </a:cubicBezTo>
                  <a:lnTo>
                    <a:pt x="255597" y="184497"/>
                  </a:lnTo>
                  <a:cubicBezTo>
                    <a:pt x="255597" y="180667"/>
                    <a:pt x="258153" y="178113"/>
                    <a:pt x="261987" y="178113"/>
                  </a:cubicBezTo>
                  <a:cubicBezTo>
                    <a:pt x="265821" y="178113"/>
                    <a:pt x="268377" y="180667"/>
                    <a:pt x="268377" y="184497"/>
                  </a:cubicBezTo>
                  <a:lnTo>
                    <a:pt x="268377" y="266212"/>
                  </a:lnTo>
                  <a:close/>
                  <a:moveTo>
                    <a:pt x="292659" y="167260"/>
                  </a:moveTo>
                  <a:lnTo>
                    <a:pt x="235150" y="167260"/>
                  </a:lnTo>
                  <a:lnTo>
                    <a:pt x="235150" y="176836"/>
                  </a:lnTo>
                  <a:cubicBezTo>
                    <a:pt x="235150" y="181305"/>
                    <a:pt x="231955" y="185774"/>
                    <a:pt x="228120" y="187689"/>
                  </a:cubicBezTo>
                  <a:lnTo>
                    <a:pt x="210868" y="195988"/>
                  </a:lnTo>
                  <a:cubicBezTo>
                    <a:pt x="210229" y="196627"/>
                    <a:pt x="208951" y="196627"/>
                    <a:pt x="208312" y="196627"/>
                  </a:cubicBezTo>
                  <a:cubicBezTo>
                    <a:pt x="207034" y="196627"/>
                    <a:pt x="205756" y="195988"/>
                    <a:pt x="205117" y="195350"/>
                  </a:cubicBezTo>
                  <a:cubicBezTo>
                    <a:pt x="203200" y="194073"/>
                    <a:pt x="201922" y="192158"/>
                    <a:pt x="201922" y="190243"/>
                  </a:cubicBezTo>
                  <a:lnTo>
                    <a:pt x="201922" y="130872"/>
                  </a:lnTo>
                  <a:cubicBezTo>
                    <a:pt x="201922" y="128956"/>
                    <a:pt x="203200" y="126403"/>
                    <a:pt x="205117" y="125126"/>
                  </a:cubicBezTo>
                  <a:cubicBezTo>
                    <a:pt x="207034" y="123849"/>
                    <a:pt x="209590" y="123849"/>
                    <a:pt x="211507" y="125126"/>
                  </a:cubicBezTo>
                  <a:lnTo>
                    <a:pt x="229399" y="134064"/>
                  </a:lnTo>
                  <a:cubicBezTo>
                    <a:pt x="233872" y="135979"/>
                    <a:pt x="236428" y="139809"/>
                    <a:pt x="236428" y="144916"/>
                  </a:cubicBezTo>
                  <a:lnTo>
                    <a:pt x="236428" y="154492"/>
                  </a:lnTo>
                  <a:lnTo>
                    <a:pt x="293937" y="154492"/>
                  </a:lnTo>
                  <a:cubicBezTo>
                    <a:pt x="297771" y="154492"/>
                    <a:pt x="300327" y="157046"/>
                    <a:pt x="300327" y="160876"/>
                  </a:cubicBezTo>
                  <a:cubicBezTo>
                    <a:pt x="300327" y="164707"/>
                    <a:pt x="295854" y="167260"/>
                    <a:pt x="292659" y="167260"/>
                  </a:cubicBezTo>
                  <a:lnTo>
                    <a:pt x="292659" y="167260"/>
                  </a:lnTo>
                  <a:close/>
                </a:path>
              </a:pathLst>
            </a:custGeom>
            <a:solidFill>
              <a:srgbClr val="00A3E0"/>
            </a:solidFill>
            <a:ln w="6390" cap="flat">
              <a:noFill/>
              <a:prstDash val="solid"/>
              <a:miter/>
            </a:ln>
          </p:spPr>
          <p:txBody>
            <a:bodyPr rtlCol="0" anchor="ctr"/>
            <a:lstStyle/>
            <a:p>
              <a:endParaRPr lang="en-US"/>
            </a:p>
          </p:txBody>
        </p:sp>
      </p:grpSp>
      <p:grpSp>
        <p:nvGrpSpPr>
          <p:cNvPr id="1000" name="Graphic 4">
            <a:extLst>
              <a:ext uri="{FF2B5EF4-FFF2-40B4-BE49-F238E27FC236}">
                <a16:creationId xmlns:a16="http://schemas.microsoft.com/office/drawing/2014/main" id="{341C98D8-8C22-0445-8C7F-C3D9F34AAC80}"/>
              </a:ext>
            </a:extLst>
          </p:cNvPr>
          <p:cNvGrpSpPr>
            <a:grpSpLocks noChangeAspect="1"/>
          </p:cNvGrpSpPr>
          <p:nvPr/>
        </p:nvGrpSpPr>
        <p:grpSpPr>
          <a:xfrm>
            <a:off x="905454" y="918179"/>
            <a:ext cx="362309" cy="361971"/>
            <a:chOff x="905454" y="918179"/>
            <a:chExt cx="362309" cy="361971"/>
          </a:xfrm>
          <a:solidFill>
            <a:srgbClr val="0076A8"/>
          </a:solidFill>
        </p:grpSpPr>
        <p:sp>
          <p:nvSpPr>
            <p:cNvPr id="1001" name="Graphic 4">
              <a:extLst>
                <a:ext uri="{FF2B5EF4-FFF2-40B4-BE49-F238E27FC236}">
                  <a16:creationId xmlns:a16="http://schemas.microsoft.com/office/drawing/2014/main" id="{C2D008F5-5DC0-EC43-865B-4B998AB00C1A}"/>
                </a:ext>
              </a:extLst>
            </p:cNvPr>
            <p:cNvSpPr/>
            <p:nvPr/>
          </p:nvSpPr>
          <p:spPr>
            <a:xfrm>
              <a:off x="905454" y="918179"/>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289464 w 362309"/>
                <a:gd name="connsiteY6" fmla="*/ 265574 h 361971"/>
                <a:gd name="connsiteX7" fmla="*/ 283074 w 362309"/>
                <a:gd name="connsiteY7" fmla="*/ 271958 h 361971"/>
                <a:gd name="connsiteX8" fmla="*/ 79235 w 362309"/>
                <a:gd name="connsiteY8" fmla="*/ 271958 h 361971"/>
                <a:gd name="connsiteX9" fmla="*/ 72845 w 362309"/>
                <a:gd name="connsiteY9" fmla="*/ 265574 h 361971"/>
                <a:gd name="connsiteX10" fmla="*/ 72845 w 362309"/>
                <a:gd name="connsiteY10" fmla="*/ 189604 h 361971"/>
                <a:gd name="connsiteX11" fmla="*/ 76679 w 362309"/>
                <a:gd name="connsiteY11" fmla="*/ 183859 h 361971"/>
                <a:gd name="connsiteX12" fmla="*/ 88181 w 362309"/>
                <a:gd name="connsiteY12" fmla="*/ 178752 h 361971"/>
                <a:gd name="connsiteX13" fmla="*/ 96488 w 362309"/>
                <a:gd name="connsiteY13" fmla="*/ 95121 h 361971"/>
                <a:gd name="connsiteX14" fmla="*/ 102878 w 362309"/>
                <a:gd name="connsiteY14" fmla="*/ 89376 h 361971"/>
                <a:gd name="connsiteX15" fmla="*/ 130994 w 362309"/>
                <a:gd name="connsiteY15" fmla="*/ 89376 h 361971"/>
                <a:gd name="connsiteX16" fmla="*/ 137384 w 362309"/>
                <a:gd name="connsiteY16" fmla="*/ 95121 h 361971"/>
                <a:gd name="connsiteX17" fmla="*/ 146330 w 362309"/>
                <a:gd name="connsiteY17" fmla="*/ 176836 h 361971"/>
                <a:gd name="connsiteX18" fmla="*/ 151441 w 362309"/>
                <a:gd name="connsiteY18" fmla="*/ 123849 h 361971"/>
                <a:gd name="connsiteX19" fmla="*/ 157831 w 362309"/>
                <a:gd name="connsiteY19" fmla="*/ 118104 h 361971"/>
                <a:gd name="connsiteX20" fmla="*/ 181474 w 362309"/>
                <a:gd name="connsiteY20" fmla="*/ 118104 h 361971"/>
                <a:gd name="connsiteX21" fmla="*/ 187864 w 362309"/>
                <a:gd name="connsiteY21" fmla="*/ 123849 h 361971"/>
                <a:gd name="connsiteX22" fmla="*/ 193615 w 362309"/>
                <a:gd name="connsiteY22" fmla="*/ 183859 h 361971"/>
                <a:gd name="connsiteX23" fmla="*/ 196810 w 362309"/>
                <a:gd name="connsiteY23" fmla="*/ 183859 h 361971"/>
                <a:gd name="connsiteX24" fmla="*/ 196810 w 362309"/>
                <a:gd name="connsiteY24" fmla="*/ 172368 h 361971"/>
                <a:gd name="connsiteX25" fmla="*/ 203200 w 362309"/>
                <a:gd name="connsiteY25" fmla="*/ 165984 h 361971"/>
                <a:gd name="connsiteX26" fmla="*/ 232594 w 362309"/>
                <a:gd name="connsiteY26" fmla="*/ 165984 h 361971"/>
                <a:gd name="connsiteX27" fmla="*/ 232594 w 362309"/>
                <a:gd name="connsiteY27" fmla="*/ 153216 h 361971"/>
                <a:gd name="connsiteX28" fmla="*/ 228760 w 362309"/>
                <a:gd name="connsiteY28" fmla="*/ 153216 h 361971"/>
                <a:gd name="connsiteX29" fmla="*/ 222370 w 362309"/>
                <a:gd name="connsiteY29" fmla="*/ 146832 h 361971"/>
                <a:gd name="connsiteX30" fmla="*/ 228760 w 362309"/>
                <a:gd name="connsiteY30" fmla="*/ 140448 h 361971"/>
                <a:gd name="connsiteX31" fmla="*/ 278601 w 362309"/>
                <a:gd name="connsiteY31" fmla="*/ 140448 h 361971"/>
                <a:gd name="connsiteX32" fmla="*/ 284991 w 362309"/>
                <a:gd name="connsiteY32" fmla="*/ 146832 h 361971"/>
                <a:gd name="connsiteX33" fmla="*/ 278601 w 362309"/>
                <a:gd name="connsiteY33" fmla="*/ 153216 h 361971"/>
                <a:gd name="connsiteX34" fmla="*/ 272211 w 362309"/>
                <a:gd name="connsiteY34" fmla="*/ 153216 h 361971"/>
                <a:gd name="connsiteX35" fmla="*/ 272211 w 362309"/>
                <a:gd name="connsiteY35" fmla="*/ 172368 h 361971"/>
                <a:gd name="connsiteX36" fmla="*/ 283713 w 362309"/>
                <a:gd name="connsiteY36" fmla="*/ 172368 h 361971"/>
                <a:gd name="connsiteX37" fmla="*/ 290103 w 362309"/>
                <a:gd name="connsiteY37" fmla="*/ 178752 h 361971"/>
                <a:gd name="connsiteX38" fmla="*/ 290103 w 362309"/>
                <a:gd name="connsiteY38" fmla="*/ 26557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1157" y="0"/>
                    <a:pt x="180835" y="0"/>
                  </a:cubicBezTo>
                  <a:cubicBezTo>
                    <a:pt x="180835" y="0"/>
                    <a:pt x="180835" y="0"/>
                    <a:pt x="180835" y="0"/>
                  </a:cubicBezTo>
                  <a:close/>
                  <a:moveTo>
                    <a:pt x="289464" y="265574"/>
                  </a:moveTo>
                  <a:cubicBezTo>
                    <a:pt x="289464" y="269404"/>
                    <a:pt x="286908" y="271958"/>
                    <a:pt x="283074" y="271958"/>
                  </a:cubicBezTo>
                  <a:lnTo>
                    <a:pt x="79235" y="271958"/>
                  </a:lnTo>
                  <a:cubicBezTo>
                    <a:pt x="75401" y="271958"/>
                    <a:pt x="72845" y="269404"/>
                    <a:pt x="72845" y="265574"/>
                  </a:cubicBezTo>
                  <a:lnTo>
                    <a:pt x="72845" y="189604"/>
                  </a:lnTo>
                  <a:cubicBezTo>
                    <a:pt x="72845" y="187051"/>
                    <a:pt x="74123" y="184497"/>
                    <a:pt x="76679" y="183859"/>
                  </a:cubicBezTo>
                  <a:lnTo>
                    <a:pt x="88181" y="178752"/>
                  </a:lnTo>
                  <a:lnTo>
                    <a:pt x="96488" y="95121"/>
                  </a:lnTo>
                  <a:cubicBezTo>
                    <a:pt x="97127" y="91929"/>
                    <a:pt x="99683" y="89376"/>
                    <a:pt x="102878" y="89376"/>
                  </a:cubicBezTo>
                  <a:lnTo>
                    <a:pt x="130994" y="89376"/>
                  </a:lnTo>
                  <a:cubicBezTo>
                    <a:pt x="134189" y="89376"/>
                    <a:pt x="136745" y="91929"/>
                    <a:pt x="137384" y="95121"/>
                  </a:cubicBezTo>
                  <a:lnTo>
                    <a:pt x="146330" y="176836"/>
                  </a:lnTo>
                  <a:lnTo>
                    <a:pt x="151441" y="123849"/>
                  </a:lnTo>
                  <a:cubicBezTo>
                    <a:pt x="151441" y="120657"/>
                    <a:pt x="154636" y="118104"/>
                    <a:pt x="157831" y="118104"/>
                  </a:cubicBezTo>
                  <a:lnTo>
                    <a:pt x="181474" y="118104"/>
                  </a:lnTo>
                  <a:cubicBezTo>
                    <a:pt x="184669" y="118104"/>
                    <a:pt x="187225" y="120657"/>
                    <a:pt x="187864" y="123849"/>
                  </a:cubicBezTo>
                  <a:lnTo>
                    <a:pt x="193615" y="183859"/>
                  </a:lnTo>
                  <a:lnTo>
                    <a:pt x="196810" y="183859"/>
                  </a:lnTo>
                  <a:lnTo>
                    <a:pt x="196810" y="172368"/>
                  </a:lnTo>
                  <a:cubicBezTo>
                    <a:pt x="196810" y="168537"/>
                    <a:pt x="199366" y="165984"/>
                    <a:pt x="203200" y="165984"/>
                  </a:cubicBezTo>
                  <a:lnTo>
                    <a:pt x="232594" y="165984"/>
                  </a:lnTo>
                  <a:lnTo>
                    <a:pt x="232594" y="153216"/>
                  </a:lnTo>
                  <a:lnTo>
                    <a:pt x="228760" y="153216"/>
                  </a:lnTo>
                  <a:cubicBezTo>
                    <a:pt x="224926" y="153216"/>
                    <a:pt x="222370" y="150662"/>
                    <a:pt x="222370" y="146832"/>
                  </a:cubicBezTo>
                  <a:cubicBezTo>
                    <a:pt x="222370" y="143001"/>
                    <a:pt x="224926" y="140448"/>
                    <a:pt x="228760" y="140448"/>
                  </a:cubicBezTo>
                  <a:lnTo>
                    <a:pt x="278601" y="140448"/>
                  </a:lnTo>
                  <a:cubicBezTo>
                    <a:pt x="282435" y="140448"/>
                    <a:pt x="284991" y="143001"/>
                    <a:pt x="284991" y="146832"/>
                  </a:cubicBezTo>
                  <a:cubicBezTo>
                    <a:pt x="284991" y="150662"/>
                    <a:pt x="282435" y="153216"/>
                    <a:pt x="278601" y="153216"/>
                  </a:cubicBezTo>
                  <a:lnTo>
                    <a:pt x="272211" y="153216"/>
                  </a:lnTo>
                  <a:lnTo>
                    <a:pt x="272211" y="172368"/>
                  </a:lnTo>
                  <a:lnTo>
                    <a:pt x="283713" y="172368"/>
                  </a:lnTo>
                  <a:cubicBezTo>
                    <a:pt x="287547" y="172368"/>
                    <a:pt x="290103" y="174921"/>
                    <a:pt x="290103" y="178752"/>
                  </a:cubicBezTo>
                  <a:lnTo>
                    <a:pt x="290103" y="265574"/>
                  </a:lnTo>
                  <a:close/>
                </a:path>
              </a:pathLst>
            </a:custGeom>
            <a:solidFill>
              <a:srgbClr val="0076A8"/>
            </a:solidFill>
            <a:ln w="6390" cap="flat">
              <a:noFill/>
              <a:prstDash val="solid"/>
              <a:miter/>
            </a:ln>
          </p:spPr>
          <p:txBody>
            <a:bodyPr rtlCol="0" anchor="ctr"/>
            <a:lstStyle/>
            <a:p>
              <a:endParaRPr lang="en-US"/>
            </a:p>
          </p:txBody>
        </p:sp>
        <p:sp>
          <p:nvSpPr>
            <p:cNvPr id="1002" name="Graphic 4">
              <a:extLst>
                <a:ext uri="{FF2B5EF4-FFF2-40B4-BE49-F238E27FC236}">
                  <a16:creationId xmlns:a16="http://schemas.microsoft.com/office/drawing/2014/main" id="{2D103AD5-162A-A644-90A3-503F43C0B33A}"/>
                </a:ext>
              </a:extLst>
            </p:cNvPr>
            <p:cNvSpPr/>
            <p:nvPr/>
          </p:nvSpPr>
          <p:spPr>
            <a:xfrm>
              <a:off x="991079" y="1020961"/>
              <a:ext cx="191059" cy="156407"/>
            </a:xfrm>
            <a:custGeom>
              <a:avLst/>
              <a:gdLst>
                <a:gd name="connsiteX0" fmla="*/ 173806 w 191059"/>
                <a:gd name="connsiteY0" fmla="*/ 75969 h 156407"/>
                <a:gd name="connsiteX1" fmla="*/ 173806 w 191059"/>
                <a:gd name="connsiteY1" fmla="*/ 50433 h 156407"/>
                <a:gd name="connsiteX2" fmla="*/ 159748 w 191059"/>
                <a:gd name="connsiteY2" fmla="*/ 50433 h 156407"/>
                <a:gd name="connsiteX3" fmla="*/ 159748 w 191059"/>
                <a:gd name="connsiteY3" fmla="*/ 69585 h 156407"/>
                <a:gd name="connsiteX4" fmla="*/ 153358 w 191059"/>
                <a:gd name="connsiteY4" fmla="*/ 75969 h 156407"/>
                <a:gd name="connsiteX5" fmla="*/ 123965 w 191059"/>
                <a:gd name="connsiteY5" fmla="*/ 75969 h 156407"/>
                <a:gd name="connsiteX6" fmla="*/ 123965 w 191059"/>
                <a:gd name="connsiteY6" fmla="*/ 87461 h 156407"/>
                <a:gd name="connsiteX7" fmla="*/ 117575 w 191059"/>
                <a:gd name="connsiteY7" fmla="*/ 93845 h 156407"/>
                <a:gd name="connsiteX8" fmla="*/ 101600 w 191059"/>
                <a:gd name="connsiteY8" fmla="*/ 93845 h 156407"/>
                <a:gd name="connsiteX9" fmla="*/ 95210 w 191059"/>
                <a:gd name="connsiteY9" fmla="*/ 88099 h 156407"/>
                <a:gd name="connsiteX10" fmla="*/ 89459 w 191059"/>
                <a:gd name="connsiteY10" fmla="*/ 28089 h 156407"/>
                <a:gd name="connsiteX11" fmla="*/ 77318 w 191059"/>
                <a:gd name="connsiteY11" fmla="*/ 28089 h 156407"/>
                <a:gd name="connsiteX12" fmla="*/ 72206 w 191059"/>
                <a:gd name="connsiteY12" fmla="*/ 87461 h 156407"/>
                <a:gd name="connsiteX13" fmla="*/ 65816 w 191059"/>
                <a:gd name="connsiteY13" fmla="*/ 93206 h 156407"/>
                <a:gd name="connsiteX14" fmla="*/ 55592 w 191059"/>
                <a:gd name="connsiteY14" fmla="*/ 93206 h 156407"/>
                <a:gd name="connsiteX15" fmla="*/ 49202 w 191059"/>
                <a:gd name="connsiteY15" fmla="*/ 87461 h 156407"/>
                <a:gd name="connsiteX16" fmla="*/ 39618 w 191059"/>
                <a:gd name="connsiteY16" fmla="*/ 0 h 156407"/>
                <a:gd name="connsiteX17" fmla="*/ 23004 w 191059"/>
                <a:gd name="connsiteY17" fmla="*/ 0 h 156407"/>
                <a:gd name="connsiteX18" fmla="*/ 15336 w 191059"/>
                <a:gd name="connsiteY18" fmla="*/ 81077 h 156407"/>
                <a:gd name="connsiteX19" fmla="*/ 11502 w 191059"/>
                <a:gd name="connsiteY19" fmla="*/ 86184 h 156407"/>
                <a:gd name="connsiteX20" fmla="*/ 0 w 191059"/>
                <a:gd name="connsiteY20" fmla="*/ 91291 h 156407"/>
                <a:gd name="connsiteX21" fmla="*/ 0 w 191059"/>
                <a:gd name="connsiteY21" fmla="*/ 156408 h 156407"/>
                <a:gd name="connsiteX22" fmla="*/ 191059 w 191059"/>
                <a:gd name="connsiteY22" fmla="*/ 156408 h 156407"/>
                <a:gd name="connsiteX23" fmla="*/ 191059 w 191059"/>
                <a:gd name="connsiteY23" fmla="*/ 82353 h 156407"/>
                <a:gd name="connsiteX24" fmla="*/ 180196 w 191059"/>
                <a:gd name="connsiteY24" fmla="*/ 82353 h 156407"/>
                <a:gd name="connsiteX25" fmla="*/ 173806 w 191059"/>
                <a:gd name="connsiteY25" fmla="*/ 75969 h 156407"/>
                <a:gd name="connsiteX26" fmla="*/ 173806 w 191059"/>
                <a:gd name="connsiteY26" fmla="*/ 75969 h 156407"/>
                <a:gd name="connsiteX27" fmla="*/ 46646 w 191059"/>
                <a:gd name="connsiteY27" fmla="*/ 135979 h 156407"/>
                <a:gd name="connsiteX28" fmla="*/ 20448 w 191059"/>
                <a:gd name="connsiteY28" fmla="*/ 135979 h 156407"/>
                <a:gd name="connsiteX29" fmla="*/ 14058 w 191059"/>
                <a:gd name="connsiteY29" fmla="*/ 129595 h 156407"/>
                <a:gd name="connsiteX30" fmla="*/ 20448 w 191059"/>
                <a:gd name="connsiteY30" fmla="*/ 123211 h 156407"/>
                <a:gd name="connsiteX31" fmla="*/ 46646 w 191059"/>
                <a:gd name="connsiteY31" fmla="*/ 123211 h 156407"/>
                <a:gd name="connsiteX32" fmla="*/ 53036 w 191059"/>
                <a:gd name="connsiteY32" fmla="*/ 129595 h 156407"/>
                <a:gd name="connsiteX33" fmla="*/ 46646 w 191059"/>
                <a:gd name="connsiteY33" fmla="*/ 135979 h 156407"/>
                <a:gd name="connsiteX34" fmla="*/ 120770 w 191059"/>
                <a:gd name="connsiteY34" fmla="*/ 135979 h 156407"/>
                <a:gd name="connsiteX35" fmla="*/ 78596 w 191059"/>
                <a:gd name="connsiteY35" fmla="*/ 135979 h 156407"/>
                <a:gd name="connsiteX36" fmla="*/ 72206 w 191059"/>
                <a:gd name="connsiteY36" fmla="*/ 129595 h 156407"/>
                <a:gd name="connsiteX37" fmla="*/ 78596 w 191059"/>
                <a:gd name="connsiteY37" fmla="*/ 123211 h 156407"/>
                <a:gd name="connsiteX38" fmla="*/ 120770 w 191059"/>
                <a:gd name="connsiteY38" fmla="*/ 123211 h 156407"/>
                <a:gd name="connsiteX39" fmla="*/ 127160 w 191059"/>
                <a:gd name="connsiteY39" fmla="*/ 129595 h 156407"/>
                <a:gd name="connsiteX40" fmla="*/ 120770 w 191059"/>
                <a:gd name="connsiteY40" fmla="*/ 135979 h 156407"/>
                <a:gd name="connsiteX41" fmla="*/ 120770 w 191059"/>
                <a:gd name="connsiteY41" fmla="*/ 135979 h 156407"/>
                <a:gd name="connsiteX42" fmla="*/ 174445 w 191059"/>
                <a:gd name="connsiteY42" fmla="*/ 135979 h 156407"/>
                <a:gd name="connsiteX43" fmla="*/ 156553 w 191059"/>
                <a:gd name="connsiteY43" fmla="*/ 135979 h 156407"/>
                <a:gd name="connsiteX44" fmla="*/ 150164 w 191059"/>
                <a:gd name="connsiteY44" fmla="*/ 129595 h 156407"/>
                <a:gd name="connsiteX45" fmla="*/ 156553 w 191059"/>
                <a:gd name="connsiteY45" fmla="*/ 123211 h 156407"/>
                <a:gd name="connsiteX46" fmla="*/ 174445 w 191059"/>
                <a:gd name="connsiteY46" fmla="*/ 123211 h 156407"/>
                <a:gd name="connsiteX47" fmla="*/ 180835 w 191059"/>
                <a:gd name="connsiteY47" fmla="*/ 129595 h 156407"/>
                <a:gd name="connsiteX48" fmla="*/ 174445 w 191059"/>
                <a:gd name="connsiteY48" fmla="*/ 135979 h 156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91059" h="156407">
                  <a:moveTo>
                    <a:pt x="173806" y="75969"/>
                  </a:moveTo>
                  <a:lnTo>
                    <a:pt x="173806" y="50433"/>
                  </a:lnTo>
                  <a:lnTo>
                    <a:pt x="159748" y="50433"/>
                  </a:lnTo>
                  <a:lnTo>
                    <a:pt x="159748" y="69585"/>
                  </a:lnTo>
                  <a:cubicBezTo>
                    <a:pt x="159748" y="73416"/>
                    <a:pt x="157192" y="75969"/>
                    <a:pt x="153358" y="75969"/>
                  </a:cubicBezTo>
                  <a:lnTo>
                    <a:pt x="123965" y="75969"/>
                  </a:lnTo>
                  <a:lnTo>
                    <a:pt x="123965" y="87461"/>
                  </a:lnTo>
                  <a:cubicBezTo>
                    <a:pt x="123965" y="91291"/>
                    <a:pt x="121409" y="93845"/>
                    <a:pt x="117575" y="93845"/>
                  </a:cubicBezTo>
                  <a:lnTo>
                    <a:pt x="101600" y="93845"/>
                  </a:lnTo>
                  <a:cubicBezTo>
                    <a:pt x="98405" y="93845"/>
                    <a:pt x="95849" y="91291"/>
                    <a:pt x="95210" y="88099"/>
                  </a:cubicBezTo>
                  <a:lnTo>
                    <a:pt x="89459" y="28089"/>
                  </a:lnTo>
                  <a:lnTo>
                    <a:pt x="77318" y="28089"/>
                  </a:lnTo>
                  <a:lnTo>
                    <a:pt x="72206" y="87461"/>
                  </a:lnTo>
                  <a:cubicBezTo>
                    <a:pt x="72206" y="90653"/>
                    <a:pt x="69011" y="93206"/>
                    <a:pt x="65816" y="93206"/>
                  </a:cubicBezTo>
                  <a:lnTo>
                    <a:pt x="55592" y="93206"/>
                  </a:lnTo>
                  <a:cubicBezTo>
                    <a:pt x="52397" y="93206"/>
                    <a:pt x="49841" y="90653"/>
                    <a:pt x="49202" y="87461"/>
                  </a:cubicBezTo>
                  <a:lnTo>
                    <a:pt x="39618" y="0"/>
                  </a:lnTo>
                  <a:lnTo>
                    <a:pt x="23004" y="0"/>
                  </a:lnTo>
                  <a:lnTo>
                    <a:pt x="15336" y="81077"/>
                  </a:lnTo>
                  <a:cubicBezTo>
                    <a:pt x="15336" y="83630"/>
                    <a:pt x="13419" y="85545"/>
                    <a:pt x="11502" y="86184"/>
                  </a:cubicBezTo>
                  <a:lnTo>
                    <a:pt x="0" y="91291"/>
                  </a:lnTo>
                  <a:lnTo>
                    <a:pt x="0" y="156408"/>
                  </a:lnTo>
                  <a:lnTo>
                    <a:pt x="191059" y="156408"/>
                  </a:lnTo>
                  <a:lnTo>
                    <a:pt x="191059" y="82353"/>
                  </a:lnTo>
                  <a:lnTo>
                    <a:pt x="180196" y="82353"/>
                  </a:lnTo>
                  <a:cubicBezTo>
                    <a:pt x="176362" y="82353"/>
                    <a:pt x="173806" y="79800"/>
                    <a:pt x="173806" y="75969"/>
                  </a:cubicBezTo>
                  <a:cubicBezTo>
                    <a:pt x="173806" y="75969"/>
                    <a:pt x="173806" y="75969"/>
                    <a:pt x="173806" y="75969"/>
                  </a:cubicBezTo>
                  <a:close/>
                  <a:moveTo>
                    <a:pt x="46646" y="135979"/>
                  </a:moveTo>
                  <a:lnTo>
                    <a:pt x="20448" y="135979"/>
                  </a:lnTo>
                  <a:cubicBezTo>
                    <a:pt x="16614" y="135979"/>
                    <a:pt x="14058" y="133425"/>
                    <a:pt x="14058" y="129595"/>
                  </a:cubicBezTo>
                  <a:cubicBezTo>
                    <a:pt x="14058" y="125764"/>
                    <a:pt x="16614" y="123211"/>
                    <a:pt x="20448" y="123211"/>
                  </a:cubicBezTo>
                  <a:lnTo>
                    <a:pt x="46646" y="123211"/>
                  </a:lnTo>
                  <a:cubicBezTo>
                    <a:pt x="50480" y="123211"/>
                    <a:pt x="53036" y="125764"/>
                    <a:pt x="53036" y="129595"/>
                  </a:cubicBezTo>
                  <a:cubicBezTo>
                    <a:pt x="53036" y="133425"/>
                    <a:pt x="50480" y="135979"/>
                    <a:pt x="46646" y="135979"/>
                  </a:cubicBezTo>
                  <a:close/>
                  <a:moveTo>
                    <a:pt x="120770" y="135979"/>
                  </a:moveTo>
                  <a:lnTo>
                    <a:pt x="78596" y="135979"/>
                  </a:lnTo>
                  <a:cubicBezTo>
                    <a:pt x="74762" y="135979"/>
                    <a:pt x="72206" y="133425"/>
                    <a:pt x="72206" y="129595"/>
                  </a:cubicBezTo>
                  <a:cubicBezTo>
                    <a:pt x="72206" y="125764"/>
                    <a:pt x="74762" y="123211"/>
                    <a:pt x="78596" y="123211"/>
                  </a:cubicBezTo>
                  <a:lnTo>
                    <a:pt x="120770" y="123211"/>
                  </a:lnTo>
                  <a:cubicBezTo>
                    <a:pt x="124604" y="123211"/>
                    <a:pt x="127160" y="125764"/>
                    <a:pt x="127160" y="129595"/>
                  </a:cubicBezTo>
                  <a:cubicBezTo>
                    <a:pt x="127160" y="133425"/>
                    <a:pt x="124604" y="135979"/>
                    <a:pt x="120770" y="135979"/>
                  </a:cubicBezTo>
                  <a:lnTo>
                    <a:pt x="120770" y="135979"/>
                  </a:lnTo>
                  <a:close/>
                  <a:moveTo>
                    <a:pt x="174445" y="135979"/>
                  </a:moveTo>
                  <a:lnTo>
                    <a:pt x="156553" y="135979"/>
                  </a:lnTo>
                  <a:cubicBezTo>
                    <a:pt x="152719" y="135979"/>
                    <a:pt x="150164" y="133425"/>
                    <a:pt x="150164" y="129595"/>
                  </a:cubicBezTo>
                  <a:cubicBezTo>
                    <a:pt x="150164" y="125764"/>
                    <a:pt x="152719" y="123211"/>
                    <a:pt x="156553" y="123211"/>
                  </a:cubicBezTo>
                  <a:lnTo>
                    <a:pt x="174445" y="123211"/>
                  </a:lnTo>
                  <a:cubicBezTo>
                    <a:pt x="178279" y="123211"/>
                    <a:pt x="180835" y="125764"/>
                    <a:pt x="180835" y="129595"/>
                  </a:cubicBezTo>
                  <a:cubicBezTo>
                    <a:pt x="180835" y="133425"/>
                    <a:pt x="178279" y="135979"/>
                    <a:pt x="174445" y="135979"/>
                  </a:cubicBezTo>
                  <a:close/>
                </a:path>
              </a:pathLst>
            </a:custGeom>
            <a:solidFill>
              <a:srgbClr val="0076A8"/>
            </a:solidFill>
            <a:ln w="6390" cap="flat">
              <a:noFill/>
              <a:prstDash val="solid"/>
              <a:miter/>
            </a:ln>
          </p:spPr>
          <p:txBody>
            <a:bodyPr rtlCol="0" anchor="ctr"/>
            <a:lstStyle/>
            <a:p>
              <a:endParaRPr lang="en-US"/>
            </a:p>
          </p:txBody>
        </p:sp>
      </p:grpSp>
      <p:grpSp>
        <p:nvGrpSpPr>
          <p:cNvPr id="1003" name="Graphic 4">
            <a:extLst>
              <a:ext uri="{FF2B5EF4-FFF2-40B4-BE49-F238E27FC236}">
                <a16:creationId xmlns:a16="http://schemas.microsoft.com/office/drawing/2014/main" id="{BD1B8DD2-B874-E842-958F-5C2DE4247F01}"/>
              </a:ext>
            </a:extLst>
          </p:cNvPr>
          <p:cNvGrpSpPr>
            <a:grpSpLocks noChangeAspect="1"/>
          </p:cNvGrpSpPr>
          <p:nvPr/>
        </p:nvGrpSpPr>
        <p:grpSpPr>
          <a:xfrm>
            <a:off x="1952125" y="918179"/>
            <a:ext cx="362313" cy="361971"/>
            <a:chOff x="1952125" y="918179"/>
            <a:chExt cx="362313" cy="361971"/>
          </a:xfrm>
          <a:solidFill>
            <a:srgbClr val="0076A8"/>
          </a:solidFill>
        </p:grpSpPr>
        <p:sp>
          <p:nvSpPr>
            <p:cNvPr id="1004" name="Graphic 4">
              <a:extLst>
                <a:ext uri="{FF2B5EF4-FFF2-40B4-BE49-F238E27FC236}">
                  <a16:creationId xmlns:a16="http://schemas.microsoft.com/office/drawing/2014/main" id="{8C75A228-CBD2-E94E-B8C8-3EC58473A78A}"/>
                </a:ext>
              </a:extLst>
            </p:cNvPr>
            <p:cNvSpPr/>
            <p:nvPr/>
          </p:nvSpPr>
          <p:spPr>
            <a:xfrm>
              <a:off x="2129766" y="1119274"/>
              <a:ext cx="7667" cy="16598"/>
            </a:xfrm>
            <a:custGeom>
              <a:avLst/>
              <a:gdLst>
                <a:gd name="connsiteX0" fmla="*/ 0 w 7667"/>
                <a:gd name="connsiteY0" fmla="*/ 0 h 16598"/>
                <a:gd name="connsiteX1" fmla="*/ 7668 w 7667"/>
                <a:gd name="connsiteY1" fmla="*/ 0 h 16598"/>
                <a:gd name="connsiteX2" fmla="*/ 7668 w 7667"/>
                <a:gd name="connsiteY2" fmla="*/ 16598 h 16598"/>
                <a:gd name="connsiteX3" fmla="*/ 0 w 7667"/>
                <a:gd name="connsiteY3" fmla="*/ 16598 h 16598"/>
              </a:gdLst>
              <a:ahLst/>
              <a:cxnLst>
                <a:cxn ang="0">
                  <a:pos x="connsiteX0" y="connsiteY0"/>
                </a:cxn>
                <a:cxn ang="0">
                  <a:pos x="connsiteX1" y="connsiteY1"/>
                </a:cxn>
                <a:cxn ang="0">
                  <a:pos x="connsiteX2" y="connsiteY2"/>
                </a:cxn>
                <a:cxn ang="0">
                  <a:pos x="connsiteX3" y="connsiteY3"/>
                </a:cxn>
              </a:cxnLst>
              <a:rect l="l" t="t" r="r" b="b"/>
              <a:pathLst>
                <a:path w="7667" h="16598">
                  <a:moveTo>
                    <a:pt x="0" y="0"/>
                  </a:moveTo>
                  <a:lnTo>
                    <a:pt x="7668" y="0"/>
                  </a:lnTo>
                  <a:lnTo>
                    <a:pt x="7668" y="16598"/>
                  </a:lnTo>
                  <a:lnTo>
                    <a:pt x="0" y="16598"/>
                  </a:lnTo>
                  <a:close/>
                </a:path>
              </a:pathLst>
            </a:custGeom>
            <a:solidFill>
              <a:srgbClr val="0076A8"/>
            </a:solidFill>
            <a:ln w="6390" cap="flat">
              <a:noFill/>
              <a:prstDash val="solid"/>
              <a:miter/>
            </a:ln>
          </p:spPr>
          <p:txBody>
            <a:bodyPr rtlCol="0" anchor="ctr"/>
            <a:lstStyle/>
            <a:p>
              <a:endParaRPr lang="en-US"/>
            </a:p>
          </p:txBody>
        </p:sp>
        <p:sp>
          <p:nvSpPr>
            <p:cNvPr id="1005" name="Graphic 4">
              <a:extLst>
                <a:ext uri="{FF2B5EF4-FFF2-40B4-BE49-F238E27FC236}">
                  <a16:creationId xmlns:a16="http://schemas.microsoft.com/office/drawing/2014/main" id="{6BBA58BD-FC6E-0D48-A79E-1E69996A1DD7}"/>
                </a:ext>
              </a:extLst>
            </p:cNvPr>
            <p:cNvSpPr/>
            <p:nvPr/>
          </p:nvSpPr>
          <p:spPr>
            <a:xfrm>
              <a:off x="2129766" y="1056711"/>
              <a:ext cx="7667" cy="16598"/>
            </a:xfrm>
            <a:custGeom>
              <a:avLst/>
              <a:gdLst>
                <a:gd name="connsiteX0" fmla="*/ 0 w 7667"/>
                <a:gd name="connsiteY0" fmla="*/ 0 h 16598"/>
                <a:gd name="connsiteX1" fmla="*/ 7668 w 7667"/>
                <a:gd name="connsiteY1" fmla="*/ 0 h 16598"/>
                <a:gd name="connsiteX2" fmla="*/ 7668 w 7667"/>
                <a:gd name="connsiteY2" fmla="*/ 16598 h 16598"/>
                <a:gd name="connsiteX3" fmla="*/ 0 w 7667"/>
                <a:gd name="connsiteY3" fmla="*/ 16598 h 16598"/>
              </a:gdLst>
              <a:ahLst/>
              <a:cxnLst>
                <a:cxn ang="0">
                  <a:pos x="connsiteX0" y="connsiteY0"/>
                </a:cxn>
                <a:cxn ang="0">
                  <a:pos x="connsiteX1" y="connsiteY1"/>
                </a:cxn>
                <a:cxn ang="0">
                  <a:pos x="connsiteX2" y="connsiteY2"/>
                </a:cxn>
                <a:cxn ang="0">
                  <a:pos x="connsiteX3" y="connsiteY3"/>
                </a:cxn>
              </a:cxnLst>
              <a:rect l="l" t="t" r="r" b="b"/>
              <a:pathLst>
                <a:path w="7667" h="16598">
                  <a:moveTo>
                    <a:pt x="0" y="0"/>
                  </a:moveTo>
                  <a:lnTo>
                    <a:pt x="7668" y="0"/>
                  </a:lnTo>
                  <a:lnTo>
                    <a:pt x="7668" y="16598"/>
                  </a:lnTo>
                  <a:lnTo>
                    <a:pt x="0" y="16598"/>
                  </a:lnTo>
                  <a:close/>
                </a:path>
              </a:pathLst>
            </a:custGeom>
            <a:solidFill>
              <a:srgbClr val="0076A8"/>
            </a:solidFill>
            <a:ln w="6390" cap="flat">
              <a:noFill/>
              <a:prstDash val="solid"/>
              <a:miter/>
            </a:ln>
          </p:spPr>
          <p:txBody>
            <a:bodyPr rtlCol="0" anchor="ctr"/>
            <a:lstStyle/>
            <a:p>
              <a:endParaRPr lang="en-US"/>
            </a:p>
          </p:txBody>
        </p:sp>
        <p:sp>
          <p:nvSpPr>
            <p:cNvPr id="1006" name="Graphic 4">
              <a:extLst>
                <a:ext uri="{FF2B5EF4-FFF2-40B4-BE49-F238E27FC236}">
                  <a16:creationId xmlns:a16="http://schemas.microsoft.com/office/drawing/2014/main" id="{B70631F4-51E6-5F44-9A1B-757F3F912D04}"/>
                </a:ext>
              </a:extLst>
            </p:cNvPr>
            <p:cNvSpPr/>
            <p:nvPr/>
          </p:nvSpPr>
          <p:spPr>
            <a:xfrm>
              <a:off x="1952125" y="918179"/>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63266 w 362313"/>
                <a:gd name="connsiteY6" fmla="*/ 277065 h 361971"/>
                <a:gd name="connsiteX7" fmla="*/ 256876 w 362313"/>
                <a:gd name="connsiteY7" fmla="*/ 283449 h 361971"/>
                <a:gd name="connsiteX8" fmla="*/ 106712 w 362313"/>
                <a:gd name="connsiteY8" fmla="*/ 283449 h 361971"/>
                <a:gd name="connsiteX9" fmla="*/ 100322 w 362313"/>
                <a:gd name="connsiteY9" fmla="*/ 277065 h 361971"/>
                <a:gd name="connsiteX10" fmla="*/ 100322 w 362313"/>
                <a:gd name="connsiteY10" fmla="*/ 241953 h 361971"/>
                <a:gd name="connsiteX11" fmla="*/ 106712 w 362313"/>
                <a:gd name="connsiteY11" fmla="*/ 235569 h 361971"/>
                <a:gd name="connsiteX12" fmla="*/ 123965 w 362313"/>
                <a:gd name="connsiteY12" fmla="*/ 235569 h 361971"/>
                <a:gd name="connsiteX13" fmla="*/ 123965 w 362313"/>
                <a:gd name="connsiteY13" fmla="*/ 157046 h 361971"/>
                <a:gd name="connsiteX14" fmla="*/ 110546 w 362313"/>
                <a:gd name="connsiteY14" fmla="*/ 157046 h 361971"/>
                <a:gd name="connsiteX15" fmla="*/ 104156 w 362313"/>
                <a:gd name="connsiteY15" fmla="*/ 150662 h 361971"/>
                <a:gd name="connsiteX16" fmla="*/ 104156 w 362313"/>
                <a:gd name="connsiteY16" fmla="*/ 84907 h 361971"/>
                <a:gd name="connsiteX17" fmla="*/ 110546 w 362313"/>
                <a:gd name="connsiteY17" fmla="*/ 78523 h 361971"/>
                <a:gd name="connsiteX18" fmla="*/ 130994 w 362313"/>
                <a:gd name="connsiteY18" fmla="*/ 78523 h 361971"/>
                <a:gd name="connsiteX19" fmla="*/ 137384 w 362313"/>
                <a:gd name="connsiteY19" fmla="*/ 84907 h 361971"/>
                <a:gd name="connsiteX20" fmla="*/ 137384 w 362313"/>
                <a:gd name="connsiteY20" fmla="*/ 97037 h 361971"/>
                <a:gd name="connsiteX21" fmla="*/ 145052 w 362313"/>
                <a:gd name="connsiteY21" fmla="*/ 97037 h 361971"/>
                <a:gd name="connsiteX22" fmla="*/ 145052 w 362313"/>
                <a:gd name="connsiteY22" fmla="*/ 84907 h 361971"/>
                <a:gd name="connsiteX23" fmla="*/ 151442 w 362313"/>
                <a:gd name="connsiteY23" fmla="*/ 78523 h 361971"/>
                <a:gd name="connsiteX24" fmla="*/ 171250 w 362313"/>
                <a:gd name="connsiteY24" fmla="*/ 78523 h 361971"/>
                <a:gd name="connsiteX25" fmla="*/ 177640 w 362313"/>
                <a:gd name="connsiteY25" fmla="*/ 84907 h 361971"/>
                <a:gd name="connsiteX26" fmla="*/ 177640 w 362313"/>
                <a:gd name="connsiteY26" fmla="*/ 97037 h 361971"/>
                <a:gd name="connsiteX27" fmla="*/ 185308 w 362313"/>
                <a:gd name="connsiteY27" fmla="*/ 97037 h 361971"/>
                <a:gd name="connsiteX28" fmla="*/ 185308 w 362313"/>
                <a:gd name="connsiteY28" fmla="*/ 84907 h 361971"/>
                <a:gd name="connsiteX29" fmla="*/ 191698 w 362313"/>
                <a:gd name="connsiteY29" fmla="*/ 78523 h 361971"/>
                <a:gd name="connsiteX30" fmla="*/ 211507 w 362313"/>
                <a:gd name="connsiteY30" fmla="*/ 78523 h 361971"/>
                <a:gd name="connsiteX31" fmla="*/ 217897 w 362313"/>
                <a:gd name="connsiteY31" fmla="*/ 84907 h 361971"/>
                <a:gd name="connsiteX32" fmla="*/ 217897 w 362313"/>
                <a:gd name="connsiteY32" fmla="*/ 97037 h 361971"/>
                <a:gd name="connsiteX33" fmla="*/ 225565 w 362313"/>
                <a:gd name="connsiteY33" fmla="*/ 97037 h 361971"/>
                <a:gd name="connsiteX34" fmla="*/ 225565 w 362313"/>
                <a:gd name="connsiteY34" fmla="*/ 84907 h 361971"/>
                <a:gd name="connsiteX35" fmla="*/ 231955 w 362313"/>
                <a:gd name="connsiteY35" fmla="*/ 78523 h 361971"/>
                <a:gd name="connsiteX36" fmla="*/ 252403 w 362313"/>
                <a:gd name="connsiteY36" fmla="*/ 78523 h 361971"/>
                <a:gd name="connsiteX37" fmla="*/ 258792 w 362313"/>
                <a:gd name="connsiteY37" fmla="*/ 84907 h 361971"/>
                <a:gd name="connsiteX38" fmla="*/ 258792 w 362313"/>
                <a:gd name="connsiteY38" fmla="*/ 150662 h 361971"/>
                <a:gd name="connsiteX39" fmla="*/ 252403 w 362313"/>
                <a:gd name="connsiteY39" fmla="*/ 157046 h 361971"/>
                <a:gd name="connsiteX40" fmla="*/ 239623 w 362313"/>
                <a:gd name="connsiteY40" fmla="*/ 157046 h 361971"/>
                <a:gd name="connsiteX41" fmla="*/ 239623 w 362313"/>
                <a:gd name="connsiteY41" fmla="*/ 235569 h 361971"/>
                <a:gd name="connsiteX42" fmla="*/ 256876 w 362313"/>
                <a:gd name="connsiteY42" fmla="*/ 235569 h 361971"/>
                <a:gd name="connsiteX43" fmla="*/ 263266 w 362313"/>
                <a:gd name="connsiteY43" fmla="*/ 241953 h 361971"/>
                <a:gd name="connsiteX44" fmla="*/ 263266 w 362313"/>
                <a:gd name="connsiteY44" fmla="*/ 2770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263266" y="277065"/>
                  </a:moveTo>
                  <a:cubicBezTo>
                    <a:pt x="263266" y="280895"/>
                    <a:pt x="260709" y="283449"/>
                    <a:pt x="256876" y="283449"/>
                  </a:cubicBezTo>
                  <a:lnTo>
                    <a:pt x="106712" y="283449"/>
                  </a:lnTo>
                  <a:cubicBezTo>
                    <a:pt x="102878" y="283449"/>
                    <a:pt x="100322" y="280895"/>
                    <a:pt x="100322" y="277065"/>
                  </a:cubicBezTo>
                  <a:lnTo>
                    <a:pt x="100322" y="241953"/>
                  </a:lnTo>
                  <a:cubicBezTo>
                    <a:pt x="100322" y="238123"/>
                    <a:pt x="102878" y="235569"/>
                    <a:pt x="106712" y="235569"/>
                  </a:cubicBezTo>
                  <a:lnTo>
                    <a:pt x="123965" y="235569"/>
                  </a:lnTo>
                  <a:lnTo>
                    <a:pt x="123965" y="157046"/>
                  </a:lnTo>
                  <a:lnTo>
                    <a:pt x="110546" y="157046"/>
                  </a:lnTo>
                  <a:cubicBezTo>
                    <a:pt x="106712" y="157046"/>
                    <a:pt x="104156" y="154492"/>
                    <a:pt x="104156" y="150662"/>
                  </a:cubicBezTo>
                  <a:lnTo>
                    <a:pt x="104156" y="84907"/>
                  </a:lnTo>
                  <a:cubicBezTo>
                    <a:pt x="104156" y="81077"/>
                    <a:pt x="106712" y="78523"/>
                    <a:pt x="110546" y="78523"/>
                  </a:cubicBezTo>
                  <a:lnTo>
                    <a:pt x="130994" y="78523"/>
                  </a:lnTo>
                  <a:cubicBezTo>
                    <a:pt x="134828" y="78523"/>
                    <a:pt x="137384" y="81077"/>
                    <a:pt x="137384" y="84907"/>
                  </a:cubicBezTo>
                  <a:lnTo>
                    <a:pt x="137384" y="97037"/>
                  </a:lnTo>
                  <a:lnTo>
                    <a:pt x="145052" y="97037"/>
                  </a:lnTo>
                  <a:lnTo>
                    <a:pt x="145052" y="84907"/>
                  </a:lnTo>
                  <a:cubicBezTo>
                    <a:pt x="145052" y="81077"/>
                    <a:pt x="147608" y="78523"/>
                    <a:pt x="151442" y="78523"/>
                  </a:cubicBezTo>
                  <a:lnTo>
                    <a:pt x="171250" y="78523"/>
                  </a:lnTo>
                  <a:cubicBezTo>
                    <a:pt x="175084" y="78523"/>
                    <a:pt x="177640" y="81077"/>
                    <a:pt x="177640" y="84907"/>
                  </a:cubicBezTo>
                  <a:lnTo>
                    <a:pt x="177640" y="97037"/>
                  </a:lnTo>
                  <a:lnTo>
                    <a:pt x="185308" y="97037"/>
                  </a:lnTo>
                  <a:lnTo>
                    <a:pt x="185308" y="84907"/>
                  </a:lnTo>
                  <a:cubicBezTo>
                    <a:pt x="185308" y="81077"/>
                    <a:pt x="187864" y="78523"/>
                    <a:pt x="191698" y="78523"/>
                  </a:cubicBezTo>
                  <a:lnTo>
                    <a:pt x="211507" y="78523"/>
                  </a:lnTo>
                  <a:cubicBezTo>
                    <a:pt x="215341" y="78523"/>
                    <a:pt x="217897" y="81077"/>
                    <a:pt x="217897" y="84907"/>
                  </a:cubicBezTo>
                  <a:lnTo>
                    <a:pt x="217897" y="97037"/>
                  </a:lnTo>
                  <a:lnTo>
                    <a:pt x="225565" y="97037"/>
                  </a:lnTo>
                  <a:lnTo>
                    <a:pt x="225565" y="84907"/>
                  </a:lnTo>
                  <a:cubicBezTo>
                    <a:pt x="225565" y="81077"/>
                    <a:pt x="228121" y="78523"/>
                    <a:pt x="231955" y="78523"/>
                  </a:cubicBezTo>
                  <a:lnTo>
                    <a:pt x="252403" y="78523"/>
                  </a:lnTo>
                  <a:cubicBezTo>
                    <a:pt x="256237" y="78523"/>
                    <a:pt x="258792" y="81077"/>
                    <a:pt x="258792" y="84907"/>
                  </a:cubicBezTo>
                  <a:lnTo>
                    <a:pt x="258792" y="150662"/>
                  </a:lnTo>
                  <a:cubicBezTo>
                    <a:pt x="258792" y="154492"/>
                    <a:pt x="256237" y="157046"/>
                    <a:pt x="252403" y="157046"/>
                  </a:cubicBezTo>
                  <a:lnTo>
                    <a:pt x="239623" y="157046"/>
                  </a:lnTo>
                  <a:lnTo>
                    <a:pt x="239623" y="235569"/>
                  </a:lnTo>
                  <a:lnTo>
                    <a:pt x="256876" y="235569"/>
                  </a:lnTo>
                  <a:cubicBezTo>
                    <a:pt x="260709" y="235569"/>
                    <a:pt x="263266" y="238123"/>
                    <a:pt x="263266" y="241953"/>
                  </a:cubicBezTo>
                  <a:lnTo>
                    <a:pt x="263266" y="277065"/>
                  </a:lnTo>
                  <a:close/>
                </a:path>
              </a:pathLst>
            </a:custGeom>
            <a:solidFill>
              <a:srgbClr val="0076A8"/>
            </a:solidFill>
            <a:ln w="6390" cap="flat">
              <a:noFill/>
              <a:prstDash val="solid"/>
              <a:miter/>
            </a:ln>
          </p:spPr>
          <p:txBody>
            <a:bodyPr rtlCol="0" anchor="ctr"/>
            <a:lstStyle/>
            <a:p>
              <a:endParaRPr lang="en-US"/>
            </a:p>
          </p:txBody>
        </p:sp>
        <p:sp>
          <p:nvSpPr>
            <p:cNvPr id="1007" name="Graphic 4">
              <a:extLst>
                <a:ext uri="{FF2B5EF4-FFF2-40B4-BE49-F238E27FC236}">
                  <a16:creationId xmlns:a16="http://schemas.microsoft.com/office/drawing/2014/main" id="{9F5161BE-2F95-C247-B2D8-1BA23E696F58}"/>
                </a:ext>
              </a:extLst>
            </p:cNvPr>
            <p:cNvSpPr/>
            <p:nvPr/>
          </p:nvSpPr>
          <p:spPr>
            <a:xfrm>
              <a:off x="2065227" y="1009470"/>
              <a:ext cx="137383" cy="179389"/>
            </a:xfrm>
            <a:custGeom>
              <a:avLst/>
              <a:gdLst>
                <a:gd name="connsiteX0" fmla="*/ 113741 w 137383"/>
                <a:gd name="connsiteY0" fmla="*/ 150662 h 179389"/>
                <a:gd name="connsiteX1" fmla="*/ 113741 w 137383"/>
                <a:gd name="connsiteY1" fmla="*/ 59371 h 179389"/>
                <a:gd name="connsiteX2" fmla="*/ 120131 w 137383"/>
                <a:gd name="connsiteY2" fmla="*/ 52987 h 179389"/>
                <a:gd name="connsiteX3" fmla="*/ 133550 w 137383"/>
                <a:gd name="connsiteY3" fmla="*/ 52987 h 179389"/>
                <a:gd name="connsiteX4" fmla="*/ 133550 w 137383"/>
                <a:gd name="connsiteY4" fmla="*/ 0 h 179389"/>
                <a:gd name="connsiteX5" fmla="*/ 126521 w 137383"/>
                <a:gd name="connsiteY5" fmla="*/ 0 h 179389"/>
                <a:gd name="connsiteX6" fmla="*/ 126521 w 137383"/>
                <a:gd name="connsiteY6" fmla="*/ 12130 h 179389"/>
                <a:gd name="connsiteX7" fmla="*/ 120131 w 137383"/>
                <a:gd name="connsiteY7" fmla="*/ 18514 h 179389"/>
                <a:gd name="connsiteX8" fmla="*/ 99683 w 137383"/>
                <a:gd name="connsiteY8" fmla="*/ 18514 h 179389"/>
                <a:gd name="connsiteX9" fmla="*/ 93293 w 137383"/>
                <a:gd name="connsiteY9" fmla="*/ 12130 h 179389"/>
                <a:gd name="connsiteX10" fmla="*/ 93293 w 137383"/>
                <a:gd name="connsiteY10" fmla="*/ 0 h 179389"/>
                <a:gd name="connsiteX11" fmla="*/ 86264 w 137383"/>
                <a:gd name="connsiteY11" fmla="*/ 0 h 179389"/>
                <a:gd name="connsiteX12" fmla="*/ 86264 w 137383"/>
                <a:gd name="connsiteY12" fmla="*/ 12130 h 179389"/>
                <a:gd name="connsiteX13" fmla="*/ 79874 w 137383"/>
                <a:gd name="connsiteY13" fmla="*/ 18514 h 179389"/>
                <a:gd name="connsiteX14" fmla="*/ 59426 w 137383"/>
                <a:gd name="connsiteY14" fmla="*/ 18514 h 179389"/>
                <a:gd name="connsiteX15" fmla="*/ 53036 w 137383"/>
                <a:gd name="connsiteY15" fmla="*/ 12130 h 179389"/>
                <a:gd name="connsiteX16" fmla="*/ 53036 w 137383"/>
                <a:gd name="connsiteY16" fmla="*/ 0 h 179389"/>
                <a:gd name="connsiteX17" fmla="*/ 46007 w 137383"/>
                <a:gd name="connsiteY17" fmla="*/ 0 h 179389"/>
                <a:gd name="connsiteX18" fmla="*/ 46007 w 137383"/>
                <a:gd name="connsiteY18" fmla="*/ 12130 h 179389"/>
                <a:gd name="connsiteX19" fmla="*/ 39617 w 137383"/>
                <a:gd name="connsiteY19" fmla="*/ 18514 h 179389"/>
                <a:gd name="connsiteX20" fmla="*/ 17892 w 137383"/>
                <a:gd name="connsiteY20" fmla="*/ 18514 h 179389"/>
                <a:gd name="connsiteX21" fmla="*/ 11502 w 137383"/>
                <a:gd name="connsiteY21" fmla="*/ 12130 h 179389"/>
                <a:gd name="connsiteX22" fmla="*/ 11502 w 137383"/>
                <a:gd name="connsiteY22" fmla="*/ 0 h 179389"/>
                <a:gd name="connsiteX23" fmla="*/ 3834 w 137383"/>
                <a:gd name="connsiteY23" fmla="*/ 0 h 179389"/>
                <a:gd name="connsiteX24" fmla="*/ 3834 w 137383"/>
                <a:gd name="connsiteY24" fmla="*/ 52987 h 179389"/>
                <a:gd name="connsiteX25" fmla="*/ 17253 w 137383"/>
                <a:gd name="connsiteY25" fmla="*/ 52987 h 179389"/>
                <a:gd name="connsiteX26" fmla="*/ 23643 w 137383"/>
                <a:gd name="connsiteY26" fmla="*/ 59371 h 179389"/>
                <a:gd name="connsiteX27" fmla="*/ 23643 w 137383"/>
                <a:gd name="connsiteY27" fmla="*/ 150662 h 179389"/>
                <a:gd name="connsiteX28" fmla="*/ 17253 w 137383"/>
                <a:gd name="connsiteY28" fmla="*/ 157046 h 179389"/>
                <a:gd name="connsiteX29" fmla="*/ 0 w 137383"/>
                <a:gd name="connsiteY29" fmla="*/ 157046 h 179389"/>
                <a:gd name="connsiteX30" fmla="*/ 0 w 137383"/>
                <a:gd name="connsiteY30" fmla="*/ 179390 h 179389"/>
                <a:gd name="connsiteX31" fmla="*/ 137384 w 137383"/>
                <a:gd name="connsiteY31" fmla="*/ 179390 h 179389"/>
                <a:gd name="connsiteX32" fmla="*/ 137384 w 137383"/>
                <a:gd name="connsiteY32" fmla="*/ 157046 h 179389"/>
                <a:gd name="connsiteX33" fmla="*/ 120131 w 137383"/>
                <a:gd name="connsiteY33" fmla="*/ 157046 h 179389"/>
                <a:gd name="connsiteX34" fmla="*/ 113741 w 137383"/>
                <a:gd name="connsiteY34" fmla="*/ 150662 h 179389"/>
                <a:gd name="connsiteX35" fmla="*/ 84986 w 137383"/>
                <a:gd name="connsiteY35" fmla="*/ 132787 h 179389"/>
                <a:gd name="connsiteX36" fmla="*/ 78596 w 137383"/>
                <a:gd name="connsiteY36" fmla="*/ 139171 h 179389"/>
                <a:gd name="connsiteX37" fmla="*/ 58148 w 137383"/>
                <a:gd name="connsiteY37" fmla="*/ 139171 h 179389"/>
                <a:gd name="connsiteX38" fmla="*/ 51758 w 137383"/>
                <a:gd name="connsiteY38" fmla="*/ 132787 h 179389"/>
                <a:gd name="connsiteX39" fmla="*/ 51758 w 137383"/>
                <a:gd name="connsiteY39" fmla="*/ 103420 h 179389"/>
                <a:gd name="connsiteX40" fmla="*/ 58148 w 137383"/>
                <a:gd name="connsiteY40" fmla="*/ 97037 h 179389"/>
                <a:gd name="connsiteX41" fmla="*/ 78596 w 137383"/>
                <a:gd name="connsiteY41" fmla="*/ 97037 h 179389"/>
                <a:gd name="connsiteX42" fmla="*/ 84986 w 137383"/>
                <a:gd name="connsiteY42" fmla="*/ 103420 h 179389"/>
                <a:gd name="connsiteX43" fmla="*/ 84986 w 137383"/>
                <a:gd name="connsiteY43" fmla="*/ 132787 h 179389"/>
                <a:gd name="connsiteX44" fmla="*/ 84986 w 137383"/>
                <a:gd name="connsiteY44" fmla="*/ 70224 h 179389"/>
                <a:gd name="connsiteX45" fmla="*/ 78596 w 137383"/>
                <a:gd name="connsiteY45" fmla="*/ 76608 h 179389"/>
                <a:gd name="connsiteX46" fmla="*/ 58148 w 137383"/>
                <a:gd name="connsiteY46" fmla="*/ 76608 h 179389"/>
                <a:gd name="connsiteX47" fmla="*/ 51758 w 137383"/>
                <a:gd name="connsiteY47" fmla="*/ 70224 h 179389"/>
                <a:gd name="connsiteX48" fmla="*/ 51758 w 137383"/>
                <a:gd name="connsiteY48" fmla="*/ 40857 h 179389"/>
                <a:gd name="connsiteX49" fmla="*/ 58148 w 137383"/>
                <a:gd name="connsiteY49" fmla="*/ 34473 h 179389"/>
                <a:gd name="connsiteX50" fmla="*/ 78596 w 137383"/>
                <a:gd name="connsiteY50" fmla="*/ 34473 h 179389"/>
                <a:gd name="connsiteX51" fmla="*/ 84986 w 137383"/>
                <a:gd name="connsiteY51" fmla="*/ 40857 h 179389"/>
                <a:gd name="connsiteX52" fmla="*/ 84986 w 137383"/>
                <a:gd name="connsiteY52" fmla="*/ 70224 h 17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37383" h="179389">
                  <a:moveTo>
                    <a:pt x="113741" y="150662"/>
                  </a:moveTo>
                  <a:lnTo>
                    <a:pt x="113741" y="59371"/>
                  </a:lnTo>
                  <a:cubicBezTo>
                    <a:pt x="113741" y="55541"/>
                    <a:pt x="116297" y="52987"/>
                    <a:pt x="120131" y="52987"/>
                  </a:cubicBezTo>
                  <a:lnTo>
                    <a:pt x="133550" y="52987"/>
                  </a:lnTo>
                  <a:lnTo>
                    <a:pt x="133550" y="0"/>
                  </a:lnTo>
                  <a:lnTo>
                    <a:pt x="126521" y="0"/>
                  </a:lnTo>
                  <a:lnTo>
                    <a:pt x="126521" y="12130"/>
                  </a:lnTo>
                  <a:cubicBezTo>
                    <a:pt x="126521" y="15960"/>
                    <a:pt x="123965" y="18514"/>
                    <a:pt x="120131" y="18514"/>
                  </a:cubicBezTo>
                  <a:lnTo>
                    <a:pt x="99683" y="18514"/>
                  </a:lnTo>
                  <a:cubicBezTo>
                    <a:pt x="95849" y="18514"/>
                    <a:pt x="93293" y="15960"/>
                    <a:pt x="93293" y="12130"/>
                  </a:cubicBezTo>
                  <a:lnTo>
                    <a:pt x="93293" y="0"/>
                  </a:lnTo>
                  <a:lnTo>
                    <a:pt x="86264" y="0"/>
                  </a:lnTo>
                  <a:lnTo>
                    <a:pt x="86264" y="12130"/>
                  </a:lnTo>
                  <a:cubicBezTo>
                    <a:pt x="86264" y="15960"/>
                    <a:pt x="83708" y="18514"/>
                    <a:pt x="79874" y="18514"/>
                  </a:cubicBezTo>
                  <a:lnTo>
                    <a:pt x="59426" y="18514"/>
                  </a:lnTo>
                  <a:cubicBezTo>
                    <a:pt x="55592" y="18514"/>
                    <a:pt x="53036" y="15960"/>
                    <a:pt x="53036" y="12130"/>
                  </a:cubicBezTo>
                  <a:lnTo>
                    <a:pt x="53036" y="0"/>
                  </a:lnTo>
                  <a:lnTo>
                    <a:pt x="46007" y="0"/>
                  </a:lnTo>
                  <a:lnTo>
                    <a:pt x="46007" y="12130"/>
                  </a:lnTo>
                  <a:cubicBezTo>
                    <a:pt x="46007" y="15960"/>
                    <a:pt x="43451" y="18514"/>
                    <a:pt x="39617" y="18514"/>
                  </a:cubicBezTo>
                  <a:lnTo>
                    <a:pt x="17892" y="18514"/>
                  </a:lnTo>
                  <a:cubicBezTo>
                    <a:pt x="14058" y="18514"/>
                    <a:pt x="11502" y="15960"/>
                    <a:pt x="11502" y="12130"/>
                  </a:cubicBezTo>
                  <a:lnTo>
                    <a:pt x="11502" y="0"/>
                  </a:lnTo>
                  <a:lnTo>
                    <a:pt x="3834" y="0"/>
                  </a:lnTo>
                  <a:lnTo>
                    <a:pt x="3834" y="52987"/>
                  </a:lnTo>
                  <a:lnTo>
                    <a:pt x="17253" y="52987"/>
                  </a:lnTo>
                  <a:cubicBezTo>
                    <a:pt x="21087" y="52987"/>
                    <a:pt x="23643" y="55541"/>
                    <a:pt x="23643" y="59371"/>
                  </a:cubicBezTo>
                  <a:lnTo>
                    <a:pt x="23643" y="150662"/>
                  </a:lnTo>
                  <a:cubicBezTo>
                    <a:pt x="23643" y="154492"/>
                    <a:pt x="21087" y="157046"/>
                    <a:pt x="17253" y="157046"/>
                  </a:cubicBezTo>
                  <a:lnTo>
                    <a:pt x="0" y="157046"/>
                  </a:lnTo>
                  <a:lnTo>
                    <a:pt x="0" y="179390"/>
                  </a:lnTo>
                  <a:lnTo>
                    <a:pt x="137384" y="179390"/>
                  </a:lnTo>
                  <a:lnTo>
                    <a:pt x="137384" y="157046"/>
                  </a:lnTo>
                  <a:lnTo>
                    <a:pt x="120131" y="157046"/>
                  </a:lnTo>
                  <a:cubicBezTo>
                    <a:pt x="116297" y="157046"/>
                    <a:pt x="113741" y="153854"/>
                    <a:pt x="113741" y="150662"/>
                  </a:cubicBezTo>
                  <a:close/>
                  <a:moveTo>
                    <a:pt x="84986" y="132787"/>
                  </a:moveTo>
                  <a:cubicBezTo>
                    <a:pt x="84986" y="136617"/>
                    <a:pt x="82430" y="139171"/>
                    <a:pt x="78596" y="139171"/>
                  </a:cubicBezTo>
                  <a:lnTo>
                    <a:pt x="58148" y="139171"/>
                  </a:lnTo>
                  <a:cubicBezTo>
                    <a:pt x="54314" y="139171"/>
                    <a:pt x="51758" y="136617"/>
                    <a:pt x="51758" y="132787"/>
                  </a:cubicBezTo>
                  <a:lnTo>
                    <a:pt x="51758" y="103420"/>
                  </a:lnTo>
                  <a:cubicBezTo>
                    <a:pt x="51758" y="99590"/>
                    <a:pt x="54314" y="97037"/>
                    <a:pt x="58148" y="97037"/>
                  </a:cubicBezTo>
                  <a:lnTo>
                    <a:pt x="78596" y="97037"/>
                  </a:lnTo>
                  <a:cubicBezTo>
                    <a:pt x="82430" y="97037"/>
                    <a:pt x="84986" y="99590"/>
                    <a:pt x="84986" y="103420"/>
                  </a:cubicBezTo>
                  <a:lnTo>
                    <a:pt x="84986" y="132787"/>
                  </a:lnTo>
                  <a:close/>
                  <a:moveTo>
                    <a:pt x="84986" y="70224"/>
                  </a:moveTo>
                  <a:cubicBezTo>
                    <a:pt x="84986" y="74054"/>
                    <a:pt x="82430" y="76608"/>
                    <a:pt x="78596" y="76608"/>
                  </a:cubicBezTo>
                  <a:lnTo>
                    <a:pt x="58148" y="76608"/>
                  </a:lnTo>
                  <a:cubicBezTo>
                    <a:pt x="54314" y="76608"/>
                    <a:pt x="51758" y="74054"/>
                    <a:pt x="51758" y="70224"/>
                  </a:cubicBezTo>
                  <a:lnTo>
                    <a:pt x="51758" y="40857"/>
                  </a:lnTo>
                  <a:cubicBezTo>
                    <a:pt x="51758" y="37027"/>
                    <a:pt x="54314" y="34473"/>
                    <a:pt x="58148" y="34473"/>
                  </a:cubicBezTo>
                  <a:lnTo>
                    <a:pt x="78596" y="34473"/>
                  </a:lnTo>
                  <a:cubicBezTo>
                    <a:pt x="82430" y="34473"/>
                    <a:pt x="84986" y="37027"/>
                    <a:pt x="84986" y="40857"/>
                  </a:cubicBezTo>
                  <a:lnTo>
                    <a:pt x="84986" y="70224"/>
                  </a:lnTo>
                  <a:close/>
                </a:path>
              </a:pathLst>
            </a:custGeom>
            <a:solidFill>
              <a:srgbClr val="0076A8"/>
            </a:solidFill>
            <a:ln w="6390" cap="flat">
              <a:noFill/>
              <a:prstDash val="solid"/>
              <a:miter/>
            </a:ln>
          </p:spPr>
          <p:txBody>
            <a:bodyPr rtlCol="0" anchor="ctr"/>
            <a:lstStyle/>
            <a:p>
              <a:endParaRPr lang="en-US"/>
            </a:p>
          </p:txBody>
        </p:sp>
      </p:grpSp>
      <p:grpSp>
        <p:nvGrpSpPr>
          <p:cNvPr id="1008" name="Graphic 4">
            <a:extLst>
              <a:ext uri="{FF2B5EF4-FFF2-40B4-BE49-F238E27FC236}">
                <a16:creationId xmlns:a16="http://schemas.microsoft.com/office/drawing/2014/main" id="{6A68C2A3-4EB6-3F4E-8575-5058E52CD2AF}"/>
              </a:ext>
            </a:extLst>
          </p:cNvPr>
          <p:cNvGrpSpPr>
            <a:grpSpLocks noChangeAspect="1"/>
          </p:cNvGrpSpPr>
          <p:nvPr/>
        </p:nvGrpSpPr>
        <p:grpSpPr>
          <a:xfrm>
            <a:off x="905454" y="2855717"/>
            <a:ext cx="362309" cy="361971"/>
            <a:chOff x="905454" y="2855717"/>
            <a:chExt cx="362309" cy="361971"/>
          </a:xfrm>
          <a:solidFill>
            <a:srgbClr val="0076A8"/>
          </a:solidFill>
        </p:grpSpPr>
        <p:sp>
          <p:nvSpPr>
            <p:cNvPr id="1009" name="Graphic 4">
              <a:extLst>
                <a:ext uri="{FF2B5EF4-FFF2-40B4-BE49-F238E27FC236}">
                  <a16:creationId xmlns:a16="http://schemas.microsoft.com/office/drawing/2014/main" id="{4664BB58-F3F8-9E4B-93EC-529E077A64C5}"/>
                </a:ext>
              </a:extLst>
            </p:cNvPr>
            <p:cNvSpPr/>
            <p:nvPr/>
          </p:nvSpPr>
          <p:spPr>
            <a:xfrm>
              <a:off x="1000025" y="2952754"/>
              <a:ext cx="88181" cy="167898"/>
            </a:xfrm>
            <a:custGeom>
              <a:avLst/>
              <a:gdLst>
                <a:gd name="connsiteX0" fmla="*/ 0 w 88181"/>
                <a:gd name="connsiteY0" fmla="*/ 167899 h 167898"/>
                <a:gd name="connsiteX1" fmla="*/ 19809 w 88181"/>
                <a:gd name="connsiteY1" fmla="*/ 167899 h 167898"/>
                <a:gd name="connsiteX2" fmla="*/ 19809 w 88181"/>
                <a:gd name="connsiteY2" fmla="*/ 139171 h 167898"/>
                <a:gd name="connsiteX3" fmla="*/ 30033 w 88181"/>
                <a:gd name="connsiteY3" fmla="*/ 128957 h 167898"/>
                <a:gd name="connsiteX4" fmla="*/ 30033 w 88181"/>
                <a:gd name="connsiteY4" fmla="*/ 128957 h 167898"/>
                <a:gd name="connsiteX5" fmla="*/ 58148 w 88181"/>
                <a:gd name="connsiteY5" fmla="*/ 128957 h 167898"/>
                <a:gd name="connsiteX6" fmla="*/ 68372 w 88181"/>
                <a:gd name="connsiteY6" fmla="*/ 139171 h 167898"/>
                <a:gd name="connsiteX7" fmla="*/ 68372 w 88181"/>
                <a:gd name="connsiteY7" fmla="*/ 139171 h 167898"/>
                <a:gd name="connsiteX8" fmla="*/ 68372 w 88181"/>
                <a:gd name="connsiteY8" fmla="*/ 167899 h 167898"/>
                <a:gd name="connsiteX9" fmla="*/ 88181 w 88181"/>
                <a:gd name="connsiteY9" fmla="*/ 167899 h 167898"/>
                <a:gd name="connsiteX10" fmla="*/ 88181 w 88181"/>
                <a:gd name="connsiteY10" fmla="*/ 22982 h 167898"/>
                <a:gd name="connsiteX11" fmla="*/ 0 w 88181"/>
                <a:gd name="connsiteY11" fmla="*/ 0 h 167898"/>
                <a:gd name="connsiteX12" fmla="*/ 0 w 88181"/>
                <a:gd name="connsiteY12" fmla="*/ 167899 h 167898"/>
                <a:gd name="connsiteX13" fmla="*/ 24921 w 88181"/>
                <a:gd name="connsiteY13" fmla="*/ 31281 h 167898"/>
                <a:gd name="connsiteX14" fmla="*/ 60704 w 88181"/>
                <a:gd name="connsiteY14" fmla="*/ 31281 h 167898"/>
                <a:gd name="connsiteX15" fmla="*/ 67094 w 88181"/>
                <a:gd name="connsiteY15" fmla="*/ 37665 h 167898"/>
                <a:gd name="connsiteX16" fmla="*/ 60704 w 88181"/>
                <a:gd name="connsiteY16" fmla="*/ 44049 h 167898"/>
                <a:gd name="connsiteX17" fmla="*/ 24921 w 88181"/>
                <a:gd name="connsiteY17" fmla="*/ 44049 h 167898"/>
                <a:gd name="connsiteX18" fmla="*/ 18531 w 88181"/>
                <a:gd name="connsiteY18" fmla="*/ 37665 h 167898"/>
                <a:gd name="connsiteX19" fmla="*/ 24921 w 88181"/>
                <a:gd name="connsiteY19" fmla="*/ 31281 h 167898"/>
                <a:gd name="connsiteX20" fmla="*/ 24921 w 88181"/>
                <a:gd name="connsiteY20" fmla="*/ 31281 h 167898"/>
                <a:gd name="connsiteX21" fmla="*/ 24921 w 88181"/>
                <a:gd name="connsiteY21" fmla="*/ 55541 h 167898"/>
                <a:gd name="connsiteX22" fmla="*/ 60704 w 88181"/>
                <a:gd name="connsiteY22" fmla="*/ 55541 h 167898"/>
                <a:gd name="connsiteX23" fmla="*/ 67094 w 88181"/>
                <a:gd name="connsiteY23" fmla="*/ 61925 h 167898"/>
                <a:gd name="connsiteX24" fmla="*/ 60704 w 88181"/>
                <a:gd name="connsiteY24" fmla="*/ 68309 h 167898"/>
                <a:gd name="connsiteX25" fmla="*/ 24921 w 88181"/>
                <a:gd name="connsiteY25" fmla="*/ 68309 h 167898"/>
                <a:gd name="connsiteX26" fmla="*/ 18531 w 88181"/>
                <a:gd name="connsiteY26" fmla="*/ 61925 h 167898"/>
                <a:gd name="connsiteX27" fmla="*/ 24921 w 88181"/>
                <a:gd name="connsiteY27" fmla="*/ 55541 h 167898"/>
                <a:gd name="connsiteX28" fmla="*/ 24921 w 88181"/>
                <a:gd name="connsiteY28" fmla="*/ 55541 h 167898"/>
                <a:gd name="connsiteX29" fmla="*/ 24921 w 88181"/>
                <a:gd name="connsiteY29" fmla="*/ 77246 h 167898"/>
                <a:gd name="connsiteX30" fmla="*/ 60704 w 88181"/>
                <a:gd name="connsiteY30" fmla="*/ 77246 h 167898"/>
                <a:gd name="connsiteX31" fmla="*/ 67094 w 88181"/>
                <a:gd name="connsiteY31" fmla="*/ 83630 h 167898"/>
                <a:gd name="connsiteX32" fmla="*/ 60704 w 88181"/>
                <a:gd name="connsiteY32" fmla="*/ 90014 h 167898"/>
                <a:gd name="connsiteX33" fmla="*/ 24921 w 88181"/>
                <a:gd name="connsiteY33" fmla="*/ 90014 h 167898"/>
                <a:gd name="connsiteX34" fmla="*/ 18531 w 88181"/>
                <a:gd name="connsiteY34" fmla="*/ 83630 h 167898"/>
                <a:gd name="connsiteX35" fmla="*/ 24921 w 88181"/>
                <a:gd name="connsiteY35" fmla="*/ 77246 h 167898"/>
                <a:gd name="connsiteX36" fmla="*/ 24921 w 88181"/>
                <a:gd name="connsiteY36" fmla="*/ 77246 h 16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8181" h="167898">
                  <a:moveTo>
                    <a:pt x="0" y="167899"/>
                  </a:moveTo>
                  <a:lnTo>
                    <a:pt x="19809" y="167899"/>
                  </a:lnTo>
                  <a:lnTo>
                    <a:pt x="19809" y="139171"/>
                  </a:lnTo>
                  <a:cubicBezTo>
                    <a:pt x="19809" y="133425"/>
                    <a:pt x="24282" y="128957"/>
                    <a:pt x="30033" y="128957"/>
                  </a:cubicBezTo>
                  <a:cubicBezTo>
                    <a:pt x="30033" y="128957"/>
                    <a:pt x="30033" y="128957"/>
                    <a:pt x="30033" y="128957"/>
                  </a:cubicBezTo>
                  <a:lnTo>
                    <a:pt x="58148" y="128957"/>
                  </a:lnTo>
                  <a:cubicBezTo>
                    <a:pt x="63899" y="128957"/>
                    <a:pt x="68372" y="133425"/>
                    <a:pt x="68372" y="139171"/>
                  </a:cubicBezTo>
                  <a:cubicBezTo>
                    <a:pt x="68372" y="139171"/>
                    <a:pt x="68372" y="139171"/>
                    <a:pt x="68372" y="139171"/>
                  </a:cubicBezTo>
                  <a:lnTo>
                    <a:pt x="68372" y="167899"/>
                  </a:lnTo>
                  <a:lnTo>
                    <a:pt x="88181" y="167899"/>
                  </a:lnTo>
                  <a:lnTo>
                    <a:pt x="88181" y="22982"/>
                  </a:lnTo>
                  <a:lnTo>
                    <a:pt x="0" y="0"/>
                  </a:lnTo>
                  <a:lnTo>
                    <a:pt x="0" y="167899"/>
                  </a:lnTo>
                  <a:close/>
                  <a:moveTo>
                    <a:pt x="24921" y="31281"/>
                  </a:moveTo>
                  <a:lnTo>
                    <a:pt x="60704" y="31281"/>
                  </a:lnTo>
                  <a:cubicBezTo>
                    <a:pt x="64538" y="31281"/>
                    <a:pt x="67094" y="33835"/>
                    <a:pt x="67094" y="37665"/>
                  </a:cubicBezTo>
                  <a:cubicBezTo>
                    <a:pt x="67094" y="41496"/>
                    <a:pt x="64538" y="44049"/>
                    <a:pt x="60704" y="44049"/>
                  </a:cubicBezTo>
                  <a:lnTo>
                    <a:pt x="24921" y="44049"/>
                  </a:lnTo>
                  <a:cubicBezTo>
                    <a:pt x="21087" y="44049"/>
                    <a:pt x="18531" y="41496"/>
                    <a:pt x="18531" y="37665"/>
                  </a:cubicBezTo>
                  <a:cubicBezTo>
                    <a:pt x="18531" y="33835"/>
                    <a:pt x="21087" y="31281"/>
                    <a:pt x="24921" y="31281"/>
                  </a:cubicBezTo>
                  <a:lnTo>
                    <a:pt x="24921" y="31281"/>
                  </a:lnTo>
                  <a:close/>
                  <a:moveTo>
                    <a:pt x="24921" y="55541"/>
                  </a:moveTo>
                  <a:lnTo>
                    <a:pt x="60704" y="55541"/>
                  </a:lnTo>
                  <a:cubicBezTo>
                    <a:pt x="64538" y="55541"/>
                    <a:pt x="67094" y="58094"/>
                    <a:pt x="67094" y="61925"/>
                  </a:cubicBezTo>
                  <a:cubicBezTo>
                    <a:pt x="67094" y="65755"/>
                    <a:pt x="64538" y="68309"/>
                    <a:pt x="60704" y="68309"/>
                  </a:cubicBezTo>
                  <a:lnTo>
                    <a:pt x="24921" y="68309"/>
                  </a:lnTo>
                  <a:cubicBezTo>
                    <a:pt x="21087" y="68309"/>
                    <a:pt x="18531" y="65755"/>
                    <a:pt x="18531" y="61925"/>
                  </a:cubicBezTo>
                  <a:cubicBezTo>
                    <a:pt x="18531" y="58094"/>
                    <a:pt x="21087" y="55541"/>
                    <a:pt x="24921" y="55541"/>
                  </a:cubicBezTo>
                  <a:lnTo>
                    <a:pt x="24921" y="55541"/>
                  </a:lnTo>
                  <a:close/>
                  <a:moveTo>
                    <a:pt x="24921" y="77246"/>
                  </a:moveTo>
                  <a:lnTo>
                    <a:pt x="60704" y="77246"/>
                  </a:lnTo>
                  <a:cubicBezTo>
                    <a:pt x="64538" y="77246"/>
                    <a:pt x="67094" y="79800"/>
                    <a:pt x="67094" y="83630"/>
                  </a:cubicBezTo>
                  <a:cubicBezTo>
                    <a:pt x="67094" y="87461"/>
                    <a:pt x="64538" y="90014"/>
                    <a:pt x="60704" y="90014"/>
                  </a:cubicBezTo>
                  <a:lnTo>
                    <a:pt x="24921" y="90014"/>
                  </a:lnTo>
                  <a:cubicBezTo>
                    <a:pt x="21087" y="90014"/>
                    <a:pt x="18531" y="87461"/>
                    <a:pt x="18531" y="83630"/>
                  </a:cubicBezTo>
                  <a:cubicBezTo>
                    <a:pt x="18531" y="79800"/>
                    <a:pt x="21087" y="77246"/>
                    <a:pt x="24921" y="77246"/>
                  </a:cubicBezTo>
                  <a:lnTo>
                    <a:pt x="24921" y="77246"/>
                  </a:lnTo>
                  <a:close/>
                </a:path>
              </a:pathLst>
            </a:custGeom>
            <a:solidFill>
              <a:srgbClr val="0076A8"/>
            </a:solidFill>
            <a:ln w="6390" cap="flat">
              <a:noFill/>
              <a:prstDash val="solid"/>
              <a:miter/>
            </a:ln>
          </p:spPr>
          <p:txBody>
            <a:bodyPr rtlCol="0" anchor="ctr"/>
            <a:lstStyle/>
            <a:p>
              <a:endParaRPr lang="en-US"/>
            </a:p>
          </p:txBody>
        </p:sp>
        <p:sp>
          <p:nvSpPr>
            <p:cNvPr id="1010" name="Graphic 4">
              <a:extLst>
                <a:ext uri="{FF2B5EF4-FFF2-40B4-BE49-F238E27FC236}">
                  <a16:creationId xmlns:a16="http://schemas.microsoft.com/office/drawing/2014/main" id="{43F1CF7D-ADDA-EE48-AE71-9413C04FCAE2}"/>
                </a:ext>
              </a:extLst>
            </p:cNvPr>
            <p:cNvSpPr/>
            <p:nvPr/>
          </p:nvSpPr>
          <p:spPr>
            <a:xfrm>
              <a:off x="1125906" y="2996803"/>
              <a:ext cx="47285" cy="123849"/>
            </a:xfrm>
            <a:custGeom>
              <a:avLst/>
              <a:gdLst>
                <a:gd name="connsiteX0" fmla="*/ 0 w 47285"/>
                <a:gd name="connsiteY0" fmla="*/ 123849 h 123849"/>
                <a:gd name="connsiteX1" fmla="*/ 47286 w 47285"/>
                <a:gd name="connsiteY1" fmla="*/ 123849 h 123849"/>
                <a:gd name="connsiteX2" fmla="*/ 47286 w 47285"/>
                <a:gd name="connsiteY2" fmla="*/ 0 h 123849"/>
                <a:gd name="connsiteX3" fmla="*/ 0 w 47285"/>
                <a:gd name="connsiteY3" fmla="*/ 0 h 123849"/>
                <a:gd name="connsiteX4" fmla="*/ 0 w 47285"/>
                <a:gd name="connsiteY4" fmla="*/ 123849 h 123849"/>
                <a:gd name="connsiteX5" fmla="*/ 12780 w 47285"/>
                <a:gd name="connsiteY5" fmla="*/ 11491 h 123849"/>
                <a:gd name="connsiteX6" fmla="*/ 27477 w 47285"/>
                <a:gd name="connsiteY6" fmla="*/ 11491 h 123849"/>
                <a:gd name="connsiteX7" fmla="*/ 33867 w 47285"/>
                <a:gd name="connsiteY7" fmla="*/ 17875 h 123849"/>
                <a:gd name="connsiteX8" fmla="*/ 27477 w 47285"/>
                <a:gd name="connsiteY8" fmla="*/ 24259 h 123849"/>
                <a:gd name="connsiteX9" fmla="*/ 12780 w 47285"/>
                <a:gd name="connsiteY9" fmla="*/ 24259 h 123849"/>
                <a:gd name="connsiteX10" fmla="*/ 6390 w 47285"/>
                <a:gd name="connsiteY10" fmla="*/ 17875 h 123849"/>
                <a:gd name="connsiteX11" fmla="*/ 12780 w 47285"/>
                <a:gd name="connsiteY11" fmla="*/ 11491 h 123849"/>
                <a:gd name="connsiteX12" fmla="*/ 12780 w 47285"/>
                <a:gd name="connsiteY12" fmla="*/ 33197 h 123849"/>
                <a:gd name="connsiteX13" fmla="*/ 27477 w 47285"/>
                <a:gd name="connsiteY13" fmla="*/ 33197 h 123849"/>
                <a:gd name="connsiteX14" fmla="*/ 33867 w 47285"/>
                <a:gd name="connsiteY14" fmla="*/ 39581 h 123849"/>
                <a:gd name="connsiteX15" fmla="*/ 27477 w 47285"/>
                <a:gd name="connsiteY15" fmla="*/ 45965 h 123849"/>
                <a:gd name="connsiteX16" fmla="*/ 12780 w 47285"/>
                <a:gd name="connsiteY16" fmla="*/ 45965 h 123849"/>
                <a:gd name="connsiteX17" fmla="*/ 6390 w 47285"/>
                <a:gd name="connsiteY17" fmla="*/ 39581 h 123849"/>
                <a:gd name="connsiteX18" fmla="*/ 12780 w 47285"/>
                <a:gd name="connsiteY18" fmla="*/ 33197 h 123849"/>
                <a:gd name="connsiteX19" fmla="*/ 12780 w 47285"/>
                <a:gd name="connsiteY19" fmla="*/ 54264 h 123849"/>
                <a:gd name="connsiteX20" fmla="*/ 27477 w 47285"/>
                <a:gd name="connsiteY20" fmla="*/ 54264 h 123849"/>
                <a:gd name="connsiteX21" fmla="*/ 33867 w 47285"/>
                <a:gd name="connsiteY21" fmla="*/ 60648 h 123849"/>
                <a:gd name="connsiteX22" fmla="*/ 27477 w 47285"/>
                <a:gd name="connsiteY22" fmla="*/ 67032 h 123849"/>
                <a:gd name="connsiteX23" fmla="*/ 12780 w 47285"/>
                <a:gd name="connsiteY23" fmla="*/ 67032 h 123849"/>
                <a:gd name="connsiteX24" fmla="*/ 6390 w 47285"/>
                <a:gd name="connsiteY24" fmla="*/ 60648 h 123849"/>
                <a:gd name="connsiteX25" fmla="*/ 12780 w 47285"/>
                <a:gd name="connsiteY25" fmla="*/ 54264 h 123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7285" h="123849">
                  <a:moveTo>
                    <a:pt x="0" y="123849"/>
                  </a:moveTo>
                  <a:lnTo>
                    <a:pt x="47286" y="123849"/>
                  </a:lnTo>
                  <a:lnTo>
                    <a:pt x="47286" y="0"/>
                  </a:lnTo>
                  <a:lnTo>
                    <a:pt x="0" y="0"/>
                  </a:lnTo>
                  <a:lnTo>
                    <a:pt x="0" y="123849"/>
                  </a:lnTo>
                  <a:close/>
                  <a:moveTo>
                    <a:pt x="12780" y="11491"/>
                  </a:moveTo>
                  <a:lnTo>
                    <a:pt x="27477" y="11491"/>
                  </a:lnTo>
                  <a:cubicBezTo>
                    <a:pt x="31311" y="11491"/>
                    <a:pt x="33867" y="14045"/>
                    <a:pt x="33867" y="17875"/>
                  </a:cubicBezTo>
                  <a:cubicBezTo>
                    <a:pt x="33867" y="21706"/>
                    <a:pt x="31311" y="24259"/>
                    <a:pt x="27477" y="24259"/>
                  </a:cubicBezTo>
                  <a:lnTo>
                    <a:pt x="12780" y="24259"/>
                  </a:lnTo>
                  <a:cubicBezTo>
                    <a:pt x="8946" y="24259"/>
                    <a:pt x="6390" y="21706"/>
                    <a:pt x="6390" y="17875"/>
                  </a:cubicBezTo>
                  <a:cubicBezTo>
                    <a:pt x="6390" y="14045"/>
                    <a:pt x="8946" y="11491"/>
                    <a:pt x="12780" y="11491"/>
                  </a:cubicBezTo>
                  <a:close/>
                  <a:moveTo>
                    <a:pt x="12780" y="33197"/>
                  </a:moveTo>
                  <a:lnTo>
                    <a:pt x="27477" y="33197"/>
                  </a:lnTo>
                  <a:cubicBezTo>
                    <a:pt x="31311" y="33197"/>
                    <a:pt x="33867" y="35750"/>
                    <a:pt x="33867" y="39581"/>
                  </a:cubicBezTo>
                  <a:cubicBezTo>
                    <a:pt x="33867" y="43411"/>
                    <a:pt x="31311" y="45965"/>
                    <a:pt x="27477" y="45965"/>
                  </a:cubicBezTo>
                  <a:lnTo>
                    <a:pt x="12780" y="45965"/>
                  </a:lnTo>
                  <a:cubicBezTo>
                    <a:pt x="8946" y="45965"/>
                    <a:pt x="6390" y="43411"/>
                    <a:pt x="6390" y="39581"/>
                  </a:cubicBezTo>
                  <a:cubicBezTo>
                    <a:pt x="6390" y="35750"/>
                    <a:pt x="8946" y="33197"/>
                    <a:pt x="12780" y="33197"/>
                  </a:cubicBezTo>
                  <a:close/>
                  <a:moveTo>
                    <a:pt x="12780" y="54264"/>
                  </a:moveTo>
                  <a:lnTo>
                    <a:pt x="27477" y="54264"/>
                  </a:lnTo>
                  <a:cubicBezTo>
                    <a:pt x="31311" y="54264"/>
                    <a:pt x="33867" y="56818"/>
                    <a:pt x="33867" y="60648"/>
                  </a:cubicBezTo>
                  <a:cubicBezTo>
                    <a:pt x="33867" y="64478"/>
                    <a:pt x="31311" y="67032"/>
                    <a:pt x="27477" y="67032"/>
                  </a:cubicBezTo>
                  <a:lnTo>
                    <a:pt x="12780" y="67032"/>
                  </a:lnTo>
                  <a:cubicBezTo>
                    <a:pt x="8946" y="67032"/>
                    <a:pt x="6390" y="64478"/>
                    <a:pt x="6390" y="60648"/>
                  </a:cubicBezTo>
                  <a:cubicBezTo>
                    <a:pt x="6390" y="56818"/>
                    <a:pt x="8946" y="54264"/>
                    <a:pt x="12780" y="54264"/>
                  </a:cubicBezTo>
                  <a:close/>
                </a:path>
              </a:pathLst>
            </a:custGeom>
            <a:solidFill>
              <a:srgbClr val="0076A8"/>
            </a:solidFill>
            <a:ln w="6390" cap="flat">
              <a:noFill/>
              <a:prstDash val="solid"/>
              <a:miter/>
            </a:ln>
          </p:spPr>
          <p:txBody>
            <a:bodyPr rtlCol="0" anchor="ctr"/>
            <a:lstStyle/>
            <a:p>
              <a:endParaRPr lang="en-US"/>
            </a:p>
          </p:txBody>
        </p:sp>
        <p:sp>
          <p:nvSpPr>
            <p:cNvPr id="1011" name="Graphic 4">
              <a:extLst>
                <a:ext uri="{FF2B5EF4-FFF2-40B4-BE49-F238E27FC236}">
                  <a16:creationId xmlns:a16="http://schemas.microsoft.com/office/drawing/2014/main" id="{00048023-61C4-E841-B8A4-A51CD2AA712C}"/>
                </a:ext>
              </a:extLst>
            </p:cNvPr>
            <p:cNvSpPr/>
            <p:nvPr/>
          </p:nvSpPr>
          <p:spPr>
            <a:xfrm>
              <a:off x="905454" y="28557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195532 w 362309"/>
                <a:gd name="connsiteY6" fmla="*/ 271319 h 361971"/>
                <a:gd name="connsiteX7" fmla="*/ 189142 w 362309"/>
                <a:gd name="connsiteY7" fmla="*/ 277703 h 361971"/>
                <a:gd name="connsiteX8" fmla="*/ 156553 w 362309"/>
                <a:gd name="connsiteY8" fmla="*/ 277703 h 361971"/>
                <a:gd name="connsiteX9" fmla="*/ 150164 w 362309"/>
                <a:gd name="connsiteY9" fmla="*/ 271319 h 361971"/>
                <a:gd name="connsiteX10" fmla="*/ 150164 w 362309"/>
                <a:gd name="connsiteY10" fmla="*/ 239399 h 361971"/>
                <a:gd name="connsiteX11" fmla="*/ 127160 w 362309"/>
                <a:gd name="connsiteY11" fmla="*/ 239399 h 361971"/>
                <a:gd name="connsiteX12" fmla="*/ 127160 w 362309"/>
                <a:gd name="connsiteY12" fmla="*/ 271319 h 361971"/>
                <a:gd name="connsiteX13" fmla="*/ 120770 w 362309"/>
                <a:gd name="connsiteY13" fmla="*/ 277703 h 361971"/>
                <a:gd name="connsiteX14" fmla="*/ 92015 w 362309"/>
                <a:gd name="connsiteY14" fmla="*/ 277703 h 361971"/>
                <a:gd name="connsiteX15" fmla="*/ 81791 w 362309"/>
                <a:gd name="connsiteY15" fmla="*/ 267489 h 361971"/>
                <a:gd name="connsiteX16" fmla="*/ 81791 w 362309"/>
                <a:gd name="connsiteY16" fmla="*/ 93844 h 361971"/>
                <a:gd name="connsiteX17" fmla="*/ 85625 w 362309"/>
                <a:gd name="connsiteY17" fmla="*/ 85545 h 361971"/>
                <a:gd name="connsiteX18" fmla="*/ 94571 w 362309"/>
                <a:gd name="connsiteY18" fmla="*/ 84268 h 361971"/>
                <a:gd name="connsiteX19" fmla="*/ 187864 w 362309"/>
                <a:gd name="connsiteY19" fmla="*/ 108528 h 361971"/>
                <a:gd name="connsiteX20" fmla="*/ 187864 w 362309"/>
                <a:gd name="connsiteY20" fmla="*/ 108528 h 361971"/>
                <a:gd name="connsiteX21" fmla="*/ 195532 w 362309"/>
                <a:gd name="connsiteY21" fmla="*/ 118104 h 361971"/>
                <a:gd name="connsiteX22" fmla="*/ 195532 w 362309"/>
                <a:gd name="connsiteY22" fmla="*/ 271319 h 361971"/>
                <a:gd name="connsiteX23" fmla="*/ 279879 w 362309"/>
                <a:gd name="connsiteY23" fmla="*/ 266850 h 361971"/>
                <a:gd name="connsiteX24" fmla="*/ 269655 w 362309"/>
                <a:gd name="connsiteY24" fmla="*/ 277703 h 361971"/>
                <a:gd name="connsiteX25" fmla="*/ 213424 w 362309"/>
                <a:gd name="connsiteY25" fmla="*/ 277703 h 361971"/>
                <a:gd name="connsiteX26" fmla="*/ 207034 w 362309"/>
                <a:gd name="connsiteY26" fmla="*/ 271319 h 361971"/>
                <a:gd name="connsiteX27" fmla="*/ 207034 w 362309"/>
                <a:gd name="connsiteY27" fmla="*/ 134702 h 361971"/>
                <a:gd name="connsiteX28" fmla="*/ 213424 w 362309"/>
                <a:gd name="connsiteY28" fmla="*/ 128318 h 361971"/>
                <a:gd name="connsiteX29" fmla="*/ 269655 w 362309"/>
                <a:gd name="connsiteY29" fmla="*/ 128318 h 361971"/>
                <a:gd name="connsiteX30" fmla="*/ 279879 w 362309"/>
                <a:gd name="connsiteY30" fmla="*/ 139171 h 361971"/>
                <a:gd name="connsiteX31" fmla="*/ 279879 w 362309"/>
                <a:gd name="connsiteY31" fmla="*/ 26685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2309" h="361971">
                  <a:moveTo>
                    <a:pt x="180835" y="0"/>
                  </a:moveTo>
                  <a:cubicBezTo>
                    <a:pt x="80513" y="0"/>
                    <a:pt x="0" y="81076"/>
                    <a:pt x="0" y="181305"/>
                  </a:cubicBezTo>
                  <a:cubicBezTo>
                    <a:pt x="0" y="281533"/>
                    <a:pt x="81152" y="361972"/>
                    <a:pt x="181474" y="361972"/>
                  </a:cubicBezTo>
                  <a:cubicBezTo>
                    <a:pt x="281157" y="361972"/>
                    <a:pt x="362309" y="280895"/>
                    <a:pt x="362309" y="180667"/>
                  </a:cubicBezTo>
                  <a:cubicBezTo>
                    <a:pt x="362309" y="80438"/>
                    <a:pt x="281157" y="0"/>
                    <a:pt x="180835" y="0"/>
                  </a:cubicBezTo>
                  <a:cubicBezTo>
                    <a:pt x="180835" y="0"/>
                    <a:pt x="180835" y="0"/>
                    <a:pt x="180835" y="0"/>
                  </a:cubicBezTo>
                  <a:close/>
                  <a:moveTo>
                    <a:pt x="195532" y="271319"/>
                  </a:moveTo>
                  <a:cubicBezTo>
                    <a:pt x="195532" y="275149"/>
                    <a:pt x="192976" y="277703"/>
                    <a:pt x="189142" y="277703"/>
                  </a:cubicBezTo>
                  <a:lnTo>
                    <a:pt x="156553" y="277703"/>
                  </a:lnTo>
                  <a:cubicBezTo>
                    <a:pt x="152720" y="277703"/>
                    <a:pt x="150164" y="275149"/>
                    <a:pt x="150164" y="271319"/>
                  </a:cubicBezTo>
                  <a:lnTo>
                    <a:pt x="150164" y="239399"/>
                  </a:lnTo>
                  <a:lnTo>
                    <a:pt x="127160" y="239399"/>
                  </a:lnTo>
                  <a:lnTo>
                    <a:pt x="127160" y="271319"/>
                  </a:lnTo>
                  <a:cubicBezTo>
                    <a:pt x="127160" y="275149"/>
                    <a:pt x="124604" y="277703"/>
                    <a:pt x="120770" y="277703"/>
                  </a:cubicBezTo>
                  <a:lnTo>
                    <a:pt x="92015" y="277703"/>
                  </a:lnTo>
                  <a:cubicBezTo>
                    <a:pt x="86264" y="277703"/>
                    <a:pt x="81791" y="273234"/>
                    <a:pt x="81791" y="267489"/>
                  </a:cubicBezTo>
                  <a:lnTo>
                    <a:pt x="81791" y="93844"/>
                  </a:lnTo>
                  <a:cubicBezTo>
                    <a:pt x="81791" y="90652"/>
                    <a:pt x="83069" y="87460"/>
                    <a:pt x="85625" y="85545"/>
                  </a:cubicBezTo>
                  <a:cubicBezTo>
                    <a:pt x="88181" y="83630"/>
                    <a:pt x="91376" y="82992"/>
                    <a:pt x="94571" y="84268"/>
                  </a:cubicBezTo>
                  <a:lnTo>
                    <a:pt x="187864" y="108528"/>
                  </a:lnTo>
                  <a:lnTo>
                    <a:pt x="187864" y="108528"/>
                  </a:lnTo>
                  <a:cubicBezTo>
                    <a:pt x="192337" y="109804"/>
                    <a:pt x="195532" y="113635"/>
                    <a:pt x="195532" y="118104"/>
                  </a:cubicBezTo>
                  <a:lnTo>
                    <a:pt x="195532" y="271319"/>
                  </a:lnTo>
                  <a:close/>
                  <a:moveTo>
                    <a:pt x="279879" y="266850"/>
                  </a:moveTo>
                  <a:cubicBezTo>
                    <a:pt x="279879" y="272596"/>
                    <a:pt x="275406" y="277703"/>
                    <a:pt x="269655" y="277703"/>
                  </a:cubicBezTo>
                  <a:lnTo>
                    <a:pt x="213424" y="277703"/>
                  </a:lnTo>
                  <a:cubicBezTo>
                    <a:pt x="209590" y="277703"/>
                    <a:pt x="207034" y="275149"/>
                    <a:pt x="207034" y="271319"/>
                  </a:cubicBezTo>
                  <a:lnTo>
                    <a:pt x="207034" y="134702"/>
                  </a:lnTo>
                  <a:cubicBezTo>
                    <a:pt x="207034" y="130872"/>
                    <a:pt x="209590" y="128318"/>
                    <a:pt x="213424" y="128318"/>
                  </a:cubicBezTo>
                  <a:lnTo>
                    <a:pt x="269655" y="128318"/>
                  </a:lnTo>
                  <a:cubicBezTo>
                    <a:pt x="275406" y="128318"/>
                    <a:pt x="279879" y="133425"/>
                    <a:pt x="279879" y="139171"/>
                  </a:cubicBezTo>
                  <a:lnTo>
                    <a:pt x="279879" y="266850"/>
                  </a:lnTo>
                  <a:close/>
                </a:path>
              </a:pathLst>
            </a:custGeom>
            <a:solidFill>
              <a:srgbClr val="0076A8"/>
            </a:solidFill>
            <a:ln w="6390" cap="flat">
              <a:noFill/>
              <a:prstDash val="solid"/>
              <a:miter/>
            </a:ln>
          </p:spPr>
          <p:txBody>
            <a:bodyPr rtlCol="0" anchor="ctr"/>
            <a:lstStyle/>
            <a:p>
              <a:endParaRPr lang="en-US"/>
            </a:p>
          </p:txBody>
        </p:sp>
      </p:grpSp>
      <p:grpSp>
        <p:nvGrpSpPr>
          <p:cNvPr id="1012" name="Graphic 4">
            <a:extLst>
              <a:ext uri="{FF2B5EF4-FFF2-40B4-BE49-F238E27FC236}">
                <a16:creationId xmlns:a16="http://schemas.microsoft.com/office/drawing/2014/main" id="{E0DAE864-B853-6046-A1E8-0B479AF0ACF7}"/>
              </a:ext>
            </a:extLst>
          </p:cNvPr>
          <p:cNvGrpSpPr>
            <a:grpSpLocks noChangeAspect="1"/>
          </p:cNvGrpSpPr>
          <p:nvPr/>
        </p:nvGrpSpPr>
        <p:grpSpPr>
          <a:xfrm>
            <a:off x="467743" y="4793256"/>
            <a:ext cx="361670" cy="361971"/>
            <a:chOff x="467743" y="4793256"/>
            <a:chExt cx="361670" cy="361971"/>
          </a:xfrm>
          <a:solidFill>
            <a:srgbClr val="0076A8"/>
          </a:solidFill>
        </p:grpSpPr>
        <p:sp>
          <p:nvSpPr>
            <p:cNvPr id="1013" name="Graphic 4">
              <a:extLst>
                <a:ext uri="{FF2B5EF4-FFF2-40B4-BE49-F238E27FC236}">
                  <a16:creationId xmlns:a16="http://schemas.microsoft.com/office/drawing/2014/main" id="{EA6F2139-900A-0240-84EB-A9E83D73EF15}"/>
                </a:ext>
              </a:extLst>
            </p:cNvPr>
            <p:cNvSpPr/>
            <p:nvPr/>
          </p:nvSpPr>
          <p:spPr>
            <a:xfrm>
              <a:off x="467743" y="4793256"/>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0667 h 361971"/>
                <a:gd name="connsiteX4" fmla="*/ 361670 w 361670"/>
                <a:gd name="connsiteY4" fmla="*/ 180667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667 h 361971"/>
                <a:gd name="connsiteX9" fmla="*/ 180835 w 361670"/>
                <a:gd name="connsiteY9" fmla="*/ 12129 h 361971"/>
                <a:gd name="connsiteX10" fmla="*/ 348891 w 361670"/>
                <a:gd name="connsiteY10" fmla="*/ 180667 h 361971"/>
                <a:gd name="connsiteX11" fmla="*/ 348891 w 361670"/>
                <a:gd name="connsiteY11" fmla="*/ 180667 h 361971"/>
                <a:gd name="connsiteX12" fmla="*/ 180835 w 361670"/>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5" y="0"/>
                  </a:moveTo>
                  <a:cubicBezTo>
                    <a:pt x="80513" y="0"/>
                    <a:pt x="0" y="81077"/>
                    <a:pt x="0" y="180667"/>
                  </a:cubicBezTo>
                  <a:cubicBezTo>
                    <a:pt x="0" y="280895"/>
                    <a:pt x="81152" y="361972"/>
                    <a:pt x="180835" y="361972"/>
                  </a:cubicBezTo>
                  <a:cubicBezTo>
                    <a:pt x="280518" y="361972"/>
                    <a:pt x="361670" y="280895"/>
                    <a:pt x="361670" y="180667"/>
                  </a:cubicBezTo>
                  <a:cubicBezTo>
                    <a:pt x="361670" y="180667"/>
                    <a:pt x="361670" y="180667"/>
                    <a:pt x="361670" y="180667"/>
                  </a:cubicBezTo>
                  <a:cubicBezTo>
                    <a:pt x="361670" y="80438"/>
                    <a:pt x="281157" y="0"/>
                    <a:pt x="180835" y="0"/>
                  </a:cubicBezTo>
                  <a:cubicBezTo>
                    <a:pt x="180835" y="0"/>
                    <a:pt x="180835" y="0"/>
                    <a:pt x="180835" y="0"/>
                  </a:cubicBezTo>
                  <a:close/>
                  <a:moveTo>
                    <a:pt x="180835" y="348565"/>
                  </a:moveTo>
                  <a:cubicBezTo>
                    <a:pt x="87542" y="348565"/>
                    <a:pt x="12780" y="273234"/>
                    <a:pt x="12780" y="180667"/>
                  </a:cubicBezTo>
                  <a:cubicBezTo>
                    <a:pt x="12780" y="87461"/>
                    <a:pt x="88181" y="12129"/>
                    <a:pt x="180835" y="12129"/>
                  </a:cubicBezTo>
                  <a:cubicBezTo>
                    <a:pt x="273489" y="12129"/>
                    <a:pt x="348891" y="87461"/>
                    <a:pt x="348891" y="180667"/>
                  </a:cubicBezTo>
                  <a:lnTo>
                    <a:pt x="348891" y="180667"/>
                  </a:lnTo>
                  <a:cubicBezTo>
                    <a:pt x="348891" y="273234"/>
                    <a:pt x="273489" y="348565"/>
                    <a:pt x="180835" y="348565"/>
                  </a:cubicBezTo>
                  <a:close/>
                </a:path>
              </a:pathLst>
            </a:custGeom>
            <a:solidFill>
              <a:srgbClr val="0076A8"/>
            </a:solidFill>
            <a:ln w="6390" cap="flat">
              <a:noFill/>
              <a:prstDash val="solid"/>
              <a:miter/>
            </a:ln>
          </p:spPr>
          <p:txBody>
            <a:bodyPr rtlCol="0" anchor="ctr"/>
            <a:lstStyle/>
            <a:p>
              <a:endParaRPr lang="en-US"/>
            </a:p>
          </p:txBody>
        </p:sp>
        <p:sp>
          <p:nvSpPr>
            <p:cNvPr id="1014" name="Graphic 4">
              <a:extLst>
                <a:ext uri="{FF2B5EF4-FFF2-40B4-BE49-F238E27FC236}">
                  <a16:creationId xmlns:a16="http://schemas.microsoft.com/office/drawing/2014/main" id="{6AD7C9F7-284C-224D-B85C-F5F75E8D820C}"/>
                </a:ext>
              </a:extLst>
            </p:cNvPr>
            <p:cNvSpPr/>
            <p:nvPr/>
          </p:nvSpPr>
          <p:spPr>
            <a:xfrm>
              <a:off x="569982" y="4867629"/>
              <a:ext cx="157192" cy="214182"/>
            </a:xfrm>
            <a:custGeom>
              <a:avLst/>
              <a:gdLst>
                <a:gd name="connsiteX0" fmla="*/ 150803 w 157192"/>
                <a:gd name="connsiteY0" fmla="*/ 200776 h 214182"/>
                <a:gd name="connsiteX1" fmla="*/ 127160 w 157192"/>
                <a:gd name="connsiteY1" fmla="*/ 200776 h 214182"/>
                <a:gd name="connsiteX2" fmla="*/ 107351 w 157192"/>
                <a:gd name="connsiteY2" fmla="*/ 62244 h 214182"/>
                <a:gd name="connsiteX3" fmla="*/ 129077 w 157192"/>
                <a:gd name="connsiteY3" fmla="*/ 62244 h 214182"/>
                <a:gd name="connsiteX4" fmla="*/ 135467 w 157192"/>
                <a:gd name="connsiteY4" fmla="*/ 55860 h 214182"/>
                <a:gd name="connsiteX5" fmla="*/ 135467 w 157192"/>
                <a:gd name="connsiteY5" fmla="*/ 41177 h 214182"/>
                <a:gd name="connsiteX6" fmla="*/ 129077 w 157192"/>
                <a:gd name="connsiteY6" fmla="*/ 34793 h 214182"/>
                <a:gd name="connsiteX7" fmla="*/ 122687 w 157192"/>
                <a:gd name="connsiteY7" fmla="*/ 41177 h 214182"/>
                <a:gd name="connsiteX8" fmla="*/ 122687 w 157192"/>
                <a:gd name="connsiteY8" fmla="*/ 49476 h 214182"/>
                <a:gd name="connsiteX9" fmla="*/ 106712 w 157192"/>
                <a:gd name="connsiteY9" fmla="*/ 49476 h 214182"/>
                <a:gd name="connsiteX10" fmla="*/ 106712 w 157192"/>
                <a:gd name="connsiteY10" fmla="*/ 20110 h 214182"/>
                <a:gd name="connsiteX11" fmla="*/ 104156 w 157192"/>
                <a:gd name="connsiteY11" fmla="*/ 15002 h 214182"/>
                <a:gd name="connsiteX12" fmla="*/ 82430 w 157192"/>
                <a:gd name="connsiteY12" fmla="*/ 958 h 214182"/>
                <a:gd name="connsiteX13" fmla="*/ 75401 w 157192"/>
                <a:gd name="connsiteY13" fmla="*/ 958 h 214182"/>
                <a:gd name="connsiteX14" fmla="*/ 53675 w 157192"/>
                <a:gd name="connsiteY14" fmla="*/ 15002 h 214182"/>
                <a:gd name="connsiteX15" fmla="*/ 51119 w 157192"/>
                <a:gd name="connsiteY15" fmla="*/ 20110 h 214182"/>
                <a:gd name="connsiteX16" fmla="*/ 51119 w 157192"/>
                <a:gd name="connsiteY16" fmla="*/ 50114 h 214182"/>
                <a:gd name="connsiteX17" fmla="*/ 35145 w 157192"/>
                <a:gd name="connsiteY17" fmla="*/ 50114 h 214182"/>
                <a:gd name="connsiteX18" fmla="*/ 35145 w 157192"/>
                <a:gd name="connsiteY18" fmla="*/ 41815 h 214182"/>
                <a:gd name="connsiteX19" fmla="*/ 28755 w 157192"/>
                <a:gd name="connsiteY19" fmla="*/ 35431 h 214182"/>
                <a:gd name="connsiteX20" fmla="*/ 22365 w 157192"/>
                <a:gd name="connsiteY20" fmla="*/ 41815 h 214182"/>
                <a:gd name="connsiteX21" fmla="*/ 22365 w 157192"/>
                <a:gd name="connsiteY21" fmla="*/ 56498 h 214182"/>
                <a:gd name="connsiteX22" fmla="*/ 28755 w 157192"/>
                <a:gd name="connsiteY22" fmla="*/ 62882 h 214182"/>
                <a:gd name="connsiteX23" fmla="*/ 49842 w 157192"/>
                <a:gd name="connsiteY23" fmla="*/ 62882 h 214182"/>
                <a:gd name="connsiteX24" fmla="*/ 30033 w 157192"/>
                <a:gd name="connsiteY24" fmla="*/ 201415 h 214182"/>
                <a:gd name="connsiteX25" fmla="*/ 6390 w 157192"/>
                <a:gd name="connsiteY25" fmla="*/ 201415 h 214182"/>
                <a:gd name="connsiteX26" fmla="*/ 0 w 157192"/>
                <a:gd name="connsiteY26" fmla="*/ 207799 h 214182"/>
                <a:gd name="connsiteX27" fmla="*/ 6390 w 157192"/>
                <a:gd name="connsiteY27" fmla="*/ 214183 h 214182"/>
                <a:gd name="connsiteX28" fmla="*/ 150803 w 157192"/>
                <a:gd name="connsiteY28" fmla="*/ 214183 h 214182"/>
                <a:gd name="connsiteX29" fmla="*/ 157192 w 157192"/>
                <a:gd name="connsiteY29" fmla="*/ 207799 h 214182"/>
                <a:gd name="connsiteX30" fmla="*/ 150803 w 157192"/>
                <a:gd name="connsiteY30" fmla="*/ 200776 h 214182"/>
                <a:gd name="connsiteX31" fmla="*/ 150803 w 157192"/>
                <a:gd name="connsiteY31" fmla="*/ 200776 h 214182"/>
                <a:gd name="connsiteX32" fmla="*/ 94571 w 157192"/>
                <a:gd name="connsiteY32" fmla="*/ 62244 h 214182"/>
                <a:gd name="connsiteX33" fmla="*/ 97127 w 157192"/>
                <a:gd name="connsiteY33" fmla="*/ 78842 h 214182"/>
                <a:gd name="connsiteX34" fmla="*/ 54314 w 157192"/>
                <a:gd name="connsiteY34" fmla="*/ 121615 h 214182"/>
                <a:gd name="connsiteX35" fmla="*/ 63260 w 157192"/>
                <a:gd name="connsiteY35" fmla="*/ 62244 h 214182"/>
                <a:gd name="connsiteX36" fmla="*/ 94571 w 157192"/>
                <a:gd name="connsiteY36" fmla="*/ 62244 h 214182"/>
                <a:gd name="connsiteX37" fmla="*/ 114380 w 157192"/>
                <a:gd name="connsiteY37" fmla="*/ 200776 h 214182"/>
                <a:gd name="connsiteX38" fmla="*/ 65177 w 157192"/>
                <a:gd name="connsiteY38" fmla="*/ 200776 h 214182"/>
                <a:gd name="connsiteX39" fmla="*/ 108629 w 157192"/>
                <a:gd name="connsiteY39" fmla="*/ 157365 h 214182"/>
                <a:gd name="connsiteX40" fmla="*/ 114380 w 157192"/>
                <a:gd name="connsiteY40" fmla="*/ 200776 h 214182"/>
                <a:gd name="connsiteX41" fmla="*/ 63260 w 157192"/>
                <a:gd name="connsiteY41" fmla="*/ 23302 h 214182"/>
                <a:gd name="connsiteX42" fmla="*/ 78596 w 157192"/>
                <a:gd name="connsiteY42" fmla="*/ 13087 h 214182"/>
                <a:gd name="connsiteX43" fmla="*/ 93932 w 157192"/>
                <a:gd name="connsiteY43" fmla="*/ 23302 h 214182"/>
                <a:gd name="connsiteX44" fmla="*/ 93932 w 157192"/>
                <a:gd name="connsiteY44" fmla="*/ 49476 h 214182"/>
                <a:gd name="connsiteX45" fmla="*/ 63260 w 157192"/>
                <a:gd name="connsiteY45" fmla="*/ 49476 h 214182"/>
                <a:gd name="connsiteX46" fmla="*/ 63260 w 157192"/>
                <a:gd name="connsiteY46" fmla="*/ 23302 h 214182"/>
                <a:gd name="connsiteX47" fmla="*/ 51119 w 157192"/>
                <a:gd name="connsiteY47" fmla="*/ 142682 h 214182"/>
                <a:gd name="connsiteX48" fmla="*/ 99683 w 157192"/>
                <a:gd name="connsiteY48" fmla="*/ 94164 h 214182"/>
                <a:gd name="connsiteX49" fmla="*/ 106712 w 157192"/>
                <a:gd name="connsiteY49" fmla="*/ 141405 h 214182"/>
                <a:gd name="connsiteX50" fmla="*/ 47925 w 157192"/>
                <a:gd name="connsiteY50" fmla="*/ 200138 h 214182"/>
                <a:gd name="connsiteX51" fmla="*/ 43452 w 157192"/>
                <a:gd name="connsiteY51" fmla="*/ 200138 h 214182"/>
                <a:gd name="connsiteX52" fmla="*/ 51119 w 157192"/>
                <a:gd name="connsiteY52" fmla="*/ 142682 h 214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57192" h="214182">
                  <a:moveTo>
                    <a:pt x="150803" y="200776"/>
                  </a:moveTo>
                  <a:lnTo>
                    <a:pt x="127160" y="200776"/>
                  </a:lnTo>
                  <a:lnTo>
                    <a:pt x="107351" y="62244"/>
                  </a:lnTo>
                  <a:lnTo>
                    <a:pt x="129077" y="62244"/>
                  </a:lnTo>
                  <a:cubicBezTo>
                    <a:pt x="132911" y="62244"/>
                    <a:pt x="135467" y="59690"/>
                    <a:pt x="135467" y="55860"/>
                  </a:cubicBezTo>
                  <a:lnTo>
                    <a:pt x="135467" y="41177"/>
                  </a:lnTo>
                  <a:cubicBezTo>
                    <a:pt x="135467" y="37346"/>
                    <a:pt x="132911" y="34793"/>
                    <a:pt x="129077" y="34793"/>
                  </a:cubicBezTo>
                  <a:cubicBezTo>
                    <a:pt x="125243" y="34793"/>
                    <a:pt x="122687" y="37346"/>
                    <a:pt x="122687" y="41177"/>
                  </a:cubicBezTo>
                  <a:lnTo>
                    <a:pt x="122687" y="49476"/>
                  </a:lnTo>
                  <a:lnTo>
                    <a:pt x="106712" y="49476"/>
                  </a:lnTo>
                  <a:lnTo>
                    <a:pt x="106712" y="20110"/>
                  </a:lnTo>
                  <a:cubicBezTo>
                    <a:pt x="106712" y="18194"/>
                    <a:pt x="105434" y="16279"/>
                    <a:pt x="104156" y="15002"/>
                  </a:cubicBezTo>
                  <a:lnTo>
                    <a:pt x="82430" y="958"/>
                  </a:lnTo>
                  <a:cubicBezTo>
                    <a:pt x="80513" y="-319"/>
                    <a:pt x="77318" y="-319"/>
                    <a:pt x="75401" y="958"/>
                  </a:cubicBezTo>
                  <a:lnTo>
                    <a:pt x="53675" y="15002"/>
                  </a:lnTo>
                  <a:cubicBezTo>
                    <a:pt x="51759" y="16279"/>
                    <a:pt x="51119" y="18194"/>
                    <a:pt x="51119" y="20110"/>
                  </a:cubicBezTo>
                  <a:lnTo>
                    <a:pt x="51119" y="50114"/>
                  </a:lnTo>
                  <a:lnTo>
                    <a:pt x="35145" y="50114"/>
                  </a:lnTo>
                  <a:lnTo>
                    <a:pt x="35145" y="41815"/>
                  </a:lnTo>
                  <a:cubicBezTo>
                    <a:pt x="35145" y="37985"/>
                    <a:pt x="32589" y="35431"/>
                    <a:pt x="28755" y="35431"/>
                  </a:cubicBezTo>
                  <a:cubicBezTo>
                    <a:pt x="24921" y="35431"/>
                    <a:pt x="22365" y="37985"/>
                    <a:pt x="22365" y="41815"/>
                  </a:cubicBezTo>
                  <a:lnTo>
                    <a:pt x="22365" y="56498"/>
                  </a:lnTo>
                  <a:cubicBezTo>
                    <a:pt x="22365" y="60329"/>
                    <a:pt x="24921" y="62882"/>
                    <a:pt x="28755" y="62882"/>
                  </a:cubicBezTo>
                  <a:lnTo>
                    <a:pt x="49842" y="62882"/>
                  </a:lnTo>
                  <a:lnTo>
                    <a:pt x="30033" y="201415"/>
                  </a:lnTo>
                  <a:lnTo>
                    <a:pt x="6390" y="201415"/>
                  </a:lnTo>
                  <a:cubicBezTo>
                    <a:pt x="2556" y="201415"/>
                    <a:pt x="0" y="203968"/>
                    <a:pt x="0" y="207799"/>
                  </a:cubicBezTo>
                  <a:cubicBezTo>
                    <a:pt x="0" y="211629"/>
                    <a:pt x="2556" y="214183"/>
                    <a:pt x="6390" y="214183"/>
                  </a:cubicBezTo>
                  <a:lnTo>
                    <a:pt x="150803" y="214183"/>
                  </a:lnTo>
                  <a:cubicBezTo>
                    <a:pt x="154637" y="214183"/>
                    <a:pt x="157192" y="211629"/>
                    <a:pt x="157192" y="207799"/>
                  </a:cubicBezTo>
                  <a:cubicBezTo>
                    <a:pt x="157192" y="203968"/>
                    <a:pt x="153998" y="200776"/>
                    <a:pt x="150803" y="200776"/>
                  </a:cubicBezTo>
                  <a:lnTo>
                    <a:pt x="150803" y="200776"/>
                  </a:lnTo>
                  <a:close/>
                  <a:moveTo>
                    <a:pt x="94571" y="62244"/>
                  </a:moveTo>
                  <a:lnTo>
                    <a:pt x="97127" y="78842"/>
                  </a:lnTo>
                  <a:lnTo>
                    <a:pt x="54314" y="121615"/>
                  </a:lnTo>
                  <a:lnTo>
                    <a:pt x="63260" y="62244"/>
                  </a:lnTo>
                  <a:lnTo>
                    <a:pt x="94571" y="62244"/>
                  </a:lnTo>
                  <a:close/>
                  <a:moveTo>
                    <a:pt x="114380" y="200776"/>
                  </a:moveTo>
                  <a:lnTo>
                    <a:pt x="65177" y="200776"/>
                  </a:lnTo>
                  <a:lnTo>
                    <a:pt x="108629" y="157365"/>
                  </a:lnTo>
                  <a:lnTo>
                    <a:pt x="114380" y="200776"/>
                  </a:lnTo>
                  <a:close/>
                  <a:moveTo>
                    <a:pt x="63260" y="23302"/>
                  </a:moveTo>
                  <a:lnTo>
                    <a:pt x="78596" y="13087"/>
                  </a:lnTo>
                  <a:lnTo>
                    <a:pt x="93932" y="23302"/>
                  </a:lnTo>
                  <a:lnTo>
                    <a:pt x="93932" y="49476"/>
                  </a:lnTo>
                  <a:lnTo>
                    <a:pt x="63260" y="49476"/>
                  </a:lnTo>
                  <a:lnTo>
                    <a:pt x="63260" y="23302"/>
                  </a:lnTo>
                  <a:close/>
                  <a:moveTo>
                    <a:pt x="51119" y="142682"/>
                  </a:moveTo>
                  <a:lnTo>
                    <a:pt x="99683" y="94164"/>
                  </a:lnTo>
                  <a:lnTo>
                    <a:pt x="106712" y="141405"/>
                  </a:lnTo>
                  <a:lnTo>
                    <a:pt x="47925" y="200138"/>
                  </a:lnTo>
                  <a:lnTo>
                    <a:pt x="43452" y="200138"/>
                  </a:lnTo>
                  <a:lnTo>
                    <a:pt x="51119" y="142682"/>
                  </a:lnTo>
                  <a:close/>
                </a:path>
              </a:pathLst>
            </a:custGeom>
            <a:solidFill>
              <a:srgbClr val="0076A8"/>
            </a:solidFill>
            <a:ln w="6390" cap="flat">
              <a:noFill/>
              <a:prstDash val="solid"/>
              <a:miter/>
            </a:ln>
          </p:spPr>
          <p:txBody>
            <a:bodyPr rtlCol="0" anchor="ctr"/>
            <a:lstStyle/>
            <a:p>
              <a:endParaRPr lang="en-US"/>
            </a:p>
          </p:txBody>
        </p:sp>
      </p:grpSp>
      <p:grpSp>
        <p:nvGrpSpPr>
          <p:cNvPr id="1015" name="Graphic 4">
            <a:extLst>
              <a:ext uri="{FF2B5EF4-FFF2-40B4-BE49-F238E27FC236}">
                <a16:creationId xmlns:a16="http://schemas.microsoft.com/office/drawing/2014/main" id="{3BAD7B48-5AA5-7D4F-9723-DC6B00E4F073}"/>
              </a:ext>
            </a:extLst>
          </p:cNvPr>
          <p:cNvGrpSpPr>
            <a:grpSpLocks noChangeAspect="1"/>
          </p:cNvGrpSpPr>
          <p:nvPr/>
        </p:nvGrpSpPr>
        <p:grpSpPr>
          <a:xfrm>
            <a:off x="905454" y="4793256"/>
            <a:ext cx="362309" cy="361971"/>
            <a:chOff x="905454" y="4793256"/>
            <a:chExt cx="362309" cy="361971"/>
          </a:xfrm>
          <a:solidFill>
            <a:srgbClr val="0076A8"/>
          </a:solidFill>
        </p:grpSpPr>
        <p:sp>
          <p:nvSpPr>
            <p:cNvPr id="1016" name="Graphic 4">
              <a:extLst>
                <a:ext uri="{FF2B5EF4-FFF2-40B4-BE49-F238E27FC236}">
                  <a16:creationId xmlns:a16="http://schemas.microsoft.com/office/drawing/2014/main" id="{4FDB23F8-443D-DE48-AC5B-BB048F677BB5}"/>
                </a:ext>
              </a:extLst>
            </p:cNvPr>
            <p:cNvSpPr/>
            <p:nvPr/>
          </p:nvSpPr>
          <p:spPr>
            <a:xfrm>
              <a:off x="1072870" y="5024995"/>
              <a:ext cx="49841" cy="43411"/>
            </a:xfrm>
            <a:custGeom>
              <a:avLst/>
              <a:gdLst>
                <a:gd name="connsiteX0" fmla="*/ 49842 w 49841"/>
                <a:gd name="connsiteY0" fmla="*/ 43411 h 43411"/>
                <a:gd name="connsiteX1" fmla="*/ 43452 w 49841"/>
                <a:gd name="connsiteY1" fmla="*/ 0 h 43411"/>
                <a:gd name="connsiteX2" fmla="*/ 0 w 49841"/>
                <a:gd name="connsiteY2" fmla="*/ 43411 h 43411"/>
              </a:gdLst>
              <a:ahLst/>
              <a:cxnLst>
                <a:cxn ang="0">
                  <a:pos x="connsiteX0" y="connsiteY0"/>
                </a:cxn>
                <a:cxn ang="0">
                  <a:pos x="connsiteX1" y="connsiteY1"/>
                </a:cxn>
                <a:cxn ang="0">
                  <a:pos x="connsiteX2" y="connsiteY2"/>
                </a:cxn>
              </a:cxnLst>
              <a:rect l="l" t="t" r="r" b="b"/>
              <a:pathLst>
                <a:path w="49841" h="43411">
                  <a:moveTo>
                    <a:pt x="49842" y="43411"/>
                  </a:moveTo>
                  <a:lnTo>
                    <a:pt x="43452" y="0"/>
                  </a:lnTo>
                  <a:lnTo>
                    <a:pt x="0" y="43411"/>
                  </a:lnTo>
                  <a:close/>
                </a:path>
              </a:pathLst>
            </a:custGeom>
            <a:solidFill>
              <a:srgbClr val="0076A8"/>
            </a:solidFill>
            <a:ln w="6390" cap="flat">
              <a:noFill/>
              <a:prstDash val="solid"/>
              <a:miter/>
            </a:ln>
          </p:spPr>
          <p:txBody>
            <a:bodyPr rtlCol="0" anchor="ctr"/>
            <a:lstStyle/>
            <a:p>
              <a:endParaRPr lang="en-US"/>
            </a:p>
          </p:txBody>
        </p:sp>
        <p:sp>
          <p:nvSpPr>
            <p:cNvPr id="1017" name="Graphic 4">
              <a:extLst>
                <a:ext uri="{FF2B5EF4-FFF2-40B4-BE49-F238E27FC236}">
                  <a16:creationId xmlns:a16="http://schemas.microsoft.com/office/drawing/2014/main" id="{A2F7D1C7-84C8-644E-8141-26CEB208AB88}"/>
                </a:ext>
              </a:extLst>
            </p:cNvPr>
            <p:cNvSpPr/>
            <p:nvPr/>
          </p:nvSpPr>
          <p:spPr>
            <a:xfrm>
              <a:off x="905454" y="4793256"/>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53042 w 362309"/>
                <a:gd name="connsiteY6" fmla="*/ 287917 h 361971"/>
                <a:gd name="connsiteX7" fmla="*/ 109268 w 362309"/>
                <a:gd name="connsiteY7" fmla="*/ 287917 h 361971"/>
                <a:gd name="connsiteX8" fmla="*/ 102878 w 362309"/>
                <a:gd name="connsiteY8" fmla="*/ 281533 h 361971"/>
                <a:gd name="connsiteX9" fmla="*/ 109268 w 362309"/>
                <a:gd name="connsiteY9" fmla="*/ 275149 h 361971"/>
                <a:gd name="connsiteX10" fmla="*/ 132272 w 362309"/>
                <a:gd name="connsiteY10" fmla="*/ 275149 h 361971"/>
                <a:gd name="connsiteX11" fmla="*/ 152081 w 362309"/>
                <a:gd name="connsiteY11" fmla="*/ 136617 h 361971"/>
                <a:gd name="connsiteX12" fmla="*/ 130355 w 362309"/>
                <a:gd name="connsiteY12" fmla="*/ 136617 h 361971"/>
                <a:gd name="connsiteX13" fmla="*/ 123965 w 362309"/>
                <a:gd name="connsiteY13" fmla="*/ 130233 h 361971"/>
                <a:gd name="connsiteX14" fmla="*/ 123965 w 362309"/>
                <a:gd name="connsiteY14" fmla="*/ 115550 h 361971"/>
                <a:gd name="connsiteX15" fmla="*/ 130355 w 362309"/>
                <a:gd name="connsiteY15" fmla="*/ 109166 h 361971"/>
                <a:gd name="connsiteX16" fmla="*/ 136745 w 362309"/>
                <a:gd name="connsiteY16" fmla="*/ 115550 h 361971"/>
                <a:gd name="connsiteX17" fmla="*/ 136745 w 362309"/>
                <a:gd name="connsiteY17" fmla="*/ 123849 h 361971"/>
                <a:gd name="connsiteX18" fmla="*/ 152720 w 362309"/>
                <a:gd name="connsiteY18" fmla="*/ 123849 h 361971"/>
                <a:gd name="connsiteX19" fmla="*/ 152720 w 362309"/>
                <a:gd name="connsiteY19" fmla="*/ 94483 h 361971"/>
                <a:gd name="connsiteX20" fmla="*/ 155275 w 362309"/>
                <a:gd name="connsiteY20" fmla="*/ 89376 h 361971"/>
                <a:gd name="connsiteX21" fmla="*/ 177001 w 362309"/>
                <a:gd name="connsiteY21" fmla="*/ 75331 h 361971"/>
                <a:gd name="connsiteX22" fmla="*/ 184030 w 362309"/>
                <a:gd name="connsiteY22" fmla="*/ 75331 h 361971"/>
                <a:gd name="connsiteX23" fmla="*/ 205756 w 362309"/>
                <a:gd name="connsiteY23" fmla="*/ 89376 h 361971"/>
                <a:gd name="connsiteX24" fmla="*/ 208312 w 362309"/>
                <a:gd name="connsiteY24" fmla="*/ 94483 h 361971"/>
                <a:gd name="connsiteX25" fmla="*/ 208312 w 362309"/>
                <a:gd name="connsiteY25" fmla="*/ 124488 h 361971"/>
                <a:gd name="connsiteX26" fmla="*/ 224287 w 362309"/>
                <a:gd name="connsiteY26" fmla="*/ 124488 h 361971"/>
                <a:gd name="connsiteX27" fmla="*/ 224287 w 362309"/>
                <a:gd name="connsiteY27" fmla="*/ 116189 h 361971"/>
                <a:gd name="connsiteX28" fmla="*/ 230677 w 362309"/>
                <a:gd name="connsiteY28" fmla="*/ 109805 h 361971"/>
                <a:gd name="connsiteX29" fmla="*/ 237067 w 362309"/>
                <a:gd name="connsiteY29" fmla="*/ 116189 h 361971"/>
                <a:gd name="connsiteX30" fmla="*/ 237067 w 362309"/>
                <a:gd name="connsiteY30" fmla="*/ 130872 h 361971"/>
                <a:gd name="connsiteX31" fmla="*/ 230677 w 362309"/>
                <a:gd name="connsiteY31" fmla="*/ 137256 h 361971"/>
                <a:gd name="connsiteX32" fmla="*/ 208951 w 362309"/>
                <a:gd name="connsiteY32" fmla="*/ 137256 h 361971"/>
                <a:gd name="connsiteX33" fmla="*/ 228760 w 362309"/>
                <a:gd name="connsiteY33" fmla="*/ 275788 h 361971"/>
                <a:gd name="connsiteX34" fmla="*/ 251764 w 362309"/>
                <a:gd name="connsiteY34" fmla="*/ 275788 h 361971"/>
                <a:gd name="connsiteX35" fmla="*/ 258154 w 362309"/>
                <a:gd name="connsiteY35" fmla="*/ 282172 h 361971"/>
                <a:gd name="connsiteX36" fmla="*/ 253042 w 362309"/>
                <a:gd name="connsiteY36" fmla="*/ 287917 h 361971"/>
                <a:gd name="connsiteX37" fmla="*/ 253042 w 362309"/>
                <a:gd name="connsiteY37" fmla="*/ 28791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0438"/>
                    <a:pt x="281157" y="0"/>
                    <a:pt x="180835" y="0"/>
                  </a:cubicBezTo>
                  <a:close/>
                  <a:moveTo>
                    <a:pt x="253042" y="287917"/>
                  </a:moveTo>
                  <a:lnTo>
                    <a:pt x="109268" y="287917"/>
                  </a:lnTo>
                  <a:cubicBezTo>
                    <a:pt x="105434" y="287917"/>
                    <a:pt x="102878" y="285364"/>
                    <a:pt x="102878" y="281533"/>
                  </a:cubicBezTo>
                  <a:cubicBezTo>
                    <a:pt x="102878" y="277703"/>
                    <a:pt x="105434" y="275149"/>
                    <a:pt x="109268" y="275149"/>
                  </a:cubicBezTo>
                  <a:lnTo>
                    <a:pt x="132272" y="275149"/>
                  </a:lnTo>
                  <a:lnTo>
                    <a:pt x="152081" y="136617"/>
                  </a:lnTo>
                  <a:lnTo>
                    <a:pt x="130355" y="136617"/>
                  </a:lnTo>
                  <a:cubicBezTo>
                    <a:pt x="126521" y="136617"/>
                    <a:pt x="123965" y="134064"/>
                    <a:pt x="123965" y="130233"/>
                  </a:cubicBezTo>
                  <a:lnTo>
                    <a:pt x="123965" y="115550"/>
                  </a:lnTo>
                  <a:cubicBezTo>
                    <a:pt x="123965" y="111720"/>
                    <a:pt x="126521" y="109166"/>
                    <a:pt x="130355" y="109166"/>
                  </a:cubicBezTo>
                  <a:cubicBezTo>
                    <a:pt x="134189" y="109166"/>
                    <a:pt x="136745" y="111720"/>
                    <a:pt x="136745" y="115550"/>
                  </a:cubicBezTo>
                  <a:lnTo>
                    <a:pt x="136745" y="123849"/>
                  </a:lnTo>
                  <a:lnTo>
                    <a:pt x="152720" y="123849"/>
                  </a:lnTo>
                  <a:lnTo>
                    <a:pt x="152720" y="94483"/>
                  </a:lnTo>
                  <a:cubicBezTo>
                    <a:pt x="152720" y="92568"/>
                    <a:pt x="153998" y="90653"/>
                    <a:pt x="155275" y="89376"/>
                  </a:cubicBezTo>
                  <a:lnTo>
                    <a:pt x="177001" y="75331"/>
                  </a:lnTo>
                  <a:cubicBezTo>
                    <a:pt x="178918" y="74054"/>
                    <a:pt x="182113" y="74054"/>
                    <a:pt x="184030" y="75331"/>
                  </a:cubicBezTo>
                  <a:lnTo>
                    <a:pt x="205756" y="89376"/>
                  </a:lnTo>
                  <a:cubicBezTo>
                    <a:pt x="207673" y="90653"/>
                    <a:pt x="208312" y="92568"/>
                    <a:pt x="208312" y="94483"/>
                  </a:cubicBezTo>
                  <a:lnTo>
                    <a:pt x="208312" y="124488"/>
                  </a:lnTo>
                  <a:lnTo>
                    <a:pt x="224287" y="124488"/>
                  </a:lnTo>
                  <a:lnTo>
                    <a:pt x="224287" y="116189"/>
                  </a:lnTo>
                  <a:cubicBezTo>
                    <a:pt x="224287" y="112358"/>
                    <a:pt x="226843" y="109805"/>
                    <a:pt x="230677" y="109805"/>
                  </a:cubicBezTo>
                  <a:cubicBezTo>
                    <a:pt x="234511" y="109805"/>
                    <a:pt x="237067" y="112358"/>
                    <a:pt x="237067" y="116189"/>
                  </a:cubicBezTo>
                  <a:lnTo>
                    <a:pt x="237067" y="130872"/>
                  </a:lnTo>
                  <a:cubicBezTo>
                    <a:pt x="237067" y="134702"/>
                    <a:pt x="234511" y="137256"/>
                    <a:pt x="230677" y="137256"/>
                  </a:cubicBezTo>
                  <a:lnTo>
                    <a:pt x="208951" y="137256"/>
                  </a:lnTo>
                  <a:lnTo>
                    <a:pt x="228760" y="275788"/>
                  </a:lnTo>
                  <a:lnTo>
                    <a:pt x="251764" y="275788"/>
                  </a:lnTo>
                  <a:cubicBezTo>
                    <a:pt x="255597" y="275788"/>
                    <a:pt x="258154" y="278341"/>
                    <a:pt x="258154" y="282172"/>
                  </a:cubicBezTo>
                  <a:cubicBezTo>
                    <a:pt x="258154" y="286002"/>
                    <a:pt x="256875" y="287917"/>
                    <a:pt x="253042" y="287917"/>
                  </a:cubicBezTo>
                  <a:lnTo>
                    <a:pt x="253042" y="287917"/>
                  </a:lnTo>
                  <a:close/>
                </a:path>
              </a:pathLst>
            </a:custGeom>
            <a:solidFill>
              <a:srgbClr val="0076A8"/>
            </a:solidFill>
            <a:ln w="6390" cap="flat">
              <a:noFill/>
              <a:prstDash val="solid"/>
              <a:miter/>
            </a:ln>
          </p:spPr>
          <p:txBody>
            <a:bodyPr rtlCol="0" anchor="ctr"/>
            <a:lstStyle/>
            <a:p>
              <a:endParaRPr lang="en-US"/>
            </a:p>
          </p:txBody>
        </p:sp>
        <p:sp>
          <p:nvSpPr>
            <p:cNvPr id="1018" name="Graphic 4">
              <a:extLst>
                <a:ext uri="{FF2B5EF4-FFF2-40B4-BE49-F238E27FC236}">
                  <a16:creationId xmlns:a16="http://schemas.microsoft.com/office/drawing/2014/main" id="{9E714979-3194-CB49-B625-99D296E6D951}"/>
                </a:ext>
              </a:extLst>
            </p:cNvPr>
            <p:cNvSpPr/>
            <p:nvPr/>
          </p:nvSpPr>
          <p:spPr>
            <a:xfrm>
              <a:off x="1071592" y="4880717"/>
              <a:ext cx="30032" cy="36388"/>
            </a:xfrm>
            <a:custGeom>
              <a:avLst/>
              <a:gdLst>
                <a:gd name="connsiteX0" fmla="*/ 30033 w 30032"/>
                <a:gd name="connsiteY0" fmla="*/ 10214 h 36388"/>
                <a:gd name="connsiteX1" fmla="*/ 14697 w 30032"/>
                <a:gd name="connsiteY1" fmla="*/ 0 h 36388"/>
                <a:gd name="connsiteX2" fmla="*/ 0 w 30032"/>
                <a:gd name="connsiteY2" fmla="*/ 10214 h 36388"/>
                <a:gd name="connsiteX3" fmla="*/ 0 w 30032"/>
                <a:gd name="connsiteY3" fmla="*/ 36388 h 36388"/>
                <a:gd name="connsiteX4" fmla="*/ 30033 w 30032"/>
                <a:gd name="connsiteY4" fmla="*/ 36388 h 36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32" h="36388">
                  <a:moveTo>
                    <a:pt x="30033" y="10214"/>
                  </a:moveTo>
                  <a:lnTo>
                    <a:pt x="14697" y="0"/>
                  </a:lnTo>
                  <a:lnTo>
                    <a:pt x="0" y="10214"/>
                  </a:lnTo>
                  <a:lnTo>
                    <a:pt x="0" y="36388"/>
                  </a:lnTo>
                  <a:lnTo>
                    <a:pt x="30033" y="36388"/>
                  </a:lnTo>
                  <a:close/>
                </a:path>
              </a:pathLst>
            </a:custGeom>
            <a:solidFill>
              <a:srgbClr val="0076A8"/>
            </a:solidFill>
            <a:ln w="6390" cap="flat">
              <a:noFill/>
              <a:prstDash val="solid"/>
              <a:miter/>
            </a:ln>
          </p:spPr>
          <p:txBody>
            <a:bodyPr rtlCol="0" anchor="ctr"/>
            <a:lstStyle/>
            <a:p>
              <a:endParaRPr lang="en-US"/>
            </a:p>
          </p:txBody>
        </p:sp>
        <p:sp>
          <p:nvSpPr>
            <p:cNvPr id="1019" name="Graphic 4">
              <a:extLst>
                <a:ext uri="{FF2B5EF4-FFF2-40B4-BE49-F238E27FC236}">
                  <a16:creationId xmlns:a16="http://schemas.microsoft.com/office/drawing/2014/main" id="{97B37542-D262-0E41-940D-DF5F370C1317}"/>
                </a:ext>
              </a:extLst>
            </p:cNvPr>
            <p:cNvSpPr/>
            <p:nvPr/>
          </p:nvSpPr>
          <p:spPr>
            <a:xfrm>
              <a:off x="1062007" y="4929873"/>
              <a:ext cx="42812" cy="59371"/>
            </a:xfrm>
            <a:custGeom>
              <a:avLst/>
              <a:gdLst>
                <a:gd name="connsiteX0" fmla="*/ 42813 w 42812"/>
                <a:gd name="connsiteY0" fmla="*/ 16599 h 59371"/>
                <a:gd name="connsiteX1" fmla="*/ 40896 w 42812"/>
                <a:gd name="connsiteY1" fmla="*/ 0 h 59371"/>
                <a:gd name="connsiteX2" fmla="*/ 8307 w 42812"/>
                <a:gd name="connsiteY2" fmla="*/ 0 h 59371"/>
                <a:gd name="connsiteX3" fmla="*/ 0 w 42812"/>
                <a:gd name="connsiteY3" fmla="*/ 59371 h 59371"/>
              </a:gdLst>
              <a:ahLst/>
              <a:cxnLst>
                <a:cxn ang="0">
                  <a:pos x="connsiteX0" y="connsiteY0"/>
                </a:cxn>
                <a:cxn ang="0">
                  <a:pos x="connsiteX1" y="connsiteY1"/>
                </a:cxn>
                <a:cxn ang="0">
                  <a:pos x="connsiteX2" y="connsiteY2"/>
                </a:cxn>
                <a:cxn ang="0">
                  <a:pos x="connsiteX3" y="connsiteY3"/>
                </a:cxn>
              </a:cxnLst>
              <a:rect l="l" t="t" r="r" b="b"/>
              <a:pathLst>
                <a:path w="42812" h="59371">
                  <a:moveTo>
                    <a:pt x="42813" y="16599"/>
                  </a:moveTo>
                  <a:lnTo>
                    <a:pt x="40896" y="0"/>
                  </a:lnTo>
                  <a:lnTo>
                    <a:pt x="8307" y="0"/>
                  </a:lnTo>
                  <a:lnTo>
                    <a:pt x="0" y="59371"/>
                  </a:lnTo>
                  <a:close/>
                </a:path>
              </a:pathLst>
            </a:custGeom>
            <a:solidFill>
              <a:srgbClr val="0076A8"/>
            </a:solidFill>
            <a:ln w="6390" cap="flat">
              <a:noFill/>
              <a:prstDash val="solid"/>
              <a:miter/>
            </a:ln>
          </p:spPr>
          <p:txBody>
            <a:bodyPr rtlCol="0" anchor="ctr"/>
            <a:lstStyle/>
            <a:p>
              <a:endParaRPr lang="en-US"/>
            </a:p>
          </p:txBody>
        </p:sp>
        <p:sp>
          <p:nvSpPr>
            <p:cNvPr id="1020" name="Graphic 4">
              <a:extLst>
                <a:ext uri="{FF2B5EF4-FFF2-40B4-BE49-F238E27FC236}">
                  <a16:creationId xmlns:a16="http://schemas.microsoft.com/office/drawing/2014/main" id="{925BDB8F-3625-F94B-9179-C5D93F37DD16}"/>
                </a:ext>
              </a:extLst>
            </p:cNvPr>
            <p:cNvSpPr/>
            <p:nvPr/>
          </p:nvSpPr>
          <p:spPr>
            <a:xfrm>
              <a:off x="1050505" y="4962432"/>
              <a:ext cx="63260" cy="105973"/>
            </a:xfrm>
            <a:custGeom>
              <a:avLst/>
              <a:gdLst>
                <a:gd name="connsiteX0" fmla="*/ 63260 w 63260"/>
                <a:gd name="connsiteY0" fmla="*/ 47241 h 105973"/>
                <a:gd name="connsiteX1" fmla="*/ 56871 w 63260"/>
                <a:gd name="connsiteY1" fmla="*/ 0 h 105973"/>
                <a:gd name="connsiteX2" fmla="*/ 8307 w 63260"/>
                <a:gd name="connsiteY2" fmla="*/ 47880 h 105973"/>
                <a:gd name="connsiteX3" fmla="*/ 0 w 63260"/>
                <a:gd name="connsiteY3" fmla="*/ 105974 h 105973"/>
                <a:gd name="connsiteX4" fmla="*/ 4473 w 63260"/>
                <a:gd name="connsiteY4" fmla="*/ 105974 h 1059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260" h="105973">
                  <a:moveTo>
                    <a:pt x="63260" y="47241"/>
                  </a:moveTo>
                  <a:lnTo>
                    <a:pt x="56871" y="0"/>
                  </a:lnTo>
                  <a:lnTo>
                    <a:pt x="8307" y="47880"/>
                  </a:lnTo>
                  <a:lnTo>
                    <a:pt x="0" y="105974"/>
                  </a:lnTo>
                  <a:lnTo>
                    <a:pt x="4473" y="105974"/>
                  </a:lnTo>
                  <a:close/>
                </a:path>
              </a:pathLst>
            </a:custGeom>
            <a:solidFill>
              <a:srgbClr val="0076A8"/>
            </a:solidFill>
            <a:ln w="6390" cap="flat">
              <a:noFill/>
              <a:prstDash val="solid"/>
              <a:miter/>
            </a:ln>
          </p:spPr>
          <p:txBody>
            <a:bodyPr rtlCol="0" anchor="ctr"/>
            <a:lstStyle/>
            <a:p>
              <a:endParaRPr lang="en-US"/>
            </a:p>
          </p:txBody>
        </p:sp>
      </p:grpSp>
      <p:grpSp>
        <p:nvGrpSpPr>
          <p:cNvPr id="1021" name="Graphic 4">
            <a:extLst>
              <a:ext uri="{FF2B5EF4-FFF2-40B4-BE49-F238E27FC236}">
                <a16:creationId xmlns:a16="http://schemas.microsoft.com/office/drawing/2014/main" id="{F5EEC7C5-C149-424B-B0B6-F515950B12B4}"/>
              </a:ext>
            </a:extLst>
          </p:cNvPr>
          <p:cNvGrpSpPr>
            <a:grpSpLocks noChangeAspect="1"/>
          </p:cNvGrpSpPr>
          <p:nvPr/>
        </p:nvGrpSpPr>
        <p:grpSpPr>
          <a:xfrm>
            <a:off x="6753524" y="4308712"/>
            <a:ext cx="361674" cy="361971"/>
            <a:chOff x="6753524" y="4308712"/>
            <a:chExt cx="361674" cy="361971"/>
          </a:xfrm>
          <a:solidFill>
            <a:srgbClr val="00A3E0"/>
          </a:solidFill>
        </p:grpSpPr>
        <p:sp>
          <p:nvSpPr>
            <p:cNvPr id="1022" name="Graphic 4">
              <a:extLst>
                <a:ext uri="{FF2B5EF4-FFF2-40B4-BE49-F238E27FC236}">
                  <a16:creationId xmlns:a16="http://schemas.microsoft.com/office/drawing/2014/main" id="{C05C099D-C14A-5544-B36B-A2EBB9798799}"/>
                </a:ext>
              </a:extLst>
            </p:cNvPr>
            <p:cNvSpPr/>
            <p:nvPr/>
          </p:nvSpPr>
          <p:spPr>
            <a:xfrm>
              <a:off x="6753524" y="4308712"/>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 name="connsiteX13" fmla="*/ 180835 w 361674"/>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4"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2309" y="81077"/>
                    <a:pt x="281157" y="0"/>
                    <a:pt x="180835" y="0"/>
                  </a:cubicBezTo>
                  <a:cubicBezTo>
                    <a:pt x="181474" y="0"/>
                    <a:pt x="181474" y="0"/>
                    <a:pt x="180835" y="0"/>
                  </a:cubicBezTo>
                  <a:close/>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lnTo>
                    <a:pt x="348890" y="180667"/>
                  </a:lnTo>
                  <a:cubicBezTo>
                    <a:pt x="349529" y="273873"/>
                    <a:pt x="274128" y="349204"/>
                    <a:pt x="180835" y="349204"/>
                  </a:cubicBezTo>
                  <a:lnTo>
                    <a:pt x="180835" y="349204"/>
                  </a:lnTo>
                  <a:close/>
                </a:path>
              </a:pathLst>
            </a:custGeom>
            <a:solidFill>
              <a:srgbClr val="00A3E0"/>
            </a:solidFill>
            <a:ln w="6390" cap="flat">
              <a:noFill/>
              <a:prstDash val="solid"/>
              <a:miter/>
            </a:ln>
          </p:spPr>
          <p:txBody>
            <a:bodyPr rtlCol="0" anchor="ctr"/>
            <a:lstStyle/>
            <a:p>
              <a:endParaRPr lang="en-US"/>
            </a:p>
          </p:txBody>
        </p:sp>
        <p:sp>
          <p:nvSpPr>
            <p:cNvPr id="1023" name="Graphic 4">
              <a:extLst>
                <a:ext uri="{FF2B5EF4-FFF2-40B4-BE49-F238E27FC236}">
                  <a16:creationId xmlns:a16="http://schemas.microsoft.com/office/drawing/2014/main" id="{27364A23-2A77-E949-ABF1-422AD17E546C}"/>
                </a:ext>
              </a:extLst>
            </p:cNvPr>
            <p:cNvSpPr/>
            <p:nvPr/>
          </p:nvSpPr>
          <p:spPr>
            <a:xfrm>
              <a:off x="6849582" y="4368607"/>
              <a:ext cx="170402" cy="237074"/>
            </a:xfrm>
            <a:custGeom>
              <a:avLst/>
              <a:gdLst>
                <a:gd name="connsiteX0" fmla="*/ 165291 w 170402"/>
                <a:gd name="connsiteY0" fmla="*/ 42249 h 237074"/>
                <a:gd name="connsiteX1" fmla="*/ 138453 w 170402"/>
                <a:gd name="connsiteY1" fmla="*/ 35865 h 237074"/>
                <a:gd name="connsiteX2" fmla="*/ 138453 w 170402"/>
                <a:gd name="connsiteY2" fmla="*/ 24373 h 237074"/>
                <a:gd name="connsiteX3" fmla="*/ 118006 w 170402"/>
                <a:gd name="connsiteY3" fmla="*/ 114 h 237074"/>
                <a:gd name="connsiteX4" fmla="*/ 93723 w 170402"/>
                <a:gd name="connsiteY4" fmla="*/ 20543 h 237074"/>
                <a:gd name="connsiteX5" fmla="*/ 93723 w 170402"/>
                <a:gd name="connsiteY5" fmla="*/ 23735 h 237074"/>
                <a:gd name="connsiteX6" fmla="*/ 93723 w 170402"/>
                <a:gd name="connsiteY6" fmla="*/ 25650 h 237074"/>
                <a:gd name="connsiteX7" fmla="*/ 21518 w 170402"/>
                <a:gd name="connsiteY7" fmla="*/ 9690 h 237074"/>
                <a:gd name="connsiteX8" fmla="*/ 14488 w 170402"/>
                <a:gd name="connsiteY8" fmla="*/ 12882 h 237074"/>
                <a:gd name="connsiteX9" fmla="*/ 14488 w 170402"/>
                <a:gd name="connsiteY9" fmla="*/ 130986 h 237074"/>
                <a:gd name="connsiteX10" fmla="*/ 20239 w 170402"/>
                <a:gd name="connsiteY10" fmla="*/ 134178 h 237074"/>
                <a:gd name="connsiteX11" fmla="*/ 21518 w 170402"/>
                <a:gd name="connsiteY11" fmla="*/ 134178 h 237074"/>
                <a:gd name="connsiteX12" fmla="*/ 93723 w 170402"/>
                <a:gd name="connsiteY12" fmla="*/ 118218 h 237074"/>
                <a:gd name="connsiteX13" fmla="*/ 93723 w 170402"/>
                <a:gd name="connsiteY13" fmla="*/ 216531 h 237074"/>
                <a:gd name="connsiteX14" fmla="*/ 118006 w 170402"/>
                <a:gd name="connsiteY14" fmla="*/ 236960 h 237074"/>
                <a:gd name="connsiteX15" fmla="*/ 138453 w 170402"/>
                <a:gd name="connsiteY15" fmla="*/ 216531 h 237074"/>
                <a:gd name="connsiteX16" fmla="*/ 138453 w 170402"/>
                <a:gd name="connsiteY16" fmla="*/ 108642 h 237074"/>
                <a:gd name="connsiteX17" fmla="*/ 165291 w 170402"/>
                <a:gd name="connsiteY17" fmla="*/ 102896 h 237074"/>
                <a:gd name="connsiteX18" fmla="*/ 170403 w 170402"/>
                <a:gd name="connsiteY18" fmla="*/ 96512 h 237074"/>
                <a:gd name="connsiteX19" fmla="*/ 170403 w 170402"/>
                <a:gd name="connsiteY19" fmla="*/ 48633 h 237074"/>
                <a:gd name="connsiteX20" fmla="*/ 165291 w 170402"/>
                <a:gd name="connsiteY20" fmla="*/ 42249 h 237074"/>
                <a:gd name="connsiteX21" fmla="*/ 106503 w 170402"/>
                <a:gd name="connsiteY21" fmla="*/ 24373 h 237074"/>
                <a:gd name="connsiteX22" fmla="*/ 114811 w 170402"/>
                <a:gd name="connsiteY22" fmla="*/ 13521 h 237074"/>
                <a:gd name="connsiteX23" fmla="*/ 125673 w 170402"/>
                <a:gd name="connsiteY23" fmla="*/ 21820 h 237074"/>
                <a:gd name="connsiteX24" fmla="*/ 125673 w 170402"/>
                <a:gd name="connsiteY24" fmla="*/ 23735 h 237074"/>
                <a:gd name="connsiteX25" fmla="*/ 125673 w 170402"/>
                <a:gd name="connsiteY25" fmla="*/ 33311 h 237074"/>
                <a:gd name="connsiteX26" fmla="*/ 106503 w 170402"/>
                <a:gd name="connsiteY26" fmla="*/ 28842 h 237074"/>
                <a:gd name="connsiteX27" fmla="*/ 106503 w 170402"/>
                <a:gd name="connsiteY27" fmla="*/ 24373 h 237074"/>
                <a:gd name="connsiteX28" fmla="*/ 125673 w 170402"/>
                <a:gd name="connsiteY28" fmla="*/ 217170 h 237074"/>
                <a:gd name="connsiteX29" fmla="*/ 114811 w 170402"/>
                <a:gd name="connsiteY29" fmla="*/ 225469 h 237074"/>
                <a:gd name="connsiteX30" fmla="*/ 106503 w 170402"/>
                <a:gd name="connsiteY30" fmla="*/ 217170 h 237074"/>
                <a:gd name="connsiteX31" fmla="*/ 106503 w 170402"/>
                <a:gd name="connsiteY31" fmla="*/ 116303 h 237074"/>
                <a:gd name="connsiteX32" fmla="*/ 125673 w 170402"/>
                <a:gd name="connsiteY32" fmla="*/ 111834 h 237074"/>
                <a:gd name="connsiteX33" fmla="*/ 125673 w 170402"/>
                <a:gd name="connsiteY33" fmla="*/ 217170 h 237074"/>
                <a:gd name="connsiteX34" fmla="*/ 157623 w 170402"/>
                <a:gd name="connsiteY34" fmla="*/ 91405 h 237074"/>
                <a:gd name="connsiteX35" fmla="*/ 22795 w 170402"/>
                <a:gd name="connsiteY35" fmla="*/ 121410 h 237074"/>
                <a:gd name="connsiteX36" fmla="*/ 22795 w 170402"/>
                <a:gd name="connsiteY36" fmla="*/ 23735 h 237074"/>
                <a:gd name="connsiteX37" fmla="*/ 157623 w 170402"/>
                <a:gd name="connsiteY37" fmla="*/ 53740 h 237074"/>
                <a:gd name="connsiteX38" fmla="*/ 157623 w 170402"/>
                <a:gd name="connsiteY38" fmla="*/ 91405 h 237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70402" h="237074">
                  <a:moveTo>
                    <a:pt x="165291" y="42249"/>
                  </a:moveTo>
                  <a:lnTo>
                    <a:pt x="138453" y="35865"/>
                  </a:lnTo>
                  <a:lnTo>
                    <a:pt x="138453" y="24373"/>
                  </a:lnTo>
                  <a:cubicBezTo>
                    <a:pt x="139092" y="12244"/>
                    <a:pt x="130147" y="1391"/>
                    <a:pt x="118006" y="114"/>
                  </a:cubicBezTo>
                  <a:cubicBezTo>
                    <a:pt x="105864" y="-1162"/>
                    <a:pt x="95002" y="8414"/>
                    <a:pt x="93723" y="20543"/>
                  </a:cubicBezTo>
                  <a:cubicBezTo>
                    <a:pt x="93723" y="21820"/>
                    <a:pt x="93723" y="23097"/>
                    <a:pt x="93723" y="23735"/>
                  </a:cubicBezTo>
                  <a:lnTo>
                    <a:pt x="93723" y="25650"/>
                  </a:lnTo>
                  <a:lnTo>
                    <a:pt x="21518" y="9690"/>
                  </a:lnTo>
                  <a:cubicBezTo>
                    <a:pt x="18961" y="9052"/>
                    <a:pt x="15767" y="10329"/>
                    <a:pt x="14488" y="12882"/>
                  </a:cubicBezTo>
                  <a:cubicBezTo>
                    <a:pt x="13210" y="15436"/>
                    <a:pt x="-17462" y="74168"/>
                    <a:pt x="14488" y="130986"/>
                  </a:cubicBezTo>
                  <a:cubicBezTo>
                    <a:pt x="15767" y="132901"/>
                    <a:pt x="17683" y="134178"/>
                    <a:pt x="20239" y="134178"/>
                  </a:cubicBezTo>
                  <a:lnTo>
                    <a:pt x="21518" y="134178"/>
                  </a:lnTo>
                  <a:lnTo>
                    <a:pt x="93723" y="118218"/>
                  </a:lnTo>
                  <a:lnTo>
                    <a:pt x="93723" y="216531"/>
                  </a:lnTo>
                  <a:cubicBezTo>
                    <a:pt x="94362" y="228661"/>
                    <a:pt x="105226" y="238237"/>
                    <a:pt x="118006" y="236960"/>
                  </a:cubicBezTo>
                  <a:cubicBezTo>
                    <a:pt x="128868" y="236322"/>
                    <a:pt x="137814" y="227384"/>
                    <a:pt x="138453" y="216531"/>
                  </a:cubicBezTo>
                  <a:lnTo>
                    <a:pt x="138453" y="108642"/>
                  </a:lnTo>
                  <a:lnTo>
                    <a:pt x="165291" y="102896"/>
                  </a:lnTo>
                  <a:cubicBezTo>
                    <a:pt x="168486" y="102258"/>
                    <a:pt x="170403" y="99704"/>
                    <a:pt x="170403" y="96512"/>
                  </a:cubicBezTo>
                  <a:lnTo>
                    <a:pt x="170403" y="48633"/>
                  </a:lnTo>
                  <a:cubicBezTo>
                    <a:pt x="170403" y="45441"/>
                    <a:pt x="168486" y="42887"/>
                    <a:pt x="165291" y="42249"/>
                  </a:cubicBezTo>
                  <a:close/>
                  <a:moveTo>
                    <a:pt x="106503" y="24373"/>
                  </a:moveTo>
                  <a:cubicBezTo>
                    <a:pt x="105864" y="19266"/>
                    <a:pt x="109698" y="14159"/>
                    <a:pt x="114811" y="13521"/>
                  </a:cubicBezTo>
                  <a:cubicBezTo>
                    <a:pt x="119922" y="12882"/>
                    <a:pt x="125034" y="16713"/>
                    <a:pt x="125673" y="21820"/>
                  </a:cubicBezTo>
                  <a:cubicBezTo>
                    <a:pt x="125673" y="22458"/>
                    <a:pt x="125673" y="23097"/>
                    <a:pt x="125673" y="23735"/>
                  </a:cubicBezTo>
                  <a:lnTo>
                    <a:pt x="125673" y="33311"/>
                  </a:lnTo>
                  <a:lnTo>
                    <a:pt x="106503" y="28842"/>
                  </a:lnTo>
                  <a:lnTo>
                    <a:pt x="106503" y="24373"/>
                  </a:lnTo>
                  <a:close/>
                  <a:moveTo>
                    <a:pt x="125673" y="217170"/>
                  </a:moveTo>
                  <a:cubicBezTo>
                    <a:pt x="125034" y="222277"/>
                    <a:pt x="120562" y="226107"/>
                    <a:pt x="114811" y="225469"/>
                  </a:cubicBezTo>
                  <a:cubicBezTo>
                    <a:pt x="110337" y="224831"/>
                    <a:pt x="107142" y="221639"/>
                    <a:pt x="106503" y="217170"/>
                  </a:cubicBezTo>
                  <a:lnTo>
                    <a:pt x="106503" y="116303"/>
                  </a:lnTo>
                  <a:lnTo>
                    <a:pt x="125673" y="111834"/>
                  </a:lnTo>
                  <a:lnTo>
                    <a:pt x="125673" y="217170"/>
                  </a:lnTo>
                  <a:close/>
                  <a:moveTo>
                    <a:pt x="157623" y="91405"/>
                  </a:moveTo>
                  <a:lnTo>
                    <a:pt x="22795" y="121410"/>
                  </a:lnTo>
                  <a:cubicBezTo>
                    <a:pt x="2348" y="79914"/>
                    <a:pt x="17044" y="37141"/>
                    <a:pt x="22795" y="23735"/>
                  </a:cubicBezTo>
                  <a:lnTo>
                    <a:pt x="157623" y="53740"/>
                  </a:lnTo>
                  <a:lnTo>
                    <a:pt x="157623" y="91405"/>
                  </a:lnTo>
                  <a:close/>
                </a:path>
              </a:pathLst>
            </a:custGeom>
            <a:solidFill>
              <a:srgbClr val="00A3E0"/>
            </a:solidFill>
            <a:ln w="6390" cap="flat">
              <a:noFill/>
              <a:prstDash val="solid"/>
              <a:miter/>
            </a:ln>
          </p:spPr>
          <p:txBody>
            <a:bodyPr rtlCol="0" anchor="ctr"/>
            <a:lstStyle/>
            <a:p>
              <a:endParaRPr lang="en-US"/>
            </a:p>
          </p:txBody>
        </p:sp>
      </p:grpSp>
      <p:grpSp>
        <p:nvGrpSpPr>
          <p:cNvPr id="1024" name="Graphic 4">
            <a:extLst>
              <a:ext uri="{FF2B5EF4-FFF2-40B4-BE49-F238E27FC236}">
                <a16:creationId xmlns:a16="http://schemas.microsoft.com/office/drawing/2014/main" id="{576EF01C-7872-8E4E-BB7F-A45683A2BC79}"/>
              </a:ext>
            </a:extLst>
          </p:cNvPr>
          <p:cNvGrpSpPr>
            <a:grpSpLocks noChangeAspect="1"/>
          </p:cNvGrpSpPr>
          <p:nvPr/>
        </p:nvGrpSpPr>
        <p:grpSpPr>
          <a:xfrm>
            <a:off x="9887149" y="4308712"/>
            <a:ext cx="362309" cy="361971"/>
            <a:chOff x="9887149" y="4308712"/>
            <a:chExt cx="362309" cy="361971"/>
          </a:xfrm>
          <a:solidFill>
            <a:srgbClr val="62B5E5"/>
          </a:solidFill>
        </p:grpSpPr>
        <p:sp>
          <p:nvSpPr>
            <p:cNvPr id="1025" name="Graphic 4">
              <a:extLst>
                <a:ext uri="{FF2B5EF4-FFF2-40B4-BE49-F238E27FC236}">
                  <a16:creationId xmlns:a16="http://schemas.microsoft.com/office/drawing/2014/main" id="{30ED9784-E2EB-C44D-ADF8-D5443A3AE348}"/>
                </a:ext>
              </a:extLst>
            </p:cNvPr>
            <p:cNvSpPr/>
            <p:nvPr/>
          </p:nvSpPr>
          <p:spPr>
            <a:xfrm>
              <a:off x="9887149" y="4308712"/>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 name="connsiteX11" fmla="*/ 180835 w 362309"/>
                <a:gd name="connsiteY11" fmla="*/ 349204 h 361971"/>
                <a:gd name="connsiteX12" fmla="*/ 180835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09" y="280895"/>
                    <a:pt x="362309" y="180667"/>
                  </a:cubicBezTo>
                  <a:cubicBezTo>
                    <a:pt x="362309"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1474" y="12768"/>
                  </a:cubicBezTo>
                  <a:cubicBezTo>
                    <a:pt x="274128" y="12768"/>
                    <a:pt x="349529" y="88099"/>
                    <a:pt x="349529" y="180667"/>
                  </a:cubicBezTo>
                  <a:cubicBezTo>
                    <a:pt x="349529" y="273873"/>
                    <a:pt x="274128" y="349204"/>
                    <a:pt x="180835" y="349204"/>
                  </a:cubicBezTo>
                  <a:cubicBezTo>
                    <a:pt x="180835" y="349204"/>
                    <a:pt x="180835" y="349204"/>
                    <a:pt x="180835" y="349204"/>
                  </a:cubicBezTo>
                  <a:lnTo>
                    <a:pt x="180835" y="349204"/>
                  </a:lnTo>
                  <a:close/>
                </a:path>
              </a:pathLst>
            </a:custGeom>
            <a:solidFill>
              <a:srgbClr val="62B5E5"/>
            </a:solidFill>
            <a:ln w="6390" cap="flat">
              <a:noFill/>
              <a:prstDash val="solid"/>
              <a:miter/>
            </a:ln>
          </p:spPr>
          <p:txBody>
            <a:bodyPr rtlCol="0" anchor="ctr"/>
            <a:lstStyle/>
            <a:p>
              <a:endParaRPr lang="en-US"/>
            </a:p>
          </p:txBody>
        </p:sp>
        <p:sp>
          <p:nvSpPr>
            <p:cNvPr id="1026" name="Graphic 4">
              <a:extLst>
                <a:ext uri="{FF2B5EF4-FFF2-40B4-BE49-F238E27FC236}">
                  <a16:creationId xmlns:a16="http://schemas.microsoft.com/office/drawing/2014/main" id="{47E7B54E-1FF9-1948-B3CE-8C74E5FF117C}"/>
                </a:ext>
              </a:extLst>
            </p:cNvPr>
            <p:cNvSpPr/>
            <p:nvPr/>
          </p:nvSpPr>
          <p:spPr>
            <a:xfrm>
              <a:off x="9965106" y="4382766"/>
              <a:ext cx="205755" cy="135993"/>
            </a:xfrm>
            <a:custGeom>
              <a:avLst/>
              <a:gdLst>
                <a:gd name="connsiteX0" fmla="*/ 199366 w 205755"/>
                <a:gd name="connsiteY0" fmla="*/ 123211 h 135993"/>
                <a:gd name="connsiteX1" fmla="*/ 198088 w 205755"/>
                <a:gd name="connsiteY1" fmla="*/ 123211 h 135993"/>
                <a:gd name="connsiteX2" fmla="*/ 198088 w 205755"/>
                <a:gd name="connsiteY2" fmla="*/ 114273 h 135993"/>
                <a:gd name="connsiteX3" fmla="*/ 145691 w 205755"/>
                <a:gd name="connsiteY3" fmla="*/ 61924 h 135993"/>
                <a:gd name="connsiteX4" fmla="*/ 121409 w 205755"/>
                <a:gd name="connsiteY4" fmla="*/ 61924 h 135993"/>
                <a:gd name="connsiteX5" fmla="*/ 121409 w 205755"/>
                <a:gd name="connsiteY5" fmla="*/ 45326 h 135993"/>
                <a:gd name="connsiteX6" fmla="*/ 115019 w 205755"/>
                <a:gd name="connsiteY6" fmla="*/ 38942 h 135993"/>
                <a:gd name="connsiteX7" fmla="*/ 98405 w 205755"/>
                <a:gd name="connsiteY7" fmla="*/ 38942 h 135993"/>
                <a:gd name="connsiteX8" fmla="*/ 98405 w 205755"/>
                <a:gd name="connsiteY8" fmla="*/ 12768 h 135993"/>
                <a:gd name="connsiteX9" fmla="*/ 115019 w 205755"/>
                <a:gd name="connsiteY9" fmla="*/ 12768 h 135993"/>
                <a:gd name="connsiteX10" fmla="*/ 121409 w 205755"/>
                <a:gd name="connsiteY10" fmla="*/ 6384 h 135993"/>
                <a:gd name="connsiteX11" fmla="*/ 115019 w 205755"/>
                <a:gd name="connsiteY11" fmla="*/ 0 h 135993"/>
                <a:gd name="connsiteX12" fmla="*/ 68372 w 205755"/>
                <a:gd name="connsiteY12" fmla="*/ 0 h 135993"/>
                <a:gd name="connsiteX13" fmla="*/ 61982 w 205755"/>
                <a:gd name="connsiteY13" fmla="*/ 6384 h 135993"/>
                <a:gd name="connsiteX14" fmla="*/ 68372 w 205755"/>
                <a:gd name="connsiteY14" fmla="*/ 12768 h 135993"/>
                <a:gd name="connsiteX15" fmla="*/ 84986 w 205755"/>
                <a:gd name="connsiteY15" fmla="*/ 12768 h 135993"/>
                <a:gd name="connsiteX16" fmla="*/ 84986 w 205755"/>
                <a:gd name="connsiteY16" fmla="*/ 38942 h 135993"/>
                <a:gd name="connsiteX17" fmla="*/ 68372 w 205755"/>
                <a:gd name="connsiteY17" fmla="*/ 38942 h 135993"/>
                <a:gd name="connsiteX18" fmla="*/ 61982 w 205755"/>
                <a:gd name="connsiteY18" fmla="*/ 45326 h 135993"/>
                <a:gd name="connsiteX19" fmla="*/ 61982 w 205755"/>
                <a:gd name="connsiteY19" fmla="*/ 61924 h 135993"/>
                <a:gd name="connsiteX20" fmla="*/ 6390 w 205755"/>
                <a:gd name="connsiteY20" fmla="*/ 61924 h 135993"/>
                <a:gd name="connsiteX21" fmla="*/ 0 w 205755"/>
                <a:gd name="connsiteY21" fmla="*/ 68308 h 135993"/>
                <a:gd name="connsiteX22" fmla="*/ 6390 w 205755"/>
                <a:gd name="connsiteY22" fmla="*/ 74692 h 135993"/>
                <a:gd name="connsiteX23" fmla="*/ 68372 w 205755"/>
                <a:gd name="connsiteY23" fmla="*/ 74692 h 135993"/>
                <a:gd name="connsiteX24" fmla="*/ 74762 w 205755"/>
                <a:gd name="connsiteY24" fmla="*/ 68308 h 135993"/>
                <a:gd name="connsiteX25" fmla="*/ 74762 w 205755"/>
                <a:gd name="connsiteY25" fmla="*/ 51710 h 135993"/>
                <a:gd name="connsiteX26" fmla="*/ 108629 w 205755"/>
                <a:gd name="connsiteY26" fmla="*/ 51710 h 135993"/>
                <a:gd name="connsiteX27" fmla="*/ 108629 w 205755"/>
                <a:gd name="connsiteY27" fmla="*/ 68308 h 135993"/>
                <a:gd name="connsiteX28" fmla="*/ 115019 w 205755"/>
                <a:gd name="connsiteY28" fmla="*/ 74692 h 135993"/>
                <a:gd name="connsiteX29" fmla="*/ 145691 w 205755"/>
                <a:gd name="connsiteY29" fmla="*/ 74692 h 135993"/>
                <a:gd name="connsiteX30" fmla="*/ 185308 w 205755"/>
                <a:gd name="connsiteY30" fmla="*/ 114273 h 135993"/>
                <a:gd name="connsiteX31" fmla="*/ 185308 w 205755"/>
                <a:gd name="connsiteY31" fmla="*/ 123211 h 135993"/>
                <a:gd name="connsiteX32" fmla="*/ 167416 w 205755"/>
                <a:gd name="connsiteY32" fmla="*/ 123211 h 135993"/>
                <a:gd name="connsiteX33" fmla="*/ 167416 w 205755"/>
                <a:gd name="connsiteY33" fmla="*/ 114273 h 135993"/>
                <a:gd name="connsiteX34" fmla="*/ 146969 w 205755"/>
                <a:gd name="connsiteY34" fmla="*/ 92568 h 135993"/>
                <a:gd name="connsiteX35" fmla="*/ 145691 w 205755"/>
                <a:gd name="connsiteY35" fmla="*/ 92568 h 135993"/>
                <a:gd name="connsiteX36" fmla="*/ 122686 w 205755"/>
                <a:gd name="connsiteY36" fmla="*/ 92568 h 135993"/>
                <a:gd name="connsiteX37" fmla="*/ 116297 w 205755"/>
                <a:gd name="connsiteY37" fmla="*/ 98952 h 135993"/>
                <a:gd name="connsiteX38" fmla="*/ 93293 w 205755"/>
                <a:gd name="connsiteY38" fmla="*/ 124488 h 135993"/>
                <a:gd name="connsiteX39" fmla="*/ 67733 w 205755"/>
                <a:gd name="connsiteY39" fmla="*/ 101505 h 135993"/>
                <a:gd name="connsiteX40" fmla="*/ 67733 w 205755"/>
                <a:gd name="connsiteY40" fmla="*/ 98952 h 135993"/>
                <a:gd name="connsiteX41" fmla="*/ 61343 w 205755"/>
                <a:gd name="connsiteY41" fmla="*/ 92568 h 135993"/>
                <a:gd name="connsiteX42" fmla="*/ 7029 w 205755"/>
                <a:gd name="connsiteY42" fmla="*/ 92568 h 135993"/>
                <a:gd name="connsiteX43" fmla="*/ 639 w 205755"/>
                <a:gd name="connsiteY43" fmla="*/ 98952 h 135993"/>
                <a:gd name="connsiteX44" fmla="*/ 7029 w 205755"/>
                <a:gd name="connsiteY44" fmla="*/ 105336 h 135993"/>
                <a:gd name="connsiteX45" fmla="*/ 54953 w 205755"/>
                <a:gd name="connsiteY45" fmla="*/ 105336 h 135993"/>
                <a:gd name="connsiteX46" fmla="*/ 98405 w 205755"/>
                <a:gd name="connsiteY46" fmla="*/ 135340 h 135993"/>
                <a:gd name="connsiteX47" fmla="*/ 128438 w 205755"/>
                <a:gd name="connsiteY47" fmla="*/ 105336 h 135993"/>
                <a:gd name="connsiteX48" fmla="*/ 145691 w 205755"/>
                <a:gd name="connsiteY48" fmla="*/ 105336 h 135993"/>
                <a:gd name="connsiteX49" fmla="*/ 154636 w 205755"/>
                <a:gd name="connsiteY49" fmla="*/ 112996 h 135993"/>
                <a:gd name="connsiteX50" fmla="*/ 154636 w 205755"/>
                <a:gd name="connsiteY50" fmla="*/ 114273 h 135993"/>
                <a:gd name="connsiteX51" fmla="*/ 154636 w 205755"/>
                <a:gd name="connsiteY51" fmla="*/ 123211 h 135993"/>
                <a:gd name="connsiteX52" fmla="*/ 153358 w 205755"/>
                <a:gd name="connsiteY52" fmla="*/ 123211 h 135993"/>
                <a:gd name="connsiteX53" fmla="*/ 146969 w 205755"/>
                <a:gd name="connsiteY53" fmla="*/ 129595 h 135993"/>
                <a:gd name="connsiteX54" fmla="*/ 153358 w 205755"/>
                <a:gd name="connsiteY54" fmla="*/ 135979 h 135993"/>
                <a:gd name="connsiteX55" fmla="*/ 199366 w 205755"/>
                <a:gd name="connsiteY55" fmla="*/ 135979 h 135993"/>
                <a:gd name="connsiteX56" fmla="*/ 205756 w 205755"/>
                <a:gd name="connsiteY56" fmla="*/ 129595 h 135993"/>
                <a:gd name="connsiteX57" fmla="*/ 199366 w 205755"/>
                <a:gd name="connsiteY57" fmla="*/ 123211 h 135993"/>
                <a:gd name="connsiteX58" fmla="*/ 199366 w 205755"/>
                <a:gd name="connsiteY58" fmla="*/ 123211 h 13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05755" h="135993">
                  <a:moveTo>
                    <a:pt x="199366" y="123211"/>
                  </a:moveTo>
                  <a:lnTo>
                    <a:pt x="198088" y="123211"/>
                  </a:lnTo>
                  <a:lnTo>
                    <a:pt x="198088" y="114273"/>
                  </a:lnTo>
                  <a:cubicBezTo>
                    <a:pt x="198088" y="96398"/>
                    <a:pt x="187225" y="61924"/>
                    <a:pt x="145691" y="61924"/>
                  </a:cubicBezTo>
                  <a:lnTo>
                    <a:pt x="121409" y="61924"/>
                  </a:lnTo>
                  <a:lnTo>
                    <a:pt x="121409" y="45326"/>
                  </a:lnTo>
                  <a:cubicBezTo>
                    <a:pt x="121409" y="41496"/>
                    <a:pt x="118853" y="38942"/>
                    <a:pt x="115019" y="38942"/>
                  </a:cubicBezTo>
                  <a:lnTo>
                    <a:pt x="98405" y="38942"/>
                  </a:lnTo>
                  <a:lnTo>
                    <a:pt x="98405" y="12768"/>
                  </a:lnTo>
                  <a:lnTo>
                    <a:pt x="115019" y="12768"/>
                  </a:lnTo>
                  <a:cubicBezTo>
                    <a:pt x="118853" y="12768"/>
                    <a:pt x="121409" y="10214"/>
                    <a:pt x="121409" y="6384"/>
                  </a:cubicBezTo>
                  <a:cubicBezTo>
                    <a:pt x="121409" y="2553"/>
                    <a:pt x="118853" y="0"/>
                    <a:pt x="115019" y="0"/>
                  </a:cubicBezTo>
                  <a:lnTo>
                    <a:pt x="68372" y="0"/>
                  </a:lnTo>
                  <a:cubicBezTo>
                    <a:pt x="64538" y="0"/>
                    <a:pt x="61982" y="2553"/>
                    <a:pt x="61982" y="6384"/>
                  </a:cubicBezTo>
                  <a:cubicBezTo>
                    <a:pt x="61982" y="10214"/>
                    <a:pt x="64538" y="12768"/>
                    <a:pt x="68372" y="12768"/>
                  </a:cubicBezTo>
                  <a:lnTo>
                    <a:pt x="84986" y="12768"/>
                  </a:lnTo>
                  <a:lnTo>
                    <a:pt x="84986" y="38942"/>
                  </a:lnTo>
                  <a:lnTo>
                    <a:pt x="68372" y="38942"/>
                  </a:lnTo>
                  <a:cubicBezTo>
                    <a:pt x="64538" y="38942"/>
                    <a:pt x="61982" y="41496"/>
                    <a:pt x="61982" y="45326"/>
                  </a:cubicBezTo>
                  <a:lnTo>
                    <a:pt x="61982" y="61924"/>
                  </a:lnTo>
                  <a:lnTo>
                    <a:pt x="6390" y="61924"/>
                  </a:lnTo>
                  <a:cubicBezTo>
                    <a:pt x="2556" y="61924"/>
                    <a:pt x="0" y="64478"/>
                    <a:pt x="0" y="68308"/>
                  </a:cubicBezTo>
                  <a:cubicBezTo>
                    <a:pt x="0" y="72139"/>
                    <a:pt x="2556" y="74692"/>
                    <a:pt x="6390" y="74692"/>
                  </a:cubicBezTo>
                  <a:lnTo>
                    <a:pt x="68372" y="74692"/>
                  </a:lnTo>
                  <a:cubicBezTo>
                    <a:pt x="72207" y="74692"/>
                    <a:pt x="74762" y="72139"/>
                    <a:pt x="74762" y="68308"/>
                  </a:cubicBezTo>
                  <a:lnTo>
                    <a:pt x="74762" y="51710"/>
                  </a:lnTo>
                  <a:lnTo>
                    <a:pt x="108629" y="51710"/>
                  </a:lnTo>
                  <a:lnTo>
                    <a:pt x="108629" y="68308"/>
                  </a:lnTo>
                  <a:cubicBezTo>
                    <a:pt x="108629" y="72139"/>
                    <a:pt x="111185" y="74692"/>
                    <a:pt x="115019" y="74692"/>
                  </a:cubicBezTo>
                  <a:lnTo>
                    <a:pt x="145691" y="74692"/>
                  </a:lnTo>
                  <a:cubicBezTo>
                    <a:pt x="184031" y="74692"/>
                    <a:pt x="185308" y="110443"/>
                    <a:pt x="185308" y="114273"/>
                  </a:cubicBezTo>
                  <a:lnTo>
                    <a:pt x="185308" y="123211"/>
                  </a:lnTo>
                  <a:lnTo>
                    <a:pt x="167416" y="123211"/>
                  </a:lnTo>
                  <a:lnTo>
                    <a:pt x="167416" y="114273"/>
                  </a:lnTo>
                  <a:cubicBezTo>
                    <a:pt x="168056" y="102782"/>
                    <a:pt x="158471" y="92568"/>
                    <a:pt x="146969" y="92568"/>
                  </a:cubicBezTo>
                  <a:cubicBezTo>
                    <a:pt x="146330" y="92568"/>
                    <a:pt x="146330" y="92568"/>
                    <a:pt x="145691" y="92568"/>
                  </a:cubicBezTo>
                  <a:lnTo>
                    <a:pt x="122686" y="92568"/>
                  </a:lnTo>
                  <a:cubicBezTo>
                    <a:pt x="118853" y="92568"/>
                    <a:pt x="116297" y="95121"/>
                    <a:pt x="116297" y="98952"/>
                  </a:cubicBezTo>
                  <a:cubicBezTo>
                    <a:pt x="116936" y="112358"/>
                    <a:pt x="106712" y="123849"/>
                    <a:pt x="93293" y="124488"/>
                  </a:cubicBezTo>
                  <a:cubicBezTo>
                    <a:pt x="79874" y="125126"/>
                    <a:pt x="68372" y="114912"/>
                    <a:pt x="67733" y="101505"/>
                  </a:cubicBezTo>
                  <a:cubicBezTo>
                    <a:pt x="67733" y="100867"/>
                    <a:pt x="67733" y="99590"/>
                    <a:pt x="67733" y="98952"/>
                  </a:cubicBezTo>
                  <a:cubicBezTo>
                    <a:pt x="67733" y="95121"/>
                    <a:pt x="65177" y="92568"/>
                    <a:pt x="61343" y="92568"/>
                  </a:cubicBezTo>
                  <a:lnTo>
                    <a:pt x="7029" y="92568"/>
                  </a:lnTo>
                  <a:cubicBezTo>
                    <a:pt x="3195" y="92568"/>
                    <a:pt x="639" y="95121"/>
                    <a:pt x="639" y="98952"/>
                  </a:cubicBezTo>
                  <a:cubicBezTo>
                    <a:pt x="639" y="102782"/>
                    <a:pt x="3195" y="105336"/>
                    <a:pt x="7029" y="105336"/>
                  </a:cubicBezTo>
                  <a:lnTo>
                    <a:pt x="54953" y="105336"/>
                  </a:lnTo>
                  <a:cubicBezTo>
                    <a:pt x="58787" y="125764"/>
                    <a:pt x="77957" y="139171"/>
                    <a:pt x="98405" y="135340"/>
                  </a:cubicBezTo>
                  <a:cubicBezTo>
                    <a:pt x="113741" y="132787"/>
                    <a:pt x="125881" y="120657"/>
                    <a:pt x="128438" y="105336"/>
                  </a:cubicBezTo>
                  <a:lnTo>
                    <a:pt x="145691" y="105336"/>
                  </a:lnTo>
                  <a:cubicBezTo>
                    <a:pt x="150164" y="104697"/>
                    <a:pt x="154636" y="108528"/>
                    <a:pt x="154636" y="112996"/>
                  </a:cubicBezTo>
                  <a:cubicBezTo>
                    <a:pt x="154636" y="113635"/>
                    <a:pt x="154636" y="113635"/>
                    <a:pt x="154636" y="114273"/>
                  </a:cubicBezTo>
                  <a:lnTo>
                    <a:pt x="154636" y="123211"/>
                  </a:lnTo>
                  <a:lnTo>
                    <a:pt x="153358" y="123211"/>
                  </a:lnTo>
                  <a:cubicBezTo>
                    <a:pt x="149525" y="123211"/>
                    <a:pt x="146969" y="125764"/>
                    <a:pt x="146969" y="129595"/>
                  </a:cubicBezTo>
                  <a:cubicBezTo>
                    <a:pt x="146969" y="133425"/>
                    <a:pt x="149525" y="135979"/>
                    <a:pt x="153358" y="135979"/>
                  </a:cubicBezTo>
                  <a:lnTo>
                    <a:pt x="199366" y="135979"/>
                  </a:lnTo>
                  <a:cubicBezTo>
                    <a:pt x="203200" y="135979"/>
                    <a:pt x="205756" y="133425"/>
                    <a:pt x="205756" y="129595"/>
                  </a:cubicBezTo>
                  <a:cubicBezTo>
                    <a:pt x="205756" y="125764"/>
                    <a:pt x="202561" y="123849"/>
                    <a:pt x="199366" y="123211"/>
                  </a:cubicBezTo>
                  <a:lnTo>
                    <a:pt x="199366" y="123211"/>
                  </a:lnTo>
                  <a:close/>
                </a:path>
              </a:pathLst>
            </a:custGeom>
            <a:solidFill>
              <a:srgbClr val="62B5E5"/>
            </a:solidFill>
            <a:ln w="6390" cap="flat">
              <a:noFill/>
              <a:prstDash val="solid"/>
              <a:miter/>
            </a:ln>
          </p:spPr>
          <p:txBody>
            <a:bodyPr rtlCol="0" anchor="ctr"/>
            <a:lstStyle/>
            <a:p>
              <a:endParaRPr lang="en-US"/>
            </a:p>
          </p:txBody>
        </p:sp>
        <p:sp>
          <p:nvSpPr>
            <p:cNvPr id="1027" name="Graphic 4">
              <a:extLst>
                <a:ext uri="{FF2B5EF4-FFF2-40B4-BE49-F238E27FC236}">
                  <a16:creationId xmlns:a16="http://schemas.microsoft.com/office/drawing/2014/main" id="{234A0D33-A7AA-5143-9AEA-343A527CEE46}"/>
                </a:ext>
              </a:extLst>
            </p:cNvPr>
            <p:cNvSpPr/>
            <p:nvPr/>
          </p:nvSpPr>
          <p:spPr>
            <a:xfrm>
              <a:off x="10119104" y="4537280"/>
              <a:ext cx="43451" cy="57466"/>
            </a:xfrm>
            <a:custGeom>
              <a:avLst/>
              <a:gdLst>
                <a:gd name="connsiteX0" fmla="*/ 42173 w 43451"/>
                <a:gd name="connsiteY0" fmla="*/ 28068 h 57466"/>
                <a:gd name="connsiteX1" fmla="*/ 28116 w 43451"/>
                <a:gd name="connsiteY1" fmla="*/ 3170 h 57466"/>
                <a:gd name="connsiteX2" fmla="*/ 19170 w 43451"/>
                <a:gd name="connsiteY2" fmla="*/ 617 h 57466"/>
                <a:gd name="connsiteX3" fmla="*/ 16614 w 43451"/>
                <a:gd name="connsiteY3" fmla="*/ 3170 h 57466"/>
                <a:gd name="connsiteX4" fmla="*/ 2556 w 43451"/>
                <a:gd name="connsiteY4" fmla="*/ 28068 h 57466"/>
                <a:gd name="connsiteX5" fmla="*/ 1917 w 43451"/>
                <a:gd name="connsiteY5" fmla="*/ 28706 h 57466"/>
                <a:gd name="connsiteX6" fmla="*/ 0 w 43451"/>
                <a:gd name="connsiteY6" fmla="*/ 37005 h 57466"/>
                <a:gd name="connsiteX7" fmla="*/ 23004 w 43451"/>
                <a:gd name="connsiteY7" fmla="*/ 57434 h 57466"/>
                <a:gd name="connsiteX8" fmla="*/ 43452 w 43451"/>
                <a:gd name="connsiteY8" fmla="*/ 37005 h 57466"/>
                <a:gd name="connsiteX9" fmla="*/ 41535 w 43451"/>
                <a:gd name="connsiteY9" fmla="*/ 28706 h 57466"/>
                <a:gd name="connsiteX10" fmla="*/ 42173 w 43451"/>
                <a:gd name="connsiteY10" fmla="*/ 28068 h 57466"/>
                <a:gd name="connsiteX11" fmla="*/ 22365 w 43451"/>
                <a:gd name="connsiteY11" fmla="*/ 45943 h 57466"/>
                <a:gd name="connsiteX12" fmla="*/ 13419 w 43451"/>
                <a:gd name="connsiteY12" fmla="*/ 37005 h 57466"/>
                <a:gd name="connsiteX13" fmla="*/ 13419 w 43451"/>
                <a:gd name="connsiteY13" fmla="*/ 37005 h 57466"/>
                <a:gd name="connsiteX14" fmla="*/ 14058 w 43451"/>
                <a:gd name="connsiteY14" fmla="*/ 33813 h 57466"/>
                <a:gd name="connsiteX15" fmla="*/ 22365 w 43451"/>
                <a:gd name="connsiteY15" fmla="*/ 19130 h 57466"/>
                <a:gd name="connsiteX16" fmla="*/ 30672 w 43451"/>
                <a:gd name="connsiteY16" fmla="*/ 33813 h 57466"/>
                <a:gd name="connsiteX17" fmla="*/ 31311 w 43451"/>
                <a:gd name="connsiteY17" fmla="*/ 37005 h 57466"/>
                <a:gd name="connsiteX18" fmla="*/ 22365 w 43451"/>
                <a:gd name="connsiteY18" fmla="*/ 45943 h 57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3451" h="57466">
                  <a:moveTo>
                    <a:pt x="42173" y="28068"/>
                  </a:moveTo>
                  <a:lnTo>
                    <a:pt x="28116" y="3170"/>
                  </a:lnTo>
                  <a:cubicBezTo>
                    <a:pt x="26199" y="-22"/>
                    <a:pt x="22365" y="-660"/>
                    <a:pt x="19170" y="617"/>
                  </a:cubicBezTo>
                  <a:cubicBezTo>
                    <a:pt x="17892" y="1255"/>
                    <a:pt x="17253" y="1893"/>
                    <a:pt x="16614" y="3170"/>
                  </a:cubicBezTo>
                  <a:lnTo>
                    <a:pt x="2556" y="28068"/>
                  </a:lnTo>
                  <a:lnTo>
                    <a:pt x="1917" y="28706"/>
                  </a:lnTo>
                  <a:cubicBezTo>
                    <a:pt x="639" y="31260"/>
                    <a:pt x="0" y="34452"/>
                    <a:pt x="0" y="37005"/>
                  </a:cubicBezTo>
                  <a:cubicBezTo>
                    <a:pt x="639" y="49135"/>
                    <a:pt x="10863" y="58072"/>
                    <a:pt x="23004" y="57434"/>
                  </a:cubicBezTo>
                  <a:cubicBezTo>
                    <a:pt x="33867" y="56796"/>
                    <a:pt x="42813" y="47858"/>
                    <a:pt x="43452" y="37005"/>
                  </a:cubicBezTo>
                  <a:cubicBezTo>
                    <a:pt x="43452" y="33813"/>
                    <a:pt x="42813" y="31260"/>
                    <a:pt x="41535" y="28706"/>
                  </a:cubicBezTo>
                  <a:cubicBezTo>
                    <a:pt x="42173" y="28706"/>
                    <a:pt x="42173" y="28068"/>
                    <a:pt x="42173" y="28068"/>
                  </a:cubicBezTo>
                  <a:close/>
                  <a:moveTo>
                    <a:pt x="22365" y="45943"/>
                  </a:moveTo>
                  <a:cubicBezTo>
                    <a:pt x="17253" y="45943"/>
                    <a:pt x="13419" y="42113"/>
                    <a:pt x="13419" y="37005"/>
                  </a:cubicBezTo>
                  <a:cubicBezTo>
                    <a:pt x="13419" y="37005"/>
                    <a:pt x="13419" y="37005"/>
                    <a:pt x="13419" y="37005"/>
                  </a:cubicBezTo>
                  <a:cubicBezTo>
                    <a:pt x="13419" y="35729"/>
                    <a:pt x="13419" y="35090"/>
                    <a:pt x="14058" y="33813"/>
                  </a:cubicBezTo>
                  <a:lnTo>
                    <a:pt x="22365" y="19130"/>
                  </a:lnTo>
                  <a:lnTo>
                    <a:pt x="30672" y="33813"/>
                  </a:lnTo>
                  <a:cubicBezTo>
                    <a:pt x="31311" y="35090"/>
                    <a:pt x="31311" y="35729"/>
                    <a:pt x="31311" y="37005"/>
                  </a:cubicBezTo>
                  <a:cubicBezTo>
                    <a:pt x="31311" y="42113"/>
                    <a:pt x="27477" y="45943"/>
                    <a:pt x="22365" y="45943"/>
                  </a:cubicBezTo>
                  <a:close/>
                </a:path>
              </a:pathLst>
            </a:custGeom>
            <a:solidFill>
              <a:srgbClr val="62B5E5"/>
            </a:solidFill>
            <a:ln w="6390" cap="flat">
              <a:noFill/>
              <a:prstDash val="solid"/>
              <a:miter/>
            </a:ln>
          </p:spPr>
          <p:txBody>
            <a:bodyPr rtlCol="0" anchor="ctr"/>
            <a:lstStyle/>
            <a:p>
              <a:endParaRPr lang="en-US"/>
            </a:p>
          </p:txBody>
        </p:sp>
      </p:grpSp>
      <p:grpSp>
        <p:nvGrpSpPr>
          <p:cNvPr id="1031" name="Graphic 4">
            <a:extLst>
              <a:ext uri="{FF2B5EF4-FFF2-40B4-BE49-F238E27FC236}">
                <a16:creationId xmlns:a16="http://schemas.microsoft.com/office/drawing/2014/main" id="{72F7DFD1-E8B2-5542-AD75-54FE827EEC4E}"/>
              </a:ext>
            </a:extLst>
          </p:cNvPr>
          <p:cNvGrpSpPr>
            <a:grpSpLocks noChangeAspect="1"/>
          </p:cNvGrpSpPr>
          <p:nvPr/>
        </p:nvGrpSpPr>
        <p:grpSpPr>
          <a:xfrm>
            <a:off x="7191874" y="4308712"/>
            <a:ext cx="362312" cy="361971"/>
            <a:chOff x="7191874" y="4308712"/>
            <a:chExt cx="362312" cy="361971"/>
          </a:xfrm>
          <a:solidFill>
            <a:srgbClr val="00A3E0"/>
          </a:solidFill>
        </p:grpSpPr>
        <p:sp>
          <p:nvSpPr>
            <p:cNvPr id="1032" name="Graphic 4">
              <a:extLst>
                <a:ext uri="{FF2B5EF4-FFF2-40B4-BE49-F238E27FC236}">
                  <a16:creationId xmlns:a16="http://schemas.microsoft.com/office/drawing/2014/main" id="{A701130A-0E9B-354B-B0A9-97E7C51406E7}"/>
                </a:ext>
              </a:extLst>
            </p:cNvPr>
            <p:cNvSpPr/>
            <p:nvPr/>
          </p:nvSpPr>
          <p:spPr>
            <a:xfrm>
              <a:off x="7395074" y="4384612"/>
              <a:ext cx="19169" cy="17306"/>
            </a:xfrm>
            <a:custGeom>
              <a:avLst/>
              <a:gdLst>
                <a:gd name="connsiteX0" fmla="*/ 19170 w 19169"/>
                <a:gd name="connsiteY0" fmla="*/ 8369 h 17306"/>
                <a:gd name="connsiteX1" fmla="*/ 8306 w 19169"/>
                <a:gd name="connsiteY1" fmla="*/ 70 h 17306"/>
                <a:gd name="connsiteX2" fmla="*/ 0 w 19169"/>
                <a:gd name="connsiteY2" fmla="*/ 8369 h 17306"/>
                <a:gd name="connsiteX3" fmla="*/ 0 w 19169"/>
                <a:gd name="connsiteY3" fmla="*/ 12838 h 17306"/>
                <a:gd name="connsiteX4" fmla="*/ 19170 w 19169"/>
                <a:gd name="connsiteY4" fmla="*/ 17306 h 17306"/>
                <a:gd name="connsiteX5" fmla="*/ 19170 w 19169"/>
                <a:gd name="connsiteY5" fmla="*/ 8369 h 17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7306">
                  <a:moveTo>
                    <a:pt x="19170" y="8369"/>
                  </a:moveTo>
                  <a:cubicBezTo>
                    <a:pt x="18530" y="3262"/>
                    <a:pt x="13419" y="-569"/>
                    <a:pt x="8306" y="70"/>
                  </a:cubicBezTo>
                  <a:cubicBezTo>
                    <a:pt x="4473" y="708"/>
                    <a:pt x="1278" y="3900"/>
                    <a:pt x="0" y="8369"/>
                  </a:cubicBezTo>
                  <a:lnTo>
                    <a:pt x="0" y="12838"/>
                  </a:lnTo>
                  <a:lnTo>
                    <a:pt x="19170" y="17306"/>
                  </a:lnTo>
                  <a:lnTo>
                    <a:pt x="19170" y="8369"/>
                  </a:lnTo>
                  <a:close/>
                </a:path>
              </a:pathLst>
            </a:custGeom>
            <a:solidFill>
              <a:srgbClr val="00A3E0"/>
            </a:solidFill>
            <a:ln w="6390" cap="flat">
              <a:noFill/>
              <a:prstDash val="solid"/>
              <a:miter/>
            </a:ln>
          </p:spPr>
          <p:txBody>
            <a:bodyPr rtlCol="0" anchor="ctr"/>
            <a:lstStyle/>
            <a:p>
              <a:endParaRPr lang="en-US"/>
            </a:p>
          </p:txBody>
        </p:sp>
        <p:sp>
          <p:nvSpPr>
            <p:cNvPr id="1033" name="Graphic 4">
              <a:extLst>
                <a:ext uri="{FF2B5EF4-FFF2-40B4-BE49-F238E27FC236}">
                  <a16:creationId xmlns:a16="http://schemas.microsoft.com/office/drawing/2014/main" id="{46E04C47-0665-444F-AC95-A5C9D65E2D78}"/>
                </a:ext>
              </a:extLst>
            </p:cNvPr>
            <p:cNvSpPr/>
            <p:nvPr/>
          </p:nvSpPr>
          <p:spPr>
            <a:xfrm>
              <a:off x="7394434" y="4480441"/>
              <a:ext cx="19169" cy="113704"/>
            </a:xfrm>
            <a:custGeom>
              <a:avLst/>
              <a:gdLst>
                <a:gd name="connsiteX0" fmla="*/ 0 w 19169"/>
                <a:gd name="connsiteY0" fmla="*/ 105336 h 113704"/>
                <a:gd name="connsiteX1" fmla="*/ 10863 w 19169"/>
                <a:gd name="connsiteY1" fmla="*/ 113635 h 113704"/>
                <a:gd name="connsiteX2" fmla="*/ 19170 w 19169"/>
                <a:gd name="connsiteY2" fmla="*/ 105336 h 113704"/>
                <a:gd name="connsiteX3" fmla="*/ 19170 w 19169"/>
                <a:gd name="connsiteY3" fmla="*/ 0 h 113704"/>
                <a:gd name="connsiteX4" fmla="*/ 0 w 19169"/>
                <a:gd name="connsiteY4" fmla="*/ 4469 h 113704"/>
                <a:gd name="connsiteX5" fmla="*/ 0 w 19169"/>
                <a:gd name="connsiteY5" fmla="*/ 105336 h 1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13704">
                  <a:moveTo>
                    <a:pt x="0" y="105336"/>
                  </a:moveTo>
                  <a:cubicBezTo>
                    <a:pt x="640" y="110443"/>
                    <a:pt x="5751" y="114273"/>
                    <a:pt x="10863" y="113635"/>
                  </a:cubicBezTo>
                  <a:cubicBezTo>
                    <a:pt x="14697" y="112997"/>
                    <a:pt x="17892" y="109805"/>
                    <a:pt x="19170" y="105336"/>
                  </a:cubicBezTo>
                  <a:lnTo>
                    <a:pt x="19170" y="0"/>
                  </a:lnTo>
                  <a:lnTo>
                    <a:pt x="0" y="4469"/>
                  </a:lnTo>
                  <a:lnTo>
                    <a:pt x="0" y="105336"/>
                  </a:lnTo>
                  <a:close/>
                </a:path>
              </a:pathLst>
            </a:custGeom>
            <a:solidFill>
              <a:srgbClr val="00A3E0"/>
            </a:solidFill>
            <a:ln w="6390" cap="flat">
              <a:noFill/>
              <a:prstDash val="solid"/>
              <a:miter/>
            </a:ln>
          </p:spPr>
          <p:txBody>
            <a:bodyPr rtlCol="0" anchor="ctr"/>
            <a:lstStyle/>
            <a:p>
              <a:endParaRPr lang="en-US"/>
            </a:p>
          </p:txBody>
        </p:sp>
        <p:sp>
          <p:nvSpPr>
            <p:cNvPr id="1034" name="Graphic 4">
              <a:extLst>
                <a:ext uri="{FF2B5EF4-FFF2-40B4-BE49-F238E27FC236}">
                  <a16:creationId xmlns:a16="http://schemas.microsoft.com/office/drawing/2014/main" id="{75F30A9E-9584-0048-8FCC-D99D8295A578}"/>
                </a:ext>
              </a:extLst>
            </p:cNvPr>
            <p:cNvSpPr/>
            <p:nvPr/>
          </p:nvSpPr>
          <p:spPr>
            <a:xfrm>
              <a:off x="7300895" y="4392342"/>
              <a:ext cx="145298" cy="97674"/>
            </a:xfrm>
            <a:custGeom>
              <a:avLst/>
              <a:gdLst>
                <a:gd name="connsiteX0" fmla="*/ 10470 w 145298"/>
                <a:gd name="connsiteY0" fmla="*/ 97675 h 97674"/>
                <a:gd name="connsiteX1" fmla="*/ 145298 w 145298"/>
                <a:gd name="connsiteY1" fmla="*/ 67670 h 97674"/>
                <a:gd name="connsiteX2" fmla="*/ 145298 w 145298"/>
                <a:gd name="connsiteY2" fmla="*/ 30004 h 97674"/>
                <a:gd name="connsiteX3" fmla="*/ 11109 w 145298"/>
                <a:gd name="connsiteY3" fmla="*/ 0 h 97674"/>
                <a:gd name="connsiteX4" fmla="*/ 10470 w 145298"/>
                <a:gd name="connsiteY4" fmla="*/ 97675 h 97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298" h="97674">
                  <a:moveTo>
                    <a:pt x="10470" y="97675"/>
                  </a:moveTo>
                  <a:lnTo>
                    <a:pt x="145298" y="67670"/>
                  </a:lnTo>
                  <a:lnTo>
                    <a:pt x="145298" y="30004"/>
                  </a:lnTo>
                  <a:lnTo>
                    <a:pt x="11109" y="0"/>
                  </a:lnTo>
                  <a:cubicBezTo>
                    <a:pt x="4719" y="13406"/>
                    <a:pt x="-9978" y="56179"/>
                    <a:pt x="10470" y="97675"/>
                  </a:cubicBezTo>
                  <a:close/>
                </a:path>
              </a:pathLst>
            </a:custGeom>
            <a:solidFill>
              <a:srgbClr val="00A3E0"/>
            </a:solidFill>
            <a:ln w="6390" cap="flat">
              <a:noFill/>
              <a:prstDash val="solid"/>
              <a:miter/>
            </a:ln>
          </p:spPr>
          <p:txBody>
            <a:bodyPr rtlCol="0" anchor="ctr"/>
            <a:lstStyle/>
            <a:p>
              <a:endParaRPr lang="en-US"/>
            </a:p>
          </p:txBody>
        </p:sp>
        <p:sp>
          <p:nvSpPr>
            <p:cNvPr id="1035" name="Graphic 4">
              <a:extLst>
                <a:ext uri="{FF2B5EF4-FFF2-40B4-BE49-F238E27FC236}">
                  <a16:creationId xmlns:a16="http://schemas.microsoft.com/office/drawing/2014/main" id="{1CA90D42-5EE2-6846-B618-96C7DC5EC8C1}"/>
                </a:ext>
              </a:extLst>
            </p:cNvPr>
            <p:cNvSpPr/>
            <p:nvPr/>
          </p:nvSpPr>
          <p:spPr>
            <a:xfrm>
              <a:off x="7191874" y="4308712"/>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67100 w 362312"/>
                <a:gd name="connsiteY6" fmla="*/ 157046 h 361971"/>
                <a:gd name="connsiteX7" fmla="*/ 261987 w 362312"/>
                <a:gd name="connsiteY7" fmla="*/ 163430 h 361971"/>
                <a:gd name="connsiteX8" fmla="*/ 235150 w 362312"/>
                <a:gd name="connsiteY8" fmla="*/ 169176 h 361971"/>
                <a:gd name="connsiteX9" fmla="*/ 235150 w 362312"/>
                <a:gd name="connsiteY9" fmla="*/ 277065 h 361971"/>
                <a:gd name="connsiteX10" fmla="*/ 210229 w 362312"/>
                <a:gd name="connsiteY10" fmla="*/ 296855 h 361971"/>
                <a:gd name="connsiteX11" fmla="*/ 190420 w 362312"/>
                <a:gd name="connsiteY11" fmla="*/ 277065 h 361971"/>
                <a:gd name="connsiteX12" fmla="*/ 190420 w 362312"/>
                <a:gd name="connsiteY12" fmla="*/ 178752 h 361971"/>
                <a:gd name="connsiteX13" fmla="*/ 118214 w 362312"/>
                <a:gd name="connsiteY13" fmla="*/ 194711 h 361971"/>
                <a:gd name="connsiteX14" fmla="*/ 116936 w 362312"/>
                <a:gd name="connsiteY14" fmla="*/ 194711 h 361971"/>
                <a:gd name="connsiteX15" fmla="*/ 111185 w 362312"/>
                <a:gd name="connsiteY15" fmla="*/ 191519 h 361971"/>
                <a:gd name="connsiteX16" fmla="*/ 111185 w 362312"/>
                <a:gd name="connsiteY16" fmla="*/ 73416 h 361971"/>
                <a:gd name="connsiteX17" fmla="*/ 118214 w 362312"/>
                <a:gd name="connsiteY17" fmla="*/ 70224 h 361971"/>
                <a:gd name="connsiteX18" fmla="*/ 190420 w 362312"/>
                <a:gd name="connsiteY18" fmla="*/ 86184 h 361971"/>
                <a:gd name="connsiteX19" fmla="*/ 190420 w 362312"/>
                <a:gd name="connsiteY19" fmla="*/ 84269 h 361971"/>
                <a:gd name="connsiteX20" fmla="*/ 215341 w 362312"/>
                <a:gd name="connsiteY20" fmla="*/ 64478 h 361971"/>
                <a:gd name="connsiteX21" fmla="*/ 235150 w 362312"/>
                <a:gd name="connsiteY21" fmla="*/ 84269 h 361971"/>
                <a:gd name="connsiteX22" fmla="*/ 235150 w 362312"/>
                <a:gd name="connsiteY22" fmla="*/ 95760 h 361971"/>
                <a:gd name="connsiteX23" fmla="*/ 261987 w 362312"/>
                <a:gd name="connsiteY23" fmla="*/ 102144 h 361971"/>
                <a:gd name="connsiteX24" fmla="*/ 267100 w 362312"/>
                <a:gd name="connsiteY24" fmla="*/ 108528 h 361971"/>
                <a:gd name="connsiteX25" fmla="*/ 267100 w 362312"/>
                <a:gd name="connsiteY25" fmla="*/ 15704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267100" y="157046"/>
                  </a:moveTo>
                  <a:cubicBezTo>
                    <a:pt x="267100" y="160238"/>
                    <a:pt x="265182" y="162792"/>
                    <a:pt x="261987" y="163430"/>
                  </a:cubicBezTo>
                  <a:lnTo>
                    <a:pt x="235150" y="169176"/>
                  </a:lnTo>
                  <a:lnTo>
                    <a:pt x="235150" y="277065"/>
                  </a:lnTo>
                  <a:cubicBezTo>
                    <a:pt x="233872" y="289194"/>
                    <a:pt x="223009" y="298132"/>
                    <a:pt x="210229" y="296855"/>
                  </a:cubicBezTo>
                  <a:cubicBezTo>
                    <a:pt x="200005" y="295578"/>
                    <a:pt x="191698" y="287279"/>
                    <a:pt x="190420" y="277065"/>
                  </a:cubicBezTo>
                  <a:lnTo>
                    <a:pt x="190420" y="178752"/>
                  </a:lnTo>
                  <a:lnTo>
                    <a:pt x="118214" y="194711"/>
                  </a:lnTo>
                  <a:lnTo>
                    <a:pt x="116936" y="194711"/>
                  </a:lnTo>
                  <a:cubicBezTo>
                    <a:pt x="114380" y="194711"/>
                    <a:pt x="112463" y="193435"/>
                    <a:pt x="111185" y="191519"/>
                  </a:cubicBezTo>
                  <a:cubicBezTo>
                    <a:pt x="79235" y="134064"/>
                    <a:pt x="109907" y="75331"/>
                    <a:pt x="111185" y="73416"/>
                  </a:cubicBezTo>
                  <a:cubicBezTo>
                    <a:pt x="112463" y="70862"/>
                    <a:pt x="115658" y="69586"/>
                    <a:pt x="118214" y="70224"/>
                  </a:cubicBezTo>
                  <a:lnTo>
                    <a:pt x="190420" y="86184"/>
                  </a:lnTo>
                  <a:lnTo>
                    <a:pt x="190420" y="84269"/>
                  </a:lnTo>
                  <a:cubicBezTo>
                    <a:pt x="191698" y="72139"/>
                    <a:pt x="202561" y="63202"/>
                    <a:pt x="215341" y="64478"/>
                  </a:cubicBezTo>
                  <a:cubicBezTo>
                    <a:pt x="225565" y="65755"/>
                    <a:pt x="233872" y="74054"/>
                    <a:pt x="235150" y="84269"/>
                  </a:cubicBezTo>
                  <a:lnTo>
                    <a:pt x="235150" y="95760"/>
                  </a:lnTo>
                  <a:lnTo>
                    <a:pt x="261987" y="102144"/>
                  </a:lnTo>
                  <a:cubicBezTo>
                    <a:pt x="265182" y="102782"/>
                    <a:pt x="267100" y="105336"/>
                    <a:pt x="267100" y="108528"/>
                  </a:cubicBezTo>
                  <a:lnTo>
                    <a:pt x="267100" y="157046"/>
                  </a:lnTo>
                  <a:close/>
                </a:path>
              </a:pathLst>
            </a:custGeom>
            <a:solidFill>
              <a:srgbClr val="00A3E0"/>
            </a:solidFill>
            <a:ln w="6390" cap="flat">
              <a:noFill/>
              <a:prstDash val="solid"/>
              <a:miter/>
            </a:ln>
          </p:spPr>
          <p:txBody>
            <a:bodyPr rtlCol="0" anchor="ctr"/>
            <a:lstStyle/>
            <a:p>
              <a:endParaRPr lang="en-US"/>
            </a:p>
          </p:txBody>
        </p:sp>
      </p:grpSp>
      <p:grpSp>
        <p:nvGrpSpPr>
          <p:cNvPr id="1036" name="Graphic 4">
            <a:extLst>
              <a:ext uri="{FF2B5EF4-FFF2-40B4-BE49-F238E27FC236}">
                <a16:creationId xmlns:a16="http://schemas.microsoft.com/office/drawing/2014/main" id="{C219A96C-6128-C74F-AE44-665614B6E4FB}"/>
              </a:ext>
            </a:extLst>
          </p:cNvPr>
          <p:cNvGrpSpPr>
            <a:grpSpLocks noChangeAspect="1"/>
          </p:cNvGrpSpPr>
          <p:nvPr/>
        </p:nvGrpSpPr>
        <p:grpSpPr>
          <a:xfrm>
            <a:off x="10325499" y="4308712"/>
            <a:ext cx="361670" cy="361971"/>
            <a:chOff x="10325499" y="4308712"/>
            <a:chExt cx="361670" cy="361971"/>
          </a:xfrm>
          <a:solidFill>
            <a:srgbClr val="62B5E5"/>
          </a:solidFill>
        </p:grpSpPr>
        <p:sp>
          <p:nvSpPr>
            <p:cNvPr id="1037" name="Graphic 4">
              <a:extLst>
                <a:ext uri="{FF2B5EF4-FFF2-40B4-BE49-F238E27FC236}">
                  <a16:creationId xmlns:a16="http://schemas.microsoft.com/office/drawing/2014/main" id="{E3906885-B191-EA43-953A-DBB57ED01E07}"/>
                </a:ext>
              </a:extLst>
            </p:cNvPr>
            <p:cNvSpPr/>
            <p:nvPr/>
          </p:nvSpPr>
          <p:spPr>
            <a:xfrm>
              <a:off x="10570233" y="4556410"/>
              <a:ext cx="17892" cy="26812"/>
            </a:xfrm>
            <a:custGeom>
              <a:avLst/>
              <a:gdLst>
                <a:gd name="connsiteX0" fmla="*/ 8946 w 17892"/>
                <a:gd name="connsiteY0" fmla="*/ 0 h 26812"/>
                <a:gd name="connsiteX1" fmla="*/ 640 w 17892"/>
                <a:gd name="connsiteY1" fmla="*/ 14683 h 26812"/>
                <a:gd name="connsiteX2" fmla="*/ 0 w 17892"/>
                <a:gd name="connsiteY2" fmla="*/ 17875 h 26812"/>
                <a:gd name="connsiteX3" fmla="*/ 8946 w 17892"/>
                <a:gd name="connsiteY3" fmla="*/ 26813 h 26812"/>
                <a:gd name="connsiteX4" fmla="*/ 17892 w 17892"/>
                <a:gd name="connsiteY4" fmla="*/ 17875 h 26812"/>
                <a:gd name="connsiteX5" fmla="*/ 17253 w 17892"/>
                <a:gd name="connsiteY5" fmla="*/ 14683 h 26812"/>
                <a:gd name="connsiteX6" fmla="*/ 8946 w 17892"/>
                <a:gd name="connsiteY6" fmla="*/ 0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92" h="26812">
                  <a:moveTo>
                    <a:pt x="8946" y="0"/>
                  </a:moveTo>
                  <a:lnTo>
                    <a:pt x="640" y="14683"/>
                  </a:lnTo>
                  <a:cubicBezTo>
                    <a:pt x="0" y="15960"/>
                    <a:pt x="0" y="16599"/>
                    <a:pt x="0" y="17875"/>
                  </a:cubicBezTo>
                  <a:cubicBezTo>
                    <a:pt x="0" y="22983"/>
                    <a:pt x="3835" y="26813"/>
                    <a:pt x="8946" y="26813"/>
                  </a:cubicBezTo>
                  <a:cubicBezTo>
                    <a:pt x="14058" y="26813"/>
                    <a:pt x="17892" y="22983"/>
                    <a:pt x="17892" y="17875"/>
                  </a:cubicBezTo>
                  <a:cubicBezTo>
                    <a:pt x="17892" y="16599"/>
                    <a:pt x="17892" y="15960"/>
                    <a:pt x="17253" y="14683"/>
                  </a:cubicBezTo>
                  <a:lnTo>
                    <a:pt x="8946" y="0"/>
                  </a:lnTo>
                  <a:close/>
                </a:path>
              </a:pathLst>
            </a:custGeom>
            <a:solidFill>
              <a:srgbClr val="62B5E5"/>
            </a:solidFill>
            <a:ln w="6390" cap="flat">
              <a:noFill/>
              <a:prstDash val="solid"/>
              <a:miter/>
            </a:ln>
          </p:spPr>
          <p:txBody>
            <a:bodyPr rtlCol="0" anchor="ctr"/>
            <a:lstStyle/>
            <a:p>
              <a:endParaRPr lang="en-US"/>
            </a:p>
          </p:txBody>
        </p:sp>
        <p:sp>
          <p:nvSpPr>
            <p:cNvPr id="1038" name="Graphic 4">
              <a:extLst>
                <a:ext uri="{FF2B5EF4-FFF2-40B4-BE49-F238E27FC236}">
                  <a16:creationId xmlns:a16="http://schemas.microsoft.com/office/drawing/2014/main" id="{6F7BCC9C-557F-934D-B5DE-8105C3F42161}"/>
                </a:ext>
              </a:extLst>
            </p:cNvPr>
            <p:cNvSpPr/>
            <p:nvPr/>
          </p:nvSpPr>
          <p:spPr>
            <a:xfrm>
              <a:off x="10325499" y="4308712"/>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53680 w 361670"/>
                <a:gd name="connsiteY7" fmla="*/ 287279 h 361971"/>
                <a:gd name="connsiteX8" fmla="*/ 231954 w 361670"/>
                <a:gd name="connsiteY8" fmla="*/ 265574 h 361971"/>
                <a:gd name="connsiteX9" fmla="*/ 233872 w 361670"/>
                <a:gd name="connsiteY9" fmla="*/ 257274 h 361971"/>
                <a:gd name="connsiteX10" fmla="*/ 233872 w 361670"/>
                <a:gd name="connsiteY10" fmla="*/ 256636 h 361971"/>
                <a:gd name="connsiteX11" fmla="*/ 247929 w 361670"/>
                <a:gd name="connsiteY11" fmla="*/ 231738 h 361971"/>
                <a:gd name="connsiteX12" fmla="*/ 256875 w 361670"/>
                <a:gd name="connsiteY12" fmla="*/ 229185 h 361971"/>
                <a:gd name="connsiteX13" fmla="*/ 259431 w 361670"/>
                <a:gd name="connsiteY13" fmla="*/ 231738 h 361971"/>
                <a:gd name="connsiteX14" fmla="*/ 273489 w 361670"/>
                <a:gd name="connsiteY14" fmla="*/ 256636 h 361971"/>
                <a:gd name="connsiteX15" fmla="*/ 274128 w 361670"/>
                <a:gd name="connsiteY15" fmla="*/ 257274 h 361971"/>
                <a:gd name="connsiteX16" fmla="*/ 276045 w 361670"/>
                <a:gd name="connsiteY16" fmla="*/ 265574 h 361971"/>
                <a:gd name="connsiteX17" fmla="*/ 253680 w 361670"/>
                <a:gd name="connsiteY17" fmla="*/ 287279 h 361971"/>
                <a:gd name="connsiteX18" fmla="*/ 277323 w 361670"/>
                <a:gd name="connsiteY18" fmla="*/ 210033 h 361971"/>
                <a:gd name="connsiteX19" fmla="*/ 230677 w 361670"/>
                <a:gd name="connsiteY19" fmla="*/ 210033 h 361971"/>
                <a:gd name="connsiteX20" fmla="*/ 224287 w 361670"/>
                <a:gd name="connsiteY20" fmla="*/ 203649 h 361971"/>
                <a:gd name="connsiteX21" fmla="*/ 230677 w 361670"/>
                <a:gd name="connsiteY21" fmla="*/ 197265 h 361971"/>
                <a:gd name="connsiteX22" fmla="*/ 231954 w 361670"/>
                <a:gd name="connsiteY22" fmla="*/ 197265 h 361971"/>
                <a:gd name="connsiteX23" fmla="*/ 231954 w 361670"/>
                <a:gd name="connsiteY23" fmla="*/ 188327 h 361971"/>
                <a:gd name="connsiteX24" fmla="*/ 224287 w 361670"/>
                <a:gd name="connsiteY24" fmla="*/ 179390 h 361971"/>
                <a:gd name="connsiteX25" fmla="*/ 223009 w 361670"/>
                <a:gd name="connsiteY25" fmla="*/ 179390 h 361971"/>
                <a:gd name="connsiteX26" fmla="*/ 205756 w 361670"/>
                <a:gd name="connsiteY26" fmla="*/ 179390 h 361971"/>
                <a:gd name="connsiteX27" fmla="*/ 162305 w 361670"/>
                <a:gd name="connsiteY27" fmla="*/ 209395 h 361971"/>
                <a:gd name="connsiteX28" fmla="*/ 132271 w 361670"/>
                <a:gd name="connsiteY28" fmla="*/ 179390 h 361971"/>
                <a:gd name="connsiteX29" fmla="*/ 83708 w 361670"/>
                <a:gd name="connsiteY29" fmla="*/ 179390 h 361971"/>
                <a:gd name="connsiteX30" fmla="*/ 77318 w 361670"/>
                <a:gd name="connsiteY30" fmla="*/ 173006 h 361971"/>
                <a:gd name="connsiteX31" fmla="*/ 83708 w 361670"/>
                <a:gd name="connsiteY31" fmla="*/ 166622 h 361971"/>
                <a:gd name="connsiteX32" fmla="*/ 138022 w 361670"/>
                <a:gd name="connsiteY32" fmla="*/ 166622 h 361971"/>
                <a:gd name="connsiteX33" fmla="*/ 144412 w 361670"/>
                <a:gd name="connsiteY33" fmla="*/ 173006 h 361971"/>
                <a:gd name="connsiteX34" fmla="*/ 168695 w 361670"/>
                <a:gd name="connsiteY34" fmla="*/ 197265 h 361971"/>
                <a:gd name="connsiteX35" fmla="*/ 192976 w 361670"/>
                <a:gd name="connsiteY35" fmla="*/ 173006 h 361971"/>
                <a:gd name="connsiteX36" fmla="*/ 199366 w 361670"/>
                <a:gd name="connsiteY36" fmla="*/ 166622 h 361971"/>
                <a:gd name="connsiteX37" fmla="*/ 222369 w 361670"/>
                <a:gd name="connsiteY37" fmla="*/ 166622 h 361971"/>
                <a:gd name="connsiteX38" fmla="*/ 244095 w 361670"/>
                <a:gd name="connsiteY38" fmla="*/ 187051 h 361971"/>
                <a:gd name="connsiteX39" fmla="*/ 244095 w 361670"/>
                <a:gd name="connsiteY39" fmla="*/ 188327 h 361971"/>
                <a:gd name="connsiteX40" fmla="*/ 244095 w 361670"/>
                <a:gd name="connsiteY40" fmla="*/ 197265 h 361971"/>
                <a:gd name="connsiteX41" fmla="*/ 261987 w 361670"/>
                <a:gd name="connsiteY41" fmla="*/ 197265 h 361971"/>
                <a:gd name="connsiteX42" fmla="*/ 261987 w 361670"/>
                <a:gd name="connsiteY42" fmla="*/ 188327 h 361971"/>
                <a:gd name="connsiteX43" fmla="*/ 221731 w 361670"/>
                <a:gd name="connsiteY43" fmla="*/ 148747 h 361971"/>
                <a:gd name="connsiteX44" fmla="*/ 191059 w 361670"/>
                <a:gd name="connsiteY44" fmla="*/ 148747 h 361971"/>
                <a:gd name="connsiteX45" fmla="*/ 184669 w 361670"/>
                <a:gd name="connsiteY45" fmla="*/ 142363 h 361971"/>
                <a:gd name="connsiteX46" fmla="*/ 184669 w 361670"/>
                <a:gd name="connsiteY46" fmla="*/ 125765 h 361971"/>
                <a:gd name="connsiteX47" fmla="*/ 150802 w 361670"/>
                <a:gd name="connsiteY47" fmla="*/ 125765 h 361971"/>
                <a:gd name="connsiteX48" fmla="*/ 150802 w 361670"/>
                <a:gd name="connsiteY48" fmla="*/ 142363 h 361971"/>
                <a:gd name="connsiteX49" fmla="*/ 144412 w 361670"/>
                <a:gd name="connsiteY49" fmla="*/ 148747 h 361971"/>
                <a:gd name="connsiteX50" fmla="*/ 82430 w 361670"/>
                <a:gd name="connsiteY50" fmla="*/ 148747 h 361971"/>
                <a:gd name="connsiteX51" fmla="*/ 76040 w 361670"/>
                <a:gd name="connsiteY51" fmla="*/ 142363 h 361971"/>
                <a:gd name="connsiteX52" fmla="*/ 82430 w 361670"/>
                <a:gd name="connsiteY52" fmla="*/ 135979 h 361971"/>
                <a:gd name="connsiteX53" fmla="*/ 138022 w 361670"/>
                <a:gd name="connsiteY53" fmla="*/ 135979 h 361971"/>
                <a:gd name="connsiteX54" fmla="*/ 138022 w 361670"/>
                <a:gd name="connsiteY54" fmla="*/ 119381 h 361971"/>
                <a:gd name="connsiteX55" fmla="*/ 144412 w 361670"/>
                <a:gd name="connsiteY55" fmla="*/ 112997 h 361971"/>
                <a:gd name="connsiteX56" fmla="*/ 161026 w 361670"/>
                <a:gd name="connsiteY56" fmla="*/ 112997 h 361971"/>
                <a:gd name="connsiteX57" fmla="*/ 161026 w 361670"/>
                <a:gd name="connsiteY57" fmla="*/ 86822 h 361971"/>
                <a:gd name="connsiteX58" fmla="*/ 144412 w 361670"/>
                <a:gd name="connsiteY58" fmla="*/ 86822 h 361971"/>
                <a:gd name="connsiteX59" fmla="*/ 138022 w 361670"/>
                <a:gd name="connsiteY59" fmla="*/ 80438 h 361971"/>
                <a:gd name="connsiteX60" fmla="*/ 144412 w 361670"/>
                <a:gd name="connsiteY60" fmla="*/ 74054 h 361971"/>
                <a:gd name="connsiteX61" fmla="*/ 191059 w 361670"/>
                <a:gd name="connsiteY61" fmla="*/ 74054 h 361971"/>
                <a:gd name="connsiteX62" fmla="*/ 197449 w 361670"/>
                <a:gd name="connsiteY62" fmla="*/ 80438 h 361971"/>
                <a:gd name="connsiteX63" fmla="*/ 191059 w 361670"/>
                <a:gd name="connsiteY63" fmla="*/ 86822 h 361971"/>
                <a:gd name="connsiteX64" fmla="*/ 174445 w 361670"/>
                <a:gd name="connsiteY64" fmla="*/ 86822 h 361971"/>
                <a:gd name="connsiteX65" fmla="*/ 174445 w 361670"/>
                <a:gd name="connsiteY65" fmla="*/ 112997 h 361971"/>
                <a:gd name="connsiteX66" fmla="*/ 191059 w 361670"/>
                <a:gd name="connsiteY66" fmla="*/ 112997 h 361971"/>
                <a:gd name="connsiteX67" fmla="*/ 197449 w 361670"/>
                <a:gd name="connsiteY67" fmla="*/ 119381 h 361971"/>
                <a:gd name="connsiteX68" fmla="*/ 197449 w 361670"/>
                <a:gd name="connsiteY68" fmla="*/ 135979 h 361971"/>
                <a:gd name="connsiteX69" fmla="*/ 221731 w 361670"/>
                <a:gd name="connsiteY69" fmla="*/ 135979 h 361971"/>
                <a:gd name="connsiteX70" fmla="*/ 274767 w 361670"/>
                <a:gd name="connsiteY70" fmla="*/ 188327 h 361971"/>
                <a:gd name="connsiteX71" fmla="*/ 274767 w 361670"/>
                <a:gd name="connsiteY71" fmla="*/ 197265 h 361971"/>
                <a:gd name="connsiteX72" fmla="*/ 276045 w 361670"/>
                <a:gd name="connsiteY72" fmla="*/ 197265 h 361971"/>
                <a:gd name="connsiteX73" fmla="*/ 282435 w 361670"/>
                <a:gd name="connsiteY73" fmla="*/ 203649 h 361971"/>
                <a:gd name="connsiteX74" fmla="*/ 277323 w 361670"/>
                <a:gd name="connsiteY74" fmla="*/ 210033 h 361971"/>
                <a:gd name="connsiteX75" fmla="*/ 277323 w 361670"/>
                <a:gd name="connsiteY75" fmla="*/ 21003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1670"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1670" y="81077"/>
                    <a:pt x="280518" y="0"/>
                    <a:pt x="180835" y="0"/>
                  </a:cubicBezTo>
                  <a:cubicBezTo>
                    <a:pt x="180835" y="0"/>
                    <a:pt x="180835" y="0"/>
                    <a:pt x="180835" y="0"/>
                  </a:cubicBezTo>
                  <a:close/>
                  <a:moveTo>
                    <a:pt x="253680" y="287279"/>
                  </a:moveTo>
                  <a:cubicBezTo>
                    <a:pt x="241539" y="287279"/>
                    <a:pt x="231954" y="277703"/>
                    <a:pt x="231954" y="265574"/>
                  </a:cubicBezTo>
                  <a:cubicBezTo>
                    <a:pt x="231954" y="262382"/>
                    <a:pt x="232594" y="259828"/>
                    <a:pt x="233872" y="257274"/>
                  </a:cubicBezTo>
                  <a:cubicBezTo>
                    <a:pt x="233872" y="257274"/>
                    <a:pt x="233872" y="256636"/>
                    <a:pt x="233872" y="256636"/>
                  </a:cubicBezTo>
                  <a:lnTo>
                    <a:pt x="247929" y="231738"/>
                  </a:lnTo>
                  <a:cubicBezTo>
                    <a:pt x="249846" y="228546"/>
                    <a:pt x="253680" y="227908"/>
                    <a:pt x="256875" y="229185"/>
                  </a:cubicBezTo>
                  <a:cubicBezTo>
                    <a:pt x="258154" y="229823"/>
                    <a:pt x="258792" y="230462"/>
                    <a:pt x="259431" y="231738"/>
                  </a:cubicBezTo>
                  <a:lnTo>
                    <a:pt x="273489" y="256636"/>
                  </a:lnTo>
                  <a:lnTo>
                    <a:pt x="274128" y="257274"/>
                  </a:lnTo>
                  <a:cubicBezTo>
                    <a:pt x="275406" y="259828"/>
                    <a:pt x="276045" y="263020"/>
                    <a:pt x="276045" y="265574"/>
                  </a:cubicBezTo>
                  <a:cubicBezTo>
                    <a:pt x="275406" y="277703"/>
                    <a:pt x="265821" y="287279"/>
                    <a:pt x="253680" y="287279"/>
                  </a:cubicBezTo>
                  <a:close/>
                  <a:moveTo>
                    <a:pt x="277323" y="210033"/>
                  </a:moveTo>
                  <a:lnTo>
                    <a:pt x="230677" y="210033"/>
                  </a:lnTo>
                  <a:cubicBezTo>
                    <a:pt x="226843" y="210033"/>
                    <a:pt x="224287" y="207479"/>
                    <a:pt x="224287" y="203649"/>
                  </a:cubicBezTo>
                  <a:cubicBezTo>
                    <a:pt x="224287" y="199819"/>
                    <a:pt x="226843" y="197265"/>
                    <a:pt x="230677" y="197265"/>
                  </a:cubicBezTo>
                  <a:lnTo>
                    <a:pt x="231954" y="197265"/>
                  </a:lnTo>
                  <a:lnTo>
                    <a:pt x="231954" y="188327"/>
                  </a:lnTo>
                  <a:cubicBezTo>
                    <a:pt x="232594" y="183859"/>
                    <a:pt x="228759" y="179390"/>
                    <a:pt x="224287" y="179390"/>
                  </a:cubicBezTo>
                  <a:cubicBezTo>
                    <a:pt x="223648" y="179390"/>
                    <a:pt x="223648" y="179390"/>
                    <a:pt x="223009" y="179390"/>
                  </a:cubicBezTo>
                  <a:lnTo>
                    <a:pt x="205756" y="179390"/>
                  </a:lnTo>
                  <a:cubicBezTo>
                    <a:pt x="201922" y="199819"/>
                    <a:pt x="182752" y="213225"/>
                    <a:pt x="162305" y="209395"/>
                  </a:cubicBezTo>
                  <a:cubicBezTo>
                    <a:pt x="146969" y="206841"/>
                    <a:pt x="134828" y="194711"/>
                    <a:pt x="132271" y="179390"/>
                  </a:cubicBezTo>
                  <a:lnTo>
                    <a:pt x="83708" y="179390"/>
                  </a:lnTo>
                  <a:cubicBezTo>
                    <a:pt x="79874" y="179390"/>
                    <a:pt x="77318" y="176836"/>
                    <a:pt x="77318" y="173006"/>
                  </a:cubicBezTo>
                  <a:cubicBezTo>
                    <a:pt x="77318" y="169176"/>
                    <a:pt x="79874" y="166622"/>
                    <a:pt x="83708" y="166622"/>
                  </a:cubicBezTo>
                  <a:lnTo>
                    <a:pt x="138022" y="166622"/>
                  </a:lnTo>
                  <a:cubicBezTo>
                    <a:pt x="141856" y="166622"/>
                    <a:pt x="144412" y="169176"/>
                    <a:pt x="144412" y="173006"/>
                  </a:cubicBezTo>
                  <a:cubicBezTo>
                    <a:pt x="144412" y="186412"/>
                    <a:pt x="155275" y="197265"/>
                    <a:pt x="168695" y="197265"/>
                  </a:cubicBezTo>
                  <a:cubicBezTo>
                    <a:pt x="182113" y="197265"/>
                    <a:pt x="192976" y="186412"/>
                    <a:pt x="192976" y="173006"/>
                  </a:cubicBezTo>
                  <a:cubicBezTo>
                    <a:pt x="192976" y="169176"/>
                    <a:pt x="195532" y="166622"/>
                    <a:pt x="199366" y="166622"/>
                  </a:cubicBezTo>
                  <a:lnTo>
                    <a:pt x="222369" y="166622"/>
                  </a:lnTo>
                  <a:cubicBezTo>
                    <a:pt x="233872" y="165984"/>
                    <a:pt x="244095" y="175560"/>
                    <a:pt x="244095" y="187051"/>
                  </a:cubicBezTo>
                  <a:cubicBezTo>
                    <a:pt x="244095" y="187689"/>
                    <a:pt x="244095" y="187689"/>
                    <a:pt x="244095" y="188327"/>
                  </a:cubicBezTo>
                  <a:lnTo>
                    <a:pt x="244095" y="197265"/>
                  </a:lnTo>
                  <a:lnTo>
                    <a:pt x="261987" y="197265"/>
                  </a:lnTo>
                  <a:lnTo>
                    <a:pt x="261987" y="188327"/>
                  </a:lnTo>
                  <a:cubicBezTo>
                    <a:pt x="261987" y="184497"/>
                    <a:pt x="260709" y="148747"/>
                    <a:pt x="221731" y="148747"/>
                  </a:cubicBezTo>
                  <a:lnTo>
                    <a:pt x="191059" y="148747"/>
                  </a:lnTo>
                  <a:cubicBezTo>
                    <a:pt x="187225" y="148747"/>
                    <a:pt x="184669" y="146193"/>
                    <a:pt x="184669" y="142363"/>
                  </a:cubicBezTo>
                  <a:lnTo>
                    <a:pt x="184669" y="125765"/>
                  </a:lnTo>
                  <a:lnTo>
                    <a:pt x="150802" y="125765"/>
                  </a:lnTo>
                  <a:lnTo>
                    <a:pt x="150802" y="142363"/>
                  </a:lnTo>
                  <a:cubicBezTo>
                    <a:pt x="150802" y="146193"/>
                    <a:pt x="148246" y="148747"/>
                    <a:pt x="144412" y="148747"/>
                  </a:cubicBezTo>
                  <a:lnTo>
                    <a:pt x="82430" y="148747"/>
                  </a:lnTo>
                  <a:cubicBezTo>
                    <a:pt x="78596" y="148747"/>
                    <a:pt x="76040" y="146193"/>
                    <a:pt x="76040" y="142363"/>
                  </a:cubicBezTo>
                  <a:cubicBezTo>
                    <a:pt x="76040" y="138533"/>
                    <a:pt x="78596" y="135979"/>
                    <a:pt x="82430" y="135979"/>
                  </a:cubicBezTo>
                  <a:lnTo>
                    <a:pt x="138022" y="135979"/>
                  </a:lnTo>
                  <a:lnTo>
                    <a:pt x="138022" y="119381"/>
                  </a:lnTo>
                  <a:cubicBezTo>
                    <a:pt x="138022" y="115550"/>
                    <a:pt x="140579" y="112997"/>
                    <a:pt x="144412" y="112997"/>
                  </a:cubicBezTo>
                  <a:lnTo>
                    <a:pt x="161026" y="112997"/>
                  </a:lnTo>
                  <a:lnTo>
                    <a:pt x="161026" y="86822"/>
                  </a:lnTo>
                  <a:lnTo>
                    <a:pt x="144412" y="86822"/>
                  </a:lnTo>
                  <a:cubicBezTo>
                    <a:pt x="140579" y="86822"/>
                    <a:pt x="138022" y="84269"/>
                    <a:pt x="138022" y="80438"/>
                  </a:cubicBezTo>
                  <a:cubicBezTo>
                    <a:pt x="138022" y="76608"/>
                    <a:pt x="140579" y="74054"/>
                    <a:pt x="144412" y="74054"/>
                  </a:cubicBezTo>
                  <a:lnTo>
                    <a:pt x="191059" y="74054"/>
                  </a:lnTo>
                  <a:cubicBezTo>
                    <a:pt x="194893" y="74054"/>
                    <a:pt x="197449" y="76608"/>
                    <a:pt x="197449" y="80438"/>
                  </a:cubicBezTo>
                  <a:cubicBezTo>
                    <a:pt x="197449" y="84269"/>
                    <a:pt x="194893" y="86822"/>
                    <a:pt x="191059" y="86822"/>
                  </a:cubicBezTo>
                  <a:lnTo>
                    <a:pt x="174445" y="86822"/>
                  </a:lnTo>
                  <a:lnTo>
                    <a:pt x="174445" y="112997"/>
                  </a:lnTo>
                  <a:lnTo>
                    <a:pt x="191059" y="112997"/>
                  </a:lnTo>
                  <a:cubicBezTo>
                    <a:pt x="194893" y="112997"/>
                    <a:pt x="197449" y="115550"/>
                    <a:pt x="197449" y="119381"/>
                  </a:cubicBezTo>
                  <a:lnTo>
                    <a:pt x="197449" y="135979"/>
                  </a:lnTo>
                  <a:lnTo>
                    <a:pt x="221731" y="135979"/>
                  </a:lnTo>
                  <a:cubicBezTo>
                    <a:pt x="263265" y="135979"/>
                    <a:pt x="274767" y="170452"/>
                    <a:pt x="274767" y="188327"/>
                  </a:cubicBezTo>
                  <a:lnTo>
                    <a:pt x="274767" y="197265"/>
                  </a:lnTo>
                  <a:lnTo>
                    <a:pt x="276045" y="197265"/>
                  </a:lnTo>
                  <a:cubicBezTo>
                    <a:pt x="279879" y="197265"/>
                    <a:pt x="282435" y="199819"/>
                    <a:pt x="282435" y="203649"/>
                  </a:cubicBezTo>
                  <a:cubicBezTo>
                    <a:pt x="282435" y="207479"/>
                    <a:pt x="281157" y="210671"/>
                    <a:pt x="277323" y="210033"/>
                  </a:cubicBezTo>
                  <a:lnTo>
                    <a:pt x="277323" y="210033"/>
                  </a:lnTo>
                  <a:close/>
                </a:path>
              </a:pathLst>
            </a:custGeom>
            <a:solidFill>
              <a:srgbClr val="62B5E5"/>
            </a:solidFill>
            <a:ln w="6390" cap="flat">
              <a:noFill/>
              <a:prstDash val="solid"/>
              <a:miter/>
            </a:ln>
          </p:spPr>
          <p:txBody>
            <a:bodyPr rtlCol="0" anchor="ctr"/>
            <a:lstStyle/>
            <a:p>
              <a:endParaRPr lang="en-US"/>
            </a:p>
          </p:txBody>
        </p:sp>
      </p:grpSp>
      <p:grpSp>
        <p:nvGrpSpPr>
          <p:cNvPr id="1043" name="Graphic 4">
            <a:extLst>
              <a:ext uri="{FF2B5EF4-FFF2-40B4-BE49-F238E27FC236}">
                <a16:creationId xmlns:a16="http://schemas.microsoft.com/office/drawing/2014/main" id="{3CDA95E6-F60C-D347-9543-BD05C66CA4D8}"/>
              </a:ext>
            </a:extLst>
          </p:cNvPr>
          <p:cNvGrpSpPr>
            <a:grpSpLocks noChangeAspect="1"/>
          </p:cNvGrpSpPr>
          <p:nvPr/>
        </p:nvGrpSpPr>
        <p:grpSpPr>
          <a:xfrm>
            <a:off x="4660820" y="3339623"/>
            <a:ext cx="362312" cy="361971"/>
            <a:chOff x="4660820" y="3339623"/>
            <a:chExt cx="362312" cy="361971"/>
          </a:xfrm>
          <a:solidFill>
            <a:srgbClr val="00A3E0"/>
          </a:solidFill>
        </p:grpSpPr>
        <p:sp>
          <p:nvSpPr>
            <p:cNvPr id="1044" name="Graphic 4">
              <a:extLst>
                <a:ext uri="{FF2B5EF4-FFF2-40B4-BE49-F238E27FC236}">
                  <a16:creationId xmlns:a16="http://schemas.microsoft.com/office/drawing/2014/main" id="{91C81AC8-0A55-A245-8486-94690D9B9A03}"/>
                </a:ext>
              </a:extLst>
            </p:cNvPr>
            <p:cNvSpPr/>
            <p:nvPr/>
          </p:nvSpPr>
          <p:spPr>
            <a:xfrm>
              <a:off x="4660820" y="333962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lnTo>
                    <a:pt x="181474" y="349204"/>
                  </a:lnTo>
                  <a:close/>
                </a:path>
              </a:pathLst>
            </a:custGeom>
            <a:solidFill>
              <a:srgbClr val="00A3E0"/>
            </a:solidFill>
            <a:ln w="6390" cap="flat">
              <a:noFill/>
              <a:prstDash val="solid"/>
              <a:miter/>
            </a:ln>
          </p:spPr>
          <p:txBody>
            <a:bodyPr rtlCol="0" anchor="ctr"/>
            <a:lstStyle/>
            <a:p>
              <a:endParaRPr lang="en-US"/>
            </a:p>
          </p:txBody>
        </p:sp>
        <p:sp>
          <p:nvSpPr>
            <p:cNvPr id="1045" name="Graphic 4">
              <a:extLst>
                <a:ext uri="{FF2B5EF4-FFF2-40B4-BE49-F238E27FC236}">
                  <a16:creationId xmlns:a16="http://schemas.microsoft.com/office/drawing/2014/main" id="{B093EFF1-98CD-4C4F-8884-AB2668750D5C}"/>
                </a:ext>
              </a:extLst>
            </p:cNvPr>
            <p:cNvSpPr/>
            <p:nvPr/>
          </p:nvSpPr>
          <p:spPr>
            <a:xfrm>
              <a:off x="4756179" y="3401548"/>
              <a:ext cx="172504" cy="237484"/>
            </a:xfrm>
            <a:custGeom>
              <a:avLst/>
              <a:gdLst>
                <a:gd name="connsiteX0" fmla="*/ 133400 w 172504"/>
                <a:gd name="connsiteY0" fmla="*/ 133425 h 237484"/>
                <a:gd name="connsiteX1" fmla="*/ 150653 w 172504"/>
                <a:gd name="connsiteY1" fmla="*/ 133425 h 237484"/>
                <a:gd name="connsiteX2" fmla="*/ 157043 w 172504"/>
                <a:gd name="connsiteY2" fmla="*/ 127041 h 237484"/>
                <a:gd name="connsiteX3" fmla="*/ 150653 w 172504"/>
                <a:gd name="connsiteY3" fmla="*/ 120657 h 237484"/>
                <a:gd name="connsiteX4" fmla="*/ 128289 w 172504"/>
                <a:gd name="connsiteY4" fmla="*/ 120657 h 237484"/>
                <a:gd name="connsiteX5" fmla="*/ 115509 w 172504"/>
                <a:gd name="connsiteY5" fmla="*/ 90014 h 237484"/>
                <a:gd name="connsiteX6" fmla="*/ 114869 w 172504"/>
                <a:gd name="connsiteY6" fmla="*/ 31920 h 237484"/>
                <a:gd name="connsiteX7" fmla="*/ 92505 w 172504"/>
                <a:gd name="connsiteY7" fmla="*/ 20429 h 237484"/>
                <a:gd name="connsiteX8" fmla="*/ 92505 w 172504"/>
                <a:gd name="connsiteY8" fmla="*/ 6384 h 237484"/>
                <a:gd name="connsiteX9" fmla="*/ 86115 w 172504"/>
                <a:gd name="connsiteY9" fmla="*/ 0 h 237484"/>
                <a:gd name="connsiteX10" fmla="*/ 79725 w 172504"/>
                <a:gd name="connsiteY10" fmla="*/ 6384 h 237484"/>
                <a:gd name="connsiteX11" fmla="*/ 79725 w 172504"/>
                <a:gd name="connsiteY11" fmla="*/ 20429 h 237484"/>
                <a:gd name="connsiteX12" fmla="*/ 45858 w 172504"/>
                <a:gd name="connsiteY12" fmla="*/ 67032 h 237484"/>
                <a:gd name="connsiteX13" fmla="*/ 57360 w 172504"/>
                <a:gd name="connsiteY13" fmla="*/ 89376 h 237484"/>
                <a:gd name="connsiteX14" fmla="*/ 44580 w 172504"/>
                <a:gd name="connsiteY14" fmla="*/ 120019 h 237484"/>
                <a:gd name="connsiteX15" fmla="*/ 22215 w 172504"/>
                <a:gd name="connsiteY15" fmla="*/ 120019 h 237484"/>
                <a:gd name="connsiteX16" fmla="*/ 15825 w 172504"/>
                <a:gd name="connsiteY16" fmla="*/ 126403 h 237484"/>
                <a:gd name="connsiteX17" fmla="*/ 22215 w 172504"/>
                <a:gd name="connsiteY17" fmla="*/ 132787 h 237484"/>
                <a:gd name="connsiteX18" fmla="*/ 39468 w 172504"/>
                <a:gd name="connsiteY18" fmla="*/ 132787 h 237484"/>
                <a:gd name="connsiteX19" fmla="*/ 490 w 172504"/>
                <a:gd name="connsiteY19" fmla="*/ 228546 h 237484"/>
                <a:gd name="connsiteX20" fmla="*/ 3685 w 172504"/>
                <a:gd name="connsiteY20" fmla="*/ 236846 h 237484"/>
                <a:gd name="connsiteX21" fmla="*/ 6240 w 172504"/>
                <a:gd name="connsiteY21" fmla="*/ 237484 h 237484"/>
                <a:gd name="connsiteX22" fmla="*/ 11992 w 172504"/>
                <a:gd name="connsiteY22" fmla="*/ 233654 h 237484"/>
                <a:gd name="connsiteX23" fmla="*/ 52887 w 172504"/>
                <a:gd name="connsiteY23" fmla="*/ 133425 h 237484"/>
                <a:gd name="connsiteX24" fmla="*/ 79725 w 172504"/>
                <a:gd name="connsiteY24" fmla="*/ 133425 h 237484"/>
                <a:gd name="connsiteX25" fmla="*/ 79725 w 172504"/>
                <a:gd name="connsiteY25" fmla="*/ 143001 h 237484"/>
                <a:gd name="connsiteX26" fmla="*/ 86115 w 172504"/>
                <a:gd name="connsiteY26" fmla="*/ 149385 h 237484"/>
                <a:gd name="connsiteX27" fmla="*/ 92505 w 172504"/>
                <a:gd name="connsiteY27" fmla="*/ 143001 h 237484"/>
                <a:gd name="connsiteX28" fmla="*/ 92505 w 172504"/>
                <a:gd name="connsiteY28" fmla="*/ 133425 h 237484"/>
                <a:gd name="connsiteX29" fmla="*/ 119342 w 172504"/>
                <a:gd name="connsiteY29" fmla="*/ 133425 h 237484"/>
                <a:gd name="connsiteX30" fmla="*/ 160238 w 172504"/>
                <a:gd name="connsiteY30" fmla="*/ 233654 h 237484"/>
                <a:gd name="connsiteX31" fmla="*/ 165989 w 172504"/>
                <a:gd name="connsiteY31" fmla="*/ 237484 h 237484"/>
                <a:gd name="connsiteX32" fmla="*/ 168545 w 172504"/>
                <a:gd name="connsiteY32" fmla="*/ 236846 h 237484"/>
                <a:gd name="connsiteX33" fmla="*/ 171740 w 172504"/>
                <a:gd name="connsiteY33" fmla="*/ 228546 h 237484"/>
                <a:gd name="connsiteX34" fmla="*/ 133400 w 172504"/>
                <a:gd name="connsiteY34" fmla="*/ 133425 h 237484"/>
                <a:gd name="connsiteX35" fmla="*/ 92505 w 172504"/>
                <a:gd name="connsiteY35" fmla="*/ 120657 h 237484"/>
                <a:gd name="connsiteX36" fmla="*/ 92505 w 172504"/>
                <a:gd name="connsiteY36" fmla="*/ 111081 h 237484"/>
                <a:gd name="connsiteX37" fmla="*/ 86115 w 172504"/>
                <a:gd name="connsiteY37" fmla="*/ 104697 h 237484"/>
                <a:gd name="connsiteX38" fmla="*/ 79725 w 172504"/>
                <a:gd name="connsiteY38" fmla="*/ 111081 h 237484"/>
                <a:gd name="connsiteX39" fmla="*/ 79725 w 172504"/>
                <a:gd name="connsiteY39" fmla="*/ 120657 h 237484"/>
                <a:gd name="connsiteX40" fmla="*/ 57999 w 172504"/>
                <a:gd name="connsiteY40" fmla="*/ 120657 h 237484"/>
                <a:gd name="connsiteX41" fmla="*/ 75891 w 172504"/>
                <a:gd name="connsiteY41" fmla="*/ 76608 h 237484"/>
                <a:gd name="connsiteX42" fmla="*/ 72696 w 172504"/>
                <a:gd name="connsiteY42" fmla="*/ 68309 h 237484"/>
                <a:gd name="connsiteX43" fmla="*/ 64389 w 172504"/>
                <a:gd name="connsiteY43" fmla="*/ 71501 h 237484"/>
                <a:gd name="connsiteX44" fmla="*/ 62472 w 172504"/>
                <a:gd name="connsiteY44" fmla="*/ 75969 h 237484"/>
                <a:gd name="connsiteX45" fmla="*/ 70779 w 172504"/>
                <a:gd name="connsiteY45" fmla="*/ 37027 h 237484"/>
                <a:gd name="connsiteX46" fmla="*/ 109758 w 172504"/>
                <a:gd name="connsiteY46" fmla="*/ 45326 h 237484"/>
                <a:gd name="connsiteX47" fmla="*/ 109758 w 172504"/>
                <a:gd name="connsiteY47" fmla="*/ 76608 h 237484"/>
                <a:gd name="connsiteX48" fmla="*/ 107841 w 172504"/>
                <a:gd name="connsiteY48" fmla="*/ 72139 h 237484"/>
                <a:gd name="connsiteX49" fmla="*/ 100173 w 172504"/>
                <a:gd name="connsiteY49" fmla="*/ 68947 h 237484"/>
                <a:gd name="connsiteX50" fmla="*/ 96339 w 172504"/>
                <a:gd name="connsiteY50" fmla="*/ 77246 h 237484"/>
                <a:gd name="connsiteX51" fmla="*/ 96339 w 172504"/>
                <a:gd name="connsiteY51" fmla="*/ 77246 h 237484"/>
                <a:gd name="connsiteX52" fmla="*/ 114231 w 172504"/>
                <a:gd name="connsiteY52" fmla="*/ 121296 h 237484"/>
                <a:gd name="connsiteX53" fmla="*/ 92505 w 172504"/>
                <a:gd name="connsiteY53" fmla="*/ 120657 h 237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72504" h="237484">
                  <a:moveTo>
                    <a:pt x="133400" y="133425"/>
                  </a:moveTo>
                  <a:lnTo>
                    <a:pt x="150653" y="133425"/>
                  </a:lnTo>
                  <a:cubicBezTo>
                    <a:pt x="154487" y="133425"/>
                    <a:pt x="157043" y="130872"/>
                    <a:pt x="157043" y="127041"/>
                  </a:cubicBezTo>
                  <a:cubicBezTo>
                    <a:pt x="157043" y="123211"/>
                    <a:pt x="154487" y="120657"/>
                    <a:pt x="150653" y="120657"/>
                  </a:cubicBezTo>
                  <a:lnTo>
                    <a:pt x="128289" y="120657"/>
                  </a:lnTo>
                  <a:lnTo>
                    <a:pt x="115509" y="90014"/>
                  </a:lnTo>
                  <a:cubicBezTo>
                    <a:pt x="131483" y="74054"/>
                    <a:pt x="131483" y="47880"/>
                    <a:pt x="114869" y="31920"/>
                  </a:cubicBezTo>
                  <a:cubicBezTo>
                    <a:pt x="108479" y="26174"/>
                    <a:pt x="100811" y="21705"/>
                    <a:pt x="92505" y="20429"/>
                  </a:cubicBezTo>
                  <a:lnTo>
                    <a:pt x="92505" y="6384"/>
                  </a:lnTo>
                  <a:cubicBezTo>
                    <a:pt x="92505" y="2553"/>
                    <a:pt x="89949" y="0"/>
                    <a:pt x="86115" y="0"/>
                  </a:cubicBezTo>
                  <a:cubicBezTo>
                    <a:pt x="82281" y="0"/>
                    <a:pt x="79725" y="2553"/>
                    <a:pt x="79725" y="6384"/>
                  </a:cubicBezTo>
                  <a:lnTo>
                    <a:pt x="79725" y="20429"/>
                  </a:lnTo>
                  <a:cubicBezTo>
                    <a:pt x="57360" y="23621"/>
                    <a:pt x="42024" y="44688"/>
                    <a:pt x="45858" y="67032"/>
                  </a:cubicBezTo>
                  <a:cubicBezTo>
                    <a:pt x="47136" y="75331"/>
                    <a:pt x="50970" y="83630"/>
                    <a:pt x="57360" y="89376"/>
                  </a:cubicBezTo>
                  <a:lnTo>
                    <a:pt x="44580" y="120019"/>
                  </a:lnTo>
                  <a:lnTo>
                    <a:pt x="22215" y="120019"/>
                  </a:lnTo>
                  <a:cubicBezTo>
                    <a:pt x="18382" y="120019"/>
                    <a:pt x="15825" y="122573"/>
                    <a:pt x="15825" y="126403"/>
                  </a:cubicBezTo>
                  <a:cubicBezTo>
                    <a:pt x="15825" y="130233"/>
                    <a:pt x="18382" y="132787"/>
                    <a:pt x="22215" y="132787"/>
                  </a:cubicBezTo>
                  <a:lnTo>
                    <a:pt x="39468" y="132787"/>
                  </a:lnTo>
                  <a:lnTo>
                    <a:pt x="490" y="228546"/>
                  </a:lnTo>
                  <a:cubicBezTo>
                    <a:pt x="-788" y="231738"/>
                    <a:pt x="490" y="235569"/>
                    <a:pt x="3685" y="236846"/>
                  </a:cubicBezTo>
                  <a:cubicBezTo>
                    <a:pt x="4324" y="237484"/>
                    <a:pt x="4962" y="237484"/>
                    <a:pt x="6240" y="237484"/>
                  </a:cubicBezTo>
                  <a:cubicBezTo>
                    <a:pt x="8797" y="237484"/>
                    <a:pt x="11352" y="236207"/>
                    <a:pt x="11992" y="233654"/>
                  </a:cubicBezTo>
                  <a:lnTo>
                    <a:pt x="52887" y="133425"/>
                  </a:lnTo>
                  <a:lnTo>
                    <a:pt x="79725" y="133425"/>
                  </a:lnTo>
                  <a:lnTo>
                    <a:pt x="79725" y="143001"/>
                  </a:lnTo>
                  <a:cubicBezTo>
                    <a:pt x="79725" y="146832"/>
                    <a:pt x="82281" y="149385"/>
                    <a:pt x="86115" y="149385"/>
                  </a:cubicBezTo>
                  <a:cubicBezTo>
                    <a:pt x="89949" y="149385"/>
                    <a:pt x="92505" y="146832"/>
                    <a:pt x="92505" y="143001"/>
                  </a:cubicBezTo>
                  <a:lnTo>
                    <a:pt x="92505" y="133425"/>
                  </a:lnTo>
                  <a:lnTo>
                    <a:pt x="119342" y="133425"/>
                  </a:lnTo>
                  <a:lnTo>
                    <a:pt x="160238" y="233654"/>
                  </a:lnTo>
                  <a:cubicBezTo>
                    <a:pt x="161516" y="236207"/>
                    <a:pt x="163433" y="237484"/>
                    <a:pt x="165989" y="237484"/>
                  </a:cubicBezTo>
                  <a:cubicBezTo>
                    <a:pt x="166628" y="237484"/>
                    <a:pt x="167906" y="237484"/>
                    <a:pt x="168545" y="236846"/>
                  </a:cubicBezTo>
                  <a:cubicBezTo>
                    <a:pt x="171740" y="235569"/>
                    <a:pt x="173657" y="231738"/>
                    <a:pt x="171740" y="228546"/>
                  </a:cubicBezTo>
                  <a:lnTo>
                    <a:pt x="133400" y="133425"/>
                  </a:lnTo>
                  <a:close/>
                  <a:moveTo>
                    <a:pt x="92505" y="120657"/>
                  </a:moveTo>
                  <a:lnTo>
                    <a:pt x="92505" y="111081"/>
                  </a:lnTo>
                  <a:cubicBezTo>
                    <a:pt x="92505" y="107251"/>
                    <a:pt x="89949" y="104697"/>
                    <a:pt x="86115" y="104697"/>
                  </a:cubicBezTo>
                  <a:cubicBezTo>
                    <a:pt x="82281" y="104697"/>
                    <a:pt x="79725" y="107251"/>
                    <a:pt x="79725" y="111081"/>
                  </a:cubicBezTo>
                  <a:lnTo>
                    <a:pt x="79725" y="120657"/>
                  </a:lnTo>
                  <a:lnTo>
                    <a:pt x="57999" y="120657"/>
                  </a:lnTo>
                  <a:lnTo>
                    <a:pt x="75891" y="76608"/>
                  </a:lnTo>
                  <a:cubicBezTo>
                    <a:pt x="77169" y="73416"/>
                    <a:pt x="75891" y="69585"/>
                    <a:pt x="72696" y="68309"/>
                  </a:cubicBezTo>
                  <a:cubicBezTo>
                    <a:pt x="69501" y="67032"/>
                    <a:pt x="65667" y="68309"/>
                    <a:pt x="64389" y="71501"/>
                  </a:cubicBezTo>
                  <a:lnTo>
                    <a:pt x="62472" y="75969"/>
                  </a:lnTo>
                  <a:cubicBezTo>
                    <a:pt x="54165" y="63201"/>
                    <a:pt x="57360" y="45326"/>
                    <a:pt x="70779" y="37027"/>
                  </a:cubicBezTo>
                  <a:cubicBezTo>
                    <a:pt x="83559" y="28728"/>
                    <a:pt x="101451" y="31920"/>
                    <a:pt x="109758" y="45326"/>
                  </a:cubicBezTo>
                  <a:cubicBezTo>
                    <a:pt x="116147" y="54902"/>
                    <a:pt x="116147" y="67032"/>
                    <a:pt x="109758" y="76608"/>
                  </a:cubicBezTo>
                  <a:lnTo>
                    <a:pt x="107841" y="72139"/>
                  </a:lnTo>
                  <a:cubicBezTo>
                    <a:pt x="106563" y="68947"/>
                    <a:pt x="102729" y="67670"/>
                    <a:pt x="100173" y="68947"/>
                  </a:cubicBezTo>
                  <a:cubicBezTo>
                    <a:pt x="96978" y="70224"/>
                    <a:pt x="95061" y="74054"/>
                    <a:pt x="96339" y="77246"/>
                  </a:cubicBezTo>
                  <a:cubicBezTo>
                    <a:pt x="96339" y="77246"/>
                    <a:pt x="96339" y="77246"/>
                    <a:pt x="96339" y="77246"/>
                  </a:cubicBezTo>
                  <a:lnTo>
                    <a:pt x="114231" y="121296"/>
                  </a:lnTo>
                  <a:lnTo>
                    <a:pt x="92505" y="120657"/>
                  </a:lnTo>
                  <a:close/>
                </a:path>
              </a:pathLst>
            </a:custGeom>
            <a:solidFill>
              <a:srgbClr val="00A3E0"/>
            </a:solidFill>
            <a:ln w="6390" cap="flat">
              <a:noFill/>
              <a:prstDash val="solid"/>
              <a:miter/>
            </a:ln>
          </p:spPr>
          <p:txBody>
            <a:bodyPr rtlCol="0" anchor="ctr"/>
            <a:lstStyle/>
            <a:p>
              <a:endParaRPr lang="en-US"/>
            </a:p>
          </p:txBody>
        </p:sp>
      </p:grpSp>
      <p:grpSp>
        <p:nvGrpSpPr>
          <p:cNvPr id="1046" name="Graphic 4">
            <a:extLst>
              <a:ext uri="{FF2B5EF4-FFF2-40B4-BE49-F238E27FC236}">
                <a16:creationId xmlns:a16="http://schemas.microsoft.com/office/drawing/2014/main" id="{5A596B81-B4AA-994B-8C37-DD6BCA97DA38}"/>
              </a:ext>
            </a:extLst>
          </p:cNvPr>
          <p:cNvGrpSpPr>
            <a:grpSpLocks noChangeAspect="1"/>
          </p:cNvGrpSpPr>
          <p:nvPr/>
        </p:nvGrpSpPr>
        <p:grpSpPr>
          <a:xfrm>
            <a:off x="5708130" y="918179"/>
            <a:ext cx="362313" cy="361971"/>
            <a:chOff x="5708130" y="918179"/>
            <a:chExt cx="362313" cy="361971"/>
          </a:xfrm>
          <a:solidFill>
            <a:srgbClr val="00A3E0"/>
          </a:solidFill>
        </p:grpSpPr>
        <p:sp>
          <p:nvSpPr>
            <p:cNvPr id="1047" name="Graphic 4">
              <a:extLst>
                <a:ext uri="{FF2B5EF4-FFF2-40B4-BE49-F238E27FC236}">
                  <a16:creationId xmlns:a16="http://schemas.microsoft.com/office/drawing/2014/main" id="{452BBC39-BB53-5144-B6C0-AF81524B2258}"/>
                </a:ext>
              </a:extLst>
            </p:cNvPr>
            <p:cNvSpPr/>
            <p:nvPr/>
          </p:nvSpPr>
          <p:spPr>
            <a:xfrm>
              <a:off x="5708130" y="918179"/>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lnTo>
                    <a:pt x="349530" y="180667"/>
                  </a:lnTo>
                  <a:cubicBezTo>
                    <a:pt x="349530" y="273873"/>
                    <a:pt x="274767"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1048" name="Graphic 4">
              <a:extLst>
                <a:ext uri="{FF2B5EF4-FFF2-40B4-BE49-F238E27FC236}">
                  <a16:creationId xmlns:a16="http://schemas.microsoft.com/office/drawing/2014/main" id="{B6F377B7-3CB8-1548-9A11-D94A64AF7F46}"/>
                </a:ext>
              </a:extLst>
            </p:cNvPr>
            <p:cNvSpPr/>
            <p:nvPr/>
          </p:nvSpPr>
          <p:spPr>
            <a:xfrm>
              <a:off x="5774465" y="1000532"/>
              <a:ext cx="229577" cy="197265"/>
            </a:xfrm>
            <a:custGeom>
              <a:avLst/>
              <a:gdLst>
                <a:gd name="connsiteX0" fmla="*/ 181595 w 229577"/>
                <a:gd name="connsiteY0" fmla="*/ 1915 h 197265"/>
                <a:gd name="connsiteX1" fmla="*/ 181595 w 229577"/>
                <a:gd name="connsiteY1" fmla="*/ 1915 h 197265"/>
                <a:gd name="connsiteX2" fmla="*/ 181595 w 229577"/>
                <a:gd name="connsiteY2" fmla="*/ 1915 h 197265"/>
                <a:gd name="connsiteX3" fmla="*/ 179678 w 229577"/>
                <a:gd name="connsiteY3" fmla="*/ 638 h 197265"/>
                <a:gd name="connsiteX4" fmla="*/ 179039 w 229577"/>
                <a:gd name="connsiteY4" fmla="*/ 638 h 197265"/>
                <a:gd name="connsiteX5" fmla="*/ 177122 w 229577"/>
                <a:gd name="connsiteY5" fmla="*/ 0 h 197265"/>
                <a:gd name="connsiteX6" fmla="*/ 177122 w 229577"/>
                <a:gd name="connsiteY6" fmla="*/ 0 h 197265"/>
                <a:gd name="connsiteX7" fmla="*/ 175205 w 229577"/>
                <a:gd name="connsiteY7" fmla="*/ 638 h 197265"/>
                <a:gd name="connsiteX8" fmla="*/ 5233 w 229577"/>
                <a:gd name="connsiteY8" fmla="*/ 54902 h 197265"/>
                <a:gd name="connsiteX9" fmla="*/ 121 w 229577"/>
                <a:gd name="connsiteY9" fmla="*/ 62563 h 197265"/>
                <a:gd name="connsiteX10" fmla="*/ 7789 w 229577"/>
                <a:gd name="connsiteY10" fmla="*/ 67670 h 197265"/>
                <a:gd name="connsiteX11" fmla="*/ 32071 w 229577"/>
                <a:gd name="connsiteY11" fmla="*/ 67670 h 197265"/>
                <a:gd name="connsiteX12" fmla="*/ 32071 w 229577"/>
                <a:gd name="connsiteY12" fmla="*/ 99590 h 197265"/>
                <a:gd name="connsiteX13" fmla="*/ 32071 w 229577"/>
                <a:gd name="connsiteY13" fmla="*/ 100867 h 197265"/>
                <a:gd name="connsiteX14" fmla="*/ 7150 w 229577"/>
                <a:gd name="connsiteY14" fmla="*/ 100867 h 197265"/>
                <a:gd name="connsiteX15" fmla="*/ 760 w 229577"/>
                <a:gd name="connsiteY15" fmla="*/ 107251 h 197265"/>
                <a:gd name="connsiteX16" fmla="*/ 760 w 229577"/>
                <a:gd name="connsiteY16" fmla="*/ 145555 h 197265"/>
                <a:gd name="connsiteX17" fmla="*/ 7150 w 229577"/>
                <a:gd name="connsiteY17" fmla="*/ 151939 h 197265"/>
                <a:gd name="connsiteX18" fmla="*/ 69132 w 229577"/>
                <a:gd name="connsiteY18" fmla="*/ 151939 h 197265"/>
                <a:gd name="connsiteX19" fmla="*/ 75522 w 229577"/>
                <a:gd name="connsiteY19" fmla="*/ 145555 h 197265"/>
                <a:gd name="connsiteX20" fmla="*/ 75522 w 229577"/>
                <a:gd name="connsiteY20" fmla="*/ 107251 h 197265"/>
                <a:gd name="connsiteX21" fmla="*/ 69132 w 229577"/>
                <a:gd name="connsiteY21" fmla="*/ 100867 h 197265"/>
                <a:gd name="connsiteX22" fmla="*/ 44211 w 229577"/>
                <a:gd name="connsiteY22" fmla="*/ 100867 h 197265"/>
                <a:gd name="connsiteX23" fmla="*/ 44211 w 229577"/>
                <a:gd name="connsiteY23" fmla="*/ 99590 h 197265"/>
                <a:gd name="connsiteX24" fmla="*/ 44211 w 229577"/>
                <a:gd name="connsiteY24" fmla="*/ 67670 h 197265"/>
                <a:gd name="connsiteX25" fmla="*/ 155397 w 229577"/>
                <a:gd name="connsiteY25" fmla="*/ 67670 h 197265"/>
                <a:gd name="connsiteX26" fmla="*/ 155397 w 229577"/>
                <a:gd name="connsiteY26" fmla="*/ 184497 h 197265"/>
                <a:gd name="connsiteX27" fmla="*/ 22486 w 229577"/>
                <a:gd name="connsiteY27" fmla="*/ 184497 h 197265"/>
                <a:gd name="connsiteX28" fmla="*/ 16096 w 229577"/>
                <a:gd name="connsiteY28" fmla="*/ 190881 h 197265"/>
                <a:gd name="connsiteX29" fmla="*/ 22486 w 229577"/>
                <a:gd name="connsiteY29" fmla="*/ 197265 h 197265"/>
                <a:gd name="connsiteX30" fmla="*/ 207794 w 229577"/>
                <a:gd name="connsiteY30" fmla="*/ 197265 h 197265"/>
                <a:gd name="connsiteX31" fmla="*/ 214184 w 229577"/>
                <a:gd name="connsiteY31" fmla="*/ 190881 h 197265"/>
                <a:gd name="connsiteX32" fmla="*/ 207794 w 229577"/>
                <a:gd name="connsiteY32" fmla="*/ 184497 h 197265"/>
                <a:gd name="connsiteX33" fmla="*/ 206516 w 229577"/>
                <a:gd name="connsiteY33" fmla="*/ 184497 h 197265"/>
                <a:gd name="connsiteX34" fmla="*/ 206516 w 229577"/>
                <a:gd name="connsiteY34" fmla="*/ 66393 h 197265"/>
                <a:gd name="connsiteX35" fmla="*/ 223130 w 229577"/>
                <a:gd name="connsiteY35" fmla="*/ 66393 h 197265"/>
                <a:gd name="connsiteX36" fmla="*/ 228881 w 229577"/>
                <a:gd name="connsiteY36" fmla="*/ 62563 h 197265"/>
                <a:gd name="connsiteX37" fmla="*/ 228242 w 229577"/>
                <a:gd name="connsiteY37" fmla="*/ 55541 h 197265"/>
                <a:gd name="connsiteX38" fmla="*/ 181595 w 229577"/>
                <a:gd name="connsiteY38" fmla="*/ 1915 h 197265"/>
                <a:gd name="connsiteX39" fmla="*/ 62742 w 229577"/>
                <a:gd name="connsiteY39" fmla="*/ 138532 h 197265"/>
                <a:gd name="connsiteX40" fmla="*/ 13540 w 229577"/>
                <a:gd name="connsiteY40" fmla="*/ 138532 h 197265"/>
                <a:gd name="connsiteX41" fmla="*/ 13540 w 229577"/>
                <a:gd name="connsiteY41" fmla="*/ 112996 h 197265"/>
                <a:gd name="connsiteX42" fmla="*/ 62742 w 229577"/>
                <a:gd name="connsiteY42" fmla="*/ 112996 h 197265"/>
                <a:gd name="connsiteX43" fmla="*/ 62742 w 229577"/>
                <a:gd name="connsiteY43" fmla="*/ 138532 h 197265"/>
                <a:gd name="connsiteX44" fmla="*/ 170733 w 229577"/>
                <a:gd name="connsiteY44" fmla="*/ 14683 h 197265"/>
                <a:gd name="connsiteX45" fmla="*/ 170733 w 229577"/>
                <a:gd name="connsiteY45" fmla="*/ 52349 h 197265"/>
                <a:gd name="connsiteX46" fmla="*/ 170733 w 229577"/>
                <a:gd name="connsiteY46" fmla="*/ 53625 h 197265"/>
                <a:gd name="connsiteX47" fmla="*/ 48046 w 229577"/>
                <a:gd name="connsiteY47" fmla="*/ 53625 h 197265"/>
                <a:gd name="connsiteX48" fmla="*/ 170733 w 229577"/>
                <a:gd name="connsiteY48" fmla="*/ 14683 h 197265"/>
                <a:gd name="connsiteX49" fmla="*/ 193736 w 229577"/>
                <a:gd name="connsiteY49" fmla="*/ 127041 h 197265"/>
                <a:gd name="connsiteX50" fmla="*/ 168176 w 229577"/>
                <a:gd name="connsiteY50" fmla="*/ 158323 h 197265"/>
                <a:gd name="connsiteX51" fmla="*/ 168176 w 229577"/>
                <a:gd name="connsiteY51" fmla="*/ 124488 h 197265"/>
                <a:gd name="connsiteX52" fmla="*/ 193736 w 229577"/>
                <a:gd name="connsiteY52" fmla="*/ 93206 h 197265"/>
                <a:gd name="connsiteX53" fmla="*/ 193736 w 229577"/>
                <a:gd name="connsiteY53" fmla="*/ 127041 h 197265"/>
                <a:gd name="connsiteX54" fmla="*/ 168176 w 229577"/>
                <a:gd name="connsiteY54" fmla="*/ 184497 h 197265"/>
                <a:gd name="connsiteX55" fmla="*/ 168176 w 229577"/>
                <a:gd name="connsiteY55" fmla="*/ 178113 h 197265"/>
                <a:gd name="connsiteX56" fmla="*/ 193736 w 229577"/>
                <a:gd name="connsiteY56" fmla="*/ 146832 h 197265"/>
                <a:gd name="connsiteX57" fmla="*/ 193736 w 229577"/>
                <a:gd name="connsiteY57" fmla="*/ 184497 h 197265"/>
                <a:gd name="connsiteX58" fmla="*/ 168176 w 229577"/>
                <a:gd name="connsiteY58" fmla="*/ 184497 h 197265"/>
                <a:gd name="connsiteX59" fmla="*/ 193736 w 229577"/>
                <a:gd name="connsiteY59" fmla="*/ 72777 h 197265"/>
                <a:gd name="connsiteX60" fmla="*/ 168176 w 229577"/>
                <a:gd name="connsiteY60" fmla="*/ 104059 h 197265"/>
                <a:gd name="connsiteX61" fmla="*/ 168176 w 229577"/>
                <a:gd name="connsiteY61" fmla="*/ 66393 h 197265"/>
                <a:gd name="connsiteX62" fmla="*/ 193736 w 229577"/>
                <a:gd name="connsiteY62" fmla="*/ 66393 h 197265"/>
                <a:gd name="connsiteX63" fmla="*/ 193736 w 229577"/>
                <a:gd name="connsiteY63" fmla="*/ 72777 h 197265"/>
                <a:gd name="connsiteX64" fmla="*/ 200126 w 229577"/>
                <a:gd name="connsiteY64" fmla="*/ 52987 h 197265"/>
                <a:gd name="connsiteX65" fmla="*/ 182873 w 229577"/>
                <a:gd name="connsiteY65" fmla="*/ 52987 h 197265"/>
                <a:gd name="connsiteX66" fmla="*/ 182873 w 229577"/>
                <a:gd name="connsiteY66" fmla="*/ 51710 h 197265"/>
                <a:gd name="connsiteX67" fmla="*/ 182873 w 229577"/>
                <a:gd name="connsiteY67" fmla="*/ 22344 h 197265"/>
                <a:gd name="connsiteX68" fmla="*/ 209072 w 229577"/>
                <a:gd name="connsiteY68" fmla="*/ 52987 h 197265"/>
                <a:gd name="connsiteX69" fmla="*/ 200126 w 229577"/>
                <a:gd name="connsiteY69" fmla="*/ 52987 h 19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29577" h="197265">
                  <a:moveTo>
                    <a:pt x="181595" y="1915"/>
                  </a:moveTo>
                  <a:lnTo>
                    <a:pt x="181595" y="1915"/>
                  </a:lnTo>
                  <a:lnTo>
                    <a:pt x="181595" y="1915"/>
                  </a:lnTo>
                  <a:cubicBezTo>
                    <a:pt x="180956" y="1277"/>
                    <a:pt x="180317" y="638"/>
                    <a:pt x="179678" y="638"/>
                  </a:cubicBezTo>
                  <a:lnTo>
                    <a:pt x="179039" y="638"/>
                  </a:lnTo>
                  <a:cubicBezTo>
                    <a:pt x="178400" y="638"/>
                    <a:pt x="177761" y="0"/>
                    <a:pt x="177122" y="0"/>
                  </a:cubicBezTo>
                  <a:lnTo>
                    <a:pt x="177122" y="0"/>
                  </a:lnTo>
                  <a:cubicBezTo>
                    <a:pt x="176483" y="0"/>
                    <a:pt x="175844" y="0"/>
                    <a:pt x="175205" y="638"/>
                  </a:cubicBezTo>
                  <a:lnTo>
                    <a:pt x="5233" y="54902"/>
                  </a:lnTo>
                  <a:cubicBezTo>
                    <a:pt x="1399" y="55541"/>
                    <a:pt x="-518" y="58733"/>
                    <a:pt x="121" y="62563"/>
                  </a:cubicBezTo>
                  <a:cubicBezTo>
                    <a:pt x="760" y="66393"/>
                    <a:pt x="3955" y="68309"/>
                    <a:pt x="7789" y="67670"/>
                  </a:cubicBezTo>
                  <a:lnTo>
                    <a:pt x="32071" y="67670"/>
                  </a:lnTo>
                  <a:lnTo>
                    <a:pt x="32071" y="99590"/>
                  </a:lnTo>
                  <a:cubicBezTo>
                    <a:pt x="32071" y="100229"/>
                    <a:pt x="32071" y="100229"/>
                    <a:pt x="32071" y="100867"/>
                  </a:cubicBezTo>
                  <a:lnTo>
                    <a:pt x="7150" y="100867"/>
                  </a:lnTo>
                  <a:cubicBezTo>
                    <a:pt x="3316" y="100867"/>
                    <a:pt x="760" y="103420"/>
                    <a:pt x="760" y="107251"/>
                  </a:cubicBezTo>
                  <a:lnTo>
                    <a:pt x="760" y="145555"/>
                  </a:lnTo>
                  <a:cubicBezTo>
                    <a:pt x="760" y="149385"/>
                    <a:pt x="3316" y="151939"/>
                    <a:pt x="7150" y="151939"/>
                  </a:cubicBezTo>
                  <a:lnTo>
                    <a:pt x="69132" y="151939"/>
                  </a:lnTo>
                  <a:cubicBezTo>
                    <a:pt x="72966" y="151939"/>
                    <a:pt x="75522" y="149385"/>
                    <a:pt x="75522" y="145555"/>
                  </a:cubicBezTo>
                  <a:lnTo>
                    <a:pt x="75522" y="107251"/>
                  </a:lnTo>
                  <a:cubicBezTo>
                    <a:pt x="75522" y="103420"/>
                    <a:pt x="72966" y="100867"/>
                    <a:pt x="69132" y="100867"/>
                  </a:cubicBezTo>
                  <a:lnTo>
                    <a:pt x="44211" y="100867"/>
                  </a:lnTo>
                  <a:cubicBezTo>
                    <a:pt x="44211" y="100229"/>
                    <a:pt x="44211" y="100229"/>
                    <a:pt x="44211" y="99590"/>
                  </a:cubicBezTo>
                  <a:lnTo>
                    <a:pt x="44211" y="67670"/>
                  </a:lnTo>
                  <a:lnTo>
                    <a:pt x="155397" y="67670"/>
                  </a:lnTo>
                  <a:lnTo>
                    <a:pt x="155397" y="184497"/>
                  </a:lnTo>
                  <a:lnTo>
                    <a:pt x="22486" y="184497"/>
                  </a:lnTo>
                  <a:cubicBezTo>
                    <a:pt x="18652" y="184497"/>
                    <a:pt x="16096" y="187051"/>
                    <a:pt x="16096" y="190881"/>
                  </a:cubicBezTo>
                  <a:cubicBezTo>
                    <a:pt x="16096" y="194711"/>
                    <a:pt x="18652" y="197265"/>
                    <a:pt x="22486" y="197265"/>
                  </a:cubicBezTo>
                  <a:lnTo>
                    <a:pt x="207794" y="197265"/>
                  </a:lnTo>
                  <a:cubicBezTo>
                    <a:pt x="211628" y="197265"/>
                    <a:pt x="214184" y="194711"/>
                    <a:pt x="214184" y="190881"/>
                  </a:cubicBezTo>
                  <a:cubicBezTo>
                    <a:pt x="214184" y="187051"/>
                    <a:pt x="211628" y="184497"/>
                    <a:pt x="207794" y="184497"/>
                  </a:cubicBezTo>
                  <a:lnTo>
                    <a:pt x="206516" y="184497"/>
                  </a:lnTo>
                  <a:lnTo>
                    <a:pt x="206516" y="66393"/>
                  </a:lnTo>
                  <a:lnTo>
                    <a:pt x="223130" y="66393"/>
                  </a:lnTo>
                  <a:cubicBezTo>
                    <a:pt x="225686" y="66393"/>
                    <a:pt x="227603" y="65117"/>
                    <a:pt x="228881" y="62563"/>
                  </a:cubicBezTo>
                  <a:cubicBezTo>
                    <a:pt x="230159" y="60009"/>
                    <a:pt x="229520" y="57456"/>
                    <a:pt x="228242" y="55541"/>
                  </a:cubicBezTo>
                  <a:lnTo>
                    <a:pt x="181595" y="1915"/>
                  </a:lnTo>
                  <a:close/>
                  <a:moveTo>
                    <a:pt x="62742" y="138532"/>
                  </a:moveTo>
                  <a:lnTo>
                    <a:pt x="13540" y="138532"/>
                  </a:lnTo>
                  <a:lnTo>
                    <a:pt x="13540" y="112996"/>
                  </a:lnTo>
                  <a:lnTo>
                    <a:pt x="62742" y="112996"/>
                  </a:lnTo>
                  <a:lnTo>
                    <a:pt x="62742" y="138532"/>
                  </a:lnTo>
                  <a:close/>
                  <a:moveTo>
                    <a:pt x="170733" y="14683"/>
                  </a:moveTo>
                  <a:lnTo>
                    <a:pt x="170733" y="52349"/>
                  </a:lnTo>
                  <a:cubicBezTo>
                    <a:pt x="170733" y="52987"/>
                    <a:pt x="170733" y="52987"/>
                    <a:pt x="170733" y="53625"/>
                  </a:cubicBezTo>
                  <a:lnTo>
                    <a:pt x="48046" y="53625"/>
                  </a:lnTo>
                  <a:lnTo>
                    <a:pt x="170733" y="14683"/>
                  </a:lnTo>
                  <a:close/>
                  <a:moveTo>
                    <a:pt x="193736" y="127041"/>
                  </a:moveTo>
                  <a:lnTo>
                    <a:pt x="168176" y="158323"/>
                  </a:lnTo>
                  <a:lnTo>
                    <a:pt x="168176" y="124488"/>
                  </a:lnTo>
                  <a:lnTo>
                    <a:pt x="193736" y="93206"/>
                  </a:lnTo>
                  <a:lnTo>
                    <a:pt x="193736" y="127041"/>
                  </a:lnTo>
                  <a:close/>
                  <a:moveTo>
                    <a:pt x="168176" y="184497"/>
                  </a:moveTo>
                  <a:lnTo>
                    <a:pt x="168176" y="178113"/>
                  </a:lnTo>
                  <a:lnTo>
                    <a:pt x="193736" y="146832"/>
                  </a:lnTo>
                  <a:lnTo>
                    <a:pt x="193736" y="184497"/>
                  </a:lnTo>
                  <a:lnTo>
                    <a:pt x="168176" y="184497"/>
                  </a:lnTo>
                  <a:close/>
                  <a:moveTo>
                    <a:pt x="193736" y="72777"/>
                  </a:moveTo>
                  <a:lnTo>
                    <a:pt x="168176" y="104059"/>
                  </a:lnTo>
                  <a:lnTo>
                    <a:pt x="168176" y="66393"/>
                  </a:lnTo>
                  <a:lnTo>
                    <a:pt x="193736" y="66393"/>
                  </a:lnTo>
                  <a:lnTo>
                    <a:pt x="193736" y="72777"/>
                  </a:lnTo>
                  <a:close/>
                  <a:moveTo>
                    <a:pt x="200126" y="52987"/>
                  </a:moveTo>
                  <a:lnTo>
                    <a:pt x="182873" y="52987"/>
                  </a:lnTo>
                  <a:cubicBezTo>
                    <a:pt x="182873" y="52349"/>
                    <a:pt x="182873" y="52349"/>
                    <a:pt x="182873" y="51710"/>
                  </a:cubicBezTo>
                  <a:lnTo>
                    <a:pt x="182873" y="22344"/>
                  </a:lnTo>
                  <a:lnTo>
                    <a:pt x="209072" y="52987"/>
                  </a:lnTo>
                  <a:lnTo>
                    <a:pt x="200126" y="52987"/>
                  </a:lnTo>
                  <a:close/>
                </a:path>
              </a:pathLst>
            </a:custGeom>
            <a:solidFill>
              <a:srgbClr val="00A3E0"/>
            </a:solidFill>
            <a:ln w="6390" cap="flat">
              <a:noFill/>
              <a:prstDash val="solid"/>
              <a:miter/>
            </a:ln>
          </p:spPr>
          <p:txBody>
            <a:bodyPr rtlCol="0" anchor="ctr"/>
            <a:lstStyle/>
            <a:p>
              <a:endParaRPr lang="en-US"/>
            </a:p>
          </p:txBody>
        </p:sp>
      </p:grpSp>
      <p:grpSp>
        <p:nvGrpSpPr>
          <p:cNvPr id="1049" name="Graphic 4">
            <a:extLst>
              <a:ext uri="{FF2B5EF4-FFF2-40B4-BE49-F238E27FC236}">
                <a16:creationId xmlns:a16="http://schemas.microsoft.com/office/drawing/2014/main" id="{BBF5ABC0-861B-B34A-9B21-EDF95F48EB4D}"/>
              </a:ext>
            </a:extLst>
          </p:cNvPr>
          <p:cNvGrpSpPr>
            <a:grpSpLocks noChangeAspect="1"/>
          </p:cNvGrpSpPr>
          <p:nvPr/>
        </p:nvGrpSpPr>
        <p:grpSpPr>
          <a:xfrm>
            <a:off x="1515054" y="1402723"/>
            <a:ext cx="362309" cy="361971"/>
            <a:chOff x="1515054" y="1402723"/>
            <a:chExt cx="362309" cy="361971"/>
          </a:xfrm>
          <a:solidFill>
            <a:srgbClr val="0076A8"/>
          </a:solidFill>
        </p:grpSpPr>
        <p:sp>
          <p:nvSpPr>
            <p:cNvPr id="1050" name="Graphic 4">
              <a:extLst>
                <a:ext uri="{FF2B5EF4-FFF2-40B4-BE49-F238E27FC236}">
                  <a16:creationId xmlns:a16="http://schemas.microsoft.com/office/drawing/2014/main" id="{0528B686-F4BD-C045-BFCD-BDAE0A2B12DC}"/>
                </a:ext>
              </a:extLst>
            </p:cNvPr>
            <p:cNvSpPr/>
            <p:nvPr/>
          </p:nvSpPr>
          <p:spPr>
            <a:xfrm>
              <a:off x="1515054" y="1402723"/>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362309 w 362309"/>
                <a:gd name="connsiteY4" fmla="*/ 181305 h 361971"/>
                <a:gd name="connsiteX5" fmla="*/ 180835 w 362309"/>
                <a:gd name="connsiteY5" fmla="*/ 0 h 361971"/>
                <a:gd name="connsiteX6" fmla="*/ 180835 w 362309"/>
                <a:gd name="connsiteY6" fmla="*/ 0 h 361971"/>
                <a:gd name="connsiteX7" fmla="*/ 180835 w 362309"/>
                <a:gd name="connsiteY7" fmla="*/ 348565 h 361971"/>
                <a:gd name="connsiteX8" fmla="*/ 12780 w 362309"/>
                <a:gd name="connsiteY8" fmla="*/ 180028 h 361971"/>
                <a:gd name="connsiteX9" fmla="*/ 180835 w 362309"/>
                <a:gd name="connsiteY9" fmla="*/ 12130 h 361971"/>
                <a:gd name="connsiteX10" fmla="*/ 349529 w 362309"/>
                <a:gd name="connsiteY10" fmla="*/ 180028 h 361971"/>
                <a:gd name="connsiteX11" fmla="*/ 180835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181305"/>
                    <a:pt x="362309" y="181305"/>
                    <a:pt x="362309" y="181305"/>
                  </a:cubicBezTo>
                  <a:cubicBezTo>
                    <a:pt x="361670" y="80438"/>
                    <a:pt x="281157" y="0"/>
                    <a:pt x="180835" y="0"/>
                  </a:cubicBezTo>
                  <a:cubicBezTo>
                    <a:pt x="180835" y="0"/>
                    <a:pt x="180835" y="0"/>
                    <a:pt x="180835" y="0"/>
                  </a:cubicBezTo>
                  <a:close/>
                  <a:moveTo>
                    <a:pt x="180835" y="348565"/>
                  </a:moveTo>
                  <a:cubicBezTo>
                    <a:pt x="87542" y="348565"/>
                    <a:pt x="12780" y="273234"/>
                    <a:pt x="12780" y="180028"/>
                  </a:cubicBezTo>
                  <a:cubicBezTo>
                    <a:pt x="12780" y="86822"/>
                    <a:pt x="88181" y="12130"/>
                    <a:pt x="180835" y="12130"/>
                  </a:cubicBezTo>
                  <a:cubicBezTo>
                    <a:pt x="274128" y="12130"/>
                    <a:pt x="349529" y="87461"/>
                    <a:pt x="349529" y="180028"/>
                  </a:cubicBezTo>
                  <a:cubicBezTo>
                    <a:pt x="348891" y="273234"/>
                    <a:pt x="273489" y="348565"/>
                    <a:pt x="180835" y="348565"/>
                  </a:cubicBezTo>
                  <a:close/>
                </a:path>
              </a:pathLst>
            </a:custGeom>
            <a:solidFill>
              <a:srgbClr val="0076A8"/>
            </a:solidFill>
            <a:ln w="6390" cap="flat">
              <a:noFill/>
              <a:prstDash val="solid"/>
              <a:miter/>
            </a:ln>
          </p:spPr>
          <p:txBody>
            <a:bodyPr rtlCol="0" anchor="ctr"/>
            <a:lstStyle/>
            <a:p>
              <a:endParaRPr lang="en-US"/>
            </a:p>
          </p:txBody>
        </p:sp>
        <p:sp>
          <p:nvSpPr>
            <p:cNvPr id="1051" name="Graphic 4">
              <a:extLst>
                <a:ext uri="{FF2B5EF4-FFF2-40B4-BE49-F238E27FC236}">
                  <a16:creationId xmlns:a16="http://schemas.microsoft.com/office/drawing/2014/main" id="{C22BE024-F42E-B74F-AF2B-F7CF42C063EE}"/>
                </a:ext>
              </a:extLst>
            </p:cNvPr>
            <p:cNvSpPr/>
            <p:nvPr/>
          </p:nvSpPr>
          <p:spPr>
            <a:xfrm>
              <a:off x="1591094" y="1499661"/>
              <a:ext cx="210479" cy="167358"/>
            </a:xfrm>
            <a:custGeom>
              <a:avLst/>
              <a:gdLst>
                <a:gd name="connsiteX0" fmla="*/ 182113 w 210479"/>
                <a:gd name="connsiteY0" fmla="*/ 98 h 167358"/>
                <a:gd name="connsiteX1" fmla="*/ 146969 w 210479"/>
                <a:gd name="connsiteY1" fmla="*/ 98 h 167358"/>
                <a:gd name="connsiteX2" fmla="*/ 140579 w 210479"/>
                <a:gd name="connsiteY2" fmla="*/ 5844 h 167358"/>
                <a:gd name="connsiteX3" fmla="*/ 132272 w 210479"/>
                <a:gd name="connsiteY3" fmla="*/ 97135 h 167358"/>
                <a:gd name="connsiteX4" fmla="*/ 72845 w 210479"/>
                <a:gd name="connsiteY4" fmla="*/ 57554 h 167358"/>
                <a:gd name="connsiteX5" fmla="*/ 66455 w 210479"/>
                <a:gd name="connsiteY5" fmla="*/ 56916 h 167358"/>
                <a:gd name="connsiteX6" fmla="*/ 63260 w 210479"/>
                <a:gd name="connsiteY6" fmla="*/ 62662 h 167358"/>
                <a:gd name="connsiteX7" fmla="*/ 63260 w 210479"/>
                <a:gd name="connsiteY7" fmla="*/ 93305 h 167358"/>
                <a:gd name="connsiteX8" fmla="*/ 9585 w 210479"/>
                <a:gd name="connsiteY8" fmla="*/ 57554 h 167358"/>
                <a:gd name="connsiteX9" fmla="*/ 3195 w 210479"/>
                <a:gd name="connsiteY9" fmla="*/ 56916 h 167358"/>
                <a:gd name="connsiteX10" fmla="*/ 0 w 210479"/>
                <a:gd name="connsiteY10" fmla="*/ 62662 h 167358"/>
                <a:gd name="connsiteX11" fmla="*/ 0 w 210479"/>
                <a:gd name="connsiteY11" fmla="*/ 160975 h 167358"/>
                <a:gd name="connsiteX12" fmla="*/ 6390 w 210479"/>
                <a:gd name="connsiteY12" fmla="*/ 167359 h 167358"/>
                <a:gd name="connsiteX13" fmla="*/ 203839 w 210479"/>
                <a:gd name="connsiteY13" fmla="*/ 167359 h 167358"/>
                <a:gd name="connsiteX14" fmla="*/ 208951 w 210479"/>
                <a:gd name="connsiteY14" fmla="*/ 165444 h 167358"/>
                <a:gd name="connsiteX15" fmla="*/ 210229 w 210479"/>
                <a:gd name="connsiteY15" fmla="*/ 160336 h 167358"/>
                <a:gd name="connsiteX16" fmla="*/ 189142 w 210479"/>
                <a:gd name="connsiteY16" fmla="*/ 5206 h 167358"/>
                <a:gd name="connsiteX17" fmla="*/ 182113 w 210479"/>
                <a:gd name="connsiteY17" fmla="*/ 98 h 167358"/>
                <a:gd name="connsiteX18" fmla="*/ 129077 w 210479"/>
                <a:gd name="connsiteY18" fmla="*/ 109903 h 167358"/>
                <a:gd name="connsiteX19" fmla="*/ 130994 w 210479"/>
                <a:gd name="connsiteY19" fmla="*/ 110541 h 167358"/>
                <a:gd name="connsiteX20" fmla="*/ 127160 w 210479"/>
                <a:gd name="connsiteY20" fmla="*/ 154591 h 167358"/>
                <a:gd name="connsiteX21" fmla="*/ 76040 w 210479"/>
                <a:gd name="connsiteY21" fmla="*/ 154591 h 167358"/>
                <a:gd name="connsiteX22" fmla="*/ 76040 w 210479"/>
                <a:gd name="connsiteY22" fmla="*/ 74791 h 167358"/>
                <a:gd name="connsiteX23" fmla="*/ 129077 w 210479"/>
                <a:gd name="connsiteY23" fmla="*/ 109903 h 167358"/>
                <a:gd name="connsiteX24" fmla="*/ 63260 w 210479"/>
                <a:gd name="connsiteY24" fmla="*/ 107988 h 167358"/>
                <a:gd name="connsiteX25" fmla="*/ 63260 w 210479"/>
                <a:gd name="connsiteY25" fmla="*/ 154591 h 167358"/>
                <a:gd name="connsiteX26" fmla="*/ 12780 w 210479"/>
                <a:gd name="connsiteY26" fmla="*/ 154591 h 167358"/>
                <a:gd name="connsiteX27" fmla="*/ 12780 w 210479"/>
                <a:gd name="connsiteY27" fmla="*/ 74791 h 167358"/>
                <a:gd name="connsiteX28" fmla="*/ 63260 w 210479"/>
                <a:gd name="connsiteY28" fmla="*/ 107988 h 167358"/>
                <a:gd name="connsiteX29" fmla="*/ 139940 w 210479"/>
                <a:gd name="connsiteY29" fmla="*/ 154591 h 167358"/>
                <a:gd name="connsiteX30" fmla="*/ 139940 w 210479"/>
                <a:gd name="connsiteY30" fmla="*/ 154591 h 167358"/>
                <a:gd name="connsiteX31" fmla="*/ 152719 w 210479"/>
                <a:gd name="connsiteY31" fmla="*/ 12228 h 167358"/>
                <a:gd name="connsiteX32" fmla="*/ 176362 w 210479"/>
                <a:gd name="connsiteY32" fmla="*/ 12228 h 167358"/>
                <a:gd name="connsiteX33" fmla="*/ 195532 w 210479"/>
                <a:gd name="connsiteY33" fmla="*/ 154591 h 167358"/>
                <a:gd name="connsiteX34" fmla="*/ 139940 w 210479"/>
                <a:gd name="connsiteY34" fmla="*/ 154591 h 167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10479" h="167358">
                  <a:moveTo>
                    <a:pt x="182113" y="98"/>
                  </a:moveTo>
                  <a:lnTo>
                    <a:pt x="146969" y="98"/>
                  </a:lnTo>
                  <a:cubicBezTo>
                    <a:pt x="143774" y="98"/>
                    <a:pt x="140579" y="2652"/>
                    <a:pt x="140579" y="5844"/>
                  </a:cubicBezTo>
                  <a:lnTo>
                    <a:pt x="132272" y="97135"/>
                  </a:lnTo>
                  <a:lnTo>
                    <a:pt x="72845" y="57554"/>
                  </a:lnTo>
                  <a:cubicBezTo>
                    <a:pt x="70928" y="56278"/>
                    <a:pt x="68372" y="56278"/>
                    <a:pt x="66455" y="56916"/>
                  </a:cubicBezTo>
                  <a:cubicBezTo>
                    <a:pt x="64538" y="58193"/>
                    <a:pt x="63260" y="60108"/>
                    <a:pt x="63260" y="62662"/>
                  </a:cubicBezTo>
                  <a:lnTo>
                    <a:pt x="63260" y="93305"/>
                  </a:lnTo>
                  <a:lnTo>
                    <a:pt x="9585" y="57554"/>
                  </a:lnTo>
                  <a:cubicBezTo>
                    <a:pt x="7668" y="56278"/>
                    <a:pt x="5112" y="56278"/>
                    <a:pt x="3195" y="56916"/>
                  </a:cubicBezTo>
                  <a:cubicBezTo>
                    <a:pt x="1278" y="58193"/>
                    <a:pt x="0" y="60108"/>
                    <a:pt x="0" y="62662"/>
                  </a:cubicBezTo>
                  <a:lnTo>
                    <a:pt x="0" y="160975"/>
                  </a:lnTo>
                  <a:cubicBezTo>
                    <a:pt x="0" y="164805"/>
                    <a:pt x="2556" y="167359"/>
                    <a:pt x="6390" y="167359"/>
                  </a:cubicBezTo>
                  <a:lnTo>
                    <a:pt x="203839" y="167359"/>
                  </a:lnTo>
                  <a:cubicBezTo>
                    <a:pt x="205756" y="167359"/>
                    <a:pt x="207673" y="166720"/>
                    <a:pt x="208951" y="165444"/>
                  </a:cubicBezTo>
                  <a:cubicBezTo>
                    <a:pt x="210229" y="164167"/>
                    <a:pt x="210868" y="162252"/>
                    <a:pt x="210229" y="160336"/>
                  </a:cubicBezTo>
                  <a:lnTo>
                    <a:pt x="189142" y="5206"/>
                  </a:lnTo>
                  <a:cubicBezTo>
                    <a:pt x="188503" y="2014"/>
                    <a:pt x="185308" y="-540"/>
                    <a:pt x="182113" y="98"/>
                  </a:cubicBezTo>
                  <a:close/>
                  <a:moveTo>
                    <a:pt x="129077" y="109903"/>
                  </a:moveTo>
                  <a:cubicBezTo>
                    <a:pt x="129716" y="110541"/>
                    <a:pt x="130355" y="110541"/>
                    <a:pt x="130994" y="110541"/>
                  </a:cubicBezTo>
                  <a:lnTo>
                    <a:pt x="127160" y="154591"/>
                  </a:lnTo>
                  <a:lnTo>
                    <a:pt x="76040" y="154591"/>
                  </a:lnTo>
                  <a:lnTo>
                    <a:pt x="76040" y="74791"/>
                  </a:lnTo>
                  <a:lnTo>
                    <a:pt x="129077" y="109903"/>
                  </a:lnTo>
                  <a:close/>
                  <a:moveTo>
                    <a:pt x="63260" y="107988"/>
                  </a:moveTo>
                  <a:lnTo>
                    <a:pt x="63260" y="154591"/>
                  </a:lnTo>
                  <a:lnTo>
                    <a:pt x="12780" y="154591"/>
                  </a:lnTo>
                  <a:lnTo>
                    <a:pt x="12780" y="74791"/>
                  </a:lnTo>
                  <a:lnTo>
                    <a:pt x="63260" y="107988"/>
                  </a:lnTo>
                  <a:close/>
                  <a:moveTo>
                    <a:pt x="139940" y="154591"/>
                  </a:moveTo>
                  <a:lnTo>
                    <a:pt x="139940" y="154591"/>
                  </a:lnTo>
                  <a:lnTo>
                    <a:pt x="152719" y="12228"/>
                  </a:lnTo>
                  <a:lnTo>
                    <a:pt x="176362" y="12228"/>
                  </a:lnTo>
                  <a:lnTo>
                    <a:pt x="195532" y="154591"/>
                  </a:lnTo>
                  <a:lnTo>
                    <a:pt x="139940" y="154591"/>
                  </a:lnTo>
                  <a:close/>
                </a:path>
              </a:pathLst>
            </a:custGeom>
            <a:solidFill>
              <a:srgbClr val="0076A8"/>
            </a:solidFill>
            <a:ln w="6390" cap="flat">
              <a:noFill/>
              <a:prstDash val="solid"/>
              <a:miter/>
            </a:ln>
          </p:spPr>
          <p:txBody>
            <a:bodyPr rtlCol="0" anchor="ctr"/>
            <a:lstStyle/>
            <a:p>
              <a:endParaRPr lang="en-US"/>
            </a:p>
          </p:txBody>
        </p:sp>
      </p:grpSp>
      <p:grpSp>
        <p:nvGrpSpPr>
          <p:cNvPr id="1052" name="Graphic 4">
            <a:extLst>
              <a:ext uri="{FF2B5EF4-FFF2-40B4-BE49-F238E27FC236}">
                <a16:creationId xmlns:a16="http://schemas.microsoft.com/office/drawing/2014/main" id="{81DEF5B1-9E67-9B48-B9C8-B149D1F8C67A}"/>
              </a:ext>
            </a:extLst>
          </p:cNvPr>
          <p:cNvGrpSpPr>
            <a:grpSpLocks noChangeAspect="1"/>
          </p:cNvGrpSpPr>
          <p:nvPr/>
        </p:nvGrpSpPr>
        <p:grpSpPr>
          <a:xfrm>
            <a:off x="467743" y="1402723"/>
            <a:ext cx="361670" cy="361971"/>
            <a:chOff x="467743" y="1402723"/>
            <a:chExt cx="361670" cy="361971"/>
          </a:xfrm>
          <a:solidFill>
            <a:srgbClr val="0076A8"/>
          </a:solidFill>
        </p:grpSpPr>
        <p:sp>
          <p:nvSpPr>
            <p:cNvPr id="1053" name="Graphic 4">
              <a:extLst>
                <a:ext uri="{FF2B5EF4-FFF2-40B4-BE49-F238E27FC236}">
                  <a16:creationId xmlns:a16="http://schemas.microsoft.com/office/drawing/2014/main" id="{C15CF579-DAF5-4E4D-AAEB-DD1A532D003F}"/>
                </a:ext>
              </a:extLst>
            </p:cNvPr>
            <p:cNvSpPr/>
            <p:nvPr/>
          </p:nvSpPr>
          <p:spPr>
            <a:xfrm>
              <a:off x="467743" y="1402723"/>
              <a:ext cx="361670" cy="361971"/>
            </a:xfrm>
            <a:custGeom>
              <a:avLst/>
              <a:gdLst>
                <a:gd name="connsiteX0" fmla="*/ 180835 w 361670"/>
                <a:gd name="connsiteY0" fmla="*/ 0 h 361971"/>
                <a:gd name="connsiteX1" fmla="*/ 0 w 361670"/>
                <a:gd name="connsiteY1" fmla="*/ 181305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028 h 361971"/>
                <a:gd name="connsiteX9" fmla="*/ 180835 w 361670"/>
                <a:gd name="connsiteY9" fmla="*/ 12130 h 361971"/>
                <a:gd name="connsiteX10" fmla="*/ 348891 w 361670"/>
                <a:gd name="connsiteY10" fmla="*/ 180028 h 361971"/>
                <a:gd name="connsiteX11" fmla="*/ 180835 w 361670"/>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1971">
                  <a:moveTo>
                    <a:pt x="180835" y="0"/>
                  </a:moveTo>
                  <a:cubicBezTo>
                    <a:pt x="80513" y="0"/>
                    <a:pt x="0" y="81077"/>
                    <a:pt x="0" y="181305"/>
                  </a:cubicBezTo>
                  <a:cubicBezTo>
                    <a:pt x="0" y="281534"/>
                    <a:pt x="81152" y="361972"/>
                    <a:pt x="180835" y="361972"/>
                  </a:cubicBezTo>
                  <a:cubicBezTo>
                    <a:pt x="280518" y="361972"/>
                    <a:pt x="361670" y="280895"/>
                    <a:pt x="361670" y="181305"/>
                  </a:cubicBezTo>
                  <a:cubicBezTo>
                    <a:pt x="361670" y="181305"/>
                    <a:pt x="361670" y="181305"/>
                    <a:pt x="361670" y="181305"/>
                  </a:cubicBezTo>
                  <a:cubicBezTo>
                    <a:pt x="361670" y="80438"/>
                    <a:pt x="281157" y="0"/>
                    <a:pt x="180835" y="0"/>
                  </a:cubicBezTo>
                  <a:cubicBezTo>
                    <a:pt x="180835" y="0"/>
                    <a:pt x="180835" y="0"/>
                    <a:pt x="180835" y="0"/>
                  </a:cubicBezTo>
                  <a:close/>
                  <a:moveTo>
                    <a:pt x="180835" y="348565"/>
                  </a:moveTo>
                  <a:cubicBezTo>
                    <a:pt x="87542" y="348565"/>
                    <a:pt x="12780" y="273234"/>
                    <a:pt x="12780" y="180028"/>
                  </a:cubicBezTo>
                  <a:cubicBezTo>
                    <a:pt x="12780" y="86822"/>
                    <a:pt x="87542" y="12130"/>
                    <a:pt x="180835" y="12130"/>
                  </a:cubicBezTo>
                  <a:cubicBezTo>
                    <a:pt x="274128" y="12130"/>
                    <a:pt x="348891" y="87461"/>
                    <a:pt x="348891" y="180028"/>
                  </a:cubicBezTo>
                  <a:cubicBezTo>
                    <a:pt x="348891" y="273234"/>
                    <a:pt x="273489" y="348565"/>
                    <a:pt x="180835" y="348565"/>
                  </a:cubicBezTo>
                  <a:close/>
                </a:path>
              </a:pathLst>
            </a:custGeom>
            <a:solidFill>
              <a:srgbClr val="0076A8"/>
            </a:solidFill>
            <a:ln w="6390" cap="flat">
              <a:noFill/>
              <a:prstDash val="solid"/>
              <a:miter/>
            </a:ln>
          </p:spPr>
          <p:txBody>
            <a:bodyPr rtlCol="0" anchor="ctr"/>
            <a:lstStyle/>
            <a:p>
              <a:endParaRPr lang="en-US"/>
            </a:p>
          </p:txBody>
        </p:sp>
        <p:sp>
          <p:nvSpPr>
            <p:cNvPr id="1054" name="Graphic 4">
              <a:extLst>
                <a:ext uri="{FF2B5EF4-FFF2-40B4-BE49-F238E27FC236}">
                  <a16:creationId xmlns:a16="http://schemas.microsoft.com/office/drawing/2014/main" id="{6B97DCA9-4B69-7A46-8593-2A9257F24010}"/>
                </a:ext>
              </a:extLst>
            </p:cNvPr>
            <p:cNvSpPr/>
            <p:nvPr/>
          </p:nvSpPr>
          <p:spPr>
            <a:xfrm>
              <a:off x="533559" y="1542532"/>
              <a:ext cx="232205" cy="137894"/>
            </a:xfrm>
            <a:custGeom>
              <a:avLst/>
              <a:gdLst>
                <a:gd name="connsiteX0" fmla="*/ 201283 w 232205"/>
                <a:gd name="connsiteY0" fmla="*/ 0 h 137894"/>
                <a:gd name="connsiteX1" fmla="*/ 154636 w 232205"/>
                <a:gd name="connsiteY1" fmla="*/ 0 h 137894"/>
                <a:gd name="connsiteX2" fmla="*/ 148247 w 232205"/>
                <a:gd name="connsiteY2" fmla="*/ 5746 h 137894"/>
                <a:gd name="connsiteX3" fmla="*/ 139301 w 232205"/>
                <a:gd name="connsiteY3" fmla="*/ 79800 h 137894"/>
                <a:gd name="connsiteX4" fmla="*/ 79874 w 232205"/>
                <a:gd name="connsiteY4" fmla="*/ 40219 h 137894"/>
                <a:gd name="connsiteX5" fmla="*/ 73484 w 232205"/>
                <a:gd name="connsiteY5" fmla="*/ 39581 h 137894"/>
                <a:gd name="connsiteX6" fmla="*/ 70289 w 232205"/>
                <a:gd name="connsiteY6" fmla="*/ 45326 h 137894"/>
                <a:gd name="connsiteX7" fmla="*/ 70289 w 232205"/>
                <a:gd name="connsiteY7" fmla="*/ 80438 h 137894"/>
                <a:gd name="connsiteX8" fmla="*/ 9585 w 232205"/>
                <a:gd name="connsiteY8" fmla="*/ 40219 h 137894"/>
                <a:gd name="connsiteX9" fmla="*/ 3195 w 232205"/>
                <a:gd name="connsiteY9" fmla="*/ 39581 h 137894"/>
                <a:gd name="connsiteX10" fmla="*/ 0 w 232205"/>
                <a:gd name="connsiteY10" fmla="*/ 45326 h 137894"/>
                <a:gd name="connsiteX11" fmla="*/ 0 w 232205"/>
                <a:gd name="connsiteY11" fmla="*/ 131510 h 137894"/>
                <a:gd name="connsiteX12" fmla="*/ 6390 w 232205"/>
                <a:gd name="connsiteY12" fmla="*/ 137894 h 137894"/>
                <a:gd name="connsiteX13" fmla="*/ 225565 w 232205"/>
                <a:gd name="connsiteY13" fmla="*/ 137894 h 137894"/>
                <a:gd name="connsiteX14" fmla="*/ 230677 w 232205"/>
                <a:gd name="connsiteY14" fmla="*/ 135341 h 137894"/>
                <a:gd name="connsiteX15" fmla="*/ 231955 w 232205"/>
                <a:gd name="connsiteY15" fmla="*/ 130233 h 137894"/>
                <a:gd name="connsiteX16" fmla="*/ 208312 w 232205"/>
                <a:gd name="connsiteY16" fmla="*/ 5107 h 137894"/>
                <a:gd name="connsiteX17" fmla="*/ 201283 w 232205"/>
                <a:gd name="connsiteY17" fmla="*/ 0 h 137894"/>
                <a:gd name="connsiteX18" fmla="*/ 136745 w 232205"/>
                <a:gd name="connsiteY18" fmla="*/ 93845 h 137894"/>
                <a:gd name="connsiteX19" fmla="*/ 132911 w 232205"/>
                <a:gd name="connsiteY19" fmla="*/ 125126 h 137894"/>
                <a:gd name="connsiteX20" fmla="*/ 82430 w 232205"/>
                <a:gd name="connsiteY20" fmla="*/ 125126 h 137894"/>
                <a:gd name="connsiteX21" fmla="*/ 82430 w 232205"/>
                <a:gd name="connsiteY21" fmla="*/ 57456 h 137894"/>
                <a:gd name="connsiteX22" fmla="*/ 136745 w 232205"/>
                <a:gd name="connsiteY22" fmla="*/ 93845 h 137894"/>
                <a:gd name="connsiteX23" fmla="*/ 69650 w 232205"/>
                <a:gd name="connsiteY23" fmla="*/ 95760 h 137894"/>
                <a:gd name="connsiteX24" fmla="*/ 69650 w 232205"/>
                <a:gd name="connsiteY24" fmla="*/ 125126 h 137894"/>
                <a:gd name="connsiteX25" fmla="*/ 12141 w 232205"/>
                <a:gd name="connsiteY25" fmla="*/ 125126 h 137894"/>
                <a:gd name="connsiteX26" fmla="*/ 12141 w 232205"/>
                <a:gd name="connsiteY26" fmla="*/ 57456 h 137894"/>
                <a:gd name="connsiteX27" fmla="*/ 69650 w 232205"/>
                <a:gd name="connsiteY27" fmla="*/ 95760 h 137894"/>
                <a:gd name="connsiteX28" fmla="*/ 146330 w 232205"/>
                <a:gd name="connsiteY28" fmla="*/ 125126 h 137894"/>
                <a:gd name="connsiteX29" fmla="*/ 146330 w 232205"/>
                <a:gd name="connsiteY29" fmla="*/ 125126 h 137894"/>
                <a:gd name="connsiteX30" fmla="*/ 159748 w 232205"/>
                <a:gd name="connsiteY30" fmla="*/ 12768 h 137894"/>
                <a:gd name="connsiteX31" fmla="*/ 195532 w 232205"/>
                <a:gd name="connsiteY31" fmla="*/ 12768 h 137894"/>
                <a:gd name="connsiteX32" fmla="*/ 216619 w 232205"/>
                <a:gd name="connsiteY32" fmla="*/ 125126 h 137894"/>
                <a:gd name="connsiteX33" fmla="*/ 146330 w 232205"/>
                <a:gd name="connsiteY33" fmla="*/ 125126 h 137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32205" h="137894">
                  <a:moveTo>
                    <a:pt x="201283" y="0"/>
                  </a:moveTo>
                  <a:lnTo>
                    <a:pt x="154636" y="0"/>
                  </a:lnTo>
                  <a:cubicBezTo>
                    <a:pt x="151441" y="0"/>
                    <a:pt x="148886" y="2554"/>
                    <a:pt x="148247" y="5746"/>
                  </a:cubicBezTo>
                  <a:lnTo>
                    <a:pt x="139301" y="79800"/>
                  </a:lnTo>
                  <a:lnTo>
                    <a:pt x="79874" y="40219"/>
                  </a:lnTo>
                  <a:cubicBezTo>
                    <a:pt x="77957" y="38942"/>
                    <a:pt x="75401" y="38942"/>
                    <a:pt x="73484" y="39581"/>
                  </a:cubicBezTo>
                  <a:cubicBezTo>
                    <a:pt x="71567" y="40857"/>
                    <a:pt x="70289" y="42773"/>
                    <a:pt x="70289" y="45326"/>
                  </a:cubicBezTo>
                  <a:lnTo>
                    <a:pt x="70289" y="80438"/>
                  </a:lnTo>
                  <a:lnTo>
                    <a:pt x="9585" y="40219"/>
                  </a:lnTo>
                  <a:cubicBezTo>
                    <a:pt x="7668" y="38942"/>
                    <a:pt x="5112" y="38942"/>
                    <a:pt x="3195" y="39581"/>
                  </a:cubicBezTo>
                  <a:cubicBezTo>
                    <a:pt x="1278" y="40857"/>
                    <a:pt x="0" y="42773"/>
                    <a:pt x="0" y="45326"/>
                  </a:cubicBezTo>
                  <a:lnTo>
                    <a:pt x="0" y="131510"/>
                  </a:lnTo>
                  <a:cubicBezTo>
                    <a:pt x="0" y="135341"/>
                    <a:pt x="2556" y="137894"/>
                    <a:pt x="6390" y="137894"/>
                  </a:cubicBezTo>
                  <a:lnTo>
                    <a:pt x="225565" y="137894"/>
                  </a:lnTo>
                  <a:cubicBezTo>
                    <a:pt x="227482" y="137894"/>
                    <a:pt x="229399" y="137256"/>
                    <a:pt x="230677" y="135341"/>
                  </a:cubicBezTo>
                  <a:cubicBezTo>
                    <a:pt x="231955" y="134064"/>
                    <a:pt x="232594" y="132149"/>
                    <a:pt x="231955" y="130233"/>
                  </a:cubicBezTo>
                  <a:lnTo>
                    <a:pt x="208312" y="5107"/>
                  </a:lnTo>
                  <a:cubicBezTo>
                    <a:pt x="207034" y="2554"/>
                    <a:pt x="204478" y="0"/>
                    <a:pt x="201283" y="0"/>
                  </a:cubicBezTo>
                  <a:close/>
                  <a:moveTo>
                    <a:pt x="136745" y="93845"/>
                  </a:moveTo>
                  <a:lnTo>
                    <a:pt x="132911" y="125126"/>
                  </a:lnTo>
                  <a:lnTo>
                    <a:pt x="82430" y="125126"/>
                  </a:lnTo>
                  <a:lnTo>
                    <a:pt x="82430" y="57456"/>
                  </a:lnTo>
                  <a:lnTo>
                    <a:pt x="136745" y="93845"/>
                  </a:lnTo>
                  <a:close/>
                  <a:moveTo>
                    <a:pt x="69650" y="95760"/>
                  </a:moveTo>
                  <a:lnTo>
                    <a:pt x="69650" y="125126"/>
                  </a:lnTo>
                  <a:lnTo>
                    <a:pt x="12141" y="125126"/>
                  </a:lnTo>
                  <a:lnTo>
                    <a:pt x="12141" y="57456"/>
                  </a:lnTo>
                  <a:lnTo>
                    <a:pt x="69650" y="95760"/>
                  </a:lnTo>
                  <a:close/>
                  <a:moveTo>
                    <a:pt x="146330" y="125126"/>
                  </a:moveTo>
                  <a:lnTo>
                    <a:pt x="146330" y="125126"/>
                  </a:lnTo>
                  <a:lnTo>
                    <a:pt x="159748" y="12768"/>
                  </a:lnTo>
                  <a:lnTo>
                    <a:pt x="195532" y="12768"/>
                  </a:lnTo>
                  <a:lnTo>
                    <a:pt x="216619" y="125126"/>
                  </a:lnTo>
                  <a:lnTo>
                    <a:pt x="146330" y="125126"/>
                  </a:lnTo>
                  <a:close/>
                </a:path>
              </a:pathLst>
            </a:custGeom>
            <a:solidFill>
              <a:srgbClr val="0076A8"/>
            </a:solidFill>
            <a:ln w="6390" cap="flat">
              <a:noFill/>
              <a:prstDash val="solid"/>
              <a:miter/>
            </a:ln>
          </p:spPr>
          <p:txBody>
            <a:bodyPr rtlCol="0" anchor="ctr"/>
            <a:lstStyle/>
            <a:p>
              <a:endParaRPr lang="en-US"/>
            </a:p>
          </p:txBody>
        </p:sp>
        <p:sp>
          <p:nvSpPr>
            <p:cNvPr id="1055" name="Graphic 4">
              <a:extLst>
                <a:ext uri="{FF2B5EF4-FFF2-40B4-BE49-F238E27FC236}">
                  <a16:creationId xmlns:a16="http://schemas.microsoft.com/office/drawing/2014/main" id="{52015AEC-A105-4C48-904F-D45215DAE4D6}"/>
                </a:ext>
              </a:extLst>
            </p:cNvPr>
            <p:cNvSpPr/>
            <p:nvPr/>
          </p:nvSpPr>
          <p:spPr>
            <a:xfrm>
              <a:off x="686279" y="1485715"/>
              <a:ext cx="19808" cy="44049"/>
            </a:xfrm>
            <a:custGeom>
              <a:avLst/>
              <a:gdLst>
                <a:gd name="connsiteX0" fmla="*/ 5112 w 19808"/>
                <a:gd name="connsiteY0" fmla="*/ 33197 h 44049"/>
                <a:gd name="connsiteX1" fmla="*/ 5112 w 19808"/>
                <a:gd name="connsiteY1" fmla="*/ 42134 h 44049"/>
                <a:gd name="connsiteX2" fmla="*/ 5112 w 19808"/>
                <a:gd name="connsiteY2" fmla="*/ 42134 h 44049"/>
                <a:gd name="connsiteX3" fmla="*/ 9585 w 19808"/>
                <a:gd name="connsiteY3" fmla="*/ 44049 h 44049"/>
                <a:gd name="connsiteX4" fmla="*/ 14058 w 19808"/>
                <a:gd name="connsiteY4" fmla="*/ 42134 h 44049"/>
                <a:gd name="connsiteX5" fmla="*/ 19809 w 19808"/>
                <a:gd name="connsiteY5" fmla="*/ 29366 h 44049"/>
                <a:gd name="connsiteX6" fmla="*/ 14697 w 19808"/>
                <a:gd name="connsiteY6" fmla="*/ 17237 h 44049"/>
                <a:gd name="connsiteX7" fmla="*/ 14058 w 19808"/>
                <a:gd name="connsiteY7" fmla="*/ 11491 h 44049"/>
                <a:gd name="connsiteX8" fmla="*/ 14697 w 19808"/>
                <a:gd name="connsiteY8" fmla="*/ 10853 h 44049"/>
                <a:gd name="connsiteX9" fmla="*/ 14697 w 19808"/>
                <a:gd name="connsiteY9" fmla="*/ 1915 h 44049"/>
                <a:gd name="connsiteX10" fmla="*/ 5751 w 19808"/>
                <a:gd name="connsiteY10" fmla="*/ 1915 h 44049"/>
                <a:gd name="connsiteX11" fmla="*/ 0 w 19808"/>
                <a:gd name="connsiteY11" fmla="*/ 14683 h 44049"/>
                <a:gd name="connsiteX12" fmla="*/ 5112 w 19808"/>
                <a:gd name="connsiteY12" fmla="*/ 26813 h 44049"/>
                <a:gd name="connsiteX13" fmla="*/ 5112 w 19808"/>
                <a:gd name="connsiteY13" fmla="*/ 33197 h 44049"/>
                <a:gd name="connsiteX14" fmla="*/ 5112 w 19808"/>
                <a:gd name="connsiteY14" fmla="*/ 33197 h 44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808" h="44049">
                  <a:moveTo>
                    <a:pt x="5112" y="33197"/>
                  </a:moveTo>
                  <a:cubicBezTo>
                    <a:pt x="2556" y="35750"/>
                    <a:pt x="2556" y="39581"/>
                    <a:pt x="5112" y="42134"/>
                  </a:cubicBezTo>
                  <a:cubicBezTo>
                    <a:pt x="5112" y="42134"/>
                    <a:pt x="5112" y="42134"/>
                    <a:pt x="5112" y="42134"/>
                  </a:cubicBezTo>
                  <a:cubicBezTo>
                    <a:pt x="6390" y="43411"/>
                    <a:pt x="7668" y="44049"/>
                    <a:pt x="9585" y="44049"/>
                  </a:cubicBezTo>
                  <a:cubicBezTo>
                    <a:pt x="11502" y="44049"/>
                    <a:pt x="12780" y="43411"/>
                    <a:pt x="14058" y="42134"/>
                  </a:cubicBezTo>
                  <a:cubicBezTo>
                    <a:pt x="17253" y="38942"/>
                    <a:pt x="19170" y="34474"/>
                    <a:pt x="19809" y="29366"/>
                  </a:cubicBezTo>
                  <a:cubicBezTo>
                    <a:pt x="19809" y="24898"/>
                    <a:pt x="17892" y="20429"/>
                    <a:pt x="14697" y="17237"/>
                  </a:cubicBezTo>
                  <a:cubicBezTo>
                    <a:pt x="12780" y="15960"/>
                    <a:pt x="12780" y="13406"/>
                    <a:pt x="14058" y="11491"/>
                  </a:cubicBezTo>
                  <a:cubicBezTo>
                    <a:pt x="14058" y="11491"/>
                    <a:pt x="14697" y="10853"/>
                    <a:pt x="14697" y="10853"/>
                  </a:cubicBezTo>
                  <a:cubicBezTo>
                    <a:pt x="17253" y="8299"/>
                    <a:pt x="17253" y="4469"/>
                    <a:pt x="14697" y="1915"/>
                  </a:cubicBezTo>
                  <a:cubicBezTo>
                    <a:pt x="12141" y="-638"/>
                    <a:pt x="8307" y="-638"/>
                    <a:pt x="5751" y="1915"/>
                  </a:cubicBezTo>
                  <a:cubicBezTo>
                    <a:pt x="2556" y="5107"/>
                    <a:pt x="639" y="9576"/>
                    <a:pt x="0" y="14683"/>
                  </a:cubicBezTo>
                  <a:cubicBezTo>
                    <a:pt x="0" y="19152"/>
                    <a:pt x="1917" y="23621"/>
                    <a:pt x="5112" y="26813"/>
                  </a:cubicBezTo>
                  <a:cubicBezTo>
                    <a:pt x="6390" y="28728"/>
                    <a:pt x="7029" y="31282"/>
                    <a:pt x="5112" y="33197"/>
                  </a:cubicBezTo>
                  <a:cubicBezTo>
                    <a:pt x="5112" y="33197"/>
                    <a:pt x="5112" y="33197"/>
                    <a:pt x="5112" y="33197"/>
                  </a:cubicBezTo>
                  <a:close/>
                </a:path>
              </a:pathLst>
            </a:custGeom>
            <a:solidFill>
              <a:srgbClr val="0076A8"/>
            </a:solidFill>
            <a:ln w="6390" cap="flat">
              <a:noFill/>
              <a:prstDash val="solid"/>
              <a:miter/>
            </a:ln>
          </p:spPr>
          <p:txBody>
            <a:bodyPr rtlCol="0" anchor="ctr"/>
            <a:lstStyle/>
            <a:p>
              <a:endParaRPr lang="en-US"/>
            </a:p>
          </p:txBody>
        </p:sp>
        <p:sp>
          <p:nvSpPr>
            <p:cNvPr id="1056" name="Graphic 4">
              <a:extLst>
                <a:ext uri="{FF2B5EF4-FFF2-40B4-BE49-F238E27FC236}">
                  <a16:creationId xmlns:a16="http://schemas.microsoft.com/office/drawing/2014/main" id="{BAB66A2B-D5A4-2148-A8B7-CAAF5081E35B}"/>
                </a:ext>
              </a:extLst>
            </p:cNvPr>
            <p:cNvSpPr/>
            <p:nvPr/>
          </p:nvSpPr>
          <p:spPr>
            <a:xfrm>
              <a:off x="717589" y="1485715"/>
              <a:ext cx="19808" cy="44049"/>
            </a:xfrm>
            <a:custGeom>
              <a:avLst/>
              <a:gdLst>
                <a:gd name="connsiteX0" fmla="*/ 5112 w 19808"/>
                <a:gd name="connsiteY0" fmla="*/ 33197 h 44049"/>
                <a:gd name="connsiteX1" fmla="*/ 5112 w 19808"/>
                <a:gd name="connsiteY1" fmla="*/ 42134 h 44049"/>
                <a:gd name="connsiteX2" fmla="*/ 5112 w 19808"/>
                <a:gd name="connsiteY2" fmla="*/ 42134 h 44049"/>
                <a:gd name="connsiteX3" fmla="*/ 9585 w 19808"/>
                <a:gd name="connsiteY3" fmla="*/ 44049 h 44049"/>
                <a:gd name="connsiteX4" fmla="*/ 14058 w 19808"/>
                <a:gd name="connsiteY4" fmla="*/ 42134 h 44049"/>
                <a:gd name="connsiteX5" fmla="*/ 19809 w 19808"/>
                <a:gd name="connsiteY5" fmla="*/ 29366 h 44049"/>
                <a:gd name="connsiteX6" fmla="*/ 14697 w 19808"/>
                <a:gd name="connsiteY6" fmla="*/ 17237 h 44049"/>
                <a:gd name="connsiteX7" fmla="*/ 14058 w 19808"/>
                <a:gd name="connsiteY7" fmla="*/ 11491 h 44049"/>
                <a:gd name="connsiteX8" fmla="*/ 14697 w 19808"/>
                <a:gd name="connsiteY8" fmla="*/ 10853 h 44049"/>
                <a:gd name="connsiteX9" fmla="*/ 14697 w 19808"/>
                <a:gd name="connsiteY9" fmla="*/ 1915 h 44049"/>
                <a:gd name="connsiteX10" fmla="*/ 5751 w 19808"/>
                <a:gd name="connsiteY10" fmla="*/ 1915 h 44049"/>
                <a:gd name="connsiteX11" fmla="*/ 0 w 19808"/>
                <a:gd name="connsiteY11" fmla="*/ 14683 h 44049"/>
                <a:gd name="connsiteX12" fmla="*/ 5112 w 19808"/>
                <a:gd name="connsiteY12" fmla="*/ 26813 h 44049"/>
                <a:gd name="connsiteX13" fmla="*/ 5112 w 19808"/>
                <a:gd name="connsiteY13" fmla="*/ 33197 h 44049"/>
                <a:gd name="connsiteX14" fmla="*/ 5112 w 19808"/>
                <a:gd name="connsiteY14" fmla="*/ 33197 h 44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808" h="44049">
                  <a:moveTo>
                    <a:pt x="5112" y="33197"/>
                  </a:moveTo>
                  <a:cubicBezTo>
                    <a:pt x="2556" y="35750"/>
                    <a:pt x="2556" y="39581"/>
                    <a:pt x="5112" y="42134"/>
                  </a:cubicBezTo>
                  <a:cubicBezTo>
                    <a:pt x="5112" y="42134"/>
                    <a:pt x="5112" y="42134"/>
                    <a:pt x="5112" y="42134"/>
                  </a:cubicBezTo>
                  <a:cubicBezTo>
                    <a:pt x="6390" y="43411"/>
                    <a:pt x="7668" y="44049"/>
                    <a:pt x="9585" y="44049"/>
                  </a:cubicBezTo>
                  <a:cubicBezTo>
                    <a:pt x="11502" y="44049"/>
                    <a:pt x="12780" y="43411"/>
                    <a:pt x="14058" y="42134"/>
                  </a:cubicBezTo>
                  <a:cubicBezTo>
                    <a:pt x="17253" y="38942"/>
                    <a:pt x="19170" y="34474"/>
                    <a:pt x="19809" y="29366"/>
                  </a:cubicBezTo>
                  <a:cubicBezTo>
                    <a:pt x="19809" y="24898"/>
                    <a:pt x="17892" y="20429"/>
                    <a:pt x="14697" y="17237"/>
                  </a:cubicBezTo>
                  <a:cubicBezTo>
                    <a:pt x="12780" y="15960"/>
                    <a:pt x="12780" y="13406"/>
                    <a:pt x="14058" y="11491"/>
                  </a:cubicBezTo>
                  <a:cubicBezTo>
                    <a:pt x="14058" y="11491"/>
                    <a:pt x="14697" y="10853"/>
                    <a:pt x="14697" y="10853"/>
                  </a:cubicBezTo>
                  <a:cubicBezTo>
                    <a:pt x="17253" y="8299"/>
                    <a:pt x="17253" y="4469"/>
                    <a:pt x="14697" y="1915"/>
                  </a:cubicBezTo>
                  <a:cubicBezTo>
                    <a:pt x="12141" y="-638"/>
                    <a:pt x="8307" y="-638"/>
                    <a:pt x="5751" y="1915"/>
                  </a:cubicBezTo>
                  <a:cubicBezTo>
                    <a:pt x="2556" y="5107"/>
                    <a:pt x="639" y="9576"/>
                    <a:pt x="0" y="14683"/>
                  </a:cubicBezTo>
                  <a:cubicBezTo>
                    <a:pt x="0" y="19152"/>
                    <a:pt x="1917" y="23621"/>
                    <a:pt x="5112" y="26813"/>
                  </a:cubicBezTo>
                  <a:cubicBezTo>
                    <a:pt x="6390" y="28728"/>
                    <a:pt x="7029" y="31282"/>
                    <a:pt x="5112" y="33197"/>
                  </a:cubicBezTo>
                  <a:cubicBezTo>
                    <a:pt x="5112" y="33197"/>
                    <a:pt x="5112" y="33197"/>
                    <a:pt x="5112" y="33197"/>
                  </a:cubicBezTo>
                  <a:close/>
                </a:path>
              </a:pathLst>
            </a:custGeom>
            <a:solidFill>
              <a:srgbClr val="0076A8"/>
            </a:solidFill>
            <a:ln w="6390" cap="flat">
              <a:noFill/>
              <a:prstDash val="solid"/>
              <a:miter/>
            </a:ln>
          </p:spPr>
          <p:txBody>
            <a:bodyPr rtlCol="0" anchor="ctr"/>
            <a:lstStyle/>
            <a:p>
              <a:endParaRPr lang="en-US"/>
            </a:p>
          </p:txBody>
        </p:sp>
      </p:grpSp>
      <p:grpSp>
        <p:nvGrpSpPr>
          <p:cNvPr id="1057" name="Graphic 4">
            <a:extLst>
              <a:ext uri="{FF2B5EF4-FFF2-40B4-BE49-F238E27FC236}">
                <a16:creationId xmlns:a16="http://schemas.microsoft.com/office/drawing/2014/main" id="{B3AD97AF-C109-F846-B122-B9D23E69C609}"/>
              </a:ext>
            </a:extLst>
          </p:cNvPr>
          <p:cNvGrpSpPr>
            <a:grpSpLocks noChangeAspect="1"/>
          </p:cNvGrpSpPr>
          <p:nvPr/>
        </p:nvGrpSpPr>
        <p:grpSpPr>
          <a:xfrm>
            <a:off x="4660820" y="1402723"/>
            <a:ext cx="362312" cy="361971"/>
            <a:chOff x="4660820" y="1402723"/>
            <a:chExt cx="362312" cy="361971"/>
          </a:xfrm>
          <a:solidFill>
            <a:srgbClr val="00A3E0"/>
          </a:solidFill>
        </p:grpSpPr>
        <p:sp>
          <p:nvSpPr>
            <p:cNvPr id="1058" name="Graphic 4">
              <a:extLst>
                <a:ext uri="{FF2B5EF4-FFF2-40B4-BE49-F238E27FC236}">
                  <a16:creationId xmlns:a16="http://schemas.microsoft.com/office/drawing/2014/main" id="{E93ADA55-6DE5-AF45-A51A-3EB0513A803D}"/>
                </a:ext>
              </a:extLst>
            </p:cNvPr>
            <p:cNvSpPr/>
            <p:nvPr/>
          </p:nvSpPr>
          <p:spPr>
            <a:xfrm>
              <a:off x="4660820" y="140272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8565 h 361971"/>
                <a:gd name="connsiteX8" fmla="*/ 12780 w 362312"/>
                <a:gd name="connsiteY8" fmla="*/ 180667 h 361971"/>
                <a:gd name="connsiteX9" fmla="*/ 180835 w 362312"/>
                <a:gd name="connsiteY9" fmla="*/ 12130 h 361971"/>
                <a:gd name="connsiteX10" fmla="*/ 349529 w 362312"/>
                <a:gd name="connsiteY10" fmla="*/ 180028 h 361971"/>
                <a:gd name="connsiteX11" fmla="*/ 349529 w 362312"/>
                <a:gd name="connsiteY11" fmla="*/ 180028 h 361971"/>
                <a:gd name="connsiteX12" fmla="*/ 181474 w 362312"/>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0438"/>
                    <a:pt x="281796" y="0"/>
                    <a:pt x="181474" y="0"/>
                  </a:cubicBezTo>
                  <a:lnTo>
                    <a:pt x="181474" y="0"/>
                  </a:lnTo>
                  <a:close/>
                  <a:moveTo>
                    <a:pt x="181474" y="348565"/>
                  </a:moveTo>
                  <a:cubicBezTo>
                    <a:pt x="88181" y="348565"/>
                    <a:pt x="12780" y="273234"/>
                    <a:pt x="12780" y="180667"/>
                  </a:cubicBezTo>
                  <a:cubicBezTo>
                    <a:pt x="12780" y="88099"/>
                    <a:pt x="88181" y="12130"/>
                    <a:pt x="180835" y="12130"/>
                  </a:cubicBezTo>
                  <a:cubicBezTo>
                    <a:pt x="274128" y="12130"/>
                    <a:pt x="349529" y="87461"/>
                    <a:pt x="349529" y="180028"/>
                  </a:cubicBezTo>
                  <a:cubicBezTo>
                    <a:pt x="349529" y="180028"/>
                    <a:pt x="349529" y="180028"/>
                    <a:pt x="349529" y="180028"/>
                  </a:cubicBezTo>
                  <a:cubicBezTo>
                    <a:pt x="349529" y="273234"/>
                    <a:pt x="274767" y="348565"/>
                    <a:pt x="181474" y="348565"/>
                  </a:cubicBezTo>
                  <a:close/>
                </a:path>
              </a:pathLst>
            </a:custGeom>
            <a:solidFill>
              <a:srgbClr val="00A3E0"/>
            </a:solidFill>
            <a:ln w="6390" cap="flat">
              <a:noFill/>
              <a:prstDash val="solid"/>
              <a:miter/>
            </a:ln>
          </p:spPr>
          <p:txBody>
            <a:bodyPr rtlCol="0" anchor="ctr"/>
            <a:lstStyle/>
            <a:p>
              <a:endParaRPr lang="en-US"/>
            </a:p>
          </p:txBody>
        </p:sp>
        <p:sp>
          <p:nvSpPr>
            <p:cNvPr id="1059" name="Graphic 4">
              <a:extLst>
                <a:ext uri="{FF2B5EF4-FFF2-40B4-BE49-F238E27FC236}">
                  <a16:creationId xmlns:a16="http://schemas.microsoft.com/office/drawing/2014/main" id="{32DC1E6C-7FEB-E247-982B-3323B9F9531F}"/>
                </a:ext>
              </a:extLst>
            </p:cNvPr>
            <p:cNvSpPr/>
            <p:nvPr/>
          </p:nvSpPr>
          <p:spPr>
            <a:xfrm>
              <a:off x="4757947" y="1472308"/>
              <a:ext cx="169333" cy="221524"/>
            </a:xfrm>
            <a:custGeom>
              <a:avLst/>
              <a:gdLst>
                <a:gd name="connsiteX0" fmla="*/ 162943 w 169333"/>
                <a:gd name="connsiteY0" fmla="*/ 7661 h 221524"/>
                <a:gd name="connsiteX1" fmla="*/ 129077 w 169333"/>
                <a:gd name="connsiteY1" fmla="*/ 7661 h 221524"/>
                <a:gd name="connsiteX2" fmla="*/ 122687 w 169333"/>
                <a:gd name="connsiteY2" fmla="*/ 14045 h 221524"/>
                <a:gd name="connsiteX3" fmla="*/ 122687 w 169333"/>
                <a:gd name="connsiteY3" fmla="*/ 22344 h 221524"/>
                <a:gd name="connsiteX4" fmla="*/ 102239 w 169333"/>
                <a:gd name="connsiteY4" fmla="*/ 22344 h 221524"/>
                <a:gd name="connsiteX5" fmla="*/ 102239 w 169333"/>
                <a:gd name="connsiteY5" fmla="*/ 6384 h 221524"/>
                <a:gd name="connsiteX6" fmla="*/ 95849 w 169333"/>
                <a:gd name="connsiteY6" fmla="*/ 0 h 221524"/>
                <a:gd name="connsiteX7" fmla="*/ 65817 w 169333"/>
                <a:gd name="connsiteY7" fmla="*/ 0 h 221524"/>
                <a:gd name="connsiteX8" fmla="*/ 59427 w 169333"/>
                <a:gd name="connsiteY8" fmla="*/ 6384 h 221524"/>
                <a:gd name="connsiteX9" fmla="*/ 59427 w 169333"/>
                <a:gd name="connsiteY9" fmla="*/ 22344 h 221524"/>
                <a:gd name="connsiteX10" fmla="*/ 43452 w 169333"/>
                <a:gd name="connsiteY10" fmla="*/ 22344 h 221524"/>
                <a:gd name="connsiteX11" fmla="*/ 38979 w 169333"/>
                <a:gd name="connsiteY11" fmla="*/ 24259 h 221524"/>
                <a:gd name="connsiteX12" fmla="*/ 37062 w 169333"/>
                <a:gd name="connsiteY12" fmla="*/ 28728 h 221524"/>
                <a:gd name="connsiteX13" fmla="*/ 33867 w 169333"/>
                <a:gd name="connsiteY13" fmla="*/ 37027 h 221524"/>
                <a:gd name="connsiteX14" fmla="*/ 6390 w 169333"/>
                <a:gd name="connsiteY14" fmla="*/ 44688 h 221524"/>
                <a:gd name="connsiteX15" fmla="*/ 1917 w 169333"/>
                <a:gd name="connsiteY15" fmla="*/ 46603 h 221524"/>
                <a:gd name="connsiteX16" fmla="*/ 0 w 169333"/>
                <a:gd name="connsiteY16" fmla="*/ 51072 h 221524"/>
                <a:gd name="connsiteX17" fmla="*/ 0 w 169333"/>
                <a:gd name="connsiteY17" fmla="*/ 73416 h 221524"/>
                <a:gd name="connsiteX18" fmla="*/ 6390 w 169333"/>
                <a:gd name="connsiteY18" fmla="*/ 79800 h 221524"/>
                <a:gd name="connsiteX19" fmla="*/ 59427 w 169333"/>
                <a:gd name="connsiteY19" fmla="*/ 79800 h 221524"/>
                <a:gd name="connsiteX20" fmla="*/ 59427 w 169333"/>
                <a:gd name="connsiteY20" fmla="*/ 215140 h 221524"/>
                <a:gd name="connsiteX21" fmla="*/ 65817 w 169333"/>
                <a:gd name="connsiteY21" fmla="*/ 221524 h 221524"/>
                <a:gd name="connsiteX22" fmla="*/ 95849 w 169333"/>
                <a:gd name="connsiteY22" fmla="*/ 221524 h 221524"/>
                <a:gd name="connsiteX23" fmla="*/ 102239 w 169333"/>
                <a:gd name="connsiteY23" fmla="*/ 215140 h 221524"/>
                <a:gd name="connsiteX24" fmla="*/ 102239 w 169333"/>
                <a:gd name="connsiteY24" fmla="*/ 79800 h 221524"/>
                <a:gd name="connsiteX25" fmla="*/ 122687 w 169333"/>
                <a:gd name="connsiteY25" fmla="*/ 79800 h 221524"/>
                <a:gd name="connsiteX26" fmla="*/ 122687 w 169333"/>
                <a:gd name="connsiteY26" fmla="*/ 88099 h 221524"/>
                <a:gd name="connsiteX27" fmla="*/ 129077 w 169333"/>
                <a:gd name="connsiteY27" fmla="*/ 94483 h 221524"/>
                <a:gd name="connsiteX28" fmla="*/ 162943 w 169333"/>
                <a:gd name="connsiteY28" fmla="*/ 94483 h 221524"/>
                <a:gd name="connsiteX29" fmla="*/ 169333 w 169333"/>
                <a:gd name="connsiteY29" fmla="*/ 88099 h 221524"/>
                <a:gd name="connsiteX30" fmla="*/ 169333 w 169333"/>
                <a:gd name="connsiteY30" fmla="*/ 13406 h 221524"/>
                <a:gd name="connsiteX31" fmla="*/ 162943 w 169333"/>
                <a:gd name="connsiteY31" fmla="*/ 7661 h 221524"/>
                <a:gd name="connsiteX32" fmla="*/ 72207 w 169333"/>
                <a:gd name="connsiteY32" fmla="*/ 12768 h 221524"/>
                <a:gd name="connsiteX33" fmla="*/ 89459 w 169333"/>
                <a:gd name="connsiteY33" fmla="*/ 12768 h 221524"/>
                <a:gd name="connsiteX34" fmla="*/ 89459 w 169333"/>
                <a:gd name="connsiteY34" fmla="*/ 22344 h 221524"/>
                <a:gd name="connsiteX35" fmla="*/ 72207 w 169333"/>
                <a:gd name="connsiteY35" fmla="*/ 22344 h 221524"/>
                <a:gd name="connsiteX36" fmla="*/ 72207 w 169333"/>
                <a:gd name="connsiteY36" fmla="*/ 12768 h 221524"/>
                <a:gd name="connsiteX37" fmla="*/ 89459 w 169333"/>
                <a:gd name="connsiteY37" fmla="*/ 209395 h 221524"/>
                <a:gd name="connsiteX38" fmla="*/ 72207 w 169333"/>
                <a:gd name="connsiteY38" fmla="*/ 209395 h 221524"/>
                <a:gd name="connsiteX39" fmla="*/ 72207 w 169333"/>
                <a:gd name="connsiteY39" fmla="*/ 80438 h 221524"/>
                <a:gd name="connsiteX40" fmla="*/ 89459 w 169333"/>
                <a:gd name="connsiteY40" fmla="*/ 80438 h 221524"/>
                <a:gd name="connsiteX41" fmla="*/ 89459 w 169333"/>
                <a:gd name="connsiteY41" fmla="*/ 209395 h 221524"/>
                <a:gd name="connsiteX42" fmla="*/ 118853 w 169333"/>
                <a:gd name="connsiteY42" fmla="*/ 67670 h 221524"/>
                <a:gd name="connsiteX43" fmla="*/ 12141 w 169333"/>
                <a:gd name="connsiteY43" fmla="*/ 67670 h 221524"/>
                <a:gd name="connsiteX44" fmla="*/ 12141 w 169333"/>
                <a:gd name="connsiteY44" fmla="*/ 57456 h 221524"/>
                <a:gd name="connsiteX45" fmla="*/ 42174 w 169333"/>
                <a:gd name="connsiteY45" fmla="*/ 45965 h 221524"/>
                <a:gd name="connsiteX46" fmla="*/ 48564 w 169333"/>
                <a:gd name="connsiteY46" fmla="*/ 35112 h 221524"/>
                <a:gd name="connsiteX47" fmla="*/ 118853 w 169333"/>
                <a:gd name="connsiteY47" fmla="*/ 35112 h 221524"/>
                <a:gd name="connsiteX48" fmla="*/ 118853 w 169333"/>
                <a:gd name="connsiteY48" fmla="*/ 67670 h 221524"/>
                <a:gd name="connsiteX49" fmla="*/ 156553 w 169333"/>
                <a:gd name="connsiteY49" fmla="*/ 82353 h 221524"/>
                <a:gd name="connsiteX50" fmla="*/ 135467 w 169333"/>
                <a:gd name="connsiteY50" fmla="*/ 82353 h 221524"/>
                <a:gd name="connsiteX51" fmla="*/ 135467 w 169333"/>
                <a:gd name="connsiteY51" fmla="*/ 20429 h 221524"/>
                <a:gd name="connsiteX52" fmla="*/ 156553 w 169333"/>
                <a:gd name="connsiteY52" fmla="*/ 20429 h 221524"/>
                <a:gd name="connsiteX53" fmla="*/ 156553 w 169333"/>
                <a:gd name="connsiteY53" fmla="*/ 82353 h 221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69333" h="221524">
                  <a:moveTo>
                    <a:pt x="162943" y="7661"/>
                  </a:moveTo>
                  <a:lnTo>
                    <a:pt x="129077" y="7661"/>
                  </a:lnTo>
                  <a:cubicBezTo>
                    <a:pt x="125243" y="7661"/>
                    <a:pt x="122687" y="10214"/>
                    <a:pt x="122687" y="14045"/>
                  </a:cubicBezTo>
                  <a:lnTo>
                    <a:pt x="122687" y="22344"/>
                  </a:lnTo>
                  <a:lnTo>
                    <a:pt x="102239" y="22344"/>
                  </a:lnTo>
                  <a:lnTo>
                    <a:pt x="102239" y="6384"/>
                  </a:lnTo>
                  <a:cubicBezTo>
                    <a:pt x="102239" y="2554"/>
                    <a:pt x="99683" y="0"/>
                    <a:pt x="95849" y="0"/>
                  </a:cubicBezTo>
                  <a:lnTo>
                    <a:pt x="65817" y="0"/>
                  </a:lnTo>
                  <a:cubicBezTo>
                    <a:pt x="61982" y="0"/>
                    <a:pt x="59427" y="2554"/>
                    <a:pt x="59427" y="6384"/>
                  </a:cubicBezTo>
                  <a:lnTo>
                    <a:pt x="59427" y="22344"/>
                  </a:lnTo>
                  <a:lnTo>
                    <a:pt x="43452" y="22344"/>
                  </a:lnTo>
                  <a:cubicBezTo>
                    <a:pt x="41535" y="22344"/>
                    <a:pt x="40257" y="22982"/>
                    <a:pt x="38979" y="24259"/>
                  </a:cubicBezTo>
                  <a:cubicBezTo>
                    <a:pt x="37701" y="25536"/>
                    <a:pt x="37062" y="26813"/>
                    <a:pt x="37062" y="28728"/>
                  </a:cubicBezTo>
                  <a:cubicBezTo>
                    <a:pt x="37062" y="31920"/>
                    <a:pt x="35784" y="34473"/>
                    <a:pt x="33867" y="37027"/>
                  </a:cubicBezTo>
                  <a:cubicBezTo>
                    <a:pt x="26838" y="44049"/>
                    <a:pt x="11502" y="44688"/>
                    <a:pt x="6390" y="44688"/>
                  </a:cubicBezTo>
                  <a:cubicBezTo>
                    <a:pt x="4473" y="44688"/>
                    <a:pt x="3195" y="45326"/>
                    <a:pt x="1917" y="46603"/>
                  </a:cubicBezTo>
                  <a:cubicBezTo>
                    <a:pt x="639" y="47880"/>
                    <a:pt x="0" y="49157"/>
                    <a:pt x="0" y="51072"/>
                  </a:cubicBezTo>
                  <a:lnTo>
                    <a:pt x="0" y="73416"/>
                  </a:lnTo>
                  <a:cubicBezTo>
                    <a:pt x="0" y="77246"/>
                    <a:pt x="2556" y="79800"/>
                    <a:pt x="6390" y="79800"/>
                  </a:cubicBezTo>
                  <a:lnTo>
                    <a:pt x="59427" y="79800"/>
                  </a:lnTo>
                  <a:lnTo>
                    <a:pt x="59427" y="215140"/>
                  </a:lnTo>
                  <a:cubicBezTo>
                    <a:pt x="59427" y="218971"/>
                    <a:pt x="61982" y="221524"/>
                    <a:pt x="65817" y="221524"/>
                  </a:cubicBezTo>
                  <a:lnTo>
                    <a:pt x="95849" y="221524"/>
                  </a:lnTo>
                  <a:cubicBezTo>
                    <a:pt x="99683" y="221524"/>
                    <a:pt x="102239" y="218971"/>
                    <a:pt x="102239" y="215140"/>
                  </a:cubicBezTo>
                  <a:lnTo>
                    <a:pt x="102239" y="79800"/>
                  </a:lnTo>
                  <a:lnTo>
                    <a:pt x="122687" y="79800"/>
                  </a:lnTo>
                  <a:lnTo>
                    <a:pt x="122687" y="88099"/>
                  </a:lnTo>
                  <a:cubicBezTo>
                    <a:pt x="122687" y="91929"/>
                    <a:pt x="125243" y="94483"/>
                    <a:pt x="129077" y="94483"/>
                  </a:cubicBezTo>
                  <a:lnTo>
                    <a:pt x="162943" y="94483"/>
                  </a:lnTo>
                  <a:cubicBezTo>
                    <a:pt x="166778" y="94483"/>
                    <a:pt x="169333" y="91929"/>
                    <a:pt x="169333" y="88099"/>
                  </a:cubicBezTo>
                  <a:lnTo>
                    <a:pt x="169333" y="13406"/>
                  </a:lnTo>
                  <a:cubicBezTo>
                    <a:pt x="169333" y="10214"/>
                    <a:pt x="166138" y="7661"/>
                    <a:pt x="162943" y="7661"/>
                  </a:cubicBezTo>
                  <a:close/>
                  <a:moveTo>
                    <a:pt x="72207" y="12768"/>
                  </a:moveTo>
                  <a:lnTo>
                    <a:pt x="89459" y="12768"/>
                  </a:lnTo>
                  <a:lnTo>
                    <a:pt x="89459" y="22344"/>
                  </a:lnTo>
                  <a:lnTo>
                    <a:pt x="72207" y="22344"/>
                  </a:lnTo>
                  <a:lnTo>
                    <a:pt x="72207" y="12768"/>
                  </a:lnTo>
                  <a:close/>
                  <a:moveTo>
                    <a:pt x="89459" y="209395"/>
                  </a:moveTo>
                  <a:lnTo>
                    <a:pt x="72207" y="209395"/>
                  </a:lnTo>
                  <a:lnTo>
                    <a:pt x="72207" y="80438"/>
                  </a:lnTo>
                  <a:lnTo>
                    <a:pt x="89459" y="80438"/>
                  </a:lnTo>
                  <a:lnTo>
                    <a:pt x="89459" y="209395"/>
                  </a:lnTo>
                  <a:close/>
                  <a:moveTo>
                    <a:pt x="118853" y="67670"/>
                  </a:moveTo>
                  <a:lnTo>
                    <a:pt x="12141" y="67670"/>
                  </a:lnTo>
                  <a:lnTo>
                    <a:pt x="12141" y="57456"/>
                  </a:lnTo>
                  <a:cubicBezTo>
                    <a:pt x="23004" y="56817"/>
                    <a:pt x="33867" y="52987"/>
                    <a:pt x="42174" y="45965"/>
                  </a:cubicBezTo>
                  <a:cubicBezTo>
                    <a:pt x="45369" y="42773"/>
                    <a:pt x="47286" y="39581"/>
                    <a:pt x="48564" y="35112"/>
                  </a:cubicBezTo>
                  <a:lnTo>
                    <a:pt x="118853" y="35112"/>
                  </a:lnTo>
                  <a:lnTo>
                    <a:pt x="118853" y="67670"/>
                  </a:lnTo>
                  <a:close/>
                  <a:moveTo>
                    <a:pt x="156553" y="82353"/>
                  </a:moveTo>
                  <a:lnTo>
                    <a:pt x="135467" y="82353"/>
                  </a:lnTo>
                  <a:lnTo>
                    <a:pt x="135467" y="20429"/>
                  </a:lnTo>
                  <a:lnTo>
                    <a:pt x="156553" y="20429"/>
                  </a:lnTo>
                  <a:lnTo>
                    <a:pt x="156553" y="82353"/>
                  </a:lnTo>
                  <a:close/>
                </a:path>
              </a:pathLst>
            </a:custGeom>
            <a:solidFill>
              <a:srgbClr val="00A3E0"/>
            </a:solidFill>
            <a:ln w="6390" cap="flat">
              <a:noFill/>
              <a:prstDash val="solid"/>
              <a:miter/>
            </a:ln>
          </p:spPr>
          <p:txBody>
            <a:bodyPr rtlCol="0" anchor="ctr"/>
            <a:lstStyle/>
            <a:p>
              <a:endParaRPr lang="en-US"/>
            </a:p>
          </p:txBody>
        </p:sp>
      </p:grpSp>
      <p:grpSp>
        <p:nvGrpSpPr>
          <p:cNvPr id="1060" name="Graphic 4">
            <a:extLst>
              <a:ext uri="{FF2B5EF4-FFF2-40B4-BE49-F238E27FC236}">
                <a16:creationId xmlns:a16="http://schemas.microsoft.com/office/drawing/2014/main" id="{671BC664-C922-8B4D-9430-34D15055808B}"/>
              </a:ext>
            </a:extLst>
          </p:cNvPr>
          <p:cNvGrpSpPr>
            <a:grpSpLocks noChangeAspect="1"/>
          </p:cNvGrpSpPr>
          <p:nvPr/>
        </p:nvGrpSpPr>
        <p:grpSpPr>
          <a:xfrm>
            <a:off x="4660820" y="4308712"/>
            <a:ext cx="362312" cy="361971"/>
            <a:chOff x="4660820" y="4308712"/>
            <a:chExt cx="362312" cy="361971"/>
          </a:xfrm>
          <a:solidFill>
            <a:srgbClr val="00A3E0"/>
          </a:solidFill>
        </p:grpSpPr>
        <p:sp>
          <p:nvSpPr>
            <p:cNvPr id="1061" name="Graphic 4">
              <a:extLst>
                <a:ext uri="{FF2B5EF4-FFF2-40B4-BE49-F238E27FC236}">
                  <a16:creationId xmlns:a16="http://schemas.microsoft.com/office/drawing/2014/main" id="{9B154EA2-085D-2540-9693-94B7B85F6409}"/>
                </a:ext>
              </a:extLst>
            </p:cNvPr>
            <p:cNvSpPr/>
            <p:nvPr/>
          </p:nvSpPr>
          <p:spPr>
            <a:xfrm>
              <a:off x="4660820" y="4308712"/>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9204 h 361971"/>
                <a:gd name="connsiteX8" fmla="*/ 12780 w 362312"/>
                <a:gd name="connsiteY8" fmla="*/ 181305 h 361971"/>
                <a:gd name="connsiteX9" fmla="*/ 180835 w 362312"/>
                <a:gd name="connsiteY9" fmla="*/ 12768 h 361971"/>
                <a:gd name="connsiteX10" fmla="*/ 349529 w 362312"/>
                <a:gd name="connsiteY10" fmla="*/ 180667 h 361971"/>
                <a:gd name="connsiteX11" fmla="*/ 349529 w 362312"/>
                <a:gd name="connsiteY11" fmla="*/ 180667 h 361971"/>
                <a:gd name="connsiteX12" fmla="*/ 181474 w 362312"/>
                <a:gd name="connsiteY12" fmla="*/ 349204 h 361971"/>
                <a:gd name="connsiteX13" fmla="*/ 181474 w 362312"/>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lnTo>
                    <a:pt x="181474" y="0"/>
                  </a:ln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lnTo>
                    <a:pt x="181474" y="349204"/>
                  </a:lnTo>
                  <a:close/>
                </a:path>
              </a:pathLst>
            </a:custGeom>
            <a:solidFill>
              <a:srgbClr val="00A3E0"/>
            </a:solidFill>
            <a:ln w="6390" cap="flat">
              <a:noFill/>
              <a:prstDash val="solid"/>
              <a:miter/>
            </a:ln>
          </p:spPr>
          <p:txBody>
            <a:bodyPr rtlCol="0" anchor="ctr"/>
            <a:lstStyle/>
            <a:p>
              <a:endParaRPr lang="en-US"/>
            </a:p>
          </p:txBody>
        </p:sp>
        <p:sp>
          <p:nvSpPr>
            <p:cNvPr id="1062" name="Graphic 4">
              <a:extLst>
                <a:ext uri="{FF2B5EF4-FFF2-40B4-BE49-F238E27FC236}">
                  <a16:creationId xmlns:a16="http://schemas.microsoft.com/office/drawing/2014/main" id="{19DC7BD2-FF46-404D-930A-A065FE2548BA}"/>
                </a:ext>
              </a:extLst>
            </p:cNvPr>
            <p:cNvSpPr/>
            <p:nvPr/>
          </p:nvSpPr>
          <p:spPr>
            <a:xfrm>
              <a:off x="4728393" y="4390427"/>
              <a:ext cx="228440" cy="197265"/>
            </a:xfrm>
            <a:custGeom>
              <a:avLst/>
              <a:gdLst>
                <a:gd name="connsiteX0" fmla="*/ 222529 w 228440"/>
                <a:gd name="connsiteY0" fmla="*/ 126403 h 197265"/>
                <a:gd name="connsiteX1" fmla="*/ 204638 w 228440"/>
                <a:gd name="connsiteY1" fmla="*/ 121296 h 197265"/>
                <a:gd name="connsiteX2" fmla="*/ 204638 w 228440"/>
                <a:gd name="connsiteY2" fmla="*/ 110443 h 197265"/>
                <a:gd name="connsiteX3" fmla="*/ 173966 w 228440"/>
                <a:gd name="connsiteY3" fmla="*/ 35751 h 197265"/>
                <a:gd name="connsiteX4" fmla="*/ 173966 w 228440"/>
                <a:gd name="connsiteY4" fmla="*/ 30643 h 197265"/>
                <a:gd name="connsiteX5" fmla="*/ 170771 w 228440"/>
                <a:gd name="connsiteY5" fmla="*/ 24898 h 197265"/>
                <a:gd name="connsiteX6" fmla="*/ 162464 w 228440"/>
                <a:gd name="connsiteY6" fmla="*/ 20429 h 197265"/>
                <a:gd name="connsiteX7" fmla="*/ 135626 w 228440"/>
                <a:gd name="connsiteY7" fmla="*/ 9576 h 197265"/>
                <a:gd name="connsiteX8" fmla="*/ 135626 w 228440"/>
                <a:gd name="connsiteY8" fmla="*/ 6384 h 197265"/>
                <a:gd name="connsiteX9" fmla="*/ 129236 w 228440"/>
                <a:gd name="connsiteY9" fmla="*/ 0 h 197265"/>
                <a:gd name="connsiteX10" fmla="*/ 98565 w 228440"/>
                <a:gd name="connsiteY10" fmla="*/ 0 h 197265"/>
                <a:gd name="connsiteX11" fmla="*/ 92175 w 228440"/>
                <a:gd name="connsiteY11" fmla="*/ 6384 h 197265"/>
                <a:gd name="connsiteX12" fmla="*/ 92175 w 228440"/>
                <a:gd name="connsiteY12" fmla="*/ 9576 h 197265"/>
                <a:gd name="connsiteX13" fmla="*/ 65337 w 228440"/>
                <a:gd name="connsiteY13" fmla="*/ 20429 h 197265"/>
                <a:gd name="connsiteX14" fmla="*/ 57030 w 228440"/>
                <a:gd name="connsiteY14" fmla="*/ 24898 h 197265"/>
                <a:gd name="connsiteX15" fmla="*/ 53835 w 228440"/>
                <a:gd name="connsiteY15" fmla="*/ 30643 h 197265"/>
                <a:gd name="connsiteX16" fmla="*/ 53835 w 228440"/>
                <a:gd name="connsiteY16" fmla="*/ 35751 h 197265"/>
                <a:gd name="connsiteX17" fmla="*/ 23163 w 228440"/>
                <a:gd name="connsiteY17" fmla="*/ 110443 h 197265"/>
                <a:gd name="connsiteX18" fmla="*/ 23163 w 228440"/>
                <a:gd name="connsiteY18" fmla="*/ 121296 h 197265"/>
                <a:gd name="connsiteX19" fmla="*/ 5911 w 228440"/>
                <a:gd name="connsiteY19" fmla="*/ 126403 h 197265"/>
                <a:gd name="connsiteX20" fmla="*/ 1438 w 228440"/>
                <a:gd name="connsiteY20" fmla="*/ 130872 h 197265"/>
                <a:gd name="connsiteX21" fmla="*/ 1438 w 228440"/>
                <a:gd name="connsiteY21" fmla="*/ 155769 h 197265"/>
                <a:gd name="connsiteX22" fmla="*/ 16134 w 228440"/>
                <a:gd name="connsiteY22" fmla="*/ 186412 h 197265"/>
                <a:gd name="connsiteX23" fmla="*/ 16773 w 228440"/>
                <a:gd name="connsiteY23" fmla="*/ 187689 h 197265"/>
                <a:gd name="connsiteX24" fmla="*/ 113900 w 228440"/>
                <a:gd name="connsiteY24" fmla="*/ 197265 h 197265"/>
                <a:gd name="connsiteX25" fmla="*/ 114540 w 228440"/>
                <a:gd name="connsiteY25" fmla="*/ 197265 h 197265"/>
                <a:gd name="connsiteX26" fmla="*/ 211666 w 228440"/>
                <a:gd name="connsiteY26" fmla="*/ 187689 h 197265"/>
                <a:gd name="connsiteX27" fmla="*/ 212306 w 228440"/>
                <a:gd name="connsiteY27" fmla="*/ 186412 h 197265"/>
                <a:gd name="connsiteX28" fmla="*/ 227002 w 228440"/>
                <a:gd name="connsiteY28" fmla="*/ 155769 h 197265"/>
                <a:gd name="connsiteX29" fmla="*/ 227002 w 228440"/>
                <a:gd name="connsiteY29" fmla="*/ 130872 h 197265"/>
                <a:gd name="connsiteX30" fmla="*/ 222529 w 228440"/>
                <a:gd name="connsiteY30" fmla="*/ 126403 h 197265"/>
                <a:gd name="connsiteX31" fmla="*/ 35304 w 228440"/>
                <a:gd name="connsiteY31" fmla="*/ 110443 h 197265"/>
                <a:gd name="connsiteX32" fmla="*/ 53196 w 228440"/>
                <a:gd name="connsiteY32" fmla="*/ 56818 h 197265"/>
                <a:gd name="connsiteX33" fmla="*/ 53196 w 228440"/>
                <a:gd name="connsiteY33" fmla="*/ 103421 h 197265"/>
                <a:gd name="connsiteX34" fmla="*/ 59586 w 228440"/>
                <a:gd name="connsiteY34" fmla="*/ 109805 h 197265"/>
                <a:gd name="connsiteX35" fmla="*/ 65976 w 228440"/>
                <a:gd name="connsiteY35" fmla="*/ 103421 h 197265"/>
                <a:gd name="connsiteX36" fmla="*/ 65976 w 228440"/>
                <a:gd name="connsiteY36" fmla="*/ 35112 h 197265"/>
                <a:gd name="connsiteX37" fmla="*/ 70449 w 228440"/>
                <a:gd name="connsiteY37" fmla="*/ 32559 h 197265"/>
                <a:gd name="connsiteX38" fmla="*/ 91536 w 228440"/>
                <a:gd name="connsiteY38" fmla="*/ 23621 h 197265"/>
                <a:gd name="connsiteX39" fmla="*/ 91536 w 228440"/>
                <a:gd name="connsiteY39" fmla="*/ 57456 h 197265"/>
                <a:gd name="connsiteX40" fmla="*/ 86424 w 228440"/>
                <a:gd name="connsiteY40" fmla="*/ 65755 h 197265"/>
                <a:gd name="connsiteX41" fmla="*/ 88341 w 228440"/>
                <a:gd name="connsiteY41" fmla="*/ 74693 h 197265"/>
                <a:gd name="connsiteX42" fmla="*/ 97287 w 228440"/>
                <a:gd name="connsiteY42" fmla="*/ 72778 h 197265"/>
                <a:gd name="connsiteX43" fmla="*/ 97287 w 228440"/>
                <a:gd name="connsiteY43" fmla="*/ 72778 h 197265"/>
                <a:gd name="connsiteX44" fmla="*/ 103677 w 228440"/>
                <a:gd name="connsiteY44" fmla="*/ 63202 h 197265"/>
                <a:gd name="connsiteX45" fmla="*/ 104955 w 228440"/>
                <a:gd name="connsiteY45" fmla="*/ 60010 h 197265"/>
                <a:gd name="connsiteX46" fmla="*/ 104955 w 228440"/>
                <a:gd name="connsiteY46" fmla="*/ 14683 h 197265"/>
                <a:gd name="connsiteX47" fmla="*/ 122846 w 228440"/>
                <a:gd name="connsiteY47" fmla="*/ 14683 h 197265"/>
                <a:gd name="connsiteX48" fmla="*/ 122846 w 228440"/>
                <a:gd name="connsiteY48" fmla="*/ 60010 h 197265"/>
                <a:gd name="connsiteX49" fmla="*/ 124125 w 228440"/>
                <a:gd name="connsiteY49" fmla="*/ 63202 h 197265"/>
                <a:gd name="connsiteX50" fmla="*/ 129875 w 228440"/>
                <a:gd name="connsiteY50" fmla="*/ 72778 h 197265"/>
                <a:gd name="connsiteX51" fmla="*/ 129875 w 228440"/>
                <a:gd name="connsiteY51" fmla="*/ 72778 h 197265"/>
                <a:gd name="connsiteX52" fmla="*/ 131153 w 228440"/>
                <a:gd name="connsiteY52" fmla="*/ 74693 h 197265"/>
                <a:gd name="connsiteX53" fmla="*/ 131792 w 228440"/>
                <a:gd name="connsiteY53" fmla="*/ 74693 h 197265"/>
                <a:gd name="connsiteX54" fmla="*/ 133709 w 228440"/>
                <a:gd name="connsiteY54" fmla="*/ 75331 h 197265"/>
                <a:gd name="connsiteX55" fmla="*/ 133709 w 228440"/>
                <a:gd name="connsiteY55" fmla="*/ 75331 h 197265"/>
                <a:gd name="connsiteX56" fmla="*/ 134987 w 228440"/>
                <a:gd name="connsiteY56" fmla="*/ 75331 h 197265"/>
                <a:gd name="connsiteX57" fmla="*/ 136265 w 228440"/>
                <a:gd name="connsiteY57" fmla="*/ 75331 h 197265"/>
                <a:gd name="connsiteX58" fmla="*/ 138182 w 228440"/>
                <a:gd name="connsiteY58" fmla="*/ 74693 h 197265"/>
                <a:gd name="connsiteX59" fmla="*/ 140099 w 228440"/>
                <a:gd name="connsiteY59" fmla="*/ 65755 h 197265"/>
                <a:gd name="connsiteX60" fmla="*/ 134987 w 228440"/>
                <a:gd name="connsiteY60" fmla="*/ 57456 h 197265"/>
                <a:gd name="connsiteX61" fmla="*/ 134987 w 228440"/>
                <a:gd name="connsiteY61" fmla="*/ 24259 h 197265"/>
                <a:gd name="connsiteX62" fmla="*/ 156074 w 228440"/>
                <a:gd name="connsiteY62" fmla="*/ 33197 h 197265"/>
                <a:gd name="connsiteX63" fmla="*/ 160547 w 228440"/>
                <a:gd name="connsiteY63" fmla="*/ 35751 h 197265"/>
                <a:gd name="connsiteX64" fmla="*/ 160547 w 228440"/>
                <a:gd name="connsiteY64" fmla="*/ 104059 h 197265"/>
                <a:gd name="connsiteX65" fmla="*/ 166937 w 228440"/>
                <a:gd name="connsiteY65" fmla="*/ 110443 h 197265"/>
                <a:gd name="connsiteX66" fmla="*/ 173327 w 228440"/>
                <a:gd name="connsiteY66" fmla="*/ 104059 h 197265"/>
                <a:gd name="connsiteX67" fmla="*/ 173327 w 228440"/>
                <a:gd name="connsiteY67" fmla="*/ 57456 h 197265"/>
                <a:gd name="connsiteX68" fmla="*/ 191219 w 228440"/>
                <a:gd name="connsiteY68" fmla="*/ 111081 h 197265"/>
                <a:gd name="connsiteX69" fmla="*/ 191219 w 228440"/>
                <a:gd name="connsiteY69" fmla="*/ 135341 h 197265"/>
                <a:gd name="connsiteX70" fmla="*/ 112622 w 228440"/>
                <a:gd name="connsiteY70" fmla="*/ 148747 h 197265"/>
                <a:gd name="connsiteX71" fmla="*/ 34665 w 228440"/>
                <a:gd name="connsiteY71" fmla="*/ 135341 h 197265"/>
                <a:gd name="connsiteX72" fmla="*/ 35304 w 228440"/>
                <a:gd name="connsiteY72" fmla="*/ 110443 h 197265"/>
                <a:gd name="connsiteX73" fmla="*/ 214861 w 228440"/>
                <a:gd name="connsiteY73" fmla="*/ 153216 h 197265"/>
                <a:gd name="connsiteX74" fmla="*/ 202081 w 228440"/>
                <a:gd name="connsiteY74" fmla="*/ 179390 h 197265"/>
                <a:gd name="connsiteX75" fmla="*/ 113900 w 228440"/>
                <a:gd name="connsiteY75" fmla="*/ 185135 h 197265"/>
                <a:gd name="connsiteX76" fmla="*/ 113262 w 228440"/>
                <a:gd name="connsiteY76" fmla="*/ 185135 h 197265"/>
                <a:gd name="connsiteX77" fmla="*/ 25081 w 228440"/>
                <a:gd name="connsiteY77" fmla="*/ 179390 h 197265"/>
                <a:gd name="connsiteX78" fmla="*/ 12301 w 228440"/>
                <a:gd name="connsiteY78" fmla="*/ 153216 h 197265"/>
                <a:gd name="connsiteX79" fmla="*/ 12301 w 228440"/>
                <a:gd name="connsiteY79" fmla="*/ 137894 h 197265"/>
                <a:gd name="connsiteX80" fmla="*/ 21886 w 228440"/>
                <a:gd name="connsiteY80" fmla="*/ 134702 h 197265"/>
                <a:gd name="connsiteX81" fmla="*/ 21886 w 228440"/>
                <a:gd name="connsiteY81" fmla="*/ 137894 h 197265"/>
                <a:gd name="connsiteX82" fmla="*/ 23163 w 228440"/>
                <a:gd name="connsiteY82" fmla="*/ 141724 h 197265"/>
                <a:gd name="connsiteX83" fmla="*/ 113262 w 228440"/>
                <a:gd name="connsiteY83" fmla="*/ 161515 h 197265"/>
                <a:gd name="connsiteX84" fmla="*/ 201443 w 228440"/>
                <a:gd name="connsiteY84" fmla="*/ 143640 h 197265"/>
                <a:gd name="connsiteX85" fmla="*/ 204638 w 228440"/>
                <a:gd name="connsiteY85" fmla="*/ 138533 h 197265"/>
                <a:gd name="connsiteX86" fmla="*/ 204638 w 228440"/>
                <a:gd name="connsiteY86" fmla="*/ 135341 h 197265"/>
                <a:gd name="connsiteX87" fmla="*/ 214861 w 228440"/>
                <a:gd name="connsiteY87" fmla="*/ 138533 h 197265"/>
                <a:gd name="connsiteX88" fmla="*/ 214861 w 228440"/>
                <a:gd name="connsiteY88" fmla="*/ 153216 h 197265"/>
                <a:gd name="connsiteX89" fmla="*/ 214861 w 228440"/>
                <a:gd name="connsiteY89" fmla="*/ 153216 h 19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228440" h="197265">
                  <a:moveTo>
                    <a:pt x="222529" y="126403"/>
                  </a:moveTo>
                  <a:lnTo>
                    <a:pt x="204638" y="121296"/>
                  </a:lnTo>
                  <a:lnTo>
                    <a:pt x="204638" y="110443"/>
                  </a:lnTo>
                  <a:cubicBezTo>
                    <a:pt x="203999" y="82992"/>
                    <a:pt x="193136" y="56179"/>
                    <a:pt x="173966" y="35751"/>
                  </a:cubicBezTo>
                  <a:lnTo>
                    <a:pt x="173966" y="30643"/>
                  </a:lnTo>
                  <a:cubicBezTo>
                    <a:pt x="173966" y="28090"/>
                    <a:pt x="172688" y="26175"/>
                    <a:pt x="170771" y="24898"/>
                  </a:cubicBezTo>
                  <a:lnTo>
                    <a:pt x="162464" y="20429"/>
                  </a:lnTo>
                  <a:cubicBezTo>
                    <a:pt x="154157" y="15322"/>
                    <a:pt x="145211" y="11491"/>
                    <a:pt x="135626" y="9576"/>
                  </a:cubicBezTo>
                  <a:lnTo>
                    <a:pt x="135626" y="6384"/>
                  </a:lnTo>
                  <a:cubicBezTo>
                    <a:pt x="135626" y="2554"/>
                    <a:pt x="133070" y="0"/>
                    <a:pt x="129236" y="0"/>
                  </a:cubicBezTo>
                  <a:lnTo>
                    <a:pt x="98565" y="0"/>
                  </a:lnTo>
                  <a:cubicBezTo>
                    <a:pt x="94731" y="0"/>
                    <a:pt x="92175" y="2554"/>
                    <a:pt x="92175" y="6384"/>
                  </a:cubicBezTo>
                  <a:lnTo>
                    <a:pt x="92175" y="9576"/>
                  </a:lnTo>
                  <a:cubicBezTo>
                    <a:pt x="82590" y="12130"/>
                    <a:pt x="73644" y="15322"/>
                    <a:pt x="65337" y="20429"/>
                  </a:cubicBezTo>
                  <a:lnTo>
                    <a:pt x="57030" y="24898"/>
                  </a:lnTo>
                  <a:cubicBezTo>
                    <a:pt x="55113" y="26175"/>
                    <a:pt x="53835" y="28090"/>
                    <a:pt x="53835" y="30643"/>
                  </a:cubicBezTo>
                  <a:lnTo>
                    <a:pt x="53835" y="35751"/>
                  </a:lnTo>
                  <a:cubicBezTo>
                    <a:pt x="34665" y="56179"/>
                    <a:pt x="23802" y="82354"/>
                    <a:pt x="23163" y="110443"/>
                  </a:cubicBezTo>
                  <a:lnTo>
                    <a:pt x="23163" y="121296"/>
                  </a:lnTo>
                  <a:lnTo>
                    <a:pt x="5911" y="126403"/>
                  </a:lnTo>
                  <a:cubicBezTo>
                    <a:pt x="3993" y="127041"/>
                    <a:pt x="2077" y="128957"/>
                    <a:pt x="1438" y="130872"/>
                  </a:cubicBezTo>
                  <a:cubicBezTo>
                    <a:pt x="-479" y="139171"/>
                    <a:pt x="-479" y="147470"/>
                    <a:pt x="1438" y="155769"/>
                  </a:cubicBezTo>
                  <a:cubicBezTo>
                    <a:pt x="5271" y="166622"/>
                    <a:pt x="10383" y="176836"/>
                    <a:pt x="16134" y="186412"/>
                  </a:cubicBezTo>
                  <a:cubicBezTo>
                    <a:pt x="16134" y="187051"/>
                    <a:pt x="16773" y="187051"/>
                    <a:pt x="16773" y="187689"/>
                  </a:cubicBezTo>
                  <a:cubicBezTo>
                    <a:pt x="23802" y="195350"/>
                    <a:pt x="73644" y="197265"/>
                    <a:pt x="113900" y="197265"/>
                  </a:cubicBezTo>
                  <a:lnTo>
                    <a:pt x="114540" y="197265"/>
                  </a:lnTo>
                  <a:cubicBezTo>
                    <a:pt x="154796" y="197265"/>
                    <a:pt x="204638" y="195988"/>
                    <a:pt x="211666" y="187689"/>
                  </a:cubicBezTo>
                  <a:cubicBezTo>
                    <a:pt x="212306" y="187051"/>
                    <a:pt x="212306" y="187051"/>
                    <a:pt x="212306" y="186412"/>
                  </a:cubicBezTo>
                  <a:cubicBezTo>
                    <a:pt x="218056" y="176836"/>
                    <a:pt x="223169" y="165984"/>
                    <a:pt x="227002" y="155769"/>
                  </a:cubicBezTo>
                  <a:cubicBezTo>
                    <a:pt x="228919" y="147470"/>
                    <a:pt x="228919" y="139171"/>
                    <a:pt x="227002" y="130872"/>
                  </a:cubicBezTo>
                  <a:cubicBezTo>
                    <a:pt x="227002" y="128957"/>
                    <a:pt x="225085" y="127041"/>
                    <a:pt x="222529" y="126403"/>
                  </a:cubicBezTo>
                  <a:close/>
                  <a:moveTo>
                    <a:pt x="35304" y="110443"/>
                  </a:moveTo>
                  <a:cubicBezTo>
                    <a:pt x="35943" y="91291"/>
                    <a:pt x="42333" y="72139"/>
                    <a:pt x="53196" y="56818"/>
                  </a:cubicBezTo>
                  <a:lnTo>
                    <a:pt x="53196" y="103421"/>
                  </a:lnTo>
                  <a:cubicBezTo>
                    <a:pt x="53196" y="107251"/>
                    <a:pt x="55752" y="109805"/>
                    <a:pt x="59586" y="109805"/>
                  </a:cubicBezTo>
                  <a:cubicBezTo>
                    <a:pt x="63420" y="109805"/>
                    <a:pt x="65976" y="107251"/>
                    <a:pt x="65976" y="103421"/>
                  </a:cubicBezTo>
                  <a:lnTo>
                    <a:pt x="65976" y="35112"/>
                  </a:lnTo>
                  <a:lnTo>
                    <a:pt x="70449" y="32559"/>
                  </a:lnTo>
                  <a:cubicBezTo>
                    <a:pt x="76839" y="28728"/>
                    <a:pt x="83868" y="25536"/>
                    <a:pt x="91536" y="23621"/>
                  </a:cubicBezTo>
                  <a:lnTo>
                    <a:pt x="91536" y="57456"/>
                  </a:lnTo>
                  <a:lnTo>
                    <a:pt x="86424" y="65755"/>
                  </a:lnTo>
                  <a:cubicBezTo>
                    <a:pt x="84507" y="68947"/>
                    <a:pt x="85785" y="72778"/>
                    <a:pt x="88341" y="74693"/>
                  </a:cubicBezTo>
                  <a:cubicBezTo>
                    <a:pt x="90897" y="76608"/>
                    <a:pt x="95370" y="75331"/>
                    <a:pt x="97287" y="72778"/>
                  </a:cubicBezTo>
                  <a:lnTo>
                    <a:pt x="97287" y="72778"/>
                  </a:lnTo>
                  <a:lnTo>
                    <a:pt x="103677" y="63202"/>
                  </a:lnTo>
                  <a:cubicBezTo>
                    <a:pt x="104316" y="61925"/>
                    <a:pt x="104955" y="61286"/>
                    <a:pt x="104955" y="60010"/>
                  </a:cubicBezTo>
                  <a:lnTo>
                    <a:pt x="104955" y="14683"/>
                  </a:lnTo>
                  <a:lnTo>
                    <a:pt x="122846" y="14683"/>
                  </a:lnTo>
                  <a:lnTo>
                    <a:pt x="122846" y="60010"/>
                  </a:lnTo>
                  <a:cubicBezTo>
                    <a:pt x="122846" y="61286"/>
                    <a:pt x="123485" y="62563"/>
                    <a:pt x="124125" y="63202"/>
                  </a:cubicBezTo>
                  <a:lnTo>
                    <a:pt x="129875" y="72778"/>
                  </a:lnTo>
                  <a:lnTo>
                    <a:pt x="129875" y="72778"/>
                  </a:lnTo>
                  <a:cubicBezTo>
                    <a:pt x="130514" y="73416"/>
                    <a:pt x="130514" y="74054"/>
                    <a:pt x="131153" y="74693"/>
                  </a:cubicBezTo>
                  <a:lnTo>
                    <a:pt x="131792" y="74693"/>
                  </a:lnTo>
                  <a:cubicBezTo>
                    <a:pt x="132431" y="75331"/>
                    <a:pt x="133070" y="75331"/>
                    <a:pt x="133709" y="75331"/>
                  </a:cubicBezTo>
                  <a:lnTo>
                    <a:pt x="133709" y="75331"/>
                  </a:lnTo>
                  <a:cubicBezTo>
                    <a:pt x="134348" y="75331"/>
                    <a:pt x="134987" y="75331"/>
                    <a:pt x="134987" y="75331"/>
                  </a:cubicBezTo>
                  <a:lnTo>
                    <a:pt x="136265" y="75331"/>
                  </a:lnTo>
                  <a:cubicBezTo>
                    <a:pt x="136904" y="75331"/>
                    <a:pt x="137543" y="74693"/>
                    <a:pt x="138182" y="74693"/>
                  </a:cubicBezTo>
                  <a:cubicBezTo>
                    <a:pt x="141377" y="72778"/>
                    <a:pt x="142016" y="68947"/>
                    <a:pt x="140099" y="65755"/>
                  </a:cubicBezTo>
                  <a:lnTo>
                    <a:pt x="134987" y="57456"/>
                  </a:lnTo>
                  <a:lnTo>
                    <a:pt x="134987" y="24259"/>
                  </a:lnTo>
                  <a:cubicBezTo>
                    <a:pt x="142016" y="26175"/>
                    <a:pt x="149684" y="29367"/>
                    <a:pt x="156074" y="33197"/>
                  </a:cubicBezTo>
                  <a:lnTo>
                    <a:pt x="160547" y="35751"/>
                  </a:lnTo>
                  <a:lnTo>
                    <a:pt x="160547" y="104059"/>
                  </a:lnTo>
                  <a:cubicBezTo>
                    <a:pt x="160547" y="107889"/>
                    <a:pt x="163103" y="110443"/>
                    <a:pt x="166937" y="110443"/>
                  </a:cubicBezTo>
                  <a:cubicBezTo>
                    <a:pt x="170771" y="110443"/>
                    <a:pt x="173327" y="107889"/>
                    <a:pt x="173327" y="104059"/>
                  </a:cubicBezTo>
                  <a:lnTo>
                    <a:pt x="173327" y="57456"/>
                  </a:lnTo>
                  <a:cubicBezTo>
                    <a:pt x="184829" y="73416"/>
                    <a:pt x="190580" y="91930"/>
                    <a:pt x="191219" y="111081"/>
                  </a:cubicBezTo>
                  <a:lnTo>
                    <a:pt x="191219" y="135341"/>
                  </a:lnTo>
                  <a:cubicBezTo>
                    <a:pt x="186746" y="138533"/>
                    <a:pt x="167576" y="148747"/>
                    <a:pt x="112622" y="148747"/>
                  </a:cubicBezTo>
                  <a:cubicBezTo>
                    <a:pt x="57669" y="148747"/>
                    <a:pt x="39138" y="138533"/>
                    <a:pt x="34665" y="135341"/>
                  </a:cubicBezTo>
                  <a:lnTo>
                    <a:pt x="35304" y="110443"/>
                  </a:lnTo>
                  <a:close/>
                  <a:moveTo>
                    <a:pt x="214861" y="153216"/>
                  </a:moveTo>
                  <a:cubicBezTo>
                    <a:pt x="211666" y="162153"/>
                    <a:pt x="207194" y="171091"/>
                    <a:pt x="202081" y="179390"/>
                  </a:cubicBezTo>
                  <a:cubicBezTo>
                    <a:pt x="198248" y="180667"/>
                    <a:pt x="179717" y="185135"/>
                    <a:pt x="113900" y="185135"/>
                  </a:cubicBezTo>
                  <a:lnTo>
                    <a:pt x="113262" y="185135"/>
                  </a:lnTo>
                  <a:cubicBezTo>
                    <a:pt x="47445" y="185135"/>
                    <a:pt x="28914" y="180667"/>
                    <a:pt x="25081" y="179390"/>
                  </a:cubicBezTo>
                  <a:cubicBezTo>
                    <a:pt x="19968" y="171091"/>
                    <a:pt x="15496" y="162153"/>
                    <a:pt x="12301" y="153216"/>
                  </a:cubicBezTo>
                  <a:cubicBezTo>
                    <a:pt x="11661" y="148108"/>
                    <a:pt x="11661" y="143001"/>
                    <a:pt x="12301" y="137894"/>
                  </a:cubicBezTo>
                  <a:lnTo>
                    <a:pt x="21886" y="134702"/>
                  </a:lnTo>
                  <a:lnTo>
                    <a:pt x="21886" y="137894"/>
                  </a:lnTo>
                  <a:cubicBezTo>
                    <a:pt x="21886" y="139171"/>
                    <a:pt x="22524" y="140448"/>
                    <a:pt x="23163" y="141724"/>
                  </a:cubicBezTo>
                  <a:cubicBezTo>
                    <a:pt x="25719" y="144916"/>
                    <a:pt x="41055" y="161515"/>
                    <a:pt x="113262" y="161515"/>
                  </a:cubicBezTo>
                  <a:cubicBezTo>
                    <a:pt x="176522" y="161515"/>
                    <a:pt x="196331" y="148108"/>
                    <a:pt x="201443" y="143640"/>
                  </a:cubicBezTo>
                  <a:cubicBezTo>
                    <a:pt x="203360" y="142363"/>
                    <a:pt x="204638" y="140448"/>
                    <a:pt x="204638" y="138533"/>
                  </a:cubicBezTo>
                  <a:lnTo>
                    <a:pt x="204638" y="135341"/>
                  </a:lnTo>
                  <a:lnTo>
                    <a:pt x="214861" y="138533"/>
                  </a:lnTo>
                  <a:cubicBezTo>
                    <a:pt x="215501" y="143001"/>
                    <a:pt x="215501" y="148108"/>
                    <a:pt x="214861" y="153216"/>
                  </a:cubicBezTo>
                  <a:lnTo>
                    <a:pt x="214861" y="153216"/>
                  </a:lnTo>
                  <a:close/>
                </a:path>
              </a:pathLst>
            </a:custGeom>
            <a:solidFill>
              <a:srgbClr val="00A3E0"/>
            </a:solidFill>
            <a:ln w="6390" cap="flat">
              <a:noFill/>
              <a:prstDash val="solid"/>
              <a:miter/>
            </a:ln>
          </p:spPr>
          <p:txBody>
            <a:bodyPr rtlCol="0" anchor="ctr"/>
            <a:lstStyle/>
            <a:p>
              <a:endParaRPr lang="en-US"/>
            </a:p>
          </p:txBody>
        </p:sp>
      </p:grpSp>
      <p:grpSp>
        <p:nvGrpSpPr>
          <p:cNvPr id="1063" name="Graphic 4">
            <a:extLst>
              <a:ext uri="{FF2B5EF4-FFF2-40B4-BE49-F238E27FC236}">
                <a16:creationId xmlns:a16="http://schemas.microsoft.com/office/drawing/2014/main" id="{4A82EE49-86FC-E641-85FD-4207A7DC6D4A}"/>
              </a:ext>
            </a:extLst>
          </p:cNvPr>
          <p:cNvGrpSpPr>
            <a:grpSpLocks noChangeAspect="1"/>
          </p:cNvGrpSpPr>
          <p:nvPr/>
        </p:nvGrpSpPr>
        <p:grpSpPr>
          <a:xfrm>
            <a:off x="5708130" y="3824168"/>
            <a:ext cx="362313" cy="361971"/>
            <a:chOff x="5708130" y="3824168"/>
            <a:chExt cx="362313" cy="361971"/>
          </a:xfrm>
          <a:solidFill>
            <a:srgbClr val="00A3E0"/>
          </a:solidFill>
        </p:grpSpPr>
        <p:sp>
          <p:nvSpPr>
            <p:cNvPr id="1064" name="Graphic 4">
              <a:extLst>
                <a:ext uri="{FF2B5EF4-FFF2-40B4-BE49-F238E27FC236}">
                  <a16:creationId xmlns:a16="http://schemas.microsoft.com/office/drawing/2014/main" id="{331604C9-6FDF-3845-87A0-B5229341DC62}"/>
                </a:ext>
              </a:extLst>
            </p:cNvPr>
            <p:cNvSpPr/>
            <p:nvPr/>
          </p:nvSpPr>
          <p:spPr>
            <a:xfrm>
              <a:off x="5708130" y="3824168"/>
              <a:ext cx="362313" cy="361971"/>
            </a:xfrm>
            <a:custGeom>
              <a:avLst/>
              <a:gdLst>
                <a:gd name="connsiteX0" fmla="*/ 181474 w 362313"/>
                <a:gd name="connsiteY0" fmla="*/ 0 h 361971"/>
                <a:gd name="connsiteX1" fmla="*/ 0 w 362313"/>
                <a:gd name="connsiteY1" fmla="*/ 180667 h 361971"/>
                <a:gd name="connsiteX2" fmla="*/ 180835 w 362313"/>
                <a:gd name="connsiteY2" fmla="*/ 361971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6"/>
                    <a:pt x="0" y="180667"/>
                  </a:cubicBezTo>
                  <a:cubicBezTo>
                    <a:pt x="0" y="280257"/>
                    <a:pt x="81152" y="361971"/>
                    <a:pt x="180835" y="361971"/>
                  </a:cubicBezTo>
                  <a:cubicBezTo>
                    <a:pt x="280518" y="361971"/>
                    <a:pt x="362310" y="280895"/>
                    <a:pt x="362310" y="181305"/>
                  </a:cubicBezTo>
                  <a:lnTo>
                    <a:pt x="362310" y="181305"/>
                  </a:lnTo>
                  <a:cubicBezTo>
                    <a:pt x="362948" y="81076"/>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lnTo>
                    <a:pt x="349530" y="180667"/>
                  </a:lnTo>
                  <a:cubicBezTo>
                    <a:pt x="349530" y="273873"/>
                    <a:pt x="274767" y="349204"/>
                    <a:pt x="181474" y="349204"/>
                  </a:cubicBezTo>
                  <a:lnTo>
                    <a:pt x="181474" y="349204"/>
                  </a:lnTo>
                  <a:close/>
                </a:path>
              </a:pathLst>
            </a:custGeom>
            <a:solidFill>
              <a:srgbClr val="00A3E0"/>
            </a:solidFill>
            <a:ln w="6390" cap="flat">
              <a:noFill/>
              <a:prstDash val="solid"/>
              <a:miter/>
            </a:ln>
          </p:spPr>
          <p:txBody>
            <a:bodyPr rtlCol="0" anchor="ctr"/>
            <a:lstStyle/>
            <a:p>
              <a:endParaRPr lang="en-US"/>
            </a:p>
          </p:txBody>
        </p:sp>
        <p:sp>
          <p:nvSpPr>
            <p:cNvPr id="1065" name="Graphic 4">
              <a:extLst>
                <a:ext uri="{FF2B5EF4-FFF2-40B4-BE49-F238E27FC236}">
                  <a16:creationId xmlns:a16="http://schemas.microsoft.com/office/drawing/2014/main" id="{4323E6AA-FA87-9748-8A99-4914A378B081}"/>
                </a:ext>
              </a:extLst>
            </p:cNvPr>
            <p:cNvSpPr/>
            <p:nvPr/>
          </p:nvSpPr>
          <p:spPr>
            <a:xfrm>
              <a:off x="5773308" y="3951847"/>
              <a:ext cx="233232" cy="107250"/>
            </a:xfrm>
            <a:custGeom>
              <a:avLst/>
              <a:gdLst>
                <a:gd name="connsiteX0" fmla="*/ 226843 w 233232"/>
                <a:gd name="connsiteY0" fmla="*/ 0 h 107250"/>
                <a:gd name="connsiteX1" fmla="*/ 6390 w 233232"/>
                <a:gd name="connsiteY1" fmla="*/ 0 h 107250"/>
                <a:gd name="connsiteX2" fmla="*/ 0 w 233232"/>
                <a:gd name="connsiteY2" fmla="*/ 6384 h 107250"/>
                <a:gd name="connsiteX3" fmla="*/ 0 w 233232"/>
                <a:gd name="connsiteY3" fmla="*/ 100867 h 107250"/>
                <a:gd name="connsiteX4" fmla="*/ 6390 w 233232"/>
                <a:gd name="connsiteY4" fmla="*/ 107251 h 107250"/>
                <a:gd name="connsiteX5" fmla="*/ 226843 w 233232"/>
                <a:gd name="connsiteY5" fmla="*/ 107251 h 107250"/>
                <a:gd name="connsiteX6" fmla="*/ 233233 w 233232"/>
                <a:gd name="connsiteY6" fmla="*/ 100867 h 107250"/>
                <a:gd name="connsiteX7" fmla="*/ 233233 w 233232"/>
                <a:gd name="connsiteY7" fmla="*/ 6384 h 107250"/>
                <a:gd name="connsiteX8" fmla="*/ 226843 w 233232"/>
                <a:gd name="connsiteY8" fmla="*/ 0 h 107250"/>
                <a:gd name="connsiteX9" fmla="*/ 220453 w 233232"/>
                <a:gd name="connsiteY9" fmla="*/ 93844 h 107250"/>
                <a:gd name="connsiteX10" fmla="*/ 12780 w 233232"/>
                <a:gd name="connsiteY10" fmla="*/ 93844 h 107250"/>
                <a:gd name="connsiteX11" fmla="*/ 12780 w 233232"/>
                <a:gd name="connsiteY11" fmla="*/ 12129 h 107250"/>
                <a:gd name="connsiteX12" fmla="*/ 31311 w 233232"/>
                <a:gd name="connsiteY12" fmla="*/ 12129 h 107250"/>
                <a:gd name="connsiteX13" fmla="*/ 31311 w 233232"/>
                <a:gd name="connsiteY13" fmla="*/ 37027 h 107250"/>
                <a:gd name="connsiteX14" fmla="*/ 37701 w 233232"/>
                <a:gd name="connsiteY14" fmla="*/ 43411 h 107250"/>
                <a:gd name="connsiteX15" fmla="*/ 44091 w 233232"/>
                <a:gd name="connsiteY15" fmla="*/ 37027 h 107250"/>
                <a:gd name="connsiteX16" fmla="*/ 44091 w 233232"/>
                <a:gd name="connsiteY16" fmla="*/ 12129 h 107250"/>
                <a:gd name="connsiteX17" fmla="*/ 62621 w 233232"/>
                <a:gd name="connsiteY17" fmla="*/ 12129 h 107250"/>
                <a:gd name="connsiteX18" fmla="*/ 62621 w 233232"/>
                <a:gd name="connsiteY18" fmla="*/ 60648 h 107250"/>
                <a:gd name="connsiteX19" fmla="*/ 69011 w 233232"/>
                <a:gd name="connsiteY19" fmla="*/ 67032 h 107250"/>
                <a:gd name="connsiteX20" fmla="*/ 75401 w 233232"/>
                <a:gd name="connsiteY20" fmla="*/ 60648 h 107250"/>
                <a:gd name="connsiteX21" fmla="*/ 75401 w 233232"/>
                <a:gd name="connsiteY21" fmla="*/ 12129 h 107250"/>
                <a:gd name="connsiteX22" fmla="*/ 93932 w 233232"/>
                <a:gd name="connsiteY22" fmla="*/ 12129 h 107250"/>
                <a:gd name="connsiteX23" fmla="*/ 93932 w 233232"/>
                <a:gd name="connsiteY23" fmla="*/ 37027 h 107250"/>
                <a:gd name="connsiteX24" fmla="*/ 100322 w 233232"/>
                <a:gd name="connsiteY24" fmla="*/ 43411 h 107250"/>
                <a:gd name="connsiteX25" fmla="*/ 106712 w 233232"/>
                <a:gd name="connsiteY25" fmla="*/ 37027 h 107250"/>
                <a:gd name="connsiteX26" fmla="*/ 106712 w 233232"/>
                <a:gd name="connsiteY26" fmla="*/ 12129 h 107250"/>
                <a:gd name="connsiteX27" fmla="*/ 125243 w 233232"/>
                <a:gd name="connsiteY27" fmla="*/ 12129 h 107250"/>
                <a:gd name="connsiteX28" fmla="*/ 125243 w 233232"/>
                <a:gd name="connsiteY28" fmla="*/ 60648 h 107250"/>
                <a:gd name="connsiteX29" fmla="*/ 131633 w 233232"/>
                <a:gd name="connsiteY29" fmla="*/ 67032 h 107250"/>
                <a:gd name="connsiteX30" fmla="*/ 138022 w 233232"/>
                <a:gd name="connsiteY30" fmla="*/ 60648 h 107250"/>
                <a:gd name="connsiteX31" fmla="*/ 138022 w 233232"/>
                <a:gd name="connsiteY31" fmla="*/ 12129 h 107250"/>
                <a:gd name="connsiteX32" fmla="*/ 156553 w 233232"/>
                <a:gd name="connsiteY32" fmla="*/ 12129 h 107250"/>
                <a:gd name="connsiteX33" fmla="*/ 156553 w 233232"/>
                <a:gd name="connsiteY33" fmla="*/ 37027 h 107250"/>
                <a:gd name="connsiteX34" fmla="*/ 162943 w 233232"/>
                <a:gd name="connsiteY34" fmla="*/ 43411 h 107250"/>
                <a:gd name="connsiteX35" fmla="*/ 169333 w 233232"/>
                <a:gd name="connsiteY35" fmla="*/ 37027 h 107250"/>
                <a:gd name="connsiteX36" fmla="*/ 169333 w 233232"/>
                <a:gd name="connsiteY36" fmla="*/ 12129 h 107250"/>
                <a:gd name="connsiteX37" fmla="*/ 187864 w 233232"/>
                <a:gd name="connsiteY37" fmla="*/ 12129 h 107250"/>
                <a:gd name="connsiteX38" fmla="*/ 187864 w 233232"/>
                <a:gd name="connsiteY38" fmla="*/ 60648 h 107250"/>
                <a:gd name="connsiteX39" fmla="*/ 194254 w 233232"/>
                <a:gd name="connsiteY39" fmla="*/ 67032 h 107250"/>
                <a:gd name="connsiteX40" fmla="*/ 200644 w 233232"/>
                <a:gd name="connsiteY40" fmla="*/ 60648 h 107250"/>
                <a:gd name="connsiteX41" fmla="*/ 200644 w 233232"/>
                <a:gd name="connsiteY41" fmla="*/ 12129 h 107250"/>
                <a:gd name="connsiteX42" fmla="*/ 219814 w 233232"/>
                <a:gd name="connsiteY42" fmla="*/ 12129 h 107250"/>
                <a:gd name="connsiteX43" fmla="*/ 219814 w 233232"/>
                <a:gd name="connsiteY43" fmla="*/ 93844 h 1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33232" h="107250">
                  <a:moveTo>
                    <a:pt x="226843" y="0"/>
                  </a:moveTo>
                  <a:lnTo>
                    <a:pt x="6390" y="0"/>
                  </a:lnTo>
                  <a:cubicBezTo>
                    <a:pt x="2556" y="0"/>
                    <a:pt x="0" y="2553"/>
                    <a:pt x="0" y="6384"/>
                  </a:cubicBezTo>
                  <a:lnTo>
                    <a:pt x="0" y="100867"/>
                  </a:lnTo>
                  <a:cubicBezTo>
                    <a:pt x="0" y="104697"/>
                    <a:pt x="2556" y="107251"/>
                    <a:pt x="6390" y="107251"/>
                  </a:cubicBezTo>
                  <a:lnTo>
                    <a:pt x="226843" y="107251"/>
                  </a:lnTo>
                  <a:cubicBezTo>
                    <a:pt x="230677" y="107251"/>
                    <a:pt x="233233" y="104697"/>
                    <a:pt x="233233" y="100867"/>
                  </a:cubicBezTo>
                  <a:lnTo>
                    <a:pt x="233233" y="6384"/>
                  </a:lnTo>
                  <a:cubicBezTo>
                    <a:pt x="233233" y="2553"/>
                    <a:pt x="230677" y="0"/>
                    <a:pt x="226843" y="0"/>
                  </a:cubicBezTo>
                  <a:close/>
                  <a:moveTo>
                    <a:pt x="220453" y="93844"/>
                  </a:moveTo>
                  <a:lnTo>
                    <a:pt x="12780" y="93844"/>
                  </a:lnTo>
                  <a:lnTo>
                    <a:pt x="12780" y="12129"/>
                  </a:lnTo>
                  <a:lnTo>
                    <a:pt x="31311" y="12129"/>
                  </a:lnTo>
                  <a:lnTo>
                    <a:pt x="31311" y="37027"/>
                  </a:lnTo>
                  <a:cubicBezTo>
                    <a:pt x="31311" y="40857"/>
                    <a:pt x="33867" y="43411"/>
                    <a:pt x="37701" y="43411"/>
                  </a:cubicBezTo>
                  <a:cubicBezTo>
                    <a:pt x="41535" y="43411"/>
                    <a:pt x="44091" y="40857"/>
                    <a:pt x="44091" y="37027"/>
                  </a:cubicBezTo>
                  <a:lnTo>
                    <a:pt x="44091" y="12129"/>
                  </a:lnTo>
                  <a:lnTo>
                    <a:pt x="62621" y="12129"/>
                  </a:lnTo>
                  <a:lnTo>
                    <a:pt x="62621" y="60648"/>
                  </a:lnTo>
                  <a:cubicBezTo>
                    <a:pt x="62621" y="64478"/>
                    <a:pt x="65177" y="67032"/>
                    <a:pt x="69011" y="67032"/>
                  </a:cubicBezTo>
                  <a:cubicBezTo>
                    <a:pt x="72845" y="67032"/>
                    <a:pt x="75401" y="64478"/>
                    <a:pt x="75401" y="60648"/>
                  </a:cubicBezTo>
                  <a:lnTo>
                    <a:pt x="75401" y="12129"/>
                  </a:lnTo>
                  <a:lnTo>
                    <a:pt x="93932" y="12129"/>
                  </a:lnTo>
                  <a:lnTo>
                    <a:pt x="93932" y="37027"/>
                  </a:lnTo>
                  <a:cubicBezTo>
                    <a:pt x="93932" y="40857"/>
                    <a:pt x="96488" y="43411"/>
                    <a:pt x="100322" y="43411"/>
                  </a:cubicBezTo>
                  <a:cubicBezTo>
                    <a:pt x="104156" y="43411"/>
                    <a:pt x="106712" y="40857"/>
                    <a:pt x="106712" y="37027"/>
                  </a:cubicBezTo>
                  <a:lnTo>
                    <a:pt x="106712" y="12129"/>
                  </a:lnTo>
                  <a:lnTo>
                    <a:pt x="125243" y="12129"/>
                  </a:lnTo>
                  <a:lnTo>
                    <a:pt x="125243" y="60648"/>
                  </a:lnTo>
                  <a:cubicBezTo>
                    <a:pt x="125243" y="64478"/>
                    <a:pt x="127799" y="67032"/>
                    <a:pt x="131633" y="67032"/>
                  </a:cubicBezTo>
                  <a:cubicBezTo>
                    <a:pt x="135467" y="67032"/>
                    <a:pt x="138022" y="64478"/>
                    <a:pt x="138022" y="60648"/>
                  </a:cubicBezTo>
                  <a:lnTo>
                    <a:pt x="138022" y="12129"/>
                  </a:lnTo>
                  <a:lnTo>
                    <a:pt x="156553" y="12129"/>
                  </a:lnTo>
                  <a:lnTo>
                    <a:pt x="156553" y="37027"/>
                  </a:lnTo>
                  <a:cubicBezTo>
                    <a:pt x="156553" y="40857"/>
                    <a:pt x="159110" y="43411"/>
                    <a:pt x="162943" y="43411"/>
                  </a:cubicBezTo>
                  <a:cubicBezTo>
                    <a:pt x="166777" y="43411"/>
                    <a:pt x="169333" y="40857"/>
                    <a:pt x="169333" y="37027"/>
                  </a:cubicBezTo>
                  <a:lnTo>
                    <a:pt x="169333" y="12129"/>
                  </a:lnTo>
                  <a:lnTo>
                    <a:pt x="187864" y="12129"/>
                  </a:lnTo>
                  <a:lnTo>
                    <a:pt x="187864" y="60648"/>
                  </a:lnTo>
                  <a:cubicBezTo>
                    <a:pt x="187864" y="64478"/>
                    <a:pt x="190420" y="67032"/>
                    <a:pt x="194254" y="67032"/>
                  </a:cubicBezTo>
                  <a:cubicBezTo>
                    <a:pt x="198088" y="67032"/>
                    <a:pt x="200644" y="64478"/>
                    <a:pt x="200644" y="60648"/>
                  </a:cubicBezTo>
                  <a:lnTo>
                    <a:pt x="200644" y="12129"/>
                  </a:lnTo>
                  <a:lnTo>
                    <a:pt x="219814" y="12129"/>
                  </a:lnTo>
                  <a:lnTo>
                    <a:pt x="219814" y="93844"/>
                  </a:lnTo>
                  <a:close/>
                </a:path>
              </a:pathLst>
            </a:custGeom>
            <a:solidFill>
              <a:srgbClr val="00A3E0"/>
            </a:solidFill>
            <a:ln w="6390" cap="flat">
              <a:noFill/>
              <a:prstDash val="solid"/>
              <a:miter/>
            </a:ln>
          </p:spPr>
          <p:txBody>
            <a:bodyPr rtlCol="0" anchor="ctr"/>
            <a:lstStyle/>
            <a:p>
              <a:endParaRPr lang="en-US"/>
            </a:p>
          </p:txBody>
        </p:sp>
      </p:grpSp>
      <p:grpSp>
        <p:nvGrpSpPr>
          <p:cNvPr id="1066" name="Graphic 4">
            <a:extLst>
              <a:ext uri="{FF2B5EF4-FFF2-40B4-BE49-F238E27FC236}">
                <a16:creationId xmlns:a16="http://schemas.microsoft.com/office/drawing/2014/main" id="{73CD1F13-73AB-D54D-A012-8C14EF21F65D}"/>
              </a:ext>
            </a:extLst>
          </p:cNvPr>
          <p:cNvGrpSpPr>
            <a:grpSpLocks noChangeAspect="1"/>
          </p:cNvGrpSpPr>
          <p:nvPr/>
        </p:nvGrpSpPr>
        <p:grpSpPr>
          <a:xfrm>
            <a:off x="4660820" y="3824168"/>
            <a:ext cx="362312" cy="361971"/>
            <a:chOff x="4660820" y="3824168"/>
            <a:chExt cx="362312" cy="361971"/>
          </a:xfrm>
          <a:solidFill>
            <a:srgbClr val="00A3E0"/>
          </a:solidFill>
        </p:grpSpPr>
        <p:sp>
          <p:nvSpPr>
            <p:cNvPr id="1067" name="Graphic 4">
              <a:extLst>
                <a:ext uri="{FF2B5EF4-FFF2-40B4-BE49-F238E27FC236}">
                  <a16:creationId xmlns:a16="http://schemas.microsoft.com/office/drawing/2014/main" id="{F17AF5E8-F590-724D-9765-05B37B0BB17E}"/>
                </a:ext>
              </a:extLst>
            </p:cNvPr>
            <p:cNvSpPr/>
            <p:nvPr/>
          </p:nvSpPr>
          <p:spPr>
            <a:xfrm>
              <a:off x="4660820" y="3824168"/>
              <a:ext cx="362312" cy="361971"/>
            </a:xfrm>
            <a:custGeom>
              <a:avLst/>
              <a:gdLst>
                <a:gd name="connsiteX0" fmla="*/ 181474 w 362312"/>
                <a:gd name="connsiteY0" fmla="*/ 0 h 361971"/>
                <a:gd name="connsiteX1" fmla="*/ 0 w 362312"/>
                <a:gd name="connsiteY1" fmla="*/ 180667 h 361971"/>
                <a:gd name="connsiteX2" fmla="*/ 180835 w 362312"/>
                <a:gd name="connsiteY2" fmla="*/ 361971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6"/>
                    <a:pt x="0" y="180667"/>
                  </a:cubicBezTo>
                  <a:cubicBezTo>
                    <a:pt x="0" y="280257"/>
                    <a:pt x="81152" y="361971"/>
                    <a:pt x="180835" y="361971"/>
                  </a:cubicBezTo>
                  <a:cubicBezTo>
                    <a:pt x="280518" y="361971"/>
                    <a:pt x="362309" y="280895"/>
                    <a:pt x="362309" y="181305"/>
                  </a:cubicBezTo>
                  <a:cubicBezTo>
                    <a:pt x="362309" y="181305"/>
                    <a:pt x="362309" y="181305"/>
                    <a:pt x="362309" y="181305"/>
                  </a:cubicBezTo>
                  <a:cubicBezTo>
                    <a:pt x="362948" y="81076"/>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lnTo>
                    <a:pt x="181474" y="349204"/>
                  </a:lnTo>
                  <a:close/>
                </a:path>
              </a:pathLst>
            </a:custGeom>
            <a:solidFill>
              <a:srgbClr val="00A3E0"/>
            </a:solidFill>
            <a:ln w="6390" cap="flat">
              <a:noFill/>
              <a:prstDash val="solid"/>
              <a:miter/>
            </a:ln>
          </p:spPr>
          <p:txBody>
            <a:bodyPr rtlCol="0" anchor="ctr"/>
            <a:lstStyle/>
            <a:p>
              <a:endParaRPr lang="en-US"/>
            </a:p>
          </p:txBody>
        </p:sp>
        <p:sp>
          <p:nvSpPr>
            <p:cNvPr id="1068" name="Graphic 4">
              <a:extLst>
                <a:ext uri="{FF2B5EF4-FFF2-40B4-BE49-F238E27FC236}">
                  <a16:creationId xmlns:a16="http://schemas.microsoft.com/office/drawing/2014/main" id="{8202BE5F-06AD-6E40-8E6C-B29D7DFECE60}"/>
                </a:ext>
              </a:extLst>
            </p:cNvPr>
            <p:cNvSpPr/>
            <p:nvPr/>
          </p:nvSpPr>
          <p:spPr>
            <a:xfrm>
              <a:off x="4812261" y="3887369"/>
              <a:ext cx="60065" cy="234770"/>
            </a:xfrm>
            <a:custGeom>
              <a:avLst/>
              <a:gdLst>
                <a:gd name="connsiteX0" fmla="*/ 30033 w 60065"/>
                <a:gd name="connsiteY0" fmla="*/ 0 h 234770"/>
                <a:gd name="connsiteX1" fmla="*/ 0 w 60065"/>
                <a:gd name="connsiteY1" fmla="*/ 30005 h 234770"/>
                <a:gd name="connsiteX2" fmla="*/ 0 w 60065"/>
                <a:gd name="connsiteY2" fmla="*/ 117465 h 234770"/>
                <a:gd name="connsiteX3" fmla="*/ 6390 w 60065"/>
                <a:gd name="connsiteY3" fmla="*/ 123849 h 234770"/>
                <a:gd name="connsiteX4" fmla="*/ 23643 w 60065"/>
                <a:gd name="connsiteY4" fmla="*/ 123849 h 234770"/>
                <a:gd name="connsiteX5" fmla="*/ 23643 w 60065"/>
                <a:gd name="connsiteY5" fmla="*/ 206841 h 234770"/>
                <a:gd name="connsiteX6" fmla="*/ 22365 w 60065"/>
                <a:gd name="connsiteY6" fmla="*/ 206841 h 234770"/>
                <a:gd name="connsiteX7" fmla="*/ 15975 w 60065"/>
                <a:gd name="connsiteY7" fmla="*/ 213225 h 234770"/>
                <a:gd name="connsiteX8" fmla="*/ 16614 w 60065"/>
                <a:gd name="connsiteY8" fmla="*/ 215779 h 234770"/>
                <a:gd name="connsiteX9" fmla="*/ 24282 w 60065"/>
                <a:gd name="connsiteY9" fmla="*/ 231738 h 234770"/>
                <a:gd name="connsiteX10" fmla="*/ 25560 w 60065"/>
                <a:gd name="connsiteY10" fmla="*/ 233015 h 234770"/>
                <a:gd name="connsiteX11" fmla="*/ 25560 w 60065"/>
                <a:gd name="connsiteY11" fmla="*/ 233015 h 234770"/>
                <a:gd name="connsiteX12" fmla="*/ 26838 w 60065"/>
                <a:gd name="connsiteY12" fmla="*/ 234292 h 234770"/>
                <a:gd name="connsiteX13" fmla="*/ 27477 w 60065"/>
                <a:gd name="connsiteY13" fmla="*/ 234292 h 234770"/>
                <a:gd name="connsiteX14" fmla="*/ 31950 w 60065"/>
                <a:gd name="connsiteY14" fmla="*/ 234292 h 234770"/>
                <a:gd name="connsiteX15" fmla="*/ 32589 w 60065"/>
                <a:gd name="connsiteY15" fmla="*/ 234292 h 234770"/>
                <a:gd name="connsiteX16" fmla="*/ 33867 w 60065"/>
                <a:gd name="connsiteY16" fmla="*/ 233015 h 234770"/>
                <a:gd name="connsiteX17" fmla="*/ 33867 w 60065"/>
                <a:gd name="connsiteY17" fmla="*/ 233015 h 234770"/>
                <a:gd name="connsiteX18" fmla="*/ 35145 w 60065"/>
                <a:gd name="connsiteY18" fmla="*/ 231738 h 234770"/>
                <a:gd name="connsiteX19" fmla="*/ 42813 w 60065"/>
                <a:gd name="connsiteY19" fmla="*/ 215779 h 234770"/>
                <a:gd name="connsiteX20" fmla="*/ 42813 w 60065"/>
                <a:gd name="connsiteY20" fmla="*/ 209395 h 234770"/>
                <a:gd name="connsiteX21" fmla="*/ 37701 w 60065"/>
                <a:gd name="connsiteY21" fmla="*/ 206203 h 234770"/>
                <a:gd name="connsiteX22" fmla="*/ 36423 w 60065"/>
                <a:gd name="connsiteY22" fmla="*/ 206203 h 234770"/>
                <a:gd name="connsiteX23" fmla="*/ 36423 w 60065"/>
                <a:gd name="connsiteY23" fmla="*/ 123211 h 234770"/>
                <a:gd name="connsiteX24" fmla="*/ 53676 w 60065"/>
                <a:gd name="connsiteY24" fmla="*/ 123211 h 234770"/>
                <a:gd name="connsiteX25" fmla="*/ 60066 w 60065"/>
                <a:gd name="connsiteY25" fmla="*/ 116827 h 234770"/>
                <a:gd name="connsiteX26" fmla="*/ 60066 w 60065"/>
                <a:gd name="connsiteY26" fmla="*/ 30005 h 234770"/>
                <a:gd name="connsiteX27" fmla="*/ 30033 w 60065"/>
                <a:gd name="connsiteY27" fmla="*/ 0 h 234770"/>
                <a:gd name="connsiteX28" fmla="*/ 47286 w 60065"/>
                <a:gd name="connsiteY28" fmla="*/ 111720 h 234770"/>
                <a:gd name="connsiteX29" fmla="*/ 12141 w 60065"/>
                <a:gd name="connsiteY29" fmla="*/ 111720 h 234770"/>
                <a:gd name="connsiteX30" fmla="*/ 12141 w 60065"/>
                <a:gd name="connsiteY30" fmla="*/ 30005 h 234770"/>
                <a:gd name="connsiteX31" fmla="*/ 28755 w 60065"/>
                <a:gd name="connsiteY31" fmla="*/ 11491 h 234770"/>
                <a:gd name="connsiteX32" fmla="*/ 47286 w 60065"/>
                <a:gd name="connsiteY32" fmla="*/ 28090 h 234770"/>
                <a:gd name="connsiteX33" fmla="*/ 47286 w 60065"/>
                <a:gd name="connsiteY33" fmla="*/ 30005 h 234770"/>
                <a:gd name="connsiteX34" fmla="*/ 47286 w 60065"/>
                <a:gd name="connsiteY34" fmla="*/ 111720 h 234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0065" h="234770">
                  <a:moveTo>
                    <a:pt x="30033" y="0"/>
                  </a:moveTo>
                  <a:cubicBezTo>
                    <a:pt x="13419" y="0"/>
                    <a:pt x="0" y="13407"/>
                    <a:pt x="0" y="30005"/>
                  </a:cubicBezTo>
                  <a:lnTo>
                    <a:pt x="0" y="117465"/>
                  </a:lnTo>
                  <a:cubicBezTo>
                    <a:pt x="0" y="121296"/>
                    <a:pt x="2556" y="123849"/>
                    <a:pt x="6390" y="123849"/>
                  </a:cubicBezTo>
                  <a:lnTo>
                    <a:pt x="23643" y="123849"/>
                  </a:lnTo>
                  <a:lnTo>
                    <a:pt x="23643" y="206841"/>
                  </a:lnTo>
                  <a:lnTo>
                    <a:pt x="22365" y="206841"/>
                  </a:lnTo>
                  <a:cubicBezTo>
                    <a:pt x="18531" y="206841"/>
                    <a:pt x="15975" y="210033"/>
                    <a:pt x="15975" y="213225"/>
                  </a:cubicBezTo>
                  <a:cubicBezTo>
                    <a:pt x="15975" y="214502"/>
                    <a:pt x="15975" y="215140"/>
                    <a:pt x="16614" y="215779"/>
                  </a:cubicBezTo>
                  <a:lnTo>
                    <a:pt x="24282" y="231738"/>
                  </a:lnTo>
                  <a:cubicBezTo>
                    <a:pt x="24921" y="232377"/>
                    <a:pt x="24921" y="233015"/>
                    <a:pt x="25560" y="233015"/>
                  </a:cubicBezTo>
                  <a:lnTo>
                    <a:pt x="25560" y="233015"/>
                  </a:lnTo>
                  <a:cubicBezTo>
                    <a:pt x="26199" y="233654"/>
                    <a:pt x="26199" y="233654"/>
                    <a:pt x="26838" y="234292"/>
                  </a:cubicBezTo>
                  <a:lnTo>
                    <a:pt x="27477" y="234292"/>
                  </a:lnTo>
                  <a:cubicBezTo>
                    <a:pt x="28755" y="234930"/>
                    <a:pt x="30672" y="234930"/>
                    <a:pt x="31950" y="234292"/>
                  </a:cubicBezTo>
                  <a:lnTo>
                    <a:pt x="32589" y="234292"/>
                  </a:lnTo>
                  <a:cubicBezTo>
                    <a:pt x="33228" y="234292"/>
                    <a:pt x="33867" y="233654"/>
                    <a:pt x="33867" y="233015"/>
                  </a:cubicBezTo>
                  <a:lnTo>
                    <a:pt x="33867" y="233015"/>
                  </a:lnTo>
                  <a:cubicBezTo>
                    <a:pt x="34506" y="232377"/>
                    <a:pt x="34506" y="231738"/>
                    <a:pt x="35145" y="231738"/>
                  </a:cubicBezTo>
                  <a:lnTo>
                    <a:pt x="42813" y="215779"/>
                  </a:lnTo>
                  <a:cubicBezTo>
                    <a:pt x="44091" y="213863"/>
                    <a:pt x="43452" y="211310"/>
                    <a:pt x="42813" y="209395"/>
                  </a:cubicBezTo>
                  <a:cubicBezTo>
                    <a:pt x="41535" y="207479"/>
                    <a:pt x="39618" y="206203"/>
                    <a:pt x="37701" y="206203"/>
                  </a:cubicBezTo>
                  <a:lnTo>
                    <a:pt x="36423" y="206203"/>
                  </a:lnTo>
                  <a:lnTo>
                    <a:pt x="36423" y="123211"/>
                  </a:lnTo>
                  <a:lnTo>
                    <a:pt x="53676" y="123211"/>
                  </a:lnTo>
                  <a:cubicBezTo>
                    <a:pt x="57509" y="123211"/>
                    <a:pt x="60066" y="120657"/>
                    <a:pt x="60066" y="116827"/>
                  </a:cubicBezTo>
                  <a:lnTo>
                    <a:pt x="60066" y="30005"/>
                  </a:lnTo>
                  <a:cubicBezTo>
                    <a:pt x="59427" y="14045"/>
                    <a:pt x="46647" y="639"/>
                    <a:pt x="30033" y="0"/>
                  </a:cubicBezTo>
                  <a:close/>
                  <a:moveTo>
                    <a:pt x="47286" y="111720"/>
                  </a:moveTo>
                  <a:lnTo>
                    <a:pt x="12141" y="111720"/>
                  </a:lnTo>
                  <a:lnTo>
                    <a:pt x="12141" y="30005"/>
                  </a:lnTo>
                  <a:cubicBezTo>
                    <a:pt x="11502" y="20429"/>
                    <a:pt x="19170" y="12130"/>
                    <a:pt x="28755" y="11491"/>
                  </a:cubicBezTo>
                  <a:cubicBezTo>
                    <a:pt x="38340" y="10853"/>
                    <a:pt x="46647" y="18514"/>
                    <a:pt x="47286" y="28090"/>
                  </a:cubicBezTo>
                  <a:cubicBezTo>
                    <a:pt x="47286" y="28728"/>
                    <a:pt x="47286" y="29367"/>
                    <a:pt x="47286" y="30005"/>
                  </a:cubicBezTo>
                  <a:lnTo>
                    <a:pt x="47286" y="111720"/>
                  </a:lnTo>
                  <a:close/>
                </a:path>
              </a:pathLst>
            </a:custGeom>
            <a:solidFill>
              <a:srgbClr val="00A3E0"/>
            </a:solidFill>
            <a:ln w="6390" cap="flat">
              <a:noFill/>
              <a:prstDash val="solid"/>
              <a:miter/>
            </a:ln>
          </p:spPr>
          <p:txBody>
            <a:bodyPr rtlCol="0" anchor="ctr"/>
            <a:lstStyle/>
            <a:p>
              <a:endParaRPr lang="en-US"/>
            </a:p>
          </p:txBody>
        </p:sp>
      </p:grpSp>
      <p:grpSp>
        <p:nvGrpSpPr>
          <p:cNvPr id="1069" name="Graphic 4">
            <a:extLst>
              <a:ext uri="{FF2B5EF4-FFF2-40B4-BE49-F238E27FC236}">
                <a16:creationId xmlns:a16="http://schemas.microsoft.com/office/drawing/2014/main" id="{140EF1FE-0DBA-2A4C-9402-290FBBCE8E5A}"/>
              </a:ext>
            </a:extLst>
          </p:cNvPr>
          <p:cNvGrpSpPr>
            <a:grpSpLocks noChangeAspect="1"/>
          </p:cNvGrpSpPr>
          <p:nvPr/>
        </p:nvGrpSpPr>
        <p:grpSpPr>
          <a:xfrm>
            <a:off x="4660820" y="918179"/>
            <a:ext cx="362312" cy="361971"/>
            <a:chOff x="4660820" y="918179"/>
            <a:chExt cx="362312" cy="361971"/>
          </a:xfrm>
          <a:solidFill>
            <a:srgbClr val="00A3E0"/>
          </a:solidFill>
        </p:grpSpPr>
        <p:sp>
          <p:nvSpPr>
            <p:cNvPr id="1070" name="Graphic 4">
              <a:extLst>
                <a:ext uri="{FF2B5EF4-FFF2-40B4-BE49-F238E27FC236}">
                  <a16:creationId xmlns:a16="http://schemas.microsoft.com/office/drawing/2014/main" id="{0F08FE68-C76A-6940-8C7D-2E122F8CA7D6}"/>
                </a:ext>
              </a:extLst>
            </p:cNvPr>
            <p:cNvSpPr/>
            <p:nvPr/>
          </p:nvSpPr>
          <p:spPr>
            <a:xfrm>
              <a:off x="4660820" y="918179"/>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873"/>
                    <a:pt x="274767" y="348565"/>
                    <a:pt x="181474" y="349204"/>
                  </a:cubicBezTo>
                  <a:close/>
                </a:path>
              </a:pathLst>
            </a:custGeom>
            <a:solidFill>
              <a:srgbClr val="00A3E0"/>
            </a:solidFill>
            <a:ln w="6390" cap="flat">
              <a:noFill/>
              <a:prstDash val="solid"/>
              <a:miter/>
            </a:ln>
          </p:spPr>
          <p:txBody>
            <a:bodyPr rtlCol="0" anchor="ctr"/>
            <a:lstStyle/>
            <a:p>
              <a:endParaRPr lang="en-US"/>
            </a:p>
          </p:txBody>
        </p:sp>
        <p:sp>
          <p:nvSpPr>
            <p:cNvPr id="1071" name="Graphic 4">
              <a:extLst>
                <a:ext uri="{FF2B5EF4-FFF2-40B4-BE49-F238E27FC236}">
                  <a16:creationId xmlns:a16="http://schemas.microsoft.com/office/drawing/2014/main" id="{B1F9635E-462B-1C46-A40A-B7E62BC8EEAD}"/>
                </a:ext>
              </a:extLst>
            </p:cNvPr>
            <p:cNvSpPr/>
            <p:nvPr/>
          </p:nvSpPr>
          <p:spPr>
            <a:xfrm>
              <a:off x="4736860" y="1021599"/>
              <a:ext cx="210867" cy="154492"/>
            </a:xfrm>
            <a:custGeom>
              <a:avLst/>
              <a:gdLst>
                <a:gd name="connsiteX0" fmla="*/ 99044 w 210867"/>
                <a:gd name="connsiteY0" fmla="*/ 0 h 154492"/>
                <a:gd name="connsiteX1" fmla="*/ 0 w 210867"/>
                <a:gd name="connsiteY1" fmla="*/ 0 h 154492"/>
                <a:gd name="connsiteX2" fmla="*/ 0 w 210867"/>
                <a:gd name="connsiteY2" fmla="*/ 60009 h 154492"/>
                <a:gd name="connsiteX3" fmla="*/ 49203 w 210867"/>
                <a:gd name="connsiteY3" fmla="*/ 60009 h 154492"/>
                <a:gd name="connsiteX4" fmla="*/ 49203 w 210867"/>
                <a:gd name="connsiteY4" fmla="*/ 94483 h 154492"/>
                <a:gd name="connsiteX5" fmla="*/ 0 w 210867"/>
                <a:gd name="connsiteY5" fmla="*/ 94483 h 154492"/>
                <a:gd name="connsiteX6" fmla="*/ 0 w 210867"/>
                <a:gd name="connsiteY6" fmla="*/ 154492 h 154492"/>
                <a:gd name="connsiteX7" fmla="*/ 210868 w 210867"/>
                <a:gd name="connsiteY7" fmla="*/ 154492 h 154492"/>
                <a:gd name="connsiteX8" fmla="*/ 210868 w 210867"/>
                <a:gd name="connsiteY8" fmla="*/ 94483 h 154492"/>
                <a:gd name="connsiteX9" fmla="*/ 161665 w 210867"/>
                <a:gd name="connsiteY9" fmla="*/ 94483 h 154492"/>
                <a:gd name="connsiteX10" fmla="*/ 161665 w 210867"/>
                <a:gd name="connsiteY10" fmla="*/ 60009 h 154492"/>
                <a:gd name="connsiteX11" fmla="*/ 210868 w 210867"/>
                <a:gd name="connsiteY11" fmla="*/ 60009 h 154492"/>
                <a:gd name="connsiteX12" fmla="*/ 210868 w 210867"/>
                <a:gd name="connsiteY12" fmla="*/ 0 h 154492"/>
                <a:gd name="connsiteX13" fmla="*/ 99044 w 210867"/>
                <a:gd name="connsiteY13" fmla="*/ 0 h 154492"/>
                <a:gd name="connsiteX14" fmla="*/ 12780 w 210867"/>
                <a:gd name="connsiteY14" fmla="*/ 47242 h 154492"/>
                <a:gd name="connsiteX15" fmla="*/ 12780 w 210867"/>
                <a:gd name="connsiteY15" fmla="*/ 12768 h 154492"/>
                <a:gd name="connsiteX16" fmla="*/ 99044 w 210867"/>
                <a:gd name="connsiteY16" fmla="*/ 12768 h 154492"/>
                <a:gd name="connsiteX17" fmla="*/ 99044 w 210867"/>
                <a:gd name="connsiteY17" fmla="*/ 47242 h 154492"/>
                <a:gd name="connsiteX18" fmla="*/ 12780 w 210867"/>
                <a:gd name="connsiteY18" fmla="*/ 47242 h 154492"/>
                <a:gd name="connsiteX19" fmla="*/ 99044 w 210867"/>
                <a:gd name="connsiteY19" fmla="*/ 141724 h 154492"/>
                <a:gd name="connsiteX20" fmla="*/ 12780 w 210867"/>
                <a:gd name="connsiteY20" fmla="*/ 141724 h 154492"/>
                <a:gd name="connsiteX21" fmla="*/ 12780 w 210867"/>
                <a:gd name="connsiteY21" fmla="*/ 107251 h 154492"/>
                <a:gd name="connsiteX22" fmla="*/ 99044 w 210867"/>
                <a:gd name="connsiteY22" fmla="*/ 107251 h 154492"/>
                <a:gd name="connsiteX23" fmla="*/ 99044 w 210867"/>
                <a:gd name="connsiteY23" fmla="*/ 141724 h 154492"/>
                <a:gd name="connsiteX24" fmla="*/ 198088 w 210867"/>
                <a:gd name="connsiteY24" fmla="*/ 107251 h 154492"/>
                <a:gd name="connsiteX25" fmla="*/ 198088 w 210867"/>
                <a:gd name="connsiteY25" fmla="*/ 141724 h 154492"/>
                <a:gd name="connsiteX26" fmla="*/ 111824 w 210867"/>
                <a:gd name="connsiteY26" fmla="*/ 141724 h 154492"/>
                <a:gd name="connsiteX27" fmla="*/ 111824 w 210867"/>
                <a:gd name="connsiteY27" fmla="*/ 107251 h 154492"/>
                <a:gd name="connsiteX28" fmla="*/ 198088 w 210867"/>
                <a:gd name="connsiteY28" fmla="*/ 107251 h 154492"/>
                <a:gd name="connsiteX29" fmla="*/ 148247 w 210867"/>
                <a:gd name="connsiteY29" fmla="*/ 94483 h 154492"/>
                <a:gd name="connsiteX30" fmla="*/ 61982 w 210867"/>
                <a:gd name="connsiteY30" fmla="*/ 94483 h 154492"/>
                <a:gd name="connsiteX31" fmla="*/ 61982 w 210867"/>
                <a:gd name="connsiteY31" fmla="*/ 60009 h 154492"/>
                <a:gd name="connsiteX32" fmla="*/ 148247 w 210867"/>
                <a:gd name="connsiteY32" fmla="*/ 60009 h 154492"/>
                <a:gd name="connsiteX33" fmla="*/ 148247 w 210867"/>
                <a:gd name="connsiteY33" fmla="*/ 94483 h 154492"/>
                <a:gd name="connsiteX34" fmla="*/ 198088 w 210867"/>
                <a:gd name="connsiteY34" fmla="*/ 12768 h 154492"/>
                <a:gd name="connsiteX35" fmla="*/ 198088 w 210867"/>
                <a:gd name="connsiteY35" fmla="*/ 47242 h 154492"/>
                <a:gd name="connsiteX36" fmla="*/ 111824 w 210867"/>
                <a:gd name="connsiteY36" fmla="*/ 47242 h 154492"/>
                <a:gd name="connsiteX37" fmla="*/ 111824 w 210867"/>
                <a:gd name="connsiteY37" fmla="*/ 12768 h 154492"/>
                <a:gd name="connsiteX38" fmla="*/ 198088 w 210867"/>
                <a:gd name="connsiteY38" fmla="*/ 12768 h 15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0867" h="154492">
                  <a:moveTo>
                    <a:pt x="99044" y="0"/>
                  </a:moveTo>
                  <a:lnTo>
                    <a:pt x="0" y="0"/>
                  </a:lnTo>
                  <a:lnTo>
                    <a:pt x="0" y="60009"/>
                  </a:lnTo>
                  <a:lnTo>
                    <a:pt x="49203" y="60009"/>
                  </a:lnTo>
                  <a:lnTo>
                    <a:pt x="49203" y="94483"/>
                  </a:lnTo>
                  <a:lnTo>
                    <a:pt x="0" y="94483"/>
                  </a:lnTo>
                  <a:lnTo>
                    <a:pt x="0" y="154492"/>
                  </a:lnTo>
                  <a:lnTo>
                    <a:pt x="210868" y="154492"/>
                  </a:lnTo>
                  <a:lnTo>
                    <a:pt x="210868" y="94483"/>
                  </a:lnTo>
                  <a:lnTo>
                    <a:pt x="161665" y="94483"/>
                  </a:lnTo>
                  <a:lnTo>
                    <a:pt x="161665" y="60009"/>
                  </a:lnTo>
                  <a:lnTo>
                    <a:pt x="210868" y="60009"/>
                  </a:lnTo>
                  <a:lnTo>
                    <a:pt x="210868" y="0"/>
                  </a:lnTo>
                  <a:lnTo>
                    <a:pt x="99044" y="0"/>
                  </a:lnTo>
                  <a:close/>
                  <a:moveTo>
                    <a:pt x="12780" y="47242"/>
                  </a:moveTo>
                  <a:lnTo>
                    <a:pt x="12780" y="12768"/>
                  </a:lnTo>
                  <a:lnTo>
                    <a:pt x="99044" y="12768"/>
                  </a:lnTo>
                  <a:lnTo>
                    <a:pt x="99044" y="47242"/>
                  </a:lnTo>
                  <a:lnTo>
                    <a:pt x="12780" y="47242"/>
                  </a:lnTo>
                  <a:close/>
                  <a:moveTo>
                    <a:pt x="99044" y="141724"/>
                  </a:moveTo>
                  <a:lnTo>
                    <a:pt x="12780" y="141724"/>
                  </a:lnTo>
                  <a:lnTo>
                    <a:pt x="12780" y="107251"/>
                  </a:lnTo>
                  <a:lnTo>
                    <a:pt x="99044" y="107251"/>
                  </a:lnTo>
                  <a:lnTo>
                    <a:pt x="99044" y="141724"/>
                  </a:lnTo>
                  <a:close/>
                  <a:moveTo>
                    <a:pt x="198088" y="107251"/>
                  </a:moveTo>
                  <a:lnTo>
                    <a:pt x="198088" y="141724"/>
                  </a:lnTo>
                  <a:lnTo>
                    <a:pt x="111824" y="141724"/>
                  </a:lnTo>
                  <a:lnTo>
                    <a:pt x="111824" y="107251"/>
                  </a:lnTo>
                  <a:lnTo>
                    <a:pt x="198088" y="107251"/>
                  </a:lnTo>
                  <a:close/>
                  <a:moveTo>
                    <a:pt x="148247" y="94483"/>
                  </a:moveTo>
                  <a:lnTo>
                    <a:pt x="61982" y="94483"/>
                  </a:lnTo>
                  <a:lnTo>
                    <a:pt x="61982" y="60009"/>
                  </a:lnTo>
                  <a:lnTo>
                    <a:pt x="148247" y="60009"/>
                  </a:lnTo>
                  <a:lnTo>
                    <a:pt x="148247" y="94483"/>
                  </a:lnTo>
                  <a:close/>
                  <a:moveTo>
                    <a:pt x="198088" y="12768"/>
                  </a:moveTo>
                  <a:lnTo>
                    <a:pt x="198088" y="47242"/>
                  </a:lnTo>
                  <a:lnTo>
                    <a:pt x="111824" y="47242"/>
                  </a:lnTo>
                  <a:lnTo>
                    <a:pt x="111824" y="12768"/>
                  </a:lnTo>
                  <a:lnTo>
                    <a:pt x="198088" y="12768"/>
                  </a:lnTo>
                  <a:close/>
                </a:path>
              </a:pathLst>
            </a:custGeom>
            <a:solidFill>
              <a:srgbClr val="00A3E0"/>
            </a:solidFill>
            <a:ln w="6390" cap="flat">
              <a:noFill/>
              <a:prstDash val="solid"/>
              <a:miter/>
            </a:ln>
          </p:spPr>
          <p:txBody>
            <a:bodyPr rtlCol="0" anchor="ctr"/>
            <a:lstStyle/>
            <a:p>
              <a:endParaRPr lang="en-US"/>
            </a:p>
          </p:txBody>
        </p:sp>
      </p:grpSp>
      <p:grpSp>
        <p:nvGrpSpPr>
          <p:cNvPr id="1072" name="Graphic 4">
            <a:extLst>
              <a:ext uri="{FF2B5EF4-FFF2-40B4-BE49-F238E27FC236}">
                <a16:creationId xmlns:a16="http://schemas.microsoft.com/office/drawing/2014/main" id="{D60BCDBD-E39B-5642-879F-91F6AE545159}"/>
              </a:ext>
            </a:extLst>
          </p:cNvPr>
          <p:cNvGrpSpPr>
            <a:grpSpLocks noChangeAspect="1"/>
          </p:cNvGrpSpPr>
          <p:nvPr/>
        </p:nvGrpSpPr>
        <p:grpSpPr>
          <a:xfrm>
            <a:off x="4660820" y="4793256"/>
            <a:ext cx="362312" cy="361971"/>
            <a:chOff x="4660820" y="4793256"/>
            <a:chExt cx="362312" cy="361971"/>
          </a:xfrm>
          <a:solidFill>
            <a:srgbClr val="00A3E0"/>
          </a:solidFill>
        </p:grpSpPr>
        <p:sp>
          <p:nvSpPr>
            <p:cNvPr id="1073" name="Graphic 4">
              <a:extLst>
                <a:ext uri="{FF2B5EF4-FFF2-40B4-BE49-F238E27FC236}">
                  <a16:creationId xmlns:a16="http://schemas.microsoft.com/office/drawing/2014/main" id="{67B8B791-0900-094A-95A8-544DCFAC058A}"/>
                </a:ext>
              </a:extLst>
            </p:cNvPr>
            <p:cNvSpPr/>
            <p:nvPr/>
          </p:nvSpPr>
          <p:spPr>
            <a:xfrm>
              <a:off x="4660820" y="4793256"/>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8565 h 361971"/>
                <a:gd name="connsiteX8" fmla="*/ 12780 w 362312"/>
                <a:gd name="connsiteY8" fmla="*/ 180667 h 361971"/>
                <a:gd name="connsiteX9" fmla="*/ 180835 w 362312"/>
                <a:gd name="connsiteY9" fmla="*/ 12129 h 361971"/>
                <a:gd name="connsiteX10" fmla="*/ 349529 w 362312"/>
                <a:gd name="connsiteY10" fmla="*/ 180028 h 361971"/>
                <a:gd name="connsiteX11" fmla="*/ 349529 w 362312"/>
                <a:gd name="connsiteY11" fmla="*/ 180028 h 361971"/>
                <a:gd name="connsiteX12" fmla="*/ 181474 w 362312"/>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0438"/>
                    <a:pt x="281796" y="0"/>
                    <a:pt x="181474" y="0"/>
                  </a:cubicBezTo>
                  <a:lnTo>
                    <a:pt x="181474" y="0"/>
                  </a:lnTo>
                  <a:close/>
                  <a:moveTo>
                    <a:pt x="181474" y="348565"/>
                  </a:moveTo>
                  <a:cubicBezTo>
                    <a:pt x="88181" y="348565"/>
                    <a:pt x="12780" y="273234"/>
                    <a:pt x="12780" y="180667"/>
                  </a:cubicBezTo>
                  <a:cubicBezTo>
                    <a:pt x="12780" y="87461"/>
                    <a:pt x="88181" y="12129"/>
                    <a:pt x="180835" y="12129"/>
                  </a:cubicBezTo>
                  <a:cubicBezTo>
                    <a:pt x="274128" y="12129"/>
                    <a:pt x="349529" y="87461"/>
                    <a:pt x="349529" y="180028"/>
                  </a:cubicBezTo>
                  <a:cubicBezTo>
                    <a:pt x="349529" y="180028"/>
                    <a:pt x="349529" y="180028"/>
                    <a:pt x="349529" y="180028"/>
                  </a:cubicBezTo>
                  <a:cubicBezTo>
                    <a:pt x="349529" y="273234"/>
                    <a:pt x="274767" y="348565"/>
                    <a:pt x="181474" y="348565"/>
                  </a:cubicBezTo>
                  <a:close/>
                </a:path>
              </a:pathLst>
            </a:custGeom>
            <a:solidFill>
              <a:srgbClr val="00A3E0"/>
            </a:solidFill>
            <a:ln w="6390" cap="flat">
              <a:noFill/>
              <a:prstDash val="solid"/>
              <a:miter/>
            </a:ln>
          </p:spPr>
          <p:txBody>
            <a:bodyPr rtlCol="0" anchor="ctr"/>
            <a:lstStyle/>
            <a:p>
              <a:endParaRPr lang="en-US"/>
            </a:p>
          </p:txBody>
        </p:sp>
        <p:sp>
          <p:nvSpPr>
            <p:cNvPr id="1074" name="Graphic 4">
              <a:extLst>
                <a:ext uri="{FF2B5EF4-FFF2-40B4-BE49-F238E27FC236}">
                  <a16:creationId xmlns:a16="http://schemas.microsoft.com/office/drawing/2014/main" id="{5BD1321E-0DD6-044C-8FE9-316D99E4D804}"/>
                </a:ext>
              </a:extLst>
            </p:cNvPr>
            <p:cNvSpPr/>
            <p:nvPr/>
          </p:nvSpPr>
          <p:spPr>
            <a:xfrm>
              <a:off x="4715134" y="4899230"/>
              <a:ext cx="253041" cy="150023"/>
            </a:xfrm>
            <a:custGeom>
              <a:avLst/>
              <a:gdLst>
                <a:gd name="connsiteX0" fmla="*/ 231315 w 253041"/>
                <a:gd name="connsiteY0" fmla="*/ 82354 h 150023"/>
                <a:gd name="connsiteX1" fmla="*/ 218536 w 253041"/>
                <a:gd name="connsiteY1" fmla="*/ 82354 h 150023"/>
                <a:gd name="connsiteX2" fmla="*/ 220453 w 253041"/>
                <a:gd name="connsiteY2" fmla="*/ 77885 h 150023"/>
                <a:gd name="connsiteX3" fmla="*/ 220453 w 253041"/>
                <a:gd name="connsiteY3" fmla="*/ 6384 h 150023"/>
                <a:gd name="connsiteX4" fmla="*/ 214063 w 253041"/>
                <a:gd name="connsiteY4" fmla="*/ 0 h 150023"/>
                <a:gd name="connsiteX5" fmla="*/ 142496 w 253041"/>
                <a:gd name="connsiteY5" fmla="*/ 0 h 150023"/>
                <a:gd name="connsiteX6" fmla="*/ 136106 w 253041"/>
                <a:gd name="connsiteY6" fmla="*/ 6384 h 150023"/>
                <a:gd name="connsiteX7" fmla="*/ 136106 w 253041"/>
                <a:gd name="connsiteY7" fmla="*/ 77885 h 150023"/>
                <a:gd name="connsiteX8" fmla="*/ 138022 w 253041"/>
                <a:gd name="connsiteY8" fmla="*/ 82354 h 150023"/>
                <a:gd name="connsiteX9" fmla="*/ 115658 w 253041"/>
                <a:gd name="connsiteY9" fmla="*/ 82354 h 150023"/>
                <a:gd name="connsiteX10" fmla="*/ 117575 w 253041"/>
                <a:gd name="connsiteY10" fmla="*/ 77885 h 150023"/>
                <a:gd name="connsiteX11" fmla="*/ 117575 w 253041"/>
                <a:gd name="connsiteY11" fmla="*/ 6384 h 150023"/>
                <a:gd name="connsiteX12" fmla="*/ 111185 w 253041"/>
                <a:gd name="connsiteY12" fmla="*/ 0 h 150023"/>
                <a:gd name="connsiteX13" fmla="*/ 39617 w 253041"/>
                <a:gd name="connsiteY13" fmla="*/ 0 h 150023"/>
                <a:gd name="connsiteX14" fmla="*/ 33227 w 253041"/>
                <a:gd name="connsiteY14" fmla="*/ 6384 h 150023"/>
                <a:gd name="connsiteX15" fmla="*/ 33227 w 253041"/>
                <a:gd name="connsiteY15" fmla="*/ 77885 h 150023"/>
                <a:gd name="connsiteX16" fmla="*/ 35145 w 253041"/>
                <a:gd name="connsiteY16" fmla="*/ 82354 h 150023"/>
                <a:gd name="connsiteX17" fmla="*/ 22365 w 253041"/>
                <a:gd name="connsiteY17" fmla="*/ 82354 h 150023"/>
                <a:gd name="connsiteX18" fmla="*/ 0 w 253041"/>
                <a:gd name="connsiteY18" fmla="*/ 104697 h 150023"/>
                <a:gd name="connsiteX19" fmla="*/ 0 w 253041"/>
                <a:gd name="connsiteY19" fmla="*/ 128318 h 150023"/>
                <a:gd name="connsiteX20" fmla="*/ 22365 w 253041"/>
                <a:gd name="connsiteY20" fmla="*/ 150024 h 150023"/>
                <a:gd name="connsiteX21" fmla="*/ 230677 w 253041"/>
                <a:gd name="connsiteY21" fmla="*/ 150024 h 150023"/>
                <a:gd name="connsiteX22" fmla="*/ 253041 w 253041"/>
                <a:gd name="connsiteY22" fmla="*/ 128318 h 150023"/>
                <a:gd name="connsiteX23" fmla="*/ 253041 w 253041"/>
                <a:gd name="connsiteY23" fmla="*/ 104697 h 150023"/>
                <a:gd name="connsiteX24" fmla="*/ 231315 w 253041"/>
                <a:gd name="connsiteY24" fmla="*/ 82354 h 150023"/>
                <a:gd name="connsiteX25" fmla="*/ 149524 w 253041"/>
                <a:gd name="connsiteY25" fmla="*/ 12768 h 150023"/>
                <a:gd name="connsiteX26" fmla="*/ 208312 w 253041"/>
                <a:gd name="connsiteY26" fmla="*/ 12768 h 150023"/>
                <a:gd name="connsiteX27" fmla="*/ 208312 w 253041"/>
                <a:gd name="connsiteY27" fmla="*/ 71501 h 150023"/>
                <a:gd name="connsiteX28" fmla="*/ 149524 w 253041"/>
                <a:gd name="connsiteY28" fmla="*/ 71501 h 150023"/>
                <a:gd name="connsiteX29" fmla="*/ 149524 w 253041"/>
                <a:gd name="connsiteY29" fmla="*/ 12768 h 150023"/>
                <a:gd name="connsiteX30" fmla="*/ 46646 w 253041"/>
                <a:gd name="connsiteY30" fmla="*/ 12768 h 150023"/>
                <a:gd name="connsiteX31" fmla="*/ 105434 w 253041"/>
                <a:gd name="connsiteY31" fmla="*/ 12768 h 150023"/>
                <a:gd name="connsiteX32" fmla="*/ 105434 w 253041"/>
                <a:gd name="connsiteY32" fmla="*/ 71501 h 150023"/>
                <a:gd name="connsiteX33" fmla="*/ 46646 w 253041"/>
                <a:gd name="connsiteY33" fmla="*/ 71501 h 150023"/>
                <a:gd name="connsiteX34" fmla="*/ 46646 w 253041"/>
                <a:gd name="connsiteY34" fmla="*/ 12768 h 150023"/>
                <a:gd name="connsiteX35" fmla="*/ 240900 w 253041"/>
                <a:gd name="connsiteY35" fmla="*/ 127680 h 150023"/>
                <a:gd name="connsiteX36" fmla="*/ 231315 w 253041"/>
                <a:gd name="connsiteY36" fmla="*/ 136617 h 150023"/>
                <a:gd name="connsiteX37" fmla="*/ 23004 w 253041"/>
                <a:gd name="connsiteY37" fmla="*/ 136617 h 150023"/>
                <a:gd name="connsiteX38" fmla="*/ 13419 w 253041"/>
                <a:gd name="connsiteY38" fmla="*/ 127680 h 150023"/>
                <a:gd name="connsiteX39" fmla="*/ 13419 w 253041"/>
                <a:gd name="connsiteY39" fmla="*/ 104059 h 150023"/>
                <a:gd name="connsiteX40" fmla="*/ 23004 w 253041"/>
                <a:gd name="connsiteY40" fmla="*/ 94483 h 150023"/>
                <a:gd name="connsiteX41" fmla="*/ 23004 w 253041"/>
                <a:gd name="connsiteY41" fmla="*/ 94483 h 150023"/>
                <a:gd name="connsiteX42" fmla="*/ 231315 w 253041"/>
                <a:gd name="connsiteY42" fmla="*/ 94483 h 150023"/>
                <a:gd name="connsiteX43" fmla="*/ 240900 w 253041"/>
                <a:gd name="connsiteY43" fmla="*/ 104059 h 150023"/>
                <a:gd name="connsiteX44" fmla="*/ 240900 w 253041"/>
                <a:gd name="connsiteY44" fmla="*/ 104059 h 150023"/>
                <a:gd name="connsiteX45" fmla="*/ 240900 w 253041"/>
                <a:gd name="connsiteY45" fmla="*/ 127680 h 15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3041" h="150023">
                  <a:moveTo>
                    <a:pt x="231315" y="82354"/>
                  </a:moveTo>
                  <a:lnTo>
                    <a:pt x="218536" y="82354"/>
                  </a:lnTo>
                  <a:cubicBezTo>
                    <a:pt x="219814" y="81077"/>
                    <a:pt x="220453" y="79800"/>
                    <a:pt x="220453" y="77885"/>
                  </a:cubicBezTo>
                  <a:lnTo>
                    <a:pt x="220453" y="6384"/>
                  </a:lnTo>
                  <a:cubicBezTo>
                    <a:pt x="220453" y="2554"/>
                    <a:pt x="217897" y="0"/>
                    <a:pt x="214063" y="0"/>
                  </a:cubicBezTo>
                  <a:lnTo>
                    <a:pt x="142496" y="0"/>
                  </a:lnTo>
                  <a:cubicBezTo>
                    <a:pt x="138661" y="0"/>
                    <a:pt x="136106" y="2554"/>
                    <a:pt x="136106" y="6384"/>
                  </a:cubicBezTo>
                  <a:lnTo>
                    <a:pt x="136106" y="77885"/>
                  </a:lnTo>
                  <a:cubicBezTo>
                    <a:pt x="136106" y="79800"/>
                    <a:pt x="136744" y="81077"/>
                    <a:pt x="138022" y="82354"/>
                  </a:cubicBezTo>
                  <a:lnTo>
                    <a:pt x="115658" y="82354"/>
                  </a:lnTo>
                  <a:cubicBezTo>
                    <a:pt x="116936" y="81077"/>
                    <a:pt x="117575" y="79800"/>
                    <a:pt x="117575" y="77885"/>
                  </a:cubicBezTo>
                  <a:lnTo>
                    <a:pt x="117575" y="6384"/>
                  </a:lnTo>
                  <a:cubicBezTo>
                    <a:pt x="117575" y="2554"/>
                    <a:pt x="115019" y="0"/>
                    <a:pt x="111185" y="0"/>
                  </a:cubicBezTo>
                  <a:lnTo>
                    <a:pt x="39617" y="0"/>
                  </a:lnTo>
                  <a:cubicBezTo>
                    <a:pt x="35783" y="0"/>
                    <a:pt x="33227" y="2554"/>
                    <a:pt x="33227" y="6384"/>
                  </a:cubicBezTo>
                  <a:lnTo>
                    <a:pt x="33227" y="77885"/>
                  </a:lnTo>
                  <a:cubicBezTo>
                    <a:pt x="33227" y="79800"/>
                    <a:pt x="33867" y="81077"/>
                    <a:pt x="35145" y="82354"/>
                  </a:cubicBezTo>
                  <a:lnTo>
                    <a:pt x="22365" y="82354"/>
                  </a:lnTo>
                  <a:cubicBezTo>
                    <a:pt x="10224" y="82354"/>
                    <a:pt x="639" y="91930"/>
                    <a:pt x="0" y="104697"/>
                  </a:cubicBezTo>
                  <a:lnTo>
                    <a:pt x="0" y="128318"/>
                  </a:lnTo>
                  <a:cubicBezTo>
                    <a:pt x="0" y="140448"/>
                    <a:pt x="9585" y="150024"/>
                    <a:pt x="22365" y="150024"/>
                  </a:cubicBezTo>
                  <a:lnTo>
                    <a:pt x="230677" y="150024"/>
                  </a:lnTo>
                  <a:cubicBezTo>
                    <a:pt x="242818" y="150024"/>
                    <a:pt x="252403" y="140448"/>
                    <a:pt x="253041" y="128318"/>
                  </a:cubicBezTo>
                  <a:lnTo>
                    <a:pt x="253041" y="104697"/>
                  </a:lnTo>
                  <a:cubicBezTo>
                    <a:pt x="253041" y="92568"/>
                    <a:pt x="243456" y="82354"/>
                    <a:pt x="231315" y="82354"/>
                  </a:cubicBezTo>
                  <a:close/>
                  <a:moveTo>
                    <a:pt x="149524" y="12768"/>
                  </a:moveTo>
                  <a:lnTo>
                    <a:pt x="208312" y="12768"/>
                  </a:lnTo>
                  <a:lnTo>
                    <a:pt x="208312" y="71501"/>
                  </a:lnTo>
                  <a:lnTo>
                    <a:pt x="149524" y="71501"/>
                  </a:lnTo>
                  <a:lnTo>
                    <a:pt x="149524" y="12768"/>
                  </a:lnTo>
                  <a:close/>
                  <a:moveTo>
                    <a:pt x="46646" y="12768"/>
                  </a:moveTo>
                  <a:lnTo>
                    <a:pt x="105434" y="12768"/>
                  </a:lnTo>
                  <a:lnTo>
                    <a:pt x="105434" y="71501"/>
                  </a:lnTo>
                  <a:lnTo>
                    <a:pt x="46646" y="71501"/>
                  </a:lnTo>
                  <a:lnTo>
                    <a:pt x="46646" y="12768"/>
                  </a:lnTo>
                  <a:close/>
                  <a:moveTo>
                    <a:pt x="240900" y="127680"/>
                  </a:moveTo>
                  <a:cubicBezTo>
                    <a:pt x="240900" y="132787"/>
                    <a:pt x="236428" y="136617"/>
                    <a:pt x="231315" y="136617"/>
                  </a:cubicBezTo>
                  <a:lnTo>
                    <a:pt x="23004" y="136617"/>
                  </a:lnTo>
                  <a:cubicBezTo>
                    <a:pt x="17892" y="136617"/>
                    <a:pt x="14058" y="132787"/>
                    <a:pt x="13419" y="127680"/>
                  </a:cubicBezTo>
                  <a:lnTo>
                    <a:pt x="13419" y="104059"/>
                  </a:lnTo>
                  <a:cubicBezTo>
                    <a:pt x="13419" y="98952"/>
                    <a:pt x="17253" y="94483"/>
                    <a:pt x="23004" y="94483"/>
                  </a:cubicBezTo>
                  <a:lnTo>
                    <a:pt x="23004" y="94483"/>
                  </a:lnTo>
                  <a:lnTo>
                    <a:pt x="231315" y="94483"/>
                  </a:lnTo>
                  <a:cubicBezTo>
                    <a:pt x="236428" y="94483"/>
                    <a:pt x="240900" y="98313"/>
                    <a:pt x="240900" y="104059"/>
                  </a:cubicBezTo>
                  <a:lnTo>
                    <a:pt x="240900" y="104059"/>
                  </a:lnTo>
                  <a:lnTo>
                    <a:pt x="240900" y="127680"/>
                  </a:lnTo>
                  <a:close/>
                </a:path>
              </a:pathLst>
            </a:custGeom>
            <a:solidFill>
              <a:srgbClr val="00A3E0"/>
            </a:solidFill>
            <a:ln w="6390" cap="flat">
              <a:noFill/>
              <a:prstDash val="solid"/>
              <a:miter/>
            </a:ln>
          </p:spPr>
          <p:txBody>
            <a:bodyPr rtlCol="0" anchor="ctr"/>
            <a:lstStyle/>
            <a:p>
              <a:endParaRPr lang="en-US"/>
            </a:p>
          </p:txBody>
        </p:sp>
        <p:sp>
          <p:nvSpPr>
            <p:cNvPr id="1075" name="Graphic 4">
              <a:extLst>
                <a:ext uri="{FF2B5EF4-FFF2-40B4-BE49-F238E27FC236}">
                  <a16:creationId xmlns:a16="http://schemas.microsoft.com/office/drawing/2014/main" id="{041C74E0-F691-6A4C-93FF-8E7882D86DFB}"/>
                </a:ext>
              </a:extLst>
            </p:cNvPr>
            <p:cNvSpPr/>
            <p:nvPr/>
          </p:nvSpPr>
          <p:spPr>
            <a:xfrm>
              <a:off x="4738777" y="4996905"/>
              <a:ext cx="37061" cy="37027"/>
            </a:xfrm>
            <a:custGeom>
              <a:avLst/>
              <a:gdLst>
                <a:gd name="connsiteX0" fmla="*/ 18531 w 37061"/>
                <a:gd name="connsiteY0" fmla="*/ 0 h 37027"/>
                <a:gd name="connsiteX1" fmla="*/ 0 w 37061"/>
                <a:gd name="connsiteY1" fmla="*/ 18514 h 37027"/>
                <a:gd name="connsiteX2" fmla="*/ 18531 w 37061"/>
                <a:gd name="connsiteY2" fmla="*/ 37027 h 37027"/>
                <a:gd name="connsiteX3" fmla="*/ 37062 w 37061"/>
                <a:gd name="connsiteY3" fmla="*/ 19152 h 37027"/>
                <a:gd name="connsiteX4" fmla="*/ 18531 w 37061"/>
                <a:gd name="connsiteY4" fmla="*/ 0 h 37027"/>
                <a:gd name="connsiteX5" fmla="*/ 18531 w 37061"/>
                <a:gd name="connsiteY5" fmla="*/ 0 h 37027"/>
                <a:gd name="connsiteX6" fmla="*/ 18531 w 37061"/>
                <a:gd name="connsiteY6" fmla="*/ 23621 h 37027"/>
                <a:gd name="connsiteX7" fmla="*/ 12780 w 37061"/>
                <a:gd name="connsiteY7" fmla="*/ 18514 h 37027"/>
                <a:gd name="connsiteX8" fmla="*/ 17892 w 37061"/>
                <a:gd name="connsiteY8" fmla="*/ 12768 h 37027"/>
                <a:gd name="connsiteX9" fmla="*/ 23643 w 37061"/>
                <a:gd name="connsiteY9" fmla="*/ 17875 h 37027"/>
                <a:gd name="connsiteX10" fmla="*/ 23643 w 37061"/>
                <a:gd name="connsiteY10" fmla="*/ 17875 h 37027"/>
                <a:gd name="connsiteX11" fmla="*/ 18531 w 37061"/>
                <a:gd name="connsiteY11" fmla="*/ 23621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061" h="37027">
                  <a:moveTo>
                    <a:pt x="18531" y="0"/>
                  </a:moveTo>
                  <a:cubicBezTo>
                    <a:pt x="8307" y="0"/>
                    <a:pt x="0" y="8299"/>
                    <a:pt x="0" y="18514"/>
                  </a:cubicBezTo>
                  <a:cubicBezTo>
                    <a:pt x="0" y="28728"/>
                    <a:pt x="8307" y="37027"/>
                    <a:pt x="18531" y="37027"/>
                  </a:cubicBezTo>
                  <a:cubicBezTo>
                    <a:pt x="28755" y="37027"/>
                    <a:pt x="37062" y="28728"/>
                    <a:pt x="37062" y="19152"/>
                  </a:cubicBezTo>
                  <a:cubicBezTo>
                    <a:pt x="36423" y="8299"/>
                    <a:pt x="28116" y="0"/>
                    <a:pt x="18531" y="0"/>
                  </a:cubicBezTo>
                  <a:cubicBezTo>
                    <a:pt x="18531" y="0"/>
                    <a:pt x="18531" y="0"/>
                    <a:pt x="18531" y="0"/>
                  </a:cubicBezTo>
                  <a:close/>
                  <a:moveTo>
                    <a:pt x="18531" y="23621"/>
                  </a:moveTo>
                  <a:cubicBezTo>
                    <a:pt x="15336" y="23621"/>
                    <a:pt x="12780" y="21067"/>
                    <a:pt x="12780" y="18514"/>
                  </a:cubicBezTo>
                  <a:cubicBezTo>
                    <a:pt x="12780" y="15322"/>
                    <a:pt x="15336" y="12768"/>
                    <a:pt x="17892" y="12768"/>
                  </a:cubicBezTo>
                  <a:cubicBezTo>
                    <a:pt x="21087" y="12768"/>
                    <a:pt x="23643" y="15322"/>
                    <a:pt x="23643" y="17875"/>
                  </a:cubicBezTo>
                  <a:cubicBezTo>
                    <a:pt x="23643" y="17875"/>
                    <a:pt x="23643" y="17875"/>
                    <a:pt x="23643" y="17875"/>
                  </a:cubicBezTo>
                  <a:cubicBezTo>
                    <a:pt x="23643" y="21067"/>
                    <a:pt x="21087" y="23621"/>
                    <a:pt x="18531" y="23621"/>
                  </a:cubicBezTo>
                  <a:close/>
                </a:path>
              </a:pathLst>
            </a:custGeom>
            <a:solidFill>
              <a:srgbClr val="00A3E0"/>
            </a:solidFill>
            <a:ln w="6390" cap="flat">
              <a:noFill/>
              <a:prstDash val="solid"/>
              <a:miter/>
            </a:ln>
          </p:spPr>
          <p:txBody>
            <a:bodyPr rtlCol="0" anchor="ctr"/>
            <a:lstStyle/>
            <a:p>
              <a:endParaRPr lang="en-US"/>
            </a:p>
          </p:txBody>
        </p:sp>
        <p:sp>
          <p:nvSpPr>
            <p:cNvPr id="1076" name="Graphic 4">
              <a:extLst>
                <a:ext uri="{FF2B5EF4-FFF2-40B4-BE49-F238E27FC236}">
                  <a16:creationId xmlns:a16="http://schemas.microsoft.com/office/drawing/2014/main" id="{930B1718-A9BA-0C40-A0FA-B2D68094A86B}"/>
                </a:ext>
              </a:extLst>
            </p:cNvPr>
            <p:cNvSpPr/>
            <p:nvPr/>
          </p:nvSpPr>
          <p:spPr>
            <a:xfrm>
              <a:off x="4780951" y="4996905"/>
              <a:ext cx="37061" cy="37027"/>
            </a:xfrm>
            <a:custGeom>
              <a:avLst/>
              <a:gdLst>
                <a:gd name="connsiteX0" fmla="*/ 18531 w 37061"/>
                <a:gd name="connsiteY0" fmla="*/ 0 h 37027"/>
                <a:gd name="connsiteX1" fmla="*/ 0 w 37061"/>
                <a:gd name="connsiteY1" fmla="*/ 18514 h 37027"/>
                <a:gd name="connsiteX2" fmla="*/ 18531 w 37061"/>
                <a:gd name="connsiteY2" fmla="*/ 37027 h 37027"/>
                <a:gd name="connsiteX3" fmla="*/ 37062 w 37061"/>
                <a:gd name="connsiteY3" fmla="*/ 19152 h 37027"/>
                <a:gd name="connsiteX4" fmla="*/ 18531 w 37061"/>
                <a:gd name="connsiteY4" fmla="*/ 0 h 37027"/>
                <a:gd name="connsiteX5" fmla="*/ 18531 w 37061"/>
                <a:gd name="connsiteY5" fmla="*/ 0 h 37027"/>
                <a:gd name="connsiteX6" fmla="*/ 18531 w 37061"/>
                <a:gd name="connsiteY6" fmla="*/ 23621 h 37027"/>
                <a:gd name="connsiteX7" fmla="*/ 12780 w 37061"/>
                <a:gd name="connsiteY7" fmla="*/ 17875 h 37027"/>
                <a:gd name="connsiteX8" fmla="*/ 18531 w 37061"/>
                <a:gd name="connsiteY8" fmla="*/ 12130 h 37027"/>
                <a:gd name="connsiteX9" fmla="*/ 24282 w 37061"/>
                <a:gd name="connsiteY9" fmla="*/ 17875 h 37027"/>
                <a:gd name="connsiteX10" fmla="*/ 24282 w 37061"/>
                <a:gd name="connsiteY10" fmla="*/ 17875 h 37027"/>
                <a:gd name="connsiteX11" fmla="*/ 18531 w 37061"/>
                <a:gd name="connsiteY11" fmla="*/ 23621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061" h="37027">
                  <a:moveTo>
                    <a:pt x="18531" y="0"/>
                  </a:moveTo>
                  <a:cubicBezTo>
                    <a:pt x="8307" y="0"/>
                    <a:pt x="0" y="8299"/>
                    <a:pt x="0" y="18514"/>
                  </a:cubicBezTo>
                  <a:cubicBezTo>
                    <a:pt x="0" y="28728"/>
                    <a:pt x="8307" y="37027"/>
                    <a:pt x="18531" y="37027"/>
                  </a:cubicBezTo>
                  <a:cubicBezTo>
                    <a:pt x="28755" y="37027"/>
                    <a:pt x="36423" y="28728"/>
                    <a:pt x="37062" y="19152"/>
                  </a:cubicBezTo>
                  <a:cubicBezTo>
                    <a:pt x="37062" y="8299"/>
                    <a:pt x="28755" y="0"/>
                    <a:pt x="18531" y="0"/>
                  </a:cubicBezTo>
                  <a:cubicBezTo>
                    <a:pt x="19170" y="0"/>
                    <a:pt x="19170" y="0"/>
                    <a:pt x="18531" y="0"/>
                  </a:cubicBezTo>
                  <a:close/>
                  <a:moveTo>
                    <a:pt x="18531" y="23621"/>
                  </a:moveTo>
                  <a:cubicBezTo>
                    <a:pt x="15336" y="23621"/>
                    <a:pt x="12780" y="21067"/>
                    <a:pt x="12780" y="17875"/>
                  </a:cubicBezTo>
                  <a:cubicBezTo>
                    <a:pt x="12780" y="14683"/>
                    <a:pt x="15336" y="12130"/>
                    <a:pt x="18531" y="12130"/>
                  </a:cubicBezTo>
                  <a:cubicBezTo>
                    <a:pt x="21726" y="12130"/>
                    <a:pt x="24282" y="14683"/>
                    <a:pt x="24282" y="17875"/>
                  </a:cubicBezTo>
                  <a:cubicBezTo>
                    <a:pt x="24282" y="17875"/>
                    <a:pt x="24282" y="17875"/>
                    <a:pt x="24282" y="17875"/>
                  </a:cubicBezTo>
                  <a:cubicBezTo>
                    <a:pt x="24282" y="21706"/>
                    <a:pt x="21726" y="23621"/>
                    <a:pt x="18531" y="23621"/>
                  </a:cubicBezTo>
                  <a:close/>
                </a:path>
              </a:pathLst>
            </a:custGeom>
            <a:solidFill>
              <a:srgbClr val="00A3E0"/>
            </a:solidFill>
            <a:ln w="6390" cap="flat">
              <a:noFill/>
              <a:prstDash val="solid"/>
              <a:miter/>
            </a:ln>
          </p:spPr>
          <p:txBody>
            <a:bodyPr rtlCol="0" anchor="ctr"/>
            <a:lstStyle/>
            <a:p>
              <a:endParaRPr lang="en-US"/>
            </a:p>
          </p:txBody>
        </p:sp>
        <p:sp>
          <p:nvSpPr>
            <p:cNvPr id="1077" name="Graphic 4">
              <a:extLst>
                <a:ext uri="{FF2B5EF4-FFF2-40B4-BE49-F238E27FC236}">
                  <a16:creationId xmlns:a16="http://schemas.microsoft.com/office/drawing/2014/main" id="{FAD49760-AA9A-FF40-8F20-4849FA62F9B1}"/>
                </a:ext>
              </a:extLst>
            </p:cNvPr>
            <p:cNvSpPr/>
            <p:nvPr/>
          </p:nvSpPr>
          <p:spPr>
            <a:xfrm>
              <a:off x="4823763" y="4996905"/>
              <a:ext cx="37061" cy="37027"/>
            </a:xfrm>
            <a:custGeom>
              <a:avLst/>
              <a:gdLst>
                <a:gd name="connsiteX0" fmla="*/ 18531 w 37061"/>
                <a:gd name="connsiteY0" fmla="*/ 0 h 37027"/>
                <a:gd name="connsiteX1" fmla="*/ 0 w 37061"/>
                <a:gd name="connsiteY1" fmla="*/ 18514 h 37027"/>
                <a:gd name="connsiteX2" fmla="*/ 18531 w 37061"/>
                <a:gd name="connsiteY2" fmla="*/ 37027 h 37027"/>
                <a:gd name="connsiteX3" fmla="*/ 37062 w 37061"/>
                <a:gd name="connsiteY3" fmla="*/ 18514 h 37027"/>
                <a:gd name="connsiteX4" fmla="*/ 37062 w 37061"/>
                <a:gd name="connsiteY4" fmla="*/ 18514 h 37027"/>
                <a:gd name="connsiteX5" fmla="*/ 18531 w 37061"/>
                <a:gd name="connsiteY5" fmla="*/ 0 h 37027"/>
                <a:gd name="connsiteX6" fmla="*/ 18531 w 37061"/>
                <a:gd name="connsiteY6" fmla="*/ 23621 h 37027"/>
                <a:gd name="connsiteX7" fmla="*/ 13419 w 37061"/>
                <a:gd name="connsiteY7" fmla="*/ 18514 h 37027"/>
                <a:gd name="connsiteX8" fmla="*/ 18531 w 37061"/>
                <a:gd name="connsiteY8" fmla="*/ 12768 h 37027"/>
                <a:gd name="connsiteX9" fmla="*/ 24282 w 37061"/>
                <a:gd name="connsiteY9" fmla="*/ 17875 h 37027"/>
                <a:gd name="connsiteX10" fmla="*/ 18531 w 37061"/>
                <a:gd name="connsiteY10" fmla="*/ 23621 h 37027"/>
                <a:gd name="connsiteX11" fmla="*/ 18531 w 37061"/>
                <a:gd name="connsiteY11" fmla="*/ 23621 h 37027"/>
                <a:gd name="connsiteX12" fmla="*/ 18531 w 37061"/>
                <a:gd name="connsiteY12" fmla="*/ 23621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061" h="37027">
                  <a:moveTo>
                    <a:pt x="18531" y="0"/>
                  </a:moveTo>
                  <a:cubicBezTo>
                    <a:pt x="8307" y="0"/>
                    <a:pt x="0" y="8299"/>
                    <a:pt x="0" y="18514"/>
                  </a:cubicBezTo>
                  <a:cubicBezTo>
                    <a:pt x="0" y="28728"/>
                    <a:pt x="8307" y="37027"/>
                    <a:pt x="18531" y="37027"/>
                  </a:cubicBezTo>
                  <a:cubicBezTo>
                    <a:pt x="28755" y="37027"/>
                    <a:pt x="37062" y="28728"/>
                    <a:pt x="37062" y="18514"/>
                  </a:cubicBezTo>
                  <a:lnTo>
                    <a:pt x="37062" y="18514"/>
                  </a:lnTo>
                  <a:cubicBezTo>
                    <a:pt x="37062" y="8299"/>
                    <a:pt x="28755" y="0"/>
                    <a:pt x="18531" y="0"/>
                  </a:cubicBezTo>
                  <a:close/>
                  <a:moveTo>
                    <a:pt x="18531" y="23621"/>
                  </a:moveTo>
                  <a:cubicBezTo>
                    <a:pt x="15975" y="23621"/>
                    <a:pt x="13419" y="21067"/>
                    <a:pt x="13419" y="18514"/>
                  </a:cubicBezTo>
                  <a:cubicBezTo>
                    <a:pt x="13419" y="15322"/>
                    <a:pt x="15975" y="12768"/>
                    <a:pt x="18531" y="12768"/>
                  </a:cubicBezTo>
                  <a:cubicBezTo>
                    <a:pt x="21726" y="12768"/>
                    <a:pt x="24282" y="15322"/>
                    <a:pt x="24282" y="17875"/>
                  </a:cubicBezTo>
                  <a:cubicBezTo>
                    <a:pt x="24282" y="21706"/>
                    <a:pt x="21726" y="23621"/>
                    <a:pt x="18531" y="23621"/>
                  </a:cubicBezTo>
                  <a:cubicBezTo>
                    <a:pt x="19170" y="24259"/>
                    <a:pt x="19170" y="24259"/>
                    <a:pt x="18531" y="23621"/>
                  </a:cubicBezTo>
                  <a:lnTo>
                    <a:pt x="18531" y="23621"/>
                  </a:lnTo>
                  <a:close/>
                </a:path>
              </a:pathLst>
            </a:custGeom>
            <a:solidFill>
              <a:srgbClr val="00A3E0"/>
            </a:solidFill>
            <a:ln w="6390" cap="flat">
              <a:noFill/>
              <a:prstDash val="solid"/>
              <a:miter/>
            </a:ln>
          </p:spPr>
          <p:txBody>
            <a:bodyPr rtlCol="0" anchor="ctr"/>
            <a:lstStyle/>
            <a:p>
              <a:endParaRPr lang="en-US"/>
            </a:p>
          </p:txBody>
        </p:sp>
        <p:sp>
          <p:nvSpPr>
            <p:cNvPr id="1078" name="Graphic 4">
              <a:extLst>
                <a:ext uri="{FF2B5EF4-FFF2-40B4-BE49-F238E27FC236}">
                  <a16:creationId xmlns:a16="http://schemas.microsoft.com/office/drawing/2014/main" id="{461F6BB1-66AB-D342-A548-D39A6AC7FEBA}"/>
                </a:ext>
              </a:extLst>
            </p:cNvPr>
            <p:cNvSpPr/>
            <p:nvPr/>
          </p:nvSpPr>
          <p:spPr>
            <a:xfrm>
              <a:off x="4866575" y="4996905"/>
              <a:ext cx="37061" cy="37027"/>
            </a:xfrm>
            <a:custGeom>
              <a:avLst/>
              <a:gdLst>
                <a:gd name="connsiteX0" fmla="*/ 18531 w 37061"/>
                <a:gd name="connsiteY0" fmla="*/ 0 h 37027"/>
                <a:gd name="connsiteX1" fmla="*/ 0 w 37061"/>
                <a:gd name="connsiteY1" fmla="*/ 18514 h 37027"/>
                <a:gd name="connsiteX2" fmla="*/ 18531 w 37061"/>
                <a:gd name="connsiteY2" fmla="*/ 37027 h 37027"/>
                <a:gd name="connsiteX3" fmla="*/ 37062 w 37061"/>
                <a:gd name="connsiteY3" fmla="*/ 18514 h 37027"/>
                <a:gd name="connsiteX4" fmla="*/ 37062 w 37061"/>
                <a:gd name="connsiteY4" fmla="*/ 18514 h 37027"/>
                <a:gd name="connsiteX5" fmla="*/ 18531 w 37061"/>
                <a:gd name="connsiteY5" fmla="*/ 0 h 37027"/>
                <a:gd name="connsiteX6" fmla="*/ 18531 w 37061"/>
                <a:gd name="connsiteY6" fmla="*/ 23621 h 37027"/>
                <a:gd name="connsiteX7" fmla="*/ 13419 w 37061"/>
                <a:gd name="connsiteY7" fmla="*/ 18514 h 37027"/>
                <a:gd name="connsiteX8" fmla="*/ 18531 w 37061"/>
                <a:gd name="connsiteY8" fmla="*/ 12768 h 37027"/>
                <a:gd name="connsiteX9" fmla="*/ 24282 w 37061"/>
                <a:gd name="connsiteY9" fmla="*/ 17875 h 37027"/>
                <a:gd name="connsiteX10" fmla="*/ 18531 w 37061"/>
                <a:gd name="connsiteY10" fmla="*/ 23621 h 37027"/>
                <a:gd name="connsiteX11" fmla="*/ 18531 w 37061"/>
                <a:gd name="connsiteY11" fmla="*/ 23621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061" h="37027">
                  <a:moveTo>
                    <a:pt x="18531" y="0"/>
                  </a:moveTo>
                  <a:cubicBezTo>
                    <a:pt x="8307" y="0"/>
                    <a:pt x="0" y="8299"/>
                    <a:pt x="0" y="18514"/>
                  </a:cubicBezTo>
                  <a:cubicBezTo>
                    <a:pt x="0" y="28728"/>
                    <a:pt x="8307" y="37027"/>
                    <a:pt x="18531" y="37027"/>
                  </a:cubicBezTo>
                  <a:cubicBezTo>
                    <a:pt x="28755" y="37027"/>
                    <a:pt x="37062" y="28728"/>
                    <a:pt x="37062" y="18514"/>
                  </a:cubicBezTo>
                  <a:lnTo>
                    <a:pt x="37062" y="18514"/>
                  </a:lnTo>
                  <a:cubicBezTo>
                    <a:pt x="37062" y="8299"/>
                    <a:pt x="28755" y="0"/>
                    <a:pt x="18531" y="0"/>
                  </a:cubicBezTo>
                  <a:close/>
                  <a:moveTo>
                    <a:pt x="18531" y="23621"/>
                  </a:moveTo>
                  <a:cubicBezTo>
                    <a:pt x="15336" y="23621"/>
                    <a:pt x="13419" y="21067"/>
                    <a:pt x="13419" y="18514"/>
                  </a:cubicBezTo>
                  <a:cubicBezTo>
                    <a:pt x="13419" y="15322"/>
                    <a:pt x="15975" y="12768"/>
                    <a:pt x="18531" y="12768"/>
                  </a:cubicBezTo>
                  <a:cubicBezTo>
                    <a:pt x="21726" y="12768"/>
                    <a:pt x="24282" y="15322"/>
                    <a:pt x="24282" y="17875"/>
                  </a:cubicBezTo>
                  <a:cubicBezTo>
                    <a:pt x="24282" y="21067"/>
                    <a:pt x="21726" y="23621"/>
                    <a:pt x="18531" y="23621"/>
                  </a:cubicBezTo>
                  <a:cubicBezTo>
                    <a:pt x="18531" y="23621"/>
                    <a:pt x="18531" y="23621"/>
                    <a:pt x="18531" y="23621"/>
                  </a:cubicBezTo>
                  <a:close/>
                </a:path>
              </a:pathLst>
            </a:custGeom>
            <a:solidFill>
              <a:srgbClr val="00A3E0"/>
            </a:solidFill>
            <a:ln w="6390" cap="flat">
              <a:noFill/>
              <a:prstDash val="solid"/>
              <a:miter/>
            </a:ln>
          </p:spPr>
          <p:txBody>
            <a:bodyPr rtlCol="0" anchor="ctr"/>
            <a:lstStyle/>
            <a:p>
              <a:endParaRPr lang="en-US"/>
            </a:p>
          </p:txBody>
        </p:sp>
        <p:sp>
          <p:nvSpPr>
            <p:cNvPr id="1079" name="Graphic 4">
              <a:extLst>
                <a:ext uri="{FF2B5EF4-FFF2-40B4-BE49-F238E27FC236}">
                  <a16:creationId xmlns:a16="http://schemas.microsoft.com/office/drawing/2014/main" id="{B2A63FAD-6B50-4248-BE84-120F97D4151D}"/>
                </a:ext>
              </a:extLst>
            </p:cNvPr>
            <p:cNvSpPr/>
            <p:nvPr/>
          </p:nvSpPr>
          <p:spPr>
            <a:xfrm>
              <a:off x="4909388" y="4996905"/>
              <a:ext cx="37061" cy="37027"/>
            </a:xfrm>
            <a:custGeom>
              <a:avLst/>
              <a:gdLst>
                <a:gd name="connsiteX0" fmla="*/ 18531 w 37061"/>
                <a:gd name="connsiteY0" fmla="*/ 0 h 37027"/>
                <a:gd name="connsiteX1" fmla="*/ 0 w 37061"/>
                <a:gd name="connsiteY1" fmla="*/ 18514 h 37027"/>
                <a:gd name="connsiteX2" fmla="*/ 18531 w 37061"/>
                <a:gd name="connsiteY2" fmla="*/ 37027 h 37027"/>
                <a:gd name="connsiteX3" fmla="*/ 37062 w 37061"/>
                <a:gd name="connsiteY3" fmla="*/ 18514 h 37027"/>
                <a:gd name="connsiteX4" fmla="*/ 37062 w 37061"/>
                <a:gd name="connsiteY4" fmla="*/ 18514 h 37027"/>
                <a:gd name="connsiteX5" fmla="*/ 18531 w 37061"/>
                <a:gd name="connsiteY5" fmla="*/ 0 h 37027"/>
                <a:gd name="connsiteX6" fmla="*/ 18531 w 37061"/>
                <a:gd name="connsiteY6" fmla="*/ 23621 h 37027"/>
                <a:gd name="connsiteX7" fmla="*/ 12780 w 37061"/>
                <a:gd name="connsiteY7" fmla="*/ 17875 h 37027"/>
                <a:gd name="connsiteX8" fmla="*/ 18531 w 37061"/>
                <a:gd name="connsiteY8" fmla="*/ 12130 h 37027"/>
                <a:gd name="connsiteX9" fmla="*/ 24282 w 37061"/>
                <a:gd name="connsiteY9" fmla="*/ 17875 h 37027"/>
                <a:gd name="connsiteX10" fmla="*/ 24282 w 37061"/>
                <a:gd name="connsiteY10" fmla="*/ 17875 h 37027"/>
                <a:gd name="connsiteX11" fmla="*/ 18531 w 37061"/>
                <a:gd name="connsiteY11" fmla="*/ 23621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061" h="37027">
                  <a:moveTo>
                    <a:pt x="18531" y="0"/>
                  </a:moveTo>
                  <a:cubicBezTo>
                    <a:pt x="8307" y="0"/>
                    <a:pt x="0" y="8299"/>
                    <a:pt x="0" y="18514"/>
                  </a:cubicBezTo>
                  <a:cubicBezTo>
                    <a:pt x="0" y="28728"/>
                    <a:pt x="8307" y="37027"/>
                    <a:pt x="18531" y="37027"/>
                  </a:cubicBezTo>
                  <a:cubicBezTo>
                    <a:pt x="28755" y="37027"/>
                    <a:pt x="37062" y="28728"/>
                    <a:pt x="37062" y="18514"/>
                  </a:cubicBezTo>
                  <a:lnTo>
                    <a:pt x="37062" y="18514"/>
                  </a:lnTo>
                  <a:cubicBezTo>
                    <a:pt x="37062" y="8299"/>
                    <a:pt x="28755" y="0"/>
                    <a:pt x="18531" y="0"/>
                  </a:cubicBezTo>
                  <a:close/>
                  <a:moveTo>
                    <a:pt x="18531" y="23621"/>
                  </a:moveTo>
                  <a:cubicBezTo>
                    <a:pt x="15336" y="23621"/>
                    <a:pt x="12780" y="21067"/>
                    <a:pt x="12780" y="17875"/>
                  </a:cubicBezTo>
                  <a:cubicBezTo>
                    <a:pt x="12780" y="14683"/>
                    <a:pt x="15336" y="12130"/>
                    <a:pt x="18531" y="12130"/>
                  </a:cubicBezTo>
                  <a:cubicBezTo>
                    <a:pt x="21726" y="12130"/>
                    <a:pt x="24282" y="14683"/>
                    <a:pt x="24282" y="17875"/>
                  </a:cubicBezTo>
                  <a:cubicBezTo>
                    <a:pt x="24282" y="17875"/>
                    <a:pt x="24282" y="17875"/>
                    <a:pt x="24282" y="17875"/>
                  </a:cubicBezTo>
                  <a:cubicBezTo>
                    <a:pt x="24282" y="21067"/>
                    <a:pt x="21726" y="23621"/>
                    <a:pt x="18531" y="23621"/>
                  </a:cubicBezTo>
                  <a:close/>
                </a:path>
              </a:pathLst>
            </a:custGeom>
            <a:solidFill>
              <a:srgbClr val="00A3E0"/>
            </a:solidFill>
            <a:ln w="6390" cap="flat">
              <a:noFill/>
              <a:prstDash val="solid"/>
              <a:miter/>
            </a:ln>
          </p:spPr>
          <p:txBody>
            <a:bodyPr rtlCol="0" anchor="ctr"/>
            <a:lstStyle/>
            <a:p>
              <a:endParaRPr lang="en-US"/>
            </a:p>
          </p:txBody>
        </p:sp>
      </p:grpSp>
      <p:grpSp>
        <p:nvGrpSpPr>
          <p:cNvPr id="1080" name="Graphic 4">
            <a:extLst>
              <a:ext uri="{FF2B5EF4-FFF2-40B4-BE49-F238E27FC236}">
                <a16:creationId xmlns:a16="http://schemas.microsoft.com/office/drawing/2014/main" id="{C304C64D-C412-A843-B33E-E547B7651246}"/>
              </a:ext>
            </a:extLst>
          </p:cNvPr>
          <p:cNvGrpSpPr>
            <a:grpSpLocks noChangeAspect="1"/>
          </p:cNvGrpSpPr>
          <p:nvPr/>
        </p:nvGrpSpPr>
        <p:grpSpPr>
          <a:xfrm>
            <a:off x="5708130" y="3339623"/>
            <a:ext cx="362313" cy="361971"/>
            <a:chOff x="5708130" y="3339623"/>
            <a:chExt cx="362313" cy="361971"/>
          </a:xfrm>
          <a:solidFill>
            <a:srgbClr val="00A3E0"/>
          </a:solidFill>
        </p:grpSpPr>
        <p:sp>
          <p:nvSpPr>
            <p:cNvPr id="1081" name="Graphic 4">
              <a:extLst>
                <a:ext uri="{FF2B5EF4-FFF2-40B4-BE49-F238E27FC236}">
                  <a16:creationId xmlns:a16="http://schemas.microsoft.com/office/drawing/2014/main" id="{0809F9BB-02CC-8943-BC58-8C5C0627B88C}"/>
                </a:ext>
              </a:extLst>
            </p:cNvPr>
            <p:cNvSpPr/>
            <p:nvPr/>
          </p:nvSpPr>
          <p:spPr>
            <a:xfrm>
              <a:off x="5708130" y="33396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lnTo>
                    <a:pt x="349530" y="180667"/>
                  </a:lnTo>
                  <a:cubicBezTo>
                    <a:pt x="349530" y="273873"/>
                    <a:pt x="274767" y="349204"/>
                    <a:pt x="181474" y="349204"/>
                  </a:cubicBezTo>
                  <a:lnTo>
                    <a:pt x="181474" y="349204"/>
                  </a:lnTo>
                  <a:close/>
                </a:path>
              </a:pathLst>
            </a:custGeom>
            <a:solidFill>
              <a:srgbClr val="00A3E0"/>
            </a:solidFill>
            <a:ln w="6390" cap="flat">
              <a:noFill/>
              <a:prstDash val="solid"/>
              <a:miter/>
            </a:ln>
          </p:spPr>
          <p:txBody>
            <a:bodyPr rtlCol="0" anchor="ctr"/>
            <a:lstStyle/>
            <a:p>
              <a:endParaRPr lang="en-US"/>
            </a:p>
          </p:txBody>
        </p:sp>
        <p:sp>
          <p:nvSpPr>
            <p:cNvPr id="1082" name="Graphic 4">
              <a:extLst>
                <a:ext uri="{FF2B5EF4-FFF2-40B4-BE49-F238E27FC236}">
                  <a16:creationId xmlns:a16="http://schemas.microsoft.com/office/drawing/2014/main" id="{544240EA-0FA5-C34A-8142-4558216028E3}"/>
                </a:ext>
              </a:extLst>
            </p:cNvPr>
            <p:cNvSpPr/>
            <p:nvPr/>
          </p:nvSpPr>
          <p:spPr>
            <a:xfrm>
              <a:off x="5793915" y="3425094"/>
              <a:ext cx="191612" cy="191434"/>
            </a:xfrm>
            <a:custGeom>
              <a:avLst/>
              <a:gdLst>
                <a:gd name="connsiteX0" fmla="*/ 183871 w 191612"/>
                <a:gd name="connsiteY0" fmla="*/ 33271 h 191434"/>
                <a:gd name="connsiteX1" fmla="*/ 178119 w 191612"/>
                <a:gd name="connsiteY1" fmla="*/ 35186 h 191434"/>
                <a:gd name="connsiteX2" fmla="*/ 151282 w 191612"/>
                <a:gd name="connsiteY2" fmla="*/ 61999 h 191434"/>
                <a:gd name="connsiteX3" fmla="*/ 139780 w 191612"/>
                <a:gd name="connsiteY3" fmla="*/ 51785 h 191434"/>
                <a:gd name="connsiteX4" fmla="*/ 129556 w 191612"/>
                <a:gd name="connsiteY4" fmla="*/ 40294 h 191434"/>
                <a:gd name="connsiteX5" fmla="*/ 156394 w 191612"/>
                <a:gd name="connsiteY5" fmla="*/ 13481 h 191434"/>
                <a:gd name="connsiteX6" fmla="*/ 158311 w 191612"/>
                <a:gd name="connsiteY6" fmla="*/ 7735 h 191434"/>
                <a:gd name="connsiteX7" fmla="*/ 154477 w 191612"/>
                <a:gd name="connsiteY7" fmla="*/ 3267 h 191434"/>
                <a:gd name="connsiteX8" fmla="*/ 105274 w 191612"/>
                <a:gd name="connsiteY8" fmla="*/ 8374 h 191434"/>
                <a:gd name="connsiteX9" fmla="*/ 94411 w 191612"/>
                <a:gd name="connsiteY9" fmla="*/ 16673 h 191434"/>
                <a:gd name="connsiteX10" fmla="*/ 79715 w 191612"/>
                <a:gd name="connsiteY10" fmla="*/ 72213 h 191434"/>
                <a:gd name="connsiteX11" fmla="*/ 8147 w 191612"/>
                <a:gd name="connsiteY11" fmla="*/ 143714 h 191434"/>
                <a:gd name="connsiteX12" fmla="*/ 8147 w 191612"/>
                <a:gd name="connsiteY12" fmla="*/ 183295 h 191434"/>
                <a:gd name="connsiteX13" fmla="*/ 47765 w 191612"/>
                <a:gd name="connsiteY13" fmla="*/ 183295 h 191434"/>
                <a:gd name="connsiteX14" fmla="*/ 119332 w 191612"/>
                <a:gd name="connsiteY14" fmla="*/ 111794 h 191434"/>
                <a:gd name="connsiteX15" fmla="*/ 183232 w 191612"/>
                <a:gd name="connsiteY15" fmla="*/ 86258 h 191434"/>
                <a:gd name="connsiteX16" fmla="*/ 188344 w 191612"/>
                <a:gd name="connsiteY16" fmla="*/ 37102 h 191434"/>
                <a:gd name="connsiteX17" fmla="*/ 183871 w 191612"/>
                <a:gd name="connsiteY17" fmla="*/ 33271 h 191434"/>
                <a:gd name="connsiteX18" fmla="*/ 173008 w 191612"/>
                <a:gd name="connsiteY18" fmla="*/ 79874 h 191434"/>
                <a:gd name="connsiteX19" fmla="*/ 173008 w 191612"/>
                <a:gd name="connsiteY19" fmla="*/ 79874 h 191434"/>
                <a:gd name="connsiteX20" fmla="*/ 166618 w 191612"/>
                <a:gd name="connsiteY20" fmla="*/ 88173 h 191434"/>
                <a:gd name="connsiteX21" fmla="*/ 119971 w 191612"/>
                <a:gd name="connsiteY21" fmla="*/ 98388 h 191434"/>
                <a:gd name="connsiteX22" fmla="*/ 113581 w 191612"/>
                <a:gd name="connsiteY22" fmla="*/ 99664 h 191434"/>
                <a:gd name="connsiteX23" fmla="*/ 38819 w 191612"/>
                <a:gd name="connsiteY23" fmla="*/ 174357 h 191434"/>
                <a:gd name="connsiteX24" fmla="*/ 17093 w 191612"/>
                <a:gd name="connsiteY24" fmla="*/ 173719 h 191434"/>
                <a:gd name="connsiteX25" fmla="*/ 17093 w 191612"/>
                <a:gd name="connsiteY25" fmla="*/ 152651 h 191434"/>
                <a:gd name="connsiteX26" fmla="*/ 91216 w 191612"/>
                <a:gd name="connsiteY26" fmla="*/ 77959 h 191434"/>
                <a:gd name="connsiteX27" fmla="*/ 92494 w 191612"/>
                <a:gd name="connsiteY27" fmla="*/ 71575 h 191434"/>
                <a:gd name="connsiteX28" fmla="*/ 119971 w 191612"/>
                <a:gd name="connsiteY28" fmla="*/ 14758 h 191434"/>
                <a:gd name="connsiteX29" fmla="*/ 134029 w 191612"/>
                <a:gd name="connsiteY29" fmla="*/ 12204 h 191434"/>
                <a:gd name="connsiteX30" fmla="*/ 138502 w 191612"/>
                <a:gd name="connsiteY30" fmla="*/ 12204 h 191434"/>
                <a:gd name="connsiteX31" fmla="*/ 115498 w 191612"/>
                <a:gd name="connsiteY31" fmla="*/ 35186 h 191434"/>
                <a:gd name="connsiteX32" fmla="*/ 114859 w 191612"/>
                <a:gd name="connsiteY32" fmla="*/ 43486 h 191434"/>
                <a:gd name="connsiteX33" fmla="*/ 129556 w 191612"/>
                <a:gd name="connsiteY33" fmla="*/ 61361 h 191434"/>
                <a:gd name="connsiteX34" fmla="*/ 147448 w 191612"/>
                <a:gd name="connsiteY34" fmla="*/ 76044 h 191434"/>
                <a:gd name="connsiteX35" fmla="*/ 155755 w 191612"/>
                <a:gd name="connsiteY35" fmla="*/ 75405 h 191434"/>
                <a:gd name="connsiteX36" fmla="*/ 178759 w 191612"/>
                <a:gd name="connsiteY36" fmla="*/ 52423 h 191434"/>
                <a:gd name="connsiteX37" fmla="*/ 173008 w 191612"/>
                <a:gd name="connsiteY37" fmla="*/ 79874 h 191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91612" h="191434">
                  <a:moveTo>
                    <a:pt x="183871" y="33271"/>
                  </a:moveTo>
                  <a:cubicBezTo>
                    <a:pt x="181954" y="32633"/>
                    <a:pt x="179397" y="33271"/>
                    <a:pt x="178119" y="35186"/>
                  </a:cubicBezTo>
                  <a:lnTo>
                    <a:pt x="151282" y="61999"/>
                  </a:lnTo>
                  <a:cubicBezTo>
                    <a:pt x="147448" y="58807"/>
                    <a:pt x="142975" y="55615"/>
                    <a:pt x="139780" y="51785"/>
                  </a:cubicBezTo>
                  <a:cubicBezTo>
                    <a:pt x="135946" y="47954"/>
                    <a:pt x="132751" y="44124"/>
                    <a:pt x="129556" y="40294"/>
                  </a:cubicBezTo>
                  <a:lnTo>
                    <a:pt x="156394" y="13481"/>
                  </a:lnTo>
                  <a:cubicBezTo>
                    <a:pt x="157672" y="12204"/>
                    <a:pt x="158311" y="9650"/>
                    <a:pt x="158311" y="7735"/>
                  </a:cubicBezTo>
                  <a:cubicBezTo>
                    <a:pt x="157672" y="5820"/>
                    <a:pt x="156394" y="3905"/>
                    <a:pt x="154477" y="3267"/>
                  </a:cubicBezTo>
                  <a:cubicBezTo>
                    <a:pt x="138502" y="-2479"/>
                    <a:pt x="119971" y="-564"/>
                    <a:pt x="105274" y="8374"/>
                  </a:cubicBezTo>
                  <a:cubicBezTo>
                    <a:pt x="101440" y="10927"/>
                    <a:pt x="97606" y="13481"/>
                    <a:pt x="94411" y="16673"/>
                  </a:cubicBezTo>
                  <a:cubicBezTo>
                    <a:pt x="79715" y="31356"/>
                    <a:pt x="74603" y="52423"/>
                    <a:pt x="79715" y="72213"/>
                  </a:cubicBezTo>
                  <a:lnTo>
                    <a:pt x="8147" y="143714"/>
                  </a:lnTo>
                  <a:cubicBezTo>
                    <a:pt x="-2716" y="154567"/>
                    <a:pt x="-2716" y="172442"/>
                    <a:pt x="8147" y="183295"/>
                  </a:cubicBezTo>
                  <a:cubicBezTo>
                    <a:pt x="19010" y="194147"/>
                    <a:pt x="36902" y="194147"/>
                    <a:pt x="47765" y="183295"/>
                  </a:cubicBezTo>
                  <a:lnTo>
                    <a:pt x="119332" y="111794"/>
                  </a:lnTo>
                  <a:cubicBezTo>
                    <a:pt x="144253" y="118816"/>
                    <a:pt x="169813" y="107964"/>
                    <a:pt x="183232" y="86258"/>
                  </a:cubicBezTo>
                  <a:cubicBezTo>
                    <a:pt x="192177" y="71575"/>
                    <a:pt x="194094" y="53700"/>
                    <a:pt x="188344" y="37102"/>
                  </a:cubicBezTo>
                  <a:cubicBezTo>
                    <a:pt x="187704" y="35186"/>
                    <a:pt x="185787" y="33910"/>
                    <a:pt x="183871" y="33271"/>
                  </a:cubicBezTo>
                  <a:close/>
                  <a:moveTo>
                    <a:pt x="173008" y="79874"/>
                  </a:moveTo>
                  <a:lnTo>
                    <a:pt x="173008" y="79874"/>
                  </a:lnTo>
                  <a:cubicBezTo>
                    <a:pt x="171091" y="83066"/>
                    <a:pt x="169174" y="85620"/>
                    <a:pt x="166618" y="88173"/>
                  </a:cubicBezTo>
                  <a:cubicBezTo>
                    <a:pt x="154477" y="100303"/>
                    <a:pt x="136585" y="104133"/>
                    <a:pt x="119971" y="98388"/>
                  </a:cubicBezTo>
                  <a:cubicBezTo>
                    <a:pt x="117415" y="97749"/>
                    <a:pt x="115498" y="98388"/>
                    <a:pt x="113581" y="99664"/>
                  </a:cubicBezTo>
                  <a:lnTo>
                    <a:pt x="38819" y="174357"/>
                  </a:lnTo>
                  <a:cubicBezTo>
                    <a:pt x="32429" y="180103"/>
                    <a:pt x="22844" y="180103"/>
                    <a:pt x="17093" y="173719"/>
                  </a:cubicBezTo>
                  <a:cubicBezTo>
                    <a:pt x="11342" y="167973"/>
                    <a:pt x="11342" y="158397"/>
                    <a:pt x="17093" y="152651"/>
                  </a:cubicBezTo>
                  <a:lnTo>
                    <a:pt x="91216" y="77959"/>
                  </a:lnTo>
                  <a:cubicBezTo>
                    <a:pt x="93133" y="76044"/>
                    <a:pt x="93133" y="74129"/>
                    <a:pt x="92494" y="71575"/>
                  </a:cubicBezTo>
                  <a:cubicBezTo>
                    <a:pt x="84188" y="47954"/>
                    <a:pt x="96968" y="23057"/>
                    <a:pt x="119971" y="14758"/>
                  </a:cubicBezTo>
                  <a:cubicBezTo>
                    <a:pt x="124444" y="13481"/>
                    <a:pt x="129556" y="12204"/>
                    <a:pt x="134029" y="12204"/>
                  </a:cubicBezTo>
                  <a:cubicBezTo>
                    <a:pt x="135307" y="12204"/>
                    <a:pt x="137224" y="12204"/>
                    <a:pt x="138502" y="12204"/>
                  </a:cubicBezTo>
                  <a:lnTo>
                    <a:pt x="115498" y="35186"/>
                  </a:lnTo>
                  <a:cubicBezTo>
                    <a:pt x="113581" y="37102"/>
                    <a:pt x="112942" y="40932"/>
                    <a:pt x="114859" y="43486"/>
                  </a:cubicBezTo>
                  <a:cubicBezTo>
                    <a:pt x="119332" y="49870"/>
                    <a:pt x="123805" y="56253"/>
                    <a:pt x="129556" y="61361"/>
                  </a:cubicBezTo>
                  <a:cubicBezTo>
                    <a:pt x="135307" y="67106"/>
                    <a:pt x="141058" y="71575"/>
                    <a:pt x="147448" y="76044"/>
                  </a:cubicBezTo>
                  <a:cubicBezTo>
                    <a:pt x="150004" y="77959"/>
                    <a:pt x="153199" y="77321"/>
                    <a:pt x="155755" y="75405"/>
                  </a:cubicBezTo>
                  <a:lnTo>
                    <a:pt x="178759" y="52423"/>
                  </a:lnTo>
                  <a:cubicBezTo>
                    <a:pt x="180037" y="61999"/>
                    <a:pt x="177481" y="71575"/>
                    <a:pt x="173008" y="79874"/>
                  </a:cubicBezTo>
                  <a:close/>
                </a:path>
              </a:pathLst>
            </a:custGeom>
            <a:solidFill>
              <a:srgbClr val="00A3E0"/>
            </a:solidFill>
            <a:ln w="6390" cap="flat">
              <a:noFill/>
              <a:prstDash val="solid"/>
              <a:miter/>
            </a:ln>
          </p:spPr>
          <p:txBody>
            <a:bodyPr rtlCol="0" anchor="ctr"/>
            <a:lstStyle/>
            <a:p>
              <a:endParaRPr lang="en-US"/>
            </a:p>
          </p:txBody>
        </p:sp>
      </p:grpSp>
      <p:grpSp>
        <p:nvGrpSpPr>
          <p:cNvPr id="1083" name="Graphic 4">
            <a:extLst>
              <a:ext uri="{FF2B5EF4-FFF2-40B4-BE49-F238E27FC236}">
                <a16:creationId xmlns:a16="http://schemas.microsoft.com/office/drawing/2014/main" id="{D9569E2B-595D-DD44-8134-256A6BD05302}"/>
              </a:ext>
            </a:extLst>
          </p:cNvPr>
          <p:cNvGrpSpPr>
            <a:grpSpLocks noChangeAspect="1"/>
          </p:cNvGrpSpPr>
          <p:nvPr/>
        </p:nvGrpSpPr>
        <p:grpSpPr>
          <a:xfrm>
            <a:off x="5708130" y="1402723"/>
            <a:ext cx="362313" cy="361971"/>
            <a:chOff x="5708130" y="1402723"/>
            <a:chExt cx="362313" cy="361971"/>
          </a:xfrm>
          <a:solidFill>
            <a:srgbClr val="00A3E0"/>
          </a:solidFill>
        </p:grpSpPr>
        <p:sp>
          <p:nvSpPr>
            <p:cNvPr id="1084" name="Graphic 4">
              <a:extLst>
                <a:ext uri="{FF2B5EF4-FFF2-40B4-BE49-F238E27FC236}">
                  <a16:creationId xmlns:a16="http://schemas.microsoft.com/office/drawing/2014/main" id="{9A78F78E-9AFB-E940-93C5-1A1071A761C8}"/>
                </a:ext>
              </a:extLst>
            </p:cNvPr>
            <p:cNvSpPr/>
            <p:nvPr/>
          </p:nvSpPr>
          <p:spPr>
            <a:xfrm>
              <a:off x="5708130" y="14027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8565 h 361971"/>
                <a:gd name="connsiteX7" fmla="*/ 12780 w 362313"/>
                <a:gd name="connsiteY7" fmla="*/ 180667 h 361971"/>
                <a:gd name="connsiteX8" fmla="*/ 180835 w 362313"/>
                <a:gd name="connsiteY8" fmla="*/ 12130 h 361971"/>
                <a:gd name="connsiteX9" fmla="*/ 349530 w 362313"/>
                <a:gd name="connsiteY9" fmla="*/ 180028 h 361971"/>
                <a:gd name="connsiteX10" fmla="*/ 349530 w 362313"/>
                <a:gd name="connsiteY10" fmla="*/ 180028 h 361971"/>
                <a:gd name="connsiteX11" fmla="*/ 181474 w 362313"/>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181474" y="348565"/>
                  </a:moveTo>
                  <a:cubicBezTo>
                    <a:pt x="88181" y="348565"/>
                    <a:pt x="12780" y="273234"/>
                    <a:pt x="12780" y="180667"/>
                  </a:cubicBezTo>
                  <a:cubicBezTo>
                    <a:pt x="12780" y="88099"/>
                    <a:pt x="88181" y="12130"/>
                    <a:pt x="180835" y="12130"/>
                  </a:cubicBezTo>
                  <a:cubicBezTo>
                    <a:pt x="274128" y="12130"/>
                    <a:pt x="349530" y="87461"/>
                    <a:pt x="349530" y="180028"/>
                  </a:cubicBezTo>
                  <a:lnTo>
                    <a:pt x="349530" y="180028"/>
                  </a:lnTo>
                  <a:cubicBezTo>
                    <a:pt x="349530" y="273234"/>
                    <a:pt x="274767" y="348565"/>
                    <a:pt x="181474" y="348565"/>
                  </a:cubicBezTo>
                  <a:close/>
                </a:path>
              </a:pathLst>
            </a:custGeom>
            <a:solidFill>
              <a:srgbClr val="00A3E0"/>
            </a:solidFill>
            <a:ln w="6390" cap="flat">
              <a:noFill/>
              <a:prstDash val="solid"/>
              <a:miter/>
            </a:ln>
          </p:spPr>
          <p:txBody>
            <a:bodyPr rtlCol="0" anchor="ctr"/>
            <a:lstStyle/>
            <a:p>
              <a:endParaRPr lang="en-US"/>
            </a:p>
          </p:txBody>
        </p:sp>
        <p:sp>
          <p:nvSpPr>
            <p:cNvPr id="1085" name="Graphic 4">
              <a:extLst>
                <a:ext uri="{FF2B5EF4-FFF2-40B4-BE49-F238E27FC236}">
                  <a16:creationId xmlns:a16="http://schemas.microsoft.com/office/drawing/2014/main" id="{38908ACE-7653-FA46-9BCE-C740E64C0746}"/>
                </a:ext>
              </a:extLst>
            </p:cNvPr>
            <p:cNvSpPr/>
            <p:nvPr/>
          </p:nvSpPr>
          <p:spPr>
            <a:xfrm>
              <a:off x="5775225" y="1499121"/>
              <a:ext cx="229398" cy="169175"/>
            </a:xfrm>
            <a:custGeom>
              <a:avLst/>
              <a:gdLst>
                <a:gd name="connsiteX0" fmla="*/ 223009 w 229398"/>
                <a:gd name="connsiteY0" fmla="*/ 31920 h 169175"/>
                <a:gd name="connsiteX1" fmla="*/ 167416 w 229398"/>
                <a:gd name="connsiteY1" fmla="*/ 31920 h 169175"/>
                <a:gd name="connsiteX2" fmla="*/ 138023 w 229398"/>
                <a:gd name="connsiteY2" fmla="*/ 0 h 169175"/>
                <a:gd name="connsiteX3" fmla="*/ 91376 w 229398"/>
                <a:gd name="connsiteY3" fmla="*/ 0 h 169175"/>
                <a:gd name="connsiteX4" fmla="*/ 61982 w 229398"/>
                <a:gd name="connsiteY4" fmla="*/ 31920 h 169175"/>
                <a:gd name="connsiteX5" fmla="*/ 6390 w 229398"/>
                <a:gd name="connsiteY5" fmla="*/ 31920 h 169175"/>
                <a:gd name="connsiteX6" fmla="*/ 0 w 229398"/>
                <a:gd name="connsiteY6" fmla="*/ 38304 h 169175"/>
                <a:gd name="connsiteX7" fmla="*/ 0 w 229398"/>
                <a:gd name="connsiteY7" fmla="*/ 84907 h 169175"/>
                <a:gd name="connsiteX8" fmla="*/ 6390 w 229398"/>
                <a:gd name="connsiteY8" fmla="*/ 91291 h 169175"/>
                <a:gd name="connsiteX9" fmla="*/ 15336 w 229398"/>
                <a:gd name="connsiteY9" fmla="*/ 91291 h 169175"/>
                <a:gd name="connsiteX10" fmla="*/ 15336 w 229398"/>
                <a:gd name="connsiteY10" fmla="*/ 162792 h 169175"/>
                <a:gd name="connsiteX11" fmla="*/ 21726 w 229398"/>
                <a:gd name="connsiteY11" fmla="*/ 169176 h 169175"/>
                <a:gd name="connsiteX12" fmla="*/ 207673 w 229398"/>
                <a:gd name="connsiteY12" fmla="*/ 169176 h 169175"/>
                <a:gd name="connsiteX13" fmla="*/ 214063 w 229398"/>
                <a:gd name="connsiteY13" fmla="*/ 162792 h 169175"/>
                <a:gd name="connsiteX14" fmla="*/ 214063 w 229398"/>
                <a:gd name="connsiteY14" fmla="*/ 91291 h 169175"/>
                <a:gd name="connsiteX15" fmla="*/ 223009 w 229398"/>
                <a:gd name="connsiteY15" fmla="*/ 91291 h 169175"/>
                <a:gd name="connsiteX16" fmla="*/ 229399 w 229398"/>
                <a:gd name="connsiteY16" fmla="*/ 84907 h 169175"/>
                <a:gd name="connsiteX17" fmla="*/ 229399 w 229398"/>
                <a:gd name="connsiteY17" fmla="*/ 38304 h 169175"/>
                <a:gd name="connsiteX18" fmla="*/ 223009 w 229398"/>
                <a:gd name="connsiteY18" fmla="*/ 31920 h 169175"/>
                <a:gd name="connsiteX19" fmla="*/ 223009 w 229398"/>
                <a:gd name="connsiteY19" fmla="*/ 31920 h 169175"/>
                <a:gd name="connsiteX20" fmla="*/ 91376 w 229398"/>
                <a:gd name="connsiteY20" fmla="*/ 12768 h 169175"/>
                <a:gd name="connsiteX21" fmla="*/ 138023 w 229398"/>
                <a:gd name="connsiteY21" fmla="*/ 12768 h 169175"/>
                <a:gd name="connsiteX22" fmla="*/ 154637 w 229398"/>
                <a:gd name="connsiteY22" fmla="*/ 31920 h 169175"/>
                <a:gd name="connsiteX23" fmla="*/ 74762 w 229398"/>
                <a:gd name="connsiteY23" fmla="*/ 31920 h 169175"/>
                <a:gd name="connsiteX24" fmla="*/ 91376 w 229398"/>
                <a:gd name="connsiteY24" fmla="*/ 12768 h 169175"/>
                <a:gd name="connsiteX25" fmla="*/ 91376 w 229398"/>
                <a:gd name="connsiteY25" fmla="*/ 12768 h 169175"/>
                <a:gd name="connsiteX26" fmla="*/ 201283 w 229398"/>
                <a:gd name="connsiteY26" fmla="*/ 155769 h 169175"/>
                <a:gd name="connsiteX27" fmla="*/ 28116 w 229398"/>
                <a:gd name="connsiteY27" fmla="*/ 155769 h 169175"/>
                <a:gd name="connsiteX28" fmla="*/ 28116 w 229398"/>
                <a:gd name="connsiteY28" fmla="*/ 91291 h 169175"/>
                <a:gd name="connsiteX29" fmla="*/ 92654 w 229398"/>
                <a:gd name="connsiteY29" fmla="*/ 91291 h 169175"/>
                <a:gd name="connsiteX30" fmla="*/ 92654 w 229398"/>
                <a:gd name="connsiteY30" fmla="*/ 100229 h 169175"/>
                <a:gd name="connsiteX31" fmla="*/ 99044 w 229398"/>
                <a:gd name="connsiteY31" fmla="*/ 106612 h 169175"/>
                <a:gd name="connsiteX32" fmla="*/ 130355 w 229398"/>
                <a:gd name="connsiteY32" fmla="*/ 106612 h 169175"/>
                <a:gd name="connsiteX33" fmla="*/ 136745 w 229398"/>
                <a:gd name="connsiteY33" fmla="*/ 100229 h 169175"/>
                <a:gd name="connsiteX34" fmla="*/ 136745 w 229398"/>
                <a:gd name="connsiteY34" fmla="*/ 91291 h 169175"/>
                <a:gd name="connsiteX35" fmla="*/ 201283 w 229398"/>
                <a:gd name="connsiteY35" fmla="*/ 91291 h 169175"/>
                <a:gd name="connsiteX36" fmla="*/ 201283 w 229398"/>
                <a:gd name="connsiteY36" fmla="*/ 155769 h 169175"/>
                <a:gd name="connsiteX37" fmla="*/ 123326 w 229398"/>
                <a:gd name="connsiteY37" fmla="*/ 93845 h 169175"/>
                <a:gd name="connsiteX38" fmla="*/ 104795 w 229398"/>
                <a:gd name="connsiteY38" fmla="*/ 93845 h 169175"/>
                <a:gd name="connsiteX39" fmla="*/ 104795 w 229398"/>
                <a:gd name="connsiteY39" fmla="*/ 75331 h 169175"/>
                <a:gd name="connsiteX40" fmla="*/ 123326 w 229398"/>
                <a:gd name="connsiteY40" fmla="*/ 75331 h 169175"/>
                <a:gd name="connsiteX41" fmla="*/ 123326 w 229398"/>
                <a:gd name="connsiteY41" fmla="*/ 93845 h 169175"/>
                <a:gd name="connsiteX42" fmla="*/ 216619 w 229398"/>
                <a:gd name="connsiteY42" fmla="*/ 77885 h 169175"/>
                <a:gd name="connsiteX43" fmla="*/ 136106 w 229398"/>
                <a:gd name="connsiteY43" fmla="*/ 77885 h 169175"/>
                <a:gd name="connsiteX44" fmla="*/ 136106 w 229398"/>
                <a:gd name="connsiteY44" fmla="*/ 68947 h 169175"/>
                <a:gd name="connsiteX45" fmla="*/ 129716 w 229398"/>
                <a:gd name="connsiteY45" fmla="*/ 62563 h 169175"/>
                <a:gd name="connsiteX46" fmla="*/ 98405 w 229398"/>
                <a:gd name="connsiteY46" fmla="*/ 62563 h 169175"/>
                <a:gd name="connsiteX47" fmla="*/ 92015 w 229398"/>
                <a:gd name="connsiteY47" fmla="*/ 68947 h 169175"/>
                <a:gd name="connsiteX48" fmla="*/ 92015 w 229398"/>
                <a:gd name="connsiteY48" fmla="*/ 77885 h 169175"/>
                <a:gd name="connsiteX49" fmla="*/ 11502 w 229398"/>
                <a:gd name="connsiteY49" fmla="*/ 77885 h 169175"/>
                <a:gd name="connsiteX50" fmla="*/ 11502 w 229398"/>
                <a:gd name="connsiteY50" fmla="*/ 44050 h 169175"/>
                <a:gd name="connsiteX51" fmla="*/ 215980 w 229398"/>
                <a:gd name="connsiteY51" fmla="*/ 44050 h 169175"/>
                <a:gd name="connsiteX52" fmla="*/ 215980 w 229398"/>
                <a:gd name="connsiteY52" fmla="*/ 77885 h 16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29398" h="169175">
                  <a:moveTo>
                    <a:pt x="223009" y="31920"/>
                  </a:moveTo>
                  <a:lnTo>
                    <a:pt x="167416" y="31920"/>
                  </a:lnTo>
                  <a:cubicBezTo>
                    <a:pt x="166138" y="14045"/>
                    <a:pt x="153358" y="0"/>
                    <a:pt x="138023" y="0"/>
                  </a:cubicBezTo>
                  <a:lnTo>
                    <a:pt x="91376" y="0"/>
                  </a:lnTo>
                  <a:cubicBezTo>
                    <a:pt x="76040" y="0"/>
                    <a:pt x="63261" y="14045"/>
                    <a:pt x="61982" y="31920"/>
                  </a:cubicBezTo>
                  <a:lnTo>
                    <a:pt x="6390" y="31920"/>
                  </a:lnTo>
                  <a:cubicBezTo>
                    <a:pt x="2556" y="31920"/>
                    <a:pt x="0" y="34474"/>
                    <a:pt x="0" y="38304"/>
                  </a:cubicBezTo>
                  <a:lnTo>
                    <a:pt x="0" y="84907"/>
                  </a:lnTo>
                  <a:cubicBezTo>
                    <a:pt x="0" y="88737"/>
                    <a:pt x="2556" y="91291"/>
                    <a:pt x="6390" y="91291"/>
                  </a:cubicBezTo>
                  <a:lnTo>
                    <a:pt x="15336" y="91291"/>
                  </a:lnTo>
                  <a:lnTo>
                    <a:pt x="15336" y="162792"/>
                  </a:lnTo>
                  <a:cubicBezTo>
                    <a:pt x="15336" y="166622"/>
                    <a:pt x="17892" y="169176"/>
                    <a:pt x="21726" y="169176"/>
                  </a:cubicBezTo>
                  <a:lnTo>
                    <a:pt x="207673" y="169176"/>
                  </a:lnTo>
                  <a:cubicBezTo>
                    <a:pt x="211507" y="169176"/>
                    <a:pt x="214063" y="166622"/>
                    <a:pt x="214063" y="162792"/>
                  </a:cubicBezTo>
                  <a:lnTo>
                    <a:pt x="214063" y="91291"/>
                  </a:lnTo>
                  <a:lnTo>
                    <a:pt x="223009" y="91291"/>
                  </a:lnTo>
                  <a:cubicBezTo>
                    <a:pt x="226843" y="91291"/>
                    <a:pt x="229399" y="88737"/>
                    <a:pt x="229399" y="84907"/>
                  </a:cubicBezTo>
                  <a:lnTo>
                    <a:pt x="229399" y="38304"/>
                  </a:lnTo>
                  <a:cubicBezTo>
                    <a:pt x="229399" y="34474"/>
                    <a:pt x="226843" y="31920"/>
                    <a:pt x="223009" y="31920"/>
                  </a:cubicBezTo>
                  <a:cubicBezTo>
                    <a:pt x="223009" y="31920"/>
                    <a:pt x="223009" y="31920"/>
                    <a:pt x="223009" y="31920"/>
                  </a:cubicBezTo>
                  <a:close/>
                  <a:moveTo>
                    <a:pt x="91376" y="12768"/>
                  </a:moveTo>
                  <a:lnTo>
                    <a:pt x="138023" y="12768"/>
                  </a:lnTo>
                  <a:cubicBezTo>
                    <a:pt x="146330" y="12768"/>
                    <a:pt x="153358" y="21067"/>
                    <a:pt x="154637" y="31920"/>
                  </a:cubicBezTo>
                  <a:lnTo>
                    <a:pt x="74762" y="31920"/>
                  </a:lnTo>
                  <a:cubicBezTo>
                    <a:pt x="76040" y="21067"/>
                    <a:pt x="83069" y="12768"/>
                    <a:pt x="91376" y="12768"/>
                  </a:cubicBezTo>
                  <a:lnTo>
                    <a:pt x="91376" y="12768"/>
                  </a:lnTo>
                  <a:close/>
                  <a:moveTo>
                    <a:pt x="201283" y="155769"/>
                  </a:moveTo>
                  <a:lnTo>
                    <a:pt x="28116" y="155769"/>
                  </a:lnTo>
                  <a:lnTo>
                    <a:pt x="28116" y="91291"/>
                  </a:lnTo>
                  <a:lnTo>
                    <a:pt x="92654" y="91291"/>
                  </a:lnTo>
                  <a:lnTo>
                    <a:pt x="92654" y="100229"/>
                  </a:lnTo>
                  <a:cubicBezTo>
                    <a:pt x="92654" y="104059"/>
                    <a:pt x="95210" y="106612"/>
                    <a:pt x="99044" y="106612"/>
                  </a:cubicBezTo>
                  <a:lnTo>
                    <a:pt x="130355" y="106612"/>
                  </a:lnTo>
                  <a:cubicBezTo>
                    <a:pt x="134189" y="106612"/>
                    <a:pt x="136745" y="104059"/>
                    <a:pt x="136745" y="100229"/>
                  </a:cubicBezTo>
                  <a:lnTo>
                    <a:pt x="136745" y="91291"/>
                  </a:lnTo>
                  <a:lnTo>
                    <a:pt x="201283" y="91291"/>
                  </a:lnTo>
                  <a:lnTo>
                    <a:pt x="201283" y="155769"/>
                  </a:lnTo>
                  <a:close/>
                  <a:moveTo>
                    <a:pt x="123326" y="93845"/>
                  </a:moveTo>
                  <a:lnTo>
                    <a:pt x="104795" y="93845"/>
                  </a:lnTo>
                  <a:lnTo>
                    <a:pt x="104795" y="75331"/>
                  </a:lnTo>
                  <a:lnTo>
                    <a:pt x="123326" y="75331"/>
                  </a:lnTo>
                  <a:lnTo>
                    <a:pt x="123326" y="93845"/>
                  </a:lnTo>
                  <a:close/>
                  <a:moveTo>
                    <a:pt x="216619" y="77885"/>
                  </a:moveTo>
                  <a:lnTo>
                    <a:pt x="136106" y="77885"/>
                  </a:lnTo>
                  <a:lnTo>
                    <a:pt x="136106" y="68947"/>
                  </a:lnTo>
                  <a:cubicBezTo>
                    <a:pt x="136106" y="65117"/>
                    <a:pt x="133550" y="62563"/>
                    <a:pt x="129716" y="62563"/>
                  </a:cubicBezTo>
                  <a:lnTo>
                    <a:pt x="98405" y="62563"/>
                  </a:lnTo>
                  <a:cubicBezTo>
                    <a:pt x="94571" y="62563"/>
                    <a:pt x="92015" y="65117"/>
                    <a:pt x="92015" y="68947"/>
                  </a:cubicBezTo>
                  <a:lnTo>
                    <a:pt x="92015" y="77885"/>
                  </a:lnTo>
                  <a:lnTo>
                    <a:pt x="11502" y="77885"/>
                  </a:lnTo>
                  <a:lnTo>
                    <a:pt x="11502" y="44050"/>
                  </a:lnTo>
                  <a:lnTo>
                    <a:pt x="215980" y="44050"/>
                  </a:lnTo>
                  <a:lnTo>
                    <a:pt x="215980" y="77885"/>
                  </a:lnTo>
                  <a:close/>
                </a:path>
              </a:pathLst>
            </a:custGeom>
            <a:solidFill>
              <a:srgbClr val="00A3E0"/>
            </a:solidFill>
            <a:ln w="6390" cap="flat">
              <a:noFill/>
              <a:prstDash val="solid"/>
              <a:miter/>
            </a:ln>
          </p:spPr>
          <p:txBody>
            <a:bodyPr rtlCol="0" anchor="ctr"/>
            <a:lstStyle/>
            <a:p>
              <a:endParaRPr lang="en-US"/>
            </a:p>
          </p:txBody>
        </p:sp>
      </p:grpSp>
      <p:grpSp>
        <p:nvGrpSpPr>
          <p:cNvPr id="1086" name="Graphic 4">
            <a:extLst>
              <a:ext uri="{FF2B5EF4-FFF2-40B4-BE49-F238E27FC236}">
                <a16:creationId xmlns:a16="http://schemas.microsoft.com/office/drawing/2014/main" id="{37DE7482-6E55-6946-B448-665F542618B3}"/>
              </a:ext>
            </a:extLst>
          </p:cNvPr>
          <p:cNvGrpSpPr>
            <a:grpSpLocks noChangeAspect="1"/>
          </p:cNvGrpSpPr>
          <p:nvPr/>
        </p:nvGrpSpPr>
        <p:grpSpPr>
          <a:xfrm>
            <a:off x="5099169" y="3339623"/>
            <a:ext cx="362309" cy="361971"/>
            <a:chOff x="5099169" y="3339623"/>
            <a:chExt cx="362309" cy="361971"/>
          </a:xfrm>
          <a:solidFill>
            <a:srgbClr val="00A3E0"/>
          </a:solidFill>
        </p:grpSpPr>
        <p:sp>
          <p:nvSpPr>
            <p:cNvPr id="1087" name="Graphic 4">
              <a:extLst>
                <a:ext uri="{FF2B5EF4-FFF2-40B4-BE49-F238E27FC236}">
                  <a16:creationId xmlns:a16="http://schemas.microsoft.com/office/drawing/2014/main" id="{1EAC86FC-94BA-5740-AE35-925E5CB6CAB9}"/>
                </a:ext>
              </a:extLst>
            </p:cNvPr>
            <p:cNvSpPr/>
            <p:nvPr/>
          </p:nvSpPr>
          <p:spPr>
            <a:xfrm>
              <a:off x="5252528" y="3433444"/>
              <a:ext cx="56255" cy="88761"/>
            </a:xfrm>
            <a:custGeom>
              <a:avLst/>
              <a:gdLst>
                <a:gd name="connsiteX0" fmla="*/ 41535 w 56255"/>
                <a:gd name="connsiteY0" fmla="*/ 37051 h 88761"/>
                <a:gd name="connsiteX1" fmla="*/ 49841 w 56255"/>
                <a:gd name="connsiteY1" fmla="*/ 40243 h 88761"/>
                <a:gd name="connsiteX2" fmla="*/ 51758 w 56255"/>
                <a:gd name="connsiteY2" fmla="*/ 44712 h 88761"/>
                <a:gd name="connsiteX3" fmla="*/ 56231 w 56255"/>
                <a:gd name="connsiteY3" fmla="*/ 29390 h 88761"/>
                <a:gd name="connsiteX4" fmla="*/ 29394 w 56255"/>
                <a:gd name="connsiteY4" fmla="*/ 24 h 88761"/>
                <a:gd name="connsiteX5" fmla="*/ 0 w 56255"/>
                <a:gd name="connsiteY5" fmla="*/ 26837 h 88761"/>
                <a:gd name="connsiteX6" fmla="*/ 0 w 56255"/>
                <a:gd name="connsiteY6" fmla="*/ 29390 h 88761"/>
                <a:gd name="connsiteX7" fmla="*/ 4473 w 56255"/>
                <a:gd name="connsiteY7" fmla="*/ 44712 h 88761"/>
                <a:gd name="connsiteX8" fmla="*/ 6390 w 56255"/>
                <a:gd name="connsiteY8" fmla="*/ 40243 h 88761"/>
                <a:gd name="connsiteX9" fmla="*/ 14697 w 56255"/>
                <a:gd name="connsiteY9" fmla="*/ 36413 h 88761"/>
                <a:gd name="connsiteX10" fmla="*/ 14697 w 56255"/>
                <a:gd name="connsiteY10" fmla="*/ 36413 h 88761"/>
                <a:gd name="connsiteX11" fmla="*/ 17892 w 56255"/>
                <a:gd name="connsiteY11" fmla="*/ 44712 h 88761"/>
                <a:gd name="connsiteX12" fmla="*/ 17892 w 56255"/>
                <a:gd name="connsiteY12" fmla="*/ 44712 h 88761"/>
                <a:gd name="connsiteX13" fmla="*/ 0 w 56255"/>
                <a:gd name="connsiteY13" fmla="*/ 88761 h 88761"/>
                <a:gd name="connsiteX14" fmla="*/ 21726 w 56255"/>
                <a:gd name="connsiteY14" fmla="*/ 88761 h 88761"/>
                <a:gd name="connsiteX15" fmla="*/ 21726 w 56255"/>
                <a:gd name="connsiteY15" fmla="*/ 79185 h 88761"/>
                <a:gd name="connsiteX16" fmla="*/ 28116 w 56255"/>
                <a:gd name="connsiteY16" fmla="*/ 72801 h 88761"/>
                <a:gd name="connsiteX17" fmla="*/ 34506 w 56255"/>
                <a:gd name="connsiteY17" fmla="*/ 79185 h 88761"/>
                <a:gd name="connsiteX18" fmla="*/ 34506 w 56255"/>
                <a:gd name="connsiteY18" fmla="*/ 88761 h 88761"/>
                <a:gd name="connsiteX19" fmla="*/ 56231 w 56255"/>
                <a:gd name="connsiteY19" fmla="*/ 88761 h 88761"/>
                <a:gd name="connsiteX20" fmla="*/ 38340 w 56255"/>
                <a:gd name="connsiteY20" fmla="*/ 44712 h 88761"/>
                <a:gd name="connsiteX21" fmla="*/ 41535 w 56255"/>
                <a:gd name="connsiteY21" fmla="*/ 37051 h 88761"/>
                <a:gd name="connsiteX22" fmla="*/ 41535 w 56255"/>
                <a:gd name="connsiteY22" fmla="*/ 37051 h 8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6255" h="88761">
                  <a:moveTo>
                    <a:pt x="41535" y="37051"/>
                  </a:moveTo>
                  <a:cubicBezTo>
                    <a:pt x="44730" y="35774"/>
                    <a:pt x="48563" y="37051"/>
                    <a:pt x="49841" y="40243"/>
                  </a:cubicBezTo>
                  <a:lnTo>
                    <a:pt x="51758" y="44712"/>
                  </a:lnTo>
                  <a:cubicBezTo>
                    <a:pt x="54953" y="40243"/>
                    <a:pt x="56231" y="35136"/>
                    <a:pt x="56231" y="29390"/>
                  </a:cubicBezTo>
                  <a:cubicBezTo>
                    <a:pt x="56871" y="14069"/>
                    <a:pt x="44730" y="662"/>
                    <a:pt x="29394" y="24"/>
                  </a:cubicBezTo>
                  <a:cubicBezTo>
                    <a:pt x="14058" y="-615"/>
                    <a:pt x="639" y="11515"/>
                    <a:pt x="0" y="26837"/>
                  </a:cubicBezTo>
                  <a:cubicBezTo>
                    <a:pt x="0" y="27475"/>
                    <a:pt x="0" y="28752"/>
                    <a:pt x="0" y="29390"/>
                  </a:cubicBezTo>
                  <a:cubicBezTo>
                    <a:pt x="0" y="34497"/>
                    <a:pt x="1917" y="40243"/>
                    <a:pt x="4473" y="44712"/>
                  </a:cubicBezTo>
                  <a:lnTo>
                    <a:pt x="6390" y="40243"/>
                  </a:lnTo>
                  <a:cubicBezTo>
                    <a:pt x="7668" y="37051"/>
                    <a:pt x="11502" y="35136"/>
                    <a:pt x="14697" y="36413"/>
                  </a:cubicBezTo>
                  <a:cubicBezTo>
                    <a:pt x="14697" y="36413"/>
                    <a:pt x="14697" y="36413"/>
                    <a:pt x="14697" y="36413"/>
                  </a:cubicBezTo>
                  <a:cubicBezTo>
                    <a:pt x="17892" y="37689"/>
                    <a:pt x="19809" y="41520"/>
                    <a:pt x="17892" y="44712"/>
                  </a:cubicBezTo>
                  <a:cubicBezTo>
                    <a:pt x="17892" y="44712"/>
                    <a:pt x="17892" y="44712"/>
                    <a:pt x="17892" y="44712"/>
                  </a:cubicBezTo>
                  <a:lnTo>
                    <a:pt x="0" y="88761"/>
                  </a:lnTo>
                  <a:lnTo>
                    <a:pt x="21726" y="88761"/>
                  </a:lnTo>
                  <a:lnTo>
                    <a:pt x="21726" y="79185"/>
                  </a:lnTo>
                  <a:cubicBezTo>
                    <a:pt x="21726" y="75355"/>
                    <a:pt x="24282" y="72801"/>
                    <a:pt x="28116" y="72801"/>
                  </a:cubicBezTo>
                  <a:cubicBezTo>
                    <a:pt x="31950" y="72801"/>
                    <a:pt x="34506" y="75355"/>
                    <a:pt x="34506" y="79185"/>
                  </a:cubicBezTo>
                  <a:lnTo>
                    <a:pt x="34506" y="88761"/>
                  </a:lnTo>
                  <a:lnTo>
                    <a:pt x="56231" y="88761"/>
                  </a:lnTo>
                  <a:lnTo>
                    <a:pt x="38340" y="44712"/>
                  </a:lnTo>
                  <a:cubicBezTo>
                    <a:pt x="36423" y="42158"/>
                    <a:pt x="38340" y="38328"/>
                    <a:pt x="41535" y="37051"/>
                  </a:cubicBezTo>
                  <a:cubicBezTo>
                    <a:pt x="41535" y="37051"/>
                    <a:pt x="41535" y="37051"/>
                    <a:pt x="41535" y="37051"/>
                  </a:cubicBezTo>
                  <a:close/>
                </a:path>
              </a:pathLst>
            </a:custGeom>
            <a:solidFill>
              <a:srgbClr val="00A3E0"/>
            </a:solidFill>
            <a:ln w="6390" cap="flat">
              <a:noFill/>
              <a:prstDash val="solid"/>
              <a:miter/>
            </a:ln>
          </p:spPr>
          <p:txBody>
            <a:bodyPr rtlCol="0" anchor="ctr"/>
            <a:lstStyle/>
            <a:p>
              <a:endParaRPr lang="en-US"/>
            </a:p>
          </p:txBody>
        </p:sp>
        <p:sp>
          <p:nvSpPr>
            <p:cNvPr id="1088" name="Graphic 4">
              <a:extLst>
                <a:ext uri="{FF2B5EF4-FFF2-40B4-BE49-F238E27FC236}">
                  <a16:creationId xmlns:a16="http://schemas.microsoft.com/office/drawing/2014/main" id="{B2AD3844-DA8D-344A-AE8B-05A0659B3F56}"/>
                </a:ext>
              </a:extLst>
            </p:cNvPr>
            <p:cNvSpPr/>
            <p:nvPr/>
          </p:nvSpPr>
          <p:spPr>
            <a:xfrm>
              <a:off x="5099169" y="33396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63904 w 362309"/>
                <a:gd name="connsiteY7" fmla="*/ 299409 h 361971"/>
                <a:gd name="connsiteX8" fmla="*/ 261349 w 362309"/>
                <a:gd name="connsiteY8" fmla="*/ 300047 h 361971"/>
                <a:gd name="connsiteX9" fmla="*/ 255597 w 362309"/>
                <a:gd name="connsiteY9" fmla="*/ 296217 h 361971"/>
                <a:gd name="connsiteX10" fmla="*/ 214702 w 362309"/>
                <a:gd name="connsiteY10" fmla="*/ 195988 h 361971"/>
                <a:gd name="connsiteX11" fmla="*/ 187864 w 362309"/>
                <a:gd name="connsiteY11" fmla="*/ 195988 h 361971"/>
                <a:gd name="connsiteX12" fmla="*/ 187864 w 362309"/>
                <a:gd name="connsiteY12" fmla="*/ 205564 h 361971"/>
                <a:gd name="connsiteX13" fmla="*/ 181474 w 362309"/>
                <a:gd name="connsiteY13" fmla="*/ 211948 h 361971"/>
                <a:gd name="connsiteX14" fmla="*/ 175084 w 362309"/>
                <a:gd name="connsiteY14" fmla="*/ 205564 h 361971"/>
                <a:gd name="connsiteX15" fmla="*/ 175084 w 362309"/>
                <a:gd name="connsiteY15" fmla="*/ 195988 h 361971"/>
                <a:gd name="connsiteX16" fmla="*/ 148247 w 362309"/>
                <a:gd name="connsiteY16" fmla="*/ 195988 h 361971"/>
                <a:gd name="connsiteX17" fmla="*/ 107351 w 362309"/>
                <a:gd name="connsiteY17" fmla="*/ 296217 h 361971"/>
                <a:gd name="connsiteX18" fmla="*/ 99044 w 362309"/>
                <a:gd name="connsiteY18" fmla="*/ 299409 h 361971"/>
                <a:gd name="connsiteX19" fmla="*/ 95849 w 362309"/>
                <a:gd name="connsiteY19" fmla="*/ 291109 h 361971"/>
                <a:gd name="connsiteX20" fmla="*/ 134828 w 362309"/>
                <a:gd name="connsiteY20" fmla="*/ 195350 h 361971"/>
                <a:gd name="connsiteX21" fmla="*/ 117575 w 362309"/>
                <a:gd name="connsiteY21" fmla="*/ 195350 h 361971"/>
                <a:gd name="connsiteX22" fmla="*/ 111185 w 362309"/>
                <a:gd name="connsiteY22" fmla="*/ 188966 h 361971"/>
                <a:gd name="connsiteX23" fmla="*/ 117575 w 362309"/>
                <a:gd name="connsiteY23" fmla="*/ 182582 h 361971"/>
                <a:gd name="connsiteX24" fmla="*/ 139940 w 362309"/>
                <a:gd name="connsiteY24" fmla="*/ 182582 h 361971"/>
                <a:gd name="connsiteX25" fmla="*/ 152720 w 362309"/>
                <a:gd name="connsiteY25" fmla="*/ 151939 h 361971"/>
                <a:gd name="connsiteX26" fmla="*/ 153358 w 362309"/>
                <a:gd name="connsiteY26" fmla="*/ 93845 h 361971"/>
                <a:gd name="connsiteX27" fmla="*/ 175723 w 362309"/>
                <a:gd name="connsiteY27" fmla="*/ 82354 h 361971"/>
                <a:gd name="connsiteX28" fmla="*/ 175723 w 362309"/>
                <a:gd name="connsiteY28" fmla="*/ 68309 h 361971"/>
                <a:gd name="connsiteX29" fmla="*/ 182113 w 362309"/>
                <a:gd name="connsiteY29" fmla="*/ 61925 h 361971"/>
                <a:gd name="connsiteX30" fmla="*/ 188503 w 362309"/>
                <a:gd name="connsiteY30" fmla="*/ 68309 h 361971"/>
                <a:gd name="connsiteX31" fmla="*/ 188503 w 362309"/>
                <a:gd name="connsiteY31" fmla="*/ 82354 h 361971"/>
                <a:gd name="connsiteX32" fmla="*/ 223009 w 362309"/>
                <a:gd name="connsiteY32" fmla="*/ 128957 h 361971"/>
                <a:gd name="connsiteX33" fmla="*/ 211507 w 362309"/>
                <a:gd name="connsiteY33" fmla="*/ 151300 h 361971"/>
                <a:gd name="connsiteX34" fmla="*/ 224287 w 362309"/>
                <a:gd name="connsiteY34" fmla="*/ 181944 h 361971"/>
                <a:gd name="connsiteX35" fmla="*/ 246651 w 362309"/>
                <a:gd name="connsiteY35" fmla="*/ 181944 h 361971"/>
                <a:gd name="connsiteX36" fmla="*/ 253041 w 362309"/>
                <a:gd name="connsiteY36" fmla="*/ 188327 h 361971"/>
                <a:gd name="connsiteX37" fmla="*/ 246651 w 362309"/>
                <a:gd name="connsiteY37" fmla="*/ 194711 h 361971"/>
                <a:gd name="connsiteX38" fmla="*/ 229399 w 362309"/>
                <a:gd name="connsiteY38" fmla="*/ 194711 h 361971"/>
                <a:gd name="connsiteX39" fmla="*/ 268377 w 362309"/>
                <a:gd name="connsiteY39" fmla="*/ 290471 h 361971"/>
                <a:gd name="connsiteX40" fmla="*/ 263904 w 362309"/>
                <a:gd name="connsiteY40" fmla="*/ 299409 h 361971"/>
                <a:gd name="connsiteX41" fmla="*/ 263904 w 362309"/>
                <a:gd name="connsiteY41" fmla="*/ 29940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310" y="81077"/>
                    <a:pt x="281157" y="0"/>
                    <a:pt x="181474" y="0"/>
                  </a:cubicBezTo>
                  <a:cubicBezTo>
                    <a:pt x="181474" y="0"/>
                    <a:pt x="181474" y="0"/>
                    <a:pt x="181474" y="0"/>
                  </a:cubicBezTo>
                  <a:close/>
                  <a:moveTo>
                    <a:pt x="263904" y="299409"/>
                  </a:moveTo>
                  <a:cubicBezTo>
                    <a:pt x="263266" y="299409"/>
                    <a:pt x="262626" y="300047"/>
                    <a:pt x="261349" y="300047"/>
                  </a:cubicBezTo>
                  <a:cubicBezTo>
                    <a:pt x="258792" y="300047"/>
                    <a:pt x="256236" y="298770"/>
                    <a:pt x="255597" y="296217"/>
                  </a:cubicBezTo>
                  <a:lnTo>
                    <a:pt x="214702" y="195988"/>
                  </a:lnTo>
                  <a:lnTo>
                    <a:pt x="187864" y="195988"/>
                  </a:lnTo>
                  <a:lnTo>
                    <a:pt x="187864" y="205564"/>
                  </a:lnTo>
                  <a:cubicBezTo>
                    <a:pt x="187864" y="209395"/>
                    <a:pt x="185308" y="211948"/>
                    <a:pt x="181474" y="211948"/>
                  </a:cubicBezTo>
                  <a:cubicBezTo>
                    <a:pt x="177640" y="211948"/>
                    <a:pt x="175084" y="209395"/>
                    <a:pt x="175084" y="205564"/>
                  </a:cubicBezTo>
                  <a:lnTo>
                    <a:pt x="175084" y="195988"/>
                  </a:lnTo>
                  <a:lnTo>
                    <a:pt x="148247" y="195988"/>
                  </a:lnTo>
                  <a:lnTo>
                    <a:pt x="107351" y="296217"/>
                  </a:lnTo>
                  <a:cubicBezTo>
                    <a:pt x="106073" y="299409"/>
                    <a:pt x="102239" y="301324"/>
                    <a:pt x="99044" y="299409"/>
                  </a:cubicBezTo>
                  <a:cubicBezTo>
                    <a:pt x="95849" y="297493"/>
                    <a:pt x="93932" y="294301"/>
                    <a:pt x="95849" y="291109"/>
                  </a:cubicBezTo>
                  <a:lnTo>
                    <a:pt x="134828" y="195350"/>
                  </a:lnTo>
                  <a:lnTo>
                    <a:pt x="117575" y="195350"/>
                  </a:lnTo>
                  <a:cubicBezTo>
                    <a:pt x="113741" y="195350"/>
                    <a:pt x="111185" y="192796"/>
                    <a:pt x="111185" y="188966"/>
                  </a:cubicBezTo>
                  <a:cubicBezTo>
                    <a:pt x="111185" y="185135"/>
                    <a:pt x="113741" y="182582"/>
                    <a:pt x="117575" y="182582"/>
                  </a:cubicBezTo>
                  <a:lnTo>
                    <a:pt x="139940" y="182582"/>
                  </a:lnTo>
                  <a:lnTo>
                    <a:pt x="152720" y="151939"/>
                  </a:lnTo>
                  <a:cubicBezTo>
                    <a:pt x="136745" y="135979"/>
                    <a:pt x="136745" y="109805"/>
                    <a:pt x="153358" y="93845"/>
                  </a:cubicBezTo>
                  <a:cubicBezTo>
                    <a:pt x="159748" y="88099"/>
                    <a:pt x="167416" y="83630"/>
                    <a:pt x="175723" y="82354"/>
                  </a:cubicBezTo>
                  <a:lnTo>
                    <a:pt x="175723" y="68309"/>
                  </a:lnTo>
                  <a:cubicBezTo>
                    <a:pt x="175723" y="64478"/>
                    <a:pt x="178279" y="61925"/>
                    <a:pt x="182113" y="61925"/>
                  </a:cubicBezTo>
                  <a:cubicBezTo>
                    <a:pt x="185947" y="61925"/>
                    <a:pt x="188503" y="64478"/>
                    <a:pt x="188503" y="68309"/>
                  </a:cubicBezTo>
                  <a:lnTo>
                    <a:pt x="188503" y="82354"/>
                  </a:lnTo>
                  <a:cubicBezTo>
                    <a:pt x="210868" y="85546"/>
                    <a:pt x="226204" y="106613"/>
                    <a:pt x="223009" y="128957"/>
                  </a:cubicBezTo>
                  <a:cubicBezTo>
                    <a:pt x="221731" y="137256"/>
                    <a:pt x="217897" y="145555"/>
                    <a:pt x="211507" y="151300"/>
                  </a:cubicBezTo>
                  <a:lnTo>
                    <a:pt x="224287" y="181944"/>
                  </a:lnTo>
                  <a:lnTo>
                    <a:pt x="246651" y="181944"/>
                  </a:lnTo>
                  <a:cubicBezTo>
                    <a:pt x="250486" y="181944"/>
                    <a:pt x="253041" y="184497"/>
                    <a:pt x="253041" y="188327"/>
                  </a:cubicBezTo>
                  <a:cubicBezTo>
                    <a:pt x="253041" y="192158"/>
                    <a:pt x="250486" y="194711"/>
                    <a:pt x="246651" y="194711"/>
                  </a:cubicBezTo>
                  <a:lnTo>
                    <a:pt x="229399" y="194711"/>
                  </a:lnTo>
                  <a:lnTo>
                    <a:pt x="268377" y="290471"/>
                  </a:lnTo>
                  <a:cubicBezTo>
                    <a:pt x="269016" y="294301"/>
                    <a:pt x="267099" y="298132"/>
                    <a:pt x="263904" y="299409"/>
                  </a:cubicBezTo>
                  <a:cubicBezTo>
                    <a:pt x="263904" y="299409"/>
                    <a:pt x="263904" y="299409"/>
                    <a:pt x="263904" y="299409"/>
                  </a:cubicBezTo>
                  <a:close/>
                </a:path>
              </a:pathLst>
            </a:custGeom>
            <a:solidFill>
              <a:srgbClr val="00A3E0"/>
            </a:solidFill>
            <a:ln w="6390" cap="flat">
              <a:noFill/>
              <a:prstDash val="solid"/>
              <a:miter/>
            </a:ln>
          </p:spPr>
          <p:txBody>
            <a:bodyPr rtlCol="0" anchor="ctr"/>
            <a:lstStyle/>
            <a:p>
              <a:endParaRPr lang="en-US"/>
            </a:p>
          </p:txBody>
        </p:sp>
      </p:grpSp>
      <p:grpSp>
        <p:nvGrpSpPr>
          <p:cNvPr id="1089" name="Graphic 4">
            <a:extLst>
              <a:ext uri="{FF2B5EF4-FFF2-40B4-BE49-F238E27FC236}">
                <a16:creationId xmlns:a16="http://schemas.microsoft.com/office/drawing/2014/main" id="{62155282-476C-8741-B926-8FB3DF28EE54}"/>
              </a:ext>
            </a:extLst>
          </p:cNvPr>
          <p:cNvGrpSpPr>
            <a:grpSpLocks noChangeAspect="1"/>
          </p:cNvGrpSpPr>
          <p:nvPr/>
        </p:nvGrpSpPr>
        <p:grpSpPr>
          <a:xfrm>
            <a:off x="6146480" y="918179"/>
            <a:ext cx="362309" cy="361971"/>
            <a:chOff x="6146480" y="918179"/>
            <a:chExt cx="362309" cy="361971"/>
          </a:xfrm>
          <a:solidFill>
            <a:srgbClr val="00A3E0"/>
          </a:solidFill>
        </p:grpSpPr>
        <p:sp>
          <p:nvSpPr>
            <p:cNvPr id="1090" name="Graphic 4">
              <a:extLst>
                <a:ext uri="{FF2B5EF4-FFF2-40B4-BE49-F238E27FC236}">
                  <a16:creationId xmlns:a16="http://schemas.microsoft.com/office/drawing/2014/main" id="{25A50F93-9F64-EA48-8E77-1158CFA80AAA}"/>
                </a:ext>
              </a:extLst>
            </p:cNvPr>
            <p:cNvSpPr/>
            <p:nvPr/>
          </p:nvSpPr>
          <p:spPr>
            <a:xfrm>
              <a:off x="6380352" y="1093738"/>
              <a:ext cx="26198" cy="65116"/>
            </a:xfrm>
            <a:custGeom>
              <a:avLst/>
              <a:gdLst>
                <a:gd name="connsiteX0" fmla="*/ 0 w 26198"/>
                <a:gd name="connsiteY0" fmla="*/ 65117 h 65116"/>
                <a:gd name="connsiteX1" fmla="*/ 26199 w 26198"/>
                <a:gd name="connsiteY1" fmla="*/ 33835 h 65116"/>
                <a:gd name="connsiteX2" fmla="*/ 26199 w 26198"/>
                <a:gd name="connsiteY2" fmla="*/ 0 h 65116"/>
                <a:gd name="connsiteX3" fmla="*/ 0 w 26198"/>
                <a:gd name="connsiteY3" fmla="*/ 30643 h 65116"/>
              </a:gdLst>
              <a:ahLst/>
              <a:cxnLst>
                <a:cxn ang="0">
                  <a:pos x="connsiteX0" y="connsiteY0"/>
                </a:cxn>
                <a:cxn ang="0">
                  <a:pos x="connsiteX1" y="connsiteY1"/>
                </a:cxn>
                <a:cxn ang="0">
                  <a:pos x="connsiteX2" y="connsiteY2"/>
                </a:cxn>
                <a:cxn ang="0">
                  <a:pos x="connsiteX3" y="connsiteY3"/>
                </a:cxn>
              </a:cxnLst>
              <a:rect l="l" t="t" r="r" b="b"/>
              <a:pathLst>
                <a:path w="26198" h="65116">
                  <a:moveTo>
                    <a:pt x="0" y="65117"/>
                  </a:moveTo>
                  <a:lnTo>
                    <a:pt x="26199" y="33835"/>
                  </a:lnTo>
                  <a:lnTo>
                    <a:pt x="26199" y="0"/>
                  </a:lnTo>
                  <a:lnTo>
                    <a:pt x="0" y="30643"/>
                  </a:lnTo>
                  <a:close/>
                </a:path>
              </a:pathLst>
            </a:custGeom>
            <a:solidFill>
              <a:srgbClr val="00A3E0"/>
            </a:solidFill>
            <a:ln w="6390" cap="flat">
              <a:noFill/>
              <a:prstDash val="solid"/>
              <a:miter/>
            </a:ln>
          </p:spPr>
          <p:txBody>
            <a:bodyPr rtlCol="0" anchor="ctr"/>
            <a:lstStyle/>
            <a:p>
              <a:endParaRPr lang="en-US"/>
            </a:p>
          </p:txBody>
        </p:sp>
        <p:sp>
          <p:nvSpPr>
            <p:cNvPr id="1091" name="Graphic 4">
              <a:extLst>
                <a:ext uri="{FF2B5EF4-FFF2-40B4-BE49-F238E27FC236}">
                  <a16:creationId xmlns:a16="http://schemas.microsoft.com/office/drawing/2014/main" id="{6C24D5BA-E18E-EE4F-AC33-2F9981A9556A}"/>
                </a:ext>
              </a:extLst>
            </p:cNvPr>
            <p:cNvSpPr/>
            <p:nvPr/>
          </p:nvSpPr>
          <p:spPr>
            <a:xfrm>
              <a:off x="6380352" y="1147364"/>
              <a:ext cx="26198" cy="37665"/>
            </a:xfrm>
            <a:custGeom>
              <a:avLst/>
              <a:gdLst>
                <a:gd name="connsiteX0" fmla="*/ 0 w 26198"/>
                <a:gd name="connsiteY0" fmla="*/ 31281 h 37665"/>
                <a:gd name="connsiteX1" fmla="*/ 0 w 26198"/>
                <a:gd name="connsiteY1" fmla="*/ 37665 h 37665"/>
                <a:gd name="connsiteX2" fmla="*/ 26199 w 26198"/>
                <a:gd name="connsiteY2" fmla="*/ 37665 h 37665"/>
                <a:gd name="connsiteX3" fmla="*/ 26199 w 26198"/>
                <a:gd name="connsiteY3" fmla="*/ 0 h 37665"/>
              </a:gdLst>
              <a:ahLst/>
              <a:cxnLst>
                <a:cxn ang="0">
                  <a:pos x="connsiteX0" y="connsiteY0"/>
                </a:cxn>
                <a:cxn ang="0">
                  <a:pos x="connsiteX1" y="connsiteY1"/>
                </a:cxn>
                <a:cxn ang="0">
                  <a:pos x="connsiteX2" y="connsiteY2"/>
                </a:cxn>
                <a:cxn ang="0">
                  <a:pos x="connsiteX3" y="connsiteY3"/>
                </a:cxn>
              </a:cxnLst>
              <a:rect l="l" t="t" r="r" b="b"/>
              <a:pathLst>
                <a:path w="26198" h="37665">
                  <a:moveTo>
                    <a:pt x="0" y="31281"/>
                  </a:moveTo>
                  <a:lnTo>
                    <a:pt x="0" y="37665"/>
                  </a:lnTo>
                  <a:lnTo>
                    <a:pt x="26199" y="37665"/>
                  </a:lnTo>
                  <a:lnTo>
                    <a:pt x="26199" y="0"/>
                  </a:lnTo>
                  <a:close/>
                </a:path>
              </a:pathLst>
            </a:custGeom>
            <a:solidFill>
              <a:srgbClr val="00A3E0"/>
            </a:solidFill>
            <a:ln w="6390" cap="flat">
              <a:noFill/>
              <a:prstDash val="solid"/>
              <a:miter/>
            </a:ln>
          </p:spPr>
          <p:txBody>
            <a:bodyPr rtlCol="0" anchor="ctr"/>
            <a:lstStyle/>
            <a:p>
              <a:endParaRPr lang="en-US"/>
            </a:p>
          </p:txBody>
        </p:sp>
        <p:sp>
          <p:nvSpPr>
            <p:cNvPr id="1092" name="Graphic 4">
              <a:extLst>
                <a:ext uri="{FF2B5EF4-FFF2-40B4-BE49-F238E27FC236}">
                  <a16:creationId xmlns:a16="http://schemas.microsoft.com/office/drawing/2014/main" id="{814E776F-BF06-1246-90B0-4E251B45396A}"/>
                </a:ext>
              </a:extLst>
            </p:cNvPr>
            <p:cNvSpPr/>
            <p:nvPr/>
          </p:nvSpPr>
          <p:spPr>
            <a:xfrm>
              <a:off x="6260860" y="1015215"/>
              <a:ext cx="122686" cy="38942"/>
            </a:xfrm>
            <a:custGeom>
              <a:avLst/>
              <a:gdLst>
                <a:gd name="connsiteX0" fmla="*/ 122687 w 122686"/>
                <a:gd name="connsiteY0" fmla="*/ 38942 h 38942"/>
                <a:gd name="connsiteX1" fmla="*/ 122687 w 122686"/>
                <a:gd name="connsiteY1" fmla="*/ 37666 h 38942"/>
                <a:gd name="connsiteX2" fmla="*/ 122687 w 122686"/>
                <a:gd name="connsiteY2" fmla="*/ 0 h 38942"/>
                <a:gd name="connsiteX3" fmla="*/ 0 w 122686"/>
                <a:gd name="connsiteY3" fmla="*/ 38942 h 38942"/>
                <a:gd name="connsiteX4" fmla="*/ 122687 w 122686"/>
                <a:gd name="connsiteY4" fmla="*/ 38942 h 38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686" h="38942">
                  <a:moveTo>
                    <a:pt x="122687" y="38942"/>
                  </a:moveTo>
                  <a:cubicBezTo>
                    <a:pt x="122687" y="38304"/>
                    <a:pt x="122687" y="38304"/>
                    <a:pt x="122687" y="37666"/>
                  </a:cubicBezTo>
                  <a:lnTo>
                    <a:pt x="122687" y="0"/>
                  </a:lnTo>
                  <a:lnTo>
                    <a:pt x="0" y="38942"/>
                  </a:lnTo>
                  <a:lnTo>
                    <a:pt x="122687" y="38942"/>
                  </a:lnTo>
                  <a:close/>
                </a:path>
              </a:pathLst>
            </a:custGeom>
            <a:solidFill>
              <a:srgbClr val="00A3E0"/>
            </a:solidFill>
            <a:ln w="6390" cap="flat">
              <a:noFill/>
              <a:prstDash val="solid"/>
              <a:miter/>
            </a:ln>
          </p:spPr>
          <p:txBody>
            <a:bodyPr rtlCol="0" anchor="ctr"/>
            <a:lstStyle/>
            <a:p>
              <a:endParaRPr lang="en-US"/>
            </a:p>
          </p:txBody>
        </p:sp>
        <p:sp>
          <p:nvSpPr>
            <p:cNvPr id="1093" name="Graphic 4">
              <a:extLst>
                <a:ext uri="{FF2B5EF4-FFF2-40B4-BE49-F238E27FC236}">
                  <a16:creationId xmlns:a16="http://schemas.microsoft.com/office/drawing/2014/main" id="{AA3BFBBC-F576-D949-82B3-7E3EA765078B}"/>
                </a:ext>
              </a:extLst>
            </p:cNvPr>
            <p:cNvSpPr/>
            <p:nvPr/>
          </p:nvSpPr>
          <p:spPr>
            <a:xfrm>
              <a:off x="6225715" y="1112890"/>
              <a:ext cx="49202" cy="25535"/>
            </a:xfrm>
            <a:custGeom>
              <a:avLst/>
              <a:gdLst>
                <a:gd name="connsiteX0" fmla="*/ 0 w 49202"/>
                <a:gd name="connsiteY0" fmla="*/ 0 h 25535"/>
                <a:gd name="connsiteX1" fmla="*/ 49203 w 49202"/>
                <a:gd name="connsiteY1" fmla="*/ 0 h 25535"/>
                <a:gd name="connsiteX2" fmla="*/ 49203 w 49202"/>
                <a:gd name="connsiteY2" fmla="*/ 25536 h 25535"/>
                <a:gd name="connsiteX3" fmla="*/ 0 w 49202"/>
                <a:gd name="connsiteY3" fmla="*/ 25536 h 25535"/>
              </a:gdLst>
              <a:ahLst/>
              <a:cxnLst>
                <a:cxn ang="0">
                  <a:pos x="connsiteX0" y="connsiteY0"/>
                </a:cxn>
                <a:cxn ang="0">
                  <a:pos x="connsiteX1" y="connsiteY1"/>
                </a:cxn>
                <a:cxn ang="0">
                  <a:pos x="connsiteX2" y="connsiteY2"/>
                </a:cxn>
                <a:cxn ang="0">
                  <a:pos x="connsiteX3" y="connsiteY3"/>
                </a:cxn>
              </a:cxnLst>
              <a:rect l="l" t="t" r="r" b="b"/>
              <a:pathLst>
                <a:path w="49202" h="25535">
                  <a:moveTo>
                    <a:pt x="0" y="0"/>
                  </a:moveTo>
                  <a:lnTo>
                    <a:pt x="49203" y="0"/>
                  </a:lnTo>
                  <a:lnTo>
                    <a:pt x="49203" y="25536"/>
                  </a:lnTo>
                  <a:lnTo>
                    <a:pt x="0" y="25536"/>
                  </a:lnTo>
                  <a:close/>
                </a:path>
              </a:pathLst>
            </a:custGeom>
            <a:solidFill>
              <a:srgbClr val="00A3E0"/>
            </a:solidFill>
            <a:ln w="6390" cap="flat">
              <a:noFill/>
              <a:prstDash val="solid"/>
              <a:miter/>
            </a:ln>
          </p:spPr>
          <p:txBody>
            <a:bodyPr rtlCol="0" anchor="ctr"/>
            <a:lstStyle/>
            <a:p>
              <a:endParaRPr lang="en-US"/>
            </a:p>
          </p:txBody>
        </p:sp>
        <p:sp>
          <p:nvSpPr>
            <p:cNvPr id="1094" name="Graphic 4">
              <a:extLst>
                <a:ext uri="{FF2B5EF4-FFF2-40B4-BE49-F238E27FC236}">
                  <a16:creationId xmlns:a16="http://schemas.microsoft.com/office/drawing/2014/main" id="{D9EA81F8-3F0E-0141-A505-C3F90A97EC83}"/>
                </a:ext>
              </a:extLst>
            </p:cNvPr>
            <p:cNvSpPr/>
            <p:nvPr/>
          </p:nvSpPr>
          <p:spPr>
            <a:xfrm>
              <a:off x="6146480" y="91817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95215 w 362309"/>
                <a:gd name="connsiteY6" fmla="*/ 144916 h 361971"/>
                <a:gd name="connsiteX7" fmla="*/ 289464 w 362309"/>
                <a:gd name="connsiteY7" fmla="*/ 148747 h 361971"/>
                <a:gd name="connsiteX8" fmla="*/ 272850 w 362309"/>
                <a:gd name="connsiteY8" fmla="*/ 148747 h 361971"/>
                <a:gd name="connsiteX9" fmla="*/ 272850 w 362309"/>
                <a:gd name="connsiteY9" fmla="*/ 266850 h 361971"/>
                <a:gd name="connsiteX10" fmla="*/ 274128 w 362309"/>
                <a:gd name="connsiteY10" fmla="*/ 266850 h 361971"/>
                <a:gd name="connsiteX11" fmla="*/ 280518 w 362309"/>
                <a:gd name="connsiteY11" fmla="*/ 273234 h 361971"/>
                <a:gd name="connsiteX12" fmla="*/ 274128 w 362309"/>
                <a:gd name="connsiteY12" fmla="*/ 279618 h 361971"/>
                <a:gd name="connsiteX13" fmla="*/ 88820 w 362309"/>
                <a:gd name="connsiteY13" fmla="*/ 279618 h 361971"/>
                <a:gd name="connsiteX14" fmla="*/ 82430 w 362309"/>
                <a:gd name="connsiteY14" fmla="*/ 273234 h 361971"/>
                <a:gd name="connsiteX15" fmla="*/ 88820 w 362309"/>
                <a:gd name="connsiteY15" fmla="*/ 266850 h 361971"/>
                <a:gd name="connsiteX16" fmla="*/ 221731 w 362309"/>
                <a:gd name="connsiteY16" fmla="*/ 266850 h 361971"/>
                <a:gd name="connsiteX17" fmla="*/ 221731 w 362309"/>
                <a:gd name="connsiteY17" fmla="*/ 148747 h 361971"/>
                <a:gd name="connsiteX18" fmla="*/ 110546 w 362309"/>
                <a:gd name="connsiteY18" fmla="*/ 148747 h 361971"/>
                <a:gd name="connsiteX19" fmla="*/ 110546 w 362309"/>
                <a:gd name="connsiteY19" fmla="*/ 180667 h 361971"/>
                <a:gd name="connsiteX20" fmla="*/ 110546 w 362309"/>
                <a:gd name="connsiteY20" fmla="*/ 181944 h 361971"/>
                <a:gd name="connsiteX21" fmla="*/ 134828 w 362309"/>
                <a:gd name="connsiteY21" fmla="*/ 181944 h 361971"/>
                <a:gd name="connsiteX22" fmla="*/ 141217 w 362309"/>
                <a:gd name="connsiteY22" fmla="*/ 188327 h 361971"/>
                <a:gd name="connsiteX23" fmla="*/ 141217 w 362309"/>
                <a:gd name="connsiteY23" fmla="*/ 226631 h 361971"/>
                <a:gd name="connsiteX24" fmla="*/ 134828 w 362309"/>
                <a:gd name="connsiteY24" fmla="*/ 233015 h 361971"/>
                <a:gd name="connsiteX25" fmla="*/ 72845 w 362309"/>
                <a:gd name="connsiteY25" fmla="*/ 233015 h 361971"/>
                <a:gd name="connsiteX26" fmla="*/ 66455 w 362309"/>
                <a:gd name="connsiteY26" fmla="*/ 226631 h 361971"/>
                <a:gd name="connsiteX27" fmla="*/ 66455 w 362309"/>
                <a:gd name="connsiteY27" fmla="*/ 188327 h 361971"/>
                <a:gd name="connsiteX28" fmla="*/ 72845 w 362309"/>
                <a:gd name="connsiteY28" fmla="*/ 181944 h 361971"/>
                <a:gd name="connsiteX29" fmla="*/ 97766 w 362309"/>
                <a:gd name="connsiteY29" fmla="*/ 181944 h 361971"/>
                <a:gd name="connsiteX30" fmla="*/ 97766 w 362309"/>
                <a:gd name="connsiteY30" fmla="*/ 180667 h 361971"/>
                <a:gd name="connsiteX31" fmla="*/ 97766 w 362309"/>
                <a:gd name="connsiteY31" fmla="*/ 148747 h 361971"/>
                <a:gd name="connsiteX32" fmla="*/ 73484 w 362309"/>
                <a:gd name="connsiteY32" fmla="*/ 148747 h 361971"/>
                <a:gd name="connsiteX33" fmla="*/ 66455 w 362309"/>
                <a:gd name="connsiteY33" fmla="*/ 143001 h 361971"/>
                <a:gd name="connsiteX34" fmla="*/ 71567 w 362309"/>
                <a:gd name="connsiteY34" fmla="*/ 135979 h 361971"/>
                <a:gd name="connsiteX35" fmla="*/ 71567 w 362309"/>
                <a:gd name="connsiteY35" fmla="*/ 135979 h 361971"/>
                <a:gd name="connsiteX36" fmla="*/ 241540 w 362309"/>
                <a:gd name="connsiteY36" fmla="*/ 81715 h 361971"/>
                <a:gd name="connsiteX37" fmla="*/ 243456 w 362309"/>
                <a:gd name="connsiteY37" fmla="*/ 81077 h 361971"/>
                <a:gd name="connsiteX38" fmla="*/ 243456 w 362309"/>
                <a:gd name="connsiteY38" fmla="*/ 81077 h 361971"/>
                <a:gd name="connsiteX39" fmla="*/ 245373 w 362309"/>
                <a:gd name="connsiteY39" fmla="*/ 81715 h 361971"/>
                <a:gd name="connsiteX40" fmla="*/ 246013 w 362309"/>
                <a:gd name="connsiteY40" fmla="*/ 81715 h 361971"/>
                <a:gd name="connsiteX41" fmla="*/ 247290 w 362309"/>
                <a:gd name="connsiteY41" fmla="*/ 82353 h 361971"/>
                <a:gd name="connsiteX42" fmla="*/ 247929 w 362309"/>
                <a:gd name="connsiteY42" fmla="*/ 82992 h 361971"/>
                <a:gd name="connsiteX43" fmla="*/ 247929 w 362309"/>
                <a:gd name="connsiteY43" fmla="*/ 82992 h 361971"/>
                <a:gd name="connsiteX44" fmla="*/ 293937 w 362309"/>
                <a:gd name="connsiteY44" fmla="*/ 137256 h 361971"/>
                <a:gd name="connsiteX45" fmla="*/ 295215 w 362309"/>
                <a:gd name="connsiteY45" fmla="*/ 14491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1077"/>
                    <a:pt x="281157" y="0"/>
                    <a:pt x="181474" y="0"/>
                  </a:cubicBezTo>
                  <a:close/>
                  <a:moveTo>
                    <a:pt x="295215" y="144916"/>
                  </a:moveTo>
                  <a:cubicBezTo>
                    <a:pt x="293937" y="147470"/>
                    <a:pt x="292020" y="148747"/>
                    <a:pt x="289464" y="148747"/>
                  </a:cubicBezTo>
                  <a:lnTo>
                    <a:pt x="272850" y="148747"/>
                  </a:lnTo>
                  <a:lnTo>
                    <a:pt x="272850" y="266850"/>
                  </a:lnTo>
                  <a:lnTo>
                    <a:pt x="274128" y="266850"/>
                  </a:lnTo>
                  <a:cubicBezTo>
                    <a:pt x="277962" y="266850"/>
                    <a:pt x="280518" y="269404"/>
                    <a:pt x="280518" y="273234"/>
                  </a:cubicBezTo>
                  <a:cubicBezTo>
                    <a:pt x="280518" y="277065"/>
                    <a:pt x="277962" y="279618"/>
                    <a:pt x="274128" y="279618"/>
                  </a:cubicBezTo>
                  <a:lnTo>
                    <a:pt x="88820" y="279618"/>
                  </a:lnTo>
                  <a:cubicBezTo>
                    <a:pt x="84986" y="279618"/>
                    <a:pt x="82430" y="277065"/>
                    <a:pt x="82430" y="273234"/>
                  </a:cubicBezTo>
                  <a:cubicBezTo>
                    <a:pt x="82430" y="269404"/>
                    <a:pt x="84986" y="266850"/>
                    <a:pt x="88820" y="266850"/>
                  </a:cubicBezTo>
                  <a:lnTo>
                    <a:pt x="221731" y="266850"/>
                  </a:lnTo>
                  <a:lnTo>
                    <a:pt x="221731" y="148747"/>
                  </a:lnTo>
                  <a:lnTo>
                    <a:pt x="110546" y="148747"/>
                  </a:lnTo>
                  <a:lnTo>
                    <a:pt x="110546" y="180667"/>
                  </a:lnTo>
                  <a:cubicBezTo>
                    <a:pt x="110546" y="181305"/>
                    <a:pt x="110546" y="181305"/>
                    <a:pt x="110546" y="181944"/>
                  </a:cubicBezTo>
                  <a:lnTo>
                    <a:pt x="134828" y="181944"/>
                  </a:lnTo>
                  <a:cubicBezTo>
                    <a:pt x="138661" y="181944"/>
                    <a:pt x="141217" y="184497"/>
                    <a:pt x="141217" y="188327"/>
                  </a:cubicBezTo>
                  <a:lnTo>
                    <a:pt x="141217" y="226631"/>
                  </a:lnTo>
                  <a:cubicBezTo>
                    <a:pt x="141217" y="230462"/>
                    <a:pt x="138661" y="233015"/>
                    <a:pt x="134828" y="233015"/>
                  </a:cubicBezTo>
                  <a:lnTo>
                    <a:pt x="72845" y="233015"/>
                  </a:lnTo>
                  <a:cubicBezTo>
                    <a:pt x="69011" y="233015"/>
                    <a:pt x="66455" y="230462"/>
                    <a:pt x="66455" y="226631"/>
                  </a:cubicBezTo>
                  <a:lnTo>
                    <a:pt x="66455" y="188327"/>
                  </a:lnTo>
                  <a:cubicBezTo>
                    <a:pt x="66455" y="184497"/>
                    <a:pt x="69011" y="181944"/>
                    <a:pt x="72845" y="181944"/>
                  </a:cubicBezTo>
                  <a:lnTo>
                    <a:pt x="97766" y="181944"/>
                  </a:lnTo>
                  <a:cubicBezTo>
                    <a:pt x="97766" y="181305"/>
                    <a:pt x="97766" y="181305"/>
                    <a:pt x="97766" y="180667"/>
                  </a:cubicBezTo>
                  <a:lnTo>
                    <a:pt x="97766" y="148747"/>
                  </a:lnTo>
                  <a:lnTo>
                    <a:pt x="73484" y="148747"/>
                  </a:lnTo>
                  <a:cubicBezTo>
                    <a:pt x="69650" y="149385"/>
                    <a:pt x="66455" y="146832"/>
                    <a:pt x="66455" y="143001"/>
                  </a:cubicBezTo>
                  <a:cubicBezTo>
                    <a:pt x="65816" y="139171"/>
                    <a:pt x="68372" y="135979"/>
                    <a:pt x="71567" y="135979"/>
                  </a:cubicBezTo>
                  <a:lnTo>
                    <a:pt x="71567" y="135979"/>
                  </a:lnTo>
                  <a:lnTo>
                    <a:pt x="241540" y="81715"/>
                  </a:lnTo>
                  <a:cubicBezTo>
                    <a:pt x="242178" y="81715"/>
                    <a:pt x="242818" y="81715"/>
                    <a:pt x="243456" y="81077"/>
                  </a:cubicBezTo>
                  <a:lnTo>
                    <a:pt x="243456" y="81077"/>
                  </a:lnTo>
                  <a:cubicBezTo>
                    <a:pt x="244095" y="81077"/>
                    <a:pt x="244735" y="81077"/>
                    <a:pt x="245373" y="81715"/>
                  </a:cubicBezTo>
                  <a:lnTo>
                    <a:pt x="246013" y="81715"/>
                  </a:lnTo>
                  <a:cubicBezTo>
                    <a:pt x="246651" y="81715"/>
                    <a:pt x="246651" y="82353"/>
                    <a:pt x="247290" y="82353"/>
                  </a:cubicBezTo>
                  <a:lnTo>
                    <a:pt x="247929" y="82992"/>
                  </a:lnTo>
                  <a:lnTo>
                    <a:pt x="247929" y="82992"/>
                  </a:lnTo>
                  <a:lnTo>
                    <a:pt x="293937" y="137256"/>
                  </a:lnTo>
                  <a:cubicBezTo>
                    <a:pt x="296493" y="139171"/>
                    <a:pt x="296493" y="142363"/>
                    <a:pt x="295215" y="144916"/>
                  </a:cubicBezTo>
                  <a:close/>
                </a:path>
              </a:pathLst>
            </a:custGeom>
            <a:solidFill>
              <a:srgbClr val="00A3E0"/>
            </a:solidFill>
            <a:ln w="6390" cap="flat">
              <a:noFill/>
              <a:prstDash val="solid"/>
              <a:miter/>
            </a:ln>
          </p:spPr>
          <p:txBody>
            <a:bodyPr rtlCol="0" anchor="ctr"/>
            <a:lstStyle/>
            <a:p>
              <a:endParaRPr lang="en-US"/>
            </a:p>
          </p:txBody>
        </p:sp>
        <p:sp>
          <p:nvSpPr>
            <p:cNvPr id="1095" name="Graphic 4">
              <a:extLst>
                <a:ext uri="{FF2B5EF4-FFF2-40B4-BE49-F238E27FC236}">
                  <a16:creationId xmlns:a16="http://schemas.microsoft.com/office/drawing/2014/main" id="{187FE50E-05A2-3F46-9571-E89194A959AF}"/>
                </a:ext>
              </a:extLst>
            </p:cNvPr>
            <p:cNvSpPr/>
            <p:nvPr/>
          </p:nvSpPr>
          <p:spPr>
            <a:xfrm>
              <a:off x="6395688" y="1023514"/>
              <a:ext cx="26198" cy="30643"/>
            </a:xfrm>
            <a:custGeom>
              <a:avLst/>
              <a:gdLst>
                <a:gd name="connsiteX0" fmla="*/ 0 w 26198"/>
                <a:gd name="connsiteY0" fmla="*/ 29366 h 30643"/>
                <a:gd name="connsiteX1" fmla="*/ 0 w 26198"/>
                <a:gd name="connsiteY1" fmla="*/ 30643 h 30643"/>
                <a:gd name="connsiteX2" fmla="*/ 26199 w 26198"/>
                <a:gd name="connsiteY2" fmla="*/ 30643 h 30643"/>
                <a:gd name="connsiteX3" fmla="*/ 0 w 26198"/>
                <a:gd name="connsiteY3" fmla="*/ 0 h 30643"/>
                <a:gd name="connsiteX4" fmla="*/ 0 w 26198"/>
                <a:gd name="connsiteY4" fmla="*/ 29366 h 3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98" h="30643">
                  <a:moveTo>
                    <a:pt x="0" y="29366"/>
                  </a:moveTo>
                  <a:cubicBezTo>
                    <a:pt x="0" y="30005"/>
                    <a:pt x="0" y="30005"/>
                    <a:pt x="0" y="30643"/>
                  </a:cubicBezTo>
                  <a:lnTo>
                    <a:pt x="26199" y="30643"/>
                  </a:lnTo>
                  <a:lnTo>
                    <a:pt x="0" y="0"/>
                  </a:lnTo>
                  <a:lnTo>
                    <a:pt x="0" y="29366"/>
                  </a:lnTo>
                  <a:close/>
                </a:path>
              </a:pathLst>
            </a:custGeom>
            <a:solidFill>
              <a:srgbClr val="00A3E0"/>
            </a:solidFill>
            <a:ln w="6390" cap="flat">
              <a:noFill/>
              <a:prstDash val="solid"/>
              <a:miter/>
            </a:ln>
          </p:spPr>
          <p:txBody>
            <a:bodyPr rtlCol="0" anchor="ctr"/>
            <a:lstStyle/>
            <a:p>
              <a:endParaRPr lang="en-US"/>
            </a:p>
          </p:txBody>
        </p:sp>
        <p:sp>
          <p:nvSpPr>
            <p:cNvPr id="1096" name="Graphic 4">
              <a:extLst>
                <a:ext uri="{FF2B5EF4-FFF2-40B4-BE49-F238E27FC236}">
                  <a16:creationId xmlns:a16="http://schemas.microsoft.com/office/drawing/2014/main" id="{937FE393-7442-E848-AC7B-36570DA69D79}"/>
                </a:ext>
              </a:extLst>
            </p:cNvPr>
            <p:cNvSpPr/>
            <p:nvPr/>
          </p:nvSpPr>
          <p:spPr>
            <a:xfrm>
              <a:off x="6380352" y="1066926"/>
              <a:ext cx="26198" cy="37665"/>
            </a:xfrm>
            <a:custGeom>
              <a:avLst/>
              <a:gdLst>
                <a:gd name="connsiteX0" fmla="*/ 0 w 26198"/>
                <a:gd name="connsiteY0" fmla="*/ 37665 h 37665"/>
                <a:gd name="connsiteX1" fmla="*/ 26199 w 26198"/>
                <a:gd name="connsiteY1" fmla="*/ 6384 h 37665"/>
                <a:gd name="connsiteX2" fmla="*/ 26199 w 26198"/>
                <a:gd name="connsiteY2" fmla="*/ 0 h 37665"/>
                <a:gd name="connsiteX3" fmla="*/ 0 w 26198"/>
                <a:gd name="connsiteY3" fmla="*/ 0 h 37665"/>
              </a:gdLst>
              <a:ahLst/>
              <a:cxnLst>
                <a:cxn ang="0">
                  <a:pos x="connsiteX0" y="connsiteY0"/>
                </a:cxn>
                <a:cxn ang="0">
                  <a:pos x="connsiteX1" y="connsiteY1"/>
                </a:cxn>
                <a:cxn ang="0">
                  <a:pos x="connsiteX2" y="connsiteY2"/>
                </a:cxn>
                <a:cxn ang="0">
                  <a:pos x="connsiteX3" y="connsiteY3"/>
                </a:cxn>
              </a:cxnLst>
              <a:rect l="l" t="t" r="r" b="b"/>
              <a:pathLst>
                <a:path w="26198" h="37665">
                  <a:moveTo>
                    <a:pt x="0" y="37665"/>
                  </a:moveTo>
                  <a:lnTo>
                    <a:pt x="26199" y="6384"/>
                  </a:lnTo>
                  <a:lnTo>
                    <a:pt x="26199" y="0"/>
                  </a:lnTo>
                  <a:lnTo>
                    <a:pt x="0" y="0"/>
                  </a:lnTo>
                  <a:close/>
                </a:path>
              </a:pathLst>
            </a:custGeom>
            <a:solidFill>
              <a:srgbClr val="00A3E0"/>
            </a:solidFill>
            <a:ln w="6390" cap="flat">
              <a:noFill/>
              <a:prstDash val="solid"/>
              <a:miter/>
            </a:ln>
          </p:spPr>
          <p:txBody>
            <a:bodyPr rtlCol="0" anchor="ctr"/>
            <a:lstStyle/>
            <a:p>
              <a:endParaRPr lang="en-US"/>
            </a:p>
          </p:txBody>
        </p:sp>
      </p:grpSp>
      <p:grpSp>
        <p:nvGrpSpPr>
          <p:cNvPr id="1097" name="Graphic 4">
            <a:extLst>
              <a:ext uri="{FF2B5EF4-FFF2-40B4-BE49-F238E27FC236}">
                <a16:creationId xmlns:a16="http://schemas.microsoft.com/office/drawing/2014/main" id="{1CC342C1-7540-924B-A820-26BE91852EA0}"/>
              </a:ext>
            </a:extLst>
          </p:cNvPr>
          <p:cNvGrpSpPr>
            <a:grpSpLocks noChangeAspect="1"/>
          </p:cNvGrpSpPr>
          <p:nvPr/>
        </p:nvGrpSpPr>
        <p:grpSpPr>
          <a:xfrm>
            <a:off x="1952125" y="1402723"/>
            <a:ext cx="362313" cy="361971"/>
            <a:chOff x="1952125" y="1402723"/>
            <a:chExt cx="362313" cy="361971"/>
          </a:xfrm>
          <a:solidFill>
            <a:srgbClr val="0076A8"/>
          </a:solidFill>
        </p:grpSpPr>
        <p:sp>
          <p:nvSpPr>
            <p:cNvPr id="1098" name="Graphic 4">
              <a:extLst>
                <a:ext uri="{FF2B5EF4-FFF2-40B4-BE49-F238E27FC236}">
                  <a16:creationId xmlns:a16="http://schemas.microsoft.com/office/drawing/2014/main" id="{238684D4-8FD8-7548-825B-9B4C77477204}"/>
                </a:ext>
              </a:extLst>
            </p:cNvPr>
            <p:cNvSpPr/>
            <p:nvPr/>
          </p:nvSpPr>
          <p:spPr>
            <a:xfrm>
              <a:off x="2041584" y="1573814"/>
              <a:ext cx="50480" cy="80438"/>
            </a:xfrm>
            <a:custGeom>
              <a:avLst/>
              <a:gdLst>
                <a:gd name="connsiteX0" fmla="*/ 50480 w 50480"/>
                <a:gd name="connsiteY0" fmla="*/ 80438 h 80438"/>
                <a:gd name="connsiteX1" fmla="*/ 50480 w 50480"/>
                <a:gd name="connsiteY1" fmla="*/ 33835 h 80438"/>
                <a:gd name="connsiteX2" fmla="*/ 0 w 50480"/>
                <a:gd name="connsiteY2" fmla="*/ 0 h 80438"/>
                <a:gd name="connsiteX3" fmla="*/ 0 w 50480"/>
                <a:gd name="connsiteY3" fmla="*/ 80438 h 80438"/>
              </a:gdLst>
              <a:ahLst/>
              <a:cxnLst>
                <a:cxn ang="0">
                  <a:pos x="connsiteX0" y="connsiteY0"/>
                </a:cxn>
                <a:cxn ang="0">
                  <a:pos x="connsiteX1" y="connsiteY1"/>
                </a:cxn>
                <a:cxn ang="0">
                  <a:pos x="connsiteX2" y="connsiteY2"/>
                </a:cxn>
                <a:cxn ang="0">
                  <a:pos x="connsiteX3" y="connsiteY3"/>
                </a:cxn>
              </a:cxnLst>
              <a:rect l="l" t="t" r="r" b="b"/>
              <a:pathLst>
                <a:path w="50480" h="80438">
                  <a:moveTo>
                    <a:pt x="50480" y="80438"/>
                  </a:moveTo>
                  <a:lnTo>
                    <a:pt x="50480" y="33835"/>
                  </a:lnTo>
                  <a:lnTo>
                    <a:pt x="0" y="0"/>
                  </a:lnTo>
                  <a:lnTo>
                    <a:pt x="0" y="80438"/>
                  </a:lnTo>
                  <a:close/>
                </a:path>
              </a:pathLst>
            </a:custGeom>
            <a:solidFill>
              <a:srgbClr val="0076A8"/>
            </a:solidFill>
            <a:ln w="6390" cap="flat">
              <a:noFill/>
              <a:prstDash val="solid"/>
              <a:miter/>
            </a:ln>
          </p:spPr>
          <p:txBody>
            <a:bodyPr rtlCol="0" anchor="ctr"/>
            <a:lstStyle/>
            <a:p>
              <a:endParaRPr lang="en-US"/>
            </a:p>
          </p:txBody>
        </p:sp>
        <p:sp>
          <p:nvSpPr>
            <p:cNvPr id="1099" name="Graphic 4">
              <a:extLst>
                <a:ext uri="{FF2B5EF4-FFF2-40B4-BE49-F238E27FC236}">
                  <a16:creationId xmlns:a16="http://schemas.microsoft.com/office/drawing/2014/main" id="{74434DF8-C145-5146-A65B-388768DC0237}"/>
                </a:ext>
              </a:extLst>
            </p:cNvPr>
            <p:cNvSpPr/>
            <p:nvPr/>
          </p:nvSpPr>
          <p:spPr>
            <a:xfrm>
              <a:off x="2104206" y="1574452"/>
              <a:ext cx="55592" cy="80438"/>
            </a:xfrm>
            <a:custGeom>
              <a:avLst/>
              <a:gdLst>
                <a:gd name="connsiteX0" fmla="*/ 51759 w 55592"/>
                <a:gd name="connsiteY0" fmla="*/ 79800 h 80438"/>
                <a:gd name="connsiteX1" fmla="*/ 55593 w 55592"/>
                <a:gd name="connsiteY1" fmla="*/ 35750 h 80438"/>
                <a:gd name="connsiteX2" fmla="*/ 53676 w 55592"/>
                <a:gd name="connsiteY2" fmla="*/ 35112 h 80438"/>
                <a:gd name="connsiteX3" fmla="*/ 0 w 55592"/>
                <a:gd name="connsiteY3" fmla="*/ 0 h 80438"/>
                <a:gd name="connsiteX4" fmla="*/ 0 w 55592"/>
                <a:gd name="connsiteY4" fmla="*/ 80438 h 80438"/>
                <a:gd name="connsiteX5" fmla="*/ 51759 w 55592"/>
                <a:gd name="connsiteY5" fmla="*/ 79800 h 80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592" h="80438">
                  <a:moveTo>
                    <a:pt x="51759" y="79800"/>
                  </a:moveTo>
                  <a:lnTo>
                    <a:pt x="55593" y="35750"/>
                  </a:lnTo>
                  <a:cubicBezTo>
                    <a:pt x="54954" y="35750"/>
                    <a:pt x="54314" y="35112"/>
                    <a:pt x="53676" y="35112"/>
                  </a:cubicBezTo>
                  <a:lnTo>
                    <a:pt x="0" y="0"/>
                  </a:lnTo>
                  <a:lnTo>
                    <a:pt x="0" y="80438"/>
                  </a:lnTo>
                  <a:lnTo>
                    <a:pt x="51759" y="79800"/>
                  </a:lnTo>
                  <a:close/>
                </a:path>
              </a:pathLst>
            </a:custGeom>
            <a:solidFill>
              <a:srgbClr val="0076A8"/>
            </a:solidFill>
            <a:ln w="6390" cap="flat">
              <a:noFill/>
              <a:prstDash val="solid"/>
              <a:miter/>
            </a:ln>
          </p:spPr>
          <p:txBody>
            <a:bodyPr rtlCol="0" anchor="ctr"/>
            <a:lstStyle/>
            <a:p>
              <a:endParaRPr lang="en-US"/>
            </a:p>
          </p:txBody>
        </p:sp>
        <p:sp>
          <p:nvSpPr>
            <p:cNvPr id="1100" name="Graphic 4">
              <a:extLst>
                <a:ext uri="{FF2B5EF4-FFF2-40B4-BE49-F238E27FC236}">
                  <a16:creationId xmlns:a16="http://schemas.microsoft.com/office/drawing/2014/main" id="{FB141C26-87EC-0149-A5FD-43385C872BC8}"/>
                </a:ext>
              </a:extLst>
            </p:cNvPr>
            <p:cNvSpPr/>
            <p:nvPr/>
          </p:nvSpPr>
          <p:spPr>
            <a:xfrm>
              <a:off x="2168744" y="1512528"/>
              <a:ext cx="56231" cy="141724"/>
            </a:xfrm>
            <a:custGeom>
              <a:avLst/>
              <a:gdLst>
                <a:gd name="connsiteX0" fmla="*/ 13419 w 56231"/>
                <a:gd name="connsiteY0" fmla="*/ 0 h 141724"/>
                <a:gd name="connsiteX1" fmla="*/ 0 w 56231"/>
                <a:gd name="connsiteY1" fmla="*/ 141724 h 141724"/>
                <a:gd name="connsiteX2" fmla="*/ 639 w 56231"/>
                <a:gd name="connsiteY2" fmla="*/ 141724 h 141724"/>
                <a:gd name="connsiteX3" fmla="*/ 56232 w 56231"/>
                <a:gd name="connsiteY3" fmla="*/ 141724 h 141724"/>
                <a:gd name="connsiteX4" fmla="*/ 37062 w 56231"/>
                <a:gd name="connsiteY4" fmla="*/ 0 h 141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31" h="141724">
                  <a:moveTo>
                    <a:pt x="13419" y="0"/>
                  </a:moveTo>
                  <a:lnTo>
                    <a:pt x="0" y="141724"/>
                  </a:lnTo>
                  <a:lnTo>
                    <a:pt x="639" y="141724"/>
                  </a:lnTo>
                  <a:lnTo>
                    <a:pt x="56232" y="141724"/>
                  </a:lnTo>
                  <a:lnTo>
                    <a:pt x="37062" y="0"/>
                  </a:lnTo>
                  <a:close/>
                </a:path>
              </a:pathLst>
            </a:custGeom>
            <a:solidFill>
              <a:srgbClr val="0076A8"/>
            </a:solidFill>
            <a:ln w="6390" cap="flat">
              <a:noFill/>
              <a:prstDash val="solid"/>
              <a:miter/>
            </a:ln>
          </p:spPr>
          <p:txBody>
            <a:bodyPr rtlCol="0" anchor="ctr"/>
            <a:lstStyle/>
            <a:p>
              <a:endParaRPr lang="en-US"/>
            </a:p>
          </p:txBody>
        </p:sp>
        <p:sp>
          <p:nvSpPr>
            <p:cNvPr id="1101" name="Graphic 4">
              <a:extLst>
                <a:ext uri="{FF2B5EF4-FFF2-40B4-BE49-F238E27FC236}">
                  <a16:creationId xmlns:a16="http://schemas.microsoft.com/office/drawing/2014/main" id="{AC56737E-5CC7-E045-A981-73F5F468F6C8}"/>
                </a:ext>
              </a:extLst>
            </p:cNvPr>
            <p:cNvSpPr/>
            <p:nvPr/>
          </p:nvSpPr>
          <p:spPr>
            <a:xfrm>
              <a:off x="1952125" y="14027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84991 w 362313"/>
                <a:gd name="connsiteY6" fmla="*/ 262382 h 361971"/>
                <a:gd name="connsiteX7" fmla="*/ 279879 w 362313"/>
                <a:gd name="connsiteY7" fmla="*/ 264297 h 361971"/>
                <a:gd name="connsiteX8" fmla="*/ 82430 w 362313"/>
                <a:gd name="connsiteY8" fmla="*/ 264297 h 361971"/>
                <a:gd name="connsiteX9" fmla="*/ 76040 w 362313"/>
                <a:gd name="connsiteY9" fmla="*/ 257913 h 361971"/>
                <a:gd name="connsiteX10" fmla="*/ 76040 w 362313"/>
                <a:gd name="connsiteY10" fmla="*/ 159600 h 361971"/>
                <a:gd name="connsiteX11" fmla="*/ 79235 w 362313"/>
                <a:gd name="connsiteY11" fmla="*/ 153854 h 361971"/>
                <a:gd name="connsiteX12" fmla="*/ 85625 w 362313"/>
                <a:gd name="connsiteY12" fmla="*/ 154492 h 361971"/>
                <a:gd name="connsiteX13" fmla="*/ 139301 w 362313"/>
                <a:gd name="connsiteY13" fmla="*/ 190243 h 361971"/>
                <a:gd name="connsiteX14" fmla="*/ 139301 w 362313"/>
                <a:gd name="connsiteY14" fmla="*/ 159600 h 361971"/>
                <a:gd name="connsiteX15" fmla="*/ 142496 w 362313"/>
                <a:gd name="connsiteY15" fmla="*/ 153854 h 361971"/>
                <a:gd name="connsiteX16" fmla="*/ 148885 w 362313"/>
                <a:gd name="connsiteY16" fmla="*/ 154492 h 361971"/>
                <a:gd name="connsiteX17" fmla="*/ 208312 w 362313"/>
                <a:gd name="connsiteY17" fmla="*/ 194073 h 361971"/>
                <a:gd name="connsiteX18" fmla="*/ 216619 w 362313"/>
                <a:gd name="connsiteY18" fmla="*/ 102782 h 361971"/>
                <a:gd name="connsiteX19" fmla="*/ 223009 w 362313"/>
                <a:gd name="connsiteY19" fmla="*/ 97037 h 361971"/>
                <a:gd name="connsiteX20" fmla="*/ 258153 w 362313"/>
                <a:gd name="connsiteY20" fmla="*/ 97037 h 361971"/>
                <a:gd name="connsiteX21" fmla="*/ 264543 w 362313"/>
                <a:gd name="connsiteY21" fmla="*/ 102782 h 361971"/>
                <a:gd name="connsiteX22" fmla="*/ 285630 w 362313"/>
                <a:gd name="connsiteY22" fmla="*/ 257913 h 361971"/>
                <a:gd name="connsiteX23" fmla="*/ 284991 w 362313"/>
                <a:gd name="connsiteY23" fmla="*/ 26238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284991" y="262382"/>
                  </a:moveTo>
                  <a:cubicBezTo>
                    <a:pt x="283713" y="263658"/>
                    <a:pt x="281796" y="264297"/>
                    <a:pt x="279879" y="264297"/>
                  </a:cubicBezTo>
                  <a:lnTo>
                    <a:pt x="82430" y="264297"/>
                  </a:lnTo>
                  <a:cubicBezTo>
                    <a:pt x="78596" y="264297"/>
                    <a:pt x="76040" y="261743"/>
                    <a:pt x="76040" y="257913"/>
                  </a:cubicBezTo>
                  <a:lnTo>
                    <a:pt x="76040" y="159600"/>
                  </a:lnTo>
                  <a:cubicBezTo>
                    <a:pt x="76040" y="157046"/>
                    <a:pt x="77318" y="155131"/>
                    <a:pt x="79235" y="153854"/>
                  </a:cubicBezTo>
                  <a:cubicBezTo>
                    <a:pt x="81152" y="152577"/>
                    <a:pt x="83708" y="153216"/>
                    <a:pt x="85625" y="154492"/>
                  </a:cubicBezTo>
                  <a:lnTo>
                    <a:pt x="139301" y="190243"/>
                  </a:lnTo>
                  <a:lnTo>
                    <a:pt x="139301" y="159600"/>
                  </a:lnTo>
                  <a:cubicBezTo>
                    <a:pt x="139301" y="157046"/>
                    <a:pt x="140579" y="155131"/>
                    <a:pt x="142496" y="153854"/>
                  </a:cubicBezTo>
                  <a:cubicBezTo>
                    <a:pt x="144413" y="152577"/>
                    <a:pt x="146969" y="153216"/>
                    <a:pt x="148885" y="154492"/>
                  </a:cubicBezTo>
                  <a:lnTo>
                    <a:pt x="208312" y="194073"/>
                  </a:lnTo>
                  <a:lnTo>
                    <a:pt x="216619" y="102782"/>
                  </a:lnTo>
                  <a:cubicBezTo>
                    <a:pt x="216619" y="99590"/>
                    <a:pt x="219814" y="97037"/>
                    <a:pt x="223009" y="97037"/>
                  </a:cubicBezTo>
                  <a:lnTo>
                    <a:pt x="258153" y="97037"/>
                  </a:lnTo>
                  <a:cubicBezTo>
                    <a:pt x="261348" y="97037"/>
                    <a:pt x="263904" y="99590"/>
                    <a:pt x="264543" y="102782"/>
                  </a:cubicBezTo>
                  <a:lnTo>
                    <a:pt x="285630" y="257913"/>
                  </a:lnTo>
                  <a:cubicBezTo>
                    <a:pt x="286908" y="259190"/>
                    <a:pt x="286269" y="261105"/>
                    <a:pt x="284991" y="262382"/>
                  </a:cubicBezTo>
                  <a:close/>
                </a:path>
              </a:pathLst>
            </a:custGeom>
            <a:solidFill>
              <a:srgbClr val="0076A8"/>
            </a:solidFill>
            <a:ln w="6390" cap="flat">
              <a:noFill/>
              <a:prstDash val="solid"/>
              <a:miter/>
            </a:ln>
          </p:spPr>
          <p:txBody>
            <a:bodyPr rtlCol="0" anchor="ctr"/>
            <a:lstStyle/>
            <a:p>
              <a:endParaRPr lang="en-US"/>
            </a:p>
          </p:txBody>
        </p:sp>
      </p:grpSp>
      <p:grpSp>
        <p:nvGrpSpPr>
          <p:cNvPr id="1102" name="Graphic 4">
            <a:extLst>
              <a:ext uri="{FF2B5EF4-FFF2-40B4-BE49-F238E27FC236}">
                <a16:creationId xmlns:a16="http://schemas.microsoft.com/office/drawing/2014/main" id="{BCBA47CE-6CF4-B648-A04F-CD9DEF3EDB79}"/>
              </a:ext>
            </a:extLst>
          </p:cNvPr>
          <p:cNvGrpSpPr>
            <a:grpSpLocks noChangeAspect="1"/>
          </p:cNvGrpSpPr>
          <p:nvPr/>
        </p:nvGrpSpPr>
        <p:grpSpPr>
          <a:xfrm>
            <a:off x="905454" y="1402723"/>
            <a:ext cx="362309" cy="361971"/>
            <a:chOff x="905454" y="1402723"/>
            <a:chExt cx="362309" cy="361971"/>
          </a:xfrm>
          <a:solidFill>
            <a:srgbClr val="0076A8"/>
          </a:solidFill>
        </p:grpSpPr>
        <p:sp>
          <p:nvSpPr>
            <p:cNvPr id="1103" name="Graphic 4">
              <a:extLst>
                <a:ext uri="{FF2B5EF4-FFF2-40B4-BE49-F238E27FC236}">
                  <a16:creationId xmlns:a16="http://schemas.microsoft.com/office/drawing/2014/main" id="{340803BE-7832-4048-88B4-46575FC990A1}"/>
                </a:ext>
              </a:extLst>
            </p:cNvPr>
            <p:cNvSpPr/>
            <p:nvPr/>
          </p:nvSpPr>
          <p:spPr>
            <a:xfrm>
              <a:off x="983411" y="1599988"/>
              <a:ext cx="57509" cy="67670"/>
            </a:xfrm>
            <a:custGeom>
              <a:avLst/>
              <a:gdLst>
                <a:gd name="connsiteX0" fmla="*/ 57509 w 57509"/>
                <a:gd name="connsiteY0" fmla="*/ 67670 h 67670"/>
                <a:gd name="connsiteX1" fmla="*/ 57509 w 57509"/>
                <a:gd name="connsiteY1" fmla="*/ 38304 h 67670"/>
                <a:gd name="connsiteX2" fmla="*/ 0 w 57509"/>
                <a:gd name="connsiteY2" fmla="*/ 0 h 67670"/>
                <a:gd name="connsiteX3" fmla="*/ 0 w 57509"/>
                <a:gd name="connsiteY3" fmla="*/ 67670 h 67670"/>
              </a:gdLst>
              <a:ahLst/>
              <a:cxnLst>
                <a:cxn ang="0">
                  <a:pos x="connsiteX0" y="connsiteY0"/>
                </a:cxn>
                <a:cxn ang="0">
                  <a:pos x="connsiteX1" y="connsiteY1"/>
                </a:cxn>
                <a:cxn ang="0">
                  <a:pos x="connsiteX2" y="connsiteY2"/>
                </a:cxn>
                <a:cxn ang="0">
                  <a:pos x="connsiteX3" y="connsiteY3"/>
                </a:cxn>
              </a:cxnLst>
              <a:rect l="l" t="t" r="r" b="b"/>
              <a:pathLst>
                <a:path w="57509" h="67670">
                  <a:moveTo>
                    <a:pt x="57509" y="67670"/>
                  </a:moveTo>
                  <a:lnTo>
                    <a:pt x="57509" y="38304"/>
                  </a:lnTo>
                  <a:lnTo>
                    <a:pt x="0" y="0"/>
                  </a:lnTo>
                  <a:lnTo>
                    <a:pt x="0" y="67670"/>
                  </a:lnTo>
                  <a:close/>
                </a:path>
              </a:pathLst>
            </a:custGeom>
            <a:solidFill>
              <a:srgbClr val="0076A8"/>
            </a:solidFill>
            <a:ln w="6390" cap="flat">
              <a:noFill/>
              <a:prstDash val="solid"/>
              <a:miter/>
            </a:ln>
          </p:spPr>
          <p:txBody>
            <a:bodyPr rtlCol="0" anchor="ctr"/>
            <a:lstStyle/>
            <a:p>
              <a:endParaRPr lang="en-US"/>
            </a:p>
          </p:txBody>
        </p:sp>
        <p:sp>
          <p:nvSpPr>
            <p:cNvPr id="1104" name="Graphic 4">
              <a:extLst>
                <a:ext uri="{FF2B5EF4-FFF2-40B4-BE49-F238E27FC236}">
                  <a16:creationId xmlns:a16="http://schemas.microsoft.com/office/drawing/2014/main" id="{A10D7555-D48F-9E45-9030-B35EDC741C11}"/>
                </a:ext>
              </a:extLst>
            </p:cNvPr>
            <p:cNvSpPr/>
            <p:nvPr/>
          </p:nvSpPr>
          <p:spPr>
            <a:xfrm>
              <a:off x="1117599" y="1555300"/>
              <a:ext cx="70928" cy="112358"/>
            </a:xfrm>
            <a:custGeom>
              <a:avLst/>
              <a:gdLst>
                <a:gd name="connsiteX0" fmla="*/ 14058 w 70928"/>
                <a:gd name="connsiteY0" fmla="*/ 0 h 112358"/>
                <a:gd name="connsiteX1" fmla="*/ 0 w 70928"/>
                <a:gd name="connsiteY1" fmla="*/ 112358 h 112358"/>
                <a:gd name="connsiteX2" fmla="*/ 0 w 70928"/>
                <a:gd name="connsiteY2" fmla="*/ 112358 h 112358"/>
                <a:gd name="connsiteX3" fmla="*/ 70928 w 70928"/>
                <a:gd name="connsiteY3" fmla="*/ 112358 h 112358"/>
                <a:gd name="connsiteX4" fmla="*/ 49842 w 70928"/>
                <a:gd name="connsiteY4" fmla="*/ 0 h 112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928" h="112358">
                  <a:moveTo>
                    <a:pt x="14058" y="0"/>
                  </a:moveTo>
                  <a:lnTo>
                    <a:pt x="0" y="112358"/>
                  </a:lnTo>
                  <a:lnTo>
                    <a:pt x="0" y="112358"/>
                  </a:lnTo>
                  <a:lnTo>
                    <a:pt x="70928" y="112358"/>
                  </a:lnTo>
                  <a:lnTo>
                    <a:pt x="49842" y="0"/>
                  </a:lnTo>
                  <a:close/>
                </a:path>
              </a:pathLst>
            </a:custGeom>
            <a:solidFill>
              <a:srgbClr val="0076A8"/>
            </a:solidFill>
            <a:ln w="6390" cap="flat">
              <a:noFill/>
              <a:prstDash val="solid"/>
              <a:miter/>
            </a:ln>
          </p:spPr>
          <p:txBody>
            <a:bodyPr rtlCol="0" anchor="ctr"/>
            <a:lstStyle/>
            <a:p>
              <a:endParaRPr lang="en-US"/>
            </a:p>
          </p:txBody>
        </p:sp>
        <p:sp>
          <p:nvSpPr>
            <p:cNvPr id="1105" name="Graphic 4">
              <a:extLst>
                <a:ext uri="{FF2B5EF4-FFF2-40B4-BE49-F238E27FC236}">
                  <a16:creationId xmlns:a16="http://schemas.microsoft.com/office/drawing/2014/main" id="{8283DF6C-CC37-F949-83EA-4053CA15CB94}"/>
                </a:ext>
              </a:extLst>
            </p:cNvPr>
            <p:cNvSpPr/>
            <p:nvPr/>
          </p:nvSpPr>
          <p:spPr>
            <a:xfrm>
              <a:off x="1053700" y="1599988"/>
              <a:ext cx="54314" cy="67670"/>
            </a:xfrm>
            <a:custGeom>
              <a:avLst/>
              <a:gdLst>
                <a:gd name="connsiteX0" fmla="*/ 50481 w 54314"/>
                <a:gd name="connsiteY0" fmla="*/ 67670 h 67670"/>
                <a:gd name="connsiteX1" fmla="*/ 54314 w 54314"/>
                <a:gd name="connsiteY1" fmla="*/ 36389 h 67670"/>
                <a:gd name="connsiteX2" fmla="*/ 0 w 54314"/>
                <a:gd name="connsiteY2" fmla="*/ 0 h 67670"/>
                <a:gd name="connsiteX3" fmla="*/ 0 w 54314"/>
                <a:gd name="connsiteY3" fmla="*/ 67670 h 67670"/>
              </a:gdLst>
              <a:ahLst/>
              <a:cxnLst>
                <a:cxn ang="0">
                  <a:pos x="connsiteX0" y="connsiteY0"/>
                </a:cxn>
                <a:cxn ang="0">
                  <a:pos x="connsiteX1" y="connsiteY1"/>
                </a:cxn>
                <a:cxn ang="0">
                  <a:pos x="connsiteX2" y="connsiteY2"/>
                </a:cxn>
                <a:cxn ang="0">
                  <a:pos x="connsiteX3" y="connsiteY3"/>
                </a:cxn>
              </a:cxnLst>
              <a:rect l="l" t="t" r="r" b="b"/>
              <a:pathLst>
                <a:path w="54314" h="67670">
                  <a:moveTo>
                    <a:pt x="50481" y="67670"/>
                  </a:moveTo>
                  <a:lnTo>
                    <a:pt x="54314" y="36389"/>
                  </a:lnTo>
                  <a:lnTo>
                    <a:pt x="0" y="0"/>
                  </a:lnTo>
                  <a:lnTo>
                    <a:pt x="0" y="67670"/>
                  </a:lnTo>
                  <a:close/>
                </a:path>
              </a:pathLst>
            </a:custGeom>
            <a:solidFill>
              <a:srgbClr val="0076A8"/>
            </a:solidFill>
            <a:ln w="6390" cap="flat">
              <a:noFill/>
              <a:prstDash val="solid"/>
              <a:miter/>
            </a:ln>
          </p:spPr>
          <p:txBody>
            <a:bodyPr rtlCol="0" anchor="ctr"/>
            <a:lstStyle/>
            <a:p>
              <a:endParaRPr lang="en-US"/>
            </a:p>
          </p:txBody>
        </p:sp>
        <p:sp>
          <p:nvSpPr>
            <p:cNvPr id="1106" name="Graphic 4">
              <a:extLst>
                <a:ext uri="{FF2B5EF4-FFF2-40B4-BE49-F238E27FC236}">
                  <a16:creationId xmlns:a16="http://schemas.microsoft.com/office/drawing/2014/main" id="{99186E09-0CB1-AB43-9E16-0171D6225911}"/>
                </a:ext>
              </a:extLst>
            </p:cNvPr>
            <p:cNvSpPr/>
            <p:nvPr/>
          </p:nvSpPr>
          <p:spPr>
            <a:xfrm>
              <a:off x="905454" y="1402723"/>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362309 w 362309"/>
                <a:gd name="connsiteY4" fmla="*/ 181305 h 361971"/>
                <a:gd name="connsiteX5" fmla="*/ 180835 w 362309"/>
                <a:gd name="connsiteY5" fmla="*/ 0 h 361971"/>
                <a:gd name="connsiteX6" fmla="*/ 254959 w 362309"/>
                <a:gd name="connsiteY6" fmla="*/ 84907 h 361971"/>
                <a:gd name="connsiteX7" fmla="*/ 263904 w 362309"/>
                <a:gd name="connsiteY7" fmla="*/ 85545 h 361971"/>
                <a:gd name="connsiteX8" fmla="*/ 263904 w 362309"/>
                <a:gd name="connsiteY8" fmla="*/ 93845 h 361971"/>
                <a:gd name="connsiteX9" fmla="*/ 263265 w 362309"/>
                <a:gd name="connsiteY9" fmla="*/ 99590 h 361971"/>
                <a:gd name="connsiteX10" fmla="*/ 263904 w 362309"/>
                <a:gd name="connsiteY10" fmla="*/ 100229 h 361971"/>
                <a:gd name="connsiteX11" fmla="*/ 269016 w 362309"/>
                <a:gd name="connsiteY11" fmla="*/ 112358 h 361971"/>
                <a:gd name="connsiteX12" fmla="*/ 263265 w 362309"/>
                <a:gd name="connsiteY12" fmla="*/ 125126 h 361971"/>
                <a:gd name="connsiteX13" fmla="*/ 254320 w 362309"/>
                <a:gd name="connsiteY13" fmla="*/ 125126 h 361971"/>
                <a:gd name="connsiteX14" fmla="*/ 254320 w 362309"/>
                <a:gd name="connsiteY14" fmla="*/ 116188 h 361971"/>
                <a:gd name="connsiteX15" fmla="*/ 254320 w 362309"/>
                <a:gd name="connsiteY15" fmla="*/ 116188 h 361971"/>
                <a:gd name="connsiteX16" fmla="*/ 254959 w 362309"/>
                <a:gd name="connsiteY16" fmla="*/ 110443 h 361971"/>
                <a:gd name="connsiteX17" fmla="*/ 254320 w 362309"/>
                <a:gd name="connsiteY17" fmla="*/ 109804 h 361971"/>
                <a:gd name="connsiteX18" fmla="*/ 249208 w 362309"/>
                <a:gd name="connsiteY18" fmla="*/ 97675 h 361971"/>
                <a:gd name="connsiteX19" fmla="*/ 254959 w 362309"/>
                <a:gd name="connsiteY19" fmla="*/ 84907 h 361971"/>
                <a:gd name="connsiteX20" fmla="*/ 254959 w 362309"/>
                <a:gd name="connsiteY20" fmla="*/ 84907 h 361971"/>
                <a:gd name="connsiteX21" fmla="*/ 223009 w 362309"/>
                <a:gd name="connsiteY21" fmla="*/ 84907 h 361971"/>
                <a:gd name="connsiteX22" fmla="*/ 231955 w 362309"/>
                <a:gd name="connsiteY22" fmla="*/ 84907 h 361971"/>
                <a:gd name="connsiteX23" fmla="*/ 231955 w 362309"/>
                <a:gd name="connsiteY23" fmla="*/ 84907 h 361971"/>
                <a:gd name="connsiteX24" fmla="*/ 231955 w 362309"/>
                <a:gd name="connsiteY24" fmla="*/ 93845 h 361971"/>
                <a:gd name="connsiteX25" fmla="*/ 231316 w 362309"/>
                <a:gd name="connsiteY25" fmla="*/ 99590 h 361971"/>
                <a:gd name="connsiteX26" fmla="*/ 231955 w 362309"/>
                <a:gd name="connsiteY26" fmla="*/ 100229 h 361971"/>
                <a:gd name="connsiteX27" fmla="*/ 237067 w 362309"/>
                <a:gd name="connsiteY27" fmla="*/ 112358 h 361971"/>
                <a:gd name="connsiteX28" fmla="*/ 231316 w 362309"/>
                <a:gd name="connsiteY28" fmla="*/ 125126 h 361971"/>
                <a:gd name="connsiteX29" fmla="*/ 222370 w 362309"/>
                <a:gd name="connsiteY29" fmla="*/ 125126 h 361971"/>
                <a:gd name="connsiteX30" fmla="*/ 222370 w 362309"/>
                <a:gd name="connsiteY30" fmla="*/ 116188 h 361971"/>
                <a:gd name="connsiteX31" fmla="*/ 223009 w 362309"/>
                <a:gd name="connsiteY31" fmla="*/ 110443 h 361971"/>
                <a:gd name="connsiteX32" fmla="*/ 222370 w 362309"/>
                <a:gd name="connsiteY32" fmla="*/ 109804 h 361971"/>
                <a:gd name="connsiteX33" fmla="*/ 217258 w 362309"/>
                <a:gd name="connsiteY33" fmla="*/ 97675 h 361971"/>
                <a:gd name="connsiteX34" fmla="*/ 223009 w 362309"/>
                <a:gd name="connsiteY34" fmla="*/ 84907 h 361971"/>
                <a:gd name="connsiteX35" fmla="*/ 223009 w 362309"/>
                <a:gd name="connsiteY35" fmla="*/ 84907 h 361971"/>
                <a:gd name="connsiteX36" fmla="*/ 295854 w 362309"/>
                <a:gd name="connsiteY36" fmla="*/ 275788 h 361971"/>
                <a:gd name="connsiteX37" fmla="*/ 290742 w 362309"/>
                <a:gd name="connsiteY37" fmla="*/ 278342 h 361971"/>
                <a:gd name="connsiteX38" fmla="*/ 71567 w 362309"/>
                <a:gd name="connsiteY38" fmla="*/ 278342 h 361971"/>
                <a:gd name="connsiteX39" fmla="*/ 65177 w 362309"/>
                <a:gd name="connsiteY39" fmla="*/ 271958 h 361971"/>
                <a:gd name="connsiteX40" fmla="*/ 65177 w 362309"/>
                <a:gd name="connsiteY40" fmla="*/ 185774 h 361971"/>
                <a:gd name="connsiteX41" fmla="*/ 71567 w 362309"/>
                <a:gd name="connsiteY41" fmla="*/ 179390 h 361971"/>
                <a:gd name="connsiteX42" fmla="*/ 75401 w 362309"/>
                <a:gd name="connsiteY42" fmla="*/ 180667 h 361971"/>
                <a:gd name="connsiteX43" fmla="*/ 136106 w 362309"/>
                <a:gd name="connsiteY43" fmla="*/ 220886 h 361971"/>
                <a:gd name="connsiteX44" fmla="*/ 136106 w 362309"/>
                <a:gd name="connsiteY44" fmla="*/ 185774 h 361971"/>
                <a:gd name="connsiteX45" fmla="*/ 139301 w 362309"/>
                <a:gd name="connsiteY45" fmla="*/ 180028 h 361971"/>
                <a:gd name="connsiteX46" fmla="*/ 145691 w 362309"/>
                <a:gd name="connsiteY46" fmla="*/ 180667 h 361971"/>
                <a:gd name="connsiteX47" fmla="*/ 204478 w 362309"/>
                <a:gd name="connsiteY47" fmla="*/ 220247 h 361971"/>
                <a:gd name="connsiteX48" fmla="*/ 213424 w 362309"/>
                <a:gd name="connsiteY48" fmla="*/ 146193 h 361971"/>
                <a:gd name="connsiteX49" fmla="*/ 219814 w 362309"/>
                <a:gd name="connsiteY49" fmla="*/ 140448 h 361971"/>
                <a:gd name="connsiteX50" fmla="*/ 267099 w 362309"/>
                <a:gd name="connsiteY50" fmla="*/ 140448 h 361971"/>
                <a:gd name="connsiteX51" fmla="*/ 273489 w 362309"/>
                <a:gd name="connsiteY51" fmla="*/ 145555 h 361971"/>
                <a:gd name="connsiteX52" fmla="*/ 297132 w 362309"/>
                <a:gd name="connsiteY52" fmla="*/ 270681 h 361971"/>
                <a:gd name="connsiteX53" fmla="*/ 295854 w 362309"/>
                <a:gd name="connsiteY53" fmla="*/ 27578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181305"/>
                    <a:pt x="362309" y="181305"/>
                    <a:pt x="362309" y="181305"/>
                  </a:cubicBezTo>
                  <a:cubicBezTo>
                    <a:pt x="361670" y="80438"/>
                    <a:pt x="281157" y="0"/>
                    <a:pt x="180835" y="0"/>
                  </a:cubicBezTo>
                  <a:close/>
                  <a:moveTo>
                    <a:pt x="254959" y="84907"/>
                  </a:moveTo>
                  <a:cubicBezTo>
                    <a:pt x="257514" y="82353"/>
                    <a:pt x="261987" y="82992"/>
                    <a:pt x="263904" y="85545"/>
                  </a:cubicBezTo>
                  <a:cubicBezTo>
                    <a:pt x="265821" y="88099"/>
                    <a:pt x="265821" y="91291"/>
                    <a:pt x="263904" y="93845"/>
                  </a:cubicBezTo>
                  <a:cubicBezTo>
                    <a:pt x="261987" y="95121"/>
                    <a:pt x="261987" y="97675"/>
                    <a:pt x="263265" y="99590"/>
                  </a:cubicBezTo>
                  <a:cubicBezTo>
                    <a:pt x="263265" y="99590"/>
                    <a:pt x="263904" y="100229"/>
                    <a:pt x="263904" y="100229"/>
                  </a:cubicBezTo>
                  <a:cubicBezTo>
                    <a:pt x="267099" y="103420"/>
                    <a:pt x="269016" y="107889"/>
                    <a:pt x="269016" y="112358"/>
                  </a:cubicBezTo>
                  <a:cubicBezTo>
                    <a:pt x="269016" y="116827"/>
                    <a:pt x="267099" y="121934"/>
                    <a:pt x="263265" y="125126"/>
                  </a:cubicBezTo>
                  <a:cubicBezTo>
                    <a:pt x="260709" y="127680"/>
                    <a:pt x="256875" y="127680"/>
                    <a:pt x="254320" y="125126"/>
                  </a:cubicBezTo>
                  <a:cubicBezTo>
                    <a:pt x="251764" y="122572"/>
                    <a:pt x="251764" y="118742"/>
                    <a:pt x="254320" y="116188"/>
                  </a:cubicBezTo>
                  <a:lnTo>
                    <a:pt x="254320" y="116188"/>
                  </a:lnTo>
                  <a:cubicBezTo>
                    <a:pt x="256237" y="114912"/>
                    <a:pt x="256237" y="112358"/>
                    <a:pt x="254959" y="110443"/>
                  </a:cubicBezTo>
                  <a:cubicBezTo>
                    <a:pt x="254959" y="110443"/>
                    <a:pt x="254320" y="109804"/>
                    <a:pt x="254320" y="109804"/>
                  </a:cubicBezTo>
                  <a:cubicBezTo>
                    <a:pt x="251125" y="106612"/>
                    <a:pt x="249208" y="102144"/>
                    <a:pt x="249208" y="97675"/>
                  </a:cubicBezTo>
                  <a:cubicBezTo>
                    <a:pt x="249208" y="93206"/>
                    <a:pt x="251764" y="88099"/>
                    <a:pt x="254959" y="84907"/>
                  </a:cubicBezTo>
                  <a:lnTo>
                    <a:pt x="254959" y="84907"/>
                  </a:lnTo>
                  <a:close/>
                  <a:moveTo>
                    <a:pt x="223009" y="84907"/>
                  </a:moveTo>
                  <a:cubicBezTo>
                    <a:pt x="225565" y="82353"/>
                    <a:pt x="229399" y="82353"/>
                    <a:pt x="231955" y="84907"/>
                  </a:cubicBezTo>
                  <a:cubicBezTo>
                    <a:pt x="231955" y="84907"/>
                    <a:pt x="231955" y="84907"/>
                    <a:pt x="231955" y="84907"/>
                  </a:cubicBezTo>
                  <a:cubicBezTo>
                    <a:pt x="234511" y="87461"/>
                    <a:pt x="234511" y="91291"/>
                    <a:pt x="231955" y="93845"/>
                  </a:cubicBezTo>
                  <a:cubicBezTo>
                    <a:pt x="230038" y="95121"/>
                    <a:pt x="230038" y="97675"/>
                    <a:pt x="231316" y="99590"/>
                  </a:cubicBezTo>
                  <a:cubicBezTo>
                    <a:pt x="231316" y="99590"/>
                    <a:pt x="231955" y="100229"/>
                    <a:pt x="231955" y="100229"/>
                  </a:cubicBezTo>
                  <a:cubicBezTo>
                    <a:pt x="235150" y="103420"/>
                    <a:pt x="237067" y="107889"/>
                    <a:pt x="237067" y="112358"/>
                  </a:cubicBezTo>
                  <a:cubicBezTo>
                    <a:pt x="237067" y="116827"/>
                    <a:pt x="235150" y="121934"/>
                    <a:pt x="231316" y="125126"/>
                  </a:cubicBezTo>
                  <a:cubicBezTo>
                    <a:pt x="228760" y="127680"/>
                    <a:pt x="224926" y="127680"/>
                    <a:pt x="222370" y="125126"/>
                  </a:cubicBezTo>
                  <a:cubicBezTo>
                    <a:pt x="219814" y="122572"/>
                    <a:pt x="219814" y="118742"/>
                    <a:pt x="222370" y="116188"/>
                  </a:cubicBezTo>
                  <a:cubicBezTo>
                    <a:pt x="224287" y="114912"/>
                    <a:pt x="224287" y="112358"/>
                    <a:pt x="223009" y="110443"/>
                  </a:cubicBezTo>
                  <a:cubicBezTo>
                    <a:pt x="223009" y="110443"/>
                    <a:pt x="222370" y="109804"/>
                    <a:pt x="222370" y="109804"/>
                  </a:cubicBezTo>
                  <a:cubicBezTo>
                    <a:pt x="219175" y="106612"/>
                    <a:pt x="217258" y="102144"/>
                    <a:pt x="217258" y="97675"/>
                  </a:cubicBezTo>
                  <a:cubicBezTo>
                    <a:pt x="218536" y="92568"/>
                    <a:pt x="220453" y="88099"/>
                    <a:pt x="223009" y="84907"/>
                  </a:cubicBezTo>
                  <a:lnTo>
                    <a:pt x="223009" y="84907"/>
                  </a:lnTo>
                  <a:close/>
                  <a:moveTo>
                    <a:pt x="295854" y="275788"/>
                  </a:moveTo>
                  <a:cubicBezTo>
                    <a:pt x="294576" y="277065"/>
                    <a:pt x="292659" y="278342"/>
                    <a:pt x="290742" y="278342"/>
                  </a:cubicBezTo>
                  <a:lnTo>
                    <a:pt x="71567" y="278342"/>
                  </a:lnTo>
                  <a:cubicBezTo>
                    <a:pt x="67733" y="278342"/>
                    <a:pt x="65177" y="275788"/>
                    <a:pt x="65177" y="271958"/>
                  </a:cubicBezTo>
                  <a:lnTo>
                    <a:pt x="65177" y="185774"/>
                  </a:lnTo>
                  <a:cubicBezTo>
                    <a:pt x="65177" y="181944"/>
                    <a:pt x="67733" y="179390"/>
                    <a:pt x="71567" y="179390"/>
                  </a:cubicBezTo>
                  <a:cubicBezTo>
                    <a:pt x="72845" y="179390"/>
                    <a:pt x="74123" y="180028"/>
                    <a:pt x="75401" y="180667"/>
                  </a:cubicBezTo>
                  <a:lnTo>
                    <a:pt x="136106" y="220886"/>
                  </a:lnTo>
                  <a:lnTo>
                    <a:pt x="136106" y="185774"/>
                  </a:lnTo>
                  <a:cubicBezTo>
                    <a:pt x="136106" y="183220"/>
                    <a:pt x="137384" y="181305"/>
                    <a:pt x="139301" y="180028"/>
                  </a:cubicBezTo>
                  <a:cubicBezTo>
                    <a:pt x="141218" y="178752"/>
                    <a:pt x="143774" y="179390"/>
                    <a:pt x="145691" y="180667"/>
                  </a:cubicBezTo>
                  <a:lnTo>
                    <a:pt x="204478" y="220247"/>
                  </a:lnTo>
                  <a:lnTo>
                    <a:pt x="213424" y="146193"/>
                  </a:lnTo>
                  <a:cubicBezTo>
                    <a:pt x="214063" y="143001"/>
                    <a:pt x="216619" y="140448"/>
                    <a:pt x="219814" y="140448"/>
                  </a:cubicBezTo>
                  <a:lnTo>
                    <a:pt x="267099" y="140448"/>
                  </a:lnTo>
                  <a:cubicBezTo>
                    <a:pt x="270294" y="140448"/>
                    <a:pt x="272850" y="142363"/>
                    <a:pt x="273489" y="145555"/>
                  </a:cubicBezTo>
                  <a:lnTo>
                    <a:pt x="297132" y="270681"/>
                  </a:lnTo>
                  <a:cubicBezTo>
                    <a:pt x="297771" y="271958"/>
                    <a:pt x="297132" y="273873"/>
                    <a:pt x="295854" y="275788"/>
                  </a:cubicBezTo>
                  <a:close/>
                </a:path>
              </a:pathLst>
            </a:custGeom>
            <a:solidFill>
              <a:srgbClr val="0076A8"/>
            </a:solidFill>
            <a:ln w="6390" cap="flat">
              <a:noFill/>
              <a:prstDash val="solid"/>
              <a:miter/>
            </a:ln>
          </p:spPr>
          <p:txBody>
            <a:bodyPr rtlCol="0" anchor="ctr"/>
            <a:lstStyle/>
            <a:p>
              <a:endParaRPr lang="en-US"/>
            </a:p>
          </p:txBody>
        </p:sp>
      </p:grpSp>
      <p:grpSp>
        <p:nvGrpSpPr>
          <p:cNvPr id="1107" name="Graphic 4">
            <a:extLst>
              <a:ext uri="{FF2B5EF4-FFF2-40B4-BE49-F238E27FC236}">
                <a16:creationId xmlns:a16="http://schemas.microsoft.com/office/drawing/2014/main" id="{B6604197-506F-4640-847E-448C796F6AD7}"/>
              </a:ext>
            </a:extLst>
          </p:cNvPr>
          <p:cNvGrpSpPr>
            <a:grpSpLocks noChangeAspect="1"/>
          </p:cNvGrpSpPr>
          <p:nvPr/>
        </p:nvGrpSpPr>
        <p:grpSpPr>
          <a:xfrm>
            <a:off x="5099169" y="1402723"/>
            <a:ext cx="362309" cy="361971"/>
            <a:chOff x="5099169" y="1402723"/>
            <a:chExt cx="362309" cy="361971"/>
          </a:xfrm>
          <a:solidFill>
            <a:srgbClr val="00A3E0"/>
          </a:solidFill>
        </p:grpSpPr>
        <p:sp>
          <p:nvSpPr>
            <p:cNvPr id="1108" name="Graphic 4">
              <a:extLst>
                <a:ext uri="{FF2B5EF4-FFF2-40B4-BE49-F238E27FC236}">
                  <a16:creationId xmlns:a16="http://schemas.microsoft.com/office/drawing/2014/main" id="{1A1013AC-461D-3344-8567-0061038E0AA0}"/>
                </a:ext>
              </a:extLst>
            </p:cNvPr>
            <p:cNvSpPr/>
            <p:nvPr/>
          </p:nvSpPr>
          <p:spPr>
            <a:xfrm>
              <a:off x="5267864" y="1552747"/>
              <a:ext cx="17252" cy="128956"/>
            </a:xfrm>
            <a:custGeom>
              <a:avLst/>
              <a:gdLst>
                <a:gd name="connsiteX0" fmla="*/ 0 w 17252"/>
                <a:gd name="connsiteY0" fmla="*/ 0 h 128956"/>
                <a:gd name="connsiteX1" fmla="*/ 17253 w 17252"/>
                <a:gd name="connsiteY1" fmla="*/ 0 h 128956"/>
                <a:gd name="connsiteX2" fmla="*/ 17253 w 17252"/>
                <a:gd name="connsiteY2" fmla="*/ 128957 h 128956"/>
                <a:gd name="connsiteX3" fmla="*/ 0 w 17252"/>
                <a:gd name="connsiteY3" fmla="*/ 128957 h 128956"/>
              </a:gdLst>
              <a:ahLst/>
              <a:cxnLst>
                <a:cxn ang="0">
                  <a:pos x="connsiteX0" y="connsiteY0"/>
                </a:cxn>
                <a:cxn ang="0">
                  <a:pos x="connsiteX1" y="connsiteY1"/>
                </a:cxn>
                <a:cxn ang="0">
                  <a:pos x="connsiteX2" y="connsiteY2"/>
                </a:cxn>
                <a:cxn ang="0">
                  <a:pos x="connsiteX3" y="connsiteY3"/>
                </a:cxn>
              </a:cxnLst>
              <a:rect l="l" t="t" r="r" b="b"/>
              <a:pathLst>
                <a:path w="17252" h="128956">
                  <a:moveTo>
                    <a:pt x="0" y="0"/>
                  </a:moveTo>
                  <a:lnTo>
                    <a:pt x="17253" y="0"/>
                  </a:lnTo>
                  <a:lnTo>
                    <a:pt x="17253" y="128957"/>
                  </a:lnTo>
                  <a:lnTo>
                    <a:pt x="0" y="128957"/>
                  </a:lnTo>
                  <a:close/>
                </a:path>
              </a:pathLst>
            </a:custGeom>
            <a:solidFill>
              <a:srgbClr val="00A3E0"/>
            </a:solidFill>
            <a:ln w="6390" cap="flat">
              <a:noFill/>
              <a:prstDash val="solid"/>
              <a:miter/>
            </a:ln>
          </p:spPr>
          <p:txBody>
            <a:bodyPr rtlCol="0" anchor="ctr"/>
            <a:lstStyle/>
            <a:p>
              <a:endParaRPr lang="en-US"/>
            </a:p>
          </p:txBody>
        </p:sp>
        <p:sp>
          <p:nvSpPr>
            <p:cNvPr id="1109" name="Graphic 4">
              <a:extLst>
                <a:ext uri="{FF2B5EF4-FFF2-40B4-BE49-F238E27FC236}">
                  <a16:creationId xmlns:a16="http://schemas.microsoft.com/office/drawing/2014/main" id="{BE7171EB-C16D-EE48-B611-DA33F7B469D0}"/>
                </a:ext>
              </a:extLst>
            </p:cNvPr>
            <p:cNvSpPr/>
            <p:nvPr/>
          </p:nvSpPr>
          <p:spPr>
            <a:xfrm>
              <a:off x="5208437" y="1507420"/>
              <a:ext cx="106712" cy="31919"/>
            </a:xfrm>
            <a:custGeom>
              <a:avLst/>
              <a:gdLst>
                <a:gd name="connsiteX0" fmla="*/ 36423 w 106712"/>
                <a:gd name="connsiteY0" fmla="*/ 0 h 31919"/>
                <a:gd name="connsiteX1" fmla="*/ 30033 w 106712"/>
                <a:gd name="connsiteY1" fmla="*/ 10853 h 31919"/>
                <a:gd name="connsiteX2" fmla="*/ 0 w 106712"/>
                <a:gd name="connsiteY2" fmla="*/ 22344 h 31919"/>
                <a:gd name="connsiteX3" fmla="*/ 0 w 106712"/>
                <a:gd name="connsiteY3" fmla="*/ 31920 h 31919"/>
                <a:gd name="connsiteX4" fmla="*/ 106712 w 106712"/>
                <a:gd name="connsiteY4" fmla="*/ 31920 h 31919"/>
                <a:gd name="connsiteX5" fmla="*/ 106712 w 106712"/>
                <a:gd name="connsiteY5" fmla="*/ 0 h 31919"/>
                <a:gd name="connsiteX6" fmla="*/ 36423 w 106712"/>
                <a:gd name="connsiteY6" fmla="*/ 0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12" h="31919">
                  <a:moveTo>
                    <a:pt x="36423" y="0"/>
                  </a:moveTo>
                  <a:cubicBezTo>
                    <a:pt x="35145" y="3830"/>
                    <a:pt x="33228" y="7661"/>
                    <a:pt x="30033" y="10853"/>
                  </a:cubicBezTo>
                  <a:cubicBezTo>
                    <a:pt x="21726" y="17875"/>
                    <a:pt x="10863" y="21706"/>
                    <a:pt x="0" y="22344"/>
                  </a:cubicBezTo>
                  <a:lnTo>
                    <a:pt x="0" y="31920"/>
                  </a:lnTo>
                  <a:lnTo>
                    <a:pt x="106712" y="31920"/>
                  </a:lnTo>
                  <a:lnTo>
                    <a:pt x="106712" y="0"/>
                  </a:lnTo>
                  <a:lnTo>
                    <a:pt x="36423" y="0"/>
                  </a:lnTo>
                  <a:close/>
                </a:path>
              </a:pathLst>
            </a:custGeom>
            <a:solidFill>
              <a:srgbClr val="00A3E0"/>
            </a:solidFill>
            <a:ln w="6390" cap="flat">
              <a:noFill/>
              <a:prstDash val="solid"/>
              <a:miter/>
            </a:ln>
          </p:spPr>
          <p:txBody>
            <a:bodyPr rtlCol="0" anchor="ctr"/>
            <a:lstStyle/>
            <a:p>
              <a:endParaRPr lang="en-US"/>
            </a:p>
          </p:txBody>
        </p:sp>
        <p:sp>
          <p:nvSpPr>
            <p:cNvPr id="1110" name="Graphic 4">
              <a:extLst>
                <a:ext uri="{FF2B5EF4-FFF2-40B4-BE49-F238E27FC236}">
                  <a16:creationId xmlns:a16="http://schemas.microsoft.com/office/drawing/2014/main" id="{B1D9A2DF-ACCF-A145-8473-6134E6815FA2}"/>
                </a:ext>
              </a:extLst>
            </p:cNvPr>
            <p:cNvSpPr/>
            <p:nvPr/>
          </p:nvSpPr>
          <p:spPr>
            <a:xfrm>
              <a:off x="5267864" y="1485076"/>
              <a:ext cx="17252" cy="9575"/>
            </a:xfrm>
            <a:custGeom>
              <a:avLst/>
              <a:gdLst>
                <a:gd name="connsiteX0" fmla="*/ 0 w 17252"/>
                <a:gd name="connsiteY0" fmla="*/ 0 h 9575"/>
                <a:gd name="connsiteX1" fmla="*/ 17253 w 17252"/>
                <a:gd name="connsiteY1" fmla="*/ 0 h 9575"/>
                <a:gd name="connsiteX2" fmla="*/ 17253 w 17252"/>
                <a:gd name="connsiteY2" fmla="*/ 9576 h 9575"/>
                <a:gd name="connsiteX3" fmla="*/ 0 w 17252"/>
                <a:gd name="connsiteY3" fmla="*/ 9576 h 9575"/>
              </a:gdLst>
              <a:ahLst/>
              <a:cxnLst>
                <a:cxn ang="0">
                  <a:pos x="connsiteX0" y="connsiteY0"/>
                </a:cxn>
                <a:cxn ang="0">
                  <a:pos x="connsiteX1" y="connsiteY1"/>
                </a:cxn>
                <a:cxn ang="0">
                  <a:pos x="connsiteX2" y="connsiteY2"/>
                </a:cxn>
                <a:cxn ang="0">
                  <a:pos x="connsiteX3" y="connsiteY3"/>
                </a:cxn>
              </a:cxnLst>
              <a:rect l="l" t="t" r="r" b="b"/>
              <a:pathLst>
                <a:path w="17252" h="9575">
                  <a:moveTo>
                    <a:pt x="0" y="0"/>
                  </a:moveTo>
                  <a:lnTo>
                    <a:pt x="17253" y="0"/>
                  </a:lnTo>
                  <a:lnTo>
                    <a:pt x="17253" y="9576"/>
                  </a:lnTo>
                  <a:lnTo>
                    <a:pt x="0" y="9576"/>
                  </a:lnTo>
                  <a:close/>
                </a:path>
              </a:pathLst>
            </a:custGeom>
            <a:solidFill>
              <a:srgbClr val="00A3E0"/>
            </a:solidFill>
            <a:ln w="6390" cap="flat">
              <a:noFill/>
              <a:prstDash val="solid"/>
              <a:miter/>
            </a:ln>
          </p:spPr>
          <p:txBody>
            <a:bodyPr rtlCol="0" anchor="ctr"/>
            <a:lstStyle/>
            <a:p>
              <a:endParaRPr lang="en-US"/>
            </a:p>
          </p:txBody>
        </p:sp>
        <p:sp>
          <p:nvSpPr>
            <p:cNvPr id="1111" name="Graphic 4">
              <a:extLst>
                <a:ext uri="{FF2B5EF4-FFF2-40B4-BE49-F238E27FC236}">
                  <a16:creationId xmlns:a16="http://schemas.microsoft.com/office/drawing/2014/main" id="{4A473F02-42CF-6240-8253-EE9FAE61FC3C}"/>
                </a:ext>
              </a:extLst>
            </p:cNvPr>
            <p:cNvSpPr/>
            <p:nvPr/>
          </p:nvSpPr>
          <p:spPr>
            <a:xfrm>
              <a:off x="5099169" y="14027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65821 w 362309"/>
                <a:gd name="connsiteY7" fmla="*/ 158323 h 361971"/>
                <a:gd name="connsiteX8" fmla="*/ 259431 w 362309"/>
                <a:gd name="connsiteY8" fmla="*/ 164707 h 361971"/>
                <a:gd name="connsiteX9" fmla="*/ 225565 w 362309"/>
                <a:gd name="connsiteY9" fmla="*/ 164707 h 361971"/>
                <a:gd name="connsiteX10" fmla="*/ 219175 w 362309"/>
                <a:gd name="connsiteY10" fmla="*/ 158323 h 361971"/>
                <a:gd name="connsiteX11" fmla="*/ 219175 w 362309"/>
                <a:gd name="connsiteY11" fmla="*/ 150024 h 361971"/>
                <a:gd name="connsiteX12" fmla="*/ 198727 w 362309"/>
                <a:gd name="connsiteY12" fmla="*/ 150024 h 361971"/>
                <a:gd name="connsiteX13" fmla="*/ 198727 w 362309"/>
                <a:gd name="connsiteY13" fmla="*/ 285364 h 361971"/>
                <a:gd name="connsiteX14" fmla="*/ 192337 w 362309"/>
                <a:gd name="connsiteY14" fmla="*/ 291748 h 361971"/>
                <a:gd name="connsiteX15" fmla="*/ 162305 w 362309"/>
                <a:gd name="connsiteY15" fmla="*/ 291748 h 361971"/>
                <a:gd name="connsiteX16" fmla="*/ 155915 w 362309"/>
                <a:gd name="connsiteY16" fmla="*/ 285364 h 361971"/>
                <a:gd name="connsiteX17" fmla="*/ 155915 w 362309"/>
                <a:gd name="connsiteY17" fmla="*/ 150024 h 361971"/>
                <a:gd name="connsiteX18" fmla="*/ 102878 w 362309"/>
                <a:gd name="connsiteY18" fmla="*/ 150024 h 361971"/>
                <a:gd name="connsiteX19" fmla="*/ 96488 w 362309"/>
                <a:gd name="connsiteY19" fmla="*/ 143640 h 361971"/>
                <a:gd name="connsiteX20" fmla="*/ 96488 w 362309"/>
                <a:gd name="connsiteY20" fmla="*/ 121296 h 361971"/>
                <a:gd name="connsiteX21" fmla="*/ 98405 w 362309"/>
                <a:gd name="connsiteY21" fmla="*/ 116827 h 361971"/>
                <a:gd name="connsiteX22" fmla="*/ 102878 w 362309"/>
                <a:gd name="connsiteY22" fmla="*/ 114912 h 361971"/>
                <a:gd name="connsiteX23" fmla="*/ 130355 w 362309"/>
                <a:gd name="connsiteY23" fmla="*/ 107251 h 361971"/>
                <a:gd name="connsiteX24" fmla="*/ 133550 w 362309"/>
                <a:gd name="connsiteY24" fmla="*/ 98952 h 361971"/>
                <a:gd name="connsiteX25" fmla="*/ 135467 w 362309"/>
                <a:gd name="connsiteY25" fmla="*/ 94483 h 361971"/>
                <a:gd name="connsiteX26" fmla="*/ 139940 w 362309"/>
                <a:gd name="connsiteY26" fmla="*/ 92568 h 361971"/>
                <a:gd name="connsiteX27" fmla="*/ 155915 w 362309"/>
                <a:gd name="connsiteY27" fmla="*/ 92568 h 361971"/>
                <a:gd name="connsiteX28" fmla="*/ 155915 w 362309"/>
                <a:gd name="connsiteY28" fmla="*/ 75969 h 361971"/>
                <a:gd name="connsiteX29" fmla="*/ 162305 w 362309"/>
                <a:gd name="connsiteY29" fmla="*/ 69585 h 361971"/>
                <a:gd name="connsiteX30" fmla="*/ 192337 w 362309"/>
                <a:gd name="connsiteY30" fmla="*/ 69585 h 361971"/>
                <a:gd name="connsiteX31" fmla="*/ 198727 w 362309"/>
                <a:gd name="connsiteY31" fmla="*/ 75969 h 361971"/>
                <a:gd name="connsiteX32" fmla="*/ 198727 w 362309"/>
                <a:gd name="connsiteY32" fmla="*/ 91929 h 361971"/>
                <a:gd name="connsiteX33" fmla="*/ 219175 w 362309"/>
                <a:gd name="connsiteY33" fmla="*/ 91929 h 361971"/>
                <a:gd name="connsiteX34" fmla="*/ 219175 w 362309"/>
                <a:gd name="connsiteY34" fmla="*/ 83630 h 361971"/>
                <a:gd name="connsiteX35" fmla="*/ 225565 w 362309"/>
                <a:gd name="connsiteY35" fmla="*/ 77246 h 361971"/>
                <a:gd name="connsiteX36" fmla="*/ 259431 w 362309"/>
                <a:gd name="connsiteY36" fmla="*/ 77246 h 361971"/>
                <a:gd name="connsiteX37" fmla="*/ 265821 w 362309"/>
                <a:gd name="connsiteY37" fmla="*/ 83630 h 361971"/>
                <a:gd name="connsiteX38" fmla="*/ 265821 w 362309"/>
                <a:gd name="connsiteY38" fmla="*/ 15832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0438"/>
                    <a:pt x="281157" y="0"/>
                    <a:pt x="181474" y="0"/>
                  </a:cubicBezTo>
                  <a:cubicBezTo>
                    <a:pt x="181474" y="0"/>
                    <a:pt x="181474" y="0"/>
                    <a:pt x="181474" y="0"/>
                  </a:cubicBezTo>
                  <a:close/>
                  <a:moveTo>
                    <a:pt x="265821" y="158323"/>
                  </a:moveTo>
                  <a:cubicBezTo>
                    <a:pt x="265821" y="162153"/>
                    <a:pt x="263266" y="164707"/>
                    <a:pt x="259431" y="164707"/>
                  </a:cubicBezTo>
                  <a:lnTo>
                    <a:pt x="225565" y="164707"/>
                  </a:lnTo>
                  <a:cubicBezTo>
                    <a:pt x="221731" y="164707"/>
                    <a:pt x="219175" y="162153"/>
                    <a:pt x="219175" y="158323"/>
                  </a:cubicBezTo>
                  <a:lnTo>
                    <a:pt x="219175" y="150024"/>
                  </a:lnTo>
                  <a:lnTo>
                    <a:pt x="198727" y="150024"/>
                  </a:lnTo>
                  <a:lnTo>
                    <a:pt x="198727" y="285364"/>
                  </a:lnTo>
                  <a:cubicBezTo>
                    <a:pt x="198727" y="289194"/>
                    <a:pt x="196171" y="291748"/>
                    <a:pt x="192337" y="291748"/>
                  </a:cubicBezTo>
                  <a:lnTo>
                    <a:pt x="162305" y="291748"/>
                  </a:lnTo>
                  <a:cubicBezTo>
                    <a:pt x="158470" y="291748"/>
                    <a:pt x="155915" y="289194"/>
                    <a:pt x="155915" y="285364"/>
                  </a:cubicBezTo>
                  <a:lnTo>
                    <a:pt x="155915" y="150024"/>
                  </a:lnTo>
                  <a:lnTo>
                    <a:pt x="102878" y="150024"/>
                  </a:lnTo>
                  <a:cubicBezTo>
                    <a:pt x="99044" y="150024"/>
                    <a:pt x="96488" y="147470"/>
                    <a:pt x="96488" y="143640"/>
                  </a:cubicBezTo>
                  <a:lnTo>
                    <a:pt x="96488" y="121296"/>
                  </a:lnTo>
                  <a:cubicBezTo>
                    <a:pt x="96488" y="119380"/>
                    <a:pt x="97127" y="118104"/>
                    <a:pt x="98405" y="116827"/>
                  </a:cubicBezTo>
                  <a:cubicBezTo>
                    <a:pt x="99683" y="115550"/>
                    <a:pt x="100961" y="114912"/>
                    <a:pt x="102878" y="114912"/>
                  </a:cubicBezTo>
                  <a:cubicBezTo>
                    <a:pt x="107990" y="114912"/>
                    <a:pt x="123326" y="113635"/>
                    <a:pt x="130355" y="107251"/>
                  </a:cubicBezTo>
                  <a:cubicBezTo>
                    <a:pt x="132272" y="105336"/>
                    <a:pt x="133550" y="102144"/>
                    <a:pt x="133550" y="98952"/>
                  </a:cubicBezTo>
                  <a:cubicBezTo>
                    <a:pt x="133550" y="97037"/>
                    <a:pt x="134189" y="95760"/>
                    <a:pt x="135467" y="94483"/>
                  </a:cubicBezTo>
                  <a:cubicBezTo>
                    <a:pt x="136745" y="93206"/>
                    <a:pt x="138022" y="92568"/>
                    <a:pt x="139940" y="92568"/>
                  </a:cubicBezTo>
                  <a:lnTo>
                    <a:pt x="155915" y="92568"/>
                  </a:lnTo>
                  <a:lnTo>
                    <a:pt x="155915" y="75969"/>
                  </a:lnTo>
                  <a:cubicBezTo>
                    <a:pt x="155915" y="72139"/>
                    <a:pt x="158470" y="69585"/>
                    <a:pt x="162305" y="69585"/>
                  </a:cubicBezTo>
                  <a:lnTo>
                    <a:pt x="192337" y="69585"/>
                  </a:lnTo>
                  <a:cubicBezTo>
                    <a:pt x="196171" y="69585"/>
                    <a:pt x="198727" y="72139"/>
                    <a:pt x="198727" y="75969"/>
                  </a:cubicBezTo>
                  <a:lnTo>
                    <a:pt x="198727" y="91929"/>
                  </a:lnTo>
                  <a:lnTo>
                    <a:pt x="219175" y="91929"/>
                  </a:lnTo>
                  <a:lnTo>
                    <a:pt x="219175" y="83630"/>
                  </a:lnTo>
                  <a:cubicBezTo>
                    <a:pt x="219175" y="79800"/>
                    <a:pt x="221731" y="77246"/>
                    <a:pt x="225565" y="77246"/>
                  </a:cubicBezTo>
                  <a:lnTo>
                    <a:pt x="259431" y="77246"/>
                  </a:lnTo>
                  <a:cubicBezTo>
                    <a:pt x="263266" y="77246"/>
                    <a:pt x="265821" y="79800"/>
                    <a:pt x="265821" y="83630"/>
                  </a:cubicBezTo>
                  <a:lnTo>
                    <a:pt x="265821" y="158323"/>
                  </a:lnTo>
                  <a:close/>
                </a:path>
              </a:pathLst>
            </a:custGeom>
            <a:solidFill>
              <a:srgbClr val="00A3E0"/>
            </a:solidFill>
            <a:ln w="6390" cap="flat">
              <a:noFill/>
              <a:prstDash val="solid"/>
              <a:miter/>
            </a:ln>
          </p:spPr>
          <p:txBody>
            <a:bodyPr rtlCol="0" anchor="ctr"/>
            <a:lstStyle/>
            <a:p>
              <a:endParaRPr lang="en-US"/>
            </a:p>
          </p:txBody>
        </p:sp>
        <p:sp>
          <p:nvSpPr>
            <p:cNvPr id="1112" name="Graphic 4">
              <a:extLst>
                <a:ext uri="{FF2B5EF4-FFF2-40B4-BE49-F238E27FC236}">
                  <a16:creationId xmlns:a16="http://schemas.microsoft.com/office/drawing/2014/main" id="{F696EEA6-25FA-7A4A-869E-E1E5F4EEC5C5}"/>
                </a:ext>
              </a:extLst>
            </p:cNvPr>
            <p:cNvSpPr/>
            <p:nvPr/>
          </p:nvSpPr>
          <p:spPr>
            <a:xfrm>
              <a:off x="5331124" y="1492737"/>
              <a:ext cx="21086" cy="61924"/>
            </a:xfrm>
            <a:custGeom>
              <a:avLst/>
              <a:gdLst>
                <a:gd name="connsiteX0" fmla="*/ 0 w 21086"/>
                <a:gd name="connsiteY0" fmla="*/ 0 h 61924"/>
                <a:gd name="connsiteX1" fmla="*/ 21087 w 21086"/>
                <a:gd name="connsiteY1" fmla="*/ 0 h 61924"/>
                <a:gd name="connsiteX2" fmla="*/ 21087 w 21086"/>
                <a:gd name="connsiteY2" fmla="*/ 61925 h 61924"/>
                <a:gd name="connsiteX3" fmla="*/ 0 w 21086"/>
                <a:gd name="connsiteY3" fmla="*/ 61925 h 61924"/>
              </a:gdLst>
              <a:ahLst/>
              <a:cxnLst>
                <a:cxn ang="0">
                  <a:pos x="connsiteX0" y="connsiteY0"/>
                </a:cxn>
                <a:cxn ang="0">
                  <a:pos x="connsiteX1" y="connsiteY1"/>
                </a:cxn>
                <a:cxn ang="0">
                  <a:pos x="connsiteX2" y="connsiteY2"/>
                </a:cxn>
                <a:cxn ang="0">
                  <a:pos x="connsiteX3" y="connsiteY3"/>
                </a:cxn>
              </a:cxnLst>
              <a:rect l="l" t="t" r="r" b="b"/>
              <a:pathLst>
                <a:path w="21086" h="61924">
                  <a:moveTo>
                    <a:pt x="0" y="0"/>
                  </a:moveTo>
                  <a:lnTo>
                    <a:pt x="21087" y="0"/>
                  </a:lnTo>
                  <a:lnTo>
                    <a:pt x="21087" y="61925"/>
                  </a:lnTo>
                  <a:lnTo>
                    <a:pt x="0" y="61925"/>
                  </a:lnTo>
                  <a:close/>
                </a:path>
              </a:pathLst>
            </a:custGeom>
            <a:solidFill>
              <a:srgbClr val="00A3E0"/>
            </a:solidFill>
            <a:ln w="6390" cap="flat">
              <a:noFill/>
              <a:prstDash val="solid"/>
              <a:miter/>
            </a:ln>
          </p:spPr>
          <p:txBody>
            <a:bodyPr rtlCol="0" anchor="ctr"/>
            <a:lstStyle/>
            <a:p>
              <a:endParaRPr lang="en-US"/>
            </a:p>
          </p:txBody>
        </p:sp>
      </p:grpSp>
      <p:grpSp>
        <p:nvGrpSpPr>
          <p:cNvPr id="1113" name="Graphic 4">
            <a:extLst>
              <a:ext uri="{FF2B5EF4-FFF2-40B4-BE49-F238E27FC236}">
                <a16:creationId xmlns:a16="http://schemas.microsoft.com/office/drawing/2014/main" id="{6D8860CB-C69E-4945-AAED-AB35959FD018}"/>
              </a:ext>
            </a:extLst>
          </p:cNvPr>
          <p:cNvGrpSpPr>
            <a:grpSpLocks noChangeAspect="1"/>
          </p:cNvGrpSpPr>
          <p:nvPr/>
        </p:nvGrpSpPr>
        <p:grpSpPr>
          <a:xfrm>
            <a:off x="5099169" y="4308712"/>
            <a:ext cx="362309" cy="361971"/>
            <a:chOff x="5099169" y="4308712"/>
            <a:chExt cx="362309" cy="361971"/>
          </a:xfrm>
          <a:solidFill>
            <a:srgbClr val="00A3E0"/>
          </a:solidFill>
        </p:grpSpPr>
        <p:sp>
          <p:nvSpPr>
            <p:cNvPr id="1114" name="Graphic 4">
              <a:extLst>
                <a:ext uri="{FF2B5EF4-FFF2-40B4-BE49-F238E27FC236}">
                  <a16:creationId xmlns:a16="http://schemas.microsoft.com/office/drawing/2014/main" id="{7710AD8C-805B-5748-A184-20E8F67128BD}"/>
                </a:ext>
              </a:extLst>
            </p:cNvPr>
            <p:cNvSpPr/>
            <p:nvPr/>
          </p:nvSpPr>
          <p:spPr>
            <a:xfrm>
              <a:off x="5099169" y="430871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94576 w 362309"/>
                <a:gd name="connsiteY7" fmla="*/ 238122 h 361971"/>
                <a:gd name="connsiteX8" fmla="*/ 279879 w 362309"/>
                <a:gd name="connsiteY8" fmla="*/ 268766 h 361971"/>
                <a:gd name="connsiteX9" fmla="*/ 279240 w 362309"/>
                <a:gd name="connsiteY9" fmla="*/ 270042 h 361971"/>
                <a:gd name="connsiteX10" fmla="*/ 182113 w 362309"/>
                <a:gd name="connsiteY10" fmla="*/ 279618 h 361971"/>
                <a:gd name="connsiteX11" fmla="*/ 181474 w 362309"/>
                <a:gd name="connsiteY11" fmla="*/ 279618 h 361971"/>
                <a:gd name="connsiteX12" fmla="*/ 84347 w 362309"/>
                <a:gd name="connsiteY12" fmla="*/ 270042 h 361971"/>
                <a:gd name="connsiteX13" fmla="*/ 83708 w 362309"/>
                <a:gd name="connsiteY13" fmla="*/ 268766 h 361971"/>
                <a:gd name="connsiteX14" fmla="*/ 69011 w 362309"/>
                <a:gd name="connsiteY14" fmla="*/ 238122 h 361971"/>
                <a:gd name="connsiteX15" fmla="*/ 69011 w 362309"/>
                <a:gd name="connsiteY15" fmla="*/ 213225 h 361971"/>
                <a:gd name="connsiteX16" fmla="*/ 73484 w 362309"/>
                <a:gd name="connsiteY16" fmla="*/ 208756 h 361971"/>
                <a:gd name="connsiteX17" fmla="*/ 90737 w 362309"/>
                <a:gd name="connsiteY17" fmla="*/ 203649 h 361971"/>
                <a:gd name="connsiteX18" fmla="*/ 90737 w 362309"/>
                <a:gd name="connsiteY18" fmla="*/ 192796 h 361971"/>
                <a:gd name="connsiteX19" fmla="*/ 121409 w 362309"/>
                <a:gd name="connsiteY19" fmla="*/ 118104 h 361971"/>
                <a:gd name="connsiteX20" fmla="*/ 121409 w 362309"/>
                <a:gd name="connsiteY20" fmla="*/ 112997 h 361971"/>
                <a:gd name="connsiteX21" fmla="*/ 124604 w 362309"/>
                <a:gd name="connsiteY21" fmla="*/ 107251 h 361971"/>
                <a:gd name="connsiteX22" fmla="*/ 132272 w 362309"/>
                <a:gd name="connsiteY22" fmla="*/ 102782 h 361971"/>
                <a:gd name="connsiteX23" fmla="*/ 159110 w 362309"/>
                <a:gd name="connsiteY23" fmla="*/ 91930 h 361971"/>
                <a:gd name="connsiteX24" fmla="*/ 159110 w 362309"/>
                <a:gd name="connsiteY24" fmla="*/ 88738 h 361971"/>
                <a:gd name="connsiteX25" fmla="*/ 165500 w 362309"/>
                <a:gd name="connsiteY25" fmla="*/ 82354 h 361971"/>
                <a:gd name="connsiteX26" fmla="*/ 196171 w 362309"/>
                <a:gd name="connsiteY26" fmla="*/ 82354 h 361971"/>
                <a:gd name="connsiteX27" fmla="*/ 202561 w 362309"/>
                <a:gd name="connsiteY27" fmla="*/ 88738 h 361971"/>
                <a:gd name="connsiteX28" fmla="*/ 202561 w 362309"/>
                <a:gd name="connsiteY28" fmla="*/ 91930 h 361971"/>
                <a:gd name="connsiteX29" fmla="*/ 229399 w 362309"/>
                <a:gd name="connsiteY29" fmla="*/ 102782 h 361971"/>
                <a:gd name="connsiteX30" fmla="*/ 237706 w 362309"/>
                <a:gd name="connsiteY30" fmla="*/ 107251 h 361971"/>
                <a:gd name="connsiteX31" fmla="*/ 240901 w 362309"/>
                <a:gd name="connsiteY31" fmla="*/ 112997 h 361971"/>
                <a:gd name="connsiteX32" fmla="*/ 240901 w 362309"/>
                <a:gd name="connsiteY32" fmla="*/ 118104 h 361971"/>
                <a:gd name="connsiteX33" fmla="*/ 271572 w 362309"/>
                <a:gd name="connsiteY33" fmla="*/ 192796 h 361971"/>
                <a:gd name="connsiteX34" fmla="*/ 271572 w 362309"/>
                <a:gd name="connsiteY34" fmla="*/ 203649 h 361971"/>
                <a:gd name="connsiteX35" fmla="*/ 289464 w 362309"/>
                <a:gd name="connsiteY35" fmla="*/ 208756 h 361971"/>
                <a:gd name="connsiteX36" fmla="*/ 293937 w 362309"/>
                <a:gd name="connsiteY36" fmla="*/ 213863 h 361971"/>
                <a:gd name="connsiteX37" fmla="*/ 294576 w 362309"/>
                <a:gd name="connsiteY37" fmla="*/ 23812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1077"/>
                    <a:pt x="281157" y="0"/>
                    <a:pt x="181474" y="0"/>
                  </a:cubicBezTo>
                  <a:cubicBezTo>
                    <a:pt x="181474" y="0"/>
                    <a:pt x="181474" y="0"/>
                    <a:pt x="181474" y="0"/>
                  </a:cubicBezTo>
                  <a:close/>
                  <a:moveTo>
                    <a:pt x="294576" y="238122"/>
                  </a:moveTo>
                  <a:cubicBezTo>
                    <a:pt x="290742" y="248975"/>
                    <a:pt x="285630" y="259190"/>
                    <a:pt x="279879" y="268766"/>
                  </a:cubicBezTo>
                  <a:cubicBezTo>
                    <a:pt x="279879" y="269404"/>
                    <a:pt x="279240" y="269404"/>
                    <a:pt x="279240" y="270042"/>
                  </a:cubicBezTo>
                  <a:cubicBezTo>
                    <a:pt x="272211" y="277703"/>
                    <a:pt x="222370" y="279618"/>
                    <a:pt x="182113" y="279618"/>
                  </a:cubicBezTo>
                  <a:lnTo>
                    <a:pt x="181474" y="279618"/>
                  </a:lnTo>
                  <a:cubicBezTo>
                    <a:pt x="141217" y="279618"/>
                    <a:pt x="91376" y="278342"/>
                    <a:pt x="84347" y="270042"/>
                  </a:cubicBezTo>
                  <a:cubicBezTo>
                    <a:pt x="83708" y="269404"/>
                    <a:pt x="83708" y="269404"/>
                    <a:pt x="83708" y="268766"/>
                  </a:cubicBezTo>
                  <a:cubicBezTo>
                    <a:pt x="77957" y="259190"/>
                    <a:pt x="72845" y="248337"/>
                    <a:pt x="69011" y="238122"/>
                  </a:cubicBezTo>
                  <a:cubicBezTo>
                    <a:pt x="67094" y="229823"/>
                    <a:pt x="67094" y="221524"/>
                    <a:pt x="69011" y="213225"/>
                  </a:cubicBezTo>
                  <a:cubicBezTo>
                    <a:pt x="69650" y="210671"/>
                    <a:pt x="70928" y="209395"/>
                    <a:pt x="73484" y="208756"/>
                  </a:cubicBezTo>
                  <a:lnTo>
                    <a:pt x="90737" y="203649"/>
                  </a:lnTo>
                  <a:lnTo>
                    <a:pt x="90737" y="192796"/>
                  </a:lnTo>
                  <a:cubicBezTo>
                    <a:pt x="91376" y="165345"/>
                    <a:pt x="102239" y="138533"/>
                    <a:pt x="121409" y="118104"/>
                  </a:cubicBezTo>
                  <a:lnTo>
                    <a:pt x="121409" y="112997"/>
                  </a:lnTo>
                  <a:cubicBezTo>
                    <a:pt x="121409" y="110443"/>
                    <a:pt x="122687" y="108528"/>
                    <a:pt x="124604" y="107251"/>
                  </a:cubicBezTo>
                  <a:lnTo>
                    <a:pt x="132272" y="102782"/>
                  </a:lnTo>
                  <a:cubicBezTo>
                    <a:pt x="140579" y="97675"/>
                    <a:pt x="149525" y="94483"/>
                    <a:pt x="159110" y="91930"/>
                  </a:cubicBezTo>
                  <a:lnTo>
                    <a:pt x="159110" y="88738"/>
                  </a:lnTo>
                  <a:cubicBezTo>
                    <a:pt x="159110" y="84907"/>
                    <a:pt x="161665" y="82354"/>
                    <a:pt x="165500" y="82354"/>
                  </a:cubicBezTo>
                  <a:lnTo>
                    <a:pt x="196171" y="82354"/>
                  </a:lnTo>
                  <a:cubicBezTo>
                    <a:pt x="200005" y="82354"/>
                    <a:pt x="202561" y="84907"/>
                    <a:pt x="202561" y="88738"/>
                  </a:cubicBezTo>
                  <a:lnTo>
                    <a:pt x="202561" y="91930"/>
                  </a:lnTo>
                  <a:cubicBezTo>
                    <a:pt x="212146" y="94483"/>
                    <a:pt x="221092" y="97675"/>
                    <a:pt x="229399" y="102782"/>
                  </a:cubicBezTo>
                  <a:lnTo>
                    <a:pt x="237706" y="107251"/>
                  </a:lnTo>
                  <a:cubicBezTo>
                    <a:pt x="239623" y="108528"/>
                    <a:pt x="240901" y="110443"/>
                    <a:pt x="240901" y="112997"/>
                  </a:cubicBezTo>
                  <a:lnTo>
                    <a:pt x="240901" y="118104"/>
                  </a:lnTo>
                  <a:cubicBezTo>
                    <a:pt x="260071" y="138533"/>
                    <a:pt x="270934" y="164707"/>
                    <a:pt x="271572" y="192796"/>
                  </a:cubicBezTo>
                  <a:lnTo>
                    <a:pt x="271572" y="203649"/>
                  </a:lnTo>
                  <a:lnTo>
                    <a:pt x="289464" y="208756"/>
                  </a:lnTo>
                  <a:cubicBezTo>
                    <a:pt x="292020" y="209395"/>
                    <a:pt x="293298" y="211310"/>
                    <a:pt x="293937" y="213863"/>
                  </a:cubicBezTo>
                  <a:cubicBezTo>
                    <a:pt x="295854" y="221524"/>
                    <a:pt x="295854" y="229823"/>
                    <a:pt x="294576" y="238122"/>
                  </a:cubicBezTo>
                  <a:close/>
                </a:path>
              </a:pathLst>
            </a:custGeom>
            <a:solidFill>
              <a:srgbClr val="00A3E0"/>
            </a:solidFill>
            <a:ln w="6390" cap="flat">
              <a:noFill/>
              <a:prstDash val="solid"/>
              <a:miter/>
            </a:ln>
          </p:spPr>
          <p:txBody>
            <a:bodyPr rtlCol="0" anchor="ctr"/>
            <a:lstStyle/>
            <a:p>
              <a:endParaRPr lang="en-US"/>
            </a:p>
          </p:txBody>
        </p:sp>
        <p:sp>
          <p:nvSpPr>
            <p:cNvPr id="1115" name="Graphic 4">
              <a:extLst>
                <a:ext uri="{FF2B5EF4-FFF2-40B4-BE49-F238E27FC236}">
                  <a16:creationId xmlns:a16="http://schemas.microsoft.com/office/drawing/2014/main" id="{724D6878-C1DD-1544-89A5-76CA47725AD9}"/>
                </a:ext>
              </a:extLst>
            </p:cNvPr>
            <p:cNvSpPr/>
            <p:nvPr/>
          </p:nvSpPr>
          <p:spPr>
            <a:xfrm>
              <a:off x="5178564" y="4524490"/>
              <a:ext cx="203519" cy="50433"/>
            </a:xfrm>
            <a:custGeom>
              <a:avLst/>
              <a:gdLst>
                <a:gd name="connsiteX0" fmla="*/ 192816 w 203519"/>
                <a:gd name="connsiteY0" fmla="*/ 639 h 50433"/>
                <a:gd name="connsiteX1" fmla="*/ 192816 w 203519"/>
                <a:gd name="connsiteY1" fmla="*/ 3831 h 50433"/>
                <a:gd name="connsiteX2" fmla="*/ 189621 w 203519"/>
                <a:gd name="connsiteY2" fmla="*/ 8938 h 50433"/>
                <a:gd name="connsiteX3" fmla="*/ 101440 w 203519"/>
                <a:gd name="connsiteY3" fmla="*/ 26813 h 50433"/>
                <a:gd name="connsiteX4" fmla="*/ 11342 w 203519"/>
                <a:gd name="connsiteY4" fmla="*/ 7023 h 50433"/>
                <a:gd name="connsiteX5" fmla="*/ 10064 w 203519"/>
                <a:gd name="connsiteY5" fmla="*/ 3192 h 50433"/>
                <a:gd name="connsiteX6" fmla="*/ 10064 w 203519"/>
                <a:gd name="connsiteY6" fmla="*/ 0 h 50433"/>
                <a:gd name="connsiteX7" fmla="*/ 479 w 203519"/>
                <a:gd name="connsiteY7" fmla="*/ 3192 h 50433"/>
                <a:gd name="connsiteX8" fmla="*/ 479 w 203519"/>
                <a:gd name="connsiteY8" fmla="*/ 18514 h 50433"/>
                <a:gd name="connsiteX9" fmla="*/ 13259 w 203519"/>
                <a:gd name="connsiteY9" fmla="*/ 44688 h 50433"/>
                <a:gd name="connsiteX10" fmla="*/ 101440 w 203519"/>
                <a:gd name="connsiteY10" fmla="*/ 50434 h 50433"/>
                <a:gd name="connsiteX11" fmla="*/ 102079 w 203519"/>
                <a:gd name="connsiteY11" fmla="*/ 50434 h 50433"/>
                <a:gd name="connsiteX12" fmla="*/ 190260 w 203519"/>
                <a:gd name="connsiteY12" fmla="*/ 44688 h 50433"/>
                <a:gd name="connsiteX13" fmla="*/ 203040 w 203519"/>
                <a:gd name="connsiteY13" fmla="*/ 18514 h 50433"/>
                <a:gd name="connsiteX14" fmla="*/ 203040 w 203519"/>
                <a:gd name="connsiteY14" fmla="*/ 3192 h 50433"/>
                <a:gd name="connsiteX15" fmla="*/ 192816 w 203519"/>
                <a:gd name="connsiteY15" fmla="*/ 639 h 5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3519" h="50433">
                  <a:moveTo>
                    <a:pt x="192816" y="639"/>
                  </a:moveTo>
                  <a:lnTo>
                    <a:pt x="192816" y="3831"/>
                  </a:lnTo>
                  <a:cubicBezTo>
                    <a:pt x="192816" y="5746"/>
                    <a:pt x="191538" y="8299"/>
                    <a:pt x="189621" y="8938"/>
                  </a:cubicBezTo>
                  <a:cubicBezTo>
                    <a:pt x="184509" y="13407"/>
                    <a:pt x="164701" y="26813"/>
                    <a:pt x="101440" y="26813"/>
                  </a:cubicBezTo>
                  <a:cubicBezTo>
                    <a:pt x="29234" y="26813"/>
                    <a:pt x="13898" y="10853"/>
                    <a:pt x="11342" y="7023"/>
                  </a:cubicBezTo>
                  <a:cubicBezTo>
                    <a:pt x="10703" y="5746"/>
                    <a:pt x="10064" y="4469"/>
                    <a:pt x="10064" y="3192"/>
                  </a:cubicBezTo>
                  <a:lnTo>
                    <a:pt x="10064" y="0"/>
                  </a:lnTo>
                  <a:lnTo>
                    <a:pt x="479" y="3192"/>
                  </a:lnTo>
                  <a:cubicBezTo>
                    <a:pt x="-160" y="8299"/>
                    <a:pt x="-160" y="13407"/>
                    <a:pt x="479" y="18514"/>
                  </a:cubicBezTo>
                  <a:cubicBezTo>
                    <a:pt x="3674" y="27451"/>
                    <a:pt x="8147" y="36389"/>
                    <a:pt x="13259" y="44688"/>
                  </a:cubicBezTo>
                  <a:cubicBezTo>
                    <a:pt x="17093" y="45965"/>
                    <a:pt x="35624" y="50434"/>
                    <a:pt x="101440" y="50434"/>
                  </a:cubicBezTo>
                  <a:lnTo>
                    <a:pt x="102079" y="50434"/>
                  </a:lnTo>
                  <a:cubicBezTo>
                    <a:pt x="167896" y="50434"/>
                    <a:pt x="186426" y="45965"/>
                    <a:pt x="190260" y="44688"/>
                  </a:cubicBezTo>
                  <a:cubicBezTo>
                    <a:pt x="195372" y="36389"/>
                    <a:pt x="199206" y="27451"/>
                    <a:pt x="203040" y="18514"/>
                  </a:cubicBezTo>
                  <a:cubicBezTo>
                    <a:pt x="203679" y="13407"/>
                    <a:pt x="203679" y="8299"/>
                    <a:pt x="203040" y="3192"/>
                  </a:cubicBezTo>
                  <a:lnTo>
                    <a:pt x="192816" y="639"/>
                  </a:lnTo>
                  <a:close/>
                </a:path>
              </a:pathLst>
            </a:custGeom>
            <a:solidFill>
              <a:srgbClr val="00A3E0"/>
            </a:solidFill>
            <a:ln w="6390" cap="flat">
              <a:noFill/>
              <a:prstDash val="solid"/>
              <a:miter/>
            </a:ln>
          </p:spPr>
          <p:txBody>
            <a:bodyPr rtlCol="0" anchor="ctr"/>
            <a:lstStyle/>
            <a:p>
              <a:endParaRPr lang="en-US"/>
            </a:p>
          </p:txBody>
        </p:sp>
        <p:sp>
          <p:nvSpPr>
            <p:cNvPr id="1116" name="Graphic 4">
              <a:extLst>
                <a:ext uri="{FF2B5EF4-FFF2-40B4-BE49-F238E27FC236}">
                  <a16:creationId xmlns:a16="http://schemas.microsoft.com/office/drawing/2014/main" id="{68BE64FE-D371-B84A-B3FD-00FAAEB9AE30}"/>
                </a:ext>
              </a:extLst>
            </p:cNvPr>
            <p:cNvSpPr/>
            <p:nvPr/>
          </p:nvSpPr>
          <p:spPr>
            <a:xfrm>
              <a:off x="5202047" y="4405110"/>
              <a:ext cx="156553" cy="133424"/>
            </a:xfrm>
            <a:custGeom>
              <a:avLst/>
              <a:gdLst>
                <a:gd name="connsiteX0" fmla="*/ 156553 w 156553"/>
                <a:gd name="connsiteY0" fmla="*/ 120019 h 133424"/>
                <a:gd name="connsiteX1" fmla="*/ 156553 w 156553"/>
                <a:gd name="connsiteY1" fmla="*/ 95760 h 133424"/>
                <a:gd name="connsiteX2" fmla="*/ 138662 w 156553"/>
                <a:gd name="connsiteY2" fmla="*/ 42134 h 133424"/>
                <a:gd name="connsiteX3" fmla="*/ 138662 w 156553"/>
                <a:gd name="connsiteY3" fmla="*/ 88737 h 133424"/>
                <a:gd name="connsiteX4" fmla="*/ 132272 w 156553"/>
                <a:gd name="connsiteY4" fmla="*/ 95121 h 133424"/>
                <a:gd name="connsiteX5" fmla="*/ 125882 w 156553"/>
                <a:gd name="connsiteY5" fmla="*/ 88737 h 133424"/>
                <a:gd name="connsiteX6" fmla="*/ 125882 w 156553"/>
                <a:gd name="connsiteY6" fmla="*/ 20428 h 133424"/>
                <a:gd name="connsiteX7" fmla="*/ 121409 w 156553"/>
                <a:gd name="connsiteY7" fmla="*/ 17875 h 133424"/>
                <a:gd name="connsiteX8" fmla="*/ 100322 w 156553"/>
                <a:gd name="connsiteY8" fmla="*/ 8937 h 133424"/>
                <a:gd name="connsiteX9" fmla="*/ 100322 w 156553"/>
                <a:gd name="connsiteY9" fmla="*/ 42772 h 133424"/>
                <a:gd name="connsiteX10" fmla="*/ 105434 w 156553"/>
                <a:gd name="connsiteY10" fmla="*/ 51072 h 133424"/>
                <a:gd name="connsiteX11" fmla="*/ 102878 w 156553"/>
                <a:gd name="connsiteY11" fmla="*/ 60009 h 133424"/>
                <a:gd name="connsiteX12" fmla="*/ 100961 w 156553"/>
                <a:gd name="connsiteY12" fmla="*/ 60648 h 133424"/>
                <a:gd name="connsiteX13" fmla="*/ 99683 w 156553"/>
                <a:gd name="connsiteY13" fmla="*/ 60648 h 133424"/>
                <a:gd name="connsiteX14" fmla="*/ 98405 w 156553"/>
                <a:gd name="connsiteY14" fmla="*/ 60648 h 133424"/>
                <a:gd name="connsiteX15" fmla="*/ 98405 w 156553"/>
                <a:gd name="connsiteY15" fmla="*/ 60648 h 133424"/>
                <a:gd name="connsiteX16" fmla="*/ 96488 w 156553"/>
                <a:gd name="connsiteY16" fmla="*/ 60009 h 133424"/>
                <a:gd name="connsiteX17" fmla="*/ 95210 w 156553"/>
                <a:gd name="connsiteY17" fmla="*/ 60009 h 133424"/>
                <a:gd name="connsiteX18" fmla="*/ 93932 w 156553"/>
                <a:gd name="connsiteY18" fmla="*/ 58094 h 133424"/>
                <a:gd name="connsiteX19" fmla="*/ 93932 w 156553"/>
                <a:gd name="connsiteY19" fmla="*/ 58094 h 133424"/>
                <a:gd name="connsiteX20" fmla="*/ 88181 w 156553"/>
                <a:gd name="connsiteY20" fmla="*/ 48518 h 133424"/>
                <a:gd name="connsiteX21" fmla="*/ 87542 w 156553"/>
                <a:gd name="connsiteY21" fmla="*/ 45326 h 133424"/>
                <a:gd name="connsiteX22" fmla="*/ 87542 w 156553"/>
                <a:gd name="connsiteY22" fmla="*/ 0 h 133424"/>
                <a:gd name="connsiteX23" fmla="*/ 69650 w 156553"/>
                <a:gd name="connsiteY23" fmla="*/ 0 h 133424"/>
                <a:gd name="connsiteX24" fmla="*/ 69650 w 156553"/>
                <a:gd name="connsiteY24" fmla="*/ 45326 h 133424"/>
                <a:gd name="connsiteX25" fmla="*/ 68372 w 156553"/>
                <a:gd name="connsiteY25" fmla="*/ 48518 h 133424"/>
                <a:gd name="connsiteX26" fmla="*/ 61982 w 156553"/>
                <a:gd name="connsiteY26" fmla="*/ 58094 h 133424"/>
                <a:gd name="connsiteX27" fmla="*/ 53037 w 156553"/>
                <a:gd name="connsiteY27" fmla="*/ 60648 h 133424"/>
                <a:gd name="connsiteX28" fmla="*/ 50481 w 156553"/>
                <a:gd name="connsiteY28" fmla="*/ 51710 h 133424"/>
                <a:gd name="connsiteX29" fmla="*/ 51119 w 156553"/>
                <a:gd name="connsiteY29" fmla="*/ 51072 h 133424"/>
                <a:gd name="connsiteX30" fmla="*/ 56232 w 156553"/>
                <a:gd name="connsiteY30" fmla="*/ 42772 h 133424"/>
                <a:gd name="connsiteX31" fmla="*/ 56232 w 156553"/>
                <a:gd name="connsiteY31" fmla="*/ 9576 h 133424"/>
                <a:gd name="connsiteX32" fmla="*/ 35145 w 156553"/>
                <a:gd name="connsiteY32" fmla="*/ 18513 h 133424"/>
                <a:gd name="connsiteX33" fmla="*/ 30672 w 156553"/>
                <a:gd name="connsiteY33" fmla="*/ 21067 h 133424"/>
                <a:gd name="connsiteX34" fmla="*/ 30672 w 156553"/>
                <a:gd name="connsiteY34" fmla="*/ 88737 h 133424"/>
                <a:gd name="connsiteX35" fmla="*/ 24282 w 156553"/>
                <a:gd name="connsiteY35" fmla="*/ 95121 h 133424"/>
                <a:gd name="connsiteX36" fmla="*/ 17892 w 156553"/>
                <a:gd name="connsiteY36" fmla="*/ 88737 h 133424"/>
                <a:gd name="connsiteX37" fmla="*/ 17892 w 156553"/>
                <a:gd name="connsiteY37" fmla="*/ 42134 h 133424"/>
                <a:gd name="connsiteX38" fmla="*/ 0 w 156553"/>
                <a:gd name="connsiteY38" fmla="*/ 95760 h 133424"/>
                <a:gd name="connsiteX39" fmla="*/ 0 w 156553"/>
                <a:gd name="connsiteY39" fmla="*/ 120019 h 133424"/>
                <a:gd name="connsiteX40" fmla="*/ 77957 w 156553"/>
                <a:gd name="connsiteY40" fmla="*/ 133425 h 133424"/>
                <a:gd name="connsiteX41" fmla="*/ 156553 w 156553"/>
                <a:gd name="connsiteY41" fmla="*/ 120019 h 13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6553" h="133424">
                  <a:moveTo>
                    <a:pt x="156553" y="120019"/>
                  </a:moveTo>
                  <a:lnTo>
                    <a:pt x="156553" y="95760"/>
                  </a:lnTo>
                  <a:cubicBezTo>
                    <a:pt x="155915" y="76608"/>
                    <a:pt x="149525" y="57456"/>
                    <a:pt x="138662" y="42134"/>
                  </a:cubicBezTo>
                  <a:lnTo>
                    <a:pt x="138662" y="88737"/>
                  </a:lnTo>
                  <a:cubicBezTo>
                    <a:pt x="138662" y="92568"/>
                    <a:pt x="136106" y="95121"/>
                    <a:pt x="132272" y="95121"/>
                  </a:cubicBezTo>
                  <a:cubicBezTo>
                    <a:pt x="128438" y="95121"/>
                    <a:pt x="125882" y="92568"/>
                    <a:pt x="125882" y="88737"/>
                  </a:cubicBezTo>
                  <a:lnTo>
                    <a:pt x="125882" y="20428"/>
                  </a:lnTo>
                  <a:lnTo>
                    <a:pt x="121409" y="17875"/>
                  </a:lnTo>
                  <a:cubicBezTo>
                    <a:pt x="115019" y="14044"/>
                    <a:pt x="107990" y="10852"/>
                    <a:pt x="100322" y="8937"/>
                  </a:cubicBezTo>
                  <a:lnTo>
                    <a:pt x="100322" y="42772"/>
                  </a:lnTo>
                  <a:lnTo>
                    <a:pt x="105434" y="51072"/>
                  </a:lnTo>
                  <a:cubicBezTo>
                    <a:pt x="107351" y="54264"/>
                    <a:pt x="106073" y="58094"/>
                    <a:pt x="102878" y="60009"/>
                  </a:cubicBezTo>
                  <a:cubicBezTo>
                    <a:pt x="102239" y="60648"/>
                    <a:pt x="101600" y="60648"/>
                    <a:pt x="100961" y="60648"/>
                  </a:cubicBezTo>
                  <a:lnTo>
                    <a:pt x="99683" y="60648"/>
                  </a:lnTo>
                  <a:lnTo>
                    <a:pt x="98405" y="60648"/>
                  </a:lnTo>
                  <a:lnTo>
                    <a:pt x="98405" y="60648"/>
                  </a:lnTo>
                  <a:cubicBezTo>
                    <a:pt x="97766" y="60648"/>
                    <a:pt x="97127" y="60009"/>
                    <a:pt x="96488" y="60009"/>
                  </a:cubicBezTo>
                  <a:lnTo>
                    <a:pt x="95210" y="60009"/>
                  </a:lnTo>
                  <a:cubicBezTo>
                    <a:pt x="94571" y="59371"/>
                    <a:pt x="93932" y="58732"/>
                    <a:pt x="93932" y="58094"/>
                  </a:cubicBezTo>
                  <a:lnTo>
                    <a:pt x="93932" y="58094"/>
                  </a:lnTo>
                  <a:lnTo>
                    <a:pt x="88181" y="48518"/>
                  </a:lnTo>
                  <a:cubicBezTo>
                    <a:pt x="87542" y="47241"/>
                    <a:pt x="87542" y="46603"/>
                    <a:pt x="87542" y="45326"/>
                  </a:cubicBezTo>
                  <a:lnTo>
                    <a:pt x="87542" y="0"/>
                  </a:lnTo>
                  <a:lnTo>
                    <a:pt x="69650" y="0"/>
                  </a:lnTo>
                  <a:lnTo>
                    <a:pt x="69650" y="45326"/>
                  </a:lnTo>
                  <a:cubicBezTo>
                    <a:pt x="69650" y="46603"/>
                    <a:pt x="69012" y="47880"/>
                    <a:pt x="68372" y="48518"/>
                  </a:cubicBezTo>
                  <a:lnTo>
                    <a:pt x="61982" y="58094"/>
                  </a:lnTo>
                  <a:cubicBezTo>
                    <a:pt x="60066" y="61286"/>
                    <a:pt x="56232" y="62563"/>
                    <a:pt x="53037" y="60648"/>
                  </a:cubicBezTo>
                  <a:cubicBezTo>
                    <a:pt x="49842" y="58732"/>
                    <a:pt x="48564" y="54902"/>
                    <a:pt x="50481" y="51710"/>
                  </a:cubicBezTo>
                  <a:cubicBezTo>
                    <a:pt x="50481" y="51710"/>
                    <a:pt x="50481" y="51072"/>
                    <a:pt x="51119" y="51072"/>
                  </a:cubicBezTo>
                  <a:lnTo>
                    <a:pt x="56232" y="42772"/>
                  </a:lnTo>
                  <a:lnTo>
                    <a:pt x="56232" y="9576"/>
                  </a:lnTo>
                  <a:cubicBezTo>
                    <a:pt x="49203" y="11491"/>
                    <a:pt x="41535" y="14683"/>
                    <a:pt x="35145" y="18513"/>
                  </a:cubicBezTo>
                  <a:lnTo>
                    <a:pt x="30672" y="21067"/>
                  </a:lnTo>
                  <a:lnTo>
                    <a:pt x="30672" y="88737"/>
                  </a:lnTo>
                  <a:cubicBezTo>
                    <a:pt x="30672" y="92568"/>
                    <a:pt x="28116" y="95121"/>
                    <a:pt x="24282" y="95121"/>
                  </a:cubicBezTo>
                  <a:cubicBezTo>
                    <a:pt x="20448" y="95121"/>
                    <a:pt x="17892" y="92568"/>
                    <a:pt x="17892" y="88737"/>
                  </a:cubicBezTo>
                  <a:lnTo>
                    <a:pt x="17892" y="42134"/>
                  </a:lnTo>
                  <a:cubicBezTo>
                    <a:pt x="6390" y="58094"/>
                    <a:pt x="639" y="76608"/>
                    <a:pt x="0" y="95760"/>
                  </a:cubicBezTo>
                  <a:lnTo>
                    <a:pt x="0" y="120019"/>
                  </a:lnTo>
                  <a:cubicBezTo>
                    <a:pt x="4473" y="123211"/>
                    <a:pt x="23004" y="133425"/>
                    <a:pt x="77957" y="133425"/>
                  </a:cubicBezTo>
                  <a:cubicBezTo>
                    <a:pt x="132911" y="133425"/>
                    <a:pt x="151442" y="123211"/>
                    <a:pt x="156553" y="120019"/>
                  </a:cubicBezTo>
                  <a:close/>
                </a:path>
              </a:pathLst>
            </a:custGeom>
            <a:solidFill>
              <a:srgbClr val="00A3E0"/>
            </a:solidFill>
            <a:ln w="6390" cap="flat">
              <a:noFill/>
              <a:prstDash val="solid"/>
              <a:miter/>
            </a:ln>
          </p:spPr>
          <p:txBody>
            <a:bodyPr rtlCol="0" anchor="ctr"/>
            <a:lstStyle/>
            <a:p>
              <a:endParaRPr lang="en-US"/>
            </a:p>
          </p:txBody>
        </p:sp>
      </p:grpSp>
      <p:grpSp>
        <p:nvGrpSpPr>
          <p:cNvPr id="1117" name="Graphic 4">
            <a:extLst>
              <a:ext uri="{FF2B5EF4-FFF2-40B4-BE49-F238E27FC236}">
                <a16:creationId xmlns:a16="http://schemas.microsoft.com/office/drawing/2014/main" id="{3B6B8A2A-AC87-0C4D-8C71-22199A4227F7}"/>
              </a:ext>
            </a:extLst>
          </p:cNvPr>
          <p:cNvGrpSpPr>
            <a:grpSpLocks noChangeAspect="1"/>
          </p:cNvGrpSpPr>
          <p:nvPr/>
        </p:nvGrpSpPr>
        <p:grpSpPr>
          <a:xfrm>
            <a:off x="6146480" y="3824168"/>
            <a:ext cx="362309" cy="361971"/>
            <a:chOff x="6146480" y="3824168"/>
            <a:chExt cx="362309" cy="361971"/>
          </a:xfrm>
          <a:solidFill>
            <a:srgbClr val="00A3E0"/>
          </a:solidFill>
        </p:grpSpPr>
        <p:sp>
          <p:nvSpPr>
            <p:cNvPr id="1118" name="Graphic 4">
              <a:extLst>
                <a:ext uri="{FF2B5EF4-FFF2-40B4-BE49-F238E27FC236}">
                  <a16:creationId xmlns:a16="http://schemas.microsoft.com/office/drawing/2014/main" id="{F24CBBFE-A428-C044-8A0A-B4FF0C92080A}"/>
                </a:ext>
              </a:extLst>
            </p:cNvPr>
            <p:cNvSpPr/>
            <p:nvPr/>
          </p:nvSpPr>
          <p:spPr>
            <a:xfrm>
              <a:off x="6223798" y="3964615"/>
              <a:ext cx="207672" cy="81714"/>
            </a:xfrm>
            <a:custGeom>
              <a:avLst/>
              <a:gdLst>
                <a:gd name="connsiteX0" fmla="*/ 189142 w 207672"/>
                <a:gd name="connsiteY0" fmla="*/ 48518 h 81714"/>
                <a:gd name="connsiteX1" fmla="*/ 182752 w 207672"/>
                <a:gd name="connsiteY1" fmla="*/ 54902 h 81714"/>
                <a:gd name="connsiteX2" fmla="*/ 176362 w 207672"/>
                <a:gd name="connsiteY2" fmla="*/ 48518 h 81714"/>
                <a:gd name="connsiteX3" fmla="*/ 176362 w 207672"/>
                <a:gd name="connsiteY3" fmla="*/ 0 h 81714"/>
                <a:gd name="connsiteX4" fmla="*/ 157832 w 207672"/>
                <a:gd name="connsiteY4" fmla="*/ 0 h 81714"/>
                <a:gd name="connsiteX5" fmla="*/ 157832 w 207672"/>
                <a:gd name="connsiteY5" fmla="*/ 24897 h 81714"/>
                <a:gd name="connsiteX6" fmla="*/ 151442 w 207672"/>
                <a:gd name="connsiteY6" fmla="*/ 31281 h 81714"/>
                <a:gd name="connsiteX7" fmla="*/ 145052 w 207672"/>
                <a:gd name="connsiteY7" fmla="*/ 24897 h 81714"/>
                <a:gd name="connsiteX8" fmla="*/ 145052 w 207672"/>
                <a:gd name="connsiteY8" fmla="*/ 0 h 81714"/>
                <a:gd name="connsiteX9" fmla="*/ 126521 w 207672"/>
                <a:gd name="connsiteY9" fmla="*/ 0 h 81714"/>
                <a:gd name="connsiteX10" fmla="*/ 126521 w 207672"/>
                <a:gd name="connsiteY10" fmla="*/ 48518 h 81714"/>
                <a:gd name="connsiteX11" fmla="*/ 120131 w 207672"/>
                <a:gd name="connsiteY11" fmla="*/ 54902 h 81714"/>
                <a:gd name="connsiteX12" fmla="*/ 113741 w 207672"/>
                <a:gd name="connsiteY12" fmla="*/ 48518 h 81714"/>
                <a:gd name="connsiteX13" fmla="*/ 113741 w 207672"/>
                <a:gd name="connsiteY13" fmla="*/ 0 h 81714"/>
                <a:gd name="connsiteX14" fmla="*/ 95210 w 207672"/>
                <a:gd name="connsiteY14" fmla="*/ 0 h 81714"/>
                <a:gd name="connsiteX15" fmla="*/ 95210 w 207672"/>
                <a:gd name="connsiteY15" fmla="*/ 24897 h 81714"/>
                <a:gd name="connsiteX16" fmla="*/ 88820 w 207672"/>
                <a:gd name="connsiteY16" fmla="*/ 31281 h 81714"/>
                <a:gd name="connsiteX17" fmla="*/ 82430 w 207672"/>
                <a:gd name="connsiteY17" fmla="*/ 24897 h 81714"/>
                <a:gd name="connsiteX18" fmla="*/ 82430 w 207672"/>
                <a:gd name="connsiteY18" fmla="*/ 0 h 81714"/>
                <a:gd name="connsiteX19" fmla="*/ 63899 w 207672"/>
                <a:gd name="connsiteY19" fmla="*/ 0 h 81714"/>
                <a:gd name="connsiteX20" fmla="*/ 63899 w 207672"/>
                <a:gd name="connsiteY20" fmla="*/ 48518 h 81714"/>
                <a:gd name="connsiteX21" fmla="*/ 57509 w 207672"/>
                <a:gd name="connsiteY21" fmla="*/ 54902 h 81714"/>
                <a:gd name="connsiteX22" fmla="*/ 51119 w 207672"/>
                <a:gd name="connsiteY22" fmla="*/ 48518 h 81714"/>
                <a:gd name="connsiteX23" fmla="*/ 51119 w 207672"/>
                <a:gd name="connsiteY23" fmla="*/ 0 h 81714"/>
                <a:gd name="connsiteX24" fmla="*/ 32589 w 207672"/>
                <a:gd name="connsiteY24" fmla="*/ 0 h 81714"/>
                <a:gd name="connsiteX25" fmla="*/ 32589 w 207672"/>
                <a:gd name="connsiteY25" fmla="*/ 24897 h 81714"/>
                <a:gd name="connsiteX26" fmla="*/ 26199 w 207672"/>
                <a:gd name="connsiteY26" fmla="*/ 31281 h 81714"/>
                <a:gd name="connsiteX27" fmla="*/ 19809 w 207672"/>
                <a:gd name="connsiteY27" fmla="*/ 24897 h 81714"/>
                <a:gd name="connsiteX28" fmla="*/ 19809 w 207672"/>
                <a:gd name="connsiteY28" fmla="*/ 0 h 81714"/>
                <a:gd name="connsiteX29" fmla="*/ 0 w 207672"/>
                <a:gd name="connsiteY29" fmla="*/ 0 h 81714"/>
                <a:gd name="connsiteX30" fmla="*/ 0 w 207672"/>
                <a:gd name="connsiteY30" fmla="*/ 81715 h 81714"/>
                <a:gd name="connsiteX31" fmla="*/ 207673 w 207672"/>
                <a:gd name="connsiteY31" fmla="*/ 81715 h 81714"/>
                <a:gd name="connsiteX32" fmla="*/ 207673 w 207672"/>
                <a:gd name="connsiteY32" fmla="*/ 0 h 81714"/>
                <a:gd name="connsiteX33" fmla="*/ 189142 w 207672"/>
                <a:gd name="connsiteY33" fmla="*/ 0 h 81714"/>
                <a:gd name="connsiteX34" fmla="*/ 189142 w 207672"/>
                <a:gd name="connsiteY34" fmla="*/ 48518 h 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7672" h="81714">
                  <a:moveTo>
                    <a:pt x="189142" y="48518"/>
                  </a:moveTo>
                  <a:cubicBezTo>
                    <a:pt x="189142" y="52348"/>
                    <a:pt x="186586" y="54902"/>
                    <a:pt x="182752" y="54902"/>
                  </a:cubicBezTo>
                  <a:cubicBezTo>
                    <a:pt x="178918" y="54902"/>
                    <a:pt x="176362" y="52348"/>
                    <a:pt x="176362" y="48518"/>
                  </a:cubicBezTo>
                  <a:lnTo>
                    <a:pt x="176362" y="0"/>
                  </a:lnTo>
                  <a:lnTo>
                    <a:pt x="157832" y="0"/>
                  </a:lnTo>
                  <a:lnTo>
                    <a:pt x="157832" y="24897"/>
                  </a:lnTo>
                  <a:cubicBezTo>
                    <a:pt x="157832" y="28728"/>
                    <a:pt x="155275" y="31281"/>
                    <a:pt x="151442" y="31281"/>
                  </a:cubicBezTo>
                  <a:cubicBezTo>
                    <a:pt x="147607" y="31281"/>
                    <a:pt x="145052" y="28728"/>
                    <a:pt x="145052" y="24897"/>
                  </a:cubicBezTo>
                  <a:lnTo>
                    <a:pt x="145052" y="0"/>
                  </a:lnTo>
                  <a:lnTo>
                    <a:pt x="126521" y="0"/>
                  </a:lnTo>
                  <a:lnTo>
                    <a:pt x="126521" y="48518"/>
                  </a:lnTo>
                  <a:cubicBezTo>
                    <a:pt x="126521" y="52348"/>
                    <a:pt x="123965" y="54902"/>
                    <a:pt x="120131" y="54902"/>
                  </a:cubicBezTo>
                  <a:cubicBezTo>
                    <a:pt x="116297" y="54902"/>
                    <a:pt x="113741" y="52348"/>
                    <a:pt x="113741" y="48518"/>
                  </a:cubicBezTo>
                  <a:lnTo>
                    <a:pt x="113741" y="0"/>
                  </a:lnTo>
                  <a:lnTo>
                    <a:pt x="95210" y="0"/>
                  </a:lnTo>
                  <a:lnTo>
                    <a:pt x="95210" y="24897"/>
                  </a:lnTo>
                  <a:cubicBezTo>
                    <a:pt x="95210" y="28728"/>
                    <a:pt x="92654" y="31281"/>
                    <a:pt x="88820" y="31281"/>
                  </a:cubicBezTo>
                  <a:cubicBezTo>
                    <a:pt x="84986" y="31281"/>
                    <a:pt x="82430" y="28728"/>
                    <a:pt x="82430" y="24897"/>
                  </a:cubicBezTo>
                  <a:lnTo>
                    <a:pt x="82430" y="0"/>
                  </a:lnTo>
                  <a:lnTo>
                    <a:pt x="63899" y="0"/>
                  </a:lnTo>
                  <a:lnTo>
                    <a:pt x="63899" y="48518"/>
                  </a:lnTo>
                  <a:cubicBezTo>
                    <a:pt x="63899" y="52348"/>
                    <a:pt x="61343" y="54902"/>
                    <a:pt x="57509" y="54902"/>
                  </a:cubicBezTo>
                  <a:cubicBezTo>
                    <a:pt x="53676" y="54902"/>
                    <a:pt x="51119" y="52348"/>
                    <a:pt x="51119" y="48518"/>
                  </a:cubicBezTo>
                  <a:lnTo>
                    <a:pt x="51119" y="0"/>
                  </a:lnTo>
                  <a:lnTo>
                    <a:pt x="32589" y="0"/>
                  </a:lnTo>
                  <a:lnTo>
                    <a:pt x="32589" y="24897"/>
                  </a:lnTo>
                  <a:cubicBezTo>
                    <a:pt x="32589" y="28728"/>
                    <a:pt x="30033" y="31281"/>
                    <a:pt x="26199" y="31281"/>
                  </a:cubicBezTo>
                  <a:cubicBezTo>
                    <a:pt x="22365" y="31281"/>
                    <a:pt x="19809" y="28728"/>
                    <a:pt x="19809" y="24897"/>
                  </a:cubicBezTo>
                  <a:lnTo>
                    <a:pt x="19809" y="0"/>
                  </a:lnTo>
                  <a:lnTo>
                    <a:pt x="0" y="0"/>
                  </a:lnTo>
                  <a:lnTo>
                    <a:pt x="0" y="81715"/>
                  </a:lnTo>
                  <a:lnTo>
                    <a:pt x="207673" y="81715"/>
                  </a:lnTo>
                  <a:lnTo>
                    <a:pt x="207673" y="0"/>
                  </a:lnTo>
                  <a:lnTo>
                    <a:pt x="189142" y="0"/>
                  </a:lnTo>
                  <a:lnTo>
                    <a:pt x="189142" y="48518"/>
                  </a:lnTo>
                  <a:close/>
                </a:path>
              </a:pathLst>
            </a:custGeom>
            <a:solidFill>
              <a:srgbClr val="00A3E0"/>
            </a:solidFill>
            <a:ln w="6390" cap="flat">
              <a:noFill/>
              <a:prstDash val="solid"/>
              <a:miter/>
            </a:ln>
          </p:spPr>
          <p:txBody>
            <a:bodyPr rtlCol="0" anchor="ctr"/>
            <a:lstStyle/>
            <a:p>
              <a:endParaRPr lang="en-US"/>
            </a:p>
          </p:txBody>
        </p:sp>
        <p:sp>
          <p:nvSpPr>
            <p:cNvPr id="1119" name="Graphic 4">
              <a:extLst>
                <a:ext uri="{FF2B5EF4-FFF2-40B4-BE49-F238E27FC236}">
                  <a16:creationId xmlns:a16="http://schemas.microsoft.com/office/drawing/2014/main" id="{00E3CFD7-E444-9045-B326-69CFCA75BAD7}"/>
                </a:ext>
              </a:extLst>
            </p:cNvPr>
            <p:cNvSpPr/>
            <p:nvPr/>
          </p:nvSpPr>
          <p:spPr>
            <a:xfrm>
              <a:off x="6146480" y="3824168"/>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09 w 362309"/>
                <a:gd name="connsiteY3" fmla="*/ 181305 h 361971"/>
                <a:gd name="connsiteX4" fmla="*/ 362309 w 362309"/>
                <a:gd name="connsiteY4" fmla="*/ 181305 h 361971"/>
                <a:gd name="connsiteX5" fmla="*/ 181474 w 362309"/>
                <a:gd name="connsiteY5" fmla="*/ 0 h 361971"/>
                <a:gd name="connsiteX6" fmla="*/ 297771 w 362309"/>
                <a:gd name="connsiteY6" fmla="*/ 227908 h 361971"/>
                <a:gd name="connsiteX7" fmla="*/ 291381 w 362309"/>
                <a:gd name="connsiteY7" fmla="*/ 234292 h 361971"/>
                <a:gd name="connsiteX8" fmla="*/ 70928 w 362309"/>
                <a:gd name="connsiteY8" fmla="*/ 234292 h 361971"/>
                <a:gd name="connsiteX9" fmla="*/ 64538 w 362309"/>
                <a:gd name="connsiteY9" fmla="*/ 227908 h 361971"/>
                <a:gd name="connsiteX10" fmla="*/ 64538 w 362309"/>
                <a:gd name="connsiteY10" fmla="*/ 133425 h 361971"/>
                <a:gd name="connsiteX11" fmla="*/ 70928 w 362309"/>
                <a:gd name="connsiteY11" fmla="*/ 127041 h 361971"/>
                <a:gd name="connsiteX12" fmla="*/ 291381 w 362309"/>
                <a:gd name="connsiteY12" fmla="*/ 127041 h 361971"/>
                <a:gd name="connsiteX13" fmla="*/ 297771 w 362309"/>
                <a:gd name="connsiteY13" fmla="*/ 133425 h 361971"/>
                <a:gd name="connsiteX14" fmla="*/ 297771 w 362309"/>
                <a:gd name="connsiteY14" fmla="*/ 22790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2309" h="361971">
                  <a:moveTo>
                    <a:pt x="181474" y="0"/>
                  </a:moveTo>
                  <a:cubicBezTo>
                    <a:pt x="81152" y="0"/>
                    <a:pt x="0" y="81076"/>
                    <a:pt x="0" y="180667"/>
                  </a:cubicBezTo>
                  <a:cubicBezTo>
                    <a:pt x="0" y="280257"/>
                    <a:pt x="81152" y="361971"/>
                    <a:pt x="180835" y="361971"/>
                  </a:cubicBezTo>
                  <a:cubicBezTo>
                    <a:pt x="280518" y="361971"/>
                    <a:pt x="362309" y="280895"/>
                    <a:pt x="362309" y="181305"/>
                  </a:cubicBezTo>
                  <a:cubicBezTo>
                    <a:pt x="362309" y="181305"/>
                    <a:pt x="362309" y="181305"/>
                    <a:pt x="362309" y="181305"/>
                  </a:cubicBezTo>
                  <a:cubicBezTo>
                    <a:pt x="362309" y="81076"/>
                    <a:pt x="281157" y="0"/>
                    <a:pt x="181474" y="0"/>
                  </a:cubicBezTo>
                  <a:close/>
                  <a:moveTo>
                    <a:pt x="297771" y="227908"/>
                  </a:moveTo>
                  <a:cubicBezTo>
                    <a:pt x="297771" y="231738"/>
                    <a:pt x="295215" y="234292"/>
                    <a:pt x="291381" y="234292"/>
                  </a:cubicBezTo>
                  <a:lnTo>
                    <a:pt x="70928" y="234292"/>
                  </a:lnTo>
                  <a:cubicBezTo>
                    <a:pt x="67094" y="234292"/>
                    <a:pt x="64538" y="231738"/>
                    <a:pt x="64538" y="227908"/>
                  </a:cubicBezTo>
                  <a:lnTo>
                    <a:pt x="64538" y="133425"/>
                  </a:lnTo>
                  <a:cubicBezTo>
                    <a:pt x="64538" y="129595"/>
                    <a:pt x="67094" y="127041"/>
                    <a:pt x="70928" y="127041"/>
                  </a:cubicBezTo>
                  <a:lnTo>
                    <a:pt x="291381" y="127041"/>
                  </a:lnTo>
                  <a:cubicBezTo>
                    <a:pt x="295215" y="127041"/>
                    <a:pt x="297771" y="129595"/>
                    <a:pt x="297771" y="133425"/>
                  </a:cubicBezTo>
                  <a:lnTo>
                    <a:pt x="297771" y="227908"/>
                  </a:lnTo>
                  <a:close/>
                </a:path>
              </a:pathLst>
            </a:custGeom>
            <a:solidFill>
              <a:srgbClr val="00A3E0"/>
            </a:solidFill>
            <a:ln w="6390" cap="flat">
              <a:noFill/>
              <a:prstDash val="solid"/>
              <a:miter/>
            </a:ln>
          </p:spPr>
          <p:txBody>
            <a:bodyPr rtlCol="0" anchor="ctr"/>
            <a:lstStyle/>
            <a:p>
              <a:endParaRPr lang="en-US"/>
            </a:p>
          </p:txBody>
        </p:sp>
      </p:grpSp>
      <p:grpSp>
        <p:nvGrpSpPr>
          <p:cNvPr id="1120" name="Graphic 4">
            <a:extLst>
              <a:ext uri="{FF2B5EF4-FFF2-40B4-BE49-F238E27FC236}">
                <a16:creationId xmlns:a16="http://schemas.microsoft.com/office/drawing/2014/main" id="{CF398FEB-9D1C-4141-9C7D-CD086ED8371A}"/>
              </a:ext>
            </a:extLst>
          </p:cNvPr>
          <p:cNvGrpSpPr>
            <a:grpSpLocks noChangeAspect="1"/>
          </p:cNvGrpSpPr>
          <p:nvPr/>
        </p:nvGrpSpPr>
        <p:grpSpPr>
          <a:xfrm>
            <a:off x="5099169" y="3824168"/>
            <a:ext cx="362309" cy="361971"/>
            <a:chOff x="5099169" y="3824168"/>
            <a:chExt cx="362309" cy="361971"/>
          </a:xfrm>
          <a:solidFill>
            <a:srgbClr val="00A3E0"/>
          </a:solidFill>
        </p:grpSpPr>
        <p:sp>
          <p:nvSpPr>
            <p:cNvPr id="1121" name="Graphic 4">
              <a:extLst>
                <a:ext uri="{FF2B5EF4-FFF2-40B4-BE49-F238E27FC236}">
                  <a16:creationId xmlns:a16="http://schemas.microsoft.com/office/drawing/2014/main" id="{24BE1642-576D-DB4C-A5C3-E95FC0D7EA2A}"/>
                </a:ext>
              </a:extLst>
            </p:cNvPr>
            <p:cNvSpPr/>
            <p:nvPr/>
          </p:nvSpPr>
          <p:spPr>
            <a:xfrm>
              <a:off x="5263391" y="3900137"/>
              <a:ext cx="35144" cy="98313"/>
            </a:xfrm>
            <a:custGeom>
              <a:avLst/>
              <a:gdLst>
                <a:gd name="connsiteX0" fmla="*/ 17253 w 35144"/>
                <a:gd name="connsiteY0" fmla="*/ 0 h 98313"/>
                <a:gd name="connsiteX1" fmla="*/ 0 w 35144"/>
                <a:gd name="connsiteY1" fmla="*/ 17237 h 98313"/>
                <a:gd name="connsiteX2" fmla="*/ 0 w 35144"/>
                <a:gd name="connsiteY2" fmla="*/ 98313 h 98313"/>
                <a:gd name="connsiteX3" fmla="*/ 35145 w 35144"/>
                <a:gd name="connsiteY3" fmla="*/ 98313 h 98313"/>
                <a:gd name="connsiteX4" fmla="*/ 35145 w 35144"/>
                <a:gd name="connsiteY4" fmla="*/ 17237 h 98313"/>
                <a:gd name="connsiteX5" fmla="*/ 17253 w 35144"/>
                <a:gd name="connsiteY5" fmla="*/ 0 h 9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144" h="98313">
                  <a:moveTo>
                    <a:pt x="17253" y="0"/>
                  </a:moveTo>
                  <a:cubicBezTo>
                    <a:pt x="7668" y="0"/>
                    <a:pt x="0" y="7661"/>
                    <a:pt x="0" y="17237"/>
                  </a:cubicBezTo>
                  <a:lnTo>
                    <a:pt x="0" y="98313"/>
                  </a:lnTo>
                  <a:lnTo>
                    <a:pt x="35145" y="98313"/>
                  </a:lnTo>
                  <a:lnTo>
                    <a:pt x="35145" y="17237"/>
                  </a:lnTo>
                  <a:cubicBezTo>
                    <a:pt x="34505" y="7661"/>
                    <a:pt x="26838" y="0"/>
                    <a:pt x="17253" y="0"/>
                  </a:cubicBezTo>
                  <a:close/>
                </a:path>
              </a:pathLst>
            </a:custGeom>
            <a:solidFill>
              <a:srgbClr val="00A3E0"/>
            </a:solidFill>
            <a:ln w="6390" cap="flat">
              <a:noFill/>
              <a:prstDash val="solid"/>
              <a:miter/>
            </a:ln>
          </p:spPr>
          <p:txBody>
            <a:bodyPr rtlCol="0" anchor="ctr"/>
            <a:lstStyle/>
            <a:p>
              <a:endParaRPr lang="en-US"/>
            </a:p>
          </p:txBody>
        </p:sp>
        <p:sp>
          <p:nvSpPr>
            <p:cNvPr id="1122" name="Graphic 4">
              <a:extLst>
                <a:ext uri="{FF2B5EF4-FFF2-40B4-BE49-F238E27FC236}">
                  <a16:creationId xmlns:a16="http://schemas.microsoft.com/office/drawing/2014/main" id="{B526F4BC-66CD-E145-8A2B-9FC33120BAE4}"/>
                </a:ext>
              </a:extLst>
            </p:cNvPr>
            <p:cNvSpPr/>
            <p:nvPr/>
          </p:nvSpPr>
          <p:spPr>
            <a:xfrm>
              <a:off x="5099169" y="3824168"/>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211507 w 362309"/>
                <a:gd name="connsiteY6" fmla="*/ 181305 h 361971"/>
                <a:gd name="connsiteX7" fmla="*/ 205117 w 362309"/>
                <a:gd name="connsiteY7" fmla="*/ 187689 h 361971"/>
                <a:gd name="connsiteX8" fmla="*/ 187864 w 362309"/>
                <a:gd name="connsiteY8" fmla="*/ 187689 h 361971"/>
                <a:gd name="connsiteX9" fmla="*/ 187864 w 362309"/>
                <a:gd name="connsiteY9" fmla="*/ 270681 h 361971"/>
                <a:gd name="connsiteX10" fmla="*/ 189142 w 362309"/>
                <a:gd name="connsiteY10" fmla="*/ 270681 h 361971"/>
                <a:gd name="connsiteX11" fmla="*/ 194254 w 362309"/>
                <a:gd name="connsiteY11" fmla="*/ 273873 h 361971"/>
                <a:gd name="connsiteX12" fmla="*/ 194254 w 362309"/>
                <a:gd name="connsiteY12" fmla="*/ 280257 h 361971"/>
                <a:gd name="connsiteX13" fmla="*/ 186586 w 362309"/>
                <a:gd name="connsiteY13" fmla="*/ 296217 h 361971"/>
                <a:gd name="connsiteX14" fmla="*/ 185308 w 362309"/>
                <a:gd name="connsiteY14" fmla="*/ 297493 h 361971"/>
                <a:gd name="connsiteX15" fmla="*/ 185308 w 362309"/>
                <a:gd name="connsiteY15" fmla="*/ 297493 h 361971"/>
                <a:gd name="connsiteX16" fmla="*/ 184030 w 362309"/>
                <a:gd name="connsiteY16" fmla="*/ 298770 h 361971"/>
                <a:gd name="connsiteX17" fmla="*/ 183391 w 362309"/>
                <a:gd name="connsiteY17" fmla="*/ 298770 h 361971"/>
                <a:gd name="connsiteX18" fmla="*/ 181474 w 362309"/>
                <a:gd name="connsiteY18" fmla="*/ 299409 h 361971"/>
                <a:gd name="connsiteX19" fmla="*/ 179557 w 362309"/>
                <a:gd name="connsiteY19" fmla="*/ 298770 h 361971"/>
                <a:gd name="connsiteX20" fmla="*/ 178918 w 362309"/>
                <a:gd name="connsiteY20" fmla="*/ 298770 h 361971"/>
                <a:gd name="connsiteX21" fmla="*/ 177640 w 362309"/>
                <a:gd name="connsiteY21" fmla="*/ 297493 h 361971"/>
                <a:gd name="connsiteX22" fmla="*/ 177001 w 362309"/>
                <a:gd name="connsiteY22" fmla="*/ 297493 h 361971"/>
                <a:gd name="connsiteX23" fmla="*/ 175723 w 362309"/>
                <a:gd name="connsiteY23" fmla="*/ 296217 h 361971"/>
                <a:gd name="connsiteX24" fmla="*/ 168055 w 362309"/>
                <a:gd name="connsiteY24" fmla="*/ 280257 h 361971"/>
                <a:gd name="connsiteX25" fmla="*/ 170611 w 362309"/>
                <a:gd name="connsiteY25" fmla="*/ 271958 h 361971"/>
                <a:gd name="connsiteX26" fmla="*/ 173806 w 362309"/>
                <a:gd name="connsiteY26" fmla="*/ 271319 h 361971"/>
                <a:gd name="connsiteX27" fmla="*/ 175084 w 362309"/>
                <a:gd name="connsiteY27" fmla="*/ 271319 h 361971"/>
                <a:gd name="connsiteX28" fmla="*/ 175084 w 362309"/>
                <a:gd name="connsiteY28" fmla="*/ 188327 h 361971"/>
                <a:gd name="connsiteX29" fmla="*/ 157832 w 362309"/>
                <a:gd name="connsiteY29" fmla="*/ 188327 h 361971"/>
                <a:gd name="connsiteX30" fmla="*/ 151442 w 362309"/>
                <a:gd name="connsiteY30" fmla="*/ 181944 h 361971"/>
                <a:gd name="connsiteX31" fmla="*/ 151442 w 362309"/>
                <a:gd name="connsiteY31" fmla="*/ 94483 h 361971"/>
                <a:gd name="connsiteX32" fmla="*/ 181474 w 362309"/>
                <a:gd name="connsiteY32" fmla="*/ 64478 h 361971"/>
                <a:gd name="connsiteX33" fmla="*/ 211507 w 362309"/>
                <a:gd name="connsiteY33" fmla="*/ 94483 h 361971"/>
                <a:gd name="connsiteX34" fmla="*/ 211507 w 362309"/>
                <a:gd name="connsiteY34" fmla="*/ 18130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2309" h="361971">
                  <a:moveTo>
                    <a:pt x="181474" y="0"/>
                  </a:moveTo>
                  <a:cubicBezTo>
                    <a:pt x="81152" y="0"/>
                    <a:pt x="0" y="81076"/>
                    <a:pt x="0" y="180667"/>
                  </a:cubicBezTo>
                  <a:cubicBezTo>
                    <a:pt x="0" y="280257"/>
                    <a:pt x="81152" y="361971"/>
                    <a:pt x="180835" y="361971"/>
                  </a:cubicBezTo>
                  <a:cubicBezTo>
                    <a:pt x="280518" y="361971"/>
                    <a:pt x="362310" y="280895"/>
                    <a:pt x="362310" y="181305"/>
                  </a:cubicBezTo>
                  <a:lnTo>
                    <a:pt x="362310" y="181305"/>
                  </a:lnTo>
                  <a:cubicBezTo>
                    <a:pt x="362310" y="81076"/>
                    <a:pt x="281157" y="0"/>
                    <a:pt x="181474" y="0"/>
                  </a:cubicBezTo>
                  <a:close/>
                  <a:moveTo>
                    <a:pt x="211507" y="181305"/>
                  </a:moveTo>
                  <a:cubicBezTo>
                    <a:pt x="211507" y="185135"/>
                    <a:pt x="208951" y="187689"/>
                    <a:pt x="205117" y="187689"/>
                  </a:cubicBezTo>
                  <a:lnTo>
                    <a:pt x="187864" y="187689"/>
                  </a:lnTo>
                  <a:lnTo>
                    <a:pt x="187864" y="270681"/>
                  </a:lnTo>
                  <a:lnTo>
                    <a:pt x="189142" y="270681"/>
                  </a:lnTo>
                  <a:cubicBezTo>
                    <a:pt x="191059" y="270681"/>
                    <a:pt x="193615" y="271958"/>
                    <a:pt x="194254" y="273873"/>
                  </a:cubicBezTo>
                  <a:cubicBezTo>
                    <a:pt x="195532" y="275788"/>
                    <a:pt x="195532" y="278341"/>
                    <a:pt x="194254" y="280257"/>
                  </a:cubicBezTo>
                  <a:lnTo>
                    <a:pt x="186586" y="296217"/>
                  </a:lnTo>
                  <a:cubicBezTo>
                    <a:pt x="185947" y="296855"/>
                    <a:pt x="185947" y="297493"/>
                    <a:pt x="185308" y="297493"/>
                  </a:cubicBezTo>
                  <a:cubicBezTo>
                    <a:pt x="185308" y="297493"/>
                    <a:pt x="185308" y="297493"/>
                    <a:pt x="185308" y="297493"/>
                  </a:cubicBezTo>
                  <a:cubicBezTo>
                    <a:pt x="184669" y="298132"/>
                    <a:pt x="184669" y="298132"/>
                    <a:pt x="184030" y="298770"/>
                  </a:cubicBezTo>
                  <a:lnTo>
                    <a:pt x="183391" y="298770"/>
                  </a:lnTo>
                  <a:cubicBezTo>
                    <a:pt x="182752" y="298770"/>
                    <a:pt x="182113" y="299409"/>
                    <a:pt x="181474" y="299409"/>
                  </a:cubicBezTo>
                  <a:cubicBezTo>
                    <a:pt x="180835" y="299409"/>
                    <a:pt x="180196" y="299409"/>
                    <a:pt x="179557" y="298770"/>
                  </a:cubicBezTo>
                  <a:lnTo>
                    <a:pt x="178918" y="298770"/>
                  </a:lnTo>
                  <a:cubicBezTo>
                    <a:pt x="178279" y="298770"/>
                    <a:pt x="177640" y="298132"/>
                    <a:pt x="177640" y="297493"/>
                  </a:cubicBezTo>
                  <a:lnTo>
                    <a:pt x="177001" y="297493"/>
                  </a:lnTo>
                  <a:cubicBezTo>
                    <a:pt x="176362" y="296855"/>
                    <a:pt x="176362" y="296217"/>
                    <a:pt x="175723" y="296217"/>
                  </a:cubicBezTo>
                  <a:lnTo>
                    <a:pt x="168055" y="280257"/>
                  </a:lnTo>
                  <a:cubicBezTo>
                    <a:pt x="166777" y="277065"/>
                    <a:pt x="167416" y="273234"/>
                    <a:pt x="170611" y="271958"/>
                  </a:cubicBezTo>
                  <a:cubicBezTo>
                    <a:pt x="171250" y="271319"/>
                    <a:pt x="172528" y="271319"/>
                    <a:pt x="173806" y="271319"/>
                  </a:cubicBezTo>
                  <a:lnTo>
                    <a:pt x="175084" y="271319"/>
                  </a:lnTo>
                  <a:lnTo>
                    <a:pt x="175084" y="188327"/>
                  </a:lnTo>
                  <a:lnTo>
                    <a:pt x="157832" y="188327"/>
                  </a:lnTo>
                  <a:cubicBezTo>
                    <a:pt x="153997" y="188327"/>
                    <a:pt x="151442" y="185774"/>
                    <a:pt x="151442" y="181944"/>
                  </a:cubicBezTo>
                  <a:lnTo>
                    <a:pt x="151442" y="94483"/>
                  </a:lnTo>
                  <a:cubicBezTo>
                    <a:pt x="151442" y="77884"/>
                    <a:pt x="164860" y="64478"/>
                    <a:pt x="181474" y="64478"/>
                  </a:cubicBezTo>
                  <a:cubicBezTo>
                    <a:pt x="198088" y="64478"/>
                    <a:pt x="211507" y="77884"/>
                    <a:pt x="211507" y="94483"/>
                  </a:cubicBezTo>
                  <a:lnTo>
                    <a:pt x="211507" y="181305"/>
                  </a:lnTo>
                  <a:close/>
                </a:path>
              </a:pathLst>
            </a:custGeom>
            <a:solidFill>
              <a:srgbClr val="00A3E0"/>
            </a:solidFill>
            <a:ln w="6390" cap="flat">
              <a:noFill/>
              <a:prstDash val="solid"/>
              <a:miter/>
            </a:ln>
          </p:spPr>
          <p:txBody>
            <a:bodyPr rtlCol="0" anchor="ctr"/>
            <a:lstStyle/>
            <a:p>
              <a:endParaRPr lang="en-US"/>
            </a:p>
          </p:txBody>
        </p:sp>
      </p:grpSp>
      <p:grpSp>
        <p:nvGrpSpPr>
          <p:cNvPr id="1123" name="Graphic 4">
            <a:extLst>
              <a:ext uri="{FF2B5EF4-FFF2-40B4-BE49-F238E27FC236}">
                <a16:creationId xmlns:a16="http://schemas.microsoft.com/office/drawing/2014/main" id="{3E5670BB-E5C8-1A4A-8A2F-E37B60AE5174}"/>
              </a:ext>
            </a:extLst>
          </p:cNvPr>
          <p:cNvGrpSpPr>
            <a:grpSpLocks noChangeAspect="1"/>
          </p:cNvGrpSpPr>
          <p:nvPr/>
        </p:nvGrpSpPr>
        <p:grpSpPr>
          <a:xfrm>
            <a:off x="5099169" y="918179"/>
            <a:ext cx="362309" cy="361971"/>
            <a:chOff x="5099169" y="918179"/>
            <a:chExt cx="362309" cy="361971"/>
          </a:xfrm>
          <a:solidFill>
            <a:srgbClr val="00A3E0"/>
          </a:solidFill>
        </p:grpSpPr>
        <p:sp>
          <p:nvSpPr>
            <p:cNvPr id="1124" name="Graphic 4">
              <a:extLst>
                <a:ext uri="{FF2B5EF4-FFF2-40B4-BE49-F238E27FC236}">
                  <a16:creationId xmlns:a16="http://schemas.microsoft.com/office/drawing/2014/main" id="{FD8D6A76-0E7B-264E-AF01-741ED27161CB}"/>
                </a:ext>
              </a:extLst>
            </p:cNvPr>
            <p:cNvSpPr/>
            <p:nvPr/>
          </p:nvSpPr>
          <p:spPr>
            <a:xfrm>
              <a:off x="5287034" y="1128850"/>
              <a:ext cx="85624" cy="34473"/>
            </a:xfrm>
            <a:custGeom>
              <a:avLst/>
              <a:gdLst>
                <a:gd name="connsiteX0" fmla="*/ 0 w 85624"/>
                <a:gd name="connsiteY0" fmla="*/ 34474 h 34473"/>
                <a:gd name="connsiteX1" fmla="*/ 85625 w 85624"/>
                <a:gd name="connsiteY1" fmla="*/ 34474 h 34473"/>
                <a:gd name="connsiteX2" fmla="*/ 85625 w 85624"/>
                <a:gd name="connsiteY2" fmla="*/ 0 h 34473"/>
                <a:gd name="connsiteX3" fmla="*/ 49202 w 85624"/>
                <a:gd name="connsiteY3" fmla="*/ 0 h 34473"/>
                <a:gd name="connsiteX4" fmla="*/ 0 w 85624"/>
                <a:gd name="connsiteY4" fmla="*/ 0 h 34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24" h="34473">
                  <a:moveTo>
                    <a:pt x="0" y="34474"/>
                  </a:moveTo>
                  <a:lnTo>
                    <a:pt x="85625" y="34474"/>
                  </a:lnTo>
                  <a:lnTo>
                    <a:pt x="85625" y="0"/>
                  </a:lnTo>
                  <a:lnTo>
                    <a:pt x="49202" y="0"/>
                  </a:lnTo>
                  <a:lnTo>
                    <a:pt x="0" y="0"/>
                  </a:lnTo>
                  <a:close/>
                </a:path>
              </a:pathLst>
            </a:custGeom>
            <a:solidFill>
              <a:srgbClr val="00A3E0"/>
            </a:solidFill>
            <a:ln w="6390" cap="flat">
              <a:noFill/>
              <a:prstDash val="solid"/>
              <a:miter/>
            </a:ln>
          </p:spPr>
          <p:txBody>
            <a:bodyPr rtlCol="0" anchor="ctr"/>
            <a:lstStyle/>
            <a:p>
              <a:endParaRPr lang="en-US"/>
            </a:p>
          </p:txBody>
        </p:sp>
        <p:sp>
          <p:nvSpPr>
            <p:cNvPr id="1125" name="Graphic 4">
              <a:extLst>
                <a:ext uri="{FF2B5EF4-FFF2-40B4-BE49-F238E27FC236}">
                  <a16:creationId xmlns:a16="http://schemas.microsoft.com/office/drawing/2014/main" id="{CD885140-142A-F541-AF23-14D8D21B6151}"/>
                </a:ext>
              </a:extLst>
            </p:cNvPr>
            <p:cNvSpPr/>
            <p:nvPr/>
          </p:nvSpPr>
          <p:spPr>
            <a:xfrm>
              <a:off x="5237192" y="1081609"/>
              <a:ext cx="86264" cy="34473"/>
            </a:xfrm>
            <a:custGeom>
              <a:avLst/>
              <a:gdLst>
                <a:gd name="connsiteX0" fmla="*/ 37062 w 86264"/>
                <a:gd name="connsiteY0" fmla="*/ 0 h 34473"/>
                <a:gd name="connsiteX1" fmla="*/ 0 w 86264"/>
                <a:gd name="connsiteY1" fmla="*/ 0 h 34473"/>
                <a:gd name="connsiteX2" fmla="*/ 0 w 86264"/>
                <a:gd name="connsiteY2" fmla="*/ 34473 h 34473"/>
                <a:gd name="connsiteX3" fmla="*/ 37062 w 86264"/>
                <a:gd name="connsiteY3" fmla="*/ 34473 h 34473"/>
                <a:gd name="connsiteX4" fmla="*/ 49842 w 86264"/>
                <a:gd name="connsiteY4" fmla="*/ 34473 h 34473"/>
                <a:gd name="connsiteX5" fmla="*/ 86264 w 86264"/>
                <a:gd name="connsiteY5" fmla="*/ 34473 h 34473"/>
                <a:gd name="connsiteX6" fmla="*/ 86264 w 86264"/>
                <a:gd name="connsiteY6" fmla="*/ 0 h 34473"/>
                <a:gd name="connsiteX7" fmla="*/ 49842 w 86264"/>
                <a:gd name="connsiteY7" fmla="*/ 0 h 3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264" h="34473">
                  <a:moveTo>
                    <a:pt x="37062" y="0"/>
                  </a:moveTo>
                  <a:lnTo>
                    <a:pt x="0" y="0"/>
                  </a:lnTo>
                  <a:lnTo>
                    <a:pt x="0" y="34473"/>
                  </a:lnTo>
                  <a:lnTo>
                    <a:pt x="37062" y="34473"/>
                  </a:lnTo>
                  <a:lnTo>
                    <a:pt x="49842" y="34473"/>
                  </a:lnTo>
                  <a:lnTo>
                    <a:pt x="86264" y="34473"/>
                  </a:lnTo>
                  <a:lnTo>
                    <a:pt x="86264" y="0"/>
                  </a:lnTo>
                  <a:lnTo>
                    <a:pt x="49842" y="0"/>
                  </a:lnTo>
                  <a:close/>
                </a:path>
              </a:pathLst>
            </a:custGeom>
            <a:solidFill>
              <a:srgbClr val="00A3E0"/>
            </a:solidFill>
            <a:ln w="6390" cap="flat">
              <a:noFill/>
              <a:prstDash val="solid"/>
              <a:miter/>
            </a:ln>
          </p:spPr>
          <p:txBody>
            <a:bodyPr rtlCol="0" anchor="ctr"/>
            <a:lstStyle/>
            <a:p>
              <a:endParaRPr lang="en-US"/>
            </a:p>
          </p:txBody>
        </p:sp>
        <p:sp>
          <p:nvSpPr>
            <p:cNvPr id="1126" name="Graphic 4">
              <a:extLst>
                <a:ext uri="{FF2B5EF4-FFF2-40B4-BE49-F238E27FC236}">
                  <a16:creationId xmlns:a16="http://schemas.microsoft.com/office/drawing/2014/main" id="{75012F56-3C49-DB46-9099-722B5F20B23F}"/>
                </a:ext>
              </a:extLst>
            </p:cNvPr>
            <p:cNvSpPr/>
            <p:nvPr/>
          </p:nvSpPr>
          <p:spPr>
            <a:xfrm>
              <a:off x="5187990" y="1034367"/>
              <a:ext cx="86264" cy="34473"/>
            </a:xfrm>
            <a:custGeom>
              <a:avLst/>
              <a:gdLst>
                <a:gd name="connsiteX0" fmla="*/ 86264 w 86264"/>
                <a:gd name="connsiteY0" fmla="*/ 0 h 34473"/>
                <a:gd name="connsiteX1" fmla="*/ 0 w 86264"/>
                <a:gd name="connsiteY1" fmla="*/ 0 h 34473"/>
                <a:gd name="connsiteX2" fmla="*/ 0 w 86264"/>
                <a:gd name="connsiteY2" fmla="*/ 34474 h 34473"/>
                <a:gd name="connsiteX3" fmla="*/ 36422 w 86264"/>
                <a:gd name="connsiteY3" fmla="*/ 34474 h 34473"/>
                <a:gd name="connsiteX4" fmla="*/ 86264 w 86264"/>
                <a:gd name="connsiteY4" fmla="*/ 34474 h 34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4" h="34473">
                  <a:moveTo>
                    <a:pt x="86264" y="0"/>
                  </a:moveTo>
                  <a:lnTo>
                    <a:pt x="0" y="0"/>
                  </a:lnTo>
                  <a:lnTo>
                    <a:pt x="0" y="34474"/>
                  </a:lnTo>
                  <a:lnTo>
                    <a:pt x="36422" y="34474"/>
                  </a:lnTo>
                  <a:lnTo>
                    <a:pt x="86264" y="34474"/>
                  </a:lnTo>
                  <a:close/>
                </a:path>
              </a:pathLst>
            </a:custGeom>
            <a:solidFill>
              <a:srgbClr val="00A3E0"/>
            </a:solidFill>
            <a:ln w="6390" cap="flat">
              <a:noFill/>
              <a:prstDash val="solid"/>
              <a:miter/>
            </a:ln>
          </p:spPr>
          <p:txBody>
            <a:bodyPr rtlCol="0" anchor="ctr"/>
            <a:lstStyle/>
            <a:p>
              <a:endParaRPr lang="en-US"/>
            </a:p>
          </p:txBody>
        </p:sp>
        <p:sp>
          <p:nvSpPr>
            <p:cNvPr id="1127" name="Graphic 4">
              <a:extLst>
                <a:ext uri="{FF2B5EF4-FFF2-40B4-BE49-F238E27FC236}">
                  <a16:creationId xmlns:a16="http://schemas.microsoft.com/office/drawing/2014/main" id="{C67FBFFC-099E-C248-A86E-78624A759531}"/>
                </a:ext>
              </a:extLst>
            </p:cNvPr>
            <p:cNvSpPr/>
            <p:nvPr/>
          </p:nvSpPr>
          <p:spPr>
            <a:xfrm>
              <a:off x="5187990" y="1128850"/>
              <a:ext cx="86264" cy="34473"/>
            </a:xfrm>
            <a:custGeom>
              <a:avLst/>
              <a:gdLst>
                <a:gd name="connsiteX0" fmla="*/ 0 w 86264"/>
                <a:gd name="connsiteY0" fmla="*/ 0 h 34473"/>
                <a:gd name="connsiteX1" fmla="*/ 0 w 86264"/>
                <a:gd name="connsiteY1" fmla="*/ 34474 h 34473"/>
                <a:gd name="connsiteX2" fmla="*/ 86264 w 86264"/>
                <a:gd name="connsiteY2" fmla="*/ 34474 h 34473"/>
                <a:gd name="connsiteX3" fmla="*/ 86264 w 86264"/>
                <a:gd name="connsiteY3" fmla="*/ 0 h 34473"/>
                <a:gd name="connsiteX4" fmla="*/ 36422 w 86264"/>
                <a:gd name="connsiteY4" fmla="*/ 0 h 34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4" h="34473">
                  <a:moveTo>
                    <a:pt x="0" y="0"/>
                  </a:moveTo>
                  <a:lnTo>
                    <a:pt x="0" y="34474"/>
                  </a:lnTo>
                  <a:lnTo>
                    <a:pt x="86264" y="34474"/>
                  </a:lnTo>
                  <a:lnTo>
                    <a:pt x="86264" y="0"/>
                  </a:lnTo>
                  <a:lnTo>
                    <a:pt x="36422" y="0"/>
                  </a:lnTo>
                  <a:close/>
                </a:path>
              </a:pathLst>
            </a:custGeom>
            <a:solidFill>
              <a:srgbClr val="00A3E0"/>
            </a:solidFill>
            <a:ln w="6390" cap="flat">
              <a:noFill/>
              <a:prstDash val="solid"/>
              <a:miter/>
            </a:ln>
          </p:spPr>
          <p:txBody>
            <a:bodyPr rtlCol="0" anchor="ctr"/>
            <a:lstStyle/>
            <a:p>
              <a:endParaRPr lang="en-US"/>
            </a:p>
          </p:txBody>
        </p:sp>
        <p:sp>
          <p:nvSpPr>
            <p:cNvPr id="1128" name="Graphic 4">
              <a:extLst>
                <a:ext uri="{FF2B5EF4-FFF2-40B4-BE49-F238E27FC236}">
                  <a16:creationId xmlns:a16="http://schemas.microsoft.com/office/drawing/2014/main" id="{34CAC75A-9291-6A45-9C8D-81943748C49E}"/>
                </a:ext>
              </a:extLst>
            </p:cNvPr>
            <p:cNvSpPr/>
            <p:nvPr/>
          </p:nvSpPr>
          <p:spPr>
            <a:xfrm>
              <a:off x="5099169" y="91817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86269 w 362309"/>
                <a:gd name="connsiteY7" fmla="*/ 163430 h 361971"/>
                <a:gd name="connsiteX8" fmla="*/ 237067 w 362309"/>
                <a:gd name="connsiteY8" fmla="*/ 163430 h 361971"/>
                <a:gd name="connsiteX9" fmla="*/ 237067 w 362309"/>
                <a:gd name="connsiteY9" fmla="*/ 197903 h 361971"/>
                <a:gd name="connsiteX10" fmla="*/ 286269 w 362309"/>
                <a:gd name="connsiteY10" fmla="*/ 197903 h 361971"/>
                <a:gd name="connsiteX11" fmla="*/ 286269 w 362309"/>
                <a:gd name="connsiteY11" fmla="*/ 257913 h 361971"/>
                <a:gd name="connsiteX12" fmla="*/ 76040 w 362309"/>
                <a:gd name="connsiteY12" fmla="*/ 257913 h 361971"/>
                <a:gd name="connsiteX13" fmla="*/ 76040 w 362309"/>
                <a:gd name="connsiteY13" fmla="*/ 197903 h 361971"/>
                <a:gd name="connsiteX14" fmla="*/ 125243 w 362309"/>
                <a:gd name="connsiteY14" fmla="*/ 197903 h 361971"/>
                <a:gd name="connsiteX15" fmla="*/ 125243 w 362309"/>
                <a:gd name="connsiteY15" fmla="*/ 163430 h 361971"/>
                <a:gd name="connsiteX16" fmla="*/ 76040 w 362309"/>
                <a:gd name="connsiteY16" fmla="*/ 163430 h 361971"/>
                <a:gd name="connsiteX17" fmla="*/ 76040 w 362309"/>
                <a:gd name="connsiteY17" fmla="*/ 103420 h 361971"/>
                <a:gd name="connsiteX18" fmla="*/ 286269 w 362309"/>
                <a:gd name="connsiteY18" fmla="*/ 103420 h 361971"/>
                <a:gd name="connsiteX19" fmla="*/ 286269 w 362309"/>
                <a:gd name="connsiteY19" fmla="*/ 16343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310" y="81077"/>
                    <a:pt x="281157" y="0"/>
                    <a:pt x="181474" y="0"/>
                  </a:cubicBezTo>
                  <a:cubicBezTo>
                    <a:pt x="181474" y="0"/>
                    <a:pt x="181474" y="0"/>
                    <a:pt x="181474" y="0"/>
                  </a:cubicBezTo>
                  <a:close/>
                  <a:moveTo>
                    <a:pt x="286269" y="163430"/>
                  </a:moveTo>
                  <a:lnTo>
                    <a:pt x="237067" y="163430"/>
                  </a:lnTo>
                  <a:lnTo>
                    <a:pt x="237067" y="197903"/>
                  </a:lnTo>
                  <a:lnTo>
                    <a:pt x="286269" y="197903"/>
                  </a:lnTo>
                  <a:lnTo>
                    <a:pt x="286269" y="257913"/>
                  </a:lnTo>
                  <a:lnTo>
                    <a:pt x="76040" y="257913"/>
                  </a:lnTo>
                  <a:lnTo>
                    <a:pt x="76040" y="197903"/>
                  </a:lnTo>
                  <a:lnTo>
                    <a:pt x="125243" y="197903"/>
                  </a:lnTo>
                  <a:lnTo>
                    <a:pt x="125243" y="163430"/>
                  </a:lnTo>
                  <a:lnTo>
                    <a:pt x="76040" y="163430"/>
                  </a:lnTo>
                  <a:lnTo>
                    <a:pt x="76040" y="103420"/>
                  </a:lnTo>
                  <a:lnTo>
                    <a:pt x="286269" y="103420"/>
                  </a:lnTo>
                  <a:lnTo>
                    <a:pt x="286269" y="163430"/>
                  </a:lnTo>
                  <a:close/>
                </a:path>
              </a:pathLst>
            </a:custGeom>
            <a:solidFill>
              <a:srgbClr val="00A3E0"/>
            </a:solidFill>
            <a:ln w="6390" cap="flat">
              <a:noFill/>
              <a:prstDash val="solid"/>
              <a:miter/>
            </a:ln>
          </p:spPr>
          <p:txBody>
            <a:bodyPr rtlCol="0" anchor="ctr"/>
            <a:lstStyle/>
            <a:p>
              <a:endParaRPr lang="en-US"/>
            </a:p>
          </p:txBody>
        </p:sp>
        <p:sp>
          <p:nvSpPr>
            <p:cNvPr id="1129" name="Graphic 4">
              <a:extLst>
                <a:ext uri="{FF2B5EF4-FFF2-40B4-BE49-F238E27FC236}">
                  <a16:creationId xmlns:a16="http://schemas.microsoft.com/office/drawing/2014/main" id="{A73974A9-E82D-794C-BD5D-A6CE3A59CBA4}"/>
                </a:ext>
              </a:extLst>
            </p:cNvPr>
            <p:cNvSpPr/>
            <p:nvPr/>
          </p:nvSpPr>
          <p:spPr>
            <a:xfrm>
              <a:off x="5287034" y="1034367"/>
              <a:ext cx="85624" cy="34473"/>
            </a:xfrm>
            <a:custGeom>
              <a:avLst/>
              <a:gdLst>
                <a:gd name="connsiteX0" fmla="*/ 0 w 85624"/>
                <a:gd name="connsiteY0" fmla="*/ 34474 h 34473"/>
                <a:gd name="connsiteX1" fmla="*/ 49202 w 85624"/>
                <a:gd name="connsiteY1" fmla="*/ 34474 h 34473"/>
                <a:gd name="connsiteX2" fmla="*/ 85625 w 85624"/>
                <a:gd name="connsiteY2" fmla="*/ 34474 h 34473"/>
                <a:gd name="connsiteX3" fmla="*/ 85625 w 85624"/>
                <a:gd name="connsiteY3" fmla="*/ 0 h 34473"/>
                <a:gd name="connsiteX4" fmla="*/ 0 w 85624"/>
                <a:gd name="connsiteY4" fmla="*/ 0 h 34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24" h="34473">
                  <a:moveTo>
                    <a:pt x="0" y="34474"/>
                  </a:moveTo>
                  <a:lnTo>
                    <a:pt x="49202" y="34474"/>
                  </a:lnTo>
                  <a:lnTo>
                    <a:pt x="85625" y="34474"/>
                  </a:lnTo>
                  <a:lnTo>
                    <a:pt x="85625" y="0"/>
                  </a:lnTo>
                  <a:lnTo>
                    <a:pt x="0" y="0"/>
                  </a:lnTo>
                  <a:close/>
                </a:path>
              </a:pathLst>
            </a:custGeom>
            <a:solidFill>
              <a:srgbClr val="00A3E0"/>
            </a:solidFill>
            <a:ln w="6390" cap="flat">
              <a:noFill/>
              <a:prstDash val="solid"/>
              <a:miter/>
            </a:ln>
          </p:spPr>
          <p:txBody>
            <a:bodyPr rtlCol="0" anchor="ctr"/>
            <a:lstStyle/>
            <a:p>
              <a:endParaRPr lang="en-US"/>
            </a:p>
          </p:txBody>
        </p:sp>
      </p:grpSp>
      <p:grpSp>
        <p:nvGrpSpPr>
          <p:cNvPr id="1130" name="Graphic 4">
            <a:extLst>
              <a:ext uri="{FF2B5EF4-FFF2-40B4-BE49-F238E27FC236}">
                <a16:creationId xmlns:a16="http://schemas.microsoft.com/office/drawing/2014/main" id="{6CFA3738-C6DB-F748-A5F2-6BA706A26332}"/>
              </a:ext>
            </a:extLst>
          </p:cNvPr>
          <p:cNvGrpSpPr>
            <a:grpSpLocks noChangeAspect="1"/>
          </p:cNvGrpSpPr>
          <p:nvPr/>
        </p:nvGrpSpPr>
        <p:grpSpPr>
          <a:xfrm>
            <a:off x="5099169" y="4793256"/>
            <a:ext cx="362309" cy="361971"/>
            <a:chOff x="5099169" y="4793256"/>
            <a:chExt cx="362309" cy="361971"/>
          </a:xfrm>
          <a:solidFill>
            <a:srgbClr val="00A3E0"/>
          </a:solidFill>
        </p:grpSpPr>
        <p:sp>
          <p:nvSpPr>
            <p:cNvPr id="1131" name="Graphic 4">
              <a:extLst>
                <a:ext uri="{FF2B5EF4-FFF2-40B4-BE49-F238E27FC236}">
                  <a16:creationId xmlns:a16="http://schemas.microsoft.com/office/drawing/2014/main" id="{8DFEC71E-A3ED-7540-AEE0-B39569EB9B5C}"/>
                </a:ext>
              </a:extLst>
            </p:cNvPr>
            <p:cNvSpPr/>
            <p:nvPr/>
          </p:nvSpPr>
          <p:spPr>
            <a:xfrm>
              <a:off x="5274893" y="5009673"/>
              <a:ext cx="11501" cy="11491"/>
            </a:xfrm>
            <a:custGeom>
              <a:avLst/>
              <a:gdLst>
                <a:gd name="connsiteX0" fmla="*/ 11502 w 11501"/>
                <a:gd name="connsiteY0" fmla="*/ 5746 h 11491"/>
                <a:gd name="connsiteX1" fmla="*/ 5751 w 11501"/>
                <a:gd name="connsiteY1" fmla="*/ 11491 h 11491"/>
                <a:gd name="connsiteX2" fmla="*/ 0 w 11501"/>
                <a:gd name="connsiteY2" fmla="*/ 5746 h 11491"/>
                <a:gd name="connsiteX3" fmla="*/ 5751 w 11501"/>
                <a:gd name="connsiteY3" fmla="*/ 0 h 11491"/>
                <a:gd name="connsiteX4" fmla="*/ 11502 w 11501"/>
                <a:gd name="connsiteY4" fmla="*/ 5746 h 11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1" h="11491">
                  <a:moveTo>
                    <a:pt x="11502" y="5746"/>
                  </a:moveTo>
                  <a:cubicBezTo>
                    <a:pt x="11502" y="8919"/>
                    <a:pt x="8927" y="11491"/>
                    <a:pt x="5751" y="11491"/>
                  </a:cubicBezTo>
                  <a:cubicBezTo>
                    <a:pt x="2574" y="11491"/>
                    <a:pt x="0" y="8919"/>
                    <a:pt x="0" y="5746"/>
                  </a:cubicBezTo>
                  <a:cubicBezTo>
                    <a:pt x="0" y="2572"/>
                    <a:pt x="2574" y="0"/>
                    <a:pt x="5751" y="0"/>
                  </a:cubicBezTo>
                  <a:cubicBezTo>
                    <a:pt x="8927" y="0"/>
                    <a:pt x="11502" y="2572"/>
                    <a:pt x="11502" y="5746"/>
                  </a:cubicBezTo>
                  <a:close/>
                </a:path>
              </a:pathLst>
            </a:custGeom>
            <a:solidFill>
              <a:srgbClr val="00A3E0"/>
            </a:solidFill>
            <a:ln w="6390" cap="flat">
              <a:noFill/>
              <a:prstDash val="solid"/>
              <a:miter/>
            </a:ln>
          </p:spPr>
          <p:txBody>
            <a:bodyPr rtlCol="0" anchor="ctr"/>
            <a:lstStyle/>
            <a:p>
              <a:endParaRPr lang="en-US"/>
            </a:p>
          </p:txBody>
        </p:sp>
        <p:sp>
          <p:nvSpPr>
            <p:cNvPr id="1132" name="Graphic 4">
              <a:extLst>
                <a:ext uri="{FF2B5EF4-FFF2-40B4-BE49-F238E27FC236}">
                  <a16:creationId xmlns:a16="http://schemas.microsoft.com/office/drawing/2014/main" id="{BB61FA6F-4254-1947-A49B-F4965A2C5F15}"/>
                </a:ext>
              </a:extLst>
            </p:cNvPr>
            <p:cNvSpPr/>
            <p:nvPr/>
          </p:nvSpPr>
          <p:spPr>
            <a:xfrm>
              <a:off x="5317705" y="5009673"/>
              <a:ext cx="11501" cy="11491"/>
            </a:xfrm>
            <a:custGeom>
              <a:avLst/>
              <a:gdLst>
                <a:gd name="connsiteX0" fmla="*/ 11502 w 11501"/>
                <a:gd name="connsiteY0" fmla="*/ 5746 h 11491"/>
                <a:gd name="connsiteX1" fmla="*/ 5751 w 11501"/>
                <a:gd name="connsiteY1" fmla="*/ 11491 h 11491"/>
                <a:gd name="connsiteX2" fmla="*/ 0 w 11501"/>
                <a:gd name="connsiteY2" fmla="*/ 5746 h 11491"/>
                <a:gd name="connsiteX3" fmla="*/ 5751 w 11501"/>
                <a:gd name="connsiteY3" fmla="*/ 0 h 11491"/>
                <a:gd name="connsiteX4" fmla="*/ 11502 w 11501"/>
                <a:gd name="connsiteY4" fmla="*/ 5746 h 11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1" h="11491">
                  <a:moveTo>
                    <a:pt x="11502" y="5746"/>
                  </a:moveTo>
                  <a:cubicBezTo>
                    <a:pt x="11502" y="8919"/>
                    <a:pt x="8927" y="11491"/>
                    <a:pt x="5751" y="11491"/>
                  </a:cubicBezTo>
                  <a:cubicBezTo>
                    <a:pt x="2575" y="11491"/>
                    <a:pt x="0" y="8919"/>
                    <a:pt x="0" y="5746"/>
                  </a:cubicBezTo>
                  <a:cubicBezTo>
                    <a:pt x="0" y="2572"/>
                    <a:pt x="2575" y="0"/>
                    <a:pt x="5751" y="0"/>
                  </a:cubicBezTo>
                  <a:cubicBezTo>
                    <a:pt x="8927" y="0"/>
                    <a:pt x="11502" y="2572"/>
                    <a:pt x="11502" y="5746"/>
                  </a:cubicBezTo>
                  <a:close/>
                </a:path>
              </a:pathLst>
            </a:custGeom>
            <a:solidFill>
              <a:srgbClr val="00A3E0"/>
            </a:solidFill>
            <a:ln w="6390" cap="flat">
              <a:noFill/>
              <a:prstDash val="solid"/>
              <a:miter/>
            </a:ln>
          </p:spPr>
          <p:txBody>
            <a:bodyPr rtlCol="0" anchor="ctr"/>
            <a:lstStyle/>
            <a:p>
              <a:endParaRPr lang="en-US"/>
            </a:p>
          </p:txBody>
        </p:sp>
        <p:sp>
          <p:nvSpPr>
            <p:cNvPr id="1133" name="Graphic 4">
              <a:extLst>
                <a:ext uri="{FF2B5EF4-FFF2-40B4-BE49-F238E27FC236}">
                  <a16:creationId xmlns:a16="http://schemas.microsoft.com/office/drawing/2014/main" id="{4632847E-9638-8644-B98A-569A71570BD3}"/>
                </a:ext>
              </a:extLst>
            </p:cNvPr>
            <p:cNvSpPr/>
            <p:nvPr/>
          </p:nvSpPr>
          <p:spPr>
            <a:xfrm>
              <a:off x="5232080" y="5009673"/>
              <a:ext cx="11501" cy="11491"/>
            </a:xfrm>
            <a:custGeom>
              <a:avLst/>
              <a:gdLst>
                <a:gd name="connsiteX0" fmla="*/ 11502 w 11501"/>
                <a:gd name="connsiteY0" fmla="*/ 5746 h 11491"/>
                <a:gd name="connsiteX1" fmla="*/ 5751 w 11501"/>
                <a:gd name="connsiteY1" fmla="*/ 11491 h 11491"/>
                <a:gd name="connsiteX2" fmla="*/ 0 w 11501"/>
                <a:gd name="connsiteY2" fmla="*/ 5746 h 11491"/>
                <a:gd name="connsiteX3" fmla="*/ 5751 w 11501"/>
                <a:gd name="connsiteY3" fmla="*/ 0 h 11491"/>
                <a:gd name="connsiteX4" fmla="*/ 11502 w 11501"/>
                <a:gd name="connsiteY4" fmla="*/ 5746 h 11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1" h="11491">
                  <a:moveTo>
                    <a:pt x="11502" y="5746"/>
                  </a:moveTo>
                  <a:cubicBezTo>
                    <a:pt x="11502" y="8919"/>
                    <a:pt x="8927" y="11491"/>
                    <a:pt x="5751" y="11491"/>
                  </a:cubicBezTo>
                  <a:cubicBezTo>
                    <a:pt x="2574" y="11491"/>
                    <a:pt x="0" y="8919"/>
                    <a:pt x="0" y="5746"/>
                  </a:cubicBezTo>
                  <a:cubicBezTo>
                    <a:pt x="0" y="2572"/>
                    <a:pt x="2574" y="0"/>
                    <a:pt x="5751" y="0"/>
                  </a:cubicBezTo>
                  <a:cubicBezTo>
                    <a:pt x="8927" y="0"/>
                    <a:pt x="11502" y="2572"/>
                    <a:pt x="11502" y="5746"/>
                  </a:cubicBezTo>
                  <a:close/>
                </a:path>
              </a:pathLst>
            </a:custGeom>
            <a:solidFill>
              <a:srgbClr val="00A3E0"/>
            </a:solidFill>
            <a:ln w="6390" cap="flat">
              <a:noFill/>
              <a:prstDash val="solid"/>
              <a:miter/>
            </a:ln>
          </p:spPr>
          <p:txBody>
            <a:bodyPr rtlCol="0" anchor="ctr"/>
            <a:lstStyle/>
            <a:p>
              <a:endParaRPr lang="en-US"/>
            </a:p>
          </p:txBody>
        </p:sp>
        <p:sp>
          <p:nvSpPr>
            <p:cNvPr id="1134" name="Graphic 4">
              <a:extLst>
                <a:ext uri="{FF2B5EF4-FFF2-40B4-BE49-F238E27FC236}">
                  <a16:creationId xmlns:a16="http://schemas.microsoft.com/office/drawing/2014/main" id="{2C02A640-B9AC-004E-AE22-9857F9030727}"/>
                </a:ext>
              </a:extLst>
            </p:cNvPr>
            <p:cNvSpPr/>
            <p:nvPr/>
          </p:nvSpPr>
          <p:spPr>
            <a:xfrm>
              <a:off x="5189267" y="5009673"/>
              <a:ext cx="11501" cy="11491"/>
            </a:xfrm>
            <a:custGeom>
              <a:avLst/>
              <a:gdLst>
                <a:gd name="connsiteX0" fmla="*/ 11502 w 11501"/>
                <a:gd name="connsiteY0" fmla="*/ 5746 h 11491"/>
                <a:gd name="connsiteX1" fmla="*/ 5751 w 11501"/>
                <a:gd name="connsiteY1" fmla="*/ 11491 h 11491"/>
                <a:gd name="connsiteX2" fmla="*/ 0 w 11501"/>
                <a:gd name="connsiteY2" fmla="*/ 5746 h 11491"/>
                <a:gd name="connsiteX3" fmla="*/ 5751 w 11501"/>
                <a:gd name="connsiteY3" fmla="*/ 0 h 11491"/>
                <a:gd name="connsiteX4" fmla="*/ 11502 w 11501"/>
                <a:gd name="connsiteY4" fmla="*/ 5746 h 11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1" h="11491">
                  <a:moveTo>
                    <a:pt x="11502" y="5746"/>
                  </a:moveTo>
                  <a:cubicBezTo>
                    <a:pt x="11502" y="8919"/>
                    <a:pt x="8927" y="11491"/>
                    <a:pt x="5751" y="11491"/>
                  </a:cubicBezTo>
                  <a:cubicBezTo>
                    <a:pt x="2575" y="11491"/>
                    <a:pt x="0" y="8919"/>
                    <a:pt x="0" y="5746"/>
                  </a:cubicBezTo>
                  <a:cubicBezTo>
                    <a:pt x="0" y="2572"/>
                    <a:pt x="2575" y="0"/>
                    <a:pt x="5751" y="0"/>
                  </a:cubicBezTo>
                  <a:cubicBezTo>
                    <a:pt x="8927" y="0"/>
                    <a:pt x="11502" y="2572"/>
                    <a:pt x="11502" y="5746"/>
                  </a:cubicBezTo>
                  <a:close/>
                </a:path>
              </a:pathLst>
            </a:custGeom>
            <a:solidFill>
              <a:srgbClr val="00A3E0"/>
            </a:solidFill>
            <a:ln w="6390" cap="flat">
              <a:noFill/>
              <a:prstDash val="solid"/>
              <a:miter/>
            </a:ln>
          </p:spPr>
          <p:txBody>
            <a:bodyPr rtlCol="0" anchor="ctr"/>
            <a:lstStyle/>
            <a:p>
              <a:endParaRPr lang="en-US"/>
            </a:p>
          </p:txBody>
        </p:sp>
        <p:sp>
          <p:nvSpPr>
            <p:cNvPr id="1135" name="Graphic 4">
              <a:extLst>
                <a:ext uri="{FF2B5EF4-FFF2-40B4-BE49-F238E27FC236}">
                  <a16:creationId xmlns:a16="http://schemas.microsoft.com/office/drawing/2014/main" id="{90CA11AA-94D4-4B47-B2F1-7E7BFB9EB54B}"/>
                </a:ext>
              </a:extLst>
            </p:cNvPr>
            <p:cNvSpPr/>
            <p:nvPr/>
          </p:nvSpPr>
          <p:spPr>
            <a:xfrm>
              <a:off x="5360518" y="5009574"/>
              <a:ext cx="11501" cy="10951"/>
            </a:xfrm>
            <a:custGeom>
              <a:avLst/>
              <a:gdLst>
                <a:gd name="connsiteX0" fmla="*/ 5751 w 11501"/>
                <a:gd name="connsiteY0" fmla="*/ 98 h 10951"/>
                <a:gd name="connsiteX1" fmla="*/ 0 w 11501"/>
                <a:gd name="connsiteY1" fmla="*/ 5206 h 10951"/>
                <a:gd name="connsiteX2" fmla="*/ 5112 w 11501"/>
                <a:gd name="connsiteY2" fmla="*/ 10951 h 10951"/>
                <a:gd name="connsiteX3" fmla="*/ 6390 w 11501"/>
                <a:gd name="connsiteY3" fmla="*/ 10951 h 10951"/>
                <a:gd name="connsiteX4" fmla="*/ 11502 w 11501"/>
                <a:gd name="connsiteY4" fmla="*/ 5844 h 10951"/>
                <a:gd name="connsiteX5" fmla="*/ 5751 w 11501"/>
                <a:gd name="connsiteY5" fmla="*/ 98 h 10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01" h="10951">
                  <a:moveTo>
                    <a:pt x="5751" y="98"/>
                  </a:moveTo>
                  <a:cubicBezTo>
                    <a:pt x="2556" y="-540"/>
                    <a:pt x="0" y="2014"/>
                    <a:pt x="0" y="5206"/>
                  </a:cubicBezTo>
                  <a:cubicBezTo>
                    <a:pt x="0" y="8398"/>
                    <a:pt x="1917" y="10951"/>
                    <a:pt x="5112" y="10951"/>
                  </a:cubicBezTo>
                  <a:cubicBezTo>
                    <a:pt x="5751" y="10951"/>
                    <a:pt x="5751" y="10951"/>
                    <a:pt x="6390" y="10951"/>
                  </a:cubicBezTo>
                  <a:cubicBezTo>
                    <a:pt x="9585" y="10951"/>
                    <a:pt x="11502" y="8398"/>
                    <a:pt x="11502" y="5844"/>
                  </a:cubicBezTo>
                  <a:cubicBezTo>
                    <a:pt x="10863" y="2652"/>
                    <a:pt x="8307" y="98"/>
                    <a:pt x="5751" y="98"/>
                  </a:cubicBezTo>
                  <a:close/>
                </a:path>
              </a:pathLst>
            </a:custGeom>
            <a:solidFill>
              <a:srgbClr val="00A3E0"/>
            </a:solidFill>
            <a:ln w="6390" cap="flat">
              <a:noFill/>
              <a:prstDash val="solid"/>
              <a:miter/>
            </a:ln>
          </p:spPr>
          <p:txBody>
            <a:bodyPr rtlCol="0" anchor="ctr"/>
            <a:lstStyle/>
            <a:p>
              <a:endParaRPr lang="en-US"/>
            </a:p>
          </p:txBody>
        </p:sp>
        <p:sp>
          <p:nvSpPr>
            <p:cNvPr id="1136" name="Graphic 4">
              <a:extLst>
                <a:ext uri="{FF2B5EF4-FFF2-40B4-BE49-F238E27FC236}">
                  <a16:creationId xmlns:a16="http://schemas.microsoft.com/office/drawing/2014/main" id="{BC54A30F-289D-7143-A8A4-C2D041CC8279}"/>
                </a:ext>
              </a:extLst>
            </p:cNvPr>
            <p:cNvSpPr/>
            <p:nvPr/>
          </p:nvSpPr>
          <p:spPr>
            <a:xfrm>
              <a:off x="5199491" y="4911998"/>
              <a:ext cx="58787" cy="58732"/>
            </a:xfrm>
            <a:custGeom>
              <a:avLst/>
              <a:gdLst>
                <a:gd name="connsiteX0" fmla="*/ 0 w 58787"/>
                <a:gd name="connsiteY0" fmla="*/ 0 h 58732"/>
                <a:gd name="connsiteX1" fmla="*/ 58788 w 58787"/>
                <a:gd name="connsiteY1" fmla="*/ 0 h 58732"/>
                <a:gd name="connsiteX2" fmla="*/ 58788 w 58787"/>
                <a:gd name="connsiteY2" fmla="*/ 58733 h 58732"/>
                <a:gd name="connsiteX3" fmla="*/ 0 w 58787"/>
                <a:gd name="connsiteY3" fmla="*/ 58733 h 58732"/>
              </a:gdLst>
              <a:ahLst/>
              <a:cxnLst>
                <a:cxn ang="0">
                  <a:pos x="connsiteX0" y="connsiteY0"/>
                </a:cxn>
                <a:cxn ang="0">
                  <a:pos x="connsiteX1" y="connsiteY1"/>
                </a:cxn>
                <a:cxn ang="0">
                  <a:pos x="connsiteX2" y="connsiteY2"/>
                </a:cxn>
                <a:cxn ang="0">
                  <a:pos x="connsiteX3" y="connsiteY3"/>
                </a:cxn>
              </a:cxnLst>
              <a:rect l="l" t="t" r="r" b="b"/>
              <a:pathLst>
                <a:path w="58787" h="58732">
                  <a:moveTo>
                    <a:pt x="0" y="0"/>
                  </a:moveTo>
                  <a:lnTo>
                    <a:pt x="58788" y="0"/>
                  </a:lnTo>
                  <a:lnTo>
                    <a:pt x="58788" y="58733"/>
                  </a:lnTo>
                  <a:lnTo>
                    <a:pt x="0" y="58733"/>
                  </a:lnTo>
                  <a:close/>
                </a:path>
              </a:pathLst>
            </a:custGeom>
            <a:solidFill>
              <a:srgbClr val="00A3E0"/>
            </a:solidFill>
            <a:ln w="6390" cap="flat">
              <a:noFill/>
              <a:prstDash val="solid"/>
              <a:miter/>
            </a:ln>
          </p:spPr>
          <p:txBody>
            <a:bodyPr rtlCol="0" anchor="ctr"/>
            <a:lstStyle/>
            <a:p>
              <a:endParaRPr lang="en-US"/>
            </a:p>
          </p:txBody>
        </p:sp>
        <p:sp>
          <p:nvSpPr>
            <p:cNvPr id="1137" name="Graphic 4">
              <a:extLst>
                <a:ext uri="{FF2B5EF4-FFF2-40B4-BE49-F238E27FC236}">
                  <a16:creationId xmlns:a16="http://schemas.microsoft.com/office/drawing/2014/main" id="{566C6319-E83A-A34A-9C26-0B02D355EFF0}"/>
                </a:ext>
              </a:extLst>
            </p:cNvPr>
            <p:cNvSpPr/>
            <p:nvPr/>
          </p:nvSpPr>
          <p:spPr>
            <a:xfrm>
              <a:off x="5099169" y="479325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307356 w 362309"/>
                <a:gd name="connsiteY7" fmla="*/ 233654 h 361971"/>
                <a:gd name="connsiteX8" fmla="*/ 285630 w 362309"/>
                <a:gd name="connsiteY8" fmla="*/ 255359 h 361971"/>
                <a:gd name="connsiteX9" fmla="*/ 285630 w 362309"/>
                <a:gd name="connsiteY9" fmla="*/ 255359 h 361971"/>
                <a:gd name="connsiteX10" fmla="*/ 76679 w 362309"/>
                <a:gd name="connsiteY10" fmla="*/ 255359 h 361971"/>
                <a:gd name="connsiteX11" fmla="*/ 54953 w 362309"/>
                <a:gd name="connsiteY11" fmla="*/ 233654 h 361971"/>
                <a:gd name="connsiteX12" fmla="*/ 54953 w 362309"/>
                <a:gd name="connsiteY12" fmla="*/ 233654 h 361971"/>
                <a:gd name="connsiteX13" fmla="*/ 54953 w 362309"/>
                <a:gd name="connsiteY13" fmla="*/ 210033 h 361971"/>
                <a:gd name="connsiteX14" fmla="*/ 76679 w 362309"/>
                <a:gd name="connsiteY14" fmla="*/ 187689 h 361971"/>
                <a:gd name="connsiteX15" fmla="*/ 89459 w 362309"/>
                <a:gd name="connsiteY15" fmla="*/ 187689 h 361971"/>
                <a:gd name="connsiteX16" fmla="*/ 87542 w 362309"/>
                <a:gd name="connsiteY16" fmla="*/ 183220 h 361971"/>
                <a:gd name="connsiteX17" fmla="*/ 87542 w 362309"/>
                <a:gd name="connsiteY17" fmla="*/ 111720 h 361971"/>
                <a:gd name="connsiteX18" fmla="*/ 93932 w 362309"/>
                <a:gd name="connsiteY18" fmla="*/ 105336 h 361971"/>
                <a:gd name="connsiteX19" fmla="*/ 166138 w 362309"/>
                <a:gd name="connsiteY19" fmla="*/ 105336 h 361971"/>
                <a:gd name="connsiteX20" fmla="*/ 172528 w 362309"/>
                <a:gd name="connsiteY20" fmla="*/ 111720 h 361971"/>
                <a:gd name="connsiteX21" fmla="*/ 172528 w 362309"/>
                <a:gd name="connsiteY21" fmla="*/ 183859 h 361971"/>
                <a:gd name="connsiteX22" fmla="*/ 170611 w 362309"/>
                <a:gd name="connsiteY22" fmla="*/ 188327 h 361971"/>
                <a:gd name="connsiteX23" fmla="*/ 192976 w 362309"/>
                <a:gd name="connsiteY23" fmla="*/ 188327 h 361971"/>
                <a:gd name="connsiteX24" fmla="*/ 191059 w 362309"/>
                <a:gd name="connsiteY24" fmla="*/ 183859 h 361971"/>
                <a:gd name="connsiteX25" fmla="*/ 191059 w 362309"/>
                <a:gd name="connsiteY25" fmla="*/ 112358 h 361971"/>
                <a:gd name="connsiteX26" fmla="*/ 197449 w 362309"/>
                <a:gd name="connsiteY26" fmla="*/ 105974 h 361971"/>
                <a:gd name="connsiteX27" fmla="*/ 268377 w 362309"/>
                <a:gd name="connsiteY27" fmla="*/ 105974 h 361971"/>
                <a:gd name="connsiteX28" fmla="*/ 274767 w 362309"/>
                <a:gd name="connsiteY28" fmla="*/ 112358 h 361971"/>
                <a:gd name="connsiteX29" fmla="*/ 274767 w 362309"/>
                <a:gd name="connsiteY29" fmla="*/ 183859 h 361971"/>
                <a:gd name="connsiteX30" fmla="*/ 272850 w 362309"/>
                <a:gd name="connsiteY30" fmla="*/ 188327 h 361971"/>
                <a:gd name="connsiteX31" fmla="*/ 285630 w 362309"/>
                <a:gd name="connsiteY31" fmla="*/ 188327 h 361971"/>
                <a:gd name="connsiteX32" fmla="*/ 307356 w 362309"/>
                <a:gd name="connsiteY32" fmla="*/ 210671 h 361971"/>
                <a:gd name="connsiteX33" fmla="*/ 307356 w 362309"/>
                <a:gd name="connsiteY33" fmla="*/ 23365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0438"/>
                    <a:pt x="281157" y="0"/>
                    <a:pt x="181474" y="0"/>
                  </a:cubicBezTo>
                  <a:cubicBezTo>
                    <a:pt x="181474" y="0"/>
                    <a:pt x="181474" y="0"/>
                    <a:pt x="181474" y="0"/>
                  </a:cubicBezTo>
                  <a:close/>
                  <a:moveTo>
                    <a:pt x="307356" y="233654"/>
                  </a:moveTo>
                  <a:cubicBezTo>
                    <a:pt x="307356" y="245783"/>
                    <a:pt x="297771" y="255359"/>
                    <a:pt x="285630" y="255359"/>
                  </a:cubicBezTo>
                  <a:lnTo>
                    <a:pt x="285630" y="255359"/>
                  </a:lnTo>
                  <a:lnTo>
                    <a:pt x="76679" y="255359"/>
                  </a:lnTo>
                  <a:cubicBezTo>
                    <a:pt x="64538" y="255359"/>
                    <a:pt x="54953" y="245783"/>
                    <a:pt x="54953" y="233654"/>
                  </a:cubicBezTo>
                  <a:lnTo>
                    <a:pt x="54953" y="233654"/>
                  </a:lnTo>
                  <a:lnTo>
                    <a:pt x="54953" y="210033"/>
                  </a:lnTo>
                  <a:cubicBezTo>
                    <a:pt x="54953" y="197903"/>
                    <a:pt x="64538" y="188327"/>
                    <a:pt x="76679" y="187689"/>
                  </a:cubicBezTo>
                  <a:lnTo>
                    <a:pt x="89459" y="187689"/>
                  </a:lnTo>
                  <a:cubicBezTo>
                    <a:pt x="88181" y="186412"/>
                    <a:pt x="87542" y="185135"/>
                    <a:pt x="87542" y="183220"/>
                  </a:cubicBezTo>
                  <a:lnTo>
                    <a:pt x="87542" y="111720"/>
                  </a:lnTo>
                  <a:cubicBezTo>
                    <a:pt x="87542" y="107889"/>
                    <a:pt x="90098" y="105336"/>
                    <a:pt x="93932" y="105336"/>
                  </a:cubicBezTo>
                  <a:lnTo>
                    <a:pt x="166138" y="105336"/>
                  </a:lnTo>
                  <a:cubicBezTo>
                    <a:pt x="169972" y="105336"/>
                    <a:pt x="172528" y="107889"/>
                    <a:pt x="172528" y="111720"/>
                  </a:cubicBezTo>
                  <a:lnTo>
                    <a:pt x="172528" y="183859"/>
                  </a:lnTo>
                  <a:cubicBezTo>
                    <a:pt x="172528" y="185774"/>
                    <a:pt x="171889" y="187051"/>
                    <a:pt x="170611" y="188327"/>
                  </a:cubicBezTo>
                  <a:lnTo>
                    <a:pt x="192976" y="188327"/>
                  </a:lnTo>
                  <a:cubicBezTo>
                    <a:pt x="191698" y="187051"/>
                    <a:pt x="191059" y="185774"/>
                    <a:pt x="191059" y="183859"/>
                  </a:cubicBezTo>
                  <a:lnTo>
                    <a:pt x="191059" y="112358"/>
                  </a:lnTo>
                  <a:cubicBezTo>
                    <a:pt x="191059" y="108528"/>
                    <a:pt x="193615" y="105974"/>
                    <a:pt x="197449" y="105974"/>
                  </a:cubicBezTo>
                  <a:lnTo>
                    <a:pt x="268377" y="105974"/>
                  </a:lnTo>
                  <a:cubicBezTo>
                    <a:pt x="272211" y="105974"/>
                    <a:pt x="274767" y="108528"/>
                    <a:pt x="274767" y="112358"/>
                  </a:cubicBezTo>
                  <a:lnTo>
                    <a:pt x="274767" y="183859"/>
                  </a:lnTo>
                  <a:cubicBezTo>
                    <a:pt x="274767" y="185774"/>
                    <a:pt x="274128" y="187051"/>
                    <a:pt x="272850" y="188327"/>
                  </a:cubicBezTo>
                  <a:lnTo>
                    <a:pt x="285630" y="188327"/>
                  </a:lnTo>
                  <a:cubicBezTo>
                    <a:pt x="297771" y="188327"/>
                    <a:pt x="307356" y="197903"/>
                    <a:pt x="307356" y="210671"/>
                  </a:cubicBezTo>
                  <a:lnTo>
                    <a:pt x="307356" y="233654"/>
                  </a:lnTo>
                  <a:close/>
                </a:path>
              </a:pathLst>
            </a:custGeom>
            <a:solidFill>
              <a:srgbClr val="00A3E0"/>
            </a:solidFill>
            <a:ln w="6390" cap="flat">
              <a:noFill/>
              <a:prstDash val="solid"/>
              <a:miter/>
            </a:ln>
          </p:spPr>
          <p:txBody>
            <a:bodyPr rtlCol="0" anchor="ctr"/>
            <a:lstStyle/>
            <a:p>
              <a:endParaRPr lang="en-US"/>
            </a:p>
          </p:txBody>
        </p:sp>
        <p:sp>
          <p:nvSpPr>
            <p:cNvPr id="1138" name="Graphic 4">
              <a:extLst>
                <a:ext uri="{FF2B5EF4-FFF2-40B4-BE49-F238E27FC236}">
                  <a16:creationId xmlns:a16="http://schemas.microsoft.com/office/drawing/2014/main" id="{468BB914-B879-2949-82A6-BD11B07FE85C}"/>
                </a:ext>
              </a:extLst>
            </p:cNvPr>
            <p:cNvSpPr/>
            <p:nvPr/>
          </p:nvSpPr>
          <p:spPr>
            <a:xfrm>
              <a:off x="5166902" y="4994352"/>
              <a:ext cx="226273" cy="42134"/>
            </a:xfrm>
            <a:custGeom>
              <a:avLst/>
              <a:gdLst>
                <a:gd name="connsiteX0" fmla="*/ 217897 w 226273"/>
                <a:gd name="connsiteY0" fmla="*/ 0 h 42134"/>
                <a:gd name="connsiteX1" fmla="*/ 8946 w 226273"/>
                <a:gd name="connsiteY1" fmla="*/ 0 h 42134"/>
                <a:gd name="connsiteX2" fmla="*/ 0 w 226273"/>
                <a:gd name="connsiteY2" fmla="*/ 9576 h 42134"/>
                <a:gd name="connsiteX3" fmla="*/ 0 w 226273"/>
                <a:gd name="connsiteY3" fmla="*/ 33197 h 42134"/>
                <a:gd name="connsiteX4" fmla="*/ 8946 w 226273"/>
                <a:gd name="connsiteY4" fmla="*/ 42134 h 42134"/>
                <a:gd name="connsiteX5" fmla="*/ 217258 w 226273"/>
                <a:gd name="connsiteY5" fmla="*/ 42134 h 42134"/>
                <a:gd name="connsiteX6" fmla="*/ 226204 w 226273"/>
                <a:gd name="connsiteY6" fmla="*/ 33197 h 42134"/>
                <a:gd name="connsiteX7" fmla="*/ 226204 w 226273"/>
                <a:gd name="connsiteY7" fmla="*/ 33197 h 42134"/>
                <a:gd name="connsiteX8" fmla="*/ 226204 w 226273"/>
                <a:gd name="connsiteY8" fmla="*/ 9576 h 42134"/>
                <a:gd name="connsiteX9" fmla="*/ 217897 w 226273"/>
                <a:gd name="connsiteY9" fmla="*/ 0 h 42134"/>
                <a:gd name="connsiteX10" fmla="*/ 217897 w 226273"/>
                <a:gd name="connsiteY10" fmla="*/ 0 h 42134"/>
                <a:gd name="connsiteX11" fmla="*/ 28116 w 226273"/>
                <a:gd name="connsiteY11" fmla="*/ 38942 h 42134"/>
                <a:gd name="connsiteX12" fmla="*/ 9585 w 226273"/>
                <a:gd name="connsiteY12" fmla="*/ 20429 h 42134"/>
                <a:gd name="connsiteX13" fmla="*/ 28116 w 226273"/>
                <a:gd name="connsiteY13" fmla="*/ 1915 h 42134"/>
                <a:gd name="connsiteX14" fmla="*/ 46647 w 226273"/>
                <a:gd name="connsiteY14" fmla="*/ 20429 h 42134"/>
                <a:gd name="connsiteX15" fmla="*/ 46647 w 226273"/>
                <a:gd name="connsiteY15" fmla="*/ 20429 h 42134"/>
                <a:gd name="connsiteX16" fmla="*/ 28116 w 226273"/>
                <a:gd name="connsiteY16" fmla="*/ 38942 h 42134"/>
                <a:gd name="connsiteX17" fmla="*/ 70929 w 226273"/>
                <a:gd name="connsiteY17" fmla="*/ 38942 h 42134"/>
                <a:gd name="connsiteX18" fmla="*/ 52398 w 226273"/>
                <a:gd name="connsiteY18" fmla="*/ 20429 h 42134"/>
                <a:gd name="connsiteX19" fmla="*/ 70929 w 226273"/>
                <a:gd name="connsiteY19" fmla="*/ 1915 h 42134"/>
                <a:gd name="connsiteX20" fmla="*/ 89459 w 226273"/>
                <a:gd name="connsiteY20" fmla="*/ 20429 h 42134"/>
                <a:gd name="connsiteX21" fmla="*/ 89459 w 226273"/>
                <a:gd name="connsiteY21" fmla="*/ 20429 h 42134"/>
                <a:gd name="connsiteX22" fmla="*/ 70929 w 226273"/>
                <a:gd name="connsiteY22" fmla="*/ 38942 h 42134"/>
                <a:gd name="connsiteX23" fmla="*/ 70929 w 226273"/>
                <a:gd name="connsiteY23" fmla="*/ 38942 h 42134"/>
                <a:gd name="connsiteX24" fmla="*/ 70929 w 226273"/>
                <a:gd name="connsiteY24" fmla="*/ 38942 h 42134"/>
                <a:gd name="connsiteX25" fmla="*/ 113741 w 226273"/>
                <a:gd name="connsiteY25" fmla="*/ 38942 h 42134"/>
                <a:gd name="connsiteX26" fmla="*/ 95210 w 226273"/>
                <a:gd name="connsiteY26" fmla="*/ 20429 h 42134"/>
                <a:gd name="connsiteX27" fmla="*/ 113741 w 226273"/>
                <a:gd name="connsiteY27" fmla="*/ 1915 h 42134"/>
                <a:gd name="connsiteX28" fmla="*/ 132272 w 226273"/>
                <a:gd name="connsiteY28" fmla="*/ 20429 h 42134"/>
                <a:gd name="connsiteX29" fmla="*/ 132272 w 226273"/>
                <a:gd name="connsiteY29" fmla="*/ 20429 h 42134"/>
                <a:gd name="connsiteX30" fmla="*/ 113741 w 226273"/>
                <a:gd name="connsiteY30" fmla="*/ 38942 h 42134"/>
                <a:gd name="connsiteX31" fmla="*/ 113741 w 226273"/>
                <a:gd name="connsiteY31" fmla="*/ 38942 h 42134"/>
                <a:gd name="connsiteX32" fmla="*/ 113741 w 226273"/>
                <a:gd name="connsiteY32" fmla="*/ 38942 h 42134"/>
                <a:gd name="connsiteX33" fmla="*/ 156553 w 226273"/>
                <a:gd name="connsiteY33" fmla="*/ 38942 h 42134"/>
                <a:gd name="connsiteX34" fmla="*/ 138023 w 226273"/>
                <a:gd name="connsiteY34" fmla="*/ 21067 h 42134"/>
                <a:gd name="connsiteX35" fmla="*/ 155915 w 226273"/>
                <a:gd name="connsiteY35" fmla="*/ 2553 h 42134"/>
                <a:gd name="connsiteX36" fmla="*/ 174446 w 226273"/>
                <a:gd name="connsiteY36" fmla="*/ 20429 h 42134"/>
                <a:gd name="connsiteX37" fmla="*/ 174446 w 226273"/>
                <a:gd name="connsiteY37" fmla="*/ 20429 h 42134"/>
                <a:gd name="connsiteX38" fmla="*/ 156553 w 226273"/>
                <a:gd name="connsiteY38" fmla="*/ 38942 h 42134"/>
                <a:gd name="connsiteX39" fmla="*/ 156553 w 226273"/>
                <a:gd name="connsiteY39" fmla="*/ 38942 h 42134"/>
                <a:gd name="connsiteX40" fmla="*/ 199366 w 226273"/>
                <a:gd name="connsiteY40" fmla="*/ 38942 h 42134"/>
                <a:gd name="connsiteX41" fmla="*/ 180836 w 226273"/>
                <a:gd name="connsiteY41" fmla="*/ 21067 h 42134"/>
                <a:gd name="connsiteX42" fmla="*/ 198727 w 226273"/>
                <a:gd name="connsiteY42" fmla="*/ 2553 h 42134"/>
                <a:gd name="connsiteX43" fmla="*/ 217258 w 226273"/>
                <a:gd name="connsiteY43" fmla="*/ 20429 h 42134"/>
                <a:gd name="connsiteX44" fmla="*/ 217258 w 226273"/>
                <a:gd name="connsiteY44" fmla="*/ 21067 h 42134"/>
                <a:gd name="connsiteX45" fmla="*/ 199366 w 226273"/>
                <a:gd name="connsiteY45" fmla="*/ 38942 h 42134"/>
                <a:gd name="connsiteX46" fmla="*/ 199366 w 226273"/>
                <a:gd name="connsiteY46" fmla="*/ 38942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26273" h="42134">
                  <a:moveTo>
                    <a:pt x="217897" y="0"/>
                  </a:moveTo>
                  <a:lnTo>
                    <a:pt x="8946" y="0"/>
                  </a:lnTo>
                  <a:cubicBezTo>
                    <a:pt x="3834" y="0"/>
                    <a:pt x="0" y="4469"/>
                    <a:pt x="0" y="9576"/>
                  </a:cubicBezTo>
                  <a:lnTo>
                    <a:pt x="0" y="33197"/>
                  </a:lnTo>
                  <a:cubicBezTo>
                    <a:pt x="0" y="38304"/>
                    <a:pt x="3834" y="42134"/>
                    <a:pt x="8946" y="42134"/>
                  </a:cubicBezTo>
                  <a:lnTo>
                    <a:pt x="217258" y="42134"/>
                  </a:lnTo>
                  <a:cubicBezTo>
                    <a:pt x="222370" y="42134"/>
                    <a:pt x="226204" y="38304"/>
                    <a:pt x="226204" y="33197"/>
                  </a:cubicBezTo>
                  <a:lnTo>
                    <a:pt x="226204" y="33197"/>
                  </a:lnTo>
                  <a:lnTo>
                    <a:pt x="226204" y="9576"/>
                  </a:lnTo>
                  <a:cubicBezTo>
                    <a:pt x="226843" y="3830"/>
                    <a:pt x="223009" y="0"/>
                    <a:pt x="217897" y="0"/>
                  </a:cubicBezTo>
                  <a:cubicBezTo>
                    <a:pt x="217897" y="0"/>
                    <a:pt x="217897" y="0"/>
                    <a:pt x="217897" y="0"/>
                  </a:cubicBezTo>
                  <a:close/>
                  <a:moveTo>
                    <a:pt x="28116" y="38942"/>
                  </a:moveTo>
                  <a:cubicBezTo>
                    <a:pt x="17892" y="38942"/>
                    <a:pt x="9585" y="30643"/>
                    <a:pt x="9585" y="20429"/>
                  </a:cubicBezTo>
                  <a:cubicBezTo>
                    <a:pt x="9585" y="10214"/>
                    <a:pt x="17892" y="1915"/>
                    <a:pt x="28116" y="1915"/>
                  </a:cubicBezTo>
                  <a:cubicBezTo>
                    <a:pt x="38340" y="1915"/>
                    <a:pt x="46647" y="10214"/>
                    <a:pt x="46647" y="20429"/>
                  </a:cubicBezTo>
                  <a:cubicBezTo>
                    <a:pt x="46647" y="20429"/>
                    <a:pt x="46647" y="20429"/>
                    <a:pt x="46647" y="20429"/>
                  </a:cubicBezTo>
                  <a:cubicBezTo>
                    <a:pt x="46647" y="30643"/>
                    <a:pt x="38340" y="38942"/>
                    <a:pt x="28116" y="38942"/>
                  </a:cubicBezTo>
                  <a:close/>
                  <a:moveTo>
                    <a:pt x="70929" y="38942"/>
                  </a:moveTo>
                  <a:cubicBezTo>
                    <a:pt x="60704" y="38942"/>
                    <a:pt x="52398" y="30643"/>
                    <a:pt x="52398" y="20429"/>
                  </a:cubicBezTo>
                  <a:cubicBezTo>
                    <a:pt x="52398" y="10214"/>
                    <a:pt x="60704" y="1915"/>
                    <a:pt x="70929" y="1915"/>
                  </a:cubicBezTo>
                  <a:cubicBezTo>
                    <a:pt x="81152" y="1915"/>
                    <a:pt x="89459" y="10214"/>
                    <a:pt x="89459" y="20429"/>
                  </a:cubicBezTo>
                  <a:cubicBezTo>
                    <a:pt x="89459" y="20429"/>
                    <a:pt x="89459" y="20429"/>
                    <a:pt x="89459" y="20429"/>
                  </a:cubicBezTo>
                  <a:cubicBezTo>
                    <a:pt x="88820" y="30643"/>
                    <a:pt x="81152" y="38942"/>
                    <a:pt x="70929" y="38942"/>
                  </a:cubicBezTo>
                  <a:lnTo>
                    <a:pt x="70929" y="38942"/>
                  </a:lnTo>
                  <a:lnTo>
                    <a:pt x="70929" y="38942"/>
                  </a:lnTo>
                  <a:close/>
                  <a:moveTo>
                    <a:pt x="113741" y="38942"/>
                  </a:moveTo>
                  <a:cubicBezTo>
                    <a:pt x="103517" y="38942"/>
                    <a:pt x="95210" y="30643"/>
                    <a:pt x="95210" y="20429"/>
                  </a:cubicBezTo>
                  <a:cubicBezTo>
                    <a:pt x="95210" y="10214"/>
                    <a:pt x="103517" y="1915"/>
                    <a:pt x="113741" y="1915"/>
                  </a:cubicBezTo>
                  <a:cubicBezTo>
                    <a:pt x="123965" y="1915"/>
                    <a:pt x="132272" y="10214"/>
                    <a:pt x="132272" y="20429"/>
                  </a:cubicBezTo>
                  <a:cubicBezTo>
                    <a:pt x="132272" y="20429"/>
                    <a:pt x="132272" y="20429"/>
                    <a:pt x="132272" y="20429"/>
                  </a:cubicBezTo>
                  <a:cubicBezTo>
                    <a:pt x="131633" y="30643"/>
                    <a:pt x="123326" y="38942"/>
                    <a:pt x="113741" y="38942"/>
                  </a:cubicBezTo>
                  <a:lnTo>
                    <a:pt x="113741" y="38942"/>
                  </a:lnTo>
                  <a:lnTo>
                    <a:pt x="113741" y="38942"/>
                  </a:lnTo>
                  <a:close/>
                  <a:moveTo>
                    <a:pt x="156553" y="38942"/>
                  </a:moveTo>
                  <a:cubicBezTo>
                    <a:pt x="146330" y="38942"/>
                    <a:pt x="138023" y="30643"/>
                    <a:pt x="138023" y="21067"/>
                  </a:cubicBezTo>
                  <a:cubicBezTo>
                    <a:pt x="138023" y="10853"/>
                    <a:pt x="146330" y="2553"/>
                    <a:pt x="155915" y="2553"/>
                  </a:cubicBezTo>
                  <a:cubicBezTo>
                    <a:pt x="166138" y="2553"/>
                    <a:pt x="174446" y="10853"/>
                    <a:pt x="174446" y="20429"/>
                  </a:cubicBezTo>
                  <a:cubicBezTo>
                    <a:pt x="174446" y="20429"/>
                    <a:pt x="174446" y="20429"/>
                    <a:pt x="174446" y="20429"/>
                  </a:cubicBezTo>
                  <a:cubicBezTo>
                    <a:pt x="174446" y="30643"/>
                    <a:pt x="166138" y="38942"/>
                    <a:pt x="156553" y="38942"/>
                  </a:cubicBezTo>
                  <a:lnTo>
                    <a:pt x="156553" y="38942"/>
                  </a:lnTo>
                  <a:close/>
                  <a:moveTo>
                    <a:pt x="199366" y="38942"/>
                  </a:moveTo>
                  <a:cubicBezTo>
                    <a:pt x="189142" y="38942"/>
                    <a:pt x="180836" y="30643"/>
                    <a:pt x="180836" y="21067"/>
                  </a:cubicBezTo>
                  <a:cubicBezTo>
                    <a:pt x="180836" y="10853"/>
                    <a:pt x="189142" y="2553"/>
                    <a:pt x="198727" y="2553"/>
                  </a:cubicBezTo>
                  <a:cubicBezTo>
                    <a:pt x="208951" y="2553"/>
                    <a:pt x="217258" y="10853"/>
                    <a:pt x="217258" y="20429"/>
                  </a:cubicBezTo>
                  <a:cubicBezTo>
                    <a:pt x="217258" y="20429"/>
                    <a:pt x="217258" y="20429"/>
                    <a:pt x="217258" y="21067"/>
                  </a:cubicBezTo>
                  <a:cubicBezTo>
                    <a:pt x="217258" y="31281"/>
                    <a:pt x="208951" y="38942"/>
                    <a:pt x="199366" y="38942"/>
                  </a:cubicBezTo>
                  <a:lnTo>
                    <a:pt x="199366" y="38942"/>
                  </a:lnTo>
                  <a:close/>
                </a:path>
              </a:pathLst>
            </a:custGeom>
            <a:solidFill>
              <a:srgbClr val="00A3E0"/>
            </a:solidFill>
            <a:ln w="6390" cap="flat">
              <a:noFill/>
              <a:prstDash val="solid"/>
              <a:miter/>
            </a:ln>
          </p:spPr>
          <p:txBody>
            <a:bodyPr rtlCol="0" anchor="ctr"/>
            <a:lstStyle/>
            <a:p>
              <a:endParaRPr lang="en-US"/>
            </a:p>
          </p:txBody>
        </p:sp>
        <p:sp>
          <p:nvSpPr>
            <p:cNvPr id="1139" name="Graphic 4">
              <a:extLst>
                <a:ext uri="{FF2B5EF4-FFF2-40B4-BE49-F238E27FC236}">
                  <a16:creationId xmlns:a16="http://schemas.microsoft.com/office/drawing/2014/main" id="{7C44D328-18C0-B343-B8A9-5ACC79301C9B}"/>
                </a:ext>
              </a:extLst>
            </p:cNvPr>
            <p:cNvSpPr/>
            <p:nvPr/>
          </p:nvSpPr>
          <p:spPr>
            <a:xfrm>
              <a:off x="5302369" y="4911998"/>
              <a:ext cx="58787" cy="58732"/>
            </a:xfrm>
            <a:custGeom>
              <a:avLst/>
              <a:gdLst>
                <a:gd name="connsiteX0" fmla="*/ 0 w 58787"/>
                <a:gd name="connsiteY0" fmla="*/ 0 h 58732"/>
                <a:gd name="connsiteX1" fmla="*/ 58787 w 58787"/>
                <a:gd name="connsiteY1" fmla="*/ 0 h 58732"/>
                <a:gd name="connsiteX2" fmla="*/ 58787 w 58787"/>
                <a:gd name="connsiteY2" fmla="*/ 58733 h 58732"/>
                <a:gd name="connsiteX3" fmla="*/ 0 w 58787"/>
                <a:gd name="connsiteY3" fmla="*/ 58733 h 58732"/>
              </a:gdLst>
              <a:ahLst/>
              <a:cxnLst>
                <a:cxn ang="0">
                  <a:pos x="connsiteX0" y="connsiteY0"/>
                </a:cxn>
                <a:cxn ang="0">
                  <a:pos x="connsiteX1" y="connsiteY1"/>
                </a:cxn>
                <a:cxn ang="0">
                  <a:pos x="connsiteX2" y="connsiteY2"/>
                </a:cxn>
                <a:cxn ang="0">
                  <a:pos x="connsiteX3" y="connsiteY3"/>
                </a:cxn>
              </a:cxnLst>
              <a:rect l="l" t="t" r="r" b="b"/>
              <a:pathLst>
                <a:path w="58787" h="58732">
                  <a:moveTo>
                    <a:pt x="0" y="0"/>
                  </a:moveTo>
                  <a:lnTo>
                    <a:pt x="58787" y="0"/>
                  </a:lnTo>
                  <a:lnTo>
                    <a:pt x="58787" y="58733"/>
                  </a:lnTo>
                  <a:lnTo>
                    <a:pt x="0" y="58733"/>
                  </a:lnTo>
                  <a:close/>
                </a:path>
              </a:pathLst>
            </a:custGeom>
            <a:solidFill>
              <a:srgbClr val="00A3E0"/>
            </a:solidFill>
            <a:ln w="6390" cap="flat">
              <a:noFill/>
              <a:prstDash val="solid"/>
              <a:miter/>
            </a:ln>
          </p:spPr>
          <p:txBody>
            <a:bodyPr rtlCol="0" anchor="ctr"/>
            <a:lstStyle/>
            <a:p>
              <a:endParaRPr lang="en-US"/>
            </a:p>
          </p:txBody>
        </p:sp>
      </p:grpSp>
      <p:grpSp>
        <p:nvGrpSpPr>
          <p:cNvPr id="1140" name="Graphic 4">
            <a:extLst>
              <a:ext uri="{FF2B5EF4-FFF2-40B4-BE49-F238E27FC236}">
                <a16:creationId xmlns:a16="http://schemas.microsoft.com/office/drawing/2014/main" id="{FEA8637F-FB75-C84B-A551-442E2B0E4C63}"/>
              </a:ext>
            </a:extLst>
          </p:cNvPr>
          <p:cNvGrpSpPr>
            <a:grpSpLocks noChangeAspect="1"/>
          </p:cNvGrpSpPr>
          <p:nvPr/>
        </p:nvGrpSpPr>
        <p:grpSpPr>
          <a:xfrm>
            <a:off x="6146480" y="3339623"/>
            <a:ext cx="362309" cy="361971"/>
            <a:chOff x="6146480" y="3339623"/>
            <a:chExt cx="362309" cy="361971"/>
          </a:xfrm>
          <a:solidFill>
            <a:srgbClr val="00A3E0"/>
          </a:solidFill>
        </p:grpSpPr>
        <p:sp>
          <p:nvSpPr>
            <p:cNvPr id="1141" name="Graphic 4">
              <a:extLst>
                <a:ext uri="{FF2B5EF4-FFF2-40B4-BE49-F238E27FC236}">
                  <a16:creationId xmlns:a16="http://schemas.microsoft.com/office/drawing/2014/main" id="{6CAEF39C-7F2A-2B4A-A096-D0778EBBF1BD}"/>
                </a:ext>
              </a:extLst>
            </p:cNvPr>
            <p:cNvSpPr/>
            <p:nvPr/>
          </p:nvSpPr>
          <p:spPr>
            <a:xfrm>
              <a:off x="6146480" y="33396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69016 w 362309"/>
                <a:gd name="connsiteY6" fmla="*/ 171729 h 361971"/>
                <a:gd name="connsiteX7" fmla="*/ 260709 w 362309"/>
                <a:gd name="connsiteY7" fmla="*/ 182582 h 361971"/>
                <a:gd name="connsiteX8" fmla="*/ 205117 w 362309"/>
                <a:gd name="connsiteY8" fmla="*/ 197265 h 361971"/>
                <a:gd name="connsiteX9" fmla="*/ 133549 w 362309"/>
                <a:gd name="connsiteY9" fmla="*/ 268766 h 361971"/>
                <a:gd name="connsiteX10" fmla="*/ 93932 w 362309"/>
                <a:gd name="connsiteY10" fmla="*/ 268766 h 361971"/>
                <a:gd name="connsiteX11" fmla="*/ 93932 w 362309"/>
                <a:gd name="connsiteY11" fmla="*/ 229185 h 361971"/>
                <a:gd name="connsiteX12" fmla="*/ 165499 w 362309"/>
                <a:gd name="connsiteY12" fmla="*/ 157684 h 361971"/>
                <a:gd name="connsiteX13" fmla="*/ 206395 w 362309"/>
                <a:gd name="connsiteY13" fmla="*/ 87461 h 361971"/>
                <a:gd name="connsiteX14" fmla="*/ 240261 w 362309"/>
                <a:gd name="connsiteY14" fmla="*/ 88738 h 361971"/>
                <a:gd name="connsiteX15" fmla="*/ 244095 w 362309"/>
                <a:gd name="connsiteY15" fmla="*/ 93206 h 361971"/>
                <a:gd name="connsiteX16" fmla="*/ 242178 w 362309"/>
                <a:gd name="connsiteY16" fmla="*/ 98952 h 361971"/>
                <a:gd name="connsiteX17" fmla="*/ 215341 w 362309"/>
                <a:gd name="connsiteY17" fmla="*/ 125765 h 361971"/>
                <a:gd name="connsiteX18" fmla="*/ 237067 w 362309"/>
                <a:gd name="connsiteY18" fmla="*/ 147470 h 361971"/>
                <a:gd name="connsiteX19" fmla="*/ 263904 w 362309"/>
                <a:gd name="connsiteY19" fmla="*/ 120657 h 361971"/>
                <a:gd name="connsiteX20" fmla="*/ 269655 w 362309"/>
                <a:gd name="connsiteY20" fmla="*/ 118742 h 361971"/>
                <a:gd name="connsiteX21" fmla="*/ 274128 w 362309"/>
                <a:gd name="connsiteY21" fmla="*/ 122573 h 361971"/>
                <a:gd name="connsiteX22" fmla="*/ 269016 w 362309"/>
                <a:gd name="connsiteY22" fmla="*/ 17172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1077"/>
                    <a:pt x="281157" y="0"/>
                    <a:pt x="181474" y="0"/>
                  </a:cubicBezTo>
                  <a:close/>
                  <a:moveTo>
                    <a:pt x="269016" y="171729"/>
                  </a:moveTo>
                  <a:cubicBezTo>
                    <a:pt x="266460" y="175560"/>
                    <a:pt x="263904" y="179390"/>
                    <a:pt x="260709" y="182582"/>
                  </a:cubicBezTo>
                  <a:cubicBezTo>
                    <a:pt x="246013" y="197265"/>
                    <a:pt x="224925" y="202372"/>
                    <a:pt x="205117" y="197265"/>
                  </a:cubicBezTo>
                  <a:lnTo>
                    <a:pt x="133549" y="268766"/>
                  </a:lnTo>
                  <a:cubicBezTo>
                    <a:pt x="122686" y="279618"/>
                    <a:pt x="104795" y="279618"/>
                    <a:pt x="93932" y="268766"/>
                  </a:cubicBezTo>
                  <a:cubicBezTo>
                    <a:pt x="83069" y="257913"/>
                    <a:pt x="83069" y="240038"/>
                    <a:pt x="93932" y="229185"/>
                  </a:cubicBezTo>
                  <a:lnTo>
                    <a:pt x="165499" y="157684"/>
                  </a:lnTo>
                  <a:cubicBezTo>
                    <a:pt x="157192" y="127041"/>
                    <a:pt x="175723" y="95760"/>
                    <a:pt x="206395" y="87461"/>
                  </a:cubicBezTo>
                  <a:cubicBezTo>
                    <a:pt x="217258" y="84269"/>
                    <a:pt x="229399" y="84907"/>
                    <a:pt x="240261" y="88738"/>
                  </a:cubicBezTo>
                  <a:cubicBezTo>
                    <a:pt x="242178" y="89376"/>
                    <a:pt x="244095" y="91291"/>
                    <a:pt x="244095" y="93206"/>
                  </a:cubicBezTo>
                  <a:cubicBezTo>
                    <a:pt x="244735" y="95121"/>
                    <a:pt x="244095" y="97675"/>
                    <a:pt x="242178" y="98952"/>
                  </a:cubicBezTo>
                  <a:lnTo>
                    <a:pt x="215341" y="125765"/>
                  </a:lnTo>
                  <a:cubicBezTo>
                    <a:pt x="221731" y="134064"/>
                    <a:pt x="228760" y="141086"/>
                    <a:pt x="237067" y="147470"/>
                  </a:cubicBezTo>
                  <a:lnTo>
                    <a:pt x="263904" y="120657"/>
                  </a:lnTo>
                  <a:cubicBezTo>
                    <a:pt x="265182" y="119381"/>
                    <a:pt x="267738" y="118742"/>
                    <a:pt x="269655" y="118742"/>
                  </a:cubicBezTo>
                  <a:cubicBezTo>
                    <a:pt x="271572" y="119381"/>
                    <a:pt x="273489" y="120657"/>
                    <a:pt x="274128" y="122573"/>
                  </a:cubicBezTo>
                  <a:cubicBezTo>
                    <a:pt x="279879" y="139171"/>
                    <a:pt x="277962" y="157046"/>
                    <a:pt x="269016" y="171729"/>
                  </a:cubicBezTo>
                  <a:close/>
                </a:path>
              </a:pathLst>
            </a:custGeom>
            <a:solidFill>
              <a:srgbClr val="00A3E0"/>
            </a:solidFill>
            <a:ln w="6390" cap="flat">
              <a:noFill/>
              <a:prstDash val="solid"/>
              <a:miter/>
            </a:ln>
          </p:spPr>
          <p:txBody>
            <a:bodyPr rtlCol="0" anchor="ctr"/>
            <a:lstStyle/>
            <a:p>
              <a:endParaRPr lang="en-US"/>
            </a:p>
          </p:txBody>
        </p:sp>
        <p:sp>
          <p:nvSpPr>
            <p:cNvPr id="1142" name="Graphic 4">
              <a:extLst>
                <a:ext uri="{FF2B5EF4-FFF2-40B4-BE49-F238E27FC236}">
                  <a16:creationId xmlns:a16="http://schemas.microsoft.com/office/drawing/2014/main" id="{4F5CBE29-4666-A345-B8C2-54ADE1B6F0AE}"/>
                </a:ext>
              </a:extLst>
            </p:cNvPr>
            <p:cNvSpPr/>
            <p:nvPr/>
          </p:nvSpPr>
          <p:spPr>
            <a:xfrm>
              <a:off x="6244406" y="3437298"/>
              <a:ext cx="166831" cy="165823"/>
            </a:xfrm>
            <a:custGeom>
              <a:avLst/>
              <a:gdLst>
                <a:gd name="connsiteX0" fmla="*/ 143614 w 166831"/>
                <a:gd name="connsiteY0" fmla="*/ 63202 h 165823"/>
                <a:gd name="connsiteX1" fmla="*/ 135307 w 166831"/>
                <a:gd name="connsiteY1" fmla="*/ 63840 h 165823"/>
                <a:gd name="connsiteX2" fmla="*/ 102718 w 166831"/>
                <a:gd name="connsiteY2" fmla="*/ 31282 h 165823"/>
                <a:gd name="connsiteX3" fmla="*/ 103357 w 166831"/>
                <a:gd name="connsiteY3" fmla="*/ 22983 h 165823"/>
                <a:gd name="connsiteX4" fmla="*/ 126361 w 166831"/>
                <a:gd name="connsiteY4" fmla="*/ 0 h 165823"/>
                <a:gd name="connsiteX5" fmla="*/ 121888 w 166831"/>
                <a:gd name="connsiteY5" fmla="*/ 0 h 165823"/>
                <a:gd name="connsiteX6" fmla="*/ 98884 w 166831"/>
                <a:gd name="connsiteY6" fmla="*/ 6384 h 165823"/>
                <a:gd name="connsiteX7" fmla="*/ 90577 w 166831"/>
                <a:gd name="connsiteY7" fmla="*/ 12768 h 165823"/>
                <a:gd name="connsiteX8" fmla="*/ 80353 w 166831"/>
                <a:gd name="connsiteY8" fmla="*/ 58733 h 165823"/>
                <a:gd name="connsiteX9" fmla="*/ 79075 w 166831"/>
                <a:gd name="connsiteY9" fmla="*/ 65117 h 165823"/>
                <a:gd name="connsiteX10" fmla="*/ 4313 w 166831"/>
                <a:gd name="connsiteY10" fmla="*/ 139809 h 165823"/>
                <a:gd name="connsiteX11" fmla="*/ 4313 w 166831"/>
                <a:gd name="connsiteY11" fmla="*/ 161515 h 165823"/>
                <a:gd name="connsiteX12" fmla="*/ 26039 w 166831"/>
                <a:gd name="connsiteY12" fmla="*/ 161515 h 165823"/>
                <a:gd name="connsiteX13" fmla="*/ 26039 w 166831"/>
                <a:gd name="connsiteY13" fmla="*/ 161515 h 165823"/>
                <a:gd name="connsiteX14" fmla="*/ 100801 w 166831"/>
                <a:gd name="connsiteY14" fmla="*/ 86822 h 165823"/>
                <a:gd name="connsiteX15" fmla="*/ 107191 w 166831"/>
                <a:gd name="connsiteY15" fmla="*/ 85546 h 165823"/>
                <a:gd name="connsiteX16" fmla="*/ 153838 w 166831"/>
                <a:gd name="connsiteY16" fmla="*/ 75331 h 165823"/>
                <a:gd name="connsiteX17" fmla="*/ 166618 w 166831"/>
                <a:gd name="connsiteY17" fmla="*/ 39581 h 165823"/>
                <a:gd name="connsiteX18" fmla="*/ 143614 w 166831"/>
                <a:gd name="connsiteY18" fmla="*/ 63202 h 165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6831" h="165823">
                  <a:moveTo>
                    <a:pt x="143614" y="63202"/>
                  </a:moveTo>
                  <a:cubicBezTo>
                    <a:pt x="141697" y="65117"/>
                    <a:pt x="137863" y="65755"/>
                    <a:pt x="135307" y="63840"/>
                  </a:cubicBezTo>
                  <a:cubicBezTo>
                    <a:pt x="122527" y="55541"/>
                    <a:pt x="111025" y="44050"/>
                    <a:pt x="102718" y="31282"/>
                  </a:cubicBezTo>
                  <a:cubicBezTo>
                    <a:pt x="100801" y="28728"/>
                    <a:pt x="101440" y="25536"/>
                    <a:pt x="103357" y="22983"/>
                  </a:cubicBezTo>
                  <a:lnTo>
                    <a:pt x="126361" y="0"/>
                  </a:lnTo>
                  <a:cubicBezTo>
                    <a:pt x="125083" y="0"/>
                    <a:pt x="123166" y="0"/>
                    <a:pt x="121888" y="0"/>
                  </a:cubicBezTo>
                  <a:cubicBezTo>
                    <a:pt x="113581" y="0"/>
                    <a:pt x="105913" y="1915"/>
                    <a:pt x="98884" y="6384"/>
                  </a:cubicBezTo>
                  <a:cubicBezTo>
                    <a:pt x="95689" y="8299"/>
                    <a:pt x="93133" y="10215"/>
                    <a:pt x="90577" y="12768"/>
                  </a:cubicBezTo>
                  <a:cubicBezTo>
                    <a:pt x="78436" y="24898"/>
                    <a:pt x="74603" y="42773"/>
                    <a:pt x="80353" y="58733"/>
                  </a:cubicBezTo>
                  <a:cubicBezTo>
                    <a:pt x="80993" y="61286"/>
                    <a:pt x="80353" y="63202"/>
                    <a:pt x="79075" y="65117"/>
                  </a:cubicBezTo>
                  <a:lnTo>
                    <a:pt x="4313" y="139809"/>
                  </a:lnTo>
                  <a:cubicBezTo>
                    <a:pt x="-1438" y="145555"/>
                    <a:pt x="-1438" y="155769"/>
                    <a:pt x="4313" y="161515"/>
                  </a:cubicBezTo>
                  <a:cubicBezTo>
                    <a:pt x="10064" y="167260"/>
                    <a:pt x="20288" y="167260"/>
                    <a:pt x="26039" y="161515"/>
                  </a:cubicBezTo>
                  <a:lnTo>
                    <a:pt x="26039" y="161515"/>
                  </a:lnTo>
                  <a:lnTo>
                    <a:pt x="100801" y="86822"/>
                  </a:lnTo>
                  <a:cubicBezTo>
                    <a:pt x="102718" y="84907"/>
                    <a:pt x="104635" y="84907"/>
                    <a:pt x="107191" y="85546"/>
                  </a:cubicBezTo>
                  <a:cubicBezTo>
                    <a:pt x="123166" y="91291"/>
                    <a:pt x="141697" y="87461"/>
                    <a:pt x="153838" y="75331"/>
                  </a:cubicBezTo>
                  <a:cubicBezTo>
                    <a:pt x="163423" y="65755"/>
                    <a:pt x="167896" y="52987"/>
                    <a:pt x="166618" y="39581"/>
                  </a:cubicBezTo>
                  <a:lnTo>
                    <a:pt x="143614" y="63202"/>
                  </a:lnTo>
                  <a:close/>
                </a:path>
              </a:pathLst>
            </a:custGeom>
            <a:solidFill>
              <a:srgbClr val="00A3E0"/>
            </a:solidFill>
            <a:ln w="6390" cap="flat">
              <a:noFill/>
              <a:prstDash val="solid"/>
              <a:miter/>
            </a:ln>
          </p:spPr>
          <p:txBody>
            <a:bodyPr rtlCol="0" anchor="ctr"/>
            <a:lstStyle/>
            <a:p>
              <a:endParaRPr lang="en-US"/>
            </a:p>
          </p:txBody>
        </p:sp>
      </p:grpSp>
      <p:grpSp>
        <p:nvGrpSpPr>
          <p:cNvPr id="1143" name="Graphic 4">
            <a:extLst>
              <a:ext uri="{FF2B5EF4-FFF2-40B4-BE49-F238E27FC236}">
                <a16:creationId xmlns:a16="http://schemas.microsoft.com/office/drawing/2014/main" id="{3845E8BB-A61F-214F-A841-4CB650515010}"/>
              </a:ext>
            </a:extLst>
          </p:cNvPr>
          <p:cNvGrpSpPr>
            <a:grpSpLocks noChangeAspect="1"/>
          </p:cNvGrpSpPr>
          <p:nvPr/>
        </p:nvGrpSpPr>
        <p:grpSpPr>
          <a:xfrm>
            <a:off x="6146480" y="1402723"/>
            <a:ext cx="362309" cy="361971"/>
            <a:chOff x="6146480" y="1402723"/>
            <a:chExt cx="362309" cy="361971"/>
          </a:xfrm>
          <a:solidFill>
            <a:srgbClr val="00A3E0"/>
          </a:solidFill>
        </p:grpSpPr>
        <p:sp>
          <p:nvSpPr>
            <p:cNvPr id="1144" name="Graphic 4">
              <a:extLst>
                <a:ext uri="{FF2B5EF4-FFF2-40B4-BE49-F238E27FC236}">
                  <a16:creationId xmlns:a16="http://schemas.microsoft.com/office/drawing/2014/main" id="{6CB7F29D-284B-2049-970A-B21EEDA616D9}"/>
                </a:ext>
              </a:extLst>
            </p:cNvPr>
            <p:cNvSpPr/>
            <p:nvPr/>
          </p:nvSpPr>
          <p:spPr>
            <a:xfrm>
              <a:off x="6318369" y="1574452"/>
              <a:ext cx="18530" cy="18513"/>
            </a:xfrm>
            <a:custGeom>
              <a:avLst/>
              <a:gdLst>
                <a:gd name="connsiteX0" fmla="*/ 0 w 18530"/>
                <a:gd name="connsiteY0" fmla="*/ 0 h 18513"/>
                <a:gd name="connsiteX1" fmla="*/ 18531 w 18530"/>
                <a:gd name="connsiteY1" fmla="*/ 0 h 18513"/>
                <a:gd name="connsiteX2" fmla="*/ 18531 w 18530"/>
                <a:gd name="connsiteY2" fmla="*/ 18514 h 18513"/>
                <a:gd name="connsiteX3" fmla="*/ 0 w 18530"/>
                <a:gd name="connsiteY3" fmla="*/ 18514 h 18513"/>
              </a:gdLst>
              <a:ahLst/>
              <a:cxnLst>
                <a:cxn ang="0">
                  <a:pos x="connsiteX0" y="connsiteY0"/>
                </a:cxn>
                <a:cxn ang="0">
                  <a:pos x="connsiteX1" y="connsiteY1"/>
                </a:cxn>
                <a:cxn ang="0">
                  <a:pos x="connsiteX2" y="connsiteY2"/>
                </a:cxn>
                <a:cxn ang="0">
                  <a:pos x="connsiteX3" y="connsiteY3"/>
                </a:cxn>
              </a:cxnLst>
              <a:rect l="l" t="t" r="r" b="b"/>
              <a:pathLst>
                <a:path w="18530" h="18513">
                  <a:moveTo>
                    <a:pt x="0" y="0"/>
                  </a:moveTo>
                  <a:lnTo>
                    <a:pt x="18531" y="0"/>
                  </a:lnTo>
                  <a:lnTo>
                    <a:pt x="18531" y="18514"/>
                  </a:lnTo>
                  <a:lnTo>
                    <a:pt x="0" y="18514"/>
                  </a:lnTo>
                  <a:close/>
                </a:path>
              </a:pathLst>
            </a:custGeom>
            <a:solidFill>
              <a:srgbClr val="00A3E0"/>
            </a:solidFill>
            <a:ln w="6390" cap="flat">
              <a:noFill/>
              <a:prstDash val="solid"/>
              <a:miter/>
            </a:ln>
          </p:spPr>
          <p:txBody>
            <a:bodyPr rtlCol="0" anchor="ctr"/>
            <a:lstStyle/>
            <a:p>
              <a:endParaRPr lang="en-US"/>
            </a:p>
          </p:txBody>
        </p:sp>
        <p:sp>
          <p:nvSpPr>
            <p:cNvPr id="1145" name="Graphic 4">
              <a:extLst>
                <a:ext uri="{FF2B5EF4-FFF2-40B4-BE49-F238E27FC236}">
                  <a16:creationId xmlns:a16="http://schemas.microsoft.com/office/drawing/2014/main" id="{46FA902A-D541-C548-8CB0-BC7254CE3FCB}"/>
                </a:ext>
              </a:extLst>
            </p:cNvPr>
            <p:cNvSpPr/>
            <p:nvPr/>
          </p:nvSpPr>
          <p:spPr>
            <a:xfrm>
              <a:off x="6240412" y="1589774"/>
              <a:ext cx="173806" cy="65116"/>
            </a:xfrm>
            <a:custGeom>
              <a:avLst/>
              <a:gdLst>
                <a:gd name="connsiteX0" fmla="*/ 109268 w 173806"/>
                <a:gd name="connsiteY0" fmla="*/ 9576 h 65116"/>
                <a:gd name="connsiteX1" fmla="*/ 102878 w 173806"/>
                <a:gd name="connsiteY1" fmla="*/ 15960 h 65116"/>
                <a:gd name="connsiteX2" fmla="*/ 71567 w 173806"/>
                <a:gd name="connsiteY2" fmla="*/ 15960 h 65116"/>
                <a:gd name="connsiteX3" fmla="*/ 65177 w 173806"/>
                <a:gd name="connsiteY3" fmla="*/ 9576 h 65116"/>
                <a:gd name="connsiteX4" fmla="*/ 65177 w 173806"/>
                <a:gd name="connsiteY4" fmla="*/ 638 h 65116"/>
                <a:gd name="connsiteX5" fmla="*/ 0 w 173806"/>
                <a:gd name="connsiteY5" fmla="*/ 638 h 65116"/>
                <a:gd name="connsiteX6" fmla="*/ 0 w 173806"/>
                <a:gd name="connsiteY6" fmla="*/ 65117 h 65116"/>
                <a:gd name="connsiteX7" fmla="*/ 173806 w 173806"/>
                <a:gd name="connsiteY7" fmla="*/ 65117 h 65116"/>
                <a:gd name="connsiteX8" fmla="*/ 173806 w 173806"/>
                <a:gd name="connsiteY8" fmla="*/ 0 h 65116"/>
                <a:gd name="connsiteX9" fmla="*/ 109268 w 173806"/>
                <a:gd name="connsiteY9" fmla="*/ 0 h 65116"/>
                <a:gd name="connsiteX10" fmla="*/ 109268 w 173806"/>
                <a:gd name="connsiteY10" fmla="*/ 9576 h 65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806" h="65116">
                  <a:moveTo>
                    <a:pt x="109268" y="9576"/>
                  </a:moveTo>
                  <a:cubicBezTo>
                    <a:pt x="109268" y="13406"/>
                    <a:pt x="106712" y="15960"/>
                    <a:pt x="102878" y="15960"/>
                  </a:cubicBezTo>
                  <a:lnTo>
                    <a:pt x="71567" y="15960"/>
                  </a:lnTo>
                  <a:cubicBezTo>
                    <a:pt x="67734" y="15960"/>
                    <a:pt x="65177" y="13406"/>
                    <a:pt x="65177" y="9576"/>
                  </a:cubicBezTo>
                  <a:lnTo>
                    <a:pt x="65177" y="638"/>
                  </a:lnTo>
                  <a:lnTo>
                    <a:pt x="0" y="638"/>
                  </a:lnTo>
                  <a:lnTo>
                    <a:pt x="0" y="65117"/>
                  </a:lnTo>
                  <a:lnTo>
                    <a:pt x="173806" y="65117"/>
                  </a:lnTo>
                  <a:lnTo>
                    <a:pt x="173806" y="0"/>
                  </a:lnTo>
                  <a:lnTo>
                    <a:pt x="109268" y="0"/>
                  </a:lnTo>
                  <a:lnTo>
                    <a:pt x="109268" y="9576"/>
                  </a:lnTo>
                  <a:close/>
                </a:path>
              </a:pathLst>
            </a:custGeom>
            <a:solidFill>
              <a:srgbClr val="00A3E0"/>
            </a:solidFill>
            <a:ln w="6390" cap="flat">
              <a:noFill/>
              <a:prstDash val="solid"/>
              <a:miter/>
            </a:ln>
          </p:spPr>
          <p:txBody>
            <a:bodyPr rtlCol="0" anchor="ctr"/>
            <a:lstStyle/>
            <a:p>
              <a:endParaRPr lang="en-US"/>
            </a:p>
          </p:txBody>
        </p:sp>
        <p:sp>
          <p:nvSpPr>
            <p:cNvPr id="1146" name="Graphic 4">
              <a:extLst>
                <a:ext uri="{FF2B5EF4-FFF2-40B4-BE49-F238E27FC236}">
                  <a16:creationId xmlns:a16="http://schemas.microsoft.com/office/drawing/2014/main" id="{F83BD12E-6F6E-424E-B327-9100F7E56B5B}"/>
                </a:ext>
              </a:extLst>
            </p:cNvPr>
            <p:cNvSpPr/>
            <p:nvPr/>
          </p:nvSpPr>
          <p:spPr>
            <a:xfrm>
              <a:off x="6287698" y="1511889"/>
              <a:ext cx="79874" cy="19151"/>
            </a:xfrm>
            <a:custGeom>
              <a:avLst/>
              <a:gdLst>
                <a:gd name="connsiteX0" fmla="*/ 63261 w 79874"/>
                <a:gd name="connsiteY0" fmla="*/ 0 h 19151"/>
                <a:gd name="connsiteX1" fmla="*/ 16614 w 79874"/>
                <a:gd name="connsiteY1" fmla="*/ 0 h 19151"/>
                <a:gd name="connsiteX2" fmla="*/ 0 w 79874"/>
                <a:gd name="connsiteY2" fmla="*/ 19152 h 19151"/>
                <a:gd name="connsiteX3" fmla="*/ 79874 w 79874"/>
                <a:gd name="connsiteY3" fmla="*/ 19152 h 19151"/>
                <a:gd name="connsiteX4" fmla="*/ 63261 w 79874"/>
                <a:gd name="connsiteY4" fmla="*/ 0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874" h="19151">
                  <a:moveTo>
                    <a:pt x="63261" y="0"/>
                  </a:moveTo>
                  <a:lnTo>
                    <a:pt x="16614" y="0"/>
                  </a:lnTo>
                  <a:cubicBezTo>
                    <a:pt x="8307" y="0"/>
                    <a:pt x="1278" y="8299"/>
                    <a:pt x="0" y="19152"/>
                  </a:cubicBezTo>
                  <a:lnTo>
                    <a:pt x="79874" y="19152"/>
                  </a:lnTo>
                  <a:cubicBezTo>
                    <a:pt x="78596" y="8299"/>
                    <a:pt x="71567" y="0"/>
                    <a:pt x="63261" y="0"/>
                  </a:cubicBezTo>
                  <a:close/>
                </a:path>
              </a:pathLst>
            </a:custGeom>
            <a:solidFill>
              <a:srgbClr val="00A3E0"/>
            </a:solidFill>
            <a:ln w="6390" cap="flat">
              <a:noFill/>
              <a:prstDash val="solid"/>
              <a:miter/>
            </a:ln>
          </p:spPr>
          <p:txBody>
            <a:bodyPr rtlCol="0" anchor="ctr"/>
            <a:lstStyle/>
            <a:p>
              <a:endParaRPr lang="en-US"/>
            </a:p>
          </p:txBody>
        </p:sp>
        <p:sp>
          <p:nvSpPr>
            <p:cNvPr id="1147" name="Graphic 4">
              <a:extLst>
                <a:ext uri="{FF2B5EF4-FFF2-40B4-BE49-F238E27FC236}">
                  <a16:creationId xmlns:a16="http://schemas.microsoft.com/office/drawing/2014/main" id="{AD7F1670-61AC-0347-9909-E5BA7F4D20B7}"/>
                </a:ext>
              </a:extLst>
            </p:cNvPr>
            <p:cNvSpPr/>
            <p:nvPr/>
          </p:nvSpPr>
          <p:spPr>
            <a:xfrm>
              <a:off x="6225715" y="1543171"/>
              <a:ext cx="205117" cy="33835"/>
            </a:xfrm>
            <a:custGeom>
              <a:avLst/>
              <a:gdLst>
                <a:gd name="connsiteX0" fmla="*/ 0 w 205117"/>
                <a:gd name="connsiteY0" fmla="*/ 33835 h 33835"/>
                <a:gd name="connsiteX1" fmla="*/ 80513 w 205117"/>
                <a:gd name="connsiteY1" fmla="*/ 33835 h 33835"/>
                <a:gd name="connsiteX2" fmla="*/ 80513 w 205117"/>
                <a:gd name="connsiteY2" fmla="*/ 24897 h 33835"/>
                <a:gd name="connsiteX3" fmla="*/ 86903 w 205117"/>
                <a:gd name="connsiteY3" fmla="*/ 18514 h 33835"/>
                <a:gd name="connsiteX4" fmla="*/ 118214 w 205117"/>
                <a:gd name="connsiteY4" fmla="*/ 18514 h 33835"/>
                <a:gd name="connsiteX5" fmla="*/ 124604 w 205117"/>
                <a:gd name="connsiteY5" fmla="*/ 24897 h 33835"/>
                <a:gd name="connsiteX6" fmla="*/ 124604 w 205117"/>
                <a:gd name="connsiteY6" fmla="*/ 33835 h 33835"/>
                <a:gd name="connsiteX7" fmla="*/ 205117 w 205117"/>
                <a:gd name="connsiteY7" fmla="*/ 33835 h 33835"/>
                <a:gd name="connsiteX8" fmla="*/ 205117 w 205117"/>
                <a:gd name="connsiteY8" fmla="*/ 0 h 33835"/>
                <a:gd name="connsiteX9" fmla="*/ 639 w 205117"/>
                <a:gd name="connsiteY9" fmla="*/ 0 h 33835"/>
                <a:gd name="connsiteX10" fmla="*/ 639 w 205117"/>
                <a:gd name="connsiteY10" fmla="*/ 33835 h 33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5117" h="33835">
                  <a:moveTo>
                    <a:pt x="0" y="33835"/>
                  </a:moveTo>
                  <a:lnTo>
                    <a:pt x="80513" y="33835"/>
                  </a:lnTo>
                  <a:lnTo>
                    <a:pt x="80513" y="24897"/>
                  </a:lnTo>
                  <a:cubicBezTo>
                    <a:pt x="80513" y="21067"/>
                    <a:pt x="83069" y="18514"/>
                    <a:pt x="86903" y="18514"/>
                  </a:cubicBezTo>
                  <a:lnTo>
                    <a:pt x="118214" y="18514"/>
                  </a:lnTo>
                  <a:cubicBezTo>
                    <a:pt x="122048" y="18514"/>
                    <a:pt x="124604" y="21067"/>
                    <a:pt x="124604" y="24897"/>
                  </a:cubicBezTo>
                  <a:lnTo>
                    <a:pt x="124604" y="33835"/>
                  </a:lnTo>
                  <a:lnTo>
                    <a:pt x="205117" y="33835"/>
                  </a:lnTo>
                  <a:lnTo>
                    <a:pt x="205117" y="0"/>
                  </a:lnTo>
                  <a:lnTo>
                    <a:pt x="639" y="0"/>
                  </a:lnTo>
                  <a:lnTo>
                    <a:pt x="639" y="33835"/>
                  </a:lnTo>
                  <a:close/>
                </a:path>
              </a:pathLst>
            </a:custGeom>
            <a:solidFill>
              <a:srgbClr val="00A3E0"/>
            </a:solidFill>
            <a:ln w="6390" cap="flat">
              <a:noFill/>
              <a:prstDash val="solid"/>
              <a:miter/>
            </a:ln>
          </p:spPr>
          <p:txBody>
            <a:bodyPr rtlCol="0" anchor="ctr"/>
            <a:lstStyle/>
            <a:p>
              <a:endParaRPr lang="en-US"/>
            </a:p>
          </p:txBody>
        </p:sp>
        <p:sp>
          <p:nvSpPr>
            <p:cNvPr id="1148" name="Graphic 4">
              <a:extLst>
                <a:ext uri="{FF2B5EF4-FFF2-40B4-BE49-F238E27FC236}">
                  <a16:creationId xmlns:a16="http://schemas.microsoft.com/office/drawing/2014/main" id="{0713D174-D7E3-C145-970C-446E1C1894D0}"/>
                </a:ext>
              </a:extLst>
            </p:cNvPr>
            <p:cNvSpPr/>
            <p:nvPr/>
          </p:nvSpPr>
          <p:spPr>
            <a:xfrm>
              <a:off x="6146480" y="14027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296493 w 362309"/>
                <a:gd name="connsiteY7" fmla="*/ 180667 h 361971"/>
                <a:gd name="connsiteX8" fmla="*/ 290103 w 362309"/>
                <a:gd name="connsiteY8" fmla="*/ 187051 h 361971"/>
                <a:gd name="connsiteX9" fmla="*/ 281157 w 362309"/>
                <a:gd name="connsiteY9" fmla="*/ 187051 h 361971"/>
                <a:gd name="connsiteX10" fmla="*/ 281157 w 362309"/>
                <a:gd name="connsiteY10" fmla="*/ 258551 h 361971"/>
                <a:gd name="connsiteX11" fmla="*/ 274767 w 362309"/>
                <a:gd name="connsiteY11" fmla="*/ 264935 h 361971"/>
                <a:gd name="connsiteX12" fmla="*/ 88181 w 362309"/>
                <a:gd name="connsiteY12" fmla="*/ 264935 h 361971"/>
                <a:gd name="connsiteX13" fmla="*/ 81791 w 362309"/>
                <a:gd name="connsiteY13" fmla="*/ 258551 h 361971"/>
                <a:gd name="connsiteX14" fmla="*/ 81791 w 362309"/>
                <a:gd name="connsiteY14" fmla="*/ 187051 h 361971"/>
                <a:gd name="connsiteX15" fmla="*/ 72845 w 362309"/>
                <a:gd name="connsiteY15" fmla="*/ 187051 h 361971"/>
                <a:gd name="connsiteX16" fmla="*/ 66455 w 362309"/>
                <a:gd name="connsiteY16" fmla="*/ 180667 h 361971"/>
                <a:gd name="connsiteX17" fmla="*/ 66455 w 362309"/>
                <a:gd name="connsiteY17" fmla="*/ 134064 h 361971"/>
                <a:gd name="connsiteX18" fmla="*/ 72845 w 362309"/>
                <a:gd name="connsiteY18" fmla="*/ 127680 h 361971"/>
                <a:gd name="connsiteX19" fmla="*/ 128438 w 362309"/>
                <a:gd name="connsiteY19" fmla="*/ 127680 h 361971"/>
                <a:gd name="connsiteX20" fmla="*/ 157831 w 362309"/>
                <a:gd name="connsiteY20" fmla="*/ 95760 h 361971"/>
                <a:gd name="connsiteX21" fmla="*/ 204478 w 362309"/>
                <a:gd name="connsiteY21" fmla="*/ 95760 h 361971"/>
                <a:gd name="connsiteX22" fmla="*/ 233872 w 362309"/>
                <a:gd name="connsiteY22" fmla="*/ 127680 h 361971"/>
                <a:gd name="connsiteX23" fmla="*/ 289464 w 362309"/>
                <a:gd name="connsiteY23" fmla="*/ 127680 h 361971"/>
                <a:gd name="connsiteX24" fmla="*/ 295854 w 362309"/>
                <a:gd name="connsiteY24" fmla="*/ 134064 h 361971"/>
                <a:gd name="connsiteX25" fmla="*/ 296493 w 362309"/>
                <a:gd name="connsiteY25" fmla="*/ 18066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0438"/>
                    <a:pt x="281157" y="0"/>
                    <a:pt x="181474" y="0"/>
                  </a:cubicBezTo>
                  <a:lnTo>
                    <a:pt x="181474" y="0"/>
                  </a:lnTo>
                  <a:close/>
                  <a:moveTo>
                    <a:pt x="296493" y="180667"/>
                  </a:moveTo>
                  <a:cubicBezTo>
                    <a:pt x="296493" y="184497"/>
                    <a:pt x="293937" y="187051"/>
                    <a:pt x="290103" y="187051"/>
                  </a:cubicBezTo>
                  <a:lnTo>
                    <a:pt x="281157" y="187051"/>
                  </a:lnTo>
                  <a:lnTo>
                    <a:pt x="281157" y="258551"/>
                  </a:lnTo>
                  <a:cubicBezTo>
                    <a:pt x="281157" y="262382"/>
                    <a:pt x="278601" y="264935"/>
                    <a:pt x="274767" y="264935"/>
                  </a:cubicBezTo>
                  <a:lnTo>
                    <a:pt x="88181" y="264935"/>
                  </a:lnTo>
                  <a:cubicBezTo>
                    <a:pt x="84347" y="264935"/>
                    <a:pt x="81791" y="262382"/>
                    <a:pt x="81791" y="258551"/>
                  </a:cubicBezTo>
                  <a:lnTo>
                    <a:pt x="81791" y="187051"/>
                  </a:lnTo>
                  <a:lnTo>
                    <a:pt x="72845" y="187051"/>
                  </a:lnTo>
                  <a:cubicBezTo>
                    <a:pt x="69011" y="187051"/>
                    <a:pt x="66455" y="184497"/>
                    <a:pt x="66455" y="180667"/>
                  </a:cubicBezTo>
                  <a:lnTo>
                    <a:pt x="66455" y="134064"/>
                  </a:lnTo>
                  <a:cubicBezTo>
                    <a:pt x="66455" y="130233"/>
                    <a:pt x="69011" y="127680"/>
                    <a:pt x="72845" y="127680"/>
                  </a:cubicBezTo>
                  <a:lnTo>
                    <a:pt x="128438" y="127680"/>
                  </a:lnTo>
                  <a:cubicBezTo>
                    <a:pt x="129716" y="109804"/>
                    <a:pt x="142496" y="95760"/>
                    <a:pt x="157831" y="95760"/>
                  </a:cubicBezTo>
                  <a:lnTo>
                    <a:pt x="204478" y="95760"/>
                  </a:lnTo>
                  <a:cubicBezTo>
                    <a:pt x="219814" y="95760"/>
                    <a:pt x="232593" y="109804"/>
                    <a:pt x="233872" y="127680"/>
                  </a:cubicBezTo>
                  <a:lnTo>
                    <a:pt x="289464" y="127680"/>
                  </a:lnTo>
                  <a:cubicBezTo>
                    <a:pt x="293298" y="127680"/>
                    <a:pt x="295854" y="130233"/>
                    <a:pt x="295854" y="134064"/>
                  </a:cubicBezTo>
                  <a:lnTo>
                    <a:pt x="296493" y="180667"/>
                  </a:lnTo>
                  <a:close/>
                </a:path>
              </a:pathLst>
            </a:custGeom>
            <a:solidFill>
              <a:srgbClr val="00A3E0"/>
            </a:solidFill>
            <a:ln w="6390" cap="flat">
              <a:noFill/>
              <a:prstDash val="solid"/>
              <a:miter/>
            </a:ln>
          </p:spPr>
          <p:txBody>
            <a:bodyPr rtlCol="0" anchor="ctr"/>
            <a:lstStyle/>
            <a:p>
              <a:endParaRPr lang="en-US"/>
            </a:p>
          </p:txBody>
        </p:sp>
      </p:grpSp>
      <p:grpSp>
        <p:nvGrpSpPr>
          <p:cNvPr id="1149" name="Graphic 4">
            <a:extLst>
              <a:ext uri="{FF2B5EF4-FFF2-40B4-BE49-F238E27FC236}">
                <a16:creationId xmlns:a16="http://schemas.microsoft.com/office/drawing/2014/main" id="{9D71EDBE-48E5-4247-8066-DB47976BE683}"/>
              </a:ext>
            </a:extLst>
          </p:cNvPr>
          <p:cNvGrpSpPr>
            <a:grpSpLocks noChangeAspect="1"/>
          </p:cNvGrpSpPr>
          <p:nvPr/>
        </p:nvGrpSpPr>
        <p:grpSpPr>
          <a:xfrm>
            <a:off x="1515054" y="3824168"/>
            <a:ext cx="362309" cy="361971"/>
            <a:chOff x="1515054" y="3824168"/>
            <a:chExt cx="362309" cy="361971"/>
          </a:xfrm>
          <a:solidFill>
            <a:srgbClr val="0076A8"/>
          </a:solidFill>
        </p:grpSpPr>
        <p:sp>
          <p:nvSpPr>
            <p:cNvPr id="1150" name="Graphic 4">
              <a:extLst>
                <a:ext uri="{FF2B5EF4-FFF2-40B4-BE49-F238E27FC236}">
                  <a16:creationId xmlns:a16="http://schemas.microsoft.com/office/drawing/2014/main" id="{2205A795-FD61-5D4E-969B-59A51BAF3480}"/>
                </a:ext>
              </a:extLst>
            </p:cNvPr>
            <p:cNvSpPr/>
            <p:nvPr/>
          </p:nvSpPr>
          <p:spPr>
            <a:xfrm>
              <a:off x="1515054" y="3824168"/>
              <a:ext cx="362309" cy="361971"/>
            </a:xfrm>
            <a:custGeom>
              <a:avLst/>
              <a:gdLst>
                <a:gd name="connsiteX0" fmla="*/ 180835 w 362309"/>
                <a:gd name="connsiteY0" fmla="*/ 0 h 361971"/>
                <a:gd name="connsiteX1" fmla="*/ 0 w 362309"/>
                <a:gd name="connsiteY1" fmla="*/ 180667 h 361971"/>
                <a:gd name="connsiteX2" fmla="*/ 180835 w 362309"/>
                <a:gd name="connsiteY2" fmla="*/ 361971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1305 h 361971"/>
                <a:gd name="connsiteX10" fmla="*/ 349529 w 362309"/>
                <a:gd name="connsiteY10" fmla="*/ 181305 h 361971"/>
                <a:gd name="connsiteX11" fmla="*/ 180835 w 362309"/>
                <a:gd name="connsiteY11" fmla="*/ 349204 h 361971"/>
                <a:gd name="connsiteX12" fmla="*/ 180835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6"/>
                    <a:pt x="0" y="180667"/>
                  </a:cubicBezTo>
                  <a:cubicBezTo>
                    <a:pt x="0" y="280895"/>
                    <a:pt x="81152" y="361971"/>
                    <a:pt x="180835" y="361971"/>
                  </a:cubicBezTo>
                  <a:cubicBezTo>
                    <a:pt x="280518" y="361971"/>
                    <a:pt x="362309" y="280895"/>
                    <a:pt x="362309" y="180667"/>
                  </a:cubicBezTo>
                  <a:lnTo>
                    <a:pt x="362309" y="180667"/>
                  </a:lnTo>
                  <a:cubicBezTo>
                    <a:pt x="361670" y="81076"/>
                    <a:pt x="280518" y="0"/>
                    <a:pt x="180835" y="0"/>
                  </a:cubicBezTo>
                  <a:close/>
                  <a:moveTo>
                    <a:pt x="180835" y="349204"/>
                  </a:moveTo>
                  <a:cubicBezTo>
                    <a:pt x="87542" y="349204"/>
                    <a:pt x="12780" y="273873"/>
                    <a:pt x="12780" y="180667"/>
                  </a:cubicBezTo>
                  <a:cubicBezTo>
                    <a:pt x="12780" y="87460"/>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0076A8"/>
            </a:solidFill>
            <a:ln w="6390" cap="flat">
              <a:noFill/>
              <a:prstDash val="solid"/>
              <a:miter/>
            </a:ln>
          </p:spPr>
          <p:txBody>
            <a:bodyPr rtlCol="0" anchor="ctr"/>
            <a:lstStyle/>
            <a:p>
              <a:endParaRPr lang="en-US"/>
            </a:p>
          </p:txBody>
        </p:sp>
        <p:sp>
          <p:nvSpPr>
            <p:cNvPr id="1151" name="Graphic 4">
              <a:extLst>
                <a:ext uri="{FF2B5EF4-FFF2-40B4-BE49-F238E27FC236}">
                  <a16:creationId xmlns:a16="http://schemas.microsoft.com/office/drawing/2014/main" id="{BE06F2E2-4ACA-5742-B5B6-F716962C8EC4}"/>
                </a:ext>
              </a:extLst>
            </p:cNvPr>
            <p:cNvSpPr/>
            <p:nvPr/>
          </p:nvSpPr>
          <p:spPr>
            <a:xfrm>
              <a:off x="1576937" y="3935249"/>
              <a:ext cx="236926" cy="139809"/>
            </a:xfrm>
            <a:custGeom>
              <a:avLst/>
              <a:gdLst>
                <a:gd name="connsiteX0" fmla="*/ 228219 w 236926"/>
                <a:gd name="connsiteY0" fmla="*/ 58094 h 139809"/>
                <a:gd name="connsiteX1" fmla="*/ 230775 w 236926"/>
                <a:gd name="connsiteY1" fmla="*/ 58733 h 139809"/>
                <a:gd name="connsiteX2" fmla="*/ 236526 w 236926"/>
                <a:gd name="connsiteY2" fmla="*/ 54902 h 139809"/>
                <a:gd name="connsiteX3" fmla="*/ 232692 w 236926"/>
                <a:gd name="connsiteY3" fmla="*/ 46603 h 139809"/>
                <a:gd name="connsiteX4" fmla="*/ 196909 w 236926"/>
                <a:gd name="connsiteY4" fmla="*/ 20429 h 139809"/>
                <a:gd name="connsiteX5" fmla="*/ 196909 w 236926"/>
                <a:gd name="connsiteY5" fmla="*/ 6384 h 139809"/>
                <a:gd name="connsiteX6" fmla="*/ 190519 w 236926"/>
                <a:gd name="connsiteY6" fmla="*/ 0 h 139809"/>
                <a:gd name="connsiteX7" fmla="*/ 184129 w 236926"/>
                <a:gd name="connsiteY7" fmla="*/ 6384 h 139809"/>
                <a:gd name="connsiteX8" fmla="*/ 184129 w 236926"/>
                <a:gd name="connsiteY8" fmla="*/ 19791 h 139809"/>
                <a:gd name="connsiteX9" fmla="*/ 118951 w 236926"/>
                <a:gd name="connsiteY9" fmla="*/ 51710 h 139809"/>
                <a:gd name="connsiteX10" fmla="*/ 53774 w 236926"/>
                <a:gd name="connsiteY10" fmla="*/ 19791 h 139809"/>
                <a:gd name="connsiteX11" fmla="*/ 53774 w 236926"/>
                <a:gd name="connsiteY11" fmla="*/ 6384 h 139809"/>
                <a:gd name="connsiteX12" fmla="*/ 47384 w 236926"/>
                <a:gd name="connsiteY12" fmla="*/ 0 h 139809"/>
                <a:gd name="connsiteX13" fmla="*/ 40994 w 236926"/>
                <a:gd name="connsiteY13" fmla="*/ 6384 h 139809"/>
                <a:gd name="connsiteX14" fmla="*/ 40994 w 236926"/>
                <a:gd name="connsiteY14" fmla="*/ 19791 h 139809"/>
                <a:gd name="connsiteX15" fmla="*/ 5211 w 236926"/>
                <a:gd name="connsiteY15" fmla="*/ 45965 h 139809"/>
                <a:gd name="connsiteX16" fmla="*/ 99 w 236926"/>
                <a:gd name="connsiteY16" fmla="*/ 53626 h 139809"/>
                <a:gd name="connsiteX17" fmla="*/ 7766 w 236926"/>
                <a:gd name="connsiteY17" fmla="*/ 58733 h 139809"/>
                <a:gd name="connsiteX18" fmla="*/ 10322 w 236926"/>
                <a:gd name="connsiteY18" fmla="*/ 58094 h 139809"/>
                <a:gd name="connsiteX19" fmla="*/ 41633 w 236926"/>
                <a:gd name="connsiteY19" fmla="*/ 38943 h 139809"/>
                <a:gd name="connsiteX20" fmla="*/ 41633 w 236926"/>
                <a:gd name="connsiteY20" fmla="*/ 87461 h 139809"/>
                <a:gd name="connsiteX21" fmla="*/ 7766 w 236926"/>
                <a:gd name="connsiteY21" fmla="*/ 87461 h 139809"/>
                <a:gd name="connsiteX22" fmla="*/ 1377 w 236926"/>
                <a:gd name="connsiteY22" fmla="*/ 93845 h 139809"/>
                <a:gd name="connsiteX23" fmla="*/ 7766 w 236926"/>
                <a:gd name="connsiteY23" fmla="*/ 100229 h 139809"/>
                <a:gd name="connsiteX24" fmla="*/ 40994 w 236926"/>
                <a:gd name="connsiteY24" fmla="*/ 100229 h 139809"/>
                <a:gd name="connsiteX25" fmla="*/ 40994 w 236926"/>
                <a:gd name="connsiteY25" fmla="*/ 133425 h 139809"/>
                <a:gd name="connsiteX26" fmla="*/ 47384 w 236926"/>
                <a:gd name="connsiteY26" fmla="*/ 139809 h 139809"/>
                <a:gd name="connsiteX27" fmla="*/ 53774 w 236926"/>
                <a:gd name="connsiteY27" fmla="*/ 133425 h 139809"/>
                <a:gd name="connsiteX28" fmla="*/ 53774 w 236926"/>
                <a:gd name="connsiteY28" fmla="*/ 100229 h 139809"/>
                <a:gd name="connsiteX29" fmla="*/ 184129 w 236926"/>
                <a:gd name="connsiteY29" fmla="*/ 100229 h 139809"/>
                <a:gd name="connsiteX30" fmla="*/ 184129 w 236926"/>
                <a:gd name="connsiteY30" fmla="*/ 133425 h 139809"/>
                <a:gd name="connsiteX31" fmla="*/ 190519 w 236926"/>
                <a:gd name="connsiteY31" fmla="*/ 139809 h 139809"/>
                <a:gd name="connsiteX32" fmla="*/ 196909 w 236926"/>
                <a:gd name="connsiteY32" fmla="*/ 133425 h 139809"/>
                <a:gd name="connsiteX33" fmla="*/ 196909 w 236926"/>
                <a:gd name="connsiteY33" fmla="*/ 100229 h 139809"/>
                <a:gd name="connsiteX34" fmla="*/ 230136 w 236926"/>
                <a:gd name="connsiteY34" fmla="*/ 100229 h 139809"/>
                <a:gd name="connsiteX35" fmla="*/ 236526 w 236926"/>
                <a:gd name="connsiteY35" fmla="*/ 93845 h 139809"/>
                <a:gd name="connsiteX36" fmla="*/ 230136 w 236926"/>
                <a:gd name="connsiteY36" fmla="*/ 87461 h 139809"/>
                <a:gd name="connsiteX37" fmla="*/ 196909 w 236926"/>
                <a:gd name="connsiteY37" fmla="*/ 87461 h 139809"/>
                <a:gd name="connsiteX38" fmla="*/ 196909 w 236926"/>
                <a:gd name="connsiteY38" fmla="*/ 39581 h 139809"/>
                <a:gd name="connsiteX39" fmla="*/ 228219 w 236926"/>
                <a:gd name="connsiteY39" fmla="*/ 58094 h 139809"/>
                <a:gd name="connsiteX40" fmla="*/ 53774 w 236926"/>
                <a:gd name="connsiteY40" fmla="*/ 87461 h 139809"/>
                <a:gd name="connsiteX41" fmla="*/ 53774 w 236926"/>
                <a:gd name="connsiteY41" fmla="*/ 38943 h 139809"/>
                <a:gd name="connsiteX42" fmla="*/ 118951 w 236926"/>
                <a:gd name="connsiteY42" fmla="*/ 64478 h 139809"/>
                <a:gd name="connsiteX43" fmla="*/ 184129 w 236926"/>
                <a:gd name="connsiteY43" fmla="*/ 38943 h 139809"/>
                <a:gd name="connsiteX44" fmla="*/ 184129 w 236926"/>
                <a:gd name="connsiteY44" fmla="*/ 87461 h 139809"/>
                <a:gd name="connsiteX45" fmla="*/ 53774 w 236926"/>
                <a:gd name="connsiteY45" fmla="*/ 87461 h 13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36926" h="139809">
                  <a:moveTo>
                    <a:pt x="228219" y="58094"/>
                  </a:moveTo>
                  <a:cubicBezTo>
                    <a:pt x="228858" y="58094"/>
                    <a:pt x="229497" y="58733"/>
                    <a:pt x="230775" y="58733"/>
                  </a:cubicBezTo>
                  <a:cubicBezTo>
                    <a:pt x="233331" y="58733"/>
                    <a:pt x="235887" y="56818"/>
                    <a:pt x="236526" y="54902"/>
                  </a:cubicBezTo>
                  <a:cubicBezTo>
                    <a:pt x="237804" y="51710"/>
                    <a:pt x="235887" y="47880"/>
                    <a:pt x="232692" y="46603"/>
                  </a:cubicBezTo>
                  <a:cubicBezTo>
                    <a:pt x="218634" y="41496"/>
                    <a:pt x="205855" y="32559"/>
                    <a:pt x="196909" y="20429"/>
                  </a:cubicBezTo>
                  <a:lnTo>
                    <a:pt x="196909" y="6384"/>
                  </a:lnTo>
                  <a:cubicBezTo>
                    <a:pt x="196909" y="2554"/>
                    <a:pt x="194353" y="0"/>
                    <a:pt x="190519" y="0"/>
                  </a:cubicBezTo>
                  <a:cubicBezTo>
                    <a:pt x="186685" y="0"/>
                    <a:pt x="184129" y="2554"/>
                    <a:pt x="184129" y="6384"/>
                  </a:cubicBezTo>
                  <a:lnTo>
                    <a:pt x="184129" y="19791"/>
                  </a:lnTo>
                  <a:cubicBezTo>
                    <a:pt x="168793" y="40219"/>
                    <a:pt x="144511" y="51710"/>
                    <a:pt x="118951" y="51710"/>
                  </a:cubicBezTo>
                  <a:cubicBezTo>
                    <a:pt x="93392" y="52349"/>
                    <a:pt x="69110" y="40219"/>
                    <a:pt x="53774" y="19791"/>
                  </a:cubicBezTo>
                  <a:lnTo>
                    <a:pt x="53774" y="6384"/>
                  </a:lnTo>
                  <a:cubicBezTo>
                    <a:pt x="53774" y="2554"/>
                    <a:pt x="51218" y="0"/>
                    <a:pt x="47384" y="0"/>
                  </a:cubicBezTo>
                  <a:cubicBezTo>
                    <a:pt x="43550" y="0"/>
                    <a:pt x="40994" y="2554"/>
                    <a:pt x="40994" y="6384"/>
                  </a:cubicBezTo>
                  <a:lnTo>
                    <a:pt x="40994" y="19791"/>
                  </a:lnTo>
                  <a:cubicBezTo>
                    <a:pt x="31409" y="31282"/>
                    <a:pt x="19268" y="40219"/>
                    <a:pt x="5211" y="45965"/>
                  </a:cubicBezTo>
                  <a:cubicBezTo>
                    <a:pt x="2016" y="46603"/>
                    <a:pt x="-540" y="50434"/>
                    <a:pt x="99" y="53626"/>
                  </a:cubicBezTo>
                  <a:cubicBezTo>
                    <a:pt x="738" y="56818"/>
                    <a:pt x="4572" y="59371"/>
                    <a:pt x="7766" y="58733"/>
                  </a:cubicBezTo>
                  <a:cubicBezTo>
                    <a:pt x="8406" y="58733"/>
                    <a:pt x="9683" y="58733"/>
                    <a:pt x="10322" y="58094"/>
                  </a:cubicBezTo>
                  <a:cubicBezTo>
                    <a:pt x="21824" y="53626"/>
                    <a:pt x="32048" y="47242"/>
                    <a:pt x="41633" y="38943"/>
                  </a:cubicBezTo>
                  <a:lnTo>
                    <a:pt x="41633" y="87461"/>
                  </a:lnTo>
                  <a:lnTo>
                    <a:pt x="7766" y="87461"/>
                  </a:lnTo>
                  <a:cubicBezTo>
                    <a:pt x="3932" y="87461"/>
                    <a:pt x="1377" y="90014"/>
                    <a:pt x="1377" y="93845"/>
                  </a:cubicBezTo>
                  <a:cubicBezTo>
                    <a:pt x="1377" y="97675"/>
                    <a:pt x="3932" y="100229"/>
                    <a:pt x="7766" y="100229"/>
                  </a:cubicBezTo>
                  <a:lnTo>
                    <a:pt x="40994" y="100229"/>
                  </a:lnTo>
                  <a:lnTo>
                    <a:pt x="40994" y="133425"/>
                  </a:lnTo>
                  <a:cubicBezTo>
                    <a:pt x="40994" y="137256"/>
                    <a:pt x="43550" y="139809"/>
                    <a:pt x="47384" y="139809"/>
                  </a:cubicBezTo>
                  <a:cubicBezTo>
                    <a:pt x="51218" y="139809"/>
                    <a:pt x="53774" y="137256"/>
                    <a:pt x="53774" y="133425"/>
                  </a:cubicBezTo>
                  <a:lnTo>
                    <a:pt x="53774" y="100229"/>
                  </a:lnTo>
                  <a:lnTo>
                    <a:pt x="184129" y="100229"/>
                  </a:lnTo>
                  <a:lnTo>
                    <a:pt x="184129" y="133425"/>
                  </a:lnTo>
                  <a:cubicBezTo>
                    <a:pt x="184129" y="137256"/>
                    <a:pt x="186685" y="139809"/>
                    <a:pt x="190519" y="139809"/>
                  </a:cubicBezTo>
                  <a:cubicBezTo>
                    <a:pt x="194353" y="139809"/>
                    <a:pt x="196909" y="137256"/>
                    <a:pt x="196909" y="133425"/>
                  </a:cubicBezTo>
                  <a:lnTo>
                    <a:pt x="196909" y="100229"/>
                  </a:lnTo>
                  <a:lnTo>
                    <a:pt x="230136" y="100229"/>
                  </a:lnTo>
                  <a:cubicBezTo>
                    <a:pt x="233970" y="100229"/>
                    <a:pt x="236526" y="97675"/>
                    <a:pt x="236526" y="93845"/>
                  </a:cubicBezTo>
                  <a:cubicBezTo>
                    <a:pt x="236526" y="90014"/>
                    <a:pt x="233970" y="87461"/>
                    <a:pt x="230136" y="87461"/>
                  </a:cubicBezTo>
                  <a:lnTo>
                    <a:pt x="196909" y="87461"/>
                  </a:lnTo>
                  <a:lnTo>
                    <a:pt x="196909" y="39581"/>
                  </a:lnTo>
                  <a:cubicBezTo>
                    <a:pt x="206494" y="47242"/>
                    <a:pt x="216718" y="53626"/>
                    <a:pt x="228219" y="58094"/>
                  </a:cubicBezTo>
                  <a:close/>
                  <a:moveTo>
                    <a:pt x="53774" y="87461"/>
                  </a:moveTo>
                  <a:lnTo>
                    <a:pt x="53774" y="38943"/>
                  </a:lnTo>
                  <a:cubicBezTo>
                    <a:pt x="71666" y="55541"/>
                    <a:pt x="94670" y="64478"/>
                    <a:pt x="118951" y="64478"/>
                  </a:cubicBezTo>
                  <a:cubicBezTo>
                    <a:pt x="143233" y="64478"/>
                    <a:pt x="166237" y="55541"/>
                    <a:pt x="184129" y="38943"/>
                  </a:cubicBezTo>
                  <a:lnTo>
                    <a:pt x="184129" y="87461"/>
                  </a:lnTo>
                  <a:lnTo>
                    <a:pt x="53774" y="87461"/>
                  </a:lnTo>
                  <a:close/>
                </a:path>
              </a:pathLst>
            </a:custGeom>
            <a:solidFill>
              <a:srgbClr val="0076A8"/>
            </a:solidFill>
            <a:ln w="6390" cap="flat">
              <a:noFill/>
              <a:prstDash val="solid"/>
              <a:miter/>
            </a:ln>
          </p:spPr>
          <p:txBody>
            <a:bodyPr rtlCol="0" anchor="ctr"/>
            <a:lstStyle/>
            <a:p>
              <a:endParaRPr lang="en-US"/>
            </a:p>
          </p:txBody>
        </p:sp>
      </p:grpSp>
      <p:grpSp>
        <p:nvGrpSpPr>
          <p:cNvPr id="1152" name="Graphic 4">
            <a:extLst>
              <a:ext uri="{FF2B5EF4-FFF2-40B4-BE49-F238E27FC236}">
                <a16:creationId xmlns:a16="http://schemas.microsoft.com/office/drawing/2014/main" id="{8C84B78D-9D17-5540-80BA-E26FAC0CFACE}"/>
              </a:ext>
            </a:extLst>
          </p:cNvPr>
          <p:cNvGrpSpPr>
            <a:grpSpLocks noChangeAspect="1"/>
          </p:cNvGrpSpPr>
          <p:nvPr/>
        </p:nvGrpSpPr>
        <p:grpSpPr>
          <a:xfrm>
            <a:off x="1515054" y="4308712"/>
            <a:ext cx="362309" cy="361971"/>
            <a:chOff x="1515054" y="4308712"/>
            <a:chExt cx="362309" cy="361971"/>
          </a:xfrm>
          <a:solidFill>
            <a:srgbClr val="0076A8"/>
          </a:solidFill>
        </p:grpSpPr>
        <p:sp>
          <p:nvSpPr>
            <p:cNvPr id="1153" name="Graphic 4">
              <a:extLst>
                <a:ext uri="{FF2B5EF4-FFF2-40B4-BE49-F238E27FC236}">
                  <a16:creationId xmlns:a16="http://schemas.microsoft.com/office/drawing/2014/main" id="{ADC459A3-81D6-684B-9B23-DDB157856A2B}"/>
                </a:ext>
              </a:extLst>
            </p:cNvPr>
            <p:cNvSpPr/>
            <p:nvPr/>
          </p:nvSpPr>
          <p:spPr>
            <a:xfrm>
              <a:off x="1515054" y="4308712"/>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0 h 361971"/>
                <a:gd name="connsiteX7" fmla="*/ 180835 w 362309"/>
                <a:gd name="connsiteY7" fmla="*/ 349204 h 361971"/>
                <a:gd name="connsiteX8" fmla="*/ 12780 w 362309"/>
                <a:gd name="connsiteY8" fmla="*/ 180667 h 361971"/>
                <a:gd name="connsiteX9" fmla="*/ 180835 w 362309"/>
                <a:gd name="connsiteY9" fmla="*/ 12768 h 361971"/>
                <a:gd name="connsiteX10" fmla="*/ 349529 w 362309"/>
                <a:gd name="connsiteY10" fmla="*/ 181305 h 361971"/>
                <a:gd name="connsiteX11" fmla="*/ 349529 w 362309"/>
                <a:gd name="connsiteY11" fmla="*/ 181305 h 361971"/>
                <a:gd name="connsiteX12" fmla="*/ 180835 w 362309"/>
                <a:gd name="connsiteY12" fmla="*/ 349204 h 361971"/>
                <a:gd name="connsiteX13" fmla="*/ 180835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0076A8"/>
            </a:solidFill>
            <a:ln w="6390" cap="flat">
              <a:noFill/>
              <a:prstDash val="solid"/>
              <a:miter/>
            </a:ln>
          </p:spPr>
          <p:txBody>
            <a:bodyPr rtlCol="0" anchor="ctr"/>
            <a:lstStyle/>
            <a:p>
              <a:endParaRPr lang="en-US"/>
            </a:p>
          </p:txBody>
        </p:sp>
        <p:sp>
          <p:nvSpPr>
            <p:cNvPr id="1154" name="Graphic 4">
              <a:extLst>
                <a:ext uri="{FF2B5EF4-FFF2-40B4-BE49-F238E27FC236}">
                  <a16:creationId xmlns:a16="http://schemas.microsoft.com/office/drawing/2014/main" id="{DED9257F-4B55-8F40-8701-FF01C9B3E812}"/>
                </a:ext>
              </a:extLst>
            </p:cNvPr>
            <p:cNvSpPr/>
            <p:nvPr/>
          </p:nvSpPr>
          <p:spPr>
            <a:xfrm>
              <a:off x="1573841" y="4434476"/>
              <a:ext cx="242817" cy="110442"/>
            </a:xfrm>
            <a:custGeom>
              <a:avLst/>
              <a:gdLst>
                <a:gd name="connsiteX0" fmla="*/ 236428 w 242817"/>
                <a:gd name="connsiteY0" fmla="*/ 56818 h 110442"/>
                <a:gd name="connsiteX1" fmla="*/ 226204 w 242817"/>
                <a:gd name="connsiteY1" fmla="*/ 56818 h 110442"/>
                <a:gd name="connsiteX2" fmla="*/ 226204 w 242817"/>
                <a:gd name="connsiteY2" fmla="*/ 38942 h 110442"/>
                <a:gd name="connsiteX3" fmla="*/ 219814 w 242817"/>
                <a:gd name="connsiteY3" fmla="*/ 32558 h 110442"/>
                <a:gd name="connsiteX4" fmla="*/ 213424 w 242817"/>
                <a:gd name="connsiteY4" fmla="*/ 38942 h 110442"/>
                <a:gd name="connsiteX5" fmla="*/ 213424 w 242817"/>
                <a:gd name="connsiteY5" fmla="*/ 54264 h 110442"/>
                <a:gd name="connsiteX6" fmla="*/ 121409 w 242817"/>
                <a:gd name="connsiteY6" fmla="*/ 0 h 110442"/>
                <a:gd name="connsiteX7" fmla="*/ 29394 w 242817"/>
                <a:gd name="connsiteY7" fmla="*/ 54264 h 110442"/>
                <a:gd name="connsiteX8" fmla="*/ 29394 w 242817"/>
                <a:gd name="connsiteY8" fmla="*/ 38942 h 110442"/>
                <a:gd name="connsiteX9" fmla="*/ 23004 w 242817"/>
                <a:gd name="connsiteY9" fmla="*/ 32558 h 110442"/>
                <a:gd name="connsiteX10" fmla="*/ 16614 w 242817"/>
                <a:gd name="connsiteY10" fmla="*/ 38942 h 110442"/>
                <a:gd name="connsiteX11" fmla="*/ 16614 w 242817"/>
                <a:gd name="connsiteY11" fmla="*/ 56818 h 110442"/>
                <a:gd name="connsiteX12" fmla="*/ 6390 w 242817"/>
                <a:gd name="connsiteY12" fmla="*/ 56818 h 110442"/>
                <a:gd name="connsiteX13" fmla="*/ 0 w 242817"/>
                <a:gd name="connsiteY13" fmla="*/ 63202 h 110442"/>
                <a:gd name="connsiteX14" fmla="*/ 6390 w 242817"/>
                <a:gd name="connsiteY14" fmla="*/ 69586 h 110442"/>
                <a:gd name="connsiteX15" fmla="*/ 16614 w 242817"/>
                <a:gd name="connsiteY15" fmla="*/ 69586 h 110442"/>
                <a:gd name="connsiteX16" fmla="*/ 16614 w 242817"/>
                <a:gd name="connsiteY16" fmla="*/ 104059 h 110442"/>
                <a:gd name="connsiteX17" fmla="*/ 23004 w 242817"/>
                <a:gd name="connsiteY17" fmla="*/ 110443 h 110442"/>
                <a:gd name="connsiteX18" fmla="*/ 29394 w 242817"/>
                <a:gd name="connsiteY18" fmla="*/ 104059 h 110442"/>
                <a:gd name="connsiteX19" fmla="*/ 29394 w 242817"/>
                <a:gd name="connsiteY19" fmla="*/ 69586 h 110442"/>
                <a:gd name="connsiteX20" fmla="*/ 213424 w 242817"/>
                <a:gd name="connsiteY20" fmla="*/ 69586 h 110442"/>
                <a:gd name="connsiteX21" fmla="*/ 213424 w 242817"/>
                <a:gd name="connsiteY21" fmla="*/ 104059 h 110442"/>
                <a:gd name="connsiteX22" fmla="*/ 219814 w 242817"/>
                <a:gd name="connsiteY22" fmla="*/ 110443 h 110442"/>
                <a:gd name="connsiteX23" fmla="*/ 226204 w 242817"/>
                <a:gd name="connsiteY23" fmla="*/ 104059 h 110442"/>
                <a:gd name="connsiteX24" fmla="*/ 226204 w 242817"/>
                <a:gd name="connsiteY24" fmla="*/ 69586 h 110442"/>
                <a:gd name="connsiteX25" fmla="*/ 236428 w 242817"/>
                <a:gd name="connsiteY25" fmla="*/ 69586 h 110442"/>
                <a:gd name="connsiteX26" fmla="*/ 242818 w 242817"/>
                <a:gd name="connsiteY26" fmla="*/ 63202 h 110442"/>
                <a:gd name="connsiteX27" fmla="*/ 236428 w 242817"/>
                <a:gd name="connsiteY27" fmla="*/ 56818 h 110442"/>
                <a:gd name="connsiteX28" fmla="*/ 236428 w 242817"/>
                <a:gd name="connsiteY28" fmla="*/ 56818 h 110442"/>
                <a:gd name="connsiteX29" fmla="*/ 156553 w 242817"/>
                <a:gd name="connsiteY29" fmla="*/ 56818 h 110442"/>
                <a:gd name="connsiteX30" fmla="*/ 128438 w 242817"/>
                <a:gd name="connsiteY30" fmla="*/ 56818 h 110442"/>
                <a:gd name="connsiteX31" fmla="*/ 128438 w 242817"/>
                <a:gd name="connsiteY31" fmla="*/ 12768 h 110442"/>
                <a:gd name="connsiteX32" fmla="*/ 157192 w 242817"/>
                <a:gd name="connsiteY32" fmla="*/ 20429 h 110442"/>
                <a:gd name="connsiteX33" fmla="*/ 157192 w 242817"/>
                <a:gd name="connsiteY33" fmla="*/ 22344 h 110442"/>
                <a:gd name="connsiteX34" fmla="*/ 157192 w 242817"/>
                <a:gd name="connsiteY34" fmla="*/ 56818 h 110442"/>
                <a:gd name="connsiteX35" fmla="*/ 115658 w 242817"/>
                <a:gd name="connsiteY35" fmla="*/ 56818 h 110442"/>
                <a:gd name="connsiteX36" fmla="*/ 87542 w 242817"/>
                <a:gd name="connsiteY36" fmla="*/ 56818 h 110442"/>
                <a:gd name="connsiteX37" fmla="*/ 87542 w 242817"/>
                <a:gd name="connsiteY37" fmla="*/ 22344 h 110442"/>
                <a:gd name="connsiteX38" fmla="*/ 87542 w 242817"/>
                <a:gd name="connsiteY38" fmla="*/ 20429 h 110442"/>
                <a:gd name="connsiteX39" fmla="*/ 116297 w 242817"/>
                <a:gd name="connsiteY39" fmla="*/ 12768 h 110442"/>
                <a:gd name="connsiteX40" fmla="*/ 115658 w 242817"/>
                <a:gd name="connsiteY40" fmla="*/ 56818 h 110442"/>
                <a:gd name="connsiteX41" fmla="*/ 74762 w 242817"/>
                <a:gd name="connsiteY41" fmla="*/ 27451 h 110442"/>
                <a:gd name="connsiteX42" fmla="*/ 74762 w 242817"/>
                <a:gd name="connsiteY42" fmla="*/ 56179 h 110442"/>
                <a:gd name="connsiteX43" fmla="*/ 44091 w 242817"/>
                <a:gd name="connsiteY43" fmla="*/ 56179 h 110442"/>
                <a:gd name="connsiteX44" fmla="*/ 74762 w 242817"/>
                <a:gd name="connsiteY44" fmla="*/ 27451 h 110442"/>
                <a:gd name="connsiteX45" fmla="*/ 169333 w 242817"/>
                <a:gd name="connsiteY45" fmla="*/ 56818 h 110442"/>
                <a:gd name="connsiteX46" fmla="*/ 169333 w 242817"/>
                <a:gd name="connsiteY46" fmla="*/ 28090 h 110442"/>
                <a:gd name="connsiteX47" fmla="*/ 200005 w 242817"/>
                <a:gd name="connsiteY47" fmla="*/ 56818 h 110442"/>
                <a:gd name="connsiteX48" fmla="*/ 169333 w 242817"/>
                <a:gd name="connsiteY48" fmla="*/ 56818 h 110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42817" h="110442">
                  <a:moveTo>
                    <a:pt x="236428" y="56818"/>
                  </a:moveTo>
                  <a:lnTo>
                    <a:pt x="226204" y="56818"/>
                  </a:lnTo>
                  <a:lnTo>
                    <a:pt x="226204" y="38942"/>
                  </a:lnTo>
                  <a:cubicBezTo>
                    <a:pt x="226204" y="35112"/>
                    <a:pt x="223648" y="32558"/>
                    <a:pt x="219814" y="32558"/>
                  </a:cubicBezTo>
                  <a:cubicBezTo>
                    <a:pt x="215980" y="32558"/>
                    <a:pt x="213424" y="35112"/>
                    <a:pt x="213424" y="38942"/>
                  </a:cubicBezTo>
                  <a:lnTo>
                    <a:pt x="213424" y="54264"/>
                  </a:lnTo>
                  <a:cubicBezTo>
                    <a:pt x="187864" y="19152"/>
                    <a:pt x="155275" y="0"/>
                    <a:pt x="121409" y="0"/>
                  </a:cubicBezTo>
                  <a:cubicBezTo>
                    <a:pt x="87542" y="0"/>
                    <a:pt x="55592" y="19152"/>
                    <a:pt x="29394" y="54264"/>
                  </a:cubicBezTo>
                  <a:lnTo>
                    <a:pt x="29394" y="38942"/>
                  </a:lnTo>
                  <a:cubicBezTo>
                    <a:pt x="29394" y="35112"/>
                    <a:pt x="26838" y="32558"/>
                    <a:pt x="23004" y="32558"/>
                  </a:cubicBezTo>
                  <a:cubicBezTo>
                    <a:pt x="19170" y="32558"/>
                    <a:pt x="16614" y="35112"/>
                    <a:pt x="16614" y="38942"/>
                  </a:cubicBezTo>
                  <a:lnTo>
                    <a:pt x="16614" y="56818"/>
                  </a:lnTo>
                  <a:lnTo>
                    <a:pt x="6390" y="56818"/>
                  </a:lnTo>
                  <a:cubicBezTo>
                    <a:pt x="2556" y="56818"/>
                    <a:pt x="0" y="59371"/>
                    <a:pt x="0" y="63202"/>
                  </a:cubicBezTo>
                  <a:cubicBezTo>
                    <a:pt x="0" y="67032"/>
                    <a:pt x="2556" y="69586"/>
                    <a:pt x="6390" y="69586"/>
                  </a:cubicBezTo>
                  <a:lnTo>
                    <a:pt x="16614" y="69586"/>
                  </a:lnTo>
                  <a:lnTo>
                    <a:pt x="16614" y="104059"/>
                  </a:lnTo>
                  <a:cubicBezTo>
                    <a:pt x="16614" y="107889"/>
                    <a:pt x="19170" y="110443"/>
                    <a:pt x="23004" y="110443"/>
                  </a:cubicBezTo>
                  <a:cubicBezTo>
                    <a:pt x="26838" y="110443"/>
                    <a:pt x="29394" y="107889"/>
                    <a:pt x="29394" y="104059"/>
                  </a:cubicBezTo>
                  <a:lnTo>
                    <a:pt x="29394" y="69586"/>
                  </a:lnTo>
                  <a:lnTo>
                    <a:pt x="213424" y="69586"/>
                  </a:lnTo>
                  <a:lnTo>
                    <a:pt x="213424" y="104059"/>
                  </a:lnTo>
                  <a:cubicBezTo>
                    <a:pt x="213424" y="107889"/>
                    <a:pt x="215980" y="110443"/>
                    <a:pt x="219814" y="110443"/>
                  </a:cubicBezTo>
                  <a:cubicBezTo>
                    <a:pt x="223648" y="110443"/>
                    <a:pt x="226204" y="107889"/>
                    <a:pt x="226204" y="104059"/>
                  </a:cubicBezTo>
                  <a:lnTo>
                    <a:pt x="226204" y="69586"/>
                  </a:lnTo>
                  <a:lnTo>
                    <a:pt x="236428" y="69586"/>
                  </a:lnTo>
                  <a:cubicBezTo>
                    <a:pt x="240262" y="69586"/>
                    <a:pt x="242818" y="67032"/>
                    <a:pt x="242818" y="63202"/>
                  </a:cubicBezTo>
                  <a:cubicBezTo>
                    <a:pt x="242818" y="59371"/>
                    <a:pt x="240262" y="56818"/>
                    <a:pt x="236428" y="56818"/>
                  </a:cubicBezTo>
                  <a:lnTo>
                    <a:pt x="236428" y="56818"/>
                  </a:lnTo>
                  <a:close/>
                  <a:moveTo>
                    <a:pt x="156553" y="56818"/>
                  </a:moveTo>
                  <a:lnTo>
                    <a:pt x="128438" y="56818"/>
                  </a:lnTo>
                  <a:lnTo>
                    <a:pt x="128438" y="12768"/>
                  </a:lnTo>
                  <a:cubicBezTo>
                    <a:pt x="138662" y="13406"/>
                    <a:pt x="148247" y="16598"/>
                    <a:pt x="157192" y="20429"/>
                  </a:cubicBezTo>
                  <a:cubicBezTo>
                    <a:pt x="157192" y="21067"/>
                    <a:pt x="157192" y="21706"/>
                    <a:pt x="157192" y="22344"/>
                  </a:cubicBezTo>
                  <a:lnTo>
                    <a:pt x="157192" y="56818"/>
                  </a:lnTo>
                  <a:close/>
                  <a:moveTo>
                    <a:pt x="115658" y="56818"/>
                  </a:moveTo>
                  <a:lnTo>
                    <a:pt x="87542" y="56818"/>
                  </a:lnTo>
                  <a:lnTo>
                    <a:pt x="87542" y="22344"/>
                  </a:lnTo>
                  <a:cubicBezTo>
                    <a:pt x="87542" y="21706"/>
                    <a:pt x="87542" y="21067"/>
                    <a:pt x="87542" y="20429"/>
                  </a:cubicBezTo>
                  <a:cubicBezTo>
                    <a:pt x="96488" y="15960"/>
                    <a:pt x="106073" y="13406"/>
                    <a:pt x="116297" y="12768"/>
                  </a:cubicBezTo>
                  <a:lnTo>
                    <a:pt x="115658" y="56818"/>
                  </a:lnTo>
                  <a:close/>
                  <a:moveTo>
                    <a:pt x="74762" y="27451"/>
                  </a:moveTo>
                  <a:lnTo>
                    <a:pt x="74762" y="56179"/>
                  </a:lnTo>
                  <a:lnTo>
                    <a:pt x="44091" y="56179"/>
                  </a:lnTo>
                  <a:cubicBezTo>
                    <a:pt x="53036" y="45326"/>
                    <a:pt x="63260" y="35750"/>
                    <a:pt x="74762" y="27451"/>
                  </a:cubicBezTo>
                  <a:close/>
                  <a:moveTo>
                    <a:pt x="169333" y="56818"/>
                  </a:moveTo>
                  <a:lnTo>
                    <a:pt x="169333" y="28090"/>
                  </a:lnTo>
                  <a:cubicBezTo>
                    <a:pt x="180835" y="36389"/>
                    <a:pt x="191059" y="45965"/>
                    <a:pt x="200005" y="56818"/>
                  </a:cubicBezTo>
                  <a:lnTo>
                    <a:pt x="169333" y="56818"/>
                  </a:lnTo>
                  <a:close/>
                </a:path>
              </a:pathLst>
            </a:custGeom>
            <a:solidFill>
              <a:srgbClr val="0076A8"/>
            </a:solidFill>
            <a:ln w="6390" cap="flat">
              <a:noFill/>
              <a:prstDash val="solid"/>
              <a:miter/>
            </a:ln>
          </p:spPr>
          <p:txBody>
            <a:bodyPr rtlCol="0" anchor="ctr"/>
            <a:lstStyle/>
            <a:p>
              <a:endParaRPr lang="en-US"/>
            </a:p>
          </p:txBody>
        </p:sp>
      </p:grpSp>
      <p:grpSp>
        <p:nvGrpSpPr>
          <p:cNvPr id="1155" name="Graphic 4">
            <a:extLst>
              <a:ext uri="{FF2B5EF4-FFF2-40B4-BE49-F238E27FC236}">
                <a16:creationId xmlns:a16="http://schemas.microsoft.com/office/drawing/2014/main" id="{CC6C3610-4933-7B4C-8855-074AF12BB3FA}"/>
              </a:ext>
            </a:extLst>
          </p:cNvPr>
          <p:cNvGrpSpPr>
            <a:grpSpLocks noChangeAspect="1"/>
          </p:cNvGrpSpPr>
          <p:nvPr/>
        </p:nvGrpSpPr>
        <p:grpSpPr>
          <a:xfrm>
            <a:off x="1515054" y="3339623"/>
            <a:ext cx="362309" cy="361971"/>
            <a:chOff x="1515054" y="3339623"/>
            <a:chExt cx="362309" cy="361971"/>
          </a:xfrm>
          <a:solidFill>
            <a:srgbClr val="0076A8"/>
          </a:solidFill>
        </p:grpSpPr>
        <p:sp>
          <p:nvSpPr>
            <p:cNvPr id="1156" name="Graphic 4">
              <a:extLst>
                <a:ext uri="{FF2B5EF4-FFF2-40B4-BE49-F238E27FC236}">
                  <a16:creationId xmlns:a16="http://schemas.microsoft.com/office/drawing/2014/main" id="{99BEE2C0-C2E4-2A47-9FAD-BA316B54FA63}"/>
                </a:ext>
              </a:extLst>
            </p:cNvPr>
            <p:cNvSpPr/>
            <p:nvPr/>
          </p:nvSpPr>
          <p:spPr>
            <a:xfrm>
              <a:off x="1515054" y="3339623"/>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1305 h 361971"/>
                <a:gd name="connsiteX10" fmla="*/ 349529 w 362309"/>
                <a:gd name="connsiteY10" fmla="*/ 181305 h 361971"/>
                <a:gd name="connsiteX11" fmla="*/ 180835 w 362309"/>
                <a:gd name="connsiteY11" fmla="*/ 349204 h 361971"/>
                <a:gd name="connsiteX12" fmla="*/ 180835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0518" y="0"/>
                    <a:pt x="180835" y="0"/>
                  </a:cubicBezTo>
                  <a:close/>
                  <a:moveTo>
                    <a:pt x="180835" y="349204"/>
                  </a:moveTo>
                  <a:cubicBezTo>
                    <a:pt x="87542" y="349204"/>
                    <a:pt x="12780" y="273873"/>
                    <a:pt x="12780" y="180667"/>
                  </a:cubicBezTo>
                  <a:cubicBezTo>
                    <a:pt x="12780" y="87461"/>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0076A8"/>
            </a:solidFill>
            <a:ln w="6390" cap="flat">
              <a:noFill/>
              <a:prstDash val="solid"/>
              <a:miter/>
            </a:ln>
          </p:spPr>
          <p:txBody>
            <a:bodyPr rtlCol="0" anchor="ctr"/>
            <a:lstStyle/>
            <a:p>
              <a:endParaRPr lang="en-US"/>
            </a:p>
          </p:txBody>
        </p:sp>
        <p:sp>
          <p:nvSpPr>
            <p:cNvPr id="1157" name="Graphic 4">
              <a:extLst>
                <a:ext uri="{FF2B5EF4-FFF2-40B4-BE49-F238E27FC236}">
                  <a16:creationId xmlns:a16="http://schemas.microsoft.com/office/drawing/2014/main" id="{CDD63F81-120D-2042-87BB-020C35510313}"/>
                </a:ext>
              </a:extLst>
            </p:cNvPr>
            <p:cNvSpPr/>
            <p:nvPr/>
          </p:nvSpPr>
          <p:spPr>
            <a:xfrm>
              <a:off x="1581509" y="3448151"/>
              <a:ext cx="228120" cy="146352"/>
            </a:xfrm>
            <a:custGeom>
              <a:avLst/>
              <a:gdLst>
                <a:gd name="connsiteX0" fmla="*/ 219175 w 228120"/>
                <a:gd name="connsiteY0" fmla="*/ 55541 h 146352"/>
                <a:gd name="connsiteX1" fmla="*/ 221731 w 228120"/>
                <a:gd name="connsiteY1" fmla="*/ 56179 h 146352"/>
                <a:gd name="connsiteX2" fmla="*/ 228121 w 228120"/>
                <a:gd name="connsiteY2" fmla="*/ 49795 h 146352"/>
                <a:gd name="connsiteX3" fmla="*/ 224287 w 228120"/>
                <a:gd name="connsiteY3" fmla="*/ 44050 h 146352"/>
                <a:gd name="connsiteX4" fmla="*/ 189781 w 228120"/>
                <a:gd name="connsiteY4" fmla="*/ 19152 h 146352"/>
                <a:gd name="connsiteX5" fmla="*/ 189781 w 228120"/>
                <a:gd name="connsiteY5" fmla="*/ 6384 h 146352"/>
                <a:gd name="connsiteX6" fmla="*/ 183391 w 228120"/>
                <a:gd name="connsiteY6" fmla="*/ 0 h 146352"/>
                <a:gd name="connsiteX7" fmla="*/ 177001 w 228120"/>
                <a:gd name="connsiteY7" fmla="*/ 6384 h 146352"/>
                <a:gd name="connsiteX8" fmla="*/ 177001 w 228120"/>
                <a:gd name="connsiteY8" fmla="*/ 19152 h 146352"/>
                <a:gd name="connsiteX9" fmla="*/ 114380 w 228120"/>
                <a:gd name="connsiteY9" fmla="*/ 49795 h 146352"/>
                <a:gd name="connsiteX10" fmla="*/ 51759 w 228120"/>
                <a:gd name="connsiteY10" fmla="*/ 19790 h 146352"/>
                <a:gd name="connsiteX11" fmla="*/ 51759 w 228120"/>
                <a:gd name="connsiteY11" fmla="*/ 7022 h 146352"/>
                <a:gd name="connsiteX12" fmla="*/ 45369 w 228120"/>
                <a:gd name="connsiteY12" fmla="*/ 638 h 146352"/>
                <a:gd name="connsiteX13" fmla="*/ 38979 w 228120"/>
                <a:gd name="connsiteY13" fmla="*/ 7022 h 146352"/>
                <a:gd name="connsiteX14" fmla="*/ 38979 w 228120"/>
                <a:gd name="connsiteY14" fmla="*/ 19790 h 146352"/>
                <a:gd name="connsiteX15" fmla="*/ 4473 w 228120"/>
                <a:gd name="connsiteY15" fmla="*/ 44688 h 146352"/>
                <a:gd name="connsiteX16" fmla="*/ 639 w 228120"/>
                <a:gd name="connsiteY16" fmla="*/ 52987 h 146352"/>
                <a:gd name="connsiteX17" fmla="*/ 6390 w 228120"/>
                <a:gd name="connsiteY17" fmla="*/ 56818 h 146352"/>
                <a:gd name="connsiteX18" fmla="*/ 8946 w 228120"/>
                <a:gd name="connsiteY18" fmla="*/ 56179 h 146352"/>
                <a:gd name="connsiteX19" fmla="*/ 38340 w 228120"/>
                <a:gd name="connsiteY19" fmla="*/ 38304 h 146352"/>
                <a:gd name="connsiteX20" fmla="*/ 38340 w 228120"/>
                <a:gd name="connsiteY20" fmla="*/ 84269 h 146352"/>
                <a:gd name="connsiteX21" fmla="*/ 6390 w 228120"/>
                <a:gd name="connsiteY21" fmla="*/ 84269 h 146352"/>
                <a:gd name="connsiteX22" fmla="*/ 0 w 228120"/>
                <a:gd name="connsiteY22" fmla="*/ 90653 h 146352"/>
                <a:gd name="connsiteX23" fmla="*/ 6390 w 228120"/>
                <a:gd name="connsiteY23" fmla="*/ 97037 h 146352"/>
                <a:gd name="connsiteX24" fmla="*/ 38340 w 228120"/>
                <a:gd name="connsiteY24" fmla="*/ 97037 h 146352"/>
                <a:gd name="connsiteX25" fmla="*/ 38340 w 228120"/>
                <a:gd name="connsiteY25" fmla="*/ 132787 h 146352"/>
                <a:gd name="connsiteX26" fmla="*/ 26838 w 228120"/>
                <a:gd name="connsiteY26" fmla="*/ 125126 h 146352"/>
                <a:gd name="connsiteX27" fmla="*/ 22365 w 228120"/>
                <a:gd name="connsiteY27" fmla="*/ 122573 h 146352"/>
                <a:gd name="connsiteX28" fmla="*/ 17253 w 228120"/>
                <a:gd name="connsiteY28" fmla="*/ 124488 h 146352"/>
                <a:gd name="connsiteX29" fmla="*/ 4473 w 228120"/>
                <a:gd name="connsiteY29" fmla="*/ 132787 h 146352"/>
                <a:gd name="connsiteX30" fmla="*/ 639 w 228120"/>
                <a:gd name="connsiteY30" fmla="*/ 141086 h 146352"/>
                <a:gd name="connsiteX31" fmla="*/ 8946 w 228120"/>
                <a:gd name="connsiteY31" fmla="*/ 144916 h 146352"/>
                <a:gd name="connsiteX32" fmla="*/ 8946 w 228120"/>
                <a:gd name="connsiteY32" fmla="*/ 144916 h 146352"/>
                <a:gd name="connsiteX33" fmla="*/ 21726 w 228120"/>
                <a:gd name="connsiteY33" fmla="*/ 137256 h 146352"/>
                <a:gd name="connsiteX34" fmla="*/ 67733 w 228120"/>
                <a:gd name="connsiteY34" fmla="*/ 137256 h 146352"/>
                <a:gd name="connsiteX35" fmla="*/ 88820 w 228120"/>
                <a:gd name="connsiteY35" fmla="*/ 146193 h 146352"/>
                <a:gd name="connsiteX36" fmla="*/ 113741 w 228120"/>
                <a:gd name="connsiteY36" fmla="*/ 137256 h 146352"/>
                <a:gd name="connsiteX37" fmla="*/ 134828 w 228120"/>
                <a:gd name="connsiteY37" fmla="*/ 146193 h 146352"/>
                <a:gd name="connsiteX38" fmla="*/ 159748 w 228120"/>
                <a:gd name="connsiteY38" fmla="*/ 137256 h 146352"/>
                <a:gd name="connsiteX39" fmla="*/ 180835 w 228120"/>
                <a:gd name="connsiteY39" fmla="*/ 146193 h 146352"/>
                <a:gd name="connsiteX40" fmla="*/ 182752 w 228120"/>
                <a:gd name="connsiteY40" fmla="*/ 146193 h 146352"/>
                <a:gd name="connsiteX41" fmla="*/ 205756 w 228120"/>
                <a:gd name="connsiteY41" fmla="*/ 137256 h 146352"/>
                <a:gd name="connsiteX42" fmla="*/ 219175 w 228120"/>
                <a:gd name="connsiteY42" fmla="*/ 144916 h 146352"/>
                <a:gd name="connsiteX43" fmla="*/ 226843 w 228120"/>
                <a:gd name="connsiteY43" fmla="*/ 140448 h 146352"/>
                <a:gd name="connsiteX44" fmla="*/ 222370 w 228120"/>
                <a:gd name="connsiteY44" fmla="*/ 132787 h 146352"/>
                <a:gd name="connsiteX45" fmla="*/ 210229 w 228120"/>
                <a:gd name="connsiteY45" fmla="*/ 124488 h 146352"/>
                <a:gd name="connsiteX46" fmla="*/ 205756 w 228120"/>
                <a:gd name="connsiteY46" fmla="*/ 121934 h 146352"/>
                <a:gd name="connsiteX47" fmla="*/ 200644 w 228120"/>
                <a:gd name="connsiteY47" fmla="*/ 123849 h 146352"/>
                <a:gd name="connsiteX48" fmla="*/ 188503 w 228120"/>
                <a:gd name="connsiteY48" fmla="*/ 132149 h 146352"/>
                <a:gd name="connsiteX49" fmla="*/ 188503 w 228120"/>
                <a:gd name="connsiteY49" fmla="*/ 96398 h 146352"/>
                <a:gd name="connsiteX50" fmla="*/ 220453 w 228120"/>
                <a:gd name="connsiteY50" fmla="*/ 96398 h 146352"/>
                <a:gd name="connsiteX51" fmla="*/ 226843 w 228120"/>
                <a:gd name="connsiteY51" fmla="*/ 90014 h 146352"/>
                <a:gd name="connsiteX52" fmla="*/ 220453 w 228120"/>
                <a:gd name="connsiteY52" fmla="*/ 83630 h 146352"/>
                <a:gd name="connsiteX53" fmla="*/ 188503 w 228120"/>
                <a:gd name="connsiteY53" fmla="*/ 83630 h 146352"/>
                <a:gd name="connsiteX54" fmla="*/ 188503 w 228120"/>
                <a:gd name="connsiteY54" fmla="*/ 37666 h 146352"/>
                <a:gd name="connsiteX55" fmla="*/ 219175 w 228120"/>
                <a:gd name="connsiteY55" fmla="*/ 55541 h 146352"/>
                <a:gd name="connsiteX56" fmla="*/ 177001 w 228120"/>
                <a:gd name="connsiteY56" fmla="*/ 132149 h 146352"/>
                <a:gd name="connsiteX57" fmla="*/ 165499 w 228120"/>
                <a:gd name="connsiteY57" fmla="*/ 124488 h 146352"/>
                <a:gd name="connsiteX58" fmla="*/ 161027 w 228120"/>
                <a:gd name="connsiteY58" fmla="*/ 121934 h 146352"/>
                <a:gd name="connsiteX59" fmla="*/ 155914 w 228120"/>
                <a:gd name="connsiteY59" fmla="*/ 123849 h 146352"/>
                <a:gd name="connsiteX60" fmla="*/ 124604 w 228120"/>
                <a:gd name="connsiteY60" fmla="*/ 129595 h 146352"/>
                <a:gd name="connsiteX61" fmla="*/ 119492 w 228120"/>
                <a:gd name="connsiteY61" fmla="*/ 124488 h 146352"/>
                <a:gd name="connsiteX62" fmla="*/ 115019 w 228120"/>
                <a:gd name="connsiteY62" fmla="*/ 121934 h 146352"/>
                <a:gd name="connsiteX63" fmla="*/ 109907 w 228120"/>
                <a:gd name="connsiteY63" fmla="*/ 123849 h 146352"/>
                <a:gd name="connsiteX64" fmla="*/ 78596 w 228120"/>
                <a:gd name="connsiteY64" fmla="*/ 129595 h 146352"/>
                <a:gd name="connsiteX65" fmla="*/ 73484 w 228120"/>
                <a:gd name="connsiteY65" fmla="*/ 124488 h 146352"/>
                <a:gd name="connsiteX66" fmla="*/ 69011 w 228120"/>
                <a:gd name="connsiteY66" fmla="*/ 121934 h 146352"/>
                <a:gd name="connsiteX67" fmla="*/ 63899 w 228120"/>
                <a:gd name="connsiteY67" fmla="*/ 123849 h 146352"/>
                <a:gd name="connsiteX68" fmla="*/ 51759 w 228120"/>
                <a:gd name="connsiteY68" fmla="*/ 132149 h 146352"/>
                <a:gd name="connsiteX69" fmla="*/ 51759 w 228120"/>
                <a:gd name="connsiteY69" fmla="*/ 96398 h 146352"/>
                <a:gd name="connsiteX70" fmla="*/ 177001 w 228120"/>
                <a:gd name="connsiteY70" fmla="*/ 96398 h 146352"/>
                <a:gd name="connsiteX71" fmla="*/ 177001 w 228120"/>
                <a:gd name="connsiteY71" fmla="*/ 132149 h 146352"/>
                <a:gd name="connsiteX72" fmla="*/ 51759 w 228120"/>
                <a:gd name="connsiteY72" fmla="*/ 83630 h 146352"/>
                <a:gd name="connsiteX73" fmla="*/ 51759 w 228120"/>
                <a:gd name="connsiteY73" fmla="*/ 37666 h 146352"/>
                <a:gd name="connsiteX74" fmla="*/ 114380 w 228120"/>
                <a:gd name="connsiteY74" fmla="*/ 61925 h 146352"/>
                <a:gd name="connsiteX75" fmla="*/ 177001 w 228120"/>
                <a:gd name="connsiteY75" fmla="*/ 37666 h 146352"/>
                <a:gd name="connsiteX76" fmla="*/ 177001 w 228120"/>
                <a:gd name="connsiteY76" fmla="*/ 83630 h 146352"/>
                <a:gd name="connsiteX77" fmla="*/ 51759 w 228120"/>
                <a:gd name="connsiteY77" fmla="*/ 83630 h 146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28120" h="146352">
                  <a:moveTo>
                    <a:pt x="219175" y="55541"/>
                  </a:moveTo>
                  <a:cubicBezTo>
                    <a:pt x="219814" y="55541"/>
                    <a:pt x="220453" y="56179"/>
                    <a:pt x="221731" y="56179"/>
                  </a:cubicBezTo>
                  <a:cubicBezTo>
                    <a:pt x="225565" y="56179"/>
                    <a:pt x="228121" y="52987"/>
                    <a:pt x="228121" y="49795"/>
                  </a:cubicBezTo>
                  <a:cubicBezTo>
                    <a:pt x="228121" y="47242"/>
                    <a:pt x="226204" y="44688"/>
                    <a:pt x="224287" y="44050"/>
                  </a:cubicBezTo>
                  <a:cubicBezTo>
                    <a:pt x="210868" y="38942"/>
                    <a:pt x="198727" y="30643"/>
                    <a:pt x="189781" y="19152"/>
                  </a:cubicBezTo>
                  <a:lnTo>
                    <a:pt x="189781" y="6384"/>
                  </a:lnTo>
                  <a:cubicBezTo>
                    <a:pt x="189781" y="2554"/>
                    <a:pt x="187225" y="0"/>
                    <a:pt x="183391" y="0"/>
                  </a:cubicBezTo>
                  <a:cubicBezTo>
                    <a:pt x="179557" y="0"/>
                    <a:pt x="177001" y="2554"/>
                    <a:pt x="177001" y="6384"/>
                  </a:cubicBezTo>
                  <a:lnTo>
                    <a:pt x="177001" y="19152"/>
                  </a:lnTo>
                  <a:cubicBezTo>
                    <a:pt x="161665" y="38304"/>
                    <a:pt x="138662" y="49795"/>
                    <a:pt x="114380" y="49795"/>
                  </a:cubicBezTo>
                  <a:cubicBezTo>
                    <a:pt x="90098" y="50434"/>
                    <a:pt x="66455" y="38942"/>
                    <a:pt x="51759" y="19790"/>
                  </a:cubicBezTo>
                  <a:lnTo>
                    <a:pt x="51759" y="7022"/>
                  </a:lnTo>
                  <a:cubicBezTo>
                    <a:pt x="51759" y="3192"/>
                    <a:pt x="49202" y="638"/>
                    <a:pt x="45369" y="638"/>
                  </a:cubicBezTo>
                  <a:cubicBezTo>
                    <a:pt x="41535" y="638"/>
                    <a:pt x="38979" y="3192"/>
                    <a:pt x="38979" y="7022"/>
                  </a:cubicBezTo>
                  <a:lnTo>
                    <a:pt x="38979" y="19790"/>
                  </a:lnTo>
                  <a:cubicBezTo>
                    <a:pt x="30033" y="31282"/>
                    <a:pt x="17892" y="39581"/>
                    <a:pt x="4473" y="44688"/>
                  </a:cubicBezTo>
                  <a:cubicBezTo>
                    <a:pt x="1278" y="45965"/>
                    <a:pt x="-639" y="49795"/>
                    <a:pt x="639" y="52987"/>
                  </a:cubicBezTo>
                  <a:cubicBezTo>
                    <a:pt x="1278" y="55541"/>
                    <a:pt x="3834" y="56818"/>
                    <a:pt x="6390" y="56818"/>
                  </a:cubicBezTo>
                  <a:cubicBezTo>
                    <a:pt x="7029" y="56818"/>
                    <a:pt x="8307" y="56818"/>
                    <a:pt x="8946" y="56179"/>
                  </a:cubicBezTo>
                  <a:cubicBezTo>
                    <a:pt x="19809" y="51710"/>
                    <a:pt x="30033" y="45965"/>
                    <a:pt x="38340" y="38304"/>
                  </a:cubicBezTo>
                  <a:lnTo>
                    <a:pt x="38340" y="84269"/>
                  </a:lnTo>
                  <a:lnTo>
                    <a:pt x="6390" y="84269"/>
                  </a:lnTo>
                  <a:cubicBezTo>
                    <a:pt x="2556" y="84269"/>
                    <a:pt x="0" y="86822"/>
                    <a:pt x="0" y="90653"/>
                  </a:cubicBezTo>
                  <a:cubicBezTo>
                    <a:pt x="0" y="94483"/>
                    <a:pt x="2556" y="97037"/>
                    <a:pt x="6390" y="97037"/>
                  </a:cubicBezTo>
                  <a:lnTo>
                    <a:pt x="38340" y="97037"/>
                  </a:lnTo>
                  <a:lnTo>
                    <a:pt x="38340" y="132787"/>
                  </a:lnTo>
                  <a:cubicBezTo>
                    <a:pt x="33867" y="130872"/>
                    <a:pt x="30033" y="128318"/>
                    <a:pt x="26838" y="125126"/>
                  </a:cubicBezTo>
                  <a:cubicBezTo>
                    <a:pt x="25560" y="123849"/>
                    <a:pt x="24282" y="122573"/>
                    <a:pt x="22365" y="122573"/>
                  </a:cubicBezTo>
                  <a:cubicBezTo>
                    <a:pt x="20448" y="122573"/>
                    <a:pt x="18531" y="123211"/>
                    <a:pt x="17253" y="124488"/>
                  </a:cubicBezTo>
                  <a:cubicBezTo>
                    <a:pt x="13419" y="128318"/>
                    <a:pt x="9585" y="130872"/>
                    <a:pt x="4473" y="132787"/>
                  </a:cubicBezTo>
                  <a:cubicBezTo>
                    <a:pt x="1278" y="134064"/>
                    <a:pt x="-639" y="137256"/>
                    <a:pt x="639" y="141086"/>
                  </a:cubicBezTo>
                  <a:cubicBezTo>
                    <a:pt x="1917" y="144278"/>
                    <a:pt x="5112" y="146193"/>
                    <a:pt x="8946" y="144916"/>
                  </a:cubicBezTo>
                  <a:cubicBezTo>
                    <a:pt x="8946" y="144916"/>
                    <a:pt x="8946" y="144916"/>
                    <a:pt x="8946" y="144916"/>
                  </a:cubicBezTo>
                  <a:cubicBezTo>
                    <a:pt x="13419" y="143001"/>
                    <a:pt x="17892" y="140448"/>
                    <a:pt x="21726" y="137256"/>
                  </a:cubicBezTo>
                  <a:cubicBezTo>
                    <a:pt x="34506" y="149385"/>
                    <a:pt x="54954" y="149385"/>
                    <a:pt x="67733" y="137256"/>
                  </a:cubicBezTo>
                  <a:cubicBezTo>
                    <a:pt x="73484" y="142363"/>
                    <a:pt x="81152" y="145555"/>
                    <a:pt x="88820" y="146193"/>
                  </a:cubicBezTo>
                  <a:cubicBezTo>
                    <a:pt x="97766" y="146193"/>
                    <a:pt x="106712" y="143001"/>
                    <a:pt x="113741" y="137256"/>
                  </a:cubicBezTo>
                  <a:cubicBezTo>
                    <a:pt x="119492" y="142363"/>
                    <a:pt x="127160" y="145555"/>
                    <a:pt x="134828" y="146193"/>
                  </a:cubicBezTo>
                  <a:cubicBezTo>
                    <a:pt x="143774" y="146193"/>
                    <a:pt x="152719" y="143001"/>
                    <a:pt x="159748" y="137256"/>
                  </a:cubicBezTo>
                  <a:cubicBezTo>
                    <a:pt x="165499" y="142363"/>
                    <a:pt x="173167" y="145555"/>
                    <a:pt x="180835" y="146193"/>
                  </a:cubicBezTo>
                  <a:lnTo>
                    <a:pt x="182752" y="146193"/>
                  </a:lnTo>
                  <a:cubicBezTo>
                    <a:pt x="191059" y="146193"/>
                    <a:pt x="199366" y="143001"/>
                    <a:pt x="205756" y="137256"/>
                  </a:cubicBezTo>
                  <a:cubicBezTo>
                    <a:pt x="209590" y="140448"/>
                    <a:pt x="214063" y="143001"/>
                    <a:pt x="219175" y="144916"/>
                  </a:cubicBezTo>
                  <a:cubicBezTo>
                    <a:pt x="222370" y="146193"/>
                    <a:pt x="226204" y="144278"/>
                    <a:pt x="226843" y="140448"/>
                  </a:cubicBezTo>
                  <a:cubicBezTo>
                    <a:pt x="228121" y="137256"/>
                    <a:pt x="226204" y="133425"/>
                    <a:pt x="222370" y="132787"/>
                  </a:cubicBezTo>
                  <a:cubicBezTo>
                    <a:pt x="217897" y="130872"/>
                    <a:pt x="213424" y="128318"/>
                    <a:pt x="210229" y="124488"/>
                  </a:cubicBezTo>
                  <a:cubicBezTo>
                    <a:pt x="208951" y="123211"/>
                    <a:pt x="207673" y="121934"/>
                    <a:pt x="205756" y="121934"/>
                  </a:cubicBezTo>
                  <a:cubicBezTo>
                    <a:pt x="203839" y="121934"/>
                    <a:pt x="201922" y="122573"/>
                    <a:pt x="200644" y="123849"/>
                  </a:cubicBezTo>
                  <a:cubicBezTo>
                    <a:pt x="197449" y="127680"/>
                    <a:pt x="192976" y="130233"/>
                    <a:pt x="188503" y="132149"/>
                  </a:cubicBezTo>
                  <a:lnTo>
                    <a:pt x="188503" y="96398"/>
                  </a:lnTo>
                  <a:lnTo>
                    <a:pt x="220453" y="96398"/>
                  </a:lnTo>
                  <a:cubicBezTo>
                    <a:pt x="224287" y="96398"/>
                    <a:pt x="226843" y="93845"/>
                    <a:pt x="226843" y="90014"/>
                  </a:cubicBezTo>
                  <a:cubicBezTo>
                    <a:pt x="226843" y="86184"/>
                    <a:pt x="224287" y="83630"/>
                    <a:pt x="220453" y="83630"/>
                  </a:cubicBezTo>
                  <a:lnTo>
                    <a:pt x="188503" y="83630"/>
                  </a:lnTo>
                  <a:lnTo>
                    <a:pt x="188503" y="37666"/>
                  </a:lnTo>
                  <a:cubicBezTo>
                    <a:pt x="198088" y="45326"/>
                    <a:pt x="208312" y="51710"/>
                    <a:pt x="219175" y="55541"/>
                  </a:cubicBezTo>
                  <a:close/>
                  <a:moveTo>
                    <a:pt x="177001" y="132149"/>
                  </a:moveTo>
                  <a:cubicBezTo>
                    <a:pt x="172528" y="130233"/>
                    <a:pt x="168694" y="127680"/>
                    <a:pt x="165499" y="124488"/>
                  </a:cubicBezTo>
                  <a:cubicBezTo>
                    <a:pt x="164221" y="123211"/>
                    <a:pt x="162943" y="121934"/>
                    <a:pt x="161027" y="121934"/>
                  </a:cubicBezTo>
                  <a:cubicBezTo>
                    <a:pt x="159109" y="121934"/>
                    <a:pt x="157192" y="122573"/>
                    <a:pt x="155914" y="123849"/>
                  </a:cubicBezTo>
                  <a:cubicBezTo>
                    <a:pt x="148885" y="134064"/>
                    <a:pt x="134828" y="136617"/>
                    <a:pt x="124604" y="129595"/>
                  </a:cubicBezTo>
                  <a:cubicBezTo>
                    <a:pt x="122687" y="128318"/>
                    <a:pt x="120770" y="126403"/>
                    <a:pt x="119492" y="124488"/>
                  </a:cubicBezTo>
                  <a:cubicBezTo>
                    <a:pt x="118214" y="123211"/>
                    <a:pt x="116936" y="121934"/>
                    <a:pt x="115019" y="121934"/>
                  </a:cubicBezTo>
                  <a:cubicBezTo>
                    <a:pt x="113102" y="121934"/>
                    <a:pt x="111185" y="122573"/>
                    <a:pt x="109907" y="123849"/>
                  </a:cubicBezTo>
                  <a:cubicBezTo>
                    <a:pt x="102878" y="134064"/>
                    <a:pt x="88820" y="136617"/>
                    <a:pt x="78596" y="129595"/>
                  </a:cubicBezTo>
                  <a:cubicBezTo>
                    <a:pt x="76679" y="128318"/>
                    <a:pt x="74762" y="126403"/>
                    <a:pt x="73484" y="124488"/>
                  </a:cubicBezTo>
                  <a:cubicBezTo>
                    <a:pt x="72206" y="123211"/>
                    <a:pt x="70928" y="121934"/>
                    <a:pt x="69011" y="121934"/>
                  </a:cubicBezTo>
                  <a:cubicBezTo>
                    <a:pt x="67094" y="121934"/>
                    <a:pt x="65177" y="122573"/>
                    <a:pt x="63899" y="123849"/>
                  </a:cubicBezTo>
                  <a:cubicBezTo>
                    <a:pt x="60704" y="127680"/>
                    <a:pt x="56231" y="130233"/>
                    <a:pt x="51759" y="132149"/>
                  </a:cubicBezTo>
                  <a:lnTo>
                    <a:pt x="51759" y="96398"/>
                  </a:lnTo>
                  <a:lnTo>
                    <a:pt x="177001" y="96398"/>
                  </a:lnTo>
                  <a:lnTo>
                    <a:pt x="177001" y="132149"/>
                  </a:lnTo>
                  <a:close/>
                  <a:moveTo>
                    <a:pt x="51759" y="83630"/>
                  </a:moveTo>
                  <a:lnTo>
                    <a:pt x="51759" y="37666"/>
                  </a:lnTo>
                  <a:cubicBezTo>
                    <a:pt x="69011" y="53626"/>
                    <a:pt x="91376" y="61925"/>
                    <a:pt x="114380" y="61925"/>
                  </a:cubicBezTo>
                  <a:cubicBezTo>
                    <a:pt x="137384" y="61925"/>
                    <a:pt x="159748" y="52987"/>
                    <a:pt x="177001" y="37666"/>
                  </a:cubicBezTo>
                  <a:lnTo>
                    <a:pt x="177001" y="83630"/>
                  </a:lnTo>
                  <a:lnTo>
                    <a:pt x="51759" y="83630"/>
                  </a:lnTo>
                  <a:close/>
                </a:path>
              </a:pathLst>
            </a:custGeom>
            <a:solidFill>
              <a:srgbClr val="0076A8"/>
            </a:solidFill>
            <a:ln w="6390" cap="flat">
              <a:noFill/>
              <a:prstDash val="solid"/>
              <a:miter/>
            </a:ln>
          </p:spPr>
          <p:txBody>
            <a:bodyPr rtlCol="0" anchor="ctr"/>
            <a:lstStyle/>
            <a:p>
              <a:endParaRPr lang="en-US"/>
            </a:p>
          </p:txBody>
        </p:sp>
      </p:grpSp>
      <p:grpSp>
        <p:nvGrpSpPr>
          <p:cNvPr id="1158" name="Graphic 4">
            <a:extLst>
              <a:ext uri="{FF2B5EF4-FFF2-40B4-BE49-F238E27FC236}">
                <a16:creationId xmlns:a16="http://schemas.microsoft.com/office/drawing/2014/main" id="{804D635F-054C-D54E-B241-8C2F30B1D1E0}"/>
              </a:ext>
            </a:extLst>
          </p:cNvPr>
          <p:cNvGrpSpPr>
            <a:grpSpLocks noChangeAspect="1"/>
          </p:cNvGrpSpPr>
          <p:nvPr/>
        </p:nvGrpSpPr>
        <p:grpSpPr>
          <a:xfrm>
            <a:off x="2559808" y="4308712"/>
            <a:ext cx="362313" cy="361971"/>
            <a:chOff x="2559808" y="4308712"/>
            <a:chExt cx="362313" cy="361971"/>
          </a:xfrm>
          <a:solidFill>
            <a:srgbClr val="0076A8"/>
          </a:solidFill>
        </p:grpSpPr>
        <p:sp>
          <p:nvSpPr>
            <p:cNvPr id="1159" name="Graphic 4">
              <a:extLst>
                <a:ext uri="{FF2B5EF4-FFF2-40B4-BE49-F238E27FC236}">
                  <a16:creationId xmlns:a16="http://schemas.microsoft.com/office/drawing/2014/main" id="{417AB6BD-CC1C-5446-9933-D9560A2DAAE4}"/>
                </a:ext>
              </a:extLst>
            </p:cNvPr>
            <p:cNvSpPr/>
            <p:nvPr/>
          </p:nvSpPr>
          <p:spPr>
            <a:xfrm>
              <a:off x="2559808" y="4308712"/>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362309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5 w 362313"/>
                <a:gd name="connsiteY9" fmla="*/ 12768 h 361971"/>
                <a:gd name="connsiteX10" fmla="*/ 349529 w 362313"/>
                <a:gd name="connsiteY10" fmla="*/ 180667 h 361971"/>
                <a:gd name="connsiteX11" fmla="*/ 349529 w 362313"/>
                <a:gd name="connsiteY11" fmla="*/ 180667 h 361971"/>
                <a:gd name="connsiteX12" fmla="*/ 181474 w 362313"/>
                <a:gd name="connsiteY12" fmla="*/ 349204 h 361971"/>
                <a:gd name="connsiteX13" fmla="*/ 181474 w 362313"/>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lnTo>
                    <a:pt x="181474" y="0"/>
                  </a:ln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lnTo>
                    <a:pt x="181474" y="349204"/>
                  </a:lnTo>
                  <a:close/>
                </a:path>
              </a:pathLst>
            </a:custGeom>
            <a:solidFill>
              <a:srgbClr val="0076A8"/>
            </a:solidFill>
            <a:ln w="6390" cap="flat">
              <a:noFill/>
              <a:prstDash val="solid"/>
              <a:miter/>
            </a:ln>
          </p:spPr>
          <p:txBody>
            <a:bodyPr rtlCol="0" anchor="ctr"/>
            <a:lstStyle/>
            <a:p>
              <a:endParaRPr lang="en-US"/>
            </a:p>
          </p:txBody>
        </p:sp>
        <p:sp>
          <p:nvSpPr>
            <p:cNvPr id="1160" name="Graphic 4">
              <a:extLst>
                <a:ext uri="{FF2B5EF4-FFF2-40B4-BE49-F238E27FC236}">
                  <a16:creationId xmlns:a16="http://schemas.microsoft.com/office/drawing/2014/main" id="{BC18F866-35F9-914F-8A4A-6D0AC3CD8A67}"/>
                </a:ext>
              </a:extLst>
            </p:cNvPr>
            <p:cNvSpPr/>
            <p:nvPr/>
          </p:nvSpPr>
          <p:spPr>
            <a:xfrm>
              <a:off x="2627542" y="4431284"/>
              <a:ext cx="228759" cy="116257"/>
            </a:xfrm>
            <a:custGeom>
              <a:avLst/>
              <a:gdLst>
                <a:gd name="connsiteX0" fmla="*/ 222370 w 228759"/>
                <a:gd name="connsiteY0" fmla="*/ 66394 h 116257"/>
                <a:gd name="connsiteX1" fmla="*/ 228760 w 228759"/>
                <a:gd name="connsiteY1" fmla="*/ 60010 h 116257"/>
                <a:gd name="connsiteX2" fmla="*/ 222370 w 228759"/>
                <a:gd name="connsiteY2" fmla="*/ 53626 h 116257"/>
                <a:gd name="connsiteX3" fmla="*/ 213424 w 228759"/>
                <a:gd name="connsiteY3" fmla="*/ 53626 h 116257"/>
                <a:gd name="connsiteX4" fmla="*/ 213424 w 228759"/>
                <a:gd name="connsiteY4" fmla="*/ 37027 h 116257"/>
                <a:gd name="connsiteX5" fmla="*/ 207034 w 228759"/>
                <a:gd name="connsiteY5" fmla="*/ 30643 h 116257"/>
                <a:gd name="connsiteX6" fmla="*/ 200644 w 228759"/>
                <a:gd name="connsiteY6" fmla="*/ 37027 h 116257"/>
                <a:gd name="connsiteX7" fmla="*/ 200644 w 228759"/>
                <a:gd name="connsiteY7" fmla="*/ 50434 h 116257"/>
                <a:gd name="connsiteX8" fmla="*/ 114380 w 228759"/>
                <a:gd name="connsiteY8" fmla="*/ 0 h 116257"/>
                <a:gd name="connsiteX9" fmla="*/ 28116 w 228759"/>
                <a:gd name="connsiteY9" fmla="*/ 50434 h 116257"/>
                <a:gd name="connsiteX10" fmla="*/ 28116 w 228759"/>
                <a:gd name="connsiteY10" fmla="*/ 37027 h 116257"/>
                <a:gd name="connsiteX11" fmla="*/ 21726 w 228759"/>
                <a:gd name="connsiteY11" fmla="*/ 30643 h 116257"/>
                <a:gd name="connsiteX12" fmla="*/ 15336 w 228759"/>
                <a:gd name="connsiteY12" fmla="*/ 37027 h 116257"/>
                <a:gd name="connsiteX13" fmla="*/ 15336 w 228759"/>
                <a:gd name="connsiteY13" fmla="*/ 53626 h 116257"/>
                <a:gd name="connsiteX14" fmla="*/ 6390 w 228759"/>
                <a:gd name="connsiteY14" fmla="*/ 53626 h 116257"/>
                <a:gd name="connsiteX15" fmla="*/ 0 w 228759"/>
                <a:gd name="connsiteY15" fmla="*/ 60010 h 116257"/>
                <a:gd name="connsiteX16" fmla="*/ 6390 w 228759"/>
                <a:gd name="connsiteY16" fmla="*/ 66394 h 116257"/>
                <a:gd name="connsiteX17" fmla="*/ 15336 w 228759"/>
                <a:gd name="connsiteY17" fmla="*/ 66394 h 116257"/>
                <a:gd name="connsiteX18" fmla="*/ 15336 w 228759"/>
                <a:gd name="connsiteY18" fmla="*/ 95760 h 116257"/>
                <a:gd name="connsiteX19" fmla="*/ 4473 w 228759"/>
                <a:gd name="connsiteY19" fmla="*/ 102782 h 116257"/>
                <a:gd name="connsiteX20" fmla="*/ 639 w 228759"/>
                <a:gd name="connsiteY20" fmla="*/ 111081 h 116257"/>
                <a:gd name="connsiteX21" fmla="*/ 8946 w 228759"/>
                <a:gd name="connsiteY21" fmla="*/ 114912 h 116257"/>
                <a:gd name="connsiteX22" fmla="*/ 22365 w 228759"/>
                <a:gd name="connsiteY22" fmla="*/ 107251 h 116257"/>
                <a:gd name="connsiteX23" fmla="*/ 43451 w 228759"/>
                <a:gd name="connsiteY23" fmla="*/ 116189 h 116257"/>
                <a:gd name="connsiteX24" fmla="*/ 68372 w 228759"/>
                <a:gd name="connsiteY24" fmla="*/ 107251 h 116257"/>
                <a:gd name="connsiteX25" fmla="*/ 89459 w 228759"/>
                <a:gd name="connsiteY25" fmla="*/ 116189 h 116257"/>
                <a:gd name="connsiteX26" fmla="*/ 114380 w 228759"/>
                <a:gd name="connsiteY26" fmla="*/ 107251 h 116257"/>
                <a:gd name="connsiteX27" fmla="*/ 135467 w 228759"/>
                <a:gd name="connsiteY27" fmla="*/ 116189 h 116257"/>
                <a:gd name="connsiteX28" fmla="*/ 160387 w 228759"/>
                <a:gd name="connsiteY28" fmla="*/ 107251 h 116257"/>
                <a:gd name="connsiteX29" fmla="*/ 181474 w 228759"/>
                <a:gd name="connsiteY29" fmla="*/ 116189 h 116257"/>
                <a:gd name="connsiteX30" fmla="*/ 183391 w 228759"/>
                <a:gd name="connsiteY30" fmla="*/ 116189 h 116257"/>
                <a:gd name="connsiteX31" fmla="*/ 206395 w 228759"/>
                <a:gd name="connsiteY31" fmla="*/ 107251 h 116257"/>
                <a:gd name="connsiteX32" fmla="*/ 219814 w 228759"/>
                <a:gd name="connsiteY32" fmla="*/ 114912 h 116257"/>
                <a:gd name="connsiteX33" fmla="*/ 228121 w 228759"/>
                <a:gd name="connsiteY33" fmla="*/ 110443 h 116257"/>
                <a:gd name="connsiteX34" fmla="*/ 223648 w 228759"/>
                <a:gd name="connsiteY34" fmla="*/ 102144 h 116257"/>
                <a:gd name="connsiteX35" fmla="*/ 212785 w 228759"/>
                <a:gd name="connsiteY35" fmla="*/ 95121 h 116257"/>
                <a:gd name="connsiteX36" fmla="*/ 212785 w 228759"/>
                <a:gd name="connsiteY36" fmla="*/ 65117 h 116257"/>
                <a:gd name="connsiteX37" fmla="*/ 222370 w 228759"/>
                <a:gd name="connsiteY37" fmla="*/ 66394 h 116257"/>
                <a:gd name="connsiteX38" fmla="*/ 187225 w 228759"/>
                <a:gd name="connsiteY38" fmla="*/ 53626 h 116257"/>
                <a:gd name="connsiteX39" fmla="*/ 159109 w 228759"/>
                <a:gd name="connsiteY39" fmla="*/ 53626 h 116257"/>
                <a:gd name="connsiteX40" fmla="*/ 159109 w 228759"/>
                <a:gd name="connsiteY40" fmla="*/ 27451 h 116257"/>
                <a:gd name="connsiteX41" fmla="*/ 187225 w 228759"/>
                <a:gd name="connsiteY41" fmla="*/ 53626 h 116257"/>
                <a:gd name="connsiteX42" fmla="*/ 187225 w 228759"/>
                <a:gd name="connsiteY42" fmla="*/ 53626 h 116257"/>
                <a:gd name="connsiteX43" fmla="*/ 120770 w 228759"/>
                <a:gd name="connsiteY43" fmla="*/ 53626 h 116257"/>
                <a:gd name="connsiteX44" fmla="*/ 120770 w 228759"/>
                <a:gd name="connsiteY44" fmla="*/ 12768 h 116257"/>
                <a:gd name="connsiteX45" fmla="*/ 146969 w 228759"/>
                <a:gd name="connsiteY45" fmla="*/ 20429 h 116257"/>
                <a:gd name="connsiteX46" fmla="*/ 146969 w 228759"/>
                <a:gd name="connsiteY46" fmla="*/ 21706 h 116257"/>
                <a:gd name="connsiteX47" fmla="*/ 146969 w 228759"/>
                <a:gd name="connsiteY47" fmla="*/ 53626 h 116257"/>
                <a:gd name="connsiteX48" fmla="*/ 120770 w 228759"/>
                <a:gd name="connsiteY48" fmla="*/ 53626 h 116257"/>
                <a:gd name="connsiteX49" fmla="*/ 81791 w 228759"/>
                <a:gd name="connsiteY49" fmla="*/ 53626 h 116257"/>
                <a:gd name="connsiteX50" fmla="*/ 81791 w 228759"/>
                <a:gd name="connsiteY50" fmla="*/ 21706 h 116257"/>
                <a:gd name="connsiteX51" fmla="*/ 81791 w 228759"/>
                <a:gd name="connsiteY51" fmla="*/ 20429 h 116257"/>
                <a:gd name="connsiteX52" fmla="*/ 107990 w 228759"/>
                <a:gd name="connsiteY52" fmla="*/ 12768 h 116257"/>
                <a:gd name="connsiteX53" fmla="*/ 107990 w 228759"/>
                <a:gd name="connsiteY53" fmla="*/ 53626 h 116257"/>
                <a:gd name="connsiteX54" fmla="*/ 81791 w 228759"/>
                <a:gd name="connsiteY54" fmla="*/ 53626 h 116257"/>
                <a:gd name="connsiteX55" fmla="*/ 69011 w 228759"/>
                <a:gd name="connsiteY55" fmla="*/ 27451 h 116257"/>
                <a:gd name="connsiteX56" fmla="*/ 69011 w 228759"/>
                <a:gd name="connsiteY56" fmla="*/ 53626 h 116257"/>
                <a:gd name="connsiteX57" fmla="*/ 40896 w 228759"/>
                <a:gd name="connsiteY57" fmla="*/ 53626 h 116257"/>
                <a:gd name="connsiteX58" fmla="*/ 69011 w 228759"/>
                <a:gd name="connsiteY58" fmla="*/ 27451 h 116257"/>
                <a:gd name="connsiteX59" fmla="*/ 69011 w 228759"/>
                <a:gd name="connsiteY59" fmla="*/ 27451 h 116257"/>
                <a:gd name="connsiteX60" fmla="*/ 200644 w 228759"/>
                <a:gd name="connsiteY60" fmla="*/ 95760 h 116257"/>
                <a:gd name="connsiteX61" fmla="*/ 169333 w 228759"/>
                <a:gd name="connsiteY61" fmla="*/ 98952 h 116257"/>
                <a:gd name="connsiteX62" fmla="*/ 165499 w 228759"/>
                <a:gd name="connsiteY62" fmla="*/ 95121 h 116257"/>
                <a:gd name="connsiteX63" fmla="*/ 161026 w 228759"/>
                <a:gd name="connsiteY63" fmla="*/ 92568 h 116257"/>
                <a:gd name="connsiteX64" fmla="*/ 155914 w 228759"/>
                <a:gd name="connsiteY64" fmla="*/ 94483 h 116257"/>
                <a:gd name="connsiteX65" fmla="*/ 136106 w 228759"/>
                <a:gd name="connsiteY65" fmla="*/ 104059 h 116257"/>
                <a:gd name="connsiteX66" fmla="*/ 119492 w 228759"/>
                <a:gd name="connsiteY66" fmla="*/ 95121 h 116257"/>
                <a:gd name="connsiteX67" fmla="*/ 115019 w 228759"/>
                <a:gd name="connsiteY67" fmla="*/ 92568 h 116257"/>
                <a:gd name="connsiteX68" fmla="*/ 109907 w 228759"/>
                <a:gd name="connsiteY68" fmla="*/ 94483 h 116257"/>
                <a:gd name="connsiteX69" fmla="*/ 90098 w 228759"/>
                <a:gd name="connsiteY69" fmla="*/ 104059 h 116257"/>
                <a:gd name="connsiteX70" fmla="*/ 73484 w 228759"/>
                <a:gd name="connsiteY70" fmla="*/ 95121 h 116257"/>
                <a:gd name="connsiteX71" fmla="*/ 69011 w 228759"/>
                <a:gd name="connsiteY71" fmla="*/ 92568 h 116257"/>
                <a:gd name="connsiteX72" fmla="*/ 63899 w 228759"/>
                <a:gd name="connsiteY72" fmla="*/ 94483 h 116257"/>
                <a:gd name="connsiteX73" fmla="*/ 44091 w 228759"/>
                <a:gd name="connsiteY73" fmla="*/ 104059 h 116257"/>
                <a:gd name="connsiteX74" fmla="*/ 28755 w 228759"/>
                <a:gd name="connsiteY74" fmla="*/ 96398 h 116257"/>
                <a:gd name="connsiteX75" fmla="*/ 28755 w 228759"/>
                <a:gd name="connsiteY75" fmla="*/ 66394 h 116257"/>
                <a:gd name="connsiteX76" fmla="*/ 201283 w 228759"/>
                <a:gd name="connsiteY76" fmla="*/ 66394 h 116257"/>
                <a:gd name="connsiteX77" fmla="*/ 200644 w 228759"/>
                <a:gd name="connsiteY77" fmla="*/ 95760 h 116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28759" h="116257">
                  <a:moveTo>
                    <a:pt x="222370" y="66394"/>
                  </a:moveTo>
                  <a:cubicBezTo>
                    <a:pt x="226204" y="66394"/>
                    <a:pt x="228760" y="63840"/>
                    <a:pt x="228760" y="60010"/>
                  </a:cubicBezTo>
                  <a:cubicBezTo>
                    <a:pt x="228760" y="56179"/>
                    <a:pt x="226204" y="53626"/>
                    <a:pt x="222370" y="53626"/>
                  </a:cubicBezTo>
                  <a:lnTo>
                    <a:pt x="213424" y="53626"/>
                  </a:lnTo>
                  <a:lnTo>
                    <a:pt x="213424" y="37027"/>
                  </a:lnTo>
                  <a:cubicBezTo>
                    <a:pt x="213424" y="33197"/>
                    <a:pt x="210868" y="30643"/>
                    <a:pt x="207034" y="30643"/>
                  </a:cubicBezTo>
                  <a:cubicBezTo>
                    <a:pt x="203200" y="30643"/>
                    <a:pt x="200644" y="33197"/>
                    <a:pt x="200644" y="37027"/>
                  </a:cubicBezTo>
                  <a:lnTo>
                    <a:pt x="200644" y="50434"/>
                  </a:lnTo>
                  <a:cubicBezTo>
                    <a:pt x="176362" y="17875"/>
                    <a:pt x="145690" y="0"/>
                    <a:pt x="114380" y="0"/>
                  </a:cubicBezTo>
                  <a:cubicBezTo>
                    <a:pt x="83069" y="0"/>
                    <a:pt x="52397" y="17875"/>
                    <a:pt x="28116" y="50434"/>
                  </a:cubicBezTo>
                  <a:lnTo>
                    <a:pt x="28116" y="37027"/>
                  </a:lnTo>
                  <a:cubicBezTo>
                    <a:pt x="28116" y="33197"/>
                    <a:pt x="25560" y="30643"/>
                    <a:pt x="21726" y="30643"/>
                  </a:cubicBezTo>
                  <a:cubicBezTo>
                    <a:pt x="17892" y="30643"/>
                    <a:pt x="15336" y="33197"/>
                    <a:pt x="15336" y="37027"/>
                  </a:cubicBezTo>
                  <a:lnTo>
                    <a:pt x="15336" y="53626"/>
                  </a:lnTo>
                  <a:lnTo>
                    <a:pt x="6390" y="53626"/>
                  </a:lnTo>
                  <a:cubicBezTo>
                    <a:pt x="2556" y="53626"/>
                    <a:pt x="0" y="56179"/>
                    <a:pt x="0" y="60010"/>
                  </a:cubicBezTo>
                  <a:cubicBezTo>
                    <a:pt x="0" y="63840"/>
                    <a:pt x="2556" y="66394"/>
                    <a:pt x="6390" y="66394"/>
                  </a:cubicBezTo>
                  <a:lnTo>
                    <a:pt x="15336" y="66394"/>
                  </a:lnTo>
                  <a:lnTo>
                    <a:pt x="15336" y="95760"/>
                  </a:lnTo>
                  <a:cubicBezTo>
                    <a:pt x="12141" y="98952"/>
                    <a:pt x="8307" y="100867"/>
                    <a:pt x="4473" y="102782"/>
                  </a:cubicBezTo>
                  <a:cubicBezTo>
                    <a:pt x="1278" y="104059"/>
                    <a:pt x="-639" y="107251"/>
                    <a:pt x="639" y="111081"/>
                  </a:cubicBezTo>
                  <a:cubicBezTo>
                    <a:pt x="1917" y="114912"/>
                    <a:pt x="5112" y="116189"/>
                    <a:pt x="8946" y="114912"/>
                  </a:cubicBezTo>
                  <a:cubicBezTo>
                    <a:pt x="14058" y="112997"/>
                    <a:pt x="18531" y="110443"/>
                    <a:pt x="22365" y="107251"/>
                  </a:cubicBezTo>
                  <a:cubicBezTo>
                    <a:pt x="28116" y="112358"/>
                    <a:pt x="35783" y="115550"/>
                    <a:pt x="43451" y="116189"/>
                  </a:cubicBezTo>
                  <a:cubicBezTo>
                    <a:pt x="52397" y="116827"/>
                    <a:pt x="61982" y="112997"/>
                    <a:pt x="68372" y="107251"/>
                  </a:cubicBezTo>
                  <a:cubicBezTo>
                    <a:pt x="74123" y="112358"/>
                    <a:pt x="81791" y="115550"/>
                    <a:pt x="89459" y="116189"/>
                  </a:cubicBezTo>
                  <a:cubicBezTo>
                    <a:pt x="98405" y="116827"/>
                    <a:pt x="107990" y="112997"/>
                    <a:pt x="114380" y="107251"/>
                  </a:cubicBezTo>
                  <a:cubicBezTo>
                    <a:pt x="120131" y="112358"/>
                    <a:pt x="127799" y="115550"/>
                    <a:pt x="135467" y="116189"/>
                  </a:cubicBezTo>
                  <a:cubicBezTo>
                    <a:pt x="144412" y="116827"/>
                    <a:pt x="153997" y="112997"/>
                    <a:pt x="160387" y="107251"/>
                  </a:cubicBezTo>
                  <a:cubicBezTo>
                    <a:pt x="166138" y="112358"/>
                    <a:pt x="173806" y="115550"/>
                    <a:pt x="181474" y="116189"/>
                  </a:cubicBezTo>
                  <a:lnTo>
                    <a:pt x="183391" y="116189"/>
                  </a:lnTo>
                  <a:cubicBezTo>
                    <a:pt x="191698" y="116189"/>
                    <a:pt x="200005" y="112997"/>
                    <a:pt x="206395" y="107251"/>
                  </a:cubicBezTo>
                  <a:cubicBezTo>
                    <a:pt x="210229" y="110443"/>
                    <a:pt x="215341" y="113635"/>
                    <a:pt x="219814" y="114912"/>
                  </a:cubicBezTo>
                  <a:cubicBezTo>
                    <a:pt x="223009" y="116189"/>
                    <a:pt x="226843" y="114273"/>
                    <a:pt x="228121" y="110443"/>
                  </a:cubicBezTo>
                  <a:cubicBezTo>
                    <a:pt x="229399" y="107251"/>
                    <a:pt x="227482" y="103421"/>
                    <a:pt x="223648" y="102144"/>
                  </a:cubicBezTo>
                  <a:cubicBezTo>
                    <a:pt x="219814" y="100867"/>
                    <a:pt x="215980" y="98313"/>
                    <a:pt x="212785" y="95121"/>
                  </a:cubicBezTo>
                  <a:lnTo>
                    <a:pt x="212785" y="65117"/>
                  </a:lnTo>
                  <a:lnTo>
                    <a:pt x="222370" y="66394"/>
                  </a:lnTo>
                  <a:close/>
                  <a:moveTo>
                    <a:pt x="187225" y="53626"/>
                  </a:moveTo>
                  <a:lnTo>
                    <a:pt x="159109" y="53626"/>
                  </a:lnTo>
                  <a:lnTo>
                    <a:pt x="159109" y="27451"/>
                  </a:lnTo>
                  <a:cubicBezTo>
                    <a:pt x="169972" y="35112"/>
                    <a:pt x="178918" y="43411"/>
                    <a:pt x="187225" y="53626"/>
                  </a:cubicBezTo>
                  <a:lnTo>
                    <a:pt x="187225" y="53626"/>
                  </a:lnTo>
                  <a:close/>
                  <a:moveTo>
                    <a:pt x="120770" y="53626"/>
                  </a:moveTo>
                  <a:lnTo>
                    <a:pt x="120770" y="12768"/>
                  </a:lnTo>
                  <a:cubicBezTo>
                    <a:pt x="129716" y="13406"/>
                    <a:pt x="138662" y="15960"/>
                    <a:pt x="146969" y="20429"/>
                  </a:cubicBezTo>
                  <a:cubicBezTo>
                    <a:pt x="146969" y="21067"/>
                    <a:pt x="146969" y="21067"/>
                    <a:pt x="146969" y="21706"/>
                  </a:cubicBezTo>
                  <a:lnTo>
                    <a:pt x="146969" y="53626"/>
                  </a:lnTo>
                  <a:lnTo>
                    <a:pt x="120770" y="53626"/>
                  </a:lnTo>
                  <a:close/>
                  <a:moveTo>
                    <a:pt x="81791" y="53626"/>
                  </a:moveTo>
                  <a:lnTo>
                    <a:pt x="81791" y="21706"/>
                  </a:lnTo>
                  <a:cubicBezTo>
                    <a:pt x="81791" y="21067"/>
                    <a:pt x="81791" y="21067"/>
                    <a:pt x="81791" y="20429"/>
                  </a:cubicBezTo>
                  <a:cubicBezTo>
                    <a:pt x="90098" y="16598"/>
                    <a:pt x="99044" y="14045"/>
                    <a:pt x="107990" y="12768"/>
                  </a:cubicBezTo>
                  <a:lnTo>
                    <a:pt x="107990" y="53626"/>
                  </a:lnTo>
                  <a:lnTo>
                    <a:pt x="81791" y="53626"/>
                  </a:lnTo>
                  <a:close/>
                  <a:moveTo>
                    <a:pt x="69011" y="27451"/>
                  </a:moveTo>
                  <a:lnTo>
                    <a:pt x="69011" y="53626"/>
                  </a:lnTo>
                  <a:lnTo>
                    <a:pt x="40896" y="53626"/>
                  </a:lnTo>
                  <a:cubicBezTo>
                    <a:pt x="49202" y="43411"/>
                    <a:pt x="58787" y="35112"/>
                    <a:pt x="69011" y="27451"/>
                  </a:cubicBezTo>
                  <a:lnTo>
                    <a:pt x="69011" y="27451"/>
                  </a:lnTo>
                  <a:close/>
                  <a:moveTo>
                    <a:pt x="200644" y="95760"/>
                  </a:moveTo>
                  <a:cubicBezTo>
                    <a:pt x="192976" y="105336"/>
                    <a:pt x="178918" y="106613"/>
                    <a:pt x="169333" y="98952"/>
                  </a:cubicBezTo>
                  <a:cubicBezTo>
                    <a:pt x="168055" y="97675"/>
                    <a:pt x="166777" y="96398"/>
                    <a:pt x="165499" y="95121"/>
                  </a:cubicBezTo>
                  <a:cubicBezTo>
                    <a:pt x="164221" y="93845"/>
                    <a:pt x="162943" y="92568"/>
                    <a:pt x="161026" y="92568"/>
                  </a:cubicBezTo>
                  <a:cubicBezTo>
                    <a:pt x="159109" y="92568"/>
                    <a:pt x="157192" y="93206"/>
                    <a:pt x="155914" y="94483"/>
                  </a:cubicBezTo>
                  <a:cubicBezTo>
                    <a:pt x="150802" y="100229"/>
                    <a:pt x="143774" y="104059"/>
                    <a:pt x="136106" y="104059"/>
                  </a:cubicBezTo>
                  <a:cubicBezTo>
                    <a:pt x="129716" y="103421"/>
                    <a:pt x="123326" y="100229"/>
                    <a:pt x="119492" y="95121"/>
                  </a:cubicBezTo>
                  <a:cubicBezTo>
                    <a:pt x="118214" y="93845"/>
                    <a:pt x="116936" y="92568"/>
                    <a:pt x="115019" y="92568"/>
                  </a:cubicBezTo>
                  <a:cubicBezTo>
                    <a:pt x="113102" y="92568"/>
                    <a:pt x="111185" y="93206"/>
                    <a:pt x="109907" y="94483"/>
                  </a:cubicBezTo>
                  <a:cubicBezTo>
                    <a:pt x="104795" y="100229"/>
                    <a:pt x="97766" y="104059"/>
                    <a:pt x="90098" y="104059"/>
                  </a:cubicBezTo>
                  <a:cubicBezTo>
                    <a:pt x="83708" y="103421"/>
                    <a:pt x="77318" y="100229"/>
                    <a:pt x="73484" y="95121"/>
                  </a:cubicBezTo>
                  <a:cubicBezTo>
                    <a:pt x="72206" y="93845"/>
                    <a:pt x="70928" y="92568"/>
                    <a:pt x="69011" y="92568"/>
                  </a:cubicBezTo>
                  <a:cubicBezTo>
                    <a:pt x="67094" y="92568"/>
                    <a:pt x="65177" y="93206"/>
                    <a:pt x="63899" y="94483"/>
                  </a:cubicBezTo>
                  <a:cubicBezTo>
                    <a:pt x="58787" y="100229"/>
                    <a:pt x="51758" y="104059"/>
                    <a:pt x="44091" y="104059"/>
                  </a:cubicBezTo>
                  <a:cubicBezTo>
                    <a:pt x="38340" y="103421"/>
                    <a:pt x="32589" y="100867"/>
                    <a:pt x="28755" y="96398"/>
                  </a:cubicBezTo>
                  <a:lnTo>
                    <a:pt x="28755" y="66394"/>
                  </a:lnTo>
                  <a:lnTo>
                    <a:pt x="201283" y="66394"/>
                  </a:lnTo>
                  <a:lnTo>
                    <a:pt x="200644" y="95760"/>
                  </a:lnTo>
                  <a:close/>
                </a:path>
              </a:pathLst>
            </a:custGeom>
            <a:solidFill>
              <a:srgbClr val="0076A8"/>
            </a:solidFill>
            <a:ln w="6390" cap="flat">
              <a:noFill/>
              <a:prstDash val="solid"/>
              <a:miter/>
            </a:ln>
          </p:spPr>
          <p:txBody>
            <a:bodyPr rtlCol="0" anchor="ctr"/>
            <a:lstStyle/>
            <a:p>
              <a:endParaRPr lang="en-US"/>
            </a:p>
          </p:txBody>
        </p:sp>
      </p:grpSp>
      <p:grpSp>
        <p:nvGrpSpPr>
          <p:cNvPr id="1161" name="Graphic 4">
            <a:extLst>
              <a:ext uri="{FF2B5EF4-FFF2-40B4-BE49-F238E27FC236}">
                <a16:creationId xmlns:a16="http://schemas.microsoft.com/office/drawing/2014/main" id="{C7E39555-155E-F142-9D4B-AE0DA04CB93C}"/>
              </a:ext>
            </a:extLst>
          </p:cNvPr>
          <p:cNvGrpSpPr>
            <a:grpSpLocks noChangeAspect="1"/>
          </p:cNvGrpSpPr>
          <p:nvPr/>
        </p:nvGrpSpPr>
        <p:grpSpPr>
          <a:xfrm>
            <a:off x="1952125" y="3824168"/>
            <a:ext cx="362313" cy="361971"/>
            <a:chOff x="1952125" y="3824168"/>
            <a:chExt cx="362313" cy="361971"/>
          </a:xfrm>
          <a:solidFill>
            <a:srgbClr val="0076A8"/>
          </a:solidFill>
        </p:grpSpPr>
        <p:sp>
          <p:nvSpPr>
            <p:cNvPr id="1162" name="Graphic 4">
              <a:extLst>
                <a:ext uri="{FF2B5EF4-FFF2-40B4-BE49-F238E27FC236}">
                  <a16:creationId xmlns:a16="http://schemas.microsoft.com/office/drawing/2014/main" id="{B9383BD0-E646-A543-B375-D1B3C76DB29C}"/>
                </a:ext>
              </a:extLst>
            </p:cNvPr>
            <p:cNvSpPr/>
            <p:nvPr/>
          </p:nvSpPr>
          <p:spPr>
            <a:xfrm>
              <a:off x="1952125" y="3824168"/>
              <a:ext cx="362313" cy="361971"/>
            </a:xfrm>
            <a:custGeom>
              <a:avLst/>
              <a:gdLst>
                <a:gd name="connsiteX0" fmla="*/ 181474 w 362313"/>
                <a:gd name="connsiteY0" fmla="*/ 0 h 361971"/>
                <a:gd name="connsiteX1" fmla="*/ 0 w 362313"/>
                <a:gd name="connsiteY1" fmla="*/ 180667 h 361971"/>
                <a:gd name="connsiteX2" fmla="*/ 180835 w 362313"/>
                <a:gd name="connsiteY2" fmla="*/ 361971 h 361971"/>
                <a:gd name="connsiteX3" fmla="*/ 362310 w 362313"/>
                <a:gd name="connsiteY3" fmla="*/ 181305 h 361971"/>
                <a:gd name="connsiteX4" fmla="*/ 362310 w 362313"/>
                <a:gd name="connsiteY4" fmla="*/ 181305 h 361971"/>
                <a:gd name="connsiteX5" fmla="*/ 181474 w 362313"/>
                <a:gd name="connsiteY5" fmla="*/ 0 h 361971"/>
                <a:gd name="connsiteX6" fmla="*/ 293298 w 362313"/>
                <a:gd name="connsiteY6" fmla="*/ 198542 h 361971"/>
                <a:gd name="connsiteX7" fmla="*/ 299688 w 362313"/>
                <a:gd name="connsiteY7" fmla="*/ 204926 h 361971"/>
                <a:gd name="connsiteX8" fmla="*/ 293298 w 362313"/>
                <a:gd name="connsiteY8" fmla="*/ 211310 h 361971"/>
                <a:gd name="connsiteX9" fmla="*/ 260071 w 362313"/>
                <a:gd name="connsiteY9" fmla="*/ 211310 h 361971"/>
                <a:gd name="connsiteX10" fmla="*/ 260071 w 362313"/>
                <a:gd name="connsiteY10" fmla="*/ 244506 h 361971"/>
                <a:gd name="connsiteX11" fmla="*/ 253681 w 362313"/>
                <a:gd name="connsiteY11" fmla="*/ 250890 h 361971"/>
                <a:gd name="connsiteX12" fmla="*/ 247291 w 362313"/>
                <a:gd name="connsiteY12" fmla="*/ 244506 h 361971"/>
                <a:gd name="connsiteX13" fmla="*/ 247291 w 362313"/>
                <a:gd name="connsiteY13" fmla="*/ 211310 h 361971"/>
                <a:gd name="connsiteX14" fmla="*/ 116936 w 362313"/>
                <a:gd name="connsiteY14" fmla="*/ 211310 h 361971"/>
                <a:gd name="connsiteX15" fmla="*/ 116936 w 362313"/>
                <a:gd name="connsiteY15" fmla="*/ 244506 h 361971"/>
                <a:gd name="connsiteX16" fmla="*/ 110546 w 362313"/>
                <a:gd name="connsiteY16" fmla="*/ 250890 h 361971"/>
                <a:gd name="connsiteX17" fmla="*/ 104156 w 362313"/>
                <a:gd name="connsiteY17" fmla="*/ 244506 h 361971"/>
                <a:gd name="connsiteX18" fmla="*/ 104156 w 362313"/>
                <a:gd name="connsiteY18" fmla="*/ 211310 h 361971"/>
                <a:gd name="connsiteX19" fmla="*/ 70928 w 362313"/>
                <a:gd name="connsiteY19" fmla="*/ 211310 h 361971"/>
                <a:gd name="connsiteX20" fmla="*/ 64538 w 362313"/>
                <a:gd name="connsiteY20" fmla="*/ 204926 h 361971"/>
                <a:gd name="connsiteX21" fmla="*/ 70928 w 362313"/>
                <a:gd name="connsiteY21" fmla="*/ 198542 h 361971"/>
                <a:gd name="connsiteX22" fmla="*/ 104156 w 362313"/>
                <a:gd name="connsiteY22" fmla="*/ 198542 h 361971"/>
                <a:gd name="connsiteX23" fmla="*/ 104156 w 362313"/>
                <a:gd name="connsiteY23" fmla="*/ 150024 h 361971"/>
                <a:gd name="connsiteX24" fmla="*/ 72845 w 362313"/>
                <a:gd name="connsiteY24" fmla="*/ 169176 h 361971"/>
                <a:gd name="connsiteX25" fmla="*/ 70289 w 362313"/>
                <a:gd name="connsiteY25" fmla="*/ 169814 h 361971"/>
                <a:gd name="connsiteX26" fmla="*/ 63899 w 362313"/>
                <a:gd name="connsiteY26" fmla="*/ 163430 h 361971"/>
                <a:gd name="connsiteX27" fmla="*/ 67733 w 362313"/>
                <a:gd name="connsiteY27" fmla="*/ 157684 h 361971"/>
                <a:gd name="connsiteX28" fmla="*/ 103517 w 362313"/>
                <a:gd name="connsiteY28" fmla="*/ 131510 h 361971"/>
                <a:gd name="connsiteX29" fmla="*/ 103517 w 362313"/>
                <a:gd name="connsiteY29" fmla="*/ 118104 h 361971"/>
                <a:gd name="connsiteX30" fmla="*/ 109907 w 362313"/>
                <a:gd name="connsiteY30" fmla="*/ 111720 h 361971"/>
                <a:gd name="connsiteX31" fmla="*/ 116297 w 362313"/>
                <a:gd name="connsiteY31" fmla="*/ 118104 h 361971"/>
                <a:gd name="connsiteX32" fmla="*/ 116297 w 362313"/>
                <a:gd name="connsiteY32" fmla="*/ 131510 h 361971"/>
                <a:gd name="connsiteX33" fmla="*/ 181474 w 362313"/>
                <a:gd name="connsiteY33" fmla="*/ 163430 h 361971"/>
                <a:gd name="connsiteX34" fmla="*/ 246652 w 362313"/>
                <a:gd name="connsiteY34" fmla="*/ 131510 h 361971"/>
                <a:gd name="connsiteX35" fmla="*/ 246652 w 362313"/>
                <a:gd name="connsiteY35" fmla="*/ 118104 h 361971"/>
                <a:gd name="connsiteX36" fmla="*/ 253042 w 362313"/>
                <a:gd name="connsiteY36" fmla="*/ 111720 h 361971"/>
                <a:gd name="connsiteX37" fmla="*/ 259431 w 362313"/>
                <a:gd name="connsiteY37" fmla="*/ 118104 h 361971"/>
                <a:gd name="connsiteX38" fmla="*/ 259431 w 362313"/>
                <a:gd name="connsiteY38" fmla="*/ 132148 h 361971"/>
                <a:gd name="connsiteX39" fmla="*/ 295215 w 362313"/>
                <a:gd name="connsiteY39" fmla="*/ 158323 h 361971"/>
                <a:gd name="connsiteX40" fmla="*/ 299049 w 362313"/>
                <a:gd name="connsiteY40" fmla="*/ 166622 h 361971"/>
                <a:gd name="connsiteX41" fmla="*/ 293298 w 362313"/>
                <a:gd name="connsiteY41" fmla="*/ 170452 h 361971"/>
                <a:gd name="connsiteX42" fmla="*/ 290742 w 362313"/>
                <a:gd name="connsiteY42" fmla="*/ 169814 h 361971"/>
                <a:gd name="connsiteX43" fmla="*/ 259431 w 362313"/>
                <a:gd name="connsiteY43" fmla="*/ 150662 h 361971"/>
                <a:gd name="connsiteX44" fmla="*/ 259431 w 362313"/>
                <a:gd name="connsiteY44" fmla="*/ 199180 h 361971"/>
                <a:gd name="connsiteX45" fmla="*/ 293298 w 362313"/>
                <a:gd name="connsiteY45" fmla="*/ 19854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62313" h="361971">
                  <a:moveTo>
                    <a:pt x="181474" y="0"/>
                  </a:moveTo>
                  <a:cubicBezTo>
                    <a:pt x="81152" y="0"/>
                    <a:pt x="0" y="81076"/>
                    <a:pt x="0" y="180667"/>
                  </a:cubicBezTo>
                  <a:cubicBezTo>
                    <a:pt x="0" y="280895"/>
                    <a:pt x="81152" y="361971"/>
                    <a:pt x="180835" y="361971"/>
                  </a:cubicBezTo>
                  <a:cubicBezTo>
                    <a:pt x="281157" y="361971"/>
                    <a:pt x="362310" y="280895"/>
                    <a:pt x="362310" y="181305"/>
                  </a:cubicBezTo>
                  <a:cubicBezTo>
                    <a:pt x="362310" y="181305"/>
                    <a:pt x="362310" y="181305"/>
                    <a:pt x="362310" y="181305"/>
                  </a:cubicBezTo>
                  <a:cubicBezTo>
                    <a:pt x="362948" y="81076"/>
                    <a:pt x="281796" y="0"/>
                    <a:pt x="181474" y="0"/>
                  </a:cubicBezTo>
                  <a:close/>
                  <a:moveTo>
                    <a:pt x="293298" y="198542"/>
                  </a:moveTo>
                  <a:cubicBezTo>
                    <a:pt x="297132" y="198542"/>
                    <a:pt x="299688" y="201095"/>
                    <a:pt x="299688" y="204926"/>
                  </a:cubicBezTo>
                  <a:cubicBezTo>
                    <a:pt x="299688" y="208756"/>
                    <a:pt x="297132" y="211310"/>
                    <a:pt x="293298" y="211310"/>
                  </a:cubicBezTo>
                  <a:lnTo>
                    <a:pt x="260071" y="211310"/>
                  </a:lnTo>
                  <a:lnTo>
                    <a:pt x="260071" y="244506"/>
                  </a:lnTo>
                  <a:cubicBezTo>
                    <a:pt x="260071" y="248337"/>
                    <a:pt x="257514" y="250890"/>
                    <a:pt x="253681" y="250890"/>
                  </a:cubicBezTo>
                  <a:cubicBezTo>
                    <a:pt x="249847" y="250890"/>
                    <a:pt x="247291" y="248337"/>
                    <a:pt x="247291" y="244506"/>
                  </a:cubicBezTo>
                  <a:lnTo>
                    <a:pt x="247291" y="211310"/>
                  </a:lnTo>
                  <a:lnTo>
                    <a:pt x="116936" y="211310"/>
                  </a:lnTo>
                  <a:lnTo>
                    <a:pt x="116936" y="244506"/>
                  </a:lnTo>
                  <a:cubicBezTo>
                    <a:pt x="116936" y="248337"/>
                    <a:pt x="114380" y="250890"/>
                    <a:pt x="110546" y="250890"/>
                  </a:cubicBezTo>
                  <a:cubicBezTo>
                    <a:pt x="106712" y="250890"/>
                    <a:pt x="104156" y="248337"/>
                    <a:pt x="104156" y="244506"/>
                  </a:cubicBezTo>
                  <a:lnTo>
                    <a:pt x="104156" y="211310"/>
                  </a:lnTo>
                  <a:lnTo>
                    <a:pt x="70928" y="211310"/>
                  </a:lnTo>
                  <a:cubicBezTo>
                    <a:pt x="67094" y="211310"/>
                    <a:pt x="64538" y="208756"/>
                    <a:pt x="64538" y="204926"/>
                  </a:cubicBezTo>
                  <a:cubicBezTo>
                    <a:pt x="64538" y="201095"/>
                    <a:pt x="67094" y="198542"/>
                    <a:pt x="70928" y="198542"/>
                  </a:cubicBezTo>
                  <a:lnTo>
                    <a:pt x="104156" y="198542"/>
                  </a:lnTo>
                  <a:lnTo>
                    <a:pt x="104156" y="150024"/>
                  </a:lnTo>
                  <a:cubicBezTo>
                    <a:pt x="95210" y="158323"/>
                    <a:pt x="84347" y="164707"/>
                    <a:pt x="72845" y="169176"/>
                  </a:cubicBezTo>
                  <a:cubicBezTo>
                    <a:pt x="72206" y="169176"/>
                    <a:pt x="71567" y="169814"/>
                    <a:pt x="70289" y="169814"/>
                  </a:cubicBezTo>
                  <a:cubicBezTo>
                    <a:pt x="66455" y="169814"/>
                    <a:pt x="63899" y="166622"/>
                    <a:pt x="63899" y="163430"/>
                  </a:cubicBezTo>
                  <a:cubicBezTo>
                    <a:pt x="63899" y="160876"/>
                    <a:pt x="65816" y="158323"/>
                    <a:pt x="67733" y="157684"/>
                  </a:cubicBezTo>
                  <a:cubicBezTo>
                    <a:pt x="81791" y="152577"/>
                    <a:pt x="93932" y="143001"/>
                    <a:pt x="103517" y="131510"/>
                  </a:cubicBezTo>
                  <a:lnTo>
                    <a:pt x="103517" y="118104"/>
                  </a:lnTo>
                  <a:cubicBezTo>
                    <a:pt x="103517" y="114273"/>
                    <a:pt x="106073" y="111720"/>
                    <a:pt x="109907" y="111720"/>
                  </a:cubicBezTo>
                  <a:cubicBezTo>
                    <a:pt x="113741" y="111720"/>
                    <a:pt x="116297" y="114273"/>
                    <a:pt x="116297" y="118104"/>
                  </a:cubicBezTo>
                  <a:lnTo>
                    <a:pt x="116297" y="131510"/>
                  </a:lnTo>
                  <a:cubicBezTo>
                    <a:pt x="131633" y="151939"/>
                    <a:pt x="155914" y="164068"/>
                    <a:pt x="181474" y="163430"/>
                  </a:cubicBezTo>
                  <a:cubicBezTo>
                    <a:pt x="207034" y="163430"/>
                    <a:pt x="231316" y="151939"/>
                    <a:pt x="246652" y="131510"/>
                  </a:cubicBezTo>
                  <a:lnTo>
                    <a:pt x="246652" y="118104"/>
                  </a:lnTo>
                  <a:cubicBezTo>
                    <a:pt x="246652" y="114273"/>
                    <a:pt x="249208" y="111720"/>
                    <a:pt x="253042" y="111720"/>
                  </a:cubicBezTo>
                  <a:cubicBezTo>
                    <a:pt x="256876" y="111720"/>
                    <a:pt x="259431" y="114273"/>
                    <a:pt x="259431" y="118104"/>
                  </a:cubicBezTo>
                  <a:lnTo>
                    <a:pt x="259431" y="132148"/>
                  </a:lnTo>
                  <a:cubicBezTo>
                    <a:pt x="268377" y="144278"/>
                    <a:pt x="281157" y="153216"/>
                    <a:pt x="295215" y="158323"/>
                  </a:cubicBezTo>
                  <a:cubicBezTo>
                    <a:pt x="298410" y="159600"/>
                    <a:pt x="300327" y="163430"/>
                    <a:pt x="299049" y="166622"/>
                  </a:cubicBezTo>
                  <a:cubicBezTo>
                    <a:pt x="297771" y="169176"/>
                    <a:pt x="295854" y="170452"/>
                    <a:pt x="293298" y="170452"/>
                  </a:cubicBezTo>
                  <a:cubicBezTo>
                    <a:pt x="292659" y="170452"/>
                    <a:pt x="292020" y="170452"/>
                    <a:pt x="290742" y="169814"/>
                  </a:cubicBezTo>
                  <a:cubicBezTo>
                    <a:pt x="279240" y="165345"/>
                    <a:pt x="269016" y="158961"/>
                    <a:pt x="259431" y="150662"/>
                  </a:cubicBezTo>
                  <a:lnTo>
                    <a:pt x="259431" y="199180"/>
                  </a:lnTo>
                  <a:lnTo>
                    <a:pt x="293298" y="198542"/>
                  </a:lnTo>
                  <a:close/>
                </a:path>
              </a:pathLst>
            </a:custGeom>
            <a:solidFill>
              <a:srgbClr val="0076A8"/>
            </a:solidFill>
            <a:ln w="6390" cap="flat">
              <a:noFill/>
              <a:prstDash val="solid"/>
              <a:miter/>
            </a:ln>
          </p:spPr>
          <p:txBody>
            <a:bodyPr rtlCol="0" anchor="ctr"/>
            <a:lstStyle/>
            <a:p>
              <a:endParaRPr lang="en-US"/>
            </a:p>
          </p:txBody>
        </p:sp>
        <p:sp>
          <p:nvSpPr>
            <p:cNvPr id="1163" name="Graphic 4">
              <a:extLst>
                <a:ext uri="{FF2B5EF4-FFF2-40B4-BE49-F238E27FC236}">
                  <a16:creationId xmlns:a16="http://schemas.microsoft.com/office/drawing/2014/main" id="{C07F5495-3528-DE4A-AF0C-CDA94409E6D4}"/>
                </a:ext>
              </a:extLst>
            </p:cNvPr>
            <p:cNvSpPr/>
            <p:nvPr/>
          </p:nvSpPr>
          <p:spPr>
            <a:xfrm>
              <a:off x="2068422" y="3974191"/>
              <a:ext cx="130354" cy="48518"/>
            </a:xfrm>
            <a:custGeom>
              <a:avLst/>
              <a:gdLst>
                <a:gd name="connsiteX0" fmla="*/ 65177 w 130354"/>
                <a:gd name="connsiteY0" fmla="*/ 25536 h 48518"/>
                <a:gd name="connsiteX1" fmla="*/ 0 w 130354"/>
                <a:gd name="connsiteY1" fmla="*/ 0 h 48518"/>
                <a:gd name="connsiteX2" fmla="*/ 0 w 130354"/>
                <a:gd name="connsiteY2" fmla="*/ 48518 h 48518"/>
                <a:gd name="connsiteX3" fmla="*/ 130355 w 130354"/>
                <a:gd name="connsiteY3" fmla="*/ 48518 h 48518"/>
                <a:gd name="connsiteX4" fmla="*/ 130355 w 130354"/>
                <a:gd name="connsiteY4" fmla="*/ 0 h 48518"/>
                <a:gd name="connsiteX5" fmla="*/ 65177 w 130354"/>
                <a:gd name="connsiteY5" fmla="*/ 25536 h 4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354" h="48518">
                  <a:moveTo>
                    <a:pt x="65177" y="25536"/>
                  </a:moveTo>
                  <a:cubicBezTo>
                    <a:pt x="40896" y="25536"/>
                    <a:pt x="17892" y="16598"/>
                    <a:pt x="0" y="0"/>
                  </a:cubicBezTo>
                  <a:lnTo>
                    <a:pt x="0" y="48518"/>
                  </a:lnTo>
                  <a:lnTo>
                    <a:pt x="130355" y="48518"/>
                  </a:lnTo>
                  <a:lnTo>
                    <a:pt x="130355" y="0"/>
                  </a:lnTo>
                  <a:cubicBezTo>
                    <a:pt x="113102" y="15960"/>
                    <a:pt x="89459" y="25536"/>
                    <a:pt x="65177" y="25536"/>
                  </a:cubicBezTo>
                  <a:close/>
                </a:path>
              </a:pathLst>
            </a:custGeom>
            <a:solidFill>
              <a:srgbClr val="0076A8"/>
            </a:solidFill>
            <a:ln w="6390" cap="flat">
              <a:noFill/>
              <a:prstDash val="solid"/>
              <a:miter/>
            </a:ln>
          </p:spPr>
          <p:txBody>
            <a:bodyPr rtlCol="0" anchor="ctr"/>
            <a:lstStyle/>
            <a:p>
              <a:endParaRPr lang="en-US"/>
            </a:p>
          </p:txBody>
        </p:sp>
      </p:grpSp>
      <p:grpSp>
        <p:nvGrpSpPr>
          <p:cNvPr id="1164" name="Graphic 4">
            <a:extLst>
              <a:ext uri="{FF2B5EF4-FFF2-40B4-BE49-F238E27FC236}">
                <a16:creationId xmlns:a16="http://schemas.microsoft.com/office/drawing/2014/main" id="{7782FA95-B183-A348-971E-D1F3245A586A}"/>
              </a:ext>
            </a:extLst>
          </p:cNvPr>
          <p:cNvGrpSpPr>
            <a:grpSpLocks noChangeAspect="1"/>
          </p:cNvGrpSpPr>
          <p:nvPr/>
        </p:nvGrpSpPr>
        <p:grpSpPr>
          <a:xfrm>
            <a:off x="1952125" y="4308712"/>
            <a:ext cx="362313" cy="361971"/>
            <a:chOff x="1952125" y="4308712"/>
            <a:chExt cx="362313" cy="361971"/>
          </a:xfrm>
          <a:solidFill>
            <a:srgbClr val="0076A8"/>
          </a:solidFill>
        </p:grpSpPr>
        <p:sp>
          <p:nvSpPr>
            <p:cNvPr id="1165" name="Graphic 4">
              <a:extLst>
                <a:ext uri="{FF2B5EF4-FFF2-40B4-BE49-F238E27FC236}">
                  <a16:creationId xmlns:a16="http://schemas.microsoft.com/office/drawing/2014/main" id="{4EDC05A6-48CE-8D4D-832C-D5EB4764FE9C}"/>
                </a:ext>
              </a:extLst>
            </p:cNvPr>
            <p:cNvSpPr/>
            <p:nvPr/>
          </p:nvSpPr>
          <p:spPr>
            <a:xfrm>
              <a:off x="2055642" y="4461927"/>
              <a:ext cx="30671" cy="28727"/>
            </a:xfrm>
            <a:custGeom>
              <a:avLst/>
              <a:gdLst>
                <a:gd name="connsiteX0" fmla="*/ 30672 w 30671"/>
                <a:gd name="connsiteY0" fmla="*/ 0 h 28727"/>
                <a:gd name="connsiteX1" fmla="*/ 0 w 30671"/>
                <a:gd name="connsiteY1" fmla="*/ 28728 h 28727"/>
                <a:gd name="connsiteX2" fmla="*/ 30672 w 30671"/>
                <a:gd name="connsiteY2" fmla="*/ 28728 h 28727"/>
                <a:gd name="connsiteX3" fmla="*/ 30672 w 30671"/>
                <a:gd name="connsiteY3" fmla="*/ 0 h 28727"/>
              </a:gdLst>
              <a:ahLst/>
              <a:cxnLst>
                <a:cxn ang="0">
                  <a:pos x="connsiteX0" y="connsiteY0"/>
                </a:cxn>
                <a:cxn ang="0">
                  <a:pos x="connsiteX1" y="connsiteY1"/>
                </a:cxn>
                <a:cxn ang="0">
                  <a:pos x="connsiteX2" y="connsiteY2"/>
                </a:cxn>
                <a:cxn ang="0">
                  <a:pos x="connsiteX3" y="connsiteY3"/>
                </a:cxn>
              </a:cxnLst>
              <a:rect l="l" t="t" r="r" b="b"/>
              <a:pathLst>
                <a:path w="30671" h="28727">
                  <a:moveTo>
                    <a:pt x="30672" y="0"/>
                  </a:moveTo>
                  <a:cubicBezTo>
                    <a:pt x="19170" y="8299"/>
                    <a:pt x="8307" y="17875"/>
                    <a:pt x="0" y="28728"/>
                  </a:cubicBezTo>
                  <a:lnTo>
                    <a:pt x="30672" y="28728"/>
                  </a:lnTo>
                  <a:lnTo>
                    <a:pt x="30672" y="0"/>
                  </a:lnTo>
                  <a:close/>
                </a:path>
              </a:pathLst>
            </a:custGeom>
            <a:solidFill>
              <a:srgbClr val="0076A8"/>
            </a:solidFill>
            <a:ln w="6390" cap="flat">
              <a:noFill/>
              <a:prstDash val="solid"/>
              <a:miter/>
            </a:ln>
          </p:spPr>
          <p:txBody>
            <a:bodyPr rtlCol="0" anchor="ctr"/>
            <a:lstStyle/>
            <a:p>
              <a:endParaRPr lang="en-US"/>
            </a:p>
          </p:txBody>
        </p:sp>
        <p:sp>
          <p:nvSpPr>
            <p:cNvPr id="1166" name="Graphic 4">
              <a:extLst>
                <a:ext uri="{FF2B5EF4-FFF2-40B4-BE49-F238E27FC236}">
                  <a16:creationId xmlns:a16="http://schemas.microsoft.com/office/drawing/2014/main" id="{B8FD3BC8-40BC-8F42-8990-5DFAF4D143C8}"/>
                </a:ext>
              </a:extLst>
            </p:cNvPr>
            <p:cNvSpPr/>
            <p:nvPr/>
          </p:nvSpPr>
          <p:spPr>
            <a:xfrm>
              <a:off x="2139989" y="4447244"/>
              <a:ext cx="28754" cy="44049"/>
            </a:xfrm>
            <a:custGeom>
              <a:avLst/>
              <a:gdLst>
                <a:gd name="connsiteX0" fmla="*/ 0 w 28754"/>
                <a:gd name="connsiteY0" fmla="*/ 0 h 44049"/>
                <a:gd name="connsiteX1" fmla="*/ 0 w 28754"/>
                <a:gd name="connsiteY1" fmla="*/ 44050 h 44049"/>
                <a:gd name="connsiteX2" fmla="*/ 28116 w 28754"/>
                <a:gd name="connsiteY2" fmla="*/ 44050 h 44049"/>
                <a:gd name="connsiteX3" fmla="*/ 28116 w 28754"/>
                <a:gd name="connsiteY3" fmla="*/ 9576 h 44049"/>
                <a:gd name="connsiteX4" fmla="*/ 28755 w 28754"/>
                <a:gd name="connsiteY4" fmla="*/ 7661 h 44049"/>
                <a:gd name="connsiteX5" fmla="*/ 0 w 28754"/>
                <a:gd name="connsiteY5" fmla="*/ 0 h 44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754" h="44049">
                  <a:moveTo>
                    <a:pt x="0" y="0"/>
                  </a:moveTo>
                  <a:lnTo>
                    <a:pt x="0" y="44050"/>
                  </a:lnTo>
                  <a:lnTo>
                    <a:pt x="28116" y="44050"/>
                  </a:lnTo>
                  <a:lnTo>
                    <a:pt x="28116" y="9576"/>
                  </a:lnTo>
                  <a:cubicBezTo>
                    <a:pt x="28116" y="8938"/>
                    <a:pt x="28116" y="8299"/>
                    <a:pt x="28755" y="7661"/>
                  </a:cubicBezTo>
                  <a:cubicBezTo>
                    <a:pt x="19809" y="3830"/>
                    <a:pt x="10224" y="638"/>
                    <a:pt x="0" y="0"/>
                  </a:cubicBezTo>
                  <a:close/>
                </a:path>
              </a:pathLst>
            </a:custGeom>
            <a:solidFill>
              <a:srgbClr val="0076A8"/>
            </a:solidFill>
            <a:ln w="6390" cap="flat">
              <a:noFill/>
              <a:prstDash val="solid"/>
              <a:miter/>
            </a:ln>
          </p:spPr>
          <p:txBody>
            <a:bodyPr rtlCol="0" anchor="ctr"/>
            <a:lstStyle/>
            <a:p>
              <a:endParaRPr lang="en-US"/>
            </a:p>
          </p:txBody>
        </p:sp>
        <p:sp>
          <p:nvSpPr>
            <p:cNvPr id="1167" name="Graphic 4">
              <a:extLst>
                <a:ext uri="{FF2B5EF4-FFF2-40B4-BE49-F238E27FC236}">
                  <a16:creationId xmlns:a16="http://schemas.microsoft.com/office/drawing/2014/main" id="{63E44199-B575-0446-82D9-0D707B683100}"/>
                </a:ext>
              </a:extLst>
            </p:cNvPr>
            <p:cNvSpPr/>
            <p:nvPr/>
          </p:nvSpPr>
          <p:spPr>
            <a:xfrm>
              <a:off x="2098455" y="4447244"/>
              <a:ext cx="28754" cy="44049"/>
            </a:xfrm>
            <a:custGeom>
              <a:avLst/>
              <a:gdLst>
                <a:gd name="connsiteX0" fmla="*/ 639 w 28754"/>
                <a:gd name="connsiteY0" fmla="*/ 9576 h 44049"/>
                <a:gd name="connsiteX1" fmla="*/ 639 w 28754"/>
                <a:gd name="connsiteY1" fmla="*/ 44050 h 44049"/>
                <a:gd name="connsiteX2" fmla="*/ 28755 w 28754"/>
                <a:gd name="connsiteY2" fmla="*/ 44050 h 44049"/>
                <a:gd name="connsiteX3" fmla="*/ 28755 w 28754"/>
                <a:gd name="connsiteY3" fmla="*/ 0 h 44049"/>
                <a:gd name="connsiteX4" fmla="*/ 0 w 28754"/>
                <a:gd name="connsiteY4" fmla="*/ 7661 h 44049"/>
                <a:gd name="connsiteX5" fmla="*/ 639 w 28754"/>
                <a:gd name="connsiteY5" fmla="*/ 9576 h 44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754" h="44049">
                  <a:moveTo>
                    <a:pt x="639" y="9576"/>
                  </a:moveTo>
                  <a:lnTo>
                    <a:pt x="639" y="44050"/>
                  </a:lnTo>
                  <a:lnTo>
                    <a:pt x="28755" y="44050"/>
                  </a:lnTo>
                  <a:lnTo>
                    <a:pt x="28755" y="0"/>
                  </a:lnTo>
                  <a:cubicBezTo>
                    <a:pt x="18531" y="638"/>
                    <a:pt x="8946" y="3830"/>
                    <a:pt x="0" y="7661"/>
                  </a:cubicBezTo>
                  <a:cubicBezTo>
                    <a:pt x="639" y="8299"/>
                    <a:pt x="639" y="8938"/>
                    <a:pt x="639" y="9576"/>
                  </a:cubicBezTo>
                  <a:close/>
                </a:path>
              </a:pathLst>
            </a:custGeom>
            <a:solidFill>
              <a:srgbClr val="0076A8"/>
            </a:solidFill>
            <a:ln w="6390" cap="flat">
              <a:noFill/>
              <a:prstDash val="solid"/>
              <a:miter/>
            </a:ln>
          </p:spPr>
          <p:txBody>
            <a:bodyPr rtlCol="0" anchor="ctr"/>
            <a:lstStyle/>
            <a:p>
              <a:endParaRPr lang="en-US"/>
            </a:p>
          </p:txBody>
        </p:sp>
        <p:sp>
          <p:nvSpPr>
            <p:cNvPr id="1168" name="Graphic 4">
              <a:extLst>
                <a:ext uri="{FF2B5EF4-FFF2-40B4-BE49-F238E27FC236}">
                  <a16:creationId xmlns:a16="http://schemas.microsoft.com/office/drawing/2014/main" id="{8A913E1B-4D8B-0042-B54F-4D5C384D0E69}"/>
                </a:ext>
              </a:extLst>
            </p:cNvPr>
            <p:cNvSpPr/>
            <p:nvPr/>
          </p:nvSpPr>
          <p:spPr>
            <a:xfrm>
              <a:off x="1952125" y="4308712"/>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296493 w 362313"/>
                <a:gd name="connsiteY7" fmla="*/ 195350 h 361971"/>
                <a:gd name="connsiteX8" fmla="*/ 286269 w 362313"/>
                <a:gd name="connsiteY8" fmla="*/ 195350 h 361971"/>
                <a:gd name="connsiteX9" fmla="*/ 286269 w 362313"/>
                <a:gd name="connsiteY9" fmla="*/ 229823 h 361971"/>
                <a:gd name="connsiteX10" fmla="*/ 279879 w 362313"/>
                <a:gd name="connsiteY10" fmla="*/ 236207 h 361971"/>
                <a:gd name="connsiteX11" fmla="*/ 273489 w 362313"/>
                <a:gd name="connsiteY11" fmla="*/ 229823 h 361971"/>
                <a:gd name="connsiteX12" fmla="*/ 273489 w 362313"/>
                <a:gd name="connsiteY12" fmla="*/ 195350 h 361971"/>
                <a:gd name="connsiteX13" fmla="*/ 89459 w 362313"/>
                <a:gd name="connsiteY13" fmla="*/ 195350 h 361971"/>
                <a:gd name="connsiteX14" fmla="*/ 89459 w 362313"/>
                <a:gd name="connsiteY14" fmla="*/ 229823 h 361971"/>
                <a:gd name="connsiteX15" fmla="*/ 83069 w 362313"/>
                <a:gd name="connsiteY15" fmla="*/ 236207 h 361971"/>
                <a:gd name="connsiteX16" fmla="*/ 76679 w 362313"/>
                <a:gd name="connsiteY16" fmla="*/ 229823 h 361971"/>
                <a:gd name="connsiteX17" fmla="*/ 76679 w 362313"/>
                <a:gd name="connsiteY17" fmla="*/ 195350 h 361971"/>
                <a:gd name="connsiteX18" fmla="*/ 67094 w 362313"/>
                <a:gd name="connsiteY18" fmla="*/ 195350 h 361971"/>
                <a:gd name="connsiteX19" fmla="*/ 60704 w 362313"/>
                <a:gd name="connsiteY19" fmla="*/ 188966 h 361971"/>
                <a:gd name="connsiteX20" fmla="*/ 67094 w 362313"/>
                <a:gd name="connsiteY20" fmla="*/ 182582 h 361971"/>
                <a:gd name="connsiteX21" fmla="*/ 77318 w 362313"/>
                <a:gd name="connsiteY21" fmla="*/ 182582 h 361971"/>
                <a:gd name="connsiteX22" fmla="*/ 77318 w 362313"/>
                <a:gd name="connsiteY22" fmla="*/ 164707 h 361971"/>
                <a:gd name="connsiteX23" fmla="*/ 83708 w 362313"/>
                <a:gd name="connsiteY23" fmla="*/ 158323 h 361971"/>
                <a:gd name="connsiteX24" fmla="*/ 90098 w 362313"/>
                <a:gd name="connsiteY24" fmla="*/ 164707 h 361971"/>
                <a:gd name="connsiteX25" fmla="*/ 90098 w 362313"/>
                <a:gd name="connsiteY25" fmla="*/ 180028 h 361971"/>
                <a:gd name="connsiteX26" fmla="*/ 182113 w 362313"/>
                <a:gd name="connsiteY26" fmla="*/ 125765 h 361971"/>
                <a:gd name="connsiteX27" fmla="*/ 274128 w 362313"/>
                <a:gd name="connsiteY27" fmla="*/ 180028 h 361971"/>
                <a:gd name="connsiteX28" fmla="*/ 274128 w 362313"/>
                <a:gd name="connsiteY28" fmla="*/ 164707 h 361971"/>
                <a:gd name="connsiteX29" fmla="*/ 280518 w 362313"/>
                <a:gd name="connsiteY29" fmla="*/ 158323 h 361971"/>
                <a:gd name="connsiteX30" fmla="*/ 286908 w 362313"/>
                <a:gd name="connsiteY30" fmla="*/ 164707 h 361971"/>
                <a:gd name="connsiteX31" fmla="*/ 286908 w 362313"/>
                <a:gd name="connsiteY31" fmla="*/ 182582 h 361971"/>
                <a:gd name="connsiteX32" fmla="*/ 297132 w 362313"/>
                <a:gd name="connsiteY32" fmla="*/ 182582 h 361971"/>
                <a:gd name="connsiteX33" fmla="*/ 303522 w 362313"/>
                <a:gd name="connsiteY33" fmla="*/ 188966 h 361971"/>
                <a:gd name="connsiteX34" fmla="*/ 296493 w 362313"/>
                <a:gd name="connsiteY34" fmla="*/ 19535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lnTo>
                    <a:pt x="181474" y="0"/>
                  </a:lnTo>
                  <a:close/>
                  <a:moveTo>
                    <a:pt x="296493" y="195350"/>
                  </a:moveTo>
                  <a:lnTo>
                    <a:pt x="286269" y="195350"/>
                  </a:lnTo>
                  <a:lnTo>
                    <a:pt x="286269" y="229823"/>
                  </a:lnTo>
                  <a:cubicBezTo>
                    <a:pt x="286269" y="233654"/>
                    <a:pt x="283713" y="236207"/>
                    <a:pt x="279879" y="236207"/>
                  </a:cubicBezTo>
                  <a:cubicBezTo>
                    <a:pt x="276045" y="236207"/>
                    <a:pt x="273489" y="233654"/>
                    <a:pt x="273489" y="229823"/>
                  </a:cubicBezTo>
                  <a:lnTo>
                    <a:pt x="273489" y="195350"/>
                  </a:lnTo>
                  <a:lnTo>
                    <a:pt x="89459" y="195350"/>
                  </a:lnTo>
                  <a:lnTo>
                    <a:pt x="89459" y="229823"/>
                  </a:lnTo>
                  <a:cubicBezTo>
                    <a:pt x="89459" y="233654"/>
                    <a:pt x="86903" y="236207"/>
                    <a:pt x="83069" y="236207"/>
                  </a:cubicBezTo>
                  <a:cubicBezTo>
                    <a:pt x="79235" y="236207"/>
                    <a:pt x="76679" y="233654"/>
                    <a:pt x="76679" y="229823"/>
                  </a:cubicBezTo>
                  <a:lnTo>
                    <a:pt x="76679" y="195350"/>
                  </a:lnTo>
                  <a:lnTo>
                    <a:pt x="67094" y="195350"/>
                  </a:lnTo>
                  <a:cubicBezTo>
                    <a:pt x="63260" y="195350"/>
                    <a:pt x="60704" y="192796"/>
                    <a:pt x="60704" y="188966"/>
                  </a:cubicBezTo>
                  <a:cubicBezTo>
                    <a:pt x="60704" y="185135"/>
                    <a:pt x="63260" y="182582"/>
                    <a:pt x="67094" y="182582"/>
                  </a:cubicBezTo>
                  <a:lnTo>
                    <a:pt x="77318" y="182582"/>
                  </a:lnTo>
                  <a:lnTo>
                    <a:pt x="77318" y="164707"/>
                  </a:lnTo>
                  <a:cubicBezTo>
                    <a:pt x="77318" y="160876"/>
                    <a:pt x="79874" y="158323"/>
                    <a:pt x="83708" y="158323"/>
                  </a:cubicBezTo>
                  <a:cubicBezTo>
                    <a:pt x="87542" y="158323"/>
                    <a:pt x="90098" y="160876"/>
                    <a:pt x="90098" y="164707"/>
                  </a:cubicBezTo>
                  <a:lnTo>
                    <a:pt x="90098" y="180028"/>
                  </a:lnTo>
                  <a:cubicBezTo>
                    <a:pt x="115658" y="144916"/>
                    <a:pt x="148247" y="125765"/>
                    <a:pt x="182113" y="125765"/>
                  </a:cubicBezTo>
                  <a:cubicBezTo>
                    <a:pt x="215980" y="125765"/>
                    <a:pt x="247929" y="144916"/>
                    <a:pt x="274128" y="180028"/>
                  </a:cubicBezTo>
                  <a:lnTo>
                    <a:pt x="274128" y="164707"/>
                  </a:lnTo>
                  <a:cubicBezTo>
                    <a:pt x="274128" y="160876"/>
                    <a:pt x="276684" y="158323"/>
                    <a:pt x="280518" y="158323"/>
                  </a:cubicBezTo>
                  <a:cubicBezTo>
                    <a:pt x="284352" y="158323"/>
                    <a:pt x="286908" y="160876"/>
                    <a:pt x="286908" y="164707"/>
                  </a:cubicBezTo>
                  <a:lnTo>
                    <a:pt x="286908" y="182582"/>
                  </a:lnTo>
                  <a:lnTo>
                    <a:pt x="297132" y="182582"/>
                  </a:lnTo>
                  <a:cubicBezTo>
                    <a:pt x="300966" y="182582"/>
                    <a:pt x="303522" y="185135"/>
                    <a:pt x="303522" y="188966"/>
                  </a:cubicBezTo>
                  <a:cubicBezTo>
                    <a:pt x="303522" y="192796"/>
                    <a:pt x="299688" y="195350"/>
                    <a:pt x="296493" y="195350"/>
                  </a:cubicBezTo>
                  <a:close/>
                </a:path>
              </a:pathLst>
            </a:custGeom>
            <a:solidFill>
              <a:srgbClr val="0076A8"/>
            </a:solidFill>
            <a:ln w="6390" cap="flat">
              <a:noFill/>
              <a:prstDash val="solid"/>
              <a:miter/>
            </a:ln>
          </p:spPr>
          <p:txBody>
            <a:bodyPr rtlCol="0" anchor="ctr"/>
            <a:lstStyle/>
            <a:p>
              <a:endParaRPr lang="en-US"/>
            </a:p>
          </p:txBody>
        </p:sp>
        <p:sp>
          <p:nvSpPr>
            <p:cNvPr id="1169" name="Graphic 4">
              <a:extLst>
                <a:ext uri="{FF2B5EF4-FFF2-40B4-BE49-F238E27FC236}">
                  <a16:creationId xmlns:a16="http://schemas.microsoft.com/office/drawing/2014/main" id="{3631FBD5-4053-4849-B9E0-DB4CB2F04ED5}"/>
                </a:ext>
              </a:extLst>
            </p:cNvPr>
            <p:cNvSpPr/>
            <p:nvPr/>
          </p:nvSpPr>
          <p:spPr>
            <a:xfrm>
              <a:off x="2180885" y="4461927"/>
              <a:ext cx="30671" cy="28727"/>
            </a:xfrm>
            <a:custGeom>
              <a:avLst/>
              <a:gdLst>
                <a:gd name="connsiteX0" fmla="*/ 0 w 30671"/>
                <a:gd name="connsiteY0" fmla="*/ 0 h 28727"/>
                <a:gd name="connsiteX1" fmla="*/ 0 w 30671"/>
                <a:gd name="connsiteY1" fmla="*/ 28728 h 28727"/>
                <a:gd name="connsiteX2" fmla="*/ 30672 w 30671"/>
                <a:gd name="connsiteY2" fmla="*/ 28728 h 28727"/>
                <a:gd name="connsiteX3" fmla="*/ 0 w 30671"/>
                <a:gd name="connsiteY3" fmla="*/ 0 h 28727"/>
              </a:gdLst>
              <a:ahLst/>
              <a:cxnLst>
                <a:cxn ang="0">
                  <a:pos x="connsiteX0" y="connsiteY0"/>
                </a:cxn>
                <a:cxn ang="0">
                  <a:pos x="connsiteX1" y="connsiteY1"/>
                </a:cxn>
                <a:cxn ang="0">
                  <a:pos x="connsiteX2" y="connsiteY2"/>
                </a:cxn>
                <a:cxn ang="0">
                  <a:pos x="connsiteX3" y="connsiteY3"/>
                </a:cxn>
              </a:cxnLst>
              <a:rect l="l" t="t" r="r" b="b"/>
              <a:pathLst>
                <a:path w="30671" h="28727">
                  <a:moveTo>
                    <a:pt x="0" y="0"/>
                  </a:moveTo>
                  <a:lnTo>
                    <a:pt x="0" y="28728"/>
                  </a:lnTo>
                  <a:lnTo>
                    <a:pt x="30672" y="28728"/>
                  </a:lnTo>
                  <a:cubicBezTo>
                    <a:pt x="22365" y="17875"/>
                    <a:pt x="12141" y="8299"/>
                    <a:pt x="0" y="0"/>
                  </a:cubicBezTo>
                  <a:close/>
                </a:path>
              </a:pathLst>
            </a:custGeom>
            <a:solidFill>
              <a:srgbClr val="0076A8"/>
            </a:solidFill>
            <a:ln w="6390" cap="flat">
              <a:noFill/>
              <a:prstDash val="solid"/>
              <a:miter/>
            </a:ln>
          </p:spPr>
          <p:txBody>
            <a:bodyPr rtlCol="0" anchor="ctr"/>
            <a:lstStyle/>
            <a:p>
              <a:endParaRPr lang="en-US"/>
            </a:p>
          </p:txBody>
        </p:sp>
      </p:grpSp>
      <p:grpSp>
        <p:nvGrpSpPr>
          <p:cNvPr id="1170" name="Graphic 4">
            <a:extLst>
              <a:ext uri="{FF2B5EF4-FFF2-40B4-BE49-F238E27FC236}">
                <a16:creationId xmlns:a16="http://schemas.microsoft.com/office/drawing/2014/main" id="{A5A6A93E-6022-A14F-B8A0-89E80FD69AE1}"/>
              </a:ext>
            </a:extLst>
          </p:cNvPr>
          <p:cNvGrpSpPr>
            <a:grpSpLocks noChangeAspect="1"/>
          </p:cNvGrpSpPr>
          <p:nvPr/>
        </p:nvGrpSpPr>
        <p:grpSpPr>
          <a:xfrm>
            <a:off x="1952125" y="3339623"/>
            <a:ext cx="362313" cy="361971"/>
            <a:chOff x="1952125" y="3339623"/>
            <a:chExt cx="362313" cy="361971"/>
          </a:xfrm>
          <a:solidFill>
            <a:srgbClr val="0076A8"/>
          </a:solidFill>
        </p:grpSpPr>
        <p:sp>
          <p:nvSpPr>
            <p:cNvPr id="1171" name="Graphic 4">
              <a:extLst>
                <a:ext uri="{FF2B5EF4-FFF2-40B4-BE49-F238E27FC236}">
                  <a16:creationId xmlns:a16="http://schemas.microsoft.com/office/drawing/2014/main" id="{E4D3B7D4-651B-5644-B26C-C577CA4128AE}"/>
                </a:ext>
              </a:extLst>
            </p:cNvPr>
            <p:cNvSpPr/>
            <p:nvPr/>
          </p:nvSpPr>
          <p:spPr>
            <a:xfrm>
              <a:off x="2070978" y="3485817"/>
              <a:ext cx="125242" cy="45964"/>
            </a:xfrm>
            <a:custGeom>
              <a:avLst/>
              <a:gdLst>
                <a:gd name="connsiteX0" fmla="*/ 62621 w 125242"/>
                <a:gd name="connsiteY0" fmla="*/ 24259 h 45964"/>
                <a:gd name="connsiteX1" fmla="*/ 0 w 125242"/>
                <a:gd name="connsiteY1" fmla="*/ 0 h 45964"/>
                <a:gd name="connsiteX2" fmla="*/ 0 w 125242"/>
                <a:gd name="connsiteY2" fmla="*/ 45964 h 45964"/>
                <a:gd name="connsiteX3" fmla="*/ 125243 w 125242"/>
                <a:gd name="connsiteY3" fmla="*/ 45964 h 45964"/>
                <a:gd name="connsiteX4" fmla="*/ 125243 w 125242"/>
                <a:gd name="connsiteY4" fmla="*/ 0 h 45964"/>
                <a:gd name="connsiteX5" fmla="*/ 62621 w 125242"/>
                <a:gd name="connsiteY5" fmla="*/ 24259 h 45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242" h="45964">
                  <a:moveTo>
                    <a:pt x="62621" y="24259"/>
                  </a:moveTo>
                  <a:cubicBezTo>
                    <a:pt x="39617" y="24259"/>
                    <a:pt x="17253" y="15960"/>
                    <a:pt x="0" y="0"/>
                  </a:cubicBezTo>
                  <a:lnTo>
                    <a:pt x="0" y="45964"/>
                  </a:lnTo>
                  <a:lnTo>
                    <a:pt x="125243" y="45964"/>
                  </a:lnTo>
                  <a:lnTo>
                    <a:pt x="125243" y="0"/>
                  </a:lnTo>
                  <a:cubicBezTo>
                    <a:pt x="107990" y="15321"/>
                    <a:pt x="86264" y="24259"/>
                    <a:pt x="62621" y="24259"/>
                  </a:cubicBezTo>
                  <a:close/>
                </a:path>
              </a:pathLst>
            </a:custGeom>
            <a:solidFill>
              <a:srgbClr val="0076A8"/>
            </a:solidFill>
            <a:ln w="6390" cap="flat">
              <a:noFill/>
              <a:prstDash val="solid"/>
              <a:miter/>
            </a:ln>
          </p:spPr>
          <p:txBody>
            <a:bodyPr rtlCol="0" anchor="ctr"/>
            <a:lstStyle/>
            <a:p>
              <a:endParaRPr lang="en-US"/>
            </a:p>
          </p:txBody>
        </p:sp>
        <p:sp>
          <p:nvSpPr>
            <p:cNvPr id="1172" name="Graphic 4">
              <a:extLst>
                <a:ext uri="{FF2B5EF4-FFF2-40B4-BE49-F238E27FC236}">
                  <a16:creationId xmlns:a16="http://schemas.microsoft.com/office/drawing/2014/main" id="{39B78427-4581-F04A-8EB1-97C599AEFA21}"/>
                </a:ext>
              </a:extLst>
            </p:cNvPr>
            <p:cNvSpPr/>
            <p:nvPr/>
          </p:nvSpPr>
          <p:spPr>
            <a:xfrm>
              <a:off x="2070978" y="3543911"/>
              <a:ext cx="125242" cy="37027"/>
            </a:xfrm>
            <a:custGeom>
              <a:avLst/>
              <a:gdLst>
                <a:gd name="connsiteX0" fmla="*/ 0 w 125242"/>
                <a:gd name="connsiteY0" fmla="*/ 35750 h 37027"/>
                <a:gd name="connsiteX1" fmla="*/ 12141 w 125242"/>
                <a:gd name="connsiteY1" fmla="*/ 27451 h 37027"/>
                <a:gd name="connsiteX2" fmla="*/ 21087 w 125242"/>
                <a:gd name="connsiteY2" fmla="*/ 27451 h 37027"/>
                <a:gd name="connsiteX3" fmla="*/ 21726 w 125242"/>
                <a:gd name="connsiteY3" fmla="*/ 28090 h 37027"/>
                <a:gd name="connsiteX4" fmla="*/ 38340 w 125242"/>
                <a:gd name="connsiteY4" fmla="*/ 37027 h 37027"/>
                <a:gd name="connsiteX5" fmla="*/ 58148 w 125242"/>
                <a:gd name="connsiteY5" fmla="*/ 27451 h 37027"/>
                <a:gd name="connsiteX6" fmla="*/ 67094 w 125242"/>
                <a:gd name="connsiteY6" fmla="*/ 27451 h 37027"/>
                <a:gd name="connsiteX7" fmla="*/ 67733 w 125242"/>
                <a:gd name="connsiteY7" fmla="*/ 28090 h 37027"/>
                <a:gd name="connsiteX8" fmla="*/ 84347 w 125242"/>
                <a:gd name="connsiteY8" fmla="*/ 37027 h 37027"/>
                <a:gd name="connsiteX9" fmla="*/ 104156 w 125242"/>
                <a:gd name="connsiteY9" fmla="*/ 27451 h 37027"/>
                <a:gd name="connsiteX10" fmla="*/ 113102 w 125242"/>
                <a:gd name="connsiteY10" fmla="*/ 27451 h 37027"/>
                <a:gd name="connsiteX11" fmla="*/ 113741 w 125242"/>
                <a:gd name="connsiteY11" fmla="*/ 28090 h 37027"/>
                <a:gd name="connsiteX12" fmla="*/ 125243 w 125242"/>
                <a:gd name="connsiteY12" fmla="*/ 35750 h 37027"/>
                <a:gd name="connsiteX13" fmla="*/ 125243 w 125242"/>
                <a:gd name="connsiteY13" fmla="*/ 0 h 37027"/>
                <a:gd name="connsiteX14" fmla="*/ 0 w 125242"/>
                <a:gd name="connsiteY14" fmla="*/ 0 h 37027"/>
                <a:gd name="connsiteX15" fmla="*/ 0 w 125242"/>
                <a:gd name="connsiteY15" fmla="*/ 35750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5242" h="37027">
                  <a:moveTo>
                    <a:pt x="0" y="35750"/>
                  </a:moveTo>
                  <a:cubicBezTo>
                    <a:pt x="4473" y="33835"/>
                    <a:pt x="8946" y="31282"/>
                    <a:pt x="12141" y="27451"/>
                  </a:cubicBezTo>
                  <a:cubicBezTo>
                    <a:pt x="14697" y="24898"/>
                    <a:pt x="18531" y="24898"/>
                    <a:pt x="21087" y="27451"/>
                  </a:cubicBezTo>
                  <a:cubicBezTo>
                    <a:pt x="21087" y="27451"/>
                    <a:pt x="21726" y="28090"/>
                    <a:pt x="21726" y="28090"/>
                  </a:cubicBezTo>
                  <a:cubicBezTo>
                    <a:pt x="26199" y="33197"/>
                    <a:pt x="31950" y="36389"/>
                    <a:pt x="38340" y="37027"/>
                  </a:cubicBezTo>
                  <a:cubicBezTo>
                    <a:pt x="46007" y="37027"/>
                    <a:pt x="53036" y="33197"/>
                    <a:pt x="58148" y="27451"/>
                  </a:cubicBezTo>
                  <a:cubicBezTo>
                    <a:pt x="60704" y="24898"/>
                    <a:pt x="64538" y="24898"/>
                    <a:pt x="67094" y="27451"/>
                  </a:cubicBezTo>
                  <a:cubicBezTo>
                    <a:pt x="67094" y="27451"/>
                    <a:pt x="67733" y="28090"/>
                    <a:pt x="67733" y="28090"/>
                  </a:cubicBezTo>
                  <a:cubicBezTo>
                    <a:pt x="72206" y="33197"/>
                    <a:pt x="77957" y="36389"/>
                    <a:pt x="84347" y="37027"/>
                  </a:cubicBezTo>
                  <a:cubicBezTo>
                    <a:pt x="92015" y="37027"/>
                    <a:pt x="99044" y="33197"/>
                    <a:pt x="104156" y="27451"/>
                  </a:cubicBezTo>
                  <a:cubicBezTo>
                    <a:pt x="106712" y="24898"/>
                    <a:pt x="110546" y="24898"/>
                    <a:pt x="113102" y="27451"/>
                  </a:cubicBezTo>
                  <a:cubicBezTo>
                    <a:pt x="113102" y="27451"/>
                    <a:pt x="113741" y="28090"/>
                    <a:pt x="113741" y="28090"/>
                  </a:cubicBezTo>
                  <a:cubicBezTo>
                    <a:pt x="116936" y="31920"/>
                    <a:pt x="120770" y="34474"/>
                    <a:pt x="125243" y="35750"/>
                  </a:cubicBezTo>
                  <a:lnTo>
                    <a:pt x="125243" y="0"/>
                  </a:lnTo>
                  <a:lnTo>
                    <a:pt x="0" y="0"/>
                  </a:lnTo>
                  <a:lnTo>
                    <a:pt x="0" y="35750"/>
                  </a:lnTo>
                  <a:close/>
                </a:path>
              </a:pathLst>
            </a:custGeom>
            <a:solidFill>
              <a:srgbClr val="0076A8"/>
            </a:solidFill>
            <a:ln w="6390" cap="flat">
              <a:noFill/>
              <a:prstDash val="solid"/>
              <a:miter/>
            </a:ln>
          </p:spPr>
          <p:txBody>
            <a:bodyPr rtlCol="0" anchor="ctr"/>
            <a:lstStyle/>
            <a:p>
              <a:endParaRPr lang="en-US"/>
            </a:p>
          </p:txBody>
        </p:sp>
        <p:sp>
          <p:nvSpPr>
            <p:cNvPr id="1173" name="Graphic 4">
              <a:extLst>
                <a:ext uri="{FF2B5EF4-FFF2-40B4-BE49-F238E27FC236}">
                  <a16:creationId xmlns:a16="http://schemas.microsoft.com/office/drawing/2014/main" id="{FA2A6304-2513-214F-A9F8-2F3C872CEE5E}"/>
                </a:ext>
              </a:extLst>
            </p:cNvPr>
            <p:cNvSpPr/>
            <p:nvPr/>
          </p:nvSpPr>
          <p:spPr>
            <a:xfrm>
              <a:off x="1952125" y="33396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88825 w 362313"/>
                <a:gd name="connsiteY6" fmla="*/ 192158 h 361971"/>
                <a:gd name="connsiteX7" fmla="*/ 295215 w 362313"/>
                <a:gd name="connsiteY7" fmla="*/ 198542 h 361971"/>
                <a:gd name="connsiteX8" fmla="*/ 288825 w 362313"/>
                <a:gd name="connsiteY8" fmla="*/ 204926 h 361971"/>
                <a:gd name="connsiteX9" fmla="*/ 256876 w 362313"/>
                <a:gd name="connsiteY9" fmla="*/ 204926 h 361971"/>
                <a:gd name="connsiteX10" fmla="*/ 256876 w 362313"/>
                <a:gd name="connsiteY10" fmla="*/ 240676 h 361971"/>
                <a:gd name="connsiteX11" fmla="*/ 269016 w 362313"/>
                <a:gd name="connsiteY11" fmla="*/ 232377 h 361971"/>
                <a:gd name="connsiteX12" fmla="*/ 274128 w 362313"/>
                <a:gd name="connsiteY12" fmla="*/ 230462 h 361971"/>
                <a:gd name="connsiteX13" fmla="*/ 278601 w 362313"/>
                <a:gd name="connsiteY13" fmla="*/ 233015 h 361971"/>
                <a:gd name="connsiteX14" fmla="*/ 290742 w 362313"/>
                <a:gd name="connsiteY14" fmla="*/ 241314 h 361971"/>
                <a:gd name="connsiteX15" fmla="*/ 295215 w 362313"/>
                <a:gd name="connsiteY15" fmla="*/ 248975 h 361971"/>
                <a:gd name="connsiteX16" fmla="*/ 287547 w 362313"/>
                <a:gd name="connsiteY16" fmla="*/ 253444 h 361971"/>
                <a:gd name="connsiteX17" fmla="*/ 274128 w 362313"/>
                <a:gd name="connsiteY17" fmla="*/ 245783 h 361971"/>
                <a:gd name="connsiteX18" fmla="*/ 249208 w 362313"/>
                <a:gd name="connsiteY18" fmla="*/ 254721 h 361971"/>
                <a:gd name="connsiteX19" fmla="*/ 228121 w 362313"/>
                <a:gd name="connsiteY19" fmla="*/ 245783 h 361971"/>
                <a:gd name="connsiteX20" fmla="*/ 203200 w 362313"/>
                <a:gd name="connsiteY20" fmla="*/ 254721 h 361971"/>
                <a:gd name="connsiteX21" fmla="*/ 182113 w 362313"/>
                <a:gd name="connsiteY21" fmla="*/ 245783 h 361971"/>
                <a:gd name="connsiteX22" fmla="*/ 159109 w 362313"/>
                <a:gd name="connsiteY22" fmla="*/ 254721 h 361971"/>
                <a:gd name="connsiteX23" fmla="*/ 156553 w 362313"/>
                <a:gd name="connsiteY23" fmla="*/ 254721 h 361971"/>
                <a:gd name="connsiteX24" fmla="*/ 135467 w 362313"/>
                <a:gd name="connsiteY24" fmla="*/ 245783 h 361971"/>
                <a:gd name="connsiteX25" fmla="*/ 110546 w 362313"/>
                <a:gd name="connsiteY25" fmla="*/ 254721 h 361971"/>
                <a:gd name="connsiteX26" fmla="*/ 89459 w 362313"/>
                <a:gd name="connsiteY26" fmla="*/ 245783 h 361971"/>
                <a:gd name="connsiteX27" fmla="*/ 76679 w 362313"/>
                <a:gd name="connsiteY27" fmla="*/ 253444 h 361971"/>
                <a:gd name="connsiteX28" fmla="*/ 68372 w 362313"/>
                <a:gd name="connsiteY28" fmla="*/ 249614 h 361971"/>
                <a:gd name="connsiteX29" fmla="*/ 72206 w 362313"/>
                <a:gd name="connsiteY29" fmla="*/ 241314 h 361971"/>
                <a:gd name="connsiteX30" fmla="*/ 84986 w 362313"/>
                <a:gd name="connsiteY30" fmla="*/ 233015 h 361971"/>
                <a:gd name="connsiteX31" fmla="*/ 93932 w 362313"/>
                <a:gd name="connsiteY31" fmla="*/ 233015 h 361971"/>
                <a:gd name="connsiteX32" fmla="*/ 94571 w 362313"/>
                <a:gd name="connsiteY32" fmla="*/ 233654 h 361971"/>
                <a:gd name="connsiteX33" fmla="*/ 106073 w 362313"/>
                <a:gd name="connsiteY33" fmla="*/ 241314 h 361971"/>
                <a:gd name="connsiteX34" fmla="*/ 106073 w 362313"/>
                <a:gd name="connsiteY34" fmla="*/ 205564 h 361971"/>
                <a:gd name="connsiteX35" fmla="*/ 74123 w 362313"/>
                <a:gd name="connsiteY35" fmla="*/ 205564 h 361971"/>
                <a:gd name="connsiteX36" fmla="*/ 67733 w 362313"/>
                <a:gd name="connsiteY36" fmla="*/ 199180 h 361971"/>
                <a:gd name="connsiteX37" fmla="*/ 74123 w 362313"/>
                <a:gd name="connsiteY37" fmla="*/ 192796 h 361971"/>
                <a:gd name="connsiteX38" fmla="*/ 106073 w 362313"/>
                <a:gd name="connsiteY38" fmla="*/ 192796 h 361971"/>
                <a:gd name="connsiteX39" fmla="*/ 106073 w 362313"/>
                <a:gd name="connsiteY39" fmla="*/ 146832 h 361971"/>
                <a:gd name="connsiteX40" fmla="*/ 76679 w 362313"/>
                <a:gd name="connsiteY40" fmla="*/ 164707 h 361971"/>
                <a:gd name="connsiteX41" fmla="*/ 74123 w 362313"/>
                <a:gd name="connsiteY41" fmla="*/ 165345 h 361971"/>
                <a:gd name="connsiteX42" fmla="*/ 67733 w 362313"/>
                <a:gd name="connsiteY42" fmla="*/ 158961 h 361971"/>
                <a:gd name="connsiteX43" fmla="*/ 71567 w 362313"/>
                <a:gd name="connsiteY43" fmla="*/ 153216 h 361971"/>
                <a:gd name="connsiteX44" fmla="*/ 106073 w 362313"/>
                <a:gd name="connsiteY44" fmla="*/ 128318 h 361971"/>
                <a:gd name="connsiteX45" fmla="*/ 106073 w 362313"/>
                <a:gd name="connsiteY45" fmla="*/ 114912 h 361971"/>
                <a:gd name="connsiteX46" fmla="*/ 112463 w 362313"/>
                <a:gd name="connsiteY46" fmla="*/ 108528 h 361971"/>
                <a:gd name="connsiteX47" fmla="*/ 118853 w 362313"/>
                <a:gd name="connsiteY47" fmla="*/ 114912 h 361971"/>
                <a:gd name="connsiteX48" fmla="*/ 118853 w 362313"/>
                <a:gd name="connsiteY48" fmla="*/ 127680 h 361971"/>
                <a:gd name="connsiteX49" fmla="*/ 181474 w 362313"/>
                <a:gd name="connsiteY49" fmla="*/ 157684 h 361971"/>
                <a:gd name="connsiteX50" fmla="*/ 244096 w 362313"/>
                <a:gd name="connsiteY50" fmla="*/ 127041 h 361971"/>
                <a:gd name="connsiteX51" fmla="*/ 244096 w 362313"/>
                <a:gd name="connsiteY51" fmla="*/ 114273 h 361971"/>
                <a:gd name="connsiteX52" fmla="*/ 250486 w 362313"/>
                <a:gd name="connsiteY52" fmla="*/ 107889 h 361971"/>
                <a:gd name="connsiteX53" fmla="*/ 256876 w 362313"/>
                <a:gd name="connsiteY53" fmla="*/ 114273 h 361971"/>
                <a:gd name="connsiteX54" fmla="*/ 256876 w 362313"/>
                <a:gd name="connsiteY54" fmla="*/ 127041 h 361971"/>
                <a:gd name="connsiteX55" fmla="*/ 291381 w 362313"/>
                <a:gd name="connsiteY55" fmla="*/ 151939 h 361971"/>
                <a:gd name="connsiteX56" fmla="*/ 295215 w 362313"/>
                <a:gd name="connsiteY56" fmla="*/ 160238 h 361971"/>
                <a:gd name="connsiteX57" fmla="*/ 289464 w 362313"/>
                <a:gd name="connsiteY57" fmla="*/ 164068 h 361971"/>
                <a:gd name="connsiteX58" fmla="*/ 286908 w 362313"/>
                <a:gd name="connsiteY58" fmla="*/ 163430 h 361971"/>
                <a:gd name="connsiteX59" fmla="*/ 257514 w 362313"/>
                <a:gd name="connsiteY59" fmla="*/ 145555 h 361971"/>
                <a:gd name="connsiteX60" fmla="*/ 257514 w 362313"/>
                <a:gd name="connsiteY60" fmla="*/ 191519 h 361971"/>
                <a:gd name="connsiteX61" fmla="*/ 288825 w 362313"/>
                <a:gd name="connsiteY61" fmla="*/ 19215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288825" y="192158"/>
                  </a:moveTo>
                  <a:cubicBezTo>
                    <a:pt x="292659" y="192158"/>
                    <a:pt x="295215" y="194711"/>
                    <a:pt x="295215" y="198542"/>
                  </a:cubicBezTo>
                  <a:cubicBezTo>
                    <a:pt x="295215" y="202372"/>
                    <a:pt x="292659" y="204926"/>
                    <a:pt x="288825" y="204926"/>
                  </a:cubicBezTo>
                  <a:lnTo>
                    <a:pt x="256876" y="204926"/>
                  </a:lnTo>
                  <a:lnTo>
                    <a:pt x="256876" y="240676"/>
                  </a:lnTo>
                  <a:cubicBezTo>
                    <a:pt x="261348" y="238761"/>
                    <a:pt x="265821" y="236207"/>
                    <a:pt x="269016" y="232377"/>
                  </a:cubicBezTo>
                  <a:cubicBezTo>
                    <a:pt x="270294" y="231100"/>
                    <a:pt x="272211" y="230462"/>
                    <a:pt x="274128" y="230462"/>
                  </a:cubicBezTo>
                  <a:cubicBezTo>
                    <a:pt x="276045" y="230462"/>
                    <a:pt x="277323" y="231738"/>
                    <a:pt x="278601" y="233015"/>
                  </a:cubicBezTo>
                  <a:cubicBezTo>
                    <a:pt x="281796" y="236846"/>
                    <a:pt x="286269" y="239399"/>
                    <a:pt x="290742" y="241314"/>
                  </a:cubicBezTo>
                  <a:cubicBezTo>
                    <a:pt x="293937" y="242591"/>
                    <a:pt x="295854" y="245783"/>
                    <a:pt x="295215" y="248975"/>
                  </a:cubicBezTo>
                  <a:cubicBezTo>
                    <a:pt x="293937" y="252167"/>
                    <a:pt x="290742" y="254082"/>
                    <a:pt x="287547" y="253444"/>
                  </a:cubicBezTo>
                  <a:cubicBezTo>
                    <a:pt x="282435" y="251529"/>
                    <a:pt x="277962" y="248975"/>
                    <a:pt x="274128" y="245783"/>
                  </a:cubicBezTo>
                  <a:cubicBezTo>
                    <a:pt x="267099" y="252167"/>
                    <a:pt x="258153" y="255359"/>
                    <a:pt x="249208" y="254721"/>
                  </a:cubicBezTo>
                  <a:cubicBezTo>
                    <a:pt x="241540" y="254082"/>
                    <a:pt x="233872" y="250890"/>
                    <a:pt x="228121" y="245783"/>
                  </a:cubicBezTo>
                  <a:cubicBezTo>
                    <a:pt x="221092" y="251529"/>
                    <a:pt x="212146" y="254721"/>
                    <a:pt x="203200" y="254721"/>
                  </a:cubicBezTo>
                  <a:cubicBezTo>
                    <a:pt x="195532" y="254082"/>
                    <a:pt x="187864" y="250890"/>
                    <a:pt x="182113" y="245783"/>
                  </a:cubicBezTo>
                  <a:cubicBezTo>
                    <a:pt x="175723" y="251529"/>
                    <a:pt x="167416" y="254721"/>
                    <a:pt x="159109" y="254721"/>
                  </a:cubicBezTo>
                  <a:lnTo>
                    <a:pt x="156553" y="254721"/>
                  </a:lnTo>
                  <a:cubicBezTo>
                    <a:pt x="148885" y="254082"/>
                    <a:pt x="141218" y="250890"/>
                    <a:pt x="135467" y="245783"/>
                  </a:cubicBezTo>
                  <a:cubicBezTo>
                    <a:pt x="128438" y="252167"/>
                    <a:pt x="119492" y="255359"/>
                    <a:pt x="110546" y="254721"/>
                  </a:cubicBezTo>
                  <a:cubicBezTo>
                    <a:pt x="102878" y="254082"/>
                    <a:pt x="95210" y="250890"/>
                    <a:pt x="89459" y="245783"/>
                  </a:cubicBezTo>
                  <a:cubicBezTo>
                    <a:pt x="85625" y="248975"/>
                    <a:pt x="81152" y="251529"/>
                    <a:pt x="76679" y="253444"/>
                  </a:cubicBezTo>
                  <a:cubicBezTo>
                    <a:pt x="73484" y="254721"/>
                    <a:pt x="69650" y="252806"/>
                    <a:pt x="68372" y="249614"/>
                  </a:cubicBezTo>
                  <a:cubicBezTo>
                    <a:pt x="67094" y="246422"/>
                    <a:pt x="69011" y="242591"/>
                    <a:pt x="72206" y="241314"/>
                  </a:cubicBezTo>
                  <a:cubicBezTo>
                    <a:pt x="77318" y="239399"/>
                    <a:pt x="81152" y="236846"/>
                    <a:pt x="84986" y="233015"/>
                  </a:cubicBezTo>
                  <a:cubicBezTo>
                    <a:pt x="87542" y="230462"/>
                    <a:pt x="91376" y="230462"/>
                    <a:pt x="93932" y="233015"/>
                  </a:cubicBezTo>
                  <a:cubicBezTo>
                    <a:pt x="93932" y="233015"/>
                    <a:pt x="94571" y="233654"/>
                    <a:pt x="94571" y="233654"/>
                  </a:cubicBezTo>
                  <a:cubicBezTo>
                    <a:pt x="97766" y="237484"/>
                    <a:pt x="101600" y="240038"/>
                    <a:pt x="106073" y="241314"/>
                  </a:cubicBezTo>
                  <a:lnTo>
                    <a:pt x="106073" y="205564"/>
                  </a:lnTo>
                  <a:lnTo>
                    <a:pt x="74123" y="205564"/>
                  </a:lnTo>
                  <a:cubicBezTo>
                    <a:pt x="70289" y="205564"/>
                    <a:pt x="67733" y="203011"/>
                    <a:pt x="67733" y="199180"/>
                  </a:cubicBezTo>
                  <a:cubicBezTo>
                    <a:pt x="67733" y="195350"/>
                    <a:pt x="70289" y="192796"/>
                    <a:pt x="74123" y="192796"/>
                  </a:cubicBezTo>
                  <a:lnTo>
                    <a:pt x="106073" y="192796"/>
                  </a:lnTo>
                  <a:lnTo>
                    <a:pt x="106073" y="146832"/>
                  </a:lnTo>
                  <a:cubicBezTo>
                    <a:pt x="97127" y="154492"/>
                    <a:pt x="87542" y="160876"/>
                    <a:pt x="76679" y="164707"/>
                  </a:cubicBezTo>
                  <a:cubicBezTo>
                    <a:pt x="76040" y="164707"/>
                    <a:pt x="75401" y="165345"/>
                    <a:pt x="74123" y="165345"/>
                  </a:cubicBezTo>
                  <a:cubicBezTo>
                    <a:pt x="70289" y="165345"/>
                    <a:pt x="67733" y="162792"/>
                    <a:pt x="67733" y="158961"/>
                  </a:cubicBezTo>
                  <a:cubicBezTo>
                    <a:pt x="67733" y="156408"/>
                    <a:pt x="69011" y="153854"/>
                    <a:pt x="71567" y="153216"/>
                  </a:cubicBezTo>
                  <a:cubicBezTo>
                    <a:pt x="84986" y="148108"/>
                    <a:pt x="97127" y="139171"/>
                    <a:pt x="106073" y="128318"/>
                  </a:cubicBezTo>
                  <a:lnTo>
                    <a:pt x="106073" y="114912"/>
                  </a:lnTo>
                  <a:cubicBezTo>
                    <a:pt x="106073" y="111081"/>
                    <a:pt x="108629" y="108528"/>
                    <a:pt x="112463" y="108528"/>
                  </a:cubicBezTo>
                  <a:cubicBezTo>
                    <a:pt x="116297" y="108528"/>
                    <a:pt x="118853" y="111081"/>
                    <a:pt x="118853" y="114912"/>
                  </a:cubicBezTo>
                  <a:lnTo>
                    <a:pt x="118853" y="127680"/>
                  </a:lnTo>
                  <a:cubicBezTo>
                    <a:pt x="133550" y="147470"/>
                    <a:pt x="157192" y="158323"/>
                    <a:pt x="181474" y="157684"/>
                  </a:cubicBezTo>
                  <a:cubicBezTo>
                    <a:pt x="205756" y="157684"/>
                    <a:pt x="228760" y="146832"/>
                    <a:pt x="244096" y="127041"/>
                  </a:cubicBezTo>
                  <a:lnTo>
                    <a:pt x="244096" y="114273"/>
                  </a:lnTo>
                  <a:cubicBezTo>
                    <a:pt x="244096" y="110443"/>
                    <a:pt x="246652" y="107889"/>
                    <a:pt x="250486" y="107889"/>
                  </a:cubicBezTo>
                  <a:cubicBezTo>
                    <a:pt x="254319" y="107889"/>
                    <a:pt x="256876" y="110443"/>
                    <a:pt x="256876" y="114273"/>
                  </a:cubicBezTo>
                  <a:lnTo>
                    <a:pt x="256876" y="127041"/>
                  </a:lnTo>
                  <a:cubicBezTo>
                    <a:pt x="265821" y="138533"/>
                    <a:pt x="277323" y="146832"/>
                    <a:pt x="291381" y="151939"/>
                  </a:cubicBezTo>
                  <a:cubicBezTo>
                    <a:pt x="294576" y="153216"/>
                    <a:pt x="296493" y="157046"/>
                    <a:pt x="295215" y="160238"/>
                  </a:cubicBezTo>
                  <a:cubicBezTo>
                    <a:pt x="294576" y="162792"/>
                    <a:pt x="292020" y="164068"/>
                    <a:pt x="289464" y="164068"/>
                  </a:cubicBezTo>
                  <a:cubicBezTo>
                    <a:pt x="288825" y="164068"/>
                    <a:pt x="288186" y="164068"/>
                    <a:pt x="286908" y="163430"/>
                  </a:cubicBezTo>
                  <a:cubicBezTo>
                    <a:pt x="276045" y="159600"/>
                    <a:pt x="265821" y="153216"/>
                    <a:pt x="257514" y="145555"/>
                  </a:cubicBezTo>
                  <a:lnTo>
                    <a:pt x="257514" y="191519"/>
                  </a:lnTo>
                  <a:lnTo>
                    <a:pt x="288825" y="192158"/>
                  </a:lnTo>
                  <a:close/>
                </a:path>
              </a:pathLst>
            </a:custGeom>
            <a:solidFill>
              <a:srgbClr val="0076A8"/>
            </a:solidFill>
            <a:ln w="6390" cap="flat">
              <a:noFill/>
              <a:prstDash val="solid"/>
              <a:miter/>
            </a:ln>
          </p:spPr>
          <p:txBody>
            <a:bodyPr rtlCol="0" anchor="ctr"/>
            <a:lstStyle/>
            <a:p>
              <a:endParaRPr lang="en-US"/>
            </a:p>
          </p:txBody>
        </p:sp>
      </p:grpSp>
      <p:grpSp>
        <p:nvGrpSpPr>
          <p:cNvPr id="1174" name="Graphic 4">
            <a:extLst>
              <a:ext uri="{FF2B5EF4-FFF2-40B4-BE49-F238E27FC236}">
                <a16:creationId xmlns:a16="http://schemas.microsoft.com/office/drawing/2014/main" id="{65698F0A-819D-C347-B648-DB86DDC6BC5C}"/>
              </a:ext>
            </a:extLst>
          </p:cNvPr>
          <p:cNvGrpSpPr>
            <a:grpSpLocks noChangeAspect="1"/>
          </p:cNvGrpSpPr>
          <p:nvPr/>
        </p:nvGrpSpPr>
        <p:grpSpPr>
          <a:xfrm>
            <a:off x="2998797" y="4308712"/>
            <a:ext cx="362309" cy="361971"/>
            <a:chOff x="2998797" y="4308712"/>
            <a:chExt cx="362309" cy="361971"/>
          </a:xfrm>
          <a:solidFill>
            <a:srgbClr val="0076A8"/>
          </a:solidFill>
        </p:grpSpPr>
        <p:sp>
          <p:nvSpPr>
            <p:cNvPr id="1175" name="Graphic 4">
              <a:extLst>
                <a:ext uri="{FF2B5EF4-FFF2-40B4-BE49-F238E27FC236}">
                  <a16:creationId xmlns:a16="http://schemas.microsoft.com/office/drawing/2014/main" id="{7C69C567-3379-A848-A888-5128385068AA}"/>
                </a:ext>
              </a:extLst>
            </p:cNvPr>
            <p:cNvSpPr/>
            <p:nvPr/>
          </p:nvSpPr>
          <p:spPr>
            <a:xfrm>
              <a:off x="2998797" y="4308712"/>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290742 w 362309"/>
                <a:gd name="connsiteY6" fmla="*/ 225355 h 361971"/>
                <a:gd name="connsiteX7" fmla="*/ 295215 w 362309"/>
                <a:gd name="connsiteY7" fmla="*/ 233654 h 361971"/>
                <a:gd name="connsiteX8" fmla="*/ 286908 w 362309"/>
                <a:gd name="connsiteY8" fmla="*/ 238122 h 361971"/>
                <a:gd name="connsiteX9" fmla="*/ 272850 w 362309"/>
                <a:gd name="connsiteY9" fmla="*/ 230462 h 361971"/>
                <a:gd name="connsiteX10" fmla="*/ 249847 w 362309"/>
                <a:gd name="connsiteY10" fmla="*/ 239399 h 361971"/>
                <a:gd name="connsiteX11" fmla="*/ 247930 w 362309"/>
                <a:gd name="connsiteY11" fmla="*/ 239399 h 361971"/>
                <a:gd name="connsiteX12" fmla="*/ 226843 w 362309"/>
                <a:gd name="connsiteY12" fmla="*/ 230462 h 361971"/>
                <a:gd name="connsiteX13" fmla="*/ 201922 w 362309"/>
                <a:gd name="connsiteY13" fmla="*/ 239399 h 361971"/>
                <a:gd name="connsiteX14" fmla="*/ 180835 w 362309"/>
                <a:gd name="connsiteY14" fmla="*/ 230462 h 361971"/>
                <a:gd name="connsiteX15" fmla="*/ 134828 w 362309"/>
                <a:gd name="connsiteY15" fmla="*/ 230462 h 361971"/>
                <a:gd name="connsiteX16" fmla="*/ 109268 w 362309"/>
                <a:gd name="connsiteY16" fmla="*/ 239399 h 361971"/>
                <a:gd name="connsiteX17" fmla="*/ 88181 w 362309"/>
                <a:gd name="connsiteY17" fmla="*/ 230462 h 361971"/>
                <a:gd name="connsiteX18" fmla="*/ 74762 w 362309"/>
                <a:gd name="connsiteY18" fmla="*/ 238122 h 361971"/>
                <a:gd name="connsiteX19" fmla="*/ 66456 w 362309"/>
                <a:gd name="connsiteY19" fmla="*/ 234292 h 361971"/>
                <a:gd name="connsiteX20" fmla="*/ 70289 w 362309"/>
                <a:gd name="connsiteY20" fmla="*/ 225993 h 361971"/>
                <a:gd name="connsiteX21" fmla="*/ 70289 w 362309"/>
                <a:gd name="connsiteY21" fmla="*/ 225993 h 361971"/>
                <a:gd name="connsiteX22" fmla="*/ 81152 w 362309"/>
                <a:gd name="connsiteY22" fmla="*/ 218971 h 361971"/>
                <a:gd name="connsiteX23" fmla="*/ 81152 w 362309"/>
                <a:gd name="connsiteY23" fmla="*/ 189604 h 361971"/>
                <a:gd name="connsiteX24" fmla="*/ 72206 w 362309"/>
                <a:gd name="connsiteY24" fmla="*/ 189604 h 361971"/>
                <a:gd name="connsiteX25" fmla="*/ 65816 w 362309"/>
                <a:gd name="connsiteY25" fmla="*/ 183220 h 361971"/>
                <a:gd name="connsiteX26" fmla="*/ 72206 w 362309"/>
                <a:gd name="connsiteY26" fmla="*/ 176836 h 361971"/>
                <a:gd name="connsiteX27" fmla="*/ 81152 w 362309"/>
                <a:gd name="connsiteY27" fmla="*/ 176836 h 361971"/>
                <a:gd name="connsiteX28" fmla="*/ 81152 w 362309"/>
                <a:gd name="connsiteY28" fmla="*/ 160238 h 361971"/>
                <a:gd name="connsiteX29" fmla="*/ 87542 w 362309"/>
                <a:gd name="connsiteY29" fmla="*/ 153854 h 361971"/>
                <a:gd name="connsiteX30" fmla="*/ 93932 w 362309"/>
                <a:gd name="connsiteY30" fmla="*/ 160238 h 361971"/>
                <a:gd name="connsiteX31" fmla="*/ 93932 w 362309"/>
                <a:gd name="connsiteY31" fmla="*/ 173644 h 361971"/>
                <a:gd name="connsiteX32" fmla="*/ 180196 w 362309"/>
                <a:gd name="connsiteY32" fmla="*/ 123211 h 361971"/>
                <a:gd name="connsiteX33" fmla="*/ 266460 w 362309"/>
                <a:gd name="connsiteY33" fmla="*/ 173644 h 361971"/>
                <a:gd name="connsiteX34" fmla="*/ 266460 w 362309"/>
                <a:gd name="connsiteY34" fmla="*/ 160238 h 361971"/>
                <a:gd name="connsiteX35" fmla="*/ 272850 w 362309"/>
                <a:gd name="connsiteY35" fmla="*/ 153854 h 361971"/>
                <a:gd name="connsiteX36" fmla="*/ 279240 w 362309"/>
                <a:gd name="connsiteY36" fmla="*/ 160238 h 361971"/>
                <a:gd name="connsiteX37" fmla="*/ 279240 w 362309"/>
                <a:gd name="connsiteY37" fmla="*/ 176836 h 361971"/>
                <a:gd name="connsiteX38" fmla="*/ 288186 w 362309"/>
                <a:gd name="connsiteY38" fmla="*/ 176836 h 361971"/>
                <a:gd name="connsiteX39" fmla="*/ 294576 w 362309"/>
                <a:gd name="connsiteY39" fmla="*/ 183220 h 361971"/>
                <a:gd name="connsiteX40" fmla="*/ 288186 w 362309"/>
                <a:gd name="connsiteY40" fmla="*/ 189604 h 361971"/>
                <a:gd name="connsiteX41" fmla="*/ 279240 w 362309"/>
                <a:gd name="connsiteY41" fmla="*/ 189604 h 361971"/>
                <a:gd name="connsiteX42" fmla="*/ 279240 w 362309"/>
                <a:gd name="connsiteY42" fmla="*/ 219609 h 361971"/>
                <a:gd name="connsiteX43" fmla="*/ 290742 w 362309"/>
                <a:gd name="connsiteY43" fmla="*/ 22535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0667"/>
                  </a:cubicBezTo>
                  <a:cubicBezTo>
                    <a:pt x="362310" y="81077"/>
                    <a:pt x="281157" y="0"/>
                    <a:pt x="180835" y="0"/>
                  </a:cubicBezTo>
                  <a:cubicBezTo>
                    <a:pt x="180835" y="0"/>
                    <a:pt x="180835" y="0"/>
                    <a:pt x="180835" y="0"/>
                  </a:cubicBezTo>
                  <a:close/>
                  <a:moveTo>
                    <a:pt x="290742" y="225355"/>
                  </a:moveTo>
                  <a:cubicBezTo>
                    <a:pt x="293937" y="226631"/>
                    <a:pt x="295854" y="229823"/>
                    <a:pt x="295215" y="233654"/>
                  </a:cubicBezTo>
                  <a:cubicBezTo>
                    <a:pt x="294576" y="237484"/>
                    <a:pt x="290742" y="238761"/>
                    <a:pt x="286908" y="238122"/>
                  </a:cubicBezTo>
                  <a:cubicBezTo>
                    <a:pt x="281796" y="236207"/>
                    <a:pt x="277323" y="233654"/>
                    <a:pt x="272850" y="230462"/>
                  </a:cubicBezTo>
                  <a:cubicBezTo>
                    <a:pt x="266460" y="236207"/>
                    <a:pt x="258154" y="239399"/>
                    <a:pt x="249847" y="239399"/>
                  </a:cubicBezTo>
                  <a:lnTo>
                    <a:pt x="247930" y="239399"/>
                  </a:lnTo>
                  <a:cubicBezTo>
                    <a:pt x="240262" y="238761"/>
                    <a:pt x="232594" y="235569"/>
                    <a:pt x="226843" y="230462"/>
                  </a:cubicBezTo>
                  <a:cubicBezTo>
                    <a:pt x="219814" y="236846"/>
                    <a:pt x="210868" y="240038"/>
                    <a:pt x="201922" y="239399"/>
                  </a:cubicBezTo>
                  <a:cubicBezTo>
                    <a:pt x="194254" y="238761"/>
                    <a:pt x="186586" y="235569"/>
                    <a:pt x="180835" y="230462"/>
                  </a:cubicBezTo>
                  <a:cubicBezTo>
                    <a:pt x="168055" y="242591"/>
                    <a:pt x="147608" y="242591"/>
                    <a:pt x="134828" y="230462"/>
                  </a:cubicBezTo>
                  <a:cubicBezTo>
                    <a:pt x="127799" y="236846"/>
                    <a:pt x="118853" y="240038"/>
                    <a:pt x="109268" y="239399"/>
                  </a:cubicBezTo>
                  <a:cubicBezTo>
                    <a:pt x="101600" y="238761"/>
                    <a:pt x="93932" y="235569"/>
                    <a:pt x="88181" y="230462"/>
                  </a:cubicBezTo>
                  <a:cubicBezTo>
                    <a:pt x="84347" y="233654"/>
                    <a:pt x="79874" y="236207"/>
                    <a:pt x="74762" y="238122"/>
                  </a:cubicBezTo>
                  <a:cubicBezTo>
                    <a:pt x="71567" y="239399"/>
                    <a:pt x="67733" y="237484"/>
                    <a:pt x="66456" y="234292"/>
                  </a:cubicBezTo>
                  <a:cubicBezTo>
                    <a:pt x="65177" y="231100"/>
                    <a:pt x="67094" y="227270"/>
                    <a:pt x="70289" y="225993"/>
                  </a:cubicBezTo>
                  <a:lnTo>
                    <a:pt x="70289" y="225993"/>
                  </a:lnTo>
                  <a:cubicBezTo>
                    <a:pt x="74123" y="224716"/>
                    <a:pt x="77957" y="222163"/>
                    <a:pt x="81152" y="218971"/>
                  </a:cubicBezTo>
                  <a:lnTo>
                    <a:pt x="81152" y="189604"/>
                  </a:lnTo>
                  <a:lnTo>
                    <a:pt x="72206" y="189604"/>
                  </a:lnTo>
                  <a:cubicBezTo>
                    <a:pt x="68372" y="189604"/>
                    <a:pt x="65816" y="187051"/>
                    <a:pt x="65816" y="183220"/>
                  </a:cubicBezTo>
                  <a:cubicBezTo>
                    <a:pt x="65816" y="179390"/>
                    <a:pt x="68372" y="176836"/>
                    <a:pt x="72206" y="176836"/>
                  </a:cubicBezTo>
                  <a:lnTo>
                    <a:pt x="81152" y="176836"/>
                  </a:lnTo>
                  <a:lnTo>
                    <a:pt x="81152" y="160238"/>
                  </a:lnTo>
                  <a:cubicBezTo>
                    <a:pt x="81152" y="156408"/>
                    <a:pt x="83708" y="153854"/>
                    <a:pt x="87542" y="153854"/>
                  </a:cubicBezTo>
                  <a:cubicBezTo>
                    <a:pt x="91376" y="153854"/>
                    <a:pt x="93932" y="156408"/>
                    <a:pt x="93932" y="160238"/>
                  </a:cubicBezTo>
                  <a:lnTo>
                    <a:pt x="93932" y="173644"/>
                  </a:lnTo>
                  <a:cubicBezTo>
                    <a:pt x="118214" y="141086"/>
                    <a:pt x="148886" y="123211"/>
                    <a:pt x="180196" y="123211"/>
                  </a:cubicBezTo>
                  <a:cubicBezTo>
                    <a:pt x="211507" y="123211"/>
                    <a:pt x="242179" y="141086"/>
                    <a:pt x="266460" y="173644"/>
                  </a:cubicBezTo>
                  <a:lnTo>
                    <a:pt x="266460" y="160238"/>
                  </a:lnTo>
                  <a:cubicBezTo>
                    <a:pt x="266460" y="156408"/>
                    <a:pt x="269016" y="153854"/>
                    <a:pt x="272850" y="153854"/>
                  </a:cubicBezTo>
                  <a:cubicBezTo>
                    <a:pt x="276684" y="153854"/>
                    <a:pt x="279240" y="156408"/>
                    <a:pt x="279240" y="160238"/>
                  </a:cubicBezTo>
                  <a:lnTo>
                    <a:pt x="279240" y="176836"/>
                  </a:lnTo>
                  <a:lnTo>
                    <a:pt x="288186" y="176836"/>
                  </a:lnTo>
                  <a:cubicBezTo>
                    <a:pt x="292020" y="176836"/>
                    <a:pt x="294576" y="179390"/>
                    <a:pt x="294576" y="183220"/>
                  </a:cubicBezTo>
                  <a:cubicBezTo>
                    <a:pt x="294576" y="187051"/>
                    <a:pt x="292020" y="189604"/>
                    <a:pt x="288186" y="189604"/>
                  </a:cubicBezTo>
                  <a:lnTo>
                    <a:pt x="279240" y="189604"/>
                  </a:lnTo>
                  <a:lnTo>
                    <a:pt x="279240" y="219609"/>
                  </a:lnTo>
                  <a:cubicBezTo>
                    <a:pt x="283074" y="222163"/>
                    <a:pt x="286908" y="224078"/>
                    <a:pt x="290742" y="225355"/>
                  </a:cubicBezTo>
                  <a:close/>
                </a:path>
              </a:pathLst>
            </a:custGeom>
            <a:solidFill>
              <a:srgbClr val="0076A8"/>
            </a:solidFill>
            <a:ln w="6390" cap="flat">
              <a:noFill/>
              <a:prstDash val="solid"/>
              <a:miter/>
            </a:ln>
          </p:spPr>
          <p:txBody>
            <a:bodyPr rtlCol="0" anchor="ctr"/>
            <a:lstStyle/>
            <a:p>
              <a:endParaRPr lang="en-US"/>
            </a:p>
          </p:txBody>
        </p:sp>
        <p:sp>
          <p:nvSpPr>
            <p:cNvPr id="1176" name="Graphic 4">
              <a:extLst>
                <a:ext uri="{FF2B5EF4-FFF2-40B4-BE49-F238E27FC236}">
                  <a16:creationId xmlns:a16="http://schemas.microsoft.com/office/drawing/2014/main" id="{C2F54682-810F-F14C-AEB4-0EBA642C17EC}"/>
                </a:ext>
              </a:extLst>
            </p:cNvPr>
            <p:cNvSpPr/>
            <p:nvPr/>
          </p:nvSpPr>
          <p:spPr>
            <a:xfrm>
              <a:off x="3224362" y="4458735"/>
              <a:ext cx="28115" cy="26174"/>
            </a:xfrm>
            <a:custGeom>
              <a:avLst/>
              <a:gdLst>
                <a:gd name="connsiteX0" fmla="*/ 0 w 28115"/>
                <a:gd name="connsiteY0" fmla="*/ 26175 h 26174"/>
                <a:gd name="connsiteX1" fmla="*/ 28116 w 28115"/>
                <a:gd name="connsiteY1" fmla="*/ 26175 h 26174"/>
                <a:gd name="connsiteX2" fmla="*/ 0 w 28115"/>
                <a:gd name="connsiteY2" fmla="*/ 0 h 26174"/>
                <a:gd name="connsiteX3" fmla="*/ 0 w 28115"/>
                <a:gd name="connsiteY3" fmla="*/ 26175 h 26174"/>
              </a:gdLst>
              <a:ahLst/>
              <a:cxnLst>
                <a:cxn ang="0">
                  <a:pos x="connsiteX0" y="connsiteY0"/>
                </a:cxn>
                <a:cxn ang="0">
                  <a:pos x="connsiteX1" y="connsiteY1"/>
                </a:cxn>
                <a:cxn ang="0">
                  <a:pos x="connsiteX2" y="connsiteY2"/>
                </a:cxn>
                <a:cxn ang="0">
                  <a:pos x="connsiteX3" y="connsiteY3"/>
                </a:cxn>
              </a:cxnLst>
              <a:rect l="l" t="t" r="r" b="b"/>
              <a:pathLst>
                <a:path w="28115" h="26174">
                  <a:moveTo>
                    <a:pt x="0" y="26175"/>
                  </a:moveTo>
                  <a:lnTo>
                    <a:pt x="28116" y="26175"/>
                  </a:lnTo>
                  <a:cubicBezTo>
                    <a:pt x="20448" y="15960"/>
                    <a:pt x="10863" y="7023"/>
                    <a:pt x="0" y="0"/>
                  </a:cubicBezTo>
                  <a:lnTo>
                    <a:pt x="0" y="26175"/>
                  </a:lnTo>
                  <a:close/>
                </a:path>
              </a:pathLst>
            </a:custGeom>
            <a:solidFill>
              <a:srgbClr val="0076A8"/>
            </a:solidFill>
            <a:ln w="6390" cap="flat">
              <a:noFill/>
              <a:prstDash val="solid"/>
              <a:miter/>
            </a:ln>
          </p:spPr>
          <p:txBody>
            <a:bodyPr rtlCol="0" anchor="ctr"/>
            <a:lstStyle/>
            <a:p>
              <a:endParaRPr lang="en-US"/>
            </a:p>
          </p:txBody>
        </p:sp>
        <p:sp>
          <p:nvSpPr>
            <p:cNvPr id="1177" name="Graphic 4">
              <a:extLst>
                <a:ext uri="{FF2B5EF4-FFF2-40B4-BE49-F238E27FC236}">
                  <a16:creationId xmlns:a16="http://schemas.microsoft.com/office/drawing/2014/main" id="{3F0977E2-3E40-BD4F-A5D3-D6A82A5393E6}"/>
                </a:ext>
              </a:extLst>
            </p:cNvPr>
            <p:cNvSpPr/>
            <p:nvPr/>
          </p:nvSpPr>
          <p:spPr>
            <a:xfrm>
              <a:off x="3147044" y="4444052"/>
              <a:ext cx="25559" cy="40857"/>
            </a:xfrm>
            <a:custGeom>
              <a:avLst/>
              <a:gdLst>
                <a:gd name="connsiteX0" fmla="*/ 0 w 25559"/>
                <a:gd name="connsiteY0" fmla="*/ 7661 h 40857"/>
                <a:gd name="connsiteX1" fmla="*/ 0 w 25559"/>
                <a:gd name="connsiteY1" fmla="*/ 8938 h 40857"/>
                <a:gd name="connsiteX2" fmla="*/ 0 w 25559"/>
                <a:gd name="connsiteY2" fmla="*/ 40858 h 40857"/>
                <a:gd name="connsiteX3" fmla="*/ 25560 w 25559"/>
                <a:gd name="connsiteY3" fmla="*/ 40858 h 40857"/>
                <a:gd name="connsiteX4" fmla="*/ 25560 w 25559"/>
                <a:gd name="connsiteY4" fmla="*/ 0 h 40857"/>
                <a:gd name="connsiteX5" fmla="*/ 0 w 25559"/>
                <a:gd name="connsiteY5" fmla="*/ 7661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59" h="40857">
                  <a:moveTo>
                    <a:pt x="0" y="7661"/>
                  </a:moveTo>
                  <a:cubicBezTo>
                    <a:pt x="0" y="8299"/>
                    <a:pt x="0" y="8299"/>
                    <a:pt x="0" y="8938"/>
                  </a:cubicBezTo>
                  <a:lnTo>
                    <a:pt x="0" y="40858"/>
                  </a:lnTo>
                  <a:lnTo>
                    <a:pt x="25560" y="40858"/>
                  </a:lnTo>
                  <a:lnTo>
                    <a:pt x="25560" y="0"/>
                  </a:lnTo>
                  <a:cubicBezTo>
                    <a:pt x="17253" y="638"/>
                    <a:pt x="8307" y="3192"/>
                    <a:pt x="0" y="7661"/>
                  </a:cubicBezTo>
                  <a:close/>
                </a:path>
              </a:pathLst>
            </a:custGeom>
            <a:solidFill>
              <a:srgbClr val="0076A8"/>
            </a:solidFill>
            <a:ln w="6390" cap="flat">
              <a:noFill/>
              <a:prstDash val="solid"/>
              <a:miter/>
            </a:ln>
          </p:spPr>
          <p:txBody>
            <a:bodyPr rtlCol="0" anchor="ctr"/>
            <a:lstStyle/>
            <a:p>
              <a:endParaRPr lang="en-US"/>
            </a:p>
          </p:txBody>
        </p:sp>
        <p:sp>
          <p:nvSpPr>
            <p:cNvPr id="1178" name="Graphic 4">
              <a:extLst>
                <a:ext uri="{FF2B5EF4-FFF2-40B4-BE49-F238E27FC236}">
                  <a16:creationId xmlns:a16="http://schemas.microsoft.com/office/drawing/2014/main" id="{2C7FCBB4-2289-B846-A4D5-B346918C1643}"/>
                </a:ext>
              </a:extLst>
            </p:cNvPr>
            <p:cNvSpPr/>
            <p:nvPr/>
          </p:nvSpPr>
          <p:spPr>
            <a:xfrm>
              <a:off x="3186022" y="4444052"/>
              <a:ext cx="26198" cy="40857"/>
            </a:xfrm>
            <a:custGeom>
              <a:avLst/>
              <a:gdLst>
                <a:gd name="connsiteX0" fmla="*/ 26199 w 26198"/>
                <a:gd name="connsiteY0" fmla="*/ 7661 h 40857"/>
                <a:gd name="connsiteX1" fmla="*/ 0 w 26198"/>
                <a:gd name="connsiteY1" fmla="*/ 0 h 40857"/>
                <a:gd name="connsiteX2" fmla="*/ 0 w 26198"/>
                <a:gd name="connsiteY2" fmla="*/ 40858 h 40857"/>
                <a:gd name="connsiteX3" fmla="*/ 25560 w 26198"/>
                <a:gd name="connsiteY3" fmla="*/ 40858 h 40857"/>
                <a:gd name="connsiteX4" fmla="*/ 25560 w 26198"/>
                <a:gd name="connsiteY4" fmla="*/ 8938 h 40857"/>
                <a:gd name="connsiteX5" fmla="*/ 26199 w 26198"/>
                <a:gd name="connsiteY5" fmla="*/ 7661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98" h="40857">
                  <a:moveTo>
                    <a:pt x="26199" y="7661"/>
                  </a:moveTo>
                  <a:cubicBezTo>
                    <a:pt x="17892" y="3830"/>
                    <a:pt x="8946" y="1277"/>
                    <a:pt x="0" y="0"/>
                  </a:cubicBezTo>
                  <a:lnTo>
                    <a:pt x="0" y="40858"/>
                  </a:lnTo>
                  <a:lnTo>
                    <a:pt x="25560" y="40858"/>
                  </a:lnTo>
                  <a:lnTo>
                    <a:pt x="25560" y="8938"/>
                  </a:lnTo>
                  <a:cubicBezTo>
                    <a:pt x="25560" y="8299"/>
                    <a:pt x="26199" y="8299"/>
                    <a:pt x="26199" y="7661"/>
                  </a:cubicBezTo>
                  <a:close/>
                </a:path>
              </a:pathLst>
            </a:custGeom>
            <a:solidFill>
              <a:srgbClr val="0076A8"/>
            </a:solidFill>
            <a:ln w="6390" cap="flat">
              <a:noFill/>
              <a:prstDash val="solid"/>
              <a:miter/>
            </a:ln>
          </p:spPr>
          <p:txBody>
            <a:bodyPr rtlCol="0" anchor="ctr"/>
            <a:lstStyle/>
            <a:p>
              <a:endParaRPr lang="en-US"/>
            </a:p>
          </p:txBody>
        </p:sp>
        <p:sp>
          <p:nvSpPr>
            <p:cNvPr id="1179" name="Graphic 4">
              <a:extLst>
                <a:ext uri="{FF2B5EF4-FFF2-40B4-BE49-F238E27FC236}">
                  <a16:creationId xmlns:a16="http://schemas.microsoft.com/office/drawing/2014/main" id="{CFF68A89-234E-E241-858C-287D2522E6C0}"/>
                </a:ext>
              </a:extLst>
            </p:cNvPr>
            <p:cNvSpPr/>
            <p:nvPr/>
          </p:nvSpPr>
          <p:spPr>
            <a:xfrm>
              <a:off x="3106787" y="4458735"/>
              <a:ext cx="28115" cy="26174"/>
            </a:xfrm>
            <a:custGeom>
              <a:avLst/>
              <a:gdLst>
                <a:gd name="connsiteX0" fmla="*/ 28116 w 28115"/>
                <a:gd name="connsiteY0" fmla="*/ 0 h 26174"/>
                <a:gd name="connsiteX1" fmla="*/ 0 w 28115"/>
                <a:gd name="connsiteY1" fmla="*/ 26175 h 26174"/>
                <a:gd name="connsiteX2" fmla="*/ 28116 w 28115"/>
                <a:gd name="connsiteY2" fmla="*/ 26175 h 26174"/>
                <a:gd name="connsiteX3" fmla="*/ 28116 w 28115"/>
                <a:gd name="connsiteY3" fmla="*/ 0 h 26174"/>
              </a:gdLst>
              <a:ahLst/>
              <a:cxnLst>
                <a:cxn ang="0">
                  <a:pos x="connsiteX0" y="connsiteY0"/>
                </a:cxn>
                <a:cxn ang="0">
                  <a:pos x="connsiteX1" y="connsiteY1"/>
                </a:cxn>
                <a:cxn ang="0">
                  <a:pos x="connsiteX2" y="connsiteY2"/>
                </a:cxn>
                <a:cxn ang="0">
                  <a:pos x="connsiteX3" y="connsiteY3"/>
                </a:cxn>
              </a:cxnLst>
              <a:rect l="l" t="t" r="r" b="b"/>
              <a:pathLst>
                <a:path w="28115" h="26174">
                  <a:moveTo>
                    <a:pt x="28116" y="0"/>
                  </a:moveTo>
                  <a:cubicBezTo>
                    <a:pt x="17253" y="7023"/>
                    <a:pt x="8307" y="15960"/>
                    <a:pt x="0" y="26175"/>
                  </a:cubicBezTo>
                  <a:lnTo>
                    <a:pt x="28116" y="26175"/>
                  </a:lnTo>
                  <a:lnTo>
                    <a:pt x="28116" y="0"/>
                  </a:lnTo>
                  <a:close/>
                </a:path>
              </a:pathLst>
            </a:custGeom>
            <a:solidFill>
              <a:srgbClr val="0076A8"/>
            </a:solidFill>
            <a:ln w="6390" cap="flat">
              <a:noFill/>
              <a:prstDash val="solid"/>
              <a:miter/>
            </a:ln>
          </p:spPr>
          <p:txBody>
            <a:bodyPr rtlCol="0" anchor="ctr"/>
            <a:lstStyle/>
            <a:p>
              <a:endParaRPr lang="en-US"/>
            </a:p>
          </p:txBody>
        </p:sp>
        <p:sp>
          <p:nvSpPr>
            <p:cNvPr id="1180" name="Graphic 4">
              <a:extLst>
                <a:ext uri="{FF2B5EF4-FFF2-40B4-BE49-F238E27FC236}">
                  <a16:creationId xmlns:a16="http://schemas.microsoft.com/office/drawing/2014/main" id="{8C1923B9-FFFE-C24D-953C-54940991611B}"/>
                </a:ext>
              </a:extLst>
            </p:cNvPr>
            <p:cNvSpPr/>
            <p:nvPr/>
          </p:nvSpPr>
          <p:spPr>
            <a:xfrm>
              <a:off x="3093368" y="4497678"/>
              <a:ext cx="171250" cy="37833"/>
            </a:xfrm>
            <a:custGeom>
              <a:avLst/>
              <a:gdLst>
                <a:gd name="connsiteX0" fmla="*/ 639 w 171250"/>
                <a:gd name="connsiteY0" fmla="*/ 0 h 37833"/>
                <a:gd name="connsiteX1" fmla="*/ 0 w 171250"/>
                <a:gd name="connsiteY1" fmla="*/ 0 h 37833"/>
                <a:gd name="connsiteX2" fmla="*/ 0 w 171250"/>
                <a:gd name="connsiteY2" fmla="*/ 30004 h 37833"/>
                <a:gd name="connsiteX3" fmla="*/ 15336 w 171250"/>
                <a:gd name="connsiteY3" fmla="*/ 37665 h 37833"/>
                <a:gd name="connsiteX4" fmla="*/ 35145 w 171250"/>
                <a:gd name="connsiteY4" fmla="*/ 28089 h 37833"/>
                <a:gd name="connsiteX5" fmla="*/ 40257 w 171250"/>
                <a:gd name="connsiteY5" fmla="*/ 26174 h 37833"/>
                <a:gd name="connsiteX6" fmla="*/ 44730 w 171250"/>
                <a:gd name="connsiteY6" fmla="*/ 28728 h 37833"/>
                <a:gd name="connsiteX7" fmla="*/ 61343 w 171250"/>
                <a:gd name="connsiteY7" fmla="*/ 37665 h 37833"/>
                <a:gd name="connsiteX8" fmla="*/ 81152 w 171250"/>
                <a:gd name="connsiteY8" fmla="*/ 28089 h 37833"/>
                <a:gd name="connsiteX9" fmla="*/ 86264 w 171250"/>
                <a:gd name="connsiteY9" fmla="*/ 26174 h 37833"/>
                <a:gd name="connsiteX10" fmla="*/ 90737 w 171250"/>
                <a:gd name="connsiteY10" fmla="*/ 28728 h 37833"/>
                <a:gd name="connsiteX11" fmla="*/ 107351 w 171250"/>
                <a:gd name="connsiteY11" fmla="*/ 37665 h 37833"/>
                <a:gd name="connsiteX12" fmla="*/ 127160 w 171250"/>
                <a:gd name="connsiteY12" fmla="*/ 28089 h 37833"/>
                <a:gd name="connsiteX13" fmla="*/ 132272 w 171250"/>
                <a:gd name="connsiteY13" fmla="*/ 26174 h 37833"/>
                <a:gd name="connsiteX14" fmla="*/ 136745 w 171250"/>
                <a:gd name="connsiteY14" fmla="*/ 28728 h 37833"/>
                <a:gd name="connsiteX15" fmla="*/ 167416 w 171250"/>
                <a:gd name="connsiteY15" fmla="*/ 33835 h 37833"/>
                <a:gd name="connsiteX16" fmla="*/ 171250 w 171250"/>
                <a:gd name="connsiteY16" fmla="*/ 30004 h 37833"/>
                <a:gd name="connsiteX17" fmla="*/ 171250 w 171250"/>
                <a:gd name="connsiteY17" fmla="*/ 638 h 37833"/>
                <a:gd name="connsiteX18" fmla="*/ 639 w 171250"/>
                <a:gd name="connsiteY18" fmla="*/ 0 h 37833"/>
                <a:gd name="connsiteX19" fmla="*/ 639 w 171250"/>
                <a:gd name="connsiteY19" fmla="*/ 0 h 37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1250" h="37833">
                  <a:moveTo>
                    <a:pt x="639" y="0"/>
                  </a:moveTo>
                  <a:lnTo>
                    <a:pt x="0" y="0"/>
                  </a:lnTo>
                  <a:lnTo>
                    <a:pt x="0" y="30004"/>
                  </a:lnTo>
                  <a:cubicBezTo>
                    <a:pt x="3834" y="34473"/>
                    <a:pt x="9585" y="37027"/>
                    <a:pt x="15336" y="37665"/>
                  </a:cubicBezTo>
                  <a:cubicBezTo>
                    <a:pt x="23004" y="37665"/>
                    <a:pt x="30033" y="33835"/>
                    <a:pt x="35145" y="28089"/>
                  </a:cubicBezTo>
                  <a:cubicBezTo>
                    <a:pt x="36423" y="26812"/>
                    <a:pt x="38340" y="26174"/>
                    <a:pt x="40257" y="26174"/>
                  </a:cubicBezTo>
                  <a:cubicBezTo>
                    <a:pt x="42174" y="26174"/>
                    <a:pt x="44091" y="27451"/>
                    <a:pt x="44730" y="28728"/>
                  </a:cubicBezTo>
                  <a:cubicBezTo>
                    <a:pt x="49202" y="33835"/>
                    <a:pt x="54954" y="37027"/>
                    <a:pt x="61343" y="37665"/>
                  </a:cubicBezTo>
                  <a:cubicBezTo>
                    <a:pt x="69011" y="37665"/>
                    <a:pt x="76679" y="33835"/>
                    <a:pt x="81152" y="28089"/>
                  </a:cubicBezTo>
                  <a:cubicBezTo>
                    <a:pt x="82430" y="26812"/>
                    <a:pt x="84347" y="26174"/>
                    <a:pt x="86264" y="26174"/>
                  </a:cubicBezTo>
                  <a:cubicBezTo>
                    <a:pt x="88181" y="26174"/>
                    <a:pt x="90098" y="27451"/>
                    <a:pt x="90737" y="28728"/>
                  </a:cubicBezTo>
                  <a:cubicBezTo>
                    <a:pt x="95210" y="33835"/>
                    <a:pt x="100961" y="37027"/>
                    <a:pt x="107351" y="37665"/>
                  </a:cubicBezTo>
                  <a:cubicBezTo>
                    <a:pt x="115019" y="37665"/>
                    <a:pt x="122048" y="33835"/>
                    <a:pt x="127160" y="28089"/>
                  </a:cubicBezTo>
                  <a:cubicBezTo>
                    <a:pt x="128438" y="26812"/>
                    <a:pt x="130355" y="26174"/>
                    <a:pt x="132272" y="26174"/>
                  </a:cubicBezTo>
                  <a:cubicBezTo>
                    <a:pt x="134189" y="26174"/>
                    <a:pt x="136106" y="27451"/>
                    <a:pt x="136745" y="28728"/>
                  </a:cubicBezTo>
                  <a:cubicBezTo>
                    <a:pt x="143774" y="38304"/>
                    <a:pt x="157831" y="40857"/>
                    <a:pt x="167416" y="33835"/>
                  </a:cubicBezTo>
                  <a:cubicBezTo>
                    <a:pt x="168694" y="32558"/>
                    <a:pt x="170611" y="31281"/>
                    <a:pt x="171250" y="30004"/>
                  </a:cubicBezTo>
                  <a:lnTo>
                    <a:pt x="171250" y="638"/>
                  </a:lnTo>
                  <a:lnTo>
                    <a:pt x="639" y="0"/>
                  </a:lnTo>
                  <a:lnTo>
                    <a:pt x="639" y="0"/>
                  </a:lnTo>
                  <a:close/>
                </a:path>
              </a:pathLst>
            </a:custGeom>
            <a:solidFill>
              <a:srgbClr val="0076A8"/>
            </a:solidFill>
            <a:ln w="6390" cap="flat">
              <a:noFill/>
              <a:prstDash val="solid"/>
              <a:miter/>
            </a:ln>
          </p:spPr>
          <p:txBody>
            <a:bodyPr rtlCol="0" anchor="ctr"/>
            <a:lstStyle/>
            <a:p>
              <a:endParaRPr lang="en-US"/>
            </a:p>
          </p:txBody>
        </p:sp>
      </p:grpSp>
      <p:grpSp>
        <p:nvGrpSpPr>
          <p:cNvPr id="1181" name="Graphic 4">
            <a:extLst>
              <a:ext uri="{FF2B5EF4-FFF2-40B4-BE49-F238E27FC236}">
                <a16:creationId xmlns:a16="http://schemas.microsoft.com/office/drawing/2014/main" id="{BE594BD2-B7AD-8A44-A4EB-73799BE788AF}"/>
              </a:ext>
            </a:extLst>
          </p:cNvPr>
          <p:cNvGrpSpPr>
            <a:grpSpLocks noChangeAspect="1"/>
          </p:cNvGrpSpPr>
          <p:nvPr/>
        </p:nvGrpSpPr>
        <p:grpSpPr>
          <a:xfrm>
            <a:off x="8840477" y="1885990"/>
            <a:ext cx="362312" cy="361971"/>
            <a:chOff x="8840477" y="1885990"/>
            <a:chExt cx="362312" cy="361971"/>
          </a:xfrm>
          <a:solidFill>
            <a:srgbClr val="62B5E5"/>
          </a:solidFill>
        </p:grpSpPr>
        <p:sp>
          <p:nvSpPr>
            <p:cNvPr id="1182" name="Graphic 4">
              <a:extLst>
                <a:ext uri="{FF2B5EF4-FFF2-40B4-BE49-F238E27FC236}">
                  <a16:creationId xmlns:a16="http://schemas.microsoft.com/office/drawing/2014/main" id="{AD4600DE-E57B-8F4A-B2B6-C0E021F74445}"/>
                </a:ext>
              </a:extLst>
            </p:cNvPr>
            <p:cNvSpPr/>
            <p:nvPr/>
          </p:nvSpPr>
          <p:spPr>
            <a:xfrm>
              <a:off x="8840477" y="1885990"/>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8565 h 361971"/>
                <a:gd name="connsiteX7" fmla="*/ 12780 w 362312"/>
                <a:gd name="connsiteY7" fmla="*/ 180667 h 361971"/>
                <a:gd name="connsiteX8" fmla="*/ 180836 w 362312"/>
                <a:gd name="connsiteY8" fmla="*/ 12130 h 361971"/>
                <a:gd name="connsiteX9" fmla="*/ 349529 w 362312"/>
                <a:gd name="connsiteY9" fmla="*/ 180028 h 361971"/>
                <a:gd name="connsiteX10" fmla="*/ 349529 w 362312"/>
                <a:gd name="connsiteY10" fmla="*/ 180028 h 361971"/>
                <a:gd name="connsiteX11" fmla="*/ 181474 w 362312"/>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0438"/>
                    <a:pt x="281796" y="0"/>
                    <a:pt x="181474" y="0"/>
                  </a:cubicBezTo>
                  <a:close/>
                  <a:moveTo>
                    <a:pt x="181474" y="348565"/>
                  </a:moveTo>
                  <a:cubicBezTo>
                    <a:pt x="88181" y="348565"/>
                    <a:pt x="12780" y="273235"/>
                    <a:pt x="12780" y="180667"/>
                  </a:cubicBezTo>
                  <a:cubicBezTo>
                    <a:pt x="12780" y="87461"/>
                    <a:pt x="88181" y="12130"/>
                    <a:pt x="180836" y="12130"/>
                  </a:cubicBezTo>
                  <a:cubicBezTo>
                    <a:pt x="274128" y="12130"/>
                    <a:pt x="349529" y="87461"/>
                    <a:pt x="349529" y="180028"/>
                  </a:cubicBezTo>
                  <a:cubicBezTo>
                    <a:pt x="349529" y="180028"/>
                    <a:pt x="349529" y="180028"/>
                    <a:pt x="349529" y="180028"/>
                  </a:cubicBezTo>
                  <a:cubicBezTo>
                    <a:pt x="350169" y="273235"/>
                    <a:pt x="274767" y="348565"/>
                    <a:pt x="181474" y="348565"/>
                  </a:cubicBezTo>
                  <a:close/>
                </a:path>
              </a:pathLst>
            </a:custGeom>
            <a:solidFill>
              <a:srgbClr val="62B5E5"/>
            </a:solidFill>
            <a:ln w="6390" cap="flat">
              <a:noFill/>
              <a:prstDash val="solid"/>
              <a:miter/>
            </a:ln>
          </p:spPr>
          <p:txBody>
            <a:bodyPr rtlCol="0" anchor="ctr"/>
            <a:lstStyle/>
            <a:p>
              <a:endParaRPr lang="en-US"/>
            </a:p>
          </p:txBody>
        </p:sp>
        <p:sp>
          <p:nvSpPr>
            <p:cNvPr id="1183" name="Graphic 4">
              <a:extLst>
                <a:ext uri="{FF2B5EF4-FFF2-40B4-BE49-F238E27FC236}">
                  <a16:creationId xmlns:a16="http://schemas.microsoft.com/office/drawing/2014/main" id="{3CE1D364-BA6C-4148-8F5D-12A13B11C46C}"/>
                </a:ext>
              </a:extLst>
            </p:cNvPr>
            <p:cNvSpPr/>
            <p:nvPr/>
          </p:nvSpPr>
          <p:spPr>
            <a:xfrm>
              <a:off x="8913486" y="1965631"/>
              <a:ext cx="216695" cy="202531"/>
            </a:xfrm>
            <a:custGeom>
              <a:avLst/>
              <a:gdLst>
                <a:gd name="connsiteX0" fmla="*/ 112938 w 216695"/>
                <a:gd name="connsiteY0" fmla="*/ 1436 h 202531"/>
                <a:gd name="connsiteX1" fmla="*/ 104632 w 216695"/>
                <a:gd name="connsiteY1" fmla="*/ 1436 h 202531"/>
                <a:gd name="connsiteX2" fmla="*/ 2393 w 216695"/>
                <a:gd name="connsiteY2" fmla="*/ 88897 h 202531"/>
                <a:gd name="connsiteX3" fmla="*/ 1114 w 216695"/>
                <a:gd name="connsiteY3" fmla="*/ 97835 h 202531"/>
                <a:gd name="connsiteX4" fmla="*/ 6865 w 216695"/>
                <a:gd name="connsiteY4" fmla="*/ 100388 h 202531"/>
                <a:gd name="connsiteX5" fmla="*/ 22201 w 216695"/>
                <a:gd name="connsiteY5" fmla="*/ 100388 h 202531"/>
                <a:gd name="connsiteX6" fmla="*/ 22201 w 216695"/>
                <a:gd name="connsiteY6" fmla="*/ 196148 h 202531"/>
                <a:gd name="connsiteX7" fmla="*/ 28591 w 216695"/>
                <a:gd name="connsiteY7" fmla="*/ 202532 h 202531"/>
                <a:gd name="connsiteX8" fmla="*/ 94407 w 216695"/>
                <a:gd name="connsiteY8" fmla="*/ 202532 h 202531"/>
                <a:gd name="connsiteX9" fmla="*/ 100797 w 216695"/>
                <a:gd name="connsiteY9" fmla="*/ 196148 h 202531"/>
                <a:gd name="connsiteX10" fmla="*/ 100797 w 216695"/>
                <a:gd name="connsiteY10" fmla="*/ 159121 h 202531"/>
                <a:gd name="connsiteX11" fmla="*/ 117412 w 216695"/>
                <a:gd name="connsiteY11" fmla="*/ 159121 h 202531"/>
                <a:gd name="connsiteX12" fmla="*/ 117412 w 216695"/>
                <a:gd name="connsiteY12" fmla="*/ 196148 h 202531"/>
                <a:gd name="connsiteX13" fmla="*/ 123802 w 216695"/>
                <a:gd name="connsiteY13" fmla="*/ 202532 h 202531"/>
                <a:gd name="connsiteX14" fmla="*/ 188979 w 216695"/>
                <a:gd name="connsiteY14" fmla="*/ 202532 h 202531"/>
                <a:gd name="connsiteX15" fmla="*/ 195369 w 216695"/>
                <a:gd name="connsiteY15" fmla="*/ 196148 h 202531"/>
                <a:gd name="connsiteX16" fmla="*/ 195369 w 216695"/>
                <a:gd name="connsiteY16" fmla="*/ 100388 h 202531"/>
                <a:gd name="connsiteX17" fmla="*/ 210705 w 216695"/>
                <a:gd name="connsiteY17" fmla="*/ 100388 h 202531"/>
                <a:gd name="connsiteX18" fmla="*/ 216456 w 216695"/>
                <a:gd name="connsiteY18" fmla="*/ 95919 h 202531"/>
                <a:gd name="connsiteX19" fmla="*/ 214538 w 216695"/>
                <a:gd name="connsiteY19" fmla="*/ 88897 h 202531"/>
                <a:gd name="connsiteX20" fmla="*/ 112938 w 216695"/>
                <a:gd name="connsiteY20" fmla="*/ 1436 h 202531"/>
                <a:gd name="connsiteX21" fmla="*/ 188979 w 216695"/>
                <a:gd name="connsiteY21" fmla="*/ 87620 h 202531"/>
                <a:gd name="connsiteX22" fmla="*/ 182589 w 216695"/>
                <a:gd name="connsiteY22" fmla="*/ 94004 h 202531"/>
                <a:gd name="connsiteX23" fmla="*/ 182589 w 216695"/>
                <a:gd name="connsiteY23" fmla="*/ 189764 h 202531"/>
                <a:gd name="connsiteX24" fmla="*/ 130191 w 216695"/>
                <a:gd name="connsiteY24" fmla="*/ 189764 h 202531"/>
                <a:gd name="connsiteX25" fmla="*/ 130191 w 216695"/>
                <a:gd name="connsiteY25" fmla="*/ 152737 h 202531"/>
                <a:gd name="connsiteX26" fmla="*/ 123802 w 216695"/>
                <a:gd name="connsiteY26" fmla="*/ 146353 h 202531"/>
                <a:gd name="connsiteX27" fmla="*/ 94407 w 216695"/>
                <a:gd name="connsiteY27" fmla="*/ 146353 h 202531"/>
                <a:gd name="connsiteX28" fmla="*/ 88017 w 216695"/>
                <a:gd name="connsiteY28" fmla="*/ 152737 h 202531"/>
                <a:gd name="connsiteX29" fmla="*/ 88017 w 216695"/>
                <a:gd name="connsiteY29" fmla="*/ 189764 h 202531"/>
                <a:gd name="connsiteX30" fmla="*/ 34981 w 216695"/>
                <a:gd name="connsiteY30" fmla="*/ 189764 h 202531"/>
                <a:gd name="connsiteX31" fmla="*/ 34981 w 216695"/>
                <a:gd name="connsiteY31" fmla="*/ 94004 h 202531"/>
                <a:gd name="connsiteX32" fmla="*/ 28591 w 216695"/>
                <a:gd name="connsiteY32" fmla="*/ 87620 h 202531"/>
                <a:gd name="connsiteX33" fmla="*/ 24118 w 216695"/>
                <a:gd name="connsiteY33" fmla="*/ 87620 h 202531"/>
                <a:gd name="connsiteX34" fmla="*/ 109104 w 216695"/>
                <a:gd name="connsiteY34" fmla="*/ 14843 h 202531"/>
                <a:gd name="connsiteX35" fmla="*/ 193451 w 216695"/>
                <a:gd name="connsiteY35" fmla="*/ 87620 h 202531"/>
                <a:gd name="connsiteX36" fmla="*/ 188979 w 216695"/>
                <a:gd name="connsiteY36" fmla="*/ 87620 h 202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6695" h="202531">
                  <a:moveTo>
                    <a:pt x="112938" y="1436"/>
                  </a:moveTo>
                  <a:cubicBezTo>
                    <a:pt x="110382" y="-479"/>
                    <a:pt x="107187" y="-479"/>
                    <a:pt x="104632" y="1436"/>
                  </a:cubicBezTo>
                  <a:lnTo>
                    <a:pt x="2393" y="88897"/>
                  </a:lnTo>
                  <a:cubicBezTo>
                    <a:pt x="-163" y="90812"/>
                    <a:pt x="-802" y="95281"/>
                    <a:pt x="1114" y="97835"/>
                  </a:cubicBezTo>
                  <a:cubicBezTo>
                    <a:pt x="2393" y="99750"/>
                    <a:pt x="4948" y="100388"/>
                    <a:pt x="6865" y="100388"/>
                  </a:cubicBezTo>
                  <a:lnTo>
                    <a:pt x="22201" y="100388"/>
                  </a:lnTo>
                  <a:lnTo>
                    <a:pt x="22201" y="196148"/>
                  </a:lnTo>
                  <a:cubicBezTo>
                    <a:pt x="22201" y="199978"/>
                    <a:pt x="24758" y="202532"/>
                    <a:pt x="28591" y="202532"/>
                  </a:cubicBezTo>
                  <a:lnTo>
                    <a:pt x="94407" y="202532"/>
                  </a:lnTo>
                  <a:cubicBezTo>
                    <a:pt x="98242" y="202532"/>
                    <a:pt x="100797" y="199978"/>
                    <a:pt x="100797" y="196148"/>
                  </a:cubicBezTo>
                  <a:lnTo>
                    <a:pt x="100797" y="159121"/>
                  </a:lnTo>
                  <a:lnTo>
                    <a:pt x="117412" y="159121"/>
                  </a:lnTo>
                  <a:lnTo>
                    <a:pt x="117412" y="196148"/>
                  </a:lnTo>
                  <a:cubicBezTo>
                    <a:pt x="117412" y="199978"/>
                    <a:pt x="119967" y="202532"/>
                    <a:pt x="123802" y="202532"/>
                  </a:cubicBezTo>
                  <a:lnTo>
                    <a:pt x="188979" y="202532"/>
                  </a:lnTo>
                  <a:cubicBezTo>
                    <a:pt x="192812" y="202532"/>
                    <a:pt x="195369" y="199978"/>
                    <a:pt x="195369" y="196148"/>
                  </a:cubicBezTo>
                  <a:lnTo>
                    <a:pt x="195369" y="100388"/>
                  </a:lnTo>
                  <a:lnTo>
                    <a:pt x="210705" y="100388"/>
                  </a:lnTo>
                  <a:cubicBezTo>
                    <a:pt x="213261" y="100388"/>
                    <a:pt x="215816" y="98473"/>
                    <a:pt x="216456" y="95919"/>
                  </a:cubicBezTo>
                  <a:cubicBezTo>
                    <a:pt x="217094" y="93366"/>
                    <a:pt x="216456" y="90812"/>
                    <a:pt x="214538" y="88897"/>
                  </a:cubicBezTo>
                  <a:lnTo>
                    <a:pt x="112938" y="1436"/>
                  </a:lnTo>
                  <a:close/>
                  <a:moveTo>
                    <a:pt x="188979" y="87620"/>
                  </a:moveTo>
                  <a:cubicBezTo>
                    <a:pt x="185145" y="87620"/>
                    <a:pt x="182589" y="90174"/>
                    <a:pt x="182589" y="94004"/>
                  </a:cubicBezTo>
                  <a:lnTo>
                    <a:pt x="182589" y="189764"/>
                  </a:lnTo>
                  <a:lnTo>
                    <a:pt x="130191" y="189764"/>
                  </a:lnTo>
                  <a:lnTo>
                    <a:pt x="130191" y="152737"/>
                  </a:lnTo>
                  <a:cubicBezTo>
                    <a:pt x="130191" y="148906"/>
                    <a:pt x="127635" y="146353"/>
                    <a:pt x="123802" y="146353"/>
                  </a:cubicBezTo>
                  <a:lnTo>
                    <a:pt x="94407" y="146353"/>
                  </a:lnTo>
                  <a:cubicBezTo>
                    <a:pt x="90573" y="146353"/>
                    <a:pt x="88017" y="148906"/>
                    <a:pt x="88017" y="152737"/>
                  </a:cubicBezTo>
                  <a:lnTo>
                    <a:pt x="88017" y="189764"/>
                  </a:lnTo>
                  <a:lnTo>
                    <a:pt x="34981" y="189764"/>
                  </a:lnTo>
                  <a:lnTo>
                    <a:pt x="34981" y="94004"/>
                  </a:lnTo>
                  <a:cubicBezTo>
                    <a:pt x="34981" y="90174"/>
                    <a:pt x="32425" y="87620"/>
                    <a:pt x="28591" y="87620"/>
                  </a:cubicBezTo>
                  <a:lnTo>
                    <a:pt x="24118" y="87620"/>
                  </a:lnTo>
                  <a:lnTo>
                    <a:pt x="109104" y="14843"/>
                  </a:lnTo>
                  <a:lnTo>
                    <a:pt x="193451" y="87620"/>
                  </a:lnTo>
                  <a:lnTo>
                    <a:pt x="188979" y="87620"/>
                  </a:lnTo>
                  <a:close/>
                </a:path>
              </a:pathLst>
            </a:custGeom>
            <a:solidFill>
              <a:srgbClr val="62B5E5"/>
            </a:solidFill>
            <a:ln w="6390" cap="flat">
              <a:noFill/>
              <a:prstDash val="solid"/>
              <a:miter/>
            </a:ln>
          </p:spPr>
          <p:txBody>
            <a:bodyPr rtlCol="0" anchor="ctr"/>
            <a:lstStyle/>
            <a:p>
              <a:endParaRPr lang="en-US"/>
            </a:p>
          </p:txBody>
        </p:sp>
      </p:grpSp>
      <p:grpSp>
        <p:nvGrpSpPr>
          <p:cNvPr id="1184" name="Graphic 4">
            <a:extLst>
              <a:ext uri="{FF2B5EF4-FFF2-40B4-BE49-F238E27FC236}">
                <a16:creationId xmlns:a16="http://schemas.microsoft.com/office/drawing/2014/main" id="{A9FE61AC-03BB-6B43-B3A6-2C9E2889478A}"/>
              </a:ext>
            </a:extLst>
          </p:cNvPr>
          <p:cNvGrpSpPr>
            <a:grpSpLocks noChangeAspect="1"/>
          </p:cNvGrpSpPr>
          <p:nvPr/>
        </p:nvGrpSpPr>
        <p:grpSpPr>
          <a:xfrm>
            <a:off x="8840477" y="2855717"/>
            <a:ext cx="362312" cy="361971"/>
            <a:chOff x="8840477" y="2855717"/>
            <a:chExt cx="362312" cy="361971"/>
          </a:xfrm>
          <a:solidFill>
            <a:srgbClr val="62B5E5"/>
          </a:solidFill>
        </p:grpSpPr>
        <p:sp>
          <p:nvSpPr>
            <p:cNvPr id="1185" name="Graphic 4">
              <a:extLst>
                <a:ext uri="{FF2B5EF4-FFF2-40B4-BE49-F238E27FC236}">
                  <a16:creationId xmlns:a16="http://schemas.microsoft.com/office/drawing/2014/main" id="{8DF6801E-7A18-684E-AA8B-C745B8C7F038}"/>
                </a:ext>
              </a:extLst>
            </p:cNvPr>
            <p:cNvSpPr/>
            <p:nvPr/>
          </p:nvSpPr>
          <p:spPr>
            <a:xfrm>
              <a:off x="8840477" y="2855717"/>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6"/>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6"/>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234"/>
                    <a:pt x="274767" y="348565"/>
                    <a:pt x="181474" y="349204"/>
                  </a:cubicBezTo>
                  <a:close/>
                </a:path>
              </a:pathLst>
            </a:custGeom>
            <a:solidFill>
              <a:srgbClr val="62B5E5"/>
            </a:solidFill>
            <a:ln w="6390" cap="flat">
              <a:noFill/>
              <a:prstDash val="solid"/>
              <a:miter/>
            </a:ln>
          </p:spPr>
          <p:txBody>
            <a:bodyPr rtlCol="0" anchor="ctr"/>
            <a:lstStyle/>
            <a:p>
              <a:endParaRPr lang="en-US"/>
            </a:p>
          </p:txBody>
        </p:sp>
        <p:sp>
          <p:nvSpPr>
            <p:cNvPr id="1186" name="Graphic 4">
              <a:extLst>
                <a:ext uri="{FF2B5EF4-FFF2-40B4-BE49-F238E27FC236}">
                  <a16:creationId xmlns:a16="http://schemas.microsoft.com/office/drawing/2014/main" id="{8FB3FBB5-7F3D-C841-8A0C-18FD0E714CD4}"/>
                </a:ext>
              </a:extLst>
            </p:cNvPr>
            <p:cNvSpPr/>
            <p:nvPr/>
          </p:nvSpPr>
          <p:spPr>
            <a:xfrm>
              <a:off x="8965081" y="3022978"/>
              <a:ext cx="42173" cy="42134"/>
            </a:xfrm>
            <a:custGeom>
              <a:avLst/>
              <a:gdLst>
                <a:gd name="connsiteX0" fmla="*/ 35145 w 42173"/>
                <a:gd name="connsiteY0" fmla="*/ 0 h 42134"/>
                <a:gd name="connsiteX1" fmla="*/ 6390 w 42173"/>
                <a:gd name="connsiteY1" fmla="*/ 0 h 42134"/>
                <a:gd name="connsiteX2" fmla="*/ 0 w 42173"/>
                <a:gd name="connsiteY2" fmla="*/ 6384 h 42134"/>
                <a:gd name="connsiteX3" fmla="*/ 0 w 42173"/>
                <a:gd name="connsiteY3" fmla="*/ 35750 h 42134"/>
                <a:gd name="connsiteX4" fmla="*/ 6390 w 42173"/>
                <a:gd name="connsiteY4" fmla="*/ 42134 h 42134"/>
                <a:gd name="connsiteX5" fmla="*/ 35783 w 42173"/>
                <a:gd name="connsiteY5" fmla="*/ 42134 h 42134"/>
                <a:gd name="connsiteX6" fmla="*/ 42173 w 42173"/>
                <a:gd name="connsiteY6" fmla="*/ 35750 h 42134"/>
                <a:gd name="connsiteX7" fmla="*/ 42173 w 42173"/>
                <a:gd name="connsiteY7" fmla="*/ 6384 h 42134"/>
                <a:gd name="connsiteX8" fmla="*/ 35145 w 42173"/>
                <a:gd name="connsiteY8" fmla="*/ 0 h 42134"/>
                <a:gd name="connsiteX9" fmla="*/ 35145 w 42173"/>
                <a:gd name="connsiteY9" fmla="*/ 0 h 42134"/>
                <a:gd name="connsiteX10" fmla="*/ 28755 w 42173"/>
                <a:gd name="connsiteY10" fmla="*/ 28728 h 42134"/>
                <a:gd name="connsiteX11" fmla="*/ 12780 w 42173"/>
                <a:gd name="connsiteY11" fmla="*/ 28728 h 42134"/>
                <a:gd name="connsiteX12" fmla="*/ 12780 w 42173"/>
                <a:gd name="connsiteY12" fmla="*/ 12130 h 42134"/>
                <a:gd name="connsiteX13" fmla="*/ 29394 w 42173"/>
                <a:gd name="connsiteY13" fmla="*/ 12130 h 42134"/>
                <a:gd name="connsiteX14" fmla="*/ 28755 w 42173"/>
                <a:gd name="connsiteY14" fmla="*/ 28728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73" h="42134">
                  <a:moveTo>
                    <a:pt x="35145" y="0"/>
                  </a:moveTo>
                  <a:lnTo>
                    <a:pt x="6390" y="0"/>
                  </a:lnTo>
                  <a:cubicBezTo>
                    <a:pt x="2556" y="0"/>
                    <a:pt x="0" y="2554"/>
                    <a:pt x="0" y="6384"/>
                  </a:cubicBezTo>
                  <a:lnTo>
                    <a:pt x="0" y="35750"/>
                  </a:lnTo>
                  <a:cubicBezTo>
                    <a:pt x="0" y="39581"/>
                    <a:pt x="2556" y="42134"/>
                    <a:pt x="6390" y="42134"/>
                  </a:cubicBezTo>
                  <a:lnTo>
                    <a:pt x="35783" y="42134"/>
                  </a:lnTo>
                  <a:cubicBezTo>
                    <a:pt x="39617" y="42134"/>
                    <a:pt x="42173" y="39581"/>
                    <a:pt x="42173" y="35750"/>
                  </a:cubicBezTo>
                  <a:lnTo>
                    <a:pt x="42173" y="6384"/>
                  </a:lnTo>
                  <a:cubicBezTo>
                    <a:pt x="42173" y="2554"/>
                    <a:pt x="38978" y="0"/>
                    <a:pt x="35145" y="0"/>
                  </a:cubicBezTo>
                  <a:cubicBezTo>
                    <a:pt x="35145" y="0"/>
                    <a:pt x="35145" y="0"/>
                    <a:pt x="35145" y="0"/>
                  </a:cubicBezTo>
                  <a:close/>
                  <a:moveTo>
                    <a:pt x="28755" y="28728"/>
                  </a:moveTo>
                  <a:lnTo>
                    <a:pt x="12780" y="28728"/>
                  </a:lnTo>
                  <a:lnTo>
                    <a:pt x="12780" y="12130"/>
                  </a:lnTo>
                  <a:lnTo>
                    <a:pt x="29394" y="12130"/>
                  </a:lnTo>
                  <a:lnTo>
                    <a:pt x="28755" y="28728"/>
                  </a:lnTo>
                  <a:close/>
                </a:path>
              </a:pathLst>
            </a:custGeom>
            <a:solidFill>
              <a:srgbClr val="62B5E5"/>
            </a:solidFill>
            <a:ln w="6390" cap="flat">
              <a:noFill/>
              <a:prstDash val="solid"/>
              <a:miter/>
            </a:ln>
          </p:spPr>
          <p:txBody>
            <a:bodyPr rtlCol="0" anchor="ctr"/>
            <a:lstStyle/>
            <a:p>
              <a:endParaRPr lang="en-US"/>
            </a:p>
          </p:txBody>
        </p:sp>
        <p:sp>
          <p:nvSpPr>
            <p:cNvPr id="1187" name="Graphic 4">
              <a:extLst>
                <a:ext uri="{FF2B5EF4-FFF2-40B4-BE49-F238E27FC236}">
                  <a16:creationId xmlns:a16="http://schemas.microsoft.com/office/drawing/2014/main" id="{DA05ED96-7907-ED48-BF5F-01A17ECEA586}"/>
                </a:ext>
              </a:extLst>
            </p:cNvPr>
            <p:cNvSpPr/>
            <p:nvPr/>
          </p:nvSpPr>
          <p:spPr>
            <a:xfrm>
              <a:off x="9037927" y="3022339"/>
              <a:ext cx="42173" cy="42134"/>
            </a:xfrm>
            <a:custGeom>
              <a:avLst/>
              <a:gdLst>
                <a:gd name="connsiteX0" fmla="*/ 6390 w 42173"/>
                <a:gd name="connsiteY0" fmla="*/ 42134 h 42134"/>
                <a:gd name="connsiteX1" fmla="*/ 35783 w 42173"/>
                <a:gd name="connsiteY1" fmla="*/ 42134 h 42134"/>
                <a:gd name="connsiteX2" fmla="*/ 42173 w 42173"/>
                <a:gd name="connsiteY2" fmla="*/ 35750 h 42134"/>
                <a:gd name="connsiteX3" fmla="*/ 42173 w 42173"/>
                <a:gd name="connsiteY3" fmla="*/ 6384 h 42134"/>
                <a:gd name="connsiteX4" fmla="*/ 35783 w 42173"/>
                <a:gd name="connsiteY4" fmla="*/ 0 h 42134"/>
                <a:gd name="connsiteX5" fmla="*/ 6390 w 42173"/>
                <a:gd name="connsiteY5" fmla="*/ 0 h 42134"/>
                <a:gd name="connsiteX6" fmla="*/ 0 w 42173"/>
                <a:gd name="connsiteY6" fmla="*/ 6384 h 42134"/>
                <a:gd name="connsiteX7" fmla="*/ 0 w 42173"/>
                <a:gd name="connsiteY7" fmla="*/ 35750 h 42134"/>
                <a:gd name="connsiteX8" fmla="*/ 6390 w 42173"/>
                <a:gd name="connsiteY8" fmla="*/ 42134 h 42134"/>
                <a:gd name="connsiteX9" fmla="*/ 12780 w 42173"/>
                <a:gd name="connsiteY9" fmla="*/ 13406 h 42134"/>
                <a:gd name="connsiteX10" fmla="*/ 29394 w 42173"/>
                <a:gd name="connsiteY10" fmla="*/ 13406 h 42134"/>
                <a:gd name="connsiteX11" fmla="*/ 29394 w 42173"/>
                <a:gd name="connsiteY11" fmla="*/ 30005 h 42134"/>
                <a:gd name="connsiteX12" fmla="*/ 12780 w 42173"/>
                <a:gd name="connsiteY12" fmla="*/ 30005 h 42134"/>
                <a:gd name="connsiteX13" fmla="*/ 12780 w 42173"/>
                <a:gd name="connsiteY13" fmla="*/ 13406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173" h="42134">
                  <a:moveTo>
                    <a:pt x="6390" y="42134"/>
                  </a:moveTo>
                  <a:lnTo>
                    <a:pt x="35783" y="42134"/>
                  </a:lnTo>
                  <a:cubicBezTo>
                    <a:pt x="39617" y="42134"/>
                    <a:pt x="42173" y="39581"/>
                    <a:pt x="42173" y="35750"/>
                  </a:cubicBezTo>
                  <a:lnTo>
                    <a:pt x="42173" y="6384"/>
                  </a:lnTo>
                  <a:cubicBezTo>
                    <a:pt x="42173" y="2554"/>
                    <a:pt x="39617" y="0"/>
                    <a:pt x="35783" y="0"/>
                  </a:cubicBezTo>
                  <a:lnTo>
                    <a:pt x="6390" y="0"/>
                  </a:lnTo>
                  <a:cubicBezTo>
                    <a:pt x="2556" y="0"/>
                    <a:pt x="0" y="2554"/>
                    <a:pt x="0" y="6384"/>
                  </a:cubicBezTo>
                  <a:lnTo>
                    <a:pt x="0" y="35750"/>
                  </a:lnTo>
                  <a:cubicBezTo>
                    <a:pt x="0" y="39581"/>
                    <a:pt x="2556" y="42134"/>
                    <a:pt x="6390" y="42134"/>
                  </a:cubicBezTo>
                  <a:close/>
                  <a:moveTo>
                    <a:pt x="12780" y="13406"/>
                  </a:moveTo>
                  <a:lnTo>
                    <a:pt x="29394" y="13406"/>
                  </a:lnTo>
                  <a:lnTo>
                    <a:pt x="29394" y="30005"/>
                  </a:lnTo>
                  <a:lnTo>
                    <a:pt x="12780" y="30005"/>
                  </a:lnTo>
                  <a:lnTo>
                    <a:pt x="12780" y="13406"/>
                  </a:lnTo>
                  <a:close/>
                </a:path>
              </a:pathLst>
            </a:custGeom>
            <a:solidFill>
              <a:srgbClr val="62B5E5"/>
            </a:solidFill>
            <a:ln w="6390" cap="flat">
              <a:noFill/>
              <a:prstDash val="solid"/>
              <a:miter/>
            </a:ln>
          </p:spPr>
          <p:txBody>
            <a:bodyPr rtlCol="0" anchor="ctr"/>
            <a:lstStyle/>
            <a:p>
              <a:endParaRPr lang="en-US"/>
            </a:p>
          </p:txBody>
        </p:sp>
        <p:sp>
          <p:nvSpPr>
            <p:cNvPr id="1188" name="Graphic 4">
              <a:extLst>
                <a:ext uri="{FF2B5EF4-FFF2-40B4-BE49-F238E27FC236}">
                  <a16:creationId xmlns:a16="http://schemas.microsoft.com/office/drawing/2014/main" id="{A5A14F60-48C2-384E-8050-039743FC5DCC}"/>
                </a:ext>
              </a:extLst>
            </p:cNvPr>
            <p:cNvSpPr/>
            <p:nvPr/>
          </p:nvSpPr>
          <p:spPr>
            <a:xfrm>
              <a:off x="8913613" y="2935358"/>
              <a:ext cx="216568" cy="202531"/>
            </a:xfrm>
            <a:custGeom>
              <a:avLst/>
              <a:gdLst>
                <a:gd name="connsiteX0" fmla="*/ 112812 w 216568"/>
                <a:gd name="connsiteY0" fmla="*/ 1436 h 202531"/>
                <a:gd name="connsiteX1" fmla="*/ 104505 w 216568"/>
                <a:gd name="connsiteY1" fmla="*/ 1436 h 202531"/>
                <a:gd name="connsiteX2" fmla="*/ 2266 w 216568"/>
                <a:gd name="connsiteY2" fmla="*/ 88897 h 202531"/>
                <a:gd name="connsiteX3" fmla="*/ 1627 w 216568"/>
                <a:gd name="connsiteY3" fmla="*/ 97835 h 202531"/>
                <a:gd name="connsiteX4" fmla="*/ 6739 w 216568"/>
                <a:gd name="connsiteY4" fmla="*/ 100388 h 202531"/>
                <a:gd name="connsiteX5" fmla="*/ 22075 w 216568"/>
                <a:gd name="connsiteY5" fmla="*/ 100388 h 202531"/>
                <a:gd name="connsiteX6" fmla="*/ 22075 w 216568"/>
                <a:gd name="connsiteY6" fmla="*/ 196148 h 202531"/>
                <a:gd name="connsiteX7" fmla="*/ 28465 w 216568"/>
                <a:gd name="connsiteY7" fmla="*/ 202532 h 202531"/>
                <a:gd name="connsiteX8" fmla="*/ 94281 w 216568"/>
                <a:gd name="connsiteY8" fmla="*/ 202532 h 202531"/>
                <a:gd name="connsiteX9" fmla="*/ 100671 w 216568"/>
                <a:gd name="connsiteY9" fmla="*/ 196148 h 202531"/>
                <a:gd name="connsiteX10" fmla="*/ 100671 w 216568"/>
                <a:gd name="connsiteY10" fmla="*/ 158482 h 202531"/>
                <a:gd name="connsiteX11" fmla="*/ 117285 w 216568"/>
                <a:gd name="connsiteY11" fmla="*/ 158482 h 202531"/>
                <a:gd name="connsiteX12" fmla="*/ 117285 w 216568"/>
                <a:gd name="connsiteY12" fmla="*/ 195509 h 202531"/>
                <a:gd name="connsiteX13" fmla="*/ 123675 w 216568"/>
                <a:gd name="connsiteY13" fmla="*/ 201893 h 202531"/>
                <a:gd name="connsiteX14" fmla="*/ 188852 w 216568"/>
                <a:gd name="connsiteY14" fmla="*/ 201893 h 202531"/>
                <a:gd name="connsiteX15" fmla="*/ 195242 w 216568"/>
                <a:gd name="connsiteY15" fmla="*/ 195509 h 202531"/>
                <a:gd name="connsiteX16" fmla="*/ 195242 w 216568"/>
                <a:gd name="connsiteY16" fmla="*/ 99750 h 202531"/>
                <a:gd name="connsiteX17" fmla="*/ 210578 w 216568"/>
                <a:gd name="connsiteY17" fmla="*/ 99750 h 202531"/>
                <a:gd name="connsiteX18" fmla="*/ 216329 w 216568"/>
                <a:gd name="connsiteY18" fmla="*/ 95281 h 202531"/>
                <a:gd name="connsiteX19" fmla="*/ 214412 w 216568"/>
                <a:gd name="connsiteY19" fmla="*/ 88259 h 202531"/>
                <a:gd name="connsiteX20" fmla="*/ 112812 w 216568"/>
                <a:gd name="connsiteY20" fmla="*/ 1436 h 202531"/>
                <a:gd name="connsiteX21" fmla="*/ 188852 w 216568"/>
                <a:gd name="connsiteY21" fmla="*/ 87620 h 202531"/>
                <a:gd name="connsiteX22" fmla="*/ 182462 w 216568"/>
                <a:gd name="connsiteY22" fmla="*/ 94004 h 202531"/>
                <a:gd name="connsiteX23" fmla="*/ 182462 w 216568"/>
                <a:gd name="connsiteY23" fmla="*/ 189764 h 202531"/>
                <a:gd name="connsiteX24" fmla="*/ 130065 w 216568"/>
                <a:gd name="connsiteY24" fmla="*/ 189764 h 202531"/>
                <a:gd name="connsiteX25" fmla="*/ 130065 w 216568"/>
                <a:gd name="connsiteY25" fmla="*/ 152098 h 202531"/>
                <a:gd name="connsiteX26" fmla="*/ 123675 w 216568"/>
                <a:gd name="connsiteY26" fmla="*/ 145714 h 202531"/>
                <a:gd name="connsiteX27" fmla="*/ 94281 w 216568"/>
                <a:gd name="connsiteY27" fmla="*/ 145714 h 202531"/>
                <a:gd name="connsiteX28" fmla="*/ 87891 w 216568"/>
                <a:gd name="connsiteY28" fmla="*/ 152098 h 202531"/>
                <a:gd name="connsiteX29" fmla="*/ 87891 w 216568"/>
                <a:gd name="connsiteY29" fmla="*/ 189125 h 202531"/>
                <a:gd name="connsiteX30" fmla="*/ 34855 w 216568"/>
                <a:gd name="connsiteY30" fmla="*/ 189125 h 202531"/>
                <a:gd name="connsiteX31" fmla="*/ 34855 w 216568"/>
                <a:gd name="connsiteY31" fmla="*/ 93366 h 202531"/>
                <a:gd name="connsiteX32" fmla="*/ 28465 w 216568"/>
                <a:gd name="connsiteY32" fmla="*/ 86982 h 202531"/>
                <a:gd name="connsiteX33" fmla="*/ 23991 w 216568"/>
                <a:gd name="connsiteY33" fmla="*/ 86982 h 202531"/>
                <a:gd name="connsiteX34" fmla="*/ 108339 w 216568"/>
                <a:gd name="connsiteY34" fmla="*/ 14204 h 202531"/>
                <a:gd name="connsiteX35" fmla="*/ 192686 w 216568"/>
                <a:gd name="connsiteY35" fmla="*/ 86982 h 202531"/>
                <a:gd name="connsiteX36" fmla="*/ 188852 w 216568"/>
                <a:gd name="connsiteY36" fmla="*/ 86982 h 202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6568" h="202531">
                  <a:moveTo>
                    <a:pt x="112812" y="1436"/>
                  </a:moveTo>
                  <a:cubicBezTo>
                    <a:pt x="110256" y="-479"/>
                    <a:pt x="107061" y="-479"/>
                    <a:pt x="104505" y="1436"/>
                  </a:cubicBezTo>
                  <a:lnTo>
                    <a:pt x="2266" y="88897"/>
                  </a:lnTo>
                  <a:cubicBezTo>
                    <a:pt x="-290" y="91451"/>
                    <a:pt x="-929" y="95281"/>
                    <a:pt x="1627" y="97835"/>
                  </a:cubicBezTo>
                  <a:cubicBezTo>
                    <a:pt x="2905" y="99111"/>
                    <a:pt x="4822" y="100388"/>
                    <a:pt x="6739" y="100388"/>
                  </a:cubicBezTo>
                  <a:lnTo>
                    <a:pt x="22075" y="100388"/>
                  </a:lnTo>
                  <a:lnTo>
                    <a:pt x="22075" y="196148"/>
                  </a:lnTo>
                  <a:cubicBezTo>
                    <a:pt x="22075" y="199978"/>
                    <a:pt x="24631" y="202532"/>
                    <a:pt x="28465" y="202532"/>
                  </a:cubicBezTo>
                  <a:lnTo>
                    <a:pt x="94281" y="202532"/>
                  </a:lnTo>
                  <a:cubicBezTo>
                    <a:pt x="98115" y="202532"/>
                    <a:pt x="100671" y="199978"/>
                    <a:pt x="100671" y="196148"/>
                  </a:cubicBezTo>
                  <a:lnTo>
                    <a:pt x="100671" y="158482"/>
                  </a:lnTo>
                  <a:lnTo>
                    <a:pt x="117285" y="158482"/>
                  </a:lnTo>
                  <a:lnTo>
                    <a:pt x="117285" y="195509"/>
                  </a:lnTo>
                  <a:cubicBezTo>
                    <a:pt x="117285" y="199340"/>
                    <a:pt x="119841" y="201893"/>
                    <a:pt x="123675" y="201893"/>
                  </a:cubicBezTo>
                  <a:lnTo>
                    <a:pt x="188852" y="201893"/>
                  </a:lnTo>
                  <a:cubicBezTo>
                    <a:pt x="192686" y="201893"/>
                    <a:pt x="195242" y="199340"/>
                    <a:pt x="195242" y="195509"/>
                  </a:cubicBezTo>
                  <a:lnTo>
                    <a:pt x="195242" y="99750"/>
                  </a:lnTo>
                  <a:lnTo>
                    <a:pt x="210578" y="99750"/>
                  </a:lnTo>
                  <a:cubicBezTo>
                    <a:pt x="213134" y="99750"/>
                    <a:pt x="215690" y="97835"/>
                    <a:pt x="216329" y="95281"/>
                  </a:cubicBezTo>
                  <a:cubicBezTo>
                    <a:pt x="216968" y="92727"/>
                    <a:pt x="216329" y="90174"/>
                    <a:pt x="214412" y="88259"/>
                  </a:cubicBezTo>
                  <a:lnTo>
                    <a:pt x="112812" y="1436"/>
                  </a:lnTo>
                  <a:close/>
                  <a:moveTo>
                    <a:pt x="188852" y="87620"/>
                  </a:moveTo>
                  <a:cubicBezTo>
                    <a:pt x="185018" y="87620"/>
                    <a:pt x="182462" y="90174"/>
                    <a:pt x="182462" y="94004"/>
                  </a:cubicBezTo>
                  <a:lnTo>
                    <a:pt x="182462" y="189764"/>
                  </a:lnTo>
                  <a:lnTo>
                    <a:pt x="130065" y="189764"/>
                  </a:lnTo>
                  <a:lnTo>
                    <a:pt x="130065" y="152098"/>
                  </a:lnTo>
                  <a:cubicBezTo>
                    <a:pt x="130065" y="148268"/>
                    <a:pt x="127509" y="145714"/>
                    <a:pt x="123675" y="145714"/>
                  </a:cubicBezTo>
                  <a:lnTo>
                    <a:pt x="94281" y="145714"/>
                  </a:lnTo>
                  <a:cubicBezTo>
                    <a:pt x="90447" y="145714"/>
                    <a:pt x="87891" y="148268"/>
                    <a:pt x="87891" y="152098"/>
                  </a:cubicBezTo>
                  <a:lnTo>
                    <a:pt x="87891" y="189125"/>
                  </a:lnTo>
                  <a:lnTo>
                    <a:pt x="34855" y="189125"/>
                  </a:lnTo>
                  <a:lnTo>
                    <a:pt x="34855" y="93366"/>
                  </a:lnTo>
                  <a:cubicBezTo>
                    <a:pt x="34855" y="89535"/>
                    <a:pt x="32299" y="86982"/>
                    <a:pt x="28465" y="86982"/>
                  </a:cubicBezTo>
                  <a:lnTo>
                    <a:pt x="23991" y="86982"/>
                  </a:lnTo>
                  <a:lnTo>
                    <a:pt x="108339" y="14204"/>
                  </a:lnTo>
                  <a:lnTo>
                    <a:pt x="192686" y="86982"/>
                  </a:lnTo>
                  <a:lnTo>
                    <a:pt x="188852" y="86982"/>
                  </a:lnTo>
                  <a:close/>
                </a:path>
              </a:pathLst>
            </a:custGeom>
            <a:solidFill>
              <a:srgbClr val="62B5E5"/>
            </a:solidFill>
            <a:ln w="6390" cap="flat">
              <a:noFill/>
              <a:prstDash val="solid"/>
              <a:miter/>
            </a:ln>
          </p:spPr>
          <p:txBody>
            <a:bodyPr rtlCol="0" anchor="ctr"/>
            <a:lstStyle/>
            <a:p>
              <a:endParaRPr lang="en-US"/>
            </a:p>
          </p:txBody>
        </p:sp>
      </p:grpSp>
      <p:grpSp>
        <p:nvGrpSpPr>
          <p:cNvPr id="1189" name="Graphic 4">
            <a:extLst>
              <a:ext uri="{FF2B5EF4-FFF2-40B4-BE49-F238E27FC236}">
                <a16:creationId xmlns:a16="http://schemas.microsoft.com/office/drawing/2014/main" id="{C57DD07B-7BDB-0845-8C3E-3D8751EBC202}"/>
              </a:ext>
            </a:extLst>
          </p:cNvPr>
          <p:cNvGrpSpPr>
            <a:grpSpLocks noChangeAspect="1"/>
          </p:cNvGrpSpPr>
          <p:nvPr/>
        </p:nvGrpSpPr>
        <p:grpSpPr>
          <a:xfrm>
            <a:off x="8840477" y="3339623"/>
            <a:ext cx="362312" cy="361971"/>
            <a:chOff x="8840477" y="3339623"/>
            <a:chExt cx="362312" cy="361971"/>
          </a:xfrm>
          <a:solidFill>
            <a:srgbClr val="62B5E5"/>
          </a:solidFill>
        </p:grpSpPr>
        <p:sp>
          <p:nvSpPr>
            <p:cNvPr id="1190" name="Graphic 4">
              <a:extLst>
                <a:ext uri="{FF2B5EF4-FFF2-40B4-BE49-F238E27FC236}">
                  <a16:creationId xmlns:a16="http://schemas.microsoft.com/office/drawing/2014/main" id="{F1ED930B-25E5-3640-8ECE-8B5F46A25A5D}"/>
                </a:ext>
              </a:extLst>
            </p:cNvPr>
            <p:cNvSpPr/>
            <p:nvPr/>
          </p:nvSpPr>
          <p:spPr>
            <a:xfrm>
              <a:off x="8840477" y="333962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9204"/>
                    <a:pt x="181474" y="349204"/>
                  </a:cubicBezTo>
                  <a:lnTo>
                    <a:pt x="181474" y="349204"/>
                  </a:lnTo>
                  <a:close/>
                </a:path>
              </a:pathLst>
            </a:custGeom>
            <a:solidFill>
              <a:srgbClr val="62B5E5"/>
            </a:solidFill>
            <a:ln w="6390" cap="flat">
              <a:noFill/>
              <a:prstDash val="solid"/>
              <a:miter/>
            </a:ln>
          </p:spPr>
          <p:txBody>
            <a:bodyPr rtlCol="0" anchor="ctr"/>
            <a:lstStyle/>
            <a:p>
              <a:endParaRPr lang="en-US"/>
            </a:p>
          </p:txBody>
        </p:sp>
        <p:sp>
          <p:nvSpPr>
            <p:cNvPr id="1191" name="Graphic 4">
              <a:extLst>
                <a:ext uri="{FF2B5EF4-FFF2-40B4-BE49-F238E27FC236}">
                  <a16:creationId xmlns:a16="http://schemas.microsoft.com/office/drawing/2014/main" id="{7CD177B1-03D6-5845-BFCA-2B9471BD9278}"/>
                </a:ext>
              </a:extLst>
            </p:cNvPr>
            <p:cNvSpPr/>
            <p:nvPr/>
          </p:nvSpPr>
          <p:spPr>
            <a:xfrm>
              <a:off x="8914725" y="3529706"/>
              <a:ext cx="91251" cy="99111"/>
            </a:xfrm>
            <a:custGeom>
              <a:avLst/>
              <a:gdLst>
                <a:gd name="connsiteX0" fmla="*/ 49078 w 91251"/>
                <a:gd name="connsiteY0" fmla="*/ 1436 h 99111"/>
                <a:gd name="connsiteX1" fmla="*/ 41410 w 91251"/>
                <a:gd name="connsiteY1" fmla="*/ 1436 h 99111"/>
                <a:gd name="connsiteX2" fmla="*/ 2432 w 91251"/>
                <a:gd name="connsiteY2" fmla="*/ 32718 h 99111"/>
                <a:gd name="connsiteX3" fmla="*/ 514 w 91251"/>
                <a:gd name="connsiteY3" fmla="*/ 39740 h 99111"/>
                <a:gd name="connsiteX4" fmla="*/ 6265 w 91251"/>
                <a:gd name="connsiteY4" fmla="*/ 44209 h 99111"/>
                <a:gd name="connsiteX5" fmla="*/ 8183 w 91251"/>
                <a:gd name="connsiteY5" fmla="*/ 44209 h 99111"/>
                <a:gd name="connsiteX6" fmla="*/ 8183 w 91251"/>
                <a:gd name="connsiteY6" fmla="*/ 45486 h 99111"/>
                <a:gd name="connsiteX7" fmla="*/ 8183 w 91251"/>
                <a:gd name="connsiteY7" fmla="*/ 92727 h 99111"/>
                <a:gd name="connsiteX8" fmla="*/ 14573 w 91251"/>
                <a:gd name="connsiteY8" fmla="*/ 99111 h 99111"/>
                <a:gd name="connsiteX9" fmla="*/ 76555 w 91251"/>
                <a:gd name="connsiteY9" fmla="*/ 99111 h 99111"/>
                <a:gd name="connsiteX10" fmla="*/ 82945 w 91251"/>
                <a:gd name="connsiteY10" fmla="*/ 92727 h 99111"/>
                <a:gd name="connsiteX11" fmla="*/ 82945 w 91251"/>
                <a:gd name="connsiteY11" fmla="*/ 45486 h 99111"/>
                <a:gd name="connsiteX12" fmla="*/ 82945 w 91251"/>
                <a:gd name="connsiteY12" fmla="*/ 44209 h 99111"/>
                <a:gd name="connsiteX13" fmla="*/ 84862 w 91251"/>
                <a:gd name="connsiteY13" fmla="*/ 44209 h 99111"/>
                <a:gd name="connsiteX14" fmla="*/ 91252 w 91251"/>
                <a:gd name="connsiteY14" fmla="*/ 37825 h 99111"/>
                <a:gd name="connsiteX15" fmla="*/ 88696 w 91251"/>
                <a:gd name="connsiteY15" fmla="*/ 32718 h 99111"/>
                <a:gd name="connsiteX16" fmla="*/ 49078 w 91251"/>
                <a:gd name="connsiteY16" fmla="*/ 1436 h 99111"/>
                <a:gd name="connsiteX17" fmla="*/ 44605 w 91251"/>
                <a:gd name="connsiteY17" fmla="*/ 14843 h 99111"/>
                <a:gd name="connsiteX18" fmla="*/ 65692 w 91251"/>
                <a:gd name="connsiteY18" fmla="*/ 31441 h 99111"/>
                <a:gd name="connsiteX19" fmla="*/ 23519 w 91251"/>
                <a:gd name="connsiteY19" fmla="*/ 31441 h 99111"/>
                <a:gd name="connsiteX20" fmla="*/ 44605 w 91251"/>
                <a:gd name="connsiteY20" fmla="*/ 14843 h 99111"/>
                <a:gd name="connsiteX21" fmla="*/ 69526 w 91251"/>
                <a:gd name="connsiteY21" fmla="*/ 46124 h 99111"/>
                <a:gd name="connsiteX22" fmla="*/ 69526 w 91251"/>
                <a:gd name="connsiteY22" fmla="*/ 86982 h 99111"/>
                <a:gd name="connsiteX23" fmla="*/ 50995 w 91251"/>
                <a:gd name="connsiteY23" fmla="*/ 86982 h 99111"/>
                <a:gd name="connsiteX24" fmla="*/ 50995 w 91251"/>
                <a:gd name="connsiteY24" fmla="*/ 69745 h 99111"/>
                <a:gd name="connsiteX25" fmla="*/ 44605 w 91251"/>
                <a:gd name="connsiteY25" fmla="*/ 63361 h 99111"/>
                <a:gd name="connsiteX26" fmla="*/ 38215 w 91251"/>
                <a:gd name="connsiteY26" fmla="*/ 69745 h 99111"/>
                <a:gd name="connsiteX27" fmla="*/ 38215 w 91251"/>
                <a:gd name="connsiteY27" fmla="*/ 86982 h 99111"/>
                <a:gd name="connsiteX28" fmla="*/ 19684 w 91251"/>
                <a:gd name="connsiteY28" fmla="*/ 86982 h 99111"/>
                <a:gd name="connsiteX29" fmla="*/ 19684 w 91251"/>
                <a:gd name="connsiteY29" fmla="*/ 46124 h 99111"/>
                <a:gd name="connsiteX30" fmla="*/ 19684 w 91251"/>
                <a:gd name="connsiteY30" fmla="*/ 44847 h 99111"/>
                <a:gd name="connsiteX31" fmla="*/ 70165 w 91251"/>
                <a:gd name="connsiteY31" fmla="*/ 44847 h 99111"/>
                <a:gd name="connsiteX32" fmla="*/ 69526 w 91251"/>
                <a:gd name="connsiteY32" fmla="*/ 46124 h 99111"/>
                <a:gd name="connsiteX33" fmla="*/ 69526 w 91251"/>
                <a:gd name="connsiteY33" fmla="*/ 46124 h 9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91251" h="99111">
                  <a:moveTo>
                    <a:pt x="49078" y="1436"/>
                  </a:moveTo>
                  <a:cubicBezTo>
                    <a:pt x="46522" y="-479"/>
                    <a:pt x="43327" y="-479"/>
                    <a:pt x="41410" y="1436"/>
                  </a:cubicBezTo>
                  <a:lnTo>
                    <a:pt x="2432" y="32718"/>
                  </a:lnTo>
                  <a:cubicBezTo>
                    <a:pt x="514" y="34633"/>
                    <a:pt x="-763" y="37186"/>
                    <a:pt x="514" y="39740"/>
                  </a:cubicBezTo>
                  <a:cubicBezTo>
                    <a:pt x="1154" y="42294"/>
                    <a:pt x="3709" y="44209"/>
                    <a:pt x="6265" y="44209"/>
                  </a:cubicBezTo>
                  <a:lnTo>
                    <a:pt x="8183" y="44209"/>
                  </a:lnTo>
                  <a:cubicBezTo>
                    <a:pt x="8183" y="44847"/>
                    <a:pt x="8183" y="45486"/>
                    <a:pt x="8183" y="45486"/>
                  </a:cubicBezTo>
                  <a:lnTo>
                    <a:pt x="8183" y="92727"/>
                  </a:lnTo>
                  <a:cubicBezTo>
                    <a:pt x="8183" y="96558"/>
                    <a:pt x="10739" y="99111"/>
                    <a:pt x="14573" y="99111"/>
                  </a:cubicBezTo>
                  <a:lnTo>
                    <a:pt x="76555" y="99111"/>
                  </a:lnTo>
                  <a:cubicBezTo>
                    <a:pt x="80389" y="99111"/>
                    <a:pt x="82945" y="96558"/>
                    <a:pt x="82945" y="92727"/>
                  </a:cubicBezTo>
                  <a:lnTo>
                    <a:pt x="82945" y="45486"/>
                  </a:lnTo>
                  <a:cubicBezTo>
                    <a:pt x="82945" y="44847"/>
                    <a:pt x="82945" y="44209"/>
                    <a:pt x="82945" y="44209"/>
                  </a:cubicBezTo>
                  <a:lnTo>
                    <a:pt x="84862" y="44209"/>
                  </a:lnTo>
                  <a:cubicBezTo>
                    <a:pt x="88696" y="44209"/>
                    <a:pt x="91252" y="41017"/>
                    <a:pt x="91252" y="37825"/>
                  </a:cubicBezTo>
                  <a:cubicBezTo>
                    <a:pt x="91252" y="35910"/>
                    <a:pt x="90613" y="33994"/>
                    <a:pt x="88696" y="32718"/>
                  </a:cubicBezTo>
                  <a:lnTo>
                    <a:pt x="49078" y="1436"/>
                  </a:lnTo>
                  <a:close/>
                  <a:moveTo>
                    <a:pt x="44605" y="14843"/>
                  </a:moveTo>
                  <a:lnTo>
                    <a:pt x="65692" y="31441"/>
                  </a:lnTo>
                  <a:lnTo>
                    <a:pt x="23519" y="31441"/>
                  </a:lnTo>
                  <a:lnTo>
                    <a:pt x="44605" y="14843"/>
                  </a:lnTo>
                  <a:close/>
                  <a:moveTo>
                    <a:pt x="69526" y="46124"/>
                  </a:moveTo>
                  <a:lnTo>
                    <a:pt x="69526" y="86982"/>
                  </a:lnTo>
                  <a:lnTo>
                    <a:pt x="50995" y="86982"/>
                  </a:lnTo>
                  <a:lnTo>
                    <a:pt x="50995" y="69745"/>
                  </a:lnTo>
                  <a:cubicBezTo>
                    <a:pt x="50995" y="65914"/>
                    <a:pt x="48439" y="63361"/>
                    <a:pt x="44605" y="63361"/>
                  </a:cubicBezTo>
                  <a:cubicBezTo>
                    <a:pt x="40771" y="63361"/>
                    <a:pt x="38215" y="65914"/>
                    <a:pt x="38215" y="69745"/>
                  </a:cubicBezTo>
                  <a:lnTo>
                    <a:pt x="38215" y="86982"/>
                  </a:lnTo>
                  <a:lnTo>
                    <a:pt x="19684" y="86982"/>
                  </a:lnTo>
                  <a:lnTo>
                    <a:pt x="19684" y="46124"/>
                  </a:lnTo>
                  <a:cubicBezTo>
                    <a:pt x="19684" y="45486"/>
                    <a:pt x="19684" y="44847"/>
                    <a:pt x="19684" y="44847"/>
                  </a:cubicBezTo>
                  <a:lnTo>
                    <a:pt x="70165" y="44847"/>
                  </a:lnTo>
                  <a:cubicBezTo>
                    <a:pt x="70165" y="44847"/>
                    <a:pt x="69526" y="45486"/>
                    <a:pt x="69526" y="46124"/>
                  </a:cubicBezTo>
                  <a:lnTo>
                    <a:pt x="69526" y="46124"/>
                  </a:lnTo>
                  <a:close/>
                </a:path>
              </a:pathLst>
            </a:custGeom>
            <a:solidFill>
              <a:srgbClr val="62B5E5"/>
            </a:solidFill>
            <a:ln w="6390" cap="flat">
              <a:noFill/>
              <a:prstDash val="solid"/>
              <a:miter/>
            </a:ln>
          </p:spPr>
          <p:txBody>
            <a:bodyPr rtlCol="0" anchor="ctr"/>
            <a:lstStyle/>
            <a:p>
              <a:endParaRPr lang="en-US"/>
            </a:p>
          </p:txBody>
        </p:sp>
        <p:sp>
          <p:nvSpPr>
            <p:cNvPr id="1192" name="Graphic 4">
              <a:extLst>
                <a:ext uri="{FF2B5EF4-FFF2-40B4-BE49-F238E27FC236}">
                  <a16:creationId xmlns:a16="http://schemas.microsoft.com/office/drawing/2014/main" id="{CD7215CC-A2CD-FF4C-B382-064A5185BD40}"/>
                </a:ext>
              </a:extLst>
            </p:cNvPr>
            <p:cNvSpPr/>
            <p:nvPr/>
          </p:nvSpPr>
          <p:spPr>
            <a:xfrm>
              <a:off x="9039968" y="3529706"/>
              <a:ext cx="91251" cy="99111"/>
            </a:xfrm>
            <a:custGeom>
              <a:avLst/>
              <a:gdLst>
                <a:gd name="connsiteX0" fmla="*/ 49078 w 91251"/>
                <a:gd name="connsiteY0" fmla="*/ 1436 h 99111"/>
                <a:gd name="connsiteX1" fmla="*/ 41410 w 91251"/>
                <a:gd name="connsiteY1" fmla="*/ 1436 h 99111"/>
                <a:gd name="connsiteX2" fmla="*/ 2431 w 91251"/>
                <a:gd name="connsiteY2" fmla="*/ 32718 h 99111"/>
                <a:gd name="connsiteX3" fmla="*/ 515 w 91251"/>
                <a:gd name="connsiteY3" fmla="*/ 39740 h 99111"/>
                <a:gd name="connsiteX4" fmla="*/ 6265 w 91251"/>
                <a:gd name="connsiteY4" fmla="*/ 44209 h 99111"/>
                <a:gd name="connsiteX5" fmla="*/ 8182 w 91251"/>
                <a:gd name="connsiteY5" fmla="*/ 44209 h 99111"/>
                <a:gd name="connsiteX6" fmla="*/ 8182 w 91251"/>
                <a:gd name="connsiteY6" fmla="*/ 45486 h 99111"/>
                <a:gd name="connsiteX7" fmla="*/ 8182 w 91251"/>
                <a:gd name="connsiteY7" fmla="*/ 92727 h 99111"/>
                <a:gd name="connsiteX8" fmla="*/ 14572 w 91251"/>
                <a:gd name="connsiteY8" fmla="*/ 99111 h 99111"/>
                <a:gd name="connsiteX9" fmla="*/ 77194 w 91251"/>
                <a:gd name="connsiteY9" fmla="*/ 99111 h 99111"/>
                <a:gd name="connsiteX10" fmla="*/ 83584 w 91251"/>
                <a:gd name="connsiteY10" fmla="*/ 92727 h 99111"/>
                <a:gd name="connsiteX11" fmla="*/ 83584 w 91251"/>
                <a:gd name="connsiteY11" fmla="*/ 45486 h 99111"/>
                <a:gd name="connsiteX12" fmla="*/ 82944 w 91251"/>
                <a:gd name="connsiteY12" fmla="*/ 44209 h 99111"/>
                <a:gd name="connsiteX13" fmla="*/ 84862 w 91251"/>
                <a:gd name="connsiteY13" fmla="*/ 44209 h 99111"/>
                <a:gd name="connsiteX14" fmla="*/ 91251 w 91251"/>
                <a:gd name="connsiteY14" fmla="*/ 37825 h 99111"/>
                <a:gd name="connsiteX15" fmla="*/ 88695 w 91251"/>
                <a:gd name="connsiteY15" fmla="*/ 32718 h 99111"/>
                <a:gd name="connsiteX16" fmla="*/ 49078 w 91251"/>
                <a:gd name="connsiteY16" fmla="*/ 1436 h 99111"/>
                <a:gd name="connsiteX17" fmla="*/ 45244 w 91251"/>
                <a:gd name="connsiteY17" fmla="*/ 14843 h 99111"/>
                <a:gd name="connsiteX18" fmla="*/ 66331 w 91251"/>
                <a:gd name="connsiteY18" fmla="*/ 31441 h 99111"/>
                <a:gd name="connsiteX19" fmla="*/ 24157 w 91251"/>
                <a:gd name="connsiteY19" fmla="*/ 31441 h 99111"/>
                <a:gd name="connsiteX20" fmla="*/ 45244 w 91251"/>
                <a:gd name="connsiteY20" fmla="*/ 14843 h 99111"/>
                <a:gd name="connsiteX21" fmla="*/ 70164 w 91251"/>
                <a:gd name="connsiteY21" fmla="*/ 46124 h 99111"/>
                <a:gd name="connsiteX22" fmla="*/ 70164 w 91251"/>
                <a:gd name="connsiteY22" fmla="*/ 86982 h 99111"/>
                <a:gd name="connsiteX23" fmla="*/ 51634 w 91251"/>
                <a:gd name="connsiteY23" fmla="*/ 86982 h 99111"/>
                <a:gd name="connsiteX24" fmla="*/ 51634 w 91251"/>
                <a:gd name="connsiteY24" fmla="*/ 69745 h 99111"/>
                <a:gd name="connsiteX25" fmla="*/ 45244 w 91251"/>
                <a:gd name="connsiteY25" fmla="*/ 63361 h 99111"/>
                <a:gd name="connsiteX26" fmla="*/ 38854 w 91251"/>
                <a:gd name="connsiteY26" fmla="*/ 69745 h 99111"/>
                <a:gd name="connsiteX27" fmla="*/ 38854 w 91251"/>
                <a:gd name="connsiteY27" fmla="*/ 86982 h 99111"/>
                <a:gd name="connsiteX28" fmla="*/ 20323 w 91251"/>
                <a:gd name="connsiteY28" fmla="*/ 86982 h 99111"/>
                <a:gd name="connsiteX29" fmla="*/ 20323 w 91251"/>
                <a:gd name="connsiteY29" fmla="*/ 46124 h 99111"/>
                <a:gd name="connsiteX30" fmla="*/ 20323 w 91251"/>
                <a:gd name="connsiteY30" fmla="*/ 44847 h 99111"/>
                <a:gd name="connsiteX31" fmla="*/ 70804 w 91251"/>
                <a:gd name="connsiteY31" fmla="*/ 44847 h 99111"/>
                <a:gd name="connsiteX32" fmla="*/ 70164 w 91251"/>
                <a:gd name="connsiteY32" fmla="*/ 46124 h 9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251" h="99111">
                  <a:moveTo>
                    <a:pt x="49078" y="1436"/>
                  </a:moveTo>
                  <a:cubicBezTo>
                    <a:pt x="46522" y="-479"/>
                    <a:pt x="43327" y="-479"/>
                    <a:pt x="41410" y="1436"/>
                  </a:cubicBezTo>
                  <a:lnTo>
                    <a:pt x="2431" y="32718"/>
                  </a:lnTo>
                  <a:cubicBezTo>
                    <a:pt x="515" y="34633"/>
                    <a:pt x="-764" y="37186"/>
                    <a:pt x="515" y="39740"/>
                  </a:cubicBezTo>
                  <a:cubicBezTo>
                    <a:pt x="1153" y="42294"/>
                    <a:pt x="3710" y="44209"/>
                    <a:pt x="6265" y="44209"/>
                  </a:cubicBezTo>
                  <a:lnTo>
                    <a:pt x="8182" y="44209"/>
                  </a:lnTo>
                  <a:cubicBezTo>
                    <a:pt x="8182" y="44847"/>
                    <a:pt x="8182" y="45486"/>
                    <a:pt x="8182" y="45486"/>
                  </a:cubicBezTo>
                  <a:lnTo>
                    <a:pt x="8182" y="92727"/>
                  </a:lnTo>
                  <a:cubicBezTo>
                    <a:pt x="8182" y="96558"/>
                    <a:pt x="10738" y="99111"/>
                    <a:pt x="14572" y="99111"/>
                  </a:cubicBezTo>
                  <a:lnTo>
                    <a:pt x="77194" y="99111"/>
                  </a:lnTo>
                  <a:cubicBezTo>
                    <a:pt x="81028" y="99111"/>
                    <a:pt x="83584" y="96558"/>
                    <a:pt x="83584" y="92727"/>
                  </a:cubicBezTo>
                  <a:lnTo>
                    <a:pt x="83584" y="45486"/>
                  </a:lnTo>
                  <a:cubicBezTo>
                    <a:pt x="83584" y="44847"/>
                    <a:pt x="83584" y="44209"/>
                    <a:pt x="82944" y="44209"/>
                  </a:cubicBezTo>
                  <a:lnTo>
                    <a:pt x="84862" y="44209"/>
                  </a:lnTo>
                  <a:cubicBezTo>
                    <a:pt x="88695" y="44209"/>
                    <a:pt x="91251" y="41017"/>
                    <a:pt x="91251" y="37825"/>
                  </a:cubicBezTo>
                  <a:cubicBezTo>
                    <a:pt x="91251" y="35910"/>
                    <a:pt x="90613" y="33994"/>
                    <a:pt x="88695" y="32718"/>
                  </a:cubicBezTo>
                  <a:lnTo>
                    <a:pt x="49078" y="1436"/>
                  </a:lnTo>
                  <a:close/>
                  <a:moveTo>
                    <a:pt x="45244" y="14843"/>
                  </a:moveTo>
                  <a:lnTo>
                    <a:pt x="66331" y="31441"/>
                  </a:lnTo>
                  <a:lnTo>
                    <a:pt x="24157" y="31441"/>
                  </a:lnTo>
                  <a:lnTo>
                    <a:pt x="45244" y="14843"/>
                  </a:lnTo>
                  <a:close/>
                  <a:moveTo>
                    <a:pt x="70164" y="46124"/>
                  </a:moveTo>
                  <a:lnTo>
                    <a:pt x="70164" y="86982"/>
                  </a:lnTo>
                  <a:lnTo>
                    <a:pt x="51634" y="86982"/>
                  </a:lnTo>
                  <a:lnTo>
                    <a:pt x="51634" y="69745"/>
                  </a:lnTo>
                  <a:cubicBezTo>
                    <a:pt x="51634" y="65914"/>
                    <a:pt x="49078" y="63361"/>
                    <a:pt x="45244" y="63361"/>
                  </a:cubicBezTo>
                  <a:cubicBezTo>
                    <a:pt x="41410" y="63361"/>
                    <a:pt x="38854" y="65914"/>
                    <a:pt x="38854" y="69745"/>
                  </a:cubicBezTo>
                  <a:lnTo>
                    <a:pt x="38854" y="86982"/>
                  </a:lnTo>
                  <a:lnTo>
                    <a:pt x="20323" y="86982"/>
                  </a:lnTo>
                  <a:lnTo>
                    <a:pt x="20323" y="46124"/>
                  </a:lnTo>
                  <a:cubicBezTo>
                    <a:pt x="20323" y="45486"/>
                    <a:pt x="20323" y="44847"/>
                    <a:pt x="20323" y="44847"/>
                  </a:cubicBezTo>
                  <a:lnTo>
                    <a:pt x="70804" y="44847"/>
                  </a:lnTo>
                  <a:cubicBezTo>
                    <a:pt x="70164" y="44847"/>
                    <a:pt x="70164" y="45486"/>
                    <a:pt x="70164" y="46124"/>
                  </a:cubicBezTo>
                  <a:close/>
                </a:path>
              </a:pathLst>
            </a:custGeom>
            <a:solidFill>
              <a:srgbClr val="62B5E5"/>
            </a:solidFill>
            <a:ln w="6390" cap="flat">
              <a:noFill/>
              <a:prstDash val="solid"/>
              <a:miter/>
            </a:ln>
          </p:spPr>
          <p:txBody>
            <a:bodyPr rtlCol="0" anchor="ctr"/>
            <a:lstStyle/>
            <a:p>
              <a:endParaRPr lang="en-US"/>
            </a:p>
          </p:txBody>
        </p:sp>
        <p:sp>
          <p:nvSpPr>
            <p:cNvPr id="1193" name="Graphic 4">
              <a:extLst>
                <a:ext uri="{FF2B5EF4-FFF2-40B4-BE49-F238E27FC236}">
                  <a16:creationId xmlns:a16="http://schemas.microsoft.com/office/drawing/2014/main" id="{E7C3E6A9-45C0-3F48-BDAC-EDE3F96F513E}"/>
                </a:ext>
              </a:extLst>
            </p:cNvPr>
            <p:cNvSpPr/>
            <p:nvPr/>
          </p:nvSpPr>
          <p:spPr>
            <a:xfrm>
              <a:off x="8977386" y="3412241"/>
              <a:ext cx="90174" cy="99111"/>
            </a:xfrm>
            <a:custGeom>
              <a:avLst/>
              <a:gdLst>
                <a:gd name="connsiteX0" fmla="*/ 82267 w 90174"/>
                <a:gd name="connsiteY0" fmla="*/ 92728 h 99111"/>
                <a:gd name="connsiteX1" fmla="*/ 82267 w 90174"/>
                <a:gd name="connsiteY1" fmla="*/ 45486 h 99111"/>
                <a:gd name="connsiteX2" fmla="*/ 82267 w 90174"/>
                <a:gd name="connsiteY2" fmla="*/ 44209 h 99111"/>
                <a:gd name="connsiteX3" fmla="*/ 84183 w 90174"/>
                <a:gd name="connsiteY3" fmla="*/ 44209 h 99111"/>
                <a:gd name="connsiteX4" fmla="*/ 89935 w 90174"/>
                <a:gd name="connsiteY4" fmla="*/ 39740 h 99111"/>
                <a:gd name="connsiteX5" fmla="*/ 88017 w 90174"/>
                <a:gd name="connsiteY5" fmla="*/ 32718 h 99111"/>
                <a:gd name="connsiteX6" fmla="*/ 49039 w 90174"/>
                <a:gd name="connsiteY6" fmla="*/ 1436 h 99111"/>
                <a:gd name="connsiteX7" fmla="*/ 41371 w 90174"/>
                <a:gd name="connsiteY7" fmla="*/ 1436 h 99111"/>
                <a:gd name="connsiteX8" fmla="*/ 2393 w 90174"/>
                <a:gd name="connsiteY8" fmla="*/ 32718 h 99111"/>
                <a:gd name="connsiteX9" fmla="*/ 1114 w 90174"/>
                <a:gd name="connsiteY9" fmla="*/ 41656 h 99111"/>
                <a:gd name="connsiteX10" fmla="*/ 6227 w 90174"/>
                <a:gd name="connsiteY10" fmla="*/ 44209 h 99111"/>
                <a:gd name="connsiteX11" fmla="*/ 8143 w 90174"/>
                <a:gd name="connsiteY11" fmla="*/ 44209 h 99111"/>
                <a:gd name="connsiteX12" fmla="*/ 8143 w 90174"/>
                <a:gd name="connsiteY12" fmla="*/ 45486 h 99111"/>
                <a:gd name="connsiteX13" fmla="*/ 8143 w 90174"/>
                <a:gd name="connsiteY13" fmla="*/ 92728 h 99111"/>
                <a:gd name="connsiteX14" fmla="*/ 14533 w 90174"/>
                <a:gd name="connsiteY14" fmla="*/ 99112 h 99111"/>
                <a:gd name="connsiteX15" fmla="*/ 77155 w 90174"/>
                <a:gd name="connsiteY15" fmla="*/ 99112 h 99111"/>
                <a:gd name="connsiteX16" fmla="*/ 82267 w 90174"/>
                <a:gd name="connsiteY16" fmla="*/ 92728 h 99111"/>
                <a:gd name="connsiteX17" fmla="*/ 44566 w 90174"/>
                <a:gd name="connsiteY17" fmla="*/ 14843 h 99111"/>
                <a:gd name="connsiteX18" fmla="*/ 65653 w 90174"/>
                <a:gd name="connsiteY18" fmla="*/ 31441 h 99111"/>
                <a:gd name="connsiteX19" fmla="*/ 23479 w 90174"/>
                <a:gd name="connsiteY19" fmla="*/ 31441 h 99111"/>
                <a:gd name="connsiteX20" fmla="*/ 44566 w 90174"/>
                <a:gd name="connsiteY20" fmla="*/ 14843 h 99111"/>
                <a:gd name="connsiteX21" fmla="*/ 69487 w 90174"/>
                <a:gd name="connsiteY21" fmla="*/ 86344 h 99111"/>
                <a:gd name="connsiteX22" fmla="*/ 50956 w 90174"/>
                <a:gd name="connsiteY22" fmla="*/ 86344 h 99111"/>
                <a:gd name="connsiteX23" fmla="*/ 50956 w 90174"/>
                <a:gd name="connsiteY23" fmla="*/ 69107 h 99111"/>
                <a:gd name="connsiteX24" fmla="*/ 44566 w 90174"/>
                <a:gd name="connsiteY24" fmla="*/ 62723 h 99111"/>
                <a:gd name="connsiteX25" fmla="*/ 38176 w 90174"/>
                <a:gd name="connsiteY25" fmla="*/ 69107 h 99111"/>
                <a:gd name="connsiteX26" fmla="*/ 38176 w 90174"/>
                <a:gd name="connsiteY26" fmla="*/ 86344 h 99111"/>
                <a:gd name="connsiteX27" fmla="*/ 19645 w 90174"/>
                <a:gd name="connsiteY27" fmla="*/ 86344 h 99111"/>
                <a:gd name="connsiteX28" fmla="*/ 19645 w 90174"/>
                <a:gd name="connsiteY28" fmla="*/ 45486 h 99111"/>
                <a:gd name="connsiteX29" fmla="*/ 19645 w 90174"/>
                <a:gd name="connsiteY29" fmla="*/ 44209 h 99111"/>
                <a:gd name="connsiteX30" fmla="*/ 70126 w 90174"/>
                <a:gd name="connsiteY30" fmla="*/ 44209 h 99111"/>
                <a:gd name="connsiteX31" fmla="*/ 70126 w 90174"/>
                <a:gd name="connsiteY31" fmla="*/ 45486 h 99111"/>
                <a:gd name="connsiteX32" fmla="*/ 69487 w 90174"/>
                <a:gd name="connsiteY32" fmla="*/ 86344 h 9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174" h="99111">
                  <a:moveTo>
                    <a:pt x="82267" y="92728"/>
                  </a:moveTo>
                  <a:lnTo>
                    <a:pt x="82267" y="45486"/>
                  </a:lnTo>
                  <a:cubicBezTo>
                    <a:pt x="82267" y="44848"/>
                    <a:pt x="82267" y="44209"/>
                    <a:pt x="82267" y="44209"/>
                  </a:cubicBezTo>
                  <a:lnTo>
                    <a:pt x="84183" y="44209"/>
                  </a:lnTo>
                  <a:cubicBezTo>
                    <a:pt x="86740" y="44209"/>
                    <a:pt x="89296" y="42294"/>
                    <a:pt x="89935" y="39740"/>
                  </a:cubicBezTo>
                  <a:cubicBezTo>
                    <a:pt x="90573" y="37187"/>
                    <a:pt x="89935" y="34633"/>
                    <a:pt x="88017" y="32718"/>
                  </a:cubicBezTo>
                  <a:lnTo>
                    <a:pt x="49039" y="1436"/>
                  </a:lnTo>
                  <a:cubicBezTo>
                    <a:pt x="46483" y="-479"/>
                    <a:pt x="43288" y="-479"/>
                    <a:pt x="41371" y="1436"/>
                  </a:cubicBezTo>
                  <a:lnTo>
                    <a:pt x="2393" y="32718"/>
                  </a:lnTo>
                  <a:cubicBezTo>
                    <a:pt x="-163" y="34633"/>
                    <a:pt x="-802" y="39102"/>
                    <a:pt x="1114" y="41656"/>
                  </a:cubicBezTo>
                  <a:cubicBezTo>
                    <a:pt x="2393" y="42932"/>
                    <a:pt x="4309" y="44209"/>
                    <a:pt x="6227" y="44209"/>
                  </a:cubicBezTo>
                  <a:lnTo>
                    <a:pt x="8143" y="44209"/>
                  </a:lnTo>
                  <a:cubicBezTo>
                    <a:pt x="8143" y="44848"/>
                    <a:pt x="8143" y="45486"/>
                    <a:pt x="8143" y="45486"/>
                  </a:cubicBezTo>
                  <a:lnTo>
                    <a:pt x="8143" y="92728"/>
                  </a:lnTo>
                  <a:cubicBezTo>
                    <a:pt x="8143" y="96558"/>
                    <a:pt x="10699" y="99112"/>
                    <a:pt x="14533" y="99112"/>
                  </a:cubicBezTo>
                  <a:lnTo>
                    <a:pt x="77155" y="99112"/>
                  </a:lnTo>
                  <a:cubicBezTo>
                    <a:pt x="80350" y="99112"/>
                    <a:pt x="82906" y="95920"/>
                    <a:pt x="82267" y="92728"/>
                  </a:cubicBezTo>
                  <a:close/>
                  <a:moveTo>
                    <a:pt x="44566" y="14843"/>
                  </a:moveTo>
                  <a:lnTo>
                    <a:pt x="65653" y="31441"/>
                  </a:lnTo>
                  <a:lnTo>
                    <a:pt x="23479" y="31441"/>
                  </a:lnTo>
                  <a:lnTo>
                    <a:pt x="44566" y="14843"/>
                  </a:lnTo>
                  <a:close/>
                  <a:moveTo>
                    <a:pt x="69487" y="86344"/>
                  </a:moveTo>
                  <a:lnTo>
                    <a:pt x="50956" y="86344"/>
                  </a:lnTo>
                  <a:lnTo>
                    <a:pt x="50956" y="69107"/>
                  </a:lnTo>
                  <a:cubicBezTo>
                    <a:pt x="50956" y="65276"/>
                    <a:pt x="48400" y="62723"/>
                    <a:pt x="44566" y="62723"/>
                  </a:cubicBezTo>
                  <a:cubicBezTo>
                    <a:pt x="40732" y="62723"/>
                    <a:pt x="38176" y="65276"/>
                    <a:pt x="38176" y="69107"/>
                  </a:cubicBezTo>
                  <a:lnTo>
                    <a:pt x="38176" y="86344"/>
                  </a:lnTo>
                  <a:lnTo>
                    <a:pt x="19645" y="86344"/>
                  </a:lnTo>
                  <a:lnTo>
                    <a:pt x="19645" y="45486"/>
                  </a:lnTo>
                  <a:cubicBezTo>
                    <a:pt x="19645" y="44848"/>
                    <a:pt x="19645" y="44209"/>
                    <a:pt x="19645" y="44209"/>
                  </a:cubicBezTo>
                  <a:lnTo>
                    <a:pt x="70126" y="44209"/>
                  </a:lnTo>
                  <a:cubicBezTo>
                    <a:pt x="70126" y="44848"/>
                    <a:pt x="70126" y="45486"/>
                    <a:pt x="70126" y="45486"/>
                  </a:cubicBezTo>
                  <a:lnTo>
                    <a:pt x="69487" y="86344"/>
                  </a:lnTo>
                  <a:close/>
                </a:path>
              </a:pathLst>
            </a:custGeom>
            <a:solidFill>
              <a:srgbClr val="62B5E5"/>
            </a:solidFill>
            <a:ln w="6390" cap="flat">
              <a:noFill/>
              <a:prstDash val="solid"/>
              <a:miter/>
            </a:ln>
          </p:spPr>
          <p:txBody>
            <a:bodyPr rtlCol="0" anchor="ctr"/>
            <a:lstStyle/>
            <a:p>
              <a:endParaRPr lang="en-US"/>
            </a:p>
          </p:txBody>
        </p:sp>
      </p:grpSp>
      <p:grpSp>
        <p:nvGrpSpPr>
          <p:cNvPr id="1194" name="Graphic 4">
            <a:extLst>
              <a:ext uri="{FF2B5EF4-FFF2-40B4-BE49-F238E27FC236}">
                <a16:creationId xmlns:a16="http://schemas.microsoft.com/office/drawing/2014/main" id="{07BC0124-66DF-FE4A-8F95-38FAA9027E3B}"/>
              </a:ext>
            </a:extLst>
          </p:cNvPr>
          <p:cNvGrpSpPr>
            <a:grpSpLocks noChangeAspect="1"/>
          </p:cNvGrpSpPr>
          <p:nvPr/>
        </p:nvGrpSpPr>
        <p:grpSpPr>
          <a:xfrm>
            <a:off x="8840477" y="918179"/>
            <a:ext cx="362312" cy="361971"/>
            <a:chOff x="8840477" y="918179"/>
            <a:chExt cx="362312" cy="361971"/>
          </a:xfrm>
          <a:solidFill>
            <a:srgbClr val="62B5E5"/>
          </a:solidFill>
        </p:grpSpPr>
        <p:sp>
          <p:nvSpPr>
            <p:cNvPr id="1195" name="Graphic 4">
              <a:extLst>
                <a:ext uri="{FF2B5EF4-FFF2-40B4-BE49-F238E27FC236}">
                  <a16:creationId xmlns:a16="http://schemas.microsoft.com/office/drawing/2014/main" id="{6187EA7A-FD91-8241-8E02-F4CF3313D4FC}"/>
                </a:ext>
              </a:extLst>
            </p:cNvPr>
            <p:cNvSpPr/>
            <p:nvPr/>
          </p:nvSpPr>
          <p:spPr>
            <a:xfrm>
              <a:off x="8840477" y="918179"/>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8565"/>
                    <a:pt x="181474" y="349204"/>
                  </a:cubicBezTo>
                  <a:close/>
                </a:path>
              </a:pathLst>
            </a:custGeom>
            <a:solidFill>
              <a:srgbClr val="62B5E5"/>
            </a:solidFill>
            <a:ln w="6390" cap="flat">
              <a:noFill/>
              <a:prstDash val="solid"/>
              <a:miter/>
            </a:ln>
          </p:spPr>
          <p:txBody>
            <a:bodyPr rtlCol="0" anchor="ctr"/>
            <a:lstStyle/>
            <a:p>
              <a:endParaRPr lang="en-US"/>
            </a:p>
          </p:txBody>
        </p:sp>
        <p:sp>
          <p:nvSpPr>
            <p:cNvPr id="1196" name="Graphic 4">
              <a:extLst>
                <a:ext uri="{FF2B5EF4-FFF2-40B4-BE49-F238E27FC236}">
                  <a16:creationId xmlns:a16="http://schemas.microsoft.com/office/drawing/2014/main" id="{1BEF66B6-9F54-4A49-9019-48B6302B03CD}"/>
                </a:ext>
              </a:extLst>
            </p:cNvPr>
            <p:cNvSpPr/>
            <p:nvPr/>
          </p:nvSpPr>
          <p:spPr>
            <a:xfrm>
              <a:off x="8909618" y="1039603"/>
              <a:ext cx="226394" cy="119122"/>
            </a:xfrm>
            <a:custGeom>
              <a:avLst/>
              <a:gdLst>
                <a:gd name="connsiteX0" fmla="*/ 209461 w 226394"/>
                <a:gd name="connsiteY0" fmla="*/ 33068 h 119122"/>
                <a:gd name="connsiteX1" fmla="*/ 204349 w 226394"/>
                <a:gd name="connsiteY1" fmla="*/ 30514 h 119122"/>
                <a:gd name="connsiteX2" fmla="*/ 111695 w 226394"/>
                <a:gd name="connsiteY2" fmla="*/ 30514 h 119122"/>
                <a:gd name="connsiteX3" fmla="*/ 30543 w 226394"/>
                <a:gd name="connsiteY3" fmla="*/ 7532 h 119122"/>
                <a:gd name="connsiteX4" fmla="*/ 7539 w 226394"/>
                <a:gd name="connsiteY4" fmla="*/ 88608 h 119122"/>
                <a:gd name="connsiteX5" fmla="*/ 88691 w 226394"/>
                <a:gd name="connsiteY5" fmla="*/ 111591 h 119122"/>
                <a:gd name="connsiteX6" fmla="*/ 111695 w 226394"/>
                <a:gd name="connsiteY6" fmla="*/ 88608 h 119122"/>
                <a:gd name="connsiteX7" fmla="*/ 143645 w 226394"/>
                <a:gd name="connsiteY7" fmla="*/ 88608 h 119122"/>
                <a:gd name="connsiteX8" fmla="*/ 148118 w 226394"/>
                <a:gd name="connsiteY8" fmla="*/ 86693 h 119122"/>
                <a:gd name="connsiteX9" fmla="*/ 158980 w 226394"/>
                <a:gd name="connsiteY9" fmla="*/ 75841 h 119122"/>
                <a:gd name="connsiteX10" fmla="*/ 169843 w 226394"/>
                <a:gd name="connsiteY10" fmla="*/ 86693 h 119122"/>
                <a:gd name="connsiteX11" fmla="*/ 178790 w 226394"/>
                <a:gd name="connsiteY11" fmla="*/ 86693 h 119122"/>
                <a:gd name="connsiteX12" fmla="*/ 189652 w 226394"/>
                <a:gd name="connsiteY12" fmla="*/ 75841 h 119122"/>
                <a:gd name="connsiteX13" fmla="*/ 200515 w 226394"/>
                <a:gd name="connsiteY13" fmla="*/ 86693 h 119122"/>
                <a:gd name="connsiteX14" fmla="*/ 205627 w 226394"/>
                <a:gd name="connsiteY14" fmla="*/ 88608 h 119122"/>
                <a:gd name="connsiteX15" fmla="*/ 210100 w 226394"/>
                <a:gd name="connsiteY15" fmla="*/ 86055 h 119122"/>
                <a:gd name="connsiteX16" fmla="*/ 225436 w 226394"/>
                <a:gd name="connsiteY16" fmla="*/ 63073 h 119122"/>
                <a:gd name="connsiteX17" fmla="*/ 225436 w 226394"/>
                <a:gd name="connsiteY17" fmla="*/ 56050 h 119122"/>
                <a:gd name="connsiteX18" fmla="*/ 209461 w 226394"/>
                <a:gd name="connsiteY18" fmla="*/ 33068 h 119122"/>
                <a:gd name="connsiteX19" fmla="*/ 203071 w 226394"/>
                <a:gd name="connsiteY19" fmla="*/ 72010 h 119122"/>
                <a:gd name="connsiteX20" fmla="*/ 193486 w 226394"/>
                <a:gd name="connsiteY20" fmla="*/ 62434 h 119122"/>
                <a:gd name="connsiteX21" fmla="*/ 184540 w 226394"/>
                <a:gd name="connsiteY21" fmla="*/ 62434 h 119122"/>
                <a:gd name="connsiteX22" fmla="*/ 184540 w 226394"/>
                <a:gd name="connsiteY22" fmla="*/ 62434 h 119122"/>
                <a:gd name="connsiteX23" fmla="*/ 173677 w 226394"/>
                <a:gd name="connsiteY23" fmla="*/ 73287 h 119122"/>
                <a:gd name="connsiteX24" fmla="*/ 163454 w 226394"/>
                <a:gd name="connsiteY24" fmla="*/ 62434 h 119122"/>
                <a:gd name="connsiteX25" fmla="*/ 154507 w 226394"/>
                <a:gd name="connsiteY25" fmla="*/ 62434 h 119122"/>
                <a:gd name="connsiteX26" fmla="*/ 154507 w 226394"/>
                <a:gd name="connsiteY26" fmla="*/ 62434 h 119122"/>
                <a:gd name="connsiteX27" fmla="*/ 141089 w 226394"/>
                <a:gd name="connsiteY27" fmla="*/ 75841 h 119122"/>
                <a:gd name="connsiteX28" fmla="*/ 107861 w 226394"/>
                <a:gd name="connsiteY28" fmla="*/ 75841 h 119122"/>
                <a:gd name="connsiteX29" fmla="*/ 102110 w 226394"/>
                <a:gd name="connsiteY29" fmla="*/ 79671 h 119122"/>
                <a:gd name="connsiteX30" fmla="*/ 39489 w 226394"/>
                <a:gd name="connsiteY30" fmla="*/ 102015 h 119122"/>
                <a:gd name="connsiteX31" fmla="*/ 17124 w 226394"/>
                <a:gd name="connsiteY31" fmla="*/ 39452 h 119122"/>
                <a:gd name="connsiteX32" fmla="*/ 79746 w 226394"/>
                <a:gd name="connsiteY32" fmla="*/ 17108 h 119122"/>
                <a:gd name="connsiteX33" fmla="*/ 102110 w 226394"/>
                <a:gd name="connsiteY33" fmla="*/ 39452 h 119122"/>
                <a:gd name="connsiteX34" fmla="*/ 107861 w 226394"/>
                <a:gd name="connsiteY34" fmla="*/ 43282 h 119122"/>
                <a:gd name="connsiteX35" fmla="*/ 201154 w 226394"/>
                <a:gd name="connsiteY35" fmla="*/ 43282 h 119122"/>
                <a:gd name="connsiteX36" fmla="*/ 212017 w 226394"/>
                <a:gd name="connsiteY36" fmla="*/ 59881 h 119122"/>
                <a:gd name="connsiteX37" fmla="*/ 203071 w 226394"/>
                <a:gd name="connsiteY37" fmla="*/ 72010 h 119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26394" h="119122">
                  <a:moveTo>
                    <a:pt x="209461" y="33068"/>
                  </a:moveTo>
                  <a:cubicBezTo>
                    <a:pt x="208183" y="31153"/>
                    <a:pt x="206266" y="30514"/>
                    <a:pt x="204349" y="30514"/>
                  </a:cubicBezTo>
                  <a:lnTo>
                    <a:pt x="111695" y="30514"/>
                  </a:lnTo>
                  <a:cubicBezTo>
                    <a:pt x="95720" y="1786"/>
                    <a:pt x="59297" y="-8428"/>
                    <a:pt x="30543" y="7532"/>
                  </a:cubicBezTo>
                  <a:cubicBezTo>
                    <a:pt x="1788" y="23492"/>
                    <a:pt x="-8436" y="59881"/>
                    <a:pt x="7539" y="88608"/>
                  </a:cubicBezTo>
                  <a:cubicBezTo>
                    <a:pt x="23514" y="117336"/>
                    <a:pt x="59936" y="127551"/>
                    <a:pt x="88691" y="111591"/>
                  </a:cubicBezTo>
                  <a:cubicBezTo>
                    <a:pt x="98276" y="106484"/>
                    <a:pt x="105944" y="98184"/>
                    <a:pt x="111695" y="88608"/>
                  </a:cubicBezTo>
                  <a:lnTo>
                    <a:pt x="143645" y="88608"/>
                  </a:lnTo>
                  <a:cubicBezTo>
                    <a:pt x="145561" y="88608"/>
                    <a:pt x="146840" y="87970"/>
                    <a:pt x="148118" y="86693"/>
                  </a:cubicBezTo>
                  <a:lnTo>
                    <a:pt x="158980" y="75841"/>
                  </a:lnTo>
                  <a:lnTo>
                    <a:pt x="169843" y="86693"/>
                  </a:lnTo>
                  <a:cubicBezTo>
                    <a:pt x="172400" y="89247"/>
                    <a:pt x="176233" y="89247"/>
                    <a:pt x="178790" y="86693"/>
                  </a:cubicBezTo>
                  <a:lnTo>
                    <a:pt x="189652" y="75841"/>
                  </a:lnTo>
                  <a:lnTo>
                    <a:pt x="200515" y="86693"/>
                  </a:lnTo>
                  <a:cubicBezTo>
                    <a:pt x="201793" y="87970"/>
                    <a:pt x="203710" y="88608"/>
                    <a:pt x="205627" y="88608"/>
                  </a:cubicBezTo>
                  <a:cubicBezTo>
                    <a:pt x="207544" y="88608"/>
                    <a:pt x="209461" y="87332"/>
                    <a:pt x="210100" y="86055"/>
                  </a:cubicBezTo>
                  <a:lnTo>
                    <a:pt x="225436" y="63073"/>
                  </a:lnTo>
                  <a:cubicBezTo>
                    <a:pt x="226714" y="61157"/>
                    <a:pt x="226714" y="57965"/>
                    <a:pt x="225436" y="56050"/>
                  </a:cubicBezTo>
                  <a:lnTo>
                    <a:pt x="209461" y="33068"/>
                  </a:lnTo>
                  <a:close/>
                  <a:moveTo>
                    <a:pt x="203071" y="72010"/>
                  </a:moveTo>
                  <a:lnTo>
                    <a:pt x="193486" y="62434"/>
                  </a:lnTo>
                  <a:cubicBezTo>
                    <a:pt x="190930" y="59881"/>
                    <a:pt x="187096" y="59881"/>
                    <a:pt x="184540" y="62434"/>
                  </a:cubicBezTo>
                  <a:cubicBezTo>
                    <a:pt x="184540" y="62434"/>
                    <a:pt x="184540" y="62434"/>
                    <a:pt x="184540" y="62434"/>
                  </a:cubicBezTo>
                  <a:lnTo>
                    <a:pt x="173677" y="73287"/>
                  </a:lnTo>
                  <a:lnTo>
                    <a:pt x="163454" y="62434"/>
                  </a:lnTo>
                  <a:cubicBezTo>
                    <a:pt x="160897" y="59881"/>
                    <a:pt x="157064" y="59881"/>
                    <a:pt x="154507" y="62434"/>
                  </a:cubicBezTo>
                  <a:cubicBezTo>
                    <a:pt x="154507" y="62434"/>
                    <a:pt x="154507" y="62434"/>
                    <a:pt x="154507" y="62434"/>
                  </a:cubicBezTo>
                  <a:lnTo>
                    <a:pt x="141089" y="75841"/>
                  </a:lnTo>
                  <a:lnTo>
                    <a:pt x="107861" y="75841"/>
                  </a:lnTo>
                  <a:cubicBezTo>
                    <a:pt x="105305" y="75841"/>
                    <a:pt x="103388" y="77117"/>
                    <a:pt x="102110" y="79671"/>
                  </a:cubicBezTo>
                  <a:cubicBezTo>
                    <a:pt x="91247" y="103292"/>
                    <a:pt x="63131" y="112868"/>
                    <a:pt x="39489" y="102015"/>
                  </a:cubicBezTo>
                  <a:cubicBezTo>
                    <a:pt x="15846" y="91162"/>
                    <a:pt x="6261" y="63073"/>
                    <a:pt x="17124" y="39452"/>
                  </a:cubicBezTo>
                  <a:cubicBezTo>
                    <a:pt x="27986" y="15831"/>
                    <a:pt x="56102" y="6255"/>
                    <a:pt x="79746" y="17108"/>
                  </a:cubicBezTo>
                  <a:cubicBezTo>
                    <a:pt x="89330" y="21577"/>
                    <a:pt x="97637" y="29876"/>
                    <a:pt x="102110" y="39452"/>
                  </a:cubicBezTo>
                  <a:cubicBezTo>
                    <a:pt x="103388" y="41367"/>
                    <a:pt x="105305" y="43282"/>
                    <a:pt x="107861" y="43282"/>
                  </a:cubicBezTo>
                  <a:lnTo>
                    <a:pt x="201154" y="43282"/>
                  </a:lnTo>
                  <a:lnTo>
                    <a:pt x="212017" y="59881"/>
                  </a:lnTo>
                  <a:lnTo>
                    <a:pt x="203071" y="72010"/>
                  </a:lnTo>
                  <a:close/>
                </a:path>
              </a:pathLst>
            </a:custGeom>
            <a:solidFill>
              <a:srgbClr val="62B5E5"/>
            </a:solidFill>
            <a:ln w="6390" cap="flat">
              <a:noFill/>
              <a:prstDash val="solid"/>
              <a:miter/>
            </a:ln>
          </p:spPr>
          <p:txBody>
            <a:bodyPr rtlCol="0" anchor="ctr"/>
            <a:lstStyle/>
            <a:p>
              <a:endParaRPr lang="en-US"/>
            </a:p>
          </p:txBody>
        </p:sp>
        <p:sp>
          <p:nvSpPr>
            <p:cNvPr id="1197" name="Graphic 4">
              <a:extLst>
                <a:ext uri="{FF2B5EF4-FFF2-40B4-BE49-F238E27FC236}">
                  <a16:creationId xmlns:a16="http://schemas.microsoft.com/office/drawing/2014/main" id="{1FCEA29C-E8CF-3F41-BC8B-39A969E1566A}"/>
                </a:ext>
              </a:extLst>
            </p:cNvPr>
            <p:cNvSpPr/>
            <p:nvPr/>
          </p:nvSpPr>
          <p:spPr>
            <a:xfrm>
              <a:off x="8946550" y="1077140"/>
              <a:ext cx="44729" cy="44687"/>
            </a:xfrm>
            <a:custGeom>
              <a:avLst/>
              <a:gdLst>
                <a:gd name="connsiteX0" fmla="*/ 22365 w 44729"/>
                <a:gd name="connsiteY0" fmla="*/ 0 h 44687"/>
                <a:gd name="connsiteX1" fmla="*/ 0 w 44729"/>
                <a:gd name="connsiteY1" fmla="*/ 22344 h 44687"/>
                <a:gd name="connsiteX2" fmla="*/ 22365 w 44729"/>
                <a:gd name="connsiteY2" fmla="*/ 44688 h 44687"/>
                <a:gd name="connsiteX3" fmla="*/ 44730 w 44729"/>
                <a:gd name="connsiteY3" fmla="*/ 22344 h 44687"/>
                <a:gd name="connsiteX4" fmla="*/ 44730 w 44729"/>
                <a:gd name="connsiteY4" fmla="*/ 22344 h 44687"/>
                <a:gd name="connsiteX5" fmla="*/ 22365 w 44729"/>
                <a:gd name="connsiteY5" fmla="*/ 0 h 44687"/>
                <a:gd name="connsiteX6" fmla="*/ 22365 w 44729"/>
                <a:gd name="connsiteY6" fmla="*/ 31281 h 44687"/>
                <a:gd name="connsiteX7" fmla="*/ 12780 w 44729"/>
                <a:gd name="connsiteY7" fmla="*/ 21706 h 44687"/>
                <a:gd name="connsiteX8" fmla="*/ 22365 w 44729"/>
                <a:gd name="connsiteY8" fmla="*/ 12130 h 44687"/>
                <a:gd name="connsiteX9" fmla="*/ 31950 w 44729"/>
                <a:gd name="connsiteY9" fmla="*/ 21706 h 44687"/>
                <a:gd name="connsiteX10" fmla="*/ 31950 w 44729"/>
                <a:gd name="connsiteY10" fmla="*/ 21706 h 44687"/>
                <a:gd name="connsiteX11" fmla="*/ 22365 w 44729"/>
                <a:gd name="connsiteY11" fmla="*/ 31281 h 44687"/>
                <a:gd name="connsiteX12" fmla="*/ 22365 w 44729"/>
                <a:gd name="connsiteY12" fmla="*/ 31281 h 44687"/>
                <a:gd name="connsiteX13" fmla="*/ 22365 w 44729"/>
                <a:gd name="connsiteY13" fmla="*/ 31281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729" h="44687">
                  <a:moveTo>
                    <a:pt x="22365" y="0"/>
                  </a:moveTo>
                  <a:cubicBezTo>
                    <a:pt x="10224" y="0"/>
                    <a:pt x="0" y="10214"/>
                    <a:pt x="0" y="22344"/>
                  </a:cubicBezTo>
                  <a:cubicBezTo>
                    <a:pt x="0" y="34473"/>
                    <a:pt x="10224" y="44688"/>
                    <a:pt x="22365" y="44688"/>
                  </a:cubicBezTo>
                  <a:cubicBezTo>
                    <a:pt x="34506" y="44688"/>
                    <a:pt x="44730" y="34473"/>
                    <a:pt x="44730" y="22344"/>
                  </a:cubicBezTo>
                  <a:cubicBezTo>
                    <a:pt x="44730" y="22344"/>
                    <a:pt x="44730" y="22344"/>
                    <a:pt x="44730" y="22344"/>
                  </a:cubicBezTo>
                  <a:cubicBezTo>
                    <a:pt x="44730" y="9576"/>
                    <a:pt x="35145" y="0"/>
                    <a:pt x="22365" y="0"/>
                  </a:cubicBezTo>
                  <a:close/>
                  <a:moveTo>
                    <a:pt x="22365" y="31281"/>
                  </a:moveTo>
                  <a:cubicBezTo>
                    <a:pt x="17253" y="31281"/>
                    <a:pt x="12780" y="26813"/>
                    <a:pt x="12780" y="21706"/>
                  </a:cubicBezTo>
                  <a:cubicBezTo>
                    <a:pt x="12780" y="16598"/>
                    <a:pt x="17253" y="12130"/>
                    <a:pt x="22365" y="12130"/>
                  </a:cubicBezTo>
                  <a:cubicBezTo>
                    <a:pt x="27477" y="12130"/>
                    <a:pt x="31950" y="16598"/>
                    <a:pt x="31950" y="21706"/>
                  </a:cubicBezTo>
                  <a:cubicBezTo>
                    <a:pt x="31950" y="21706"/>
                    <a:pt x="31950" y="21706"/>
                    <a:pt x="31950" y="21706"/>
                  </a:cubicBezTo>
                  <a:cubicBezTo>
                    <a:pt x="31950" y="26813"/>
                    <a:pt x="28116" y="31281"/>
                    <a:pt x="22365" y="31281"/>
                  </a:cubicBezTo>
                  <a:cubicBezTo>
                    <a:pt x="22365" y="31281"/>
                    <a:pt x="22365" y="31281"/>
                    <a:pt x="22365" y="31281"/>
                  </a:cubicBezTo>
                  <a:lnTo>
                    <a:pt x="22365" y="31281"/>
                  </a:lnTo>
                  <a:close/>
                </a:path>
              </a:pathLst>
            </a:custGeom>
            <a:solidFill>
              <a:srgbClr val="62B5E5"/>
            </a:solidFill>
            <a:ln w="6390" cap="flat">
              <a:noFill/>
              <a:prstDash val="solid"/>
              <a:miter/>
            </a:ln>
          </p:spPr>
          <p:txBody>
            <a:bodyPr rtlCol="0" anchor="ctr"/>
            <a:lstStyle/>
            <a:p>
              <a:endParaRPr lang="en-US"/>
            </a:p>
          </p:txBody>
        </p:sp>
      </p:grpSp>
      <p:grpSp>
        <p:nvGrpSpPr>
          <p:cNvPr id="1198" name="Graphic 4">
            <a:extLst>
              <a:ext uri="{FF2B5EF4-FFF2-40B4-BE49-F238E27FC236}">
                <a16:creationId xmlns:a16="http://schemas.microsoft.com/office/drawing/2014/main" id="{3580E19A-D4E3-854B-8AFB-FE4856F81B29}"/>
              </a:ext>
            </a:extLst>
          </p:cNvPr>
          <p:cNvGrpSpPr>
            <a:grpSpLocks noChangeAspect="1"/>
          </p:cNvGrpSpPr>
          <p:nvPr/>
        </p:nvGrpSpPr>
        <p:grpSpPr>
          <a:xfrm>
            <a:off x="8840477" y="1402723"/>
            <a:ext cx="362312" cy="361971"/>
            <a:chOff x="8840477" y="1402723"/>
            <a:chExt cx="362312" cy="361971"/>
          </a:xfrm>
          <a:solidFill>
            <a:srgbClr val="62B5E5"/>
          </a:solidFill>
        </p:grpSpPr>
        <p:sp>
          <p:nvSpPr>
            <p:cNvPr id="1199" name="Graphic 4">
              <a:extLst>
                <a:ext uri="{FF2B5EF4-FFF2-40B4-BE49-F238E27FC236}">
                  <a16:creationId xmlns:a16="http://schemas.microsoft.com/office/drawing/2014/main" id="{5C137E3C-F948-594B-B268-EA843E451E2A}"/>
                </a:ext>
              </a:extLst>
            </p:cNvPr>
            <p:cNvSpPr/>
            <p:nvPr/>
          </p:nvSpPr>
          <p:spPr>
            <a:xfrm>
              <a:off x="8840477" y="140272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8565 h 361971"/>
                <a:gd name="connsiteX7" fmla="*/ 12780 w 362312"/>
                <a:gd name="connsiteY7" fmla="*/ 180667 h 361971"/>
                <a:gd name="connsiteX8" fmla="*/ 180836 w 362312"/>
                <a:gd name="connsiteY8" fmla="*/ 12130 h 361971"/>
                <a:gd name="connsiteX9" fmla="*/ 349529 w 362312"/>
                <a:gd name="connsiteY9" fmla="*/ 180028 h 361971"/>
                <a:gd name="connsiteX10" fmla="*/ 349529 w 362312"/>
                <a:gd name="connsiteY10" fmla="*/ 180028 h 361971"/>
                <a:gd name="connsiteX11" fmla="*/ 181474 w 362312"/>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0438"/>
                    <a:pt x="281796" y="0"/>
                    <a:pt x="181474" y="0"/>
                  </a:cubicBezTo>
                  <a:close/>
                  <a:moveTo>
                    <a:pt x="181474" y="348565"/>
                  </a:moveTo>
                  <a:cubicBezTo>
                    <a:pt x="88181" y="348565"/>
                    <a:pt x="12780" y="273234"/>
                    <a:pt x="12780" y="180667"/>
                  </a:cubicBezTo>
                  <a:cubicBezTo>
                    <a:pt x="12780" y="87461"/>
                    <a:pt x="88181" y="12130"/>
                    <a:pt x="180836" y="12130"/>
                  </a:cubicBezTo>
                  <a:cubicBezTo>
                    <a:pt x="274128" y="12130"/>
                    <a:pt x="349529" y="87461"/>
                    <a:pt x="349529" y="180028"/>
                  </a:cubicBezTo>
                  <a:cubicBezTo>
                    <a:pt x="349529" y="180028"/>
                    <a:pt x="349529" y="180028"/>
                    <a:pt x="349529" y="180028"/>
                  </a:cubicBezTo>
                  <a:cubicBezTo>
                    <a:pt x="350169" y="273234"/>
                    <a:pt x="274767" y="348565"/>
                    <a:pt x="181474" y="348565"/>
                  </a:cubicBezTo>
                  <a:close/>
                </a:path>
              </a:pathLst>
            </a:custGeom>
            <a:solidFill>
              <a:srgbClr val="62B5E5"/>
            </a:solidFill>
            <a:ln w="6390" cap="flat">
              <a:noFill/>
              <a:prstDash val="solid"/>
              <a:miter/>
            </a:ln>
          </p:spPr>
          <p:txBody>
            <a:bodyPr rtlCol="0" anchor="ctr"/>
            <a:lstStyle/>
            <a:p>
              <a:endParaRPr lang="en-US"/>
            </a:p>
          </p:txBody>
        </p:sp>
        <p:sp>
          <p:nvSpPr>
            <p:cNvPr id="1200" name="Graphic 4">
              <a:extLst>
                <a:ext uri="{FF2B5EF4-FFF2-40B4-BE49-F238E27FC236}">
                  <a16:creationId xmlns:a16="http://schemas.microsoft.com/office/drawing/2014/main" id="{632A1A07-B78E-324F-91AF-F64AB6904CFD}"/>
                </a:ext>
              </a:extLst>
            </p:cNvPr>
            <p:cNvSpPr/>
            <p:nvPr/>
          </p:nvSpPr>
          <p:spPr>
            <a:xfrm>
              <a:off x="8905913" y="1537683"/>
              <a:ext cx="232416" cy="91413"/>
            </a:xfrm>
            <a:custGeom>
              <a:avLst/>
              <a:gdLst>
                <a:gd name="connsiteX0" fmla="*/ 225945 w 232416"/>
                <a:gd name="connsiteY0" fmla="*/ 39323 h 91413"/>
                <a:gd name="connsiteX1" fmla="*/ 91118 w 232416"/>
                <a:gd name="connsiteY1" fmla="*/ 39323 h 91413"/>
                <a:gd name="connsiteX2" fmla="*/ 39359 w 232416"/>
                <a:gd name="connsiteY2" fmla="*/ 380 h 91413"/>
                <a:gd name="connsiteX3" fmla="*/ 381 w 232416"/>
                <a:gd name="connsiteY3" fmla="*/ 52091 h 91413"/>
                <a:gd name="connsiteX4" fmla="*/ 52139 w 232416"/>
                <a:gd name="connsiteY4" fmla="*/ 91033 h 91413"/>
                <a:gd name="connsiteX5" fmla="*/ 91118 w 232416"/>
                <a:gd name="connsiteY5" fmla="*/ 52091 h 91413"/>
                <a:gd name="connsiteX6" fmla="*/ 188244 w 232416"/>
                <a:gd name="connsiteY6" fmla="*/ 52091 h 91413"/>
                <a:gd name="connsiteX7" fmla="*/ 188244 w 232416"/>
                <a:gd name="connsiteY7" fmla="*/ 69327 h 91413"/>
                <a:gd name="connsiteX8" fmla="*/ 194634 w 232416"/>
                <a:gd name="connsiteY8" fmla="*/ 75711 h 91413"/>
                <a:gd name="connsiteX9" fmla="*/ 201024 w 232416"/>
                <a:gd name="connsiteY9" fmla="*/ 69327 h 91413"/>
                <a:gd name="connsiteX10" fmla="*/ 201024 w 232416"/>
                <a:gd name="connsiteY10" fmla="*/ 52091 h 91413"/>
                <a:gd name="connsiteX11" fmla="*/ 219555 w 232416"/>
                <a:gd name="connsiteY11" fmla="*/ 52091 h 91413"/>
                <a:gd name="connsiteX12" fmla="*/ 219555 w 232416"/>
                <a:gd name="connsiteY12" fmla="*/ 84649 h 91413"/>
                <a:gd name="connsiteX13" fmla="*/ 225945 w 232416"/>
                <a:gd name="connsiteY13" fmla="*/ 91033 h 91413"/>
                <a:gd name="connsiteX14" fmla="*/ 232335 w 232416"/>
                <a:gd name="connsiteY14" fmla="*/ 84649 h 91413"/>
                <a:gd name="connsiteX15" fmla="*/ 232335 w 232416"/>
                <a:gd name="connsiteY15" fmla="*/ 45707 h 91413"/>
                <a:gd name="connsiteX16" fmla="*/ 225945 w 232416"/>
                <a:gd name="connsiteY16" fmla="*/ 39323 h 91413"/>
                <a:gd name="connsiteX17" fmla="*/ 225945 w 232416"/>
                <a:gd name="connsiteY17" fmla="*/ 39323 h 91413"/>
                <a:gd name="connsiteX18" fmla="*/ 45749 w 232416"/>
                <a:gd name="connsiteY18" fmla="*/ 78265 h 91413"/>
                <a:gd name="connsiteX19" fmla="*/ 13161 w 232416"/>
                <a:gd name="connsiteY19" fmla="*/ 45707 h 91413"/>
                <a:gd name="connsiteX20" fmla="*/ 45749 w 232416"/>
                <a:gd name="connsiteY20" fmla="*/ 13148 h 91413"/>
                <a:gd name="connsiteX21" fmla="*/ 78338 w 232416"/>
                <a:gd name="connsiteY21" fmla="*/ 45707 h 91413"/>
                <a:gd name="connsiteX22" fmla="*/ 45749 w 232416"/>
                <a:gd name="connsiteY22" fmla="*/ 78265 h 91413"/>
                <a:gd name="connsiteX23" fmla="*/ 45749 w 232416"/>
                <a:gd name="connsiteY23" fmla="*/ 78265 h 91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32416" h="91413">
                  <a:moveTo>
                    <a:pt x="225945" y="39323"/>
                  </a:moveTo>
                  <a:lnTo>
                    <a:pt x="91118" y="39323"/>
                  </a:lnTo>
                  <a:cubicBezTo>
                    <a:pt x="87284" y="14425"/>
                    <a:pt x="64280" y="-2812"/>
                    <a:pt x="39359" y="380"/>
                  </a:cubicBezTo>
                  <a:cubicBezTo>
                    <a:pt x="14438" y="4211"/>
                    <a:pt x="-2814" y="27193"/>
                    <a:pt x="381" y="52091"/>
                  </a:cubicBezTo>
                  <a:cubicBezTo>
                    <a:pt x="4215" y="76988"/>
                    <a:pt x="27218" y="94225"/>
                    <a:pt x="52139" y="91033"/>
                  </a:cubicBezTo>
                  <a:cubicBezTo>
                    <a:pt x="71948" y="88479"/>
                    <a:pt x="87923" y="72519"/>
                    <a:pt x="91118" y="52091"/>
                  </a:cubicBezTo>
                  <a:lnTo>
                    <a:pt x="188244" y="52091"/>
                  </a:lnTo>
                  <a:lnTo>
                    <a:pt x="188244" y="69327"/>
                  </a:lnTo>
                  <a:cubicBezTo>
                    <a:pt x="188244" y="73158"/>
                    <a:pt x="190800" y="75711"/>
                    <a:pt x="194634" y="75711"/>
                  </a:cubicBezTo>
                  <a:cubicBezTo>
                    <a:pt x="198469" y="75711"/>
                    <a:pt x="201024" y="73158"/>
                    <a:pt x="201024" y="69327"/>
                  </a:cubicBezTo>
                  <a:lnTo>
                    <a:pt x="201024" y="52091"/>
                  </a:lnTo>
                  <a:lnTo>
                    <a:pt x="219555" y="52091"/>
                  </a:lnTo>
                  <a:lnTo>
                    <a:pt x="219555" y="84649"/>
                  </a:lnTo>
                  <a:cubicBezTo>
                    <a:pt x="219555" y="88479"/>
                    <a:pt x="222111" y="91033"/>
                    <a:pt x="225945" y="91033"/>
                  </a:cubicBezTo>
                  <a:cubicBezTo>
                    <a:pt x="229779" y="91033"/>
                    <a:pt x="232335" y="88479"/>
                    <a:pt x="232335" y="84649"/>
                  </a:cubicBezTo>
                  <a:lnTo>
                    <a:pt x="232335" y="45707"/>
                  </a:lnTo>
                  <a:cubicBezTo>
                    <a:pt x="232974" y="41876"/>
                    <a:pt x="229779" y="39323"/>
                    <a:pt x="225945" y="39323"/>
                  </a:cubicBezTo>
                  <a:cubicBezTo>
                    <a:pt x="225945" y="39323"/>
                    <a:pt x="225945" y="39323"/>
                    <a:pt x="225945" y="39323"/>
                  </a:cubicBezTo>
                  <a:close/>
                  <a:moveTo>
                    <a:pt x="45749" y="78265"/>
                  </a:moveTo>
                  <a:cubicBezTo>
                    <a:pt x="27857" y="78265"/>
                    <a:pt x="13161" y="63582"/>
                    <a:pt x="13161" y="45707"/>
                  </a:cubicBezTo>
                  <a:cubicBezTo>
                    <a:pt x="13161" y="27832"/>
                    <a:pt x="27857" y="13148"/>
                    <a:pt x="45749" y="13148"/>
                  </a:cubicBezTo>
                  <a:cubicBezTo>
                    <a:pt x="63640" y="13148"/>
                    <a:pt x="78338" y="27832"/>
                    <a:pt x="78338" y="45707"/>
                  </a:cubicBezTo>
                  <a:cubicBezTo>
                    <a:pt x="78338" y="63582"/>
                    <a:pt x="63640" y="78265"/>
                    <a:pt x="45749" y="78265"/>
                  </a:cubicBezTo>
                  <a:lnTo>
                    <a:pt x="45749" y="78265"/>
                  </a:lnTo>
                  <a:close/>
                </a:path>
              </a:pathLst>
            </a:custGeom>
            <a:solidFill>
              <a:srgbClr val="62B5E5"/>
            </a:solidFill>
            <a:ln w="6390" cap="flat">
              <a:noFill/>
              <a:prstDash val="solid"/>
              <a:miter/>
            </a:ln>
          </p:spPr>
          <p:txBody>
            <a:bodyPr rtlCol="0" anchor="ctr"/>
            <a:lstStyle/>
            <a:p>
              <a:endParaRPr lang="en-US"/>
            </a:p>
          </p:txBody>
        </p:sp>
      </p:grpSp>
      <p:grpSp>
        <p:nvGrpSpPr>
          <p:cNvPr id="1201" name="Graphic 4">
            <a:extLst>
              <a:ext uri="{FF2B5EF4-FFF2-40B4-BE49-F238E27FC236}">
                <a16:creationId xmlns:a16="http://schemas.microsoft.com/office/drawing/2014/main" id="{5C155F75-29AC-6C4B-86C4-6BDBB2085E1A}"/>
              </a:ext>
            </a:extLst>
          </p:cNvPr>
          <p:cNvGrpSpPr>
            <a:grpSpLocks noChangeAspect="1"/>
          </p:cNvGrpSpPr>
          <p:nvPr/>
        </p:nvGrpSpPr>
        <p:grpSpPr>
          <a:xfrm>
            <a:off x="1515054" y="2371173"/>
            <a:ext cx="362309" cy="362610"/>
            <a:chOff x="1515054" y="2371173"/>
            <a:chExt cx="362309" cy="362610"/>
          </a:xfrm>
          <a:solidFill>
            <a:srgbClr val="0076A8"/>
          </a:solidFill>
        </p:grpSpPr>
        <p:sp>
          <p:nvSpPr>
            <p:cNvPr id="1202" name="Graphic 4">
              <a:extLst>
                <a:ext uri="{FF2B5EF4-FFF2-40B4-BE49-F238E27FC236}">
                  <a16:creationId xmlns:a16="http://schemas.microsoft.com/office/drawing/2014/main" id="{993E6DDB-C210-2044-B86A-614CB2389190}"/>
                </a:ext>
              </a:extLst>
            </p:cNvPr>
            <p:cNvSpPr/>
            <p:nvPr/>
          </p:nvSpPr>
          <p:spPr>
            <a:xfrm>
              <a:off x="1515054" y="237117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180835 w 362309"/>
                <a:gd name="connsiteY6" fmla="*/ 349204 h 362610"/>
                <a:gd name="connsiteX7" fmla="*/ 12780 w 362309"/>
                <a:gd name="connsiteY7" fmla="*/ 180667 h 362610"/>
                <a:gd name="connsiteX8" fmla="*/ 181474 w 362309"/>
                <a:gd name="connsiteY8" fmla="*/ 12130 h 362610"/>
                <a:gd name="connsiteX9" fmla="*/ 349529 w 362309"/>
                <a:gd name="connsiteY9" fmla="*/ 180667 h 362610"/>
                <a:gd name="connsiteX10" fmla="*/ 349529 w 362309"/>
                <a:gd name="connsiteY10" fmla="*/ 180667 h 362610"/>
                <a:gd name="connsiteX11" fmla="*/ 180835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1670" y="81077"/>
                    <a:pt x="280518" y="0"/>
                    <a:pt x="180835" y="0"/>
                  </a:cubicBezTo>
                  <a:lnTo>
                    <a:pt x="180835" y="0"/>
                  </a:lnTo>
                  <a:close/>
                  <a:moveTo>
                    <a:pt x="180835" y="349204"/>
                  </a:moveTo>
                  <a:cubicBezTo>
                    <a:pt x="87542" y="349204"/>
                    <a:pt x="12780" y="273873"/>
                    <a:pt x="12780" y="180667"/>
                  </a:cubicBezTo>
                  <a:cubicBezTo>
                    <a:pt x="12780" y="87461"/>
                    <a:pt x="88181" y="12130"/>
                    <a:pt x="181474" y="12130"/>
                  </a:cubicBezTo>
                  <a:cubicBezTo>
                    <a:pt x="274767" y="12130"/>
                    <a:pt x="349529" y="87461"/>
                    <a:pt x="349529" y="180667"/>
                  </a:cubicBezTo>
                  <a:cubicBezTo>
                    <a:pt x="349529" y="180667"/>
                    <a:pt x="349529" y="180667"/>
                    <a:pt x="349529" y="180667"/>
                  </a:cubicBezTo>
                  <a:cubicBezTo>
                    <a:pt x="348891" y="273873"/>
                    <a:pt x="273489" y="349204"/>
                    <a:pt x="180835" y="349204"/>
                  </a:cubicBezTo>
                  <a:close/>
                </a:path>
              </a:pathLst>
            </a:custGeom>
            <a:solidFill>
              <a:srgbClr val="0076A8"/>
            </a:solidFill>
            <a:ln w="6390" cap="flat">
              <a:noFill/>
              <a:prstDash val="solid"/>
              <a:miter/>
            </a:ln>
          </p:spPr>
          <p:txBody>
            <a:bodyPr rtlCol="0" anchor="ctr"/>
            <a:lstStyle/>
            <a:p>
              <a:endParaRPr lang="en-US"/>
            </a:p>
          </p:txBody>
        </p:sp>
        <p:sp>
          <p:nvSpPr>
            <p:cNvPr id="1203" name="Graphic 4">
              <a:extLst>
                <a:ext uri="{FF2B5EF4-FFF2-40B4-BE49-F238E27FC236}">
                  <a16:creationId xmlns:a16="http://schemas.microsoft.com/office/drawing/2014/main" id="{FCF62C92-40D6-D644-A99A-C1B82A3E1804}"/>
                </a:ext>
              </a:extLst>
            </p:cNvPr>
            <p:cNvSpPr/>
            <p:nvPr/>
          </p:nvSpPr>
          <p:spPr>
            <a:xfrm>
              <a:off x="1589177" y="2466933"/>
              <a:ext cx="213423" cy="170452"/>
            </a:xfrm>
            <a:custGeom>
              <a:avLst/>
              <a:gdLst>
                <a:gd name="connsiteX0" fmla="*/ 207034 w 213423"/>
                <a:gd name="connsiteY0" fmla="*/ 14045 h 170452"/>
                <a:gd name="connsiteX1" fmla="*/ 170611 w 213423"/>
                <a:gd name="connsiteY1" fmla="*/ 14045 h 170452"/>
                <a:gd name="connsiteX2" fmla="*/ 170611 w 213423"/>
                <a:gd name="connsiteY2" fmla="*/ 6384 h 170452"/>
                <a:gd name="connsiteX3" fmla="*/ 164221 w 213423"/>
                <a:gd name="connsiteY3" fmla="*/ 0 h 170452"/>
                <a:gd name="connsiteX4" fmla="*/ 49202 w 213423"/>
                <a:gd name="connsiteY4" fmla="*/ 0 h 170452"/>
                <a:gd name="connsiteX5" fmla="*/ 42813 w 213423"/>
                <a:gd name="connsiteY5" fmla="*/ 6384 h 170452"/>
                <a:gd name="connsiteX6" fmla="*/ 42813 w 213423"/>
                <a:gd name="connsiteY6" fmla="*/ 14045 h 170452"/>
                <a:gd name="connsiteX7" fmla="*/ 6390 w 213423"/>
                <a:gd name="connsiteY7" fmla="*/ 14045 h 170452"/>
                <a:gd name="connsiteX8" fmla="*/ 0 w 213423"/>
                <a:gd name="connsiteY8" fmla="*/ 20429 h 170452"/>
                <a:gd name="connsiteX9" fmla="*/ 0 w 213423"/>
                <a:gd name="connsiteY9" fmla="*/ 164068 h 170452"/>
                <a:gd name="connsiteX10" fmla="*/ 6390 w 213423"/>
                <a:gd name="connsiteY10" fmla="*/ 170452 h 170452"/>
                <a:gd name="connsiteX11" fmla="*/ 207034 w 213423"/>
                <a:gd name="connsiteY11" fmla="*/ 170452 h 170452"/>
                <a:gd name="connsiteX12" fmla="*/ 213424 w 213423"/>
                <a:gd name="connsiteY12" fmla="*/ 164068 h 170452"/>
                <a:gd name="connsiteX13" fmla="*/ 213424 w 213423"/>
                <a:gd name="connsiteY13" fmla="*/ 20429 h 170452"/>
                <a:gd name="connsiteX14" fmla="*/ 207034 w 213423"/>
                <a:gd name="connsiteY14" fmla="*/ 14045 h 170452"/>
                <a:gd name="connsiteX15" fmla="*/ 98405 w 213423"/>
                <a:gd name="connsiteY15" fmla="*/ 157684 h 170452"/>
                <a:gd name="connsiteX16" fmla="*/ 98405 w 213423"/>
                <a:gd name="connsiteY16" fmla="*/ 112997 h 170452"/>
                <a:gd name="connsiteX17" fmla="*/ 114380 w 213423"/>
                <a:gd name="connsiteY17" fmla="*/ 112997 h 170452"/>
                <a:gd name="connsiteX18" fmla="*/ 114380 w 213423"/>
                <a:gd name="connsiteY18" fmla="*/ 157684 h 170452"/>
                <a:gd name="connsiteX19" fmla="*/ 98405 w 213423"/>
                <a:gd name="connsiteY19" fmla="*/ 157684 h 170452"/>
                <a:gd name="connsiteX20" fmla="*/ 200644 w 213423"/>
                <a:gd name="connsiteY20" fmla="*/ 157684 h 170452"/>
                <a:gd name="connsiteX21" fmla="*/ 127160 w 213423"/>
                <a:gd name="connsiteY21" fmla="*/ 157684 h 170452"/>
                <a:gd name="connsiteX22" fmla="*/ 127160 w 213423"/>
                <a:gd name="connsiteY22" fmla="*/ 106613 h 170452"/>
                <a:gd name="connsiteX23" fmla="*/ 120770 w 213423"/>
                <a:gd name="connsiteY23" fmla="*/ 100229 h 170452"/>
                <a:gd name="connsiteX24" fmla="*/ 92015 w 213423"/>
                <a:gd name="connsiteY24" fmla="*/ 100229 h 170452"/>
                <a:gd name="connsiteX25" fmla="*/ 85625 w 213423"/>
                <a:gd name="connsiteY25" fmla="*/ 106613 h 170452"/>
                <a:gd name="connsiteX26" fmla="*/ 85625 w 213423"/>
                <a:gd name="connsiteY26" fmla="*/ 157684 h 170452"/>
                <a:gd name="connsiteX27" fmla="*/ 12141 w 213423"/>
                <a:gd name="connsiteY27" fmla="*/ 157684 h 170452"/>
                <a:gd name="connsiteX28" fmla="*/ 12141 w 213423"/>
                <a:gd name="connsiteY28" fmla="*/ 26813 h 170452"/>
                <a:gd name="connsiteX29" fmla="*/ 48563 w 213423"/>
                <a:gd name="connsiteY29" fmla="*/ 26813 h 170452"/>
                <a:gd name="connsiteX30" fmla="*/ 54953 w 213423"/>
                <a:gd name="connsiteY30" fmla="*/ 20429 h 170452"/>
                <a:gd name="connsiteX31" fmla="*/ 54953 w 213423"/>
                <a:gd name="connsiteY31" fmla="*/ 12768 h 170452"/>
                <a:gd name="connsiteX32" fmla="*/ 157192 w 213423"/>
                <a:gd name="connsiteY32" fmla="*/ 12768 h 170452"/>
                <a:gd name="connsiteX33" fmla="*/ 157192 w 213423"/>
                <a:gd name="connsiteY33" fmla="*/ 20429 h 170452"/>
                <a:gd name="connsiteX34" fmla="*/ 163582 w 213423"/>
                <a:gd name="connsiteY34" fmla="*/ 26813 h 170452"/>
                <a:gd name="connsiteX35" fmla="*/ 200005 w 213423"/>
                <a:gd name="connsiteY35" fmla="*/ 26813 h 170452"/>
                <a:gd name="connsiteX36" fmla="*/ 200644 w 213423"/>
                <a:gd name="connsiteY36" fmla="*/ 157684 h 17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3423" h="170452">
                  <a:moveTo>
                    <a:pt x="207034" y="14045"/>
                  </a:moveTo>
                  <a:lnTo>
                    <a:pt x="170611" y="14045"/>
                  </a:lnTo>
                  <a:lnTo>
                    <a:pt x="170611" y="6384"/>
                  </a:lnTo>
                  <a:cubicBezTo>
                    <a:pt x="170611" y="2554"/>
                    <a:pt x="168055" y="0"/>
                    <a:pt x="164221" y="0"/>
                  </a:cubicBezTo>
                  <a:lnTo>
                    <a:pt x="49202" y="0"/>
                  </a:lnTo>
                  <a:cubicBezTo>
                    <a:pt x="45369" y="0"/>
                    <a:pt x="42813" y="2554"/>
                    <a:pt x="42813" y="6384"/>
                  </a:cubicBezTo>
                  <a:lnTo>
                    <a:pt x="42813" y="14045"/>
                  </a:lnTo>
                  <a:lnTo>
                    <a:pt x="6390" y="14045"/>
                  </a:lnTo>
                  <a:cubicBezTo>
                    <a:pt x="2556" y="14045"/>
                    <a:pt x="0" y="16598"/>
                    <a:pt x="0" y="20429"/>
                  </a:cubicBezTo>
                  <a:lnTo>
                    <a:pt x="0" y="164068"/>
                  </a:lnTo>
                  <a:cubicBezTo>
                    <a:pt x="0" y="167899"/>
                    <a:pt x="2556" y="170452"/>
                    <a:pt x="6390" y="170452"/>
                  </a:cubicBezTo>
                  <a:lnTo>
                    <a:pt x="207034" y="170452"/>
                  </a:lnTo>
                  <a:cubicBezTo>
                    <a:pt x="210868" y="170452"/>
                    <a:pt x="213424" y="167899"/>
                    <a:pt x="213424" y="164068"/>
                  </a:cubicBezTo>
                  <a:lnTo>
                    <a:pt x="213424" y="20429"/>
                  </a:lnTo>
                  <a:cubicBezTo>
                    <a:pt x="213424" y="17237"/>
                    <a:pt x="210868" y="14045"/>
                    <a:pt x="207034" y="14045"/>
                  </a:cubicBezTo>
                  <a:close/>
                  <a:moveTo>
                    <a:pt x="98405" y="157684"/>
                  </a:moveTo>
                  <a:lnTo>
                    <a:pt x="98405" y="112997"/>
                  </a:lnTo>
                  <a:lnTo>
                    <a:pt x="114380" y="112997"/>
                  </a:lnTo>
                  <a:lnTo>
                    <a:pt x="114380" y="157684"/>
                  </a:lnTo>
                  <a:lnTo>
                    <a:pt x="98405" y="157684"/>
                  </a:lnTo>
                  <a:close/>
                  <a:moveTo>
                    <a:pt x="200644" y="157684"/>
                  </a:moveTo>
                  <a:lnTo>
                    <a:pt x="127160" y="157684"/>
                  </a:lnTo>
                  <a:lnTo>
                    <a:pt x="127160" y="106613"/>
                  </a:lnTo>
                  <a:cubicBezTo>
                    <a:pt x="127160" y="102782"/>
                    <a:pt x="124604" y="100229"/>
                    <a:pt x="120770" y="100229"/>
                  </a:cubicBezTo>
                  <a:lnTo>
                    <a:pt x="92015" y="100229"/>
                  </a:lnTo>
                  <a:cubicBezTo>
                    <a:pt x="88181" y="100229"/>
                    <a:pt x="85625" y="102782"/>
                    <a:pt x="85625" y="106613"/>
                  </a:cubicBezTo>
                  <a:lnTo>
                    <a:pt x="85625" y="157684"/>
                  </a:lnTo>
                  <a:lnTo>
                    <a:pt x="12141" y="157684"/>
                  </a:lnTo>
                  <a:lnTo>
                    <a:pt x="12141" y="26813"/>
                  </a:lnTo>
                  <a:lnTo>
                    <a:pt x="48563" y="26813"/>
                  </a:lnTo>
                  <a:cubicBezTo>
                    <a:pt x="52397" y="26813"/>
                    <a:pt x="54953" y="24259"/>
                    <a:pt x="54953" y="20429"/>
                  </a:cubicBezTo>
                  <a:lnTo>
                    <a:pt x="54953" y="12768"/>
                  </a:lnTo>
                  <a:lnTo>
                    <a:pt x="157192" y="12768"/>
                  </a:lnTo>
                  <a:lnTo>
                    <a:pt x="157192" y="20429"/>
                  </a:lnTo>
                  <a:cubicBezTo>
                    <a:pt x="157192" y="24259"/>
                    <a:pt x="159749" y="26813"/>
                    <a:pt x="163582" y="26813"/>
                  </a:cubicBezTo>
                  <a:lnTo>
                    <a:pt x="200005" y="26813"/>
                  </a:lnTo>
                  <a:lnTo>
                    <a:pt x="200644" y="157684"/>
                  </a:lnTo>
                  <a:close/>
                </a:path>
              </a:pathLst>
            </a:custGeom>
            <a:solidFill>
              <a:srgbClr val="0076A8"/>
            </a:solidFill>
            <a:ln w="6390" cap="flat">
              <a:noFill/>
              <a:prstDash val="solid"/>
              <a:miter/>
            </a:ln>
          </p:spPr>
          <p:txBody>
            <a:bodyPr rtlCol="0" anchor="ctr"/>
            <a:lstStyle/>
            <a:p>
              <a:endParaRPr lang="en-US"/>
            </a:p>
          </p:txBody>
        </p:sp>
        <p:sp>
          <p:nvSpPr>
            <p:cNvPr id="1204" name="Graphic 4">
              <a:extLst>
                <a:ext uri="{FF2B5EF4-FFF2-40B4-BE49-F238E27FC236}">
                  <a16:creationId xmlns:a16="http://schemas.microsoft.com/office/drawing/2014/main" id="{4CA2C218-0DCB-F54C-9F07-EC2C0A1865CE}"/>
                </a:ext>
              </a:extLst>
            </p:cNvPr>
            <p:cNvSpPr/>
            <p:nvPr/>
          </p:nvSpPr>
          <p:spPr>
            <a:xfrm>
              <a:off x="1761066" y="2595863"/>
              <a:ext cx="12779" cy="12644"/>
            </a:xfrm>
            <a:custGeom>
              <a:avLst/>
              <a:gdLst>
                <a:gd name="connsiteX0" fmla="*/ 1917 w 12779"/>
                <a:gd name="connsiteY0" fmla="*/ 10879 h 12644"/>
                <a:gd name="connsiteX1" fmla="*/ 3834 w 12779"/>
                <a:gd name="connsiteY1" fmla="*/ 12155 h 12644"/>
                <a:gd name="connsiteX2" fmla="*/ 12141 w 12779"/>
                <a:gd name="connsiteY2" fmla="*/ 8963 h 12644"/>
                <a:gd name="connsiteX3" fmla="*/ 12780 w 12779"/>
                <a:gd name="connsiteY3" fmla="*/ 6410 h 12644"/>
                <a:gd name="connsiteX4" fmla="*/ 12141 w 12779"/>
                <a:gd name="connsiteY4" fmla="*/ 3856 h 12644"/>
                <a:gd name="connsiteX5" fmla="*/ 10863 w 12779"/>
                <a:gd name="connsiteY5" fmla="*/ 1941 h 12644"/>
                <a:gd name="connsiteX6" fmla="*/ 3834 w 12779"/>
                <a:gd name="connsiteY6" fmla="*/ 664 h 12644"/>
                <a:gd name="connsiteX7" fmla="*/ 1917 w 12779"/>
                <a:gd name="connsiteY7" fmla="*/ 1941 h 12644"/>
                <a:gd name="connsiteX8" fmla="*/ 639 w 12779"/>
                <a:gd name="connsiteY8" fmla="*/ 3856 h 12644"/>
                <a:gd name="connsiteX9" fmla="*/ 0 w 12779"/>
                <a:gd name="connsiteY9" fmla="*/ 6410 h 12644"/>
                <a:gd name="connsiteX10" fmla="*/ 1917 w 12779"/>
                <a:gd name="connsiteY10" fmla="*/ 10879 h 12644"/>
                <a:gd name="connsiteX11" fmla="*/ 1917 w 12779"/>
                <a:gd name="connsiteY11" fmla="*/ 10879 h 12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79" h="12644">
                  <a:moveTo>
                    <a:pt x="1917" y="10879"/>
                  </a:moveTo>
                  <a:cubicBezTo>
                    <a:pt x="2556" y="11517"/>
                    <a:pt x="3195" y="12155"/>
                    <a:pt x="3834" y="12155"/>
                  </a:cubicBezTo>
                  <a:cubicBezTo>
                    <a:pt x="7029" y="13432"/>
                    <a:pt x="10863" y="12155"/>
                    <a:pt x="12141" y="8963"/>
                  </a:cubicBezTo>
                  <a:cubicBezTo>
                    <a:pt x="12780" y="8325"/>
                    <a:pt x="12780" y="7687"/>
                    <a:pt x="12780" y="6410"/>
                  </a:cubicBezTo>
                  <a:cubicBezTo>
                    <a:pt x="12780" y="5771"/>
                    <a:pt x="12780" y="4495"/>
                    <a:pt x="12141" y="3856"/>
                  </a:cubicBezTo>
                  <a:cubicBezTo>
                    <a:pt x="12141" y="3218"/>
                    <a:pt x="11502" y="2579"/>
                    <a:pt x="10863" y="1941"/>
                  </a:cubicBezTo>
                  <a:cubicBezTo>
                    <a:pt x="8946" y="26"/>
                    <a:pt x="6390" y="-613"/>
                    <a:pt x="3834" y="664"/>
                  </a:cubicBezTo>
                  <a:cubicBezTo>
                    <a:pt x="3195" y="1303"/>
                    <a:pt x="2556" y="1303"/>
                    <a:pt x="1917" y="1941"/>
                  </a:cubicBezTo>
                  <a:cubicBezTo>
                    <a:pt x="1278" y="2579"/>
                    <a:pt x="639" y="3218"/>
                    <a:pt x="639" y="3856"/>
                  </a:cubicBezTo>
                  <a:cubicBezTo>
                    <a:pt x="0" y="4495"/>
                    <a:pt x="0" y="5771"/>
                    <a:pt x="0" y="6410"/>
                  </a:cubicBezTo>
                  <a:cubicBezTo>
                    <a:pt x="0" y="8325"/>
                    <a:pt x="639" y="9602"/>
                    <a:pt x="1917" y="10879"/>
                  </a:cubicBezTo>
                  <a:lnTo>
                    <a:pt x="1917" y="10879"/>
                  </a:lnTo>
                  <a:close/>
                </a:path>
              </a:pathLst>
            </a:custGeom>
            <a:solidFill>
              <a:srgbClr val="0076A8"/>
            </a:solidFill>
            <a:ln w="6390" cap="flat">
              <a:noFill/>
              <a:prstDash val="solid"/>
              <a:miter/>
            </a:ln>
          </p:spPr>
          <p:txBody>
            <a:bodyPr rtlCol="0" anchor="ctr"/>
            <a:lstStyle/>
            <a:p>
              <a:endParaRPr lang="en-US"/>
            </a:p>
          </p:txBody>
        </p:sp>
        <p:sp>
          <p:nvSpPr>
            <p:cNvPr id="1205" name="Graphic 4">
              <a:extLst>
                <a:ext uri="{FF2B5EF4-FFF2-40B4-BE49-F238E27FC236}">
                  <a16:creationId xmlns:a16="http://schemas.microsoft.com/office/drawing/2014/main" id="{D0657C1A-E98E-844C-915E-1B156C424879}"/>
                </a:ext>
              </a:extLst>
            </p:cNvPr>
            <p:cNvSpPr/>
            <p:nvPr/>
          </p:nvSpPr>
          <p:spPr>
            <a:xfrm>
              <a:off x="1732461" y="2567161"/>
              <a:ext cx="12630" cy="12608"/>
            </a:xfrm>
            <a:custGeom>
              <a:avLst/>
              <a:gdLst>
                <a:gd name="connsiteX0" fmla="*/ 10075 w 12630"/>
                <a:gd name="connsiteY0" fmla="*/ 1277 h 12608"/>
                <a:gd name="connsiteX1" fmla="*/ 8797 w 12630"/>
                <a:gd name="connsiteY1" fmla="*/ 638 h 12608"/>
                <a:gd name="connsiteX2" fmla="*/ 7519 w 12630"/>
                <a:gd name="connsiteY2" fmla="*/ 0 h 12608"/>
                <a:gd name="connsiteX3" fmla="*/ 3685 w 12630"/>
                <a:gd name="connsiteY3" fmla="*/ 638 h 12608"/>
                <a:gd name="connsiteX4" fmla="*/ 2407 w 12630"/>
                <a:gd name="connsiteY4" fmla="*/ 1277 h 12608"/>
                <a:gd name="connsiteX5" fmla="*/ 1768 w 12630"/>
                <a:gd name="connsiteY5" fmla="*/ 1915 h 12608"/>
                <a:gd name="connsiteX6" fmla="*/ 490 w 12630"/>
                <a:gd name="connsiteY6" fmla="*/ 3830 h 12608"/>
                <a:gd name="connsiteX7" fmla="*/ 3685 w 12630"/>
                <a:gd name="connsiteY7" fmla="*/ 12130 h 12608"/>
                <a:gd name="connsiteX8" fmla="*/ 8797 w 12630"/>
                <a:gd name="connsiteY8" fmla="*/ 12130 h 12608"/>
                <a:gd name="connsiteX9" fmla="*/ 10714 w 12630"/>
                <a:gd name="connsiteY9" fmla="*/ 10853 h 12608"/>
                <a:gd name="connsiteX10" fmla="*/ 12631 w 12630"/>
                <a:gd name="connsiteY10" fmla="*/ 6384 h 12608"/>
                <a:gd name="connsiteX11" fmla="*/ 10714 w 12630"/>
                <a:gd name="connsiteY11" fmla="*/ 1915 h 12608"/>
                <a:gd name="connsiteX12" fmla="*/ 10075 w 12630"/>
                <a:gd name="connsiteY12" fmla="*/ 1277 h 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630" h="12608">
                  <a:moveTo>
                    <a:pt x="10075" y="1277"/>
                  </a:moveTo>
                  <a:lnTo>
                    <a:pt x="8797" y="638"/>
                  </a:lnTo>
                  <a:lnTo>
                    <a:pt x="7519" y="0"/>
                  </a:lnTo>
                  <a:cubicBezTo>
                    <a:pt x="6241" y="0"/>
                    <a:pt x="4963" y="0"/>
                    <a:pt x="3685" y="638"/>
                  </a:cubicBezTo>
                  <a:lnTo>
                    <a:pt x="2407" y="1277"/>
                  </a:lnTo>
                  <a:lnTo>
                    <a:pt x="1768" y="1915"/>
                  </a:lnTo>
                  <a:cubicBezTo>
                    <a:pt x="1129" y="2554"/>
                    <a:pt x="490" y="3192"/>
                    <a:pt x="490" y="3830"/>
                  </a:cubicBezTo>
                  <a:cubicBezTo>
                    <a:pt x="-788" y="7022"/>
                    <a:pt x="490" y="10853"/>
                    <a:pt x="3685" y="12130"/>
                  </a:cubicBezTo>
                  <a:cubicBezTo>
                    <a:pt x="4963" y="12768"/>
                    <a:pt x="6880" y="12768"/>
                    <a:pt x="8797" y="12130"/>
                  </a:cubicBezTo>
                  <a:cubicBezTo>
                    <a:pt x="9436" y="12130"/>
                    <a:pt x="10075" y="11491"/>
                    <a:pt x="10714" y="10853"/>
                  </a:cubicBezTo>
                  <a:cubicBezTo>
                    <a:pt x="11992" y="9576"/>
                    <a:pt x="12631" y="8299"/>
                    <a:pt x="12631" y="6384"/>
                  </a:cubicBezTo>
                  <a:cubicBezTo>
                    <a:pt x="12631" y="4469"/>
                    <a:pt x="11992" y="3192"/>
                    <a:pt x="10714" y="1915"/>
                  </a:cubicBezTo>
                  <a:cubicBezTo>
                    <a:pt x="10714" y="1277"/>
                    <a:pt x="10075" y="1277"/>
                    <a:pt x="10075" y="1277"/>
                  </a:cubicBezTo>
                  <a:close/>
                </a:path>
              </a:pathLst>
            </a:custGeom>
            <a:solidFill>
              <a:srgbClr val="0076A8"/>
            </a:solidFill>
            <a:ln w="6390" cap="flat">
              <a:noFill/>
              <a:prstDash val="solid"/>
              <a:miter/>
            </a:ln>
          </p:spPr>
          <p:txBody>
            <a:bodyPr rtlCol="0" anchor="ctr"/>
            <a:lstStyle/>
            <a:p>
              <a:endParaRPr lang="en-US"/>
            </a:p>
          </p:txBody>
        </p:sp>
        <p:sp>
          <p:nvSpPr>
            <p:cNvPr id="1206" name="Graphic 4">
              <a:extLst>
                <a:ext uri="{FF2B5EF4-FFF2-40B4-BE49-F238E27FC236}">
                  <a16:creationId xmlns:a16="http://schemas.microsoft.com/office/drawing/2014/main" id="{7651398E-7B72-E446-AA36-7D0516A0349A}"/>
                </a:ext>
              </a:extLst>
            </p:cNvPr>
            <p:cNvSpPr/>
            <p:nvPr/>
          </p:nvSpPr>
          <p:spPr>
            <a:xfrm>
              <a:off x="1761066" y="2567161"/>
              <a:ext cx="12779" cy="12768"/>
            </a:xfrm>
            <a:custGeom>
              <a:avLst/>
              <a:gdLst>
                <a:gd name="connsiteX0" fmla="*/ 6390 w 12779"/>
                <a:gd name="connsiteY0" fmla="*/ 12768 h 12768"/>
                <a:gd name="connsiteX1" fmla="*/ 12141 w 12779"/>
                <a:gd name="connsiteY1" fmla="*/ 8938 h 12768"/>
                <a:gd name="connsiteX2" fmla="*/ 12780 w 12779"/>
                <a:gd name="connsiteY2" fmla="*/ 6384 h 12768"/>
                <a:gd name="connsiteX3" fmla="*/ 10863 w 12779"/>
                <a:gd name="connsiteY3" fmla="*/ 1915 h 12768"/>
                <a:gd name="connsiteX4" fmla="*/ 1917 w 12779"/>
                <a:gd name="connsiteY4" fmla="*/ 1915 h 12768"/>
                <a:gd name="connsiteX5" fmla="*/ 1917 w 12779"/>
                <a:gd name="connsiteY5" fmla="*/ 1915 h 12768"/>
                <a:gd name="connsiteX6" fmla="*/ 0 w 12779"/>
                <a:gd name="connsiteY6" fmla="*/ 6384 h 12768"/>
                <a:gd name="connsiteX7" fmla="*/ 6390 w 12779"/>
                <a:gd name="connsiteY7" fmla="*/ 12768 h 12768"/>
                <a:gd name="connsiteX8" fmla="*/ 6390 w 12779"/>
                <a:gd name="connsiteY8" fmla="*/ 12768 h 1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79" h="12768">
                  <a:moveTo>
                    <a:pt x="6390" y="12768"/>
                  </a:moveTo>
                  <a:cubicBezTo>
                    <a:pt x="8946" y="12768"/>
                    <a:pt x="11502" y="11491"/>
                    <a:pt x="12141" y="8938"/>
                  </a:cubicBezTo>
                  <a:cubicBezTo>
                    <a:pt x="12780" y="8299"/>
                    <a:pt x="12780" y="7022"/>
                    <a:pt x="12780" y="6384"/>
                  </a:cubicBezTo>
                  <a:cubicBezTo>
                    <a:pt x="12780" y="4469"/>
                    <a:pt x="12141" y="3192"/>
                    <a:pt x="10863" y="1915"/>
                  </a:cubicBezTo>
                  <a:cubicBezTo>
                    <a:pt x="8307" y="-638"/>
                    <a:pt x="4473" y="-638"/>
                    <a:pt x="1917" y="1915"/>
                  </a:cubicBezTo>
                  <a:cubicBezTo>
                    <a:pt x="1917" y="1915"/>
                    <a:pt x="1917" y="1915"/>
                    <a:pt x="1917" y="1915"/>
                  </a:cubicBezTo>
                  <a:cubicBezTo>
                    <a:pt x="639" y="3192"/>
                    <a:pt x="0" y="4469"/>
                    <a:pt x="0" y="6384"/>
                  </a:cubicBezTo>
                  <a:cubicBezTo>
                    <a:pt x="0" y="10214"/>
                    <a:pt x="3195" y="12768"/>
                    <a:pt x="6390" y="12768"/>
                  </a:cubicBezTo>
                  <a:lnTo>
                    <a:pt x="6390" y="12768"/>
                  </a:lnTo>
                  <a:close/>
                </a:path>
              </a:pathLst>
            </a:custGeom>
            <a:solidFill>
              <a:srgbClr val="0076A8"/>
            </a:solidFill>
            <a:ln w="6390" cap="flat">
              <a:noFill/>
              <a:prstDash val="solid"/>
              <a:miter/>
            </a:ln>
          </p:spPr>
          <p:txBody>
            <a:bodyPr rtlCol="0" anchor="ctr"/>
            <a:lstStyle/>
            <a:p>
              <a:endParaRPr lang="en-US"/>
            </a:p>
          </p:txBody>
        </p:sp>
        <p:sp>
          <p:nvSpPr>
            <p:cNvPr id="1207" name="Graphic 4">
              <a:extLst>
                <a:ext uri="{FF2B5EF4-FFF2-40B4-BE49-F238E27FC236}">
                  <a16:creationId xmlns:a16="http://schemas.microsoft.com/office/drawing/2014/main" id="{D38A5269-E121-844A-8736-17BFC1315D6C}"/>
                </a:ext>
              </a:extLst>
            </p:cNvPr>
            <p:cNvSpPr/>
            <p:nvPr/>
          </p:nvSpPr>
          <p:spPr>
            <a:xfrm>
              <a:off x="1732311" y="2595889"/>
              <a:ext cx="12779" cy="12768"/>
            </a:xfrm>
            <a:custGeom>
              <a:avLst/>
              <a:gdLst>
                <a:gd name="connsiteX0" fmla="*/ 10863 w 12779"/>
                <a:gd name="connsiteY0" fmla="*/ 1915 h 12768"/>
                <a:gd name="connsiteX1" fmla="*/ 1917 w 12779"/>
                <a:gd name="connsiteY1" fmla="*/ 1915 h 12768"/>
                <a:gd name="connsiteX2" fmla="*/ 639 w 12779"/>
                <a:gd name="connsiteY2" fmla="*/ 3830 h 12768"/>
                <a:gd name="connsiteX3" fmla="*/ 0 w 12779"/>
                <a:gd name="connsiteY3" fmla="*/ 6384 h 12768"/>
                <a:gd name="connsiteX4" fmla="*/ 639 w 12779"/>
                <a:gd name="connsiteY4" fmla="*/ 8938 h 12768"/>
                <a:gd name="connsiteX5" fmla="*/ 1917 w 12779"/>
                <a:gd name="connsiteY5" fmla="*/ 10853 h 12768"/>
                <a:gd name="connsiteX6" fmla="*/ 3834 w 12779"/>
                <a:gd name="connsiteY6" fmla="*/ 12130 h 12768"/>
                <a:gd name="connsiteX7" fmla="*/ 6390 w 12779"/>
                <a:gd name="connsiteY7" fmla="*/ 12768 h 12768"/>
                <a:gd name="connsiteX8" fmla="*/ 10863 w 12779"/>
                <a:gd name="connsiteY8" fmla="*/ 10853 h 12768"/>
                <a:gd name="connsiteX9" fmla="*/ 12141 w 12779"/>
                <a:gd name="connsiteY9" fmla="*/ 8938 h 12768"/>
                <a:gd name="connsiteX10" fmla="*/ 12780 w 12779"/>
                <a:gd name="connsiteY10" fmla="*/ 6384 h 12768"/>
                <a:gd name="connsiteX11" fmla="*/ 12141 w 12779"/>
                <a:gd name="connsiteY11" fmla="*/ 3830 h 12768"/>
                <a:gd name="connsiteX12" fmla="*/ 10863 w 12779"/>
                <a:gd name="connsiteY12" fmla="*/ 1915 h 1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79" h="12768">
                  <a:moveTo>
                    <a:pt x="10863" y="1915"/>
                  </a:moveTo>
                  <a:cubicBezTo>
                    <a:pt x="8307" y="-638"/>
                    <a:pt x="4473" y="-638"/>
                    <a:pt x="1917" y="1915"/>
                  </a:cubicBezTo>
                  <a:cubicBezTo>
                    <a:pt x="1278" y="2554"/>
                    <a:pt x="639" y="3192"/>
                    <a:pt x="639" y="3830"/>
                  </a:cubicBezTo>
                  <a:cubicBezTo>
                    <a:pt x="639" y="4469"/>
                    <a:pt x="0" y="5746"/>
                    <a:pt x="0" y="6384"/>
                  </a:cubicBezTo>
                  <a:cubicBezTo>
                    <a:pt x="0" y="7022"/>
                    <a:pt x="0" y="8299"/>
                    <a:pt x="639" y="8938"/>
                  </a:cubicBezTo>
                  <a:cubicBezTo>
                    <a:pt x="1278" y="9576"/>
                    <a:pt x="1278" y="10214"/>
                    <a:pt x="1917" y="10853"/>
                  </a:cubicBezTo>
                  <a:cubicBezTo>
                    <a:pt x="2556" y="11491"/>
                    <a:pt x="3195" y="12130"/>
                    <a:pt x="3834" y="12130"/>
                  </a:cubicBezTo>
                  <a:cubicBezTo>
                    <a:pt x="4473" y="12130"/>
                    <a:pt x="5751" y="12768"/>
                    <a:pt x="6390" y="12768"/>
                  </a:cubicBezTo>
                  <a:cubicBezTo>
                    <a:pt x="8307" y="12768"/>
                    <a:pt x="9585" y="12130"/>
                    <a:pt x="10863" y="10853"/>
                  </a:cubicBezTo>
                  <a:cubicBezTo>
                    <a:pt x="11502" y="10214"/>
                    <a:pt x="12141" y="9576"/>
                    <a:pt x="12141" y="8938"/>
                  </a:cubicBezTo>
                  <a:cubicBezTo>
                    <a:pt x="12780" y="8299"/>
                    <a:pt x="12780" y="7661"/>
                    <a:pt x="12780" y="6384"/>
                  </a:cubicBezTo>
                  <a:cubicBezTo>
                    <a:pt x="12780" y="5746"/>
                    <a:pt x="12780" y="4469"/>
                    <a:pt x="12141" y="3830"/>
                  </a:cubicBezTo>
                  <a:cubicBezTo>
                    <a:pt x="12141" y="3192"/>
                    <a:pt x="11502" y="2554"/>
                    <a:pt x="10863" y="1915"/>
                  </a:cubicBezTo>
                  <a:close/>
                </a:path>
              </a:pathLst>
            </a:custGeom>
            <a:solidFill>
              <a:srgbClr val="0076A8"/>
            </a:solidFill>
            <a:ln w="6390" cap="flat">
              <a:noFill/>
              <a:prstDash val="solid"/>
              <a:miter/>
            </a:ln>
          </p:spPr>
          <p:txBody>
            <a:bodyPr rtlCol="0" anchor="ctr"/>
            <a:lstStyle/>
            <a:p>
              <a:endParaRPr lang="en-US"/>
            </a:p>
          </p:txBody>
        </p:sp>
        <p:sp>
          <p:nvSpPr>
            <p:cNvPr id="1208" name="Graphic 4">
              <a:extLst>
                <a:ext uri="{FF2B5EF4-FFF2-40B4-BE49-F238E27FC236}">
                  <a16:creationId xmlns:a16="http://schemas.microsoft.com/office/drawing/2014/main" id="{B0F200E1-C00E-EA4A-AADB-3B278251C68C}"/>
                </a:ext>
              </a:extLst>
            </p:cNvPr>
            <p:cNvSpPr/>
            <p:nvPr/>
          </p:nvSpPr>
          <p:spPr>
            <a:xfrm>
              <a:off x="1617442" y="2567161"/>
              <a:ext cx="12630" cy="12768"/>
            </a:xfrm>
            <a:custGeom>
              <a:avLst/>
              <a:gdLst>
                <a:gd name="connsiteX0" fmla="*/ 1768 w 12630"/>
                <a:gd name="connsiteY0" fmla="*/ 1915 h 12768"/>
                <a:gd name="connsiteX1" fmla="*/ 490 w 12630"/>
                <a:gd name="connsiteY1" fmla="*/ 3830 h 12768"/>
                <a:gd name="connsiteX2" fmla="*/ 3685 w 12630"/>
                <a:gd name="connsiteY2" fmla="*/ 12130 h 12768"/>
                <a:gd name="connsiteX3" fmla="*/ 6241 w 12630"/>
                <a:gd name="connsiteY3" fmla="*/ 12768 h 12768"/>
                <a:gd name="connsiteX4" fmla="*/ 10714 w 12630"/>
                <a:gd name="connsiteY4" fmla="*/ 10853 h 12768"/>
                <a:gd name="connsiteX5" fmla="*/ 12631 w 12630"/>
                <a:gd name="connsiteY5" fmla="*/ 6384 h 12768"/>
                <a:gd name="connsiteX6" fmla="*/ 10714 w 12630"/>
                <a:gd name="connsiteY6" fmla="*/ 1915 h 12768"/>
                <a:gd name="connsiteX7" fmla="*/ 1768 w 12630"/>
                <a:gd name="connsiteY7" fmla="*/ 1915 h 1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30" h="12768">
                  <a:moveTo>
                    <a:pt x="1768" y="1915"/>
                  </a:moveTo>
                  <a:cubicBezTo>
                    <a:pt x="1129" y="2554"/>
                    <a:pt x="490" y="3192"/>
                    <a:pt x="490" y="3830"/>
                  </a:cubicBezTo>
                  <a:cubicBezTo>
                    <a:pt x="-788" y="7022"/>
                    <a:pt x="490" y="10853"/>
                    <a:pt x="3685" y="12130"/>
                  </a:cubicBezTo>
                  <a:cubicBezTo>
                    <a:pt x="4324" y="12768"/>
                    <a:pt x="5602" y="12768"/>
                    <a:pt x="6241" y="12768"/>
                  </a:cubicBezTo>
                  <a:cubicBezTo>
                    <a:pt x="8158" y="12768"/>
                    <a:pt x="9436" y="12130"/>
                    <a:pt x="10714" y="10853"/>
                  </a:cubicBezTo>
                  <a:cubicBezTo>
                    <a:pt x="11992" y="9576"/>
                    <a:pt x="12631" y="8299"/>
                    <a:pt x="12631" y="6384"/>
                  </a:cubicBezTo>
                  <a:cubicBezTo>
                    <a:pt x="12631" y="4469"/>
                    <a:pt x="11992" y="3192"/>
                    <a:pt x="10714" y="1915"/>
                  </a:cubicBezTo>
                  <a:cubicBezTo>
                    <a:pt x="8797" y="-638"/>
                    <a:pt x="4324" y="-638"/>
                    <a:pt x="1768" y="1915"/>
                  </a:cubicBezTo>
                  <a:close/>
                </a:path>
              </a:pathLst>
            </a:custGeom>
            <a:solidFill>
              <a:srgbClr val="0076A8"/>
            </a:solidFill>
            <a:ln w="6390" cap="flat">
              <a:noFill/>
              <a:prstDash val="solid"/>
              <a:miter/>
            </a:ln>
          </p:spPr>
          <p:txBody>
            <a:bodyPr rtlCol="0" anchor="ctr"/>
            <a:lstStyle/>
            <a:p>
              <a:endParaRPr lang="en-US"/>
            </a:p>
          </p:txBody>
        </p:sp>
        <p:sp>
          <p:nvSpPr>
            <p:cNvPr id="1209" name="Graphic 4">
              <a:extLst>
                <a:ext uri="{FF2B5EF4-FFF2-40B4-BE49-F238E27FC236}">
                  <a16:creationId xmlns:a16="http://schemas.microsoft.com/office/drawing/2014/main" id="{4556D2FB-6B9D-FA43-8250-BD5A11EC5747}"/>
                </a:ext>
              </a:extLst>
            </p:cNvPr>
            <p:cNvSpPr/>
            <p:nvPr/>
          </p:nvSpPr>
          <p:spPr>
            <a:xfrm>
              <a:off x="1646686" y="2595863"/>
              <a:ext cx="12779" cy="12793"/>
            </a:xfrm>
            <a:custGeom>
              <a:avLst/>
              <a:gdLst>
                <a:gd name="connsiteX0" fmla="*/ 10863 w 12779"/>
                <a:gd name="connsiteY0" fmla="*/ 1941 h 12793"/>
                <a:gd name="connsiteX1" fmla="*/ 8946 w 12779"/>
                <a:gd name="connsiteY1" fmla="*/ 664 h 12793"/>
                <a:gd name="connsiteX2" fmla="*/ 1917 w 12779"/>
                <a:gd name="connsiteY2" fmla="*/ 1941 h 12793"/>
                <a:gd name="connsiteX3" fmla="*/ 639 w 12779"/>
                <a:gd name="connsiteY3" fmla="*/ 3856 h 12793"/>
                <a:gd name="connsiteX4" fmla="*/ 0 w 12779"/>
                <a:gd name="connsiteY4" fmla="*/ 6410 h 12793"/>
                <a:gd name="connsiteX5" fmla="*/ 6390 w 12779"/>
                <a:gd name="connsiteY5" fmla="*/ 12794 h 12793"/>
                <a:gd name="connsiteX6" fmla="*/ 10863 w 12779"/>
                <a:gd name="connsiteY6" fmla="*/ 10879 h 12793"/>
                <a:gd name="connsiteX7" fmla="*/ 12141 w 12779"/>
                <a:gd name="connsiteY7" fmla="*/ 8963 h 12793"/>
                <a:gd name="connsiteX8" fmla="*/ 12780 w 12779"/>
                <a:gd name="connsiteY8" fmla="*/ 6410 h 12793"/>
                <a:gd name="connsiteX9" fmla="*/ 12141 w 12779"/>
                <a:gd name="connsiteY9" fmla="*/ 3856 h 12793"/>
                <a:gd name="connsiteX10" fmla="*/ 10863 w 12779"/>
                <a:gd name="connsiteY10" fmla="*/ 1941 h 1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9" h="12793">
                  <a:moveTo>
                    <a:pt x="10863" y="1941"/>
                  </a:moveTo>
                  <a:cubicBezTo>
                    <a:pt x="10224" y="1303"/>
                    <a:pt x="9585" y="664"/>
                    <a:pt x="8946" y="664"/>
                  </a:cubicBezTo>
                  <a:cubicBezTo>
                    <a:pt x="6390" y="-613"/>
                    <a:pt x="3834" y="26"/>
                    <a:pt x="1917" y="1941"/>
                  </a:cubicBezTo>
                  <a:cubicBezTo>
                    <a:pt x="1278" y="2579"/>
                    <a:pt x="639" y="3218"/>
                    <a:pt x="639" y="3856"/>
                  </a:cubicBezTo>
                  <a:cubicBezTo>
                    <a:pt x="0" y="4495"/>
                    <a:pt x="0" y="5771"/>
                    <a:pt x="0" y="6410"/>
                  </a:cubicBezTo>
                  <a:cubicBezTo>
                    <a:pt x="0" y="10240"/>
                    <a:pt x="3195" y="12794"/>
                    <a:pt x="6390" y="12794"/>
                  </a:cubicBezTo>
                  <a:cubicBezTo>
                    <a:pt x="8307" y="12794"/>
                    <a:pt x="9585" y="12155"/>
                    <a:pt x="10863" y="10879"/>
                  </a:cubicBezTo>
                  <a:cubicBezTo>
                    <a:pt x="11502" y="10240"/>
                    <a:pt x="12141" y="9602"/>
                    <a:pt x="12141" y="8963"/>
                  </a:cubicBezTo>
                  <a:cubicBezTo>
                    <a:pt x="12780" y="8325"/>
                    <a:pt x="12780" y="7687"/>
                    <a:pt x="12780" y="6410"/>
                  </a:cubicBezTo>
                  <a:cubicBezTo>
                    <a:pt x="12780" y="5771"/>
                    <a:pt x="12780" y="4495"/>
                    <a:pt x="12141" y="3856"/>
                  </a:cubicBezTo>
                  <a:cubicBezTo>
                    <a:pt x="11502" y="3218"/>
                    <a:pt x="10863" y="2579"/>
                    <a:pt x="10863" y="1941"/>
                  </a:cubicBezTo>
                  <a:close/>
                </a:path>
              </a:pathLst>
            </a:custGeom>
            <a:solidFill>
              <a:srgbClr val="0076A8"/>
            </a:solidFill>
            <a:ln w="6390" cap="flat">
              <a:noFill/>
              <a:prstDash val="solid"/>
              <a:miter/>
            </a:ln>
          </p:spPr>
          <p:txBody>
            <a:bodyPr rtlCol="0" anchor="ctr"/>
            <a:lstStyle/>
            <a:p>
              <a:endParaRPr lang="en-US"/>
            </a:p>
          </p:txBody>
        </p:sp>
        <p:sp>
          <p:nvSpPr>
            <p:cNvPr id="1210" name="Graphic 4">
              <a:extLst>
                <a:ext uri="{FF2B5EF4-FFF2-40B4-BE49-F238E27FC236}">
                  <a16:creationId xmlns:a16="http://schemas.microsoft.com/office/drawing/2014/main" id="{7EDF8BBC-9074-BC43-8421-7B5E80D61308}"/>
                </a:ext>
              </a:extLst>
            </p:cNvPr>
            <p:cNvSpPr/>
            <p:nvPr/>
          </p:nvSpPr>
          <p:spPr>
            <a:xfrm>
              <a:off x="1617932" y="2595889"/>
              <a:ext cx="12779" cy="12768"/>
            </a:xfrm>
            <a:custGeom>
              <a:avLst/>
              <a:gdLst>
                <a:gd name="connsiteX0" fmla="*/ 10863 w 12779"/>
                <a:gd name="connsiteY0" fmla="*/ 1915 h 12768"/>
                <a:gd name="connsiteX1" fmla="*/ 1917 w 12779"/>
                <a:gd name="connsiteY1" fmla="*/ 1915 h 12768"/>
                <a:gd name="connsiteX2" fmla="*/ 639 w 12779"/>
                <a:gd name="connsiteY2" fmla="*/ 3830 h 12768"/>
                <a:gd name="connsiteX3" fmla="*/ 0 w 12779"/>
                <a:gd name="connsiteY3" fmla="*/ 6384 h 12768"/>
                <a:gd name="connsiteX4" fmla="*/ 639 w 12779"/>
                <a:gd name="connsiteY4" fmla="*/ 8938 h 12768"/>
                <a:gd name="connsiteX5" fmla="*/ 1917 w 12779"/>
                <a:gd name="connsiteY5" fmla="*/ 10853 h 12768"/>
                <a:gd name="connsiteX6" fmla="*/ 3834 w 12779"/>
                <a:gd name="connsiteY6" fmla="*/ 12130 h 12768"/>
                <a:gd name="connsiteX7" fmla="*/ 6390 w 12779"/>
                <a:gd name="connsiteY7" fmla="*/ 12768 h 12768"/>
                <a:gd name="connsiteX8" fmla="*/ 10863 w 12779"/>
                <a:gd name="connsiteY8" fmla="*/ 10853 h 12768"/>
                <a:gd name="connsiteX9" fmla="*/ 12141 w 12779"/>
                <a:gd name="connsiteY9" fmla="*/ 8938 h 12768"/>
                <a:gd name="connsiteX10" fmla="*/ 12780 w 12779"/>
                <a:gd name="connsiteY10" fmla="*/ 6384 h 12768"/>
                <a:gd name="connsiteX11" fmla="*/ 12141 w 12779"/>
                <a:gd name="connsiteY11" fmla="*/ 3830 h 12768"/>
                <a:gd name="connsiteX12" fmla="*/ 10863 w 12779"/>
                <a:gd name="connsiteY12" fmla="*/ 1915 h 1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79" h="12768">
                  <a:moveTo>
                    <a:pt x="10863" y="1915"/>
                  </a:moveTo>
                  <a:cubicBezTo>
                    <a:pt x="8307" y="-638"/>
                    <a:pt x="4473" y="-638"/>
                    <a:pt x="1917" y="1915"/>
                  </a:cubicBezTo>
                  <a:cubicBezTo>
                    <a:pt x="1278" y="2554"/>
                    <a:pt x="639" y="3192"/>
                    <a:pt x="639" y="3830"/>
                  </a:cubicBezTo>
                  <a:cubicBezTo>
                    <a:pt x="639" y="4469"/>
                    <a:pt x="0" y="5746"/>
                    <a:pt x="0" y="6384"/>
                  </a:cubicBezTo>
                  <a:cubicBezTo>
                    <a:pt x="0" y="7022"/>
                    <a:pt x="0" y="8299"/>
                    <a:pt x="639" y="8938"/>
                  </a:cubicBezTo>
                  <a:cubicBezTo>
                    <a:pt x="1278" y="9576"/>
                    <a:pt x="1278" y="10214"/>
                    <a:pt x="1917" y="10853"/>
                  </a:cubicBezTo>
                  <a:cubicBezTo>
                    <a:pt x="2556" y="11491"/>
                    <a:pt x="3195" y="12130"/>
                    <a:pt x="3834" y="12130"/>
                  </a:cubicBezTo>
                  <a:cubicBezTo>
                    <a:pt x="4473" y="12130"/>
                    <a:pt x="5751" y="12768"/>
                    <a:pt x="6390" y="12768"/>
                  </a:cubicBezTo>
                  <a:cubicBezTo>
                    <a:pt x="8307" y="12768"/>
                    <a:pt x="9585" y="12130"/>
                    <a:pt x="10863" y="10853"/>
                  </a:cubicBezTo>
                  <a:cubicBezTo>
                    <a:pt x="11502" y="10214"/>
                    <a:pt x="12141" y="9576"/>
                    <a:pt x="12141" y="8938"/>
                  </a:cubicBezTo>
                  <a:cubicBezTo>
                    <a:pt x="12780" y="8299"/>
                    <a:pt x="12780" y="7661"/>
                    <a:pt x="12780" y="6384"/>
                  </a:cubicBezTo>
                  <a:cubicBezTo>
                    <a:pt x="12780" y="5746"/>
                    <a:pt x="12780" y="4469"/>
                    <a:pt x="12141" y="3830"/>
                  </a:cubicBezTo>
                  <a:cubicBezTo>
                    <a:pt x="11502" y="3192"/>
                    <a:pt x="11502" y="2554"/>
                    <a:pt x="10863" y="1915"/>
                  </a:cubicBezTo>
                  <a:close/>
                </a:path>
              </a:pathLst>
            </a:custGeom>
            <a:solidFill>
              <a:srgbClr val="0076A8"/>
            </a:solidFill>
            <a:ln w="6390" cap="flat">
              <a:noFill/>
              <a:prstDash val="solid"/>
              <a:miter/>
            </a:ln>
          </p:spPr>
          <p:txBody>
            <a:bodyPr rtlCol="0" anchor="ctr"/>
            <a:lstStyle/>
            <a:p>
              <a:endParaRPr lang="en-US"/>
            </a:p>
          </p:txBody>
        </p:sp>
        <p:sp>
          <p:nvSpPr>
            <p:cNvPr id="1211" name="Graphic 4">
              <a:extLst>
                <a:ext uri="{FF2B5EF4-FFF2-40B4-BE49-F238E27FC236}">
                  <a16:creationId xmlns:a16="http://schemas.microsoft.com/office/drawing/2014/main" id="{3B0BF194-71FB-7146-9971-BA5AE8CCB694}"/>
                </a:ext>
              </a:extLst>
            </p:cNvPr>
            <p:cNvSpPr/>
            <p:nvPr/>
          </p:nvSpPr>
          <p:spPr>
            <a:xfrm>
              <a:off x="1646686" y="2567161"/>
              <a:ext cx="12779" cy="12768"/>
            </a:xfrm>
            <a:custGeom>
              <a:avLst/>
              <a:gdLst>
                <a:gd name="connsiteX0" fmla="*/ 10863 w 12779"/>
                <a:gd name="connsiteY0" fmla="*/ 1915 h 12768"/>
                <a:gd name="connsiteX1" fmla="*/ 1917 w 12779"/>
                <a:gd name="connsiteY1" fmla="*/ 1915 h 12768"/>
                <a:gd name="connsiteX2" fmla="*/ 1917 w 12779"/>
                <a:gd name="connsiteY2" fmla="*/ 1915 h 12768"/>
                <a:gd name="connsiteX3" fmla="*/ 0 w 12779"/>
                <a:gd name="connsiteY3" fmla="*/ 6384 h 12768"/>
                <a:gd name="connsiteX4" fmla="*/ 6390 w 12779"/>
                <a:gd name="connsiteY4" fmla="*/ 12768 h 12768"/>
                <a:gd name="connsiteX5" fmla="*/ 12780 w 12779"/>
                <a:gd name="connsiteY5" fmla="*/ 6384 h 12768"/>
                <a:gd name="connsiteX6" fmla="*/ 10863 w 12779"/>
                <a:gd name="connsiteY6" fmla="*/ 1915 h 12768"/>
                <a:gd name="connsiteX7" fmla="*/ 10863 w 12779"/>
                <a:gd name="connsiteY7" fmla="*/ 1915 h 1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9" h="12768">
                  <a:moveTo>
                    <a:pt x="10863" y="1915"/>
                  </a:moveTo>
                  <a:cubicBezTo>
                    <a:pt x="8307" y="-638"/>
                    <a:pt x="4473" y="-638"/>
                    <a:pt x="1917" y="1915"/>
                  </a:cubicBezTo>
                  <a:cubicBezTo>
                    <a:pt x="1917" y="1915"/>
                    <a:pt x="1917" y="1915"/>
                    <a:pt x="1917" y="1915"/>
                  </a:cubicBezTo>
                  <a:cubicBezTo>
                    <a:pt x="639" y="3192"/>
                    <a:pt x="0" y="4469"/>
                    <a:pt x="0" y="6384"/>
                  </a:cubicBezTo>
                  <a:cubicBezTo>
                    <a:pt x="0" y="10214"/>
                    <a:pt x="2556" y="12768"/>
                    <a:pt x="6390" y="12768"/>
                  </a:cubicBezTo>
                  <a:cubicBezTo>
                    <a:pt x="10224" y="12768"/>
                    <a:pt x="12780" y="10214"/>
                    <a:pt x="12780" y="6384"/>
                  </a:cubicBezTo>
                  <a:cubicBezTo>
                    <a:pt x="12780" y="4469"/>
                    <a:pt x="11502" y="3192"/>
                    <a:pt x="10863" y="1915"/>
                  </a:cubicBezTo>
                  <a:lnTo>
                    <a:pt x="10863" y="1915"/>
                  </a:lnTo>
                  <a:close/>
                </a:path>
              </a:pathLst>
            </a:custGeom>
            <a:solidFill>
              <a:srgbClr val="0076A8"/>
            </a:solidFill>
            <a:ln w="6390" cap="flat">
              <a:noFill/>
              <a:prstDash val="solid"/>
              <a:miter/>
            </a:ln>
          </p:spPr>
          <p:txBody>
            <a:bodyPr rtlCol="0" anchor="ctr"/>
            <a:lstStyle/>
            <a:p>
              <a:endParaRPr lang="en-US"/>
            </a:p>
          </p:txBody>
        </p:sp>
        <p:sp>
          <p:nvSpPr>
            <p:cNvPr id="1212" name="Graphic 4">
              <a:extLst>
                <a:ext uri="{FF2B5EF4-FFF2-40B4-BE49-F238E27FC236}">
                  <a16:creationId xmlns:a16="http://schemas.microsoft.com/office/drawing/2014/main" id="{A920D7CB-C6BE-4B45-9CBE-ED030BADD336}"/>
                </a:ext>
              </a:extLst>
            </p:cNvPr>
            <p:cNvSpPr/>
            <p:nvPr/>
          </p:nvSpPr>
          <p:spPr>
            <a:xfrm>
              <a:off x="1732311" y="2538433"/>
              <a:ext cx="12779" cy="12768"/>
            </a:xfrm>
            <a:custGeom>
              <a:avLst/>
              <a:gdLst>
                <a:gd name="connsiteX0" fmla="*/ 1917 w 12779"/>
                <a:gd name="connsiteY0" fmla="*/ 1915 h 12768"/>
                <a:gd name="connsiteX1" fmla="*/ 0 w 12779"/>
                <a:gd name="connsiteY1" fmla="*/ 6384 h 12768"/>
                <a:gd name="connsiteX2" fmla="*/ 639 w 12779"/>
                <a:gd name="connsiteY2" fmla="*/ 8938 h 12768"/>
                <a:gd name="connsiteX3" fmla="*/ 1917 w 12779"/>
                <a:gd name="connsiteY3" fmla="*/ 10853 h 12768"/>
                <a:gd name="connsiteX4" fmla="*/ 6390 w 12779"/>
                <a:gd name="connsiteY4" fmla="*/ 12768 h 12768"/>
                <a:gd name="connsiteX5" fmla="*/ 10863 w 12779"/>
                <a:gd name="connsiteY5" fmla="*/ 10853 h 12768"/>
                <a:gd name="connsiteX6" fmla="*/ 12141 w 12779"/>
                <a:gd name="connsiteY6" fmla="*/ 8938 h 12768"/>
                <a:gd name="connsiteX7" fmla="*/ 12780 w 12779"/>
                <a:gd name="connsiteY7" fmla="*/ 6384 h 12768"/>
                <a:gd name="connsiteX8" fmla="*/ 10863 w 12779"/>
                <a:gd name="connsiteY8" fmla="*/ 1915 h 12768"/>
                <a:gd name="connsiteX9" fmla="*/ 1917 w 12779"/>
                <a:gd name="connsiteY9" fmla="*/ 1915 h 1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79" h="12768">
                  <a:moveTo>
                    <a:pt x="1917" y="1915"/>
                  </a:moveTo>
                  <a:cubicBezTo>
                    <a:pt x="639" y="3192"/>
                    <a:pt x="0" y="4469"/>
                    <a:pt x="0" y="6384"/>
                  </a:cubicBezTo>
                  <a:cubicBezTo>
                    <a:pt x="0" y="7022"/>
                    <a:pt x="0" y="8299"/>
                    <a:pt x="639" y="8938"/>
                  </a:cubicBezTo>
                  <a:cubicBezTo>
                    <a:pt x="1278" y="9576"/>
                    <a:pt x="1278" y="10214"/>
                    <a:pt x="1917" y="10853"/>
                  </a:cubicBezTo>
                  <a:cubicBezTo>
                    <a:pt x="3195" y="12130"/>
                    <a:pt x="4473" y="12768"/>
                    <a:pt x="6390" y="12768"/>
                  </a:cubicBezTo>
                  <a:cubicBezTo>
                    <a:pt x="8307" y="12768"/>
                    <a:pt x="9585" y="12130"/>
                    <a:pt x="10863" y="10853"/>
                  </a:cubicBezTo>
                  <a:cubicBezTo>
                    <a:pt x="11502" y="10214"/>
                    <a:pt x="12141" y="9576"/>
                    <a:pt x="12141" y="8938"/>
                  </a:cubicBezTo>
                  <a:cubicBezTo>
                    <a:pt x="12780" y="8299"/>
                    <a:pt x="12780" y="7661"/>
                    <a:pt x="12780" y="6384"/>
                  </a:cubicBezTo>
                  <a:cubicBezTo>
                    <a:pt x="12780" y="4469"/>
                    <a:pt x="12141" y="3192"/>
                    <a:pt x="10863" y="1915"/>
                  </a:cubicBezTo>
                  <a:cubicBezTo>
                    <a:pt x="8307" y="-638"/>
                    <a:pt x="4473" y="-638"/>
                    <a:pt x="1917" y="1915"/>
                  </a:cubicBezTo>
                  <a:close/>
                </a:path>
              </a:pathLst>
            </a:custGeom>
            <a:solidFill>
              <a:srgbClr val="0076A8"/>
            </a:solidFill>
            <a:ln w="6390" cap="flat">
              <a:noFill/>
              <a:prstDash val="solid"/>
              <a:miter/>
            </a:ln>
          </p:spPr>
          <p:txBody>
            <a:bodyPr rtlCol="0" anchor="ctr"/>
            <a:lstStyle/>
            <a:p>
              <a:endParaRPr lang="en-US"/>
            </a:p>
          </p:txBody>
        </p:sp>
        <p:sp>
          <p:nvSpPr>
            <p:cNvPr id="1213" name="Graphic 4">
              <a:extLst>
                <a:ext uri="{FF2B5EF4-FFF2-40B4-BE49-F238E27FC236}">
                  <a16:creationId xmlns:a16="http://schemas.microsoft.com/office/drawing/2014/main" id="{E9068EE2-4DCC-7B43-88AF-F06D7563F35F}"/>
                </a:ext>
              </a:extLst>
            </p:cNvPr>
            <p:cNvSpPr/>
            <p:nvPr/>
          </p:nvSpPr>
          <p:spPr>
            <a:xfrm>
              <a:off x="1732461" y="2509865"/>
              <a:ext cx="12630" cy="12608"/>
            </a:xfrm>
            <a:custGeom>
              <a:avLst/>
              <a:gdLst>
                <a:gd name="connsiteX0" fmla="*/ 11992 w 12630"/>
                <a:gd name="connsiteY0" fmla="*/ 3671 h 12608"/>
                <a:gd name="connsiteX1" fmla="*/ 10714 w 12630"/>
                <a:gd name="connsiteY1" fmla="*/ 1756 h 12608"/>
                <a:gd name="connsiteX2" fmla="*/ 8797 w 12630"/>
                <a:gd name="connsiteY2" fmla="*/ 479 h 12608"/>
                <a:gd name="connsiteX3" fmla="*/ 3685 w 12630"/>
                <a:gd name="connsiteY3" fmla="*/ 479 h 12608"/>
                <a:gd name="connsiteX4" fmla="*/ 490 w 12630"/>
                <a:gd name="connsiteY4" fmla="*/ 8778 h 12608"/>
                <a:gd name="connsiteX5" fmla="*/ 1768 w 12630"/>
                <a:gd name="connsiteY5" fmla="*/ 10693 h 12608"/>
                <a:gd name="connsiteX6" fmla="*/ 3685 w 12630"/>
                <a:gd name="connsiteY6" fmla="*/ 11970 h 12608"/>
                <a:gd name="connsiteX7" fmla="*/ 6241 w 12630"/>
                <a:gd name="connsiteY7" fmla="*/ 12608 h 12608"/>
                <a:gd name="connsiteX8" fmla="*/ 12631 w 12630"/>
                <a:gd name="connsiteY8" fmla="*/ 6224 h 12608"/>
                <a:gd name="connsiteX9" fmla="*/ 12631 w 12630"/>
                <a:gd name="connsiteY9" fmla="*/ 4947 h 12608"/>
                <a:gd name="connsiteX10" fmla="*/ 11992 w 12630"/>
                <a:gd name="connsiteY10" fmla="*/ 3671 h 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30" h="12608">
                  <a:moveTo>
                    <a:pt x="11992" y="3671"/>
                  </a:moveTo>
                  <a:cubicBezTo>
                    <a:pt x="11992" y="3032"/>
                    <a:pt x="11353" y="2394"/>
                    <a:pt x="10714" y="1756"/>
                  </a:cubicBezTo>
                  <a:cubicBezTo>
                    <a:pt x="10075" y="1117"/>
                    <a:pt x="9436" y="479"/>
                    <a:pt x="8797" y="479"/>
                  </a:cubicBezTo>
                  <a:cubicBezTo>
                    <a:pt x="7519" y="-160"/>
                    <a:pt x="5602" y="-160"/>
                    <a:pt x="3685" y="479"/>
                  </a:cubicBezTo>
                  <a:cubicBezTo>
                    <a:pt x="490" y="1756"/>
                    <a:pt x="-788" y="5586"/>
                    <a:pt x="490" y="8778"/>
                  </a:cubicBezTo>
                  <a:cubicBezTo>
                    <a:pt x="1129" y="9416"/>
                    <a:pt x="1129" y="10055"/>
                    <a:pt x="1768" y="10693"/>
                  </a:cubicBezTo>
                  <a:cubicBezTo>
                    <a:pt x="2407" y="11331"/>
                    <a:pt x="3046" y="11970"/>
                    <a:pt x="3685" y="11970"/>
                  </a:cubicBezTo>
                  <a:cubicBezTo>
                    <a:pt x="4324" y="12608"/>
                    <a:pt x="5602" y="12608"/>
                    <a:pt x="6241" y="12608"/>
                  </a:cubicBezTo>
                  <a:cubicBezTo>
                    <a:pt x="10075" y="12608"/>
                    <a:pt x="12631" y="10055"/>
                    <a:pt x="12631" y="6224"/>
                  </a:cubicBezTo>
                  <a:cubicBezTo>
                    <a:pt x="12631" y="5586"/>
                    <a:pt x="12631" y="5586"/>
                    <a:pt x="12631" y="4947"/>
                  </a:cubicBezTo>
                  <a:lnTo>
                    <a:pt x="11992" y="3671"/>
                  </a:lnTo>
                  <a:close/>
                </a:path>
              </a:pathLst>
            </a:custGeom>
            <a:solidFill>
              <a:srgbClr val="0076A8"/>
            </a:solidFill>
            <a:ln w="6390" cap="flat">
              <a:noFill/>
              <a:prstDash val="solid"/>
              <a:miter/>
            </a:ln>
          </p:spPr>
          <p:txBody>
            <a:bodyPr rtlCol="0" anchor="ctr"/>
            <a:lstStyle/>
            <a:p>
              <a:endParaRPr lang="en-US"/>
            </a:p>
          </p:txBody>
        </p:sp>
        <p:sp>
          <p:nvSpPr>
            <p:cNvPr id="1214" name="Graphic 4">
              <a:extLst>
                <a:ext uri="{FF2B5EF4-FFF2-40B4-BE49-F238E27FC236}">
                  <a16:creationId xmlns:a16="http://schemas.microsoft.com/office/drawing/2014/main" id="{39292465-B5FE-C44F-B156-920457F9A1F8}"/>
                </a:ext>
              </a:extLst>
            </p:cNvPr>
            <p:cNvSpPr/>
            <p:nvPr/>
          </p:nvSpPr>
          <p:spPr>
            <a:xfrm>
              <a:off x="1761066" y="2538433"/>
              <a:ext cx="12779" cy="12768"/>
            </a:xfrm>
            <a:custGeom>
              <a:avLst/>
              <a:gdLst>
                <a:gd name="connsiteX0" fmla="*/ 1917 w 12779"/>
                <a:gd name="connsiteY0" fmla="*/ 10853 h 12768"/>
                <a:gd name="connsiteX1" fmla="*/ 10863 w 12779"/>
                <a:gd name="connsiteY1" fmla="*/ 10853 h 12768"/>
                <a:gd name="connsiteX2" fmla="*/ 10863 w 12779"/>
                <a:gd name="connsiteY2" fmla="*/ 10853 h 12768"/>
                <a:gd name="connsiteX3" fmla="*/ 12141 w 12779"/>
                <a:gd name="connsiteY3" fmla="*/ 8938 h 12768"/>
                <a:gd name="connsiteX4" fmla="*/ 12780 w 12779"/>
                <a:gd name="connsiteY4" fmla="*/ 6384 h 12768"/>
                <a:gd name="connsiteX5" fmla="*/ 6390 w 12779"/>
                <a:gd name="connsiteY5" fmla="*/ 0 h 12768"/>
                <a:gd name="connsiteX6" fmla="*/ 0 w 12779"/>
                <a:gd name="connsiteY6" fmla="*/ 6384 h 12768"/>
                <a:gd name="connsiteX7" fmla="*/ 639 w 12779"/>
                <a:gd name="connsiteY7" fmla="*/ 8938 h 12768"/>
                <a:gd name="connsiteX8" fmla="*/ 1917 w 12779"/>
                <a:gd name="connsiteY8" fmla="*/ 10853 h 1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79" h="12768">
                  <a:moveTo>
                    <a:pt x="1917" y="10853"/>
                  </a:moveTo>
                  <a:cubicBezTo>
                    <a:pt x="4473" y="13406"/>
                    <a:pt x="8307" y="13406"/>
                    <a:pt x="10863" y="10853"/>
                  </a:cubicBezTo>
                  <a:cubicBezTo>
                    <a:pt x="10863" y="10853"/>
                    <a:pt x="10863" y="10853"/>
                    <a:pt x="10863" y="10853"/>
                  </a:cubicBezTo>
                  <a:cubicBezTo>
                    <a:pt x="11502" y="10214"/>
                    <a:pt x="12141" y="9576"/>
                    <a:pt x="12141" y="8938"/>
                  </a:cubicBezTo>
                  <a:cubicBezTo>
                    <a:pt x="12780" y="8299"/>
                    <a:pt x="12780" y="7661"/>
                    <a:pt x="12780" y="6384"/>
                  </a:cubicBezTo>
                  <a:cubicBezTo>
                    <a:pt x="12780" y="2554"/>
                    <a:pt x="10224" y="0"/>
                    <a:pt x="6390" y="0"/>
                  </a:cubicBezTo>
                  <a:cubicBezTo>
                    <a:pt x="2556" y="0"/>
                    <a:pt x="0" y="2554"/>
                    <a:pt x="0" y="6384"/>
                  </a:cubicBezTo>
                  <a:cubicBezTo>
                    <a:pt x="0" y="7022"/>
                    <a:pt x="0" y="8299"/>
                    <a:pt x="639" y="8938"/>
                  </a:cubicBezTo>
                  <a:cubicBezTo>
                    <a:pt x="639" y="9576"/>
                    <a:pt x="1278" y="10214"/>
                    <a:pt x="1917" y="10853"/>
                  </a:cubicBezTo>
                  <a:close/>
                </a:path>
              </a:pathLst>
            </a:custGeom>
            <a:solidFill>
              <a:srgbClr val="0076A8"/>
            </a:solidFill>
            <a:ln w="6390" cap="flat">
              <a:noFill/>
              <a:prstDash val="solid"/>
              <a:miter/>
            </a:ln>
          </p:spPr>
          <p:txBody>
            <a:bodyPr rtlCol="0" anchor="ctr"/>
            <a:lstStyle/>
            <a:p>
              <a:endParaRPr lang="en-US"/>
            </a:p>
          </p:txBody>
        </p:sp>
        <p:sp>
          <p:nvSpPr>
            <p:cNvPr id="1215" name="Graphic 4">
              <a:extLst>
                <a:ext uri="{FF2B5EF4-FFF2-40B4-BE49-F238E27FC236}">
                  <a16:creationId xmlns:a16="http://schemas.microsoft.com/office/drawing/2014/main" id="{FBDD35EA-2471-8E4F-8D29-C0C1B39E0D01}"/>
                </a:ext>
              </a:extLst>
            </p:cNvPr>
            <p:cNvSpPr/>
            <p:nvPr/>
          </p:nvSpPr>
          <p:spPr>
            <a:xfrm>
              <a:off x="1761066" y="2509706"/>
              <a:ext cx="12779" cy="12608"/>
            </a:xfrm>
            <a:custGeom>
              <a:avLst/>
              <a:gdLst>
                <a:gd name="connsiteX0" fmla="*/ 1917 w 12779"/>
                <a:gd name="connsiteY0" fmla="*/ 10853 h 12608"/>
                <a:gd name="connsiteX1" fmla="*/ 3834 w 12779"/>
                <a:gd name="connsiteY1" fmla="*/ 12130 h 12608"/>
                <a:gd name="connsiteX2" fmla="*/ 8946 w 12779"/>
                <a:gd name="connsiteY2" fmla="*/ 12130 h 12608"/>
                <a:gd name="connsiteX3" fmla="*/ 12141 w 12779"/>
                <a:gd name="connsiteY3" fmla="*/ 8938 h 12608"/>
                <a:gd name="connsiteX4" fmla="*/ 12780 w 12779"/>
                <a:gd name="connsiteY4" fmla="*/ 6384 h 12608"/>
                <a:gd name="connsiteX5" fmla="*/ 10863 w 12779"/>
                <a:gd name="connsiteY5" fmla="*/ 1915 h 12608"/>
                <a:gd name="connsiteX6" fmla="*/ 5112 w 12779"/>
                <a:gd name="connsiteY6" fmla="*/ 0 h 12608"/>
                <a:gd name="connsiteX7" fmla="*/ 3834 w 12779"/>
                <a:gd name="connsiteY7" fmla="*/ 638 h 12608"/>
                <a:gd name="connsiteX8" fmla="*/ 2556 w 12779"/>
                <a:gd name="connsiteY8" fmla="*/ 1277 h 12608"/>
                <a:gd name="connsiteX9" fmla="*/ 1917 w 12779"/>
                <a:gd name="connsiteY9" fmla="*/ 1915 h 12608"/>
                <a:gd name="connsiteX10" fmla="*/ 0 w 12779"/>
                <a:gd name="connsiteY10" fmla="*/ 6384 h 12608"/>
                <a:gd name="connsiteX11" fmla="*/ 639 w 12779"/>
                <a:gd name="connsiteY11" fmla="*/ 8938 h 12608"/>
                <a:gd name="connsiteX12" fmla="*/ 1917 w 12779"/>
                <a:gd name="connsiteY12" fmla="*/ 10853 h 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79" h="12608">
                  <a:moveTo>
                    <a:pt x="1917" y="10853"/>
                  </a:moveTo>
                  <a:cubicBezTo>
                    <a:pt x="2556" y="11491"/>
                    <a:pt x="3195" y="12130"/>
                    <a:pt x="3834" y="12130"/>
                  </a:cubicBezTo>
                  <a:cubicBezTo>
                    <a:pt x="5112" y="12768"/>
                    <a:pt x="7029" y="12768"/>
                    <a:pt x="8946" y="12130"/>
                  </a:cubicBezTo>
                  <a:cubicBezTo>
                    <a:pt x="10863" y="11491"/>
                    <a:pt x="11502" y="10214"/>
                    <a:pt x="12141" y="8938"/>
                  </a:cubicBezTo>
                  <a:cubicBezTo>
                    <a:pt x="12780" y="8299"/>
                    <a:pt x="12780" y="7661"/>
                    <a:pt x="12780" y="6384"/>
                  </a:cubicBezTo>
                  <a:cubicBezTo>
                    <a:pt x="12780" y="4469"/>
                    <a:pt x="12141" y="3192"/>
                    <a:pt x="10863" y="1915"/>
                  </a:cubicBezTo>
                  <a:cubicBezTo>
                    <a:pt x="9585" y="638"/>
                    <a:pt x="7029" y="0"/>
                    <a:pt x="5112" y="0"/>
                  </a:cubicBezTo>
                  <a:cubicBezTo>
                    <a:pt x="4473" y="0"/>
                    <a:pt x="4473" y="0"/>
                    <a:pt x="3834" y="638"/>
                  </a:cubicBezTo>
                  <a:cubicBezTo>
                    <a:pt x="3195" y="638"/>
                    <a:pt x="3195" y="1277"/>
                    <a:pt x="2556" y="1277"/>
                  </a:cubicBezTo>
                  <a:lnTo>
                    <a:pt x="1917" y="1915"/>
                  </a:lnTo>
                  <a:cubicBezTo>
                    <a:pt x="639" y="3192"/>
                    <a:pt x="0" y="4469"/>
                    <a:pt x="0" y="6384"/>
                  </a:cubicBezTo>
                  <a:cubicBezTo>
                    <a:pt x="0" y="7022"/>
                    <a:pt x="0" y="8299"/>
                    <a:pt x="639" y="8938"/>
                  </a:cubicBezTo>
                  <a:cubicBezTo>
                    <a:pt x="639" y="9576"/>
                    <a:pt x="1278" y="10214"/>
                    <a:pt x="1917" y="10853"/>
                  </a:cubicBezTo>
                  <a:close/>
                </a:path>
              </a:pathLst>
            </a:custGeom>
            <a:solidFill>
              <a:srgbClr val="0076A8"/>
            </a:solidFill>
            <a:ln w="6390" cap="flat">
              <a:noFill/>
              <a:prstDash val="solid"/>
              <a:miter/>
            </a:ln>
          </p:spPr>
          <p:txBody>
            <a:bodyPr rtlCol="0" anchor="ctr"/>
            <a:lstStyle/>
            <a:p>
              <a:endParaRPr lang="en-US"/>
            </a:p>
          </p:txBody>
        </p:sp>
        <p:sp>
          <p:nvSpPr>
            <p:cNvPr id="1216" name="Graphic 4">
              <a:extLst>
                <a:ext uri="{FF2B5EF4-FFF2-40B4-BE49-F238E27FC236}">
                  <a16:creationId xmlns:a16="http://schemas.microsoft.com/office/drawing/2014/main" id="{924B62AE-A65D-944B-8506-27BFDB46027E}"/>
                </a:ext>
              </a:extLst>
            </p:cNvPr>
            <p:cNvSpPr/>
            <p:nvPr/>
          </p:nvSpPr>
          <p:spPr>
            <a:xfrm>
              <a:off x="1674802" y="2538433"/>
              <a:ext cx="12779" cy="12767"/>
            </a:xfrm>
            <a:custGeom>
              <a:avLst/>
              <a:gdLst>
                <a:gd name="connsiteX0" fmla="*/ 12780 w 12779"/>
                <a:gd name="connsiteY0" fmla="*/ 3830 h 12767"/>
                <a:gd name="connsiteX1" fmla="*/ 11502 w 12779"/>
                <a:gd name="connsiteY1" fmla="*/ 1915 h 12767"/>
                <a:gd name="connsiteX2" fmla="*/ 5751 w 12779"/>
                <a:gd name="connsiteY2" fmla="*/ 0 h 12767"/>
                <a:gd name="connsiteX3" fmla="*/ 4473 w 12779"/>
                <a:gd name="connsiteY3" fmla="*/ 638 h 12767"/>
                <a:gd name="connsiteX4" fmla="*/ 3195 w 12779"/>
                <a:gd name="connsiteY4" fmla="*/ 1277 h 12767"/>
                <a:gd name="connsiteX5" fmla="*/ 1917 w 12779"/>
                <a:gd name="connsiteY5" fmla="*/ 1915 h 12767"/>
                <a:gd name="connsiteX6" fmla="*/ 0 w 12779"/>
                <a:gd name="connsiteY6" fmla="*/ 6384 h 12767"/>
                <a:gd name="connsiteX7" fmla="*/ 639 w 12779"/>
                <a:gd name="connsiteY7" fmla="*/ 8938 h 12767"/>
                <a:gd name="connsiteX8" fmla="*/ 1917 w 12779"/>
                <a:gd name="connsiteY8" fmla="*/ 10853 h 12767"/>
                <a:gd name="connsiteX9" fmla="*/ 6390 w 12779"/>
                <a:gd name="connsiteY9" fmla="*/ 12768 h 12767"/>
                <a:gd name="connsiteX10" fmla="*/ 8946 w 12779"/>
                <a:gd name="connsiteY10" fmla="*/ 12130 h 12767"/>
                <a:gd name="connsiteX11" fmla="*/ 10863 w 12779"/>
                <a:gd name="connsiteY11" fmla="*/ 10853 h 12767"/>
                <a:gd name="connsiteX12" fmla="*/ 12141 w 12779"/>
                <a:gd name="connsiteY12" fmla="*/ 8938 h 12767"/>
                <a:gd name="connsiteX13" fmla="*/ 12780 w 12779"/>
                <a:gd name="connsiteY13" fmla="*/ 6384 h 12767"/>
                <a:gd name="connsiteX14" fmla="*/ 12780 w 12779"/>
                <a:gd name="connsiteY14" fmla="*/ 5107 h 12767"/>
                <a:gd name="connsiteX15" fmla="*/ 12780 w 12779"/>
                <a:gd name="connsiteY15" fmla="*/ 383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79" h="12767">
                  <a:moveTo>
                    <a:pt x="12780" y="3830"/>
                  </a:moveTo>
                  <a:cubicBezTo>
                    <a:pt x="12141" y="3192"/>
                    <a:pt x="12141" y="2554"/>
                    <a:pt x="11502" y="1915"/>
                  </a:cubicBezTo>
                  <a:cubicBezTo>
                    <a:pt x="10224" y="638"/>
                    <a:pt x="7668" y="0"/>
                    <a:pt x="5751" y="0"/>
                  </a:cubicBezTo>
                  <a:cubicBezTo>
                    <a:pt x="5112" y="0"/>
                    <a:pt x="5112" y="0"/>
                    <a:pt x="4473" y="638"/>
                  </a:cubicBezTo>
                  <a:cubicBezTo>
                    <a:pt x="3834" y="638"/>
                    <a:pt x="3834" y="1277"/>
                    <a:pt x="3195" y="1277"/>
                  </a:cubicBezTo>
                  <a:lnTo>
                    <a:pt x="1917" y="1915"/>
                  </a:lnTo>
                  <a:cubicBezTo>
                    <a:pt x="639" y="3192"/>
                    <a:pt x="0" y="4469"/>
                    <a:pt x="0" y="6384"/>
                  </a:cubicBezTo>
                  <a:cubicBezTo>
                    <a:pt x="0" y="7022"/>
                    <a:pt x="0" y="8299"/>
                    <a:pt x="639" y="8938"/>
                  </a:cubicBezTo>
                  <a:cubicBezTo>
                    <a:pt x="639" y="9576"/>
                    <a:pt x="1278" y="10214"/>
                    <a:pt x="1917" y="10853"/>
                  </a:cubicBezTo>
                  <a:cubicBezTo>
                    <a:pt x="3195" y="12130"/>
                    <a:pt x="4473" y="12768"/>
                    <a:pt x="6390" y="12768"/>
                  </a:cubicBezTo>
                  <a:cubicBezTo>
                    <a:pt x="7029" y="12768"/>
                    <a:pt x="8307" y="12768"/>
                    <a:pt x="8946" y="12130"/>
                  </a:cubicBezTo>
                  <a:cubicBezTo>
                    <a:pt x="9585" y="12130"/>
                    <a:pt x="10224" y="11491"/>
                    <a:pt x="10863" y="10853"/>
                  </a:cubicBezTo>
                  <a:cubicBezTo>
                    <a:pt x="11502" y="10214"/>
                    <a:pt x="12141" y="9576"/>
                    <a:pt x="12141" y="8938"/>
                  </a:cubicBezTo>
                  <a:cubicBezTo>
                    <a:pt x="12141" y="8299"/>
                    <a:pt x="12780" y="7661"/>
                    <a:pt x="12780" y="6384"/>
                  </a:cubicBezTo>
                  <a:cubicBezTo>
                    <a:pt x="12780" y="5746"/>
                    <a:pt x="12780" y="5746"/>
                    <a:pt x="12780" y="5107"/>
                  </a:cubicBezTo>
                  <a:cubicBezTo>
                    <a:pt x="12780" y="5107"/>
                    <a:pt x="12780" y="4469"/>
                    <a:pt x="12780" y="3830"/>
                  </a:cubicBezTo>
                  <a:close/>
                </a:path>
              </a:pathLst>
            </a:custGeom>
            <a:solidFill>
              <a:srgbClr val="0076A8"/>
            </a:solidFill>
            <a:ln w="6390" cap="flat">
              <a:noFill/>
              <a:prstDash val="solid"/>
              <a:miter/>
            </a:ln>
          </p:spPr>
          <p:txBody>
            <a:bodyPr rtlCol="0" anchor="ctr"/>
            <a:lstStyle/>
            <a:p>
              <a:endParaRPr lang="en-US"/>
            </a:p>
          </p:txBody>
        </p:sp>
        <p:sp>
          <p:nvSpPr>
            <p:cNvPr id="1217" name="Graphic 4">
              <a:extLst>
                <a:ext uri="{FF2B5EF4-FFF2-40B4-BE49-F238E27FC236}">
                  <a16:creationId xmlns:a16="http://schemas.microsoft.com/office/drawing/2014/main" id="{F808F7E2-E30E-FF4C-8E38-8824F6601CEA}"/>
                </a:ext>
              </a:extLst>
            </p:cNvPr>
            <p:cNvSpPr/>
            <p:nvPr/>
          </p:nvSpPr>
          <p:spPr>
            <a:xfrm>
              <a:off x="1703557" y="2538832"/>
              <a:ext cx="12779" cy="13007"/>
            </a:xfrm>
            <a:custGeom>
              <a:avLst/>
              <a:gdLst>
                <a:gd name="connsiteX0" fmla="*/ 10224 w 12779"/>
                <a:gd name="connsiteY0" fmla="*/ 878 h 13007"/>
                <a:gd name="connsiteX1" fmla="*/ 7668 w 12779"/>
                <a:gd name="connsiteY1" fmla="*/ 239 h 13007"/>
                <a:gd name="connsiteX2" fmla="*/ 1917 w 12779"/>
                <a:gd name="connsiteY2" fmla="*/ 2155 h 13007"/>
                <a:gd name="connsiteX3" fmla="*/ 0 w 12779"/>
                <a:gd name="connsiteY3" fmla="*/ 6623 h 13007"/>
                <a:gd name="connsiteX4" fmla="*/ 639 w 12779"/>
                <a:gd name="connsiteY4" fmla="*/ 9177 h 13007"/>
                <a:gd name="connsiteX5" fmla="*/ 1917 w 12779"/>
                <a:gd name="connsiteY5" fmla="*/ 11092 h 13007"/>
                <a:gd name="connsiteX6" fmla="*/ 6390 w 12779"/>
                <a:gd name="connsiteY6" fmla="*/ 13007 h 13007"/>
                <a:gd name="connsiteX7" fmla="*/ 10863 w 12779"/>
                <a:gd name="connsiteY7" fmla="*/ 11092 h 13007"/>
                <a:gd name="connsiteX8" fmla="*/ 12141 w 12779"/>
                <a:gd name="connsiteY8" fmla="*/ 9177 h 13007"/>
                <a:gd name="connsiteX9" fmla="*/ 12780 w 12779"/>
                <a:gd name="connsiteY9" fmla="*/ 6623 h 13007"/>
                <a:gd name="connsiteX10" fmla="*/ 10863 w 12779"/>
                <a:gd name="connsiteY10" fmla="*/ 2155 h 13007"/>
                <a:gd name="connsiteX11" fmla="*/ 10224 w 12779"/>
                <a:gd name="connsiteY11" fmla="*/ 878 h 13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79" h="13007">
                  <a:moveTo>
                    <a:pt x="10224" y="878"/>
                  </a:moveTo>
                  <a:cubicBezTo>
                    <a:pt x="9585" y="239"/>
                    <a:pt x="8946" y="239"/>
                    <a:pt x="7668" y="239"/>
                  </a:cubicBezTo>
                  <a:cubicBezTo>
                    <a:pt x="5751" y="-399"/>
                    <a:pt x="3195" y="239"/>
                    <a:pt x="1917" y="2155"/>
                  </a:cubicBezTo>
                  <a:cubicBezTo>
                    <a:pt x="639" y="3431"/>
                    <a:pt x="0" y="4708"/>
                    <a:pt x="0" y="6623"/>
                  </a:cubicBezTo>
                  <a:cubicBezTo>
                    <a:pt x="0" y="7262"/>
                    <a:pt x="0" y="8539"/>
                    <a:pt x="639" y="9177"/>
                  </a:cubicBezTo>
                  <a:cubicBezTo>
                    <a:pt x="639" y="9815"/>
                    <a:pt x="1278" y="10454"/>
                    <a:pt x="1917" y="11092"/>
                  </a:cubicBezTo>
                  <a:cubicBezTo>
                    <a:pt x="3195" y="12369"/>
                    <a:pt x="4473" y="13007"/>
                    <a:pt x="6390" y="13007"/>
                  </a:cubicBezTo>
                  <a:cubicBezTo>
                    <a:pt x="8307" y="13007"/>
                    <a:pt x="9585" y="12369"/>
                    <a:pt x="10863" y="11092"/>
                  </a:cubicBezTo>
                  <a:cubicBezTo>
                    <a:pt x="11502" y="10454"/>
                    <a:pt x="12141" y="9815"/>
                    <a:pt x="12141" y="9177"/>
                  </a:cubicBezTo>
                  <a:cubicBezTo>
                    <a:pt x="12780" y="8539"/>
                    <a:pt x="12780" y="7900"/>
                    <a:pt x="12780" y="6623"/>
                  </a:cubicBezTo>
                  <a:cubicBezTo>
                    <a:pt x="12780" y="4708"/>
                    <a:pt x="12141" y="3431"/>
                    <a:pt x="10863" y="2155"/>
                  </a:cubicBezTo>
                  <a:lnTo>
                    <a:pt x="10224" y="878"/>
                  </a:lnTo>
                  <a:close/>
                </a:path>
              </a:pathLst>
            </a:custGeom>
            <a:solidFill>
              <a:srgbClr val="0076A8"/>
            </a:solidFill>
            <a:ln w="6390" cap="flat">
              <a:noFill/>
              <a:prstDash val="solid"/>
              <a:miter/>
            </a:ln>
          </p:spPr>
          <p:txBody>
            <a:bodyPr rtlCol="0" anchor="ctr"/>
            <a:lstStyle/>
            <a:p>
              <a:endParaRPr lang="en-US"/>
            </a:p>
          </p:txBody>
        </p:sp>
        <p:sp>
          <p:nvSpPr>
            <p:cNvPr id="1218" name="Graphic 4">
              <a:extLst>
                <a:ext uri="{FF2B5EF4-FFF2-40B4-BE49-F238E27FC236}">
                  <a16:creationId xmlns:a16="http://schemas.microsoft.com/office/drawing/2014/main" id="{8C642C52-1875-5342-BB19-6D7BB77DCDF7}"/>
                </a:ext>
              </a:extLst>
            </p:cNvPr>
            <p:cNvSpPr/>
            <p:nvPr/>
          </p:nvSpPr>
          <p:spPr>
            <a:xfrm>
              <a:off x="1674802" y="2509466"/>
              <a:ext cx="12779" cy="13007"/>
            </a:xfrm>
            <a:custGeom>
              <a:avLst/>
              <a:gdLst>
                <a:gd name="connsiteX0" fmla="*/ 10224 w 12779"/>
                <a:gd name="connsiteY0" fmla="*/ 1516 h 13007"/>
                <a:gd name="connsiteX1" fmla="*/ 8946 w 12779"/>
                <a:gd name="connsiteY1" fmla="*/ 878 h 13007"/>
                <a:gd name="connsiteX2" fmla="*/ 7668 w 12779"/>
                <a:gd name="connsiteY2" fmla="*/ 239 h 13007"/>
                <a:gd name="connsiteX3" fmla="*/ 1917 w 12779"/>
                <a:gd name="connsiteY3" fmla="*/ 2155 h 13007"/>
                <a:gd name="connsiteX4" fmla="*/ 0 w 12779"/>
                <a:gd name="connsiteY4" fmla="*/ 6623 h 13007"/>
                <a:gd name="connsiteX5" fmla="*/ 6390 w 12779"/>
                <a:gd name="connsiteY5" fmla="*/ 13007 h 13007"/>
                <a:gd name="connsiteX6" fmla="*/ 8946 w 12779"/>
                <a:gd name="connsiteY6" fmla="*/ 12369 h 13007"/>
                <a:gd name="connsiteX7" fmla="*/ 10863 w 12779"/>
                <a:gd name="connsiteY7" fmla="*/ 11092 h 13007"/>
                <a:gd name="connsiteX8" fmla="*/ 12141 w 12779"/>
                <a:gd name="connsiteY8" fmla="*/ 9177 h 13007"/>
                <a:gd name="connsiteX9" fmla="*/ 12780 w 12779"/>
                <a:gd name="connsiteY9" fmla="*/ 6623 h 13007"/>
                <a:gd name="connsiteX10" fmla="*/ 10863 w 12779"/>
                <a:gd name="connsiteY10" fmla="*/ 2155 h 13007"/>
                <a:gd name="connsiteX11" fmla="*/ 10224 w 12779"/>
                <a:gd name="connsiteY11" fmla="*/ 1516 h 13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79" h="13007">
                  <a:moveTo>
                    <a:pt x="10224" y="1516"/>
                  </a:moveTo>
                  <a:cubicBezTo>
                    <a:pt x="9585" y="1516"/>
                    <a:pt x="9585" y="878"/>
                    <a:pt x="8946" y="878"/>
                  </a:cubicBezTo>
                  <a:lnTo>
                    <a:pt x="7668" y="239"/>
                  </a:lnTo>
                  <a:cubicBezTo>
                    <a:pt x="5751" y="-399"/>
                    <a:pt x="3195" y="239"/>
                    <a:pt x="1917" y="2155"/>
                  </a:cubicBezTo>
                  <a:cubicBezTo>
                    <a:pt x="639" y="3431"/>
                    <a:pt x="0" y="4708"/>
                    <a:pt x="0" y="6623"/>
                  </a:cubicBezTo>
                  <a:cubicBezTo>
                    <a:pt x="0" y="10454"/>
                    <a:pt x="2556" y="13007"/>
                    <a:pt x="6390" y="13007"/>
                  </a:cubicBezTo>
                  <a:cubicBezTo>
                    <a:pt x="7029" y="13007"/>
                    <a:pt x="8307" y="13007"/>
                    <a:pt x="8946" y="12369"/>
                  </a:cubicBezTo>
                  <a:cubicBezTo>
                    <a:pt x="9585" y="12369"/>
                    <a:pt x="10224" y="11731"/>
                    <a:pt x="10863" y="11092"/>
                  </a:cubicBezTo>
                  <a:cubicBezTo>
                    <a:pt x="11502" y="10454"/>
                    <a:pt x="12141" y="9815"/>
                    <a:pt x="12141" y="9177"/>
                  </a:cubicBezTo>
                  <a:cubicBezTo>
                    <a:pt x="12141" y="8539"/>
                    <a:pt x="12780" y="7900"/>
                    <a:pt x="12780" y="6623"/>
                  </a:cubicBezTo>
                  <a:cubicBezTo>
                    <a:pt x="12780" y="4708"/>
                    <a:pt x="12141" y="3431"/>
                    <a:pt x="10863" y="2155"/>
                  </a:cubicBezTo>
                  <a:lnTo>
                    <a:pt x="10224" y="1516"/>
                  </a:lnTo>
                  <a:close/>
                </a:path>
              </a:pathLst>
            </a:custGeom>
            <a:solidFill>
              <a:srgbClr val="0076A8"/>
            </a:solidFill>
            <a:ln w="6390" cap="flat">
              <a:noFill/>
              <a:prstDash val="solid"/>
              <a:miter/>
            </a:ln>
          </p:spPr>
          <p:txBody>
            <a:bodyPr rtlCol="0" anchor="ctr"/>
            <a:lstStyle/>
            <a:p>
              <a:endParaRPr lang="en-US"/>
            </a:p>
          </p:txBody>
        </p:sp>
        <p:sp>
          <p:nvSpPr>
            <p:cNvPr id="1219" name="Graphic 4">
              <a:extLst>
                <a:ext uri="{FF2B5EF4-FFF2-40B4-BE49-F238E27FC236}">
                  <a16:creationId xmlns:a16="http://schemas.microsoft.com/office/drawing/2014/main" id="{76DE1279-CBFA-4A4D-BA42-83494BBB9CCF}"/>
                </a:ext>
              </a:extLst>
            </p:cNvPr>
            <p:cNvSpPr/>
            <p:nvPr/>
          </p:nvSpPr>
          <p:spPr>
            <a:xfrm>
              <a:off x="1703557" y="2510105"/>
              <a:ext cx="12779" cy="13007"/>
            </a:xfrm>
            <a:custGeom>
              <a:avLst/>
              <a:gdLst>
                <a:gd name="connsiteX0" fmla="*/ 10224 w 12779"/>
                <a:gd name="connsiteY0" fmla="*/ 878 h 13007"/>
                <a:gd name="connsiteX1" fmla="*/ 7668 w 12779"/>
                <a:gd name="connsiteY1" fmla="*/ 239 h 13007"/>
                <a:gd name="connsiteX2" fmla="*/ 1917 w 12779"/>
                <a:gd name="connsiteY2" fmla="*/ 2155 h 13007"/>
                <a:gd name="connsiteX3" fmla="*/ 0 w 12779"/>
                <a:gd name="connsiteY3" fmla="*/ 6623 h 13007"/>
                <a:gd name="connsiteX4" fmla="*/ 6390 w 12779"/>
                <a:gd name="connsiteY4" fmla="*/ 13007 h 13007"/>
                <a:gd name="connsiteX5" fmla="*/ 8946 w 12779"/>
                <a:gd name="connsiteY5" fmla="*/ 12369 h 13007"/>
                <a:gd name="connsiteX6" fmla="*/ 10863 w 12779"/>
                <a:gd name="connsiteY6" fmla="*/ 11092 h 13007"/>
                <a:gd name="connsiteX7" fmla="*/ 12780 w 12779"/>
                <a:gd name="connsiteY7" fmla="*/ 6623 h 13007"/>
                <a:gd name="connsiteX8" fmla="*/ 10863 w 12779"/>
                <a:gd name="connsiteY8" fmla="*/ 2155 h 13007"/>
                <a:gd name="connsiteX9" fmla="*/ 10224 w 12779"/>
                <a:gd name="connsiteY9" fmla="*/ 878 h 13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79" h="13007">
                  <a:moveTo>
                    <a:pt x="10224" y="878"/>
                  </a:moveTo>
                  <a:cubicBezTo>
                    <a:pt x="9585" y="239"/>
                    <a:pt x="8946" y="239"/>
                    <a:pt x="7668" y="239"/>
                  </a:cubicBezTo>
                  <a:cubicBezTo>
                    <a:pt x="5751" y="-399"/>
                    <a:pt x="3195" y="239"/>
                    <a:pt x="1917" y="2155"/>
                  </a:cubicBezTo>
                  <a:cubicBezTo>
                    <a:pt x="639" y="3431"/>
                    <a:pt x="0" y="4708"/>
                    <a:pt x="0" y="6623"/>
                  </a:cubicBezTo>
                  <a:cubicBezTo>
                    <a:pt x="0" y="10454"/>
                    <a:pt x="2556" y="13007"/>
                    <a:pt x="6390" y="13007"/>
                  </a:cubicBezTo>
                  <a:cubicBezTo>
                    <a:pt x="7029" y="13007"/>
                    <a:pt x="8307" y="13007"/>
                    <a:pt x="8946" y="12369"/>
                  </a:cubicBezTo>
                  <a:cubicBezTo>
                    <a:pt x="9585" y="12369"/>
                    <a:pt x="10224" y="11731"/>
                    <a:pt x="10863" y="11092"/>
                  </a:cubicBezTo>
                  <a:cubicBezTo>
                    <a:pt x="12141" y="9815"/>
                    <a:pt x="12780" y="8539"/>
                    <a:pt x="12780" y="6623"/>
                  </a:cubicBezTo>
                  <a:cubicBezTo>
                    <a:pt x="12780" y="4708"/>
                    <a:pt x="12141" y="3431"/>
                    <a:pt x="10863" y="2155"/>
                  </a:cubicBezTo>
                  <a:lnTo>
                    <a:pt x="10224" y="878"/>
                  </a:lnTo>
                  <a:close/>
                </a:path>
              </a:pathLst>
            </a:custGeom>
            <a:solidFill>
              <a:srgbClr val="0076A8"/>
            </a:solidFill>
            <a:ln w="6390" cap="flat">
              <a:noFill/>
              <a:prstDash val="solid"/>
              <a:miter/>
            </a:ln>
          </p:spPr>
          <p:txBody>
            <a:bodyPr rtlCol="0" anchor="ctr"/>
            <a:lstStyle/>
            <a:p>
              <a:endParaRPr lang="en-US"/>
            </a:p>
          </p:txBody>
        </p:sp>
        <p:sp>
          <p:nvSpPr>
            <p:cNvPr id="1220" name="Graphic 4">
              <a:extLst>
                <a:ext uri="{FF2B5EF4-FFF2-40B4-BE49-F238E27FC236}">
                  <a16:creationId xmlns:a16="http://schemas.microsoft.com/office/drawing/2014/main" id="{FC0F6A4D-0E22-E14F-B95A-91A4F93B1F1E}"/>
                </a:ext>
              </a:extLst>
            </p:cNvPr>
            <p:cNvSpPr/>
            <p:nvPr/>
          </p:nvSpPr>
          <p:spPr>
            <a:xfrm>
              <a:off x="1617293" y="2538433"/>
              <a:ext cx="12779" cy="12767"/>
            </a:xfrm>
            <a:custGeom>
              <a:avLst/>
              <a:gdLst>
                <a:gd name="connsiteX0" fmla="*/ 10224 w 12779"/>
                <a:gd name="connsiteY0" fmla="*/ 1277 h 12767"/>
                <a:gd name="connsiteX1" fmla="*/ 8946 w 12779"/>
                <a:gd name="connsiteY1" fmla="*/ 638 h 12767"/>
                <a:gd name="connsiteX2" fmla="*/ 7668 w 12779"/>
                <a:gd name="connsiteY2" fmla="*/ 0 h 12767"/>
                <a:gd name="connsiteX3" fmla="*/ 5112 w 12779"/>
                <a:gd name="connsiteY3" fmla="*/ 0 h 12767"/>
                <a:gd name="connsiteX4" fmla="*/ 3834 w 12779"/>
                <a:gd name="connsiteY4" fmla="*/ 638 h 12767"/>
                <a:gd name="connsiteX5" fmla="*/ 2556 w 12779"/>
                <a:gd name="connsiteY5" fmla="*/ 1277 h 12767"/>
                <a:gd name="connsiteX6" fmla="*/ 1917 w 12779"/>
                <a:gd name="connsiteY6" fmla="*/ 1915 h 12767"/>
                <a:gd name="connsiteX7" fmla="*/ 0 w 12779"/>
                <a:gd name="connsiteY7" fmla="*/ 5107 h 12767"/>
                <a:gd name="connsiteX8" fmla="*/ 0 w 12779"/>
                <a:gd name="connsiteY8" fmla="*/ 6384 h 12767"/>
                <a:gd name="connsiteX9" fmla="*/ 639 w 12779"/>
                <a:gd name="connsiteY9" fmla="*/ 8938 h 12767"/>
                <a:gd name="connsiteX10" fmla="*/ 1917 w 12779"/>
                <a:gd name="connsiteY10" fmla="*/ 10853 h 12767"/>
                <a:gd name="connsiteX11" fmla="*/ 3834 w 12779"/>
                <a:gd name="connsiteY11" fmla="*/ 12130 h 12767"/>
                <a:gd name="connsiteX12" fmla="*/ 6390 w 12779"/>
                <a:gd name="connsiteY12" fmla="*/ 12768 h 12767"/>
                <a:gd name="connsiteX13" fmla="*/ 8946 w 12779"/>
                <a:gd name="connsiteY13" fmla="*/ 12130 h 12767"/>
                <a:gd name="connsiteX14" fmla="*/ 10863 w 12779"/>
                <a:gd name="connsiteY14" fmla="*/ 10853 h 12767"/>
                <a:gd name="connsiteX15" fmla="*/ 12141 w 12779"/>
                <a:gd name="connsiteY15" fmla="*/ 8938 h 12767"/>
                <a:gd name="connsiteX16" fmla="*/ 12780 w 12779"/>
                <a:gd name="connsiteY16" fmla="*/ 6384 h 12767"/>
                <a:gd name="connsiteX17" fmla="*/ 10863 w 12779"/>
                <a:gd name="connsiteY17" fmla="*/ 1915 h 12767"/>
                <a:gd name="connsiteX18" fmla="*/ 10224 w 12779"/>
                <a:gd name="connsiteY18" fmla="*/ 1277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779" h="12767">
                  <a:moveTo>
                    <a:pt x="10224" y="1277"/>
                  </a:moveTo>
                  <a:cubicBezTo>
                    <a:pt x="9585" y="1277"/>
                    <a:pt x="9585" y="638"/>
                    <a:pt x="8946" y="638"/>
                  </a:cubicBezTo>
                  <a:cubicBezTo>
                    <a:pt x="8307" y="638"/>
                    <a:pt x="8307" y="0"/>
                    <a:pt x="7668" y="0"/>
                  </a:cubicBezTo>
                  <a:cubicBezTo>
                    <a:pt x="7029" y="0"/>
                    <a:pt x="5751" y="0"/>
                    <a:pt x="5112" y="0"/>
                  </a:cubicBezTo>
                  <a:lnTo>
                    <a:pt x="3834" y="638"/>
                  </a:lnTo>
                  <a:lnTo>
                    <a:pt x="2556" y="1277"/>
                  </a:lnTo>
                  <a:lnTo>
                    <a:pt x="1917" y="1915"/>
                  </a:lnTo>
                  <a:cubicBezTo>
                    <a:pt x="1278" y="2554"/>
                    <a:pt x="639" y="3830"/>
                    <a:pt x="0" y="5107"/>
                  </a:cubicBezTo>
                  <a:cubicBezTo>
                    <a:pt x="0" y="5746"/>
                    <a:pt x="0" y="5746"/>
                    <a:pt x="0" y="6384"/>
                  </a:cubicBezTo>
                  <a:cubicBezTo>
                    <a:pt x="0" y="7022"/>
                    <a:pt x="0" y="8299"/>
                    <a:pt x="639" y="8938"/>
                  </a:cubicBezTo>
                  <a:cubicBezTo>
                    <a:pt x="1278" y="9576"/>
                    <a:pt x="1278" y="10214"/>
                    <a:pt x="1917" y="10853"/>
                  </a:cubicBezTo>
                  <a:cubicBezTo>
                    <a:pt x="2556" y="11491"/>
                    <a:pt x="3195" y="12130"/>
                    <a:pt x="3834" y="12130"/>
                  </a:cubicBezTo>
                  <a:cubicBezTo>
                    <a:pt x="4473" y="12768"/>
                    <a:pt x="5751" y="12768"/>
                    <a:pt x="6390" y="12768"/>
                  </a:cubicBezTo>
                  <a:cubicBezTo>
                    <a:pt x="7029" y="12768"/>
                    <a:pt x="8307" y="12768"/>
                    <a:pt x="8946" y="12130"/>
                  </a:cubicBezTo>
                  <a:cubicBezTo>
                    <a:pt x="9585" y="12130"/>
                    <a:pt x="10224" y="11491"/>
                    <a:pt x="10863" y="10853"/>
                  </a:cubicBezTo>
                  <a:cubicBezTo>
                    <a:pt x="11502" y="10214"/>
                    <a:pt x="12141" y="9576"/>
                    <a:pt x="12141" y="8938"/>
                  </a:cubicBezTo>
                  <a:cubicBezTo>
                    <a:pt x="12780" y="8299"/>
                    <a:pt x="12780" y="7661"/>
                    <a:pt x="12780" y="6384"/>
                  </a:cubicBezTo>
                  <a:cubicBezTo>
                    <a:pt x="12780" y="4469"/>
                    <a:pt x="12141" y="3192"/>
                    <a:pt x="10863" y="1915"/>
                  </a:cubicBezTo>
                  <a:lnTo>
                    <a:pt x="10224" y="1277"/>
                  </a:lnTo>
                  <a:close/>
                </a:path>
              </a:pathLst>
            </a:custGeom>
            <a:solidFill>
              <a:srgbClr val="0076A8"/>
            </a:solidFill>
            <a:ln w="6390" cap="flat">
              <a:noFill/>
              <a:prstDash val="solid"/>
              <a:miter/>
            </a:ln>
          </p:spPr>
          <p:txBody>
            <a:bodyPr rtlCol="0" anchor="ctr"/>
            <a:lstStyle/>
            <a:p>
              <a:endParaRPr lang="en-US"/>
            </a:p>
          </p:txBody>
        </p:sp>
        <p:sp>
          <p:nvSpPr>
            <p:cNvPr id="1221" name="Graphic 4">
              <a:extLst>
                <a:ext uri="{FF2B5EF4-FFF2-40B4-BE49-F238E27FC236}">
                  <a16:creationId xmlns:a16="http://schemas.microsoft.com/office/drawing/2014/main" id="{FEA63F75-6FF9-0541-B5CD-B7B406DF78E6}"/>
                </a:ext>
              </a:extLst>
            </p:cNvPr>
            <p:cNvSpPr/>
            <p:nvPr/>
          </p:nvSpPr>
          <p:spPr>
            <a:xfrm>
              <a:off x="1617293" y="2509585"/>
              <a:ext cx="12779" cy="12739"/>
            </a:xfrm>
            <a:custGeom>
              <a:avLst/>
              <a:gdLst>
                <a:gd name="connsiteX0" fmla="*/ 10224 w 12779"/>
                <a:gd name="connsiteY0" fmla="*/ 1398 h 12739"/>
                <a:gd name="connsiteX1" fmla="*/ 8946 w 12779"/>
                <a:gd name="connsiteY1" fmla="*/ 759 h 12739"/>
                <a:gd name="connsiteX2" fmla="*/ 7668 w 12779"/>
                <a:gd name="connsiteY2" fmla="*/ 121 h 12739"/>
                <a:gd name="connsiteX3" fmla="*/ 0 w 12779"/>
                <a:gd name="connsiteY3" fmla="*/ 5228 h 12739"/>
                <a:gd name="connsiteX4" fmla="*/ 0 w 12779"/>
                <a:gd name="connsiteY4" fmla="*/ 6505 h 12739"/>
                <a:gd name="connsiteX5" fmla="*/ 639 w 12779"/>
                <a:gd name="connsiteY5" fmla="*/ 9059 h 12739"/>
                <a:gd name="connsiteX6" fmla="*/ 1917 w 12779"/>
                <a:gd name="connsiteY6" fmla="*/ 10974 h 12739"/>
                <a:gd name="connsiteX7" fmla="*/ 3834 w 12779"/>
                <a:gd name="connsiteY7" fmla="*/ 12251 h 12739"/>
                <a:gd name="connsiteX8" fmla="*/ 12141 w 12779"/>
                <a:gd name="connsiteY8" fmla="*/ 9059 h 12739"/>
                <a:gd name="connsiteX9" fmla="*/ 12780 w 12779"/>
                <a:gd name="connsiteY9" fmla="*/ 6505 h 12739"/>
                <a:gd name="connsiteX10" fmla="*/ 10863 w 12779"/>
                <a:gd name="connsiteY10" fmla="*/ 2036 h 12739"/>
                <a:gd name="connsiteX11" fmla="*/ 10224 w 12779"/>
                <a:gd name="connsiteY11" fmla="*/ 1398 h 12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79" h="12739">
                  <a:moveTo>
                    <a:pt x="10224" y="1398"/>
                  </a:moveTo>
                  <a:cubicBezTo>
                    <a:pt x="9585" y="1398"/>
                    <a:pt x="9585" y="759"/>
                    <a:pt x="8946" y="759"/>
                  </a:cubicBezTo>
                  <a:cubicBezTo>
                    <a:pt x="8307" y="759"/>
                    <a:pt x="8307" y="121"/>
                    <a:pt x="7668" y="121"/>
                  </a:cubicBezTo>
                  <a:cubicBezTo>
                    <a:pt x="4473" y="-517"/>
                    <a:pt x="639" y="1398"/>
                    <a:pt x="0" y="5228"/>
                  </a:cubicBezTo>
                  <a:cubicBezTo>
                    <a:pt x="0" y="5867"/>
                    <a:pt x="0" y="5867"/>
                    <a:pt x="0" y="6505"/>
                  </a:cubicBezTo>
                  <a:cubicBezTo>
                    <a:pt x="0" y="7143"/>
                    <a:pt x="0" y="8420"/>
                    <a:pt x="639" y="9059"/>
                  </a:cubicBezTo>
                  <a:cubicBezTo>
                    <a:pt x="1278" y="9697"/>
                    <a:pt x="1278" y="10335"/>
                    <a:pt x="1917" y="10974"/>
                  </a:cubicBezTo>
                  <a:cubicBezTo>
                    <a:pt x="2556" y="11612"/>
                    <a:pt x="3195" y="12251"/>
                    <a:pt x="3834" y="12251"/>
                  </a:cubicBezTo>
                  <a:cubicBezTo>
                    <a:pt x="7029" y="13527"/>
                    <a:pt x="10863" y="12251"/>
                    <a:pt x="12141" y="9059"/>
                  </a:cubicBezTo>
                  <a:cubicBezTo>
                    <a:pt x="12141" y="8420"/>
                    <a:pt x="12780" y="7782"/>
                    <a:pt x="12780" y="6505"/>
                  </a:cubicBezTo>
                  <a:cubicBezTo>
                    <a:pt x="12780" y="4590"/>
                    <a:pt x="12141" y="3313"/>
                    <a:pt x="10863" y="2036"/>
                  </a:cubicBezTo>
                  <a:cubicBezTo>
                    <a:pt x="10863" y="2036"/>
                    <a:pt x="10863" y="1398"/>
                    <a:pt x="10224" y="1398"/>
                  </a:cubicBezTo>
                  <a:close/>
                </a:path>
              </a:pathLst>
            </a:custGeom>
            <a:solidFill>
              <a:srgbClr val="0076A8"/>
            </a:solidFill>
            <a:ln w="6390" cap="flat">
              <a:noFill/>
              <a:prstDash val="solid"/>
              <a:miter/>
            </a:ln>
          </p:spPr>
          <p:txBody>
            <a:bodyPr rtlCol="0" anchor="ctr"/>
            <a:lstStyle/>
            <a:p>
              <a:endParaRPr lang="en-US"/>
            </a:p>
          </p:txBody>
        </p:sp>
        <p:sp>
          <p:nvSpPr>
            <p:cNvPr id="1222" name="Graphic 4">
              <a:extLst>
                <a:ext uri="{FF2B5EF4-FFF2-40B4-BE49-F238E27FC236}">
                  <a16:creationId xmlns:a16="http://schemas.microsoft.com/office/drawing/2014/main" id="{A7E8E4CD-8B11-6645-8E8D-9EEEEA07BF94}"/>
                </a:ext>
              </a:extLst>
            </p:cNvPr>
            <p:cNvSpPr/>
            <p:nvPr/>
          </p:nvSpPr>
          <p:spPr>
            <a:xfrm>
              <a:off x="1646047" y="2538408"/>
              <a:ext cx="12779" cy="12819"/>
            </a:xfrm>
            <a:custGeom>
              <a:avLst/>
              <a:gdLst>
                <a:gd name="connsiteX0" fmla="*/ 8946 w 12779"/>
                <a:gd name="connsiteY0" fmla="*/ 664 h 12819"/>
                <a:gd name="connsiteX1" fmla="*/ 1917 w 12779"/>
                <a:gd name="connsiteY1" fmla="*/ 1941 h 12819"/>
                <a:gd name="connsiteX2" fmla="*/ 639 w 12779"/>
                <a:gd name="connsiteY2" fmla="*/ 3856 h 12819"/>
                <a:gd name="connsiteX3" fmla="*/ 0 w 12779"/>
                <a:gd name="connsiteY3" fmla="*/ 5133 h 12819"/>
                <a:gd name="connsiteX4" fmla="*/ 0 w 12779"/>
                <a:gd name="connsiteY4" fmla="*/ 6410 h 12819"/>
                <a:gd name="connsiteX5" fmla="*/ 639 w 12779"/>
                <a:gd name="connsiteY5" fmla="*/ 8963 h 12819"/>
                <a:gd name="connsiteX6" fmla="*/ 1917 w 12779"/>
                <a:gd name="connsiteY6" fmla="*/ 10879 h 12819"/>
                <a:gd name="connsiteX7" fmla="*/ 3834 w 12779"/>
                <a:gd name="connsiteY7" fmla="*/ 12155 h 12819"/>
                <a:gd name="connsiteX8" fmla="*/ 10863 w 12779"/>
                <a:gd name="connsiteY8" fmla="*/ 10879 h 12819"/>
                <a:gd name="connsiteX9" fmla="*/ 12141 w 12779"/>
                <a:gd name="connsiteY9" fmla="*/ 8963 h 12819"/>
                <a:gd name="connsiteX10" fmla="*/ 12780 w 12779"/>
                <a:gd name="connsiteY10" fmla="*/ 6410 h 12819"/>
                <a:gd name="connsiteX11" fmla="*/ 10863 w 12779"/>
                <a:gd name="connsiteY11" fmla="*/ 1941 h 12819"/>
                <a:gd name="connsiteX12" fmla="*/ 8946 w 12779"/>
                <a:gd name="connsiteY12" fmla="*/ 664 h 1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79" h="12819">
                  <a:moveTo>
                    <a:pt x="8946" y="664"/>
                  </a:moveTo>
                  <a:cubicBezTo>
                    <a:pt x="6390" y="-613"/>
                    <a:pt x="3834" y="26"/>
                    <a:pt x="1917" y="1941"/>
                  </a:cubicBezTo>
                  <a:cubicBezTo>
                    <a:pt x="1278" y="2579"/>
                    <a:pt x="639" y="3218"/>
                    <a:pt x="639" y="3856"/>
                  </a:cubicBezTo>
                  <a:cubicBezTo>
                    <a:pt x="639" y="4495"/>
                    <a:pt x="0" y="4495"/>
                    <a:pt x="0" y="5133"/>
                  </a:cubicBezTo>
                  <a:cubicBezTo>
                    <a:pt x="0" y="5771"/>
                    <a:pt x="0" y="5771"/>
                    <a:pt x="0" y="6410"/>
                  </a:cubicBezTo>
                  <a:cubicBezTo>
                    <a:pt x="0" y="7048"/>
                    <a:pt x="0" y="8325"/>
                    <a:pt x="639" y="8963"/>
                  </a:cubicBezTo>
                  <a:cubicBezTo>
                    <a:pt x="639" y="9602"/>
                    <a:pt x="1278" y="10240"/>
                    <a:pt x="1917" y="10879"/>
                  </a:cubicBezTo>
                  <a:cubicBezTo>
                    <a:pt x="2556" y="11517"/>
                    <a:pt x="3195" y="12155"/>
                    <a:pt x="3834" y="12155"/>
                  </a:cubicBezTo>
                  <a:cubicBezTo>
                    <a:pt x="6390" y="13432"/>
                    <a:pt x="8946" y="12794"/>
                    <a:pt x="10863" y="10879"/>
                  </a:cubicBezTo>
                  <a:cubicBezTo>
                    <a:pt x="11502" y="10240"/>
                    <a:pt x="12141" y="9602"/>
                    <a:pt x="12141" y="8963"/>
                  </a:cubicBezTo>
                  <a:cubicBezTo>
                    <a:pt x="12780" y="8325"/>
                    <a:pt x="12780" y="7687"/>
                    <a:pt x="12780" y="6410"/>
                  </a:cubicBezTo>
                  <a:cubicBezTo>
                    <a:pt x="12780" y="4495"/>
                    <a:pt x="12141" y="3218"/>
                    <a:pt x="10863" y="1941"/>
                  </a:cubicBezTo>
                  <a:cubicBezTo>
                    <a:pt x="10224" y="1303"/>
                    <a:pt x="9585" y="664"/>
                    <a:pt x="8946" y="664"/>
                  </a:cubicBezTo>
                  <a:close/>
                </a:path>
              </a:pathLst>
            </a:custGeom>
            <a:solidFill>
              <a:srgbClr val="0076A8"/>
            </a:solidFill>
            <a:ln w="6390" cap="flat">
              <a:noFill/>
              <a:prstDash val="solid"/>
              <a:miter/>
            </a:ln>
          </p:spPr>
          <p:txBody>
            <a:bodyPr rtlCol="0" anchor="ctr"/>
            <a:lstStyle/>
            <a:p>
              <a:endParaRPr lang="en-US"/>
            </a:p>
          </p:txBody>
        </p:sp>
        <p:sp>
          <p:nvSpPr>
            <p:cNvPr id="1223" name="Graphic 4">
              <a:extLst>
                <a:ext uri="{FF2B5EF4-FFF2-40B4-BE49-F238E27FC236}">
                  <a16:creationId xmlns:a16="http://schemas.microsoft.com/office/drawing/2014/main" id="{2DA71F0E-C7F0-A64A-A56A-5EA345830199}"/>
                </a:ext>
              </a:extLst>
            </p:cNvPr>
            <p:cNvSpPr/>
            <p:nvPr/>
          </p:nvSpPr>
          <p:spPr>
            <a:xfrm>
              <a:off x="1646047" y="2509706"/>
              <a:ext cx="12779" cy="12767"/>
            </a:xfrm>
            <a:custGeom>
              <a:avLst/>
              <a:gdLst>
                <a:gd name="connsiteX0" fmla="*/ 10224 w 12779"/>
                <a:gd name="connsiteY0" fmla="*/ 1277 h 12767"/>
                <a:gd name="connsiteX1" fmla="*/ 8946 w 12779"/>
                <a:gd name="connsiteY1" fmla="*/ 638 h 12767"/>
                <a:gd name="connsiteX2" fmla="*/ 7668 w 12779"/>
                <a:gd name="connsiteY2" fmla="*/ 0 h 12767"/>
                <a:gd name="connsiteX3" fmla="*/ 3834 w 12779"/>
                <a:gd name="connsiteY3" fmla="*/ 638 h 12767"/>
                <a:gd name="connsiteX4" fmla="*/ 1917 w 12779"/>
                <a:gd name="connsiteY4" fmla="*/ 1915 h 12767"/>
                <a:gd name="connsiteX5" fmla="*/ 639 w 12779"/>
                <a:gd name="connsiteY5" fmla="*/ 3830 h 12767"/>
                <a:gd name="connsiteX6" fmla="*/ 0 w 12779"/>
                <a:gd name="connsiteY6" fmla="*/ 5107 h 12767"/>
                <a:gd name="connsiteX7" fmla="*/ 0 w 12779"/>
                <a:gd name="connsiteY7" fmla="*/ 6384 h 12767"/>
                <a:gd name="connsiteX8" fmla="*/ 6390 w 12779"/>
                <a:gd name="connsiteY8" fmla="*/ 12768 h 12767"/>
                <a:gd name="connsiteX9" fmla="*/ 8946 w 12779"/>
                <a:gd name="connsiteY9" fmla="*/ 12130 h 12767"/>
                <a:gd name="connsiteX10" fmla="*/ 12141 w 12779"/>
                <a:gd name="connsiteY10" fmla="*/ 8938 h 12767"/>
                <a:gd name="connsiteX11" fmla="*/ 12780 w 12779"/>
                <a:gd name="connsiteY11" fmla="*/ 6384 h 12767"/>
                <a:gd name="connsiteX12" fmla="*/ 10863 w 12779"/>
                <a:gd name="connsiteY12" fmla="*/ 1915 h 12767"/>
                <a:gd name="connsiteX13" fmla="*/ 10224 w 12779"/>
                <a:gd name="connsiteY13" fmla="*/ 1277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79" h="12767">
                  <a:moveTo>
                    <a:pt x="10224" y="1277"/>
                  </a:moveTo>
                  <a:cubicBezTo>
                    <a:pt x="9585" y="1277"/>
                    <a:pt x="9585" y="638"/>
                    <a:pt x="8946" y="638"/>
                  </a:cubicBezTo>
                  <a:cubicBezTo>
                    <a:pt x="8307" y="638"/>
                    <a:pt x="8307" y="638"/>
                    <a:pt x="7668" y="0"/>
                  </a:cubicBezTo>
                  <a:cubicBezTo>
                    <a:pt x="6390" y="0"/>
                    <a:pt x="5112" y="0"/>
                    <a:pt x="3834" y="638"/>
                  </a:cubicBezTo>
                  <a:cubicBezTo>
                    <a:pt x="3195" y="638"/>
                    <a:pt x="2556" y="1277"/>
                    <a:pt x="1917" y="1915"/>
                  </a:cubicBezTo>
                  <a:cubicBezTo>
                    <a:pt x="1278" y="2554"/>
                    <a:pt x="639" y="3192"/>
                    <a:pt x="639" y="3830"/>
                  </a:cubicBezTo>
                  <a:cubicBezTo>
                    <a:pt x="639" y="4469"/>
                    <a:pt x="639" y="4469"/>
                    <a:pt x="0" y="5107"/>
                  </a:cubicBezTo>
                  <a:cubicBezTo>
                    <a:pt x="0" y="5746"/>
                    <a:pt x="0" y="5746"/>
                    <a:pt x="0" y="6384"/>
                  </a:cubicBezTo>
                  <a:cubicBezTo>
                    <a:pt x="0" y="10214"/>
                    <a:pt x="3195" y="12768"/>
                    <a:pt x="6390" y="12768"/>
                  </a:cubicBezTo>
                  <a:cubicBezTo>
                    <a:pt x="7029" y="12768"/>
                    <a:pt x="8307" y="12768"/>
                    <a:pt x="8946" y="12130"/>
                  </a:cubicBezTo>
                  <a:cubicBezTo>
                    <a:pt x="10863" y="11491"/>
                    <a:pt x="11502" y="10214"/>
                    <a:pt x="12141" y="8938"/>
                  </a:cubicBezTo>
                  <a:cubicBezTo>
                    <a:pt x="12780" y="8299"/>
                    <a:pt x="12780" y="7661"/>
                    <a:pt x="12780" y="6384"/>
                  </a:cubicBezTo>
                  <a:cubicBezTo>
                    <a:pt x="12780" y="4469"/>
                    <a:pt x="12141" y="3192"/>
                    <a:pt x="10863" y="1915"/>
                  </a:cubicBezTo>
                  <a:cubicBezTo>
                    <a:pt x="10863" y="1915"/>
                    <a:pt x="10863" y="1277"/>
                    <a:pt x="10224" y="1277"/>
                  </a:cubicBezTo>
                  <a:close/>
                </a:path>
              </a:pathLst>
            </a:custGeom>
            <a:solidFill>
              <a:srgbClr val="0076A8"/>
            </a:solidFill>
            <a:ln w="6390" cap="flat">
              <a:noFill/>
              <a:prstDash val="solid"/>
              <a:miter/>
            </a:ln>
          </p:spPr>
          <p:txBody>
            <a:bodyPr rtlCol="0" anchor="ctr"/>
            <a:lstStyle/>
            <a:p>
              <a:endParaRPr lang="en-US"/>
            </a:p>
          </p:txBody>
        </p:sp>
      </p:grpSp>
      <p:grpSp>
        <p:nvGrpSpPr>
          <p:cNvPr id="1224" name="Graphic 4">
            <a:extLst>
              <a:ext uri="{FF2B5EF4-FFF2-40B4-BE49-F238E27FC236}">
                <a16:creationId xmlns:a16="http://schemas.microsoft.com/office/drawing/2014/main" id="{A401086D-6B09-B641-862D-E4492DC43CA4}"/>
              </a:ext>
            </a:extLst>
          </p:cNvPr>
          <p:cNvGrpSpPr>
            <a:grpSpLocks noChangeAspect="1"/>
          </p:cNvGrpSpPr>
          <p:nvPr/>
        </p:nvGrpSpPr>
        <p:grpSpPr>
          <a:xfrm>
            <a:off x="1514415" y="2855717"/>
            <a:ext cx="362309" cy="361971"/>
            <a:chOff x="1514415" y="2855717"/>
            <a:chExt cx="362309" cy="361971"/>
          </a:xfrm>
          <a:solidFill>
            <a:srgbClr val="0076A8"/>
          </a:solidFill>
        </p:grpSpPr>
        <p:sp>
          <p:nvSpPr>
            <p:cNvPr id="1225" name="Graphic 4">
              <a:extLst>
                <a:ext uri="{FF2B5EF4-FFF2-40B4-BE49-F238E27FC236}">
                  <a16:creationId xmlns:a16="http://schemas.microsoft.com/office/drawing/2014/main" id="{660AAFD6-483E-9B47-9B13-314411B62A77}"/>
                </a:ext>
              </a:extLst>
            </p:cNvPr>
            <p:cNvSpPr/>
            <p:nvPr/>
          </p:nvSpPr>
          <p:spPr>
            <a:xfrm>
              <a:off x="1514415" y="2855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0438"/>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49530" y="273234"/>
                    <a:pt x="274128" y="348565"/>
                    <a:pt x="181474" y="349204"/>
                  </a:cubicBezTo>
                  <a:close/>
                </a:path>
              </a:pathLst>
            </a:custGeom>
            <a:solidFill>
              <a:srgbClr val="0076A8"/>
            </a:solidFill>
            <a:ln w="6390" cap="flat">
              <a:noFill/>
              <a:prstDash val="solid"/>
              <a:miter/>
            </a:ln>
          </p:spPr>
          <p:txBody>
            <a:bodyPr rtlCol="0" anchor="ctr"/>
            <a:lstStyle/>
            <a:p>
              <a:endParaRPr lang="en-US"/>
            </a:p>
          </p:txBody>
        </p:sp>
        <p:sp>
          <p:nvSpPr>
            <p:cNvPr id="1226" name="Graphic 4">
              <a:extLst>
                <a:ext uri="{FF2B5EF4-FFF2-40B4-BE49-F238E27FC236}">
                  <a16:creationId xmlns:a16="http://schemas.microsoft.com/office/drawing/2014/main" id="{D9DAAE5E-CDC2-3B42-A6AC-A44DB60119A9}"/>
                </a:ext>
              </a:extLst>
            </p:cNvPr>
            <p:cNvSpPr/>
            <p:nvPr/>
          </p:nvSpPr>
          <p:spPr>
            <a:xfrm>
              <a:off x="1587899" y="2957223"/>
              <a:ext cx="216618" cy="158322"/>
            </a:xfrm>
            <a:custGeom>
              <a:avLst/>
              <a:gdLst>
                <a:gd name="connsiteX0" fmla="*/ 210229 w 216618"/>
                <a:gd name="connsiteY0" fmla="*/ 0 h 158322"/>
                <a:gd name="connsiteX1" fmla="*/ 6390 w 216618"/>
                <a:gd name="connsiteY1" fmla="*/ 0 h 158322"/>
                <a:gd name="connsiteX2" fmla="*/ 0 w 216618"/>
                <a:gd name="connsiteY2" fmla="*/ 6384 h 158322"/>
                <a:gd name="connsiteX3" fmla="*/ 0 w 216618"/>
                <a:gd name="connsiteY3" fmla="*/ 151939 h 158322"/>
                <a:gd name="connsiteX4" fmla="*/ 6390 w 216618"/>
                <a:gd name="connsiteY4" fmla="*/ 158323 h 158322"/>
                <a:gd name="connsiteX5" fmla="*/ 210229 w 216618"/>
                <a:gd name="connsiteY5" fmla="*/ 158323 h 158322"/>
                <a:gd name="connsiteX6" fmla="*/ 216619 w 216618"/>
                <a:gd name="connsiteY6" fmla="*/ 151939 h 158322"/>
                <a:gd name="connsiteX7" fmla="*/ 216619 w 216618"/>
                <a:gd name="connsiteY7" fmla="*/ 6384 h 158322"/>
                <a:gd name="connsiteX8" fmla="*/ 210229 w 216618"/>
                <a:gd name="connsiteY8" fmla="*/ 0 h 158322"/>
                <a:gd name="connsiteX9" fmla="*/ 58148 w 216618"/>
                <a:gd name="connsiteY9" fmla="*/ 145555 h 158322"/>
                <a:gd name="connsiteX10" fmla="*/ 41535 w 216618"/>
                <a:gd name="connsiteY10" fmla="*/ 145555 h 158322"/>
                <a:gd name="connsiteX11" fmla="*/ 41535 w 216618"/>
                <a:gd name="connsiteY11" fmla="*/ 100228 h 158322"/>
                <a:gd name="connsiteX12" fmla="*/ 58148 w 216618"/>
                <a:gd name="connsiteY12" fmla="*/ 100228 h 158322"/>
                <a:gd name="connsiteX13" fmla="*/ 58148 w 216618"/>
                <a:gd name="connsiteY13" fmla="*/ 145555 h 158322"/>
                <a:gd name="connsiteX14" fmla="*/ 203839 w 216618"/>
                <a:gd name="connsiteY14" fmla="*/ 145555 h 158322"/>
                <a:gd name="connsiteX15" fmla="*/ 70928 w 216618"/>
                <a:gd name="connsiteY15" fmla="*/ 145555 h 158322"/>
                <a:gd name="connsiteX16" fmla="*/ 70928 w 216618"/>
                <a:gd name="connsiteY16" fmla="*/ 93844 h 158322"/>
                <a:gd name="connsiteX17" fmla="*/ 64538 w 216618"/>
                <a:gd name="connsiteY17" fmla="*/ 87460 h 158322"/>
                <a:gd name="connsiteX18" fmla="*/ 35145 w 216618"/>
                <a:gd name="connsiteY18" fmla="*/ 87460 h 158322"/>
                <a:gd name="connsiteX19" fmla="*/ 28755 w 216618"/>
                <a:gd name="connsiteY19" fmla="*/ 93844 h 158322"/>
                <a:gd name="connsiteX20" fmla="*/ 28755 w 216618"/>
                <a:gd name="connsiteY20" fmla="*/ 145555 h 158322"/>
                <a:gd name="connsiteX21" fmla="*/ 12141 w 216618"/>
                <a:gd name="connsiteY21" fmla="*/ 145555 h 158322"/>
                <a:gd name="connsiteX22" fmla="*/ 12141 w 216618"/>
                <a:gd name="connsiteY22" fmla="*/ 12768 h 158322"/>
                <a:gd name="connsiteX23" fmla="*/ 203200 w 216618"/>
                <a:gd name="connsiteY23" fmla="*/ 12768 h 158322"/>
                <a:gd name="connsiteX24" fmla="*/ 203839 w 216618"/>
                <a:gd name="connsiteY24" fmla="*/ 145555 h 158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16618" h="158322">
                  <a:moveTo>
                    <a:pt x="210229" y="0"/>
                  </a:moveTo>
                  <a:lnTo>
                    <a:pt x="6390" y="0"/>
                  </a:lnTo>
                  <a:cubicBezTo>
                    <a:pt x="2556" y="0"/>
                    <a:pt x="0" y="2554"/>
                    <a:pt x="0" y="6384"/>
                  </a:cubicBezTo>
                  <a:lnTo>
                    <a:pt x="0" y="151939"/>
                  </a:lnTo>
                  <a:cubicBezTo>
                    <a:pt x="0" y="155769"/>
                    <a:pt x="2556" y="158323"/>
                    <a:pt x="6390" y="158323"/>
                  </a:cubicBezTo>
                  <a:lnTo>
                    <a:pt x="210229" y="158323"/>
                  </a:lnTo>
                  <a:cubicBezTo>
                    <a:pt x="214063" y="158323"/>
                    <a:pt x="216619" y="155769"/>
                    <a:pt x="216619" y="151939"/>
                  </a:cubicBezTo>
                  <a:lnTo>
                    <a:pt x="216619" y="6384"/>
                  </a:lnTo>
                  <a:cubicBezTo>
                    <a:pt x="216619" y="2554"/>
                    <a:pt x="213424" y="0"/>
                    <a:pt x="210229" y="0"/>
                  </a:cubicBezTo>
                  <a:close/>
                  <a:moveTo>
                    <a:pt x="58148" y="145555"/>
                  </a:moveTo>
                  <a:lnTo>
                    <a:pt x="41535" y="145555"/>
                  </a:lnTo>
                  <a:lnTo>
                    <a:pt x="41535" y="100228"/>
                  </a:lnTo>
                  <a:lnTo>
                    <a:pt x="58148" y="100228"/>
                  </a:lnTo>
                  <a:lnTo>
                    <a:pt x="58148" y="145555"/>
                  </a:lnTo>
                  <a:close/>
                  <a:moveTo>
                    <a:pt x="203839" y="145555"/>
                  </a:moveTo>
                  <a:lnTo>
                    <a:pt x="70928" y="145555"/>
                  </a:lnTo>
                  <a:lnTo>
                    <a:pt x="70928" y="93844"/>
                  </a:lnTo>
                  <a:cubicBezTo>
                    <a:pt x="70928" y="90014"/>
                    <a:pt x="68372" y="87460"/>
                    <a:pt x="64538" y="87460"/>
                  </a:cubicBezTo>
                  <a:lnTo>
                    <a:pt x="35145" y="87460"/>
                  </a:lnTo>
                  <a:cubicBezTo>
                    <a:pt x="31311" y="87460"/>
                    <a:pt x="28755" y="90014"/>
                    <a:pt x="28755" y="93844"/>
                  </a:cubicBezTo>
                  <a:lnTo>
                    <a:pt x="28755" y="145555"/>
                  </a:lnTo>
                  <a:lnTo>
                    <a:pt x="12141" y="145555"/>
                  </a:lnTo>
                  <a:lnTo>
                    <a:pt x="12141" y="12768"/>
                  </a:lnTo>
                  <a:lnTo>
                    <a:pt x="203200" y="12768"/>
                  </a:lnTo>
                  <a:lnTo>
                    <a:pt x="203839" y="145555"/>
                  </a:lnTo>
                  <a:close/>
                </a:path>
              </a:pathLst>
            </a:custGeom>
            <a:solidFill>
              <a:srgbClr val="0076A8"/>
            </a:solidFill>
            <a:ln w="6390" cap="flat">
              <a:noFill/>
              <a:prstDash val="solid"/>
              <a:miter/>
            </a:ln>
          </p:spPr>
          <p:txBody>
            <a:bodyPr rtlCol="0" anchor="ctr"/>
            <a:lstStyle/>
            <a:p>
              <a:endParaRPr lang="en-US"/>
            </a:p>
          </p:txBody>
        </p:sp>
        <p:sp>
          <p:nvSpPr>
            <p:cNvPr id="1227" name="Graphic 4">
              <a:extLst>
                <a:ext uri="{FF2B5EF4-FFF2-40B4-BE49-F238E27FC236}">
                  <a16:creationId xmlns:a16="http://schemas.microsoft.com/office/drawing/2014/main" id="{BDCE3E9A-F8D4-054E-A494-AF3CF778B318}"/>
                </a:ext>
              </a:extLst>
            </p:cNvPr>
            <p:cNvSpPr/>
            <p:nvPr/>
          </p:nvSpPr>
          <p:spPr>
            <a:xfrm>
              <a:off x="1704170" y="3044683"/>
              <a:ext cx="12805" cy="12793"/>
            </a:xfrm>
            <a:custGeom>
              <a:avLst/>
              <a:gdLst>
                <a:gd name="connsiteX0" fmla="*/ 1943 w 12805"/>
                <a:gd name="connsiteY0" fmla="*/ 10853 h 12793"/>
                <a:gd name="connsiteX1" fmla="*/ 8972 w 12805"/>
                <a:gd name="connsiteY1" fmla="*/ 12130 h 12793"/>
                <a:gd name="connsiteX2" fmla="*/ 10889 w 12805"/>
                <a:gd name="connsiteY2" fmla="*/ 10853 h 12793"/>
                <a:gd name="connsiteX3" fmla="*/ 12167 w 12805"/>
                <a:gd name="connsiteY3" fmla="*/ 8938 h 12793"/>
                <a:gd name="connsiteX4" fmla="*/ 12806 w 12805"/>
                <a:gd name="connsiteY4" fmla="*/ 6384 h 12793"/>
                <a:gd name="connsiteX5" fmla="*/ 10889 w 12805"/>
                <a:gd name="connsiteY5" fmla="*/ 1915 h 12793"/>
                <a:gd name="connsiteX6" fmla="*/ 1943 w 12805"/>
                <a:gd name="connsiteY6" fmla="*/ 1915 h 12793"/>
                <a:gd name="connsiteX7" fmla="*/ 1943 w 12805"/>
                <a:gd name="connsiteY7" fmla="*/ 1915 h 12793"/>
                <a:gd name="connsiteX8" fmla="*/ 665 w 12805"/>
                <a:gd name="connsiteY8" fmla="*/ 8938 h 12793"/>
                <a:gd name="connsiteX9" fmla="*/ 1943 w 12805"/>
                <a:gd name="connsiteY9" fmla="*/ 10853 h 1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805" h="12793">
                  <a:moveTo>
                    <a:pt x="1943" y="10853"/>
                  </a:moveTo>
                  <a:cubicBezTo>
                    <a:pt x="3860" y="12768"/>
                    <a:pt x="6416" y="13406"/>
                    <a:pt x="8972" y="12130"/>
                  </a:cubicBezTo>
                  <a:cubicBezTo>
                    <a:pt x="9611" y="12130"/>
                    <a:pt x="10250" y="11491"/>
                    <a:pt x="10889" y="10853"/>
                  </a:cubicBezTo>
                  <a:cubicBezTo>
                    <a:pt x="11528" y="10214"/>
                    <a:pt x="12167" y="9576"/>
                    <a:pt x="12167" y="8938"/>
                  </a:cubicBezTo>
                  <a:cubicBezTo>
                    <a:pt x="12167" y="8299"/>
                    <a:pt x="12806" y="7022"/>
                    <a:pt x="12806" y="6384"/>
                  </a:cubicBezTo>
                  <a:cubicBezTo>
                    <a:pt x="12806" y="4469"/>
                    <a:pt x="12167" y="3192"/>
                    <a:pt x="10889" y="1915"/>
                  </a:cubicBezTo>
                  <a:cubicBezTo>
                    <a:pt x="8333" y="-638"/>
                    <a:pt x="4499" y="-638"/>
                    <a:pt x="1943" y="1915"/>
                  </a:cubicBezTo>
                  <a:cubicBezTo>
                    <a:pt x="1943" y="1915"/>
                    <a:pt x="1943" y="1915"/>
                    <a:pt x="1943" y="1915"/>
                  </a:cubicBezTo>
                  <a:cubicBezTo>
                    <a:pt x="26" y="3830"/>
                    <a:pt x="-613" y="6384"/>
                    <a:pt x="665" y="8938"/>
                  </a:cubicBezTo>
                  <a:cubicBezTo>
                    <a:pt x="665" y="9576"/>
                    <a:pt x="1304" y="10214"/>
                    <a:pt x="1943" y="10853"/>
                  </a:cubicBezTo>
                  <a:close/>
                </a:path>
              </a:pathLst>
            </a:custGeom>
            <a:solidFill>
              <a:srgbClr val="0076A8"/>
            </a:solidFill>
            <a:ln w="6390" cap="flat">
              <a:noFill/>
              <a:prstDash val="solid"/>
              <a:miter/>
            </a:ln>
          </p:spPr>
          <p:txBody>
            <a:bodyPr rtlCol="0" anchor="ctr"/>
            <a:lstStyle/>
            <a:p>
              <a:endParaRPr lang="en-US"/>
            </a:p>
          </p:txBody>
        </p:sp>
        <p:sp>
          <p:nvSpPr>
            <p:cNvPr id="1228" name="Graphic 4">
              <a:extLst>
                <a:ext uri="{FF2B5EF4-FFF2-40B4-BE49-F238E27FC236}">
                  <a16:creationId xmlns:a16="http://schemas.microsoft.com/office/drawing/2014/main" id="{C699CAAD-E731-7848-B642-735916AE9410}"/>
                </a:ext>
              </a:extLst>
            </p:cNvPr>
            <p:cNvSpPr/>
            <p:nvPr/>
          </p:nvSpPr>
          <p:spPr>
            <a:xfrm>
              <a:off x="1704196" y="3074050"/>
              <a:ext cx="12779" cy="12793"/>
            </a:xfrm>
            <a:custGeom>
              <a:avLst/>
              <a:gdLst>
                <a:gd name="connsiteX0" fmla="*/ 3834 w 12779"/>
                <a:gd name="connsiteY0" fmla="*/ 12130 h 12793"/>
                <a:gd name="connsiteX1" fmla="*/ 10863 w 12779"/>
                <a:gd name="connsiteY1" fmla="*/ 10853 h 12793"/>
                <a:gd name="connsiteX2" fmla="*/ 12780 w 12779"/>
                <a:gd name="connsiteY2" fmla="*/ 6384 h 12793"/>
                <a:gd name="connsiteX3" fmla="*/ 10863 w 12779"/>
                <a:gd name="connsiteY3" fmla="*/ 1915 h 12793"/>
                <a:gd name="connsiteX4" fmla="*/ 5112 w 12779"/>
                <a:gd name="connsiteY4" fmla="*/ 0 h 12793"/>
                <a:gd name="connsiteX5" fmla="*/ 3834 w 12779"/>
                <a:gd name="connsiteY5" fmla="*/ 638 h 12793"/>
                <a:gd name="connsiteX6" fmla="*/ 2556 w 12779"/>
                <a:gd name="connsiteY6" fmla="*/ 1277 h 12793"/>
                <a:gd name="connsiteX7" fmla="*/ 1917 w 12779"/>
                <a:gd name="connsiteY7" fmla="*/ 1915 h 12793"/>
                <a:gd name="connsiteX8" fmla="*/ 639 w 12779"/>
                <a:gd name="connsiteY8" fmla="*/ 3830 h 12793"/>
                <a:gd name="connsiteX9" fmla="*/ 0 w 12779"/>
                <a:gd name="connsiteY9" fmla="*/ 5107 h 12793"/>
                <a:gd name="connsiteX10" fmla="*/ 0 w 12779"/>
                <a:gd name="connsiteY10" fmla="*/ 6384 h 12793"/>
                <a:gd name="connsiteX11" fmla="*/ 1917 w 12779"/>
                <a:gd name="connsiteY11" fmla="*/ 10853 h 12793"/>
                <a:gd name="connsiteX12" fmla="*/ 3834 w 12779"/>
                <a:gd name="connsiteY12" fmla="*/ 12130 h 1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79" h="12793">
                  <a:moveTo>
                    <a:pt x="3834" y="12130"/>
                  </a:moveTo>
                  <a:cubicBezTo>
                    <a:pt x="6390" y="13406"/>
                    <a:pt x="8946" y="12768"/>
                    <a:pt x="10863" y="10853"/>
                  </a:cubicBezTo>
                  <a:cubicBezTo>
                    <a:pt x="12141" y="9576"/>
                    <a:pt x="12780" y="8299"/>
                    <a:pt x="12780" y="6384"/>
                  </a:cubicBezTo>
                  <a:cubicBezTo>
                    <a:pt x="12780" y="4469"/>
                    <a:pt x="12141" y="3192"/>
                    <a:pt x="10863" y="1915"/>
                  </a:cubicBezTo>
                  <a:cubicBezTo>
                    <a:pt x="9585" y="638"/>
                    <a:pt x="7029" y="0"/>
                    <a:pt x="5112" y="0"/>
                  </a:cubicBezTo>
                  <a:lnTo>
                    <a:pt x="3834" y="638"/>
                  </a:lnTo>
                  <a:lnTo>
                    <a:pt x="2556" y="1277"/>
                  </a:lnTo>
                  <a:cubicBezTo>
                    <a:pt x="1917" y="1277"/>
                    <a:pt x="1917" y="1915"/>
                    <a:pt x="1917" y="1915"/>
                  </a:cubicBezTo>
                  <a:cubicBezTo>
                    <a:pt x="1278" y="2554"/>
                    <a:pt x="639" y="3192"/>
                    <a:pt x="639" y="3830"/>
                  </a:cubicBezTo>
                  <a:cubicBezTo>
                    <a:pt x="639" y="4469"/>
                    <a:pt x="639" y="4469"/>
                    <a:pt x="0" y="5107"/>
                  </a:cubicBezTo>
                  <a:cubicBezTo>
                    <a:pt x="0" y="5746"/>
                    <a:pt x="0" y="5746"/>
                    <a:pt x="0" y="6384"/>
                  </a:cubicBezTo>
                  <a:cubicBezTo>
                    <a:pt x="0" y="8299"/>
                    <a:pt x="639" y="9576"/>
                    <a:pt x="1917" y="10853"/>
                  </a:cubicBezTo>
                  <a:cubicBezTo>
                    <a:pt x="2556" y="10853"/>
                    <a:pt x="3195" y="11491"/>
                    <a:pt x="3834" y="12130"/>
                  </a:cubicBezTo>
                  <a:close/>
                </a:path>
              </a:pathLst>
            </a:custGeom>
            <a:solidFill>
              <a:srgbClr val="0076A8"/>
            </a:solidFill>
            <a:ln w="6390" cap="flat">
              <a:noFill/>
              <a:prstDash val="solid"/>
              <a:miter/>
            </a:ln>
          </p:spPr>
          <p:txBody>
            <a:bodyPr rtlCol="0" anchor="ctr"/>
            <a:lstStyle/>
            <a:p>
              <a:endParaRPr lang="en-US"/>
            </a:p>
          </p:txBody>
        </p:sp>
        <p:sp>
          <p:nvSpPr>
            <p:cNvPr id="1229" name="Graphic 4">
              <a:extLst>
                <a:ext uri="{FF2B5EF4-FFF2-40B4-BE49-F238E27FC236}">
                  <a16:creationId xmlns:a16="http://schemas.microsoft.com/office/drawing/2014/main" id="{2301ED0C-2F6C-F748-AD6E-FAE50D720AF2}"/>
                </a:ext>
              </a:extLst>
            </p:cNvPr>
            <p:cNvSpPr/>
            <p:nvPr/>
          </p:nvSpPr>
          <p:spPr>
            <a:xfrm>
              <a:off x="1762344" y="3044683"/>
              <a:ext cx="12779" cy="12767"/>
            </a:xfrm>
            <a:custGeom>
              <a:avLst/>
              <a:gdLst>
                <a:gd name="connsiteX0" fmla="*/ 1917 w 12779"/>
                <a:gd name="connsiteY0" fmla="*/ 10853 h 12767"/>
                <a:gd name="connsiteX1" fmla="*/ 3834 w 12779"/>
                <a:gd name="connsiteY1" fmla="*/ 12130 h 12767"/>
                <a:gd name="connsiteX2" fmla="*/ 6390 w 12779"/>
                <a:gd name="connsiteY2" fmla="*/ 12768 h 12767"/>
                <a:gd name="connsiteX3" fmla="*/ 8946 w 12779"/>
                <a:gd name="connsiteY3" fmla="*/ 12130 h 12767"/>
                <a:gd name="connsiteX4" fmla="*/ 12141 w 12779"/>
                <a:gd name="connsiteY4" fmla="*/ 8938 h 12767"/>
                <a:gd name="connsiteX5" fmla="*/ 12780 w 12779"/>
                <a:gd name="connsiteY5" fmla="*/ 6384 h 12767"/>
                <a:gd name="connsiteX6" fmla="*/ 10863 w 12779"/>
                <a:gd name="connsiteY6" fmla="*/ 1915 h 12767"/>
                <a:gd name="connsiteX7" fmla="*/ 1917 w 12779"/>
                <a:gd name="connsiteY7" fmla="*/ 1915 h 12767"/>
                <a:gd name="connsiteX8" fmla="*/ 0 w 12779"/>
                <a:gd name="connsiteY8" fmla="*/ 6384 h 12767"/>
                <a:gd name="connsiteX9" fmla="*/ 639 w 12779"/>
                <a:gd name="connsiteY9" fmla="*/ 8938 h 12767"/>
                <a:gd name="connsiteX10" fmla="*/ 1917 w 12779"/>
                <a:gd name="connsiteY10" fmla="*/ 10853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9" h="12767">
                  <a:moveTo>
                    <a:pt x="1917" y="10853"/>
                  </a:moveTo>
                  <a:cubicBezTo>
                    <a:pt x="2556" y="11491"/>
                    <a:pt x="3195" y="12130"/>
                    <a:pt x="3834" y="12130"/>
                  </a:cubicBezTo>
                  <a:cubicBezTo>
                    <a:pt x="4473" y="12768"/>
                    <a:pt x="5112" y="12768"/>
                    <a:pt x="6390" y="12768"/>
                  </a:cubicBezTo>
                  <a:cubicBezTo>
                    <a:pt x="7029" y="12768"/>
                    <a:pt x="8307" y="12768"/>
                    <a:pt x="8946" y="12130"/>
                  </a:cubicBezTo>
                  <a:cubicBezTo>
                    <a:pt x="10224" y="11491"/>
                    <a:pt x="11502" y="10214"/>
                    <a:pt x="12141" y="8938"/>
                  </a:cubicBezTo>
                  <a:cubicBezTo>
                    <a:pt x="12780" y="8299"/>
                    <a:pt x="12780" y="7022"/>
                    <a:pt x="12780" y="6384"/>
                  </a:cubicBezTo>
                  <a:cubicBezTo>
                    <a:pt x="12780" y="4469"/>
                    <a:pt x="12141" y="3192"/>
                    <a:pt x="10863" y="1915"/>
                  </a:cubicBezTo>
                  <a:cubicBezTo>
                    <a:pt x="8307" y="-638"/>
                    <a:pt x="4473" y="-638"/>
                    <a:pt x="1917" y="1915"/>
                  </a:cubicBezTo>
                  <a:cubicBezTo>
                    <a:pt x="639" y="3192"/>
                    <a:pt x="0" y="4469"/>
                    <a:pt x="0" y="6384"/>
                  </a:cubicBezTo>
                  <a:cubicBezTo>
                    <a:pt x="0" y="7022"/>
                    <a:pt x="0" y="8299"/>
                    <a:pt x="639" y="8938"/>
                  </a:cubicBezTo>
                  <a:cubicBezTo>
                    <a:pt x="639" y="9576"/>
                    <a:pt x="1278" y="10214"/>
                    <a:pt x="1917" y="10853"/>
                  </a:cubicBezTo>
                  <a:close/>
                </a:path>
              </a:pathLst>
            </a:custGeom>
            <a:solidFill>
              <a:srgbClr val="0076A8"/>
            </a:solidFill>
            <a:ln w="6390" cap="flat">
              <a:noFill/>
              <a:prstDash val="solid"/>
              <a:miter/>
            </a:ln>
          </p:spPr>
          <p:txBody>
            <a:bodyPr rtlCol="0" anchor="ctr"/>
            <a:lstStyle/>
            <a:p>
              <a:endParaRPr lang="en-US"/>
            </a:p>
          </p:txBody>
        </p:sp>
        <p:sp>
          <p:nvSpPr>
            <p:cNvPr id="1230" name="Graphic 4">
              <a:extLst>
                <a:ext uri="{FF2B5EF4-FFF2-40B4-BE49-F238E27FC236}">
                  <a16:creationId xmlns:a16="http://schemas.microsoft.com/office/drawing/2014/main" id="{7B6A3D2C-5C15-2A46-8D33-1576746D0ADA}"/>
                </a:ext>
              </a:extLst>
            </p:cNvPr>
            <p:cNvSpPr/>
            <p:nvPr/>
          </p:nvSpPr>
          <p:spPr>
            <a:xfrm>
              <a:off x="1762344" y="3073890"/>
              <a:ext cx="12805" cy="12289"/>
            </a:xfrm>
            <a:custGeom>
              <a:avLst/>
              <a:gdLst>
                <a:gd name="connsiteX0" fmla="*/ 1917 w 12805"/>
                <a:gd name="connsiteY0" fmla="*/ 1436 h 12289"/>
                <a:gd name="connsiteX1" fmla="*/ 0 w 12805"/>
                <a:gd name="connsiteY1" fmla="*/ 5905 h 12289"/>
                <a:gd name="connsiteX2" fmla="*/ 639 w 12805"/>
                <a:gd name="connsiteY2" fmla="*/ 8459 h 12289"/>
                <a:gd name="connsiteX3" fmla="*/ 3834 w 12805"/>
                <a:gd name="connsiteY3" fmla="*/ 11651 h 12289"/>
                <a:gd name="connsiteX4" fmla="*/ 6390 w 12805"/>
                <a:gd name="connsiteY4" fmla="*/ 12289 h 12289"/>
                <a:gd name="connsiteX5" fmla="*/ 10863 w 12805"/>
                <a:gd name="connsiteY5" fmla="*/ 10374 h 12289"/>
                <a:gd name="connsiteX6" fmla="*/ 12141 w 12805"/>
                <a:gd name="connsiteY6" fmla="*/ 8459 h 12289"/>
                <a:gd name="connsiteX7" fmla="*/ 10863 w 12805"/>
                <a:gd name="connsiteY7" fmla="*/ 1436 h 12289"/>
                <a:gd name="connsiteX8" fmla="*/ 1917 w 12805"/>
                <a:gd name="connsiteY8" fmla="*/ 1436 h 12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05" h="12289">
                  <a:moveTo>
                    <a:pt x="1917" y="1436"/>
                  </a:moveTo>
                  <a:cubicBezTo>
                    <a:pt x="639" y="2713"/>
                    <a:pt x="0" y="3990"/>
                    <a:pt x="0" y="5905"/>
                  </a:cubicBezTo>
                  <a:cubicBezTo>
                    <a:pt x="0" y="6544"/>
                    <a:pt x="0" y="7820"/>
                    <a:pt x="639" y="8459"/>
                  </a:cubicBezTo>
                  <a:cubicBezTo>
                    <a:pt x="1278" y="9736"/>
                    <a:pt x="2556" y="11012"/>
                    <a:pt x="3834" y="11651"/>
                  </a:cubicBezTo>
                  <a:cubicBezTo>
                    <a:pt x="4473" y="12289"/>
                    <a:pt x="5112" y="12289"/>
                    <a:pt x="6390" y="12289"/>
                  </a:cubicBezTo>
                  <a:cubicBezTo>
                    <a:pt x="8307" y="12289"/>
                    <a:pt x="9585" y="11651"/>
                    <a:pt x="10863" y="10374"/>
                  </a:cubicBezTo>
                  <a:cubicBezTo>
                    <a:pt x="11502" y="9736"/>
                    <a:pt x="12141" y="9097"/>
                    <a:pt x="12141" y="8459"/>
                  </a:cubicBezTo>
                  <a:cubicBezTo>
                    <a:pt x="13419" y="5905"/>
                    <a:pt x="12780" y="3352"/>
                    <a:pt x="10863" y="1436"/>
                  </a:cubicBezTo>
                  <a:cubicBezTo>
                    <a:pt x="8307" y="-479"/>
                    <a:pt x="4473" y="-479"/>
                    <a:pt x="1917" y="1436"/>
                  </a:cubicBezTo>
                  <a:close/>
                </a:path>
              </a:pathLst>
            </a:custGeom>
            <a:solidFill>
              <a:srgbClr val="0076A8"/>
            </a:solidFill>
            <a:ln w="6390" cap="flat">
              <a:noFill/>
              <a:prstDash val="solid"/>
              <a:miter/>
            </a:ln>
          </p:spPr>
          <p:txBody>
            <a:bodyPr rtlCol="0" anchor="ctr"/>
            <a:lstStyle/>
            <a:p>
              <a:endParaRPr lang="en-US"/>
            </a:p>
          </p:txBody>
        </p:sp>
        <p:sp>
          <p:nvSpPr>
            <p:cNvPr id="1231" name="Graphic 4">
              <a:extLst>
                <a:ext uri="{FF2B5EF4-FFF2-40B4-BE49-F238E27FC236}">
                  <a16:creationId xmlns:a16="http://schemas.microsoft.com/office/drawing/2014/main" id="{F3C98999-5255-754C-8BD5-01C68A7D2069}"/>
                </a:ext>
              </a:extLst>
            </p:cNvPr>
            <p:cNvSpPr/>
            <p:nvPr/>
          </p:nvSpPr>
          <p:spPr>
            <a:xfrm>
              <a:off x="1762344" y="3015317"/>
              <a:ext cx="12779" cy="12768"/>
            </a:xfrm>
            <a:custGeom>
              <a:avLst/>
              <a:gdLst>
                <a:gd name="connsiteX0" fmla="*/ 3834 w 12779"/>
                <a:gd name="connsiteY0" fmla="*/ 12130 h 12768"/>
                <a:gd name="connsiteX1" fmla="*/ 6390 w 12779"/>
                <a:gd name="connsiteY1" fmla="*/ 12768 h 12768"/>
                <a:gd name="connsiteX2" fmla="*/ 8946 w 12779"/>
                <a:gd name="connsiteY2" fmla="*/ 12130 h 12768"/>
                <a:gd name="connsiteX3" fmla="*/ 10863 w 12779"/>
                <a:gd name="connsiteY3" fmla="*/ 10853 h 12768"/>
                <a:gd name="connsiteX4" fmla="*/ 12780 w 12779"/>
                <a:gd name="connsiteY4" fmla="*/ 6384 h 12768"/>
                <a:gd name="connsiteX5" fmla="*/ 10863 w 12779"/>
                <a:gd name="connsiteY5" fmla="*/ 1915 h 12768"/>
                <a:gd name="connsiteX6" fmla="*/ 1917 w 12779"/>
                <a:gd name="connsiteY6" fmla="*/ 1915 h 12768"/>
                <a:gd name="connsiteX7" fmla="*/ 639 w 12779"/>
                <a:gd name="connsiteY7" fmla="*/ 3830 h 12768"/>
                <a:gd name="connsiteX8" fmla="*/ 0 w 12779"/>
                <a:gd name="connsiteY8" fmla="*/ 5107 h 12768"/>
                <a:gd name="connsiteX9" fmla="*/ 0 w 12779"/>
                <a:gd name="connsiteY9" fmla="*/ 6384 h 12768"/>
                <a:gd name="connsiteX10" fmla="*/ 1917 w 12779"/>
                <a:gd name="connsiteY10" fmla="*/ 10853 h 12768"/>
                <a:gd name="connsiteX11" fmla="*/ 3834 w 12779"/>
                <a:gd name="connsiteY11" fmla="*/ 12130 h 1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79" h="12768">
                  <a:moveTo>
                    <a:pt x="3834" y="12130"/>
                  </a:moveTo>
                  <a:cubicBezTo>
                    <a:pt x="4473" y="12130"/>
                    <a:pt x="5751" y="12768"/>
                    <a:pt x="6390" y="12768"/>
                  </a:cubicBezTo>
                  <a:cubicBezTo>
                    <a:pt x="7029" y="12768"/>
                    <a:pt x="8307" y="12768"/>
                    <a:pt x="8946" y="12130"/>
                  </a:cubicBezTo>
                  <a:cubicBezTo>
                    <a:pt x="9585" y="11491"/>
                    <a:pt x="10224" y="11491"/>
                    <a:pt x="10863" y="10853"/>
                  </a:cubicBezTo>
                  <a:cubicBezTo>
                    <a:pt x="12141" y="9576"/>
                    <a:pt x="12780" y="8299"/>
                    <a:pt x="12780" y="6384"/>
                  </a:cubicBezTo>
                  <a:cubicBezTo>
                    <a:pt x="12780" y="4469"/>
                    <a:pt x="12141" y="3192"/>
                    <a:pt x="10863" y="1915"/>
                  </a:cubicBezTo>
                  <a:cubicBezTo>
                    <a:pt x="8307" y="-638"/>
                    <a:pt x="4473" y="-638"/>
                    <a:pt x="1917" y="1915"/>
                  </a:cubicBezTo>
                  <a:cubicBezTo>
                    <a:pt x="1278" y="2554"/>
                    <a:pt x="639" y="3192"/>
                    <a:pt x="639" y="3830"/>
                  </a:cubicBezTo>
                  <a:lnTo>
                    <a:pt x="0" y="5107"/>
                  </a:lnTo>
                  <a:cubicBezTo>
                    <a:pt x="0" y="5746"/>
                    <a:pt x="0" y="5746"/>
                    <a:pt x="0" y="6384"/>
                  </a:cubicBezTo>
                  <a:cubicBezTo>
                    <a:pt x="0" y="8299"/>
                    <a:pt x="639" y="9576"/>
                    <a:pt x="1917" y="10853"/>
                  </a:cubicBezTo>
                  <a:cubicBezTo>
                    <a:pt x="2556" y="11491"/>
                    <a:pt x="3195" y="12130"/>
                    <a:pt x="3834" y="12130"/>
                  </a:cubicBezTo>
                  <a:close/>
                </a:path>
              </a:pathLst>
            </a:custGeom>
            <a:solidFill>
              <a:srgbClr val="0076A8"/>
            </a:solidFill>
            <a:ln w="6390" cap="flat">
              <a:noFill/>
              <a:prstDash val="solid"/>
              <a:miter/>
            </a:ln>
          </p:spPr>
          <p:txBody>
            <a:bodyPr rtlCol="0" anchor="ctr"/>
            <a:lstStyle/>
            <a:p>
              <a:endParaRPr lang="en-US"/>
            </a:p>
          </p:txBody>
        </p:sp>
        <p:sp>
          <p:nvSpPr>
            <p:cNvPr id="1232" name="Graphic 4">
              <a:extLst>
                <a:ext uri="{FF2B5EF4-FFF2-40B4-BE49-F238E27FC236}">
                  <a16:creationId xmlns:a16="http://schemas.microsoft.com/office/drawing/2014/main" id="{FE8F6EAD-B8B2-1340-BFF1-02F1FC905C23}"/>
                </a:ext>
              </a:extLst>
            </p:cNvPr>
            <p:cNvSpPr/>
            <p:nvPr/>
          </p:nvSpPr>
          <p:spPr>
            <a:xfrm>
              <a:off x="1733589" y="3044444"/>
              <a:ext cx="12141" cy="13033"/>
            </a:xfrm>
            <a:custGeom>
              <a:avLst/>
              <a:gdLst>
                <a:gd name="connsiteX0" fmla="*/ 1278 w 12141"/>
                <a:gd name="connsiteY0" fmla="*/ 11092 h 13033"/>
                <a:gd name="connsiteX1" fmla="*/ 3195 w 12141"/>
                <a:gd name="connsiteY1" fmla="*/ 12369 h 13033"/>
                <a:gd name="connsiteX2" fmla="*/ 10224 w 12141"/>
                <a:gd name="connsiteY2" fmla="*/ 11092 h 13033"/>
                <a:gd name="connsiteX3" fmla="*/ 11502 w 12141"/>
                <a:gd name="connsiteY3" fmla="*/ 9177 h 13033"/>
                <a:gd name="connsiteX4" fmla="*/ 12141 w 12141"/>
                <a:gd name="connsiteY4" fmla="*/ 6623 h 13033"/>
                <a:gd name="connsiteX5" fmla="*/ 12141 w 12141"/>
                <a:gd name="connsiteY5" fmla="*/ 5347 h 13033"/>
                <a:gd name="connsiteX6" fmla="*/ 12141 w 12141"/>
                <a:gd name="connsiteY6" fmla="*/ 4070 h 13033"/>
                <a:gd name="connsiteX7" fmla="*/ 10863 w 12141"/>
                <a:gd name="connsiteY7" fmla="*/ 2155 h 13033"/>
                <a:gd name="connsiteX8" fmla="*/ 10224 w 12141"/>
                <a:gd name="connsiteY8" fmla="*/ 1516 h 13033"/>
                <a:gd name="connsiteX9" fmla="*/ 8946 w 12141"/>
                <a:gd name="connsiteY9" fmla="*/ 878 h 13033"/>
                <a:gd name="connsiteX10" fmla="*/ 7668 w 12141"/>
                <a:gd name="connsiteY10" fmla="*/ 239 h 13033"/>
                <a:gd name="connsiteX11" fmla="*/ 1917 w 12141"/>
                <a:gd name="connsiteY11" fmla="*/ 2155 h 13033"/>
                <a:gd name="connsiteX12" fmla="*/ 639 w 12141"/>
                <a:gd name="connsiteY12" fmla="*/ 4070 h 13033"/>
                <a:gd name="connsiteX13" fmla="*/ 0 w 12141"/>
                <a:gd name="connsiteY13" fmla="*/ 5347 h 13033"/>
                <a:gd name="connsiteX14" fmla="*/ 0 w 12141"/>
                <a:gd name="connsiteY14" fmla="*/ 6623 h 13033"/>
                <a:gd name="connsiteX15" fmla="*/ 639 w 12141"/>
                <a:gd name="connsiteY15" fmla="*/ 9177 h 13033"/>
                <a:gd name="connsiteX16" fmla="*/ 1278 w 12141"/>
                <a:gd name="connsiteY16" fmla="*/ 11092 h 1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41" h="13033">
                  <a:moveTo>
                    <a:pt x="1278" y="11092"/>
                  </a:moveTo>
                  <a:cubicBezTo>
                    <a:pt x="1917" y="11731"/>
                    <a:pt x="2556" y="12369"/>
                    <a:pt x="3195" y="12369"/>
                  </a:cubicBezTo>
                  <a:cubicBezTo>
                    <a:pt x="5751" y="13646"/>
                    <a:pt x="8307" y="13007"/>
                    <a:pt x="10224" y="11092"/>
                  </a:cubicBezTo>
                  <a:cubicBezTo>
                    <a:pt x="10863" y="10454"/>
                    <a:pt x="11502" y="9815"/>
                    <a:pt x="11502" y="9177"/>
                  </a:cubicBezTo>
                  <a:cubicBezTo>
                    <a:pt x="11502" y="8539"/>
                    <a:pt x="12141" y="7262"/>
                    <a:pt x="12141" y="6623"/>
                  </a:cubicBezTo>
                  <a:cubicBezTo>
                    <a:pt x="12141" y="5985"/>
                    <a:pt x="12141" y="5985"/>
                    <a:pt x="12141" y="5347"/>
                  </a:cubicBezTo>
                  <a:cubicBezTo>
                    <a:pt x="12141" y="4708"/>
                    <a:pt x="12141" y="4708"/>
                    <a:pt x="12141" y="4070"/>
                  </a:cubicBezTo>
                  <a:cubicBezTo>
                    <a:pt x="11502" y="3431"/>
                    <a:pt x="11502" y="2793"/>
                    <a:pt x="10863" y="2155"/>
                  </a:cubicBezTo>
                  <a:lnTo>
                    <a:pt x="10224" y="1516"/>
                  </a:lnTo>
                  <a:lnTo>
                    <a:pt x="8946" y="878"/>
                  </a:lnTo>
                  <a:lnTo>
                    <a:pt x="7668" y="239"/>
                  </a:lnTo>
                  <a:cubicBezTo>
                    <a:pt x="5751" y="-399"/>
                    <a:pt x="3195" y="239"/>
                    <a:pt x="1917" y="2155"/>
                  </a:cubicBezTo>
                  <a:cubicBezTo>
                    <a:pt x="1278" y="2793"/>
                    <a:pt x="639" y="3431"/>
                    <a:pt x="639" y="4070"/>
                  </a:cubicBezTo>
                  <a:lnTo>
                    <a:pt x="0" y="5347"/>
                  </a:lnTo>
                  <a:cubicBezTo>
                    <a:pt x="0" y="5985"/>
                    <a:pt x="0" y="5985"/>
                    <a:pt x="0" y="6623"/>
                  </a:cubicBezTo>
                  <a:cubicBezTo>
                    <a:pt x="0" y="7262"/>
                    <a:pt x="0" y="8539"/>
                    <a:pt x="639" y="9177"/>
                  </a:cubicBezTo>
                  <a:cubicBezTo>
                    <a:pt x="639" y="9815"/>
                    <a:pt x="1278" y="10454"/>
                    <a:pt x="1278" y="11092"/>
                  </a:cubicBezTo>
                  <a:close/>
                </a:path>
              </a:pathLst>
            </a:custGeom>
            <a:solidFill>
              <a:srgbClr val="0076A8"/>
            </a:solidFill>
            <a:ln w="6390" cap="flat">
              <a:noFill/>
              <a:prstDash val="solid"/>
              <a:miter/>
            </a:ln>
          </p:spPr>
          <p:txBody>
            <a:bodyPr rtlCol="0" anchor="ctr"/>
            <a:lstStyle/>
            <a:p>
              <a:endParaRPr lang="en-US"/>
            </a:p>
          </p:txBody>
        </p:sp>
        <p:sp>
          <p:nvSpPr>
            <p:cNvPr id="1233" name="Graphic 4">
              <a:extLst>
                <a:ext uri="{FF2B5EF4-FFF2-40B4-BE49-F238E27FC236}">
                  <a16:creationId xmlns:a16="http://schemas.microsoft.com/office/drawing/2014/main" id="{EA409817-D89B-7A44-97B0-FC00AB265121}"/>
                </a:ext>
              </a:extLst>
            </p:cNvPr>
            <p:cNvSpPr/>
            <p:nvPr/>
          </p:nvSpPr>
          <p:spPr>
            <a:xfrm>
              <a:off x="1732951" y="3073411"/>
              <a:ext cx="12779" cy="12793"/>
            </a:xfrm>
            <a:custGeom>
              <a:avLst/>
              <a:gdLst>
                <a:gd name="connsiteX0" fmla="*/ 1917 w 12779"/>
                <a:gd name="connsiteY0" fmla="*/ 10853 h 12793"/>
                <a:gd name="connsiteX1" fmla="*/ 3834 w 12779"/>
                <a:gd name="connsiteY1" fmla="*/ 12130 h 12793"/>
                <a:gd name="connsiteX2" fmla="*/ 10863 w 12779"/>
                <a:gd name="connsiteY2" fmla="*/ 10853 h 12793"/>
                <a:gd name="connsiteX3" fmla="*/ 12780 w 12779"/>
                <a:gd name="connsiteY3" fmla="*/ 6384 h 12793"/>
                <a:gd name="connsiteX4" fmla="*/ 10863 w 12779"/>
                <a:gd name="connsiteY4" fmla="*/ 1915 h 12793"/>
                <a:gd name="connsiteX5" fmla="*/ 5112 w 12779"/>
                <a:gd name="connsiteY5" fmla="*/ 0 h 12793"/>
                <a:gd name="connsiteX6" fmla="*/ 3834 w 12779"/>
                <a:gd name="connsiteY6" fmla="*/ 638 h 12793"/>
                <a:gd name="connsiteX7" fmla="*/ 2556 w 12779"/>
                <a:gd name="connsiteY7" fmla="*/ 1277 h 12793"/>
                <a:gd name="connsiteX8" fmla="*/ 1917 w 12779"/>
                <a:gd name="connsiteY8" fmla="*/ 1915 h 12793"/>
                <a:gd name="connsiteX9" fmla="*/ 0 w 12779"/>
                <a:gd name="connsiteY9" fmla="*/ 6384 h 12793"/>
                <a:gd name="connsiteX10" fmla="*/ 639 w 12779"/>
                <a:gd name="connsiteY10" fmla="*/ 8938 h 12793"/>
                <a:gd name="connsiteX11" fmla="*/ 1917 w 12779"/>
                <a:gd name="connsiteY11" fmla="*/ 10853 h 1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79" h="12793">
                  <a:moveTo>
                    <a:pt x="1917" y="10853"/>
                  </a:moveTo>
                  <a:cubicBezTo>
                    <a:pt x="2556" y="11491"/>
                    <a:pt x="3195" y="12130"/>
                    <a:pt x="3834" y="12130"/>
                  </a:cubicBezTo>
                  <a:cubicBezTo>
                    <a:pt x="6390" y="13406"/>
                    <a:pt x="8946" y="12768"/>
                    <a:pt x="10863" y="10853"/>
                  </a:cubicBezTo>
                  <a:cubicBezTo>
                    <a:pt x="12141" y="9576"/>
                    <a:pt x="12780" y="8299"/>
                    <a:pt x="12780" y="6384"/>
                  </a:cubicBezTo>
                  <a:cubicBezTo>
                    <a:pt x="12780" y="4469"/>
                    <a:pt x="12141" y="3192"/>
                    <a:pt x="10863" y="1915"/>
                  </a:cubicBezTo>
                  <a:cubicBezTo>
                    <a:pt x="9585" y="638"/>
                    <a:pt x="7029" y="0"/>
                    <a:pt x="5112" y="0"/>
                  </a:cubicBezTo>
                  <a:lnTo>
                    <a:pt x="3834" y="638"/>
                  </a:lnTo>
                  <a:lnTo>
                    <a:pt x="2556" y="1277"/>
                  </a:lnTo>
                  <a:cubicBezTo>
                    <a:pt x="1917" y="1277"/>
                    <a:pt x="1917" y="1915"/>
                    <a:pt x="1917" y="1915"/>
                  </a:cubicBezTo>
                  <a:cubicBezTo>
                    <a:pt x="639" y="3192"/>
                    <a:pt x="0" y="4469"/>
                    <a:pt x="0" y="6384"/>
                  </a:cubicBezTo>
                  <a:cubicBezTo>
                    <a:pt x="0" y="7022"/>
                    <a:pt x="0" y="8299"/>
                    <a:pt x="639" y="8938"/>
                  </a:cubicBezTo>
                  <a:cubicBezTo>
                    <a:pt x="1278" y="10214"/>
                    <a:pt x="1278" y="10853"/>
                    <a:pt x="1917" y="10853"/>
                  </a:cubicBezTo>
                  <a:close/>
                </a:path>
              </a:pathLst>
            </a:custGeom>
            <a:solidFill>
              <a:srgbClr val="0076A8"/>
            </a:solidFill>
            <a:ln w="6390" cap="flat">
              <a:noFill/>
              <a:prstDash val="solid"/>
              <a:miter/>
            </a:ln>
          </p:spPr>
          <p:txBody>
            <a:bodyPr rtlCol="0" anchor="ctr"/>
            <a:lstStyle/>
            <a:p>
              <a:endParaRPr lang="en-US"/>
            </a:p>
          </p:txBody>
        </p:sp>
        <p:sp>
          <p:nvSpPr>
            <p:cNvPr id="1234" name="Graphic 4">
              <a:extLst>
                <a:ext uri="{FF2B5EF4-FFF2-40B4-BE49-F238E27FC236}">
                  <a16:creationId xmlns:a16="http://schemas.microsoft.com/office/drawing/2014/main" id="{EB56098A-2B28-844D-94E7-27390444BB68}"/>
                </a:ext>
              </a:extLst>
            </p:cNvPr>
            <p:cNvSpPr/>
            <p:nvPr/>
          </p:nvSpPr>
          <p:spPr>
            <a:xfrm>
              <a:off x="1733589" y="3015078"/>
              <a:ext cx="12779" cy="13007"/>
            </a:xfrm>
            <a:custGeom>
              <a:avLst/>
              <a:gdLst>
                <a:gd name="connsiteX0" fmla="*/ 3834 w 12779"/>
                <a:gd name="connsiteY0" fmla="*/ 12369 h 13007"/>
                <a:gd name="connsiteX1" fmla="*/ 6390 w 12779"/>
                <a:gd name="connsiteY1" fmla="*/ 13007 h 13007"/>
                <a:gd name="connsiteX2" fmla="*/ 8946 w 12779"/>
                <a:gd name="connsiteY2" fmla="*/ 12369 h 13007"/>
                <a:gd name="connsiteX3" fmla="*/ 10863 w 12779"/>
                <a:gd name="connsiteY3" fmla="*/ 11092 h 13007"/>
                <a:gd name="connsiteX4" fmla="*/ 12780 w 12779"/>
                <a:gd name="connsiteY4" fmla="*/ 6623 h 13007"/>
                <a:gd name="connsiteX5" fmla="*/ 10863 w 12779"/>
                <a:gd name="connsiteY5" fmla="*/ 2155 h 13007"/>
                <a:gd name="connsiteX6" fmla="*/ 10224 w 12779"/>
                <a:gd name="connsiteY6" fmla="*/ 1516 h 13007"/>
                <a:gd name="connsiteX7" fmla="*/ 8946 w 12779"/>
                <a:gd name="connsiteY7" fmla="*/ 878 h 13007"/>
                <a:gd name="connsiteX8" fmla="*/ 7668 w 12779"/>
                <a:gd name="connsiteY8" fmla="*/ 239 h 13007"/>
                <a:gd name="connsiteX9" fmla="*/ 1917 w 12779"/>
                <a:gd name="connsiteY9" fmla="*/ 2155 h 13007"/>
                <a:gd name="connsiteX10" fmla="*/ 0 w 12779"/>
                <a:gd name="connsiteY10" fmla="*/ 6623 h 13007"/>
                <a:gd name="connsiteX11" fmla="*/ 1917 w 12779"/>
                <a:gd name="connsiteY11" fmla="*/ 11092 h 13007"/>
                <a:gd name="connsiteX12" fmla="*/ 3834 w 12779"/>
                <a:gd name="connsiteY12" fmla="*/ 12369 h 13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79" h="13007">
                  <a:moveTo>
                    <a:pt x="3834" y="12369"/>
                  </a:moveTo>
                  <a:cubicBezTo>
                    <a:pt x="4473" y="12369"/>
                    <a:pt x="5751" y="13007"/>
                    <a:pt x="6390" y="13007"/>
                  </a:cubicBezTo>
                  <a:cubicBezTo>
                    <a:pt x="7029" y="13007"/>
                    <a:pt x="8307" y="13007"/>
                    <a:pt x="8946" y="12369"/>
                  </a:cubicBezTo>
                  <a:cubicBezTo>
                    <a:pt x="9585" y="11731"/>
                    <a:pt x="10224" y="11731"/>
                    <a:pt x="10863" y="11092"/>
                  </a:cubicBezTo>
                  <a:cubicBezTo>
                    <a:pt x="12141" y="9815"/>
                    <a:pt x="12780" y="8539"/>
                    <a:pt x="12780" y="6623"/>
                  </a:cubicBezTo>
                  <a:cubicBezTo>
                    <a:pt x="12780" y="4708"/>
                    <a:pt x="12141" y="3431"/>
                    <a:pt x="10863" y="2155"/>
                  </a:cubicBezTo>
                  <a:lnTo>
                    <a:pt x="10224" y="1516"/>
                  </a:lnTo>
                  <a:lnTo>
                    <a:pt x="8946" y="878"/>
                  </a:lnTo>
                  <a:lnTo>
                    <a:pt x="7668" y="239"/>
                  </a:lnTo>
                  <a:cubicBezTo>
                    <a:pt x="5751" y="-399"/>
                    <a:pt x="3195" y="239"/>
                    <a:pt x="1917" y="2155"/>
                  </a:cubicBezTo>
                  <a:cubicBezTo>
                    <a:pt x="639" y="3431"/>
                    <a:pt x="0" y="4708"/>
                    <a:pt x="0" y="6623"/>
                  </a:cubicBezTo>
                  <a:cubicBezTo>
                    <a:pt x="0" y="8539"/>
                    <a:pt x="639" y="9815"/>
                    <a:pt x="1917" y="11092"/>
                  </a:cubicBezTo>
                  <a:cubicBezTo>
                    <a:pt x="1917" y="11731"/>
                    <a:pt x="2556" y="12369"/>
                    <a:pt x="3834" y="12369"/>
                  </a:cubicBezTo>
                  <a:close/>
                </a:path>
              </a:pathLst>
            </a:custGeom>
            <a:solidFill>
              <a:srgbClr val="0076A8"/>
            </a:solidFill>
            <a:ln w="6390" cap="flat">
              <a:noFill/>
              <a:prstDash val="solid"/>
              <a:miter/>
            </a:ln>
          </p:spPr>
          <p:txBody>
            <a:bodyPr rtlCol="0" anchor="ctr"/>
            <a:lstStyle/>
            <a:p>
              <a:endParaRPr lang="en-US"/>
            </a:p>
          </p:txBody>
        </p:sp>
        <p:sp>
          <p:nvSpPr>
            <p:cNvPr id="1235" name="Graphic 4">
              <a:extLst>
                <a:ext uri="{FF2B5EF4-FFF2-40B4-BE49-F238E27FC236}">
                  <a16:creationId xmlns:a16="http://schemas.microsoft.com/office/drawing/2014/main" id="{CCF796AC-C805-2C4B-80BD-3A713438F247}"/>
                </a:ext>
              </a:extLst>
            </p:cNvPr>
            <p:cNvSpPr/>
            <p:nvPr/>
          </p:nvSpPr>
          <p:spPr>
            <a:xfrm>
              <a:off x="1616654" y="3015317"/>
              <a:ext cx="12779" cy="12768"/>
            </a:xfrm>
            <a:custGeom>
              <a:avLst/>
              <a:gdLst>
                <a:gd name="connsiteX0" fmla="*/ 6390 w 12779"/>
                <a:gd name="connsiteY0" fmla="*/ 12768 h 12768"/>
                <a:gd name="connsiteX1" fmla="*/ 10863 w 12779"/>
                <a:gd name="connsiteY1" fmla="*/ 10853 h 12768"/>
                <a:gd name="connsiteX2" fmla="*/ 12780 w 12779"/>
                <a:gd name="connsiteY2" fmla="*/ 6384 h 12768"/>
                <a:gd name="connsiteX3" fmla="*/ 10863 w 12779"/>
                <a:gd name="connsiteY3" fmla="*/ 1915 h 12768"/>
                <a:gd name="connsiteX4" fmla="*/ 1917 w 12779"/>
                <a:gd name="connsiteY4" fmla="*/ 1915 h 12768"/>
                <a:gd name="connsiteX5" fmla="*/ 0 w 12779"/>
                <a:gd name="connsiteY5" fmla="*/ 6384 h 12768"/>
                <a:gd name="connsiteX6" fmla="*/ 6390 w 12779"/>
                <a:gd name="connsiteY6" fmla="*/ 12768 h 1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12768">
                  <a:moveTo>
                    <a:pt x="6390" y="12768"/>
                  </a:moveTo>
                  <a:cubicBezTo>
                    <a:pt x="8307" y="12768"/>
                    <a:pt x="9585" y="12130"/>
                    <a:pt x="10863" y="10853"/>
                  </a:cubicBezTo>
                  <a:cubicBezTo>
                    <a:pt x="12141" y="9576"/>
                    <a:pt x="12780" y="8299"/>
                    <a:pt x="12780" y="6384"/>
                  </a:cubicBezTo>
                  <a:cubicBezTo>
                    <a:pt x="12780" y="4469"/>
                    <a:pt x="12141" y="3192"/>
                    <a:pt x="10863" y="1915"/>
                  </a:cubicBezTo>
                  <a:cubicBezTo>
                    <a:pt x="8307" y="-638"/>
                    <a:pt x="4473" y="-638"/>
                    <a:pt x="1917" y="1915"/>
                  </a:cubicBezTo>
                  <a:cubicBezTo>
                    <a:pt x="639" y="3192"/>
                    <a:pt x="0" y="4469"/>
                    <a:pt x="0" y="6384"/>
                  </a:cubicBezTo>
                  <a:cubicBezTo>
                    <a:pt x="0" y="10214"/>
                    <a:pt x="2556" y="12768"/>
                    <a:pt x="6390" y="12768"/>
                  </a:cubicBezTo>
                  <a:close/>
                </a:path>
              </a:pathLst>
            </a:custGeom>
            <a:solidFill>
              <a:srgbClr val="0076A8"/>
            </a:solidFill>
            <a:ln w="6390" cap="flat">
              <a:noFill/>
              <a:prstDash val="solid"/>
              <a:miter/>
            </a:ln>
          </p:spPr>
          <p:txBody>
            <a:bodyPr rtlCol="0" anchor="ctr"/>
            <a:lstStyle/>
            <a:p>
              <a:endParaRPr lang="en-US"/>
            </a:p>
          </p:txBody>
        </p:sp>
        <p:sp>
          <p:nvSpPr>
            <p:cNvPr id="1236" name="Graphic 4">
              <a:extLst>
                <a:ext uri="{FF2B5EF4-FFF2-40B4-BE49-F238E27FC236}">
                  <a16:creationId xmlns:a16="http://schemas.microsoft.com/office/drawing/2014/main" id="{56A0F54B-4098-504C-B74E-C6E66E8EC81D}"/>
                </a:ext>
              </a:extLst>
            </p:cNvPr>
            <p:cNvSpPr/>
            <p:nvPr/>
          </p:nvSpPr>
          <p:spPr>
            <a:xfrm>
              <a:off x="1674163" y="3073810"/>
              <a:ext cx="13418" cy="13007"/>
            </a:xfrm>
            <a:custGeom>
              <a:avLst/>
              <a:gdLst>
                <a:gd name="connsiteX0" fmla="*/ 4473 w 13418"/>
                <a:gd name="connsiteY0" fmla="*/ 12369 h 13007"/>
                <a:gd name="connsiteX1" fmla="*/ 7029 w 13418"/>
                <a:gd name="connsiteY1" fmla="*/ 13007 h 13007"/>
                <a:gd name="connsiteX2" fmla="*/ 9585 w 13418"/>
                <a:gd name="connsiteY2" fmla="*/ 12369 h 13007"/>
                <a:gd name="connsiteX3" fmla="*/ 11502 w 13418"/>
                <a:gd name="connsiteY3" fmla="*/ 11092 h 13007"/>
                <a:gd name="connsiteX4" fmla="*/ 13419 w 13418"/>
                <a:gd name="connsiteY4" fmla="*/ 6623 h 13007"/>
                <a:gd name="connsiteX5" fmla="*/ 11502 w 13418"/>
                <a:gd name="connsiteY5" fmla="*/ 2155 h 13007"/>
                <a:gd name="connsiteX6" fmla="*/ 10224 w 13418"/>
                <a:gd name="connsiteY6" fmla="*/ 1516 h 13007"/>
                <a:gd name="connsiteX7" fmla="*/ 8946 w 13418"/>
                <a:gd name="connsiteY7" fmla="*/ 878 h 13007"/>
                <a:gd name="connsiteX8" fmla="*/ 7668 w 13418"/>
                <a:gd name="connsiteY8" fmla="*/ 239 h 13007"/>
                <a:gd name="connsiteX9" fmla="*/ 1917 w 13418"/>
                <a:gd name="connsiteY9" fmla="*/ 2155 h 13007"/>
                <a:gd name="connsiteX10" fmla="*/ 639 w 13418"/>
                <a:gd name="connsiteY10" fmla="*/ 4070 h 13007"/>
                <a:gd name="connsiteX11" fmla="*/ 0 w 13418"/>
                <a:gd name="connsiteY11" fmla="*/ 5347 h 13007"/>
                <a:gd name="connsiteX12" fmla="*/ 0 w 13418"/>
                <a:gd name="connsiteY12" fmla="*/ 6623 h 13007"/>
                <a:gd name="connsiteX13" fmla="*/ 1917 w 13418"/>
                <a:gd name="connsiteY13" fmla="*/ 11092 h 13007"/>
                <a:gd name="connsiteX14" fmla="*/ 4473 w 13418"/>
                <a:gd name="connsiteY14" fmla="*/ 12369 h 13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418" h="13007">
                  <a:moveTo>
                    <a:pt x="4473" y="12369"/>
                  </a:moveTo>
                  <a:cubicBezTo>
                    <a:pt x="5112" y="13007"/>
                    <a:pt x="5751" y="13007"/>
                    <a:pt x="7029" y="13007"/>
                  </a:cubicBezTo>
                  <a:cubicBezTo>
                    <a:pt x="7668" y="13007"/>
                    <a:pt x="8946" y="13007"/>
                    <a:pt x="9585" y="12369"/>
                  </a:cubicBezTo>
                  <a:cubicBezTo>
                    <a:pt x="10224" y="11731"/>
                    <a:pt x="10863" y="11731"/>
                    <a:pt x="11502" y="11092"/>
                  </a:cubicBezTo>
                  <a:cubicBezTo>
                    <a:pt x="12780" y="9815"/>
                    <a:pt x="13419" y="8539"/>
                    <a:pt x="13419" y="6623"/>
                  </a:cubicBezTo>
                  <a:cubicBezTo>
                    <a:pt x="13419" y="4708"/>
                    <a:pt x="12780" y="3431"/>
                    <a:pt x="11502" y="2155"/>
                  </a:cubicBezTo>
                  <a:lnTo>
                    <a:pt x="10224" y="1516"/>
                  </a:lnTo>
                  <a:lnTo>
                    <a:pt x="8946" y="878"/>
                  </a:lnTo>
                  <a:lnTo>
                    <a:pt x="7668" y="239"/>
                  </a:lnTo>
                  <a:cubicBezTo>
                    <a:pt x="5751" y="-399"/>
                    <a:pt x="3195" y="239"/>
                    <a:pt x="1917" y="2155"/>
                  </a:cubicBezTo>
                  <a:cubicBezTo>
                    <a:pt x="1278" y="2793"/>
                    <a:pt x="639" y="3431"/>
                    <a:pt x="639" y="4070"/>
                  </a:cubicBezTo>
                  <a:cubicBezTo>
                    <a:pt x="639" y="4708"/>
                    <a:pt x="639" y="4708"/>
                    <a:pt x="0" y="5347"/>
                  </a:cubicBezTo>
                  <a:cubicBezTo>
                    <a:pt x="0" y="5985"/>
                    <a:pt x="0" y="5985"/>
                    <a:pt x="0" y="6623"/>
                  </a:cubicBezTo>
                  <a:cubicBezTo>
                    <a:pt x="0" y="8539"/>
                    <a:pt x="639" y="9815"/>
                    <a:pt x="1917" y="11092"/>
                  </a:cubicBezTo>
                  <a:cubicBezTo>
                    <a:pt x="3195" y="11092"/>
                    <a:pt x="3834" y="11731"/>
                    <a:pt x="4473" y="12369"/>
                  </a:cubicBezTo>
                  <a:close/>
                </a:path>
              </a:pathLst>
            </a:custGeom>
            <a:solidFill>
              <a:srgbClr val="0076A8"/>
            </a:solidFill>
            <a:ln w="6390" cap="flat">
              <a:noFill/>
              <a:prstDash val="solid"/>
              <a:miter/>
            </a:ln>
          </p:spPr>
          <p:txBody>
            <a:bodyPr rtlCol="0" anchor="ctr"/>
            <a:lstStyle/>
            <a:p>
              <a:endParaRPr lang="en-US"/>
            </a:p>
          </p:txBody>
        </p:sp>
        <p:sp>
          <p:nvSpPr>
            <p:cNvPr id="1237" name="Graphic 4">
              <a:extLst>
                <a:ext uri="{FF2B5EF4-FFF2-40B4-BE49-F238E27FC236}">
                  <a16:creationId xmlns:a16="http://schemas.microsoft.com/office/drawing/2014/main" id="{2CE52C57-BEA1-5147-BAC9-042EBAD46280}"/>
                </a:ext>
              </a:extLst>
            </p:cNvPr>
            <p:cNvSpPr/>
            <p:nvPr/>
          </p:nvSpPr>
          <p:spPr>
            <a:xfrm>
              <a:off x="1645408" y="3015317"/>
              <a:ext cx="12779" cy="12768"/>
            </a:xfrm>
            <a:custGeom>
              <a:avLst/>
              <a:gdLst>
                <a:gd name="connsiteX0" fmla="*/ 6390 w 12779"/>
                <a:gd name="connsiteY0" fmla="*/ 12768 h 12768"/>
                <a:gd name="connsiteX1" fmla="*/ 10863 w 12779"/>
                <a:gd name="connsiteY1" fmla="*/ 10853 h 12768"/>
                <a:gd name="connsiteX2" fmla="*/ 12780 w 12779"/>
                <a:gd name="connsiteY2" fmla="*/ 6384 h 12768"/>
                <a:gd name="connsiteX3" fmla="*/ 10863 w 12779"/>
                <a:gd name="connsiteY3" fmla="*/ 1915 h 12768"/>
                <a:gd name="connsiteX4" fmla="*/ 1917 w 12779"/>
                <a:gd name="connsiteY4" fmla="*/ 1915 h 12768"/>
                <a:gd name="connsiteX5" fmla="*/ 0 w 12779"/>
                <a:gd name="connsiteY5" fmla="*/ 6384 h 12768"/>
                <a:gd name="connsiteX6" fmla="*/ 6390 w 12779"/>
                <a:gd name="connsiteY6" fmla="*/ 12768 h 1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12768">
                  <a:moveTo>
                    <a:pt x="6390" y="12768"/>
                  </a:moveTo>
                  <a:cubicBezTo>
                    <a:pt x="8307" y="12768"/>
                    <a:pt x="9585" y="12130"/>
                    <a:pt x="10863" y="10853"/>
                  </a:cubicBezTo>
                  <a:cubicBezTo>
                    <a:pt x="12141" y="9576"/>
                    <a:pt x="12780" y="8299"/>
                    <a:pt x="12780" y="6384"/>
                  </a:cubicBezTo>
                  <a:cubicBezTo>
                    <a:pt x="12780" y="4469"/>
                    <a:pt x="12141" y="3192"/>
                    <a:pt x="10863" y="1915"/>
                  </a:cubicBezTo>
                  <a:cubicBezTo>
                    <a:pt x="8307" y="-638"/>
                    <a:pt x="4473" y="-638"/>
                    <a:pt x="1917" y="1915"/>
                  </a:cubicBezTo>
                  <a:cubicBezTo>
                    <a:pt x="639" y="3192"/>
                    <a:pt x="0" y="4469"/>
                    <a:pt x="0" y="6384"/>
                  </a:cubicBezTo>
                  <a:cubicBezTo>
                    <a:pt x="0" y="10214"/>
                    <a:pt x="3195" y="12768"/>
                    <a:pt x="6390" y="12768"/>
                  </a:cubicBezTo>
                  <a:close/>
                </a:path>
              </a:pathLst>
            </a:custGeom>
            <a:solidFill>
              <a:srgbClr val="0076A8"/>
            </a:solidFill>
            <a:ln w="6390" cap="flat">
              <a:noFill/>
              <a:prstDash val="solid"/>
              <a:miter/>
            </a:ln>
          </p:spPr>
          <p:txBody>
            <a:bodyPr rtlCol="0" anchor="ctr"/>
            <a:lstStyle/>
            <a:p>
              <a:endParaRPr lang="en-US"/>
            </a:p>
          </p:txBody>
        </p:sp>
        <p:sp>
          <p:nvSpPr>
            <p:cNvPr id="1238" name="Graphic 4">
              <a:extLst>
                <a:ext uri="{FF2B5EF4-FFF2-40B4-BE49-F238E27FC236}">
                  <a16:creationId xmlns:a16="http://schemas.microsoft.com/office/drawing/2014/main" id="{45714FF4-4A21-7E44-BFA1-4CA5BE0C2A4D}"/>
                </a:ext>
              </a:extLst>
            </p:cNvPr>
            <p:cNvSpPr/>
            <p:nvPr/>
          </p:nvSpPr>
          <p:spPr>
            <a:xfrm>
              <a:off x="1733589" y="2986350"/>
              <a:ext cx="12779" cy="13007"/>
            </a:xfrm>
            <a:custGeom>
              <a:avLst/>
              <a:gdLst>
                <a:gd name="connsiteX0" fmla="*/ 3834 w 12779"/>
                <a:gd name="connsiteY0" fmla="*/ 12369 h 13007"/>
                <a:gd name="connsiteX1" fmla="*/ 6390 w 12779"/>
                <a:gd name="connsiteY1" fmla="*/ 13007 h 13007"/>
                <a:gd name="connsiteX2" fmla="*/ 8946 w 12779"/>
                <a:gd name="connsiteY2" fmla="*/ 12369 h 13007"/>
                <a:gd name="connsiteX3" fmla="*/ 10863 w 12779"/>
                <a:gd name="connsiteY3" fmla="*/ 11092 h 13007"/>
                <a:gd name="connsiteX4" fmla="*/ 12780 w 12779"/>
                <a:gd name="connsiteY4" fmla="*/ 6623 h 13007"/>
                <a:gd name="connsiteX5" fmla="*/ 10863 w 12779"/>
                <a:gd name="connsiteY5" fmla="*/ 2155 h 13007"/>
                <a:gd name="connsiteX6" fmla="*/ 8946 w 12779"/>
                <a:gd name="connsiteY6" fmla="*/ 878 h 13007"/>
                <a:gd name="connsiteX7" fmla="*/ 7668 w 12779"/>
                <a:gd name="connsiteY7" fmla="*/ 239 h 13007"/>
                <a:gd name="connsiteX8" fmla="*/ 1917 w 12779"/>
                <a:gd name="connsiteY8" fmla="*/ 2155 h 13007"/>
                <a:gd name="connsiteX9" fmla="*/ 0 w 12779"/>
                <a:gd name="connsiteY9" fmla="*/ 6623 h 13007"/>
                <a:gd name="connsiteX10" fmla="*/ 1917 w 12779"/>
                <a:gd name="connsiteY10" fmla="*/ 11092 h 13007"/>
                <a:gd name="connsiteX11" fmla="*/ 3834 w 12779"/>
                <a:gd name="connsiteY11" fmla="*/ 12369 h 13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79" h="13007">
                  <a:moveTo>
                    <a:pt x="3834" y="12369"/>
                  </a:moveTo>
                  <a:cubicBezTo>
                    <a:pt x="4473" y="12369"/>
                    <a:pt x="5112" y="13007"/>
                    <a:pt x="6390" y="13007"/>
                  </a:cubicBezTo>
                  <a:cubicBezTo>
                    <a:pt x="7029" y="13007"/>
                    <a:pt x="8307" y="13007"/>
                    <a:pt x="8946" y="12369"/>
                  </a:cubicBezTo>
                  <a:cubicBezTo>
                    <a:pt x="9585" y="11731"/>
                    <a:pt x="10224" y="11731"/>
                    <a:pt x="10863" y="11092"/>
                  </a:cubicBezTo>
                  <a:cubicBezTo>
                    <a:pt x="12141" y="9815"/>
                    <a:pt x="12780" y="8539"/>
                    <a:pt x="12780" y="6623"/>
                  </a:cubicBezTo>
                  <a:cubicBezTo>
                    <a:pt x="12780" y="4708"/>
                    <a:pt x="12141" y="3431"/>
                    <a:pt x="10863" y="2155"/>
                  </a:cubicBezTo>
                  <a:cubicBezTo>
                    <a:pt x="10224" y="1516"/>
                    <a:pt x="9585" y="878"/>
                    <a:pt x="8946" y="878"/>
                  </a:cubicBezTo>
                  <a:cubicBezTo>
                    <a:pt x="8307" y="878"/>
                    <a:pt x="8307" y="878"/>
                    <a:pt x="7668" y="239"/>
                  </a:cubicBezTo>
                  <a:cubicBezTo>
                    <a:pt x="5751" y="-399"/>
                    <a:pt x="3195" y="239"/>
                    <a:pt x="1917" y="2155"/>
                  </a:cubicBezTo>
                  <a:cubicBezTo>
                    <a:pt x="639" y="3431"/>
                    <a:pt x="0" y="4708"/>
                    <a:pt x="0" y="6623"/>
                  </a:cubicBezTo>
                  <a:cubicBezTo>
                    <a:pt x="0" y="8539"/>
                    <a:pt x="639" y="9815"/>
                    <a:pt x="1917" y="11092"/>
                  </a:cubicBezTo>
                  <a:cubicBezTo>
                    <a:pt x="1917" y="11731"/>
                    <a:pt x="2556" y="11731"/>
                    <a:pt x="3834" y="12369"/>
                  </a:cubicBezTo>
                  <a:close/>
                </a:path>
              </a:pathLst>
            </a:custGeom>
            <a:solidFill>
              <a:srgbClr val="0076A8"/>
            </a:solidFill>
            <a:ln w="6390" cap="flat">
              <a:noFill/>
              <a:prstDash val="solid"/>
              <a:miter/>
            </a:ln>
          </p:spPr>
          <p:txBody>
            <a:bodyPr rtlCol="0" anchor="ctr"/>
            <a:lstStyle/>
            <a:p>
              <a:endParaRPr lang="en-US"/>
            </a:p>
          </p:txBody>
        </p:sp>
        <p:sp>
          <p:nvSpPr>
            <p:cNvPr id="1239" name="Graphic 4">
              <a:extLst>
                <a:ext uri="{FF2B5EF4-FFF2-40B4-BE49-F238E27FC236}">
                  <a16:creationId xmlns:a16="http://schemas.microsoft.com/office/drawing/2014/main" id="{6A1C9F06-503A-D441-A639-82BFAB6DF816}"/>
                </a:ext>
              </a:extLst>
            </p:cNvPr>
            <p:cNvSpPr/>
            <p:nvPr/>
          </p:nvSpPr>
          <p:spPr>
            <a:xfrm>
              <a:off x="1762493" y="2986589"/>
              <a:ext cx="12656" cy="12767"/>
            </a:xfrm>
            <a:custGeom>
              <a:avLst/>
              <a:gdLst>
                <a:gd name="connsiteX0" fmla="*/ 6241 w 12656"/>
                <a:gd name="connsiteY0" fmla="*/ 12768 h 12767"/>
                <a:gd name="connsiteX1" fmla="*/ 8797 w 12656"/>
                <a:gd name="connsiteY1" fmla="*/ 12130 h 12767"/>
                <a:gd name="connsiteX2" fmla="*/ 10714 w 12656"/>
                <a:gd name="connsiteY2" fmla="*/ 10853 h 12767"/>
                <a:gd name="connsiteX3" fmla="*/ 11992 w 12656"/>
                <a:gd name="connsiteY3" fmla="*/ 3830 h 12767"/>
                <a:gd name="connsiteX4" fmla="*/ 10714 w 12656"/>
                <a:gd name="connsiteY4" fmla="*/ 1915 h 12767"/>
                <a:gd name="connsiteX5" fmla="*/ 10075 w 12656"/>
                <a:gd name="connsiteY5" fmla="*/ 1277 h 12767"/>
                <a:gd name="connsiteX6" fmla="*/ 8797 w 12656"/>
                <a:gd name="connsiteY6" fmla="*/ 638 h 12767"/>
                <a:gd name="connsiteX7" fmla="*/ 4963 w 12656"/>
                <a:gd name="connsiteY7" fmla="*/ 0 h 12767"/>
                <a:gd name="connsiteX8" fmla="*/ 3685 w 12656"/>
                <a:gd name="connsiteY8" fmla="*/ 638 h 12767"/>
                <a:gd name="connsiteX9" fmla="*/ 2407 w 12656"/>
                <a:gd name="connsiteY9" fmla="*/ 1277 h 12767"/>
                <a:gd name="connsiteX10" fmla="*/ 1768 w 12656"/>
                <a:gd name="connsiteY10" fmla="*/ 1915 h 12767"/>
                <a:gd name="connsiteX11" fmla="*/ 490 w 12656"/>
                <a:gd name="connsiteY11" fmla="*/ 3830 h 12767"/>
                <a:gd name="connsiteX12" fmla="*/ 3685 w 12656"/>
                <a:gd name="connsiteY12" fmla="*/ 12130 h 12767"/>
                <a:gd name="connsiteX13" fmla="*/ 6241 w 12656"/>
                <a:gd name="connsiteY13"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656" h="12767">
                  <a:moveTo>
                    <a:pt x="6241" y="12768"/>
                  </a:moveTo>
                  <a:cubicBezTo>
                    <a:pt x="6880" y="12768"/>
                    <a:pt x="8158" y="12768"/>
                    <a:pt x="8797" y="12130"/>
                  </a:cubicBezTo>
                  <a:cubicBezTo>
                    <a:pt x="9436" y="11491"/>
                    <a:pt x="10075" y="11491"/>
                    <a:pt x="10714" y="10853"/>
                  </a:cubicBezTo>
                  <a:cubicBezTo>
                    <a:pt x="12631" y="8938"/>
                    <a:pt x="13270" y="6384"/>
                    <a:pt x="11992" y="3830"/>
                  </a:cubicBezTo>
                  <a:cubicBezTo>
                    <a:pt x="11353" y="3192"/>
                    <a:pt x="11353" y="2554"/>
                    <a:pt x="10714" y="1915"/>
                  </a:cubicBezTo>
                  <a:lnTo>
                    <a:pt x="10075" y="1277"/>
                  </a:lnTo>
                  <a:cubicBezTo>
                    <a:pt x="9436" y="1277"/>
                    <a:pt x="9436" y="638"/>
                    <a:pt x="8797" y="638"/>
                  </a:cubicBezTo>
                  <a:cubicBezTo>
                    <a:pt x="7519" y="0"/>
                    <a:pt x="6241" y="0"/>
                    <a:pt x="4963" y="0"/>
                  </a:cubicBezTo>
                  <a:cubicBezTo>
                    <a:pt x="4324" y="0"/>
                    <a:pt x="4324" y="0"/>
                    <a:pt x="3685" y="638"/>
                  </a:cubicBezTo>
                  <a:cubicBezTo>
                    <a:pt x="3046" y="638"/>
                    <a:pt x="3046" y="1277"/>
                    <a:pt x="2407" y="1277"/>
                  </a:cubicBezTo>
                  <a:cubicBezTo>
                    <a:pt x="1768" y="1277"/>
                    <a:pt x="1768" y="1915"/>
                    <a:pt x="1768" y="1915"/>
                  </a:cubicBezTo>
                  <a:cubicBezTo>
                    <a:pt x="1129" y="2554"/>
                    <a:pt x="490" y="3192"/>
                    <a:pt x="490" y="3830"/>
                  </a:cubicBezTo>
                  <a:cubicBezTo>
                    <a:pt x="-788" y="7022"/>
                    <a:pt x="490" y="10853"/>
                    <a:pt x="3685" y="12130"/>
                  </a:cubicBezTo>
                  <a:cubicBezTo>
                    <a:pt x="4324" y="12130"/>
                    <a:pt x="5602" y="12768"/>
                    <a:pt x="6241" y="12768"/>
                  </a:cubicBezTo>
                  <a:close/>
                </a:path>
              </a:pathLst>
            </a:custGeom>
            <a:solidFill>
              <a:srgbClr val="0076A8"/>
            </a:solidFill>
            <a:ln w="6390" cap="flat">
              <a:noFill/>
              <a:prstDash val="solid"/>
              <a:miter/>
            </a:ln>
          </p:spPr>
          <p:txBody>
            <a:bodyPr rtlCol="0" anchor="ctr"/>
            <a:lstStyle/>
            <a:p>
              <a:endParaRPr lang="en-US"/>
            </a:p>
          </p:txBody>
        </p:sp>
        <p:sp>
          <p:nvSpPr>
            <p:cNvPr id="1240" name="Graphic 4">
              <a:extLst>
                <a:ext uri="{FF2B5EF4-FFF2-40B4-BE49-F238E27FC236}">
                  <a16:creationId xmlns:a16="http://schemas.microsoft.com/office/drawing/2014/main" id="{3019602F-90F0-D94B-9041-E5D555B8E33C}"/>
                </a:ext>
              </a:extLst>
            </p:cNvPr>
            <p:cNvSpPr/>
            <p:nvPr/>
          </p:nvSpPr>
          <p:spPr>
            <a:xfrm>
              <a:off x="1704835" y="3015291"/>
              <a:ext cx="12141" cy="12793"/>
            </a:xfrm>
            <a:custGeom>
              <a:avLst/>
              <a:gdLst>
                <a:gd name="connsiteX0" fmla="*/ 5751 w 12141"/>
                <a:gd name="connsiteY0" fmla="*/ 12794 h 12793"/>
                <a:gd name="connsiteX1" fmla="*/ 8307 w 12141"/>
                <a:gd name="connsiteY1" fmla="*/ 12155 h 12793"/>
                <a:gd name="connsiteX2" fmla="*/ 10224 w 12141"/>
                <a:gd name="connsiteY2" fmla="*/ 10879 h 12793"/>
                <a:gd name="connsiteX3" fmla="*/ 12141 w 12141"/>
                <a:gd name="connsiteY3" fmla="*/ 6410 h 12793"/>
                <a:gd name="connsiteX4" fmla="*/ 12141 w 12141"/>
                <a:gd name="connsiteY4" fmla="*/ 5133 h 12793"/>
                <a:gd name="connsiteX5" fmla="*/ 12141 w 12141"/>
                <a:gd name="connsiteY5" fmla="*/ 3856 h 12793"/>
                <a:gd name="connsiteX6" fmla="*/ 10863 w 12141"/>
                <a:gd name="connsiteY6" fmla="*/ 1941 h 12793"/>
                <a:gd name="connsiteX7" fmla="*/ 3834 w 12141"/>
                <a:gd name="connsiteY7" fmla="*/ 664 h 12793"/>
                <a:gd name="connsiteX8" fmla="*/ 2556 w 12141"/>
                <a:gd name="connsiteY8" fmla="*/ 1303 h 12793"/>
                <a:gd name="connsiteX9" fmla="*/ 1917 w 12141"/>
                <a:gd name="connsiteY9" fmla="*/ 1941 h 12793"/>
                <a:gd name="connsiteX10" fmla="*/ 0 w 12141"/>
                <a:gd name="connsiteY10" fmla="*/ 6410 h 12793"/>
                <a:gd name="connsiteX11" fmla="*/ 1917 w 12141"/>
                <a:gd name="connsiteY11" fmla="*/ 10879 h 12793"/>
                <a:gd name="connsiteX12" fmla="*/ 5751 w 12141"/>
                <a:gd name="connsiteY12" fmla="*/ 12794 h 1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41" h="12793">
                  <a:moveTo>
                    <a:pt x="5751" y="12794"/>
                  </a:moveTo>
                  <a:cubicBezTo>
                    <a:pt x="6390" y="12794"/>
                    <a:pt x="7668" y="12794"/>
                    <a:pt x="8307" y="12155"/>
                  </a:cubicBezTo>
                  <a:cubicBezTo>
                    <a:pt x="8946" y="11517"/>
                    <a:pt x="9585" y="11517"/>
                    <a:pt x="10224" y="10879"/>
                  </a:cubicBezTo>
                  <a:cubicBezTo>
                    <a:pt x="11502" y="9602"/>
                    <a:pt x="12141" y="8325"/>
                    <a:pt x="12141" y="6410"/>
                  </a:cubicBezTo>
                  <a:cubicBezTo>
                    <a:pt x="12141" y="5771"/>
                    <a:pt x="12141" y="5771"/>
                    <a:pt x="12141" y="5133"/>
                  </a:cubicBezTo>
                  <a:cubicBezTo>
                    <a:pt x="12141" y="4495"/>
                    <a:pt x="12141" y="4495"/>
                    <a:pt x="12141" y="3856"/>
                  </a:cubicBezTo>
                  <a:cubicBezTo>
                    <a:pt x="11502" y="3218"/>
                    <a:pt x="11502" y="2579"/>
                    <a:pt x="10863" y="1941"/>
                  </a:cubicBezTo>
                  <a:cubicBezTo>
                    <a:pt x="8946" y="26"/>
                    <a:pt x="6390" y="-613"/>
                    <a:pt x="3834" y="664"/>
                  </a:cubicBezTo>
                  <a:lnTo>
                    <a:pt x="2556" y="1303"/>
                  </a:lnTo>
                  <a:cubicBezTo>
                    <a:pt x="1917" y="1303"/>
                    <a:pt x="1917" y="1941"/>
                    <a:pt x="1917" y="1941"/>
                  </a:cubicBezTo>
                  <a:cubicBezTo>
                    <a:pt x="639" y="3218"/>
                    <a:pt x="0" y="4495"/>
                    <a:pt x="0" y="6410"/>
                  </a:cubicBezTo>
                  <a:cubicBezTo>
                    <a:pt x="0" y="8325"/>
                    <a:pt x="639" y="9602"/>
                    <a:pt x="1917" y="10879"/>
                  </a:cubicBezTo>
                  <a:cubicBezTo>
                    <a:pt x="2556" y="12155"/>
                    <a:pt x="3834" y="12794"/>
                    <a:pt x="5751" y="12794"/>
                  </a:cubicBezTo>
                  <a:close/>
                </a:path>
              </a:pathLst>
            </a:custGeom>
            <a:solidFill>
              <a:srgbClr val="0076A8"/>
            </a:solidFill>
            <a:ln w="6390" cap="flat">
              <a:noFill/>
              <a:prstDash val="solid"/>
              <a:miter/>
            </a:ln>
          </p:spPr>
          <p:txBody>
            <a:bodyPr rtlCol="0" anchor="ctr"/>
            <a:lstStyle/>
            <a:p>
              <a:endParaRPr lang="en-US"/>
            </a:p>
          </p:txBody>
        </p:sp>
        <p:sp>
          <p:nvSpPr>
            <p:cNvPr id="1241" name="Graphic 4">
              <a:extLst>
                <a:ext uri="{FF2B5EF4-FFF2-40B4-BE49-F238E27FC236}">
                  <a16:creationId xmlns:a16="http://schemas.microsoft.com/office/drawing/2014/main" id="{EA083E7F-FFF1-344A-B6E4-40BD906FD241}"/>
                </a:ext>
              </a:extLst>
            </p:cNvPr>
            <p:cNvSpPr/>
            <p:nvPr/>
          </p:nvSpPr>
          <p:spPr>
            <a:xfrm>
              <a:off x="1674802" y="3015317"/>
              <a:ext cx="12779" cy="12768"/>
            </a:xfrm>
            <a:custGeom>
              <a:avLst/>
              <a:gdLst>
                <a:gd name="connsiteX0" fmla="*/ 6390 w 12779"/>
                <a:gd name="connsiteY0" fmla="*/ 12768 h 12768"/>
                <a:gd name="connsiteX1" fmla="*/ 8946 w 12779"/>
                <a:gd name="connsiteY1" fmla="*/ 12130 h 12768"/>
                <a:gd name="connsiteX2" fmla="*/ 10863 w 12779"/>
                <a:gd name="connsiteY2" fmla="*/ 10853 h 12768"/>
                <a:gd name="connsiteX3" fmla="*/ 12780 w 12779"/>
                <a:gd name="connsiteY3" fmla="*/ 6384 h 12768"/>
                <a:gd name="connsiteX4" fmla="*/ 12780 w 12779"/>
                <a:gd name="connsiteY4" fmla="*/ 5107 h 12768"/>
                <a:gd name="connsiteX5" fmla="*/ 12141 w 12779"/>
                <a:gd name="connsiteY5" fmla="*/ 3830 h 12768"/>
                <a:gd name="connsiteX6" fmla="*/ 10863 w 12779"/>
                <a:gd name="connsiteY6" fmla="*/ 1915 h 12768"/>
                <a:gd name="connsiteX7" fmla="*/ 1917 w 12779"/>
                <a:gd name="connsiteY7" fmla="*/ 1915 h 12768"/>
                <a:gd name="connsiteX8" fmla="*/ 1917 w 12779"/>
                <a:gd name="connsiteY8" fmla="*/ 1915 h 12768"/>
                <a:gd name="connsiteX9" fmla="*/ 0 w 12779"/>
                <a:gd name="connsiteY9" fmla="*/ 6384 h 12768"/>
                <a:gd name="connsiteX10" fmla="*/ 6390 w 12779"/>
                <a:gd name="connsiteY10" fmla="*/ 12768 h 12768"/>
                <a:gd name="connsiteX11" fmla="*/ 6390 w 12779"/>
                <a:gd name="connsiteY11" fmla="*/ 12768 h 1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79" h="12768">
                  <a:moveTo>
                    <a:pt x="6390" y="12768"/>
                  </a:moveTo>
                  <a:cubicBezTo>
                    <a:pt x="7029" y="12768"/>
                    <a:pt x="8307" y="12768"/>
                    <a:pt x="8946" y="12130"/>
                  </a:cubicBezTo>
                  <a:cubicBezTo>
                    <a:pt x="9585" y="11491"/>
                    <a:pt x="10224" y="11491"/>
                    <a:pt x="10863" y="10853"/>
                  </a:cubicBezTo>
                  <a:cubicBezTo>
                    <a:pt x="12141" y="9576"/>
                    <a:pt x="12780" y="8299"/>
                    <a:pt x="12780" y="6384"/>
                  </a:cubicBezTo>
                  <a:cubicBezTo>
                    <a:pt x="12780" y="5746"/>
                    <a:pt x="12780" y="5746"/>
                    <a:pt x="12780" y="5107"/>
                  </a:cubicBezTo>
                  <a:cubicBezTo>
                    <a:pt x="12780" y="4469"/>
                    <a:pt x="12780" y="4469"/>
                    <a:pt x="12141" y="3830"/>
                  </a:cubicBezTo>
                  <a:cubicBezTo>
                    <a:pt x="12141" y="3192"/>
                    <a:pt x="11502" y="2554"/>
                    <a:pt x="10863" y="1915"/>
                  </a:cubicBezTo>
                  <a:cubicBezTo>
                    <a:pt x="8307" y="-638"/>
                    <a:pt x="4473" y="-638"/>
                    <a:pt x="1917" y="1915"/>
                  </a:cubicBezTo>
                  <a:cubicBezTo>
                    <a:pt x="1917" y="1915"/>
                    <a:pt x="1917" y="1915"/>
                    <a:pt x="1917" y="1915"/>
                  </a:cubicBezTo>
                  <a:cubicBezTo>
                    <a:pt x="639" y="3192"/>
                    <a:pt x="0" y="4469"/>
                    <a:pt x="0" y="6384"/>
                  </a:cubicBezTo>
                  <a:cubicBezTo>
                    <a:pt x="0" y="10214"/>
                    <a:pt x="3195" y="12768"/>
                    <a:pt x="6390" y="12768"/>
                  </a:cubicBezTo>
                  <a:lnTo>
                    <a:pt x="6390" y="12768"/>
                  </a:lnTo>
                  <a:close/>
                </a:path>
              </a:pathLst>
            </a:custGeom>
            <a:solidFill>
              <a:srgbClr val="0076A8"/>
            </a:solidFill>
            <a:ln w="6390" cap="flat">
              <a:noFill/>
              <a:prstDash val="solid"/>
              <a:miter/>
            </a:ln>
          </p:spPr>
          <p:txBody>
            <a:bodyPr rtlCol="0" anchor="ctr"/>
            <a:lstStyle/>
            <a:p>
              <a:endParaRPr lang="en-US"/>
            </a:p>
          </p:txBody>
        </p:sp>
        <p:sp>
          <p:nvSpPr>
            <p:cNvPr id="1242" name="Graphic 4">
              <a:extLst>
                <a:ext uri="{FF2B5EF4-FFF2-40B4-BE49-F238E27FC236}">
                  <a16:creationId xmlns:a16="http://schemas.microsoft.com/office/drawing/2014/main" id="{FF6BC360-A453-0049-90F0-9F216AF618B3}"/>
                </a:ext>
              </a:extLst>
            </p:cNvPr>
            <p:cNvSpPr/>
            <p:nvPr/>
          </p:nvSpPr>
          <p:spPr>
            <a:xfrm>
              <a:off x="1674802" y="2986846"/>
              <a:ext cx="12779" cy="12351"/>
            </a:xfrm>
            <a:custGeom>
              <a:avLst/>
              <a:gdLst>
                <a:gd name="connsiteX0" fmla="*/ 3834 w 12779"/>
                <a:gd name="connsiteY0" fmla="*/ 11873 h 12351"/>
                <a:gd name="connsiteX1" fmla="*/ 8946 w 12779"/>
                <a:gd name="connsiteY1" fmla="*/ 11873 h 12351"/>
                <a:gd name="connsiteX2" fmla="*/ 10863 w 12779"/>
                <a:gd name="connsiteY2" fmla="*/ 10596 h 12351"/>
                <a:gd name="connsiteX3" fmla="*/ 10863 w 12779"/>
                <a:gd name="connsiteY3" fmla="*/ 1659 h 12351"/>
                <a:gd name="connsiteX4" fmla="*/ 10224 w 12779"/>
                <a:gd name="connsiteY4" fmla="*/ 1020 h 12351"/>
                <a:gd name="connsiteX5" fmla="*/ 8946 w 12779"/>
                <a:gd name="connsiteY5" fmla="*/ 382 h 12351"/>
                <a:gd name="connsiteX6" fmla="*/ 1917 w 12779"/>
                <a:gd name="connsiteY6" fmla="*/ 1659 h 12351"/>
                <a:gd name="connsiteX7" fmla="*/ 639 w 12779"/>
                <a:gd name="connsiteY7" fmla="*/ 3574 h 12351"/>
                <a:gd name="connsiteX8" fmla="*/ 0 w 12779"/>
                <a:gd name="connsiteY8" fmla="*/ 6127 h 12351"/>
                <a:gd name="connsiteX9" fmla="*/ 1917 w 12779"/>
                <a:gd name="connsiteY9" fmla="*/ 10596 h 12351"/>
                <a:gd name="connsiteX10" fmla="*/ 3834 w 12779"/>
                <a:gd name="connsiteY10" fmla="*/ 11873 h 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9" h="12351">
                  <a:moveTo>
                    <a:pt x="3834" y="11873"/>
                  </a:moveTo>
                  <a:cubicBezTo>
                    <a:pt x="5112" y="12511"/>
                    <a:pt x="7029" y="12511"/>
                    <a:pt x="8946" y="11873"/>
                  </a:cubicBezTo>
                  <a:cubicBezTo>
                    <a:pt x="9585" y="11235"/>
                    <a:pt x="10224" y="11235"/>
                    <a:pt x="10863" y="10596"/>
                  </a:cubicBezTo>
                  <a:cubicBezTo>
                    <a:pt x="13419" y="8043"/>
                    <a:pt x="13419" y="4212"/>
                    <a:pt x="10863" y="1659"/>
                  </a:cubicBezTo>
                  <a:lnTo>
                    <a:pt x="10224" y="1020"/>
                  </a:lnTo>
                  <a:lnTo>
                    <a:pt x="8946" y="382"/>
                  </a:lnTo>
                  <a:cubicBezTo>
                    <a:pt x="6390" y="-257"/>
                    <a:pt x="3834" y="-257"/>
                    <a:pt x="1917" y="1659"/>
                  </a:cubicBezTo>
                  <a:cubicBezTo>
                    <a:pt x="1278" y="2297"/>
                    <a:pt x="639" y="2935"/>
                    <a:pt x="639" y="3574"/>
                  </a:cubicBezTo>
                  <a:cubicBezTo>
                    <a:pt x="0" y="4212"/>
                    <a:pt x="0" y="4851"/>
                    <a:pt x="0" y="6127"/>
                  </a:cubicBezTo>
                  <a:cubicBezTo>
                    <a:pt x="0" y="8043"/>
                    <a:pt x="639" y="9319"/>
                    <a:pt x="1917" y="10596"/>
                  </a:cubicBezTo>
                  <a:cubicBezTo>
                    <a:pt x="2556" y="11235"/>
                    <a:pt x="3195" y="11235"/>
                    <a:pt x="3834" y="11873"/>
                  </a:cubicBezTo>
                  <a:close/>
                </a:path>
              </a:pathLst>
            </a:custGeom>
            <a:solidFill>
              <a:srgbClr val="0076A8"/>
            </a:solidFill>
            <a:ln w="6390" cap="flat">
              <a:noFill/>
              <a:prstDash val="solid"/>
              <a:miter/>
            </a:ln>
          </p:spPr>
          <p:txBody>
            <a:bodyPr rtlCol="0" anchor="ctr"/>
            <a:lstStyle/>
            <a:p>
              <a:endParaRPr lang="en-US"/>
            </a:p>
          </p:txBody>
        </p:sp>
        <p:sp>
          <p:nvSpPr>
            <p:cNvPr id="1243" name="Graphic 4">
              <a:extLst>
                <a:ext uri="{FF2B5EF4-FFF2-40B4-BE49-F238E27FC236}">
                  <a16:creationId xmlns:a16="http://schemas.microsoft.com/office/drawing/2014/main" id="{262EBBDB-9614-B649-BA2D-106B7201C000}"/>
                </a:ext>
              </a:extLst>
            </p:cNvPr>
            <p:cNvSpPr/>
            <p:nvPr/>
          </p:nvSpPr>
          <p:spPr>
            <a:xfrm>
              <a:off x="1704196" y="2986468"/>
              <a:ext cx="12779" cy="12729"/>
            </a:xfrm>
            <a:custGeom>
              <a:avLst/>
              <a:gdLst>
                <a:gd name="connsiteX0" fmla="*/ 3834 w 12779"/>
                <a:gd name="connsiteY0" fmla="*/ 12251 h 12729"/>
                <a:gd name="connsiteX1" fmla="*/ 8946 w 12779"/>
                <a:gd name="connsiteY1" fmla="*/ 12251 h 12729"/>
                <a:gd name="connsiteX2" fmla="*/ 10863 w 12779"/>
                <a:gd name="connsiteY2" fmla="*/ 10974 h 12729"/>
                <a:gd name="connsiteX3" fmla="*/ 12780 w 12779"/>
                <a:gd name="connsiteY3" fmla="*/ 6505 h 12729"/>
                <a:gd name="connsiteX4" fmla="*/ 10863 w 12779"/>
                <a:gd name="connsiteY4" fmla="*/ 2036 h 12729"/>
                <a:gd name="connsiteX5" fmla="*/ 8946 w 12779"/>
                <a:gd name="connsiteY5" fmla="*/ 759 h 12729"/>
                <a:gd name="connsiteX6" fmla="*/ 7668 w 12779"/>
                <a:gd name="connsiteY6" fmla="*/ 121 h 12729"/>
                <a:gd name="connsiteX7" fmla="*/ 0 w 12779"/>
                <a:gd name="connsiteY7" fmla="*/ 5228 h 12729"/>
                <a:gd name="connsiteX8" fmla="*/ 0 w 12779"/>
                <a:gd name="connsiteY8" fmla="*/ 6505 h 12729"/>
                <a:gd name="connsiteX9" fmla="*/ 1917 w 12779"/>
                <a:gd name="connsiteY9" fmla="*/ 10974 h 12729"/>
                <a:gd name="connsiteX10" fmla="*/ 3834 w 12779"/>
                <a:gd name="connsiteY10" fmla="*/ 12251 h 12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9" h="12729">
                  <a:moveTo>
                    <a:pt x="3834" y="12251"/>
                  </a:moveTo>
                  <a:cubicBezTo>
                    <a:pt x="5112" y="12889"/>
                    <a:pt x="7029" y="12889"/>
                    <a:pt x="8946" y="12251"/>
                  </a:cubicBezTo>
                  <a:cubicBezTo>
                    <a:pt x="9585" y="11612"/>
                    <a:pt x="10224" y="11612"/>
                    <a:pt x="10863" y="10974"/>
                  </a:cubicBezTo>
                  <a:cubicBezTo>
                    <a:pt x="12141" y="9697"/>
                    <a:pt x="12780" y="8420"/>
                    <a:pt x="12780" y="6505"/>
                  </a:cubicBezTo>
                  <a:cubicBezTo>
                    <a:pt x="12780" y="4590"/>
                    <a:pt x="12141" y="3313"/>
                    <a:pt x="10863" y="2036"/>
                  </a:cubicBezTo>
                  <a:cubicBezTo>
                    <a:pt x="10224" y="1398"/>
                    <a:pt x="9585" y="759"/>
                    <a:pt x="8946" y="759"/>
                  </a:cubicBezTo>
                  <a:cubicBezTo>
                    <a:pt x="8307" y="759"/>
                    <a:pt x="8307" y="759"/>
                    <a:pt x="7668" y="121"/>
                  </a:cubicBezTo>
                  <a:cubicBezTo>
                    <a:pt x="4473" y="-517"/>
                    <a:pt x="639" y="1398"/>
                    <a:pt x="0" y="5228"/>
                  </a:cubicBezTo>
                  <a:cubicBezTo>
                    <a:pt x="0" y="5867"/>
                    <a:pt x="0" y="5867"/>
                    <a:pt x="0" y="6505"/>
                  </a:cubicBezTo>
                  <a:cubicBezTo>
                    <a:pt x="0" y="8420"/>
                    <a:pt x="639" y="9697"/>
                    <a:pt x="1917" y="10974"/>
                  </a:cubicBezTo>
                  <a:cubicBezTo>
                    <a:pt x="2556" y="11612"/>
                    <a:pt x="3195" y="11612"/>
                    <a:pt x="3834" y="12251"/>
                  </a:cubicBezTo>
                  <a:close/>
                </a:path>
              </a:pathLst>
            </a:custGeom>
            <a:solidFill>
              <a:srgbClr val="0076A8"/>
            </a:solidFill>
            <a:ln w="6390" cap="flat">
              <a:noFill/>
              <a:prstDash val="solid"/>
              <a:miter/>
            </a:ln>
          </p:spPr>
          <p:txBody>
            <a:bodyPr rtlCol="0" anchor="ctr"/>
            <a:lstStyle/>
            <a:p>
              <a:endParaRPr lang="en-US"/>
            </a:p>
          </p:txBody>
        </p:sp>
        <p:sp>
          <p:nvSpPr>
            <p:cNvPr id="1244" name="Graphic 4">
              <a:extLst>
                <a:ext uri="{FF2B5EF4-FFF2-40B4-BE49-F238E27FC236}">
                  <a16:creationId xmlns:a16="http://schemas.microsoft.com/office/drawing/2014/main" id="{0FF2DFE6-2531-C94C-804E-F89BEAC79DE3}"/>
                </a:ext>
              </a:extLst>
            </p:cNvPr>
            <p:cNvSpPr/>
            <p:nvPr/>
          </p:nvSpPr>
          <p:spPr>
            <a:xfrm>
              <a:off x="1616654" y="2986350"/>
              <a:ext cx="12805" cy="13007"/>
            </a:xfrm>
            <a:custGeom>
              <a:avLst/>
              <a:gdLst>
                <a:gd name="connsiteX0" fmla="*/ 6390 w 12805"/>
                <a:gd name="connsiteY0" fmla="*/ 13007 h 13007"/>
                <a:gd name="connsiteX1" fmla="*/ 8946 w 12805"/>
                <a:gd name="connsiteY1" fmla="*/ 12369 h 13007"/>
                <a:gd name="connsiteX2" fmla="*/ 10863 w 12805"/>
                <a:gd name="connsiteY2" fmla="*/ 11092 h 13007"/>
                <a:gd name="connsiteX3" fmla="*/ 12141 w 12805"/>
                <a:gd name="connsiteY3" fmla="*/ 4070 h 13007"/>
                <a:gd name="connsiteX4" fmla="*/ 8946 w 12805"/>
                <a:gd name="connsiteY4" fmla="*/ 878 h 13007"/>
                <a:gd name="connsiteX5" fmla="*/ 7668 w 12805"/>
                <a:gd name="connsiteY5" fmla="*/ 239 h 13007"/>
                <a:gd name="connsiteX6" fmla="*/ 1917 w 12805"/>
                <a:gd name="connsiteY6" fmla="*/ 2155 h 13007"/>
                <a:gd name="connsiteX7" fmla="*/ 0 w 12805"/>
                <a:gd name="connsiteY7" fmla="*/ 6623 h 13007"/>
                <a:gd name="connsiteX8" fmla="*/ 6390 w 12805"/>
                <a:gd name="connsiteY8" fmla="*/ 13007 h 13007"/>
                <a:gd name="connsiteX9" fmla="*/ 6390 w 12805"/>
                <a:gd name="connsiteY9" fmla="*/ 13007 h 13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805" h="13007">
                  <a:moveTo>
                    <a:pt x="6390" y="13007"/>
                  </a:moveTo>
                  <a:cubicBezTo>
                    <a:pt x="7029" y="13007"/>
                    <a:pt x="8307" y="13007"/>
                    <a:pt x="8946" y="12369"/>
                  </a:cubicBezTo>
                  <a:cubicBezTo>
                    <a:pt x="9585" y="11731"/>
                    <a:pt x="10224" y="11731"/>
                    <a:pt x="10863" y="11092"/>
                  </a:cubicBezTo>
                  <a:cubicBezTo>
                    <a:pt x="12780" y="9177"/>
                    <a:pt x="13419" y="6623"/>
                    <a:pt x="12141" y="4070"/>
                  </a:cubicBezTo>
                  <a:cubicBezTo>
                    <a:pt x="11502" y="2793"/>
                    <a:pt x="10224" y="1516"/>
                    <a:pt x="8946" y="878"/>
                  </a:cubicBezTo>
                  <a:cubicBezTo>
                    <a:pt x="8307" y="878"/>
                    <a:pt x="8307" y="239"/>
                    <a:pt x="7668" y="239"/>
                  </a:cubicBezTo>
                  <a:cubicBezTo>
                    <a:pt x="5751" y="-399"/>
                    <a:pt x="3195" y="239"/>
                    <a:pt x="1917" y="2155"/>
                  </a:cubicBezTo>
                  <a:cubicBezTo>
                    <a:pt x="639" y="3431"/>
                    <a:pt x="0" y="4708"/>
                    <a:pt x="0" y="6623"/>
                  </a:cubicBezTo>
                  <a:cubicBezTo>
                    <a:pt x="0" y="9815"/>
                    <a:pt x="2556" y="13007"/>
                    <a:pt x="6390" y="13007"/>
                  </a:cubicBezTo>
                  <a:lnTo>
                    <a:pt x="6390" y="13007"/>
                  </a:lnTo>
                  <a:close/>
                </a:path>
              </a:pathLst>
            </a:custGeom>
            <a:solidFill>
              <a:srgbClr val="0076A8"/>
            </a:solidFill>
            <a:ln w="6390" cap="flat">
              <a:noFill/>
              <a:prstDash val="solid"/>
              <a:miter/>
            </a:ln>
          </p:spPr>
          <p:txBody>
            <a:bodyPr rtlCol="0" anchor="ctr"/>
            <a:lstStyle/>
            <a:p>
              <a:endParaRPr lang="en-US"/>
            </a:p>
          </p:txBody>
        </p:sp>
        <p:sp>
          <p:nvSpPr>
            <p:cNvPr id="1245" name="Graphic 4">
              <a:extLst>
                <a:ext uri="{FF2B5EF4-FFF2-40B4-BE49-F238E27FC236}">
                  <a16:creationId xmlns:a16="http://schemas.microsoft.com/office/drawing/2014/main" id="{132F8A38-F897-7F49-AFE4-D995E71A2F0A}"/>
                </a:ext>
              </a:extLst>
            </p:cNvPr>
            <p:cNvSpPr/>
            <p:nvPr/>
          </p:nvSpPr>
          <p:spPr>
            <a:xfrm>
              <a:off x="1646047" y="2986468"/>
              <a:ext cx="12779" cy="12729"/>
            </a:xfrm>
            <a:custGeom>
              <a:avLst/>
              <a:gdLst>
                <a:gd name="connsiteX0" fmla="*/ 3834 w 12779"/>
                <a:gd name="connsiteY0" fmla="*/ 12251 h 12729"/>
                <a:gd name="connsiteX1" fmla="*/ 8946 w 12779"/>
                <a:gd name="connsiteY1" fmla="*/ 12251 h 12729"/>
                <a:gd name="connsiteX2" fmla="*/ 10863 w 12779"/>
                <a:gd name="connsiteY2" fmla="*/ 10974 h 12729"/>
                <a:gd name="connsiteX3" fmla="*/ 12780 w 12779"/>
                <a:gd name="connsiteY3" fmla="*/ 6505 h 12729"/>
                <a:gd name="connsiteX4" fmla="*/ 8946 w 12779"/>
                <a:gd name="connsiteY4" fmla="*/ 759 h 12729"/>
                <a:gd name="connsiteX5" fmla="*/ 7668 w 12779"/>
                <a:gd name="connsiteY5" fmla="*/ 121 h 12729"/>
                <a:gd name="connsiteX6" fmla="*/ 0 w 12779"/>
                <a:gd name="connsiteY6" fmla="*/ 5228 h 12729"/>
                <a:gd name="connsiteX7" fmla="*/ 0 w 12779"/>
                <a:gd name="connsiteY7" fmla="*/ 6505 h 12729"/>
                <a:gd name="connsiteX8" fmla="*/ 1917 w 12779"/>
                <a:gd name="connsiteY8" fmla="*/ 10974 h 12729"/>
                <a:gd name="connsiteX9" fmla="*/ 3834 w 12779"/>
                <a:gd name="connsiteY9" fmla="*/ 12251 h 12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79" h="12729">
                  <a:moveTo>
                    <a:pt x="3834" y="12251"/>
                  </a:moveTo>
                  <a:cubicBezTo>
                    <a:pt x="5112" y="12889"/>
                    <a:pt x="7029" y="12889"/>
                    <a:pt x="8946" y="12251"/>
                  </a:cubicBezTo>
                  <a:cubicBezTo>
                    <a:pt x="9585" y="11612"/>
                    <a:pt x="10224" y="11612"/>
                    <a:pt x="10863" y="10974"/>
                  </a:cubicBezTo>
                  <a:cubicBezTo>
                    <a:pt x="12141" y="9697"/>
                    <a:pt x="12780" y="8420"/>
                    <a:pt x="12780" y="6505"/>
                  </a:cubicBezTo>
                  <a:cubicBezTo>
                    <a:pt x="12780" y="3951"/>
                    <a:pt x="11502" y="1398"/>
                    <a:pt x="8946" y="759"/>
                  </a:cubicBezTo>
                  <a:cubicBezTo>
                    <a:pt x="8307" y="759"/>
                    <a:pt x="8307" y="121"/>
                    <a:pt x="7668" y="121"/>
                  </a:cubicBezTo>
                  <a:cubicBezTo>
                    <a:pt x="4473" y="-517"/>
                    <a:pt x="639" y="1398"/>
                    <a:pt x="0" y="5228"/>
                  </a:cubicBezTo>
                  <a:cubicBezTo>
                    <a:pt x="0" y="5867"/>
                    <a:pt x="0" y="5867"/>
                    <a:pt x="0" y="6505"/>
                  </a:cubicBezTo>
                  <a:cubicBezTo>
                    <a:pt x="0" y="8420"/>
                    <a:pt x="639" y="9697"/>
                    <a:pt x="1917" y="10974"/>
                  </a:cubicBezTo>
                  <a:cubicBezTo>
                    <a:pt x="1917" y="11612"/>
                    <a:pt x="2556" y="11612"/>
                    <a:pt x="3834" y="12251"/>
                  </a:cubicBezTo>
                  <a:close/>
                </a:path>
              </a:pathLst>
            </a:custGeom>
            <a:solidFill>
              <a:srgbClr val="0076A8"/>
            </a:solidFill>
            <a:ln w="6390" cap="flat">
              <a:noFill/>
              <a:prstDash val="solid"/>
              <a:miter/>
            </a:ln>
          </p:spPr>
          <p:txBody>
            <a:bodyPr rtlCol="0" anchor="ctr"/>
            <a:lstStyle/>
            <a:p>
              <a:endParaRPr lang="en-US"/>
            </a:p>
          </p:txBody>
        </p:sp>
        <p:sp>
          <p:nvSpPr>
            <p:cNvPr id="1246" name="Graphic 4">
              <a:extLst>
                <a:ext uri="{FF2B5EF4-FFF2-40B4-BE49-F238E27FC236}">
                  <a16:creationId xmlns:a16="http://schemas.microsoft.com/office/drawing/2014/main" id="{7669996C-398C-FA4E-8071-ECF5422C99D5}"/>
                </a:ext>
              </a:extLst>
            </p:cNvPr>
            <p:cNvSpPr/>
            <p:nvPr/>
          </p:nvSpPr>
          <p:spPr>
            <a:xfrm>
              <a:off x="1674163" y="3044444"/>
              <a:ext cx="13418" cy="13007"/>
            </a:xfrm>
            <a:custGeom>
              <a:avLst/>
              <a:gdLst>
                <a:gd name="connsiteX0" fmla="*/ 2556 w 13418"/>
                <a:gd name="connsiteY0" fmla="*/ 11092 h 13007"/>
                <a:gd name="connsiteX1" fmla="*/ 11502 w 13418"/>
                <a:gd name="connsiteY1" fmla="*/ 11092 h 13007"/>
                <a:gd name="connsiteX2" fmla="*/ 11502 w 13418"/>
                <a:gd name="connsiteY2" fmla="*/ 11092 h 13007"/>
                <a:gd name="connsiteX3" fmla="*/ 12780 w 13418"/>
                <a:gd name="connsiteY3" fmla="*/ 9177 h 13007"/>
                <a:gd name="connsiteX4" fmla="*/ 13419 w 13418"/>
                <a:gd name="connsiteY4" fmla="*/ 6623 h 13007"/>
                <a:gd name="connsiteX5" fmla="*/ 13419 w 13418"/>
                <a:gd name="connsiteY5" fmla="*/ 5347 h 13007"/>
                <a:gd name="connsiteX6" fmla="*/ 12780 w 13418"/>
                <a:gd name="connsiteY6" fmla="*/ 4070 h 13007"/>
                <a:gd name="connsiteX7" fmla="*/ 11502 w 13418"/>
                <a:gd name="connsiteY7" fmla="*/ 2155 h 13007"/>
                <a:gd name="connsiteX8" fmla="*/ 10224 w 13418"/>
                <a:gd name="connsiteY8" fmla="*/ 1516 h 13007"/>
                <a:gd name="connsiteX9" fmla="*/ 8946 w 13418"/>
                <a:gd name="connsiteY9" fmla="*/ 878 h 13007"/>
                <a:gd name="connsiteX10" fmla="*/ 7668 w 13418"/>
                <a:gd name="connsiteY10" fmla="*/ 239 h 13007"/>
                <a:gd name="connsiteX11" fmla="*/ 1917 w 13418"/>
                <a:gd name="connsiteY11" fmla="*/ 2155 h 13007"/>
                <a:gd name="connsiteX12" fmla="*/ 639 w 13418"/>
                <a:gd name="connsiteY12" fmla="*/ 4070 h 13007"/>
                <a:gd name="connsiteX13" fmla="*/ 0 w 13418"/>
                <a:gd name="connsiteY13" fmla="*/ 5347 h 13007"/>
                <a:gd name="connsiteX14" fmla="*/ 0 w 13418"/>
                <a:gd name="connsiteY14" fmla="*/ 6623 h 13007"/>
                <a:gd name="connsiteX15" fmla="*/ 639 w 13418"/>
                <a:gd name="connsiteY15" fmla="*/ 9177 h 13007"/>
                <a:gd name="connsiteX16" fmla="*/ 2556 w 13418"/>
                <a:gd name="connsiteY16" fmla="*/ 11092 h 13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418" h="13007">
                  <a:moveTo>
                    <a:pt x="2556" y="11092"/>
                  </a:moveTo>
                  <a:cubicBezTo>
                    <a:pt x="5112" y="13646"/>
                    <a:pt x="8946" y="13646"/>
                    <a:pt x="11502" y="11092"/>
                  </a:cubicBezTo>
                  <a:cubicBezTo>
                    <a:pt x="11502" y="11092"/>
                    <a:pt x="11502" y="11092"/>
                    <a:pt x="11502" y="11092"/>
                  </a:cubicBezTo>
                  <a:cubicBezTo>
                    <a:pt x="12141" y="10454"/>
                    <a:pt x="12780" y="9815"/>
                    <a:pt x="12780" y="9177"/>
                  </a:cubicBezTo>
                  <a:cubicBezTo>
                    <a:pt x="13419" y="8539"/>
                    <a:pt x="13419" y="7262"/>
                    <a:pt x="13419" y="6623"/>
                  </a:cubicBezTo>
                  <a:cubicBezTo>
                    <a:pt x="13419" y="5985"/>
                    <a:pt x="13419" y="5985"/>
                    <a:pt x="13419" y="5347"/>
                  </a:cubicBezTo>
                  <a:cubicBezTo>
                    <a:pt x="13419" y="4708"/>
                    <a:pt x="13419" y="4708"/>
                    <a:pt x="12780" y="4070"/>
                  </a:cubicBezTo>
                  <a:cubicBezTo>
                    <a:pt x="12780" y="3431"/>
                    <a:pt x="12141" y="2793"/>
                    <a:pt x="11502" y="2155"/>
                  </a:cubicBezTo>
                  <a:lnTo>
                    <a:pt x="10224" y="1516"/>
                  </a:lnTo>
                  <a:lnTo>
                    <a:pt x="8946" y="878"/>
                  </a:lnTo>
                  <a:lnTo>
                    <a:pt x="7668" y="239"/>
                  </a:lnTo>
                  <a:cubicBezTo>
                    <a:pt x="5751" y="-399"/>
                    <a:pt x="3195" y="239"/>
                    <a:pt x="1917" y="2155"/>
                  </a:cubicBezTo>
                  <a:cubicBezTo>
                    <a:pt x="1278" y="2793"/>
                    <a:pt x="639" y="3431"/>
                    <a:pt x="639" y="4070"/>
                  </a:cubicBezTo>
                  <a:cubicBezTo>
                    <a:pt x="639" y="4708"/>
                    <a:pt x="0" y="4708"/>
                    <a:pt x="0" y="5347"/>
                  </a:cubicBezTo>
                  <a:cubicBezTo>
                    <a:pt x="0" y="5985"/>
                    <a:pt x="0" y="5985"/>
                    <a:pt x="0" y="6623"/>
                  </a:cubicBezTo>
                  <a:cubicBezTo>
                    <a:pt x="0" y="7262"/>
                    <a:pt x="0" y="8539"/>
                    <a:pt x="639" y="9177"/>
                  </a:cubicBezTo>
                  <a:cubicBezTo>
                    <a:pt x="1917" y="9815"/>
                    <a:pt x="1917" y="10454"/>
                    <a:pt x="2556" y="11092"/>
                  </a:cubicBezTo>
                  <a:close/>
                </a:path>
              </a:pathLst>
            </a:custGeom>
            <a:solidFill>
              <a:srgbClr val="0076A8"/>
            </a:solidFill>
            <a:ln w="6390" cap="flat">
              <a:noFill/>
              <a:prstDash val="solid"/>
              <a:miter/>
            </a:ln>
          </p:spPr>
          <p:txBody>
            <a:bodyPr rtlCol="0" anchor="ctr"/>
            <a:lstStyle/>
            <a:p>
              <a:endParaRPr lang="en-US"/>
            </a:p>
          </p:txBody>
        </p:sp>
      </p:grpSp>
      <p:grpSp>
        <p:nvGrpSpPr>
          <p:cNvPr id="1247" name="Graphic 4">
            <a:extLst>
              <a:ext uri="{FF2B5EF4-FFF2-40B4-BE49-F238E27FC236}">
                <a16:creationId xmlns:a16="http://schemas.microsoft.com/office/drawing/2014/main" id="{97AEEA95-A931-7B4A-B409-4282FEE95BB6}"/>
              </a:ext>
            </a:extLst>
          </p:cNvPr>
          <p:cNvGrpSpPr>
            <a:grpSpLocks noChangeAspect="1"/>
          </p:cNvGrpSpPr>
          <p:nvPr/>
        </p:nvGrpSpPr>
        <p:grpSpPr>
          <a:xfrm>
            <a:off x="467104" y="2371173"/>
            <a:ext cx="362309" cy="362610"/>
            <a:chOff x="467104" y="2371173"/>
            <a:chExt cx="362309" cy="362610"/>
          </a:xfrm>
          <a:solidFill>
            <a:srgbClr val="0076A8"/>
          </a:solidFill>
        </p:grpSpPr>
        <p:sp>
          <p:nvSpPr>
            <p:cNvPr id="1248" name="Graphic 4">
              <a:extLst>
                <a:ext uri="{FF2B5EF4-FFF2-40B4-BE49-F238E27FC236}">
                  <a16:creationId xmlns:a16="http://schemas.microsoft.com/office/drawing/2014/main" id="{59406F47-0A21-4141-BB41-A15E30C31C2B}"/>
                </a:ext>
              </a:extLst>
            </p:cNvPr>
            <p:cNvSpPr/>
            <p:nvPr/>
          </p:nvSpPr>
          <p:spPr>
            <a:xfrm>
              <a:off x="467104" y="2371173"/>
              <a:ext cx="362309" cy="362610"/>
            </a:xfrm>
            <a:custGeom>
              <a:avLst/>
              <a:gdLst>
                <a:gd name="connsiteX0" fmla="*/ 181474 w 362309"/>
                <a:gd name="connsiteY0" fmla="*/ 0 h 362610"/>
                <a:gd name="connsiteX1" fmla="*/ 0 w 362309"/>
                <a:gd name="connsiteY1" fmla="*/ 181305 h 362610"/>
                <a:gd name="connsiteX2" fmla="*/ 181474 w 362309"/>
                <a:gd name="connsiteY2" fmla="*/ 362610 h 362610"/>
                <a:gd name="connsiteX3" fmla="*/ 362309 w 362309"/>
                <a:gd name="connsiteY3" fmla="*/ 181305 h 362610"/>
                <a:gd name="connsiteX4" fmla="*/ 181474 w 362309"/>
                <a:gd name="connsiteY4" fmla="*/ 0 h 362610"/>
                <a:gd name="connsiteX5" fmla="*/ 181474 w 362309"/>
                <a:gd name="connsiteY5" fmla="*/ 0 h 362610"/>
                <a:gd name="connsiteX6" fmla="*/ 181474 w 362309"/>
                <a:gd name="connsiteY6" fmla="*/ 349204 h 362610"/>
                <a:gd name="connsiteX7" fmla="*/ 13419 w 362309"/>
                <a:gd name="connsiteY7" fmla="*/ 180667 h 362610"/>
                <a:gd name="connsiteX8" fmla="*/ 181474 w 362309"/>
                <a:gd name="connsiteY8" fmla="*/ 12130 h 362610"/>
                <a:gd name="connsiteX9" fmla="*/ 349530 w 362309"/>
                <a:gd name="connsiteY9" fmla="*/ 180667 h 362610"/>
                <a:gd name="connsiteX10" fmla="*/ 349530 w 362309"/>
                <a:gd name="connsiteY10" fmla="*/ 180667 h 362610"/>
                <a:gd name="connsiteX11" fmla="*/ 181474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1474" y="0"/>
                  </a:moveTo>
                  <a:cubicBezTo>
                    <a:pt x="81152" y="0"/>
                    <a:pt x="0" y="81077"/>
                    <a:pt x="0" y="181305"/>
                  </a:cubicBezTo>
                  <a:cubicBezTo>
                    <a:pt x="0" y="281534"/>
                    <a:pt x="81152" y="362610"/>
                    <a:pt x="181474" y="362610"/>
                  </a:cubicBezTo>
                  <a:cubicBezTo>
                    <a:pt x="281796" y="362610"/>
                    <a:pt x="362309" y="281534"/>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130"/>
                    <a:pt x="181474" y="12130"/>
                  </a:cubicBezTo>
                  <a:cubicBezTo>
                    <a:pt x="274128" y="12130"/>
                    <a:pt x="349530" y="87461"/>
                    <a:pt x="349530" y="180667"/>
                  </a:cubicBezTo>
                  <a:cubicBezTo>
                    <a:pt x="349530" y="180667"/>
                    <a:pt x="349530" y="180667"/>
                    <a:pt x="349530" y="180667"/>
                  </a:cubicBezTo>
                  <a:cubicBezTo>
                    <a:pt x="349530" y="273873"/>
                    <a:pt x="274128" y="349204"/>
                    <a:pt x="181474" y="349204"/>
                  </a:cubicBezTo>
                  <a:close/>
                </a:path>
              </a:pathLst>
            </a:custGeom>
            <a:solidFill>
              <a:srgbClr val="0076A8"/>
            </a:solidFill>
            <a:ln w="6390" cap="flat">
              <a:noFill/>
              <a:prstDash val="solid"/>
              <a:miter/>
            </a:ln>
          </p:spPr>
          <p:txBody>
            <a:bodyPr rtlCol="0" anchor="ctr"/>
            <a:lstStyle/>
            <a:p>
              <a:endParaRPr lang="en-US"/>
            </a:p>
          </p:txBody>
        </p:sp>
        <p:sp>
          <p:nvSpPr>
            <p:cNvPr id="1249" name="Graphic 4">
              <a:extLst>
                <a:ext uri="{FF2B5EF4-FFF2-40B4-BE49-F238E27FC236}">
                  <a16:creationId xmlns:a16="http://schemas.microsoft.com/office/drawing/2014/main" id="{12FA4B63-7479-2143-A0F6-1FF60103D117}"/>
                </a:ext>
              </a:extLst>
            </p:cNvPr>
            <p:cNvSpPr/>
            <p:nvPr/>
          </p:nvSpPr>
          <p:spPr>
            <a:xfrm>
              <a:off x="539310" y="2457357"/>
              <a:ext cx="218535" cy="188965"/>
            </a:xfrm>
            <a:custGeom>
              <a:avLst/>
              <a:gdLst>
                <a:gd name="connsiteX0" fmla="*/ 212146 w 218535"/>
                <a:gd name="connsiteY0" fmla="*/ 29366 h 188965"/>
                <a:gd name="connsiteX1" fmla="*/ 159748 w 218535"/>
                <a:gd name="connsiteY1" fmla="*/ 29366 h 188965"/>
                <a:gd name="connsiteX2" fmla="*/ 159748 w 218535"/>
                <a:gd name="connsiteY2" fmla="*/ 6384 h 188965"/>
                <a:gd name="connsiteX3" fmla="*/ 153358 w 218535"/>
                <a:gd name="connsiteY3" fmla="*/ 0 h 188965"/>
                <a:gd name="connsiteX4" fmla="*/ 65177 w 218535"/>
                <a:gd name="connsiteY4" fmla="*/ 0 h 188965"/>
                <a:gd name="connsiteX5" fmla="*/ 58787 w 218535"/>
                <a:gd name="connsiteY5" fmla="*/ 6384 h 188965"/>
                <a:gd name="connsiteX6" fmla="*/ 58787 w 218535"/>
                <a:gd name="connsiteY6" fmla="*/ 29366 h 188965"/>
                <a:gd name="connsiteX7" fmla="*/ 6390 w 218535"/>
                <a:gd name="connsiteY7" fmla="*/ 29366 h 188965"/>
                <a:gd name="connsiteX8" fmla="*/ 0 w 218535"/>
                <a:gd name="connsiteY8" fmla="*/ 35750 h 188965"/>
                <a:gd name="connsiteX9" fmla="*/ 0 w 218535"/>
                <a:gd name="connsiteY9" fmla="*/ 182582 h 188965"/>
                <a:gd name="connsiteX10" fmla="*/ 6390 w 218535"/>
                <a:gd name="connsiteY10" fmla="*/ 188966 h 188965"/>
                <a:gd name="connsiteX11" fmla="*/ 212146 w 218535"/>
                <a:gd name="connsiteY11" fmla="*/ 188966 h 188965"/>
                <a:gd name="connsiteX12" fmla="*/ 218536 w 218535"/>
                <a:gd name="connsiteY12" fmla="*/ 182582 h 188965"/>
                <a:gd name="connsiteX13" fmla="*/ 218536 w 218535"/>
                <a:gd name="connsiteY13" fmla="*/ 35750 h 188965"/>
                <a:gd name="connsiteX14" fmla="*/ 212146 w 218535"/>
                <a:gd name="connsiteY14" fmla="*/ 29366 h 188965"/>
                <a:gd name="connsiteX15" fmla="*/ 71567 w 218535"/>
                <a:gd name="connsiteY15" fmla="*/ 12768 h 188965"/>
                <a:gd name="connsiteX16" fmla="*/ 146969 w 218535"/>
                <a:gd name="connsiteY16" fmla="*/ 12768 h 188965"/>
                <a:gd name="connsiteX17" fmla="*/ 146969 w 218535"/>
                <a:gd name="connsiteY17" fmla="*/ 176836 h 188965"/>
                <a:gd name="connsiteX18" fmla="*/ 100961 w 218535"/>
                <a:gd name="connsiteY18" fmla="*/ 176836 h 188965"/>
                <a:gd name="connsiteX19" fmla="*/ 100961 w 218535"/>
                <a:gd name="connsiteY19" fmla="*/ 153854 h 188965"/>
                <a:gd name="connsiteX20" fmla="*/ 94571 w 218535"/>
                <a:gd name="connsiteY20" fmla="*/ 147470 h 188965"/>
                <a:gd name="connsiteX21" fmla="*/ 88181 w 218535"/>
                <a:gd name="connsiteY21" fmla="*/ 153854 h 188965"/>
                <a:gd name="connsiteX22" fmla="*/ 88181 w 218535"/>
                <a:gd name="connsiteY22" fmla="*/ 176836 h 188965"/>
                <a:gd name="connsiteX23" fmla="*/ 71567 w 218535"/>
                <a:gd name="connsiteY23" fmla="*/ 176836 h 188965"/>
                <a:gd name="connsiteX24" fmla="*/ 71567 w 218535"/>
                <a:gd name="connsiteY24" fmla="*/ 12768 h 188965"/>
                <a:gd name="connsiteX25" fmla="*/ 12780 w 218535"/>
                <a:gd name="connsiteY25" fmla="*/ 42134 h 188965"/>
                <a:gd name="connsiteX26" fmla="*/ 58787 w 218535"/>
                <a:gd name="connsiteY26" fmla="*/ 42134 h 188965"/>
                <a:gd name="connsiteX27" fmla="*/ 58787 w 218535"/>
                <a:gd name="connsiteY27" fmla="*/ 176198 h 188965"/>
                <a:gd name="connsiteX28" fmla="*/ 42174 w 218535"/>
                <a:gd name="connsiteY28" fmla="*/ 176198 h 188965"/>
                <a:gd name="connsiteX29" fmla="*/ 42174 w 218535"/>
                <a:gd name="connsiteY29" fmla="*/ 153216 h 188965"/>
                <a:gd name="connsiteX30" fmla="*/ 35784 w 218535"/>
                <a:gd name="connsiteY30" fmla="*/ 146832 h 188965"/>
                <a:gd name="connsiteX31" fmla="*/ 29394 w 218535"/>
                <a:gd name="connsiteY31" fmla="*/ 153216 h 188965"/>
                <a:gd name="connsiteX32" fmla="*/ 29394 w 218535"/>
                <a:gd name="connsiteY32" fmla="*/ 176836 h 188965"/>
                <a:gd name="connsiteX33" fmla="*/ 12780 w 218535"/>
                <a:gd name="connsiteY33" fmla="*/ 176836 h 188965"/>
                <a:gd name="connsiteX34" fmla="*/ 12780 w 218535"/>
                <a:gd name="connsiteY34" fmla="*/ 42134 h 188965"/>
                <a:gd name="connsiteX35" fmla="*/ 205756 w 218535"/>
                <a:gd name="connsiteY35" fmla="*/ 176198 h 188965"/>
                <a:gd name="connsiteX36" fmla="*/ 189142 w 218535"/>
                <a:gd name="connsiteY36" fmla="*/ 176198 h 188965"/>
                <a:gd name="connsiteX37" fmla="*/ 189142 w 218535"/>
                <a:gd name="connsiteY37" fmla="*/ 153216 h 188965"/>
                <a:gd name="connsiteX38" fmla="*/ 182752 w 218535"/>
                <a:gd name="connsiteY38" fmla="*/ 146832 h 188965"/>
                <a:gd name="connsiteX39" fmla="*/ 176362 w 218535"/>
                <a:gd name="connsiteY39" fmla="*/ 153216 h 188965"/>
                <a:gd name="connsiteX40" fmla="*/ 176362 w 218535"/>
                <a:gd name="connsiteY40" fmla="*/ 176836 h 188965"/>
                <a:gd name="connsiteX41" fmla="*/ 159748 w 218535"/>
                <a:gd name="connsiteY41" fmla="*/ 176836 h 188965"/>
                <a:gd name="connsiteX42" fmla="*/ 159748 w 218535"/>
                <a:gd name="connsiteY42" fmla="*/ 42773 h 188965"/>
                <a:gd name="connsiteX43" fmla="*/ 205756 w 218535"/>
                <a:gd name="connsiteY43" fmla="*/ 42773 h 188965"/>
                <a:gd name="connsiteX44" fmla="*/ 205756 w 218535"/>
                <a:gd name="connsiteY44" fmla="*/ 176198 h 188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8535" h="188965">
                  <a:moveTo>
                    <a:pt x="212146" y="29366"/>
                  </a:moveTo>
                  <a:lnTo>
                    <a:pt x="159748" y="29366"/>
                  </a:lnTo>
                  <a:lnTo>
                    <a:pt x="159748" y="6384"/>
                  </a:lnTo>
                  <a:cubicBezTo>
                    <a:pt x="159748" y="2554"/>
                    <a:pt x="157192" y="0"/>
                    <a:pt x="153358" y="0"/>
                  </a:cubicBezTo>
                  <a:lnTo>
                    <a:pt x="65177" y="0"/>
                  </a:lnTo>
                  <a:cubicBezTo>
                    <a:pt x="61343" y="0"/>
                    <a:pt x="58787" y="2554"/>
                    <a:pt x="58787" y="6384"/>
                  </a:cubicBezTo>
                  <a:lnTo>
                    <a:pt x="58787" y="29366"/>
                  </a:lnTo>
                  <a:lnTo>
                    <a:pt x="6390" y="29366"/>
                  </a:lnTo>
                  <a:cubicBezTo>
                    <a:pt x="2556" y="29366"/>
                    <a:pt x="0" y="31920"/>
                    <a:pt x="0" y="35750"/>
                  </a:cubicBezTo>
                  <a:lnTo>
                    <a:pt x="0" y="182582"/>
                  </a:lnTo>
                  <a:cubicBezTo>
                    <a:pt x="0" y="186412"/>
                    <a:pt x="2556" y="188966"/>
                    <a:pt x="6390" y="188966"/>
                  </a:cubicBezTo>
                  <a:lnTo>
                    <a:pt x="212146" y="188966"/>
                  </a:lnTo>
                  <a:cubicBezTo>
                    <a:pt x="215980" y="188966"/>
                    <a:pt x="218536" y="186412"/>
                    <a:pt x="218536" y="182582"/>
                  </a:cubicBezTo>
                  <a:lnTo>
                    <a:pt x="218536" y="35750"/>
                  </a:lnTo>
                  <a:cubicBezTo>
                    <a:pt x="218536" y="32558"/>
                    <a:pt x="215980" y="29366"/>
                    <a:pt x="212146" y="29366"/>
                  </a:cubicBezTo>
                  <a:close/>
                  <a:moveTo>
                    <a:pt x="71567" y="12768"/>
                  </a:moveTo>
                  <a:lnTo>
                    <a:pt x="146969" y="12768"/>
                  </a:lnTo>
                  <a:lnTo>
                    <a:pt x="146969" y="176836"/>
                  </a:lnTo>
                  <a:lnTo>
                    <a:pt x="100961" y="176836"/>
                  </a:lnTo>
                  <a:lnTo>
                    <a:pt x="100961" y="153854"/>
                  </a:lnTo>
                  <a:cubicBezTo>
                    <a:pt x="100961" y="150024"/>
                    <a:pt x="98405" y="147470"/>
                    <a:pt x="94571" y="147470"/>
                  </a:cubicBezTo>
                  <a:cubicBezTo>
                    <a:pt x="90737" y="147470"/>
                    <a:pt x="88181" y="150024"/>
                    <a:pt x="88181" y="153854"/>
                  </a:cubicBezTo>
                  <a:lnTo>
                    <a:pt x="88181" y="176836"/>
                  </a:lnTo>
                  <a:lnTo>
                    <a:pt x="71567" y="176836"/>
                  </a:lnTo>
                  <a:lnTo>
                    <a:pt x="71567" y="12768"/>
                  </a:lnTo>
                  <a:close/>
                  <a:moveTo>
                    <a:pt x="12780" y="42134"/>
                  </a:moveTo>
                  <a:lnTo>
                    <a:pt x="58787" y="42134"/>
                  </a:lnTo>
                  <a:lnTo>
                    <a:pt x="58787" y="176198"/>
                  </a:lnTo>
                  <a:lnTo>
                    <a:pt x="42174" y="176198"/>
                  </a:lnTo>
                  <a:lnTo>
                    <a:pt x="42174" y="153216"/>
                  </a:lnTo>
                  <a:cubicBezTo>
                    <a:pt x="42174" y="149385"/>
                    <a:pt x="39618" y="146832"/>
                    <a:pt x="35784" y="146832"/>
                  </a:cubicBezTo>
                  <a:cubicBezTo>
                    <a:pt x="31950" y="146832"/>
                    <a:pt x="29394" y="149385"/>
                    <a:pt x="29394" y="153216"/>
                  </a:cubicBezTo>
                  <a:lnTo>
                    <a:pt x="29394" y="176836"/>
                  </a:lnTo>
                  <a:lnTo>
                    <a:pt x="12780" y="176836"/>
                  </a:lnTo>
                  <a:lnTo>
                    <a:pt x="12780" y="42134"/>
                  </a:lnTo>
                  <a:close/>
                  <a:moveTo>
                    <a:pt x="205756" y="176198"/>
                  </a:moveTo>
                  <a:lnTo>
                    <a:pt x="189142" y="176198"/>
                  </a:lnTo>
                  <a:lnTo>
                    <a:pt x="189142" y="153216"/>
                  </a:lnTo>
                  <a:cubicBezTo>
                    <a:pt x="189142" y="149385"/>
                    <a:pt x="186586" y="146832"/>
                    <a:pt x="182752" y="146832"/>
                  </a:cubicBezTo>
                  <a:cubicBezTo>
                    <a:pt x="178918" y="146832"/>
                    <a:pt x="176362" y="149385"/>
                    <a:pt x="176362" y="153216"/>
                  </a:cubicBezTo>
                  <a:lnTo>
                    <a:pt x="176362" y="176836"/>
                  </a:lnTo>
                  <a:lnTo>
                    <a:pt x="159748" y="176836"/>
                  </a:lnTo>
                  <a:lnTo>
                    <a:pt x="159748" y="42773"/>
                  </a:lnTo>
                  <a:lnTo>
                    <a:pt x="205756" y="42773"/>
                  </a:lnTo>
                  <a:lnTo>
                    <a:pt x="205756" y="176198"/>
                  </a:lnTo>
                  <a:close/>
                </a:path>
              </a:pathLst>
            </a:custGeom>
            <a:solidFill>
              <a:srgbClr val="0076A8"/>
            </a:solidFill>
            <a:ln w="6390" cap="flat">
              <a:noFill/>
              <a:prstDash val="solid"/>
              <a:miter/>
            </a:ln>
          </p:spPr>
          <p:txBody>
            <a:bodyPr rtlCol="0" anchor="ctr"/>
            <a:lstStyle/>
            <a:p>
              <a:endParaRPr lang="en-US"/>
            </a:p>
          </p:txBody>
        </p:sp>
        <p:sp>
          <p:nvSpPr>
            <p:cNvPr id="1250" name="Graphic 4">
              <a:extLst>
                <a:ext uri="{FF2B5EF4-FFF2-40B4-BE49-F238E27FC236}">
                  <a16:creationId xmlns:a16="http://schemas.microsoft.com/office/drawing/2014/main" id="{2134729F-70F4-B248-BF0D-0E4AF9006F82}"/>
                </a:ext>
              </a:extLst>
            </p:cNvPr>
            <p:cNvSpPr/>
            <p:nvPr/>
          </p:nvSpPr>
          <p:spPr>
            <a:xfrm>
              <a:off x="568704" y="2574822"/>
              <a:ext cx="12779" cy="12767"/>
            </a:xfrm>
            <a:custGeom>
              <a:avLst/>
              <a:gdLst>
                <a:gd name="connsiteX0" fmla="*/ 6390 w 12779"/>
                <a:gd name="connsiteY0" fmla="*/ 12768 h 12767"/>
                <a:gd name="connsiteX1" fmla="*/ 10863 w 12779"/>
                <a:gd name="connsiteY1" fmla="*/ 10853 h 12767"/>
                <a:gd name="connsiteX2" fmla="*/ 12141 w 12779"/>
                <a:gd name="connsiteY2" fmla="*/ 8938 h 12767"/>
                <a:gd name="connsiteX3" fmla="*/ 12780 w 12779"/>
                <a:gd name="connsiteY3" fmla="*/ 6384 h 12767"/>
                <a:gd name="connsiteX4" fmla="*/ 12141 w 12779"/>
                <a:gd name="connsiteY4" fmla="*/ 3830 h 12767"/>
                <a:gd name="connsiteX5" fmla="*/ 10863 w 12779"/>
                <a:gd name="connsiteY5" fmla="*/ 1915 h 12767"/>
                <a:gd name="connsiteX6" fmla="*/ 5112 w 12779"/>
                <a:gd name="connsiteY6" fmla="*/ 0 h 12767"/>
                <a:gd name="connsiteX7" fmla="*/ 3834 w 12779"/>
                <a:gd name="connsiteY7" fmla="*/ 638 h 12767"/>
                <a:gd name="connsiteX8" fmla="*/ 1917 w 12779"/>
                <a:gd name="connsiteY8" fmla="*/ 1915 h 12767"/>
                <a:gd name="connsiteX9" fmla="*/ 639 w 12779"/>
                <a:gd name="connsiteY9" fmla="*/ 3830 h 12767"/>
                <a:gd name="connsiteX10" fmla="*/ 0 w 12779"/>
                <a:gd name="connsiteY10" fmla="*/ 6384 h 12767"/>
                <a:gd name="connsiteX11" fmla="*/ 6390 w 12779"/>
                <a:gd name="connsiteY11" fmla="*/ 12768 h 12767"/>
                <a:gd name="connsiteX12" fmla="*/ 6390 w 12779"/>
                <a:gd name="connsiteY12"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79" h="12767">
                  <a:moveTo>
                    <a:pt x="6390" y="12768"/>
                  </a:moveTo>
                  <a:cubicBezTo>
                    <a:pt x="8307" y="12768"/>
                    <a:pt x="9585" y="12130"/>
                    <a:pt x="10863" y="10853"/>
                  </a:cubicBezTo>
                  <a:cubicBezTo>
                    <a:pt x="11502" y="10214"/>
                    <a:pt x="12141" y="9576"/>
                    <a:pt x="12141" y="8938"/>
                  </a:cubicBezTo>
                  <a:cubicBezTo>
                    <a:pt x="12141" y="8299"/>
                    <a:pt x="12780" y="7661"/>
                    <a:pt x="12780" y="6384"/>
                  </a:cubicBezTo>
                  <a:cubicBezTo>
                    <a:pt x="12780" y="5746"/>
                    <a:pt x="12780" y="4469"/>
                    <a:pt x="12141" y="3830"/>
                  </a:cubicBezTo>
                  <a:cubicBezTo>
                    <a:pt x="11502" y="3192"/>
                    <a:pt x="11502" y="2554"/>
                    <a:pt x="10863" y="1915"/>
                  </a:cubicBezTo>
                  <a:cubicBezTo>
                    <a:pt x="9585" y="638"/>
                    <a:pt x="7029" y="0"/>
                    <a:pt x="5112" y="0"/>
                  </a:cubicBezTo>
                  <a:lnTo>
                    <a:pt x="3834" y="638"/>
                  </a:lnTo>
                  <a:cubicBezTo>
                    <a:pt x="3195" y="1277"/>
                    <a:pt x="2556" y="1277"/>
                    <a:pt x="1917" y="1915"/>
                  </a:cubicBezTo>
                  <a:cubicBezTo>
                    <a:pt x="1278" y="2554"/>
                    <a:pt x="639" y="3192"/>
                    <a:pt x="639" y="3830"/>
                  </a:cubicBezTo>
                  <a:cubicBezTo>
                    <a:pt x="0" y="4469"/>
                    <a:pt x="0" y="5746"/>
                    <a:pt x="0" y="6384"/>
                  </a:cubicBezTo>
                  <a:cubicBezTo>
                    <a:pt x="0" y="10214"/>
                    <a:pt x="2556" y="12768"/>
                    <a:pt x="6390" y="12768"/>
                  </a:cubicBezTo>
                  <a:lnTo>
                    <a:pt x="6390" y="12768"/>
                  </a:lnTo>
                  <a:close/>
                </a:path>
              </a:pathLst>
            </a:custGeom>
            <a:solidFill>
              <a:srgbClr val="0076A8"/>
            </a:solidFill>
            <a:ln w="6390" cap="flat">
              <a:noFill/>
              <a:prstDash val="solid"/>
              <a:miter/>
            </a:ln>
          </p:spPr>
          <p:txBody>
            <a:bodyPr rtlCol="0" anchor="ctr"/>
            <a:lstStyle/>
            <a:p>
              <a:endParaRPr lang="en-US"/>
            </a:p>
          </p:txBody>
        </p:sp>
        <p:sp>
          <p:nvSpPr>
            <p:cNvPr id="1251" name="Graphic 4">
              <a:extLst>
                <a:ext uri="{FF2B5EF4-FFF2-40B4-BE49-F238E27FC236}">
                  <a16:creationId xmlns:a16="http://schemas.microsoft.com/office/drawing/2014/main" id="{98D8F60E-6B3E-AC4A-B979-82197994357B}"/>
                </a:ext>
              </a:extLst>
            </p:cNvPr>
            <p:cNvSpPr/>
            <p:nvPr/>
          </p:nvSpPr>
          <p:spPr>
            <a:xfrm>
              <a:off x="568864" y="2545430"/>
              <a:ext cx="12460" cy="12793"/>
            </a:xfrm>
            <a:custGeom>
              <a:avLst/>
              <a:gdLst>
                <a:gd name="connsiteX0" fmla="*/ 1757 w 12460"/>
                <a:gd name="connsiteY0" fmla="*/ 10879 h 12793"/>
                <a:gd name="connsiteX1" fmla="*/ 3674 w 12460"/>
                <a:gd name="connsiteY1" fmla="*/ 12155 h 12793"/>
                <a:gd name="connsiteX2" fmla="*/ 6230 w 12460"/>
                <a:gd name="connsiteY2" fmla="*/ 12794 h 12793"/>
                <a:gd name="connsiteX3" fmla="*/ 8786 w 12460"/>
                <a:gd name="connsiteY3" fmla="*/ 12155 h 12793"/>
                <a:gd name="connsiteX4" fmla="*/ 10703 w 12460"/>
                <a:gd name="connsiteY4" fmla="*/ 10879 h 12793"/>
                <a:gd name="connsiteX5" fmla="*/ 11981 w 12460"/>
                <a:gd name="connsiteY5" fmla="*/ 8963 h 12793"/>
                <a:gd name="connsiteX6" fmla="*/ 11981 w 12460"/>
                <a:gd name="connsiteY6" fmla="*/ 3856 h 12793"/>
                <a:gd name="connsiteX7" fmla="*/ 11342 w 12460"/>
                <a:gd name="connsiteY7" fmla="*/ 2579 h 12793"/>
                <a:gd name="connsiteX8" fmla="*/ 10703 w 12460"/>
                <a:gd name="connsiteY8" fmla="*/ 1941 h 12793"/>
                <a:gd name="connsiteX9" fmla="*/ 3674 w 12460"/>
                <a:gd name="connsiteY9" fmla="*/ 664 h 12793"/>
                <a:gd name="connsiteX10" fmla="*/ 1757 w 12460"/>
                <a:gd name="connsiteY10" fmla="*/ 1941 h 12793"/>
                <a:gd name="connsiteX11" fmla="*/ 1118 w 12460"/>
                <a:gd name="connsiteY11" fmla="*/ 2579 h 12793"/>
                <a:gd name="connsiteX12" fmla="*/ 479 w 12460"/>
                <a:gd name="connsiteY12" fmla="*/ 3856 h 12793"/>
                <a:gd name="connsiteX13" fmla="*/ 479 w 12460"/>
                <a:gd name="connsiteY13" fmla="*/ 8963 h 12793"/>
                <a:gd name="connsiteX14" fmla="*/ 1757 w 12460"/>
                <a:gd name="connsiteY14" fmla="*/ 10879 h 1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60" h="12793">
                  <a:moveTo>
                    <a:pt x="1757" y="10879"/>
                  </a:moveTo>
                  <a:cubicBezTo>
                    <a:pt x="2396" y="11517"/>
                    <a:pt x="3035" y="12155"/>
                    <a:pt x="3674" y="12155"/>
                  </a:cubicBezTo>
                  <a:cubicBezTo>
                    <a:pt x="4313" y="12794"/>
                    <a:pt x="4952" y="12794"/>
                    <a:pt x="6230" y="12794"/>
                  </a:cubicBezTo>
                  <a:cubicBezTo>
                    <a:pt x="6869" y="12794"/>
                    <a:pt x="8147" y="12794"/>
                    <a:pt x="8786" y="12155"/>
                  </a:cubicBezTo>
                  <a:cubicBezTo>
                    <a:pt x="9425" y="12155"/>
                    <a:pt x="10064" y="11517"/>
                    <a:pt x="10703" y="10879"/>
                  </a:cubicBezTo>
                  <a:cubicBezTo>
                    <a:pt x="11342" y="10240"/>
                    <a:pt x="11981" y="9602"/>
                    <a:pt x="11981" y="8963"/>
                  </a:cubicBezTo>
                  <a:cubicBezTo>
                    <a:pt x="12620" y="7687"/>
                    <a:pt x="12620" y="5771"/>
                    <a:pt x="11981" y="3856"/>
                  </a:cubicBezTo>
                  <a:cubicBezTo>
                    <a:pt x="11981" y="3218"/>
                    <a:pt x="11342" y="3218"/>
                    <a:pt x="11342" y="2579"/>
                  </a:cubicBezTo>
                  <a:cubicBezTo>
                    <a:pt x="11342" y="1941"/>
                    <a:pt x="10703" y="1941"/>
                    <a:pt x="10703" y="1941"/>
                  </a:cubicBezTo>
                  <a:cubicBezTo>
                    <a:pt x="8786" y="26"/>
                    <a:pt x="6230" y="-613"/>
                    <a:pt x="3674" y="664"/>
                  </a:cubicBezTo>
                  <a:cubicBezTo>
                    <a:pt x="3035" y="1303"/>
                    <a:pt x="2396" y="1303"/>
                    <a:pt x="1757" y="1941"/>
                  </a:cubicBezTo>
                  <a:lnTo>
                    <a:pt x="1118" y="2579"/>
                  </a:lnTo>
                  <a:cubicBezTo>
                    <a:pt x="1118" y="3218"/>
                    <a:pt x="479" y="3218"/>
                    <a:pt x="479" y="3856"/>
                  </a:cubicBezTo>
                  <a:cubicBezTo>
                    <a:pt x="-160" y="5133"/>
                    <a:pt x="-160" y="7048"/>
                    <a:pt x="479" y="8963"/>
                  </a:cubicBezTo>
                  <a:cubicBezTo>
                    <a:pt x="479" y="9602"/>
                    <a:pt x="1118" y="10240"/>
                    <a:pt x="1757" y="10879"/>
                  </a:cubicBezTo>
                  <a:close/>
                </a:path>
              </a:pathLst>
            </a:custGeom>
            <a:solidFill>
              <a:srgbClr val="0076A8"/>
            </a:solidFill>
            <a:ln w="6390" cap="flat">
              <a:noFill/>
              <a:prstDash val="solid"/>
              <a:miter/>
            </a:ln>
          </p:spPr>
          <p:txBody>
            <a:bodyPr rtlCol="0" anchor="ctr"/>
            <a:lstStyle/>
            <a:p>
              <a:endParaRPr lang="en-US"/>
            </a:p>
          </p:txBody>
        </p:sp>
        <p:sp>
          <p:nvSpPr>
            <p:cNvPr id="1252" name="Graphic 4">
              <a:extLst>
                <a:ext uri="{FF2B5EF4-FFF2-40B4-BE49-F238E27FC236}">
                  <a16:creationId xmlns:a16="http://schemas.microsoft.com/office/drawing/2014/main" id="{22539207-77C5-234F-B385-E31779514E64}"/>
                </a:ext>
              </a:extLst>
            </p:cNvPr>
            <p:cNvSpPr/>
            <p:nvPr/>
          </p:nvSpPr>
          <p:spPr>
            <a:xfrm>
              <a:off x="567426" y="2516090"/>
              <a:ext cx="14057" cy="12767"/>
            </a:xfrm>
            <a:custGeom>
              <a:avLst/>
              <a:gdLst>
                <a:gd name="connsiteX0" fmla="*/ 7668 w 14057"/>
                <a:gd name="connsiteY0" fmla="*/ 12768 h 12767"/>
                <a:gd name="connsiteX1" fmla="*/ 10224 w 14057"/>
                <a:gd name="connsiteY1" fmla="*/ 12130 h 12767"/>
                <a:gd name="connsiteX2" fmla="*/ 12141 w 14057"/>
                <a:gd name="connsiteY2" fmla="*/ 10853 h 12767"/>
                <a:gd name="connsiteX3" fmla="*/ 14058 w 14057"/>
                <a:gd name="connsiteY3" fmla="*/ 6384 h 12767"/>
                <a:gd name="connsiteX4" fmla="*/ 12141 w 14057"/>
                <a:gd name="connsiteY4" fmla="*/ 1915 h 12767"/>
                <a:gd name="connsiteX5" fmla="*/ 10863 w 14057"/>
                <a:gd name="connsiteY5" fmla="*/ 1277 h 12767"/>
                <a:gd name="connsiteX6" fmla="*/ 9585 w 14057"/>
                <a:gd name="connsiteY6" fmla="*/ 638 h 12767"/>
                <a:gd name="connsiteX7" fmla="*/ 8307 w 14057"/>
                <a:gd name="connsiteY7" fmla="*/ 0 h 12767"/>
                <a:gd name="connsiteX8" fmla="*/ 5751 w 14057"/>
                <a:gd name="connsiteY8" fmla="*/ 0 h 12767"/>
                <a:gd name="connsiteX9" fmla="*/ 4473 w 14057"/>
                <a:gd name="connsiteY9" fmla="*/ 638 h 12767"/>
                <a:gd name="connsiteX10" fmla="*/ 3195 w 14057"/>
                <a:gd name="connsiteY10" fmla="*/ 1277 h 12767"/>
                <a:gd name="connsiteX11" fmla="*/ 1917 w 14057"/>
                <a:gd name="connsiteY11" fmla="*/ 1915 h 12767"/>
                <a:gd name="connsiteX12" fmla="*/ 639 w 14057"/>
                <a:gd name="connsiteY12" fmla="*/ 3830 h 12767"/>
                <a:gd name="connsiteX13" fmla="*/ 0 w 14057"/>
                <a:gd name="connsiteY13" fmla="*/ 6384 h 12767"/>
                <a:gd name="connsiteX14" fmla="*/ 1917 w 14057"/>
                <a:gd name="connsiteY14" fmla="*/ 10853 h 12767"/>
                <a:gd name="connsiteX15" fmla="*/ 7668 w 14057"/>
                <a:gd name="connsiteY15"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057" h="12767">
                  <a:moveTo>
                    <a:pt x="7668" y="12768"/>
                  </a:moveTo>
                  <a:cubicBezTo>
                    <a:pt x="8307" y="12768"/>
                    <a:pt x="9585" y="12768"/>
                    <a:pt x="10224" y="12130"/>
                  </a:cubicBezTo>
                  <a:cubicBezTo>
                    <a:pt x="10863" y="12130"/>
                    <a:pt x="11502" y="11491"/>
                    <a:pt x="12141" y="10853"/>
                  </a:cubicBezTo>
                  <a:cubicBezTo>
                    <a:pt x="13419" y="9576"/>
                    <a:pt x="14058" y="8299"/>
                    <a:pt x="14058" y="6384"/>
                  </a:cubicBezTo>
                  <a:cubicBezTo>
                    <a:pt x="14058" y="4469"/>
                    <a:pt x="13419" y="3192"/>
                    <a:pt x="12141" y="1915"/>
                  </a:cubicBezTo>
                  <a:lnTo>
                    <a:pt x="10863" y="1277"/>
                  </a:lnTo>
                  <a:lnTo>
                    <a:pt x="9585" y="638"/>
                  </a:lnTo>
                  <a:lnTo>
                    <a:pt x="8307" y="0"/>
                  </a:lnTo>
                  <a:cubicBezTo>
                    <a:pt x="7668" y="0"/>
                    <a:pt x="6390" y="0"/>
                    <a:pt x="5751" y="0"/>
                  </a:cubicBezTo>
                  <a:lnTo>
                    <a:pt x="4473" y="638"/>
                  </a:lnTo>
                  <a:lnTo>
                    <a:pt x="3195" y="1277"/>
                  </a:lnTo>
                  <a:cubicBezTo>
                    <a:pt x="2556" y="1277"/>
                    <a:pt x="2556" y="1915"/>
                    <a:pt x="1917" y="1915"/>
                  </a:cubicBezTo>
                  <a:cubicBezTo>
                    <a:pt x="1278" y="2554"/>
                    <a:pt x="639" y="3192"/>
                    <a:pt x="639" y="3830"/>
                  </a:cubicBezTo>
                  <a:cubicBezTo>
                    <a:pt x="0" y="4469"/>
                    <a:pt x="0" y="5107"/>
                    <a:pt x="0" y="6384"/>
                  </a:cubicBezTo>
                  <a:cubicBezTo>
                    <a:pt x="0" y="8299"/>
                    <a:pt x="639" y="9576"/>
                    <a:pt x="1917" y="10853"/>
                  </a:cubicBezTo>
                  <a:cubicBezTo>
                    <a:pt x="4473" y="12130"/>
                    <a:pt x="5751" y="12768"/>
                    <a:pt x="7668" y="12768"/>
                  </a:cubicBezTo>
                  <a:close/>
                </a:path>
              </a:pathLst>
            </a:custGeom>
            <a:solidFill>
              <a:srgbClr val="0076A8"/>
            </a:solidFill>
            <a:ln w="6390" cap="flat">
              <a:noFill/>
              <a:prstDash val="solid"/>
              <a:miter/>
            </a:ln>
          </p:spPr>
          <p:txBody>
            <a:bodyPr rtlCol="0" anchor="ctr"/>
            <a:lstStyle/>
            <a:p>
              <a:endParaRPr lang="en-US"/>
            </a:p>
          </p:txBody>
        </p:sp>
        <p:sp>
          <p:nvSpPr>
            <p:cNvPr id="1253" name="Graphic 4">
              <a:extLst>
                <a:ext uri="{FF2B5EF4-FFF2-40B4-BE49-F238E27FC236}">
                  <a16:creationId xmlns:a16="http://schemas.microsoft.com/office/drawing/2014/main" id="{16A04268-C655-3C46-8208-81EFBE3A3821}"/>
                </a:ext>
              </a:extLst>
            </p:cNvPr>
            <p:cNvSpPr/>
            <p:nvPr/>
          </p:nvSpPr>
          <p:spPr>
            <a:xfrm>
              <a:off x="715672" y="2575460"/>
              <a:ext cx="12779" cy="12767"/>
            </a:xfrm>
            <a:custGeom>
              <a:avLst/>
              <a:gdLst>
                <a:gd name="connsiteX0" fmla="*/ 11502 w 12779"/>
                <a:gd name="connsiteY0" fmla="*/ 2554 h 12767"/>
                <a:gd name="connsiteX1" fmla="*/ 10863 w 12779"/>
                <a:gd name="connsiteY1" fmla="*/ 1915 h 12767"/>
                <a:gd name="connsiteX2" fmla="*/ 5112 w 12779"/>
                <a:gd name="connsiteY2" fmla="*/ 0 h 12767"/>
                <a:gd name="connsiteX3" fmla="*/ 3834 w 12779"/>
                <a:gd name="connsiteY3" fmla="*/ 638 h 12767"/>
                <a:gd name="connsiteX4" fmla="*/ 639 w 12779"/>
                <a:gd name="connsiteY4" fmla="*/ 3830 h 12767"/>
                <a:gd name="connsiteX5" fmla="*/ 0 w 12779"/>
                <a:gd name="connsiteY5" fmla="*/ 6384 h 12767"/>
                <a:gd name="connsiteX6" fmla="*/ 639 w 12779"/>
                <a:gd name="connsiteY6" fmla="*/ 8938 h 12767"/>
                <a:gd name="connsiteX7" fmla="*/ 1917 w 12779"/>
                <a:gd name="connsiteY7" fmla="*/ 10853 h 12767"/>
                <a:gd name="connsiteX8" fmla="*/ 6390 w 12779"/>
                <a:gd name="connsiteY8" fmla="*/ 12768 h 12767"/>
                <a:gd name="connsiteX9" fmla="*/ 10863 w 12779"/>
                <a:gd name="connsiteY9" fmla="*/ 10853 h 12767"/>
                <a:gd name="connsiteX10" fmla="*/ 12141 w 12779"/>
                <a:gd name="connsiteY10" fmla="*/ 8938 h 12767"/>
                <a:gd name="connsiteX11" fmla="*/ 12780 w 12779"/>
                <a:gd name="connsiteY11" fmla="*/ 6384 h 12767"/>
                <a:gd name="connsiteX12" fmla="*/ 12141 w 12779"/>
                <a:gd name="connsiteY12" fmla="*/ 3830 h 12767"/>
                <a:gd name="connsiteX13" fmla="*/ 11502 w 12779"/>
                <a:gd name="connsiteY13" fmla="*/ 255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79" h="12767">
                  <a:moveTo>
                    <a:pt x="11502" y="2554"/>
                  </a:moveTo>
                  <a:cubicBezTo>
                    <a:pt x="11502" y="1915"/>
                    <a:pt x="10863" y="1915"/>
                    <a:pt x="10863" y="1915"/>
                  </a:cubicBezTo>
                  <a:cubicBezTo>
                    <a:pt x="9585" y="638"/>
                    <a:pt x="7029" y="0"/>
                    <a:pt x="5112" y="0"/>
                  </a:cubicBezTo>
                  <a:lnTo>
                    <a:pt x="3834" y="638"/>
                  </a:lnTo>
                  <a:cubicBezTo>
                    <a:pt x="2556" y="1277"/>
                    <a:pt x="1278" y="2554"/>
                    <a:pt x="639" y="3830"/>
                  </a:cubicBezTo>
                  <a:cubicBezTo>
                    <a:pt x="639" y="4469"/>
                    <a:pt x="0" y="5746"/>
                    <a:pt x="0" y="6384"/>
                  </a:cubicBezTo>
                  <a:cubicBezTo>
                    <a:pt x="0" y="7022"/>
                    <a:pt x="0" y="8299"/>
                    <a:pt x="639" y="8938"/>
                  </a:cubicBezTo>
                  <a:cubicBezTo>
                    <a:pt x="1278" y="9576"/>
                    <a:pt x="1278" y="10214"/>
                    <a:pt x="1917" y="10853"/>
                  </a:cubicBezTo>
                  <a:cubicBezTo>
                    <a:pt x="3195" y="12130"/>
                    <a:pt x="4473" y="12768"/>
                    <a:pt x="6390" y="12768"/>
                  </a:cubicBezTo>
                  <a:cubicBezTo>
                    <a:pt x="8307" y="12768"/>
                    <a:pt x="9585" y="12130"/>
                    <a:pt x="10863" y="10853"/>
                  </a:cubicBezTo>
                  <a:cubicBezTo>
                    <a:pt x="11502" y="10214"/>
                    <a:pt x="12141" y="9576"/>
                    <a:pt x="12141" y="8938"/>
                  </a:cubicBezTo>
                  <a:cubicBezTo>
                    <a:pt x="12780" y="8299"/>
                    <a:pt x="12780" y="7661"/>
                    <a:pt x="12780" y="6384"/>
                  </a:cubicBezTo>
                  <a:cubicBezTo>
                    <a:pt x="12780" y="5746"/>
                    <a:pt x="12780" y="4469"/>
                    <a:pt x="12141" y="3830"/>
                  </a:cubicBezTo>
                  <a:lnTo>
                    <a:pt x="11502" y="2554"/>
                  </a:lnTo>
                  <a:close/>
                </a:path>
              </a:pathLst>
            </a:custGeom>
            <a:solidFill>
              <a:srgbClr val="0076A8"/>
            </a:solidFill>
            <a:ln w="6390" cap="flat">
              <a:noFill/>
              <a:prstDash val="solid"/>
              <a:miter/>
            </a:ln>
          </p:spPr>
          <p:txBody>
            <a:bodyPr rtlCol="0" anchor="ctr"/>
            <a:lstStyle/>
            <a:p>
              <a:endParaRPr lang="en-US"/>
            </a:p>
          </p:txBody>
        </p:sp>
        <p:sp>
          <p:nvSpPr>
            <p:cNvPr id="1254" name="Graphic 4">
              <a:extLst>
                <a:ext uri="{FF2B5EF4-FFF2-40B4-BE49-F238E27FC236}">
                  <a16:creationId xmlns:a16="http://schemas.microsoft.com/office/drawing/2014/main" id="{40911E35-FAE8-F846-806A-02C0C2F9D4D1}"/>
                </a:ext>
              </a:extLst>
            </p:cNvPr>
            <p:cNvSpPr/>
            <p:nvPr/>
          </p:nvSpPr>
          <p:spPr>
            <a:xfrm>
              <a:off x="715193" y="2545216"/>
              <a:ext cx="13259" cy="13007"/>
            </a:xfrm>
            <a:custGeom>
              <a:avLst/>
              <a:gdLst>
                <a:gd name="connsiteX0" fmla="*/ 2396 w 13259"/>
                <a:gd name="connsiteY0" fmla="*/ 11092 h 13007"/>
                <a:gd name="connsiteX1" fmla="*/ 4313 w 13259"/>
                <a:gd name="connsiteY1" fmla="*/ 12369 h 13007"/>
                <a:gd name="connsiteX2" fmla="*/ 6869 w 13259"/>
                <a:gd name="connsiteY2" fmla="*/ 13007 h 13007"/>
                <a:gd name="connsiteX3" fmla="*/ 13259 w 13259"/>
                <a:gd name="connsiteY3" fmla="*/ 6623 h 13007"/>
                <a:gd name="connsiteX4" fmla="*/ 12620 w 13259"/>
                <a:gd name="connsiteY4" fmla="*/ 4070 h 13007"/>
                <a:gd name="connsiteX5" fmla="*/ 11342 w 13259"/>
                <a:gd name="connsiteY5" fmla="*/ 2155 h 13007"/>
                <a:gd name="connsiteX6" fmla="*/ 10064 w 13259"/>
                <a:gd name="connsiteY6" fmla="*/ 1516 h 13007"/>
                <a:gd name="connsiteX7" fmla="*/ 8786 w 13259"/>
                <a:gd name="connsiteY7" fmla="*/ 878 h 13007"/>
                <a:gd name="connsiteX8" fmla="*/ 7508 w 13259"/>
                <a:gd name="connsiteY8" fmla="*/ 239 h 13007"/>
                <a:gd name="connsiteX9" fmla="*/ 1757 w 13259"/>
                <a:gd name="connsiteY9" fmla="*/ 2155 h 13007"/>
                <a:gd name="connsiteX10" fmla="*/ 479 w 13259"/>
                <a:gd name="connsiteY10" fmla="*/ 4070 h 13007"/>
                <a:gd name="connsiteX11" fmla="*/ 479 w 13259"/>
                <a:gd name="connsiteY11" fmla="*/ 9177 h 13007"/>
                <a:gd name="connsiteX12" fmla="*/ 2396 w 13259"/>
                <a:gd name="connsiteY12" fmla="*/ 11092 h 13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259" h="13007">
                  <a:moveTo>
                    <a:pt x="2396" y="11092"/>
                  </a:moveTo>
                  <a:cubicBezTo>
                    <a:pt x="3035" y="11731"/>
                    <a:pt x="3674" y="12369"/>
                    <a:pt x="4313" y="12369"/>
                  </a:cubicBezTo>
                  <a:cubicBezTo>
                    <a:pt x="4952" y="13007"/>
                    <a:pt x="6230" y="13007"/>
                    <a:pt x="6869" y="13007"/>
                  </a:cubicBezTo>
                  <a:cubicBezTo>
                    <a:pt x="10703" y="13007"/>
                    <a:pt x="13259" y="9815"/>
                    <a:pt x="13259" y="6623"/>
                  </a:cubicBezTo>
                  <a:cubicBezTo>
                    <a:pt x="13259" y="5985"/>
                    <a:pt x="13259" y="4708"/>
                    <a:pt x="12620" y="4070"/>
                  </a:cubicBezTo>
                  <a:cubicBezTo>
                    <a:pt x="11981" y="3431"/>
                    <a:pt x="11981" y="2793"/>
                    <a:pt x="11342" y="2155"/>
                  </a:cubicBezTo>
                  <a:lnTo>
                    <a:pt x="10064" y="1516"/>
                  </a:lnTo>
                  <a:cubicBezTo>
                    <a:pt x="9425" y="1516"/>
                    <a:pt x="9425" y="878"/>
                    <a:pt x="8786" y="878"/>
                  </a:cubicBezTo>
                  <a:cubicBezTo>
                    <a:pt x="8147" y="878"/>
                    <a:pt x="8147" y="239"/>
                    <a:pt x="7508" y="239"/>
                  </a:cubicBezTo>
                  <a:cubicBezTo>
                    <a:pt x="5591" y="-399"/>
                    <a:pt x="3035" y="239"/>
                    <a:pt x="1757" y="2155"/>
                  </a:cubicBezTo>
                  <a:cubicBezTo>
                    <a:pt x="1118" y="2793"/>
                    <a:pt x="479" y="3431"/>
                    <a:pt x="479" y="4070"/>
                  </a:cubicBezTo>
                  <a:cubicBezTo>
                    <a:pt x="-160" y="5347"/>
                    <a:pt x="-160" y="7262"/>
                    <a:pt x="479" y="9177"/>
                  </a:cubicBezTo>
                  <a:cubicBezTo>
                    <a:pt x="1118" y="9815"/>
                    <a:pt x="1757" y="10454"/>
                    <a:pt x="2396" y="11092"/>
                  </a:cubicBezTo>
                  <a:close/>
                </a:path>
              </a:pathLst>
            </a:custGeom>
            <a:solidFill>
              <a:srgbClr val="0076A8"/>
            </a:solidFill>
            <a:ln w="6390" cap="flat">
              <a:noFill/>
              <a:prstDash val="solid"/>
              <a:miter/>
            </a:ln>
          </p:spPr>
          <p:txBody>
            <a:bodyPr rtlCol="0" anchor="ctr"/>
            <a:lstStyle/>
            <a:p>
              <a:endParaRPr lang="en-US"/>
            </a:p>
          </p:txBody>
        </p:sp>
        <p:sp>
          <p:nvSpPr>
            <p:cNvPr id="1255" name="Graphic 4">
              <a:extLst>
                <a:ext uri="{FF2B5EF4-FFF2-40B4-BE49-F238E27FC236}">
                  <a16:creationId xmlns:a16="http://schemas.microsoft.com/office/drawing/2014/main" id="{E51E1722-1FB7-AB42-B230-D9B58D44C0DF}"/>
                </a:ext>
              </a:extLst>
            </p:cNvPr>
            <p:cNvSpPr/>
            <p:nvPr/>
          </p:nvSpPr>
          <p:spPr>
            <a:xfrm>
              <a:off x="715672" y="2516249"/>
              <a:ext cx="12779" cy="12608"/>
            </a:xfrm>
            <a:custGeom>
              <a:avLst/>
              <a:gdLst>
                <a:gd name="connsiteX0" fmla="*/ 1917 w 12779"/>
                <a:gd name="connsiteY0" fmla="*/ 10693 h 12608"/>
                <a:gd name="connsiteX1" fmla="*/ 10863 w 12779"/>
                <a:gd name="connsiteY1" fmla="*/ 10693 h 12608"/>
                <a:gd name="connsiteX2" fmla="*/ 12780 w 12779"/>
                <a:gd name="connsiteY2" fmla="*/ 6224 h 12608"/>
                <a:gd name="connsiteX3" fmla="*/ 12141 w 12779"/>
                <a:gd name="connsiteY3" fmla="*/ 3671 h 12608"/>
                <a:gd name="connsiteX4" fmla="*/ 8946 w 12779"/>
                <a:gd name="connsiteY4" fmla="*/ 479 h 12608"/>
                <a:gd name="connsiteX5" fmla="*/ 3834 w 12779"/>
                <a:gd name="connsiteY5" fmla="*/ 479 h 12608"/>
                <a:gd name="connsiteX6" fmla="*/ 1917 w 12779"/>
                <a:gd name="connsiteY6" fmla="*/ 1756 h 12608"/>
                <a:gd name="connsiteX7" fmla="*/ 639 w 12779"/>
                <a:gd name="connsiteY7" fmla="*/ 3671 h 12608"/>
                <a:gd name="connsiteX8" fmla="*/ 0 w 12779"/>
                <a:gd name="connsiteY8" fmla="*/ 6224 h 12608"/>
                <a:gd name="connsiteX9" fmla="*/ 1917 w 12779"/>
                <a:gd name="connsiteY9" fmla="*/ 10693 h 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79" h="12608">
                  <a:moveTo>
                    <a:pt x="1917" y="10693"/>
                  </a:moveTo>
                  <a:cubicBezTo>
                    <a:pt x="4473" y="13247"/>
                    <a:pt x="8307" y="13247"/>
                    <a:pt x="10863" y="10693"/>
                  </a:cubicBezTo>
                  <a:cubicBezTo>
                    <a:pt x="12141" y="9416"/>
                    <a:pt x="12780" y="8139"/>
                    <a:pt x="12780" y="6224"/>
                  </a:cubicBezTo>
                  <a:cubicBezTo>
                    <a:pt x="12780" y="5586"/>
                    <a:pt x="12780" y="4309"/>
                    <a:pt x="12141" y="3671"/>
                  </a:cubicBezTo>
                  <a:cubicBezTo>
                    <a:pt x="11502" y="2394"/>
                    <a:pt x="10224" y="1117"/>
                    <a:pt x="8946" y="479"/>
                  </a:cubicBezTo>
                  <a:cubicBezTo>
                    <a:pt x="7668" y="-160"/>
                    <a:pt x="5751" y="-160"/>
                    <a:pt x="3834" y="479"/>
                  </a:cubicBezTo>
                  <a:cubicBezTo>
                    <a:pt x="3195" y="479"/>
                    <a:pt x="2556" y="1117"/>
                    <a:pt x="1917" y="1756"/>
                  </a:cubicBezTo>
                  <a:cubicBezTo>
                    <a:pt x="1278" y="2394"/>
                    <a:pt x="639" y="3032"/>
                    <a:pt x="639" y="3671"/>
                  </a:cubicBezTo>
                  <a:cubicBezTo>
                    <a:pt x="0" y="4309"/>
                    <a:pt x="0" y="4947"/>
                    <a:pt x="0" y="6224"/>
                  </a:cubicBezTo>
                  <a:cubicBezTo>
                    <a:pt x="0" y="8139"/>
                    <a:pt x="639" y="9416"/>
                    <a:pt x="1917" y="10693"/>
                  </a:cubicBezTo>
                  <a:close/>
                </a:path>
              </a:pathLst>
            </a:custGeom>
            <a:solidFill>
              <a:srgbClr val="0076A8"/>
            </a:solidFill>
            <a:ln w="6390" cap="flat">
              <a:noFill/>
              <a:prstDash val="solid"/>
              <a:miter/>
            </a:ln>
          </p:spPr>
          <p:txBody>
            <a:bodyPr rtlCol="0" anchor="ctr"/>
            <a:lstStyle/>
            <a:p>
              <a:endParaRPr lang="en-US"/>
            </a:p>
          </p:txBody>
        </p:sp>
        <p:sp>
          <p:nvSpPr>
            <p:cNvPr id="1256" name="Graphic 4">
              <a:extLst>
                <a:ext uri="{FF2B5EF4-FFF2-40B4-BE49-F238E27FC236}">
                  <a16:creationId xmlns:a16="http://schemas.microsoft.com/office/drawing/2014/main" id="{C879F5FA-CC75-AD4B-AF58-A2EA3D3A751A}"/>
                </a:ext>
              </a:extLst>
            </p:cNvPr>
            <p:cNvSpPr/>
            <p:nvPr/>
          </p:nvSpPr>
          <p:spPr>
            <a:xfrm>
              <a:off x="627491" y="2574583"/>
              <a:ext cx="12779" cy="13007"/>
            </a:xfrm>
            <a:custGeom>
              <a:avLst/>
              <a:gdLst>
                <a:gd name="connsiteX0" fmla="*/ 1917 w 12779"/>
                <a:gd name="connsiteY0" fmla="*/ 11092 h 13007"/>
                <a:gd name="connsiteX1" fmla="*/ 3834 w 12779"/>
                <a:gd name="connsiteY1" fmla="*/ 12369 h 13007"/>
                <a:gd name="connsiteX2" fmla="*/ 6390 w 12779"/>
                <a:gd name="connsiteY2" fmla="*/ 13007 h 13007"/>
                <a:gd name="connsiteX3" fmla="*/ 8946 w 12779"/>
                <a:gd name="connsiteY3" fmla="*/ 12369 h 13007"/>
                <a:gd name="connsiteX4" fmla="*/ 10863 w 12779"/>
                <a:gd name="connsiteY4" fmla="*/ 11092 h 13007"/>
                <a:gd name="connsiteX5" fmla="*/ 12780 w 12779"/>
                <a:gd name="connsiteY5" fmla="*/ 6623 h 13007"/>
                <a:gd name="connsiteX6" fmla="*/ 12141 w 12779"/>
                <a:gd name="connsiteY6" fmla="*/ 4070 h 13007"/>
                <a:gd name="connsiteX7" fmla="*/ 10863 w 12779"/>
                <a:gd name="connsiteY7" fmla="*/ 2155 h 13007"/>
                <a:gd name="connsiteX8" fmla="*/ 8946 w 12779"/>
                <a:gd name="connsiteY8" fmla="*/ 878 h 13007"/>
                <a:gd name="connsiteX9" fmla="*/ 7668 w 12779"/>
                <a:gd name="connsiteY9" fmla="*/ 239 h 13007"/>
                <a:gd name="connsiteX10" fmla="*/ 1917 w 12779"/>
                <a:gd name="connsiteY10" fmla="*/ 2155 h 13007"/>
                <a:gd name="connsiteX11" fmla="*/ 639 w 12779"/>
                <a:gd name="connsiteY11" fmla="*/ 4070 h 13007"/>
                <a:gd name="connsiteX12" fmla="*/ 0 w 12779"/>
                <a:gd name="connsiteY12" fmla="*/ 6623 h 13007"/>
                <a:gd name="connsiteX13" fmla="*/ 1917 w 12779"/>
                <a:gd name="connsiteY13" fmla="*/ 11092 h 13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79" h="13007">
                  <a:moveTo>
                    <a:pt x="1917" y="11092"/>
                  </a:moveTo>
                  <a:cubicBezTo>
                    <a:pt x="2556" y="11731"/>
                    <a:pt x="3195" y="12369"/>
                    <a:pt x="3834" y="12369"/>
                  </a:cubicBezTo>
                  <a:cubicBezTo>
                    <a:pt x="4473" y="12369"/>
                    <a:pt x="5112" y="13007"/>
                    <a:pt x="6390" y="13007"/>
                  </a:cubicBezTo>
                  <a:cubicBezTo>
                    <a:pt x="7029" y="13007"/>
                    <a:pt x="8307" y="13007"/>
                    <a:pt x="8946" y="12369"/>
                  </a:cubicBezTo>
                  <a:cubicBezTo>
                    <a:pt x="9585" y="11731"/>
                    <a:pt x="10224" y="11731"/>
                    <a:pt x="10863" y="11092"/>
                  </a:cubicBezTo>
                  <a:cubicBezTo>
                    <a:pt x="12141" y="9815"/>
                    <a:pt x="12780" y="8539"/>
                    <a:pt x="12780" y="6623"/>
                  </a:cubicBezTo>
                  <a:cubicBezTo>
                    <a:pt x="12780" y="5985"/>
                    <a:pt x="12780" y="4708"/>
                    <a:pt x="12141" y="4070"/>
                  </a:cubicBezTo>
                  <a:cubicBezTo>
                    <a:pt x="12141" y="3431"/>
                    <a:pt x="11502" y="2793"/>
                    <a:pt x="10863" y="2155"/>
                  </a:cubicBezTo>
                  <a:cubicBezTo>
                    <a:pt x="10224" y="1516"/>
                    <a:pt x="9585" y="878"/>
                    <a:pt x="8946" y="878"/>
                  </a:cubicBezTo>
                  <a:lnTo>
                    <a:pt x="7668" y="239"/>
                  </a:lnTo>
                  <a:cubicBezTo>
                    <a:pt x="5751" y="-399"/>
                    <a:pt x="3195" y="239"/>
                    <a:pt x="1917" y="2155"/>
                  </a:cubicBezTo>
                  <a:cubicBezTo>
                    <a:pt x="1278" y="2793"/>
                    <a:pt x="639" y="3431"/>
                    <a:pt x="639" y="4070"/>
                  </a:cubicBezTo>
                  <a:cubicBezTo>
                    <a:pt x="0" y="4708"/>
                    <a:pt x="0" y="5985"/>
                    <a:pt x="0" y="6623"/>
                  </a:cubicBezTo>
                  <a:cubicBezTo>
                    <a:pt x="0" y="8539"/>
                    <a:pt x="639" y="10454"/>
                    <a:pt x="1917" y="11092"/>
                  </a:cubicBezTo>
                  <a:close/>
                </a:path>
              </a:pathLst>
            </a:custGeom>
            <a:solidFill>
              <a:srgbClr val="0076A8"/>
            </a:solidFill>
            <a:ln w="6390" cap="flat">
              <a:noFill/>
              <a:prstDash val="solid"/>
              <a:miter/>
            </a:ln>
          </p:spPr>
          <p:txBody>
            <a:bodyPr rtlCol="0" anchor="ctr"/>
            <a:lstStyle/>
            <a:p>
              <a:endParaRPr lang="en-US"/>
            </a:p>
          </p:txBody>
        </p:sp>
        <p:sp>
          <p:nvSpPr>
            <p:cNvPr id="1257" name="Graphic 4">
              <a:extLst>
                <a:ext uri="{FF2B5EF4-FFF2-40B4-BE49-F238E27FC236}">
                  <a16:creationId xmlns:a16="http://schemas.microsoft.com/office/drawing/2014/main" id="{8A4191CC-300C-3040-994B-238A66ABF33A}"/>
                </a:ext>
              </a:extLst>
            </p:cNvPr>
            <p:cNvSpPr/>
            <p:nvPr/>
          </p:nvSpPr>
          <p:spPr>
            <a:xfrm>
              <a:off x="627012" y="2545216"/>
              <a:ext cx="13259" cy="13007"/>
            </a:xfrm>
            <a:custGeom>
              <a:avLst/>
              <a:gdLst>
                <a:gd name="connsiteX0" fmla="*/ 2396 w 13259"/>
                <a:gd name="connsiteY0" fmla="*/ 11092 h 13007"/>
                <a:gd name="connsiteX1" fmla="*/ 4313 w 13259"/>
                <a:gd name="connsiteY1" fmla="*/ 12369 h 13007"/>
                <a:gd name="connsiteX2" fmla="*/ 6869 w 13259"/>
                <a:gd name="connsiteY2" fmla="*/ 13007 h 13007"/>
                <a:gd name="connsiteX3" fmla="*/ 9425 w 13259"/>
                <a:gd name="connsiteY3" fmla="*/ 12369 h 13007"/>
                <a:gd name="connsiteX4" fmla="*/ 11342 w 13259"/>
                <a:gd name="connsiteY4" fmla="*/ 11092 h 13007"/>
                <a:gd name="connsiteX5" fmla="*/ 13259 w 13259"/>
                <a:gd name="connsiteY5" fmla="*/ 6623 h 13007"/>
                <a:gd name="connsiteX6" fmla="*/ 12620 w 13259"/>
                <a:gd name="connsiteY6" fmla="*/ 4070 h 13007"/>
                <a:gd name="connsiteX7" fmla="*/ 11342 w 13259"/>
                <a:gd name="connsiteY7" fmla="*/ 2155 h 13007"/>
                <a:gd name="connsiteX8" fmla="*/ 10064 w 13259"/>
                <a:gd name="connsiteY8" fmla="*/ 1516 h 13007"/>
                <a:gd name="connsiteX9" fmla="*/ 8786 w 13259"/>
                <a:gd name="connsiteY9" fmla="*/ 878 h 13007"/>
                <a:gd name="connsiteX10" fmla="*/ 7508 w 13259"/>
                <a:gd name="connsiteY10" fmla="*/ 239 h 13007"/>
                <a:gd name="connsiteX11" fmla="*/ 1757 w 13259"/>
                <a:gd name="connsiteY11" fmla="*/ 2155 h 13007"/>
                <a:gd name="connsiteX12" fmla="*/ 479 w 13259"/>
                <a:gd name="connsiteY12" fmla="*/ 4070 h 13007"/>
                <a:gd name="connsiteX13" fmla="*/ 479 w 13259"/>
                <a:gd name="connsiteY13" fmla="*/ 9177 h 13007"/>
                <a:gd name="connsiteX14" fmla="*/ 2396 w 13259"/>
                <a:gd name="connsiteY14" fmla="*/ 11092 h 13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259" h="13007">
                  <a:moveTo>
                    <a:pt x="2396" y="11092"/>
                  </a:moveTo>
                  <a:cubicBezTo>
                    <a:pt x="3035" y="11731"/>
                    <a:pt x="3674" y="12369"/>
                    <a:pt x="4313" y="12369"/>
                  </a:cubicBezTo>
                  <a:cubicBezTo>
                    <a:pt x="4952" y="13007"/>
                    <a:pt x="5591" y="13007"/>
                    <a:pt x="6869" y="13007"/>
                  </a:cubicBezTo>
                  <a:cubicBezTo>
                    <a:pt x="7508" y="13007"/>
                    <a:pt x="8786" y="13007"/>
                    <a:pt x="9425" y="12369"/>
                  </a:cubicBezTo>
                  <a:cubicBezTo>
                    <a:pt x="10064" y="11731"/>
                    <a:pt x="10703" y="11731"/>
                    <a:pt x="11342" y="11092"/>
                  </a:cubicBezTo>
                  <a:cubicBezTo>
                    <a:pt x="12620" y="9815"/>
                    <a:pt x="13259" y="8539"/>
                    <a:pt x="13259" y="6623"/>
                  </a:cubicBezTo>
                  <a:cubicBezTo>
                    <a:pt x="13259" y="5985"/>
                    <a:pt x="13259" y="4708"/>
                    <a:pt x="12620" y="4070"/>
                  </a:cubicBezTo>
                  <a:cubicBezTo>
                    <a:pt x="12620" y="3431"/>
                    <a:pt x="11981" y="2793"/>
                    <a:pt x="11342" y="2155"/>
                  </a:cubicBezTo>
                  <a:lnTo>
                    <a:pt x="10064" y="1516"/>
                  </a:lnTo>
                  <a:lnTo>
                    <a:pt x="8786" y="878"/>
                  </a:lnTo>
                  <a:lnTo>
                    <a:pt x="7508" y="239"/>
                  </a:lnTo>
                  <a:cubicBezTo>
                    <a:pt x="5591" y="-399"/>
                    <a:pt x="3035" y="239"/>
                    <a:pt x="1757" y="2155"/>
                  </a:cubicBezTo>
                  <a:cubicBezTo>
                    <a:pt x="1118" y="2793"/>
                    <a:pt x="479" y="3431"/>
                    <a:pt x="479" y="4070"/>
                  </a:cubicBezTo>
                  <a:cubicBezTo>
                    <a:pt x="-160" y="5347"/>
                    <a:pt x="-160" y="7262"/>
                    <a:pt x="479" y="9177"/>
                  </a:cubicBezTo>
                  <a:cubicBezTo>
                    <a:pt x="1118" y="9815"/>
                    <a:pt x="1757" y="10454"/>
                    <a:pt x="2396" y="11092"/>
                  </a:cubicBezTo>
                  <a:close/>
                </a:path>
              </a:pathLst>
            </a:custGeom>
            <a:solidFill>
              <a:srgbClr val="0076A8"/>
            </a:solidFill>
            <a:ln w="6390" cap="flat">
              <a:noFill/>
              <a:prstDash val="solid"/>
              <a:miter/>
            </a:ln>
          </p:spPr>
          <p:txBody>
            <a:bodyPr rtlCol="0" anchor="ctr"/>
            <a:lstStyle/>
            <a:p>
              <a:endParaRPr lang="en-US"/>
            </a:p>
          </p:txBody>
        </p:sp>
        <p:sp>
          <p:nvSpPr>
            <p:cNvPr id="1258" name="Graphic 4">
              <a:extLst>
                <a:ext uri="{FF2B5EF4-FFF2-40B4-BE49-F238E27FC236}">
                  <a16:creationId xmlns:a16="http://schemas.microsoft.com/office/drawing/2014/main" id="{8929C940-1C39-2B47-9950-67739722887E}"/>
                </a:ext>
              </a:extLst>
            </p:cNvPr>
            <p:cNvSpPr/>
            <p:nvPr/>
          </p:nvSpPr>
          <p:spPr>
            <a:xfrm>
              <a:off x="627491" y="2516249"/>
              <a:ext cx="12779" cy="12608"/>
            </a:xfrm>
            <a:custGeom>
              <a:avLst/>
              <a:gdLst>
                <a:gd name="connsiteX0" fmla="*/ 6390 w 12779"/>
                <a:gd name="connsiteY0" fmla="*/ 12608 h 12608"/>
                <a:gd name="connsiteX1" fmla="*/ 12780 w 12779"/>
                <a:gd name="connsiteY1" fmla="*/ 6224 h 12608"/>
                <a:gd name="connsiteX2" fmla="*/ 10863 w 12779"/>
                <a:gd name="connsiteY2" fmla="*/ 1756 h 12608"/>
                <a:gd name="connsiteX3" fmla="*/ 8946 w 12779"/>
                <a:gd name="connsiteY3" fmla="*/ 479 h 12608"/>
                <a:gd name="connsiteX4" fmla="*/ 3834 w 12779"/>
                <a:gd name="connsiteY4" fmla="*/ 479 h 12608"/>
                <a:gd name="connsiteX5" fmla="*/ 639 w 12779"/>
                <a:gd name="connsiteY5" fmla="*/ 3671 h 12608"/>
                <a:gd name="connsiteX6" fmla="*/ 0 w 12779"/>
                <a:gd name="connsiteY6" fmla="*/ 6224 h 12608"/>
                <a:gd name="connsiteX7" fmla="*/ 1917 w 12779"/>
                <a:gd name="connsiteY7" fmla="*/ 10693 h 12608"/>
                <a:gd name="connsiteX8" fmla="*/ 6390 w 12779"/>
                <a:gd name="connsiteY8" fmla="*/ 12608 h 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79" h="12608">
                  <a:moveTo>
                    <a:pt x="6390" y="12608"/>
                  </a:moveTo>
                  <a:cubicBezTo>
                    <a:pt x="10224" y="12608"/>
                    <a:pt x="12780" y="10055"/>
                    <a:pt x="12780" y="6224"/>
                  </a:cubicBezTo>
                  <a:cubicBezTo>
                    <a:pt x="12780" y="4309"/>
                    <a:pt x="12141" y="3032"/>
                    <a:pt x="10863" y="1756"/>
                  </a:cubicBezTo>
                  <a:cubicBezTo>
                    <a:pt x="10224" y="1117"/>
                    <a:pt x="9585" y="479"/>
                    <a:pt x="8946" y="479"/>
                  </a:cubicBezTo>
                  <a:cubicBezTo>
                    <a:pt x="7668" y="-160"/>
                    <a:pt x="5751" y="-160"/>
                    <a:pt x="3834" y="479"/>
                  </a:cubicBezTo>
                  <a:cubicBezTo>
                    <a:pt x="2556" y="1117"/>
                    <a:pt x="1278" y="2394"/>
                    <a:pt x="639" y="3671"/>
                  </a:cubicBezTo>
                  <a:cubicBezTo>
                    <a:pt x="0" y="4309"/>
                    <a:pt x="0" y="4947"/>
                    <a:pt x="0" y="6224"/>
                  </a:cubicBezTo>
                  <a:cubicBezTo>
                    <a:pt x="0" y="8139"/>
                    <a:pt x="639" y="9416"/>
                    <a:pt x="1917" y="10693"/>
                  </a:cubicBezTo>
                  <a:cubicBezTo>
                    <a:pt x="3195" y="11970"/>
                    <a:pt x="4473" y="12608"/>
                    <a:pt x="6390" y="12608"/>
                  </a:cubicBezTo>
                  <a:close/>
                </a:path>
              </a:pathLst>
            </a:custGeom>
            <a:solidFill>
              <a:srgbClr val="0076A8"/>
            </a:solidFill>
            <a:ln w="6390" cap="flat">
              <a:noFill/>
              <a:prstDash val="solid"/>
              <a:miter/>
            </a:ln>
          </p:spPr>
          <p:txBody>
            <a:bodyPr rtlCol="0" anchor="ctr"/>
            <a:lstStyle/>
            <a:p>
              <a:endParaRPr lang="en-US"/>
            </a:p>
          </p:txBody>
        </p:sp>
        <p:sp>
          <p:nvSpPr>
            <p:cNvPr id="1259" name="Graphic 4">
              <a:extLst>
                <a:ext uri="{FF2B5EF4-FFF2-40B4-BE49-F238E27FC236}">
                  <a16:creationId xmlns:a16="http://schemas.microsoft.com/office/drawing/2014/main" id="{E9BE3200-5A12-A94A-8ABC-8C081A6D0156}"/>
                </a:ext>
              </a:extLst>
            </p:cNvPr>
            <p:cNvSpPr/>
            <p:nvPr/>
          </p:nvSpPr>
          <p:spPr>
            <a:xfrm>
              <a:off x="626187" y="2487362"/>
              <a:ext cx="14083" cy="12618"/>
            </a:xfrm>
            <a:custGeom>
              <a:avLst/>
              <a:gdLst>
                <a:gd name="connsiteX0" fmla="*/ 5138 w 14083"/>
                <a:gd name="connsiteY0" fmla="*/ 12130 h 12618"/>
                <a:gd name="connsiteX1" fmla="*/ 13445 w 14083"/>
                <a:gd name="connsiteY1" fmla="*/ 8938 h 12618"/>
                <a:gd name="connsiteX2" fmla="*/ 14084 w 14083"/>
                <a:gd name="connsiteY2" fmla="*/ 6384 h 12618"/>
                <a:gd name="connsiteX3" fmla="*/ 12167 w 14083"/>
                <a:gd name="connsiteY3" fmla="*/ 1915 h 12618"/>
                <a:gd name="connsiteX4" fmla="*/ 10889 w 14083"/>
                <a:gd name="connsiteY4" fmla="*/ 1277 h 12618"/>
                <a:gd name="connsiteX5" fmla="*/ 9611 w 14083"/>
                <a:gd name="connsiteY5" fmla="*/ 638 h 12618"/>
                <a:gd name="connsiteX6" fmla="*/ 8333 w 14083"/>
                <a:gd name="connsiteY6" fmla="*/ 0 h 12618"/>
                <a:gd name="connsiteX7" fmla="*/ 5777 w 14083"/>
                <a:gd name="connsiteY7" fmla="*/ 0 h 12618"/>
                <a:gd name="connsiteX8" fmla="*/ 4499 w 14083"/>
                <a:gd name="connsiteY8" fmla="*/ 638 h 12618"/>
                <a:gd name="connsiteX9" fmla="*/ 3221 w 14083"/>
                <a:gd name="connsiteY9" fmla="*/ 1277 h 12618"/>
                <a:gd name="connsiteX10" fmla="*/ 1943 w 14083"/>
                <a:gd name="connsiteY10" fmla="*/ 1915 h 12618"/>
                <a:gd name="connsiteX11" fmla="*/ 665 w 14083"/>
                <a:gd name="connsiteY11" fmla="*/ 3830 h 12618"/>
                <a:gd name="connsiteX12" fmla="*/ 1943 w 14083"/>
                <a:gd name="connsiteY12" fmla="*/ 10853 h 12618"/>
                <a:gd name="connsiteX13" fmla="*/ 5138 w 14083"/>
                <a:gd name="connsiteY13" fmla="*/ 12130 h 12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83" h="12618">
                  <a:moveTo>
                    <a:pt x="5138" y="12130"/>
                  </a:moveTo>
                  <a:cubicBezTo>
                    <a:pt x="8333" y="13406"/>
                    <a:pt x="12167" y="12130"/>
                    <a:pt x="13445" y="8938"/>
                  </a:cubicBezTo>
                  <a:cubicBezTo>
                    <a:pt x="14084" y="8299"/>
                    <a:pt x="14084" y="7022"/>
                    <a:pt x="14084" y="6384"/>
                  </a:cubicBezTo>
                  <a:cubicBezTo>
                    <a:pt x="14084" y="4469"/>
                    <a:pt x="13445" y="3192"/>
                    <a:pt x="12167" y="1915"/>
                  </a:cubicBezTo>
                  <a:lnTo>
                    <a:pt x="10889" y="1277"/>
                  </a:lnTo>
                  <a:lnTo>
                    <a:pt x="9611" y="638"/>
                  </a:lnTo>
                  <a:lnTo>
                    <a:pt x="8333" y="0"/>
                  </a:lnTo>
                  <a:cubicBezTo>
                    <a:pt x="7694" y="0"/>
                    <a:pt x="6416" y="0"/>
                    <a:pt x="5777" y="0"/>
                  </a:cubicBezTo>
                  <a:cubicBezTo>
                    <a:pt x="5138" y="0"/>
                    <a:pt x="5138" y="0"/>
                    <a:pt x="4499" y="638"/>
                  </a:cubicBezTo>
                  <a:cubicBezTo>
                    <a:pt x="3860" y="638"/>
                    <a:pt x="3860" y="1277"/>
                    <a:pt x="3221" y="1277"/>
                  </a:cubicBezTo>
                  <a:cubicBezTo>
                    <a:pt x="2582" y="1277"/>
                    <a:pt x="2582" y="1915"/>
                    <a:pt x="1943" y="1915"/>
                  </a:cubicBezTo>
                  <a:cubicBezTo>
                    <a:pt x="1304" y="2554"/>
                    <a:pt x="665" y="3192"/>
                    <a:pt x="665" y="3830"/>
                  </a:cubicBezTo>
                  <a:cubicBezTo>
                    <a:pt x="-613" y="6384"/>
                    <a:pt x="26" y="8938"/>
                    <a:pt x="1943" y="10853"/>
                  </a:cubicBezTo>
                  <a:cubicBezTo>
                    <a:pt x="3860" y="10853"/>
                    <a:pt x="4499" y="11491"/>
                    <a:pt x="5138" y="12130"/>
                  </a:cubicBezTo>
                  <a:close/>
                </a:path>
              </a:pathLst>
            </a:custGeom>
            <a:solidFill>
              <a:srgbClr val="0076A8"/>
            </a:solidFill>
            <a:ln w="6390" cap="flat">
              <a:noFill/>
              <a:prstDash val="solid"/>
              <a:miter/>
            </a:ln>
          </p:spPr>
          <p:txBody>
            <a:bodyPr rtlCol="0" anchor="ctr"/>
            <a:lstStyle/>
            <a:p>
              <a:endParaRPr lang="en-US"/>
            </a:p>
          </p:txBody>
        </p:sp>
        <p:sp>
          <p:nvSpPr>
            <p:cNvPr id="1260" name="Graphic 4">
              <a:extLst>
                <a:ext uri="{FF2B5EF4-FFF2-40B4-BE49-F238E27FC236}">
                  <a16:creationId xmlns:a16="http://schemas.microsoft.com/office/drawing/2014/main" id="{BAFC2A88-5D8D-CE4F-AAEE-C44DB3F0D412}"/>
                </a:ext>
              </a:extLst>
            </p:cNvPr>
            <p:cNvSpPr/>
            <p:nvPr/>
          </p:nvSpPr>
          <p:spPr>
            <a:xfrm>
              <a:off x="656885" y="2574583"/>
              <a:ext cx="12779" cy="13007"/>
            </a:xfrm>
            <a:custGeom>
              <a:avLst/>
              <a:gdLst>
                <a:gd name="connsiteX0" fmla="*/ 1917 w 12779"/>
                <a:gd name="connsiteY0" fmla="*/ 11092 h 13007"/>
                <a:gd name="connsiteX1" fmla="*/ 3834 w 12779"/>
                <a:gd name="connsiteY1" fmla="*/ 12369 h 13007"/>
                <a:gd name="connsiteX2" fmla="*/ 6390 w 12779"/>
                <a:gd name="connsiteY2" fmla="*/ 13007 h 13007"/>
                <a:gd name="connsiteX3" fmla="*/ 8946 w 12779"/>
                <a:gd name="connsiteY3" fmla="*/ 12369 h 13007"/>
                <a:gd name="connsiteX4" fmla="*/ 10863 w 12779"/>
                <a:gd name="connsiteY4" fmla="*/ 11092 h 13007"/>
                <a:gd name="connsiteX5" fmla="*/ 12780 w 12779"/>
                <a:gd name="connsiteY5" fmla="*/ 6623 h 13007"/>
                <a:gd name="connsiteX6" fmla="*/ 12141 w 12779"/>
                <a:gd name="connsiteY6" fmla="*/ 4070 h 13007"/>
                <a:gd name="connsiteX7" fmla="*/ 10863 w 12779"/>
                <a:gd name="connsiteY7" fmla="*/ 2155 h 13007"/>
                <a:gd name="connsiteX8" fmla="*/ 8946 w 12779"/>
                <a:gd name="connsiteY8" fmla="*/ 878 h 13007"/>
                <a:gd name="connsiteX9" fmla="*/ 7668 w 12779"/>
                <a:gd name="connsiteY9" fmla="*/ 239 h 13007"/>
                <a:gd name="connsiteX10" fmla="*/ 1917 w 12779"/>
                <a:gd name="connsiteY10" fmla="*/ 2155 h 13007"/>
                <a:gd name="connsiteX11" fmla="*/ 639 w 12779"/>
                <a:gd name="connsiteY11" fmla="*/ 4070 h 13007"/>
                <a:gd name="connsiteX12" fmla="*/ 0 w 12779"/>
                <a:gd name="connsiteY12" fmla="*/ 6623 h 13007"/>
                <a:gd name="connsiteX13" fmla="*/ 639 w 12779"/>
                <a:gd name="connsiteY13" fmla="*/ 9177 h 13007"/>
                <a:gd name="connsiteX14" fmla="*/ 1917 w 12779"/>
                <a:gd name="connsiteY14" fmla="*/ 11092 h 13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79" h="13007">
                  <a:moveTo>
                    <a:pt x="1917" y="11092"/>
                  </a:moveTo>
                  <a:cubicBezTo>
                    <a:pt x="2556" y="11731"/>
                    <a:pt x="3195" y="12369"/>
                    <a:pt x="3834" y="12369"/>
                  </a:cubicBezTo>
                  <a:cubicBezTo>
                    <a:pt x="4473" y="12369"/>
                    <a:pt x="5751" y="13007"/>
                    <a:pt x="6390" y="13007"/>
                  </a:cubicBezTo>
                  <a:cubicBezTo>
                    <a:pt x="7029" y="13007"/>
                    <a:pt x="8307" y="13007"/>
                    <a:pt x="8946" y="12369"/>
                  </a:cubicBezTo>
                  <a:cubicBezTo>
                    <a:pt x="9585" y="12369"/>
                    <a:pt x="10224" y="11731"/>
                    <a:pt x="10863" y="11092"/>
                  </a:cubicBezTo>
                  <a:cubicBezTo>
                    <a:pt x="12141" y="9815"/>
                    <a:pt x="12780" y="8539"/>
                    <a:pt x="12780" y="6623"/>
                  </a:cubicBezTo>
                  <a:cubicBezTo>
                    <a:pt x="12780" y="5985"/>
                    <a:pt x="12780" y="4708"/>
                    <a:pt x="12141" y="4070"/>
                  </a:cubicBezTo>
                  <a:cubicBezTo>
                    <a:pt x="12141" y="3431"/>
                    <a:pt x="11502" y="2793"/>
                    <a:pt x="10863" y="2155"/>
                  </a:cubicBezTo>
                  <a:cubicBezTo>
                    <a:pt x="10224" y="1516"/>
                    <a:pt x="9585" y="878"/>
                    <a:pt x="8946" y="878"/>
                  </a:cubicBezTo>
                  <a:lnTo>
                    <a:pt x="7668" y="239"/>
                  </a:lnTo>
                  <a:cubicBezTo>
                    <a:pt x="5751" y="-399"/>
                    <a:pt x="3195" y="239"/>
                    <a:pt x="1917" y="2155"/>
                  </a:cubicBezTo>
                  <a:cubicBezTo>
                    <a:pt x="1278" y="2793"/>
                    <a:pt x="639" y="3431"/>
                    <a:pt x="639" y="4070"/>
                  </a:cubicBezTo>
                  <a:cubicBezTo>
                    <a:pt x="639" y="4708"/>
                    <a:pt x="0" y="5985"/>
                    <a:pt x="0" y="6623"/>
                  </a:cubicBezTo>
                  <a:cubicBezTo>
                    <a:pt x="0" y="7262"/>
                    <a:pt x="0" y="8539"/>
                    <a:pt x="639" y="9177"/>
                  </a:cubicBezTo>
                  <a:cubicBezTo>
                    <a:pt x="639" y="9815"/>
                    <a:pt x="1278" y="10454"/>
                    <a:pt x="1917" y="11092"/>
                  </a:cubicBezTo>
                  <a:close/>
                </a:path>
              </a:pathLst>
            </a:custGeom>
            <a:solidFill>
              <a:srgbClr val="0076A8"/>
            </a:solidFill>
            <a:ln w="6390" cap="flat">
              <a:noFill/>
              <a:prstDash val="solid"/>
              <a:miter/>
            </a:ln>
          </p:spPr>
          <p:txBody>
            <a:bodyPr rtlCol="0" anchor="ctr"/>
            <a:lstStyle/>
            <a:p>
              <a:endParaRPr lang="en-US"/>
            </a:p>
          </p:txBody>
        </p:sp>
        <p:sp>
          <p:nvSpPr>
            <p:cNvPr id="1261" name="Graphic 4">
              <a:extLst>
                <a:ext uri="{FF2B5EF4-FFF2-40B4-BE49-F238E27FC236}">
                  <a16:creationId xmlns:a16="http://schemas.microsoft.com/office/drawing/2014/main" id="{6333C013-9BF3-684B-BE3E-0875FE12E9BC}"/>
                </a:ext>
              </a:extLst>
            </p:cNvPr>
            <p:cNvSpPr/>
            <p:nvPr/>
          </p:nvSpPr>
          <p:spPr>
            <a:xfrm>
              <a:off x="656246" y="2604188"/>
              <a:ext cx="13418" cy="12767"/>
            </a:xfrm>
            <a:custGeom>
              <a:avLst/>
              <a:gdLst>
                <a:gd name="connsiteX0" fmla="*/ 7029 w 13418"/>
                <a:gd name="connsiteY0" fmla="*/ 12768 h 12767"/>
                <a:gd name="connsiteX1" fmla="*/ 11502 w 13418"/>
                <a:gd name="connsiteY1" fmla="*/ 10853 h 12767"/>
                <a:gd name="connsiteX2" fmla="*/ 11502 w 13418"/>
                <a:gd name="connsiteY2" fmla="*/ 1915 h 12767"/>
                <a:gd name="connsiteX3" fmla="*/ 11502 w 13418"/>
                <a:gd name="connsiteY3" fmla="*/ 1915 h 12767"/>
                <a:gd name="connsiteX4" fmla="*/ 10224 w 13418"/>
                <a:gd name="connsiteY4" fmla="*/ 1277 h 12767"/>
                <a:gd name="connsiteX5" fmla="*/ 8946 w 13418"/>
                <a:gd name="connsiteY5" fmla="*/ 638 h 12767"/>
                <a:gd name="connsiteX6" fmla="*/ 7668 w 13418"/>
                <a:gd name="connsiteY6" fmla="*/ 0 h 12767"/>
                <a:gd name="connsiteX7" fmla="*/ 3834 w 13418"/>
                <a:gd name="connsiteY7" fmla="*/ 638 h 12767"/>
                <a:gd name="connsiteX8" fmla="*/ 1917 w 13418"/>
                <a:gd name="connsiteY8" fmla="*/ 1915 h 12767"/>
                <a:gd name="connsiteX9" fmla="*/ 1917 w 13418"/>
                <a:gd name="connsiteY9" fmla="*/ 10853 h 12767"/>
                <a:gd name="connsiteX10" fmla="*/ 1917 w 13418"/>
                <a:gd name="connsiteY10" fmla="*/ 10853 h 12767"/>
                <a:gd name="connsiteX11" fmla="*/ 7029 w 13418"/>
                <a:gd name="connsiteY11"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418" h="12767">
                  <a:moveTo>
                    <a:pt x="7029" y="12768"/>
                  </a:moveTo>
                  <a:cubicBezTo>
                    <a:pt x="8946" y="12768"/>
                    <a:pt x="10224" y="12130"/>
                    <a:pt x="11502" y="10853"/>
                  </a:cubicBezTo>
                  <a:cubicBezTo>
                    <a:pt x="14058" y="8299"/>
                    <a:pt x="14058" y="4469"/>
                    <a:pt x="11502" y="1915"/>
                  </a:cubicBezTo>
                  <a:cubicBezTo>
                    <a:pt x="11502" y="1915"/>
                    <a:pt x="11502" y="1915"/>
                    <a:pt x="11502" y="1915"/>
                  </a:cubicBezTo>
                  <a:lnTo>
                    <a:pt x="10224" y="1277"/>
                  </a:lnTo>
                  <a:cubicBezTo>
                    <a:pt x="9585" y="1277"/>
                    <a:pt x="9585" y="638"/>
                    <a:pt x="8946" y="638"/>
                  </a:cubicBezTo>
                  <a:cubicBezTo>
                    <a:pt x="8307" y="638"/>
                    <a:pt x="8307" y="0"/>
                    <a:pt x="7668" y="0"/>
                  </a:cubicBezTo>
                  <a:cubicBezTo>
                    <a:pt x="6390" y="0"/>
                    <a:pt x="5112" y="0"/>
                    <a:pt x="3834" y="638"/>
                  </a:cubicBezTo>
                  <a:cubicBezTo>
                    <a:pt x="3195" y="638"/>
                    <a:pt x="2556" y="1277"/>
                    <a:pt x="1917" y="1915"/>
                  </a:cubicBezTo>
                  <a:cubicBezTo>
                    <a:pt x="-639" y="4469"/>
                    <a:pt x="-639" y="8299"/>
                    <a:pt x="1917" y="10853"/>
                  </a:cubicBezTo>
                  <a:cubicBezTo>
                    <a:pt x="1917" y="10853"/>
                    <a:pt x="1917" y="10853"/>
                    <a:pt x="1917" y="10853"/>
                  </a:cubicBezTo>
                  <a:cubicBezTo>
                    <a:pt x="3834" y="12130"/>
                    <a:pt x="5112" y="12768"/>
                    <a:pt x="7029" y="12768"/>
                  </a:cubicBezTo>
                  <a:close/>
                </a:path>
              </a:pathLst>
            </a:custGeom>
            <a:solidFill>
              <a:srgbClr val="0076A8"/>
            </a:solidFill>
            <a:ln w="6390" cap="flat">
              <a:noFill/>
              <a:prstDash val="solid"/>
              <a:miter/>
            </a:ln>
          </p:spPr>
          <p:txBody>
            <a:bodyPr rtlCol="0" anchor="ctr"/>
            <a:lstStyle/>
            <a:p>
              <a:endParaRPr lang="en-US"/>
            </a:p>
          </p:txBody>
        </p:sp>
        <p:sp>
          <p:nvSpPr>
            <p:cNvPr id="1262" name="Graphic 4">
              <a:extLst>
                <a:ext uri="{FF2B5EF4-FFF2-40B4-BE49-F238E27FC236}">
                  <a16:creationId xmlns:a16="http://schemas.microsoft.com/office/drawing/2014/main" id="{DB167F8C-F86A-554C-9941-22DEE4CEC2B8}"/>
                </a:ext>
              </a:extLst>
            </p:cNvPr>
            <p:cNvSpPr/>
            <p:nvPr/>
          </p:nvSpPr>
          <p:spPr>
            <a:xfrm>
              <a:off x="656859" y="2545456"/>
              <a:ext cx="12805" cy="12767"/>
            </a:xfrm>
            <a:custGeom>
              <a:avLst/>
              <a:gdLst>
                <a:gd name="connsiteX0" fmla="*/ 6416 w 12805"/>
                <a:gd name="connsiteY0" fmla="*/ 12768 h 12767"/>
                <a:gd name="connsiteX1" fmla="*/ 12806 w 12805"/>
                <a:gd name="connsiteY1" fmla="*/ 6384 h 12767"/>
                <a:gd name="connsiteX2" fmla="*/ 12167 w 12805"/>
                <a:gd name="connsiteY2" fmla="*/ 3830 h 12767"/>
                <a:gd name="connsiteX3" fmla="*/ 10889 w 12805"/>
                <a:gd name="connsiteY3" fmla="*/ 1915 h 12767"/>
                <a:gd name="connsiteX4" fmla="*/ 5138 w 12805"/>
                <a:gd name="connsiteY4" fmla="*/ 0 h 12767"/>
                <a:gd name="connsiteX5" fmla="*/ 3860 w 12805"/>
                <a:gd name="connsiteY5" fmla="*/ 638 h 12767"/>
                <a:gd name="connsiteX6" fmla="*/ 1943 w 12805"/>
                <a:gd name="connsiteY6" fmla="*/ 1915 h 12767"/>
                <a:gd name="connsiteX7" fmla="*/ 665 w 12805"/>
                <a:gd name="connsiteY7" fmla="*/ 3830 h 12767"/>
                <a:gd name="connsiteX8" fmla="*/ 1943 w 12805"/>
                <a:gd name="connsiteY8" fmla="*/ 10853 h 12767"/>
                <a:gd name="connsiteX9" fmla="*/ 6416 w 12805"/>
                <a:gd name="connsiteY9"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805" h="12767">
                  <a:moveTo>
                    <a:pt x="6416" y="12768"/>
                  </a:moveTo>
                  <a:cubicBezTo>
                    <a:pt x="10250" y="12768"/>
                    <a:pt x="12806" y="9576"/>
                    <a:pt x="12806" y="6384"/>
                  </a:cubicBezTo>
                  <a:cubicBezTo>
                    <a:pt x="12806" y="5746"/>
                    <a:pt x="12806" y="4469"/>
                    <a:pt x="12167" y="3830"/>
                  </a:cubicBezTo>
                  <a:cubicBezTo>
                    <a:pt x="12167" y="3192"/>
                    <a:pt x="11528" y="2554"/>
                    <a:pt x="10889" y="1915"/>
                  </a:cubicBezTo>
                  <a:cubicBezTo>
                    <a:pt x="9611" y="638"/>
                    <a:pt x="7055" y="0"/>
                    <a:pt x="5138" y="0"/>
                  </a:cubicBezTo>
                  <a:lnTo>
                    <a:pt x="3860" y="638"/>
                  </a:lnTo>
                  <a:cubicBezTo>
                    <a:pt x="3221" y="638"/>
                    <a:pt x="2582" y="1277"/>
                    <a:pt x="1943" y="1915"/>
                  </a:cubicBezTo>
                  <a:cubicBezTo>
                    <a:pt x="1304" y="2554"/>
                    <a:pt x="665" y="3192"/>
                    <a:pt x="665" y="3830"/>
                  </a:cubicBezTo>
                  <a:cubicBezTo>
                    <a:pt x="-613" y="6384"/>
                    <a:pt x="26" y="8938"/>
                    <a:pt x="1943" y="10853"/>
                  </a:cubicBezTo>
                  <a:cubicBezTo>
                    <a:pt x="3221" y="12130"/>
                    <a:pt x="4499" y="12768"/>
                    <a:pt x="6416" y="12768"/>
                  </a:cubicBezTo>
                  <a:close/>
                </a:path>
              </a:pathLst>
            </a:custGeom>
            <a:solidFill>
              <a:srgbClr val="0076A8"/>
            </a:solidFill>
            <a:ln w="6390" cap="flat">
              <a:noFill/>
              <a:prstDash val="solid"/>
              <a:miter/>
            </a:ln>
          </p:spPr>
          <p:txBody>
            <a:bodyPr rtlCol="0" anchor="ctr"/>
            <a:lstStyle/>
            <a:p>
              <a:endParaRPr lang="en-US"/>
            </a:p>
          </p:txBody>
        </p:sp>
        <p:sp>
          <p:nvSpPr>
            <p:cNvPr id="1263" name="Graphic 4">
              <a:extLst>
                <a:ext uri="{FF2B5EF4-FFF2-40B4-BE49-F238E27FC236}">
                  <a16:creationId xmlns:a16="http://schemas.microsoft.com/office/drawing/2014/main" id="{EC152435-2086-F148-9CF6-ED1C26662704}"/>
                </a:ext>
              </a:extLst>
            </p:cNvPr>
            <p:cNvSpPr/>
            <p:nvPr/>
          </p:nvSpPr>
          <p:spPr>
            <a:xfrm>
              <a:off x="655607" y="2516090"/>
              <a:ext cx="14057" cy="12767"/>
            </a:xfrm>
            <a:custGeom>
              <a:avLst/>
              <a:gdLst>
                <a:gd name="connsiteX0" fmla="*/ 7668 w 14057"/>
                <a:gd name="connsiteY0" fmla="*/ 12768 h 12767"/>
                <a:gd name="connsiteX1" fmla="*/ 10224 w 14057"/>
                <a:gd name="connsiteY1" fmla="*/ 12130 h 12767"/>
                <a:gd name="connsiteX2" fmla="*/ 12141 w 14057"/>
                <a:gd name="connsiteY2" fmla="*/ 10853 h 12767"/>
                <a:gd name="connsiteX3" fmla="*/ 14058 w 14057"/>
                <a:gd name="connsiteY3" fmla="*/ 6384 h 12767"/>
                <a:gd name="connsiteX4" fmla="*/ 13419 w 14057"/>
                <a:gd name="connsiteY4" fmla="*/ 3830 h 12767"/>
                <a:gd name="connsiteX5" fmla="*/ 12141 w 14057"/>
                <a:gd name="connsiteY5" fmla="*/ 1915 h 12767"/>
                <a:gd name="connsiteX6" fmla="*/ 10863 w 14057"/>
                <a:gd name="connsiteY6" fmla="*/ 1277 h 12767"/>
                <a:gd name="connsiteX7" fmla="*/ 9585 w 14057"/>
                <a:gd name="connsiteY7" fmla="*/ 638 h 12767"/>
                <a:gd name="connsiteX8" fmla="*/ 8307 w 14057"/>
                <a:gd name="connsiteY8" fmla="*/ 0 h 12767"/>
                <a:gd name="connsiteX9" fmla="*/ 5751 w 14057"/>
                <a:gd name="connsiteY9" fmla="*/ 0 h 12767"/>
                <a:gd name="connsiteX10" fmla="*/ 4473 w 14057"/>
                <a:gd name="connsiteY10" fmla="*/ 638 h 12767"/>
                <a:gd name="connsiteX11" fmla="*/ 3195 w 14057"/>
                <a:gd name="connsiteY11" fmla="*/ 1277 h 12767"/>
                <a:gd name="connsiteX12" fmla="*/ 1917 w 14057"/>
                <a:gd name="connsiteY12" fmla="*/ 1915 h 12767"/>
                <a:gd name="connsiteX13" fmla="*/ 639 w 14057"/>
                <a:gd name="connsiteY13" fmla="*/ 3830 h 12767"/>
                <a:gd name="connsiteX14" fmla="*/ 0 w 14057"/>
                <a:gd name="connsiteY14" fmla="*/ 6384 h 12767"/>
                <a:gd name="connsiteX15" fmla="*/ 1917 w 14057"/>
                <a:gd name="connsiteY15" fmla="*/ 10853 h 12767"/>
                <a:gd name="connsiteX16" fmla="*/ 7668 w 14057"/>
                <a:gd name="connsiteY1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057" h="12767">
                  <a:moveTo>
                    <a:pt x="7668" y="12768"/>
                  </a:moveTo>
                  <a:cubicBezTo>
                    <a:pt x="8307" y="12768"/>
                    <a:pt x="9585" y="12768"/>
                    <a:pt x="10224" y="12130"/>
                  </a:cubicBezTo>
                  <a:cubicBezTo>
                    <a:pt x="10863" y="12130"/>
                    <a:pt x="11502" y="11491"/>
                    <a:pt x="12141" y="10853"/>
                  </a:cubicBezTo>
                  <a:cubicBezTo>
                    <a:pt x="13419" y="9576"/>
                    <a:pt x="14058" y="8299"/>
                    <a:pt x="14058" y="6384"/>
                  </a:cubicBezTo>
                  <a:cubicBezTo>
                    <a:pt x="14058" y="5746"/>
                    <a:pt x="14058" y="4469"/>
                    <a:pt x="13419" y="3830"/>
                  </a:cubicBezTo>
                  <a:cubicBezTo>
                    <a:pt x="13419" y="3192"/>
                    <a:pt x="12780" y="2554"/>
                    <a:pt x="12141" y="1915"/>
                  </a:cubicBezTo>
                  <a:cubicBezTo>
                    <a:pt x="12141" y="1277"/>
                    <a:pt x="11502" y="1277"/>
                    <a:pt x="10863" y="1277"/>
                  </a:cubicBezTo>
                  <a:lnTo>
                    <a:pt x="9585" y="638"/>
                  </a:lnTo>
                  <a:lnTo>
                    <a:pt x="8307" y="0"/>
                  </a:lnTo>
                  <a:cubicBezTo>
                    <a:pt x="7668" y="0"/>
                    <a:pt x="6390" y="0"/>
                    <a:pt x="5751" y="0"/>
                  </a:cubicBezTo>
                  <a:lnTo>
                    <a:pt x="4473" y="638"/>
                  </a:lnTo>
                  <a:lnTo>
                    <a:pt x="3195" y="1277"/>
                  </a:lnTo>
                  <a:lnTo>
                    <a:pt x="1917" y="1915"/>
                  </a:lnTo>
                  <a:cubicBezTo>
                    <a:pt x="1278" y="2554"/>
                    <a:pt x="639" y="3192"/>
                    <a:pt x="639" y="3830"/>
                  </a:cubicBezTo>
                  <a:cubicBezTo>
                    <a:pt x="639" y="4469"/>
                    <a:pt x="0" y="5107"/>
                    <a:pt x="0" y="6384"/>
                  </a:cubicBezTo>
                  <a:cubicBezTo>
                    <a:pt x="0" y="8299"/>
                    <a:pt x="639" y="9576"/>
                    <a:pt x="1917" y="10853"/>
                  </a:cubicBezTo>
                  <a:cubicBezTo>
                    <a:pt x="4473" y="12130"/>
                    <a:pt x="5751" y="12768"/>
                    <a:pt x="7668" y="12768"/>
                  </a:cubicBezTo>
                  <a:close/>
                </a:path>
              </a:pathLst>
            </a:custGeom>
            <a:solidFill>
              <a:srgbClr val="0076A8"/>
            </a:solidFill>
            <a:ln w="6390" cap="flat">
              <a:noFill/>
              <a:prstDash val="solid"/>
              <a:miter/>
            </a:ln>
          </p:spPr>
          <p:txBody>
            <a:bodyPr rtlCol="0" anchor="ctr"/>
            <a:lstStyle/>
            <a:p>
              <a:endParaRPr lang="en-US"/>
            </a:p>
          </p:txBody>
        </p:sp>
        <p:sp>
          <p:nvSpPr>
            <p:cNvPr id="1264" name="Graphic 4">
              <a:extLst>
                <a:ext uri="{FF2B5EF4-FFF2-40B4-BE49-F238E27FC236}">
                  <a16:creationId xmlns:a16="http://schemas.microsoft.com/office/drawing/2014/main" id="{EEE4F4C5-ED93-5C48-AAC0-6D818F5E2FE0}"/>
                </a:ext>
              </a:extLst>
            </p:cNvPr>
            <p:cNvSpPr/>
            <p:nvPr/>
          </p:nvSpPr>
          <p:spPr>
            <a:xfrm>
              <a:off x="657034" y="2486723"/>
              <a:ext cx="12630" cy="12767"/>
            </a:xfrm>
            <a:custGeom>
              <a:avLst/>
              <a:gdLst>
                <a:gd name="connsiteX0" fmla="*/ 6241 w 12630"/>
                <a:gd name="connsiteY0" fmla="*/ 12768 h 12767"/>
                <a:gd name="connsiteX1" fmla="*/ 10714 w 12630"/>
                <a:gd name="connsiteY1" fmla="*/ 10853 h 12767"/>
                <a:gd name="connsiteX2" fmla="*/ 12631 w 12630"/>
                <a:gd name="connsiteY2" fmla="*/ 6384 h 12767"/>
                <a:gd name="connsiteX3" fmla="*/ 10714 w 12630"/>
                <a:gd name="connsiteY3" fmla="*/ 1915 h 12767"/>
                <a:gd name="connsiteX4" fmla="*/ 1768 w 12630"/>
                <a:gd name="connsiteY4" fmla="*/ 1915 h 12767"/>
                <a:gd name="connsiteX5" fmla="*/ 490 w 12630"/>
                <a:gd name="connsiteY5" fmla="*/ 3830 h 12767"/>
                <a:gd name="connsiteX6" fmla="*/ 3685 w 12630"/>
                <a:gd name="connsiteY6" fmla="*/ 12130 h 12767"/>
                <a:gd name="connsiteX7" fmla="*/ 6241 w 12630"/>
                <a:gd name="connsiteY7"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30" h="12767">
                  <a:moveTo>
                    <a:pt x="6241" y="12768"/>
                  </a:moveTo>
                  <a:cubicBezTo>
                    <a:pt x="8158" y="12768"/>
                    <a:pt x="9436" y="12130"/>
                    <a:pt x="10714" y="10853"/>
                  </a:cubicBezTo>
                  <a:cubicBezTo>
                    <a:pt x="11992" y="9576"/>
                    <a:pt x="12631" y="8299"/>
                    <a:pt x="12631" y="6384"/>
                  </a:cubicBezTo>
                  <a:cubicBezTo>
                    <a:pt x="12631" y="4469"/>
                    <a:pt x="11992" y="3192"/>
                    <a:pt x="10714" y="1915"/>
                  </a:cubicBezTo>
                  <a:cubicBezTo>
                    <a:pt x="8158" y="-638"/>
                    <a:pt x="4324" y="-638"/>
                    <a:pt x="1768" y="1915"/>
                  </a:cubicBezTo>
                  <a:cubicBezTo>
                    <a:pt x="1129" y="2554"/>
                    <a:pt x="490" y="3192"/>
                    <a:pt x="490" y="3830"/>
                  </a:cubicBezTo>
                  <a:cubicBezTo>
                    <a:pt x="-788" y="7022"/>
                    <a:pt x="490" y="10853"/>
                    <a:pt x="3685" y="12130"/>
                  </a:cubicBezTo>
                  <a:cubicBezTo>
                    <a:pt x="4324" y="12768"/>
                    <a:pt x="5602" y="12768"/>
                    <a:pt x="6241" y="12768"/>
                  </a:cubicBezTo>
                  <a:close/>
                </a:path>
              </a:pathLst>
            </a:custGeom>
            <a:solidFill>
              <a:srgbClr val="0076A8"/>
            </a:solidFill>
            <a:ln w="6390" cap="flat">
              <a:noFill/>
              <a:prstDash val="solid"/>
              <a:miter/>
            </a:ln>
          </p:spPr>
          <p:txBody>
            <a:bodyPr rtlCol="0" anchor="ctr"/>
            <a:lstStyle/>
            <a:p>
              <a:endParaRPr lang="en-US"/>
            </a:p>
          </p:txBody>
        </p:sp>
      </p:grpSp>
      <p:grpSp>
        <p:nvGrpSpPr>
          <p:cNvPr id="1265" name="Graphic 4">
            <a:extLst>
              <a:ext uri="{FF2B5EF4-FFF2-40B4-BE49-F238E27FC236}">
                <a16:creationId xmlns:a16="http://schemas.microsoft.com/office/drawing/2014/main" id="{235AD0B8-1268-7746-A1A8-9E519B516CAF}"/>
              </a:ext>
            </a:extLst>
          </p:cNvPr>
          <p:cNvGrpSpPr>
            <a:grpSpLocks noChangeAspect="1"/>
          </p:cNvGrpSpPr>
          <p:nvPr/>
        </p:nvGrpSpPr>
        <p:grpSpPr>
          <a:xfrm>
            <a:off x="467104" y="1885990"/>
            <a:ext cx="362309" cy="362610"/>
            <a:chOff x="467104" y="1885990"/>
            <a:chExt cx="362309" cy="362610"/>
          </a:xfrm>
          <a:solidFill>
            <a:srgbClr val="0076A8"/>
          </a:solidFill>
        </p:grpSpPr>
        <p:sp>
          <p:nvSpPr>
            <p:cNvPr id="1266" name="Graphic 4">
              <a:extLst>
                <a:ext uri="{FF2B5EF4-FFF2-40B4-BE49-F238E27FC236}">
                  <a16:creationId xmlns:a16="http://schemas.microsoft.com/office/drawing/2014/main" id="{984DA40A-21CE-5841-9E5D-B55CC7C43205}"/>
                </a:ext>
              </a:extLst>
            </p:cNvPr>
            <p:cNvSpPr/>
            <p:nvPr/>
          </p:nvSpPr>
          <p:spPr>
            <a:xfrm>
              <a:off x="467104" y="1885990"/>
              <a:ext cx="362309" cy="362610"/>
            </a:xfrm>
            <a:custGeom>
              <a:avLst/>
              <a:gdLst>
                <a:gd name="connsiteX0" fmla="*/ 181474 w 362309"/>
                <a:gd name="connsiteY0" fmla="*/ 0 h 362610"/>
                <a:gd name="connsiteX1" fmla="*/ 0 w 362309"/>
                <a:gd name="connsiteY1" fmla="*/ 181305 h 362610"/>
                <a:gd name="connsiteX2" fmla="*/ 181474 w 362309"/>
                <a:gd name="connsiteY2" fmla="*/ 362610 h 362610"/>
                <a:gd name="connsiteX3" fmla="*/ 362309 w 362309"/>
                <a:gd name="connsiteY3" fmla="*/ 181305 h 362610"/>
                <a:gd name="connsiteX4" fmla="*/ 181474 w 362309"/>
                <a:gd name="connsiteY4" fmla="*/ 0 h 362610"/>
                <a:gd name="connsiteX5" fmla="*/ 181474 w 362309"/>
                <a:gd name="connsiteY5" fmla="*/ 0 h 362610"/>
                <a:gd name="connsiteX6" fmla="*/ 181474 w 362309"/>
                <a:gd name="connsiteY6" fmla="*/ 348565 h 362610"/>
                <a:gd name="connsiteX7" fmla="*/ 13419 w 362309"/>
                <a:gd name="connsiteY7" fmla="*/ 180028 h 362610"/>
                <a:gd name="connsiteX8" fmla="*/ 181474 w 362309"/>
                <a:gd name="connsiteY8" fmla="*/ 11491 h 362610"/>
                <a:gd name="connsiteX9" fmla="*/ 349530 w 362309"/>
                <a:gd name="connsiteY9" fmla="*/ 180028 h 362610"/>
                <a:gd name="connsiteX10" fmla="*/ 349530 w 362309"/>
                <a:gd name="connsiteY10" fmla="*/ 180028 h 362610"/>
                <a:gd name="connsiteX11" fmla="*/ 181474 w 362309"/>
                <a:gd name="connsiteY11" fmla="*/ 348565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1474" y="0"/>
                  </a:moveTo>
                  <a:cubicBezTo>
                    <a:pt x="81152" y="0"/>
                    <a:pt x="0" y="81077"/>
                    <a:pt x="0" y="181305"/>
                  </a:cubicBezTo>
                  <a:cubicBezTo>
                    <a:pt x="0" y="281534"/>
                    <a:pt x="81152" y="362610"/>
                    <a:pt x="181474" y="362610"/>
                  </a:cubicBezTo>
                  <a:cubicBezTo>
                    <a:pt x="281796" y="362610"/>
                    <a:pt x="362309" y="281534"/>
                    <a:pt x="362309" y="181305"/>
                  </a:cubicBezTo>
                  <a:cubicBezTo>
                    <a:pt x="362309" y="80438"/>
                    <a:pt x="281796" y="0"/>
                    <a:pt x="181474" y="0"/>
                  </a:cubicBezTo>
                  <a:cubicBezTo>
                    <a:pt x="181474" y="0"/>
                    <a:pt x="181474" y="0"/>
                    <a:pt x="181474" y="0"/>
                  </a:cubicBezTo>
                  <a:close/>
                  <a:moveTo>
                    <a:pt x="181474" y="348565"/>
                  </a:moveTo>
                  <a:cubicBezTo>
                    <a:pt x="88181" y="348565"/>
                    <a:pt x="13419" y="273235"/>
                    <a:pt x="13419" y="180028"/>
                  </a:cubicBezTo>
                  <a:cubicBezTo>
                    <a:pt x="13419" y="86822"/>
                    <a:pt x="88820" y="11491"/>
                    <a:pt x="181474" y="11491"/>
                  </a:cubicBezTo>
                  <a:cubicBezTo>
                    <a:pt x="274128" y="11491"/>
                    <a:pt x="349530" y="86822"/>
                    <a:pt x="349530" y="180028"/>
                  </a:cubicBezTo>
                  <a:cubicBezTo>
                    <a:pt x="349530" y="180028"/>
                    <a:pt x="349530" y="180028"/>
                    <a:pt x="349530" y="180028"/>
                  </a:cubicBezTo>
                  <a:cubicBezTo>
                    <a:pt x="349530" y="273235"/>
                    <a:pt x="274128" y="348565"/>
                    <a:pt x="181474" y="348565"/>
                  </a:cubicBezTo>
                  <a:close/>
                </a:path>
              </a:pathLst>
            </a:custGeom>
            <a:solidFill>
              <a:srgbClr val="0076A8"/>
            </a:solidFill>
            <a:ln w="6390" cap="flat">
              <a:noFill/>
              <a:prstDash val="solid"/>
              <a:miter/>
            </a:ln>
          </p:spPr>
          <p:txBody>
            <a:bodyPr rtlCol="0" anchor="ctr"/>
            <a:lstStyle/>
            <a:p>
              <a:endParaRPr lang="en-US"/>
            </a:p>
          </p:txBody>
        </p:sp>
        <p:sp>
          <p:nvSpPr>
            <p:cNvPr id="1267" name="Graphic 4">
              <a:extLst>
                <a:ext uri="{FF2B5EF4-FFF2-40B4-BE49-F238E27FC236}">
                  <a16:creationId xmlns:a16="http://schemas.microsoft.com/office/drawing/2014/main" id="{7DC58E94-D4D7-CF47-8D18-F14D02C79FAE}"/>
                </a:ext>
              </a:extLst>
            </p:cNvPr>
            <p:cNvSpPr/>
            <p:nvPr/>
          </p:nvSpPr>
          <p:spPr>
            <a:xfrm>
              <a:off x="536115" y="1956853"/>
              <a:ext cx="224925" cy="194073"/>
            </a:xfrm>
            <a:custGeom>
              <a:avLst/>
              <a:gdLst>
                <a:gd name="connsiteX0" fmla="*/ 218536 w 224925"/>
                <a:gd name="connsiteY0" fmla="*/ 82992 h 194073"/>
                <a:gd name="connsiteX1" fmla="*/ 201922 w 224925"/>
                <a:gd name="connsiteY1" fmla="*/ 82992 h 194073"/>
                <a:gd name="connsiteX2" fmla="*/ 201922 w 224925"/>
                <a:gd name="connsiteY2" fmla="*/ 67032 h 194073"/>
                <a:gd name="connsiteX3" fmla="*/ 195532 w 224925"/>
                <a:gd name="connsiteY3" fmla="*/ 60648 h 194073"/>
                <a:gd name="connsiteX4" fmla="*/ 118853 w 224925"/>
                <a:gd name="connsiteY4" fmla="*/ 60648 h 194073"/>
                <a:gd name="connsiteX5" fmla="*/ 118853 w 224925"/>
                <a:gd name="connsiteY5" fmla="*/ 42773 h 194073"/>
                <a:gd name="connsiteX6" fmla="*/ 157831 w 224925"/>
                <a:gd name="connsiteY6" fmla="*/ 42773 h 194073"/>
                <a:gd name="connsiteX7" fmla="*/ 164221 w 224925"/>
                <a:gd name="connsiteY7" fmla="*/ 36389 h 194073"/>
                <a:gd name="connsiteX8" fmla="*/ 164221 w 224925"/>
                <a:gd name="connsiteY8" fmla="*/ 6384 h 194073"/>
                <a:gd name="connsiteX9" fmla="*/ 157831 w 224925"/>
                <a:gd name="connsiteY9" fmla="*/ 0 h 194073"/>
                <a:gd name="connsiteX10" fmla="*/ 112463 w 224925"/>
                <a:gd name="connsiteY10" fmla="*/ 0 h 194073"/>
                <a:gd name="connsiteX11" fmla="*/ 106073 w 224925"/>
                <a:gd name="connsiteY11" fmla="*/ 6384 h 194073"/>
                <a:gd name="connsiteX12" fmla="*/ 106073 w 224925"/>
                <a:gd name="connsiteY12" fmla="*/ 60648 h 194073"/>
                <a:gd name="connsiteX13" fmla="*/ 29394 w 224925"/>
                <a:gd name="connsiteY13" fmla="*/ 60648 h 194073"/>
                <a:gd name="connsiteX14" fmla="*/ 23004 w 224925"/>
                <a:gd name="connsiteY14" fmla="*/ 67032 h 194073"/>
                <a:gd name="connsiteX15" fmla="*/ 23004 w 224925"/>
                <a:gd name="connsiteY15" fmla="*/ 82992 h 194073"/>
                <a:gd name="connsiteX16" fmla="*/ 6390 w 224925"/>
                <a:gd name="connsiteY16" fmla="*/ 82992 h 194073"/>
                <a:gd name="connsiteX17" fmla="*/ 0 w 224925"/>
                <a:gd name="connsiteY17" fmla="*/ 89376 h 194073"/>
                <a:gd name="connsiteX18" fmla="*/ 0 w 224925"/>
                <a:gd name="connsiteY18" fmla="*/ 187689 h 194073"/>
                <a:gd name="connsiteX19" fmla="*/ 6390 w 224925"/>
                <a:gd name="connsiteY19" fmla="*/ 194073 h 194073"/>
                <a:gd name="connsiteX20" fmla="*/ 218536 w 224925"/>
                <a:gd name="connsiteY20" fmla="*/ 194073 h 194073"/>
                <a:gd name="connsiteX21" fmla="*/ 224926 w 224925"/>
                <a:gd name="connsiteY21" fmla="*/ 187689 h 194073"/>
                <a:gd name="connsiteX22" fmla="*/ 224926 w 224925"/>
                <a:gd name="connsiteY22" fmla="*/ 89376 h 194073"/>
                <a:gd name="connsiteX23" fmla="*/ 218536 w 224925"/>
                <a:gd name="connsiteY23" fmla="*/ 82992 h 194073"/>
                <a:gd name="connsiteX24" fmla="*/ 151441 w 224925"/>
                <a:gd name="connsiteY24" fmla="*/ 30005 h 194073"/>
                <a:gd name="connsiteX25" fmla="*/ 118853 w 224925"/>
                <a:gd name="connsiteY25" fmla="*/ 30005 h 194073"/>
                <a:gd name="connsiteX26" fmla="*/ 118853 w 224925"/>
                <a:gd name="connsiteY26" fmla="*/ 12768 h 194073"/>
                <a:gd name="connsiteX27" fmla="*/ 151441 w 224925"/>
                <a:gd name="connsiteY27" fmla="*/ 12768 h 194073"/>
                <a:gd name="connsiteX28" fmla="*/ 151441 w 224925"/>
                <a:gd name="connsiteY28" fmla="*/ 30005 h 194073"/>
                <a:gd name="connsiteX29" fmla="*/ 212146 w 224925"/>
                <a:gd name="connsiteY29" fmla="*/ 181305 h 194073"/>
                <a:gd name="connsiteX30" fmla="*/ 42813 w 224925"/>
                <a:gd name="connsiteY30" fmla="*/ 181305 h 194073"/>
                <a:gd name="connsiteX31" fmla="*/ 42813 w 224925"/>
                <a:gd name="connsiteY31" fmla="*/ 157684 h 194073"/>
                <a:gd name="connsiteX32" fmla="*/ 36423 w 224925"/>
                <a:gd name="connsiteY32" fmla="*/ 151300 h 194073"/>
                <a:gd name="connsiteX33" fmla="*/ 30033 w 224925"/>
                <a:gd name="connsiteY33" fmla="*/ 157684 h 194073"/>
                <a:gd name="connsiteX34" fmla="*/ 30033 w 224925"/>
                <a:gd name="connsiteY34" fmla="*/ 181305 h 194073"/>
                <a:gd name="connsiteX35" fmla="*/ 12780 w 224925"/>
                <a:gd name="connsiteY35" fmla="*/ 181305 h 194073"/>
                <a:gd name="connsiteX36" fmla="*/ 12780 w 224925"/>
                <a:gd name="connsiteY36" fmla="*/ 95760 h 194073"/>
                <a:gd name="connsiteX37" fmla="*/ 29394 w 224925"/>
                <a:gd name="connsiteY37" fmla="*/ 95760 h 194073"/>
                <a:gd name="connsiteX38" fmla="*/ 35784 w 224925"/>
                <a:gd name="connsiteY38" fmla="*/ 89376 h 194073"/>
                <a:gd name="connsiteX39" fmla="*/ 35784 w 224925"/>
                <a:gd name="connsiteY39" fmla="*/ 73416 h 194073"/>
                <a:gd name="connsiteX40" fmla="*/ 189781 w 224925"/>
                <a:gd name="connsiteY40" fmla="*/ 73416 h 194073"/>
                <a:gd name="connsiteX41" fmla="*/ 189781 w 224925"/>
                <a:gd name="connsiteY41" fmla="*/ 89376 h 194073"/>
                <a:gd name="connsiteX42" fmla="*/ 196171 w 224925"/>
                <a:gd name="connsiteY42" fmla="*/ 95760 h 194073"/>
                <a:gd name="connsiteX43" fmla="*/ 212785 w 224925"/>
                <a:gd name="connsiteY43" fmla="*/ 95760 h 194073"/>
                <a:gd name="connsiteX44" fmla="*/ 212785 w 224925"/>
                <a:gd name="connsiteY44" fmla="*/ 181305 h 19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24925" h="194073">
                  <a:moveTo>
                    <a:pt x="218536" y="82992"/>
                  </a:moveTo>
                  <a:lnTo>
                    <a:pt x="201922" y="82992"/>
                  </a:lnTo>
                  <a:lnTo>
                    <a:pt x="201922" y="67032"/>
                  </a:lnTo>
                  <a:cubicBezTo>
                    <a:pt x="201922" y="63201"/>
                    <a:pt x="199366" y="60648"/>
                    <a:pt x="195532" y="60648"/>
                  </a:cubicBezTo>
                  <a:lnTo>
                    <a:pt x="118853" y="60648"/>
                  </a:lnTo>
                  <a:lnTo>
                    <a:pt x="118853" y="42773"/>
                  </a:lnTo>
                  <a:lnTo>
                    <a:pt x="157831" y="42773"/>
                  </a:lnTo>
                  <a:cubicBezTo>
                    <a:pt x="161665" y="42773"/>
                    <a:pt x="164221" y="40219"/>
                    <a:pt x="164221" y="36389"/>
                  </a:cubicBezTo>
                  <a:lnTo>
                    <a:pt x="164221" y="6384"/>
                  </a:lnTo>
                  <a:cubicBezTo>
                    <a:pt x="164221" y="2554"/>
                    <a:pt x="161665" y="0"/>
                    <a:pt x="157831" y="0"/>
                  </a:cubicBezTo>
                  <a:lnTo>
                    <a:pt x="112463" y="0"/>
                  </a:lnTo>
                  <a:cubicBezTo>
                    <a:pt x="108629" y="0"/>
                    <a:pt x="106073" y="2554"/>
                    <a:pt x="106073" y="6384"/>
                  </a:cubicBezTo>
                  <a:lnTo>
                    <a:pt x="106073" y="60648"/>
                  </a:lnTo>
                  <a:lnTo>
                    <a:pt x="29394" y="60648"/>
                  </a:lnTo>
                  <a:cubicBezTo>
                    <a:pt x="25560" y="60648"/>
                    <a:pt x="23004" y="63201"/>
                    <a:pt x="23004" y="67032"/>
                  </a:cubicBezTo>
                  <a:lnTo>
                    <a:pt x="23004" y="82992"/>
                  </a:lnTo>
                  <a:lnTo>
                    <a:pt x="6390" y="82992"/>
                  </a:lnTo>
                  <a:cubicBezTo>
                    <a:pt x="2556" y="82992"/>
                    <a:pt x="0" y="85545"/>
                    <a:pt x="0" y="89376"/>
                  </a:cubicBezTo>
                  <a:lnTo>
                    <a:pt x="0" y="187689"/>
                  </a:lnTo>
                  <a:cubicBezTo>
                    <a:pt x="0" y="191519"/>
                    <a:pt x="2556" y="194073"/>
                    <a:pt x="6390" y="194073"/>
                  </a:cubicBezTo>
                  <a:lnTo>
                    <a:pt x="218536" y="194073"/>
                  </a:lnTo>
                  <a:cubicBezTo>
                    <a:pt x="222370" y="194073"/>
                    <a:pt x="224926" y="191519"/>
                    <a:pt x="224926" y="187689"/>
                  </a:cubicBezTo>
                  <a:lnTo>
                    <a:pt x="224926" y="89376"/>
                  </a:lnTo>
                  <a:cubicBezTo>
                    <a:pt x="224926" y="86184"/>
                    <a:pt x="221731" y="82992"/>
                    <a:pt x="218536" y="82992"/>
                  </a:cubicBezTo>
                  <a:close/>
                  <a:moveTo>
                    <a:pt x="151441" y="30005"/>
                  </a:moveTo>
                  <a:lnTo>
                    <a:pt x="118853" y="30005"/>
                  </a:lnTo>
                  <a:lnTo>
                    <a:pt x="118853" y="12768"/>
                  </a:lnTo>
                  <a:lnTo>
                    <a:pt x="151441" y="12768"/>
                  </a:lnTo>
                  <a:lnTo>
                    <a:pt x="151441" y="30005"/>
                  </a:lnTo>
                  <a:close/>
                  <a:moveTo>
                    <a:pt x="212146" y="181305"/>
                  </a:moveTo>
                  <a:lnTo>
                    <a:pt x="42813" y="181305"/>
                  </a:lnTo>
                  <a:lnTo>
                    <a:pt x="42813" y="157684"/>
                  </a:lnTo>
                  <a:cubicBezTo>
                    <a:pt x="42813" y="153854"/>
                    <a:pt x="40257" y="151300"/>
                    <a:pt x="36423" y="151300"/>
                  </a:cubicBezTo>
                  <a:cubicBezTo>
                    <a:pt x="32589" y="151300"/>
                    <a:pt x="30033" y="153854"/>
                    <a:pt x="30033" y="157684"/>
                  </a:cubicBezTo>
                  <a:lnTo>
                    <a:pt x="30033" y="181305"/>
                  </a:lnTo>
                  <a:lnTo>
                    <a:pt x="12780" y="181305"/>
                  </a:lnTo>
                  <a:lnTo>
                    <a:pt x="12780" y="95760"/>
                  </a:lnTo>
                  <a:lnTo>
                    <a:pt x="29394" y="95760"/>
                  </a:lnTo>
                  <a:cubicBezTo>
                    <a:pt x="33228" y="95760"/>
                    <a:pt x="35784" y="93206"/>
                    <a:pt x="35784" y="89376"/>
                  </a:cubicBezTo>
                  <a:lnTo>
                    <a:pt x="35784" y="73416"/>
                  </a:lnTo>
                  <a:lnTo>
                    <a:pt x="189781" y="73416"/>
                  </a:lnTo>
                  <a:lnTo>
                    <a:pt x="189781" y="89376"/>
                  </a:lnTo>
                  <a:cubicBezTo>
                    <a:pt x="189781" y="93206"/>
                    <a:pt x="192337" y="95760"/>
                    <a:pt x="196171" y="95760"/>
                  </a:cubicBezTo>
                  <a:lnTo>
                    <a:pt x="212785" y="95760"/>
                  </a:lnTo>
                  <a:lnTo>
                    <a:pt x="212785" y="181305"/>
                  </a:lnTo>
                  <a:close/>
                </a:path>
              </a:pathLst>
            </a:custGeom>
            <a:solidFill>
              <a:srgbClr val="0076A8"/>
            </a:solidFill>
            <a:ln w="6390" cap="flat">
              <a:noFill/>
              <a:prstDash val="solid"/>
              <a:miter/>
            </a:ln>
          </p:spPr>
          <p:txBody>
            <a:bodyPr rtlCol="0" anchor="ctr"/>
            <a:lstStyle/>
            <a:p>
              <a:endParaRPr lang="en-US"/>
            </a:p>
          </p:txBody>
        </p:sp>
        <p:sp>
          <p:nvSpPr>
            <p:cNvPr id="1268" name="Graphic 4">
              <a:extLst>
                <a:ext uri="{FF2B5EF4-FFF2-40B4-BE49-F238E27FC236}">
                  <a16:creationId xmlns:a16="http://schemas.microsoft.com/office/drawing/2014/main" id="{8A19BFF4-0D0B-E649-A1E8-103C32812AFA}"/>
                </a:ext>
              </a:extLst>
            </p:cNvPr>
            <p:cNvSpPr/>
            <p:nvPr/>
          </p:nvSpPr>
          <p:spPr>
            <a:xfrm>
              <a:off x="596181" y="2108153"/>
              <a:ext cx="12779" cy="12767"/>
            </a:xfrm>
            <a:custGeom>
              <a:avLst/>
              <a:gdLst>
                <a:gd name="connsiteX0" fmla="*/ 11502 w 12779"/>
                <a:gd name="connsiteY0" fmla="*/ 1915 h 12767"/>
                <a:gd name="connsiteX1" fmla="*/ 10224 w 12779"/>
                <a:gd name="connsiteY1" fmla="*/ 1277 h 12767"/>
                <a:gd name="connsiteX2" fmla="*/ 8946 w 12779"/>
                <a:gd name="connsiteY2" fmla="*/ 638 h 12767"/>
                <a:gd name="connsiteX3" fmla="*/ 7668 w 12779"/>
                <a:gd name="connsiteY3" fmla="*/ 0 h 12767"/>
                <a:gd name="connsiteX4" fmla="*/ 3834 w 12779"/>
                <a:gd name="connsiteY4" fmla="*/ 638 h 12767"/>
                <a:gd name="connsiteX5" fmla="*/ 0 w 12779"/>
                <a:gd name="connsiteY5" fmla="*/ 6384 h 12767"/>
                <a:gd name="connsiteX6" fmla="*/ 6390 w 12779"/>
                <a:gd name="connsiteY6" fmla="*/ 12768 h 12767"/>
                <a:gd name="connsiteX7" fmla="*/ 12780 w 12779"/>
                <a:gd name="connsiteY7" fmla="*/ 6384 h 12767"/>
                <a:gd name="connsiteX8" fmla="*/ 12141 w 12779"/>
                <a:gd name="connsiteY8" fmla="*/ 3830 h 12767"/>
                <a:gd name="connsiteX9" fmla="*/ 11502 w 12779"/>
                <a:gd name="connsiteY9" fmla="*/ 1915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79" h="12767">
                  <a:moveTo>
                    <a:pt x="11502" y="1915"/>
                  </a:moveTo>
                  <a:cubicBezTo>
                    <a:pt x="11502" y="1915"/>
                    <a:pt x="10863" y="1277"/>
                    <a:pt x="10224" y="1277"/>
                  </a:cubicBezTo>
                  <a:cubicBezTo>
                    <a:pt x="9585" y="1277"/>
                    <a:pt x="9585" y="638"/>
                    <a:pt x="8946" y="638"/>
                  </a:cubicBezTo>
                  <a:cubicBezTo>
                    <a:pt x="8307" y="638"/>
                    <a:pt x="8307" y="638"/>
                    <a:pt x="7668" y="0"/>
                  </a:cubicBezTo>
                  <a:cubicBezTo>
                    <a:pt x="6390" y="0"/>
                    <a:pt x="5112" y="0"/>
                    <a:pt x="3834" y="638"/>
                  </a:cubicBezTo>
                  <a:cubicBezTo>
                    <a:pt x="1278" y="1915"/>
                    <a:pt x="0" y="3830"/>
                    <a:pt x="0" y="6384"/>
                  </a:cubicBezTo>
                  <a:cubicBezTo>
                    <a:pt x="0" y="10214"/>
                    <a:pt x="2556" y="12768"/>
                    <a:pt x="6390" y="12768"/>
                  </a:cubicBezTo>
                  <a:cubicBezTo>
                    <a:pt x="10224" y="12768"/>
                    <a:pt x="12780" y="10214"/>
                    <a:pt x="12780" y="6384"/>
                  </a:cubicBezTo>
                  <a:cubicBezTo>
                    <a:pt x="12780" y="5746"/>
                    <a:pt x="12780" y="4469"/>
                    <a:pt x="12141" y="3830"/>
                  </a:cubicBezTo>
                  <a:cubicBezTo>
                    <a:pt x="12780" y="3192"/>
                    <a:pt x="12141" y="2554"/>
                    <a:pt x="11502" y="1915"/>
                  </a:cubicBezTo>
                  <a:close/>
                </a:path>
              </a:pathLst>
            </a:custGeom>
            <a:solidFill>
              <a:srgbClr val="0076A8"/>
            </a:solidFill>
            <a:ln w="6390" cap="flat">
              <a:noFill/>
              <a:prstDash val="solid"/>
              <a:miter/>
            </a:ln>
          </p:spPr>
          <p:txBody>
            <a:bodyPr rtlCol="0" anchor="ctr"/>
            <a:lstStyle/>
            <a:p>
              <a:endParaRPr lang="en-US"/>
            </a:p>
          </p:txBody>
        </p:sp>
        <p:sp>
          <p:nvSpPr>
            <p:cNvPr id="1269" name="Graphic 4">
              <a:extLst>
                <a:ext uri="{FF2B5EF4-FFF2-40B4-BE49-F238E27FC236}">
                  <a16:creationId xmlns:a16="http://schemas.microsoft.com/office/drawing/2014/main" id="{4DB91B55-FC6D-414A-86AD-61F978D06256}"/>
                </a:ext>
              </a:extLst>
            </p:cNvPr>
            <p:cNvSpPr/>
            <p:nvPr/>
          </p:nvSpPr>
          <p:spPr>
            <a:xfrm>
              <a:off x="626213" y="2107515"/>
              <a:ext cx="12779" cy="12767"/>
            </a:xfrm>
            <a:custGeom>
              <a:avLst/>
              <a:gdLst>
                <a:gd name="connsiteX0" fmla="*/ 9585 w 12779"/>
                <a:gd name="connsiteY0" fmla="*/ 638 h 12767"/>
                <a:gd name="connsiteX1" fmla="*/ 5751 w 12779"/>
                <a:gd name="connsiteY1" fmla="*/ 0 h 12767"/>
                <a:gd name="connsiteX2" fmla="*/ 4473 w 12779"/>
                <a:gd name="connsiteY2" fmla="*/ 638 h 12767"/>
                <a:gd name="connsiteX3" fmla="*/ 3195 w 12779"/>
                <a:gd name="connsiteY3" fmla="*/ 1277 h 12767"/>
                <a:gd name="connsiteX4" fmla="*/ 1917 w 12779"/>
                <a:gd name="connsiteY4" fmla="*/ 1915 h 12767"/>
                <a:gd name="connsiteX5" fmla="*/ 0 w 12779"/>
                <a:gd name="connsiteY5" fmla="*/ 6384 h 12767"/>
                <a:gd name="connsiteX6" fmla="*/ 6390 w 12779"/>
                <a:gd name="connsiteY6" fmla="*/ 12768 h 12767"/>
                <a:gd name="connsiteX7" fmla="*/ 12780 w 12779"/>
                <a:gd name="connsiteY7" fmla="*/ 6384 h 12767"/>
                <a:gd name="connsiteX8" fmla="*/ 10863 w 12779"/>
                <a:gd name="connsiteY8" fmla="*/ 1915 h 12767"/>
                <a:gd name="connsiteX9" fmla="*/ 9585 w 12779"/>
                <a:gd name="connsiteY9" fmla="*/ 63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79" h="12767">
                  <a:moveTo>
                    <a:pt x="9585" y="638"/>
                  </a:moveTo>
                  <a:cubicBezTo>
                    <a:pt x="8307" y="0"/>
                    <a:pt x="7029" y="0"/>
                    <a:pt x="5751" y="0"/>
                  </a:cubicBezTo>
                  <a:cubicBezTo>
                    <a:pt x="5112" y="0"/>
                    <a:pt x="5112" y="0"/>
                    <a:pt x="4473" y="638"/>
                  </a:cubicBezTo>
                  <a:cubicBezTo>
                    <a:pt x="3834" y="638"/>
                    <a:pt x="3834" y="1277"/>
                    <a:pt x="3195" y="1277"/>
                  </a:cubicBezTo>
                  <a:lnTo>
                    <a:pt x="1917" y="1915"/>
                  </a:lnTo>
                  <a:cubicBezTo>
                    <a:pt x="639" y="3192"/>
                    <a:pt x="0" y="4469"/>
                    <a:pt x="0" y="6384"/>
                  </a:cubicBezTo>
                  <a:cubicBezTo>
                    <a:pt x="0" y="10214"/>
                    <a:pt x="2556" y="12768"/>
                    <a:pt x="6390" y="12768"/>
                  </a:cubicBezTo>
                  <a:cubicBezTo>
                    <a:pt x="10224" y="12768"/>
                    <a:pt x="12780" y="10214"/>
                    <a:pt x="12780" y="6384"/>
                  </a:cubicBezTo>
                  <a:cubicBezTo>
                    <a:pt x="12780" y="4469"/>
                    <a:pt x="12141" y="3192"/>
                    <a:pt x="10863" y="1915"/>
                  </a:cubicBezTo>
                  <a:cubicBezTo>
                    <a:pt x="10863" y="1915"/>
                    <a:pt x="10224" y="1277"/>
                    <a:pt x="9585" y="638"/>
                  </a:cubicBezTo>
                  <a:close/>
                </a:path>
              </a:pathLst>
            </a:custGeom>
            <a:solidFill>
              <a:srgbClr val="0076A8"/>
            </a:solidFill>
            <a:ln w="6390" cap="flat">
              <a:noFill/>
              <a:prstDash val="solid"/>
              <a:miter/>
            </a:ln>
          </p:spPr>
          <p:txBody>
            <a:bodyPr rtlCol="0" anchor="ctr"/>
            <a:lstStyle/>
            <a:p>
              <a:endParaRPr lang="en-US"/>
            </a:p>
          </p:txBody>
        </p:sp>
        <p:sp>
          <p:nvSpPr>
            <p:cNvPr id="1270" name="Graphic 4">
              <a:extLst>
                <a:ext uri="{FF2B5EF4-FFF2-40B4-BE49-F238E27FC236}">
                  <a16:creationId xmlns:a16="http://schemas.microsoft.com/office/drawing/2014/main" id="{D27EAEBB-0315-D340-9B03-F85204DB82AC}"/>
                </a:ext>
              </a:extLst>
            </p:cNvPr>
            <p:cNvSpPr/>
            <p:nvPr/>
          </p:nvSpPr>
          <p:spPr>
            <a:xfrm>
              <a:off x="657524" y="2108153"/>
              <a:ext cx="12779" cy="12768"/>
            </a:xfrm>
            <a:custGeom>
              <a:avLst/>
              <a:gdLst>
                <a:gd name="connsiteX0" fmla="*/ 10863 w 12779"/>
                <a:gd name="connsiteY0" fmla="*/ 1915 h 12768"/>
                <a:gd name="connsiteX1" fmla="*/ 1917 w 12779"/>
                <a:gd name="connsiteY1" fmla="*/ 1915 h 12768"/>
                <a:gd name="connsiteX2" fmla="*/ 639 w 12779"/>
                <a:gd name="connsiteY2" fmla="*/ 3830 h 12768"/>
                <a:gd name="connsiteX3" fmla="*/ 0 w 12779"/>
                <a:gd name="connsiteY3" fmla="*/ 6384 h 12768"/>
                <a:gd name="connsiteX4" fmla="*/ 6390 w 12779"/>
                <a:gd name="connsiteY4" fmla="*/ 12768 h 12768"/>
                <a:gd name="connsiteX5" fmla="*/ 8946 w 12779"/>
                <a:gd name="connsiteY5" fmla="*/ 12130 h 12768"/>
                <a:gd name="connsiteX6" fmla="*/ 10863 w 12779"/>
                <a:gd name="connsiteY6" fmla="*/ 10853 h 12768"/>
                <a:gd name="connsiteX7" fmla="*/ 12780 w 12779"/>
                <a:gd name="connsiteY7" fmla="*/ 6384 h 12768"/>
                <a:gd name="connsiteX8" fmla="*/ 12141 w 12779"/>
                <a:gd name="connsiteY8" fmla="*/ 3830 h 12768"/>
                <a:gd name="connsiteX9" fmla="*/ 10863 w 12779"/>
                <a:gd name="connsiteY9" fmla="*/ 1915 h 1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79" h="12768">
                  <a:moveTo>
                    <a:pt x="10863" y="1915"/>
                  </a:moveTo>
                  <a:cubicBezTo>
                    <a:pt x="8307" y="-638"/>
                    <a:pt x="4473" y="-638"/>
                    <a:pt x="1917" y="1915"/>
                  </a:cubicBezTo>
                  <a:cubicBezTo>
                    <a:pt x="1278" y="2554"/>
                    <a:pt x="639" y="3192"/>
                    <a:pt x="639" y="3830"/>
                  </a:cubicBezTo>
                  <a:cubicBezTo>
                    <a:pt x="0" y="4469"/>
                    <a:pt x="0" y="5107"/>
                    <a:pt x="0" y="6384"/>
                  </a:cubicBezTo>
                  <a:cubicBezTo>
                    <a:pt x="0" y="10214"/>
                    <a:pt x="2556" y="12768"/>
                    <a:pt x="6390" y="12768"/>
                  </a:cubicBezTo>
                  <a:cubicBezTo>
                    <a:pt x="7029" y="12768"/>
                    <a:pt x="8307" y="12768"/>
                    <a:pt x="8946" y="12130"/>
                  </a:cubicBezTo>
                  <a:cubicBezTo>
                    <a:pt x="9585" y="11491"/>
                    <a:pt x="10224" y="11491"/>
                    <a:pt x="10863" y="10853"/>
                  </a:cubicBezTo>
                  <a:cubicBezTo>
                    <a:pt x="12141" y="9576"/>
                    <a:pt x="12780" y="8299"/>
                    <a:pt x="12780" y="6384"/>
                  </a:cubicBezTo>
                  <a:cubicBezTo>
                    <a:pt x="12780" y="5746"/>
                    <a:pt x="12780" y="4469"/>
                    <a:pt x="12141" y="3830"/>
                  </a:cubicBezTo>
                  <a:cubicBezTo>
                    <a:pt x="11502" y="3192"/>
                    <a:pt x="11502" y="2554"/>
                    <a:pt x="10863" y="1915"/>
                  </a:cubicBezTo>
                  <a:close/>
                </a:path>
              </a:pathLst>
            </a:custGeom>
            <a:solidFill>
              <a:srgbClr val="0076A8"/>
            </a:solidFill>
            <a:ln w="6390" cap="flat">
              <a:noFill/>
              <a:prstDash val="solid"/>
              <a:miter/>
            </a:ln>
          </p:spPr>
          <p:txBody>
            <a:bodyPr rtlCol="0" anchor="ctr"/>
            <a:lstStyle/>
            <a:p>
              <a:endParaRPr lang="en-US"/>
            </a:p>
          </p:txBody>
        </p:sp>
        <p:sp>
          <p:nvSpPr>
            <p:cNvPr id="1271" name="Graphic 4">
              <a:extLst>
                <a:ext uri="{FF2B5EF4-FFF2-40B4-BE49-F238E27FC236}">
                  <a16:creationId xmlns:a16="http://schemas.microsoft.com/office/drawing/2014/main" id="{C40B9E3A-677D-2143-9294-53A76E994D19}"/>
                </a:ext>
              </a:extLst>
            </p:cNvPr>
            <p:cNvSpPr/>
            <p:nvPr/>
          </p:nvSpPr>
          <p:spPr>
            <a:xfrm>
              <a:off x="686918" y="2108153"/>
              <a:ext cx="12779" cy="12767"/>
            </a:xfrm>
            <a:custGeom>
              <a:avLst/>
              <a:gdLst>
                <a:gd name="connsiteX0" fmla="*/ 11502 w 12779"/>
                <a:gd name="connsiteY0" fmla="*/ 1915 h 12767"/>
                <a:gd name="connsiteX1" fmla="*/ 10224 w 12779"/>
                <a:gd name="connsiteY1" fmla="*/ 1277 h 12767"/>
                <a:gd name="connsiteX2" fmla="*/ 8946 w 12779"/>
                <a:gd name="connsiteY2" fmla="*/ 638 h 12767"/>
                <a:gd name="connsiteX3" fmla="*/ 7668 w 12779"/>
                <a:gd name="connsiteY3" fmla="*/ 0 h 12767"/>
                <a:gd name="connsiteX4" fmla="*/ 3834 w 12779"/>
                <a:gd name="connsiteY4" fmla="*/ 638 h 12767"/>
                <a:gd name="connsiteX5" fmla="*/ 1917 w 12779"/>
                <a:gd name="connsiteY5" fmla="*/ 1915 h 12767"/>
                <a:gd name="connsiteX6" fmla="*/ 639 w 12779"/>
                <a:gd name="connsiteY6" fmla="*/ 3830 h 12767"/>
                <a:gd name="connsiteX7" fmla="*/ 0 w 12779"/>
                <a:gd name="connsiteY7" fmla="*/ 6384 h 12767"/>
                <a:gd name="connsiteX8" fmla="*/ 6390 w 12779"/>
                <a:gd name="connsiteY8" fmla="*/ 12768 h 12767"/>
                <a:gd name="connsiteX9" fmla="*/ 12780 w 12779"/>
                <a:gd name="connsiteY9" fmla="*/ 6384 h 12767"/>
                <a:gd name="connsiteX10" fmla="*/ 12141 w 12779"/>
                <a:gd name="connsiteY10" fmla="*/ 3830 h 12767"/>
                <a:gd name="connsiteX11" fmla="*/ 11502 w 12779"/>
                <a:gd name="connsiteY11" fmla="*/ 1915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79" h="12767">
                  <a:moveTo>
                    <a:pt x="11502" y="1915"/>
                  </a:moveTo>
                  <a:lnTo>
                    <a:pt x="10224" y="1277"/>
                  </a:lnTo>
                  <a:cubicBezTo>
                    <a:pt x="9585" y="1277"/>
                    <a:pt x="9585" y="638"/>
                    <a:pt x="8946" y="638"/>
                  </a:cubicBezTo>
                  <a:cubicBezTo>
                    <a:pt x="8307" y="638"/>
                    <a:pt x="8307" y="638"/>
                    <a:pt x="7668" y="0"/>
                  </a:cubicBezTo>
                  <a:cubicBezTo>
                    <a:pt x="6390" y="0"/>
                    <a:pt x="5112" y="0"/>
                    <a:pt x="3834" y="638"/>
                  </a:cubicBezTo>
                  <a:cubicBezTo>
                    <a:pt x="3195" y="1277"/>
                    <a:pt x="2556" y="1277"/>
                    <a:pt x="1917" y="1915"/>
                  </a:cubicBezTo>
                  <a:cubicBezTo>
                    <a:pt x="1278" y="2554"/>
                    <a:pt x="639" y="3192"/>
                    <a:pt x="639" y="3830"/>
                  </a:cubicBezTo>
                  <a:cubicBezTo>
                    <a:pt x="639" y="4469"/>
                    <a:pt x="0" y="5107"/>
                    <a:pt x="0" y="6384"/>
                  </a:cubicBezTo>
                  <a:cubicBezTo>
                    <a:pt x="0" y="10214"/>
                    <a:pt x="2556" y="12768"/>
                    <a:pt x="6390" y="12768"/>
                  </a:cubicBezTo>
                  <a:cubicBezTo>
                    <a:pt x="10224" y="12768"/>
                    <a:pt x="12780" y="10214"/>
                    <a:pt x="12780" y="6384"/>
                  </a:cubicBezTo>
                  <a:cubicBezTo>
                    <a:pt x="12780" y="5746"/>
                    <a:pt x="12780" y="4469"/>
                    <a:pt x="12141" y="3830"/>
                  </a:cubicBezTo>
                  <a:cubicBezTo>
                    <a:pt x="12780" y="3192"/>
                    <a:pt x="12141" y="2554"/>
                    <a:pt x="11502" y="1915"/>
                  </a:cubicBezTo>
                  <a:close/>
                </a:path>
              </a:pathLst>
            </a:custGeom>
            <a:solidFill>
              <a:srgbClr val="0076A8"/>
            </a:solidFill>
            <a:ln w="6390" cap="flat">
              <a:noFill/>
              <a:prstDash val="solid"/>
              <a:miter/>
            </a:ln>
          </p:spPr>
          <p:txBody>
            <a:bodyPr rtlCol="0" anchor="ctr"/>
            <a:lstStyle/>
            <a:p>
              <a:endParaRPr lang="en-US"/>
            </a:p>
          </p:txBody>
        </p:sp>
        <p:sp>
          <p:nvSpPr>
            <p:cNvPr id="1272" name="Graphic 4">
              <a:extLst>
                <a:ext uri="{FF2B5EF4-FFF2-40B4-BE49-F238E27FC236}">
                  <a16:creationId xmlns:a16="http://schemas.microsoft.com/office/drawing/2014/main" id="{8704FD49-D12B-884B-ADA9-7FF2ED61E3FC}"/>
                </a:ext>
              </a:extLst>
            </p:cNvPr>
            <p:cNvSpPr/>
            <p:nvPr/>
          </p:nvSpPr>
          <p:spPr>
            <a:xfrm>
              <a:off x="716950" y="2107515"/>
              <a:ext cx="12779" cy="12767"/>
            </a:xfrm>
            <a:custGeom>
              <a:avLst/>
              <a:gdLst>
                <a:gd name="connsiteX0" fmla="*/ 9585 w 12779"/>
                <a:gd name="connsiteY0" fmla="*/ 638 h 12767"/>
                <a:gd name="connsiteX1" fmla="*/ 5751 w 12779"/>
                <a:gd name="connsiteY1" fmla="*/ 0 h 12767"/>
                <a:gd name="connsiteX2" fmla="*/ 4473 w 12779"/>
                <a:gd name="connsiteY2" fmla="*/ 638 h 12767"/>
                <a:gd name="connsiteX3" fmla="*/ 3195 w 12779"/>
                <a:gd name="connsiteY3" fmla="*/ 1277 h 12767"/>
                <a:gd name="connsiteX4" fmla="*/ 1917 w 12779"/>
                <a:gd name="connsiteY4" fmla="*/ 1915 h 12767"/>
                <a:gd name="connsiteX5" fmla="*/ 639 w 12779"/>
                <a:gd name="connsiteY5" fmla="*/ 3830 h 12767"/>
                <a:gd name="connsiteX6" fmla="*/ 0 w 12779"/>
                <a:gd name="connsiteY6" fmla="*/ 6384 h 12767"/>
                <a:gd name="connsiteX7" fmla="*/ 6390 w 12779"/>
                <a:gd name="connsiteY7" fmla="*/ 12768 h 12767"/>
                <a:gd name="connsiteX8" fmla="*/ 12780 w 12779"/>
                <a:gd name="connsiteY8" fmla="*/ 6384 h 12767"/>
                <a:gd name="connsiteX9" fmla="*/ 10863 w 12779"/>
                <a:gd name="connsiteY9" fmla="*/ 1915 h 12767"/>
                <a:gd name="connsiteX10" fmla="*/ 9585 w 12779"/>
                <a:gd name="connsiteY10" fmla="*/ 63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9" h="12767">
                  <a:moveTo>
                    <a:pt x="9585" y="638"/>
                  </a:moveTo>
                  <a:cubicBezTo>
                    <a:pt x="8307" y="0"/>
                    <a:pt x="7029" y="0"/>
                    <a:pt x="5751" y="0"/>
                  </a:cubicBezTo>
                  <a:cubicBezTo>
                    <a:pt x="5112" y="0"/>
                    <a:pt x="5112" y="0"/>
                    <a:pt x="4473" y="638"/>
                  </a:cubicBezTo>
                  <a:cubicBezTo>
                    <a:pt x="3834" y="638"/>
                    <a:pt x="3834" y="1277"/>
                    <a:pt x="3195" y="1277"/>
                  </a:cubicBezTo>
                  <a:lnTo>
                    <a:pt x="1917" y="1915"/>
                  </a:lnTo>
                  <a:cubicBezTo>
                    <a:pt x="1278" y="2554"/>
                    <a:pt x="639" y="3192"/>
                    <a:pt x="639" y="3830"/>
                  </a:cubicBezTo>
                  <a:cubicBezTo>
                    <a:pt x="0" y="4469"/>
                    <a:pt x="0" y="5107"/>
                    <a:pt x="0" y="6384"/>
                  </a:cubicBezTo>
                  <a:cubicBezTo>
                    <a:pt x="0" y="10214"/>
                    <a:pt x="2556" y="12768"/>
                    <a:pt x="6390" y="12768"/>
                  </a:cubicBezTo>
                  <a:cubicBezTo>
                    <a:pt x="10224" y="12768"/>
                    <a:pt x="12780" y="10214"/>
                    <a:pt x="12780" y="6384"/>
                  </a:cubicBezTo>
                  <a:cubicBezTo>
                    <a:pt x="12780" y="4469"/>
                    <a:pt x="12141" y="3192"/>
                    <a:pt x="10863" y="1915"/>
                  </a:cubicBezTo>
                  <a:cubicBezTo>
                    <a:pt x="11502" y="1915"/>
                    <a:pt x="10863" y="1277"/>
                    <a:pt x="9585" y="638"/>
                  </a:cubicBezTo>
                  <a:close/>
                </a:path>
              </a:pathLst>
            </a:custGeom>
            <a:solidFill>
              <a:srgbClr val="0076A8"/>
            </a:solidFill>
            <a:ln w="6390" cap="flat">
              <a:noFill/>
              <a:prstDash val="solid"/>
              <a:miter/>
            </a:ln>
          </p:spPr>
          <p:txBody>
            <a:bodyPr rtlCol="0" anchor="ctr"/>
            <a:lstStyle/>
            <a:p>
              <a:endParaRPr lang="en-US"/>
            </a:p>
          </p:txBody>
        </p:sp>
        <p:sp>
          <p:nvSpPr>
            <p:cNvPr id="1273" name="Graphic 4">
              <a:extLst>
                <a:ext uri="{FF2B5EF4-FFF2-40B4-BE49-F238E27FC236}">
                  <a16:creationId xmlns:a16="http://schemas.microsoft.com/office/drawing/2014/main" id="{2CC919B5-B754-D54F-8B33-71802A3B47EE}"/>
                </a:ext>
              </a:extLst>
            </p:cNvPr>
            <p:cNvSpPr/>
            <p:nvPr/>
          </p:nvSpPr>
          <p:spPr>
            <a:xfrm>
              <a:off x="596181" y="2078148"/>
              <a:ext cx="13418" cy="12129"/>
            </a:xfrm>
            <a:custGeom>
              <a:avLst/>
              <a:gdLst>
                <a:gd name="connsiteX0" fmla="*/ 7029 w 13418"/>
                <a:gd name="connsiteY0" fmla="*/ 12130 h 12129"/>
                <a:gd name="connsiteX1" fmla="*/ 11502 w 13418"/>
                <a:gd name="connsiteY1" fmla="*/ 10214 h 12129"/>
                <a:gd name="connsiteX2" fmla="*/ 13419 w 13418"/>
                <a:gd name="connsiteY2" fmla="*/ 5746 h 12129"/>
                <a:gd name="connsiteX3" fmla="*/ 12780 w 13418"/>
                <a:gd name="connsiteY3" fmla="*/ 3192 h 12129"/>
                <a:gd name="connsiteX4" fmla="*/ 11502 w 13418"/>
                <a:gd name="connsiteY4" fmla="*/ 1277 h 12129"/>
                <a:gd name="connsiteX5" fmla="*/ 10224 w 13418"/>
                <a:gd name="connsiteY5" fmla="*/ 638 h 12129"/>
                <a:gd name="connsiteX6" fmla="*/ 8946 w 13418"/>
                <a:gd name="connsiteY6" fmla="*/ 0 h 12129"/>
                <a:gd name="connsiteX7" fmla="*/ 7668 w 13418"/>
                <a:gd name="connsiteY7" fmla="*/ 0 h 12129"/>
                <a:gd name="connsiteX8" fmla="*/ 3834 w 13418"/>
                <a:gd name="connsiteY8" fmla="*/ 0 h 12129"/>
                <a:gd name="connsiteX9" fmla="*/ 1917 w 13418"/>
                <a:gd name="connsiteY9" fmla="*/ 1277 h 12129"/>
                <a:gd name="connsiteX10" fmla="*/ 0 w 13418"/>
                <a:gd name="connsiteY10" fmla="*/ 5746 h 12129"/>
                <a:gd name="connsiteX11" fmla="*/ 1917 w 13418"/>
                <a:gd name="connsiteY11" fmla="*/ 10214 h 12129"/>
                <a:gd name="connsiteX12" fmla="*/ 7029 w 13418"/>
                <a:gd name="connsiteY12" fmla="*/ 12130 h 12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418" h="12129">
                  <a:moveTo>
                    <a:pt x="7029" y="12130"/>
                  </a:moveTo>
                  <a:cubicBezTo>
                    <a:pt x="8946" y="12130"/>
                    <a:pt x="10224" y="11491"/>
                    <a:pt x="11502" y="10214"/>
                  </a:cubicBezTo>
                  <a:cubicBezTo>
                    <a:pt x="12780" y="8938"/>
                    <a:pt x="13419" y="7661"/>
                    <a:pt x="13419" y="5746"/>
                  </a:cubicBezTo>
                  <a:cubicBezTo>
                    <a:pt x="13419" y="5107"/>
                    <a:pt x="13419" y="3830"/>
                    <a:pt x="12780" y="3192"/>
                  </a:cubicBezTo>
                  <a:cubicBezTo>
                    <a:pt x="12141" y="2554"/>
                    <a:pt x="12141" y="1915"/>
                    <a:pt x="11502" y="1277"/>
                  </a:cubicBezTo>
                  <a:cubicBezTo>
                    <a:pt x="11502" y="1277"/>
                    <a:pt x="10863" y="638"/>
                    <a:pt x="10224" y="638"/>
                  </a:cubicBezTo>
                  <a:lnTo>
                    <a:pt x="8946" y="0"/>
                  </a:lnTo>
                  <a:cubicBezTo>
                    <a:pt x="8307" y="0"/>
                    <a:pt x="8307" y="0"/>
                    <a:pt x="7668" y="0"/>
                  </a:cubicBezTo>
                  <a:cubicBezTo>
                    <a:pt x="6390" y="0"/>
                    <a:pt x="5112" y="0"/>
                    <a:pt x="3834" y="0"/>
                  </a:cubicBezTo>
                  <a:cubicBezTo>
                    <a:pt x="3195" y="0"/>
                    <a:pt x="2556" y="638"/>
                    <a:pt x="1917" y="1277"/>
                  </a:cubicBezTo>
                  <a:cubicBezTo>
                    <a:pt x="639" y="2554"/>
                    <a:pt x="0" y="3830"/>
                    <a:pt x="0" y="5746"/>
                  </a:cubicBezTo>
                  <a:cubicBezTo>
                    <a:pt x="0" y="7661"/>
                    <a:pt x="639" y="8938"/>
                    <a:pt x="1917" y="10214"/>
                  </a:cubicBezTo>
                  <a:cubicBezTo>
                    <a:pt x="3834" y="11491"/>
                    <a:pt x="5112" y="12130"/>
                    <a:pt x="7029" y="12130"/>
                  </a:cubicBezTo>
                  <a:close/>
                </a:path>
              </a:pathLst>
            </a:custGeom>
            <a:solidFill>
              <a:srgbClr val="0076A8"/>
            </a:solidFill>
            <a:ln w="6390" cap="flat">
              <a:noFill/>
              <a:prstDash val="solid"/>
              <a:miter/>
            </a:ln>
          </p:spPr>
          <p:txBody>
            <a:bodyPr rtlCol="0" anchor="ctr"/>
            <a:lstStyle/>
            <a:p>
              <a:endParaRPr lang="en-US"/>
            </a:p>
          </p:txBody>
        </p:sp>
        <p:sp>
          <p:nvSpPr>
            <p:cNvPr id="1274" name="Graphic 4">
              <a:extLst>
                <a:ext uri="{FF2B5EF4-FFF2-40B4-BE49-F238E27FC236}">
                  <a16:creationId xmlns:a16="http://schemas.microsoft.com/office/drawing/2014/main" id="{275DF5F6-FDF2-714F-A968-96CB5F314886}"/>
                </a:ext>
              </a:extLst>
            </p:cNvPr>
            <p:cNvSpPr/>
            <p:nvPr/>
          </p:nvSpPr>
          <p:spPr>
            <a:xfrm>
              <a:off x="565509" y="2078148"/>
              <a:ext cx="12779" cy="12129"/>
            </a:xfrm>
            <a:custGeom>
              <a:avLst/>
              <a:gdLst>
                <a:gd name="connsiteX0" fmla="*/ 11502 w 12779"/>
                <a:gd name="connsiteY0" fmla="*/ 1277 h 12129"/>
                <a:gd name="connsiteX1" fmla="*/ 10224 w 12779"/>
                <a:gd name="connsiteY1" fmla="*/ 638 h 12129"/>
                <a:gd name="connsiteX2" fmla="*/ 8946 w 12779"/>
                <a:gd name="connsiteY2" fmla="*/ 0 h 12129"/>
                <a:gd name="connsiteX3" fmla="*/ 7668 w 12779"/>
                <a:gd name="connsiteY3" fmla="*/ 0 h 12129"/>
                <a:gd name="connsiteX4" fmla="*/ 3834 w 12779"/>
                <a:gd name="connsiteY4" fmla="*/ 0 h 12129"/>
                <a:gd name="connsiteX5" fmla="*/ 639 w 12779"/>
                <a:gd name="connsiteY5" fmla="*/ 3192 h 12129"/>
                <a:gd name="connsiteX6" fmla="*/ 0 w 12779"/>
                <a:gd name="connsiteY6" fmla="*/ 5746 h 12129"/>
                <a:gd name="connsiteX7" fmla="*/ 1917 w 12779"/>
                <a:gd name="connsiteY7" fmla="*/ 10214 h 12129"/>
                <a:gd name="connsiteX8" fmla="*/ 10863 w 12779"/>
                <a:gd name="connsiteY8" fmla="*/ 10214 h 12129"/>
                <a:gd name="connsiteX9" fmla="*/ 12780 w 12779"/>
                <a:gd name="connsiteY9" fmla="*/ 5746 h 12129"/>
                <a:gd name="connsiteX10" fmla="*/ 12141 w 12779"/>
                <a:gd name="connsiteY10" fmla="*/ 3192 h 12129"/>
                <a:gd name="connsiteX11" fmla="*/ 11502 w 12779"/>
                <a:gd name="connsiteY11" fmla="*/ 1277 h 12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79" h="12129">
                  <a:moveTo>
                    <a:pt x="11502" y="1277"/>
                  </a:moveTo>
                  <a:cubicBezTo>
                    <a:pt x="11502" y="1277"/>
                    <a:pt x="10863" y="638"/>
                    <a:pt x="10224" y="638"/>
                  </a:cubicBezTo>
                  <a:lnTo>
                    <a:pt x="8946" y="0"/>
                  </a:lnTo>
                  <a:cubicBezTo>
                    <a:pt x="8307" y="0"/>
                    <a:pt x="8307" y="0"/>
                    <a:pt x="7668" y="0"/>
                  </a:cubicBezTo>
                  <a:cubicBezTo>
                    <a:pt x="6390" y="0"/>
                    <a:pt x="5112" y="0"/>
                    <a:pt x="3834" y="0"/>
                  </a:cubicBezTo>
                  <a:cubicBezTo>
                    <a:pt x="2556" y="638"/>
                    <a:pt x="1278" y="1915"/>
                    <a:pt x="639" y="3192"/>
                  </a:cubicBezTo>
                  <a:cubicBezTo>
                    <a:pt x="0" y="3830"/>
                    <a:pt x="0" y="4469"/>
                    <a:pt x="0" y="5746"/>
                  </a:cubicBezTo>
                  <a:cubicBezTo>
                    <a:pt x="0" y="7661"/>
                    <a:pt x="639" y="8938"/>
                    <a:pt x="1917" y="10214"/>
                  </a:cubicBezTo>
                  <a:cubicBezTo>
                    <a:pt x="4473" y="12768"/>
                    <a:pt x="8307" y="12768"/>
                    <a:pt x="10863" y="10214"/>
                  </a:cubicBezTo>
                  <a:cubicBezTo>
                    <a:pt x="12141" y="8938"/>
                    <a:pt x="12780" y="7661"/>
                    <a:pt x="12780" y="5746"/>
                  </a:cubicBezTo>
                  <a:cubicBezTo>
                    <a:pt x="12780" y="5107"/>
                    <a:pt x="12780" y="3830"/>
                    <a:pt x="12141" y="3192"/>
                  </a:cubicBezTo>
                  <a:cubicBezTo>
                    <a:pt x="12780" y="2554"/>
                    <a:pt x="12141" y="1915"/>
                    <a:pt x="11502" y="1277"/>
                  </a:cubicBezTo>
                  <a:close/>
                </a:path>
              </a:pathLst>
            </a:custGeom>
            <a:solidFill>
              <a:srgbClr val="0076A8"/>
            </a:solidFill>
            <a:ln w="6390" cap="flat">
              <a:noFill/>
              <a:prstDash val="solid"/>
              <a:miter/>
            </a:ln>
          </p:spPr>
          <p:txBody>
            <a:bodyPr rtlCol="0" anchor="ctr"/>
            <a:lstStyle/>
            <a:p>
              <a:endParaRPr lang="en-US"/>
            </a:p>
          </p:txBody>
        </p:sp>
        <p:sp>
          <p:nvSpPr>
            <p:cNvPr id="1275" name="Graphic 4">
              <a:extLst>
                <a:ext uri="{FF2B5EF4-FFF2-40B4-BE49-F238E27FC236}">
                  <a16:creationId xmlns:a16="http://schemas.microsoft.com/office/drawing/2014/main" id="{419502C3-8233-0D47-94FB-F67B83C18EBD}"/>
                </a:ext>
              </a:extLst>
            </p:cNvPr>
            <p:cNvSpPr/>
            <p:nvPr/>
          </p:nvSpPr>
          <p:spPr>
            <a:xfrm>
              <a:off x="626852" y="2077669"/>
              <a:ext cx="12779" cy="12608"/>
            </a:xfrm>
            <a:custGeom>
              <a:avLst/>
              <a:gdLst>
                <a:gd name="connsiteX0" fmla="*/ 8946 w 12779"/>
                <a:gd name="connsiteY0" fmla="*/ 479 h 12608"/>
                <a:gd name="connsiteX1" fmla="*/ 3834 w 12779"/>
                <a:gd name="connsiteY1" fmla="*/ 479 h 12608"/>
                <a:gd name="connsiteX2" fmla="*/ 1917 w 12779"/>
                <a:gd name="connsiteY2" fmla="*/ 1756 h 12608"/>
                <a:gd name="connsiteX3" fmla="*/ 639 w 12779"/>
                <a:gd name="connsiteY3" fmla="*/ 3671 h 12608"/>
                <a:gd name="connsiteX4" fmla="*/ 0 w 12779"/>
                <a:gd name="connsiteY4" fmla="*/ 6224 h 12608"/>
                <a:gd name="connsiteX5" fmla="*/ 1917 w 12779"/>
                <a:gd name="connsiteY5" fmla="*/ 10693 h 12608"/>
                <a:gd name="connsiteX6" fmla="*/ 10863 w 12779"/>
                <a:gd name="connsiteY6" fmla="*/ 10693 h 12608"/>
                <a:gd name="connsiteX7" fmla="*/ 12780 w 12779"/>
                <a:gd name="connsiteY7" fmla="*/ 6224 h 12608"/>
                <a:gd name="connsiteX8" fmla="*/ 10863 w 12779"/>
                <a:gd name="connsiteY8" fmla="*/ 1756 h 12608"/>
                <a:gd name="connsiteX9" fmla="*/ 8946 w 12779"/>
                <a:gd name="connsiteY9" fmla="*/ 479 h 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79" h="12608">
                  <a:moveTo>
                    <a:pt x="8946" y="479"/>
                  </a:moveTo>
                  <a:cubicBezTo>
                    <a:pt x="7668" y="-160"/>
                    <a:pt x="5751" y="-160"/>
                    <a:pt x="3834" y="479"/>
                  </a:cubicBezTo>
                  <a:cubicBezTo>
                    <a:pt x="3195" y="479"/>
                    <a:pt x="2556" y="1117"/>
                    <a:pt x="1917" y="1756"/>
                  </a:cubicBezTo>
                  <a:cubicBezTo>
                    <a:pt x="1278" y="2394"/>
                    <a:pt x="639" y="3032"/>
                    <a:pt x="639" y="3671"/>
                  </a:cubicBezTo>
                  <a:cubicBezTo>
                    <a:pt x="639" y="4309"/>
                    <a:pt x="0" y="4948"/>
                    <a:pt x="0" y="6224"/>
                  </a:cubicBezTo>
                  <a:cubicBezTo>
                    <a:pt x="0" y="8140"/>
                    <a:pt x="639" y="9416"/>
                    <a:pt x="1917" y="10693"/>
                  </a:cubicBezTo>
                  <a:cubicBezTo>
                    <a:pt x="4473" y="13247"/>
                    <a:pt x="8307" y="13247"/>
                    <a:pt x="10863" y="10693"/>
                  </a:cubicBezTo>
                  <a:cubicBezTo>
                    <a:pt x="12141" y="9416"/>
                    <a:pt x="12780" y="8140"/>
                    <a:pt x="12780" y="6224"/>
                  </a:cubicBezTo>
                  <a:cubicBezTo>
                    <a:pt x="12780" y="4309"/>
                    <a:pt x="12141" y="3032"/>
                    <a:pt x="10863" y="1756"/>
                  </a:cubicBezTo>
                  <a:cubicBezTo>
                    <a:pt x="10224" y="1117"/>
                    <a:pt x="9585" y="1117"/>
                    <a:pt x="8946" y="479"/>
                  </a:cubicBezTo>
                  <a:close/>
                </a:path>
              </a:pathLst>
            </a:custGeom>
            <a:solidFill>
              <a:srgbClr val="0076A8"/>
            </a:solidFill>
            <a:ln w="6390" cap="flat">
              <a:noFill/>
              <a:prstDash val="solid"/>
              <a:miter/>
            </a:ln>
          </p:spPr>
          <p:txBody>
            <a:bodyPr rtlCol="0" anchor="ctr"/>
            <a:lstStyle/>
            <a:p>
              <a:endParaRPr lang="en-US"/>
            </a:p>
          </p:txBody>
        </p:sp>
        <p:sp>
          <p:nvSpPr>
            <p:cNvPr id="1276" name="Graphic 4">
              <a:extLst>
                <a:ext uri="{FF2B5EF4-FFF2-40B4-BE49-F238E27FC236}">
                  <a16:creationId xmlns:a16="http://schemas.microsoft.com/office/drawing/2014/main" id="{692A2756-83F6-E54B-A661-A920B8EC2727}"/>
                </a:ext>
              </a:extLst>
            </p:cNvPr>
            <p:cNvSpPr/>
            <p:nvPr/>
          </p:nvSpPr>
          <p:spPr>
            <a:xfrm>
              <a:off x="656885" y="2077669"/>
              <a:ext cx="12779" cy="12608"/>
            </a:xfrm>
            <a:custGeom>
              <a:avLst/>
              <a:gdLst>
                <a:gd name="connsiteX0" fmla="*/ 11502 w 12779"/>
                <a:gd name="connsiteY0" fmla="*/ 1756 h 12608"/>
                <a:gd name="connsiteX1" fmla="*/ 9585 w 12779"/>
                <a:gd name="connsiteY1" fmla="*/ 479 h 12608"/>
                <a:gd name="connsiteX2" fmla="*/ 5751 w 12779"/>
                <a:gd name="connsiteY2" fmla="*/ 479 h 12608"/>
                <a:gd name="connsiteX3" fmla="*/ 4473 w 12779"/>
                <a:gd name="connsiteY3" fmla="*/ 479 h 12608"/>
                <a:gd name="connsiteX4" fmla="*/ 3195 w 12779"/>
                <a:gd name="connsiteY4" fmla="*/ 1117 h 12608"/>
                <a:gd name="connsiteX5" fmla="*/ 1917 w 12779"/>
                <a:gd name="connsiteY5" fmla="*/ 1756 h 12608"/>
                <a:gd name="connsiteX6" fmla="*/ 639 w 12779"/>
                <a:gd name="connsiteY6" fmla="*/ 3671 h 12608"/>
                <a:gd name="connsiteX7" fmla="*/ 0 w 12779"/>
                <a:gd name="connsiteY7" fmla="*/ 6224 h 12608"/>
                <a:gd name="connsiteX8" fmla="*/ 1917 w 12779"/>
                <a:gd name="connsiteY8" fmla="*/ 10693 h 12608"/>
                <a:gd name="connsiteX9" fmla="*/ 10863 w 12779"/>
                <a:gd name="connsiteY9" fmla="*/ 10693 h 12608"/>
                <a:gd name="connsiteX10" fmla="*/ 12780 w 12779"/>
                <a:gd name="connsiteY10" fmla="*/ 6224 h 12608"/>
                <a:gd name="connsiteX11" fmla="*/ 12141 w 12779"/>
                <a:gd name="connsiteY11" fmla="*/ 3671 h 12608"/>
                <a:gd name="connsiteX12" fmla="*/ 11502 w 12779"/>
                <a:gd name="connsiteY12" fmla="*/ 1756 h 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79" h="12608">
                  <a:moveTo>
                    <a:pt x="11502" y="1756"/>
                  </a:moveTo>
                  <a:cubicBezTo>
                    <a:pt x="10863" y="1117"/>
                    <a:pt x="10224" y="479"/>
                    <a:pt x="9585" y="479"/>
                  </a:cubicBezTo>
                  <a:cubicBezTo>
                    <a:pt x="8307" y="-160"/>
                    <a:pt x="7029" y="-160"/>
                    <a:pt x="5751" y="479"/>
                  </a:cubicBezTo>
                  <a:cubicBezTo>
                    <a:pt x="5112" y="479"/>
                    <a:pt x="5112" y="479"/>
                    <a:pt x="4473" y="479"/>
                  </a:cubicBezTo>
                  <a:lnTo>
                    <a:pt x="3195" y="1117"/>
                  </a:lnTo>
                  <a:lnTo>
                    <a:pt x="1917" y="1756"/>
                  </a:lnTo>
                  <a:cubicBezTo>
                    <a:pt x="1278" y="2394"/>
                    <a:pt x="639" y="3032"/>
                    <a:pt x="639" y="3671"/>
                  </a:cubicBezTo>
                  <a:cubicBezTo>
                    <a:pt x="639" y="4309"/>
                    <a:pt x="0" y="4948"/>
                    <a:pt x="0" y="6224"/>
                  </a:cubicBezTo>
                  <a:cubicBezTo>
                    <a:pt x="0" y="8140"/>
                    <a:pt x="639" y="9416"/>
                    <a:pt x="1917" y="10693"/>
                  </a:cubicBezTo>
                  <a:cubicBezTo>
                    <a:pt x="4473" y="13247"/>
                    <a:pt x="8307" y="13247"/>
                    <a:pt x="10863" y="10693"/>
                  </a:cubicBezTo>
                  <a:cubicBezTo>
                    <a:pt x="12141" y="9416"/>
                    <a:pt x="12780" y="8140"/>
                    <a:pt x="12780" y="6224"/>
                  </a:cubicBezTo>
                  <a:cubicBezTo>
                    <a:pt x="12780" y="5586"/>
                    <a:pt x="12780" y="4309"/>
                    <a:pt x="12141" y="3671"/>
                  </a:cubicBezTo>
                  <a:cubicBezTo>
                    <a:pt x="12141" y="3032"/>
                    <a:pt x="12141" y="2394"/>
                    <a:pt x="11502" y="1756"/>
                  </a:cubicBezTo>
                  <a:close/>
                </a:path>
              </a:pathLst>
            </a:custGeom>
            <a:solidFill>
              <a:srgbClr val="0076A8"/>
            </a:solidFill>
            <a:ln w="6390" cap="flat">
              <a:noFill/>
              <a:prstDash val="solid"/>
              <a:miter/>
            </a:ln>
          </p:spPr>
          <p:txBody>
            <a:bodyPr rtlCol="0" anchor="ctr"/>
            <a:lstStyle/>
            <a:p>
              <a:endParaRPr lang="en-US"/>
            </a:p>
          </p:txBody>
        </p:sp>
        <p:sp>
          <p:nvSpPr>
            <p:cNvPr id="1277" name="Graphic 4">
              <a:extLst>
                <a:ext uri="{FF2B5EF4-FFF2-40B4-BE49-F238E27FC236}">
                  <a16:creationId xmlns:a16="http://schemas.microsoft.com/office/drawing/2014/main" id="{2E9E0826-884F-5547-B122-5A80C2B6420D}"/>
                </a:ext>
              </a:extLst>
            </p:cNvPr>
            <p:cNvSpPr/>
            <p:nvPr/>
          </p:nvSpPr>
          <p:spPr>
            <a:xfrm>
              <a:off x="686918" y="2078148"/>
              <a:ext cx="12779" cy="12129"/>
            </a:xfrm>
            <a:custGeom>
              <a:avLst/>
              <a:gdLst>
                <a:gd name="connsiteX0" fmla="*/ 11502 w 12779"/>
                <a:gd name="connsiteY0" fmla="*/ 1277 h 12129"/>
                <a:gd name="connsiteX1" fmla="*/ 10224 w 12779"/>
                <a:gd name="connsiteY1" fmla="*/ 638 h 12129"/>
                <a:gd name="connsiteX2" fmla="*/ 8946 w 12779"/>
                <a:gd name="connsiteY2" fmla="*/ 0 h 12129"/>
                <a:gd name="connsiteX3" fmla="*/ 7668 w 12779"/>
                <a:gd name="connsiteY3" fmla="*/ 0 h 12129"/>
                <a:gd name="connsiteX4" fmla="*/ 3834 w 12779"/>
                <a:gd name="connsiteY4" fmla="*/ 0 h 12129"/>
                <a:gd name="connsiteX5" fmla="*/ 1917 w 12779"/>
                <a:gd name="connsiteY5" fmla="*/ 1277 h 12129"/>
                <a:gd name="connsiteX6" fmla="*/ 639 w 12779"/>
                <a:gd name="connsiteY6" fmla="*/ 3192 h 12129"/>
                <a:gd name="connsiteX7" fmla="*/ 0 w 12779"/>
                <a:gd name="connsiteY7" fmla="*/ 5746 h 12129"/>
                <a:gd name="connsiteX8" fmla="*/ 3834 w 12779"/>
                <a:gd name="connsiteY8" fmla="*/ 11491 h 12129"/>
                <a:gd name="connsiteX9" fmla="*/ 6390 w 12779"/>
                <a:gd name="connsiteY9" fmla="*/ 12130 h 12129"/>
                <a:gd name="connsiteX10" fmla="*/ 10863 w 12779"/>
                <a:gd name="connsiteY10" fmla="*/ 10214 h 12129"/>
                <a:gd name="connsiteX11" fmla="*/ 12780 w 12779"/>
                <a:gd name="connsiteY11" fmla="*/ 5746 h 12129"/>
                <a:gd name="connsiteX12" fmla="*/ 12141 w 12779"/>
                <a:gd name="connsiteY12" fmla="*/ 3192 h 12129"/>
                <a:gd name="connsiteX13" fmla="*/ 11502 w 12779"/>
                <a:gd name="connsiteY13" fmla="*/ 1277 h 12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79" h="12129">
                  <a:moveTo>
                    <a:pt x="11502" y="1277"/>
                  </a:moveTo>
                  <a:cubicBezTo>
                    <a:pt x="11502" y="638"/>
                    <a:pt x="10863" y="638"/>
                    <a:pt x="10224" y="638"/>
                  </a:cubicBezTo>
                  <a:lnTo>
                    <a:pt x="8946" y="0"/>
                  </a:lnTo>
                  <a:cubicBezTo>
                    <a:pt x="8307" y="0"/>
                    <a:pt x="8307" y="0"/>
                    <a:pt x="7668" y="0"/>
                  </a:cubicBezTo>
                  <a:cubicBezTo>
                    <a:pt x="6390" y="0"/>
                    <a:pt x="5112" y="0"/>
                    <a:pt x="3834" y="0"/>
                  </a:cubicBezTo>
                  <a:cubicBezTo>
                    <a:pt x="3195" y="0"/>
                    <a:pt x="2556" y="638"/>
                    <a:pt x="1917" y="1277"/>
                  </a:cubicBezTo>
                  <a:cubicBezTo>
                    <a:pt x="1278" y="1915"/>
                    <a:pt x="639" y="2554"/>
                    <a:pt x="639" y="3192"/>
                  </a:cubicBezTo>
                  <a:cubicBezTo>
                    <a:pt x="639" y="3830"/>
                    <a:pt x="0" y="4469"/>
                    <a:pt x="0" y="5746"/>
                  </a:cubicBezTo>
                  <a:cubicBezTo>
                    <a:pt x="0" y="8299"/>
                    <a:pt x="1278" y="10853"/>
                    <a:pt x="3834" y="11491"/>
                  </a:cubicBezTo>
                  <a:cubicBezTo>
                    <a:pt x="4473" y="12130"/>
                    <a:pt x="5112" y="12130"/>
                    <a:pt x="6390" y="12130"/>
                  </a:cubicBezTo>
                  <a:cubicBezTo>
                    <a:pt x="8307" y="12130"/>
                    <a:pt x="9585" y="11491"/>
                    <a:pt x="10863" y="10214"/>
                  </a:cubicBezTo>
                  <a:cubicBezTo>
                    <a:pt x="12141" y="8938"/>
                    <a:pt x="12780" y="7661"/>
                    <a:pt x="12780" y="5746"/>
                  </a:cubicBezTo>
                  <a:cubicBezTo>
                    <a:pt x="12780" y="5107"/>
                    <a:pt x="12780" y="3830"/>
                    <a:pt x="12141" y="3192"/>
                  </a:cubicBezTo>
                  <a:cubicBezTo>
                    <a:pt x="12780" y="2554"/>
                    <a:pt x="12141" y="1915"/>
                    <a:pt x="11502" y="1277"/>
                  </a:cubicBezTo>
                  <a:close/>
                </a:path>
              </a:pathLst>
            </a:custGeom>
            <a:solidFill>
              <a:srgbClr val="0076A8"/>
            </a:solidFill>
            <a:ln w="6390" cap="flat">
              <a:noFill/>
              <a:prstDash val="solid"/>
              <a:miter/>
            </a:ln>
          </p:spPr>
          <p:txBody>
            <a:bodyPr rtlCol="0" anchor="ctr"/>
            <a:lstStyle/>
            <a:p>
              <a:endParaRPr lang="en-US"/>
            </a:p>
          </p:txBody>
        </p:sp>
        <p:sp>
          <p:nvSpPr>
            <p:cNvPr id="1278" name="Graphic 4">
              <a:extLst>
                <a:ext uri="{FF2B5EF4-FFF2-40B4-BE49-F238E27FC236}">
                  <a16:creationId xmlns:a16="http://schemas.microsoft.com/office/drawing/2014/main" id="{679777C5-DF75-DF4A-A383-44C324B04137}"/>
                </a:ext>
              </a:extLst>
            </p:cNvPr>
            <p:cNvSpPr/>
            <p:nvPr/>
          </p:nvSpPr>
          <p:spPr>
            <a:xfrm>
              <a:off x="717589" y="2078148"/>
              <a:ext cx="12868" cy="12129"/>
            </a:xfrm>
            <a:custGeom>
              <a:avLst/>
              <a:gdLst>
                <a:gd name="connsiteX0" fmla="*/ 11502 w 12868"/>
                <a:gd name="connsiteY0" fmla="*/ 1277 h 12129"/>
                <a:gd name="connsiteX1" fmla="*/ 10224 w 12868"/>
                <a:gd name="connsiteY1" fmla="*/ 638 h 12129"/>
                <a:gd name="connsiteX2" fmla="*/ 8946 w 12868"/>
                <a:gd name="connsiteY2" fmla="*/ 0 h 12129"/>
                <a:gd name="connsiteX3" fmla="*/ 7668 w 12868"/>
                <a:gd name="connsiteY3" fmla="*/ 0 h 12129"/>
                <a:gd name="connsiteX4" fmla="*/ 3834 w 12868"/>
                <a:gd name="connsiteY4" fmla="*/ 0 h 12129"/>
                <a:gd name="connsiteX5" fmla="*/ 1917 w 12868"/>
                <a:gd name="connsiteY5" fmla="*/ 1277 h 12129"/>
                <a:gd name="connsiteX6" fmla="*/ 0 w 12868"/>
                <a:gd name="connsiteY6" fmla="*/ 5746 h 12129"/>
                <a:gd name="connsiteX7" fmla="*/ 1917 w 12868"/>
                <a:gd name="connsiteY7" fmla="*/ 10214 h 12129"/>
                <a:gd name="connsiteX8" fmla="*/ 10863 w 12868"/>
                <a:gd name="connsiteY8" fmla="*/ 10214 h 12129"/>
                <a:gd name="connsiteX9" fmla="*/ 11502 w 12868"/>
                <a:gd name="connsiteY9" fmla="*/ 1277 h 12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868" h="12129">
                  <a:moveTo>
                    <a:pt x="11502" y="1277"/>
                  </a:moveTo>
                  <a:lnTo>
                    <a:pt x="10224" y="638"/>
                  </a:lnTo>
                  <a:lnTo>
                    <a:pt x="8946" y="0"/>
                  </a:lnTo>
                  <a:cubicBezTo>
                    <a:pt x="8307" y="0"/>
                    <a:pt x="8307" y="0"/>
                    <a:pt x="7668" y="0"/>
                  </a:cubicBezTo>
                  <a:cubicBezTo>
                    <a:pt x="6390" y="0"/>
                    <a:pt x="5112" y="0"/>
                    <a:pt x="3834" y="0"/>
                  </a:cubicBezTo>
                  <a:cubicBezTo>
                    <a:pt x="3195" y="0"/>
                    <a:pt x="2556" y="638"/>
                    <a:pt x="1917" y="1277"/>
                  </a:cubicBezTo>
                  <a:cubicBezTo>
                    <a:pt x="639" y="2554"/>
                    <a:pt x="0" y="3830"/>
                    <a:pt x="0" y="5746"/>
                  </a:cubicBezTo>
                  <a:cubicBezTo>
                    <a:pt x="0" y="7661"/>
                    <a:pt x="639" y="8938"/>
                    <a:pt x="1917" y="10214"/>
                  </a:cubicBezTo>
                  <a:cubicBezTo>
                    <a:pt x="4473" y="12768"/>
                    <a:pt x="8307" y="12768"/>
                    <a:pt x="10863" y="10214"/>
                  </a:cubicBezTo>
                  <a:cubicBezTo>
                    <a:pt x="13419" y="8299"/>
                    <a:pt x="13419" y="3830"/>
                    <a:pt x="11502" y="1277"/>
                  </a:cubicBezTo>
                  <a:close/>
                </a:path>
              </a:pathLst>
            </a:custGeom>
            <a:solidFill>
              <a:srgbClr val="0076A8"/>
            </a:solidFill>
            <a:ln w="6390" cap="flat">
              <a:noFill/>
              <a:prstDash val="solid"/>
              <a:miter/>
            </a:ln>
          </p:spPr>
          <p:txBody>
            <a:bodyPr rtlCol="0" anchor="ctr"/>
            <a:lstStyle/>
            <a:p>
              <a:endParaRPr lang="en-US"/>
            </a:p>
          </p:txBody>
        </p:sp>
        <p:sp>
          <p:nvSpPr>
            <p:cNvPr id="1279" name="Graphic 4">
              <a:extLst>
                <a:ext uri="{FF2B5EF4-FFF2-40B4-BE49-F238E27FC236}">
                  <a16:creationId xmlns:a16="http://schemas.microsoft.com/office/drawing/2014/main" id="{2B3F4E07-F31C-7041-92EA-8A24B228BA2F}"/>
                </a:ext>
              </a:extLst>
            </p:cNvPr>
            <p:cNvSpPr/>
            <p:nvPr/>
          </p:nvSpPr>
          <p:spPr>
            <a:xfrm>
              <a:off x="596794" y="2047665"/>
              <a:ext cx="12831" cy="12608"/>
            </a:xfrm>
            <a:custGeom>
              <a:avLst/>
              <a:gdLst>
                <a:gd name="connsiteX0" fmla="*/ 10889 w 12831"/>
                <a:gd name="connsiteY0" fmla="*/ 1756 h 12608"/>
                <a:gd name="connsiteX1" fmla="*/ 8972 w 12831"/>
                <a:gd name="connsiteY1" fmla="*/ 479 h 12608"/>
                <a:gd name="connsiteX2" fmla="*/ 3860 w 12831"/>
                <a:gd name="connsiteY2" fmla="*/ 479 h 12608"/>
                <a:gd name="connsiteX3" fmla="*/ 1943 w 12831"/>
                <a:gd name="connsiteY3" fmla="*/ 1756 h 12608"/>
                <a:gd name="connsiteX4" fmla="*/ 665 w 12831"/>
                <a:gd name="connsiteY4" fmla="*/ 3671 h 12608"/>
                <a:gd name="connsiteX5" fmla="*/ 1943 w 12831"/>
                <a:gd name="connsiteY5" fmla="*/ 10693 h 12608"/>
                <a:gd name="connsiteX6" fmla="*/ 6416 w 12831"/>
                <a:gd name="connsiteY6" fmla="*/ 12608 h 12608"/>
                <a:gd name="connsiteX7" fmla="*/ 10889 w 12831"/>
                <a:gd name="connsiteY7" fmla="*/ 10693 h 12608"/>
                <a:gd name="connsiteX8" fmla="*/ 12167 w 12831"/>
                <a:gd name="connsiteY8" fmla="*/ 3671 h 12608"/>
                <a:gd name="connsiteX9" fmla="*/ 10889 w 12831"/>
                <a:gd name="connsiteY9" fmla="*/ 1756 h 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831" h="12608">
                  <a:moveTo>
                    <a:pt x="10889" y="1756"/>
                  </a:moveTo>
                  <a:cubicBezTo>
                    <a:pt x="10250" y="1117"/>
                    <a:pt x="9611" y="479"/>
                    <a:pt x="8972" y="479"/>
                  </a:cubicBezTo>
                  <a:cubicBezTo>
                    <a:pt x="7694" y="-160"/>
                    <a:pt x="5777" y="-160"/>
                    <a:pt x="3860" y="479"/>
                  </a:cubicBezTo>
                  <a:cubicBezTo>
                    <a:pt x="3221" y="479"/>
                    <a:pt x="2582" y="1117"/>
                    <a:pt x="1943" y="1756"/>
                  </a:cubicBezTo>
                  <a:cubicBezTo>
                    <a:pt x="1304" y="2394"/>
                    <a:pt x="665" y="3032"/>
                    <a:pt x="665" y="3671"/>
                  </a:cubicBezTo>
                  <a:cubicBezTo>
                    <a:pt x="-613" y="6224"/>
                    <a:pt x="26" y="8778"/>
                    <a:pt x="1943" y="10693"/>
                  </a:cubicBezTo>
                  <a:cubicBezTo>
                    <a:pt x="3221" y="11970"/>
                    <a:pt x="4499" y="12608"/>
                    <a:pt x="6416" y="12608"/>
                  </a:cubicBezTo>
                  <a:cubicBezTo>
                    <a:pt x="8333" y="12608"/>
                    <a:pt x="9611" y="11970"/>
                    <a:pt x="10889" y="10693"/>
                  </a:cubicBezTo>
                  <a:cubicBezTo>
                    <a:pt x="12806" y="8778"/>
                    <a:pt x="13445" y="6224"/>
                    <a:pt x="12167" y="3671"/>
                  </a:cubicBezTo>
                  <a:cubicBezTo>
                    <a:pt x="12167" y="3032"/>
                    <a:pt x="11528" y="2394"/>
                    <a:pt x="10889" y="1756"/>
                  </a:cubicBezTo>
                  <a:close/>
                </a:path>
              </a:pathLst>
            </a:custGeom>
            <a:solidFill>
              <a:srgbClr val="0076A8"/>
            </a:solidFill>
            <a:ln w="6390" cap="flat">
              <a:noFill/>
              <a:prstDash val="solid"/>
              <a:miter/>
            </a:ln>
          </p:spPr>
          <p:txBody>
            <a:bodyPr rtlCol="0" anchor="ctr"/>
            <a:lstStyle/>
            <a:p>
              <a:endParaRPr lang="en-US"/>
            </a:p>
          </p:txBody>
        </p:sp>
        <p:sp>
          <p:nvSpPr>
            <p:cNvPr id="1280" name="Graphic 4">
              <a:extLst>
                <a:ext uri="{FF2B5EF4-FFF2-40B4-BE49-F238E27FC236}">
                  <a16:creationId xmlns:a16="http://schemas.microsoft.com/office/drawing/2014/main" id="{A6957EE2-BF57-E64A-8D1E-B40157F07E01}"/>
                </a:ext>
              </a:extLst>
            </p:cNvPr>
            <p:cNvSpPr/>
            <p:nvPr/>
          </p:nvSpPr>
          <p:spPr>
            <a:xfrm>
              <a:off x="626187" y="2047505"/>
              <a:ext cx="13444" cy="12767"/>
            </a:xfrm>
            <a:custGeom>
              <a:avLst/>
              <a:gdLst>
                <a:gd name="connsiteX0" fmla="*/ 4499 w 13444"/>
                <a:gd name="connsiteY0" fmla="*/ 12130 h 12767"/>
                <a:gd name="connsiteX1" fmla="*/ 7055 w 13444"/>
                <a:gd name="connsiteY1" fmla="*/ 12768 h 12767"/>
                <a:gd name="connsiteX2" fmla="*/ 13445 w 13444"/>
                <a:gd name="connsiteY2" fmla="*/ 6384 h 12767"/>
                <a:gd name="connsiteX3" fmla="*/ 12806 w 13444"/>
                <a:gd name="connsiteY3" fmla="*/ 3830 h 12767"/>
                <a:gd name="connsiteX4" fmla="*/ 11528 w 13444"/>
                <a:gd name="connsiteY4" fmla="*/ 1915 h 12767"/>
                <a:gd name="connsiteX5" fmla="*/ 10250 w 13444"/>
                <a:gd name="connsiteY5" fmla="*/ 1277 h 12767"/>
                <a:gd name="connsiteX6" fmla="*/ 8972 w 13444"/>
                <a:gd name="connsiteY6" fmla="*/ 638 h 12767"/>
                <a:gd name="connsiteX7" fmla="*/ 7694 w 13444"/>
                <a:gd name="connsiteY7" fmla="*/ 0 h 12767"/>
                <a:gd name="connsiteX8" fmla="*/ 3860 w 13444"/>
                <a:gd name="connsiteY8" fmla="*/ 638 h 12767"/>
                <a:gd name="connsiteX9" fmla="*/ 1943 w 13444"/>
                <a:gd name="connsiteY9" fmla="*/ 1915 h 12767"/>
                <a:gd name="connsiteX10" fmla="*/ 665 w 13444"/>
                <a:gd name="connsiteY10" fmla="*/ 3830 h 12767"/>
                <a:gd name="connsiteX11" fmla="*/ 1943 w 13444"/>
                <a:gd name="connsiteY11" fmla="*/ 10853 h 12767"/>
                <a:gd name="connsiteX12" fmla="*/ 4499 w 13444"/>
                <a:gd name="connsiteY12" fmla="*/ 1213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444" h="12767">
                  <a:moveTo>
                    <a:pt x="4499" y="12130"/>
                  </a:moveTo>
                  <a:cubicBezTo>
                    <a:pt x="5138" y="12768"/>
                    <a:pt x="6416" y="12768"/>
                    <a:pt x="7055" y="12768"/>
                  </a:cubicBezTo>
                  <a:cubicBezTo>
                    <a:pt x="10889" y="12768"/>
                    <a:pt x="13445" y="9576"/>
                    <a:pt x="13445" y="6384"/>
                  </a:cubicBezTo>
                  <a:cubicBezTo>
                    <a:pt x="13445" y="5746"/>
                    <a:pt x="13445" y="4469"/>
                    <a:pt x="12806" y="3830"/>
                  </a:cubicBezTo>
                  <a:cubicBezTo>
                    <a:pt x="12167" y="3192"/>
                    <a:pt x="12167" y="2554"/>
                    <a:pt x="11528" y="1915"/>
                  </a:cubicBezTo>
                  <a:cubicBezTo>
                    <a:pt x="11528" y="1915"/>
                    <a:pt x="10889" y="1277"/>
                    <a:pt x="10250" y="1277"/>
                  </a:cubicBezTo>
                  <a:cubicBezTo>
                    <a:pt x="9611" y="1277"/>
                    <a:pt x="9611" y="638"/>
                    <a:pt x="8972" y="638"/>
                  </a:cubicBezTo>
                  <a:cubicBezTo>
                    <a:pt x="8333" y="638"/>
                    <a:pt x="8333" y="638"/>
                    <a:pt x="7694" y="0"/>
                  </a:cubicBezTo>
                  <a:cubicBezTo>
                    <a:pt x="6416" y="0"/>
                    <a:pt x="5138" y="0"/>
                    <a:pt x="3860" y="638"/>
                  </a:cubicBezTo>
                  <a:cubicBezTo>
                    <a:pt x="3221" y="638"/>
                    <a:pt x="2582" y="1277"/>
                    <a:pt x="1943" y="1915"/>
                  </a:cubicBezTo>
                  <a:cubicBezTo>
                    <a:pt x="1304" y="2554"/>
                    <a:pt x="665" y="3192"/>
                    <a:pt x="665" y="3830"/>
                  </a:cubicBezTo>
                  <a:cubicBezTo>
                    <a:pt x="-613" y="6384"/>
                    <a:pt x="26" y="8938"/>
                    <a:pt x="1943" y="10853"/>
                  </a:cubicBezTo>
                  <a:cubicBezTo>
                    <a:pt x="3221" y="11491"/>
                    <a:pt x="3860" y="12130"/>
                    <a:pt x="4499" y="12130"/>
                  </a:cubicBezTo>
                  <a:close/>
                </a:path>
              </a:pathLst>
            </a:custGeom>
            <a:solidFill>
              <a:srgbClr val="0076A8"/>
            </a:solidFill>
            <a:ln w="6390" cap="flat">
              <a:noFill/>
              <a:prstDash val="solid"/>
              <a:miter/>
            </a:ln>
          </p:spPr>
          <p:txBody>
            <a:bodyPr rtlCol="0" anchor="ctr"/>
            <a:lstStyle/>
            <a:p>
              <a:endParaRPr lang="en-US"/>
            </a:p>
          </p:txBody>
        </p:sp>
        <p:sp>
          <p:nvSpPr>
            <p:cNvPr id="1281" name="Graphic 4">
              <a:extLst>
                <a:ext uri="{FF2B5EF4-FFF2-40B4-BE49-F238E27FC236}">
                  <a16:creationId xmlns:a16="http://schemas.microsoft.com/office/drawing/2014/main" id="{E3360D90-C18F-D84B-8235-CE420C34A2B0}"/>
                </a:ext>
              </a:extLst>
            </p:cNvPr>
            <p:cNvSpPr/>
            <p:nvPr/>
          </p:nvSpPr>
          <p:spPr>
            <a:xfrm>
              <a:off x="657524" y="2047479"/>
              <a:ext cx="12779" cy="12793"/>
            </a:xfrm>
            <a:custGeom>
              <a:avLst/>
              <a:gdLst>
                <a:gd name="connsiteX0" fmla="*/ 10863 w 12779"/>
                <a:gd name="connsiteY0" fmla="*/ 1941 h 12793"/>
                <a:gd name="connsiteX1" fmla="*/ 3834 w 12779"/>
                <a:gd name="connsiteY1" fmla="*/ 664 h 12793"/>
                <a:gd name="connsiteX2" fmla="*/ 1917 w 12779"/>
                <a:gd name="connsiteY2" fmla="*/ 1941 h 12793"/>
                <a:gd name="connsiteX3" fmla="*/ 639 w 12779"/>
                <a:gd name="connsiteY3" fmla="*/ 3856 h 12793"/>
                <a:gd name="connsiteX4" fmla="*/ 0 w 12779"/>
                <a:gd name="connsiteY4" fmla="*/ 6410 h 12793"/>
                <a:gd name="connsiteX5" fmla="*/ 639 w 12779"/>
                <a:gd name="connsiteY5" fmla="*/ 8963 h 12793"/>
                <a:gd name="connsiteX6" fmla="*/ 1917 w 12779"/>
                <a:gd name="connsiteY6" fmla="*/ 10879 h 12793"/>
                <a:gd name="connsiteX7" fmla="*/ 3834 w 12779"/>
                <a:gd name="connsiteY7" fmla="*/ 12155 h 12793"/>
                <a:gd name="connsiteX8" fmla="*/ 6390 w 12779"/>
                <a:gd name="connsiteY8" fmla="*/ 12794 h 12793"/>
                <a:gd name="connsiteX9" fmla="*/ 8946 w 12779"/>
                <a:gd name="connsiteY9" fmla="*/ 12155 h 12793"/>
                <a:gd name="connsiteX10" fmla="*/ 10863 w 12779"/>
                <a:gd name="connsiteY10" fmla="*/ 10879 h 12793"/>
                <a:gd name="connsiteX11" fmla="*/ 10863 w 12779"/>
                <a:gd name="connsiteY11" fmla="*/ 1941 h 12793"/>
                <a:gd name="connsiteX12" fmla="*/ 10863 w 12779"/>
                <a:gd name="connsiteY12" fmla="*/ 1941 h 12793"/>
                <a:gd name="connsiteX13" fmla="*/ 10863 w 12779"/>
                <a:gd name="connsiteY13" fmla="*/ 1941 h 1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79" h="12793">
                  <a:moveTo>
                    <a:pt x="10863" y="1941"/>
                  </a:moveTo>
                  <a:cubicBezTo>
                    <a:pt x="8946" y="26"/>
                    <a:pt x="6390" y="-613"/>
                    <a:pt x="3834" y="664"/>
                  </a:cubicBezTo>
                  <a:cubicBezTo>
                    <a:pt x="3195" y="664"/>
                    <a:pt x="2556" y="1303"/>
                    <a:pt x="1917" y="1941"/>
                  </a:cubicBezTo>
                  <a:cubicBezTo>
                    <a:pt x="1278" y="2579"/>
                    <a:pt x="639" y="3218"/>
                    <a:pt x="639" y="3856"/>
                  </a:cubicBezTo>
                  <a:cubicBezTo>
                    <a:pt x="639" y="4495"/>
                    <a:pt x="0" y="5133"/>
                    <a:pt x="0" y="6410"/>
                  </a:cubicBezTo>
                  <a:cubicBezTo>
                    <a:pt x="0" y="7048"/>
                    <a:pt x="0" y="8325"/>
                    <a:pt x="639" y="8963"/>
                  </a:cubicBezTo>
                  <a:cubicBezTo>
                    <a:pt x="1278" y="9602"/>
                    <a:pt x="1278" y="10240"/>
                    <a:pt x="1917" y="10879"/>
                  </a:cubicBezTo>
                  <a:cubicBezTo>
                    <a:pt x="2556" y="11517"/>
                    <a:pt x="3195" y="12155"/>
                    <a:pt x="3834" y="12155"/>
                  </a:cubicBezTo>
                  <a:cubicBezTo>
                    <a:pt x="4473" y="12794"/>
                    <a:pt x="5751" y="12794"/>
                    <a:pt x="6390" y="12794"/>
                  </a:cubicBezTo>
                  <a:cubicBezTo>
                    <a:pt x="7029" y="12794"/>
                    <a:pt x="8307" y="12794"/>
                    <a:pt x="8946" y="12155"/>
                  </a:cubicBezTo>
                  <a:cubicBezTo>
                    <a:pt x="9585" y="12155"/>
                    <a:pt x="10224" y="11517"/>
                    <a:pt x="10863" y="10879"/>
                  </a:cubicBezTo>
                  <a:cubicBezTo>
                    <a:pt x="13419" y="8325"/>
                    <a:pt x="13419" y="4495"/>
                    <a:pt x="10863" y="1941"/>
                  </a:cubicBezTo>
                  <a:cubicBezTo>
                    <a:pt x="10863" y="1941"/>
                    <a:pt x="10863" y="1941"/>
                    <a:pt x="10863" y="1941"/>
                  </a:cubicBezTo>
                  <a:lnTo>
                    <a:pt x="10863" y="1941"/>
                  </a:lnTo>
                  <a:close/>
                </a:path>
              </a:pathLst>
            </a:custGeom>
            <a:solidFill>
              <a:srgbClr val="0076A8"/>
            </a:solidFill>
            <a:ln w="6390" cap="flat">
              <a:noFill/>
              <a:prstDash val="solid"/>
              <a:miter/>
            </a:ln>
          </p:spPr>
          <p:txBody>
            <a:bodyPr rtlCol="0" anchor="ctr"/>
            <a:lstStyle/>
            <a:p>
              <a:endParaRPr lang="en-US"/>
            </a:p>
          </p:txBody>
        </p:sp>
        <p:sp>
          <p:nvSpPr>
            <p:cNvPr id="1282" name="Graphic 4">
              <a:extLst>
                <a:ext uri="{FF2B5EF4-FFF2-40B4-BE49-F238E27FC236}">
                  <a16:creationId xmlns:a16="http://schemas.microsoft.com/office/drawing/2014/main" id="{18414595-E69F-1E48-B1A0-911FE9F735DA}"/>
                </a:ext>
              </a:extLst>
            </p:cNvPr>
            <p:cNvSpPr/>
            <p:nvPr/>
          </p:nvSpPr>
          <p:spPr>
            <a:xfrm>
              <a:off x="686253" y="2047505"/>
              <a:ext cx="13948" cy="12767"/>
            </a:xfrm>
            <a:custGeom>
              <a:avLst/>
              <a:gdLst>
                <a:gd name="connsiteX0" fmla="*/ 12167 w 13948"/>
                <a:gd name="connsiteY0" fmla="*/ 1915 h 12767"/>
                <a:gd name="connsiteX1" fmla="*/ 10889 w 13948"/>
                <a:gd name="connsiteY1" fmla="*/ 1277 h 12767"/>
                <a:gd name="connsiteX2" fmla="*/ 9611 w 13948"/>
                <a:gd name="connsiteY2" fmla="*/ 638 h 12767"/>
                <a:gd name="connsiteX3" fmla="*/ 8333 w 13948"/>
                <a:gd name="connsiteY3" fmla="*/ 0 h 12767"/>
                <a:gd name="connsiteX4" fmla="*/ 5777 w 13948"/>
                <a:gd name="connsiteY4" fmla="*/ 0 h 12767"/>
                <a:gd name="connsiteX5" fmla="*/ 4499 w 13948"/>
                <a:gd name="connsiteY5" fmla="*/ 638 h 12767"/>
                <a:gd name="connsiteX6" fmla="*/ 3221 w 13948"/>
                <a:gd name="connsiteY6" fmla="*/ 1277 h 12767"/>
                <a:gd name="connsiteX7" fmla="*/ 1943 w 13948"/>
                <a:gd name="connsiteY7" fmla="*/ 1915 h 12767"/>
                <a:gd name="connsiteX8" fmla="*/ 665 w 13948"/>
                <a:gd name="connsiteY8" fmla="*/ 3830 h 12767"/>
                <a:gd name="connsiteX9" fmla="*/ 1943 w 13948"/>
                <a:gd name="connsiteY9" fmla="*/ 10853 h 12767"/>
                <a:gd name="connsiteX10" fmla="*/ 6416 w 13948"/>
                <a:gd name="connsiteY10" fmla="*/ 12768 h 12767"/>
                <a:gd name="connsiteX11" fmla="*/ 8972 w 13948"/>
                <a:gd name="connsiteY11" fmla="*/ 12130 h 12767"/>
                <a:gd name="connsiteX12" fmla="*/ 10889 w 13948"/>
                <a:gd name="connsiteY12" fmla="*/ 10853 h 12767"/>
                <a:gd name="connsiteX13" fmla="*/ 12167 w 13948"/>
                <a:gd name="connsiteY13" fmla="*/ 1915 h 12767"/>
                <a:gd name="connsiteX14" fmla="*/ 12167 w 13948"/>
                <a:gd name="connsiteY14" fmla="*/ 1915 h 12767"/>
                <a:gd name="connsiteX15" fmla="*/ 12167 w 13948"/>
                <a:gd name="connsiteY15" fmla="*/ 1915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48" h="12767">
                  <a:moveTo>
                    <a:pt x="12167" y="1915"/>
                  </a:moveTo>
                  <a:cubicBezTo>
                    <a:pt x="12167" y="1915"/>
                    <a:pt x="11528" y="1277"/>
                    <a:pt x="10889" y="1277"/>
                  </a:cubicBezTo>
                  <a:cubicBezTo>
                    <a:pt x="10250" y="1277"/>
                    <a:pt x="10250" y="638"/>
                    <a:pt x="9611" y="638"/>
                  </a:cubicBezTo>
                  <a:cubicBezTo>
                    <a:pt x="8972" y="638"/>
                    <a:pt x="8972" y="638"/>
                    <a:pt x="8333" y="0"/>
                  </a:cubicBezTo>
                  <a:cubicBezTo>
                    <a:pt x="7694" y="0"/>
                    <a:pt x="6416" y="0"/>
                    <a:pt x="5777" y="0"/>
                  </a:cubicBezTo>
                  <a:lnTo>
                    <a:pt x="4499" y="638"/>
                  </a:lnTo>
                  <a:lnTo>
                    <a:pt x="3221" y="1277"/>
                  </a:lnTo>
                  <a:lnTo>
                    <a:pt x="1943" y="1915"/>
                  </a:lnTo>
                  <a:cubicBezTo>
                    <a:pt x="1304" y="2554"/>
                    <a:pt x="665" y="3192"/>
                    <a:pt x="665" y="3830"/>
                  </a:cubicBezTo>
                  <a:cubicBezTo>
                    <a:pt x="-613" y="6384"/>
                    <a:pt x="26" y="8938"/>
                    <a:pt x="1943" y="10853"/>
                  </a:cubicBezTo>
                  <a:cubicBezTo>
                    <a:pt x="3221" y="12130"/>
                    <a:pt x="4499" y="12768"/>
                    <a:pt x="6416" y="12768"/>
                  </a:cubicBezTo>
                  <a:cubicBezTo>
                    <a:pt x="7055" y="12768"/>
                    <a:pt x="8333" y="12768"/>
                    <a:pt x="8972" y="12130"/>
                  </a:cubicBezTo>
                  <a:cubicBezTo>
                    <a:pt x="9611" y="12130"/>
                    <a:pt x="10250" y="11491"/>
                    <a:pt x="10889" y="10853"/>
                  </a:cubicBezTo>
                  <a:cubicBezTo>
                    <a:pt x="14723" y="8299"/>
                    <a:pt x="14723" y="4469"/>
                    <a:pt x="12167" y="1915"/>
                  </a:cubicBezTo>
                  <a:cubicBezTo>
                    <a:pt x="12167" y="1915"/>
                    <a:pt x="12167" y="1915"/>
                    <a:pt x="12167" y="1915"/>
                  </a:cubicBezTo>
                  <a:lnTo>
                    <a:pt x="12167" y="1915"/>
                  </a:lnTo>
                  <a:close/>
                </a:path>
              </a:pathLst>
            </a:custGeom>
            <a:solidFill>
              <a:srgbClr val="0076A8"/>
            </a:solidFill>
            <a:ln w="6390" cap="flat">
              <a:noFill/>
              <a:prstDash val="solid"/>
              <a:miter/>
            </a:ln>
          </p:spPr>
          <p:txBody>
            <a:bodyPr rtlCol="0" anchor="ctr"/>
            <a:lstStyle/>
            <a:p>
              <a:endParaRPr lang="en-US"/>
            </a:p>
          </p:txBody>
        </p:sp>
      </p:grpSp>
      <p:grpSp>
        <p:nvGrpSpPr>
          <p:cNvPr id="1283" name="Graphic 4">
            <a:extLst>
              <a:ext uri="{FF2B5EF4-FFF2-40B4-BE49-F238E27FC236}">
                <a16:creationId xmlns:a16="http://schemas.microsoft.com/office/drawing/2014/main" id="{3CBD2D1D-92D2-B849-97BC-5D2DCF534CE8}"/>
              </a:ext>
            </a:extLst>
          </p:cNvPr>
          <p:cNvGrpSpPr>
            <a:grpSpLocks noChangeAspect="1"/>
          </p:cNvGrpSpPr>
          <p:nvPr/>
        </p:nvGrpSpPr>
        <p:grpSpPr>
          <a:xfrm>
            <a:off x="1515054" y="1885990"/>
            <a:ext cx="362309" cy="362610"/>
            <a:chOff x="1515054" y="1885990"/>
            <a:chExt cx="362309" cy="362610"/>
          </a:xfrm>
          <a:solidFill>
            <a:srgbClr val="0076A8"/>
          </a:solidFill>
        </p:grpSpPr>
        <p:sp>
          <p:nvSpPr>
            <p:cNvPr id="1284" name="Graphic 4">
              <a:extLst>
                <a:ext uri="{FF2B5EF4-FFF2-40B4-BE49-F238E27FC236}">
                  <a16:creationId xmlns:a16="http://schemas.microsoft.com/office/drawing/2014/main" id="{AE17EA8C-0F42-0A4B-A87E-429B49847A8F}"/>
                </a:ext>
              </a:extLst>
            </p:cNvPr>
            <p:cNvSpPr/>
            <p:nvPr/>
          </p:nvSpPr>
          <p:spPr>
            <a:xfrm>
              <a:off x="1515054" y="1885990"/>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180835 w 362309"/>
                <a:gd name="connsiteY6" fmla="*/ 348565 h 362610"/>
                <a:gd name="connsiteX7" fmla="*/ 12780 w 362309"/>
                <a:gd name="connsiteY7" fmla="*/ 180028 h 362610"/>
                <a:gd name="connsiteX8" fmla="*/ 181474 w 362309"/>
                <a:gd name="connsiteY8" fmla="*/ 11491 h 362610"/>
                <a:gd name="connsiteX9" fmla="*/ 349529 w 362309"/>
                <a:gd name="connsiteY9" fmla="*/ 180028 h 362610"/>
                <a:gd name="connsiteX10" fmla="*/ 349529 w 362309"/>
                <a:gd name="connsiteY10" fmla="*/ 180028 h 362610"/>
                <a:gd name="connsiteX11" fmla="*/ 180835 w 362309"/>
                <a:gd name="connsiteY11" fmla="*/ 348565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1670" y="80438"/>
                    <a:pt x="280518" y="0"/>
                    <a:pt x="180835" y="0"/>
                  </a:cubicBezTo>
                  <a:lnTo>
                    <a:pt x="180835" y="0"/>
                  </a:lnTo>
                  <a:close/>
                  <a:moveTo>
                    <a:pt x="180835" y="348565"/>
                  </a:moveTo>
                  <a:cubicBezTo>
                    <a:pt x="87542" y="348565"/>
                    <a:pt x="12780" y="273235"/>
                    <a:pt x="12780" y="180028"/>
                  </a:cubicBezTo>
                  <a:cubicBezTo>
                    <a:pt x="12780" y="86822"/>
                    <a:pt x="88181" y="11491"/>
                    <a:pt x="181474" y="11491"/>
                  </a:cubicBezTo>
                  <a:cubicBezTo>
                    <a:pt x="274767" y="11491"/>
                    <a:pt x="349529" y="86822"/>
                    <a:pt x="349529" y="180028"/>
                  </a:cubicBezTo>
                  <a:cubicBezTo>
                    <a:pt x="349529" y="180028"/>
                    <a:pt x="349529" y="180028"/>
                    <a:pt x="349529" y="180028"/>
                  </a:cubicBezTo>
                  <a:cubicBezTo>
                    <a:pt x="348891" y="273235"/>
                    <a:pt x="273489" y="348565"/>
                    <a:pt x="180835" y="348565"/>
                  </a:cubicBezTo>
                  <a:close/>
                </a:path>
              </a:pathLst>
            </a:custGeom>
            <a:solidFill>
              <a:srgbClr val="0076A8"/>
            </a:solidFill>
            <a:ln w="6390" cap="flat">
              <a:noFill/>
              <a:prstDash val="solid"/>
              <a:miter/>
            </a:ln>
          </p:spPr>
          <p:txBody>
            <a:bodyPr rtlCol="0" anchor="ctr"/>
            <a:lstStyle/>
            <a:p>
              <a:endParaRPr lang="en-US"/>
            </a:p>
          </p:txBody>
        </p:sp>
        <p:sp>
          <p:nvSpPr>
            <p:cNvPr id="1285" name="Graphic 4">
              <a:extLst>
                <a:ext uri="{FF2B5EF4-FFF2-40B4-BE49-F238E27FC236}">
                  <a16:creationId xmlns:a16="http://schemas.microsoft.com/office/drawing/2014/main" id="{8F45F3FB-91A6-C34C-9071-C007E1F362D6}"/>
                </a:ext>
              </a:extLst>
            </p:cNvPr>
            <p:cNvSpPr/>
            <p:nvPr/>
          </p:nvSpPr>
          <p:spPr>
            <a:xfrm>
              <a:off x="1675441" y="2102168"/>
              <a:ext cx="12779" cy="13007"/>
            </a:xfrm>
            <a:custGeom>
              <a:avLst/>
              <a:gdLst>
                <a:gd name="connsiteX0" fmla="*/ 1917 w 12779"/>
                <a:gd name="connsiteY0" fmla="*/ 11092 h 13007"/>
                <a:gd name="connsiteX1" fmla="*/ 3834 w 12779"/>
                <a:gd name="connsiteY1" fmla="*/ 12369 h 13007"/>
                <a:gd name="connsiteX2" fmla="*/ 6390 w 12779"/>
                <a:gd name="connsiteY2" fmla="*/ 13007 h 13007"/>
                <a:gd name="connsiteX3" fmla="*/ 8946 w 12779"/>
                <a:gd name="connsiteY3" fmla="*/ 12369 h 13007"/>
                <a:gd name="connsiteX4" fmla="*/ 10863 w 12779"/>
                <a:gd name="connsiteY4" fmla="*/ 11092 h 13007"/>
                <a:gd name="connsiteX5" fmla="*/ 12141 w 12779"/>
                <a:gd name="connsiteY5" fmla="*/ 9177 h 13007"/>
                <a:gd name="connsiteX6" fmla="*/ 12780 w 12779"/>
                <a:gd name="connsiteY6" fmla="*/ 6623 h 13007"/>
                <a:gd name="connsiteX7" fmla="*/ 12780 w 12779"/>
                <a:gd name="connsiteY7" fmla="*/ 5347 h 13007"/>
                <a:gd name="connsiteX8" fmla="*/ 10863 w 12779"/>
                <a:gd name="connsiteY8" fmla="*/ 2155 h 13007"/>
                <a:gd name="connsiteX9" fmla="*/ 10224 w 12779"/>
                <a:gd name="connsiteY9" fmla="*/ 1516 h 13007"/>
                <a:gd name="connsiteX10" fmla="*/ 8946 w 12779"/>
                <a:gd name="connsiteY10" fmla="*/ 878 h 13007"/>
                <a:gd name="connsiteX11" fmla="*/ 7668 w 12779"/>
                <a:gd name="connsiteY11" fmla="*/ 239 h 13007"/>
                <a:gd name="connsiteX12" fmla="*/ 1917 w 12779"/>
                <a:gd name="connsiteY12" fmla="*/ 2155 h 13007"/>
                <a:gd name="connsiteX13" fmla="*/ 0 w 12779"/>
                <a:gd name="connsiteY13" fmla="*/ 6623 h 13007"/>
                <a:gd name="connsiteX14" fmla="*/ 639 w 12779"/>
                <a:gd name="connsiteY14" fmla="*/ 9177 h 13007"/>
                <a:gd name="connsiteX15" fmla="*/ 1917 w 12779"/>
                <a:gd name="connsiteY15" fmla="*/ 11092 h 13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79" h="13007">
                  <a:moveTo>
                    <a:pt x="1917" y="11092"/>
                  </a:moveTo>
                  <a:cubicBezTo>
                    <a:pt x="2556" y="11731"/>
                    <a:pt x="3195" y="12369"/>
                    <a:pt x="3834" y="12369"/>
                  </a:cubicBezTo>
                  <a:cubicBezTo>
                    <a:pt x="4473" y="13007"/>
                    <a:pt x="5751" y="13007"/>
                    <a:pt x="6390" y="13007"/>
                  </a:cubicBezTo>
                  <a:cubicBezTo>
                    <a:pt x="7029" y="13007"/>
                    <a:pt x="8307" y="13007"/>
                    <a:pt x="8946" y="12369"/>
                  </a:cubicBezTo>
                  <a:cubicBezTo>
                    <a:pt x="9585" y="11731"/>
                    <a:pt x="10224" y="11731"/>
                    <a:pt x="10863" y="11092"/>
                  </a:cubicBezTo>
                  <a:cubicBezTo>
                    <a:pt x="11502" y="10454"/>
                    <a:pt x="12141" y="9815"/>
                    <a:pt x="12141" y="9177"/>
                  </a:cubicBezTo>
                  <a:cubicBezTo>
                    <a:pt x="12141" y="8539"/>
                    <a:pt x="12780" y="7262"/>
                    <a:pt x="12780" y="6623"/>
                  </a:cubicBezTo>
                  <a:cubicBezTo>
                    <a:pt x="12780" y="5985"/>
                    <a:pt x="12780" y="5985"/>
                    <a:pt x="12780" y="5347"/>
                  </a:cubicBezTo>
                  <a:cubicBezTo>
                    <a:pt x="12780" y="4070"/>
                    <a:pt x="12141" y="2793"/>
                    <a:pt x="10863" y="2155"/>
                  </a:cubicBezTo>
                  <a:lnTo>
                    <a:pt x="10224" y="1516"/>
                  </a:lnTo>
                  <a:cubicBezTo>
                    <a:pt x="9585" y="1516"/>
                    <a:pt x="9585" y="878"/>
                    <a:pt x="8946" y="878"/>
                  </a:cubicBezTo>
                  <a:cubicBezTo>
                    <a:pt x="8307" y="878"/>
                    <a:pt x="8307" y="878"/>
                    <a:pt x="7668" y="239"/>
                  </a:cubicBezTo>
                  <a:cubicBezTo>
                    <a:pt x="5751" y="-399"/>
                    <a:pt x="3195" y="239"/>
                    <a:pt x="1917" y="2155"/>
                  </a:cubicBezTo>
                  <a:cubicBezTo>
                    <a:pt x="639" y="3431"/>
                    <a:pt x="0" y="4708"/>
                    <a:pt x="0" y="6623"/>
                  </a:cubicBezTo>
                  <a:cubicBezTo>
                    <a:pt x="0" y="7262"/>
                    <a:pt x="0" y="8539"/>
                    <a:pt x="639" y="9177"/>
                  </a:cubicBezTo>
                  <a:cubicBezTo>
                    <a:pt x="1278" y="9177"/>
                    <a:pt x="1278" y="10454"/>
                    <a:pt x="1917" y="11092"/>
                  </a:cubicBezTo>
                  <a:close/>
                </a:path>
              </a:pathLst>
            </a:custGeom>
            <a:solidFill>
              <a:srgbClr val="0076A8"/>
            </a:solidFill>
            <a:ln w="6390" cap="flat">
              <a:noFill/>
              <a:prstDash val="solid"/>
              <a:miter/>
            </a:ln>
          </p:spPr>
          <p:txBody>
            <a:bodyPr rtlCol="0" anchor="ctr"/>
            <a:lstStyle/>
            <a:p>
              <a:endParaRPr lang="en-US"/>
            </a:p>
          </p:txBody>
        </p:sp>
        <p:sp>
          <p:nvSpPr>
            <p:cNvPr id="1286" name="Graphic 4">
              <a:extLst>
                <a:ext uri="{FF2B5EF4-FFF2-40B4-BE49-F238E27FC236}">
                  <a16:creationId xmlns:a16="http://schemas.microsoft.com/office/drawing/2014/main" id="{96F5E059-71D7-8B46-9CC3-457749C1D3DA}"/>
                </a:ext>
              </a:extLst>
            </p:cNvPr>
            <p:cNvSpPr/>
            <p:nvPr/>
          </p:nvSpPr>
          <p:spPr>
            <a:xfrm>
              <a:off x="1675441" y="2129859"/>
              <a:ext cx="12779" cy="12768"/>
            </a:xfrm>
            <a:custGeom>
              <a:avLst/>
              <a:gdLst>
                <a:gd name="connsiteX0" fmla="*/ 6390 w 12779"/>
                <a:gd name="connsiteY0" fmla="*/ 12768 h 12768"/>
                <a:gd name="connsiteX1" fmla="*/ 10863 w 12779"/>
                <a:gd name="connsiteY1" fmla="*/ 10853 h 12768"/>
                <a:gd name="connsiteX2" fmla="*/ 12780 w 12779"/>
                <a:gd name="connsiteY2" fmla="*/ 6384 h 12768"/>
                <a:gd name="connsiteX3" fmla="*/ 12141 w 12779"/>
                <a:gd name="connsiteY3" fmla="*/ 3830 h 12768"/>
                <a:gd name="connsiteX4" fmla="*/ 10863 w 12779"/>
                <a:gd name="connsiteY4" fmla="*/ 1915 h 12768"/>
                <a:gd name="connsiteX5" fmla="*/ 1917 w 12779"/>
                <a:gd name="connsiteY5" fmla="*/ 1915 h 12768"/>
                <a:gd name="connsiteX6" fmla="*/ 1917 w 12779"/>
                <a:gd name="connsiteY6" fmla="*/ 1915 h 12768"/>
                <a:gd name="connsiteX7" fmla="*/ 639 w 12779"/>
                <a:gd name="connsiteY7" fmla="*/ 3830 h 12768"/>
                <a:gd name="connsiteX8" fmla="*/ 0 w 12779"/>
                <a:gd name="connsiteY8" fmla="*/ 6384 h 12768"/>
                <a:gd name="connsiteX9" fmla="*/ 1917 w 12779"/>
                <a:gd name="connsiteY9" fmla="*/ 10853 h 12768"/>
                <a:gd name="connsiteX10" fmla="*/ 6390 w 12779"/>
                <a:gd name="connsiteY10" fmla="*/ 12768 h 1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9" h="12768">
                  <a:moveTo>
                    <a:pt x="6390" y="12768"/>
                  </a:moveTo>
                  <a:cubicBezTo>
                    <a:pt x="8307" y="12768"/>
                    <a:pt x="9585" y="12130"/>
                    <a:pt x="10863" y="10853"/>
                  </a:cubicBezTo>
                  <a:cubicBezTo>
                    <a:pt x="12141" y="9576"/>
                    <a:pt x="12780" y="8299"/>
                    <a:pt x="12780" y="6384"/>
                  </a:cubicBezTo>
                  <a:cubicBezTo>
                    <a:pt x="12780" y="5746"/>
                    <a:pt x="12780" y="4469"/>
                    <a:pt x="12141" y="3830"/>
                  </a:cubicBezTo>
                  <a:cubicBezTo>
                    <a:pt x="12141" y="3192"/>
                    <a:pt x="11502" y="2554"/>
                    <a:pt x="10863" y="1915"/>
                  </a:cubicBezTo>
                  <a:cubicBezTo>
                    <a:pt x="8307" y="-638"/>
                    <a:pt x="4473" y="-638"/>
                    <a:pt x="1917" y="1915"/>
                  </a:cubicBezTo>
                  <a:cubicBezTo>
                    <a:pt x="1917" y="1915"/>
                    <a:pt x="1917" y="1915"/>
                    <a:pt x="1917" y="1915"/>
                  </a:cubicBezTo>
                  <a:cubicBezTo>
                    <a:pt x="1278" y="2554"/>
                    <a:pt x="639" y="3192"/>
                    <a:pt x="639" y="3830"/>
                  </a:cubicBezTo>
                  <a:cubicBezTo>
                    <a:pt x="0" y="4469"/>
                    <a:pt x="0" y="5746"/>
                    <a:pt x="0" y="6384"/>
                  </a:cubicBezTo>
                  <a:cubicBezTo>
                    <a:pt x="0" y="8299"/>
                    <a:pt x="639" y="9576"/>
                    <a:pt x="1917" y="10853"/>
                  </a:cubicBezTo>
                  <a:cubicBezTo>
                    <a:pt x="3195" y="12130"/>
                    <a:pt x="4473" y="12768"/>
                    <a:pt x="6390" y="12768"/>
                  </a:cubicBezTo>
                  <a:close/>
                </a:path>
              </a:pathLst>
            </a:custGeom>
            <a:solidFill>
              <a:srgbClr val="0076A8"/>
            </a:solidFill>
            <a:ln w="6390" cap="flat">
              <a:noFill/>
              <a:prstDash val="solid"/>
              <a:miter/>
            </a:ln>
          </p:spPr>
          <p:txBody>
            <a:bodyPr rtlCol="0" anchor="ctr"/>
            <a:lstStyle/>
            <a:p>
              <a:endParaRPr lang="en-US"/>
            </a:p>
          </p:txBody>
        </p:sp>
        <p:sp>
          <p:nvSpPr>
            <p:cNvPr id="1287" name="Graphic 4">
              <a:extLst>
                <a:ext uri="{FF2B5EF4-FFF2-40B4-BE49-F238E27FC236}">
                  <a16:creationId xmlns:a16="http://schemas.microsoft.com/office/drawing/2014/main" id="{541D5CF0-F1E4-774A-A389-5AF340F28C55}"/>
                </a:ext>
              </a:extLst>
            </p:cNvPr>
            <p:cNvSpPr/>
            <p:nvPr/>
          </p:nvSpPr>
          <p:spPr>
            <a:xfrm>
              <a:off x="1647964" y="2102408"/>
              <a:ext cx="12779" cy="12768"/>
            </a:xfrm>
            <a:custGeom>
              <a:avLst/>
              <a:gdLst>
                <a:gd name="connsiteX0" fmla="*/ 3834 w 12779"/>
                <a:gd name="connsiteY0" fmla="*/ 12130 h 12768"/>
                <a:gd name="connsiteX1" fmla="*/ 6390 w 12779"/>
                <a:gd name="connsiteY1" fmla="*/ 12768 h 12768"/>
                <a:gd name="connsiteX2" fmla="*/ 10863 w 12779"/>
                <a:gd name="connsiteY2" fmla="*/ 10853 h 12768"/>
                <a:gd name="connsiteX3" fmla="*/ 12141 w 12779"/>
                <a:gd name="connsiteY3" fmla="*/ 8938 h 12768"/>
                <a:gd name="connsiteX4" fmla="*/ 12780 w 12779"/>
                <a:gd name="connsiteY4" fmla="*/ 6384 h 12768"/>
                <a:gd name="connsiteX5" fmla="*/ 10863 w 12779"/>
                <a:gd name="connsiteY5" fmla="*/ 1915 h 12768"/>
                <a:gd name="connsiteX6" fmla="*/ 1917 w 12779"/>
                <a:gd name="connsiteY6" fmla="*/ 1915 h 12768"/>
                <a:gd name="connsiteX7" fmla="*/ 0 w 12779"/>
                <a:gd name="connsiteY7" fmla="*/ 6384 h 12768"/>
                <a:gd name="connsiteX8" fmla="*/ 1917 w 12779"/>
                <a:gd name="connsiteY8" fmla="*/ 10853 h 12768"/>
                <a:gd name="connsiteX9" fmla="*/ 3834 w 12779"/>
                <a:gd name="connsiteY9" fmla="*/ 12130 h 1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79" h="12768">
                  <a:moveTo>
                    <a:pt x="3834" y="12130"/>
                  </a:moveTo>
                  <a:cubicBezTo>
                    <a:pt x="4473" y="12768"/>
                    <a:pt x="5751" y="12768"/>
                    <a:pt x="6390" y="12768"/>
                  </a:cubicBezTo>
                  <a:cubicBezTo>
                    <a:pt x="8307" y="12768"/>
                    <a:pt x="9585" y="12130"/>
                    <a:pt x="10863" y="10853"/>
                  </a:cubicBezTo>
                  <a:cubicBezTo>
                    <a:pt x="11502" y="10214"/>
                    <a:pt x="12141" y="9576"/>
                    <a:pt x="12141" y="8938"/>
                  </a:cubicBezTo>
                  <a:cubicBezTo>
                    <a:pt x="12141" y="8299"/>
                    <a:pt x="12780" y="7661"/>
                    <a:pt x="12780" y="6384"/>
                  </a:cubicBezTo>
                  <a:cubicBezTo>
                    <a:pt x="12780" y="4469"/>
                    <a:pt x="12141" y="3192"/>
                    <a:pt x="10863" y="1915"/>
                  </a:cubicBezTo>
                  <a:cubicBezTo>
                    <a:pt x="8307" y="-638"/>
                    <a:pt x="4473" y="-638"/>
                    <a:pt x="1917" y="1915"/>
                  </a:cubicBezTo>
                  <a:cubicBezTo>
                    <a:pt x="639" y="3192"/>
                    <a:pt x="0" y="4469"/>
                    <a:pt x="0" y="6384"/>
                  </a:cubicBezTo>
                  <a:cubicBezTo>
                    <a:pt x="0" y="8299"/>
                    <a:pt x="639" y="9576"/>
                    <a:pt x="1917" y="10853"/>
                  </a:cubicBezTo>
                  <a:cubicBezTo>
                    <a:pt x="1917" y="10853"/>
                    <a:pt x="2556" y="11491"/>
                    <a:pt x="3834" y="12130"/>
                  </a:cubicBezTo>
                  <a:close/>
                </a:path>
              </a:pathLst>
            </a:custGeom>
            <a:solidFill>
              <a:srgbClr val="0076A8"/>
            </a:solidFill>
            <a:ln w="6390" cap="flat">
              <a:noFill/>
              <a:prstDash val="solid"/>
              <a:miter/>
            </a:ln>
          </p:spPr>
          <p:txBody>
            <a:bodyPr rtlCol="0" anchor="ctr"/>
            <a:lstStyle/>
            <a:p>
              <a:endParaRPr lang="en-US"/>
            </a:p>
          </p:txBody>
        </p:sp>
        <p:sp>
          <p:nvSpPr>
            <p:cNvPr id="1288" name="Graphic 4">
              <a:extLst>
                <a:ext uri="{FF2B5EF4-FFF2-40B4-BE49-F238E27FC236}">
                  <a16:creationId xmlns:a16="http://schemas.microsoft.com/office/drawing/2014/main" id="{AC014535-1512-4542-96E3-E1F4DCB2ADF5}"/>
                </a:ext>
              </a:extLst>
            </p:cNvPr>
            <p:cNvSpPr/>
            <p:nvPr/>
          </p:nvSpPr>
          <p:spPr>
            <a:xfrm>
              <a:off x="1647325" y="2074318"/>
              <a:ext cx="12779" cy="12767"/>
            </a:xfrm>
            <a:custGeom>
              <a:avLst/>
              <a:gdLst>
                <a:gd name="connsiteX0" fmla="*/ 1917 w 12779"/>
                <a:gd name="connsiteY0" fmla="*/ 10853 h 12767"/>
                <a:gd name="connsiteX1" fmla="*/ 6390 w 12779"/>
                <a:gd name="connsiteY1" fmla="*/ 12768 h 12767"/>
                <a:gd name="connsiteX2" fmla="*/ 12780 w 12779"/>
                <a:gd name="connsiteY2" fmla="*/ 6384 h 12767"/>
                <a:gd name="connsiteX3" fmla="*/ 10863 w 12779"/>
                <a:gd name="connsiteY3" fmla="*/ 1915 h 12767"/>
                <a:gd name="connsiteX4" fmla="*/ 1917 w 12779"/>
                <a:gd name="connsiteY4" fmla="*/ 1915 h 12767"/>
                <a:gd name="connsiteX5" fmla="*/ 0 w 12779"/>
                <a:gd name="connsiteY5" fmla="*/ 6384 h 12767"/>
                <a:gd name="connsiteX6" fmla="*/ 639 w 12779"/>
                <a:gd name="connsiteY6" fmla="*/ 8938 h 12767"/>
                <a:gd name="connsiteX7" fmla="*/ 1917 w 12779"/>
                <a:gd name="connsiteY7" fmla="*/ 10853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9" h="12767">
                  <a:moveTo>
                    <a:pt x="1917" y="10853"/>
                  </a:moveTo>
                  <a:cubicBezTo>
                    <a:pt x="3195" y="12130"/>
                    <a:pt x="4473" y="12768"/>
                    <a:pt x="6390" y="12768"/>
                  </a:cubicBezTo>
                  <a:cubicBezTo>
                    <a:pt x="10224" y="12768"/>
                    <a:pt x="12780" y="9576"/>
                    <a:pt x="12780" y="6384"/>
                  </a:cubicBezTo>
                  <a:cubicBezTo>
                    <a:pt x="12780" y="4469"/>
                    <a:pt x="12141" y="3192"/>
                    <a:pt x="10863" y="1915"/>
                  </a:cubicBezTo>
                  <a:cubicBezTo>
                    <a:pt x="8307" y="-638"/>
                    <a:pt x="4473" y="-638"/>
                    <a:pt x="1917" y="1915"/>
                  </a:cubicBezTo>
                  <a:cubicBezTo>
                    <a:pt x="639" y="3192"/>
                    <a:pt x="0" y="4469"/>
                    <a:pt x="0" y="6384"/>
                  </a:cubicBezTo>
                  <a:cubicBezTo>
                    <a:pt x="0" y="7022"/>
                    <a:pt x="0" y="8299"/>
                    <a:pt x="639" y="8938"/>
                  </a:cubicBezTo>
                  <a:cubicBezTo>
                    <a:pt x="1278" y="9576"/>
                    <a:pt x="1278" y="10214"/>
                    <a:pt x="1917" y="10853"/>
                  </a:cubicBezTo>
                  <a:close/>
                </a:path>
              </a:pathLst>
            </a:custGeom>
            <a:solidFill>
              <a:srgbClr val="0076A8"/>
            </a:solidFill>
            <a:ln w="6390" cap="flat">
              <a:noFill/>
              <a:prstDash val="solid"/>
              <a:miter/>
            </a:ln>
          </p:spPr>
          <p:txBody>
            <a:bodyPr rtlCol="0" anchor="ctr"/>
            <a:lstStyle/>
            <a:p>
              <a:endParaRPr lang="en-US"/>
            </a:p>
          </p:txBody>
        </p:sp>
        <p:sp>
          <p:nvSpPr>
            <p:cNvPr id="1289" name="Graphic 4">
              <a:extLst>
                <a:ext uri="{FF2B5EF4-FFF2-40B4-BE49-F238E27FC236}">
                  <a16:creationId xmlns:a16="http://schemas.microsoft.com/office/drawing/2014/main" id="{5588485E-628D-AA4E-9D08-9ECB60847591}"/>
                </a:ext>
              </a:extLst>
            </p:cNvPr>
            <p:cNvSpPr/>
            <p:nvPr/>
          </p:nvSpPr>
          <p:spPr>
            <a:xfrm>
              <a:off x="1675441" y="2074318"/>
              <a:ext cx="12779" cy="12767"/>
            </a:xfrm>
            <a:custGeom>
              <a:avLst/>
              <a:gdLst>
                <a:gd name="connsiteX0" fmla="*/ 1917 w 12779"/>
                <a:gd name="connsiteY0" fmla="*/ 10853 h 12767"/>
                <a:gd name="connsiteX1" fmla="*/ 6390 w 12779"/>
                <a:gd name="connsiteY1" fmla="*/ 12768 h 12767"/>
                <a:gd name="connsiteX2" fmla="*/ 10863 w 12779"/>
                <a:gd name="connsiteY2" fmla="*/ 10853 h 12767"/>
                <a:gd name="connsiteX3" fmla="*/ 10863 w 12779"/>
                <a:gd name="connsiteY3" fmla="*/ 1915 h 12767"/>
                <a:gd name="connsiteX4" fmla="*/ 1917 w 12779"/>
                <a:gd name="connsiteY4" fmla="*/ 1915 h 12767"/>
                <a:gd name="connsiteX5" fmla="*/ 1917 w 12779"/>
                <a:gd name="connsiteY5" fmla="*/ 1915 h 12767"/>
                <a:gd name="connsiteX6" fmla="*/ 0 w 12779"/>
                <a:gd name="connsiteY6" fmla="*/ 6384 h 12767"/>
                <a:gd name="connsiteX7" fmla="*/ 639 w 12779"/>
                <a:gd name="connsiteY7" fmla="*/ 8938 h 12767"/>
                <a:gd name="connsiteX8" fmla="*/ 1917 w 12779"/>
                <a:gd name="connsiteY8" fmla="*/ 10853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79" h="12767">
                  <a:moveTo>
                    <a:pt x="1917" y="10853"/>
                  </a:moveTo>
                  <a:cubicBezTo>
                    <a:pt x="3195" y="12130"/>
                    <a:pt x="4473" y="12768"/>
                    <a:pt x="6390" y="12768"/>
                  </a:cubicBezTo>
                  <a:cubicBezTo>
                    <a:pt x="8307" y="12768"/>
                    <a:pt x="9585" y="12130"/>
                    <a:pt x="10863" y="10853"/>
                  </a:cubicBezTo>
                  <a:cubicBezTo>
                    <a:pt x="13419" y="8299"/>
                    <a:pt x="13419" y="4469"/>
                    <a:pt x="10863" y="1915"/>
                  </a:cubicBezTo>
                  <a:cubicBezTo>
                    <a:pt x="8307" y="-638"/>
                    <a:pt x="4473" y="-638"/>
                    <a:pt x="1917" y="1915"/>
                  </a:cubicBezTo>
                  <a:cubicBezTo>
                    <a:pt x="1917" y="1915"/>
                    <a:pt x="1917" y="1915"/>
                    <a:pt x="1917" y="1915"/>
                  </a:cubicBezTo>
                  <a:cubicBezTo>
                    <a:pt x="639" y="3192"/>
                    <a:pt x="0" y="4469"/>
                    <a:pt x="0" y="6384"/>
                  </a:cubicBezTo>
                  <a:cubicBezTo>
                    <a:pt x="0" y="7022"/>
                    <a:pt x="0" y="8299"/>
                    <a:pt x="639" y="8938"/>
                  </a:cubicBezTo>
                  <a:cubicBezTo>
                    <a:pt x="639" y="9576"/>
                    <a:pt x="1278" y="10214"/>
                    <a:pt x="1917" y="10853"/>
                  </a:cubicBezTo>
                  <a:close/>
                </a:path>
              </a:pathLst>
            </a:custGeom>
            <a:solidFill>
              <a:srgbClr val="0076A8"/>
            </a:solidFill>
            <a:ln w="6390" cap="flat">
              <a:noFill/>
              <a:prstDash val="solid"/>
              <a:miter/>
            </a:ln>
          </p:spPr>
          <p:txBody>
            <a:bodyPr rtlCol="0" anchor="ctr"/>
            <a:lstStyle/>
            <a:p>
              <a:endParaRPr lang="en-US"/>
            </a:p>
          </p:txBody>
        </p:sp>
        <p:sp>
          <p:nvSpPr>
            <p:cNvPr id="1290" name="Graphic 4">
              <a:extLst>
                <a:ext uri="{FF2B5EF4-FFF2-40B4-BE49-F238E27FC236}">
                  <a16:creationId xmlns:a16="http://schemas.microsoft.com/office/drawing/2014/main" id="{EAD71581-C062-BA48-A353-B5887CC5D706}"/>
                </a:ext>
              </a:extLst>
            </p:cNvPr>
            <p:cNvSpPr/>
            <p:nvPr/>
          </p:nvSpPr>
          <p:spPr>
            <a:xfrm>
              <a:off x="1675441" y="2046203"/>
              <a:ext cx="12779" cy="12793"/>
            </a:xfrm>
            <a:custGeom>
              <a:avLst/>
              <a:gdLst>
                <a:gd name="connsiteX0" fmla="*/ 6390 w 12779"/>
                <a:gd name="connsiteY0" fmla="*/ 12794 h 12793"/>
                <a:gd name="connsiteX1" fmla="*/ 12780 w 12779"/>
                <a:gd name="connsiteY1" fmla="*/ 6410 h 12793"/>
                <a:gd name="connsiteX2" fmla="*/ 10863 w 12779"/>
                <a:gd name="connsiteY2" fmla="*/ 1941 h 12793"/>
                <a:gd name="connsiteX3" fmla="*/ 8946 w 12779"/>
                <a:gd name="connsiteY3" fmla="*/ 664 h 12793"/>
                <a:gd name="connsiteX4" fmla="*/ 1917 w 12779"/>
                <a:gd name="connsiteY4" fmla="*/ 1941 h 12793"/>
                <a:gd name="connsiteX5" fmla="*/ 0 w 12779"/>
                <a:gd name="connsiteY5" fmla="*/ 6410 h 12793"/>
                <a:gd name="connsiteX6" fmla="*/ 1917 w 12779"/>
                <a:gd name="connsiteY6" fmla="*/ 10879 h 12793"/>
                <a:gd name="connsiteX7" fmla="*/ 6390 w 12779"/>
                <a:gd name="connsiteY7" fmla="*/ 12794 h 1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9" h="12793">
                  <a:moveTo>
                    <a:pt x="6390" y="12794"/>
                  </a:moveTo>
                  <a:cubicBezTo>
                    <a:pt x="10224" y="12794"/>
                    <a:pt x="12780" y="10240"/>
                    <a:pt x="12780" y="6410"/>
                  </a:cubicBezTo>
                  <a:cubicBezTo>
                    <a:pt x="12780" y="4495"/>
                    <a:pt x="12141" y="3218"/>
                    <a:pt x="10863" y="1941"/>
                  </a:cubicBezTo>
                  <a:cubicBezTo>
                    <a:pt x="10224" y="1303"/>
                    <a:pt x="9585" y="664"/>
                    <a:pt x="8946" y="664"/>
                  </a:cubicBezTo>
                  <a:cubicBezTo>
                    <a:pt x="6390" y="-613"/>
                    <a:pt x="3834" y="26"/>
                    <a:pt x="1917" y="1941"/>
                  </a:cubicBezTo>
                  <a:cubicBezTo>
                    <a:pt x="639" y="3218"/>
                    <a:pt x="0" y="4495"/>
                    <a:pt x="0" y="6410"/>
                  </a:cubicBezTo>
                  <a:cubicBezTo>
                    <a:pt x="0" y="8325"/>
                    <a:pt x="639" y="9602"/>
                    <a:pt x="1917" y="10879"/>
                  </a:cubicBezTo>
                  <a:cubicBezTo>
                    <a:pt x="3195" y="12155"/>
                    <a:pt x="4473" y="12794"/>
                    <a:pt x="6390" y="12794"/>
                  </a:cubicBezTo>
                  <a:close/>
                </a:path>
              </a:pathLst>
            </a:custGeom>
            <a:solidFill>
              <a:srgbClr val="0076A8"/>
            </a:solidFill>
            <a:ln w="6390" cap="flat">
              <a:noFill/>
              <a:prstDash val="solid"/>
              <a:miter/>
            </a:ln>
          </p:spPr>
          <p:txBody>
            <a:bodyPr rtlCol="0" anchor="ctr"/>
            <a:lstStyle/>
            <a:p>
              <a:endParaRPr lang="en-US"/>
            </a:p>
          </p:txBody>
        </p:sp>
        <p:sp>
          <p:nvSpPr>
            <p:cNvPr id="1291" name="Graphic 4">
              <a:extLst>
                <a:ext uri="{FF2B5EF4-FFF2-40B4-BE49-F238E27FC236}">
                  <a16:creationId xmlns:a16="http://schemas.microsoft.com/office/drawing/2014/main" id="{D12AA897-B38B-564B-A84A-CDEEE7BBBFC5}"/>
                </a:ext>
              </a:extLst>
            </p:cNvPr>
            <p:cNvSpPr/>
            <p:nvPr/>
          </p:nvSpPr>
          <p:spPr>
            <a:xfrm>
              <a:off x="1647325" y="2046228"/>
              <a:ext cx="12779" cy="12767"/>
            </a:xfrm>
            <a:custGeom>
              <a:avLst/>
              <a:gdLst>
                <a:gd name="connsiteX0" fmla="*/ 1917 w 12779"/>
                <a:gd name="connsiteY0" fmla="*/ 10853 h 12767"/>
                <a:gd name="connsiteX1" fmla="*/ 3834 w 12779"/>
                <a:gd name="connsiteY1" fmla="*/ 12130 h 12767"/>
                <a:gd name="connsiteX2" fmla="*/ 6390 w 12779"/>
                <a:gd name="connsiteY2" fmla="*/ 12768 h 12767"/>
                <a:gd name="connsiteX3" fmla="*/ 10863 w 12779"/>
                <a:gd name="connsiteY3" fmla="*/ 10853 h 12767"/>
                <a:gd name="connsiteX4" fmla="*/ 12780 w 12779"/>
                <a:gd name="connsiteY4" fmla="*/ 6384 h 12767"/>
                <a:gd name="connsiteX5" fmla="*/ 6390 w 12779"/>
                <a:gd name="connsiteY5" fmla="*/ 0 h 12767"/>
                <a:gd name="connsiteX6" fmla="*/ 3834 w 12779"/>
                <a:gd name="connsiteY6" fmla="*/ 638 h 12767"/>
                <a:gd name="connsiteX7" fmla="*/ 1917 w 12779"/>
                <a:gd name="connsiteY7" fmla="*/ 1915 h 12767"/>
                <a:gd name="connsiteX8" fmla="*/ 0 w 12779"/>
                <a:gd name="connsiteY8" fmla="*/ 6384 h 12767"/>
                <a:gd name="connsiteX9" fmla="*/ 639 w 12779"/>
                <a:gd name="connsiteY9" fmla="*/ 8938 h 12767"/>
                <a:gd name="connsiteX10" fmla="*/ 1917 w 12779"/>
                <a:gd name="connsiteY10" fmla="*/ 10853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9" h="12767">
                  <a:moveTo>
                    <a:pt x="1917" y="10853"/>
                  </a:moveTo>
                  <a:cubicBezTo>
                    <a:pt x="2556" y="11491"/>
                    <a:pt x="3195" y="12130"/>
                    <a:pt x="3834" y="12130"/>
                  </a:cubicBezTo>
                  <a:cubicBezTo>
                    <a:pt x="4473" y="12130"/>
                    <a:pt x="5751" y="12768"/>
                    <a:pt x="6390" y="12768"/>
                  </a:cubicBezTo>
                  <a:cubicBezTo>
                    <a:pt x="8307" y="12768"/>
                    <a:pt x="9585" y="12130"/>
                    <a:pt x="10863" y="10853"/>
                  </a:cubicBezTo>
                  <a:cubicBezTo>
                    <a:pt x="12141" y="9576"/>
                    <a:pt x="12780" y="8299"/>
                    <a:pt x="12780" y="6384"/>
                  </a:cubicBezTo>
                  <a:cubicBezTo>
                    <a:pt x="12780" y="2554"/>
                    <a:pt x="10224" y="0"/>
                    <a:pt x="6390" y="0"/>
                  </a:cubicBezTo>
                  <a:cubicBezTo>
                    <a:pt x="5751" y="0"/>
                    <a:pt x="4473" y="0"/>
                    <a:pt x="3834" y="638"/>
                  </a:cubicBezTo>
                  <a:cubicBezTo>
                    <a:pt x="3195" y="638"/>
                    <a:pt x="2556" y="1277"/>
                    <a:pt x="1917" y="1915"/>
                  </a:cubicBezTo>
                  <a:cubicBezTo>
                    <a:pt x="639" y="3192"/>
                    <a:pt x="0" y="4469"/>
                    <a:pt x="0" y="6384"/>
                  </a:cubicBezTo>
                  <a:cubicBezTo>
                    <a:pt x="0" y="7022"/>
                    <a:pt x="0" y="8299"/>
                    <a:pt x="639" y="8938"/>
                  </a:cubicBezTo>
                  <a:cubicBezTo>
                    <a:pt x="1278" y="9576"/>
                    <a:pt x="1278" y="10214"/>
                    <a:pt x="1917" y="10853"/>
                  </a:cubicBezTo>
                  <a:close/>
                </a:path>
              </a:pathLst>
            </a:custGeom>
            <a:solidFill>
              <a:srgbClr val="0076A8"/>
            </a:solidFill>
            <a:ln w="6390" cap="flat">
              <a:noFill/>
              <a:prstDash val="solid"/>
              <a:miter/>
            </a:ln>
          </p:spPr>
          <p:txBody>
            <a:bodyPr rtlCol="0" anchor="ctr"/>
            <a:lstStyle/>
            <a:p>
              <a:endParaRPr lang="en-US"/>
            </a:p>
          </p:txBody>
        </p:sp>
        <p:sp>
          <p:nvSpPr>
            <p:cNvPr id="1292" name="Graphic 4">
              <a:extLst>
                <a:ext uri="{FF2B5EF4-FFF2-40B4-BE49-F238E27FC236}">
                  <a16:creationId xmlns:a16="http://schemas.microsoft.com/office/drawing/2014/main" id="{A9FBFC19-3649-A044-A8F8-FCCEA5450A31}"/>
                </a:ext>
              </a:extLst>
            </p:cNvPr>
            <p:cNvSpPr/>
            <p:nvPr/>
          </p:nvSpPr>
          <p:spPr>
            <a:xfrm>
              <a:off x="1647325" y="2018139"/>
              <a:ext cx="12779" cy="12767"/>
            </a:xfrm>
            <a:custGeom>
              <a:avLst/>
              <a:gdLst>
                <a:gd name="connsiteX0" fmla="*/ 1917 w 12779"/>
                <a:gd name="connsiteY0" fmla="*/ 10853 h 12767"/>
                <a:gd name="connsiteX1" fmla="*/ 3834 w 12779"/>
                <a:gd name="connsiteY1" fmla="*/ 12130 h 12767"/>
                <a:gd name="connsiteX2" fmla="*/ 6390 w 12779"/>
                <a:gd name="connsiteY2" fmla="*/ 12768 h 12767"/>
                <a:gd name="connsiteX3" fmla="*/ 12141 w 12779"/>
                <a:gd name="connsiteY3" fmla="*/ 8938 h 12767"/>
                <a:gd name="connsiteX4" fmla="*/ 12780 w 12779"/>
                <a:gd name="connsiteY4" fmla="*/ 6384 h 12767"/>
                <a:gd name="connsiteX5" fmla="*/ 6390 w 12779"/>
                <a:gd name="connsiteY5" fmla="*/ 0 h 12767"/>
                <a:gd name="connsiteX6" fmla="*/ 1917 w 12779"/>
                <a:gd name="connsiteY6" fmla="*/ 1915 h 12767"/>
                <a:gd name="connsiteX7" fmla="*/ 639 w 12779"/>
                <a:gd name="connsiteY7" fmla="*/ 3830 h 12767"/>
                <a:gd name="connsiteX8" fmla="*/ 0 w 12779"/>
                <a:gd name="connsiteY8" fmla="*/ 6384 h 12767"/>
                <a:gd name="connsiteX9" fmla="*/ 639 w 12779"/>
                <a:gd name="connsiteY9" fmla="*/ 8938 h 12767"/>
                <a:gd name="connsiteX10" fmla="*/ 1917 w 12779"/>
                <a:gd name="connsiteY10" fmla="*/ 10853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9" h="12767">
                  <a:moveTo>
                    <a:pt x="1917" y="10853"/>
                  </a:moveTo>
                  <a:cubicBezTo>
                    <a:pt x="2556" y="11491"/>
                    <a:pt x="3195" y="12130"/>
                    <a:pt x="3834" y="12130"/>
                  </a:cubicBezTo>
                  <a:cubicBezTo>
                    <a:pt x="4473" y="12768"/>
                    <a:pt x="5751" y="12768"/>
                    <a:pt x="6390" y="12768"/>
                  </a:cubicBezTo>
                  <a:cubicBezTo>
                    <a:pt x="8946" y="12768"/>
                    <a:pt x="11502" y="11491"/>
                    <a:pt x="12141" y="8938"/>
                  </a:cubicBezTo>
                  <a:cubicBezTo>
                    <a:pt x="12141" y="8299"/>
                    <a:pt x="12780" y="7661"/>
                    <a:pt x="12780" y="6384"/>
                  </a:cubicBezTo>
                  <a:cubicBezTo>
                    <a:pt x="12780" y="2554"/>
                    <a:pt x="10224" y="0"/>
                    <a:pt x="6390" y="0"/>
                  </a:cubicBezTo>
                  <a:cubicBezTo>
                    <a:pt x="4473" y="0"/>
                    <a:pt x="3195" y="638"/>
                    <a:pt x="1917" y="1915"/>
                  </a:cubicBezTo>
                  <a:cubicBezTo>
                    <a:pt x="1278" y="2554"/>
                    <a:pt x="639" y="3192"/>
                    <a:pt x="639" y="3830"/>
                  </a:cubicBezTo>
                  <a:cubicBezTo>
                    <a:pt x="0" y="4469"/>
                    <a:pt x="0" y="5746"/>
                    <a:pt x="0" y="6384"/>
                  </a:cubicBezTo>
                  <a:cubicBezTo>
                    <a:pt x="0" y="7022"/>
                    <a:pt x="0" y="8299"/>
                    <a:pt x="639" y="8938"/>
                  </a:cubicBezTo>
                  <a:cubicBezTo>
                    <a:pt x="1278" y="10214"/>
                    <a:pt x="1278" y="10853"/>
                    <a:pt x="1917" y="10853"/>
                  </a:cubicBezTo>
                  <a:close/>
                </a:path>
              </a:pathLst>
            </a:custGeom>
            <a:solidFill>
              <a:srgbClr val="0076A8"/>
            </a:solidFill>
            <a:ln w="6390" cap="flat">
              <a:noFill/>
              <a:prstDash val="solid"/>
              <a:miter/>
            </a:ln>
          </p:spPr>
          <p:txBody>
            <a:bodyPr rtlCol="0" anchor="ctr"/>
            <a:lstStyle/>
            <a:p>
              <a:endParaRPr lang="en-US"/>
            </a:p>
          </p:txBody>
        </p:sp>
        <p:sp>
          <p:nvSpPr>
            <p:cNvPr id="1293" name="Graphic 4">
              <a:extLst>
                <a:ext uri="{FF2B5EF4-FFF2-40B4-BE49-F238E27FC236}">
                  <a16:creationId xmlns:a16="http://schemas.microsoft.com/office/drawing/2014/main" id="{1208B623-D10F-2043-947E-58A22F103FBF}"/>
                </a:ext>
              </a:extLst>
            </p:cNvPr>
            <p:cNvSpPr/>
            <p:nvPr/>
          </p:nvSpPr>
          <p:spPr>
            <a:xfrm>
              <a:off x="1675441" y="2018538"/>
              <a:ext cx="12779" cy="12368"/>
            </a:xfrm>
            <a:custGeom>
              <a:avLst/>
              <a:gdLst>
                <a:gd name="connsiteX0" fmla="*/ 1917 w 12779"/>
                <a:gd name="connsiteY0" fmla="*/ 10454 h 12368"/>
                <a:gd name="connsiteX1" fmla="*/ 3834 w 12779"/>
                <a:gd name="connsiteY1" fmla="*/ 11731 h 12368"/>
                <a:gd name="connsiteX2" fmla="*/ 6390 w 12779"/>
                <a:gd name="connsiteY2" fmla="*/ 12369 h 12368"/>
                <a:gd name="connsiteX3" fmla="*/ 8946 w 12779"/>
                <a:gd name="connsiteY3" fmla="*/ 11731 h 12368"/>
                <a:gd name="connsiteX4" fmla="*/ 10863 w 12779"/>
                <a:gd name="connsiteY4" fmla="*/ 10454 h 12368"/>
                <a:gd name="connsiteX5" fmla="*/ 12141 w 12779"/>
                <a:gd name="connsiteY5" fmla="*/ 8539 h 12368"/>
                <a:gd name="connsiteX6" fmla="*/ 12780 w 12779"/>
                <a:gd name="connsiteY6" fmla="*/ 5985 h 12368"/>
                <a:gd name="connsiteX7" fmla="*/ 10863 w 12779"/>
                <a:gd name="connsiteY7" fmla="*/ 1516 h 12368"/>
                <a:gd name="connsiteX8" fmla="*/ 10224 w 12779"/>
                <a:gd name="connsiteY8" fmla="*/ 878 h 12368"/>
                <a:gd name="connsiteX9" fmla="*/ 8946 w 12779"/>
                <a:gd name="connsiteY9" fmla="*/ 239 h 12368"/>
                <a:gd name="connsiteX10" fmla="*/ 7668 w 12779"/>
                <a:gd name="connsiteY10" fmla="*/ 239 h 12368"/>
                <a:gd name="connsiteX11" fmla="*/ 1917 w 12779"/>
                <a:gd name="connsiteY11" fmla="*/ 2155 h 12368"/>
                <a:gd name="connsiteX12" fmla="*/ 0 w 12779"/>
                <a:gd name="connsiteY12" fmla="*/ 6623 h 12368"/>
                <a:gd name="connsiteX13" fmla="*/ 639 w 12779"/>
                <a:gd name="connsiteY13" fmla="*/ 9177 h 12368"/>
                <a:gd name="connsiteX14" fmla="*/ 1917 w 12779"/>
                <a:gd name="connsiteY14" fmla="*/ 10454 h 12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79" h="12368">
                  <a:moveTo>
                    <a:pt x="1917" y="10454"/>
                  </a:moveTo>
                  <a:cubicBezTo>
                    <a:pt x="2556" y="11092"/>
                    <a:pt x="3195" y="11731"/>
                    <a:pt x="3834" y="11731"/>
                  </a:cubicBezTo>
                  <a:cubicBezTo>
                    <a:pt x="4473" y="12369"/>
                    <a:pt x="5751" y="12369"/>
                    <a:pt x="6390" y="12369"/>
                  </a:cubicBezTo>
                  <a:cubicBezTo>
                    <a:pt x="7029" y="12369"/>
                    <a:pt x="8307" y="12369"/>
                    <a:pt x="8946" y="11731"/>
                  </a:cubicBezTo>
                  <a:cubicBezTo>
                    <a:pt x="9585" y="11731"/>
                    <a:pt x="10224" y="11092"/>
                    <a:pt x="10863" y="10454"/>
                  </a:cubicBezTo>
                  <a:cubicBezTo>
                    <a:pt x="11502" y="9815"/>
                    <a:pt x="12141" y="9177"/>
                    <a:pt x="12141" y="8539"/>
                  </a:cubicBezTo>
                  <a:cubicBezTo>
                    <a:pt x="12141" y="7900"/>
                    <a:pt x="12780" y="6623"/>
                    <a:pt x="12780" y="5985"/>
                  </a:cubicBezTo>
                  <a:cubicBezTo>
                    <a:pt x="12780" y="4070"/>
                    <a:pt x="12141" y="2793"/>
                    <a:pt x="10863" y="1516"/>
                  </a:cubicBezTo>
                  <a:lnTo>
                    <a:pt x="10224" y="878"/>
                  </a:lnTo>
                  <a:lnTo>
                    <a:pt x="8946" y="239"/>
                  </a:lnTo>
                  <a:lnTo>
                    <a:pt x="7668" y="239"/>
                  </a:lnTo>
                  <a:cubicBezTo>
                    <a:pt x="5751" y="-399"/>
                    <a:pt x="3195" y="239"/>
                    <a:pt x="1917" y="2155"/>
                  </a:cubicBezTo>
                  <a:cubicBezTo>
                    <a:pt x="639" y="3431"/>
                    <a:pt x="0" y="4708"/>
                    <a:pt x="0" y="6623"/>
                  </a:cubicBezTo>
                  <a:cubicBezTo>
                    <a:pt x="0" y="7262"/>
                    <a:pt x="0" y="8539"/>
                    <a:pt x="639" y="9177"/>
                  </a:cubicBezTo>
                  <a:cubicBezTo>
                    <a:pt x="639" y="9815"/>
                    <a:pt x="1278" y="10454"/>
                    <a:pt x="1917" y="10454"/>
                  </a:cubicBezTo>
                  <a:close/>
                </a:path>
              </a:pathLst>
            </a:custGeom>
            <a:solidFill>
              <a:srgbClr val="0076A8"/>
            </a:solidFill>
            <a:ln w="6390" cap="flat">
              <a:noFill/>
              <a:prstDash val="solid"/>
              <a:miter/>
            </a:ln>
          </p:spPr>
          <p:txBody>
            <a:bodyPr rtlCol="0" anchor="ctr"/>
            <a:lstStyle/>
            <a:p>
              <a:endParaRPr lang="en-US"/>
            </a:p>
          </p:txBody>
        </p:sp>
        <p:sp>
          <p:nvSpPr>
            <p:cNvPr id="1294" name="Graphic 4">
              <a:extLst>
                <a:ext uri="{FF2B5EF4-FFF2-40B4-BE49-F238E27FC236}">
                  <a16:creationId xmlns:a16="http://schemas.microsoft.com/office/drawing/2014/main" id="{37E2B69E-1B0C-0549-BEB5-3FC29FCA54E3}"/>
                </a:ext>
              </a:extLst>
            </p:cNvPr>
            <p:cNvSpPr/>
            <p:nvPr/>
          </p:nvSpPr>
          <p:spPr>
            <a:xfrm>
              <a:off x="1675441" y="1990688"/>
              <a:ext cx="12779" cy="12767"/>
            </a:xfrm>
            <a:custGeom>
              <a:avLst/>
              <a:gdLst>
                <a:gd name="connsiteX0" fmla="*/ 3834 w 12779"/>
                <a:gd name="connsiteY0" fmla="*/ 12130 h 12767"/>
                <a:gd name="connsiteX1" fmla="*/ 6390 w 12779"/>
                <a:gd name="connsiteY1" fmla="*/ 12768 h 12767"/>
                <a:gd name="connsiteX2" fmla="*/ 8946 w 12779"/>
                <a:gd name="connsiteY2" fmla="*/ 12130 h 12767"/>
                <a:gd name="connsiteX3" fmla="*/ 10863 w 12779"/>
                <a:gd name="connsiteY3" fmla="*/ 10853 h 12767"/>
                <a:gd name="connsiteX4" fmla="*/ 12780 w 12779"/>
                <a:gd name="connsiteY4" fmla="*/ 6384 h 12767"/>
                <a:gd name="connsiteX5" fmla="*/ 6390 w 12779"/>
                <a:gd name="connsiteY5" fmla="*/ 0 h 12767"/>
                <a:gd name="connsiteX6" fmla="*/ 1917 w 12779"/>
                <a:gd name="connsiteY6" fmla="*/ 1915 h 12767"/>
                <a:gd name="connsiteX7" fmla="*/ 639 w 12779"/>
                <a:gd name="connsiteY7" fmla="*/ 3830 h 12767"/>
                <a:gd name="connsiteX8" fmla="*/ 0 w 12779"/>
                <a:gd name="connsiteY8" fmla="*/ 6384 h 12767"/>
                <a:gd name="connsiteX9" fmla="*/ 1917 w 12779"/>
                <a:gd name="connsiteY9" fmla="*/ 10853 h 12767"/>
                <a:gd name="connsiteX10" fmla="*/ 3834 w 12779"/>
                <a:gd name="connsiteY10" fmla="*/ 1213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9" h="12767">
                  <a:moveTo>
                    <a:pt x="3834" y="12130"/>
                  </a:moveTo>
                  <a:cubicBezTo>
                    <a:pt x="4473" y="12130"/>
                    <a:pt x="5751" y="12768"/>
                    <a:pt x="6390" y="12768"/>
                  </a:cubicBezTo>
                  <a:cubicBezTo>
                    <a:pt x="7029" y="12768"/>
                    <a:pt x="8307" y="12768"/>
                    <a:pt x="8946" y="12130"/>
                  </a:cubicBezTo>
                  <a:cubicBezTo>
                    <a:pt x="9585" y="11491"/>
                    <a:pt x="10224" y="11491"/>
                    <a:pt x="10863" y="10853"/>
                  </a:cubicBezTo>
                  <a:cubicBezTo>
                    <a:pt x="12141" y="9576"/>
                    <a:pt x="12780" y="8299"/>
                    <a:pt x="12780" y="6384"/>
                  </a:cubicBezTo>
                  <a:cubicBezTo>
                    <a:pt x="12780" y="2554"/>
                    <a:pt x="9585" y="0"/>
                    <a:pt x="6390" y="0"/>
                  </a:cubicBezTo>
                  <a:cubicBezTo>
                    <a:pt x="4473" y="0"/>
                    <a:pt x="3195" y="638"/>
                    <a:pt x="1917" y="1915"/>
                  </a:cubicBezTo>
                  <a:cubicBezTo>
                    <a:pt x="1278" y="2554"/>
                    <a:pt x="639" y="3192"/>
                    <a:pt x="639" y="3830"/>
                  </a:cubicBezTo>
                  <a:cubicBezTo>
                    <a:pt x="0" y="4469"/>
                    <a:pt x="0" y="5107"/>
                    <a:pt x="0" y="6384"/>
                  </a:cubicBezTo>
                  <a:cubicBezTo>
                    <a:pt x="0" y="8299"/>
                    <a:pt x="639" y="9576"/>
                    <a:pt x="1917" y="10853"/>
                  </a:cubicBezTo>
                  <a:cubicBezTo>
                    <a:pt x="2556" y="11491"/>
                    <a:pt x="3195" y="12130"/>
                    <a:pt x="3834" y="12130"/>
                  </a:cubicBezTo>
                  <a:close/>
                </a:path>
              </a:pathLst>
            </a:custGeom>
            <a:solidFill>
              <a:srgbClr val="0076A8"/>
            </a:solidFill>
            <a:ln w="6390" cap="flat">
              <a:noFill/>
              <a:prstDash val="solid"/>
              <a:miter/>
            </a:ln>
          </p:spPr>
          <p:txBody>
            <a:bodyPr rtlCol="0" anchor="ctr"/>
            <a:lstStyle/>
            <a:p>
              <a:endParaRPr lang="en-US"/>
            </a:p>
          </p:txBody>
        </p:sp>
        <p:sp>
          <p:nvSpPr>
            <p:cNvPr id="1295" name="Graphic 4">
              <a:extLst>
                <a:ext uri="{FF2B5EF4-FFF2-40B4-BE49-F238E27FC236}">
                  <a16:creationId xmlns:a16="http://schemas.microsoft.com/office/drawing/2014/main" id="{BC91C71E-87BB-834D-AD90-0A5F5123DAFF}"/>
                </a:ext>
              </a:extLst>
            </p:cNvPr>
            <p:cNvSpPr/>
            <p:nvPr/>
          </p:nvSpPr>
          <p:spPr>
            <a:xfrm>
              <a:off x="1647964" y="1990688"/>
              <a:ext cx="12779" cy="12768"/>
            </a:xfrm>
            <a:custGeom>
              <a:avLst/>
              <a:gdLst>
                <a:gd name="connsiteX0" fmla="*/ 3834 w 12779"/>
                <a:gd name="connsiteY0" fmla="*/ 12130 h 12768"/>
                <a:gd name="connsiteX1" fmla="*/ 6390 w 12779"/>
                <a:gd name="connsiteY1" fmla="*/ 12768 h 12768"/>
                <a:gd name="connsiteX2" fmla="*/ 10863 w 12779"/>
                <a:gd name="connsiteY2" fmla="*/ 10853 h 12768"/>
                <a:gd name="connsiteX3" fmla="*/ 12780 w 12779"/>
                <a:gd name="connsiteY3" fmla="*/ 6384 h 12768"/>
                <a:gd name="connsiteX4" fmla="*/ 12141 w 12779"/>
                <a:gd name="connsiteY4" fmla="*/ 3830 h 12768"/>
                <a:gd name="connsiteX5" fmla="*/ 10863 w 12779"/>
                <a:gd name="connsiteY5" fmla="*/ 1915 h 12768"/>
                <a:gd name="connsiteX6" fmla="*/ 1917 w 12779"/>
                <a:gd name="connsiteY6" fmla="*/ 1915 h 12768"/>
                <a:gd name="connsiteX7" fmla="*/ 0 w 12779"/>
                <a:gd name="connsiteY7" fmla="*/ 6384 h 12768"/>
                <a:gd name="connsiteX8" fmla="*/ 1917 w 12779"/>
                <a:gd name="connsiteY8" fmla="*/ 10853 h 12768"/>
                <a:gd name="connsiteX9" fmla="*/ 3834 w 12779"/>
                <a:gd name="connsiteY9" fmla="*/ 12130 h 1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79" h="12768">
                  <a:moveTo>
                    <a:pt x="3834" y="12130"/>
                  </a:moveTo>
                  <a:cubicBezTo>
                    <a:pt x="4473" y="12130"/>
                    <a:pt x="5751" y="12768"/>
                    <a:pt x="6390" y="12768"/>
                  </a:cubicBezTo>
                  <a:cubicBezTo>
                    <a:pt x="8307" y="12768"/>
                    <a:pt x="9585" y="12130"/>
                    <a:pt x="10863" y="10853"/>
                  </a:cubicBezTo>
                  <a:cubicBezTo>
                    <a:pt x="12141" y="9576"/>
                    <a:pt x="12780" y="8299"/>
                    <a:pt x="12780" y="6384"/>
                  </a:cubicBezTo>
                  <a:cubicBezTo>
                    <a:pt x="12780" y="5746"/>
                    <a:pt x="12780" y="4469"/>
                    <a:pt x="12141" y="3830"/>
                  </a:cubicBezTo>
                  <a:cubicBezTo>
                    <a:pt x="11502" y="3192"/>
                    <a:pt x="11502" y="2554"/>
                    <a:pt x="10863" y="1915"/>
                  </a:cubicBezTo>
                  <a:cubicBezTo>
                    <a:pt x="8307" y="-638"/>
                    <a:pt x="4473" y="-638"/>
                    <a:pt x="1917" y="1915"/>
                  </a:cubicBezTo>
                  <a:cubicBezTo>
                    <a:pt x="639" y="3192"/>
                    <a:pt x="0" y="4469"/>
                    <a:pt x="0" y="6384"/>
                  </a:cubicBezTo>
                  <a:cubicBezTo>
                    <a:pt x="0" y="8299"/>
                    <a:pt x="639" y="9576"/>
                    <a:pt x="1917" y="10853"/>
                  </a:cubicBezTo>
                  <a:cubicBezTo>
                    <a:pt x="1917" y="11491"/>
                    <a:pt x="2556" y="12130"/>
                    <a:pt x="3834" y="12130"/>
                  </a:cubicBezTo>
                  <a:close/>
                </a:path>
              </a:pathLst>
            </a:custGeom>
            <a:solidFill>
              <a:srgbClr val="0076A8"/>
            </a:solidFill>
            <a:ln w="6390" cap="flat">
              <a:noFill/>
              <a:prstDash val="solid"/>
              <a:miter/>
            </a:ln>
          </p:spPr>
          <p:txBody>
            <a:bodyPr rtlCol="0" anchor="ctr"/>
            <a:lstStyle/>
            <a:p>
              <a:endParaRPr lang="en-US"/>
            </a:p>
          </p:txBody>
        </p:sp>
        <p:sp>
          <p:nvSpPr>
            <p:cNvPr id="1296" name="Graphic 4">
              <a:extLst>
                <a:ext uri="{FF2B5EF4-FFF2-40B4-BE49-F238E27FC236}">
                  <a16:creationId xmlns:a16="http://schemas.microsoft.com/office/drawing/2014/main" id="{8DC53C43-57D6-8547-BA82-9E6FB35863DC}"/>
                </a:ext>
              </a:extLst>
            </p:cNvPr>
            <p:cNvSpPr/>
            <p:nvPr/>
          </p:nvSpPr>
          <p:spPr>
            <a:xfrm>
              <a:off x="1731033" y="2101769"/>
              <a:ext cx="12779" cy="12608"/>
            </a:xfrm>
            <a:custGeom>
              <a:avLst/>
              <a:gdLst>
                <a:gd name="connsiteX0" fmla="*/ 1917 w 12779"/>
                <a:gd name="connsiteY0" fmla="*/ 1915 h 12608"/>
                <a:gd name="connsiteX1" fmla="*/ 0 w 12779"/>
                <a:gd name="connsiteY1" fmla="*/ 6384 h 12608"/>
                <a:gd name="connsiteX2" fmla="*/ 639 w 12779"/>
                <a:gd name="connsiteY2" fmla="*/ 8938 h 12608"/>
                <a:gd name="connsiteX3" fmla="*/ 1917 w 12779"/>
                <a:gd name="connsiteY3" fmla="*/ 10853 h 12608"/>
                <a:gd name="connsiteX4" fmla="*/ 3834 w 12779"/>
                <a:gd name="connsiteY4" fmla="*/ 12130 h 12608"/>
                <a:gd name="connsiteX5" fmla="*/ 8946 w 12779"/>
                <a:gd name="connsiteY5" fmla="*/ 12130 h 12608"/>
                <a:gd name="connsiteX6" fmla="*/ 10863 w 12779"/>
                <a:gd name="connsiteY6" fmla="*/ 10853 h 12608"/>
                <a:gd name="connsiteX7" fmla="*/ 12141 w 12779"/>
                <a:gd name="connsiteY7" fmla="*/ 8938 h 12608"/>
                <a:gd name="connsiteX8" fmla="*/ 12780 w 12779"/>
                <a:gd name="connsiteY8" fmla="*/ 6384 h 12608"/>
                <a:gd name="connsiteX9" fmla="*/ 6390 w 12779"/>
                <a:gd name="connsiteY9" fmla="*/ 0 h 12608"/>
                <a:gd name="connsiteX10" fmla="*/ 1917 w 12779"/>
                <a:gd name="connsiteY10" fmla="*/ 1915 h 12608"/>
                <a:gd name="connsiteX11" fmla="*/ 1917 w 12779"/>
                <a:gd name="connsiteY11" fmla="*/ 1915 h 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79" h="12608">
                  <a:moveTo>
                    <a:pt x="1917" y="1915"/>
                  </a:moveTo>
                  <a:cubicBezTo>
                    <a:pt x="639" y="3192"/>
                    <a:pt x="0" y="4469"/>
                    <a:pt x="0" y="6384"/>
                  </a:cubicBezTo>
                  <a:cubicBezTo>
                    <a:pt x="0" y="7022"/>
                    <a:pt x="0" y="8299"/>
                    <a:pt x="639" y="8938"/>
                  </a:cubicBezTo>
                  <a:cubicBezTo>
                    <a:pt x="639" y="9576"/>
                    <a:pt x="1278" y="10214"/>
                    <a:pt x="1917" y="10853"/>
                  </a:cubicBezTo>
                  <a:cubicBezTo>
                    <a:pt x="2556" y="11491"/>
                    <a:pt x="3195" y="12130"/>
                    <a:pt x="3834" y="12130"/>
                  </a:cubicBezTo>
                  <a:cubicBezTo>
                    <a:pt x="5112" y="12768"/>
                    <a:pt x="7029" y="12768"/>
                    <a:pt x="8946" y="12130"/>
                  </a:cubicBezTo>
                  <a:cubicBezTo>
                    <a:pt x="9585" y="12130"/>
                    <a:pt x="10224" y="11491"/>
                    <a:pt x="10863" y="10853"/>
                  </a:cubicBezTo>
                  <a:cubicBezTo>
                    <a:pt x="11502" y="10214"/>
                    <a:pt x="12141" y="9576"/>
                    <a:pt x="12141" y="8938"/>
                  </a:cubicBezTo>
                  <a:cubicBezTo>
                    <a:pt x="12780" y="8299"/>
                    <a:pt x="12780" y="7661"/>
                    <a:pt x="12780" y="6384"/>
                  </a:cubicBezTo>
                  <a:cubicBezTo>
                    <a:pt x="12780" y="2554"/>
                    <a:pt x="10224" y="0"/>
                    <a:pt x="6390" y="0"/>
                  </a:cubicBezTo>
                  <a:cubicBezTo>
                    <a:pt x="5112" y="0"/>
                    <a:pt x="3195" y="638"/>
                    <a:pt x="1917" y="1915"/>
                  </a:cubicBezTo>
                  <a:lnTo>
                    <a:pt x="1917" y="1915"/>
                  </a:lnTo>
                  <a:close/>
                </a:path>
              </a:pathLst>
            </a:custGeom>
            <a:solidFill>
              <a:srgbClr val="0076A8"/>
            </a:solidFill>
            <a:ln w="6390" cap="flat">
              <a:noFill/>
              <a:prstDash val="solid"/>
              <a:miter/>
            </a:ln>
          </p:spPr>
          <p:txBody>
            <a:bodyPr rtlCol="0" anchor="ctr"/>
            <a:lstStyle/>
            <a:p>
              <a:endParaRPr lang="en-US"/>
            </a:p>
          </p:txBody>
        </p:sp>
        <p:sp>
          <p:nvSpPr>
            <p:cNvPr id="1297" name="Graphic 4">
              <a:extLst>
                <a:ext uri="{FF2B5EF4-FFF2-40B4-BE49-F238E27FC236}">
                  <a16:creationId xmlns:a16="http://schemas.microsoft.com/office/drawing/2014/main" id="{62DE3C28-97CA-0744-B0DF-31581FCD936E}"/>
                </a:ext>
              </a:extLst>
            </p:cNvPr>
            <p:cNvSpPr/>
            <p:nvPr/>
          </p:nvSpPr>
          <p:spPr>
            <a:xfrm>
              <a:off x="1731033" y="2074318"/>
              <a:ext cx="12779" cy="12767"/>
            </a:xfrm>
            <a:custGeom>
              <a:avLst/>
              <a:gdLst>
                <a:gd name="connsiteX0" fmla="*/ 6390 w 12779"/>
                <a:gd name="connsiteY0" fmla="*/ 12768 h 12767"/>
                <a:gd name="connsiteX1" fmla="*/ 10863 w 12779"/>
                <a:gd name="connsiteY1" fmla="*/ 10853 h 12767"/>
                <a:gd name="connsiteX2" fmla="*/ 12141 w 12779"/>
                <a:gd name="connsiteY2" fmla="*/ 8938 h 12767"/>
                <a:gd name="connsiteX3" fmla="*/ 12780 w 12779"/>
                <a:gd name="connsiteY3" fmla="*/ 6384 h 12767"/>
                <a:gd name="connsiteX4" fmla="*/ 10863 w 12779"/>
                <a:gd name="connsiteY4" fmla="*/ 1915 h 12767"/>
                <a:gd name="connsiteX5" fmla="*/ 1917 w 12779"/>
                <a:gd name="connsiteY5" fmla="*/ 1915 h 12767"/>
                <a:gd name="connsiteX6" fmla="*/ 1917 w 12779"/>
                <a:gd name="connsiteY6" fmla="*/ 1915 h 12767"/>
                <a:gd name="connsiteX7" fmla="*/ 1917 w 12779"/>
                <a:gd name="connsiteY7" fmla="*/ 10853 h 12767"/>
                <a:gd name="connsiteX8" fmla="*/ 6390 w 12779"/>
                <a:gd name="connsiteY8"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79" h="12767">
                  <a:moveTo>
                    <a:pt x="6390" y="12768"/>
                  </a:moveTo>
                  <a:cubicBezTo>
                    <a:pt x="8307" y="12768"/>
                    <a:pt x="9585" y="12130"/>
                    <a:pt x="10863" y="10853"/>
                  </a:cubicBezTo>
                  <a:cubicBezTo>
                    <a:pt x="11502" y="10214"/>
                    <a:pt x="12141" y="9576"/>
                    <a:pt x="12141" y="8938"/>
                  </a:cubicBezTo>
                  <a:cubicBezTo>
                    <a:pt x="12780" y="8299"/>
                    <a:pt x="12780" y="7661"/>
                    <a:pt x="12780" y="6384"/>
                  </a:cubicBezTo>
                  <a:cubicBezTo>
                    <a:pt x="12780" y="4469"/>
                    <a:pt x="12141" y="3192"/>
                    <a:pt x="10863" y="1915"/>
                  </a:cubicBezTo>
                  <a:cubicBezTo>
                    <a:pt x="8307" y="-638"/>
                    <a:pt x="4473" y="-638"/>
                    <a:pt x="1917" y="1915"/>
                  </a:cubicBezTo>
                  <a:cubicBezTo>
                    <a:pt x="1917" y="1915"/>
                    <a:pt x="1917" y="1915"/>
                    <a:pt x="1917" y="1915"/>
                  </a:cubicBezTo>
                  <a:cubicBezTo>
                    <a:pt x="-639" y="4469"/>
                    <a:pt x="-639" y="8299"/>
                    <a:pt x="1917" y="10853"/>
                  </a:cubicBezTo>
                  <a:cubicBezTo>
                    <a:pt x="3195" y="12130"/>
                    <a:pt x="5112" y="12768"/>
                    <a:pt x="6390" y="12768"/>
                  </a:cubicBezTo>
                  <a:close/>
                </a:path>
              </a:pathLst>
            </a:custGeom>
            <a:solidFill>
              <a:srgbClr val="0076A8"/>
            </a:solidFill>
            <a:ln w="6390" cap="flat">
              <a:noFill/>
              <a:prstDash val="solid"/>
              <a:miter/>
            </a:ln>
          </p:spPr>
          <p:txBody>
            <a:bodyPr rtlCol="0" anchor="ctr"/>
            <a:lstStyle/>
            <a:p>
              <a:endParaRPr lang="en-US"/>
            </a:p>
          </p:txBody>
        </p:sp>
        <p:sp>
          <p:nvSpPr>
            <p:cNvPr id="1298" name="Graphic 4">
              <a:extLst>
                <a:ext uri="{FF2B5EF4-FFF2-40B4-BE49-F238E27FC236}">
                  <a16:creationId xmlns:a16="http://schemas.microsoft.com/office/drawing/2014/main" id="{0B0870EC-AC83-504E-9E14-28711A2CAC95}"/>
                </a:ext>
              </a:extLst>
            </p:cNvPr>
            <p:cNvSpPr/>
            <p:nvPr/>
          </p:nvSpPr>
          <p:spPr>
            <a:xfrm>
              <a:off x="1731033" y="2046228"/>
              <a:ext cx="12779" cy="12767"/>
            </a:xfrm>
            <a:custGeom>
              <a:avLst/>
              <a:gdLst>
                <a:gd name="connsiteX0" fmla="*/ 6390 w 12779"/>
                <a:gd name="connsiteY0" fmla="*/ 12768 h 12767"/>
                <a:gd name="connsiteX1" fmla="*/ 12780 w 12779"/>
                <a:gd name="connsiteY1" fmla="*/ 6384 h 12767"/>
                <a:gd name="connsiteX2" fmla="*/ 10863 w 12779"/>
                <a:gd name="connsiteY2" fmla="*/ 1915 h 12767"/>
                <a:gd name="connsiteX3" fmla="*/ 1917 w 12779"/>
                <a:gd name="connsiteY3" fmla="*/ 1915 h 12767"/>
                <a:gd name="connsiteX4" fmla="*/ 1917 w 12779"/>
                <a:gd name="connsiteY4" fmla="*/ 1915 h 12767"/>
                <a:gd name="connsiteX5" fmla="*/ 0 w 12779"/>
                <a:gd name="connsiteY5" fmla="*/ 6384 h 12767"/>
                <a:gd name="connsiteX6" fmla="*/ 6390 w 12779"/>
                <a:gd name="connsiteY6" fmla="*/ 12768 h 12767"/>
                <a:gd name="connsiteX7" fmla="*/ 6390 w 12779"/>
                <a:gd name="connsiteY7"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9" h="12767">
                  <a:moveTo>
                    <a:pt x="6390" y="12768"/>
                  </a:moveTo>
                  <a:cubicBezTo>
                    <a:pt x="10224" y="12768"/>
                    <a:pt x="12780" y="10214"/>
                    <a:pt x="12780" y="6384"/>
                  </a:cubicBezTo>
                  <a:cubicBezTo>
                    <a:pt x="12780" y="4469"/>
                    <a:pt x="12141" y="3192"/>
                    <a:pt x="10863" y="1915"/>
                  </a:cubicBezTo>
                  <a:cubicBezTo>
                    <a:pt x="8307" y="-638"/>
                    <a:pt x="4473" y="-638"/>
                    <a:pt x="1917" y="1915"/>
                  </a:cubicBezTo>
                  <a:cubicBezTo>
                    <a:pt x="1917" y="1915"/>
                    <a:pt x="1917" y="1915"/>
                    <a:pt x="1917" y="1915"/>
                  </a:cubicBezTo>
                  <a:cubicBezTo>
                    <a:pt x="639" y="3192"/>
                    <a:pt x="0" y="4469"/>
                    <a:pt x="0" y="6384"/>
                  </a:cubicBezTo>
                  <a:cubicBezTo>
                    <a:pt x="0" y="10214"/>
                    <a:pt x="3195" y="12768"/>
                    <a:pt x="6390" y="12768"/>
                  </a:cubicBezTo>
                  <a:lnTo>
                    <a:pt x="6390" y="12768"/>
                  </a:lnTo>
                  <a:close/>
                </a:path>
              </a:pathLst>
            </a:custGeom>
            <a:solidFill>
              <a:srgbClr val="0076A8"/>
            </a:solidFill>
            <a:ln w="6390" cap="flat">
              <a:noFill/>
              <a:prstDash val="solid"/>
              <a:miter/>
            </a:ln>
          </p:spPr>
          <p:txBody>
            <a:bodyPr rtlCol="0" anchor="ctr"/>
            <a:lstStyle/>
            <a:p>
              <a:endParaRPr lang="en-US"/>
            </a:p>
          </p:txBody>
        </p:sp>
        <p:sp>
          <p:nvSpPr>
            <p:cNvPr id="1299" name="Graphic 4">
              <a:extLst>
                <a:ext uri="{FF2B5EF4-FFF2-40B4-BE49-F238E27FC236}">
                  <a16:creationId xmlns:a16="http://schemas.microsoft.com/office/drawing/2014/main" id="{B790F8F5-EC9A-2746-BA75-32FC19768950}"/>
                </a:ext>
              </a:extLst>
            </p:cNvPr>
            <p:cNvSpPr/>
            <p:nvPr/>
          </p:nvSpPr>
          <p:spPr>
            <a:xfrm>
              <a:off x="1619849" y="1962598"/>
              <a:ext cx="152080" cy="207479"/>
            </a:xfrm>
            <a:custGeom>
              <a:avLst/>
              <a:gdLst>
                <a:gd name="connsiteX0" fmla="*/ 145690 w 152080"/>
                <a:gd name="connsiteY0" fmla="*/ 55541 h 207479"/>
                <a:gd name="connsiteX1" fmla="*/ 96488 w 152080"/>
                <a:gd name="connsiteY1" fmla="*/ 55541 h 207479"/>
                <a:gd name="connsiteX2" fmla="*/ 96488 w 152080"/>
                <a:gd name="connsiteY2" fmla="*/ 6384 h 207479"/>
                <a:gd name="connsiteX3" fmla="*/ 90098 w 152080"/>
                <a:gd name="connsiteY3" fmla="*/ 0 h 207479"/>
                <a:gd name="connsiteX4" fmla="*/ 6390 w 152080"/>
                <a:gd name="connsiteY4" fmla="*/ 0 h 207479"/>
                <a:gd name="connsiteX5" fmla="*/ 0 w 152080"/>
                <a:gd name="connsiteY5" fmla="*/ 6384 h 207479"/>
                <a:gd name="connsiteX6" fmla="*/ 0 w 152080"/>
                <a:gd name="connsiteY6" fmla="*/ 201095 h 207479"/>
                <a:gd name="connsiteX7" fmla="*/ 6390 w 152080"/>
                <a:gd name="connsiteY7" fmla="*/ 207479 h 207479"/>
                <a:gd name="connsiteX8" fmla="*/ 145690 w 152080"/>
                <a:gd name="connsiteY8" fmla="*/ 207479 h 207479"/>
                <a:gd name="connsiteX9" fmla="*/ 152080 w 152080"/>
                <a:gd name="connsiteY9" fmla="*/ 201095 h 207479"/>
                <a:gd name="connsiteX10" fmla="*/ 152080 w 152080"/>
                <a:gd name="connsiteY10" fmla="*/ 61925 h 207479"/>
                <a:gd name="connsiteX11" fmla="*/ 145690 w 152080"/>
                <a:gd name="connsiteY11" fmla="*/ 55541 h 207479"/>
                <a:gd name="connsiteX12" fmla="*/ 12780 w 152080"/>
                <a:gd name="connsiteY12" fmla="*/ 12768 h 207479"/>
                <a:gd name="connsiteX13" fmla="*/ 83708 w 152080"/>
                <a:gd name="connsiteY13" fmla="*/ 12768 h 207479"/>
                <a:gd name="connsiteX14" fmla="*/ 83708 w 152080"/>
                <a:gd name="connsiteY14" fmla="*/ 194711 h 207479"/>
                <a:gd name="connsiteX15" fmla="*/ 40896 w 152080"/>
                <a:gd name="connsiteY15" fmla="*/ 194711 h 207479"/>
                <a:gd name="connsiteX16" fmla="*/ 40896 w 152080"/>
                <a:gd name="connsiteY16" fmla="*/ 173644 h 207479"/>
                <a:gd name="connsiteX17" fmla="*/ 34506 w 152080"/>
                <a:gd name="connsiteY17" fmla="*/ 167260 h 207479"/>
                <a:gd name="connsiteX18" fmla="*/ 28116 w 152080"/>
                <a:gd name="connsiteY18" fmla="*/ 173644 h 207479"/>
                <a:gd name="connsiteX19" fmla="*/ 28116 w 152080"/>
                <a:gd name="connsiteY19" fmla="*/ 195350 h 207479"/>
                <a:gd name="connsiteX20" fmla="*/ 12780 w 152080"/>
                <a:gd name="connsiteY20" fmla="*/ 195350 h 207479"/>
                <a:gd name="connsiteX21" fmla="*/ 12780 w 152080"/>
                <a:gd name="connsiteY21" fmla="*/ 12768 h 207479"/>
                <a:gd name="connsiteX22" fmla="*/ 139301 w 152080"/>
                <a:gd name="connsiteY22" fmla="*/ 195350 h 207479"/>
                <a:gd name="connsiteX23" fmla="*/ 123965 w 152080"/>
                <a:gd name="connsiteY23" fmla="*/ 195350 h 207479"/>
                <a:gd name="connsiteX24" fmla="*/ 123965 w 152080"/>
                <a:gd name="connsiteY24" fmla="*/ 173644 h 207479"/>
                <a:gd name="connsiteX25" fmla="*/ 117575 w 152080"/>
                <a:gd name="connsiteY25" fmla="*/ 167260 h 207479"/>
                <a:gd name="connsiteX26" fmla="*/ 111185 w 152080"/>
                <a:gd name="connsiteY26" fmla="*/ 173644 h 207479"/>
                <a:gd name="connsiteX27" fmla="*/ 111185 w 152080"/>
                <a:gd name="connsiteY27" fmla="*/ 195350 h 207479"/>
                <a:gd name="connsiteX28" fmla="*/ 95849 w 152080"/>
                <a:gd name="connsiteY28" fmla="*/ 195350 h 207479"/>
                <a:gd name="connsiteX29" fmla="*/ 95849 w 152080"/>
                <a:gd name="connsiteY29" fmla="*/ 68947 h 207479"/>
                <a:gd name="connsiteX30" fmla="*/ 138662 w 152080"/>
                <a:gd name="connsiteY30" fmla="*/ 68947 h 207479"/>
                <a:gd name="connsiteX31" fmla="*/ 139301 w 152080"/>
                <a:gd name="connsiteY31" fmla="*/ 195350 h 207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2080" h="207479">
                  <a:moveTo>
                    <a:pt x="145690" y="55541"/>
                  </a:moveTo>
                  <a:lnTo>
                    <a:pt x="96488" y="55541"/>
                  </a:lnTo>
                  <a:lnTo>
                    <a:pt x="96488" y="6384"/>
                  </a:lnTo>
                  <a:cubicBezTo>
                    <a:pt x="96488" y="2554"/>
                    <a:pt x="93932" y="0"/>
                    <a:pt x="90098" y="0"/>
                  </a:cubicBezTo>
                  <a:lnTo>
                    <a:pt x="6390" y="0"/>
                  </a:lnTo>
                  <a:cubicBezTo>
                    <a:pt x="2556" y="0"/>
                    <a:pt x="0" y="2554"/>
                    <a:pt x="0" y="6384"/>
                  </a:cubicBezTo>
                  <a:lnTo>
                    <a:pt x="0" y="201095"/>
                  </a:lnTo>
                  <a:cubicBezTo>
                    <a:pt x="0" y="204926"/>
                    <a:pt x="2556" y="207479"/>
                    <a:pt x="6390" y="207479"/>
                  </a:cubicBezTo>
                  <a:lnTo>
                    <a:pt x="145690" y="207479"/>
                  </a:lnTo>
                  <a:cubicBezTo>
                    <a:pt x="149524" y="207479"/>
                    <a:pt x="152080" y="204926"/>
                    <a:pt x="152080" y="201095"/>
                  </a:cubicBezTo>
                  <a:lnTo>
                    <a:pt x="152080" y="61925"/>
                  </a:lnTo>
                  <a:cubicBezTo>
                    <a:pt x="152080" y="58733"/>
                    <a:pt x="149524" y="55541"/>
                    <a:pt x="145690" y="55541"/>
                  </a:cubicBezTo>
                  <a:close/>
                  <a:moveTo>
                    <a:pt x="12780" y="12768"/>
                  </a:moveTo>
                  <a:lnTo>
                    <a:pt x="83708" y="12768"/>
                  </a:lnTo>
                  <a:lnTo>
                    <a:pt x="83708" y="194711"/>
                  </a:lnTo>
                  <a:lnTo>
                    <a:pt x="40896" y="194711"/>
                  </a:lnTo>
                  <a:lnTo>
                    <a:pt x="40896" y="173644"/>
                  </a:lnTo>
                  <a:cubicBezTo>
                    <a:pt x="40896" y="169814"/>
                    <a:pt x="38340" y="167260"/>
                    <a:pt x="34506" y="167260"/>
                  </a:cubicBezTo>
                  <a:cubicBezTo>
                    <a:pt x="30672" y="167260"/>
                    <a:pt x="28116" y="169814"/>
                    <a:pt x="28116" y="173644"/>
                  </a:cubicBezTo>
                  <a:lnTo>
                    <a:pt x="28116" y="195350"/>
                  </a:lnTo>
                  <a:lnTo>
                    <a:pt x="12780" y="195350"/>
                  </a:lnTo>
                  <a:lnTo>
                    <a:pt x="12780" y="12768"/>
                  </a:lnTo>
                  <a:close/>
                  <a:moveTo>
                    <a:pt x="139301" y="195350"/>
                  </a:moveTo>
                  <a:lnTo>
                    <a:pt x="123965" y="195350"/>
                  </a:lnTo>
                  <a:lnTo>
                    <a:pt x="123965" y="173644"/>
                  </a:lnTo>
                  <a:cubicBezTo>
                    <a:pt x="123965" y="169814"/>
                    <a:pt x="121409" y="167260"/>
                    <a:pt x="117575" y="167260"/>
                  </a:cubicBezTo>
                  <a:cubicBezTo>
                    <a:pt x="113741" y="167260"/>
                    <a:pt x="111185" y="169814"/>
                    <a:pt x="111185" y="173644"/>
                  </a:cubicBezTo>
                  <a:lnTo>
                    <a:pt x="111185" y="195350"/>
                  </a:lnTo>
                  <a:lnTo>
                    <a:pt x="95849" y="195350"/>
                  </a:lnTo>
                  <a:lnTo>
                    <a:pt x="95849" y="68947"/>
                  </a:lnTo>
                  <a:lnTo>
                    <a:pt x="138662" y="68947"/>
                  </a:lnTo>
                  <a:lnTo>
                    <a:pt x="139301" y="195350"/>
                  </a:lnTo>
                  <a:close/>
                </a:path>
              </a:pathLst>
            </a:custGeom>
            <a:solidFill>
              <a:srgbClr val="0076A8"/>
            </a:solidFill>
            <a:ln w="6390" cap="flat">
              <a:noFill/>
              <a:prstDash val="solid"/>
              <a:miter/>
            </a:ln>
          </p:spPr>
          <p:txBody>
            <a:bodyPr rtlCol="0" anchor="ctr"/>
            <a:lstStyle/>
            <a:p>
              <a:endParaRPr lang="en-US"/>
            </a:p>
          </p:txBody>
        </p:sp>
      </p:grpSp>
      <p:grpSp>
        <p:nvGrpSpPr>
          <p:cNvPr id="1300" name="Graphic 4">
            <a:extLst>
              <a:ext uri="{FF2B5EF4-FFF2-40B4-BE49-F238E27FC236}">
                <a16:creationId xmlns:a16="http://schemas.microsoft.com/office/drawing/2014/main" id="{EC642367-719D-9044-8D67-F173516DF842}"/>
              </a:ext>
            </a:extLst>
          </p:cNvPr>
          <p:cNvGrpSpPr>
            <a:grpSpLocks noChangeAspect="1"/>
          </p:cNvGrpSpPr>
          <p:nvPr/>
        </p:nvGrpSpPr>
        <p:grpSpPr>
          <a:xfrm>
            <a:off x="8840477" y="2371173"/>
            <a:ext cx="362312" cy="361971"/>
            <a:chOff x="8840477" y="2371173"/>
            <a:chExt cx="362312" cy="361971"/>
          </a:xfrm>
          <a:solidFill>
            <a:srgbClr val="62B5E5"/>
          </a:solidFill>
        </p:grpSpPr>
        <p:sp>
          <p:nvSpPr>
            <p:cNvPr id="1301" name="Graphic 4">
              <a:extLst>
                <a:ext uri="{FF2B5EF4-FFF2-40B4-BE49-F238E27FC236}">
                  <a16:creationId xmlns:a16="http://schemas.microsoft.com/office/drawing/2014/main" id="{A367C92D-B33B-024C-BDA6-9C33F9960AE7}"/>
                </a:ext>
              </a:extLst>
            </p:cNvPr>
            <p:cNvSpPr/>
            <p:nvPr/>
          </p:nvSpPr>
          <p:spPr>
            <a:xfrm>
              <a:off x="8840477" y="237117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9204"/>
                    <a:pt x="181474" y="349204"/>
                  </a:cubicBezTo>
                  <a:close/>
                </a:path>
              </a:pathLst>
            </a:custGeom>
            <a:solidFill>
              <a:srgbClr val="62B5E5"/>
            </a:solidFill>
            <a:ln w="6390" cap="flat">
              <a:noFill/>
              <a:prstDash val="solid"/>
              <a:miter/>
            </a:ln>
          </p:spPr>
          <p:txBody>
            <a:bodyPr rtlCol="0" anchor="ctr"/>
            <a:lstStyle/>
            <a:p>
              <a:endParaRPr lang="en-US"/>
            </a:p>
          </p:txBody>
        </p:sp>
        <p:sp>
          <p:nvSpPr>
            <p:cNvPr id="1302" name="Graphic 4">
              <a:extLst>
                <a:ext uri="{FF2B5EF4-FFF2-40B4-BE49-F238E27FC236}">
                  <a16:creationId xmlns:a16="http://schemas.microsoft.com/office/drawing/2014/main" id="{CFC75423-3EF7-504C-88AB-C2743AC76523}"/>
                </a:ext>
              </a:extLst>
            </p:cNvPr>
            <p:cNvSpPr/>
            <p:nvPr/>
          </p:nvSpPr>
          <p:spPr>
            <a:xfrm>
              <a:off x="8923547" y="2454165"/>
              <a:ext cx="196810" cy="196626"/>
            </a:xfrm>
            <a:custGeom>
              <a:avLst/>
              <a:gdLst>
                <a:gd name="connsiteX0" fmla="*/ 190420 w 196810"/>
                <a:gd name="connsiteY0" fmla="*/ 33197 h 196626"/>
                <a:gd name="connsiteX1" fmla="*/ 196810 w 196810"/>
                <a:gd name="connsiteY1" fmla="*/ 26813 h 196626"/>
                <a:gd name="connsiteX2" fmla="*/ 190420 w 196810"/>
                <a:gd name="connsiteY2" fmla="*/ 20429 h 196626"/>
                <a:gd name="connsiteX3" fmla="*/ 33227 w 196810"/>
                <a:gd name="connsiteY3" fmla="*/ 20429 h 196626"/>
                <a:gd name="connsiteX4" fmla="*/ 33227 w 196810"/>
                <a:gd name="connsiteY4" fmla="*/ 6384 h 196626"/>
                <a:gd name="connsiteX5" fmla="*/ 26837 w 196810"/>
                <a:gd name="connsiteY5" fmla="*/ 0 h 196626"/>
                <a:gd name="connsiteX6" fmla="*/ 20447 w 196810"/>
                <a:gd name="connsiteY6" fmla="*/ 6384 h 196626"/>
                <a:gd name="connsiteX7" fmla="*/ 20447 w 196810"/>
                <a:gd name="connsiteY7" fmla="*/ 20429 h 196626"/>
                <a:gd name="connsiteX8" fmla="*/ 6390 w 196810"/>
                <a:gd name="connsiteY8" fmla="*/ 20429 h 196626"/>
                <a:gd name="connsiteX9" fmla="*/ 0 w 196810"/>
                <a:gd name="connsiteY9" fmla="*/ 26813 h 196626"/>
                <a:gd name="connsiteX10" fmla="*/ 6390 w 196810"/>
                <a:gd name="connsiteY10" fmla="*/ 33197 h 196626"/>
                <a:gd name="connsiteX11" fmla="*/ 20447 w 196810"/>
                <a:gd name="connsiteY11" fmla="*/ 33197 h 196626"/>
                <a:gd name="connsiteX12" fmla="*/ 20447 w 196810"/>
                <a:gd name="connsiteY12" fmla="*/ 190243 h 196626"/>
                <a:gd name="connsiteX13" fmla="*/ 26837 w 196810"/>
                <a:gd name="connsiteY13" fmla="*/ 196627 h 196626"/>
                <a:gd name="connsiteX14" fmla="*/ 33227 w 196810"/>
                <a:gd name="connsiteY14" fmla="*/ 190243 h 196626"/>
                <a:gd name="connsiteX15" fmla="*/ 33227 w 196810"/>
                <a:gd name="connsiteY15" fmla="*/ 33197 h 196626"/>
                <a:gd name="connsiteX16" fmla="*/ 74762 w 196810"/>
                <a:gd name="connsiteY16" fmla="*/ 33197 h 196626"/>
                <a:gd name="connsiteX17" fmla="*/ 74762 w 196810"/>
                <a:gd name="connsiteY17" fmla="*/ 47880 h 196626"/>
                <a:gd name="connsiteX18" fmla="*/ 53676 w 196810"/>
                <a:gd name="connsiteY18" fmla="*/ 47880 h 196626"/>
                <a:gd name="connsiteX19" fmla="*/ 47286 w 196810"/>
                <a:gd name="connsiteY19" fmla="*/ 54264 h 196626"/>
                <a:gd name="connsiteX20" fmla="*/ 47286 w 196810"/>
                <a:gd name="connsiteY20" fmla="*/ 156408 h 196626"/>
                <a:gd name="connsiteX21" fmla="*/ 53676 w 196810"/>
                <a:gd name="connsiteY21" fmla="*/ 162792 h 196626"/>
                <a:gd name="connsiteX22" fmla="*/ 189781 w 196810"/>
                <a:gd name="connsiteY22" fmla="*/ 162792 h 196626"/>
                <a:gd name="connsiteX23" fmla="*/ 196171 w 196810"/>
                <a:gd name="connsiteY23" fmla="*/ 156408 h 196626"/>
                <a:gd name="connsiteX24" fmla="*/ 196171 w 196810"/>
                <a:gd name="connsiteY24" fmla="*/ 54264 h 196626"/>
                <a:gd name="connsiteX25" fmla="*/ 189781 w 196810"/>
                <a:gd name="connsiteY25" fmla="*/ 47880 h 196626"/>
                <a:gd name="connsiteX26" fmla="*/ 168695 w 196810"/>
                <a:gd name="connsiteY26" fmla="*/ 47880 h 196626"/>
                <a:gd name="connsiteX27" fmla="*/ 168695 w 196810"/>
                <a:gd name="connsiteY27" fmla="*/ 33197 h 196626"/>
                <a:gd name="connsiteX28" fmla="*/ 190420 w 196810"/>
                <a:gd name="connsiteY28" fmla="*/ 33197 h 196626"/>
                <a:gd name="connsiteX29" fmla="*/ 184031 w 196810"/>
                <a:gd name="connsiteY29" fmla="*/ 60648 h 196626"/>
                <a:gd name="connsiteX30" fmla="*/ 184031 w 196810"/>
                <a:gd name="connsiteY30" fmla="*/ 150024 h 196626"/>
                <a:gd name="connsiteX31" fmla="*/ 60704 w 196810"/>
                <a:gd name="connsiteY31" fmla="*/ 150024 h 196626"/>
                <a:gd name="connsiteX32" fmla="*/ 60704 w 196810"/>
                <a:gd name="connsiteY32" fmla="*/ 60648 h 196626"/>
                <a:gd name="connsiteX33" fmla="*/ 75402 w 196810"/>
                <a:gd name="connsiteY33" fmla="*/ 60648 h 196626"/>
                <a:gd name="connsiteX34" fmla="*/ 75402 w 196810"/>
                <a:gd name="connsiteY34" fmla="*/ 74693 h 196626"/>
                <a:gd name="connsiteX35" fmla="*/ 81792 w 196810"/>
                <a:gd name="connsiteY35" fmla="*/ 81077 h 196626"/>
                <a:gd name="connsiteX36" fmla="*/ 88181 w 196810"/>
                <a:gd name="connsiteY36" fmla="*/ 74693 h 196626"/>
                <a:gd name="connsiteX37" fmla="*/ 88181 w 196810"/>
                <a:gd name="connsiteY37" fmla="*/ 60648 h 196626"/>
                <a:gd name="connsiteX38" fmla="*/ 157192 w 196810"/>
                <a:gd name="connsiteY38" fmla="*/ 60648 h 196626"/>
                <a:gd name="connsiteX39" fmla="*/ 157192 w 196810"/>
                <a:gd name="connsiteY39" fmla="*/ 74693 h 196626"/>
                <a:gd name="connsiteX40" fmla="*/ 163582 w 196810"/>
                <a:gd name="connsiteY40" fmla="*/ 81077 h 196626"/>
                <a:gd name="connsiteX41" fmla="*/ 169972 w 196810"/>
                <a:gd name="connsiteY41" fmla="*/ 74693 h 196626"/>
                <a:gd name="connsiteX42" fmla="*/ 169972 w 196810"/>
                <a:gd name="connsiteY42" fmla="*/ 60648 h 196626"/>
                <a:gd name="connsiteX43" fmla="*/ 184031 w 196810"/>
                <a:gd name="connsiteY43" fmla="*/ 60648 h 196626"/>
                <a:gd name="connsiteX44" fmla="*/ 157192 w 196810"/>
                <a:gd name="connsiteY44" fmla="*/ 47880 h 196626"/>
                <a:gd name="connsiteX45" fmla="*/ 88181 w 196810"/>
                <a:gd name="connsiteY45" fmla="*/ 47880 h 196626"/>
                <a:gd name="connsiteX46" fmla="*/ 88181 w 196810"/>
                <a:gd name="connsiteY46" fmla="*/ 33197 h 196626"/>
                <a:gd name="connsiteX47" fmla="*/ 157192 w 196810"/>
                <a:gd name="connsiteY47" fmla="*/ 33197 h 196626"/>
                <a:gd name="connsiteX48" fmla="*/ 157192 w 196810"/>
                <a:gd name="connsiteY48" fmla="*/ 47880 h 196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96810" h="196626">
                  <a:moveTo>
                    <a:pt x="190420" y="33197"/>
                  </a:moveTo>
                  <a:cubicBezTo>
                    <a:pt x="194254" y="33197"/>
                    <a:pt x="196810" y="30643"/>
                    <a:pt x="196810" y="26813"/>
                  </a:cubicBezTo>
                  <a:cubicBezTo>
                    <a:pt x="196810" y="22982"/>
                    <a:pt x="194254" y="20429"/>
                    <a:pt x="190420" y="20429"/>
                  </a:cubicBezTo>
                  <a:lnTo>
                    <a:pt x="33227" y="20429"/>
                  </a:lnTo>
                  <a:lnTo>
                    <a:pt x="33227" y="6384"/>
                  </a:lnTo>
                  <a:cubicBezTo>
                    <a:pt x="33227" y="2554"/>
                    <a:pt x="30672" y="0"/>
                    <a:pt x="26837" y="0"/>
                  </a:cubicBezTo>
                  <a:cubicBezTo>
                    <a:pt x="23004" y="0"/>
                    <a:pt x="20447" y="2554"/>
                    <a:pt x="20447" y="6384"/>
                  </a:cubicBezTo>
                  <a:lnTo>
                    <a:pt x="20447" y="20429"/>
                  </a:lnTo>
                  <a:lnTo>
                    <a:pt x="6390" y="20429"/>
                  </a:lnTo>
                  <a:cubicBezTo>
                    <a:pt x="2556" y="20429"/>
                    <a:pt x="0" y="22982"/>
                    <a:pt x="0" y="26813"/>
                  </a:cubicBezTo>
                  <a:cubicBezTo>
                    <a:pt x="0" y="30643"/>
                    <a:pt x="2556" y="33197"/>
                    <a:pt x="6390" y="33197"/>
                  </a:cubicBezTo>
                  <a:lnTo>
                    <a:pt x="20447" y="33197"/>
                  </a:lnTo>
                  <a:lnTo>
                    <a:pt x="20447" y="190243"/>
                  </a:lnTo>
                  <a:cubicBezTo>
                    <a:pt x="20447" y="194073"/>
                    <a:pt x="23004" y="196627"/>
                    <a:pt x="26837" y="196627"/>
                  </a:cubicBezTo>
                  <a:cubicBezTo>
                    <a:pt x="30672" y="196627"/>
                    <a:pt x="33227" y="194073"/>
                    <a:pt x="33227" y="190243"/>
                  </a:cubicBezTo>
                  <a:lnTo>
                    <a:pt x="33227" y="33197"/>
                  </a:lnTo>
                  <a:lnTo>
                    <a:pt x="74762" y="33197"/>
                  </a:lnTo>
                  <a:lnTo>
                    <a:pt x="74762" y="47880"/>
                  </a:lnTo>
                  <a:lnTo>
                    <a:pt x="53676" y="47880"/>
                  </a:lnTo>
                  <a:cubicBezTo>
                    <a:pt x="49842" y="47880"/>
                    <a:pt x="47286" y="50434"/>
                    <a:pt x="47286" y="54264"/>
                  </a:cubicBezTo>
                  <a:lnTo>
                    <a:pt x="47286" y="156408"/>
                  </a:lnTo>
                  <a:cubicBezTo>
                    <a:pt x="47286" y="160238"/>
                    <a:pt x="49842" y="162792"/>
                    <a:pt x="53676" y="162792"/>
                  </a:cubicBezTo>
                  <a:lnTo>
                    <a:pt x="189781" y="162792"/>
                  </a:lnTo>
                  <a:cubicBezTo>
                    <a:pt x="193615" y="162792"/>
                    <a:pt x="196171" y="160238"/>
                    <a:pt x="196171" y="156408"/>
                  </a:cubicBezTo>
                  <a:lnTo>
                    <a:pt x="196171" y="54264"/>
                  </a:lnTo>
                  <a:cubicBezTo>
                    <a:pt x="196171" y="50434"/>
                    <a:pt x="193615" y="47880"/>
                    <a:pt x="189781" y="47880"/>
                  </a:cubicBezTo>
                  <a:lnTo>
                    <a:pt x="168695" y="47880"/>
                  </a:lnTo>
                  <a:lnTo>
                    <a:pt x="168695" y="33197"/>
                  </a:lnTo>
                  <a:lnTo>
                    <a:pt x="190420" y="33197"/>
                  </a:lnTo>
                  <a:close/>
                  <a:moveTo>
                    <a:pt x="184031" y="60648"/>
                  </a:moveTo>
                  <a:lnTo>
                    <a:pt x="184031" y="150024"/>
                  </a:lnTo>
                  <a:lnTo>
                    <a:pt x="60704" y="150024"/>
                  </a:lnTo>
                  <a:lnTo>
                    <a:pt x="60704" y="60648"/>
                  </a:lnTo>
                  <a:lnTo>
                    <a:pt x="75402" y="60648"/>
                  </a:lnTo>
                  <a:lnTo>
                    <a:pt x="75402" y="74693"/>
                  </a:lnTo>
                  <a:cubicBezTo>
                    <a:pt x="75402" y="78523"/>
                    <a:pt x="77957" y="81077"/>
                    <a:pt x="81792" y="81077"/>
                  </a:cubicBezTo>
                  <a:cubicBezTo>
                    <a:pt x="85625" y="81077"/>
                    <a:pt x="88181" y="78523"/>
                    <a:pt x="88181" y="74693"/>
                  </a:cubicBezTo>
                  <a:lnTo>
                    <a:pt x="88181" y="60648"/>
                  </a:lnTo>
                  <a:lnTo>
                    <a:pt x="157192" y="60648"/>
                  </a:lnTo>
                  <a:lnTo>
                    <a:pt x="157192" y="74693"/>
                  </a:lnTo>
                  <a:cubicBezTo>
                    <a:pt x="157192" y="78523"/>
                    <a:pt x="159748" y="81077"/>
                    <a:pt x="163582" y="81077"/>
                  </a:cubicBezTo>
                  <a:cubicBezTo>
                    <a:pt x="167416" y="81077"/>
                    <a:pt x="169972" y="78523"/>
                    <a:pt x="169972" y="74693"/>
                  </a:cubicBezTo>
                  <a:lnTo>
                    <a:pt x="169972" y="60648"/>
                  </a:lnTo>
                  <a:lnTo>
                    <a:pt x="184031" y="60648"/>
                  </a:lnTo>
                  <a:close/>
                  <a:moveTo>
                    <a:pt x="157192" y="47880"/>
                  </a:moveTo>
                  <a:lnTo>
                    <a:pt x="88181" y="47880"/>
                  </a:lnTo>
                  <a:lnTo>
                    <a:pt x="88181" y="33197"/>
                  </a:lnTo>
                  <a:lnTo>
                    <a:pt x="157192" y="33197"/>
                  </a:lnTo>
                  <a:lnTo>
                    <a:pt x="157192" y="47880"/>
                  </a:lnTo>
                  <a:close/>
                </a:path>
              </a:pathLst>
            </a:custGeom>
            <a:solidFill>
              <a:srgbClr val="62B5E5"/>
            </a:solidFill>
            <a:ln w="6390" cap="flat">
              <a:noFill/>
              <a:prstDash val="solid"/>
              <a:miter/>
            </a:ln>
          </p:spPr>
          <p:txBody>
            <a:bodyPr rtlCol="0" anchor="ctr"/>
            <a:lstStyle/>
            <a:p>
              <a:endParaRPr lang="en-US"/>
            </a:p>
          </p:txBody>
        </p:sp>
      </p:grpSp>
      <p:grpSp>
        <p:nvGrpSpPr>
          <p:cNvPr id="1303" name="Graphic 4">
            <a:extLst>
              <a:ext uri="{FF2B5EF4-FFF2-40B4-BE49-F238E27FC236}">
                <a16:creationId xmlns:a16="http://schemas.microsoft.com/office/drawing/2014/main" id="{5BE7511E-4075-6B48-A15E-7F650B074434}"/>
              </a:ext>
            </a:extLst>
          </p:cNvPr>
          <p:cNvGrpSpPr>
            <a:grpSpLocks noChangeAspect="1"/>
          </p:cNvGrpSpPr>
          <p:nvPr/>
        </p:nvGrpSpPr>
        <p:grpSpPr>
          <a:xfrm>
            <a:off x="9278827" y="1885990"/>
            <a:ext cx="362309" cy="361971"/>
            <a:chOff x="9278827" y="1885990"/>
            <a:chExt cx="362309" cy="361971"/>
          </a:xfrm>
          <a:solidFill>
            <a:srgbClr val="62B5E5"/>
          </a:solidFill>
        </p:grpSpPr>
        <p:sp>
          <p:nvSpPr>
            <p:cNvPr id="1304" name="Graphic 4">
              <a:extLst>
                <a:ext uri="{FF2B5EF4-FFF2-40B4-BE49-F238E27FC236}">
                  <a16:creationId xmlns:a16="http://schemas.microsoft.com/office/drawing/2014/main" id="{0B3ACE01-E66A-D54C-B8AA-9F47E731FC75}"/>
                </a:ext>
              </a:extLst>
            </p:cNvPr>
            <p:cNvSpPr/>
            <p:nvPr/>
          </p:nvSpPr>
          <p:spPr>
            <a:xfrm>
              <a:off x="9278827" y="1885990"/>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89464 w 362309"/>
                <a:gd name="connsiteY6" fmla="*/ 175560 h 361971"/>
                <a:gd name="connsiteX7" fmla="*/ 283713 w 362309"/>
                <a:gd name="connsiteY7" fmla="*/ 180028 h 361971"/>
                <a:gd name="connsiteX8" fmla="*/ 268377 w 362309"/>
                <a:gd name="connsiteY8" fmla="*/ 180028 h 361971"/>
                <a:gd name="connsiteX9" fmla="*/ 268377 w 362309"/>
                <a:gd name="connsiteY9" fmla="*/ 275788 h 361971"/>
                <a:gd name="connsiteX10" fmla="*/ 261987 w 362309"/>
                <a:gd name="connsiteY10" fmla="*/ 282172 h 361971"/>
                <a:gd name="connsiteX11" fmla="*/ 196172 w 362309"/>
                <a:gd name="connsiteY11" fmla="*/ 282172 h 361971"/>
                <a:gd name="connsiteX12" fmla="*/ 189782 w 362309"/>
                <a:gd name="connsiteY12" fmla="*/ 275788 h 361971"/>
                <a:gd name="connsiteX13" fmla="*/ 189782 w 362309"/>
                <a:gd name="connsiteY13" fmla="*/ 238761 h 361971"/>
                <a:gd name="connsiteX14" fmla="*/ 173167 w 362309"/>
                <a:gd name="connsiteY14" fmla="*/ 238761 h 361971"/>
                <a:gd name="connsiteX15" fmla="*/ 173167 w 362309"/>
                <a:gd name="connsiteY15" fmla="*/ 275788 h 361971"/>
                <a:gd name="connsiteX16" fmla="*/ 166777 w 362309"/>
                <a:gd name="connsiteY16" fmla="*/ 282172 h 361971"/>
                <a:gd name="connsiteX17" fmla="*/ 101600 w 362309"/>
                <a:gd name="connsiteY17" fmla="*/ 282172 h 361971"/>
                <a:gd name="connsiteX18" fmla="*/ 95210 w 362309"/>
                <a:gd name="connsiteY18" fmla="*/ 275788 h 361971"/>
                <a:gd name="connsiteX19" fmla="*/ 95210 w 362309"/>
                <a:gd name="connsiteY19" fmla="*/ 180028 h 361971"/>
                <a:gd name="connsiteX20" fmla="*/ 79874 w 362309"/>
                <a:gd name="connsiteY20" fmla="*/ 180028 h 361971"/>
                <a:gd name="connsiteX21" fmla="*/ 73484 w 362309"/>
                <a:gd name="connsiteY21" fmla="*/ 173644 h 361971"/>
                <a:gd name="connsiteX22" fmla="*/ 76040 w 362309"/>
                <a:gd name="connsiteY22" fmla="*/ 168537 h 361971"/>
                <a:gd name="connsiteX23" fmla="*/ 177641 w 362309"/>
                <a:gd name="connsiteY23" fmla="*/ 81077 h 361971"/>
                <a:gd name="connsiteX24" fmla="*/ 185947 w 362309"/>
                <a:gd name="connsiteY24" fmla="*/ 81077 h 361971"/>
                <a:gd name="connsiteX25" fmla="*/ 287547 w 362309"/>
                <a:gd name="connsiteY25" fmla="*/ 168537 h 361971"/>
                <a:gd name="connsiteX26" fmla="*/ 289464 w 362309"/>
                <a:gd name="connsiteY26" fmla="*/ 17556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0438"/>
                    <a:pt x="281157" y="0"/>
                    <a:pt x="181474" y="0"/>
                  </a:cubicBezTo>
                  <a:close/>
                  <a:moveTo>
                    <a:pt x="289464" y="175560"/>
                  </a:moveTo>
                  <a:cubicBezTo>
                    <a:pt x="288826" y="178113"/>
                    <a:pt x="286270" y="180028"/>
                    <a:pt x="283713" y="180028"/>
                  </a:cubicBezTo>
                  <a:lnTo>
                    <a:pt x="268377" y="180028"/>
                  </a:lnTo>
                  <a:lnTo>
                    <a:pt x="268377" y="275788"/>
                  </a:lnTo>
                  <a:cubicBezTo>
                    <a:pt x="268377" y="279619"/>
                    <a:pt x="265821" y="282172"/>
                    <a:pt x="261987" y="282172"/>
                  </a:cubicBezTo>
                  <a:lnTo>
                    <a:pt x="196172" y="282172"/>
                  </a:lnTo>
                  <a:cubicBezTo>
                    <a:pt x="192337" y="282172"/>
                    <a:pt x="189782" y="279619"/>
                    <a:pt x="189782" y="275788"/>
                  </a:cubicBezTo>
                  <a:lnTo>
                    <a:pt x="189782" y="238761"/>
                  </a:lnTo>
                  <a:lnTo>
                    <a:pt x="173167" y="238761"/>
                  </a:lnTo>
                  <a:lnTo>
                    <a:pt x="173167" y="275788"/>
                  </a:lnTo>
                  <a:cubicBezTo>
                    <a:pt x="173167" y="279619"/>
                    <a:pt x="170612" y="282172"/>
                    <a:pt x="166777" y="282172"/>
                  </a:cubicBezTo>
                  <a:lnTo>
                    <a:pt x="101600" y="282172"/>
                  </a:lnTo>
                  <a:cubicBezTo>
                    <a:pt x="97766" y="282172"/>
                    <a:pt x="95210" y="279619"/>
                    <a:pt x="95210" y="275788"/>
                  </a:cubicBezTo>
                  <a:lnTo>
                    <a:pt x="95210" y="180028"/>
                  </a:lnTo>
                  <a:lnTo>
                    <a:pt x="79874" y="180028"/>
                  </a:lnTo>
                  <a:cubicBezTo>
                    <a:pt x="76040" y="180028"/>
                    <a:pt x="73484" y="177475"/>
                    <a:pt x="73484" y="173644"/>
                  </a:cubicBezTo>
                  <a:cubicBezTo>
                    <a:pt x="73484" y="171729"/>
                    <a:pt x="74123" y="169814"/>
                    <a:pt x="76040" y="168537"/>
                  </a:cubicBezTo>
                  <a:lnTo>
                    <a:pt x="177641" y="81077"/>
                  </a:lnTo>
                  <a:cubicBezTo>
                    <a:pt x="180197" y="79162"/>
                    <a:pt x="183392" y="79162"/>
                    <a:pt x="185947" y="81077"/>
                  </a:cubicBezTo>
                  <a:lnTo>
                    <a:pt x="287547" y="168537"/>
                  </a:lnTo>
                  <a:cubicBezTo>
                    <a:pt x="289464" y="170452"/>
                    <a:pt x="290103" y="173006"/>
                    <a:pt x="289464" y="175560"/>
                  </a:cubicBezTo>
                  <a:close/>
                </a:path>
              </a:pathLst>
            </a:custGeom>
            <a:solidFill>
              <a:srgbClr val="62B5E5"/>
            </a:solidFill>
            <a:ln w="6390" cap="flat">
              <a:noFill/>
              <a:prstDash val="solid"/>
              <a:miter/>
            </a:ln>
          </p:spPr>
          <p:txBody>
            <a:bodyPr rtlCol="0" anchor="ctr"/>
            <a:lstStyle/>
            <a:p>
              <a:endParaRPr lang="en-US"/>
            </a:p>
          </p:txBody>
        </p:sp>
        <p:sp>
          <p:nvSpPr>
            <p:cNvPr id="1305" name="Graphic 4">
              <a:extLst>
                <a:ext uri="{FF2B5EF4-FFF2-40B4-BE49-F238E27FC236}">
                  <a16:creationId xmlns:a16="http://schemas.microsoft.com/office/drawing/2014/main" id="{A44621E9-8C39-8444-9E76-F5FE38E6384B}"/>
                </a:ext>
              </a:extLst>
            </p:cNvPr>
            <p:cNvSpPr/>
            <p:nvPr/>
          </p:nvSpPr>
          <p:spPr>
            <a:xfrm>
              <a:off x="9375315" y="1980473"/>
              <a:ext cx="169333" cy="174921"/>
            </a:xfrm>
            <a:custGeom>
              <a:avLst/>
              <a:gdLst>
                <a:gd name="connsiteX0" fmla="*/ 0 w 169333"/>
                <a:gd name="connsiteY0" fmla="*/ 72777 h 174921"/>
                <a:gd name="connsiteX1" fmla="*/ 4473 w 169333"/>
                <a:gd name="connsiteY1" fmla="*/ 72777 h 174921"/>
                <a:gd name="connsiteX2" fmla="*/ 10863 w 169333"/>
                <a:gd name="connsiteY2" fmla="*/ 79161 h 174921"/>
                <a:gd name="connsiteX3" fmla="*/ 10863 w 169333"/>
                <a:gd name="connsiteY3" fmla="*/ 174921 h 174921"/>
                <a:gd name="connsiteX4" fmla="*/ 63899 w 169333"/>
                <a:gd name="connsiteY4" fmla="*/ 174921 h 174921"/>
                <a:gd name="connsiteX5" fmla="*/ 63899 w 169333"/>
                <a:gd name="connsiteY5" fmla="*/ 137894 h 174921"/>
                <a:gd name="connsiteX6" fmla="*/ 70289 w 169333"/>
                <a:gd name="connsiteY6" fmla="*/ 131510 h 174921"/>
                <a:gd name="connsiteX7" fmla="*/ 99684 w 169333"/>
                <a:gd name="connsiteY7" fmla="*/ 131510 h 174921"/>
                <a:gd name="connsiteX8" fmla="*/ 106074 w 169333"/>
                <a:gd name="connsiteY8" fmla="*/ 137894 h 174921"/>
                <a:gd name="connsiteX9" fmla="*/ 106074 w 169333"/>
                <a:gd name="connsiteY9" fmla="*/ 174921 h 174921"/>
                <a:gd name="connsiteX10" fmla="*/ 158471 w 169333"/>
                <a:gd name="connsiteY10" fmla="*/ 174921 h 174921"/>
                <a:gd name="connsiteX11" fmla="*/ 158471 w 169333"/>
                <a:gd name="connsiteY11" fmla="*/ 79161 h 174921"/>
                <a:gd name="connsiteX12" fmla="*/ 164861 w 169333"/>
                <a:gd name="connsiteY12" fmla="*/ 72777 h 174921"/>
                <a:gd name="connsiteX13" fmla="*/ 169333 w 169333"/>
                <a:gd name="connsiteY13" fmla="*/ 72777 h 174921"/>
                <a:gd name="connsiteX14" fmla="*/ 84986 w 169333"/>
                <a:gd name="connsiteY14" fmla="*/ 0 h 174921"/>
                <a:gd name="connsiteX15" fmla="*/ 0 w 169333"/>
                <a:gd name="connsiteY15" fmla="*/ 72777 h 174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9333" h="174921">
                  <a:moveTo>
                    <a:pt x="0" y="72777"/>
                  </a:moveTo>
                  <a:lnTo>
                    <a:pt x="4473" y="72777"/>
                  </a:lnTo>
                  <a:cubicBezTo>
                    <a:pt x="8307" y="72777"/>
                    <a:pt x="10863" y="75331"/>
                    <a:pt x="10863" y="79161"/>
                  </a:cubicBezTo>
                  <a:lnTo>
                    <a:pt x="10863" y="174921"/>
                  </a:lnTo>
                  <a:lnTo>
                    <a:pt x="63899" y="174921"/>
                  </a:lnTo>
                  <a:lnTo>
                    <a:pt x="63899" y="137894"/>
                  </a:lnTo>
                  <a:cubicBezTo>
                    <a:pt x="63899" y="134064"/>
                    <a:pt x="66456" y="131510"/>
                    <a:pt x="70289" y="131510"/>
                  </a:cubicBezTo>
                  <a:lnTo>
                    <a:pt x="99684" y="131510"/>
                  </a:lnTo>
                  <a:cubicBezTo>
                    <a:pt x="103517" y="131510"/>
                    <a:pt x="106074" y="134064"/>
                    <a:pt x="106074" y="137894"/>
                  </a:cubicBezTo>
                  <a:lnTo>
                    <a:pt x="106074" y="174921"/>
                  </a:lnTo>
                  <a:lnTo>
                    <a:pt x="158471" y="174921"/>
                  </a:lnTo>
                  <a:lnTo>
                    <a:pt x="158471" y="79161"/>
                  </a:lnTo>
                  <a:cubicBezTo>
                    <a:pt x="158471" y="75331"/>
                    <a:pt x="161027" y="72777"/>
                    <a:pt x="164861" y="72777"/>
                  </a:cubicBezTo>
                  <a:lnTo>
                    <a:pt x="169333" y="72777"/>
                  </a:lnTo>
                  <a:lnTo>
                    <a:pt x="84986" y="0"/>
                  </a:lnTo>
                  <a:lnTo>
                    <a:pt x="0" y="72777"/>
                  </a:lnTo>
                  <a:close/>
                </a:path>
              </a:pathLst>
            </a:custGeom>
            <a:solidFill>
              <a:srgbClr val="62B5E5"/>
            </a:solidFill>
            <a:ln w="6390" cap="flat">
              <a:noFill/>
              <a:prstDash val="solid"/>
              <a:miter/>
            </a:ln>
          </p:spPr>
          <p:txBody>
            <a:bodyPr rtlCol="0" anchor="ctr"/>
            <a:lstStyle/>
            <a:p>
              <a:endParaRPr lang="en-US"/>
            </a:p>
          </p:txBody>
        </p:sp>
      </p:grpSp>
      <p:grpSp>
        <p:nvGrpSpPr>
          <p:cNvPr id="1306" name="Graphic 4">
            <a:extLst>
              <a:ext uri="{FF2B5EF4-FFF2-40B4-BE49-F238E27FC236}">
                <a16:creationId xmlns:a16="http://schemas.microsoft.com/office/drawing/2014/main" id="{C4918A04-1A63-014A-8007-F7F9160DCF1E}"/>
              </a:ext>
            </a:extLst>
          </p:cNvPr>
          <p:cNvGrpSpPr>
            <a:grpSpLocks noChangeAspect="1"/>
          </p:cNvGrpSpPr>
          <p:nvPr/>
        </p:nvGrpSpPr>
        <p:grpSpPr>
          <a:xfrm>
            <a:off x="9278827" y="2855717"/>
            <a:ext cx="362309" cy="361971"/>
            <a:chOff x="9278827" y="2855717"/>
            <a:chExt cx="362309" cy="361971"/>
          </a:xfrm>
          <a:solidFill>
            <a:srgbClr val="62B5E5"/>
          </a:solidFill>
        </p:grpSpPr>
        <p:sp>
          <p:nvSpPr>
            <p:cNvPr id="1307" name="Graphic 4">
              <a:extLst>
                <a:ext uri="{FF2B5EF4-FFF2-40B4-BE49-F238E27FC236}">
                  <a16:creationId xmlns:a16="http://schemas.microsoft.com/office/drawing/2014/main" id="{7DA073D1-C72D-084A-86FA-6DB30BBE9524}"/>
                </a:ext>
              </a:extLst>
            </p:cNvPr>
            <p:cNvSpPr/>
            <p:nvPr/>
          </p:nvSpPr>
          <p:spPr>
            <a:xfrm>
              <a:off x="9415572" y="3035746"/>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62B5E5"/>
            </a:solidFill>
            <a:ln w="6390" cap="flat">
              <a:noFill/>
              <a:prstDash val="solid"/>
              <a:miter/>
            </a:ln>
          </p:spPr>
          <p:txBody>
            <a:bodyPr rtlCol="0" anchor="ctr"/>
            <a:lstStyle/>
            <a:p>
              <a:endParaRPr lang="en-US"/>
            </a:p>
          </p:txBody>
        </p:sp>
        <p:sp>
          <p:nvSpPr>
            <p:cNvPr id="1308" name="Graphic 4">
              <a:extLst>
                <a:ext uri="{FF2B5EF4-FFF2-40B4-BE49-F238E27FC236}">
                  <a16:creationId xmlns:a16="http://schemas.microsoft.com/office/drawing/2014/main" id="{612A8463-1A87-A847-8382-CE58DB0D9968}"/>
                </a:ext>
              </a:extLst>
            </p:cNvPr>
            <p:cNvSpPr/>
            <p:nvPr/>
          </p:nvSpPr>
          <p:spPr>
            <a:xfrm>
              <a:off x="9375315" y="2949562"/>
              <a:ext cx="169333" cy="175559"/>
            </a:xfrm>
            <a:custGeom>
              <a:avLst/>
              <a:gdLst>
                <a:gd name="connsiteX0" fmla="*/ 0 w 169333"/>
                <a:gd name="connsiteY0" fmla="*/ 73416 h 175559"/>
                <a:gd name="connsiteX1" fmla="*/ 4473 w 169333"/>
                <a:gd name="connsiteY1" fmla="*/ 73416 h 175559"/>
                <a:gd name="connsiteX2" fmla="*/ 10863 w 169333"/>
                <a:gd name="connsiteY2" fmla="*/ 79800 h 175559"/>
                <a:gd name="connsiteX3" fmla="*/ 10863 w 169333"/>
                <a:gd name="connsiteY3" fmla="*/ 175560 h 175559"/>
                <a:gd name="connsiteX4" fmla="*/ 63899 w 169333"/>
                <a:gd name="connsiteY4" fmla="*/ 175560 h 175559"/>
                <a:gd name="connsiteX5" fmla="*/ 63899 w 169333"/>
                <a:gd name="connsiteY5" fmla="*/ 137894 h 175559"/>
                <a:gd name="connsiteX6" fmla="*/ 70289 w 169333"/>
                <a:gd name="connsiteY6" fmla="*/ 131510 h 175559"/>
                <a:gd name="connsiteX7" fmla="*/ 99684 w 169333"/>
                <a:gd name="connsiteY7" fmla="*/ 131510 h 175559"/>
                <a:gd name="connsiteX8" fmla="*/ 106074 w 169333"/>
                <a:gd name="connsiteY8" fmla="*/ 137894 h 175559"/>
                <a:gd name="connsiteX9" fmla="*/ 106074 w 169333"/>
                <a:gd name="connsiteY9" fmla="*/ 174921 h 175559"/>
                <a:gd name="connsiteX10" fmla="*/ 158471 w 169333"/>
                <a:gd name="connsiteY10" fmla="*/ 174921 h 175559"/>
                <a:gd name="connsiteX11" fmla="*/ 158471 w 169333"/>
                <a:gd name="connsiteY11" fmla="*/ 79161 h 175559"/>
                <a:gd name="connsiteX12" fmla="*/ 164861 w 169333"/>
                <a:gd name="connsiteY12" fmla="*/ 72777 h 175559"/>
                <a:gd name="connsiteX13" fmla="*/ 169333 w 169333"/>
                <a:gd name="connsiteY13" fmla="*/ 72777 h 175559"/>
                <a:gd name="connsiteX14" fmla="*/ 84986 w 169333"/>
                <a:gd name="connsiteY14" fmla="*/ 0 h 175559"/>
                <a:gd name="connsiteX15" fmla="*/ 0 w 169333"/>
                <a:gd name="connsiteY15" fmla="*/ 73416 h 175559"/>
                <a:gd name="connsiteX16" fmla="*/ 69650 w 169333"/>
                <a:gd name="connsiteY16" fmla="*/ 108528 h 175559"/>
                <a:gd name="connsiteX17" fmla="*/ 63261 w 169333"/>
                <a:gd name="connsiteY17" fmla="*/ 114912 h 175559"/>
                <a:gd name="connsiteX18" fmla="*/ 33867 w 169333"/>
                <a:gd name="connsiteY18" fmla="*/ 114912 h 175559"/>
                <a:gd name="connsiteX19" fmla="*/ 27477 w 169333"/>
                <a:gd name="connsiteY19" fmla="*/ 108528 h 175559"/>
                <a:gd name="connsiteX20" fmla="*/ 27477 w 169333"/>
                <a:gd name="connsiteY20" fmla="*/ 79161 h 175559"/>
                <a:gd name="connsiteX21" fmla="*/ 33867 w 169333"/>
                <a:gd name="connsiteY21" fmla="*/ 72777 h 175559"/>
                <a:gd name="connsiteX22" fmla="*/ 63261 w 169333"/>
                <a:gd name="connsiteY22" fmla="*/ 72777 h 175559"/>
                <a:gd name="connsiteX23" fmla="*/ 69650 w 169333"/>
                <a:gd name="connsiteY23" fmla="*/ 79161 h 175559"/>
                <a:gd name="connsiteX24" fmla="*/ 69650 w 169333"/>
                <a:gd name="connsiteY24" fmla="*/ 108528 h 175559"/>
                <a:gd name="connsiteX25" fmla="*/ 100322 w 169333"/>
                <a:gd name="connsiteY25" fmla="*/ 79800 h 175559"/>
                <a:gd name="connsiteX26" fmla="*/ 106712 w 169333"/>
                <a:gd name="connsiteY26" fmla="*/ 73416 h 175559"/>
                <a:gd name="connsiteX27" fmla="*/ 136106 w 169333"/>
                <a:gd name="connsiteY27" fmla="*/ 73416 h 175559"/>
                <a:gd name="connsiteX28" fmla="*/ 142496 w 169333"/>
                <a:gd name="connsiteY28" fmla="*/ 79800 h 175559"/>
                <a:gd name="connsiteX29" fmla="*/ 142496 w 169333"/>
                <a:gd name="connsiteY29" fmla="*/ 109166 h 175559"/>
                <a:gd name="connsiteX30" fmla="*/ 136106 w 169333"/>
                <a:gd name="connsiteY30" fmla="*/ 115550 h 175559"/>
                <a:gd name="connsiteX31" fmla="*/ 106712 w 169333"/>
                <a:gd name="connsiteY31" fmla="*/ 115550 h 175559"/>
                <a:gd name="connsiteX32" fmla="*/ 100322 w 169333"/>
                <a:gd name="connsiteY32" fmla="*/ 109166 h 175559"/>
                <a:gd name="connsiteX33" fmla="*/ 100322 w 169333"/>
                <a:gd name="connsiteY33" fmla="*/ 79800 h 1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9333" h="175559">
                  <a:moveTo>
                    <a:pt x="0" y="73416"/>
                  </a:moveTo>
                  <a:lnTo>
                    <a:pt x="4473" y="73416"/>
                  </a:lnTo>
                  <a:cubicBezTo>
                    <a:pt x="8307" y="73416"/>
                    <a:pt x="10863" y="75969"/>
                    <a:pt x="10863" y="79800"/>
                  </a:cubicBezTo>
                  <a:lnTo>
                    <a:pt x="10863" y="175560"/>
                  </a:lnTo>
                  <a:lnTo>
                    <a:pt x="63899" y="175560"/>
                  </a:lnTo>
                  <a:lnTo>
                    <a:pt x="63899" y="137894"/>
                  </a:lnTo>
                  <a:cubicBezTo>
                    <a:pt x="63899" y="134064"/>
                    <a:pt x="66456" y="131510"/>
                    <a:pt x="70289" y="131510"/>
                  </a:cubicBezTo>
                  <a:lnTo>
                    <a:pt x="99684" y="131510"/>
                  </a:lnTo>
                  <a:cubicBezTo>
                    <a:pt x="103517" y="131510"/>
                    <a:pt x="106074" y="134064"/>
                    <a:pt x="106074" y="137894"/>
                  </a:cubicBezTo>
                  <a:lnTo>
                    <a:pt x="106074" y="174921"/>
                  </a:lnTo>
                  <a:lnTo>
                    <a:pt x="158471" y="174921"/>
                  </a:lnTo>
                  <a:lnTo>
                    <a:pt x="158471" y="79161"/>
                  </a:lnTo>
                  <a:cubicBezTo>
                    <a:pt x="158471" y="75331"/>
                    <a:pt x="161027" y="72777"/>
                    <a:pt x="164861" y="72777"/>
                  </a:cubicBezTo>
                  <a:lnTo>
                    <a:pt x="169333" y="72777"/>
                  </a:lnTo>
                  <a:lnTo>
                    <a:pt x="84986" y="0"/>
                  </a:lnTo>
                  <a:lnTo>
                    <a:pt x="0" y="73416"/>
                  </a:lnTo>
                  <a:close/>
                  <a:moveTo>
                    <a:pt x="69650" y="108528"/>
                  </a:moveTo>
                  <a:cubicBezTo>
                    <a:pt x="69650" y="112358"/>
                    <a:pt x="67094" y="114912"/>
                    <a:pt x="63261" y="114912"/>
                  </a:cubicBezTo>
                  <a:lnTo>
                    <a:pt x="33867" y="114912"/>
                  </a:lnTo>
                  <a:cubicBezTo>
                    <a:pt x="30033" y="114912"/>
                    <a:pt x="27477" y="112358"/>
                    <a:pt x="27477" y="108528"/>
                  </a:cubicBezTo>
                  <a:lnTo>
                    <a:pt x="27477" y="79161"/>
                  </a:lnTo>
                  <a:cubicBezTo>
                    <a:pt x="27477" y="75331"/>
                    <a:pt x="30033" y="72777"/>
                    <a:pt x="33867" y="72777"/>
                  </a:cubicBezTo>
                  <a:lnTo>
                    <a:pt x="63261" y="72777"/>
                  </a:lnTo>
                  <a:cubicBezTo>
                    <a:pt x="67094" y="72777"/>
                    <a:pt x="69650" y="75331"/>
                    <a:pt x="69650" y="79161"/>
                  </a:cubicBezTo>
                  <a:lnTo>
                    <a:pt x="69650" y="108528"/>
                  </a:lnTo>
                  <a:close/>
                  <a:moveTo>
                    <a:pt x="100322" y="79800"/>
                  </a:moveTo>
                  <a:cubicBezTo>
                    <a:pt x="100322" y="75969"/>
                    <a:pt x="102879" y="73416"/>
                    <a:pt x="106712" y="73416"/>
                  </a:cubicBezTo>
                  <a:lnTo>
                    <a:pt x="136106" y="73416"/>
                  </a:lnTo>
                  <a:cubicBezTo>
                    <a:pt x="139940" y="73416"/>
                    <a:pt x="142496" y="75969"/>
                    <a:pt x="142496" y="79800"/>
                  </a:cubicBezTo>
                  <a:lnTo>
                    <a:pt x="142496" y="109166"/>
                  </a:lnTo>
                  <a:cubicBezTo>
                    <a:pt x="142496" y="112997"/>
                    <a:pt x="139940" y="115550"/>
                    <a:pt x="136106" y="115550"/>
                  </a:cubicBezTo>
                  <a:lnTo>
                    <a:pt x="106712" y="115550"/>
                  </a:lnTo>
                  <a:cubicBezTo>
                    <a:pt x="102879" y="115550"/>
                    <a:pt x="100322" y="112997"/>
                    <a:pt x="100322" y="109166"/>
                  </a:cubicBezTo>
                  <a:lnTo>
                    <a:pt x="100322" y="79800"/>
                  </a:lnTo>
                  <a:close/>
                </a:path>
              </a:pathLst>
            </a:custGeom>
            <a:solidFill>
              <a:srgbClr val="62B5E5"/>
            </a:solidFill>
            <a:ln w="6390" cap="flat">
              <a:noFill/>
              <a:prstDash val="solid"/>
              <a:miter/>
            </a:ln>
          </p:spPr>
          <p:txBody>
            <a:bodyPr rtlCol="0" anchor="ctr"/>
            <a:lstStyle/>
            <a:p>
              <a:endParaRPr lang="en-US"/>
            </a:p>
          </p:txBody>
        </p:sp>
        <p:sp>
          <p:nvSpPr>
            <p:cNvPr id="1309" name="Graphic 4">
              <a:extLst>
                <a:ext uri="{FF2B5EF4-FFF2-40B4-BE49-F238E27FC236}">
                  <a16:creationId xmlns:a16="http://schemas.microsoft.com/office/drawing/2014/main" id="{BF65B07A-17DC-D040-8892-F86062762269}"/>
                </a:ext>
              </a:extLst>
            </p:cNvPr>
            <p:cNvSpPr/>
            <p:nvPr/>
          </p:nvSpPr>
          <p:spPr>
            <a:xfrm>
              <a:off x="9488417" y="3035746"/>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62B5E5"/>
            </a:solidFill>
            <a:ln w="6390" cap="flat">
              <a:noFill/>
              <a:prstDash val="solid"/>
              <a:miter/>
            </a:ln>
          </p:spPr>
          <p:txBody>
            <a:bodyPr rtlCol="0" anchor="ctr"/>
            <a:lstStyle/>
            <a:p>
              <a:endParaRPr lang="en-US"/>
            </a:p>
          </p:txBody>
        </p:sp>
        <p:sp>
          <p:nvSpPr>
            <p:cNvPr id="1310" name="Graphic 4">
              <a:extLst>
                <a:ext uri="{FF2B5EF4-FFF2-40B4-BE49-F238E27FC236}">
                  <a16:creationId xmlns:a16="http://schemas.microsoft.com/office/drawing/2014/main" id="{16907353-621E-AF47-9403-A5FB44088123}"/>
                </a:ext>
              </a:extLst>
            </p:cNvPr>
            <p:cNvSpPr/>
            <p:nvPr/>
          </p:nvSpPr>
          <p:spPr>
            <a:xfrm>
              <a:off x="9278827" y="28557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89464 w 362309"/>
                <a:gd name="connsiteY6" fmla="*/ 175560 h 361971"/>
                <a:gd name="connsiteX7" fmla="*/ 283713 w 362309"/>
                <a:gd name="connsiteY7" fmla="*/ 180028 h 361971"/>
                <a:gd name="connsiteX8" fmla="*/ 268377 w 362309"/>
                <a:gd name="connsiteY8" fmla="*/ 180028 h 361971"/>
                <a:gd name="connsiteX9" fmla="*/ 268377 w 362309"/>
                <a:gd name="connsiteY9" fmla="*/ 275788 h 361971"/>
                <a:gd name="connsiteX10" fmla="*/ 261987 w 362309"/>
                <a:gd name="connsiteY10" fmla="*/ 282172 h 361971"/>
                <a:gd name="connsiteX11" fmla="*/ 196172 w 362309"/>
                <a:gd name="connsiteY11" fmla="*/ 282172 h 361971"/>
                <a:gd name="connsiteX12" fmla="*/ 189782 w 362309"/>
                <a:gd name="connsiteY12" fmla="*/ 275788 h 361971"/>
                <a:gd name="connsiteX13" fmla="*/ 189782 w 362309"/>
                <a:gd name="connsiteY13" fmla="*/ 238122 h 361971"/>
                <a:gd name="connsiteX14" fmla="*/ 173167 w 362309"/>
                <a:gd name="connsiteY14" fmla="*/ 238122 h 361971"/>
                <a:gd name="connsiteX15" fmla="*/ 173167 w 362309"/>
                <a:gd name="connsiteY15" fmla="*/ 275149 h 361971"/>
                <a:gd name="connsiteX16" fmla="*/ 166777 w 362309"/>
                <a:gd name="connsiteY16" fmla="*/ 281533 h 361971"/>
                <a:gd name="connsiteX17" fmla="*/ 101600 w 362309"/>
                <a:gd name="connsiteY17" fmla="*/ 281533 h 361971"/>
                <a:gd name="connsiteX18" fmla="*/ 95210 w 362309"/>
                <a:gd name="connsiteY18" fmla="*/ 275149 h 361971"/>
                <a:gd name="connsiteX19" fmla="*/ 95210 w 362309"/>
                <a:gd name="connsiteY19" fmla="*/ 179390 h 361971"/>
                <a:gd name="connsiteX20" fmla="*/ 79874 w 362309"/>
                <a:gd name="connsiteY20" fmla="*/ 179390 h 361971"/>
                <a:gd name="connsiteX21" fmla="*/ 73484 w 362309"/>
                <a:gd name="connsiteY21" fmla="*/ 173006 h 361971"/>
                <a:gd name="connsiteX22" fmla="*/ 76040 w 362309"/>
                <a:gd name="connsiteY22" fmla="*/ 167899 h 361971"/>
                <a:gd name="connsiteX23" fmla="*/ 178279 w 362309"/>
                <a:gd name="connsiteY23" fmla="*/ 80438 h 361971"/>
                <a:gd name="connsiteX24" fmla="*/ 186587 w 362309"/>
                <a:gd name="connsiteY24" fmla="*/ 80438 h 361971"/>
                <a:gd name="connsiteX25" fmla="*/ 288186 w 362309"/>
                <a:gd name="connsiteY25" fmla="*/ 167899 h 361971"/>
                <a:gd name="connsiteX26" fmla="*/ 289464 w 362309"/>
                <a:gd name="connsiteY26" fmla="*/ 17556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2309" h="361971">
                  <a:moveTo>
                    <a:pt x="181474" y="0"/>
                  </a:moveTo>
                  <a:cubicBezTo>
                    <a:pt x="81153" y="0"/>
                    <a:pt x="0" y="81076"/>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6"/>
                    <a:pt x="281157" y="0"/>
                    <a:pt x="181474" y="0"/>
                  </a:cubicBezTo>
                  <a:close/>
                  <a:moveTo>
                    <a:pt x="289464" y="175560"/>
                  </a:moveTo>
                  <a:cubicBezTo>
                    <a:pt x="288826" y="178113"/>
                    <a:pt x="286270" y="180028"/>
                    <a:pt x="283713" y="180028"/>
                  </a:cubicBezTo>
                  <a:lnTo>
                    <a:pt x="268377" y="180028"/>
                  </a:lnTo>
                  <a:lnTo>
                    <a:pt x="268377" y="275788"/>
                  </a:lnTo>
                  <a:cubicBezTo>
                    <a:pt x="268377" y="279618"/>
                    <a:pt x="265821" y="282172"/>
                    <a:pt x="261987" y="282172"/>
                  </a:cubicBezTo>
                  <a:lnTo>
                    <a:pt x="196172" y="282172"/>
                  </a:lnTo>
                  <a:cubicBezTo>
                    <a:pt x="192337" y="282172"/>
                    <a:pt x="189782" y="279618"/>
                    <a:pt x="189782" y="275788"/>
                  </a:cubicBezTo>
                  <a:lnTo>
                    <a:pt x="189782" y="238122"/>
                  </a:lnTo>
                  <a:lnTo>
                    <a:pt x="173167" y="238122"/>
                  </a:lnTo>
                  <a:lnTo>
                    <a:pt x="173167" y="275149"/>
                  </a:lnTo>
                  <a:cubicBezTo>
                    <a:pt x="173167" y="278980"/>
                    <a:pt x="170612" y="281533"/>
                    <a:pt x="166777" y="281533"/>
                  </a:cubicBezTo>
                  <a:lnTo>
                    <a:pt x="101600" y="281533"/>
                  </a:lnTo>
                  <a:cubicBezTo>
                    <a:pt x="97766" y="281533"/>
                    <a:pt x="95210" y="278980"/>
                    <a:pt x="95210" y="275149"/>
                  </a:cubicBezTo>
                  <a:lnTo>
                    <a:pt x="95210" y="179390"/>
                  </a:lnTo>
                  <a:lnTo>
                    <a:pt x="79874" y="179390"/>
                  </a:lnTo>
                  <a:cubicBezTo>
                    <a:pt x="76040" y="179390"/>
                    <a:pt x="73484" y="176836"/>
                    <a:pt x="73484" y="173006"/>
                  </a:cubicBezTo>
                  <a:cubicBezTo>
                    <a:pt x="73484" y="171091"/>
                    <a:pt x="74123" y="169176"/>
                    <a:pt x="76040" y="167899"/>
                  </a:cubicBezTo>
                  <a:lnTo>
                    <a:pt x="178279" y="80438"/>
                  </a:lnTo>
                  <a:cubicBezTo>
                    <a:pt x="180836" y="78523"/>
                    <a:pt x="184031" y="78523"/>
                    <a:pt x="186587" y="80438"/>
                  </a:cubicBezTo>
                  <a:lnTo>
                    <a:pt x="288186" y="167899"/>
                  </a:lnTo>
                  <a:cubicBezTo>
                    <a:pt x="290103" y="170452"/>
                    <a:pt x="290103" y="173006"/>
                    <a:pt x="289464" y="175560"/>
                  </a:cubicBezTo>
                  <a:close/>
                </a:path>
              </a:pathLst>
            </a:custGeom>
            <a:solidFill>
              <a:srgbClr val="62B5E5"/>
            </a:solidFill>
            <a:ln w="6390" cap="flat">
              <a:noFill/>
              <a:prstDash val="solid"/>
              <a:miter/>
            </a:ln>
          </p:spPr>
          <p:txBody>
            <a:bodyPr rtlCol="0" anchor="ctr"/>
            <a:lstStyle/>
            <a:p>
              <a:endParaRPr lang="en-US"/>
            </a:p>
          </p:txBody>
        </p:sp>
      </p:grpSp>
      <p:grpSp>
        <p:nvGrpSpPr>
          <p:cNvPr id="1311" name="Graphic 4">
            <a:extLst>
              <a:ext uri="{FF2B5EF4-FFF2-40B4-BE49-F238E27FC236}">
                <a16:creationId xmlns:a16="http://schemas.microsoft.com/office/drawing/2014/main" id="{0F57C671-1860-3848-925B-E7384C40A7C9}"/>
              </a:ext>
            </a:extLst>
          </p:cNvPr>
          <p:cNvGrpSpPr>
            <a:grpSpLocks noChangeAspect="1"/>
          </p:cNvGrpSpPr>
          <p:nvPr/>
        </p:nvGrpSpPr>
        <p:grpSpPr>
          <a:xfrm>
            <a:off x="9278827" y="3339623"/>
            <a:ext cx="362309" cy="361971"/>
            <a:chOff x="9278827" y="3339623"/>
            <a:chExt cx="362309" cy="361971"/>
          </a:xfrm>
          <a:solidFill>
            <a:srgbClr val="62B5E5"/>
          </a:solidFill>
        </p:grpSpPr>
        <p:sp>
          <p:nvSpPr>
            <p:cNvPr id="1312" name="Graphic 4">
              <a:extLst>
                <a:ext uri="{FF2B5EF4-FFF2-40B4-BE49-F238E27FC236}">
                  <a16:creationId xmlns:a16="http://schemas.microsoft.com/office/drawing/2014/main" id="{61CEDB1E-F938-DD4B-B134-0AB44CA8BAEE}"/>
                </a:ext>
              </a:extLst>
            </p:cNvPr>
            <p:cNvSpPr/>
            <p:nvPr/>
          </p:nvSpPr>
          <p:spPr>
            <a:xfrm>
              <a:off x="9434742" y="3456450"/>
              <a:ext cx="49841" cy="42134"/>
            </a:xfrm>
            <a:custGeom>
              <a:avLst/>
              <a:gdLst>
                <a:gd name="connsiteX0" fmla="*/ 0 w 49841"/>
                <a:gd name="connsiteY0" fmla="*/ 0 h 42134"/>
                <a:gd name="connsiteX1" fmla="*/ 0 w 49841"/>
                <a:gd name="connsiteY1" fmla="*/ 1277 h 42134"/>
                <a:gd name="connsiteX2" fmla="*/ 0 w 49841"/>
                <a:gd name="connsiteY2" fmla="*/ 42135 h 42134"/>
                <a:gd name="connsiteX3" fmla="*/ 18531 w 49841"/>
                <a:gd name="connsiteY3" fmla="*/ 42135 h 42134"/>
                <a:gd name="connsiteX4" fmla="*/ 18531 w 49841"/>
                <a:gd name="connsiteY4" fmla="*/ 24898 h 42134"/>
                <a:gd name="connsiteX5" fmla="*/ 24921 w 49841"/>
                <a:gd name="connsiteY5" fmla="*/ 18514 h 42134"/>
                <a:gd name="connsiteX6" fmla="*/ 31311 w 49841"/>
                <a:gd name="connsiteY6" fmla="*/ 24898 h 42134"/>
                <a:gd name="connsiteX7" fmla="*/ 31311 w 49841"/>
                <a:gd name="connsiteY7" fmla="*/ 42135 h 42134"/>
                <a:gd name="connsiteX8" fmla="*/ 49842 w 49841"/>
                <a:gd name="connsiteY8" fmla="*/ 42135 h 42134"/>
                <a:gd name="connsiteX9" fmla="*/ 49842 w 49841"/>
                <a:gd name="connsiteY9" fmla="*/ 1277 h 42134"/>
                <a:gd name="connsiteX10" fmla="*/ 49842 w 49841"/>
                <a:gd name="connsiteY10" fmla="*/ 0 h 42134"/>
                <a:gd name="connsiteX11" fmla="*/ 0 w 49841"/>
                <a:gd name="connsiteY11" fmla="*/ 0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841" h="42134">
                  <a:moveTo>
                    <a:pt x="0" y="0"/>
                  </a:moveTo>
                  <a:cubicBezTo>
                    <a:pt x="0" y="639"/>
                    <a:pt x="0" y="1277"/>
                    <a:pt x="0" y="1277"/>
                  </a:cubicBezTo>
                  <a:lnTo>
                    <a:pt x="0" y="42135"/>
                  </a:lnTo>
                  <a:lnTo>
                    <a:pt x="18531" y="42135"/>
                  </a:lnTo>
                  <a:lnTo>
                    <a:pt x="18531" y="24898"/>
                  </a:lnTo>
                  <a:cubicBezTo>
                    <a:pt x="18531" y="21067"/>
                    <a:pt x="21087" y="18514"/>
                    <a:pt x="24921" y="18514"/>
                  </a:cubicBezTo>
                  <a:cubicBezTo>
                    <a:pt x="28755" y="18514"/>
                    <a:pt x="31311" y="21067"/>
                    <a:pt x="31311" y="24898"/>
                  </a:cubicBezTo>
                  <a:lnTo>
                    <a:pt x="31311" y="42135"/>
                  </a:lnTo>
                  <a:lnTo>
                    <a:pt x="49842" y="42135"/>
                  </a:lnTo>
                  <a:lnTo>
                    <a:pt x="49842" y="1277"/>
                  </a:lnTo>
                  <a:cubicBezTo>
                    <a:pt x="49842" y="639"/>
                    <a:pt x="49842" y="0"/>
                    <a:pt x="49842" y="0"/>
                  </a:cubicBezTo>
                  <a:lnTo>
                    <a:pt x="0" y="0"/>
                  </a:lnTo>
                  <a:close/>
                </a:path>
              </a:pathLst>
            </a:custGeom>
            <a:solidFill>
              <a:srgbClr val="62B5E5"/>
            </a:solidFill>
            <a:ln w="6390" cap="flat">
              <a:noFill/>
              <a:prstDash val="solid"/>
              <a:miter/>
            </a:ln>
          </p:spPr>
          <p:txBody>
            <a:bodyPr rtlCol="0" anchor="ctr"/>
            <a:lstStyle/>
            <a:p>
              <a:endParaRPr lang="en-US"/>
            </a:p>
          </p:txBody>
        </p:sp>
        <p:sp>
          <p:nvSpPr>
            <p:cNvPr id="1313" name="Graphic 4">
              <a:extLst>
                <a:ext uri="{FF2B5EF4-FFF2-40B4-BE49-F238E27FC236}">
                  <a16:creationId xmlns:a16="http://schemas.microsoft.com/office/drawing/2014/main" id="{5B3EC387-6D63-5345-948B-115834134868}"/>
                </a:ext>
              </a:extLst>
            </p:cNvPr>
            <p:cNvSpPr/>
            <p:nvPr/>
          </p:nvSpPr>
          <p:spPr>
            <a:xfrm>
              <a:off x="9372120" y="3574554"/>
              <a:ext cx="50480" cy="42134"/>
            </a:xfrm>
            <a:custGeom>
              <a:avLst/>
              <a:gdLst>
                <a:gd name="connsiteX0" fmla="*/ 640 w 50480"/>
                <a:gd name="connsiteY0" fmla="*/ 1277 h 42134"/>
                <a:gd name="connsiteX1" fmla="*/ 640 w 50480"/>
                <a:gd name="connsiteY1" fmla="*/ 42135 h 42134"/>
                <a:gd name="connsiteX2" fmla="*/ 19170 w 50480"/>
                <a:gd name="connsiteY2" fmla="*/ 42135 h 42134"/>
                <a:gd name="connsiteX3" fmla="*/ 19170 w 50480"/>
                <a:gd name="connsiteY3" fmla="*/ 24898 h 42134"/>
                <a:gd name="connsiteX4" fmla="*/ 25560 w 50480"/>
                <a:gd name="connsiteY4" fmla="*/ 18514 h 42134"/>
                <a:gd name="connsiteX5" fmla="*/ 31950 w 50480"/>
                <a:gd name="connsiteY5" fmla="*/ 24898 h 42134"/>
                <a:gd name="connsiteX6" fmla="*/ 31950 w 50480"/>
                <a:gd name="connsiteY6" fmla="*/ 42135 h 42134"/>
                <a:gd name="connsiteX7" fmla="*/ 50481 w 50480"/>
                <a:gd name="connsiteY7" fmla="*/ 42135 h 42134"/>
                <a:gd name="connsiteX8" fmla="*/ 50481 w 50480"/>
                <a:gd name="connsiteY8" fmla="*/ 1277 h 42134"/>
                <a:gd name="connsiteX9" fmla="*/ 50481 w 50480"/>
                <a:gd name="connsiteY9" fmla="*/ 0 h 42134"/>
                <a:gd name="connsiteX10" fmla="*/ 0 w 50480"/>
                <a:gd name="connsiteY10" fmla="*/ 0 h 42134"/>
                <a:gd name="connsiteX11" fmla="*/ 640 w 50480"/>
                <a:gd name="connsiteY11" fmla="*/ 1277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480" h="42134">
                  <a:moveTo>
                    <a:pt x="640" y="1277"/>
                  </a:moveTo>
                  <a:lnTo>
                    <a:pt x="640" y="42135"/>
                  </a:lnTo>
                  <a:lnTo>
                    <a:pt x="19170" y="42135"/>
                  </a:lnTo>
                  <a:lnTo>
                    <a:pt x="19170" y="24898"/>
                  </a:lnTo>
                  <a:cubicBezTo>
                    <a:pt x="19170" y="21067"/>
                    <a:pt x="21726" y="18514"/>
                    <a:pt x="25560" y="18514"/>
                  </a:cubicBezTo>
                  <a:cubicBezTo>
                    <a:pt x="29394" y="18514"/>
                    <a:pt x="31950" y="21067"/>
                    <a:pt x="31950" y="24898"/>
                  </a:cubicBezTo>
                  <a:lnTo>
                    <a:pt x="31950" y="42135"/>
                  </a:lnTo>
                  <a:lnTo>
                    <a:pt x="50481" y="42135"/>
                  </a:lnTo>
                  <a:lnTo>
                    <a:pt x="50481" y="1277"/>
                  </a:lnTo>
                  <a:cubicBezTo>
                    <a:pt x="50481" y="639"/>
                    <a:pt x="50481" y="0"/>
                    <a:pt x="50481" y="0"/>
                  </a:cubicBezTo>
                  <a:lnTo>
                    <a:pt x="0" y="0"/>
                  </a:lnTo>
                  <a:cubicBezTo>
                    <a:pt x="0" y="0"/>
                    <a:pt x="0" y="639"/>
                    <a:pt x="640" y="1277"/>
                  </a:cubicBezTo>
                  <a:close/>
                </a:path>
              </a:pathLst>
            </a:custGeom>
            <a:solidFill>
              <a:srgbClr val="62B5E5"/>
            </a:solidFill>
            <a:ln w="6390" cap="flat">
              <a:noFill/>
              <a:prstDash val="solid"/>
              <a:miter/>
            </a:ln>
          </p:spPr>
          <p:txBody>
            <a:bodyPr rtlCol="0" anchor="ctr"/>
            <a:lstStyle/>
            <a:p>
              <a:endParaRPr lang="en-US"/>
            </a:p>
          </p:txBody>
        </p:sp>
        <p:sp>
          <p:nvSpPr>
            <p:cNvPr id="1314" name="Graphic 4">
              <a:extLst>
                <a:ext uri="{FF2B5EF4-FFF2-40B4-BE49-F238E27FC236}">
                  <a16:creationId xmlns:a16="http://schemas.microsoft.com/office/drawing/2014/main" id="{468A1715-F033-334F-B9B5-5F2BD24EC16E}"/>
                </a:ext>
              </a:extLst>
            </p:cNvPr>
            <p:cNvSpPr/>
            <p:nvPr/>
          </p:nvSpPr>
          <p:spPr>
            <a:xfrm>
              <a:off x="9439214" y="3427084"/>
              <a:ext cx="42174" cy="16598"/>
            </a:xfrm>
            <a:custGeom>
              <a:avLst/>
              <a:gdLst>
                <a:gd name="connsiteX0" fmla="*/ 21087 w 42174"/>
                <a:gd name="connsiteY0" fmla="*/ 0 h 16598"/>
                <a:gd name="connsiteX1" fmla="*/ 0 w 42174"/>
                <a:gd name="connsiteY1" fmla="*/ 16598 h 16598"/>
                <a:gd name="connsiteX2" fmla="*/ 42174 w 42174"/>
                <a:gd name="connsiteY2" fmla="*/ 16598 h 16598"/>
              </a:gdLst>
              <a:ahLst/>
              <a:cxnLst>
                <a:cxn ang="0">
                  <a:pos x="connsiteX0" y="connsiteY0"/>
                </a:cxn>
                <a:cxn ang="0">
                  <a:pos x="connsiteX1" y="connsiteY1"/>
                </a:cxn>
                <a:cxn ang="0">
                  <a:pos x="connsiteX2" y="connsiteY2"/>
                </a:cxn>
              </a:cxnLst>
              <a:rect l="l" t="t" r="r" b="b"/>
              <a:pathLst>
                <a:path w="42174" h="16598">
                  <a:moveTo>
                    <a:pt x="21087" y="0"/>
                  </a:moveTo>
                  <a:lnTo>
                    <a:pt x="0" y="16598"/>
                  </a:lnTo>
                  <a:lnTo>
                    <a:pt x="42174" y="16598"/>
                  </a:lnTo>
                  <a:close/>
                </a:path>
              </a:pathLst>
            </a:custGeom>
            <a:solidFill>
              <a:srgbClr val="62B5E5"/>
            </a:solidFill>
            <a:ln w="6390" cap="flat">
              <a:noFill/>
              <a:prstDash val="solid"/>
              <a:miter/>
            </a:ln>
          </p:spPr>
          <p:txBody>
            <a:bodyPr rtlCol="0" anchor="ctr"/>
            <a:lstStyle/>
            <a:p>
              <a:endParaRPr lang="en-US"/>
            </a:p>
          </p:txBody>
        </p:sp>
        <p:sp>
          <p:nvSpPr>
            <p:cNvPr id="1315" name="Graphic 4">
              <a:extLst>
                <a:ext uri="{FF2B5EF4-FFF2-40B4-BE49-F238E27FC236}">
                  <a16:creationId xmlns:a16="http://schemas.microsoft.com/office/drawing/2014/main" id="{8B31F3DA-E0CF-C845-B396-1FFD32D8540E}"/>
                </a:ext>
              </a:extLst>
            </p:cNvPr>
            <p:cNvSpPr/>
            <p:nvPr/>
          </p:nvSpPr>
          <p:spPr>
            <a:xfrm>
              <a:off x="9501836" y="3544549"/>
              <a:ext cx="42173" cy="16598"/>
            </a:xfrm>
            <a:custGeom>
              <a:avLst/>
              <a:gdLst>
                <a:gd name="connsiteX0" fmla="*/ 21087 w 42173"/>
                <a:gd name="connsiteY0" fmla="*/ 0 h 16598"/>
                <a:gd name="connsiteX1" fmla="*/ 0 w 42173"/>
                <a:gd name="connsiteY1" fmla="*/ 16599 h 16598"/>
                <a:gd name="connsiteX2" fmla="*/ 42173 w 42173"/>
                <a:gd name="connsiteY2" fmla="*/ 16599 h 16598"/>
              </a:gdLst>
              <a:ahLst/>
              <a:cxnLst>
                <a:cxn ang="0">
                  <a:pos x="connsiteX0" y="connsiteY0"/>
                </a:cxn>
                <a:cxn ang="0">
                  <a:pos x="connsiteX1" y="connsiteY1"/>
                </a:cxn>
                <a:cxn ang="0">
                  <a:pos x="connsiteX2" y="connsiteY2"/>
                </a:cxn>
              </a:cxnLst>
              <a:rect l="l" t="t" r="r" b="b"/>
              <a:pathLst>
                <a:path w="42173" h="16598">
                  <a:moveTo>
                    <a:pt x="21087" y="0"/>
                  </a:moveTo>
                  <a:lnTo>
                    <a:pt x="0" y="16599"/>
                  </a:lnTo>
                  <a:lnTo>
                    <a:pt x="42173" y="16599"/>
                  </a:lnTo>
                  <a:close/>
                </a:path>
              </a:pathLst>
            </a:custGeom>
            <a:solidFill>
              <a:srgbClr val="62B5E5"/>
            </a:solidFill>
            <a:ln w="6390" cap="flat">
              <a:noFill/>
              <a:prstDash val="solid"/>
              <a:miter/>
            </a:ln>
          </p:spPr>
          <p:txBody>
            <a:bodyPr rtlCol="0" anchor="ctr"/>
            <a:lstStyle/>
            <a:p>
              <a:endParaRPr lang="en-US"/>
            </a:p>
          </p:txBody>
        </p:sp>
        <p:sp>
          <p:nvSpPr>
            <p:cNvPr id="1316" name="Graphic 4">
              <a:extLst>
                <a:ext uri="{FF2B5EF4-FFF2-40B4-BE49-F238E27FC236}">
                  <a16:creationId xmlns:a16="http://schemas.microsoft.com/office/drawing/2014/main" id="{AF9472F8-94E7-5745-AD4D-F6773B170B2E}"/>
                </a:ext>
              </a:extLst>
            </p:cNvPr>
            <p:cNvSpPr/>
            <p:nvPr/>
          </p:nvSpPr>
          <p:spPr>
            <a:xfrm>
              <a:off x="9278827" y="33396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64222 w 362309"/>
                <a:gd name="connsiteY6" fmla="*/ 229823 h 361971"/>
                <a:gd name="connsiteX7" fmla="*/ 158471 w 362309"/>
                <a:gd name="connsiteY7" fmla="*/ 234292 h 361971"/>
                <a:gd name="connsiteX8" fmla="*/ 156553 w 362309"/>
                <a:gd name="connsiteY8" fmla="*/ 234292 h 361971"/>
                <a:gd name="connsiteX9" fmla="*/ 156553 w 362309"/>
                <a:gd name="connsiteY9" fmla="*/ 235569 h 361971"/>
                <a:gd name="connsiteX10" fmla="*/ 156553 w 362309"/>
                <a:gd name="connsiteY10" fmla="*/ 282810 h 361971"/>
                <a:gd name="connsiteX11" fmla="*/ 150164 w 362309"/>
                <a:gd name="connsiteY11" fmla="*/ 289194 h 361971"/>
                <a:gd name="connsiteX12" fmla="*/ 87543 w 362309"/>
                <a:gd name="connsiteY12" fmla="*/ 289194 h 361971"/>
                <a:gd name="connsiteX13" fmla="*/ 81153 w 362309"/>
                <a:gd name="connsiteY13" fmla="*/ 282810 h 361971"/>
                <a:gd name="connsiteX14" fmla="*/ 81153 w 362309"/>
                <a:gd name="connsiteY14" fmla="*/ 235569 h 361971"/>
                <a:gd name="connsiteX15" fmla="*/ 81153 w 362309"/>
                <a:gd name="connsiteY15" fmla="*/ 234292 h 361971"/>
                <a:gd name="connsiteX16" fmla="*/ 79235 w 362309"/>
                <a:gd name="connsiteY16" fmla="*/ 234292 h 361971"/>
                <a:gd name="connsiteX17" fmla="*/ 72845 w 362309"/>
                <a:gd name="connsiteY17" fmla="*/ 227908 h 361971"/>
                <a:gd name="connsiteX18" fmla="*/ 75402 w 362309"/>
                <a:gd name="connsiteY18" fmla="*/ 222801 h 361971"/>
                <a:gd name="connsiteX19" fmla="*/ 114380 w 362309"/>
                <a:gd name="connsiteY19" fmla="*/ 191519 h 361971"/>
                <a:gd name="connsiteX20" fmla="*/ 122048 w 362309"/>
                <a:gd name="connsiteY20" fmla="*/ 191519 h 361971"/>
                <a:gd name="connsiteX21" fmla="*/ 161027 w 362309"/>
                <a:gd name="connsiteY21" fmla="*/ 222801 h 361971"/>
                <a:gd name="connsiteX22" fmla="*/ 164222 w 362309"/>
                <a:gd name="connsiteY22" fmla="*/ 229823 h 361971"/>
                <a:gd name="connsiteX23" fmla="*/ 164222 w 362309"/>
                <a:gd name="connsiteY23" fmla="*/ 229823 h 361971"/>
                <a:gd name="connsiteX24" fmla="*/ 150164 w 362309"/>
                <a:gd name="connsiteY24" fmla="*/ 171729 h 361971"/>
                <a:gd name="connsiteX25" fmla="*/ 143774 w 362309"/>
                <a:gd name="connsiteY25" fmla="*/ 165345 h 361971"/>
                <a:gd name="connsiteX26" fmla="*/ 143774 w 362309"/>
                <a:gd name="connsiteY26" fmla="*/ 118104 h 361971"/>
                <a:gd name="connsiteX27" fmla="*/ 143774 w 362309"/>
                <a:gd name="connsiteY27" fmla="*/ 116827 h 361971"/>
                <a:gd name="connsiteX28" fmla="*/ 141857 w 362309"/>
                <a:gd name="connsiteY28" fmla="*/ 116827 h 361971"/>
                <a:gd name="connsiteX29" fmla="*/ 136106 w 362309"/>
                <a:gd name="connsiteY29" fmla="*/ 112358 h 361971"/>
                <a:gd name="connsiteX30" fmla="*/ 138022 w 362309"/>
                <a:gd name="connsiteY30" fmla="*/ 105336 h 361971"/>
                <a:gd name="connsiteX31" fmla="*/ 177002 w 362309"/>
                <a:gd name="connsiteY31" fmla="*/ 74054 h 361971"/>
                <a:gd name="connsiteX32" fmla="*/ 184669 w 362309"/>
                <a:gd name="connsiteY32" fmla="*/ 74054 h 361971"/>
                <a:gd name="connsiteX33" fmla="*/ 223648 w 362309"/>
                <a:gd name="connsiteY33" fmla="*/ 105336 h 361971"/>
                <a:gd name="connsiteX34" fmla="*/ 224926 w 362309"/>
                <a:gd name="connsiteY34" fmla="*/ 114273 h 361971"/>
                <a:gd name="connsiteX35" fmla="*/ 219814 w 362309"/>
                <a:gd name="connsiteY35" fmla="*/ 116827 h 361971"/>
                <a:gd name="connsiteX36" fmla="*/ 217897 w 362309"/>
                <a:gd name="connsiteY36" fmla="*/ 116827 h 361971"/>
                <a:gd name="connsiteX37" fmla="*/ 217897 w 362309"/>
                <a:gd name="connsiteY37" fmla="*/ 118104 h 361971"/>
                <a:gd name="connsiteX38" fmla="*/ 217897 w 362309"/>
                <a:gd name="connsiteY38" fmla="*/ 165345 h 361971"/>
                <a:gd name="connsiteX39" fmla="*/ 211507 w 362309"/>
                <a:gd name="connsiteY39" fmla="*/ 171729 h 361971"/>
                <a:gd name="connsiteX40" fmla="*/ 150164 w 362309"/>
                <a:gd name="connsiteY40" fmla="*/ 171729 h 361971"/>
                <a:gd name="connsiteX41" fmla="*/ 289464 w 362309"/>
                <a:gd name="connsiteY41" fmla="*/ 229823 h 361971"/>
                <a:gd name="connsiteX42" fmla="*/ 283075 w 362309"/>
                <a:gd name="connsiteY42" fmla="*/ 234292 h 361971"/>
                <a:gd name="connsiteX43" fmla="*/ 281157 w 362309"/>
                <a:gd name="connsiteY43" fmla="*/ 234292 h 361971"/>
                <a:gd name="connsiteX44" fmla="*/ 281157 w 362309"/>
                <a:gd name="connsiteY44" fmla="*/ 235569 h 361971"/>
                <a:gd name="connsiteX45" fmla="*/ 281157 w 362309"/>
                <a:gd name="connsiteY45" fmla="*/ 282810 h 361971"/>
                <a:gd name="connsiteX46" fmla="*/ 274767 w 362309"/>
                <a:gd name="connsiteY46" fmla="*/ 289194 h 361971"/>
                <a:gd name="connsiteX47" fmla="*/ 212146 w 362309"/>
                <a:gd name="connsiteY47" fmla="*/ 289194 h 361971"/>
                <a:gd name="connsiteX48" fmla="*/ 205756 w 362309"/>
                <a:gd name="connsiteY48" fmla="*/ 282810 h 361971"/>
                <a:gd name="connsiteX49" fmla="*/ 205756 w 362309"/>
                <a:gd name="connsiteY49" fmla="*/ 235569 h 361971"/>
                <a:gd name="connsiteX50" fmla="*/ 205756 w 362309"/>
                <a:gd name="connsiteY50" fmla="*/ 234292 h 361971"/>
                <a:gd name="connsiteX51" fmla="*/ 203839 w 362309"/>
                <a:gd name="connsiteY51" fmla="*/ 234292 h 361971"/>
                <a:gd name="connsiteX52" fmla="*/ 197449 w 362309"/>
                <a:gd name="connsiteY52" fmla="*/ 227908 h 361971"/>
                <a:gd name="connsiteX53" fmla="*/ 200005 w 362309"/>
                <a:gd name="connsiteY53" fmla="*/ 222801 h 361971"/>
                <a:gd name="connsiteX54" fmla="*/ 238984 w 362309"/>
                <a:gd name="connsiteY54" fmla="*/ 191519 h 361971"/>
                <a:gd name="connsiteX55" fmla="*/ 246651 w 362309"/>
                <a:gd name="connsiteY55" fmla="*/ 191519 h 361971"/>
                <a:gd name="connsiteX56" fmla="*/ 285631 w 362309"/>
                <a:gd name="connsiteY56" fmla="*/ 222801 h 361971"/>
                <a:gd name="connsiteX57" fmla="*/ 289464 w 362309"/>
                <a:gd name="connsiteY57" fmla="*/ 229823 h 361971"/>
                <a:gd name="connsiteX58" fmla="*/ 289464 w 362309"/>
                <a:gd name="connsiteY58" fmla="*/ 22982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164222" y="229823"/>
                  </a:moveTo>
                  <a:cubicBezTo>
                    <a:pt x="163582" y="232377"/>
                    <a:pt x="161027" y="234292"/>
                    <a:pt x="158471" y="234292"/>
                  </a:cubicBezTo>
                  <a:lnTo>
                    <a:pt x="156553" y="234292"/>
                  </a:lnTo>
                  <a:cubicBezTo>
                    <a:pt x="156553" y="234930"/>
                    <a:pt x="156553" y="235569"/>
                    <a:pt x="156553" y="235569"/>
                  </a:cubicBezTo>
                  <a:lnTo>
                    <a:pt x="156553" y="282810"/>
                  </a:lnTo>
                  <a:cubicBezTo>
                    <a:pt x="156553" y="286641"/>
                    <a:pt x="153997" y="289194"/>
                    <a:pt x="150164" y="289194"/>
                  </a:cubicBezTo>
                  <a:lnTo>
                    <a:pt x="87543" y="289194"/>
                  </a:lnTo>
                  <a:cubicBezTo>
                    <a:pt x="83708" y="289194"/>
                    <a:pt x="81153" y="286641"/>
                    <a:pt x="81153" y="282810"/>
                  </a:cubicBezTo>
                  <a:lnTo>
                    <a:pt x="81153" y="235569"/>
                  </a:lnTo>
                  <a:cubicBezTo>
                    <a:pt x="81153" y="234930"/>
                    <a:pt x="81153" y="234292"/>
                    <a:pt x="81153" y="234292"/>
                  </a:cubicBezTo>
                  <a:lnTo>
                    <a:pt x="79235" y="234292"/>
                  </a:lnTo>
                  <a:cubicBezTo>
                    <a:pt x="75402" y="234292"/>
                    <a:pt x="72845" y="231738"/>
                    <a:pt x="72845" y="227908"/>
                  </a:cubicBezTo>
                  <a:cubicBezTo>
                    <a:pt x="72845" y="225993"/>
                    <a:pt x="73484" y="224078"/>
                    <a:pt x="75402" y="222801"/>
                  </a:cubicBezTo>
                  <a:lnTo>
                    <a:pt x="114380" y="191519"/>
                  </a:lnTo>
                  <a:cubicBezTo>
                    <a:pt x="116936" y="189604"/>
                    <a:pt x="120131" y="189604"/>
                    <a:pt x="122048" y="191519"/>
                  </a:cubicBezTo>
                  <a:lnTo>
                    <a:pt x="161027" y="222801"/>
                  </a:lnTo>
                  <a:cubicBezTo>
                    <a:pt x="163582" y="224716"/>
                    <a:pt x="164861" y="227270"/>
                    <a:pt x="164222" y="229823"/>
                  </a:cubicBezTo>
                  <a:lnTo>
                    <a:pt x="164222" y="229823"/>
                  </a:lnTo>
                  <a:close/>
                  <a:moveTo>
                    <a:pt x="150164" y="171729"/>
                  </a:moveTo>
                  <a:cubicBezTo>
                    <a:pt x="146330" y="171729"/>
                    <a:pt x="143774" y="169176"/>
                    <a:pt x="143774" y="165345"/>
                  </a:cubicBezTo>
                  <a:lnTo>
                    <a:pt x="143774" y="118104"/>
                  </a:lnTo>
                  <a:cubicBezTo>
                    <a:pt x="143774" y="117465"/>
                    <a:pt x="143774" y="116827"/>
                    <a:pt x="143774" y="116827"/>
                  </a:cubicBezTo>
                  <a:lnTo>
                    <a:pt x="141857" y="116827"/>
                  </a:lnTo>
                  <a:cubicBezTo>
                    <a:pt x="139301" y="116827"/>
                    <a:pt x="136745" y="114912"/>
                    <a:pt x="136106" y="112358"/>
                  </a:cubicBezTo>
                  <a:cubicBezTo>
                    <a:pt x="135467" y="109805"/>
                    <a:pt x="136106" y="107251"/>
                    <a:pt x="138022" y="105336"/>
                  </a:cubicBezTo>
                  <a:lnTo>
                    <a:pt x="177002" y="74054"/>
                  </a:lnTo>
                  <a:cubicBezTo>
                    <a:pt x="179557" y="72139"/>
                    <a:pt x="182752" y="72139"/>
                    <a:pt x="184669" y="74054"/>
                  </a:cubicBezTo>
                  <a:lnTo>
                    <a:pt x="223648" y="105336"/>
                  </a:lnTo>
                  <a:cubicBezTo>
                    <a:pt x="226204" y="107251"/>
                    <a:pt x="226843" y="111720"/>
                    <a:pt x="224926" y="114273"/>
                  </a:cubicBezTo>
                  <a:cubicBezTo>
                    <a:pt x="223648" y="115550"/>
                    <a:pt x="221731" y="116827"/>
                    <a:pt x="219814" y="116827"/>
                  </a:cubicBezTo>
                  <a:lnTo>
                    <a:pt x="217897" y="116827"/>
                  </a:lnTo>
                  <a:cubicBezTo>
                    <a:pt x="217897" y="117465"/>
                    <a:pt x="217897" y="118104"/>
                    <a:pt x="217897" y="118104"/>
                  </a:cubicBezTo>
                  <a:lnTo>
                    <a:pt x="217897" y="165345"/>
                  </a:lnTo>
                  <a:cubicBezTo>
                    <a:pt x="217897" y="169176"/>
                    <a:pt x="215341" y="171729"/>
                    <a:pt x="211507" y="171729"/>
                  </a:cubicBezTo>
                  <a:lnTo>
                    <a:pt x="150164" y="171729"/>
                  </a:lnTo>
                  <a:close/>
                  <a:moveTo>
                    <a:pt x="289464" y="229823"/>
                  </a:moveTo>
                  <a:cubicBezTo>
                    <a:pt x="288826" y="232377"/>
                    <a:pt x="285631" y="234292"/>
                    <a:pt x="283075" y="234292"/>
                  </a:cubicBezTo>
                  <a:lnTo>
                    <a:pt x="281157" y="234292"/>
                  </a:lnTo>
                  <a:cubicBezTo>
                    <a:pt x="281157" y="234930"/>
                    <a:pt x="281157" y="235569"/>
                    <a:pt x="281157" y="235569"/>
                  </a:cubicBezTo>
                  <a:lnTo>
                    <a:pt x="281157" y="282810"/>
                  </a:lnTo>
                  <a:cubicBezTo>
                    <a:pt x="281157" y="286641"/>
                    <a:pt x="278601" y="289194"/>
                    <a:pt x="274767" y="289194"/>
                  </a:cubicBezTo>
                  <a:lnTo>
                    <a:pt x="212146" y="289194"/>
                  </a:lnTo>
                  <a:cubicBezTo>
                    <a:pt x="208312" y="289194"/>
                    <a:pt x="205756" y="286641"/>
                    <a:pt x="205756" y="282810"/>
                  </a:cubicBezTo>
                  <a:lnTo>
                    <a:pt x="205756" y="235569"/>
                  </a:lnTo>
                  <a:cubicBezTo>
                    <a:pt x="205756" y="234930"/>
                    <a:pt x="205756" y="234292"/>
                    <a:pt x="205756" y="234292"/>
                  </a:cubicBezTo>
                  <a:lnTo>
                    <a:pt x="203839" y="234292"/>
                  </a:lnTo>
                  <a:cubicBezTo>
                    <a:pt x="200005" y="234292"/>
                    <a:pt x="197449" y="231738"/>
                    <a:pt x="197449" y="227908"/>
                  </a:cubicBezTo>
                  <a:cubicBezTo>
                    <a:pt x="197449" y="225993"/>
                    <a:pt x="198088" y="224078"/>
                    <a:pt x="200005" y="222801"/>
                  </a:cubicBezTo>
                  <a:lnTo>
                    <a:pt x="238984" y="191519"/>
                  </a:lnTo>
                  <a:cubicBezTo>
                    <a:pt x="241540" y="189604"/>
                    <a:pt x="244735" y="189604"/>
                    <a:pt x="246651" y="191519"/>
                  </a:cubicBezTo>
                  <a:lnTo>
                    <a:pt x="285631" y="222801"/>
                  </a:lnTo>
                  <a:cubicBezTo>
                    <a:pt x="288826" y="224078"/>
                    <a:pt x="290103" y="227270"/>
                    <a:pt x="289464" y="229823"/>
                  </a:cubicBezTo>
                  <a:lnTo>
                    <a:pt x="289464" y="229823"/>
                  </a:lnTo>
                  <a:close/>
                </a:path>
              </a:pathLst>
            </a:custGeom>
            <a:solidFill>
              <a:srgbClr val="62B5E5"/>
            </a:solidFill>
            <a:ln w="6390" cap="flat">
              <a:noFill/>
              <a:prstDash val="solid"/>
              <a:miter/>
            </a:ln>
          </p:spPr>
          <p:txBody>
            <a:bodyPr rtlCol="0" anchor="ctr"/>
            <a:lstStyle/>
            <a:p>
              <a:endParaRPr lang="en-US"/>
            </a:p>
          </p:txBody>
        </p:sp>
        <p:sp>
          <p:nvSpPr>
            <p:cNvPr id="1317" name="Graphic 4">
              <a:extLst>
                <a:ext uri="{FF2B5EF4-FFF2-40B4-BE49-F238E27FC236}">
                  <a16:creationId xmlns:a16="http://schemas.microsoft.com/office/drawing/2014/main" id="{74F44225-BA43-7C43-8230-DDA85FC28075}"/>
                </a:ext>
              </a:extLst>
            </p:cNvPr>
            <p:cNvSpPr/>
            <p:nvPr/>
          </p:nvSpPr>
          <p:spPr>
            <a:xfrm>
              <a:off x="9497363" y="3574554"/>
              <a:ext cx="50479" cy="42134"/>
            </a:xfrm>
            <a:custGeom>
              <a:avLst/>
              <a:gdLst>
                <a:gd name="connsiteX0" fmla="*/ 639 w 50479"/>
                <a:gd name="connsiteY0" fmla="*/ 1277 h 42134"/>
                <a:gd name="connsiteX1" fmla="*/ 639 w 50479"/>
                <a:gd name="connsiteY1" fmla="*/ 42135 h 42134"/>
                <a:gd name="connsiteX2" fmla="*/ 19170 w 50479"/>
                <a:gd name="connsiteY2" fmla="*/ 42135 h 42134"/>
                <a:gd name="connsiteX3" fmla="*/ 19170 w 50479"/>
                <a:gd name="connsiteY3" fmla="*/ 24898 h 42134"/>
                <a:gd name="connsiteX4" fmla="*/ 25560 w 50479"/>
                <a:gd name="connsiteY4" fmla="*/ 18514 h 42134"/>
                <a:gd name="connsiteX5" fmla="*/ 31950 w 50479"/>
                <a:gd name="connsiteY5" fmla="*/ 24898 h 42134"/>
                <a:gd name="connsiteX6" fmla="*/ 31950 w 50479"/>
                <a:gd name="connsiteY6" fmla="*/ 42135 h 42134"/>
                <a:gd name="connsiteX7" fmla="*/ 50480 w 50479"/>
                <a:gd name="connsiteY7" fmla="*/ 42135 h 42134"/>
                <a:gd name="connsiteX8" fmla="*/ 50480 w 50479"/>
                <a:gd name="connsiteY8" fmla="*/ 1277 h 42134"/>
                <a:gd name="connsiteX9" fmla="*/ 50480 w 50479"/>
                <a:gd name="connsiteY9" fmla="*/ 0 h 42134"/>
                <a:gd name="connsiteX10" fmla="*/ 0 w 50479"/>
                <a:gd name="connsiteY10" fmla="*/ 0 h 42134"/>
                <a:gd name="connsiteX11" fmla="*/ 639 w 50479"/>
                <a:gd name="connsiteY11" fmla="*/ 1277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479" h="42134">
                  <a:moveTo>
                    <a:pt x="639" y="1277"/>
                  </a:moveTo>
                  <a:lnTo>
                    <a:pt x="639" y="42135"/>
                  </a:lnTo>
                  <a:lnTo>
                    <a:pt x="19170" y="42135"/>
                  </a:lnTo>
                  <a:lnTo>
                    <a:pt x="19170" y="24898"/>
                  </a:lnTo>
                  <a:cubicBezTo>
                    <a:pt x="19170" y="21067"/>
                    <a:pt x="21725" y="18514"/>
                    <a:pt x="25560" y="18514"/>
                  </a:cubicBezTo>
                  <a:cubicBezTo>
                    <a:pt x="29394" y="18514"/>
                    <a:pt x="31950" y="21067"/>
                    <a:pt x="31950" y="24898"/>
                  </a:cubicBezTo>
                  <a:lnTo>
                    <a:pt x="31950" y="42135"/>
                  </a:lnTo>
                  <a:lnTo>
                    <a:pt x="50480" y="42135"/>
                  </a:lnTo>
                  <a:lnTo>
                    <a:pt x="50480" y="1277"/>
                  </a:lnTo>
                  <a:cubicBezTo>
                    <a:pt x="50480" y="639"/>
                    <a:pt x="50480" y="0"/>
                    <a:pt x="50480" y="0"/>
                  </a:cubicBezTo>
                  <a:lnTo>
                    <a:pt x="0" y="0"/>
                  </a:lnTo>
                  <a:cubicBezTo>
                    <a:pt x="0" y="0"/>
                    <a:pt x="639" y="639"/>
                    <a:pt x="639" y="1277"/>
                  </a:cubicBezTo>
                  <a:close/>
                </a:path>
              </a:pathLst>
            </a:custGeom>
            <a:solidFill>
              <a:srgbClr val="62B5E5"/>
            </a:solidFill>
            <a:ln w="6390" cap="flat">
              <a:noFill/>
              <a:prstDash val="solid"/>
              <a:miter/>
            </a:ln>
          </p:spPr>
          <p:txBody>
            <a:bodyPr rtlCol="0" anchor="ctr"/>
            <a:lstStyle/>
            <a:p>
              <a:endParaRPr lang="en-US"/>
            </a:p>
          </p:txBody>
        </p:sp>
        <p:sp>
          <p:nvSpPr>
            <p:cNvPr id="1318" name="Graphic 4">
              <a:extLst>
                <a:ext uri="{FF2B5EF4-FFF2-40B4-BE49-F238E27FC236}">
                  <a16:creationId xmlns:a16="http://schemas.microsoft.com/office/drawing/2014/main" id="{8DBA4AE0-E74E-224B-A953-B1C778FC996D}"/>
                </a:ext>
              </a:extLst>
            </p:cNvPr>
            <p:cNvSpPr/>
            <p:nvPr/>
          </p:nvSpPr>
          <p:spPr>
            <a:xfrm>
              <a:off x="9376593" y="3544549"/>
              <a:ext cx="41534" cy="16598"/>
            </a:xfrm>
            <a:custGeom>
              <a:avLst/>
              <a:gdLst>
                <a:gd name="connsiteX0" fmla="*/ 21086 w 41534"/>
                <a:gd name="connsiteY0" fmla="*/ 0 h 16598"/>
                <a:gd name="connsiteX1" fmla="*/ 0 w 41534"/>
                <a:gd name="connsiteY1" fmla="*/ 16599 h 16598"/>
                <a:gd name="connsiteX2" fmla="*/ 41535 w 41534"/>
                <a:gd name="connsiteY2" fmla="*/ 16599 h 16598"/>
              </a:gdLst>
              <a:ahLst/>
              <a:cxnLst>
                <a:cxn ang="0">
                  <a:pos x="connsiteX0" y="connsiteY0"/>
                </a:cxn>
                <a:cxn ang="0">
                  <a:pos x="connsiteX1" y="connsiteY1"/>
                </a:cxn>
                <a:cxn ang="0">
                  <a:pos x="connsiteX2" y="connsiteY2"/>
                </a:cxn>
              </a:cxnLst>
              <a:rect l="l" t="t" r="r" b="b"/>
              <a:pathLst>
                <a:path w="41534" h="16598">
                  <a:moveTo>
                    <a:pt x="21086" y="0"/>
                  </a:moveTo>
                  <a:lnTo>
                    <a:pt x="0" y="16599"/>
                  </a:lnTo>
                  <a:lnTo>
                    <a:pt x="41535" y="16599"/>
                  </a:lnTo>
                  <a:close/>
                </a:path>
              </a:pathLst>
            </a:custGeom>
            <a:solidFill>
              <a:srgbClr val="62B5E5"/>
            </a:solidFill>
            <a:ln w="6390" cap="flat">
              <a:noFill/>
              <a:prstDash val="solid"/>
              <a:miter/>
            </a:ln>
          </p:spPr>
          <p:txBody>
            <a:bodyPr rtlCol="0" anchor="ctr"/>
            <a:lstStyle/>
            <a:p>
              <a:endParaRPr lang="en-US"/>
            </a:p>
          </p:txBody>
        </p:sp>
      </p:grpSp>
      <p:grpSp>
        <p:nvGrpSpPr>
          <p:cNvPr id="1319" name="Graphic 4">
            <a:extLst>
              <a:ext uri="{FF2B5EF4-FFF2-40B4-BE49-F238E27FC236}">
                <a16:creationId xmlns:a16="http://schemas.microsoft.com/office/drawing/2014/main" id="{8475AAE6-5247-164D-B2BF-D1E853C38746}"/>
              </a:ext>
            </a:extLst>
          </p:cNvPr>
          <p:cNvGrpSpPr>
            <a:grpSpLocks noChangeAspect="1"/>
          </p:cNvGrpSpPr>
          <p:nvPr/>
        </p:nvGrpSpPr>
        <p:grpSpPr>
          <a:xfrm>
            <a:off x="9278827" y="918179"/>
            <a:ext cx="362309" cy="361971"/>
            <a:chOff x="9278827" y="918179"/>
            <a:chExt cx="362309" cy="361971"/>
          </a:xfrm>
          <a:solidFill>
            <a:srgbClr val="62B5E5"/>
          </a:solidFill>
        </p:grpSpPr>
        <p:sp>
          <p:nvSpPr>
            <p:cNvPr id="1320" name="Graphic 4">
              <a:extLst>
                <a:ext uri="{FF2B5EF4-FFF2-40B4-BE49-F238E27FC236}">
                  <a16:creationId xmlns:a16="http://schemas.microsoft.com/office/drawing/2014/main" id="{7CAF846C-E57D-9246-B7FE-43B266717346}"/>
                </a:ext>
              </a:extLst>
            </p:cNvPr>
            <p:cNvSpPr/>
            <p:nvPr/>
          </p:nvSpPr>
          <p:spPr>
            <a:xfrm>
              <a:off x="9359996" y="1051621"/>
              <a:ext cx="199348" cy="93810"/>
            </a:xfrm>
            <a:custGeom>
              <a:avLst/>
              <a:gdLst>
                <a:gd name="connsiteX0" fmla="*/ 95193 w 199348"/>
                <a:gd name="connsiteY0" fmla="*/ 30626 h 93810"/>
                <a:gd name="connsiteX1" fmla="*/ 89442 w 199348"/>
                <a:gd name="connsiteY1" fmla="*/ 26796 h 93810"/>
                <a:gd name="connsiteX2" fmla="*/ 26821 w 199348"/>
                <a:gd name="connsiteY2" fmla="*/ 4452 h 93810"/>
                <a:gd name="connsiteX3" fmla="*/ 4456 w 199348"/>
                <a:gd name="connsiteY3" fmla="*/ 67015 h 93810"/>
                <a:gd name="connsiteX4" fmla="*/ 67078 w 199348"/>
                <a:gd name="connsiteY4" fmla="*/ 89359 h 93810"/>
                <a:gd name="connsiteX5" fmla="*/ 89442 w 199348"/>
                <a:gd name="connsiteY5" fmla="*/ 67015 h 93810"/>
                <a:gd name="connsiteX6" fmla="*/ 95193 w 199348"/>
                <a:gd name="connsiteY6" fmla="*/ 63185 h 93810"/>
                <a:gd name="connsiteX7" fmla="*/ 128421 w 199348"/>
                <a:gd name="connsiteY7" fmla="*/ 63185 h 93810"/>
                <a:gd name="connsiteX8" fmla="*/ 141840 w 199348"/>
                <a:gd name="connsiteY8" fmla="*/ 49778 h 93810"/>
                <a:gd name="connsiteX9" fmla="*/ 150786 w 199348"/>
                <a:gd name="connsiteY9" fmla="*/ 49778 h 93810"/>
                <a:gd name="connsiteX10" fmla="*/ 161648 w 199348"/>
                <a:gd name="connsiteY10" fmla="*/ 60631 h 93810"/>
                <a:gd name="connsiteX11" fmla="*/ 172512 w 199348"/>
                <a:gd name="connsiteY11" fmla="*/ 49778 h 93810"/>
                <a:gd name="connsiteX12" fmla="*/ 181457 w 199348"/>
                <a:gd name="connsiteY12" fmla="*/ 49778 h 93810"/>
                <a:gd name="connsiteX13" fmla="*/ 191042 w 199348"/>
                <a:gd name="connsiteY13" fmla="*/ 59354 h 93810"/>
                <a:gd name="connsiteX14" fmla="*/ 199349 w 199348"/>
                <a:gd name="connsiteY14" fmla="*/ 46586 h 93810"/>
                <a:gd name="connsiteX15" fmla="*/ 188486 w 199348"/>
                <a:gd name="connsiteY15" fmla="*/ 29988 h 93810"/>
                <a:gd name="connsiteX16" fmla="*/ 95193 w 199348"/>
                <a:gd name="connsiteY16" fmla="*/ 30626 h 93810"/>
                <a:gd name="connsiteX17" fmla="*/ 47268 w 199348"/>
                <a:gd name="connsiteY17" fmla="*/ 69569 h 93810"/>
                <a:gd name="connsiteX18" fmla="*/ 24903 w 199348"/>
                <a:gd name="connsiteY18" fmla="*/ 47225 h 93810"/>
                <a:gd name="connsiteX19" fmla="*/ 47268 w 199348"/>
                <a:gd name="connsiteY19" fmla="*/ 24881 h 93810"/>
                <a:gd name="connsiteX20" fmla="*/ 69633 w 199348"/>
                <a:gd name="connsiteY20" fmla="*/ 47225 h 93810"/>
                <a:gd name="connsiteX21" fmla="*/ 69633 w 199348"/>
                <a:gd name="connsiteY21" fmla="*/ 47225 h 93810"/>
                <a:gd name="connsiteX22" fmla="*/ 47268 w 199348"/>
                <a:gd name="connsiteY22" fmla="*/ 69569 h 93810"/>
                <a:gd name="connsiteX23" fmla="*/ 47268 w 199348"/>
                <a:gd name="connsiteY23" fmla="*/ 69569 h 9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9348" h="93810">
                  <a:moveTo>
                    <a:pt x="95193" y="30626"/>
                  </a:moveTo>
                  <a:cubicBezTo>
                    <a:pt x="92637" y="30626"/>
                    <a:pt x="90720" y="29349"/>
                    <a:pt x="89442" y="26796"/>
                  </a:cubicBezTo>
                  <a:cubicBezTo>
                    <a:pt x="78579" y="3175"/>
                    <a:pt x="50463" y="-6401"/>
                    <a:pt x="26821" y="4452"/>
                  </a:cubicBezTo>
                  <a:cubicBezTo>
                    <a:pt x="3178" y="15305"/>
                    <a:pt x="-6407" y="43394"/>
                    <a:pt x="4456" y="67015"/>
                  </a:cubicBezTo>
                  <a:cubicBezTo>
                    <a:pt x="15318" y="90636"/>
                    <a:pt x="43434" y="100212"/>
                    <a:pt x="67078" y="89359"/>
                  </a:cubicBezTo>
                  <a:cubicBezTo>
                    <a:pt x="76663" y="84890"/>
                    <a:pt x="84969" y="76591"/>
                    <a:pt x="89442" y="67015"/>
                  </a:cubicBezTo>
                  <a:cubicBezTo>
                    <a:pt x="90720" y="65100"/>
                    <a:pt x="92637" y="63185"/>
                    <a:pt x="95193" y="63185"/>
                  </a:cubicBezTo>
                  <a:lnTo>
                    <a:pt x="128421" y="63185"/>
                  </a:lnTo>
                  <a:lnTo>
                    <a:pt x="141840" y="49778"/>
                  </a:lnTo>
                  <a:cubicBezTo>
                    <a:pt x="144396" y="47225"/>
                    <a:pt x="148229" y="47225"/>
                    <a:pt x="150786" y="49778"/>
                  </a:cubicBezTo>
                  <a:lnTo>
                    <a:pt x="161648" y="60631"/>
                  </a:lnTo>
                  <a:lnTo>
                    <a:pt x="172512" y="49778"/>
                  </a:lnTo>
                  <a:cubicBezTo>
                    <a:pt x="175067" y="47225"/>
                    <a:pt x="178901" y="47225"/>
                    <a:pt x="181457" y="49778"/>
                  </a:cubicBezTo>
                  <a:lnTo>
                    <a:pt x="191042" y="59354"/>
                  </a:lnTo>
                  <a:lnTo>
                    <a:pt x="199349" y="46586"/>
                  </a:lnTo>
                  <a:lnTo>
                    <a:pt x="188486" y="29988"/>
                  </a:lnTo>
                  <a:lnTo>
                    <a:pt x="95193" y="30626"/>
                  </a:lnTo>
                  <a:close/>
                  <a:moveTo>
                    <a:pt x="47268" y="69569"/>
                  </a:moveTo>
                  <a:cubicBezTo>
                    <a:pt x="35128" y="69569"/>
                    <a:pt x="24903" y="59354"/>
                    <a:pt x="24903" y="47225"/>
                  </a:cubicBezTo>
                  <a:cubicBezTo>
                    <a:pt x="24903" y="35095"/>
                    <a:pt x="35128" y="24881"/>
                    <a:pt x="47268" y="24881"/>
                  </a:cubicBezTo>
                  <a:cubicBezTo>
                    <a:pt x="59409" y="24881"/>
                    <a:pt x="69633" y="35095"/>
                    <a:pt x="69633" y="47225"/>
                  </a:cubicBezTo>
                  <a:cubicBezTo>
                    <a:pt x="69633" y="47225"/>
                    <a:pt x="69633" y="47225"/>
                    <a:pt x="69633" y="47225"/>
                  </a:cubicBezTo>
                  <a:cubicBezTo>
                    <a:pt x="69633" y="59354"/>
                    <a:pt x="59409" y="69569"/>
                    <a:pt x="47268" y="69569"/>
                  </a:cubicBezTo>
                  <a:lnTo>
                    <a:pt x="47268" y="69569"/>
                  </a:lnTo>
                  <a:close/>
                </a:path>
              </a:pathLst>
            </a:custGeom>
            <a:solidFill>
              <a:srgbClr val="62B5E5"/>
            </a:solidFill>
            <a:ln w="6390" cap="flat">
              <a:noFill/>
              <a:prstDash val="solid"/>
              <a:miter/>
            </a:ln>
          </p:spPr>
          <p:txBody>
            <a:bodyPr rtlCol="0" anchor="ctr"/>
            <a:lstStyle/>
            <a:p>
              <a:endParaRPr lang="en-US"/>
            </a:p>
          </p:txBody>
        </p:sp>
        <p:sp>
          <p:nvSpPr>
            <p:cNvPr id="1321" name="Graphic 4">
              <a:extLst>
                <a:ext uri="{FF2B5EF4-FFF2-40B4-BE49-F238E27FC236}">
                  <a16:creationId xmlns:a16="http://schemas.microsoft.com/office/drawing/2014/main" id="{6682084E-08FC-0C44-B0BA-BEC49FE268A9}"/>
                </a:ext>
              </a:extLst>
            </p:cNvPr>
            <p:cNvSpPr/>
            <p:nvPr/>
          </p:nvSpPr>
          <p:spPr>
            <a:xfrm>
              <a:off x="9397680" y="1089908"/>
              <a:ext cx="19169" cy="19151"/>
            </a:xfrm>
            <a:custGeom>
              <a:avLst/>
              <a:gdLst>
                <a:gd name="connsiteX0" fmla="*/ 9585 w 19169"/>
                <a:gd name="connsiteY0" fmla="*/ 0 h 19151"/>
                <a:gd name="connsiteX1" fmla="*/ 0 w 19169"/>
                <a:gd name="connsiteY1" fmla="*/ 9576 h 19151"/>
                <a:gd name="connsiteX2" fmla="*/ 9585 w 19169"/>
                <a:gd name="connsiteY2" fmla="*/ 19152 h 19151"/>
                <a:gd name="connsiteX3" fmla="*/ 19170 w 19169"/>
                <a:gd name="connsiteY3" fmla="*/ 9576 h 19151"/>
                <a:gd name="connsiteX4" fmla="*/ 19170 w 19169"/>
                <a:gd name="connsiteY4" fmla="*/ 9576 h 19151"/>
                <a:gd name="connsiteX5" fmla="*/ 9585 w 19169"/>
                <a:gd name="connsiteY5" fmla="*/ 0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9151">
                  <a:moveTo>
                    <a:pt x="9585" y="0"/>
                  </a:moveTo>
                  <a:cubicBezTo>
                    <a:pt x="4473" y="0"/>
                    <a:pt x="0" y="4469"/>
                    <a:pt x="0" y="9576"/>
                  </a:cubicBezTo>
                  <a:cubicBezTo>
                    <a:pt x="0" y="14683"/>
                    <a:pt x="4473" y="19152"/>
                    <a:pt x="9585" y="19152"/>
                  </a:cubicBezTo>
                  <a:cubicBezTo>
                    <a:pt x="14697" y="19152"/>
                    <a:pt x="19170" y="14683"/>
                    <a:pt x="19170" y="9576"/>
                  </a:cubicBezTo>
                  <a:cubicBezTo>
                    <a:pt x="19170" y="9576"/>
                    <a:pt x="19170" y="9576"/>
                    <a:pt x="19170" y="9576"/>
                  </a:cubicBezTo>
                  <a:cubicBezTo>
                    <a:pt x="19170" y="3830"/>
                    <a:pt x="14697" y="0"/>
                    <a:pt x="9585" y="0"/>
                  </a:cubicBezTo>
                  <a:close/>
                </a:path>
              </a:pathLst>
            </a:custGeom>
            <a:solidFill>
              <a:srgbClr val="62B5E5"/>
            </a:solidFill>
            <a:ln w="6390" cap="flat">
              <a:noFill/>
              <a:prstDash val="solid"/>
              <a:miter/>
            </a:ln>
          </p:spPr>
          <p:txBody>
            <a:bodyPr rtlCol="0" anchor="ctr"/>
            <a:lstStyle/>
            <a:p>
              <a:endParaRPr lang="en-US"/>
            </a:p>
          </p:txBody>
        </p:sp>
        <p:sp>
          <p:nvSpPr>
            <p:cNvPr id="1322" name="Graphic 4">
              <a:extLst>
                <a:ext uri="{FF2B5EF4-FFF2-40B4-BE49-F238E27FC236}">
                  <a16:creationId xmlns:a16="http://schemas.microsoft.com/office/drawing/2014/main" id="{C66062C4-063E-934A-895D-6B045BA6CA7E}"/>
                </a:ext>
              </a:extLst>
            </p:cNvPr>
            <p:cNvSpPr/>
            <p:nvPr/>
          </p:nvSpPr>
          <p:spPr>
            <a:xfrm>
              <a:off x="9278827" y="918179"/>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93298 w 362309"/>
                <a:gd name="connsiteY6" fmla="*/ 184497 h 361971"/>
                <a:gd name="connsiteX7" fmla="*/ 277962 w 362309"/>
                <a:gd name="connsiteY7" fmla="*/ 207479 h 361971"/>
                <a:gd name="connsiteX8" fmla="*/ 273490 w 362309"/>
                <a:gd name="connsiteY8" fmla="*/ 210033 h 361971"/>
                <a:gd name="connsiteX9" fmla="*/ 268377 w 362309"/>
                <a:gd name="connsiteY9" fmla="*/ 208118 h 361971"/>
                <a:gd name="connsiteX10" fmla="*/ 257515 w 362309"/>
                <a:gd name="connsiteY10" fmla="*/ 197265 h 361971"/>
                <a:gd name="connsiteX11" fmla="*/ 246651 w 362309"/>
                <a:gd name="connsiteY11" fmla="*/ 208118 h 361971"/>
                <a:gd name="connsiteX12" fmla="*/ 237706 w 362309"/>
                <a:gd name="connsiteY12" fmla="*/ 208118 h 361971"/>
                <a:gd name="connsiteX13" fmla="*/ 237706 w 362309"/>
                <a:gd name="connsiteY13" fmla="*/ 208118 h 361971"/>
                <a:gd name="connsiteX14" fmla="*/ 226843 w 362309"/>
                <a:gd name="connsiteY14" fmla="*/ 197265 h 361971"/>
                <a:gd name="connsiteX15" fmla="*/ 216619 w 362309"/>
                <a:gd name="connsiteY15" fmla="*/ 208118 h 361971"/>
                <a:gd name="connsiteX16" fmla="*/ 212146 w 362309"/>
                <a:gd name="connsiteY16" fmla="*/ 210033 h 361971"/>
                <a:gd name="connsiteX17" fmla="*/ 180197 w 362309"/>
                <a:gd name="connsiteY17" fmla="*/ 210033 h 361971"/>
                <a:gd name="connsiteX18" fmla="*/ 99044 w 362309"/>
                <a:gd name="connsiteY18" fmla="*/ 233015 h 361971"/>
                <a:gd name="connsiteX19" fmla="*/ 76040 w 362309"/>
                <a:gd name="connsiteY19" fmla="*/ 151939 h 361971"/>
                <a:gd name="connsiteX20" fmla="*/ 157192 w 362309"/>
                <a:gd name="connsiteY20" fmla="*/ 128956 h 361971"/>
                <a:gd name="connsiteX21" fmla="*/ 180197 w 362309"/>
                <a:gd name="connsiteY21" fmla="*/ 151939 h 361971"/>
                <a:gd name="connsiteX22" fmla="*/ 272851 w 362309"/>
                <a:gd name="connsiteY22" fmla="*/ 151939 h 361971"/>
                <a:gd name="connsiteX23" fmla="*/ 277962 w 362309"/>
                <a:gd name="connsiteY23" fmla="*/ 154492 h 361971"/>
                <a:gd name="connsiteX24" fmla="*/ 293298 w 362309"/>
                <a:gd name="connsiteY24" fmla="*/ 177475 h 361971"/>
                <a:gd name="connsiteX25" fmla="*/ 293298 w 362309"/>
                <a:gd name="connsiteY25" fmla="*/ 184497 h 361971"/>
                <a:gd name="connsiteX26" fmla="*/ 293298 w 362309"/>
                <a:gd name="connsiteY26" fmla="*/ 18449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293298" y="184497"/>
                  </a:moveTo>
                  <a:lnTo>
                    <a:pt x="277962" y="207479"/>
                  </a:lnTo>
                  <a:cubicBezTo>
                    <a:pt x="276685" y="208756"/>
                    <a:pt x="275406" y="210033"/>
                    <a:pt x="273490" y="210033"/>
                  </a:cubicBezTo>
                  <a:cubicBezTo>
                    <a:pt x="271572" y="210033"/>
                    <a:pt x="269656" y="209395"/>
                    <a:pt x="268377" y="208118"/>
                  </a:cubicBezTo>
                  <a:lnTo>
                    <a:pt x="257515" y="197265"/>
                  </a:lnTo>
                  <a:lnTo>
                    <a:pt x="246651" y="208118"/>
                  </a:lnTo>
                  <a:cubicBezTo>
                    <a:pt x="244096" y="210671"/>
                    <a:pt x="240261" y="210671"/>
                    <a:pt x="237706" y="208118"/>
                  </a:cubicBezTo>
                  <a:cubicBezTo>
                    <a:pt x="237706" y="208118"/>
                    <a:pt x="237706" y="208118"/>
                    <a:pt x="237706" y="208118"/>
                  </a:cubicBezTo>
                  <a:lnTo>
                    <a:pt x="226843" y="197265"/>
                  </a:lnTo>
                  <a:lnTo>
                    <a:pt x="216619" y="208118"/>
                  </a:lnTo>
                  <a:cubicBezTo>
                    <a:pt x="215341" y="209395"/>
                    <a:pt x="214063" y="210033"/>
                    <a:pt x="212146" y="210033"/>
                  </a:cubicBezTo>
                  <a:lnTo>
                    <a:pt x="180197" y="210033"/>
                  </a:lnTo>
                  <a:cubicBezTo>
                    <a:pt x="164222" y="238761"/>
                    <a:pt x="127799" y="248975"/>
                    <a:pt x="99044" y="233015"/>
                  </a:cubicBezTo>
                  <a:cubicBezTo>
                    <a:pt x="70289" y="217055"/>
                    <a:pt x="60066" y="180667"/>
                    <a:pt x="76040" y="151939"/>
                  </a:cubicBezTo>
                  <a:cubicBezTo>
                    <a:pt x="92015" y="123211"/>
                    <a:pt x="128438" y="112996"/>
                    <a:pt x="157192" y="128956"/>
                  </a:cubicBezTo>
                  <a:cubicBezTo>
                    <a:pt x="166777" y="134064"/>
                    <a:pt x="174446" y="142363"/>
                    <a:pt x="180197" y="151939"/>
                  </a:cubicBezTo>
                  <a:lnTo>
                    <a:pt x="272851" y="151939"/>
                  </a:lnTo>
                  <a:cubicBezTo>
                    <a:pt x="274767" y="151939"/>
                    <a:pt x="276685" y="153216"/>
                    <a:pt x="277962" y="154492"/>
                  </a:cubicBezTo>
                  <a:lnTo>
                    <a:pt x="293298" y="177475"/>
                  </a:lnTo>
                  <a:cubicBezTo>
                    <a:pt x="294576" y="179390"/>
                    <a:pt x="294576" y="181944"/>
                    <a:pt x="293298" y="184497"/>
                  </a:cubicBezTo>
                  <a:lnTo>
                    <a:pt x="293298" y="184497"/>
                  </a:lnTo>
                  <a:close/>
                </a:path>
              </a:pathLst>
            </a:custGeom>
            <a:solidFill>
              <a:srgbClr val="62B5E5"/>
            </a:solidFill>
            <a:ln w="6390" cap="flat">
              <a:noFill/>
              <a:prstDash val="solid"/>
              <a:miter/>
            </a:ln>
          </p:spPr>
          <p:txBody>
            <a:bodyPr rtlCol="0" anchor="ctr"/>
            <a:lstStyle/>
            <a:p>
              <a:endParaRPr lang="en-US"/>
            </a:p>
          </p:txBody>
        </p:sp>
      </p:grpSp>
      <p:grpSp>
        <p:nvGrpSpPr>
          <p:cNvPr id="1323" name="Graphic 4">
            <a:extLst>
              <a:ext uri="{FF2B5EF4-FFF2-40B4-BE49-F238E27FC236}">
                <a16:creationId xmlns:a16="http://schemas.microsoft.com/office/drawing/2014/main" id="{37EBB479-2C30-954D-A9D6-C32D54ED1210}"/>
              </a:ext>
            </a:extLst>
          </p:cNvPr>
          <p:cNvGrpSpPr>
            <a:grpSpLocks noChangeAspect="1"/>
          </p:cNvGrpSpPr>
          <p:nvPr/>
        </p:nvGrpSpPr>
        <p:grpSpPr>
          <a:xfrm>
            <a:off x="9278827" y="1402723"/>
            <a:ext cx="362309" cy="361971"/>
            <a:chOff x="9278827" y="1402723"/>
            <a:chExt cx="362309" cy="361971"/>
          </a:xfrm>
          <a:solidFill>
            <a:srgbClr val="62B5E5"/>
          </a:solidFill>
        </p:grpSpPr>
        <p:sp>
          <p:nvSpPr>
            <p:cNvPr id="1324" name="Graphic 4">
              <a:extLst>
                <a:ext uri="{FF2B5EF4-FFF2-40B4-BE49-F238E27FC236}">
                  <a16:creationId xmlns:a16="http://schemas.microsoft.com/office/drawing/2014/main" id="{E109902C-C64C-7D42-9962-8A85C1C7955B}"/>
                </a:ext>
              </a:extLst>
            </p:cNvPr>
            <p:cNvSpPr/>
            <p:nvPr/>
          </p:nvSpPr>
          <p:spPr>
            <a:xfrm>
              <a:off x="9356785" y="1550831"/>
              <a:ext cx="65177" cy="65116"/>
            </a:xfrm>
            <a:custGeom>
              <a:avLst/>
              <a:gdLst>
                <a:gd name="connsiteX0" fmla="*/ 32589 w 65177"/>
                <a:gd name="connsiteY0" fmla="*/ 0 h 65116"/>
                <a:gd name="connsiteX1" fmla="*/ 0 w 65177"/>
                <a:gd name="connsiteY1" fmla="*/ 32558 h 65116"/>
                <a:gd name="connsiteX2" fmla="*/ 32589 w 65177"/>
                <a:gd name="connsiteY2" fmla="*/ 65117 h 65116"/>
                <a:gd name="connsiteX3" fmla="*/ 65177 w 65177"/>
                <a:gd name="connsiteY3" fmla="*/ 32558 h 65116"/>
                <a:gd name="connsiteX4" fmla="*/ 32589 w 65177"/>
                <a:gd name="connsiteY4" fmla="*/ 0 h 65116"/>
                <a:gd name="connsiteX5" fmla="*/ 32589 w 65177"/>
                <a:gd name="connsiteY5" fmla="*/ 0 h 65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77" h="65116">
                  <a:moveTo>
                    <a:pt x="32589" y="0"/>
                  </a:moveTo>
                  <a:cubicBezTo>
                    <a:pt x="14696" y="0"/>
                    <a:pt x="0" y="14683"/>
                    <a:pt x="0" y="32558"/>
                  </a:cubicBezTo>
                  <a:cubicBezTo>
                    <a:pt x="0" y="50433"/>
                    <a:pt x="14696" y="65117"/>
                    <a:pt x="32589" y="65117"/>
                  </a:cubicBezTo>
                  <a:cubicBezTo>
                    <a:pt x="50480" y="65117"/>
                    <a:pt x="65177" y="50433"/>
                    <a:pt x="65177" y="32558"/>
                  </a:cubicBezTo>
                  <a:cubicBezTo>
                    <a:pt x="65177" y="14683"/>
                    <a:pt x="51119" y="0"/>
                    <a:pt x="32589" y="0"/>
                  </a:cubicBezTo>
                  <a:lnTo>
                    <a:pt x="32589" y="0"/>
                  </a:lnTo>
                  <a:close/>
                </a:path>
              </a:pathLst>
            </a:custGeom>
            <a:solidFill>
              <a:srgbClr val="62B5E5"/>
            </a:solidFill>
            <a:ln w="6390" cap="flat">
              <a:noFill/>
              <a:prstDash val="solid"/>
              <a:miter/>
            </a:ln>
          </p:spPr>
          <p:txBody>
            <a:bodyPr rtlCol="0" anchor="ctr"/>
            <a:lstStyle/>
            <a:p>
              <a:endParaRPr lang="en-US"/>
            </a:p>
          </p:txBody>
        </p:sp>
        <p:sp>
          <p:nvSpPr>
            <p:cNvPr id="1325" name="Graphic 4">
              <a:extLst>
                <a:ext uri="{FF2B5EF4-FFF2-40B4-BE49-F238E27FC236}">
                  <a16:creationId xmlns:a16="http://schemas.microsoft.com/office/drawing/2014/main" id="{E24D6E56-E68E-694E-B688-9FAE5C0E5A3A}"/>
                </a:ext>
              </a:extLst>
            </p:cNvPr>
            <p:cNvSpPr/>
            <p:nvPr/>
          </p:nvSpPr>
          <p:spPr>
            <a:xfrm>
              <a:off x="9278827" y="14027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97771 w 362309"/>
                <a:gd name="connsiteY6" fmla="*/ 219609 h 361971"/>
                <a:gd name="connsiteX7" fmla="*/ 291381 w 362309"/>
                <a:gd name="connsiteY7" fmla="*/ 225993 h 361971"/>
                <a:gd name="connsiteX8" fmla="*/ 284991 w 362309"/>
                <a:gd name="connsiteY8" fmla="*/ 219609 h 361971"/>
                <a:gd name="connsiteX9" fmla="*/ 284991 w 362309"/>
                <a:gd name="connsiteY9" fmla="*/ 187051 h 361971"/>
                <a:gd name="connsiteX10" fmla="*/ 266461 w 362309"/>
                <a:gd name="connsiteY10" fmla="*/ 187051 h 361971"/>
                <a:gd name="connsiteX11" fmla="*/ 266461 w 362309"/>
                <a:gd name="connsiteY11" fmla="*/ 204287 h 361971"/>
                <a:gd name="connsiteX12" fmla="*/ 260071 w 362309"/>
                <a:gd name="connsiteY12" fmla="*/ 210671 h 361971"/>
                <a:gd name="connsiteX13" fmla="*/ 253681 w 362309"/>
                <a:gd name="connsiteY13" fmla="*/ 204287 h 361971"/>
                <a:gd name="connsiteX14" fmla="*/ 253681 w 362309"/>
                <a:gd name="connsiteY14" fmla="*/ 187051 h 361971"/>
                <a:gd name="connsiteX15" fmla="*/ 156553 w 362309"/>
                <a:gd name="connsiteY15" fmla="*/ 187051 h 361971"/>
                <a:gd name="connsiteX16" fmla="*/ 104795 w 362309"/>
                <a:gd name="connsiteY16" fmla="*/ 225993 h 361971"/>
                <a:gd name="connsiteX17" fmla="*/ 65817 w 362309"/>
                <a:gd name="connsiteY17" fmla="*/ 174283 h 361971"/>
                <a:gd name="connsiteX18" fmla="*/ 117575 w 362309"/>
                <a:gd name="connsiteY18" fmla="*/ 135340 h 361971"/>
                <a:gd name="connsiteX19" fmla="*/ 156553 w 362309"/>
                <a:gd name="connsiteY19" fmla="*/ 174283 h 361971"/>
                <a:gd name="connsiteX20" fmla="*/ 292021 w 362309"/>
                <a:gd name="connsiteY20" fmla="*/ 174283 h 361971"/>
                <a:gd name="connsiteX21" fmla="*/ 298411 w 362309"/>
                <a:gd name="connsiteY21" fmla="*/ 180667 h 361971"/>
                <a:gd name="connsiteX22" fmla="*/ 298411 w 362309"/>
                <a:gd name="connsiteY22" fmla="*/ 21960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0438"/>
                    <a:pt x="281157" y="0"/>
                    <a:pt x="181474" y="0"/>
                  </a:cubicBezTo>
                  <a:close/>
                  <a:moveTo>
                    <a:pt x="297771" y="219609"/>
                  </a:moveTo>
                  <a:cubicBezTo>
                    <a:pt x="297771" y="223439"/>
                    <a:pt x="295216" y="225993"/>
                    <a:pt x="291381" y="225993"/>
                  </a:cubicBezTo>
                  <a:cubicBezTo>
                    <a:pt x="287547" y="225993"/>
                    <a:pt x="284991" y="223439"/>
                    <a:pt x="284991" y="219609"/>
                  </a:cubicBezTo>
                  <a:lnTo>
                    <a:pt x="284991" y="187051"/>
                  </a:lnTo>
                  <a:lnTo>
                    <a:pt x="266461" y="187051"/>
                  </a:lnTo>
                  <a:lnTo>
                    <a:pt x="266461" y="204287"/>
                  </a:lnTo>
                  <a:cubicBezTo>
                    <a:pt x="266461" y="208118"/>
                    <a:pt x="263905" y="210671"/>
                    <a:pt x="260071" y="210671"/>
                  </a:cubicBezTo>
                  <a:cubicBezTo>
                    <a:pt x="256236" y="210671"/>
                    <a:pt x="253681" y="208118"/>
                    <a:pt x="253681" y="204287"/>
                  </a:cubicBezTo>
                  <a:lnTo>
                    <a:pt x="253681" y="187051"/>
                  </a:lnTo>
                  <a:lnTo>
                    <a:pt x="156553" y="187051"/>
                  </a:lnTo>
                  <a:cubicBezTo>
                    <a:pt x="152720" y="211948"/>
                    <a:pt x="129716" y="229185"/>
                    <a:pt x="104795" y="225993"/>
                  </a:cubicBezTo>
                  <a:cubicBezTo>
                    <a:pt x="79874" y="222163"/>
                    <a:pt x="62622" y="199180"/>
                    <a:pt x="65817" y="174283"/>
                  </a:cubicBezTo>
                  <a:cubicBezTo>
                    <a:pt x="69650" y="149385"/>
                    <a:pt x="92654" y="132148"/>
                    <a:pt x="117575" y="135340"/>
                  </a:cubicBezTo>
                  <a:cubicBezTo>
                    <a:pt x="137384" y="137894"/>
                    <a:pt x="153358" y="153854"/>
                    <a:pt x="156553" y="174283"/>
                  </a:cubicBezTo>
                  <a:lnTo>
                    <a:pt x="292021" y="174283"/>
                  </a:lnTo>
                  <a:cubicBezTo>
                    <a:pt x="295854" y="174283"/>
                    <a:pt x="298411" y="176836"/>
                    <a:pt x="298411" y="180667"/>
                  </a:cubicBezTo>
                  <a:lnTo>
                    <a:pt x="298411" y="219609"/>
                  </a:lnTo>
                  <a:close/>
                </a:path>
              </a:pathLst>
            </a:custGeom>
            <a:solidFill>
              <a:srgbClr val="62B5E5"/>
            </a:solidFill>
            <a:ln w="6390" cap="flat">
              <a:noFill/>
              <a:prstDash val="solid"/>
              <a:miter/>
            </a:ln>
          </p:spPr>
          <p:txBody>
            <a:bodyPr rtlCol="0" anchor="ctr"/>
            <a:lstStyle/>
            <a:p>
              <a:endParaRPr lang="en-US"/>
            </a:p>
          </p:txBody>
        </p:sp>
      </p:grpSp>
      <p:grpSp>
        <p:nvGrpSpPr>
          <p:cNvPr id="1326" name="Graphic 4">
            <a:extLst>
              <a:ext uri="{FF2B5EF4-FFF2-40B4-BE49-F238E27FC236}">
                <a16:creationId xmlns:a16="http://schemas.microsoft.com/office/drawing/2014/main" id="{919AB90B-0E15-3A4A-BBD1-69262A49F405}"/>
              </a:ext>
            </a:extLst>
          </p:cNvPr>
          <p:cNvGrpSpPr>
            <a:grpSpLocks noChangeAspect="1"/>
          </p:cNvGrpSpPr>
          <p:nvPr/>
        </p:nvGrpSpPr>
        <p:grpSpPr>
          <a:xfrm>
            <a:off x="1952125" y="2371173"/>
            <a:ext cx="362313" cy="361971"/>
            <a:chOff x="1952125" y="2371173"/>
            <a:chExt cx="362313" cy="361971"/>
          </a:xfrm>
          <a:solidFill>
            <a:srgbClr val="0076A8"/>
          </a:solidFill>
        </p:grpSpPr>
        <p:sp>
          <p:nvSpPr>
            <p:cNvPr id="1327" name="Graphic 4">
              <a:extLst>
                <a:ext uri="{FF2B5EF4-FFF2-40B4-BE49-F238E27FC236}">
                  <a16:creationId xmlns:a16="http://schemas.microsoft.com/office/drawing/2014/main" id="{EC85848D-BD63-2949-B6BF-134691799B41}"/>
                </a:ext>
              </a:extLst>
            </p:cNvPr>
            <p:cNvSpPr/>
            <p:nvPr/>
          </p:nvSpPr>
          <p:spPr>
            <a:xfrm>
              <a:off x="2040306" y="2479701"/>
              <a:ext cx="188503" cy="144916"/>
            </a:xfrm>
            <a:custGeom>
              <a:avLst/>
              <a:gdLst>
                <a:gd name="connsiteX0" fmla="*/ 144413 w 188503"/>
                <a:gd name="connsiteY0" fmla="*/ 7661 h 144916"/>
                <a:gd name="connsiteX1" fmla="*/ 144413 w 188503"/>
                <a:gd name="connsiteY1" fmla="*/ 0 h 144916"/>
                <a:gd name="connsiteX2" fmla="*/ 42813 w 188503"/>
                <a:gd name="connsiteY2" fmla="*/ 0 h 144916"/>
                <a:gd name="connsiteX3" fmla="*/ 42813 w 188503"/>
                <a:gd name="connsiteY3" fmla="*/ 7661 h 144916"/>
                <a:gd name="connsiteX4" fmla="*/ 36423 w 188503"/>
                <a:gd name="connsiteY4" fmla="*/ 14045 h 144916"/>
                <a:gd name="connsiteX5" fmla="*/ 0 w 188503"/>
                <a:gd name="connsiteY5" fmla="*/ 14045 h 144916"/>
                <a:gd name="connsiteX6" fmla="*/ 0 w 188503"/>
                <a:gd name="connsiteY6" fmla="*/ 144916 h 144916"/>
                <a:gd name="connsiteX7" fmla="*/ 73484 w 188503"/>
                <a:gd name="connsiteY7" fmla="*/ 144916 h 144916"/>
                <a:gd name="connsiteX8" fmla="*/ 73484 w 188503"/>
                <a:gd name="connsiteY8" fmla="*/ 93845 h 144916"/>
                <a:gd name="connsiteX9" fmla="*/ 79874 w 188503"/>
                <a:gd name="connsiteY9" fmla="*/ 87461 h 144916"/>
                <a:gd name="connsiteX10" fmla="*/ 108629 w 188503"/>
                <a:gd name="connsiteY10" fmla="*/ 87461 h 144916"/>
                <a:gd name="connsiteX11" fmla="*/ 115019 w 188503"/>
                <a:gd name="connsiteY11" fmla="*/ 93845 h 144916"/>
                <a:gd name="connsiteX12" fmla="*/ 115019 w 188503"/>
                <a:gd name="connsiteY12" fmla="*/ 144916 h 144916"/>
                <a:gd name="connsiteX13" fmla="*/ 188503 w 188503"/>
                <a:gd name="connsiteY13" fmla="*/ 144916 h 144916"/>
                <a:gd name="connsiteX14" fmla="*/ 188503 w 188503"/>
                <a:gd name="connsiteY14" fmla="*/ 14045 h 144916"/>
                <a:gd name="connsiteX15" fmla="*/ 151442 w 188503"/>
                <a:gd name="connsiteY15" fmla="*/ 14045 h 144916"/>
                <a:gd name="connsiteX16" fmla="*/ 144413 w 188503"/>
                <a:gd name="connsiteY16" fmla="*/ 7661 h 144916"/>
                <a:gd name="connsiteX17" fmla="*/ 144413 w 188503"/>
                <a:gd name="connsiteY17" fmla="*/ 7661 h 144916"/>
                <a:gd name="connsiteX18" fmla="*/ 27477 w 188503"/>
                <a:gd name="connsiteY18" fmla="*/ 125126 h 144916"/>
                <a:gd name="connsiteX19" fmla="*/ 26199 w 188503"/>
                <a:gd name="connsiteY19" fmla="*/ 127041 h 144916"/>
                <a:gd name="connsiteX20" fmla="*/ 24282 w 188503"/>
                <a:gd name="connsiteY20" fmla="*/ 128318 h 144916"/>
                <a:gd name="connsiteX21" fmla="*/ 21726 w 188503"/>
                <a:gd name="connsiteY21" fmla="*/ 128957 h 144916"/>
                <a:gd name="connsiteX22" fmla="*/ 19170 w 188503"/>
                <a:gd name="connsiteY22" fmla="*/ 128318 h 144916"/>
                <a:gd name="connsiteX23" fmla="*/ 15975 w 188503"/>
                <a:gd name="connsiteY23" fmla="*/ 125126 h 144916"/>
                <a:gd name="connsiteX24" fmla="*/ 15336 w 188503"/>
                <a:gd name="connsiteY24" fmla="*/ 122573 h 144916"/>
                <a:gd name="connsiteX25" fmla="*/ 15975 w 188503"/>
                <a:gd name="connsiteY25" fmla="*/ 120019 h 144916"/>
                <a:gd name="connsiteX26" fmla="*/ 17253 w 188503"/>
                <a:gd name="connsiteY26" fmla="*/ 118104 h 144916"/>
                <a:gd name="connsiteX27" fmla="*/ 26199 w 188503"/>
                <a:gd name="connsiteY27" fmla="*/ 118104 h 144916"/>
                <a:gd name="connsiteX28" fmla="*/ 27477 w 188503"/>
                <a:gd name="connsiteY28" fmla="*/ 120019 h 144916"/>
                <a:gd name="connsiteX29" fmla="*/ 28116 w 188503"/>
                <a:gd name="connsiteY29" fmla="*/ 122573 h 144916"/>
                <a:gd name="connsiteX30" fmla="*/ 27477 w 188503"/>
                <a:gd name="connsiteY30" fmla="*/ 125126 h 144916"/>
                <a:gd name="connsiteX31" fmla="*/ 27477 w 188503"/>
                <a:gd name="connsiteY31" fmla="*/ 125126 h 144916"/>
                <a:gd name="connsiteX32" fmla="*/ 27477 w 188503"/>
                <a:gd name="connsiteY32" fmla="*/ 96398 h 144916"/>
                <a:gd name="connsiteX33" fmla="*/ 24282 w 188503"/>
                <a:gd name="connsiteY33" fmla="*/ 99590 h 144916"/>
                <a:gd name="connsiteX34" fmla="*/ 21726 w 188503"/>
                <a:gd name="connsiteY34" fmla="*/ 100229 h 144916"/>
                <a:gd name="connsiteX35" fmla="*/ 17253 w 188503"/>
                <a:gd name="connsiteY35" fmla="*/ 98313 h 144916"/>
                <a:gd name="connsiteX36" fmla="*/ 15336 w 188503"/>
                <a:gd name="connsiteY36" fmla="*/ 93845 h 144916"/>
                <a:gd name="connsiteX37" fmla="*/ 17253 w 188503"/>
                <a:gd name="connsiteY37" fmla="*/ 89376 h 144916"/>
                <a:gd name="connsiteX38" fmla="*/ 26199 w 188503"/>
                <a:gd name="connsiteY38" fmla="*/ 89376 h 144916"/>
                <a:gd name="connsiteX39" fmla="*/ 27477 w 188503"/>
                <a:gd name="connsiteY39" fmla="*/ 91291 h 144916"/>
                <a:gd name="connsiteX40" fmla="*/ 28116 w 188503"/>
                <a:gd name="connsiteY40" fmla="*/ 93845 h 144916"/>
                <a:gd name="connsiteX41" fmla="*/ 27477 w 188503"/>
                <a:gd name="connsiteY41" fmla="*/ 96398 h 144916"/>
                <a:gd name="connsiteX42" fmla="*/ 27477 w 188503"/>
                <a:gd name="connsiteY42" fmla="*/ 96398 h 144916"/>
                <a:gd name="connsiteX43" fmla="*/ 26199 w 188503"/>
                <a:gd name="connsiteY43" fmla="*/ 69586 h 144916"/>
                <a:gd name="connsiteX44" fmla="*/ 21726 w 188503"/>
                <a:gd name="connsiteY44" fmla="*/ 71501 h 144916"/>
                <a:gd name="connsiteX45" fmla="*/ 17253 w 188503"/>
                <a:gd name="connsiteY45" fmla="*/ 69586 h 144916"/>
                <a:gd name="connsiteX46" fmla="*/ 15975 w 188503"/>
                <a:gd name="connsiteY46" fmla="*/ 67670 h 144916"/>
                <a:gd name="connsiteX47" fmla="*/ 15336 w 188503"/>
                <a:gd name="connsiteY47" fmla="*/ 65117 h 144916"/>
                <a:gd name="connsiteX48" fmla="*/ 17253 w 188503"/>
                <a:gd name="connsiteY48" fmla="*/ 60648 h 144916"/>
                <a:gd name="connsiteX49" fmla="*/ 26199 w 188503"/>
                <a:gd name="connsiteY49" fmla="*/ 60648 h 144916"/>
                <a:gd name="connsiteX50" fmla="*/ 28116 w 188503"/>
                <a:gd name="connsiteY50" fmla="*/ 65117 h 144916"/>
                <a:gd name="connsiteX51" fmla="*/ 26199 w 188503"/>
                <a:gd name="connsiteY51" fmla="*/ 69586 h 144916"/>
                <a:gd name="connsiteX52" fmla="*/ 26199 w 188503"/>
                <a:gd name="connsiteY52" fmla="*/ 69586 h 144916"/>
                <a:gd name="connsiteX53" fmla="*/ 27477 w 188503"/>
                <a:gd name="connsiteY53" fmla="*/ 38942 h 144916"/>
                <a:gd name="connsiteX54" fmla="*/ 26199 w 188503"/>
                <a:gd name="connsiteY54" fmla="*/ 40858 h 144916"/>
                <a:gd name="connsiteX55" fmla="*/ 24282 w 188503"/>
                <a:gd name="connsiteY55" fmla="*/ 42134 h 144916"/>
                <a:gd name="connsiteX56" fmla="*/ 21726 w 188503"/>
                <a:gd name="connsiteY56" fmla="*/ 42773 h 144916"/>
                <a:gd name="connsiteX57" fmla="*/ 15336 w 188503"/>
                <a:gd name="connsiteY57" fmla="*/ 36389 h 144916"/>
                <a:gd name="connsiteX58" fmla="*/ 17253 w 188503"/>
                <a:gd name="connsiteY58" fmla="*/ 31920 h 144916"/>
                <a:gd name="connsiteX59" fmla="*/ 17892 w 188503"/>
                <a:gd name="connsiteY59" fmla="*/ 31282 h 144916"/>
                <a:gd name="connsiteX60" fmla="*/ 19170 w 188503"/>
                <a:gd name="connsiteY60" fmla="*/ 30643 h 144916"/>
                <a:gd name="connsiteX61" fmla="*/ 20448 w 188503"/>
                <a:gd name="connsiteY61" fmla="*/ 30005 h 144916"/>
                <a:gd name="connsiteX62" fmla="*/ 24282 w 188503"/>
                <a:gd name="connsiteY62" fmla="*/ 30643 h 144916"/>
                <a:gd name="connsiteX63" fmla="*/ 26199 w 188503"/>
                <a:gd name="connsiteY63" fmla="*/ 31920 h 144916"/>
                <a:gd name="connsiteX64" fmla="*/ 27477 w 188503"/>
                <a:gd name="connsiteY64" fmla="*/ 33835 h 144916"/>
                <a:gd name="connsiteX65" fmla="*/ 27477 w 188503"/>
                <a:gd name="connsiteY65" fmla="*/ 35112 h 144916"/>
                <a:gd name="connsiteX66" fmla="*/ 27477 w 188503"/>
                <a:gd name="connsiteY66" fmla="*/ 36389 h 144916"/>
                <a:gd name="connsiteX67" fmla="*/ 27477 w 188503"/>
                <a:gd name="connsiteY67" fmla="*/ 38942 h 144916"/>
                <a:gd name="connsiteX68" fmla="*/ 27477 w 188503"/>
                <a:gd name="connsiteY68" fmla="*/ 38942 h 144916"/>
                <a:gd name="connsiteX69" fmla="*/ 54954 w 188503"/>
                <a:gd name="connsiteY69" fmla="*/ 127041 h 144916"/>
                <a:gd name="connsiteX70" fmla="*/ 50481 w 188503"/>
                <a:gd name="connsiteY70" fmla="*/ 128957 h 144916"/>
                <a:gd name="connsiteX71" fmla="*/ 46008 w 188503"/>
                <a:gd name="connsiteY71" fmla="*/ 127041 h 144916"/>
                <a:gd name="connsiteX72" fmla="*/ 44091 w 188503"/>
                <a:gd name="connsiteY72" fmla="*/ 122573 h 144916"/>
                <a:gd name="connsiteX73" fmla="*/ 44730 w 188503"/>
                <a:gd name="connsiteY73" fmla="*/ 120019 h 144916"/>
                <a:gd name="connsiteX74" fmla="*/ 46008 w 188503"/>
                <a:gd name="connsiteY74" fmla="*/ 118104 h 144916"/>
                <a:gd name="connsiteX75" fmla="*/ 54954 w 188503"/>
                <a:gd name="connsiteY75" fmla="*/ 118104 h 144916"/>
                <a:gd name="connsiteX76" fmla="*/ 56232 w 188503"/>
                <a:gd name="connsiteY76" fmla="*/ 120019 h 144916"/>
                <a:gd name="connsiteX77" fmla="*/ 56871 w 188503"/>
                <a:gd name="connsiteY77" fmla="*/ 122573 h 144916"/>
                <a:gd name="connsiteX78" fmla="*/ 54954 w 188503"/>
                <a:gd name="connsiteY78" fmla="*/ 127041 h 144916"/>
                <a:gd name="connsiteX79" fmla="*/ 54954 w 188503"/>
                <a:gd name="connsiteY79" fmla="*/ 127041 h 144916"/>
                <a:gd name="connsiteX80" fmla="*/ 54954 w 188503"/>
                <a:gd name="connsiteY80" fmla="*/ 98313 h 144916"/>
                <a:gd name="connsiteX81" fmla="*/ 50481 w 188503"/>
                <a:gd name="connsiteY81" fmla="*/ 100229 h 144916"/>
                <a:gd name="connsiteX82" fmla="*/ 44091 w 188503"/>
                <a:gd name="connsiteY82" fmla="*/ 93845 h 144916"/>
                <a:gd name="connsiteX83" fmla="*/ 46008 w 188503"/>
                <a:gd name="connsiteY83" fmla="*/ 89376 h 144916"/>
                <a:gd name="connsiteX84" fmla="*/ 54954 w 188503"/>
                <a:gd name="connsiteY84" fmla="*/ 89376 h 144916"/>
                <a:gd name="connsiteX85" fmla="*/ 56871 w 188503"/>
                <a:gd name="connsiteY85" fmla="*/ 93845 h 144916"/>
                <a:gd name="connsiteX86" fmla="*/ 54954 w 188503"/>
                <a:gd name="connsiteY86" fmla="*/ 98313 h 144916"/>
                <a:gd name="connsiteX87" fmla="*/ 54954 w 188503"/>
                <a:gd name="connsiteY87" fmla="*/ 98313 h 144916"/>
                <a:gd name="connsiteX88" fmla="*/ 44091 w 188503"/>
                <a:gd name="connsiteY88" fmla="*/ 65117 h 144916"/>
                <a:gd name="connsiteX89" fmla="*/ 46008 w 188503"/>
                <a:gd name="connsiteY89" fmla="*/ 60648 h 144916"/>
                <a:gd name="connsiteX90" fmla="*/ 51759 w 188503"/>
                <a:gd name="connsiteY90" fmla="*/ 58733 h 144916"/>
                <a:gd name="connsiteX91" fmla="*/ 53037 w 188503"/>
                <a:gd name="connsiteY91" fmla="*/ 59371 h 144916"/>
                <a:gd name="connsiteX92" fmla="*/ 54314 w 188503"/>
                <a:gd name="connsiteY92" fmla="*/ 60010 h 144916"/>
                <a:gd name="connsiteX93" fmla="*/ 54954 w 188503"/>
                <a:gd name="connsiteY93" fmla="*/ 60648 h 144916"/>
                <a:gd name="connsiteX94" fmla="*/ 56232 w 188503"/>
                <a:gd name="connsiteY94" fmla="*/ 62563 h 144916"/>
                <a:gd name="connsiteX95" fmla="*/ 56871 w 188503"/>
                <a:gd name="connsiteY95" fmla="*/ 63840 h 144916"/>
                <a:gd name="connsiteX96" fmla="*/ 56871 w 188503"/>
                <a:gd name="connsiteY96" fmla="*/ 65117 h 144916"/>
                <a:gd name="connsiteX97" fmla="*/ 56232 w 188503"/>
                <a:gd name="connsiteY97" fmla="*/ 67670 h 144916"/>
                <a:gd name="connsiteX98" fmla="*/ 54954 w 188503"/>
                <a:gd name="connsiteY98" fmla="*/ 69586 h 144916"/>
                <a:gd name="connsiteX99" fmla="*/ 53037 w 188503"/>
                <a:gd name="connsiteY99" fmla="*/ 70862 h 144916"/>
                <a:gd name="connsiteX100" fmla="*/ 50481 w 188503"/>
                <a:gd name="connsiteY100" fmla="*/ 71501 h 144916"/>
                <a:gd name="connsiteX101" fmla="*/ 46008 w 188503"/>
                <a:gd name="connsiteY101" fmla="*/ 69586 h 144916"/>
                <a:gd name="connsiteX102" fmla="*/ 44730 w 188503"/>
                <a:gd name="connsiteY102" fmla="*/ 67670 h 144916"/>
                <a:gd name="connsiteX103" fmla="*/ 44091 w 188503"/>
                <a:gd name="connsiteY103" fmla="*/ 65117 h 144916"/>
                <a:gd name="connsiteX104" fmla="*/ 44091 w 188503"/>
                <a:gd name="connsiteY104" fmla="*/ 65117 h 144916"/>
                <a:gd name="connsiteX105" fmla="*/ 56232 w 188503"/>
                <a:gd name="connsiteY105" fmla="*/ 38942 h 144916"/>
                <a:gd name="connsiteX106" fmla="*/ 54954 w 188503"/>
                <a:gd name="connsiteY106" fmla="*/ 40858 h 144916"/>
                <a:gd name="connsiteX107" fmla="*/ 50481 w 188503"/>
                <a:gd name="connsiteY107" fmla="*/ 42773 h 144916"/>
                <a:gd name="connsiteX108" fmla="*/ 47925 w 188503"/>
                <a:gd name="connsiteY108" fmla="*/ 42134 h 144916"/>
                <a:gd name="connsiteX109" fmla="*/ 46008 w 188503"/>
                <a:gd name="connsiteY109" fmla="*/ 40858 h 144916"/>
                <a:gd name="connsiteX110" fmla="*/ 44091 w 188503"/>
                <a:gd name="connsiteY110" fmla="*/ 36389 h 144916"/>
                <a:gd name="connsiteX111" fmla="*/ 46008 w 188503"/>
                <a:gd name="connsiteY111" fmla="*/ 31920 h 144916"/>
                <a:gd name="connsiteX112" fmla="*/ 46647 w 188503"/>
                <a:gd name="connsiteY112" fmla="*/ 31282 h 144916"/>
                <a:gd name="connsiteX113" fmla="*/ 49203 w 188503"/>
                <a:gd name="connsiteY113" fmla="*/ 30643 h 144916"/>
                <a:gd name="connsiteX114" fmla="*/ 54954 w 188503"/>
                <a:gd name="connsiteY114" fmla="*/ 32558 h 144916"/>
                <a:gd name="connsiteX115" fmla="*/ 56871 w 188503"/>
                <a:gd name="connsiteY115" fmla="*/ 37027 h 144916"/>
                <a:gd name="connsiteX116" fmla="*/ 56232 w 188503"/>
                <a:gd name="connsiteY116" fmla="*/ 38942 h 144916"/>
                <a:gd name="connsiteX117" fmla="*/ 56232 w 188503"/>
                <a:gd name="connsiteY117" fmla="*/ 38942 h 144916"/>
                <a:gd name="connsiteX118" fmla="*/ 84986 w 188503"/>
                <a:gd name="connsiteY118" fmla="*/ 67670 h 144916"/>
                <a:gd name="connsiteX119" fmla="*/ 83708 w 188503"/>
                <a:gd name="connsiteY119" fmla="*/ 69586 h 144916"/>
                <a:gd name="connsiteX120" fmla="*/ 76679 w 188503"/>
                <a:gd name="connsiteY120" fmla="*/ 70862 h 144916"/>
                <a:gd name="connsiteX121" fmla="*/ 74762 w 188503"/>
                <a:gd name="connsiteY121" fmla="*/ 69586 h 144916"/>
                <a:gd name="connsiteX122" fmla="*/ 73484 w 188503"/>
                <a:gd name="connsiteY122" fmla="*/ 67670 h 144916"/>
                <a:gd name="connsiteX123" fmla="*/ 72845 w 188503"/>
                <a:gd name="connsiteY123" fmla="*/ 65117 h 144916"/>
                <a:gd name="connsiteX124" fmla="*/ 72845 w 188503"/>
                <a:gd name="connsiteY124" fmla="*/ 63840 h 144916"/>
                <a:gd name="connsiteX125" fmla="*/ 73484 w 188503"/>
                <a:gd name="connsiteY125" fmla="*/ 62563 h 144916"/>
                <a:gd name="connsiteX126" fmla="*/ 74762 w 188503"/>
                <a:gd name="connsiteY126" fmla="*/ 60648 h 144916"/>
                <a:gd name="connsiteX127" fmla="*/ 81791 w 188503"/>
                <a:gd name="connsiteY127" fmla="*/ 59371 h 144916"/>
                <a:gd name="connsiteX128" fmla="*/ 83708 w 188503"/>
                <a:gd name="connsiteY128" fmla="*/ 60648 h 144916"/>
                <a:gd name="connsiteX129" fmla="*/ 85625 w 188503"/>
                <a:gd name="connsiteY129" fmla="*/ 65117 h 144916"/>
                <a:gd name="connsiteX130" fmla="*/ 84986 w 188503"/>
                <a:gd name="connsiteY130" fmla="*/ 67670 h 144916"/>
                <a:gd name="connsiteX131" fmla="*/ 84986 w 188503"/>
                <a:gd name="connsiteY131" fmla="*/ 67670 h 144916"/>
                <a:gd name="connsiteX132" fmla="*/ 84986 w 188503"/>
                <a:gd name="connsiteY132" fmla="*/ 38942 h 144916"/>
                <a:gd name="connsiteX133" fmla="*/ 81791 w 188503"/>
                <a:gd name="connsiteY133" fmla="*/ 42134 h 144916"/>
                <a:gd name="connsiteX134" fmla="*/ 76679 w 188503"/>
                <a:gd name="connsiteY134" fmla="*/ 42134 h 144916"/>
                <a:gd name="connsiteX135" fmla="*/ 74762 w 188503"/>
                <a:gd name="connsiteY135" fmla="*/ 40858 h 144916"/>
                <a:gd name="connsiteX136" fmla="*/ 73484 w 188503"/>
                <a:gd name="connsiteY136" fmla="*/ 38942 h 144916"/>
                <a:gd name="connsiteX137" fmla="*/ 72845 w 188503"/>
                <a:gd name="connsiteY137" fmla="*/ 36389 h 144916"/>
                <a:gd name="connsiteX138" fmla="*/ 74762 w 188503"/>
                <a:gd name="connsiteY138" fmla="*/ 31920 h 144916"/>
                <a:gd name="connsiteX139" fmla="*/ 76040 w 188503"/>
                <a:gd name="connsiteY139" fmla="*/ 31282 h 144916"/>
                <a:gd name="connsiteX140" fmla="*/ 77318 w 188503"/>
                <a:gd name="connsiteY140" fmla="*/ 30643 h 144916"/>
                <a:gd name="connsiteX141" fmla="*/ 78596 w 188503"/>
                <a:gd name="connsiteY141" fmla="*/ 30005 h 144916"/>
                <a:gd name="connsiteX142" fmla="*/ 82430 w 188503"/>
                <a:gd name="connsiteY142" fmla="*/ 30643 h 144916"/>
                <a:gd name="connsiteX143" fmla="*/ 86264 w 188503"/>
                <a:gd name="connsiteY143" fmla="*/ 36389 h 144916"/>
                <a:gd name="connsiteX144" fmla="*/ 84986 w 188503"/>
                <a:gd name="connsiteY144" fmla="*/ 38942 h 144916"/>
                <a:gd name="connsiteX145" fmla="*/ 84986 w 188503"/>
                <a:gd name="connsiteY145" fmla="*/ 38942 h 144916"/>
                <a:gd name="connsiteX146" fmla="*/ 113741 w 188503"/>
                <a:gd name="connsiteY146" fmla="*/ 67670 h 144916"/>
                <a:gd name="connsiteX147" fmla="*/ 112463 w 188503"/>
                <a:gd name="connsiteY147" fmla="*/ 69586 h 144916"/>
                <a:gd name="connsiteX148" fmla="*/ 110546 w 188503"/>
                <a:gd name="connsiteY148" fmla="*/ 70862 h 144916"/>
                <a:gd name="connsiteX149" fmla="*/ 103517 w 188503"/>
                <a:gd name="connsiteY149" fmla="*/ 69586 h 144916"/>
                <a:gd name="connsiteX150" fmla="*/ 102239 w 188503"/>
                <a:gd name="connsiteY150" fmla="*/ 67670 h 144916"/>
                <a:gd name="connsiteX151" fmla="*/ 101600 w 188503"/>
                <a:gd name="connsiteY151" fmla="*/ 65117 h 144916"/>
                <a:gd name="connsiteX152" fmla="*/ 107990 w 188503"/>
                <a:gd name="connsiteY152" fmla="*/ 58733 h 144916"/>
                <a:gd name="connsiteX153" fmla="*/ 114380 w 188503"/>
                <a:gd name="connsiteY153" fmla="*/ 65117 h 144916"/>
                <a:gd name="connsiteX154" fmla="*/ 113741 w 188503"/>
                <a:gd name="connsiteY154" fmla="*/ 67670 h 144916"/>
                <a:gd name="connsiteX155" fmla="*/ 113741 w 188503"/>
                <a:gd name="connsiteY155" fmla="*/ 67670 h 144916"/>
                <a:gd name="connsiteX156" fmla="*/ 113741 w 188503"/>
                <a:gd name="connsiteY156" fmla="*/ 38942 h 144916"/>
                <a:gd name="connsiteX157" fmla="*/ 112463 w 188503"/>
                <a:gd name="connsiteY157" fmla="*/ 40858 h 144916"/>
                <a:gd name="connsiteX158" fmla="*/ 110546 w 188503"/>
                <a:gd name="connsiteY158" fmla="*/ 42134 h 144916"/>
                <a:gd name="connsiteX159" fmla="*/ 105434 w 188503"/>
                <a:gd name="connsiteY159" fmla="*/ 42134 h 144916"/>
                <a:gd name="connsiteX160" fmla="*/ 102239 w 188503"/>
                <a:gd name="connsiteY160" fmla="*/ 38942 h 144916"/>
                <a:gd name="connsiteX161" fmla="*/ 101600 w 188503"/>
                <a:gd name="connsiteY161" fmla="*/ 36389 h 144916"/>
                <a:gd name="connsiteX162" fmla="*/ 103517 w 188503"/>
                <a:gd name="connsiteY162" fmla="*/ 31920 h 144916"/>
                <a:gd name="connsiteX163" fmla="*/ 104795 w 188503"/>
                <a:gd name="connsiteY163" fmla="*/ 31282 h 144916"/>
                <a:gd name="connsiteX164" fmla="*/ 106073 w 188503"/>
                <a:gd name="connsiteY164" fmla="*/ 30643 h 144916"/>
                <a:gd name="connsiteX165" fmla="*/ 107351 w 188503"/>
                <a:gd name="connsiteY165" fmla="*/ 30005 h 144916"/>
                <a:gd name="connsiteX166" fmla="*/ 113102 w 188503"/>
                <a:gd name="connsiteY166" fmla="*/ 31920 h 144916"/>
                <a:gd name="connsiteX167" fmla="*/ 115019 w 188503"/>
                <a:gd name="connsiteY167" fmla="*/ 36389 h 144916"/>
                <a:gd name="connsiteX168" fmla="*/ 113741 w 188503"/>
                <a:gd name="connsiteY168" fmla="*/ 38942 h 144916"/>
                <a:gd name="connsiteX169" fmla="*/ 113741 w 188503"/>
                <a:gd name="connsiteY169" fmla="*/ 38942 h 144916"/>
                <a:gd name="connsiteX170" fmla="*/ 132272 w 188503"/>
                <a:gd name="connsiteY170" fmla="*/ 31920 h 144916"/>
                <a:gd name="connsiteX171" fmla="*/ 132911 w 188503"/>
                <a:gd name="connsiteY171" fmla="*/ 31282 h 144916"/>
                <a:gd name="connsiteX172" fmla="*/ 134189 w 188503"/>
                <a:gd name="connsiteY172" fmla="*/ 30643 h 144916"/>
                <a:gd name="connsiteX173" fmla="*/ 135467 w 188503"/>
                <a:gd name="connsiteY173" fmla="*/ 30005 h 144916"/>
                <a:gd name="connsiteX174" fmla="*/ 143135 w 188503"/>
                <a:gd name="connsiteY174" fmla="*/ 35112 h 144916"/>
                <a:gd name="connsiteX175" fmla="*/ 143135 w 188503"/>
                <a:gd name="connsiteY175" fmla="*/ 36389 h 144916"/>
                <a:gd name="connsiteX176" fmla="*/ 142496 w 188503"/>
                <a:gd name="connsiteY176" fmla="*/ 38942 h 144916"/>
                <a:gd name="connsiteX177" fmla="*/ 141218 w 188503"/>
                <a:gd name="connsiteY177" fmla="*/ 40858 h 144916"/>
                <a:gd name="connsiteX178" fmla="*/ 139301 w 188503"/>
                <a:gd name="connsiteY178" fmla="*/ 42134 h 144916"/>
                <a:gd name="connsiteX179" fmla="*/ 136745 w 188503"/>
                <a:gd name="connsiteY179" fmla="*/ 42773 h 144916"/>
                <a:gd name="connsiteX180" fmla="*/ 130355 w 188503"/>
                <a:gd name="connsiteY180" fmla="*/ 36389 h 144916"/>
                <a:gd name="connsiteX181" fmla="*/ 132272 w 188503"/>
                <a:gd name="connsiteY181" fmla="*/ 31920 h 144916"/>
                <a:gd name="connsiteX182" fmla="*/ 132272 w 188503"/>
                <a:gd name="connsiteY182" fmla="*/ 31920 h 144916"/>
                <a:gd name="connsiteX183" fmla="*/ 132272 w 188503"/>
                <a:gd name="connsiteY183" fmla="*/ 60648 h 144916"/>
                <a:gd name="connsiteX184" fmla="*/ 141218 w 188503"/>
                <a:gd name="connsiteY184" fmla="*/ 60648 h 144916"/>
                <a:gd name="connsiteX185" fmla="*/ 143135 w 188503"/>
                <a:gd name="connsiteY185" fmla="*/ 65117 h 144916"/>
                <a:gd name="connsiteX186" fmla="*/ 142496 w 188503"/>
                <a:gd name="connsiteY186" fmla="*/ 67670 h 144916"/>
                <a:gd name="connsiteX187" fmla="*/ 141218 w 188503"/>
                <a:gd name="connsiteY187" fmla="*/ 69586 h 144916"/>
                <a:gd name="connsiteX188" fmla="*/ 136745 w 188503"/>
                <a:gd name="connsiteY188" fmla="*/ 71501 h 144916"/>
                <a:gd name="connsiteX189" fmla="*/ 132272 w 188503"/>
                <a:gd name="connsiteY189" fmla="*/ 69586 h 144916"/>
                <a:gd name="connsiteX190" fmla="*/ 130994 w 188503"/>
                <a:gd name="connsiteY190" fmla="*/ 67670 h 144916"/>
                <a:gd name="connsiteX191" fmla="*/ 130355 w 188503"/>
                <a:gd name="connsiteY191" fmla="*/ 65117 h 144916"/>
                <a:gd name="connsiteX192" fmla="*/ 132272 w 188503"/>
                <a:gd name="connsiteY192" fmla="*/ 60648 h 144916"/>
                <a:gd name="connsiteX193" fmla="*/ 132272 w 188503"/>
                <a:gd name="connsiteY193" fmla="*/ 60648 h 144916"/>
                <a:gd name="connsiteX194" fmla="*/ 142496 w 188503"/>
                <a:gd name="connsiteY194" fmla="*/ 124488 h 144916"/>
                <a:gd name="connsiteX195" fmla="*/ 141218 w 188503"/>
                <a:gd name="connsiteY195" fmla="*/ 126403 h 144916"/>
                <a:gd name="connsiteX196" fmla="*/ 134189 w 188503"/>
                <a:gd name="connsiteY196" fmla="*/ 127680 h 144916"/>
                <a:gd name="connsiteX197" fmla="*/ 130994 w 188503"/>
                <a:gd name="connsiteY197" fmla="*/ 124488 h 144916"/>
                <a:gd name="connsiteX198" fmla="*/ 130355 w 188503"/>
                <a:gd name="connsiteY198" fmla="*/ 121934 h 144916"/>
                <a:gd name="connsiteX199" fmla="*/ 130994 w 188503"/>
                <a:gd name="connsiteY199" fmla="*/ 119381 h 144916"/>
                <a:gd name="connsiteX200" fmla="*/ 132272 w 188503"/>
                <a:gd name="connsiteY200" fmla="*/ 117465 h 144916"/>
                <a:gd name="connsiteX201" fmla="*/ 141218 w 188503"/>
                <a:gd name="connsiteY201" fmla="*/ 117465 h 144916"/>
                <a:gd name="connsiteX202" fmla="*/ 142496 w 188503"/>
                <a:gd name="connsiteY202" fmla="*/ 119381 h 144916"/>
                <a:gd name="connsiteX203" fmla="*/ 143135 w 188503"/>
                <a:gd name="connsiteY203" fmla="*/ 121934 h 144916"/>
                <a:gd name="connsiteX204" fmla="*/ 142496 w 188503"/>
                <a:gd name="connsiteY204" fmla="*/ 124488 h 144916"/>
                <a:gd name="connsiteX205" fmla="*/ 142496 w 188503"/>
                <a:gd name="connsiteY205" fmla="*/ 124488 h 144916"/>
                <a:gd name="connsiteX206" fmla="*/ 141218 w 188503"/>
                <a:gd name="connsiteY206" fmla="*/ 98313 h 144916"/>
                <a:gd name="connsiteX207" fmla="*/ 136745 w 188503"/>
                <a:gd name="connsiteY207" fmla="*/ 100229 h 144916"/>
                <a:gd name="connsiteX208" fmla="*/ 132272 w 188503"/>
                <a:gd name="connsiteY208" fmla="*/ 98313 h 144916"/>
                <a:gd name="connsiteX209" fmla="*/ 130355 w 188503"/>
                <a:gd name="connsiteY209" fmla="*/ 93845 h 144916"/>
                <a:gd name="connsiteX210" fmla="*/ 132272 w 188503"/>
                <a:gd name="connsiteY210" fmla="*/ 89376 h 144916"/>
                <a:gd name="connsiteX211" fmla="*/ 141218 w 188503"/>
                <a:gd name="connsiteY211" fmla="*/ 89376 h 144916"/>
                <a:gd name="connsiteX212" fmla="*/ 143135 w 188503"/>
                <a:gd name="connsiteY212" fmla="*/ 93845 h 144916"/>
                <a:gd name="connsiteX213" fmla="*/ 141218 w 188503"/>
                <a:gd name="connsiteY213" fmla="*/ 98313 h 144916"/>
                <a:gd name="connsiteX214" fmla="*/ 141218 w 188503"/>
                <a:gd name="connsiteY214" fmla="*/ 98313 h 144916"/>
                <a:gd name="connsiteX215" fmla="*/ 160387 w 188503"/>
                <a:gd name="connsiteY215" fmla="*/ 31920 h 144916"/>
                <a:gd name="connsiteX216" fmla="*/ 161027 w 188503"/>
                <a:gd name="connsiteY216" fmla="*/ 31282 h 144916"/>
                <a:gd name="connsiteX217" fmla="*/ 162305 w 188503"/>
                <a:gd name="connsiteY217" fmla="*/ 30643 h 144916"/>
                <a:gd name="connsiteX218" fmla="*/ 163582 w 188503"/>
                <a:gd name="connsiteY218" fmla="*/ 30005 h 144916"/>
                <a:gd name="connsiteX219" fmla="*/ 167416 w 188503"/>
                <a:gd name="connsiteY219" fmla="*/ 30643 h 144916"/>
                <a:gd name="connsiteX220" fmla="*/ 170611 w 188503"/>
                <a:gd name="connsiteY220" fmla="*/ 38942 h 144916"/>
                <a:gd name="connsiteX221" fmla="*/ 169333 w 188503"/>
                <a:gd name="connsiteY221" fmla="*/ 40858 h 144916"/>
                <a:gd name="connsiteX222" fmla="*/ 164861 w 188503"/>
                <a:gd name="connsiteY222" fmla="*/ 42773 h 144916"/>
                <a:gd name="connsiteX223" fmla="*/ 162305 w 188503"/>
                <a:gd name="connsiteY223" fmla="*/ 42134 h 144916"/>
                <a:gd name="connsiteX224" fmla="*/ 160387 w 188503"/>
                <a:gd name="connsiteY224" fmla="*/ 40858 h 144916"/>
                <a:gd name="connsiteX225" fmla="*/ 159110 w 188503"/>
                <a:gd name="connsiteY225" fmla="*/ 38942 h 144916"/>
                <a:gd name="connsiteX226" fmla="*/ 160387 w 188503"/>
                <a:gd name="connsiteY226" fmla="*/ 31920 h 144916"/>
                <a:gd name="connsiteX227" fmla="*/ 160387 w 188503"/>
                <a:gd name="connsiteY227" fmla="*/ 31920 h 144916"/>
                <a:gd name="connsiteX228" fmla="*/ 160387 w 188503"/>
                <a:gd name="connsiteY228" fmla="*/ 60648 h 144916"/>
                <a:gd name="connsiteX229" fmla="*/ 169333 w 188503"/>
                <a:gd name="connsiteY229" fmla="*/ 60648 h 144916"/>
                <a:gd name="connsiteX230" fmla="*/ 171250 w 188503"/>
                <a:gd name="connsiteY230" fmla="*/ 65117 h 144916"/>
                <a:gd name="connsiteX231" fmla="*/ 170611 w 188503"/>
                <a:gd name="connsiteY231" fmla="*/ 67670 h 144916"/>
                <a:gd name="connsiteX232" fmla="*/ 169333 w 188503"/>
                <a:gd name="connsiteY232" fmla="*/ 69586 h 144916"/>
                <a:gd name="connsiteX233" fmla="*/ 164861 w 188503"/>
                <a:gd name="connsiteY233" fmla="*/ 71501 h 144916"/>
                <a:gd name="connsiteX234" fmla="*/ 160387 w 188503"/>
                <a:gd name="connsiteY234" fmla="*/ 69586 h 144916"/>
                <a:gd name="connsiteX235" fmla="*/ 159110 w 188503"/>
                <a:gd name="connsiteY235" fmla="*/ 67670 h 144916"/>
                <a:gd name="connsiteX236" fmla="*/ 158471 w 188503"/>
                <a:gd name="connsiteY236" fmla="*/ 65117 h 144916"/>
                <a:gd name="connsiteX237" fmla="*/ 160387 w 188503"/>
                <a:gd name="connsiteY237" fmla="*/ 60648 h 144916"/>
                <a:gd name="connsiteX238" fmla="*/ 160387 w 188503"/>
                <a:gd name="connsiteY238" fmla="*/ 60648 h 144916"/>
                <a:gd name="connsiteX239" fmla="*/ 171889 w 188503"/>
                <a:gd name="connsiteY239" fmla="*/ 93845 h 144916"/>
                <a:gd name="connsiteX240" fmla="*/ 165500 w 188503"/>
                <a:gd name="connsiteY240" fmla="*/ 100229 h 144916"/>
                <a:gd name="connsiteX241" fmla="*/ 161027 w 188503"/>
                <a:gd name="connsiteY241" fmla="*/ 98313 h 144916"/>
                <a:gd name="connsiteX242" fmla="*/ 159748 w 188503"/>
                <a:gd name="connsiteY242" fmla="*/ 91291 h 144916"/>
                <a:gd name="connsiteX243" fmla="*/ 161027 w 188503"/>
                <a:gd name="connsiteY243" fmla="*/ 89376 h 144916"/>
                <a:gd name="connsiteX244" fmla="*/ 169972 w 188503"/>
                <a:gd name="connsiteY244" fmla="*/ 89376 h 144916"/>
                <a:gd name="connsiteX245" fmla="*/ 171889 w 188503"/>
                <a:gd name="connsiteY245" fmla="*/ 93845 h 144916"/>
                <a:gd name="connsiteX246" fmla="*/ 171889 w 188503"/>
                <a:gd name="connsiteY246" fmla="*/ 93845 h 144916"/>
                <a:gd name="connsiteX247" fmla="*/ 159110 w 188503"/>
                <a:gd name="connsiteY247" fmla="*/ 120019 h 144916"/>
                <a:gd name="connsiteX248" fmla="*/ 167416 w 188503"/>
                <a:gd name="connsiteY248" fmla="*/ 116827 h 144916"/>
                <a:gd name="connsiteX249" fmla="*/ 169333 w 188503"/>
                <a:gd name="connsiteY249" fmla="*/ 118104 h 144916"/>
                <a:gd name="connsiteX250" fmla="*/ 170611 w 188503"/>
                <a:gd name="connsiteY250" fmla="*/ 120019 h 144916"/>
                <a:gd name="connsiteX251" fmla="*/ 171250 w 188503"/>
                <a:gd name="connsiteY251" fmla="*/ 122573 h 144916"/>
                <a:gd name="connsiteX252" fmla="*/ 164861 w 188503"/>
                <a:gd name="connsiteY252" fmla="*/ 128957 h 144916"/>
                <a:gd name="connsiteX253" fmla="*/ 160387 w 188503"/>
                <a:gd name="connsiteY253" fmla="*/ 127041 h 144916"/>
                <a:gd name="connsiteX254" fmla="*/ 159110 w 188503"/>
                <a:gd name="connsiteY254" fmla="*/ 125126 h 144916"/>
                <a:gd name="connsiteX255" fmla="*/ 158471 w 188503"/>
                <a:gd name="connsiteY255" fmla="*/ 122573 h 144916"/>
                <a:gd name="connsiteX256" fmla="*/ 159110 w 188503"/>
                <a:gd name="connsiteY256" fmla="*/ 120019 h 144916"/>
                <a:gd name="connsiteX257" fmla="*/ 159110 w 188503"/>
                <a:gd name="connsiteY257" fmla="*/ 120019 h 144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188503" h="144916">
                  <a:moveTo>
                    <a:pt x="144413" y="7661"/>
                  </a:moveTo>
                  <a:lnTo>
                    <a:pt x="144413" y="0"/>
                  </a:lnTo>
                  <a:lnTo>
                    <a:pt x="42813" y="0"/>
                  </a:lnTo>
                  <a:lnTo>
                    <a:pt x="42813" y="7661"/>
                  </a:lnTo>
                  <a:cubicBezTo>
                    <a:pt x="42813" y="11491"/>
                    <a:pt x="40257" y="14045"/>
                    <a:pt x="36423" y="14045"/>
                  </a:cubicBezTo>
                  <a:lnTo>
                    <a:pt x="0" y="14045"/>
                  </a:lnTo>
                  <a:lnTo>
                    <a:pt x="0" y="144916"/>
                  </a:lnTo>
                  <a:lnTo>
                    <a:pt x="73484" y="144916"/>
                  </a:lnTo>
                  <a:lnTo>
                    <a:pt x="73484" y="93845"/>
                  </a:lnTo>
                  <a:cubicBezTo>
                    <a:pt x="73484" y="90014"/>
                    <a:pt x="76040" y="87461"/>
                    <a:pt x="79874" y="87461"/>
                  </a:cubicBezTo>
                  <a:lnTo>
                    <a:pt x="108629" y="87461"/>
                  </a:lnTo>
                  <a:cubicBezTo>
                    <a:pt x="112463" y="87461"/>
                    <a:pt x="115019" y="90014"/>
                    <a:pt x="115019" y="93845"/>
                  </a:cubicBezTo>
                  <a:lnTo>
                    <a:pt x="115019" y="144916"/>
                  </a:lnTo>
                  <a:lnTo>
                    <a:pt x="188503" y="144916"/>
                  </a:lnTo>
                  <a:lnTo>
                    <a:pt x="188503" y="14045"/>
                  </a:lnTo>
                  <a:lnTo>
                    <a:pt x="151442" y="14045"/>
                  </a:lnTo>
                  <a:cubicBezTo>
                    <a:pt x="147608" y="14045"/>
                    <a:pt x="144413" y="11491"/>
                    <a:pt x="144413" y="7661"/>
                  </a:cubicBezTo>
                  <a:cubicBezTo>
                    <a:pt x="144413" y="7661"/>
                    <a:pt x="144413" y="7661"/>
                    <a:pt x="144413" y="7661"/>
                  </a:cubicBezTo>
                  <a:close/>
                  <a:moveTo>
                    <a:pt x="27477" y="125126"/>
                  </a:moveTo>
                  <a:cubicBezTo>
                    <a:pt x="26838" y="125765"/>
                    <a:pt x="26838" y="126403"/>
                    <a:pt x="26199" y="127041"/>
                  </a:cubicBezTo>
                  <a:cubicBezTo>
                    <a:pt x="25560" y="127680"/>
                    <a:pt x="24921" y="128318"/>
                    <a:pt x="24282" y="128318"/>
                  </a:cubicBezTo>
                  <a:cubicBezTo>
                    <a:pt x="23643" y="128318"/>
                    <a:pt x="23004" y="128957"/>
                    <a:pt x="21726" y="128957"/>
                  </a:cubicBezTo>
                  <a:cubicBezTo>
                    <a:pt x="21087" y="128957"/>
                    <a:pt x="19809" y="128957"/>
                    <a:pt x="19170" y="128318"/>
                  </a:cubicBezTo>
                  <a:cubicBezTo>
                    <a:pt x="17892" y="127680"/>
                    <a:pt x="16614" y="126403"/>
                    <a:pt x="15975" y="125126"/>
                  </a:cubicBezTo>
                  <a:cubicBezTo>
                    <a:pt x="15336" y="124488"/>
                    <a:pt x="15336" y="123849"/>
                    <a:pt x="15336" y="122573"/>
                  </a:cubicBezTo>
                  <a:cubicBezTo>
                    <a:pt x="15336" y="121934"/>
                    <a:pt x="15336" y="120657"/>
                    <a:pt x="15975" y="120019"/>
                  </a:cubicBezTo>
                  <a:cubicBezTo>
                    <a:pt x="15975" y="119381"/>
                    <a:pt x="16614" y="118742"/>
                    <a:pt x="17253" y="118104"/>
                  </a:cubicBezTo>
                  <a:cubicBezTo>
                    <a:pt x="19809" y="115550"/>
                    <a:pt x="23643" y="115550"/>
                    <a:pt x="26199" y="118104"/>
                  </a:cubicBezTo>
                  <a:cubicBezTo>
                    <a:pt x="26838" y="118742"/>
                    <a:pt x="27477" y="119381"/>
                    <a:pt x="27477" y="120019"/>
                  </a:cubicBezTo>
                  <a:cubicBezTo>
                    <a:pt x="27477" y="120657"/>
                    <a:pt x="28116" y="121934"/>
                    <a:pt x="28116" y="122573"/>
                  </a:cubicBezTo>
                  <a:cubicBezTo>
                    <a:pt x="28116" y="123211"/>
                    <a:pt x="28116" y="123849"/>
                    <a:pt x="27477" y="125126"/>
                  </a:cubicBezTo>
                  <a:lnTo>
                    <a:pt x="27477" y="125126"/>
                  </a:lnTo>
                  <a:close/>
                  <a:moveTo>
                    <a:pt x="27477" y="96398"/>
                  </a:moveTo>
                  <a:cubicBezTo>
                    <a:pt x="26838" y="97675"/>
                    <a:pt x="25560" y="98952"/>
                    <a:pt x="24282" y="99590"/>
                  </a:cubicBezTo>
                  <a:cubicBezTo>
                    <a:pt x="23643" y="99590"/>
                    <a:pt x="22365" y="100229"/>
                    <a:pt x="21726" y="100229"/>
                  </a:cubicBezTo>
                  <a:cubicBezTo>
                    <a:pt x="19809" y="100229"/>
                    <a:pt x="18531" y="99590"/>
                    <a:pt x="17253" y="98313"/>
                  </a:cubicBezTo>
                  <a:cubicBezTo>
                    <a:pt x="15975" y="97037"/>
                    <a:pt x="15336" y="95760"/>
                    <a:pt x="15336" y="93845"/>
                  </a:cubicBezTo>
                  <a:cubicBezTo>
                    <a:pt x="15336" y="91930"/>
                    <a:pt x="15975" y="90653"/>
                    <a:pt x="17253" y="89376"/>
                  </a:cubicBezTo>
                  <a:cubicBezTo>
                    <a:pt x="19809" y="86822"/>
                    <a:pt x="23643" y="86822"/>
                    <a:pt x="26199" y="89376"/>
                  </a:cubicBezTo>
                  <a:cubicBezTo>
                    <a:pt x="26838" y="90014"/>
                    <a:pt x="27477" y="90653"/>
                    <a:pt x="27477" y="91291"/>
                  </a:cubicBezTo>
                  <a:cubicBezTo>
                    <a:pt x="27477" y="91930"/>
                    <a:pt x="28116" y="92568"/>
                    <a:pt x="28116" y="93845"/>
                  </a:cubicBezTo>
                  <a:cubicBezTo>
                    <a:pt x="28116" y="94483"/>
                    <a:pt x="28116" y="95760"/>
                    <a:pt x="27477" y="96398"/>
                  </a:cubicBezTo>
                  <a:lnTo>
                    <a:pt x="27477" y="96398"/>
                  </a:lnTo>
                  <a:close/>
                  <a:moveTo>
                    <a:pt x="26199" y="69586"/>
                  </a:moveTo>
                  <a:cubicBezTo>
                    <a:pt x="24921" y="70862"/>
                    <a:pt x="23643" y="71501"/>
                    <a:pt x="21726" y="71501"/>
                  </a:cubicBezTo>
                  <a:cubicBezTo>
                    <a:pt x="19809" y="71501"/>
                    <a:pt x="18531" y="70862"/>
                    <a:pt x="17253" y="69586"/>
                  </a:cubicBezTo>
                  <a:cubicBezTo>
                    <a:pt x="16614" y="68947"/>
                    <a:pt x="15975" y="68309"/>
                    <a:pt x="15975" y="67670"/>
                  </a:cubicBezTo>
                  <a:cubicBezTo>
                    <a:pt x="15336" y="67032"/>
                    <a:pt x="15336" y="66394"/>
                    <a:pt x="15336" y="65117"/>
                  </a:cubicBezTo>
                  <a:cubicBezTo>
                    <a:pt x="15336" y="63202"/>
                    <a:pt x="15975" y="61925"/>
                    <a:pt x="17253" y="60648"/>
                  </a:cubicBezTo>
                  <a:cubicBezTo>
                    <a:pt x="19809" y="58094"/>
                    <a:pt x="23643" y="58094"/>
                    <a:pt x="26199" y="60648"/>
                  </a:cubicBezTo>
                  <a:cubicBezTo>
                    <a:pt x="27477" y="61925"/>
                    <a:pt x="28116" y="63202"/>
                    <a:pt x="28116" y="65117"/>
                  </a:cubicBezTo>
                  <a:cubicBezTo>
                    <a:pt x="28116" y="67032"/>
                    <a:pt x="27477" y="68309"/>
                    <a:pt x="26199" y="69586"/>
                  </a:cubicBezTo>
                  <a:lnTo>
                    <a:pt x="26199" y="69586"/>
                  </a:lnTo>
                  <a:close/>
                  <a:moveTo>
                    <a:pt x="27477" y="38942"/>
                  </a:moveTo>
                  <a:cubicBezTo>
                    <a:pt x="26838" y="39581"/>
                    <a:pt x="26838" y="40219"/>
                    <a:pt x="26199" y="40858"/>
                  </a:cubicBezTo>
                  <a:cubicBezTo>
                    <a:pt x="25560" y="41496"/>
                    <a:pt x="24921" y="42134"/>
                    <a:pt x="24282" y="42134"/>
                  </a:cubicBezTo>
                  <a:cubicBezTo>
                    <a:pt x="23643" y="42773"/>
                    <a:pt x="22365" y="42773"/>
                    <a:pt x="21726" y="42773"/>
                  </a:cubicBezTo>
                  <a:cubicBezTo>
                    <a:pt x="17892" y="42773"/>
                    <a:pt x="15336" y="39581"/>
                    <a:pt x="15336" y="36389"/>
                  </a:cubicBezTo>
                  <a:cubicBezTo>
                    <a:pt x="15336" y="34474"/>
                    <a:pt x="15975" y="33197"/>
                    <a:pt x="17253" y="31920"/>
                  </a:cubicBezTo>
                  <a:lnTo>
                    <a:pt x="17892" y="31282"/>
                  </a:lnTo>
                  <a:cubicBezTo>
                    <a:pt x="18531" y="31282"/>
                    <a:pt x="18531" y="30643"/>
                    <a:pt x="19170" y="30643"/>
                  </a:cubicBezTo>
                  <a:cubicBezTo>
                    <a:pt x="19809" y="30643"/>
                    <a:pt x="19809" y="30643"/>
                    <a:pt x="20448" y="30005"/>
                  </a:cubicBezTo>
                  <a:cubicBezTo>
                    <a:pt x="21726" y="30005"/>
                    <a:pt x="23004" y="30005"/>
                    <a:pt x="24282" y="30643"/>
                  </a:cubicBezTo>
                  <a:cubicBezTo>
                    <a:pt x="24921" y="30643"/>
                    <a:pt x="25560" y="31282"/>
                    <a:pt x="26199" y="31920"/>
                  </a:cubicBezTo>
                  <a:cubicBezTo>
                    <a:pt x="26838" y="32558"/>
                    <a:pt x="27477" y="33197"/>
                    <a:pt x="27477" y="33835"/>
                  </a:cubicBezTo>
                  <a:cubicBezTo>
                    <a:pt x="27477" y="34474"/>
                    <a:pt x="27477" y="34474"/>
                    <a:pt x="27477" y="35112"/>
                  </a:cubicBezTo>
                  <a:cubicBezTo>
                    <a:pt x="27477" y="35750"/>
                    <a:pt x="27477" y="35750"/>
                    <a:pt x="27477" y="36389"/>
                  </a:cubicBezTo>
                  <a:cubicBezTo>
                    <a:pt x="28116" y="37027"/>
                    <a:pt x="28116" y="38304"/>
                    <a:pt x="27477" y="38942"/>
                  </a:cubicBezTo>
                  <a:lnTo>
                    <a:pt x="27477" y="38942"/>
                  </a:lnTo>
                  <a:close/>
                  <a:moveTo>
                    <a:pt x="54954" y="127041"/>
                  </a:moveTo>
                  <a:cubicBezTo>
                    <a:pt x="53676" y="128318"/>
                    <a:pt x="52398" y="128957"/>
                    <a:pt x="50481" y="128957"/>
                  </a:cubicBezTo>
                  <a:cubicBezTo>
                    <a:pt x="48564" y="128957"/>
                    <a:pt x="47286" y="128318"/>
                    <a:pt x="46008" y="127041"/>
                  </a:cubicBezTo>
                  <a:cubicBezTo>
                    <a:pt x="44730" y="125765"/>
                    <a:pt x="44091" y="124488"/>
                    <a:pt x="44091" y="122573"/>
                  </a:cubicBezTo>
                  <a:cubicBezTo>
                    <a:pt x="44091" y="121934"/>
                    <a:pt x="44091" y="120657"/>
                    <a:pt x="44730" y="120019"/>
                  </a:cubicBezTo>
                  <a:cubicBezTo>
                    <a:pt x="45369" y="119381"/>
                    <a:pt x="45369" y="118742"/>
                    <a:pt x="46008" y="118104"/>
                  </a:cubicBezTo>
                  <a:cubicBezTo>
                    <a:pt x="48564" y="115550"/>
                    <a:pt x="52398" y="115550"/>
                    <a:pt x="54954" y="118104"/>
                  </a:cubicBezTo>
                  <a:cubicBezTo>
                    <a:pt x="55593" y="118742"/>
                    <a:pt x="56232" y="119381"/>
                    <a:pt x="56232" y="120019"/>
                  </a:cubicBezTo>
                  <a:cubicBezTo>
                    <a:pt x="56232" y="120657"/>
                    <a:pt x="56871" y="121934"/>
                    <a:pt x="56871" y="122573"/>
                  </a:cubicBezTo>
                  <a:cubicBezTo>
                    <a:pt x="56871" y="123849"/>
                    <a:pt x="56232" y="125765"/>
                    <a:pt x="54954" y="127041"/>
                  </a:cubicBezTo>
                  <a:lnTo>
                    <a:pt x="54954" y="127041"/>
                  </a:lnTo>
                  <a:close/>
                  <a:moveTo>
                    <a:pt x="54954" y="98313"/>
                  </a:moveTo>
                  <a:cubicBezTo>
                    <a:pt x="53676" y="99590"/>
                    <a:pt x="52398" y="100229"/>
                    <a:pt x="50481" y="100229"/>
                  </a:cubicBezTo>
                  <a:cubicBezTo>
                    <a:pt x="46647" y="100229"/>
                    <a:pt x="44091" y="97675"/>
                    <a:pt x="44091" y="93845"/>
                  </a:cubicBezTo>
                  <a:cubicBezTo>
                    <a:pt x="44091" y="91930"/>
                    <a:pt x="44730" y="90653"/>
                    <a:pt x="46008" y="89376"/>
                  </a:cubicBezTo>
                  <a:cubicBezTo>
                    <a:pt x="48564" y="86822"/>
                    <a:pt x="52398" y="86822"/>
                    <a:pt x="54954" y="89376"/>
                  </a:cubicBezTo>
                  <a:cubicBezTo>
                    <a:pt x="56232" y="90653"/>
                    <a:pt x="56871" y="91930"/>
                    <a:pt x="56871" y="93845"/>
                  </a:cubicBezTo>
                  <a:cubicBezTo>
                    <a:pt x="56871" y="95121"/>
                    <a:pt x="56232" y="97037"/>
                    <a:pt x="54954" y="98313"/>
                  </a:cubicBezTo>
                  <a:lnTo>
                    <a:pt x="54954" y="98313"/>
                  </a:lnTo>
                  <a:close/>
                  <a:moveTo>
                    <a:pt x="44091" y="65117"/>
                  </a:moveTo>
                  <a:cubicBezTo>
                    <a:pt x="44091" y="63202"/>
                    <a:pt x="44730" y="61925"/>
                    <a:pt x="46008" y="60648"/>
                  </a:cubicBezTo>
                  <a:cubicBezTo>
                    <a:pt x="47286" y="59371"/>
                    <a:pt x="49842" y="58733"/>
                    <a:pt x="51759" y="58733"/>
                  </a:cubicBezTo>
                  <a:cubicBezTo>
                    <a:pt x="52398" y="58733"/>
                    <a:pt x="52398" y="58733"/>
                    <a:pt x="53037" y="59371"/>
                  </a:cubicBezTo>
                  <a:cubicBezTo>
                    <a:pt x="53676" y="59371"/>
                    <a:pt x="53676" y="60010"/>
                    <a:pt x="54314" y="60010"/>
                  </a:cubicBezTo>
                  <a:lnTo>
                    <a:pt x="54954" y="60648"/>
                  </a:lnTo>
                  <a:cubicBezTo>
                    <a:pt x="55593" y="61286"/>
                    <a:pt x="56232" y="61925"/>
                    <a:pt x="56232" y="62563"/>
                  </a:cubicBezTo>
                  <a:lnTo>
                    <a:pt x="56871" y="63840"/>
                  </a:lnTo>
                  <a:cubicBezTo>
                    <a:pt x="56871" y="64478"/>
                    <a:pt x="56871" y="64478"/>
                    <a:pt x="56871" y="65117"/>
                  </a:cubicBezTo>
                  <a:cubicBezTo>
                    <a:pt x="56871" y="65755"/>
                    <a:pt x="56871" y="67032"/>
                    <a:pt x="56232" y="67670"/>
                  </a:cubicBezTo>
                  <a:cubicBezTo>
                    <a:pt x="56232" y="68309"/>
                    <a:pt x="55593" y="68947"/>
                    <a:pt x="54954" y="69586"/>
                  </a:cubicBezTo>
                  <a:cubicBezTo>
                    <a:pt x="54314" y="70224"/>
                    <a:pt x="53676" y="70862"/>
                    <a:pt x="53037" y="70862"/>
                  </a:cubicBezTo>
                  <a:cubicBezTo>
                    <a:pt x="52398" y="71501"/>
                    <a:pt x="51759" y="71501"/>
                    <a:pt x="50481" y="71501"/>
                  </a:cubicBezTo>
                  <a:cubicBezTo>
                    <a:pt x="48564" y="71501"/>
                    <a:pt x="47286" y="70862"/>
                    <a:pt x="46008" y="69586"/>
                  </a:cubicBezTo>
                  <a:cubicBezTo>
                    <a:pt x="45369" y="68947"/>
                    <a:pt x="44730" y="68309"/>
                    <a:pt x="44730" y="67670"/>
                  </a:cubicBezTo>
                  <a:cubicBezTo>
                    <a:pt x="44091" y="66394"/>
                    <a:pt x="44091" y="65755"/>
                    <a:pt x="44091" y="65117"/>
                  </a:cubicBezTo>
                  <a:lnTo>
                    <a:pt x="44091" y="65117"/>
                  </a:lnTo>
                  <a:close/>
                  <a:moveTo>
                    <a:pt x="56232" y="38942"/>
                  </a:moveTo>
                  <a:cubicBezTo>
                    <a:pt x="55593" y="39581"/>
                    <a:pt x="55593" y="40219"/>
                    <a:pt x="54954" y="40858"/>
                  </a:cubicBezTo>
                  <a:cubicBezTo>
                    <a:pt x="53676" y="42134"/>
                    <a:pt x="52398" y="42773"/>
                    <a:pt x="50481" y="42773"/>
                  </a:cubicBezTo>
                  <a:cubicBezTo>
                    <a:pt x="49842" y="42773"/>
                    <a:pt x="48564" y="42773"/>
                    <a:pt x="47925" y="42134"/>
                  </a:cubicBezTo>
                  <a:cubicBezTo>
                    <a:pt x="47286" y="42134"/>
                    <a:pt x="46647" y="41496"/>
                    <a:pt x="46008" y="40858"/>
                  </a:cubicBezTo>
                  <a:cubicBezTo>
                    <a:pt x="44730" y="39581"/>
                    <a:pt x="44091" y="38304"/>
                    <a:pt x="44091" y="36389"/>
                  </a:cubicBezTo>
                  <a:cubicBezTo>
                    <a:pt x="44091" y="34474"/>
                    <a:pt x="44730" y="33197"/>
                    <a:pt x="46008" y="31920"/>
                  </a:cubicBezTo>
                  <a:lnTo>
                    <a:pt x="46647" y="31282"/>
                  </a:lnTo>
                  <a:cubicBezTo>
                    <a:pt x="47286" y="30643"/>
                    <a:pt x="47925" y="30643"/>
                    <a:pt x="49203" y="30643"/>
                  </a:cubicBezTo>
                  <a:cubicBezTo>
                    <a:pt x="51119" y="30005"/>
                    <a:pt x="53676" y="30643"/>
                    <a:pt x="54954" y="32558"/>
                  </a:cubicBezTo>
                  <a:cubicBezTo>
                    <a:pt x="56232" y="33835"/>
                    <a:pt x="56871" y="35112"/>
                    <a:pt x="56871" y="37027"/>
                  </a:cubicBezTo>
                  <a:cubicBezTo>
                    <a:pt x="56871" y="37027"/>
                    <a:pt x="56871" y="38304"/>
                    <a:pt x="56232" y="38942"/>
                  </a:cubicBezTo>
                  <a:lnTo>
                    <a:pt x="56232" y="38942"/>
                  </a:lnTo>
                  <a:close/>
                  <a:moveTo>
                    <a:pt x="84986" y="67670"/>
                  </a:moveTo>
                  <a:cubicBezTo>
                    <a:pt x="84986" y="68309"/>
                    <a:pt x="84347" y="68947"/>
                    <a:pt x="83708" y="69586"/>
                  </a:cubicBezTo>
                  <a:cubicBezTo>
                    <a:pt x="81791" y="71501"/>
                    <a:pt x="79235" y="72139"/>
                    <a:pt x="76679" y="70862"/>
                  </a:cubicBezTo>
                  <a:cubicBezTo>
                    <a:pt x="76040" y="70862"/>
                    <a:pt x="75401" y="70224"/>
                    <a:pt x="74762" y="69586"/>
                  </a:cubicBezTo>
                  <a:cubicBezTo>
                    <a:pt x="74123" y="68947"/>
                    <a:pt x="73484" y="68309"/>
                    <a:pt x="73484" y="67670"/>
                  </a:cubicBezTo>
                  <a:cubicBezTo>
                    <a:pt x="72845" y="67032"/>
                    <a:pt x="72845" y="66394"/>
                    <a:pt x="72845" y="65117"/>
                  </a:cubicBezTo>
                  <a:cubicBezTo>
                    <a:pt x="72845" y="64478"/>
                    <a:pt x="72845" y="64478"/>
                    <a:pt x="72845" y="63840"/>
                  </a:cubicBezTo>
                  <a:cubicBezTo>
                    <a:pt x="72845" y="63202"/>
                    <a:pt x="72845" y="63202"/>
                    <a:pt x="73484" y="62563"/>
                  </a:cubicBezTo>
                  <a:cubicBezTo>
                    <a:pt x="73484" y="61925"/>
                    <a:pt x="74123" y="61286"/>
                    <a:pt x="74762" y="60648"/>
                  </a:cubicBezTo>
                  <a:cubicBezTo>
                    <a:pt x="76679" y="58733"/>
                    <a:pt x="79235" y="58094"/>
                    <a:pt x="81791" y="59371"/>
                  </a:cubicBezTo>
                  <a:cubicBezTo>
                    <a:pt x="82430" y="59371"/>
                    <a:pt x="83069" y="60010"/>
                    <a:pt x="83708" y="60648"/>
                  </a:cubicBezTo>
                  <a:cubicBezTo>
                    <a:pt x="84986" y="61925"/>
                    <a:pt x="85625" y="63202"/>
                    <a:pt x="85625" y="65117"/>
                  </a:cubicBezTo>
                  <a:cubicBezTo>
                    <a:pt x="85625" y="65755"/>
                    <a:pt x="85625" y="67032"/>
                    <a:pt x="84986" y="67670"/>
                  </a:cubicBezTo>
                  <a:lnTo>
                    <a:pt x="84986" y="67670"/>
                  </a:lnTo>
                  <a:close/>
                  <a:moveTo>
                    <a:pt x="84986" y="38942"/>
                  </a:moveTo>
                  <a:cubicBezTo>
                    <a:pt x="84347" y="40858"/>
                    <a:pt x="83069" y="41496"/>
                    <a:pt x="81791" y="42134"/>
                  </a:cubicBezTo>
                  <a:cubicBezTo>
                    <a:pt x="80513" y="42773"/>
                    <a:pt x="78596" y="42773"/>
                    <a:pt x="76679" y="42134"/>
                  </a:cubicBezTo>
                  <a:cubicBezTo>
                    <a:pt x="76040" y="42134"/>
                    <a:pt x="75401" y="41496"/>
                    <a:pt x="74762" y="40858"/>
                  </a:cubicBezTo>
                  <a:cubicBezTo>
                    <a:pt x="74123" y="40219"/>
                    <a:pt x="73484" y="39581"/>
                    <a:pt x="73484" y="38942"/>
                  </a:cubicBezTo>
                  <a:cubicBezTo>
                    <a:pt x="72845" y="38304"/>
                    <a:pt x="72845" y="37666"/>
                    <a:pt x="72845" y="36389"/>
                  </a:cubicBezTo>
                  <a:cubicBezTo>
                    <a:pt x="72845" y="34474"/>
                    <a:pt x="73484" y="33197"/>
                    <a:pt x="74762" y="31920"/>
                  </a:cubicBezTo>
                  <a:cubicBezTo>
                    <a:pt x="74762" y="31920"/>
                    <a:pt x="75401" y="31282"/>
                    <a:pt x="76040" y="31282"/>
                  </a:cubicBezTo>
                  <a:cubicBezTo>
                    <a:pt x="76679" y="31282"/>
                    <a:pt x="76679" y="30643"/>
                    <a:pt x="77318" y="30643"/>
                  </a:cubicBezTo>
                  <a:cubicBezTo>
                    <a:pt x="77957" y="30643"/>
                    <a:pt x="77957" y="30643"/>
                    <a:pt x="78596" y="30005"/>
                  </a:cubicBezTo>
                  <a:cubicBezTo>
                    <a:pt x="79874" y="30005"/>
                    <a:pt x="81152" y="30005"/>
                    <a:pt x="82430" y="30643"/>
                  </a:cubicBezTo>
                  <a:cubicBezTo>
                    <a:pt x="84986" y="31920"/>
                    <a:pt x="86264" y="33835"/>
                    <a:pt x="86264" y="36389"/>
                  </a:cubicBezTo>
                  <a:cubicBezTo>
                    <a:pt x="85625" y="37027"/>
                    <a:pt x="85625" y="38304"/>
                    <a:pt x="84986" y="38942"/>
                  </a:cubicBezTo>
                  <a:lnTo>
                    <a:pt x="84986" y="38942"/>
                  </a:lnTo>
                  <a:close/>
                  <a:moveTo>
                    <a:pt x="113741" y="67670"/>
                  </a:moveTo>
                  <a:cubicBezTo>
                    <a:pt x="113741" y="68309"/>
                    <a:pt x="113102" y="68947"/>
                    <a:pt x="112463" y="69586"/>
                  </a:cubicBezTo>
                  <a:cubicBezTo>
                    <a:pt x="111824" y="70224"/>
                    <a:pt x="111185" y="70862"/>
                    <a:pt x="110546" y="70862"/>
                  </a:cubicBezTo>
                  <a:cubicBezTo>
                    <a:pt x="107990" y="72139"/>
                    <a:pt x="105434" y="71501"/>
                    <a:pt x="103517" y="69586"/>
                  </a:cubicBezTo>
                  <a:cubicBezTo>
                    <a:pt x="102878" y="68947"/>
                    <a:pt x="102239" y="68309"/>
                    <a:pt x="102239" y="67670"/>
                  </a:cubicBezTo>
                  <a:cubicBezTo>
                    <a:pt x="101600" y="67032"/>
                    <a:pt x="101600" y="66394"/>
                    <a:pt x="101600" y="65117"/>
                  </a:cubicBezTo>
                  <a:cubicBezTo>
                    <a:pt x="101600" y="61286"/>
                    <a:pt x="104156" y="58733"/>
                    <a:pt x="107990" y="58733"/>
                  </a:cubicBezTo>
                  <a:cubicBezTo>
                    <a:pt x="111824" y="58733"/>
                    <a:pt x="114380" y="61286"/>
                    <a:pt x="114380" y="65117"/>
                  </a:cubicBezTo>
                  <a:cubicBezTo>
                    <a:pt x="114380" y="65755"/>
                    <a:pt x="114380" y="67032"/>
                    <a:pt x="113741" y="67670"/>
                  </a:cubicBezTo>
                  <a:lnTo>
                    <a:pt x="113741" y="67670"/>
                  </a:lnTo>
                  <a:close/>
                  <a:moveTo>
                    <a:pt x="113741" y="38942"/>
                  </a:moveTo>
                  <a:cubicBezTo>
                    <a:pt x="113102" y="39581"/>
                    <a:pt x="113102" y="40219"/>
                    <a:pt x="112463" y="40858"/>
                  </a:cubicBezTo>
                  <a:cubicBezTo>
                    <a:pt x="111824" y="41496"/>
                    <a:pt x="111185" y="42134"/>
                    <a:pt x="110546" y="42134"/>
                  </a:cubicBezTo>
                  <a:cubicBezTo>
                    <a:pt x="109268" y="42773"/>
                    <a:pt x="107351" y="42773"/>
                    <a:pt x="105434" y="42134"/>
                  </a:cubicBezTo>
                  <a:cubicBezTo>
                    <a:pt x="103517" y="41496"/>
                    <a:pt x="102878" y="40219"/>
                    <a:pt x="102239" y="38942"/>
                  </a:cubicBezTo>
                  <a:cubicBezTo>
                    <a:pt x="101600" y="38304"/>
                    <a:pt x="101600" y="37666"/>
                    <a:pt x="101600" y="36389"/>
                  </a:cubicBezTo>
                  <a:cubicBezTo>
                    <a:pt x="101600" y="34474"/>
                    <a:pt x="102239" y="33197"/>
                    <a:pt x="103517" y="31920"/>
                  </a:cubicBezTo>
                  <a:cubicBezTo>
                    <a:pt x="103517" y="31920"/>
                    <a:pt x="104156" y="31282"/>
                    <a:pt x="104795" y="31282"/>
                  </a:cubicBezTo>
                  <a:cubicBezTo>
                    <a:pt x="105434" y="31282"/>
                    <a:pt x="105434" y="30643"/>
                    <a:pt x="106073" y="30643"/>
                  </a:cubicBezTo>
                  <a:cubicBezTo>
                    <a:pt x="106712" y="30643"/>
                    <a:pt x="106712" y="30005"/>
                    <a:pt x="107351" y="30005"/>
                  </a:cubicBezTo>
                  <a:cubicBezTo>
                    <a:pt x="109268" y="29366"/>
                    <a:pt x="111824" y="30005"/>
                    <a:pt x="113102" y="31920"/>
                  </a:cubicBezTo>
                  <a:cubicBezTo>
                    <a:pt x="114380" y="33197"/>
                    <a:pt x="115019" y="34474"/>
                    <a:pt x="115019" y="36389"/>
                  </a:cubicBezTo>
                  <a:cubicBezTo>
                    <a:pt x="114380" y="37027"/>
                    <a:pt x="114380" y="38304"/>
                    <a:pt x="113741" y="38942"/>
                  </a:cubicBezTo>
                  <a:lnTo>
                    <a:pt x="113741" y="38942"/>
                  </a:lnTo>
                  <a:close/>
                  <a:moveTo>
                    <a:pt x="132272" y="31920"/>
                  </a:moveTo>
                  <a:cubicBezTo>
                    <a:pt x="132272" y="31920"/>
                    <a:pt x="132911" y="31282"/>
                    <a:pt x="132911" y="31282"/>
                  </a:cubicBezTo>
                  <a:cubicBezTo>
                    <a:pt x="133550" y="31282"/>
                    <a:pt x="133550" y="30643"/>
                    <a:pt x="134189" y="30643"/>
                  </a:cubicBezTo>
                  <a:cubicBezTo>
                    <a:pt x="134828" y="30643"/>
                    <a:pt x="134828" y="30005"/>
                    <a:pt x="135467" y="30005"/>
                  </a:cubicBezTo>
                  <a:cubicBezTo>
                    <a:pt x="138662" y="29366"/>
                    <a:pt x="142496" y="31282"/>
                    <a:pt x="143135" y="35112"/>
                  </a:cubicBezTo>
                  <a:cubicBezTo>
                    <a:pt x="143135" y="35750"/>
                    <a:pt x="143135" y="35750"/>
                    <a:pt x="143135" y="36389"/>
                  </a:cubicBezTo>
                  <a:cubicBezTo>
                    <a:pt x="143135" y="37027"/>
                    <a:pt x="143135" y="38304"/>
                    <a:pt x="142496" y="38942"/>
                  </a:cubicBezTo>
                  <a:cubicBezTo>
                    <a:pt x="141857" y="39581"/>
                    <a:pt x="141857" y="40219"/>
                    <a:pt x="141218" y="40858"/>
                  </a:cubicBezTo>
                  <a:cubicBezTo>
                    <a:pt x="140579" y="41496"/>
                    <a:pt x="139940" y="42134"/>
                    <a:pt x="139301" y="42134"/>
                  </a:cubicBezTo>
                  <a:cubicBezTo>
                    <a:pt x="138662" y="42773"/>
                    <a:pt x="137384" y="42773"/>
                    <a:pt x="136745" y="42773"/>
                  </a:cubicBezTo>
                  <a:cubicBezTo>
                    <a:pt x="132911" y="42773"/>
                    <a:pt x="130355" y="40219"/>
                    <a:pt x="130355" y="36389"/>
                  </a:cubicBezTo>
                  <a:cubicBezTo>
                    <a:pt x="130355" y="34474"/>
                    <a:pt x="130994" y="33197"/>
                    <a:pt x="132272" y="31920"/>
                  </a:cubicBezTo>
                  <a:lnTo>
                    <a:pt x="132272" y="31920"/>
                  </a:lnTo>
                  <a:close/>
                  <a:moveTo>
                    <a:pt x="132272" y="60648"/>
                  </a:moveTo>
                  <a:cubicBezTo>
                    <a:pt x="134828" y="58094"/>
                    <a:pt x="138662" y="58094"/>
                    <a:pt x="141218" y="60648"/>
                  </a:cubicBezTo>
                  <a:cubicBezTo>
                    <a:pt x="142496" y="61925"/>
                    <a:pt x="143135" y="63202"/>
                    <a:pt x="143135" y="65117"/>
                  </a:cubicBezTo>
                  <a:cubicBezTo>
                    <a:pt x="143135" y="65755"/>
                    <a:pt x="143135" y="67032"/>
                    <a:pt x="142496" y="67670"/>
                  </a:cubicBezTo>
                  <a:cubicBezTo>
                    <a:pt x="141857" y="68309"/>
                    <a:pt x="141857" y="68947"/>
                    <a:pt x="141218" y="69586"/>
                  </a:cubicBezTo>
                  <a:cubicBezTo>
                    <a:pt x="139940" y="70862"/>
                    <a:pt x="138662" y="71501"/>
                    <a:pt x="136745" y="71501"/>
                  </a:cubicBezTo>
                  <a:cubicBezTo>
                    <a:pt x="134828" y="71501"/>
                    <a:pt x="133550" y="70862"/>
                    <a:pt x="132272" y="69586"/>
                  </a:cubicBezTo>
                  <a:cubicBezTo>
                    <a:pt x="131633" y="68947"/>
                    <a:pt x="130994" y="68309"/>
                    <a:pt x="130994" y="67670"/>
                  </a:cubicBezTo>
                  <a:cubicBezTo>
                    <a:pt x="130355" y="67032"/>
                    <a:pt x="130355" y="66394"/>
                    <a:pt x="130355" y="65117"/>
                  </a:cubicBezTo>
                  <a:cubicBezTo>
                    <a:pt x="130355" y="63202"/>
                    <a:pt x="130994" y="61925"/>
                    <a:pt x="132272" y="60648"/>
                  </a:cubicBezTo>
                  <a:lnTo>
                    <a:pt x="132272" y="60648"/>
                  </a:lnTo>
                  <a:close/>
                  <a:moveTo>
                    <a:pt x="142496" y="124488"/>
                  </a:moveTo>
                  <a:cubicBezTo>
                    <a:pt x="141857" y="125126"/>
                    <a:pt x="141857" y="125765"/>
                    <a:pt x="141218" y="126403"/>
                  </a:cubicBezTo>
                  <a:cubicBezTo>
                    <a:pt x="139301" y="128318"/>
                    <a:pt x="136745" y="128957"/>
                    <a:pt x="134189" y="127680"/>
                  </a:cubicBezTo>
                  <a:cubicBezTo>
                    <a:pt x="132911" y="127041"/>
                    <a:pt x="131633" y="125765"/>
                    <a:pt x="130994" y="124488"/>
                  </a:cubicBezTo>
                  <a:cubicBezTo>
                    <a:pt x="130355" y="123849"/>
                    <a:pt x="130355" y="123211"/>
                    <a:pt x="130355" y="121934"/>
                  </a:cubicBezTo>
                  <a:cubicBezTo>
                    <a:pt x="130355" y="121296"/>
                    <a:pt x="130355" y="120019"/>
                    <a:pt x="130994" y="119381"/>
                  </a:cubicBezTo>
                  <a:cubicBezTo>
                    <a:pt x="130994" y="118742"/>
                    <a:pt x="131633" y="118104"/>
                    <a:pt x="132272" y="117465"/>
                  </a:cubicBezTo>
                  <a:cubicBezTo>
                    <a:pt x="134828" y="114912"/>
                    <a:pt x="138662" y="114912"/>
                    <a:pt x="141218" y="117465"/>
                  </a:cubicBezTo>
                  <a:cubicBezTo>
                    <a:pt x="141857" y="118104"/>
                    <a:pt x="142496" y="118742"/>
                    <a:pt x="142496" y="119381"/>
                  </a:cubicBezTo>
                  <a:cubicBezTo>
                    <a:pt x="142496" y="120019"/>
                    <a:pt x="143135" y="121296"/>
                    <a:pt x="143135" y="121934"/>
                  </a:cubicBezTo>
                  <a:cubicBezTo>
                    <a:pt x="143135" y="123211"/>
                    <a:pt x="142496" y="123849"/>
                    <a:pt x="142496" y="124488"/>
                  </a:cubicBezTo>
                  <a:lnTo>
                    <a:pt x="142496" y="124488"/>
                  </a:lnTo>
                  <a:close/>
                  <a:moveTo>
                    <a:pt x="141218" y="98313"/>
                  </a:moveTo>
                  <a:cubicBezTo>
                    <a:pt x="139940" y="99590"/>
                    <a:pt x="138662" y="100229"/>
                    <a:pt x="136745" y="100229"/>
                  </a:cubicBezTo>
                  <a:cubicBezTo>
                    <a:pt x="134828" y="100229"/>
                    <a:pt x="133550" y="99590"/>
                    <a:pt x="132272" y="98313"/>
                  </a:cubicBezTo>
                  <a:cubicBezTo>
                    <a:pt x="130994" y="97037"/>
                    <a:pt x="130355" y="95760"/>
                    <a:pt x="130355" y="93845"/>
                  </a:cubicBezTo>
                  <a:cubicBezTo>
                    <a:pt x="130355" y="91930"/>
                    <a:pt x="130994" y="90653"/>
                    <a:pt x="132272" y="89376"/>
                  </a:cubicBezTo>
                  <a:cubicBezTo>
                    <a:pt x="134828" y="86822"/>
                    <a:pt x="138662" y="86822"/>
                    <a:pt x="141218" y="89376"/>
                  </a:cubicBezTo>
                  <a:cubicBezTo>
                    <a:pt x="142496" y="90653"/>
                    <a:pt x="143135" y="91930"/>
                    <a:pt x="143135" y="93845"/>
                  </a:cubicBezTo>
                  <a:cubicBezTo>
                    <a:pt x="143135" y="95121"/>
                    <a:pt x="142496" y="97037"/>
                    <a:pt x="141218" y="98313"/>
                  </a:cubicBezTo>
                  <a:lnTo>
                    <a:pt x="141218" y="98313"/>
                  </a:lnTo>
                  <a:close/>
                  <a:moveTo>
                    <a:pt x="160387" y="31920"/>
                  </a:moveTo>
                  <a:lnTo>
                    <a:pt x="161027" y="31282"/>
                  </a:lnTo>
                  <a:cubicBezTo>
                    <a:pt x="161666" y="31282"/>
                    <a:pt x="161666" y="30643"/>
                    <a:pt x="162305" y="30643"/>
                  </a:cubicBezTo>
                  <a:lnTo>
                    <a:pt x="163582" y="30005"/>
                  </a:lnTo>
                  <a:cubicBezTo>
                    <a:pt x="164861" y="30005"/>
                    <a:pt x="166138" y="30005"/>
                    <a:pt x="167416" y="30643"/>
                  </a:cubicBezTo>
                  <a:cubicBezTo>
                    <a:pt x="170611" y="31920"/>
                    <a:pt x="171889" y="35750"/>
                    <a:pt x="170611" y="38942"/>
                  </a:cubicBezTo>
                  <a:cubicBezTo>
                    <a:pt x="169972" y="39581"/>
                    <a:pt x="169972" y="40219"/>
                    <a:pt x="169333" y="40858"/>
                  </a:cubicBezTo>
                  <a:cubicBezTo>
                    <a:pt x="168055" y="42134"/>
                    <a:pt x="166777" y="42773"/>
                    <a:pt x="164861" y="42773"/>
                  </a:cubicBezTo>
                  <a:cubicBezTo>
                    <a:pt x="164221" y="42773"/>
                    <a:pt x="162943" y="42773"/>
                    <a:pt x="162305" y="42134"/>
                  </a:cubicBezTo>
                  <a:cubicBezTo>
                    <a:pt x="161666" y="42134"/>
                    <a:pt x="161027" y="41496"/>
                    <a:pt x="160387" y="40858"/>
                  </a:cubicBezTo>
                  <a:cubicBezTo>
                    <a:pt x="159748" y="40219"/>
                    <a:pt x="159110" y="39581"/>
                    <a:pt x="159110" y="38942"/>
                  </a:cubicBezTo>
                  <a:cubicBezTo>
                    <a:pt x="158471" y="36389"/>
                    <a:pt x="159110" y="33835"/>
                    <a:pt x="160387" y="31920"/>
                  </a:cubicBezTo>
                  <a:lnTo>
                    <a:pt x="160387" y="31920"/>
                  </a:lnTo>
                  <a:close/>
                  <a:moveTo>
                    <a:pt x="160387" y="60648"/>
                  </a:moveTo>
                  <a:cubicBezTo>
                    <a:pt x="162943" y="58094"/>
                    <a:pt x="166777" y="58094"/>
                    <a:pt x="169333" y="60648"/>
                  </a:cubicBezTo>
                  <a:cubicBezTo>
                    <a:pt x="170611" y="61925"/>
                    <a:pt x="171250" y="63202"/>
                    <a:pt x="171250" y="65117"/>
                  </a:cubicBezTo>
                  <a:cubicBezTo>
                    <a:pt x="171250" y="65755"/>
                    <a:pt x="171250" y="67032"/>
                    <a:pt x="170611" y="67670"/>
                  </a:cubicBezTo>
                  <a:cubicBezTo>
                    <a:pt x="170611" y="68309"/>
                    <a:pt x="169972" y="68947"/>
                    <a:pt x="169333" y="69586"/>
                  </a:cubicBezTo>
                  <a:cubicBezTo>
                    <a:pt x="168055" y="70862"/>
                    <a:pt x="166777" y="71501"/>
                    <a:pt x="164861" y="71501"/>
                  </a:cubicBezTo>
                  <a:cubicBezTo>
                    <a:pt x="162943" y="71501"/>
                    <a:pt x="161666" y="70862"/>
                    <a:pt x="160387" y="69586"/>
                  </a:cubicBezTo>
                  <a:cubicBezTo>
                    <a:pt x="159748" y="68947"/>
                    <a:pt x="159110" y="68309"/>
                    <a:pt x="159110" y="67670"/>
                  </a:cubicBezTo>
                  <a:cubicBezTo>
                    <a:pt x="158471" y="67032"/>
                    <a:pt x="158471" y="66394"/>
                    <a:pt x="158471" y="65117"/>
                  </a:cubicBezTo>
                  <a:cubicBezTo>
                    <a:pt x="159110" y="63202"/>
                    <a:pt x="159748" y="61925"/>
                    <a:pt x="160387" y="60648"/>
                  </a:cubicBezTo>
                  <a:lnTo>
                    <a:pt x="160387" y="60648"/>
                  </a:lnTo>
                  <a:close/>
                  <a:moveTo>
                    <a:pt x="171889" y="93845"/>
                  </a:moveTo>
                  <a:cubicBezTo>
                    <a:pt x="171889" y="97675"/>
                    <a:pt x="169333" y="100229"/>
                    <a:pt x="165500" y="100229"/>
                  </a:cubicBezTo>
                  <a:cubicBezTo>
                    <a:pt x="163582" y="100229"/>
                    <a:pt x="162305" y="99590"/>
                    <a:pt x="161027" y="98313"/>
                  </a:cubicBezTo>
                  <a:cubicBezTo>
                    <a:pt x="159110" y="96398"/>
                    <a:pt x="158471" y="93845"/>
                    <a:pt x="159748" y="91291"/>
                  </a:cubicBezTo>
                  <a:cubicBezTo>
                    <a:pt x="159748" y="90653"/>
                    <a:pt x="160387" y="90014"/>
                    <a:pt x="161027" y="89376"/>
                  </a:cubicBezTo>
                  <a:cubicBezTo>
                    <a:pt x="163582" y="86822"/>
                    <a:pt x="167416" y="86822"/>
                    <a:pt x="169972" y="89376"/>
                  </a:cubicBezTo>
                  <a:cubicBezTo>
                    <a:pt x="171250" y="90653"/>
                    <a:pt x="171889" y="91930"/>
                    <a:pt x="171889" y="93845"/>
                  </a:cubicBezTo>
                  <a:lnTo>
                    <a:pt x="171889" y="93845"/>
                  </a:lnTo>
                  <a:close/>
                  <a:moveTo>
                    <a:pt x="159110" y="120019"/>
                  </a:moveTo>
                  <a:cubicBezTo>
                    <a:pt x="160387" y="116827"/>
                    <a:pt x="164221" y="115550"/>
                    <a:pt x="167416" y="116827"/>
                  </a:cubicBezTo>
                  <a:cubicBezTo>
                    <a:pt x="168055" y="117465"/>
                    <a:pt x="168695" y="117465"/>
                    <a:pt x="169333" y="118104"/>
                  </a:cubicBezTo>
                  <a:cubicBezTo>
                    <a:pt x="169972" y="118742"/>
                    <a:pt x="170611" y="119381"/>
                    <a:pt x="170611" y="120019"/>
                  </a:cubicBezTo>
                  <a:cubicBezTo>
                    <a:pt x="170611" y="120657"/>
                    <a:pt x="171250" y="121934"/>
                    <a:pt x="171250" y="122573"/>
                  </a:cubicBezTo>
                  <a:cubicBezTo>
                    <a:pt x="171250" y="126403"/>
                    <a:pt x="168055" y="128957"/>
                    <a:pt x="164861" y="128957"/>
                  </a:cubicBezTo>
                  <a:cubicBezTo>
                    <a:pt x="162943" y="128957"/>
                    <a:pt x="161666" y="128318"/>
                    <a:pt x="160387" y="127041"/>
                  </a:cubicBezTo>
                  <a:cubicBezTo>
                    <a:pt x="159748" y="126403"/>
                    <a:pt x="159110" y="125765"/>
                    <a:pt x="159110" y="125126"/>
                  </a:cubicBezTo>
                  <a:cubicBezTo>
                    <a:pt x="158471" y="124488"/>
                    <a:pt x="158471" y="123849"/>
                    <a:pt x="158471" y="122573"/>
                  </a:cubicBezTo>
                  <a:cubicBezTo>
                    <a:pt x="159110" y="121296"/>
                    <a:pt x="159110" y="120657"/>
                    <a:pt x="159110" y="120019"/>
                  </a:cubicBezTo>
                  <a:lnTo>
                    <a:pt x="159110" y="120019"/>
                  </a:lnTo>
                  <a:close/>
                </a:path>
              </a:pathLst>
            </a:custGeom>
            <a:solidFill>
              <a:srgbClr val="0076A8"/>
            </a:solidFill>
            <a:ln w="6390" cap="flat">
              <a:noFill/>
              <a:prstDash val="solid"/>
              <a:miter/>
            </a:ln>
          </p:spPr>
          <p:txBody>
            <a:bodyPr rtlCol="0" anchor="ctr"/>
            <a:lstStyle/>
            <a:p>
              <a:endParaRPr lang="en-US"/>
            </a:p>
          </p:txBody>
        </p:sp>
        <p:sp>
          <p:nvSpPr>
            <p:cNvPr id="1328" name="Graphic 4">
              <a:extLst>
                <a:ext uri="{FF2B5EF4-FFF2-40B4-BE49-F238E27FC236}">
                  <a16:creationId xmlns:a16="http://schemas.microsoft.com/office/drawing/2014/main" id="{A224004A-FA50-D940-85D0-D1B3FC0CA29B}"/>
                </a:ext>
              </a:extLst>
            </p:cNvPr>
            <p:cNvSpPr/>
            <p:nvPr/>
          </p:nvSpPr>
          <p:spPr>
            <a:xfrm>
              <a:off x="2125932" y="2579929"/>
              <a:ext cx="15974" cy="44687"/>
            </a:xfrm>
            <a:custGeom>
              <a:avLst/>
              <a:gdLst>
                <a:gd name="connsiteX0" fmla="*/ 0 w 15974"/>
                <a:gd name="connsiteY0" fmla="*/ 0 h 44687"/>
                <a:gd name="connsiteX1" fmla="*/ 15975 w 15974"/>
                <a:gd name="connsiteY1" fmla="*/ 0 h 44687"/>
                <a:gd name="connsiteX2" fmla="*/ 15975 w 15974"/>
                <a:gd name="connsiteY2" fmla="*/ 44688 h 44687"/>
                <a:gd name="connsiteX3" fmla="*/ 0 w 15974"/>
                <a:gd name="connsiteY3" fmla="*/ 44688 h 44687"/>
              </a:gdLst>
              <a:ahLst/>
              <a:cxnLst>
                <a:cxn ang="0">
                  <a:pos x="connsiteX0" y="connsiteY0"/>
                </a:cxn>
                <a:cxn ang="0">
                  <a:pos x="connsiteX1" y="connsiteY1"/>
                </a:cxn>
                <a:cxn ang="0">
                  <a:pos x="connsiteX2" y="connsiteY2"/>
                </a:cxn>
                <a:cxn ang="0">
                  <a:pos x="connsiteX3" y="connsiteY3"/>
                </a:cxn>
              </a:cxnLst>
              <a:rect l="l" t="t" r="r" b="b"/>
              <a:pathLst>
                <a:path w="15974" h="44687">
                  <a:moveTo>
                    <a:pt x="0" y="0"/>
                  </a:moveTo>
                  <a:lnTo>
                    <a:pt x="15975" y="0"/>
                  </a:lnTo>
                  <a:lnTo>
                    <a:pt x="15975" y="44688"/>
                  </a:lnTo>
                  <a:lnTo>
                    <a:pt x="0" y="44688"/>
                  </a:lnTo>
                  <a:close/>
                </a:path>
              </a:pathLst>
            </a:custGeom>
            <a:solidFill>
              <a:srgbClr val="0076A8"/>
            </a:solidFill>
            <a:ln w="6390" cap="flat">
              <a:noFill/>
              <a:prstDash val="solid"/>
              <a:miter/>
            </a:ln>
          </p:spPr>
          <p:txBody>
            <a:bodyPr rtlCol="0" anchor="ctr"/>
            <a:lstStyle/>
            <a:p>
              <a:endParaRPr lang="en-US"/>
            </a:p>
          </p:txBody>
        </p:sp>
        <p:sp>
          <p:nvSpPr>
            <p:cNvPr id="1329" name="Graphic 4">
              <a:extLst>
                <a:ext uri="{FF2B5EF4-FFF2-40B4-BE49-F238E27FC236}">
                  <a16:creationId xmlns:a16="http://schemas.microsoft.com/office/drawing/2014/main" id="{5498E474-C781-B447-9292-65F1287C078D}"/>
                </a:ext>
              </a:extLst>
            </p:cNvPr>
            <p:cNvSpPr/>
            <p:nvPr/>
          </p:nvSpPr>
          <p:spPr>
            <a:xfrm>
              <a:off x="1952125" y="237117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88825 w 362313"/>
                <a:gd name="connsiteY6" fmla="*/ 259828 h 361971"/>
                <a:gd name="connsiteX7" fmla="*/ 282435 w 362313"/>
                <a:gd name="connsiteY7" fmla="*/ 266212 h 361971"/>
                <a:gd name="connsiteX8" fmla="*/ 81152 w 362313"/>
                <a:gd name="connsiteY8" fmla="*/ 266212 h 361971"/>
                <a:gd name="connsiteX9" fmla="*/ 74762 w 362313"/>
                <a:gd name="connsiteY9" fmla="*/ 259828 h 361971"/>
                <a:gd name="connsiteX10" fmla="*/ 74762 w 362313"/>
                <a:gd name="connsiteY10" fmla="*/ 116189 h 361971"/>
                <a:gd name="connsiteX11" fmla="*/ 81152 w 362313"/>
                <a:gd name="connsiteY11" fmla="*/ 109805 h 361971"/>
                <a:gd name="connsiteX12" fmla="*/ 118214 w 362313"/>
                <a:gd name="connsiteY12" fmla="*/ 109805 h 361971"/>
                <a:gd name="connsiteX13" fmla="*/ 118214 w 362313"/>
                <a:gd name="connsiteY13" fmla="*/ 102144 h 361971"/>
                <a:gd name="connsiteX14" fmla="*/ 124604 w 362313"/>
                <a:gd name="connsiteY14" fmla="*/ 95760 h 361971"/>
                <a:gd name="connsiteX15" fmla="*/ 239623 w 362313"/>
                <a:gd name="connsiteY15" fmla="*/ 95760 h 361971"/>
                <a:gd name="connsiteX16" fmla="*/ 246013 w 362313"/>
                <a:gd name="connsiteY16" fmla="*/ 102144 h 361971"/>
                <a:gd name="connsiteX17" fmla="*/ 246013 w 362313"/>
                <a:gd name="connsiteY17" fmla="*/ 109805 h 361971"/>
                <a:gd name="connsiteX18" fmla="*/ 282435 w 362313"/>
                <a:gd name="connsiteY18" fmla="*/ 109805 h 361971"/>
                <a:gd name="connsiteX19" fmla="*/ 288825 w 362313"/>
                <a:gd name="connsiteY19" fmla="*/ 116189 h 361971"/>
                <a:gd name="connsiteX20" fmla="*/ 288825 w 362313"/>
                <a:gd name="connsiteY20" fmla="*/ 25982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288825" y="259828"/>
                  </a:moveTo>
                  <a:cubicBezTo>
                    <a:pt x="288825" y="263659"/>
                    <a:pt x="286269" y="266212"/>
                    <a:pt x="282435" y="266212"/>
                  </a:cubicBezTo>
                  <a:lnTo>
                    <a:pt x="81152" y="266212"/>
                  </a:lnTo>
                  <a:cubicBezTo>
                    <a:pt x="77318" y="266212"/>
                    <a:pt x="74762" y="263659"/>
                    <a:pt x="74762" y="259828"/>
                  </a:cubicBezTo>
                  <a:lnTo>
                    <a:pt x="74762" y="116189"/>
                  </a:lnTo>
                  <a:cubicBezTo>
                    <a:pt x="74762" y="112358"/>
                    <a:pt x="77318" y="109805"/>
                    <a:pt x="81152" y="109805"/>
                  </a:cubicBezTo>
                  <a:lnTo>
                    <a:pt x="118214" y="109805"/>
                  </a:lnTo>
                  <a:lnTo>
                    <a:pt x="118214" y="102144"/>
                  </a:lnTo>
                  <a:cubicBezTo>
                    <a:pt x="118214" y="98313"/>
                    <a:pt x="120770" y="95760"/>
                    <a:pt x="124604" y="95760"/>
                  </a:cubicBezTo>
                  <a:lnTo>
                    <a:pt x="239623" y="95760"/>
                  </a:lnTo>
                  <a:cubicBezTo>
                    <a:pt x="243457" y="95760"/>
                    <a:pt x="246013" y="98313"/>
                    <a:pt x="246013" y="102144"/>
                  </a:cubicBezTo>
                  <a:lnTo>
                    <a:pt x="246013" y="109805"/>
                  </a:lnTo>
                  <a:lnTo>
                    <a:pt x="282435" y="109805"/>
                  </a:lnTo>
                  <a:cubicBezTo>
                    <a:pt x="286269" y="109805"/>
                    <a:pt x="288825" y="112358"/>
                    <a:pt x="288825" y="116189"/>
                  </a:cubicBezTo>
                  <a:lnTo>
                    <a:pt x="288825" y="259828"/>
                  </a:lnTo>
                  <a:close/>
                </a:path>
              </a:pathLst>
            </a:custGeom>
            <a:solidFill>
              <a:srgbClr val="0076A8"/>
            </a:solidFill>
            <a:ln w="6390" cap="flat">
              <a:noFill/>
              <a:prstDash val="solid"/>
              <a:miter/>
            </a:ln>
          </p:spPr>
          <p:txBody>
            <a:bodyPr rtlCol="0" anchor="ctr"/>
            <a:lstStyle/>
            <a:p>
              <a:endParaRPr lang="en-US"/>
            </a:p>
          </p:txBody>
        </p:sp>
      </p:grpSp>
      <p:grpSp>
        <p:nvGrpSpPr>
          <p:cNvPr id="1330" name="Graphic 4">
            <a:extLst>
              <a:ext uri="{FF2B5EF4-FFF2-40B4-BE49-F238E27FC236}">
                <a16:creationId xmlns:a16="http://schemas.microsoft.com/office/drawing/2014/main" id="{BF20841D-CDE9-E34F-8FE1-BF1720302D80}"/>
              </a:ext>
            </a:extLst>
          </p:cNvPr>
          <p:cNvGrpSpPr>
            <a:grpSpLocks noChangeAspect="1"/>
          </p:cNvGrpSpPr>
          <p:nvPr/>
        </p:nvGrpSpPr>
        <p:grpSpPr>
          <a:xfrm>
            <a:off x="1952125" y="2855717"/>
            <a:ext cx="362313" cy="361971"/>
            <a:chOff x="1952125" y="2855717"/>
            <a:chExt cx="362313" cy="361971"/>
          </a:xfrm>
          <a:solidFill>
            <a:srgbClr val="0076A8"/>
          </a:solidFill>
        </p:grpSpPr>
        <p:sp>
          <p:nvSpPr>
            <p:cNvPr id="1331" name="Graphic 4">
              <a:extLst>
                <a:ext uri="{FF2B5EF4-FFF2-40B4-BE49-F238E27FC236}">
                  <a16:creationId xmlns:a16="http://schemas.microsoft.com/office/drawing/2014/main" id="{876A1DF8-B516-C84E-A3F2-3E5781898B6F}"/>
                </a:ext>
              </a:extLst>
            </p:cNvPr>
            <p:cNvSpPr/>
            <p:nvPr/>
          </p:nvSpPr>
          <p:spPr>
            <a:xfrm>
              <a:off x="2067144" y="3057451"/>
              <a:ext cx="16613" cy="45326"/>
            </a:xfrm>
            <a:custGeom>
              <a:avLst/>
              <a:gdLst>
                <a:gd name="connsiteX0" fmla="*/ 0 w 16613"/>
                <a:gd name="connsiteY0" fmla="*/ 0 h 45326"/>
                <a:gd name="connsiteX1" fmla="*/ 16614 w 16613"/>
                <a:gd name="connsiteY1" fmla="*/ 0 h 45326"/>
                <a:gd name="connsiteX2" fmla="*/ 16614 w 16613"/>
                <a:gd name="connsiteY2" fmla="*/ 45326 h 45326"/>
                <a:gd name="connsiteX3" fmla="*/ 0 w 16613"/>
                <a:gd name="connsiteY3" fmla="*/ 45326 h 45326"/>
              </a:gdLst>
              <a:ahLst/>
              <a:cxnLst>
                <a:cxn ang="0">
                  <a:pos x="connsiteX0" y="connsiteY0"/>
                </a:cxn>
                <a:cxn ang="0">
                  <a:pos x="connsiteX1" y="connsiteY1"/>
                </a:cxn>
                <a:cxn ang="0">
                  <a:pos x="connsiteX2" y="connsiteY2"/>
                </a:cxn>
                <a:cxn ang="0">
                  <a:pos x="connsiteX3" y="connsiteY3"/>
                </a:cxn>
              </a:cxnLst>
              <a:rect l="l" t="t" r="r" b="b"/>
              <a:pathLst>
                <a:path w="16613" h="45326">
                  <a:moveTo>
                    <a:pt x="0" y="0"/>
                  </a:moveTo>
                  <a:lnTo>
                    <a:pt x="16614" y="0"/>
                  </a:lnTo>
                  <a:lnTo>
                    <a:pt x="16614" y="45326"/>
                  </a:lnTo>
                  <a:lnTo>
                    <a:pt x="0" y="45326"/>
                  </a:lnTo>
                  <a:close/>
                </a:path>
              </a:pathLst>
            </a:custGeom>
            <a:solidFill>
              <a:srgbClr val="0076A8"/>
            </a:solidFill>
            <a:ln w="6390" cap="flat">
              <a:noFill/>
              <a:prstDash val="solid"/>
              <a:miter/>
            </a:ln>
          </p:spPr>
          <p:txBody>
            <a:bodyPr rtlCol="0" anchor="ctr"/>
            <a:lstStyle/>
            <a:p>
              <a:endParaRPr lang="en-US"/>
            </a:p>
          </p:txBody>
        </p:sp>
        <p:sp>
          <p:nvSpPr>
            <p:cNvPr id="1332" name="Graphic 4">
              <a:extLst>
                <a:ext uri="{FF2B5EF4-FFF2-40B4-BE49-F238E27FC236}">
                  <a16:creationId xmlns:a16="http://schemas.microsoft.com/office/drawing/2014/main" id="{A3E14496-7511-574D-853F-E86D6E49BAD5}"/>
                </a:ext>
              </a:extLst>
            </p:cNvPr>
            <p:cNvSpPr/>
            <p:nvPr/>
          </p:nvSpPr>
          <p:spPr>
            <a:xfrm>
              <a:off x="2038389" y="2969991"/>
              <a:ext cx="191698" cy="132786"/>
            </a:xfrm>
            <a:custGeom>
              <a:avLst/>
              <a:gdLst>
                <a:gd name="connsiteX0" fmla="*/ 0 w 191698"/>
                <a:gd name="connsiteY0" fmla="*/ 132787 h 132786"/>
                <a:gd name="connsiteX1" fmla="*/ 16614 w 191698"/>
                <a:gd name="connsiteY1" fmla="*/ 132787 h 132786"/>
                <a:gd name="connsiteX2" fmla="*/ 16614 w 191698"/>
                <a:gd name="connsiteY2" fmla="*/ 81076 h 132786"/>
                <a:gd name="connsiteX3" fmla="*/ 23004 w 191698"/>
                <a:gd name="connsiteY3" fmla="*/ 74692 h 132786"/>
                <a:gd name="connsiteX4" fmla="*/ 52398 w 191698"/>
                <a:gd name="connsiteY4" fmla="*/ 74692 h 132786"/>
                <a:gd name="connsiteX5" fmla="*/ 58788 w 191698"/>
                <a:gd name="connsiteY5" fmla="*/ 81076 h 132786"/>
                <a:gd name="connsiteX6" fmla="*/ 58788 w 191698"/>
                <a:gd name="connsiteY6" fmla="*/ 132787 h 132786"/>
                <a:gd name="connsiteX7" fmla="*/ 191698 w 191698"/>
                <a:gd name="connsiteY7" fmla="*/ 132787 h 132786"/>
                <a:gd name="connsiteX8" fmla="*/ 191698 w 191698"/>
                <a:gd name="connsiteY8" fmla="*/ 0 h 132786"/>
                <a:gd name="connsiteX9" fmla="*/ 0 w 191698"/>
                <a:gd name="connsiteY9" fmla="*/ 0 h 132786"/>
                <a:gd name="connsiteX10" fmla="*/ 0 w 191698"/>
                <a:gd name="connsiteY10" fmla="*/ 132787 h 132786"/>
                <a:gd name="connsiteX11" fmla="*/ 164221 w 191698"/>
                <a:gd name="connsiteY11" fmla="*/ 17875 h 132786"/>
                <a:gd name="connsiteX12" fmla="*/ 166138 w 191698"/>
                <a:gd name="connsiteY12" fmla="*/ 16598 h 132786"/>
                <a:gd name="connsiteX13" fmla="*/ 167416 w 191698"/>
                <a:gd name="connsiteY13" fmla="*/ 15960 h 132786"/>
                <a:gd name="connsiteX14" fmla="*/ 171250 w 191698"/>
                <a:gd name="connsiteY14" fmla="*/ 16598 h 132786"/>
                <a:gd name="connsiteX15" fmla="*/ 173167 w 191698"/>
                <a:gd name="connsiteY15" fmla="*/ 17875 h 132786"/>
                <a:gd name="connsiteX16" fmla="*/ 175084 w 191698"/>
                <a:gd name="connsiteY16" fmla="*/ 22344 h 132786"/>
                <a:gd name="connsiteX17" fmla="*/ 168694 w 191698"/>
                <a:gd name="connsiteY17" fmla="*/ 28728 h 132786"/>
                <a:gd name="connsiteX18" fmla="*/ 166138 w 191698"/>
                <a:gd name="connsiteY18" fmla="*/ 28089 h 132786"/>
                <a:gd name="connsiteX19" fmla="*/ 164221 w 191698"/>
                <a:gd name="connsiteY19" fmla="*/ 26813 h 132786"/>
                <a:gd name="connsiteX20" fmla="*/ 162304 w 191698"/>
                <a:gd name="connsiteY20" fmla="*/ 22344 h 132786"/>
                <a:gd name="connsiteX21" fmla="*/ 164221 w 191698"/>
                <a:gd name="connsiteY21" fmla="*/ 17875 h 132786"/>
                <a:gd name="connsiteX22" fmla="*/ 164221 w 191698"/>
                <a:gd name="connsiteY22" fmla="*/ 17875 h 132786"/>
                <a:gd name="connsiteX23" fmla="*/ 164221 w 191698"/>
                <a:gd name="connsiteY23" fmla="*/ 47241 h 132786"/>
                <a:gd name="connsiteX24" fmla="*/ 169972 w 191698"/>
                <a:gd name="connsiteY24" fmla="*/ 45326 h 132786"/>
                <a:gd name="connsiteX25" fmla="*/ 171250 w 191698"/>
                <a:gd name="connsiteY25" fmla="*/ 45965 h 132786"/>
                <a:gd name="connsiteX26" fmla="*/ 172528 w 191698"/>
                <a:gd name="connsiteY26" fmla="*/ 46603 h 132786"/>
                <a:gd name="connsiteX27" fmla="*/ 173167 w 191698"/>
                <a:gd name="connsiteY27" fmla="*/ 47241 h 132786"/>
                <a:gd name="connsiteX28" fmla="*/ 174445 w 191698"/>
                <a:gd name="connsiteY28" fmla="*/ 49157 h 132786"/>
                <a:gd name="connsiteX29" fmla="*/ 174445 w 191698"/>
                <a:gd name="connsiteY29" fmla="*/ 50433 h 132786"/>
                <a:gd name="connsiteX30" fmla="*/ 174445 w 191698"/>
                <a:gd name="connsiteY30" fmla="*/ 51710 h 132786"/>
                <a:gd name="connsiteX31" fmla="*/ 172528 w 191698"/>
                <a:gd name="connsiteY31" fmla="*/ 56179 h 132786"/>
                <a:gd name="connsiteX32" fmla="*/ 170611 w 191698"/>
                <a:gd name="connsiteY32" fmla="*/ 57456 h 132786"/>
                <a:gd name="connsiteX33" fmla="*/ 163582 w 191698"/>
                <a:gd name="connsiteY33" fmla="*/ 56179 h 132786"/>
                <a:gd name="connsiteX34" fmla="*/ 161665 w 191698"/>
                <a:gd name="connsiteY34" fmla="*/ 51710 h 132786"/>
                <a:gd name="connsiteX35" fmla="*/ 164221 w 191698"/>
                <a:gd name="connsiteY35" fmla="*/ 47241 h 132786"/>
                <a:gd name="connsiteX36" fmla="*/ 164221 w 191698"/>
                <a:gd name="connsiteY36" fmla="*/ 47241 h 132786"/>
                <a:gd name="connsiteX37" fmla="*/ 164221 w 191698"/>
                <a:gd name="connsiteY37" fmla="*/ 75969 h 132786"/>
                <a:gd name="connsiteX38" fmla="*/ 173167 w 191698"/>
                <a:gd name="connsiteY38" fmla="*/ 75969 h 132786"/>
                <a:gd name="connsiteX39" fmla="*/ 173167 w 191698"/>
                <a:gd name="connsiteY39" fmla="*/ 75969 h 132786"/>
                <a:gd name="connsiteX40" fmla="*/ 173167 w 191698"/>
                <a:gd name="connsiteY40" fmla="*/ 84907 h 132786"/>
                <a:gd name="connsiteX41" fmla="*/ 171250 w 191698"/>
                <a:gd name="connsiteY41" fmla="*/ 86184 h 132786"/>
                <a:gd name="connsiteX42" fmla="*/ 162943 w 191698"/>
                <a:gd name="connsiteY42" fmla="*/ 82992 h 132786"/>
                <a:gd name="connsiteX43" fmla="*/ 164221 w 191698"/>
                <a:gd name="connsiteY43" fmla="*/ 75969 h 132786"/>
                <a:gd name="connsiteX44" fmla="*/ 164221 w 191698"/>
                <a:gd name="connsiteY44" fmla="*/ 75969 h 132786"/>
                <a:gd name="connsiteX45" fmla="*/ 164221 w 191698"/>
                <a:gd name="connsiteY45" fmla="*/ 105336 h 132786"/>
                <a:gd name="connsiteX46" fmla="*/ 171250 w 191698"/>
                <a:gd name="connsiteY46" fmla="*/ 104059 h 132786"/>
                <a:gd name="connsiteX47" fmla="*/ 173167 w 191698"/>
                <a:gd name="connsiteY47" fmla="*/ 105336 h 132786"/>
                <a:gd name="connsiteX48" fmla="*/ 174445 w 191698"/>
                <a:gd name="connsiteY48" fmla="*/ 107251 h 132786"/>
                <a:gd name="connsiteX49" fmla="*/ 174445 w 191698"/>
                <a:gd name="connsiteY49" fmla="*/ 108528 h 132786"/>
                <a:gd name="connsiteX50" fmla="*/ 174445 w 191698"/>
                <a:gd name="connsiteY50" fmla="*/ 109804 h 132786"/>
                <a:gd name="connsiteX51" fmla="*/ 172528 w 191698"/>
                <a:gd name="connsiteY51" fmla="*/ 114273 h 132786"/>
                <a:gd name="connsiteX52" fmla="*/ 170611 w 191698"/>
                <a:gd name="connsiteY52" fmla="*/ 115550 h 132786"/>
                <a:gd name="connsiteX53" fmla="*/ 168055 w 191698"/>
                <a:gd name="connsiteY53" fmla="*/ 116188 h 132786"/>
                <a:gd name="connsiteX54" fmla="*/ 161665 w 191698"/>
                <a:gd name="connsiteY54" fmla="*/ 109804 h 132786"/>
                <a:gd name="connsiteX55" fmla="*/ 164221 w 191698"/>
                <a:gd name="connsiteY55" fmla="*/ 105336 h 132786"/>
                <a:gd name="connsiteX56" fmla="*/ 164221 w 191698"/>
                <a:gd name="connsiteY56" fmla="*/ 105336 h 132786"/>
                <a:gd name="connsiteX57" fmla="*/ 133550 w 191698"/>
                <a:gd name="connsiteY57" fmla="*/ 19790 h 132786"/>
                <a:gd name="connsiteX58" fmla="*/ 134828 w 191698"/>
                <a:gd name="connsiteY58" fmla="*/ 17875 h 132786"/>
                <a:gd name="connsiteX59" fmla="*/ 135467 w 191698"/>
                <a:gd name="connsiteY59" fmla="*/ 17237 h 132786"/>
                <a:gd name="connsiteX60" fmla="*/ 136745 w 191698"/>
                <a:gd name="connsiteY60" fmla="*/ 16598 h 132786"/>
                <a:gd name="connsiteX61" fmla="*/ 138023 w 191698"/>
                <a:gd name="connsiteY61" fmla="*/ 15960 h 132786"/>
                <a:gd name="connsiteX62" fmla="*/ 143774 w 191698"/>
                <a:gd name="connsiteY62" fmla="*/ 17875 h 132786"/>
                <a:gd name="connsiteX63" fmla="*/ 145052 w 191698"/>
                <a:gd name="connsiteY63" fmla="*/ 19790 h 132786"/>
                <a:gd name="connsiteX64" fmla="*/ 145690 w 191698"/>
                <a:gd name="connsiteY64" fmla="*/ 22344 h 132786"/>
                <a:gd name="connsiteX65" fmla="*/ 143774 w 191698"/>
                <a:gd name="connsiteY65" fmla="*/ 26813 h 132786"/>
                <a:gd name="connsiteX66" fmla="*/ 141857 w 191698"/>
                <a:gd name="connsiteY66" fmla="*/ 28089 h 132786"/>
                <a:gd name="connsiteX67" fmla="*/ 133550 w 191698"/>
                <a:gd name="connsiteY67" fmla="*/ 24897 h 132786"/>
                <a:gd name="connsiteX68" fmla="*/ 133550 w 191698"/>
                <a:gd name="connsiteY68" fmla="*/ 19790 h 132786"/>
                <a:gd name="connsiteX69" fmla="*/ 134828 w 191698"/>
                <a:gd name="connsiteY69" fmla="*/ 47241 h 132786"/>
                <a:gd name="connsiteX70" fmla="*/ 135467 w 191698"/>
                <a:gd name="connsiteY70" fmla="*/ 46603 h 132786"/>
                <a:gd name="connsiteX71" fmla="*/ 136745 w 191698"/>
                <a:gd name="connsiteY71" fmla="*/ 45965 h 132786"/>
                <a:gd name="connsiteX72" fmla="*/ 138023 w 191698"/>
                <a:gd name="connsiteY72" fmla="*/ 45326 h 132786"/>
                <a:gd name="connsiteX73" fmla="*/ 145052 w 191698"/>
                <a:gd name="connsiteY73" fmla="*/ 49157 h 132786"/>
                <a:gd name="connsiteX74" fmla="*/ 145690 w 191698"/>
                <a:gd name="connsiteY74" fmla="*/ 50433 h 132786"/>
                <a:gd name="connsiteX75" fmla="*/ 145690 w 191698"/>
                <a:gd name="connsiteY75" fmla="*/ 51710 h 132786"/>
                <a:gd name="connsiteX76" fmla="*/ 143774 w 191698"/>
                <a:gd name="connsiteY76" fmla="*/ 56179 h 132786"/>
                <a:gd name="connsiteX77" fmla="*/ 141857 w 191698"/>
                <a:gd name="connsiteY77" fmla="*/ 57456 h 132786"/>
                <a:gd name="connsiteX78" fmla="*/ 133550 w 191698"/>
                <a:gd name="connsiteY78" fmla="*/ 54264 h 132786"/>
                <a:gd name="connsiteX79" fmla="*/ 132911 w 191698"/>
                <a:gd name="connsiteY79" fmla="*/ 51710 h 132786"/>
                <a:gd name="connsiteX80" fmla="*/ 134828 w 191698"/>
                <a:gd name="connsiteY80" fmla="*/ 47241 h 132786"/>
                <a:gd name="connsiteX81" fmla="*/ 134828 w 191698"/>
                <a:gd name="connsiteY81" fmla="*/ 47241 h 132786"/>
                <a:gd name="connsiteX82" fmla="*/ 134828 w 191698"/>
                <a:gd name="connsiteY82" fmla="*/ 75969 h 132786"/>
                <a:gd name="connsiteX83" fmla="*/ 143774 w 191698"/>
                <a:gd name="connsiteY83" fmla="*/ 75969 h 132786"/>
                <a:gd name="connsiteX84" fmla="*/ 143774 w 191698"/>
                <a:gd name="connsiteY84" fmla="*/ 75969 h 132786"/>
                <a:gd name="connsiteX85" fmla="*/ 145052 w 191698"/>
                <a:gd name="connsiteY85" fmla="*/ 82992 h 132786"/>
                <a:gd name="connsiteX86" fmla="*/ 143774 w 191698"/>
                <a:gd name="connsiteY86" fmla="*/ 84907 h 132786"/>
                <a:gd name="connsiteX87" fmla="*/ 134828 w 191698"/>
                <a:gd name="connsiteY87" fmla="*/ 84907 h 132786"/>
                <a:gd name="connsiteX88" fmla="*/ 134828 w 191698"/>
                <a:gd name="connsiteY88" fmla="*/ 84907 h 132786"/>
                <a:gd name="connsiteX89" fmla="*/ 133550 w 191698"/>
                <a:gd name="connsiteY89" fmla="*/ 82992 h 132786"/>
                <a:gd name="connsiteX90" fmla="*/ 134828 w 191698"/>
                <a:gd name="connsiteY90" fmla="*/ 75969 h 132786"/>
                <a:gd name="connsiteX91" fmla="*/ 134828 w 191698"/>
                <a:gd name="connsiteY91" fmla="*/ 105336 h 132786"/>
                <a:gd name="connsiteX92" fmla="*/ 143774 w 191698"/>
                <a:gd name="connsiteY92" fmla="*/ 105336 h 132786"/>
                <a:gd name="connsiteX93" fmla="*/ 143774 w 191698"/>
                <a:gd name="connsiteY93" fmla="*/ 105336 h 132786"/>
                <a:gd name="connsiteX94" fmla="*/ 145690 w 191698"/>
                <a:gd name="connsiteY94" fmla="*/ 109804 h 132786"/>
                <a:gd name="connsiteX95" fmla="*/ 139301 w 191698"/>
                <a:gd name="connsiteY95" fmla="*/ 116188 h 132786"/>
                <a:gd name="connsiteX96" fmla="*/ 134828 w 191698"/>
                <a:gd name="connsiteY96" fmla="*/ 114273 h 132786"/>
                <a:gd name="connsiteX97" fmla="*/ 132911 w 191698"/>
                <a:gd name="connsiteY97" fmla="*/ 109804 h 132786"/>
                <a:gd name="connsiteX98" fmla="*/ 134828 w 191698"/>
                <a:gd name="connsiteY98" fmla="*/ 105336 h 132786"/>
                <a:gd name="connsiteX99" fmla="*/ 134828 w 191698"/>
                <a:gd name="connsiteY99" fmla="*/ 105336 h 132786"/>
                <a:gd name="connsiteX100" fmla="*/ 104156 w 191698"/>
                <a:gd name="connsiteY100" fmla="*/ 19790 h 132786"/>
                <a:gd name="connsiteX101" fmla="*/ 105434 w 191698"/>
                <a:gd name="connsiteY101" fmla="*/ 17875 h 132786"/>
                <a:gd name="connsiteX102" fmla="*/ 107351 w 191698"/>
                <a:gd name="connsiteY102" fmla="*/ 16598 h 132786"/>
                <a:gd name="connsiteX103" fmla="*/ 108629 w 191698"/>
                <a:gd name="connsiteY103" fmla="*/ 15960 h 132786"/>
                <a:gd name="connsiteX104" fmla="*/ 112463 w 191698"/>
                <a:gd name="connsiteY104" fmla="*/ 16598 h 132786"/>
                <a:gd name="connsiteX105" fmla="*/ 114380 w 191698"/>
                <a:gd name="connsiteY105" fmla="*/ 17875 h 132786"/>
                <a:gd name="connsiteX106" fmla="*/ 116297 w 191698"/>
                <a:gd name="connsiteY106" fmla="*/ 22344 h 132786"/>
                <a:gd name="connsiteX107" fmla="*/ 109907 w 191698"/>
                <a:gd name="connsiteY107" fmla="*/ 28728 h 132786"/>
                <a:gd name="connsiteX108" fmla="*/ 107351 w 191698"/>
                <a:gd name="connsiteY108" fmla="*/ 28089 h 132786"/>
                <a:gd name="connsiteX109" fmla="*/ 105434 w 191698"/>
                <a:gd name="connsiteY109" fmla="*/ 26813 h 132786"/>
                <a:gd name="connsiteX110" fmla="*/ 104156 w 191698"/>
                <a:gd name="connsiteY110" fmla="*/ 19790 h 132786"/>
                <a:gd name="connsiteX111" fmla="*/ 104156 w 191698"/>
                <a:gd name="connsiteY111" fmla="*/ 19790 h 132786"/>
                <a:gd name="connsiteX112" fmla="*/ 105434 w 191698"/>
                <a:gd name="connsiteY112" fmla="*/ 47241 h 132786"/>
                <a:gd name="connsiteX113" fmla="*/ 114380 w 191698"/>
                <a:gd name="connsiteY113" fmla="*/ 47241 h 132786"/>
                <a:gd name="connsiteX114" fmla="*/ 115658 w 191698"/>
                <a:gd name="connsiteY114" fmla="*/ 49157 h 132786"/>
                <a:gd name="connsiteX115" fmla="*/ 116297 w 191698"/>
                <a:gd name="connsiteY115" fmla="*/ 50433 h 132786"/>
                <a:gd name="connsiteX116" fmla="*/ 116297 w 191698"/>
                <a:gd name="connsiteY116" fmla="*/ 51710 h 132786"/>
                <a:gd name="connsiteX117" fmla="*/ 114380 w 191698"/>
                <a:gd name="connsiteY117" fmla="*/ 56179 h 132786"/>
                <a:gd name="connsiteX118" fmla="*/ 112463 w 191698"/>
                <a:gd name="connsiteY118" fmla="*/ 57456 h 132786"/>
                <a:gd name="connsiteX119" fmla="*/ 104156 w 191698"/>
                <a:gd name="connsiteY119" fmla="*/ 54264 h 132786"/>
                <a:gd name="connsiteX120" fmla="*/ 103517 w 191698"/>
                <a:gd name="connsiteY120" fmla="*/ 51710 h 132786"/>
                <a:gd name="connsiteX121" fmla="*/ 105434 w 191698"/>
                <a:gd name="connsiteY121" fmla="*/ 47241 h 132786"/>
                <a:gd name="connsiteX122" fmla="*/ 105434 w 191698"/>
                <a:gd name="connsiteY122" fmla="*/ 47241 h 132786"/>
                <a:gd name="connsiteX123" fmla="*/ 105434 w 191698"/>
                <a:gd name="connsiteY123" fmla="*/ 75969 h 132786"/>
                <a:gd name="connsiteX124" fmla="*/ 114380 w 191698"/>
                <a:gd name="connsiteY124" fmla="*/ 75969 h 132786"/>
                <a:gd name="connsiteX125" fmla="*/ 116297 w 191698"/>
                <a:gd name="connsiteY125" fmla="*/ 80438 h 132786"/>
                <a:gd name="connsiteX126" fmla="*/ 115658 w 191698"/>
                <a:gd name="connsiteY126" fmla="*/ 82992 h 132786"/>
                <a:gd name="connsiteX127" fmla="*/ 112463 w 191698"/>
                <a:gd name="connsiteY127" fmla="*/ 86184 h 132786"/>
                <a:gd name="connsiteX128" fmla="*/ 109907 w 191698"/>
                <a:gd name="connsiteY128" fmla="*/ 86822 h 132786"/>
                <a:gd name="connsiteX129" fmla="*/ 107351 w 191698"/>
                <a:gd name="connsiteY129" fmla="*/ 86184 h 132786"/>
                <a:gd name="connsiteX130" fmla="*/ 105434 w 191698"/>
                <a:gd name="connsiteY130" fmla="*/ 84907 h 132786"/>
                <a:gd name="connsiteX131" fmla="*/ 104156 w 191698"/>
                <a:gd name="connsiteY131" fmla="*/ 82992 h 132786"/>
                <a:gd name="connsiteX132" fmla="*/ 105434 w 191698"/>
                <a:gd name="connsiteY132" fmla="*/ 75969 h 132786"/>
                <a:gd name="connsiteX133" fmla="*/ 105434 w 191698"/>
                <a:gd name="connsiteY133" fmla="*/ 75969 h 132786"/>
                <a:gd name="connsiteX134" fmla="*/ 105434 w 191698"/>
                <a:gd name="connsiteY134" fmla="*/ 105336 h 132786"/>
                <a:gd name="connsiteX135" fmla="*/ 114380 w 191698"/>
                <a:gd name="connsiteY135" fmla="*/ 105336 h 132786"/>
                <a:gd name="connsiteX136" fmla="*/ 114380 w 191698"/>
                <a:gd name="connsiteY136" fmla="*/ 105336 h 132786"/>
                <a:gd name="connsiteX137" fmla="*/ 116297 w 191698"/>
                <a:gd name="connsiteY137" fmla="*/ 109804 h 132786"/>
                <a:gd name="connsiteX138" fmla="*/ 109907 w 191698"/>
                <a:gd name="connsiteY138" fmla="*/ 116188 h 132786"/>
                <a:gd name="connsiteX139" fmla="*/ 105434 w 191698"/>
                <a:gd name="connsiteY139" fmla="*/ 114273 h 132786"/>
                <a:gd name="connsiteX140" fmla="*/ 104156 w 191698"/>
                <a:gd name="connsiteY140" fmla="*/ 112358 h 132786"/>
                <a:gd name="connsiteX141" fmla="*/ 105434 w 191698"/>
                <a:gd name="connsiteY141" fmla="*/ 105336 h 132786"/>
                <a:gd name="connsiteX142" fmla="*/ 105434 w 191698"/>
                <a:gd name="connsiteY142" fmla="*/ 105336 h 132786"/>
                <a:gd name="connsiteX143" fmla="*/ 76679 w 191698"/>
                <a:gd name="connsiteY143" fmla="*/ 18514 h 132786"/>
                <a:gd name="connsiteX144" fmla="*/ 78596 w 191698"/>
                <a:gd name="connsiteY144" fmla="*/ 17237 h 132786"/>
                <a:gd name="connsiteX145" fmla="*/ 79874 w 191698"/>
                <a:gd name="connsiteY145" fmla="*/ 16598 h 132786"/>
                <a:gd name="connsiteX146" fmla="*/ 85625 w 191698"/>
                <a:gd name="connsiteY146" fmla="*/ 18514 h 132786"/>
                <a:gd name="connsiteX147" fmla="*/ 87542 w 191698"/>
                <a:gd name="connsiteY147" fmla="*/ 22982 h 132786"/>
                <a:gd name="connsiteX148" fmla="*/ 85625 w 191698"/>
                <a:gd name="connsiteY148" fmla="*/ 27451 h 132786"/>
                <a:gd name="connsiteX149" fmla="*/ 81152 w 191698"/>
                <a:gd name="connsiteY149" fmla="*/ 29366 h 132786"/>
                <a:gd name="connsiteX150" fmla="*/ 78596 w 191698"/>
                <a:gd name="connsiteY150" fmla="*/ 28728 h 132786"/>
                <a:gd name="connsiteX151" fmla="*/ 76679 w 191698"/>
                <a:gd name="connsiteY151" fmla="*/ 27451 h 132786"/>
                <a:gd name="connsiteX152" fmla="*/ 74762 w 191698"/>
                <a:gd name="connsiteY152" fmla="*/ 22982 h 132786"/>
                <a:gd name="connsiteX153" fmla="*/ 76679 w 191698"/>
                <a:gd name="connsiteY153" fmla="*/ 18514 h 132786"/>
                <a:gd name="connsiteX154" fmla="*/ 76679 w 191698"/>
                <a:gd name="connsiteY154" fmla="*/ 47241 h 132786"/>
                <a:gd name="connsiteX155" fmla="*/ 85625 w 191698"/>
                <a:gd name="connsiteY155" fmla="*/ 47241 h 132786"/>
                <a:gd name="connsiteX156" fmla="*/ 87542 w 191698"/>
                <a:gd name="connsiteY156" fmla="*/ 51710 h 132786"/>
                <a:gd name="connsiteX157" fmla="*/ 85625 w 191698"/>
                <a:gd name="connsiteY157" fmla="*/ 56179 h 132786"/>
                <a:gd name="connsiteX158" fmla="*/ 81152 w 191698"/>
                <a:gd name="connsiteY158" fmla="*/ 58094 h 132786"/>
                <a:gd name="connsiteX159" fmla="*/ 74762 w 191698"/>
                <a:gd name="connsiteY159" fmla="*/ 51710 h 132786"/>
                <a:gd name="connsiteX160" fmla="*/ 76679 w 191698"/>
                <a:gd name="connsiteY160" fmla="*/ 47241 h 132786"/>
                <a:gd name="connsiteX161" fmla="*/ 76679 w 191698"/>
                <a:gd name="connsiteY161" fmla="*/ 47241 h 132786"/>
                <a:gd name="connsiteX162" fmla="*/ 76679 w 191698"/>
                <a:gd name="connsiteY162" fmla="*/ 76608 h 132786"/>
                <a:gd name="connsiteX163" fmla="*/ 85625 w 191698"/>
                <a:gd name="connsiteY163" fmla="*/ 76608 h 132786"/>
                <a:gd name="connsiteX164" fmla="*/ 87542 w 191698"/>
                <a:gd name="connsiteY164" fmla="*/ 81076 h 132786"/>
                <a:gd name="connsiteX165" fmla="*/ 86903 w 191698"/>
                <a:gd name="connsiteY165" fmla="*/ 83630 h 132786"/>
                <a:gd name="connsiteX166" fmla="*/ 85625 w 191698"/>
                <a:gd name="connsiteY166" fmla="*/ 85545 h 132786"/>
                <a:gd name="connsiteX167" fmla="*/ 81152 w 191698"/>
                <a:gd name="connsiteY167" fmla="*/ 87460 h 132786"/>
                <a:gd name="connsiteX168" fmla="*/ 78596 w 191698"/>
                <a:gd name="connsiteY168" fmla="*/ 86822 h 132786"/>
                <a:gd name="connsiteX169" fmla="*/ 76679 w 191698"/>
                <a:gd name="connsiteY169" fmla="*/ 85545 h 132786"/>
                <a:gd name="connsiteX170" fmla="*/ 75401 w 191698"/>
                <a:gd name="connsiteY170" fmla="*/ 83630 h 132786"/>
                <a:gd name="connsiteX171" fmla="*/ 74762 w 191698"/>
                <a:gd name="connsiteY171" fmla="*/ 81076 h 132786"/>
                <a:gd name="connsiteX172" fmla="*/ 76679 w 191698"/>
                <a:gd name="connsiteY172" fmla="*/ 76608 h 132786"/>
                <a:gd name="connsiteX173" fmla="*/ 76679 w 191698"/>
                <a:gd name="connsiteY173" fmla="*/ 105336 h 132786"/>
                <a:gd name="connsiteX174" fmla="*/ 85625 w 191698"/>
                <a:gd name="connsiteY174" fmla="*/ 105336 h 132786"/>
                <a:gd name="connsiteX175" fmla="*/ 85625 w 191698"/>
                <a:gd name="connsiteY175" fmla="*/ 114273 h 132786"/>
                <a:gd name="connsiteX176" fmla="*/ 81152 w 191698"/>
                <a:gd name="connsiteY176" fmla="*/ 116188 h 132786"/>
                <a:gd name="connsiteX177" fmla="*/ 76679 w 191698"/>
                <a:gd name="connsiteY177" fmla="*/ 114273 h 132786"/>
                <a:gd name="connsiteX178" fmla="*/ 76679 w 191698"/>
                <a:gd name="connsiteY178" fmla="*/ 105336 h 132786"/>
                <a:gd name="connsiteX179" fmla="*/ 46008 w 191698"/>
                <a:gd name="connsiteY179" fmla="*/ 20429 h 132786"/>
                <a:gd name="connsiteX180" fmla="*/ 47285 w 191698"/>
                <a:gd name="connsiteY180" fmla="*/ 18514 h 132786"/>
                <a:gd name="connsiteX181" fmla="*/ 47925 w 191698"/>
                <a:gd name="connsiteY181" fmla="*/ 17875 h 132786"/>
                <a:gd name="connsiteX182" fmla="*/ 49203 w 191698"/>
                <a:gd name="connsiteY182" fmla="*/ 17237 h 132786"/>
                <a:gd name="connsiteX183" fmla="*/ 50480 w 191698"/>
                <a:gd name="connsiteY183" fmla="*/ 16598 h 132786"/>
                <a:gd name="connsiteX184" fmla="*/ 56231 w 191698"/>
                <a:gd name="connsiteY184" fmla="*/ 18514 h 132786"/>
                <a:gd name="connsiteX185" fmla="*/ 57509 w 191698"/>
                <a:gd name="connsiteY185" fmla="*/ 20429 h 132786"/>
                <a:gd name="connsiteX186" fmla="*/ 56231 w 191698"/>
                <a:gd name="connsiteY186" fmla="*/ 27451 h 132786"/>
                <a:gd name="connsiteX187" fmla="*/ 54314 w 191698"/>
                <a:gd name="connsiteY187" fmla="*/ 28728 h 132786"/>
                <a:gd name="connsiteX188" fmla="*/ 46008 w 191698"/>
                <a:gd name="connsiteY188" fmla="*/ 25536 h 132786"/>
                <a:gd name="connsiteX189" fmla="*/ 46008 w 191698"/>
                <a:gd name="connsiteY189" fmla="*/ 20429 h 132786"/>
                <a:gd name="connsiteX190" fmla="*/ 47285 w 191698"/>
                <a:gd name="connsiteY190" fmla="*/ 47241 h 132786"/>
                <a:gd name="connsiteX191" fmla="*/ 56231 w 191698"/>
                <a:gd name="connsiteY191" fmla="*/ 47241 h 132786"/>
                <a:gd name="connsiteX192" fmla="*/ 58148 w 191698"/>
                <a:gd name="connsiteY192" fmla="*/ 51710 h 132786"/>
                <a:gd name="connsiteX193" fmla="*/ 51759 w 191698"/>
                <a:gd name="connsiteY193" fmla="*/ 58094 h 132786"/>
                <a:gd name="connsiteX194" fmla="*/ 47285 w 191698"/>
                <a:gd name="connsiteY194" fmla="*/ 56179 h 132786"/>
                <a:gd name="connsiteX195" fmla="*/ 45369 w 191698"/>
                <a:gd name="connsiteY195" fmla="*/ 51710 h 132786"/>
                <a:gd name="connsiteX196" fmla="*/ 47285 w 191698"/>
                <a:gd name="connsiteY196" fmla="*/ 47241 h 132786"/>
                <a:gd name="connsiteX197" fmla="*/ 47285 w 191698"/>
                <a:gd name="connsiteY197" fmla="*/ 47241 h 132786"/>
                <a:gd name="connsiteX198" fmla="*/ 17253 w 191698"/>
                <a:gd name="connsiteY198" fmla="*/ 20429 h 132786"/>
                <a:gd name="connsiteX199" fmla="*/ 20448 w 191698"/>
                <a:gd name="connsiteY199" fmla="*/ 17237 h 132786"/>
                <a:gd name="connsiteX200" fmla="*/ 21726 w 191698"/>
                <a:gd name="connsiteY200" fmla="*/ 16598 h 132786"/>
                <a:gd name="connsiteX201" fmla="*/ 27477 w 191698"/>
                <a:gd name="connsiteY201" fmla="*/ 18514 h 132786"/>
                <a:gd name="connsiteX202" fmla="*/ 29394 w 191698"/>
                <a:gd name="connsiteY202" fmla="*/ 22982 h 132786"/>
                <a:gd name="connsiteX203" fmla="*/ 27477 w 191698"/>
                <a:gd name="connsiteY203" fmla="*/ 27451 h 132786"/>
                <a:gd name="connsiteX204" fmla="*/ 25560 w 191698"/>
                <a:gd name="connsiteY204" fmla="*/ 28728 h 132786"/>
                <a:gd name="connsiteX205" fmla="*/ 23004 w 191698"/>
                <a:gd name="connsiteY205" fmla="*/ 29366 h 132786"/>
                <a:gd name="connsiteX206" fmla="*/ 20448 w 191698"/>
                <a:gd name="connsiteY206" fmla="*/ 28728 h 132786"/>
                <a:gd name="connsiteX207" fmla="*/ 18531 w 191698"/>
                <a:gd name="connsiteY207" fmla="*/ 27451 h 132786"/>
                <a:gd name="connsiteX208" fmla="*/ 17253 w 191698"/>
                <a:gd name="connsiteY208" fmla="*/ 20429 h 132786"/>
                <a:gd name="connsiteX209" fmla="*/ 17253 w 191698"/>
                <a:gd name="connsiteY209" fmla="*/ 20429 h 132786"/>
                <a:gd name="connsiteX210" fmla="*/ 18531 w 191698"/>
                <a:gd name="connsiteY210" fmla="*/ 47241 h 132786"/>
                <a:gd name="connsiteX211" fmla="*/ 27477 w 191698"/>
                <a:gd name="connsiteY211" fmla="*/ 47241 h 132786"/>
                <a:gd name="connsiteX212" fmla="*/ 29394 w 191698"/>
                <a:gd name="connsiteY212" fmla="*/ 51710 h 132786"/>
                <a:gd name="connsiteX213" fmla="*/ 23004 w 191698"/>
                <a:gd name="connsiteY213" fmla="*/ 58094 h 132786"/>
                <a:gd name="connsiteX214" fmla="*/ 18531 w 191698"/>
                <a:gd name="connsiteY214" fmla="*/ 56179 h 132786"/>
                <a:gd name="connsiteX215" fmla="*/ 16614 w 191698"/>
                <a:gd name="connsiteY215" fmla="*/ 51710 h 132786"/>
                <a:gd name="connsiteX216" fmla="*/ 18531 w 191698"/>
                <a:gd name="connsiteY216" fmla="*/ 47241 h 132786"/>
                <a:gd name="connsiteX217" fmla="*/ 18531 w 191698"/>
                <a:gd name="connsiteY217" fmla="*/ 47241 h 132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91698" h="132786">
                  <a:moveTo>
                    <a:pt x="0" y="132787"/>
                  </a:moveTo>
                  <a:lnTo>
                    <a:pt x="16614" y="132787"/>
                  </a:lnTo>
                  <a:lnTo>
                    <a:pt x="16614" y="81076"/>
                  </a:lnTo>
                  <a:cubicBezTo>
                    <a:pt x="16614" y="77246"/>
                    <a:pt x="19170" y="74692"/>
                    <a:pt x="23004" y="74692"/>
                  </a:cubicBezTo>
                  <a:lnTo>
                    <a:pt x="52398" y="74692"/>
                  </a:lnTo>
                  <a:cubicBezTo>
                    <a:pt x="56231" y="74692"/>
                    <a:pt x="58788" y="77246"/>
                    <a:pt x="58788" y="81076"/>
                  </a:cubicBezTo>
                  <a:lnTo>
                    <a:pt x="58788" y="132787"/>
                  </a:lnTo>
                  <a:lnTo>
                    <a:pt x="191698" y="132787"/>
                  </a:lnTo>
                  <a:lnTo>
                    <a:pt x="191698" y="0"/>
                  </a:lnTo>
                  <a:lnTo>
                    <a:pt x="0" y="0"/>
                  </a:lnTo>
                  <a:lnTo>
                    <a:pt x="0" y="132787"/>
                  </a:lnTo>
                  <a:close/>
                  <a:moveTo>
                    <a:pt x="164221" y="17875"/>
                  </a:moveTo>
                  <a:cubicBezTo>
                    <a:pt x="164860" y="17237"/>
                    <a:pt x="165499" y="16598"/>
                    <a:pt x="166138" y="16598"/>
                  </a:cubicBezTo>
                  <a:cubicBezTo>
                    <a:pt x="166777" y="16598"/>
                    <a:pt x="166777" y="15960"/>
                    <a:pt x="167416" y="15960"/>
                  </a:cubicBezTo>
                  <a:cubicBezTo>
                    <a:pt x="168694" y="15960"/>
                    <a:pt x="169972" y="15960"/>
                    <a:pt x="171250" y="16598"/>
                  </a:cubicBezTo>
                  <a:cubicBezTo>
                    <a:pt x="171889" y="16598"/>
                    <a:pt x="172528" y="17237"/>
                    <a:pt x="173167" y="17875"/>
                  </a:cubicBezTo>
                  <a:cubicBezTo>
                    <a:pt x="174445" y="19152"/>
                    <a:pt x="175084" y="20429"/>
                    <a:pt x="175084" y="22344"/>
                  </a:cubicBezTo>
                  <a:cubicBezTo>
                    <a:pt x="175084" y="26174"/>
                    <a:pt x="172528" y="28728"/>
                    <a:pt x="168694" y="28728"/>
                  </a:cubicBezTo>
                  <a:cubicBezTo>
                    <a:pt x="168055" y="28728"/>
                    <a:pt x="166777" y="28728"/>
                    <a:pt x="166138" y="28089"/>
                  </a:cubicBezTo>
                  <a:cubicBezTo>
                    <a:pt x="165499" y="27451"/>
                    <a:pt x="164860" y="27451"/>
                    <a:pt x="164221" y="26813"/>
                  </a:cubicBezTo>
                  <a:cubicBezTo>
                    <a:pt x="162943" y="25536"/>
                    <a:pt x="162304" y="24259"/>
                    <a:pt x="162304" y="22344"/>
                  </a:cubicBezTo>
                  <a:cubicBezTo>
                    <a:pt x="162304" y="21067"/>
                    <a:pt x="162943" y="19152"/>
                    <a:pt x="164221" y="17875"/>
                  </a:cubicBezTo>
                  <a:lnTo>
                    <a:pt x="164221" y="17875"/>
                  </a:lnTo>
                  <a:close/>
                  <a:moveTo>
                    <a:pt x="164221" y="47241"/>
                  </a:moveTo>
                  <a:cubicBezTo>
                    <a:pt x="165499" y="45965"/>
                    <a:pt x="168055" y="45326"/>
                    <a:pt x="169972" y="45326"/>
                  </a:cubicBezTo>
                  <a:lnTo>
                    <a:pt x="171250" y="45965"/>
                  </a:lnTo>
                  <a:lnTo>
                    <a:pt x="172528" y="46603"/>
                  </a:lnTo>
                  <a:lnTo>
                    <a:pt x="173167" y="47241"/>
                  </a:lnTo>
                  <a:cubicBezTo>
                    <a:pt x="173806" y="47880"/>
                    <a:pt x="174445" y="48518"/>
                    <a:pt x="174445" y="49157"/>
                  </a:cubicBezTo>
                  <a:cubicBezTo>
                    <a:pt x="174445" y="49795"/>
                    <a:pt x="174445" y="49795"/>
                    <a:pt x="174445" y="50433"/>
                  </a:cubicBezTo>
                  <a:cubicBezTo>
                    <a:pt x="174445" y="51072"/>
                    <a:pt x="174445" y="51072"/>
                    <a:pt x="174445" y="51710"/>
                  </a:cubicBezTo>
                  <a:cubicBezTo>
                    <a:pt x="174445" y="53625"/>
                    <a:pt x="173806" y="54902"/>
                    <a:pt x="172528" y="56179"/>
                  </a:cubicBezTo>
                  <a:cubicBezTo>
                    <a:pt x="171889" y="56817"/>
                    <a:pt x="171250" y="57456"/>
                    <a:pt x="170611" y="57456"/>
                  </a:cubicBezTo>
                  <a:cubicBezTo>
                    <a:pt x="168055" y="58094"/>
                    <a:pt x="165499" y="58094"/>
                    <a:pt x="163582" y="56179"/>
                  </a:cubicBezTo>
                  <a:cubicBezTo>
                    <a:pt x="162304" y="54902"/>
                    <a:pt x="161665" y="53625"/>
                    <a:pt x="161665" y="51710"/>
                  </a:cubicBezTo>
                  <a:cubicBezTo>
                    <a:pt x="162304" y="49795"/>
                    <a:pt x="162943" y="48518"/>
                    <a:pt x="164221" y="47241"/>
                  </a:cubicBezTo>
                  <a:lnTo>
                    <a:pt x="164221" y="47241"/>
                  </a:lnTo>
                  <a:close/>
                  <a:moveTo>
                    <a:pt x="164221" y="75969"/>
                  </a:moveTo>
                  <a:cubicBezTo>
                    <a:pt x="166777" y="73416"/>
                    <a:pt x="170611" y="73416"/>
                    <a:pt x="173167" y="75969"/>
                  </a:cubicBezTo>
                  <a:cubicBezTo>
                    <a:pt x="173167" y="75969"/>
                    <a:pt x="173167" y="75969"/>
                    <a:pt x="173167" y="75969"/>
                  </a:cubicBezTo>
                  <a:cubicBezTo>
                    <a:pt x="175723" y="78523"/>
                    <a:pt x="175723" y="82353"/>
                    <a:pt x="173167" y="84907"/>
                  </a:cubicBezTo>
                  <a:cubicBezTo>
                    <a:pt x="172528" y="85545"/>
                    <a:pt x="171889" y="86184"/>
                    <a:pt x="171250" y="86184"/>
                  </a:cubicBezTo>
                  <a:cubicBezTo>
                    <a:pt x="168055" y="87460"/>
                    <a:pt x="164221" y="86184"/>
                    <a:pt x="162943" y="82992"/>
                  </a:cubicBezTo>
                  <a:cubicBezTo>
                    <a:pt x="161665" y="80438"/>
                    <a:pt x="162304" y="77884"/>
                    <a:pt x="164221" y="75969"/>
                  </a:cubicBezTo>
                  <a:lnTo>
                    <a:pt x="164221" y="75969"/>
                  </a:lnTo>
                  <a:close/>
                  <a:moveTo>
                    <a:pt x="164221" y="105336"/>
                  </a:moveTo>
                  <a:cubicBezTo>
                    <a:pt x="166138" y="103420"/>
                    <a:pt x="168694" y="102782"/>
                    <a:pt x="171250" y="104059"/>
                  </a:cubicBezTo>
                  <a:cubicBezTo>
                    <a:pt x="171889" y="104697"/>
                    <a:pt x="172528" y="104697"/>
                    <a:pt x="173167" y="105336"/>
                  </a:cubicBezTo>
                  <a:cubicBezTo>
                    <a:pt x="173806" y="105974"/>
                    <a:pt x="174445" y="106612"/>
                    <a:pt x="174445" y="107251"/>
                  </a:cubicBezTo>
                  <a:cubicBezTo>
                    <a:pt x="174445" y="107889"/>
                    <a:pt x="174445" y="107889"/>
                    <a:pt x="174445" y="108528"/>
                  </a:cubicBezTo>
                  <a:cubicBezTo>
                    <a:pt x="174445" y="109166"/>
                    <a:pt x="174445" y="109166"/>
                    <a:pt x="174445" y="109804"/>
                  </a:cubicBezTo>
                  <a:cubicBezTo>
                    <a:pt x="174445" y="111720"/>
                    <a:pt x="173806" y="112996"/>
                    <a:pt x="172528" y="114273"/>
                  </a:cubicBezTo>
                  <a:cubicBezTo>
                    <a:pt x="171889" y="114912"/>
                    <a:pt x="171250" y="115550"/>
                    <a:pt x="170611" y="115550"/>
                  </a:cubicBezTo>
                  <a:cubicBezTo>
                    <a:pt x="169972" y="116188"/>
                    <a:pt x="168694" y="116188"/>
                    <a:pt x="168055" y="116188"/>
                  </a:cubicBezTo>
                  <a:cubicBezTo>
                    <a:pt x="164221" y="116188"/>
                    <a:pt x="161665" y="113635"/>
                    <a:pt x="161665" y="109804"/>
                  </a:cubicBezTo>
                  <a:cubicBezTo>
                    <a:pt x="162304" y="108528"/>
                    <a:pt x="162943" y="106612"/>
                    <a:pt x="164221" y="105336"/>
                  </a:cubicBezTo>
                  <a:lnTo>
                    <a:pt x="164221" y="105336"/>
                  </a:lnTo>
                  <a:close/>
                  <a:moveTo>
                    <a:pt x="133550" y="19790"/>
                  </a:moveTo>
                  <a:cubicBezTo>
                    <a:pt x="133550" y="19152"/>
                    <a:pt x="134189" y="18514"/>
                    <a:pt x="134828" y="17875"/>
                  </a:cubicBezTo>
                  <a:lnTo>
                    <a:pt x="135467" y="17237"/>
                  </a:lnTo>
                  <a:lnTo>
                    <a:pt x="136745" y="16598"/>
                  </a:lnTo>
                  <a:cubicBezTo>
                    <a:pt x="137384" y="16598"/>
                    <a:pt x="137384" y="15960"/>
                    <a:pt x="138023" y="15960"/>
                  </a:cubicBezTo>
                  <a:cubicBezTo>
                    <a:pt x="139940" y="15322"/>
                    <a:pt x="142496" y="15960"/>
                    <a:pt x="143774" y="17875"/>
                  </a:cubicBezTo>
                  <a:cubicBezTo>
                    <a:pt x="144413" y="18514"/>
                    <a:pt x="145052" y="19152"/>
                    <a:pt x="145052" y="19790"/>
                  </a:cubicBezTo>
                  <a:cubicBezTo>
                    <a:pt x="145690" y="20429"/>
                    <a:pt x="145690" y="21067"/>
                    <a:pt x="145690" y="22344"/>
                  </a:cubicBezTo>
                  <a:cubicBezTo>
                    <a:pt x="145690" y="24259"/>
                    <a:pt x="145052" y="25536"/>
                    <a:pt x="143774" y="26813"/>
                  </a:cubicBezTo>
                  <a:cubicBezTo>
                    <a:pt x="143135" y="27451"/>
                    <a:pt x="142496" y="28089"/>
                    <a:pt x="141857" y="28089"/>
                  </a:cubicBezTo>
                  <a:cubicBezTo>
                    <a:pt x="138662" y="29366"/>
                    <a:pt x="134828" y="28089"/>
                    <a:pt x="133550" y="24897"/>
                  </a:cubicBezTo>
                  <a:cubicBezTo>
                    <a:pt x="132911" y="22982"/>
                    <a:pt x="132911" y="21706"/>
                    <a:pt x="133550" y="19790"/>
                  </a:cubicBezTo>
                  <a:close/>
                  <a:moveTo>
                    <a:pt x="134828" y="47241"/>
                  </a:moveTo>
                  <a:lnTo>
                    <a:pt x="135467" y="46603"/>
                  </a:lnTo>
                  <a:lnTo>
                    <a:pt x="136745" y="45965"/>
                  </a:lnTo>
                  <a:lnTo>
                    <a:pt x="138023" y="45326"/>
                  </a:lnTo>
                  <a:cubicBezTo>
                    <a:pt x="141218" y="44688"/>
                    <a:pt x="143774" y="46603"/>
                    <a:pt x="145052" y="49157"/>
                  </a:cubicBezTo>
                  <a:cubicBezTo>
                    <a:pt x="145052" y="49795"/>
                    <a:pt x="145690" y="49795"/>
                    <a:pt x="145690" y="50433"/>
                  </a:cubicBezTo>
                  <a:cubicBezTo>
                    <a:pt x="145690" y="51072"/>
                    <a:pt x="145690" y="51072"/>
                    <a:pt x="145690" y="51710"/>
                  </a:cubicBezTo>
                  <a:cubicBezTo>
                    <a:pt x="145690" y="53625"/>
                    <a:pt x="145052" y="54902"/>
                    <a:pt x="143774" y="56179"/>
                  </a:cubicBezTo>
                  <a:cubicBezTo>
                    <a:pt x="143135" y="56817"/>
                    <a:pt x="142496" y="57456"/>
                    <a:pt x="141857" y="57456"/>
                  </a:cubicBezTo>
                  <a:cubicBezTo>
                    <a:pt x="138662" y="58733"/>
                    <a:pt x="134828" y="57456"/>
                    <a:pt x="133550" y="54264"/>
                  </a:cubicBezTo>
                  <a:cubicBezTo>
                    <a:pt x="132911" y="53625"/>
                    <a:pt x="132911" y="52349"/>
                    <a:pt x="132911" y="51710"/>
                  </a:cubicBezTo>
                  <a:cubicBezTo>
                    <a:pt x="132911" y="49795"/>
                    <a:pt x="133550" y="48518"/>
                    <a:pt x="134828" y="47241"/>
                  </a:cubicBezTo>
                  <a:lnTo>
                    <a:pt x="134828" y="47241"/>
                  </a:lnTo>
                  <a:close/>
                  <a:moveTo>
                    <a:pt x="134828" y="75969"/>
                  </a:moveTo>
                  <a:cubicBezTo>
                    <a:pt x="137384" y="73416"/>
                    <a:pt x="141218" y="73416"/>
                    <a:pt x="143774" y="75969"/>
                  </a:cubicBezTo>
                  <a:cubicBezTo>
                    <a:pt x="143774" y="75969"/>
                    <a:pt x="143774" y="75969"/>
                    <a:pt x="143774" y="75969"/>
                  </a:cubicBezTo>
                  <a:cubicBezTo>
                    <a:pt x="145690" y="77884"/>
                    <a:pt x="146330" y="80438"/>
                    <a:pt x="145052" y="82992"/>
                  </a:cubicBezTo>
                  <a:cubicBezTo>
                    <a:pt x="145052" y="83630"/>
                    <a:pt x="144413" y="84268"/>
                    <a:pt x="143774" y="84907"/>
                  </a:cubicBezTo>
                  <a:cubicBezTo>
                    <a:pt x="141218" y="87460"/>
                    <a:pt x="137384" y="87460"/>
                    <a:pt x="134828" y="84907"/>
                  </a:cubicBezTo>
                  <a:cubicBezTo>
                    <a:pt x="134828" y="84907"/>
                    <a:pt x="134828" y="84907"/>
                    <a:pt x="134828" y="84907"/>
                  </a:cubicBezTo>
                  <a:cubicBezTo>
                    <a:pt x="134189" y="84268"/>
                    <a:pt x="133550" y="83630"/>
                    <a:pt x="133550" y="82992"/>
                  </a:cubicBezTo>
                  <a:cubicBezTo>
                    <a:pt x="132272" y="80438"/>
                    <a:pt x="132911" y="77884"/>
                    <a:pt x="134828" y="75969"/>
                  </a:cubicBezTo>
                  <a:close/>
                  <a:moveTo>
                    <a:pt x="134828" y="105336"/>
                  </a:moveTo>
                  <a:cubicBezTo>
                    <a:pt x="137384" y="102782"/>
                    <a:pt x="141218" y="102782"/>
                    <a:pt x="143774" y="105336"/>
                  </a:cubicBezTo>
                  <a:cubicBezTo>
                    <a:pt x="143774" y="105336"/>
                    <a:pt x="143774" y="105336"/>
                    <a:pt x="143774" y="105336"/>
                  </a:cubicBezTo>
                  <a:cubicBezTo>
                    <a:pt x="145052" y="106612"/>
                    <a:pt x="145690" y="107889"/>
                    <a:pt x="145690" y="109804"/>
                  </a:cubicBezTo>
                  <a:cubicBezTo>
                    <a:pt x="145690" y="113635"/>
                    <a:pt x="142496" y="116188"/>
                    <a:pt x="139301" y="116188"/>
                  </a:cubicBezTo>
                  <a:cubicBezTo>
                    <a:pt x="137384" y="116188"/>
                    <a:pt x="136106" y="115550"/>
                    <a:pt x="134828" y="114273"/>
                  </a:cubicBezTo>
                  <a:cubicBezTo>
                    <a:pt x="133550" y="112996"/>
                    <a:pt x="132911" y="111720"/>
                    <a:pt x="132911" y="109804"/>
                  </a:cubicBezTo>
                  <a:cubicBezTo>
                    <a:pt x="132911" y="108528"/>
                    <a:pt x="133550" y="106612"/>
                    <a:pt x="134828" y="105336"/>
                  </a:cubicBezTo>
                  <a:lnTo>
                    <a:pt x="134828" y="105336"/>
                  </a:lnTo>
                  <a:close/>
                  <a:moveTo>
                    <a:pt x="104156" y="19790"/>
                  </a:moveTo>
                  <a:cubicBezTo>
                    <a:pt x="104795" y="19152"/>
                    <a:pt x="104795" y="18514"/>
                    <a:pt x="105434" y="17875"/>
                  </a:cubicBezTo>
                  <a:cubicBezTo>
                    <a:pt x="106073" y="17237"/>
                    <a:pt x="106712" y="16598"/>
                    <a:pt x="107351" y="16598"/>
                  </a:cubicBezTo>
                  <a:cubicBezTo>
                    <a:pt x="107990" y="16598"/>
                    <a:pt x="107990" y="16598"/>
                    <a:pt x="108629" y="15960"/>
                  </a:cubicBezTo>
                  <a:cubicBezTo>
                    <a:pt x="109907" y="15960"/>
                    <a:pt x="111185" y="15960"/>
                    <a:pt x="112463" y="16598"/>
                  </a:cubicBezTo>
                  <a:cubicBezTo>
                    <a:pt x="113102" y="16598"/>
                    <a:pt x="113741" y="17237"/>
                    <a:pt x="114380" y="17875"/>
                  </a:cubicBezTo>
                  <a:cubicBezTo>
                    <a:pt x="115658" y="19152"/>
                    <a:pt x="116297" y="20429"/>
                    <a:pt x="116297" y="22344"/>
                  </a:cubicBezTo>
                  <a:cubicBezTo>
                    <a:pt x="116297" y="26174"/>
                    <a:pt x="113741" y="28728"/>
                    <a:pt x="109907" y="28728"/>
                  </a:cubicBezTo>
                  <a:cubicBezTo>
                    <a:pt x="109268" y="28728"/>
                    <a:pt x="107990" y="28728"/>
                    <a:pt x="107351" y="28089"/>
                  </a:cubicBezTo>
                  <a:cubicBezTo>
                    <a:pt x="106712" y="27451"/>
                    <a:pt x="106073" y="27451"/>
                    <a:pt x="105434" y="26813"/>
                  </a:cubicBezTo>
                  <a:cubicBezTo>
                    <a:pt x="103517" y="24897"/>
                    <a:pt x="103517" y="22344"/>
                    <a:pt x="104156" y="19790"/>
                  </a:cubicBezTo>
                  <a:lnTo>
                    <a:pt x="104156" y="19790"/>
                  </a:lnTo>
                  <a:close/>
                  <a:moveTo>
                    <a:pt x="105434" y="47241"/>
                  </a:moveTo>
                  <a:cubicBezTo>
                    <a:pt x="107990" y="44688"/>
                    <a:pt x="111824" y="44688"/>
                    <a:pt x="114380" y="47241"/>
                  </a:cubicBezTo>
                  <a:cubicBezTo>
                    <a:pt x="115019" y="47880"/>
                    <a:pt x="115658" y="48518"/>
                    <a:pt x="115658" y="49157"/>
                  </a:cubicBezTo>
                  <a:cubicBezTo>
                    <a:pt x="115658" y="49795"/>
                    <a:pt x="116297" y="49795"/>
                    <a:pt x="116297" y="50433"/>
                  </a:cubicBezTo>
                  <a:cubicBezTo>
                    <a:pt x="116297" y="51072"/>
                    <a:pt x="116297" y="51072"/>
                    <a:pt x="116297" y="51710"/>
                  </a:cubicBezTo>
                  <a:cubicBezTo>
                    <a:pt x="116297" y="53625"/>
                    <a:pt x="115658" y="54902"/>
                    <a:pt x="114380" y="56179"/>
                  </a:cubicBezTo>
                  <a:cubicBezTo>
                    <a:pt x="113741" y="56817"/>
                    <a:pt x="113102" y="57456"/>
                    <a:pt x="112463" y="57456"/>
                  </a:cubicBezTo>
                  <a:cubicBezTo>
                    <a:pt x="109268" y="58733"/>
                    <a:pt x="105434" y="57456"/>
                    <a:pt x="104156" y="54264"/>
                  </a:cubicBezTo>
                  <a:cubicBezTo>
                    <a:pt x="103517" y="53625"/>
                    <a:pt x="103517" y="52349"/>
                    <a:pt x="103517" y="51710"/>
                  </a:cubicBezTo>
                  <a:cubicBezTo>
                    <a:pt x="103517" y="49795"/>
                    <a:pt x="104156" y="48518"/>
                    <a:pt x="105434" y="47241"/>
                  </a:cubicBezTo>
                  <a:lnTo>
                    <a:pt x="105434" y="47241"/>
                  </a:lnTo>
                  <a:close/>
                  <a:moveTo>
                    <a:pt x="105434" y="75969"/>
                  </a:moveTo>
                  <a:cubicBezTo>
                    <a:pt x="107990" y="73416"/>
                    <a:pt x="111824" y="73416"/>
                    <a:pt x="114380" y="75969"/>
                  </a:cubicBezTo>
                  <a:cubicBezTo>
                    <a:pt x="115658" y="77246"/>
                    <a:pt x="116297" y="78523"/>
                    <a:pt x="116297" y="80438"/>
                  </a:cubicBezTo>
                  <a:cubicBezTo>
                    <a:pt x="116297" y="81076"/>
                    <a:pt x="116297" y="82353"/>
                    <a:pt x="115658" y="82992"/>
                  </a:cubicBezTo>
                  <a:cubicBezTo>
                    <a:pt x="115019" y="84268"/>
                    <a:pt x="113741" y="85545"/>
                    <a:pt x="112463" y="86184"/>
                  </a:cubicBezTo>
                  <a:cubicBezTo>
                    <a:pt x="111824" y="86822"/>
                    <a:pt x="111185" y="86822"/>
                    <a:pt x="109907" y="86822"/>
                  </a:cubicBezTo>
                  <a:cubicBezTo>
                    <a:pt x="109268" y="86822"/>
                    <a:pt x="107990" y="86822"/>
                    <a:pt x="107351" y="86184"/>
                  </a:cubicBezTo>
                  <a:cubicBezTo>
                    <a:pt x="106712" y="86184"/>
                    <a:pt x="106073" y="85545"/>
                    <a:pt x="105434" y="84907"/>
                  </a:cubicBezTo>
                  <a:cubicBezTo>
                    <a:pt x="104795" y="84268"/>
                    <a:pt x="104156" y="83630"/>
                    <a:pt x="104156" y="82992"/>
                  </a:cubicBezTo>
                  <a:cubicBezTo>
                    <a:pt x="103517" y="80438"/>
                    <a:pt x="103517" y="77884"/>
                    <a:pt x="105434" y="75969"/>
                  </a:cubicBezTo>
                  <a:lnTo>
                    <a:pt x="105434" y="75969"/>
                  </a:lnTo>
                  <a:close/>
                  <a:moveTo>
                    <a:pt x="105434" y="105336"/>
                  </a:moveTo>
                  <a:cubicBezTo>
                    <a:pt x="107990" y="102782"/>
                    <a:pt x="111824" y="102782"/>
                    <a:pt x="114380" y="105336"/>
                  </a:cubicBezTo>
                  <a:cubicBezTo>
                    <a:pt x="114380" y="105336"/>
                    <a:pt x="114380" y="105336"/>
                    <a:pt x="114380" y="105336"/>
                  </a:cubicBezTo>
                  <a:cubicBezTo>
                    <a:pt x="115658" y="106612"/>
                    <a:pt x="116297" y="107889"/>
                    <a:pt x="116297" y="109804"/>
                  </a:cubicBezTo>
                  <a:cubicBezTo>
                    <a:pt x="116297" y="113635"/>
                    <a:pt x="113102" y="116188"/>
                    <a:pt x="109907" y="116188"/>
                  </a:cubicBezTo>
                  <a:cubicBezTo>
                    <a:pt x="107990" y="116188"/>
                    <a:pt x="106712" y="115550"/>
                    <a:pt x="105434" y="114273"/>
                  </a:cubicBezTo>
                  <a:cubicBezTo>
                    <a:pt x="104795" y="113635"/>
                    <a:pt x="104156" y="112996"/>
                    <a:pt x="104156" y="112358"/>
                  </a:cubicBezTo>
                  <a:cubicBezTo>
                    <a:pt x="103517" y="109804"/>
                    <a:pt x="103517" y="107251"/>
                    <a:pt x="105434" y="105336"/>
                  </a:cubicBezTo>
                  <a:lnTo>
                    <a:pt x="105434" y="105336"/>
                  </a:lnTo>
                  <a:close/>
                  <a:moveTo>
                    <a:pt x="76679" y="18514"/>
                  </a:moveTo>
                  <a:cubicBezTo>
                    <a:pt x="77318" y="17875"/>
                    <a:pt x="77957" y="17237"/>
                    <a:pt x="78596" y="17237"/>
                  </a:cubicBezTo>
                  <a:cubicBezTo>
                    <a:pt x="79235" y="17237"/>
                    <a:pt x="79235" y="17237"/>
                    <a:pt x="79874" y="16598"/>
                  </a:cubicBezTo>
                  <a:cubicBezTo>
                    <a:pt x="81791" y="15960"/>
                    <a:pt x="84347" y="16598"/>
                    <a:pt x="85625" y="18514"/>
                  </a:cubicBezTo>
                  <a:cubicBezTo>
                    <a:pt x="86903" y="19790"/>
                    <a:pt x="87542" y="21067"/>
                    <a:pt x="87542" y="22982"/>
                  </a:cubicBezTo>
                  <a:cubicBezTo>
                    <a:pt x="87542" y="24897"/>
                    <a:pt x="86903" y="26174"/>
                    <a:pt x="85625" y="27451"/>
                  </a:cubicBezTo>
                  <a:cubicBezTo>
                    <a:pt x="84347" y="28728"/>
                    <a:pt x="83069" y="29366"/>
                    <a:pt x="81152" y="29366"/>
                  </a:cubicBezTo>
                  <a:cubicBezTo>
                    <a:pt x="80513" y="29366"/>
                    <a:pt x="79235" y="29366"/>
                    <a:pt x="78596" y="28728"/>
                  </a:cubicBezTo>
                  <a:cubicBezTo>
                    <a:pt x="77957" y="28089"/>
                    <a:pt x="77318" y="28089"/>
                    <a:pt x="76679" y="27451"/>
                  </a:cubicBezTo>
                  <a:cubicBezTo>
                    <a:pt x="75401" y="26174"/>
                    <a:pt x="74762" y="24897"/>
                    <a:pt x="74762" y="22982"/>
                  </a:cubicBezTo>
                  <a:cubicBezTo>
                    <a:pt x="74762" y="21067"/>
                    <a:pt x="75401" y="19152"/>
                    <a:pt x="76679" y="18514"/>
                  </a:cubicBezTo>
                  <a:close/>
                  <a:moveTo>
                    <a:pt x="76679" y="47241"/>
                  </a:moveTo>
                  <a:cubicBezTo>
                    <a:pt x="79235" y="44688"/>
                    <a:pt x="83069" y="44688"/>
                    <a:pt x="85625" y="47241"/>
                  </a:cubicBezTo>
                  <a:cubicBezTo>
                    <a:pt x="86903" y="48518"/>
                    <a:pt x="87542" y="49795"/>
                    <a:pt x="87542" y="51710"/>
                  </a:cubicBezTo>
                  <a:cubicBezTo>
                    <a:pt x="87542" y="53625"/>
                    <a:pt x="86903" y="54902"/>
                    <a:pt x="85625" y="56179"/>
                  </a:cubicBezTo>
                  <a:cubicBezTo>
                    <a:pt x="84347" y="57456"/>
                    <a:pt x="83069" y="58094"/>
                    <a:pt x="81152" y="58094"/>
                  </a:cubicBezTo>
                  <a:cubicBezTo>
                    <a:pt x="77318" y="58094"/>
                    <a:pt x="74762" y="55541"/>
                    <a:pt x="74762" y="51710"/>
                  </a:cubicBezTo>
                  <a:cubicBezTo>
                    <a:pt x="74762" y="50433"/>
                    <a:pt x="75401" y="48518"/>
                    <a:pt x="76679" y="47241"/>
                  </a:cubicBezTo>
                  <a:lnTo>
                    <a:pt x="76679" y="47241"/>
                  </a:lnTo>
                  <a:close/>
                  <a:moveTo>
                    <a:pt x="76679" y="76608"/>
                  </a:moveTo>
                  <a:cubicBezTo>
                    <a:pt x="79235" y="74054"/>
                    <a:pt x="83069" y="74054"/>
                    <a:pt x="85625" y="76608"/>
                  </a:cubicBezTo>
                  <a:cubicBezTo>
                    <a:pt x="86903" y="77884"/>
                    <a:pt x="87542" y="79161"/>
                    <a:pt x="87542" y="81076"/>
                  </a:cubicBezTo>
                  <a:cubicBezTo>
                    <a:pt x="87542" y="81715"/>
                    <a:pt x="87542" y="82992"/>
                    <a:pt x="86903" y="83630"/>
                  </a:cubicBezTo>
                  <a:cubicBezTo>
                    <a:pt x="86903" y="84268"/>
                    <a:pt x="86264" y="84907"/>
                    <a:pt x="85625" y="85545"/>
                  </a:cubicBezTo>
                  <a:cubicBezTo>
                    <a:pt x="84347" y="86822"/>
                    <a:pt x="83069" y="87460"/>
                    <a:pt x="81152" y="87460"/>
                  </a:cubicBezTo>
                  <a:cubicBezTo>
                    <a:pt x="80513" y="87460"/>
                    <a:pt x="79235" y="87460"/>
                    <a:pt x="78596" y="86822"/>
                  </a:cubicBezTo>
                  <a:cubicBezTo>
                    <a:pt x="77957" y="86822"/>
                    <a:pt x="77318" y="86184"/>
                    <a:pt x="76679" y="85545"/>
                  </a:cubicBezTo>
                  <a:cubicBezTo>
                    <a:pt x="76040" y="84907"/>
                    <a:pt x="75401" y="84268"/>
                    <a:pt x="75401" y="83630"/>
                  </a:cubicBezTo>
                  <a:cubicBezTo>
                    <a:pt x="75401" y="82992"/>
                    <a:pt x="74762" y="81715"/>
                    <a:pt x="74762" y="81076"/>
                  </a:cubicBezTo>
                  <a:cubicBezTo>
                    <a:pt x="74762" y="79161"/>
                    <a:pt x="75401" y="77884"/>
                    <a:pt x="76679" y="76608"/>
                  </a:cubicBezTo>
                  <a:close/>
                  <a:moveTo>
                    <a:pt x="76679" y="105336"/>
                  </a:moveTo>
                  <a:cubicBezTo>
                    <a:pt x="79235" y="102782"/>
                    <a:pt x="83069" y="102782"/>
                    <a:pt x="85625" y="105336"/>
                  </a:cubicBezTo>
                  <a:cubicBezTo>
                    <a:pt x="88181" y="107889"/>
                    <a:pt x="88181" y="111720"/>
                    <a:pt x="85625" y="114273"/>
                  </a:cubicBezTo>
                  <a:cubicBezTo>
                    <a:pt x="84347" y="115550"/>
                    <a:pt x="83069" y="116188"/>
                    <a:pt x="81152" y="116188"/>
                  </a:cubicBezTo>
                  <a:cubicBezTo>
                    <a:pt x="79235" y="116188"/>
                    <a:pt x="77957" y="115550"/>
                    <a:pt x="76679" y="114273"/>
                  </a:cubicBezTo>
                  <a:cubicBezTo>
                    <a:pt x="74123" y="112358"/>
                    <a:pt x="74123" y="107889"/>
                    <a:pt x="76679" y="105336"/>
                  </a:cubicBezTo>
                  <a:close/>
                  <a:moveTo>
                    <a:pt x="46008" y="20429"/>
                  </a:moveTo>
                  <a:cubicBezTo>
                    <a:pt x="46008" y="19790"/>
                    <a:pt x="46646" y="19152"/>
                    <a:pt x="47285" y="18514"/>
                  </a:cubicBezTo>
                  <a:cubicBezTo>
                    <a:pt x="47285" y="17875"/>
                    <a:pt x="47925" y="17875"/>
                    <a:pt x="47925" y="17875"/>
                  </a:cubicBezTo>
                  <a:cubicBezTo>
                    <a:pt x="48564" y="17875"/>
                    <a:pt x="48564" y="17237"/>
                    <a:pt x="49203" y="17237"/>
                  </a:cubicBezTo>
                  <a:cubicBezTo>
                    <a:pt x="49841" y="17237"/>
                    <a:pt x="49841" y="17237"/>
                    <a:pt x="50480" y="16598"/>
                  </a:cubicBezTo>
                  <a:cubicBezTo>
                    <a:pt x="52398" y="15960"/>
                    <a:pt x="54954" y="16598"/>
                    <a:pt x="56231" y="18514"/>
                  </a:cubicBezTo>
                  <a:cubicBezTo>
                    <a:pt x="56870" y="19152"/>
                    <a:pt x="57509" y="19790"/>
                    <a:pt x="57509" y="20429"/>
                  </a:cubicBezTo>
                  <a:cubicBezTo>
                    <a:pt x="58788" y="22982"/>
                    <a:pt x="58148" y="25536"/>
                    <a:pt x="56231" y="27451"/>
                  </a:cubicBezTo>
                  <a:cubicBezTo>
                    <a:pt x="55593" y="28089"/>
                    <a:pt x="54954" y="28728"/>
                    <a:pt x="54314" y="28728"/>
                  </a:cubicBezTo>
                  <a:cubicBezTo>
                    <a:pt x="51119" y="30005"/>
                    <a:pt x="47285" y="28728"/>
                    <a:pt x="46008" y="25536"/>
                  </a:cubicBezTo>
                  <a:cubicBezTo>
                    <a:pt x="45369" y="23621"/>
                    <a:pt x="45369" y="21706"/>
                    <a:pt x="46008" y="20429"/>
                  </a:cubicBezTo>
                  <a:close/>
                  <a:moveTo>
                    <a:pt x="47285" y="47241"/>
                  </a:moveTo>
                  <a:cubicBezTo>
                    <a:pt x="49841" y="44688"/>
                    <a:pt x="53675" y="44688"/>
                    <a:pt x="56231" y="47241"/>
                  </a:cubicBezTo>
                  <a:cubicBezTo>
                    <a:pt x="57509" y="48518"/>
                    <a:pt x="58148" y="49795"/>
                    <a:pt x="58148" y="51710"/>
                  </a:cubicBezTo>
                  <a:cubicBezTo>
                    <a:pt x="58148" y="55541"/>
                    <a:pt x="55593" y="58094"/>
                    <a:pt x="51759" y="58094"/>
                  </a:cubicBezTo>
                  <a:cubicBezTo>
                    <a:pt x="49841" y="58094"/>
                    <a:pt x="48564" y="57456"/>
                    <a:pt x="47285" y="56179"/>
                  </a:cubicBezTo>
                  <a:cubicBezTo>
                    <a:pt x="46008" y="54902"/>
                    <a:pt x="45369" y="53625"/>
                    <a:pt x="45369" y="51710"/>
                  </a:cubicBezTo>
                  <a:cubicBezTo>
                    <a:pt x="45369" y="50433"/>
                    <a:pt x="46008" y="48518"/>
                    <a:pt x="47285" y="47241"/>
                  </a:cubicBezTo>
                  <a:lnTo>
                    <a:pt x="47285" y="47241"/>
                  </a:lnTo>
                  <a:close/>
                  <a:moveTo>
                    <a:pt x="17253" y="20429"/>
                  </a:moveTo>
                  <a:cubicBezTo>
                    <a:pt x="17892" y="19152"/>
                    <a:pt x="19170" y="17875"/>
                    <a:pt x="20448" y="17237"/>
                  </a:cubicBezTo>
                  <a:cubicBezTo>
                    <a:pt x="21087" y="17237"/>
                    <a:pt x="21087" y="16598"/>
                    <a:pt x="21726" y="16598"/>
                  </a:cubicBezTo>
                  <a:cubicBezTo>
                    <a:pt x="23643" y="15960"/>
                    <a:pt x="26199" y="16598"/>
                    <a:pt x="27477" y="18514"/>
                  </a:cubicBezTo>
                  <a:cubicBezTo>
                    <a:pt x="28755" y="19790"/>
                    <a:pt x="29394" y="21067"/>
                    <a:pt x="29394" y="22982"/>
                  </a:cubicBezTo>
                  <a:cubicBezTo>
                    <a:pt x="29394" y="24897"/>
                    <a:pt x="28755" y="26174"/>
                    <a:pt x="27477" y="27451"/>
                  </a:cubicBezTo>
                  <a:cubicBezTo>
                    <a:pt x="26838" y="28089"/>
                    <a:pt x="26199" y="28728"/>
                    <a:pt x="25560" y="28728"/>
                  </a:cubicBezTo>
                  <a:cubicBezTo>
                    <a:pt x="24921" y="28728"/>
                    <a:pt x="23643" y="29366"/>
                    <a:pt x="23004" y="29366"/>
                  </a:cubicBezTo>
                  <a:cubicBezTo>
                    <a:pt x="22365" y="29366"/>
                    <a:pt x="21087" y="29366"/>
                    <a:pt x="20448" y="28728"/>
                  </a:cubicBezTo>
                  <a:cubicBezTo>
                    <a:pt x="19809" y="28089"/>
                    <a:pt x="19170" y="28089"/>
                    <a:pt x="18531" y="27451"/>
                  </a:cubicBezTo>
                  <a:cubicBezTo>
                    <a:pt x="16614" y="25536"/>
                    <a:pt x="15975" y="22982"/>
                    <a:pt x="17253" y="20429"/>
                  </a:cubicBezTo>
                  <a:lnTo>
                    <a:pt x="17253" y="20429"/>
                  </a:lnTo>
                  <a:close/>
                  <a:moveTo>
                    <a:pt x="18531" y="47241"/>
                  </a:moveTo>
                  <a:cubicBezTo>
                    <a:pt x="21087" y="44688"/>
                    <a:pt x="24921" y="44688"/>
                    <a:pt x="27477" y="47241"/>
                  </a:cubicBezTo>
                  <a:cubicBezTo>
                    <a:pt x="28755" y="48518"/>
                    <a:pt x="29394" y="49795"/>
                    <a:pt x="29394" y="51710"/>
                  </a:cubicBezTo>
                  <a:cubicBezTo>
                    <a:pt x="29394" y="55541"/>
                    <a:pt x="26838" y="58094"/>
                    <a:pt x="23004" y="58094"/>
                  </a:cubicBezTo>
                  <a:cubicBezTo>
                    <a:pt x="21087" y="58094"/>
                    <a:pt x="19809" y="57456"/>
                    <a:pt x="18531" y="56179"/>
                  </a:cubicBezTo>
                  <a:cubicBezTo>
                    <a:pt x="17253" y="54902"/>
                    <a:pt x="16614" y="53625"/>
                    <a:pt x="16614" y="51710"/>
                  </a:cubicBezTo>
                  <a:cubicBezTo>
                    <a:pt x="16614" y="50433"/>
                    <a:pt x="17253" y="48518"/>
                    <a:pt x="18531" y="47241"/>
                  </a:cubicBezTo>
                  <a:lnTo>
                    <a:pt x="18531" y="47241"/>
                  </a:lnTo>
                  <a:close/>
                </a:path>
              </a:pathLst>
            </a:custGeom>
            <a:solidFill>
              <a:srgbClr val="0076A8"/>
            </a:solidFill>
            <a:ln w="6390" cap="flat">
              <a:noFill/>
              <a:prstDash val="solid"/>
              <a:miter/>
            </a:ln>
          </p:spPr>
          <p:txBody>
            <a:bodyPr rtlCol="0" anchor="ctr"/>
            <a:lstStyle/>
            <a:p>
              <a:endParaRPr lang="en-US"/>
            </a:p>
          </p:txBody>
        </p:sp>
        <p:sp>
          <p:nvSpPr>
            <p:cNvPr id="1333" name="Graphic 4">
              <a:extLst>
                <a:ext uri="{FF2B5EF4-FFF2-40B4-BE49-F238E27FC236}">
                  <a16:creationId xmlns:a16="http://schemas.microsoft.com/office/drawing/2014/main" id="{6554E436-B0EE-B841-B5E5-FA3DAAC3178D}"/>
                </a:ext>
              </a:extLst>
            </p:cNvPr>
            <p:cNvSpPr/>
            <p:nvPr/>
          </p:nvSpPr>
          <p:spPr>
            <a:xfrm>
              <a:off x="1952125" y="285571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90103 w 362313"/>
                <a:gd name="connsiteY6" fmla="*/ 253444 h 361971"/>
                <a:gd name="connsiteX7" fmla="*/ 283713 w 362313"/>
                <a:gd name="connsiteY7" fmla="*/ 259828 h 361971"/>
                <a:gd name="connsiteX8" fmla="*/ 79874 w 362313"/>
                <a:gd name="connsiteY8" fmla="*/ 259828 h 361971"/>
                <a:gd name="connsiteX9" fmla="*/ 73484 w 362313"/>
                <a:gd name="connsiteY9" fmla="*/ 253444 h 361971"/>
                <a:gd name="connsiteX10" fmla="*/ 73484 w 362313"/>
                <a:gd name="connsiteY10" fmla="*/ 107889 h 361971"/>
                <a:gd name="connsiteX11" fmla="*/ 79874 w 362313"/>
                <a:gd name="connsiteY11" fmla="*/ 101505 h 361971"/>
                <a:gd name="connsiteX12" fmla="*/ 283713 w 362313"/>
                <a:gd name="connsiteY12" fmla="*/ 101505 h 361971"/>
                <a:gd name="connsiteX13" fmla="*/ 290103 w 362313"/>
                <a:gd name="connsiteY13" fmla="*/ 107889 h 361971"/>
                <a:gd name="connsiteX14" fmla="*/ 290103 w 362313"/>
                <a:gd name="connsiteY14" fmla="*/ 25344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2313"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6"/>
                    <a:pt x="281796" y="0"/>
                    <a:pt x="181474" y="0"/>
                  </a:cubicBezTo>
                  <a:close/>
                  <a:moveTo>
                    <a:pt x="290103" y="253444"/>
                  </a:moveTo>
                  <a:cubicBezTo>
                    <a:pt x="290103" y="257274"/>
                    <a:pt x="287547" y="259828"/>
                    <a:pt x="283713" y="259828"/>
                  </a:cubicBezTo>
                  <a:lnTo>
                    <a:pt x="79874" y="259828"/>
                  </a:lnTo>
                  <a:cubicBezTo>
                    <a:pt x="76040" y="259828"/>
                    <a:pt x="73484" y="257274"/>
                    <a:pt x="73484" y="253444"/>
                  </a:cubicBezTo>
                  <a:lnTo>
                    <a:pt x="73484" y="107889"/>
                  </a:lnTo>
                  <a:cubicBezTo>
                    <a:pt x="73484" y="104059"/>
                    <a:pt x="76040" y="101505"/>
                    <a:pt x="79874" y="101505"/>
                  </a:cubicBezTo>
                  <a:lnTo>
                    <a:pt x="283713" y="101505"/>
                  </a:lnTo>
                  <a:cubicBezTo>
                    <a:pt x="287547" y="101505"/>
                    <a:pt x="290103" y="104059"/>
                    <a:pt x="290103" y="107889"/>
                  </a:cubicBezTo>
                  <a:lnTo>
                    <a:pt x="290103" y="253444"/>
                  </a:lnTo>
                  <a:close/>
                </a:path>
              </a:pathLst>
            </a:custGeom>
            <a:solidFill>
              <a:srgbClr val="0076A8"/>
            </a:solidFill>
            <a:ln w="6390" cap="flat">
              <a:noFill/>
              <a:prstDash val="solid"/>
              <a:miter/>
            </a:ln>
          </p:spPr>
          <p:txBody>
            <a:bodyPr rtlCol="0" anchor="ctr"/>
            <a:lstStyle/>
            <a:p>
              <a:endParaRPr lang="en-US"/>
            </a:p>
          </p:txBody>
        </p:sp>
      </p:grpSp>
      <p:grpSp>
        <p:nvGrpSpPr>
          <p:cNvPr id="1334" name="Graphic 4">
            <a:extLst>
              <a:ext uri="{FF2B5EF4-FFF2-40B4-BE49-F238E27FC236}">
                <a16:creationId xmlns:a16="http://schemas.microsoft.com/office/drawing/2014/main" id="{DC31FA59-B9F1-E548-969F-2094184F1004}"/>
              </a:ext>
            </a:extLst>
          </p:cNvPr>
          <p:cNvGrpSpPr>
            <a:grpSpLocks noChangeAspect="1"/>
          </p:cNvGrpSpPr>
          <p:nvPr/>
        </p:nvGrpSpPr>
        <p:grpSpPr>
          <a:xfrm>
            <a:off x="905454" y="2371173"/>
            <a:ext cx="362309" cy="362610"/>
            <a:chOff x="905454" y="2371173"/>
            <a:chExt cx="362309" cy="362610"/>
          </a:xfrm>
          <a:solidFill>
            <a:srgbClr val="0076A8"/>
          </a:solidFill>
        </p:grpSpPr>
        <p:sp>
          <p:nvSpPr>
            <p:cNvPr id="1335" name="Graphic 4">
              <a:extLst>
                <a:ext uri="{FF2B5EF4-FFF2-40B4-BE49-F238E27FC236}">
                  <a16:creationId xmlns:a16="http://schemas.microsoft.com/office/drawing/2014/main" id="{B2A0CA19-918E-1F4D-8129-750F2B90A33A}"/>
                </a:ext>
              </a:extLst>
            </p:cNvPr>
            <p:cNvSpPr/>
            <p:nvPr/>
          </p:nvSpPr>
          <p:spPr>
            <a:xfrm>
              <a:off x="989801" y="2500130"/>
              <a:ext cx="46007" cy="134063"/>
            </a:xfrm>
            <a:custGeom>
              <a:avLst/>
              <a:gdLst>
                <a:gd name="connsiteX0" fmla="*/ 16614 w 46007"/>
                <a:gd name="connsiteY0" fmla="*/ 110443 h 134063"/>
                <a:gd name="connsiteX1" fmla="*/ 23004 w 46007"/>
                <a:gd name="connsiteY1" fmla="*/ 104059 h 134063"/>
                <a:gd name="connsiteX2" fmla="*/ 29394 w 46007"/>
                <a:gd name="connsiteY2" fmla="*/ 110443 h 134063"/>
                <a:gd name="connsiteX3" fmla="*/ 29394 w 46007"/>
                <a:gd name="connsiteY3" fmla="*/ 134064 h 134063"/>
                <a:gd name="connsiteX4" fmla="*/ 46008 w 46007"/>
                <a:gd name="connsiteY4" fmla="*/ 134064 h 134063"/>
                <a:gd name="connsiteX5" fmla="*/ 46008 w 46007"/>
                <a:gd name="connsiteY5" fmla="*/ 0 h 134063"/>
                <a:gd name="connsiteX6" fmla="*/ 0 w 46007"/>
                <a:gd name="connsiteY6" fmla="*/ 0 h 134063"/>
                <a:gd name="connsiteX7" fmla="*/ 0 w 46007"/>
                <a:gd name="connsiteY7" fmla="*/ 134064 h 134063"/>
                <a:gd name="connsiteX8" fmla="*/ 16614 w 46007"/>
                <a:gd name="connsiteY8" fmla="*/ 134064 h 134063"/>
                <a:gd name="connsiteX9" fmla="*/ 16614 w 46007"/>
                <a:gd name="connsiteY9" fmla="*/ 110443 h 134063"/>
                <a:gd name="connsiteX10" fmla="*/ 17253 w 46007"/>
                <a:gd name="connsiteY10" fmla="*/ 19790 h 134063"/>
                <a:gd name="connsiteX11" fmla="*/ 18531 w 46007"/>
                <a:gd name="connsiteY11" fmla="*/ 17875 h 134063"/>
                <a:gd name="connsiteX12" fmla="*/ 24282 w 46007"/>
                <a:gd name="connsiteY12" fmla="*/ 15960 h 134063"/>
                <a:gd name="connsiteX13" fmla="*/ 25560 w 46007"/>
                <a:gd name="connsiteY13" fmla="*/ 16598 h 134063"/>
                <a:gd name="connsiteX14" fmla="*/ 26838 w 46007"/>
                <a:gd name="connsiteY14" fmla="*/ 17237 h 134063"/>
                <a:gd name="connsiteX15" fmla="*/ 27477 w 46007"/>
                <a:gd name="connsiteY15" fmla="*/ 17875 h 134063"/>
                <a:gd name="connsiteX16" fmla="*/ 28755 w 46007"/>
                <a:gd name="connsiteY16" fmla="*/ 19790 h 134063"/>
                <a:gd name="connsiteX17" fmla="*/ 29394 w 46007"/>
                <a:gd name="connsiteY17" fmla="*/ 22344 h 134063"/>
                <a:gd name="connsiteX18" fmla="*/ 27477 w 46007"/>
                <a:gd name="connsiteY18" fmla="*/ 26813 h 134063"/>
                <a:gd name="connsiteX19" fmla="*/ 25560 w 46007"/>
                <a:gd name="connsiteY19" fmla="*/ 28089 h 134063"/>
                <a:gd name="connsiteX20" fmla="*/ 18531 w 46007"/>
                <a:gd name="connsiteY20" fmla="*/ 26813 h 134063"/>
                <a:gd name="connsiteX21" fmla="*/ 16614 w 46007"/>
                <a:gd name="connsiteY21" fmla="*/ 22344 h 134063"/>
                <a:gd name="connsiteX22" fmla="*/ 17253 w 46007"/>
                <a:gd name="connsiteY22" fmla="*/ 19790 h 134063"/>
                <a:gd name="connsiteX23" fmla="*/ 17253 w 46007"/>
                <a:gd name="connsiteY23" fmla="*/ 19790 h 134063"/>
                <a:gd name="connsiteX24" fmla="*/ 17253 w 46007"/>
                <a:gd name="connsiteY24" fmla="*/ 49157 h 134063"/>
                <a:gd name="connsiteX25" fmla="*/ 18531 w 46007"/>
                <a:gd name="connsiteY25" fmla="*/ 47241 h 134063"/>
                <a:gd name="connsiteX26" fmla="*/ 20448 w 46007"/>
                <a:gd name="connsiteY26" fmla="*/ 45965 h 134063"/>
                <a:gd name="connsiteX27" fmla="*/ 21726 w 46007"/>
                <a:gd name="connsiteY27" fmla="*/ 45326 h 134063"/>
                <a:gd name="connsiteX28" fmla="*/ 24282 w 46007"/>
                <a:gd name="connsiteY28" fmla="*/ 45326 h 134063"/>
                <a:gd name="connsiteX29" fmla="*/ 25560 w 46007"/>
                <a:gd name="connsiteY29" fmla="*/ 45965 h 134063"/>
                <a:gd name="connsiteX30" fmla="*/ 27477 w 46007"/>
                <a:gd name="connsiteY30" fmla="*/ 47241 h 134063"/>
                <a:gd name="connsiteX31" fmla="*/ 28755 w 46007"/>
                <a:gd name="connsiteY31" fmla="*/ 49157 h 134063"/>
                <a:gd name="connsiteX32" fmla="*/ 28755 w 46007"/>
                <a:gd name="connsiteY32" fmla="*/ 54264 h 134063"/>
                <a:gd name="connsiteX33" fmla="*/ 25560 w 46007"/>
                <a:gd name="connsiteY33" fmla="*/ 57456 h 134063"/>
                <a:gd name="connsiteX34" fmla="*/ 23004 w 46007"/>
                <a:gd name="connsiteY34" fmla="*/ 58094 h 134063"/>
                <a:gd name="connsiteX35" fmla="*/ 20448 w 46007"/>
                <a:gd name="connsiteY35" fmla="*/ 57456 h 134063"/>
                <a:gd name="connsiteX36" fmla="*/ 16614 w 46007"/>
                <a:gd name="connsiteY36" fmla="*/ 51710 h 134063"/>
                <a:gd name="connsiteX37" fmla="*/ 17253 w 46007"/>
                <a:gd name="connsiteY37" fmla="*/ 49157 h 134063"/>
                <a:gd name="connsiteX38" fmla="*/ 17253 w 46007"/>
                <a:gd name="connsiteY38" fmla="*/ 49157 h 134063"/>
                <a:gd name="connsiteX39" fmla="*/ 17253 w 46007"/>
                <a:gd name="connsiteY39" fmla="*/ 78523 h 134063"/>
                <a:gd name="connsiteX40" fmla="*/ 18531 w 46007"/>
                <a:gd name="connsiteY40" fmla="*/ 76608 h 134063"/>
                <a:gd name="connsiteX41" fmla="*/ 27477 w 46007"/>
                <a:gd name="connsiteY41" fmla="*/ 76608 h 134063"/>
                <a:gd name="connsiteX42" fmla="*/ 27477 w 46007"/>
                <a:gd name="connsiteY42" fmla="*/ 76608 h 134063"/>
                <a:gd name="connsiteX43" fmla="*/ 28755 w 46007"/>
                <a:gd name="connsiteY43" fmla="*/ 78523 h 134063"/>
                <a:gd name="connsiteX44" fmla="*/ 29394 w 46007"/>
                <a:gd name="connsiteY44" fmla="*/ 81077 h 134063"/>
                <a:gd name="connsiteX45" fmla="*/ 23004 w 46007"/>
                <a:gd name="connsiteY45" fmla="*/ 87461 h 134063"/>
                <a:gd name="connsiteX46" fmla="*/ 20448 w 46007"/>
                <a:gd name="connsiteY46" fmla="*/ 86822 h 134063"/>
                <a:gd name="connsiteX47" fmla="*/ 18531 w 46007"/>
                <a:gd name="connsiteY47" fmla="*/ 85545 h 134063"/>
                <a:gd name="connsiteX48" fmla="*/ 16614 w 46007"/>
                <a:gd name="connsiteY48" fmla="*/ 81077 h 134063"/>
                <a:gd name="connsiteX49" fmla="*/ 17253 w 46007"/>
                <a:gd name="connsiteY49" fmla="*/ 78523 h 134063"/>
                <a:gd name="connsiteX50" fmla="*/ 17253 w 46007"/>
                <a:gd name="connsiteY50" fmla="*/ 78523 h 134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6007" h="134063">
                  <a:moveTo>
                    <a:pt x="16614" y="110443"/>
                  </a:moveTo>
                  <a:cubicBezTo>
                    <a:pt x="16614" y="106613"/>
                    <a:pt x="19170" y="104059"/>
                    <a:pt x="23004" y="104059"/>
                  </a:cubicBezTo>
                  <a:cubicBezTo>
                    <a:pt x="26838" y="104059"/>
                    <a:pt x="29394" y="106613"/>
                    <a:pt x="29394" y="110443"/>
                  </a:cubicBezTo>
                  <a:lnTo>
                    <a:pt x="29394" y="134064"/>
                  </a:lnTo>
                  <a:lnTo>
                    <a:pt x="46008" y="134064"/>
                  </a:lnTo>
                  <a:lnTo>
                    <a:pt x="46008" y="0"/>
                  </a:lnTo>
                  <a:lnTo>
                    <a:pt x="0" y="0"/>
                  </a:lnTo>
                  <a:lnTo>
                    <a:pt x="0" y="134064"/>
                  </a:lnTo>
                  <a:lnTo>
                    <a:pt x="16614" y="134064"/>
                  </a:lnTo>
                  <a:lnTo>
                    <a:pt x="16614" y="110443"/>
                  </a:lnTo>
                  <a:close/>
                  <a:moveTo>
                    <a:pt x="17253" y="19790"/>
                  </a:moveTo>
                  <a:cubicBezTo>
                    <a:pt x="17253" y="19152"/>
                    <a:pt x="17892" y="18514"/>
                    <a:pt x="18531" y="17875"/>
                  </a:cubicBezTo>
                  <a:cubicBezTo>
                    <a:pt x="19809" y="16598"/>
                    <a:pt x="22365" y="15960"/>
                    <a:pt x="24282" y="15960"/>
                  </a:cubicBezTo>
                  <a:lnTo>
                    <a:pt x="25560" y="16598"/>
                  </a:lnTo>
                  <a:lnTo>
                    <a:pt x="26838" y="17237"/>
                  </a:lnTo>
                  <a:cubicBezTo>
                    <a:pt x="27477" y="17237"/>
                    <a:pt x="27477" y="17875"/>
                    <a:pt x="27477" y="17875"/>
                  </a:cubicBezTo>
                  <a:cubicBezTo>
                    <a:pt x="28116" y="18514"/>
                    <a:pt x="28755" y="19152"/>
                    <a:pt x="28755" y="19790"/>
                  </a:cubicBezTo>
                  <a:cubicBezTo>
                    <a:pt x="29394" y="20429"/>
                    <a:pt x="29394" y="21067"/>
                    <a:pt x="29394" y="22344"/>
                  </a:cubicBezTo>
                  <a:cubicBezTo>
                    <a:pt x="29394" y="24259"/>
                    <a:pt x="28755" y="25536"/>
                    <a:pt x="27477" y="26813"/>
                  </a:cubicBezTo>
                  <a:cubicBezTo>
                    <a:pt x="26838" y="27451"/>
                    <a:pt x="26199" y="28089"/>
                    <a:pt x="25560" y="28089"/>
                  </a:cubicBezTo>
                  <a:cubicBezTo>
                    <a:pt x="23004" y="29366"/>
                    <a:pt x="20448" y="28728"/>
                    <a:pt x="18531" y="26813"/>
                  </a:cubicBezTo>
                  <a:cubicBezTo>
                    <a:pt x="17253" y="25536"/>
                    <a:pt x="16614" y="24259"/>
                    <a:pt x="16614" y="22344"/>
                  </a:cubicBezTo>
                  <a:cubicBezTo>
                    <a:pt x="16614" y="21706"/>
                    <a:pt x="17253" y="21067"/>
                    <a:pt x="17253" y="19790"/>
                  </a:cubicBezTo>
                  <a:lnTo>
                    <a:pt x="17253" y="19790"/>
                  </a:lnTo>
                  <a:close/>
                  <a:moveTo>
                    <a:pt x="17253" y="49157"/>
                  </a:moveTo>
                  <a:cubicBezTo>
                    <a:pt x="17253" y="48518"/>
                    <a:pt x="17892" y="47880"/>
                    <a:pt x="18531" y="47241"/>
                  </a:cubicBezTo>
                  <a:cubicBezTo>
                    <a:pt x="19170" y="46603"/>
                    <a:pt x="19809" y="45965"/>
                    <a:pt x="20448" y="45965"/>
                  </a:cubicBezTo>
                  <a:lnTo>
                    <a:pt x="21726" y="45326"/>
                  </a:lnTo>
                  <a:cubicBezTo>
                    <a:pt x="22365" y="45326"/>
                    <a:pt x="23643" y="45326"/>
                    <a:pt x="24282" y="45326"/>
                  </a:cubicBezTo>
                  <a:cubicBezTo>
                    <a:pt x="24921" y="45326"/>
                    <a:pt x="24921" y="45326"/>
                    <a:pt x="25560" y="45965"/>
                  </a:cubicBezTo>
                  <a:cubicBezTo>
                    <a:pt x="26199" y="46603"/>
                    <a:pt x="26838" y="46603"/>
                    <a:pt x="27477" y="47241"/>
                  </a:cubicBezTo>
                  <a:cubicBezTo>
                    <a:pt x="28116" y="47880"/>
                    <a:pt x="28755" y="48518"/>
                    <a:pt x="28755" y="49157"/>
                  </a:cubicBezTo>
                  <a:cubicBezTo>
                    <a:pt x="29394" y="50433"/>
                    <a:pt x="29394" y="52349"/>
                    <a:pt x="28755" y="54264"/>
                  </a:cubicBezTo>
                  <a:cubicBezTo>
                    <a:pt x="28116" y="56179"/>
                    <a:pt x="26838" y="56817"/>
                    <a:pt x="25560" y="57456"/>
                  </a:cubicBezTo>
                  <a:cubicBezTo>
                    <a:pt x="24921" y="58094"/>
                    <a:pt x="24282" y="58094"/>
                    <a:pt x="23004" y="58094"/>
                  </a:cubicBezTo>
                  <a:cubicBezTo>
                    <a:pt x="22365" y="58094"/>
                    <a:pt x="21087" y="58094"/>
                    <a:pt x="20448" y="57456"/>
                  </a:cubicBezTo>
                  <a:cubicBezTo>
                    <a:pt x="17892" y="56179"/>
                    <a:pt x="16614" y="54264"/>
                    <a:pt x="16614" y="51710"/>
                  </a:cubicBezTo>
                  <a:cubicBezTo>
                    <a:pt x="16614" y="51072"/>
                    <a:pt x="17253" y="50433"/>
                    <a:pt x="17253" y="49157"/>
                  </a:cubicBezTo>
                  <a:lnTo>
                    <a:pt x="17253" y="49157"/>
                  </a:lnTo>
                  <a:close/>
                  <a:moveTo>
                    <a:pt x="17253" y="78523"/>
                  </a:moveTo>
                  <a:cubicBezTo>
                    <a:pt x="17253" y="77885"/>
                    <a:pt x="17892" y="77246"/>
                    <a:pt x="18531" y="76608"/>
                  </a:cubicBezTo>
                  <a:cubicBezTo>
                    <a:pt x="21087" y="74054"/>
                    <a:pt x="24921" y="74054"/>
                    <a:pt x="27477" y="76608"/>
                  </a:cubicBezTo>
                  <a:cubicBezTo>
                    <a:pt x="27477" y="76608"/>
                    <a:pt x="27477" y="76608"/>
                    <a:pt x="27477" y="76608"/>
                  </a:cubicBezTo>
                  <a:cubicBezTo>
                    <a:pt x="28116" y="77246"/>
                    <a:pt x="28755" y="77885"/>
                    <a:pt x="28755" y="78523"/>
                  </a:cubicBezTo>
                  <a:cubicBezTo>
                    <a:pt x="29394" y="79161"/>
                    <a:pt x="29394" y="80438"/>
                    <a:pt x="29394" y="81077"/>
                  </a:cubicBezTo>
                  <a:cubicBezTo>
                    <a:pt x="29394" y="84907"/>
                    <a:pt x="26199" y="87461"/>
                    <a:pt x="23004" y="87461"/>
                  </a:cubicBezTo>
                  <a:cubicBezTo>
                    <a:pt x="22365" y="87461"/>
                    <a:pt x="21087" y="87461"/>
                    <a:pt x="20448" y="86822"/>
                  </a:cubicBezTo>
                  <a:cubicBezTo>
                    <a:pt x="19809" y="86822"/>
                    <a:pt x="19170" y="86184"/>
                    <a:pt x="18531" y="85545"/>
                  </a:cubicBezTo>
                  <a:cubicBezTo>
                    <a:pt x="17253" y="84269"/>
                    <a:pt x="16614" y="82992"/>
                    <a:pt x="16614" y="81077"/>
                  </a:cubicBezTo>
                  <a:cubicBezTo>
                    <a:pt x="16614" y="80438"/>
                    <a:pt x="17253" y="79800"/>
                    <a:pt x="17253" y="78523"/>
                  </a:cubicBezTo>
                  <a:lnTo>
                    <a:pt x="17253" y="78523"/>
                  </a:lnTo>
                  <a:close/>
                </a:path>
              </a:pathLst>
            </a:custGeom>
            <a:solidFill>
              <a:srgbClr val="0076A8"/>
            </a:solidFill>
            <a:ln w="6390" cap="flat">
              <a:noFill/>
              <a:prstDash val="solid"/>
              <a:miter/>
            </a:ln>
          </p:spPr>
          <p:txBody>
            <a:bodyPr rtlCol="0" anchor="ctr"/>
            <a:lstStyle/>
            <a:p>
              <a:endParaRPr lang="en-US"/>
            </a:p>
          </p:txBody>
        </p:sp>
        <p:sp>
          <p:nvSpPr>
            <p:cNvPr id="1336" name="Graphic 4">
              <a:extLst>
                <a:ext uri="{FF2B5EF4-FFF2-40B4-BE49-F238E27FC236}">
                  <a16:creationId xmlns:a16="http://schemas.microsoft.com/office/drawing/2014/main" id="{1F07A408-28ED-C24F-8D28-84536D98CA86}"/>
                </a:ext>
              </a:extLst>
            </p:cNvPr>
            <p:cNvSpPr/>
            <p:nvPr/>
          </p:nvSpPr>
          <p:spPr>
            <a:xfrm>
              <a:off x="1137408" y="2500130"/>
              <a:ext cx="46007" cy="134063"/>
            </a:xfrm>
            <a:custGeom>
              <a:avLst/>
              <a:gdLst>
                <a:gd name="connsiteX0" fmla="*/ 0 w 46007"/>
                <a:gd name="connsiteY0" fmla="*/ 134064 h 134063"/>
                <a:gd name="connsiteX1" fmla="*/ 16614 w 46007"/>
                <a:gd name="connsiteY1" fmla="*/ 134064 h 134063"/>
                <a:gd name="connsiteX2" fmla="*/ 16614 w 46007"/>
                <a:gd name="connsiteY2" fmla="*/ 111081 h 134063"/>
                <a:gd name="connsiteX3" fmla="*/ 23004 w 46007"/>
                <a:gd name="connsiteY3" fmla="*/ 104697 h 134063"/>
                <a:gd name="connsiteX4" fmla="*/ 29394 w 46007"/>
                <a:gd name="connsiteY4" fmla="*/ 111081 h 134063"/>
                <a:gd name="connsiteX5" fmla="*/ 29394 w 46007"/>
                <a:gd name="connsiteY5" fmla="*/ 134064 h 134063"/>
                <a:gd name="connsiteX6" fmla="*/ 46008 w 46007"/>
                <a:gd name="connsiteY6" fmla="*/ 134064 h 134063"/>
                <a:gd name="connsiteX7" fmla="*/ 46008 w 46007"/>
                <a:gd name="connsiteY7" fmla="*/ 0 h 134063"/>
                <a:gd name="connsiteX8" fmla="*/ 0 w 46007"/>
                <a:gd name="connsiteY8" fmla="*/ 0 h 134063"/>
                <a:gd name="connsiteX9" fmla="*/ 0 w 46007"/>
                <a:gd name="connsiteY9" fmla="*/ 134064 h 134063"/>
                <a:gd name="connsiteX10" fmla="*/ 28755 w 46007"/>
                <a:gd name="connsiteY10" fmla="*/ 84269 h 134063"/>
                <a:gd name="connsiteX11" fmla="*/ 27477 w 46007"/>
                <a:gd name="connsiteY11" fmla="*/ 86184 h 134063"/>
                <a:gd name="connsiteX12" fmla="*/ 25560 w 46007"/>
                <a:gd name="connsiteY12" fmla="*/ 87461 h 134063"/>
                <a:gd name="connsiteX13" fmla="*/ 23004 w 46007"/>
                <a:gd name="connsiteY13" fmla="*/ 88099 h 134063"/>
                <a:gd name="connsiteX14" fmla="*/ 20448 w 46007"/>
                <a:gd name="connsiteY14" fmla="*/ 87461 h 134063"/>
                <a:gd name="connsiteX15" fmla="*/ 18531 w 46007"/>
                <a:gd name="connsiteY15" fmla="*/ 86184 h 134063"/>
                <a:gd name="connsiteX16" fmla="*/ 16614 w 46007"/>
                <a:gd name="connsiteY16" fmla="*/ 81715 h 134063"/>
                <a:gd name="connsiteX17" fmla="*/ 17253 w 46007"/>
                <a:gd name="connsiteY17" fmla="*/ 79161 h 134063"/>
                <a:gd name="connsiteX18" fmla="*/ 18531 w 46007"/>
                <a:gd name="connsiteY18" fmla="*/ 77246 h 134063"/>
                <a:gd name="connsiteX19" fmla="*/ 20448 w 46007"/>
                <a:gd name="connsiteY19" fmla="*/ 75969 h 134063"/>
                <a:gd name="connsiteX20" fmla="*/ 21726 w 46007"/>
                <a:gd name="connsiteY20" fmla="*/ 75331 h 134063"/>
                <a:gd name="connsiteX21" fmla="*/ 27477 w 46007"/>
                <a:gd name="connsiteY21" fmla="*/ 77246 h 134063"/>
                <a:gd name="connsiteX22" fmla="*/ 28755 w 46007"/>
                <a:gd name="connsiteY22" fmla="*/ 79161 h 134063"/>
                <a:gd name="connsiteX23" fmla="*/ 29394 w 46007"/>
                <a:gd name="connsiteY23" fmla="*/ 81715 h 134063"/>
                <a:gd name="connsiteX24" fmla="*/ 28755 w 46007"/>
                <a:gd name="connsiteY24" fmla="*/ 84269 h 134063"/>
                <a:gd name="connsiteX25" fmla="*/ 28755 w 46007"/>
                <a:gd name="connsiteY25" fmla="*/ 84269 h 134063"/>
                <a:gd name="connsiteX26" fmla="*/ 17253 w 46007"/>
                <a:gd name="connsiteY26" fmla="*/ 20429 h 134063"/>
                <a:gd name="connsiteX27" fmla="*/ 18531 w 46007"/>
                <a:gd name="connsiteY27" fmla="*/ 18514 h 134063"/>
                <a:gd name="connsiteX28" fmla="*/ 19170 w 46007"/>
                <a:gd name="connsiteY28" fmla="*/ 17875 h 134063"/>
                <a:gd name="connsiteX29" fmla="*/ 20448 w 46007"/>
                <a:gd name="connsiteY29" fmla="*/ 17237 h 134063"/>
                <a:gd name="connsiteX30" fmla="*/ 21726 w 46007"/>
                <a:gd name="connsiteY30" fmla="*/ 16598 h 134063"/>
                <a:gd name="connsiteX31" fmla="*/ 27477 w 46007"/>
                <a:gd name="connsiteY31" fmla="*/ 18514 h 134063"/>
                <a:gd name="connsiteX32" fmla="*/ 28755 w 46007"/>
                <a:gd name="connsiteY32" fmla="*/ 20429 h 134063"/>
                <a:gd name="connsiteX33" fmla="*/ 29394 w 46007"/>
                <a:gd name="connsiteY33" fmla="*/ 22982 h 134063"/>
                <a:gd name="connsiteX34" fmla="*/ 27477 w 46007"/>
                <a:gd name="connsiteY34" fmla="*/ 27451 h 134063"/>
                <a:gd name="connsiteX35" fmla="*/ 20448 w 46007"/>
                <a:gd name="connsiteY35" fmla="*/ 28728 h 134063"/>
                <a:gd name="connsiteX36" fmla="*/ 18531 w 46007"/>
                <a:gd name="connsiteY36" fmla="*/ 27451 h 134063"/>
                <a:gd name="connsiteX37" fmla="*/ 16614 w 46007"/>
                <a:gd name="connsiteY37" fmla="*/ 22982 h 134063"/>
                <a:gd name="connsiteX38" fmla="*/ 17253 w 46007"/>
                <a:gd name="connsiteY38" fmla="*/ 20429 h 134063"/>
                <a:gd name="connsiteX39" fmla="*/ 17253 w 46007"/>
                <a:gd name="connsiteY39" fmla="*/ 20429 h 134063"/>
                <a:gd name="connsiteX40" fmla="*/ 17253 w 46007"/>
                <a:gd name="connsiteY40" fmla="*/ 49795 h 134063"/>
                <a:gd name="connsiteX41" fmla="*/ 18531 w 46007"/>
                <a:gd name="connsiteY41" fmla="*/ 47880 h 134063"/>
                <a:gd name="connsiteX42" fmla="*/ 24282 w 46007"/>
                <a:gd name="connsiteY42" fmla="*/ 45965 h 134063"/>
                <a:gd name="connsiteX43" fmla="*/ 25560 w 46007"/>
                <a:gd name="connsiteY43" fmla="*/ 46603 h 134063"/>
                <a:gd name="connsiteX44" fmla="*/ 27477 w 46007"/>
                <a:gd name="connsiteY44" fmla="*/ 47880 h 134063"/>
                <a:gd name="connsiteX45" fmla="*/ 28755 w 46007"/>
                <a:gd name="connsiteY45" fmla="*/ 49795 h 134063"/>
                <a:gd name="connsiteX46" fmla="*/ 25560 w 46007"/>
                <a:gd name="connsiteY46" fmla="*/ 58094 h 134063"/>
                <a:gd name="connsiteX47" fmla="*/ 17253 w 46007"/>
                <a:gd name="connsiteY47" fmla="*/ 54902 h 134063"/>
                <a:gd name="connsiteX48" fmla="*/ 17253 w 46007"/>
                <a:gd name="connsiteY48" fmla="*/ 54902 h 134063"/>
                <a:gd name="connsiteX49" fmla="*/ 17253 w 46007"/>
                <a:gd name="connsiteY49" fmla="*/ 49795 h 134063"/>
                <a:gd name="connsiteX50" fmla="*/ 17253 w 46007"/>
                <a:gd name="connsiteY50" fmla="*/ 49795 h 134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6007" h="134063">
                  <a:moveTo>
                    <a:pt x="0" y="134064"/>
                  </a:moveTo>
                  <a:lnTo>
                    <a:pt x="16614" y="134064"/>
                  </a:lnTo>
                  <a:lnTo>
                    <a:pt x="16614" y="111081"/>
                  </a:lnTo>
                  <a:cubicBezTo>
                    <a:pt x="16614" y="107251"/>
                    <a:pt x="19170" y="104697"/>
                    <a:pt x="23004" y="104697"/>
                  </a:cubicBezTo>
                  <a:cubicBezTo>
                    <a:pt x="26838" y="104697"/>
                    <a:pt x="29394" y="107251"/>
                    <a:pt x="29394" y="111081"/>
                  </a:cubicBezTo>
                  <a:lnTo>
                    <a:pt x="29394" y="134064"/>
                  </a:lnTo>
                  <a:lnTo>
                    <a:pt x="46008" y="134064"/>
                  </a:lnTo>
                  <a:lnTo>
                    <a:pt x="46008" y="0"/>
                  </a:lnTo>
                  <a:lnTo>
                    <a:pt x="0" y="0"/>
                  </a:lnTo>
                  <a:lnTo>
                    <a:pt x="0" y="134064"/>
                  </a:lnTo>
                  <a:close/>
                  <a:moveTo>
                    <a:pt x="28755" y="84269"/>
                  </a:moveTo>
                  <a:cubicBezTo>
                    <a:pt x="28116" y="84907"/>
                    <a:pt x="28116" y="85545"/>
                    <a:pt x="27477" y="86184"/>
                  </a:cubicBezTo>
                  <a:cubicBezTo>
                    <a:pt x="26838" y="86822"/>
                    <a:pt x="26199" y="87461"/>
                    <a:pt x="25560" y="87461"/>
                  </a:cubicBezTo>
                  <a:cubicBezTo>
                    <a:pt x="24921" y="87461"/>
                    <a:pt x="23643" y="88099"/>
                    <a:pt x="23004" y="88099"/>
                  </a:cubicBezTo>
                  <a:cubicBezTo>
                    <a:pt x="22365" y="88099"/>
                    <a:pt x="21087" y="88099"/>
                    <a:pt x="20448" y="87461"/>
                  </a:cubicBezTo>
                  <a:cubicBezTo>
                    <a:pt x="19809" y="87461"/>
                    <a:pt x="19170" y="86822"/>
                    <a:pt x="18531" y="86184"/>
                  </a:cubicBezTo>
                  <a:cubicBezTo>
                    <a:pt x="17253" y="84907"/>
                    <a:pt x="16614" y="83630"/>
                    <a:pt x="16614" y="81715"/>
                  </a:cubicBezTo>
                  <a:cubicBezTo>
                    <a:pt x="16614" y="81077"/>
                    <a:pt x="16614" y="79800"/>
                    <a:pt x="17253" y="79161"/>
                  </a:cubicBezTo>
                  <a:cubicBezTo>
                    <a:pt x="17253" y="78523"/>
                    <a:pt x="17892" y="77885"/>
                    <a:pt x="18531" y="77246"/>
                  </a:cubicBezTo>
                  <a:cubicBezTo>
                    <a:pt x="19170" y="76608"/>
                    <a:pt x="19809" y="75969"/>
                    <a:pt x="20448" y="75969"/>
                  </a:cubicBezTo>
                  <a:lnTo>
                    <a:pt x="21726" y="75331"/>
                  </a:lnTo>
                  <a:cubicBezTo>
                    <a:pt x="23643" y="74693"/>
                    <a:pt x="26199" y="75331"/>
                    <a:pt x="27477" y="77246"/>
                  </a:cubicBezTo>
                  <a:cubicBezTo>
                    <a:pt x="28116" y="77885"/>
                    <a:pt x="28755" y="78523"/>
                    <a:pt x="28755" y="79161"/>
                  </a:cubicBezTo>
                  <a:cubicBezTo>
                    <a:pt x="28755" y="79800"/>
                    <a:pt x="29394" y="81077"/>
                    <a:pt x="29394" y="81715"/>
                  </a:cubicBezTo>
                  <a:cubicBezTo>
                    <a:pt x="29394" y="82353"/>
                    <a:pt x="28755" y="82992"/>
                    <a:pt x="28755" y="84269"/>
                  </a:cubicBezTo>
                  <a:lnTo>
                    <a:pt x="28755" y="84269"/>
                  </a:lnTo>
                  <a:close/>
                  <a:moveTo>
                    <a:pt x="17253" y="20429"/>
                  </a:moveTo>
                  <a:cubicBezTo>
                    <a:pt x="17253" y="19790"/>
                    <a:pt x="17892" y="19152"/>
                    <a:pt x="18531" y="18514"/>
                  </a:cubicBezTo>
                  <a:cubicBezTo>
                    <a:pt x="18531" y="17875"/>
                    <a:pt x="19170" y="17875"/>
                    <a:pt x="19170" y="17875"/>
                  </a:cubicBezTo>
                  <a:lnTo>
                    <a:pt x="20448" y="17237"/>
                  </a:lnTo>
                  <a:lnTo>
                    <a:pt x="21726" y="16598"/>
                  </a:lnTo>
                  <a:cubicBezTo>
                    <a:pt x="23643" y="15960"/>
                    <a:pt x="26199" y="16598"/>
                    <a:pt x="27477" y="18514"/>
                  </a:cubicBezTo>
                  <a:cubicBezTo>
                    <a:pt x="28116" y="19152"/>
                    <a:pt x="28755" y="19790"/>
                    <a:pt x="28755" y="20429"/>
                  </a:cubicBezTo>
                  <a:cubicBezTo>
                    <a:pt x="28755" y="21067"/>
                    <a:pt x="29394" y="21706"/>
                    <a:pt x="29394" y="22982"/>
                  </a:cubicBezTo>
                  <a:cubicBezTo>
                    <a:pt x="29394" y="24897"/>
                    <a:pt x="28755" y="26174"/>
                    <a:pt x="27477" y="27451"/>
                  </a:cubicBezTo>
                  <a:cubicBezTo>
                    <a:pt x="25560" y="29366"/>
                    <a:pt x="23004" y="30005"/>
                    <a:pt x="20448" y="28728"/>
                  </a:cubicBezTo>
                  <a:cubicBezTo>
                    <a:pt x="19809" y="28728"/>
                    <a:pt x="19170" y="28089"/>
                    <a:pt x="18531" y="27451"/>
                  </a:cubicBezTo>
                  <a:cubicBezTo>
                    <a:pt x="17253" y="26174"/>
                    <a:pt x="16614" y="24897"/>
                    <a:pt x="16614" y="22982"/>
                  </a:cubicBezTo>
                  <a:cubicBezTo>
                    <a:pt x="16614" y="21706"/>
                    <a:pt x="16614" y="21067"/>
                    <a:pt x="17253" y="20429"/>
                  </a:cubicBezTo>
                  <a:lnTo>
                    <a:pt x="17253" y="20429"/>
                  </a:lnTo>
                  <a:close/>
                  <a:moveTo>
                    <a:pt x="17253" y="49795"/>
                  </a:moveTo>
                  <a:cubicBezTo>
                    <a:pt x="17892" y="49157"/>
                    <a:pt x="17892" y="48518"/>
                    <a:pt x="18531" y="47880"/>
                  </a:cubicBezTo>
                  <a:cubicBezTo>
                    <a:pt x="19809" y="46603"/>
                    <a:pt x="22365" y="45965"/>
                    <a:pt x="24282" y="45965"/>
                  </a:cubicBezTo>
                  <a:lnTo>
                    <a:pt x="25560" y="46603"/>
                  </a:lnTo>
                  <a:cubicBezTo>
                    <a:pt x="26199" y="46603"/>
                    <a:pt x="26838" y="47241"/>
                    <a:pt x="27477" y="47880"/>
                  </a:cubicBezTo>
                  <a:cubicBezTo>
                    <a:pt x="28116" y="48518"/>
                    <a:pt x="28755" y="49157"/>
                    <a:pt x="28755" y="49795"/>
                  </a:cubicBezTo>
                  <a:cubicBezTo>
                    <a:pt x="30033" y="52987"/>
                    <a:pt x="28755" y="56817"/>
                    <a:pt x="25560" y="58094"/>
                  </a:cubicBezTo>
                  <a:cubicBezTo>
                    <a:pt x="22365" y="59371"/>
                    <a:pt x="18531" y="58094"/>
                    <a:pt x="17253" y="54902"/>
                  </a:cubicBezTo>
                  <a:cubicBezTo>
                    <a:pt x="17253" y="54902"/>
                    <a:pt x="17253" y="54902"/>
                    <a:pt x="17253" y="54902"/>
                  </a:cubicBezTo>
                  <a:cubicBezTo>
                    <a:pt x="16614" y="52987"/>
                    <a:pt x="16614" y="51072"/>
                    <a:pt x="17253" y="49795"/>
                  </a:cubicBezTo>
                  <a:lnTo>
                    <a:pt x="17253" y="49795"/>
                  </a:lnTo>
                  <a:close/>
                </a:path>
              </a:pathLst>
            </a:custGeom>
            <a:solidFill>
              <a:srgbClr val="0076A8"/>
            </a:solidFill>
            <a:ln w="6390" cap="flat">
              <a:noFill/>
              <a:prstDash val="solid"/>
              <a:miter/>
            </a:ln>
          </p:spPr>
          <p:txBody>
            <a:bodyPr rtlCol="0" anchor="ctr"/>
            <a:lstStyle/>
            <a:p>
              <a:endParaRPr lang="en-US"/>
            </a:p>
          </p:txBody>
        </p:sp>
        <p:sp>
          <p:nvSpPr>
            <p:cNvPr id="1337" name="Graphic 4">
              <a:extLst>
                <a:ext uri="{FF2B5EF4-FFF2-40B4-BE49-F238E27FC236}">
                  <a16:creationId xmlns:a16="http://schemas.microsoft.com/office/drawing/2014/main" id="{D75D7C59-4564-2A4C-857B-915FF72D76AC}"/>
                </a:ext>
              </a:extLst>
            </p:cNvPr>
            <p:cNvSpPr/>
            <p:nvPr/>
          </p:nvSpPr>
          <p:spPr>
            <a:xfrm>
              <a:off x="1048588" y="2470125"/>
              <a:ext cx="76040" cy="164068"/>
            </a:xfrm>
            <a:custGeom>
              <a:avLst/>
              <a:gdLst>
                <a:gd name="connsiteX0" fmla="*/ 16614 w 76040"/>
                <a:gd name="connsiteY0" fmla="*/ 164068 h 164068"/>
                <a:gd name="connsiteX1" fmla="*/ 16614 w 76040"/>
                <a:gd name="connsiteY1" fmla="*/ 141086 h 164068"/>
                <a:gd name="connsiteX2" fmla="*/ 23004 w 76040"/>
                <a:gd name="connsiteY2" fmla="*/ 134702 h 164068"/>
                <a:gd name="connsiteX3" fmla="*/ 29394 w 76040"/>
                <a:gd name="connsiteY3" fmla="*/ 141086 h 164068"/>
                <a:gd name="connsiteX4" fmla="*/ 29394 w 76040"/>
                <a:gd name="connsiteY4" fmla="*/ 164068 h 164068"/>
                <a:gd name="connsiteX5" fmla="*/ 76040 w 76040"/>
                <a:gd name="connsiteY5" fmla="*/ 164068 h 164068"/>
                <a:gd name="connsiteX6" fmla="*/ 76040 w 76040"/>
                <a:gd name="connsiteY6" fmla="*/ 0 h 164068"/>
                <a:gd name="connsiteX7" fmla="*/ 0 w 76040"/>
                <a:gd name="connsiteY7" fmla="*/ 0 h 164068"/>
                <a:gd name="connsiteX8" fmla="*/ 0 w 76040"/>
                <a:gd name="connsiteY8" fmla="*/ 164068 h 164068"/>
                <a:gd name="connsiteX9" fmla="*/ 16614 w 76040"/>
                <a:gd name="connsiteY9" fmla="*/ 164068 h 164068"/>
                <a:gd name="connsiteX10" fmla="*/ 47925 w 76040"/>
                <a:gd name="connsiteY10" fmla="*/ 19152 h 164068"/>
                <a:gd name="connsiteX11" fmla="*/ 50480 w 76040"/>
                <a:gd name="connsiteY11" fmla="*/ 17237 h 164068"/>
                <a:gd name="connsiteX12" fmla="*/ 55592 w 76040"/>
                <a:gd name="connsiteY12" fmla="*/ 17237 h 164068"/>
                <a:gd name="connsiteX13" fmla="*/ 57509 w 76040"/>
                <a:gd name="connsiteY13" fmla="*/ 18514 h 164068"/>
                <a:gd name="connsiteX14" fmla="*/ 58787 w 76040"/>
                <a:gd name="connsiteY14" fmla="*/ 20429 h 164068"/>
                <a:gd name="connsiteX15" fmla="*/ 58787 w 76040"/>
                <a:gd name="connsiteY15" fmla="*/ 25536 h 164068"/>
                <a:gd name="connsiteX16" fmla="*/ 57509 w 76040"/>
                <a:gd name="connsiteY16" fmla="*/ 27451 h 164068"/>
                <a:gd name="connsiteX17" fmla="*/ 50480 w 76040"/>
                <a:gd name="connsiteY17" fmla="*/ 28728 h 164068"/>
                <a:gd name="connsiteX18" fmla="*/ 48563 w 76040"/>
                <a:gd name="connsiteY18" fmla="*/ 27451 h 164068"/>
                <a:gd name="connsiteX19" fmla="*/ 47285 w 76040"/>
                <a:gd name="connsiteY19" fmla="*/ 25536 h 164068"/>
                <a:gd name="connsiteX20" fmla="*/ 46646 w 76040"/>
                <a:gd name="connsiteY20" fmla="*/ 22982 h 164068"/>
                <a:gd name="connsiteX21" fmla="*/ 47925 w 76040"/>
                <a:gd name="connsiteY21" fmla="*/ 19152 h 164068"/>
                <a:gd name="connsiteX22" fmla="*/ 47925 w 76040"/>
                <a:gd name="connsiteY22" fmla="*/ 19152 h 164068"/>
                <a:gd name="connsiteX23" fmla="*/ 46646 w 76040"/>
                <a:gd name="connsiteY23" fmla="*/ 50434 h 164068"/>
                <a:gd name="connsiteX24" fmla="*/ 47925 w 76040"/>
                <a:gd name="connsiteY24" fmla="*/ 48518 h 164068"/>
                <a:gd name="connsiteX25" fmla="*/ 53675 w 76040"/>
                <a:gd name="connsiteY25" fmla="*/ 46603 h 164068"/>
                <a:gd name="connsiteX26" fmla="*/ 54953 w 76040"/>
                <a:gd name="connsiteY26" fmla="*/ 47242 h 164068"/>
                <a:gd name="connsiteX27" fmla="*/ 56231 w 76040"/>
                <a:gd name="connsiteY27" fmla="*/ 47880 h 164068"/>
                <a:gd name="connsiteX28" fmla="*/ 56870 w 76040"/>
                <a:gd name="connsiteY28" fmla="*/ 48518 h 164068"/>
                <a:gd name="connsiteX29" fmla="*/ 58787 w 76040"/>
                <a:gd name="connsiteY29" fmla="*/ 52987 h 164068"/>
                <a:gd name="connsiteX30" fmla="*/ 56870 w 76040"/>
                <a:gd name="connsiteY30" fmla="*/ 57456 h 164068"/>
                <a:gd name="connsiteX31" fmla="*/ 54953 w 76040"/>
                <a:gd name="connsiteY31" fmla="*/ 58733 h 164068"/>
                <a:gd name="connsiteX32" fmla="*/ 52397 w 76040"/>
                <a:gd name="connsiteY32" fmla="*/ 59371 h 164068"/>
                <a:gd name="connsiteX33" fmla="*/ 47925 w 76040"/>
                <a:gd name="connsiteY33" fmla="*/ 57456 h 164068"/>
                <a:gd name="connsiteX34" fmla="*/ 46008 w 76040"/>
                <a:gd name="connsiteY34" fmla="*/ 52987 h 164068"/>
                <a:gd name="connsiteX35" fmla="*/ 46646 w 76040"/>
                <a:gd name="connsiteY35" fmla="*/ 50434 h 164068"/>
                <a:gd name="connsiteX36" fmla="*/ 46646 w 76040"/>
                <a:gd name="connsiteY36" fmla="*/ 50434 h 164068"/>
                <a:gd name="connsiteX37" fmla="*/ 46646 w 76040"/>
                <a:gd name="connsiteY37" fmla="*/ 79800 h 164068"/>
                <a:gd name="connsiteX38" fmla="*/ 47925 w 76040"/>
                <a:gd name="connsiteY38" fmla="*/ 77885 h 164068"/>
                <a:gd name="connsiteX39" fmla="*/ 53675 w 76040"/>
                <a:gd name="connsiteY39" fmla="*/ 75970 h 164068"/>
                <a:gd name="connsiteX40" fmla="*/ 54953 w 76040"/>
                <a:gd name="connsiteY40" fmla="*/ 76608 h 164068"/>
                <a:gd name="connsiteX41" fmla="*/ 56870 w 76040"/>
                <a:gd name="connsiteY41" fmla="*/ 77885 h 164068"/>
                <a:gd name="connsiteX42" fmla="*/ 58148 w 76040"/>
                <a:gd name="connsiteY42" fmla="*/ 79800 h 164068"/>
                <a:gd name="connsiteX43" fmla="*/ 54953 w 76040"/>
                <a:gd name="connsiteY43" fmla="*/ 88099 h 164068"/>
                <a:gd name="connsiteX44" fmla="*/ 52397 w 76040"/>
                <a:gd name="connsiteY44" fmla="*/ 88738 h 164068"/>
                <a:gd name="connsiteX45" fmla="*/ 46008 w 76040"/>
                <a:gd name="connsiteY45" fmla="*/ 82354 h 164068"/>
                <a:gd name="connsiteX46" fmla="*/ 46646 w 76040"/>
                <a:gd name="connsiteY46" fmla="*/ 79800 h 164068"/>
                <a:gd name="connsiteX47" fmla="*/ 46646 w 76040"/>
                <a:gd name="connsiteY47" fmla="*/ 79800 h 164068"/>
                <a:gd name="connsiteX48" fmla="*/ 46646 w 76040"/>
                <a:gd name="connsiteY48" fmla="*/ 109166 h 164068"/>
                <a:gd name="connsiteX49" fmla="*/ 47925 w 76040"/>
                <a:gd name="connsiteY49" fmla="*/ 107251 h 164068"/>
                <a:gd name="connsiteX50" fmla="*/ 53675 w 76040"/>
                <a:gd name="connsiteY50" fmla="*/ 105336 h 164068"/>
                <a:gd name="connsiteX51" fmla="*/ 54953 w 76040"/>
                <a:gd name="connsiteY51" fmla="*/ 105974 h 164068"/>
                <a:gd name="connsiteX52" fmla="*/ 58148 w 76040"/>
                <a:gd name="connsiteY52" fmla="*/ 109166 h 164068"/>
                <a:gd name="connsiteX53" fmla="*/ 58787 w 76040"/>
                <a:gd name="connsiteY53" fmla="*/ 111720 h 164068"/>
                <a:gd name="connsiteX54" fmla="*/ 58148 w 76040"/>
                <a:gd name="connsiteY54" fmla="*/ 114273 h 164068"/>
                <a:gd name="connsiteX55" fmla="*/ 56870 w 76040"/>
                <a:gd name="connsiteY55" fmla="*/ 116189 h 164068"/>
                <a:gd name="connsiteX56" fmla="*/ 52397 w 76040"/>
                <a:gd name="connsiteY56" fmla="*/ 118104 h 164068"/>
                <a:gd name="connsiteX57" fmla="*/ 47925 w 76040"/>
                <a:gd name="connsiteY57" fmla="*/ 116189 h 164068"/>
                <a:gd name="connsiteX58" fmla="*/ 46646 w 76040"/>
                <a:gd name="connsiteY58" fmla="*/ 114273 h 164068"/>
                <a:gd name="connsiteX59" fmla="*/ 46008 w 76040"/>
                <a:gd name="connsiteY59" fmla="*/ 111720 h 164068"/>
                <a:gd name="connsiteX60" fmla="*/ 46646 w 76040"/>
                <a:gd name="connsiteY60" fmla="*/ 109166 h 164068"/>
                <a:gd name="connsiteX61" fmla="*/ 46646 w 76040"/>
                <a:gd name="connsiteY61" fmla="*/ 109166 h 164068"/>
                <a:gd name="connsiteX62" fmla="*/ 46646 w 76040"/>
                <a:gd name="connsiteY62" fmla="*/ 138533 h 164068"/>
                <a:gd name="connsiteX63" fmla="*/ 47925 w 76040"/>
                <a:gd name="connsiteY63" fmla="*/ 136617 h 164068"/>
                <a:gd name="connsiteX64" fmla="*/ 49841 w 76040"/>
                <a:gd name="connsiteY64" fmla="*/ 135341 h 164068"/>
                <a:gd name="connsiteX65" fmla="*/ 56870 w 76040"/>
                <a:gd name="connsiteY65" fmla="*/ 136617 h 164068"/>
                <a:gd name="connsiteX66" fmla="*/ 58148 w 76040"/>
                <a:gd name="connsiteY66" fmla="*/ 138533 h 164068"/>
                <a:gd name="connsiteX67" fmla="*/ 56870 w 76040"/>
                <a:gd name="connsiteY67" fmla="*/ 145555 h 164068"/>
                <a:gd name="connsiteX68" fmla="*/ 54953 w 76040"/>
                <a:gd name="connsiteY68" fmla="*/ 146832 h 164068"/>
                <a:gd name="connsiteX69" fmla="*/ 52397 w 76040"/>
                <a:gd name="connsiteY69" fmla="*/ 147470 h 164068"/>
                <a:gd name="connsiteX70" fmla="*/ 47925 w 76040"/>
                <a:gd name="connsiteY70" fmla="*/ 145555 h 164068"/>
                <a:gd name="connsiteX71" fmla="*/ 46646 w 76040"/>
                <a:gd name="connsiteY71" fmla="*/ 138533 h 164068"/>
                <a:gd name="connsiteX72" fmla="*/ 17253 w 76040"/>
                <a:gd name="connsiteY72" fmla="*/ 21067 h 164068"/>
                <a:gd name="connsiteX73" fmla="*/ 18531 w 76040"/>
                <a:gd name="connsiteY73" fmla="*/ 19152 h 164068"/>
                <a:gd name="connsiteX74" fmla="*/ 19170 w 76040"/>
                <a:gd name="connsiteY74" fmla="*/ 18514 h 164068"/>
                <a:gd name="connsiteX75" fmla="*/ 20448 w 76040"/>
                <a:gd name="connsiteY75" fmla="*/ 17875 h 164068"/>
                <a:gd name="connsiteX76" fmla="*/ 21726 w 76040"/>
                <a:gd name="connsiteY76" fmla="*/ 17237 h 164068"/>
                <a:gd name="connsiteX77" fmla="*/ 24282 w 76040"/>
                <a:gd name="connsiteY77" fmla="*/ 17237 h 164068"/>
                <a:gd name="connsiteX78" fmla="*/ 25560 w 76040"/>
                <a:gd name="connsiteY78" fmla="*/ 17875 h 164068"/>
                <a:gd name="connsiteX79" fmla="*/ 26838 w 76040"/>
                <a:gd name="connsiteY79" fmla="*/ 18514 h 164068"/>
                <a:gd name="connsiteX80" fmla="*/ 27477 w 76040"/>
                <a:gd name="connsiteY80" fmla="*/ 19152 h 164068"/>
                <a:gd name="connsiteX81" fmla="*/ 29394 w 76040"/>
                <a:gd name="connsiteY81" fmla="*/ 23621 h 164068"/>
                <a:gd name="connsiteX82" fmla="*/ 27477 w 76040"/>
                <a:gd name="connsiteY82" fmla="*/ 28090 h 164068"/>
                <a:gd name="connsiteX83" fmla="*/ 23004 w 76040"/>
                <a:gd name="connsiteY83" fmla="*/ 30005 h 164068"/>
                <a:gd name="connsiteX84" fmla="*/ 20448 w 76040"/>
                <a:gd name="connsiteY84" fmla="*/ 29366 h 164068"/>
                <a:gd name="connsiteX85" fmla="*/ 18531 w 76040"/>
                <a:gd name="connsiteY85" fmla="*/ 28090 h 164068"/>
                <a:gd name="connsiteX86" fmla="*/ 16614 w 76040"/>
                <a:gd name="connsiteY86" fmla="*/ 23621 h 164068"/>
                <a:gd name="connsiteX87" fmla="*/ 17253 w 76040"/>
                <a:gd name="connsiteY87" fmla="*/ 21067 h 164068"/>
                <a:gd name="connsiteX88" fmla="*/ 17253 w 76040"/>
                <a:gd name="connsiteY88" fmla="*/ 21067 h 164068"/>
                <a:gd name="connsiteX89" fmla="*/ 17253 w 76040"/>
                <a:gd name="connsiteY89" fmla="*/ 50434 h 164068"/>
                <a:gd name="connsiteX90" fmla="*/ 18531 w 76040"/>
                <a:gd name="connsiteY90" fmla="*/ 48518 h 164068"/>
                <a:gd name="connsiteX91" fmla="*/ 19170 w 76040"/>
                <a:gd name="connsiteY91" fmla="*/ 47880 h 164068"/>
                <a:gd name="connsiteX92" fmla="*/ 20448 w 76040"/>
                <a:gd name="connsiteY92" fmla="*/ 47242 h 164068"/>
                <a:gd name="connsiteX93" fmla="*/ 21726 w 76040"/>
                <a:gd name="connsiteY93" fmla="*/ 46603 h 164068"/>
                <a:gd name="connsiteX94" fmla="*/ 27477 w 76040"/>
                <a:gd name="connsiteY94" fmla="*/ 48518 h 164068"/>
                <a:gd name="connsiteX95" fmla="*/ 28755 w 76040"/>
                <a:gd name="connsiteY95" fmla="*/ 50434 h 164068"/>
                <a:gd name="connsiteX96" fmla="*/ 29394 w 76040"/>
                <a:gd name="connsiteY96" fmla="*/ 52987 h 164068"/>
                <a:gd name="connsiteX97" fmla="*/ 23004 w 76040"/>
                <a:gd name="connsiteY97" fmla="*/ 59371 h 164068"/>
                <a:gd name="connsiteX98" fmla="*/ 20448 w 76040"/>
                <a:gd name="connsiteY98" fmla="*/ 58733 h 164068"/>
                <a:gd name="connsiteX99" fmla="*/ 18531 w 76040"/>
                <a:gd name="connsiteY99" fmla="*/ 57456 h 164068"/>
                <a:gd name="connsiteX100" fmla="*/ 16614 w 76040"/>
                <a:gd name="connsiteY100" fmla="*/ 52987 h 164068"/>
                <a:gd name="connsiteX101" fmla="*/ 17253 w 76040"/>
                <a:gd name="connsiteY101" fmla="*/ 50434 h 164068"/>
                <a:gd name="connsiteX102" fmla="*/ 17253 w 76040"/>
                <a:gd name="connsiteY102" fmla="*/ 50434 h 164068"/>
                <a:gd name="connsiteX103" fmla="*/ 17253 w 76040"/>
                <a:gd name="connsiteY103" fmla="*/ 79800 h 164068"/>
                <a:gd name="connsiteX104" fmla="*/ 18531 w 76040"/>
                <a:gd name="connsiteY104" fmla="*/ 77885 h 164068"/>
                <a:gd name="connsiteX105" fmla="*/ 19170 w 76040"/>
                <a:gd name="connsiteY105" fmla="*/ 77246 h 164068"/>
                <a:gd name="connsiteX106" fmla="*/ 20448 w 76040"/>
                <a:gd name="connsiteY106" fmla="*/ 76608 h 164068"/>
                <a:gd name="connsiteX107" fmla="*/ 21726 w 76040"/>
                <a:gd name="connsiteY107" fmla="*/ 75970 h 164068"/>
                <a:gd name="connsiteX108" fmla="*/ 27477 w 76040"/>
                <a:gd name="connsiteY108" fmla="*/ 77885 h 164068"/>
                <a:gd name="connsiteX109" fmla="*/ 28755 w 76040"/>
                <a:gd name="connsiteY109" fmla="*/ 79800 h 164068"/>
                <a:gd name="connsiteX110" fmla="*/ 28755 w 76040"/>
                <a:gd name="connsiteY110" fmla="*/ 84907 h 164068"/>
                <a:gd name="connsiteX111" fmla="*/ 25560 w 76040"/>
                <a:gd name="connsiteY111" fmla="*/ 88099 h 164068"/>
                <a:gd name="connsiteX112" fmla="*/ 23004 w 76040"/>
                <a:gd name="connsiteY112" fmla="*/ 88738 h 164068"/>
                <a:gd name="connsiteX113" fmla="*/ 20448 w 76040"/>
                <a:gd name="connsiteY113" fmla="*/ 88099 h 164068"/>
                <a:gd name="connsiteX114" fmla="*/ 16614 w 76040"/>
                <a:gd name="connsiteY114" fmla="*/ 82354 h 164068"/>
                <a:gd name="connsiteX115" fmla="*/ 17253 w 76040"/>
                <a:gd name="connsiteY115" fmla="*/ 79800 h 164068"/>
                <a:gd name="connsiteX116" fmla="*/ 17253 w 76040"/>
                <a:gd name="connsiteY116" fmla="*/ 79800 h 164068"/>
                <a:gd name="connsiteX117" fmla="*/ 17253 w 76040"/>
                <a:gd name="connsiteY117" fmla="*/ 109166 h 164068"/>
                <a:gd name="connsiteX118" fmla="*/ 17892 w 76040"/>
                <a:gd name="connsiteY118" fmla="*/ 107889 h 164068"/>
                <a:gd name="connsiteX119" fmla="*/ 18531 w 76040"/>
                <a:gd name="connsiteY119" fmla="*/ 106613 h 164068"/>
                <a:gd name="connsiteX120" fmla="*/ 24282 w 76040"/>
                <a:gd name="connsiteY120" fmla="*/ 104697 h 164068"/>
                <a:gd name="connsiteX121" fmla="*/ 25560 w 76040"/>
                <a:gd name="connsiteY121" fmla="*/ 105336 h 164068"/>
                <a:gd name="connsiteX122" fmla="*/ 27477 w 76040"/>
                <a:gd name="connsiteY122" fmla="*/ 106613 h 164068"/>
                <a:gd name="connsiteX123" fmla="*/ 28755 w 76040"/>
                <a:gd name="connsiteY123" fmla="*/ 108528 h 164068"/>
                <a:gd name="connsiteX124" fmla="*/ 29394 w 76040"/>
                <a:gd name="connsiteY124" fmla="*/ 111081 h 164068"/>
                <a:gd name="connsiteX125" fmla="*/ 28755 w 76040"/>
                <a:gd name="connsiteY125" fmla="*/ 113635 h 164068"/>
                <a:gd name="connsiteX126" fmla="*/ 27477 w 76040"/>
                <a:gd name="connsiteY126" fmla="*/ 115550 h 164068"/>
                <a:gd name="connsiteX127" fmla="*/ 23004 w 76040"/>
                <a:gd name="connsiteY127" fmla="*/ 117465 h 164068"/>
                <a:gd name="connsiteX128" fmla="*/ 18531 w 76040"/>
                <a:gd name="connsiteY128" fmla="*/ 115550 h 164068"/>
                <a:gd name="connsiteX129" fmla="*/ 17253 w 76040"/>
                <a:gd name="connsiteY129" fmla="*/ 113635 h 164068"/>
                <a:gd name="connsiteX130" fmla="*/ 16614 w 76040"/>
                <a:gd name="connsiteY130" fmla="*/ 111081 h 164068"/>
                <a:gd name="connsiteX131" fmla="*/ 17253 w 76040"/>
                <a:gd name="connsiteY131" fmla="*/ 109166 h 164068"/>
                <a:gd name="connsiteX132" fmla="*/ 17253 w 76040"/>
                <a:gd name="connsiteY132" fmla="*/ 109166 h 16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76040" h="164068">
                  <a:moveTo>
                    <a:pt x="16614" y="164068"/>
                  </a:moveTo>
                  <a:lnTo>
                    <a:pt x="16614" y="141086"/>
                  </a:lnTo>
                  <a:cubicBezTo>
                    <a:pt x="16614" y="137256"/>
                    <a:pt x="19170" y="134702"/>
                    <a:pt x="23004" y="134702"/>
                  </a:cubicBezTo>
                  <a:cubicBezTo>
                    <a:pt x="26838" y="134702"/>
                    <a:pt x="29394" y="137256"/>
                    <a:pt x="29394" y="141086"/>
                  </a:cubicBezTo>
                  <a:lnTo>
                    <a:pt x="29394" y="164068"/>
                  </a:lnTo>
                  <a:lnTo>
                    <a:pt x="76040" y="164068"/>
                  </a:lnTo>
                  <a:lnTo>
                    <a:pt x="76040" y="0"/>
                  </a:lnTo>
                  <a:lnTo>
                    <a:pt x="0" y="0"/>
                  </a:lnTo>
                  <a:lnTo>
                    <a:pt x="0" y="164068"/>
                  </a:lnTo>
                  <a:lnTo>
                    <a:pt x="16614" y="164068"/>
                  </a:lnTo>
                  <a:close/>
                  <a:moveTo>
                    <a:pt x="47925" y="19152"/>
                  </a:moveTo>
                  <a:cubicBezTo>
                    <a:pt x="48563" y="18514"/>
                    <a:pt x="49202" y="17875"/>
                    <a:pt x="50480" y="17237"/>
                  </a:cubicBezTo>
                  <a:cubicBezTo>
                    <a:pt x="51758" y="16598"/>
                    <a:pt x="53675" y="16598"/>
                    <a:pt x="55592" y="17237"/>
                  </a:cubicBezTo>
                  <a:cubicBezTo>
                    <a:pt x="56231" y="17237"/>
                    <a:pt x="56870" y="17875"/>
                    <a:pt x="57509" y="18514"/>
                  </a:cubicBezTo>
                  <a:cubicBezTo>
                    <a:pt x="58148" y="19152"/>
                    <a:pt x="58787" y="19790"/>
                    <a:pt x="58787" y="20429"/>
                  </a:cubicBezTo>
                  <a:cubicBezTo>
                    <a:pt x="59426" y="21706"/>
                    <a:pt x="59426" y="23621"/>
                    <a:pt x="58787" y="25536"/>
                  </a:cubicBezTo>
                  <a:cubicBezTo>
                    <a:pt x="58148" y="26174"/>
                    <a:pt x="58148" y="26813"/>
                    <a:pt x="57509" y="27451"/>
                  </a:cubicBezTo>
                  <a:cubicBezTo>
                    <a:pt x="55592" y="29366"/>
                    <a:pt x="53036" y="30005"/>
                    <a:pt x="50480" y="28728"/>
                  </a:cubicBezTo>
                  <a:cubicBezTo>
                    <a:pt x="49841" y="28090"/>
                    <a:pt x="49202" y="28090"/>
                    <a:pt x="48563" y="27451"/>
                  </a:cubicBezTo>
                  <a:cubicBezTo>
                    <a:pt x="47925" y="26813"/>
                    <a:pt x="47285" y="26174"/>
                    <a:pt x="47285" y="25536"/>
                  </a:cubicBezTo>
                  <a:cubicBezTo>
                    <a:pt x="46646" y="24898"/>
                    <a:pt x="46646" y="24259"/>
                    <a:pt x="46646" y="22982"/>
                  </a:cubicBezTo>
                  <a:cubicBezTo>
                    <a:pt x="46646" y="21706"/>
                    <a:pt x="47285" y="19790"/>
                    <a:pt x="47925" y="19152"/>
                  </a:cubicBezTo>
                  <a:lnTo>
                    <a:pt x="47925" y="19152"/>
                  </a:lnTo>
                  <a:close/>
                  <a:moveTo>
                    <a:pt x="46646" y="50434"/>
                  </a:moveTo>
                  <a:cubicBezTo>
                    <a:pt x="46646" y="49795"/>
                    <a:pt x="47285" y="49157"/>
                    <a:pt x="47925" y="48518"/>
                  </a:cubicBezTo>
                  <a:cubicBezTo>
                    <a:pt x="49202" y="47242"/>
                    <a:pt x="51758" y="46603"/>
                    <a:pt x="53675" y="46603"/>
                  </a:cubicBezTo>
                  <a:lnTo>
                    <a:pt x="54953" y="47242"/>
                  </a:lnTo>
                  <a:lnTo>
                    <a:pt x="56231" y="47880"/>
                  </a:lnTo>
                  <a:lnTo>
                    <a:pt x="56870" y="48518"/>
                  </a:lnTo>
                  <a:cubicBezTo>
                    <a:pt x="58148" y="49795"/>
                    <a:pt x="58787" y="51072"/>
                    <a:pt x="58787" y="52987"/>
                  </a:cubicBezTo>
                  <a:cubicBezTo>
                    <a:pt x="58787" y="54902"/>
                    <a:pt x="58148" y="56179"/>
                    <a:pt x="56870" y="57456"/>
                  </a:cubicBezTo>
                  <a:cubicBezTo>
                    <a:pt x="56231" y="58094"/>
                    <a:pt x="55592" y="58733"/>
                    <a:pt x="54953" y="58733"/>
                  </a:cubicBezTo>
                  <a:cubicBezTo>
                    <a:pt x="54314" y="59371"/>
                    <a:pt x="53036" y="59371"/>
                    <a:pt x="52397" y="59371"/>
                  </a:cubicBezTo>
                  <a:cubicBezTo>
                    <a:pt x="50480" y="59371"/>
                    <a:pt x="49202" y="58733"/>
                    <a:pt x="47925" y="57456"/>
                  </a:cubicBezTo>
                  <a:cubicBezTo>
                    <a:pt x="46646" y="56179"/>
                    <a:pt x="46008" y="54902"/>
                    <a:pt x="46008" y="52987"/>
                  </a:cubicBezTo>
                  <a:cubicBezTo>
                    <a:pt x="46008" y="51710"/>
                    <a:pt x="46646" y="51072"/>
                    <a:pt x="46646" y="50434"/>
                  </a:cubicBezTo>
                  <a:lnTo>
                    <a:pt x="46646" y="50434"/>
                  </a:lnTo>
                  <a:close/>
                  <a:moveTo>
                    <a:pt x="46646" y="79800"/>
                  </a:moveTo>
                  <a:cubicBezTo>
                    <a:pt x="46646" y="79162"/>
                    <a:pt x="47285" y="78523"/>
                    <a:pt x="47925" y="77885"/>
                  </a:cubicBezTo>
                  <a:cubicBezTo>
                    <a:pt x="49202" y="76608"/>
                    <a:pt x="51758" y="75970"/>
                    <a:pt x="53675" y="75970"/>
                  </a:cubicBezTo>
                  <a:lnTo>
                    <a:pt x="54953" y="76608"/>
                  </a:lnTo>
                  <a:cubicBezTo>
                    <a:pt x="55592" y="76608"/>
                    <a:pt x="56231" y="77246"/>
                    <a:pt x="56870" y="77885"/>
                  </a:cubicBezTo>
                  <a:cubicBezTo>
                    <a:pt x="57509" y="78523"/>
                    <a:pt x="58148" y="79162"/>
                    <a:pt x="58148" y="79800"/>
                  </a:cubicBezTo>
                  <a:cubicBezTo>
                    <a:pt x="59426" y="82992"/>
                    <a:pt x="58148" y="86822"/>
                    <a:pt x="54953" y="88099"/>
                  </a:cubicBezTo>
                  <a:cubicBezTo>
                    <a:pt x="54314" y="88738"/>
                    <a:pt x="53036" y="88738"/>
                    <a:pt x="52397" y="88738"/>
                  </a:cubicBezTo>
                  <a:cubicBezTo>
                    <a:pt x="48563" y="88738"/>
                    <a:pt x="46008" y="85546"/>
                    <a:pt x="46008" y="82354"/>
                  </a:cubicBezTo>
                  <a:cubicBezTo>
                    <a:pt x="46008" y="81077"/>
                    <a:pt x="46646" y="80438"/>
                    <a:pt x="46646" y="79800"/>
                  </a:cubicBezTo>
                  <a:lnTo>
                    <a:pt x="46646" y="79800"/>
                  </a:lnTo>
                  <a:close/>
                  <a:moveTo>
                    <a:pt x="46646" y="109166"/>
                  </a:moveTo>
                  <a:cubicBezTo>
                    <a:pt x="46646" y="108528"/>
                    <a:pt x="47285" y="107889"/>
                    <a:pt x="47925" y="107251"/>
                  </a:cubicBezTo>
                  <a:cubicBezTo>
                    <a:pt x="49202" y="105974"/>
                    <a:pt x="51758" y="105336"/>
                    <a:pt x="53675" y="105336"/>
                  </a:cubicBezTo>
                  <a:lnTo>
                    <a:pt x="54953" y="105974"/>
                  </a:lnTo>
                  <a:cubicBezTo>
                    <a:pt x="56231" y="106613"/>
                    <a:pt x="57509" y="107889"/>
                    <a:pt x="58148" y="109166"/>
                  </a:cubicBezTo>
                  <a:cubicBezTo>
                    <a:pt x="58148" y="109805"/>
                    <a:pt x="58787" y="111081"/>
                    <a:pt x="58787" y="111720"/>
                  </a:cubicBezTo>
                  <a:cubicBezTo>
                    <a:pt x="58787" y="112358"/>
                    <a:pt x="58787" y="113635"/>
                    <a:pt x="58148" y="114273"/>
                  </a:cubicBezTo>
                  <a:cubicBezTo>
                    <a:pt x="57509" y="114912"/>
                    <a:pt x="57509" y="115550"/>
                    <a:pt x="56870" y="116189"/>
                  </a:cubicBezTo>
                  <a:cubicBezTo>
                    <a:pt x="55592" y="117465"/>
                    <a:pt x="54314" y="118104"/>
                    <a:pt x="52397" y="118104"/>
                  </a:cubicBezTo>
                  <a:cubicBezTo>
                    <a:pt x="50480" y="118104"/>
                    <a:pt x="49202" y="117465"/>
                    <a:pt x="47925" y="116189"/>
                  </a:cubicBezTo>
                  <a:cubicBezTo>
                    <a:pt x="47285" y="115550"/>
                    <a:pt x="46646" y="114912"/>
                    <a:pt x="46646" y="114273"/>
                  </a:cubicBezTo>
                  <a:cubicBezTo>
                    <a:pt x="46008" y="113635"/>
                    <a:pt x="46008" y="112997"/>
                    <a:pt x="46008" y="111720"/>
                  </a:cubicBezTo>
                  <a:cubicBezTo>
                    <a:pt x="46008" y="110443"/>
                    <a:pt x="46646" y="109805"/>
                    <a:pt x="46646" y="109166"/>
                  </a:cubicBezTo>
                  <a:lnTo>
                    <a:pt x="46646" y="109166"/>
                  </a:lnTo>
                  <a:close/>
                  <a:moveTo>
                    <a:pt x="46646" y="138533"/>
                  </a:moveTo>
                  <a:cubicBezTo>
                    <a:pt x="47285" y="137894"/>
                    <a:pt x="47285" y="137256"/>
                    <a:pt x="47925" y="136617"/>
                  </a:cubicBezTo>
                  <a:cubicBezTo>
                    <a:pt x="48563" y="135979"/>
                    <a:pt x="49202" y="135341"/>
                    <a:pt x="49841" y="135341"/>
                  </a:cubicBezTo>
                  <a:cubicBezTo>
                    <a:pt x="52397" y="134064"/>
                    <a:pt x="54953" y="134702"/>
                    <a:pt x="56870" y="136617"/>
                  </a:cubicBezTo>
                  <a:cubicBezTo>
                    <a:pt x="57509" y="137256"/>
                    <a:pt x="58148" y="137894"/>
                    <a:pt x="58148" y="138533"/>
                  </a:cubicBezTo>
                  <a:cubicBezTo>
                    <a:pt x="59426" y="141086"/>
                    <a:pt x="58787" y="143640"/>
                    <a:pt x="56870" y="145555"/>
                  </a:cubicBezTo>
                  <a:cubicBezTo>
                    <a:pt x="56231" y="146193"/>
                    <a:pt x="55592" y="146832"/>
                    <a:pt x="54953" y="146832"/>
                  </a:cubicBezTo>
                  <a:cubicBezTo>
                    <a:pt x="54314" y="146832"/>
                    <a:pt x="53036" y="147470"/>
                    <a:pt x="52397" y="147470"/>
                  </a:cubicBezTo>
                  <a:cubicBezTo>
                    <a:pt x="50480" y="147470"/>
                    <a:pt x="49202" y="146832"/>
                    <a:pt x="47925" y="145555"/>
                  </a:cubicBezTo>
                  <a:cubicBezTo>
                    <a:pt x="46646" y="143640"/>
                    <a:pt x="46008" y="141086"/>
                    <a:pt x="46646" y="138533"/>
                  </a:cubicBezTo>
                  <a:close/>
                  <a:moveTo>
                    <a:pt x="17253" y="21067"/>
                  </a:moveTo>
                  <a:cubicBezTo>
                    <a:pt x="17253" y="20429"/>
                    <a:pt x="17892" y="19790"/>
                    <a:pt x="18531" y="19152"/>
                  </a:cubicBezTo>
                  <a:lnTo>
                    <a:pt x="19170" y="18514"/>
                  </a:lnTo>
                  <a:cubicBezTo>
                    <a:pt x="19809" y="18514"/>
                    <a:pt x="19809" y="17875"/>
                    <a:pt x="20448" y="17875"/>
                  </a:cubicBezTo>
                  <a:lnTo>
                    <a:pt x="21726" y="17237"/>
                  </a:lnTo>
                  <a:cubicBezTo>
                    <a:pt x="22365" y="17237"/>
                    <a:pt x="23643" y="17237"/>
                    <a:pt x="24282" y="17237"/>
                  </a:cubicBezTo>
                  <a:cubicBezTo>
                    <a:pt x="24921" y="17237"/>
                    <a:pt x="24921" y="17237"/>
                    <a:pt x="25560" y="17875"/>
                  </a:cubicBezTo>
                  <a:cubicBezTo>
                    <a:pt x="26199" y="17875"/>
                    <a:pt x="26199" y="18514"/>
                    <a:pt x="26838" y="18514"/>
                  </a:cubicBezTo>
                  <a:cubicBezTo>
                    <a:pt x="27477" y="18514"/>
                    <a:pt x="27477" y="19152"/>
                    <a:pt x="27477" y="19152"/>
                  </a:cubicBezTo>
                  <a:cubicBezTo>
                    <a:pt x="28755" y="20429"/>
                    <a:pt x="29394" y="21706"/>
                    <a:pt x="29394" y="23621"/>
                  </a:cubicBezTo>
                  <a:cubicBezTo>
                    <a:pt x="29394" y="25536"/>
                    <a:pt x="28755" y="26813"/>
                    <a:pt x="27477" y="28090"/>
                  </a:cubicBezTo>
                  <a:cubicBezTo>
                    <a:pt x="26199" y="29366"/>
                    <a:pt x="24921" y="30005"/>
                    <a:pt x="23004" y="30005"/>
                  </a:cubicBezTo>
                  <a:cubicBezTo>
                    <a:pt x="22365" y="30005"/>
                    <a:pt x="21087" y="30005"/>
                    <a:pt x="20448" y="29366"/>
                  </a:cubicBezTo>
                  <a:cubicBezTo>
                    <a:pt x="19809" y="28728"/>
                    <a:pt x="19170" y="28728"/>
                    <a:pt x="18531" y="28090"/>
                  </a:cubicBezTo>
                  <a:cubicBezTo>
                    <a:pt x="17253" y="26813"/>
                    <a:pt x="16614" y="25536"/>
                    <a:pt x="16614" y="23621"/>
                  </a:cubicBezTo>
                  <a:cubicBezTo>
                    <a:pt x="16614" y="22344"/>
                    <a:pt x="17253" y="21706"/>
                    <a:pt x="17253" y="21067"/>
                  </a:cubicBezTo>
                  <a:lnTo>
                    <a:pt x="17253" y="21067"/>
                  </a:lnTo>
                  <a:close/>
                  <a:moveTo>
                    <a:pt x="17253" y="50434"/>
                  </a:moveTo>
                  <a:cubicBezTo>
                    <a:pt x="17253" y="49795"/>
                    <a:pt x="17892" y="49157"/>
                    <a:pt x="18531" y="48518"/>
                  </a:cubicBezTo>
                  <a:lnTo>
                    <a:pt x="19170" y="47880"/>
                  </a:lnTo>
                  <a:lnTo>
                    <a:pt x="20448" y="47242"/>
                  </a:lnTo>
                  <a:lnTo>
                    <a:pt x="21726" y="46603"/>
                  </a:lnTo>
                  <a:cubicBezTo>
                    <a:pt x="23643" y="45965"/>
                    <a:pt x="26199" y="46603"/>
                    <a:pt x="27477" y="48518"/>
                  </a:cubicBezTo>
                  <a:cubicBezTo>
                    <a:pt x="28116" y="49157"/>
                    <a:pt x="28755" y="49795"/>
                    <a:pt x="28755" y="50434"/>
                  </a:cubicBezTo>
                  <a:cubicBezTo>
                    <a:pt x="29394" y="51072"/>
                    <a:pt x="29394" y="51710"/>
                    <a:pt x="29394" y="52987"/>
                  </a:cubicBezTo>
                  <a:cubicBezTo>
                    <a:pt x="29394" y="56818"/>
                    <a:pt x="26838" y="59371"/>
                    <a:pt x="23004" y="59371"/>
                  </a:cubicBezTo>
                  <a:cubicBezTo>
                    <a:pt x="22365" y="59371"/>
                    <a:pt x="21087" y="59371"/>
                    <a:pt x="20448" y="58733"/>
                  </a:cubicBezTo>
                  <a:cubicBezTo>
                    <a:pt x="19809" y="58733"/>
                    <a:pt x="19170" y="58094"/>
                    <a:pt x="18531" y="57456"/>
                  </a:cubicBezTo>
                  <a:cubicBezTo>
                    <a:pt x="17253" y="56179"/>
                    <a:pt x="16614" y="54902"/>
                    <a:pt x="16614" y="52987"/>
                  </a:cubicBezTo>
                  <a:cubicBezTo>
                    <a:pt x="16614" y="51710"/>
                    <a:pt x="17253" y="51072"/>
                    <a:pt x="17253" y="50434"/>
                  </a:cubicBezTo>
                  <a:lnTo>
                    <a:pt x="17253" y="50434"/>
                  </a:lnTo>
                  <a:close/>
                  <a:moveTo>
                    <a:pt x="17253" y="79800"/>
                  </a:moveTo>
                  <a:cubicBezTo>
                    <a:pt x="17253" y="79162"/>
                    <a:pt x="17892" y="78523"/>
                    <a:pt x="18531" y="77885"/>
                  </a:cubicBezTo>
                  <a:lnTo>
                    <a:pt x="19170" y="77246"/>
                  </a:lnTo>
                  <a:lnTo>
                    <a:pt x="20448" y="76608"/>
                  </a:lnTo>
                  <a:lnTo>
                    <a:pt x="21726" y="75970"/>
                  </a:lnTo>
                  <a:cubicBezTo>
                    <a:pt x="23643" y="75331"/>
                    <a:pt x="26199" y="75970"/>
                    <a:pt x="27477" y="77885"/>
                  </a:cubicBezTo>
                  <a:cubicBezTo>
                    <a:pt x="28116" y="78523"/>
                    <a:pt x="28755" y="79162"/>
                    <a:pt x="28755" y="79800"/>
                  </a:cubicBezTo>
                  <a:cubicBezTo>
                    <a:pt x="29394" y="81077"/>
                    <a:pt x="29394" y="82992"/>
                    <a:pt x="28755" y="84907"/>
                  </a:cubicBezTo>
                  <a:cubicBezTo>
                    <a:pt x="28116" y="86822"/>
                    <a:pt x="26838" y="87461"/>
                    <a:pt x="25560" y="88099"/>
                  </a:cubicBezTo>
                  <a:cubicBezTo>
                    <a:pt x="24921" y="88738"/>
                    <a:pt x="24282" y="88738"/>
                    <a:pt x="23004" y="88738"/>
                  </a:cubicBezTo>
                  <a:cubicBezTo>
                    <a:pt x="22365" y="88738"/>
                    <a:pt x="21087" y="88738"/>
                    <a:pt x="20448" y="88099"/>
                  </a:cubicBezTo>
                  <a:cubicBezTo>
                    <a:pt x="17892" y="86822"/>
                    <a:pt x="16614" y="84907"/>
                    <a:pt x="16614" y="82354"/>
                  </a:cubicBezTo>
                  <a:cubicBezTo>
                    <a:pt x="16614" y="81077"/>
                    <a:pt x="17253" y="80438"/>
                    <a:pt x="17253" y="79800"/>
                  </a:cubicBezTo>
                  <a:lnTo>
                    <a:pt x="17253" y="79800"/>
                  </a:lnTo>
                  <a:close/>
                  <a:moveTo>
                    <a:pt x="17253" y="109166"/>
                  </a:moveTo>
                  <a:cubicBezTo>
                    <a:pt x="17253" y="108528"/>
                    <a:pt x="17892" y="108528"/>
                    <a:pt x="17892" y="107889"/>
                  </a:cubicBezTo>
                  <a:cubicBezTo>
                    <a:pt x="17892" y="107251"/>
                    <a:pt x="17892" y="106613"/>
                    <a:pt x="18531" y="106613"/>
                  </a:cubicBezTo>
                  <a:cubicBezTo>
                    <a:pt x="19809" y="105336"/>
                    <a:pt x="22365" y="104697"/>
                    <a:pt x="24282" y="104697"/>
                  </a:cubicBezTo>
                  <a:lnTo>
                    <a:pt x="25560" y="105336"/>
                  </a:lnTo>
                  <a:cubicBezTo>
                    <a:pt x="26199" y="105974"/>
                    <a:pt x="26838" y="105974"/>
                    <a:pt x="27477" y="106613"/>
                  </a:cubicBezTo>
                  <a:cubicBezTo>
                    <a:pt x="28116" y="107251"/>
                    <a:pt x="28755" y="107889"/>
                    <a:pt x="28755" y="108528"/>
                  </a:cubicBezTo>
                  <a:cubicBezTo>
                    <a:pt x="29394" y="109166"/>
                    <a:pt x="29394" y="110443"/>
                    <a:pt x="29394" y="111081"/>
                  </a:cubicBezTo>
                  <a:cubicBezTo>
                    <a:pt x="29394" y="111720"/>
                    <a:pt x="29394" y="112997"/>
                    <a:pt x="28755" y="113635"/>
                  </a:cubicBezTo>
                  <a:cubicBezTo>
                    <a:pt x="28755" y="114273"/>
                    <a:pt x="28116" y="114912"/>
                    <a:pt x="27477" y="115550"/>
                  </a:cubicBezTo>
                  <a:cubicBezTo>
                    <a:pt x="26199" y="116827"/>
                    <a:pt x="24921" y="117465"/>
                    <a:pt x="23004" y="117465"/>
                  </a:cubicBezTo>
                  <a:cubicBezTo>
                    <a:pt x="21087" y="117465"/>
                    <a:pt x="19809" y="116827"/>
                    <a:pt x="18531" y="115550"/>
                  </a:cubicBezTo>
                  <a:cubicBezTo>
                    <a:pt x="17892" y="114912"/>
                    <a:pt x="17253" y="114273"/>
                    <a:pt x="17253" y="113635"/>
                  </a:cubicBezTo>
                  <a:cubicBezTo>
                    <a:pt x="17253" y="112997"/>
                    <a:pt x="16614" y="112358"/>
                    <a:pt x="16614" y="111081"/>
                  </a:cubicBezTo>
                  <a:cubicBezTo>
                    <a:pt x="16614" y="110443"/>
                    <a:pt x="17253" y="109805"/>
                    <a:pt x="17253" y="109166"/>
                  </a:cubicBezTo>
                  <a:lnTo>
                    <a:pt x="17253" y="109166"/>
                  </a:lnTo>
                  <a:close/>
                </a:path>
              </a:pathLst>
            </a:custGeom>
            <a:solidFill>
              <a:srgbClr val="0076A8"/>
            </a:solidFill>
            <a:ln w="6390" cap="flat">
              <a:noFill/>
              <a:prstDash val="solid"/>
              <a:miter/>
            </a:ln>
          </p:spPr>
          <p:txBody>
            <a:bodyPr rtlCol="0" anchor="ctr"/>
            <a:lstStyle/>
            <a:p>
              <a:endParaRPr lang="en-US"/>
            </a:p>
          </p:txBody>
        </p:sp>
        <p:sp>
          <p:nvSpPr>
            <p:cNvPr id="1338" name="Graphic 4">
              <a:extLst>
                <a:ext uri="{FF2B5EF4-FFF2-40B4-BE49-F238E27FC236}">
                  <a16:creationId xmlns:a16="http://schemas.microsoft.com/office/drawing/2014/main" id="{07D599DC-6896-0548-92C6-B07E5C6DD9CA}"/>
                </a:ext>
              </a:extLst>
            </p:cNvPr>
            <p:cNvSpPr/>
            <p:nvPr/>
          </p:nvSpPr>
          <p:spPr>
            <a:xfrm>
              <a:off x="905454" y="237117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290742 w 362309"/>
                <a:gd name="connsiteY6" fmla="*/ 269404 h 362610"/>
                <a:gd name="connsiteX7" fmla="*/ 284352 w 362309"/>
                <a:gd name="connsiteY7" fmla="*/ 275788 h 362610"/>
                <a:gd name="connsiteX8" fmla="*/ 78596 w 362309"/>
                <a:gd name="connsiteY8" fmla="*/ 275788 h 362610"/>
                <a:gd name="connsiteX9" fmla="*/ 72206 w 362309"/>
                <a:gd name="connsiteY9" fmla="*/ 269404 h 362610"/>
                <a:gd name="connsiteX10" fmla="*/ 72206 w 362309"/>
                <a:gd name="connsiteY10" fmla="*/ 122573 h 362610"/>
                <a:gd name="connsiteX11" fmla="*/ 78596 w 362309"/>
                <a:gd name="connsiteY11" fmla="*/ 116189 h 362610"/>
                <a:gd name="connsiteX12" fmla="*/ 130994 w 362309"/>
                <a:gd name="connsiteY12" fmla="*/ 116189 h 362610"/>
                <a:gd name="connsiteX13" fmla="*/ 130994 w 362309"/>
                <a:gd name="connsiteY13" fmla="*/ 93206 h 362610"/>
                <a:gd name="connsiteX14" fmla="*/ 137384 w 362309"/>
                <a:gd name="connsiteY14" fmla="*/ 86822 h 362610"/>
                <a:gd name="connsiteX15" fmla="*/ 225565 w 362309"/>
                <a:gd name="connsiteY15" fmla="*/ 86822 h 362610"/>
                <a:gd name="connsiteX16" fmla="*/ 231955 w 362309"/>
                <a:gd name="connsiteY16" fmla="*/ 93206 h 362610"/>
                <a:gd name="connsiteX17" fmla="*/ 231955 w 362309"/>
                <a:gd name="connsiteY17" fmla="*/ 116189 h 362610"/>
                <a:gd name="connsiteX18" fmla="*/ 284352 w 362309"/>
                <a:gd name="connsiteY18" fmla="*/ 116189 h 362610"/>
                <a:gd name="connsiteX19" fmla="*/ 290742 w 362309"/>
                <a:gd name="connsiteY19" fmla="*/ 122573 h 362610"/>
                <a:gd name="connsiteX20" fmla="*/ 290742 w 362309"/>
                <a:gd name="connsiteY20" fmla="*/ 2694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81077"/>
                    <a:pt x="281157" y="0"/>
                    <a:pt x="180835" y="0"/>
                  </a:cubicBezTo>
                  <a:cubicBezTo>
                    <a:pt x="180835" y="0"/>
                    <a:pt x="180835" y="0"/>
                    <a:pt x="180835" y="0"/>
                  </a:cubicBezTo>
                  <a:close/>
                  <a:moveTo>
                    <a:pt x="290742" y="269404"/>
                  </a:moveTo>
                  <a:cubicBezTo>
                    <a:pt x="290742" y="273235"/>
                    <a:pt x="288186" y="275788"/>
                    <a:pt x="284352" y="275788"/>
                  </a:cubicBezTo>
                  <a:lnTo>
                    <a:pt x="78596" y="275788"/>
                  </a:lnTo>
                  <a:cubicBezTo>
                    <a:pt x="74762" y="275788"/>
                    <a:pt x="72206" y="273235"/>
                    <a:pt x="72206" y="269404"/>
                  </a:cubicBezTo>
                  <a:lnTo>
                    <a:pt x="72206" y="122573"/>
                  </a:lnTo>
                  <a:cubicBezTo>
                    <a:pt x="72206" y="118742"/>
                    <a:pt x="74762" y="116189"/>
                    <a:pt x="78596" y="116189"/>
                  </a:cubicBezTo>
                  <a:lnTo>
                    <a:pt x="130994" y="116189"/>
                  </a:lnTo>
                  <a:lnTo>
                    <a:pt x="130994" y="93206"/>
                  </a:lnTo>
                  <a:cubicBezTo>
                    <a:pt x="130994" y="89376"/>
                    <a:pt x="133550" y="86822"/>
                    <a:pt x="137384" y="86822"/>
                  </a:cubicBezTo>
                  <a:lnTo>
                    <a:pt x="225565" y="86822"/>
                  </a:lnTo>
                  <a:cubicBezTo>
                    <a:pt x="229399" y="86822"/>
                    <a:pt x="231955" y="89376"/>
                    <a:pt x="231955" y="93206"/>
                  </a:cubicBezTo>
                  <a:lnTo>
                    <a:pt x="231955" y="116189"/>
                  </a:lnTo>
                  <a:lnTo>
                    <a:pt x="284352" y="116189"/>
                  </a:lnTo>
                  <a:cubicBezTo>
                    <a:pt x="288186" y="116189"/>
                    <a:pt x="290742" y="118742"/>
                    <a:pt x="290742" y="122573"/>
                  </a:cubicBezTo>
                  <a:lnTo>
                    <a:pt x="290742" y="269404"/>
                  </a:lnTo>
                  <a:close/>
                </a:path>
              </a:pathLst>
            </a:custGeom>
            <a:solidFill>
              <a:srgbClr val="0076A8"/>
            </a:solidFill>
            <a:ln w="6390" cap="flat">
              <a:noFill/>
              <a:prstDash val="solid"/>
              <a:miter/>
            </a:ln>
          </p:spPr>
          <p:txBody>
            <a:bodyPr rtlCol="0" anchor="ctr"/>
            <a:lstStyle/>
            <a:p>
              <a:endParaRPr lang="en-US"/>
            </a:p>
          </p:txBody>
        </p:sp>
      </p:grpSp>
      <p:grpSp>
        <p:nvGrpSpPr>
          <p:cNvPr id="1339" name="Graphic 4">
            <a:extLst>
              <a:ext uri="{FF2B5EF4-FFF2-40B4-BE49-F238E27FC236}">
                <a16:creationId xmlns:a16="http://schemas.microsoft.com/office/drawing/2014/main" id="{B8A5EB61-D157-C84E-BCE2-288E639E9959}"/>
              </a:ext>
            </a:extLst>
          </p:cNvPr>
          <p:cNvGrpSpPr>
            <a:grpSpLocks noChangeAspect="1"/>
          </p:cNvGrpSpPr>
          <p:nvPr/>
        </p:nvGrpSpPr>
        <p:grpSpPr>
          <a:xfrm>
            <a:off x="905454" y="1885990"/>
            <a:ext cx="362309" cy="362610"/>
            <a:chOff x="905454" y="1885990"/>
            <a:chExt cx="362309" cy="362610"/>
          </a:xfrm>
          <a:solidFill>
            <a:srgbClr val="0076A8"/>
          </a:solidFill>
        </p:grpSpPr>
        <p:sp>
          <p:nvSpPr>
            <p:cNvPr id="1340" name="Graphic 4">
              <a:extLst>
                <a:ext uri="{FF2B5EF4-FFF2-40B4-BE49-F238E27FC236}">
                  <a16:creationId xmlns:a16="http://schemas.microsoft.com/office/drawing/2014/main" id="{7BA096C2-54C5-7640-B57E-180EDAAE01EB}"/>
                </a:ext>
              </a:extLst>
            </p:cNvPr>
            <p:cNvSpPr/>
            <p:nvPr/>
          </p:nvSpPr>
          <p:spPr>
            <a:xfrm>
              <a:off x="986606" y="2030268"/>
              <a:ext cx="198727" cy="107889"/>
            </a:xfrm>
            <a:custGeom>
              <a:avLst/>
              <a:gdLst>
                <a:gd name="connsiteX0" fmla="*/ 177001 w 198727"/>
                <a:gd name="connsiteY0" fmla="*/ 15960 h 107889"/>
                <a:gd name="connsiteX1" fmla="*/ 177001 w 198727"/>
                <a:gd name="connsiteY1" fmla="*/ 0 h 107889"/>
                <a:gd name="connsiteX2" fmla="*/ 23004 w 198727"/>
                <a:gd name="connsiteY2" fmla="*/ 0 h 107889"/>
                <a:gd name="connsiteX3" fmla="*/ 23004 w 198727"/>
                <a:gd name="connsiteY3" fmla="*/ 15960 h 107889"/>
                <a:gd name="connsiteX4" fmla="*/ 16614 w 198727"/>
                <a:gd name="connsiteY4" fmla="*/ 22344 h 107889"/>
                <a:gd name="connsiteX5" fmla="*/ 0 w 198727"/>
                <a:gd name="connsiteY5" fmla="*/ 22344 h 107889"/>
                <a:gd name="connsiteX6" fmla="*/ 0 w 198727"/>
                <a:gd name="connsiteY6" fmla="*/ 107889 h 107889"/>
                <a:gd name="connsiteX7" fmla="*/ 17253 w 198727"/>
                <a:gd name="connsiteY7" fmla="*/ 107889 h 107889"/>
                <a:gd name="connsiteX8" fmla="*/ 17253 w 198727"/>
                <a:gd name="connsiteY8" fmla="*/ 84269 h 107889"/>
                <a:gd name="connsiteX9" fmla="*/ 23643 w 198727"/>
                <a:gd name="connsiteY9" fmla="*/ 77885 h 107889"/>
                <a:gd name="connsiteX10" fmla="*/ 30033 w 198727"/>
                <a:gd name="connsiteY10" fmla="*/ 84269 h 107889"/>
                <a:gd name="connsiteX11" fmla="*/ 30033 w 198727"/>
                <a:gd name="connsiteY11" fmla="*/ 107889 h 107889"/>
                <a:gd name="connsiteX12" fmla="*/ 198727 w 198727"/>
                <a:gd name="connsiteY12" fmla="*/ 107889 h 107889"/>
                <a:gd name="connsiteX13" fmla="*/ 198727 w 198727"/>
                <a:gd name="connsiteY13" fmla="*/ 22344 h 107889"/>
                <a:gd name="connsiteX14" fmla="*/ 182113 w 198727"/>
                <a:gd name="connsiteY14" fmla="*/ 22344 h 107889"/>
                <a:gd name="connsiteX15" fmla="*/ 177001 w 198727"/>
                <a:gd name="connsiteY15" fmla="*/ 15960 h 107889"/>
                <a:gd name="connsiteX16" fmla="*/ 28755 w 198727"/>
                <a:gd name="connsiteY16" fmla="*/ 58094 h 107889"/>
                <a:gd name="connsiteX17" fmla="*/ 24282 w 198727"/>
                <a:gd name="connsiteY17" fmla="*/ 60009 h 107889"/>
                <a:gd name="connsiteX18" fmla="*/ 19809 w 198727"/>
                <a:gd name="connsiteY18" fmla="*/ 58094 h 107889"/>
                <a:gd name="connsiteX19" fmla="*/ 17892 w 198727"/>
                <a:gd name="connsiteY19" fmla="*/ 53625 h 107889"/>
                <a:gd name="connsiteX20" fmla="*/ 18531 w 198727"/>
                <a:gd name="connsiteY20" fmla="*/ 51072 h 107889"/>
                <a:gd name="connsiteX21" fmla="*/ 21726 w 198727"/>
                <a:gd name="connsiteY21" fmla="*/ 47880 h 107889"/>
                <a:gd name="connsiteX22" fmla="*/ 26838 w 198727"/>
                <a:gd name="connsiteY22" fmla="*/ 47880 h 107889"/>
                <a:gd name="connsiteX23" fmla="*/ 28755 w 198727"/>
                <a:gd name="connsiteY23" fmla="*/ 49157 h 107889"/>
                <a:gd name="connsiteX24" fmla="*/ 30672 w 198727"/>
                <a:gd name="connsiteY24" fmla="*/ 53625 h 107889"/>
                <a:gd name="connsiteX25" fmla="*/ 28755 w 198727"/>
                <a:gd name="connsiteY25" fmla="*/ 58094 h 107889"/>
                <a:gd name="connsiteX26" fmla="*/ 58788 w 198727"/>
                <a:gd name="connsiteY26" fmla="*/ 88737 h 107889"/>
                <a:gd name="connsiteX27" fmla="*/ 54314 w 198727"/>
                <a:gd name="connsiteY27" fmla="*/ 90653 h 107889"/>
                <a:gd name="connsiteX28" fmla="*/ 49842 w 198727"/>
                <a:gd name="connsiteY28" fmla="*/ 88737 h 107889"/>
                <a:gd name="connsiteX29" fmla="*/ 47925 w 198727"/>
                <a:gd name="connsiteY29" fmla="*/ 84269 h 107889"/>
                <a:gd name="connsiteX30" fmla="*/ 48564 w 198727"/>
                <a:gd name="connsiteY30" fmla="*/ 81715 h 107889"/>
                <a:gd name="connsiteX31" fmla="*/ 49842 w 198727"/>
                <a:gd name="connsiteY31" fmla="*/ 79800 h 107889"/>
                <a:gd name="connsiteX32" fmla="*/ 50481 w 198727"/>
                <a:gd name="connsiteY32" fmla="*/ 79161 h 107889"/>
                <a:gd name="connsiteX33" fmla="*/ 51759 w 198727"/>
                <a:gd name="connsiteY33" fmla="*/ 78523 h 107889"/>
                <a:gd name="connsiteX34" fmla="*/ 53036 w 198727"/>
                <a:gd name="connsiteY34" fmla="*/ 77885 h 107889"/>
                <a:gd name="connsiteX35" fmla="*/ 56871 w 198727"/>
                <a:gd name="connsiteY35" fmla="*/ 78523 h 107889"/>
                <a:gd name="connsiteX36" fmla="*/ 58788 w 198727"/>
                <a:gd name="connsiteY36" fmla="*/ 79800 h 107889"/>
                <a:gd name="connsiteX37" fmla="*/ 60704 w 198727"/>
                <a:gd name="connsiteY37" fmla="*/ 84269 h 107889"/>
                <a:gd name="connsiteX38" fmla="*/ 58788 w 198727"/>
                <a:gd name="connsiteY38" fmla="*/ 88737 h 107889"/>
                <a:gd name="connsiteX39" fmla="*/ 58788 w 198727"/>
                <a:gd name="connsiteY39" fmla="*/ 58094 h 107889"/>
                <a:gd name="connsiteX40" fmla="*/ 54314 w 198727"/>
                <a:gd name="connsiteY40" fmla="*/ 60009 h 107889"/>
                <a:gd name="connsiteX41" fmla="*/ 47925 w 198727"/>
                <a:gd name="connsiteY41" fmla="*/ 53625 h 107889"/>
                <a:gd name="connsiteX42" fmla="*/ 48564 w 198727"/>
                <a:gd name="connsiteY42" fmla="*/ 51072 h 107889"/>
                <a:gd name="connsiteX43" fmla="*/ 49842 w 198727"/>
                <a:gd name="connsiteY43" fmla="*/ 49157 h 107889"/>
                <a:gd name="connsiteX44" fmla="*/ 50481 w 198727"/>
                <a:gd name="connsiteY44" fmla="*/ 48518 h 107889"/>
                <a:gd name="connsiteX45" fmla="*/ 51759 w 198727"/>
                <a:gd name="connsiteY45" fmla="*/ 47880 h 107889"/>
                <a:gd name="connsiteX46" fmla="*/ 53036 w 198727"/>
                <a:gd name="connsiteY46" fmla="*/ 47880 h 107889"/>
                <a:gd name="connsiteX47" fmla="*/ 56871 w 198727"/>
                <a:gd name="connsiteY47" fmla="*/ 47880 h 107889"/>
                <a:gd name="connsiteX48" fmla="*/ 58788 w 198727"/>
                <a:gd name="connsiteY48" fmla="*/ 49157 h 107889"/>
                <a:gd name="connsiteX49" fmla="*/ 60065 w 198727"/>
                <a:gd name="connsiteY49" fmla="*/ 51072 h 107889"/>
                <a:gd name="connsiteX50" fmla="*/ 60704 w 198727"/>
                <a:gd name="connsiteY50" fmla="*/ 53625 h 107889"/>
                <a:gd name="connsiteX51" fmla="*/ 58788 w 198727"/>
                <a:gd name="connsiteY51" fmla="*/ 58094 h 107889"/>
                <a:gd name="connsiteX52" fmla="*/ 58788 w 198727"/>
                <a:gd name="connsiteY52" fmla="*/ 28089 h 107889"/>
                <a:gd name="connsiteX53" fmla="*/ 54314 w 198727"/>
                <a:gd name="connsiteY53" fmla="*/ 30005 h 107889"/>
                <a:gd name="connsiteX54" fmla="*/ 47925 w 198727"/>
                <a:gd name="connsiteY54" fmla="*/ 23621 h 107889"/>
                <a:gd name="connsiteX55" fmla="*/ 48564 w 198727"/>
                <a:gd name="connsiteY55" fmla="*/ 21067 h 107889"/>
                <a:gd name="connsiteX56" fmla="*/ 49842 w 198727"/>
                <a:gd name="connsiteY56" fmla="*/ 19152 h 107889"/>
                <a:gd name="connsiteX57" fmla="*/ 50481 w 198727"/>
                <a:gd name="connsiteY57" fmla="*/ 18514 h 107889"/>
                <a:gd name="connsiteX58" fmla="*/ 51759 w 198727"/>
                <a:gd name="connsiteY58" fmla="*/ 17875 h 107889"/>
                <a:gd name="connsiteX59" fmla="*/ 53036 w 198727"/>
                <a:gd name="connsiteY59" fmla="*/ 17237 h 107889"/>
                <a:gd name="connsiteX60" fmla="*/ 58788 w 198727"/>
                <a:gd name="connsiteY60" fmla="*/ 19152 h 107889"/>
                <a:gd name="connsiteX61" fmla="*/ 60065 w 198727"/>
                <a:gd name="connsiteY61" fmla="*/ 21067 h 107889"/>
                <a:gd name="connsiteX62" fmla="*/ 58788 w 198727"/>
                <a:gd name="connsiteY62" fmla="*/ 28089 h 107889"/>
                <a:gd name="connsiteX63" fmla="*/ 58788 w 198727"/>
                <a:gd name="connsiteY63" fmla="*/ 28089 h 107889"/>
                <a:gd name="connsiteX64" fmla="*/ 89459 w 198727"/>
                <a:gd name="connsiteY64" fmla="*/ 88737 h 107889"/>
                <a:gd name="connsiteX65" fmla="*/ 87542 w 198727"/>
                <a:gd name="connsiteY65" fmla="*/ 90014 h 107889"/>
                <a:gd name="connsiteX66" fmla="*/ 84986 w 198727"/>
                <a:gd name="connsiteY66" fmla="*/ 90653 h 107889"/>
                <a:gd name="connsiteX67" fmla="*/ 78596 w 198727"/>
                <a:gd name="connsiteY67" fmla="*/ 84269 h 107889"/>
                <a:gd name="connsiteX68" fmla="*/ 80513 w 198727"/>
                <a:gd name="connsiteY68" fmla="*/ 79800 h 107889"/>
                <a:gd name="connsiteX69" fmla="*/ 82430 w 198727"/>
                <a:gd name="connsiteY69" fmla="*/ 78523 h 107889"/>
                <a:gd name="connsiteX70" fmla="*/ 87542 w 198727"/>
                <a:gd name="connsiteY70" fmla="*/ 78523 h 107889"/>
                <a:gd name="connsiteX71" fmla="*/ 88820 w 198727"/>
                <a:gd name="connsiteY71" fmla="*/ 79161 h 107889"/>
                <a:gd name="connsiteX72" fmla="*/ 89459 w 198727"/>
                <a:gd name="connsiteY72" fmla="*/ 79800 h 107889"/>
                <a:gd name="connsiteX73" fmla="*/ 91376 w 198727"/>
                <a:gd name="connsiteY73" fmla="*/ 84269 h 107889"/>
                <a:gd name="connsiteX74" fmla="*/ 89459 w 198727"/>
                <a:gd name="connsiteY74" fmla="*/ 88737 h 107889"/>
                <a:gd name="connsiteX75" fmla="*/ 89459 w 198727"/>
                <a:gd name="connsiteY75" fmla="*/ 88737 h 107889"/>
                <a:gd name="connsiteX76" fmla="*/ 89459 w 198727"/>
                <a:gd name="connsiteY76" fmla="*/ 58094 h 107889"/>
                <a:gd name="connsiteX77" fmla="*/ 87542 w 198727"/>
                <a:gd name="connsiteY77" fmla="*/ 59371 h 107889"/>
                <a:gd name="connsiteX78" fmla="*/ 84986 w 198727"/>
                <a:gd name="connsiteY78" fmla="*/ 60009 h 107889"/>
                <a:gd name="connsiteX79" fmla="*/ 82430 w 198727"/>
                <a:gd name="connsiteY79" fmla="*/ 59371 h 107889"/>
                <a:gd name="connsiteX80" fmla="*/ 80513 w 198727"/>
                <a:gd name="connsiteY80" fmla="*/ 58094 h 107889"/>
                <a:gd name="connsiteX81" fmla="*/ 78596 w 198727"/>
                <a:gd name="connsiteY81" fmla="*/ 53625 h 107889"/>
                <a:gd name="connsiteX82" fmla="*/ 79235 w 198727"/>
                <a:gd name="connsiteY82" fmla="*/ 51072 h 107889"/>
                <a:gd name="connsiteX83" fmla="*/ 80513 w 198727"/>
                <a:gd name="connsiteY83" fmla="*/ 49157 h 107889"/>
                <a:gd name="connsiteX84" fmla="*/ 81152 w 198727"/>
                <a:gd name="connsiteY84" fmla="*/ 48518 h 107889"/>
                <a:gd name="connsiteX85" fmla="*/ 82430 w 198727"/>
                <a:gd name="connsiteY85" fmla="*/ 47880 h 107889"/>
                <a:gd name="connsiteX86" fmla="*/ 83708 w 198727"/>
                <a:gd name="connsiteY86" fmla="*/ 47880 h 107889"/>
                <a:gd name="connsiteX87" fmla="*/ 86264 w 198727"/>
                <a:gd name="connsiteY87" fmla="*/ 47880 h 107889"/>
                <a:gd name="connsiteX88" fmla="*/ 87542 w 198727"/>
                <a:gd name="connsiteY88" fmla="*/ 47880 h 107889"/>
                <a:gd name="connsiteX89" fmla="*/ 88820 w 198727"/>
                <a:gd name="connsiteY89" fmla="*/ 48518 h 107889"/>
                <a:gd name="connsiteX90" fmla="*/ 89459 w 198727"/>
                <a:gd name="connsiteY90" fmla="*/ 49157 h 107889"/>
                <a:gd name="connsiteX91" fmla="*/ 90737 w 198727"/>
                <a:gd name="connsiteY91" fmla="*/ 51072 h 107889"/>
                <a:gd name="connsiteX92" fmla="*/ 91376 w 198727"/>
                <a:gd name="connsiteY92" fmla="*/ 53625 h 107889"/>
                <a:gd name="connsiteX93" fmla="*/ 89459 w 198727"/>
                <a:gd name="connsiteY93" fmla="*/ 58094 h 107889"/>
                <a:gd name="connsiteX94" fmla="*/ 89459 w 198727"/>
                <a:gd name="connsiteY94" fmla="*/ 58094 h 107889"/>
                <a:gd name="connsiteX95" fmla="*/ 89459 w 198727"/>
                <a:gd name="connsiteY95" fmla="*/ 28089 h 107889"/>
                <a:gd name="connsiteX96" fmla="*/ 84986 w 198727"/>
                <a:gd name="connsiteY96" fmla="*/ 30005 h 107889"/>
                <a:gd name="connsiteX97" fmla="*/ 82430 w 198727"/>
                <a:gd name="connsiteY97" fmla="*/ 29366 h 107889"/>
                <a:gd name="connsiteX98" fmla="*/ 80513 w 198727"/>
                <a:gd name="connsiteY98" fmla="*/ 28089 h 107889"/>
                <a:gd name="connsiteX99" fmla="*/ 80513 w 198727"/>
                <a:gd name="connsiteY99" fmla="*/ 19152 h 107889"/>
                <a:gd name="connsiteX100" fmla="*/ 80513 w 198727"/>
                <a:gd name="connsiteY100" fmla="*/ 19152 h 107889"/>
                <a:gd name="connsiteX101" fmla="*/ 82430 w 198727"/>
                <a:gd name="connsiteY101" fmla="*/ 17875 h 107889"/>
                <a:gd name="connsiteX102" fmla="*/ 87542 w 198727"/>
                <a:gd name="connsiteY102" fmla="*/ 17875 h 107889"/>
                <a:gd name="connsiteX103" fmla="*/ 89459 w 198727"/>
                <a:gd name="connsiteY103" fmla="*/ 19152 h 107889"/>
                <a:gd name="connsiteX104" fmla="*/ 90737 w 198727"/>
                <a:gd name="connsiteY104" fmla="*/ 21067 h 107889"/>
                <a:gd name="connsiteX105" fmla="*/ 89459 w 198727"/>
                <a:gd name="connsiteY105" fmla="*/ 28089 h 107889"/>
                <a:gd name="connsiteX106" fmla="*/ 171250 w 198727"/>
                <a:gd name="connsiteY106" fmla="*/ 49157 h 107889"/>
                <a:gd name="connsiteX107" fmla="*/ 173167 w 198727"/>
                <a:gd name="connsiteY107" fmla="*/ 47880 h 107889"/>
                <a:gd name="connsiteX108" fmla="*/ 180196 w 198727"/>
                <a:gd name="connsiteY108" fmla="*/ 49157 h 107889"/>
                <a:gd name="connsiteX109" fmla="*/ 181474 w 198727"/>
                <a:gd name="connsiteY109" fmla="*/ 51072 h 107889"/>
                <a:gd name="connsiteX110" fmla="*/ 182113 w 198727"/>
                <a:gd name="connsiteY110" fmla="*/ 53625 h 107889"/>
                <a:gd name="connsiteX111" fmla="*/ 180196 w 198727"/>
                <a:gd name="connsiteY111" fmla="*/ 58094 h 107889"/>
                <a:gd name="connsiteX112" fmla="*/ 178279 w 198727"/>
                <a:gd name="connsiteY112" fmla="*/ 59371 h 107889"/>
                <a:gd name="connsiteX113" fmla="*/ 175723 w 198727"/>
                <a:gd name="connsiteY113" fmla="*/ 60009 h 107889"/>
                <a:gd name="connsiteX114" fmla="*/ 171250 w 198727"/>
                <a:gd name="connsiteY114" fmla="*/ 58094 h 107889"/>
                <a:gd name="connsiteX115" fmla="*/ 169333 w 198727"/>
                <a:gd name="connsiteY115" fmla="*/ 53625 h 107889"/>
                <a:gd name="connsiteX116" fmla="*/ 171250 w 198727"/>
                <a:gd name="connsiteY116" fmla="*/ 49157 h 107889"/>
                <a:gd name="connsiteX117" fmla="*/ 171250 w 198727"/>
                <a:gd name="connsiteY117" fmla="*/ 49157 h 107889"/>
                <a:gd name="connsiteX118" fmla="*/ 119492 w 198727"/>
                <a:gd name="connsiteY118" fmla="*/ 88737 h 107889"/>
                <a:gd name="connsiteX119" fmla="*/ 112463 w 198727"/>
                <a:gd name="connsiteY119" fmla="*/ 90014 h 107889"/>
                <a:gd name="connsiteX120" fmla="*/ 110546 w 198727"/>
                <a:gd name="connsiteY120" fmla="*/ 88737 h 107889"/>
                <a:gd name="connsiteX121" fmla="*/ 108629 w 198727"/>
                <a:gd name="connsiteY121" fmla="*/ 84269 h 107889"/>
                <a:gd name="connsiteX122" fmla="*/ 109268 w 198727"/>
                <a:gd name="connsiteY122" fmla="*/ 81715 h 107889"/>
                <a:gd name="connsiteX123" fmla="*/ 110546 w 198727"/>
                <a:gd name="connsiteY123" fmla="*/ 79800 h 107889"/>
                <a:gd name="connsiteX124" fmla="*/ 119492 w 198727"/>
                <a:gd name="connsiteY124" fmla="*/ 79800 h 107889"/>
                <a:gd name="connsiteX125" fmla="*/ 120770 w 198727"/>
                <a:gd name="connsiteY125" fmla="*/ 81715 h 107889"/>
                <a:gd name="connsiteX126" fmla="*/ 121409 w 198727"/>
                <a:gd name="connsiteY126" fmla="*/ 84269 h 107889"/>
                <a:gd name="connsiteX127" fmla="*/ 119492 w 198727"/>
                <a:gd name="connsiteY127" fmla="*/ 88737 h 107889"/>
                <a:gd name="connsiteX128" fmla="*/ 119492 w 198727"/>
                <a:gd name="connsiteY128" fmla="*/ 88737 h 107889"/>
                <a:gd name="connsiteX129" fmla="*/ 108629 w 198727"/>
                <a:gd name="connsiteY129" fmla="*/ 53625 h 107889"/>
                <a:gd name="connsiteX130" fmla="*/ 109268 w 198727"/>
                <a:gd name="connsiteY130" fmla="*/ 51072 h 107889"/>
                <a:gd name="connsiteX131" fmla="*/ 112463 w 198727"/>
                <a:gd name="connsiteY131" fmla="*/ 47880 h 107889"/>
                <a:gd name="connsiteX132" fmla="*/ 116297 w 198727"/>
                <a:gd name="connsiteY132" fmla="*/ 47880 h 107889"/>
                <a:gd name="connsiteX133" fmla="*/ 117575 w 198727"/>
                <a:gd name="connsiteY133" fmla="*/ 47880 h 107889"/>
                <a:gd name="connsiteX134" fmla="*/ 118853 w 198727"/>
                <a:gd name="connsiteY134" fmla="*/ 48518 h 107889"/>
                <a:gd name="connsiteX135" fmla="*/ 119492 w 198727"/>
                <a:gd name="connsiteY135" fmla="*/ 49157 h 107889"/>
                <a:gd name="connsiteX136" fmla="*/ 120770 w 198727"/>
                <a:gd name="connsiteY136" fmla="*/ 51072 h 107889"/>
                <a:gd name="connsiteX137" fmla="*/ 121409 w 198727"/>
                <a:gd name="connsiteY137" fmla="*/ 53625 h 107889"/>
                <a:gd name="connsiteX138" fmla="*/ 119492 w 198727"/>
                <a:gd name="connsiteY138" fmla="*/ 58094 h 107889"/>
                <a:gd name="connsiteX139" fmla="*/ 110546 w 198727"/>
                <a:gd name="connsiteY139" fmla="*/ 58094 h 107889"/>
                <a:gd name="connsiteX140" fmla="*/ 108629 w 198727"/>
                <a:gd name="connsiteY140" fmla="*/ 53625 h 107889"/>
                <a:gd name="connsiteX141" fmla="*/ 108629 w 198727"/>
                <a:gd name="connsiteY141" fmla="*/ 53625 h 107889"/>
                <a:gd name="connsiteX142" fmla="*/ 120770 w 198727"/>
                <a:gd name="connsiteY142" fmla="*/ 26174 h 107889"/>
                <a:gd name="connsiteX143" fmla="*/ 119492 w 198727"/>
                <a:gd name="connsiteY143" fmla="*/ 28089 h 107889"/>
                <a:gd name="connsiteX144" fmla="*/ 117575 w 198727"/>
                <a:gd name="connsiteY144" fmla="*/ 29366 h 107889"/>
                <a:gd name="connsiteX145" fmla="*/ 115019 w 198727"/>
                <a:gd name="connsiteY145" fmla="*/ 30005 h 107889"/>
                <a:gd name="connsiteX146" fmla="*/ 110546 w 198727"/>
                <a:gd name="connsiteY146" fmla="*/ 28089 h 107889"/>
                <a:gd name="connsiteX147" fmla="*/ 109268 w 198727"/>
                <a:gd name="connsiteY147" fmla="*/ 26174 h 107889"/>
                <a:gd name="connsiteX148" fmla="*/ 108629 w 198727"/>
                <a:gd name="connsiteY148" fmla="*/ 23621 h 107889"/>
                <a:gd name="connsiteX149" fmla="*/ 110546 w 198727"/>
                <a:gd name="connsiteY149" fmla="*/ 19152 h 107889"/>
                <a:gd name="connsiteX150" fmla="*/ 112463 w 198727"/>
                <a:gd name="connsiteY150" fmla="*/ 17875 h 107889"/>
                <a:gd name="connsiteX151" fmla="*/ 117575 w 198727"/>
                <a:gd name="connsiteY151" fmla="*/ 17875 h 107889"/>
                <a:gd name="connsiteX152" fmla="*/ 119492 w 198727"/>
                <a:gd name="connsiteY152" fmla="*/ 19152 h 107889"/>
                <a:gd name="connsiteX153" fmla="*/ 121409 w 198727"/>
                <a:gd name="connsiteY153" fmla="*/ 23621 h 107889"/>
                <a:gd name="connsiteX154" fmla="*/ 120770 w 198727"/>
                <a:gd name="connsiteY154" fmla="*/ 26174 h 107889"/>
                <a:gd name="connsiteX155" fmla="*/ 120770 w 198727"/>
                <a:gd name="connsiteY155" fmla="*/ 26174 h 107889"/>
                <a:gd name="connsiteX156" fmla="*/ 150164 w 198727"/>
                <a:gd name="connsiteY156" fmla="*/ 88737 h 107889"/>
                <a:gd name="connsiteX157" fmla="*/ 141218 w 198727"/>
                <a:gd name="connsiteY157" fmla="*/ 88737 h 107889"/>
                <a:gd name="connsiteX158" fmla="*/ 139301 w 198727"/>
                <a:gd name="connsiteY158" fmla="*/ 84269 h 107889"/>
                <a:gd name="connsiteX159" fmla="*/ 145691 w 198727"/>
                <a:gd name="connsiteY159" fmla="*/ 77885 h 107889"/>
                <a:gd name="connsiteX160" fmla="*/ 152081 w 198727"/>
                <a:gd name="connsiteY160" fmla="*/ 84269 h 107889"/>
                <a:gd name="connsiteX161" fmla="*/ 150164 w 198727"/>
                <a:gd name="connsiteY161" fmla="*/ 88737 h 107889"/>
                <a:gd name="connsiteX162" fmla="*/ 150164 w 198727"/>
                <a:gd name="connsiteY162" fmla="*/ 88737 h 107889"/>
                <a:gd name="connsiteX163" fmla="*/ 150164 w 198727"/>
                <a:gd name="connsiteY163" fmla="*/ 58094 h 107889"/>
                <a:gd name="connsiteX164" fmla="*/ 141218 w 198727"/>
                <a:gd name="connsiteY164" fmla="*/ 58094 h 107889"/>
                <a:gd name="connsiteX165" fmla="*/ 139301 w 198727"/>
                <a:gd name="connsiteY165" fmla="*/ 53625 h 107889"/>
                <a:gd name="connsiteX166" fmla="*/ 139940 w 198727"/>
                <a:gd name="connsiteY166" fmla="*/ 51072 h 107889"/>
                <a:gd name="connsiteX167" fmla="*/ 141218 w 198727"/>
                <a:gd name="connsiteY167" fmla="*/ 49157 h 107889"/>
                <a:gd name="connsiteX168" fmla="*/ 143135 w 198727"/>
                <a:gd name="connsiteY168" fmla="*/ 47880 h 107889"/>
                <a:gd name="connsiteX169" fmla="*/ 148247 w 198727"/>
                <a:gd name="connsiteY169" fmla="*/ 47880 h 107889"/>
                <a:gd name="connsiteX170" fmla="*/ 150164 w 198727"/>
                <a:gd name="connsiteY170" fmla="*/ 49157 h 107889"/>
                <a:gd name="connsiteX171" fmla="*/ 152081 w 198727"/>
                <a:gd name="connsiteY171" fmla="*/ 53625 h 107889"/>
                <a:gd name="connsiteX172" fmla="*/ 150164 w 198727"/>
                <a:gd name="connsiteY172" fmla="*/ 58094 h 107889"/>
                <a:gd name="connsiteX173" fmla="*/ 150164 w 198727"/>
                <a:gd name="connsiteY173" fmla="*/ 58094 h 107889"/>
                <a:gd name="connsiteX174" fmla="*/ 150164 w 198727"/>
                <a:gd name="connsiteY174" fmla="*/ 28089 h 107889"/>
                <a:gd name="connsiteX175" fmla="*/ 145691 w 198727"/>
                <a:gd name="connsiteY175" fmla="*/ 30005 h 107889"/>
                <a:gd name="connsiteX176" fmla="*/ 141218 w 198727"/>
                <a:gd name="connsiteY176" fmla="*/ 28089 h 107889"/>
                <a:gd name="connsiteX177" fmla="*/ 141218 w 198727"/>
                <a:gd name="connsiteY177" fmla="*/ 19152 h 107889"/>
                <a:gd name="connsiteX178" fmla="*/ 141218 w 198727"/>
                <a:gd name="connsiteY178" fmla="*/ 19152 h 107889"/>
                <a:gd name="connsiteX179" fmla="*/ 143135 w 198727"/>
                <a:gd name="connsiteY179" fmla="*/ 17875 h 107889"/>
                <a:gd name="connsiteX180" fmla="*/ 150164 w 198727"/>
                <a:gd name="connsiteY180" fmla="*/ 19152 h 107889"/>
                <a:gd name="connsiteX181" fmla="*/ 151442 w 198727"/>
                <a:gd name="connsiteY181" fmla="*/ 21067 h 107889"/>
                <a:gd name="connsiteX182" fmla="*/ 150164 w 198727"/>
                <a:gd name="connsiteY182" fmla="*/ 28089 h 107889"/>
                <a:gd name="connsiteX183" fmla="*/ 150164 w 198727"/>
                <a:gd name="connsiteY183" fmla="*/ 28089 h 107889"/>
                <a:gd name="connsiteX184" fmla="*/ 180196 w 198727"/>
                <a:gd name="connsiteY184" fmla="*/ 88737 h 107889"/>
                <a:gd name="connsiteX185" fmla="*/ 171250 w 198727"/>
                <a:gd name="connsiteY185" fmla="*/ 88737 h 107889"/>
                <a:gd name="connsiteX186" fmla="*/ 169333 w 198727"/>
                <a:gd name="connsiteY186" fmla="*/ 84269 h 107889"/>
                <a:gd name="connsiteX187" fmla="*/ 169972 w 198727"/>
                <a:gd name="connsiteY187" fmla="*/ 81715 h 107889"/>
                <a:gd name="connsiteX188" fmla="*/ 171250 w 198727"/>
                <a:gd name="connsiteY188" fmla="*/ 79800 h 107889"/>
                <a:gd name="connsiteX189" fmla="*/ 171889 w 198727"/>
                <a:gd name="connsiteY189" fmla="*/ 79161 h 107889"/>
                <a:gd name="connsiteX190" fmla="*/ 173167 w 198727"/>
                <a:gd name="connsiteY190" fmla="*/ 78523 h 107889"/>
                <a:gd name="connsiteX191" fmla="*/ 174445 w 198727"/>
                <a:gd name="connsiteY191" fmla="*/ 77885 h 107889"/>
                <a:gd name="connsiteX192" fmla="*/ 178279 w 198727"/>
                <a:gd name="connsiteY192" fmla="*/ 78523 h 107889"/>
                <a:gd name="connsiteX193" fmla="*/ 180196 w 198727"/>
                <a:gd name="connsiteY193" fmla="*/ 79800 h 107889"/>
                <a:gd name="connsiteX194" fmla="*/ 181474 w 198727"/>
                <a:gd name="connsiteY194" fmla="*/ 81715 h 107889"/>
                <a:gd name="connsiteX195" fmla="*/ 182113 w 198727"/>
                <a:gd name="connsiteY195" fmla="*/ 84269 h 107889"/>
                <a:gd name="connsiteX196" fmla="*/ 180196 w 198727"/>
                <a:gd name="connsiteY196" fmla="*/ 88737 h 107889"/>
                <a:gd name="connsiteX197" fmla="*/ 180196 w 198727"/>
                <a:gd name="connsiteY197" fmla="*/ 88737 h 107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198727" h="107889">
                  <a:moveTo>
                    <a:pt x="177001" y="15960"/>
                  </a:moveTo>
                  <a:lnTo>
                    <a:pt x="177001" y="0"/>
                  </a:lnTo>
                  <a:lnTo>
                    <a:pt x="23004" y="0"/>
                  </a:lnTo>
                  <a:lnTo>
                    <a:pt x="23004" y="15960"/>
                  </a:lnTo>
                  <a:cubicBezTo>
                    <a:pt x="23004" y="19790"/>
                    <a:pt x="20448" y="22344"/>
                    <a:pt x="16614" y="22344"/>
                  </a:cubicBezTo>
                  <a:lnTo>
                    <a:pt x="0" y="22344"/>
                  </a:lnTo>
                  <a:lnTo>
                    <a:pt x="0" y="107889"/>
                  </a:lnTo>
                  <a:lnTo>
                    <a:pt x="17253" y="107889"/>
                  </a:lnTo>
                  <a:lnTo>
                    <a:pt x="17253" y="84269"/>
                  </a:lnTo>
                  <a:cubicBezTo>
                    <a:pt x="17253" y="80438"/>
                    <a:pt x="19809" y="77885"/>
                    <a:pt x="23643" y="77885"/>
                  </a:cubicBezTo>
                  <a:cubicBezTo>
                    <a:pt x="27477" y="77885"/>
                    <a:pt x="30033" y="80438"/>
                    <a:pt x="30033" y="84269"/>
                  </a:cubicBezTo>
                  <a:lnTo>
                    <a:pt x="30033" y="107889"/>
                  </a:lnTo>
                  <a:lnTo>
                    <a:pt x="198727" y="107889"/>
                  </a:lnTo>
                  <a:lnTo>
                    <a:pt x="198727" y="22344"/>
                  </a:lnTo>
                  <a:lnTo>
                    <a:pt x="182113" y="22344"/>
                  </a:lnTo>
                  <a:cubicBezTo>
                    <a:pt x="179557" y="22344"/>
                    <a:pt x="177001" y="19790"/>
                    <a:pt x="177001" y="15960"/>
                  </a:cubicBezTo>
                  <a:close/>
                  <a:moveTo>
                    <a:pt x="28755" y="58094"/>
                  </a:moveTo>
                  <a:cubicBezTo>
                    <a:pt x="27477" y="59371"/>
                    <a:pt x="26199" y="60009"/>
                    <a:pt x="24282" y="60009"/>
                  </a:cubicBezTo>
                  <a:cubicBezTo>
                    <a:pt x="22365" y="60009"/>
                    <a:pt x="21087" y="59371"/>
                    <a:pt x="19809" y="58094"/>
                  </a:cubicBezTo>
                  <a:cubicBezTo>
                    <a:pt x="18531" y="56817"/>
                    <a:pt x="17892" y="55541"/>
                    <a:pt x="17892" y="53625"/>
                  </a:cubicBezTo>
                  <a:cubicBezTo>
                    <a:pt x="17892" y="52987"/>
                    <a:pt x="17892" y="51710"/>
                    <a:pt x="18531" y="51072"/>
                  </a:cubicBezTo>
                  <a:cubicBezTo>
                    <a:pt x="19170" y="49795"/>
                    <a:pt x="20448" y="48518"/>
                    <a:pt x="21726" y="47880"/>
                  </a:cubicBezTo>
                  <a:cubicBezTo>
                    <a:pt x="23004" y="47241"/>
                    <a:pt x="24921" y="47241"/>
                    <a:pt x="26838" y="47880"/>
                  </a:cubicBezTo>
                  <a:cubicBezTo>
                    <a:pt x="27477" y="47880"/>
                    <a:pt x="28116" y="48518"/>
                    <a:pt x="28755" y="49157"/>
                  </a:cubicBezTo>
                  <a:cubicBezTo>
                    <a:pt x="30033" y="50433"/>
                    <a:pt x="30672" y="51710"/>
                    <a:pt x="30672" y="53625"/>
                  </a:cubicBezTo>
                  <a:cubicBezTo>
                    <a:pt x="30672" y="55541"/>
                    <a:pt x="30033" y="57456"/>
                    <a:pt x="28755" y="58094"/>
                  </a:cubicBezTo>
                  <a:close/>
                  <a:moveTo>
                    <a:pt x="58788" y="88737"/>
                  </a:moveTo>
                  <a:cubicBezTo>
                    <a:pt x="57509" y="90014"/>
                    <a:pt x="56231" y="90653"/>
                    <a:pt x="54314" y="90653"/>
                  </a:cubicBezTo>
                  <a:cubicBezTo>
                    <a:pt x="52398" y="90653"/>
                    <a:pt x="51119" y="90014"/>
                    <a:pt x="49842" y="88737"/>
                  </a:cubicBezTo>
                  <a:cubicBezTo>
                    <a:pt x="48564" y="87461"/>
                    <a:pt x="47925" y="86184"/>
                    <a:pt x="47925" y="84269"/>
                  </a:cubicBezTo>
                  <a:cubicBezTo>
                    <a:pt x="47925" y="83630"/>
                    <a:pt x="47925" y="82353"/>
                    <a:pt x="48564" y="81715"/>
                  </a:cubicBezTo>
                  <a:cubicBezTo>
                    <a:pt x="48564" y="81077"/>
                    <a:pt x="49203" y="80438"/>
                    <a:pt x="49842" y="79800"/>
                  </a:cubicBezTo>
                  <a:cubicBezTo>
                    <a:pt x="49842" y="79161"/>
                    <a:pt x="50481" y="79161"/>
                    <a:pt x="50481" y="79161"/>
                  </a:cubicBezTo>
                  <a:cubicBezTo>
                    <a:pt x="51119" y="79161"/>
                    <a:pt x="51119" y="78523"/>
                    <a:pt x="51759" y="78523"/>
                  </a:cubicBezTo>
                  <a:cubicBezTo>
                    <a:pt x="52398" y="78523"/>
                    <a:pt x="52398" y="78523"/>
                    <a:pt x="53036" y="77885"/>
                  </a:cubicBezTo>
                  <a:cubicBezTo>
                    <a:pt x="54314" y="77885"/>
                    <a:pt x="55593" y="77885"/>
                    <a:pt x="56871" y="78523"/>
                  </a:cubicBezTo>
                  <a:cubicBezTo>
                    <a:pt x="57509" y="79161"/>
                    <a:pt x="58148" y="79161"/>
                    <a:pt x="58788" y="79800"/>
                  </a:cubicBezTo>
                  <a:cubicBezTo>
                    <a:pt x="60065" y="81077"/>
                    <a:pt x="60704" y="82353"/>
                    <a:pt x="60704" y="84269"/>
                  </a:cubicBezTo>
                  <a:cubicBezTo>
                    <a:pt x="60704" y="85545"/>
                    <a:pt x="60065" y="87461"/>
                    <a:pt x="58788" y="88737"/>
                  </a:cubicBezTo>
                  <a:close/>
                  <a:moveTo>
                    <a:pt x="58788" y="58094"/>
                  </a:moveTo>
                  <a:cubicBezTo>
                    <a:pt x="57509" y="59371"/>
                    <a:pt x="56231" y="60009"/>
                    <a:pt x="54314" y="60009"/>
                  </a:cubicBezTo>
                  <a:cubicBezTo>
                    <a:pt x="50481" y="60009"/>
                    <a:pt x="47925" y="57456"/>
                    <a:pt x="47925" y="53625"/>
                  </a:cubicBezTo>
                  <a:cubicBezTo>
                    <a:pt x="47925" y="52987"/>
                    <a:pt x="47925" y="51710"/>
                    <a:pt x="48564" y="51072"/>
                  </a:cubicBezTo>
                  <a:cubicBezTo>
                    <a:pt x="48564" y="50433"/>
                    <a:pt x="49203" y="49795"/>
                    <a:pt x="49842" y="49157"/>
                  </a:cubicBezTo>
                  <a:cubicBezTo>
                    <a:pt x="49842" y="48518"/>
                    <a:pt x="50481" y="48518"/>
                    <a:pt x="50481" y="48518"/>
                  </a:cubicBezTo>
                  <a:lnTo>
                    <a:pt x="51759" y="47880"/>
                  </a:lnTo>
                  <a:cubicBezTo>
                    <a:pt x="52398" y="47880"/>
                    <a:pt x="52398" y="47880"/>
                    <a:pt x="53036" y="47880"/>
                  </a:cubicBezTo>
                  <a:cubicBezTo>
                    <a:pt x="54314" y="47880"/>
                    <a:pt x="55593" y="47880"/>
                    <a:pt x="56871" y="47880"/>
                  </a:cubicBezTo>
                  <a:cubicBezTo>
                    <a:pt x="57509" y="47880"/>
                    <a:pt x="58148" y="48518"/>
                    <a:pt x="58788" y="49157"/>
                  </a:cubicBezTo>
                  <a:cubicBezTo>
                    <a:pt x="59426" y="49795"/>
                    <a:pt x="60065" y="50433"/>
                    <a:pt x="60065" y="51072"/>
                  </a:cubicBezTo>
                  <a:cubicBezTo>
                    <a:pt x="60065" y="51710"/>
                    <a:pt x="60704" y="52349"/>
                    <a:pt x="60704" y="53625"/>
                  </a:cubicBezTo>
                  <a:cubicBezTo>
                    <a:pt x="60704" y="55541"/>
                    <a:pt x="60065" y="57456"/>
                    <a:pt x="58788" y="58094"/>
                  </a:cubicBezTo>
                  <a:close/>
                  <a:moveTo>
                    <a:pt x="58788" y="28089"/>
                  </a:moveTo>
                  <a:cubicBezTo>
                    <a:pt x="57509" y="29366"/>
                    <a:pt x="56231" y="30005"/>
                    <a:pt x="54314" y="30005"/>
                  </a:cubicBezTo>
                  <a:cubicBezTo>
                    <a:pt x="50481" y="30005"/>
                    <a:pt x="47925" y="26813"/>
                    <a:pt x="47925" y="23621"/>
                  </a:cubicBezTo>
                  <a:cubicBezTo>
                    <a:pt x="47925" y="22982"/>
                    <a:pt x="47925" y="21706"/>
                    <a:pt x="48564" y="21067"/>
                  </a:cubicBezTo>
                  <a:cubicBezTo>
                    <a:pt x="49203" y="20429"/>
                    <a:pt x="49203" y="19790"/>
                    <a:pt x="49842" y="19152"/>
                  </a:cubicBezTo>
                  <a:cubicBezTo>
                    <a:pt x="49842" y="19152"/>
                    <a:pt x="50481" y="18514"/>
                    <a:pt x="50481" y="18514"/>
                  </a:cubicBezTo>
                  <a:cubicBezTo>
                    <a:pt x="51119" y="18514"/>
                    <a:pt x="51119" y="17875"/>
                    <a:pt x="51759" y="17875"/>
                  </a:cubicBezTo>
                  <a:cubicBezTo>
                    <a:pt x="52398" y="17875"/>
                    <a:pt x="52398" y="17875"/>
                    <a:pt x="53036" y="17237"/>
                  </a:cubicBezTo>
                  <a:cubicBezTo>
                    <a:pt x="54954" y="16598"/>
                    <a:pt x="57509" y="17237"/>
                    <a:pt x="58788" y="19152"/>
                  </a:cubicBezTo>
                  <a:cubicBezTo>
                    <a:pt x="59426" y="19790"/>
                    <a:pt x="60065" y="20429"/>
                    <a:pt x="60065" y="21067"/>
                  </a:cubicBezTo>
                  <a:cubicBezTo>
                    <a:pt x="61343" y="23621"/>
                    <a:pt x="60704" y="26174"/>
                    <a:pt x="58788" y="28089"/>
                  </a:cubicBezTo>
                  <a:lnTo>
                    <a:pt x="58788" y="28089"/>
                  </a:lnTo>
                  <a:close/>
                  <a:moveTo>
                    <a:pt x="89459" y="88737"/>
                  </a:moveTo>
                  <a:cubicBezTo>
                    <a:pt x="88820" y="89376"/>
                    <a:pt x="88181" y="90014"/>
                    <a:pt x="87542" y="90014"/>
                  </a:cubicBezTo>
                  <a:cubicBezTo>
                    <a:pt x="86903" y="90014"/>
                    <a:pt x="85625" y="90653"/>
                    <a:pt x="84986" y="90653"/>
                  </a:cubicBezTo>
                  <a:cubicBezTo>
                    <a:pt x="81152" y="90653"/>
                    <a:pt x="78596" y="88099"/>
                    <a:pt x="78596" y="84269"/>
                  </a:cubicBezTo>
                  <a:cubicBezTo>
                    <a:pt x="78596" y="82353"/>
                    <a:pt x="79235" y="81077"/>
                    <a:pt x="80513" y="79800"/>
                  </a:cubicBezTo>
                  <a:cubicBezTo>
                    <a:pt x="81152" y="79161"/>
                    <a:pt x="81791" y="78523"/>
                    <a:pt x="82430" y="78523"/>
                  </a:cubicBezTo>
                  <a:cubicBezTo>
                    <a:pt x="83708" y="77885"/>
                    <a:pt x="85625" y="77885"/>
                    <a:pt x="87542" y="78523"/>
                  </a:cubicBezTo>
                  <a:cubicBezTo>
                    <a:pt x="88181" y="78523"/>
                    <a:pt x="88181" y="79161"/>
                    <a:pt x="88820" y="79161"/>
                  </a:cubicBezTo>
                  <a:lnTo>
                    <a:pt x="89459" y="79800"/>
                  </a:lnTo>
                  <a:cubicBezTo>
                    <a:pt x="90737" y="81077"/>
                    <a:pt x="91376" y="82353"/>
                    <a:pt x="91376" y="84269"/>
                  </a:cubicBezTo>
                  <a:cubicBezTo>
                    <a:pt x="91376" y="85545"/>
                    <a:pt x="90737" y="87461"/>
                    <a:pt x="89459" y="88737"/>
                  </a:cubicBezTo>
                  <a:lnTo>
                    <a:pt x="89459" y="88737"/>
                  </a:lnTo>
                  <a:close/>
                  <a:moveTo>
                    <a:pt x="89459" y="58094"/>
                  </a:moveTo>
                  <a:cubicBezTo>
                    <a:pt x="88820" y="58733"/>
                    <a:pt x="88181" y="59371"/>
                    <a:pt x="87542" y="59371"/>
                  </a:cubicBezTo>
                  <a:cubicBezTo>
                    <a:pt x="86903" y="60009"/>
                    <a:pt x="85625" y="60009"/>
                    <a:pt x="84986" y="60009"/>
                  </a:cubicBezTo>
                  <a:cubicBezTo>
                    <a:pt x="84347" y="60009"/>
                    <a:pt x="83069" y="60009"/>
                    <a:pt x="82430" y="59371"/>
                  </a:cubicBezTo>
                  <a:cubicBezTo>
                    <a:pt x="81791" y="58733"/>
                    <a:pt x="81152" y="58733"/>
                    <a:pt x="80513" y="58094"/>
                  </a:cubicBezTo>
                  <a:cubicBezTo>
                    <a:pt x="79235" y="56817"/>
                    <a:pt x="78596" y="55541"/>
                    <a:pt x="78596" y="53625"/>
                  </a:cubicBezTo>
                  <a:cubicBezTo>
                    <a:pt x="78596" y="52987"/>
                    <a:pt x="78596" y="51710"/>
                    <a:pt x="79235" y="51072"/>
                  </a:cubicBezTo>
                  <a:cubicBezTo>
                    <a:pt x="79235" y="50433"/>
                    <a:pt x="79874" y="49795"/>
                    <a:pt x="80513" y="49157"/>
                  </a:cubicBezTo>
                  <a:cubicBezTo>
                    <a:pt x="80513" y="48518"/>
                    <a:pt x="81152" y="48518"/>
                    <a:pt x="81152" y="48518"/>
                  </a:cubicBezTo>
                  <a:lnTo>
                    <a:pt x="82430" y="47880"/>
                  </a:lnTo>
                  <a:cubicBezTo>
                    <a:pt x="83069" y="47880"/>
                    <a:pt x="83069" y="47880"/>
                    <a:pt x="83708" y="47880"/>
                  </a:cubicBezTo>
                  <a:cubicBezTo>
                    <a:pt x="84347" y="47880"/>
                    <a:pt x="85625" y="47880"/>
                    <a:pt x="86264" y="47880"/>
                  </a:cubicBezTo>
                  <a:cubicBezTo>
                    <a:pt x="86903" y="47880"/>
                    <a:pt x="86903" y="47880"/>
                    <a:pt x="87542" y="47880"/>
                  </a:cubicBezTo>
                  <a:lnTo>
                    <a:pt x="88820" y="48518"/>
                  </a:lnTo>
                  <a:lnTo>
                    <a:pt x="89459" y="49157"/>
                  </a:lnTo>
                  <a:cubicBezTo>
                    <a:pt x="90098" y="49795"/>
                    <a:pt x="90737" y="50433"/>
                    <a:pt x="90737" y="51072"/>
                  </a:cubicBezTo>
                  <a:cubicBezTo>
                    <a:pt x="90737" y="51710"/>
                    <a:pt x="91376" y="52349"/>
                    <a:pt x="91376" y="53625"/>
                  </a:cubicBezTo>
                  <a:cubicBezTo>
                    <a:pt x="91376" y="55541"/>
                    <a:pt x="90737" y="57456"/>
                    <a:pt x="89459" y="58094"/>
                  </a:cubicBezTo>
                  <a:lnTo>
                    <a:pt x="89459" y="58094"/>
                  </a:lnTo>
                  <a:close/>
                  <a:moveTo>
                    <a:pt x="89459" y="28089"/>
                  </a:moveTo>
                  <a:cubicBezTo>
                    <a:pt x="88181" y="29366"/>
                    <a:pt x="86903" y="30005"/>
                    <a:pt x="84986" y="30005"/>
                  </a:cubicBezTo>
                  <a:cubicBezTo>
                    <a:pt x="84347" y="30005"/>
                    <a:pt x="83069" y="30005"/>
                    <a:pt x="82430" y="29366"/>
                  </a:cubicBezTo>
                  <a:cubicBezTo>
                    <a:pt x="81791" y="29366"/>
                    <a:pt x="81152" y="28728"/>
                    <a:pt x="80513" y="28089"/>
                  </a:cubicBezTo>
                  <a:cubicBezTo>
                    <a:pt x="77957" y="25536"/>
                    <a:pt x="77957" y="21706"/>
                    <a:pt x="80513" y="19152"/>
                  </a:cubicBezTo>
                  <a:cubicBezTo>
                    <a:pt x="80513" y="19152"/>
                    <a:pt x="80513" y="19152"/>
                    <a:pt x="80513" y="19152"/>
                  </a:cubicBezTo>
                  <a:cubicBezTo>
                    <a:pt x="81152" y="18514"/>
                    <a:pt x="81791" y="17875"/>
                    <a:pt x="82430" y="17875"/>
                  </a:cubicBezTo>
                  <a:cubicBezTo>
                    <a:pt x="83708" y="17237"/>
                    <a:pt x="85625" y="17237"/>
                    <a:pt x="87542" y="17875"/>
                  </a:cubicBezTo>
                  <a:cubicBezTo>
                    <a:pt x="88181" y="17875"/>
                    <a:pt x="88820" y="18514"/>
                    <a:pt x="89459" y="19152"/>
                  </a:cubicBezTo>
                  <a:cubicBezTo>
                    <a:pt x="90098" y="19790"/>
                    <a:pt x="90737" y="20429"/>
                    <a:pt x="90737" y="21067"/>
                  </a:cubicBezTo>
                  <a:cubicBezTo>
                    <a:pt x="92015" y="23621"/>
                    <a:pt x="91376" y="26174"/>
                    <a:pt x="89459" y="28089"/>
                  </a:cubicBezTo>
                  <a:close/>
                  <a:moveTo>
                    <a:pt x="171250" y="49157"/>
                  </a:moveTo>
                  <a:cubicBezTo>
                    <a:pt x="171889" y="48518"/>
                    <a:pt x="172528" y="47880"/>
                    <a:pt x="173167" y="47880"/>
                  </a:cubicBezTo>
                  <a:cubicBezTo>
                    <a:pt x="175723" y="46603"/>
                    <a:pt x="178279" y="47241"/>
                    <a:pt x="180196" y="49157"/>
                  </a:cubicBezTo>
                  <a:cubicBezTo>
                    <a:pt x="180835" y="49795"/>
                    <a:pt x="181474" y="50433"/>
                    <a:pt x="181474" y="51072"/>
                  </a:cubicBezTo>
                  <a:cubicBezTo>
                    <a:pt x="181474" y="51710"/>
                    <a:pt x="182113" y="52349"/>
                    <a:pt x="182113" y="53625"/>
                  </a:cubicBezTo>
                  <a:cubicBezTo>
                    <a:pt x="182113" y="55541"/>
                    <a:pt x="181474" y="56817"/>
                    <a:pt x="180196" y="58094"/>
                  </a:cubicBezTo>
                  <a:cubicBezTo>
                    <a:pt x="179557" y="58733"/>
                    <a:pt x="178918" y="59371"/>
                    <a:pt x="178279" y="59371"/>
                  </a:cubicBezTo>
                  <a:cubicBezTo>
                    <a:pt x="177640" y="60009"/>
                    <a:pt x="177001" y="60009"/>
                    <a:pt x="175723" y="60009"/>
                  </a:cubicBezTo>
                  <a:cubicBezTo>
                    <a:pt x="173806" y="60009"/>
                    <a:pt x="172528" y="59371"/>
                    <a:pt x="171250" y="58094"/>
                  </a:cubicBezTo>
                  <a:cubicBezTo>
                    <a:pt x="169972" y="56817"/>
                    <a:pt x="169333" y="55541"/>
                    <a:pt x="169333" y="53625"/>
                  </a:cubicBezTo>
                  <a:cubicBezTo>
                    <a:pt x="169333" y="52349"/>
                    <a:pt x="169972" y="50433"/>
                    <a:pt x="171250" y="49157"/>
                  </a:cubicBezTo>
                  <a:lnTo>
                    <a:pt x="171250" y="49157"/>
                  </a:lnTo>
                  <a:close/>
                  <a:moveTo>
                    <a:pt x="119492" y="88737"/>
                  </a:moveTo>
                  <a:cubicBezTo>
                    <a:pt x="117575" y="90653"/>
                    <a:pt x="115019" y="91291"/>
                    <a:pt x="112463" y="90014"/>
                  </a:cubicBezTo>
                  <a:cubicBezTo>
                    <a:pt x="111824" y="89376"/>
                    <a:pt x="111185" y="89376"/>
                    <a:pt x="110546" y="88737"/>
                  </a:cubicBezTo>
                  <a:cubicBezTo>
                    <a:pt x="109268" y="87461"/>
                    <a:pt x="108629" y="86184"/>
                    <a:pt x="108629" y="84269"/>
                  </a:cubicBezTo>
                  <a:cubicBezTo>
                    <a:pt x="108629" y="83630"/>
                    <a:pt x="108629" y="82353"/>
                    <a:pt x="109268" y="81715"/>
                  </a:cubicBezTo>
                  <a:cubicBezTo>
                    <a:pt x="109268" y="81077"/>
                    <a:pt x="109907" y="80438"/>
                    <a:pt x="110546" y="79800"/>
                  </a:cubicBezTo>
                  <a:cubicBezTo>
                    <a:pt x="113102" y="77246"/>
                    <a:pt x="116936" y="77246"/>
                    <a:pt x="119492" y="79800"/>
                  </a:cubicBezTo>
                  <a:cubicBezTo>
                    <a:pt x="120131" y="80438"/>
                    <a:pt x="120770" y="81077"/>
                    <a:pt x="120770" y="81715"/>
                  </a:cubicBezTo>
                  <a:cubicBezTo>
                    <a:pt x="121409" y="82353"/>
                    <a:pt x="121409" y="82992"/>
                    <a:pt x="121409" y="84269"/>
                  </a:cubicBezTo>
                  <a:cubicBezTo>
                    <a:pt x="121409" y="85545"/>
                    <a:pt x="120770" y="87461"/>
                    <a:pt x="119492" y="88737"/>
                  </a:cubicBezTo>
                  <a:lnTo>
                    <a:pt x="119492" y="88737"/>
                  </a:lnTo>
                  <a:close/>
                  <a:moveTo>
                    <a:pt x="108629" y="53625"/>
                  </a:moveTo>
                  <a:cubicBezTo>
                    <a:pt x="108629" y="52987"/>
                    <a:pt x="108629" y="51710"/>
                    <a:pt x="109268" y="51072"/>
                  </a:cubicBezTo>
                  <a:cubicBezTo>
                    <a:pt x="109907" y="49795"/>
                    <a:pt x="111185" y="48518"/>
                    <a:pt x="112463" y="47880"/>
                  </a:cubicBezTo>
                  <a:cubicBezTo>
                    <a:pt x="113741" y="47241"/>
                    <a:pt x="115019" y="47241"/>
                    <a:pt x="116297" y="47880"/>
                  </a:cubicBezTo>
                  <a:cubicBezTo>
                    <a:pt x="116936" y="47880"/>
                    <a:pt x="116936" y="47880"/>
                    <a:pt x="117575" y="47880"/>
                  </a:cubicBezTo>
                  <a:lnTo>
                    <a:pt x="118853" y="48518"/>
                  </a:lnTo>
                  <a:cubicBezTo>
                    <a:pt x="119492" y="48518"/>
                    <a:pt x="119492" y="49157"/>
                    <a:pt x="119492" y="49157"/>
                  </a:cubicBezTo>
                  <a:cubicBezTo>
                    <a:pt x="120131" y="49795"/>
                    <a:pt x="120770" y="50433"/>
                    <a:pt x="120770" y="51072"/>
                  </a:cubicBezTo>
                  <a:cubicBezTo>
                    <a:pt x="120770" y="51710"/>
                    <a:pt x="121409" y="52349"/>
                    <a:pt x="121409" y="53625"/>
                  </a:cubicBezTo>
                  <a:cubicBezTo>
                    <a:pt x="121409" y="55541"/>
                    <a:pt x="120770" y="56817"/>
                    <a:pt x="119492" y="58094"/>
                  </a:cubicBezTo>
                  <a:cubicBezTo>
                    <a:pt x="116936" y="60648"/>
                    <a:pt x="113102" y="60648"/>
                    <a:pt x="110546" y="58094"/>
                  </a:cubicBezTo>
                  <a:cubicBezTo>
                    <a:pt x="109268" y="57456"/>
                    <a:pt x="108629" y="55541"/>
                    <a:pt x="108629" y="53625"/>
                  </a:cubicBezTo>
                  <a:lnTo>
                    <a:pt x="108629" y="53625"/>
                  </a:lnTo>
                  <a:close/>
                  <a:moveTo>
                    <a:pt x="120770" y="26174"/>
                  </a:moveTo>
                  <a:cubicBezTo>
                    <a:pt x="120131" y="26813"/>
                    <a:pt x="120131" y="27451"/>
                    <a:pt x="119492" y="28089"/>
                  </a:cubicBezTo>
                  <a:cubicBezTo>
                    <a:pt x="118853" y="28728"/>
                    <a:pt x="118214" y="29366"/>
                    <a:pt x="117575" y="29366"/>
                  </a:cubicBezTo>
                  <a:cubicBezTo>
                    <a:pt x="116936" y="30005"/>
                    <a:pt x="116297" y="30005"/>
                    <a:pt x="115019" y="30005"/>
                  </a:cubicBezTo>
                  <a:cubicBezTo>
                    <a:pt x="113102" y="30005"/>
                    <a:pt x="111824" y="29366"/>
                    <a:pt x="110546" y="28089"/>
                  </a:cubicBezTo>
                  <a:cubicBezTo>
                    <a:pt x="109907" y="27451"/>
                    <a:pt x="109268" y="26813"/>
                    <a:pt x="109268" y="26174"/>
                  </a:cubicBezTo>
                  <a:cubicBezTo>
                    <a:pt x="108629" y="25536"/>
                    <a:pt x="108629" y="24897"/>
                    <a:pt x="108629" y="23621"/>
                  </a:cubicBezTo>
                  <a:cubicBezTo>
                    <a:pt x="108629" y="21706"/>
                    <a:pt x="109268" y="20429"/>
                    <a:pt x="110546" y="19152"/>
                  </a:cubicBezTo>
                  <a:cubicBezTo>
                    <a:pt x="111185" y="18514"/>
                    <a:pt x="111824" y="17875"/>
                    <a:pt x="112463" y="17875"/>
                  </a:cubicBezTo>
                  <a:cubicBezTo>
                    <a:pt x="113741" y="17237"/>
                    <a:pt x="115658" y="17237"/>
                    <a:pt x="117575" y="17875"/>
                  </a:cubicBezTo>
                  <a:cubicBezTo>
                    <a:pt x="118214" y="17875"/>
                    <a:pt x="118853" y="18514"/>
                    <a:pt x="119492" y="19152"/>
                  </a:cubicBezTo>
                  <a:cubicBezTo>
                    <a:pt x="120770" y="20429"/>
                    <a:pt x="121409" y="21706"/>
                    <a:pt x="121409" y="23621"/>
                  </a:cubicBezTo>
                  <a:cubicBezTo>
                    <a:pt x="121409" y="24259"/>
                    <a:pt x="121409" y="24897"/>
                    <a:pt x="120770" y="26174"/>
                  </a:cubicBezTo>
                  <a:lnTo>
                    <a:pt x="120770" y="26174"/>
                  </a:lnTo>
                  <a:close/>
                  <a:moveTo>
                    <a:pt x="150164" y="88737"/>
                  </a:moveTo>
                  <a:cubicBezTo>
                    <a:pt x="147608" y="91291"/>
                    <a:pt x="143774" y="91291"/>
                    <a:pt x="141218" y="88737"/>
                  </a:cubicBezTo>
                  <a:cubicBezTo>
                    <a:pt x="139940" y="87461"/>
                    <a:pt x="139301" y="86184"/>
                    <a:pt x="139301" y="84269"/>
                  </a:cubicBezTo>
                  <a:cubicBezTo>
                    <a:pt x="139301" y="80438"/>
                    <a:pt x="141857" y="77885"/>
                    <a:pt x="145691" y="77885"/>
                  </a:cubicBezTo>
                  <a:cubicBezTo>
                    <a:pt x="149525" y="77885"/>
                    <a:pt x="152081" y="80438"/>
                    <a:pt x="152081" y="84269"/>
                  </a:cubicBezTo>
                  <a:cubicBezTo>
                    <a:pt x="152081" y="85545"/>
                    <a:pt x="151442" y="87461"/>
                    <a:pt x="150164" y="88737"/>
                  </a:cubicBezTo>
                  <a:lnTo>
                    <a:pt x="150164" y="88737"/>
                  </a:lnTo>
                  <a:close/>
                  <a:moveTo>
                    <a:pt x="150164" y="58094"/>
                  </a:moveTo>
                  <a:cubicBezTo>
                    <a:pt x="147608" y="60648"/>
                    <a:pt x="143774" y="60648"/>
                    <a:pt x="141218" y="58094"/>
                  </a:cubicBezTo>
                  <a:cubicBezTo>
                    <a:pt x="139940" y="56817"/>
                    <a:pt x="139301" y="55541"/>
                    <a:pt x="139301" y="53625"/>
                  </a:cubicBezTo>
                  <a:cubicBezTo>
                    <a:pt x="139301" y="52987"/>
                    <a:pt x="139301" y="51710"/>
                    <a:pt x="139940" y="51072"/>
                  </a:cubicBezTo>
                  <a:cubicBezTo>
                    <a:pt x="140579" y="50433"/>
                    <a:pt x="140579" y="49795"/>
                    <a:pt x="141218" y="49157"/>
                  </a:cubicBezTo>
                  <a:cubicBezTo>
                    <a:pt x="141857" y="48518"/>
                    <a:pt x="142496" y="47880"/>
                    <a:pt x="143135" y="47880"/>
                  </a:cubicBezTo>
                  <a:cubicBezTo>
                    <a:pt x="144413" y="47241"/>
                    <a:pt x="146330" y="47241"/>
                    <a:pt x="148247" y="47880"/>
                  </a:cubicBezTo>
                  <a:cubicBezTo>
                    <a:pt x="148886" y="47880"/>
                    <a:pt x="149525" y="48518"/>
                    <a:pt x="150164" y="49157"/>
                  </a:cubicBezTo>
                  <a:cubicBezTo>
                    <a:pt x="151442" y="50433"/>
                    <a:pt x="152081" y="51710"/>
                    <a:pt x="152081" y="53625"/>
                  </a:cubicBezTo>
                  <a:cubicBezTo>
                    <a:pt x="152081" y="55541"/>
                    <a:pt x="151442" y="57456"/>
                    <a:pt x="150164" y="58094"/>
                  </a:cubicBezTo>
                  <a:lnTo>
                    <a:pt x="150164" y="58094"/>
                  </a:lnTo>
                  <a:close/>
                  <a:moveTo>
                    <a:pt x="150164" y="28089"/>
                  </a:moveTo>
                  <a:cubicBezTo>
                    <a:pt x="148886" y="29366"/>
                    <a:pt x="147608" y="30005"/>
                    <a:pt x="145691" y="30005"/>
                  </a:cubicBezTo>
                  <a:cubicBezTo>
                    <a:pt x="143774" y="30005"/>
                    <a:pt x="142496" y="29366"/>
                    <a:pt x="141218" y="28089"/>
                  </a:cubicBezTo>
                  <a:cubicBezTo>
                    <a:pt x="138662" y="25536"/>
                    <a:pt x="138662" y="21706"/>
                    <a:pt x="141218" y="19152"/>
                  </a:cubicBezTo>
                  <a:cubicBezTo>
                    <a:pt x="141218" y="19152"/>
                    <a:pt x="141218" y="19152"/>
                    <a:pt x="141218" y="19152"/>
                  </a:cubicBezTo>
                  <a:cubicBezTo>
                    <a:pt x="141857" y="18514"/>
                    <a:pt x="142496" y="17875"/>
                    <a:pt x="143135" y="17875"/>
                  </a:cubicBezTo>
                  <a:cubicBezTo>
                    <a:pt x="145691" y="16598"/>
                    <a:pt x="148247" y="17237"/>
                    <a:pt x="150164" y="19152"/>
                  </a:cubicBezTo>
                  <a:cubicBezTo>
                    <a:pt x="150803" y="19790"/>
                    <a:pt x="151442" y="20429"/>
                    <a:pt x="151442" y="21067"/>
                  </a:cubicBezTo>
                  <a:cubicBezTo>
                    <a:pt x="152081" y="23621"/>
                    <a:pt x="151442" y="26174"/>
                    <a:pt x="150164" y="28089"/>
                  </a:cubicBezTo>
                  <a:lnTo>
                    <a:pt x="150164" y="28089"/>
                  </a:lnTo>
                  <a:close/>
                  <a:moveTo>
                    <a:pt x="180196" y="88737"/>
                  </a:moveTo>
                  <a:cubicBezTo>
                    <a:pt x="177640" y="91291"/>
                    <a:pt x="173806" y="91291"/>
                    <a:pt x="171250" y="88737"/>
                  </a:cubicBezTo>
                  <a:cubicBezTo>
                    <a:pt x="169972" y="87461"/>
                    <a:pt x="169333" y="86184"/>
                    <a:pt x="169333" y="84269"/>
                  </a:cubicBezTo>
                  <a:cubicBezTo>
                    <a:pt x="169333" y="83630"/>
                    <a:pt x="169333" y="82353"/>
                    <a:pt x="169972" y="81715"/>
                  </a:cubicBezTo>
                  <a:cubicBezTo>
                    <a:pt x="170611" y="81077"/>
                    <a:pt x="170611" y="80438"/>
                    <a:pt x="171250" y="79800"/>
                  </a:cubicBezTo>
                  <a:cubicBezTo>
                    <a:pt x="171250" y="79800"/>
                    <a:pt x="171889" y="79161"/>
                    <a:pt x="171889" y="79161"/>
                  </a:cubicBezTo>
                  <a:cubicBezTo>
                    <a:pt x="172528" y="79161"/>
                    <a:pt x="172528" y="78523"/>
                    <a:pt x="173167" y="78523"/>
                  </a:cubicBezTo>
                  <a:cubicBezTo>
                    <a:pt x="173806" y="78523"/>
                    <a:pt x="173806" y="78523"/>
                    <a:pt x="174445" y="77885"/>
                  </a:cubicBezTo>
                  <a:cubicBezTo>
                    <a:pt x="175723" y="77885"/>
                    <a:pt x="177001" y="77885"/>
                    <a:pt x="178279" y="78523"/>
                  </a:cubicBezTo>
                  <a:cubicBezTo>
                    <a:pt x="178918" y="79161"/>
                    <a:pt x="179557" y="79161"/>
                    <a:pt x="180196" y="79800"/>
                  </a:cubicBezTo>
                  <a:cubicBezTo>
                    <a:pt x="180835" y="80438"/>
                    <a:pt x="181474" y="81077"/>
                    <a:pt x="181474" y="81715"/>
                  </a:cubicBezTo>
                  <a:cubicBezTo>
                    <a:pt x="182113" y="82353"/>
                    <a:pt x="182113" y="82992"/>
                    <a:pt x="182113" y="84269"/>
                  </a:cubicBezTo>
                  <a:cubicBezTo>
                    <a:pt x="182113" y="85545"/>
                    <a:pt x="181474" y="87461"/>
                    <a:pt x="180196" y="88737"/>
                  </a:cubicBezTo>
                  <a:lnTo>
                    <a:pt x="180196" y="88737"/>
                  </a:lnTo>
                  <a:close/>
                </a:path>
              </a:pathLst>
            </a:custGeom>
            <a:solidFill>
              <a:srgbClr val="0076A8"/>
            </a:solidFill>
            <a:ln w="6390" cap="flat">
              <a:noFill/>
              <a:prstDash val="solid"/>
              <a:miter/>
            </a:ln>
          </p:spPr>
          <p:txBody>
            <a:bodyPr rtlCol="0" anchor="ctr"/>
            <a:lstStyle/>
            <a:p>
              <a:endParaRPr lang="en-US"/>
            </a:p>
          </p:txBody>
        </p:sp>
        <p:sp>
          <p:nvSpPr>
            <p:cNvPr id="1341" name="Graphic 4">
              <a:extLst>
                <a:ext uri="{FF2B5EF4-FFF2-40B4-BE49-F238E27FC236}">
                  <a16:creationId xmlns:a16="http://schemas.microsoft.com/office/drawing/2014/main" id="{2CDB5DB1-1521-5141-8683-E7443B22245F}"/>
                </a:ext>
              </a:extLst>
            </p:cNvPr>
            <p:cNvSpPr/>
            <p:nvPr/>
          </p:nvSpPr>
          <p:spPr>
            <a:xfrm>
              <a:off x="1092679" y="1969621"/>
              <a:ext cx="32588" cy="17236"/>
            </a:xfrm>
            <a:custGeom>
              <a:avLst/>
              <a:gdLst>
                <a:gd name="connsiteX0" fmla="*/ 0 w 32588"/>
                <a:gd name="connsiteY0" fmla="*/ 0 h 17236"/>
                <a:gd name="connsiteX1" fmla="*/ 32589 w 32588"/>
                <a:gd name="connsiteY1" fmla="*/ 0 h 17236"/>
                <a:gd name="connsiteX2" fmla="*/ 32589 w 32588"/>
                <a:gd name="connsiteY2" fmla="*/ 17237 h 17236"/>
                <a:gd name="connsiteX3" fmla="*/ 0 w 32588"/>
                <a:gd name="connsiteY3" fmla="*/ 17237 h 17236"/>
              </a:gdLst>
              <a:ahLst/>
              <a:cxnLst>
                <a:cxn ang="0">
                  <a:pos x="connsiteX0" y="connsiteY0"/>
                </a:cxn>
                <a:cxn ang="0">
                  <a:pos x="connsiteX1" y="connsiteY1"/>
                </a:cxn>
                <a:cxn ang="0">
                  <a:pos x="connsiteX2" y="connsiteY2"/>
                </a:cxn>
                <a:cxn ang="0">
                  <a:pos x="connsiteX3" y="connsiteY3"/>
                </a:cxn>
              </a:cxnLst>
              <a:rect l="l" t="t" r="r" b="b"/>
              <a:pathLst>
                <a:path w="32588" h="17236">
                  <a:moveTo>
                    <a:pt x="0" y="0"/>
                  </a:moveTo>
                  <a:lnTo>
                    <a:pt x="32589" y="0"/>
                  </a:lnTo>
                  <a:lnTo>
                    <a:pt x="32589" y="17237"/>
                  </a:lnTo>
                  <a:lnTo>
                    <a:pt x="0" y="17237"/>
                  </a:lnTo>
                  <a:close/>
                </a:path>
              </a:pathLst>
            </a:custGeom>
            <a:solidFill>
              <a:srgbClr val="0076A8"/>
            </a:solidFill>
            <a:ln w="6390" cap="flat">
              <a:noFill/>
              <a:prstDash val="solid"/>
              <a:miter/>
            </a:ln>
          </p:spPr>
          <p:txBody>
            <a:bodyPr rtlCol="0" anchor="ctr"/>
            <a:lstStyle/>
            <a:p>
              <a:endParaRPr lang="en-US"/>
            </a:p>
          </p:txBody>
        </p:sp>
        <p:sp>
          <p:nvSpPr>
            <p:cNvPr id="1342" name="Graphic 4">
              <a:extLst>
                <a:ext uri="{FF2B5EF4-FFF2-40B4-BE49-F238E27FC236}">
                  <a16:creationId xmlns:a16="http://schemas.microsoft.com/office/drawing/2014/main" id="{4A5E71B8-C76F-DF44-BFC4-82A5A200C14D}"/>
                </a:ext>
              </a:extLst>
            </p:cNvPr>
            <p:cNvSpPr/>
            <p:nvPr/>
          </p:nvSpPr>
          <p:spPr>
            <a:xfrm>
              <a:off x="905454" y="1885990"/>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293298 w 362309"/>
                <a:gd name="connsiteY6" fmla="*/ 258551 h 362610"/>
                <a:gd name="connsiteX7" fmla="*/ 286908 w 362309"/>
                <a:gd name="connsiteY7" fmla="*/ 264935 h 362610"/>
                <a:gd name="connsiteX8" fmla="*/ 75401 w 362309"/>
                <a:gd name="connsiteY8" fmla="*/ 264935 h 362610"/>
                <a:gd name="connsiteX9" fmla="*/ 69011 w 362309"/>
                <a:gd name="connsiteY9" fmla="*/ 258551 h 362610"/>
                <a:gd name="connsiteX10" fmla="*/ 69011 w 362309"/>
                <a:gd name="connsiteY10" fmla="*/ 160238 h 362610"/>
                <a:gd name="connsiteX11" fmla="*/ 75401 w 362309"/>
                <a:gd name="connsiteY11" fmla="*/ 153854 h 362610"/>
                <a:gd name="connsiteX12" fmla="*/ 92015 w 362309"/>
                <a:gd name="connsiteY12" fmla="*/ 153854 h 362610"/>
                <a:gd name="connsiteX13" fmla="*/ 92015 w 362309"/>
                <a:gd name="connsiteY13" fmla="*/ 137894 h 362610"/>
                <a:gd name="connsiteX14" fmla="*/ 98405 w 362309"/>
                <a:gd name="connsiteY14" fmla="*/ 131510 h 362610"/>
                <a:gd name="connsiteX15" fmla="*/ 175084 w 362309"/>
                <a:gd name="connsiteY15" fmla="*/ 131510 h 362610"/>
                <a:gd name="connsiteX16" fmla="*/ 175084 w 362309"/>
                <a:gd name="connsiteY16" fmla="*/ 77246 h 362610"/>
                <a:gd name="connsiteX17" fmla="*/ 181474 w 362309"/>
                <a:gd name="connsiteY17" fmla="*/ 70862 h 362610"/>
                <a:gd name="connsiteX18" fmla="*/ 226843 w 362309"/>
                <a:gd name="connsiteY18" fmla="*/ 70862 h 362610"/>
                <a:gd name="connsiteX19" fmla="*/ 233233 w 362309"/>
                <a:gd name="connsiteY19" fmla="*/ 77246 h 362610"/>
                <a:gd name="connsiteX20" fmla="*/ 233233 w 362309"/>
                <a:gd name="connsiteY20" fmla="*/ 107251 h 362610"/>
                <a:gd name="connsiteX21" fmla="*/ 226843 w 362309"/>
                <a:gd name="connsiteY21" fmla="*/ 113635 h 362610"/>
                <a:gd name="connsiteX22" fmla="*/ 187225 w 362309"/>
                <a:gd name="connsiteY22" fmla="*/ 113635 h 362610"/>
                <a:gd name="connsiteX23" fmla="*/ 187225 w 362309"/>
                <a:gd name="connsiteY23" fmla="*/ 131510 h 362610"/>
                <a:gd name="connsiteX24" fmla="*/ 263904 w 362309"/>
                <a:gd name="connsiteY24" fmla="*/ 131510 h 362610"/>
                <a:gd name="connsiteX25" fmla="*/ 270294 w 362309"/>
                <a:gd name="connsiteY25" fmla="*/ 137894 h 362610"/>
                <a:gd name="connsiteX26" fmla="*/ 270294 w 362309"/>
                <a:gd name="connsiteY26" fmla="*/ 153854 h 362610"/>
                <a:gd name="connsiteX27" fmla="*/ 286908 w 362309"/>
                <a:gd name="connsiteY27" fmla="*/ 153854 h 362610"/>
                <a:gd name="connsiteX28" fmla="*/ 293298 w 362309"/>
                <a:gd name="connsiteY28" fmla="*/ 160238 h 362610"/>
                <a:gd name="connsiteX29" fmla="*/ 293298 w 362309"/>
                <a:gd name="connsiteY29" fmla="*/ 258551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80438"/>
                    <a:pt x="281157" y="0"/>
                    <a:pt x="180835" y="0"/>
                  </a:cubicBezTo>
                  <a:cubicBezTo>
                    <a:pt x="180835" y="0"/>
                    <a:pt x="180835" y="0"/>
                    <a:pt x="180835" y="0"/>
                  </a:cubicBezTo>
                  <a:close/>
                  <a:moveTo>
                    <a:pt x="293298" y="258551"/>
                  </a:moveTo>
                  <a:cubicBezTo>
                    <a:pt x="293298" y="262382"/>
                    <a:pt x="290742" y="264935"/>
                    <a:pt x="286908" y="264935"/>
                  </a:cubicBezTo>
                  <a:lnTo>
                    <a:pt x="75401" y="264935"/>
                  </a:lnTo>
                  <a:cubicBezTo>
                    <a:pt x="71567" y="264935"/>
                    <a:pt x="69011" y="262382"/>
                    <a:pt x="69011" y="258551"/>
                  </a:cubicBezTo>
                  <a:lnTo>
                    <a:pt x="69011" y="160238"/>
                  </a:lnTo>
                  <a:cubicBezTo>
                    <a:pt x="69011" y="156408"/>
                    <a:pt x="71567" y="153854"/>
                    <a:pt x="75401" y="153854"/>
                  </a:cubicBezTo>
                  <a:lnTo>
                    <a:pt x="92015" y="153854"/>
                  </a:lnTo>
                  <a:lnTo>
                    <a:pt x="92015" y="137894"/>
                  </a:lnTo>
                  <a:cubicBezTo>
                    <a:pt x="92015" y="134064"/>
                    <a:pt x="94571" y="131510"/>
                    <a:pt x="98405" y="131510"/>
                  </a:cubicBezTo>
                  <a:lnTo>
                    <a:pt x="175084" y="131510"/>
                  </a:lnTo>
                  <a:lnTo>
                    <a:pt x="175084" y="77246"/>
                  </a:lnTo>
                  <a:cubicBezTo>
                    <a:pt x="175084" y="73416"/>
                    <a:pt x="177640" y="70862"/>
                    <a:pt x="181474" y="70862"/>
                  </a:cubicBezTo>
                  <a:lnTo>
                    <a:pt x="226843" y="70862"/>
                  </a:lnTo>
                  <a:cubicBezTo>
                    <a:pt x="230677" y="70862"/>
                    <a:pt x="233233" y="73416"/>
                    <a:pt x="233233" y="77246"/>
                  </a:cubicBezTo>
                  <a:lnTo>
                    <a:pt x="233233" y="107251"/>
                  </a:lnTo>
                  <a:cubicBezTo>
                    <a:pt x="233233" y="111081"/>
                    <a:pt x="230677" y="113635"/>
                    <a:pt x="226843" y="113635"/>
                  </a:cubicBezTo>
                  <a:lnTo>
                    <a:pt x="187225" y="113635"/>
                  </a:lnTo>
                  <a:lnTo>
                    <a:pt x="187225" y="131510"/>
                  </a:lnTo>
                  <a:lnTo>
                    <a:pt x="263904" y="131510"/>
                  </a:lnTo>
                  <a:cubicBezTo>
                    <a:pt x="267738" y="131510"/>
                    <a:pt x="270294" y="134064"/>
                    <a:pt x="270294" y="137894"/>
                  </a:cubicBezTo>
                  <a:lnTo>
                    <a:pt x="270294" y="153854"/>
                  </a:lnTo>
                  <a:lnTo>
                    <a:pt x="286908" y="153854"/>
                  </a:lnTo>
                  <a:cubicBezTo>
                    <a:pt x="290742" y="153854"/>
                    <a:pt x="293298" y="156408"/>
                    <a:pt x="293298" y="160238"/>
                  </a:cubicBezTo>
                  <a:lnTo>
                    <a:pt x="293298" y="258551"/>
                  </a:lnTo>
                  <a:close/>
                </a:path>
              </a:pathLst>
            </a:custGeom>
            <a:solidFill>
              <a:srgbClr val="0076A8"/>
            </a:solidFill>
            <a:ln w="6390" cap="flat">
              <a:noFill/>
              <a:prstDash val="solid"/>
              <a:miter/>
            </a:ln>
          </p:spPr>
          <p:txBody>
            <a:bodyPr rtlCol="0" anchor="ctr"/>
            <a:lstStyle/>
            <a:p>
              <a:endParaRPr lang="en-US"/>
            </a:p>
          </p:txBody>
        </p:sp>
      </p:grpSp>
      <p:grpSp>
        <p:nvGrpSpPr>
          <p:cNvPr id="1343" name="Graphic 4">
            <a:extLst>
              <a:ext uri="{FF2B5EF4-FFF2-40B4-BE49-F238E27FC236}">
                <a16:creationId xmlns:a16="http://schemas.microsoft.com/office/drawing/2014/main" id="{9319E5FA-8593-2441-8188-A0828FA1ED56}"/>
              </a:ext>
            </a:extLst>
          </p:cNvPr>
          <p:cNvGrpSpPr>
            <a:grpSpLocks noChangeAspect="1"/>
          </p:cNvGrpSpPr>
          <p:nvPr/>
        </p:nvGrpSpPr>
        <p:grpSpPr>
          <a:xfrm>
            <a:off x="1952125" y="1885990"/>
            <a:ext cx="362313" cy="361971"/>
            <a:chOff x="1952125" y="1885990"/>
            <a:chExt cx="362313" cy="361971"/>
          </a:xfrm>
          <a:solidFill>
            <a:srgbClr val="0076A8"/>
          </a:solidFill>
        </p:grpSpPr>
        <p:sp>
          <p:nvSpPr>
            <p:cNvPr id="1344" name="Graphic 4">
              <a:extLst>
                <a:ext uri="{FF2B5EF4-FFF2-40B4-BE49-F238E27FC236}">
                  <a16:creationId xmlns:a16="http://schemas.microsoft.com/office/drawing/2014/main" id="{4A08C1E2-7700-5E4E-830B-832ECA65EC00}"/>
                </a:ext>
              </a:extLst>
            </p:cNvPr>
            <p:cNvSpPr/>
            <p:nvPr/>
          </p:nvSpPr>
          <p:spPr>
            <a:xfrm>
              <a:off x="1952125" y="1885990"/>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58153 w 362313"/>
                <a:gd name="connsiteY6" fmla="*/ 278342 h 361971"/>
                <a:gd name="connsiteX7" fmla="*/ 251763 w 362313"/>
                <a:gd name="connsiteY7" fmla="*/ 284726 h 361971"/>
                <a:gd name="connsiteX8" fmla="*/ 111824 w 362313"/>
                <a:gd name="connsiteY8" fmla="*/ 284726 h 361971"/>
                <a:gd name="connsiteX9" fmla="*/ 105434 w 362313"/>
                <a:gd name="connsiteY9" fmla="*/ 278342 h 361971"/>
                <a:gd name="connsiteX10" fmla="*/ 105434 w 362313"/>
                <a:gd name="connsiteY10" fmla="*/ 83630 h 361971"/>
                <a:gd name="connsiteX11" fmla="*/ 111824 w 362313"/>
                <a:gd name="connsiteY11" fmla="*/ 77246 h 361971"/>
                <a:gd name="connsiteX12" fmla="*/ 195532 w 362313"/>
                <a:gd name="connsiteY12" fmla="*/ 77246 h 361971"/>
                <a:gd name="connsiteX13" fmla="*/ 201922 w 362313"/>
                <a:gd name="connsiteY13" fmla="*/ 83630 h 361971"/>
                <a:gd name="connsiteX14" fmla="*/ 201922 w 362313"/>
                <a:gd name="connsiteY14" fmla="*/ 132787 h 361971"/>
                <a:gd name="connsiteX15" fmla="*/ 251124 w 362313"/>
                <a:gd name="connsiteY15" fmla="*/ 132787 h 361971"/>
                <a:gd name="connsiteX16" fmla="*/ 257514 w 362313"/>
                <a:gd name="connsiteY16" fmla="*/ 139171 h 361971"/>
                <a:gd name="connsiteX17" fmla="*/ 258153 w 362313"/>
                <a:gd name="connsiteY17" fmla="*/ 27834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258153" y="278342"/>
                  </a:moveTo>
                  <a:cubicBezTo>
                    <a:pt x="258153" y="282172"/>
                    <a:pt x="255597" y="284726"/>
                    <a:pt x="251763" y="284726"/>
                  </a:cubicBezTo>
                  <a:lnTo>
                    <a:pt x="111824" y="284726"/>
                  </a:lnTo>
                  <a:cubicBezTo>
                    <a:pt x="107990" y="284726"/>
                    <a:pt x="105434" y="282172"/>
                    <a:pt x="105434" y="278342"/>
                  </a:cubicBezTo>
                  <a:lnTo>
                    <a:pt x="105434" y="83630"/>
                  </a:lnTo>
                  <a:cubicBezTo>
                    <a:pt x="105434" y="79800"/>
                    <a:pt x="107990" y="77246"/>
                    <a:pt x="111824" y="77246"/>
                  </a:cubicBezTo>
                  <a:lnTo>
                    <a:pt x="195532" y="77246"/>
                  </a:lnTo>
                  <a:cubicBezTo>
                    <a:pt x="199366" y="77246"/>
                    <a:pt x="201922" y="79800"/>
                    <a:pt x="201922" y="83630"/>
                  </a:cubicBezTo>
                  <a:lnTo>
                    <a:pt x="201922" y="132787"/>
                  </a:lnTo>
                  <a:lnTo>
                    <a:pt x="251124" y="132787"/>
                  </a:lnTo>
                  <a:cubicBezTo>
                    <a:pt x="254958" y="132787"/>
                    <a:pt x="257514" y="135341"/>
                    <a:pt x="257514" y="139171"/>
                  </a:cubicBezTo>
                  <a:lnTo>
                    <a:pt x="258153" y="278342"/>
                  </a:lnTo>
                  <a:close/>
                </a:path>
              </a:pathLst>
            </a:custGeom>
            <a:solidFill>
              <a:srgbClr val="0076A8"/>
            </a:solidFill>
            <a:ln w="6390" cap="flat">
              <a:noFill/>
              <a:prstDash val="solid"/>
              <a:miter/>
            </a:ln>
          </p:spPr>
          <p:txBody>
            <a:bodyPr rtlCol="0" anchor="ctr"/>
            <a:lstStyle/>
            <a:p>
              <a:endParaRPr lang="en-US"/>
            </a:p>
          </p:txBody>
        </p:sp>
        <p:sp>
          <p:nvSpPr>
            <p:cNvPr id="1345" name="Graphic 4">
              <a:extLst>
                <a:ext uri="{FF2B5EF4-FFF2-40B4-BE49-F238E27FC236}">
                  <a16:creationId xmlns:a16="http://schemas.microsoft.com/office/drawing/2014/main" id="{332C3A9F-3B56-2E49-B82E-B6F64E099E3D}"/>
                </a:ext>
              </a:extLst>
            </p:cNvPr>
            <p:cNvSpPr/>
            <p:nvPr/>
          </p:nvSpPr>
          <p:spPr>
            <a:xfrm>
              <a:off x="2070339" y="1976005"/>
              <a:ext cx="70928" cy="181943"/>
            </a:xfrm>
            <a:custGeom>
              <a:avLst/>
              <a:gdLst>
                <a:gd name="connsiteX0" fmla="*/ 15336 w 70928"/>
                <a:gd name="connsiteY0" fmla="*/ 160238 h 181943"/>
                <a:gd name="connsiteX1" fmla="*/ 21726 w 70928"/>
                <a:gd name="connsiteY1" fmla="*/ 153854 h 181943"/>
                <a:gd name="connsiteX2" fmla="*/ 28116 w 70928"/>
                <a:gd name="connsiteY2" fmla="*/ 160238 h 181943"/>
                <a:gd name="connsiteX3" fmla="*/ 28116 w 70928"/>
                <a:gd name="connsiteY3" fmla="*/ 181944 h 181943"/>
                <a:gd name="connsiteX4" fmla="*/ 70928 w 70928"/>
                <a:gd name="connsiteY4" fmla="*/ 181944 h 181943"/>
                <a:gd name="connsiteX5" fmla="*/ 70928 w 70928"/>
                <a:gd name="connsiteY5" fmla="*/ 0 h 181943"/>
                <a:gd name="connsiteX6" fmla="*/ 0 w 70928"/>
                <a:gd name="connsiteY6" fmla="*/ 0 h 181943"/>
                <a:gd name="connsiteX7" fmla="*/ 0 w 70928"/>
                <a:gd name="connsiteY7" fmla="*/ 181944 h 181943"/>
                <a:gd name="connsiteX8" fmla="*/ 15336 w 70928"/>
                <a:gd name="connsiteY8" fmla="*/ 181944 h 181943"/>
                <a:gd name="connsiteX9" fmla="*/ 15336 w 70928"/>
                <a:gd name="connsiteY9" fmla="*/ 160238 h 181943"/>
                <a:gd name="connsiteX10" fmla="*/ 43451 w 70928"/>
                <a:gd name="connsiteY10" fmla="*/ 18514 h 181943"/>
                <a:gd name="connsiteX11" fmla="*/ 44730 w 70928"/>
                <a:gd name="connsiteY11" fmla="*/ 16598 h 181943"/>
                <a:gd name="connsiteX12" fmla="*/ 51759 w 70928"/>
                <a:gd name="connsiteY12" fmla="*/ 15322 h 181943"/>
                <a:gd name="connsiteX13" fmla="*/ 53675 w 70928"/>
                <a:gd name="connsiteY13" fmla="*/ 16598 h 181943"/>
                <a:gd name="connsiteX14" fmla="*/ 55593 w 70928"/>
                <a:gd name="connsiteY14" fmla="*/ 21067 h 181943"/>
                <a:gd name="connsiteX15" fmla="*/ 49203 w 70928"/>
                <a:gd name="connsiteY15" fmla="*/ 27451 h 181943"/>
                <a:gd name="connsiteX16" fmla="*/ 42813 w 70928"/>
                <a:gd name="connsiteY16" fmla="*/ 21067 h 181943"/>
                <a:gd name="connsiteX17" fmla="*/ 43451 w 70928"/>
                <a:gd name="connsiteY17" fmla="*/ 18514 h 181943"/>
                <a:gd name="connsiteX18" fmla="*/ 43451 w 70928"/>
                <a:gd name="connsiteY18" fmla="*/ 45965 h 181943"/>
                <a:gd name="connsiteX19" fmla="*/ 44730 w 70928"/>
                <a:gd name="connsiteY19" fmla="*/ 44049 h 181943"/>
                <a:gd name="connsiteX20" fmla="*/ 50480 w 70928"/>
                <a:gd name="connsiteY20" fmla="*/ 42134 h 181943"/>
                <a:gd name="connsiteX21" fmla="*/ 51759 w 70928"/>
                <a:gd name="connsiteY21" fmla="*/ 42134 h 181943"/>
                <a:gd name="connsiteX22" fmla="*/ 53036 w 70928"/>
                <a:gd name="connsiteY22" fmla="*/ 42773 h 181943"/>
                <a:gd name="connsiteX23" fmla="*/ 53675 w 70928"/>
                <a:gd name="connsiteY23" fmla="*/ 43411 h 181943"/>
                <a:gd name="connsiteX24" fmla="*/ 54954 w 70928"/>
                <a:gd name="connsiteY24" fmla="*/ 45326 h 181943"/>
                <a:gd name="connsiteX25" fmla="*/ 55593 w 70928"/>
                <a:gd name="connsiteY25" fmla="*/ 47880 h 181943"/>
                <a:gd name="connsiteX26" fmla="*/ 54954 w 70928"/>
                <a:gd name="connsiteY26" fmla="*/ 50433 h 181943"/>
                <a:gd name="connsiteX27" fmla="*/ 51759 w 70928"/>
                <a:gd name="connsiteY27" fmla="*/ 53625 h 181943"/>
                <a:gd name="connsiteX28" fmla="*/ 49203 w 70928"/>
                <a:gd name="connsiteY28" fmla="*/ 54264 h 181943"/>
                <a:gd name="connsiteX29" fmla="*/ 46646 w 70928"/>
                <a:gd name="connsiteY29" fmla="*/ 53625 h 181943"/>
                <a:gd name="connsiteX30" fmla="*/ 44730 w 70928"/>
                <a:gd name="connsiteY30" fmla="*/ 52349 h 181943"/>
                <a:gd name="connsiteX31" fmla="*/ 42813 w 70928"/>
                <a:gd name="connsiteY31" fmla="*/ 47880 h 181943"/>
                <a:gd name="connsiteX32" fmla="*/ 43451 w 70928"/>
                <a:gd name="connsiteY32" fmla="*/ 45965 h 181943"/>
                <a:gd name="connsiteX33" fmla="*/ 43451 w 70928"/>
                <a:gd name="connsiteY33" fmla="*/ 45965 h 181943"/>
                <a:gd name="connsiteX34" fmla="*/ 45369 w 70928"/>
                <a:gd name="connsiteY34" fmla="*/ 71501 h 181943"/>
                <a:gd name="connsiteX35" fmla="*/ 52398 w 70928"/>
                <a:gd name="connsiteY35" fmla="*/ 70224 h 181943"/>
                <a:gd name="connsiteX36" fmla="*/ 54314 w 70928"/>
                <a:gd name="connsiteY36" fmla="*/ 71501 h 181943"/>
                <a:gd name="connsiteX37" fmla="*/ 56231 w 70928"/>
                <a:gd name="connsiteY37" fmla="*/ 75969 h 181943"/>
                <a:gd name="connsiteX38" fmla="*/ 54314 w 70928"/>
                <a:gd name="connsiteY38" fmla="*/ 80438 h 181943"/>
                <a:gd name="connsiteX39" fmla="*/ 49841 w 70928"/>
                <a:gd name="connsiteY39" fmla="*/ 82353 h 181943"/>
                <a:gd name="connsiteX40" fmla="*/ 43451 w 70928"/>
                <a:gd name="connsiteY40" fmla="*/ 75969 h 181943"/>
                <a:gd name="connsiteX41" fmla="*/ 45369 w 70928"/>
                <a:gd name="connsiteY41" fmla="*/ 71501 h 181943"/>
                <a:gd name="connsiteX42" fmla="*/ 45369 w 70928"/>
                <a:gd name="connsiteY42" fmla="*/ 71501 h 181943"/>
                <a:gd name="connsiteX43" fmla="*/ 45369 w 70928"/>
                <a:gd name="connsiteY43" fmla="*/ 99590 h 181943"/>
                <a:gd name="connsiteX44" fmla="*/ 54314 w 70928"/>
                <a:gd name="connsiteY44" fmla="*/ 99590 h 181943"/>
                <a:gd name="connsiteX45" fmla="*/ 55593 w 70928"/>
                <a:gd name="connsiteY45" fmla="*/ 106613 h 181943"/>
                <a:gd name="connsiteX46" fmla="*/ 52398 w 70928"/>
                <a:gd name="connsiteY46" fmla="*/ 109805 h 181943"/>
                <a:gd name="connsiteX47" fmla="*/ 49841 w 70928"/>
                <a:gd name="connsiteY47" fmla="*/ 110443 h 181943"/>
                <a:gd name="connsiteX48" fmla="*/ 47285 w 70928"/>
                <a:gd name="connsiteY48" fmla="*/ 109805 h 181943"/>
                <a:gd name="connsiteX49" fmla="*/ 45369 w 70928"/>
                <a:gd name="connsiteY49" fmla="*/ 108528 h 181943"/>
                <a:gd name="connsiteX50" fmla="*/ 44091 w 70928"/>
                <a:gd name="connsiteY50" fmla="*/ 106613 h 181943"/>
                <a:gd name="connsiteX51" fmla="*/ 45369 w 70928"/>
                <a:gd name="connsiteY51" fmla="*/ 99590 h 181943"/>
                <a:gd name="connsiteX52" fmla="*/ 45369 w 70928"/>
                <a:gd name="connsiteY52" fmla="*/ 99590 h 181943"/>
                <a:gd name="connsiteX53" fmla="*/ 43451 w 70928"/>
                <a:gd name="connsiteY53" fmla="*/ 130872 h 181943"/>
                <a:gd name="connsiteX54" fmla="*/ 45369 w 70928"/>
                <a:gd name="connsiteY54" fmla="*/ 127680 h 181943"/>
                <a:gd name="connsiteX55" fmla="*/ 51119 w 70928"/>
                <a:gd name="connsiteY55" fmla="*/ 125765 h 181943"/>
                <a:gd name="connsiteX56" fmla="*/ 52398 w 70928"/>
                <a:gd name="connsiteY56" fmla="*/ 126403 h 181943"/>
                <a:gd name="connsiteX57" fmla="*/ 53675 w 70928"/>
                <a:gd name="connsiteY57" fmla="*/ 127041 h 181943"/>
                <a:gd name="connsiteX58" fmla="*/ 54314 w 70928"/>
                <a:gd name="connsiteY58" fmla="*/ 127680 h 181943"/>
                <a:gd name="connsiteX59" fmla="*/ 56231 w 70928"/>
                <a:gd name="connsiteY59" fmla="*/ 132149 h 181943"/>
                <a:gd name="connsiteX60" fmla="*/ 49841 w 70928"/>
                <a:gd name="connsiteY60" fmla="*/ 138533 h 181943"/>
                <a:gd name="connsiteX61" fmla="*/ 47285 w 70928"/>
                <a:gd name="connsiteY61" fmla="*/ 137894 h 181943"/>
                <a:gd name="connsiteX62" fmla="*/ 45369 w 70928"/>
                <a:gd name="connsiteY62" fmla="*/ 136617 h 181943"/>
                <a:gd name="connsiteX63" fmla="*/ 44091 w 70928"/>
                <a:gd name="connsiteY63" fmla="*/ 134702 h 181943"/>
                <a:gd name="connsiteX64" fmla="*/ 43451 w 70928"/>
                <a:gd name="connsiteY64" fmla="*/ 132149 h 181943"/>
                <a:gd name="connsiteX65" fmla="*/ 43451 w 70928"/>
                <a:gd name="connsiteY65" fmla="*/ 130872 h 181943"/>
                <a:gd name="connsiteX66" fmla="*/ 43451 w 70928"/>
                <a:gd name="connsiteY66" fmla="*/ 130872 h 181943"/>
                <a:gd name="connsiteX67" fmla="*/ 43451 w 70928"/>
                <a:gd name="connsiteY67" fmla="*/ 157684 h 181943"/>
                <a:gd name="connsiteX68" fmla="*/ 44730 w 70928"/>
                <a:gd name="connsiteY68" fmla="*/ 155769 h 181943"/>
                <a:gd name="connsiteX69" fmla="*/ 53675 w 70928"/>
                <a:gd name="connsiteY69" fmla="*/ 155769 h 181943"/>
                <a:gd name="connsiteX70" fmla="*/ 54954 w 70928"/>
                <a:gd name="connsiteY70" fmla="*/ 157684 h 181943"/>
                <a:gd name="connsiteX71" fmla="*/ 55593 w 70928"/>
                <a:gd name="connsiteY71" fmla="*/ 160238 h 181943"/>
                <a:gd name="connsiteX72" fmla="*/ 53675 w 70928"/>
                <a:gd name="connsiteY72" fmla="*/ 164707 h 181943"/>
                <a:gd name="connsiteX73" fmla="*/ 51759 w 70928"/>
                <a:gd name="connsiteY73" fmla="*/ 165984 h 181943"/>
                <a:gd name="connsiteX74" fmla="*/ 43451 w 70928"/>
                <a:gd name="connsiteY74" fmla="*/ 162792 h 181943"/>
                <a:gd name="connsiteX75" fmla="*/ 42813 w 70928"/>
                <a:gd name="connsiteY75" fmla="*/ 160238 h 181943"/>
                <a:gd name="connsiteX76" fmla="*/ 43451 w 70928"/>
                <a:gd name="connsiteY76" fmla="*/ 157684 h 181943"/>
                <a:gd name="connsiteX77" fmla="*/ 43451 w 70928"/>
                <a:gd name="connsiteY77" fmla="*/ 157684 h 181943"/>
                <a:gd name="connsiteX78" fmla="*/ 17253 w 70928"/>
                <a:gd name="connsiteY78" fmla="*/ 15960 h 181943"/>
                <a:gd name="connsiteX79" fmla="*/ 19170 w 70928"/>
                <a:gd name="connsiteY79" fmla="*/ 14683 h 181943"/>
                <a:gd name="connsiteX80" fmla="*/ 26199 w 70928"/>
                <a:gd name="connsiteY80" fmla="*/ 15960 h 181943"/>
                <a:gd name="connsiteX81" fmla="*/ 27477 w 70928"/>
                <a:gd name="connsiteY81" fmla="*/ 17875 h 181943"/>
                <a:gd name="connsiteX82" fmla="*/ 26199 w 70928"/>
                <a:gd name="connsiteY82" fmla="*/ 24897 h 181943"/>
                <a:gd name="connsiteX83" fmla="*/ 24282 w 70928"/>
                <a:gd name="connsiteY83" fmla="*/ 26174 h 181943"/>
                <a:gd name="connsiteX84" fmla="*/ 21726 w 70928"/>
                <a:gd name="connsiteY84" fmla="*/ 26813 h 181943"/>
                <a:gd name="connsiteX85" fmla="*/ 17253 w 70928"/>
                <a:gd name="connsiteY85" fmla="*/ 24897 h 181943"/>
                <a:gd name="connsiteX86" fmla="*/ 15336 w 70928"/>
                <a:gd name="connsiteY86" fmla="*/ 20429 h 181943"/>
                <a:gd name="connsiteX87" fmla="*/ 17253 w 70928"/>
                <a:gd name="connsiteY87" fmla="*/ 15960 h 181943"/>
                <a:gd name="connsiteX88" fmla="*/ 17253 w 70928"/>
                <a:gd name="connsiteY88" fmla="*/ 15960 h 181943"/>
                <a:gd name="connsiteX89" fmla="*/ 15975 w 70928"/>
                <a:gd name="connsiteY89" fmla="*/ 45965 h 181943"/>
                <a:gd name="connsiteX90" fmla="*/ 17253 w 70928"/>
                <a:gd name="connsiteY90" fmla="*/ 44049 h 181943"/>
                <a:gd name="connsiteX91" fmla="*/ 26199 w 70928"/>
                <a:gd name="connsiteY91" fmla="*/ 44049 h 181943"/>
                <a:gd name="connsiteX92" fmla="*/ 27477 w 70928"/>
                <a:gd name="connsiteY92" fmla="*/ 45965 h 181943"/>
                <a:gd name="connsiteX93" fmla="*/ 28116 w 70928"/>
                <a:gd name="connsiteY93" fmla="*/ 48518 h 181943"/>
                <a:gd name="connsiteX94" fmla="*/ 26199 w 70928"/>
                <a:gd name="connsiteY94" fmla="*/ 52987 h 181943"/>
                <a:gd name="connsiteX95" fmla="*/ 24282 w 70928"/>
                <a:gd name="connsiteY95" fmla="*/ 54264 h 181943"/>
                <a:gd name="connsiteX96" fmla="*/ 21726 w 70928"/>
                <a:gd name="connsiteY96" fmla="*/ 54902 h 181943"/>
                <a:gd name="connsiteX97" fmla="*/ 19170 w 70928"/>
                <a:gd name="connsiteY97" fmla="*/ 54264 h 181943"/>
                <a:gd name="connsiteX98" fmla="*/ 15975 w 70928"/>
                <a:gd name="connsiteY98" fmla="*/ 51072 h 181943"/>
                <a:gd name="connsiteX99" fmla="*/ 15336 w 70928"/>
                <a:gd name="connsiteY99" fmla="*/ 48518 h 181943"/>
                <a:gd name="connsiteX100" fmla="*/ 15975 w 70928"/>
                <a:gd name="connsiteY100" fmla="*/ 45965 h 181943"/>
                <a:gd name="connsiteX101" fmla="*/ 15975 w 70928"/>
                <a:gd name="connsiteY101" fmla="*/ 45965 h 181943"/>
                <a:gd name="connsiteX102" fmla="*/ 17253 w 70928"/>
                <a:gd name="connsiteY102" fmla="*/ 71501 h 181943"/>
                <a:gd name="connsiteX103" fmla="*/ 19170 w 70928"/>
                <a:gd name="connsiteY103" fmla="*/ 70862 h 181943"/>
                <a:gd name="connsiteX104" fmla="*/ 26199 w 70928"/>
                <a:gd name="connsiteY104" fmla="*/ 72139 h 181943"/>
                <a:gd name="connsiteX105" fmla="*/ 28116 w 70928"/>
                <a:gd name="connsiteY105" fmla="*/ 76608 h 181943"/>
                <a:gd name="connsiteX106" fmla="*/ 21726 w 70928"/>
                <a:gd name="connsiteY106" fmla="*/ 82992 h 181943"/>
                <a:gd name="connsiteX107" fmla="*/ 19170 w 70928"/>
                <a:gd name="connsiteY107" fmla="*/ 82353 h 181943"/>
                <a:gd name="connsiteX108" fmla="*/ 17253 w 70928"/>
                <a:gd name="connsiteY108" fmla="*/ 81077 h 181943"/>
                <a:gd name="connsiteX109" fmla="*/ 15336 w 70928"/>
                <a:gd name="connsiteY109" fmla="*/ 76608 h 181943"/>
                <a:gd name="connsiteX110" fmla="*/ 17253 w 70928"/>
                <a:gd name="connsiteY110" fmla="*/ 72139 h 181943"/>
                <a:gd name="connsiteX111" fmla="*/ 17253 w 70928"/>
                <a:gd name="connsiteY111" fmla="*/ 71501 h 181943"/>
                <a:gd name="connsiteX112" fmla="*/ 17253 w 70928"/>
                <a:gd name="connsiteY112" fmla="*/ 99590 h 181943"/>
                <a:gd name="connsiteX113" fmla="*/ 26199 w 70928"/>
                <a:gd name="connsiteY113" fmla="*/ 99590 h 181943"/>
                <a:gd name="connsiteX114" fmla="*/ 27477 w 70928"/>
                <a:gd name="connsiteY114" fmla="*/ 106613 h 181943"/>
                <a:gd name="connsiteX115" fmla="*/ 26199 w 70928"/>
                <a:gd name="connsiteY115" fmla="*/ 108528 h 181943"/>
                <a:gd name="connsiteX116" fmla="*/ 24282 w 70928"/>
                <a:gd name="connsiteY116" fmla="*/ 109805 h 181943"/>
                <a:gd name="connsiteX117" fmla="*/ 21726 w 70928"/>
                <a:gd name="connsiteY117" fmla="*/ 110443 h 181943"/>
                <a:gd name="connsiteX118" fmla="*/ 19170 w 70928"/>
                <a:gd name="connsiteY118" fmla="*/ 109805 h 181943"/>
                <a:gd name="connsiteX119" fmla="*/ 15975 w 70928"/>
                <a:gd name="connsiteY119" fmla="*/ 106613 h 181943"/>
                <a:gd name="connsiteX120" fmla="*/ 15336 w 70928"/>
                <a:gd name="connsiteY120" fmla="*/ 104059 h 181943"/>
                <a:gd name="connsiteX121" fmla="*/ 17253 w 70928"/>
                <a:gd name="connsiteY121" fmla="*/ 100229 h 181943"/>
                <a:gd name="connsiteX122" fmla="*/ 17253 w 70928"/>
                <a:gd name="connsiteY122" fmla="*/ 99590 h 181943"/>
                <a:gd name="connsiteX123" fmla="*/ 15336 w 70928"/>
                <a:gd name="connsiteY123" fmla="*/ 130233 h 181943"/>
                <a:gd name="connsiteX124" fmla="*/ 15975 w 70928"/>
                <a:gd name="connsiteY124" fmla="*/ 128957 h 181943"/>
                <a:gd name="connsiteX125" fmla="*/ 17253 w 70928"/>
                <a:gd name="connsiteY125" fmla="*/ 127041 h 181943"/>
                <a:gd name="connsiteX126" fmla="*/ 23004 w 70928"/>
                <a:gd name="connsiteY126" fmla="*/ 125126 h 181943"/>
                <a:gd name="connsiteX127" fmla="*/ 25560 w 70928"/>
                <a:gd name="connsiteY127" fmla="*/ 125765 h 181943"/>
                <a:gd name="connsiteX128" fmla="*/ 26199 w 70928"/>
                <a:gd name="connsiteY128" fmla="*/ 126403 h 181943"/>
                <a:gd name="connsiteX129" fmla="*/ 28116 w 70928"/>
                <a:gd name="connsiteY129" fmla="*/ 130872 h 181943"/>
                <a:gd name="connsiteX130" fmla="*/ 27477 w 70928"/>
                <a:gd name="connsiteY130" fmla="*/ 133425 h 181943"/>
                <a:gd name="connsiteX131" fmla="*/ 26199 w 70928"/>
                <a:gd name="connsiteY131" fmla="*/ 135341 h 181943"/>
                <a:gd name="connsiteX132" fmla="*/ 21726 w 70928"/>
                <a:gd name="connsiteY132" fmla="*/ 137256 h 181943"/>
                <a:gd name="connsiteX133" fmla="*/ 17253 w 70928"/>
                <a:gd name="connsiteY133" fmla="*/ 135341 h 181943"/>
                <a:gd name="connsiteX134" fmla="*/ 15975 w 70928"/>
                <a:gd name="connsiteY134" fmla="*/ 133425 h 181943"/>
                <a:gd name="connsiteX135" fmla="*/ 15336 w 70928"/>
                <a:gd name="connsiteY135" fmla="*/ 130872 h 181943"/>
                <a:gd name="connsiteX136" fmla="*/ 15336 w 70928"/>
                <a:gd name="connsiteY136" fmla="*/ 130233 h 181943"/>
                <a:gd name="connsiteX137" fmla="*/ 15336 w 70928"/>
                <a:gd name="connsiteY137" fmla="*/ 130233 h 18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70928" h="181943">
                  <a:moveTo>
                    <a:pt x="15336" y="160238"/>
                  </a:moveTo>
                  <a:cubicBezTo>
                    <a:pt x="15336" y="156408"/>
                    <a:pt x="17892" y="153854"/>
                    <a:pt x="21726" y="153854"/>
                  </a:cubicBezTo>
                  <a:cubicBezTo>
                    <a:pt x="25560" y="153854"/>
                    <a:pt x="28116" y="156408"/>
                    <a:pt x="28116" y="160238"/>
                  </a:cubicBezTo>
                  <a:lnTo>
                    <a:pt x="28116" y="181944"/>
                  </a:lnTo>
                  <a:lnTo>
                    <a:pt x="70928" y="181944"/>
                  </a:lnTo>
                  <a:lnTo>
                    <a:pt x="70928" y="0"/>
                  </a:lnTo>
                  <a:lnTo>
                    <a:pt x="0" y="0"/>
                  </a:lnTo>
                  <a:lnTo>
                    <a:pt x="0" y="181944"/>
                  </a:lnTo>
                  <a:lnTo>
                    <a:pt x="15336" y="181944"/>
                  </a:lnTo>
                  <a:lnTo>
                    <a:pt x="15336" y="160238"/>
                  </a:lnTo>
                  <a:close/>
                  <a:moveTo>
                    <a:pt x="43451" y="18514"/>
                  </a:moveTo>
                  <a:cubicBezTo>
                    <a:pt x="44091" y="17875"/>
                    <a:pt x="44091" y="17237"/>
                    <a:pt x="44730" y="16598"/>
                  </a:cubicBezTo>
                  <a:cubicBezTo>
                    <a:pt x="46646" y="14683"/>
                    <a:pt x="49203" y="14045"/>
                    <a:pt x="51759" y="15322"/>
                  </a:cubicBezTo>
                  <a:cubicBezTo>
                    <a:pt x="52398" y="15322"/>
                    <a:pt x="53036" y="15960"/>
                    <a:pt x="53675" y="16598"/>
                  </a:cubicBezTo>
                  <a:cubicBezTo>
                    <a:pt x="54954" y="17875"/>
                    <a:pt x="55593" y="19152"/>
                    <a:pt x="55593" y="21067"/>
                  </a:cubicBezTo>
                  <a:cubicBezTo>
                    <a:pt x="55593" y="24897"/>
                    <a:pt x="53036" y="27451"/>
                    <a:pt x="49203" y="27451"/>
                  </a:cubicBezTo>
                  <a:cubicBezTo>
                    <a:pt x="45369" y="27451"/>
                    <a:pt x="42813" y="24897"/>
                    <a:pt x="42813" y="21067"/>
                  </a:cubicBezTo>
                  <a:cubicBezTo>
                    <a:pt x="43451" y="19790"/>
                    <a:pt x="43451" y="19152"/>
                    <a:pt x="43451" y="18514"/>
                  </a:cubicBezTo>
                  <a:close/>
                  <a:moveTo>
                    <a:pt x="43451" y="45965"/>
                  </a:moveTo>
                  <a:cubicBezTo>
                    <a:pt x="44091" y="45326"/>
                    <a:pt x="44091" y="44688"/>
                    <a:pt x="44730" y="44049"/>
                  </a:cubicBezTo>
                  <a:cubicBezTo>
                    <a:pt x="46008" y="42773"/>
                    <a:pt x="48564" y="42134"/>
                    <a:pt x="50480" y="42134"/>
                  </a:cubicBezTo>
                  <a:lnTo>
                    <a:pt x="51759" y="42134"/>
                  </a:lnTo>
                  <a:cubicBezTo>
                    <a:pt x="52398" y="42134"/>
                    <a:pt x="52398" y="42773"/>
                    <a:pt x="53036" y="42773"/>
                  </a:cubicBezTo>
                  <a:cubicBezTo>
                    <a:pt x="53675" y="42773"/>
                    <a:pt x="53675" y="43411"/>
                    <a:pt x="53675" y="43411"/>
                  </a:cubicBezTo>
                  <a:cubicBezTo>
                    <a:pt x="54314" y="44049"/>
                    <a:pt x="54954" y="44688"/>
                    <a:pt x="54954" y="45326"/>
                  </a:cubicBezTo>
                  <a:cubicBezTo>
                    <a:pt x="55593" y="45965"/>
                    <a:pt x="55593" y="47241"/>
                    <a:pt x="55593" y="47880"/>
                  </a:cubicBezTo>
                  <a:cubicBezTo>
                    <a:pt x="55593" y="48518"/>
                    <a:pt x="55593" y="49795"/>
                    <a:pt x="54954" y="50433"/>
                  </a:cubicBezTo>
                  <a:cubicBezTo>
                    <a:pt x="54314" y="51710"/>
                    <a:pt x="53036" y="52987"/>
                    <a:pt x="51759" y="53625"/>
                  </a:cubicBezTo>
                  <a:cubicBezTo>
                    <a:pt x="51119" y="54264"/>
                    <a:pt x="50480" y="54264"/>
                    <a:pt x="49203" y="54264"/>
                  </a:cubicBezTo>
                  <a:cubicBezTo>
                    <a:pt x="48564" y="54264"/>
                    <a:pt x="47285" y="54264"/>
                    <a:pt x="46646" y="53625"/>
                  </a:cubicBezTo>
                  <a:cubicBezTo>
                    <a:pt x="46008" y="53625"/>
                    <a:pt x="45369" y="52987"/>
                    <a:pt x="44730" y="52349"/>
                  </a:cubicBezTo>
                  <a:cubicBezTo>
                    <a:pt x="43451" y="51072"/>
                    <a:pt x="42813" y="49795"/>
                    <a:pt x="42813" y="47880"/>
                  </a:cubicBezTo>
                  <a:cubicBezTo>
                    <a:pt x="43451" y="47880"/>
                    <a:pt x="43451" y="47241"/>
                    <a:pt x="43451" y="45965"/>
                  </a:cubicBezTo>
                  <a:lnTo>
                    <a:pt x="43451" y="45965"/>
                  </a:lnTo>
                  <a:close/>
                  <a:moveTo>
                    <a:pt x="45369" y="71501"/>
                  </a:moveTo>
                  <a:cubicBezTo>
                    <a:pt x="47285" y="69585"/>
                    <a:pt x="49841" y="68947"/>
                    <a:pt x="52398" y="70224"/>
                  </a:cubicBezTo>
                  <a:cubicBezTo>
                    <a:pt x="53036" y="70224"/>
                    <a:pt x="53675" y="70862"/>
                    <a:pt x="54314" y="71501"/>
                  </a:cubicBezTo>
                  <a:cubicBezTo>
                    <a:pt x="55593" y="72777"/>
                    <a:pt x="56231" y="74054"/>
                    <a:pt x="56231" y="75969"/>
                  </a:cubicBezTo>
                  <a:cubicBezTo>
                    <a:pt x="56231" y="77885"/>
                    <a:pt x="55593" y="79161"/>
                    <a:pt x="54314" y="80438"/>
                  </a:cubicBezTo>
                  <a:cubicBezTo>
                    <a:pt x="53036" y="81715"/>
                    <a:pt x="51759" y="82353"/>
                    <a:pt x="49841" y="82353"/>
                  </a:cubicBezTo>
                  <a:cubicBezTo>
                    <a:pt x="46008" y="82353"/>
                    <a:pt x="43451" y="79800"/>
                    <a:pt x="43451" y="75969"/>
                  </a:cubicBezTo>
                  <a:cubicBezTo>
                    <a:pt x="43451" y="74693"/>
                    <a:pt x="44091" y="73416"/>
                    <a:pt x="45369" y="71501"/>
                  </a:cubicBezTo>
                  <a:lnTo>
                    <a:pt x="45369" y="71501"/>
                  </a:lnTo>
                  <a:close/>
                  <a:moveTo>
                    <a:pt x="45369" y="99590"/>
                  </a:moveTo>
                  <a:cubicBezTo>
                    <a:pt x="47925" y="97037"/>
                    <a:pt x="51759" y="97037"/>
                    <a:pt x="54314" y="99590"/>
                  </a:cubicBezTo>
                  <a:cubicBezTo>
                    <a:pt x="56231" y="101505"/>
                    <a:pt x="56870" y="104059"/>
                    <a:pt x="55593" y="106613"/>
                  </a:cubicBezTo>
                  <a:cubicBezTo>
                    <a:pt x="54954" y="107889"/>
                    <a:pt x="53675" y="109166"/>
                    <a:pt x="52398" y="109805"/>
                  </a:cubicBezTo>
                  <a:cubicBezTo>
                    <a:pt x="51759" y="110443"/>
                    <a:pt x="51119" y="110443"/>
                    <a:pt x="49841" y="110443"/>
                  </a:cubicBezTo>
                  <a:cubicBezTo>
                    <a:pt x="49203" y="110443"/>
                    <a:pt x="47925" y="110443"/>
                    <a:pt x="47285" y="109805"/>
                  </a:cubicBezTo>
                  <a:cubicBezTo>
                    <a:pt x="46646" y="109805"/>
                    <a:pt x="46008" y="109166"/>
                    <a:pt x="45369" y="108528"/>
                  </a:cubicBezTo>
                  <a:cubicBezTo>
                    <a:pt x="44730" y="107889"/>
                    <a:pt x="44091" y="107251"/>
                    <a:pt x="44091" y="106613"/>
                  </a:cubicBezTo>
                  <a:cubicBezTo>
                    <a:pt x="42813" y="104059"/>
                    <a:pt x="43451" y="101505"/>
                    <a:pt x="45369" y="99590"/>
                  </a:cubicBezTo>
                  <a:lnTo>
                    <a:pt x="45369" y="99590"/>
                  </a:lnTo>
                  <a:close/>
                  <a:moveTo>
                    <a:pt x="43451" y="130872"/>
                  </a:moveTo>
                  <a:cubicBezTo>
                    <a:pt x="43451" y="129595"/>
                    <a:pt x="44091" y="128318"/>
                    <a:pt x="45369" y="127680"/>
                  </a:cubicBezTo>
                  <a:cubicBezTo>
                    <a:pt x="46646" y="126403"/>
                    <a:pt x="49203" y="125765"/>
                    <a:pt x="51119" y="125765"/>
                  </a:cubicBezTo>
                  <a:cubicBezTo>
                    <a:pt x="51759" y="125765"/>
                    <a:pt x="51759" y="125765"/>
                    <a:pt x="52398" y="126403"/>
                  </a:cubicBezTo>
                  <a:cubicBezTo>
                    <a:pt x="53036" y="126403"/>
                    <a:pt x="53036" y="127041"/>
                    <a:pt x="53675" y="127041"/>
                  </a:cubicBezTo>
                  <a:lnTo>
                    <a:pt x="54314" y="127680"/>
                  </a:lnTo>
                  <a:cubicBezTo>
                    <a:pt x="55593" y="128957"/>
                    <a:pt x="56231" y="130233"/>
                    <a:pt x="56231" y="132149"/>
                  </a:cubicBezTo>
                  <a:cubicBezTo>
                    <a:pt x="56231" y="135979"/>
                    <a:pt x="53675" y="138533"/>
                    <a:pt x="49841" y="138533"/>
                  </a:cubicBezTo>
                  <a:cubicBezTo>
                    <a:pt x="49203" y="138533"/>
                    <a:pt x="47925" y="138533"/>
                    <a:pt x="47285" y="137894"/>
                  </a:cubicBezTo>
                  <a:cubicBezTo>
                    <a:pt x="46646" y="137894"/>
                    <a:pt x="46008" y="137256"/>
                    <a:pt x="45369" y="136617"/>
                  </a:cubicBezTo>
                  <a:cubicBezTo>
                    <a:pt x="44730" y="135979"/>
                    <a:pt x="44091" y="135341"/>
                    <a:pt x="44091" y="134702"/>
                  </a:cubicBezTo>
                  <a:cubicBezTo>
                    <a:pt x="44091" y="134064"/>
                    <a:pt x="43451" y="133425"/>
                    <a:pt x="43451" y="132149"/>
                  </a:cubicBezTo>
                  <a:cubicBezTo>
                    <a:pt x="43451" y="131510"/>
                    <a:pt x="43451" y="131510"/>
                    <a:pt x="43451" y="130872"/>
                  </a:cubicBezTo>
                  <a:lnTo>
                    <a:pt x="43451" y="130872"/>
                  </a:lnTo>
                  <a:close/>
                  <a:moveTo>
                    <a:pt x="43451" y="157684"/>
                  </a:moveTo>
                  <a:cubicBezTo>
                    <a:pt x="44091" y="157046"/>
                    <a:pt x="44091" y="156408"/>
                    <a:pt x="44730" y="155769"/>
                  </a:cubicBezTo>
                  <a:cubicBezTo>
                    <a:pt x="47285" y="153216"/>
                    <a:pt x="51119" y="153216"/>
                    <a:pt x="53675" y="155769"/>
                  </a:cubicBezTo>
                  <a:cubicBezTo>
                    <a:pt x="54314" y="156408"/>
                    <a:pt x="54954" y="157046"/>
                    <a:pt x="54954" y="157684"/>
                  </a:cubicBezTo>
                  <a:cubicBezTo>
                    <a:pt x="55593" y="158323"/>
                    <a:pt x="55593" y="159600"/>
                    <a:pt x="55593" y="160238"/>
                  </a:cubicBezTo>
                  <a:cubicBezTo>
                    <a:pt x="55593" y="162153"/>
                    <a:pt x="54954" y="163430"/>
                    <a:pt x="53675" y="164707"/>
                  </a:cubicBezTo>
                  <a:cubicBezTo>
                    <a:pt x="53036" y="165345"/>
                    <a:pt x="52398" y="165984"/>
                    <a:pt x="51759" y="165984"/>
                  </a:cubicBezTo>
                  <a:cubicBezTo>
                    <a:pt x="48564" y="167260"/>
                    <a:pt x="44730" y="165984"/>
                    <a:pt x="43451" y="162792"/>
                  </a:cubicBezTo>
                  <a:cubicBezTo>
                    <a:pt x="43451" y="162153"/>
                    <a:pt x="42813" y="161515"/>
                    <a:pt x="42813" y="160238"/>
                  </a:cubicBezTo>
                  <a:cubicBezTo>
                    <a:pt x="43451" y="158961"/>
                    <a:pt x="43451" y="158323"/>
                    <a:pt x="43451" y="157684"/>
                  </a:cubicBezTo>
                  <a:lnTo>
                    <a:pt x="43451" y="157684"/>
                  </a:lnTo>
                  <a:close/>
                  <a:moveTo>
                    <a:pt x="17253" y="15960"/>
                  </a:moveTo>
                  <a:cubicBezTo>
                    <a:pt x="17892" y="15322"/>
                    <a:pt x="18531" y="14683"/>
                    <a:pt x="19170" y="14683"/>
                  </a:cubicBezTo>
                  <a:cubicBezTo>
                    <a:pt x="21726" y="13406"/>
                    <a:pt x="24282" y="14045"/>
                    <a:pt x="26199" y="15960"/>
                  </a:cubicBezTo>
                  <a:cubicBezTo>
                    <a:pt x="26838" y="16598"/>
                    <a:pt x="27477" y="17237"/>
                    <a:pt x="27477" y="17875"/>
                  </a:cubicBezTo>
                  <a:cubicBezTo>
                    <a:pt x="28755" y="20429"/>
                    <a:pt x="28116" y="22982"/>
                    <a:pt x="26199" y="24897"/>
                  </a:cubicBezTo>
                  <a:cubicBezTo>
                    <a:pt x="25560" y="25536"/>
                    <a:pt x="24921" y="26174"/>
                    <a:pt x="24282" y="26174"/>
                  </a:cubicBezTo>
                  <a:cubicBezTo>
                    <a:pt x="23643" y="26174"/>
                    <a:pt x="23004" y="26813"/>
                    <a:pt x="21726" y="26813"/>
                  </a:cubicBezTo>
                  <a:cubicBezTo>
                    <a:pt x="19809" y="26813"/>
                    <a:pt x="18531" y="26174"/>
                    <a:pt x="17253" y="24897"/>
                  </a:cubicBezTo>
                  <a:cubicBezTo>
                    <a:pt x="15975" y="23621"/>
                    <a:pt x="15336" y="22344"/>
                    <a:pt x="15336" y="20429"/>
                  </a:cubicBezTo>
                  <a:cubicBezTo>
                    <a:pt x="15336" y="19152"/>
                    <a:pt x="15975" y="17237"/>
                    <a:pt x="17253" y="15960"/>
                  </a:cubicBezTo>
                  <a:lnTo>
                    <a:pt x="17253" y="15960"/>
                  </a:lnTo>
                  <a:close/>
                  <a:moveTo>
                    <a:pt x="15975" y="45965"/>
                  </a:moveTo>
                  <a:cubicBezTo>
                    <a:pt x="15975" y="45326"/>
                    <a:pt x="16614" y="44688"/>
                    <a:pt x="17253" y="44049"/>
                  </a:cubicBezTo>
                  <a:cubicBezTo>
                    <a:pt x="19809" y="41496"/>
                    <a:pt x="23643" y="41496"/>
                    <a:pt x="26199" y="44049"/>
                  </a:cubicBezTo>
                  <a:cubicBezTo>
                    <a:pt x="26838" y="44688"/>
                    <a:pt x="27477" y="45326"/>
                    <a:pt x="27477" y="45965"/>
                  </a:cubicBezTo>
                  <a:cubicBezTo>
                    <a:pt x="27477" y="46603"/>
                    <a:pt x="28116" y="47880"/>
                    <a:pt x="28116" y="48518"/>
                  </a:cubicBezTo>
                  <a:cubicBezTo>
                    <a:pt x="28116" y="50433"/>
                    <a:pt x="27477" y="51710"/>
                    <a:pt x="26199" y="52987"/>
                  </a:cubicBezTo>
                  <a:cubicBezTo>
                    <a:pt x="25560" y="53625"/>
                    <a:pt x="24921" y="54264"/>
                    <a:pt x="24282" y="54264"/>
                  </a:cubicBezTo>
                  <a:cubicBezTo>
                    <a:pt x="23643" y="54902"/>
                    <a:pt x="22365" y="54902"/>
                    <a:pt x="21726" y="54902"/>
                  </a:cubicBezTo>
                  <a:cubicBezTo>
                    <a:pt x="21087" y="54902"/>
                    <a:pt x="19809" y="54902"/>
                    <a:pt x="19170" y="54264"/>
                  </a:cubicBezTo>
                  <a:cubicBezTo>
                    <a:pt x="17892" y="53625"/>
                    <a:pt x="16614" y="52349"/>
                    <a:pt x="15975" y="51072"/>
                  </a:cubicBezTo>
                  <a:cubicBezTo>
                    <a:pt x="15336" y="50433"/>
                    <a:pt x="15336" y="49795"/>
                    <a:pt x="15336" y="48518"/>
                  </a:cubicBezTo>
                  <a:cubicBezTo>
                    <a:pt x="15336" y="47880"/>
                    <a:pt x="15336" y="47241"/>
                    <a:pt x="15975" y="45965"/>
                  </a:cubicBezTo>
                  <a:lnTo>
                    <a:pt x="15975" y="45965"/>
                  </a:lnTo>
                  <a:close/>
                  <a:moveTo>
                    <a:pt x="17253" y="71501"/>
                  </a:moveTo>
                  <a:cubicBezTo>
                    <a:pt x="17892" y="70862"/>
                    <a:pt x="18531" y="70862"/>
                    <a:pt x="19170" y="70862"/>
                  </a:cubicBezTo>
                  <a:cubicBezTo>
                    <a:pt x="21726" y="69585"/>
                    <a:pt x="24282" y="70224"/>
                    <a:pt x="26199" y="72139"/>
                  </a:cubicBezTo>
                  <a:cubicBezTo>
                    <a:pt x="27477" y="73416"/>
                    <a:pt x="28116" y="74693"/>
                    <a:pt x="28116" y="76608"/>
                  </a:cubicBezTo>
                  <a:cubicBezTo>
                    <a:pt x="28116" y="80438"/>
                    <a:pt x="25560" y="82992"/>
                    <a:pt x="21726" y="82992"/>
                  </a:cubicBezTo>
                  <a:cubicBezTo>
                    <a:pt x="21087" y="82992"/>
                    <a:pt x="19809" y="82992"/>
                    <a:pt x="19170" y="82353"/>
                  </a:cubicBezTo>
                  <a:cubicBezTo>
                    <a:pt x="18531" y="81715"/>
                    <a:pt x="17892" y="81715"/>
                    <a:pt x="17253" y="81077"/>
                  </a:cubicBezTo>
                  <a:cubicBezTo>
                    <a:pt x="15975" y="79800"/>
                    <a:pt x="15336" y="78523"/>
                    <a:pt x="15336" y="76608"/>
                  </a:cubicBezTo>
                  <a:cubicBezTo>
                    <a:pt x="15336" y="74693"/>
                    <a:pt x="15975" y="73416"/>
                    <a:pt x="17253" y="72139"/>
                  </a:cubicBezTo>
                  <a:lnTo>
                    <a:pt x="17253" y="71501"/>
                  </a:lnTo>
                  <a:close/>
                  <a:moveTo>
                    <a:pt x="17253" y="99590"/>
                  </a:moveTo>
                  <a:cubicBezTo>
                    <a:pt x="19809" y="97037"/>
                    <a:pt x="23643" y="97037"/>
                    <a:pt x="26199" y="99590"/>
                  </a:cubicBezTo>
                  <a:cubicBezTo>
                    <a:pt x="28116" y="101505"/>
                    <a:pt x="28755" y="104059"/>
                    <a:pt x="27477" y="106613"/>
                  </a:cubicBezTo>
                  <a:cubicBezTo>
                    <a:pt x="26838" y="107251"/>
                    <a:pt x="26838" y="107889"/>
                    <a:pt x="26199" y="108528"/>
                  </a:cubicBezTo>
                  <a:cubicBezTo>
                    <a:pt x="25560" y="109166"/>
                    <a:pt x="24921" y="109805"/>
                    <a:pt x="24282" y="109805"/>
                  </a:cubicBezTo>
                  <a:cubicBezTo>
                    <a:pt x="23643" y="110443"/>
                    <a:pt x="22365" y="110443"/>
                    <a:pt x="21726" y="110443"/>
                  </a:cubicBezTo>
                  <a:cubicBezTo>
                    <a:pt x="21087" y="110443"/>
                    <a:pt x="19809" y="110443"/>
                    <a:pt x="19170" y="109805"/>
                  </a:cubicBezTo>
                  <a:cubicBezTo>
                    <a:pt x="17892" y="109166"/>
                    <a:pt x="16614" y="107889"/>
                    <a:pt x="15975" y="106613"/>
                  </a:cubicBezTo>
                  <a:cubicBezTo>
                    <a:pt x="15336" y="105974"/>
                    <a:pt x="15336" y="105336"/>
                    <a:pt x="15336" y="104059"/>
                  </a:cubicBezTo>
                  <a:cubicBezTo>
                    <a:pt x="15336" y="102782"/>
                    <a:pt x="15975" y="101505"/>
                    <a:pt x="17253" y="100229"/>
                  </a:cubicBezTo>
                  <a:lnTo>
                    <a:pt x="17253" y="99590"/>
                  </a:lnTo>
                  <a:close/>
                  <a:moveTo>
                    <a:pt x="15336" y="130233"/>
                  </a:moveTo>
                  <a:lnTo>
                    <a:pt x="15975" y="128957"/>
                  </a:lnTo>
                  <a:cubicBezTo>
                    <a:pt x="15975" y="128318"/>
                    <a:pt x="16614" y="127680"/>
                    <a:pt x="17253" y="127041"/>
                  </a:cubicBezTo>
                  <a:cubicBezTo>
                    <a:pt x="18531" y="125765"/>
                    <a:pt x="21087" y="125126"/>
                    <a:pt x="23004" y="125126"/>
                  </a:cubicBezTo>
                  <a:cubicBezTo>
                    <a:pt x="23643" y="125126"/>
                    <a:pt x="24921" y="125765"/>
                    <a:pt x="25560" y="125765"/>
                  </a:cubicBezTo>
                  <a:lnTo>
                    <a:pt x="26199" y="126403"/>
                  </a:lnTo>
                  <a:cubicBezTo>
                    <a:pt x="27477" y="127680"/>
                    <a:pt x="28116" y="128957"/>
                    <a:pt x="28116" y="130872"/>
                  </a:cubicBezTo>
                  <a:cubicBezTo>
                    <a:pt x="28116" y="131510"/>
                    <a:pt x="28116" y="132787"/>
                    <a:pt x="27477" y="133425"/>
                  </a:cubicBezTo>
                  <a:cubicBezTo>
                    <a:pt x="26838" y="134064"/>
                    <a:pt x="26838" y="134702"/>
                    <a:pt x="26199" y="135341"/>
                  </a:cubicBezTo>
                  <a:cubicBezTo>
                    <a:pt x="24921" y="136617"/>
                    <a:pt x="23643" y="137256"/>
                    <a:pt x="21726" y="137256"/>
                  </a:cubicBezTo>
                  <a:cubicBezTo>
                    <a:pt x="19809" y="137256"/>
                    <a:pt x="18531" y="136617"/>
                    <a:pt x="17253" y="135341"/>
                  </a:cubicBezTo>
                  <a:cubicBezTo>
                    <a:pt x="16614" y="134702"/>
                    <a:pt x="15975" y="134064"/>
                    <a:pt x="15975" y="133425"/>
                  </a:cubicBezTo>
                  <a:cubicBezTo>
                    <a:pt x="15336" y="132787"/>
                    <a:pt x="15336" y="132149"/>
                    <a:pt x="15336" y="130872"/>
                  </a:cubicBezTo>
                  <a:cubicBezTo>
                    <a:pt x="15336" y="130872"/>
                    <a:pt x="15336" y="130233"/>
                    <a:pt x="15336" y="130233"/>
                  </a:cubicBezTo>
                  <a:lnTo>
                    <a:pt x="15336" y="130233"/>
                  </a:lnTo>
                  <a:close/>
                </a:path>
              </a:pathLst>
            </a:custGeom>
            <a:solidFill>
              <a:srgbClr val="0076A8"/>
            </a:solidFill>
            <a:ln w="6390" cap="flat">
              <a:noFill/>
              <a:prstDash val="solid"/>
              <a:miter/>
            </a:ln>
          </p:spPr>
          <p:txBody>
            <a:bodyPr rtlCol="0" anchor="ctr"/>
            <a:lstStyle/>
            <a:p>
              <a:endParaRPr lang="en-US"/>
            </a:p>
          </p:txBody>
        </p:sp>
        <p:sp>
          <p:nvSpPr>
            <p:cNvPr id="1346" name="Graphic 4">
              <a:extLst>
                <a:ext uri="{FF2B5EF4-FFF2-40B4-BE49-F238E27FC236}">
                  <a16:creationId xmlns:a16="http://schemas.microsoft.com/office/drawing/2014/main" id="{13CC756B-6667-C946-A03B-A4266B62C36A}"/>
                </a:ext>
              </a:extLst>
            </p:cNvPr>
            <p:cNvSpPr/>
            <p:nvPr/>
          </p:nvSpPr>
          <p:spPr>
            <a:xfrm>
              <a:off x="2154047" y="2031545"/>
              <a:ext cx="43451" cy="126402"/>
            </a:xfrm>
            <a:custGeom>
              <a:avLst/>
              <a:gdLst>
                <a:gd name="connsiteX0" fmla="*/ 0 w 43451"/>
                <a:gd name="connsiteY0" fmla="*/ 126403 h 126402"/>
                <a:gd name="connsiteX1" fmla="*/ 15336 w 43451"/>
                <a:gd name="connsiteY1" fmla="*/ 126403 h 126402"/>
                <a:gd name="connsiteX2" fmla="*/ 15336 w 43451"/>
                <a:gd name="connsiteY2" fmla="*/ 104697 h 126402"/>
                <a:gd name="connsiteX3" fmla="*/ 21726 w 43451"/>
                <a:gd name="connsiteY3" fmla="*/ 98313 h 126402"/>
                <a:gd name="connsiteX4" fmla="*/ 28116 w 43451"/>
                <a:gd name="connsiteY4" fmla="*/ 104697 h 126402"/>
                <a:gd name="connsiteX5" fmla="*/ 28116 w 43451"/>
                <a:gd name="connsiteY5" fmla="*/ 126403 h 126402"/>
                <a:gd name="connsiteX6" fmla="*/ 43451 w 43451"/>
                <a:gd name="connsiteY6" fmla="*/ 126403 h 126402"/>
                <a:gd name="connsiteX7" fmla="*/ 43451 w 43451"/>
                <a:gd name="connsiteY7" fmla="*/ 0 h 126402"/>
                <a:gd name="connsiteX8" fmla="*/ 639 w 43451"/>
                <a:gd name="connsiteY8" fmla="*/ 0 h 126402"/>
                <a:gd name="connsiteX9" fmla="*/ 0 w 43451"/>
                <a:gd name="connsiteY9" fmla="*/ 126403 h 126402"/>
                <a:gd name="connsiteX10" fmla="*/ 17253 w 43451"/>
                <a:gd name="connsiteY10" fmla="*/ 16598 h 126402"/>
                <a:gd name="connsiteX11" fmla="*/ 26199 w 43451"/>
                <a:gd name="connsiteY11" fmla="*/ 16598 h 126402"/>
                <a:gd name="connsiteX12" fmla="*/ 28116 w 43451"/>
                <a:gd name="connsiteY12" fmla="*/ 21067 h 126402"/>
                <a:gd name="connsiteX13" fmla="*/ 26199 w 43451"/>
                <a:gd name="connsiteY13" fmla="*/ 25536 h 126402"/>
                <a:gd name="connsiteX14" fmla="*/ 21726 w 43451"/>
                <a:gd name="connsiteY14" fmla="*/ 27451 h 126402"/>
                <a:gd name="connsiteX15" fmla="*/ 15336 w 43451"/>
                <a:gd name="connsiteY15" fmla="*/ 21067 h 126402"/>
                <a:gd name="connsiteX16" fmla="*/ 17253 w 43451"/>
                <a:gd name="connsiteY16" fmla="*/ 16598 h 126402"/>
                <a:gd name="connsiteX17" fmla="*/ 17253 w 43451"/>
                <a:gd name="connsiteY17" fmla="*/ 44688 h 126402"/>
                <a:gd name="connsiteX18" fmla="*/ 23004 w 43451"/>
                <a:gd name="connsiteY18" fmla="*/ 42773 h 126402"/>
                <a:gd name="connsiteX19" fmla="*/ 24282 w 43451"/>
                <a:gd name="connsiteY19" fmla="*/ 42773 h 126402"/>
                <a:gd name="connsiteX20" fmla="*/ 25560 w 43451"/>
                <a:gd name="connsiteY20" fmla="*/ 43411 h 126402"/>
                <a:gd name="connsiteX21" fmla="*/ 26199 w 43451"/>
                <a:gd name="connsiteY21" fmla="*/ 44049 h 126402"/>
                <a:gd name="connsiteX22" fmla="*/ 27477 w 43451"/>
                <a:gd name="connsiteY22" fmla="*/ 45965 h 126402"/>
                <a:gd name="connsiteX23" fmla="*/ 28116 w 43451"/>
                <a:gd name="connsiteY23" fmla="*/ 47241 h 126402"/>
                <a:gd name="connsiteX24" fmla="*/ 28116 w 43451"/>
                <a:gd name="connsiteY24" fmla="*/ 48518 h 126402"/>
                <a:gd name="connsiteX25" fmla="*/ 27477 w 43451"/>
                <a:gd name="connsiteY25" fmla="*/ 51072 h 126402"/>
                <a:gd name="connsiteX26" fmla="*/ 24282 w 43451"/>
                <a:gd name="connsiteY26" fmla="*/ 54264 h 126402"/>
                <a:gd name="connsiteX27" fmla="*/ 21726 w 43451"/>
                <a:gd name="connsiteY27" fmla="*/ 54902 h 126402"/>
                <a:gd name="connsiteX28" fmla="*/ 19170 w 43451"/>
                <a:gd name="connsiteY28" fmla="*/ 54264 h 126402"/>
                <a:gd name="connsiteX29" fmla="*/ 17253 w 43451"/>
                <a:gd name="connsiteY29" fmla="*/ 52987 h 126402"/>
                <a:gd name="connsiteX30" fmla="*/ 15975 w 43451"/>
                <a:gd name="connsiteY30" fmla="*/ 51072 h 126402"/>
                <a:gd name="connsiteX31" fmla="*/ 15336 w 43451"/>
                <a:gd name="connsiteY31" fmla="*/ 48518 h 126402"/>
                <a:gd name="connsiteX32" fmla="*/ 17253 w 43451"/>
                <a:gd name="connsiteY32" fmla="*/ 44688 h 126402"/>
                <a:gd name="connsiteX33" fmla="*/ 17253 w 43451"/>
                <a:gd name="connsiteY33" fmla="*/ 44688 h 126402"/>
                <a:gd name="connsiteX34" fmla="*/ 17253 w 43451"/>
                <a:gd name="connsiteY34" fmla="*/ 72139 h 126402"/>
                <a:gd name="connsiteX35" fmla="*/ 26199 w 43451"/>
                <a:gd name="connsiteY35" fmla="*/ 72139 h 126402"/>
                <a:gd name="connsiteX36" fmla="*/ 28116 w 43451"/>
                <a:gd name="connsiteY36" fmla="*/ 76608 h 126402"/>
                <a:gd name="connsiteX37" fmla="*/ 27477 w 43451"/>
                <a:gd name="connsiteY37" fmla="*/ 79161 h 126402"/>
                <a:gd name="connsiteX38" fmla="*/ 26199 w 43451"/>
                <a:gd name="connsiteY38" fmla="*/ 81076 h 126402"/>
                <a:gd name="connsiteX39" fmla="*/ 21726 w 43451"/>
                <a:gd name="connsiteY39" fmla="*/ 82992 h 126402"/>
                <a:gd name="connsiteX40" fmla="*/ 15336 w 43451"/>
                <a:gd name="connsiteY40" fmla="*/ 76608 h 126402"/>
                <a:gd name="connsiteX41" fmla="*/ 17253 w 43451"/>
                <a:gd name="connsiteY41" fmla="*/ 72139 h 126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3451" h="126402">
                  <a:moveTo>
                    <a:pt x="0" y="126403"/>
                  </a:moveTo>
                  <a:lnTo>
                    <a:pt x="15336" y="126403"/>
                  </a:lnTo>
                  <a:lnTo>
                    <a:pt x="15336" y="104697"/>
                  </a:lnTo>
                  <a:cubicBezTo>
                    <a:pt x="15336" y="100867"/>
                    <a:pt x="17892" y="98313"/>
                    <a:pt x="21726" y="98313"/>
                  </a:cubicBezTo>
                  <a:cubicBezTo>
                    <a:pt x="25560" y="98313"/>
                    <a:pt x="28116" y="100867"/>
                    <a:pt x="28116" y="104697"/>
                  </a:cubicBezTo>
                  <a:lnTo>
                    <a:pt x="28116" y="126403"/>
                  </a:lnTo>
                  <a:lnTo>
                    <a:pt x="43451" y="126403"/>
                  </a:lnTo>
                  <a:lnTo>
                    <a:pt x="43451" y="0"/>
                  </a:lnTo>
                  <a:lnTo>
                    <a:pt x="639" y="0"/>
                  </a:lnTo>
                  <a:lnTo>
                    <a:pt x="0" y="126403"/>
                  </a:lnTo>
                  <a:close/>
                  <a:moveTo>
                    <a:pt x="17253" y="16598"/>
                  </a:moveTo>
                  <a:cubicBezTo>
                    <a:pt x="19809" y="14045"/>
                    <a:pt x="23643" y="14045"/>
                    <a:pt x="26199" y="16598"/>
                  </a:cubicBezTo>
                  <a:cubicBezTo>
                    <a:pt x="27477" y="17875"/>
                    <a:pt x="28116" y="19152"/>
                    <a:pt x="28116" y="21067"/>
                  </a:cubicBezTo>
                  <a:cubicBezTo>
                    <a:pt x="28116" y="22982"/>
                    <a:pt x="27477" y="24259"/>
                    <a:pt x="26199" y="25536"/>
                  </a:cubicBezTo>
                  <a:cubicBezTo>
                    <a:pt x="24921" y="26813"/>
                    <a:pt x="23643" y="27451"/>
                    <a:pt x="21726" y="27451"/>
                  </a:cubicBezTo>
                  <a:cubicBezTo>
                    <a:pt x="17892" y="27451"/>
                    <a:pt x="15336" y="24897"/>
                    <a:pt x="15336" y="21067"/>
                  </a:cubicBezTo>
                  <a:cubicBezTo>
                    <a:pt x="15336" y="19152"/>
                    <a:pt x="15975" y="17875"/>
                    <a:pt x="17253" y="16598"/>
                  </a:cubicBezTo>
                  <a:close/>
                  <a:moveTo>
                    <a:pt x="17253" y="44688"/>
                  </a:moveTo>
                  <a:cubicBezTo>
                    <a:pt x="18531" y="43411"/>
                    <a:pt x="21087" y="42773"/>
                    <a:pt x="23004" y="42773"/>
                  </a:cubicBezTo>
                  <a:lnTo>
                    <a:pt x="24282" y="42773"/>
                  </a:lnTo>
                  <a:cubicBezTo>
                    <a:pt x="24921" y="42773"/>
                    <a:pt x="24921" y="43411"/>
                    <a:pt x="25560" y="43411"/>
                  </a:cubicBezTo>
                  <a:cubicBezTo>
                    <a:pt x="26199" y="43411"/>
                    <a:pt x="26199" y="44049"/>
                    <a:pt x="26199" y="44049"/>
                  </a:cubicBezTo>
                  <a:cubicBezTo>
                    <a:pt x="26838" y="44688"/>
                    <a:pt x="27477" y="45326"/>
                    <a:pt x="27477" y="45965"/>
                  </a:cubicBezTo>
                  <a:cubicBezTo>
                    <a:pt x="27477" y="46603"/>
                    <a:pt x="27477" y="46603"/>
                    <a:pt x="28116" y="47241"/>
                  </a:cubicBezTo>
                  <a:cubicBezTo>
                    <a:pt x="28116" y="47880"/>
                    <a:pt x="28116" y="47880"/>
                    <a:pt x="28116" y="48518"/>
                  </a:cubicBezTo>
                  <a:cubicBezTo>
                    <a:pt x="28116" y="49157"/>
                    <a:pt x="28116" y="50433"/>
                    <a:pt x="27477" y="51072"/>
                  </a:cubicBezTo>
                  <a:cubicBezTo>
                    <a:pt x="26838" y="52349"/>
                    <a:pt x="25560" y="53625"/>
                    <a:pt x="24282" y="54264"/>
                  </a:cubicBezTo>
                  <a:cubicBezTo>
                    <a:pt x="23643" y="54902"/>
                    <a:pt x="23004" y="54902"/>
                    <a:pt x="21726" y="54902"/>
                  </a:cubicBezTo>
                  <a:cubicBezTo>
                    <a:pt x="21087" y="54902"/>
                    <a:pt x="19809" y="54902"/>
                    <a:pt x="19170" y="54264"/>
                  </a:cubicBezTo>
                  <a:cubicBezTo>
                    <a:pt x="18531" y="53625"/>
                    <a:pt x="17892" y="53625"/>
                    <a:pt x="17253" y="52987"/>
                  </a:cubicBezTo>
                  <a:cubicBezTo>
                    <a:pt x="16614" y="52349"/>
                    <a:pt x="15975" y="51710"/>
                    <a:pt x="15975" y="51072"/>
                  </a:cubicBezTo>
                  <a:cubicBezTo>
                    <a:pt x="15975" y="50433"/>
                    <a:pt x="15336" y="49795"/>
                    <a:pt x="15336" y="48518"/>
                  </a:cubicBezTo>
                  <a:cubicBezTo>
                    <a:pt x="15336" y="47241"/>
                    <a:pt x="15975" y="45965"/>
                    <a:pt x="17253" y="44688"/>
                  </a:cubicBezTo>
                  <a:lnTo>
                    <a:pt x="17253" y="44688"/>
                  </a:lnTo>
                  <a:close/>
                  <a:moveTo>
                    <a:pt x="17253" y="72139"/>
                  </a:moveTo>
                  <a:cubicBezTo>
                    <a:pt x="19809" y="69585"/>
                    <a:pt x="23643" y="69585"/>
                    <a:pt x="26199" y="72139"/>
                  </a:cubicBezTo>
                  <a:cubicBezTo>
                    <a:pt x="27477" y="73416"/>
                    <a:pt x="28116" y="74692"/>
                    <a:pt x="28116" y="76608"/>
                  </a:cubicBezTo>
                  <a:cubicBezTo>
                    <a:pt x="28116" y="77246"/>
                    <a:pt x="28116" y="78523"/>
                    <a:pt x="27477" y="79161"/>
                  </a:cubicBezTo>
                  <a:cubicBezTo>
                    <a:pt x="27477" y="79800"/>
                    <a:pt x="26838" y="80438"/>
                    <a:pt x="26199" y="81076"/>
                  </a:cubicBezTo>
                  <a:cubicBezTo>
                    <a:pt x="24921" y="82353"/>
                    <a:pt x="23643" y="82992"/>
                    <a:pt x="21726" y="82992"/>
                  </a:cubicBezTo>
                  <a:cubicBezTo>
                    <a:pt x="17892" y="82992"/>
                    <a:pt x="15336" y="80438"/>
                    <a:pt x="15336" y="76608"/>
                  </a:cubicBezTo>
                  <a:cubicBezTo>
                    <a:pt x="15336" y="75331"/>
                    <a:pt x="15975" y="73416"/>
                    <a:pt x="17253" y="72139"/>
                  </a:cubicBezTo>
                  <a:close/>
                </a:path>
              </a:pathLst>
            </a:custGeom>
            <a:solidFill>
              <a:srgbClr val="0076A8"/>
            </a:solidFill>
            <a:ln w="6390" cap="flat">
              <a:noFill/>
              <a:prstDash val="solid"/>
              <a:miter/>
            </a:ln>
          </p:spPr>
          <p:txBody>
            <a:bodyPr rtlCol="0" anchor="ctr"/>
            <a:lstStyle/>
            <a:p>
              <a:endParaRPr lang="en-US"/>
            </a:p>
          </p:txBody>
        </p:sp>
      </p:grpSp>
      <p:grpSp>
        <p:nvGrpSpPr>
          <p:cNvPr id="1347" name="Graphic 4">
            <a:extLst>
              <a:ext uri="{FF2B5EF4-FFF2-40B4-BE49-F238E27FC236}">
                <a16:creationId xmlns:a16="http://schemas.microsoft.com/office/drawing/2014/main" id="{8D058267-18E4-8B44-881C-B8988DA902EE}"/>
              </a:ext>
            </a:extLst>
          </p:cNvPr>
          <p:cNvGrpSpPr>
            <a:grpSpLocks noChangeAspect="1"/>
          </p:cNvGrpSpPr>
          <p:nvPr/>
        </p:nvGrpSpPr>
        <p:grpSpPr>
          <a:xfrm>
            <a:off x="9278827" y="2371173"/>
            <a:ext cx="362309" cy="361971"/>
            <a:chOff x="9278827" y="2371173"/>
            <a:chExt cx="362309" cy="361971"/>
          </a:xfrm>
          <a:solidFill>
            <a:srgbClr val="62B5E5"/>
          </a:solidFill>
        </p:grpSpPr>
        <p:sp>
          <p:nvSpPr>
            <p:cNvPr id="1348" name="Graphic 4">
              <a:extLst>
                <a:ext uri="{FF2B5EF4-FFF2-40B4-BE49-F238E27FC236}">
                  <a16:creationId xmlns:a16="http://schemas.microsoft.com/office/drawing/2014/main" id="{486DE9A2-D0CE-E64F-8C72-32C7DDB00B8C}"/>
                </a:ext>
              </a:extLst>
            </p:cNvPr>
            <p:cNvSpPr/>
            <p:nvPr/>
          </p:nvSpPr>
          <p:spPr>
            <a:xfrm>
              <a:off x="9421962" y="2514174"/>
              <a:ext cx="123326" cy="89375"/>
            </a:xfrm>
            <a:custGeom>
              <a:avLst/>
              <a:gdLst>
                <a:gd name="connsiteX0" fmla="*/ 102878 w 123326"/>
                <a:gd name="connsiteY0" fmla="*/ 20429 h 89375"/>
                <a:gd name="connsiteX1" fmla="*/ 96488 w 123326"/>
                <a:gd name="connsiteY1" fmla="*/ 14045 h 89375"/>
                <a:gd name="connsiteX2" fmla="*/ 96488 w 123326"/>
                <a:gd name="connsiteY2" fmla="*/ 0 h 89375"/>
                <a:gd name="connsiteX3" fmla="*/ 27477 w 123326"/>
                <a:gd name="connsiteY3" fmla="*/ 0 h 89375"/>
                <a:gd name="connsiteX4" fmla="*/ 27477 w 123326"/>
                <a:gd name="connsiteY4" fmla="*/ 14045 h 89375"/>
                <a:gd name="connsiteX5" fmla="*/ 21087 w 123326"/>
                <a:gd name="connsiteY5" fmla="*/ 20429 h 89375"/>
                <a:gd name="connsiteX6" fmla="*/ 14697 w 123326"/>
                <a:gd name="connsiteY6" fmla="*/ 14045 h 89375"/>
                <a:gd name="connsiteX7" fmla="*/ 14697 w 123326"/>
                <a:gd name="connsiteY7" fmla="*/ 0 h 89375"/>
                <a:gd name="connsiteX8" fmla="*/ 0 w 123326"/>
                <a:gd name="connsiteY8" fmla="*/ 0 h 89375"/>
                <a:gd name="connsiteX9" fmla="*/ 0 w 123326"/>
                <a:gd name="connsiteY9" fmla="*/ 89376 h 89375"/>
                <a:gd name="connsiteX10" fmla="*/ 123326 w 123326"/>
                <a:gd name="connsiteY10" fmla="*/ 89376 h 89375"/>
                <a:gd name="connsiteX11" fmla="*/ 123326 w 123326"/>
                <a:gd name="connsiteY11" fmla="*/ 0 h 89375"/>
                <a:gd name="connsiteX12" fmla="*/ 108629 w 123326"/>
                <a:gd name="connsiteY12" fmla="*/ 0 h 89375"/>
                <a:gd name="connsiteX13" fmla="*/ 108629 w 123326"/>
                <a:gd name="connsiteY13" fmla="*/ 14045 h 89375"/>
                <a:gd name="connsiteX14" fmla="*/ 102878 w 123326"/>
                <a:gd name="connsiteY14" fmla="*/ 20429 h 89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26" h="89375">
                  <a:moveTo>
                    <a:pt x="102878" y="20429"/>
                  </a:moveTo>
                  <a:cubicBezTo>
                    <a:pt x="99044" y="20429"/>
                    <a:pt x="96488" y="17875"/>
                    <a:pt x="96488" y="14045"/>
                  </a:cubicBezTo>
                  <a:lnTo>
                    <a:pt x="96488" y="0"/>
                  </a:lnTo>
                  <a:lnTo>
                    <a:pt x="27477" y="0"/>
                  </a:lnTo>
                  <a:lnTo>
                    <a:pt x="27477" y="14045"/>
                  </a:lnTo>
                  <a:cubicBezTo>
                    <a:pt x="27477" y="17875"/>
                    <a:pt x="24921" y="20429"/>
                    <a:pt x="21087" y="20429"/>
                  </a:cubicBezTo>
                  <a:cubicBezTo>
                    <a:pt x="17253" y="20429"/>
                    <a:pt x="14697" y="17875"/>
                    <a:pt x="14697" y="14045"/>
                  </a:cubicBezTo>
                  <a:lnTo>
                    <a:pt x="14697" y="0"/>
                  </a:lnTo>
                  <a:lnTo>
                    <a:pt x="0" y="0"/>
                  </a:lnTo>
                  <a:lnTo>
                    <a:pt x="0" y="89376"/>
                  </a:lnTo>
                  <a:lnTo>
                    <a:pt x="123326" y="89376"/>
                  </a:lnTo>
                  <a:lnTo>
                    <a:pt x="123326" y="0"/>
                  </a:lnTo>
                  <a:lnTo>
                    <a:pt x="108629" y="0"/>
                  </a:lnTo>
                  <a:lnTo>
                    <a:pt x="108629" y="14045"/>
                  </a:lnTo>
                  <a:cubicBezTo>
                    <a:pt x="109268" y="17875"/>
                    <a:pt x="106712" y="20429"/>
                    <a:pt x="102878" y="20429"/>
                  </a:cubicBezTo>
                  <a:close/>
                </a:path>
              </a:pathLst>
            </a:custGeom>
            <a:solidFill>
              <a:srgbClr val="62B5E5"/>
            </a:solidFill>
            <a:ln w="6390" cap="flat">
              <a:noFill/>
              <a:prstDash val="solid"/>
              <a:miter/>
            </a:ln>
          </p:spPr>
          <p:txBody>
            <a:bodyPr rtlCol="0" anchor="ctr"/>
            <a:lstStyle/>
            <a:p>
              <a:endParaRPr lang="en-US"/>
            </a:p>
          </p:txBody>
        </p:sp>
        <p:sp>
          <p:nvSpPr>
            <p:cNvPr id="1349" name="Graphic 4">
              <a:extLst>
                <a:ext uri="{FF2B5EF4-FFF2-40B4-BE49-F238E27FC236}">
                  <a16:creationId xmlns:a16="http://schemas.microsoft.com/office/drawing/2014/main" id="{51031CED-72F5-144E-9648-C179F5EDA5B5}"/>
                </a:ext>
              </a:extLst>
            </p:cNvPr>
            <p:cNvSpPr/>
            <p:nvPr/>
          </p:nvSpPr>
          <p:spPr>
            <a:xfrm>
              <a:off x="9449438" y="2487362"/>
              <a:ext cx="69011" cy="14683"/>
            </a:xfrm>
            <a:custGeom>
              <a:avLst/>
              <a:gdLst>
                <a:gd name="connsiteX0" fmla="*/ 0 w 69011"/>
                <a:gd name="connsiteY0" fmla="*/ 0 h 14683"/>
                <a:gd name="connsiteX1" fmla="*/ 69012 w 69011"/>
                <a:gd name="connsiteY1" fmla="*/ 0 h 14683"/>
                <a:gd name="connsiteX2" fmla="*/ 69012 w 69011"/>
                <a:gd name="connsiteY2" fmla="*/ 14683 h 14683"/>
                <a:gd name="connsiteX3" fmla="*/ 0 w 69011"/>
                <a:gd name="connsiteY3" fmla="*/ 14683 h 14683"/>
              </a:gdLst>
              <a:ahLst/>
              <a:cxnLst>
                <a:cxn ang="0">
                  <a:pos x="connsiteX0" y="connsiteY0"/>
                </a:cxn>
                <a:cxn ang="0">
                  <a:pos x="connsiteX1" y="connsiteY1"/>
                </a:cxn>
                <a:cxn ang="0">
                  <a:pos x="connsiteX2" y="connsiteY2"/>
                </a:cxn>
                <a:cxn ang="0">
                  <a:pos x="connsiteX3" y="connsiteY3"/>
                </a:cxn>
              </a:cxnLst>
              <a:rect l="l" t="t" r="r" b="b"/>
              <a:pathLst>
                <a:path w="69011" h="14683">
                  <a:moveTo>
                    <a:pt x="0" y="0"/>
                  </a:moveTo>
                  <a:lnTo>
                    <a:pt x="69012" y="0"/>
                  </a:lnTo>
                  <a:lnTo>
                    <a:pt x="69012" y="14683"/>
                  </a:lnTo>
                  <a:lnTo>
                    <a:pt x="0" y="14683"/>
                  </a:lnTo>
                  <a:close/>
                </a:path>
              </a:pathLst>
            </a:custGeom>
            <a:solidFill>
              <a:srgbClr val="62B5E5"/>
            </a:solidFill>
            <a:ln w="6390" cap="flat">
              <a:noFill/>
              <a:prstDash val="solid"/>
              <a:miter/>
            </a:ln>
          </p:spPr>
          <p:txBody>
            <a:bodyPr rtlCol="0" anchor="ctr"/>
            <a:lstStyle/>
            <a:p>
              <a:endParaRPr lang="en-US"/>
            </a:p>
          </p:txBody>
        </p:sp>
        <p:sp>
          <p:nvSpPr>
            <p:cNvPr id="1350" name="Graphic 4">
              <a:extLst>
                <a:ext uri="{FF2B5EF4-FFF2-40B4-BE49-F238E27FC236}">
                  <a16:creationId xmlns:a16="http://schemas.microsoft.com/office/drawing/2014/main" id="{623E9D98-7E45-8547-B770-83AA29EBF5AC}"/>
                </a:ext>
              </a:extLst>
            </p:cNvPr>
            <p:cNvSpPr/>
            <p:nvPr/>
          </p:nvSpPr>
          <p:spPr>
            <a:xfrm>
              <a:off x="9278827" y="237117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73490 w 362309"/>
                <a:gd name="connsiteY6" fmla="*/ 130233 h 361971"/>
                <a:gd name="connsiteX7" fmla="*/ 279880 w 362309"/>
                <a:gd name="connsiteY7" fmla="*/ 136617 h 361971"/>
                <a:gd name="connsiteX8" fmla="*/ 279880 w 362309"/>
                <a:gd name="connsiteY8" fmla="*/ 238761 h 361971"/>
                <a:gd name="connsiteX9" fmla="*/ 273490 w 362309"/>
                <a:gd name="connsiteY9" fmla="*/ 245145 h 361971"/>
                <a:gd name="connsiteX10" fmla="*/ 137384 w 362309"/>
                <a:gd name="connsiteY10" fmla="*/ 245145 h 361971"/>
                <a:gd name="connsiteX11" fmla="*/ 130994 w 362309"/>
                <a:gd name="connsiteY11" fmla="*/ 238761 h 361971"/>
                <a:gd name="connsiteX12" fmla="*/ 130994 w 362309"/>
                <a:gd name="connsiteY12" fmla="*/ 136617 h 361971"/>
                <a:gd name="connsiteX13" fmla="*/ 137384 w 362309"/>
                <a:gd name="connsiteY13" fmla="*/ 130233 h 361971"/>
                <a:gd name="connsiteX14" fmla="*/ 158471 w 362309"/>
                <a:gd name="connsiteY14" fmla="*/ 130233 h 361971"/>
                <a:gd name="connsiteX15" fmla="*/ 158471 w 362309"/>
                <a:gd name="connsiteY15" fmla="*/ 116189 h 361971"/>
                <a:gd name="connsiteX16" fmla="*/ 116936 w 362309"/>
                <a:gd name="connsiteY16" fmla="*/ 116189 h 361971"/>
                <a:gd name="connsiteX17" fmla="*/ 116936 w 362309"/>
                <a:gd name="connsiteY17" fmla="*/ 273235 h 361971"/>
                <a:gd name="connsiteX18" fmla="*/ 110546 w 362309"/>
                <a:gd name="connsiteY18" fmla="*/ 279619 h 361971"/>
                <a:gd name="connsiteX19" fmla="*/ 104156 w 362309"/>
                <a:gd name="connsiteY19" fmla="*/ 273235 h 361971"/>
                <a:gd name="connsiteX20" fmla="*/ 104156 w 362309"/>
                <a:gd name="connsiteY20" fmla="*/ 116189 h 361971"/>
                <a:gd name="connsiteX21" fmla="*/ 90098 w 362309"/>
                <a:gd name="connsiteY21" fmla="*/ 116189 h 361971"/>
                <a:gd name="connsiteX22" fmla="*/ 83708 w 362309"/>
                <a:gd name="connsiteY22" fmla="*/ 109805 h 361971"/>
                <a:gd name="connsiteX23" fmla="*/ 90098 w 362309"/>
                <a:gd name="connsiteY23" fmla="*/ 103421 h 361971"/>
                <a:gd name="connsiteX24" fmla="*/ 104156 w 362309"/>
                <a:gd name="connsiteY24" fmla="*/ 103421 h 361971"/>
                <a:gd name="connsiteX25" fmla="*/ 104156 w 362309"/>
                <a:gd name="connsiteY25" fmla="*/ 89376 h 361971"/>
                <a:gd name="connsiteX26" fmla="*/ 110546 w 362309"/>
                <a:gd name="connsiteY26" fmla="*/ 82992 h 361971"/>
                <a:gd name="connsiteX27" fmla="*/ 116936 w 362309"/>
                <a:gd name="connsiteY27" fmla="*/ 89376 h 361971"/>
                <a:gd name="connsiteX28" fmla="*/ 116936 w 362309"/>
                <a:gd name="connsiteY28" fmla="*/ 103421 h 361971"/>
                <a:gd name="connsiteX29" fmla="*/ 274128 w 362309"/>
                <a:gd name="connsiteY29" fmla="*/ 103421 h 361971"/>
                <a:gd name="connsiteX30" fmla="*/ 280518 w 362309"/>
                <a:gd name="connsiteY30" fmla="*/ 109805 h 361971"/>
                <a:gd name="connsiteX31" fmla="*/ 274128 w 362309"/>
                <a:gd name="connsiteY31" fmla="*/ 116189 h 361971"/>
                <a:gd name="connsiteX32" fmla="*/ 253041 w 362309"/>
                <a:gd name="connsiteY32" fmla="*/ 116189 h 361971"/>
                <a:gd name="connsiteX33" fmla="*/ 253041 w 362309"/>
                <a:gd name="connsiteY33" fmla="*/ 130872 h 361971"/>
                <a:gd name="connsiteX34" fmla="*/ 273490 w 362309"/>
                <a:gd name="connsiteY34" fmla="*/ 13023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273490" y="130233"/>
                  </a:moveTo>
                  <a:cubicBezTo>
                    <a:pt x="277323" y="130233"/>
                    <a:pt x="279880" y="132787"/>
                    <a:pt x="279880" y="136617"/>
                  </a:cubicBezTo>
                  <a:lnTo>
                    <a:pt x="279880" y="238761"/>
                  </a:lnTo>
                  <a:cubicBezTo>
                    <a:pt x="279880" y="242591"/>
                    <a:pt x="277323" y="245145"/>
                    <a:pt x="273490" y="245145"/>
                  </a:cubicBezTo>
                  <a:lnTo>
                    <a:pt x="137384" y="245145"/>
                  </a:lnTo>
                  <a:cubicBezTo>
                    <a:pt x="133550" y="245145"/>
                    <a:pt x="130994" y="242591"/>
                    <a:pt x="130994" y="238761"/>
                  </a:cubicBezTo>
                  <a:lnTo>
                    <a:pt x="130994" y="136617"/>
                  </a:lnTo>
                  <a:cubicBezTo>
                    <a:pt x="130994" y="132787"/>
                    <a:pt x="133550" y="130233"/>
                    <a:pt x="137384" y="130233"/>
                  </a:cubicBezTo>
                  <a:lnTo>
                    <a:pt x="158471" y="130233"/>
                  </a:lnTo>
                  <a:lnTo>
                    <a:pt x="158471" y="116189"/>
                  </a:lnTo>
                  <a:lnTo>
                    <a:pt x="116936" y="116189"/>
                  </a:lnTo>
                  <a:lnTo>
                    <a:pt x="116936" y="273235"/>
                  </a:lnTo>
                  <a:cubicBezTo>
                    <a:pt x="116936" y="277065"/>
                    <a:pt x="114380" y="279619"/>
                    <a:pt x="110546" y="279619"/>
                  </a:cubicBezTo>
                  <a:cubicBezTo>
                    <a:pt x="106712" y="279619"/>
                    <a:pt x="104156" y="277065"/>
                    <a:pt x="104156" y="273235"/>
                  </a:cubicBezTo>
                  <a:lnTo>
                    <a:pt x="104156" y="116189"/>
                  </a:lnTo>
                  <a:lnTo>
                    <a:pt x="90098" y="116189"/>
                  </a:lnTo>
                  <a:cubicBezTo>
                    <a:pt x="86264" y="116189"/>
                    <a:pt x="83708" y="113635"/>
                    <a:pt x="83708" y="109805"/>
                  </a:cubicBezTo>
                  <a:cubicBezTo>
                    <a:pt x="83708" y="105974"/>
                    <a:pt x="86264" y="103421"/>
                    <a:pt x="90098" y="103421"/>
                  </a:cubicBezTo>
                  <a:lnTo>
                    <a:pt x="104156" y="103421"/>
                  </a:lnTo>
                  <a:lnTo>
                    <a:pt x="104156" y="89376"/>
                  </a:lnTo>
                  <a:cubicBezTo>
                    <a:pt x="104156" y="85546"/>
                    <a:pt x="106712" y="82992"/>
                    <a:pt x="110546" y="82992"/>
                  </a:cubicBezTo>
                  <a:cubicBezTo>
                    <a:pt x="114380" y="82992"/>
                    <a:pt x="116936" y="85546"/>
                    <a:pt x="116936" y="89376"/>
                  </a:cubicBezTo>
                  <a:lnTo>
                    <a:pt x="116936" y="103421"/>
                  </a:lnTo>
                  <a:lnTo>
                    <a:pt x="274128" y="103421"/>
                  </a:lnTo>
                  <a:cubicBezTo>
                    <a:pt x="277962" y="103421"/>
                    <a:pt x="280518" y="105974"/>
                    <a:pt x="280518" y="109805"/>
                  </a:cubicBezTo>
                  <a:cubicBezTo>
                    <a:pt x="280518" y="113635"/>
                    <a:pt x="277962" y="116189"/>
                    <a:pt x="274128" y="116189"/>
                  </a:cubicBezTo>
                  <a:lnTo>
                    <a:pt x="253041" y="116189"/>
                  </a:lnTo>
                  <a:lnTo>
                    <a:pt x="253041" y="130872"/>
                  </a:lnTo>
                  <a:lnTo>
                    <a:pt x="273490" y="130233"/>
                  </a:lnTo>
                  <a:close/>
                </a:path>
              </a:pathLst>
            </a:custGeom>
            <a:solidFill>
              <a:srgbClr val="62B5E5"/>
            </a:solidFill>
            <a:ln w="6390" cap="flat">
              <a:noFill/>
              <a:prstDash val="solid"/>
              <a:miter/>
            </a:ln>
          </p:spPr>
          <p:txBody>
            <a:bodyPr rtlCol="0" anchor="ctr"/>
            <a:lstStyle/>
            <a:p>
              <a:endParaRPr lang="en-US"/>
            </a:p>
          </p:txBody>
        </p:sp>
      </p:grpSp>
      <p:grpSp>
        <p:nvGrpSpPr>
          <p:cNvPr id="1351" name="Graphic 4">
            <a:extLst>
              <a:ext uri="{FF2B5EF4-FFF2-40B4-BE49-F238E27FC236}">
                <a16:creationId xmlns:a16="http://schemas.microsoft.com/office/drawing/2014/main" id="{624D42A2-4364-774E-BF8B-F3BD80B28A1A}"/>
              </a:ext>
            </a:extLst>
          </p:cNvPr>
          <p:cNvGrpSpPr>
            <a:grpSpLocks noChangeAspect="1"/>
          </p:cNvGrpSpPr>
          <p:nvPr/>
        </p:nvGrpSpPr>
        <p:grpSpPr>
          <a:xfrm>
            <a:off x="467104" y="3339623"/>
            <a:ext cx="362309" cy="361971"/>
            <a:chOff x="467104" y="3339623"/>
            <a:chExt cx="362309" cy="361971"/>
          </a:xfrm>
          <a:solidFill>
            <a:srgbClr val="0076A8"/>
          </a:solidFill>
        </p:grpSpPr>
        <p:sp>
          <p:nvSpPr>
            <p:cNvPr id="1352" name="Graphic 4">
              <a:extLst>
                <a:ext uri="{FF2B5EF4-FFF2-40B4-BE49-F238E27FC236}">
                  <a16:creationId xmlns:a16="http://schemas.microsoft.com/office/drawing/2014/main" id="{B933D5BA-F33D-CC40-9144-48F208DEFC87}"/>
                </a:ext>
              </a:extLst>
            </p:cNvPr>
            <p:cNvSpPr/>
            <p:nvPr/>
          </p:nvSpPr>
          <p:spPr>
            <a:xfrm>
              <a:off x="467104" y="3339623"/>
              <a:ext cx="362309" cy="361971"/>
            </a:xfrm>
            <a:custGeom>
              <a:avLst/>
              <a:gdLst>
                <a:gd name="connsiteX0" fmla="*/ 181474 w 362309"/>
                <a:gd name="connsiteY0" fmla="*/ 0 h 361971"/>
                <a:gd name="connsiteX1" fmla="*/ 0 w 362309"/>
                <a:gd name="connsiteY1" fmla="*/ 180667 h 361971"/>
                <a:gd name="connsiteX2" fmla="*/ 181474 w 362309"/>
                <a:gd name="connsiteY2" fmla="*/ 361972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0 h 361971"/>
                <a:gd name="connsiteX7" fmla="*/ 181474 w 362309"/>
                <a:gd name="connsiteY7" fmla="*/ 349204 h 361971"/>
                <a:gd name="connsiteX8" fmla="*/ 13419 w 362309"/>
                <a:gd name="connsiteY8" fmla="*/ 181305 h 361971"/>
                <a:gd name="connsiteX9" fmla="*/ 181474 w 362309"/>
                <a:gd name="connsiteY9" fmla="*/ 12768 h 361971"/>
                <a:gd name="connsiteX10" fmla="*/ 349530 w 362309"/>
                <a:gd name="connsiteY10" fmla="*/ 181305 h 361971"/>
                <a:gd name="connsiteX11" fmla="*/ 349530 w 362309"/>
                <a:gd name="connsiteY11" fmla="*/ 181305 h 361971"/>
                <a:gd name="connsiteX12" fmla="*/ 181474 w 362309"/>
                <a:gd name="connsiteY12" fmla="*/ 349204 h 361971"/>
                <a:gd name="connsiteX13" fmla="*/ 181474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1474" y="0"/>
                  </a:moveTo>
                  <a:cubicBezTo>
                    <a:pt x="81152" y="0"/>
                    <a:pt x="0" y="81077"/>
                    <a:pt x="0" y="180667"/>
                  </a:cubicBezTo>
                  <a:cubicBezTo>
                    <a:pt x="0" y="280895"/>
                    <a:pt x="81152" y="361972"/>
                    <a:pt x="181474" y="361972"/>
                  </a:cubicBezTo>
                  <a:cubicBezTo>
                    <a:pt x="281796" y="361972"/>
                    <a:pt x="362309" y="280895"/>
                    <a:pt x="362309" y="180667"/>
                  </a:cubicBezTo>
                  <a:lnTo>
                    <a:pt x="362309" y="180667"/>
                  </a:lnTo>
                  <a:cubicBezTo>
                    <a:pt x="362309" y="81077"/>
                    <a:pt x="281796" y="0"/>
                    <a:pt x="181474" y="0"/>
                  </a:cubicBezTo>
                  <a:cubicBezTo>
                    <a:pt x="181474" y="0"/>
                    <a:pt x="181474"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lnTo>
                    <a:pt x="181474" y="349204"/>
                  </a:lnTo>
                  <a:close/>
                </a:path>
              </a:pathLst>
            </a:custGeom>
            <a:solidFill>
              <a:srgbClr val="0076A8"/>
            </a:solidFill>
            <a:ln w="6390" cap="flat">
              <a:noFill/>
              <a:prstDash val="solid"/>
              <a:miter/>
            </a:ln>
          </p:spPr>
          <p:txBody>
            <a:bodyPr rtlCol="0" anchor="ctr"/>
            <a:lstStyle/>
            <a:p>
              <a:endParaRPr lang="en-US"/>
            </a:p>
          </p:txBody>
        </p:sp>
        <p:sp>
          <p:nvSpPr>
            <p:cNvPr id="1353" name="Graphic 4">
              <a:extLst>
                <a:ext uri="{FF2B5EF4-FFF2-40B4-BE49-F238E27FC236}">
                  <a16:creationId xmlns:a16="http://schemas.microsoft.com/office/drawing/2014/main" id="{6A3F07B9-8783-9B43-BA96-6C03B343138D}"/>
                </a:ext>
              </a:extLst>
            </p:cNvPr>
            <p:cNvSpPr/>
            <p:nvPr/>
          </p:nvSpPr>
          <p:spPr>
            <a:xfrm>
              <a:off x="569982" y="3407932"/>
              <a:ext cx="126603" cy="225354"/>
            </a:xfrm>
            <a:custGeom>
              <a:avLst/>
              <a:gdLst>
                <a:gd name="connsiteX0" fmla="*/ 120770 w 126603"/>
                <a:gd name="connsiteY0" fmla="*/ 144278 h 225354"/>
                <a:gd name="connsiteX1" fmla="*/ 114380 w 126603"/>
                <a:gd name="connsiteY1" fmla="*/ 150662 h 225354"/>
                <a:gd name="connsiteX2" fmla="*/ 114380 w 126603"/>
                <a:gd name="connsiteY2" fmla="*/ 212587 h 225354"/>
                <a:gd name="connsiteX3" fmla="*/ 12780 w 126603"/>
                <a:gd name="connsiteY3" fmla="*/ 212587 h 225354"/>
                <a:gd name="connsiteX4" fmla="*/ 12780 w 126603"/>
                <a:gd name="connsiteY4" fmla="*/ 12768 h 225354"/>
                <a:gd name="connsiteX5" fmla="*/ 113741 w 126603"/>
                <a:gd name="connsiteY5" fmla="*/ 12768 h 225354"/>
                <a:gd name="connsiteX6" fmla="*/ 113741 w 126603"/>
                <a:gd name="connsiteY6" fmla="*/ 74693 h 225354"/>
                <a:gd name="connsiteX7" fmla="*/ 120131 w 126603"/>
                <a:gd name="connsiteY7" fmla="*/ 81077 h 225354"/>
                <a:gd name="connsiteX8" fmla="*/ 126521 w 126603"/>
                <a:gd name="connsiteY8" fmla="*/ 74693 h 225354"/>
                <a:gd name="connsiteX9" fmla="*/ 126521 w 126603"/>
                <a:gd name="connsiteY9" fmla="*/ 6384 h 225354"/>
                <a:gd name="connsiteX10" fmla="*/ 120131 w 126603"/>
                <a:gd name="connsiteY10" fmla="*/ 0 h 225354"/>
                <a:gd name="connsiteX11" fmla="*/ 6390 w 126603"/>
                <a:gd name="connsiteY11" fmla="*/ 0 h 225354"/>
                <a:gd name="connsiteX12" fmla="*/ 0 w 126603"/>
                <a:gd name="connsiteY12" fmla="*/ 6384 h 225354"/>
                <a:gd name="connsiteX13" fmla="*/ 0 w 126603"/>
                <a:gd name="connsiteY13" fmla="*/ 218971 h 225354"/>
                <a:gd name="connsiteX14" fmla="*/ 6390 w 126603"/>
                <a:gd name="connsiteY14" fmla="*/ 225355 h 225354"/>
                <a:gd name="connsiteX15" fmla="*/ 120131 w 126603"/>
                <a:gd name="connsiteY15" fmla="*/ 225355 h 225354"/>
                <a:gd name="connsiteX16" fmla="*/ 126521 w 126603"/>
                <a:gd name="connsiteY16" fmla="*/ 218971 h 225354"/>
                <a:gd name="connsiteX17" fmla="*/ 126521 w 126603"/>
                <a:gd name="connsiteY17" fmla="*/ 150662 h 225354"/>
                <a:gd name="connsiteX18" fmla="*/ 120770 w 126603"/>
                <a:gd name="connsiteY18" fmla="*/ 144278 h 225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6603" h="225354">
                  <a:moveTo>
                    <a:pt x="120770" y="144278"/>
                  </a:moveTo>
                  <a:cubicBezTo>
                    <a:pt x="116936" y="144278"/>
                    <a:pt x="114380" y="146832"/>
                    <a:pt x="114380" y="150662"/>
                  </a:cubicBezTo>
                  <a:lnTo>
                    <a:pt x="114380" y="212587"/>
                  </a:lnTo>
                  <a:lnTo>
                    <a:pt x="12780" y="212587"/>
                  </a:lnTo>
                  <a:lnTo>
                    <a:pt x="12780" y="12768"/>
                  </a:lnTo>
                  <a:lnTo>
                    <a:pt x="113741" y="12768"/>
                  </a:lnTo>
                  <a:lnTo>
                    <a:pt x="113741" y="74693"/>
                  </a:lnTo>
                  <a:cubicBezTo>
                    <a:pt x="113741" y="78523"/>
                    <a:pt x="116297" y="81077"/>
                    <a:pt x="120131" y="81077"/>
                  </a:cubicBezTo>
                  <a:cubicBezTo>
                    <a:pt x="123965" y="81077"/>
                    <a:pt x="126521" y="78523"/>
                    <a:pt x="126521" y="74693"/>
                  </a:cubicBezTo>
                  <a:lnTo>
                    <a:pt x="126521" y="6384"/>
                  </a:lnTo>
                  <a:cubicBezTo>
                    <a:pt x="126521" y="2553"/>
                    <a:pt x="123965" y="0"/>
                    <a:pt x="120131" y="0"/>
                  </a:cubicBezTo>
                  <a:lnTo>
                    <a:pt x="6390" y="0"/>
                  </a:lnTo>
                  <a:cubicBezTo>
                    <a:pt x="2556" y="0"/>
                    <a:pt x="0" y="2553"/>
                    <a:pt x="0" y="6384"/>
                  </a:cubicBezTo>
                  <a:lnTo>
                    <a:pt x="0" y="218971"/>
                  </a:lnTo>
                  <a:cubicBezTo>
                    <a:pt x="0" y="222801"/>
                    <a:pt x="2556" y="225355"/>
                    <a:pt x="6390" y="225355"/>
                  </a:cubicBezTo>
                  <a:lnTo>
                    <a:pt x="120131" y="225355"/>
                  </a:lnTo>
                  <a:cubicBezTo>
                    <a:pt x="123965" y="225355"/>
                    <a:pt x="126521" y="222801"/>
                    <a:pt x="126521" y="218971"/>
                  </a:cubicBezTo>
                  <a:lnTo>
                    <a:pt x="126521" y="150662"/>
                  </a:lnTo>
                  <a:cubicBezTo>
                    <a:pt x="127160" y="147470"/>
                    <a:pt x="123965" y="144278"/>
                    <a:pt x="120770" y="144278"/>
                  </a:cubicBezTo>
                  <a:close/>
                </a:path>
              </a:pathLst>
            </a:custGeom>
            <a:solidFill>
              <a:srgbClr val="0076A8"/>
            </a:solidFill>
            <a:ln w="6390" cap="flat">
              <a:noFill/>
              <a:prstDash val="solid"/>
              <a:miter/>
            </a:ln>
          </p:spPr>
          <p:txBody>
            <a:bodyPr rtlCol="0" anchor="ctr"/>
            <a:lstStyle/>
            <a:p>
              <a:endParaRPr lang="en-US"/>
            </a:p>
          </p:txBody>
        </p:sp>
        <p:sp>
          <p:nvSpPr>
            <p:cNvPr id="1354" name="Graphic 4">
              <a:extLst>
                <a:ext uri="{FF2B5EF4-FFF2-40B4-BE49-F238E27FC236}">
                  <a16:creationId xmlns:a16="http://schemas.microsoft.com/office/drawing/2014/main" id="{371FD454-5D9D-0F4E-A750-D3A3C26F0D2F}"/>
                </a:ext>
              </a:extLst>
            </p:cNvPr>
            <p:cNvSpPr/>
            <p:nvPr/>
          </p:nvSpPr>
          <p:spPr>
            <a:xfrm>
              <a:off x="623018" y="3483901"/>
              <a:ext cx="142276" cy="72777"/>
            </a:xfrm>
            <a:custGeom>
              <a:avLst/>
              <a:gdLst>
                <a:gd name="connsiteX0" fmla="*/ 141857 w 142276"/>
                <a:gd name="connsiteY0" fmla="*/ 34473 h 72777"/>
                <a:gd name="connsiteX1" fmla="*/ 140579 w 142276"/>
                <a:gd name="connsiteY1" fmla="*/ 32558 h 72777"/>
                <a:gd name="connsiteX2" fmla="*/ 109907 w 142276"/>
                <a:gd name="connsiteY2" fmla="*/ 1915 h 72777"/>
                <a:gd name="connsiteX3" fmla="*/ 100961 w 142276"/>
                <a:gd name="connsiteY3" fmla="*/ 1915 h 72777"/>
                <a:gd name="connsiteX4" fmla="*/ 100961 w 142276"/>
                <a:gd name="connsiteY4" fmla="*/ 10853 h 72777"/>
                <a:gd name="connsiteX5" fmla="*/ 120770 w 142276"/>
                <a:gd name="connsiteY5" fmla="*/ 30005 h 72777"/>
                <a:gd name="connsiteX6" fmla="*/ 6390 w 142276"/>
                <a:gd name="connsiteY6" fmla="*/ 30005 h 72777"/>
                <a:gd name="connsiteX7" fmla="*/ 0 w 142276"/>
                <a:gd name="connsiteY7" fmla="*/ 36389 h 72777"/>
                <a:gd name="connsiteX8" fmla="*/ 6390 w 142276"/>
                <a:gd name="connsiteY8" fmla="*/ 42773 h 72777"/>
                <a:gd name="connsiteX9" fmla="*/ 120131 w 142276"/>
                <a:gd name="connsiteY9" fmla="*/ 42773 h 72777"/>
                <a:gd name="connsiteX10" fmla="*/ 100322 w 142276"/>
                <a:gd name="connsiteY10" fmla="*/ 61925 h 72777"/>
                <a:gd name="connsiteX11" fmla="*/ 100322 w 142276"/>
                <a:gd name="connsiteY11" fmla="*/ 70862 h 72777"/>
                <a:gd name="connsiteX12" fmla="*/ 109268 w 142276"/>
                <a:gd name="connsiteY12" fmla="*/ 70862 h 72777"/>
                <a:gd name="connsiteX13" fmla="*/ 139940 w 142276"/>
                <a:gd name="connsiteY13" fmla="*/ 40219 h 72777"/>
                <a:gd name="connsiteX14" fmla="*/ 141218 w 142276"/>
                <a:gd name="connsiteY14" fmla="*/ 38304 h 72777"/>
                <a:gd name="connsiteX15" fmla="*/ 141857 w 142276"/>
                <a:gd name="connsiteY15" fmla="*/ 34473 h 72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2276" h="72777">
                  <a:moveTo>
                    <a:pt x="141857" y="34473"/>
                  </a:moveTo>
                  <a:cubicBezTo>
                    <a:pt x="141857" y="33835"/>
                    <a:pt x="141218" y="33197"/>
                    <a:pt x="140579" y="32558"/>
                  </a:cubicBezTo>
                  <a:lnTo>
                    <a:pt x="109907" y="1915"/>
                  </a:lnTo>
                  <a:cubicBezTo>
                    <a:pt x="107351" y="-638"/>
                    <a:pt x="103517" y="-638"/>
                    <a:pt x="100961" y="1915"/>
                  </a:cubicBezTo>
                  <a:cubicBezTo>
                    <a:pt x="98405" y="4469"/>
                    <a:pt x="98405" y="8299"/>
                    <a:pt x="100961" y="10853"/>
                  </a:cubicBezTo>
                  <a:lnTo>
                    <a:pt x="120770" y="30005"/>
                  </a:lnTo>
                  <a:lnTo>
                    <a:pt x="6390" y="30005"/>
                  </a:lnTo>
                  <a:cubicBezTo>
                    <a:pt x="2556" y="30005"/>
                    <a:pt x="0" y="32558"/>
                    <a:pt x="0" y="36389"/>
                  </a:cubicBezTo>
                  <a:cubicBezTo>
                    <a:pt x="0" y="40219"/>
                    <a:pt x="2556" y="42773"/>
                    <a:pt x="6390" y="42773"/>
                  </a:cubicBezTo>
                  <a:lnTo>
                    <a:pt x="120131" y="42773"/>
                  </a:lnTo>
                  <a:lnTo>
                    <a:pt x="100322" y="61925"/>
                  </a:lnTo>
                  <a:cubicBezTo>
                    <a:pt x="97766" y="64478"/>
                    <a:pt x="97766" y="68308"/>
                    <a:pt x="100322" y="70862"/>
                  </a:cubicBezTo>
                  <a:cubicBezTo>
                    <a:pt x="102878" y="73416"/>
                    <a:pt x="106712" y="73416"/>
                    <a:pt x="109268" y="70862"/>
                  </a:cubicBezTo>
                  <a:lnTo>
                    <a:pt x="139940" y="40219"/>
                  </a:lnTo>
                  <a:cubicBezTo>
                    <a:pt x="140579" y="39581"/>
                    <a:pt x="141218" y="38942"/>
                    <a:pt x="141218" y="38304"/>
                  </a:cubicBezTo>
                  <a:cubicBezTo>
                    <a:pt x="142496" y="37027"/>
                    <a:pt x="142496" y="35750"/>
                    <a:pt x="141857" y="34473"/>
                  </a:cubicBezTo>
                  <a:close/>
                </a:path>
              </a:pathLst>
            </a:custGeom>
            <a:solidFill>
              <a:srgbClr val="0076A8"/>
            </a:solidFill>
            <a:ln w="6390" cap="flat">
              <a:noFill/>
              <a:prstDash val="solid"/>
              <a:miter/>
            </a:ln>
          </p:spPr>
          <p:txBody>
            <a:bodyPr rtlCol="0" anchor="ctr"/>
            <a:lstStyle/>
            <a:p>
              <a:endParaRPr lang="en-US"/>
            </a:p>
          </p:txBody>
        </p:sp>
      </p:grpSp>
      <p:grpSp>
        <p:nvGrpSpPr>
          <p:cNvPr id="1355" name="Graphic 4">
            <a:extLst>
              <a:ext uri="{FF2B5EF4-FFF2-40B4-BE49-F238E27FC236}">
                <a16:creationId xmlns:a16="http://schemas.microsoft.com/office/drawing/2014/main" id="{EF35F943-69C2-0F49-B236-128BDA9A7DE5}"/>
              </a:ext>
            </a:extLst>
          </p:cNvPr>
          <p:cNvGrpSpPr>
            <a:grpSpLocks noChangeAspect="1"/>
          </p:cNvGrpSpPr>
          <p:nvPr/>
        </p:nvGrpSpPr>
        <p:grpSpPr>
          <a:xfrm>
            <a:off x="467104" y="3824168"/>
            <a:ext cx="362309" cy="361971"/>
            <a:chOff x="467104" y="3824168"/>
            <a:chExt cx="362309" cy="361971"/>
          </a:xfrm>
          <a:solidFill>
            <a:srgbClr val="0076A8"/>
          </a:solidFill>
        </p:grpSpPr>
        <p:sp>
          <p:nvSpPr>
            <p:cNvPr id="1356" name="Graphic 4">
              <a:extLst>
                <a:ext uri="{FF2B5EF4-FFF2-40B4-BE49-F238E27FC236}">
                  <a16:creationId xmlns:a16="http://schemas.microsoft.com/office/drawing/2014/main" id="{A31E9B76-AB62-6A4E-A6AF-3ADAFE05F040}"/>
                </a:ext>
              </a:extLst>
            </p:cNvPr>
            <p:cNvSpPr/>
            <p:nvPr/>
          </p:nvSpPr>
          <p:spPr>
            <a:xfrm>
              <a:off x="467104" y="3824168"/>
              <a:ext cx="362309" cy="361971"/>
            </a:xfrm>
            <a:custGeom>
              <a:avLst/>
              <a:gdLst>
                <a:gd name="connsiteX0" fmla="*/ 181474 w 362309"/>
                <a:gd name="connsiteY0" fmla="*/ 0 h 361971"/>
                <a:gd name="connsiteX1" fmla="*/ 0 w 362309"/>
                <a:gd name="connsiteY1" fmla="*/ 180667 h 361971"/>
                <a:gd name="connsiteX2" fmla="*/ 181474 w 362309"/>
                <a:gd name="connsiteY2" fmla="*/ 361971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349204 h 361971"/>
                <a:gd name="connsiteX7" fmla="*/ 13419 w 362309"/>
                <a:gd name="connsiteY7" fmla="*/ 181305 h 361971"/>
                <a:gd name="connsiteX8" fmla="*/ 181474 w 362309"/>
                <a:gd name="connsiteY8" fmla="*/ 12768 h 361971"/>
                <a:gd name="connsiteX9" fmla="*/ 349530 w 362309"/>
                <a:gd name="connsiteY9" fmla="*/ 181305 h 361971"/>
                <a:gd name="connsiteX10" fmla="*/ 349530 w 362309"/>
                <a:gd name="connsiteY10" fmla="*/ 181305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895"/>
                    <a:pt x="81152" y="361971"/>
                    <a:pt x="181474" y="361971"/>
                  </a:cubicBezTo>
                  <a:cubicBezTo>
                    <a:pt x="281796" y="361971"/>
                    <a:pt x="362309" y="280895"/>
                    <a:pt x="362309" y="180667"/>
                  </a:cubicBezTo>
                  <a:lnTo>
                    <a:pt x="362309" y="180667"/>
                  </a:lnTo>
                  <a:cubicBezTo>
                    <a:pt x="362309" y="81076"/>
                    <a:pt x="281157"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lnTo>
                    <a:pt x="181474" y="349204"/>
                  </a:lnTo>
                  <a:close/>
                </a:path>
              </a:pathLst>
            </a:custGeom>
            <a:solidFill>
              <a:srgbClr val="0076A8"/>
            </a:solidFill>
            <a:ln w="6390" cap="flat">
              <a:noFill/>
              <a:prstDash val="solid"/>
              <a:miter/>
            </a:ln>
          </p:spPr>
          <p:txBody>
            <a:bodyPr rtlCol="0" anchor="ctr"/>
            <a:lstStyle/>
            <a:p>
              <a:endParaRPr lang="en-US"/>
            </a:p>
          </p:txBody>
        </p:sp>
        <p:sp>
          <p:nvSpPr>
            <p:cNvPr id="1357" name="Graphic 4">
              <a:extLst>
                <a:ext uri="{FF2B5EF4-FFF2-40B4-BE49-F238E27FC236}">
                  <a16:creationId xmlns:a16="http://schemas.microsoft.com/office/drawing/2014/main" id="{103B8E10-1516-484E-9CC9-8E48E93B9978}"/>
                </a:ext>
              </a:extLst>
            </p:cNvPr>
            <p:cNvSpPr/>
            <p:nvPr/>
          </p:nvSpPr>
          <p:spPr>
            <a:xfrm>
              <a:off x="602571" y="3892476"/>
              <a:ext cx="127159" cy="225354"/>
            </a:xfrm>
            <a:custGeom>
              <a:avLst/>
              <a:gdLst>
                <a:gd name="connsiteX0" fmla="*/ 120770 w 127159"/>
                <a:gd name="connsiteY0" fmla="*/ 0 h 225354"/>
                <a:gd name="connsiteX1" fmla="*/ 6390 w 127159"/>
                <a:gd name="connsiteY1" fmla="*/ 0 h 225354"/>
                <a:gd name="connsiteX2" fmla="*/ 0 w 127159"/>
                <a:gd name="connsiteY2" fmla="*/ 6384 h 225354"/>
                <a:gd name="connsiteX3" fmla="*/ 0 w 127159"/>
                <a:gd name="connsiteY3" fmla="*/ 74693 h 225354"/>
                <a:gd name="connsiteX4" fmla="*/ 6390 w 127159"/>
                <a:gd name="connsiteY4" fmla="*/ 81077 h 225354"/>
                <a:gd name="connsiteX5" fmla="*/ 12780 w 127159"/>
                <a:gd name="connsiteY5" fmla="*/ 74693 h 225354"/>
                <a:gd name="connsiteX6" fmla="*/ 12780 w 127159"/>
                <a:gd name="connsiteY6" fmla="*/ 12768 h 225354"/>
                <a:gd name="connsiteX7" fmla="*/ 114380 w 127159"/>
                <a:gd name="connsiteY7" fmla="*/ 12768 h 225354"/>
                <a:gd name="connsiteX8" fmla="*/ 114380 w 127159"/>
                <a:gd name="connsiteY8" fmla="*/ 212587 h 225354"/>
                <a:gd name="connsiteX9" fmla="*/ 12780 w 127159"/>
                <a:gd name="connsiteY9" fmla="*/ 212587 h 225354"/>
                <a:gd name="connsiteX10" fmla="*/ 12780 w 127159"/>
                <a:gd name="connsiteY10" fmla="*/ 150662 h 225354"/>
                <a:gd name="connsiteX11" fmla="*/ 6390 w 127159"/>
                <a:gd name="connsiteY11" fmla="*/ 144278 h 225354"/>
                <a:gd name="connsiteX12" fmla="*/ 0 w 127159"/>
                <a:gd name="connsiteY12" fmla="*/ 150662 h 225354"/>
                <a:gd name="connsiteX13" fmla="*/ 0 w 127159"/>
                <a:gd name="connsiteY13" fmla="*/ 218971 h 225354"/>
                <a:gd name="connsiteX14" fmla="*/ 6390 w 127159"/>
                <a:gd name="connsiteY14" fmla="*/ 225355 h 225354"/>
                <a:gd name="connsiteX15" fmla="*/ 120770 w 127159"/>
                <a:gd name="connsiteY15" fmla="*/ 225355 h 225354"/>
                <a:gd name="connsiteX16" fmla="*/ 127160 w 127159"/>
                <a:gd name="connsiteY16" fmla="*/ 218971 h 225354"/>
                <a:gd name="connsiteX17" fmla="*/ 127160 w 127159"/>
                <a:gd name="connsiteY17" fmla="*/ 6384 h 225354"/>
                <a:gd name="connsiteX18" fmla="*/ 120770 w 127159"/>
                <a:gd name="connsiteY18" fmla="*/ 0 h 225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7159" h="225354">
                  <a:moveTo>
                    <a:pt x="120770" y="0"/>
                  </a:moveTo>
                  <a:lnTo>
                    <a:pt x="6390" y="0"/>
                  </a:lnTo>
                  <a:cubicBezTo>
                    <a:pt x="2556" y="0"/>
                    <a:pt x="0" y="2554"/>
                    <a:pt x="0" y="6384"/>
                  </a:cubicBezTo>
                  <a:lnTo>
                    <a:pt x="0" y="74693"/>
                  </a:lnTo>
                  <a:cubicBezTo>
                    <a:pt x="0" y="78523"/>
                    <a:pt x="2556" y="81077"/>
                    <a:pt x="6390" y="81077"/>
                  </a:cubicBezTo>
                  <a:cubicBezTo>
                    <a:pt x="10224" y="81077"/>
                    <a:pt x="12780" y="78523"/>
                    <a:pt x="12780" y="74693"/>
                  </a:cubicBezTo>
                  <a:lnTo>
                    <a:pt x="12780" y="12768"/>
                  </a:lnTo>
                  <a:lnTo>
                    <a:pt x="114380" y="12768"/>
                  </a:lnTo>
                  <a:lnTo>
                    <a:pt x="114380" y="212587"/>
                  </a:lnTo>
                  <a:lnTo>
                    <a:pt x="12780" y="212587"/>
                  </a:lnTo>
                  <a:lnTo>
                    <a:pt x="12780" y="150662"/>
                  </a:lnTo>
                  <a:cubicBezTo>
                    <a:pt x="12780" y="146832"/>
                    <a:pt x="10224" y="144278"/>
                    <a:pt x="6390" y="144278"/>
                  </a:cubicBezTo>
                  <a:cubicBezTo>
                    <a:pt x="2556" y="144278"/>
                    <a:pt x="0" y="146832"/>
                    <a:pt x="0" y="150662"/>
                  </a:cubicBezTo>
                  <a:lnTo>
                    <a:pt x="0" y="218971"/>
                  </a:lnTo>
                  <a:cubicBezTo>
                    <a:pt x="0" y="222801"/>
                    <a:pt x="2556" y="225355"/>
                    <a:pt x="6390" y="225355"/>
                  </a:cubicBezTo>
                  <a:lnTo>
                    <a:pt x="120770" y="225355"/>
                  </a:lnTo>
                  <a:cubicBezTo>
                    <a:pt x="124604" y="225355"/>
                    <a:pt x="127160" y="222801"/>
                    <a:pt x="127160" y="218971"/>
                  </a:cubicBezTo>
                  <a:lnTo>
                    <a:pt x="127160" y="6384"/>
                  </a:lnTo>
                  <a:cubicBezTo>
                    <a:pt x="127160" y="2554"/>
                    <a:pt x="123965" y="0"/>
                    <a:pt x="120770" y="0"/>
                  </a:cubicBezTo>
                  <a:close/>
                </a:path>
              </a:pathLst>
            </a:custGeom>
            <a:solidFill>
              <a:srgbClr val="0076A8"/>
            </a:solidFill>
            <a:ln w="6390" cap="flat">
              <a:noFill/>
              <a:prstDash val="solid"/>
              <a:miter/>
            </a:ln>
          </p:spPr>
          <p:txBody>
            <a:bodyPr rtlCol="0" anchor="ctr"/>
            <a:lstStyle/>
            <a:p>
              <a:endParaRPr lang="en-US"/>
            </a:p>
          </p:txBody>
        </p:sp>
        <p:sp>
          <p:nvSpPr>
            <p:cNvPr id="1358" name="Graphic 4">
              <a:extLst>
                <a:ext uri="{FF2B5EF4-FFF2-40B4-BE49-F238E27FC236}">
                  <a16:creationId xmlns:a16="http://schemas.microsoft.com/office/drawing/2014/main" id="{F3DF24AC-A8BA-C44A-AC27-016860C95BD1}"/>
                </a:ext>
              </a:extLst>
            </p:cNvPr>
            <p:cNvSpPr/>
            <p:nvPr/>
          </p:nvSpPr>
          <p:spPr>
            <a:xfrm>
              <a:off x="541866" y="3967807"/>
              <a:ext cx="142335" cy="74054"/>
            </a:xfrm>
            <a:custGeom>
              <a:avLst/>
              <a:gdLst>
                <a:gd name="connsiteX0" fmla="*/ 100961 w 142335"/>
                <a:gd name="connsiteY0" fmla="*/ 63201 h 74054"/>
                <a:gd name="connsiteX1" fmla="*/ 100961 w 142335"/>
                <a:gd name="connsiteY1" fmla="*/ 72139 h 74054"/>
                <a:gd name="connsiteX2" fmla="*/ 109907 w 142335"/>
                <a:gd name="connsiteY2" fmla="*/ 72139 h 74054"/>
                <a:gd name="connsiteX3" fmla="*/ 109907 w 142335"/>
                <a:gd name="connsiteY3" fmla="*/ 72139 h 74054"/>
                <a:gd name="connsiteX4" fmla="*/ 140579 w 142335"/>
                <a:gd name="connsiteY4" fmla="*/ 41496 h 74054"/>
                <a:gd name="connsiteX5" fmla="*/ 141857 w 142335"/>
                <a:gd name="connsiteY5" fmla="*/ 39581 h 74054"/>
                <a:gd name="connsiteX6" fmla="*/ 141857 w 142335"/>
                <a:gd name="connsiteY6" fmla="*/ 34473 h 74054"/>
                <a:gd name="connsiteX7" fmla="*/ 140579 w 142335"/>
                <a:gd name="connsiteY7" fmla="*/ 32558 h 74054"/>
                <a:gd name="connsiteX8" fmla="*/ 109907 w 142335"/>
                <a:gd name="connsiteY8" fmla="*/ 1915 h 74054"/>
                <a:gd name="connsiteX9" fmla="*/ 100961 w 142335"/>
                <a:gd name="connsiteY9" fmla="*/ 1915 h 74054"/>
                <a:gd name="connsiteX10" fmla="*/ 100961 w 142335"/>
                <a:gd name="connsiteY10" fmla="*/ 1915 h 74054"/>
                <a:gd name="connsiteX11" fmla="*/ 100961 w 142335"/>
                <a:gd name="connsiteY11" fmla="*/ 10853 h 74054"/>
                <a:gd name="connsiteX12" fmla="*/ 120770 w 142335"/>
                <a:gd name="connsiteY12" fmla="*/ 30643 h 74054"/>
                <a:gd name="connsiteX13" fmla="*/ 6390 w 142335"/>
                <a:gd name="connsiteY13" fmla="*/ 30643 h 74054"/>
                <a:gd name="connsiteX14" fmla="*/ 0 w 142335"/>
                <a:gd name="connsiteY14" fmla="*/ 37027 h 74054"/>
                <a:gd name="connsiteX15" fmla="*/ 6390 w 142335"/>
                <a:gd name="connsiteY15" fmla="*/ 43411 h 74054"/>
                <a:gd name="connsiteX16" fmla="*/ 120131 w 142335"/>
                <a:gd name="connsiteY16" fmla="*/ 43411 h 74054"/>
                <a:gd name="connsiteX17" fmla="*/ 100961 w 142335"/>
                <a:gd name="connsiteY17" fmla="*/ 63201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2335" h="74054">
                  <a:moveTo>
                    <a:pt x="100961" y="63201"/>
                  </a:moveTo>
                  <a:cubicBezTo>
                    <a:pt x="98405" y="65755"/>
                    <a:pt x="98405" y="69585"/>
                    <a:pt x="100961" y="72139"/>
                  </a:cubicBezTo>
                  <a:cubicBezTo>
                    <a:pt x="103517" y="74692"/>
                    <a:pt x="107351" y="74692"/>
                    <a:pt x="109907" y="72139"/>
                  </a:cubicBezTo>
                  <a:cubicBezTo>
                    <a:pt x="109907" y="72139"/>
                    <a:pt x="109907" y="72139"/>
                    <a:pt x="109907" y="72139"/>
                  </a:cubicBezTo>
                  <a:lnTo>
                    <a:pt x="140579" y="41496"/>
                  </a:lnTo>
                  <a:cubicBezTo>
                    <a:pt x="141218" y="40857"/>
                    <a:pt x="141857" y="40219"/>
                    <a:pt x="141857" y="39581"/>
                  </a:cubicBezTo>
                  <a:cubicBezTo>
                    <a:pt x="142496" y="38304"/>
                    <a:pt x="142496" y="36389"/>
                    <a:pt x="141857" y="34473"/>
                  </a:cubicBezTo>
                  <a:cubicBezTo>
                    <a:pt x="141218" y="33835"/>
                    <a:pt x="141218" y="33197"/>
                    <a:pt x="140579" y="32558"/>
                  </a:cubicBezTo>
                  <a:lnTo>
                    <a:pt x="109907" y="1915"/>
                  </a:lnTo>
                  <a:cubicBezTo>
                    <a:pt x="107351" y="-638"/>
                    <a:pt x="103517" y="-638"/>
                    <a:pt x="100961" y="1915"/>
                  </a:cubicBezTo>
                  <a:cubicBezTo>
                    <a:pt x="100961" y="1915"/>
                    <a:pt x="100961" y="1915"/>
                    <a:pt x="100961" y="1915"/>
                  </a:cubicBezTo>
                  <a:cubicBezTo>
                    <a:pt x="98405" y="4469"/>
                    <a:pt x="98405" y="8299"/>
                    <a:pt x="100961" y="10853"/>
                  </a:cubicBezTo>
                  <a:lnTo>
                    <a:pt x="120770" y="30643"/>
                  </a:lnTo>
                  <a:lnTo>
                    <a:pt x="6390" y="30643"/>
                  </a:lnTo>
                  <a:cubicBezTo>
                    <a:pt x="2556" y="30643"/>
                    <a:pt x="0" y="33197"/>
                    <a:pt x="0" y="37027"/>
                  </a:cubicBezTo>
                  <a:cubicBezTo>
                    <a:pt x="0" y="40857"/>
                    <a:pt x="2556" y="43411"/>
                    <a:pt x="6390" y="43411"/>
                  </a:cubicBezTo>
                  <a:lnTo>
                    <a:pt x="120131" y="43411"/>
                  </a:lnTo>
                  <a:lnTo>
                    <a:pt x="100961" y="63201"/>
                  </a:lnTo>
                  <a:close/>
                </a:path>
              </a:pathLst>
            </a:custGeom>
            <a:solidFill>
              <a:srgbClr val="0076A8"/>
            </a:solidFill>
            <a:ln w="6390" cap="flat">
              <a:noFill/>
              <a:prstDash val="solid"/>
              <a:miter/>
            </a:ln>
          </p:spPr>
          <p:txBody>
            <a:bodyPr rtlCol="0" anchor="ctr"/>
            <a:lstStyle/>
            <a:p>
              <a:endParaRPr lang="en-US"/>
            </a:p>
          </p:txBody>
        </p:sp>
      </p:grpSp>
      <p:sp>
        <p:nvSpPr>
          <p:cNvPr id="1359" name="Graphic 4">
            <a:extLst>
              <a:ext uri="{FF2B5EF4-FFF2-40B4-BE49-F238E27FC236}">
                <a16:creationId xmlns:a16="http://schemas.microsoft.com/office/drawing/2014/main" id="{1B95CB2B-8195-6F49-8C62-6ED06C386C41}"/>
              </a:ext>
            </a:extLst>
          </p:cNvPr>
          <p:cNvSpPr>
            <a:spLocks noChangeAspect="1"/>
          </p:cNvSpPr>
          <p:nvPr/>
        </p:nvSpPr>
        <p:spPr>
          <a:xfrm>
            <a:off x="905454" y="3339623"/>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29399 w 362309"/>
              <a:gd name="connsiteY6" fmla="*/ 287279 h 361971"/>
              <a:gd name="connsiteX7" fmla="*/ 223009 w 362309"/>
              <a:gd name="connsiteY7" fmla="*/ 293663 h 361971"/>
              <a:gd name="connsiteX8" fmla="*/ 109268 w 362309"/>
              <a:gd name="connsiteY8" fmla="*/ 293663 h 361971"/>
              <a:gd name="connsiteX9" fmla="*/ 102878 w 362309"/>
              <a:gd name="connsiteY9" fmla="*/ 287279 h 361971"/>
              <a:gd name="connsiteX10" fmla="*/ 102878 w 362309"/>
              <a:gd name="connsiteY10" fmla="*/ 74693 h 361971"/>
              <a:gd name="connsiteX11" fmla="*/ 109268 w 362309"/>
              <a:gd name="connsiteY11" fmla="*/ 68309 h 361971"/>
              <a:gd name="connsiteX12" fmla="*/ 223648 w 362309"/>
              <a:gd name="connsiteY12" fmla="*/ 68309 h 361971"/>
              <a:gd name="connsiteX13" fmla="*/ 230038 w 362309"/>
              <a:gd name="connsiteY13" fmla="*/ 74693 h 361971"/>
              <a:gd name="connsiteX14" fmla="*/ 230038 w 362309"/>
              <a:gd name="connsiteY14" fmla="*/ 143001 h 361971"/>
              <a:gd name="connsiteX15" fmla="*/ 223648 w 362309"/>
              <a:gd name="connsiteY15" fmla="*/ 149385 h 361971"/>
              <a:gd name="connsiteX16" fmla="*/ 217258 w 362309"/>
              <a:gd name="connsiteY16" fmla="*/ 143001 h 361971"/>
              <a:gd name="connsiteX17" fmla="*/ 217258 w 362309"/>
              <a:gd name="connsiteY17" fmla="*/ 81077 h 361971"/>
              <a:gd name="connsiteX18" fmla="*/ 115658 w 362309"/>
              <a:gd name="connsiteY18" fmla="*/ 81077 h 361971"/>
              <a:gd name="connsiteX19" fmla="*/ 115658 w 362309"/>
              <a:gd name="connsiteY19" fmla="*/ 280895 h 361971"/>
              <a:gd name="connsiteX20" fmla="*/ 217258 w 362309"/>
              <a:gd name="connsiteY20" fmla="*/ 280895 h 361971"/>
              <a:gd name="connsiteX21" fmla="*/ 217258 w 362309"/>
              <a:gd name="connsiteY21" fmla="*/ 218971 h 361971"/>
              <a:gd name="connsiteX22" fmla="*/ 223648 w 362309"/>
              <a:gd name="connsiteY22" fmla="*/ 212587 h 361971"/>
              <a:gd name="connsiteX23" fmla="*/ 230038 w 362309"/>
              <a:gd name="connsiteY23" fmla="*/ 218971 h 361971"/>
              <a:gd name="connsiteX24" fmla="*/ 229399 w 362309"/>
              <a:gd name="connsiteY24" fmla="*/ 287279 h 361971"/>
              <a:gd name="connsiteX25" fmla="*/ 295854 w 362309"/>
              <a:gd name="connsiteY25" fmla="*/ 185774 h 361971"/>
              <a:gd name="connsiteX26" fmla="*/ 265182 w 362309"/>
              <a:gd name="connsiteY26" fmla="*/ 216417 h 361971"/>
              <a:gd name="connsiteX27" fmla="*/ 260709 w 362309"/>
              <a:gd name="connsiteY27" fmla="*/ 218332 h 361971"/>
              <a:gd name="connsiteX28" fmla="*/ 254320 w 362309"/>
              <a:gd name="connsiteY28" fmla="*/ 211948 h 361971"/>
              <a:gd name="connsiteX29" fmla="*/ 256237 w 362309"/>
              <a:gd name="connsiteY29" fmla="*/ 207479 h 361971"/>
              <a:gd name="connsiteX30" fmla="*/ 276045 w 362309"/>
              <a:gd name="connsiteY30" fmla="*/ 188327 h 361971"/>
              <a:gd name="connsiteX31" fmla="*/ 162304 w 362309"/>
              <a:gd name="connsiteY31" fmla="*/ 188327 h 361971"/>
              <a:gd name="connsiteX32" fmla="*/ 155915 w 362309"/>
              <a:gd name="connsiteY32" fmla="*/ 181944 h 361971"/>
              <a:gd name="connsiteX33" fmla="*/ 162304 w 362309"/>
              <a:gd name="connsiteY33" fmla="*/ 175560 h 361971"/>
              <a:gd name="connsiteX34" fmla="*/ 276045 w 362309"/>
              <a:gd name="connsiteY34" fmla="*/ 175560 h 361971"/>
              <a:gd name="connsiteX35" fmla="*/ 256237 w 362309"/>
              <a:gd name="connsiteY35" fmla="*/ 156408 h 361971"/>
              <a:gd name="connsiteX36" fmla="*/ 256237 w 362309"/>
              <a:gd name="connsiteY36" fmla="*/ 147470 h 361971"/>
              <a:gd name="connsiteX37" fmla="*/ 256237 w 362309"/>
              <a:gd name="connsiteY37" fmla="*/ 147470 h 361971"/>
              <a:gd name="connsiteX38" fmla="*/ 265182 w 362309"/>
              <a:gd name="connsiteY38" fmla="*/ 147470 h 361971"/>
              <a:gd name="connsiteX39" fmla="*/ 295854 w 362309"/>
              <a:gd name="connsiteY39" fmla="*/ 178113 h 361971"/>
              <a:gd name="connsiteX40" fmla="*/ 297132 w 362309"/>
              <a:gd name="connsiteY40" fmla="*/ 180028 h 361971"/>
              <a:gd name="connsiteX41" fmla="*/ 297132 w 362309"/>
              <a:gd name="connsiteY41" fmla="*/ 185135 h 361971"/>
              <a:gd name="connsiteX42" fmla="*/ 295854 w 362309"/>
              <a:gd name="connsiteY42" fmla="*/ 18577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1157" y="0"/>
                  <a:pt x="180835" y="0"/>
                </a:cubicBezTo>
                <a:close/>
                <a:moveTo>
                  <a:pt x="229399" y="287279"/>
                </a:moveTo>
                <a:cubicBezTo>
                  <a:pt x="229399" y="291109"/>
                  <a:pt x="226843" y="293663"/>
                  <a:pt x="223009" y="293663"/>
                </a:cubicBezTo>
                <a:lnTo>
                  <a:pt x="109268" y="293663"/>
                </a:lnTo>
                <a:cubicBezTo>
                  <a:pt x="105434" y="293663"/>
                  <a:pt x="102878" y="291109"/>
                  <a:pt x="102878" y="287279"/>
                </a:cubicBezTo>
                <a:lnTo>
                  <a:pt x="102878" y="74693"/>
                </a:lnTo>
                <a:cubicBezTo>
                  <a:pt x="102878" y="70862"/>
                  <a:pt x="105434" y="68309"/>
                  <a:pt x="109268" y="68309"/>
                </a:cubicBezTo>
                <a:lnTo>
                  <a:pt x="223648" y="68309"/>
                </a:lnTo>
                <a:cubicBezTo>
                  <a:pt x="227482" y="68309"/>
                  <a:pt x="230038" y="70862"/>
                  <a:pt x="230038" y="74693"/>
                </a:cubicBezTo>
                <a:lnTo>
                  <a:pt x="230038" y="143001"/>
                </a:lnTo>
                <a:cubicBezTo>
                  <a:pt x="230038" y="146832"/>
                  <a:pt x="227482" y="149385"/>
                  <a:pt x="223648" y="149385"/>
                </a:cubicBezTo>
                <a:cubicBezTo>
                  <a:pt x="219814" y="149385"/>
                  <a:pt x="217258" y="146832"/>
                  <a:pt x="217258" y="143001"/>
                </a:cubicBezTo>
                <a:lnTo>
                  <a:pt x="217258" y="81077"/>
                </a:lnTo>
                <a:lnTo>
                  <a:pt x="115658" y="81077"/>
                </a:lnTo>
                <a:lnTo>
                  <a:pt x="115658" y="280895"/>
                </a:lnTo>
                <a:lnTo>
                  <a:pt x="217258" y="280895"/>
                </a:lnTo>
                <a:lnTo>
                  <a:pt x="217258" y="218971"/>
                </a:lnTo>
                <a:cubicBezTo>
                  <a:pt x="217258" y="215140"/>
                  <a:pt x="219814" y="212587"/>
                  <a:pt x="223648" y="212587"/>
                </a:cubicBezTo>
                <a:cubicBezTo>
                  <a:pt x="227482" y="212587"/>
                  <a:pt x="230038" y="215140"/>
                  <a:pt x="230038" y="218971"/>
                </a:cubicBezTo>
                <a:lnTo>
                  <a:pt x="229399" y="287279"/>
                </a:lnTo>
                <a:close/>
                <a:moveTo>
                  <a:pt x="295854" y="185774"/>
                </a:moveTo>
                <a:lnTo>
                  <a:pt x="265182" y="216417"/>
                </a:lnTo>
                <a:cubicBezTo>
                  <a:pt x="263904" y="217694"/>
                  <a:pt x="262626" y="218332"/>
                  <a:pt x="260709" y="218332"/>
                </a:cubicBezTo>
                <a:cubicBezTo>
                  <a:pt x="256875" y="218332"/>
                  <a:pt x="254320" y="215779"/>
                  <a:pt x="254320" y="211948"/>
                </a:cubicBezTo>
                <a:cubicBezTo>
                  <a:pt x="254320" y="210033"/>
                  <a:pt x="254959" y="208756"/>
                  <a:pt x="256237" y="207479"/>
                </a:cubicBezTo>
                <a:lnTo>
                  <a:pt x="276045" y="188327"/>
                </a:lnTo>
                <a:lnTo>
                  <a:pt x="162304" y="188327"/>
                </a:lnTo>
                <a:cubicBezTo>
                  <a:pt x="158470" y="188327"/>
                  <a:pt x="155915" y="185774"/>
                  <a:pt x="155915" y="181944"/>
                </a:cubicBezTo>
                <a:cubicBezTo>
                  <a:pt x="155915" y="178113"/>
                  <a:pt x="158470" y="175560"/>
                  <a:pt x="162304" y="175560"/>
                </a:cubicBezTo>
                <a:lnTo>
                  <a:pt x="276045" y="175560"/>
                </a:lnTo>
                <a:lnTo>
                  <a:pt x="256237" y="156408"/>
                </a:lnTo>
                <a:cubicBezTo>
                  <a:pt x="253680" y="153854"/>
                  <a:pt x="253680" y="150024"/>
                  <a:pt x="256237" y="147470"/>
                </a:cubicBezTo>
                <a:cubicBezTo>
                  <a:pt x="256237" y="147470"/>
                  <a:pt x="256237" y="147470"/>
                  <a:pt x="256237" y="147470"/>
                </a:cubicBezTo>
                <a:cubicBezTo>
                  <a:pt x="258792" y="144916"/>
                  <a:pt x="262626" y="144916"/>
                  <a:pt x="265182" y="147470"/>
                </a:cubicBezTo>
                <a:lnTo>
                  <a:pt x="295854" y="178113"/>
                </a:lnTo>
                <a:cubicBezTo>
                  <a:pt x="296493" y="178752"/>
                  <a:pt x="297132" y="179390"/>
                  <a:pt x="297132" y="180028"/>
                </a:cubicBezTo>
                <a:cubicBezTo>
                  <a:pt x="297771" y="181305"/>
                  <a:pt x="297771" y="183220"/>
                  <a:pt x="297132" y="185135"/>
                </a:cubicBezTo>
                <a:cubicBezTo>
                  <a:pt x="297132" y="184497"/>
                  <a:pt x="296493" y="185135"/>
                  <a:pt x="295854" y="185774"/>
                </a:cubicBezTo>
                <a:close/>
              </a:path>
            </a:pathLst>
          </a:custGeom>
          <a:solidFill>
            <a:srgbClr val="0076A8"/>
          </a:solidFill>
          <a:ln w="6390" cap="flat">
            <a:noFill/>
            <a:prstDash val="solid"/>
            <a:miter/>
          </a:ln>
        </p:spPr>
        <p:txBody>
          <a:bodyPr rtlCol="0" anchor="ctr"/>
          <a:lstStyle/>
          <a:p>
            <a:endParaRPr lang="en-US"/>
          </a:p>
        </p:txBody>
      </p:sp>
      <p:sp>
        <p:nvSpPr>
          <p:cNvPr id="1360" name="Graphic 4">
            <a:extLst>
              <a:ext uri="{FF2B5EF4-FFF2-40B4-BE49-F238E27FC236}">
                <a16:creationId xmlns:a16="http://schemas.microsoft.com/office/drawing/2014/main" id="{26C3E6E6-1791-6C4C-A200-B00AF483A009}"/>
              </a:ext>
            </a:extLst>
          </p:cNvPr>
          <p:cNvSpPr>
            <a:spLocks noChangeAspect="1"/>
          </p:cNvSpPr>
          <p:nvPr/>
        </p:nvSpPr>
        <p:spPr>
          <a:xfrm>
            <a:off x="905454" y="3824168"/>
            <a:ext cx="362309" cy="361971"/>
          </a:xfrm>
          <a:custGeom>
            <a:avLst/>
            <a:gdLst>
              <a:gd name="connsiteX0" fmla="*/ 180835 w 362309"/>
              <a:gd name="connsiteY0" fmla="*/ 0 h 361971"/>
              <a:gd name="connsiteX1" fmla="*/ 0 w 362309"/>
              <a:gd name="connsiteY1" fmla="*/ 180667 h 361971"/>
              <a:gd name="connsiteX2" fmla="*/ 180835 w 362309"/>
              <a:gd name="connsiteY2" fmla="*/ 361971 h 361971"/>
              <a:gd name="connsiteX3" fmla="*/ 362309 w 362309"/>
              <a:gd name="connsiteY3" fmla="*/ 180667 h 361971"/>
              <a:gd name="connsiteX4" fmla="*/ 362309 w 362309"/>
              <a:gd name="connsiteY4" fmla="*/ 180667 h 361971"/>
              <a:gd name="connsiteX5" fmla="*/ 180835 w 362309"/>
              <a:gd name="connsiteY5" fmla="*/ 0 h 361971"/>
              <a:gd name="connsiteX6" fmla="*/ 74123 w 362309"/>
              <a:gd name="connsiteY6" fmla="*/ 181305 h 361971"/>
              <a:gd name="connsiteX7" fmla="*/ 80513 w 362309"/>
              <a:gd name="connsiteY7" fmla="*/ 174921 h 361971"/>
              <a:gd name="connsiteX8" fmla="*/ 194254 w 362309"/>
              <a:gd name="connsiteY8" fmla="*/ 174921 h 361971"/>
              <a:gd name="connsiteX9" fmla="*/ 174445 w 362309"/>
              <a:gd name="connsiteY9" fmla="*/ 155131 h 361971"/>
              <a:gd name="connsiteX10" fmla="*/ 173806 w 362309"/>
              <a:gd name="connsiteY10" fmla="*/ 146193 h 361971"/>
              <a:gd name="connsiteX11" fmla="*/ 182752 w 362309"/>
              <a:gd name="connsiteY11" fmla="*/ 145555 h 361971"/>
              <a:gd name="connsiteX12" fmla="*/ 183391 w 362309"/>
              <a:gd name="connsiteY12" fmla="*/ 146193 h 361971"/>
              <a:gd name="connsiteX13" fmla="*/ 214063 w 362309"/>
              <a:gd name="connsiteY13" fmla="*/ 176198 h 361971"/>
              <a:gd name="connsiteX14" fmla="*/ 215341 w 362309"/>
              <a:gd name="connsiteY14" fmla="*/ 178113 h 361971"/>
              <a:gd name="connsiteX15" fmla="*/ 215341 w 362309"/>
              <a:gd name="connsiteY15" fmla="*/ 183220 h 361971"/>
              <a:gd name="connsiteX16" fmla="*/ 214063 w 362309"/>
              <a:gd name="connsiteY16" fmla="*/ 185135 h 361971"/>
              <a:gd name="connsiteX17" fmla="*/ 183391 w 362309"/>
              <a:gd name="connsiteY17" fmla="*/ 215779 h 361971"/>
              <a:gd name="connsiteX18" fmla="*/ 178918 w 362309"/>
              <a:gd name="connsiteY18" fmla="*/ 217694 h 361971"/>
              <a:gd name="connsiteX19" fmla="*/ 174445 w 362309"/>
              <a:gd name="connsiteY19" fmla="*/ 215779 h 361971"/>
              <a:gd name="connsiteX20" fmla="*/ 174445 w 362309"/>
              <a:gd name="connsiteY20" fmla="*/ 206841 h 361971"/>
              <a:gd name="connsiteX21" fmla="*/ 194254 w 362309"/>
              <a:gd name="connsiteY21" fmla="*/ 187051 h 361971"/>
              <a:gd name="connsiteX22" fmla="*/ 80513 w 362309"/>
              <a:gd name="connsiteY22" fmla="*/ 187051 h 361971"/>
              <a:gd name="connsiteX23" fmla="*/ 74123 w 362309"/>
              <a:gd name="connsiteY23" fmla="*/ 181305 h 361971"/>
              <a:gd name="connsiteX24" fmla="*/ 74123 w 362309"/>
              <a:gd name="connsiteY24" fmla="*/ 181305 h 361971"/>
              <a:gd name="connsiteX25" fmla="*/ 261987 w 362309"/>
              <a:gd name="connsiteY25" fmla="*/ 287279 h 361971"/>
              <a:gd name="connsiteX26" fmla="*/ 255597 w 362309"/>
              <a:gd name="connsiteY26" fmla="*/ 293663 h 361971"/>
              <a:gd name="connsiteX27" fmla="*/ 141857 w 362309"/>
              <a:gd name="connsiteY27" fmla="*/ 293663 h 361971"/>
              <a:gd name="connsiteX28" fmla="*/ 135467 w 362309"/>
              <a:gd name="connsiteY28" fmla="*/ 287279 h 361971"/>
              <a:gd name="connsiteX29" fmla="*/ 135467 w 362309"/>
              <a:gd name="connsiteY29" fmla="*/ 218971 h 361971"/>
              <a:gd name="connsiteX30" fmla="*/ 141857 w 362309"/>
              <a:gd name="connsiteY30" fmla="*/ 212587 h 361971"/>
              <a:gd name="connsiteX31" fmla="*/ 148247 w 362309"/>
              <a:gd name="connsiteY31" fmla="*/ 218971 h 361971"/>
              <a:gd name="connsiteX32" fmla="*/ 148247 w 362309"/>
              <a:gd name="connsiteY32" fmla="*/ 280895 h 361971"/>
              <a:gd name="connsiteX33" fmla="*/ 249847 w 362309"/>
              <a:gd name="connsiteY33" fmla="*/ 280895 h 361971"/>
              <a:gd name="connsiteX34" fmla="*/ 249847 w 362309"/>
              <a:gd name="connsiteY34" fmla="*/ 81076 h 361971"/>
              <a:gd name="connsiteX35" fmla="*/ 148247 w 362309"/>
              <a:gd name="connsiteY35" fmla="*/ 81076 h 361971"/>
              <a:gd name="connsiteX36" fmla="*/ 148247 w 362309"/>
              <a:gd name="connsiteY36" fmla="*/ 143001 h 361971"/>
              <a:gd name="connsiteX37" fmla="*/ 141857 w 362309"/>
              <a:gd name="connsiteY37" fmla="*/ 149385 h 361971"/>
              <a:gd name="connsiteX38" fmla="*/ 135467 w 362309"/>
              <a:gd name="connsiteY38" fmla="*/ 143001 h 361971"/>
              <a:gd name="connsiteX39" fmla="*/ 135467 w 362309"/>
              <a:gd name="connsiteY39" fmla="*/ 74692 h 361971"/>
              <a:gd name="connsiteX40" fmla="*/ 141857 w 362309"/>
              <a:gd name="connsiteY40" fmla="*/ 68308 h 361971"/>
              <a:gd name="connsiteX41" fmla="*/ 256237 w 362309"/>
              <a:gd name="connsiteY41" fmla="*/ 68308 h 361971"/>
              <a:gd name="connsiteX42" fmla="*/ 262626 w 362309"/>
              <a:gd name="connsiteY42" fmla="*/ 74692 h 361971"/>
              <a:gd name="connsiteX43" fmla="*/ 261987 w 362309"/>
              <a:gd name="connsiteY43" fmla="*/ 28727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2309" h="361971">
                <a:moveTo>
                  <a:pt x="180835" y="0"/>
                </a:moveTo>
                <a:cubicBezTo>
                  <a:pt x="80513" y="0"/>
                  <a:pt x="0" y="81076"/>
                  <a:pt x="0" y="180667"/>
                </a:cubicBezTo>
                <a:cubicBezTo>
                  <a:pt x="0" y="280895"/>
                  <a:pt x="81152" y="361971"/>
                  <a:pt x="180835" y="361971"/>
                </a:cubicBezTo>
                <a:cubicBezTo>
                  <a:pt x="280518" y="361971"/>
                  <a:pt x="362309" y="280895"/>
                  <a:pt x="362309" y="180667"/>
                </a:cubicBezTo>
                <a:lnTo>
                  <a:pt x="362309" y="180667"/>
                </a:lnTo>
                <a:cubicBezTo>
                  <a:pt x="361670" y="81076"/>
                  <a:pt x="281157" y="0"/>
                  <a:pt x="180835" y="0"/>
                </a:cubicBezTo>
                <a:close/>
                <a:moveTo>
                  <a:pt x="74123" y="181305"/>
                </a:moveTo>
                <a:cubicBezTo>
                  <a:pt x="74123" y="177475"/>
                  <a:pt x="76679" y="174921"/>
                  <a:pt x="80513" y="174921"/>
                </a:cubicBezTo>
                <a:lnTo>
                  <a:pt x="194254" y="174921"/>
                </a:lnTo>
                <a:lnTo>
                  <a:pt x="174445" y="155131"/>
                </a:lnTo>
                <a:cubicBezTo>
                  <a:pt x="171889" y="152577"/>
                  <a:pt x="171250" y="148747"/>
                  <a:pt x="173806" y="146193"/>
                </a:cubicBezTo>
                <a:cubicBezTo>
                  <a:pt x="176362" y="143640"/>
                  <a:pt x="180196" y="143001"/>
                  <a:pt x="182752" y="145555"/>
                </a:cubicBezTo>
                <a:cubicBezTo>
                  <a:pt x="182752" y="145555"/>
                  <a:pt x="183391" y="146193"/>
                  <a:pt x="183391" y="146193"/>
                </a:cubicBezTo>
                <a:lnTo>
                  <a:pt x="214063" y="176198"/>
                </a:lnTo>
                <a:cubicBezTo>
                  <a:pt x="214702" y="176836"/>
                  <a:pt x="215341" y="177475"/>
                  <a:pt x="215341" y="178113"/>
                </a:cubicBezTo>
                <a:cubicBezTo>
                  <a:pt x="215980" y="179390"/>
                  <a:pt x="215980" y="181305"/>
                  <a:pt x="215341" y="183220"/>
                </a:cubicBezTo>
                <a:cubicBezTo>
                  <a:pt x="215341" y="183859"/>
                  <a:pt x="214702" y="184497"/>
                  <a:pt x="214063" y="185135"/>
                </a:cubicBezTo>
                <a:lnTo>
                  <a:pt x="183391" y="215779"/>
                </a:lnTo>
                <a:cubicBezTo>
                  <a:pt x="182113" y="217055"/>
                  <a:pt x="180835" y="217694"/>
                  <a:pt x="178918" y="217694"/>
                </a:cubicBezTo>
                <a:cubicBezTo>
                  <a:pt x="177001" y="217694"/>
                  <a:pt x="175723" y="217055"/>
                  <a:pt x="174445" y="215779"/>
                </a:cubicBezTo>
                <a:cubicBezTo>
                  <a:pt x="171889" y="213225"/>
                  <a:pt x="171889" y="209395"/>
                  <a:pt x="174445" y="206841"/>
                </a:cubicBezTo>
                <a:lnTo>
                  <a:pt x="194254" y="187051"/>
                </a:lnTo>
                <a:lnTo>
                  <a:pt x="80513" y="187051"/>
                </a:lnTo>
                <a:cubicBezTo>
                  <a:pt x="77318" y="187051"/>
                  <a:pt x="74762" y="184497"/>
                  <a:pt x="74123" y="181305"/>
                </a:cubicBezTo>
                <a:lnTo>
                  <a:pt x="74123" y="181305"/>
                </a:lnTo>
                <a:close/>
                <a:moveTo>
                  <a:pt x="261987" y="287279"/>
                </a:moveTo>
                <a:cubicBezTo>
                  <a:pt x="261987" y="291109"/>
                  <a:pt x="259431" y="293663"/>
                  <a:pt x="255597" y="293663"/>
                </a:cubicBezTo>
                <a:lnTo>
                  <a:pt x="141857" y="293663"/>
                </a:lnTo>
                <a:cubicBezTo>
                  <a:pt x="138023" y="293663"/>
                  <a:pt x="135467" y="291109"/>
                  <a:pt x="135467" y="287279"/>
                </a:cubicBezTo>
                <a:lnTo>
                  <a:pt x="135467" y="218971"/>
                </a:lnTo>
                <a:cubicBezTo>
                  <a:pt x="135467" y="215140"/>
                  <a:pt x="138023" y="212587"/>
                  <a:pt x="141857" y="212587"/>
                </a:cubicBezTo>
                <a:cubicBezTo>
                  <a:pt x="145691" y="212587"/>
                  <a:pt x="148247" y="215140"/>
                  <a:pt x="148247" y="218971"/>
                </a:cubicBezTo>
                <a:lnTo>
                  <a:pt x="148247" y="280895"/>
                </a:lnTo>
                <a:lnTo>
                  <a:pt x="249847" y="280895"/>
                </a:lnTo>
                <a:lnTo>
                  <a:pt x="249847" y="81076"/>
                </a:lnTo>
                <a:lnTo>
                  <a:pt x="148247" y="81076"/>
                </a:lnTo>
                <a:lnTo>
                  <a:pt x="148247" y="143001"/>
                </a:lnTo>
                <a:cubicBezTo>
                  <a:pt x="148247" y="146832"/>
                  <a:pt x="145691" y="149385"/>
                  <a:pt x="141857" y="149385"/>
                </a:cubicBezTo>
                <a:cubicBezTo>
                  <a:pt x="138023" y="149385"/>
                  <a:pt x="135467" y="146832"/>
                  <a:pt x="135467" y="143001"/>
                </a:cubicBezTo>
                <a:lnTo>
                  <a:pt x="135467" y="74692"/>
                </a:lnTo>
                <a:cubicBezTo>
                  <a:pt x="135467" y="70862"/>
                  <a:pt x="138023" y="68308"/>
                  <a:pt x="141857" y="68308"/>
                </a:cubicBezTo>
                <a:lnTo>
                  <a:pt x="256237" y="68308"/>
                </a:lnTo>
                <a:cubicBezTo>
                  <a:pt x="260070" y="68308"/>
                  <a:pt x="262626" y="70862"/>
                  <a:pt x="262626" y="74692"/>
                </a:cubicBezTo>
                <a:lnTo>
                  <a:pt x="261987" y="287279"/>
                </a:lnTo>
                <a:close/>
              </a:path>
            </a:pathLst>
          </a:custGeom>
          <a:solidFill>
            <a:srgbClr val="0076A8"/>
          </a:solidFill>
          <a:ln w="6390" cap="flat">
            <a:noFill/>
            <a:prstDash val="solid"/>
            <a:miter/>
          </a:ln>
        </p:spPr>
        <p:txBody>
          <a:bodyPr rtlCol="0" anchor="ctr"/>
          <a:lstStyle/>
          <a:p>
            <a:endParaRPr lang="en-US"/>
          </a:p>
        </p:txBody>
      </p:sp>
      <p:grpSp>
        <p:nvGrpSpPr>
          <p:cNvPr id="1361" name="Graphic 4">
            <a:extLst>
              <a:ext uri="{FF2B5EF4-FFF2-40B4-BE49-F238E27FC236}">
                <a16:creationId xmlns:a16="http://schemas.microsoft.com/office/drawing/2014/main" id="{0288A3D9-2C6A-934A-AD02-DFFAE4D35649}"/>
              </a:ext>
            </a:extLst>
          </p:cNvPr>
          <p:cNvGrpSpPr>
            <a:grpSpLocks noChangeAspect="1"/>
          </p:cNvGrpSpPr>
          <p:nvPr/>
        </p:nvGrpSpPr>
        <p:grpSpPr>
          <a:xfrm>
            <a:off x="2559808" y="1402723"/>
            <a:ext cx="362313" cy="361971"/>
            <a:chOff x="2559808" y="1402723"/>
            <a:chExt cx="362313" cy="361971"/>
          </a:xfrm>
          <a:solidFill>
            <a:srgbClr val="0076A8"/>
          </a:solidFill>
        </p:grpSpPr>
        <p:sp>
          <p:nvSpPr>
            <p:cNvPr id="1362" name="Graphic 4">
              <a:extLst>
                <a:ext uri="{FF2B5EF4-FFF2-40B4-BE49-F238E27FC236}">
                  <a16:creationId xmlns:a16="http://schemas.microsoft.com/office/drawing/2014/main" id="{43DE550D-19F3-D747-901D-7577B201E115}"/>
                </a:ext>
              </a:extLst>
            </p:cNvPr>
            <p:cNvSpPr/>
            <p:nvPr/>
          </p:nvSpPr>
          <p:spPr>
            <a:xfrm>
              <a:off x="2559808" y="14027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362309 w 362313"/>
                <a:gd name="connsiteY4" fmla="*/ 181305 h 361971"/>
                <a:gd name="connsiteX5" fmla="*/ 181474 w 362313"/>
                <a:gd name="connsiteY5" fmla="*/ 0 h 361971"/>
                <a:gd name="connsiteX6" fmla="*/ 181474 w 362313"/>
                <a:gd name="connsiteY6" fmla="*/ 348565 h 361971"/>
                <a:gd name="connsiteX7" fmla="*/ 12780 w 362313"/>
                <a:gd name="connsiteY7" fmla="*/ 180667 h 361971"/>
                <a:gd name="connsiteX8" fmla="*/ 181474 w 362313"/>
                <a:gd name="connsiteY8" fmla="*/ 12130 h 361971"/>
                <a:gd name="connsiteX9" fmla="*/ 350168 w 362313"/>
                <a:gd name="connsiteY9" fmla="*/ 180028 h 361971"/>
                <a:gd name="connsiteX10" fmla="*/ 350168 w 362313"/>
                <a:gd name="connsiteY10" fmla="*/ 180028 h 361971"/>
                <a:gd name="connsiteX11" fmla="*/ 181474 w 362313"/>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0438"/>
                    <a:pt x="281796" y="0"/>
                    <a:pt x="181474" y="0"/>
                  </a:cubicBezTo>
                  <a:close/>
                  <a:moveTo>
                    <a:pt x="181474" y="348565"/>
                  </a:moveTo>
                  <a:cubicBezTo>
                    <a:pt x="88181" y="348565"/>
                    <a:pt x="12780" y="273234"/>
                    <a:pt x="12780" y="180667"/>
                  </a:cubicBezTo>
                  <a:cubicBezTo>
                    <a:pt x="12780" y="88099"/>
                    <a:pt x="88820" y="12130"/>
                    <a:pt x="181474" y="12130"/>
                  </a:cubicBezTo>
                  <a:cubicBezTo>
                    <a:pt x="274128" y="12130"/>
                    <a:pt x="350168" y="87461"/>
                    <a:pt x="350168" y="180028"/>
                  </a:cubicBezTo>
                  <a:cubicBezTo>
                    <a:pt x="350168" y="180028"/>
                    <a:pt x="350168" y="180028"/>
                    <a:pt x="350168" y="180028"/>
                  </a:cubicBezTo>
                  <a:cubicBezTo>
                    <a:pt x="350168" y="273234"/>
                    <a:pt x="274767" y="348565"/>
                    <a:pt x="181474" y="348565"/>
                  </a:cubicBezTo>
                  <a:close/>
                </a:path>
              </a:pathLst>
            </a:custGeom>
            <a:solidFill>
              <a:srgbClr val="0076A8"/>
            </a:solidFill>
            <a:ln w="6390" cap="flat">
              <a:noFill/>
              <a:prstDash val="solid"/>
              <a:miter/>
            </a:ln>
          </p:spPr>
          <p:txBody>
            <a:bodyPr rtlCol="0" anchor="ctr"/>
            <a:lstStyle/>
            <a:p>
              <a:endParaRPr lang="en-US"/>
            </a:p>
          </p:txBody>
        </p:sp>
        <p:sp>
          <p:nvSpPr>
            <p:cNvPr id="1363" name="Graphic 4">
              <a:extLst>
                <a:ext uri="{FF2B5EF4-FFF2-40B4-BE49-F238E27FC236}">
                  <a16:creationId xmlns:a16="http://schemas.microsoft.com/office/drawing/2014/main" id="{9A50B8F1-D51D-9141-88CF-298CDF38A73D}"/>
                </a:ext>
              </a:extLst>
            </p:cNvPr>
            <p:cNvSpPr/>
            <p:nvPr/>
          </p:nvSpPr>
          <p:spPr>
            <a:xfrm>
              <a:off x="2633293" y="1490184"/>
              <a:ext cx="215979" cy="186412"/>
            </a:xfrm>
            <a:custGeom>
              <a:avLst/>
              <a:gdLst>
                <a:gd name="connsiteX0" fmla="*/ 209590 w 215979"/>
                <a:gd name="connsiteY0" fmla="*/ 123211 h 186412"/>
                <a:gd name="connsiteX1" fmla="*/ 200644 w 215979"/>
                <a:gd name="connsiteY1" fmla="*/ 123211 h 186412"/>
                <a:gd name="connsiteX2" fmla="*/ 129077 w 215979"/>
                <a:gd name="connsiteY2" fmla="*/ 45965 h 186412"/>
                <a:gd name="connsiteX3" fmla="*/ 129077 w 215979"/>
                <a:gd name="connsiteY3" fmla="*/ 21067 h 186412"/>
                <a:gd name="connsiteX4" fmla="*/ 122687 w 215979"/>
                <a:gd name="connsiteY4" fmla="*/ 14683 h 186412"/>
                <a:gd name="connsiteX5" fmla="*/ 114380 w 215979"/>
                <a:gd name="connsiteY5" fmla="*/ 14683 h 186412"/>
                <a:gd name="connsiteX6" fmla="*/ 114380 w 215979"/>
                <a:gd name="connsiteY6" fmla="*/ 6384 h 186412"/>
                <a:gd name="connsiteX7" fmla="*/ 107990 w 215979"/>
                <a:gd name="connsiteY7" fmla="*/ 0 h 186412"/>
                <a:gd name="connsiteX8" fmla="*/ 101600 w 215979"/>
                <a:gd name="connsiteY8" fmla="*/ 6384 h 186412"/>
                <a:gd name="connsiteX9" fmla="*/ 101600 w 215979"/>
                <a:gd name="connsiteY9" fmla="*/ 14683 h 186412"/>
                <a:gd name="connsiteX10" fmla="*/ 93293 w 215979"/>
                <a:gd name="connsiteY10" fmla="*/ 14683 h 186412"/>
                <a:gd name="connsiteX11" fmla="*/ 86903 w 215979"/>
                <a:gd name="connsiteY11" fmla="*/ 21067 h 186412"/>
                <a:gd name="connsiteX12" fmla="*/ 86903 w 215979"/>
                <a:gd name="connsiteY12" fmla="*/ 45965 h 186412"/>
                <a:gd name="connsiteX13" fmla="*/ 15336 w 215979"/>
                <a:gd name="connsiteY13" fmla="*/ 123211 h 186412"/>
                <a:gd name="connsiteX14" fmla="*/ 6390 w 215979"/>
                <a:gd name="connsiteY14" fmla="*/ 123211 h 186412"/>
                <a:gd name="connsiteX15" fmla="*/ 0 w 215979"/>
                <a:gd name="connsiteY15" fmla="*/ 129595 h 186412"/>
                <a:gd name="connsiteX16" fmla="*/ 0 w 215979"/>
                <a:gd name="connsiteY16" fmla="*/ 180028 h 186412"/>
                <a:gd name="connsiteX17" fmla="*/ 6390 w 215979"/>
                <a:gd name="connsiteY17" fmla="*/ 186412 h 186412"/>
                <a:gd name="connsiteX18" fmla="*/ 12780 w 215979"/>
                <a:gd name="connsiteY18" fmla="*/ 180028 h 186412"/>
                <a:gd name="connsiteX19" fmla="*/ 12780 w 215979"/>
                <a:gd name="connsiteY19" fmla="*/ 135979 h 186412"/>
                <a:gd name="connsiteX20" fmla="*/ 203200 w 215979"/>
                <a:gd name="connsiteY20" fmla="*/ 135979 h 186412"/>
                <a:gd name="connsiteX21" fmla="*/ 203200 w 215979"/>
                <a:gd name="connsiteY21" fmla="*/ 180028 h 186412"/>
                <a:gd name="connsiteX22" fmla="*/ 209590 w 215979"/>
                <a:gd name="connsiteY22" fmla="*/ 186412 h 186412"/>
                <a:gd name="connsiteX23" fmla="*/ 215980 w 215979"/>
                <a:gd name="connsiteY23" fmla="*/ 180028 h 186412"/>
                <a:gd name="connsiteX24" fmla="*/ 215980 w 215979"/>
                <a:gd name="connsiteY24" fmla="*/ 129595 h 186412"/>
                <a:gd name="connsiteX25" fmla="*/ 209590 w 215979"/>
                <a:gd name="connsiteY25" fmla="*/ 123211 h 186412"/>
                <a:gd name="connsiteX26" fmla="*/ 116297 w 215979"/>
                <a:gd name="connsiteY26" fmla="*/ 27451 h 186412"/>
                <a:gd name="connsiteX27" fmla="*/ 116297 w 215979"/>
                <a:gd name="connsiteY27" fmla="*/ 44049 h 186412"/>
                <a:gd name="connsiteX28" fmla="*/ 113102 w 215979"/>
                <a:gd name="connsiteY28" fmla="*/ 44049 h 186412"/>
                <a:gd name="connsiteX29" fmla="*/ 108629 w 215979"/>
                <a:gd name="connsiteY29" fmla="*/ 44049 h 186412"/>
                <a:gd name="connsiteX30" fmla="*/ 106712 w 215979"/>
                <a:gd name="connsiteY30" fmla="*/ 44049 h 186412"/>
                <a:gd name="connsiteX31" fmla="*/ 102239 w 215979"/>
                <a:gd name="connsiteY31" fmla="*/ 44049 h 186412"/>
                <a:gd name="connsiteX32" fmla="*/ 99044 w 215979"/>
                <a:gd name="connsiteY32" fmla="*/ 44049 h 186412"/>
                <a:gd name="connsiteX33" fmla="*/ 99044 w 215979"/>
                <a:gd name="connsiteY33" fmla="*/ 27451 h 186412"/>
                <a:gd name="connsiteX34" fmla="*/ 116297 w 215979"/>
                <a:gd name="connsiteY34" fmla="*/ 27451 h 186412"/>
                <a:gd name="connsiteX35" fmla="*/ 28755 w 215979"/>
                <a:gd name="connsiteY35" fmla="*/ 123211 h 186412"/>
                <a:gd name="connsiteX36" fmla="*/ 94571 w 215979"/>
                <a:gd name="connsiteY36" fmla="*/ 57456 h 186412"/>
                <a:gd name="connsiteX37" fmla="*/ 99683 w 215979"/>
                <a:gd name="connsiteY37" fmla="*/ 56817 h 186412"/>
                <a:gd name="connsiteX38" fmla="*/ 103517 w 215979"/>
                <a:gd name="connsiteY38" fmla="*/ 56179 h 186412"/>
                <a:gd name="connsiteX39" fmla="*/ 107351 w 215979"/>
                <a:gd name="connsiteY39" fmla="*/ 56179 h 186412"/>
                <a:gd name="connsiteX40" fmla="*/ 107990 w 215979"/>
                <a:gd name="connsiteY40" fmla="*/ 56179 h 186412"/>
                <a:gd name="connsiteX41" fmla="*/ 111824 w 215979"/>
                <a:gd name="connsiteY41" fmla="*/ 56179 h 186412"/>
                <a:gd name="connsiteX42" fmla="*/ 115658 w 215979"/>
                <a:gd name="connsiteY42" fmla="*/ 56817 h 186412"/>
                <a:gd name="connsiteX43" fmla="*/ 120770 w 215979"/>
                <a:gd name="connsiteY43" fmla="*/ 57456 h 186412"/>
                <a:gd name="connsiteX44" fmla="*/ 186586 w 215979"/>
                <a:gd name="connsiteY44" fmla="*/ 123211 h 186412"/>
                <a:gd name="connsiteX45" fmla="*/ 28755 w 215979"/>
                <a:gd name="connsiteY45" fmla="*/ 123211 h 18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5979" h="186412">
                  <a:moveTo>
                    <a:pt x="209590" y="123211"/>
                  </a:moveTo>
                  <a:lnTo>
                    <a:pt x="200644" y="123211"/>
                  </a:lnTo>
                  <a:cubicBezTo>
                    <a:pt x="194893" y="85545"/>
                    <a:pt x="166777" y="54902"/>
                    <a:pt x="129077" y="45965"/>
                  </a:cubicBezTo>
                  <a:lnTo>
                    <a:pt x="129077" y="21067"/>
                  </a:lnTo>
                  <a:cubicBezTo>
                    <a:pt x="129077" y="17237"/>
                    <a:pt x="126521" y="14683"/>
                    <a:pt x="122687" y="14683"/>
                  </a:cubicBezTo>
                  <a:lnTo>
                    <a:pt x="114380" y="14683"/>
                  </a:lnTo>
                  <a:lnTo>
                    <a:pt x="114380" y="6384"/>
                  </a:lnTo>
                  <a:cubicBezTo>
                    <a:pt x="114380" y="2554"/>
                    <a:pt x="111824" y="0"/>
                    <a:pt x="107990" y="0"/>
                  </a:cubicBezTo>
                  <a:cubicBezTo>
                    <a:pt x="104156" y="0"/>
                    <a:pt x="101600" y="2554"/>
                    <a:pt x="101600" y="6384"/>
                  </a:cubicBezTo>
                  <a:lnTo>
                    <a:pt x="101600" y="14683"/>
                  </a:lnTo>
                  <a:lnTo>
                    <a:pt x="93293" y="14683"/>
                  </a:lnTo>
                  <a:cubicBezTo>
                    <a:pt x="89459" y="14683"/>
                    <a:pt x="86903" y="17237"/>
                    <a:pt x="86903" y="21067"/>
                  </a:cubicBezTo>
                  <a:lnTo>
                    <a:pt x="86903" y="45965"/>
                  </a:lnTo>
                  <a:cubicBezTo>
                    <a:pt x="49202" y="54264"/>
                    <a:pt x="21087" y="84907"/>
                    <a:pt x="15336" y="123211"/>
                  </a:cubicBezTo>
                  <a:lnTo>
                    <a:pt x="6390" y="123211"/>
                  </a:lnTo>
                  <a:cubicBezTo>
                    <a:pt x="2556" y="123211"/>
                    <a:pt x="0" y="125764"/>
                    <a:pt x="0" y="129595"/>
                  </a:cubicBezTo>
                  <a:lnTo>
                    <a:pt x="0" y="180028"/>
                  </a:lnTo>
                  <a:cubicBezTo>
                    <a:pt x="0" y="183859"/>
                    <a:pt x="2556" y="186412"/>
                    <a:pt x="6390" y="186412"/>
                  </a:cubicBezTo>
                  <a:cubicBezTo>
                    <a:pt x="10224" y="186412"/>
                    <a:pt x="12780" y="183859"/>
                    <a:pt x="12780" y="180028"/>
                  </a:cubicBezTo>
                  <a:lnTo>
                    <a:pt x="12780" y="135979"/>
                  </a:lnTo>
                  <a:lnTo>
                    <a:pt x="203200" y="135979"/>
                  </a:lnTo>
                  <a:lnTo>
                    <a:pt x="203200" y="180028"/>
                  </a:lnTo>
                  <a:cubicBezTo>
                    <a:pt x="203200" y="183859"/>
                    <a:pt x="205756" y="186412"/>
                    <a:pt x="209590" y="186412"/>
                  </a:cubicBezTo>
                  <a:cubicBezTo>
                    <a:pt x="213424" y="186412"/>
                    <a:pt x="215980" y="183859"/>
                    <a:pt x="215980" y="180028"/>
                  </a:cubicBezTo>
                  <a:lnTo>
                    <a:pt x="215980" y="129595"/>
                  </a:lnTo>
                  <a:cubicBezTo>
                    <a:pt x="215980" y="125764"/>
                    <a:pt x="213424" y="123211"/>
                    <a:pt x="209590" y="123211"/>
                  </a:cubicBezTo>
                  <a:close/>
                  <a:moveTo>
                    <a:pt x="116297" y="27451"/>
                  </a:moveTo>
                  <a:lnTo>
                    <a:pt x="116297" y="44049"/>
                  </a:lnTo>
                  <a:lnTo>
                    <a:pt x="113102" y="44049"/>
                  </a:lnTo>
                  <a:lnTo>
                    <a:pt x="108629" y="44049"/>
                  </a:lnTo>
                  <a:lnTo>
                    <a:pt x="106712" y="44049"/>
                  </a:lnTo>
                  <a:cubicBezTo>
                    <a:pt x="105434" y="44049"/>
                    <a:pt x="103517" y="44049"/>
                    <a:pt x="102239" y="44049"/>
                  </a:cubicBezTo>
                  <a:lnTo>
                    <a:pt x="99044" y="44049"/>
                  </a:lnTo>
                  <a:lnTo>
                    <a:pt x="99044" y="27451"/>
                  </a:lnTo>
                  <a:lnTo>
                    <a:pt x="116297" y="27451"/>
                  </a:lnTo>
                  <a:close/>
                  <a:moveTo>
                    <a:pt x="28755" y="123211"/>
                  </a:moveTo>
                  <a:cubicBezTo>
                    <a:pt x="34506" y="89376"/>
                    <a:pt x="60704" y="63201"/>
                    <a:pt x="94571" y="57456"/>
                  </a:cubicBezTo>
                  <a:lnTo>
                    <a:pt x="99683" y="56817"/>
                  </a:lnTo>
                  <a:lnTo>
                    <a:pt x="103517" y="56179"/>
                  </a:lnTo>
                  <a:lnTo>
                    <a:pt x="107351" y="56179"/>
                  </a:lnTo>
                  <a:lnTo>
                    <a:pt x="107990" y="56179"/>
                  </a:lnTo>
                  <a:cubicBezTo>
                    <a:pt x="109268" y="56179"/>
                    <a:pt x="110546" y="56179"/>
                    <a:pt x="111824" y="56179"/>
                  </a:cubicBezTo>
                  <a:lnTo>
                    <a:pt x="115658" y="56817"/>
                  </a:lnTo>
                  <a:lnTo>
                    <a:pt x="120770" y="57456"/>
                  </a:lnTo>
                  <a:cubicBezTo>
                    <a:pt x="154636" y="63201"/>
                    <a:pt x="180835" y="89376"/>
                    <a:pt x="186586" y="123211"/>
                  </a:cubicBezTo>
                  <a:lnTo>
                    <a:pt x="28755" y="123211"/>
                  </a:lnTo>
                  <a:close/>
                </a:path>
              </a:pathLst>
            </a:custGeom>
            <a:solidFill>
              <a:srgbClr val="0076A8"/>
            </a:solidFill>
            <a:ln w="6390" cap="flat">
              <a:noFill/>
              <a:prstDash val="solid"/>
              <a:miter/>
            </a:ln>
          </p:spPr>
          <p:txBody>
            <a:bodyPr rtlCol="0" anchor="ctr"/>
            <a:lstStyle/>
            <a:p>
              <a:endParaRPr lang="en-US"/>
            </a:p>
          </p:txBody>
        </p:sp>
        <p:sp>
          <p:nvSpPr>
            <p:cNvPr id="1364" name="Graphic 4">
              <a:extLst>
                <a:ext uri="{FF2B5EF4-FFF2-40B4-BE49-F238E27FC236}">
                  <a16:creationId xmlns:a16="http://schemas.microsoft.com/office/drawing/2014/main" id="{B7C9E4CE-0B28-6942-BC30-B8D9140E98A5}"/>
                </a:ext>
              </a:extLst>
            </p:cNvPr>
            <p:cNvSpPr/>
            <p:nvPr/>
          </p:nvSpPr>
          <p:spPr>
            <a:xfrm>
              <a:off x="2691441" y="1642122"/>
              <a:ext cx="12779" cy="34473"/>
            </a:xfrm>
            <a:custGeom>
              <a:avLst/>
              <a:gdLst>
                <a:gd name="connsiteX0" fmla="*/ 6390 w 12779"/>
                <a:gd name="connsiteY0" fmla="*/ 0 h 34473"/>
                <a:gd name="connsiteX1" fmla="*/ 0 w 12779"/>
                <a:gd name="connsiteY1" fmla="*/ 6384 h 34473"/>
                <a:gd name="connsiteX2" fmla="*/ 0 w 12779"/>
                <a:gd name="connsiteY2" fmla="*/ 28089 h 34473"/>
                <a:gd name="connsiteX3" fmla="*/ 6390 w 12779"/>
                <a:gd name="connsiteY3" fmla="*/ 34473 h 34473"/>
                <a:gd name="connsiteX4" fmla="*/ 12780 w 12779"/>
                <a:gd name="connsiteY4" fmla="*/ 28089 h 34473"/>
                <a:gd name="connsiteX5" fmla="*/ 12780 w 12779"/>
                <a:gd name="connsiteY5" fmla="*/ 6384 h 34473"/>
                <a:gd name="connsiteX6" fmla="*/ 6390 w 12779"/>
                <a:gd name="connsiteY6" fmla="*/ 0 h 3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34473">
                  <a:moveTo>
                    <a:pt x="6390" y="0"/>
                  </a:moveTo>
                  <a:cubicBezTo>
                    <a:pt x="2556" y="0"/>
                    <a:pt x="0" y="2554"/>
                    <a:pt x="0" y="6384"/>
                  </a:cubicBezTo>
                  <a:lnTo>
                    <a:pt x="0" y="28089"/>
                  </a:lnTo>
                  <a:cubicBezTo>
                    <a:pt x="0" y="31920"/>
                    <a:pt x="2556" y="34473"/>
                    <a:pt x="6390" y="34473"/>
                  </a:cubicBezTo>
                  <a:cubicBezTo>
                    <a:pt x="10224" y="34473"/>
                    <a:pt x="12780" y="31920"/>
                    <a:pt x="12780" y="28089"/>
                  </a:cubicBezTo>
                  <a:lnTo>
                    <a:pt x="12780" y="6384"/>
                  </a:lnTo>
                  <a:cubicBezTo>
                    <a:pt x="12780" y="2554"/>
                    <a:pt x="10224" y="0"/>
                    <a:pt x="6390" y="0"/>
                  </a:cubicBezTo>
                  <a:close/>
                </a:path>
              </a:pathLst>
            </a:custGeom>
            <a:solidFill>
              <a:srgbClr val="0076A8"/>
            </a:solidFill>
            <a:ln w="6390" cap="flat">
              <a:noFill/>
              <a:prstDash val="solid"/>
              <a:miter/>
            </a:ln>
          </p:spPr>
          <p:txBody>
            <a:bodyPr rtlCol="0" anchor="ctr"/>
            <a:lstStyle/>
            <a:p>
              <a:endParaRPr lang="en-US"/>
            </a:p>
          </p:txBody>
        </p:sp>
        <p:sp>
          <p:nvSpPr>
            <p:cNvPr id="1365" name="Graphic 4">
              <a:extLst>
                <a:ext uri="{FF2B5EF4-FFF2-40B4-BE49-F238E27FC236}">
                  <a16:creationId xmlns:a16="http://schemas.microsoft.com/office/drawing/2014/main" id="{0030A3AC-9E9E-5E4A-8E95-5438F88AFDFB}"/>
                </a:ext>
              </a:extLst>
            </p:cNvPr>
            <p:cNvSpPr/>
            <p:nvPr/>
          </p:nvSpPr>
          <p:spPr>
            <a:xfrm>
              <a:off x="2662686" y="1642122"/>
              <a:ext cx="12779" cy="34473"/>
            </a:xfrm>
            <a:custGeom>
              <a:avLst/>
              <a:gdLst>
                <a:gd name="connsiteX0" fmla="*/ 6390 w 12779"/>
                <a:gd name="connsiteY0" fmla="*/ 0 h 34473"/>
                <a:gd name="connsiteX1" fmla="*/ 0 w 12779"/>
                <a:gd name="connsiteY1" fmla="*/ 6384 h 34473"/>
                <a:gd name="connsiteX2" fmla="*/ 0 w 12779"/>
                <a:gd name="connsiteY2" fmla="*/ 28089 h 34473"/>
                <a:gd name="connsiteX3" fmla="*/ 6390 w 12779"/>
                <a:gd name="connsiteY3" fmla="*/ 34473 h 34473"/>
                <a:gd name="connsiteX4" fmla="*/ 12780 w 12779"/>
                <a:gd name="connsiteY4" fmla="*/ 28089 h 34473"/>
                <a:gd name="connsiteX5" fmla="*/ 12780 w 12779"/>
                <a:gd name="connsiteY5" fmla="*/ 6384 h 34473"/>
                <a:gd name="connsiteX6" fmla="*/ 6390 w 12779"/>
                <a:gd name="connsiteY6" fmla="*/ 0 h 3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34473">
                  <a:moveTo>
                    <a:pt x="6390" y="0"/>
                  </a:moveTo>
                  <a:cubicBezTo>
                    <a:pt x="2556" y="0"/>
                    <a:pt x="0" y="2554"/>
                    <a:pt x="0" y="6384"/>
                  </a:cubicBezTo>
                  <a:lnTo>
                    <a:pt x="0" y="28089"/>
                  </a:lnTo>
                  <a:cubicBezTo>
                    <a:pt x="0" y="31920"/>
                    <a:pt x="2556" y="34473"/>
                    <a:pt x="6390" y="34473"/>
                  </a:cubicBezTo>
                  <a:cubicBezTo>
                    <a:pt x="10224" y="34473"/>
                    <a:pt x="12780" y="31920"/>
                    <a:pt x="12780" y="28089"/>
                  </a:cubicBezTo>
                  <a:lnTo>
                    <a:pt x="12780" y="6384"/>
                  </a:lnTo>
                  <a:cubicBezTo>
                    <a:pt x="12780" y="2554"/>
                    <a:pt x="10224" y="0"/>
                    <a:pt x="6390" y="0"/>
                  </a:cubicBezTo>
                  <a:close/>
                </a:path>
              </a:pathLst>
            </a:custGeom>
            <a:solidFill>
              <a:srgbClr val="0076A8"/>
            </a:solidFill>
            <a:ln w="6390" cap="flat">
              <a:noFill/>
              <a:prstDash val="solid"/>
              <a:miter/>
            </a:ln>
          </p:spPr>
          <p:txBody>
            <a:bodyPr rtlCol="0" anchor="ctr"/>
            <a:lstStyle/>
            <a:p>
              <a:endParaRPr lang="en-US"/>
            </a:p>
          </p:txBody>
        </p:sp>
        <p:sp>
          <p:nvSpPr>
            <p:cNvPr id="1366" name="Graphic 4">
              <a:extLst>
                <a:ext uri="{FF2B5EF4-FFF2-40B4-BE49-F238E27FC236}">
                  <a16:creationId xmlns:a16="http://schemas.microsoft.com/office/drawing/2014/main" id="{682B041B-185D-9046-9493-9FF5A097D605}"/>
                </a:ext>
              </a:extLst>
            </p:cNvPr>
            <p:cNvSpPr/>
            <p:nvPr/>
          </p:nvSpPr>
          <p:spPr>
            <a:xfrm>
              <a:off x="2749589" y="1642122"/>
              <a:ext cx="12779" cy="34473"/>
            </a:xfrm>
            <a:custGeom>
              <a:avLst/>
              <a:gdLst>
                <a:gd name="connsiteX0" fmla="*/ 6390 w 12779"/>
                <a:gd name="connsiteY0" fmla="*/ 0 h 34473"/>
                <a:gd name="connsiteX1" fmla="*/ 0 w 12779"/>
                <a:gd name="connsiteY1" fmla="*/ 6384 h 34473"/>
                <a:gd name="connsiteX2" fmla="*/ 0 w 12779"/>
                <a:gd name="connsiteY2" fmla="*/ 28089 h 34473"/>
                <a:gd name="connsiteX3" fmla="*/ 6390 w 12779"/>
                <a:gd name="connsiteY3" fmla="*/ 34473 h 34473"/>
                <a:gd name="connsiteX4" fmla="*/ 12780 w 12779"/>
                <a:gd name="connsiteY4" fmla="*/ 28089 h 34473"/>
                <a:gd name="connsiteX5" fmla="*/ 12780 w 12779"/>
                <a:gd name="connsiteY5" fmla="*/ 6384 h 34473"/>
                <a:gd name="connsiteX6" fmla="*/ 6390 w 12779"/>
                <a:gd name="connsiteY6" fmla="*/ 0 h 3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34473">
                  <a:moveTo>
                    <a:pt x="6390" y="0"/>
                  </a:moveTo>
                  <a:cubicBezTo>
                    <a:pt x="2556" y="0"/>
                    <a:pt x="0" y="2554"/>
                    <a:pt x="0" y="6384"/>
                  </a:cubicBezTo>
                  <a:lnTo>
                    <a:pt x="0" y="28089"/>
                  </a:lnTo>
                  <a:cubicBezTo>
                    <a:pt x="0" y="31920"/>
                    <a:pt x="2556" y="34473"/>
                    <a:pt x="6390" y="34473"/>
                  </a:cubicBezTo>
                  <a:cubicBezTo>
                    <a:pt x="10224" y="34473"/>
                    <a:pt x="12780" y="31920"/>
                    <a:pt x="12780" y="28089"/>
                  </a:cubicBezTo>
                  <a:lnTo>
                    <a:pt x="12780" y="6384"/>
                  </a:lnTo>
                  <a:cubicBezTo>
                    <a:pt x="12780" y="2554"/>
                    <a:pt x="10224" y="0"/>
                    <a:pt x="6390" y="0"/>
                  </a:cubicBezTo>
                  <a:close/>
                </a:path>
              </a:pathLst>
            </a:custGeom>
            <a:solidFill>
              <a:srgbClr val="0076A8"/>
            </a:solidFill>
            <a:ln w="6390" cap="flat">
              <a:noFill/>
              <a:prstDash val="solid"/>
              <a:miter/>
            </a:ln>
          </p:spPr>
          <p:txBody>
            <a:bodyPr rtlCol="0" anchor="ctr"/>
            <a:lstStyle/>
            <a:p>
              <a:endParaRPr lang="en-US"/>
            </a:p>
          </p:txBody>
        </p:sp>
        <p:sp>
          <p:nvSpPr>
            <p:cNvPr id="1367" name="Graphic 4">
              <a:extLst>
                <a:ext uri="{FF2B5EF4-FFF2-40B4-BE49-F238E27FC236}">
                  <a16:creationId xmlns:a16="http://schemas.microsoft.com/office/drawing/2014/main" id="{6ADBE7CD-60A7-1947-B171-7E7F2C523265}"/>
                </a:ext>
              </a:extLst>
            </p:cNvPr>
            <p:cNvSpPr/>
            <p:nvPr/>
          </p:nvSpPr>
          <p:spPr>
            <a:xfrm>
              <a:off x="2720835" y="1642122"/>
              <a:ext cx="12779" cy="34473"/>
            </a:xfrm>
            <a:custGeom>
              <a:avLst/>
              <a:gdLst>
                <a:gd name="connsiteX0" fmla="*/ 6390 w 12779"/>
                <a:gd name="connsiteY0" fmla="*/ 0 h 34473"/>
                <a:gd name="connsiteX1" fmla="*/ 0 w 12779"/>
                <a:gd name="connsiteY1" fmla="*/ 6384 h 34473"/>
                <a:gd name="connsiteX2" fmla="*/ 0 w 12779"/>
                <a:gd name="connsiteY2" fmla="*/ 28089 h 34473"/>
                <a:gd name="connsiteX3" fmla="*/ 6390 w 12779"/>
                <a:gd name="connsiteY3" fmla="*/ 34473 h 34473"/>
                <a:gd name="connsiteX4" fmla="*/ 12780 w 12779"/>
                <a:gd name="connsiteY4" fmla="*/ 28089 h 34473"/>
                <a:gd name="connsiteX5" fmla="*/ 12780 w 12779"/>
                <a:gd name="connsiteY5" fmla="*/ 6384 h 34473"/>
                <a:gd name="connsiteX6" fmla="*/ 6390 w 12779"/>
                <a:gd name="connsiteY6" fmla="*/ 0 h 3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34473">
                  <a:moveTo>
                    <a:pt x="6390" y="0"/>
                  </a:moveTo>
                  <a:cubicBezTo>
                    <a:pt x="2556" y="0"/>
                    <a:pt x="0" y="2554"/>
                    <a:pt x="0" y="6384"/>
                  </a:cubicBezTo>
                  <a:lnTo>
                    <a:pt x="0" y="28089"/>
                  </a:lnTo>
                  <a:cubicBezTo>
                    <a:pt x="0" y="31920"/>
                    <a:pt x="2556" y="34473"/>
                    <a:pt x="6390" y="34473"/>
                  </a:cubicBezTo>
                  <a:cubicBezTo>
                    <a:pt x="10224" y="34473"/>
                    <a:pt x="12780" y="31920"/>
                    <a:pt x="12780" y="28089"/>
                  </a:cubicBezTo>
                  <a:lnTo>
                    <a:pt x="12780" y="6384"/>
                  </a:lnTo>
                  <a:cubicBezTo>
                    <a:pt x="12780" y="2554"/>
                    <a:pt x="9585" y="0"/>
                    <a:pt x="6390" y="0"/>
                  </a:cubicBezTo>
                  <a:close/>
                </a:path>
              </a:pathLst>
            </a:custGeom>
            <a:solidFill>
              <a:srgbClr val="0076A8"/>
            </a:solidFill>
            <a:ln w="6390" cap="flat">
              <a:noFill/>
              <a:prstDash val="solid"/>
              <a:miter/>
            </a:ln>
          </p:spPr>
          <p:txBody>
            <a:bodyPr rtlCol="0" anchor="ctr"/>
            <a:lstStyle/>
            <a:p>
              <a:endParaRPr lang="en-US"/>
            </a:p>
          </p:txBody>
        </p:sp>
        <p:sp>
          <p:nvSpPr>
            <p:cNvPr id="1368" name="Graphic 4">
              <a:extLst>
                <a:ext uri="{FF2B5EF4-FFF2-40B4-BE49-F238E27FC236}">
                  <a16:creationId xmlns:a16="http://schemas.microsoft.com/office/drawing/2014/main" id="{F97FB33A-5830-944C-B24F-1D078BC30463}"/>
                </a:ext>
              </a:extLst>
            </p:cNvPr>
            <p:cNvSpPr/>
            <p:nvPr/>
          </p:nvSpPr>
          <p:spPr>
            <a:xfrm>
              <a:off x="2807738" y="1642122"/>
              <a:ext cx="12779" cy="34473"/>
            </a:xfrm>
            <a:custGeom>
              <a:avLst/>
              <a:gdLst>
                <a:gd name="connsiteX0" fmla="*/ 6390 w 12779"/>
                <a:gd name="connsiteY0" fmla="*/ 0 h 34473"/>
                <a:gd name="connsiteX1" fmla="*/ 0 w 12779"/>
                <a:gd name="connsiteY1" fmla="*/ 6384 h 34473"/>
                <a:gd name="connsiteX2" fmla="*/ 0 w 12779"/>
                <a:gd name="connsiteY2" fmla="*/ 28089 h 34473"/>
                <a:gd name="connsiteX3" fmla="*/ 6390 w 12779"/>
                <a:gd name="connsiteY3" fmla="*/ 34473 h 34473"/>
                <a:gd name="connsiteX4" fmla="*/ 12780 w 12779"/>
                <a:gd name="connsiteY4" fmla="*/ 28089 h 34473"/>
                <a:gd name="connsiteX5" fmla="*/ 12780 w 12779"/>
                <a:gd name="connsiteY5" fmla="*/ 6384 h 34473"/>
                <a:gd name="connsiteX6" fmla="*/ 6390 w 12779"/>
                <a:gd name="connsiteY6" fmla="*/ 0 h 3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34473">
                  <a:moveTo>
                    <a:pt x="6390" y="0"/>
                  </a:moveTo>
                  <a:cubicBezTo>
                    <a:pt x="2556" y="0"/>
                    <a:pt x="0" y="2554"/>
                    <a:pt x="0" y="6384"/>
                  </a:cubicBezTo>
                  <a:lnTo>
                    <a:pt x="0" y="28089"/>
                  </a:lnTo>
                  <a:cubicBezTo>
                    <a:pt x="0" y="31920"/>
                    <a:pt x="2556" y="34473"/>
                    <a:pt x="6390" y="34473"/>
                  </a:cubicBezTo>
                  <a:cubicBezTo>
                    <a:pt x="10224" y="34473"/>
                    <a:pt x="12780" y="31920"/>
                    <a:pt x="12780" y="28089"/>
                  </a:cubicBezTo>
                  <a:lnTo>
                    <a:pt x="12780" y="6384"/>
                  </a:lnTo>
                  <a:cubicBezTo>
                    <a:pt x="12780" y="2554"/>
                    <a:pt x="9585" y="0"/>
                    <a:pt x="6390" y="0"/>
                  </a:cubicBezTo>
                  <a:close/>
                </a:path>
              </a:pathLst>
            </a:custGeom>
            <a:solidFill>
              <a:srgbClr val="0076A8"/>
            </a:solidFill>
            <a:ln w="6390" cap="flat">
              <a:noFill/>
              <a:prstDash val="solid"/>
              <a:miter/>
            </a:ln>
          </p:spPr>
          <p:txBody>
            <a:bodyPr rtlCol="0" anchor="ctr"/>
            <a:lstStyle/>
            <a:p>
              <a:endParaRPr lang="en-US"/>
            </a:p>
          </p:txBody>
        </p:sp>
        <p:sp>
          <p:nvSpPr>
            <p:cNvPr id="1369" name="Graphic 4">
              <a:extLst>
                <a:ext uri="{FF2B5EF4-FFF2-40B4-BE49-F238E27FC236}">
                  <a16:creationId xmlns:a16="http://schemas.microsoft.com/office/drawing/2014/main" id="{929F6224-3234-5048-9237-358734CE0327}"/>
                </a:ext>
              </a:extLst>
            </p:cNvPr>
            <p:cNvSpPr/>
            <p:nvPr/>
          </p:nvSpPr>
          <p:spPr>
            <a:xfrm>
              <a:off x="2778983" y="1642122"/>
              <a:ext cx="12779" cy="34473"/>
            </a:xfrm>
            <a:custGeom>
              <a:avLst/>
              <a:gdLst>
                <a:gd name="connsiteX0" fmla="*/ 6390 w 12779"/>
                <a:gd name="connsiteY0" fmla="*/ 0 h 34473"/>
                <a:gd name="connsiteX1" fmla="*/ 0 w 12779"/>
                <a:gd name="connsiteY1" fmla="*/ 6384 h 34473"/>
                <a:gd name="connsiteX2" fmla="*/ 0 w 12779"/>
                <a:gd name="connsiteY2" fmla="*/ 28089 h 34473"/>
                <a:gd name="connsiteX3" fmla="*/ 6390 w 12779"/>
                <a:gd name="connsiteY3" fmla="*/ 34473 h 34473"/>
                <a:gd name="connsiteX4" fmla="*/ 12780 w 12779"/>
                <a:gd name="connsiteY4" fmla="*/ 28089 h 34473"/>
                <a:gd name="connsiteX5" fmla="*/ 12780 w 12779"/>
                <a:gd name="connsiteY5" fmla="*/ 6384 h 34473"/>
                <a:gd name="connsiteX6" fmla="*/ 6390 w 12779"/>
                <a:gd name="connsiteY6" fmla="*/ 0 h 3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34473">
                  <a:moveTo>
                    <a:pt x="6390" y="0"/>
                  </a:moveTo>
                  <a:cubicBezTo>
                    <a:pt x="2556" y="0"/>
                    <a:pt x="0" y="2554"/>
                    <a:pt x="0" y="6384"/>
                  </a:cubicBezTo>
                  <a:lnTo>
                    <a:pt x="0" y="28089"/>
                  </a:lnTo>
                  <a:cubicBezTo>
                    <a:pt x="0" y="31920"/>
                    <a:pt x="2556" y="34473"/>
                    <a:pt x="6390" y="34473"/>
                  </a:cubicBezTo>
                  <a:cubicBezTo>
                    <a:pt x="10224" y="34473"/>
                    <a:pt x="12780" y="31920"/>
                    <a:pt x="12780" y="28089"/>
                  </a:cubicBezTo>
                  <a:lnTo>
                    <a:pt x="12780" y="6384"/>
                  </a:lnTo>
                  <a:cubicBezTo>
                    <a:pt x="12780" y="2554"/>
                    <a:pt x="9585" y="0"/>
                    <a:pt x="6390" y="0"/>
                  </a:cubicBezTo>
                  <a:close/>
                </a:path>
              </a:pathLst>
            </a:custGeom>
            <a:solidFill>
              <a:srgbClr val="0076A8"/>
            </a:solidFill>
            <a:ln w="6390" cap="flat">
              <a:noFill/>
              <a:prstDash val="solid"/>
              <a:miter/>
            </a:ln>
          </p:spPr>
          <p:txBody>
            <a:bodyPr rtlCol="0" anchor="ctr"/>
            <a:lstStyle/>
            <a:p>
              <a:endParaRPr lang="en-US"/>
            </a:p>
          </p:txBody>
        </p:sp>
      </p:grpSp>
      <p:grpSp>
        <p:nvGrpSpPr>
          <p:cNvPr id="1370" name="Graphic 4">
            <a:extLst>
              <a:ext uri="{FF2B5EF4-FFF2-40B4-BE49-F238E27FC236}">
                <a16:creationId xmlns:a16="http://schemas.microsoft.com/office/drawing/2014/main" id="{4C04B893-A6B6-C44F-8A7C-577F9B5142BD}"/>
              </a:ext>
            </a:extLst>
          </p:cNvPr>
          <p:cNvGrpSpPr>
            <a:grpSpLocks noChangeAspect="1"/>
          </p:cNvGrpSpPr>
          <p:nvPr/>
        </p:nvGrpSpPr>
        <p:grpSpPr>
          <a:xfrm>
            <a:off x="2559808" y="1885990"/>
            <a:ext cx="362313" cy="361971"/>
            <a:chOff x="2559808" y="1885990"/>
            <a:chExt cx="362313" cy="361971"/>
          </a:xfrm>
          <a:solidFill>
            <a:srgbClr val="0076A8"/>
          </a:solidFill>
        </p:grpSpPr>
        <p:sp>
          <p:nvSpPr>
            <p:cNvPr id="1371" name="Graphic 4">
              <a:extLst>
                <a:ext uri="{FF2B5EF4-FFF2-40B4-BE49-F238E27FC236}">
                  <a16:creationId xmlns:a16="http://schemas.microsoft.com/office/drawing/2014/main" id="{07F90541-D3C5-7049-85CC-5F429955FAA3}"/>
                </a:ext>
              </a:extLst>
            </p:cNvPr>
            <p:cNvSpPr/>
            <p:nvPr/>
          </p:nvSpPr>
          <p:spPr>
            <a:xfrm>
              <a:off x="2559808" y="1885990"/>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362309 w 362313"/>
                <a:gd name="connsiteY4" fmla="*/ 181305 h 361971"/>
                <a:gd name="connsiteX5" fmla="*/ 181474 w 362313"/>
                <a:gd name="connsiteY5" fmla="*/ 0 h 361971"/>
                <a:gd name="connsiteX6" fmla="*/ 181474 w 362313"/>
                <a:gd name="connsiteY6" fmla="*/ 348565 h 361971"/>
                <a:gd name="connsiteX7" fmla="*/ 12780 w 362313"/>
                <a:gd name="connsiteY7" fmla="*/ 180667 h 361971"/>
                <a:gd name="connsiteX8" fmla="*/ 180835 w 362313"/>
                <a:gd name="connsiteY8" fmla="*/ 12130 h 361971"/>
                <a:gd name="connsiteX9" fmla="*/ 349529 w 362313"/>
                <a:gd name="connsiteY9" fmla="*/ 180028 h 361971"/>
                <a:gd name="connsiteX10" fmla="*/ 349529 w 362313"/>
                <a:gd name="connsiteY10" fmla="*/ 180028 h 361971"/>
                <a:gd name="connsiteX11" fmla="*/ 181474 w 362313"/>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0438"/>
                    <a:pt x="281796" y="0"/>
                    <a:pt x="181474" y="0"/>
                  </a:cubicBezTo>
                  <a:close/>
                  <a:moveTo>
                    <a:pt x="181474" y="348565"/>
                  </a:moveTo>
                  <a:cubicBezTo>
                    <a:pt x="88181" y="348565"/>
                    <a:pt x="12780" y="273235"/>
                    <a:pt x="12780" y="180667"/>
                  </a:cubicBezTo>
                  <a:cubicBezTo>
                    <a:pt x="12780" y="87461"/>
                    <a:pt x="88181" y="12130"/>
                    <a:pt x="180835" y="12130"/>
                  </a:cubicBezTo>
                  <a:cubicBezTo>
                    <a:pt x="274128" y="12130"/>
                    <a:pt x="349529" y="87461"/>
                    <a:pt x="349529" y="180028"/>
                  </a:cubicBezTo>
                  <a:cubicBezTo>
                    <a:pt x="349529" y="180028"/>
                    <a:pt x="349529" y="180028"/>
                    <a:pt x="349529" y="180028"/>
                  </a:cubicBezTo>
                  <a:cubicBezTo>
                    <a:pt x="350168" y="273235"/>
                    <a:pt x="274767" y="348565"/>
                    <a:pt x="181474" y="348565"/>
                  </a:cubicBezTo>
                  <a:close/>
                </a:path>
              </a:pathLst>
            </a:custGeom>
            <a:solidFill>
              <a:srgbClr val="0076A8"/>
            </a:solidFill>
            <a:ln w="6390" cap="flat">
              <a:noFill/>
              <a:prstDash val="solid"/>
              <a:miter/>
            </a:ln>
          </p:spPr>
          <p:txBody>
            <a:bodyPr rtlCol="0" anchor="ctr"/>
            <a:lstStyle/>
            <a:p>
              <a:endParaRPr lang="en-US"/>
            </a:p>
          </p:txBody>
        </p:sp>
        <p:sp>
          <p:nvSpPr>
            <p:cNvPr id="1372" name="Graphic 4">
              <a:extLst>
                <a:ext uri="{FF2B5EF4-FFF2-40B4-BE49-F238E27FC236}">
                  <a16:creationId xmlns:a16="http://schemas.microsoft.com/office/drawing/2014/main" id="{0F7002E0-FD88-4B41-BA5D-C98732900EF0}"/>
                </a:ext>
              </a:extLst>
            </p:cNvPr>
            <p:cNvSpPr/>
            <p:nvPr/>
          </p:nvSpPr>
          <p:spPr>
            <a:xfrm>
              <a:off x="2642779" y="2129859"/>
              <a:ext cx="197867" cy="43411"/>
            </a:xfrm>
            <a:custGeom>
              <a:avLst/>
              <a:gdLst>
                <a:gd name="connsiteX0" fmla="*/ 181573 w 197867"/>
                <a:gd name="connsiteY0" fmla="*/ 3192 h 43411"/>
                <a:gd name="connsiteX1" fmla="*/ 175822 w 197867"/>
                <a:gd name="connsiteY1" fmla="*/ 0 h 43411"/>
                <a:gd name="connsiteX2" fmla="*/ 21825 w 197867"/>
                <a:gd name="connsiteY2" fmla="*/ 0 h 43411"/>
                <a:gd name="connsiteX3" fmla="*/ 16074 w 197867"/>
                <a:gd name="connsiteY3" fmla="*/ 3192 h 43411"/>
                <a:gd name="connsiteX4" fmla="*/ 738 w 197867"/>
                <a:gd name="connsiteY4" fmla="*/ 33835 h 43411"/>
                <a:gd name="connsiteX5" fmla="*/ 738 w 197867"/>
                <a:gd name="connsiteY5" fmla="*/ 40219 h 43411"/>
                <a:gd name="connsiteX6" fmla="*/ 6489 w 197867"/>
                <a:gd name="connsiteY6" fmla="*/ 43411 h 43411"/>
                <a:gd name="connsiteX7" fmla="*/ 191158 w 197867"/>
                <a:gd name="connsiteY7" fmla="*/ 43411 h 43411"/>
                <a:gd name="connsiteX8" fmla="*/ 196909 w 197867"/>
                <a:gd name="connsiteY8" fmla="*/ 40219 h 43411"/>
                <a:gd name="connsiteX9" fmla="*/ 196909 w 197867"/>
                <a:gd name="connsiteY9" fmla="*/ 33835 h 43411"/>
                <a:gd name="connsiteX10" fmla="*/ 181573 w 197867"/>
                <a:gd name="connsiteY10" fmla="*/ 3192 h 43411"/>
                <a:gd name="connsiteX11" fmla="*/ 16713 w 197867"/>
                <a:gd name="connsiteY11" fmla="*/ 30643 h 43411"/>
                <a:gd name="connsiteX12" fmla="*/ 25659 w 197867"/>
                <a:gd name="connsiteY12" fmla="*/ 12768 h 43411"/>
                <a:gd name="connsiteX13" fmla="*/ 171349 w 197867"/>
                <a:gd name="connsiteY13" fmla="*/ 12768 h 43411"/>
                <a:gd name="connsiteX14" fmla="*/ 180295 w 197867"/>
                <a:gd name="connsiteY14" fmla="*/ 30643 h 43411"/>
                <a:gd name="connsiteX15" fmla="*/ 16713 w 197867"/>
                <a:gd name="connsiteY15" fmla="*/ 30643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7867" h="43411">
                  <a:moveTo>
                    <a:pt x="181573" y="3192"/>
                  </a:moveTo>
                  <a:cubicBezTo>
                    <a:pt x="180295" y="1277"/>
                    <a:pt x="178378" y="0"/>
                    <a:pt x="175822" y="0"/>
                  </a:cubicBezTo>
                  <a:lnTo>
                    <a:pt x="21825" y="0"/>
                  </a:lnTo>
                  <a:cubicBezTo>
                    <a:pt x="19269" y="0"/>
                    <a:pt x="17352" y="1277"/>
                    <a:pt x="16074" y="3192"/>
                  </a:cubicBezTo>
                  <a:lnTo>
                    <a:pt x="738" y="33835"/>
                  </a:lnTo>
                  <a:cubicBezTo>
                    <a:pt x="-540" y="35750"/>
                    <a:pt x="99" y="38304"/>
                    <a:pt x="738" y="40219"/>
                  </a:cubicBezTo>
                  <a:cubicBezTo>
                    <a:pt x="2016" y="42134"/>
                    <a:pt x="3933" y="43411"/>
                    <a:pt x="6489" y="43411"/>
                  </a:cubicBezTo>
                  <a:lnTo>
                    <a:pt x="191158" y="43411"/>
                  </a:lnTo>
                  <a:cubicBezTo>
                    <a:pt x="193075" y="43411"/>
                    <a:pt x="195631" y="42134"/>
                    <a:pt x="196909" y="40219"/>
                  </a:cubicBezTo>
                  <a:cubicBezTo>
                    <a:pt x="198187" y="38304"/>
                    <a:pt x="198187" y="35750"/>
                    <a:pt x="196909" y="33835"/>
                  </a:cubicBezTo>
                  <a:lnTo>
                    <a:pt x="181573" y="3192"/>
                  </a:lnTo>
                  <a:close/>
                  <a:moveTo>
                    <a:pt x="16713" y="30643"/>
                  </a:moveTo>
                  <a:lnTo>
                    <a:pt x="25659" y="12768"/>
                  </a:lnTo>
                  <a:lnTo>
                    <a:pt x="171349" y="12768"/>
                  </a:lnTo>
                  <a:lnTo>
                    <a:pt x="180295" y="30643"/>
                  </a:lnTo>
                  <a:lnTo>
                    <a:pt x="16713" y="30643"/>
                  </a:lnTo>
                  <a:close/>
                </a:path>
              </a:pathLst>
            </a:custGeom>
            <a:solidFill>
              <a:srgbClr val="0076A8"/>
            </a:solidFill>
            <a:ln w="6390" cap="flat">
              <a:noFill/>
              <a:prstDash val="solid"/>
              <a:miter/>
            </a:ln>
          </p:spPr>
          <p:txBody>
            <a:bodyPr rtlCol="0" anchor="ctr"/>
            <a:lstStyle/>
            <a:p>
              <a:endParaRPr lang="en-US"/>
            </a:p>
          </p:txBody>
        </p:sp>
        <p:sp>
          <p:nvSpPr>
            <p:cNvPr id="1373" name="Graphic 4">
              <a:extLst>
                <a:ext uri="{FF2B5EF4-FFF2-40B4-BE49-F238E27FC236}">
                  <a16:creationId xmlns:a16="http://schemas.microsoft.com/office/drawing/2014/main" id="{827B58A9-B5DB-4143-8E92-C629E03AEF9D}"/>
                </a:ext>
              </a:extLst>
            </p:cNvPr>
            <p:cNvSpPr/>
            <p:nvPr/>
          </p:nvSpPr>
          <p:spPr>
            <a:xfrm>
              <a:off x="2650923" y="1960364"/>
              <a:ext cx="181898" cy="59051"/>
            </a:xfrm>
            <a:custGeom>
              <a:avLst/>
              <a:gdLst>
                <a:gd name="connsiteX0" fmla="*/ 6013 w 181898"/>
                <a:gd name="connsiteY0" fmla="*/ 59052 h 59051"/>
                <a:gd name="connsiteX1" fmla="*/ 175346 w 181898"/>
                <a:gd name="connsiteY1" fmla="*/ 59052 h 59051"/>
                <a:gd name="connsiteX2" fmla="*/ 181736 w 181898"/>
                <a:gd name="connsiteY2" fmla="*/ 53945 h 59051"/>
                <a:gd name="connsiteX3" fmla="*/ 178541 w 181898"/>
                <a:gd name="connsiteY3" fmla="*/ 46922 h 59051"/>
                <a:gd name="connsiteX4" fmla="*/ 94194 w 181898"/>
                <a:gd name="connsiteY4" fmla="*/ 958 h 59051"/>
                <a:gd name="connsiteX5" fmla="*/ 87804 w 181898"/>
                <a:gd name="connsiteY5" fmla="*/ 958 h 59051"/>
                <a:gd name="connsiteX6" fmla="*/ 3457 w 181898"/>
                <a:gd name="connsiteY6" fmla="*/ 46922 h 59051"/>
                <a:gd name="connsiteX7" fmla="*/ 901 w 181898"/>
                <a:gd name="connsiteY7" fmla="*/ 55860 h 59051"/>
                <a:gd name="connsiteX8" fmla="*/ 6013 w 181898"/>
                <a:gd name="connsiteY8" fmla="*/ 59052 h 59051"/>
                <a:gd name="connsiteX9" fmla="*/ 6013 w 181898"/>
                <a:gd name="connsiteY9" fmla="*/ 59052 h 59051"/>
                <a:gd name="connsiteX10" fmla="*/ 90360 w 181898"/>
                <a:gd name="connsiteY10" fmla="*/ 13726 h 59051"/>
                <a:gd name="connsiteX11" fmla="*/ 149786 w 181898"/>
                <a:gd name="connsiteY11" fmla="*/ 46284 h 59051"/>
                <a:gd name="connsiteX12" fmla="*/ 30933 w 181898"/>
                <a:gd name="connsiteY12" fmla="*/ 46284 h 59051"/>
                <a:gd name="connsiteX13" fmla="*/ 90360 w 181898"/>
                <a:gd name="connsiteY13" fmla="*/ 13726 h 59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1898" h="59051">
                  <a:moveTo>
                    <a:pt x="6013" y="59052"/>
                  </a:moveTo>
                  <a:lnTo>
                    <a:pt x="175346" y="59052"/>
                  </a:lnTo>
                  <a:cubicBezTo>
                    <a:pt x="178541" y="59052"/>
                    <a:pt x="181097" y="57137"/>
                    <a:pt x="181736" y="53945"/>
                  </a:cubicBezTo>
                  <a:cubicBezTo>
                    <a:pt x="182375" y="51391"/>
                    <a:pt x="181097" y="48199"/>
                    <a:pt x="178541" y="46922"/>
                  </a:cubicBezTo>
                  <a:lnTo>
                    <a:pt x="94194" y="958"/>
                  </a:lnTo>
                  <a:cubicBezTo>
                    <a:pt x="92277" y="-319"/>
                    <a:pt x="89721" y="-319"/>
                    <a:pt x="87804" y="958"/>
                  </a:cubicBezTo>
                  <a:lnTo>
                    <a:pt x="3457" y="46922"/>
                  </a:lnTo>
                  <a:cubicBezTo>
                    <a:pt x="262" y="48838"/>
                    <a:pt x="-1016" y="52668"/>
                    <a:pt x="901" y="55860"/>
                  </a:cubicBezTo>
                  <a:cubicBezTo>
                    <a:pt x="1540" y="57775"/>
                    <a:pt x="3457" y="59052"/>
                    <a:pt x="6013" y="59052"/>
                  </a:cubicBezTo>
                  <a:lnTo>
                    <a:pt x="6013" y="59052"/>
                  </a:lnTo>
                  <a:close/>
                  <a:moveTo>
                    <a:pt x="90360" y="13726"/>
                  </a:moveTo>
                  <a:lnTo>
                    <a:pt x="149786" y="46284"/>
                  </a:lnTo>
                  <a:lnTo>
                    <a:pt x="30933" y="46284"/>
                  </a:lnTo>
                  <a:lnTo>
                    <a:pt x="90360" y="13726"/>
                  </a:lnTo>
                  <a:close/>
                </a:path>
              </a:pathLst>
            </a:custGeom>
            <a:solidFill>
              <a:srgbClr val="0076A8"/>
            </a:solidFill>
            <a:ln w="6390" cap="flat">
              <a:noFill/>
              <a:prstDash val="solid"/>
              <a:miter/>
            </a:ln>
          </p:spPr>
          <p:txBody>
            <a:bodyPr rtlCol="0" anchor="ctr"/>
            <a:lstStyle/>
            <a:p>
              <a:endParaRPr lang="en-US"/>
            </a:p>
          </p:txBody>
        </p:sp>
        <p:sp>
          <p:nvSpPr>
            <p:cNvPr id="1374" name="Graphic 4">
              <a:extLst>
                <a:ext uri="{FF2B5EF4-FFF2-40B4-BE49-F238E27FC236}">
                  <a16:creationId xmlns:a16="http://schemas.microsoft.com/office/drawing/2014/main" id="{D6C6ECD4-A364-E94B-8B21-A9BFB246EA78}"/>
                </a:ext>
              </a:extLst>
            </p:cNvPr>
            <p:cNvSpPr/>
            <p:nvPr/>
          </p:nvSpPr>
          <p:spPr>
            <a:xfrm>
              <a:off x="2665881" y="2037291"/>
              <a:ext cx="12779" cy="74054"/>
            </a:xfrm>
            <a:custGeom>
              <a:avLst/>
              <a:gdLst>
                <a:gd name="connsiteX0" fmla="*/ 0 w 12779"/>
                <a:gd name="connsiteY0" fmla="*/ 6384 h 74054"/>
                <a:gd name="connsiteX1" fmla="*/ 0 w 12779"/>
                <a:gd name="connsiteY1" fmla="*/ 67670 h 74054"/>
                <a:gd name="connsiteX2" fmla="*/ 6390 w 12779"/>
                <a:gd name="connsiteY2" fmla="*/ 74054 h 74054"/>
                <a:gd name="connsiteX3" fmla="*/ 12780 w 12779"/>
                <a:gd name="connsiteY3" fmla="*/ 67670 h 74054"/>
                <a:gd name="connsiteX4" fmla="*/ 12780 w 12779"/>
                <a:gd name="connsiteY4" fmla="*/ 6384 h 74054"/>
                <a:gd name="connsiteX5" fmla="*/ 6390 w 12779"/>
                <a:gd name="connsiteY5" fmla="*/ 0 h 74054"/>
                <a:gd name="connsiteX6" fmla="*/ 0 w 12779"/>
                <a:gd name="connsiteY6" fmla="*/ 6384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4054">
                  <a:moveTo>
                    <a:pt x="0" y="6384"/>
                  </a:moveTo>
                  <a:lnTo>
                    <a:pt x="0" y="67670"/>
                  </a:lnTo>
                  <a:cubicBezTo>
                    <a:pt x="0" y="71501"/>
                    <a:pt x="2556" y="74054"/>
                    <a:pt x="6390" y="74054"/>
                  </a:cubicBezTo>
                  <a:cubicBezTo>
                    <a:pt x="10224" y="74054"/>
                    <a:pt x="12780" y="71501"/>
                    <a:pt x="12780" y="67670"/>
                  </a:cubicBezTo>
                  <a:lnTo>
                    <a:pt x="12780" y="6384"/>
                  </a:lnTo>
                  <a:cubicBezTo>
                    <a:pt x="12780" y="2554"/>
                    <a:pt x="10224" y="0"/>
                    <a:pt x="6390" y="0"/>
                  </a:cubicBezTo>
                  <a:cubicBezTo>
                    <a:pt x="2556" y="0"/>
                    <a:pt x="0" y="2554"/>
                    <a:pt x="0" y="6384"/>
                  </a:cubicBezTo>
                  <a:close/>
                </a:path>
              </a:pathLst>
            </a:custGeom>
            <a:solidFill>
              <a:srgbClr val="0076A8"/>
            </a:solidFill>
            <a:ln w="6390" cap="flat">
              <a:noFill/>
              <a:prstDash val="solid"/>
              <a:miter/>
            </a:ln>
          </p:spPr>
          <p:txBody>
            <a:bodyPr rtlCol="0" anchor="ctr"/>
            <a:lstStyle/>
            <a:p>
              <a:endParaRPr lang="en-US"/>
            </a:p>
          </p:txBody>
        </p:sp>
        <p:sp>
          <p:nvSpPr>
            <p:cNvPr id="1375" name="Graphic 4">
              <a:extLst>
                <a:ext uri="{FF2B5EF4-FFF2-40B4-BE49-F238E27FC236}">
                  <a16:creationId xmlns:a16="http://schemas.microsoft.com/office/drawing/2014/main" id="{2BC2BC15-1296-9340-B0FE-A037138D1140}"/>
                </a:ext>
              </a:extLst>
            </p:cNvPr>
            <p:cNvSpPr/>
            <p:nvPr/>
          </p:nvSpPr>
          <p:spPr>
            <a:xfrm>
              <a:off x="2711889" y="2037291"/>
              <a:ext cx="12779" cy="74054"/>
            </a:xfrm>
            <a:custGeom>
              <a:avLst/>
              <a:gdLst>
                <a:gd name="connsiteX0" fmla="*/ 0 w 12779"/>
                <a:gd name="connsiteY0" fmla="*/ 6384 h 74054"/>
                <a:gd name="connsiteX1" fmla="*/ 0 w 12779"/>
                <a:gd name="connsiteY1" fmla="*/ 67670 h 74054"/>
                <a:gd name="connsiteX2" fmla="*/ 6390 w 12779"/>
                <a:gd name="connsiteY2" fmla="*/ 74054 h 74054"/>
                <a:gd name="connsiteX3" fmla="*/ 12780 w 12779"/>
                <a:gd name="connsiteY3" fmla="*/ 67670 h 74054"/>
                <a:gd name="connsiteX4" fmla="*/ 12780 w 12779"/>
                <a:gd name="connsiteY4" fmla="*/ 6384 h 74054"/>
                <a:gd name="connsiteX5" fmla="*/ 6390 w 12779"/>
                <a:gd name="connsiteY5" fmla="*/ 0 h 74054"/>
                <a:gd name="connsiteX6" fmla="*/ 0 w 12779"/>
                <a:gd name="connsiteY6" fmla="*/ 6384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4054">
                  <a:moveTo>
                    <a:pt x="0" y="6384"/>
                  </a:moveTo>
                  <a:lnTo>
                    <a:pt x="0" y="67670"/>
                  </a:lnTo>
                  <a:cubicBezTo>
                    <a:pt x="0" y="71501"/>
                    <a:pt x="2556" y="74054"/>
                    <a:pt x="6390" y="74054"/>
                  </a:cubicBezTo>
                  <a:cubicBezTo>
                    <a:pt x="10224" y="74054"/>
                    <a:pt x="12780" y="71501"/>
                    <a:pt x="12780" y="67670"/>
                  </a:cubicBezTo>
                  <a:lnTo>
                    <a:pt x="12780" y="6384"/>
                  </a:lnTo>
                  <a:cubicBezTo>
                    <a:pt x="12780" y="2554"/>
                    <a:pt x="10224" y="0"/>
                    <a:pt x="6390" y="0"/>
                  </a:cubicBezTo>
                  <a:cubicBezTo>
                    <a:pt x="2556" y="0"/>
                    <a:pt x="0" y="2554"/>
                    <a:pt x="0" y="6384"/>
                  </a:cubicBezTo>
                  <a:close/>
                </a:path>
              </a:pathLst>
            </a:custGeom>
            <a:solidFill>
              <a:srgbClr val="0076A8"/>
            </a:solidFill>
            <a:ln w="6390" cap="flat">
              <a:noFill/>
              <a:prstDash val="solid"/>
              <a:miter/>
            </a:ln>
          </p:spPr>
          <p:txBody>
            <a:bodyPr rtlCol="0" anchor="ctr"/>
            <a:lstStyle/>
            <a:p>
              <a:endParaRPr lang="en-US"/>
            </a:p>
          </p:txBody>
        </p:sp>
        <p:sp>
          <p:nvSpPr>
            <p:cNvPr id="1376" name="Graphic 4">
              <a:extLst>
                <a:ext uri="{FF2B5EF4-FFF2-40B4-BE49-F238E27FC236}">
                  <a16:creationId xmlns:a16="http://schemas.microsoft.com/office/drawing/2014/main" id="{D337D64E-5D02-6F47-8B94-BE63B72677DB}"/>
                </a:ext>
              </a:extLst>
            </p:cNvPr>
            <p:cNvSpPr/>
            <p:nvPr/>
          </p:nvSpPr>
          <p:spPr>
            <a:xfrm>
              <a:off x="2758535" y="2037291"/>
              <a:ext cx="12779" cy="74054"/>
            </a:xfrm>
            <a:custGeom>
              <a:avLst/>
              <a:gdLst>
                <a:gd name="connsiteX0" fmla="*/ 0 w 12779"/>
                <a:gd name="connsiteY0" fmla="*/ 6384 h 74054"/>
                <a:gd name="connsiteX1" fmla="*/ 0 w 12779"/>
                <a:gd name="connsiteY1" fmla="*/ 67670 h 74054"/>
                <a:gd name="connsiteX2" fmla="*/ 6390 w 12779"/>
                <a:gd name="connsiteY2" fmla="*/ 74054 h 74054"/>
                <a:gd name="connsiteX3" fmla="*/ 12780 w 12779"/>
                <a:gd name="connsiteY3" fmla="*/ 67670 h 74054"/>
                <a:gd name="connsiteX4" fmla="*/ 12780 w 12779"/>
                <a:gd name="connsiteY4" fmla="*/ 6384 h 74054"/>
                <a:gd name="connsiteX5" fmla="*/ 6390 w 12779"/>
                <a:gd name="connsiteY5" fmla="*/ 0 h 74054"/>
                <a:gd name="connsiteX6" fmla="*/ 0 w 12779"/>
                <a:gd name="connsiteY6" fmla="*/ 6384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4054">
                  <a:moveTo>
                    <a:pt x="0" y="6384"/>
                  </a:moveTo>
                  <a:lnTo>
                    <a:pt x="0" y="67670"/>
                  </a:lnTo>
                  <a:cubicBezTo>
                    <a:pt x="0" y="71501"/>
                    <a:pt x="2556" y="74054"/>
                    <a:pt x="6390" y="74054"/>
                  </a:cubicBezTo>
                  <a:cubicBezTo>
                    <a:pt x="10224" y="74054"/>
                    <a:pt x="12780" y="71501"/>
                    <a:pt x="12780" y="67670"/>
                  </a:cubicBezTo>
                  <a:lnTo>
                    <a:pt x="12780" y="6384"/>
                  </a:lnTo>
                  <a:cubicBezTo>
                    <a:pt x="12780" y="2554"/>
                    <a:pt x="10224" y="0"/>
                    <a:pt x="6390" y="0"/>
                  </a:cubicBezTo>
                  <a:cubicBezTo>
                    <a:pt x="2556" y="0"/>
                    <a:pt x="0" y="2554"/>
                    <a:pt x="0" y="6384"/>
                  </a:cubicBezTo>
                  <a:close/>
                </a:path>
              </a:pathLst>
            </a:custGeom>
            <a:solidFill>
              <a:srgbClr val="0076A8"/>
            </a:solidFill>
            <a:ln w="6390" cap="flat">
              <a:noFill/>
              <a:prstDash val="solid"/>
              <a:miter/>
            </a:ln>
          </p:spPr>
          <p:txBody>
            <a:bodyPr rtlCol="0" anchor="ctr"/>
            <a:lstStyle/>
            <a:p>
              <a:endParaRPr lang="en-US"/>
            </a:p>
          </p:txBody>
        </p:sp>
        <p:sp>
          <p:nvSpPr>
            <p:cNvPr id="1377" name="Graphic 4">
              <a:extLst>
                <a:ext uri="{FF2B5EF4-FFF2-40B4-BE49-F238E27FC236}">
                  <a16:creationId xmlns:a16="http://schemas.microsoft.com/office/drawing/2014/main" id="{C0C0D851-AA60-0C4C-BB42-55DFD458A1C4}"/>
                </a:ext>
              </a:extLst>
            </p:cNvPr>
            <p:cNvSpPr/>
            <p:nvPr/>
          </p:nvSpPr>
          <p:spPr>
            <a:xfrm>
              <a:off x="2804543" y="2037291"/>
              <a:ext cx="12779" cy="74054"/>
            </a:xfrm>
            <a:custGeom>
              <a:avLst/>
              <a:gdLst>
                <a:gd name="connsiteX0" fmla="*/ 0 w 12779"/>
                <a:gd name="connsiteY0" fmla="*/ 6384 h 74054"/>
                <a:gd name="connsiteX1" fmla="*/ 0 w 12779"/>
                <a:gd name="connsiteY1" fmla="*/ 67670 h 74054"/>
                <a:gd name="connsiteX2" fmla="*/ 6390 w 12779"/>
                <a:gd name="connsiteY2" fmla="*/ 74054 h 74054"/>
                <a:gd name="connsiteX3" fmla="*/ 12780 w 12779"/>
                <a:gd name="connsiteY3" fmla="*/ 67670 h 74054"/>
                <a:gd name="connsiteX4" fmla="*/ 12780 w 12779"/>
                <a:gd name="connsiteY4" fmla="*/ 6384 h 74054"/>
                <a:gd name="connsiteX5" fmla="*/ 6390 w 12779"/>
                <a:gd name="connsiteY5" fmla="*/ 0 h 74054"/>
                <a:gd name="connsiteX6" fmla="*/ 0 w 12779"/>
                <a:gd name="connsiteY6" fmla="*/ 6384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4054">
                  <a:moveTo>
                    <a:pt x="0" y="6384"/>
                  </a:moveTo>
                  <a:lnTo>
                    <a:pt x="0" y="67670"/>
                  </a:lnTo>
                  <a:cubicBezTo>
                    <a:pt x="0" y="71501"/>
                    <a:pt x="2556" y="74054"/>
                    <a:pt x="6390" y="74054"/>
                  </a:cubicBezTo>
                  <a:cubicBezTo>
                    <a:pt x="10224" y="74054"/>
                    <a:pt x="12780" y="71501"/>
                    <a:pt x="12780" y="67670"/>
                  </a:cubicBezTo>
                  <a:lnTo>
                    <a:pt x="12780" y="6384"/>
                  </a:lnTo>
                  <a:cubicBezTo>
                    <a:pt x="12780" y="2554"/>
                    <a:pt x="10224" y="0"/>
                    <a:pt x="6390" y="0"/>
                  </a:cubicBezTo>
                  <a:cubicBezTo>
                    <a:pt x="2556" y="0"/>
                    <a:pt x="0" y="2554"/>
                    <a:pt x="0" y="6384"/>
                  </a:cubicBezTo>
                  <a:close/>
                </a:path>
              </a:pathLst>
            </a:custGeom>
            <a:solidFill>
              <a:srgbClr val="0076A8"/>
            </a:solidFill>
            <a:ln w="6390" cap="flat">
              <a:noFill/>
              <a:prstDash val="solid"/>
              <a:miter/>
            </a:ln>
          </p:spPr>
          <p:txBody>
            <a:bodyPr rtlCol="0" anchor="ctr"/>
            <a:lstStyle/>
            <a:p>
              <a:endParaRPr lang="en-US"/>
            </a:p>
          </p:txBody>
        </p:sp>
      </p:grpSp>
      <p:grpSp>
        <p:nvGrpSpPr>
          <p:cNvPr id="1378" name="Graphic 4">
            <a:extLst>
              <a:ext uri="{FF2B5EF4-FFF2-40B4-BE49-F238E27FC236}">
                <a16:creationId xmlns:a16="http://schemas.microsoft.com/office/drawing/2014/main" id="{29642EE1-0563-F24B-BD16-EAC0B8BE4071}"/>
              </a:ext>
            </a:extLst>
          </p:cNvPr>
          <p:cNvGrpSpPr>
            <a:grpSpLocks noChangeAspect="1"/>
          </p:cNvGrpSpPr>
          <p:nvPr/>
        </p:nvGrpSpPr>
        <p:grpSpPr>
          <a:xfrm>
            <a:off x="2998797" y="1402244"/>
            <a:ext cx="362309" cy="362450"/>
            <a:chOff x="2998797" y="1402244"/>
            <a:chExt cx="362309" cy="362450"/>
          </a:xfrm>
          <a:solidFill>
            <a:srgbClr val="0076A8"/>
          </a:solidFill>
        </p:grpSpPr>
        <p:sp>
          <p:nvSpPr>
            <p:cNvPr id="1379" name="Graphic 4">
              <a:extLst>
                <a:ext uri="{FF2B5EF4-FFF2-40B4-BE49-F238E27FC236}">
                  <a16:creationId xmlns:a16="http://schemas.microsoft.com/office/drawing/2014/main" id="{0AFD0806-3B4B-B94E-9F09-2D5B9F206B84}"/>
                </a:ext>
              </a:extLst>
            </p:cNvPr>
            <p:cNvSpPr/>
            <p:nvPr/>
          </p:nvSpPr>
          <p:spPr>
            <a:xfrm>
              <a:off x="3171325" y="1516996"/>
              <a:ext cx="15974" cy="16598"/>
            </a:xfrm>
            <a:custGeom>
              <a:avLst/>
              <a:gdLst>
                <a:gd name="connsiteX0" fmla="*/ 3195 w 15974"/>
                <a:gd name="connsiteY0" fmla="*/ 16598 h 16598"/>
                <a:gd name="connsiteX1" fmla="*/ 7668 w 15974"/>
                <a:gd name="connsiteY1" fmla="*/ 16598 h 16598"/>
                <a:gd name="connsiteX2" fmla="*/ 8946 w 15974"/>
                <a:gd name="connsiteY2" fmla="*/ 16598 h 16598"/>
                <a:gd name="connsiteX3" fmla="*/ 13419 w 15974"/>
                <a:gd name="connsiteY3" fmla="*/ 16598 h 16598"/>
                <a:gd name="connsiteX4" fmla="*/ 15975 w 15974"/>
                <a:gd name="connsiteY4" fmla="*/ 16598 h 16598"/>
                <a:gd name="connsiteX5" fmla="*/ 15975 w 15974"/>
                <a:gd name="connsiteY5" fmla="*/ 0 h 16598"/>
                <a:gd name="connsiteX6" fmla="*/ 0 w 15974"/>
                <a:gd name="connsiteY6" fmla="*/ 0 h 16598"/>
                <a:gd name="connsiteX7" fmla="*/ 0 w 15974"/>
                <a:gd name="connsiteY7" fmla="*/ 16598 h 16598"/>
                <a:gd name="connsiteX8" fmla="*/ 3195 w 15974"/>
                <a:gd name="connsiteY8" fmla="*/ 16598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974" h="16598">
                  <a:moveTo>
                    <a:pt x="3195" y="16598"/>
                  </a:moveTo>
                  <a:cubicBezTo>
                    <a:pt x="4473" y="16598"/>
                    <a:pt x="6390" y="16598"/>
                    <a:pt x="7668" y="16598"/>
                  </a:cubicBezTo>
                  <a:lnTo>
                    <a:pt x="8946" y="16598"/>
                  </a:lnTo>
                  <a:cubicBezTo>
                    <a:pt x="10863" y="16598"/>
                    <a:pt x="12141" y="16598"/>
                    <a:pt x="13419" y="16598"/>
                  </a:cubicBezTo>
                  <a:lnTo>
                    <a:pt x="15975" y="16598"/>
                  </a:lnTo>
                  <a:lnTo>
                    <a:pt x="15975" y="0"/>
                  </a:lnTo>
                  <a:lnTo>
                    <a:pt x="0" y="0"/>
                  </a:lnTo>
                  <a:lnTo>
                    <a:pt x="0" y="16598"/>
                  </a:lnTo>
                  <a:lnTo>
                    <a:pt x="3195" y="16598"/>
                  </a:lnTo>
                  <a:close/>
                </a:path>
              </a:pathLst>
            </a:custGeom>
            <a:solidFill>
              <a:srgbClr val="0076A8"/>
            </a:solidFill>
            <a:ln w="6390" cap="flat">
              <a:noFill/>
              <a:prstDash val="solid"/>
              <a:miter/>
            </a:ln>
          </p:spPr>
          <p:txBody>
            <a:bodyPr rtlCol="0" anchor="ctr"/>
            <a:lstStyle/>
            <a:p>
              <a:endParaRPr lang="en-US"/>
            </a:p>
          </p:txBody>
        </p:sp>
        <p:sp>
          <p:nvSpPr>
            <p:cNvPr id="1380" name="Graphic 4">
              <a:extLst>
                <a:ext uri="{FF2B5EF4-FFF2-40B4-BE49-F238E27FC236}">
                  <a16:creationId xmlns:a16="http://schemas.microsoft.com/office/drawing/2014/main" id="{17AC84DC-F279-614E-840D-6CF3DDA5C469}"/>
                </a:ext>
              </a:extLst>
            </p:cNvPr>
            <p:cNvSpPr/>
            <p:nvPr/>
          </p:nvSpPr>
          <p:spPr>
            <a:xfrm>
              <a:off x="3100397" y="1546363"/>
              <a:ext cx="158470" cy="67031"/>
            </a:xfrm>
            <a:custGeom>
              <a:avLst/>
              <a:gdLst>
                <a:gd name="connsiteX0" fmla="*/ 92654 w 158470"/>
                <a:gd name="connsiteY0" fmla="*/ 1277 h 67031"/>
                <a:gd name="connsiteX1" fmla="*/ 87542 w 158470"/>
                <a:gd name="connsiteY1" fmla="*/ 638 h 67031"/>
                <a:gd name="connsiteX2" fmla="*/ 83069 w 158470"/>
                <a:gd name="connsiteY2" fmla="*/ 0 h 67031"/>
                <a:gd name="connsiteX3" fmla="*/ 79235 w 158470"/>
                <a:gd name="connsiteY3" fmla="*/ 0 h 67031"/>
                <a:gd name="connsiteX4" fmla="*/ 78596 w 158470"/>
                <a:gd name="connsiteY4" fmla="*/ 0 h 67031"/>
                <a:gd name="connsiteX5" fmla="*/ 74762 w 158470"/>
                <a:gd name="connsiteY5" fmla="*/ 0 h 67031"/>
                <a:gd name="connsiteX6" fmla="*/ 70928 w 158470"/>
                <a:gd name="connsiteY6" fmla="*/ 638 h 67031"/>
                <a:gd name="connsiteX7" fmla="*/ 65816 w 158470"/>
                <a:gd name="connsiteY7" fmla="*/ 1277 h 67031"/>
                <a:gd name="connsiteX8" fmla="*/ 0 w 158470"/>
                <a:gd name="connsiteY8" fmla="*/ 67032 h 67031"/>
                <a:gd name="connsiteX9" fmla="*/ 158470 w 158470"/>
                <a:gd name="connsiteY9" fmla="*/ 67032 h 67031"/>
                <a:gd name="connsiteX10" fmla="*/ 92654 w 158470"/>
                <a:gd name="connsiteY10" fmla="*/ 1277 h 67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8470" h="67031">
                  <a:moveTo>
                    <a:pt x="92654" y="1277"/>
                  </a:moveTo>
                  <a:lnTo>
                    <a:pt x="87542" y="638"/>
                  </a:lnTo>
                  <a:lnTo>
                    <a:pt x="83069" y="0"/>
                  </a:lnTo>
                  <a:cubicBezTo>
                    <a:pt x="81791" y="0"/>
                    <a:pt x="80513" y="0"/>
                    <a:pt x="79235" y="0"/>
                  </a:cubicBezTo>
                  <a:lnTo>
                    <a:pt x="78596" y="0"/>
                  </a:lnTo>
                  <a:lnTo>
                    <a:pt x="74762" y="0"/>
                  </a:lnTo>
                  <a:lnTo>
                    <a:pt x="70928" y="638"/>
                  </a:lnTo>
                  <a:lnTo>
                    <a:pt x="65816" y="1277"/>
                  </a:lnTo>
                  <a:cubicBezTo>
                    <a:pt x="31950" y="7022"/>
                    <a:pt x="5751" y="33197"/>
                    <a:pt x="0" y="67032"/>
                  </a:cubicBezTo>
                  <a:lnTo>
                    <a:pt x="158470" y="67032"/>
                  </a:lnTo>
                  <a:cubicBezTo>
                    <a:pt x="152719" y="33197"/>
                    <a:pt x="126521" y="7022"/>
                    <a:pt x="92654" y="1277"/>
                  </a:cubicBezTo>
                  <a:close/>
                </a:path>
              </a:pathLst>
            </a:custGeom>
            <a:solidFill>
              <a:srgbClr val="0076A8"/>
            </a:solidFill>
            <a:ln w="6390" cap="flat">
              <a:noFill/>
              <a:prstDash val="solid"/>
              <a:miter/>
            </a:ln>
          </p:spPr>
          <p:txBody>
            <a:bodyPr rtlCol="0" anchor="ctr"/>
            <a:lstStyle/>
            <a:p>
              <a:endParaRPr lang="en-US"/>
            </a:p>
          </p:txBody>
        </p:sp>
        <p:sp>
          <p:nvSpPr>
            <p:cNvPr id="1381" name="Graphic 4">
              <a:extLst>
                <a:ext uri="{FF2B5EF4-FFF2-40B4-BE49-F238E27FC236}">
                  <a16:creationId xmlns:a16="http://schemas.microsoft.com/office/drawing/2014/main" id="{0D5370B2-2C57-C14F-BC22-FB736EEA1865}"/>
                </a:ext>
              </a:extLst>
            </p:cNvPr>
            <p:cNvSpPr/>
            <p:nvPr/>
          </p:nvSpPr>
          <p:spPr>
            <a:xfrm>
              <a:off x="2998797" y="1402244"/>
              <a:ext cx="362309" cy="362450"/>
            </a:xfrm>
            <a:custGeom>
              <a:avLst/>
              <a:gdLst>
                <a:gd name="connsiteX0" fmla="*/ 180835 w 362309"/>
                <a:gd name="connsiteY0" fmla="*/ 479 h 362450"/>
                <a:gd name="connsiteX1" fmla="*/ 0 w 362309"/>
                <a:gd name="connsiteY1" fmla="*/ 181784 h 362450"/>
                <a:gd name="connsiteX2" fmla="*/ 181474 w 362309"/>
                <a:gd name="connsiteY2" fmla="*/ 362451 h 362450"/>
                <a:gd name="connsiteX3" fmla="*/ 362310 w 362309"/>
                <a:gd name="connsiteY3" fmla="*/ 181145 h 362450"/>
                <a:gd name="connsiteX4" fmla="*/ 180835 w 362309"/>
                <a:gd name="connsiteY4" fmla="*/ 479 h 362450"/>
                <a:gd name="connsiteX5" fmla="*/ 180835 w 362309"/>
                <a:gd name="connsiteY5" fmla="*/ 479 h 362450"/>
                <a:gd name="connsiteX6" fmla="*/ 115019 w 362309"/>
                <a:gd name="connsiteY6" fmla="*/ 267968 h 362450"/>
                <a:gd name="connsiteX7" fmla="*/ 108629 w 362309"/>
                <a:gd name="connsiteY7" fmla="*/ 274352 h 362450"/>
                <a:gd name="connsiteX8" fmla="*/ 102239 w 362309"/>
                <a:gd name="connsiteY8" fmla="*/ 267968 h 362450"/>
                <a:gd name="connsiteX9" fmla="*/ 102239 w 362309"/>
                <a:gd name="connsiteY9" fmla="*/ 246262 h 362450"/>
                <a:gd name="connsiteX10" fmla="*/ 108629 w 362309"/>
                <a:gd name="connsiteY10" fmla="*/ 239878 h 362450"/>
                <a:gd name="connsiteX11" fmla="*/ 115019 w 362309"/>
                <a:gd name="connsiteY11" fmla="*/ 246262 h 362450"/>
                <a:gd name="connsiteX12" fmla="*/ 115019 w 362309"/>
                <a:gd name="connsiteY12" fmla="*/ 267968 h 362450"/>
                <a:gd name="connsiteX13" fmla="*/ 143774 w 362309"/>
                <a:gd name="connsiteY13" fmla="*/ 267968 h 362450"/>
                <a:gd name="connsiteX14" fmla="*/ 137384 w 362309"/>
                <a:gd name="connsiteY14" fmla="*/ 274352 h 362450"/>
                <a:gd name="connsiteX15" fmla="*/ 130994 w 362309"/>
                <a:gd name="connsiteY15" fmla="*/ 267968 h 362450"/>
                <a:gd name="connsiteX16" fmla="*/ 130994 w 362309"/>
                <a:gd name="connsiteY16" fmla="*/ 246262 h 362450"/>
                <a:gd name="connsiteX17" fmla="*/ 137384 w 362309"/>
                <a:gd name="connsiteY17" fmla="*/ 239878 h 362450"/>
                <a:gd name="connsiteX18" fmla="*/ 143774 w 362309"/>
                <a:gd name="connsiteY18" fmla="*/ 246262 h 362450"/>
                <a:gd name="connsiteX19" fmla="*/ 143774 w 362309"/>
                <a:gd name="connsiteY19" fmla="*/ 267968 h 362450"/>
                <a:gd name="connsiteX20" fmla="*/ 172528 w 362309"/>
                <a:gd name="connsiteY20" fmla="*/ 267968 h 362450"/>
                <a:gd name="connsiteX21" fmla="*/ 166138 w 362309"/>
                <a:gd name="connsiteY21" fmla="*/ 274352 h 362450"/>
                <a:gd name="connsiteX22" fmla="*/ 159748 w 362309"/>
                <a:gd name="connsiteY22" fmla="*/ 267968 h 362450"/>
                <a:gd name="connsiteX23" fmla="*/ 159748 w 362309"/>
                <a:gd name="connsiteY23" fmla="*/ 246262 h 362450"/>
                <a:gd name="connsiteX24" fmla="*/ 166138 w 362309"/>
                <a:gd name="connsiteY24" fmla="*/ 239878 h 362450"/>
                <a:gd name="connsiteX25" fmla="*/ 172528 w 362309"/>
                <a:gd name="connsiteY25" fmla="*/ 246262 h 362450"/>
                <a:gd name="connsiteX26" fmla="*/ 172528 w 362309"/>
                <a:gd name="connsiteY26" fmla="*/ 267968 h 362450"/>
                <a:gd name="connsiteX27" fmla="*/ 201922 w 362309"/>
                <a:gd name="connsiteY27" fmla="*/ 267968 h 362450"/>
                <a:gd name="connsiteX28" fmla="*/ 195532 w 362309"/>
                <a:gd name="connsiteY28" fmla="*/ 274352 h 362450"/>
                <a:gd name="connsiteX29" fmla="*/ 189142 w 362309"/>
                <a:gd name="connsiteY29" fmla="*/ 267968 h 362450"/>
                <a:gd name="connsiteX30" fmla="*/ 189142 w 362309"/>
                <a:gd name="connsiteY30" fmla="*/ 246262 h 362450"/>
                <a:gd name="connsiteX31" fmla="*/ 195532 w 362309"/>
                <a:gd name="connsiteY31" fmla="*/ 239878 h 362450"/>
                <a:gd name="connsiteX32" fmla="*/ 201922 w 362309"/>
                <a:gd name="connsiteY32" fmla="*/ 246262 h 362450"/>
                <a:gd name="connsiteX33" fmla="*/ 201922 w 362309"/>
                <a:gd name="connsiteY33" fmla="*/ 267968 h 362450"/>
                <a:gd name="connsiteX34" fmla="*/ 230677 w 362309"/>
                <a:gd name="connsiteY34" fmla="*/ 267968 h 362450"/>
                <a:gd name="connsiteX35" fmla="*/ 224287 w 362309"/>
                <a:gd name="connsiteY35" fmla="*/ 274352 h 362450"/>
                <a:gd name="connsiteX36" fmla="*/ 217897 w 362309"/>
                <a:gd name="connsiteY36" fmla="*/ 267968 h 362450"/>
                <a:gd name="connsiteX37" fmla="*/ 217897 w 362309"/>
                <a:gd name="connsiteY37" fmla="*/ 246262 h 362450"/>
                <a:gd name="connsiteX38" fmla="*/ 224287 w 362309"/>
                <a:gd name="connsiteY38" fmla="*/ 239878 h 362450"/>
                <a:gd name="connsiteX39" fmla="*/ 230677 w 362309"/>
                <a:gd name="connsiteY39" fmla="*/ 246262 h 362450"/>
                <a:gd name="connsiteX40" fmla="*/ 230677 w 362309"/>
                <a:gd name="connsiteY40" fmla="*/ 267968 h 362450"/>
                <a:gd name="connsiteX41" fmla="*/ 260071 w 362309"/>
                <a:gd name="connsiteY41" fmla="*/ 267968 h 362450"/>
                <a:gd name="connsiteX42" fmla="*/ 253681 w 362309"/>
                <a:gd name="connsiteY42" fmla="*/ 274352 h 362450"/>
                <a:gd name="connsiteX43" fmla="*/ 247291 w 362309"/>
                <a:gd name="connsiteY43" fmla="*/ 267968 h 362450"/>
                <a:gd name="connsiteX44" fmla="*/ 247291 w 362309"/>
                <a:gd name="connsiteY44" fmla="*/ 246262 h 362450"/>
                <a:gd name="connsiteX45" fmla="*/ 253681 w 362309"/>
                <a:gd name="connsiteY45" fmla="*/ 239878 h 362450"/>
                <a:gd name="connsiteX46" fmla="*/ 260071 w 362309"/>
                <a:gd name="connsiteY46" fmla="*/ 246262 h 362450"/>
                <a:gd name="connsiteX47" fmla="*/ 260071 w 362309"/>
                <a:gd name="connsiteY47" fmla="*/ 267968 h 362450"/>
                <a:gd name="connsiteX48" fmla="*/ 288825 w 362309"/>
                <a:gd name="connsiteY48" fmla="*/ 267968 h 362450"/>
                <a:gd name="connsiteX49" fmla="*/ 282435 w 362309"/>
                <a:gd name="connsiteY49" fmla="*/ 274352 h 362450"/>
                <a:gd name="connsiteX50" fmla="*/ 276045 w 362309"/>
                <a:gd name="connsiteY50" fmla="*/ 267968 h 362450"/>
                <a:gd name="connsiteX51" fmla="*/ 276045 w 362309"/>
                <a:gd name="connsiteY51" fmla="*/ 223918 h 362450"/>
                <a:gd name="connsiteX52" fmla="*/ 85625 w 362309"/>
                <a:gd name="connsiteY52" fmla="*/ 223918 h 362450"/>
                <a:gd name="connsiteX53" fmla="*/ 85625 w 362309"/>
                <a:gd name="connsiteY53" fmla="*/ 267968 h 362450"/>
                <a:gd name="connsiteX54" fmla="*/ 79235 w 362309"/>
                <a:gd name="connsiteY54" fmla="*/ 274352 h 362450"/>
                <a:gd name="connsiteX55" fmla="*/ 72845 w 362309"/>
                <a:gd name="connsiteY55" fmla="*/ 267968 h 362450"/>
                <a:gd name="connsiteX56" fmla="*/ 72845 w 362309"/>
                <a:gd name="connsiteY56" fmla="*/ 217534 h 362450"/>
                <a:gd name="connsiteX57" fmla="*/ 79235 w 362309"/>
                <a:gd name="connsiteY57" fmla="*/ 211150 h 362450"/>
                <a:gd name="connsiteX58" fmla="*/ 88181 w 362309"/>
                <a:gd name="connsiteY58" fmla="*/ 211150 h 362450"/>
                <a:gd name="connsiteX59" fmla="*/ 159748 w 362309"/>
                <a:gd name="connsiteY59" fmla="*/ 133904 h 362450"/>
                <a:gd name="connsiteX60" fmla="*/ 159748 w 362309"/>
                <a:gd name="connsiteY60" fmla="*/ 109007 h 362450"/>
                <a:gd name="connsiteX61" fmla="*/ 166138 w 362309"/>
                <a:gd name="connsiteY61" fmla="*/ 102623 h 362450"/>
                <a:gd name="connsiteX62" fmla="*/ 174445 w 362309"/>
                <a:gd name="connsiteY62" fmla="*/ 102623 h 362450"/>
                <a:gd name="connsiteX63" fmla="*/ 174445 w 362309"/>
                <a:gd name="connsiteY63" fmla="*/ 94323 h 362450"/>
                <a:gd name="connsiteX64" fmla="*/ 180835 w 362309"/>
                <a:gd name="connsiteY64" fmla="*/ 87939 h 362450"/>
                <a:gd name="connsiteX65" fmla="*/ 187225 w 362309"/>
                <a:gd name="connsiteY65" fmla="*/ 94323 h 362450"/>
                <a:gd name="connsiteX66" fmla="*/ 187225 w 362309"/>
                <a:gd name="connsiteY66" fmla="*/ 102623 h 362450"/>
                <a:gd name="connsiteX67" fmla="*/ 195532 w 362309"/>
                <a:gd name="connsiteY67" fmla="*/ 102623 h 362450"/>
                <a:gd name="connsiteX68" fmla="*/ 201922 w 362309"/>
                <a:gd name="connsiteY68" fmla="*/ 109007 h 362450"/>
                <a:gd name="connsiteX69" fmla="*/ 201922 w 362309"/>
                <a:gd name="connsiteY69" fmla="*/ 133904 h 362450"/>
                <a:gd name="connsiteX70" fmla="*/ 272850 w 362309"/>
                <a:gd name="connsiteY70" fmla="*/ 211150 h 362450"/>
                <a:gd name="connsiteX71" fmla="*/ 281796 w 362309"/>
                <a:gd name="connsiteY71" fmla="*/ 211150 h 362450"/>
                <a:gd name="connsiteX72" fmla="*/ 288186 w 362309"/>
                <a:gd name="connsiteY72" fmla="*/ 217534 h 362450"/>
                <a:gd name="connsiteX73" fmla="*/ 288825 w 362309"/>
                <a:gd name="connsiteY73" fmla="*/ 267968 h 36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62309" h="362450">
                  <a:moveTo>
                    <a:pt x="180835" y="479"/>
                  </a:moveTo>
                  <a:cubicBezTo>
                    <a:pt x="80513" y="479"/>
                    <a:pt x="0" y="81555"/>
                    <a:pt x="0" y="181784"/>
                  </a:cubicBezTo>
                  <a:cubicBezTo>
                    <a:pt x="0" y="282013"/>
                    <a:pt x="81152" y="362451"/>
                    <a:pt x="181474" y="362451"/>
                  </a:cubicBezTo>
                  <a:cubicBezTo>
                    <a:pt x="281157" y="362451"/>
                    <a:pt x="362310" y="281374"/>
                    <a:pt x="362310" y="181145"/>
                  </a:cubicBezTo>
                  <a:cubicBezTo>
                    <a:pt x="362310" y="80917"/>
                    <a:pt x="281157" y="-160"/>
                    <a:pt x="180835" y="479"/>
                  </a:cubicBezTo>
                  <a:cubicBezTo>
                    <a:pt x="180835" y="-160"/>
                    <a:pt x="180835" y="-160"/>
                    <a:pt x="180835" y="479"/>
                  </a:cubicBezTo>
                  <a:close/>
                  <a:moveTo>
                    <a:pt x="115019" y="267968"/>
                  </a:moveTo>
                  <a:cubicBezTo>
                    <a:pt x="115019" y="271798"/>
                    <a:pt x="112463" y="274352"/>
                    <a:pt x="108629" y="274352"/>
                  </a:cubicBezTo>
                  <a:cubicBezTo>
                    <a:pt x="104795" y="274352"/>
                    <a:pt x="102239" y="271798"/>
                    <a:pt x="102239" y="267968"/>
                  </a:cubicBezTo>
                  <a:lnTo>
                    <a:pt x="102239" y="246262"/>
                  </a:lnTo>
                  <a:cubicBezTo>
                    <a:pt x="102239" y="242432"/>
                    <a:pt x="104795" y="239878"/>
                    <a:pt x="108629" y="239878"/>
                  </a:cubicBezTo>
                  <a:cubicBezTo>
                    <a:pt x="112463" y="239878"/>
                    <a:pt x="115019" y="242432"/>
                    <a:pt x="115019" y="246262"/>
                  </a:cubicBezTo>
                  <a:lnTo>
                    <a:pt x="115019" y="267968"/>
                  </a:lnTo>
                  <a:close/>
                  <a:moveTo>
                    <a:pt x="143774" y="267968"/>
                  </a:moveTo>
                  <a:cubicBezTo>
                    <a:pt x="143774" y="271798"/>
                    <a:pt x="141218" y="274352"/>
                    <a:pt x="137384" y="274352"/>
                  </a:cubicBezTo>
                  <a:cubicBezTo>
                    <a:pt x="133550" y="274352"/>
                    <a:pt x="130994" y="271798"/>
                    <a:pt x="130994" y="267968"/>
                  </a:cubicBezTo>
                  <a:lnTo>
                    <a:pt x="130994" y="246262"/>
                  </a:lnTo>
                  <a:cubicBezTo>
                    <a:pt x="130994" y="242432"/>
                    <a:pt x="133550" y="239878"/>
                    <a:pt x="137384" y="239878"/>
                  </a:cubicBezTo>
                  <a:cubicBezTo>
                    <a:pt x="141218" y="239878"/>
                    <a:pt x="143774" y="242432"/>
                    <a:pt x="143774" y="246262"/>
                  </a:cubicBezTo>
                  <a:lnTo>
                    <a:pt x="143774" y="267968"/>
                  </a:lnTo>
                  <a:close/>
                  <a:moveTo>
                    <a:pt x="172528" y="267968"/>
                  </a:moveTo>
                  <a:cubicBezTo>
                    <a:pt x="172528" y="271798"/>
                    <a:pt x="169972" y="274352"/>
                    <a:pt x="166138" y="274352"/>
                  </a:cubicBezTo>
                  <a:cubicBezTo>
                    <a:pt x="162305" y="274352"/>
                    <a:pt x="159748" y="271798"/>
                    <a:pt x="159748" y="267968"/>
                  </a:cubicBezTo>
                  <a:lnTo>
                    <a:pt x="159748" y="246262"/>
                  </a:lnTo>
                  <a:cubicBezTo>
                    <a:pt x="159748" y="242432"/>
                    <a:pt x="162305" y="239878"/>
                    <a:pt x="166138" y="239878"/>
                  </a:cubicBezTo>
                  <a:cubicBezTo>
                    <a:pt x="169972" y="239878"/>
                    <a:pt x="172528" y="242432"/>
                    <a:pt x="172528" y="246262"/>
                  </a:cubicBezTo>
                  <a:lnTo>
                    <a:pt x="172528" y="267968"/>
                  </a:lnTo>
                  <a:close/>
                  <a:moveTo>
                    <a:pt x="201922" y="267968"/>
                  </a:moveTo>
                  <a:cubicBezTo>
                    <a:pt x="201922" y="271798"/>
                    <a:pt x="199366" y="274352"/>
                    <a:pt x="195532" y="274352"/>
                  </a:cubicBezTo>
                  <a:cubicBezTo>
                    <a:pt x="191698" y="274352"/>
                    <a:pt x="189142" y="271798"/>
                    <a:pt x="189142" y="267968"/>
                  </a:cubicBezTo>
                  <a:lnTo>
                    <a:pt x="189142" y="246262"/>
                  </a:lnTo>
                  <a:cubicBezTo>
                    <a:pt x="189142" y="242432"/>
                    <a:pt x="191698" y="239878"/>
                    <a:pt x="195532" y="239878"/>
                  </a:cubicBezTo>
                  <a:cubicBezTo>
                    <a:pt x="199366" y="239878"/>
                    <a:pt x="201922" y="242432"/>
                    <a:pt x="201922" y="246262"/>
                  </a:cubicBezTo>
                  <a:lnTo>
                    <a:pt x="201922" y="267968"/>
                  </a:lnTo>
                  <a:close/>
                  <a:moveTo>
                    <a:pt x="230677" y="267968"/>
                  </a:moveTo>
                  <a:cubicBezTo>
                    <a:pt x="230677" y="271798"/>
                    <a:pt x="228121" y="274352"/>
                    <a:pt x="224287" y="274352"/>
                  </a:cubicBezTo>
                  <a:cubicBezTo>
                    <a:pt x="220453" y="274352"/>
                    <a:pt x="217897" y="271798"/>
                    <a:pt x="217897" y="267968"/>
                  </a:cubicBezTo>
                  <a:lnTo>
                    <a:pt x="217897" y="246262"/>
                  </a:lnTo>
                  <a:cubicBezTo>
                    <a:pt x="217897" y="242432"/>
                    <a:pt x="220453" y="239878"/>
                    <a:pt x="224287" y="239878"/>
                  </a:cubicBezTo>
                  <a:cubicBezTo>
                    <a:pt x="228121" y="239878"/>
                    <a:pt x="230677" y="242432"/>
                    <a:pt x="230677" y="246262"/>
                  </a:cubicBezTo>
                  <a:lnTo>
                    <a:pt x="230677" y="267968"/>
                  </a:lnTo>
                  <a:close/>
                  <a:moveTo>
                    <a:pt x="260071" y="267968"/>
                  </a:moveTo>
                  <a:cubicBezTo>
                    <a:pt x="260071" y="271798"/>
                    <a:pt x="257515" y="274352"/>
                    <a:pt x="253681" y="274352"/>
                  </a:cubicBezTo>
                  <a:cubicBezTo>
                    <a:pt x="249847" y="274352"/>
                    <a:pt x="247291" y="271798"/>
                    <a:pt x="247291" y="267968"/>
                  </a:cubicBezTo>
                  <a:lnTo>
                    <a:pt x="247291" y="246262"/>
                  </a:lnTo>
                  <a:cubicBezTo>
                    <a:pt x="247291" y="242432"/>
                    <a:pt x="249847" y="239878"/>
                    <a:pt x="253681" y="239878"/>
                  </a:cubicBezTo>
                  <a:cubicBezTo>
                    <a:pt x="257515" y="239878"/>
                    <a:pt x="260071" y="242432"/>
                    <a:pt x="260071" y="246262"/>
                  </a:cubicBezTo>
                  <a:lnTo>
                    <a:pt x="260071" y="267968"/>
                  </a:lnTo>
                  <a:close/>
                  <a:moveTo>
                    <a:pt x="288825" y="267968"/>
                  </a:moveTo>
                  <a:cubicBezTo>
                    <a:pt x="288825" y="271798"/>
                    <a:pt x="286269" y="274352"/>
                    <a:pt x="282435" y="274352"/>
                  </a:cubicBezTo>
                  <a:cubicBezTo>
                    <a:pt x="278602" y="274352"/>
                    <a:pt x="276045" y="271798"/>
                    <a:pt x="276045" y="267968"/>
                  </a:cubicBezTo>
                  <a:lnTo>
                    <a:pt x="276045" y="223918"/>
                  </a:lnTo>
                  <a:lnTo>
                    <a:pt x="85625" y="223918"/>
                  </a:lnTo>
                  <a:lnTo>
                    <a:pt x="85625" y="267968"/>
                  </a:lnTo>
                  <a:cubicBezTo>
                    <a:pt x="85625" y="271798"/>
                    <a:pt x="83069" y="274352"/>
                    <a:pt x="79235" y="274352"/>
                  </a:cubicBezTo>
                  <a:cubicBezTo>
                    <a:pt x="75401" y="274352"/>
                    <a:pt x="72845" y="271798"/>
                    <a:pt x="72845" y="267968"/>
                  </a:cubicBezTo>
                  <a:lnTo>
                    <a:pt x="72845" y="217534"/>
                  </a:lnTo>
                  <a:cubicBezTo>
                    <a:pt x="72845" y="213704"/>
                    <a:pt x="75401" y="211150"/>
                    <a:pt x="79235" y="211150"/>
                  </a:cubicBezTo>
                  <a:lnTo>
                    <a:pt x="88181" y="211150"/>
                  </a:lnTo>
                  <a:cubicBezTo>
                    <a:pt x="93932" y="173485"/>
                    <a:pt x="122048" y="142842"/>
                    <a:pt x="159748" y="133904"/>
                  </a:cubicBezTo>
                  <a:lnTo>
                    <a:pt x="159748" y="109007"/>
                  </a:lnTo>
                  <a:cubicBezTo>
                    <a:pt x="159748" y="105176"/>
                    <a:pt x="162305" y="102623"/>
                    <a:pt x="166138" y="102623"/>
                  </a:cubicBezTo>
                  <a:lnTo>
                    <a:pt x="174445" y="102623"/>
                  </a:lnTo>
                  <a:lnTo>
                    <a:pt x="174445" y="94323"/>
                  </a:lnTo>
                  <a:cubicBezTo>
                    <a:pt x="174445" y="90493"/>
                    <a:pt x="177001" y="87939"/>
                    <a:pt x="180835" y="87939"/>
                  </a:cubicBezTo>
                  <a:cubicBezTo>
                    <a:pt x="184669" y="87939"/>
                    <a:pt x="187225" y="90493"/>
                    <a:pt x="187225" y="94323"/>
                  </a:cubicBezTo>
                  <a:lnTo>
                    <a:pt x="187225" y="102623"/>
                  </a:lnTo>
                  <a:lnTo>
                    <a:pt x="195532" y="102623"/>
                  </a:lnTo>
                  <a:cubicBezTo>
                    <a:pt x="199366" y="102623"/>
                    <a:pt x="201922" y="105176"/>
                    <a:pt x="201922" y="109007"/>
                  </a:cubicBezTo>
                  <a:lnTo>
                    <a:pt x="201922" y="133904"/>
                  </a:lnTo>
                  <a:cubicBezTo>
                    <a:pt x="238984" y="142203"/>
                    <a:pt x="267739" y="172846"/>
                    <a:pt x="272850" y="211150"/>
                  </a:cubicBezTo>
                  <a:lnTo>
                    <a:pt x="281796" y="211150"/>
                  </a:lnTo>
                  <a:cubicBezTo>
                    <a:pt x="285630" y="211150"/>
                    <a:pt x="288186" y="213704"/>
                    <a:pt x="288186" y="217534"/>
                  </a:cubicBezTo>
                  <a:lnTo>
                    <a:pt x="288825" y="267968"/>
                  </a:lnTo>
                  <a:close/>
                </a:path>
              </a:pathLst>
            </a:custGeom>
            <a:solidFill>
              <a:srgbClr val="0076A8"/>
            </a:solidFill>
            <a:ln w="6390" cap="flat">
              <a:noFill/>
              <a:prstDash val="solid"/>
              <a:miter/>
            </a:ln>
          </p:spPr>
          <p:txBody>
            <a:bodyPr rtlCol="0" anchor="ctr"/>
            <a:lstStyle/>
            <a:p>
              <a:endParaRPr lang="en-US"/>
            </a:p>
          </p:txBody>
        </p:sp>
      </p:grpSp>
      <p:grpSp>
        <p:nvGrpSpPr>
          <p:cNvPr id="1382" name="Graphic 4">
            <a:extLst>
              <a:ext uri="{FF2B5EF4-FFF2-40B4-BE49-F238E27FC236}">
                <a16:creationId xmlns:a16="http://schemas.microsoft.com/office/drawing/2014/main" id="{5EDF7A2F-39BB-4248-9BC6-FBC08B1C2114}"/>
              </a:ext>
            </a:extLst>
          </p:cNvPr>
          <p:cNvGrpSpPr>
            <a:grpSpLocks noChangeAspect="1"/>
          </p:cNvGrpSpPr>
          <p:nvPr/>
        </p:nvGrpSpPr>
        <p:grpSpPr>
          <a:xfrm>
            <a:off x="2998797" y="1885512"/>
            <a:ext cx="362309" cy="362450"/>
            <a:chOff x="2998797" y="1885512"/>
            <a:chExt cx="362309" cy="362450"/>
          </a:xfrm>
          <a:solidFill>
            <a:srgbClr val="0076A8"/>
          </a:solidFill>
        </p:grpSpPr>
        <p:sp>
          <p:nvSpPr>
            <p:cNvPr id="1383" name="Graphic 4">
              <a:extLst>
                <a:ext uri="{FF2B5EF4-FFF2-40B4-BE49-F238E27FC236}">
                  <a16:creationId xmlns:a16="http://schemas.microsoft.com/office/drawing/2014/main" id="{D4A6CAB0-F157-1841-8EAF-14FE9370F0BC}"/>
                </a:ext>
              </a:extLst>
            </p:cNvPr>
            <p:cNvSpPr/>
            <p:nvPr/>
          </p:nvSpPr>
          <p:spPr>
            <a:xfrm>
              <a:off x="2998797" y="1885512"/>
              <a:ext cx="362309" cy="362450"/>
            </a:xfrm>
            <a:custGeom>
              <a:avLst/>
              <a:gdLst>
                <a:gd name="connsiteX0" fmla="*/ 180835 w 362309"/>
                <a:gd name="connsiteY0" fmla="*/ 479 h 362450"/>
                <a:gd name="connsiteX1" fmla="*/ 0 w 362309"/>
                <a:gd name="connsiteY1" fmla="*/ 181784 h 362450"/>
                <a:gd name="connsiteX2" fmla="*/ 181474 w 362309"/>
                <a:gd name="connsiteY2" fmla="*/ 362451 h 362450"/>
                <a:gd name="connsiteX3" fmla="*/ 362310 w 362309"/>
                <a:gd name="connsiteY3" fmla="*/ 181784 h 362450"/>
                <a:gd name="connsiteX4" fmla="*/ 180835 w 362309"/>
                <a:gd name="connsiteY4" fmla="*/ 479 h 362450"/>
                <a:gd name="connsiteX5" fmla="*/ 180835 w 362309"/>
                <a:gd name="connsiteY5" fmla="*/ 479 h 362450"/>
                <a:gd name="connsiteX6" fmla="*/ 93293 w 362309"/>
                <a:gd name="connsiteY6" fmla="*/ 121774 h 362450"/>
                <a:gd name="connsiteX7" fmla="*/ 177640 w 362309"/>
                <a:gd name="connsiteY7" fmla="*/ 75810 h 362450"/>
                <a:gd name="connsiteX8" fmla="*/ 184030 w 362309"/>
                <a:gd name="connsiteY8" fmla="*/ 75810 h 362450"/>
                <a:gd name="connsiteX9" fmla="*/ 268377 w 362309"/>
                <a:gd name="connsiteY9" fmla="*/ 121774 h 362450"/>
                <a:gd name="connsiteX10" fmla="*/ 271572 w 362309"/>
                <a:gd name="connsiteY10" fmla="*/ 128797 h 362450"/>
                <a:gd name="connsiteX11" fmla="*/ 265182 w 362309"/>
                <a:gd name="connsiteY11" fmla="*/ 133904 h 362450"/>
                <a:gd name="connsiteX12" fmla="*/ 95849 w 362309"/>
                <a:gd name="connsiteY12" fmla="*/ 133904 h 362450"/>
                <a:gd name="connsiteX13" fmla="*/ 89459 w 362309"/>
                <a:gd name="connsiteY13" fmla="*/ 128797 h 362450"/>
                <a:gd name="connsiteX14" fmla="*/ 93293 w 362309"/>
                <a:gd name="connsiteY14" fmla="*/ 121774 h 362450"/>
                <a:gd name="connsiteX15" fmla="*/ 93293 w 362309"/>
                <a:gd name="connsiteY15" fmla="*/ 121774 h 362450"/>
                <a:gd name="connsiteX16" fmla="*/ 256237 w 362309"/>
                <a:gd name="connsiteY16" fmla="*/ 157525 h 362450"/>
                <a:gd name="connsiteX17" fmla="*/ 256237 w 362309"/>
                <a:gd name="connsiteY17" fmla="*/ 218811 h 362450"/>
                <a:gd name="connsiteX18" fmla="*/ 249847 w 362309"/>
                <a:gd name="connsiteY18" fmla="*/ 225195 h 362450"/>
                <a:gd name="connsiteX19" fmla="*/ 243457 w 362309"/>
                <a:gd name="connsiteY19" fmla="*/ 218811 h 362450"/>
                <a:gd name="connsiteX20" fmla="*/ 243457 w 362309"/>
                <a:gd name="connsiteY20" fmla="*/ 157525 h 362450"/>
                <a:gd name="connsiteX21" fmla="*/ 249847 w 362309"/>
                <a:gd name="connsiteY21" fmla="*/ 151141 h 362450"/>
                <a:gd name="connsiteX22" fmla="*/ 256237 w 362309"/>
                <a:gd name="connsiteY22" fmla="*/ 157525 h 362450"/>
                <a:gd name="connsiteX23" fmla="*/ 210229 w 362309"/>
                <a:gd name="connsiteY23" fmla="*/ 157525 h 362450"/>
                <a:gd name="connsiteX24" fmla="*/ 210229 w 362309"/>
                <a:gd name="connsiteY24" fmla="*/ 218811 h 362450"/>
                <a:gd name="connsiteX25" fmla="*/ 203839 w 362309"/>
                <a:gd name="connsiteY25" fmla="*/ 225195 h 362450"/>
                <a:gd name="connsiteX26" fmla="*/ 197449 w 362309"/>
                <a:gd name="connsiteY26" fmla="*/ 218811 h 362450"/>
                <a:gd name="connsiteX27" fmla="*/ 197449 w 362309"/>
                <a:gd name="connsiteY27" fmla="*/ 157525 h 362450"/>
                <a:gd name="connsiteX28" fmla="*/ 203839 w 362309"/>
                <a:gd name="connsiteY28" fmla="*/ 151141 h 362450"/>
                <a:gd name="connsiteX29" fmla="*/ 210229 w 362309"/>
                <a:gd name="connsiteY29" fmla="*/ 157525 h 362450"/>
                <a:gd name="connsiteX30" fmla="*/ 164221 w 362309"/>
                <a:gd name="connsiteY30" fmla="*/ 157525 h 362450"/>
                <a:gd name="connsiteX31" fmla="*/ 164221 w 362309"/>
                <a:gd name="connsiteY31" fmla="*/ 218811 h 362450"/>
                <a:gd name="connsiteX32" fmla="*/ 157832 w 362309"/>
                <a:gd name="connsiteY32" fmla="*/ 225195 h 362450"/>
                <a:gd name="connsiteX33" fmla="*/ 151442 w 362309"/>
                <a:gd name="connsiteY33" fmla="*/ 218811 h 362450"/>
                <a:gd name="connsiteX34" fmla="*/ 151442 w 362309"/>
                <a:gd name="connsiteY34" fmla="*/ 157525 h 362450"/>
                <a:gd name="connsiteX35" fmla="*/ 157832 w 362309"/>
                <a:gd name="connsiteY35" fmla="*/ 151141 h 362450"/>
                <a:gd name="connsiteX36" fmla="*/ 164221 w 362309"/>
                <a:gd name="connsiteY36" fmla="*/ 157525 h 362450"/>
                <a:gd name="connsiteX37" fmla="*/ 118214 w 362309"/>
                <a:gd name="connsiteY37" fmla="*/ 157525 h 362450"/>
                <a:gd name="connsiteX38" fmla="*/ 118214 w 362309"/>
                <a:gd name="connsiteY38" fmla="*/ 218811 h 362450"/>
                <a:gd name="connsiteX39" fmla="*/ 111824 w 362309"/>
                <a:gd name="connsiteY39" fmla="*/ 225195 h 362450"/>
                <a:gd name="connsiteX40" fmla="*/ 105434 w 362309"/>
                <a:gd name="connsiteY40" fmla="*/ 218811 h 362450"/>
                <a:gd name="connsiteX41" fmla="*/ 105434 w 362309"/>
                <a:gd name="connsiteY41" fmla="*/ 157525 h 362450"/>
                <a:gd name="connsiteX42" fmla="*/ 111824 w 362309"/>
                <a:gd name="connsiteY42" fmla="*/ 151141 h 362450"/>
                <a:gd name="connsiteX43" fmla="*/ 118214 w 362309"/>
                <a:gd name="connsiteY43" fmla="*/ 157525 h 362450"/>
                <a:gd name="connsiteX44" fmla="*/ 278602 w 362309"/>
                <a:gd name="connsiteY44" fmla="*/ 283928 h 362450"/>
                <a:gd name="connsiteX45" fmla="*/ 273489 w 362309"/>
                <a:gd name="connsiteY45" fmla="*/ 287120 h 362450"/>
                <a:gd name="connsiteX46" fmla="*/ 88820 w 362309"/>
                <a:gd name="connsiteY46" fmla="*/ 287120 h 362450"/>
                <a:gd name="connsiteX47" fmla="*/ 82430 w 362309"/>
                <a:gd name="connsiteY47" fmla="*/ 280736 h 362450"/>
                <a:gd name="connsiteX48" fmla="*/ 83069 w 362309"/>
                <a:gd name="connsiteY48" fmla="*/ 277544 h 362450"/>
                <a:gd name="connsiteX49" fmla="*/ 98405 w 362309"/>
                <a:gd name="connsiteY49" fmla="*/ 246900 h 362450"/>
                <a:gd name="connsiteX50" fmla="*/ 104156 w 362309"/>
                <a:gd name="connsiteY50" fmla="*/ 243708 h 362450"/>
                <a:gd name="connsiteX51" fmla="*/ 258154 w 362309"/>
                <a:gd name="connsiteY51" fmla="*/ 243708 h 362450"/>
                <a:gd name="connsiteX52" fmla="*/ 263905 w 362309"/>
                <a:gd name="connsiteY52" fmla="*/ 246900 h 362450"/>
                <a:gd name="connsiteX53" fmla="*/ 279879 w 362309"/>
                <a:gd name="connsiteY53" fmla="*/ 278182 h 362450"/>
                <a:gd name="connsiteX54" fmla="*/ 278602 w 362309"/>
                <a:gd name="connsiteY54" fmla="*/ 283928 h 362450"/>
                <a:gd name="connsiteX55" fmla="*/ 278602 w 362309"/>
                <a:gd name="connsiteY55" fmla="*/ 283928 h 36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62309" h="362450">
                  <a:moveTo>
                    <a:pt x="180835" y="479"/>
                  </a:moveTo>
                  <a:cubicBezTo>
                    <a:pt x="80513" y="479"/>
                    <a:pt x="0" y="81555"/>
                    <a:pt x="0" y="181784"/>
                  </a:cubicBezTo>
                  <a:cubicBezTo>
                    <a:pt x="0" y="282012"/>
                    <a:pt x="81152" y="362451"/>
                    <a:pt x="181474" y="362451"/>
                  </a:cubicBezTo>
                  <a:cubicBezTo>
                    <a:pt x="281157" y="362451"/>
                    <a:pt x="362310" y="281374"/>
                    <a:pt x="362310" y="181784"/>
                  </a:cubicBezTo>
                  <a:cubicBezTo>
                    <a:pt x="362310" y="80917"/>
                    <a:pt x="281157" y="479"/>
                    <a:pt x="180835" y="479"/>
                  </a:cubicBezTo>
                  <a:cubicBezTo>
                    <a:pt x="180835" y="-160"/>
                    <a:pt x="180835" y="-160"/>
                    <a:pt x="180835" y="479"/>
                  </a:cubicBezTo>
                  <a:close/>
                  <a:moveTo>
                    <a:pt x="93293" y="121774"/>
                  </a:moveTo>
                  <a:lnTo>
                    <a:pt x="177640" y="75810"/>
                  </a:lnTo>
                  <a:cubicBezTo>
                    <a:pt x="179557" y="74533"/>
                    <a:pt x="182113" y="74533"/>
                    <a:pt x="184030" y="75810"/>
                  </a:cubicBezTo>
                  <a:lnTo>
                    <a:pt x="268377" y="121774"/>
                  </a:lnTo>
                  <a:cubicBezTo>
                    <a:pt x="270934" y="123051"/>
                    <a:pt x="272211" y="126243"/>
                    <a:pt x="271572" y="128797"/>
                  </a:cubicBezTo>
                  <a:cubicBezTo>
                    <a:pt x="270934" y="131989"/>
                    <a:pt x="268377" y="133904"/>
                    <a:pt x="265182" y="133904"/>
                  </a:cubicBezTo>
                  <a:lnTo>
                    <a:pt x="95849" y="133904"/>
                  </a:lnTo>
                  <a:cubicBezTo>
                    <a:pt x="92654" y="133904"/>
                    <a:pt x="90098" y="131989"/>
                    <a:pt x="89459" y="128797"/>
                  </a:cubicBezTo>
                  <a:cubicBezTo>
                    <a:pt x="89459" y="125605"/>
                    <a:pt x="90737" y="123051"/>
                    <a:pt x="93293" y="121774"/>
                  </a:cubicBezTo>
                  <a:lnTo>
                    <a:pt x="93293" y="121774"/>
                  </a:lnTo>
                  <a:close/>
                  <a:moveTo>
                    <a:pt x="256237" y="157525"/>
                  </a:moveTo>
                  <a:lnTo>
                    <a:pt x="256237" y="218811"/>
                  </a:lnTo>
                  <a:cubicBezTo>
                    <a:pt x="256237" y="222641"/>
                    <a:pt x="253681" y="225195"/>
                    <a:pt x="249847" y="225195"/>
                  </a:cubicBezTo>
                  <a:cubicBezTo>
                    <a:pt x="246013" y="225195"/>
                    <a:pt x="243457" y="222641"/>
                    <a:pt x="243457" y="218811"/>
                  </a:cubicBezTo>
                  <a:lnTo>
                    <a:pt x="243457" y="157525"/>
                  </a:lnTo>
                  <a:cubicBezTo>
                    <a:pt x="243457" y="153694"/>
                    <a:pt x="246013" y="151141"/>
                    <a:pt x="249847" y="151141"/>
                  </a:cubicBezTo>
                  <a:cubicBezTo>
                    <a:pt x="253681" y="151141"/>
                    <a:pt x="256237" y="154333"/>
                    <a:pt x="256237" y="157525"/>
                  </a:cubicBezTo>
                  <a:close/>
                  <a:moveTo>
                    <a:pt x="210229" y="157525"/>
                  </a:moveTo>
                  <a:lnTo>
                    <a:pt x="210229" y="218811"/>
                  </a:lnTo>
                  <a:cubicBezTo>
                    <a:pt x="210229" y="222641"/>
                    <a:pt x="207673" y="225195"/>
                    <a:pt x="203839" y="225195"/>
                  </a:cubicBezTo>
                  <a:cubicBezTo>
                    <a:pt x="200005" y="225195"/>
                    <a:pt x="197449" y="222641"/>
                    <a:pt x="197449" y="218811"/>
                  </a:cubicBezTo>
                  <a:lnTo>
                    <a:pt x="197449" y="157525"/>
                  </a:lnTo>
                  <a:cubicBezTo>
                    <a:pt x="197449" y="153694"/>
                    <a:pt x="200005" y="151141"/>
                    <a:pt x="203839" y="151141"/>
                  </a:cubicBezTo>
                  <a:cubicBezTo>
                    <a:pt x="207673" y="151141"/>
                    <a:pt x="210229" y="154333"/>
                    <a:pt x="210229" y="157525"/>
                  </a:cubicBezTo>
                  <a:close/>
                  <a:moveTo>
                    <a:pt x="164221" y="157525"/>
                  </a:moveTo>
                  <a:lnTo>
                    <a:pt x="164221" y="218811"/>
                  </a:lnTo>
                  <a:cubicBezTo>
                    <a:pt x="164221" y="222641"/>
                    <a:pt x="161666" y="225195"/>
                    <a:pt x="157832" y="225195"/>
                  </a:cubicBezTo>
                  <a:cubicBezTo>
                    <a:pt x="153998" y="225195"/>
                    <a:pt x="151442" y="222641"/>
                    <a:pt x="151442" y="218811"/>
                  </a:cubicBezTo>
                  <a:lnTo>
                    <a:pt x="151442" y="157525"/>
                  </a:lnTo>
                  <a:cubicBezTo>
                    <a:pt x="151442" y="153694"/>
                    <a:pt x="153998" y="151141"/>
                    <a:pt x="157832" y="151141"/>
                  </a:cubicBezTo>
                  <a:cubicBezTo>
                    <a:pt x="161666" y="151141"/>
                    <a:pt x="164221" y="154333"/>
                    <a:pt x="164221" y="157525"/>
                  </a:cubicBezTo>
                  <a:close/>
                  <a:moveTo>
                    <a:pt x="118214" y="157525"/>
                  </a:moveTo>
                  <a:lnTo>
                    <a:pt x="118214" y="218811"/>
                  </a:lnTo>
                  <a:cubicBezTo>
                    <a:pt x="118214" y="222641"/>
                    <a:pt x="115658" y="225195"/>
                    <a:pt x="111824" y="225195"/>
                  </a:cubicBezTo>
                  <a:cubicBezTo>
                    <a:pt x="107990" y="225195"/>
                    <a:pt x="105434" y="222641"/>
                    <a:pt x="105434" y="218811"/>
                  </a:cubicBezTo>
                  <a:lnTo>
                    <a:pt x="105434" y="157525"/>
                  </a:lnTo>
                  <a:cubicBezTo>
                    <a:pt x="105434" y="153694"/>
                    <a:pt x="107990" y="151141"/>
                    <a:pt x="111824" y="151141"/>
                  </a:cubicBezTo>
                  <a:cubicBezTo>
                    <a:pt x="115658" y="151141"/>
                    <a:pt x="118214" y="154333"/>
                    <a:pt x="118214" y="157525"/>
                  </a:cubicBezTo>
                  <a:close/>
                  <a:moveTo>
                    <a:pt x="278602" y="283928"/>
                  </a:moveTo>
                  <a:cubicBezTo>
                    <a:pt x="277323" y="285843"/>
                    <a:pt x="275407" y="287120"/>
                    <a:pt x="273489" y="287120"/>
                  </a:cubicBezTo>
                  <a:lnTo>
                    <a:pt x="88820" y="287120"/>
                  </a:lnTo>
                  <a:cubicBezTo>
                    <a:pt x="84986" y="287120"/>
                    <a:pt x="82430" y="284566"/>
                    <a:pt x="82430" y="280736"/>
                  </a:cubicBezTo>
                  <a:cubicBezTo>
                    <a:pt x="82430" y="279459"/>
                    <a:pt x="82430" y="278820"/>
                    <a:pt x="83069" y="277544"/>
                  </a:cubicBezTo>
                  <a:lnTo>
                    <a:pt x="98405" y="246900"/>
                  </a:lnTo>
                  <a:cubicBezTo>
                    <a:pt x="99683" y="244985"/>
                    <a:pt x="101600" y="243070"/>
                    <a:pt x="104156" y="243708"/>
                  </a:cubicBezTo>
                  <a:lnTo>
                    <a:pt x="258154" y="243708"/>
                  </a:lnTo>
                  <a:cubicBezTo>
                    <a:pt x="260710" y="243708"/>
                    <a:pt x="262626" y="244985"/>
                    <a:pt x="263905" y="246900"/>
                  </a:cubicBezTo>
                  <a:lnTo>
                    <a:pt x="279879" y="278182"/>
                  </a:lnTo>
                  <a:cubicBezTo>
                    <a:pt x="279879" y="280097"/>
                    <a:pt x="279879" y="282651"/>
                    <a:pt x="278602" y="283928"/>
                  </a:cubicBezTo>
                  <a:lnTo>
                    <a:pt x="278602" y="283928"/>
                  </a:lnTo>
                  <a:close/>
                </a:path>
              </a:pathLst>
            </a:custGeom>
            <a:solidFill>
              <a:srgbClr val="0076A8"/>
            </a:solidFill>
            <a:ln w="6390" cap="flat">
              <a:noFill/>
              <a:prstDash val="solid"/>
              <a:miter/>
            </a:ln>
          </p:spPr>
          <p:txBody>
            <a:bodyPr rtlCol="0" anchor="ctr"/>
            <a:lstStyle/>
            <a:p>
              <a:endParaRPr lang="en-US"/>
            </a:p>
          </p:txBody>
        </p:sp>
        <p:sp>
          <p:nvSpPr>
            <p:cNvPr id="1384" name="Graphic 4">
              <a:extLst>
                <a:ext uri="{FF2B5EF4-FFF2-40B4-BE49-F238E27FC236}">
                  <a16:creationId xmlns:a16="http://schemas.microsoft.com/office/drawing/2014/main" id="{D4FF6B47-ECE2-614B-9F6C-7340E3333B76}"/>
                </a:ext>
              </a:extLst>
            </p:cNvPr>
            <p:cNvSpPr/>
            <p:nvPr/>
          </p:nvSpPr>
          <p:spPr>
            <a:xfrm>
              <a:off x="3097841" y="2141988"/>
              <a:ext cx="163582" cy="18513"/>
            </a:xfrm>
            <a:custGeom>
              <a:avLst/>
              <a:gdLst>
                <a:gd name="connsiteX0" fmla="*/ 8946 w 163582"/>
                <a:gd name="connsiteY0" fmla="*/ 0 h 18513"/>
                <a:gd name="connsiteX1" fmla="*/ 0 w 163582"/>
                <a:gd name="connsiteY1" fmla="*/ 18514 h 18513"/>
                <a:gd name="connsiteX2" fmla="*/ 163582 w 163582"/>
                <a:gd name="connsiteY2" fmla="*/ 18514 h 18513"/>
                <a:gd name="connsiteX3" fmla="*/ 154637 w 163582"/>
                <a:gd name="connsiteY3" fmla="*/ 0 h 18513"/>
              </a:gdLst>
              <a:ahLst/>
              <a:cxnLst>
                <a:cxn ang="0">
                  <a:pos x="connsiteX0" y="connsiteY0"/>
                </a:cxn>
                <a:cxn ang="0">
                  <a:pos x="connsiteX1" y="connsiteY1"/>
                </a:cxn>
                <a:cxn ang="0">
                  <a:pos x="connsiteX2" y="connsiteY2"/>
                </a:cxn>
                <a:cxn ang="0">
                  <a:pos x="connsiteX3" y="connsiteY3"/>
                </a:cxn>
              </a:cxnLst>
              <a:rect l="l" t="t" r="r" b="b"/>
              <a:pathLst>
                <a:path w="163582" h="18513">
                  <a:moveTo>
                    <a:pt x="8946" y="0"/>
                  </a:moveTo>
                  <a:lnTo>
                    <a:pt x="0" y="18514"/>
                  </a:lnTo>
                  <a:lnTo>
                    <a:pt x="163582" y="18514"/>
                  </a:lnTo>
                  <a:lnTo>
                    <a:pt x="154637" y="0"/>
                  </a:lnTo>
                  <a:close/>
                </a:path>
              </a:pathLst>
            </a:custGeom>
            <a:solidFill>
              <a:srgbClr val="0076A8"/>
            </a:solidFill>
            <a:ln w="6390" cap="flat">
              <a:noFill/>
              <a:prstDash val="solid"/>
              <a:miter/>
            </a:ln>
          </p:spPr>
          <p:txBody>
            <a:bodyPr rtlCol="0" anchor="ctr"/>
            <a:lstStyle/>
            <a:p>
              <a:endParaRPr lang="en-US"/>
            </a:p>
          </p:txBody>
        </p:sp>
        <p:sp>
          <p:nvSpPr>
            <p:cNvPr id="1385" name="Graphic 4">
              <a:extLst>
                <a:ext uri="{FF2B5EF4-FFF2-40B4-BE49-F238E27FC236}">
                  <a16:creationId xmlns:a16="http://schemas.microsoft.com/office/drawing/2014/main" id="{0E1671A1-CA3D-B34E-B555-0AEB75A66C76}"/>
                </a:ext>
              </a:extLst>
            </p:cNvPr>
            <p:cNvSpPr/>
            <p:nvPr/>
          </p:nvSpPr>
          <p:spPr>
            <a:xfrm>
              <a:off x="3120206" y="1974089"/>
              <a:ext cx="118852" cy="32558"/>
            </a:xfrm>
            <a:custGeom>
              <a:avLst/>
              <a:gdLst>
                <a:gd name="connsiteX0" fmla="*/ 59427 w 118852"/>
                <a:gd name="connsiteY0" fmla="*/ 0 h 32558"/>
                <a:gd name="connsiteX1" fmla="*/ 0 w 118852"/>
                <a:gd name="connsiteY1" fmla="*/ 32558 h 32558"/>
                <a:gd name="connsiteX2" fmla="*/ 118853 w 118852"/>
                <a:gd name="connsiteY2" fmla="*/ 32558 h 32558"/>
              </a:gdLst>
              <a:ahLst/>
              <a:cxnLst>
                <a:cxn ang="0">
                  <a:pos x="connsiteX0" y="connsiteY0"/>
                </a:cxn>
                <a:cxn ang="0">
                  <a:pos x="connsiteX1" y="connsiteY1"/>
                </a:cxn>
                <a:cxn ang="0">
                  <a:pos x="connsiteX2" y="connsiteY2"/>
                </a:cxn>
              </a:cxnLst>
              <a:rect l="l" t="t" r="r" b="b"/>
              <a:pathLst>
                <a:path w="118852" h="32558">
                  <a:moveTo>
                    <a:pt x="59427" y="0"/>
                  </a:moveTo>
                  <a:lnTo>
                    <a:pt x="0" y="32558"/>
                  </a:lnTo>
                  <a:lnTo>
                    <a:pt x="118853" y="32558"/>
                  </a:lnTo>
                  <a:close/>
                </a:path>
              </a:pathLst>
            </a:custGeom>
            <a:solidFill>
              <a:srgbClr val="0076A8"/>
            </a:solidFill>
            <a:ln w="6390" cap="flat">
              <a:noFill/>
              <a:prstDash val="solid"/>
              <a:miter/>
            </a:ln>
          </p:spPr>
          <p:txBody>
            <a:bodyPr rtlCol="0" anchor="ctr"/>
            <a:lstStyle/>
            <a:p>
              <a:endParaRPr lang="en-US"/>
            </a:p>
          </p:txBody>
        </p:sp>
      </p:grpSp>
      <p:grpSp>
        <p:nvGrpSpPr>
          <p:cNvPr id="1386" name="Graphic 4">
            <a:extLst>
              <a:ext uri="{FF2B5EF4-FFF2-40B4-BE49-F238E27FC236}">
                <a16:creationId xmlns:a16="http://schemas.microsoft.com/office/drawing/2014/main" id="{64BC4720-1508-C642-AEAB-3AE05132734F}"/>
              </a:ext>
            </a:extLst>
          </p:cNvPr>
          <p:cNvGrpSpPr>
            <a:grpSpLocks noChangeAspect="1"/>
          </p:cNvGrpSpPr>
          <p:nvPr/>
        </p:nvGrpSpPr>
        <p:grpSpPr>
          <a:xfrm>
            <a:off x="5708130" y="4793256"/>
            <a:ext cx="362313" cy="361971"/>
            <a:chOff x="5708130" y="4793256"/>
            <a:chExt cx="362313" cy="361971"/>
          </a:xfrm>
          <a:solidFill>
            <a:srgbClr val="00A3E0"/>
          </a:solidFill>
        </p:grpSpPr>
        <p:sp>
          <p:nvSpPr>
            <p:cNvPr id="1387" name="Graphic 4">
              <a:extLst>
                <a:ext uri="{FF2B5EF4-FFF2-40B4-BE49-F238E27FC236}">
                  <a16:creationId xmlns:a16="http://schemas.microsoft.com/office/drawing/2014/main" id="{0C1619DC-D9C5-9845-B76A-E07C7C83E7F6}"/>
                </a:ext>
              </a:extLst>
            </p:cNvPr>
            <p:cNvSpPr/>
            <p:nvPr/>
          </p:nvSpPr>
          <p:spPr>
            <a:xfrm>
              <a:off x="5708130" y="4793256"/>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8565 h 361971"/>
                <a:gd name="connsiteX7" fmla="*/ 12780 w 362313"/>
                <a:gd name="connsiteY7" fmla="*/ 180667 h 361971"/>
                <a:gd name="connsiteX8" fmla="*/ 180835 w 362313"/>
                <a:gd name="connsiteY8" fmla="*/ 12129 h 361971"/>
                <a:gd name="connsiteX9" fmla="*/ 349530 w 362313"/>
                <a:gd name="connsiteY9" fmla="*/ 180028 h 361971"/>
                <a:gd name="connsiteX10" fmla="*/ 349530 w 362313"/>
                <a:gd name="connsiteY10" fmla="*/ 180028 h 361971"/>
                <a:gd name="connsiteX11" fmla="*/ 181474 w 362313"/>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948" y="80438"/>
                    <a:pt x="281796" y="0"/>
                    <a:pt x="181474" y="0"/>
                  </a:cubicBezTo>
                  <a:close/>
                  <a:moveTo>
                    <a:pt x="181474" y="348565"/>
                  </a:moveTo>
                  <a:cubicBezTo>
                    <a:pt x="88181" y="348565"/>
                    <a:pt x="12780" y="273234"/>
                    <a:pt x="12780" y="180667"/>
                  </a:cubicBezTo>
                  <a:cubicBezTo>
                    <a:pt x="12780" y="88099"/>
                    <a:pt x="88181" y="12129"/>
                    <a:pt x="180835" y="12129"/>
                  </a:cubicBezTo>
                  <a:cubicBezTo>
                    <a:pt x="274128" y="12129"/>
                    <a:pt x="349530" y="87461"/>
                    <a:pt x="349530" y="180028"/>
                  </a:cubicBezTo>
                  <a:lnTo>
                    <a:pt x="349530" y="180028"/>
                  </a:lnTo>
                  <a:cubicBezTo>
                    <a:pt x="349530" y="273234"/>
                    <a:pt x="274767" y="348565"/>
                    <a:pt x="181474" y="348565"/>
                  </a:cubicBezTo>
                  <a:close/>
                </a:path>
              </a:pathLst>
            </a:custGeom>
            <a:solidFill>
              <a:srgbClr val="00A3E0"/>
            </a:solidFill>
            <a:ln w="6390" cap="flat">
              <a:noFill/>
              <a:prstDash val="solid"/>
              <a:miter/>
            </a:ln>
          </p:spPr>
          <p:txBody>
            <a:bodyPr rtlCol="0" anchor="ctr"/>
            <a:lstStyle/>
            <a:p>
              <a:endParaRPr lang="en-US"/>
            </a:p>
          </p:txBody>
        </p:sp>
        <p:sp>
          <p:nvSpPr>
            <p:cNvPr id="1388" name="Graphic 4">
              <a:extLst>
                <a:ext uri="{FF2B5EF4-FFF2-40B4-BE49-F238E27FC236}">
                  <a16:creationId xmlns:a16="http://schemas.microsoft.com/office/drawing/2014/main" id="{F22C2847-D08B-B54F-BD77-00519B5880AB}"/>
                </a:ext>
              </a:extLst>
            </p:cNvPr>
            <p:cNvSpPr/>
            <p:nvPr/>
          </p:nvSpPr>
          <p:spPr>
            <a:xfrm>
              <a:off x="5768196" y="4960128"/>
              <a:ext cx="136744" cy="131898"/>
            </a:xfrm>
            <a:custGeom>
              <a:avLst/>
              <a:gdLst>
                <a:gd name="connsiteX0" fmla="*/ 128438 w 136744"/>
                <a:gd name="connsiteY0" fmla="*/ 54014 h 131898"/>
                <a:gd name="connsiteX1" fmla="*/ 123965 w 136744"/>
                <a:gd name="connsiteY1" fmla="*/ 49545 h 131898"/>
                <a:gd name="connsiteX2" fmla="*/ 125243 w 136744"/>
                <a:gd name="connsiteY2" fmla="*/ 43161 h 131898"/>
                <a:gd name="connsiteX3" fmla="*/ 121409 w 136744"/>
                <a:gd name="connsiteY3" fmla="*/ 22732 h 131898"/>
                <a:gd name="connsiteX4" fmla="*/ 109268 w 136744"/>
                <a:gd name="connsiteY4" fmla="*/ 20817 h 131898"/>
                <a:gd name="connsiteX5" fmla="*/ 103517 w 136744"/>
                <a:gd name="connsiteY5" fmla="*/ 20179 h 131898"/>
                <a:gd name="connsiteX6" fmla="*/ 100961 w 136744"/>
                <a:gd name="connsiteY6" fmla="*/ 14433 h 131898"/>
                <a:gd name="connsiteX7" fmla="*/ 90737 w 136744"/>
                <a:gd name="connsiteY7" fmla="*/ 1027 h 131898"/>
                <a:gd name="connsiteX8" fmla="*/ 74762 w 136744"/>
                <a:gd name="connsiteY8" fmla="*/ 5495 h 131898"/>
                <a:gd name="connsiteX9" fmla="*/ 69650 w 136744"/>
                <a:gd name="connsiteY9" fmla="*/ 8687 h 131898"/>
                <a:gd name="connsiteX10" fmla="*/ 64538 w 136744"/>
                <a:gd name="connsiteY10" fmla="*/ 5495 h 131898"/>
                <a:gd name="connsiteX11" fmla="*/ 48563 w 136744"/>
                <a:gd name="connsiteY11" fmla="*/ 388 h 131898"/>
                <a:gd name="connsiteX12" fmla="*/ 38340 w 136744"/>
                <a:gd name="connsiteY12" fmla="*/ 13795 h 131898"/>
                <a:gd name="connsiteX13" fmla="*/ 35783 w 136744"/>
                <a:gd name="connsiteY13" fmla="*/ 18902 h 131898"/>
                <a:gd name="connsiteX14" fmla="*/ 29394 w 136744"/>
                <a:gd name="connsiteY14" fmla="*/ 19540 h 131898"/>
                <a:gd name="connsiteX15" fmla="*/ 13419 w 136744"/>
                <a:gd name="connsiteY15" fmla="*/ 24647 h 131898"/>
                <a:gd name="connsiteX16" fmla="*/ 12780 w 136744"/>
                <a:gd name="connsiteY16" fmla="*/ 41246 h 131898"/>
                <a:gd name="connsiteX17" fmla="*/ 14058 w 136744"/>
                <a:gd name="connsiteY17" fmla="*/ 46991 h 131898"/>
                <a:gd name="connsiteX18" fmla="*/ 9585 w 136744"/>
                <a:gd name="connsiteY18" fmla="*/ 50822 h 131898"/>
                <a:gd name="connsiteX19" fmla="*/ 0 w 136744"/>
                <a:gd name="connsiteY19" fmla="*/ 64228 h 131898"/>
                <a:gd name="connsiteX20" fmla="*/ 9585 w 136744"/>
                <a:gd name="connsiteY20" fmla="*/ 77634 h 131898"/>
                <a:gd name="connsiteX21" fmla="*/ 14058 w 136744"/>
                <a:gd name="connsiteY21" fmla="*/ 82103 h 131898"/>
                <a:gd name="connsiteX22" fmla="*/ 12780 w 136744"/>
                <a:gd name="connsiteY22" fmla="*/ 88487 h 131898"/>
                <a:gd name="connsiteX23" fmla="*/ 12780 w 136744"/>
                <a:gd name="connsiteY23" fmla="*/ 105085 h 131898"/>
                <a:gd name="connsiteX24" fmla="*/ 28755 w 136744"/>
                <a:gd name="connsiteY24" fmla="*/ 110831 h 131898"/>
                <a:gd name="connsiteX25" fmla="*/ 34505 w 136744"/>
                <a:gd name="connsiteY25" fmla="*/ 111469 h 131898"/>
                <a:gd name="connsiteX26" fmla="*/ 37062 w 136744"/>
                <a:gd name="connsiteY26" fmla="*/ 117215 h 131898"/>
                <a:gd name="connsiteX27" fmla="*/ 46646 w 136744"/>
                <a:gd name="connsiteY27" fmla="*/ 130621 h 131898"/>
                <a:gd name="connsiteX28" fmla="*/ 62621 w 136744"/>
                <a:gd name="connsiteY28" fmla="*/ 126152 h 131898"/>
                <a:gd name="connsiteX29" fmla="*/ 67733 w 136744"/>
                <a:gd name="connsiteY29" fmla="*/ 122961 h 131898"/>
                <a:gd name="connsiteX30" fmla="*/ 72845 w 136744"/>
                <a:gd name="connsiteY30" fmla="*/ 126152 h 131898"/>
                <a:gd name="connsiteX31" fmla="*/ 85625 w 136744"/>
                <a:gd name="connsiteY31" fmla="*/ 131898 h 131898"/>
                <a:gd name="connsiteX32" fmla="*/ 88820 w 136744"/>
                <a:gd name="connsiteY32" fmla="*/ 131260 h 131898"/>
                <a:gd name="connsiteX33" fmla="*/ 99044 w 136744"/>
                <a:gd name="connsiteY33" fmla="*/ 117853 h 131898"/>
                <a:gd name="connsiteX34" fmla="*/ 101600 w 136744"/>
                <a:gd name="connsiteY34" fmla="*/ 112746 h 131898"/>
                <a:gd name="connsiteX35" fmla="*/ 107990 w 136744"/>
                <a:gd name="connsiteY35" fmla="*/ 112108 h 131898"/>
                <a:gd name="connsiteX36" fmla="*/ 125882 w 136744"/>
                <a:gd name="connsiteY36" fmla="*/ 102532 h 131898"/>
                <a:gd name="connsiteX37" fmla="*/ 123965 w 136744"/>
                <a:gd name="connsiteY37" fmla="*/ 90402 h 131898"/>
                <a:gd name="connsiteX38" fmla="*/ 122687 w 136744"/>
                <a:gd name="connsiteY38" fmla="*/ 84657 h 131898"/>
                <a:gd name="connsiteX39" fmla="*/ 127160 w 136744"/>
                <a:gd name="connsiteY39" fmla="*/ 80826 h 131898"/>
                <a:gd name="connsiteX40" fmla="*/ 136744 w 136744"/>
                <a:gd name="connsiteY40" fmla="*/ 66782 h 131898"/>
                <a:gd name="connsiteX41" fmla="*/ 128438 w 136744"/>
                <a:gd name="connsiteY41" fmla="*/ 54014 h 131898"/>
                <a:gd name="connsiteX42" fmla="*/ 120131 w 136744"/>
                <a:gd name="connsiteY42" fmla="*/ 71250 h 131898"/>
                <a:gd name="connsiteX43" fmla="*/ 111185 w 136744"/>
                <a:gd name="connsiteY43" fmla="*/ 81465 h 131898"/>
                <a:gd name="connsiteX44" fmla="*/ 112463 w 136744"/>
                <a:gd name="connsiteY44" fmla="*/ 94871 h 131898"/>
                <a:gd name="connsiteX45" fmla="*/ 113741 w 136744"/>
                <a:gd name="connsiteY45" fmla="*/ 99978 h 131898"/>
                <a:gd name="connsiteX46" fmla="*/ 107990 w 136744"/>
                <a:gd name="connsiteY46" fmla="*/ 99978 h 131898"/>
                <a:gd name="connsiteX47" fmla="*/ 94571 w 136744"/>
                <a:gd name="connsiteY47" fmla="*/ 103170 h 131898"/>
                <a:gd name="connsiteX48" fmla="*/ 87542 w 136744"/>
                <a:gd name="connsiteY48" fmla="*/ 114661 h 131898"/>
                <a:gd name="connsiteX49" fmla="*/ 84986 w 136744"/>
                <a:gd name="connsiteY49" fmla="*/ 119769 h 131898"/>
                <a:gd name="connsiteX50" fmla="*/ 79874 w 136744"/>
                <a:gd name="connsiteY50" fmla="*/ 116577 h 131898"/>
                <a:gd name="connsiteX51" fmla="*/ 67733 w 136744"/>
                <a:gd name="connsiteY51" fmla="*/ 110831 h 131898"/>
                <a:gd name="connsiteX52" fmla="*/ 67733 w 136744"/>
                <a:gd name="connsiteY52" fmla="*/ 110831 h 131898"/>
                <a:gd name="connsiteX53" fmla="*/ 54953 w 136744"/>
                <a:gd name="connsiteY53" fmla="*/ 115938 h 131898"/>
                <a:gd name="connsiteX54" fmla="*/ 50480 w 136744"/>
                <a:gd name="connsiteY54" fmla="*/ 118492 h 131898"/>
                <a:gd name="connsiteX55" fmla="*/ 48563 w 136744"/>
                <a:gd name="connsiteY55" fmla="*/ 113385 h 131898"/>
                <a:gd name="connsiteX56" fmla="*/ 41535 w 136744"/>
                <a:gd name="connsiteY56" fmla="*/ 101255 h 131898"/>
                <a:gd name="connsiteX57" fmla="*/ 28115 w 136744"/>
                <a:gd name="connsiteY57" fmla="*/ 98063 h 131898"/>
                <a:gd name="connsiteX58" fmla="*/ 22365 w 136744"/>
                <a:gd name="connsiteY58" fmla="*/ 98063 h 131898"/>
                <a:gd name="connsiteX59" fmla="*/ 23643 w 136744"/>
                <a:gd name="connsiteY59" fmla="*/ 92956 h 131898"/>
                <a:gd name="connsiteX60" fmla="*/ 16614 w 136744"/>
                <a:gd name="connsiteY60" fmla="*/ 68697 h 131898"/>
                <a:gd name="connsiteX61" fmla="*/ 15975 w 136744"/>
                <a:gd name="connsiteY61" fmla="*/ 68058 h 131898"/>
                <a:gd name="connsiteX62" fmla="*/ 12141 w 136744"/>
                <a:gd name="connsiteY62" fmla="*/ 64866 h 131898"/>
                <a:gd name="connsiteX63" fmla="*/ 16614 w 136744"/>
                <a:gd name="connsiteY63" fmla="*/ 61036 h 131898"/>
                <a:gd name="connsiteX64" fmla="*/ 25560 w 136744"/>
                <a:gd name="connsiteY64" fmla="*/ 50822 h 131898"/>
                <a:gd name="connsiteX65" fmla="*/ 24282 w 136744"/>
                <a:gd name="connsiteY65" fmla="*/ 37415 h 131898"/>
                <a:gd name="connsiteX66" fmla="*/ 23004 w 136744"/>
                <a:gd name="connsiteY66" fmla="*/ 32308 h 131898"/>
                <a:gd name="connsiteX67" fmla="*/ 28755 w 136744"/>
                <a:gd name="connsiteY67" fmla="*/ 32308 h 131898"/>
                <a:gd name="connsiteX68" fmla="*/ 42173 w 136744"/>
                <a:gd name="connsiteY68" fmla="*/ 29116 h 131898"/>
                <a:gd name="connsiteX69" fmla="*/ 49203 w 136744"/>
                <a:gd name="connsiteY69" fmla="*/ 17625 h 131898"/>
                <a:gd name="connsiteX70" fmla="*/ 51758 w 136744"/>
                <a:gd name="connsiteY70" fmla="*/ 12518 h 131898"/>
                <a:gd name="connsiteX71" fmla="*/ 56870 w 136744"/>
                <a:gd name="connsiteY71" fmla="*/ 15710 h 131898"/>
                <a:gd name="connsiteX72" fmla="*/ 69011 w 136744"/>
                <a:gd name="connsiteY72" fmla="*/ 21455 h 131898"/>
                <a:gd name="connsiteX73" fmla="*/ 81791 w 136744"/>
                <a:gd name="connsiteY73" fmla="*/ 16348 h 131898"/>
                <a:gd name="connsiteX74" fmla="*/ 86264 w 136744"/>
                <a:gd name="connsiteY74" fmla="*/ 13156 h 131898"/>
                <a:gd name="connsiteX75" fmla="*/ 88181 w 136744"/>
                <a:gd name="connsiteY75" fmla="*/ 18263 h 131898"/>
                <a:gd name="connsiteX76" fmla="*/ 107351 w 136744"/>
                <a:gd name="connsiteY76" fmla="*/ 33585 h 131898"/>
                <a:gd name="connsiteX77" fmla="*/ 107990 w 136744"/>
                <a:gd name="connsiteY77" fmla="*/ 33585 h 131898"/>
                <a:gd name="connsiteX78" fmla="*/ 113741 w 136744"/>
                <a:gd name="connsiteY78" fmla="*/ 33585 h 131898"/>
                <a:gd name="connsiteX79" fmla="*/ 112463 w 136744"/>
                <a:gd name="connsiteY79" fmla="*/ 38692 h 131898"/>
                <a:gd name="connsiteX80" fmla="*/ 119492 w 136744"/>
                <a:gd name="connsiteY80" fmla="*/ 62951 h 131898"/>
                <a:gd name="connsiteX81" fmla="*/ 120131 w 136744"/>
                <a:gd name="connsiteY81" fmla="*/ 63590 h 131898"/>
                <a:gd name="connsiteX82" fmla="*/ 123965 w 136744"/>
                <a:gd name="connsiteY82" fmla="*/ 66782 h 131898"/>
                <a:gd name="connsiteX83" fmla="*/ 120131 w 136744"/>
                <a:gd name="connsiteY83" fmla="*/ 71250 h 131898"/>
                <a:gd name="connsiteX84" fmla="*/ 120131 w 136744"/>
                <a:gd name="connsiteY84" fmla="*/ 71250 h 13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36744" h="131898">
                  <a:moveTo>
                    <a:pt x="128438" y="54014"/>
                  </a:moveTo>
                  <a:cubicBezTo>
                    <a:pt x="126521" y="52737"/>
                    <a:pt x="125243" y="51460"/>
                    <a:pt x="123965" y="49545"/>
                  </a:cubicBezTo>
                  <a:cubicBezTo>
                    <a:pt x="123965" y="47630"/>
                    <a:pt x="124604" y="45076"/>
                    <a:pt x="125243" y="43161"/>
                  </a:cubicBezTo>
                  <a:cubicBezTo>
                    <a:pt x="129716" y="36777"/>
                    <a:pt x="127799" y="27201"/>
                    <a:pt x="121409" y="22732"/>
                  </a:cubicBezTo>
                  <a:cubicBezTo>
                    <a:pt x="117575" y="20179"/>
                    <a:pt x="113102" y="19540"/>
                    <a:pt x="109268" y="20817"/>
                  </a:cubicBezTo>
                  <a:cubicBezTo>
                    <a:pt x="107351" y="20817"/>
                    <a:pt x="105434" y="20817"/>
                    <a:pt x="103517" y="20179"/>
                  </a:cubicBezTo>
                  <a:cubicBezTo>
                    <a:pt x="102239" y="18263"/>
                    <a:pt x="101600" y="16348"/>
                    <a:pt x="100961" y="14433"/>
                  </a:cubicBezTo>
                  <a:cubicBezTo>
                    <a:pt x="99044" y="9326"/>
                    <a:pt x="97127" y="2942"/>
                    <a:pt x="90737" y="1027"/>
                  </a:cubicBezTo>
                  <a:cubicBezTo>
                    <a:pt x="84986" y="-250"/>
                    <a:pt x="79235" y="1665"/>
                    <a:pt x="74762" y="5495"/>
                  </a:cubicBezTo>
                  <a:cubicBezTo>
                    <a:pt x="72845" y="6772"/>
                    <a:pt x="71567" y="8049"/>
                    <a:pt x="69650" y="8687"/>
                  </a:cubicBezTo>
                  <a:cubicBezTo>
                    <a:pt x="67733" y="8049"/>
                    <a:pt x="65816" y="6772"/>
                    <a:pt x="64538" y="5495"/>
                  </a:cubicBezTo>
                  <a:cubicBezTo>
                    <a:pt x="60065" y="1027"/>
                    <a:pt x="54314" y="-889"/>
                    <a:pt x="48563" y="388"/>
                  </a:cubicBezTo>
                  <a:cubicBezTo>
                    <a:pt x="42173" y="2303"/>
                    <a:pt x="40257" y="8687"/>
                    <a:pt x="38340" y="13795"/>
                  </a:cubicBezTo>
                  <a:cubicBezTo>
                    <a:pt x="37700" y="15710"/>
                    <a:pt x="37062" y="17625"/>
                    <a:pt x="35783" y="18902"/>
                  </a:cubicBezTo>
                  <a:cubicBezTo>
                    <a:pt x="33867" y="19540"/>
                    <a:pt x="31310" y="19540"/>
                    <a:pt x="29394" y="19540"/>
                  </a:cubicBezTo>
                  <a:cubicBezTo>
                    <a:pt x="23643" y="18902"/>
                    <a:pt x="17892" y="20817"/>
                    <a:pt x="13419" y="24647"/>
                  </a:cubicBezTo>
                  <a:cubicBezTo>
                    <a:pt x="10863" y="29755"/>
                    <a:pt x="10224" y="36138"/>
                    <a:pt x="12780" y="41246"/>
                  </a:cubicBezTo>
                  <a:cubicBezTo>
                    <a:pt x="13419" y="43161"/>
                    <a:pt x="14058" y="45076"/>
                    <a:pt x="14058" y="46991"/>
                  </a:cubicBezTo>
                  <a:cubicBezTo>
                    <a:pt x="12780" y="48268"/>
                    <a:pt x="10863" y="50183"/>
                    <a:pt x="9585" y="50822"/>
                  </a:cubicBezTo>
                  <a:cubicBezTo>
                    <a:pt x="4473" y="53375"/>
                    <a:pt x="639" y="58482"/>
                    <a:pt x="0" y="64228"/>
                  </a:cubicBezTo>
                  <a:cubicBezTo>
                    <a:pt x="0" y="70612"/>
                    <a:pt x="5112" y="74442"/>
                    <a:pt x="9585" y="77634"/>
                  </a:cubicBezTo>
                  <a:cubicBezTo>
                    <a:pt x="11502" y="78911"/>
                    <a:pt x="12780" y="80188"/>
                    <a:pt x="14058" y="82103"/>
                  </a:cubicBezTo>
                  <a:cubicBezTo>
                    <a:pt x="14058" y="84018"/>
                    <a:pt x="13419" y="86572"/>
                    <a:pt x="12780" y="88487"/>
                  </a:cubicBezTo>
                  <a:cubicBezTo>
                    <a:pt x="10224" y="93594"/>
                    <a:pt x="10224" y="99978"/>
                    <a:pt x="12780" y="105085"/>
                  </a:cubicBezTo>
                  <a:cubicBezTo>
                    <a:pt x="16614" y="109554"/>
                    <a:pt x="23004" y="111469"/>
                    <a:pt x="28755" y="110831"/>
                  </a:cubicBezTo>
                  <a:cubicBezTo>
                    <a:pt x="30672" y="110831"/>
                    <a:pt x="32589" y="110831"/>
                    <a:pt x="34505" y="111469"/>
                  </a:cubicBezTo>
                  <a:cubicBezTo>
                    <a:pt x="35783" y="113385"/>
                    <a:pt x="36423" y="115300"/>
                    <a:pt x="37062" y="117215"/>
                  </a:cubicBezTo>
                  <a:cubicBezTo>
                    <a:pt x="38978" y="122322"/>
                    <a:pt x="40895" y="128706"/>
                    <a:pt x="46646" y="130621"/>
                  </a:cubicBezTo>
                  <a:cubicBezTo>
                    <a:pt x="52398" y="131898"/>
                    <a:pt x="58148" y="129983"/>
                    <a:pt x="62621" y="126152"/>
                  </a:cubicBezTo>
                  <a:cubicBezTo>
                    <a:pt x="64538" y="124876"/>
                    <a:pt x="65816" y="123599"/>
                    <a:pt x="67733" y="122961"/>
                  </a:cubicBezTo>
                  <a:cubicBezTo>
                    <a:pt x="69650" y="123599"/>
                    <a:pt x="71567" y="124876"/>
                    <a:pt x="72845" y="126152"/>
                  </a:cubicBezTo>
                  <a:cubicBezTo>
                    <a:pt x="76679" y="129344"/>
                    <a:pt x="81152" y="131260"/>
                    <a:pt x="85625" y="131898"/>
                  </a:cubicBezTo>
                  <a:cubicBezTo>
                    <a:pt x="86903" y="131898"/>
                    <a:pt x="88181" y="131898"/>
                    <a:pt x="88820" y="131260"/>
                  </a:cubicBezTo>
                  <a:cubicBezTo>
                    <a:pt x="95210" y="129344"/>
                    <a:pt x="97127" y="122961"/>
                    <a:pt x="99044" y="117853"/>
                  </a:cubicBezTo>
                  <a:cubicBezTo>
                    <a:pt x="99683" y="115938"/>
                    <a:pt x="100322" y="114023"/>
                    <a:pt x="101600" y="112746"/>
                  </a:cubicBezTo>
                  <a:cubicBezTo>
                    <a:pt x="103517" y="112108"/>
                    <a:pt x="106073" y="112108"/>
                    <a:pt x="107990" y="112108"/>
                  </a:cubicBezTo>
                  <a:cubicBezTo>
                    <a:pt x="115658" y="114661"/>
                    <a:pt x="123965" y="110193"/>
                    <a:pt x="125882" y="102532"/>
                  </a:cubicBezTo>
                  <a:cubicBezTo>
                    <a:pt x="127160" y="98701"/>
                    <a:pt x="126521" y="94233"/>
                    <a:pt x="123965" y="90402"/>
                  </a:cubicBezTo>
                  <a:cubicBezTo>
                    <a:pt x="123326" y="88487"/>
                    <a:pt x="122687" y="86572"/>
                    <a:pt x="122687" y="84657"/>
                  </a:cubicBezTo>
                  <a:cubicBezTo>
                    <a:pt x="123965" y="83380"/>
                    <a:pt x="125882" y="81465"/>
                    <a:pt x="127160" y="80826"/>
                  </a:cubicBezTo>
                  <a:cubicBezTo>
                    <a:pt x="131633" y="77634"/>
                    <a:pt x="136744" y="73804"/>
                    <a:pt x="136744" y="66782"/>
                  </a:cubicBezTo>
                  <a:cubicBezTo>
                    <a:pt x="136744" y="59759"/>
                    <a:pt x="132911" y="57206"/>
                    <a:pt x="128438" y="54014"/>
                  </a:cubicBezTo>
                  <a:close/>
                  <a:moveTo>
                    <a:pt x="120131" y="71250"/>
                  </a:moveTo>
                  <a:cubicBezTo>
                    <a:pt x="116297" y="73804"/>
                    <a:pt x="113102" y="76996"/>
                    <a:pt x="111185" y="81465"/>
                  </a:cubicBezTo>
                  <a:cubicBezTo>
                    <a:pt x="109907" y="85933"/>
                    <a:pt x="110546" y="91041"/>
                    <a:pt x="112463" y="94871"/>
                  </a:cubicBezTo>
                  <a:cubicBezTo>
                    <a:pt x="113102" y="96786"/>
                    <a:pt x="113741" y="98701"/>
                    <a:pt x="113741" y="99978"/>
                  </a:cubicBezTo>
                  <a:cubicBezTo>
                    <a:pt x="111824" y="99978"/>
                    <a:pt x="109907" y="100617"/>
                    <a:pt x="107990" y="99978"/>
                  </a:cubicBezTo>
                  <a:cubicBezTo>
                    <a:pt x="103517" y="99340"/>
                    <a:pt x="98405" y="100617"/>
                    <a:pt x="94571" y="103170"/>
                  </a:cubicBezTo>
                  <a:cubicBezTo>
                    <a:pt x="91376" y="106362"/>
                    <a:pt x="88820" y="110193"/>
                    <a:pt x="87542" y="114661"/>
                  </a:cubicBezTo>
                  <a:cubicBezTo>
                    <a:pt x="86903" y="116577"/>
                    <a:pt x="86264" y="118492"/>
                    <a:pt x="84986" y="119769"/>
                  </a:cubicBezTo>
                  <a:cubicBezTo>
                    <a:pt x="83069" y="119130"/>
                    <a:pt x="81791" y="117853"/>
                    <a:pt x="79874" y="116577"/>
                  </a:cubicBezTo>
                  <a:cubicBezTo>
                    <a:pt x="76679" y="113385"/>
                    <a:pt x="72206" y="111469"/>
                    <a:pt x="67733" y="110831"/>
                  </a:cubicBezTo>
                  <a:lnTo>
                    <a:pt x="67733" y="110831"/>
                  </a:lnTo>
                  <a:cubicBezTo>
                    <a:pt x="63260" y="111469"/>
                    <a:pt x="58788" y="113385"/>
                    <a:pt x="54953" y="115938"/>
                  </a:cubicBezTo>
                  <a:cubicBezTo>
                    <a:pt x="53675" y="117215"/>
                    <a:pt x="51758" y="117853"/>
                    <a:pt x="50480" y="118492"/>
                  </a:cubicBezTo>
                  <a:cubicBezTo>
                    <a:pt x="49841" y="116577"/>
                    <a:pt x="49203" y="115300"/>
                    <a:pt x="48563" y="113385"/>
                  </a:cubicBezTo>
                  <a:cubicBezTo>
                    <a:pt x="47285" y="108916"/>
                    <a:pt x="45368" y="104447"/>
                    <a:pt x="41535" y="101255"/>
                  </a:cubicBezTo>
                  <a:cubicBezTo>
                    <a:pt x="37700" y="98701"/>
                    <a:pt x="33228" y="98063"/>
                    <a:pt x="28115" y="98063"/>
                  </a:cubicBezTo>
                  <a:lnTo>
                    <a:pt x="22365" y="98063"/>
                  </a:lnTo>
                  <a:cubicBezTo>
                    <a:pt x="22365" y="96148"/>
                    <a:pt x="23004" y="94233"/>
                    <a:pt x="23643" y="92956"/>
                  </a:cubicBezTo>
                  <a:cubicBezTo>
                    <a:pt x="28115" y="84657"/>
                    <a:pt x="25560" y="73804"/>
                    <a:pt x="16614" y="68697"/>
                  </a:cubicBezTo>
                  <a:cubicBezTo>
                    <a:pt x="16614" y="68697"/>
                    <a:pt x="15975" y="68697"/>
                    <a:pt x="15975" y="68058"/>
                  </a:cubicBezTo>
                  <a:cubicBezTo>
                    <a:pt x="14697" y="66782"/>
                    <a:pt x="13419" y="65505"/>
                    <a:pt x="12141" y="64866"/>
                  </a:cubicBezTo>
                  <a:cubicBezTo>
                    <a:pt x="13419" y="63590"/>
                    <a:pt x="14697" y="62313"/>
                    <a:pt x="16614" y="61036"/>
                  </a:cubicBezTo>
                  <a:cubicBezTo>
                    <a:pt x="20448" y="58482"/>
                    <a:pt x="23643" y="55290"/>
                    <a:pt x="25560" y="50822"/>
                  </a:cubicBezTo>
                  <a:cubicBezTo>
                    <a:pt x="26838" y="46353"/>
                    <a:pt x="26199" y="41246"/>
                    <a:pt x="24282" y="37415"/>
                  </a:cubicBezTo>
                  <a:cubicBezTo>
                    <a:pt x="23643" y="35500"/>
                    <a:pt x="23004" y="33585"/>
                    <a:pt x="23004" y="32308"/>
                  </a:cubicBezTo>
                  <a:cubicBezTo>
                    <a:pt x="24921" y="32308"/>
                    <a:pt x="26838" y="32308"/>
                    <a:pt x="28755" y="32308"/>
                  </a:cubicBezTo>
                  <a:cubicBezTo>
                    <a:pt x="33228" y="32947"/>
                    <a:pt x="38340" y="31670"/>
                    <a:pt x="42173" y="29116"/>
                  </a:cubicBezTo>
                  <a:cubicBezTo>
                    <a:pt x="45368" y="25924"/>
                    <a:pt x="47925" y="22094"/>
                    <a:pt x="49203" y="17625"/>
                  </a:cubicBezTo>
                  <a:cubicBezTo>
                    <a:pt x="49841" y="15710"/>
                    <a:pt x="50480" y="13795"/>
                    <a:pt x="51758" y="12518"/>
                  </a:cubicBezTo>
                  <a:cubicBezTo>
                    <a:pt x="53675" y="13156"/>
                    <a:pt x="54953" y="14433"/>
                    <a:pt x="56870" y="15710"/>
                  </a:cubicBezTo>
                  <a:cubicBezTo>
                    <a:pt x="60065" y="18902"/>
                    <a:pt x="64538" y="20817"/>
                    <a:pt x="69011" y="21455"/>
                  </a:cubicBezTo>
                  <a:cubicBezTo>
                    <a:pt x="73484" y="20817"/>
                    <a:pt x="77957" y="18902"/>
                    <a:pt x="81791" y="16348"/>
                  </a:cubicBezTo>
                  <a:cubicBezTo>
                    <a:pt x="83069" y="15071"/>
                    <a:pt x="84986" y="14433"/>
                    <a:pt x="86264" y="13156"/>
                  </a:cubicBezTo>
                  <a:cubicBezTo>
                    <a:pt x="86903" y="15071"/>
                    <a:pt x="87542" y="16348"/>
                    <a:pt x="88181" y="18263"/>
                  </a:cubicBezTo>
                  <a:cubicBezTo>
                    <a:pt x="89459" y="27839"/>
                    <a:pt x="97766" y="34862"/>
                    <a:pt x="107351" y="33585"/>
                  </a:cubicBezTo>
                  <a:cubicBezTo>
                    <a:pt x="107351" y="33585"/>
                    <a:pt x="107990" y="33585"/>
                    <a:pt x="107990" y="33585"/>
                  </a:cubicBezTo>
                  <a:cubicBezTo>
                    <a:pt x="109907" y="33585"/>
                    <a:pt x="112463" y="33585"/>
                    <a:pt x="113741" y="33585"/>
                  </a:cubicBezTo>
                  <a:cubicBezTo>
                    <a:pt x="113741" y="35500"/>
                    <a:pt x="113102" y="37415"/>
                    <a:pt x="112463" y="38692"/>
                  </a:cubicBezTo>
                  <a:cubicBezTo>
                    <a:pt x="107990" y="46991"/>
                    <a:pt x="110546" y="57844"/>
                    <a:pt x="119492" y="62951"/>
                  </a:cubicBezTo>
                  <a:cubicBezTo>
                    <a:pt x="119492" y="62951"/>
                    <a:pt x="120131" y="62951"/>
                    <a:pt x="120131" y="63590"/>
                  </a:cubicBezTo>
                  <a:cubicBezTo>
                    <a:pt x="121409" y="64866"/>
                    <a:pt x="122687" y="65505"/>
                    <a:pt x="123965" y="66782"/>
                  </a:cubicBezTo>
                  <a:cubicBezTo>
                    <a:pt x="123326" y="69335"/>
                    <a:pt x="121409" y="69974"/>
                    <a:pt x="120131" y="71250"/>
                  </a:cubicBezTo>
                  <a:lnTo>
                    <a:pt x="120131" y="71250"/>
                  </a:lnTo>
                  <a:close/>
                </a:path>
              </a:pathLst>
            </a:custGeom>
            <a:solidFill>
              <a:srgbClr val="00A3E0"/>
            </a:solidFill>
            <a:ln w="6390" cap="flat">
              <a:noFill/>
              <a:prstDash val="solid"/>
              <a:miter/>
            </a:ln>
          </p:spPr>
          <p:txBody>
            <a:bodyPr rtlCol="0" anchor="ctr"/>
            <a:lstStyle/>
            <a:p>
              <a:endParaRPr lang="en-US"/>
            </a:p>
          </p:txBody>
        </p:sp>
        <p:sp>
          <p:nvSpPr>
            <p:cNvPr id="1389" name="Graphic 4">
              <a:extLst>
                <a:ext uri="{FF2B5EF4-FFF2-40B4-BE49-F238E27FC236}">
                  <a16:creationId xmlns:a16="http://schemas.microsoft.com/office/drawing/2014/main" id="{AEDC984E-393C-FA46-A8A7-CF19D325A411}"/>
                </a:ext>
              </a:extLst>
            </p:cNvPr>
            <p:cNvSpPr/>
            <p:nvPr/>
          </p:nvSpPr>
          <p:spPr>
            <a:xfrm>
              <a:off x="5814640" y="5002895"/>
              <a:ext cx="47489" cy="49550"/>
            </a:xfrm>
            <a:custGeom>
              <a:avLst/>
              <a:gdLst>
                <a:gd name="connsiteX0" fmla="*/ 34069 w 47489"/>
                <a:gd name="connsiteY0" fmla="*/ 1671 h 49550"/>
                <a:gd name="connsiteX1" fmla="*/ 1481 w 47489"/>
                <a:gd name="connsiteY1" fmla="*/ 16993 h 49550"/>
                <a:gd name="connsiteX2" fmla="*/ 10426 w 47489"/>
                <a:gd name="connsiteY2" fmla="*/ 46359 h 49550"/>
                <a:gd name="connsiteX3" fmla="*/ 21928 w 47489"/>
                <a:gd name="connsiteY3" fmla="*/ 49551 h 49550"/>
                <a:gd name="connsiteX4" fmla="*/ 29596 w 47489"/>
                <a:gd name="connsiteY4" fmla="*/ 48274 h 49550"/>
                <a:gd name="connsiteX5" fmla="*/ 46210 w 47489"/>
                <a:gd name="connsiteY5" fmla="*/ 16354 h 49550"/>
                <a:gd name="connsiteX6" fmla="*/ 34069 w 47489"/>
                <a:gd name="connsiteY6" fmla="*/ 1671 h 49550"/>
                <a:gd name="connsiteX7" fmla="*/ 25762 w 47489"/>
                <a:gd name="connsiteY7" fmla="*/ 36145 h 49550"/>
                <a:gd name="connsiteX8" fmla="*/ 16177 w 47489"/>
                <a:gd name="connsiteY8" fmla="*/ 35506 h 49550"/>
                <a:gd name="connsiteX9" fmla="*/ 11065 w 47489"/>
                <a:gd name="connsiteY9" fmla="*/ 18269 h 49550"/>
                <a:gd name="connsiteX10" fmla="*/ 18094 w 47489"/>
                <a:gd name="connsiteY10" fmla="*/ 12524 h 49550"/>
                <a:gd name="connsiteX11" fmla="*/ 21928 w 47489"/>
                <a:gd name="connsiteY11" fmla="*/ 11885 h 49550"/>
                <a:gd name="connsiteX12" fmla="*/ 27679 w 47489"/>
                <a:gd name="connsiteY12" fmla="*/ 13162 h 49550"/>
                <a:gd name="connsiteX13" fmla="*/ 34069 w 47489"/>
                <a:gd name="connsiteY13" fmla="*/ 20823 h 49550"/>
                <a:gd name="connsiteX14" fmla="*/ 25762 w 47489"/>
                <a:gd name="connsiteY14" fmla="*/ 36145 h 4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7489" h="49550">
                  <a:moveTo>
                    <a:pt x="34069" y="1671"/>
                  </a:moveTo>
                  <a:cubicBezTo>
                    <a:pt x="20650" y="-3436"/>
                    <a:pt x="5954" y="3586"/>
                    <a:pt x="1481" y="16993"/>
                  </a:cubicBezTo>
                  <a:cubicBezTo>
                    <a:pt x="-2354" y="27845"/>
                    <a:pt x="1481" y="39975"/>
                    <a:pt x="10426" y="46359"/>
                  </a:cubicBezTo>
                  <a:cubicBezTo>
                    <a:pt x="14260" y="48274"/>
                    <a:pt x="18094" y="49551"/>
                    <a:pt x="21928" y="49551"/>
                  </a:cubicBezTo>
                  <a:cubicBezTo>
                    <a:pt x="24484" y="49551"/>
                    <a:pt x="27040" y="48912"/>
                    <a:pt x="29596" y="48274"/>
                  </a:cubicBezTo>
                  <a:cubicBezTo>
                    <a:pt x="43015" y="43805"/>
                    <a:pt x="50683" y="29761"/>
                    <a:pt x="46210" y="16354"/>
                  </a:cubicBezTo>
                  <a:cubicBezTo>
                    <a:pt x="44293" y="9970"/>
                    <a:pt x="39820" y="4225"/>
                    <a:pt x="34069" y="1671"/>
                  </a:cubicBezTo>
                  <a:close/>
                  <a:moveTo>
                    <a:pt x="25762" y="36145"/>
                  </a:moveTo>
                  <a:cubicBezTo>
                    <a:pt x="22567" y="37421"/>
                    <a:pt x="19372" y="36783"/>
                    <a:pt x="16177" y="35506"/>
                  </a:cubicBezTo>
                  <a:cubicBezTo>
                    <a:pt x="9787" y="32314"/>
                    <a:pt x="7870" y="24015"/>
                    <a:pt x="11065" y="18269"/>
                  </a:cubicBezTo>
                  <a:cubicBezTo>
                    <a:pt x="12343" y="15716"/>
                    <a:pt x="14899" y="13162"/>
                    <a:pt x="18094" y="12524"/>
                  </a:cubicBezTo>
                  <a:cubicBezTo>
                    <a:pt x="19372" y="11885"/>
                    <a:pt x="20650" y="11885"/>
                    <a:pt x="21928" y="11885"/>
                  </a:cubicBezTo>
                  <a:cubicBezTo>
                    <a:pt x="23845" y="11885"/>
                    <a:pt x="25762" y="12524"/>
                    <a:pt x="27679" y="13162"/>
                  </a:cubicBezTo>
                  <a:cubicBezTo>
                    <a:pt x="30874" y="14439"/>
                    <a:pt x="32791" y="17631"/>
                    <a:pt x="34069" y="20823"/>
                  </a:cubicBezTo>
                  <a:cubicBezTo>
                    <a:pt x="36625" y="27207"/>
                    <a:pt x="32791" y="34229"/>
                    <a:pt x="25762" y="36145"/>
                  </a:cubicBezTo>
                  <a:close/>
                </a:path>
              </a:pathLst>
            </a:custGeom>
            <a:solidFill>
              <a:srgbClr val="00A3E0"/>
            </a:solidFill>
            <a:ln w="6390" cap="flat">
              <a:noFill/>
              <a:prstDash val="solid"/>
              <a:miter/>
            </a:ln>
          </p:spPr>
          <p:txBody>
            <a:bodyPr rtlCol="0" anchor="ctr"/>
            <a:lstStyle/>
            <a:p>
              <a:endParaRPr lang="en-US"/>
            </a:p>
          </p:txBody>
        </p:sp>
        <p:sp>
          <p:nvSpPr>
            <p:cNvPr id="1390" name="Graphic 4">
              <a:extLst>
                <a:ext uri="{FF2B5EF4-FFF2-40B4-BE49-F238E27FC236}">
                  <a16:creationId xmlns:a16="http://schemas.microsoft.com/office/drawing/2014/main" id="{00443705-12A0-F54E-9E57-6627C53F068D}"/>
                </a:ext>
              </a:extLst>
            </p:cNvPr>
            <p:cNvSpPr/>
            <p:nvPr/>
          </p:nvSpPr>
          <p:spPr>
            <a:xfrm>
              <a:off x="5875547" y="4854154"/>
              <a:ext cx="137383" cy="131898"/>
            </a:xfrm>
            <a:custGeom>
              <a:avLst/>
              <a:gdLst>
                <a:gd name="connsiteX0" fmla="*/ 127160 w 137383"/>
                <a:gd name="connsiteY0" fmla="*/ 54014 h 131898"/>
                <a:gd name="connsiteX1" fmla="*/ 122687 w 137383"/>
                <a:gd name="connsiteY1" fmla="*/ 49545 h 131898"/>
                <a:gd name="connsiteX2" fmla="*/ 123965 w 137383"/>
                <a:gd name="connsiteY2" fmla="*/ 43161 h 131898"/>
                <a:gd name="connsiteX3" fmla="*/ 123965 w 137383"/>
                <a:gd name="connsiteY3" fmla="*/ 26563 h 131898"/>
                <a:gd name="connsiteX4" fmla="*/ 107990 w 137383"/>
                <a:gd name="connsiteY4" fmla="*/ 20817 h 131898"/>
                <a:gd name="connsiteX5" fmla="*/ 102239 w 137383"/>
                <a:gd name="connsiteY5" fmla="*/ 20179 h 131898"/>
                <a:gd name="connsiteX6" fmla="*/ 99683 w 137383"/>
                <a:gd name="connsiteY6" fmla="*/ 14433 h 131898"/>
                <a:gd name="connsiteX7" fmla="*/ 90098 w 137383"/>
                <a:gd name="connsiteY7" fmla="*/ 1027 h 131898"/>
                <a:gd name="connsiteX8" fmla="*/ 74123 w 137383"/>
                <a:gd name="connsiteY8" fmla="*/ 5495 h 131898"/>
                <a:gd name="connsiteX9" fmla="*/ 69011 w 137383"/>
                <a:gd name="connsiteY9" fmla="*/ 8687 h 131898"/>
                <a:gd name="connsiteX10" fmla="*/ 63899 w 137383"/>
                <a:gd name="connsiteY10" fmla="*/ 5495 h 131898"/>
                <a:gd name="connsiteX11" fmla="*/ 47925 w 137383"/>
                <a:gd name="connsiteY11" fmla="*/ 388 h 131898"/>
                <a:gd name="connsiteX12" fmla="*/ 37701 w 137383"/>
                <a:gd name="connsiteY12" fmla="*/ 13795 h 131898"/>
                <a:gd name="connsiteX13" fmla="*/ 35145 w 137383"/>
                <a:gd name="connsiteY13" fmla="*/ 18902 h 131898"/>
                <a:gd name="connsiteX14" fmla="*/ 28755 w 137383"/>
                <a:gd name="connsiteY14" fmla="*/ 19540 h 131898"/>
                <a:gd name="connsiteX15" fmla="*/ 10863 w 137383"/>
                <a:gd name="connsiteY15" fmla="*/ 29116 h 131898"/>
                <a:gd name="connsiteX16" fmla="*/ 12780 w 137383"/>
                <a:gd name="connsiteY16" fmla="*/ 41246 h 131898"/>
                <a:gd name="connsiteX17" fmla="*/ 14058 w 137383"/>
                <a:gd name="connsiteY17" fmla="*/ 46991 h 131898"/>
                <a:gd name="connsiteX18" fmla="*/ 9585 w 137383"/>
                <a:gd name="connsiteY18" fmla="*/ 50822 h 131898"/>
                <a:gd name="connsiteX19" fmla="*/ 0 w 137383"/>
                <a:gd name="connsiteY19" fmla="*/ 64228 h 131898"/>
                <a:gd name="connsiteX20" fmla="*/ 9585 w 137383"/>
                <a:gd name="connsiteY20" fmla="*/ 77635 h 131898"/>
                <a:gd name="connsiteX21" fmla="*/ 14697 w 137383"/>
                <a:gd name="connsiteY21" fmla="*/ 85295 h 131898"/>
                <a:gd name="connsiteX22" fmla="*/ 12780 w 137383"/>
                <a:gd name="connsiteY22" fmla="*/ 88487 h 131898"/>
                <a:gd name="connsiteX23" fmla="*/ 12780 w 137383"/>
                <a:gd name="connsiteY23" fmla="*/ 105086 h 131898"/>
                <a:gd name="connsiteX24" fmla="*/ 28755 w 137383"/>
                <a:gd name="connsiteY24" fmla="*/ 110831 h 131898"/>
                <a:gd name="connsiteX25" fmla="*/ 34506 w 137383"/>
                <a:gd name="connsiteY25" fmla="*/ 111470 h 131898"/>
                <a:gd name="connsiteX26" fmla="*/ 37062 w 137383"/>
                <a:gd name="connsiteY26" fmla="*/ 117215 h 131898"/>
                <a:gd name="connsiteX27" fmla="*/ 46646 w 137383"/>
                <a:gd name="connsiteY27" fmla="*/ 130622 h 131898"/>
                <a:gd name="connsiteX28" fmla="*/ 62621 w 137383"/>
                <a:gd name="connsiteY28" fmla="*/ 126153 h 131898"/>
                <a:gd name="connsiteX29" fmla="*/ 67733 w 137383"/>
                <a:gd name="connsiteY29" fmla="*/ 122961 h 131898"/>
                <a:gd name="connsiteX30" fmla="*/ 72845 w 137383"/>
                <a:gd name="connsiteY30" fmla="*/ 126153 h 131898"/>
                <a:gd name="connsiteX31" fmla="*/ 85625 w 137383"/>
                <a:gd name="connsiteY31" fmla="*/ 131899 h 131898"/>
                <a:gd name="connsiteX32" fmla="*/ 88820 w 137383"/>
                <a:gd name="connsiteY32" fmla="*/ 131260 h 131898"/>
                <a:gd name="connsiteX33" fmla="*/ 99044 w 137383"/>
                <a:gd name="connsiteY33" fmla="*/ 117854 h 131898"/>
                <a:gd name="connsiteX34" fmla="*/ 101600 w 137383"/>
                <a:gd name="connsiteY34" fmla="*/ 112747 h 131898"/>
                <a:gd name="connsiteX35" fmla="*/ 107990 w 137383"/>
                <a:gd name="connsiteY35" fmla="*/ 112108 h 131898"/>
                <a:gd name="connsiteX36" fmla="*/ 123965 w 137383"/>
                <a:gd name="connsiteY36" fmla="*/ 107001 h 131898"/>
                <a:gd name="connsiteX37" fmla="*/ 124604 w 137383"/>
                <a:gd name="connsiteY37" fmla="*/ 90403 h 131898"/>
                <a:gd name="connsiteX38" fmla="*/ 123326 w 137383"/>
                <a:gd name="connsiteY38" fmla="*/ 84657 h 131898"/>
                <a:gd name="connsiteX39" fmla="*/ 127799 w 137383"/>
                <a:gd name="connsiteY39" fmla="*/ 80827 h 131898"/>
                <a:gd name="connsiteX40" fmla="*/ 137384 w 137383"/>
                <a:gd name="connsiteY40" fmla="*/ 67420 h 131898"/>
                <a:gd name="connsiteX41" fmla="*/ 127160 w 137383"/>
                <a:gd name="connsiteY41" fmla="*/ 54014 h 131898"/>
                <a:gd name="connsiteX42" fmla="*/ 118853 w 137383"/>
                <a:gd name="connsiteY42" fmla="*/ 71251 h 131898"/>
                <a:gd name="connsiteX43" fmla="*/ 109907 w 137383"/>
                <a:gd name="connsiteY43" fmla="*/ 81465 h 131898"/>
                <a:gd name="connsiteX44" fmla="*/ 111185 w 137383"/>
                <a:gd name="connsiteY44" fmla="*/ 94871 h 131898"/>
                <a:gd name="connsiteX45" fmla="*/ 112463 w 137383"/>
                <a:gd name="connsiteY45" fmla="*/ 99979 h 131898"/>
                <a:gd name="connsiteX46" fmla="*/ 106712 w 137383"/>
                <a:gd name="connsiteY46" fmla="*/ 99979 h 131898"/>
                <a:gd name="connsiteX47" fmla="*/ 93293 w 137383"/>
                <a:gd name="connsiteY47" fmla="*/ 103171 h 131898"/>
                <a:gd name="connsiteX48" fmla="*/ 86264 w 137383"/>
                <a:gd name="connsiteY48" fmla="*/ 114662 h 131898"/>
                <a:gd name="connsiteX49" fmla="*/ 83708 w 137383"/>
                <a:gd name="connsiteY49" fmla="*/ 119769 h 131898"/>
                <a:gd name="connsiteX50" fmla="*/ 78596 w 137383"/>
                <a:gd name="connsiteY50" fmla="*/ 116577 h 131898"/>
                <a:gd name="connsiteX51" fmla="*/ 66456 w 137383"/>
                <a:gd name="connsiteY51" fmla="*/ 110831 h 131898"/>
                <a:gd name="connsiteX52" fmla="*/ 66456 w 137383"/>
                <a:gd name="connsiteY52" fmla="*/ 110831 h 131898"/>
                <a:gd name="connsiteX53" fmla="*/ 53676 w 137383"/>
                <a:gd name="connsiteY53" fmla="*/ 115939 h 131898"/>
                <a:gd name="connsiteX54" fmla="*/ 49203 w 137383"/>
                <a:gd name="connsiteY54" fmla="*/ 119131 h 131898"/>
                <a:gd name="connsiteX55" fmla="*/ 47286 w 137383"/>
                <a:gd name="connsiteY55" fmla="*/ 114023 h 131898"/>
                <a:gd name="connsiteX56" fmla="*/ 40257 w 137383"/>
                <a:gd name="connsiteY56" fmla="*/ 101894 h 131898"/>
                <a:gd name="connsiteX57" fmla="*/ 26838 w 137383"/>
                <a:gd name="connsiteY57" fmla="*/ 98702 h 131898"/>
                <a:gd name="connsiteX58" fmla="*/ 21087 w 137383"/>
                <a:gd name="connsiteY58" fmla="*/ 98702 h 131898"/>
                <a:gd name="connsiteX59" fmla="*/ 22365 w 137383"/>
                <a:gd name="connsiteY59" fmla="*/ 93595 h 131898"/>
                <a:gd name="connsiteX60" fmla="*/ 15336 w 137383"/>
                <a:gd name="connsiteY60" fmla="*/ 69335 h 131898"/>
                <a:gd name="connsiteX61" fmla="*/ 14697 w 137383"/>
                <a:gd name="connsiteY61" fmla="*/ 69335 h 131898"/>
                <a:gd name="connsiteX62" fmla="*/ 10863 w 137383"/>
                <a:gd name="connsiteY62" fmla="*/ 66143 h 131898"/>
                <a:gd name="connsiteX63" fmla="*/ 15336 w 137383"/>
                <a:gd name="connsiteY63" fmla="*/ 62313 h 131898"/>
                <a:gd name="connsiteX64" fmla="*/ 23643 w 137383"/>
                <a:gd name="connsiteY64" fmla="*/ 39969 h 131898"/>
                <a:gd name="connsiteX65" fmla="*/ 23004 w 137383"/>
                <a:gd name="connsiteY65" fmla="*/ 38692 h 131898"/>
                <a:gd name="connsiteX66" fmla="*/ 21726 w 137383"/>
                <a:gd name="connsiteY66" fmla="*/ 33585 h 131898"/>
                <a:gd name="connsiteX67" fmla="*/ 26838 w 137383"/>
                <a:gd name="connsiteY67" fmla="*/ 33585 h 131898"/>
                <a:gd name="connsiteX68" fmla="*/ 40257 w 137383"/>
                <a:gd name="connsiteY68" fmla="*/ 30393 h 131898"/>
                <a:gd name="connsiteX69" fmla="*/ 47286 w 137383"/>
                <a:gd name="connsiteY69" fmla="*/ 18902 h 131898"/>
                <a:gd name="connsiteX70" fmla="*/ 49841 w 137383"/>
                <a:gd name="connsiteY70" fmla="*/ 13795 h 131898"/>
                <a:gd name="connsiteX71" fmla="*/ 54953 w 137383"/>
                <a:gd name="connsiteY71" fmla="*/ 16987 h 131898"/>
                <a:gd name="connsiteX72" fmla="*/ 67094 w 137383"/>
                <a:gd name="connsiteY72" fmla="*/ 22732 h 131898"/>
                <a:gd name="connsiteX73" fmla="*/ 79874 w 137383"/>
                <a:gd name="connsiteY73" fmla="*/ 17625 h 131898"/>
                <a:gd name="connsiteX74" fmla="*/ 84347 w 137383"/>
                <a:gd name="connsiteY74" fmla="*/ 15071 h 131898"/>
                <a:gd name="connsiteX75" fmla="*/ 86264 w 137383"/>
                <a:gd name="connsiteY75" fmla="*/ 20179 h 131898"/>
                <a:gd name="connsiteX76" fmla="*/ 105434 w 137383"/>
                <a:gd name="connsiteY76" fmla="*/ 35500 h 131898"/>
                <a:gd name="connsiteX77" fmla="*/ 106073 w 137383"/>
                <a:gd name="connsiteY77" fmla="*/ 35500 h 131898"/>
                <a:gd name="connsiteX78" fmla="*/ 111824 w 137383"/>
                <a:gd name="connsiteY78" fmla="*/ 35500 h 131898"/>
                <a:gd name="connsiteX79" fmla="*/ 110546 w 137383"/>
                <a:gd name="connsiteY79" fmla="*/ 40607 h 131898"/>
                <a:gd name="connsiteX80" fmla="*/ 117575 w 137383"/>
                <a:gd name="connsiteY80" fmla="*/ 64867 h 131898"/>
                <a:gd name="connsiteX81" fmla="*/ 118214 w 137383"/>
                <a:gd name="connsiteY81" fmla="*/ 65505 h 131898"/>
                <a:gd name="connsiteX82" fmla="*/ 122048 w 137383"/>
                <a:gd name="connsiteY82" fmla="*/ 68697 h 131898"/>
                <a:gd name="connsiteX83" fmla="*/ 118853 w 137383"/>
                <a:gd name="connsiteY83" fmla="*/ 71251 h 13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37383" h="131898">
                  <a:moveTo>
                    <a:pt x="127160" y="54014"/>
                  </a:moveTo>
                  <a:cubicBezTo>
                    <a:pt x="125243" y="52737"/>
                    <a:pt x="123965" y="51460"/>
                    <a:pt x="122687" y="49545"/>
                  </a:cubicBezTo>
                  <a:cubicBezTo>
                    <a:pt x="122687" y="47630"/>
                    <a:pt x="123326" y="45076"/>
                    <a:pt x="123965" y="43161"/>
                  </a:cubicBezTo>
                  <a:cubicBezTo>
                    <a:pt x="126521" y="38054"/>
                    <a:pt x="126521" y="31670"/>
                    <a:pt x="123965" y="26563"/>
                  </a:cubicBezTo>
                  <a:cubicBezTo>
                    <a:pt x="120131" y="22094"/>
                    <a:pt x="113741" y="20179"/>
                    <a:pt x="107990" y="20817"/>
                  </a:cubicBezTo>
                  <a:cubicBezTo>
                    <a:pt x="106073" y="20817"/>
                    <a:pt x="104156" y="20817"/>
                    <a:pt x="102239" y="20179"/>
                  </a:cubicBezTo>
                  <a:cubicBezTo>
                    <a:pt x="100961" y="18263"/>
                    <a:pt x="100322" y="16348"/>
                    <a:pt x="99683" y="14433"/>
                  </a:cubicBezTo>
                  <a:cubicBezTo>
                    <a:pt x="97766" y="9326"/>
                    <a:pt x="95849" y="2942"/>
                    <a:pt x="90098" y="1027"/>
                  </a:cubicBezTo>
                  <a:cubicBezTo>
                    <a:pt x="84347" y="-250"/>
                    <a:pt x="78596" y="1665"/>
                    <a:pt x="74123" y="5495"/>
                  </a:cubicBezTo>
                  <a:cubicBezTo>
                    <a:pt x="72206" y="6772"/>
                    <a:pt x="70928" y="8049"/>
                    <a:pt x="69011" y="8687"/>
                  </a:cubicBezTo>
                  <a:cubicBezTo>
                    <a:pt x="67094" y="8049"/>
                    <a:pt x="65177" y="6772"/>
                    <a:pt x="63899" y="5495"/>
                  </a:cubicBezTo>
                  <a:cubicBezTo>
                    <a:pt x="59426" y="1027"/>
                    <a:pt x="53676" y="-889"/>
                    <a:pt x="47925" y="388"/>
                  </a:cubicBezTo>
                  <a:cubicBezTo>
                    <a:pt x="41535" y="2303"/>
                    <a:pt x="39618" y="8687"/>
                    <a:pt x="37701" y="13795"/>
                  </a:cubicBezTo>
                  <a:cubicBezTo>
                    <a:pt x="37062" y="15710"/>
                    <a:pt x="36423" y="17625"/>
                    <a:pt x="35145" y="18902"/>
                  </a:cubicBezTo>
                  <a:cubicBezTo>
                    <a:pt x="33228" y="19540"/>
                    <a:pt x="30672" y="19540"/>
                    <a:pt x="28755" y="19540"/>
                  </a:cubicBezTo>
                  <a:cubicBezTo>
                    <a:pt x="21087" y="16987"/>
                    <a:pt x="12780" y="21455"/>
                    <a:pt x="10863" y="29116"/>
                  </a:cubicBezTo>
                  <a:cubicBezTo>
                    <a:pt x="9585" y="32947"/>
                    <a:pt x="10224" y="37415"/>
                    <a:pt x="12780" y="41246"/>
                  </a:cubicBezTo>
                  <a:cubicBezTo>
                    <a:pt x="13419" y="43161"/>
                    <a:pt x="14058" y="45076"/>
                    <a:pt x="14058" y="46991"/>
                  </a:cubicBezTo>
                  <a:cubicBezTo>
                    <a:pt x="12780" y="48268"/>
                    <a:pt x="10863" y="50183"/>
                    <a:pt x="9585" y="50822"/>
                  </a:cubicBezTo>
                  <a:cubicBezTo>
                    <a:pt x="5112" y="54014"/>
                    <a:pt x="0" y="57844"/>
                    <a:pt x="0" y="64228"/>
                  </a:cubicBezTo>
                  <a:cubicBezTo>
                    <a:pt x="639" y="69974"/>
                    <a:pt x="4473" y="75081"/>
                    <a:pt x="9585" y="77635"/>
                  </a:cubicBezTo>
                  <a:cubicBezTo>
                    <a:pt x="12780" y="78273"/>
                    <a:pt x="15336" y="81465"/>
                    <a:pt x="14697" y="85295"/>
                  </a:cubicBezTo>
                  <a:cubicBezTo>
                    <a:pt x="14697" y="86572"/>
                    <a:pt x="14058" y="87849"/>
                    <a:pt x="12780" y="88487"/>
                  </a:cubicBezTo>
                  <a:cubicBezTo>
                    <a:pt x="10224" y="93595"/>
                    <a:pt x="10224" y="99979"/>
                    <a:pt x="12780" y="105086"/>
                  </a:cubicBezTo>
                  <a:cubicBezTo>
                    <a:pt x="16614" y="109555"/>
                    <a:pt x="23004" y="111470"/>
                    <a:pt x="28755" y="110831"/>
                  </a:cubicBezTo>
                  <a:cubicBezTo>
                    <a:pt x="30672" y="110831"/>
                    <a:pt x="32589" y="110831"/>
                    <a:pt x="34506" y="111470"/>
                  </a:cubicBezTo>
                  <a:cubicBezTo>
                    <a:pt x="35783" y="113385"/>
                    <a:pt x="36423" y="115300"/>
                    <a:pt x="37062" y="117215"/>
                  </a:cubicBezTo>
                  <a:cubicBezTo>
                    <a:pt x="38978" y="122323"/>
                    <a:pt x="40896" y="128707"/>
                    <a:pt x="46646" y="130622"/>
                  </a:cubicBezTo>
                  <a:cubicBezTo>
                    <a:pt x="52398" y="131899"/>
                    <a:pt x="58148" y="129983"/>
                    <a:pt x="62621" y="126153"/>
                  </a:cubicBezTo>
                  <a:cubicBezTo>
                    <a:pt x="64538" y="124876"/>
                    <a:pt x="65816" y="123599"/>
                    <a:pt x="67733" y="122961"/>
                  </a:cubicBezTo>
                  <a:cubicBezTo>
                    <a:pt x="69650" y="123599"/>
                    <a:pt x="71567" y="124876"/>
                    <a:pt x="72845" y="126153"/>
                  </a:cubicBezTo>
                  <a:cubicBezTo>
                    <a:pt x="76679" y="129345"/>
                    <a:pt x="81152" y="131260"/>
                    <a:pt x="85625" y="131899"/>
                  </a:cubicBezTo>
                  <a:cubicBezTo>
                    <a:pt x="86903" y="131899"/>
                    <a:pt x="88181" y="131899"/>
                    <a:pt x="88820" y="131260"/>
                  </a:cubicBezTo>
                  <a:cubicBezTo>
                    <a:pt x="95210" y="129345"/>
                    <a:pt x="97127" y="122961"/>
                    <a:pt x="99044" y="117854"/>
                  </a:cubicBezTo>
                  <a:cubicBezTo>
                    <a:pt x="99683" y="115939"/>
                    <a:pt x="100322" y="114023"/>
                    <a:pt x="101600" y="112747"/>
                  </a:cubicBezTo>
                  <a:cubicBezTo>
                    <a:pt x="103517" y="112108"/>
                    <a:pt x="106073" y="112108"/>
                    <a:pt x="107990" y="112108"/>
                  </a:cubicBezTo>
                  <a:cubicBezTo>
                    <a:pt x="113741" y="112747"/>
                    <a:pt x="119492" y="110831"/>
                    <a:pt x="123965" y="107001"/>
                  </a:cubicBezTo>
                  <a:cubicBezTo>
                    <a:pt x="126521" y="101894"/>
                    <a:pt x="127160" y="95510"/>
                    <a:pt x="124604" y="90403"/>
                  </a:cubicBezTo>
                  <a:cubicBezTo>
                    <a:pt x="123965" y="88487"/>
                    <a:pt x="123326" y="86572"/>
                    <a:pt x="123326" y="84657"/>
                  </a:cubicBezTo>
                  <a:cubicBezTo>
                    <a:pt x="124604" y="83380"/>
                    <a:pt x="126521" y="81465"/>
                    <a:pt x="127799" y="80827"/>
                  </a:cubicBezTo>
                  <a:cubicBezTo>
                    <a:pt x="132272" y="77635"/>
                    <a:pt x="137384" y="73804"/>
                    <a:pt x="137384" y="67420"/>
                  </a:cubicBezTo>
                  <a:cubicBezTo>
                    <a:pt x="135467" y="61675"/>
                    <a:pt x="132272" y="57206"/>
                    <a:pt x="127160" y="54014"/>
                  </a:cubicBezTo>
                  <a:close/>
                  <a:moveTo>
                    <a:pt x="118853" y="71251"/>
                  </a:moveTo>
                  <a:cubicBezTo>
                    <a:pt x="115019" y="73804"/>
                    <a:pt x="111824" y="76996"/>
                    <a:pt x="109907" y="81465"/>
                  </a:cubicBezTo>
                  <a:cubicBezTo>
                    <a:pt x="108629" y="85934"/>
                    <a:pt x="109268" y="91041"/>
                    <a:pt x="111185" y="94871"/>
                  </a:cubicBezTo>
                  <a:cubicBezTo>
                    <a:pt x="111824" y="96787"/>
                    <a:pt x="112463" y="98702"/>
                    <a:pt x="112463" y="99979"/>
                  </a:cubicBezTo>
                  <a:cubicBezTo>
                    <a:pt x="110546" y="99979"/>
                    <a:pt x="108629" y="99979"/>
                    <a:pt x="106712" y="99979"/>
                  </a:cubicBezTo>
                  <a:cubicBezTo>
                    <a:pt x="102239" y="99340"/>
                    <a:pt x="97127" y="100617"/>
                    <a:pt x="93293" y="103171"/>
                  </a:cubicBezTo>
                  <a:cubicBezTo>
                    <a:pt x="90098" y="106363"/>
                    <a:pt x="87542" y="110193"/>
                    <a:pt x="86264" y="114662"/>
                  </a:cubicBezTo>
                  <a:cubicBezTo>
                    <a:pt x="85625" y="116577"/>
                    <a:pt x="84986" y="118492"/>
                    <a:pt x="83708" y="119769"/>
                  </a:cubicBezTo>
                  <a:cubicBezTo>
                    <a:pt x="81791" y="119131"/>
                    <a:pt x="80513" y="117854"/>
                    <a:pt x="78596" y="116577"/>
                  </a:cubicBezTo>
                  <a:cubicBezTo>
                    <a:pt x="75401" y="113385"/>
                    <a:pt x="70928" y="111470"/>
                    <a:pt x="66456" y="110831"/>
                  </a:cubicBezTo>
                  <a:lnTo>
                    <a:pt x="66456" y="110831"/>
                  </a:lnTo>
                  <a:cubicBezTo>
                    <a:pt x="61982" y="111470"/>
                    <a:pt x="57509" y="113385"/>
                    <a:pt x="53676" y="115939"/>
                  </a:cubicBezTo>
                  <a:cubicBezTo>
                    <a:pt x="52398" y="117215"/>
                    <a:pt x="50481" y="117854"/>
                    <a:pt x="49203" y="119131"/>
                  </a:cubicBezTo>
                  <a:cubicBezTo>
                    <a:pt x="48563" y="117215"/>
                    <a:pt x="47925" y="115939"/>
                    <a:pt x="47286" y="114023"/>
                  </a:cubicBezTo>
                  <a:cubicBezTo>
                    <a:pt x="46008" y="109555"/>
                    <a:pt x="44091" y="105086"/>
                    <a:pt x="40257" y="101894"/>
                  </a:cubicBezTo>
                  <a:cubicBezTo>
                    <a:pt x="36423" y="99340"/>
                    <a:pt x="31950" y="98702"/>
                    <a:pt x="26838" y="98702"/>
                  </a:cubicBezTo>
                  <a:cubicBezTo>
                    <a:pt x="24921" y="98702"/>
                    <a:pt x="22365" y="98702"/>
                    <a:pt x="21087" y="98702"/>
                  </a:cubicBezTo>
                  <a:cubicBezTo>
                    <a:pt x="21087" y="96787"/>
                    <a:pt x="21726" y="94871"/>
                    <a:pt x="22365" y="93595"/>
                  </a:cubicBezTo>
                  <a:cubicBezTo>
                    <a:pt x="26838" y="84657"/>
                    <a:pt x="23643" y="73804"/>
                    <a:pt x="15336" y="69335"/>
                  </a:cubicBezTo>
                  <a:cubicBezTo>
                    <a:pt x="15336" y="69335"/>
                    <a:pt x="14697" y="69335"/>
                    <a:pt x="14697" y="69335"/>
                  </a:cubicBezTo>
                  <a:cubicBezTo>
                    <a:pt x="13419" y="68059"/>
                    <a:pt x="12141" y="66782"/>
                    <a:pt x="10863" y="66143"/>
                  </a:cubicBezTo>
                  <a:cubicBezTo>
                    <a:pt x="12141" y="64867"/>
                    <a:pt x="13419" y="63590"/>
                    <a:pt x="15336" y="62313"/>
                  </a:cubicBezTo>
                  <a:cubicBezTo>
                    <a:pt x="23643" y="58483"/>
                    <a:pt x="27477" y="48268"/>
                    <a:pt x="23643" y="39969"/>
                  </a:cubicBezTo>
                  <a:cubicBezTo>
                    <a:pt x="23643" y="39331"/>
                    <a:pt x="23004" y="39331"/>
                    <a:pt x="23004" y="38692"/>
                  </a:cubicBezTo>
                  <a:cubicBezTo>
                    <a:pt x="22365" y="36777"/>
                    <a:pt x="22365" y="35500"/>
                    <a:pt x="21726" y="33585"/>
                  </a:cubicBezTo>
                  <a:cubicBezTo>
                    <a:pt x="23643" y="33585"/>
                    <a:pt x="25560" y="32947"/>
                    <a:pt x="26838" y="33585"/>
                  </a:cubicBezTo>
                  <a:cubicBezTo>
                    <a:pt x="31311" y="34223"/>
                    <a:pt x="36423" y="32947"/>
                    <a:pt x="40257" y="30393"/>
                  </a:cubicBezTo>
                  <a:cubicBezTo>
                    <a:pt x="43451" y="27201"/>
                    <a:pt x="46008" y="23371"/>
                    <a:pt x="47286" y="18902"/>
                  </a:cubicBezTo>
                  <a:cubicBezTo>
                    <a:pt x="47925" y="16987"/>
                    <a:pt x="48563" y="15071"/>
                    <a:pt x="49841" y="13795"/>
                  </a:cubicBezTo>
                  <a:cubicBezTo>
                    <a:pt x="51758" y="14433"/>
                    <a:pt x="53036" y="15710"/>
                    <a:pt x="54953" y="16987"/>
                  </a:cubicBezTo>
                  <a:cubicBezTo>
                    <a:pt x="58148" y="20179"/>
                    <a:pt x="62621" y="22094"/>
                    <a:pt x="67094" y="22732"/>
                  </a:cubicBezTo>
                  <a:cubicBezTo>
                    <a:pt x="71567" y="22094"/>
                    <a:pt x="76040" y="20179"/>
                    <a:pt x="79874" y="17625"/>
                  </a:cubicBezTo>
                  <a:cubicBezTo>
                    <a:pt x="81152" y="16348"/>
                    <a:pt x="83069" y="15710"/>
                    <a:pt x="84347" y="15071"/>
                  </a:cubicBezTo>
                  <a:cubicBezTo>
                    <a:pt x="84986" y="16987"/>
                    <a:pt x="85625" y="18263"/>
                    <a:pt x="86264" y="20179"/>
                  </a:cubicBezTo>
                  <a:cubicBezTo>
                    <a:pt x="87542" y="29755"/>
                    <a:pt x="95849" y="36139"/>
                    <a:pt x="105434" y="35500"/>
                  </a:cubicBezTo>
                  <a:cubicBezTo>
                    <a:pt x="105434" y="35500"/>
                    <a:pt x="106073" y="35500"/>
                    <a:pt x="106073" y="35500"/>
                  </a:cubicBezTo>
                  <a:lnTo>
                    <a:pt x="111824" y="35500"/>
                  </a:lnTo>
                  <a:cubicBezTo>
                    <a:pt x="111824" y="37415"/>
                    <a:pt x="111185" y="39331"/>
                    <a:pt x="110546" y="40607"/>
                  </a:cubicBezTo>
                  <a:cubicBezTo>
                    <a:pt x="106073" y="48907"/>
                    <a:pt x="108629" y="59759"/>
                    <a:pt x="117575" y="64867"/>
                  </a:cubicBezTo>
                  <a:cubicBezTo>
                    <a:pt x="117575" y="64867"/>
                    <a:pt x="118214" y="64867"/>
                    <a:pt x="118214" y="65505"/>
                  </a:cubicBezTo>
                  <a:cubicBezTo>
                    <a:pt x="119492" y="66782"/>
                    <a:pt x="120770" y="68059"/>
                    <a:pt x="122048" y="68697"/>
                  </a:cubicBezTo>
                  <a:cubicBezTo>
                    <a:pt x="122048" y="68697"/>
                    <a:pt x="120131" y="69974"/>
                    <a:pt x="118853" y="71251"/>
                  </a:cubicBezTo>
                  <a:close/>
                </a:path>
              </a:pathLst>
            </a:custGeom>
            <a:solidFill>
              <a:srgbClr val="00A3E0"/>
            </a:solidFill>
            <a:ln w="6390" cap="flat">
              <a:noFill/>
              <a:prstDash val="solid"/>
              <a:miter/>
            </a:ln>
          </p:spPr>
          <p:txBody>
            <a:bodyPr rtlCol="0" anchor="ctr"/>
            <a:lstStyle/>
            <a:p>
              <a:endParaRPr lang="en-US"/>
            </a:p>
          </p:txBody>
        </p:sp>
        <p:sp>
          <p:nvSpPr>
            <p:cNvPr id="1391" name="Graphic 4">
              <a:extLst>
                <a:ext uri="{FF2B5EF4-FFF2-40B4-BE49-F238E27FC236}">
                  <a16:creationId xmlns:a16="http://schemas.microsoft.com/office/drawing/2014/main" id="{25C7884E-0D96-3744-9ED1-42B3176E9F8F}"/>
                </a:ext>
              </a:extLst>
            </p:cNvPr>
            <p:cNvSpPr/>
            <p:nvPr/>
          </p:nvSpPr>
          <p:spPr>
            <a:xfrm>
              <a:off x="5917281" y="4895399"/>
              <a:ext cx="50920" cy="51074"/>
            </a:xfrm>
            <a:custGeom>
              <a:avLst/>
              <a:gdLst>
                <a:gd name="connsiteX0" fmla="*/ 17692 w 50920"/>
                <a:gd name="connsiteY0" fmla="*/ 1278 h 51074"/>
                <a:gd name="connsiteX1" fmla="*/ 2995 w 50920"/>
                <a:gd name="connsiteY1" fmla="*/ 14046 h 51074"/>
                <a:gd name="connsiteX2" fmla="*/ 1078 w 50920"/>
                <a:gd name="connsiteY2" fmla="*/ 33198 h 51074"/>
                <a:gd name="connsiteX3" fmla="*/ 33028 w 50920"/>
                <a:gd name="connsiteY3" fmla="*/ 49796 h 51074"/>
                <a:gd name="connsiteX4" fmla="*/ 49642 w 50920"/>
                <a:gd name="connsiteY4" fmla="*/ 17876 h 51074"/>
                <a:gd name="connsiteX5" fmla="*/ 17692 w 50920"/>
                <a:gd name="connsiteY5" fmla="*/ 1278 h 51074"/>
                <a:gd name="connsiteX6" fmla="*/ 17692 w 50920"/>
                <a:gd name="connsiteY6" fmla="*/ 1278 h 51074"/>
                <a:gd name="connsiteX7" fmla="*/ 17692 w 50920"/>
                <a:gd name="connsiteY7" fmla="*/ 1278 h 51074"/>
                <a:gd name="connsiteX8" fmla="*/ 29194 w 50920"/>
                <a:gd name="connsiteY8" fmla="*/ 37666 h 51074"/>
                <a:gd name="connsiteX9" fmla="*/ 14497 w 50920"/>
                <a:gd name="connsiteY9" fmla="*/ 26814 h 51074"/>
                <a:gd name="connsiteX10" fmla="*/ 21526 w 50920"/>
                <a:gd name="connsiteY10" fmla="*/ 13407 h 51074"/>
                <a:gd name="connsiteX11" fmla="*/ 25360 w 50920"/>
                <a:gd name="connsiteY11" fmla="*/ 12769 h 51074"/>
                <a:gd name="connsiteX12" fmla="*/ 37501 w 50920"/>
                <a:gd name="connsiteY12" fmla="*/ 26175 h 51074"/>
                <a:gd name="connsiteX13" fmla="*/ 29194 w 50920"/>
                <a:gd name="connsiteY13" fmla="*/ 37666 h 51074"/>
                <a:gd name="connsiteX14" fmla="*/ 29194 w 50920"/>
                <a:gd name="connsiteY14" fmla="*/ 37666 h 5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920" h="51074">
                  <a:moveTo>
                    <a:pt x="17692" y="1278"/>
                  </a:moveTo>
                  <a:cubicBezTo>
                    <a:pt x="11302" y="3193"/>
                    <a:pt x="5551" y="7662"/>
                    <a:pt x="2995" y="14046"/>
                  </a:cubicBezTo>
                  <a:cubicBezTo>
                    <a:pt x="-200" y="19791"/>
                    <a:pt x="-839" y="26814"/>
                    <a:pt x="1078" y="33198"/>
                  </a:cubicBezTo>
                  <a:cubicBezTo>
                    <a:pt x="5551" y="46604"/>
                    <a:pt x="19609" y="54265"/>
                    <a:pt x="33028" y="49796"/>
                  </a:cubicBezTo>
                  <a:cubicBezTo>
                    <a:pt x="46447" y="45327"/>
                    <a:pt x="54115" y="31282"/>
                    <a:pt x="49642" y="17876"/>
                  </a:cubicBezTo>
                  <a:cubicBezTo>
                    <a:pt x="45808" y="4470"/>
                    <a:pt x="31750" y="-3191"/>
                    <a:pt x="17692" y="1278"/>
                  </a:cubicBezTo>
                  <a:cubicBezTo>
                    <a:pt x="17692" y="1278"/>
                    <a:pt x="17692" y="1278"/>
                    <a:pt x="17692" y="1278"/>
                  </a:cubicBezTo>
                  <a:lnTo>
                    <a:pt x="17692" y="1278"/>
                  </a:lnTo>
                  <a:close/>
                  <a:moveTo>
                    <a:pt x="29194" y="37666"/>
                  </a:moveTo>
                  <a:cubicBezTo>
                    <a:pt x="22165" y="38943"/>
                    <a:pt x="15775" y="33836"/>
                    <a:pt x="14497" y="26814"/>
                  </a:cubicBezTo>
                  <a:cubicBezTo>
                    <a:pt x="13858" y="21068"/>
                    <a:pt x="16414" y="15961"/>
                    <a:pt x="21526" y="13407"/>
                  </a:cubicBezTo>
                  <a:cubicBezTo>
                    <a:pt x="22804" y="12769"/>
                    <a:pt x="24082" y="12769"/>
                    <a:pt x="25360" y="12769"/>
                  </a:cubicBezTo>
                  <a:cubicBezTo>
                    <a:pt x="32389" y="13407"/>
                    <a:pt x="37501" y="19153"/>
                    <a:pt x="37501" y="26175"/>
                  </a:cubicBezTo>
                  <a:cubicBezTo>
                    <a:pt x="36862" y="31282"/>
                    <a:pt x="33667" y="35751"/>
                    <a:pt x="29194" y="37666"/>
                  </a:cubicBezTo>
                  <a:lnTo>
                    <a:pt x="29194" y="37666"/>
                  </a:lnTo>
                  <a:close/>
                </a:path>
              </a:pathLst>
            </a:custGeom>
            <a:solidFill>
              <a:srgbClr val="00A3E0"/>
            </a:solidFill>
            <a:ln w="6390" cap="flat">
              <a:noFill/>
              <a:prstDash val="solid"/>
              <a:miter/>
            </a:ln>
          </p:spPr>
          <p:txBody>
            <a:bodyPr rtlCol="0" anchor="ctr"/>
            <a:lstStyle/>
            <a:p>
              <a:endParaRPr lang="en-US"/>
            </a:p>
          </p:txBody>
        </p:sp>
      </p:grpSp>
      <p:grpSp>
        <p:nvGrpSpPr>
          <p:cNvPr id="1392" name="Graphic 4">
            <a:extLst>
              <a:ext uri="{FF2B5EF4-FFF2-40B4-BE49-F238E27FC236}">
                <a16:creationId xmlns:a16="http://schemas.microsoft.com/office/drawing/2014/main" id="{F580D207-6AF5-DF4C-AD1E-3BDC347D2C7A}"/>
              </a:ext>
            </a:extLst>
          </p:cNvPr>
          <p:cNvGrpSpPr>
            <a:grpSpLocks noChangeAspect="1"/>
          </p:cNvGrpSpPr>
          <p:nvPr/>
        </p:nvGrpSpPr>
        <p:grpSpPr>
          <a:xfrm>
            <a:off x="6146480" y="4793256"/>
            <a:ext cx="362309" cy="361971"/>
            <a:chOff x="6146480" y="4793256"/>
            <a:chExt cx="362309" cy="361971"/>
          </a:xfrm>
          <a:solidFill>
            <a:srgbClr val="00A3E0"/>
          </a:solidFill>
        </p:grpSpPr>
        <p:sp>
          <p:nvSpPr>
            <p:cNvPr id="1393" name="Graphic 4">
              <a:extLst>
                <a:ext uri="{FF2B5EF4-FFF2-40B4-BE49-F238E27FC236}">
                  <a16:creationId xmlns:a16="http://schemas.microsoft.com/office/drawing/2014/main" id="{DF66E02F-764B-CF49-BCC8-D97B87CD5D84}"/>
                </a:ext>
              </a:extLst>
            </p:cNvPr>
            <p:cNvSpPr/>
            <p:nvPr/>
          </p:nvSpPr>
          <p:spPr>
            <a:xfrm>
              <a:off x="6146480" y="479325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187864 w 362309"/>
                <a:gd name="connsiteY7" fmla="*/ 248337 h 361971"/>
                <a:gd name="connsiteX8" fmla="*/ 183391 w 362309"/>
                <a:gd name="connsiteY8" fmla="*/ 252167 h 361971"/>
                <a:gd name="connsiteX9" fmla="*/ 184669 w 362309"/>
                <a:gd name="connsiteY9" fmla="*/ 257913 h 361971"/>
                <a:gd name="connsiteX10" fmla="*/ 180196 w 362309"/>
                <a:gd name="connsiteY10" fmla="*/ 278341 h 361971"/>
                <a:gd name="connsiteX11" fmla="*/ 168055 w 362309"/>
                <a:gd name="connsiteY11" fmla="*/ 280257 h 361971"/>
                <a:gd name="connsiteX12" fmla="*/ 161665 w 362309"/>
                <a:gd name="connsiteY12" fmla="*/ 280895 h 361971"/>
                <a:gd name="connsiteX13" fmla="*/ 159109 w 362309"/>
                <a:gd name="connsiteY13" fmla="*/ 286002 h 361971"/>
                <a:gd name="connsiteX14" fmla="*/ 148885 w 362309"/>
                <a:gd name="connsiteY14" fmla="*/ 299409 h 361971"/>
                <a:gd name="connsiteX15" fmla="*/ 145690 w 362309"/>
                <a:gd name="connsiteY15" fmla="*/ 300047 h 361971"/>
                <a:gd name="connsiteX16" fmla="*/ 132911 w 362309"/>
                <a:gd name="connsiteY16" fmla="*/ 294301 h 361971"/>
                <a:gd name="connsiteX17" fmla="*/ 127799 w 362309"/>
                <a:gd name="connsiteY17" fmla="*/ 291109 h 361971"/>
                <a:gd name="connsiteX18" fmla="*/ 122686 w 362309"/>
                <a:gd name="connsiteY18" fmla="*/ 294301 h 361971"/>
                <a:gd name="connsiteX19" fmla="*/ 106712 w 362309"/>
                <a:gd name="connsiteY19" fmla="*/ 298770 h 361971"/>
                <a:gd name="connsiteX20" fmla="*/ 97127 w 362309"/>
                <a:gd name="connsiteY20" fmla="*/ 285364 h 361971"/>
                <a:gd name="connsiteX21" fmla="*/ 94571 w 362309"/>
                <a:gd name="connsiteY21" fmla="*/ 279618 h 361971"/>
                <a:gd name="connsiteX22" fmla="*/ 88820 w 362309"/>
                <a:gd name="connsiteY22" fmla="*/ 278980 h 361971"/>
                <a:gd name="connsiteX23" fmla="*/ 72845 w 362309"/>
                <a:gd name="connsiteY23" fmla="*/ 273234 h 361971"/>
                <a:gd name="connsiteX24" fmla="*/ 72845 w 362309"/>
                <a:gd name="connsiteY24" fmla="*/ 256636 h 361971"/>
                <a:gd name="connsiteX25" fmla="*/ 74123 w 362309"/>
                <a:gd name="connsiteY25" fmla="*/ 250252 h 361971"/>
                <a:gd name="connsiteX26" fmla="*/ 69650 w 362309"/>
                <a:gd name="connsiteY26" fmla="*/ 245783 h 361971"/>
                <a:gd name="connsiteX27" fmla="*/ 60065 w 362309"/>
                <a:gd name="connsiteY27" fmla="*/ 232377 h 361971"/>
                <a:gd name="connsiteX28" fmla="*/ 69650 w 362309"/>
                <a:gd name="connsiteY28" fmla="*/ 218971 h 361971"/>
                <a:gd name="connsiteX29" fmla="*/ 74123 w 362309"/>
                <a:gd name="connsiteY29" fmla="*/ 215140 h 361971"/>
                <a:gd name="connsiteX30" fmla="*/ 72845 w 362309"/>
                <a:gd name="connsiteY30" fmla="*/ 209395 h 361971"/>
                <a:gd name="connsiteX31" fmla="*/ 76679 w 362309"/>
                <a:gd name="connsiteY31" fmla="*/ 188966 h 361971"/>
                <a:gd name="connsiteX32" fmla="*/ 88820 w 362309"/>
                <a:gd name="connsiteY32" fmla="*/ 187051 h 361971"/>
                <a:gd name="connsiteX33" fmla="*/ 95210 w 362309"/>
                <a:gd name="connsiteY33" fmla="*/ 186412 h 361971"/>
                <a:gd name="connsiteX34" fmla="*/ 97766 w 362309"/>
                <a:gd name="connsiteY34" fmla="*/ 181305 h 361971"/>
                <a:gd name="connsiteX35" fmla="*/ 107990 w 362309"/>
                <a:gd name="connsiteY35" fmla="*/ 167899 h 361971"/>
                <a:gd name="connsiteX36" fmla="*/ 123965 w 362309"/>
                <a:gd name="connsiteY36" fmla="*/ 173006 h 361971"/>
                <a:gd name="connsiteX37" fmla="*/ 129076 w 362309"/>
                <a:gd name="connsiteY37" fmla="*/ 176198 h 361971"/>
                <a:gd name="connsiteX38" fmla="*/ 134189 w 362309"/>
                <a:gd name="connsiteY38" fmla="*/ 173006 h 361971"/>
                <a:gd name="connsiteX39" fmla="*/ 150164 w 362309"/>
                <a:gd name="connsiteY39" fmla="*/ 168537 h 361971"/>
                <a:gd name="connsiteX40" fmla="*/ 159748 w 362309"/>
                <a:gd name="connsiteY40" fmla="*/ 181944 h 361971"/>
                <a:gd name="connsiteX41" fmla="*/ 162304 w 362309"/>
                <a:gd name="connsiteY41" fmla="*/ 187689 h 361971"/>
                <a:gd name="connsiteX42" fmla="*/ 168055 w 362309"/>
                <a:gd name="connsiteY42" fmla="*/ 188327 h 361971"/>
                <a:gd name="connsiteX43" fmla="*/ 184030 w 362309"/>
                <a:gd name="connsiteY43" fmla="*/ 194073 h 361971"/>
                <a:gd name="connsiteX44" fmla="*/ 184030 w 362309"/>
                <a:gd name="connsiteY44" fmla="*/ 210671 h 361971"/>
                <a:gd name="connsiteX45" fmla="*/ 182752 w 362309"/>
                <a:gd name="connsiteY45" fmla="*/ 217055 h 361971"/>
                <a:gd name="connsiteX46" fmla="*/ 187225 w 362309"/>
                <a:gd name="connsiteY46" fmla="*/ 221524 h 361971"/>
                <a:gd name="connsiteX47" fmla="*/ 196810 w 362309"/>
                <a:gd name="connsiteY47" fmla="*/ 234930 h 361971"/>
                <a:gd name="connsiteX48" fmla="*/ 187864 w 362309"/>
                <a:gd name="connsiteY48" fmla="*/ 248337 h 361971"/>
                <a:gd name="connsiteX49" fmla="*/ 187864 w 362309"/>
                <a:gd name="connsiteY49" fmla="*/ 248337 h 361971"/>
                <a:gd name="connsiteX50" fmla="*/ 293298 w 362309"/>
                <a:gd name="connsiteY50" fmla="*/ 142363 h 361971"/>
                <a:gd name="connsiteX51" fmla="*/ 288825 w 362309"/>
                <a:gd name="connsiteY51" fmla="*/ 146193 h 361971"/>
                <a:gd name="connsiteX52" fmla="*/ 290103 w 362309"/>
                <a:gd name="connsiteY52" fmla="*/ 151939 h 361971"/>
                <a:gd name="connsiteX53" fmla="*/ 285630 w 362309"/>
                <a:gd name="connsiteY53" fmla="*/ 172368 h 361971"/>
                <a:gd name="connsiteX54" fmla="*/ 273489 w 362309"/>
                <a:gd name="connsiteY54" fmla="*/ 174283 h 361971"/>
                <a:gd name="connsiteX55" fmla="*/ 267099 w 362309"/>
                <a:gd name="connsiteY55" fmla="*/ 174921 h 361971"/>
                <a:gd name="connsiteX56" fmla="*/ 264543 w 362309"/>
                <a:gd name="connsiteY56" fmla="*/ 180028 h 361971"/>
                <a:gd name="connsiteX57" fmla="*/ 254319 w 362309"/>
                <a:gd name="connsiteY57" fmla="*/ 193435 h 361971"/>
                <a:gd name="connsiteX58" fmla="*/ 251124 w 362309"/>
                <a:gd name="connsiteY58" fmla="*/ 194073 h 361971"/>
                <a:gd name="connsiteX59" fmla="*/ 238345 w 362309"/>
                <a:gd name="connsiteY59" fmla="*/ 188327 h 361971"/>
                <a:gd name="connsiteX60" fmla="*/ 233233 w 362309"/>
                <a:gd name="connsiteY60" fmla="*/ 185135 h 361971"/>
                <a:gd name="connsiteX61" fmla="*/ 228120 w 362309"/>
                <a:gd name="connsiteY61" fmla="*/ 188327 h 361971"/>
                <a:gd name="connsiteX62" fmla="*/ 212146 w 362309"/>
                <a:gd name="connsiteY62" fmla="*/ 192796 h 361971"/>
                <a:gd name="connsiteX63" fmla="*/ 201922 w 362309"/>
                <a:gd name="connsiteY63" fmla="*/ 179390 h 361971"/>
                <a:gd name="connsiteX64" fmla="*/ 199366 w 362309"/>
                <a:gd name="connsiteY64" fmla="*/ 173644 h 361971"/>
                <a:gd name="connsiteX65" fmla="*/ 193615 w 362309"/>
                <a:gd name="connsiteY65" fmla="*/ 173006 h 361971"/>
                <a:gd name="connsiteX66" fmla="*/ 175723 w 362309"/>
                <a:gd name="connsiteY66" fmla="*/ 162792 h 361971"/>
                <a:gd name="connsiteX67" fmla="*/ 177640 w 362309"/>
                <a:gd name="connsiteY67" fmla="*/ 150662 h 361971"/>
                <a:gd name="connsiteX68" fmla="*/ 178918 w 362309"/>
                <a:gd name="connsiteY68" fmla="*/ 144278 h 361971"/>
                <a:gd name="connsiteX69" fmla="*/ 174445 w 362309"/>
                <a:gd name="connsiteY69" fmla="*/ 139809 h 361971"/>
                <a:gd name="connsiteX70" fmla="*/ 164860 w 362309"/>
                <a:gd name="connsiteY70" fmla="*/ 126403 h 361971"/>
                <a:gd name="connsiteX71" fmla="*/ 174445 w 362309"/>
                <a:gd name="connsiteY71" fmla="*/ 112997 h 361971"/>
                <a:gd name="connsiteX72" fmla="*/ 178918 w 362309"/>
                <a:gd name="connsiteY72" fmla="*/ 109166 h 361971"/>
                <a:gd name="connsiteX73" fmla="*/ 177640 w 362309"/>
                <a:gd name="connsiteY73" fmla="*/ 103421 h 361971"/>
                <a:gd name="connsiteX74" fmla="*/ 178279 w 362309"/>
                <a:gd name="connsiteY74" fmla="*/ 86822 h 361971"/>
                <a:gd name="connsiteX75" fmla="*/ 194254 w 362309"/>
                <a:gd name="connsiteY75" fmla="*/ 81715 h 361971"/>
                <a:gd name="connsiteX76" fmla="*/ 200644 w 362309"/>
                <a:gd name="connsiteY76" fmla="*/ 81077 h 361971"/>
                <a:gd name="connsiteX77" fmla="*/ 203200 w 362309"/>
                <a:gd name="connsiteY77" fmla="*/ 75969 h 361971"/>
                <a:gd name="connsiteX78" fmla="*/ 213424 w 362309"/>
                <a:gd name="connsiteY78" fmla="*/ 62563 h 361971"/>
                <a:gd name="connsiteX79" fmla="*/ 229399 w 362309"/>
                <a:gd name="connsiteY79" fmla="*/ 67670 h 361971"/>
                <a:gd name="connsiteX80" fmla="*/ 234510 w 362309"/>
                <a:gd name="connsiteY80" fmla="*/ 70862 h 361971"/>
                <a:gd name="connsiteX81" fmla="*/ 239623 w 362309"/>
                <a:gd name="connsiteY81" fmla="*/ 67670 h 361971"/>
                <a:gd name="connsiteX82" fmla="*/ 255597 w 362309"/>
                <a:gd name="connsiteY82" fmla="*/ 63201 h 361971"/>
                <a:gd name="connsiteX83" fmla="*/ 265182 w 362309"/>
                <a:gd name="connsiteY83" fmla="*/ 76608 h 361971"/>
                <a:gd name="connsiteX84" fmla="*/ 267738 w 362309"/>
                <a:gd name="connsiteY84" fmla="*/ 82353 h 361971"/>
                <a:gd name="connsiteX85" fmla="*/ 273489 w 362309"/>
                <a:gd name="connsiteY85" fmla="*/ 82992 h 361971"/>
                <a:gd name="connsiteX86" fmla="*/ 289464 w 362309"/>
                <a:gd name="connsiteY86" fmla="*/ 88737 h 361971"/>
                <a:gd name="connsiteX87" fmla="*/ 289464 w 362309"/>
                <a:gd name="connsiteY87" fmla="*/ 105336 h 361971"/>
                <a:gd name="connsiteX88" fmla="*/ 288186 w 362309"/>
                <a:gd name="connsiteY88" fmla="*/ 111720 h 361971"/>
                <a:gd name="connsiteX89" fmla="*/ 293298 w 362309"/>
                <a:gd name="connsiteY89" fmla="*/ 116189 h 361971"/>
                <a:gd name="connsiteX90" fmla="*/ 301605 w 362309"/>
                <a:gd name="connsiteY90" fmla="*/ 135341 h 361971"/>
                <a:gd name="connsiteX91" fmla="*/ 293298 w 362309"/>
                <a:gd name="connsiteY91" fmla="*/ 142363 h 361971"/>
                <a:gd name="connsiteX92" fmla="*/ 293298 w 362309"/>
                <a:gd name="connsiteY92" fmla="*/ 14236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0438"/>
                    <a:pt x="281157" y="0"/>
                    <a:pt x="181474" y="0"/>
                  </a:cubicBezTo>
                  <a:lnTo>
                    <a:pt x="181474" y="0"/>
                  </a:lnTo>
                  <a:close/>
                  <a:moveTo>
                    <a:pt x="187864" y="248337"/>
                  </a:moveTo>
                  <a:cubicBezTo>
                    <a:pt x="185947" y="249614"/>
                    <a:pt x="184669" y="250890"/>
                    <a:pt x="183391" y="252167"/>
                  </a:cubicBezTo>
                  <a:cubicBezTo>
                    <a:pt x="183391" y="254082"/>
                    <a:pt x="184030" y="255998"/>
                    <a:pt x="184669" y="257913"/>
                  </a:cubicBezTo>
                  <a:cubicBezTo>
                    <a:pt x="189142" y="264935"/>
                    <a:pt x="187225" y="273873"/>
                    <a:pt x="180196" y="278341"/>
                  </a:cubicBezTo>
                  <a:cubicBezTo>
                    <a:pt x="176362" y="280895"/>
                    <a:pt x="171889" y="281533"/>
                    <a:pt x="168055" y="280257"/>
                  </a:cubicBezTo>
                  <a:cubicBezTo>
                    <a:pt x="166138" y="280257"/>
                    <a:pt x="163582" y="280257"/>
                    <a:pt x="161665" y="280895"/>
                  </a:cubicBezTo>
                  <a:cubicBezTo>
                    <a:pt x="160387" y="282810"/>
                    <a:pt x="159748" y="284087"/>
                    <a:pt x="159109" y="286002"/>
                  </a:cubicBezTo>
                  <a:cubicBezTo>
                    <a:pt x="157192" y="291109"/>
                    <a:pt x="154636" y="297493"/>
                    <a:pt x="148885" y="299409"/>
                  </a:cubicBezTo>
                  <a:cubicBezTo>
                    <a:pt x="147607" y="300047"/>
                    <a:pt x="146329" y="300047"/>
                    <a:pt x="145690" y="300047"/>
                  </a:cubicBezTo>
                  <a:cubicBezTo>
                    <a:pt x="141217" y="299409"/>
                    <a:pt x="136744" y="297493"/>
                    <a:pt x="132911" y="294301"/>
                  </a:cubicBezTo>
                  <a:cubicBezTo>
                    <a:pt x="131633" y="293025"/>
                    <a:pt x="129716" y="291748"/>
                    <a:pt x="127799" y="291109"/>
                  </a:cubicBezTo>
                  <a:cubicBezTo>
                    <a:pt x="125881" y="291748"/>
                    <a:pt x="123965" y="293025"/>
                    <a:pt x="122686" y="294301"/>
                  </a:cubicBezTo>
                  <a:cubicBezTo>
                    <a:pt x="118214" y="298132"/>
                    <a:pt x="112463" y="300047"/>
                    <a:pt x="106712" y="298770"/>
                  </a:cubicBezTo>
                  <a:cubicBezTo>
                    <a:pt x="100322" y="296855"/>
                    <a:pt x="98405" y="290471"/>
                    <a:pt x="97127" y="285364"/>
                  </a:cubicBezTo>
                  <a:cubicBezTo>
                    <a:pt x="96488" y="283449"/>
                    <a:pt x="95849" y="281533"/>
                    <a:pt x="94571" y="279618"/>
                  </a:cubicBezTo>
                  <a:cubicBezTo>
                    <a:pt x="92654" y="278980"/>
                    <a:pt x="90737" y="278980"/>
                    <a:pt x="88820" y="278980"/>
                  </a:cubicBezTo>
                  <a:cubicBezTo>
                    <a:pt x="83069" y="279618"/>
                    <a:pt x="76679" y="277703"/>
                    <a:pt x="72845" y="273234"/>
                  </a:cubicBezTo>
                  <a:cubicBezTo>
                    <a:pt x="70289" y="268127"/>
                    <a:pt x="70289" y="261743"/>
                    <a:pt x="72845" y="256636"/>
                  </a:cubicBezTo>
                  <a:cubicBezTo>
                    <a:pt x="73484" y="254721"/>
                    <a:pt x="74123" y="252167"/>
                    <a:pt x="74123" y="250252"/>
                  </a:cubicBezTo>
                  <a:cubicBezTo>
                    <a:pt x="72845" y="248337"/>
                    <a:pt x="70928" y="247060"/>
                    <a:pt x="69650" y="245783"/>
                  </a:cubicBezTo>
                  <a:cubicBezTo>
                    <a:pt x="65177" y="242591"/>
                    <a:pt x="60065" y="238122"/>
                    <a:pt x="60065" y="232377"/>
                  </a:cubicBezTo>
                  <a:cubicBezTo>
                    <a:pt x="60065" y="226631"/>
                    <a:pt x="65816" y="222163"/>
                    <a:pt x="69650" y="218971"/>
                  </a:cubicBezTo>
                  <a:cubicBezTo>
                    <a:pt x="71567" y="217694"/>
                    <a:pt x="72845" y="216417"/>
                    <a:pt x="74123" y="215140"/>
                  </a:cubicBezTo>
                  <a:cubicBezTo>
                    <a:pt x="74123" y="213225"/>
                    <a:pt x="73484" y="211310"/>
                    <a:pt x="72845" y="209395"/>
                  </a:cubicBezTo>
                  <a:cubicBezTo>
                    <a:pt x="68372" y="202372"/>
                    <a:pt x="70289" y="193435"/>
                    <a:pt x="76679" y="188966"/>
                  </a:cubicBezTo>
                  <a:cubicBezTo>
                    <a:pt x="80513" y="186412"/>
                    <a:pt x="84986" y="185774"/>
                    <a:pt x="88820" y="187051"/>
                  </a:cubicBezTo>
                  <a:cubicBezTo>
                    <a:pt x="90737" y="187051"/>
                    <a:pt x="93293" y="187051"/>
                    <a:pt x="95210" y="186412"/>
                  </a:cubicBezTo>
                  <a:cubicBezTo>
                    <a:pt x="95849" y="184497"/>
                    <a:pt x="97127" y="182582"/>
                    <a:pt x="97766" y="181305"/>
                  </a:cubicBezTo>
                  <a:cubicBezTo>
                    <a:pt x="99683" y="176198"/>
                    <a:pt x="102239" y="169814"/>
                    <a:pt x="107990" y="167899"/>
                  </a:cubicBezTo>
                  <a:cubicBezTo>
                    <a:pt x="113741" y="167260"/>
                    <a:pt x="120131" y="169176"/>
                    <a:pt x="123965" y="173006"/>
                  </a:cubicBezTo>
                  <a:cubicBezTo>
                    <a:pt x="125243" y="174283"/>
                    <a:pt x="127160" y="175560"/>
                    <a:pt x="129076" y="176198"/>
                  </a:cubicBezTo>
                  <a:cubicBezTo>
                    <a:pt x="130994" y="175560"/>
                    <a:pt x="132911" y="174283"/>
                    <a:pt x="134189" y="173006"/>
                  </a:cubicBezTo>
                  <a:cubicBezTo>
                    <a:pt x="138661" y="169176"/>
                    <a:pt x="144412" y="167260"/>
                    <a:pt x="150164" y="168537"/>
                  </a:cubicBezTo>
                  <a:cubicBezTo>
                    <a:pt x="156553" y="170452"/>
                    <a:pt x="158470" y="176836"/>
                    <a:pt x="159748" y="181944"/>
                  </a:cubicBezTo>
                  <a:cubicBezTo>
                    <a:pt x="160387" y="183859"/>
                    <a:pt x="161026" y="185774"/>
                    <a:pt x="162304" y="187689"/>
                  </a:cubicBezTo>
                  <a:cubicBezTo>
                    <a:pt x="164221" y="188327"/>
                    <a:pt x="166138" y="188327"/>
                    <a:pt x="168055" y="188327"/>
                  </a:cubicBezTo>
                  <a:cubicBezTo>
                    <a:pt x="173806" y="187689"/>
                    <a:pt x="179557" y="189604"/>
                    <a:pt x="184030" y="194073"/>
                  </a:cubicBezTo>
                  <a:cubicBezTo>
                    <a:pt x="186586" y="199180"/>
                    <a:pt x="186586" y="205564"/>
                    <a:pt x="184030" y="210671"/>
                  </a:cubicBezTo>
                  <a:cubicBezTo>
                    <a:pt x="183391" y="212587"/>
                    <a:pt x="182752" y="215140"/>
                    <a:pt x="182752" y="217055"/>
                  </a:cubicBezTo>
                  <a:cubicBezTo>
                    <a:pt x="184030" y="218971"/>
                    <a:pt x="185947" y="220247"/>
                    <a:pt x="187225" y="221524"/>
                  </a:cubicBezTo>
                  <a:cubicBezTo>
                    <a:pt x="191698" y="224716"/>
                    <a:pt x="196810" y="229185"/>
                    <a:pt x="196810" y="234930"/>
                  </a:cubicBezTo>
                  <a:cubicBezTo>
                    <a:pt x="196810" y="240676"/>
                    <a:pt x="191698" y="245145"/>
                    <a:pt x="187864" y="248337"/>
                  </a:cubicBezTo>
                  <a:lnTo>
                    <a:pt x="187864" y="248337"/>
                  </a:lnTo>
                  <a:close/>
                  <a:moveTo>
                    <a:pt x="293298" y="142363"/>
                  </a:moveTo>
                  <a:cubicBezTo>
                    <a:pt x="291381" y="143640"/>
                    <a:pt x="290103" y="144916"/>
                    <a:pt x="288825" y="146193"/>
                  </a:cubicBezTo>
                  <a:cubicBezTo>
                    <a:pt x="288825" y="148108"/>
                    <a:pt x="289464" y="150024"/>
                    <a:pt x="290103" y="151939"/>
                  </a:cubicBezTo>
                  <a:cubicBezTo>
                    <a:pt x="294576" y="158961"/>
                    <a:pt x="292659" y="167899"/>
                    <a:pt x="285630" y="172368"/>
                  </a:cubicBezTo>
                  <a:cubicBezTo>
                    <a:pt x="281796" y="174921"/>
                    <a:pt x="277962" y="175560"/>
                    <a:pt x="273489" y="174283"/>
                  </a:cubicBezTo>
                  <a:cubicBezTo>
                    <a:pt x="271572" y="174283"/>
                    <a:pt x="269016" y="174283"/>
                    <a:pt x="267099" y="174921"/>
                  </a:cubicBezTo>
                  <a:cubicBezTo>
                    <a:pt x="265821" y="176836"/>
                    <a:pt x="265182" y="178752"/>
                    <a:pt x="264543" y="180028"/>
                  </a:cubicBezTo>
                  <a:cubicBezTo>
                    <a:pt x="262626" y="185135"/>
                    <a:pt x="260070" y="191519"/>
                    <a:pt x="254319" y="193435"/>
                  </a:cubicBezTo>
                  <a:cubicBezTo>
                    <a:pt x="253041" y="194073"/>
                    <a:pt x="251763" y="194073"/>
                    <a:pt x="251124" y="194073"/>
                  </a:cubicBezTo>
                  <a:cubicBezTo>
                    <a:pt x="246651" y="193435"/>
                    <a:pt x="242178" y="191519"/>
                    <a:pt x="238345" y="188327"/>
                  </a:cubicBezTo>
                  <a:cubicBezTo>
                    <a:pt x="236428" y="187051"/>
                    <a:pt x="235150" y="185774"/>
                    <a:pt x="233233" y="185135"/>
                  </a:cubicBezTo>
                  <a:cubicBezTo>
                    <a:pt x="231315" y="185774"/>
                    <a:pt x="229399" y="187051"/>
                    <a:pt x="228120" y="188327"/>
                  </a:cubicBezTo>
                  <a:cubicBezTo>
                    <a:pt x="223648" y="192158"/>
                    <a:pt x="217897" y="194073"/>
                    <a:pt x="212146" y="192796"/>
                  </a:cubicBezTo>
                  <a:cubicBezTo>
                    <a:pt x="205756" y="190881"/>
                    <a:pt x="203839" y="184497"/>
                    <a:pt x="201922" y="179390"/>
                  </a:cubicBezTo>
                  <a:cubicBezTo>
                    <a:pt x="201283" y="177475"/>
                    <a:pt x="200644" y="175560"/>
                    <a:pt x="199366" y="173644"/>
                  </a:cubicBezTo>
                  <a:cubicBezTo>
                    <a:pt x="197449" y="173006"/>
                    <a:pt x="195532" y="173006"/>
                    <a:pt x="193615" y="173006"/>
                  </a:cubicBezTo>
                  <a:cubicBezTo>
                    <a:pt x="185947" y="174921"/>
                    <a:pt x="177640" y="170452"/>
                    <a:pt x="175723" y="162792"/>
                  </a:cubicBezTo>
                  <a:cubicBezTo>
                    <a:pt x="174445" y="158961"/>
                    <a:pt x="175084" y="154492"/>
                    <a:pt x="177640" y="150662"/>
                  </a:cubicBezTo>
                  <a:cubicBezTo>
                    <a:pt x="178279" y="148747"/>
                    <a:pt x="178918" y="146193"/>
                    <a:pt x="178918" y="144278"/>
                  </a:cubicBezTo>
                  <a:cubicBezTo>
                    <a:pt x="177640" y="142363"/>
                    <a:pt x="175723" y="141086"/>
                    <a:pt x="174445" y="139809"/>
                  </a:cubicBezTo>
                  <a:cubicBezTo>
                    <a:pt x="169972" y="136617"/>
                    <a:pt x="164860" y="132149"/>
                    <a:pt x="164860" y="126403"/>
                  </a:cubicBezTo>
                  <a:cubicBezTo>
                    <a:pt x="164860" y="120657"/>
                    <a:pt x="170611" y="116189"/>
                    <a:pt x="174445" y="112997"/>
                  </a:cubicBezTo>
                  <a:cubicBezTo>
                    <a:pt x="176362" y="111720"/>
                    <a:pt x="177640" y="110443"/>
                    <a:pt x="178918" y="109166"/>
                  </a:cubicBezTo>
                  <a:cubicBezTo>
                    <a:pt x="178918" y="107251"/>
                    <a:pt x="178279" y="105336"/>
                    <a:pt x="177640" y="103421"/>
                  </a:cubicBezTo>
                  <a:cubicBezTo>
                    <a:pt x="175084" y="98313"/>
                    <a:pt x="175723" y="91929"/>
                    <a:pt x="178279" y="86822"/>
                  </a:cubicBezTo>
                  <a:cubicBezTo>
                    <a:pt x="182113" y="82992"/>
                    <a:pt x="188503" y="80438"/>
                    <a:pt x="194254" y="81715"/>
                  </a:cubicBezTo>
                  <a:cubicBezTo>
                    <a:pt x="196171" y="81715"/>
                    <a:pt x="198727" y="81715"/>
                    <a:pt x="200644" y="81077"/>
                  </a:cubicBezTo>
                  <a:cubicBezTo>
                    <a:pt x="201922" y="79161"/>
                    <a:pt x="202561" y="77885"/>
                    <a:pt x="203200" y="75969"/>
                  </a:cubicBezTo>
                  <a:cubicBezTo>
                    <a:pt x="205117" y="70862"/>
                    <a:pt x="207673" y="64478"/>
                    <a:pt x="213424" y="62563"/>
                  </a:cubicBezTo>
                  <a:cubicBezTo>
                    <a:pt x="219175" y="61925"/>
                    <a:pt x="225565" y="63840"/>
                    <a:pt x="229399" y="67670"/>
                  </a:cubicBezTo>
                  <a:cubicBezTo>
                    <a:pt x="230677" y="68947"/>
                    <a:pt x="232593" y="70224"/>
                    <a:pt x="234510" y="70862"/>
                  </a:cubicBezTo>
                  <a:cubicBezTo>
                    <a:pt x="236428" y="70224"/>
                    <a:pt x="238345" y="68947"/>
                    <a:pt x="239623" y="67670"/>
                  </a:cubicBezTo>
                  <a:cubicBezTo>
                    <a:pt x="244095" y="63840"/>
                    <a:pt x="249846" y="62563"/>
                    <a:pt x="255597" y="63201"/>
                  </a:cubicBezTo>
                  <a:cubicBezTo>
                    <a:pt x="261348" y="65117"/>
                    <a:pt x="263904" y="71501"/>
                    <a:pt x="265182" y="76608"/>
                  </a:cubicBezTo>
                  <a:cubicBezTo>
                    <a:pt x="265821" y="78523"/>
                    <a:pt x="266460" y="80438"/>
                    <a:pt x="267738" y="82353"/>
                  </a:cubicBezTo>
                  <a:cubicBezTo>
                    <a:pt x="269655" y="82992"/>
                    <a:pt x="271572" y="82992"/>
                    <a:pt x="273489" y="82992"/>
                  </a:cubicBezTo>
                  <a:cubicBezTo>
                    <a:pt x="279240" y="82353"/>
                    <a:pt x="284991" y="84269"/>
                    <a:pt x="289464" y="88737"/>
                  </a:cubicBezTo>
                  <a:cubicBezTo>
                    <a:pt x="292020" y="93845"/>
                    <a:pt x="292020" y="100229"/>
                    <a:pt x="289464" y="105336"/>
                  </a:cubicBezTo>
                  <a:cubicBezTo>
                    <a:pt x="288825" y="107251"/>
                    <a:pt x="288186" y="109805"/>
                    <a:pt x="288186" y="111720"/>
                  </a:cubicBezTo>
                  <a:cubicBezTo>
                    <a:pt x="289464" y="113635"/>
                    <a:pt x="291381" y="114912"/>
                    <a:pt x="293298" y="116189"/>
                  </a:cubicBezTo>
                  <a:cubicBezTo>
                    <a:pt x="300966" y="119381"/>
                    <a:pt x="304161" y="127680"/>
                    <a:pt x="301605" y="135341"/>
                  </a:cubicBezTo>
                  <a:cubicBezTo>
                    <a:pt x="300327" y="138533"/>
                    <a:pt x="297132" y="141086"/>
                    <a:pt x="293298" y="142363"/>
                  </a:cubicBezTo>
                  <a:lnTo>
                    <a:pt x="293298" y="142363"/>
                  </a:lnTo>
                  <a:close/>
                </a:path>
              </a:pathLst>
            </a:custGeom>
            <a:solidFill>
              <a:srgbClr val="00A3E0"/>
            </a:solidFill>
            <a:ln w="6390" cap="flat">
              <a:noFill/>
              <a:prstDash val="solid"/>
              <a:miter/>
            </a:ln>
          </p:spPr>
          <p:txBody>
            <a:bodyPr rtlCol="0" anchor="ctr"/>
            <a:lstStyle/>
            <a:p>
              <a:endParaRPr lang="en-US"/>
            </a:p>
          </p:txBody>
        </p:sp>
        <p:sp>
          <p:nvSpPr>
            <p:cNvPr id="1394" name="Graphic 4">
              <a:extLst>
                <a:ext uri="{FF2B5EF4-FFF2-40B4-BE49-F238E27FC236}">
                  <a16:creationId xmlns:a16="http://schemas.microsoft.com/office/drawing/2014/main" id="{571374A1-D19A-864C-B660-3EFFEA4417E1}"/>
                </a:ext>
              </a:extLst>
            </p:cNvPr>
            <p:cNvSpPr/>
            <p:nvPr/>
          </p:nvSpPr>
          <p:spPr>
            <a:xfrm>
              <a:off x="6218686" y="4973284"/>
              <a:ext cx="112462" cy="106612"/>
            </a:xfrm>
            <a:custGeom>
              <a:avLst/>
              <a:gdLst>
                <a:gd name="connsiteX0" fmla="*/ 99044 w 112462"/>
                <a:gd name="connsiteY0" fmla="*/ 40219 h 106612"/>
                <a:gd name="connsiteX1" fmla="*/ 99044 w 112462"/>
                <a:gd name="connsiteY1" fmla="*/ 40219 h 106612"/>
                <a:gd name="connsiteX2" fmla="*/ 100322 w 112462"/>
                <a:gd name="connsiteY2" fmla="*/ 26174 h 106612"/>
                <a:gd name="connsiteX3" fmla="*/ 101600 w 112462"/>
                <a:gd name="connsiteY3" fmla="*/ 21067 h 106612"/>
                <a:gd name="connsiteX4" fmla="*/ 95849 w 112462"/>
                <a:gd name="connsiteY4" fmla="*/ 21067 h 106612"/>
                <a:gd name="connsiteX5" fmla="*/ 82430 w 112462"/>
                <a:gd name="connsiteY5" fmla="*/ 17875 h 106612"/>
                <a:gd name="connsiteX6" fmla="*/ 75401 w 112462"/>
                <a:gd name="connsiteY6" fmla="*/ 5745 h 106612"/>
                <a:gd name="connsiteX7" fmla="*/ 73484 w 112462"/>
                <a:gd name="connsiteY7" fmla="*/ 638 h 106612"/>
                <a:gd name="connsiteX8" fmla="*/ 69011 w 112462"/>
                <a:gd name="connsiteY8" fmla="*/ 3830 h 106612"/>
                <a:gd name="connsiteX9" fmla="*/ 56231 w 112462"/>
                <a:gd name="connsiteY9" fmla="*/ 8937 h 106612"/>
                <a:gd name="connsiteX10" fmla="*/ 44090 w 112462"/>
                <a:gd name="connsiteY10" fmla="*/ 3192 h 106612"/>
                <a:gd name="connsiteX11" fmla="*/ 38978 w 112462"/>
                <a:gd name="connsiteY11" fmla="*/ 0 h 106612"/>
                <a:gd name="connsiteX12" fmla="*/ 36423 w 112462"/>
                <a:gd name="connsiteY12" fmla="*/ 5107 h 106612"/>
                <a:gd name="connsiteX13" fmla="*/ 29394 w 112462"/>
                <a:gd name="connsiteY13" fmla="*/ 16598 h 106612"/>
                <a:gd name="connsiteX14" fmla="*/ 15975 w 112462"/>
                <a:gd name="connsiteY14" fmla="*/ 19790 h 106612"/>
                <a:gd name="connsiteX15" fmla="*/ 10863 w 112462"/>
                <a:gd name="connsiteY15" fmla="*/ 19790 h 106612"/>
                <a:gd name="connsiteX16" fmla="*/ 12141 w 112462"/>
                <a:gd name="connsiteY16" fmla="*/ 24897 h 106612"/>
                <a:gd name="connsiteX17" fmla="*/ 5112 w 112462"/>
                <a:gd name="connsiteY17" fmla="*/ 47880 h 106612"/>
                <a:gd name="connsiteX18" fmla="*/ 4473 w 112462"/>
                <a:gd name="connsiteY18" fmla="*/ 48518 h 106612"/>
                <a:gd name="connsiteX19" fmla="*/ 0 w 112462"/>
                <a:gd name="connsiteY19" fmla="*/ 52348 h 106612"/>
                <a:gd name="connsiteX20" fmla="*/ 3834 w 112462"/>
                <a:gd name="connsiteY20" fmla="*/ 55540 h 106612"/>
                <a:gd name="connsiteX21" fmla="*/ 11502 w 112462"/>
                <a:gd name="connsiteY21" fmla="*/ 79161 h 106612"/>
                <a:gd name="connsiteX22" fmla="*/ 11502 w 112462"/>
                <a:gd name="connsiteY22" fmla="*/ 79800 h 106612"/>
                <a:gd name="connsiteX23" fmla="*/ 10224 w 112462"/>
                <a:gd name="connsiteY23" fmla="*/ 84907 h 106612"/>
                <a:gd name="connsiteX24" fmla="*/ 15975 w 112462"/>
                <a:gd name="connsiteY24" fmla="*/ 84907 h 106612"/>
                <a:gd name="connsiteX25" fmla="*/ 29394 w 112462"/>
                <a:gd name="connsiteY25" fmla="*/ 88099 h 106612"/>
                <a:gd name="connsiteX26" fmla="*/ 36423 w 112462"/>
                <a:gd name="connsiteY26" fmla="*/ 100228 h 106612"/>
                <a:gd name="connsiteX27" fmla="*/ 38340 w 112462"/>
                <a:gd name="connsiteY27" fmla="*/ 105336 h 106612"/>
                <a:gd name="connsiteX28" fmla="*/ 42813 w 112462"/>
                <a:gd name="connsiteY28" fmla="*/ 102782 h 106612"/>
                <a:gd name="connsiteX29" fmla="*/ 55593 w 112462"/>
                <a:gd name="connsiteY29" fmla="*/ 97675 h 106612"/>
                <a:gd name="connsiteX30" fmla="*/ 55593 w 112462"/>
                <a:gd name="connsiteY30" fmla="*/ 97675 h 106612"/>
                <a:gd name="connsiteX31" fmla="*/ 67733 w 112462"/>
                <a:gd name="connsiteY31" fmla="*/ 103420 h 106612"/>
                <a:gd name="connsiteX32" fmla="*/ 72845 w 112462"/>
                <a:gd name="connsiteY32" fmla="*/ 106612 h 106612"/>
                <a:gd name="connsiteX33" fmla="*/ 75401 w 112462"/>
                <a:gd name="connsiteY33" fmla="*/ 101505 h 106612"/>
                <a:gd name="connsiteX34" fmla="*/ 82430 w 112462"/>
                <a:gd name="connsiteY34" fmla="*/ 90014 h 106612"/>
                <a:gd name="connsiteX35" fmla="*/ 95849 w 112462"/>
                <a:gd name="connsiteY35" fmla="*/ 86822 h 106612"/>
                <a:gd name="connsiteX36" fmla="*/ 101600 w 112462"/>
                <a:gd name="connsiteY36" fmla="*/ 86822 h 106612"/>
                <a:gd name="connsiteX37" fmla="*/ 100322 w 112462"/>
                <a:gd name="connsiteY37" fmla="*/ 81715 h 106612"/>
                <a:gd name="connsiteX38" fmla="*/ 99044 w 112462"/>
                <a:gd name="connsiteY38" fmla="*/ 68308 h 106612"/>
                <a:gd name="connsiteX39" fmla="*/ 107990 w 112462"/>
                <a:gd name="connsiteY39" fmla="*/ 58094 h 106612"/>
                <a:gd name="connsiteX40" fmla="*/ 112463 w 112462"/>
                <a:gd name="connsiteY40" fmla="*/ 54902 h 106612"/>
                <a:gd name="connsiteX41" fmla="*/ 108629 w 112462"/>
                <a:gd name="connsiteY41" fmla="*/ 51710 h 106612"/>
                <a:gd name="connsiteX42" fmla="*/ 99044 w 112462"/>
                <a:gd name="connsiteY42" fmla="*/ 40219 h 106612"/>
                <a:gd name="connsiteX43" fmla="*/ 63260 w 112462"/>
                <a:gd name="connsiteY43" fmla="*/ 77884 h 106612"/>
                <a:gd name="connsiteX44" fmla="*/ 31310 w 112462"/>
                <a:gd name="connsiteY44" fmla="*/ 61286 h 106612"/>
                <a:gd name="connsiteX45" fmla="*/ 47925 w 112462"/>
                <a:gd name="connsiteY45" fmla="*/ 29366 h 106612"/>
                <a:gd name="connsiteX46" fmla="*/ 79874 w 112462"/>
                <a:gd name="connsiteY46" fmla="*/ 45964 h 106612"/>
                <a:gd name="connsiteX47" fmla="*/ 79874 w 112462"/>
                <a:gd name="connsiteY47" fmla="*/ 45964 h 106612"/>
                <a:gd name="connsiteX48" fmla="*/ 63260 w 112462"/>
                <a:gd name="connsiteY48" fmla="*/ 77884 h 106612"/>
                <a:gd name="connsiteX49" fmla="*/ 63260 w 112462"/>
                <a:gd name="connsiteY49" fmla="*/ 77884 h 106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12462" h="106612">
                  <a:moveTo>
                    <a:pt x="99044" y="40219"/>
                  </a:moveTo>
                  <a:lnTo>
                    <a:pt x="99044" y="40219"/>
                  </a:lnTo>
                  <a:cubicBezTo>
                    <a:pt x="98405" y="35750"/>
                    <a:pt x="98405" y="30643"/>
                    <a:pt x="100322" y="26174"/>
                  </a:cubicBezTo>
                  <a:cubicBezTo>
                    <a:pt x="100961" y="24259"/>
                    <a:pt x="101600" y="22344"/>
                    <a:pt x="101600" y="21067"/>
                  </a:cubicBezTo>
                  <a:cubicBezTo>
                    <a:pt x="100322" y="21067"/>
                    <a:pt x="97766" y="21067"/>
                    <a:pt x="95849" y="21067"/>
                  </a:cubicBezTo>
                  <a:cubicBezTo>
                    <a:pt x="91376" y="21067"/>
                    <a:pt x="86903" y="20428"/>
                    <a:pt x="82430" y="17875"/>
                  </a:cubicBezTo>
                  <a:cubicBezTo>
                    <a:pt x="79235" y="14683"/>
                    <a:pt x="76679" y="10852"/>
                    <a:pt x="75401" y="5745"/>
                  </a:cubicBezTo>
                  <a:cubicBezTo>
                    <a:pt x="74762" y="3830"/>
                    <a:pt x="74123" y="2553"/>
                    <a:pt x="73484" y="638"/>
                  </a:cubicBezTo>
                  <a:cubicBezTo>
                    <a:pt x="71567" y="1276"/>
                    <a:pt x="70289" y="2553"/>
                    <a:pt x="69011" y="3830"/>
                  </a:cubicBezTo>
                  <a:cubicBezTo>
                    <a:pt x="65177" y="7022"/>
                    <a:pt x="60704" y="8937"/>
                    <a:pt x="56231" y="8937"/>
                  </a:cubicBezTo>
                  <a:cubicBezTo>
                    <a:pt x="51758" y="8299"/>
                    <a:pt x="47285" y="6384"/>
                    <a:pt x="44090" y="3192"/>
                  </a:cubicBezTo>
                  <a:cubicBezTo>
                    <a:pt x="42813" y="1915"/>
                    <a:pt x="40895" y="638"/>
                    <a:pt x="38978" y="0"/>
                  </a:cubicBezTo>
                  <a:cubicBezTo>
                    <a:pt x="38340" y="1915"/>
                    <a:pt x="37062" y="3830"/>
                    <a:pt x="36423" y="5107"/>
                  </a:cubicBezTo>
                  <a:cubicBezTo>
                    <a:pt x="35145" y="9576"/>
                    <a:pt x="32589" y="13406"/>
                    <a:pt x="29394" y="16598"/>
                  </a:cubicBezTo>
                  <a:cubicBezTo>
                    <a:pt x="25560" y="19152"/>
                    <a:pt x="20448" y="19790"/>
                    <a:pt x="15975" y="19790"/>
                  </a:cubicBezTo>
                  <a:cubicBezTo>
                    <a:pt x="14058" y="19790"/>
                    <a:pt x="12141" y="19790"/>
                    <a:pt x="10863" y="19790"/>
                  </a:cubicBezTo>
                  <a:cubicBezTo>
                    <a:pt x="10863" y="21705"/>
                    <a:pt x="11502" y="23620"/>
                    <a:pt x="12141" y="24897"/>
                  </a:cubicBezTo>
                  <a:cubicBezTo>
                    <a:pt x="16614" y="33196"/>
                    <a:pt x="13419" y="43411"/>
                    <a:pt x="5112" y="47880"/>
                  </a:cubicBezTo>
                  <a:cubicBezTo>
                    <a:pt x="5112" y="47880"/>
                    <a:pt x="4473" y="47880"/>
                    <a:pt x="4473" y="48518"/>
                  </a:cubicBezTo>
                  <a:cubicBezTo>
                    <a:pt x="3195" y="49795"/>
                    <a:pt x="1278" y="51072"/>
                    <a:pt x="0" y="52348"/>
                  </a:cubicBezTo>
                  <a:cubicBezTo>
                    <a:pt x="1278" y="53625"/>
                    <a:pt x="2556" y="54902"/>
                    <a:pt x="3834" y="55540"/>
                  </a:cubicBezTo>
                  <a:cubicBezTo>
                    <a:pt x="12780" y="60009"/>
                    <a:pt x="15975" y="70862"/>
                    <a:pt x="11502" y="79161"/>
                  </a:cubicBezTo>
                  <a:cubicBezTo>
                    <a:pt x="11502" y="79161"/>
                    <a:pt x="11502" y="79161"/>
                    <a:pt x="11502" y="79800"/>
                  </a:cubicBezTo>
                  <a:cubicBezTo>
                    <a:pt x="10863" y="81715"/>
                    <a:pt x="10224" y="83630"/>
                    <a:pt x="10224" y="84907"/>
                  </a:cubicBezTo>
                  <a:lnTo>
                    <a:pt x="15975" y="84907"/>
                  </a:lnTo>
                  <a:cubicBezTo>
                    <a:pt x="20448" y="84907"/>
                    <a:pt x="24921" y="85545"/>
                    <a:pt x="29394" y="88099"/>
                  </a:cubicBezTo>
                  <a:cubicBezTo>
                    <a:pt x="32589" y="91291"/>
                    <a:pt x="35145" y="95121"/>
                    <a:pt x="36423" y="100228"/>
                  </a:cubicBezTo>
                  <a:cubicBezTo>
                    <a:pt x="37062" y="102144"/>
                    <a:pt x="37700" y="103420"/>
                    <a:pt x="38340" y="105336"/>
                  </a:cubicBezTo>
                  <a:cubicBezTo>
                    <a:pt x="40257" y="104697"/>
                    <a:pt x="41535" y="103420"/>
                    <a:pt x="42813" y="102782"/>
                  </a:cubicBezTo>
                  <a:cubicBezTo>
                    <a:pt x="46646" y="99590"/>
                    <a:pt x="51119" y="97675"/>
                    <a:pt x="55593" y="97675"/>
                  </a:cubicBezTo>
                  <a:lnTo>
                    <a:pt x="55593" y="97675"/>
                  </a:lnTo>
                  <a:cubicBezTo>
                    <a:pt x="60065" y="98313"/>
                    <a:pt x="64538" y="100228"/>
                    <a:pt x="67733" y="103420"/>
                  </a:cubicBezTo>
                  <a:cubicBezTo>
                    <a:pt x="69011" y="104697"/>
                    <a:pt x="70928" y="105974"/>
                    <a:pt x="72845" y="106612"/>
                  </a:cubicBezTo>
                  <a:cubicBezTo>
                    <a:pt x="73484" y="104697"/>
                    <a:pt x="74762" y="102782"/>
                    <a:pt x="75401" y="101505"/>
                  </a:cubicBezTo>
                  <a:cubicBezTo>
                    <a:pt x="76679" y="97036"/>
                    <a:pt x="79235" y="93206"/>
                    <a:pt x="82430" y="90014"/>
                  </a:cubicBezTo>
                  <a:cubicBezTo>
                    <a:pt x="86264" y="87460"/>
                    <a:pt x="91376" y="86822"/>
                    <a:pt x="95849" y="86822"/>
                  </a:cubicBezTo>
                  <a:cubicBezTo>
                    <a:pt x="97766" y="86822"/>
                    <a:pt x="99683" y="86822"/>
                    <a:pt x="101600" y="86822"/>
                  </a:cubicBezTo>
                  <a:cubicBezTo>
                    <a:pt x="101600" y="84907"/>
                    <a:pt x="100961" y="82992"/>
                    <a:pt x="100322" y="81715"/>
                  </a:cubicBezTo>
                  <a:cubicBezTo>
                    <a:pt x="98405" y="77246"/>
                    <a:pt x="98405" y="72777"/>
                    <a:pt x="99044" y="68308"/>
                  </a:cubicBezTo>
                  <a:cubicBezTo>
                    <a:pt x="100961" y="63840"/>
                    <a:pt x="104156" y="60648"/>
                    <a:pt x="107990" y="58094"/>
                  </a:cubicBezTo>
                  <a:cubicBezTo>
                    <a:pt x="109268" y="56817"/>
                    <a:pt x="111185" y="55540"/>
                    <a:pt x="112463" y="54902"/>
                  </a:cubicBezTo>
                  <a:cubicBezTo>
                    <a:pt x="111185" y="53625"/>
                    <a:pt x="109907" y="52348"/>
                    <a:pt x="108629" y="51710"/>
                  </a:cubicBezTo>
                  <a:cubicBezTo>
                    <a:pt x="104156" y="47880"/>
                    <a:pt x="100961" y="44688"/>
                    <a:pt x="99044" y="40219"/>
                  </a:cubicBezTo>
                  <a:close/>
                  <a:moveTo>
                    <a:pt x="63260" y="77884"/>
                  </a:moveTo>
                  <a:cubicBezTo>
                    <a:pt x="49841" y="82353"/>
                    <a:pt x="35145" y="74692"/>
                    <a:pt x="31310" y="61286"/>
                  </a:cubicBezTo>
                  <a:cubicBezTo>
                    <a:pt x="26838" y="47880"/>
                    <a:pt x="34505" y="33196"/>
                    <a:pt x="47925" y="29366"/>
                  </a:cubicBezTo>
                  <a:cubicBezTo>
                    <a:pt x="61343" y="25536"/>
                    <a:pt x="76040" y="32558"/>
                    <a:pt x="79874" y="45964"/>
                  </a:cubicBezTo>
                  <a:cubicBezTo>
                    <a:pt x="79874" y="45964"/>
                    <a:pt x="79874" y="45964"/>
                    <a:pt x="79874" y="45964"/>
                  </a:cubicBezTo>
                  <a:cubicBezTo>
                    <a:pt x="84347" y="59371"/>
                    <a:pt x="77318" y="73416"/>
                    <a:pt x="63260" y="77884"/>
                  </a:cubicBezTo>
                  <a:cubicBezTo>
                    <a:pt x="63899" y="77884"/>
                    <a:pt x="63899" y="77884"/>
                    <a:pt x="63260" y="77884"/>
                  </a:cubicBezTo>
                  <a:close/>
                </a:path>
              </a:pathLst>
            </a:custGeom>
            <a:solidFill>
              <a:srgbClr val="00A3E0"/>
            </a:solidFill>
            <a:ln w="6390" cap="flat">
              <a:noFill/>
              <a:prstDash val="solid"/>
              <a:miter/>
            </a:ln>
          </p:spPr>
          <p:txBody>
            <a:bodyPr rtlCol="0" anchor="ctr"/>
            <a:lstStyle/>
            <a:p>
              <a:endParaRPr lang="en-US"/>
            </a:p>
          </p:txBody>
        </p:sp>
        <p:sp>
          <p:nvSpPr>
            <p:cNvPr id="1395" name="Graphic 4">
              <a:extLst>
                <a:ext uri="{FF2B5EF4-FFF2-40B4-BE49-F238E27FC236}">
                  <a16:creationId xmlns:a16="http://schemas.microsoft.com/office/drawing/2014/main" id="{64E307EF-FF28-C540-8812-5F2743E08B00}"/>
                </a:ext>
              </a:extLst>
            </p:cNvPr>
            <p:cNvSpPr/>
            <p:nvPr/>
          </p:nvSpPr>
          <p:spPr>
            <a:xfrm>
              <a:off x="6368153" y="4908806"/>
              <a:ext cx="26109" cy="26027"/>
            </a:xfrm>
            <a:custGeom>
              <a:avLst/>
              <a:gdLst>
                <a:gd name="connsiteX0" fmla="*/ 18588 w 26109"/>
                <a:gd name="connsiteY0" fmla="*/ 1277 h 26027"/>
                <a:gd name="connsiteX1" fmla="*/ 12837 w 26109"/>
                <a:gd name="connsiteY1" fmla="*/ 0 h 26027"/>
                <a:gd name="connsiteX2" fmla="*/ 9004 w 26109"/>
                <a:gd name="connsiteY2" fmla="*/ 639 h 26027"/>
                <a:gd name="connsiteX3" fmla="*/ 1336 w 26109"/>
                <a:gd name="connsiteY3" fmla="*/ 7023 h 26027"/>
                <a:gd name="connsiteX4" fmla="*/ 697 w 26109"/>
                <a:gd name="connsiteY4" fmla="*/ 16599 h 26027"/>
                <a:gd name="connsiteX5" fmla="*/ 16672 w 26109"/>
                <a:gd name="connsiteY5" fmla="*/ 25536 h 26027"/>
                <a:gd name="connsiteX6" fmla="*/ 25617 w 26109"/>
                <a:gd name="connsiteY6" fmla="*/ 9576 h 26027"/>
                <a:gd name="connsiteX7" fmla="*/ 18588 w 26109"/>
                <a:gd name="connsiteY7" fmla="*/ 1277 h 26027"/>
                <a:gd name="connsiteX8" fmla="*/ 18588 w 26109"/>
                <a:gd name="connsiteY8" fmla="*/ 1277 h 26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109" h="26027">
                  <a:moveTo>
                    <a:pt x="18588" y="1277"/>
                  </a:moveTo>
                  <a:cubicBezTo>
                    <a:pt x="16672" y="639"/>
                    <a:pt x="14755" y="0"/>
                    <a:pt x="12837" y="0"/>
                  </a:cubicBezTo>
                  <a:cubicBezTo>
                    <a:pt x="11560" y="0"/>
                    <a:pt x="10282" y="0"/>
                    <a:pt x="9004" y="639"/>
                  </a:cubicBezTo>
                  <a:cubicBezTo>
                    <a:pt x="5809" y="1915"/>
                    <a:pt x="3252" y="3831"/>
                    <a:pt x="1336" y="7023"/>
                  </a:cubicBezTo>
                  <a:cubicBezTo>
                    <a:pt x="57" y="10215"/>
                    <a:pt x="-581" y="13407"/>
                    <a:pt x="697" y="16599"/>
                  </a:cubicBezTo>
                  <a:cubicBezTo>
                    <a:pt x="2614" y="23621"/>
                    <a:pt x="9642" y="27451"/>
                    <a:pt x="16672" y="25536"/>
                  </a:cubicBezTo>
                  <a:cubicBezTo>
                    <a:pt x="23700" y="23621"/>
                    <a:pt x="27535" y="16599"/>
                    <a:pt x="25617" y="9576"/>
                  </a:cubicBezTo>
                  <a:cubicBezTo>
                    <a:pt x="24340" y="5746"/>
                    <a:pt x="21783" y="2554"/>
                    <a:pt x="18588" y="1277"/>
                  </a:cubicBezTo>
                  <a:lnTo>
                    <a:pt x="18588" y="1277"/>
                  </a:lnTo>
                  <a:close/>
                </a:path>
              </a:pathLst>
            </a:custGeom>
            <a:solidFill>
              <a:srgbClr val="00A3E0"/>
            </a:solidFill>
            <a:ln w="6390" cap="flat">
              <a:noFill/>
              <a:prstDash val="solid"/>
              <a:miter/>
            </a:ln>
          </p:spPr>
          <p:txBody>
            <a:bodyPr rtlCol="0" anchor="ctr"/>
            <a:lstStyle/>
            <a:p>
              <a:endParaRPr lang="en-US"/>
            </a:p>
          </p:txBody>
        </p:sp>
        <p:sp>
          <p:nvSpPr>
            <p:cNvPr id="1396" name="Graphic 4">
              <a:extLst>
                <a:ext uri="{FF2B5EF4-FFF2-40B4-BE49-F238E27FC236}">
                  <a16:creationId xmlns:a16="http://schemas.microsoft.com/office/drawing/2014/main" id="{5C6A9CDF-BA65-DD4F-B66C-4B4EF2EF0D56}"/>
                </a:ext>
              </a:extLst>
            </p:cNvPr>
            <p:cNvSpPr/>
            <p:nvPr/>
          </p:nvSpPr>
          <p:spPr>
            <a:xfrm>
              <a:off x="6262229" y="5014142"/>
              <a:ext cx="25377" cy="25445"/>
            </a:xfrm>
            <a:custGeom>
              <a:avLst/>
              <a:gdLst>
                <a:gd name="connsiteX0" fmla="*/ 12689 w 25377"/>
                <a:gd name="connsiteY0" fmla="*/ 0 h 25445"/>
                <a:gd name="connsiteX1" fmla="*/ 8855 w 25377"/>
                <a:gd name="connsiteY1" fmla="*/ 639 h 25445"/>
                <a:gd name="connsiteX2" fmla="*/ 548 w 25377"/>
                <a:gd name="connsiteY2" fmla="*/ 16599 h 25445"/>
                <a:gd name="connsiteX3" fmla="*/ 16523 w 25377"/>
                <a:gd name="connsiteY3" fmla="*/ 24898 h 25445"/>
                <a:gd name="connsiteX4" fmla="*/ 24830 w 25377"/>
                <a:gd name="connsiteY4" fmla="*/ 8938 h 25445"/>
                <a:gd name="connsiteX5" fmla="*/ 12689 w 25377"/>
                <a:gd name="connsiteY5" fmla="*/ 0 h 25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77" h="25445">
                  <a:moveTo>
                    <a:pt x="12689" y="0"/>
                  </a:moveTo>
                  <a:cubicBezTo>
                    <a:pt x="11411" y="0"/>
                    <a:pt x="10133" y="0"/>
                    <a:pt x="8855" y="639"/>
                  </a:cubicBezTo>
                  <a:cubicBezTo>
                    <a:pt x="1826" y="2554"/>
                    <a:pt x="-1369" y="9576"/>
                    <a:pt x="548" y="16599"/>
                  </a:cubicBezTo>
                  <a:cubicBezTo>
                    <a:pt x="2465" y="23621"/>
                    <a:pt x="9494" y="26813"/>
                    <a:pt x="16523" y="24898"/>
                  </a:cubicBezTo>
                  <a:cubicBezTo>
                    <a:pt x="23552" y="22983"/>
                    <a:pt x="26747" y="15960"/>
                    <a:pt x="24830" y="8938"/>
                  </a:cubicBezTo>
                  <a:cubicBezTo>
                    <a:pt x="23552" y="3831"/>
                    <a:pt x="18440" y="0"/>
                    <a:pt x="12689" y="0"/>
                  </a:cubicBezTo>
                  <a:close/>
                </a:path>
              </a:pathLst>
            </a:custGeom>
            <a:solidFill>
              <a:srgbClr val="00A3E0"/>
            </a:solidFill>
            <a:ln w="6390" cap="flat">
              <a:noFill/>
              <a:prstDash val="solid"/>
              <a:miter/>
            </a:ln>
          </p:spPr>
          <p:txBody>
            <a:bodyPr rtlCol="0" anchor="ctr"/>
            <a:lstStyle/>
            <a:p>
              <a:endParaRPr lang="en-US"/>
            </a:p>
          </p:txBody>
        </p:sp>
        <p:sp>
          <p:nvSpPr>
            <p:cNvPr id="1397" name="Graphic 4">
              <a:extLst>
                <a:ext uri="{FF2B5EF4-FFF2-40B4-BE49-F238E27FC236}">
                  <a16:creationId xmlns:a16="http://schemas.microsoft.com/office/drawing/2014/main" id="{51F29CDB-7020-594E-8017-5959789EF8DF}"/>
                </a:ext>
              </a:extLst>
            </p:cNvPr>
            <p:cNvSpPr/>
            <p:nvPr/>
          </p:nvSpPr>
          <p:spPr>
            <a:xfrm>
              <a:off x="6324120" y="4866672"/>
              <a:ext cx="111823" cy="105335"/>
            </a:xfrm>
            <a:custGeom>
              <a:avLst/>
              <a:gdLst>
                <a:gd name="connsiteX0" fmla="*/ 99683 w 111823"/>
                <a:gd name="connsiteY0" fmla="*/ 40857 h 105335"/>
                <a:gd name="connsiteX1" fmla="*/ 100961 w 111823"/>
                <a:gd name="connsiteY1" fmla="*/ 26813 h 105335"/>
                <a:gd name="connsiteX2" fmla="*/ 102239 w 111823"/>
                <a:gd name="connsiteY2" fmla="*/ 21705 h 105335"/>
                <a:gd name="connsiteX3" fmla="*/ 96488 w 111823"/>
                <a:gd name="connsiteY3" fmla="*/ 21705 h 105335"/>
                <a:gd name="connsiteX4" fmla="*/ 76679 w 111823"/>
                <a:gd name="connsiteY4" fmla="*/ 7022 h 105335"/>
                <a:gd name="connsiteX5" fmla="*/ 76679 w 111823"/>
                <a:gd name="connsiteY5" fmla="*/ 6384 h 105335"/>
                <a:gd name="connsiteX6" fmla="*/ 74762 w 111823"/>
                <a:gd name="connsiteY6" fmla="*/ 1277 h 105335"/>
                <a:gd name="connsiteX7" fmla="*/ 70289 w 111823"/>
                <a:gd name="connsiteY7" fmla="*/ 3830 h 105335"/>
                <a:gd name="connsiteX8" fmla="*/ 57509 w 111823"/>
                <a:gd name="connsiteY8" fmla="*/ 8937 h 105335"/>
                <a:gd name="connsiteX9" fmla="*/ 45368 w 111823"/>
                <a:gd name="connsiteY9" fmla="*/ 3192 h 105335"/>
                <a:gd name="connsiteX10" fmla="*/ 40257 w 111823"/>
                <a:gd name="connsiteY10" fmla="*/ 0 h 105335"/>
                <a:gd name="connsiteX11" fmla="*/ 37700 w 111823"/>
                <a:gd name="connsiteY11" fmla="*/ 5107 h 105335"/>
                <a:gd name="connsiteX12" fmla="*/ 30672 w 111823"/>
                <a:gd name="connsiteY12" fmla="*/ 16598 h 105335"/>
                <a:gd name="connsiteX13" fmla="*/ 17253 w 111823"/>
                <a:gd name="connsiteY13" fmla="*/ 19790 h 105335"/>
                <a:gd name="connsiteX14" fmla="*/ 11502 w 111823"/>
                <a:gd name="connsiteY14" fmla="*/ 19790 h 105335"/>
                <a:gd name="connsiteX15" fmla="*/ 12780 w 111823"/>
                <a:gd name="connsiteY15" fmla="*/ 24897 h 105335"/>
                <a:gd name="connsiteX16" fmla="*/ 5751 w 111823"/>
                <a:gd name="connsiteY16" fmla="*/ 47880 h 105335"/>
                <a:gd name="connsiteX17" fmla="*/ 4473 w 111823"/>
                <a:gd name="connsiteY17" fmla="*/ 48518 h 105335"/>
                <a:gd name="connsiteX18" fmla="*/ 0 w 111823"/>
                <a:gd name="connsiteY18" fmla="*/ 52349 h 105335"/>
                <a:gd name="connsiteX19" fmla="*/ 3834 w 111823"/>
                <a:gd name="connsiteY19" fmla="*/ 55541 h 105335"/>
                <a:gd name="connsiteX20" fmla="*/ 12141 w 111823"/>
                <a:gd name="connsiteY20" fmla="*/ 79161 h 105335"/>
                <a:gd name="connsiteX21" fmla="*/ 11502 w 111823"/>
                <a:gd name="connsiteY21" fmla="*/ 79800 h 105335"/>
                <a:gd name="connsiteX22" fmla="*/ 10224 w 111823"/>
                <a:gd name="connsiteY22" fmla="*/ 84907 h 105335"/>
                <a:gd name="connsiteX23" fmla="*/ 15975 w 111823"/>
                <a:gd name="connsiteY23" fmla="*/ 84907 h 105335"/>
                <a:gd name="connsiteX24" fmla="*/ 35783 w 111823"/>
                <a:gd name="connsiteY24" fmla="*/ 98952 h 105335"/>
                <a:gd name="connsiteX25" fmla="*/ 35783 w 111823"/>
                <a:gd name="connsiteY25" fmla="*/ 99590 h 105335"/>
                <a:gd name="connsiteX26" fmla="*/ 37700 w 111823"/>
                <a:gd name="connsiteY26" fmla="*/ 104697 h 105335"/>
                <a:gd name="connsiteX27" fmla="*/ 42173 w 111823"/>
                <a:gd name="connsiteY27" fmla="*/ 101505 h 105335"/>
                <a:gd name="connsiteX28" fmla="*/ 54953 w 111823"/>
                <a:gd name="connsiteY28" fmla="*/ 96398 h 105335"/>
                <a:gd name="connsiteX29" fmla="*/ 54953 w 111823"/>
                <a:gd name="connsiteY29" fmla="*/ 96398 h 105335"/>
                <a:gd name="connsiteX30" fmla="*/ 67094 w 111823"/>
                <a:gd name="connsiteY30" fmla="*/ 102144 h 105335"/>
                <a:gd name="connsiteX31" fmla="*/ 72206 w 111823"/>
                <a:gd name="connsiteY31" fmla="*/ 105336 h 105335"/>
                <a:gd name="connsiteX32" fmla="*/ 74762 w 111823"/>
                <a:gd name="connsiteY32" fmla="*/ 100229 h 105335"/>
                <a:gd name="connsiteX33" fmla="*/ 81791 w 111823"/>
                <a:gd name="connsiteY33" fmla="*/ 88737 h 105335"/>
                <a:gd name="connsiteX34" fmla="*/ 95210 w 111823"/>
                <a:gd name="connsiteY34" fmla="*/ 85545 h 105335"/>
                <a:gd name="connsiteX35" fmla="*/ 100961 w 111823"/>
                <a:gd name="connsiteY35" fmla="*/ 85545 h 105335"/>
                <a:gd name="connsiteX36" fmla="*/ 99683 w 111823"/>
                <a:gd name="connsiteY36" fmla="*/ 80438 h 105335"/>
                <a:gd name="connsiteX37" fmla="*/ 98405 w 111823"/>
                <a:gd name="connsiteY37" fmla="*/ 67032 h 105335"/>
                <a:gd name="connsiteX38" fmla="*/ 107351 w 111823"/>
                <a:gd name="connsiteY38" fmla="*/ 56817 h 105335"/>
                <a:gd name="connsiteX39" fmla="*/ 111824 w 111823"/>
                <a:gd name="connsiteY39" fmla="*/ 52987 h 105335"/>
                <a:gd name="connsiteX40" fmla="*/ 107990 w 111823"/>
                <a:gd name="connsiteY40" fmla="*/ 49795 h 105335"/>
                <a:gd name="connsiteX41" fmla="*/ 99683 w 111823"/>
                <a:gd name="connsiteY41" fmla="*/ 40857 h 105335"/>
                <a:gd name="connsiteX42" fmla="*/ 79235 w 111823"/>
                <a:gd name="connsiteY42" fmla="*/ 65755 h 105335"/>
                <a:gd name="connsiteX43" fmla="*/ 64538 w 111823"/>
                <a:gd name="connsiteY43" fmla="*/ 78523 h 105335"/>
                <a:gd name="connsiteX44" fmla="*/ 56870 w 111823"/>
                <a:gd name="connsiteY44" fmla="*/ 79800 h 105335"/>
                <a:gd name="connsiteX45" fmla="*/ 45368 w 111823"/>
                <a:gd name="connsiteY45" fmla="*/ 76608 h 105335"/>
                <a:gd name="connsiteX46" fmla="*/ 33867 w 111823"/>
                <a:gd name="connsiteY46" fmla="*/ 42134 h 105335"/>
                <a:gd name="connsiteX47" fmla="*/ 68372 w 111823"/>
                <a:gd name="connsiteY47" fmla="*/ 30643 h 105335"/>
                <a:gd name="connsiteX48" fmla="*/ 81152 w 111823"/>
                <a:gd name="connsiteY48" fmla="*/ 45965 h 105335"/>
                <a:gd name="connsiteX49" fmla="*/ 79235 w 111823"/>
                <a:gd name="connsiteY49" fmla="*/ 65755 h 10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11823" h="105335">
                  <a:moveTo>
                    <a:pt x="99683" y="40857"/>
                  </a:moveTo>
                  <a:cubicBezTo>
                    <a:pt x="99044" y="36389"/>
                    <a:pt x="99044" y="31281"/>
                    <a:pt x="100961" y="26813"/>
                  </a:cubicBezTo>
                  <a:cubicBezTo>
                    <a:pt x="101600" y="24897"/>
                    <a:pt x="102239" y="22982"/>
                    <a:pt x="102239" y="21705"/>
                  </a:cubicBezTo>
                  <a:lnTo>
                    <a:pt x="96488" y="21705"/>
                  </a:lnTo>
                  <a:cubicBezTo>
                    <a:pt x="86903" y="22982"/>
                    <a:pt x="77957" y="16598"/>
                    <a:pt x="76679" y="7022"/>
                  </a:cubicBezTo>
                  <a:cubicBezTo>
                    <a:pt x="76679" y="7022"/>
                    <a:pt x="76679" y="6384"/>
                    <a:pt x="76679" y="6384"/>
                  </a:cubicBezTo>
                  <a:cubicBezTo>
                    <a:pt x="76040" y="4469"/>
                    <a:pt x="75401" y="3192"/>
                    <a:pt x="74762" y="1277"/>
                  </a:cubicBezTo>
                  <a:cubicBezTo>
                    <a:pt x="72845" y="1915"/>
                    <a:pt x="71567" y="3192"/>
                    <a:pt x="70289" y="3830"/>
                  </a:cubicBezTo>
                  <a:cubicBezTo>
                    <a:pt x="66455" y="7022"/>
                    <a:pt x="61982" y="8299"/>
                    <a:pt x="57509" y="8937"/>
                  </a:cubicBezTo>
                  <a:cubicBezTo>
                    <a:pt x="53036" y="8299"/>
                    <a:pt x="48563" y="6384"/>
                    <a:pt x="45368" y="3192"/>
                  </a:cubicBezTo>
                  <a:cubicBezTo>
                    <a:pt x="44090" y="1915"/>
                    <a:pt x="42173" y="1277"/>
                    <a:pt x="40257" y="0"/>
                  </a:cubicBezTo>
                  <a:cubicBezTo>
                    <a:pt x="39618" y="1915"/>
                    <a:pt x="38340" y="3192"/>
                    <a:pt x="37700" y="5107"/>
                  </a:cubicBezTo>
                  <a:cubicBezTo>
                    <a:pt x="36423" y="9576"/>
                    <a:pt x="33867" y="13406"/>
                    <a:pt x="30672" y="16598"/>
                  </a:cubicBezTo>
                  <a:cubicBezTo>
                    <a:pt x="26838" y="19152"/>
                    <a:pt x="21726" y="19790"/>
                    <a:pt x="17253" y="19790"/>
                  </a:cubicBezTo>
                  <a:cubicBezTo>
                    <a:pt x="15336" y="19790"/>
                    <a:pt x="13419" y="19790"/>
                    <a:pt x="11502" y="19790"/>
                  </a:cubicBezTo>
                  <a:cubicBezTo>
                    <a:pt x="11502" y="21705"/>
                    <a:pt x="12141" y="23621"/>
                    <a:pt x="12780" y="24897"/>
                  </a:cubicBezTo>
                  <a:cubicBezTo>
                    <a:pt x="17253" y="33197"/>
                    <a:pt x="14058" y="43411"/>
                    <a:pt x="5751" y="47880"/>
                  </a:cubicBezTo>
                  <a:cubicBezTo>
                    <a:pt x="5112" y="47880"/>
                    <a:pt x="5112" y="48518"/>
                    <a:pt x="4473" y="48518"/>
                  </a:cubicBezTo>
                  <a:cubicBezTo>
                    <a:pt x="3195" y="49795"/>
                    <a:pt x="1278" y="51072"/>
                    <a:pt x="0" y="52349"/>
                  </a:cubicBezTo>
                  <a:cubicBezTo>
                    <a:pt x="1278" y="53625"/>
                    <a:pt x="2556" y="54902"/>
                    <a:pt x="3834" y="55541"/>
                  </a:cubicBezTo>
                  <a:cubicBezTo>
                    <a:pt x="12780" y="60009"/>
                    <a:pt x="15975" y="70224"/>
                    <a:pt x="12141" y="79161"/>
                  </a:cubicBezTo>
                  <a:cubicBezTo>
                    <a:pt x="12141" y="79161"/>
                    <a:pt x="12141" y="79800"/>
                    <a:pt x="11502" y="79800"/>
                  </a:cubicBezTo>
                  <a:cubicBezTo>
                    <a:pt x="10863" y="81715"/>
                    <a:pt x="10224" y="83630"/>
                    <a:pt x="10224" y="84907"/>
                  </a:cubicBezTo>
                  <a:cubicBezTo>
                    <a:pt x="11502" y="84907"/>
                    <a:pt x="14058" y="84907"/>
                    <a:pt x="15975" y="84907"/>
                  </a:cubicBezTo>
                  <a:cubicBezTo>
                    <a:pt x="25560" y="83630"/>
                    <a:pt x="34505" y="89376"/>
                    <a:pt x="35783" y="98952"/>
                  </a:cubicBezTo>
                  <a:cubicBezTo>
                    <a:pt x="35783" y="98952"/>
                    <a:pt x="35783" y="99590"/>
                    <a:pt x="35783" y="99590"/>
                  </a:cubicBezTo>
                  <a:cubicBezTo>
                    <a:pt x="36423" y="101505"/>
                    <a:pt x="37062" y="102782"/>
                    <a:pt x="37700" y="104697"/>
                  </a:cubicBezTo>
                  <a:cubicBezTo>
                    <a:pt x="39618" y="104059"/>
                    <a:pt x="40895" y="102782"/>
                    <a:pt x="42173" y="101505"/>
                  </a:cubicBezTo>
                  <a:cubicBezTo>
                    <a:pt x="46008" y="98313"/>
                    <a:pt x="50480" y="97037"/>
                    <a:pt x="54953" y="96398"/>
                  </a:cubicBezTo>
                  <a:lnTo>
                    <a:pt x="54953" y="96398"/>
                  </a:lnTo>
                  <a:cubicBezTo>
                    <a:pt x="59426" y="97037"/>
                    <a:pt x="63899" y="98952"/>
                    <a:pt x="67094" y="102144"/>
                  </a:cubicBezTo>
                  <a:cubicBezTo>
                    <a:pt x="68372" y="103421"/>
                    <a:pt x="70289" y="104697"/>
                    <a:pt x="72206" y="105336"/>
                  </a:cubicBezTo>
                  <a:cubicBezTo>
                    <a:pt x="72845" y="103421"/>
                    <a:pt x="74123" y="101505"/>
                    <a:pt x="74762" y="100229"/>
                  </a:cubicBezTo>
                  <a:cubicBezTo>
                    <a:pt x="76040" y="95760"/>
                    <a:pt x="77957" y="91929"/>
                    <a:pt x="81791" y="88737"/>
                  </a:cubicBezTo>
                  <a:cubicBezTo>
                    <a:pt x="85625" y="86184"/>
                    <a:pt x="90737" y="85545"/>
                    <a:pt x="95210" y="85545"/>
                  </a:cubicBezTo>
                  <a:cubicBezTo>
                    <a:pt x="97127" y="85545"/>
                    <a:pt x="99044" y="85545"/>
                    <a:pt x="100961" y="85545"/>
                  </a:cubicBezTo>
                  <a:cubicBezTo>
                    <a:pt x="100961" y="83630"/>
                    <a:pt x="100322" y="81715"/>
                    <a:pt x="99683" y="80438"/>
                  </a:cubicBezTo>
                  <a:cubicBezTo>
                    <a:pt x="97766" y="75969"/>
                    <a:pt x="97766" y="71501"/>
                    <a:pt x="98405" y="67032"/>
                  </a:cubicBezTo>
                  <a:cubicBezTo>
                    <a:pt x="100322" y="62563"/>
                    <a:pt x="103517" y="59371"/>
                    <a:pt x="107351" y="56817"/>
                  </a:cubicBezTo>
                  <a:cubicBezTo>
                    <a:pt x="108629" y="55541"/>
                    <a:pt x="110546" y="54264"/>
                    <a:pt x="111824" y="52987"/>
                  </a:cubicBezTo>
                  <a:cubicBezTo>
                    <a:pt x="110546" y="51710"/>
                    <a:pt x="109268" y="50433"/>
                    <a:pt x="107990" y="49795"/>
                  </a:cubicBezTo>
                  <a:cubicBezTo>
                    <a:pt x="104795" y="49157"/>
                    <a:pt x="101600" y="45326"/>
                    <a:pt x="99683" y="40857"/>
                  </a:cubicBezTo>
                  <a:close/>
                  <a:moveTo>
                    <a:pt x="79235" y="65755"/>
                  </a:moveTo>
                  <a:cubicBezTo>
                    <a:pt x="76040" y="72139"/>
                    <a:pt x="70928" y="76608"/>
                    <a:pt x="64538" y="78523"/>
                  </a:cubicBezTo>
                  <a:cubicBezTo>
                    <a:pt x="61982" y="79161"/>
                    <a:pt x="59426" y="79800"/>
                    <a:pt x="56870" y="79800"/>
                  </a:cubicBezTo>
                  <a:cubicBezTo>
                    <a:pt x="53036" y="79800"/>
                    <a:pt x="48563" y="78523"/>
                    <a:pt x="45368" y="76608"/>
                  </a:cubicBezTo>
                  <a:cubicBezTo>
                    <a:pt x="32589" y="70224"/>
                    <a:pt x="27477" y="54902"/>
                    <a:pt x="33867" y="42134"/>
                  </a:cubicBezTo>
                  <a:cubicBezTo>
                    <a:pt x="40257" y="29366"/>
                    <a:pt x="55593" y="24259"/>
                    <a:pt x="68372" y="30643"/>
                  </a:cubicBezTo>
                  <a:cubicBezTo>
                    <a:pt x="74762" y="33835"/>
                    <a:pt x="79235" y="39581"/>
                    <a:pt x="81152" y="45965"/>
                  </a:cubicBezTo>
                  <a:cubicBezTo>
                    <a:pt x="83069" y="53625"/>
                    <a:pt x="82430" y="60009"/>
                    <a:pt x="79235" y="65755"/>
                  </a:cubicBezTo>
                  <a:close/>
                </a:path>
              </a:pathLst>
            </a:custGeom>
            <a:solidFill>
              <a:srgbClr val="00A3E0"/>
            </a:solidFill>
            <a:ln w="6390" cap="flat">
              <a:noFill/>
              <a:prstDash val="solid"/>
              <a:miter/>
            </a:ln>
          </p:spPr>
          <p:txBody>
            <a:bodyPr rtlCol="0" anchor="ctr"/>
            <a:lstStyle/>
            <a:p>
              <a:endParaRPr lang="en-US"/>
            </a:p>
          </p:txBody>
        </p:sp>
      </p:grpSp>
      <p:grpSp>
        <p:nvGrpSpPr>
          <p:cNvPr id="1398" name="Graphic 4">
            <a:extLst>
              <a:ext uri="{FF2B5EF4-FFF2-40B4-BE49-F238E27FC236}">
                <a16:creationId xmlns:a16="http://schemas.microsoft.com/office/drawing/2014/main" id="{42ACED24-79A6-7241-AF99-6298E48040D5}"/>
              </a:ext>
            </a:extLst>
          </p:cNvPr>
          <p:cNvGrpSpPr>
            <a:grpSpLocks noChangeAspect="1"/>
          </p:cNvGrpSpPr>
          <p:nvPr/>
        </p:nvGrpSpPr>
        <p:grpSpPr>
          <a:xfrm>
            <a:off x="6753524" y="3824168"/>
            <a:ext cx="361674" cy="361971"/>
            <a:chOff x="6753524" y="3824168"/>
            <a:chExt cx="361674" cy="361971"/>
          </a:xfrm>
          <a:solidFill>
            <a:srgbClr val="00A3E0"/>
          </a:solidFill>
        </p:grpSpPr>
        <p:sp>
          <p:nvSpPr>
            <p:cNvPr id="1399" name="Graphic 4">
              <a:extLst>
                <a:ext uri="{FF2B5EF4-FFF2-40B4-BE49-F238E27FC236}">
                  <a16:creationId xmlns:a16="http://schemas.microsoft.com/office/drawing/2014/main" id="{5F76020A-08FA-4F4B-B3DE-D6F1A61977C2}"/>
                </a:ext>
              </a:extLst>
            </p:cNvPr>
            <p:cNvSpPr/>
            <p:nvPr/>
          </p:nvSpPr>
          <p:spPr>
            <a:xfrm>
              <a:off x="6753524" y="3824168"/>
              <a:ext cx="361674" cy="361971"/>
            </a:xfrm>
            <a:custGeom>
              <a:avLst/>
              <a:gdLst>
                <a:gd name="connsiteX0" fmla="*/ 180835 w 361674"/>
                <a:gd name="connsiteY0" fmla="*/ 349204 h 361971"/>
                <a:gd name="connsiteX1" fmla="*/ 12780 w 361674"/>
                <a:gd name="connsiteY1" fmla="*/ 181305 h 361971"/>
                <a:gd name="connsiteX2" fmla="*/ 180835 w 361674"/>
                <a:gd name="connsiteY2" fmla="*/ 12768 h 361971"/>
                <a:gd name="connsiteX3" fmla="*/ 348890 w 361674"/>
                <a:gd name="connsiteY3" fmla="*/ 180667 h 361971"/>
                <a:gd name="connsiteX4" fmla="*/ 348890 w 361674"/>
                <a:gd name="connsiteY4" fmla="*/ 180667 h 361971"/>
                <a:gd name="connsiteX5" fmla="*/ 180835 w 361674"/>
                <a:gd name="connsiteY5" fmla="*/ 349204 h 361971"/>
                <a:gd name="connsiteX6" fmla="*/ 180835 w 361674"/>
                <a:gd name="connsiteY6" fmla="*/ 0 h 361971"/>
                <a:gd name="connsiteX7" fmla="*/ 0 w 361674"/>
                <a:gd name="connsiteY7" fmla="*/ 180667 h 361971"/>
                <a:gd name="connsiteX8" fmla="*/ 180835 w 361674"/>
                <a:gd name="connsiteY8" fmla="*/ 361971 h 361971"/>
                <a:gd name="connsiteX9" fmla="*/ 361670 w 361674"/>
                <a:gd name="connsiteY9" fmla="*/ 181305 h 361971"/>
                <a:gd name="connsiteX10" fmla="*/ 361670 w 361674"/>
                <a:gd name="connsiteY10" fmla="*/ 181305 h 361971"/>
                <a:gd name="connsiteX11" fmla="*/ 180835 w 361674"/>
                <a:gd name="connsiteY11"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4" h="361971">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lnTo>
                    <a:pt x="348890" y="180667"/>
                  </a:lnTo>
                  <a:cubicBezTo>
                    <a:pt x="349529" y="273873"/>
                    <a:pt x="274128" y="349204"/>
                    <a:pt x="180835" y="349204"/>
                  </a:cubicBezTo>
                  <a:moveTo>
                    <a:pt x="180835" y="0"/>
                  </a:moveTo>
                  <a:cubicBezTo>
                    <a:pt x="80513" y="0"/>
                    <a:pt x="0" y="81076"/>
                    <a:pt x="0" y="180667"/>
                  </a:cubicBezTo>
                  <a:cubicBezTo>
                    <a:pt x="0" y="280895"/>
                    <a:pt x="81152" y="361971"/>
                    <a:pt x="180835" y="361971"/>
                  </a:cubicBezTo>
                  <a:cubicBezTo>
                    <a:pt x="281157" y="361971"/>
                    <a:pt x="361670" y="280895"/>
                    <a:pt x="361670" y="181305"/>
                  </a:cubicBezTo>
                  <a:lnTo>
                    <a:pt x="361670" y="181305"/>
                  </a:lnTo>
                  <a:cubicBezTo>
                    <a:pt x="362309" y="81076"/>
                    <a:pt x="281157" y="0"/>
                    <a:pt x="180835" y="0"/>
                  </a:cubicBezTo>
                </a:path>
              </a:pathLst>
            </a:custGeom>
            <a:solidFill>
              <a:srgbClr val="00A3E0"/>
            </a:solidFill>
            <a:ln w="6390" cap="flat">
              <a:noFill/>
              <a:prstDash val="solid"/>
              <a:miter/>
            </a:ln>
          </p:spPr>
          <p:txBody>
            <a:bodyPr rtlCol="0" anchor="ctr"/>
            <a:lstStyle/>
            <a:p>
              <a:endParaRPr lang="en-US"/>
            </a:p>
          </p:txBody>
        </p:sp>
        <p:sp>
          <p:nvSpPr>
            <p:cNvPr id="1400" name="Graphic 4">
              <a:extLst>
                <a:ext uri="{FF2B5EF4-FFF2-40B4-BE49-F238E27FC236}">
                  <a16:creationId xmlns:a16="http://schemas.microsoft.com/office/drawing/2014/main" id="{6D7BB7C1-3475-F242-B684-296BBE433DED}"/>
                </a:ext>
              </a:extLst>
            </p:cNvPr>
            <p:cNvSpPr/>
            <p:nvPr/>
          </p:nvSpPr>
          <p:spPr>
            <a:xfrm>
              <a:off x="6880684" y="3888007"/>
              <a:ext cx="107989" cy="234291"/>
            </a:xfrm>
            <a:custGeom>
              <a:avLst/>
              <a:gdLst>
                <a:gd name="connsiteX0" fmla="*/ 12780 w 107989"/>
                <a:gd name="connsiteY0" fmla="*/ 147470 h 234291"/>
                <a:gd name="connsiteX1" fmla="*/ 95209 w 107989"/>
                <a:gd name="connsiteY1" fmla="*/ 147470 h 234291"/>
                <a:gd name="connsiteX2" fmla="*/ 95209 w 107989"/>
                <a:gd name="connsiteY2" fmla="*/ 181944 h 234291"/>
                <a:gd name="connsiteX3" fmla="*/ 12780 w 107989"/>
                <a:gd name="connsiteY3" fmla="*/ 181944 h 234291"/>
                <a:gd name="connsiteX4" fmla="*/ 12780 w 107989"/>
                <a:gd name="connsiteY4" fmla="*/ 147470 h 234291"/>
                <a:gd name="connsiteX5" fmla="*/ 95209 w 107989"/>
                <a:gd name="connsiteY5" fmla="*/ 134702 h 234291"/>
                <a:gd name="connsiteX6" fmla="*/ 12780 w 107989"/>
                <a:gd name="connsiteY6" fmla="*/ 134702 h 234291"/>
                <a:gd name="connsiteX7" fmla="*/ 12780 w 107989"/>
                <a:gd name="connsiteY7" fmla="*/ 99590 h 234291"/>
                <a:gd name="connsiteX8" fmla="*/ 95209 w 107989"/>
                <a:gd name="connsiteY8" fmla="*/ 99590 h 234291"/>
                <a:gd name="connsiteX9" fmla="*/ 95209 w 107989"/>
                <a:gd name="connsiteY9" fmla="*/ 134702 h 234291"/>
                <a:gd name="connsiteX10" fmla="*/ 95209 w 107989"/>
                <a:gd name="connsiteY10" fmla="*/ 86822 h 234291"/>
                <a:gd name="connsiteX11" fmla="*/ 12780 w 107989"/>
                <a:gd name="connsiteY11" fmla="*/ 86822 h 234291"/>
                <a:gd name="connsiteX12" fmla="*/ 12780 w 107989"/>
                <a:gd name="connsiteY12" fmla="*/ 52348 h 234291"/>
                <a:gd name="connsiteX13" fmla="*/ 95209 w 107989"/>
                <a:gd name="connsiteY13" fmla="*/ 52348 h 234291"/>
                <a:gd name="connsiteX14" fmla="*/ 95209 w 107989"/>
                <a:gd name="connsiteY14" fmla="*/ 86822 h 234291"/>
                <a:gd name="connsiteX15" fmla="*/ 101599 w 107989"/>
                <a:gd name="connsiteY15" fmla="*/ 0 h 234291"/>
                <a:gd name="connsiteX16" fmla="*/ 95209 w 107989"/>
                <a:gd name="connsiteY16" fmla="*/ 6384 h 234291"/>
                <a:gd name="connsiteX17" fmla="*/ 95209 w 107989"/>
                <a:gd name="connsiteY17" fmla="*/ 39580 h 234291"/>
                <a:gd name="connsiteX18" fmla="*/ 12780 w 107989"/>
                <a:gd name="connsiteY18" fmla="*/ 39580 h 234291"/>
                <a:gd name="connsiteX19" fmla="*/ 12780 w 107989"/>
                <a:gd name="connsiteY19" fmla="*/ 6384 h 234291"/>
                <a:gd name="connsiteX20" fmla="*/ 6390 w 107989"/>
                <a:gd name="connsiteY20" fmla="*/ 0 h 234291"/>
                <a:gd name="connsiteX21" fmla="*/ 0 w 107989"/>
                <a:gd name="connsiteY21" fmla="*/ 6384 h 234291"/>
                <a:gd name="connsiteX22" fmla="*/ 0 w 107989"/>
                <a:gd name="connsiteY22" fmla="*/ 227908 h 234291"/>
                <a:gd name="connsiteX23" fmla="*/ 6390 w 107989"/>
                <a:gd name="connsiteY23" fmla="*/ 234292 h 234291"/>
                <a:gd name="connsiteX24" fmla="*/ 12780 w 107989"/>
                <a:gd name="connsiteY24" fmla="*/ 227908 h 234291"/>
                <a:gd name="connsiteX25" fmla="*/ 12780 w 107989"/>
                <a:gd name="connsiteY25" fmla="*/ 194711 h 234291"/>
                <a:gd name="connsiteX26" fmla="*/ 95209 w 107989"/>
                <a:gd name="connsiteY26" fmla="*/ 194711 h 234291"/>
                <a:gd name="connsiteX27" fmla="*/ 95209 w 107989"/>
                <a:gd name="connsiteY27" fmla="*/ 227908 h 234291"/>
                <a:gd name="connsiteX28" fmla="*/ 101599 w 107989"/>
                <a:gd name="connsiteY28" fmla="*/ 234292 h 234291"/>
                <a:gd name="connsiteX29" fmla="*/ 107989 w 107989"/>
                <a:gd name="connsiteY29" fmla="*/ 227908 h 234291"/>
                <a:gd name="connsiteX30" fmla="*/ 107989 w 107989"/>
                <a:gd name="connsiteY30" fmla="*/ 6384 h 234291"/>
                <a:gd name="connsiteX31" fmla="*/ 101599 w 107989"/>
                <a:gd name="connsiteY31" fmla="*/ 0 h 234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7989" h="234291">
                  <a:moveTo>
                    <a:pt x="12780" y="147470"/>
                  </a:moveTo>
                  <a:lnTo>
                    <a:pt x="95209" y="147470"/>
                  </a:lnTo>
                  <a:lnTo>
                    <a:pt x="95209" y="181944"/>
                  </a:lnTo>
                  <a:lnTo>
                    <a:pt x="12780" y="181944"/>
                  </a:lnTo>
                  <a:lnTo>
                    <a:pt x="12780" y="147470"/>
                  </a:lnTo>
                  <a:close/>
                  <a:moveTo>
                    <a:pt x="95209" y="134702"/>
                  </a:moveTo>
                  <a:lnTo>
                    <a:pt x="12780" y="134702"/>
                  </a:lnTo>
                  <a:lnTo>
                    <a:pt x="12780" y="99590"/>
                  </a:lnTo>
                  <a:lnTo>
                    <a:pt x="95209" y="99590"/>
                  </a:lnTo>
                  <a:lnTo>
                    <a:pt x="95209" y="134702"/>
                  </a:lnTo>
                  <a:close/>
                  <a:moveTo>
                    <a:pt x="95209" y="86822"/>
                  </a:moveTo>
                  <a:lnTo>
                    <a:pt x="12780" y="86822"/>
                  </a:lnTo>
                  <a:lnTo>
                    <a:pt x="12780" y="52348"/>
                  </a:lnTo>
                  <a:lnTo>
                    <a:pt x="95209" y="52348"/>
                  </a:lnTo>
                  <a:lnTo>
                    <a:pt x="95209" y="86822"/>
                  </a:lnTo>
                  <a:close/>
                  <a:moveTo>
                    <a:pt x="101599" y="0"/>
                  </a:moveTo>
                  <a:cubicBezTo>
                    <a:pt x="97766" y="0"/>
                    <a:pt x="95209" y="2553"/>
                    <a:pt x="95209" y="6384"/>
                  </a:cubicBezTo>
                  <a:lnTo>
                    <a:pt x="95209" y="39580"/>
                  </a:lnTo>
                  <a:lnTo>
                    <a:pt x="12780" y="39580"/>
                  </a:lnTo>
                  <a:lnTo>
                    <a:pt x="12780" y="6384"/>
                  </a:lnTo>
                  <a:cubicBezTo>
                    <a:pt x="12780" y="2553"/>
                    <a:pt x="10224" y="0"/>
                    <a:pt x="6390" y="0"/>
                  </a:cubicBezTo>
                  <a:cubicBezTo>
                    <a:pt x="2555" y="0"/>
                    <a:pt x="0" y="2553"/>
                    <a:pt x="0" y="6384"/>
                  </a:cubicBezTo>
                  <a:lnTo>
                    <a:pt x="0" y="227908"/>
                  </a:lnTo>
                  <a:cubicBezTo>
                    <a:pt x="0" y="231738"/>
                    <a:pt x="2555" y="234292"/>
                    <a:pt x="6390" y="234292"/>
                  </a:cubicBezTo>
                  <a:cubicBezTo>
                    <a:pt x="10224" y="234292"/>
                    <a:pt x="12780" y="231738"/>
                    <a:pt x="12780" y="227908"/>
                  </a:cubicBezTo>
                  <a:lnTo>
                    <a:pt x="12780" y="194711"/>
                  </a:lnTo>
                  <a:lnTo>
                    <a:pt x="95209" y="194711"/>
                  </a:lnTo>
                  <a:lnTo>
                    <a:pt x="95209" y="227908"/>
                  </a:lnTo>
                  <a:cubicBezTo>
                    <a:pt x="95209" y="231738"/>
                    <a:pt x="97766" y="234292"/>
                    <a:pt x="101599" y="234292"/>
                  </a:cubicBezTo>
                  <a:cubicBezTo>
                    <a:pt x="105434" y="234292"/>
                    <a:pt x="107989" y="231738"/>
                    <a:pt x="107989" y="227908"/>
                  </a:cubicBezTo>
                  <a:lnTo>
                    <a:pt x="107989" y="6384"/>
                  </a:lnTo>
                  <a:cubicBezTo>
                    <a:pt x="107989" y="2553"/>
                    <a:pt x="104794" y="0"/>
                    <a:pt x="101599" y="0"/>
                  </a:cubicBezTo>
                </a:path>
              </a:pathLst>
            </a:custGeom>
            <a:solidFill>
              <a:srgbClr val="00A3E0"/>
            </a:solidFill>
            <a:ln w="6390" cap="flat">
              <a:noFill/>
              <a:prstDash val="solid"/>
              <a:miter/>
            </a:ln>
          </p:spPr>
          <p:txBody>
            <a:bodyPr rtlCol="0" anchor="ctr"/>
            <a:lstStyle/>
            <a:p>
              <a:endParaRPr lang="en-US"/>
            </a:p>
          </p:txBody>
        </p:sp>
      </p:grpSp>
      <p:grpSp>
        <p:nvGrpSpPr>
          <p:cNvPr id="1401" name="Graphic 4">
            <a:extLst>
              <a:ext uri="{FF2B5EF4-FFF2-40B4-BE49-F238E27FC236}">
                <a16:creationId xmlns:a16="http://schemas.microsoft.com/office/drawing/2014/main" id="{883E0E72-EAF1-4F40-864C-0C7CE9DCA6AF}"/>
              </a:ext>
            </a:extLst>
          </p:cNvPr>
          <p:cNvGrpSpPr>
            <a:grpSpLocks noChangeAspect="1"/>
          </p:cNvGrpSpPr>
          <p:nvPr/>
        </p:nvGrpSpPr>
        <p:grpSpPr>
          <a:xfrm>
            <a:off x="7191874" y="3824168"/>
            <a:ext cx="362312" cy="361971"/>
            <a:chOff x="7191874" y="3824168"/>
            <a:chExt cx="362312" cy="361971"/>
          </a:xfrm>
          <a:solidFill>
            <a:srgbClr val="00A3E0"/>
          </a:solidFill>
        </p:grpSpPr>
        <p:sp>
          <p:nvSpPr>
            <p:cNvPr id="1402" name="Graphic 4">
              <a:extLst>
                <a:ext uri="{FF2B5EF4-FFF2-40B4-BE49-F238E27FC236}">
                  <a16:creationId xmlns:a16="http://schemas.microsoft.com/office/drawing/2014/main" id="{46AD0C4A-BDA1-354B-9C3E-4893177FAC09}"/>
                </a:ext>
              </a:extLst>
            </p:cNvPr>
            <p:cNvSpPr/>
            <p:nvPr/>
          </p:nvSpPr>
          <p:spPr>
            <a:xfrm>
              <a:off x="7332452" y="3987597"/>
              <a:ext cx="82430" cy="34473"/>
            </a:xfrm>
            <a:custGeom>
              <a:avLst/>
              <a:gdLst>
                <a:gd name="connsiteX0" fmla="*/ 0 w 82430"/>
                <a:gd name="connsiteY0" fmla="*/ 0 h 34473"/>
                <a:gd name="connsiteX1" fmla="*/ 82430 w 82430"/>
                <a:gd name="connsiteY1" fmla="*/ 0 h 34473"/>
                <a:gd name="connsiteX2" fmla="*/ 82430 w 82430"/>
                <a:gd name="connsiteY2" fmla="*/ 34474 h 34473"/>
                <a:gd name="connsiteX3" fmla="*/ 0 w 82430"/>
                <a:gd name="connsiteY3" fmla="*/ 34474 h 34473"/>
              </a:gdLst>
              <a:ahLst/>
              <a:cxnLst>
                <a:cxn ang="0">
                  <a:pos x="connsiteX0" y="connsiteY0"/>
                </a:cxn>
                <a:cxn ang="0">
                  <a:pos x="connsiteX1" y="connsiteY1"/>
                </a:cxn>
                <a:cxn ang="0">
                  <a:pos x="connsiteX2" y="connsiteY2"/>
                </a:cxn>
                <a:cxn ang="0">
                  <a:pos x="connsiteX3" y="connsiteY3"/>
                </a:cxn>
              </a:cxnLst>
              <a:rect l="l" t="t" r="r" b="b"/>
              <a:pathLst>
                <a:path w="82430" h="34473">
                  <a:moveTo>
                    <a:pt x="0" y="0"/>
                  </a:moveTo>
                  <a:lnTo>
                    <a:pt x="82430" y="0"/>
                  </a:lnTo>
                  <a:lnTo>
                    <a:pt x="82430" y="34474"/>
                  </a:lnTo>
                  <a:lnTo>
                    <a:pt x="0" y="34474"/>
                  </a:lnTo>
                  <a:close/>
                </a:path>
              </a:pathLst>
            </a:custGeom>
            <a:solidFill>
              <a:srgbClr val="00A3E0"/>
            </a:solidFill>
            <a:ln w="6390" cap="flat">
              <a:noFill/>
              <a:prstDash val="solid"/>
              <a:miter/>
            </a:ln>
          </p:spPr>
          <p:txBody>
            <a:bodyPr rtlCol="0" anchor="ctr"/>
            <a:lstStyle/>
            <a:p>
              <a:endParaRPr lang="en-US"/>
            </a:p>
          </p:txBody>
        </p:sp>
        <p:sp>
          <p:nvSpPr>
            <p:cNvPr id="1403" name="Graphic 4">
              <a:extLst>
                <a:ext uri="{FF2B5EF4-FFF2-40B4-BE49-F238E27FC236}">
                  <a16:creationId xmlns:a16="http://schemas.microsoft.com/office/drawing/2014/main" id="{317EA029-F0CB-754A-923B-3894E04F3284}"/>
                </a:ext>
              </a:extLst>
            </p:cNvPr>
            <p:cNvSpPr/>
            <p:nvPr/>
          </p:nvSpPr>
          <p:spPr>
            <a:xfrm>
              <a:off x="7332452" y="3940356"/>
              <a:ext cx="82430" cy="34473"/>
            </a:xfrm>
            <a:custGeom>
              <a:avLst/>
              <a:gdLst>
                <a:gd name="connsiteX0" fmla="*/ 0 w 82430"/>
                <a:gd name="connsiteY0" fmla="*/ 0 h 34473"/>
                <a:gd name="connsiteX1" fmla="*/ 82430 w 82430"/>
                <a:gd name="connsiteY1" fmla="*/ 0 h 34473"/>
                <a:gd name="connsiteX2" fmla="*/ 82430 w 82430"/>
                <a:gd name="connsiteY2" fmla="*/ 34474 h 34473"/>
                <a:gd name="connsiteX3" fmla="*/ 0 w 82430"/>
                <a:gd name="connsiteY3" fmla="*/ 34474 h 34473"/>
              </a:gdLst>
              <a:ahLst/>
              <a:cxnLst>
                <a:cxn ang="0">
                  <a:pos x="connsiteX0" y="connsiteY0"/>
                </a:cxn>
                <a:cxn ang="0">
                  <a:pos x="connsiteX1" y="connsiteY1"/>
                </a:cxn>
                <a:cxn ang="0">
                  <a:pos x="connsiteX2" y="connsiteY2"/>
                </a:cxn>
                <a:cxn ang="0">
                  <a:pos x="connsiteX3" y="connsiteY3"/>
                </a:cxn>
              </a:cxnLst>
              <a:rect l="l" t="t" r="r" b="b"/>
              <a:pathLst>
                <a:path w="82430" h="34473">
                  <a:moveTo>
                    <a:pt x="0" y="0"/>
                  </a:moveTo>
                  <a:lnTo>
                    <a:pt x="82430" y="0"/>
                  </a:lnTo>
                  <a:lnTo>
                    <a:pt x="82430" y="34474"/>
                  </a:lnTo>
                  <a:lnTo>
                    <a:pt x="0" y="34474"/>
                  </a:lnTo>
                  <a:close/>
                </a:path>
              </a:pathLst>
            </a:custGeom>
            <a:solidFill>
              <a:srgbClr val="00A3E0"/>
            </a:solidFill>
            <a:ln w="6390" cap="flat">
              <a:noFill/>
              <a:prstDash val="solid"/>
              <a:miter/>
            </a:ln>
          </p:spPr>
          <p:txBody>
            <a:bodyPr rtlCol="0" anchor="ctr"/>
            <a:lstStyle/>
            <a:p>
              <a:endParaRPr lang="en-US"/>
            </a:p>
          </p:txBody>
        </p:sp>
        <p:sp>
          <p:nvSpPr>
            <p:cNvPr id="1404" name="Graphic 4">
              <a:extLst>
                <a:ext uri="{FF2B5EF4-FFF2-40B4-BE49-F238E27FC236}">
                  <a16:creationId xmlns:a16="http://schemas.microsoft.com/office/drawing/2014/main" id="{CF864A9C-D63E-1B44-B8DC-709262DA0FB6}"/>
                </a:ext>
              </a:extLst>
            </p:cNvPr>
            <p:cNvSpPr/>
            <p:nvPr/>
          </p:nvSpPr>
          <p:spPr>
            <a:xfrm>
              <a:off x="7332452" y="4035477"/>
              <a:ext cx="82430" cy="34473"/>
            </a:xfrm>
            <a:custGeom>
              <a:avLst/>
              <a:gdLst>
                <a:gd name="connsiteX0" fmla="*/ 0 w 82430"/>
                <a:gd name="connsiteY0" fmla="*/ 0 h 34473"/>
                <a:gd name="connsiteX1" fmla="*/ 82430 w 82430"/>
                <a:gd name="connsiteY1" fmla="*/ 0 h 34473"/>
                <a:gd name="connsiteX2" fmla="*/ 82430 w 82430"/>
                <a:gd name="connsiteY2" fmla="*/ 34474 h 34473"/>
                <a:gd name="connsiteX3" fmla="*/ 0 w 82430"/>
                <a:gd name="connsiteY3" fmla="*/ 34474 h 34473"/>
              </a:gdLst>
              <a:ahLst/>
              <a:cxnLst>
                <a:cxn ang="0">
                  <a:pos x="connsiteX0" y="connsiteY0"/>
                </a:cxn>
                <a:cxn ang="0">
                  <a:pos x="connsiteX1" y="connsiteY1"/>
                </a:cxn>
                <a:cxn ang="0">
                  <a:pos x="connsiteX2" y="connsiteY2"/>
                </a:cxn>
                <a:cxn ang="0">
                  <a:pos x="connsiteX3" y="connsiteY3"/>
                </a:cxn>
              </a:cxnLst>
              <a:rect l="l" t="t" r="r" b="b"/>
              <a:pathLst>
                <a:path w="82430" h="34473">
                  <a:moveTo>
                    <a:pt x="0" y="0"/>
                  </a:moveTo>
                  <a:lnTo>
                    <a:pt x="82430" y="0"/>
                  </a:lnTo>
                  <a:lnTo>
                    <a:pt x="82430" y="34474"/>
                  </a:lnTo>
                  <a:lnTo>
                    <a:pt x="0" y="34474"/>
                  </a:lnTo>
                  <a:close/>
                </a:path>
              </a:pathLst>
            </a:custGeom>
            <a:solidFill>
              <a:srgbClr val="00A3E0"/>
            </a:solidFill>
            <a:ln w="6390" cap="flat">
              <a:noFill/>
              <a:prstDash val="solid"/>
              <a:miter/>
            </a:ln>
          </p:spPr>
          <p:txBody>
            <a:bodyPr rtlCol="0" anchor="ctr"/>
            <a:lstStyle/>
            <a:p>
              <a:endParaRPr lang="en-US"/>
            </a:p>
          </p:txBody>
        </p:sp>
        <p:sp>
          <p:nvSpPr>
            <p:cNvPr id="1405" name="Graphic 4">
              <a:extLst>
                <a:ext uri="{FF2B5EF4-FFF2-40B4-BE49-F238E27FC236}">
                  <a16:creationId xmlns:a16="http://schemas.microsoft.com/office/drawing/2014/main" id="{45487716-4C94-8447-8640-068459DF55F9}"/>
                </a:ext>
              </a:extLst>
            </p:cNvPr>
            <p:cNvSpPr/>
            <p:nvPr/>
          </p:nvSpPr>
          <p:spPr>
            <a:xfrm>
              <a:off x="7191874" y="3824168"/>
              <a:ext cx="362312" cy="361971"/>
            </a:xfrm>
            <a:custGeom>
              <a:avLst/>
              <a:gdLst>
                <a:gd name="connsiteX0" fmla="*/ 235789 w 362312"/>
                <a:gd name="connsiteY0" fmla="*/ 291748 h 361971"/>
                <a:gd name="connsiteX1" fmla="*/ 229399 w 362312"/>
                <a:gd name="connsiteY1" fmla="*/ 298132 h 361971"/>
                <a:gd name="connsiteX2" fmla="*/ 223009 w 362312"/>
                <a:gd name="connsiteY2" fmla="*/ 291748 h 361971"/>
                <a:gd name="connsiteX3" fmla="*/ 223009 w 362312"/>
                <a:gd name="connsiteY3" fmla="*/ 258551 h 361971"/>
                <a:gd name="connsiteX4" fmla="*/ 140579 w 362312"/>
                <a:gd name="connsiteY4" fmla="*/ 258551 h 361971"/>
                <a:gd name="connsiteX5" fmla="*/ 140579 w 362312"/>
                <a:gd name="connsiteY5" fmla="*/ 291748 h 361971"/>
                <a:gd name="connsiteX6" fmla="*/ 134189 w 362312"/>
                <a:gd name="connsiteY6" fmla="*/ 298132 h 361971"/>
                <a:gd name="connsiteX7" fmla="*/ 127799 w 362312"/>
                <a:gd name="connsiteY7" fmla="*/ 291748 h 361971"/>
                <a:gd name="connsiteX8" fmla="*/ 127799 w 362312"/>
                <a:gd name="connsiteY8" fmla="*/ 70224 h 361971"/>
                <a:gd name="connsiteX9" fmla="*/ 134189 w 362312"/>
                <a:gd name="connsiteY9" fmla="*/ 63840 h 361971"/>
                <a:gd name="connsiteX10" fmla="*/ 140579 w 362312"/>
                <a:gd name="connsiteY10" fmla="*/ 70224 h 361971"/>
                <a:gd name="connsiteX11" fmla="*/ 140579 w 362312"/>
                <a:gd name="connsiteY11" fmla="*/ 103420 h 361971"/>
                <a:gd name="connsiteX12" fmla="*/ 223009 w 362312"/>
                <a:gd name="connsiteY12" fmla="*/ 103420 h 361971"/>
                <a:gd name="connsiteX13" fmla="*/ 223009 w 362312"/>
                <a:gd name="connsiteY13" fmla="*/ 70224 h 361971"/>
                <a:gd name="connsiteX14" fmla="*/ 229399 w 362312"/>
                <a:gd name="connsiteY14" fmla="*/ 63840 h 361971"/>
                <a:gd name="connsiteX15" fmla="*/ 235789 w 362312"/>
                <a:gd name="connsiteY15" fmla="*/ 70224 h 361971"/>
                <a:gd name="connsiteX16" fmla="*/ 235789 w 362312"/>
                <a:gd name="connsiteY16" fmla="*/ 291748 h 361971"/>
                <a:gd name="connsiteX17" fmla="*/ 181474 w 362312"/>
                <a:gd name="connsiteY17" fmla="*/ 0 h 361971"/>
                <a:gd name="connsiteX18" fmla="*/ 0 w 362312"/>
                <a:gd name="connsiteY18" fmla="*/ 180667 h 361971"/>
                <a:gd name="connsiteX19" fmla="*/ 180836 w 362312"/>
                <a:gd name="connsiteY19" fmla="*/ 361971 h 361971"/>
                <a:gd name="connsiteX20" fmla="*/ 362309 w 362312"/>
                <a:gd name="connsiteY20" fmla="*/ 181305 h 361971"/>
                <a:gd name="connsiteX21" fmla="*/ 362309 w 362312"/>
                <a:gd name="connsiteY21" fmla="*/ 181305 h 361971"/>
                <a:gd name="connsiteX22" fmla="*/ 181474 w 362312"/>
                <a:gd name="connsiteY22"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2312" h="361971">
                  <a:moveTo>
                    <a:pt x="235789" y="291748"/>
                  </a:moveTo>
                  <a:cubicBezTo>
                    <a:pt x="235789" y="295578"/>
                    <a:pt x="233233" y="298132"/>
                    <a:pt x="229399" y="298132"/>
                  </a:cubicBezTo>
                  <a:cubicBezTo>
                    <a:pt x="225565" y="298132"/>
                    <a:pt x="223009" y="295578"/>
                    <a:pt x="223009" y="291748"/>
                  </a:cubicBezTo>
                  <a:lnTo>
                    <a:pt x="223009" y="258551"/>
                  </a:lnTo>
                  <a:lnTo>
                    <a:pt x="140579" y="258551"/>
                  </a:lnTo>
                  <a:lnTo>
                    <a:pt x="140579" y="291748"/>
                  </a:lnTo>
                  <a:cubicBezTo>
                    <a:pt x="140579" y="295578"/>
                    <a:pt x="138022" y="298132"/>
                    <a:pt x="134189" y="298132"/>
                  </a:cubicBezTo>
                  <a:cubicBezTo>
                    <a:pt x="130355" y="298132"/>
                    <a:pt x="127799" y="295578"/>
                    <a:pt x="127799" y="291748"/>
                  </a:cubicBezTo>
                  <a:lnTo>
                    <a:pt x="127799" y="70224"/>
                  </a:lnTo>
                  <a:cubicBezTo>
                    <a:pt x="127799" y="66393"/>
                    <a:pt x="130355" y="63840"/>
                    <a:pt x="134189" y="63840"/>
                  </a:cubicBezTo>
                  <a:cubicBezTo>
                    <a:pt x="138022" y="63840"/>
                    <a:pt x="140579" y="66393"/>
                    <a:pt x="140579" y="70224"/>
                  </a:cubicBezTo>
                  <a:lnTo>
                    <a:pt x="140579" y="103420"/>
                  </a:lnTo>
                  <a:lnTo>
                    <a:pt x="223009" y="103420"/>
                  </a:lnTo>
                  <a:lnTo>
                    <a:pt x="223009" y="70224"/>
                  </a:lnTo>
                  <a:cubicBezTo>
                    <a:pt x="223009" y="66393"/>
                    <a:pt x="225565" y="63840"/>
                    <a:pt x="229399" y="63840"/>
                  </a:cubicBezTo>
                  <a:cubicBezTo>
                    <a:pt x="233233" y="63840"/>
                    <a:pt x="235789" y="66393"/>
                    <a:pt x="235789" y="70224"/>
                  </a:cubicBezTo>
                  <a:lnTo>
                    <a:pt x="235789" y="291748"/>
                  </a:lnTo>
                  <a:close/>
                  <a:moveTo>
                    <a:pt x="181474" y="0"/>
                  </a:moveTo>
                  <a:cubicBezTo>
                    <a:pt x="81152" y="0"/>
                    <a:pt x="0" y="81076"/>
                    <a:pt x="0" y="180667"/>
                  </a:cubicBezTo>
                  <a:cubicBezTo>
                    <a:pt x="0" y="280895"/>
                    <a:pt x="81152" y="361971"/>
                    <a:pt x="180836" y="361971"/>
                  </a:cubicBezTo>
                  <a:cubicBezTo>
                    <a:pt x="281157" y="361971"/>
                    <a:pt x="362309" y="280895"/>
                    <a:pt x="362309" y="181305"/>
                  </a:cubicBezTo>
                  <a:cubicBezTo>
                    <a:pt x="362309" y="181305"/>
                    <a:pt x="362309" y="181305"/>
                    <a:pt x="362309" y="181305"/>
                  </a:cubicBezTo>
                  <a:cubicBezTo>
                    <a:pt x="362949" y="81076"/>
                    <a:pt x="281796" y="0"/>
                    <a:pt x="181474" y="0"/>
                  </a:cubicBezTo>
                </a:path>
              </a:pathLst>
            </a:custGeom>
            <a:solidFill>
              <a:srgbClr val="00A3E0"/>
            </a:solidFill>
            <a:ln w="6390" cap="flat">
              <a:noFill/>
              <a:prstDash val="solid"/>
              <a:miter/>
            </a:ln>
          </p:spPr>
          <p:txBody>
            <a:bodyPr rtlCol="0" anchor="ctr"/>
            <a:lstStyle/>
            <a:p>
              <a:endParaRPr lang="en-US"/>
            </a:p>
          </p:txBody>
        </p:sp>
      </p:grpSp>
      <p:grpSp>
        <p:nvGrpSpPr>
          <p:cNvPr id="1406" name="Graphic 4">
            <a:extLst>
              <a:ext uri="{FF2B5EF4-FFF2-40B4-BE49-F238E27FC236}">
                <a16:creationId xmlns:a16="http://schemas.microsoft.com/office/drawing/2014/main" id="{E6CBF8A1-F56B-184C-A58B-3961170605CC}"/>
              </a:ext>
            </a:extLst>
          </p:cNvPr>
          <p:cNvGrpSpPr>
            <a:grpSpLocks noChangeAspect="1"/>
          </p:cNvGrpSpPr>
          <p:nvPr/>
        </p:nvGrpSpPr>
        <p:grpSpPr>
          <a:xfrm>
            <a:off x="8840477" y="4793256"/>
            <a:ext cx="362312" cy="361971"/>
            <a:chOff x="8840477" y="4793256"/>
            <a:chExt cx="362312" cy="361971"/>
          </a:xfrm>
          <a:solidFill>
            <a:srgbClr val="62B5E5"/>
          </a:solidFill>
        </p:grpSpPr>
        <p:sp>
          <p:nvSpPr>
            <p:cNvPr id="1407" name="Graphic 4">
              <a:extLst>
                <a:ext uri="{FF2B5EF4-FFF2-40B4-BE49-F238E27FC236}">
                  <a16:creationId xmlns:a16="http://schemas.microsoft.com/office/drawing/2014/main" id="{249E95C1-D8A1-AA40-AC41-7B4B0249C286}"/>
                </a:ext>
              </a:extLst>
            </p:cNvPr>
            <p:cNvSpPr/>
            <p:nvPr/>
          </p:nvSpPr>
          <p:spPr>
            <a:xfrm>
              <a:off x="8840477" y="4793256"/>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12768 h 361971"/>
                <a:gd name="connsiteX7" fmla="*/ 349529 w 362312"/>
                <a:gd name="connsiteY7" fmla="*/ 180667 h 361971"/>
                <a:gd name="connsiteX8" fmla="*/ 181474 w 362312"/>
                <a:gd name="connsiteY8" fmla="*/ 349204 h 361971"/>
                <a:gd name="connsiteX9" fmla="*/ 13419 w 362312"/>
                <a:gd name="connsiteY9" fmla="*/ 181305 h 361971"/>
                <a:gd name="connsiteX10" fmla="*/ 13419 w 362312"/>
                <a:gd name="connsiteY10" fmla="*/ 181305 h 361971"/>
                <a:gd name="connsiteX11" fmla="*/ 181474 w 362312"/>
                <a:gd name="connsiteY11" fmla="*/ 1276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0438"/>
                    <a:pt x="281796" y="0"/>
                    <a:pt x="181474" y="0"/>
                  </a:cubicBezTo>
                  <a:moveTo>
                    <a:pt x="181474" y="12768"/>
                  </a:moveTo>
                  <a:cubicBezTo>
                    <a:pt x="274767" y="12768"/>
                    <a:pt x="349529" y="88099"/>
                    <a:pt x="349529" y="180667"/>
                  </a:cubicBezTo>
                  <a:cubicBezTo>
                    <a:pt x="349529" y="273873"/>
                    <a:pt x="274128" y="349204"/>
                    <a:pt x="181474" y="349204"/>
                  </a:cubicBezTo>
                  <a:cubicBezTo>
                    <a:pt x="88181" y="349204"/>
                    <a:pt x="13419" y="273873"/>
                    <a:pt x="13419" y="181305"/>
                  </a:cubicBezTo>
                  <a:cubicBezTo>
                    <a:pt x="13419" y="181305"/>
                    <a:pt x="13419" y="181305"/>
                    <a:pt x="13419" y="181305"/>
                  </a:cubicBezTo>
                  <a:cubicBezTo>
                    <a:pt x="13419" y="87461"/>
                    <a:pt x="88820" y="12768"/>
                    <a:pt x="181474" y="12768"/>
                  </a:cubicBezTo>
                </a:path>
              </a:pathLst>
            </a:custGeom>
            <a:solidFill>
              <a:srgbClr val="62B5E5"/>
            </a:solidFill>
            <a:ln w="6390" cap="flat">
              <a:noFill/>
              <a:prstDash val="solid"/>
              <a:miter/>
            </a:ln>
          </p:spPr>
          <p:txBody>
            <a:bodyPr rtlCol="0" anchor="ctr"/>
            <a:lstStyle/>
            <a:p>
              <a:endParaRPr lang="en-US"/>
            </a:p>
          </p:txBody>
        </p:sp>
        <p:sp>
          <p:nvSpPr>
            <p:cNvPr id="1408" name="Graphic 4">
              <a:extLst>
                <a:ext uri="{FF2B5EF4-FFF2-40B4-BE49-F238E27FC236}">
                  <a16:creationId xmlns:a16="http://schemas.microsoft.com/office/drawing/2014/main" id="{C2468454-C101-084F-A789-234B9A61BC90}"/>
                </a:ext>
              </a:extLst>
            </p:cNvPr>
            <p:cNvSpPr/>
            <p:nvPr/>
          </p:nvSpPr>
          <p:spPr>
            <a:xfrm>
              <a:off x="8988085" y="5057553"/>
              <a:ext cx="12779" cy="28089"/>
            </a:xfrm>
            <a:custGeom>
              <a:avLst/>
              <a:gdLst>
                <a:gd name="connsiteX0" fmla="*/ 6390 w 12779"/>
                <a:gd name="connsiteY0" fmla="*/ 28090 h 28089"/>
                <a:gd name="connsiteX1" fmla="*/ 0 w 12779"/>
                <a:gd name="connsiteY1" fmla="*/ 21706 h 28089"/>
                <a:gd name="connsiteX2" fmla="*/ 0 w 12779"/>
                <a:gd name="connsiteY2" fmla="*/ 6384 h 28089"/>
                <a:gd name="connsiteX3" fmla="*/ 6390 w 12779"/>
                <a:gd name="connsiteY3" fmla="*/ 0 h 28089"/>
                <a:gd name="connsiteX4" fmla="*/ 12780 w 12779"/>
                <a:gd name="connsiteY4" fmla="*/ 6384 h 28089"/>
                <a:gd name="connsiteX5" fmla="*/ 12780 w 12779"/>
                <a:gd name="connsiteY5" fmla="*/ 21706 h 28089"/>
                <a:gd name="connsiteX6" fmla="*/ 6390 w 12779"/>
                <a:gd name="connsiteY6" fmla="*/ 28090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8089">
                  <a:moveTo>
                    <a:pt x="6390" y="28090"/>
                  </a:moveTo>
                  <a:cubicBezTo>
                    <a:pt x="2556" y="28090"/>
                    <a:pt x="0" y="25536"/>
                    <a:pt x="0" y="21706"/>
                  </a:cubicBezTo>
                  <a:lnTo>
                    <a:pt x="0" y="6384"/>
                  </a:lnTo>
                  <a:cubicBezTo>
                    <a:pt x="0" y="2554"/>
                    <a:pt x="2556" y="0"/>
                    <a:pt x="6390" y="0"/>
                  </a:cubicBezTo>
                  <a:cubicBezTo>
                    <a:pt x="10224" y="0"/>
                    <a:pt x="12780" y="2554"/>
                    <a:pt x="12780" y="6384"/>
                  </a:cubicBezTo>
                  <a:lnTo>
                    <a:pt x="12780" y="21706"/>
                  </a:lnTo>
                  <a:cubicBezTo>
                    <a:pt x="12780" y="25536"/>
                    <a:pt x="9585" y="28090"/>
                    <a:pt x="6390" y="28090"/>
                  </a:cubicBezTo>
                </a:path>
              </a:pathLst>
            </a:custGeom>
            <a:solidFill>
              <a:srgbClr val="62B5E5"/>
            </a:solidFill>
            <a:ln w="6390" cap="flat">
              <a:noFill/>
              <a:prstDash val="solid"/>
              <a:miter/>
            </a:ln>
          </p:spPr>
          <p:txBody>
            <a:bodyPr rtlCol="0" anchor="ctr"/>
            <a:lstStyle/>
            <a:p>
              <a:endParaRPr lang="en-US"/>
            </a:p>
          </p:txBody>
        </p:sp>
        <p:sp>
          <p:nvSpPr>
            <p:cNvPr id="1409" name="Graphic 4">
              <a:extLst>
                <a:ext uri="{FF2B5EF4-FFF2-40B4-BE49-F238E27FC236}">
                  <a16:creationId xmlns:a16="http://schemas.microsoft.com/office/drawing/2014/main" id="{7467AFD4-ACCF-D049-88D2-C4AA3CF15B4C}"/>
                </a:ext>
              </a:extLst>
            </p:cNvPr>
            <p:cNvSpPr/>
            <p:nvPr/>
          </p:nvSpPr>
          <p:spPr>
            <a:xfrm>
              <a:off x="8965081" y="4862203"/>
              <a:ext cx="113741" cy="207479"/>
            </a:xfrm>
            <a:custGeom>
              <a:avLst/>
              <a:gdLst>
                <a:gd name="connsiteX0" fmla="*/ 12780 w 113741"/>
                <a:gd name="connsiteY0" fmla="*/ 194711 h 207479"/>
                <a:gd name="connsiteX1" fmla="*/ 100961 w 113741"/>
                <a:gd name="connsiteY1" fmla="*/ 194711 h 207479"/>
                <a:gd name="connsiteX2" fmla="*/ 100961 w 113741"/>
                <a:gd name="connsiteY2" fmla="*/ 12768 h 207479"/>
                <a:gd name="connsiteX3" fmla="*/ 12780 w 113741"/>
                <a:gd name="connsiteY3" fmla="*/ 12768 h 207479"/>
                <a:gd name="connsiteX4" fmla="*/ 12780 w 113741"/>
                <a:gd name="connsiteY4" fmla="*/ 194711 h 207479"/>
                <a:gd name="connsiteX5" fmla="*/ 107351 w 113741"/>
                <a:gd name="connsiteY5" fmla="*/ 207479 h 207479"/>
                <a:gd name="connsiteX6" fmla="*/ 6390 w 113741"/>
                <a:gd name="connsiteY6" fmla="*/ 207479 h 207479"/>
                <a:gd name="connsiteX7" fmla="*/ 0 w 113741"/>
                <a:gd name="connsiteY7" fmla="*/ 201095 h 207479"/>
                <a:gd name="connsiteX8" fmla="*/ 0 w 113741"/>
                <a:gd name="connsiteY8" fmla="*/ 6384 h 207479"/>
                <a:gd name="connsiteX9" fmla="*/ 6390 w 113741"/>
                <a:gd name="connsiteY9" fmla="*/ 0 h 207479"/>
                <a:gd name="connsiteX10" fmla="*/ 107351 w 113741"/>
                <a:gd name="connsiteY10" fmla="*/ 0 h 207479"/>
                <a:gd name="connsiteX11" fmla="*/ 113741 w 113741"/>
                <a:gd name="connsiteY11" fmla="*/ 6384 h 207479"/>
                <a:gd name="connsiteX12" fmla="*/ 113741 w 113741"/>
                <a:gd name="connsiteY12" fmla="*/ 201095 h 207479"/>
                <a:gd name="connsiteX13" fmla="*/ 107351 w 113741"/>
                <a:gd name="connsiteY13" fmla="*/ 207479 h 207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3741" h="207479">
                  <a:moveTo>
                    <a:pt x="12780" y="194711"/>
                  </a:moveTo>
                  <a:lnTo>
                    <a:pt x="100961" y="194711"/>
                  </a:lnTo>
                  <a:lnTo>
                    <a:pt x="100961" y="12768"/>
                  </a:lnTo>
                  <a:lnTo>
                    <a:pt x="12780" y="12768"/>
                  </a:lnTo>
                  <a:lnTo>
                    <a:pt x="12780" y="194711"/>
                  </a:lnTo>
                  <a:close/>
                  <a:moveTo>
                    <a:pt x="107351" y="207479"/>
                  </a:moveTo>
                  <a:lnTo>
                    <a:pt x="6390" y="207479"/>
                  </a:lnTo>
                  <a:cubicBezTo>
                    <a:pt x="2556" y="207479"/>
                    <a:pt x="0" y="204926"/>
                    <a:pt x="0" y="201095"/>
                  </a:cubicBezTo>
                  <a:lnTo>
                    <a:pt x="0" y="6384"/>
                  </a:lnTo>
                  <a:cubicBezTo>
                    <a:pt x="0" y="2554"/>
                    <a:pt x="2556" y="0"/>
                    <a:pt x="6390" y="0"/>
                  </a:cubicBezTo>
                  <a:lnTo>
                    <a:pt x="107351" y="0"/>
                  </a:lnTo>
                  <a:cubicBezTo>
                    <a:pt x="111185" y="0"/>
                    <a:pt x="113741" y="2554"/>
                    <a:pt x="113741" y="6384"/>
                  </a:cubicBezTo>
                  <a:lnTo>
                    <a:pt x="113741" y="201095"/>
                  </a:lnTo>
                  <a:cubicBezTo>
                    <a:pt x="113741" y="204926"/>
                    <a:pt x="111185" y="207479"/>
                    <a:pt x="107351" y="207479"/>
                  </a:cubicBezTo>
                </a:path>
              </a:pathLst>
            </a:custGeom>
            <a:solidFill>
              <a:srgbClr val="62B5E5"/>
            </a:solidFill>
            <a:ln w="6390" cap="flat">
              <a:noFill/>
              <a:prstDash val="solid"/>
              <a:miter/>
            </a:ln>
          </p:spPr>
          <p:txBody>
            <a:bodyPr rtlCol="0" anchor="ctr"/>
            <a:lstStyle/>
            <a:p>
              <a:endParaRPr lang="en-US"/>
            </a:p>
          </p:txBody>
        </p:sp>
        <p:sp>
          <p:nvSpPr>
            <p:cNvPr id="1410" name="Graphic 4">
              <a:extLst>
                <a:ext uri="{FF2B5EF4-FFF2-40B4-BE49-F238E27FC236}">
                  <a16:creationId xmlns:a16="http://schemas.microsoft.com/office/drawing/2014/main" id="{F424C567-13FB-7A40-BC0A-58583CD2DA89}"/>
                </a:ext>
              </a:extLst>
            </p:cNvPr>
            <p:cNvSpPr/>
            <p:nvPr/>
          </p:nvSpPr>
          <p:spPr>
            <a:xfrm>
              <a:off x="8965081" y="4959878"/>
              <a:ext cx="113741" cy="12767"/>
            </a:xfrm>
            <a:custGeom>
              <a:avLst/>
              <a:gdLst>
                <a:gd name="connsiteX0" fmla="*/ 107990 w 113741"/>
                <a:gd name="connsiteY0" fmla="*/ 12768 h 12767"/>
                <a:gd name="connsiteX1" fmla="*/ 6390 w 113741"/>
                <a:gd name="connsiteY1" fmla="*/ 12768 h 12767"/>
                <a:gd name="connsiteX2" fmla="*/ 0 w 113741"/>
                <a:gd name="connsiteY2" fmla="*/ 6384 h 12767"/>
                <a:gd name="connsiteX3" fmla="*/ 6390 w 113741"/>
                <a:gd name="connsiteY3" fmla="*/ 0 h 12767"/>
                <a:gd name="connsiteX4" fmla="*/ 107351 w 113741"/>
                <a:gd name="connsiteY4" fmla="*/ 0 h 12767"/>
                <a:gd name="connsiteX5" fmla="*/ 113741 w 113741"/>
                <a:gd name="connsiteY5" fmla="*/ 6384 h 12767"/>
                <a:gd name="connsiteX6" fmla="*/ 107990 w 113741"/>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741" h="12767">
                  <a:moveTo>
                    <a:pt x="107990" y="12768"/>
                  </a:moveTo>
                  <a:lnTo>
                    <a:pt x="6390" y="12768"/>
                  </a:lnTo>
                  <a:cubicBezTo>
                    <a:pt x="2556" y="12768"/>
                    <a:pt x="0" y="10215"/>
                    <a:pt x="0" y="6384"/>
                  </a:cubicBezTo>
                  <a:cubicBezTo>
                    <a:pt x="0" y="2554"/>
                    <a:pt x="2556" y="0"/>
                    <a:pt x="6390" y="0"/>
                  </a:cubicBezTo>
                  <a:lnTo>
                    <a:pt x="107351" y="0"/>
                  </a:lnTo>
                  <a:cubicBezTo>
                    <a:pt x="111185" y="0"/>
                    <a:pt x="113741" y="2554"/>
                    <a:pt x="113741" y="6384"/>
                  </a:cubicBezTo>
                  <a:cubicBezTo>
                    <a:pt x="113741" y="10215"/>
                    <a:pt x="111185" y="12768"/>
                    <a:pt x="107990" y="12768"/>
                  </a:cubicBezTo>
                </a:path>
              </a:pathLst>
            </a:custGeom>
            <a:solidFill>
              <a:srgbClr val="62B5E5"/>
            </a:solidFill>
            <a:ln w="6390" cap="flat">
              <a:noFill/>
              <a:prstDash val="solid"/>
              <a:miter/>
            </a:ln>
          </p:spPr>
          <p:txBody>
            <a:bodyPr rtlCol="0" anchor="ctr"/>
            <a:lstStyle/>
            <a:p>
              <a:endParaRPr lang="en-US"/>
            </a:p>
          </p:txBody>
        </p:sp>
        <p:sp>
          <p:nvSpPr>
            <p:cNvPr id="1411" name="Graphic 4">
              <a:extLst>
                <a:ext uri="{FF2B5EF4-FFF2-40B4-BE49-F238E27FC236}">
                  <a16:creationId xmlns:a16="http://schemas.microsoft.com/office/drawing/2014/main" id="{6E6D8438-E8C0-BF4D-809D-CF549959456E}"/>
                </a:ext>
              </a:extLst>
            </p:cNvPr>
            <p:cNvSpPr/>
            <p:nvPr/>
          </p:nvSpPr>
          <p:spPr>
            <a:xfrm>
              <a:off x="9044317" y="4915829"/>
              <a:ext cx="12779" cy="33196"/>
            </a:xfrm>
            <a:custGeom>
              <a:avLst/>
              <a:gdLst>
                <a:gd name="connsiteX0" fmla="*/ 6390 w 12779"/>
                <a:gd name="connsiteY0" fmla="*/ 33196 h 33196"/>
                <a:gd name="connsiteX1" fmla="*/ 0 w 12779"/>
                <a:gd name="connsiteY1" fmla="*/ 26812 h 33196"/>
                <a:gd name="connsiteX2" fmla="*/ 0 w 12779"/>
                <a:gd name="connsiteY2" fmla="*/ 6384 h 33196"/>
                <a:gd name="connsiteX3" fmla="*/ 6390 w 12779"/>
                <a:gd name="connsiteY3" fmla="*/ 0 h 33196"/>
                <a:gd name="connsiteX4" fmla="*/ 12780 w 12779"/>
                <a:gd name="connsiteY4" fmla="*/ 6384 h 33196"/>
                <a:gd name="connsiteX5" fmla="*/ 12780 w 12779"/>
                <a:gd name="connsiteY5" fmla="*/ 26812 h 33196"/>
                <a:gd name="connsiteX6" fmla="*/ 6390 w 12779"/>
                <a:gd name="connsiteY6" fmla="*/ 33196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33196">
                  <a:moveTo>
                    <a:pt x="6390" y="33196"/>
                  </a:moveTo>
                  <a:cubicBezTo>
                    <a:pt x="2556" y="33196"/>
                    <a:pt x="0" y="30643"/>
                    <a:pt x="0" y="26812"/>
                  </a:cubicBezTo>
                  <a:lnTo>
                    <a:pt x="0" y="6384"/>
                  </a:lnTo>
                  <a:cubicBezTo>
                    <a:pt x="0" y="2553"/>
                    <a:pt x="2556" y="0"/>
                    <a:pt x="6390" y="0"/>
                  </a:cubicBezTo>
                  <a:cubicBezTo>
                    <a:pt x="10224" y="0"/>
                    <a:pt x="12780" y="2553"/>
                    <a:pt x="12780" y="6384"/>
                  </a:cubicBezTo>
                  <a:lnTo>
                    <a:pt x="12780" y="26812"/>
                  </a:lnTo>
                  <a:cubicBezTo>
                    <a:pt x="12780" y="30004"/>
                    <a:pt x="10224" y="33196"/>
                    <a:pt x="6390" y="33196"/>
                  </a:cubicBezTo>
                </a:path>
              </a:pathLst>
            </a:custGeom>
            <a:solidFill>
              <a:srgbClr val="62B5E5"/>
            </a:solidFill>
            <a:ln w="6390" cap="flat">
              <a:noFill/>
              <a:prstDash val="solid"/>
              <a:miter/>
            </a:ln>
          </p:spPr>
          <p:txBody>
            <a:bodyPr rtlCol="0" anchor="ctr"/>
            <a:lstStyle/>
            <a:p>
              <a:endParaRPr lang="en-US"/>
            </a:p>
          </p:txBody>
        </p:sp>
        <p:sp>
          <p:nvSpPr>
            <p:cNvPr id="1412" name="Graphic 4">
              <a:extLst>
                <a:ext uri="{FF2B5EF4-FFF2-40B4-BE49-F238E27FC236}">
                  <a16:creationId xmlns:a16="http://schemas.microsoft.com/office/drawing/2014/main" id="{38D3F990-6432-7943-B55C-A746B5CD9DA5}"/>
                </a:ext>
              </a:extLst>
            </p:cNvPr>
            <p:cNvSpPr/>
            <p:nvPr/>
          </p:nvSpPr>
          <p:spPr>
            <a:xfrm>
              <a:off x="9044317" y="4984137"/>
              <a:ext cx="12779" cy="33196"/>
            </a:xfrm>
            <a:custGeom>
              <a:avLst/>
              <a:gdLst>
                <a:gd name="connsiteX0" fmla="*/ 6390 w 12779"/>
                <a:gd name="connsiteY0" fmla="*/ 33197 h 33196"/>
                <a:gd name="connsiteX1" fmla="*/ 0 w 12779"/>
                <a:gd name="connsiteY1" fmla="*/ 26813 h 33196"/>
                <a:gd name="connsiteX2" fmla="*/ 0 w 12779"/>
                <a:gd name="connsiteY2" fmla="*/ 6384 h 33196"/>
                <a:gd name="connsiteX3" fmla="*/ 6390 w 12779"/>
                <a:gd name="connsiteY3" fmla="*/ 0 h 33196"/>
                <a:gd name="connsiteX4" fmla="*/ 12780 w 12779"/>
                <a:gd name="connsiteY4" fmla="*/ 6384 h 33196"/>
                <a:gd name="connsiteX5" fmla="*/ 12780 w 12779"/>
                <a:gd name="connsiteY5" fmla="*/ 26813 h 33196"/>
                <a:gd name="connsiteX6" fmla="*/ 6390 w 12779"/>
                <a:gd name="connsiteY6" fmla="*/ 33197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33196">
                  <a:moveTo>
                    <a:pt x="6390" y="33197"/>
                  </a:moveTo>
                  <a:cubicBezTo>
                    <a:pt x="2556" y="33197"/>
                    <a:pt x="0" y="30643"/>
                    <a:pt x="0" y="26813"/>
                  </a:cubicBezTo>
                  <a:lnTo>
                    <a:pt x="0" y="6384"/>
                  </a:lnTo>
                  <a:cubicBezTo>
                    <a:pt x="0" y="2554"/>
                    <a:pt x="2556" y="0"/>
                    <a:pt x="6390" y="0"/>
                  </a:cubicBezTo>
                  <a:cubicBezTo>
                    <a:pt x="10224" y="0"/>
                    <a:pt x="12780" y="2554"/>
                    <a:pt x="12780" y="6384"/>
                  </a:cubicBezTo>
                  <a:lnTo>
                    <a:pt x="12780" y="26813"/>
                  </a:lnTo>
                  <a:cubicBezTo>
                    <a:pt x="12780" y="30005"/>
                    <a:pt x="10224" y="33197"/>
                    <a:pt x="6390" y="33197"/>
                  </a:cubicBezTo>
                </a:path>
              </a:pathLst>
            </a:custGeom>
            <a:solidFill>
              <a:srgbClr val="62B5E5"/>
            </a:solidFill>
            <a:ln w="6390" cap="flat">
              <a:noFill/>
              <a:prstDash val="solid"/>
              <a:miter/>
            </a:ln>
          </p:spPr>
          <p:txBody>
            <a:bodyPr rtlCol="0" anchor="ctr"/>
            <a:lstStyle/>
            <a:p>
              <a:endParaRPr lang="en-US"/>
            </a:p>
          </p:txBody>
        </p:sp>
        <p:sp>
          <p:nvSpPr>
            <p:cNvPr id="1413" name="Graphic 4">
              <a:extLst>
                <a:ext uri="{FF2B5EF4-FFF2-40B4-BE49-F238E27FC236}">
                  <a16:creationId xmlns:a16="http://schemas.microsoft.com/office/drawing/2014/main" id="{2258255E-E51E-EA45-B760-12C8F1BB80F9}"/>
                </a:ext>
              </a:extLst>
            </p:cNvPr>
            <p:cNvSpPr/>
            <p:nvPr/>
          </p:nvSpPr>
          <p:spPr>
            <a:xfrm>
              <a:off x="9044317" y="5057553"/>
              <a:ext cx="12779" cy="28089"/>
            </a:xfrm>
            <a:custGeom>
              <a:avLst/>
              <a:gdLst>
                <a:gd name="connsiteX0" fmla="*/ 6390 w 12779"/>
                <a:gd name="connsiteY0" fmla="*/ 28090 h 28089"/>
                <a:gd name="connsiteX1" fmla="*/ 0 w 12779"/>
                <a:gd name="connsiteY1" fmla="*/ 21706 h 28089"/>
                <a:gd name="connsiteX2" fmla="*/ 0 w 12779"/>
                <a:gd name="connsiteY2" fmla="*/ 6384 h 28089"/>
                <a:gd name="connsiteX3" fmla="*/ 6390 w 12779"/>
                <a:gd name="connsiteY3" fmla="*/ 0 h 28089"/>
                <a:gd name="connsiteX4" fmla="*/ 12780 w 12779"/>
                <a:gd name="connsiteY4" fmla="*/ 6384 h 28089"/>
                <a:gd name="connsiteX5" fmla="*/ 12780 w 12779"/>
                <a:gd name="connsiteY5" fmla="*/ 21706 h 28089"/>
                <a:gd name="connsiteX6" fmla="*/ 6390 w 12779"/>
                <a:gd name="connsiteY6" fmla="*/ 28090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8089">
                  <a:moveTo>
                    <a:pt x="6390" y="28090"/>
                  </a:moveTo>
                  <a:cubicBezTo>
                    <a:pt x="2556" y="28090"/>
                    <a:pt x="0" y="25536"/>
                    <a:pt x="0" y="21706"/>
                  </a:cubicBezTo>
                  <a:lnTo>
                    <a:pt x="0" y="6384"/>
                  </a:lnTo>
                  <a:cubicBezTo>
                    <a:pt x="0" y="2554"/>
                    <a:pt x="2556" y="0"/>
                    <a:pt x="6390" y="0"/>
                  </a:cubicBezTo>
                  <a:cubicBezTo>
                    <a:pt x="10224" y="0"/>
                    <a:pt x="12780" y="2554"/>
                    <a:pt x="12780" y="6384"/>
                  </a:cubicBezTo>
                  <a:lnTo>
                    <a:pt x="12780" y="21706"/>
                  </a:lnTo>
                  <a:cubicBezTo>
                    <a:pt x="12780" y="25536"/>
                    <a:pt x="10224" y="28090"/>
                    <a:pt x="6390" y="28090"/>
                  </a:cubicBezTo>
                </a:path>
              </a:pathLst>
            </a:custGeom>
            <a:solidFill>
              <a:srgbClr val="62B5E5"/>
            </a:solidFill>
            <a:ln w="6390" cap="flat">
              <a:noFill/>
              <a:prstDash val="solid"/>
              <a:miter/>
            </a:ln>
          </p:spPr>
          <p:txBody>
            <a:bodyPr rtlCol="0" anchor="ctr"/>
            <a:lstStyle/>
            <a:p>
              <a:endParaRPr lang="en-US"/>
            </a:p>
          </p:txBody>
        </p:sp>
      </p:grpSp>
      <p:sp>
        <p:nvSpPr>
          <p:cNvPr id="1414" name="Graphic 4">
            <a:extLst>
              <a:ext uri="{FF2B5EF4-FFF2-40B4-BE49-F238E27FC236}">
                <a16:creationId xmlns:a16="http://schemas.microsoft.com/office/drawing/2014/main" id="{EC8DE7F0-EF8C-DA4A-9E5B-A5DA7A9C2CBF}"/>
              </a:ext>
            </a:extLst>
          </p:cNvPr>
          <p:cNvSpPr>
            <a:spLocks noChangeAspect="1"/>
          </p:cNvSpPr>
          <p:nvPr/>
        </p:nvSpPr>
        <p:spPr>
          <a:xfrm>
            <a:off x="9280105" y="4792617"/>
            <a:ext cx="361670" cy="361971"/>
          </a:xfrm>
          <a:custGeom>
            <a:avLst/>
            <a:gdLst>
              <a:gd name="connsiteX0" fmla="*/ 202561 w 361670"/>
              <a:gd name="connsiteY0" fmla="*/ 129595 h 361971"/>
              <a:gd name="connsiteX1" fmla="*/ 208951 w 361670"/>
              <a:gd name="connsiteY1" fmla="*/ 123211 h 361971"/>
              <a:gd name="connsiteX2" fmla="*/ 215341 w 361670"/>
              <a:gd name="connsiteY2" fmla="*/ 129595 h 361971"/>
              <a:gd name="connsiteX3" fmla="*/ 215341 w 361670"/>
              <a:gd name="connsiteY3" fmla="*/ 150024 h 361971"/>
              <a:gd name="connsiteX4" fmla="*/ 208951 w 361670"/>
              <a:gd name="connsiteY4" fmla="*/ 156408 h 361971"/>
              <a:gd name="connsiteX5" fmla="*/ 202561 w 361670"/>
              <a:gd name="connsiteY5" fmla="*/ 150024 h 361971"/>
              <a:gd name="connsiteX6" fmla="*/ 202561 w 361670"/>
              <a:gd name="connsiteY6" fmla="*/ 129595 h 361971"/>
              <a:gd name="connsiteX7" fmla="*/ 136105 w 361670"/>
              <a:gd name="connsiteY7" fmla="*/ 167260 h 361971"/>
              <a:gd name="connsiteX8" fmla="*/ 224287 w 361670"/>
              <a:gd name="connsiteY8" fmla="*/ 167260 h 361971"/>
              <a:gd name="connsiteX9" fmla="*/ 224287 w 361670"/>
              <a:gd name="connsiteY9" fmla="*/ 82354 h 361971"/>
              <a:gd name="connsiteX10" fmla="*/ 136105 w 361670"/>
              <a:gd name="connsiteY10" fmla="*/ 82354 h 361971"/>
              <a:gd name="connsiteX11" fmla="*/ 136105 w 361670"/>
              <a:gd name="connsiteY11" fmla="*/ 167260 h 361971"/>
              <a:gd name="connsiteX12" fmla="*/ 202561 w 361670"/>
              <a:gd name="connsiteY12" fmla="*/ 197903 h 361971"/>
              <a:gd name="connsiteX13" fmla="*/ 208951 w 361670"/>
              <a:gd name="connsiteY13" fmla="*/ 191519 h 361971"/>
              <a:gd name="connsiteX14" fmla="*/ 215341 w 361670"/>
              <a:gd name="connsiteY14" fmla="*/ 197903 h 361971"/>
              <a:gd name="connsiteX15" fmla="*/ 215341 w 361670"/>
              <a:gd name="connsiteY15" fmla="*/ 218332 h 361971"/>
              <a:gd name="connsiteX16" fmla="*/ 208951 w 361670"/>
              <a:gd name="connsiteY16" fmla="*/ 224716 h 361971"/>
              <a:gd name="connsiteX17" fmla="*/ 202561 w 361670"/>
              <a:gd name="connsiteY17" fmla="*/ 218332 h 361971"/>
              <a:gd name="connsiteX18" fmla="*/ 202561 w 361670"/>
              <a:gd name="connsiteY18" fmla="*/ 197903 h 361971"/>
              <a:gd name="connsiteX19" fmla="*/ 224287 w 361670"/>
              <a:gd name="connsiteY19" fmla="*/ 180028 h 361971"/>
              <a:gd name="connsiteX20" fmla="*/ 136105 w 361670"/>
              <a:gd name="connsiteY20" fmla="*/ 180028 h 361971"/>
              <a:gd name="connsiteX21" fmla="*/ 136105 w 361670"/>
              <a:gd name="connsiteY21" fmla="*/ 264935 h 361971"/>
              <a:gd name="connsiteX22" fmla="*/ 224287 w 361670"/>
              <a:gd name="connsiteY22" fmla="*/ 264935 h 361971"/>
              <a:gd name="connsiteX23" fmla="*/ 224287 w 361670"/>
              <a:gd name="connsiteY23" fmla="*/ 180028 h 361971"/>
              <a:gd name="connsiteX24" fmla="*/ 237067 w 361670"/>
              <a:gd name="connsiteY24" fmla="*/ 270681 h 361971"/>
              <a:gd name="connsiteX25" fmla="*/ 230677 w 361670"/>
              <a:gd name="connsiteY25" fmla="*/ 277065 h 361971"/>
              <a:gd name="connsiteX26" fmla="*/ 215341 w 361670"/>
              <a:gd name="connsiteY26" fmla="*/ 277065 h 361971"/>
              <a:gd name="connsiteX27" fmla="*/ 215341 w 361670"/>
              <a:gd name="connsiteY27" fmla="*/ 286641 h 361971"/>
              <a:gd name="connsiteX28" fmla="*/ 208951 w 361670"/>
              <a:gd name="connsiteY28" fmla="*/ 293025 h 361971"/>
              <a:gd name="connsiteX29" fmla="*/ 202561 w 361670"/>
              <a:gd name="connsiteY29" fmla="*/ 286641 h 361971"/>
              <a:gd name="connsiteX30" fmla="*/ 202561 w 361670"/>
              <a:gd name="connsiteY30" fmla="*/ 277703 h 361971"/>
              <a:gd name="connsiteX31" fmla="*/ 159109 w 361670"/>
              <a:gd name="connsiteY31" fmla="*/ 277703 h 361971"/>
              <a:gd name="connsiteX32" fmla="*/ 159109 w 361670"/>
              <a:gd name="connsiteY32" fmla="*/ 286641 h 361971"/>
              <a:gd name="connsiteX33" fmla="*/ 152719 w 361670"/>
              <a:gd name="connsiteY33" fmla="*/ 293025 h 361971"/>
              <a:gd name="connsiteX34" fmla="*/ 146329 w 361670"/>
              <a:gd name="connsiteY34" fmla="*/ 286641 h 361971"/>
              <a:gd name="connsiteX35" fmla="*/ 146329 w 361670"/>
              <a:gd name="connsiteY35" fmla="*/ 277703 h 361971"/>
              <a:gd name="connsiteX36" fmla="*/ 129715 w 361670"/>
              <a:gd name="connsiteY36" fmla="*/ 277703 h 361971"/>
              <a:gd name="connsiteX37" fmla="*/ 123325 w 361670"/>
              <a:gd name="connsiteY37" fmla="*/ 271319 h 361971"/>
              <a:gd name="connsiteX38" fmla="*/ 123325 w 361670"/>
              <a:gd name="connsiteY38" fmla="*/ 75970 h 361971"/>
              <a:gd name="connsiteX39" fmla="*/ 129715 w 361670"/>
              <a:gd name="connsiteY39" fmla="*/ 69586 h 361971"/>
              <a:gd name="connsiteX40" fmla="*/ 230677 w 361670"/>
              <a:gd name="connsiteY40" fmla="*/ 69586 h 361971"/>
              <a:gd name="connsiteX41" fmla="*/ 237067 w 361670"/>
              <a:gd name="connsiteY41" fmla="*/ 75970 h 361971"/>
              <a:gd name="connsiteX42" fmla="*/ 237067 w 361670"/>
              <a:gd name="connsiteY42" fmla="*/ 270681 h 361971"/>
              <a:gd name="connsiteX43" fmla="*/ 361670 w 361670"/>
              <a:gd name="connsiteY43" fmla="*/ 181305 h 361971"/>
              <a:gd name="connsiteX44" fmla="*/ 180835 w 361670"/>
              <a:gd name="connsiteY44" fmla="*/ 0 h 361971"/>
              <a:gd name="connsiteX45" fmla="*/ 0 w 361670"/>
              <a:gd name="connsiteY45" fmla="*/ 180667 h 361971"/>
              <a:gd name="connsiteX46" fmla="*/ 180835 w 361670"/>
              <a:gd name="connsiteY46" fmla="*/ 361972 h 361971"/>
              <a:gd name="connsiteX47" fmla="*/ 180835 w 361670"/>
              <a:gd name="connsiteY47" fmla="*/ 361972 h 361971"/>
              <a:gd name="connsiteX48" fmla="*/ 361670 w 361670"/>
              <a:gd name="connsiteY48" fmla="*/ 181305 h 361971"/>
              <a:gd name="connsiteX49" fmla="*/ 361670 w 361670"/>
              <a:gd name="connsiteY49" fmla="*/ 18130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1670" h="361971">
                <a:moveTo>
                  <a:pt x="202561" y="129595"/>
                </a:moveTo>
                <a:cubicBezTo>
                  <a:pt x="202561" y="125765"/>
                  <a:pt x="205117" y="123211"/>
                  <a:pt x="208951" y="123211"/>
                </a:cubicBezTo>
                <a:cubicBezTo>
                  <a:pt x="212784" y="123211"/>
                  <a:pt x="215341" y="125765"/>
                  <a:pt x="215341" y="129595"/>
                </a:cubicBezTo>
                <a:lnTo>
                  <a:pt x="215341" y="150024"/>
                </a:lnTo>
                <a:cubicBezTo>
                  <a:pt x="215341" y="153854"/>
                  <a:pt x="212784" y="156408"/>
                  <a:pt x="208951" y="156408"/>
                </a:cubicBezTo>
                <a:cubicBezTo>
                  <a:pt x="205117" y="156408"/>
                  <a:pt x="202561" y="153854"/>
                  <a:pt x="202561" y="150024"/>
                </a:cubicBezTo>
                <a:lnTo>
                  <a:pt x="202561" y="129595"/>
                </a:lnTo>
                <a:close/>
                <a:moveTo>
                  <a:pt x="136105" y="167260"/>
                </a:moveTo>
                <a:lnTo>
                  <a:pt x="224287" y="167260"/>
                </a:lnTo>
                <a:lnTo>
                  <a:pt x="224287" y="82354"/>
                </a:lnTo>
                <a:lnTo>
                  <a:pt x="136105" y="82354"/>
                </a:lnTo>
                <a:lnTo>
                  <a:pt x="136105" y="167260"/>
                </a:lnTo>
                <a:close/>
                <a:moveTo>
                  <a:pt x="202561" y="197903"/>
                </a:moveTo>
                <a:cubicBezTo>
                  <a:pt x="202561" y="194073"/>
                  <a:pt x="205117" y="191519"/>
                  <a:pt x="208951" y="191519"/>
                </a:cubicBezTo>
                <a:cubicBezTo>
                  <a:pt x="212784" y="191519"/>
                  <a:pt x="215341" y="194073"/>
                  <a:pt x="215341" y="197903"/>
                </a:cubicBezTo>
                <a:lnTo>
                  <a:pt x="215341" y="218332"/>
                </a:lnTo>
                <a:cubicBezTo>
                  <a:pt x="215341" y="222163"/>
                  <a:pt x="212784" y="224716"/>
                  <a:pt x="208951" y="224716"/>
                </a:cubicBezTo>
                <a:cubicBezTo>
                  <a:pt x="205117" y="224716"/>
                  <a:pt x="202561" y="222163"/>
                  <a:pt x="202561" y="218332"/>
                </a:cubicBezTo>
                <a:lnTo>
                  <a:pt x="202561" y="197903"/>
                </a:lnTo>
                <a:close/>
                <a:moveTo>
                  <a:pt x="224287" y="180028"/>
                </a:moveTo>
                <a:lnTo>
                  <a:pt x="136105" y="180028"/>
                </a:lnTo>
                <a:lnTo>
                  <a:pt x="136105" y="264935"/>
                </a:lnTo>
                <a:lnTo>
                  <a:pt x="224287" y="264935"/>
                </a:lnTo>
                <a:lnTo>
                  <a:pt x="224287" y="180028"/>
                </a:lnTo>
                <a:close/>
                <a:moveTo>
                  <a:pt x="237067" y="270681"/>
                </a:moveTo>
                <a:cubicBezTo>
                  <a:pt x="237067" y="274511"/>
                  <a:pt x="234510" y="277065"/>
                  <a:pt x="230677" y="277065"/>
                </a:cubicBezTo>
                <a:lnTo>
                  <a:pt x="215341" y="277065"/>
                </a:lnTo>
                <a:lnTo>
                  <a:pt x="215341" y="286641"/>
                </a:lnTo>
                <a:cubicBezTo>
                  <a:pt x="215341" y="290471"/>
                  <a:pt x="212784" y="293025"/>
                  <a:pt x="208951" y="293025"/>
                </a:cubicBezTo>
                <a:cubicBezTo>
                  <a:pt x="205117" y="293025"/>
                  <a:pt x="202561" y="290471"/>
                  <a:pt x="202561" y="286641"/>
                </a:cubicBezTo>
                <a:lnTo>
                  <a:pt x="202561" y="277703"/>
                </a:lnTo>
                <a:lnTo>
                  <a:pt x="159109" y="277703"/>
                </a:lnTo>
                <a:lnTo>
                  <a:pt x="159109" y="286641"/>
                </a:lnTo>
                <a:cubicBezTo>
                  <a:pt x="159109" y="290471"/>
                  <a:pt x="156553" y="293025"/>
                  <a:pt x="152719" y="293025"/>
                </a:cubicBezTo>
                <a:cubicBezTo>
                  <a:pt x="148885" y="293025"/>
                  <a:pt x="146329" y="290471"/>
                  <a:pt x="146329" y="286641"/>
                </a:cubicBezTo>
                <a:lnTo>
                  <a:pt x="146329" y="277703"/>
                </a:lnTo>
                <a:lnTo>
                  <a:pt x="129715" y="277703"/>
                </a:lnTo>
                <a:cubicBezTo>
                  <a:pt x="125881" y="277703"/>
                  <a:pt x="123325" y="275150"/>
                  <a:pt x="123325" y="271319"/>
                </a:cubicBezTo>
                <a:lnTo>
                  <a:pt x="123325" y="75970"/>
                </a:lnTo>
                <a:cubicBezTo>
                  <a:pt x="123325" y="72139"/>
                  <a:pt x="125881" y="69586"/>
                  <a:pt x="129715" y="69586"/>
                </a:cubicBezTo>
                <a:lnTo>
                  <a:pt x="230677" y="69586"/>
                </a:lnTo>
                <a:cubicBezTo>
                  <a:pt x="234510" y="69586"/>
                  <a:pt x="237067" y="72139"/>
                  <a:pt x="237067" y="75970"/>
                </a:cubicBezTo>
                <a:lnTo>
                  <a:pt x="237067" y="270681"/>
                </a:lnTo>
                <a:close/>
                <a:moveTo>
                  <a:pt x="361670" y="181305"/>
                </a:moveTo>
                <a:cubicBezTo>
                  <a:pt x="361670" y="81077"/>
                  <a:pt x="280518" y="0"/>
                  <a:pt x="180835" y="0"/>
                </a:cubicBezTo>
                <a:cubicBezTo>
                  <a:pt x="81152" y="0"/>
                  <a:pt x="0" y="81077"/>
                  <a:pt x="0" y="180667"/>
                </a:cubicBezTo>
                <a:cubicBezTo>
                  <a:pt x="0" y="280895"/>
                  <a:pt x="81152" y="361972"/>
                  <a:pt x="180835" y="361972"/>
                </a:cubicBezTo>
                <a:cubicBezTo>
                  <a:pt x="180835" y="361972"/>
                  <a:pt x="180835" y="361972"/>
                  <a:pt x="180835" y="361972"/>
                </a:cubicBezTo>
                <a:cubicBezTo>
                  <a:pt x="280518" y="361972"/>
                  <a:pt x="361670" y="281534"/>
                  <a:pt x="361670" y="181305"/>
                </a:cubicBezTo>
                <a:cubicBezTo>
                  <a:pt x="361670" y="181305"/>
                  <a:pt x="361670" y="181305"/>
                  <a:pt x="361670" y="181305"/>
                </a:cubicBezTo>
              </a:path>
            </a:pathLst>
          </a:custGeom>
          <a:solidFill>
            <a:srgbClr val="62B5E5"/>
          </a:solidFill>
          <a:ln w="6390" cap="flat">
            <a:noFill/>
            <a:prstDash val="solid"/>
            <a:miter/>
          </a:ln>
        </p:spPr>
        <p:txBody>
          <a:bodyPr rtlCol="0" anchor="ctr"/>
          <a:lstStyle/>
          <a:p>
            <a:endParaRPr lang="en-US"/>
          </a:p>
        </p:txBody>
      </p:sp>
      <p:grpSp>
        <p:nvGrpSpPr>
          <p:cNvPr id="1415" name="Graphic 4">
            <a:extLst>
              <a:ext uri="{FF2B5EF4-FFF2-40B4-BE49-F238E27FC236}">
                <a16:creationId xmlns:a16="http://schemas.microsoft.com/office/drawing/2014/main" id="{6F6A49E3-DEED-7F44-A99A-AEE6A626B8A9}"/>
              </a:ext>
            </a:extLst>
          </p:cNvPr>
          <p:cNvGrpSpPr>
            <a:grpSpLocks noChangeAspect="1"/>
          </p:cNvGrpSpPr>
          <p:nvPr/>
        </p:nvGrpSpPr>
        <p:grpSpPr>
          <a:xfrm>
            <a:off x="9887149" y="1402244"/>
            <a:ext cx="362309" cy="362450"/>
            <a:chOff x="9887149" y="1402244"/>
            <a:chExt cx="362309" cy="362450"/>
          </a:xfrm>
          <a:solidFill>
            <a:srgbClr val="62B5E5"/>
          </a:solidFill>
        </p:grpSpPr>
        <p:sp>
          <p:nvSpPr>
            <p:cNvPr id="1416" name="Graphic 4">
              <a:extLst>
                <a:ext uri="{FF2B5EF4-FFF2-40B4-BE49-F238E27FC236}">
                  <a16:creationId xmlns:a16="http://schemas.microsoft.com/office/drawing/2014/main" id="{C107C99B-BE70-5E45-91D8-5C21D81993F5}"/>
                </a:ext>
              </a:extLst>
            </p:cNvPr>
            <p:cNvSpPr/>
            <p:nvPr/>
          </p:nvSpPr>
          <p:spPr>
            <a:xfrm>
              <a:off x="9887149" y="1402244"/>
              <a:ext cx="362309" cy="362450"/>
            </a:xfrm>
            <a:custGeom>
              <a:avLst/>
              <a:gdLst>
                <a:gd name="connsiteX0" fmla="*/ 180835 w 362309"/>
                <a:gd name="connsiteY0" fmla="*/ 479 h 362450"/>
                <a:gd name="connsiteX1" fmla="*/ 0 w 362309"/>
                <a:gd name="connsiteY1" fmla="*/ 181784 h 362450"/>
                <a:gd name="connsiteX2" fmla="*/ 181474 w 362309"/>
                <a:gd name="connsiteY2" fmla="*/ 362451 h 362450"/>
                <a:gd name="connsiteX3" fmla="*/ 362309 w 362309"/>
                <a:gd name="connsiteY3" fmla="*/ 181145 h 362450"/>
                <a:gd name="connsiteX4" fmla="*/ 180835 w 362309"/>
                <a:gd name="connsiteY4" fmla="*/ 479 h 362450"/>
                <a:gd name="connsiteX5" fmla="*/ 180835 w 362309"/>
                <a:gd name="connsiteY5" fmla="*/ 479 h 362450"/>
                <a:gd name="connsiteX6" fmla="*/ 180835 w 362309"/>
                <a:gd name="connsiteY6" fmla="*/ 349044 h 362450"/>
                <a:gd name="connsiteX7" fmla="*/ 12780 w 362309"/>
                <a:gd name="connsiteY7" fmla="*/ 180507 h 362450"/>
                <a:gd name="connsiteX8" fmla="*/ 181474 w 362309"/>
                <a:gd name="connsiteY8" fmla="*/ 12608 h 362450"/>
                <a:gd name="connsiteX9" fmla="*/ 349529 w 362309"/>
                <a:gd name="connsiteY9" fmla="*/ 180507 h 362450"/>
                <a:gd name="connsiteX10" fmla="*/ 180835 w 362309"/>
                <a:gd name="connsiteY10" fmla="*/ 349044 h 36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2450">
                  <a:moveTo>
                    <a:pt x="180835" y="479"/>
                  </a:moveTo>
                  <a:cubicBezTo>
                    <a:pt x="80513" y="479"/>
                    <a:pt x="0" y="81555"/>
                    <a:pt x="0" y="181784"/>
                  </a:cubicBezTo>
                  <a:cubicBezTo>
                    <a:pt x="0" y="282013"/>
                    <a:pt x="81152" y="362451"/>
                    <a:pt x="181474" y="362451"/>
                  </a:cubicBezTo>
                  <a:cubicBezTo>
                    <a:pt x="281157" y="362451"/>
                    <a:pt x="362309" y="281374"/>
                    <a:pt x="362309" y="181145"/>
                  </a:cubicBezTo>
                  <a:cubicBezTo>
                    <a:pt x="362309" y="80917"/>
                    <a:pt x="281157" y="-160"/>
                    <a:pt x="180835" y="479"/>
                  </a:cubicBezTo>
                  <a:cubicBezTo>
                    <a:pt x="180835" y="-160"/>
                    <a:pt x="180835" y="-160"/>
                    <a:pt x="180835" y="479"/>
                  </a:cubicBezTo>
                  <a:close/>
                  <a:moveTo>
                    <a:pt x="180835" y="349044"/>
                  </a:moveTo>
                  <a:cubicBezTo>
                    <a:pt x="87542" y="349044"/>
                    <a:pt x="12780" y="273713"/>
                    <a:pt x="12780" y="180507"/>
                  </a:cubicBezTo>
                  <a:cubicBezTo>
                    <a:pt x="12780" y="87301"/>
                    <a:pt x="88181" y="12608"/>
                    <a:pt x="181474" y="12608"/>
                  </a:cubicBezTo>
                  <a:cubicBezTo>
                    <a:pt x="274128" y="12608"/>
                    <a:pt x="349529" y="87939"/>
                    <a:pt x="349529" y="180507"/>
                  </a:cubicBezTo>
                  <a:cubicBezTo>
                    <a:pt x="349529" y="274352"/>
                    <a:pt x="274128" y="349044"/>
                    <a:pt x="180835" y="349044"/>
                  </a:cubicBezTo>
                  <a:close/>
                </a:path>
              </a:pathLst>
            </a:custGeom>
            <a:solidFill>
              <a:srgbClr val="62B5E5"/>
            </a:solidFill>
            <a:ln w="6390" cap="flat">
              <a:noFill/>
              <a:prstDash val="solid"/>
              <a:miter/>
            </a:ln>
          </p:spPr>
          <p:txBody>
            <a:bodyPr rtlCol="0" anchor="ctr"/>
            <a:lstStyle/>
            <a:p>
              <a:endParaRPr lang="en-US"/>
            </a:p>
          </p:txBody>
        </p:sp>
        <p:sp>
          <p:nvSpPr>
            <p:cNvPr id="1417" name="Graphic 4">
              <a:extLst>
                <a:ext uri="{FF2B5EF4-FFF2-40B4-BE49-F238E27FC236}">
                  <a16:creationId xmlns:a16="http://schemas.microsoft.com/office/drawing/2014/main" id="{22E01A51-1150-114E-AD39-8A7BD166025B}"/>
                </a:ext>
              </a:extLst>
            </p:cNvPr>
            <p:cNvSpPr/>
            <p:nvPr/>
          </p:nvSpPr>
          <p:spPr>
            <a:xfrm>
              <a:off x="10045619" y="1516358"/>
              <a:ext cx="77318" cy="28727"/>
            </a:xfrm>
            <a:custGeom>
              <a:avLst/>
              <a:gdLst>
                <a:gd name="connsiteX0" fmla="*/ 70928 w 77318"/>
                <a:gd name="connsiteY0" fmla="*/ 0 h 28727"/>
                <a:gd name="connsiteX1" fmla="*/ 6390 w 77318"/>
                <a:gd name="connsiteY1" fmla="*/ 0 h 28727"/>
                <a:gd name="connsiteX2" fmla="*/ 0 w 77318"/>
                <a:gd name="connsiteY2" fmla="*/ 6384 h 28727"/>
                <a:gd name="connsiteX3" fmla="*/ 6390 w 77318"/>
                <a:gd name="connsiteY3" fmla="*/ 12768 h 28727"/>
                <a:gd name="connsiteX4" fmla="*/ 64538 w 77318"/>
                <a:gd name="connsiteY4" fmla="*/ 12768 h 28727"/>
                <a:gd name="connsiteX5" fmla="*/ 64538 w 77318"/>
                <a:gd name="connsiteY5" fmla="*/ 22344 h 28727"/>
                <a:gd name="connsiteX6" fmla="*/ 70928 w 77318"/>
                <a:gd name="connsiteY6" fmla="*/ 28728 h 28727"/>
                <a:gd name="connsiteX7" fmla="*/ 77318 w 77318"/>
                <a:gd name="connsiteY7" fmla="*/ 22344 h 28727"/>
                <a:gd name="connsiteX8" fmla="*/ 77318 w 77318"/>
                <a:gd name="connsiteY8" fmla="*/ 6384 h 28727"/>
                <a:gd name="connsiteX9" fmla="*/ 70928 w 77318"/>
                <a:gd name="connsiteY9" fmla="*/ 0 h 28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318" h="28727">
                  <a:moveTo>
                    <a:pt x="70928" y="0"/>
                  </a:moveTo>
                  <a:lnTo>
                    <a:pt x="6390" y="0"/>
                  </a:lnTo>
                  <a:cubicBezTo>
                    <a:pt x="2556" y="0"/>
                    <a:pt x="0" y="2554"/>
                    <a:pt x="0" y="6384"/>
                  </a:cubicBezTo>
                  <a:cubicBezTo>
                    <a:pt x="0" y="10214"/>
                    <a:pt x="2556" y="12768"/>
                    <a:pt x="6390" y="12768"/>
                  </a:cubicBezTo>
                  <a:lnTo>
                    <a:pt x="64538" y="12768"/>
                  </a:lnTo>
                  <a:lnTo>
                    <a:pt x="64538" y="22344"/>
                  </a:lnTo>
                  <a:cubicBezTo>
                    <a:pt x="64538" y="26174"/>
                    <a:pt x="67094" y="28728"/>
                    <a:pt x="70928" y="28728"/>
                  </a:cubicBezTo>
                  <a:cubicBezTo>
                    <a:pt x="74763" y="28728"/>
                    <a:pt x="77318" y="26174"/>
                    <a:pt x="77318" y="22344"/>
                  </a:cubicBezTo>
                  <a:lnTo>
                    <a:pt x="77318" y="6384"/>
                  </a:lnTo>
                  <a:cubicBezTo>
                    <a:pt x="77318" y="3192"/>
                    <a:pt x="74123" y="0"/>
                    <a:pt x="70928" y="0"/>
                  </a:cubicBezTo>
                  <a:close/>
                </a:path>
              </a:pathLst>
            </a:custGeom>
            <a:solidFill>
              <a:srgbClr val="62B5E5"/>
            </a:solidFill>
            <a:ln w="6390" cap="flat">
              <a:noFill/>
              <a:prstDash val="solid"/>
              <a:miter/>
            </a:ln>
          </p:spPr>
          <p:txBody>
            <a:bodyPr rtlCol="0" anchor="ctr"/>
            <a:lstStyle/>
            <a:p>
              <a:endParaRPr lang="en-US"/>
            </a:p>
          </p:txBody>
        </p:sp>
        <p:sp>
          <p:nvSpPr>
            <p:cNvPr id="1418" name="Graphic 4">
              <a:extLst>
                <a:ext uri="{FF2B5EF4-FFF2-40B4-BE49-F238E27FC236}">
                  <a16:creationId xmlns:a16="http://schemas.microsoft.com/office/drawing/2014/main" id="{BFA80C96-1DB2-F640-A7D0-8ED59B2E738A}"/>
                </a:ext>
              </a:extLst>
            </p:cNvPr>
            <p:cNvSpPr/>
            <p:nvPr/>
          </p:nvSpPr>
          <p:spPr>
            <a:xfrm>
              <a:off x="9972774" y="1484438"/>
              <a:ext cx="189802" cy="197903"/>
            </a:xfrm>
            <a:custGeom>
              <a:avLst/>
              <a:gdLst>
                <a:gd name="connsiteX0" fmla="*/ 159748 w 189802"/>
                <a:gd name="connsiteY0" fmla="*/ 0 h 197903"/>
                <a:gd name="connsiteX1" fmla="*/ 30672 w 189802"/>
                <a:gd name="connsiteY1" fmla="*/ 0 h 197903"/>
                <a:gd name="connsiteX2" fmla="*/ 0 w 189802"/>
                <a:gd name="connsiteY2" fmla="*/ 30643 h 197903"/>
                <a:gd name="connsiteX3" fmla="*/ 0 w 189802"/>
                <a:gd name="connsiteY3" fmla="*/ 95121 h 197903"/>
                <a:gd name="connsiteX4" fmla="*/ 6390 w 189802"/>
                <a:gd name="connsiteY4" fmla="*/ 101505 h 197903"/>
                <a:gd name="connsiteX5" fmla="*/ 72207 w 189802"/>
                <a:gd name="connsiteY5" fmla="*/ 101505 h 197903"/>
                <a:gd name="connsiteX6" fmla="*/ 72207 w 189802"/>
                <a:gd name="connsiteY6" fmla="*/ 191519 h 197903"/>
                <a:gd name="connsiteX7" fmla="*/ 78597 w 189802"/>
                <a:gd name="connsiteY7" fmla="*/ 197903 h 197903"/>
                <a:gd name="connsiteX8" fmla="*/ 111185 w 189802"/>
                <a:gd name="connsiteY8" fmla="*/ 197903 h 197903"/>
                <a:gd name="connsiteX9" fmla="*/ 117575 w 189802"/>
                <a:gd name="connsiteY9" fmla="*/ 191519 h 197903"/>
                <a:gd name="connsiteX10" fmla="*/ 117575 w 189802"/>
                <a:gd name="connsiteY10" fmla="*/ 101505 h 197903"/>
                <a:gd name="connsiteX11" fmla="*/ 183392 w 189802"/>
                <a:gd name="connsiteY11" fmla="*/ 101505 h 197903"/>
                <a:gd name="connsiteX12" fmla="*/ 189782 w 189802"/>
                <a:gd name="connsiteY12" fmla="*/ 95121 h 197903"/>
                <a:gd name="connsiteX13" fmla="*/ 189782 w 189802"/>
                <a:gd name="connsiteY13" fmla="*/ 30643 h 197903"/>
                <a:gd name="connsiteX14" fmla="*/ 159748 w 189802"/>
                <a:gd name="connsiteY14" fmla="*/ 0 h 197903"/>
                <a:gd name="connsiteX15" fmla="*/ 104795 w 189802"/>
                <a:gd name="connsiteY15" fmla="*/ 185135 h 197903"/>
                <a:gd name="connsiteX16" fmla="*/ 84986 w 189802"/>
                <a:gd name="connsiteY16" fmla="*/ 185135 h 197903"/>
                <a:gd name="connsiteX17" fmla="*/ 84986 w 189802"/>
                <a:gd name="connsiteY17" fmla="*/ 101505 h 197903"/>
                <a:gd name="connsiteX18" fmla="*/ 104795 w 189802"/>
                <a:gd name="connsiteY18" fmla="*/ 101505 h 197903"/>
                <a:gd name="connsiteX19" fmla="*/ 104795 w 189802"/>
                <a:gd name="connsiteY19" fmla="*/ 185135 h 197903"/>
                <a:gd name="connsiteX20" fmla="*/ 177641 w 189802"/>
                <a:gd name="connsiteY20" fmla="*/ 88737 h 197903"/>
                <a:gd name="connsiteX21" fmla="*/ 13419 w 189802"/>
                <a:gd name="connsiteY21" fmla="*/ 88737 h 197903"/>
                <a:gd name="connsiteX22" fmla="*/ 13419 w 189802"/>
                <a:gd name="connsiteY22" fmla="*/ 30643 h 197903"/>
                <a:gd name="connsiteX23" fmla="*/ 31311 w 189802"/>
                <a:gd name="connsiteY23" fmla="*/ 12768 h 197903"/>
                <a:gd name="connsiteX24" fmla="*/ 160388 w 189802"/>
                <a:gd name="connsiteY24" fmla="*/ 12768 h 197903"/>
                <a:gd name="connsiteX25" fmla="*/ 178279 w 189802"/>
                <a:gd name="connsiteY25" fmla="*/ 30643 h 197903"/>
                <a:gd name="connsiteX26" fmla="*/ 177641 w 189802"/>
                <a:gd name="connsiteY26" fmla="*/ 88737 h 19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9802" h="197903">
                  <a:moveTo>
                    <a:pt x="159748" y="0"/>
                  </a:moveTo>
                  <a:lnTo>
                    <a:pt x="30672" y="0"/>
                  </a:lnTo>
                  <a:cubicBezTo>
                    <a:pt x="14058" y="0"/>
                    <a:pt x="0" y="13406"/>
                    <a:pt x="0" y="30643"/>
                  </a:cubicBezTo>
                  <a:lnTo>
                    <a:pt x="0" y="95121"/>
                  </a:lnTo>
                  <a:cubicBezTo>
                    <a:pt x="0" y="98952"/>
                    <a:pt x="2556" y="101505"/>
                    <a:pt x="6390" y="101505"/>
                  </a:cubicBezTo>
                  <a:lnTo>
                    <a:pt x="72207" y="101505"/>
                  </a:lnTo>
                  <a:lnTo>
                    <a:pt x="72207" y="191519"/>
                  </a:lnTo>
                  <a:cubicBezTo>
                    <a:pt x="72207" y="195350"/>
                    <a:pt x="74763" y="197903"/>
                    <a:pt x="78597" y="197903"/>
                  </a:cubicBezTo>
                  <a:lnTo>
                    <a:pt x="111185" y="197903"/>
                  </a:lnTo>
                  <a:cubicBezTo>
                    <a:pt x="115019" y="197903"/>
                    <a:pt x="117575" y="195350"/>
                    <a:pt x="117575" y="191519"/>
                  </a:cubicBezTo>
                  <a:lnTo>
                    <a:pt x="117575" y="101505"/>
                  </a:lnTo>
                  <a:lnTo>
                    <a:pt x="183392" y="101505"/>
                  </a:lnTo>
                  <a:cubicBezTo>
                    <a:pt x="187225" y="101505"/>
                    <a:pt x="189782" y="98952"/>
                    <a:pt x="189782" y="95121"/>
                  </a:cubicBezTo>
                  <a:lnTo>
                    <a:pt x="189782" y="30643"/>
                  </a:lnTo>
                  <a:cubicBezTo>
                    <a:pt x="190420" y="13406"/>
                    <a:pt x="176363" y="0"/>
                    <a:pt x="159748" y="0"/>
                  </a:cubicBezTo>
                  <a:close/>
                  <a:moveTo>
                    <a:pt x="104795" y="185135"/>
                  </a:moveTo>
                  <a:lnTo>
                    <a:pt x="84986" y="185135"/>
                  </a:lnTo>
                  <a:lnTo>
                    <a:pt x="84986" y="101505"/>
                  </a:lnTo>
                  <a:lnTo>
                    <a:pt x="104795" y="101505"/>
                  </a:lnTo>
                  <a:lnTo>
                    <a:pt x="104795" y="185135"/>
                  </a:lnTo>
                  <a:close/>
                  <a:moveTo>
                    <a:pt x="177641" y="88737"/>
                  </a:moveTo>
                  <a:lnTo>
                    <a:pt x="13419" y="88737"/>
                  </a:lnTo>
                  <a:lnTo>
                    <a:pt x="13419" y="30643"/>
                  </a:lnTo>
                  <a:cubicBezTo>
                    <a:pt x="13419" y="21067"/>
                    <a:pt x="21087" y="12768"/>
                    <a:pt x="31311" y="12768"/>
                  </a:cubicBezTo>
                  <a:lnTo>
                    <a:pt x="160388" y="12768"/>
                  </a:lnTo>
                  <a:cubicBezTo>
                    <a:pt x="169973" y="12768"/>
                    <a:pt x="178279" y="20429"/>
                    <a:pt x="178279" y="30643"/>
                  </a:cubicBezTo>
                  <a:lnTo>
                    <a:pt x="177641" y="88737"/>
                  </a:lnTo>
                  <a:close/>
                </a:path>
              </a:pathLst>
            </a:custGeom>
            <a:solidFill>
              <a:srgbClr val="62B5E5"/>
            </a:solidFill>
            <a:ln w="6390" cap="flat">
              <a:noFill/>
              <a:prstDash val="solid"/>
              <a:miter/>
            </a:ln>
          </p:spPr>
          <p:txBody>
            <a:bodyPr rtlCol="0" anchor="ctr"/>
            <a:lstStyle/>
            <a:p>
              <a:endParaRPr lang="en-US"/>
            </a:p>
          </p:txBody>
        </p:sp>
      </p:grpSp>
      <p:grpSp>
        <p:nvGrpSpPr>
          <p:cNvPr id="1419" name="Graphic 4">
            <a:extLst>
              <a:ext uri="{FF2B5EF4-FFF2-40B4-BE49-F238E27FC236}">
                <a16:creationId xmlns:a16="http://schemas.microsoft.com/office/drawing/2014/main" id="{058FADC9-51C0-E542-B2B6-9BD42FE754A8}"/>
              </a:ext>
            </a:extLst>
          </p:cNvPr>
          <p:cNvGrpSpPr>
            <a:grpSpLocks noChangeAspect="1"/>
          </p:cNvGrpSpPr>
          <p:nvPr/>
        </p:nvGrpSpPr>
        <p:grpSpPr>
          <a:xfrm>
            <a:off x="9887149" y="918179"/>
            <a:ext cx="362309" cy="361971"/>
            <a:chOff x="9887149" y="918179"/>
            <a:chExt cx="362309" cy="361971"/>
          </a:xfrm>
          <a:solidFill>
            <a:srgbClr val="62B5E5"/>
          </a:solidFill>
        </p:grpSpPr>
        <p:sp>
          <p:nvSpPr>
            <p:cNvPr id="1420" name="Graphic 4">
              <a:extLst>
                <a:ext uri="{FF2B5EF4-FFF2-40B4-BE49-F238E27FC236}">
                  <a16:creationId xmlns:a16="http://schemas.microsoft.com/office/drawing/2014/main" id="{86E352A9-C02B-CC40-BCDA-92511603B952}"/>
                </a:ext>
              </a:extLst>
            </p:cNvPr>
            <p:cNvSpPr/>
            <p:nvPr/>
          </p:nvSpPr>
          <p:spPr>
            <a:xfrm>
              <a:off x="9887149" y="918179"/>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09" y="280895"/>
                    <a:pt x="362309" y="181305"/>
                  </a:cubicBezTo>
                  <a:cubicBezTo>
                    <a:pt x="362309"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1474" y="12768"/>
                  </a:cubicBezTo>
                  <a:cubicBezTo>
                    <a:pt x="274128" y="12768"/>
                    <a:pt x="349529" y="88099"/>
                    <a:pt x="349529" y="180667"/>
                  </a:cubicBezTo>
                  <a:cubicBezTo>
                    <a:pt x="349529" y="273873"/>
                    <a:pt x="274128" y="349204"/>
                    <a:pt x="180835" y="349204"/>
                  </a:cubicBezTo>
                  <a:close/>
                </a:path>
              </a:pathLst>
            </a:custGeom>
            <a:solidFill>
              <a:srgbClr val="62B5E5"/>
            </a:solidFill>
            <a:ln w="6390" cap="flat">
              <a:noFill/>
              <a:prstDash val="solid"/>
              <a:miter/>
            </a:ln>
          </p:spPr>
          <p:txBody>
            <a:bodyPr rtlCol="0" anchor="ctr"/>
            <a:lstStyle/>
            <a:p>
              <a:endParaRPr lang="en-US"/>
            </a:p>
          </p:txBody>
        </p:sp>
        <p:sp>
          <p:nvSpPr>
            <p:cNvPr id="1421" name="Graphic 4">
              <a:extLst>
                <a:ext uri="{FF2B5EF4-FFF2-40B4-BE49-F238E27FC236}">
                  <a16:creationId xmlns:a16="http://schemas.microsoft.com/office/drawing/2014/main" id="{456A2DDC-C30A-304B-9AD8-FF9F25595CC3}"/>
                </a:ext>
              </a:extLst>
            </p:cNvPr>
            <p:cNvSpPr/>
            <p:nvPr/>
          </p:nvSpPr>
          <p:spPr>
            <a:xfrm>
              <a:off x="9975969" y="983295"/>
              <a:ext cx="184669" cy="231738"/>
            </a:xfrm>
            <a:custGeom>
              <a:avLst/>
              <a:gdLst>
                <a:gd name="connsiteX0" fmla="*/ 154637 w 184669"/>
                <a:gd name="connsiteY0" fmla="*/ 38942 h 231738"/>
                <a:gd name="connsiteX1" fmla="*/ 83069 w 184669"/>
                <a:gd name="connsiteY1" fmla="*/ 38942 h 231738"/>
                <a:gd name="connsiteX2" fmla="*/ 83069 w 184669"/>
                <a:gd name="connsiteY2" fmla="*/ 12768 h 231738"/>
                <a:gd name="connsiteX3" fmla="*/ 92015 w 184669"/>
                <a:gd name="connsiteY3" fmla="*/ 12768 h 231738"/>
                <a:gd name="connsiteX4" fmla="*/ 98405 w 184669"/>
                <a:gd name="connsiteY4" fmla="*/ 6384 h 231738"/>
                <a:gd name="connsiteX5" fmla="*/ 92015 w 184669"/>
                <a:gd name="connsiteY5" fmla="*/ 0 h 231738"/>
                <a:gd name="connsiteX6" fmla="*/ 76679 w 184669"/>
                <a:gd name="connsiteY6" fmla="*/ 0 h 231738"/>
                <a:gd name="connsiteX7" fmla="*/ 70289 w 184669"/>
                <a:gd name="connsiteY7" fmla="*/ 6384 h 231738"/>
                <a:gd name="connsiteX8" fmla="*/ 70289 w 184669"/>
                <a:gd name="connsiteY8" fmla="*/ 38942 h 231738"/>
                <a:gd name="connsiteX9" fmla="*/ 30033 w 184669"/>
                <a:gd name="connsiteY9" fmla="*/ 38942 h 231738"/>
                <a:gd name="connsiteX10" fmla="*/ 0 w 184669"/>
                <a:gd name="connsiteY10" fmla="*/ 68947 h 231738"/>
                <a:gd name="connsiteX11" fmla="*/ 0 w 184669"/>
                <a:gd name="connsiteY11" fmla="*/ 131510 h 231738"/>
                <a:gd name="connsiteX12" fmla="*/ 6390 w 184669"/>
                <a:gd name="connsiteY12" fmla="*/ 137894 h 231738"/>
                <a:gd name="connsiteX13" fmla="*/ 70289 w 184669"/>
                <a:gd name="connsiteY13" fmla="*/ 137894 h 231738"/>
                <a:gd name="connsiteX14" fmla="*/ 70289 w 184669"/>
                <a:gd name="connsiteY14" fmla="*/ 225355 h 231738"/>
                <a:gd name="connsiteX15" fmla="*/ 76679 w 184669"/>
                <a:gd name="connsiteY15" fmla="*/ 231739 h 231738"/>
                <a:gd name="connsiteX16" fmla="*/ 107990 w 184669"/>
                <a:gd name="connsiteY16" fmla="*/ 231739 h 231738"/>
                <a:gd name="connsiteX17" fmla="*/ 114380 w 184669"/>
                <a:gd name="connsiteY17" fmla="*/ 225355 h 231738"/>
                <a:gd name="connsiteX18" fmla="*/ 114380 w 184669"/>
                <a:gd name="connsiteY18" fmla="*/ 137894 h 231738"/>
                <a:gd name="connsiteX19" fmla="*/ 178279 w 184669"/>
                <a:gd name="connsiteY19" fmla="*/ 137894 h 231738"/>
                <a:gd name="connsiteX20" fmla="*/ 184669 w 184669"/>
                <a:gd name="connsiteY20" fmla="*/ 131510 h 231738"/>
                <a:gd name="connsiteX21" fmla="*/ 184669 w 184669"/>
                <a:gd name="connsiteY21" fmla="*/ 68947 h 231738"/>
                <a:gd name="connsiteX22" fmla="*/ 154637 w 184669"/>
                <a:gd name="connsiteY22" fmla="*/ 38942 h 231738"/>
                <a:gd name="connsiteX23" fmla="*/ 101600 w 184669"/>
                <a:gd name="connsiteY23" fmla="*/ 218971 h 231738"/>
                <a:gd name="connsiteX24" fmla="*/ 83069 w 184669"/>
                <a:gd name="connsiteY24" fmla="*/ 218971 h 231738"/>
                <a:gd name="connsiteX25" fmla="*/ 83069 w 184669"/>
                <a:gd name="connsiteY25" fmla="*/ 137894 h 231738"/>
                <a:gd name="connsiteX26" fmla="*/ 101600 w 184669"/>
                <a:gd name="connsiteY26" fmla="*/ 137894 h 231738"/>
                <a:gd name="connsiteX27" fmla="*/ 101600 w 184669"/>
                <a:gd name="connsiteY27" fmla="*/ 218971 h 231738"/>
                <a:gd name="connsiteX28" fmla="*/ 171889 w 184669"/>
                <a:gd name="connsiteY28" fmla="*/ 125126 h 231738"/>
                <a:gd name="connsiteX29" fmla="*/ 12780 w 184669"/>
                <a:gd name="connsiteY29" fmla="*/ 125126 h 231738"/>
                <a:gd name="connsiteX30" fmla="*/ 12780 w 184669"/>
                <a:gd name="connsiteY30" fmla="*/ 68947 h 231738"/>
                <a:gd name="connsiteX31" fmla="*/ 30033 w 184669"/>
                <a:gd name="connsiteY31" fmla="*/ 51710 h 231738"/>
                <a:gd name="connsiteX32" fmla="*/ 70289 w 184669"/>
                <a:gd name="connsiteY32" fmla="*/ 51710 h 231738"/>
                <a:gd name="connsiteX33" fmla="*/ 70289 w 184669"/>
                <a:gd name="connsiteY33" fmla="*/ 68947 h 231738"/>
                <a:gd name="connsiteX34" fmla="*/ 76679 w 184669"/>
                <a:gd name="connsiteY34" fmla="*/ 75331 h 231738"/>
                <a:gd name="connsiteX35" fmla="*/ 83069 w 184669"/>
                <a:gd name="connsiteY35" fmla="*/ 68947 h 231738"/>
                <a:gd name="connsiteX36" fmla="*/ 83069 w 184669"/>
                <a:gd name="connsiteY36" fmla="*/ 51710 h 231738"/>
                <a:gd name="connsiteX37" fmla="*/ 154637 w 184669"/>
                <a:gd name="connsiteY37" fmla="*/ 51710 h 231738"/>
                <a:gd name="connsiteX38" fmla="*/ 171889 w 184669"/>
                <a:gd name="connsiteY38" fmla="*/ 68947 h 231738"/>
                <a:gd name="connsiteX39" fmla="*/ 171889 w 184669"/>
                <a:gd name="connsiteY39" fmla="*/ 125126 h 231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84669" h="231738">
                  <a:moveTo>
                    <a:pt x="154637" y="38942"/>
                  </a:moveTo>
                  <a:lnTo>
                    <a:pt x="83069" y="38942"/>
                  </a:lnTo>
                  <a:lnTo>
                    <a:pt x="83069" y="12768"/>
                  </a:lnTo>
                  <a:lnTo>
                    <a:pt x="92015" y="12768"/>
                  </a:lnTo>
                  <a:cubicBezTo>
                    <a:pt x="95849" y="12768"/>
                    <a:pt x="98405" y="10214"/>
                    <a:pt x="98405" y="6384"/>
                  </a:cubicBezTo>
                  <a:cubicBezTo>
                    <a:pt x="98405" y="2554"/>
                    <a:pt x="95849" y="0"/>
                    <a:pt x="92015" y="0"/>
                  </a:cubicBezTo>
                  <a:lnTo>
                    <a:pt x="76679" y="0"/>
                  </a:lnTo>
                  <a:cubicBezTo>
                    <a:pt x="72845" y="0"/>
                    <a:pt x="70289" y="2554"/>
                    <a:pt x="70289" y="6384"/>
                  </a:cubicBezTo>
                  <a:lnTo>
                    <a:pt x="70289" y="38942"/>
                  </a:lnTo>
                  <a:lnTo>
                    <a:pt x="30033" y="38942"/>
                  </a:lnTo>
                  <a:cubicBezTo>
                    <a:pt x="13419" y="38942"/>
                    <a:pt x="0" y="52349"/>
                    <a:pt x="0" y="68947"/>
                  </a:cubicBezTo>
                  <a:lnTo>
                    <a:pt x="0" y="131510"/>
                  </a:lnTo>
                  <a:cubicBezTo>
                    <a:pt x="0" y="135341"/>
                    <a:pt x="2556" y="137894"/>
                    <a:pt x="6390" y="137894"/>
                  </a:cubicBezTo>
                  <a:lnTo>
                    <a:pt x="70289" y="137894"/>
                  </a:lnTo>
                  <a:lnTo>
                    <a:pt x="70289" y="225355"/>
                  </a:lnTo>
                  <a:cubicBezTo>
                    <a:pt x="70289" y="229185"/>
                    <a:pt x="72845" y="231739"/>
                    <a:pt x="76679" y="231739"/>
                  </a:cubicBezTo>
                  <a:lnTo>
                    <a:pt x="107990" y="231739"/>
                  </a:lnTo>
                  <a:cubicBezTo>
                    <a:pt x="111824" y="231739"/>
                    <a:pt x="114380" y="229185"/>
                    <a:pt x="114380" y="225355"/>
                  </a:cubicBezTo>
                  <a:lnTo>
                    <a:pt x="114380" y="137894"/>
                  </a:lnTo>
                  <a:lnTo>
                    <a:pt x="178279" y="137894"/>
                  </a:lnTo>
                  <a:cubicBezTo>
                    <a:pt x="182113" y="137894"/>
                    <a:pt x="184669" y="135341"/>
                    <a:pt x="184669" y="131510"/>
                  </a:cubicBezTo>
                  <a:lnTo>
                    <a:pt x="184669" y="68947"/>
                  </a:lnTo>
                  <a:cubicBezTo>
                    <a:pt x="184031" y="52349"/>
                    <a:pt x="171251" y="38942"/>
                    <a:pt x="154637" y="38942"/>
                  </a:cubicBezTo>
                  <a:close/>
                  <a:moveTo>
                    <a:pt x="101600" y="218971"/>
                  </a:moveTo>
                  <a:lnTo>
                    <a:pt x="83069" y="218971"/>
                  </a:lnTo>
                  <a:lnTo>
                    <a:pt x="83069" y="137894"/>
                  </a:lnTo>
                  <a:lnTo>
                    <a:pt x="101600" y="137894"/>
                  </a:lnTo>
                  <a:lnTo>
                    <a:pt x="101600" y="218971"/>
                  </a:lnTo>
                  <a:close/>
                  <a:moveTo>
                    <a:pt x="171889" y="125126"/>
                  </a:moveTo>
                  <a:lnTo>
                    <a:pt x="12780" y="125126"/>
                  </a:lnTo>
                  <a:lnTo>
                    <a:pt x="12780" y="68947"/>
                  </a:lnTo>
                  <a:cubicBezTo>
                    <a:pt x="12780" y="59371"/>
                    <a:pt x="20448" y="51710"/>
                    <a:pt x="30033" y="51710"/>
                  </a:cubicBezTo>
                  <a:lnTo>
                    <a:pt x="70289" y="51710"/>
                  </a:lnTo>
                  <a:lnTo>
                    <a:pt x="70289" y="68947"/>
                  </a:lnTo>
                  <a:cubicBezTo>
                    <a:pt x="70289" y="72777"/>
                    <a:pt x="72845" y="75331"/>
                    <a:pt x="76679" y="75331"/>
                  </a:cubicBezTo>
                  <a:cubicBezTo>
                    <a:pt x="80514" y="75331"/>
                    <a:pt x="83069" y="72777"/>
                    <a:pt x="83069" y="68947"/>
                  </a:cubicBezTo>
                  <a:lnTo>
                    <a:pt x="83069" y="51710"/>
                  </a:lnTo>
                  <a:lnTo>
                    <a:pt x="154637" y="51710"/>
                  </a:lnTo>
                  <a:cubicBezTo>
                    <a:pt x="164222" y="51710"/>
                    <a:pt x="171889" y="59371"/>
                    <a:pt x="171889" y="68947"/>
                  </a:cubicBezTo>
                  <a:lnTo>
                    <a:pt x="171889" y="125126"/>
                  </a:lnTo>
                  <a:close/>
                </a:path>
              </a:pathLst>
            </a:custGeom>
            <a:solidFill>
              <a:srgbClr val="62B5E5"/>
            </a:solidFill>
            <a:ln w="6390" cap="flat">
              <a:noFill/>
              <a:prstDash val="solid"/>
              <a:miter/>
            </a:ln>
          </p:spPr>
          <p:txBody>
            <a:bodyPr rtlCol="0" anchor="ctr"/>
            <a:lstStyle/>
            <a:p>
              <a:endParaRPr lang="en-US"/>
            </a:p>
          </p:txBody>
        </p:sp>
      </p:grpSp>
      <p:grpSp>
        <p:nvGrpSpPr>
          <p:cNvPr id="1422" name="Graphic 4">
            <a:extLst>
              <a:ext uri="{FF2B5EF4-FFF2-40B4-BE49-F238E27FC236}">
                <a16:creationId xmlns:a16="http://schemas.microsoft.com/office/drawing/2014/main" id="{C9DE8D9D-6CBD-DB47-AC78-A10FBCABA1AF}"/>
              </a:ext>
            </a:extLst>
          </p:cNvPr>
          <p:cNvGrpSpPr>
            <a:grpSpLocks noChangeAspect="1"/>
          </p:cNvGrpSpPr>
          <p:nvPr/>
        </p:nvGrpSpPr>
        <p:grpSpPr>
          <a:xfrm>
            <a:off x="10325499" y="1402723"/>
            <a:ext cx="361670" cy="361971"/>
            <a:chOff x="10325499" y="1402723"/>
            <a:chExt cx="361670" cy="361971"/>
          </a:xfrm>
          <a:solidFill>
            <a:srgbClr val="62B5E5"/>
          </a:solidFill>
        </p:grpSpPr>
        <p:sp>
          <p:nvSpPr>
            <p:cNvPr id="1423" name="Graphic 4">
              <a:extLst>
                <a:ext uri="{FF2B5EF4-FFF2-40B4-BE49-F238E27FC236}">
                  <a16:creationId xmlns:a16="http://schemas.microsoft.com/office/drawing/2014/main" id="{75341F2B-0F0B-F748-9ADE-A2BD43676E6E}"/>
                </a:ext>
              </a:extLst>
            </p:cNvPr>
            <p:cNvSpPr/>
            <p:nvPr/>
          </p:nvSpPr>
          <p:spPr>
            <a:xfrm>
              <a:off x="10325499" y="1402723"/>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75406 w 361670"/>
                <a:gd name="connsiteY7" fmla="*/ 176836 h 361971"/>
                <a:gd name="connsiteX8" fmla="*/ 269016 w 361670"/>
                <a:gd name="connsiteY8" fmla="*/ 183220 h 361971"/>
                <a:gd name="connsiteX9" fmla="*/ 203200 w 361670"/>
                <a:gd name="connsiteY9" fmla="*/ 183220 h 361971"/>
                <a:gd name="connsiteX10" fmla="*/ 203200 w 361670"/>
                <a:gd name="connsiteY10" fmla="*/ 273234 h 361971"/>
                <a:gd name="connsiteX11" fmla="*/ 196810 w 361670"/>
                <a:gd name="connsiteY11" fmla="*/ 279618 h 361971"/>
                <a:gd name="connsiteX12" fmla="*/ 164860 w 361670"/>
                <a:gd name="connsiteY12" fmla="*/ 279618 h 361971"/>
                <a:gd name="connsiteX13" fmla="*/ 158470 w 361670"/>
                <a:gd name="connsiteY13" fmla="*/ 273234 h 361971"/>
                <a:gd name="connsiteX14" fmla="*/ 158470 w 361670"/>
                <a:gd name="connsiteY14" fmla="*/ 183220 h 361971"/>
                <a:gd name="connsiteX15" fmla="*/ 92654 w 361670"/>
                <a:gd name="connsiteY15" fmla="*/ 183220 h 361971"/>
                <a:gd name="connsiteX16" fmla="*/ 86264 w 361670"/>
                <a:gd name="connsiteY16" fmla="*/ 176836 h 361971"/>
                <a:gd name="connsiteX17" fmla="*/ 86264 w 361670"/>
                <a:gd name="connsiteY17" fmla="*/ 112358 h 361971"/>
                <a:gd name="connsiteX18" fmla="*/ 116935 w 361670"/>
                <a:gd name="connsiteY18" fmla="*/ 81715 h 361971"/>
                <a:gd name="connsiteX19" fmla="*/ 246013 w 361670"/>
                <a:gd name="connsiteY19" fmla="*/ 81715 h 361971"/>
                <a:gd name="connsiteX20" fmla="*/ 276684 w 361670"/>
                <a:gd name="connsiteY20" fmla="*/ 112358 h 361971"/>
                <a:gd name="connsiteX21" fmla="*/ 275406 w 361670"/>
                <a:gd name="connsiteY21" fmla="*/ 17683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1670"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1670" y="80438"/>
                    <a:pt x="280518" y="0"/>
                    <a:pt x="180835" y="0"/>
                  </a:cubicBezTo>
                  <a:cubicBezTo>
                    <a:pt x="180835" y="0"/>
                    <a:pt x="180835" y="0"/>
                    <a:pt x="180835" y="0"/>
                  </a:cubicBezTo>
                  <a:close/>
                  <a:moveTo>
                    <a:pt x="275406" y="176836"/>
                  </a:moveTo>
                  <a:cubicBezTo>
                    <a:pt x="275406" y="180667"/>
                    <a:pt x="272850" y="183220"/>
                    <a:pt x="269016" y="183220"/>
                  </a:cubicBezTo>
                  <a:lnTo>
                    <a:pt x="203200" y="183220"/>
                  </a:lnTo>
                  <a:lnTo>
                    <a:pt x="203200" y="273234"/>
                  </a:lnTo>
                  <a:cubicBezTo>
                    <a:pt x="203200" y="277065"/>
                    <a:pt x="200644" y="279618"/>
                    <a:pt x="196810" y="279618"/>
                  </a:cubicBezTo>
                  <a:lnTo>
                    <a:pt x="164860" y="279618"/>
                  </a:lnTo>
                  <a:cubicBezTo>
                    <a:pt x="161026" y="279618"/>
                    <a:pt x="158470" y="277065"/>
                    <a:pt x="158470" y="273234"/>
                  </a:cubicBezTo>
                  <a:lnTo>
                    <a:pt x="158470" y="183220"/>
                  </a:lnTo>
                  <a:lnTo>
                    <a:pt x="92654" y="183220"/>
                  </a:lnTo>
                  <a:cubicBezTo>
                    <a:pt x="88820" y="183220"/>
                    <a:pt x="86264" y="180667"/>
                    <a:pt x="86264" y="176836"/>
                  </a:cubicBezTo>
                  <a:lnTo>
                    <a:pt x="86264" y="112358"/>
                  </a:lnTo>
                  <a:cubicBezTo>
                    <a:pt x="86264" y="95760"/>
                    <a:pt x="99683" y="81715"/>
                    <a:pt x="116935" y="81715"/>
                  </a:cubicBezTo>
                  <a:lnTo>
                    <a:pt x="246013" y="81715"/>
                  </a:lnTo>
                  <a:cubicBezTo>
                    <a:pt x="262626" y="81715"/>
                    <a:pt x="276684" y="95121"/>
                    <a:pt x="276684" y="112358"/>
                  </a:cubicBezTo>
                  <a:lnTo>
                    <a:pt x="275406" y="176836"/>
                  </a:lnTo>
                  <a:close/>
                </a:path>
              </a:pathLst>
            </a:custGeom>
            <a:solidFill>
              <a:srgbClr val="62B5E5"/>
            </a:solidFill>
            <a:ln w="6390" cap="flat">
              <a:noFill/>
              <a:prstDash val="solid"/>
              <a:miter/>
            </a:ln>
          </p:spPr>
          <p:txBody>
            <a:bodyPr rtlCol="0" anchor="ctr"/>
            <a:lstStyle/>
            <a:p>
              <a:endParaRPr lang="en-US"/>
            </a:p>
          </p:txBody>
        </p:sp>
        <p:sp>
          <p:nvSpPr>
            <p:cNvPr id="1424" name="Graphic 4">
              <a:extLst>
                <a:ext uri="{FF2B5EF4-FFF2-40B4-BE49-F238E27FC236}">
                  <a16:creationId xmlns:a16="http://schemas.microsoft.com/office/drawing/2014/main" id="{DB88EC80-193A-4341-9D07-99F1D12A4D9C}"/>
                </a:ext>
              </a:extLst>
            </p:cNvPr>
            <p:cNvSpPr/>
            <p:nvPr/>
          </p:nvSpPr>
          <p:spPr>
            <a:xfrm>
              <a:off x="10423265" y="1497206"/>
              <a:ext cx="164259" cy="75969"/>
            </a:xfrm>
            <a:custGeom>
              <a:avLst/>
              <a:gdLst>
                <a:gd name="connsiteX0" fmla="*/ 146969 w 164259"/>
                <a:gd name="connsiteY0" fmla="*/ 0 h 75969"/>
                <a:gd name="connsiteX1" fmla="*/ 17892 w 164259"/>
                <a:gd name="connsiteY1" fmla="*/ 0 h 75969"/>
                <a:gd name="connsiteX2" fmla="*/ 0 w 164259"/>
                <a:gd name="connsiteY2" fmla="*/ 17875 h 75969"/>
                <a:gd name="connsiteX3" fmla="*/ 0 w 164259"/>
                <a:gd name="connsiteY3" fmla="*/ 75969 h 75969"/>
                <a:gd name="connsiteX4" fmla="*/ 164222 w 164259"/>
                <a:gd name="connsiteY4" fmla="*/ 75969 h 75969"/>
                <a:gd name="connsiteX5" fmla="*/ 164222 w 164259"/>
                <a:gd name="connsiteY5" fmla="*/ 17875 h 75969"/>
                <a:gd name="connsiteX6" fmla="*/ 146969 w 164259"/>
                <a:gd name="connsiteY6" fmla="*/ 0 h 75969"/>
                <a:gd name="connsiteX7" fmla="*/ 137384 w 164259"/>
                <a:gd name="connsiteY7" fmla="*/ 42134 h 75969"/>
                <a:gd name="connsiteX8" fmla="*/ 130994 w 164259"/>
                <a:gd name="connsiteY8" fmla="*/ 48518 h 75969"/>
                <a:gd name="connsiteX9" fmla="*/ 124604 w 164259"/>
                <a:gd name="connsiteY9" fmla="*/ 42134 h 75969"/>
                <a:gd name="connsiteX10" fmla="*/ 124604 w 164259"/>
                <a:gd name="connsiteY10" fmla="*/ 32558 h 75969"/>
                <a:gd name="connsiteX11" fmla="*/ 66456 w 164259"/>
                <a:gd name="connsiteY11" fmla="*/ 32558 h 75969"/>
                <a:gd name="connsiteX12" fmla="*/ 60066 w 164259"/>
                <a:gd name="connsiteY12" fmla="*/ 26174 h 75969"/>
                <a:gd name="connsiteX13" fmla="*/ 66456 w 164259"/>
                <a:gd name="connsiteY13" fmla="*/ 19790 h 75969"/>
                <a:gd name="connsiteX14" fmla="*/ 130994 w 164259"/>
                <a:gd name="connsiteY14" fmla="*/ 19790 h 75969"/>
                <a:gd name="connsiteX15" fmla="*/ 137384 w 164259"/>
                <a:gd name="connsiteY15" fmla="*/ 26174 h 75969"/>
                <a:gd name="connsiteX16" fmla="*/ 137384 w 164259"/>
                <a:gd name="connsiteY16" fmla="*/ 42134 h 7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4259" h="75969">
                  <a:moveTo>
                    <a:pt x="146969" y="0"/>
                  </a:moveTo>
                  <a:lnTo>
                    <a:pt x="17892" y="0"/>
                  </a:lnTo>
                  <a:cubicBezTo>
                    <a:pt x="8307" y="0"/>
                    <a:pt x="0" y="7661"/>
                    <a:pt x="0" y="17875"/>
                  </a:cubicBezTo>
                  <a:lnTo>
                    <a:pt x="0" y="75969"/>
                  </a:lnTo>
                  <a:lnTo>
                    <a:pt x="164222" y="75969"/>
                  </a:lnTo>
                  <a:lnTo>
                    <a:pt x="164222" y="17875"/>
                  </a:lnTo>
                  <a:cubicBezTo>
                    <a:pt x="164861" y="7661"/>
                    <a:pt x="157193" y="0"/>
                    <a:pt x="146969" y="0"/>
                  </a:cubicBezTo>
                  <a:close/>
                  <a:moveTo>
                    <a:pt x="137384" y="42134"/>
                  </a:moveTo>
                  <a:cubicBezTo>
                    <a:pt x="137384" y="45965"/>
                    <a:pt x="134828" y="48518"/>
                    <a:pt x="130994" y="48518"/>
                  </a:cubicBezTo>
                  <a:cubicBezTo>
                    <a:pt x="127160" y="48518"/>
                    <a:pt x="124604" y="45965"/>
                    <a:pt x="124604" y="42134"/>
                  </a:cubicBezTo>
                  <a:lnTo>
                    <a:pt x="124604" y="32558"/>
                  </a:lnTo>
                  <a:lnTo>
                    <a:pt x="66456" y="32558"/>
                  </a:lnTo>
                  <a:cubicBezTo>
                    <a:pt x="62622" y="32558"/>
                    <a:pt x="60066" y="30005"/>
                    <a:pt x="60066" y="26174"/>
                  </a:cubicBezTo>
                  <a:cubicBezTo>
                    <a:pt x="60066" y="22344"/>
                    <a:pt x="62622" y="19790"/>
                    <a:pt x="66456" y="19790"/>
                  </a:cubicBezTo>
                  <a:lnTo>
                    <a:pt x="130994" y="19790"/>
                  </a:lnTo>
                  <a:cubicBezTo>
                    <a:pt x="134828" y="19790"/>
                    <a:pt x="137384" y="22344"/>
                    <a:pt x="137384" y="26174"/>
                  </a:cubicBezTo>
                  <a:lnTo>
                    <a:pt x="137384" y="42134"/>
                  </a:lnTo>
                  <a:close/>
                </a:path>
              </a:pathLst>
            </a:custGeom>
            <a:solidFill>
              <a:srgbClr val="62B5E5"/>
            </a:solidFill>
            <a:ln w="6390" cap="flat">
              <a:noFill/>
              <a:prstDash val="solid"/>
              <a:miter/>
            </a:ln>
          </p:spPr>
          <p:txBody>
            <a:bodyPr rtlCol="0" anchor="ctr"/>
            <a:lstStyle/>
            <a:p>
              <a:endParaRPr lang="en-US"/>
            </a:p>
          </p:txBody>
        </p:sp>
        <p:sp>
          <p:nvSpPr>
            <p:cNvPr id="1425" name="Graphic 4">
              <a:extLst>
                <a:ext uri="{FF2B5EF4-FFF2-40B4-BE49-F238E27FC236}">
                  <a16:creationId xmlns:a16="http://schemas.microsoft.com/office/drawing/2014/main" id="{8FA19861-89E7-8C4F-AD3E-D6155881053E}"/>
                </a:ext>
              </a:extLst>
            </p:cNvPr>
            <p:cNvSpPr/>
            <p:nvPr/>
          </p:nvSpPr>
          <p:spPr>
            <a:xfrm>
              <a:off x="10496110" y="1585943"/>
              <a:ext cx="19169" cy="83630"/>
            </a:xfrm>
            <a:custGeom>
              <a:avLst/>
              <a:gdLst>
                <a:gd name="connsiteX0" fmla="*/ 0 w 19169"/>
                <a:gd name="connsiteY0" fmla="*/ 0 h 83630"/>
                <a:gd name="connsiteX1" fmla="*/ 19170 w 19169"/>
                <a:gd name="connsiteY1" fmla="*/ 0 h 83630"/>
                <a:gd name="connsiteX2" fmla="*/ 19170 w 19169"/>
                <a:gd name="connsiteY2" fmla="*/ 83630 h 83630"/>
                <a:gd name="connsiteX3" fmla="*/ 0 w 19169"/>
                <a:gd name="connsiteY3" fmla="*/ 83630 h 83630"/>
              </a:gdLst>
              <a:ahLst/>
              <a:cxnLst>
                <a:cxn ang="0">
                  <a:pos x="connsiteX0" y="connsiteY0"/>
                </a:cxn>
                <a:cxn ang="0">
                  <a:pos x="connsiteX1" y="connsiteY1"/>
                </a:cxn>
                <a:cxn ang="0">
                  <a:pos x="connsiteX2" y="connsiteY2"/>
                </a:cxn>
                <a:cxn ang="0">
                  <a:pos x="connsiteX3" y="connsiteY3"/>
                </a:cxn>
              </a:cxnLst>
              <a:rect l="l" t="t" r="r" b="b"/>
              <a:pathLst>
                <a:path w="19169" h="83630">
                  <a:moveTo>
                    <a:pt x="0" y="0"/>
                  </a:moveTo>
                  <a:lnTo>
                    <a:pt x="19170" y="0"/>
                  </a:lnTo>
                  <a:lnTo>
                    <a:pt x="19170" y="83630"/>
                  </a:lnTo>
                  <a:lnTo>
                    <a:pt x="0" y="83630"/>
                  </a:lnTo>
                  <a:close/>
                </a:path>
              </a:pathLst>
            </a:custGeom>
            <a:solidFill>
              <a:srgbClr val="62B5E5"/>
            </a:solidFill>
            <a:ln w="6390" cap="flat">
              <a:noFill/>
              <a:prstDash val="solid"/>
              <a:miter/>
            </a:ln>
          </p:spPr>
          <p:txBody>
            <a:bodyPr rtlCol="0" anchor="ctr"/>
            <a:lstStyle/>
            <a:p>
              <a:endParaRPr lang="en-US"/>
            </a:p>
          </p:txBody>
        </p:sp>
      </p:grpSp>
      <p:grpSp>
        <p:nvGrpSpPr>
          <p:cNvPr id="1426" name="Graphic 4">
            <a:extLst>
              <a:ext uri="{FF2B5EF4-FFF2-40B4-BE49-F238E27FC236}">
                <a16:creationId xmlns:a16="http://schemas.microsoft.com/office/drawing/2014/main" id="{7B67B67F-5D48-7943-9BE6-CE53D61320A1}"/>
              </a:ext>
            </a:extLst>
          </p:cNvPr>
          <p:cNvGrpSpPr>
            <a:grpSpLocks noChangeAspect="1"/>
          </p:cNvGrpSpPr>
          <p:nvPr/>
        </p:nvGrpSpPr>
        <p:grpSpPr>
          <a:xfrm>
            <a:off x="10325499" y="918179"/>
            <a:ext cx="361670" cy="361971"/>
            <a:chOff x="10325499" y="918179"/>
            <a:chExt cx="361670" cy="361971"/>
          </a:xfrm>
          <a:solidFill>
            <a:srgbClr val="62B5E5"/>
          </a:solidFill>
        </p:grpSpPr>
        <p:sp>
          <p:nvSpPr>
            <p:cNvPr id="1427" name="Graphic 4">
              <a:extLst>
                <a:ext uri="{FF2B5EF4-FFF2-40B4-BE49-F238E27FC236}">
                  <a16:creationId xmlns:a16="http://schemas.microsoft.com/office/drawing/2014/main" id="{79D1F333-25AE-BE4D-B336-9F01C2799C22}"/>
                </a:ext>
              </a:extLst>
            </p:cNvPr>
            <p:cNvSpPr/>
            <p:nvPr/>
          </p:nvSpPr>
          <p:spPr>
            <a:xfrm>
              <a:off x="10426460" y="1035006"/>
              <a:ext cx="159748" cy="73415"/>
            </a:xfrm>
            <a:custGeom>
              <a:avLst/>
              <a:gdLst>
                <a:gd name="connsiteX0" fmla="*/ 142496 w 159748"/>
                <a:gd name="connsiteY0" fmla="*/ 0 h 73415"/>
                <a:gd name="connsiteX1" fmla="*/ 70289 w 159748"/>
                <a:gd name="connsiteY1" fmla="*/ 0 h 73415"/>
                <a:gd name="connsiteX2" fmla="*/ 70289 w 159748"/>
                <a:gd name="connsiteY2" fmla="*/ 17237 h 73415"/>
                <a:gd name="connsiteX3" fmla="*/ 63899 w 159748"/>
                <a:gd name="connsiteY3" fmla="*/ 23621 h 73415"/>
                <a:gd name="connsiteX4" fmla="*/ 57509 w 159748"/>
                <a:gd name="connsiteY4" fmla="*/ 17237 h 73415"/>
                <a:gd name="connsiteX5" fmla="*/ 57509 w 159748"/>
                <a:gd name="connsiteY5" fmla="*/ 0 h 73415"/>
                <a:gd name="connsiteX6" fmla="*/ 17253 w 159748"/>
                <a:gd name="connsiteY6" fmla="*/ 0 h 73415"/>
                <a:gd name="connsiteX7" fmla="*/ 0 w 159748"/>
                <a:gd name="connsiteY7" fmla="*/ 17237 h 73415"/>
                <a:gd name="connsiteX8" fmla="*/ 0 w 159748"/>
                <a:gd name="connsiteY8" fmla="*/ 73416 h 73415"/>
                <a:gd name="connsiteX9" fmla="*/ 159748 w 159748"/>
                <a:gd name="connsiteY9" fmla="*/ 73416 h 73415"/>
                <a:gd name="connsiteX10" fmla="*/ 159748 w 159748"/>
                <a:gd name="connsiteY10" fmla="*/ 17237 h 73415"/>
                <a:gd name="connsiteX11" fmla="*/ 142496 w 159748"/>
                <a:gd name="connsiteY11" fmla="*/ 0 h 73415"/>
                <a:gd name="connsiteX12" fmla="*/ 142496 w 159748"/>
                <a:gd name="connsiteY12" fmla="*/ 0 h 7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9748" h="73415">
                  <a:moveTo>
                    <a:pt x="142496" y="0"/>
                  </a:moveTo>
                  <a:lnTo>
                    <a:pt x="70289" y="0"/>
                  </a:lnTo>
                  <a:lnTo>
                    <a:pt x="70289" y="17237"/>
                  </a:lnTo>
                  <a:cubicBezTo>
                    <a:pt x="70289" y="21067"/>
                    <a:pt x="67734" y="23621"/>
                    <a:pt x="63899" y="23621"/>
                  </a:cubicBezTo>
                  <a:cubicBezTo>
                    <a:pt x="60066" y="23621"/>
                    <a:pt x="57509" y="21067"/>
                    <a:pt x="57509" y="17237"/>
                  </a:cubicBezTo>
                  <a:lnTo>
                    <a:pt x="57509" y="0"/>
                  </a:lnTo>
                  <a:lnTo>
                    <a:pt x="17253" y="0"/>
                  </a:lnTo>
                  <a:cubicBezTo>
                    <a:pt x="7668" y="0"/>
                    <a:pt x="0" y="7661"/>
                    <a:pt x="0" y="17237"/>
                  </a:cubicBezTo>
                  <a:lnTo>
                    <a:pt x="0" y="73416"/>
                  </a:lnTo>
                  <a:lnTo>
                    <a:pt x="159748" y="73416"/>
                  </a:lnTo>
                  <a:lnTo>
                    <a:pt x="159748" y="17237"/>
                  </a:lnTo>
                  <a:cubicBezTo>
                    <a:pt x="159748" y="7661"/>
                    <a:pt x="152081" y="0"/>
                    <a:pt x="142496" y="0"/>
                  </a:cubicBezTo>
                  <a:cubicBezTo>
                    <a:pt x="142496" y="0"/>
                    <a:pt x="142496" y="0"/>
                    <a:pt x="142496" y="0"/>
                  </a:cubicBezTo>
                  <a:close/>
                </a:path>
              </a:pathLst>
            </a:custGeom>
            <a:solidFill>
              <a:srgbClr val="62B5E5"/>
            </a:solidFill>
            <a:ln w="6390" cap="flat">
              <a:noFill/>
              <a:prstDash val="solid"/>
              <a:miter/>
            </a:ln>
          </p:spPr>
          <p:txBody>
            <a:bodyPr rtlCol="0" anchor="ctr"/>
            <a:lstStyle/>
            <a:p>
              <a:endParaRPr lang="en-US"/>
            </a:p>
          </p:txBody>
        </p:sp>
        <p:sp>
          <p:nvSpPr>
            <p:cNvPr id="1428" name="Graphic 4">
              <a:extLst>
                <a:ext uri="{FF2B5EF4-FFF2-40B4-BE49-F238E27FC236}">
                  <a16:creationId xmlns:a16="http://schemas.microsoft.com/office/drawing/2014/main" id="{0D678B32-1B66-F547-B17A-FF106BC8961E}"/>
                </a:ext>
              </a:extLst>
            </p:cNvPr>
            <p:cNvSpPr/>
            <p:nvPr/>
          </p:nvSpPr>
          <p:spPr>
            <a:xfrm>
              <a:off x="10496749" y="1121189"/>
              <a:ext cx="18530" cy="81076"/>
            </a:xfrm>
            <a:custGeom>
              <a:avLst/>
              <a:gdLst>
                <a:gd name="connsiteX0" fmla="*/ 0 w 18530"/>
                <a:gd name="connsiteY0" fmla="*/ 0 h 81076"/>
                <a:gd name="connsiteX1" fmla="*/ 18531 w 18530"/>
                <a:gd name="connsiteY1" fmla="*/ 0 h 81076"/>
                <a:gd name="connsiteX2" fmla="*/ 18531 w 18530"/>
                <a:gd name="connsiteY2" fmla="*/ 81077 h 81076"/>
                <a:gd name="connsiteX3" fmla="*/ 0 w 18530"/>
                <a:gd name="connsiteY3" fmla="*/ 81077 h 81076"/>
              </a:gdLst>
              <a:ahLst/>
              <a:cxnLst>
                <a:cxn ang="0">
                  <a:pos x="connsiteX0" y="connsiteY0"/>
                </a:cxn>
                <a:cxn ang="0">
                  <a:pos x="connsiteX1" y="connsiteY1"/>
                </a:cxn>
                <a:cxn ang="0">
                  <a:pos x="connsiteX2" y="connsiteY2"/>
                </a:cxn>
                <a:cxn ang="0">
                  <a:pos x="connsiteX3" y="connsiteY3"/>
                </a:cxn>
              </a:cxnLst>
              <a:rect l="l" t="t" r="r" b="b"/>
              <a:pathLst>
                <a:path w="18530" h="81076">
                  <a:moveTo>
                    <a:pt x="0" y="0"/>
                  </a:moveTo>
                  <a:lnTo>
                    <a:pt x="18531" y="0"/>
                  </a:lnTo>
                  <a:lnTo>
                    <a:pt x="18531" y="81077"/>
                  </a:lnTo>
                  <a:lnTo>
                    <a:pt x="0" y="81077"/>
                  </a:lnTo>
                  <a:close/>
                </a:path>
              </a:pathLst>
            </a:custGeom>
            <a:solidFill>
              <a:srgbClr val="62B5E5"/>
            </a:solidFill>
            <a:ln w="6390" cap="flat">
              <a:noFill/>
              <a:prstDash val="solid"/>
              <a:miter/>
            </a:ln>
          </p:spPr>
          <p:txBody>
            <a:bodyPr rtlCol="0" anchor="ctr"/>
            <a:lstStyle/>
            <a:p>
              <a:endParaRPr lang="en-US"/>
            </a:p>
          </p:txBody>
        </p:sp>
        <p:sp>
          <p:nvSpPr>
            <p:cNvPr id="1429" name="Graphic 4">
              <a:extLst>
                <a:ext uri="{FF2B5EF4-FFF2-40B4-BE49-F238E27FC236}">
                  <a16:creationId xmlns:a16="http://schemas.microsoft.com/office/drawing/2014/main" id="{93B7AA78-E8F6-4A46-B77B-BD4ADF8DC453}"/>
                </a:ext>
              </a:extLst>
            </p:cNvPr>
            <p:cNvSpPr/>
            <p:nvPr/>
          </p:nvSpPr>
          <p:spPr>
            <a:xfrm>
              <a:off x="10325499" y="918179"/>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72850 w 361670"/>
                <a:gd name="connsiteY7" fmla="*/ 196627 h 361971"/>
                <a:gd name="connsiteX8" fmla="*/ 266460 w 361670"/>
                <a:gd name="connsiteY8" fmla="*/ 203011 h 361971"/>
                <a:gd name="connsiteX9" fmla="*/ 202561 w 361670"/>
                <a:gd name="connsiteY9" fmla="*/ 203011 h 361971"/>
                <a:gd name="connsiteX10" fmla="*/ 202561 w 361670"/>
                <a:gd name="connsiteY10" fmla="*/ 290471 h 361971"/>
                <a:gd name="connsiteX11" fmla="*/ 196171 w 361670"/>
                <a:gd name="connsiteY11" fmla="*/ 296855 h 361971"/>
                <a:gd name="connsiteX12" fmla="*/ 164860 w 361670"/>
                <a:gd name="connsiteY12" fmla="*/ 296855 h 361971"/>
                <a:gd name="connsiteX13" fmla="*/ 158470 w 361670"/>
                <a:gd name="connsiteY13" fmla="*/ 290471 h 361971"/>
                <a:gd name="connsiteX14" fmla="*/ 158470 w 361670"/>
                <a:gd name="connsiteY14" fmla="*/ 203011 h 361971"/>
                <a:gd name="connsiteX15" fmla="*/ 94571 w 361670"/>
                <a:gd name="connsiteY15" fmla="*/ 203011 h 361971"/>
                <a:gd name="connsiteX16" fmla="*/ 88181 w 361670"/>
                <a:gd name="connsiteY16" fmla="*/ 196627 h 361971"/>
                <a:gd name="connsiteX17" fmla="*/ 88181 w 361670"/>
                <a:gd name="connsiteY17" fmla="*/ 134064 h 361971"/>
                <a:gd name="connsiteX18" fmla="*/ 118214 w 361670"/>
                <a:gd name="connsiteY18" fmla="*/ 104059 h 361971"/>
                <a:gd name="connsiteX19" fmla="*/ 158470 w 361670"/>
                <a:gd name="connsiteY19" fmla="*/ 104059 h 361971"/>
                <a:gd name="connsiteX20" fmla="*/ 158470 w 361670"/>
                <a:gd name="connsiteY20" fmla="*/ 71501 h 361971"/>
                <a:gd name="connsiteX21" fmla="*/ 164860 w 361670"/>
                <a:gd name="connsiteY21" fmla="*/ 65117 h 361971"/>
                <a:gd name="connsiteX22" fmla="*/ 180196 w 361670"/>
                <a:gd name="connsiteY22" fmla="*/ 65117 h 361971"/>
                <a:gd name="connsiteX23" fmla="*/ 186586 w 361670"/>
                <a:gd name="connsiteY23" fmla="*/ 71501 h 361971"/>
                <a:gd name="connsiteX24" fmla="*/ 180196 w 361670"/>
                <a:gd name="connsiteY24" fmla="*/ 77885 h 361971"/>
                <a:gd name="connsiteX25" fmla="*/ 171250 w 361670"/>
                <a:gd name="connsiteY25" fmla="*/ 77885 h 361971"/>
                <a:gd name="connsiteX26" fmla="*/ 171250 w 361670"/>
                <a:gd name="connsiteY26" fmla="*/ 104059 h 361971"/>
                <a:gd name="connsiteX27" fmla="*/ 242818 w 361670"/>
                <a:gd name="connsiteY27" fmla="*/ 104059 h 361971"/>
                <a:gd name="connsiteX28" fmla="*/ 272850 w 361670"/>
                <a:gd name="connsiteY28" fmla="*/ 134064 h 361971"/>
                <a:gd name="connsiteX29" fmla="*/ 272850 w 361670"/>
                <a:gd name="connsiteY29" fmla="*/ 19662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1670" h="361971">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1670" y="81077"/>
                    <a:pt x="280518" y="0"/>
                    <a:pt x="180835" y="0"/>
                  </a:cubicBezTo>
                  <a:cubicBezTo>
                    <a:pt x="180835" y="0"/>
                    <a:pt x="180835" y="0"/>
                    <a:pt x="180835" y="0"/>
                  </a:cubicBezTo>
                  <a:close/>
                  <a:moveTo>
                    <a:pt x="272850" y="196627"/>
                  </a:moveTo>
                  <a:cubicBezTo>
                    <a:pt x="272850" y="200457"/>
                    <a:pt x="270294" y="203011"/>
                    <a:pt x="266460" y="203011"/>
                  </a:cubicBezTo>
                  <a:lnTo>
                    <a:pt x="202561" y="203011"/>
                  </a:lnTo>
                  <a:lnTo>
                    <a:pt x="202561" y="290471"/>
                  </a:lnTo>
                  <a:cubicBezTo>
                    <a:pt x="202561" y="294302"/>
                    <a:pt x="200005" y="296855"/>
                    <a:pt x="196171" y="296855"/>
                  </a:cubicBezTo>
                  <a:lnTo>
                    <a:pt x="164860" y="296855"/>
                  </a:lnTo>
                  <a:cubicBezTo>
                    <a:pt x="161026" y="296855"/>
                    <a:pt x="158470" y="294302"/>
                    <a:pt x="158470" y="290471"/>
                  </a:cubicBezTo>
                  <a:lnTo>
                    <a:pt x="158470" y="203011"/>
                  </a:lnTo>
                  <a:lnTo>
                    <a:pt x="94571" y="203011"/>
                  </a:lnTo>
                  <a:cubicBezTo>
                    <a:pt x="90737" y="203011"/>
                    <a:pt x="88181" y="200457"/>
                    <a:pt x="88181" y="196627"/>
                  </a:cubicBezTo>
                  <a:lnTo>
                    <a:pt x="88181" y="134064"/>
                  </a:lnTo>
                  <a:cubicBezTo>
                    <a:pt x="88181" y="117465"/>
                    <a:pt x="101600" y="104059"/>
                    <a:pt x="118214" y="104059"/>
                  </a:cubicBezTo>
                  <a:lnTo>
                    <a:pt x="158470" y="104059"/>
                  </a:lnTo>
                  <a:lnTo>
                    <a:pt x="158470" y="71501"/>
                  </a:lnTo>
                  <a:cubicBezTo>
                    <a:pt x="158470" y="67670"/>
                    <a:pt x="161026" y="65117"/>
                    <a:pt x="164860" y="65117"/>
                  </a:cubicBezTo>
                  <a:lnTo>
                    <a:pt x="180196" y="65117"/>
                  </a:lnTo>
                  <a:cubicBezTo>
                    <a:pt x="184030" y="65117"/>
                    <a:pt x="186586" y="67670"/>
                    <a:pt x="186586" y="71501"/>
                  </a:cubicBezTo>
                  <a:cubicBezTo>
                    <a:pt x="186586" y="75331"/>
                    <a:pt x="184030" y="77885"/>
                    <a:pt x="180196" y="77885"/>
                  </a:cubicBezTo>
                  <a:lnTo>
                    <a:pt x="171250" y="77885"/>
                  </a:lnTo>
                  <a:lnTo>
                    <a:pt x="171250" y="104059"/>
                  </a:lnTo>
                  <a:lnTo>
                    <a:pt x="242818" y="104059"/>
                  </a:lnTo>
                  <a:cubicBezTo>
                    <a:pt x="259431" y="104059"/>
                    <a:pt x="272850" y="117465"/>
                    <a:pt x="272850" y="134064"/>
                  </a:cubicBezTo>
                  <a:lnTo>
                    <a:pt x="272850" y="196627"/>
                  </a:lnTo>
                  <a:close/>
                </a:path>
              </a:pathLst>
            </a:custGeom>
            <a:solidFill>
              <a:srgbClr val="62B5E5"/>
            </a:solidFill>
            <a:ln w="6390" cap="flat">
              <a:noFill/>
              <a:prstDash val="solid"/>
              <a:miter/>
            </a:ln>
          </p:spPr>
          <p:txBody>
            <a:bodyPr rtlCol="0" anchor="ctr"/>
            <a:lstStyle/>
            <a:p>
              <a:endParaRPr lang="en-US"/>
            </a:p>
          </p:txBody>
        </p:sp>
      </p:grpSp>
    </p:spTree>
    <p:extLst>
      <p:ext uri="{BB962C8B-B14F-4D97-AF65-F5344CB8AC3E}">
        <p14:creationId xmlns:p14="http://schemas.microsoft.com/office/powerpoint/2010/main" val="1767588731"/>
      </p:ext>
    </p:extLst>
  </p:cSld>
  <p:clrMapOvr>
    <a:masterClrMapping/>
  </p:clrMapOvr>
  <p:transition>
    <p:fade/>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0AB181-1E9F-2244-B53A-BC8E2F101DA6}"/>
              </a:ext>
            </a:extLst>
          </p:cNvPr>
          <p:cNvSpPr>
            <a:spLocks noGrp="1"/>
          </p:cNvSpPr>
          <p:nvPr>
            <p:ph type="title"/>
          </p:nvPr>
        </p:nvSpPr>
        <p:spPr/>
        <p:txBody>
          <a:bodyPr/>
          <a:lstStyle/>
          <a:p>
            <a:r>
              <a:rPr lang="en-US" dirty="0"/>
              <a:t>BUSINESS &amp; OFFICE</a:t>
            </a:r>
          </a:p>
        </p:txBody>
      </p:sp>
      <p:sp>
        <p:nvSpPr>
          <p:cNvPr id="4" name="Content Placeholder 3">
            <a:extLst>
              <a:ext uri="{FF2B5EF4-FFF2-40B4-BE49-F238E27FC236}">
                <a16:creationId xmlns:a16="http://schemas.microsoft.com/office/drawing/2014/main" id="{DB57E314-8EE4-694B-B268-A9071E1D395E}"/>
              </a:ext>
            </a:extLst>
          </p:cNvPr>
          <p:cNvSpPr>
            <a:spLocks noGrp="1"/>
          </p:cNvSpPr>
          <p:nvPr>
            <p:ph idx="10"/>
          </p:nvPr>
        </p:nvSpPr>
        <p:spPr>
          <a:xfrm>
            <a:off x="463297" y="5473209"/>
            <a:ext cx="1851339" cy="1114021"/>
          </a:xfrm>
        </p:spPr>
        <p:txBody>
          <a:bodyPr/>
          <a:lstStyle/>
          <a:p>
            <a:r>
              <a:rPr lang="en-US" dirty="0"/>
              <a:t>Documents</a:t>
            </a:r>
          </a:p>
          <a:p>
            <a:pPr>
              <a:lnSpc>
                <a:spcPts val="1000"/>
              </a:lnSpc>
              <a:spcAft>
                <a:spcPts val="200"/>
              </a:spcAft>
            </a:pPr>
            <a:r>
              <a:rPr lang="en-US" sz="900" dirty="0"/>
              <a:t>Keywords:</a:t>
            </a:r>
            <a:br>
              <a:rPr lang="en-US" sz="900" dirty="0"/>
            </a:br>
            <a:r>
              <a:rPr lang="en-US" sz="850" b="0" dirty="0"/>
              <a:t>File, Carton box, Pages, Print out, Filing, Documentation, Report, Notes, Papers, Storage Box</a:t>
            </a:r>
          </a:p>
        </p:txBody>
      </p:sp>
      <p:sp>
        <p:nvSpPr>
          <p:cNvPr id="9" name="Content Placeholder 3">
            <a:extLst>
              <a:ext uri="{FF2B5EF4-FFF2-40B4-BE49-F238E27FC236}">
                <a16:creationId xmlns:a16="http://schemas.microsoft.com/office/drawing/2014/main" id="{55E798CF-E773-9D48-A06F-584A2DB95AC8}"/>
              </a:ext>
            </a:extLst>
          </p:cNvPr>
          <p:cNvSpPr txBox="1">
            <a:spLocks/>
          </p:cNvSpPr>
          <p:nvPr/>
        </p:nvSpPr>
        <p:spPr>
          <a:xfrm>
            <a:off x="8855025" y="5473209"/>
            <a:ext cx="2873678"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Office Supplies</a:t>
            </a:r>
          </a:p>
          <a:p>
            <a:r>
              <a:rPr lang="en-US" sz="900" dirty="0"/>
              <a:t>Keywords:</a:t>
            </a:r>
            <a:br>
              <a:rPr lang="en-US" sz="900" dirty="0"/>
            </a:br>
            <a:r>
              <a:rPr lang="en-US" sz="850" b="0" dirty="0"/>
              <a:t>Global, Scoring pad, Ink Filler, Scissors, Board pins, Globe, Writing pad</a:t>
            </a:r>
          </a:p>
        </p:txBody>
      </p:sp>
      <p:sp>
        <p:nvSpPr>
          <p:cNvPr id="10" name="Content Placeholder 3">
            <a:extLst>
              <a:ext uri="{FF2B5EF4-FFF2-40B4-BE49-F238E27FC236}">
                <a16:creationId xmlns:a16="http://schemas.microsoft.com/office/drawing/2014/main" id="{F6F1EA66-4F59-DE4A-ABF1-B392433220F7}"/>
              </a:ext>
            </a:extLst>
          </p:cNvPr>
          <p:cNvSpPr txBox="1">
            <a:spLocks/>
          </p:cNvSpPr>
          <p:nvPr/>
        </p:nvSpPr>
        <p:spPr>
          <a:xfrm>
            <a:off x="3648722" y="5473209"/>
            <a:ext cx="4181383"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Talent &amp; Employees</a:t>
            </a:r>
          </a:p>
          <a:p>
            <a:r>
              <a:rPr lang="en-US" sz="900" dirty="0"/>
              <a:t>Keywords:</a:t>
            </a:r>
            <a:br>
              <a:rPr lang="en-US" sz="900" dirty="0"/>
            </a:br>
            <a:r>
              <a:rPr lang="en-US" sz="850" b="0" dirty="0"/>
              <a:t>Male, Female, Boy, Girl, Man, Woman, Recruit, Additional Headcount, New </a:t>
            </a:r>
            <a:r>
              <a:rPr lang="en-US" sz="850" b="0" dirty="0" err="1"/>
              <a:t>Joinee</a:t>
            </a:r>
            <a:r>
              <a:rPr lang="en-US" sz="850" b="0" dirty="0"/>
              <a:t>, Employee ID, Identification Card, ID Proof, Badge, Mixed Group, Diversity, Team, Man, Woman, Group, Employees, Men, Women, Podium, Speaker, Employee details, Leader, Boss, Director, ID Card, Panel, Restroom, Org Chart, Hierarchy, Recruitment, Employee Search, Talent Search, Talent, Headcount, Teamwork, Team work</a:t>
            </a:r>
          </a:p>
        </p:txBody>
      </p:sp>
      <p:grpSp>
        <p:nvGrpSpPr>
          <p:cNvPr id="6" name="Graphic 4">
            <a:extLst>
              <a:ext uri="{FF2B5EF4-FFF2-40B4-BE49-F238E27FC236}">
                <a16:creationId xmlns:a16="http://schemas.microsoft.com/office/drawing/2014/main" id="{36E2E5FE-7B6B-A146-AEEB-7451EB5BDAC6}"/>
              </a:ext>
            </a:extLst>
          </p:cNvPr>
          <p:cNvGrpSpPr>
            <a:grpSpLocks noChangeAspect="1"/>
          </p:cNvGrpSpPr>
          <p:nvPr/>
        </p:nvGrpSpPr>
        <p:grpSpPr>
          <a:xfrm>
            <a:off x="467104" y="2371173"/>
            <a:ext cx="362309" cy="362610"/>
            <a:chOff x="467104" y="2371173"/>
            <a:chExt cx="362309" cy="362610"/>
          </a:xfrm>
          <a:solidFill>
            <a:srgbClr val="007680"/>
          </a:solidFill>
        </p:grpSpPr>
        <p:sp>
          <p:nvSpPr>
            <p:cNvPr id="7" name="Graphic 4">
              <a:extLst>
                <a:ext uri="{FF2B5EF4-FFF2-40B4-BE49-F238E27FC236}">
                  <a16:creationId xmlns:a16="http://schemas.microsoft.com/office/drawing/2014/main" id="{A2DEB88F-6AE6-524D-B18B-617977B4F520}"/>
                </a:ext>
              </a:extLst>
            </p:cNvPr>
            <p:cNvSpPr/>
            <p:nvPr/>
          </p:nvSpPr>
          <p:spPr>
            <a:xfrm>
              <a:off x="467104" y="2371173"/>
              <a:ext cx="362309" cy="362610"/>
            </a:xfrm>
            <a:custGeom>
              <a:avLst/>
              <a:gdLst>
                <a:gd name="connsiteX0" fmla="*/ 181474 w 362309"/>
                <a:gd name="connsiteY0" fmla="*/ 0 h 362610"/>
                <a:gd name="connsiteX1" fmla="*/ 0 w 362309"/>
                <a:gd name="connsiteY1" fmla="*/ 181305 h 362610"/>
                <a:gd name="connsiteX2" fmla="*/ 181474 w 362309"/>
                <a:gd name="connsiteY2" fmla="*/ 362610 h 362610"/>
                <a:gd name="connsiteX3" fmla="*/ 362309 w 362309"/>
                <a:gd name="connsiteY3" fmla="*/ 181305 h 362610"/>
                <a:gd name="connsiteX4" fmla="*/ 181474 w 362309"/>
                <a:gd name="connsiteY4" fmla="*/ 0 h 362610"/>
                <a:gd name="connsiteX5" fmla="*/ 181474 w 362309"/>
                <a:gd name="connsiteY5" fmla="*/ 0 h 362610"/>
                <a:gd name="connsiteX6" fmla="*/ 181474 w 362309"/>
                <a:gd name="connsiteY6" fmla="*/ 349204 h 362610"/>
                <a:gd name="connsiteX7" fmla="*/ 13419 w 362309"/>
                <a:gd name="connsiteY7" fmla="*/ 180667 h 362610"/>
                <a:gd name="connsiteX8" fmla="*/ 181474 w 362309"/>
                <a:gd name="connsiteY8" fmla="*/ 12130 h 362610"/>
                <a:gd name="connsiteX9" fmla="*/ 349530 w 362309"/>
                <a:gd name="connsiteY9" fmla="*/ 180667 h 362610"/>
                <a:gd name="connsiteX10" fmla="*/ 349530 w 362309"/>
                <a:gd name="connsiteY10" fmla="*/ 180667 h 362610"/>
                <a:gd name="connsiteX11" fmla="*/ 181474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1474" y="0"/>
                  </a:moveTo>
                  <a:cubicBezTo>
                    <a:pt x="81152" y="0"/>
                    <a:pt x="0" y="81077"/>
                    <a:pt x="0" y="181305"/>
                  </a:cubicBezTo>
                  <a:cubicBezTo>
                    <a:pt x="0" y="281534"/>
                    <a:pt x="81152" y="362610"/>
                    <a:pt x="181474" y="362610"/>
                  </a:cubicBezTo>
                  <a:cubicBezTo>
                    <a:pt x="281796" y="362610"/>
                    <a:pt x="362309" y="281534"/>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130"/>
                    <a:pt x="181474" y="12130"/>
                  </a:cubicBezTo>
                  <a:cubicBezTo>
                    <a:pt x="274128" y="12130"/>
                    <a:pt x="349530" y="87461"/>
                    <a:pt x="349530" y="180667"/>
                  </a:cubicBezTo>
                  <a:cubicBezTo>
                    <a:pt x="349530" y="180667"/>
                    <a:pt x="349530" y="180667"/>
                    <a:pt x="349530" y="180667"/>
                  </a:cubicBezTo>
                  <a:cubicBezTo>
                    <a:pt x="349530" y="273873"/>
                    <a:pt x="274128"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8" name="Graphic 4">
              <a:extLst>
                <a:ext uri="{FF2B5EF4-FFF2-40B4-BE49-F238E27FC236}">
                  <a16:creationId xmlns:a16="http://schemas.microsoft.com/office/drawing/2014/main" id="{4A145C03-C878-4446-B072-19D5EA97301B}"/>
                </a:ext>
              </a:extLst>
            </p:cNvPr>
            <p:cNvSpPr/>
            <p:nvPr/>
          </p:nvSpPr>
          <p:spPr>
            <a:xfrm>
              <a:off x="569343" y="2443951"/>
              <a:ext cx="158470" cy="216416"/>
            </a:xfrm>
            <a:custGeom>
              <a:avLst/>
              <a:gdLst>
                <a:gd name="connsiteX0" fmla="*/ 156553 w 158470"/>
                <a:gd name="connsiteY0" fmla="*/ 52987 h 216416"/>
                <a:gd name="connsiteX1" fmla="*/ 105434 w 158470"/>
                <a:gd name="connsiteY1" fmla="*/ 1915 h 216416"/>
                <a:gd name="connsiteX2" fmla="*/ 103517 w 158470"/>
                <a:gd name="connsiteY2" fmla="*/ 638 h 216416"/>
                <a:gd name="connsiteX3" fmla="*/ 100961 w 158470"/>
                <a:gd name="connsiteY3" fmla="*/ 0 h 216416"/>
                <a:gd name="connsiteX4" fmla="*/ 6390 w 158470"/>
                <a:gd name="connsiteY4" fmla="*/ 0 h 216416"/>
                <a:gd name="connsiteX5" fmla="*/ 0 w 158470"/>
                <a:gd name="connsiteY5" fmla="*/ 6384 h 216416"/>
                <a:gd name="connsiteX6" fmla="*/ 0 w 158470"/>
                <a:gd name="connsiteY6" fmla="*/ 210033 h 216416"/>
                <a:gd name="connsiteX7" fmla="*/ 6390 w 158470"/>
                <a:gd name="connsiteY7" fmla="*/ 216417 h 216416"/>
                <a:gd name="connsiteX8" fmla="*/ 152081 w 158470"/>
                <a:gd name="connsiteY8" fmla="*/ 216417 h 216416"/>
                <a:gd name="connsiteX9" fmla="*/ 158470 w 158470"/>
                <a:gd name="connsiteY9" fmla="*/ 210033 h 216416"/>
                <a:gd name="connsiteX10" fmla="*/ 158470 w 158470"/>
                <a:gd name="connsiteY10" fmla="*/ 56817 h 216416"/>
                <a:gd name="connsiteX11" fmla="*/ 157831 w 158470"/>
                <a:gd name="connsiteY11" fmla="*/ 54264 h 216416"/>
                <a:gd name="connsiteX12" fmla="*/ 156553 w 158470"/>
                <a:gd name="connsiteY12" fmla="*/ 52987 h 216416"/>
                <a:gd name="connsiteX13" fmla="*/ 107351 w 158470"/>
                <a:gd name="connsiteY13" fmla="*/ 21706 h 216416"/>
                <a:gd name="connsiteX14" fmla="*/ 136745 w 158470"/>
                <a:gd name="connsiteY14" fmla="*/ 51072 h 216416"/>
                <a:gd name="connsiteX15" fmla="*/ 107351 w 158470"/>
                <a:gd name="connsiteY15" fmla="*/ 51072 h 216416"/>
                <a:gd name="connsiteX16" fmla="*/ 107351 w 158470"/>
                <a:gd name="connsiteY16" fmla="*/ 21706 h 216416"/>
                <a:gd name="connsiteX17" fmla="*/ 12780 w 158470"/>
                <a:gd name="connsiteY17" fmla="*/ 203649 h 216416"/>
                <a:gd name="connsiteX18" fmla="*/ 12780 w 158470"/>
                <a:gd name="connsiteY18" fmla="*/ 12768 h 216416"/>
                <a:gd name="connsiteX19" fmla="*/ 94571 w 158470"/>
                <a:gd name="connsiteY19" fmla="*/ 12768 h 216416"/>
                <a:gd name="connsiteX20" fmla="*/ 94571 w 158470"/>
                <a:gd name="connsiteY20" fmla="*/ 57456 h 216416"/>
                <a:gd name="connsiteX21" fmla="*/ 100961 w 158470"/>
                <a:gd name="connsiteY21" fmla="*/ 63840 h 216416"/>
                <a:gd name="connsiteX22" fmla="*/ 145691 w 158470"/>
                <a:gd name="connsiteY22" fmla="*/ 63840 h 216416"/>
                <a:gd name="connsiteX23" fmla="*/ 145691 w 158470"/>
                <a:gd name="connsiteY23" fmla="*/ 204287 h 216416"/>
                <a:gd name="connsiteX24" fmla="*/ 12780 w 158470"/>
                <a:gd name="connsiteY24" fmla="*/ 203649 h 21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8470" h="216416">
                  <a:moveTo>
                    <a:pt x="156553" y="52987"/>
                  </a:moveTo>
                  <a:lnTo>
                    <a:pt x="105434" y="1915"/>
                  </a:lnTo>
                  <a:cubicBezTo>
                    <a:pt x="104795" y="1277"/>
                    <a:pt x="104156" y="638"/>
                    <a:pt x="103517" y="638"/>
                  </a:cubicBezTo>
                  <a:cubicBezTo>
                    <a:pt x="102878" y="638"/>
                    <a:pt x="101600" y="0"/>
                    <a:pt x="100961" y="0"/>
                  </a:cubicBezTo>
                  <a:lnTo>
                    <a:pt x="6390" y="0"/>
                  </a:lnTo>
                  <a:cubicBezTo>
                    <a:pt x="2556" y="0"/>
                    <a:pt x="0" y="2554"/>
                    <a:pt x="0" y="6384"/>
                  </a:cubicBezTo>
                  <a:lnTo>
                    <a:pt x="0" y="210033"/>
                  </a:lnTo>
                  <a:cubicBezTo>
                    <a:pt x="0" y="213863"/>
                    <a:pt x="2556" y="216417"/>
                    <a:pt x="6390" y="216417"/>
                  </a:cubicBezTo>
                  <a:lnTo>
                    <a:pt x="152081" y="216417"/>
                  </a:lnTo>
                  <a:cubicBezTo>
                    <a:pt x="155914" y="216417"/>
                    <a:pt x="158470" y="213863"/>
                    <a:pt x="158470" y="210033"/>
                  </a:cubicBezTo>
                  <a:lnTo>
                    <a:pt x="158470" y="56817"/>
                  </a:lnTo>
                  <a:cubicBezTo>
                    <a:pt x="158470" y="56179"/>
                    <a:pt x="158470" y="54902"/>
                    <a:pt x="157831" y="54264"/>
                  </a:cubicBezTo>
                  <a:cubicBezTo>
                    <a:pt x="157831" y="53625"/>
                    <a:pt x="157192" y="52987"/>
                    <a:pt x="156553" y="52987"/>
                  </a:cubicBezTo>
                  <a:close/>
                  <a:moveTo>
                    <a:pt x="107351" y="21706"/>
                  </a:moveTo>
                  <a:lnTo>
                    <a:pt x="136745" y="51072"/>
                  </a:lnTo>
                  <a:lnTo>
                    <a:pt x="107351" y="51072"/>
                  </a:lnTo>
                  <a:lnTo>
                    <a:pt x="107351" y="21706"/>
                  </a:lnTo>
                  <a:close/>
                  <a:moveTo>
                    <a:pt x="12780" y="203649"/>
                  </a:moveTo>
                  <a:lnTo>
                    <a:pt x="12780" y="12768"/>
                  </a:lnTo>
                  <a:lnTo>
                    <a:pt x="94571" y="12768"/>
                  </a:lnTo>
                  <a:lnTo>
                    <a:pt x="94571" y="57456"/>
                  </a:lnTo>
                  <a:cubicBezTo>
                    <a:pt x="94571" y="61286"/>
                    <a:pt x="97127" y="63840"/>
                    <a:pt x="100961" y="63840"/>
                  </a:cubicBezTo>
                  <a:lnTo>
                    <a:pt x="145691" y="63840"/>
                  </a:lnTo>
                  <a:lnTo>
                    <a:pt x="145691" y="204287"/>
                  </a:lnTo>
                  <a:lnTo>
                    <a:pt x="12780" y="203649"/>
                  </a:lnTo>
                  <a:close/>
                </a:path>
              </a:pathLst>
            </a:custGeom>
            <a:solidFill>
              <a:srgbClr val="007680"/>
            </a:solidFill>
            <a:ln w="6390" cap="flat">
              <a:noFill/>
              <a:prstDash val="solid"/>
              <a:miter/>
            </a:ln>
          </p:spPr>
          <p:txBody>
            <a:bodyPr rtlCol="0" anchor="ctr"/>
            <a:lstStyle/>
            <a:p>
              <a:endParaRPr lang="en-US"/>
            </a:p>
          </p:txBody>
        </p:sp>
        <p:sp>
          <p:nvSpPr>
            <p:cNvPr id="50" name="Graphic 4">
              <a:extLst>
                <a:ext uri="{FF2B5EF4-FFF2-40B4-BE49-F238E27FC236}">
                  <a16:creationId xmlns:a16="http://schemas.microsoft.com/office/drawing/2014/main" id="{782C8FCB-0EEE-A942-94B2-BED7F540A2C1}"/>
                </a:ext>
              </a:extLst>
            </p:cNvPr>
            <p:cNvSpPr/>
            <p:nvPr/>
          </p:nvSpPr>
          <p:spPr>
            <a:xfrm>
              <a:off x="598737" y="2618233"/>
              <a:ext cx="100322" cy="12767"/>
            </a:xfrm>
            <a:custGeom>
              <a:avLst/>
              <a:gdLst>
                <a:gd name="connsiteX0" fmla="*/ 93293 w 100322"/>
                <a:gd name="connsiteY0" fmla="*/ 0 h 12767"/>
                <a:gd name="connsiteX1" fmla="*/ 6390 w 100322"/>
                <a:gd name="connsiteY1" fmla="*/ 0 h 12767"/>
                <a:gd name="connsiteX2" fmla="*/ 0 w 100322"/>
                <a:gd name="connsiteY2" fmla="*/ 6384 h 12767"/>
                <a:gd name="connsiteX3" fmla="*/ 6390 w 100322"/>
                <a:gd name="connsiteY3" fmla="*/ 12768 h 12767"/>
                <a:gd name="connsiteX4" fmla="*/ 93932 w 100322"/>
                <a:gd name="connsiteY4" fmla="*/ 12768 h 12767"/>
                <a:gd name="connsiteX5" fmla="*/ 100322 w 100322"/>
                <a:gd name="connsiteY5" fmla="*/ 6384 h 12767"/>
                <a:gd name="connsiteX6" fmla="*/ 93293 w 10032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322" h="12767">
                  <a:moveTo>
                    <a:pt x="93293" y="0"/>
                  </a:moveTo>
                  <a:lnTo>
                    <a:pt x="6390" y="0"/>
                  </a:lnTo>
                  <a:cubicBezTo>
                    <a:pt x="2556" y="0"/>
                    <a:pt x="0" y="2554"/>
                    <a:pt x="0" y="6384"/>
                  </a:cubicBezTo>
                  <a:cubicBezTo>
                    <a:pt x="0" y="10214"/>
                    <a:pt x="2556" y="12768"/>
                    <a:pt x="6390" y="12768"/>
                  </a:cubicBezTo>
                  <a:lnTo>
                    <a:pt x="93932" y="12768"/>
                  </a:lnTo>
                  <a:cubicBezTo>
                    <a:pt x="97766" y="12768"/>
                    <a:pt x="100322" y="10214"/>
                    <a:pt x="100322" y="6384"/>
                  </a:cubicBezTo>
                  <a:cubicBezTo>
                    <a:pt x="100322" y="2554"/>
                    <a:pt x="97127" y="0"/>
                    <a:pt x="93293" y="0"/>
                  </a:cubicBezTo>
                  <a:close/>
                </a:path>
              </a:pathLst>
            </a:custGeom>
            <a:solidFill>
              <a:srgbClr val="007680"/>
            </a:solidFill>
            <a:ln w="6390" cap="flat">
              <a:noFill/>
              <a:prstDash val="solid"/>
              <a:miter/>
            </a:ln>
          </p:spPr>
          <p:txBody>
            <a:bodyPr rtlCol="0" anchor="ctr"/>
            <a:lstStyle/>
            <a:p>
              <a:endParaRPr lang="en-US"/>
            </a:p>
          </p:txBody>
        </p:sp>
        <p:sp>
          <p:nvSpPr>
            <p:cNvPr id="51" name="Graphic 4">
              <a:extLst>
                <a:ext uri="{FF2B5EF4-FFF2-40B4-BE49-F238E27FC236}">
                  <a16:creationId xmlns:a16="http://schemas.microsoft.com/office/drawing/2014/main" id="{2C33D1B9-8E69-B04B-8432-6BEFFC75DA27}"/>
                </a:ext>
              </a:extLst>
            </p:cNvPr>
            <p:cNvSpPr/>
            <p:nvPr/>
          </p:nvSpPr>
          <p:spPr>
            <a:xfrm>
              <a:off x="598737" y="2589505"/>
              <a:ext cx="100322" cy="12767"/>
            </a:xfrm>
            <a:custGeom>
              <a:avLst/>
              <a:gdLst>
                <a:gd name="connsiteX0" fmla="*/ 93293 w 100322"/>
                <a:gd name="connsiteY0" fmla="*/ 0 h 12767"/>
                <a:gd name="connsiteX1" fmla="*/ 6390 w 100322"/>
                <a:gd name="connsiteY1" fmla="*/ 0 h 12767"/>
                <a:gd name="connsiteX2" fmla="*/ 0 w 100322"/>
                <a:gd name="connsiteY2" fmla="*/ 6384 h 12767"/>
                <a:gd name="connsiteX3" fmla="*/ 6390 w 100322"/>
                <a:gd name="connsiteY3" fmla="*/ 12768 h 12767"/>
                <a:gd name="connsiteX4" fmla="*/ 93932 w 100322"/>
                <a:gd name="connsiteY4" fmla="*/ 12768 h 12767"/>
                <a:gd name="connsiteX5" fmla="*/ 100322 w 100322"/>
                <a:gd name="connsiteY5" fmla="*/ 6384 h 12767"/>
                <a:gd name="connsiteX6" fmla="*/ 93293 w 10032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322" h="12767">
                  <a:moveTo>
                    <a:pt x="93293" y="0"/>
                  </a:moveTo>
                  <a:lnTo>
                    <a:pt x="6390" y="0"/>
                  </a:lnTo>
                  <a:cubicBezTo>
                    <a:pt x="2556" y="0"/>
                    <a:pt x="0" y="2554"/>
                    <a:pt x="0" y="6384"/>
                  </a:cubicBezTo>
                  <a:cubicBezTo>
                    <a:pt x="0" y="10214"/>
                    <a:pt x="2556" y="12768"/>
                    <a:pt x="6390" y="12768"/>
                  </a:cubicBezTo>
                  <a:lnTo>
                    <a:pt x="93932" y="12768"/>
                  </a:lnTo>
                  <a:cubicBezTo>
                    <a:pt x="97766" y="12768"/>
                    <a:pt x="100322" y="10214"/>
                    <a:pt x="100322" y="6384"/>
                  </a:cubicBezTo>
                  <a:cubicBezTo>
                    <a:pt x="100322" y="2554"/>
                    <a:pt x="97127" y="0"/>
                    <a:pt x="93293" y="0"/>
                  </a:cubicBezTo>
                  <a:close/>
                </a:path>
              </a:pathLst>
            </a:custGeom>
            <a:solidFill>
              <a:srgbClr val="007680"/>
            </a:solidFill>
            <a:ln w="6390" cap="flat">
              <a:noFill/>
              <a:prstDash val="solid"/>
              <a:miter/>
            </a:ln>
          </p:spPr>
          <p:txBody>
            <a:bodyPr rtlCol="0" anchor="ctr"/>
            <a:lstStyle/>
            <a:p>
              <a:endParaRPr lang="en-US"/>
            </a:p>
          </p:txBody>
        </p:sp>
        <p:sp>
          <p:nvSpPr>
            <p:cNvPr id="52" name="Graphic 4">
              <a:extLst>
                <a:ext uri="{FF2B5EF4-FFF2-40B4-BE49-F238E27FC236}">
                  <a16:creationId xmlns:a16="http://schemas.microsoft.com/office/drawing/2014/main" id="{3177E464-41AB-084D-A505-C4575F0FEE60}"/>
                </a:ext>
              </a:extLst>
            </p:cNvPr>
            <p:cNvSpPr/>
            <p:nvPr/>
          </p:nvSpPr>
          <p:spPr>
            <a:xfrm>
              <a:off x="598737" y="2560139"/>
              <a:ext cx="100322" cy="12767"/>
            </a:xfrm>
            <a:custGeom>
              <a:avLst/>
              <a:gdLst>
                <a:gd name="connsiteX0" fmla="*/ 93293 w 100322"/>
                <a:gd name="connsiteY0" fmla="*/ 0 h 12767"/>
                <a:gd name="connsiteX1" fmla="*/ 6390 w 100322"/>
                <a:gd name="connsiteY1" fmla="*/ 0 h 12767"/>
                <a:gd name="connsiteX2" fmla="*/ 0 w 100322"/>
                <a:gd name="connsiteY2" fmla="*/ 6384 h 12767"/>
                <a:gd name="connsiteX3" fmla="*/ 6390 w 100322"/>
                <a:gd name="connsiteY3" fmla="*/ 12768 h 12767"/>
                <a:gd name="connsiteX4" fmla="*/ 93932 w 100322"/>
                <a:gd name="connsiteY4" fmla="*/ 12768 h 12767"/>
                <a:gd name="connsiteX5" fmla="*/ 100322 w 100322"/>
                <a:gd name="connsiteY5" fmla="*/ 6384 h 12767"/>
                <a:gd name="connsiteX6" fmla="*/ 93293 w 10032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322" h="12767">
                  <a:moveTo>
                    <a:pt x="93293" y="0"/>
                  </a:moveTo>
                  <a:lnTo>
                    <a:pt x="6390" y="0"/>
                  </a:lnTo>
                  <a:cubicBezTo>
                    <a:pt x="2556" y="0"/>
                    <a:pt x="0" y="2554"/>
                    <a:pt x="0" y="6384"/>
                  </a:cubicBezTo>
                  <a:cubicBezTo>
                    <a:pt x="0" y="10214"/>
                    <a:pt x="2556" y="12768"/>
                    <a:pt x="6390" y="12768"/>
                  </a:cubicBezTo>
                  <a:lnTo>
                    <a:pt x="93932" y="12768"/>
                  </a:lnTo>
                  <a:cubicBezTo>
                    <a:pt x="97766" y="12768"/>
                    <a:pt x="100322" y="10214"/>
                    <a:pt x="100322" y="6384"/>
                  </a:cubicBezTo>
                  <a:cubicBezTo>
                    <a:pt x="100322" y="2554"/>
                    <a:pt x="97127" y="0"/>
                    <a:pt x="93293" y="0"/>
                  </a:cubicBezTo>
                  <a:close/>
                </a:path>
              </a:pathLst>
            </a:custGeom>
            <a:solidFill>
              <a:srgbClr val="007680"/>
            </a:solidFill>
            <a:ln w="6390" cap="flat">
              <a:noFill/>
              <a:prstDash val="solid"/>
              <a:miter/>
            </a:ln>
          </p:spPr>
          <p:txBody>
            <a:bodyPr rtlCol="0" anchor="ctr"/>
            <a:lstStyle/>
            <a:p>
              <a:endParaRPr lang="en-US"/>
            </a:p>
          </p:txBody>
        </p:sp>
        <p:sp>
          <p:nvSpPr>
            <p:cNvPr id="53" name="Graphic 4">
              <a:extLst>
                <a:ext uri="{FF2B5EF4-FFF2-40B4-BE49-F238E27FC236}">
                  <a16:creationId xmlns:a16="http://schemas.microsoft.com/office/drawing/2014/main" id="{D2BF56CA-7CA4-0D41-8B01-A3FE00BF4FF3}"/>
                </a:ext>
              </a:extLst>
            </p:cNvPr>
            <p:cNvSpPr/>
            <p:nvPr/>
          </p:nvSpPr>
          <p:spPr>
            <a:xfrm>
              <a:off x="598737" y="2531411"/>
              <a:ext cx="100322" cy="12767"/>
            </a:xfrm>
            <a:custGeom>
              <a:avLst/>
              <a:gdLst>
                <a:gd name="connsiteX0" fmla="*/ 93293 w 100322"/>
                <a:gd name="connsiteY0" fmla="*/ 0 h 12767"/>
                <a:gd name="connsiteX1" fmla="*/ 6390 w 100322"/>
                <a:gd name="connsiteY1" fmla="*/ 0 h 12767"/>
                <a:gd name="connsiteX2" fmla="*/ 0 w 100322"/>
                <a:gd name="connsiteY2" fmla="*/ 6384 h 12767"/>
                <a:gd name="connsiteX3" fmla="*/ 6390 w 100322"/>
                <a:gd name="connsiteY3" fmla="*/ 12768 h 12767"/>
                <a:gd name="connsiteX4" fmla="*/ 93932 w 100322"/>
                <a:gd name="connsiteY4" fmla="*/ 12768 h 12767"/>
                <a:gd name="connsiteX5" fmla="*/ 100322 w 100322"/>
                <a:gd name="connsiteY5" fmla="*/ 6384 h 12767"/>
                <a:gd name="connsiteX6" fmla="*/ 93293 w 10032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322" h="12767">
                  <a:moveTo>
                    <a:pt x="93293" y="0"/>
                  </a:moveTo>
                  <a:lnTo>
                    <a:pt x="6390" y="0"/>
                  </a:lnTo>
                  <a:cubicBezTo>
                    <a:pt x="2556" y="0"/>
                    <a:pt x="0" y="2554"/>
                    <a:pt x="0" y="6384"/>
                  </a:cubicBezTo>
                  <a:cubicBezTo>
                    <a:pt x="0" y="10214"/>
                    <a:pt x="2556" y="12768"/>
                    <a:pt x="6390" y="12768"/>
                  </a:cubicBezTo>
                  <a:lnTo>
                    <a:pt x="93932" y="12768"/>
                  </a:lnTo>
                  <a:cubicBezTo>
                    <a:pt x="97766" y="12768"/>
                    <a:pt x="100322" y="10214"/>
                    <a:pt x="100322" y="6384"/>
                  </a:cubicBezTo>
                  <a:cubicBezTo>
                    <a:pt x="100322" y="2554"/>
                    <a:pt x="97127" y="0"/>
                    <a:pt x="93293" y="0"/>
                  </a:cubicBezTo>
                  <a:close/>
                </a:path>
              </a:pathLst>
            </a:custGeom>
            <a:solidFill>
              <a:srgbClr val="007680"/>
            </a:solidFill>
            <a:ln w="6390" cap="flat">
              <a:noFill/>
              <a:prstDash val="solid"/>
              <a:miter/>
            </a:ln>
          </p:spPr>
          <p:txBody>
            <a:bodyPr rtlCol="0" anchor="ctr"/>
            <a:lstStyle/>
            <a:p>
              <a:endParaRPr lang="en-US"/>
            </a:p>
          </p:txBody>
        </p:sp>
      </p:grpSp>
      <p:grpSp>
        <p:nvGrpSpPr>
          <p:cNvPr id="54" name="Graphic 4">
            <a:extLst>
              <a:ext uri="{FF2B5EF4-FFF2-40B4-BE49-F238E27FC236}">
                <a16:creationId xmlns:a16="http://schemas.microsoft.com/office/drawing/2014/main" id="{A74B22D1-B69D-B940-A0CF-BA9E21620AF9}"/>
              </a:ext>
            </a:extLst>
          </p:cNvPr>
          <p:cNvGrpSpPr>
            <a:grpSpLocks noChangeAspect="1"/>
          </p:cNvGrpSpPr>
          <p:nvPr/>
        </p:nvGrpSpPr>
        <p:grpSpPr>
          <a:xfrm>
            <a:off x="467743" y="2855717"/>
            <a:ext cx="361670" cy="362610"/>
            <a:chOff x="467743" y="2855717"/>
            <a:chExt cx="361670" cy="362610"/>
          </a:xfrm>
          <a:solidFill>
            <a:srgbClr val="007680"/>
          </a:solidFill>
        </p:grpSpPr>
        <p:sp>
          <p:nvSpPr>
            <p:cNvPr id="55" name="Graphic 4">
              <a:extLst>
                <a:ext uri="{FF2B5EF4-FFF2-40B4-BE49-F238E27FC236}">
                  <a16:creationId xmlns:a16="http://schemas.microsoft.com/office/drawing/2014/main" id="{A4D536BD-6157-0B41-BD2F-CC94153E35A4}"/>
                </a:ext>
              </a:extLst>
            </p:cNvPr>
            <p:cNvSpPr/>
            <p:nvPr/>
          </p:nvSpPr>
          <p:spPr>
            <a:xfrm>
              <a:off x="467743" y="2855717"/>
              <a:ext cx="361670" cy="362610"/>
            </a:xfrm>
            <a:custGeom>
              <a:avLst/>
              <a:gdLst>
                <a:gd name="connsiteX0" fmla="*/ 180835 w 361670"/>
                <a:gd name="connsiteY0" fmla="*/ 0 h 362610"/>
                <a:gd name="connsiteX1" fmla="*/ 0 w 361670"/>
                <a:gd name="connsiteY1" fmla="*/ 181305 h 362610"/>
                <a:gd name="connsiteX2" fmla="*/ 180835 w 361670"/>
                <a:gd name="connsiteY2" fmla="*/ 362610 h 362610"/>
                <a:gd name="connsiteX3" fmla="*/ 361670 w 361670"/>
                <a:gd name="connsiteY3" fmla="*/ 181305 h 362610"/>
                <a:gd name="connsiteX4" fmla="*/ 361670 w 361670"/>
                <a:gd name="connsiteY4" fmla="*/ 181305 h 362610"/>
                <a:gd name="connsiteX5" fmla="*/ 180835 w 361670"/>
                <a:gd name="connsiteY5" fmla="*/ 0 h 362610"/>
                <a:gd name="connsiteX6" fmla="*/ 180835 w 361670"/>
                <a:gd name="connsiteY6" fmla="*/ 0 h 362610"/>
                <a:gd name="connsiteX7" fmla="*/ 180835 w 361670"/>
                <a:gd name="connsiteY7" fmla="*/ 349204 h 362610"/>
                <a:gd name="connsiteX8" fmla="*/ 12780 w 361670"/>
                <a:gd name="connsiteY8" fmla="*/ 180667 h 362610"/>
                <a:gd name="connsiteX9" fmla="*/ 180835 w 361670"/>
                <a:gd name="connsiteY9" fmla="*/ 12130 h 362610"/>
                <a:gd name="connsiteX10" fmla="*/ 348891 w 361670"/>
                <a:gd name="connsiteY10" fmla="*/ 180667 h 362610"/>
                <a:gd name="connsiteX11" fmla="*/ 180835 w 361670"/>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2610">
                  <a:moveTo>
                    <a:pt x="180835" y="0"/>
                  </a:moveTo>
                  <a:cubicBezTo>
                    <a:pt x="80513" y="0"/>
                    <a:pt x="0" y="81076"/>
                    <a:pt x="0" y="181305"/>
                  </a:cubicBezTo>
                  <a:cubicBezTo>
                    <a:pt x="0" y="281533"/>
                    <a:pt x="81152" y="362610"/>
                    <a:pt x="180835" y="362610"/>
                  </a:cubicBezTo>
                  <a:cubicBezTo>
                    <a:pt x="280518" y="362610"/>
                    <a:pt x="361670" y="281533"/>
                    <a:pt x="361670" y="181305"/>
                  </a:cubicBezTo>
                  <a:cubicBezTo>
                    <a:pt x="361670" y="181305"/>
                    <a:pt x="361670" y="181305"/>
                    <a:pt x="361670" y="181305"/>
                  </a:cubicBezTo>
                  <a:cubicBezTo>
                    <a:pt x="361670" y="80438"/>
                    <a:pt x="281157" y="0"/>
                    <a:pt x="180835" y="0"/>
                  </a:cubicBezTo>
                  <a:cubicBezTo>
                    <a:pt x="180835" y="0"/>
                    <a:pt x="180835" y="0"/>
                    <a:pt x="180835" y="0"/>
                  </a:cubicBezTo>
                  <a:close/>
                  <a:moveTo>
                    <a:pt x="180835" y="349204"/>
                  </a:moveTo>
                  <a:cubicBezTo>
                    <a:pt x="87542" y="349204"/>
                    <a:pt x="12780" y="273873"/>
                    <a:pt x="12780" y="180667"/>
                  </a:cubicBezTo>
                  <a:cubicBezTo>
                    <a:pt x="12780" y="87460"/>
                    <a:pt x="88181" y="12130"/>
                    <a:pt x="180835" y="12130"/>
                  </a:cubicBezTo>
                  <a:cubicBezTo>
                    <a:pt x="273489" y="12130"/>
                    <a:pt x="348891" y="87460"/>
                    <a:pt x="348891" y="180667"/>
                  </a:cubicBezTo>
                  <a:cubicBezTo>
                    <a:pt x="348891" y="273234"/>
                    <a:pt x="273489" y="348565"/>
                    <a:pt x="180835" y="349204"/>
                  </a:cubicBezTo>
                  <a:close/>
                </a:path>
              </a:pathLst>
            </a:custGeom>
            <a:solidFill>
              <a:srgbClr val="007680"/>
            </a:solidFill>
            <a:ln w="6390" cap="flat">
              <a:noFill/>
              <a:prstDash val="solid"/>
              <a:miter/>
            </a:ln>
          </p:spPr>
          <p:txBody>
            <a:bodyPr rtlCol="0" anchor="ctr"/>
            <a:lstStyle/>
            <a:p>
              <a:endParaRPr lang="en-US"/>
            </a:p>
          </p:txBody>
        </p:sp>
        <p:sp>
          <p:nvSpPr>
            <p:cNvPr id="56" name="Graphic 4">
              <a:extLst>
                <a:ext uri="{FF2B5EF4-FFF2-40B4-BE49-F238E27FC236}">
                  <a16:creationId xmlns:a16="http://schemas.microsoft.com/office/drawing/2014/main" id="{EBCA277D-9C95-3A4D-9F07-14D0C3DBD9FA}"/>
                </a:ext>
              </a:extLst>
            </p:cNvPr>
            <p:cNvSpPr/>
            <p:nvPr/>
          </p:nvSpPr>
          <p:spPr>
            <a:xfrm>
              <a:off x="561675" y="2985951"/>
              <a:ext cx="115657" cy="159599"/>
            </a:xfrm>
            <a:custGeom>
              <a:avLst/>
              <a:gdLst>
                <a:gd name="connsiteX0" fmla="*/ 108629 w 115657"/>
                <a:gd name="connsiteY0" fmla="*/ 0 h 159599"/>
                <a:gd name="connsiteX1" fmla="*/ 6390 w 115657"/>
                <a:gd name="connsiteY1" fmla="*/ 0 h 159599"/>
                <a:gd name="connsiteX2" fmla="*/ 0 w 115657"/>
                <a:gd name="connsiteY2" fmla="*/ 6384 h 159599"/>
                <a:gd name="connsiteX3" fmla="*/ 0 w 115657"/>
                <a:gd name="connsiteY3" fmla="*/ 153216 h 159599"/>
                <a:gd name="connsiteX4" fmla="*/ 6390 w 115657"/>
                <a:gd name="connsiteY4" fmla="*/ 159600 h 159599"/>
                <a:gd name="connsiteX5" fmla="*/ 109268 w 115657"/>
                <a:gd name="connsiteY5" fmla="*/ 159600 h 159599"/>
                <a:gd name="connsiteX6" fmla="*/ 115658 w 115657"/>
                <a:gd name="connsiteY6" fmla="*/ 153216 h 159599"/>
                <a:gd name="connsiteX7" fmla="*/ 115658 w 115657"/>
                <a:gd name="connsiteY7" fmla="*/ 6384 h 159599"/>
                <a:gd name="connsiteX8" fmla="*/ 108629 w 115657"/>
                <a:gd name="connsiteY8" fmla="*/ 0 h 159599"/>
                <a:gd name="connsiteX9" fmla="*/ 102239 w 115657"/>
                <a:gd name="connsiteY9" fmla="*/ 146832 h 159599"/>
                <a:gd name="connsiteX10" fmla="*/ 12780 w 115657"/>
                <a:gd name="connsiteY10" fmla="*/ 146832 h 159599"/>
                <a:gd name="connsiteX11" fmla="*/ 12780 w 115657"/>
                <a:gd name="connsiteY11" fmla="*/ 12768 h 159599"/>
                <a:gd name="connsiteX12" fmla="*/ 102878 w 115657"/>
                <a:gd name="connsiteY12" fmla="*/ 12768 h 159599"/>
                <a:gd name="connsiteX13" fmla="*/ 102878 w 115657"/>
                <a:gd name="connsiteY13" fmla="*/ 146832 h 15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5657" h="159599">
                  <a:moveTo>
                    <a:pt x="108629" y="0"/>
                  </a:moveTo>
                  <a:lnTo>
                    <a:pt x="6390" y="0"/>
                  </a:lnTo>
                  <a:cubicBezTo>
                    <a:pt x="2556" y="0"/>
                    <a:pt x="0" y="2554"/>
                    <a:pt x="0" y="6384"/>
                  </a:cubicBezTo>
                  <a:lnTo>
                    <a:pt x="0" y="153216"/>
                  </a:lnTo>
                  <a:cubicBezTo>
                    <a:pt x="0" y="157046"/>
                    <a:pt x="2556" y="159600"/>
                    <a:pt x="6390" y="159600"/>
                  </a:cubicBezTo>
                  <a:lnTo>
                    <a:pt x="109268" y="159600"/>
                  </a:lnTo>
                  <a:cubicBezTo>
                    <a:pt x="113102" y="159600"/>
                    <a:pt x="115658" y="157046"/>
                    <a:pt x="115658" y="153216"/>
                  </a:cubicBezTo>
                  <a:lnTo>
                    <a:pt x="115658" y="6384"/>
                  </a:lnTo>
                  <a:cubicBezTo>
                    <a:pt x="115019" y="3192"/>
                    <a:pt x="112463" y="0"/>
                    <a:pt x="108629" y="0"/>
                  </a:cubicBezTo>
                  <a:close/>
                  <a:moveTo>
                    <a:pt x="102239" y="146832"/>
                  </a:moveTo>
                  <a:lnTo>
                    <a:pt x="12780" y="146832"/>
                  </a:lnTo>
                  <a:lnTo>
                    <a:pt x="12780" y="12768"/>
                  </a:lnTo>
                  <a:lnTo>
                    <a:pt x="102878" y="12768"/>
                  </a:lnTo>
                  <a:lnTo>
                    <a:pt x="102878" y="146832"/>
                  </a:lnTo>
                  <a:close/>
                </a:path>
              </a:pathLst>
            </a:custGeom>
            <a:solidFill>
              <a:srgbClr val="007680"/>
            </a:solidFill>
            <a:ln w="6390" cap="flat">
              <a:noFill/>
              <a:prstDash val="solid"/>
              <a:miter/>
            </a:ln>
          </p:spPr>
          <p:txBody>
            <a:bodyPr rtlCol="0" anchor="ctr"/>
            <a:lstStyle/>
            <a:p>
              <a:endParaRPr lang="en-US"/>
            </a:p>
          </p:txBody>
        </p:sp>
        <p:sp>
          <p:nvSpPr>
            <p:cNvPr id="57" name="Graphic 4">
              <a:extLst>
                <a:ext uri="{FF2B5EF4-FFF2-40B4-BE49-F238E27FC236}">
                  <a16:creationId xmlns:a16="http://schemas.microsoft.com/office/drawing/2014/main" id="{05F01877-BE22-4746-A7A1-842DB4280DFD}"/>
                </a:ext>
              </a:extLst>
            </p:cNvPr>
            <p:cNvSpPr/>
            <p:nvPr/>
          </p:nvSpPr>
          <p:spPr>
            <a:xfrm>
              <a:off x="591069" y="2956584"/>
              <a:ext cx="115657" cy="159599"/>
            </a:xfrm>
            <a:custGeom>
              <a:avLst/>
              <a:gdLst>
                <a:gd name="connsiteX0" fmla="*/ 108629 w 115657"/>
                <a:gd name="connsiteY0" fmla="*/ 0 h 159599"/>
                <a:gd name="connsiteX1" fmla="*/ 6390 w 115657"/>
                <a:gd name="connsiteY1" fmla="*/ 0 h 159599"/>
                <a:gd name="connsiteX2" fmla="*/ 0 w 115657"/>
                <a:gd name="connsiteY2" fmla="*/ 6384 h 159599"/>
                <a:gd name="connsiteX3" fmla="*/ 6390 w 115657"/>
                <a:gd name="connsiteY3" fmla="*/ 12768 h 159599"/>
                <a:gd name="connsiteX4" fmla="*/ 102878 w 115657"/>
                <a:gd name="connsiteY4" fmla="*/ 12768 h 159599"/>
                <a:gd name="connsiteX5" fmla="*/ 102878 w 115657"/>
                <a:gd name="connsiteY5" fmla="*/ 153216 h 159599"/>
                <a:gd name="connsiteX6" fmla="*/ 109268 w 115657"/>
                <a:gd name="connsiteY6" fmla="*/ 159600 h 159599"/>
                <a:gd name="connsiteX7" fmla="*/ 115658 w 115657"/>
                <a:gd name="connsiteY7" fmla="*/ 153216 h 159599"/>
                <a:gd name="connsiteX8" fmla="*/ 115658 w 115657"/>
                <a:gd name="connsiteY8" fmla="*/ 6384 h 159599"/>
                <a:gd name="connsiteX9" fmla="*/ 108629 w 115657"/>
                <a:gd name="connsiteY9" fmla="*/ 0 h 15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657" h="159599">
                  <a:moveTo>
                    <a:pt x="108629" y="0"/>
                  </a:moveTo>
                  <a:lnTo>
                    <a:pt x="6390" y="0"/>
                  </a:lnTo>
                  <a:cubicBezTo>
                    <a:pt x="2556" y="0"/>
                    <a:pt x="0" y="2554"/>
                    <a:pt x="0" y="6384"/>
                  </a:cubicBezTo>
                  <a:cubicBezTo>
                    <a:pt x="0" y="10214"/>
                    <a:pt x="2556" y="12768"/>
                    <a:pt x="6390" y="12768"/>
                  </a:cubicBezTo>
                  <a:lnTo>
                    <a:pt x="102878" y="12768"/>
                  </a:lnTo>
                  <a:lnTo>
                    <a:pt x="102878" y="153216"/>
                  </a:lnTo>
                  <a:cubicBezTo>
                    <a:pt x="102878" y="157046"/>
                    <a:pt x="105434" y="159600"/>
                    <a:pt x="109268" y="159600"/>
                  </a:cubicBezTo>
                  <a:cubicBezTo>
                    <a:pt x="113102" y="159600"/>
                    <a:pt x="115658" y="157046"/>
                    <a:pt x="115658" y="153216"/>
                  </a:cubicBezTo>
                  <a:lnTo>
                    <a:pt x="115658" y="6384"/>
                  </a:lnTo>
                  <a:cubicBezTo>
                    <a:pt x="115019" y="3192"/>
                    <a:pt x="112463" y="0"/>
                    <a:pt x="108629" y="0"/>
                  </a:cubicBezTo>
                  <a:close/>
                </a:path>
              </a:pathLst>
            </a:custGeom>
            <a:solidFill>
              <a:srgbClr val="007680"/>
            </a:solidFill>
            <a:ln w="6390" cap="flat">
              <a:noFill/>
              <a:prstDash val="solid"/>
              <a:miter/>
            </a:ln>
          </p:spPr>
          <p:txBody>
            <a:bodyPr rtlCol="0" anchor="ctr"/>
            <a:lstStyle/>
            <a:p>
              <a:endParaRPr lang="en-US"/>
            </a:p>
          </p:txBody>
        </p:sp>
        <p:sp>
          <p:nvSpPr>
            <p:cNvPr id="58" name="Graphic 4">
              <a:extLst>
                <a:ext uri="{FF2B5EF4-FFF2-40B4-BE49-F238E27FC236}">
                  <a16:creationId xmlns:a16="http://schemas.microsoft.com/office/drawing/2014/main" id="{34293EC9-B0B5-1B4B-B192-6D176DC60D8B}"/>
                </a:ext>
              </a:extLst>
            </p:cNvPr>
            <p:cNvSpPr/>
            <p:nvPr/>
          </p:nvSpPr>
          <p:spPr>
            <a:xfrm>
              <a:off x="620462" y="2927218"/>
              <a:ext cx="115657" cy="159599"/>
            </a:xfrm>
            <a:custGeom>
              <a:avLst/>
              <a:gdLst>
                <a:gd name="connsiteX0" fmla="*/ 108629 w 115657"/>
                <a:gd name="connsiteY0" fmla="*/ 0 h 159599"/>
                <a:gd name="connsiteX1" fmla="*/ 6390 w 115657"/>
                <a:gd name="connsiteY1" fmla="*/ 0 h 159599"/>
                <a:gd name="connsiteX2" fmla="*/ 0 w 115657"/>
                <a:gd name="connsiteY2" fmla="*/ 6384 h 159599"/>
                <a:gd name="connsiteX3" fmla="*/ 6390 w 115657"/>
                <a:gd name="connsiteY3" fmla="*/ 12768 h 159599"/>
                <a:gd name="connsiteX4" fmla="*/ 102878 w 115657"/>
                <a:gd name="connsiteY4" fmla="*/ 12768 h 159599"/>
                <a:gd name="connsiteX5" fmla="*/ 102878 w 115657"/>
                <a:gd name="connsiteY5" fmla="*/ 153216 h 159599"/>
                <a:gd name="connsiteX6" fmla="*/ 109268 w 115657"/>
                <a:gd name="connsiteY6" fmla="*/ 159600 h 159599"/>
                <a:gd name="connsiteX7" fmla="*/ 115658 w 115657"/>
                <a:gd name="connsiteY7" fmla="*/ 153216 h 159599"/>
                <a:gd name="connsiteX8" fmla="*/ 115658 w 115657"/>
                <a:gd name="connsiteY8" fmla="*/ 6384 h 159599"/>
                <a:gd name="connsiteX9" fmla="*/ 108629 w 115657"/>
                <a:gd name="connsiteY9" fmla="*/ 0 h 15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657" h="159599">
                  <a:moveTo>
                    <a:pt x="108629" y="0"/>
                  </a:moveTo>
                  <a:lnTo>
                    <a:pt x="6390" y="0"/>
                  </a:lnTo>
                  <a:cubicBezTo>
                    <a:pt x="2556" y="0"/>
                    <a:pt x="0" y="2554"/>
                    <a:pt x="0" y="6384"/>
                  </a:cubicBezTo>
                  <a:cubicBezTo>
                    <a:pt x="0" y="10214"/>
                    <a:pt x="2556" y="12768"/>
                    <a:pt x="6390" y="12768"/>
                  </a:cubicBezTo>
                  <a:lnTo>
                    <a:pt x="102878" y="12768"/>
                  </a:lnTo>
                  <a:lnTo>
                    <a:pt x="102878" y="153216"/>
                  </a:lnTo>
                  <a:cubicBezTo>
                    <a:pt x="102878" y="157046"/>
                    <a:pt x="105434" y="159600"/>
                    <a:pt x="109268" y="159600"/>
                  </a:cubicBezTo>
                  <a:cubicBezTo>
                    <a:pt x="113102" y="159600"/>
                    <a:pt x="115658" y="157046"/>
                    <a:pt x="115658" y="153216"/>
                  </a:cubicBezTo>
                  <a:lnTo>
                    <a:pt x="115658" y="6384"/>
                  </a:lnTo>
                  <a:cubicBezTo>
                    <a:pt x="115019" y="3192"/>
                    <a:pt x="112463" y="0"/>
                    <a:pt x="108629" y="0"/>
                  </a:cubicBezTo>
                  <a:close/>
                </a:path>
              </a:pathLst>
            </a:custGeom>
            <a:solidFill>
              <a:srgbClr val="007680"/>
            </a:solidFill>
            <a:ln w="6390" cap="flat">
              <a:noFill/>
              <a:prstDash val="solid"/>
              <a:miter/>
            </a:ln>
          </p:spPr>
          <p:txBody>
            <a:bodyPr rtlCol="0" anchor="ctr"/>
            <a:lstStyle/>
            <a:p>
              <a:endParaRPr lang="en-US"/>
            </a:p>
          </p:txBody>
        </p:sp>
        <p:sp>
          <p:nvSpPr>
            <p:cNvPr id="59" name="Graphic 4">
              <a:extLst>
                <a:ext uri="{FF2B5EF4-FFF2-40B4-BE49-F238E27FC236}">
                  <a16:creationId xmlns:a16="http://schemas.microsoft.com/office/drawing/2014/main" id="{EE20B304-5FF9-CD49-BAF6-F1C796EA5951}"/>
                </a:ext>
              </a:extLst>
            </p:cNvPr>
            <p:cNvSpPr/>
            <p:nvPr/>
          </p:nvSpPr>
          <p:spPr>
            <a:xfrm>
              <a:off x="583401" y="3103416"/>
              <a:ext cx="71567" cy="12767"/>
            </a:xfrm>
            <a:custGeom>
              <a:avLst/>
              <a:gdLst>
                <a:gd name="connsiteX0" fmla="*/ 6390 w 71567"/>
                <a:gd name="connsiteY0" fmla="*/ 12768 h 12767"/>
                <a:gd name="connsiteX1" fmla="*/ 65177 w 71567"/>
                <a:gd name="connsiteY1" fmla="*/ 12768 h 12767"/>
                <a:gd name="connsiteX2" fmla="*/ 71567 w 71567"/>
                <a:gd name="connsiteY2" fmla="*/ 6384 h 12767"/>
                <a:gd name="connsiteX3" fmla="*/ 65177 w 71567"/>
                <a:gd name="connsiteY3" fmla="*/ 0 h 12767"/>
                <a:gd name="connsiteX4" fmla="*/ 6390 w 71567"/>
                <a:gd name="connsiteY4" fmla="*/ 0 h 12767"/>
                <a:gd name="connsiteX5" fmla="*/ 0 w 71567"/>
                <a:gd name="connsiteY5" fmla="*/ 6384 h 12767"/>
                <a:gd name="connsiteX6" fmla="*/ 6390 w 71567"/>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567" h="12767">
                  <a:moveTo>
                    <a:pt x="6390" y="12768"/>
                  </a:moveTo>
                  <a:lnTo>
                    <a:pt x="65177" y="12768"/>
                  </a:lnTo>
                  <a:cubicBezTo>
                    <a:pt x="69011" y="12768"/>
                    <a:pt x="71567" y="10214"/>
                    <a:pt x="71567" y="6384"/>
                  </a:cubicBezTo>
                  <a:cubicBezTo>
                    <a:pt x="71567" y="2554"/>
                    <a:pt x="69011" y="0"/>
                    <a:pt x="65177" y="0"/>
                  </a:cubicBezTo>
                  <a:lnTo>
                    <a:pt x="6390" y="0"/>
                  </a:lnTo>
                  <a:cubicBezTo>
                    <a:pt x="2556" y="0"/>
                    <a:pt x="0" y="2554"/>
                    <a:pt x="0" y="6384"/>
                  </a:cubicBezTo>
                  <a:cubicBezTo>
                    <a:pt x="0" y="10214"/>
                    <a:pt x="3195" y="12768"/>
                    <a:pt x="6390" y="12768"/>
                  </a:cubicBezTo>
                  <a:close/>
                </a:path>
              </a:pathLst>
            </a:custGeom>
            <a:solidFill>
              <a:srgbClr val="007680"/>
            </a:solidFill>
            <a:ln w="6390" cap="flat">
              <a:noFill/>
              <a:prstDash val="solid"/>
              <a:miter/>
            </a:ln>
          </p:spPr>
          <p:txBody>
            <a:bodyPr rtlCol="0" anchor="ctr"/>
            <a:lstStyle/>
            <a:p>
              <a:endParaRPr lang="en-US"/>
            </a:p>
          </p:txBody>
        </p:sp>
        <p:sp>
          <p:nvSpPr>
            <p:cNvPr id="60" name="Graphic 4">
              <a:extLst>
                <a:ext uri="{FF2B5EF4-FFF2-40B4-BE49-F238E27FC236}">
                  <a16:creationId xmlns:a16="http://schemas.microsoft.com/office/drawing/2014/main" id="{7C4ACC41-AD6A-3C46-A854-A5E839DA1996}"/>
                </a:ext>
              </a:extLst>
            </p:cNvPr>
            <p:cNvSpPr/>
            <p:nvPr/>
          </p:nvSpPr>
          <p:spPr>
            <a:xfrm>
              <a:off x="583401" y="3074050"/>
              <a:ext cx="71567" cy="12767"/>
            </a:xfrm>
            <a:custGeom>
              <a:avLst/>
              <a:gdLst>
                <a:gd name="connsiteX0" fmla="*/ 6390 w 71567"/>
                <a:gd name="connsiteY0" fmla="*/ 12768 h 12767"/>
                <a:gd name="connsiteX1" fmla="*/ 65177 w 71567"/>
                <a:gd name="connsiteY1" fmla="*/ 12768 h 12767"/>
                <a:gd name="connsiteX2" fmla="*/ 71567 w 71567"/>
                <a:gd name="connsiteY2" fmla="*/ 6384 h 12767"/>
                <a:gd name="connsiteX3" fmla="*/ 65177 w 71567"/>
                <a:gd name="connsiteY3" fmla="*/ 0 h 12767"/>
                <a:gd name="connsiteX4" fmla="*/ 6390 w 71567"/>
                <a:gd name="connsiteY4" fmla="*/ 0 h 12767"/>
                <a:gd name="connsiteX5" fmla="*/ 0 w 71567"/>
                <a:gd name="connsiteY5" fmla="*/ 6384 h 12767"/>
                <a:gd name="connsiteX6" fmla="*/ 6390 w 71567"/>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567" h="12767">
                  <a:moveTo>
                    <a:pt x="6390" y="12768"/>
                  </a:moveTo>
                  <a:lnTo>
                    <a:pt x="65177" y="12768"/>
                  </a:lnTo>
                  <a:cubicBezTo>
                    <a:pt x="69011" y="12768"/>
                    <a:pt x="71567" y="10214"/>
                    <a:pt x="71567" y="6384"/>
                  </a:cubicBezTo>
                  <a:cubicBezTo>
                    <a:pt x="71567" y="2554"/>
                    <a:pt x="69011" y="0"/>
                    <a:pt x="65177" y="0"/>
                  </a:cubicBezTo>
                  <a:lnTo>
                    <a:pt x="6390" y="0"/>
                  </a:lnTo>
                  <a:cubicBezTo>
                    <a:pt x="2556" y="0"/>
                    <a:pt x="0" y="2554"/>
                    <a:pt x="0" y="6384"/>
                  </a:cubicBezTo>
                  <a:cubicBezTo>
                    <a:pt x="0" y="10214"/>
                    <a:pt x="3195" y="12768"/>
                    <a:pt x="6390" y="12768"/>
                  </a:cubicBezTo>
                  <a:close/>
                </a:path>
              </a:pathLst>
            </a:custGeom>
            <a:solidFill>
              <a:srgbClr val="007680"/>
            </a:solidFill>
            <a:ln w="6390" cap="flat">
              <a:noFill/>
              <a:prstDash val="solid"/>
              <a:miter/>
            </a:ln>
          </p:spPr>
          <p:txBody>
            <a:bodyPr rtlCol="0" anchor="ctr"/>
            <a:lstStyle/>
            <a:p>
              <a:endParaRPr lang="en-US"/>
            </a:p>
          </p:txBody>
        </p:sp>
        <p:sp>
          <p:nvSpPr>
            <p:cNvPr id="61" name="Graphic 4">
              <a:extLst>
                <a:ext uri="{FF2B5EF4-FFF2-40B4-BE49-F238E27FC236}">
                  <a16:creationId xmlns:a16="http://schemas.microsoft.com/office/drawing/2014/main" id="{B5CDD33A-20CF-4B4B-8716-67C4689EF42B}"/>
                </a:ext>
              </a:extLst>
            </p:cNvPr>
            <p:cNvSpPr/>
            <p:nvPr/>
          </p:nvSpPr>
          <p:spPr>
            <a:xfrm>
              <a:off x="583401" y="3044683"/>
              <a:ext cx="71567" cy="12767"/>
            </a:xfrm>
            <a:custGeom>
              <a:avLst/>
              <a:gdLst>
                <a:gd name="connsiteX0" fmla="*/ 6390 w 71567"/>
                <a:gd name="connsiteY0" fmla="*/ 12768 h 12767"/>
                <a:gd name="connsiteX1" fmla="*/ 65177 w 71567"/>
                <a:gd name="connsiteY1" fmla="*/ 12768 h 12767"/>
                <a:gd name="connsiteX2" fmla="*/ 71567 w 71567"/>
                <a:gd name="connsiteY2" fmla="*/ 6384 h 12767"/>
                <a:gd name="connsiteX3" fmla="*/ 65177 w 71567"/>
                <a:gd name="connsiteY3" fmla="*/ 0 h 12767"/>
                <a:gd name="connsiteX4" fmla="*/ 6390 w 71567"/>
                <a:gd name="connsiteY4" fmla="*/ 0 h 12767"/>
                <a:gd name="connsiteX5" fmla="*/ 0 w 71567"/>
                <a:gd name="connsiteY5" fmla="*/ 6384 h 12767"/>
                <a:gd name="connsiteX6" fmla="*/ 6390 w 71567"/>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567" h="12767">
                  <a:moveTo>
                    <a:pt x="6390" y="12768"/>
                  </a:moveTo>
                  <a:lnTo>
                    <a:pt x="65177" y="12768"/>
                  </a:lnTo>
                  <a:cubicBezTo>
                    <a:pt x="69011" y="12768"/>
                    <a:pt x="71567" y="10214"/>
                    <a:pt x="71567" y="6384"/>
                  </a:cubicBezTo>
                  <a:cubicBezTo>
                    <a:pt x="71567" y="2554"/>
                    <a:pt x="69011" y="0"/>
                    <a:pt x="65177" y="0"/>
                  </a:cubicBezTo>
                  <a:lnTo>
                    <a:pt x="6390" y="0"/>
                  </a:lnTo>
                  <a:cubicBezTo>
                    <a:pt x="2556" y="0"/>
                    <a:pt x="0" y="2554"/>
                    <a:pt x="0" y="6384"/>
                  </a:cubicBezTo>
                  <a:cubicBezTo>
                    <a:pt x="0" y="10214"/>
                    <a:pt x="3195" y="12768"/>
                    <a:pt x="6390" y="12768"/>
                  </a:cubicBezTo>
                  <a:close/>
                </a:path>
              </a:pathLst>
            </a:custGeom>
            <a:solidFill>
              <a:srgbClr val="007680"/>
            </a:solidFill>
            <a:ln w="6390" cap="flat">
              <a:noFill/>
              <a:prstDash val="solid"/>
              <a:miter/>
            </a:ln>
          </p:spPr>
          <p:txBody>
            <a:bodyPr rtlCol="0" anchor="ctr"/>
            <a:lstStyle/>
            <a:p>
              <a:endParaRPr lang="en-US"/>
            </a:p>
          </p:txBody>
        </p:sp>
        <p:sp>
          <p:nvSpPr>
            <p:cNvPr id="62" name="Graphic 4">
              <a:extLst>
                <a:ext uri="{FF2B5EF4-FFF2-40B4-BE49-F238E27FC236}">
                  <a16:creationId xmlns:a16="http://schemas.microsoft.com/office/drawing/2014/main" id="{5037A109-10E7-3B46-ADAD-D04C2B5DA143}"/>
                </a:ext>
              </a:extLst>
            </p:cNvPr>
            <p:cNvSpPr/>
            <p:nvPr/>
          </p:nvSpPr>
          <p:spPr>
            <a:xfrm>
              <a:off x="583401" y="3015317"/>
              <a:ext cx="71567" cy="12767"/>
            </a:xfrm>
            <a:custGeom>
              <a:avLst/>
              <a:gdLst>
                <a:gd name="connsiteX0" fmla="*/ 6390 w 71567"/>
                <a:gd name="connsiteY0" fmla="*/ 12768 h 12767"/>
                <a:gd name="connsiteX1" fmla="*/ 65177 w 71567"/>
                <a:gd name="connsiteY1" fmla="*/ 12768 h 12767"/>
                <a:gd name="connsiteX2" fmla="*/ 71567 w 71567"/>
                <a:gd name="connsiteY2" fmla="*/ 6384 h 12767"/>
                <a:gd name="connsiteX3" fmla="*/ 65177 w 71567"/>
                <a:gd name="connsiteY3" fmla="*/ 0 h 12767"/>
                <a:gd name="connsiteX4" fmla="*/ 6390 w 71567"/>
                <a:gd name="connsiteY4" fmla="*/ 0 h 12767"/>
                <a:gd name="connsiteX5" fmla="*/ 0 w 71567"/>
                <a:gd name="connsiteY5" fmla="*/ 6384 h 12767"/>
                <a:gd name="connsiteX6" fmla="*/ 6390 w 71567"/>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567" h="12767">
                  <a:moveTo>
                    <a:pt x="6390" y="12768"/>
                  </a:moveTo>
                  <a:lnTo>
                    <a:pt x="65177" y="12768"/>
                  </a:lnTo>
                  <a:cubicBezTo>
                    <a:pt x="69011" y="12768"/>
                    <a:pt x="71567" y="10214"/>
                    <a:pt x="71567" y="6384"/>
                  </a:cubicBezTo>
                  <a:cubicBezTo>
                    <a:pt x="71567" y="2554"/>
                    <a:pt x="69011" y="0"/>
                    <a:pt x="65177" y="0"/>
                  </a:cubicBezTo>
                  <a:lnTo>
                    <a:pt x="6390" y="0"/>
                  </a:lnTo>
                  <a:cubicBezTo>
                    <a:pt x="2556" y="0"/>
                    <a:pt x="0" y="2554"/>
                    <a:pt x="0" y="6384"/>
                  </a:cubicBezTo>
                  <a:cubicBezTo>
                    <a:pt x="0" y="10214"/>
                    <a:pt x="3195" y="12768"/>
                    <a:pt x="6390" y="12768"/>
                  </a:cubicBezTo>
                  <a:close/>
                </a:path>
              </a:pathLst>
            </a:custGeom>
            <a:solidFill>
              <a:srgbClr val="007680"/>
            </a:solidFill>
            <a:ln w="6390" cap="flat">
              <a:noFill/>
              <a:prstDash val="solid"/>
              <a:miter/>
            </a:ln>
          </p:spPr>
          <p:txBody>
            <a:bodyPr rtlCol="0" anchor="ctr"/>
            <a:lstStyle/>
            <a:p>
              <a:endParaRPr lang="en-US"/>
            </a:p>
          </p:txBody>
        </p:sp>
      </p:grpSp>
      <p:grpSp>
        <p:nvGrpSpPr>
          <p:cNvPr id="63" name="Graphic 4">
            <a:extLst>
              <a:ext uri="{FF2B5EF4-FFF2-40B4-BE49-F238E27FC236}">
                <a16:creationId xmlns:a16="http://schemas.microsoft.com/office/drawing/2014/main" id="{4C1E70CD-8440-1B44-A538-AEF3741CDABA}"/>
              </a:ext>
            </a:extLst>
          </p:cNvPr>
          <p:cNvGrpSpPr>
            <a:grpSpLocks noChangeAspect="1"/>
          </p:cNvGrpSpPr>
          <p:nvPr/>
        </p:nvGrpSpPr>
        <p:grpSpPr>
          <a:xfrm>
            <a:off x="8840477" y="2855717"/>
            <a:ext cx="362312" cy="361971"/>
            <a:chOff x="8840477" y="2855717"/>
            <a:chExt cx="362312" cy="361971"/>
          </a:xfrm>
          <a:solidFill>
            <a:srgbClr val="0097A9"/>
          </a:solidFill>
        </p:grpSpPr>
        <p:sp>
          <p:nvSpPr>
            <p:cNvPr id="284" name="Graphic 4">
              <a:extLst>
                <a:ext uri="{FF2B5EF4-FFF2-40B4-BE49-F238E27FC236}">
                  <a16:creationId xmlns:a16="http://schemas.microsoft.com/office/drawing/2014/main" id="{C384EC27-32D4-ED44-8411-8E4113A80076}"/>
                </a:ext>
              </a:extLst>
            </p:cNvPr>
            <p:cNvSpPr/>
            <p:nvPr/>
          </p:nvSpPr>
          <p:spPr>
            <a:xfrm>
              <a:off x="8840477" y="2855717"/>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6"/>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6"/>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234"/>
                    <a:pt x="274767" y="348565"/>
                    <a:pt x="181474" y="349204"/>
                  </a:cubicBezTo>
                  <a:close/>
                </a:path>
              </a:pathLst>
            </a:custGeom>
            <a:solidFill>
              <a:srgbClr val="0097A9"/>
            </a:solidFill>
            <a:ln w="6390" cap="flat">
              <a:noFill/>
              <a:prstDash val="solid"/>
              <a:miter/>
            </a:ln>
          </p:spPr>
          <p:txBody>
            <a:bodyPr rtlCol="0" anchor="ctr"/>
            <a:lstStyle/>
            <a:p>
              <a:endParaRPr lang="en-US"/>
            </a:p>
          </p:txBody>
        </p:sp>
        <p:sp>
          <p:nvSpPr>
            <p:cNvPr id="285" name="Graphic 4">
              <a:extLst>
                <a:ext uri="{FF2B5EF4-FFF2-40B4-BE49-F238E27FC236}">
                  <a16:creationId xmlns:a16="http://schemas.microsoft.com/office/drawing/2014/main" id="{CD5B9D44-F294-314C-96D4-5C7B120E24C0}"/>
                </a:ext>
              </a:extLst>
            </p:cNvPr>
            <p:cNvSpPr/>
            <p:nvPr/>
          </p:nvSpPr>
          <p:spPr>
            <a:xfrm>
              <a:off x="8942716" y="2925941"/>
              <a:ext cx="159109" cy="220885"/>
            </a:xfrm>
            <a:custGeom>
              <a:avLst/>
              <a:gdLst>
                <a:gd name="connsiteX0" fmla="*/ 152720 w 159109"/>
                <a:gd name="connsiteY0" fmla="*/ 15960 h 220885"/>
                <a:gd name="connsiteX1" fmla="*/ 116297 w 159109"/>
                <a:gd name="connsiteY1" fmla="*/ 15960 h 220885"/>
                <a:gd name="connsiteX2" fmla="*/ 116297 w 159109"/>
                <a:gd name="connsiteY2" fmla="*/ 6384 h 220885"/>
                <a:gd name="connsiteX3" fmla="*/ 109907 w 159109"/>
                <a:gd name="connsiteY3" fmla="*/ 0 h 220885"/>
                <a:gd name="connsiteX4" fmla="*/ 49202 w 159109"/>
                <a:gd name="connsiteY4" fmla="*/ 0 h 220885"/>
                <a:gd name="connsiteX5" fmla="*/ 42812 w 159109"/>
                <a:gd name="connsiteY5" fmla="*/ 6384 h 220885"/>
                <a:gd name="connsiteX6" fmla="*/ 42812 w 159109"/>
                <a:gd name="connsiteY6" fmla="*/ 15960 h 220885"/>
                <a:gd name="connsiteX7" fmla="*/ 6390 w 159109"/>
                <a:gd name="connsiteY7" fmla="*/ 15960 h 220885"/>
                <a:gd name="connsiteX8" fmla="*/ 0 w 159109"/>
                <a:gd name="connsiteY8" fmla="*/ 22344 h 220885"/>
                <a:gd name="connsiteX9" fmla="*/ 0 w 159109"/>
                <a:gd name="connsiteY9" fmla="*/ 214502 h 220885"/>
                <a:gd name="connsiteX10" fmla="*/ 6390 w 159109"/>
                <a:gd name="connsiteY10" fmla="*/ 220886 h 220885"/>
                <a:gd name="connsiteX11" fmla="*/ 152720 w 159109"/>
                <a:gd name="connsiteY11" fmla="*/ 220886 h 220885"/>
                <a:gd name="connsiteX12" fmla="*/ 159110 w 159109"/>
                <a:gd name="connsiteY12" fmla="*/ 214502 h 220885"/>
                <a:gd name="connsiteX13" fmla="*/ 159110 w 159109"/>
                <a:gd name="connsiteY13" fmla="*/ 22344 h 220885"/>
                <a:gd name="connsiteX14" fmla="*/ 152720 w 159109"/>
                <a:gd name="connsiteY14" fmla="*/ 15960 h 220885"/>
                <a:gd name="connsiteX15" fmla="*/ 55592 w 159109"/>
                <a:gd name="connsiteY15" fmla="*/ 12768 h 220885"/>
                <a:gd name="connsiteX16" fmla="*/ 103517 w 159109"/>
                <a:gd name="connsiteY16" fmla="*/ 12768 h 220885"/>
                <a:gd name="connsiteX17" fmla="*/ 103517 w 159109"/>
                <a:gd name="connsiteY17" fmla="*/ 31281 h 220885"/>
                <a:gd name="connsiteX18" fmla="*/ 55592 w 159109"/>
                <a:gd name="connsiteY18" fmla="*/ 31281 h 220885"/>
                <a:gd name="connsiteX19" fmla="*/ 55592 w 159109"/>
                <a:gd name="connsiteY19" fmla="*/ 12768 h 220885"/>
                <a:gd name="connsiteX20" fmla="*/ 146330 w 159109"/>
                <a:gd name="connsiteY20" fmla="*/ 208118 h 220885"/>
                <a:gd name="connsiteX21" fmla="*/ 12780 w 159109"/>
                <a:gd name="connsiteY21" fmla="*/ 208118 h 220885"/>
                <a:gd name="connsiteX22" fmla="*/ 12780 w 159109"/>
                <a:gd name="connsiteY22" fmla="*/ 28728 h 220885"/>
                <a:gd name="connsiteX23" fmla="*/ 42812 w 159109"/>
                <a:gd name="connsiteY23" fmla="*/ 28728 h 220885"/>
                <a:gd name="connsiteX24" fmla="*/ 42812 w 159109"/>
                <a:gd name="connsiteY24" fmla="*/ 37665 h 220885"/>
                <a:gd name="connsiteX25" fmla="*/ 49202 w 159109"/>
                <a:gd name="connsiteY25" fmla="*/ 44049 h 220885"/>
                <a:gd name="connsiteX26" fmla="*/ 109907 w 159109"/>
                <a:gd name="connsiteY26" fmla="*/ 44049 h 220885"/>
                <a:gd name="connsiteX27" fmla="*/ 116297 w 159109"/>
                <a:gd name="connsiteY27" fmla="*/ 37665 h 220885"/>
                <a:gd name="connsiteX28" fmla="*/ 116297 w 159109"/>
                <a:gd name="connsiteY28" fmla="*/ 28728 h 220885"/>
                <a:gd name="connsiteX29" fmla="*/ 146330 w 159109"/>
                <a:gd name="connsiteY29" fmla="*/ 28728 h 220885"/>
                <a:gd name="connsiteX30" fmla="*/ 146330 w 159109"/>
                <a:gd name="connsiteY30" fmla="*/ 208118 h 22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9109" h="220885">
                  <a:moveTo>
                    <a:pt x="152720" y="15960"/>
                  </a:moveTo>
                  <a:lnTo>
                    <a:pt x="116297" y="15960"/>
                  </a:lnTo>
                  <a:lnTo>
                    <a:pt x="116297" y="6384"/>
                  </a:lnTo>
                  <a:cubicBezTo>
                    <a:pt x="116297" y="2554"/>
                    <a:pt x="113741" y="0"/>
                    <a:pt x="109907" y="0"/>
                  </a:cubicBezTo>
                  <a:lnTo>
                    <a:pt x="49202" y="0"/>
                  </a:lnTo>
                  <a:cubicBezTo>
                    <a:pt x="45368" y="0"/>
                    <a:pt x="42812" y="2554"/>
                    <a:pt x="42812" y="6384"/>
                  </a:cubicBezTo>
                  <a:lnTo>
                    <a:pt x="42812" y="15960"/>
                  </a:lnTo>
                  <a:lnTo>
                    <a:pt x="6390" y="15960"/>
                  </a:lnTo>
                  <a:cubicBezTo>
                    <a:pt x="2556" y="15960"/>
                    <a:pt x="0" y="18514"/>
                    <a:pt x="0" y="22344"/>
                  </a:cubicBezTo>
                  <a:lnTo>
                    <a:pt x="0" y="214502"/>
                  </a:lnTo>
                  <a:cubicBezTo>
                    <a:pt x="0" y="218332"/>
                    <a:pt x="2556" y="220886"/>
                    <a:pt x="6390" y="220886"/>
                  </a:cubicBezTo>
                  <a:lnTo>
                    <a:pt x="152720" y="220886"/>
                  </a:lnTo>
                  <a:cubicBezTo>
                    <a:pt x="156553" y="220886"/>
                    <a:pt x="159110" y="218332"/>
                    <a:pt x="159110" y="214502"/>
                  </a:cubicBezTo>
                  <a:lnTo>
                    <a:pt x="159110" y="22344"/>
                  </a:lnTo>
                  <a:cubicBezTo>
                    <a:pt x="159110" y="18514"/>
                    <a:pt x="155915" y="15960"/>
                    <a:pt x="152720" y="15960"/>
                  </a:cubicBezTo>
                  <a:close/>
                  <a:moveTo>
                    <a:pt x="55592" y="12768"/>
                  </a:moveTo>
                  <a:lnTo>
                    <a:pt x="103517" y="12768"/>
                  </a:lnTo>
                  <a:lnTo>
                    <a:pt x="103517" y="31281"/>
                  </a:lnTo>
                  <a:lnTo>
                    <a:pt x="55592" y="31281"/>
                  </a:lnTo>
                  <a:lnTo>
                    <a:pt x="55592" y="12768"/>
                  </a:lnTo>
                  <a:close/>
                  <a:moveTo>
                    <a:pt x="146330" y="208118"/>
                  </a:moveTo>
                  <a:lnTo>
                    <a:pt x="12780" y="208118"/>
                  </a:lnTo>
                  <a:lnTo>
                    <a:pt x="12780" y="28728"/>
                  </a:lnTo>
                  <a:lnTo>
                    <a:pt x="42812" y="28728"/>
                  </a:lnTo>
                  <a:lnTo>
                    <a:pt x="42812" y="37665"/>
                  </a:lnTo>
                  <a:cubicBezTo>
                    <a:pt x="42812" y="41496"/>
                    <a:pt x="45368" y="44049"/>
                    <a:pt x="49202" y="44049"/>
                  </a:cubicBezTo>
                  <a:lnTo>
                    <a:pt x="109907" y="44049"/>
                  </a:lnTo>
                  <a:cubicBezTo>
                    <a:pt x="113741" y="44049"/>
                    <a:pt x="116297" y="41496"/>
                    <a:pt x="116297" y="37665"/>
                  </a:cubicBezTo>
                  <a:lnTo>
                    <a:pt x="116297" y="28728"/>
                  </a:lnTo>
                  <a:lnTo>
                    <a:pt x="146330" y="28728"/>
                  </a:lnTo>
                  <a:lnTo>
                    <a:pt x="146330" y="208118"/>
                  </a:lnTo>
                  <a:close/>
                </a:path>
              </a:pathLst>
            </a:custGeom>
            <a:solidFill>
              <a:srgbClr val="0097A9"/>
            </a:solidFill>
            <a:ln w="6390" cap="flat">
              <a:noFill/>
              <a:prstDash val="solid"/>
              <a:miter/>
            </a:ln>
          </p:spPr>
          <p:txBody>
            <a:bodyPr rtlCol="0" anchor="ctr"/>
            <a:lstStyle/>
            <a:p>
              <a:endParaRPr lang="en-US"/>
            </a:p>
          </p:txBody>
        </p:sp>
      </p:grpSp>
      <p:grpSp>
        <p:nvGrpSpPr>
          <p:cNvPr id="286" name="Graphic 4">
            <a:extLst>
              <a:ext uri="{FF2B5EF4-FFF2-40B4-BE49-F238E27FC236}">
                <a16:creationId xmlns:a16="http://schemas.microsoft.com/office/drawing/2014/main" id="{C6636743-86B7-2045-963F-12D8B0E5779B}"/>
              </a:ext>
            </a:extLst>
          </p:cNvPr>
          <p:cNvGrpSpPr>
            <a:grpSpLocks noChangeAspect="1"/>
          </p:cNvGrpSpPr>
          <p:nvPr/>
        </p:nvGrpSpPr>
        <p:grpSpPr>
          <a:xfrm>
            <a:off x="905454" y="2371173"/>
            <a:ext cx="362309" cy="362610"/>
            <a:chOff x="905454" y="2371173"/>
            <a:chExt cx="362309" cy="362610"/>
          </a:xfrm>
          <a:solidFill>
            <a:srgbClr val="007680"/>
          </a:solidFill>
        </p:grpSpPr>
        <p:sp>
          <p:nvSpPr>
            <p:cNvPr id="287" name="Graphic 4">
              <a:extLst>
                <a:ext uri="{FF2B5EF4-FFF2-40B4-BE49-F238E27FC236}">
                  <a16:creationId xmlns:a16="http://schemas.microsoft.com/office/drawing/2014/main" id="{81B133A5-7433-FF49-A611-6177D5D3C8B9}"/>
                </a:ext>
              </a:extLst>
            </p:cNvPr>
            <p:cNvSpPr/>
            <p:nvPr/>
          </p:nvSpPr>
          <p:spPr>
            <a:xfrm>
              <a:off x="1115044" y="2465656"/>
              <a:ext cx="28754" cy="28727"/>
            </a:xfrm>
            <a:custGeom>
              <a:avLst/>
              <a:gdLst>
                <a:gd name="connsiteX0" fmla="*/ 0 w 28754"/>
                <a:gd name="connsiteY0" fmla="*/ 0 h 28727"/>
                <a:gd name="connsiteX1" fmla="*/ 0 w 28754"/>
                <a:gd name="connsiteY1" fmla="*/ 28728 h 28727"/>
                <a:gd name="connsiteX2" fmla="*/ 28755 w 28754"/>
                <a:gd name="connsiteY2" fmla="*/ 28728 h 28727"/>
              </a:gdLst>
              <a:ahLst/>
              <a:cxnLst>
                <a:cxn ang="0">
                  <a:pos x="connsiteX0" y="connsiteY0"/>
                </a:cxn>
                <a:cxn ang="0">
                  <a:pos x="connsiteX1" y="connsiteY1"/>
                </a:cxn>
                <a:cxn ang="0">
                  <a:pos x="connsiteX2" y="connsiteY2"/>
                </a:cxn>
              </a:cxnLst>
              <a:rect l="l" t="t" r="r" b="b"/>
              <a:pathLst>
                <a:path w="28754" h="28727">
                  <a:moveTo>
                    <a:pt x="0" y="0"/>
                  </a:moveTo>
                  <a:lnTo>
                    <a:pt x="0" y="28728"/>
                  </a:lnTo>
                  <a:lnTo>
                    <a:pt x="28755" y="28728"/>
                  </a:lnTo>
                  <a:close/>
                </a:path>
              </a:pathLst>
            </a:custGeom>
            <a:solidFill>
              <a:srgbClr val="007680"/>
            </a:solidFill>
            <a:ln w="6390" cap="flat">
              <a:noFill/>
              <a:prstDash val="solid"/>
              <a:miter/>
            </a:ln>
          </p:spPr>
          <p:txBody>
            <a:bodyPr rtlCol="0" anchor="ctr"/>
            <a:lstStyle/>
            <a:p>
              <a:endParaRPr lang="en-US"/>
            </a:p>
          </p:txBody>
        </p:sp>
        <p:sp>
          <p:nvSpPr>
            <p:cNvPr id="288" name="Graphic 4">
              <a:extLst>
                <a:ext uri="{FF2B5EF4-FFF2-40B4-BE49-F238E27FC236}">
                  <a16:creationId xmlns:a16="http://schemas.microsoft.com/office/drawing/2014/main" id="{905E2965-1598-894F-A474-9EC9CD2CA725}"/>
                </a:ext>
              </a:extLst>
            </p:cNvPr>
            <p:cNvSpPr/>
            <p:nvPr/>
          </p:nvSpPr>
          <p:spPr>
            <a:xfrm>
              <a:off x="1020472" y="2456080"/>
              <a:ext cx="132910" cy="191519"/>
            </a:xfrm>
            <a:custGeom>
              <a:avLst/>
              <a:gdLst>
                <a:gd name="connsiteX0" fmla="*/ 88181 w 132910"/>
                <a:gd name="connsiteY0" fmla="*/ 51072 h 191519"/>
                <a:gd name="connsiteX1" fmla="*/ 81791 w 132910"/>
                <a:gd name="connsiteY1" fmla="*/ 44688 h 191519"/>
                <a:gd name="connsiteX2" fmla="*/ 81791 w 132910"/>
                <a:gd name="connsiteY2" fmla="*/ 0 h 191519"/>
                <a:gd name="connsiteX3" fmla="*/ 0 w 132910"/>
                <a:gd name="connsiteY3" fmla="*/ 0 h 191519"/>
                <a:gd name="connsiteX4" fmla="*/ 0 w 132910"/>
                <a:gd name="connsiteY4" fmla="*/ 191519 h 191519"/>
                <a:gd name="connsiteX5" fmla="*/ 132911 w 132910"/>
                <a:gd name="connsiteY5" fmla="*/ 191519 h 191519"/>
                <a:gd name="connsiteX6" fmla="*/ 132911 w 132910"/>
                <a:gd name="connsiteY6" fmla="*/ 51072 h 191519"/>
                <a:gd name="connsiteX7" fmla="*/ 88181 w 132910"/>
                <a:gd name="connsiteY7" fmla="*/ 51072 h 191519"/>
                <a:gd name="connsiteX8" fmla="*/ 109907 w 132910"/>
                <a:gd name="connsiteY8" fmla="*/ 174921 h 191519"/>
                <a:gd name="connsiteX9" fmla="*/ 22365 w 132910"/>
                <a:gd name="connsiteY9" fmla="*/ 174921 h 191519"/>
                <a:gd name="connsiteX10" fmla="*/ 15975 w 132910"/>
                <a:gd name="connsiteY10" fmla="*/ 168537 h 191519"/>
                <a:gd name="connsiteX11" fmla="*/ 22365 w 132910"/>
                <a:gd name="connsiteY11" fmla="*/ 162153 h 191519"/>
                <a:gd name="connsiteX12" fmla="*/ 109907 w 132910"/>
                <a:gd name="connsiteY12" fmla="*/ 162153 h 191519"/>
                <a:gd name="connsiteX13" fmla="*/ 116297 w 132910"/>
                <a:gd name="connsiteY13" fmla="*/ 168537 h 191519"/>
                <a:gd name="connsiteX14" fmla="*/ 109907 w 132910"/>
                <a:gd name="connsiteY14" fmla="*/ 174921 h 191519"/>
                <a:gd name="connsiteX15" fmla="*/ 109907 w 132910"/>
                <a:gd name="connsiteY15" fmla="*/ 146193 h 191519"/>
                <a:gd name="connsiteX16" fmla="*/ 22365 w 132910"/>
                <a:gd name="connsiteY16" fmla="*/ 146193 h 191519"/>
                <a:gd name="connsiteX17" fmla="*/ 15975 w 132910"/>
                <a:gd name="connsiteY17" fmla="*/ 139809 h 191519"/>
                <a:gd name="connsiteX18" fmla="*/ 22365 w 132910"/>
                <a:gd name="connsiteY18" fmla="*/ 133425 h 191519"/>
                <a:gd name="connsiteX19" fmla="*/ 109907 w 132910"/>
                <a:gd name="connsiteY19" fmla="*/ 133425 h 191519"/>
                <a:gd name="connsiteX20" fmla="*/ 116297 w 132910"/>
                <a:gd name="connsiteY20" fmla="*/ 139809 h 191519"/>
                <a:gd name="connsiteX21" fmla="*/ 109907 w 132910"/>
                <a:gd name="connsiteY21" fmla="*/ 146193 h 191519"/>
                <a:gd name="connsiteX22" fmla="*/ 109907 w 132910"/>
                <a:gd name="connsiteY22" fmla="*/ 116827 h 191519"/>
                <a:gd name="connsiteX23" fmla="*/ 22365 w 132910"/>
                <a:gd name="connsiteY23" fmla="*/ 116827 h 191519"/>
                <a:gd name="connsiteX24" fmla="*/ 15975 w 132910"/>
                <a:gd name="connsiteY24" fmla="*/ 110443 h 191519"/>
                <a:gd name="connsiteX25" fmla="*/ 22365 w 132910"/>
                <a:gd name="connsiteY25" fmla="*/ 104059 h 191519"/>
                <a:gd name="connsiteX26" fmla="*/ 109907 w 132910"/>
                <a:gd name="connsiteY26" fmla="*/ 104059 h 191519"/>
                <a:gd name="connsiteX27" fmla="*/ 116297 w 132910"/>
                <a:gd name="connsiteY27" fmla="*/ 110443 h 191519"/>
                <a:gd name="connsiteX28" fmla="*/ 109907 w 132910"/>
                <a:gd name="connsiteY28" fmla="*/ 116827 h 191519"/>
                <a:gd name="connsiteX29" fmla="*/ 109907 w 132910"/>
                <a:gd name="connsiteY29" fmla="*/ 88099 h 191519"/>
                <a:gd name="connsiteX30" fmla="*/ 22365 w 132910"/>
                <a:gd name="connsiteY30" fmla="*/ 88099 h 191519"/>
                <a:gd name="connsiteX31" fmla="*/ 15975 w 132910"/>
                <a:gd name="connsiteY31" fmla="*/ 81715 h 191519"/>
                <a:gd name="connsiteX32" fmla="*/ 22365 w 132910"/>
                <a:gd name="connsiteY32" fmla="*/ 75331 h 191519"/>
                <a:gd name="connsiteX33" fmla="*/ 109907 w 132910"/>
                <a:gd name="connsiteY33" fmla="*/ 75331 h 191519"/>
                <a:gd name="connsiteX34" fmla="*/ 116297 w 132910"/>
                <a:gd name="connsiteY34" fmla="*/ 81715 h 191519"/>
                <a:gd name="connsiteX35" fmla="*/ 109907 w 132910"/>
                <a:gd name="connsiteY35" fmla="*/ 88099 h 191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2910" h="191519">
                  <a:moveTo>
                    <a:pt x="88181" y="51072"/>
                  </a:moveTo>
                  <a:cubicBezTo>
                    <a:pt x="84347" y="51072"/>
                    <a:pt x="81791" y="48518"/>
                    <a:pt x="81791" y="44688"/>
                  </a:cubicBezTo>
                  <a:lnTo>
                    <a:pt x="81791" y="0"/>
                  </a:lnTo>
                  <a:lnTo>
                    <a:pt x="0" y="0"/>
                  </a:lnTo>
                  <a:lnTo>
                    <a:pt x="0" y="191519"/>
                  </a:lnTo>
                  <a:lnTo>
                    <a:pt x="132911" y="191519"/>
                  </a:lnTo>
                  <a:lnTo>
                    <a:pt x="132911" y="51072"/>
                  </a:lnTo>
                  <a:lnTo>
                    <a:pt x="88181" y="51072"/>
                  </a:lnTo>
                  <a:close/>
                  <a:moveTo>
                    <a:pt x="109907" y="174921"/>
                  </a:moveTo>
                  <a:lnTo>
                    <a:pt x="22365" y="174921"/>
                  </a:lnTo>
                  <a:cubicBezTo>
                    <a:pt x="18531" y="174921"/>
                    <a:pt x="15975" y="172368"/>
                    <a:pt x="15975" y="168537"/>
                  </a:cubicBezTo>
                  <a:cubicBezTo>
                    <a:pt x="15975" y="164707"/>
                    <a:pt x="18531" y="162153"/>
                    <a:pt x="22365" y="162153"/>
                  </a:cubicBezTo>
                  <a:lnTo>
                    <a:pt x="109907" y="162153"/>
                  </a:lnTo>
                  <a:cubicBezTo>
                    <a:pt x="113741" y="162153"/>
                    <a:pt x="116297" y="164707"/>
                    <a:pt x="116297" y="168537"/>
                  </a:cubicBezTo>
                  <a:cubicBezTo>
                    <a:pt x="116297" y="172368"/>
                    <a:pt x="113102" y="174921"/>
                    <a:pt x="109907" y="174921"/>
                  </a:cubicBezTo>
                  <a:close/>
                  <a:moveTo>
                    <a:pt x="109907" y="146193"/>
                  </a:moveTo>
                  <a:lnTo>
                    <a:pt x="22365" y="146193"/>
                  </a:lnTo>
                  <a:cubicBezTo>
                    <a:pt x="18531" y="146193"/>
                    <a:pt x="15975" y="143640"/>
                    <a:pt x="15975" y="139809"/>
                  </a:cubicBezTo>
                  <a:cubicBezTo>
                    <a:pt x="15975" y="135979"/>
                    <a:pt x="18531" y="133425"/>
                    <a:pt x="22365" y="133425"/>
                  </a:cubicBezTo>
                  <a:lnTo>
                    <a:pt x="109907" y="133425"/>
                  </a:lnTo>
                  <a:cubicBezTo>
                    <a:pt x="113741" y="133425"/>
                    <a:pt x="116297" y="135979"/>
                    <a:pt x="116297" y="139809"/>
                  </a:cubicBezTo>
                  <a:cubicBezTo>
                    <a:pt x="116297" y="143640"/>
                    <a:pt x="113102" y="146193"/>
                    <a:pt x="109907" y="146193"/>
                  </a:cubicBezTo>
                  <a:close/>
                  <a:moveTo>
                    <a:pt x="109907" y="116827"/>
                  </a:moveTo>
                  <a:lnTo>
                    <a:pt x="22365" y="116827"/>
                  </a:lnTo>
                  <a:cubicBezTo>
                    <a:pt x="18531" y="116827"/>
                    <a:pt x="15975" y="114273"/>
                    <a:pt x="15975" y="110443"/>
                  </a:cubicBezTo>
                  <a:cubicBezTo>
                    <a:pt x="15975" y="106612"/>
                    <a:pt x="18531" y="104059"/>
                    <a:pt x="22365" y="104059"/>
                  </a:cubicBezTo>
                  <a:lnTo>
                    <a:pt x="109907" y="104059"/>
                  </a:lnTo>
                  <a:cubicBezTo>
                    <a:pt x="113741" y="104059"/>
                    <a:pt x="116297" y="106612"/>
                    <a:pt x="116297" y="110443"/>
                  </a:cubicBezTo>
                  <a:cubicBezTo>
                    <a:pt x="116297" y="114273"/>
                    <a:pt x="113102" y="116827"/>
                    <a:pt x="109907" y="116827"/>
                  </a:cubicBezTo>
                  <a:close/>
                  <a:moveTo>
                    <a:pt x="109907" y="88099"/>
                  </a:moveTo>
                  <a:lnTo>
                    <a:pt x="22365" y="88099"/>
                  </a:lnTo>
                  <a:cubicBezTo>
                    <a:pt x="18531" y="88099"/>
                    <a:pt x="15975" y="85545"/>
                    <a:pt x="15975" y="81715"/>
                  </a:cubicBezTo>
                  <a:cubicBezTo>
                    <a:pt x="15975" y="77884"/>
                    <a:pt x="18531" y="75331"/>
                    <a:pt x="22365" y="75331"/>
                  </a:cubicBezTo>
                  <a:lnTo>
                    <a:pt x="109907" y="75331"/>
                  </a:lnTo>
                  <a:cubicBezTo>
                    <a:pt x="113741" y="75331"/>
                    <a:pt x="116297" y="77884"/>
                    <a:pt x="116297" y="81715"/>
                  </a:cubicBezTo>
                  <a:cubicBezTo>
                    <a:pt x="116297" y="85545"/>
                    <a:pt x="113102" y="88099"/>
                    <a:pt x="109907" y="88099"/>
                  </a:cubicBezTo>
                  <a:close/>
                </a:path>
              </a:pathLst>
            </a:custGeom>
            <a:solidFill>
              <a:srgbClr val="007680"/>
            </a:solidFill>
            <a:ln w="6390" cap="flat">
              <a:noFill/>
              <a:prstDash val="solid"/>
              <a:miter/>
            </a:ln>
          </p:spPr>
          <p:txBody>
            <a:bodyPr rtlCol="0" anchor="ctr"/>
            <a:lstStyle/>
            <a:p>
              <a:endParaRPr lang="en-US"/>
            </a:p>
          </p:txBody>
        </p:sp>
        <p:sp>
          <p:nvSpPr>
            <p:cNvPr id="289" name="Graphic 4">
              <a:extLst>
                <a:ext uri="{FF2B5EF4-FFF2-40B4-BE49-F238E27FC236}">
                  <a16:creationId xmlns:a16="http://schemas.microsoft.com/office/drawing/2014/main" id="{BEC4F04F-6DFC-5549-B86E-90E3FE2E149F}"/>
                </a:ext>
              </a:extLst>
            </p:cNvPr>
            <p:cNvSpPr/>
            <p:nvPr/>
          </p:nvSpPr>
          <p:spPr>
            <a:xfrm>
              <a:off x="905454" y="237117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260070 w 362309"/>
                <a:gd name="connsiteY6" fmla="*/ 282811 h 362610"/>
                <a:gd name="connsiteX7" fmla="*/ 253680 w 362309"/>
                <a:gd name="connsiteY7" fmla="*/ 289195 h 362610"/>
                <a:gd name="connsiteX8" fmla="*/ 107990 w 362309"/>
                <a:gd name="connsiteY8" fmla="*/ 289195 h 362610"/>
                <a:gd name="connsiteX9" fmla="*/ 101600 w 362309"/>
                <a:gd name="connsiteY9" fmla="*/ 282811 h 362610"/>
                <a:gd name="connsiteX10" fmla="*/ 101600 w 362309"/>
                <a:gd name="connsiteY10" fmla="*/ 79162 h 362610"/>
                <a:gd name="connsiteX11" fmla="*/ 107990 w 362309"/>
                <a:gd name="connsiteY11" fmla="*/ 72778 h 362610"/>
                <a:gd name="connsiteX12" fmla="*/ 202561 w 362309"/>
                <a:gd name="connsiteY12" fmla="*/ 72778 h 362610"/>
                <a:gd name="connsiteX13" fmla="*/ 205117 w 362309"/>
                <a:gd name="connsiteY13" fmla="*/ 73416 h 362610"/>
                <a:gd name="connsiteX14" fmla="*/ 207034 w 362309"/>
                <a:gd name="connsiteY14" fmla="*/ 74693 h 362610"/>
                <a:gd name="connsiteX15" fmla="*/ 258154 w 362309"/>
                <a:gd name="connsiteY15" fmla="*/ 125765 h 362610"/>
                <a:gd name="connsiteX16" fmla="*/ 260070 w 362309"/>
                <a:gd name="connsiteY16" fmla="*/ 130233 h 362610"/>
                <a:gd name="connsiteX17" fmla="*/ 260070 w 362309"/>
                <a:gd name="connsiteY17" fmla="*/ 282811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81077"/>
                    <a:pt x="281157" y="0"/>
                    <a:pt x="180835" y="0"/>
                  </a:cubicBezTo>
                  <a:cubicBezTo>
                    <a:pt x="180835" y="0"/>
                    <a:pt x="180835" y="0"/>
                    <a:pt x="180835" y="0"/>
                  </a:cubicBezTo>
                  <a:close/>
                  <a:moveTo>
                    <a:pt x="260070" y="282811"/>
                  </a:moveTo>
                  <a:cubicBezTo>
                    <a:pt x="260070" y="286641"/>
                    <a:pt x="257514" y="289195"/>
                    <a:pt x="253680" y="289195"/>
                  </a:cubicBezTo>
                  <a:lnTo>
                    <a:pt x="107990" y="289195"/>
                  </a:lnTo>
                  <a:cubicBezTo>
                    <a:pt x="104156" y="289195"/>
                    <a:pt x="101600" y="286641"/>
                    <a:pt x="101600" y="282811"/>
                  </a:cubicBezTo>
                  <a:lnTo>
                    <a:pt x="101600" y="79162"/>
                  </a:lnTo>
                  <a:cubicBezTo>
                    <a:pt x="101600" y="75331"/>
                    <a:pt x="104156" y="72778"/>
                    <a:pt x="107990" y="72778"/>
                  </a:cubicBezTo>
                  <a:lnTo>
                    <a:pt x="202561" y="72778"/>
                  </a:lnTo>
                  <a:cubicBezTo>
                    <a:pt x="203200" y="72778"/>
                    <a:pt x="204478" y="72778"/>
                    <a:pt x="205117" y="73416"/>
                  </a:cubicBezTo>
                  <a:cubicBezTo>
                    <a:pt x="205756" y="74054"/>
                    <a:pt x="206395" y="74054"/>
                    <a:pt x="207034" y="74693"/>
                  </a:cubicBezTo>
                  <a:lnTo>
                    <a:pt x="258154" y="125765"/>
                  </a:lnTo>
                  <a:cubicBezTo>
                    <a:pt x="259431" y="127041"/>
                    <a:pt x="260070" y="128318"/>
                    <a:pt x="260070" y="130233"/>
                  </a:cubicBezTo>
                  <a:lnTo>
                    <a:pt x="260070" y="282811"/>
                  </a:lnTo>
                  <a:close/>
                </a:path>
              </a:pathLst>
            </a:custGeom>
            <a:solidFill>
              <a:srgbClr val="007680"/>
            </a:solidFill>
            <a:ln w="6390" cap="flat">
              <a:noFill/>
              <a:prstDash val="solid"/>
              <a:miter/>
            </a:ln>
          </p:spPr>
          <p:txBody>
            <a:bodyPr rtlCol="0" anchor="ctr"/>
            <a:lstStyle/>
            <a:p>
              <a:endParaRPr lang="en-US"/>
            </a:p>
          </p:txBody>
        </p:sp>
      </p:grpSp>
      <p:grpSp>
        <p:nvGrpSpPr>
          <p:cNvPr id="290" name="Graphic 4">
            <a:extLst>
              <a:ext uri="{FF2B5EF4-FFF2-40B4-BE49-F238E27FC236}">
                <a16:creationId xmlns:a16="http://schemas.microsoft.com/office/drawing/2014/main" id="{690DCC7A-68A2-8E42-BF14-13E7597926B0}"/>
              </a:ext>
            </a:extLst>
          </p:cNvPr>
          <p:cNvGrpSpPr>
            <a:grpSpLocks noChangeAspect="1"/>
          </p:cNvGrpSpPr>
          <p:nvPr/>
        </p:nvGrpSpPr>
        <p:grpSpPr>
          <a:xfrm>
            <a:off x="905454" y="2855717"/>
            <a:ext cx="362309" cy="361971"/>
            <a:chOff x="905454" y="2855717"/>
            <a:chExt cx="362309" cy="361971"/>
          </a:xfrm>
          <a:solidFill>
            <a:srgbClr val="007680"/>
          </a:solidFill>
        </p:grpSpPr>
        <p:sp>
          <p:nvSpPr>
            <p:cNvPr id="291" name="Graphic 4">
              <a:extLst>
                <a:ext uri="{FF2B5EF4-FFF2-40B4-BE49-F238E27FC236}">
                  <a16:creationId xmlns:a16="http://schemas.microsoft.com/office/drawing/2014/main" id="{2C94AECD-BA52-904C-9B83-EE9F9F32E52E}"/>
                </a:ext>
              </a:extLst>
            </p:cNvPr>
            <p:cNvSpPr/>
            <p:nvPr/>
          </p:nvSpPr>
          <p:spPr>
            <a:xfrm>
              <a:off x="1012165" y="2998719"/>
              <a:ext cx="90098" cy="134063"/>
            </a:xfrm>
            <a:custGeom>
              <a:avLst/>
              <a:gdLst>
                <a:gd name="connsiteX0" fmla="*/ 0 w 90098"/>
                <a:gd name="connsiteY0" fmla="*/ 134064 h 134063"/>
                <a:gd name="connsiteX1" fmla="*/ 90098 w 90098"/>
                <a:gd name="connsiteY1" fmla="*/ 134064 h 134063"/>
                <a:gd name="connsiteX2" fmla="*/ 90098 w 90098"/>
                <a:gd name="connsiteY2" fmla="*/ 0 h 134063"/>
                <a:gd name="connsiteX3" fmla="*/ 0 w 90098"/>
                <a:gd name="connsiteY3" fmla="*/ 0 h 134063"/>
                <a:gd name="connsiteX4" fmla="*/ 0 w 90098"/>
                <a:gd name="connsiteY4" fmla="*/ 134064 h 134063"/>
                <a:gd name="connsiteX5" fmla="*/ 15975 w 90098"/>
                <a:gd name="connsiteY5" fmla="*/ 16598 h 134063"/>
                <a:gd name="connsiteX6" fmla="*/ 74123 w 90098"/>
                <a:gd name="connsiteY6" fmla="*/ 16598 h 134063"/>
                <a:gd name="connsiteX7" fmla="*/ 80513 w 90098"/>
                <a:gd name="connsiteY7" fmla="*/ 22982 h 134063"/>
                <a:gd name="connsiteX8" fmla="*/ 74123 w 90098"/>
                <a:gd name="connsiteY8" fmla="*/ 29366 h 134063"/>
                <a:gd name="connsiteX9" fmla="*/ 15336 w 90098"/>
                <a:gd name="connsiteY9" fmla="*/ 29366 h 134063"/>
                <a:gd name="connsiteX10" fmla="*/ 8946 w 90098"/>
                <a:gd name="connsiteY10" fmla="*/ 22982 h 134063"/>
                <a:gd name="connsiteX11" fmla="*/ 15975 w 90098"/>
                <a:gd name="connsiteY11" fmla="*/ 16598 h 134063"/>
                <a:gd name="connsiteX12" fmla="*/ 15975 w 90098"/>
                <a:gd name="connsiteY12" fmla="*/ 16598 h 134063"/>
                <a:gd name="connsiteX13" fmla="*/ 15975 w 90098"/>
                <a:gd name="connsiteY13" fmla="*/ 45965 h 134063"/>
                <a:gd name="connsiteX14" fmla="*/ 74123 w 90098"/>
                <a:gd name="connsiteY14" fmla="*/ 45965 h 134063"/>
                <a:gd name="connsiteX15" fmla="*/ 80513 w 90098"/>
                <a:gd name="connsiteY15" fmla="*/ 52349 h 134063"/>
                <a:gd name="connsiteX16" fmla="*/ 74123 w 90098"/>
                <a:gd name="connsiteY16" fmla="*/ 58733 h 134063"/>
                <a:gd name="connsiteX17" fmla="*/ 15336 w 90098"/>
                <a:gd name="connsiteY17" fmla="*/ 58733 h 134063"/>
                <a:gd name="connsiteX18" fmla="*/ 8946 w 90098"/>
                <a:gd name="connsiteY18" fmla="*/ 52349 h 134063"/>
                <a:gd name="connsiteX19" fmla="*/ 15975 w 90098"/>
                <a:gd name="connsiteY19" fmla="*/ 45965 h 134063"/>
                <a:gd name="connsiteX20" fmla="*/ 15975 w 90098"/>
                <a:gd name="connsiteY20" fmla="*/ 45965 h 134063"/>
                <a:gd name="connsiteX21" fmla="*/ 15975 w 90098"/>
                <a:gd name="connsiteY21" fmla="*/ 75331 h 134063"/>
                <a:gd name="connsiteX22" fmla="*/ 74123 w 90098"/>
                <a:gd name="connsiteY22" fmla="*/ 75331 h 134063"/>
                <a:gd name="connsiteX23" fmla="*/ 80513 w 90098"/>
                <a:gd name="connsiteY23" fmla="*/ 81715 h 134063"/>
                <a:gd name="connsiteX24" fmla="*/ 74123 w 90098"/>
                <a:gd name="connsiteY24" fmla="*/ 88099 h 134063"/>
                <a:gd name="connsiteX25" fmla="*/ 15336 w 90098"/>
                <a:gd name="connsiteY25" fmla="*/ 88099 h 134063"/>
                <a:gd name="connsiteX26" fmla="*/ 8946 w 90098"/>
                <a:gd name="connsiteY26" fmla="*/ 81715 h 134063"/>
                <a:gd name="connsiteX27" fmla="*/ 15975 w 90098"/>
                <a:gd name="connsiteY27" fmla="*/ 75331 h 134063"/>
                <a:gd name="connsiteX28" fmla="*/ 15975 w 90098"/>
                <a:gd name="connsiteY28" fmla="*/ 75331 h 134063"/>
                <a:gd name="connsiteX29" fmla="*/ 15975 w 90098"/>
                <a:gd name="connsiteY29" fmla="*/ 104697 h 134063"/>
                <a:gd name="connsiteX30" fmla="*/ 74123 w 90098"/>
                <a:gd name="connsiteY30" fmla="*/ 104697 h 134063"/>
                <a:gd name="connsiteX31" fmla="*/ 80513 w 90098"/>
                <a:gd name="connsiteY31" fmla="*/ 111081 h 134063"/>
                <a:gd name="connsiteX32" fmla="*/ 74123 w 90098"/>
                <a:gd name="connsiteY32" fmla="*/ 117465 h 134063"/>
                <a:gd name="connsiteX33" fmla="*/ 15336 w 90098"/>
                <a:gd name="connsiteY33" fmla="*/ 117465 h 134063"/>
                <a:gd name="connsiteX34" fmla="*/ 8946 w 90098"/>
                <a:gd name="connsiteY34" fmla="*/ 111081 h 134063"/>
                <a:gd name="connsiteX35" fmla="*/ 15975 w 90098"/>
                <a:gd name="connsiteY35" fmla="*/ 104697 h 134063"/>
                <a:gd name="connsiteX36" fmla="*/ 15975 w 90098"/>
                <a:gd name="connsiteY36" fmla="*/ 104697 h 134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0098" h="134063">
                  <a:moveTo>
                    <a:pt x="0" y="134064"/>
                  </a:moveTo>
                  <a:lnTo>
                    <a:pt x="90098" y="134064"/>
                  </a:lnTo>
                  <a:lnTo>
                    <a:pt x="90098" y="0"/>
                  </a:lnTo>
                  <a:lnTo>
                    <a:pt x="0" y="0"/>
                  </a:lnTo>
                  <a:lnTo>
                    <a:pt x="0" y="134064"/>
                  </a:lnTo>
                  <a:close/>
                  <a:moveTo>
                    <a:pt x="15975" y="16598"/>
                  </a:moveTo>
                  <a:lnTo>
                    <a:pt x="74123" y="16598"/>
                  </a:lnTo>
                  <a:cubicBezTo>
                    <a:pt x="77957" y="16598"/>
                    <a:pt x="80513" y="19152"/>
                    <a:pt x="80513" y="22982"/>
                  </a:cubicBezTo>
                  <a:cubicBezTo>
                    <a:pt x="80513" y="26813"/>
                    <a:pt x="77957" y="29366"/>
                    <a:pt x="74123" y="29366"/>
                  </a:cubicBezTo>
                  <a:lnTo>
                    <a:pt x="15336" y="29366"/>
                  </a:lnTo>
                  <a:cubicBezTo>
                    <a:pt x="11502" y="29366"/>
                    <a:pt x="8946" y="26813"/>
                    <a:pt x="8946" y="22982"/>
                  </a:cubicBezTo>
                  <a:cubicBezTo>
                    <a:pt x="8946" y="19152"/>
                    <a:pt x="12141" y="16598"/>
                    <a:pt x="15975" y="16598"/>
                  </a:cubicBezTo>
                  <a:lnTo>
                    <a:pt x="15975" y="16598"/>
                  </a:lnTo>
                  <a:close/>
                  <a:moveTo>
                    <a:pt x="15975" y="45965"/>
                  </a:moveTo>
                  <a:lnTo>
                    <a:pt x="74123" y="45965"/>
                  </a:lnTo>
                  <a:cubicBezTo>
                    <a:pt x="77957" y="45965"/>
                    <a:pt x="80513" y="48518"/>
                    <a:pt x="80513" y="52349"/>
                  </a:cubicBezTo>
                  <a:cubicBezTo>
                    <a:pt x="80513" y="56179"/>
                    <a:pt x="77957" y="58733"/>
                    <a:pt x="74123" y="58733"/>
                  </a:cubicBezTo>
                  <a:lnTo>
                    <a:pt x="15336" y="58733"/>
                  </a:lnTo>
                  <a:cubicBezTo>
                    <a:pt x="11502" y="58733"/>
                    <a:pt x="8946" y="56179"/>
                    <a:pt x="8946" y="52349"/>
                  </a:cubicBezTo>
                  <a:cubicBezTo>
                    <a:pt x="8946" y="48518"/>
                    <a:pt x="12141" y="45965"/>
                    <a:pt x="15975" y="45965"/>
                  </a:cubicBezTo>
                  <a:lnTo>
                    <a:pt x="15975" y="45965"/>
                  </a:lnTo>
                  <a:close/>
                  <a:moveTo>
                    <a:pt x="15975" y="75331"/>
                  </a:moveTo>
                  <a:lnTo>
                    <a:pt x="74123" y="75331"/>
                  </a:lnTo>
                  <a:cubicBezTo>
                    <a:pt x="77957" y="75331"/>
                    <a:pt x="80513" y="77884"/>
                    <a:pt x="80513" y="81715"/>
                  </a:cubicBezTo>
                  <a:cubicBezTo>
                    <a:pt x="80513" y="85545"/>
                    <a:pt x="77957" y="88099"/>
                    <a:pt x="74123" y="88099"/>
                  </a:cubicBezTo>
                  <a:lnTo>
                    <a:pt x="15336" y="88099"/>
                  </a:lnTo>
                  <a:cubicBezTo>
                    <a:pt x="11502" y="88099"/>
                    <a:pt x="8946" y="85545"/>
                    <a:pt x="8946" y="81715"/>
                  </a:cubicBezTo>
                  <a:cubicBezTo>
                    <a:pt x="8946" y="77884"/>
                    <a:pt x="12141" y="75331"/>
                    <a:pt x="15975" y="75331"/>
                  </a:cubicBezTo>
                  <a:lnTo>
                    <a:pt x="15975" y="75331"/>
                  </a:lnTo>
                  <a:close/>
                  <a:moveTo>
                    <a:pt x="15975" y="104697"/>
                  </a:moveTo>
                  <a:lnTo>
                    <a:pt x="74123" y="104697"/>
                  </a:lnTo>
                  <a:cubicBezTo>
                    <a:pt x="77957" y="104697"/>
                    <a:pt x="80513" y="107251"/>
                    <a:pt x="80513" y="111081"/>
                  </a:cubicBezTo>
                  <a:cubicBezTo>
                    <a:pt x="80513" y="114912"/>
                    <a:pt x="77957" y="117465"/>
                    <a:pt x="74123" y="117465"/>
                  </a:cubicBezTo>
                  <a:lnTo>
                    <a:pt x="15336" y="117465"/>
                  </a:lnTo>
                  <a:cubicBezTo>
                    <a:pt x="11502" y="117465"/>
                    <a:pt x="8946" y="114912"/>
                    <a:pt x="8946" y="111081"/>
                  </a:cubicBezTo>
                  <a:cubicBezTo>
                    <a:pt x="8946" y="107251"/>
                    <a:pt x="12141" y="104697"/>
                    <a:pt x="15975" y="104697"/>
                  </a:cubicBezTo>
                  <a:lnTo>
                    <a:pt x="15975" y="104697"/>
                  </a:lnTo>
                  <a:close/>
                </a:path>
              </a:pathLst>
            </a:custGeom>
            <a:solidFill>
              <a:srgbClr val="007680"/>
            </a:solidFill>
            <a:ln w="6390" cap="flat">
              <a:noFill/>
              <a:prstDash val="solid"/>
              <a:miter/>
            </a:ln>
          </p:spPr>
          <p:txBody>
            <a:bodyPr rtlCol="0" anchor="ctr"/>
            <a:lstStyle/>
            <a:p>
              <a:endParaRPr lang="en-US"/>
            </a:p>
          </p:txBody>
        </p:sp>
        <p:sp>
          <p:nvSpPr>
            <p:cNvPr id="292" name="Graphic 4">
              <a:extLst>
                <a:ext uri="{FF2B5EF4-FFF2-40B4-BE49-F238E27FC236}">
                  <a16:creationId xmlns:a16="http://schemas.microsoft.com/office/drawing/2014/main" id="{4F8459C3-FE9F-474F-BFFA-A3C78B8447B4}"/>
                </a:ext>
              </a:extLst>
            </p:cNvPr>
            <p:cNvSpPr/>
            <p:nvPr/>
          </p:nvSpPr>
          <p:spPr>
            <a:xfrm>
              <a:off x="905454" y="28557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208951 w 362309"/>
                <a:gd name="connsiteY6" fmla="*/ 283449 h 361971"/>
                <a:gd name="connsiteX7" fmla="*/ 202561 w 362309"/>
                <a:gd name="connsiteY7" fmla="*/ 289833 h 361971"/>
                <a:gd name="connsiteX8" fmla="*/ 100322 w 362309"/>
                <a:gd name="connsiteY8" fmla="*/ 289833 h 361971"/>
                <a:gd name="connsiteX9" fmla="*/ 93932 w 362309"/>
                <a:gd name="connsiteY9" fmla="*/ 283449 h 361971"/>
                <a:gd name="connsiteX10" fmla="*/ 93932 w 362309"/>
                <a:gd name="connsiteY10" fmla="*/ 136617 h 361971"/>
                <a:gd name="connsiteX11" fmla="*/ 100322 w 362309"/>
                <a:gd name="connsiteY11" fmla="*/ 130233 h 361971"/>
                <a:gd name="connsiteX12" fmla="*/ 203200 w 362309"/>
                <a:gd name="connsiteY12" fmla="*/ 130233 h 361971"/>
                <a:gd name="connsiteX13" fmla="*/ 209590 w 362309"/>
                <a:gd name="connsiteY13" fmla="*/ 136617 h 361971"/>
                <a:gd name="connsiteX14" fmla="*/ 208951 w 362309"/>
                <a:gd name="connsiteY14" fmla="*/ 283449 h 361971"/>
                <a:gd name="connsiteX15" fmla="*/ 238345 w 362309"/>
                <a:gd name="connsiteY15" fmla="*/ 254082 h 361971"/>
                <a:gd name="connsiteX16" fmla="*/ 231955 w 362309"/>
                <a:gd name="connsiteY16" fmla="*/ 260466 h 361971"/>
                <a:gd name="connsiteX17" fmla="*/ 225565 w 362309"/>
                <a:gd name="connsiteY17" fmla="*/ 254082 h 361971"/>
                <a:gd name="connsiteX18" fmla="*/ 225565 w 362309"/>
                <a:gd name="connsiteY18" fmla="*/ 113635 h 361971"/>
                <a:gd name="connsiteX19" fmla="*/ 129716 w 362309"/>
                <a:gd name="connsiteY19" fmla="*/ 113635 h 361971"/>
                <a:gd name="connsiteX20" fmla="*/ 123326 w 362309"/>
                <a:gd name="connsiteY20" fmla="*/ 107251 h 361971"/>
                <a:gd name="connsiteX21" fmla="*/ 129716 w 362309"/>
                <a:gd name="connsiteY21" fmla="*/ 100867 h 361971"/>
                <a:gd name="connsiteX22" fmla="*/ 232594 w 362309"/>
                <a:gd name="connsiteY22" fmla="*/ 100867 h 361971"/>
                <a:gd name="connsiteX23" fmla="*/ 238984 w 362309"/>
                <a:gd name="connsiteY23" fmla="*/ 107251 h 361971"/>
                <a:gd name="connsiteX24" fmla="*/ 238345 w 362309"/>
                <a:gd name="connsiteY24" fmla="*/ 254082 h 361971"/>
                <a:gd name="connsiteX25" fmla="*/ 267738 w 362309"/>
                <a:gd name="connsiteY25" fmla="*/ 224716 h 361971"/>
                <a:gd name="connsiteX26" fmla="*/ 261348 w 362309"/>
                <a:gd name="connsiteY26" fmla="*/ 231100 h 361971"/>
                <a:gd name="connsiteX27" fmla="*/ 254959 w 362309"/>
                <a:gd name="connsiteY27" fmla="*/ 224716 h 361971"/>
                <a:gd name="connsiteX28" fmla="*/ 254959 w 362309"/>
                <a:gd name="connsiteY28" fmla="*/ 84268 h 361971"/>
                <a:gd name="connsiteX29" fmla="*/ 159110 w 362309"/>
                <a:gd name="connsiteY29" fmla="*/ 84268 h 361971"/>
                <a:gd name="connsiteX30" fmla="*/ 152720 w 362309"/>
                <a:gd name="connsiteY30" fmla="*/ 77884 h 361971"/>
                <a:gd name="connsiteX31" fmla="*/ 159110 w 362309"/>
                <a:gd name="connsiteY31" fmla="*/ 71500 h 361971"/>
                <a:gd name="connsiteX32" fmla="*/ 261987 w 362309"/>
                <a:gd name="connsiteY32" fmla="*/ 71500 h 361971"/>
                <a:gd name="connsiteX33" fmla="*/ 268377 w 362309"/>
                <a:gd name="connsiteY33" fmla="*/ 77884 h 361971"/>
                <a:gd name="connsiteX34" fmla="*/ 267738 w 362309"/>
                <a:gd name="connsiteY34" fmla="*/ 22471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2309" h="361971">
                  <a:moveTo>
                    <a:pt x="180835" y="0"/>
                  </a:moveTo>
                  <a:cubicBezTo>
                    <a:pt x="80513" y="0"/>
                    <a:pt x="0" y="81076"/>
                    <a:pt x="0" y="181305"/>
                  </a:cubicBezTo>
                  <a:cubicBezTo>
                    <a:pt x="0" y="281533"/>
                    <a:pt x="81152" y="361972"/>
                    <a:pt x="181474" y="361972"/>
                  </a:cubicBezTo>
                  <a:cubicBezTo>
                    <a:pt x="281157" y="361972"/>
                    <a:pt x="362309" y="280895"/>
                    <a:pt x="362309" y="180667"/>
                  </a:cubicBezTo>
                  <a:cubicBezTo>
                    <a:pt x="362309" y="80438"/>
                    <a:pt x="281157" y="0"/>
                    <a:pt x="180835" y="0"/>
                  </a:cubicBezTo>
                  <a:cubicBezTo>
                    <a:pt x="180835" y="0"/>
                    <a:pt x="180835" y="0"/>
                    <a:pt x="180835" y="0"/>
                  </a:cubicBezTo>
                  <a:close/>
                  <a:moveTo>
                    <a:pt x="208951" y="283449"/>
                  </a:moveTo>
                  <a:cubicBezTo>
                    <a:pt x="208951" y="287279"/>
                    <a:pt x="206395" y="289833"/>
                    <a:pt x="202561" y="289833"/>
                  </a:cubicBezTo>
                  <a:lnTo>
                    <a:pt x="100322" y="289833"/>
                  </a:lnTo>
                  <a:cubicBezTo>
                    <a:pt x="96488" y="289833"/>
                    <a:pt x="93932" y="287279"/>
                    <a:pt x="93932" y="283449"/>
                  </a:cubicBezTo>
                  <a:lnTo>
                    <a:pt x="93932" y="136617"/>
                  </a:lnTo>
                  <a:cubicBezTo>
                    <a:pt x="93932" y="132787"/>
                    <a:pt x="96488" y="130233"/>
                    <a:pt x="100322" y="130233"/>
                  </a:cubicBezTo>
                  <a:lnTo>
                    <a:pt x="203200" y="130233"/>
                  </a:lnTo>
                  <a:cubicBezTo>
                    <a:pt x="207034" y="130233"/>
                    <a:pt x="209590" y="132787"/>
                    <a:pt x="209590" y="136617"/>
                  </a:cubicBezTo>
                  <a:lnTo>
                    <a:pt x="208951" y="283449"/>
                  </a:lnTo>
                  <a:close/>
                  <a:moveTo>
                    <a:pt x="238345" y="254082"/>
                  </a:moveTo>
                  <a:cubicBezTo>
                    <a:pt x="238345" y="257913"/>
                    <a:pt x="235789" y="260466"/>
                    <a:pt x="231955" y="260466"/>
                  </a:cubicBezTo>
                  <a:cubicBezTo>
                    <a:pt x="228121" y="260466"/>
                    <a:pt x="225565" y="257913"/>
                    <a:pt x="225565" y="254082"/>
                  </a:cubicBezTo>
                  <a:lnTo>
                    <a:pt x="225565" y="113635"/>
                  </a:lnTo>
                  <a:lnTo>
                    <a:pt x="129716" y="113635"/>
                  </a:lnTo>
                  <a:cubicBezTo>
                    <a:pt x="125882" y="113635"/>
                    <a:pt x="123326" y="111081"/>
                    <a:pt x="123326" y="107251"/>
                  </a:cubicBezTo>
                  <a:cubicBezTo>
                    <a:pt x="123326" y="103420"/>
                    <a:pt x="125882" y="100867"/>
                    <a:pt x="129716" y="100867"/>
                  </a:cubicBezTo>
                  <a:lnTo>
                    <a:pt x="232594" y="100867"/>
                  </a:lnTo>
                  <a:cubicBezTo>
                    <a:pt x="236428" y="100867"/>
                    <a:pt x="238984" y="103420"/>
                    <a:pt x="238984" y="107251"/>
                  </a:cubicBezTo>
                  <a:lnTo>
                    <a:pt x="238345" y="254082"/>
                  </a:lnTo>
                  <a:close/>
                  <a:moveTo>
                    <a:pt x="267738" y="224716"/>
                  </a:moveTo>
                  <a:cubicBezTo>
                    <a:pt x="267738" y="228546"/>
                    <a:pt x="265182" y="231100"/>
                    <a:pt x="261348" y="231100"/>
                  </a:cubicBezTo>
                  <a:cubicBezTo>
                    <a:pt x="257514" y="231100"/>
                    <a:pt x="254959" y="228546"/>
                    <a:pt x="254959" y="224716"/>
                  </a:cubicBezTo>
                  <a:lnTo>
                    <a:pt x="254959" y="84268"/>
                  </a:lnTo>
                  <a:lnTo>
                    <a:pt x="159110" y="84268"/>
                  </a:lnTo>
                  <a:cubicBezTo>
                    <a:pt x="155275" y="84268"/>
                    <a:pt x="152720" y="81715"/>
                    <a:pt x="152720" y="77884"/>
                  </a:cubicBezTo>
                  <a:cubicBezTo>
                    <a:pt x="152720" y="74054"/>
                    <a:pt x="155275" y="71500"/>
                    <a:pt x="159110" y="71500"/>
                  </a:cubicBezTo>
                  <a:lnTo>
                    <a:pt x="261987" y="71500"/>
                  </a:lnTo>
                  <a:cubicBezTo>
                    <a:pt x="265821" y="71500"/>
                    <a:pt x="268377" y="74054"/>
                    <a:pt x="268377" y="77884"/>
                  </a:cubicBezTo>
                  <a:lnTo>
                    <a:pt x="267738" y="224716"/>
                  </a:lnTo>
                  <a:close/>
                </a:path>
              </a:pathLst>
            </a:custGeom>
            <a:solidFill>
              <a:srgbClr val="007680"/>
            </a:solidFill>
            <a:ln w="6390" cap="flat">
              <a:noFill/>
              <a:prstDash val="solid"/>
              <a:miter/>
            </a:ln>
          </p:spPr>
          <p:txBody>
            <a:bodyPr rtlCol="0" anchor="ctr"/>
            <a:lstStyle/>
            <a:p>
              <a:endParaRPr lang="en-US"/>
            </a:p>
          </p:txBody>
        </p:sp>
      </p:grpSp>
      <p:grpSp>
        <p:nvGrpSpPr>
          <p:cNvPr id="293" name="Graphic 4">
            <a:extLst>
              <a:ext uri="{FF2B5EF4-FFF2-40B4-BE49-F238E27FC236}">
                <a16:creationId xmlns:a16="http://schemas.microsoft.com/office/drawing/2014/main" id="{3FC20AB1-77C6-C846-B1D3-AAF7890DCB3B}"/>
              </a:ext>
            </a:extLst>
          </p:cNvPr>
          <p:cNvGrpSpPr>
            <a:grpSpLocks noChangeAspect="1"/>
          </p:cNvGrpSpPr>
          <p:nvPr/>
        </p:nvGrpSpPr>
        <p:grpSpPr>
          <a:xfrm>
            <a:off x="9278827" y="2855717"/>
            <a:ext cx="362309" cy="361971"/>
            <a:chOff x="9278827" y="2855717"/>
            <a:chExt cx="362309" cy="361971"/>
          </a:xfrm>
          <a:solidFill>
            <a:srgbClr val="0097A9"/>
          </a:solidFill>
        </p:grpSpPr>
        <p:sp>
          <p:nvSpPr>
            <p:cNvPr id="294" name="Graphic 4">
              <a:extLst>
                <a:ext uri="{FF2B5EF4-FFF2-40B4-BE49-F238E27FC236}">
                  <a16:creationId xmlns:a16="http://schemas.microsoft.com/office/drawing/2014/main" id="{C7830CBD-4387-2041-B9D1-9289C1AAB390}"/>
                </a:ext>
              </a:extLst>
            </p:cNvPr>
            <p:cNvSpPr/>
            <p:nvPr/>
          </p:nvSpPr>
          <p:spPr>
            <a:xfrm>
              <a:off x="9393207" y="2954669"/>
              <a:ext cx="133549" cy="179389"/>
            </a:xfrm>
            <a:custGeom>
              <a:avLst/>
              <a:gdLst>
                <a:gd name="connsiteX0" fmla="*/ 103517 w 133549"/>
                <a:gd name="connsiteY0" fmla="*/ 8938 h 179389"/>
                <a:gd name="connsiteX1" fmla="*/ 97127 w 133549"/>
                <a:gd name="connsiteY1" fmla="*/ 15322 h 179389"/>
                <a:gd name="connsiteX2" fmla="*/ 36422 w 133549"/>
                <a:gd name="connsiteY2" fmla="*/ 15322 h 179389"/>
                <a:gd name="connsiteX3" fmla="*/ 30032 w 133549"/>
                <a:gd name="connsiteY3" fmla="*/ 8938 h 179389"/>
                <a:gd name="connsiteX4" fmla="*/ 30032 w 133549"/>
                <a:gd name="connsiteY4" fmla="*/ 0 h 179389"/>
                <a:gd name="connsiteX5" fmla="*/ 0 w 133549"/>
                <a:gd name="connsiteY5" fmla="*/ 0 h 179389"/>
                <a:gd name="connsiteX6" fmla="*/ 0 w 133549"/>
                <a:gd name="connsiteY6" fmla="*/ 179390 h 179389"/>
                <a:gd name="connsiteX7" fmla="*/ 133550 w 133549"/>
                <a:gd name="connsiteY7" fmla="*/ 179390 h 179389"/>
                <a:gd name="connsiteX8" fmla="*/ 133550 w 133549"/>
                <a:gd name="connsiteY8" fmla="*/ 0 h 179389"/>
                <a:gd name="connsiteX9" fmla="*/ 103517 w 133549"/>
                <a:gd name="connsiteY9" fmla="*/ 0 h 179389"/>
                <a:gd name="connsiteX10" fmla="*/ 103517 w 133549"/>
                <a:gd name="connsiteY10" fmla="*/ 8938 h 17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549" h="179389">
                  <a:moveTo>
                    <a:pt x="103517" y="8938"/>
                  </a:moveTo>
                  <a:cubicBezTo>
                    <a:pt x="103517" y="12768"/>
                    <a:pt x="100961" y="15322"/>
                    <a:pt x="97127" y="15322"/>
                  </a:cubicBezTo>
                  <a:lnTo>
                    <a:pt x="36422" y="15322"/>
                  </a:lnTo>
                  <a:cubicBezTo>
                    <a:pt x="32589" y="15322"/>
                    <a:pt x="30032" y="12768"/>
                    <a:pt x="30032" y="8938"/>
                  </a:cubicBezTo>
                  <a:lnTo>
                    <a:pt x="30032" y="0"/>
                  </a:lnTo>
                  <a:lnTo>
                    <a:pt x="0" y="0"/>
                  </a:lnTo>
                  <a:lnTo>
                    <a:pt x="0" y="179390"/>
                  </a:lnTo>
                  <a:lnTo>
                    <a:pt x="133550" y="179390"/>
                  </a:lnTo>
                  <a:lnTo>
                    <a:pt x="133550" y="0"/>
                  </a:lnTo>
                  <a:lnTo>
                    <a:pt x="103517" y="0"/>
                  </a:lnTo>
                  <a:lnTo>
                    <a:pt x="103517" y="8938"/>
                  </a:lnTo>
                  <a:close/>
                </a:path>
              </a:pathLst>
            </a:custGeom>
            <a:solidFill>
              <a:srgbClr val="0097A9"/>
            </a:solidFill>
            <a:ln w="6390" cap="flat">
              <a:noFill/>
              <a:prstDash val="solid"/>
              <a:miter/>
            </a:ln>
          </p:spPr>
          <p:txBody>
            <a:bodyPr rtlCol="0" anchor="ctr"/>
            <a:lstStyle/>
            <a:p>
              <a:endParaRPr lang="en-US"/>
            </a:p>
          </p:txBody>
        </p:sp>
        <p:sp>
          <p:nvSpPr>
            <p:cNvPr id="295" name="Graphic 4">
              <a:extLst>
                <a:ext uri="{FF2B5EF4-FFF2-40B4-BE49-F238E27FC236}">
                  <a16:creationId xmlns:a16="http://schemas.microsoft.com/office/drawing/2014/main" id="{AA693F96-1FCB-AF4B-8C54-80DCB3197F05}"/>
                </a:ext>
              </a:extLst>
            </p:cNvPr>
            <p:cNvSpPr/>
            <p:nvPr/>
          </p:nvSpPr>
          <p:spPr>
            <a:xfrm>
              <a:off x="9278827" y="28557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60710 w 362309"/>
                <a:gd name="connsiteY6" fmla="*/ 284725 h 361971"/>
                <a:gd name="connsiteX7" fmla="*/ 254320 w 362309"/>
                <a:gd name="connsiteY7" fmla="*/ 291109 h 361971"/>
                <a:gd name="connsiteX8" fmla="*/ 107990 w 362309"/>
                <a:gd name="connsiteY8" fmla="*/ 291109 h 361971"/>
                <a:gd name="connsiteX9" fmla="*/ 101600 w 362309"/>
                <a:gd name="connsiteY9" fmla="*/ 284725 h 361971"/>
                <a:gd name="connsiteX10" fmla="*/ 101600 w 362309"/>
                <a:gd name="connsiteY10" fmla="*/ 92568 h 361971"/>
                <a:gd name="connsiteX11" fmla="*/ 107990 w 362309"/>
                <a:gd name="connsiteY11" fmla="*/ 86184 h 361971"/>
                <a:gd name="connsiteX12" fmla="*/ 144412 w 362309"/>
                <a:gd name="connsiteY12" fmla="*/ 86184 h 361971"/>
                <a:gd name="connsiteX13" fmla="*/ 144412 w 362309"/>
                <a:gd name="connsiteY13" fmla="*/ 76608 h 361971"/>
                <a:gd name="connsiteX14" fmla="*/ 150802 w 362309"/>
                <a:gd name="connsiteY14" fmla="*/ 70224 h 361971"/>
                <a:gd name="connsiteX15" fmla="*/ 211507 w 362309"/>
                <a:gd name="connsiteY15" fmla="*/ 70224 h 361971"/>
                <a:gd name="connsiteX16" fmla="*/ 217897 w 362309"/>
                <a:gd name="connsiteY16" fmla="*/ 76608 h 361971"/>
                <a:gd name="connsiteX17" fmla="*/ 217897 w 362309"/>
                <a:gd name="connsiteY17" fmla="*/ 86184 h 361971"/>
                <a:gd name="connsiteX18" fmla="*/ 254320 w 362309"/>
                <a:gd name="connsiteY18" fmla="*/ 86184 h 361971"/>
                <a:gd name="connsiteX19" fmla="*/ 260710 w 362309"/>
                <a:gd name="connsiteY19" fmla="*/ 92568 h 361971"/>
                <a:gd name="connsiteX20" fmla="*/ 260710 w 362309"/>
                <a:gd name="connsiteY20" fmla="*/ 28472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2309" h="361971">
                  <a:moveTo>
                    <a:pt x="181474" y="0"/>
                  </a:moveTo>
                  <a:cubicBezTo>
                    <a:pt x="81153" y="0"/>
                    <a:pt x="0" y="81076"/>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6"/>
                    <a:pt x="281157" y="0"/>
                    <a:pt x="181474" y="0"/>
                  </a:cubicBezTo>
                  <a:close/>
                  <a:moveTo>
                    <a:pt x="260710" y="284725"/>
                  </a:moveTo>
                  <a:cubicBezTo>
                    <a:pt x="260710" y="288556"/>
                    <a:pt x="258154" y="291109"/>
                    <a:pt x="254320" y="291109"/>
                  </a:cubicBezTo>
                  <a:lnTo>
                    <a:pt x="107990" y="291109"/>
                  </a:lnTo>
                  <a:cubicBezTo>
                    <a:pt x="104156" y="291109"/>
                    <a:pt x="101600" y="288556"/>
                    <a:pt x="101600" y="284725"/>
                  </a:cubicBezTo>
                  <a:lnTo>
                    <a:pt x="101600" y="92568"/>
                  </a:lnTo>
                  <a:cubicBezTo>
                    <a:pt x="101600" y="88737"/>
                    <a:pt x="104156" y="86184"/>
                    <a:pt x="107990" y="86184"/>
                  </a:cubicBezTo>
                  <a:lnTo>
                    <a:pt x="144412" y="86184"/>
                  </a:lnTo>
                  <a:lnTo>
                    <a:pt x="144412" y="76608"/>
                  </a:lnTo>
                  <a:cubicBezTo>
                    <a:pt x="144412" y="72777"/>
                    <a:pt x="146969" y="70224"/>
                    <a:pt x="150802" y="70224"/>
                  </a:cubicBezTo>
                  <a:lnTo>
                    <a:pt x="211507" y="70224"/>
                  </a:lnTo>
                  <a:cubicBezTo>
                    <a:pt x="215341" y="70224"/>
                    <a:pt x="217897" y="72777"/>
                    <a:pt x="217897" y="76608"/>
                  </a:cubicBezTo>
                  <a:lnTo>
                    <a:pt x="217897" y="86184"/>
                  </a:lnTo>
                  <a:lnTo>
                    <a:pt x="254320" y="86184"/>
                  </a:lnTo>
                  <a:cubicBezTo>
                    <a:pt x="258154" y="86184"/>
                    <a:pt x="260710" y="88737"/>
                    <a:pt x="260710" y="92568"/>
                  </a:cubicBezTo>
                  <a:lnTo>
                    <a:pt x="260710" y="284725"/>
                  </a:lnTo>
                  <a:close/>
                </a:path>
              </a:pathLst>
            </a:custGeom>
            <a:solidFill>
              <a:srgbClr val="0097A9"/>
            </a:solidFill>
            <a:ln w="6390" cap="flat">
              <a:noFill/>
              <a:prstDash val="solid"/>
              <a:miter/>
            </a:ln>
          </p:spPr>
          <p:txBody>
            <a:bodyPr rtlCol="0" anchor="ctr"/>
            <a:lstStyle/>
            <a:p>
              <a:endParaRPr lang="en-US"/>
            </a:p>
          </p:txBody>
        </p:sp>
        <p:sp>
          <p:nvSpPr>
            <p:cNvPr id="296" name="Graphic 4">
              <a:extLst>
                <a:ext uri="{FF2B5EF4-FFF2-40B4-BE49-F238E27FC236}">
                  <a16:creationId xmlns:a16="http://schemas.microsoft.com/office/drawing/2014/main" id="{7D928AC2-BE8E-5645-9524-5F636ADF8BAF}"/>
                </a:ext>
              </a:extLst>
            </p:cNvPr>
            <p:cNvSpPr/>
            <p:nvPr/>
          </p:nvSpPr>
          <p:spPr>
            <a:xfrm>
              <a:off x="9436020" y="2938709"/>
              <a:ext cx="47924" cy="18513"/>
            </a:xfrm>
            <a:custGeom>
              <a:avLst/>
              <a:gdLst>
                <a:gd name="connsiteX0" fmla="*/ 0 w 47924"/>
                <a:gd name="connsiteY0" fmla="*/ 0 h 18513"/>
                <a:gd name="connsiteX1" fmla="*/ 47924 w 47924"/>
                <a:gd name="connsiteY1" fmla="*/ 0 h 18513"/>
                <a:gd name="connsiteX2" fmla="*/ 47924 w 47924"/>
                <a:gd name="connsiteY2" fmla="*/ 18514 h 18513"/>
                <a:gd name="connsiteX3" fmla="*/ 0 w 47924"/>
                <a:gd name="connsiteY3" fmla="*/ 18514 h 18513"/>
              </a:gdLst>
              <a:ahLst/>
              <a:cxnLst>
                <a:cxn ang="0">
                  <a:pos x="connsiteX0" y="connsiteY0"/>
                </a:cxn>
                <a:cxn ang="0">
                  <a:pos x="connsiteX1" y="connsiteY1"/>
                </a:cxn>
                <a:cxn ang="0">
                  <a:pos x="connsiteX2" y="connsiteY2"/>
                </a:cxn>
                <a:cxn ang="0">
                  <a:pos x="connsiteX3" y="connsiteY3"/>
                </a:cxn>
              </a:cxnLst>
              <a:rect l="l" t="t" r="r" b="b"/>
              <a:pathLst>
                <a:path w="47924" h="18513">
                  <a:moveTo>
                    <a:pt x="0" y="0"/>
                  </a:moveTo>
                  <a:lnTo>
                    <a:pt x="47924" y="0"/>
                  </a:lnTo>
                  <a:lnTo>
                    <a:pt x="47924" y="18514"/>
                  </a:lnTo>
                  <a:lnTo>
                    <a:pt x="0" y="18514"/>
                  </a:lnTo>
                  <a:close/>
                </a:path>
              </a:pathLst>
            </a:custGeom>
            <a:solidFill>
              <a:srgbClr val="0097A9"/>
            </a:solidFill>
            <a:ln w="6390" cap="flat">
              <a:noFill/>
              <a:prstDash val="solid"/>
              <a:miter/>
            </a:ln>
          </p:spPr>
          <p:txBody>
            <a:bodyPr rtlCol="0" anchor="ctr"/>
            <a:lstStyle/>
            <a:p>
              <a:endParaRPr lang="en-US"/>
            </a:p>
          </p:txBody>
        </p:sp>
      </p:grpSp>
      <p:grpSp>
        <p:nvGrpSpPr>
          <p:cNvPr id="297" name="Graphic 4">
            <a:extLst>
              <a:ext uri="{FF2B5EF4-FFF2-40B4-BE49-F238E27FC236}">
                <a16:creationId xmlns:a16="http://schemas.microsoft.com/office/drawing/2014/main" id="{2641D472-9AD2-1046-8DE7-0763D34289B3}"/>
              </a:ext>
            </a:extLst>
          </p:cNvPr>
          <p:cNvGrpSpPr>
            <a:grpSpLocks noChangeAspect="1"/>
          </p:cNvGrpSpPr>
          <p:nvPr/>
        </p:nvGrpSpPr>
        <p:grpSpPr>
          <a:xfrm>
            <a:off x="8840477" y="1885990"/>
            <a:ext cx="362312" cy="361971"/>
            <a:chOff x="8840477" y="1885990"/>
            <a:chExt cx="362312" cy="361971"/>
          </a:xfrm>
          <a:solidFill>
            <a:srgbClr val="0097A9"/>
          </a:solidFill>
        </p:grpSpPr>
        <p:sp>
          <p:nvSpPr>
            <p:cNvPr id="298" name="Graphic 4">
              <a:extLst>
                <a:ext uri="{FF2B5EF4-FFF2-40B4-BE49-F238E27FC236}">
                  <a16:creationId xmlns:a16="http://schemas.microsoft.com/office/drawing/2014/main" id="{C9FFDE63-25E7-364A-A171-9DCCD5D3FBBC}"/>
                </a:ext>
              </a:extLst>
            </p:cNvPr>
            <p:cNvSpPr/>
            <p:nvPr/>
          </p:nvSpPr>
          <p:spPr>
            <a:xfrm>
              <a:off x="8840477" y="1885990"/>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8565 h 361971"/>
                <a:gd name="connsiteX7" fmla="*/ 12780 w 362312"/>
                <a:gd name="connsiteY7" fmla="*/ 180667 h 361971"/>
                <a:gd name="connsiteX8" fmla="*/ 180836 w 362312"/>
                <a:gd name="connsiteY8" fmla="*/ 12130 h 361971"/>
                <a:gd name="connsiteX9" fmla="*/ 349529 w 362312"/>
                <a:gd name="connsiteY9" fmla="*/ 180028 h 361971"/>
                <a:gd name="connsiteX10" fmla="*/ 349529 w 362312"/>
                <a:gd name="connsiteY10" fmla="*/ 180028 h 361971"/>
                <a:gd name="connsiteX11" fmla="*/ 181474 w 362312"/>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0438"/>
                    <a:pt x="281796" y="0"/>
                    <a:pt x="181474" y="0"/>
                  </a:cubicBezTo>
                  <a:close/>
                  <a:moveTo>
                    <a:pt x="181474" y="348565"/>
                  </a:moveTo>
                  <a:cubicBezTo>
                    <a:pt x="88181" y="348565"/>
                    <a:pt x="12780" y="273235"/>
                    <a:pt x="12780" y="180667"/>
                  </a:cubicBezTo>
                  <a:cubicBezTo>
                    <a:pt x="12780" y="87461"/>
                    <a:pt x="88181" y="12130"/>
                    <a:pt x="180836" y="12130"/>
                  </a:cubicBezTo>
                  <a:cubicBezTo>
                    <a:pt x="274128" y="12130"/>
                    <a:pt x="349529" y="87461"/>
                    <a:pt x="349529" y="180028"/>
                  </a:cubicBezTo>
                  <a:cubicBezTo>
                    <a:pt x="349529" y="180028"/>
                    <a:pt x="349529" y="180028"/>
                    <a:pt x="349529" y="180028"/>
                  </a:cubicBezTo>
                  <a:cubicBezTo>
                    <a:pt x="350169" y="273235"/>
                    <a:pt x="274767" y="348565"/>
                    <a:pt x="181474" y="348565"/>
                  </a:cubicBezTo>
                  <a:close/>
                </a:path>
              </a:pathLst>
            </a:custGeom>
            <a:solidFill>
              <a:srgbClr val="0097A9"/>
            </a:solidFill>
            <a:ln w="6390" cap="flat">
              <a:noFill/>
              <a:prstDash val="solid"/>
              <a:miter/>
            </a:ln>
          </p:spPr>
          <p:txBody>
            <a:bodyPr rtlCol="0" anchor="ctr"/>
            <a:lstStyle/>
            <a:p>
              <a:endParaRPr lang="en-US"/>
            </a:p>
          </p:txBody>
        </p:sp>
        <p:sp>
          <p:nvSpPr>
            <p:cNvPr id="299" name="Graphic 4">
              <a:extLst>
                <a:ext uri="{FF2B5EF4-FFF2-40B4-BE49-F238E27FC236}">
                  <a16:creationId xmlns:a16="http://schemas.microsoft.com/office/drawing/2014/main" id="{431B6D77-4CCF-6F48-AD03-CE277E597A30}"/>
                </a:ext>
              </a:extLst>
            </p:cNvPr>
            <p:cNvSpPr/>
            <p:nvPr/>
          </p:nvSpPr>
          <p:spPr>
            <a:xfrm>
              <a:off x="8947349" y="1952622"/>
              <a:ext cx="150163" cy="227669"/>
            </a:xfrm>
            <a:custGeom>
              <a:avLst/>
              <a:gdLst>
                <a:gd name="connsiteX0" fmla="*/ 146170 w 150163"/>
                <a:gd name="connsiteY0" fmla="*/ 29128 h 227669"/>
                <a:gd name="connsiteX1" fmla="*/ 72047 w 150163"/>
                <a:gd name="connsiteY1" fmla="*/ 400 h 227669"/>
                <a:gd name="connsiteX2" fmla="*/ 63739 w 150163"/>
                <a:gd name="connsiteY2" fmla="*/ 4230 h 227669"/>
                <a:gd name="connsiteX3" fmla="*/ 57989 w 150163"/>
                <a:gd name="connsiteY3" fmla="*/ 18914 h 227669"/>
                <a:gd name="connsiteX4" fmla="*/ 57989 w 150163"/>
                <a:gd name="connsiteY4" fmla="*/ 24021 h 227669"/>
                <a:gd name="connsiteX5" fmla="*/ 61823 w 150163"/>
                <a:gd name="connsiteY5" fmla="*/ 31682 h 227669"/>
                <a:gd name="connsiteX6" fmla="*/ 38819 w 150163"/>
                <a:gd name="connsiteY6" fmla="*/ 91691 h 227669"/>
                <a:gd name="connsiteX7" fmla="*/ 18371 w 150163"/>
                <a:gd name="connsiteY7" fmla="*/ 91053 h 227669"/>
                <a:gd name="connsiteX8" fmla="*/ 11981 w 150163"/>
                <a:gd name="connsiteY8" fmla="*/ 94883 h 227669"/>
                <a:gd name="connsiteX9" fmla="*/ 480 w 150163"/>
                <a:gd name="connsiteY9" fmla="*/ 124249 h 227669"/>
                <a:gd name="connsiteX10" fmla="*/ 480 w 150163"/>
                <a:gd name="connsiteY10" fmla="*/ 129356 h 227669"/>
                <a:gd name="connsiteX11" fmla="*/ 4314 w 150163"/>
                <a:gd name="connsiteY11" fmla="*/ 132548 h 227669"/>
                <a:gd name="connsiteX12" fmla="*/ 50321 w 150163"/>
                <a:gd name="connsiteY12" fmla="*/ 150423 h 227669"/>
                <a:gd name="connsiteX13" fmla="*/ 24122 w 150163"/>
                <a:gd name="connsiteY13" fmla="*/ 218732 h 227669"/>
                <a:gd name="connsiteX14" fmla="*/ 27956 w 150163"/>
                <a:gd name="connsiteY14" fmla="*/ 227031 h 227669"/>
                <a:gd name="connsiteX15" fmla="*/ 27956 w 150163"/>
                <a:gd name="connsiteY15" fmla="*/ 227031 h 227669"/>
                <a:gd name="connsiteX16" fmla="*/ 30512 w 150163"/>
                <a:gd name="connsiteY16" fmla="*/ 227670 h 227669"/>
                <a:gd name="connsiteX17" fmla="*/ 36263 w 150163"/>
                <a:gd name="connsiteY17" fmla="*/ 223839 h 227669"/>
                <a:gd name="connsiteX18" fmla="*/ 62462 w 150163"/>
                <a:gd name="connsiteY18" fmla="*/ 155531 h 227669"/>
                <a:gd name="connsiteX19" fmla="*/ 108469 w 150163"/>
                <a:gd name="connsiteY19" fmla="*/ 173406 h 227669"/>
                <a:gd name="connsiteX20" fmla="*/ 111025 w 150163"/>
                <a:gd name="connsiteY20" fmla="*/ 174044 h 227669"/>
                <a:gd name="connsiteX21" fmla="*/ 113581 w 150163"/>
                <a:gd name="connsiteY21" fmla="*/ 173406 h 227669"/>
                <a:gd name="connsiteX22" fmla="*/ 116776 w 150163"/>
                <a:gd name="connsiteY22" fmla="*/ 169575 h 227669"/>
                <a:gd name="connsiteX23" fmla="*/ 128278 w 150163"/>
                <a:gd name="connsiteY23" fmla="*/ 140209 h 227669"/>
                <a:gd name="connsiteX24" fmla="*/ 126361 w 150163"/>
                <a:gd name="connsiteY24" fmla="*/ 133187 h 227669"/>
                <a:gd name="connsiteX25" fmla="*/ 110386 w 150163"/>
                <a:gd name="connsiteY25" fmla="*/ 120419 h 227669"/>
                <a:gd name="connsiteX26" fmla="*/ 133390 w 150163"/>
                <a:gd name="connsiteY26" fmla="*/ 60409 h 227669"/>
                <a:gd name="connsiteX27" fmla="*/ 141058 w 150163"/>
                <a:gd name="connsiteY27" fmla="*/ 57217 h 227669"/>
                <a:gd name="connsiteX28" fmla="*/ 144253 w 150163"/>
                <a:gd name="connsiteY28" fmla="*/ 54025 h 227669"/>
                <a:gd name="connsiteX29" fmla="*/ 150004 w 150163"/>
                <a:gd name="connsiteY29" fmla="*/ 39342 h 227669"/>
                <a:gd name="connsiteX30" fmla="*/ 146170 w 150163"/>
                <a:gd name="connsiteY30" fmla="*/ 29128 h 227669"/>
                <a:gd name="connsiteX31" fmla="*/ 146170 w 150163"/>
                <a:gd name="connsiteY31" fmla="*/ 29128 h 227669"/>
                <a:gd name="connsiteX32" fmla="*/ 133390 w 150163"/>
                <a:gd name="connsiteY32" fmla="*/ 45088 h 227669"/>
                <a:gd name="connsiteX33" fmla="*/ 125722 w 150163"/>
                <a:gd name="connsiteY33" fmla="*/ 48280 h 227669"/>
                <a:gd name="connsiteX34" fmla="*/ 122527 w 150163"/>
                <a:gd name="connsiteY34" fmla="*/ 52110 h 227669"/>
                <a:gd name="connsiteX35" fmla="*/ 96968 w 150163"/>
                <a:gd name="connsiteY35" fmla="*/ 119142 h 227669"/>
                <a:gd name="connsiteX36" fmla="*/ 98884 w 150163"/>
                <a:gd name="connsiteY36" fmla="*/ 126164 h 227669"/>
                <a:gd name="connsiteX37" fmla="*/ 114859 w 150163"/>
                <a:gd name="connsiteY37" fmla="*/ 138932 h 227669"/>
                <a:gd name="connsiteX38" fmla="*/ 107191 w 150163"/>
                <a:gd name="connsiteY38" fmla="*/ 158084 h 227669"/>
                <a:gd name="connsiteX39" fmla="*/ 15176 w 150163"/>
                <a:gd name="connsiteY39" fmla="*/ 122972 h 227669"/>
                <a:gd name="connsiteX40" fmla="*/ 22844 w 150163"/>
                <a:gd name="connsiteY40" fmla="*/ 103820 h 227669"/>
                <a:gd name="connsiteX41" fmla="*/ 43292 w 150163"/>
                <a:gd name="connsiteY41" fmla="*/ 104459 h 227669"/>
                <a:gd name="connsiteX42" fmla="*/ 49682 w 150163"/>
                <a:gd name="connsiteY42" fmla="*/ 100628 h 227669"/>
                <a:gd name="connsiteX43" fmla="*/ 75242 w 150163"/>
                <a:gd name="connsiteY43" fmla="*/ 33597 h 227669"/>
                <a:gd name="connsiteX44" fmla="*/ 75242 w 150163"/>
                <a:gd name="connsiteY44" fmla="*/ 28490 h 227669"/>
                <a:gd name="connsiteX45" fmla="*/ 71408 w 150163"/>
                <a:gd name="connsiteY45" fmla="*/ 20829 h 227669"/>
                <a:gd name="connsiteX46" fmla="*/ 73964 w 150163"/>
                <a:gd name="connsiteY46" fmla="*/ 14445 h 227669"/>
                <a:gd name="connsiteX47" fmla="*/ 136585 w 150163"/>
                <a:gd name="connsiteY47" fmla="*/ 38066 h 227669"/>
                <a:gd name="connsiteX48" fmla="*/ 133390 w 150163"/>
                <a:gd name="connsiteY48" fmla="*/ 45088 h 227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50163" h="227669">
                  <a:moveTo>
                    <a:pt x="146170" y="29128"/>
                  </a:moveTo>
                  <a:lnTo>
                    <a:pt x="72047" y="400"/>
                  </a:lnTo>
                  <a:cubicBezTo>
                    <a:pt x="68852" y="-877"/>
                    <a:pt x="65018" y="1038"/>
                    <a:pt x="63739" y="4230"/>
                  </a:cubicBezTo>
                  <a:lnTo>
                    <a:pt x="57989" y="18914"/>
                  </a:lnTo>
                  <a:cubicBezTo>
                    <a:pt x="57350" y="20190"/>
                    <a:pt x="57350" y="22106"/>
                    <a:pt x="57989" y="24021"/>
                  </a:cubicBezTo>
                  <a:lnTo>
                    <a:pt x="61823" y="31682"/>
                  </a:lnTo>
                  <a:lnTo>
                    <a:pt x="38819" y="91691"/>
                  </a:lnTo>
                  <a:lnTo>
                    <a:pt x="18371" y="91053"/>
                  </a:lnTo>
                  <a:cubicBezTo>
                    <a:pt x="15815" y="91053"/>
                    <a:pt x="13260" y="92329"/>
                    <a:pt x="11981" y="94883"/>
                  </a:cubicBezTo>
                  <a:lnTo>
                    <a:pt x="480" y="124249"/>
                  </a:lnTo>
                  <a:cubicBezTo>
                    <a:pt x="-160" y="125526"/>
                    <a:pt x="-160" y="127441"/>
                    <a:pt x="480" y="129356"/>
                  </a:cubicBezTo>
                  <a:cubicBezTo>
                    <a:pt x="1119" y="130633"/>
                    <a:pt x="2396" y="131910"/>
                    <a:pt x="4314" y="132548"/>
                  </a:cubicBezTo>
                  <a:lnTo>
                    <a:pt x="50321" y="150423"/>
                  </a:lnTo>
                  <a:lnTo>
                    <a:pt x="24122" y="218732"/>
                  </a:lnTo>
                  <a:cubicBezTo>
                    <a:pt x="22844" y="221924"/>
                    <a:pt x="24761" y="225755"/>
                    <a:pt x="27956" y="227031"/>
                  </a:cubicBezTo>
                  <a:cubicBezTo>
                    <a:pt x="27956" y="227031"/>
                    <a:pt x="27956" y="227031"/>
                    <a:pt x="27956" y="227031"/>
                  </a:cubicBezTo>
                  <a:cubicBezTo>
                    <a:pt x="28595" y="227031"/>
                    <a:pt x="29234" y="227670"/>
                    <a:pt x="30512" y="227670"/>
                  </a:cubicBezTo>
                  <a:cubicBezTo>
                    <a:pt x="33068" y="227670"/>
                    <a:pt x="35624" y="225755"/>
                    <a:pt x="36263" y="223839"/>
                  </a:cubicBezTo>
                  <a:lnTo>
                    <a:pt x="62462" y="155531"/>
                  </a:lnTo>
                  <a:lnTo>
                    <a:pt x="108469" y="173406"/>
                  </a:lnTo>
                  <a:cubicBezTo>
                    <a:pt x="109109" y="173406"/>
                    <a:pt x="109747" y="174044"/>
                    <a:pt x="111025" y="174044"/>
                  </a:cubicBezTo>
                  <a:cubicBezTo>
                    <a:pt x="111664" y="174044"/>
                    <a:pt x="112942" y="174044"/>
                    <a:pt x="113581" y="173406"/>
                  </a:cubicBezTo>
                  <a:cubicBezTo>
                    <a:pt x="114859" y="172767"/>
                    <a:pt x="116137" y="171491"/>
                    <a:pt x="116776" y="169575"/>
                  </a:cubicBezTo>
                  <a:lnTo>
                    <a:pt x="128278" y="140209"/>
                  </a:lnTo>
                  <a:cubicBezTo>
                    <a:pt x="129556" y="137656"/>
                    <a:pt x="128278" y="134464"/>
                    <a:pt x="126361" y="133187"/>
                  </a:cubicBezTo>
                  <a:lnTo>
                    <a:pt x="110386" y="120419"/>
                  </a:lnTo>
                  <a:lnTo>
                    <a:pt x="133390" y="60409"/>
                  </a:lnTo>
                  <a:lnTo>
                    <a:pt x="141058" y="57217"/>
                  </a:lnTo>
                  <a:cubicBezTo>
                    <a:pt x="142336" y="56579"/>
                    <a:pt x="143614" y="55302"/>
                    <a:pt x="144253" y="54025"/>
                  </a:cubicBezTo>
                  <a:lnTo>
                    <a:pt x="150004" y="39342"/>
                  </a:lnTo>
                  <a:cubicBezTo>
                    <a:pt x="150643" y="34235"/>
                    <a:pt x="149365" y="30405"/>
                    <a:pt x="146170" y="29128"/>
                  </a:cubicBezTo>
                  <a:cubicBezTo>
                    <a:pt x="146170" y="29128"/>
                    <a:pt x="146170" y="29128"/>
                    <a:pt x="146170" y="29128"/>
                  </a:cubicBezTo>
                  <a:close/>
                  <a:moveTo>
                    <a:pt x="133390" y="45088"/>
                  </a:moveTo>
                  <a:lnTo>
                    <a:pt x="125722" y="48280"/>
                  </a:lnTo>
                  <a:cubicBezTo>
                    <a:pt x="124444" y="48918"/>
                    <a:pt x="123166" y="50195"/>
                    <a:pt x="122527" y="52110"/>
                  </a:cubicBezTo>
                  <a:lnTo>
                    <a:pt x="96968" y="119142"/>
                  </a:lnTo>
                  <a:cubicBezTo>
                    <a:pt x="95689" y="121696"/>
                    <a:pt x="96968" y="124888"/>
                    <a:pt x="98884" y="126164"/>
                  </a:cubicBezTo>
                  <a:lnTo>
                    <a:pt x="114859" y="138932"/>
                  </a:lnTo>
                  <a:lnTo>
                    <a:pt x="107191" y="158084"/>
                  </a:lnTo>
                  <a:lnTo>
                    <a:pt x="15176" y="122972"/>
                  </a:lnTo>
                  <a:lnTo>
                    <a:pt x="22844" y="103820"/>
                  </a:lnTo>
                  <a:lnTo>
                    <a:pt x="43292" y="104459"/>
                  </a:lnTo>
                  <a:cubicBezTo>
                    <a:pt x="45848" y="104459"/>
                    <a:pt x="48404" y="103182"/>
                    <a:pt x="49682" y="100628"/>
                  </a:cubicBezTo>
                  <a:lnTo>
                    <a:pt x="75242" y="33597"/>
                  </a:lnTo>
                  <a:cubicBezTo>
                    <a:pt x="75881" y="32320"/>
                    <a:pt x="75881" y="30405"/>
                    <a:pt x="75242" y="28490"/>
                  </a:cubicBezTo>
                  <a:lnTo>
                    <a:pt x="71408" y="20829"/>
                  </a:lnTo>
                  <a:lnTo>
                    <a:pt x="73964" y="14445"/>
                  </a:lnTo>
                  <a:lnTo>
                    <a:pt x="136585" y="38066"/>
                  </a:lnTo>
                  <a:lnTo>
                    <a:pt x="133390" y="45088"/>
                  </a:lnTo>
                  <a:close/>
                </a:path>
              </a:pathLst>
            </a:custGeom>
            <a:solidFill>
              <a:srgbClr val="0097A9"/>
            </a:solidFill>
            <a:ln w="6390" cap="flat">
              <a:noFill/>
              <a:prstDash val="solid"/>
              <a:miter/>
            </a:ln>
          </p:spPr>
          <p:txBody>
            <a:bodyPr rtlCol="0" anchor="ctr"/>
            <a:lstStyle/>
            <a:p>
              <a:endParaRPr lang="en-US"/>
            </a:p>
          </p:txBody>
        </p:sp>
      </p:grpSp>
      <p:grpSp>
        <p:nvGrpSpPr>
          <p:cNvPr id="300" name="Graphic 4">
            <a:extLst>
              <a:ext uri="{FF2B5EF4-FFF2-40B4-BE49-F238E27FC236}">
                <a16:creationId xmlns:a16="http://schemas.microsoft.com/office/drawing/2014/main" id="{5423E4F2-2FC4-7243-89A9-453CD8CC47F1}"/>
              </a:ext>
            </a:extLst>
          </p:cNvPr>
          <p:cNvGrpSpPr>
            <a:grpSpLocks noChangeAspect="1"/>
          </p:cNvGrpSpPr>
          <p:nvPr/>
        </p:nvGrpSpPr>
        <p:grpSpPr>
          <a:xfrm>
            <a:off x="8840477" y="1402723"/>
            <a:ext cx="362312" cy="361971"/>
            <a:chOff x="8840477" y="1402723"/>
            <a:chExt cx="362312" cy="361971"/>
          </a:xfrm>
          <a:solidFill>
            <a:srgbClr val="0097A9"/>
          </a:solidFill>
        </p:grpSpPr>
        <p:sp>
          <p:nvSpPr>
            <p:cNvPr id="301" name="Graphic 4">
              <a:extLst>
                <a:ext uri="{FF2B5EF4-FFF2-40B4-BE49-F238E27FC236}">
                  <a16:creationId xmlns:a16="http://schemas.microsoft.com/office/drawing/2014/main" id="{7059FCDF-918B-7145-9173-A811E68E0B29}"/>
                </a:ext>
              </a:extLst>
            </p:cNvPr>
            <p:cNvSpPr/>
            <p:nvPr/>
          </p:nvSpPr>
          <p:spPr>
            <a:xfrm>
              <a:off x="8840477" y="140272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8565 h 361971"/>
                <a:gd name="connsiteX7" fmla="*/ 12780 w 362312"/>
                <a:gd name="connsiteY7" fmla="*/ 180667 h 361971"/>
                <a:gd name="connsiteX8" fmla="*/ 180836 w 362312"/>
                <a:gd name="connsiteY8" fmla="*/ 12130 h 361971"/>
                <a:gd name="connsiteX9" fmla="*/ 349529 w 362312"/>
                <a:gd name="connsiteY9" fmla="*/ 180028 h 361971"/>
                <a:gd name="connsiteX10" fmla="*/ 349529 w 362312"/>
                <a:gd name="connsiteY10" fmla="*/ 180028 h 361971"/>
                <a:gd name="connsiteX11" fmla="*/ 181474 w 362312"/>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0438"/>
                    <a:pt x="281796" y="0"/>
                    <a:pt x="181474" y="0"/>
                  </a:cubicBezTo>
                  <a:close/>
                  <a:moveTo>
                    <a:pt x="181474" y="348565"/>
                  </a:moveTo>
                  <a:cubicBezTo>
                    <a:pt x="88181" y="348565"/>
                    <a:pt x="12780" y="273234"/>
                    <a:pt x="12780" y="180667"/>
                  </a:cubicBezTo>
                  <a:cubicBezTo>
                    <a:pt x="12780" y="87461"/>
                    <a:pt x="88181" y="12130"/>
                    <a:pt x="180836" y="12130"/>
                  </a:cubicBezTo>
                  <a:cubicBezTo>
                    <a:pt x="274128" y="12130"/>
                    <a:pt x="349529" y="87461"/>
                    <a:pt x="349529" y="180028"/>
                  </a:cubicBezTo>
                  <a:cubicBezTo>
                    <a:pt x="349529" y="180028"/>
                    <a:pt x="349529" y="180028"/>
                    <a:pt x="349529" y="180028"/>
                  </a:cubicBezTo>
                  <a:cubicBezTo>
                    <a:pt x="350169" y="273234"/>
                    <a:pt x="274767" y="348565"/>
                    <a:pt x="181474" y="348565"/>
                  </a:cubicBezTo>
                  <a:close/>
                </a:path>
              </a:pathLst>
            </a:custGeom>
            <a:solidFill>
              <a:srgbClr val="0097A9"/>
            </a:solidFill>
            <a:ln w="6390" cap="flat">
              <a:noFill/>
              <a:prstDash val="solid"/>
              <a:miter/>
            </a:ln>
          </p:spPr>
          <p:txBody>
            <a:bodyPr rtlCol="0" anchor="ctr"/>
            <a:lstStyle/>
            <a:p>
              <a:endParaRPr lang="en-US"/>
            </a:p>
          </p:txBody>
        </p:sp>
        <p:sp>
          <p:nvSpPr>
            <p:cNvPr id="302" name="Graphic 4">
              <a:extLst>
                <a:ext uri="{FF2B5EF4-FFF2-40B4-BE49-F238E27FC236}">
                  <a16:creationId xmlns:a16="http://schemas.microsoft.com/office/drawing/2014/main" id="{D81AB4EC-AF5B-334F-B64C-86F3AF71FDA3}"/>
                </a:ext>
              </a:extLst>
            </p:cNvPr>
            <p:cNvSpPr/>
            <p:nvPr/>
          </p:nvSpPr>
          <p:spPr>
            <a:xfrm>
              <a:off x="8906294" y="1535116"/>
              <a:ext cx="232715" cy="168931"/>
            </a:xfrm>
            <a:custGeom>
              <a:avLst/>
              <a:gdLst>
                <a:gd name="connsiteX0" fmla="*/ 224287 w 232715"/>
                <a:gd name="connsiteY0" fmla="*/ 394 h 168931"/>
                <a:gd name="connsiteX1" fmla="*/ 57509 w 232715"/>
                <a:gd name="connsiteY1" fmla="*/ 50189 h 168931"/>
                <a:gd name="connsiteX2" fmla="*/ 30671 w 232715"/>
                <a:gd name="connsiteY2" fmla="*/ 34229 h 168931"/>
                <a:gd name="connsiteX3" fmla="*/ 30671 w 232715"/>
                <a:gd name="connsiteY3" fmla="*/ 34229 h 168931"/>
                <a:gd name="connsiteX4" fmla="*/ 0 w 232715"/>
                <a:gd name="connsiteY4" fmla="*/ 64872 h 168931"/>
                <a:gd name="connsiteX5" fmla="*/ 30671 w 232715"/>
                <a:gd name="connsiteY5" fmla="*/ 95515 h 168931"/>
                <a:gd name="connsiteX6" fmla="*/ 30671 w 232715"/>
                <a:gd name="connsiteY6" fmla="*/ 95515 h 168931"/>
                <a:gd name="connsiteX7" fmla="*/ 61343 w 232715"/>
                <a:gd name="connsiteY7" fmla="*/ 64872 h 168931"/>
                <a:gd name="connsiteX8" fmla="*/ 61343 w 232715"/>
                <a:gd name="connsiteY8" fmla="*/ 64872 h 168931"/>
                <a:gd name="connsiteX9" fmla="*/ 61343 w 232715"/>
                <a:gd name="connsiteY9" fmla="*/ 62319 h 168931"/>
                <a:gd name="connsiteX10" fmla="*/ 114379 w 232715"/>
                <a:gd name="connsiteY10" fmla="*/ 46359 h 168931"/>
                <a:gd name="connsiteX11" fmla="*/ 114379 w 232715"/>
                <a:gd name="connsiteY11" fmla="*/ 107645 h 168931"/>
                <a:gd name="connsiteX12" fmla="*/ 90737 w 232715"/>
                <a:gd name="connsiteY12" fmla="*/ 144672 h 168931"/>
                <a:gd name="connsiteX13" fmla="*/ 120130 w 232715"/>
                <a:gd name="connsiteY13" fmla="*/ 168931 h 168931"/>
                <a:gd name="connsiteX14" fmla="*/ 120769 w 232715"/>
                <a:gd name="connsiteY14" fmla="*/ 168931 h 168931"/>
                <a:gd name="connsiteX15" fmla="*/ 151441 w 232715"/>
                <a:gd name="connsiteY15" fmla="*/ 137650 h 168931"/>
                <a:gd name="connsiteX16" fmla="*/ 127159 w 232715"/>
                <a:gd name="connsiteY16" fmla="*/ 107645 h 168931"/>
                <a:gd name="connsiteX17" fmla="*/ 127159 w 232715"/>
                <a:gd name="connsiteY17" fmla="*/ 42528 h 168931"/>
                <a:gd name="connsiteX18" fmla="*/ 228120 w 232715"/>
                <a:gd name="connsiteY18" fmla="*/ 12524 h 168931"/>
                <a:gd name="connsiteX19" fmla="*/ 232593 w 232715"/>
                <a:gd name="connsiteY19" fmla="*/ 4863 h 168931"/>
                <a:gd name="connsiteX20" fmla="*/ 232593 w 232715"/>
                <a:gd name="connsiteY20" fmla="*/ 4863 h 168931"/>
                <a:gd name="connsiteX21" fmla="*/ 224287 w 232715"/>
                <a:gd name="connsiteY21" fmla="*/ 394 h 168931"/>
                <a:gd name="connsiteX22" fmla="*/ 224287 w 232715"/>
                <a:gd name="connsiteY22" fmla="*/ 394 h 168931"/>
                <a:gd name="connsiteX23" fmla="*/ 43451 w 232715"/>
                <a:gd name="connsiteY23" fmla="*/ 77640 h 168931"/>
                <a:gd name="connsiteX24" fmla="*/ 30671 w 232715"/>
                <a:gd name="connsiteY24" fmla="*/ 82747 h 168931"/>
                <a:gd name="connsiteX25" fmla="*/ 30671 w 232715"/>
                <a:gd name="connsiteY25" fmla="*/ 82747 h 168931"/>
                <a:gd name="connsiteX26" fmla="*/ 12780 w 232715"/>
                <a:gd name="connsiteY26" fmla="*/ 64872 h 168931"/>
                <a:gd name="connsiteX27" fmla="*/ 12780 w 232715"/>
                <a:gd name="connsiteY27" fmla="*/ 64872 h 168931"/>
                <a:gd name="connsiteX28" fmla="*/ 30671 w 232715"/>
                <a:gd name="connsiteY28" fmla="*/ 46997 h 168931"/>
                <a:gd name="connsiteX29" fmla="*/ 30671 w 232715"/>
                <a:gd name="connsiteY29" fmla="*/ 46997 h 168931"/>
                <a:gd name="connsiteX30" fmla="*/ 48563 w 232715"/>
                <a:gd name="connsiteY30" fmla="*/ 65511 h 168931"/>
                <a:gd name="connsiteX31" fmla="*/ 43451 w 232715"/>
                <a:gd name="connsiteY31" fmla="*/ 77640 h 168931"/>
                <a:gd name="connsiteX32" fmla="*/ 138661 w 232715"/>
                <a:gd name="connsiteY32" fmla="*/ 138926 h 168931"/>
                <a:gd name="connsiteX33" fmla="*/ 120769 w 232715"/>
                <a:gd name="connsiteY33" fmla="*/ 156801 h 168931"/>
                <a:gd name="connsiteX34" fmla="*/ 120769 w 232715"/>
                <a:gd name="connsiteY34" fmla="*/ 156801 h 168931"/>
                <a:gd name="connsiteX35" fmla="*/ 102878 w 232715"/>
                <a:gd name="connsiteY35" fmla="*/ 138926 h 168931"/>
                <a:gd name="connsiteX36" fmla="*/ 120769 w 232715"/>
                <a:gd name="connsiteY36" fmla="*/ 121051 h 168931"/>
                <a:gd name="connsiteX37" fmla="*/ 121409 w 232715"/>
                <a:gd name="connsiteY37" fmla="*/ 121051 h 168931"/>
                <a:gd name="connsiteX38" fmla="*/ 138661 w 232715"/>
                <a:gd name="connsiteY38" fmla="*/ 138926 h 168931"/>
                <a:gd name="connsiteX39" fmla="*/ 138661 w 232715"/>
                <a:gd name="connsiteY39" fmla="*/ 138926 h 168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2715" h="168931">
                  <a:moveTo>
                    <a:pt x="224287" y="394"/>
                  </a:moveTo>
                  <a:lnTo>
                    <a:pt x="57509" y="50189"/>
                  </a:lnTo>
                  <a:cubicBezTo>
                    <a:pt x="52397" y="39975"/>
                    <a:pt x="41535" y="34229"/>
                    <a:pt x="30671" y="34229"/>
                  </a:cubicBezTo>
                  <a:lnTo>
                    <a:pt x="30671" y="34229"/>
                  </a:lnTo>
                  <a:cubicBezTo>
                    <a:pt x="13419" y="34229"/>
                    <a:pt x="0" y="48274"/>
                    <a:pt x="0" y="64872"/>
                  </a:cubicBezTo>
                  <a:cubicBezTo>
                    <a:pt x="0" y="82109"/>
                    <a:pt x="14058" y="95515"/>
                    <a:pt x="30671" y="95515"/>
                  </a:cubicBezTo>
                  <a:lnTo>
                    <a:pt x="30671" y="95515"/>
                  </a:lnTo>
                  <a:cubicBezTo>
                    <a:pt x="47925" y="95515"/>
                    <a:pt x="61343" y="81471"/>
                    <a:pt x="61343" y="64872"/>
                  </a:cubicBezTo>
                  <a:cubicBezTo>
                    <a:pt x="61343" y="64872"/>
                    <a:pt x="61343" y="64872"/>
                    <a:pt x="61343" y="64872"/>
                  </a:cubicBezTo>
                  <a:cubicBezTo>
                    <a:pt x="61343" y="64234"/>
                    <a:pt x="61343" y="62957"/>
                    <a:pt x="61343" y="62319"/>
                  </a:cubicBezTo>
                  <a:lnTo>
                    <a:pt x="114379" y="46359"/>
                  </a:lnTo>
                  <a:lnTo>
                    <a:pt x="114379" y="107645"/>
                  </a:lnTo>
                  <a:cubicBezTo>
                    <a:pt x="97766" y="111475"/>
                    <a:pt x="86903" y="127435"/>
                    <a:pt x="90737" y="144672"/>
                  </a:cubicBezTo>
                  <a:cubicBezTo>
                    <a:pt x="93932" y="158717"/>
                    <a:pt x="106073" y="168931"/>
                    <a:pt x="120130" y="168931"/>
                  </a:cubicBezTo>
                  <a:lnTo>
                    <a:pt x="120769" y="168931"/>
                  </a:lnTo>
                  <a:cubicBezTo>
                    <a:pt x="138022" y="168931"/>
                    <a:pt x="151441" y="154886"/>
                    <a:pt x="151441" y="137650"/>
                  </a:cubicBezTo>
                  <a:cubicBezTo>
                    <a:pt x="151441" y="122966"/>
                    <a:pt x="141217" y="110837"/>
                    <a:pt x="127159" y="107645"/>
                  </a:cubicBezTo>
                  <a:lnTo>
                    <a:pt x="127159" y="42528"/>
                  </a:lnTo>
                  <a:lnTo>
                    <a:pt x="228120" y="12524"/>
                  </a:lnTo>
                  <a:cubicBezTo>
                    <a:pt x="231315" y="11247"/>
                    <a:pt x="233233" y="8055"/>
                    <a:pt x="232593" y="4863"/>
                  </a:cubicBezTo>
                  <a:cubicBezTo>
                    <a:pt x="232593" y="4863"/>
                    <a:pt x="232593" y="4863"/>
                    <a:pt x="232593" y="4863"/>
                  </a:cubicBezTo>
                  <a:cubicBezTo>
                    <a:pt x="231315" y="1032"/>
                    <a:pt x="228120" y="-883"/>
                    <a:pt x="224287" y="394"/>
                  </a:cubicBezTo>
                  <a:cubicBezTo>
                    <a:pt x="224287" y="394"/>
                    <a:pt x="224287" y="394"/>
                    <a:pt x="224287" y="394"/>
                  </a:cubicBezTo>
                  <a:close/>
                  <a:moveTo>
                    <a:pt x="43451" y="77640"/>
                  </a:moveTo>
                  <a:cubicBezTo>
                    <a:pt x="40256" y="80832"/>
                    <a:pt x="35783" y="82747"/>
                    <a:pt x="30671" y="82747"/>
                  </a:cubicBezTo>
                  <a:lnTo>
                    <a:pt x="30671" y="82747"/>
                  </a:lnTo>
                  <a:cubicBezTo>
                    <a:pt x="20447" y="82747"/>
                    <a:pt x="12780" y="74448"/>
                    <a:pt x="12780" y="64872"/>
                  </a:cubicBezTo>
                  <a:cubicBezTo>
                    <a:pt x="12780" y="64872"/>
                    <a:pt x="12780" y="64872"/>
                    <a:pt x="12780" y="64872"/>
                  </a:cubicBezTo>
                  <a:cubicBezTo>
                    <a:pt x="12780" y="54658"/>
                    <a:pt x="21086" y="46997"/>
                    <a:pt x="30671" y="46997"/>
                  </a:cubicBezTo>
                  <a:lnTo>
                    <a:pt x="30671" y="46997"/>
                  </a:lnTo>
                  <a:cubicBezTo>
                    <a:pt x="40895" y="46997"/>
                    <a:pt x="48563" y="55296"/>
                    <a:pt x="48563" y="65511"/>
                  </a:cubicBezTo>
                  <a:cubicBezTo>
                    <a:pt x="48563" y="69979"/>
                    <a:pt x="46646" y="74448"/>
                    <a:pt x="43451" y="77640"/>
                  </a:cubicBezTo>
                  <a:close/>
                  <a:moveTo>
                    <a:pt x="138661" y="138926"/>
                  </a:moveTo>
                  <a:cubicBezTo>
                    <a:pt x="138661" y="149141"/>
                    <a:pt x="130354" y="156801"/>
                    <a:pt x="120769" y="156801"/>
                  </a:cubicBezTo>
                  <a:lnTo>
                    <a:pt x="120769" y="156801"/>
                  </a:lnTo>
                  <a:cubicBezTo>
                    <a:pt x="110545" y="156801"/>
                    <a:pt x="102878" y="148502"/>
                    <a:pt x="102878" y="138926"/>
                  </a:cubicBezTo>
                  <a:cubicBezTo>
                    <a:pt x="102878" y="128712"/>
                    <a:pt x="111184" y="121051"/>
                    <a:pt x="120769" y="121051"/>
                  </a:cubicBezTo>
                  <a:lnTo>
                    <a:pt x="121409" y="121051"/>
                  </a:lnTo>
                  <a:cubicBezTo>
                    <a:pt x="130354" y="120413"/>
                    <a:pt x="138661" y="128712"/>
                    <a:pt x="138661" y="138926"/>
                  </a:cubicBezTo>
                  <a:lnTo>
                    <a:pt x="138661" y="138926"/>
                  </a:lnTo>
                  <a:close/>
                </a:path>
              </a:pathLst>
            </a:custGeom>
            <a:solidFill>
              <a:srgbClr val="0097A9"/>
            </a:solidFill>
            <a:ln w="6390" cap="flat">
              <a:noFill/>
              <a:prstDash val="solid"/>
              <a:miter/>
            </a:ln>
          </p:spPr>
          <p:txBody>
            <a:bodyPr rtlCol="0" anchor="ctr"/>
            <a:lstStyle/>
            <a:p>
              <a:endParaRPr lang="en-US"/>
            </a:p>
          </p:txBody>
        </p:sp>
        <p:sp>
          <p:nvSpPr>
            <p:cNvPr id="303" name="Graphic 4">
              <a:extLst>
                <a:ext uri="{FF2B5EF4-FFF2-40B4-BE49-F238E27FC236}">
                  <a16:creationId xmlns:a16="http://schemas.microsoft.com/office/drawing/2014/main" id="{4E9C1277-7C48-994C-B3BD-EB6199C1BDDD}"/>
                </a:ext>
              </a:extLst>
            </p:cNvPr>
            <p:cNvSpPr/>
            <p:nvPr/>
          </p:nvSpPr>
          <p:spPr>
            <a:xfrm>
              <a:off x="9020035" y="1462732"/>
              <a:ext cx="12779" cy="86183"/>
            </a:xfrm>
            <a:custGeom>
              <a:avLst/>
              <a:gdLst>
                <a:gd name="connsiteX0" fmla="*/ 6390 w 12779"/>
                <a:gd name="connsiteY0" fmla="*/ 86184 h 86183"/>
                <a:gd name="connsiteX1" fmla="*/ 12780 w 12779"/>
                <a:gd name="connsiteY1" fmla="*/ 79800 h 86183"/>
                <a:gd name="connsiteX2" fmla="*/ 12780 w 12779"/>
                <a:gd name="connsiteY2" fmla="*/ 6384 h 86183"/>
                <a:gd name="connsiteX3" fmla="*/ 6390 w 12779"/>
                <a:gd name="connsiteY3" fmla="*/ 0 h 86183"/>
                <a:gd name="connsiteX4" fmla="*/ 0 w 12779"/>
                <a:gd name="connsiteY4" fmla="*/ 6384 h 86183"/>
                <a:gd name="connsiteX5" fmla="*/ 0 w 12779"/>
                <a:gd name="connsiteY5" fmla="*/ 79800 h 86183"/>
                <a:gd name="connsiteX6" fmla="*/ 6390 w 12779"/>
                <a:gd name="connsiteY6" fmla="*/ 86184 h 86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86183">
                  <a:moveTo>
                    <a:pt x="6390" y="86184"/>
                  </a:moveTo>
                  <a:cubicBezTo>
                    <a:pt x="10224" y="86184"/>
                    <a:pt x="12780" y="83630"/>
                    <a:pt x="12780" y="79800"/>
                  </a:cubicBezTo>
                  <a:lnTo>
                    <a:pt x="12780" y="6384"/>
                  </a:lnTo>
                  <a:cubicBezTo>
                    <a:pt x="12780" y="2554"/>
                    <a:pt x="10224" y="0"/>
                    <a:pt x="6390" y="0"/>
                  </a:cubicBezTo>
                  <a:cubicBezTo>
                    <a:pt x="2556" y="0"/>
                    <a:pt x="0" y="2554"/>
                    <a:pt x="0" y="6384"/>
                  </a:cubicBezTo>
                  <a:lnTo>
                    <a:pt x="0" y="79800"/>
                  </a:lnTo>
                  <a:cubicBezTo>
                    <a:pt x="0" y="83630"/>
                    <a:pt x="3195" y="86184"/>
                    <a:pt x="6390" y="86184"/>
                  </a:cubicBezTo>
                  <a:close/>
                </a:path>
              </a:pathLst>
            </a:custGeom>
            <a:solidFill>
              <a:srgbClr val="0097A9"/>
            </a:solidFill>
            <a:ln w="6390" cap="flat">
              <a:noFill/>
              <a:prstDash val="solid"/>
              <a:miter/>
            </a:ln>
          </p:spPr>
          <p:txBody>
            <a:bodyPr rtlCol="0" anchor="ctr"/>
            <a:lstStyle/>
            <a:p>
              <a:endParaRPr lang="en-US"/>
            </a:p>
          </p:txBody>
        </p:sp>
      </p:grpSp>
      <p:grpSp>
        <p:nvGrpSpPr>
          <p:cNvPr id="304" name="Graphic 4">
            <a:extLst>
              <a:ext uri="{FF2B5EF4-FFF2-40B4-BE49-F238E27FC236}">
                <a16:creationId xmlns:a16="http://schemas.microsoft.com/office/drawing/2014/main" id="{DF829420-2488-D447-8F9B-123CBD7109DA}"/>
              </a:ext>
            </a:extLst>
          </p:cNvPr>
          <p:cNvGrpSpPr>
            <a:grpSpLocks noChangeAspect="1"/>
          </p:cNvGrpSpPr>
          <p:nvPr/>
        </p:nvGrpSpPr>
        <p:grpSpPr>
          <a:xfrm>
            <a:off x="9278827" y="1885990"/>
            <a:ext cx="362309" cy="361971"/>
            <a:chOff x="9278827" y="1885990"/>
            <a:chExt cx="362309" cy="361971"/>
          </a:xfrm>
          <a:solidFill>
            <a:srgbClr val="0097A9"/>
          </a:solidFill>
        </p:grpSpPr>
        <p:sp>
          <p:nvSpPr>
            <p:cNvPr id="305" name="Graphic 4">
              <a:extLst>
                <a:ext uri="{FF2B5EF4-FFF2-40B4-BE49-F238E27FC236}">
                  <a16:creationId xmlns:a16="http://schemas.microsoft.com/office/drawing/2014/main" id="{BA2F949A-BFAD-E842-85C6-E935A3BF9CCE}"/>
                </a:ext>
              </a:extLst>
            </p:cNvPr>
            <p:cNvSpPr/>
            <p:nvPr/>
          </p:nvSpPr>
          <p:spPr>
            <a:xfrm>
              <a:off x="9399597" y="1968344"/>
              <a:ext cx="120769" cy="143001"/>
            </a:xfrm>
            <a:custGeom>
              <a:avLst/>
              <a:gdLst>
                <a:gd name="connsiteX0" fmla="*/ 56232 w 120769"/>
                <a:gd name="connsiteY0" fmla="*/ 5746 h 143001"/>
                <a:gd name="connsiteX1" fmla="*/ 60066 w 120769"/>
                <a:gd name="connsiteY1" fmla="*/ 13406 h 143001"/>
                <a:gd name="connsiteX2" fmla="*/ 60066 w 120769"/>
                <a:gd name="connsiteY2" fmla="*/ 18514 h 143001"/>
                <a:gd name="connsiteX3" fmla="*/ 34506 w 120769"/>
                <a:gd name="connsiteY3" fmla="*/ 85545 h 143001"/>
                <a:gd name="connsiteX4" fmla="*/ 28116 w 120769"/>
                <a:gd name="connsiteY4" fmla="*/ 89376 h 143001"/>
                <a:gd name="connsiteX5" fmla="*/ 7668 w 120769"/>
                <a:gd name="connsiteY5" fmla="*/ 88737 h 143001"/>
                <a:gd name="connsiteX6" fmla="*/ 0 w 120769"/>
                <a:gd name="connsiteY6" fmla="*/ 107889 h 143001"/>
                <a:gd name="connsiteX7" fmla="*/ 92015 w 120769"/>
                <a:gd name="connsiteY7" fmla="*/ 143001 h 143001"/>
                <a:gd name="connsiteX8" fmla="*/ 99683 w 120769"/>
                <a:gd name="connsiteY8" fmla="*/ 123849 h 143001"/>
                <a:gd name="connsiteX9" fmla="*/ 83708 w 120769"/>
                <a:gd name="connsiteY9" fmla="*/ 111081 h 143001"/>
                <a:gd name="connsiteX10" fmla="*/ 81792 w 120769"/>
                <a:gd name="connsiteY10" fmla="*/ 104059 h 143001"/>
                <a:gd name="connsiteX11" fmla="*/ 107351 w 120769"/>
                <a:gd name="connsiteY11" fmla="*/ 37027 h 143001"/>
                <a:gd name="connsiteX12" fmla="*/ 110546 w 120769"/>
                <a:gd name="connsiteY12" fmla="*/ 33197 h 143001"/>
                <a:gd name="connsiteX13" fmla="*/ 118214 w 120769"/>
                <a:gd name="connsiteY13" fmla="*/ 30005 h 143001"/>
                <a:gd name="connsiteX14" fmla="*/ 120770 w 120769"/>
                <a:gd name="connsiteY14" fmla="*/ 23621 h 143001"/>
                <a:gd name="connsiteX15" fmla="*/ 58148 w 120769"/>
                <a:gd name="connsiteY15" fmla="*/ 0 h 143001"/>
                <a:gd name="connsiteX16" fmla="*/ 56232 w 120769"/>
                <a:gd name="connsiteY16" fmla="*/ 5746 h 143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0769" h="143001">
                  <a:moveTo>
                    <a:pt x="56232" y="5746"/>
                  </a:moveTo>
                  <a:lnTo>
                    <a:pt x="60066" y="13406"/>
                  </a:lnTo>
                  <a:cubicBezTo>
                    <a:pt x="60704" y="14683"/>
                    <a:pt x="60704" y="16598"/>
                    <a:pt x="60066" y="18514"/>
                  </a:cubicBezTo>
                  <a:lnTo>
                    <a:pt x="34506" y="85545"/>
                  </a:lnTo>
                  <a:cubicBezTo>
                    <a:pt x="33227" y="88099"/>
                    <a:pt x="30672" y="90014"/>
                    <a:pt x="28116" y="89376"/>
                  </a:cubicBezTo>
                  <a:lnTo>
                    <a:pt x="7668" y="88737"/>
                  </a:lnTo>
                  <a:lnTo>
                    <a:pt x="0" y="107889"/>
                  </a:lnTo>
                  <a:lnTo>
                    <a:pt x="92015" y="143001"/>
                  </a:lnTo>
                  <a:lnTo>
                    <a:pt x="99683" y="123849"/>
                  </a:lnTo>
                  <a:lnTo>
                    <a:pt x="83708" y="111081"/>
                  </a:lnTo>
                  <a:cubicBezTo>
                    <a:pt x="81792" y="109166"/>
                    <a:pt x="80513" y="106612"/>
                    <a:pt x="81792" y="104059"/>
                  </a:cubicBezTo>
                  <a:lnTo>
                    <a:pt x="107351" y="37027"/>
                  </a:lnTo>
                  <a:cubicBezTo>
                    <a:pt x="107990" y="35750"/>
                    <a:pt x="109268" y="33835"/>
                    <a:pt x="110546" y="33197"/>
                  </a:cubicBezTo>
                  <a:lnTo>
                    <a:pt x="118214" y="30005"/>
                  </a:lnTo>
                  <a:lnTo>
                    <a:pt x="120770" y="23621"/>
                  </a:lnTo>
                  <a:lnTo>
                    <a:pt x="58148" y="0"/>
                  </a:lnTo>
                  <a:lnTo>
                    <a:pt x="56232" y="5746"/>
                  </a:lnTo>
                  <a:close/>
                </a:path>
              </a:pathLst>
            </a:custGeom>
            <a:solidFill>
              <a:srgbClr val="0097A9"/>
            </a:solidFill>
            <a:ln w="6390" cap="flat">
              <a:noFill/>
              <a:prstDash val="solid"/>
              <a:miter/>
            </a:ln>
          </p:spPr>
          <p:txBody>
            <a:bodyPr rtlCol="0" anchor="ctr"/>
            <a:lstStyle/>
            <a:p>
              <a:endParaRPr lang="en-US"/>
            </a:p>
          </p:txBody>
        </p:sp>
        <p:sp>
          <p:nvSpPr>
            <p:cNvPr id="306" name="Graphic 4">
              <a:extLst>
                <a:ext uri="{FF2B5EF4-FFF2-40B4-BE49-F238E27FC236}">
                  <a16:creationId xmlns:a16="http://schemas.microsoft.com/office/drawing/2014/main" id="{C139CDB9-FB63-1042-A914-AD9D0447F0EC}"/>
                </a:ext>
              </a:extLst>
            </p:cNvPr>
            <p:cNvSpPr/>
            <p:nvPr/>
          </p:nvSpPr>
          <p:spPr>
            <a:xfrm>
              <a:off x="9278827" y="1885990"/>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56236 w 362309"/>
                <a:gd name="connsiteY6" fmla="*/ 104059 h 361971"/>
                <a:gd name="connsiteX7" fmla="*/ 250486 w 362309"/>
                <a:gd name="connsiteY7" fmla="*/ 118742 h 361971"/>
                <a:gd name="connsiteX8" fmla="*/ 247291 w 362309"/>
                <a:gd name="connsiteY8" fmla="*/ 121934 h 361971"/>
                <a:gd name="connsiteX9" fmla="*/ 239623 w 362309"/>
                <a:gd name="connsiteY9" fmla="*/ 125126 h 361971"/>
                <a:gd name="connsiteX10" fmla="*/ 216619 w 362309"/>
                <a:gd name="connsiteY10" fmla="*/ 185135 h 361971"/>
                <a:gd name="connsiteX11" fmla="*/ 232594 w 362309"/>
                <a:gd name="connsiteY11" fmla="*/ 197903 h 361971"/>
                <a:gd name="connsiteX12" fmla="*/ 234511 w 362309"/>
                <a:gd name="connsiteY12" fmla="*/ 204926 h 361971"/>
                <a:gd name="connsiteX13" fmla="*/ 223009 w 362309"/>
                <a:gd name="connsiteY13" fmla="*/ 234292 h 361971"/>
                <a:gd name="connsiteX14" fmla="*/ 217258 w 362309"/>
                <a:gd name="connsiteY14" fmla="*/ 238123 h 361971"/>
                <a:gd name="connsiteX15" fmla="*/ 214702 w 362309"/>
                <a:gd name="connsiteY15" fmla="*/ 237484 h 361971"/>
                <a:gd name="connsiteX16" fmla="*/ 168695 w 362309"/>
                <a:gd name="connsiteY16" fmla="*/ 219609 h 361971"/>
                <a:gd name="connsiteX17" fmla="*/ 142496 w 362309"/>
                <a:gd name="connsiteY17" fmla="*/ 287918 h 361971"/>
                <a:gd name="connsiteX18" fmla="*/ 136745 w 362309"/>
                <a:gd name="connsiteY18" fmla="*/ 291748 h 361971"/>
                <a:gd name="connsiteX19" fmla="*/ 134189 w 362309"/>
                <a:gd name="connsiteY19" fmla="*/ 291110 h 361971"/>
                <a:gd name="connsiteX20" fmla="*/ 130355 w 362309"/>
                <a:gd name="connsiteY20" fmla="*/ 282811 h 361971"/>
                <a:gd name="connsiteX21" fmla="*/ 156553 w 362309"/>
                <a:gd name="connsiteY21" fmla="*/ 214502 h 361971"/>
                <a:gd name="connsiteX22" fmla="*/ 110546 w 362309"/>
                <a:gd name="connsiteY22" fmla="*/ 196627 h 361971"/>
                <a:gd name="connsiteX23" fmla="*/ 106712 w 362309"/>
                <a:gd name="connsiteY23" fmla="*/ 193435 h 361971"/>
                <a:gd name="connsiteX24" fmla="*/ 106712 w 362309"/>
                <a:gd name="connsiteY24" fmla="*/ 188327 h 361971"/>
                <a:gd name="connsiteX25" fmla="*/ 118214 w 362309"/>
                <a:gd name="connsiteY25" fmla="*/ 158961 h 361971"/>
                <a:gd name="connsiteX26" fmla="*/ 124604 w 362309"/>
                <a:gd name="connsiteY26" fmla="*/ 155131 h 361971"/>
                <a:gd name="connsiteX27" fmla="*/ 145052 w 362309"/>
                <a:gd name="connsiteY27" fmla="*/ 155769 h 361971"/>
                <a:gd name="connsiteX28" fmla="*/ 168056 w 362309"/>
                <a:gd name="connsiteY28" fmla="*/ 95760 h 361971"/>
                <a:gd name="connsiteX29" fmla="*/ 164861 w 362309"/>
                <a:gd name="connsiteY29" fmla="*/ 88099 h 361971"/>
                <a:gd name="connsiteX30" fmla="*/ 164861 w 362309"/>
                <a:gd name="connsiteY30" fmla="*/ 82992 h 361971"/>
                <a:gd name="connsiteX31" fmla="*/ 170612 w 362309"/>
                <a:gd name="connsiteY31" fmla="*/ 68309 h 361971"/>
                <a:gd name="connsiteX32" fmla="*/ 178918 w 362309"/>
                <a:gd name="connsiteY32" fmla="*/ 64478 h 361971"/>
                <a:gd name="connsiteX33" fmla="*/ 253041 w 362309"/>
                <a:gd name="connsiteY33" fmla="*/ 93206 h 361971"/>
                <a:gd name="connsiteX34" fmla="*/ 256236 w 362309"/>
                <a:gd name="connsiteY34" fmla="*/ 104059 h 361971"/>
                <a:gd name="connsiteX35" fmla="*/ 256236 w 362309"/>
                <a:gd name="connsiteY35" fmla="*/ 104059 h 361971"/>
                <a:gd name="connsiteX36" fmla="*/ 256236 w 362309"/>
                <a:gd name="connsiteY36" fmla="*/ 10405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0438"/>
                    <a:pt x="281157" y="0"/>
                    <a:pt x="181474" y="0"/>
                  </a:cubicBezTo>
                  <a:close/>
                  <a:moveTo>
                    <a:pt x="256236" y="104059"/>
                  </a:moveTo>
                  <a:lnTo>
                    <a:pt x="250486" y="118742"/>
                  </a:lnTo>
                  <a:cubicBezTo>
                    <a:pt x="249846" y="120019"/>
                    <a:pt x="248569" y="121296"/>
                    <a:pt x="247291" y="121934"/>
                  </a:cubicBezTo>
                  <a:lnTo>
                    <a:pt x="239623" y="125126"/>
                  </a:lnTo>
                  <a:lnTo>
                    <a:pt x="216619" y="185135"/>
                  </a:lnTo>
                  <a:lnTo>
                    <a:pt x="232594" y="197903"/>
                  </a:lnTo>
                  <a:cubicBezTo>
                    <a:pt x="234511" y="199819"/>
                    <a:pt x="235789" y="202372"/>
                    <a:pt x="234511" y="204926"/>
                  </a:cubicBezTo>
                  <a:lnTo>
                    <a:pt x="223009" y="234292"/>
                  </a:lnTo>
                  <a:cubicBezTo>
                    <a:pt x="222370" y="236846"/>
                    <a:pt x="219814" y="238123"/>
                    <a:pt x="217258" y="238123"/>
                  </a:cubicBezTo>
                  <a:cubicBezTo>
                    <a:pt x="216619" y="238123"/>
                    <a:pt x="215980" y="238123"/>
                    <a:pt x="214702" y="237484"/>
                  </a:cubicBezTo>
                  <a:lnTo>
                    <a:pt x="168695" y="219609"/>
                  </a:lnTo>
                  <a:lnTo>
                    <a:pt x="142496" y="287918"/>
                  </a:lnTo>
                  <a:cubicBezTo>
                    <a:pt x="141857" y="290471"/>
                    <a:pt x="139301" y="291748"/>
                    <a:pt x="136745" y="291748"/>
                  </a:cubicBezTo>
                  <a:cubicBezTo>
                    <a:pt x="136106" y="291748"/>
                    <a:pt x="135467" y="291748"/>
                    <a:pt x="134189" y="291110"/>
                  </a:cubicBezTo>
                  <a:cubicBezTo>
                    <a:pt x="130994" y="289833"/>
                    <a:pt x="129077" y="286003"/>
                    <a:pt x="130355" y="282811"/>
                  </a:cubicBezTo>
                  <a:lnTo>
                    <a:pt x="156553" y="214502"/>
                  </a:lnTo>
                  <a:lnTo>
                    <a:pt x="110546" y="196627"/>
                  </a:lnTo>
                  <a:cubicBezTo>
                    <a:pt x="109268" y="195988"/>
                    <a:pt x="107990" y="194711"/>
                    <a:pt x="106712" y="193435"/>
                  </a:cubicBezTo>
                  <a:cubicBezTo>
                    <a:pt x="106073" y="192158"/>
                    <a:pt x="106073" y="190243"/>
                    <a:pt x="106712" y="188327"/>
                  </a:cubicBezTo>
                  <a:lnTo>
                    <a:pt x="118214" y="158961"/>
                  </a:lnTo>
                  <a:cubicBezTo>
                    <a:pt x="119492" y="156408"/>
                    <a:pt x="122048" y="154492"/>
                    <a:pt x="124604" y="155131"/>
                  </a:cubicBezTo>
                  <a:lnTo>
                    <a:pt x="145052" y="155769"/>
                  </a:lnTo>
                  <a:lnTo>
                    <a:pt x="168056" y="95760"/>
                  </a:lnTo>
                  <a:lnTo>
                    <a:pt x="164861" y="88099"/>
                  </a:lnTo>
                  <a:cubicBezTo>
                    <a:pt x="164222" y="86822"/>
                    <a:pt x="164222" y="84907"/>
                    <a:pt x="164861" y="82992"/>
                  </a:cubicBezTo>
                  <a:lnTo>
                    <a:pt x="170612" y="68309"/>
                  </a:lnTo>
                  <a:cubicBezTo>
                    <a:pt x="171889" y="65117"/>
                    <a:pt x="175723" y="63202"/>
                    <a:pt x="178918" y="64478"/>
                  </a:cubicBezTo>
                  <a:lnTo>
                    <a:pt x="253041" y="93206"/>
                  </a:lnTo>
                  <a:cubicBezTo>
                    <a:pt x="256236" y="97037"/>
                    <a:pt x="257515" y="100229"/>
                    <a:pt x="256236" y="104059"/>
                  </a:cubicBezTo>
                  <a:cubicBezTo>
                    <a:pt x="256236" y="104059"/>
                    <a:pt x="256236" y="104059"/>
                    <a:pt x="256236" y="104059"/>
                  </a:cubicBezTo>
                  <a:lnTo>
                    <a:pt x="256236" y="104059"/>
                  </a:lnTo>
                  <a:close/>
                </a:path>
              </a:pathLst>
            </a:custGeom>
            <a:solidFill>
              <a:srgbClr val="0097A9"/>
            </a:solidFill>
            <a:ln w="6390" cap="flat">
              <a:noFill/>
              <a:prstDash val="solid"/>
              <a:miter/>
            </a:ln>
          </p:spPr>
          <p:txBody>
            <a:bodyPr rtlCol="0" anchor="ctr"/>
            <a:lstStyle/>
            <a:p>
              <a:endParaRPr lang="en-US"/>
            </a:p>
          </p:txBody>
        </p:sp>
      </p:grpSp>
      <p:grpSp>
        <p:nvGrpSpPr>
          <p:cNvPr id="307" name="Graphic 4">
            <a:extLst>
              <a:ext uri="{FF2B5EF4-FFF2-40B4-BE49-F238E27FC236}">
                <a16:creationId xmlns:a16="http://schemas.microsoft.com/office/drawing/2014/main" id="{C270770A-C693-DB4A-B659-C2805809BAF3}"/>
              </a:ext>
            </a:extLst>
          </p:cNvPr>
          <p:cNvGrpSpPr>
            <a:grpSpLocks noChangeAspect="1"/>
          </p:cNvGrpSpPr>
          <p:nvPr/>
        </p:nvGrpSpPr>
        <p:grpSpPr>
          <a:xfrm>
            <a:off x="9278827" y="1402723"/>
            <a:ext cx="362309" cy="361971"/>
            <a:chOff x="9278827" y="1402723"/>
            <a:chExt cx="362309" cy="361971"/>
          </a:xfrm>
          <a:solidFill>
            <a:srgbClr val="0097A9"/>
          </a:solidFill>
        </p:grpSpPr>
        <p:sp>
          <p:nvSpPr>
            <p:cNvPr id="308" name="Graphic 4">
              <a:extLst>
                <a:ext uri="{FF2B5EF4-FFF2-40B4-BE49-F238E27FC236}">
                  <a16:creationId xmlns:a16="http://schemas.microsoft.com/office/drawing/2014/main" id="{9BD93D84-4273-FD48-A1AC-C3A4EC83D109}"/>
                </a:ext>
              </a:extLst>
            </p:cNvPr>
            <p:cNvSpPr/>
            <p:nvPr/>
          </p:nvSpPr>
          <p:spPr>
            <a:xfrm>
              <a:off x="9446883" y="1654890"/>
              <a:ext cx="35783" cy="35750"/>
            </a:xfrm>
            <a:custGeom>
              <a:avLst/>
              <a:gdLst>
                <a:gd name="connsiteX0" fmla="*/ 17891 w 35783"/>
                <a:gd name="connsiteY0" fmla="*/ 0 h 35750"/>
                <a:gd name="connsiteX1" fmla="*/ 0 w 35783"/>
                <a:gd name="connsiteY1" fmla="*/ 17875 h 35750"/>
                <a:gd name="connsiteX2" fmla="*/ 17891 w 35783"/>
                <a:gd name="connsiteY2" fmla="*/ 35750 h 35750"/>
                <a:gd name="connsiteX3" fmla="*/ 17891 w 35783"/>
                <a:gd name="connsiteY3" fmla="*/ 35750 h 35750"/>
                <a:gd name="connsiteX4" fmla="*/ 35783 w 35783"/>
                <a:gd name="connsiteY4" fmla="*/ 17875 h 35750"/>
                <a:gd name="connsiteX5" fmla="*/ 17891 w 35783"/>
                <a:gd name="connsiteY5" fmla="*/ 0 h 3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783" h="35750">
                  <a:moveTo>
                    <a:pt x="17891" y="0"/>
                  </a:moveTo>
                  <a:cubicBezTo>
                    <a:pt x="7668" y="0"/>
                    <a:pt x="0" y="8299"/>
                    <a:pt x="0" y="17875"/>
                  </a:cubicBezTo>
                  <a:cubicBezTo>
                    <a:pt x="0" y="28089"/>
                    <a:pt x="8306" y="35750"/>
                    <a:pt x="17891" y="35750"/>
                  </a:cubicBezTo>
                  <a:lnTo>
                    <a:pt x="17891" y="35750"/>
                  </a:lnTo>
                  <a:cubicBezTo>
                    <a:pt x="28116" y="35750"/>
                    <a:pt x="35783" y="27451"/>
                    <a:pt x="35783" y="17875"/>
                  </a:cubicBezTo>
                  <a:cubicBezTo>
                    <a:pt x="35783" y="8299"/>
                    <a:pt x="27476" y="0"/>
                    <a:pt x="17891" y="0"/>
                  </a:cubicBezTo>
                  <a:close/>
                </a:path>
              </a:pathLst>
            </a:custGeom>
            <a:solidFill>
              <a:srgbClr val="0097A9"/>
            </a:solidFill>
            <a:ln w="6390" cap="flat">
              <a:noFill/>
              <a:prstDash val="solid"/>
              <a:miter/>
            </a:ln>
          </p:spPr>
          <p:txBody>
            <a:bodyPr rtlCol="0" anchor="ctr"/>
            <a:lstStyle/>
            <a:p>
              <a:endParaRPr lang="en-US"/>
            </a:p>
          </p:txBody>
        </p:sp>
        <p:sp>
          <p:nvSpPr>
            <p:cNvPr id="309" name="Graphic 4">
              <a:extLst>
                <a:ext uri="{FF2B5EF4-FFF2-40B4-BE49-F238E27FC236}">
                  <a16:creationId xmlns:a16="http://schemas.microsoft.com/office/drawing/2014/main" id="{33A379B7-5EC5-FB4E-859D-AA55DEA48A07}"/>
                </a:ext>
              </a:extLst>
            </p:cNvPr>
            <p:cNvSpPr/>
            <p:nvPr/>
          </p:nvSpPr>
          <p:spPr>
            <a:xfrm>
              <a:off x="9356785" y="1581475"/>
              <a:ext cx="35783" cy="35750"/>
            </a:xfrm>
            <a:custGeom>
              <a:avLst/>
              <a:gdLst>
                <a:gd name="connsiteX0" fmla="*/ 17891 w 35783"/>
                <a:gd name="connsiteY0" fmla="*/ 0 h 35750"/>
                <a:gd name="connsiteX1" fmla="*/ 17891 w 35783"/>
                <a:gd name="connsiteY1" fmla="*/ 0 h 35750"/>
                <a:gd name="connsiteX2" fmla="*/ 0 w 35783"/>
                <a:gd name="connsiteY2" fmla="*/ 17875 h 35750"/>
                <a:gd name="connsiteX3" fmla="*/ 17891 w 35783"/>
                <a:gd name="connsiteY3" fmla="*/ 35750 h 35750"/>
                <a:gd name="connsiteX4" fmla="*/ 17891 w 35783"/>
                <a:gd name="connsiteY4" fmla="*/ 35750 h 35750"/>
                <a:gd name="connsiteX5" fmla="*/ 17891 w 35783"/>
                <a:gd name="connsiteY5" fmla="*/ 35750 h 35750"/>
                <a:gd name="connsiteX6" fmla="*/ 35783 w 35783"/>
                <a:gd name="connsiteY6" fmla="*/ 17237 h 35750"/>
                <a:gd name="connsiteX7" fmla="*/ 30671 w 35783"/>
                <a:gd name="connsiteY7" fmla="*/ 4469 h 35750"/>
                <a:gd name="connsiteX8" fmla="*/ 17891 w 35783"/>
                <a:gd name="connsiteY8" fmla="*/ 0 h 3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783" h="35750">
                  <a:moveTo>
                    <a:pt x="17891" y="0"/>
                  </a:moveTo>
                  <a:lnTo>
                    <a:pt x="17891" y="0"/>
                  </a:lnTo>
                  <a:cubicBezTo>
                    <a:pt x="7668" y="0"/>
                    <a:pt x="0" y="8299"/>
                    <a:pt x="0" y="17875"/>
                  </a:cubicBezTo>
                  <a:cubicBezTo>
                    <a:pt x="0" y="27451"/>
                    <a:pt x="8306" y="35750"/>
                    <a:pt x="17891" y="35750"/>
                  </a:cubicBezTo>
                  <a:cubicBezTo>
                    <a:pt x="17891" y="35750"/>
                    <a:pt x="17891" y="35750"/>
                    <a:pt x="17891" y="35750"/>
                  </a:cubicBezTo>
                  <a:lnTo>
                    <a:pt x="17891" y="35750"/>
                  </a:lnTo>
                  <a:cubicBezTo>
                    <a:pt x="28115" y="35750"/>
                    <a:pt x="35783" y="27451"/>
                    <a:pt x="35783" y="17237"/>
                  </a:cubicBezTo>
                  <a:cubicBezTo>
                    <a:pt x="35783" y="12768"/>
                    <a:pt x="33866" y="7661"/>
                    <a:pt x="30671" y="4469"/>
                  </a:cubicBezTo>
                  <a:cubicBezTo>
                    <a:pt x="27476" y="1915"/>
                    <a:pt x="22365" y="0"/>
                    <a:pt x="17891" y="0"/>
                  </a:cubicBezTo>
                  <a:close/>
                </a:path>
              </a:pathLst>
            </a:custGeom>
            <a:solidFill>
              <a:srgbClr val="0097A9"/>
            </a:solidFill>
            <a:ln w="6390" cap="flat">
              <a:noFill/>
              <a:prstDash val="solid"/>
              <a:miter/>
            </a:ln>
          </p:spPr>
          <p:txBody>
            <a:bodyPr rtlCol="0" anchor="ctr"/>
            <a:lstStyle/>
            <a:p>
              <a:endParaRPr lang="en-US"/>
            </a:p>
          </p:txBody>
        </p:sp>
        <p:sp>
          <p:nvSpPr>
            <p:cNvPr id="310" name="Graphic 4">
              <a:extLst>
                <a:ext uri="{FF2B5EF4-FFF2-40B4-BE49-F238E27FC236}">
                  <a16:creationId xmlns:a16="http://schemas.microsoft.com/office/drawing/2014/main" id="{A5777C15-BFF2-174B-BBC3-128E36382FA8}"/>
                </a:ext>
              </a:extLst>
            </p:cNvPr>
            <p:cNvSpPr/>
            <p:nvPr/>
          </p:nvSpPr>
          <p:spPr>
            <a:xfrm>
              <a:off x="9278827" y="14027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79557 w 362309"/>
                <a:gd name="connsiteY6" fmla="*/ 66393 h 361971"/>
                <a:gd name="connsiteX7" fmla="*/ 185947 w 362309"/>
                <a:gd name="connsiteY7" fmla="*/ 60009 h 361971"/>
                <a:gd name="connsiteX8" fmla="*/ 192337 w 362309"/>
                <a:gd name="connsiteY8" fmla="*/ 66393 h 361971"/>
                <a:gd name="connsiteX9" fmla="*/ 192337 w 362309"/>
                <a:gd name="connsiteY9" fmla="*/ 139809 h 361971"/>
                <a:gd name="connsiteX10" fmla="*/ 185947 w 362309"/>
                <a:gd name="connsiteY10" fmla="*/ 146193 h 361971"/>
                <a:gd name="connsiteX11" fmla="*/ 179557 w 362309"/>
                <a:gd name="connsiteY11" fmla="*/ 139809 h 361971"/>
                <a:gd name="connsiteX12" fmla="*/ 179557 w 362309"/>
                <a:gd name="connsiteY12" fmla="*/ 66393 h 361971"/>
                <a:gd name="connsiteX13" fmla="*/ 293298 w 362309"/>
                <a:gd name="connsiteY13" fmla="*/ 144916 h 361971"/>
                <a:gd name="connsiteX14" fmla="*/ 192337 w 362309"/>
                <a:gd name="connsiteY14" fmla="*/ 174921 h 361971"/>
                <a:gd name="connsiteX15" fmla="*/ 192337 w 362309"/>
                <a:gd name="connsiteY15" fmla="*/ 240038 h 361971"/>
                <a:gd name="connsiteX16" fmla="*/ 216619 w 362309"/>
                <a:gd name="connsiteY16" fmla="*/ 270681 h 361971"/>
                <a:gd name="connsiteX17" fmla="*/ 185947 w 362309"/>
                <a:gd name="connsiteY17" fmla="*/ 301324 h 361971"/>
                <a:gd name="connsiteX18" fmla="*/ 185308 w 362309"/>
                <a:gd name="connsiteY18" fmla="*/ 301324 h 361971"/>
                <a:gd name="connsiteX19" fmla="*/ 155276 w 362309"/>
                <a:gd name="connsiteY19" fmla="*/ 270042 h 361971"/>
                <a:gd name="connsiteX20" fmla="*/ 179557 w 362309"/>
                <a:gd name="connsiteY20" fmla="*/ 240676 h 361971"/>
                <a:gd name="connsiteX21" fmla="*/ 179557 w 362309"/>
                <a:gd name="connsiteY21" fmla="*/ 179390 h 361971"/>
                <a:gd name="connsiteX22" fmla="*/ 126521 w 362309"/>
                <a:gd name="connsiteY22" fmla="*/ 195350 h 361971"/>
                <a:gd name="connsiteX23" fmla="*/ 126521 w 362309"/>
                <a:gd name="connsiteY23" fmla="*/ 197903 h 361971"/>
                <a:gd name="connsiteX24" fmla="*/ 95849 w 362309"/>
                <a:gd name="connsiteY24" fmla="*/ 228546 h 361971"/>
                <a:gd name="connsiteX25" fmla="*/ 95849 w 362309"/>
                <a:gd name="connsiteY25" fmla="*/ 228546 h 361971"/>
                <a:gd name="connsiteX26" fmla="*/ 95849 w 362309"/>
                <a:gd name="connsiteY26" fmla="*/ 228546 h 361971"/>
                <a:gd name="connsiteX27" fmla="*/ 65178 w 362309"/>
                <a:gd name="connsiteY27" fmla="*/ 197903 h 361971"/>
                <a:gd name="connsiteX28" fmla="*/ 95849 w 362309"/>
                <a:gd name="connsiteY28" fmla="*/ 167260 h 361971"/>
                <a:gd name="connsiteX29" fmla="*/ 95849 w 362309"/>
                <a:gd name="connsiteY29" fmla="*/ 167260 h 361971"/>
                <a:gd name="connsiteX30" fmla="*/ 117575 w 362309"/>
                <a:gd name="connsiteY30" fmla="*/ 176198 h 361971"/>
                <a:gd name="connsiteX31" fmla="*/ 122687 w 362309"/>
                <a:gd name="connsiteY31" fmla="*/ 183220 h 361971"/>
                <a:gd name="connsiteX32" fmla="*/ 289464 w 362309"/>
                <a:gd name="connsiteY32" fmla="*/ 133425 h 361971"/>
                <a:gd name="connsiteX33" fmla="*/ 297132 w 362309"/>
                <a:gd name="connsiteY33" fmla="*/ 137894 h 361971"/>
                <a:gd name="connsiteX34" fmla="*/ 293298 w 362309"/>
                <a:gd name="connsiteY34" fmla="*/ 14491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0438"/>
                    <a:pt x="281157" y="0"/>
                    <a:pt x="181474" y="0"/>
                  </a:cubicBezTo>
                  <a:close/>
                  <a:moveTo>
                    <a:pt x="179557" y="66393"/>
                  </a:moveTo>
                  <a:cubicBezTo>
                    <a:pt x="179557" y="62563"/>
                    <a:pt x="182113" y="60009"/>
                    <a:pt x="185947" y="60009"/>
                  </a:cubicBezTo>
                  <a:cubicBezTo>
                    <a:pt x="189782" y="60009"/>
                    <a:pt x="192337" y="62563"/>
                    <a:pt x="192337" y="66393"/>
                  </a:cubicBezTo>
                  <a:lnTo>
                    <a:pt x="192337" y="139809"/>
                  </a:lnTo>
                  <a:cubicBezTo>
                    <a:pt x="192337" y="143640"/>
                    <a:pt x="189782" y="146193"/>
                    <a:pt x="185947" y="146193"/>
                  </a:cubicBezTo>
                  <a:cubicBezTo>
                    <a:pt x="182113" y="146193"/>
                    <a:pt x="179557" y="143640"/>
                    <a:pt x="179557" y="139809"/>
                  </a:cubicBezTo>
                  <a:lnTo>
                    <a:pt x="179557" y="66393"/>
                  </a:lnTo>
                  <a:close/>
                  <a:moveTo>
                    <a:pt x="293298" y="144916"/>
                  </a:moveTo>
                  <a:lnTo>
                    <a:pt x="192337" y="174921"/>
                  </a:lnTo>
                  <a:lnTo>
                    <a:pt x="192337" y="240038"/>
                  </a:lnTo>
                  <a:cubicBezTo>
                    <a:pt x="207034" y="243230"/>
                    <a:pt x="217258" y="255998"/>
                    <a:pt x="216619" y="270681"/>
                  </a:cubicBezTo>
                  <a:cubicBezTo>
                    <a:pt x="216619" y="287279"/>
                    <a:pt x="202561" y="301324"/>
                    <a:pt x="185947" y="301324"/>
                  </a:cubicBezTo>
                  <a:lnTo>
                    <a:pt x="185308" y="301324"/>
                  </a:lnTo>
                  <a:cubicBezTo>
                    <a:pt x="168056" y="300686"/>
                    <a:pt x="154637" y="286641"/>
                    <a:pt x="155276" y="270042"/>
                  </a:cubicBezTo>
                  <a:cubicBezTo>
                    <a:pt x="155276" y="255998"/>
                    <a:pt x="165500" y="243230"/>
                    <a:pt x="179557" y="240676"/>
                  </a:cubicBezTo>
                  <a:lnTo>
                    <a:pt x="179557" y="179390"/>
                  </a:lnTo>
                  <a:lnTo>
                    <a:pt x="126521" y="195350"/>
                  </a:lnTo>
                  <a:cubicBezTo>
                    <a:pt x="126521" y="195988"/>
                    <a:pt x="126521" y="197265"/>
                    <a:pt x="126521" y="197903"/>
                  </a:cubicBezTo>
                  <a:cubicBezTo>
                    <a:pt x="126521" y="215140"/>
                    <a:pt x="112463" y="228546"/>
                    <a:pt x="95849" y="228546"/>
                  </a:cubicBezTo>
                  <a:cubicBezTo>
                    <a:pt x="95849" y="228546"/>
                    <a:pt x="95849" y="228546"/>
                    <a:pt x="95849" y="228546"/>
                  </a:cubicBezTo>
                  <a:lnTo>
                    <a:pt x="95849" y="228546"/>
                  </a:lnTo>
                  <a:cubicBezTo>
                    <a:pt x="78597" y="228546"/>
                    <a:pt x="65178" y="214502"/>
                    <a:pt x="65178" y="197903"/>
                  </a:cubicBezTo>
                  <a:cubicBezTo>
                    <a:pt x="65178" y="180667"/>
                    <a:pt x="79235" y="167260"/>
                    <a:pt x="95849" y="167260"/>
                  </a:cubicBezTo>
                  <a:lnTo>
                    <a:pt x="95849" y="167260"/>
                  </a:lnTo>
                  <a:cubicBezTo>
                    <a:pt x="104156" y="167260"/>
                    <a:pt x="111824" y="170452"/>
                    <a:pt x="117575" y="176198"/>
                  </a:cubicBezTo>
                  <a:cubicBezTo>
                    <a:pt x="119492" y="178113"/>
                    <a:pt x="121409" y="180667"/>
                    <a:pt x="122687" y="183220"/>
                  </a:cubicBezTo>
                  <a:lnTo>
                    <a:pt x="289464" y="133425"/>
                  </a:lnTo>
                  <a:cubicBezTo>
                    <a:pt x="292659" y="132148"/>
                    <a:pt x="296493" y="134064"/>
                    <a:pt x="297132" y="137894"/>
                  </a:cubicBezTo>
                  <a:cubicBezTo>
                    <a:pt x="298411" y="140448"/>
                    <a:pt x="296493" y="143640"/>
                    <a:pt x="293298" y="144916"/>
                  </a:cubicBezTo>
                  <a:close/>
                </a:path>
              </a:pathLst>
            </a:custGeom>
            <a:solidFill>
              <a:srgbClr val="0097A9"/>
            </a:solidFill>
            <a:ln w="6390" cap="flat">
              <a:noFill/>
              <a:prstDash val="solid"/>
              <a:miter/>
            </a:ln>
          </p:spPr>
          <p:txBody>
            <a:bodyPr rtlCol="0" anchor="ctr"/>
            <a:lstStyle/>
            <a:p>
              <a:endParaRPr lang="en-US"/>
            </a:p>
          </p:txBody>
        </p:sp>
      </p:grpSp>
      <p:grpSp>
        <p:nvGrpSpPr>
          <p:cNvPr id="311" name="Graphic 4">
            <a:extLst>
              <a:ext uri="{FF2B5EF4-FFF2-40B4-BE49-F238E27FC236}">
                <a16:creationId xmlns:a16="http://schemas.microsoft.com/office/drawing/2014/main" id="{7453BB8E-1112-8949-97EC-0D3599BF02E2}"/>
              </a:ext>
            </a:extLst>
          </p:cNvPr>
          <p:cNvGrpSpPr>
            <a:grpSpLocks noChangeAspect="1"/>
          </p:cNvGrpSpPr>
          <p:nvPr/>
        </p:nvGrpSpPr>
        <p:grpSpPr>
          <a:xfrm>
            <a:off x="5708130" y="2371173"/>
            <a:ext cx="362313" cy="361971"/>
            <a:chOff x="5708130" y="2371173"/>
            <a:chExt cx="362313" cy="361971"/>
          </a:xfrm>
          <a:solidFill>
            <a:srgbClr val="00ABAB"/>
          </a:solidFill>
        </p:grpSpPr>
        <p:sp>
          <p:nvSpPr>
            <p:cNvPr id="312" name="Graphic 4">
              <a:extLst>
                <a:ext uri="{FF2B5EF4-FFF2-40B4-BE49-F238E27FC236}">
                  <a16:creationId xmlns:a16="http://schemas.microsoft.com/office/drawing/2014/main" id="{E86E2F8D-A55B-E444-8831-3A7A3247A3C8}"/>
                </a:ext>
              </a:extLst>
            </p:cNvPr>
            <p:cNvSpPr/>
            <p:nvPr/>
          </p:nvSpPr>
          <p:spPr>
            <a:xfrm>
              <a:off x="5708130" y="237117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cubicBezTo>
                    <a:pt x="349530" y="180667"/>
                    <a:pt x="349530" y="180667"/>
                    <a:pt x="349530" y="180667"/>
                  </a:cubicBezTo>
                  <a:cubicBezTo>
                    <a:pt x="349530" y="273873"/>
                    <a:pt x="274767"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313" name="Graphic 4">
              <a:extLst>
                <a:ext uri="{FF2B5EF4-FFF2-40B4-BE49-F238E27FC236}">
                  <a16:creationId xmlns:a16="http://schemas.microsoft.com/office/drawing/2014/main" id="{25B1D103-E65A-3A4E-A9AB-98447CF87980}"/>
                </a:ext>
              </a:extLst>
            </p:cNvPr>
            <p:cNvSpPr/>
            <p:nvPr/>
          </p:nvSpPr>
          <p:spPr>
            <a:xfrm>
              <a:off x="5770901" y="2477626"/>
              <a:ext cx="157124" cy="149395"/>
            </a:xfrm>
            <a:custGeom>
              <a:avLst/>
              <a:gdLst>
                <a:gd name="connsiteX0" fmla="*/ 153848 w 157124"/>
                <a:gd name="connsiteY0" fmla="*/ 136777 h 149395"/>
                <a:gd name="connsiteX1" fmla="*/ 127010 w 157124"/>
                <a:gd name="connsiteY1" fmla="*/ 131031 h 149395"/>
                <a:gd name="connsiteX2" fmla="*/ 112953 w 157124"/>
                <a:gd name="connsiteY2" fmla="*/ 128478 h 149395"/>
                <a:gd name="connsiteX3" fmla="*/ 104007 w 157124"/>
                <a:gd name="connsiteY3" fmla="*/ 104218 h 149395"/>
                <a:gd name="connsiteX4" fmla="*/ 120621 w 157124"/>
                <a:gd name="connsiteY4" fmla="*/ 67830 h 149395"/>
                <a:gd name="connsiteX5" fmla="*/ 114231 w 157124"/>
                <a:gd name="connsiteY5" fmla="*/ 14843 h 149395"/>
                <a:gd name="connsiteX6" fmla="*/ 43302 w 157124"/>
                <a:gd name="connsiteY6" fmla="*/ 14843 h 149395"/>
                <a:gd name="connsiteX7" fmla="*/ 43302 w 157124"/>
                <a:gd name="connsiteY7" fmla="*/ 14843 h 149395"/>
                <a:gd name="connsiteX8" fmla="*/ 36912 w 157124"/>
                <a:gd name="connsiteY8" fmla="*/ 67830 h 149395"/>
                <a:gd name="connsiteX9" fmla="*/ 52887 w 157124"/>
                <a:gd name="connsiteY9" fmla="*/ 104857 h 149395"/>
                <a:gd name="connsiteX10" fmla="*/ 43941 w 157124"/>
                <a:gd name="connsiteY10" fmla="*/ 129116 h 149395"/>
                <a:gd name="connsiteX11" fmla="*/ 29883 w 157124"/>
                <a:gd name="connsiteY11" fmla="*/ 131670 h 149395"/>
                <a:gd name="connsiteX12" fmla="*/ 3685 w 157124"/>
                <a:gd name="connsiteY12" fmla="*/ 137415 h 149395"/>
                <a:gd name="connsiteX13" fmla="*/ 490 w 157124"/>
                <a:gd name="connsiteY13" fmla="*/ 145714 h 149395"/>
                <a:gd name="connsiteX14" fmla="*/ 8797 w 157124"/>
                <a:gd name="connsiteY14" fmla="*/ 148906 h 149395"/>
                <a:gd name="connsiteX15" fmla="*/ 9435 w 157124"/>
                <a:gd name="connsiteY15" fmla="*/ 148268 h 149395"/>
                <a:gd name="connsiteX16" fmla="*/ 31161 w 157124"/>
                <a:gd name="connsiteY16" fmla="*/ 143799 h 149395"/>
                <a:gd name="connsiteX17" fmla="*/ 49692 w 157124"/>
                <a:gd name="connsiteY17" fmla="*/ 140607 h 149395"/>
                <a:gd name="connsiteX18" fmla="*/ 64389 w 157124"/>
                <a:gd name="connsiteY18" fmla="*/ 117625 h 149395"/>
                <a:gd name="connsiteX19" fmla="*/ 63111 w 157124"/>
                <a:gd name="connsiteY19" fmla="*/ 97834 h 149395"/>
                <a:gd name="connsiteX20" fmla="*/ 48414 w 157124"/>
                <a:gd name="connsiteY20" fmla="*/ 64638 h 149395"/>
                <a:gd name="connsiteX21" fmla="*/ 52248 w 157124"/>
                <a:gd name="connsiteY21" fmla="*/ 22503 h 149395"/>
                <a:gd name="connsiteX22" fmla="*/ 77808 w 157124"/>
                <a:gd name="connsiteY22" fmla="*/ 12289 h 149395"/>
                <a:gd name="connsiteX23" fmla="*/ 78447 w 157124"/>
                <a:gd name="connsiteY23" fmla="*/ 12289 h 149395"/>
                <a:gd name="connsiteX24" fmla="*/ 104007 w 157124"/>
                <a:gd name="connsiteY24" fmla="*/ 22503 h 149395"/>
                <a:gd name="connsiteX25" fmla="*/ 107841 w 157124"/>
                <a:gd name="connsiteY25" fmla="*/ 64638 h 149395"/>
                <a:gd name="connsiteX26" fmla="*/ 93144 w 157124"/>
                <a:gd name="connsiteY26" fmla="*/ 96558 h 149395"/>
                <a:gd name="connsiteX27" fmla="*/ 91866 w 157124"/>
                <a:gd name="connsiteY27" fmla="*/ 116348 h 149395"/>
                <a:gd name="connsiteX28" fmla="*/ 106563 w 157124"/>
                <a:gd name="connsiteY28" fmla="*/ 139969 h 149395"/>
                <a:gd name="connsiteX29" fmla="*/ 125094 w 157124"/>
                <a:gd name="connsiteY29" fmla="*/ 143161 h 149395"/>
                <a:gd name="connsiteX30" fmla="*/ 146819 w 157124"/>
                <a:gd name="connsiteY30" fmla="*/ 147630 h 149395"/>
                <a:gd name="connsiteX31" fmla="*/ 155765 w 157124"/>
                <a:gd name="connsiteY31" fmla="*/ 145076 h 149395"/>
                <a:gd name="connsiteX32" fmla="*/ 153848 w 157124"/>
                <a:gd name="connsiteY32" fmla="*/ 136777 h 149395"/>
                <a:gd name="connsiteX33" fmla="*/ 153848 w 157124"/>
                <a:gd name="connsiteY33" fmla="*/ 136777 h 149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57124" h="149395">
                  <a:moveTo>
                    <a:pt x="153848" y="136777"/>
                  </a:moveTo>
                  <a:cubicBezTo>
                    <a:pt x="145541" y="132946"/>
                    <a:pt x="136595" y="131031"/>
                    <a:pt x="127010" y="131031"/>
                  </a:cubicBezTo>
                  <a:cubicBezTo>
                    <a:pt x="122537" y="131031"/>
                    <a:pt x="117426" y="130393"/>
                    <a:pt x="112953" y="128478"/>
                  </a:cubicBezTo>
                  <a:cubicBezTo>
                    <a:pt x="107202" y="125286"/>
                    <a:pt x="102729" y="107410"/>
                    <a:pt x="104007" y="104218"/>
                  </a:cubicBezTo>
                  <a:cubicBezTo>
                    <a:pt x="111674" y="93366"/>
                    <a:pt x="117426" y="80598"/>
                    <a:pt x="120621" y="67830"/>
                  </a:cubicBezTo>
                  <a:cubicBezTo>
                    <a:pt x="126372" y="44847"/>
                    <a:pt x="123815" y="26334"/>
                    <a:pt x="114231" y="14843"/>
                  </a:cubicBezTo>
                  <a:cubicBezTo>
                    <a:pt x="94422" y="-4948"/>
                    <a:pt x="62472" y="-4948"/>
                    <a:pt x="43302" y="14843"/>
                  </a:cubicBezTo>
                  <a:cubicBezTo>
                    <a:pt x="43302" y="14843"/>
                    <a:pt x="43302" y="14843"/>
                    <a:pt x="43302" y="14843"/>
                  </a:cubicBezTo>
                  <a:cubicBezTo>
                    <a:pt x="33078" y="26972"/>
                    <a:pt x="31161" y="44847"/>
                    <a:pt x="36912" y="67830"/>
                  </a:cubicBezTo>
                  <a:cubicBezTo>
                    <a:pt x="40107" y="81236"/>
                    <a:pt x="45858" y="93366"/>
                    <a:pt x="52887" y="104857"/>
                  </a:cubicBezTo>
                  <a:cubicBezTo>
                    <a:pt x="54165" y="108687"/>
                    <a:pt x="49692" y="125924"/>
                    <a:pt x="43941" y="129116"/>
                  </a:cubicBezTo>
                  <a:cubicBezTo>
                    <a:pt x="39468" y="130393"/>
                    <a:pt x="34995" y="131031"/>
                    <a:pt x="29883" y="131670"/>
                  </a:cubicBezTo>
                  <a:cubicBezTo>
                    <a:pt x="20938" y="131670"/>
                    <a:pt x="11992" y="133585"/>
                    <a:pt x="3685" y="137415"/>
                  </a:cubicBezTo>
                  <a:cubicBezTo>
                    <a:pt x="490" y="138692"/>
                    <a:pt x="-788" y="142522"/>
                    <a:pt x="490" y="145714"/>
                  </a:cubicBezTo>
                  <a:cubicBezTo>
                    <a:pt x="1768" y="148906"/>
                    <a:pt x="5602" y="150183"/>
                    <a:pt x="8797" y="148906"/>
                  </a:cubicBezTo>
                  <a:cubicBezTo>
                    <a:pt x="8797" y="148906"/>
                    <a:pt x="9435" y="148906"/>
                    <a:pt x="9435" y="148268"/>
                  </a:cubicBezTo>
                  <a:cubicBezTo>
                    <a:pt x="16465" y="145714"/>
                    <a:pt x="23493" y="144438"/>
                    <a:pt x="31161" y="143799"/>
                  </a:cubicBezTo>
                  <a:cubicBezTo>
                    <a:pt x="37551" y="143799"/>
                    <a:pt x="43941" y="142522"/>
                    <a:pt x="49692" y="140607"/>
                  </a:cubicBezTo>
                  <a:cubicBezTo>
                    <a:pt x="59277" y="135500"/>
                    <a:pt x="63750" y="121455"/>
                    <a:pt x="64389" y="117625"/>
                  </a:cubicBezTo>
                  <a:cubicBezTo>
                    <a:pt x="65028" y="113794"/>
                    <a:pt x="66945" y="103580"/>
                    <a:pt x="63111" y="97834"/>
                  </a:cubicBezTo>
                  <a:cubicBezTo>
                    <a:pt x="56721" y="87620"/>
                    <a:pt x="51609" y="76767"/>
                    <a:pt x="48414" y="64638"/>
                  </a:cubicBezTo>
                  <a:cubicBezTo>
                    <a:pt x="43941" y="45486"/>
                    <a:pt x="45219" y="31441"/>
                    <a:pt x="52248" y="22503"/>
                  </a:cubicBezTo>
                  <a:cubicBezTo>
                    <a:pt x="58638" y="15481"/>
                    <a:pt x="68223" y="11651"/>
                    <a:pt x="77808" y="12289"/>
                  </a:cubicBezTo>
                  <a:lnTo>
                    <a:pt x="78447" y="12289"/>
                  </a:lnTo>
                  <a:cubicBezTo>
                    <a:pt x="88032" y="12289"/>
                    <a:pt x="97617" y="15481"/>
                    <a:pt x="104007" y="22503"/>
                  </a:cubicBezTo>
                  <a:cubicBezTo>
                    <a:pt x="111036" y="31441"/>
                    <a:pt x="112314" y="45486"/>
                    <a:pt x="107841" y="64638"/>
                  </a:cubicBezTo>
                  <a:cubicBezTo>
                    <a:pt x="104646" y="76129"/>
                    <a:pt x="100173" y="86982"/>
                    <a:pt x="93144" y="96558"/>
                  </a:cubicBezTo>
                  <a:cubicBezTo>
                    <a:pt x="89310" y="101665"/>
                    <a:pt x="90588" y="111241"/>
                    <a:pt x="91866" y="116348"/>
                  </a:cubicBezTo>
                  <a:cubicBezTo>
                    <a:pt x="93144" y="121455"/>
                    <a:pt x="96978" y="134862"/>
                    <a:pt x="106563" y="139969"/>
                  </a:cubicBezTo>
                  <a:cubicBezTo>
                    <a:pt x="112314" y="141884"/>
                    <a:pt x="118704" y="143161"/>
                    <a:pt x="125094" y="143161"/>
                  </a:cubicBezTo>
                  <a:cubicBezTo>
                    <a:pt x="132762" y="143161"/>
                    <a:pt x="139790" y="145076"/>
                    <a:pt x="146819" y="147630"/>
                  </a:cubicBezTo>
                  <a:cubicBezTo>
                    <a:pt x="150014" y="149545"/>
                    <a:pt x="153848" y="148268"/>
                    <a:pt x="155765" y="145076"/>
                  </a:cubicBezTo>
                  <a:cubicBezTo>
                    <a:pt x="158321" y="141884"/>
                    <a:pt x="157043" y="138054"/>
                    <a:pt x="153848" y="136777"/>
                  </a:cubicBezTo>
                  <a:lnTo>
                    <a:pt x="153848" y="136777"/>
                  </a:lnTo>
                  <a:close/>
                </a:path>
              </a:pathLst>
            </a:custGeom>
            <a:solidFill>
              <a:srgbClr val="00ABAB"/>
            </a:solidFill>
            <a:ln w="6390" cap="flat">
              <a:noFill/>
              <a:prstDash val="solid"/>
              <a:miter/>
            </a:ln>
          </p:spPr>
          <p:txBody>
            <a:bodyPr rtlCol="0" anchor="ctr"/>
            <a:lstStyle/>
            <a:p>
              <a:endParaRPr lang="en-US"/>
            </a:p>
          </p:txBody>
        </p:sp>
        <p:sp>
          <p:nvSpPr>
            <p:cNvPr id="314" name="Graphic 4">
              <a:extLst>
                <a:ext uri="{FF2B5EF4-FFF2-40B4-BE49-F238E27FC236}">
                  <a16:creationId xmlns:a16="http://schemas.microsoft.com/office/drawing/2014/main" id="{4F0AC374-7992-864B-80A4-370360C6C7EB}"/>
                </a:ext>
              </a:extLst>
            </p:cNvPr>
            <p:cNvSpPr/>
            <p:nvPr/>
          </p:nvSpPr>
          <p:spPr>
            <a:xfrm>
              <a:off x="5915164" y="2493746"/>
              <a:ext cx="93292" cy="12767"/>
            </a:xfrm>
            <a:custGeom>
              <a:avLst/>
              <a:gdLst>
                <a:gd name="connsiteX0" fmla="*/ 86903 w 93292"/>
                <a:gd name="connsiteY0" fmla="*/ 0 h 12767"/>
                <a:gd name="connsiteX1" fmla="*/ 6390 w 93292"/>
                <a:gd name="connsiteY1" fmla="*/ 0 h 12767"/>
                <a:gd name="connsiteX2" fmla="*/ 0 w 93292"/>
                <a:gd name="connsiteY2" fmla="*/ 6384 h 12767"/>
                <a:gd name="connsiteX3" fmla="*/ 6390 w 93292"/>
                <a:gd name="connsiteY3" fmla="*/ 12768 h 12767"/>
                <a:gd name="connsiteX4" fmla="*/ 86903 w 93292"/>
                <a:gd name="connsiteY4" fmla="*/ 12768 h 12767"/>
                <a:gd name="connsiteX5" fmla="*/ 93293 w 93292"/>
                <a:gd name="connsiteY5" fmla="*/ 6384 h 12767"/>
                <a:gd name="connsiteX6" fmla="*/ 86903 w 9329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292" h="12767">
                  <a:moveTo>
                    <a:pt x="86903" y="0"/>
                  </a:moveTo>
                  <a:lnTo>
                    <a:pt x="6390" y="0"/>
                  </a:lnTo>
                  <a:cubicBezTo>
                    <a:pt x="2556" y="0"/>
                    <a:pt x="0" y="2554"/>
                    <a:pt x="0" y="6384"/>
                  </a:cubicBezTo>
                  <a:cubicBezTo>
                    <a:pt x="0" y="10214"/>
                    <a:pt x="2556" y="12768"/>
                    <a:pt x="6390" y="12768"/>
                  </a:cubicBezTo>
                  <a:lnTo>
                    <a:pt x="86903" y="12768"/>
                  </a:lnTo>
                  <a:cubicBezTo>
                    <a:pt x="90737" y="12768"/>
                    <a:pt x="93293" y="10214"/>
                    <a:pt x="93293" y="6384"/>
                  </a:cubicBezTo>
                  <a:cubicBezTo>
                    <a:pt x="93293" y="2554"/>
                    <a:pt x="90737" y="0"/>
                    <a:pt x="86903" y="0"/>
                  </a:cubicBezTo>
                  <a:close/>
                </a:path>
              </a:pathLst>
            </a:custGeom>
            <a:solidFill>
              <a:srgbClr val="00ABAB"/>
            </a:solidFill>
            <a:ln w="6390" cap="flat">
              <a:noFill/>
              <a:prstDash val="solid"/>
              <a:miter/>
            </a:ln>
          </p:spPr>
          <p:txBody>
            <a:bodyPr rtlCol="0" anchor="ctr"/>
            <a:lstStyle/>
            <a:p>
              <a:endParaRPr lang="en-US"/>
            </a:p>
          </p:txBody>
        </p:sp>
        <p:sp>
          <p:nvSpPr>
            <p:cNvPr id="315" name="Graphic 4">
              <a:extLst>
                <a:ext uri="{FF2B5EF4-FFF2-40B4-BE49-F238E27FC236}">
                  <a16:creationId xmlns:a16="http://schemas.microsoft.com/office/drawing/2014/main" id="{12A20B0C-753A-1E4A-A562-E2E0A1DCE3C7}"/>
                </a:ext>
              </a:extLst>
            </p:cNvPr>
            <p:cNvSpPr/>
            <p:nvPr/>
          </p:nvSpPr>
          <p:spPr>
            <a:xfrm>
              <a:off x="5915164" y="2525666"/>
              <a:ext cx="93292" cy="12767"/>
            </a:xfrm>
            <a:custGeom>
              <a:avLst/>
              <a:gdLst>
                <a:gd name="connsiteX0" fmla="*/ 86903 w 93292"/>
                <a:gd name="connsiteY0" fmla="*/ 0 h 12767"/>
                <a:gd name="connsiteX1" fmla="*/ 6390 w 93292"/>
                <a:gd name="connsiteY1" fmla="*/ 0 h 12767"/>
                <a:gd name="connsiteX2" fmla="*/ 0 w 93292"/>
                <a:gd name="connsiteY2" fmla="*/ 6384 h 12767"/>
                <a:gd name="connsiteX3" fmla="*/ 6390 w 93292"/>
                <a:gd name="connsiteY3" fmla="*/ 12768 h 12767"/>
                <a:gd name="connsiteX4" fmla="*/ 86903 w 93292"/>
                <a:gd name="connsiteY4" fmla="*/ 12768 h 12767"/>
                <a:gd name="connsiteX5" fmla="*/ 93293 w 93292"/>
                <a:gd name="connsiteY5" fmla="*/ 6384 h 12767"/>
                <a:gd name="connsiteX6" fmla="*/ 86903 w 9329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292" h="12767">
                  <a:moveTo>
                    <a:pt x="86903" y="0"/>
                  </a:moveTo>
                  <a:lnTo>
                    <a:pt x="6390" y="0"/>
                  </a:lnTo>
                  <a:cubicBezTo>
                    <a:pt x="2556" y="0"/>
                    <a:pt x="0" y="2554"/>
                    <a:pt x="0" y="6384"/>
                  </a:cubicBezTo>
                  <a:cubicBezTo>
                    <a:pt x="0" y="10214"/>
                    <a:pt x="2556" y="12768"/>
                    <a:pt x="6390" y="12768"/>
                  </a:cubicBezTo>
                  <a:lnTo>
                    <a:pt x="86903" y="12768"/>
                  </a:lnTo>
                  <a:cubicBezTo>
                    <a:pt x="90737" y="12768"/>
                    <a:pt x="93293" y="10214"/>
                    <a:pt x="93293" y="6384"/>
                  </a:cubicBezTo>
                  <a:cubicBezTo>
                    <a:pt x="93293" y="2554"/>
                    <a:pt x="90737" y="0"/>
                    <a:pt x="86903" y="0"/>
                  </a:cubicBezTo>
                  <a:close/>
                </a:path>
              </a:pathLst>
            </a:custGeom>
            <a:solidFill>
              <a:srgbClr val="00ABAB"/>
            </a:solidFill>
            <a:ln w="6390" cap="flat">
              <a:noFill/>
              <a:prstDash val="solid"/>
              <a:miter/>
            </a:ln>
          </p:spPr>
          <p:txBody>
            <a:bodyPr rtlCol="0" anchor="ctr"/>
            <a:lstStyle/>
            <a:p>
              <a:endParaRPr lang="en-US"/>
            </a:p>
          </p:txBody>
        </p:sp>
        <p:sp>
          <p:nvSpPr>
            <p:cNvPr id="316" name="Graphic 4">
              <a:extLst>
                <a:ext uri="{FF2B5EF4-FFF2-40B4-BE49-F238E27FC236}">
                  <a16:creationId xmlns:a16="http://schemas.microsoft.com/office/drawing/2014/main" id="{4311B0B1-AE71-B94C-B06B-F99FF4D681D4}"/>
                </a:ext>
              </a:extLst>
            </p:cNvPr>
            <p:cNvSpPr/>
            <p:nvPr/>
          </p:nvSpPr>
          <p:spPr>
            <a:xfrm>
              <a:off x="5915164" y="2557585"/>
              <a:ext cx="93292" cy="12767"/>
            </a:xfrm>
            <a:custGeom>
              <a:avLst/>
              <a:gdLst>
                <a:gd name="connsiteX0" fmla="*/ 86903 w 93292"/>
                <a:gd name="connsiteY0" fmla="*/ 0 h 12767"/>
                <a:gd name="connsiteX1" fmla="*/ 6390 w 93292"/>
                <a:gd name="connsiteY1" fmla="*/ 0 h 12767"/>
                <a:gd name="connsiteX2" fmla="*/ 0 w 93292"/>
                <a:gd name="connsiteY2" fmla="*/ 6384 h 12767"/>
                <a:gd name="connsiteX3" fmla="*/ 6390 w 93292"/>
                <a:gd name="connsiteY3" fmla="*/ 12768 h 12767"/>
                <a:gd name="connsiteX4" fmla="*/ 86903 w 93292"/>
                <a:gd name="connsiteY4" fmla="*/ 12768 h 12767"/>
                <a:gd name="connsiteX5" fmla="*/ 93293 w 93292"/>
                <a:gd name="connsiteY5" fmla="*/ 6384 h 12767"/>
                <a:gd name="connsiteX6" fmla="*/ 86903 w 9329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292" h="12767">
                  <a:moveTo>
                    <a:pt x="86903" y="0"/>
                  </a:moveTo>
                  <a:lnTo>
                    <a:pt x="6390" y="0"/>
                  </a:lnTo>
                  <a:cubicBezTo>
                    <a:pt x="2556" y="0"/>
                    <a:pt x="0" y="2554"/>
                    <a:pt x="0" y="6384"/>
                  </a:cubicBezTo>
                  <a:cubicBezTo>
                    <a:pt x="0" y="10214"/>
                    <a:pt x="2556" y="12768"/>
                    <a:pt x="6390" y="12768"/>
                  </a:cubicBezTo>
                  <a:lnTo>
                    <a:pt x="86903" y="12768"/>
                  </a:lnTo>
                  <a:cubicBezTo>
                    <a:pt x="90737" y="12768"/>
                    <a:pt x="93293" y="10214"/>
                    <a:pt x="93293" y="6384"/>
                  </a:cubicBezTo>
                  <a:cubicBezTo>
                    <a:pt x="93293" y="2554"/>
                    <a:pt x="90737" y="0"/>
                    <a:pt x="86903" y="0"/>
                  </a:cubicBezTo>
                  <a:close/>
                </a:path>
              </a:pathLst>
            </a:custGeom>
            <a:solidFill>
              <a:srgbClr val="00ABAB"/>
            </a:solidFill>
            <a:ln w="6390" cap="flat">
              <a:noFill/>
              <a:prstDash val="solid"/>
              <a:miter/>
            </a:ln>
          </p:spPr>
          <p:txBody>
            <a:bodyPr rtlCol="0" anchor="ctr"/>
            <a:lstStyle/>
            <a:p>
              <a:endParaRPr lang="en-US"/>
            </a:p>
          </p:txBody>
        </p:sp>
      </p:grpSp>
      <p:grpSp>
        <p:nvGrpSpPr>
          <p:cNvPr id="317" name="Graphic 4">
            <a:extLst>
              <a:ext uri="{FF2B5EF4-FFF2-40B4-BE49-F238E27FC236}">
                <a16:creationId xmlns:a16="http://schemas.microsoft.com/office/drawing/2014/main" id="{3A8ADCDC-F1D4-4C49-91E0-7B8A717521E9}"/>
              </a:ext>
            </a:extLst>
          </p:cNvPr>
          <p:cNvGrpSpPr>
            <a:grpSpLocks noChangeAspect="1"/>
          </p:cNvGrpSpPr>
          <p:nvPr/>
        </p:nvGrpSpPr>
        <p:grpSpPr>
          <a:xfrm>
            <a:off x="5708130" y="1885990"/>
            <a:ext cx="362313" cy="361971"/>
            <a:chOff x="5708130" y="1885990"/>
            <a:chExt cx="362313" cy="361971"/>
          </a:xfrm>
          <a:solidFill>
            <a:srgbClr val="00ABAB"/>
          </a:solidFill>
        </p:grpSpPr>
        <p:sp>
          <p:nvSpPr>
            <p:cNvPr id="318" name="Graphic 4">
              <a:extLst>
                <a:ext uri="{FF2B5EF4-FFF2-40B4-BE49-F238E27FC236}">
                  <a16:creationId xmlns:a16="http://schemas.microsoft.com/office/drawing/2014/main" id="{FC4BC7A3-7BFA-7746-A299-90CD60701C5B}"/>
                </a:ext>
              </a:extLst>
            </p:cNvPr>
            <p:cNvSpPr/>
            <p:nvPr/>
          </p:nvSpPr>
          <p:spPr>
            <a:xfrm>
              <a:off x="5708130" y="1885990"/>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8565 h 361971"/>
                <a:gd name="connsiteX7" fmla="*/ 12780 w 362313"/>
                <a:gd name="connsiteY7" fmla="*/ 180667 h 361971"/>
                <a:gd name="connsiteX8" fmla="*/ 180835 w 362313"/>
                <a:gd name="connsiteY8" fmla="*/ 12130 h 361971"/>
                <a:gd name="connsiteX9" fmla="*/ 349530 w 362313"/>
                <a:gd name="connsiteY9" fmla="*/ 180028 h 361971"/>
                <a:gd name="connsiteX10" fmla="*/ 349530 w 362313"/>
                <a:gd name="connsiteY10" fmla="*/ 180028 h 361971"/>
                <a:gd name="connsiteX11" fmla="*/ 181474 w 362313"/>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181474" y="348565"/>
                  </a:moveTo>
                  <a:cubicBezTo>
                    <a:pt x="88181" y="348565"/>
                    <a:pt x="12780" y="273235"/>
                    <a:pt x="12780" y="180667"/>
                  </a:cubicBezTo>
                  <a:cubicBezTo>
                    <a:pt x="12780" y="88099"/>
                    <a:pt x="88181" y="12130"/>
                    <a:pt x="180835" y="12130"/>
                  </a:cubicBezTo>
                  <a:cubicBezTo>
                    <a:pt x="274128" y="12130"/>
                    <a:pt x="349530" y="87461"/>
                    <a:pt x="349530" y="180028"/>
                  </a:cubicBezTo>
                  <a:cubicBezTo>
                    <a:pt x="349530" y="180028"/>
                    <a:pt x="349530" y="180028"/>
                    <a:pt x="349530" y="180028"/>
                  </a:cubicBezTo>
                  <a:cubicBezTo>
                    <a:pt x="349530" y="273235"/>
                    <a:pt x="274767" y="348565"/>
                    <a:pt x="181474" y="348565"/>
                  </a:cubicBezTo>
                  <a:close/>
                </a:path>
              </a:pathLst>
            </a:custGeom>
            <a:solidFill>
              <a:srgbClr val="00ABAB"/>
            </a:solidFill>
            <a:ln w="6390" cap="flat">
              <a:noFill/>
              <a:prstDash val="solid"/>
              <a:miter/>
            </a:ln>
          </p:spPr>
          <p:txBody>
            <a:bodyPr rtlCol="0" anchor="ctr"/>
            <a:lstStyle/>
            <a:p>
              <a:endParaRPr lang="en-US"/>
            </a:p>
          </p:txBody>
        </p:sp>
        <p:sp>
          <p:nvSpPr>
            <p:cNvPr id="319" name="Graphic 4">
              <a:extLst>
                <a:ext uri="{FF2B5EF4-FFF2-40B4-BE49-F238E27FC236}">
                  <a16:creationId xmlns:a16="http://schemas.microsoft.com/office/drawing/2014/main" id="{7FD73E30-7FA7-8041-ABA3-F61B15EDD6D1}"/>
                </a:ext>
              </a:extLst>
            </p:cNvPr>
            <p:cNvSpPr/>
            <p:nvPr/>
          </p:nvSpPr>
          <p:spPr>
            <a:xfrm>
              <a:off x="5786287" y="1977920"/>
              <a:ext cx="209390" cy="178751"/>
            </a:xfrm>
            <a:custGeom>
              <a:avLst/>
              <a:gdLst>
                <a:gd name="connsiteX0" fmla="*/ 204278 w 209390"/>
                <a:gd name="connsiteY0" fmla="*/ 166622 h 178751"/>
                <a:gd name="connsiteX1" fmla="*/ 160827 w 209390"/>
                <a:gd name="connsiteY1" fmla="*/ 154492 h 178751"/>
                <a:gd name="connsiteX2" fmla="*/ 147408 w 209390"/>
                <a:gd name="connsiteY2" fmla="*/ 152577 h 178751"/>
                <a:gd name="connsiteX3" fmla="*/ 135906 w 209390"/>
                <a:gd name="connsiteY3" fmla="*/ 143640 h 178751"/>
                <a:gd name="connsiteX4" fmla="*/ 135906 w 209390"/>
                <a:gd name="connsiteY4" fmla="*/ 141724 h 178751"/>
                <a:gd name="connsiteX5" fmla="*/ 157632 w 209390"/>
                <a:gd name="connsiteY5" fmla="*/ 90652 h 178751"/>
                <a:gd name="connsiteX6" fmla="*/ 149325 w 209390"/>
                <a:gd name="connsiteY6" fmla="*/ 20429 h 178751"/>
                <a:gd name="connsiteX7" fmla="*/ 103317 w 209390"/>
                <a:gd name="connsiteY7" fmla="*/ 0 h 178751"/>
                <a:gd name="connsiteX8" fmla="*/ 103317 w 209390"/>
                <a:gd name="connsiteY8" fmla="*/ 0 h 178751"/>
                <a:gd name="connsiteX9" fmla="*/ 57310 w 209390"/>
                <a:gd name="connsiteY9" fmla="*/ 20429 h 178751"/>
                <a:gd name="connsiteX10" fmla="*/ 49003 w 209390"/>
                <a:gd name="connsiteY10" fmla="*/ 90652 h 178751"/>
                <a:gd name="connsiteX11" fmla="*/ 70728 w 209390"/>
                <a:gd name="connsiteY11" fmla="*/ 141724 h 178751"/>
                <a:gd name="connsiteX12" fmla="*/ 70728 w 209390"/>
                <a:gd name="connsiteY12" fmla="*/ 143640 h 178751"/>
                <a:gd name="connsiteX13" fmla="*/ 59227 w 209390"/>
                <a:gd name="connsiteY13" fmla="*/ 152577 h 178751"/>
                <a:gd name="connsiteX14" fmla="*/ 45808 w 209390"/>
                <a:gd name="connsiteY14" fmla="*/ 154492 h 178751"/>
                <a:gd name="connsiteX15" fmla="*/ 2995 w 209390"/>
                <a:gd name="connsiteY15" fmla="*/ 166622 h 178751"/>
                <a:gd name="connsiteX16" fmla="*/ 1078 w 209390"/>
                <a:gd name="connsiteY16" fmla="*/ 175560 h 178751"/>
                <a:gd name="connsiteX17" fmla="*/ 6829 w 209390"/>
                <a:gd name="connsiteY17" fmla="*/ 178752 h 178751"/>
                <a:gd name="connsiteX18" fmla="*/ 10024 w 209390"/>
                <a:gd name="connsiteY18" fmla="*/ 178113 h 178751"/>
                <a:gd name="connsiteX19" fmla="*/ 48364 w 209390"/>
                <a:gd name="connsiteY19" fmla="*/ 167899 h 178751"/>
                <a:gd name="connsiteX20" fmla="*/ 64978 w 209390"/>
                <a:gd name="connsiteY20" fmla="*/ 164707 h 178751"/>
                <a:gd name="connsiteX21" fmla="*/ 84147 w 209390"/>
                <a:gd name="connsiteY21" fmla="*/ 147470 h 178751"/>
                <a:gd name="connsiteX22" fmla="*/ 82231 w 209390"/>
                <a:gd name="connsiteY22" fmla="*/ 134064 h 178751"/>
                <a:gd name="connsiteX23" fmla="*/ 62422 w 209390"/>
                <a:gd name="connsiteY23" fmla="*/ 87460 h 178751"/>
                <a:gd name="connsiteX24" fmla="*/ 68173 w 209390"/>
                <a:gd name="connsiteY24" fmla="*/ 28089 h 178751"/>
                <a:gd name="connsiteX25" fmla="*/ 104595 w 209390"/>
                <a:gd name="connsiteY25" fmla="*/ 12130 h 178751"/>
                <a:gd name="connsiteX26" fmla="*/ 105234 w 209390"/>
                <a:gd name="connsiteY26" fmla="*/ 12130 h 178751"/>
                <a:gd name="connsiteX27" fmla="*/ 141657 w 209390"/>
                <a:gd name="connsiteY27" fmla="*/ 28089 h 178751"/>
                <a:gd name="connsiteX28" fmla="*/ 147408 w 209390"/>
                <a:gd name="connsiteY28" fmla="*/ 87460 h 178751"/>
                <a:gd name="connsiteX29" fmla="*/ 127599 w 209390"/>
                <a:gd name="connsiteY29" fmla="*/ 134064 h 178751"/>
                <a:gd name="connsiteX30" fmla="*/ 125682 w 209390"/>
                <a:gd name="connsiteY30" fmla="*/ 147470 h 178751"/>
                <a:gd name="connsiteX31" fmla="*/ 144852 w 209390"/>
                <a:gd name="connsiteY31" fmla="*/ 164707 h 178751"/>
                <a:gd name="connsiteX32" fmla="*/ 161466 w 209390"/>
                <a:gd name="connsiteY32" fmla="*/ 167899 h 178751"/>
                <a:gd name="connsiteX33" fmla="*/ 199805 w 209390"/>
                <a:gd name="connsiteY33" fmla="*/ 178113 h 178751"/>
                <a:gd name="connsiteX34" fmla="*/ 203000 w 209390"/>
                <a:gd name="connsiteY34" fmla="*/ 178752 h 178751"/>
                <a:gd name="connsiteX35" fmla="*/ 209390 w 209390"/>
                <a:gd name="connsiteY35" fmla="*/ 172368 h 178751"/>
                <a:gd name="connsiteX36" fmla="*/ 206195 w 209390"/>
                <a:gd name="connsiteY36" fmla="*/ 166622 h 178751"/>
                <a:gd name="connsiteX37" fmla="*/ 204278 w 209390"/>
                <a:gd name="connsiteY37" fmla="*/ 166622 h 178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09390" h="178751">
                  <a:moveTo>
                    <a:pt x="204278" y="166622"/>
                  </a:moveTo>
                  <a:cubicBezTo>
                    <a:pt x="190860" y="158961"/>
                    <a:pt x="176162" y="155131"/>
                    <a:pt x="160827" y="154492"/>
                  </a:cubicBezTo>
                  <a:cubicBezTo>
                    <a:pt x="156354" y="154492"/>
                    <a:pt x="151881" y="153854"/>
                    <a:pt x="147408" y="152577"/>
                  </a:cubicBezTo>
                  <a:cubicBezTo>
                    <a:pt x="142296" y="151300"/>
                    <a:pt x="138462" y="148108"/>
                    <a:pt x="135906" y="143640"/>
                  </a:cubicBezTo>
                  <a:cubicBezTo>
                    <a:pt x="135267" y="143001"/>
                    <a:pt x="135267" y="142363"/>
                    <a:pt x="135906" y="141724"/>
                  </a:cubicBezTo>
                  <a:cubicBezTo>
                    <a:pt x="146130" y="125764"/>
                    <a:pt x="153159" y="108528"/>
                    <a:pt x="157632" y="90652"/>
                  </a:cubicBezTo>
                  <a:cubicBezTo>
                    <a:pt x="165300" y="60009"/>
                    <a:pt x="162105" y="36389"/>
                    <a:pt x="149325" y="20429"/>
                  </a:cubicBezTo>
                  <a:cubicBezTo>
                    <a:pt x="137823" y="7022"/>
                    <a:pt x="120570" y="0"/>
                    <a:pt x="103317" y="0"/>
                  </a:cubicBezTo>
                  <a:lnTo>
                    <a:pt x="103317" y="0"/>
                  </a:lnTo>
                  <a:cubicBezTo>
                    <a:pt x="85426" y="0"/>
                    <a:pt x="68811" y="7661"/>
                    <a:pt x="57310" y="20429"/>
                  </a:cubicBezTo>
                  <a:cubicBezTo>
                    <a:pt x="44530" y="36389"/>
                    <a:pt x="41335" y="60009"/>
                    <a:pt x="49003" y="90652"/>
                  </a:cubicBezTo>
                  <a:cubicBezTo>
                    <a:pt x="53476" y="108528"/>
                    <a:pt x="60505" y="125764"/>
                    <a:pt x="70728" y="141724"/>
                  </a:cubicBezTo>
                  <a:cubicBezTo>
                    <a:pt x="71368" y="142363"/>
                    <a:pt x="71368" y="143001"/>
                    <a:pt x="70728" y="143640"/>
                  </a:cubicBezTo>
                  <a:cubicBezTo>
                    <a:pt x="68173" y="148108"/>
                    <a:pt x="64338" y="151300"/>
                    <a:pt x="59227" y="152577"/>
                  </a:cubicBezTo>
                  <a:cubicBezTo>
                    <a:pt x="54754" y="153854"/>
                    <a:pt x="50281" y="154492"/>
                    <a:pt x="45808" y="154492"/>
                  </a:cubicBezTo>
                  <a:cubicBezTo>
                    <a:pt x="30472" y="155131"/>
                    <a:pt x="16414" y="159600"/>
                    <a:pt x="2995" y="166622"/>
                  </a:cubicBezTo>
                  <a:cubicBezTo>
                    <a:pt x="-200" y="168537"/>
                    <a:pt x="-839" y="172368"/>
                    <a:pt x="1078" y="175560"/>
                  </a:cubicBezTo>
                  <a:cubicBezTo>
                    <a:pt x="2356" y="177475"/>
                    <a:pt x="4273" y="178752"/>
                    <a:pt x="6829" y="178752"/>
                  </a:cubicBezTo>
                  <a:cubicBezTo>
                    <a:pt x="8107" y="178752"/>
                    <a:pt x="9385" y="178752"/>
                    <a:pt x="10024" y="178113"/>
                  </a:cubicBezTo>
                  <a:cubicBezTo>
                    <a:pt x="21526" y="171729"/>
                    <a:pt x="34945" y="167899"/>
                    <a:pt x="48364" y="167899"/>
                  </a:cubicBezTo>
                  <a:cubicBezTo>
                    <a:pt x="54115" y="167899"/>
                    <a:pt x="59866" y="166622"/>
                    <a:pt x="64978" y="164707"/>
                  </a:cubicBezTo>
                  <a:cubicBezTo>
                    <a:pt x="73923" y="162153"/>
                    <a:pt x="80953" y="155769"/>
                    <a:pt x="84147" y="147470"/>
                  </a:cubicBezTo>
                  <a:cubicBezTo>
                    <a:pt x="85426" y="143001"/>
                    <a:pt x="84786" y="137894"/>
                    <a:pt x="82231" y="134064"/>
                  </a:cubicBezTo>
                  <a:cubicBezTo>
                    <a:pt x="73285" y="120019"/>
                    <a:pt x="66256" y="104059"/>
                    <a:pt x="62422" y="87460"/>
                  </a:cubicBezTo>
                  <a:cubicBezTo>
                    <a:pt x="56032" y="60648"/>
                    <a:pt x="57949" y="40857"/>
                    <a:pt x="68173" y="28089"/>
                  </a:cubicBezTo>
                  <a:cubicBezTo>
                    <a:pt x="77758" y="17875"/>
                    <a:pt x="90537" y="12130"/>
                    <a:pt x="104595" y="12130"/>
                  </a:cubicBezTo>
                  <a:lnTo>
                    <a:pt x="105234" y="12130"/>
                  </a:lnTo>
                  <a:cubicBezTo>
                    <a:pt x="105234" y="12130"/>
                    <a:pt x="128238" y="12130"/>
                    <a:pt x="141657" y="28089"/>
                  </a:cubicBezTo>
                  <a:cubicBezTo>
                    <a:pt x="151881" y="40857"/>
                    <a:pt x="153798" y="60648"/>
                    <a:pt x="147408" y="87460"/>
                  </a:cubicBezTo>
                  <a:cubicBezTo>
                    <a:pt x="143574" y="104059"/>
                    <a:pt x="136545" y="119380"/>
                    <a:pt x="127599" y="134064"/>
                  </a:cubicBezTo>
                  <a:cubicBezTo>
                    <a:pt x="125043" y="137894"/>
                    <a:pt x="123765" y="143001"/>
                    <a:pt x="125682" y="147470"/>
                  </a:cubicBezTo>
                  <a:cubicBezTo>
                    <a:pt x="128877" y="155769"/>
                    <a:pt x="135906" y="162153"/>
                    <a:pt x="144852" y="164707"/>
                  </a:cubicBezTo>
                  <a:cubicBezTo>
                    <a:pt x="149964" y="166622"/>
                    <a:pt x="155715" y="167260"/>
                    <a:pt x="161466" y="167899"/>
                  </a:cubicBezTo>
                  <a:cubicBezTo>
                    <a:pt x="174885" y="168537"/>
                    <a:pt x="188303" y="171729"/>
                    <a:pt x="199805" y="178113"/>
                  </a:cubicBezTo>
                  <a:cubicBezTo>
                    <a:pt x="200444" y="178752"/>
                    <a:pt x="201722" y="178752"/>
                    <a:pt x="203000" y="178752"/>
                  </a:cubicBezTo>
                  <a:cubicBezTo>
                    <a:pt x="206834" y="178752"/>
                    <a:pt x="209390" y="176198"/>
                    <a:pt x="209390" y="172368"/>
                  </a:cubicBezTo>
                  <a:cubicBezTo>
                    <a:pt x="209390" y="169814"/>
                    <a:pt x="208112" y="167899"/>
                    <a:pt x="206195" y="166622"/>
                  </a:cubicBezTo>
                  <a:lnTo>
                    <a:pt x="204278" y="166622"/>
                  </a:lnTo>
                  <a:close/>
                </a:path>
              </a:pathLst>
            </a:custGeom>
            <a:solidFill>
              <a:srgbClr val="00ABAB"/>
            </a:solidFill>
            <a:ln w="6390" cap="flat">
              <a:noFill/>
              <a:prstDash val="solid"/>
              <a:miter/>
            </a:ln>
          </p:spPr>
          <p:txBody>
            <a:bodyPr rtlCol="0" anchor="ctr"/>
            <a:lstStyle/>
            <a:p>
              <a:endParaRPr lang="en-US"/>
            </a:p>
          </p:txBody>
        </p:sp>
      </p:grpSp>
      <p:grpSp>
        <p:nvGrpSpPr>
          <p:cNvPr id="320" name="Graphic 4">
            <a:extLst>
              <a:ext uri="{FF2B5EF4-FFF2-40B4-BE49-F238E27FC236}">
                <a16:creationId xmlns:a16="http://schemas.microsoft.com/office/drawing/2014/main" id="{98B94233-5D22-F340-B5EC-BD29A38A7CA2}"/>
              </a:ext>
            </a:extLst>
          </p:cNvPr>
          <p:cNvGrpSpPr>
            <a:grpSpLocks noChangeAspect="1"/>
          </p:cNvGrpSpPr>
          <p:nvPr/>
        </p:nvGrpSpPr>
        <p:grpSpPr>
          <a:xfrm>
            <a:off x="5708130" y="2855717"/>
            <a:ext cx="362313" cy="361971"/>
            <a:chOff x="5708130" y="2855717"/>
            <a:chExt cx="362313" cy="361971"/>
          </a:xfrm>
          <a:solidFill>
            <a:srgbClr val="00ABAB"/>
          </a:solidFill>
        </p:grpSpPr>
        <p:sp>
          <p:nvSpPr>
            <p:cNvPr id="321" name="Graphic 4">
              <a:extLst>
                <a:ext uri="{FF2B5EF4-FFF2-40B4-BE49-F238E27FC236}">
                  <a16:creationId xmlns:a16="http://schemas.microsoft.com/office/drawing/2014/main" id="{F2D673BA-DBE2-E049-98E9-723B21334B59}"/>
                </a:ext>
              </a:extLst>
            </p:cNvPr>
            <p:cNvSpPr/>
            <p:nvPr/>
          </p:nvSpPr>
          <p:spPr>
            <a:xfrm>
              <a:off x="5708130" y="285571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49530" y="273234"/>
                    <a:pt x="274767" y="348565"/>
                    <a:pt x="181474" y="349204"/>
                  </a:cubicBezTo>
                  <a:close/>
                </a:path>
              </a:pathLst>
            </a:custGeom>
            <a:solidFill>
              <a:srgbClr val="00ABAB"/>
            </a:solidFill>
            <a:ln w="6390" cap="flat">
              <a:noFill/>
              <a:prstDash val="solid"/>
              <a:miter/>
            </a:ln>
          </p:spPr>
          <p:txBody>
            <a:bodyPr rtlCol="0" anchor="ctr"/>
            <a:lstStyle/>
            <a:p>
              <a:endParaRPr lang="en-US"/>
            </a:p>
          </p:txBody>
        </p:sp>
        <p:sp>
          <p:nvSpPr>
            <p:cNvPr id="322" name="Graphic 4">
              <a:extLst>
                <a:ext uri="{FF2B5EF4-FFF2-40B4-BE49-F238E27FC236}">
                  <a16:creationId xmlns:a16="http://schemas.microsoft.com/office/drawing/2014/main" id="{9C541F14-F331-C148-8A4A-0502C5B4538B}"/>
                </a:ext>
              </a:extLst>
            </p:cNvPr>
            <p:cNvSpPr/>
            <p:nvPr/>
          </p:nvSpPr>
          <p:spPr>
            <a:xfrm>
              <a:off x="5782254" y="2953392"/>
              <a:ext cx="214701" cy="165983"/>
            </a:xfrm>
            <a:custGeom>
              <a:avLst/>
              <a:gdLst>
                <a:gd name="connsiteX0" fmla="*/ 208312 w 214701"/>
                <a:gd name="connsiteY0" fmla="*/ 15322 h 165983"/>
                <a:gd name="connsiteX1" fmla="*/ 156553 w 214701"/>
                <a:gd name="connsiteY1" fmla="*/ 15322 h 165983"/>
                <a:gd name="connsiteX2" fmla="*/ 156553 w 214701"/>
                <a:gd name="connsiteY2" fmla="*/ 6384 h 165983"/>
                <a:gd name="connsiteX3" fmla="*/ 150164 w 214701"/>
                <a:gd name="connsiteY3" fmla="*/ 0 h 165983"/>
                <a:gd name="connsiteX4" fmla="*/ 64538 w 214701"/>
                <a:gd name="connsiteY4" fmla="*/ 0 h 165983"/>
                <a:gd name="connsiteX5" fmla="*/ 58148 w 214701"/>
                <a:gd name="connsiteY5" fmla="*/ 6384 h 165983"/>
                <a:gd name="connsiteX6" fmla="*/ 58148 w 214701"/>
                <a:gd name="connsiteY6" fmla="*/ 14683 h 165983"/>
                <a:gd name="connsiteX7" fmla="*/ 6390 w 214701"/>
                <a:gd name="connsiteY7" fmla="*/ 14683 h 165983"/>
                <a:gd name="connsiteX8" fmla="*/ 0 w 214701"/>
                <a:gd name="connsiteY8" fmla="*/ 21067 h 165983"/>
                <a:gd name="connsiteX9" fmla="*/ 0 w 214701"/>
                <a:gd name="connsiteY9" fmla="*/ 159600 h 165983"/>
                <a:gd name="connsiteX10" fmla="*/ 6390 w 214701"/>
                <a:gd name="connsiteY10" fmla="*/ 165984 h 165983"/>
                <a:gd name="connsiteX11" fmla="*/ 208312 w 214701"/>
                <a:gd name="connsiteY11" fmla="*/ 165984 h 165983"/>
                <a:gd name="connsiteX12" fmla="*/ 214702 w 214701"/>
                <a:gd name="connsiteY12" fmla="*/ 159600 h 165983"/>
                <a:gd name="connsiteX13" fmla="*/ 214702 w 214701"/>
                <a:gd name="connsiteY13" fmla="*/ 21706 h 165983"/>
                <a:gd name="connsiteX14" fmla="*/ 208312 w 214701"/>
                <a:gd name="connsiteY14" fmla="*/ 15322 h 165983"/>
                <a:gd name="connsiteX15" fmla="*/ 70928 w 214701"/>
                <a:gd name="connsiteY15" fmla="*/ 12768 h 165983"/>
                <a:gd name="connsiteX16" fmla="*/ 144412 w 214701"/>
                <a:gd name="connsiteY16" fmla="*/ 12768 h 165983"/>
                <a:gd name="connsiteX17" fmla="*/ 144412 w 214701"/>
                <a:gd name="connsiteY17" fmla="*/ 30005 h 165983"/>
                <a:gd name="connsiteX18" fmla="*/ 70928 w 214701"/>
                <a:gd name="connsiteY18" fmla="*/ 30005 h 165983"/>
                <a:gd name="connsiteX19" fmla="*/ 70928 w 214701"/>
                <a:gd name="connsiteY19" fmla="*/ 12768 h 165983"/>
                <a:gd name="connsiteX20" fmla="*/ 201922 w 214701"/>
                <a:gd name="connsiteY20" fmla="*/ 153216 h 165983"/>
                <a:gd name="connsiteX21" fmla="*/ 12780 w 214701"/>
                <a:gd name="connsiteY21" fmla="*/ 153216 h 165983"/>
                <a:gd name="connsiteX22" fmla="*/ 12780 w 214701"/>
                <a:gd name="connsiteY22" fmla="*/ 28089 h 165983"/>
                <a:gd name="connsiteX23" fmla="*/ 58148 w 214701"/>
                <a:gd name="connsiteY23" fmla="*/ 28089 h 165983"/>
                <a:gd name="connsiteX24" fmla="*/ 58148 w 214701"/>
                <a:gd name="connsiteY24" fmla="*/ 36389 h 165983"/>
                <a:gd name="connsiteX25" fmla="*/ 64538 w 214701"/>
                <a:gd name="connsiteY25" fmla="*/ 42773 h 165983"/>
                <a:gd name="connsiteX26" fmla="*/ 150802 w 214701"/>
                <a:gd name="connsiteY26" fmla="*/ 42773 h 165983"/>
                <a:gd name="connsiteX27" fmla="*/ 157192 w 214701"/>
                <a:gd name="connsiteY27" fmla="*/ 36389 h 165983"/>
                <a:gd name="connsiteX28" fmla="*/ 157192 w 214701"/>
                <a:gd name="connsiteY28" fmla="*/ 28089 h 165983"/>
                <a:gd name="connsiteX29" fmla="*/ 202561 w 214701"/>
                <a:gd name="connsiteY29" fmla="*/ 28089 h 165983"/>
                <a:gd name="connsiteX30" fmla="*/ 201922 w 214701"/>
                <a:gd name="connsiteY30" fmla="*/ 153216 h 165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14701" h="165983">
                  <a:moveTo>
                    <a:pt x="208312" y="15322"/>
                  </a:moveTo>
                  <a:lnTo>
                    <a:pt x="156553" y="15322"/>
                  </a:lnTo>
                  <a:lnTo>
                    <a:pt x="156553" y="6384"/>
                  </a:lnTo>
                  <a:cubicBezTo>
                    <a:pt x="156553" y="2554"/>
                    <a:pt x="153997" y="0"/>
                    <a:pt x="150164" y="0"/>
                  </a:cubicBezTo>
                  <a:lnTo>
                    <a:pt x="64538" y="0"/>
                  </a:lnTo>
                  <a:cubicBezTo>
                    <a:pt x="60704" y="0"/>
                    <a:pt x="58148" y="2554"/>
                    <a:pt x="58148" y="6384"/>
                  </a:cubicBezTo>
                  <a:lnTo>
                    <a:pt x="58148" y="14683"/>
                  </a:lnTo>
                  <a:lnTo>
                    <a:pt x="6390" y="14683"/>
                  </a:lnTo>
                  <a:cubicBezTo>
                    <a:pt x="2556" y="14683"/>
                    <a:pt x="0" y="17237"/>
                    <a:pt x="0" y="21067"/>
                  </a:cubicBezTo>
                  <a:lnTo>
                    <a:pt x="0" y="159600"/>
                  </a:lnTo>
                  <a:cubicBezTo>
                    <a:pt x="0" y="163430"/>
                    <a:pt x="2556" y="165984"/>
                    <a:pt x="6390" y="165984"/>
                  </a:cubicBezTo>
                  <a:lnTo>
                    <a:pt x="208312" y="165984"/>
                  </a:lnTo>
                  <a:cubicBezTo>
                    <a:pt x="212146" y="165984"/>
                    <a:pt x="214702" y="163430"/>
                    <a:pt x="214702" y="159600"/>
                  </a:cubicBezTo>
                  <a:lnTo>
                    <a:pt x="214702" y="21706"/>
                  </a:lnTo>
                  <a:cubicBezTo>
                    <a:pt x="214702" y="17875"/>
                    <a:pt x="212146" y="15322"/>
                    <a:pt x="208312" y="15322"/>
                  </a:cubicBezTo>
                  <a:close/>
                  <a:moveTo>
                    <a:pt x="70928" y="12768"/>
                  </a:moveTo>
                  <a:lnTo>
                    <a:pt x="144412" y="12768"/>
                  </a:lnTo>
                  <a:lnTo>
                    <a:pt x="144412" y="30005"/>
                  </a:lnTo>
                  <a:lnTo>
                    <a:pt x="70928" y="30005"/>
                  </a:lnTo>
                  <a:lnTo>
                    <a:pt x="70928" y="12768"/>
                  </a:lnTo>
                  <a:close/>
                  <a:moveTo>
                    <a:pt x="201922" y="153216"/>
                  </a:moveTo>
                  <a:lnTo>
                    <a:pt x="12780" y="153216"/>
                  </a:lnTo>
                  <a:lnTo>
                    <a:pt x="12780" y="28089"/>
                  </a:lnTo>
                  <a:lnTo>
                    <a:pt x="58148" y="28089"/>
                  </a:lnTo>
                  <a:lnTo>
                    <a:pt x="58148" y="36389"/>
                  </a:lnTo>
                  <a:cubicBezTo>
                    <a:pt x="58148" y="40219"/>
                    <a:pt x="60704" y="42773"/>
                    <a:pt x="64538" y="42773"/>
                  </a:cubicBezTo>
                  <a:lnTo>
                    <a:pt x="150802" y="42773"/>
                  </a:lnTo>
                  <a:cubicBezTo>
                    <a:pt x="154636" y="42773"/>
                    <a:pt x="157192" y="40219"/>
                    <a:pt x="157192" y="36389"/>
                  </a:cubicBezTo>
                  <a:lnTo>
                    <a:pt x="157192" y="28089"/>
                  </a:lnTo>
                  <a:lnTo>
                    <a:pt x="202561" y="28089"/>
                  </a:lnTo>
                  <a:lnTo>
                    <a:pt x="201922" y="153216"/>
                  </a:lnTo>
                  <a:close/>
                </a:path>
              </a:pathLst>
            </a:custGeom>
            <a:solidFill>
              <a:srgbClr val="00ABAB"/>
            </a:solidFill>
            <a:ln w="6390" cap="flat">
              <a:noFill/>
              <a:prstDash val="solid"/>
              <a:miter/>
            </a:ln>
          </p:spPr>
          <p:txBody>
            <a:bodyPr rtlCol="0" anchor="ctr"/>
            <a:lstStyle/>
            <a:p>
              <a:endParaRPr lang="en-US"/>
            </a:p>
          </p:txBody>
        </p:sp>
        <p:sp>
          <p:nvSpPr>
            <p:cNvPr id="362" name="Graphic 4">
              <a:extLst>
                <a:ext uri="{FF2B5EF4-FFF2-40B4-BE49-F238E27FC236}">
                  <a16:creationId xmlns:a16="http://schemas.microsoft.com/office/drawing/2014/main" id="{3432FA28-0E59-4C40-9C65-32C3F97FA847}"/>
                </a:ext>
              </a:extLst>
            </p:cNvPr>
            <p:cNvSpPr/>
            <p:nvPr/>
          </p:nvSpPr>
          <p:spPr>
            <a:xfrm>
              <a:off x="5810369" y="3012125"/>
              <a:ext cx="63260" cy="63201"/>
            </a:xfrm>
            <a:custGeom>
              <a:avLst/>
              <a:gdLst>
                <a:gd name="connsiteX0" fmla="*/ 56871 w 63260"/>
                <a:gd name="connsiteY0" fmla="*/ 0 h 63201"/>
                <a:gd name="connsiteX1" fmla="*/ 6390 w 63260"/>
                <a:gd name="connsiteY1" fmla="*/ 0 h 63201"/>
                <a:gd name="connsiteX2" fmla="*/ 0 w 63260"/>
                <a:gd name="connsiteY2" fmla="*/ 6384 h 63201"/>
                <a:gd name="connsiteX3" fmla="*/ 0 w 63260"/>
                <a:gd name="connsiteY3" fmla="*/ 56817 h 63201"/>
                <a:gd name="connsiteX4" fmla="*/ 6390 w 63260"/>
                <a:gd name="connsiteY4" fmla="*/ 63201 h 63201"/>
                <a:gd name="connsiteX5" fmla="*/ 56871 w 63260"/>
                <a:gd name="connsiteY5" fmla="*/ 63201 h 63201"/>
                <a:gd name="connsiteX6" fmla="*/ 63261 w 63260"/>
                <a:gd name="connsiteY6" fmla="*/ 56817 h 63201"/>
                <a:gd name="connsiteX7" fmla="*/ 63261 w 63260"/>
                <a:gd name="connsiteY7" fmla="*/ 6384 h 63201"/>
                <a:gd name="connsiteX8" fmla="*/ 56871 w 63260"/>
                <a:gd name="connsiteY8" fmla="*/ 0 h 63201"/>
                <a:gd name="connsiteX9" fmla="*/ 50481 w 63260"/>
                <a:gd name="connsiteY9" fmla="*/ 50433 h 63201"/>
                <a:gd name="connsiteX10" fmla="*/ 12780 w 63260"/>
                <a:gd name="connsiteY10" fmla="*/ 50433 h 63201"/>
                <a:gd name="connsiteX11" fmla="*/ 12780 w 63260"/>
                <a:gd name="connsiteY11" fmla="*/ 12768 h 63201"/>
                <a:gd name="connsiteX12" fmla="*/ 50481 w 63260"/>
                <a:gd name="connsiteY12" fmla="*/ 12768 h 63201"/>
                <a:gd name="connsiteX13" fmla="*/ 50481 w 63260"/>
                <a:gd name="connsiteY13" fmla="*/ 50433 h 6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3260" h="63201">
                  <a:moveTo>
                    <a:pt x="56871" y="0"/>
                  </a:moveTo>
                  <a:lnTo>
                    <a:pt x="6390" y="0"/>
                  </a:lnTo>
                  <a:cubicBezTo>
                    <a:pt x="2556" y="0"/>
                    <a:pt x="0" y="2554"/>
                    <a:pt x="0" y="6384"/>
                  </a:cubicBezTo>
                  <a:lnTo>
                    <a:pt x="0" y="56817"/>
                  </a:lnTo>
                  <a:cubicBezTo>
                    <a:pt x="0" y="60648"/>
                    <a:pt x="2556" y="63201"/>
                    <a:pt x="6390" y="63201"/>
                  </a:cubicBezTo>
                  <a:lnTo>
                    <a:pt x="56871" y="63201"/>
                  </a:lnTo>
                  <a:cubicBezTo>
                    <a:pt x="60704" y="63201"/>
                    <a:pt x="63261" y="60648"/>
                    <a:pt x="63261" y="56817"/>
                  </a:cubicBezTo>
                  <a:lnTo>
                    <a:pt x="63261" y="6384"/>
                  </a:lnTo>
                  <a:cubicBezTo>
                    <a:pt x="63261" y="3192"/>
                    <a:pt x="60704" y="0"/>
                    <a:pt x="56871" y="0"/>
                  </a:cubicBezTo>
                  <a:close/>
                  <a:moveTo>
                    <a:pt x="50481" y="50433"/>
                  </a:moveTo>
                  <a:lnTo>
                    <a:pt x="12780" y="50433"/>
                  </a:lnTo>
                  <a:lnTo>
                    <a:pt x="12780" y="12768"/>
                  </a:lnTo>
                  <a:lnTo>
                    <a:pt x="50481" y="12768"/>
                  </a:lnTo>
                  <a:lnTo>
                    <a:pt x="50481" y="50433"/>
                  </a:lnTo>
                  <a:close/>
                </a:path>
              </a:pathLst>
            </a:custGeom>
            <a:solidFill>
              <a:srgbClr val="00ABAB"/>
            </a:solidFill>
            <a:ln w="6390" cap="flat">
              <a:noFill/>
              <a:prstDash val="solid"/>
              <a:miter/>
            </a:ln>
          </p:spPr>
          <p:txBody>
            <a:bodyPr rtlCol="0" anchor="ctr"/>
            <a:lstStyle/>
            <a:p>
              <a:endParaRPr lang="en-US"/>
            </a:p>
          </p:txBody>
        </p:sp>
        <p:sp>
          <p:nvSpPr>
            <p:cNvPr id="363" name="Graphic 4">
              <a:extLst>
                <a:ext uri="{FF2B5EF4-FFF2-40B4-BE49-F238E27FC236}">
                  <a16:creationId xmlns:a16="http://schemas.microsoft.com/office/drawing/2014/main" id="{63CBF0F6-66C3-F548-86D6-C4584909719D}"/>
                </a:ext>
              </a:extLst>
            </p:cNvPr>
            <p:cNvSpPr/>
            <p:nvPr/>
          </p:nvSpPr>
          <p:spPr>
            <a:xfrm>
              <a:off x="5895995" y="3008295"/>
              <a:ext cx="73484" cy="12767"/>
            </a:xfrm>
            <a:custGeom>
              <a:avLst/>
              <a:gdLst>
                <a:gd name="connsiteX0" fmla="*/ 6390 w 73484"/>
                <a:gd name="connsiteY0" fmla="*/ 0 h 12767"/>
                <a:gd name="connsiteX1" fmla="*/ 0 w 73484"/>
                <a:gd name="connsiteY1" fmla="*/ 6384 h 12767"/>
                <a:gd name="connsiteX2" fmla="*/ 6390 w 73484"/>
                <a:gd name="connsiteY2" fmla="*/ 12768 h 12767"/>
                <a:gd name="connsiteX3" fmla="*/ 67094 w 73484"/>
                <a:gd name="connsiteY3" fmla="*/ 12768 h 12767"/>
                <a:gd name="connsiteX4" fmla="*/ 73484 w 73484"/>
                <a:gd name="connsiteY4" fmla="*/ 6384 h 12767"/>
                <a:gd name="connsiteX5" fmla="*/ 67094 w 73484"/>
                <a:gd name="connsiteY5" fmla="*/ 0 h 12767"/>
                <a:gd name="connsiteX6" fmla="*/ 6390 w 7348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484" h="12767">
                  <a:moveTo>
                    <a:pt x="6390" y="0"/>
                  </a:moveTo>
                  <a:cubicBezTo>
                    <a:pt x="2556" y="0"/>
                    <a:pt x="0" y="2554"/>
                    <a:pt x="0" y="6384"/>
                  </a:cubicBezTo>
                  <a:cubicBezTo>
                    <a:pt x="0" y="10214"/>
                    <a:pt x="2556" y="12768"/>
                    <a:pt x="6390" y="12768"/>
                  </a:cubicBezTo>
                  <a:lnTo>
                    <a:pt x="67094" y="12768"/>
                  </a:lnTo>
                  <a:cubicBezTo>
                    <a:pt x="70928" y="12768"/>
                    <a:pt x="73484" y="10214"/>
                    <a:pt x="73484" y="6384"/>
                  </a:cubicBezTo>
                  <a:cubicBezTo>
                    <a:pt x="73484" y="2554"/>
                    <a:pt x="70928" y="0"/>
                    <a:pt x="67094" y="0"/>
                  </a:cubicBezTo>
                  <a:lnTo>
                    <a:pt x="6390" y="0"/>
                  </a:lnTo>
                  <a:close/>
                </a:path>
              </a:pathLst>
            </a:custGeom>
            <a:solidFill>
              <a:srgbClr val="00ABAB"/>
            </a:solidFill>
            <a:ln w="6390" cap="flat">
              <a:noFill/>
              <a:prstDash val="solid"/>
              <a:miter/>
            </a:ln>
          </p:spPr>
          <p:txBody>
            <a:bodyPr rtlCol="0" anchor="ctr"/>
            <a:lstStyle/>
            <a:p>
              <a:endParaRPr lang="en-US"/>
            </a:p>
          </p:txBody>
        </p:sp>
        <p:sp>
          <p:nvSpPr>
            <p:cNvPr id="364" name="Graphic 4">
              <a:extLst>
                <a:ext uri="{FF2B5EF4-FFF2-40B4-BE49-F238E27FC236}">
                  <a16:creationId xmlns:a16="http://schemas.microsoft.com/office/drawing/2014/main" id="{1E693A10-D1ED-644A-8207-2AF4522D5407}"/>
                </a:ext>
              </a:extLst>
            </p:cNvPr>
            <p:cNvSpPr/>
            <p:nvPr/>
          </p:nvSpPr>
          <p:spPr>
            <a:xfrm>
              <a:off x="5895995" y="3037661"/>
              <a:ext cx="73484" cy="12767"/>
            </a:xfrm>
            <a:custGeom>
              <a:avLst/>
              <a:gdLst>
                <a:gd name="connsiteX0" fmla="*/ 67094 w 73484"/>
                <a:gd name="connsiteY0" fmla="*/ 0 h 12767"/>
                <a:gd name="connsiteX1" fmla="*/ 6390 w 73484"/>
                <a:gd name="connsiteY1" fmla="*/ 0 h 12767"/>
                <a:gd name="connsiteX2" fmla="*/ 0 w 73484"/>
                <a:gd name="connsiteY2" fmla="*/ 6384 h 12767"/>
                <a:gd name="connsiteX3" fmla="*/ 6390 w 73484"/>
                <a:gd name="connsiteY3" fmla="*/ 12768 h 12767"/>
                <a:gd name="connsiteX4" fmla="*/ 67094 w 73484"/>
                <a:gd name="connsiteY4" fmla="*/ 12768 h 12767"/>
                <a:gd name="connsiteX5" fmla="*/ 73484 w 73484"/>
                <a:gd name="connsiteY5" fmla="*/ 6384 h 12767"/>
                <a:gd name="connsiteX6" fmla="*/ 67094 w 7348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484" h="12767">
                  <a:moveTo>
                    <a:pt x="67094" y="0"/>
                  </a:moveTo>
                  <a:lnTo>
                    <a:pt x="6390" y="0"/>
                  </a:lnTo>
                  <a:cubicBezTo>
                    <a:pt x="2556" y="0"/>
                    <a:pt x="0" y="2554"/>
                    <a:pt x="0" y="6384"/>
                  </a:cubicBezTo>
                  <a:cubicBezTo>
                    <a:pt x="0" y="10214"/>
                    <a:pt x="2556" y="12768"/>
                    <a:pt x="6390" y="12768"/>
                  </a:cubicBezTo>
                  <a:lnTo>
                    <a:pt x="67094" y="12768"/>
                  </a:lnTo>
                  <a:cubicBezTo>
                    <a:pt x="70928" y="12768"/>
                    <a:pt x="73484" y="10214"/>
                    <a:pt x="73484" y="6384"/>
                  </a:cubicBezTo>
                  <a:cubicBezTo>
                    <a:pt x="73484" y="2554"/>
                    <a:pt x="70289" y="0"/>
                    <a:pt x="67094" y="0"/>
                  </a:cubicBezTo>
                  <a:close/>
                </a:path>
              </a:pathLst>
            </a:custGeom>
            <a:solidFill>
              <a:srgbClr val="00ABAB"/>
            </a:solidFill>
            <a:ln w="6390" cap="flat">
              <a:noFill/>
              <a:prstDash val="solid"/>
              <a:miter/>
            </a:ln>
          </p:spPr>
          <p:txBody>
            <a:bodyPr rtlCol="0" anchor="ctr"/>
            <a:lstStyle/>
            <a:p>
              <a:endParaRPr lang="en-US"/>
            </a:p>
          </p:txBody>
        </p:sp>
        <p:sp>
          <p:nvSpPr>
            <p:cNvPr id="365" name="Graphic 4">
              <a:extLst>
                <a:ext uri="{FF2B5EF4-FFF2-40B4-BE49-F238E27FC236}">
                  <a16:creationId xmlns:a16="http://schemas.microsoft.com/office/drawing/2014/main" id="{8A3600F3-F8F7-4248-9D32-763A340BB696}"/>
                </a:ext>
              </a:extLst>
            </p:cNvPr>
            <p:cNvSpPr/>
            <p:nvPr/>
          </p:nvSpPr>
          <p:spPr>
            <a:xfrm>
              <a:off x="5895995" y="3067027"/>
              <a:ext cx="73484" cy="12767"/>
            </a:xfrm>
            <a:custGeom>
              <a:avLst/>
              <a:gdLst>
                <a:gd name="connsiteX0" fmla="*/ 67094 w 73484"/>
                <a:gd name="connsiteY0" fmla="*/ 0 h 12767"/>
                <a:gd name="connsiteX1" fmla="*/ 6390 w 73484"/>
                <a:gd name="connsiteY1" fmla="*/ 0 h 12767"/>
                <a:gd name="connsiteX2" fmla="*/ 0 w 73484"/>
                <a:gd name="connsiteY2" fmla="*/ 6384 h 12767"/>
                <a:gd name="connsiteX3" fmla="*/ 6390 w 73484"/>
                <a:gd name="connsiteY3" fmla="*/ 12768 h 12767"/>
                <a:gd name="connsiteX4" fmla="*/ 67094 w 73484"/>
                <a:gd name="connsiteY4" fmla="*/ 12768 h 12767"/>
                <a:gd name="connsiteX5" fmla="*/ 73484 w 73484"/>
                <a:gd name="connsiteY5" fmla="*/ 6384 h 12767"/>
                <a:gd name="connsiteX6" fmla="*/ 67094 w 7348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484" h="12767">
                  <a:moveTo>
                    <a:pt x="67094" y="0"/>
                  </a:moveTo>
                  <a:lnTo>
                    <a:pt x="6390" y="0"/>
                  </a:lnTo>
                  <a:cubicBezTo>
                    <a:pt x="2556" y="0"/>
                    <a:pt x="0" y="2554"/>
                    <a:pt x="0" y="6384"/>
                  </a:cubicBezTo>
                  <a:cubicBezTo>
                    <a:pt x="0" y="10214"/>
                    <a:pt x="2556" y="12768"/>
                    <a:pt x="6390" y="12768"/>
                  </a:cubicBezTo>
                  <a:lnTo>
                    <a:pt x="67094" y="12768"/>
                  </a:lnTo>
                  <a:cubicBezTo>
                    <a:pt x="70928" y="12768"/>
                    <a:pt x="73484" y="10214"/>
                    <a:pt x="73484" y="6384"/>
                  </a:cubicBezTo>
                  <a:cubicBezTo>
                    <a:pt x="73484" y="2554"/>
                    <a:pt x="70289" y="0"/>
                    <a:pt x="67094" y="0"/>
                  </a:cubicBezTo>
                  <a:close/>
                </a:path>
              </a:pathLst>
            </a:custGeom>
            <a:solidFill>
              <a:srgbClr val="00ABAB"/>
            </a:solidFill>
            <a:ln w="6390" cap="flat">
              <a:noFill/>
              <a:prstDash val="solid"/>
              <a:miter/>
            </a:ln>
          </p:spPr>
          <p:txBody>
            <a:bodyPr rtlCol="0" anchor="ctr"/>
            <a:lstStyle/>
            <a:p>
              <a:endParaRPr lang="en-US"/>
            </a:p>
          </p:txBody>
        </p:sp>
      </p:grpSp>
      <p:sp>
        <p:nvSpPr>
          <p:cNvPr id="366" name="Graphic 4">
            <a:extLst>
              <a:ext uri="{FF2B5EF4-FFF2-40B4-BE49-F238E27FC236}">
                <a16:creationId xmlns:a16="http://schemas.microsoft.com/office/drawing/2014/main" id="{922FAEBE-540B-2845-8B86-5426CBBDE624}"/>
              </a:ext>
            </a:extLst>
          </p:cNvPr>
          <p:cNvSpPr>
            <a:spLocks noChangeAspect="1"/>
          </p:cNvSpPr>
          <p:nvPr/>
        </p:nvSpPr>
        <p:spPr>
          <a:xfrm>
            <a:off x="6146480"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18536 w 362309"/>
              <a:gd name="connsiteY6" fmla="*/ 252167 h 361971"/>
              <a:gd name="connsiteX7" fmla="*/ 210229 w 362309"/>
              <a:gd name="connsiteY7" fmla="*/ 254721 h 361971"/>
              <a:gd name="connsiteX8" fmla="*/ 188503 w 362309"/>
              <a:gd name="connsiteY8" fmla="*/ 250252 h 361971"/>
              <a:gd name="connsiteX9" fmla="*/ 169972 w 362309"/>
              <a:gd name="connsiteY9" fmla="*/ 247060 h 361971"/>
              <a:gd name="connsiteX10" fmla="*/ 155275 w 362309"/>
              <a:gd name="connsiteY10" fmla="*/ 223439 h 361971"/>
              <a:gd name="connsiteX11" fmla="*/ 156553 w 362309"/>
              <a:gd name="connsiteY11" fmla="*/ 203649 h 361971"/>
              <a:gd name="connsiteX12" fmla="*/ 171250 w 362309"/>
              <a:gd name="connsiteY12" fmla="*/ 171729 h 361971"/>
              <a:gd name="connsiteX13" fmla="*/ 167416 w 362309"/>
              <a:gd name="connsiteY13" fmla="*/ 129595 h 361971"/>
              <a:gd name="connsiteX14" fmla="*/ 141856 w 362309"/>
              <a:gd name="connsiteY14" fmla="*/ 119381 h 361971"/>
              <a:gd name="connsiteX15" fmla="*/ 141217 w 362309"/>
              <a:gd name="connsiteY15" fmla="*/ 119381 h 361971"/>
              <a:gd name="connsiteX16" fmla="*/ 115658 w 362309"/>
              <a:gd name="connsiteY16" fmla="*/ 129595 h 361971"/>
              <a:gd name="connsiteX17" fmla="*/ 111824 w 362309"/>
              <a:gd name="connsiteY17" fmla="*/ 171729 h 361971"/>
              <a:gd name="connsiteX18" fmla="*/ 126521 w 362309"/>
              <a:gd name="connsiteY18" fmla="*/ 204926 h 361971"/>
              <a:gd name="connsiteX19" fmla="*/ 127799 w 362309"/>
              <a:gd name="connsiteY19" fmla="*/ 224716 h 361971"/>
              <a:gd name="connsiteX20" fmla="*/ 113102 w 362309"/>
              <a:gd name="connsiteY20" fmla="*/ 247699 h 361971"/>
              <a:gd name="connsiteX21" fmla="*/ 94571 w 362309"/>
              <a:gd name="connsiteY21" fmla="*/ 250891 h 361971"/>
              <a:gd name="connsiteX22" fmla="*/ 72845 w 362309"/>
              <a:gd name="connsiteY22" fmla="*/ 255359 h 361971"/>
              <a:gd name="connsiteX23" fmla="*/ 64538 w 362309"/>
              <a:gd name="connsiteY23" fmla="*/ 252167 h 361971"/>
              <a:gd name="connsiteX24" fmla="*/ 67094 w 362309"/>
              <a:gd name="connsiteY24" fmla="*/ 243868 h 361971"/>
              <a:gd name="connsiteX25" fmla="*/ 93932 w 362309"/>
              <a:gd name="connsiteY25" fmla="*/ 238123 h 361971"/>
              <a:gd name="connsiteX26" fmla="*/ 107990 w 362309"/>
              <a:gd name="connsiteY26" fmla="*/ 235569 h 361971"/>
              <a:gd name="connsiteX27" fmla="*/ 116936 w 362309"/>
              <a:gd name="connsiteY27" fmla="*/ 211310 h 361971"/>
              <a:gd name="connsiteX28" fmla="*/ 100961 w 362309"/>
              <a:gd name="connsiteY28" fmla="*/ 174283 h 361971"/>
              <a:gd name="connsiteX29" fmla="*/ 107351 w 362309"/>
              <a:gd name="connsiteY29" fmla="*/ 121296 h 361971"/>
              <a:gd name="connsiteX30" fmla="*/ 178279 w 362309"/>
              <a:gd name="connsiteY30" fmla="*/ 121296 h 361971"/>
              <a:gd name="connsiteX31" fmla="*/ 178279 w 362309"/>
              <a:gd name="connsiteY31" fmla="*/ 121296 h 361971"/>
              <a:gd name="connsiteX32" fmla="*/ 184669 w 362309"/>
              <a:gd name="connsiteY32" fmla="*/ 174283 h 361971"/>
              <a:gd name="connsiteX33" fmla="*/ 168055 w 362309"/>
              <a:gd name="connsiteY33" fmla="*/ 210671 h 361971"/>
              <a:gd name="connsiteX34" fmla="*/ 177001 w 362309"/>
              <a:gd name="connsiteY34" fmla="*/ 234931 h 361971"/>
              <a:gd name="connsiteX35" fmla="*/ 191059 w 362309"/>
              <a:gd name="connsiteY35" fmla="*/ 237484 h 361971"/>
              <a:gd name="connsiteX36" fmla="*/ 217258 w 362309"/>
              <a:gd name="connsiteY36" fmla="*/ 243230 h 361971"/>
              <a:gd name="connsiteX37" fmla="*/ 218536 w 362309"/>
              <a:gd name="connsiteY37" fmla="*/ 252167 h 361971"/>
              <a:gd name="connsiteX38" fmla="*/ 218536 w 362309"/>
              <a:gd name="connsiteY38" fmla="*/ 252167 h 361971"/>
              <a:gd name="connsiteX39" fmla="*/ 293298 w 362309"/>
              <a:gd name="connsiteY39" fmla="*/ 199180 h 361971"/>
              <a:gd name="connsiteX40" fmla="*/ 212785 w 362309"/>
              <a:gd name="connsiteY40" fmla="*/ 199180 h 361971"/>
              <a:gd name="connsiteX41" fmla="*/ 206395 w 362309"/>
              <a:gd name="connsiteY41" fmla="*/ 192796 h 361971"/>
              <a:gd name="connsiteX42" fmla="*/ 212785 w 362309"/>
              <a:gd name="connsiteY42" fmla="*/ 186412 h 361971"/>
              <a:gd name="connsiteX43" fmla="*/ 293298 w 362309"/>
              <a:gd name="connsiteY43" fmla="*/ 186412 h 361971"/>
              <a:gd name="connsiteX44" fmla="*/ 299688 w 362309"/>
              <a:gd name="connsiteY44" fmla="*/ 192796 h 361971"/>
              <a:gd name="connsiteX45" fmla="*/ 293298 w 362309"/>
              <a:gd name="connsiteY45" fmla="*/ 199180 h 361971"/>
              <a:gd name="connsiteX46" fmla="*/ 293298 w 362309"/>
              <a:gd name="connsiteY46" fmla="*/ 167260 h 361971"/>
              <a:gd name="connsiteX47" fmla="*/ 212785 w 362309"/>
              <a:gd name="connsiteY47" fmla="*/ 167260 h 361971"/>
              <a:gd name="connsiteX48" fmla="*/ 206395 w 362309"/>
              <a:gd name="connsiteY48" fmla="*/ 160876 h 361971"/>
              <a:gd name="connsiteX49" fmla="*/ 212785 w 362309"/>
              <a:gd name="connsiteY49" fmla="*/ 154492 h 361971"/>
              <a:gd name="connsiteX50" fmla="*/ 293298 w 362309"/>
              <a:gd name="connsiteY50" fmla="*/ 154492 h 361971"/>
              <a:gd name="connsiteX51" fmla="*/ 299688 w 362309"/>
              <a:gd name="connsiteY51" fmla="*/ 160876 h 361971"/>
              <a:gd name="connsiteX52" fmla="*/ 293298 w 362309"/>
              <a:gd name="connsiteY52" fmla="*/ 167260 h 361971"/>
              <a:gd name="connsiteX53" fmla="*/ 293298 w 362309"/>
              <a:gd name="connsiteY53" fmla="*/ 135341 h 361971"/>
              <a:gd name="connsiteX54" fmla="*/ 212785 w 362309"/>
              <a:gd name="connsiteY54" fmla="*/ 135341 h 361971"/>
              <a:gd name="connsiteX55" fmla="*/ 206395 w 362309"/>
              <a:gd name="connsiteY55" fmla="*/ 128957 h 361971"/>
              <a:gd name="connsiteX56" fmla="*/ 212785 w 362309"/>
              <a:gd name="connsiteY56" fmla="*/ 122573 h 361971"/>
              <a:gd name="connsiteX57" fmla="*/ 293298 w 362309"/>
              <a:gd name="connsiteY57" fmla="*/ 122573 h 361971"/>
              <a:gd name="connsiteX58" fmla="*/ 299688 w 362309"/>
              <a:gd name="connsiteY58" fmla="*/ 128957 h 361971"/>
              <a:gd name="connsiteX59" fmla="*/ 293298 w 362309"/>
              <a:gd name="connsiteY59" fmla="*/ 13534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218536" y="252167"/>
                </a:moveTo>
                <a:cubicBezTo>
                  <a:pt x="216619" y="255359"/>
                  <a:pt x="212785" y="256636"/>
                  <a:pt x="210229" y="254721"/>
                </a:cubicBezTo>
                <a:cubicBezTo>
                  <a:pt x="203200" y="252167"/>
                  <a:pt x="196171" y="250252"/>
                  <a:pt x="188503" y="250252"/>
                </a:cubicBezTo>
                <a:cubicBezTo>
                  <a:pt x="182113" y="250252"/>
                  <a:pt x="175723" y="248975"/>
                  <a:pt x="169972" y="247060"/>
                </a:cubicBezTo>
                <a:cubicBezTo>
                  <a:pt x="160387" y="241953"/>
                  <a:pt x="155914" y="227908"/>
                  <a:pt x="155275" y="223439"/>
                </a:cubicBezTo>
                <a:cubicBezTo>
                  <a:pt x="154636" y="218971"/>
                  <a:pt x="152719" y="208756"/>
                  <a:pt x="156553" y="203649"/>
                </a:cubicBezTo>
                <a:cubicBezTo>
                  <a:pt x="162943" y="194073"/>
                  <a:pt x="168055" y="183220"/>
                  <a:pt x="171250" y="171729"/>
                </a:cubicBezTo>
                <a:cubicBezTo>
                  <a:pt x="175723" y="152577"/>
                  <a:pt x="174445" y="138533"/>
                  <a:pt x="167416" y="129595"/>
                </a:cubicBezTo>
                <a:cubicBezTo>
                  <a:pt x="161026" y="122573"/>
                  <a:pt x="151441" y="118742"/>
                  <a:pt x="141856" y="119381"/>
                </a:cubicBezTo>
                <a:lnTo>
                  <a:pt x="141217" y="119381"/>
                </a:lnTo>
                <a:cubicBezTo>
                  <a:pt x="131633" y="119381"/>
                  <a:pt x="122048" y="122573"/>
                  <a:pt x="115658" y="129595"/>
                </a:cubicBezTo>
                <a:cubicBezTo>
                  <a:pt x="108629" y="138533"/>
                  <a:pt x="107351" y="152577"/>
                  <a:pt x="111824" y="171729"/>
                </a:cubicBezTo>
                <a:cubicBezTo>
                  <a:pt x="115019" y="183220"/>
                  <a:pt x="119492" y="194711"/>
                  <a:pt x="126521" y="204926"/>
                </a:cubicBezTo>
                <a:cubicBezTo>
                  <a:pt x="130354" y="210033"/>
                  <a:pt x="128438" y="219609"/>
                  <a:pt x="127799" y="224716"/>
                </a:cubicBezTo>
                <a:cubicBezTo>
                  <a:pt x="127160" y="229823"/>
                  <a:pt x="122686" y="243230"/>
                  <a:pt x="113102" y="247699"/>
                </a:cubicBezTo>
                <a:cubicBezTo>
                  <a:pt x="107351" y="250252"/>
                  <a:pt x="100961" y="250891"/>
                  <a:pt x="94571" y="250891"/>
                </a:cubicBezTo>
                <a:cubicBezTo>
                  <a:pt x="86903" y="250891"/>
                  <a:pt x="79874" y="252167"/>
                  <a:pt x="72845" y="255359"/>
                </a:cubicBezTo>
                <a:cubicBezTo>
                  <a:pt x="69650" y="256636"/>
                  <a:pt x="65816" y="255359"/>
                  <a:pt x="64538" y="252167"/>
                </a:cubicBezTo>
                <a:cubicBezTo>
                  <a:pt x="63260" y="248975"/>
                  <a:pt x="64538" y="245783"/>
                  <a:pt x="67094" y="243868"/>
                </a:cubicBezTo>
                <a:cubicBezTo>
                  <a:pt x="75401" y="240038"/>
                  <a:pt x="84347" y="238123"/>
                  <a:pt x="93932" y="238123"/>
                </a:cubicBezTo>
                <a:cubicBezTo>
                  <a:pt x="98405" y="238123"/>
                  <a:pt x="103517" y="237484"/>
                  <a:pt x="107990" y="235569"/>
                </a:cubicBezTo>
                <a:cubicBezTo>
                  <a:pt x="113741" y="232377"/>
                  <a:pt x="118214" y="215140"/>
                  <a:pt x="116936" y="211310"/>
                </a:cubicBezTo>
                <a:cubicBezTo>
                  <a:pt x="109268" y="199819"/>
                  <a:pt x="104156" y="187689"/>
                  <a:pt x="100961" y="174283"/>
                </a:cubicBezTo>
                <a:cubicBezTo>
                  <a:pt x="95210" y="151300"/>
                  <a:pt x="97766" y="132787"/>
                  <a:pt x="107351" y="121296"/>
                </a:cubicBezTo>
                <a:cubicBezTo>
                  <a:pt x="127160" y="101505"/>
                  <a:pt x="158470" y="101505"/>
                  <a:pt x="178279" y="121296"/>
                </a:cubicBezTo>
                <a:cubicBezTo>
                  <a:pt x="178279" y="121296"/>
                  <a:pt x="178279" y="121296"/>
                  <a:pt x="178279" y="121296"/>
                </a:cubicBezTo>
                <a:cubicBezTo>
                  <a:pt x="188503" y="133425"/>
                  <a:pt x="190420" y="151300"/>
                  <a:pt x="184669" y="174283"/>
                </a:cubicBezTo>
                <a:cubicBezTo>
                  <a:pt x="181474" y="187051"/>
                  <a:pt x="175723" y="199819"/>
                  <a:pt x="168055" y="210671"/>
                </a:cubicBezTo>
                <a:cubicBezTo>
                  <a:pt x="166777" y="213863"/>
                  <a:pt x="171250" y="232377"/>
                  <a:pt x="177001" y="234931"/>
                </a:cubicBezTo>
                <a:cubicBezTo>
                  <a:pt x="181474" y="236207"/>
                  <a:pt x="185947" y="236846"/>
                  <a:pt x="191059" y="237484"/>
                </a:cubicBezTo>
                <a:cubicBezTo>
                  <a:pt x="200005" y="237484"/>
                  <a:pt x="208951" y="239399"/>
                  <a:pt x="217258" y="243230"/>
                </a:cubicBezTo>
                <a:cubicBezTo>
                  <a:pt x="218536" y="245145"/>
                  <a:pt x="220453" y="248975"/>
                  <a:pt x="218536" y="252167"/>
                </a:cubicBezTo>
                <a:lnTo>
                  <a:pt x="218536" y="252167"/>
                </a:lnTo>
                <a:close/>
                <a:moveTo>
                  <a:pt x="293298" y="199180"/>
                </a:moveTo>
                <a:lnTo>
                  <a:pt x="212785" y="199180"/>
                </a:lnTo>
                <a:cubicBezTo>
                  <a:pt x="208951" y="199180"/>
                  <a:pt x="206395" y="196627"/>
                  <a:pt x="206395" y="192796"/>
                </a:cubicBezTo>
                <a:cubicBezTo>
                  <a:pt x="206395" y="188966"/>
                  <a:pt x="208951" y="186412"/>
                  <a:pt x="212785" y="186412"/>
                </a:cubicBezTo>
                <a:lnTo>
                  <a:pt x="293298" y="186412"/>
                </a:lnTo>
                <a:cubicBezTo>
                  <a:pt x="297132" y="186412"/>
                  <a:pt x="299688" y="188966"/>
                  <a:pt x="299688" y="192796"/>
                </a:cubicBezTo>
                <a:cubicBezTo>
                  <a:pt x="299688" y="196627"/>
                  <a:pt x="297132" y="199180"/>
                  <a:pt x="293298" y="199180"/>
                </a:cubicBezTo>
                <a:close/>
                <a:moveTo>
                  <a:pt x="293298" y="167260"/>
                </a:moveTo>
                <a:lnTo>
                  <a:pt x="212785" y="167260"/>
                </a:lnTo>
                <a:cubicBezTo>
                  <a:pt x="208951" y="167260"/>
                  <a:pt x="206395" y="164707"/>
                  <a:pt x="206395" y="160876"/>
                </a:cubicBezTo>
                <a:cubicBezTo>
                  <a:pt x="206395" y="157046"/>
                  <a:pt x="208951" y="154492"/>
                  <a:pt x="212785" y="154492"/>
                </a:cubicBezTo>
                <a:lnTo>
                  <a:pt x="293298" y="154492"/>
                </a:lnTo>
                <a:cubicBezTo>
                  <a:pt x="297132" y="154492"/>
                  <a:pt x="299688" y="157046"/>
                  <a:pt x="299688" y="160876"/>
                </a:cubicBezTo>
                <a:cubicBezTo>
                  <a:pt x="299688" y="164707"/>
                  <a:pt x="297132" y="167260"/>
                  <a:pt x="293298" y="167260"/>
                </a:cubicBezTo>
                <a:close/>
                <a:moveTo>
                  <a:pt x="293298" y="135341"/>
                </a:moveTo>
                <a:lnTo>
                  <a:pt x="212785" y="135341"/>
                </a:lnTo>
                <a:cubicBezTo>
                  <a:pt x="208951" y="135341"/>
                  <a:pt x="206395" y="132787"/>
                  <a:pt x="206395" y="128957"/>
                </a:cubicBezTo>
                <a:cubicBezTo>
                  <a:pt x="206395" y="125126"/>
                  <a:pt x="208951" y="122573"/>
                  <a:pt x="212785" y="122573"/>
                </a:cubicBezTo>
                <a:lnTo>
                  <a:pt x="293298" y="122573"/>
                </a:lnTo>
                <a:cubicBezTo>
                  <a:pt x="297132" y="122573"/>
                  <a:pt x="299688" y="125126"/>
                  <a:pt x="299688" y="128957"/>
                </a:cubicBezTo>
                <a:cubicBezTo>
                  <a:pt x="299688" y="132787"/>
                  <a:pt x="297132" y="135341"/>
                  <a:pt x="293298" y="135341"/>
                </a:cubicBezTo>
                <a:close/>
              </a:path>
            </a:pathLst>
          </a:custGeom>
          <a:solidFill>
            <a:srgbClr val="00ABAB"/>
          </a:solidFill>
          <a:ln w="6390" cap="flat">
            <a:noFill/>
            <a:prstDash val="solid"/>
            <a:miter/>
          </a:ln>
        </p:spPr>
        <p:txBody>
          <a:bodyPr rtlCol="0" anchor="ctr"/>
          <a:lstStyle/>
          <a:p>
            <a:endParaRPr lang="en-US"/>
          </a:p>
        </p:txBody>
      </p:sp>
      <p:sp>
        <p:nvSpPr>
          <p:cNvPr id="367" name="Graphic 4">
            <a:extLst>
              <a:ext uri="{FF2B5EF4-FFF2-40B4-BE49-F238E27FC236}">
                <a16:creationId xmlns:a16="http://schemas.microsoft.com/office/drawing/2014/main" id="{24292B1E-1936-954D-9C45-CBB243670072}"/>
              </a:ext>
            </a:extLst>
          </p:cNvPr>
          <p:cNvSpPr>
            <a:spLocks noChangeAspect="1"/>
          </p:cNvSpPr>
          <p:nvPr/>
        </p:nvSpPr>
        <p:spPr>
          <a:xfrm>
            <a:off x="6146480" y="1885990"/>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84352 w 362309"/>
              <a:gd name="connsiteY6" fmla="*/ 267489 h 361971"/>
              <a:gd name="connsiteX7" fmla="*/ 278601 w 362309"/>
              <a:gd name="connsiteY7" fmla="*/ 270681 h 361971"/>
              <a:gd name="connsiteX8" fmla="*/ 275406 w 362309"/>
              <a:gd name="connsiteY8" fmla="*/ 270043 h 361971"/>
              <a:gd name="connsiteX9" fmla="*/ 237705 w 362309"/>
              <a:gd name="connsiteY9" fmla="*/ 259828 h 361971"/>
              <a:gd name="connsiteX10" fmla="*/ 221092 w 362309"/>
              <a:gd name="connsiteY10" fmla="*/ 256636 h 361971"/>
              <a:gd name="connsiteX11" fmla="*/ 201922 w 362309"/>
              <a:gd name="connsiteY11" fmla="*/ 239399 h 361971"/>
              <a:gd name="connsiteX12" fmla="*/ 203839 w 362309"/>
              <a:gd name="connsiteY12" fmla="*/ 225993 h 361971"/>
              <a:gd name="connsiteX13" fmla="*/ 223648 w 362309"/>
              <a:gd name="connsiteY13" fmla="*/ 179390 h 361971"/>
              <a:gd name="connsiteX14" fmla="*/ 217897 w 362309"/>
              <a:gd name="connsiteY14" fmla="*/ 120019 h 361971"/>
              <a:gd name="connsiteX15" fmla="*/ 181474 w 362309"/>
              <a:gd name="connsiteY15" fmla="*/ 104059 h 361971"/>
              <a:gd name="connsiteX16" fmla="*/ 180835 w 362309"/>
              <a:gd name="connsiteY16" fmla="*/ 104059 h 361971"/>
              <a:gd name="connsiteX17" fmla="*/ 144412 w 362309"/>
              <a:gd name="connsiteY17" fmla="*/ 120019 h 361971"/>
              <a:gd name="connsiteX18" fmla="*/ 138661 w 362309"/>
              <a:gd name="connsiteY18" fmla="*/ 179390 h 361971"/>
              <a:gd name="connsiteX19" fmla="*/ 158470 w 362309"/>
              <a:gd name="connsiteY19" fmla="*/ 225993 h 361971"/>
              <a:gd name="connsiteX20" fmla="*/ 160387 w 362309"/>
              <a:gd name="connsiteY20" fmla="*/ 239399 h 361971"/>
              <a:gd name="connsiteX21" fmla="*/ 141217 w 362309"/>
              <a:gd name="connsiteY21" fmla="*/ 256636 h 361971"/>
              <a:gd name="connsiteX22" fmla="*/ 124604 w 362309"/>
              <a:gd name="connsiteY22" fmla="*/ 259828 h 361971"/>
              <a:gd name="connsiteX23" fmla="*/ 86264 w 362309"/>
              <a:gd name="connsiteY23" fmla="*/ 270043 h 361971"/>
              <a:gd name="connsiteX24" fmla="*/ 83069 w 362309"/>
              <a:gd name="connsiteY24" fmla="*/ 270681 h 361971"/>
              <a:gd name="connsiteX25" fmla="*/ 76679 w 362309"/>
              <a:gd name="connsiteY25" fmla="*/ 264297 h 361971"/>
              <a:gd name="connsiteX26" fmla="*/ 79874 w 362309"/>
              <a:gd name="connsiteY26" fmla="*/ 258551 h 361971"/>
              <a:gd name="connsiteX27" fmla="*/ 123326 w 362309"/>
              <a:gd name="connsiteY27" fmla="*/ 246422 h 361971"/>
              <a:gd name="connsiteX28" fmla="*/ 136744 w 362309"/>
              <a:gd name="connsiteY28" fmla="*/ 244507 h 361971"/>
              <a:gd name="connsiteX29" fmla="*/ 148246 w 362309"/>
              <a:gd name="connsiteY29" fmla="*/ 235569 h 361971"/>
              <a:gd name="connsiteX30" fmla="*/ 148246 w 362309"/>
              <a:gd name="connsiteY30" fmla="*/ 233654 h 361971"/>
              <a:gd name="connsiteX31" fmla="*/ 126521 w 362309"/>
              <a:gd name="connsiteY31" fmla="*/ 182582 h 361971"/>
              <a:gd name="connsiteX32" fmla="*/ 134828 w 362309"/>
              <a:gd name="connsiteY32" fmla="*/ 112358 h 361971"/>
              <a:gd name="connsiteX33" fmla="*/ 181474 w 362309"/>
              <a:gd name="connsiteY33" fmla="*/ 91930 h 361971"/>
              <a:gd name="connsiteX34" fmla="*/ 181474 w 362309"/>
              <a:gd name="connsiteY34" fmla="*/ 91930 h 361971"/>
              <a:gd name="connsiteX35" fmla="*/ 227482 w 362309"/>
              <a:gd name="connsiteY35" fmla="*/ 112358 h 361971"/>
              <a:gd name="connsiteX36" fmla="*/ 235788 w 362309"/>
              <a:gd name="connsiteY36" fmla="*/ 182582 h 361971"/>
              <a:gd name="connsiteX37" fmla="*/ 214063 w 362309"/>
              <a:gd name="connsiteY37" fmla="*/ 233654 h 361971"/>
              <a:gd name="connsiteX38" fmla="*/ 214063 w 362309"/>
              <a:gd name="connsiteY38" fmla="*/ 235569 h 361971"/>
              <a:gd name="connsiteX39" fmla="*/ 225565 w 362309"/>
              <a:gd name="connsiteY39" fmla="*/ 244507 h 361971"/>
              <a:gd name="connsiteX40" fmla="*/ 238983 w 362309"/>
              <a:gd name="connsiteY40" fmla="*/ 246422 h 361971"/>
              <a:gd name="connsiteX41" fmla="*/ 282435 w 362309"/>
              <a:gd name="connsiteY41" fmla="*/ 258551 h 361971"/>
              <a:gd name="connsiteX42" fmla="*/ 284352 w 362309"/>
              <a:gd name="connsiteY42" fmla="*/ 267489 h 361971"/>
              <a:gd name="connsiteX43" fmla="*/ 284352 w 362309"/>
              <a:gd name="connsiteY43" fmla="*/ 267489 h 361971"/>
              <a:gd name="connsiteX44" fmla="*/ 284352 w 362309"/>
              <a:gd name="connsiteY44" fmla="*/ 26748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0438"/>
                  <a:pt x="281157" y="0"/>
                  <a:pt x="181474" y="0"/>
                </a:cubicBezTo>
                <a:close/>
                <a:moveTo>
                  <a:pt x="284352" y="267489"/>
                </a:moveTo>
                <a:cubicBezTo>
                  <a:pt x="283074" y="269404"/>
                  <a:pt x="281157" y="270681"/>
                  <a:pt x="278601" y="270681"/>
                </a:cubicBezTo>
                <a:cubicBezTo>
                  <a:pt x="277323" y="270681"/>
                  <a:pt x="276045" y="270681"/>
                  <a:pt x="275406" y="270043"/>
                </a:cubicBezTo>
                <a:cubicBezTo>
                  <a:pt x="263904" y="263659"/>
                  <a:pt x="250485" y="259828"/>
                  <a:pt x="237705" y="259828"/>
                </a:cubicBezTo>
                <a:cubicBezTo>
                  <a:pt x="231955" y="259828"/>
                  <a:pt x="226204" y="258551"/>
                  <a:pt x="221092" y="256636"/>
                </a:cubicBezTo>
                <a:cubicBezTo>
                  <a:pt x="212146" y="254083"/>
                  <a:pt x="205117" y="247699"/>
                  <a:pt x="201922" y="239399"/>
                </a:cubicBezTo>
                <a:cubicBezTo>
                  <a:pt x="200644" y="234931"/>
                  <a:pt x="201283" y="229823"/>
                  <a:pt x="203839" y="225993"/>
                </a:cubicBezTo>
                <a:cubicBezTo>
                  <a:pt x="212785" y="211948"/>
                  <a:pt x="219814" y="195988"/>
                  <a:pt x="223648" y="179390"/>
                </a:cubicBezTo>
                <a:cubicBezTo>
                  <a:pt x="230038" y="152577"/>
                  <a:pt x="228120" y="132787"/>
                  <a:pt x="217897" y="120019"/>
                </a:cubicBezTo>
                <a:cubicBezTo>
                  <a:pt x="205117" y="104059"/>
                  <a:pt x="182113" y="104059"/>
                  <a:pt x="181474" y="104059"/>
                </a:cubicBezTo>
                <a:lnTo>
                  <a:pt x="180835" y="104059"/>
                </a:lnTo>
                <a:cubicBezTo>
                  <a:pt x="166777" y="104059"/>
                  <a:pt x="153997" y="109805"/>
                  <a:pt x="144412" y="120019"/>
                </a:cubicBezTo>
                <a:cubicBezTo>
                  <a:pt x="134189" y="132787"/>
                  <a:pt x="132271" y="152577"/>
                  <a:pt x="138661" y="179390"/>
                </a:cubicBezTo>
                <a:cubicBezTo>
                  <a:pt x="142496" y="195988"/>
                  <a:pt x="149524" y="211310"/>
                  <a:pt x="158470" y="225993"/>
                </a:cubicBezTo>
                <a:cubicBezTo>
                  <a:pt x="161026" y="229823"/>
                  <a:pt x="162304" y="234931"/>
                  <a:pt x="160387" y="239399"/>
                </a:cubicBezTo>
                <a:cubicBezTo>
                  <a:pt x="157192" y="247699"/>
                  <a:pt x="150164" y="254083"/>
                  <a:pt x="141217" y="256636"/>
                </a:cubicBezTo>
                <a:cubicBezTo>
                  <a:pt x="136106" y="258551"/>
                  <a:pt x="130354" y="259190"/>
                  <a:pt x="124604" y="259828"/>
                </a:cubicBezTo>
                <a:cubicBezTo>
                  <a:pt x="111185" y="260467"/>
                  <a:pt x="97766" y="263659"/>
                  <a:pt x="86264" y="270043"/>
                </a:cubicBezTo>
                <a:cubicBezTo>
                  <a:pt x="85625" y="270681"/>
                  <a:pt x="84347" y="270681"/>
                  <a:pt x="83069" y="270681"/>
                </a:cubicBezTo>
                <a:cubicBezTo>
                  <a:pt x="79235" y="270681"/>
                  <a:pt x="76679" y="268127"/>
                  <a:pt x="76679" y="264297"/>
                </a:cubicBezTo>
                <a:cubicBezTo>
                  <a:pt x="76679" y="261743"/>
                  <a:pt x="77957" y="259828"/>
                  <a:pt x="79874" y="258551"/>
                </a:cubicBezTo>
                <a:cubicBezTo>
                  <a:pt x="93293" y="250891"/>
                  <a:pt x="107990" y="247060"/>
                  <a:pt x="123326" y="246422"/>
                </a:cubicBezTo>
                <a:cubicBezTo>
                  <a:pt x="127799" y="246422"/>
                  <a:pt x="132271" y="245783"/>
                  <a:pt x="136744" y="244507"/>
                </a:cubicBezTo>
                <a:cubicBezTo>
                  <a:pt x="141856" y="243230"/>
                  <a:pt x="145690" y="240038"/>
                  <a:pt x="148246" y="235569"/>
                </a:cubicBezTo>
                <a:cubicBezTo>
                  <a:pt x="148885" y="234931"/>
                  <a:pt x="148885" y="234292"/>
                  <a:pt x="148246" y="233654"/>
                </a:cubicBezTo>
                <a:cubicBezTo>
                  <a:pt x="138022" y="217694"/>
                  <a:pt x="130994" y="200457"/>
                  <a:pt x="126521" y="182582"/>
                </a:cubicBezTo>
                <a:cubicBezTo>
                  <a:pt x="118853" y="151939"/>
                  <a:pt x="122048" y="128318"/>
                  <a:pt x="134828" y="112358"/>
                </a:cubicBezTo>
                <a:cubicBezTo>
                  <a:pt x="152080" y="91291"/>
                  <a:pt x="180196" y="91930"/>
                  <a:pt x="181474" y="91930"/>
                </a:cubicBezTo>
                <a:lnTo>
                  <a:pt x="181474" y="91930"/>
                </a:lnTo>
                <a:cubicBezTo>
                  <a:pt x="199366" y="91930"/>
                  <a:pt x="215980" y="99590"/>
                  <a:pt x="227482" y="112358"/>
                </a:cubicBezTo>
                <a:cubicBezTo>
                  <a:pt x="240261" y="128318"/>
                  <a:pt x="243456" y="151939"/>
                  <a:pt x="235788" y="182582"/>
                </a:cubicBezTo>
                <a:cubicBezTo>
                  <a:pt x="231315" y="200457"/>
                  <a:pt x="224287" y="217694"/>
                  <a:pt x="214063" y="233654"/>
                </a:cubicBezTo>
                <a:cubicBezTo>
                  <a:pt x="213424" y="234292"/>
                  <a:pt x="213424" y="234931"/>
                  <a:pt x="214063" y="235569"/>
                </a:cubicBezTo>
                <a:cubicBezTo>
                  <a:pt x="216619" y="240038"/>
                  <a:pt x="220453" y="243230"/>
                  <a:pt x="225565" y="244507"/>
                </a:cubicBezTo>
                <a:cubicBezTo>
                  <a:pt x="230038" y="245783"/>
                  <a:pt x="234510" y="246422"/>
                  <a:pt x="238983" y="246422"/>
                </a:cubicBezTo>
                <a:cubicBezTo>
                  <a:pt x="254319" y="247060"/>
                  <a:pt x="269016" y="251529"/>
                  <a:pt x="282435" y="258551"/>
                </a:cubicBezTo>
                <a:cubicBezTo>
                  <a:pt x="284991" y="260467"/>
                  <a:pt x="285630" y="264297"/>
                  <a:pt x="284352" y="267489"/>
                </a:cubicBezTo>
                <a:cubicBezTo>
                  <a:pt x="284352" y="267489"/>
                  <a:pt x="284352" y="267489"/>
                  <a:pt x="284352" y="267489"/>
                </a:cubicBezTo>
                <a:lnTo>
                  <a:pt x="284352" y="267489"/>
                </a:lnTo>
                <a:close/>
              </a:path>
            </a:pathLst>
          </a:custGeom>
          <a:solidFill>
            <a:srgbClr val="00ABAB"/>
          </a:solidFill>
          <a:ln w="6390" cap="flat">
            <a:noFill/>
            <a:prstDash val="solid"/>
            <a:miter/>
          </a:ln>
        </p:spPr>
        <p:txBody>
          <a:bodyPr rtlCol="0" anchor="ctr"/>
          <a:lstStyle/>
          <a:p>
            <a:endParaRPr lang="en-US"/>
          </a:p>
        </p:txBody>
      </p:sp>
      <p:grpSp>
        <p:nvGrpSpPr>
          <p:cNvPr id="368" name="Graphic 4">
            <a:extLst>
              <a:ext uri="{FF2B5EF4-FFF2-40B4-BE49-F238E27FC236}">
                <a16:creationId xmlns:a16="http://schemas.microsoft.com/office/drawing/2014/main" id="{E1B1D6F7-C166-224F-AE6A-1F95274A4618}"/>
              </a:ext>
            </a:extLst>
          </p:cNvPr>
          <p:cNvGrpSpPr>
            <a:grpSpLocks noChangeAspect="1"/>
          </p:cNvGrpSpPr>
          <p:nvPr/>
        </p:nvGrpSpPr>
        <p:grpSpPr>
          <a:xfrm>
            <a:off x="6146480" y="2855717"/>
            <a:ext cx="362309" cy="361971"/>
            <a:chOff x="6146480" y="2855717"/>
            <a:chExt cx="362309" cy="361971"/>
          </a:xfrm>
          <a:solidFill>
            <a:srgbClr val="00ABAB"/>
          </a:solidFill>
        </p:grpSpPr>
        <p:sp>
          <p:nvSpPr>
            <p:cNvPr id="369" name="Graphic 4">
              <a:extLst>
                <a:ext uri="{FF2B5EF4-FFF2-40B4-BE49-F238E27FC236}">
                  <a16:creationId xmlns:a16="http://schemas.microsoft.com/office/drawing/2014/main" id="{EE733860-FDC0-9E48-B418-D35B0BC019A4}"/>
                </a:ext>
              </a:extLst>
            </p:cNvPr>
            <p:cNvSpPr/>
            <p:nvPr/>
          </p:nvSpPr>
          <p:spPr>
            <a:xfrm>
              <a:off x="6290893" y="2966160"/>
              <a:ext cx="73484" cy="17236"/>
            </a:xfrm>
            <a:custGeom>
              <a:avLst/>
              <a:gdLst>
                <a:gd name="connsiteX0" fmla="*/ 0 w 73484"/>
                <a:gd name="connsiteY0" fmla="*/ 0 h 17236"/>
                <a:gd name="connsiteX1" fmla="*/ 73484 w 73484"/>
                <a:gd name="connsiteY1" fmla="*/ 0 h 17236"/>
                <a:gd name="connsiteX2" fmla="*/ 73484 w 73484"/>
                <a:gd name="connsiteY2" fmla="*/ 17237 h 17236"/>
                <a:gd name="connsiteX3" fmla="*/ 0 w 73484"/>
                <a:gd name="connsiteY3" fmla="*/ 17237 h 17236"/>
              </a:gdLst>
              <a:ahLst/>
              <a:cxnLst>
                <a:cxn ang="0">
                  <a:pos x="connsiteX0" y="connsiteY0"/>
                </a:cxn>
                <a:cxn ang="0">
                  <a:pos x="connsiteX1" y="connsiteY1"/>
                </a:cxn>
                <a:cxn ang="0">
                  <a:pos x="connsiteX2" y="connsiteY2"/>
                </a:cxn>
                <a:cxn ang="0">
                  <a:pos x="connsiteX3" y="connsiteY3"/>
                </a:cxn>
              </a:cxnLst>
              <a:rect l="l" t="t" r="r" b="b"/>
              <a:pathLst>
                <a:path w="73484" h="17236">
                  <a:moveTo>
                    <a:pt x="0" y="0"/>
                  </a:moveTo>
                  <a:lnTo>
                    <a:pt x="73484" y="0"/>
                  </a:lnTo>
                  <a:lnTo>
                    <a:pt x="73484" y="17237"/>
                  </a:lnTo>
                  <a:lnTo>
                    <a:pt x="0" y="17237"/>
                  </a:lnTo>
                  <a:close/>
                </a:path>
              </a:pathLst>
            </a:custGeom>
            <a:solidFill>
              <a:srgbClr val="00ABAB"/>
            </a:solidFill>
            <a:ln w="6390" cap="flat">
              <a:noFill/>
              <a:prstDash val="solid"/>
              <a:miter/>
            </a:ln>
          </p:spPr>
          <p:txBody>
            <a:bodyPr rtlCol="0" anchor="ctr"/>
            <a:lstStyle/>
            <a:p>
              <a:endParaRPr lang="en-US"/>
            </a:p>
          </p:txBody>
        </p:sp>
        <p:sp>
          <p:nvSpPr>
            <p:cNvPr id="370" name="Graphic 4">
              <a:extLst>
                <a:ext uri="{FF2B5EF4-FFF2-40B4-BE49-F238E27FC236}">
                  <a16:creationId xmlns:a16="http://schemas.microsoft.com/office/drawing/2014/main" id="{0990A643-92EF-0A42-B981-E6D2956904F3}"/>
                </a:ext>
              </a:extLst>
            </p:cNvPr>
            <p:cNvSpPr/>
            <p:nvPr/>
          </p:nvSpPr>
          <p:spPr>
            <a:xfrm>
              <a:off x="6261499" y="3024893"/>
              <a:ext cx="37700" cy="37665"/>
            </a:xfrm>
            <a:custGeom>
              <a:avLst/>
              <a:gdLst>
                <a:gd name="connsiteX0" fmla="*/ 0 w 37700"/>
                <a:gd name="connsiteY0" fmla="*/ 0 h 37665"/>
                <a:gd name="connsiteX1" fmla="*/ 37701 w 37700"/>
                <a:gd name="connsiteY1" fmla="*/ 0 h 37665"/>
                <a:gd name="connsiteX2" fmla="*/ 37701 w 37700"/>
                <a:gd name="connsiteY2" fmla="*/ 37666 h 37665"/>
                <a:gd name="connsiteX3" fmla="*/ 0 w 37700"/>
                <a:gd name="connsiteY3" fmla="*/ 37666 h 37665"/>
              </a:gdLst>
              <a:ahLst/>
              <a:cxnLst>
                <a:cxn ang="0">
                  <a:pos x="connsiteX0" y="connsiteY0"/>
                </a:cxn>
                <a:cxn ang="0">
                  <a:pos x="connsiteX1" y="connsiteY1"/>
                </a:cxn>
                <a:cxn ang="0">
                  <a:pos x="connsiteX2" y="connsiteY2"/>
                </a:cxn>
                <a:cxn ang="0">
                  <a:pos x="connsiteX3" y="connsiteY3"/>
                </a:cxn>
              </a:cxnLst>
              <a:rect l="l" t="t" r="r" b="b"/>
              <a:pathLst>
                <a:path w="37700" h="37665">
                  <a:moveTo>
                    <a:pt x="0" y="0"/>
                  </a:moveTo>
                  <a:lnTo>
                    <a:pt x="37701" y="0"/>
                  </a:lnTo>
                  <a:lnTo>
                    <a:pt x="37701" y="37666"/>
                  </a:lnTo>
                  <a:lnTo>
                    <a:pt x="0" y="37666"/>
                  </a:lnTo>
                  <a:close/>
                </a:path>
              </a:pathLst>
            </a:custGeom>
            <a:solidFill>
              <a:srgbClr val="00ABAB"/>
            </a:solidFill>
            <a:ln w="6390" cap="flat">
              <a:noFill/>
              <a:prstDash val="solid"/>
              <a:miter/>
            </a:ln>
          </p:spPr>
          <p:txBody>
            <a:bodyPr rtlCol="0" anchor="ctr"/>
            <a:lstStyle/>
            <a:p>
              <a:endParaRPr lang="en-US"/>
            </a:p>
          </p:txBody>
        </p:sp>
        <p:sp>
          <p:nvSpPr>
            <p:cNvPr id="371" name="Graphic 4">
              <a:extLst>
                <a:ext uri="{FF2B5EF4-FFF2-40B4-BE49-F238E27FC236}">
                  <a16:creationId xmlns:a16="http://schemas.microsoft.com/office/drawing/2014/main" id="{9627F46E-05E0-2C41-A812-71D2208AEF2B}"/>
                </a:ext>
              </a:extLst>
            </p:cNvPr>
            <p:cNvSpPr/>
            <p:nvPr/>
          </p:nvSpPr>
          <p:spPr>
            <a:xfrm>
              <a:off x="6232744" y="2981482"/>
              <a:ext cx="189141" cy="125126"/>
            </a:xfrm>
            <a:custGeom>
              <a:avLst/>
              <a:gdLst>
                <a:gd name="connsiteX0" fmla="*/ 144412 w 189141"/>
                <a:gd name="connsiteY0" fmla="*/ 8299 h 125126"/>
                <a:gd name="connsiteX1" fmla="*/ 138022 w 189141"/>
                <a:gd name="connsiteY1" fmla="*/ 14683 h 125126"/>
                <a:gd name="connsiteX2" fmla="*/ 51758 w 189141"/>
                <a:gd name="connsiteY2" fmla="*/ 14683 h 125126"/>
                <a:gd name="connsiteX3" fmla="*/ 45368 w 189141"/>
                <a:gd name="connsiteY3" fmla="*/ 8299 h 125126"/>
                <a:gd name="connsiteX4" fmla="*/ 45368 w 189141"/>
                <a:gd name="connsiteY4" fmla="*/ 0 h 125126"/>
                <a:gd name="connsiteX5" fmla="*/ 0 w 189141"/>
                <a:gd name="connsiteY5" fmla="*/ 0 h 125126"/>
                <a:gd name="connsiteX6" fmla="*/ 0 w 189141"/>
                <a:gd name="connsiteY6" fmla="*/ 125126 h 125126"/>
                <a:gd name="connsiteX7" fmla="*/ 189142 w 189141"/>
                <a:gd name="connsiteY7" fmla="*/ 125126 h 125126"/>
                <a:gd name="connsiteX8" fmla="*/ 189142 w 189141"/>
                <a:gd name="connsiteY8" fmla="*/ 0 h 125126"/>
                <a:gd name="connsiteX9" fmla="*/ 144412 w 189141"/>
                <a:gd name="connsiteY9" fmla="*/ 0 h 125126"/>
                <a:gd name="connsiteX10" fmla="*/ 144412 w 189141"/>
                <a:gd name="connsiteY10" fmla="*/ 8299 h 125126"/>
                <a:gd name="connsiteX11" fmla="*/ 79235 w 189141"/>
                <a:gd name="connsiteY11" fmla="*/ 87461 h 125126"/>
                <a:gd name="connsiteX12" fmla="*/ 72845 w 189141"/>
                <a:gd name="connsiteY12" fmla="*/ 93845 h 125126"/>
                <a:gd name="connsiteX13" fmla="*/ 22365 w 189141"/>
                <a:gd name="connsiteY13" fmla="*/ 93845 h 125126"/>
                <a:gd name="connsiteX14" fmla="*/ 15975 w 189141"/>
                <a:gd name="connsiteY14" fmla="*/ 87461 h 125126"/>
                <a:gd name="connsiteX15" fmla="*/ 15975 w 189141"/>
                <a:gd name="connsiteY15" fmla="*/ 37027 h 125126"/>
                <a:gd name="connsiteX16" fmla="*/ 22365 w 189141"/>
                <a:gd name="connsiteY16" fmla="*/ 30643 h 125126"/>
                <a:gd name="connsiteX17" fmla="*/ 72845 w 189141"/>
                <a:gd name="connsiteY17" fmla="*/ 30643 h 125126"/>
                <a:gd name="connsiteX18" fmla="*/ 79235 w 189141"/>
                <a:gd name="connsiteY18" fmla="*/ 37027 h 125126"/>
                <a:gd name="connsiteX19" fmla="*/ 79235 w 189141"/>
                <a:gd name="connsiteY19" fmla="*/ 87461 h 125126"/>
                <a:gd name="connsiteX20" fmla="*/ 168055 w 189141"/>
                <a:gd name="connsiteY20" fmla="*/ 98313 h 125126"/>
                <a:gd name="connsiteX21" fmla="*/ 107351 w 189141"/>
                <a:gd name="connsiteY21" fmla="*/ 98313 h 125126"/>
                <a:gd name="connsiteX22" fmla="*/ 100961 w 189141"/>
                <a:gd name="connsiteY22" fmla="*/ 91929 h 125126"/>
                <a:gd name="connsiteX23" fmla="*/ 107351 w 189141"/>
                <a:gd name="connsiteY23" fmla="*/ 85545 h 125126"/>
                <a:gd name="connsiteX24" fmla="*/ 168055 w 189141"/>
                <a:gd name="connsiteY24" fmla="*/ 85545 h 125126"/>
                <a:gd name="connsiteX25" fmla="*/ 174445 w 189141"/>
                <a:gd name="connsiteY25" fmla="*/ 91929 h 125126"/>
                <a:gd name="connsiteX26" fmla="*/ 168055 w 189141"/>
                <a:gd name="connsiteY26" fmla="*/ 98313 h 125126"/>
                <a:gd name="connsiteX27" fmla="*/ 168055 w 189141"/>
                <a:gd name="connsiteY27" fmla="*/ 68947 h 125126"/>
                <a:gd name="connsiteX28" fmla="*/ 107351 w 189141"/>
                <a:gd name="connsiteY28" fmla="*/ 68947 h 125126"/>
                <a:gd name="connsiteX29" fmla="*/ 100961 w 189141"/>
                <a:gd name="connsiteY29" fmla="*/ 62563 h 125126"/>
                <a:gd name="connsiteX30" fmla="*/ 107351 w 189141"/>
                <a:gd name="connsiteY30" fmla="*/ 56179 h 125126"/>
                <a:gd name="connsiteX31" fmla="*/ 168055 w 189141"/>
                <a:gd name="connsiteY31" fmla="*/ 56179 h 125126"/>
                <a:gd name="connsiteX32" fmla="*/ 174445 w 189141"/>
                <a:gd name="connsiteY32" fmla="*/ 62563 h 125126"/>
                <a:gd name="connsiteX33" fmla="*/ 168055 w 189141"/>
                <a:gd name="connsiteY33" fmla="*/ 68947 h 125126"/>
                <a:gd name="connsiteX34" fmla="*/ 174445 w 189141"/>
                <a:gd name="connsiteY34" fmla="*/ 33197 h 125126"/>
                <a:gd name="connsiteX35" fmla="*/ 168055 w 189141"/>
                <a:gd name="connsiteY35" fmla="*/ 39581 h 125126"/>
                <a:gd name="connsiteX36" fmla="*/ 107351 w 189141"/>
                <a:gd name="connsiteY36" fmla="*/ 39581 h 125126"/>
                <a:gd name="connsiteX37" fmla="*/ 100961 w 189141"/>
                <a:gd name="connsiteY37" fmla="*/ 33197 h 125126"/>
                <a:gd name="connsiteX38" fmla="*/ 107351 w 189141"/>
                <a:gd name="connsiteY38" fmla="*/ 26813 h 125126"/>
                <a:gd name="connsiteX39" fmla="*/ 168055 w 189141"/>
                <a:gd name="connsiteY39" fmla="*/ 26813 h 125126"/>
                <a:gd name="connsiteX40" fmla="*/ 174445 w 189141"/>
                <a:gd name="connsiteY40" fmla="*/ 33197 h 125126"/>
                <a:gd name="connsiteX41" fmla="*/ 174445 w 189141"/>
                <a:gd name="connsiteY41" fmla="*/ 33197 h 125126"/>
                <a:gd name="connsiteX42" fmla="*/ 174445 w 189141"/>
                <a:gd name="connsiteY42" fmla="*/ 33197 h 125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89141" h="125126">
                  <a:moveTo>
                    <a:pt x="144412" y="8299"/>
                  </a:moveTo>
                  <a:cubicBezTo>
                    <a:pt x="144412" y="12130"/>
                    <a:pt x="141856" y="14683"/>
                    <a:pt x="138022" y="14683"/>
                  </a:cubicBezTo>
                  <a:lnTo>
                    <a:pt x="51758" y="14683"/>
                  </a:lnTo>
                  <a:cubicBezTo>
                    <a:pt x="47925" y="14683"/>
                    <a:pt x="45368" y="12130"/>
                    <a:pt x="45368" y="8299"/>
                  </a:cubicBezTo>
                  <a:lnTo>
                    <a:pt x="45368" y="0"/>
                  </a:lnTo>
                  <a:lnTo>
                    <a:pt x="0" y="0"/>
                  </a:lnTo>
                  <a:lnTo>
                    <a:pt x="0" y="125126"/>
                  </a:lnTo>
                  <a:lnTo>
                    <a:pt x="189142" y="125126"/>
                  </a:lnTo>
                  <a:lnTo>
                    <a:pt x="189142" y="0"/>
                  </a:lnTo>
                  <a:lnTo>
                    <a:pt x="144412" y="0"/>
                  </a:lnTo>
                  <a:lnTo>
                    <a:pt x="144412" y="8299"/>
                  </a:lnTo>
                  <a:close/>
                  <a:moveTo>
                    <a:pt x="79235" y="87461"/>
                  </a:moveTo>
                  <a:cubicBezTo>
                    <a:pt x="79235" y="91291"/>
                    <a:pt x="76679" y="93845"/>
                    <a:pt x="72845" y="93845"/>
                  </a:cubicBezTo>
                  <a:lnTo>
                    <a:pt x="22365" y="93845"/>
                  </a:lnTo>
                  <a:cubicBezTo>
                    <a:pt x="18531" y="93845"/>
                    <a:pt x="15975" y="91291"/>
                    <a:pt x="15975" y="87461"/>
                  </a:cubicBezTo>
                  <a:lnTo>
                    <a:pt x="15975" y="37027"/>
                  </a:lnTo>
                  <a:cubicBezTo>
                    <a:pt x="15975" y="33197"/>
                    <a:pt x="18531" y="30643"/>
                    <a:pt x="22365" y="30643"/>
                  </a:cubicBezTo>
                  <a:lnTo>
                    <a:pt x="72845" y="30643"/>
                  </a:lnTo>
                  <a:cubicBezTo>
                    <a:pt x="76679" y="30643"/>
                    <a:pt x="79235" y="33197"/>
                    <a:pt x="79235" y="37027"/>
                  </a:cubicBezTo>
                  <a:lnTo>
                    <a:pt x="79235" y="87461"/>
                  </a:lnTo>
                  <a:close/>
                  <a:moveTo>
                    <a:pt x="168055" y="98313"/>
                  </a:moveTo>
                  <a:lnTo>
                    <a:pt x="107351" y="98313"/>
                  </a:lnTo>
                  <a:cubicBezTo>
                    <a:pt x="103517" y="98313"/>
                    <a:pt x="100961" y="95760"/>
                    <a:pt x="100961" y="91929"/>
                  </a:cubicBezTo>
                  <a:cubicBezTo>
                    <a:pt x="100961" y="88099"/>
                    <a:pt x="103517" y="85545"/>
                    <a:pt x="107351" y="85545"/>
                  </a:cubicBezTo>
                  <a:lnTo>
                    <a:pt x="168055" y="85545"/>
                  </a:lnTo>
                  <a:cubicBezTo>
                    <a:pt x="171889" y="85545"/>
                    <a:pt x="174445" y="88099"/>
                    <a:pt x="174445" y="91929"/>
                  </a:cubicBezTo>
                  <a:cubicBezTo>
                    <a:pt x="174445" y="95760"/>
                    <a:pt x="171889" y="98313"/>
                    <a:pt x="168055" y="98313"/>
                  </a:cubicBezTo>
                  <a:close/>
                  <a:moveTo>
                    <a:pt x="168055" y="68947"/>
                  </a:moveTo>
                  <a:lnTo>
                    <a:pt x="107351" y="68947"/>
                  </a:lnTo>
                  <a:cubicBezTo>
                    <a:pt x="103517" y="68947"/>
                    <a:pt x="100961" y="66393"/>
                    <a:pt x="100961" y="62563"/>
                  </a:cubicBezTo>
                  <a:cubicBezTo>
                    <a:pt x="100961" y="58733"/>
                    <a:pt x="103517" y="56179"/>
                    <a:pt x="107351" y="56179"/>
                  </a:cubicBezTo>
                  <a:lnTo>
                    <a:pt x="168055" y="56179"/>
                  </a:lnTo>
                  <a:cubicBezTo>
                    <a:pt x="171889" y="56179"/>
                    <a:pt x="174445" y="58733"/>
                    <a:pt x="174445" y="62563"/>
                  </a:cubicBezTo>
                  <a:cubicBezTo>
                    <a:pt x="174445" y="66393"/>
                    <a:pt x="171889" y="68947"/>
                    <a:pt x="168055" y="68947"/>
                  </a:cubicBezTo>
                  <a:close/>
                  <a:moveTo>
                    <a:pt x="174445" y="33197"/>
                  </a:moveTo>
                  <a:cubicBezTo>
                    <a:pt x="174445" y="37027"/>
                    <a:pt x="171889" y="39581"/>
                    <a:pt x="168055" y="39581"/>
                  </a:cubicBezTo>
                  <a:lnTo>
                    <a:pt x="107351" y="39581"/>
                  </a:lnTo>
                  <a:cubicBezTo>
                    <a:pt x="103517" y="39581"/>
                    <a:pt x="100961" y="37027"/>
                    <a:pt x="100961" y="33197"/>
                  </a:cubicBezTo>
                  <a:cubicBezTo>
                    <a:pt x="100961" y="29366"/>
                    <a:pt x="103517" y="26813"/>
                    <a:pt x="107351" y="26813"/>
                  </a:cubicBezTo>
                  <a:lnTo>
                    <a:pt x="168055" y="26813"/>
                  </a:lnTo>
                  <a:cubicBezTo>
                    <a:pt x="171889" y="26813"/>
                    <a:pt x="174445" y="29366"/>
                    <a:pt x="174445" y="33197"/>
                  </a:cubicBezTo>
                  <a:cubicBezTo>
                    <a:pt x="174445" y="33197"/>
                    <a:pt x="174445" y="33197"/>
                    <a:pt x="174445" y="33197"/>
                  </a:cubicBezTo>
                  <a:lnTo>
                    <a:pt x="174445" y="33197"/>
                  </a:lnTo>
                  <a:close/>
                </a:path>
              </a:pathLst>
            </a:custGeom>
            <a:solidFill>
              <a:srgbClr val="00ABAB"/>
            </a:solidFill>
            <a:ln w="6390" cap="flat">
              <a:noFill/>
              <a:prstDash val="solid"/>
              <a:miter/>
            </a:ln>
          </p:spPr>
          <p:txBody>
            <a:bodyPr rtlCol="0" anchor="ctr"/>
            <a:lstStyle/>
            <a:p>
              <a:endParaRPr lang="en-US"/>
            </a:p>
          </p:txBody>
        </p:sp>
        <p:sp>
          <p:nvSpPr>
            <p:cNvPr id="372" name="Graphic 4">
              <a:extLst>
                <a:ext uri="{FF2B5EF4-FFF2-40B4-BE49-F238E27FC236}">
                  <a16:creationId xmlns:a16="http://schemas.microsoft.com/office/drawing/2014/main" id="{01DBD4BB-DF0F-B246-8F2A-83503597F80D}"/>
                </a:ext>
              </a:extLst>
            </p:cNvPr>
            <p:cNvSpPr/>
            <p:nvPr/>
          </p:nvSpPr>
          <p:spPr>
            <a:xfrm>
              <a:off x="6146480" y="2855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88825 w 362309"/>
                <a:gd name="connsiteY6" fmla="*/ 257274 h 361971"/>
                <a:gd name="connsiteX7" fmla="*/ 282435 w 362309"/>
                <a:gd name="connsiteY7" fmla="*/ 263658 h 361971"/>
                <a:gd name="connsiteX8" fmla="*/ 80513 w 362309"/>
                <a:gd name="connsiteY8" fmla="*/ 263658 h 361971"/>
                <a:gd name="connsiteX9" fmla="*/ 74123 w 362309"/>
                <a:gd name="connsiteY9" fmla="*/ 257274 h 361971"/>
                <a:gd name="connsiteX10" fmla="*/ 74123 w 362309"/>
                <a:gd name="connsiteY10" fmla="*/ 119380 h 361971"/>
                <a:gd name="connsiteX11" fmla="*/ 80513 w 362309"/>
                <a:gd name="connsiteY11" fmla="*/ 112996 h 361971"/>
                <a:gd name="connsiteX12" fmla="*/ 132271 w 362309"/>
                <a:gd name="connsiteY12" fmla="*/ 112996 h 361971"/>
                <a:gd name="connsiteX13" fmla="*/ 132271 w 362309"/>
                <a:gd name="connsiteY13" fmla="*/ 104059 h 361971"/>
                <a:gd name="connsiteX14" fmla="*/ 138661 w 362309"/>
                <a:gd name="connsiteY14" fmla="*/ 97675 h 361971"/>
                <a:gd name="connsiteX15" fmla="*/ 224287 w 362309"/>
                <a:gd name="connsiteY15" fmla="*/ 97675 h 361971"/>
                <a:gd name="connsiteX16" fmla="*/ 230677 w 362309"/>
                <a:gd name="connsiteY16" fmla="*/ 104059 h 361971"/>
                <a:gd name="connsiteX17" fmla="*/ 230677 w 362309"/>
                <a:gd name="connsiteY17" fmla="*/ 112358 h 361971"/>
                <a:gd name="connsiteX18" fmla="*/ 282435 w 362309"/>
                <a:gd name="connsiteY18" fmla="*/ 112358 h 361971"/>
                <a:gd name="connsiteX19" fmla="*/ 288825 w 362309"/>
                <a:gd name="connsiteY19" fmla="*/ 118742 h 361971"/>
                <a:gd name="connsiteX20" fmla="*/ 288825 w 362309"/>
                <a:gd name="connsiteY20" fmla="*/ 25727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2309" h="361971">
                  <a:moveTo>
                    <a:pt x="181474" y="0"/>
                  </a:moveTo>
                  <a:cubicBezTo>
                    <a:pt x="81152" y="0"/>
                    <a:pt x="0" y="81076"/>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309" y="81076"/>
                    <a:pt x="281157" y="0"/>
                    <a:pt x="181474" y="0"/>
                  </a:cubicBezTo>
                  <a:close/>
                  <a:moveTo>
                    <a:pt x="288825" y="257274"/>
                  </a:moveTo>
                  <a:cubicBezTo>
                    <a:pt x="288825" y="261105"/>
                    <a:pt x="286269" y="263658"/>
                    <a:pt x="282435" y="263658"/>
                  </a:cubicBezTo>
                  <a:lnTo>
                    <a:pt x="80513" y="263658"/>
                  </a:lnTo>
                  <a:cubicBezTo>
                    <a:pt x="76679" y="263658"/>
                    <a:pt x="74123" y="261105"/>
                    <a:pt x="74123" y="257274"/>
                  </a:cubicBezTo>
                  <a:lnTo>
                    <a:pt x="74123" y="119380"/>
                  </a:lnTo>
                  <a:cubicBezTo>
                    <a:pt x="74123" y="115550"/>
                    <a:pt x="76679" y="112996"/>
                    <a:pt x="80513" y="112996"/>
                  </a:cubicBezTo>
                  <a:lnTo>
                    <a:pt x="132271" y="112996"/>
                  </a:lnTo>
                  <a:lnTo>
                    <a:pt x="132271" y="104059"/>
                  </a:lnTo>
                  <a:cubicBezTo>
                    <a:pt x="132271" y="100228"/>
                    <a:pt x="134828" y="97675"/>
                    <a:pt x="138661" y="97675"/>
                  </a:cubicBezTo>
                  <a:lnTo>
                    <a:pt x="224287" y="97675"/>
                  </a:lnTo>
                  <a:cubicBezTo>
                    <a:pt x="228120" y="97675"/>
                    <a:pt x="230677" y="100228"/>
                    <a:pt x="230677" y="104059"/>
                  </a:cubicBezTo>
                  <a:lnTo>
                    <a:pt x="230677" y="112358"/>
                  </a:lnTo>
                  <a:lnTo>
                    <a:pt x="282435" y="112358"/>
                  </a:lnTo>
                  <a:cubicBezTo>
                    <a:pt x="286269" y="112358"/>
                    <a:pt x="288825" y="114912"/>
                    <a:pt x="288825" y="118742"/>
                  </a:cubicBezTo>
                  <a:lnTo>
                    <a:pt x="288825" y="257274"/>
                  </a:lnTo>
                  <a:close/>
                </a:path>
              </a:pathLst>
            </a:custGeom>
            <a:solidFill>
              <a:srgbClr val="00ABAB"/>
            </a:solidFill>
            <a:ln w="6390" cap="flat">
              <a:noFill/>
              <a:prstDash val="solid"/>
              <a:miter/>
            </a:ln>
          </p:spPr>
          <p:txBody>
            <a:bodyPr rtlCol="0" anchor="ctr"/>
            <a:lstStyle/>
            <a:p>
              <a:endParaRPr lang="en-US"/>
            </a:p>
          </p:txBody>
        </p:sp>
      </p:grpSp>
      <p:grpSp>
        <p:nvGrpSpPr>
          <p:cNvPr id="373" name="Graphic 4">
            <a:extLst>
              <a:ext uri="{FF2B5EF4-FFF2-40B4-BE49-F238E27FC236}">
                <a16:creationId xmlns:a16="http://schemas.microsoft.com/office/drawing/2014/main" id="{30F34991-F746-F043-BBD0-B438DFC5E260}"/>
              </a:ext>
            </a:extLst>
          </p:cNvPr>
          <p:cNvGrpSpPr>
            <a:grpSpLocks noChangeAspect="1"/>
          </p:cNvGrpSpPr>
          <p:nvPr/>
        </p:nvGrpSpPr>
        <p:grpSpPr>
          <a:xfrm>
            <a:off x="4660820" y="918179"/>
            <a:ext cx="362312" cy="361971"/>
            <a:chOff x="4660820" y="918179"/>
            <a:chExt cx="362312" cy="361971"/>
          </a:xfrm>
          <a:solidFill>
            <a:srgbClr val="00ABAB"/>
          </a:solidFill>
        </p:grpSpPr>
        <p:sp>
          <p:nvSpPr>
            <p:cNvPr id="374" name="Graphic 4">
              <a:extLst>
                <a:ext uri="{FF2B5EF4-FFF2-40B4-BE49-F238E27FC236}">
                  <a16:creationId xmlns:a16="http://schemas.microsoft.com/office/drawing/2014/main" id="{D1C9380B-9280-BC42-81ED-A29451F3E44A}"/>
                </a:ext>
              </a:extLst>
            </p:cNvPr>
            <p:cNvSpPr/>
            <p:nvPr/>
          </p:nvSpPr>
          <p:spPr>
            <a:xfrm>
              <a:off x="4660820" y="918179"/>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873"/>
                    <a:pt x="274767" y="348565"/>
                    <a:pt x="181474" y="349204"/>
                  </a:cubicBezTo>
                  <a:close/>
                </a:path>
              </a:pathLst>
            </a:custGeom>
            <a:solidFill>
              <a:srgbClr val="00ABAB"/>
            </a:solidFill>
            <a:ln w="6390" cap="flat">
              <a:noFill/>
              <a:prstDash val="solid"/>
              <a:miter/>
            </a:ln>
          </p:spPr>
          <p:txBody>
            <a:bodyPr rtlCol="0" anchor="ctr"/>
            <a:lstStyle/>
            <a:p>
              <a:endParaRPr lang="en-US"/>
            </a:p>
          </p:txBody>
        </p:sp>
        <p:sp>
          <p:nvSpPr>
            <p:cNvPr id="375" name="Graphic 4">
              <a:extLst>
                <a:ext uri="{FF2B5EF4-FFF2-40B4-BE49-F238E27FC236}">
                  <a16:creationId xmlns:a16="http://schemas.microsoft.com/office/drawing/2014/main" id="{AE8DF557-479D-B843-8E19-2B5388E6EA1F}"/>
                </a:ext>
              </a:extLst>
            </p:cNvPr>
            <p:cNvSpPr/>
            <p:nvPr/>
          </p:nvSpPr>
          <p:spPr>
            <a:xfrm>
              <a:off x="4805232" y="1046497"/>
              <a:ext cx="74123" cy="167260"/>
            </a:xfrm>
            <a:custGeom>
              <a:avLst/>
              <a:gdLst>
                <a:gd name="connsiteX0" fmla="*/ 67733 w 74123"/>
                <a:gd name="connsiteY0" fmla="*/ 0 h 167260"/>
                <a:gd name="connsiteX1" fmla="*/ 6390 w 74123"/>
                <a:gd name="connsiteY1" fmla="*/ 0 h 167260"/>
                <a:gd name="connsiteX2" fmla="*/ 0 w 74123"/>
                <a:gd name="connsiteY2" fmla="*/ 6384 h 167260"/>
                <a:gd name="connsiteX3" fmla="*/ 0 w 74123"/>
                <a:gd name="connsiteY3" fmla="*/ 83630 h 167260"/>
                <a:gd name="connsiteX4" fmla="*/ 6390 w 74123"/>
                <a:gd name="connsiteY4" fmla="*/ 90014 h 167260"/>
                <a:gd name="connsiteX5" fmla="*/ 15336 w 74123"/>
                <a:gd name="connsiteY5" fmla="*/ 90014 h 167260"/>
                <a:gd name="connsiteX6" fmla="*/ 15336 w 74123"/>
                <a:gd name="connsiteY6" fmla="*/ 160876 h 167260"/>
                <a:gd name="connsiteX7" fmla="*/ 21726 w 74123"/>
                <a:gd name="connsiteY7" fmla="*/ 167260 h 167260"/>
                <a:gd name="connsiteX8" fmla="*/ 28116 w 74123"/>
                <a:gd name="connsiteY8" fmla="*/ 160876 h 167260"/>
                <a:gd name="connsiteX9" fmla="*/ 28116 w 74123"/>
                <a:gd name="connsiteY9" fmla="*/ 90014 h 167260"/>
                <a:gd name="connsiteX10" fmla="*/ 46008 w 74123"/>
                <a:gd name="connsiteY10" fmla="*/ 90014 h 167260"/>
                <a:gd name="connsiteX11" fmla="*/ 46008 w 74123"/>
                <a:gd name="connsiteY11" fmla="*/ 160876 h 167260"/>
                <a:gd name="connsiteX12" fmla="*/ 52398 w 74123"/>
                <a:gd name="connsiteY12" fmla="*/ 167260 h 167260"/>
                <a:gd name="connsiteX13" fmla="*/ 58788 w 74123"/>
                <a:gd name="connsiteY13" fmla="*/ 160876 h 167260"/>
                <a:gd name="connsiteX14" fmla="*/ 58788 w 74123"/>
                <a:gd name="connsiteY14" fmla="*/ 90014 h 167260"/>
                <a:gd name="connsiteX15" fmla="*/ 67733 w 74123"/>
                <a:gd name="connsiteY15" fmla="*/ 90014 h 167260"/>
                <a:gd name="connsiteX16" fmla="*/ 74123 w 74123"/>
                <a:gd name="connsiteY16" fmla="*/ 83630 h 167260"/>
                <a:gd name="connsiteX17" fmla="*/ 74123 w 74123"/>
                <a:gd name="connsiteY17" fmla="*/ 6384 h 167260"/>
                <a:gd name="connsiteX18" fmla="*/ 67733 w 74123"/>
                <a:gd name="connsiteY18" fmla="*/ 0 h 167260"/>
                <a:gd name="connsiteX19" fmla="*/ 67733 w 74123"/>
                <a:gd name="connsiteY19" fmla="*/ 0 h 167260"/>
                <a:gd name="connsiteX20" fmla="*/ 61343 w 74123"/>
                <a:gd name="connsiteY20" fmla="*/ 77246 h 167260"/>
                <a:gd name="connsiteX21" fmla="*/ 12780 w 74123"/>
                <a:gd name="connsiteY21" fmla="*/ 77246 h 167260"/>
                <a:gd name="connsiteX22" fmla="*/ 12780 w 74123"/>
                <a:gd name="connsiteY22" fmla="*/ 12768 h 167260"/>
                <a:gd name="connsiteX23" fmla="*/ 61982 w 74123"/>
                <a:gd name="connsiteY23" fmla="*/ 12768 h 167260"/>
                <a:gd name="connsiteX24" fmla="*/ 61343 w 74123"/>
                <a:gd name="connsiteY24" fmla="*/ 77246 h 16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4123" h="167260">
                  <a:moveTo>
                    <a:pt x="67733" y="0"/>
                  </a:moveTo>
                  <a:lnTo>
                    <a:pt x="6390" y="0"/>
                  </a:lnTo>
                  <a:cubicBezTo>
                    <a:pt x="2556" y="0"/>
                    <a:pt x="0" y="2554"/>
                    <a:pt x="0" y="6384"/>
                  </a:cubicBezTo>
                  <a:lnTo>
                    <a:pt x="0" y="83630"/>
                  </a:lnTo>
                  <a:cubicBezTo>
                    <a:pt x="0" y="87461"/>
                    <a:pt x="2556" y="90014"/>
                    <a:pt x="6390" y="90014"/>
                  </a:cubicBezTo>
                  <a:lnTo>
                    <a:pt x="15336" y="90014"/>
                  </a:lnTo>
                  <a:lnTo>
                    <a:pt x="15336" y="160876"/>
                  </a:lnTo>
                  <a:cubicBezTo>
                    <a:pt x="15336" y="164707"/>
                    <a:pt x="17892" y="167260"/>
                    <a:pt x="21726" y="167260"/>
                  </a:cubicBezTo>
                  <a:cubicBezTo>
                    <a:pt x="25560" y="167260"/>
                    <a:pt x="28116" y="164707"/>
                    <a:pt x="28116" y="160876"/>
                  </a:cubicBezTo>
                  <a:lnTo>
                    <a:pt x="28116" y="90014"/>
                  </a:lnTo>
                  <a:lnTo>
                    <a:pt x="46008" y="90014"/>
                  </a:lnTo>
                  <a:lnTo>
                    <a:pt x="46008" y="160876"/>
                  </a:lnTo>
                  <a:cubicBezTo>
                    <a:pt x="46008" y="164707"/>
                    <a:pt x="48563" y="167260"/>
                    <a:pt x="52398" y="167260"/>
                  </a:cubicBezTo>
                  <a:cubicBezTo>
                    <a:pt x="56231" y="167260"/>
                    <a:pt x="58788" y="164707"/>
                    <a:pt x="58788" y="160876"/>
                  </a:cubicBezTo>
                  <a:lnTo>
                    <a:pt x="58788" y="90014"/>
                  </a:lnTo>
                  <a:lnTo>
                    <a:pt x="67733" y="90014"/>
                  </a:lnTo>
                  <a:cubicBezTo>
                    <a:pt x="71567" y="90014"/>
                    <a:pt x="74123" y="87461"/>
                    <a:pt x="74123" y="83630"/>
                  </a:cubicBezTo>
                  <a:lnTo>
                    <a:pt x="74123" y="6384"/>
                  </a:lnTo>
                  <a:cubicBezTo>
                    <a:pt x="74123" y="2554"/>
                    <a:pt x="71567" y="0"/>
                    <a:pt x="67733" y="0"/>
                  </a:cubicBezTo>
                  <a:cubicBezTo>
                    <a:pt x="67733" y="0"/>
                    <a:pt x="67733" y="0"/>
                    <a:pt x="67733" y="0"/>
                  </a:cubicBezTo>
                  <a:close/>
                  <a:moveTo>
                    <a:pt x="61343" y="77246"/>
                  </a:moveTo>
                  <a:lnTo>
                    <a:pt x="12780" y="77246"/>
                  </a:lnTo>
                  <a:lnTo>
                    <a:pt x="12780" y="12768"/>
                  </a:lnTo>
                  <a:lnTo>
                    <a:pt x="61982" y="12768"/>
                  </a:lnTo>
                  <a:lnTo>
                    <a:pt x="61343" y="77246"/>
                  </a:lnTo>
                  <a:close/>
                </a:path>
              </a:pathLst>
            </a:custGeom>
            <a:solidFill>
              <a:srgbClr val="00ABAB"/>
            </a:solidFill>
            <a:ln w="6390" cap="flat">
              <a:noFill/>
              <a:prstDash val="solid"/>
              <a:miter/>
            </a:ln>
          </p:spPr>
          <p:txBody>
            <a:bodyPr rtlCol="0" anchor="ctr"/>
            <a:lstStyle/>
            <a:p>
              <a:endParaRPr lang="en-US"/>
            </a:p>
          </p:txBody>
        </p:sp>
        <p:sp>
          <p:nvSpPr>
            <p:cNvPr id="376" name="Graphic 4">
              <a:extLst>
                <a:ext uri="{FF2B5EF4-FFF2-40B4-BE49-F238E27FC236}">
                  <a16:creationId xmlns:a16="http://schemas.microsoft.com/office/drawing/2014/main" id="{538068B6-F9B0-BF4C-B62A-B02F42D692CD}"/>
                </a:ext>
              </a:extLst>
            </p:cNvPr>
            <p:cNvSpPr/>
            <p:nvPr/>
          </p:nvSpPr>
          <p:spPr>
            <a:xfrm>
              <a:off x="4820568" y="984572"/>
              <a:ext cx="43451" cy="43411"/>
            </a:xfrm>
            <a:custGeom>
              <a:avLst/>
              <a:gdLst>
                <a:gd name="connsiteX0" fmla="*/ 21726 w 43451"/>
                <a:gd name="connsiteY0" fmla="*/ 43411 h 43411"/>
                <a:gd name="connsiteX1" fmla="*/ 43451 w 43451"/>
                <a:gd name="connsiteY1" fmla="*/ 21706 h 43411"/>
                <a:gd name="connsiteX2" fmla="*/ 21726 w 43451"/>
                <a:gd name="connsiteY2" fmla="*/ 0 h 43411"/>
                <a:gd name="connsiteX3" fmla="*/ 0 w 43451"/>
                <a:gd name="connsiteY3" fmla="*/ 21706 h 43411"/>
                <a:gd name="connsiteX4" fmla="*/ 21726 w 43451"/>
                <a:gd name="connsiteY4" fmla="*/ 43411 h 43411"/>
                <a:gd name="connsiteX5" fmla="*/ 21726 w 43451"/>
                <a:gd name="connsiteY5" fmla="*/ 43411 h 43411"/>
                <a:gd name="connsiteX6" fmla="*/ 21726 w 43451"/>
                <a:gd name="connsiteY6" fmla="*/ 12768 h 43411"/>
                <a:gd name="connsiteX7" fmla="*/ 30672 w 43451"/>
                <a:gd name="connsiteY7" fmla="*/ 21706 h 43411"/>
                <a:gd name="connsiteX8" fmla="*/ 21726 w 43451"/>
                <a:gd name="connsiteY8" fmla="*/ 30643 h 43411"/>
                <a:gd name="connsiteX9" fmla="*/ 12780 w 43451"/>
                <a:gd name="connsiteY9" fmla="*/ 21706 h 43411"/>
                <a:gd name="connsiteX10" fmla="*/ 12780 w 43451"/>
                <a:gd name="connsiteY10" fmla="*/ 21706 h 43411"/>
                <a:gd name="connsiteX11" fmla="*/ 21726 w 43451"/>
                <a:gd name="connsiteY11" fmla="*/ 12768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51" h="43411">
                  <a:moveTo>
                    <a:pt x="21726" y="43411"/>
                  </a:moveTo>
                  <a:cubicBezTo>
                    <a:pt x="33867" y="43411"/>
                    <a:pt x="43451" y="33835"/>
                    <a:pt x="43451" y="21706"/>
                  </a:cubicBezTo>
                  <a:cubicBezTo>
                    <a:pt x="43451" y="9576"/>
                    <a:pt x="33867" y="0"/>
                    <a:pt x="21726" y="0"/>
                  </a:cubicBezTo>
                  <a:cubicBezTo>
                    <a:pt x="9585" y="0"/>
                    <a:pt x="0" y="9576"/>
                    <a:pt x="0" y="21706"/>
                  </a:cubicBezTo>
                  <a:cubicBezTo>
                    <a:pt x="0" y="33835"/>
                    <a:pt x="9585" y="43411"/>
                    <a:pt x="21726" y="43411"/>
                  </a:cubicBezTo>
                  <a:cubicBezTo>
                    <a:pt x="21726" y="43411"/>
                    <a:pt x="21726" y="43411"/>
                    <a:pt x="21726" y="43411"/>
                  </a:cubicBezTo>
                  <a:close/>
                  <a:moveTo>
                    <a:pt x="21726" y="12768"/>
                  </a:moveTo>
                  <a:cubicBezTo>
                    <a:pt x="26837" y="12768"/>
                    <a:pt x="30672" y="16598"/>
                    <a:pt x="30672" y="21706"/>
                  </a:cubicBezTo>
                  <a:cubicBezTo>
                    <a:pt x="30672" y="26813"/>
                    <a:pt x="26837" y="30643"/>
                    <a:pt x="21726" y="30643"/>
                  </a:cubicBezTo>
                  <a:cubicBezTo>
                    <a:pt x="16614" y="30643"/>
                    <a:pt x="12780" y="26813"/>
                    <a:pt x="12780" y="21706"/>
                  </a:cubicBezTo>
                  <a:cubicBezTo>
                    <a:pt x="12780" y="21706"/>
                    <a:pt x="12780" y="21706"/>
                    <a:pt x="12780" y="21706"/>
                  </a:cubicBezTo>
                  <a:cubicBezTo>
                    <a:pt x="12780" y="16598"/>
                    <a:pt x="16614" y="12768"/>
                    <a:pt x="21726" y="12768"/>
                  </a:cubicBezTo>
                  <a:close/>
                </a:path>
              </a:pathLst>
            </a:custGeom>
            <a:solidFill>
              <a:srgbClr val="00ABAB"/>
            </a:solidFill>
            <a:ln w="6390" cap="flat">
              <a:noFill/>
              <a:prstDash val="solid"/>
              <a:miter/>
            </a:ln>
          </p:spPr>
          <p:txBody>
            <a:bodyPr rtlCol="0" anchor="ctr"/>
            <a:lstStyle/>
            <a:p>
              <a:endParaRPr lang="en-US"/>
            </a:p>
          </p:txBody>
        </p:sp>
      </p:grpSp>
      <p:grpSp>
        <p:nvGrpSpPr>
          <p:cNvPr id="377" name="Graphic 4">
            <a:extLst>
              <a:ext uri="{FF2B5EF4-FFF2-40B4-BE49-F238E27FC236}">
                <a16:creationId xmlns:a16="http://schemas.microsoft.com/office/drawing/2014/main" id="{78E8D7C9-CFA3-0B4C-A04A-8EBF24C373DE}"/>
              </a:ext>
            </a:extLst>
          </p:cNvPr>
          <p:cNvGrpSpPr>
            <a:grpSpLocks noChangeAspect="1"/>
          </p:cNvGrpSpPr>
          <p:nvPr/>
        </p:nvGrpSpPr>
        <p:grpSpPr>
          <a:xfrm>
            <a:off x="4660820" y="1885990"/>
            <a:ext cx="362312" cy="361971"/>
            <a:chOff x="4660820" y="1885990"/>
            <a:chExt cx="362312" cy="361971"/>
          </a:xfrm>
          <a:solidFill>
            <a:srgbClr val="00ABAB"/>
          </a:solidFill>
        </p:grpSpPr>
        <p:sp>
          <p:nvSpPr>
            <p:cNvPr id="378" name="Graphic 4">
              <a:extLst>
                <a:ext uri="{FF2B5EF4-FFF2-40B4-BE49-F238E27FC236}">
                  <a16:creationId xmlns:a16="http://schemas.microsoft.com/office/drawing/2014/main" id="{84F41CCB-8C9F-5A44-9922-9FC932ADA02A}"/>
                </a:ext>
              </a:extLst>
            </p:cNvPr>
            <p:cNvSpPr/>
            <p:nvPr/>
          </p:nvSpPr>
          <p:spPr>
            <a:xfrm>
              <a:off x="4660820" y="1885990"/>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8565 h 361971"/>
                <a:gd name="connsiteX7" fmla="*/ 12780 w 362312"/>
                <a:gd name="connsiteY7" fmla="*/ 180667 h 361971"/>
                <a:gd name="connsiteX8" fmla="*/ 180835 w 362312"/>
                <a:gd name="connsiteY8" fmla="*/ 12130 h 361971"/>
                <a:gd name="connsiteX9" fmla="*/ 349529 w 362312"/>
                <a:gd name="connsiteY9" fmla="*/ 180028 h 361971"/>
                <a:gd name="connsiteX10" fmla="*/ 349529 w 362312"/>
                <a:gd name="connsiteY10" fmla="*/ 180028 h 361971"/>
                <a:gd name="connsiteX11" fmla="*/ 181474 w 362312"/>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0438"/>
                    <a:pt x="281796" y="0"/>
                    <a:pt x="181474" y="0"/>
                  </a:cubicBezTo>
                  <a:close/>
                  <a:moveTo>
                    <a:pt x="181474" y="348565"/>
                  </a:moveTo>
                  <a:cubicBezTo>
                    <a:pt x="88181" y="348565"/>
                    <a:pt x="12780" y="273235"/>
                    <a:pt x="12780" y="180667"/>
                  </a:cubicBezTo>
                  <a:cubicBezTo>
                    <a:pt x="12780" y="88099"/>
                    <a:pt x="88181" y="12130"/>
                    <a:pt x="180835" y="12130"/>
                  </a:cubicBezTo>
                  <a:cubicBezTo>
                    <a:pt x="274128" y="12130"/>
                    <a:pt x="349529" y="87461"/>
                    <a:pt x="349529" y="180028"/>
                  </a:cubicBezTo>
                  <a:cubicBezTo>
                    <a:pt x="349529" y="180028"/>
                    <a:pt x="349529" y="180028"/>
                    <a:pt x="349529" y="180028"/>
                  </a:cubicBezTo>
                  <a:cubicBezTo>
                    <a:pt x="349529" y="273235"/>
                    <a:pt x="274767" y="348565"/>
                    <a:pt x="181474" y="348565"/>
                  </a:cubicBezTo>
                  <a:close/>
                </a:path>
              </a:pathLst>
            </a:custGeom>
            <a:solidFill>
              <a:srgbClr val="00ABAB"/>
            </a:solidFill>
            <a:ln w="6390" cap="flat">
              <a:noFill/>
              <a:prstDash val="solid"/>
              <a:miter/>
            </a:ln>
          </p:spPr>
          <p:txBody>
            <a:bodyPr rtlCol="0" anchor="ctr"/>
            <a:lstStyle/>
            <a:p>
              <a:endParaRPr lang="en-US"/>
            </a:p>
          </p:txBody>
        </p:sp>
        <p:sp>
          <p:nvSpPr>
            <p:cNvPr id="379" name="Graphic 4">
              <a:extLst>
                <a:ext uri="{FF2B5EF4-FFF2-40B4-BE49-F238E27FC236}">
                  <a16:creationId xmlns:a16="http://schemas.microsoft.com/office/drawing/2014/main" id="{56D24F8C-228D-834E-AB2E-2EC5854F5074}"/>
                </a:ext>
              </a:extLst>
            </p:cNvPr>
            <p:cNvSpPr/>
            <p:nvPr/>
          </p:nvSpPr>
          <p:spPr>
            <a:xfrm>
              <a:off x="4858657" y="2013670"/>
              <a:ext cx="74624" cy="167898"/>
            </a:xfrm>
            <a:custGeom>
              <a:avLst/>
              <a:gdLst>
                <a:gd name="connsiteX0" fmla="*/ 51370 w 74624"/>
                <a:gd name="connsiteY0" fmla="*/ 5107 h 167898"/>
                <a:gd name="connsiteX1" fmla="*/ 44980 w 74624"/>
                <a:gd name="connsiteY1" fmla="*/ 0 h 167898"/>
                <a:gd name="connsiteX2" fmla="*/ 29644 w 74624"/>
                <a:gd name="connsiteY2" fmla="*/ 0 h 167898"/>
                <a:gd name="connsiteX3" fmla="*/ 23254 w 74624"/>
                <a:gd name="connsiteY3" fmla="*/ 5107 h 167898"/>
                <a:gd name="connsiteX4" fmla="*/ 251 w 74624"/>
                <a:gd name="connsiteY4" fmla="*/ 97675 h 167898"/>
                <a:gd name="connsiteX5" fmla="*/ 1528 w 74624"/>
                <a:gd name="connsiteY5" fmla="*/ 103421 h 167898"/>
                <a:gd name="connsiteX6" fmla="*/ 6641 w 74624"/>
                <a:gd name="connsiteY6" fmla="*/ 105974 h 167898"/>
                <a:gd name="connsiteX7" fmla="*/ 15586 w 74624"/>
                <a:gd name="connsiteY7" fmla="*/ 105974 h 167898"/>
                <a:gd name="connsiteX8" fmla="*/ 15586 w 74624"/>
                <a:gd name="connsiteY8" fmla="*/ 161515 h 167898"/>
                <a:gd name="connsiteX9" fmla="*/ 21976 w 74624"/>
                <a:gd name="connsiteY9" fmla="*/ 167899 h 167898"/>
                <a:gd name="connsiteX10" fmla="*/ 28366 w 74624"/>
                <a:gd name="connsiteY10" fmla="*/ 161515 h 167898"/>
                <a:gd name="connsiteX11" fmla="*/ 28366 w 74624"/>
                <a:gd name="connsiteY11" fmla="*/ 105974 h 167898"/>
                <a:gd name="connsiteX12" fmla="*/ 46258 w 74624"/>
                <a:gd name="connsiteY12" fmla="*/ 105974 h 167898"/>
                <a:gd name="connsiteX13" fmla="*/ 46258 w 74624"/>
                <a:gd name="connsiteY13" fmla="*/ 161515 h 167898"/>
                <a:gd name="connsiteX14" fmla="*/ 52648 w 74624"/>
                <a:gd name="connsiteY14" fmla="*/ 167899 h 167898"/>
                <a:gd name="connsiteX15" fmla="*/ 59038 w 74624"/>
                <a:gd name="connsiteY15" fmla="*/ 161515 h 167898"/>
                <a:gd name="connsiteX16" fmla="*/ 59038 w 74624"/>
                <a:gd name="connsiteY16" fmla="*/ 105974 h 167898"/>
                <a:gd name="connsiteX17" fmla="*/ 67984 w 74624"/>
                <a:gd name="connsiteY17" fmla="*/ 105974 h 167898"/>
                <a:gd name="connsiteX18" fmla="*/ 73096 w 74624"/>
                <a:gd name="connsiteY18" fmla="*/ 103421 h 167898"/>
                <a:gd name="connsiteX19" fmla="*/ 74374 w 74624"/>
                <a:gd name="connsiteY19" fmla="*/ 97675 h 167898"/>
                <a:gd name="connsiteX20" fmla="*/ 51370 w 74624"/>
                <a:gd name="connsiteY20" fmla="*/ 5107 h 167898"/>
                <a:gd name="connsiteX21" fmla="*/ 14948 w 74624"/>
                <a:gd name="connsiteY21" fmla="*/ 92568 h 167898"/>
                <a:gd name="connsiteX22" fmla="*/ 34756 w 74624"/>
                <a:gd name="connsiteY22" fmla="*/ 12768 h 167898"/>
                <a:gd name="connsiteX23" fmla="*/ 39868 w 74624"/>
                <a:gd name="connsiteY23" fmla="*/ 12768 h 167898"/>
                <a:gd name="connsiteX24" fmla="*/ 59677 w 74624"/>
                <a:gd name="connsiteY24" fmla="*/ 92568 h 167898"/>
                <a:gd name="connsiteX25" fmla="*/ 14948 w 74624"/>
                <a:gd name="connsiteY25" fmla="*/ 92568 h 16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4624" h="167898">
                  <a:moveTo>
                    <a:pt x="51370" y="5107"/>
                  </a:moveTo>
                  <a:cubicBezTo>
                    <a:pt x="50731" y="1915"/>
                    <a:pt x="48175" y="0"/>
                    <a:pt x="44980" y="0"/>
                  </a:cubicBezTo>
                  <a:lnTo>
                    <a:pt x="29644" y="0"/>
                  </a:lnTo>
                  <a:cubicBezTo>
                    <a:pt x="26449" y="0"/>
                    <a:pt x="23893" y="1915"/>
                    <a:pt x="23254" y="5107"/>
                  </a:cubicBezTo>
                  <a:lnTo>
                    <a:pt x="251" y="97675"/>
                  </a:lnTo>
                  <a:cubicBezTo>
                    <a:pt x="-388" y="99590"/>
                    <a:pt x="251" y="101505"/>
                    <a:pt x="1528" y="103421"/>
                  </a:cubicBezTo>
                  <a:cubicBezTo>
                    <a:pt x="2807" y="104697"/>
                    <a:pt x="4723" y="105974"/>
                    <a:pt x="6641" y="105974"/>
                  </a:cubicBezTo>
                  <a:lnTo>
                    <a:pt x="15586" y="105974"/>
                  </a:lnTo>
                  <a:lnTo>
                    <a:pt x="15586" y="161515"/>
                  </a:lnTo>
                  <a:cubicBezTo>
                    <a:pt x="15586" y="165345"/>
                    <a:pt x="18143" y="167899"/>
                    <a:pt x="21976" y="167899"/>
                  </a:cubicBezTo>
                  <a:cubicBezTo>
                    <a:pt x="25811" y="167899"/>
                    <a:pt x="28366" y="165345"/>
                    <a:pt x="28366" y="161515"/>
                  </a:cubicBezTo>
                  <a:lnTo>
                    <a:pt x="28366" y="105974"/>
                  </a:lnTo>
                  <a:lnTo>
                    <a:pt x="46258" y="105974"/>
                  </a:lnTo>
                  <a:lnTo>
                    <a:pt x="46258" y="161515"/>
                  </a:lnTo>
                  <a:cubicBezTo>
                    <a:pt x="46258" y="165345"/>
                    <a:pt x="48814" y="167899"/>
                    <a:pt x="52648" y="167899"/>
                  </a:cubicBezTo>
                  <a:cubicBezTo>
                    <a:pt x="56482" y="167899"/>
                    <a:pt x="59038" y="165345"/>
                    <a:pt x="59038" y="161515"/>
                  </a:cubicBezTo>
                  <a:lnTo>
                    <a:pt x="59038" y="105974"/>
                  </a:lnTo>
                  <a:lnTo>
                    <a:pt x="67984" y="105974"/>
                  </a:lnTo>
                  <a:cubicBezTo>
                    <a:pt x="69901" y="105974"/>
                    <a:pt x="71818" y="105336"/>
                    <a:pt x="73096" y="103421"/>
                  </a:cubicBezTo>
                  <a:cubicBezTo>
                    <a:pt x="74374" y="102144"/>
                    <a:pt x="75013" y="99590"/>
                    <a:pt x="74374" y="97675"/>
                  </a:cubicBezTo>
                  <a:lnTo>
                    <a:pt x="51370" y="5107"/>
                  </a:lnTo>
                  <a:close/>
                  <a:moveTo>
                    <a:pt x="14948" y="92568"/>
                  </a:moveTo>
                  <a:lnTo>
                    <a:pt x="34756" y="12768"/>
                  </a:lnTo>
                  <a:lnTo>
                    <a:pt x="39868" y="12768"/>
                  </a:lnTo>
                  <a:lnTo>
                    <a:pt x="59677" y="92568"/>
                  </a:lnTo>
                  <a:lnTo>
                    <a:pt x="14948" y="92568"/>
                  </a:lnTo>
                  <a:close/>
                </a:path>
              </a:pathLst>
            </a:custGeom>
            <a:solidFill>
              <a:srgbClr val="00ABAB"/>
            </a:solidFill>
            <a:ln w="6390" cap="flat">
              <a:noFill/>
              <a:prstDash val="solid"/>
              <a:miter/>
            </a:ln>
          </p:spPr>
          <p:txBody>
            <a:bodyPr rtlCol="0" anchor="ctr"/>
            <a:lstStyle/>
            <a:p>
              <a:endParaRPr lang="en-US"/>
            </a:p>
          </p:txBody>
        </p:sp>
        <p:sp>
          <p:nvSpPr>
            <p:cNvPr id="380" name="Graphic 4">
              <a:extLst>
                <a:ext uri="{FF2B5EF4-FFF2-40B4-BE49-F238E27FC236}">
                  <a16:creationId xmlns:a16="http://schemas.microsoft.com/office/drawing/2014/main" id="{74A01EBD-E503-D741-A1DC-ED6C0FE4EFD7}"/>
                </a:ext>
              </a:extLst>
            </p:cNvPr>
            <p:cNvSpPr/>
            <p:nvPr/>
          </p:nvSpPr>
          <p:spPr>
            <a:xfrm>
              <a:off x="4874883" y="1952384"/>
              <a:ext cx="43451" cy="43411"/>
            </a:xfrm>
            <a:custGeom>
              <a:avLst/>
              <a:gdLst>
                <a:gd name="connsiteX0" fmla="*/ 21726 w 43451"/>
                <a:gd name="connsiteY0" fmla="*/ 43411 h 43411"/>
                <a:gd name="connsiteX1" fmla="*/ 43451 w 43451"/>
                <a:gd name="connsiteY1" fmla="*/ 21706 h 43411"/>
                <a:gd name="connsiteX2" fmla="*/ 21726 w 43451"/>
                <a:gd name="connsiteY2" fmla="*/ 0 h 43411"/>
                <a:gd name="connsiteX3" fmla="*/ 0 w 43451"/>
                <a:gd name="connsiteY3" fmla="*/ 21706 h 43411"/>
                <a:gd name="connsiteX4" fmla="*/ 21726 w 43451"/>
                <a:gd name="connsiteY4" fmla="*/ 43411 h 43411"/>
                <a:gd name="connsiteX5" fmla="*/ 21726 w 43451"/>
                <a:gd name="connsiteY5" fmla="*/ 43411 h 43411"/>
                <a:gd name="connsiteX6" fmla="*/ 21726 w 43451"/>
                <a:gd name="connsiteY6" fmla="*/ 12768 h 43411"/>
                <a:gd name="connsiteX7" fmla="*/ 30672 w 43451"/>
                <a:gd name="connsiteY7" fmla="*/ 21706 h 43411"/>
                <a:gd name="connsiteX8" fmla="*/ 21726 w 43451"/>
                <a:gd name="connsiteY8" fmla="*/ 30643 h 43411"/>
                <a:gd name="connsiteX9" fmla="*/ 12780 w 43451"/>
                <a:gd name="connsiteY9" fmla="*/ 21706 h 43411"/>
                <a:gd name="connsiteX10" fmla="*/ 21726 w 43451"/>
                <a:gd name="connsiteY10" fmla="*/ 12768 h 43411"/>
                <a:gd name="connsiteX11" fmla="*/ 21726 w 43451"/>
                <a:gd name="connsiteY11" fmla="*/ 12768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51" h="43411">
                  <a:moveTo>
                    <a:pt x="21726" y="43411"/>
                  </a:moveTo>
                  <a:cubicBezTo>
                    <a:pt x="33867" y="43411"/>
                    <a:pt x="43451" y="33835"/>
                    <a:pt x="43451" y="21706"/>
                  </a:cubicBezTo>
                  <a:cubicBezTo>
                    <a:pt x="43451" y="9576"/>
                    <a:pt x="33867" y="0"/>
                    <a:pt x="21726" y="0"/>
                  </a:cubicBezTo>
                  <a:cubicBezTo>
                    <a:pt x="9585" y="0"/>
                    <a:pt x="0" y="9576"/>
                    <a:pt x="0" y="21706"/>
                  </a:cubicBezTo>
                  <a:cubicBezTo>
                    <a:pt x="0" y="33835"/>
                    <a:pt x="9585" y="43411"/>
                    <a:pt x="21726" y="43411"/>
                  </a:cubicBezTo>
                  <a:cubicBezTo>
                    <a:pt x="21726" y="43411"/>
                    <a:pt x="21726" y="43411"/>
                    <a:pt x="21726" y="43411"/>
                  </a:cubicBezTo>
                  <a:close/>
                  <a:moveTo>
                    <a:pt x="21726" y="12768"/>
                  </a:moveTo>
                  <a:cubicBezTo>
                    <a:pt x="26837" y="12768"/>
                    <a:pt x="30672" y="16598"/>
                    <a:pt x="30672" y="21706"/>
                  </a:cubicBezTo>
                  <a:cubicBezTo>
                    <a:pt x="30672" y="26813"/>
                    <a:pt x="26837" y="30643"/>
                    <a:pt x="21726" y="30643"/>
                  </a:cubicBezTo>
                  <a:cubicBezTo>
                    <a:pt x="16614" y="30643"/>
                    <a:pt x="12780" y="26813"/>
                    <a:pt x="12780" y="21706"/>
                  </a:cubicBezTo>
                  <a:cubicBezTo>
                    <a:pt x="12780" y="16598"/>
                    <a:pt x="16614" y="12768"/>
                    <a:pt x="21726" y="12768"/>
                  </a:cubicBezTo>
                  <a:lnTo>
                    <a:pt x="21726" y="12768"/>
                  </a:lnTo>
                  <a:close/>
                </a:path>
              </a:pathLst>
            </a:custGeom>
            <a:solidFill>
              <a:srgbClr val="00ABAB"/>
            </a:solidFill>
            <a:ln w="6390" cap="flat">
              <a:noFill/>
              <a:prstDash val="solid"/>
              <a:miter/>
            </a:ln>
          </p:spPr>
          <p:txBody>
            <a:bodyPr rtlCol="0" anchor="ctr"/>
            <a:lstStyle/>
            <a:p>
              <a:endParaRPr lang="en-US"/>
            </a:p>
          </p:txBody>
        </p:sp>
        <p:sp>
          <p:nvSpPr>
            <p:cNvPr id="381" name="Graphic 4">
              <a:extLst>
                <a:ext uri="{FF2B5EF4-FFF2-40B4-BE49-F238E27FC236}">
                  <a16:creationId xmlns:a16="http://schemas.microsoft.com/office/drawing/2014/main" id="{03538096-76A5-0C42-88C8-419204A3C19A}"/>
                </a:ext>
              </a:extLst>
            </p:cNvPr>
            <p:cNvSpPr/>
            <p:nvPr/>
          </p:nvSpPr>
          <p:spPr>
            <a:xfrm>
              <a:off x="4750918" y="2013830"/>
              <a:ext cx="74762" cy="167100"/>
            </a:xfrm>
            <a:custGeom>
              <a:avLst/>
              <a:gdLst>
                <a:gd name="connsiteX0" fmla="*/ 68372 w 74762"/>
                <a:gd name="connsiteY0" fmla="*/ 479 h 167100"/>
                <a:gd name="connsiteX1" fmla="*/ 6390 w 74762"/>
                <a:gd name="connsiteY1" fmla="*/ 479 h 167100"/>
                <a:gd name="connsiteX2" fmla="*/ 0 w 74762"/>
                <a:gd name="connsiteY2" fmla="*/ 6863 h 167100"/>
                <a:gd name="connsiteX3" fmla="*/ 0 w 74762"/>
                <a:gd name="connsiteY3" fmla="*/ 84109 h 167100"/>
                <a:gd name="connsiteX4" fmla="*/ 6390 w 74762"/>
                <a:gd name="connsiteY4" fmla="*/ 90493 h 167100"/>
                <a:gd name="connsiteX5" fmla="*/ 15975 w 74762"/>
                <a:gd name="connsiteY5" fmla="*/ 90493 h 167100"/>
                <a:gd name="connsiteX6" fmla="*/ 15975 w 74762"/>
                <a:gd name="connsiteY6" fmla="*/ 160717 h 167100"/>
                <a:gd name="connsiteX7" fmla="*/ 22365 w 74762"/>
                <a:gd name="connsiteY7" fmla="*/ 167101 h 167100"/>
                <a:gd name="connsiteX8" fmla="*/ 28755 w 74762"/>
                <a:gd name="connsiteY8" fmla="*/ 160717 h 167100"/>
                <a:gd name="connsiteX9" fmla="*/ 28755 w 74762"/>
                <a:gd name="connsiteY9" fmla="*/ 89855 h 167100"/>
                <a:gd name="connsiteX10" fmla="*/ 46646 w 74762"/>
                <a:gd name="connsiteY10" fmla="*/ 89855 h 167100"/>
                <a:gd name="connsiteX11" fmla="*/ 46646 w 74762"/>
                <a:gd name="connsiteY11" fmla="*/ 160717 h 167100"/>
                <a:gd name="connsiteX12" fmla="*/ 53036 w 74762"/>
                <a:gd name="connsiteY12" fmla="*/ 167101 h 167100"/>
                <a:gd name="connsiteX13" fmla="*/ 59426 w 74762"/>
                <a:gd name="connsiteY13" fmla="*/ 160717 h 167100"/>
                <a:gd name="connsiteX14" fmla="*/ 59426 w 74762"/>
                <a:gd name="connsiteY14" fmla="*/ 89855 h 167100"/>
                <a:gd name="connsiteX15" fmla="*/ 68372 w 74762"/>
                <a:gd name="connsiteY15" fmla="*/ 89855 h 167100"/>
                <a:gd name="connsiteX16" fmla="*/ 74762 w 74762"/>
                <a:gd name="connsiteY16" fmla="*/ 83471 h 167100"/>
                <a:gd name="connsiteX17" fmla="*/ 74762 w 74762"/>
                <a:gd name="connsiteY17" fmla="*/ 6224 h 167100"/>
                <a:gd name="connsiteX18" fmla="*/ 68372 w 74762"/>
                <a:gd name="connsiteY18" fmla="*/ 479 h 167100"/>
                <a:gd name="connsiteX19" fmla="*/ 68372 w 74762"/>
                <a:gd name="connsiteY19" fmla="*/ 479 h 167100"/>
                <a:gd name="connsiteX20" fmla="*/ 61982 w 74762"/>
                <a:gd name="connsiteY20" fmla="*/ 77087 h 167100"/>
                <a:gd name="connsiteX21" fmla="*/ 12780 w 74762"/>
                <a:gd name="connsiteY21" fmla="*/ 77087 h 167100"/>
                <a:gd name="connsiteX22" fmla="*/ 12780 w 74762"/>
                <a:gd name="connsiteY22" fmla="*/ 12608 h 167100"/>
                <a:gd name="connsiteX23" fmla="*/ 61982 w 74762"/>
                <a:gd name="connsiteY23" fmla="*/ 12608 h 167100"/>
                <a:gd name="connsiteX24" fmla="*/ 61982 w 74762"/>
                <a:gd name="connsiteY24" fmla="*/ 77087 h 16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4762" h="167100">
                  <a:moveTo>
                    <a:pt x="68372" y="479"/>
                  </a:moveTo>
                  <a:lnTo>
                    <a:pt x="6390" y="479"/>
                  </a:lnTo>
                  <a:cubicBezTo>
                    <a:pt x="2556" y="479"/>
                    <a:pt x="0" y="3032"/>
                    <a:pt x="0" y="6863"/>
                  </a:cubicBezTo>
                  <a:lnTo>
                    <a:pt x="0" y="84109"/>
                  </a:lnTo>
                  <a:cubicBezTo>
                    <a:pt x="0" y="87939"/>
                    <a:pt x="2556" y="90493"/>
                    <a:pt x="6390" y="90493"/>
                  </a:cubicBezTo>
                  <a:lnTo>
                    <a:pt x="15975" y="90493"/>
                  </a:lnTo>
                  <a:lnTo>
                    <a:pt x="15975" y="160717"/>
                  </a:lnTo>
                  <a:cubicBezTo>
                    <a:pt x="15975" y="164547"/>
                    <a:pt x="18531" y="167101"/>
                    <a:pt x="22365" y="167101"/>
                  </a:cubicBezTo>
                  <a:cubicBezTo>
                    <a:pt x="26199" y="167101"/>
                    <a:pt x="28755" y="164547"/>
                    <a:pt x="28755" y="160717"/>
                  </a:cubicBezTo>
                  <a:lnTo>
                    <a:pt x="28755" y="89855"/>
                  </a:lnTo>
                  <a:lnTo>
                    <a:pt x="46646" y="89855"/>
                  </a:lnTo>
                  <a:lnTo>
                    <a:pt x="46646" y="160717"/>
                  </a:lnTo>
                  <a:cubicBezTo>
                    <a:pt x="46646" y="164547"/>
                    <a:pt x="49203" y="167101"/>
                    <a:pt x="53036" y="167101"/>
                  </a:cubicBezTo>
                  <a:cubicBezTo>
                    <a:pt x="56871" y="167101"/>
                    <a:pt x="59426" y="164547"/>
                    <a:pt x="59426" y="160717"/>
                  </a:cubicBezTo>
                  <a:lnTo>
                    <a:pt x="59426" y="89855"/>
                  </a:lnTo>
                  <a:lnTo>
                    <a:pt x="68372" y="89855"/>
                  </a:lnTo>
                  <a:cubicBezTo>
                    <a:pt x="72206" y="89855"/>
                    <a:pt x="74762" y="87301"/>
                    <a:pt x="74762" y="83471"/>
                  </a:cubicBezTo>
                  <a:lnTo>
                    <a:pt x="74762" y="6224"/>
                  </a:lnTo>
                  <a:cubicBezTo>
                    <a:pt x="74762" y="3032"/>
                    <a:pt x="72206" y="-160"/>
                    <a:pt x="68372" y="479"/>
                  </a:cubicBezTo>
                  <a:cubicBezTo>
                    <a:pt x="68372" y="-160"/>
                    <a:pt x="68372" y="-160"/>
                    <a:pt x="68372" y="479"/>
                  </a:cubicBezTo>
                  <a:close/>
                  <a:moveTo>
                    <a:pt x="61982" y="77087"/>
                  </a:moveTo>
                  <a:lnTo>
                    <a:pt x="12780" y="77087"/>
                  </a:lnTo>
                  <a:lnTo>
                    <a:pt x="12780" y="12608"/>
                  </a:lnTo>
                  <a:lnTo>
                    <a:pt x="61982" y="12608"/>
                  </a:lnTo>
                  <a:lnTo>
                    <a:pt x="61982" y="77087"/>
                  </a:lnTo>
                  <a:close/>
                </a:path>
              </a:pathLst>
            </a:custGeom>
            <a:solidFill>
              <a:srgbClr val="00ABAB"/>
            </a:solidFill>
            <a:ln w="6390" cap="flat">
              <a:noFill/>
              <a:prstDash val="solid"/>
              <a:miter/>
            </a:ln>
          </p:spPr>
          <p:txBody>
            <a:bodyPr rtlCol="0" anchor="ctr"/>
            <a:lstStyle/>
            <a:p>
              <a:endParaRPr lang="en-US"/>
            </a:p>
          </p:txBody>
        </p:sp>
        <p:sp>
          <p:nvSpPr>
            <p:cNvPr id="382" name="Graphic 4">
              <a:extLst>
                <a:ext uri="{FF2B5EF4-FFF2-40B4-BE49-F238E27FC236}">
                  <a16:creationId xmlns:a16="http://schemas.microsoft.com/office/drawing/2014/main" id="{98921237-92B3-3445-B1EF-BF372365136D}"/>
                </a:ext>
              </a:extLst>
            </p:cNvPr>
            <p:cNvSpPr/>
            <p:nvPr/>
          </p:nvSpPr>
          <p:spPr>
            <a:xfrm>
              <a:off x="4766893" y="1952384"/>
              <a:ext cx="43451" cy="43411"/>
            </a:xfrm>
            <a:custGeom>
              <a:avLst/>
              <a:gdLst>
                <a:gd name="connsiteX0" fmla="*/ 21726 w 43451"/>
                <a:gd name="connsiteY0" fmla="*/ 43411 h 43411"/>
                <a:gd name="connsiteX1" fmla="*/ 43451 w 43451"/>
                <a:gd name="connsiteY1" fmla="*/ 21706 h 43411"/>
                <a:gd name="connsiteX2" fmla="*/ 21726 w 43451"/>
                <a:gd name="connsiteY2" fmla="*/ 0 h 43411"/>
                <a:gd name="connsiteX3" fmla="*/ 0 w 43451"/>
                <a:gd name="connsiteY3" fmla="*/ 21706 h 43411"/>
                <a:gd name="connsiteX4" fmla="*/ 0 w 43451"/>
                <a:gd name="connsiteY4" fmla="*/ 21706 h 43411"/>
                <a:gd name="connsiteX5" fmla="*/ 21726 w 43451"/>
                <a:gd name="connsiteY5" fmla="*/ 43411 h 43411"/>
                <a:gd name="connsiteX6" fmla="*/ 21726 w 43451"/>
                <a:gd name="connsiteY6" fmla="*/ 12768 h 43411"/>
                <a:gd name="connsiteX7" fmla="*/ 30672 w 43451"/>
                <a:gd name="connsiteY7" fmla="*/ 21706 h 43411"/>
                <a:gd name="connsiteX8" fmla="*/ 21726 w 43451"/>
                <a:gd name="connsiteY8" fmla="*/ 30643 h 43411"/>
                <a:gd name="connsiteX9" fmla="*/ 12780 w 43451"/>
                <a:gd name="connsiteY9" fmla="*/ 21706 h 43411"/>
                <a:gd name="connsiteX10" fmla="*/ 12780 w 43451"/>
                <a:gd name="connsiteY10" fmla="*/ 21706 h 43411"/>
                <a:gd name="connsiteX11" fmla="*/ 21726 w 43451"/>
                <a:gd name="connsiteY11" fmla="*/ 12768 h 43411"/>
                <a:gd name="connsiteX12" fmla="*/ 21726 w 43451"/>
                <a:gd name="connsiteY12" fmla="*/ 12768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451" h="43411">
                  <a:moveTo>
                    <a:pt x="21726" y="43411"/>
                  </a:moveTo>
                  <a:cubicBezTo>
                    <a:pt x="33867" y="43411"/>
                    <a:pt x="43451" y="33835"/>
                    <a:pt x="43451" y="21706"/>
                  </a:cubicBezTo>
                  <a:cubicBezTo>
                    <a:pt x="43451" y="9576"/>
                    <a:pt x="33867" y="0"/>
                    <a:pt x="21726" y="0"/>
                  </a:cubicBezTo>
                  <a:cubicBezTo>
                    <a:pt x="9585" y="0"/>
                    <a:pt x="0" y="9576"/>
                    <a:pt x="0" y="21706"/>
                  </a:cubicBezTo>
                  <a:lnTo>
                    <a:pt x="0" y="21706"/>
                  </a:lnTo>
                  <a:cubicBezTo>
                    <a:pt x="0" y="33835"/>
                    <a:pt x="9585" y="43411"/>
                    <a:pt x="21726" y="43411"/>
                  </a:cubicBezTo>
                  <a:close/>
                  <a:moveTo>
                    <a:pt x="21726" y="12768"/>
                  </a:moveTo>
                  <a:cubicBezTo>
                    <a:pt x="26838" y="12768"/>
                    <a:pt x="30672" y="16598"/>
                    <a:pt x="30672" y="21706"/>
                  </a:cubicBezTo>
                  <a:cubicBezTo>
                    <a:pt x="30672" y="26813"/>
                    <a:pt x="26838" y="30643"/>
                    <a:pt x="21726" y="30643"/>
                  </a:cubicBezTo>
                  <a:cubicBezTo>
                    <a:pt x="16614" y="30643"/>
                    <a:pt x="12780" y="26813"/>
                    <a:pt x="12780" y="21706"/>
                  </a:cubicBezTo>
                  <a:lnTo>
                    <a:pt x="12780" y="21706"/>
                  </a:lnTo>
                  <a:cubicBezTo>
                    <a:pt x="12780" y="16598"/>
                    <a:pt x="16614" y="12768"/>
                    <a:pt x="21726" y="12768"/>
                  </a:cubicBezTo>
                  <a:lnTo>
                    <a:pt x="21726" y="12768"/>
                  </a:lnTo>
                  <a:close/>
                </a:path>
              </a:pathLst>
            </a:custGeom>
            <a:solidFill>
              <a:srgbClr val="00ABAB"/>
            </a:solidFill>
            <a:ln w="6390" cap="flat">
              <a:noFill/>
              <a:prstDash val="solid"/>
              <a:miter/>
            </a:ln>
          </p:spPr>
          <p:txBody>
            <a:bodyPr rtlCol="0" anchor="ctr"/>
            <a:lstStyle/>
            <a:p>
              <a:endParaRPr lang="en-US"/>
            </a:p>
          </p:txBody>
        </p:sp>
      </p:grpSp>
      <p:grpSp>
        <p:nvGrpSpPr>
          <p:cNvPr id="383" name="Graphic 4">
            <a:extLst>
              <a:ext uri="{FF2B5EF4-FFF2-40B4-BE49-F238E27FC236}">
                <a16:creationId xmlns:a16="http://schemas.microsoft.com/office/drawing/2014/main" id="{65CC27E4-642A-4942-9638-E374408040A6}"/>
              </a:ext>
            </a:extLst>
          </p:cNvPr>
          <p:cNvGrpSpPr>
            <a:grpSpLocks noChangeAspect="1"/>
          </p:cNvGrpSpPr>
          <p:nvPr/>
        </p:nvGrpSpPr>
        <p:grpSpPr>
          <a:xfrm>
            <a:off x="4660820" y="1402723"/>
            <a:ext cx="362312" cy="361971"/>
            <a:chOff x="4660820" y="1402723"/>
            <a:chExt cx="362312" cy="361971"/>
          </a:xfrm>
          <a:solidFill>
            <a:srgbClr val="00ABAB"/>
          </a:solidFill>
        </p:grpSpPr>
        <p:sp>
          <p:nvSpPr>
            <p:cNvPr id="384" name="Graphic 4">
              <a:extLst>
                <a:ext uri="{FF2B5EF4-FFF2-40B4-BE49-F238E27FC236}">
                  <a16:creationId xmlns:a16="http://schemas.microsoft.com/office/drawing/2014/main" id="{6BB41EB3-6064-B848-B8A4-3DF4AA00124E}"/>
                </a:ext>
              </a:extLst>
            </p:cNvPr>
            <p:cNvSpPr/>
            <p:nvPr/>
          </p:nvSpPr>
          <p:spPr>
            <a:xfrm>
              <a:off x="4660820" y="140272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8565 h 361971"/>
                <a:gd name="connsiteX8" fmla="*/ 12780 w 362312"/>
                <a:gd name="connsiteY8" fmla="*/ 180667 h 361971"/>
                <a:gd name="connsiteX9" fmla="*/ 180835 w 362312"/>
                <a:gd name="connsiteY9" fmla="*/ 12130 h 361971"/>
                <a:gd name="connsiteX10" fmla="*/ 349529 w 362312"/>
                <a:gd name="connsiteY10" fmla="*/ 180028 h 361971"/>
                <a:gd name="connsiteX11" fmla="*/ 349529 w 362312"/>
                <a:gd name="connsiteY11" fmla="*/ 180028 h 361971"/>
                <a:gd name="connsiteX12" fmla="*/ 181474 w 362312"/>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0438"/>
                    <a:pt x="281796" y="0"/>
                    <a:pt x="181474" y="0"/>
                  </a:cubicBezTo>
                  <a:lnTo>
                    <a:pt x="181474" y="0"/>
                  </a:lnTo>
                  <a:close/>
                  <a:moveTo>
                    <a:pt x="181474" y="348565"/>
                  </a:moveTo>
                  <a:cubicBezTo>
                    <a:pt x="88181" y="348565"/>
                    <a:pt x="12780" y="273234"/>
                    <a:pt x="12780" y="180667"/>
                  </a:cubicBezTo>
                  <a:cubicBezTo>
                    <a:pt x="12780" y="88099"/>
                    <a:pt x="88181" y="12130"/>
                    <a:pt x="180835" y="12130"/>
                  </a:cubicBezTo>
                  <a:cubicBezTo>
                    <a:pt x="274128" y="12130"/>
                    <a:pt x="349529" y="87461"/>
                    <a:pt x="349529" y="180028"/>
                  </a:cubicBezTo>
                  <a:cubicBezTo>
                    <a:pt x="349529" y="180028"/>
                    <a:pt x="349529" y="180028"/>
                    <a:pt x="349529" y="180028"/>
                  </a:cubicBezTo>
                  <a:cubicBezTo>
                    <a:pt x="349529" y="273234"/>
                    <a:pt x="274767" y="348565"/>
                    <a:pt x="181474" y="348565"/>
                  </a:cubicBezTo>
                  <a:close/>
                </a:path>
              </a:pathLst>
            </a:custGeom>
            <a:solidFill>
              <a:srgbClr val="00ABAB"/>
            </a:solidFill>
            <a:ln w="6390" cap="flat">
              <a:noFill/>
              <a:prstDash val="solid"/>
              <a:miter/>
            </a:ln>
          </p:spPr>
          <p:txBody>
            <a:bodyPr rtlCol="0" anchor="ctr"/>
            <a:lstStyle/>
            <a:p>
              <a:endParaRPr lang="en-US"/>
            </a:p>
          </p:txBody>
        </p:sp>
        <p:sp>
          <p:nvSpPr>
            <p:cNvPr id="385" name="Graphic 4">
              <a:extLst>
                <a:ext uri="{FF2B5EF4-FFF2-40B4-BE49-F238E27FC236}">
                  <a16:creationId xmlns:a16="http://schemas.microsoft.com/office/drawing/2014/main" id="{518A25AD-3645-2F46-B012-3AE46D174F7D}"/>
                </a:ext>
              </a:extLst>
            </p:cNvPr>
            <p:cNvSpPr/>
            <p:nvPr/>
          </p:nvSpPr>
          <p:spPr>
            <a:xfrm>
              <a:off x="4802425" y="1527211"/>
              <a:ext cx="80375" cy="178113"/>
            </a:xfrm>
            <a:custGeom>
              <a:avLst/>
              <a:gdLst>
                <a:gd name="connsiteX0" fmla="*/ 54565 w 80375"/>
                <a:gd name="connsiteY0" fmla="*/ 5107 h 178113"/>
                <a:gd name="connsiteX1" fmla="*/ 48175 w 80375"/>
                <a:gd name="connsiteY1" fmla="*/ 0 h 178113"/>
                <a:gd name="connsiteX2" fmla="*/ 31561 w 80375"/>
                <a:gd name="connsiteY2" fmla="*/ 0 h 178113"/>
                <a:gd name="connsiteX3" fmla="*/ 25172 w 80375"/>
                <a:gd name="connsiteY3" fmla="*/ 5107 h 178113"/>
                <a:gd name="connsiteX4" fmla="*/ 251 w 80375"/>
                <a:gd name="connsiteY4" fmla="*/ 104059 h 178113"/>
                <a:gd name="connsiteX5" fmla="*/ 1529 w 80375"/>
                <a:gd name="connsiteY5" fmla="*/ 109804 h 178113"/>
                <a:gd name="connsiteX6" fmla="*/ 6641 w 80375"/>
                <a:gd name="connsiteY6" fmla="*/ 112358 h 178113"/>
                <a:gd name="connsiteX7" fmla="*/ 16865 w 80375"/>
                <a:gd name="connsiteY7" fmla="*/ 112358 h 178113"/>
                <a:gd name="connsiteX8" fmla="*/ 16865 w 80375"/>
                <a:gd name="connsiteY8" fmla="*/ 171729 h 178113"/>
                <a:gd name="connsiteX9" fmla="*/ 23255 w 80375"/>
                <a:gd name="connsiteY9" fmla="*/ 178113 h 178113"/>
                <a:gd name="connsiteX10" fmla="*/ 29645 w 80375"/>
                <a:gd name="connsiteY10" fmla="*/ 171729 h 178113"/>
                <a:gd name="connsiteX11" fmla="*/ 29645 w 80375"/>
                <a:gd name="connsiteY11" fmla="*/ 112358 h 178113"/>
                <a:gd name="connsiteX12" fmla="*/ 50092 w 80375"/>
                <a:gd name="connsiteY12" fmla="*/ 112358 h 178113"/>
                <a:gd name="connsiteX13" fmla="*/ 50092 w 80375"/>
                <a:gd name="connsiteY13" fmla="*/ 171729 h 178113"/>
                <a:gd name="connsiteX14" fmla="*/ 56482 w 80375"/>
                <a:gd name="connsiteY14" fmla="*/ 178113 h 178113"/>
                <a:gd name="connsiteX15" fmla="*/ 62872 w 80375"/>
                <a:gd name="connsiteY15" fmla="*/ 171729 h 178113"/>
                <a:gd name="connsiteX16" fmla="*/ 62872 w 80375"/>
                <a:gd name="connsiteY16" fmla="*/ 112358 h 178113"/>
                <a:gd name="connsiteX17" fmla="*/ 73735 w 80375"/>
                <a:gd name="connsiteY17" fmla="*/ 112358 h 178113"/>
                <a:gd name="connsiteX18" fmla="*/ 78847 w 80375"/>
                <a:gd name="connsiteY18" fmla="*/ 109804 h 178113"/>
                <a:gd name="connsiteX19" fmla="*/ 80125 w 80375"/>
                <a:gd name="connsiteY19" fmla="*/ 104059 h 178113"/>
                <a:gd name="connsiteX20" fmla="*/ 54565 w 80375"/>
                <a:gd name="connsiteY20" fmla="*/ 5107 h 178113"/>
                <a:gd name="connsiteX21" fmla="*/ 14948 w 80375"/>
                <a:gd name="connsiteY21" fmla="*/ 98952 h 178113"/>
                <a:gd name="connsiteX22" fmla="*/ 36673 w 80375"/>
                <a:gd name="connsiteY22" fmla="*/ 12768 h 178113"/>
                <a:gd name="connsiteX23" fmla="*/ 43063 w 80375"/>
                <a:gd name="connsiteY23" fmla="*/ 12768 h 178113"/>
                <a:gd name="connsiteX24" fmla="*/ 64789 w 80375"/>
                <a:gd name="connsiteY24" fmla="*/ 98952 h 178113"/>
                <a:gd name="connsiteX25" fmla="*/ 14948 w 80375"/>
                <a:gd name="connsiteY25" fmla="*/ 98952 h 178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0375" h="178113">
                  <a:moveTo>
                    <a:pt x="54565" y="5107"/>
                  </a:moveTo>
                  <a:cubicBezTo>
                    <a:pt x="53926" y="1915"/>
                    <a:pt x="51370" y="0"/>
                    <a:pt x="48175" y="0"/>
                  </a:cubicBezTo>
                  <a:lnTo>
                    <a:pt x="31561" y="0"/>
                  </a:lnTo>
                  <a:cubicBezTo>
                    <a:pt x="28366" y="0"/>
                    <a:pt x="25810" y="1915"/>
                    <a:pt x="25172" y="5107"/>
                  </a:cubicBezTo>
                  <a:lnTo>
                    <a:pt x="251" y="104059"/>
                  </a:lnTo>
                  <a:cubicBezTo>
                    <a:pt x="-388" y="105974"/>
                    <a:pt x="251" y="107889"/>
                    <a:pt x="1529" y="109804"/>
                  </a:cubicBezTo>
                  <a:cubicBezTo>
                    <a:pt x="2807" y="111081"/>
                    <a:pt x="4724" y="112358"/>
                    <a:pt x="6641" y="112358"/>
                  </a:cubicBezTo>
                  <a:lnTo>
                    <a:pt x="16865" y="112358"/>
                  </a:lnTo>
                  <a:lnTo>
                    <a:pt x="16865" y="171729"/>
                  </a:lnTo>
                  <a:cubicBezTo>
                    <a:pt x="16865" y="175560"/>
                    <a:pt x="19420" y="178113"/>
                    <a:pt x="23255" y="178113"/>
                  </a:cubicBezTo>
                  <a:cubicBezTo>
                    <a:pt x="27088" y="178113"/>
                    <a:pt x="29645" y="175560"/>
                    <a:pt x="29645" y="171729"/>
                  </a:cubicBezTo>
                  <a:lnTo>
                    <a:pt x="29645" y="112358"/>
                  </a:lnTo>
                  <a:lnTo>
                    <a:pt x="50092" y="112358"/>
                  </a:lnTo>
                  <a:lnTo>
                    <a:pt x="50092" y="171729"/>
                  </a:lnTo>
                  <a:cubicBezTo>
                    <a:pt x="50092" y="175560"/>
                    <a:pt x="52648" y="178113"/>
                    <a:pt x="56482" y="178113"/>
                  </a:cubicBezTo>
                  <a:cubicBezTo>
                    <a:pt x="60316" y="178113"/>
                    <a:pt x="62872" y="175560"/>
                    <a:pt x="62872" y="171729"/>
                  </a:cubicBezTo>
                  <a:lnTo>
                    <a:pt x="62872" y="112358"/>
                  </a:lnTo>
                  <a:lnTo>
                    <a:pt x="73735" y="112358"/>
                  </a:lnTo>
                  <a:cubicBezTo>
                    <a:pt x="75652" y="112358"/>
                    <a:pt x="77569" y="111720"/>
                    <a:pt x="78847" y="109804"/>
                  </a:cubicBezTo>
                  <a:cubicBezTo>
                    <a:pt x="80125" y="108528"/>
                    <a:pt x="80764" y="105974"/>
                    <a:pt x="80125" y="104059"/>
                  </a:cubicBezTo>
                  <a:lnTo>
                    <a:pt x="54565" y="5107"/>
                  </a:lnTo>
                  <a:close/>
                  <a:moveTo>
                    <a:pt x="14948" y="98952"/>
                  </a:moveTo>
                  <a:lnTo>
                    <a:pt x="36673" y="12768"/>
                  </a:lnTo>
                  <a:lnTo>
                    <a:pt x="43063" y="12768"/>
                  </a:lnTo>
                  <a:lnTo>
                    <a:pt x="64789" y="98952"/>
                  </a:lnTo>
                  <a:lnTo>
                    <a:pt x="14948" y="98952"/>
                  </a:lnTo>
                  <a:close/>
                </a:path>
              </a:pathLst>
            </a:custGeom>
            <a:solidFill>
              <a:srgbClr val="00ABAB"/>
            </a:solidFill>
            <a:ln w="6390" cap="flat">
              <a:noFill/>
              <a:prstDash val="solid"/>
              <a:miter/>
            </a:ln>
          </p:spPr>
          <p:txBody>
            <a:bodyPr rtlCol="0" anchor="ctr"/>
            <a:lstStyle/>
            <a:p>
              <a:endParaRPr lang="en-US"/>
            </a:p>
          </p:txBody>
        </p:sp>
        <p:sp>
          <p:nvSpPr>
            <p:cNvPr id="386" name="Graphic 4">
              <a:extLst>
                <a:ext uri="{FF2B5EF4-FFF2-40B4-BE49-F238E27FC236}">
                  <a16:creationId xmlns:a16="http://schemas.microsoft.com/office/drawing/2014/main" id="{2D436350-5388-7447-8E61-4F839C9FD7DC}"/>
                </a:ext>
              </a:extLst>
            </p:cNvPr>
            <p:cNvSpPr/>
            <p:nvPr/>
          </p:nvSpPr>
          <p:spPr>
            <a:xfrm>
              <a:off x="4819290" y="1461456"/>
              <a:ext cx="46007" cy="45964"/>
            </a:xfrm>
            <a:custGeom>
              <a:avLst/>
              <a:gdLst>
                <a:gd name="connsiteX0" fmla="*/ 23004 w 46007"/>
                <a:gd name="connsiteY0" fmla="*/ 45965 h 45964"/>
                <a:gd name="connsiteX1" fmla="*/ 46008 w 46007"/>
                <a:gd name="connsiteY1" fmla="*/ 22982 h 45964"/>
                <a:gd name="connsiteX2" fmla="*/ 23004 w 46007"/>
                <a:gd name="connsiteY2" fmla="*/ 0 h 45964"/>
                <a:gd name="connsiteX3" fmla="*/ 0 w 46007"/>
                <a:gd name="connsiteY3" fmla="*/ 22982 h 45964"/>
                <a:gd name="connsiteX4" fmla="*/ 23004 w 46007"/>
                <a:gd name="connsiteY4" fmla="*/ 45965 h 45964"/>
                <a:gd name="connsiteX5" fmla="*/ 23004 w 46007"/>
                <a:gd name="connsiteY5" fmla="*/ 45965 h 45964"/>
                <a:gd name="connsiteX6" fmla="*/ 23004 w 46007"/>
                <a:gd name="connsiteY6" fmla="*/ 12768 h 45964"/>
                <a:gd name="connsiteX7" fmla="*/ 33228 w 46007"/>
                <a:gd name="connsiteY7" fmla="*/ 22982 h 45964"/>
                <a:gd name="connsiteX8" fmla="*/ 23004 w 46007"/>
                <a:gd name="connsiteY8" fmla="*/ 33197 h 45964"/>
                <a:gd name="connsiteX9" fmla="*/ 12780 w 46007"/>
                <a:gd name="connsiteY9" fmla="*/ 22982 h 45964"/>
                <a:gd name="connsiteX10" fmla="*/ 12780 w 46007"/>
                <a:gd name="connsiteY10" fmla="*/ 22982 h 45964"/>
                <a:gd name="connsiteX11" fmla="*/ 23004 w 46007"/>
                <a:gd name="connsiteY11" fmla="*/ 12768 h 45964"/>
                <a:gd name="connsiteX12" fmla="*/ 23004 w 46007"/>
                <a:gd name="connsiteY12" fmla="*/ 12768 h 45964"/>
                <a:gd name="connsiteX13" fmla="*/ 23004 w 46007"/>
                <a:gd name="connsiteY13" fmla="*/ 12768 h 45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007" h="45964">
                  <a:moveTo>
                    <a:pt x="23004" y="45965"/>
                  </a:moveTo>
                  <a:cubicBezTo>
                    <a:pt x="35783" y="45965"/>
                    <a:pt x="46008" y="35750"/>
                    <a:pt x="46008" y="22982"/>
                  </a:cubicBezTo>
                  <a:cubicBezTo>
                    <a:pt x="46008" y="10214"/>
                    <a:pt x="35783" y="0"/>
                    <a:pt x="23004" y="0"/>
                  </a:cubicBezTo>
                  <a:cubicBezTo>
                    <a:pt x="10224" y="0"/>
                    <a:pt x="0" y="10214"/>
                    <a:pt x="0" y="22982"/>
                  </a:cubicBezTo>
                  <a:cubicBezTo>
                    <a:pt x="0" y="35750"/>
                    <a:pt x="10224" y="45965"/>
                    <a:pt x="23004" y="45965"/>
                  </a:cubicBezTo>
                  <a:cubicBezTo>
                    <a:pt x="23004" y="45965"/>
                    <a:pt x="23004" y="45965"/>
                    <a:pt x="23004" y="45965"/>
                  </a:cubicBezTo>
                  <a:close/>
                  <a:moveTo>
                    <a:pt x="23004" y="12768"/>
                  </a:moveTo>
                  <a:cubicBezTo>
                    <a:pt x="28755" y="12768"/>
                    <a:pt x="33228" y="17237"/>
                    <a:pt x="33228" y="22982"/>
                  </a:cubicBezTo>
                  <a:cubicBezTo>
                    <a:pt x="33228" y="28728"/>
                    <a:pt x="28755" y="33197"/>
                    <a:pt x="23004" y="33197"/>
                  </a:cubicBezTo>
                  <a:cubicBezTo>
                    <a:pt x="17253" y="33197"/>
                    <a:pt x="12780" y="28728"/>
                    <a:pt x="12780" y="22982"/>
                  </a:cubicBezTo>
                  <a:cubicBezTo>
                    <a:pt x="12780" y="22982"/>
                    <a:pt x="12780" y="22982"/>
                    <a:pt x="12780" y="22982"/>
                  </a:cubicBezTo>
                  <a:cubicBezTo>
                    <a:pt x="12780" y="17237"/>
                    <a:pt x="17253" y="12768"/>
                    <a:pt x="23004" y="12768"/>
                  </a:cubicBezTo>
                  <a:cubicBezTo>
                    <a:pt x="23004" y="12768"/>
                    <a:pt x="23004" y="12768"/>
                    <a:pt x="23004" y="12768"/>
                  </a:cubicBezTo>
                  <a:lnTo>
                    <a:pt x="23004" y="12768"/>
                  </a:lnTo>
                  <a:close/>
                </a:path>
              </a:pathLst>
            </a:custGeom>
            <a:solidFill>
              <a:srgbClr val="00ABAB"/>
            </a:solidFill>
            <a:ln w="6390" cap="flat">
              <a:noFill/>
              <a:prstDash val="solid"/>
              <a:miter/>
            </a:ln>
          </p:spPr>
          <p:txBody>
            <a:bodyPr rtlCol="0" anchor="ctr"/>
            <a:lstStyle/>
            <a:p>
              <a:endParaRPr lang="en-US"/>
            </a:p>
          </p:txBody>
        </p:sp>
      </p:grpSp>
      <p:grpSp>
        <p:nvGrpSpPr>
          <p:cNvPr id="387" name="Graphic 4">
            <a:extLst>
              <a:ext uri="{FF2B5EF4-FFF2-40B4-BE49-F238E27FC236}">
                <a16:creationId xmlns:a16="http://schemas.microsoft.com/office/drawing/2014/main" id="{435B0779-C23F-194E-B0E4-2DEB31C248A4}"/>
              </a:ext>
            </a:extLst>
          </p:cNvPr>
          <p:cNvGrpSpPr>
            <a:grpSpLocks noChangeAspect="1"/>
          </p:cNvGrpSpPr>
          <p:nvPr/>
        </p:nvGrpSpPr>
        <p:grpSpPr>
          <a:xfrm>
            <a:off x="5708130" y="3824168"/>
            <a:ext cx="362313" cy="361971"/>
            <a:chOff x="5708130" y="3824168"/>
            <a:chExt cx="362313" cy="361971"/>
          </a:xfrm>
          <a:solidFill>
            <a:srgbClr val="00ABAB"/>
          </a:solidFill>
        </p:grpSpPr>
        <p:sp>
          <p:nvSpPr>
            <p:cNvPr id="388" name="Graphic 4">
              <a:extLst>
                <a:ext uri="{FF2B5EF4-FFF2-40B4-BE49-F238E27FC236}">
                  <a16:creationId xmlns:a16="http://schemas.microsoft.com/office/drawing/2014/main" id="{13FB9122-9551-B347-9902-1BDE5C369560}"/>
                </a:ext>
              </a:extLst>
            </p:cNvPr>
            <p:cNvSpPr/>
            <p:nvPr/>
          </p:nvSpPr>
          <p:spPr>
            <a:xfrm>
              <a:off x="5708130" y="3824168"/>
              <a:ext cx="362313" cy="361971"/>
            </a:xfrm>
            <a:custGeom>
              <a:avLst/>
              <a:gdLst>
                <a:gd name="connsiteX0" fmla="*/ 181474 w 362313"/>
                <a:gd name="connsiteY0" fmla="*/ 0 h 361971"/>
                <a:gd name="connsiteX1" fmla="*/ 0 w 362313"/>
                <a:gd name="connsiteY1" fmla="*/ 180667 h 361971"/>
                <a:gd name="connsiteX2" fmla="*/ 180835 w 362313"/>
                <a:gd name="connsiteY2" fmla="*/ 361971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6"/>
                    <a:pt x="0" y="180667"/>
                  </a:cubicBezTo>
                  <a:cubicBezTo>
                    <a:pt x="0" y="280257"/>
                    <a:pt x="81152" y="361971"/>
                    <a:pt x="180835" y="361971"/>
                  </a:cubicBezTo>
                  <a:cubicBezTo>
                    <a:pt x="280518" y="361971"/>
                    <a:pt x="362310" y="280895"/>
                    <a:pt x="362310" y="181305"/>
                  </a:cubicBezTo>
                  <a:lnTo>
                    <a:pt x="362310" y="181305"/>
                  </a:lnTo>
                  <a:cubicBezTo>
                    <a:pt x="362948" y="81076"/>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lnTo>
                    <a:pt x="349530" y="180667"/>
                  </a:lnTo>
                  <a:cubicBezTo>
                    <a:pt x="349530" y="273873"/>
                    <a:pt x="274767"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389" name="Graphic 4">
              <a:extLst>
                <a:ext uri="{FF2B5EF4-FFF2-40B4-BE49-F238E27FC236}">
                  <a16:creationId xmlns:a16="http://schemas.microsoft.com/office/drawing/2014/main" id="{19B9E650-1EE5-7440-A493-12BD1EB5F09F}"/>
                </a:ext>
              </a:extLst>
            </p:cNvPr>
            <p:cNvSpPr/>
            <p:nvPr/>
          </p:nvSpPr>
          <p:spPr>
            <a:xfrm>
              <a:off x="5793138" y="3908436"/>
              <a:ext cx="195028" cy="194711"/>
            </a:xfrm>
            <a:custGeom>
              <a:avLst/>
              <a:gdLst>
                <a:gd name="connsiteX0" fmla="*/ 190398 w 195028"/>
                <a:gd name="connsiteY0" fmla="*/ 182582 h 194711"/>
                <a:gd name="connsiteX1" fmla="*/ 158449 w 195028"/>
                <a:gd name="connsiteY1" fmla="*/ 174921 h 194711"/>
                <a:gd name="connsiteX2" fmla="*/ 140557 w 195028"/>
                <a:gd name="connsiteY2" fmla="*/ 171729 h 194711"/>
                <a:gd name="connsiteX3" fmla="*/ 130972 w 195028"/>
                <a:gd name="connsiteY3" fmla="*/ 156408 h 194711"/>
                <a:gd name="connsiteX4" fmla="*/ 180174 w 195028"/>
                <a:gd name="connsiteY4" fmla="*/ 156408 h 194711"/>
                <a:gd name="connsiteX5" fmla="*/ 185925 w 195028"/>
                <a:gd name="connsiteY5" fmla="*/ 152577 h 194711"/>
                <a:gd name="connsiteX6" fmla="*/ 184647 w 195028"/>
                <a:gd name="connsiteY6" fmla="*/ 145555 h 194711"/>
                <a:gd name="connsiteX7" fmla="*/ 163561 w 195028"/>
                <a:gd name="connsiteY7" fmla="*/ 67032 h 194711"/>
                <a:gd name="connsiteX8" fmla="*/ 117553 w 195028"/>
                <a:gd name="connsiteY8" fmla="*/ 3192 h 194711"/>
                <a:gd name="connsiteX9" fmla="*/ 97105 w 195028"/>
                <a:gd name="connsiteY9" fmla="*/ 0 h 194711"/>
                <a:gd name="connsiteX10" fmla="*/ 95827 w 195028"/>
                <a:gd name="connsiteY10" fmla="*/ 0 h 194711"/>
                <a:gd name="connsiteX11" fmla="*/ 72823 w 195028"/>
                <a:gd name="connsiteY11" fmla="*/ 3831 h 194711"/>
                <a:gd name="connsiteX12" fmla="*/ 29372 w 195028"/>
                <a:gd name="connsiteY12" fmla="*/ 67032 h 194711"/>
                <a:gd name="connsiteX13" fmla="*/ 8924 w 195028"/>
                <a:gd name="connsiteY13" fmla="*/ 145555 h 194711"/>
                <a:gd name="connsiteX14" fmla="*/ 7646 w 195028"/>
                <a:gd name="connsiteY14" fmla="*/ 152577 h 194711"/>
                <a:gd name="connsiteX15" fmla="*/ 13397 w 195028"/>
                <a:gd name="connsiteY15" fmla="*/ 156408 h 194711"/>
                <a:gd name="connsiteX16" fmla="*/ 61960 w 195028"/>
                <a:gd name="connsiteY16" fmla="*/ 156408 h 194711"/>
                <a:gd name="connsiteX17" fmla="*/ 52376 w 195028"/>
                <a:gd name="connsiteY17" fmla="*/ 171729 h 194711"/>
                <a:gd name="connsiteX18" fmla="*/ 35123 w 195028"/>
                <a:gd name="connsiteY18" fmla="*/ 174921 h 194711"/>
                <a:gd name="connsiteX19" fmla="*/ 3173 w 195028"/>
                <a:gd name="connsiteY19" fmla="*/ 182582 h 194711"/>
                <a:gd name="connsiteX20" fmla="*/ 617 w 195028"/>
                <a:gd name="connsiteY20" fmla="*/ 191519 h 194711"/>
                <a:gd name="connsiteX21" fmla="*/ 9563 w 195028"/>
                <a:gd name="connsiteY21" fmla="*/ 194073 h 194711"/>
                <a:gd name="connsiteX22" fmla="*/ 37040 w 195028"/>
                <a:gd name="connsiteY22" fmla="*/ 187689 h 194711"/>
                <a:gd name="connsiteX23" fmla="*/ 59405 w 195028"/>
                <a:gd name="connsiteY23" fmla="*/ 183220 h 194711"/>
                <a:gd name="connsiteX24" fmla="*/ 76657 w 195028"/>
                <a:gd name="connsiteY24" fmla="*/ 154492 h 194711"/>
                <a:gd name="connsiteX25" fmla="*/ 76018 w 195028"/>
                <a:gd name="connsiteY25" fmla="*/ 128957 h 194711"/>
                <a:gd name="connsiteX26" fmla="*/ 57487 w 195028"/>
                <a:gd name="connsiteY26" fmla="*/ 84907 h 194711"/>
                <a:gd name="connsiteX27" fmla="*/ 54292 w 195028"/>
                <a:gd name="connsiteY27" fmla="*/ 64478 h 194711"/>
                <a:gd name="connsiteX28" fmla="*/ 97744 w 195028"/>
                <a:gd name="connsiteY28" fmla="*/ 32559 h 194711"/>
                <a:gd name="connsiteX29" fmla="*/ 141196 w 195028"/>
                <a:gd name="connsiteY29" fmla="*/ 64478 h 194711"/>
                <a:gd name="connsiteX30" fmla="*/ 138001 w 195028"/>
                <a:gd name="connsiteY30" fmla="*/ 84907 h 194711"/>
                <a:gd name="connsiteX31" fmla="*/ 119470 w 195028"/>
                <a:gd name="connsiteY31" fmla="*/ 128957 h 194711"/>
                <a:gd name="connsiteX32" fmla="*/ 118831 w 195028"/>
                <a:gd name="connsiteY32" fmla="*/ 154492 h 194711"/>
                <a:gd name="connsiteX33" fmla="*/ 136084 w 195028"/>
                <a:gd name="connsiteY33" fmla="*/ 183220 h 194711"/>
                <a:gd name="connsiteX34" fmla="*/ 158449 w 195028"/>
                <a:gd name="connsiteY34" fmla="*/ 187689 h 194711"/>
                <a:gd name="connsiteX35" fmla="*/ 185925 w 195028"/>
                <a:gd name="connsiteY35" fmla="*/ 194073 h 194711"/>
                <a:gd name="connsiteX36" fmla="*/ 189120 w 195028"/>
                <a:gd name="connsiteY36" fmla="*/ 194711 h 194711"/>
                <a:gd name="connsiteX37" fmla="*/ 194871 w 195028"/>
                <a:gd name="connsiteY37" fmla="*/ 191519 h 194711"/>
                <a:gd name="connsiteX38" fmla="*/ 190398 w 195028"/>
                <a:gd name="connsiteY38" fmla="*/ 182582 h 194711"/>
                <a:gd name="connsiteX39" fmla="*/ 190398 w 195028"/>
                <a:gd name="connsiteY39" fmla="*/ 182582 h 194711"/>
                <a:gd name="connsiteX40" fmla="*/ 64517 w 195028"/>
                <a:gd name="connsiteY40" fmla="*/ 135341 h 194711"/>
                <a:gd name="connsiteX41" fmla="*/ 64517 w 195028"/>
                <a:gd name="connsiteY41" fmla="*/ 143640 h 194711"/>
                <a:gd name="connsiteX42" fmla="*/ 25538 w 195028"/>
                <a:gd name="connsiteY42" fmla="*/ 143640 h 194711"/>
                <a:gd name="connsiteX43" fmla="*/ 42152 w 195028"/>
                <a:gd name="connsiteY43" fmla="*/ 78523 h 194711"/>
                <a:gd name="connsiteX44" fmla="*/ 44069 w 195028"/>
                <a:gd name="connsiteY44" fmla="*/ 87461 h 194711"/>
                <a:gd name="connsiteX45" fmla="*/ 64517 w 195028"/>
                <a:gd name="connsiteY45" fmla="*/ 135341 h 194711"/>
                <a:gd name="connsiteX46" fmla="*/ 53015 w 195028"/>
                <a:gd name="connsiteY46" fmla="*/ 51710 h 194711"/>
                <a:gd name="connsiteX47" fmla="*/ 62600 w 195028"/>
                <a:gd name="connsiteY47" fmla="*/ 26175 h 194711"/>
                <a:gd name="connsiteX48" fmla="*/ 77935 w 195028"/>
                <a:gd name="connsiteY48" fmla="*/ 15960 h 194711"/>
                <a:gd name="connsiteX49" fmla="*/ 90076 w 195028"/>
                <a:gd name="connsiteY49" fmla="*/ 13407 h 194711"/>
                <a:gd name="connsiteX50" fmla="*/ 53015 w 195028"/>
                <a:gd name="connsiteY50" fmla="*/ 51710 h 194711"/>
                <a:gd name="connsiteX51" fmla="*/ 53015 w 195028"/>
                <a:gd name="connsiteY51" fmla="*/ 51710 h 194711"/>
                <a:gd name="connsiteX52" fmla="*/ 103495 w 195028"/>
                <a:gd name="connsiteY52" fmla="*/ 12768 h 194711"/>
                <a:gd name="connsiteX53" fmla="*/ 113719 w 195028"/>
                <a:gd name="connsiteY53" fmla="*/ 14683 h 194711"/>
                <a:gd name="connsiteX54" fmla="*/ 130333 w 195028"/>
                <a:gd name="connsiteY54" fmla="*/ 25536 h 194711"/>
                <a:gd name="connsiteX55" fmla="*/ 139918 w 195028"/>
                <a:gd name="connsiteY55" fmla="*/ 51072 h 194711"/>
                <a:gd name="connsiteX56" fmla="*/ 103495 w 195028"/>
                <a:gd name="connsiteY56" fmla="*/ 12768 h 194711"/>
                <a:gd name="connsiteX57" fmla="*/ 103495 w 195028"/>
                <a:gd name="connsiteY57" fmla="*/ 12768 h 194711"/>
                <a:gd name="connsiteX58" fmla="*/ 128416 w 195028"/>
                <a:gd name="connsiteY58" fmla="*/ 135341 h 194711"/>
                <a:gd name="connsiteX59" fmla="*/ 148864 w 195028"/>
                <a:gd name="connsiteY59" fmla="*/ 87461 h 194711"/>
                <a:gd name="connsiteX60" fmla="*/ 150781 w 195028"/>
                <a:gd name="connsiteY60" fmla="*/ 77246 h 194711"/>
                <a:gd name="connsiteX61" fmla="*/ 167394 w 195028"/>
                <a:gd name="connsiteY61" fmla="*/ 143640 h 194711"/>
                <a:gd name="connsiteX62" fmla="*/ 127777 w 195028"/>
                <a:gd name="connsiteY62" fmla="*/ 143640 h 194711"/>
                <a:gd name="connsiteX63" fmla="*/ 128416 w 195028"/>
                <a:gd name="connsiteY63" fmla="*/ 135341 h 194711"/>
                <a:gd name="connsiteX64" fmla="*/ 128416 w 195028"/>
                <a:gd name="connsiteY64" fmla="*/ 135341 h 194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95028" h="194711">
                  <a:moveTo>
                    <a:pt x="190398" y="182582"/>
                  </a:moveTo>
                  <a:cubicBezTo>
                    <a:pt x="180174" y="178113"/>
                    <a:pt x="169311" y="175560"/>
                    <a:pt x="158449" y="174921"/>
                  </a:cubicBezTo>
                  <a:cubicBezTo>
                    <a:pt x="152698" y="174921"/>
                    <a:pt x="146308" y="173644"/>
                    <a:pt x="140557" y="171729"/>
                  </a:cubicBezTo>
                  <a:cubicBezTo>
                    <a:pt x="136084" y="167899"/>
                    <a:pt x="132250" y="162792"/>
                    <a:pt x="130972" y="156408"/>
                  </a:cubicBezTo>
                  <a:lnTo>
                    <a:pt x="180174" y="156408"/>
                  </a:lnTo>
                  <a:cubicBezTo>
                    <a:pt x="182730" y="156408"/>
                    <a:pt x="185286" y="154492"/>
                    <a:pt x="185925" y="152577"/>
                  </a:cubicBezTo>
                  <a:cubicBezTo>
                    <a:pt x="187203" y="150024"/>
                    <a:pt x="186564" y="147470"/>
                    <a:pt x="184647" y="145555"/>
                  </a:cubicBezTo>
                  <a:cubicBezTo>
                    <a:pt x="184647" y="145555"/>
                    <a:pt x="163561" y="124488"/>
                    <a:pt x="163561" y="67032"/>
                  </a:cubicBezTo>
                  <a:cubicBezTo>
                    <a:pt x="165478" y="37666"/>
                    <a:pt x="146308" y="10215"/>
                    <a:pt x="117553" y="3192"/>
                  </a:cubicBezTo>
                  <a:cubicBezTo>
                    <a:pt x="111163" y="1277"/>
                    <a:pt x="104134" y="0"/>
                    <a:pt x="97105" y="0"/>
                  </a:cubicBezTo>
                  <a:lnTo>
                    <a:pt x="95827" y="0"/>
                  </a:lnTo>
                  <a:cubicBezTo>
                    <a:pt x="88159" y="0"/>
                    <a:pt x="80491" y="1277"/>
                    <a:pt x="72823" y="3831"/>
                  </a:cubicBezTo>
                  <a:cubicBezTo>
                    <a:pt x="45347" y="12130"/>
                    <a:pt x="26816" y="38304"/>
                    <a:pt x="29372" y="67032"/>
                  </a:cubicBezTo>
                  <a:cubicBezTo>
                    <a:pt x="29372" y="125126"/>
                    <a:pt x="8924" y="145555"/>
                    <a:pt x="8924" y="145555"/>
                  </a:cubicBezTo>
                  <a:cubicBezTo>
                    <a:pt x="7007" y="147470"/>
                    <a:pt x="6368" y="150024"/>
                    <a:pt x="7646" y="152577"/>
                  </a:cubicBezTo>
                  <a:cubicBezTo>
                    <a:pt x="8285" y="155131"/>
                    <a:pt x="10841" y="156408"/>
                    <a:pt x="13397" y="156408"/>
                  </a:cubicBezTo>
                  <a:lnTo>
                    <a:pt x="61960" y="156408"/>
                  </a:lnTo>
                  <a:cubicBezTo>
                    <a:pt x="60682" y="162153"/>
                    <a:pt x="57487" y="167899"/>
                    <a:pt x="52376" y="171729"/>
                  </a:cubicBezTo>
                  <a:cubicBezTo>
                    <a:pt x="46625" y="173644"/>
                    <a:pt x="40874" y="174921"/>
                    <a:pt x="35123" y="174921"/>
                  </a:cubicBezTo>
                  <a:cubicBezTo>
                    <a:pt x="24260" y="175560"/>
                    <a:pt x="13397" y="178113"/>
                    <a:pt x="3173" y="182582"/>
                  </a:cubicBezTo>
                  <a:cubicBezTo>
                    <a:pt x="-22" y="184497"/>
                    <a:pt x="-661" y="188327"/>
                    <a:pt x="617" y="191519"/>
                  </a:cubicBezTo>
                  <a:cubicBezTo>
                    <a:pt x="1895" y="194711"/>
                    <a:pt x="6368" y="195350"/>
                    <a:pt x="9563" y="194073"/>
                  </a:cubicBezTo>
                  <a:cubicBezTo>
                    <a:pt x="18509" y="190243"/>
                    <a:pt x="27455" y="188327"/>
                    <a:pt x="37040" y="187689"/>
                  </a:cubicBezTo>
                  <a:cubicBezTo>
                    <a:pt x="44708" y="187689"/>
                    <a:pt x="52376" y="185774"/>
                    <a:pt x="59405" y="183220"/>
                  </a:cubicBezTo>
                  <a:cubicBezTo>
                    <a:pt x="70267" y="177475"/>
                    <a:pt x="75380" y="159600"/>
                    <a:pt x="76657" y="154492"/>
                  </a:cubicBezTo>
                  <a:cubicBezTo>
                    <a:pt x="77935" y="149385"/>
                    <a:pt x="80491" y="135341"/>
                    <a:pt x="76018" y="128957"/>
                  </a:cubicBezTo>
                  <a:cubicBezTo>
                    <a:pt x="67072" y="115550"/>
                    <a:pt x="60682" y="100867"/>
                    <a:pt x="57487" y="84907"/>
                  </a:cubicBezTo>
                  <a:cubicBezTo>
                    <a:pt x="56210" y="78523"/>
                    <a:pt x="54932" y="71501"/>
                    <a:pt x="54292" y="64478"/>
                  </a:cubicBezTo>
                  <a:cubicBezTo>
                    <a:pt x="72823" y="61286"/>
                    <a:pt x="89437" y="49795"/>
                    <a:pt x="97744" y="32559"/>
                  </a:cubicBezTo>
                  <a:cubicBezTo>
                    <a:pt x="106051" y="49795"/>
                    <a:pt x="122665" y="61286"/>
                    <a:pt x="141196" y="64478"/>
                  </a:cubicBezTo>
                  <a:cubicBezTo>
                    <a:pt x="140557" y="71501"/>
                    <a:pt x="139918" y="77885"/>
                    <a:pt x="138001" y="84907"/>
                  </a:cubicBezTo>
                  <a:cubicBezTo>
                    <a:pt x="134167" y="100229"/>
                    <a:pt x="127777" y="115550"/>
                    <a:pt x="119470" y="128957"/>
                  </a:cubicBezTo>
                  <a:cubicBezTo>
                    <a:pt x="114997" y="135979"/>
                    <a:pt x="117553" y="149385"/>
                    <a:pt x="118831" y="154492"/>
                  </a:cubicBezTo>
                  <a:cubicBezTo>
                    <a:pt x="120109" y="159600"/>
                    <a:pt x="125221" y="177475"/>
                    <a:pt x="136084" y="183220"/>
                  </a:cubicBezTo>
                  <a:cubicBezTo>
                    <a:pt x="143113" y="185774"/>
                    <a:pt x="150781" y="187689"/>
                    <a:pt x="158449" y="187689"/>
                  </a:cubicBezTo>
                  <a:cubicBezTo>
                    <a:pt x="168034" y="187689"/>
                    <a:pt x="176979" y="190243"/>
                    <a:pt x="185925" y="194073"/>
                  </a:cubicBezTo>
                  <a:cubicBezTo>
                    <a:pt x="186564" y="194711"/>
                    <a:pt x="187842" y="194711"/>
                    <a:pt x="189120" y="194711"/>
                  </a:cubicBezTo>
                  <a:cubicBezTo>
                    <a:pt x="191676" y="194711"/>
                    <a:pt x="193593" y="193435"/>
                    <a:pt x="194871" y="191519"/>
                  </a:cubicBezTo>
                  <a:cubicBezTo>
                    <a:pt x="195510" y="188327"/>
                    <a:pt x="194232" y="184497"/>
                    <a:pt x="190398" y="182582"/>
                  </a:cubicBezTo>
                  <a:cubicBezTo>
                    <a:pt x="191037" y="182582"/>
                    <a:pt x="191037" y="182582"/>
                    <a:pt x="190398" y="182582"/>
                  </a:cubicBezTo>
                  <a:close/>
                  <a:moveTo>
                    <a:pt x="64517" y="135341"/>
                  </a:moveTo>
                  <a:cubicBezTo>
                    <a:pt x="65155" y="137894"/>
                    <a:pt x="65155" y="141086"/>
                    <a:pt x="64517" y="143640"/>
                  </a:cubicBezTo>
                  <a:lnTo>
                    <a:pt x="25538" y="143640"/>
                  </a:lnTo>
                  <a:cubicBezTo>
                    <a:pt x="31928" y="132149"/>
                    <a:pt x="40235" y="111720"/>
                    <a:pt x="42152" y="78523"/>
                  </a:cubicBezTo>
                  <a:cubicBezTo>
                    <a:pt x="42791" y="81715"/>
                    <a:pt x="43430" y="84269"/>
                    <a:pt x="44069" y="87461"/>
                  </a:cubicBezTo>
                  <a:cubicBezTo>
                    <a:pt x="47264" y="104697"/>
                    <a:pt x="54932" y="120657"/>
                    <a:pt x="64517" y="135341"/>
                  </a:cubicBezTo>
                  <a:close/>
                  <a:moveTo>
                    <a:pt x="53015" y="51710"/>
                  </a:moveTo>
                  <a:cubicBezTo>
                    <a:pt x="53654" y="42135"/>
                    <a:pt x="56849" y="33197"/>
                    <a:pt x="62600" y="26175"/>
                  </a:cubicBezTo>
                  <a:cubicBezTo>
                    <a:pt x="66433" y="21706"/>
                    <a:pt x="72185" y="17875"/>
                    <a:pt x="77935" y="15960"/>
                  </a:cubicBezTo>
                  <a:cubicBezTo>
                    <a:pt x="81769" y="14683"/>
                    <a:pt x="86242" y="14045"/>
                    <a:pt x="90076" y="13407"/>
                  </a:cubicBezTo>
                  <a:cubicBezTo>
                    <a:pt x="86881" y="31920"/>
                    <a:pt x="72185" y="47242"/>
                    <a:pt x="53015" y="51710"/>
                  </a:cubicBezTo>
                  <a:lnTo>
                    <a:pt x="53015" y="51710"/>
                  </a:lnTo>
                  <a:close/>
                  <a:moveTo>
                    <a:pt x="103495" y="12768"/>
                  </a:moveTo>
                  <a:cubicBezTo>
                    <a:pt x="107329" y="13407"/>
                    <a:pt x="110524" y="14045"/>
                    <a:pt x="113719" y="14683"/>
                  </a:cubicBezTo>
                  <a:cubicBezTo>
                    <a:pt x="120109" y="16599"/>
                    <a:pt x="125860" y="20429"/>
                    <a:pt x="130333" y="25536"/>
                  </a:cubicBezTo>
                  <a:cubicBezTo>
                    <a:pt x="136084" y="32559"/>
                    <a:pt x="139279" y="41496"/>
                    <a:pt x="139918" y="51072"/>
                  </a:cubicBezTo>
                  <a:cubicBezTo>
                    <a:pt x="120748" y="47242"/>
                    <a:pt x="106690" y="31920"/>
                    <a:pt x="103495" y="12768"/>
                  </a:cubicBezTo>
                  <a:lnTo>
                    <a:pt x="103495" y="12768"/>
                  </a:lnTo>
                  <a:close/>
                  <a:moveTo>
                    <a:pt x="128416" y="135341"/>
                  </a:moveTo>
                  <a:cubicBezTo>
                    <a:pt x="138001" y="120657"/>
                    <a:pt x="145030" y="104059"/>
                    <a:pt x="148864" y="87461"/>
                  </a:cubicBezTo>
                  <a:cubicBezTo>
                    <a:pt x="149503" y="84269"/>
                    <a:pt x="150141" y="80438"/>
                    <a:pt x="150781" y="77246"/>
                  </a:cubicBezTo>
                  <a:cubicBezTo>
                    <a:pt x="152059" y="111081"/>
                    <a:pt x="160366" y="132149"/>
                    <a:pt x="167394" y="143640"/>
                  </a:cubicBezTo>
                  <a:lnTo>
                    <a:pt x="127777" y="143640"/>
                  </a:lnTo>
                  <a:cubicBezTo>
                    <a:pt x="127777" y="141086"/>
                    <a:pt x="127777" y="137894"/>
                    <a:pt x="128416" y="135341"/>
                  </a:cubicBezTo>
                  <a:lnTo>
                    <a:pt x="128416" y="135341"/>
                  </a:lnTo>
                  <a:close/>
                </a:path>
              </a:pathLst>
            </a:custGeom>
            <a:solidFill>
              <a:srgbClr val="00ABAB"/>
            </a:solidFill>
            <a:ln w="6390" cap="flat">
              <a:noFill/>
              <a:prstDash val="solid"/>
              <a:miter/>
            </a:ln>
          </p:spPr>
          <p:txBody>
            <a:bodyPr rtlCol="0" anchor="ctr"/>
            <a:lstStyle/>
            <a:p>
              <a:endParaRPr lang="en-US"/>
            </a:p>
          </p:txBody>
        </p:sp>
      </p:grpSp>
      <p:grpSp>
        <p:nvGrpSpPr>
          <p:cNvPr id="390" name="Graphic 4">
            <a:extLst>
              <a:ext uri="{FF2B5EF4-FFF2-40B4-BE49-F238E27FC236}">
                <a16:creationId xmlns:a16="http://schemas.microsoft.com/office/drawing/2014/main" id="{BAC60609-CC6D-EC43-BBAD-02F526F67B0A}"/>
              </a:ext>
            </a:extLst>
          </p:cNvPr>
          <p:cNvGrpSpPr>
            <a:grpSpLocks noChangeAspect="1"/>
          </p:cNvGrpSpPr>
          <p:nvPr/>
        </p:nvGrpSpPr>
        <p:grpSpPr>
          <a:xfrm>
            <a:off x="4660820" y="2371173"/>
            <a:ext cx="362312" cy="361971"/>
            <a:chOff x="4660820" y="2371173"/>
            <a:chExt cx="362312" cy="361971"/>
          </a:xfrm>
          <a:solidFill>
            <a:srgbClr val="00ABAB"/>
          </a:solidFill>
        </p:grpSpPr>
        <p:sp>
          <p:nvSpPr>
            <p:cNvPr id="391" name="Graphic 4">
              <a:extLst>
                <a:ext uri="{FF2B5EF4-FFF2-40B4-BE49-F238E27FC236}">
                  <a16:creationId xmlns:a16="http://schemas.microsoft.com/office/drawing/2014/main" id="{01892B91-4713-DF47-8907-9F03F1B02940}"/>
                </a:ext>
              </a:extLst>
            </p:cNvPr>
            <p:cNvSpPr/>
            <p:nvPr/>
          </p:nvSpPr>
          <p:spPr>
            <a:xfrm>
              <a:off x="4660820" y="237117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392" name="Graphic 4">
              <a:extLst>
                <a:ext uri="{FF2B5EF4-FFF2-40B4-BE49-F238E27FC236}">
                  <a16:creationId xmlns:a16="http://schemas.microsoft.com/office/drawing/2014/main" id="{F0D6F067-D29E-D746-8BF5-ED2839C41235}"/>
                </a:ext>
              </a:extLst>
            </p:cNvPr>
            <p:cNvSpPr/>
            <p:nvPr/>
          </p:nvSpPr>
          <p:spPr>
            <a:xfrm>
              <a:off x="4735970" y="2508429"/>
              <a:ext cx="58649" cy="146831"/>
            </a:xfrm>
            <a:custGeom>
              <a:avLst/>
              <a:gdLst>
                <a:gd name="connsiteX0" fmla="*/ 36034 w 58649"/>
                <a:gd name="connsiteY0" fmla="*/ 0 h 146831"/>
                <a:gd name="connsiteX1" fmla="*/ 21337 w 58649"/>
                <a:gd name="connsiteY1" fmla="*/ 0 h 146831"/>
                <a:gd name="connsiteX2" fmla="*/ 14948 w 58649"/>
                <a:gd name="connsiteY2" fmla="*/ 5107 h 146831"/>
                <a:gd name="connsiteX3" fmla="*/ 251 w 58649"/>
                <a:gd name="connsiteY3" fmla="*/ 79800 h 146831"/>
                <a:gd name="connsiteX4" fmla="*/ 1529 w 58649"/>
                <a:gd name="connsiteY4" fmla="*/ 84907 h 146831"/>
                <a:gd name="connsiteX5" fmla="*/ 6641 w 58649"/>
                <a:gd name="connsiteY5" fmla="*/ 87461 h 146831"/>
                <a:gd name="connsiteX6" fmla="*/ 7919 w 58649"/>
                <a:gd name="connsiteY6" fmla="*/ 87461 h 146831"/>
                <a:gd name="connsiteX7" fmla="*/ 7919 w 58649"/>
                <a:gd name="connsiteY7" fmla="*/ 140448 h 146831"/>
                <a:gd name="connsiteX8" fmla="*/ 14309 w 58649"/>
                <a:gd name="connsiteY8" fmla="*/ 146832 h 146831"/>
                <a:gd name="connsiteX9" fmla="*/ 20699 w 58649"/>
                <a:gd name="connsiteY9" fmla="*/ 140448 h 146831"/>
                <a:gd name="connsiteX10" fmla="*/ 20699 w 58649"/>
                <a:gd name="connsiteY10" fmla="*/ 87461 h 146831"/>
                <a:gd name="connsiteX11" fmla="*/ 37951 w 58649"/>
                <a:gd name="connsiteY11" fmla="*/ 87461 h 146831"/>
                <a:gd name="connsiteX12" fmla="*/ 37951 w 58649"/>
                <a:gd name="connsiteY12" fmla="*/ 140448 h 146831"/>
                <a:gd name="connsiteX13" fmla="*/ 44341 w 58649"/>
                <a:gd name="connsiteY13" fmla="*/ 146832 h 146831"/>
                <a:gd name="connsiteX14" fmla="*/ 50731 w 58649"/>
                <a:gd name="connsiteY14" fmla="*/ 140448 h 146831"/>
                <a:gd name="connsiteX15" fmla="*/ 50731 w 58649"/>
                <a:gd name="connsiteY15" fmla="*/ 87461 h 146831"/>
                <a:gd name="connsiteX16" fmla="*/ 52009 w 58649"/>
                <a:gd name="connsiteY16" fmla="*/ 87461 h 146831"/>
                <a:gd name="connsiteX17" fmla="*/ 57121 w 58649"/>
                <a:gd name="connsiteY17" fmla="*/ 84907 h 146831"/>
                <a:gd name="connsiteX18" fmla="*/ 58399 w 58649"/>
                <a:gd name="connsiteY18" fmla="*/ 79800 h 146831"/>
                <a:gd name="connsiteX19" fmla="*/ 43702 w 58649"/>
                <a:gd name="connsiteY19" fmla="*/ 5107 h 146831"/>
                <a:gd name="connsiteX20" fmla="*/ 36034 w 58649"/>
                <a:gd name="connsiteY20" fmla="*/ 0 h 146831"/>
                <a:gd name="connsiteX21" fmla="*/ 13669 w 58649"/>
                <a:gd name="connsiteY21" fmla="*/ 74693 h 146831"/>
                <a:gd name="connsiteX22" fmla="*/ 25811 w 58649"/>
                <a:gd name="connsiteY22" fmla="*/ 13406 h 146831"/>
                <a:gd name="connsiteX23" fmla="*/ 30284 w 58649"/>
                <a:gd name="connsiteY23" fmla="*/ 13406 h 146831"/>
                <a:gd name="connsiteX24" fmla="*/ 42424 w 58649"/>
                <a:gd name="connsiteY24" fmla="*/ 74693 h 146831"/>
                <a:gd name="connsiteX25" fmla="*/ 13669 w 58649"/>
                <a:gd name="connsiteY25" fmla="*/ 74693 h 146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8649" h="146831">
                  <a:moveTo>
                    <a:pt x="36034" y="0"/>
                  </a:moveTo>
                  <a:lnTo>
                    <a:pt x="21337" y="0"/>
                  </a:lnTo>
                  <a:cubicBezTo>
                    <a:pt x="18143" y="0"/>
                    <a:pt x="15586" y="1915"/>
                    <a:pt x="14948" y="5107"/>
                  </a:cubicBezTo>
                  <a:lnTo>
                    <a:pt x="251" y="79800"/>
                  </a:lnTo>
                  <a:cubicBezTo>
                    <a:pt x="-388" y="81715"/>
                    <a:pt x="251" y="83630"/>
                    <a:pt x="1529" y="84907"/>
                  </a:cubicBezTo>
                  <a:cubicBezTo>
                    <a:pt x="2807" y="86184"/>
                    <a:pt x="4724" y="87461"/>
                    <a:pt x="6641" y="87461"/>
                  </a:cubicBezTo>
                  <a:lnTo>
                    <a:pt x="7919" y="87461"/>
                  </a:lnTo>
                  <a:lnTo>
                    <a:pt x="7919" y="140448"/>
                  </a:lnTo>
                  <a:cubicBezTo>
                    <a:pt x="7919" y="144278"/>
                    <a:pt x="10475" y="146832"/>
                    <a:pt x="14309" y="146832"/>
                  </a:cubicBezTo>
                  <a:cubicBezTo>
                    <a:pt x="18143" y="146832"/>
                    <a:pt x="20699" y="144278"/>
                    <a:pt x="20699" y="140448"/>
                  </a:cubicBezTo>
                  <a:lnTo>
                    <a:pt x="20699" y="87461"/>
                  </a:lnTo>
                  <a:lnTo>
                    <a:pt x="37951" y="87461"/>
                  </a:lnTo>
                  <a:lnTo>
                    <a:pt x="37951" y="140448"/>
                  </a:lnTo>
                  <a:cubicBezTo>
                    <a:pt x="37951" y="144278"/>
                    <a:pt x="40507" y="146832"/>
                    <a:pt x="44341" y="146832"/>
                  </a:cubicBezTo>
                  <a:cubicBezTo>
                    <a:pt x="48175" y="146832"/>
                    <a:pt x="50731" y="144278"/>
                    <a:pt x="50731" y="140448"/>
                  </a:cubicBezTo>
                  <a:lnTo>
                    <a:pt x="50731" y="87461"/>
                  </a:lnTo>
                  <a:lnTo>
                    <a:pt x="52009" y="87461"/>
                  </a:lnTo>
                  <a:cubicBezTo>
                    <a:pt x="53926" y="87461"/>
                    <a:pt x="55843" y="86822"/>
                    <a:pt x="57121" y="84907"/>
                  </a:cubicBezTo>
                  <a:cubicBezTo>
                    <a:pt x="58399" y="83630"/>
                    <a:pt x="59038" y="81715"/>
                    <a:pt x="58399" y="79800"/>
                  </a:cubicBezTo>
                  <a:lnTo>
                    <a:pt x="43702" y="5107"/>
                  </a:lnTo>
                  <a:cubicBezTo>
                    <a:pt x="41146" y="2554"/>
                    <a:pt x="38590" y="0"/>
                    <a:pt x="36034" y="0"/>
                  </a:cubicBezTo>
                  <a:close/>
                  <a:moveTo>
                    <a:pt x="13669" y="74693"/>
                  </a:moveTo>
                  <a:lnTo>
                    <a:pt x="25811" y="13406"/>
                  </a:lnTo>
                  <a:lnTo>
                    <a:pt x="30284" y="13406"/>
                  </a:lnTo>
                  <a:lnTo>
                    <a:pt x="42424" y="74693"/>
                  </a:lnTo>
                  <a:lnTo>
                    <a:pt x="13669" y="74693"/>
                  </a:lnTo>
                  <a:close/>
                </a:path>
              </a:pathLst>
            </a:custGeom>
            <a:solidFill>
              <a:srgbClr val="00ABAB"/>
            </a:solidFill>
            <a:ln w="6390" cap="flat">
              <a:noFill/>
              <a:prstDash val="solid"/>
              <a:miter/>
            </a:ln>
          </p:spPr>
          <p:txBody>
            <a:bodyPr rtlCol="0" anchor="ctr"/>
            <a:lstStyle/>
            <a:p>
              <a:endParaRPr lang="en-US"/>
            </a:p>
          </p:txBody>
        </p:sp>
        <p:sp>
          <p:nvSpPr>
            <p:cNvPr id="393" name="Graphic 4">
              <a:extLst>
                <a:ext uri="{FF2B5EF4-FFF2-40B4-BE49-F238E27FC236}">
                  <a16:creationId xmlns:a16="http://schemas.microsoft.com/office/drawing/2014/main" id="{4324489D-29FE-CD48-BBF7-A06409D38610}"/>
                </a:ext>
              </a:extLst>
            </p:cNvPr>
            <p:cNvSpPr/>
            <p:nvPr/>
          </p:nvSpPr>
          <p:spPr>
            <a:xfrm>
              <a:off x="4743250" y="2449058"/>
              <a:ext cx="42173" cy="42134"/>
            </a:xfrm>
            <a:custGeom>
              <a:avLst/>
              <a:gdLst>
                <a:gd name="connsiteX0" fmla="*/ 21087 w 42173"/>
                <a:gd name="connsiteY0" fmla="*/ 42134 h 42134"/>
                <a:gd name="connsiteX1" fmla="*/ 42174 w 42173"/>
                <a:gd name="connsiteY1" fmla="*/ 21067 h 42134"/>
                <a:gd name="connsiteX2" fmla="*/ 21087 w 42173"/>
                <a:gd name="connsiteY2" fmla="*/ 0 h 42134"/>
                <a:gd name="connsiteX3" fmla="*/ 0 w 42173"/>
                <a:gd name="connsiteY3" fmla="*/ 21067 h 42134"/>
                <a:gd name="connsiteX4" fmla="*/ 21087 w 42173"/>
                <a:gd name="connsiteY4" fmla="*/ 42134 h 42134"/>
                <a:gd name="connsiteX5" fmla="*/ 21087 w 42173"/>
                <a:gd name="connsiteY5" fmla="*/ 12768 h 42134"/>
                <a:gd name="connsiteX6" fmla="*/ 29394 w 42173"/>
                <a:gd name="connsiteY6" fmla="*/ 21067 h 42134"/>
                <a:gd name="connsiteX7" fmla="*/ 21087 w 42173"/>
                <a:gd name="connsiteY7" fmla="*/ 29366 h 42134"/>
                <a:gd name="connsiteX8" fmla="*/ 12780 w 42173"/>
                <a:gd name="connsiteY8" fmla="*/ 21067 h 42134"/>
                <a:gd name="connsiteX9" fmla="*/ 21087 w 42173"/>
                <a:gd name="connsiteY9" fmla="*/ 12768 h 42134"/>
                <a:gd name="connsiteX10" fmla="*/ 21087 w 42173"/>
                <a:gd name="connsiteY10" fmla="*/ 12768 h 42134"/>
                <a:gd name="connsiteX11" fmla="*/ 21087 w 42173"/>
                <a:gd name="connsiteY11" fmla="*/ 12768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173" h="42134">
                  <a:moveTo>
                    <a:pt x="21087" y="42134"/>
                  </a:moveTo>
                  <a:cubicBezTo>
                    <a:pt x="32589" y="42134"/>
                    <a:pt x="42174" y="32558"/>
                    <a:pt x="42174" y="21067"/>
                  </a:cubicBezTo>
                  <a:cubicBezTo>
                    <a:pt x="42174" y="9576"/>
                    <a:pt x="32589" y="0"/>
                    <a:pt x="21087" y="0"/>
                  </a:cubicBezTo>
                  <a:cubicBezTo>
                    <a:pt x="9585" y="0"/>
                    <a:pt x="0" y="9576"/>
                    <a:pt x="0" y="21067"/>
                  </a:cubicBezTo>
                  <a:cubicBezTo>
                    <a:pt x="0" y="33197"/>
                    <a:pt x="9585" y="42134"/>
                    <a:pt x="21087" y="42134"/>
                  </a:cubicBezTo>
                  <a:close/>
                  <a:moveTo>
                    <a:pt x="21087" y="12768"/>
                  </a:moveTo>
                  <a:cubicBezTo>
                    <a:pt x="25560" y="12768"/>
                    <a:pt x="29394" y="16598"/>
                    <a:pt x="29394" y="21067"/>
                  </a:cubicBezTo>
                  <a:cubicBezTo>
                    <a:pt x="29394" y="25536"/>
                    <a:pt x="25560" y="29366"/>
                    <a:pt x="21087" y="29366"/>
                  </a:cubicBezTo>
                  <a:cubicBezTo>
                    <a:pt x="16614" y="29366"/>
                    <a:pt x="12780" y="25536"/>
                    <a:pt x="12780" y="21067"/>
                  </a:cubicBezTo>
                  <a:cubicBezTo>
                    <a:pt x="12780" y="16598"/>
                    <a:pt x="16614" y="12768"/>
                    <a:pt x="21087" y="12768"/>
                  </a:cubicBezTo>
                  <a:cubicBezTo>
                    <a:pt x="21087" y="12768"/>
                    <a:pt x="21087" y="12768"/>
                    <a:pt x="21087" y="12768"/>
                  </a:cubicBezTo>
                  <a:lnTo>
                    <a:pt x="21087" y="12768"/>
                  </a:lnTo>
                  <a:close/>
                </a:path>
              </a:pathLst>
            </a:custGeom>
            <a:solidFill>
              <a:srgbClr val="00ABAB"/>
            </a:solidFill>
            <a:ln w="6390" cap="flat">
              <a:noFill/>
              <a:prstDash val="solid"/>
              <a:miter/>
            </a:ln>
          </p:spPr>
          <p:txBody>
            <a:bodyPr rtlCol="0" anchor="ctr"/>
            <a:lstStyle/>
            <a:p>
              <a:endParaRPr lang="en-US"/>
            </a:p>
          </p:txBody>
        </p:sp>
        <p:sp>
          <p:nvSpPr>
            <p:cNvPr id="394" name="Graphic 4">
              <a:extLst>
                <a:ext uri="{FF2B5EF4-FFF2-40B4-BE49-F238E27FC236}">
                  <a16:creationId xmlns:a16="http://schemas.microsoft.com/office/drawing/2014/main" id="{C6486786-3682-7A4D-9373-93B0A25F541A}"/>
                </a:ext>
              </a:extLst>
            </p:cNvPr>
            <p:cNvSpPr/>
            <p:nvPr/>
          </p:nvSpPr>
          <p:spPr>
            <a:xfrm>
              <a:off x="4884468" y="2508429"/>
              <a:ext cx="58148" cy="146193"/>
            </a:xfrm>
            <a:custGeom>
              <a:avLst/>
              <a:gdLst>
                <a:gd name="connsiteX0" fmla="*/ 51119 w 58148"/>
                <a:gd name="connsiteY0" fmla="*/ 0 h 146193"/>
                <a:gd name="connsiteX1" fmla="*/ 6390 w 58148"/>
                <a:gd name="connsiteY1" fmla="*/ 0 h 146193"/>
                <a:gd name="connsiteX2" fmla="*/ 0 w 58148"/>
                <a:gd name="connsiteY2" fmla="*/ 6384 h 146193"/>
                <a:gd name="connsiteX3" fmla="*/ 0 w 58148"/>
                <a:gd name="connsiteY3" fmla="*/ 65755 h 146193"/>
                <a:gd name="connsiteX4" fmla="*/ 6390 w 58148"/>
                <a:gd name="connsiteY4" fmla="*/ 72139 h 146193"/>
                <a:gd name="connsiteX5" fmla="*/ 7668 w 58148"/>
                <a:gd name="connsiteY5" fmla="*/ 72139 h 146193"/>
                <a:gd name="connsiteX6" fmla="*/ 7668 w 58148"/>
                <a:gd name="connsiteY6" fmla="*/ 139809 h 146193"/>
                <a:gd name="connsiteX7" fmla="*/ 14058 w 58148"/>
                <a:gd name="connsiteY7" fmla="*/ 146193 h 146193"/>
                <a:gd name="connsiteX8" fmla="*/ 20447 w 58148"/>
                <a:gd name="connsiteY8" fmla="*/ 139809 h 146193"/>
                <a:gd name="connsiteX9" fmla="*/ 20447 w 58148"/>
                <a:gd name="connsiteY9" fmla="*/ 72139 h 146193"/>
                <a:gd name="connsiteX10" fmla="*/ 37700 w 58148"/>
                <a:gd name="connsiteY10" fmla="*/ 72139 h 146193"/>
                <a:gd name="connsiteX11" fmla="*/ 37700 w 58148"/>
                <a:gd name="connsiteY11" fmla="*/ 139809 h 146193"/>
                <a:gd name="connsiteX12" fmla="*/ 44090 w 58148"/>
                <a:gd name="connsiteY12" fmla="*/ 146193 h 146193"/>
                <a:gd name="connsiteX13" fmla="*/ 50480 w 58148"/>
                <a:gd name="connsiteY13" fmla="*/ 139809 h 146193"/>
                <a:gd name="connsiteX14" fmla="*/ 50480 w 58148"/>
                <a:gd name="connsiteY14" fmla="*/ 72139 h 146193"/>
                <a:gd name="connsiteX15" fmla="*/ 51758 w 58148"/>
                <a:gd name="connsiteY15" fmla="*/ 72139 h 146193"/>
                <a:gd name="connsiteX16" fmla="*/ 58148 w 58148"/>
                <a:gd name="connsiteY16" fmla="*/ 65755 h 146193"/>
                <a:gd name="connsiteX17" fmla="*/ 58148 w 58148"/>
                <a:gd name="connsiteY17" fmla="*/ 6384 h 146193"/>
                <a:gd name="connsiteX18" fmla="*/ 51119 w 58148"/>
                <a:gd name="connsiteY18" fmla="*/ 0 h 146193"/>
                <a:gd name="connsiteX19" fmla="*/ 12780 w 58148"/>
                <a:gd name="connsiteY19" fmla="*/ 12768 h 146193"/>
                <a:gd name="connsiteX20" fmla="*/ 44730 w 58148"/>
                <a:gd name="connsiteY20" fmla="*/ 12768 h 146193"/>
                <a:gd name="connsiteX21" fmla="*/ 44730 w 58148"/>
                <a:gd name="connsiteY21" fmla="*/ 59371 h 146193"/>
                <a:gd name="connsiteX22" fmla="*/ 12780 w 58148"/>
                <a:gd name="connsiteY22" fmla="*/ 59371 h 146193"/>
                <a:gd name="connsiteX23" fmla="*/ 12780 w 58148"/>
                <a:gd name="connsiteY23" fmla="*/ 12768 h 14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8148" h="146193">
                  <a:moveTo>
                    <a:pt x="51119" y="0"/>
                  </a:moveTo>
                  <a:lnTo>
                    <a:pt x="6390" y="0"/>
                  </a:lnTo>
                  <a:cubicBezTo>
                    <a:pt x="2556" y="0"/>
                    <a:pt x="0" y="2554"/>
                    <a:pt x="0" y="6384"/>
                  </a:cubicBezTo>
                  <a:lnTo>
                    <a:pt x="0" y="65755"/>
                  </a:lnTo>
                  <a:cubicBezTo>
                    <a:pt x="0" y="69586"/>
                    <a:pt x="2556" y="72139"/>
                    <a:pt x="6390" y="72139"/>
                  </a:cubicBezTo>
                  <a:lnTo>
                    <a:pt x="7668" y="72139"/>
                  </a:lnTo>
                  <a:lnTo>
                    <a:pt x="7668" y="139809"/>
                  </a:lnTo>
                  <a:cubicBezTo>
                    <a:pt x="7668" y="143640"/>
                    <a:pt x="10224" y="146193"/>
                    <a:pt x="14058" y="146193"/>
                  </a:cubicBezTo>
                  <a:cubicBezTo>
                    <a:pt x="17892" y="146193"/>
                    <a:pt x="20447" y="143640"/>
                    <a:pt x="20447" y="139809"/>
                  </a:cubicBezTo>
                  <a:lnTo>
                    <a:pt x="20447" y="72139"/>
                  </a:lnTo>
                  <a:lnTo>
                    <a:pt x="37700" y="72139"/>
                  </a:lnTo>
                  <a:lnTo>
                    <a:pt x="37700" y="139809"/>
                  </a:lnTo>
                  <a:cubicBezTo>
                    <a:pt x="37700" y="143640"/>
                    <a:pt x="40257" y="146193"/>
                    <a:pt x="44090" y="146193"/>
                  </a:cubicBezTo>
                  <a:cubicBezTo>
                    <a:pt x="47925" y="146193"/>
                    <a:pt x="50480" y="143640"/>
                    <a:pt x="50480" y="139809"/>
                  </a:cubicBezTo>
                  <a:lnTo>
                    <a:pt x="50480" y="72139"/>
                  </a:lnTo>
                  <a:lnTo>
                    <a:pt x="51758" y="72139"/>
                  </a:lnTo>
                  <a:cubicBezTo>
                    <a:pt x="55592" y="72139"/>
                    <a:pt x="58148" y="69586"/>
                    <a:pt x="58148" y="65755"/>
                  </a:cubicBezTo>
                  <a:lnTo>
                    <a:pt x="58148" y="6384"/>
                  </a:lnTo>
                  <a:cubicBezTo>
                    <a:pt x="57509" y="3192"/>
                    <a:pt x="54314" y="0"/>
                    <a:pt x="51119" y="0"/>
                  </a:cubicBezTo>
                  <a:close/>
                  <a:moveTo>
                    <a:pt x="12780" y="12768"/>
                  </a:moveTo>
                  <a:lnTo>
                    <a:pt x="44730" y="12768"/>
                  </a:lnTo>
                  <a:lnTo>
                    <a:pt x="44730" y="59371"/>
                  </a:lnTo>
                  <a:lnTo>
                    <a:pt x="12780" y="59371"/>
                  </a:lnTo>
                  <a:lnTo>
                    <a:pt x="12780" y="12768"/>
                  </a:lnTo>
                  <a:close/>
                </a:path>
              </a:pathLst>
            </a:custGeom>
            <a:solidFill>
              <a:srgbClr val="00ABAB"/>
            </a:solidFill>
            <a:ln w="6390" cap="flat">
              <a:noFill/>
              <a:prstDash val="solid"/>
              <a:miter/>
            </a:ln>
          </p:spPr>
          <p:txBody>
            <a:bodyPr rtlCol="0" anchor="ctr"/>
            <a:lstStyle/>
            <a:p>
              <a:endParaRPr lang="en-US"/>
            </a:p>
          </p:txBody>
        </p:sp>
        <p:sp>
          <p:nvSpPr>
            <p:cNvPr id="395" name="Graphic 4">
              <a:extLst>
                <a:ext uri="{FF2B5EF4-FFF2-40B4-BE49-F238E27FC236}">
                  <a16:creationId xmlns:a16="http://schemas.microsoft.com/office/drawing/2014/main" id="{A1E14637-3A78-4945-9D62-85259F197A7E}"/>
                </a:ext>
              </a:extLst>
            </p:cNvPr>
            <p:cNvSpPr/>
            <p:nvPr/>
          </p:nvSpPr>
          <p:spPr>
            <a:xfrm>
              <a:off x="4892135" y="2449058"/>
              <a:ext cx="42173" cy="42134"/>
            </a:xfrm>
            <a:custGeom>
              <a:avLst/>
              <a:gdLst>
                <a:gd name="connsiteX0" fmla="*/ 21087 w 42173"/>
                <a:gd name="connsiteY0" fmla="*/ 42134 h 42134"/>
                <a:gd name="connsiteX1" fmla="*/ 42174 w 42173"/>
                <a:gd name="connsiteY1" fmla="*/ 21067 h 42134"/>
                <a:gd name="connsiteX2" fmla="*/ 21087 w 42173"/>
                <a:gd name="connsiteY2" fmla="*/ 0 h 42134"/>
                <a:gd name="connsiteX3" fmla="*/ 0 w 42173"/>
                <a:gd name="connsiteY3" fmla="*/ 21067 h 42134"/>
                <a:gd name="connsiteX4" fmla="*/ 21087 w 42173"/>
                <a:gd name="connsiteY4" fmla="*/ 42134 h 42134"/>
                <a:gd name="connsiteX5" fmla="*/ 21087 w 42173"/>
                <a:gd name="connsiteY5" fmla="*/ 12768 h 42134"/>
                <a:gd name="connsiteX6" fmla="*/ 29394 w 42173"/>
                <a:gd name="connsiteY6" fmla="*/ 21067 h 42134"/>
                <a:gd name="connsiteX7" fmla="*/ 21087 w 42173"/>
                <a:gd name="connsiteY7" fmla="*/ 29366 h 42134"/>
                <a:gd name="connsiteX8" fmla="*/ 12780 w 42173"/>
                <a:gd name="connsiteY8" fmla="*/ 21067 h 42134"/>
                <a:gd name="connsiteX9" fmla="*/ 21087 w 42173"/>
                <a:gd name="connsiteY9" fmla="*/ 12768 h 42134"/>
                <a:gd name="connsiteX10" fmla="*/ 21087 w 42173"/>
                <a:gd name="connsiteY10" fmla="*/ 12768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173" h="42134">
                  <a:moveTo>
                    <a:pt x="21087" y="42134"/>
                  </a:moveTo>
                  <a:cubicBezTo>
                    <a:pt x="32589" y="42134"/>
                    <a:pt x="42174" y="32558"/>
                    <a:pt x="42174" y="21067"/>
                  </a:cubicBezTo>
                  <a:cubicBezTo>
                    <a:pt x="42174" y="9576"/>
                    <a:pt x="32589" y="0"/>
                    <a:pt x="21087" y="0"/>
                  </a:cubicBezTo>
                  <a:cubicBezTo>
                    <a:pt x="9585" y="0"/>
                    <a:pt x="0" y="9576"/>
                    <a:pt x="0" y="21067"/>
                  </a:cubicBezTo>
                  <a:cubicBezTo>
                    <a:pt x="0" y="33197"/>
                    <a:pt x="9585" y="42134"/>
                    <a:pt x="21087" y="42134"/>
                  </a:cubicBezTo>
                  <a:close/>
                  <a:moveTo>
                    <a:pt x="21087" y="12768"/>
                  </a:moveTo>
                  <a:cubicBezTo>
                    <a:pt x="25560" y="12768"/>
                    <a:pt x="29394" y="16598"/>
                    <a:pt x="29394" y="21067"/>
                  </a:cubicBezTo>
                  <a:cubicBezTo>
                    <a:pt x="29394" y="25536"/>
                    <a:pt x="25560" y="29366"/>
                    <a:pt x="21087" y="29366"/>
                  </a:cubicBezTo>
                  <a:cubicBezTo>
                    <a:pt x="16614" y="29366"/>
                    <a:pt x="12780" y="25536"/>
                    <a:pt x="12780" y="21067"/>
                  </a:cubicBezTo>
                  <a:cubicBezTo>
                    <a:pt x="12780" y="16598"/>
                    <a:pt x="16614" y="12768"/>
                    <a:pt x="21087" y="12768"/>
                  </a:cubicBezTo>
                  <a:lnTo>
                    <a:pt x="21087" y="12768"/>
                  </a:lnTo>
                  <a:close/>
                </a:path>
              </a:pathLst>
            </a:custGeom>
            <a:solidFill>
              <a:srgbClr val="00ABAB"/>
            </a:solidFill>
            <a:ln w="6390" cap="flat">
              <a:noFill/>
              <a:prstDash val="solid"/>
              <a:miter/>
            </a:ln>
          </p:spPr>
          <p:txBody>
            <a:bodyPr rtlCol="0" anchor="ctr"/>
            <a:lstStyle/>
            <a:p>
              <a:endParaRPr lang="en-US"/>
            </a:p>
          </p:txBody>
        </p:sp>
        <p:sp>
          <p:nvSpPr>
            <p:cNvPr id="396" name="Graphic 4">
              <a:extLst>
                <a:ext uri="{FF2B5EF4-FFF2-40B4-BE49-F238E27FC236}">
                  <a16:creationId xmlns:a16="http://schemas.microsoft.com/office/drawing/2014/main" id="{97ED5193-1012-5340-B5FC-78E755675F32}"/>
                </a:ext>
              </a:extLst>
            </p:cNvPr>
            <p:cNvSpPr/>
            <p:nvPr/>
          </p:nvSpPr>
          <p:spPr>
            <a:xfrm>
              <a:off x="4809705" y="2508429"/>
              <a:ext cx="58148" cy="146193"/>
            </a:xfrm>
            <a:custGeom>
              <a:avLst/>
              <a:gdLst>
                <a:gd name="connsiteX0" fmla="*/ 51119 w 58148"/>
                <a:gd name="connsiteY0" fmla="*/ 0 h 146193"/>
                <a:gd name="connsiteX1" fmla="*/ 6390 w 58148"/>
                <a:gd name="connsiteY1" fmla="*/ 0 h 146193"/>
                <a:gd name="connsiteX2" fmla="*/ 0 w 58148"/>
                <a:gd name="connsiteY2" fmla="*/ 6384 h 146193"/>
                <a:gd name="connsiteX3" fmla="*/ 0 w 58148"/>
                <a:gd name="connsiteY3" fmla="*/ 65755 h 146193"/>
                <a:gd name="connsiteX4" fmla="*/ 6390 w 58148"/>
                <a:gd name="connsiteY4" fmla="*/ 72139 h 146193"/>
                <a:gd name="connsiteX5" fmla="*/ 7668 w 58148"/>
                <a:gd name="connsiteY5" fmla="*/ 72139 h 146193"/>
                <a:gd name="connsiteX6" fmla="*/ 7668 w 58148"/>
                <a:gd name="connsiteY6" fmla="*/ 139809 h 146193"/>
                <a:gd name="connsiteX7" fmla="*/ 14058 w 58148"/>
                <a:gd name="connsiteY7" fmla="*/ 146193 h 146193"/>
                <a:gd name="connsiteX8" fmla="*/ 20448 w 58148"/>
                <a:gd name="connsiteY8" fmla="*/ 139809 h 146193"/>
                <a:gd name="connsiteX9" fmla="*/ 20448 w 58148"/>
                <a:gd name="connsiteY9" fmla="*/ 72139 h 146193"/>
                <a:gd name="connsiteX10" fmla="*/ 37700 w 58148"/>
                <a:gd name="connsiteY10" fmla="*/ 72139 h 146193"/>
                <a:gd name="connsiteX11" fmla="*/ 37700 w 58148"/>
                <a:gd name="connsiteY11" fmla="*/ 139809 h 146193"/>
                <a:gd name="connsiteX12" fmla="*/ 44090 w 58148"/>
                <a:gd name="connsiteY12" fmla="*/ 146193 h 146193"/>
                <a:gd name="connsiteX13" fmla="*/ 50480 w 58148"/>
                <a:gd name="connsiteY13" fmla="*/ 139809 h 146193"/>
                <a:gd name="connsiteX14" fmla="*/ 50480 w 58148"/>
                <a:gd name="connsiteY14" fmla="*/ 72139 h 146193"/>
                <a:gd name="connsiteX15" fmla="*/ 51758 w 58148"/>
                <a:gd name="connsiteY15" fmla="*/ 72139 h 146193"/>
                <a:gd name="connsiteX16" fmla="*/ 58148 w 58148"/>
                <a:gd name="connsiteY16" fmla="*/ 65755 h 146193"/>
                <a:gd name="connsiteX17" fmla="*/ 58148 w 58148"/>
                <a:gd name="connsiteY17" fmla="*/ 6384 h 146193"/>
                <a:gd name="connsiteX18" fmla="*/ 51119 w 58148"/>
                <a:gd name="connsiteY18" fmla="*/ 0 h 146193"/>
                <a:gd name="connsiteX19" fmla="*/ 12780 w 58148"/>
                <a:gd name="connsiteY19" fmla="*/ 12768 h 146193"/>
                <a:gd name="connsiteX20" fmla="*/ 44730 w 58148"/>
                <a:gd name="connsiteY20" fmla="*/ 12768 h 146193"/>
                <a:gd name="connsiteX21" fmla="*/ 44730 w 58148"/>
                <a:gd name="connsiteY21" fmla="*/ 59371 h 146193"/>
                <a:gd name="connsiteX22" fmla="*/ 12780 w 58148"/>
                <a:gd name="connsiteY22" fmla="*/ 59371 h 146193"/>
                <a:gd name="connsiteX23" fmla="*/ 12780 w 58148"/>
                <a:gd name="connsiteY23" fmla="*/ 12768 h 14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8148" h="146193">
                  <a:moveTo>
                    <a:pt x="51119" y="0"/>
                  </a:moveTo>
                  <a:lnTo>
                    <a:pt x="6390" y="0"/>
                  </a:lnTo>
                  <a:cubicBezTo>
                    <a:pt x="2556" y="0"/>
                    <a:pt x="0" y="2554"/>
                    <a:pt x="0" y="6384"/>
                  </a:cubicBezTo>
                  <a:lnTo>
                    <a:pt x="0" y="65755"/>
                  </a:lnTo>
                  <a:cubicBezTo>
                    <a:pt x="0" y="69586"/>
                    <a:pt x="2556" y="72139"/>
                    <a:pt x="6390" y="72139"/>
                  </a:cubicBezTo>
                  <a:lnTo>
                    <a:pt x="7668" y="72139"/>
                  </a:lnTo>
                  <a:lnTo>
                    <a:pt x="7668" y="139809"/>
                  </a:lnTo>
                  <a:cubicBezTo>
                    <a:pt x="7668" y="143640"/>
                    <a:pt x="10224" y="146193"/>
                    <a:pt x="14058" y="146193"/>
                  </a:cubicBezTo>
                  <a:cubicBezTo>
                    <a:pt x="17892" y="146193"/>
                    <a:pt x="20448" y="143640"/>
                    <a:pt x="20448" y="139809"/>
                  </a:cubicBezTo>
                  <a:lnTo>
                    <a:pt x="20448" y="72139"/>
                  </a:lnTo>
                  <a:lnTo>
                    <a:pt x="37700" y="72139"/>
                  </a:lnTo>
                  <a:lnTo>
                    <a:pt x="37700" y="139809"/>
                  </a:lnTo>
                  <a:cubicBezTo>
                    <a:pt x="37700" y="143640"/>
                    <a:pt x="40257" y="146193"/>
                    <a:pt x="44090" y="146193"/>
                  </a:cubicBezTo>
                  <a:cubicBezTo>
                    <a:pt x="47925" y="146193"/>
                    <a:pt x="50480" y="143640"/>
                    <a:pt x="50480" y="139809"/>
                  </a:cubicBezTo>
                  <a:lnTo>
                    <a:pt x="50480" y="72139"/>
                  </a:lnTo>
                  <a:lnTo>
                    <a:pt x="51758" y="72139"/>
                  </a:lnTo>
                  <a:cubicBezTo>
                    <a:pt x="55593" y="72139"/>
                    <a:pt x="58148" y="69586"/>
                    <a:pt x="58148" y="65755"/>
                  </a:cubicBezTo>
                  <a:lnTo>
                    <a:pt x="58148" y="6384"/>
                  </a:lnTo>
                  <a:cubicBezTo>
                    <a:pt x="57509" y="3192"/>
                    <a:pt x="54953" y="0"/>
                    <a:pt x="51119" y="0"/>
                  </a:cubicBezTo>
                  <a:close/>
                  <a:moveTo>
                    <a:pt x="12780" y="12768"/>
                  </a:moveTo>
                  <a:lnTo>
                    <a:pt x="44730" y="12768"/>
                  </a:lnTo>
                  <a:lnTo>
                    <a:pt x="44730" y="59371"/>
                  </a:lnTo>
                  <a:lnTo>
                    <a:pt x="12780" y="59371"/>
                  </a:lnTo>
                  <a:lnTo>
                    <a:pt x="12780" y="12768"/>
                  </a:lnTo>
                  <a:close/>
                </a:path>
              </a:pathLst>
            </a:custGeom>
            <a:solidFill>
              <a:srgbClr val="00ABAB"/>
            </a:solidFill>
            <a:ln w="6390" cap="flat">
              <a:noFill/>
              <a:prstDash val="solid"/>
              <a:miter/>
            </a:ln>
          </p:spPr>
          <p:txBody>
            <a:bodyPr rtlCol="0" anchor="ctr"/>
            <a:lstStyle/>
            <a:p>
              <a:endParaRPr lang="en-US"/>
            </a:p>
          </p:txBody>
        </p:sp>
        <p:sp>
          <p:nvSpPr>
            <p:cNvPr id="397" name="Graphic 4">
              <a:extLst>
                <a:ext uri="{FF2B5EF4-FFF2-40B4-BE49-F238E27FC236}">
                  <a16:creationId xmlns:a16="http://schemas.microsoft.com/office/drawing/2014/main" id="{92B6EF2C-5B1A-A048-878F-98CC6006C4B0}"/>
                </a:ext>
              </a:extLst>
            </p:cNvPr>
            <p:cNvSpPr/>
            <p:nvPr/>
          </p:nvSpPr>
          <p:spPr>
            <a:xfrm>
              <a:off x="4817373" y="2449058"/>
              <a:ext cx="42173" cy="42134"/>
            </a:xfrm>
            <a:custGeom>
              <a:avLst/>
              <a:gdLst>
                <a:gd name="connsiteX0" fmla="*/ 21087 w 42173"/>
                <a:gd name="connsiteY0" fmla="*/ 42134 h 42134"/>
                <a:gd name="connsiteX1" fmla="*/ 42173 w 42173"/>
                <a:gd name="connsiteY1" fmla="*/ 21067 h 42134"/>
                <a:gd name="connsiteX2" fmla="*/ 21087 w 42173"/>
                <a:gd name="connsiteY2" fmla="*/ 0 h 42134"/>
                <a:gd name="connsiteX3" fmla="*/ 0 w 42173"/>
                <a:gd name="connsiteY3" fmla="*/ 21067 h 42134"/>
                <a:gd name="connsiteX4" fmla="*/ 21087 w 42173"/>
                <a:gd name="connsiteY4" fmla="*/ 42134 h 42134"/>
                <a:gd name="connsiteX5" fmla="*/ 21087 w 42173"/>
                <a:gd name="connsiteY5" fmla="*/ 12768 h 42134"/>
                <a:gd name="connsiteX6" fmla="*/ 29394 w 42173"/>
                <a:gd name="connsiteY6" fmla="*/ 21067 h 42134"/>
                <a:gd name="connsiteX7" fmla="*/ 21087 w 42173"/>
                <a:gd name="connsiteY7" fmla="*/ 29366 h 42134"/>
                <a:gd name="connsiteX8" fmla="*/ 12780 w 42173"/>
                <a:gd name="connsiteY8" fmla="*/ 21067 h 42134"/>
                <a:gd name="connsiteX9" fmla="*/ 21087 w 42173"/>
                <a:gd name="connsiteY9" fmla="*/ 12768 h 42134"/>
                <a:gd name="connsiteX10" fmla="*/ 21087 w 42173"/>
                <a:gd name="connsiteY10" fmla="*/ 12768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173" h="42134">
                  <a:moveTo>
                    <a:pt x="21087" y="42134"/>
                  </a:moveTo>
                  <a:cubicBezTo>
                    <a:pt x="32589" y="42134"/>
                    <a:pt x="42173" y="32558"/>
                    <a:pt x="42173" y="21067"/>
                  </a:cubicBezTo>
                  <a:cubicBezTo>
                    <a:pt x="42173" y="9576"/>
                    <a:pt x="32589" y="0"/>
                    <a:pt x="21087" y="0"/>
                  </a:cubicBezTo>
                  <a:cubicBezTo>
                    <a:pt x="9585" y="0"/>
                    <a:pt x="0" y="9576"/>
                    <a:pt x="0" y="21067"/>
                  </a:cubicBezTo>
                  <a:cubicBezTo>
                    <a:pt x="0" y="33197"/>
                    <a:pt x="9585" y="42134"/>
                    <a:pt x="21087" y="42134"/>
                  </a:cubicBezTo>
                  <a:close/>
                  <a:moveTo>
                    <a:pt x="21087" y="12768"/>
                  </a:moveTo>
                  <a:cubicBezTo>
                    <a:pt x="25560" y="12768"/>
                    <a:pt x="29394" y="16598"/>
                    <a:pt x="29394" y="21067"/>
                  </a:cubicBezTo>
                  <a:cubicBezTo>
                    <a:pt x="29394" y="25536"/>
                    <a:pt x="25560" y="29366"/>
                    <a:pt x="21087" y="29366"/>
                  </a:cubicBezTo>
                  <a:cubicBezTo>
                    <a:pt x="16614" y="29366"/>
                    <a:pt x="12780" y="25536"/>
                    <a:pt x="12780" y="21067"/>
                  </a:cubicBezTo>
                  <a:cubicBezTo>
                    <a:pt x="12780" y="16598"/>
                    <a:pt x="16614" y="12768"/>
                    <a:pt x="21087" y="12768"/>
                  </a:cubicBezTo>
                  <a:lnTo>
                    <a:pt x="21087" y="12768"/>
                  </a:lnTo>
                  <a:close/>
                </a:path>
              </a:pathLst>
            </a:custGeom>
            <a:solidFill>
              <a:srgbClr val="00ABAB"/>
            </a:solidFill>
            <a:ln w="6390" cap="flat">
              <a:noFill/>
              <a:prstDash val="solid"/>
              <a:miter/>
            </a:ln>
          </p:spPr>
          <p:txBody>
            <a:bodyPr rtlCol="0" anchor="ctr"/>
            <a:lstStyle/>
            <a:p>
              <a:endParaRPr lang="en-US"/>
            </a:p>
          </p:txBody>
        </p:sp>
      </p:grpSp>
      <p:grpSp>
        <p:nvGrpSpPr>
          <p:cNvPr id="398" name="Graphic 4">
            <a:extLst>
              <a:ext uri="{FF2B5EF4-FFF2-40B4-BE49-F238E27FC236}">
                <a16:creationId xmlns:a16="http://schemas.microsoft.com/office/drawing/2014/main" id="{150FCD25-EE41-6345-80FD-B209CAB0C497}"/>
              </a:ext>
            </a:extLst>
          </p:cNvPr>
          <p:cNvGrpSpPr>
            <a:grpSpLocks noChangeAspect="1"/>
          </p:cNvGrpSpPr>
          <p:nvPr/>
        </p:nvGrpSpPr>
        <p:grpSpPr>
          <a:xfrm>
            <a:off x="4660820" y="3339623"/>
            <a:ext cx="362312" cy="361971"/>
            <a:chOff x="4660820" y="3339623"/>
            <a:chExt cx="362312" cy="361971"/>
          </a:xfrm>
          <a:solidFill>
            <a:srgbClr val="00ABAB"/>
          </a:solidFill>
        </p:grpSpPr>
        <p:sp>
          <p:nvSpPr>
            <p:cNvPr id="399" name="Graphic 4">
              <a:extLst>
                <a:ext uri="{FF2B5EF4-FFF2-40B4-BE49-F238E27FC236}">
                  <a16:creationId xmlns:a16="http://schemas.microsoft.com/office/drawing/2014/main" id="{0142B3E7-3244-3842-8BA0-B1ED9B851C94}"/>
                </a:ext>
              </a:extLst>
            </p:cNvPr>
            <p:cNvSpPr/>
            <p:nvPr/>
          </p:nvSpPr>
          <p:spPr>
            <a:xfrm>
              <a:off x="4660820" y="333962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400" name="Graphic 4">
              <a:extLst>
                <a:ext uri="{FF2B5EF4-FFF2-40B4-BE49-F238E27FC236}">
                  <a16:creationId xmlns:a16="http://schemas.microsoft.com/office/drawing/2014/main" id="{E1F651D2-A588-C547-8059-FE194870441E}"/>
                </a:ext>
              </a:extLst>
            </p:cNvPr>
            <p:cNvSpPr/>
            <p:nvPr/>
          </p:nvSpPr>
          <p:spPr>
            <a:xfrm>
              <a:off x="4892014" y="3476879"/>
              <a:ext cx="58269" cy="146831"/>
            </a:xfrm>
            <a:custGeom>
              <a:avLst/>
              <a:gdLst>
                <a:gd name="connsiteX0" fmla="*/ 35905 w 58269"/>
                <a:gd name="connsiteY0" fmla="*/ 0 h 146831"/>
                <a:gd name="connsiteX1" fmla="*/ 21208 w 58269"/>
                <a:gd name="connsiteY1" fmla="*/ 0 h 146831"/>
                <a:gd name="connsiteX2" fmla="*/ 14818 w 58269"/>
                <a:gd name="connsiteY2" fmla="*/ 5107 h 146831"/>
                <a:gd name="connsiteX3" fmla="*/ 121 w 58269"/>
                <a:gd name="connsiteY3" fmla="*/ 79800 h 146831"/>
                <a:gd name="connsiteX4" fmla="*/ 5233 w 58269"/>
                <a:gd name="connsiteY4" fmla="*/ 87461 h 146831"/>
                <a:gd name="connsiteX5" fmla="*/ 6511 w 58269"/>
                <a:gd name="connsiteY5" fmla="*/ 87461 h 146831"/>
                <a:gd name="connsiteX6" fmla="*/ 7789 w 58269"/>
                <a:gd name="connsiteY6" fmla="*/ 87461 h 146831"/>
                <a:gd name="connsiteX7" fmla="*/ 7789 w 58269"/>
                <a:gd name="connsiteY7" fmla="*/ 140448 h 146831"/>
                <a:gd name="connsiteX8" fmla="*/ 14179 w 58269"/>
                <a:gd name="connsiteY8" fmla="*/ 146832 h 146831"/>
                <a:gd name="connsiteX9" fmla="*/ 20569 w 58269"/>
                <a:gd name="connsiteY9" fmla="*/ 140448 h 146831"/>
                <a:gd name="connsiteX10" fmla="*/ 20569 w 58269"/>
                <a:gd name="connsiteY10" fmla="*/ 87461 h 146831"/>
                <a:gd name="connsiteX11" fmla="*/ 37822 w 58269"/>
                <a:gd name="connsiteY11" fmla="*/ 87461 h 146831"/>
                <a:gd name="connsiteX12" fmla="*/ 37822 w 58269"/>
                <a:gd name="connsiteY12" fmla="*/ 140448 h 146831"/>
                <a:gd name="connsiteX13" fmla="*/ 44212 w 58269"/>
                <a:gd name="connsiteY13" fmla="*/ 146832 h 146831"/>
                <a:gd name="connsiteX14" fmla="*/ 50602 w 58269"/>
                <a:gd name="connsiteY14" fmla="*/ 140448 h 146831"/>
                <a:gd name="connsiteX15" fmla="*/ 50602 w 58269"/>
                <a:gd name="connsiteY15" fmla="*/ 87461 h 146831"/>
                <a:gd name="connsiteX16" fmla="*/ 51880 w 58269"/>
                <a:gd name="connsiteY16" fmla="*/ 87461 h 146831"/>
                <a:gd name="connsiteX17" fmla="*/ 58270 w 58269"/>
                <a:gd name="connsiteY17" fmla="*/ 81077 h 146831"/>
                <a:gd name="connsiteX18" fmla="*/ 58270 w 58269"/>
                <a:gd name="connsiteY18" fmla="*/ 79800 h 146831"/>
                <a:gd name="connsiteX19" fmla="*/ 43573 w 58269"/>
                <a:gd name="connsiteY19" fmla="*/ 5107 h 146831"/>
                <a:gd name="connsiteX20" fmla="*/ 35905 w 58269"/>
                <a:gd name="connsiteY20" fmla="*/ 0 h 146831"/>
                <a:gd name="connsiteX21" fmla="*/ 14179 w 58269"/>
                <a:gd name="connsiteY21" fmla="*/ 74693 h 146831"/>
                <a:gd name="connsiteX22" fmla="*/ 26320 w 58269"/>
                <a:gd name="connsiteY22" fmla="*/ 12768 h 146831"/>
                <a:gd name="connsiteX23" fmla="*/ 30793 w 58269"/>
                <a:gd name="connsiteY23" fmla="*/ 12768 h 146831"/>
                <a:gd name="connsiteX24" fmla="*/ 42934 w 58269"/>
                <a:gd name="connsiteY24" fmla="*/ 74693 h 146831"/>
                <a:gd name="connsiteX25" fmla="*/ 14179 w 58269"/>
                <a:gd name="connsiteY25" fmla="*/ 74693 h 146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8269" h="146831">
                  <a:moveTo>
                    <a:pt x="35905" y="0"/>
                  </a:moveTo>
                  <a:lnTo>
                    <a:pt x="21208" y="0"/>
                  </a:lnTo>
                  <a:cubicBezTo>
                    <a:pt x="18013" y="0"/>
                    <a:pt x="15457" y="1915"/>
                    <a:pt x="14818" y="5107"/>
                  </a:cubicBezTo>
                  <a:lnTo>
                    <a:pt x="121" y="79800"/>
                  </a:lnTo>
                  <a:cubicBezTo>
                    <a:pt x="-518" y="82992"/>
                    <a:pt x="1399" y="86822"/>
                    <a:pt x="5233" y="87461"/>
                  </a:cubicBezTo>
                  <a:cubicBezTo>
                    <a:pt x="5872" y="87461"/>
                    <a:pt x="5872" y="87461"/>
                    <a:pt x="6511" y="87461"/>
                  </a:cubicBezTo>
                  <a:lnTo>
                    <a:pt x="7789" y="87461"/>
                  </a:lnTo>
                  <a:lnTo>
                    <a:pt x="7789" y="140448"/>
                  </a:lnTo>
                  <a:cubicBezTo>
                    <a:pt x="7789" y="144278"/>
                    <a:pt x="10345" y="146832"/>
                    <a:pt x="14179" y="146832"/>
                  </a:cubicBezTo>
                  <a:cubicBezTo>
                    <a:pt x="18013" y="146832"/>
                    <a:pt x="20569" y="144278"/>
                    <a:pt x="20569" y="140448"/>
                  </a:cubicBezTo>
                  <a:lnTo>
                    <a:pt x="20569" y="87461"/>
                  </a:lnTo>
                  <a:lnTo>
                    <a:pt x="37822" y="87461"/>
                  </a:lnTo>
                  <a:lnTo>
                    <a:pt x="37822" y="140448"/>
                  </a:lnTo>
                  <a:cubicBezTo>
                    <a:pt x="37822" y="144278"/>
                    <a:pt x="40378" y="146832"/>
                    <a:pt x="44212" y="146832"/>
                  </a:cubicBezTo>
                  <a:cubicBezTo>
                    <a:pt x="48046" y="146832"/>
                    <a:pt x="50602" y="144278"/>
                    <a:pt x="50602" y="140448"/>
                  </a:cubicBezTo>
                  <a:lnTo>
                    <a:pt x="50602" y="87461"/>
                  </a:lnTo>
                  <a:lnTo>
                    <a:pt x="51880" y="87461"/>
                  </a:lnTo>
                  <a:cubicBezTo>
                    <a:pt x="55714" y="87461"/>
                    <a:pt x="58270" y="84907"/>
                    <a:pt x="58270" y="81077"/>
                  </a:cubicBezTo>
                  <a:cubicBezTo>
                    <a:pt x="58270" y="80438"/>
                    <a:pt x="58270" y="80438"/>
                    <a:pt x="58270" y="79800"/>
                  </a:cubicBezTo>
                  <a:lnTo>
                    <a:pt x="43573" y="5107"/>
                  </a:lnTo>
                  <a:cubicBezTo>
                    <a:pt x="41656" y="2554"/>
                    <a:pt x="39100" y="0"/>
                    <a:pt x="35905" y="0"/>
                  </a:cubicBezTo>
                  <a:close/>
                  <a:moveTo>
                    <a:pt x="14179" y="74693"/>
                  </a:moveTo>
                  <a:lnTo>
                    <a:pt x="26320" y="12768"/>
                  </a:lnTo>
                  <a:lnTo>
                    <a:pt x="30793" y="12768"/>
                  </a:lnTo>
                  <a:lnTo>
                    <a:pt x="42934" y="74693"/>
                  </a:lnTo>
                  <a:lnTo>
                    <a:pt x="14179" y="74693"/>
                  </a:lnTo>
                  <a:close/>
                </a:path>
              </a:pathLst>
            </a:custGeom>
            <a:solidFill>
              <a:srgbClr val="00ABAB"/>
            </a:solidFill>
            <a:ln w="6390" cap="flat">
              <a:noFill/>
              <a:prstDash val="solid"/>
              <a:miter/>
            </a:ln>
          </p:spPr>
          <p:txBody>
            <a:bodyPr rtlCol="0" anchor="ctr"/>
            <a:lstStyle/>
            <a:p>
              <a:endParaRPr lang="en-US"/>
            </a:p>
          </p:txBody>
        </p:sp>
        <p:sp>
          <p:nvSpPr>
            <p:cNvPr id="401" name="Graphic 4">
              <a:extLst>
                <a:ext uri="{FF2B5EF4-FFF2-40B4-BE49-F238E27FC236}">
                  <a16:creationId xmlns:a16="http://schemas.microsoft.com/office/drawing/2014/main" id="{55135CB6-3539-0442-B97D-BC50B5B10A29}"/>
                </a:ext>
              </a:extLst>
            </p:cNvPr>
            <p:cNvSpPr/>
            <p:nvPr/>
          </p:nvSpPr>
          <p:spPr>
            <a:xfrm>
              <a:off x="4899164" y="3418146"/>
              <a:ext cx="42173" cy="42134"/>
            </a:xfrm>
            <a:custGeom>
              <a:avLst/>
              <a:gdLst>
                <a:gd name="connsiteX0" fmla="*/ 21087 w 42173"/>
                <a:gd name="connsiteY0" fmla="*/ 42135 h 42134"/>
                <a:gd name="connsiteX1" fmla="*/ 42173 w 42173"/>
                <a:gd name="connsiteY1" fmla="*/ 21067 h 42134"/>
                <a:gd name="connsiteX2" fmla="*/ 21087 w 42173"/>
                <a:gd name="connsiteY2" fmla="*/ 0 h 42134"/>
                <a:gd name="connsiteX3" fmla="*/ 0 w 42173"/>
                <a:gd name="connsiteY3" fmla="*/ 21067 h 42134"/>
                <a:gd name="connsiteX4" fmla="*/ 21087 w 42173"/>
                <a:gd name="connsiteY4" fmla="*/ 42135 h 42134"/>
                <a:gd name="connsiteX5" fmla="*/ 21087 w 42173"/>
                <a:gd name="connsiteY5" fmla="*/ 12130 h 42134"/>
                <a:gd name="connsiteX6" fmla="*/ 29394 w 42173"/>
                <a:gd name="connsiteY6" fmla="*/ 20429 h 42134"/>
                <a:gd name="connsiteX7" fmla="*/ 21087 w 42173"/>
                <a:gd name="connsiteY7" fmla="*/ 28728 h 42134"/>
                <a:gd name="connsiteX8" fmla="*/ 12780 w 42173"/>
                <a:gd name="connsiteY8" fmla="*/ 20429 h 42134"/>
                <a:gd name="connsiteX9" fmla="*/ 21087 w 42173"/>
                <a:gd name="connsiteY9" fmla="*/ 12130 h 42134"/>
                <a:gd name="connsiteX10" fmla="*/ 21087 w 42173"/>
                <a:gd name="connsiteY10" fmla="*/ 12130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173" h="42134">
                  <a:moveTo>
                    <a:pt x="21087" y="42135"/>
                  </a:moveTo>
                  <a:cubicBezTo>
                    <a:pt x="32589" y="42135"/>
                    <a:pt x="42173" y="32559"/>
                    <a:pt x="42173" y="21067"/>
                  </a:cubicBezTo>
                  <a:cubicBezTo>
                    <a:pt x="42173" y="9576"/>
                    <a:pt x="32589" y="0"/>
                    <a:pt x="21087" y="0"/>
                  </a:cubicBezTo>
                  <a:cubicBezTo>
                    <a:pt x="9585" y="0"/>
                    <a:pt x="0" y="9576"/>
                    <a:pt x="0" y="21067"/>
                  </a:cubicBezTo>
                  <a:cubicBezTo>
                    <a:pt x="0" y="32559"/>
                    <a:pt x="9585" y="42135"/>
                    <a:pt x="21087" y="42135"/>
                  </a:cubicBezTo>
                  <a:close/>
                  <a:moveTo>
                    <a:pt x="21087" y="12130"/>
                  </a:moveTo>
                  <a:cubicBezTo>
                    <a:pt x="25560" y="12130"/>
                    <a:pt x="29394" y="15960"/>
                    <a:pt x="29394" y="20429"/>
                  </a:cubicBezTo>
                  <a:cubicBezTo>
                    <a:pt x="29394" y="24898"/>
                    <a:pt x="25560" y="28728"/>
                    <a:pt x="21087" y="28728"/>
                  </a:cubicBezTo>
                  <a:cubicBezTo>
                    <a:pt x="16614" y="28728"/>
                    <a:pt x="12780" y="24898"/>
                    <a:pt x="12780" y="20429"/>
                  </a:cubicBezTo>
                  <a:cubicBezTo>
                    <a:pt x="12780" y="15960"/>
                    <a:pt x="16614" y="12130"/>
                    <a:pt x="21087" y="12130"/>
                  </a:cubicBezTo>
                  <a:lnTo>
                    <a:pt x="21087" y="12130"/>
                  </a:lnTo>
                  <a:close/>
                </a:path>
              </a:pathLst>
            </a:custGeom>
            <a:solidFill>
              <a:srgbClr val="00ABAB"/>
            </a:solidFill>
            <a:ln w="6390" cap="flat">
              <a:noFill/>
              <a:prstDash val="solid"/>
              <a:miter/>
            </a:ln>
          </p:spPr>
          <p:txBody>
            <a:bodyPr rtlCol="0" anchor="ctr"/>
            <a:lstStyle/>
            <a:p>
              <a:endParaRPr lang="en-US"/>
            </a:p>
          </p:txBody>
        </p:sp>
        <p:sp>
          <p:nvSpPr>
            <p:cNvPr id="402" name="Graphic 4">
              <a:extLst>
                <a:ext uri="{FF2B5EF4-FFF2-40B4-BE49-F238E27FC236}">
                  <a16:creationId xmlns:a16="http://schemas.microsoft.com/office/drawing/2014/main" id="{B888E701-C623-1F4B-B7EA-500DA743D0D6}"/>
                </a:ext>
              </a:extLst>
            </p:cNvPr>
            <p:cNvSpPr/>
            <p:nvPr/>
          </p:nvSpPr>
          <p:spPr>
            <a:xfrm>
              <a:off x="4742611" y="3476879"/>
              <a:ext cx="58148" cy="146831"/>
            </a:xfrm>
            <a:custGeom>
              <a:avLst/>
              <a:gdLst>
                <a:gd name="connsiteX0" fmla="*/ 51119 w 58148"/>
                <a:gd name="connsiteY0" fmla="*/ 0 h 146831"/>
                <a:gd name="connsiteX1" fmla="*/ 6390 w 58148"/>
                <a:gd name="connsiteY1" fmla="*/ 0 h 146831"/>
                <a:gd name="connsiteX2" fmla="*/ 0 w 58148"/>
                <a:gd name="connsiteY2" fmla="*/ 6384 h 146831"/>
                <a:gd name="connsiteX3" fmla="*/ 0 w 58148"/>
                <a:gd name="connsiteY3" fmla="*/ 65755 h 146831"/>
                <a:gd name="connsiteX4" fmla="*/ 6390 w 58148"/>
                <a:gd name="connsiteY4" fmla="*/ 72139 h 146831"/>
                <a:gd name="connsiteX5" fmla="*/ 7668 w 58148"/>
                <a:gd name="connsiteY5" fmla="*/ 72139 h 146831"/>
                <a:gd name="connsiteX6" fmla="*/ 7668 w 58148"/>
                <a:gd name="connsiteY6" fmla="*/ 140448 h 146831"/>
                <a:gd name="connsiteX7" fmla="*/ 14058 w 58148"/>
                <a:gd name="connsiteY7" fmla="*/ 146832 h 146831"/>
                <a:gd name="connsiteX8" fmla="*/ 20448 w 58148"/>
                <a:gd name="connsiteY8" fmla="*/ 140448 h 146831"/>
                <a:gd name="connsiteX9" fmla="*/ 20448 w 58148"/>
                <a:gd name="connsiteY9" fmla="*/ 72778 h 146831"/>
                <a:gd name="connsiteX10" fmla="*/ 37700 w 58148"/>
                <a:gd name="connsiteY10" fmla="*/ 72778 h 146831"/>
                <a:gd name="connsiteX11" fmla="*/ 37700 w 58148"/>
                <a:gd name="connsiteY11" fmla="*/ 140448 h 146831"/>
                <a:gd name="connsiteX12" fmla="*/ 44090 w 58148"/>
                <a:gd name="connsiteY12" fmla="*/ 146832 h 146831"/>
                <a:gd name="connsiteX13" fmla="*/ 50480 w 58148"/>
                <a:gd name="connsiteY13" fmla="*/ 140448 h 146831"/>
                <a:gd name="connsiteX14" fmla="*/ 50480 w 58148"/>
                <a:gd name="connsiteY14" fmla="*/ 72778 h 146831"/>
                <a:gd name="connsiteX15" fmla="*/ 51758 w 58148"/>
                <a:gd name="connsiteY15" fmla="*/ 72778 h 146831"/>
                <a:gd name="connsiteX16" fmla="*/ 58148 w 58148"/>
                <a:gd name="connsiteY16" fmla="*/ 66394 h 146831"/>
                <a:gd name="connsiteX17" fmla="*/ 58148 w 58148"/>
                <a:gd name="connsiteY17" fmla="*/ 6384 h 146831"/>
                <a:gd name="connsiteX18" fmla="*/ 51119 w 58148"/>
                <a:gd name="connsiteY18" fmla="*/ 0 h 146831"/>
                <a:gd name="connsiteX19" fmla="*/ 12780 w 58148"/>
                <a:gd name="connsiteY19" fmla="*/ 12768 h 146831"/>
                <a:gd name="connsiteX20" fmla="*/ 44730 w 58148"/>
                <a:gd name="connsiteY20" fmla="*/ 12768 h 146831"/>
                <a:gd name="connsiteX21" fmla="*/ 44730 w 58148"/>
                <a:gd name="connsiteY21" fmla="*/ 59371 h 146831"/>
                <a:gd name="connsiteX22" fmla="*/ 12780 w 58148"/>
                <a:gd name="connsiteY22" fmla="*/ 59371 h 146831"/>
                <a:gd name="connsiteX23" fmla="*/ 12780 w 58148"/>
                <a:gd name="connsiteY23" fmla="*/ 12768 h 146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8148" h="146831">
                  <a:moveTo>
                    <a:pt x="51119" y="0"/>
                  </a:moveTo>
                  <a:lnTo>
                    <a:pt x="6390" y="0"/>
                  </a:lnTo>
                  <a:cubicBezTo>
                    <a:pt x="2556" y="0"/>
                    <a:pt x="0" y="2554"/>
                    <a:pt x="0" y="6384"/>
                  </a:cubicBezTo>
                  <a:lnTo>
                    <a:pt x="0" y="65755"/>
                  </a:lnTo>
                  <a:cubicBezTo>
                    <a:pt x="0" y="69586"/>
                    <a:pt x="2556" y="72139"/>
                    <a:pt x="6390" y="72139"/>
                  </a:cubicBezTo>
                  <a:lnTo>
                    <a:pt x="7668" y="72139"/>
                  </a:lnTo>
                  <a:lnTo>
                    <a:pt x="7668" y="140448"/>
                  </a:lnTo>
                  <a:cubicBezTo>
                    <a:pt x="7668" y="144278"/>
                    <a:pt x="10224" y="146832"/>
                    <a:pt x="14058" y="146832"/>
                  </a:cubicBezTo>
                  <a:cubicBezTo>
                    <a:pt x="17892" y="146832"/>
                    <a:pt x="20448" y="144278"/>
                    <a:pt x="20448" y="140448"/>
                  </a:cubicBezTo>
                  <a:lnTo>
                    <a:pt x="20448" y="72778"/>
                  </a:lnTo>
                  <a:lnTo>
                    <a:pt x="37700" y="72778"/>
                  </a:lnTo>
                  <a:lnTo>
                    <a:pt x="37700" y="140448"/>
                  </a:lnTo>
                  <a:cubicBezTo>
                    <a:pt x="37700" y="144278"/>
                    <a:pt x="40257" y="146832"/>
                    <a:pt x="44090" y="146832"/>
                  </a:cubicBezTo>
                  <a:cubicBezTo>
                    <a:pt x="47925" y="146832"/>
                    <a:pt x="50480" y="144278"/>
                    <a:pt x="50480" y="140448"/>
                  </a:cubicBezTo>
                  <a:lnTo>
                    <a:pt x="50480" y="72778"/>
                  </a:lnTo>
                  <a:lnTo>
                    <a:pt x="51758" y="72778"/>
                  </a:lnTo>
                  <a:cubicBezTo>
                    <a:pt x="55593" y="72778"/>
                    <a:pt x="58148" y="70224"/>
                    <a:pt x="58148" y="66394"/>
                  </a:cubicBezTo>
                  <a:lnTo>
                    <a:pt x="58148" y="6384"/>
                  </a:lnTo>
                  <a:cubicBezTo>
                    <a:pt x="57509" y="3192"/>
                    <a:pt x="54953" y="638"/>
                    <a:pt x="51119" y="0"/>
                  </a:cubicBezTo>
                  <a:close/>
                  <a:moveTo>
                    <a:pt x="12780" y="12768"/>
                  </a:moveTo>
                  <a:lnTo>
                    <a:pt x="44730" y="12768"/>
                  </a:lnTo>
                  <a:lnTo>
                    <a:pt x="44730" y="59371"/>
                  </a:lnTo>
                  <a:lnTo>
                    <a:pt x="12780" y="59371"/>
                  </a:lnTo>
                  <a:lnTo>
                    <a:pt x="12780" y="12768"/>
                  </a:lnTo>
                  <a:close/>
                </a:path>
              </a:pathLst>
            </a:custGeom>
            <a:solidFill>
              <a:srgbClr val="00ABAB"/>
            </a:solidFill>
            <a:ln w="6390" cap="flat">
              <a:noFill/>
              <a:prstDash val="solid"/>
              <a:miter/>
            </a:ln>
          </p:spPr>
          <p:txBody>
            <a:bodyPr rtlCol="0" anchor="ctr"/>
            <a:lstStyle/>
            <a:p>
              <a:endParaRPr lang="en-US"/>
            </a:p>
          </p:txBody>
        </p:sp>
        <p:sp>
          <p:nvSpPr>
            <p:cNvPr id="403" name="Graphic 4">
              <a:extLst>
                <a:ext uri="{FF2B5EF4-FFF2-40B4-BE49-F238E27FC236}">
                  <a16:creationId xmlns:a16="http://schemas.microsoft.com/office/drawing/2014/main" id="{FD593FFF-CB36-744A-98B0-8E8BA05AF7E9}"/>
                </a:ext>
              </a:extLst>
            </p:cNvPr>
            <p:cNvSpPr/>
            <p:nvPr/>
          </p:nvSpPr>
          <p:spPr>
            <a:xfrm>
              <a:off x="4750279" y="3418146"/>
              <a:ext cx="42173" cy="42134"/>
            </a:xfrm>
            <a:custGeom>
              <a:avLst/>
              <a:gdLst>
                <a:gd name="connsiteX0" fmla="*/ 21087 w 42173"/>
                <a:gd name="connsiteY0" fmla="*/ 42135 h 42134"/>
                <a:gd name="connsiteX1" fmla="*/ 42173 w 42173"/>
                <a:gd name="connsiteY1" fmla="*/ 21067 h 42134"/>
                <a:gd name="connsiteX2" fmla="*/ 21087 w 42173"/>
                <a:gd name="connsiteY2" fmla="*/ 0 h 42134"/>
                <a:gd name="connsiteX3" fmla="*/ 0 w 42173"/>
                <a:gd name="connsiteY3" fmla="*/ 21067 h 42134"/>
                <a:gd name="connsiteX4" fmla="*/ 21087 w 42173"/>
                <a:gd name="connsiteY4" fmla="*/ 42135 h 42134"/>
                <a:gd name="connsiteX5" fmla="*/ 21087 w 42173"/>
                <a:gd name="connsiteY5" fmla="*/ 42135 h 42134"/>
                <a:gd name="connsiteX6" fmla="*/ 21087 w 42173"/>
                <a:gd name="connsiteY6" fmla="*/ 12130 h 42134"/>
                <a:gd name="connsiteX7" fmla="*/ 29394 w 42173"/>
                <a:gd name="connsiteY7" fmla="*/ 20429 h 42134"/>
                <a:gd name="connsiteX8" fmla="*/ 21087 w 42173"/>
                <a:gd name="connsiteY8" fmla="*/ 28728 h 42134"/>
                <a:gd name="connsiteX9" fmla="*/ 12780 w 42173"/>
                <a:gd name="connsiteY9" fmla="*/ 20429 h 42134"/>
                <a:gd name="connsiteX10" fmla="*/ 21087 w 42173"/>
                <a:gd name="connsiteY10" fmla="*/ 12130 h 42134"/>
                <a:gd name="connsiteX11" fmla="*/ 21087 w 42173"/>
                <a:gd name="connsiteY11" fmla="*/ 12130 h 42134"/>
                <a:gd name="connsiteX12" fmla="*/ 21087 w 42173"/>
                <a:gd name="connsiteY12" fmla="*/ 12130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173" h="42134">
                  <a:moveTo>
                    <a:pt x="21087" y="42135"/>
                  </a:moveTo>
                  <a:cubicBezTo>
                    <a:pt x="32589" y="42135"/>
                    <a:pt x="42173" y="32559"/>
                    <a:pt x="42173" y="21067"/>
                  </a:cubicBezTo>
                  <a:cubicBezTo>
                    <a:pt x="42173" y="9576"/>
                    <a:pt x="32589" y="0"/>
                    <a:pt x="21087" y="0"/>
                  </a:cubicBezTo>
                  <a:cubicBezTo>
                    <a:pt x="9585" y="0"/>
                    <a:pt x="0" y="9576"/>
                    <a:pt x="0" y="21067"/>
                  </a:cubicBezTo>
                  <a:cubicBezTo>
                    <a:pt x="0" y="32559"/>
                    <a:pt x="9585" y="42135"/>
                    <a:pt x="21087" y="42135"/>
                  </a:cubicBezTo>
                  <a:cubicBezTo>
                    <a:pt x="21087" y="42135"/>
                    <a:pt x="21087" y="42135"/>
                    <a:pt x="21087" y="42135"/>
                  </a:cubicBezTo>
                  <a:close/>
                  <a:moveTo>
                    <a:pt x="21087" y="12130"/>
                  </a:moveTo>
                  <a:cubicBezTo>
                    <a:pt x="25560" y="12130"/>
                    <a:pt x="29394" y="15960"/>
                    <a:pt x="29394" y="20429"/>
                  </a:cubicBezTo>
                  <a:cubicBezTo>
                    <a:pt x="29394" y="24898"/>
                    <a:pt x="25560" y="28728"/>
                    <a:pt x="21087" y="28728"/>
                  </a:cubicBezTo>
                  <a:cubicBezTo>
                    <a:pt x="16614" y="28728"/>
                    <a:pt x="12780" y="24898"/>
                    <a:pt x="12780" y="20429"/>
                  </a:cubicBezTo>
                  <a:cubicBezTo>
                    <a:pt x="12780" y="15960"/>
                    <a:pt x="16614" y="12130"/>
                    <a:pt x="21087" y="12130"/>
                  </a:cubicBezTo>
                  <a:cubicBezTo>
                    <a:pt x="21087" y="12130"/>
                    <a:pt x="21087" y="12130"/>
                    <a:pt x="21087" y="12130"/>
                  </a:cubicBezTo>
                  <a:lnTo>
                    <a:pt x="21087" y="12130"/>
                  </a:lnTo>
                  <a:close/>
                </a:path>
              </a:pathLst>
            </a:custGeom>
            <a:solidFill>
              <a:srgbClr val="00ABAB"/>
            </a:solidFill>
            <a:ln w="6390" cap="flat">
              <a:noFill/>
              <a:prstDash val="solid"/>
              <a:miter/>
            </a:ln>
          </p:spPr>
          <p:txBody>
            <a:bodyPr rtlCol="0" anchor="ctr"/>
            <a:lstStyle/>
            <a:p>
              <a:endParaRPr lang="en-US"/>
            </a:p>
          </p:txBody>
        </p:sp>
        <p:sp>
          <p:nvSpPr>
            <p:cNvPr id="404" name="Graphic 4">
              <a:extLst>
                <a:ext uri="{FF2B5EF4-FFF2-40B4-BE49-F238E27FC236}">
                  <a16:creationId xmlns:a16="http://schemas.microsoft.com/office/drawing/2014/main" id="{83B83239-9ACA-C240-A04F-CE5A91296A30}"/>
                </a:ext>
              </a:extLst>
            </p:cNvPr>
            <p:cNvSpPr/>
            <p:nvPr/>
          </p:nvSpPr>
          <p:spPr>
            <a:xfrm>
              <a:off x="4817373" y="3476879"/>
              <a:ext cx="58148" cy="146831"/>
            </a:xfrm>
            <a:custGeom>
              <a:avLst/>
              <a:gdLst>
                <a:gd name="connsiteX0" fmla="*/ 51119 w 58148"/>
                <a:gd name="connsiteY0" fmla="*/ 0 h 146831"/>
                <a:gd name="connsiteX1" fmla="*/ 6390 w 58148"/>
                <a:gd name="connsiteY1" fmla="*/ 0 h 146831"/>
                <a:gd name="connsiteX2" fmla="*/ 0 w 58148"/>
                <a:gd name="connsiteY2" fmla="*/ 6384 h 146831"/>
                <a:gd name="connsiteX3" fmla="*/ 0 w 58148"/>
                <a:gd name="connsiteY3" fmla="*/ 65755 h 146831"/>
                <a:gd name="connsiteX4" fmla="*/ 6390 w 58148"/>
                <a:gd name="connsiteY4" fmla="*/ 72139 h 146831"/>
                <a:gd name="connsiteX5" fmla="*/ 7668 w 58148"/>
                <a:gd name="connsiteY5" fmla="*/ 72139 h 146831"/>
                <a:gd name="connsiteX6" fmla="*/ 7668 w 58148"/>
                <a:gd name="connsiteY6" fmla="*/ 140448 h 146831"/>
                <a:gd name="connsiteX7" fmla="*/ 14058 w 58148"/>
                <a:gd name="connsiteY7" fmla="*/ 146832 h 146831"/>
                <a:gd name="connsiteX8" fmla="*/ 20447 w 58148"/>
                <a:gd name="connsiteY8" fmla="*/ 140448 h 146831"/>
                <a:gd name="connsiteX9" fmla="*/ 20447 w 58148"/>
                <a:gd name="connsiteY9" fmla="*/ 72778 h 146831"/>
                <a:gd name="connsiteX10" fmla="*/ 37700 w 58148"/>
                <a:gd name="connsiteY10" fmla="*/ 72778 h 146831"/>
                <a:gd name="connsiteX11" fmla="*/ 37700 w 58148"/>
                <a:gd name="connsiteY11" fmla="*/ 140448 h 146831"/>
                <a:gd name="connsiteX12" fmla="*/ 44090 w 58148"/>
                <a:gd name="connsiteY12" fmla="*/ 146832 h 146831"/>
                <a:gd name="connsiteX13" fmla="*/ 50480 w 58148"/>
                <a:gd name="connsiteY13" fmla="*/ 140448 h 146831"/>
                <a:gd name="connsiteX14" fmla="*/ 50480 w 58148"/>
                <a:gd name="connsiteY14" fmla="*/ 72778 h 146831"/>
                <a:gd name="connsiteX15" fmla="*/ 51758 w 58148"/>
                <a:gd name="connsiteY15" fmla="*/ 72778 h 146831"/>
                <a:gd name="connsiteX16" fmla="*/ 58148 w 58148"/>
                <a:gd name="connsiteY16" fmla="*/ 66394 h 146831"/>
                <a:gd name="connsiteX17" fmla="*/ 58148 w 58148"/>
                <a:gd name="connsiteY17" fmla="*/ 6384 h 146831"/>
                <a:gd name="connsiteX18" fmla="*/ 51119 w 58148"/>
                <a:gd name="connsiteY18" fmla="*/ 0 h 146831"/>
                <a:gd name="connsiteX19" fmla="*/ 12780 w 58148"/>
                <a:gd name="connsiteY19" fmla="*/ 12768 h 146831"/>
                <a:gd name="connsiteX20" fmla="*/ 44730 w 58148"/>
                <a:gd name="connsiteY20" fmla="*/ 12768 h 146831"/>
                <a:gd name="connsiteX21" fmla="*/ 44730 w 58148"/>
                <a:gd name="connsiteY21" fmla="*/ 59371 h 146831"/>
                <a:gd name="connsiteX22" fmla="*/ 12780 w 58148"/>
                <a:gd name="connsiteY22" fmla="*/ 59371 h 146831"/>
                <a:gd name="connsiteX23" fmla="*/ 12780 w 58148"/>
                <a:gd name="connsiteY23" fmla="*/ 12768 h 146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8148" h="146831">
                  <a:moveTo>
                    <a:pt x="51119" y="0"/>
                  </a:moveTo>
                  <a:lnTo>
                    <a:pt x="6390" y="0"/>
                  </a:lnTo>
                  <a:cubicBezTo>
                    <a:pt x="2556" y="0"/>
                    <a:pt x="0" y="2554"/>
                    <a:pt x="0" y="6384"/>
                  </a:cubicBezTo>
                  <a:lnTo>
                    <a:pt x="0" y="65755"/>
                  </a:lnTo>
                  <a:cubicBezTo>
                    <a:pt x="0" y="69586"/>
                    <a:pt x="2556" y="72139"/>
                    <a:pt x="6390" y="72139"/>
                  </a:cubicBezTo>
                  <a:lnTo>
                    <a:pt x="7668" y="72139"/>
                  </a:lnTo>
                  <a:lnTo>
                    <a:pt x="7668" y="140448"/>
                  </a:lnTo>
                  <a:cubicBezTo>
                    <a:pt x="7668" y="144278"/>
                    <a:pt x="10224" y="146832"/>
                    <a:pt x="14058" y="146832"/>
                  </a:cubicBezTo>
                  <a:cubicBezTo>
                    <a:pt x="17892" y="146832"/>
                    <a:pt x="20447" y="144278"/>
                    <a:pt x="20447" y="140448"/>
                  </a:cubicBezTo>
                  <a:lnTo>
                    <a:pt x="20447" y="72778"/>
                  </a:lnTo>
                  <a:lnTo>
                    <a:pt x="37700" y="72778"/>
                  </a:lnTo>
                  <a:lnTo>
                    <a:pt x="37700" y="140448"/>
                  </a:lnTo>
                  <a:cubicBezTo>
                    <a:pt x="37700" y="144278"/>
                    <a:pt x="40257" y="146832"/>
                    <a:pt x="44090" y="146832"/>
                  </a:cubicBezTo>
                  <a:cubicBezTo>
                    <a:pt x="47925" y="146832"/>
                    <a:pt x="50480" y="144278"/>
                    <a:pt x="50480" y="140448"/>
                  </a:cubicBezTo>
                  <a:lnTo>
                    <a:pt x="50480" y="72778"/>
                  </a:lnTo>
                  <a:lnTo>
                    <a:pt x="51758" y="72778"/>
                  </a:lnTo>
                  <a:cubicBezTo>
                    <a:pt x="55592" y="72778"/>
                    <a:pt x="58148" y="70224"/>
                    <a:pt x="58148" y="66394"/>
                  </a:cubicBezTo>
                  <a:lnTo>
                    <a:pt x="58148" y="6384"/>
                  </a:lnTo>
                  <a:cubicBezTo>
                    <a:pt x="57509" y="3192"/>
                    <a:pt x="54314" y="638"/>
                    <a:pt x="51119" y="0"/>
                  </a:cubicBezTo>
                  <a:close/>
                  <a:moveTo>
                    <a:pt x="12780" y="12768"/>
                  </a:moveTo>
                  <a:lnTo>
                    <a:pt x="44730" y="12768"/>
                  </a:lnTo>
                  <a:lnTo>
                    <a:pt x="44730" y="59371"/>
                  </a:lnTo>
                  <a:lnTo>
                    <a:pt x="12780" y="59371"/>
                  </a:lnTo>
                  <a:lnTo>
                    <a:pt x="12780" y="12768"/>
                  </a:lnTo>
                  <a:close/>
                </a:path>
              </a:pathLst>
            </a:custGeom>
            <a:solidFill>
              <a:srgbClr val="00ABAB"/>
            </a:solidFill>
            <a:ln w="6390" cap="flat">
              <a:noFill/>
              <a:prstDash val="solid"/>
              <a:miter/>
            </a:ln>
          </p:spPr>
          <p:txBody>
            <a:bodyPr rtlCol="0" anchor="ctr"/>
            <a:lstStyle/>
            <a:p>
              <a:endParaRPr lang="en-US"/>
            </a:p>
          </p:txBody>
        </p:sp>
        <p:sp>
          <p:nvSpPr>
            <p:cNvPr id="405" name="Graphic 4">
              <a:extLst>
                <a:ext uri="{FF2B5EF4-FFF2-40B4-BE49-F238E27FC236}">
                  <a16:creationId xmlns:a16="http://schemas.microsoft.com/office/drawing/2014/main" id="{8D6A4DC7-823D-A546-83BF-AEE1ABD560DC}"/>
                </a:ext>
              </a:extLst>
            </p:cNvPr>
            <p:cNvSpPr/>
            <p:nvPr/>
          </p:nvSpPr>
          <p:spPr>
            <a:xfrm>
              <a:off x="4825041" y="3418146"/>
              <a:ext cx="42173" cy="42134"/>
            </a:xfrm>
            <a:custGeom>
              <a:avLst/>
              <a:gdLst>
                <a:gd name="connsiteX0" fmla="*/ 21087 w 42173"/>
                <a:gd name="connsiteY0" fmla="*/ 42135 h 42134"/>
                <a:gd name="connsiteX1" fmla="*/ 42174 w 42173"/>
                <a:gd name="connsiteY1" fmla="*/ 21067 h 42134"/>
                <a:gd name="connsiteX2" fmla="*/ 21087 w 42173"/>
                <a:gd name="connsiteY2" fmla="*/ 0 h 42134"/>
                <a:gd name="connsiteX3" fmla="*/ 0 w 42173"/>
                <a:gd name="connsiteY3" fmla="*/ 21067 h 42134"/>
                <a:gd name="connsiteX4" fmla="*/ 21087 w 42173"/>
                <a:gd name="connsiteY4" fmla="*/ 42135 h 42134"/>
                <a:gd name="connsiteX5" fmla="*/ 21087 w 42173"/>
                <a:gd name="connsiteY5" fmla="*/ 42135 h 42134"/>
                <a:gd name="connsiteX6" fmla="*/ 21087 w 42173"/>
                <a:gd name="connsiteY6" fmla="*/ 12130 h 42134"/>
                <a:gd name="connsiteX7" fmla="*/ 29394 w 42173"/>
                <a:gd name="connsiteY7" fmla="*/ 20429 h 42134"/>
                <a:gd name="connsiteX8" fmla="*/ 21087 w 42173"/>
                <a:gd name="connsiteY8" fmla="*/ 28728 h 42134"/>
                <a:gd name="connsiteX9" fmla="*/ 12780 w 42173"/>
                <a:gd name="connsiteY9" fmla="*/ 20429 h 42134"/>
                <a:gd name="connsiteX10" fmla="*/ 21087 w 42173"/>
                <a:gd name="connsiteY10" fmla="*/ 12130 h 42134"/>
                <a:gd name="connsiteX11" fmla="*/ 21087 w 42173"/>
                <a:gd name="connsiteY11" fmla="*/ 12130 h 42134"/>
                <a:gd name="connsiteX12" fmla="*/ 21087 w 42173"/>
                <a:gd name="connsiteY12" fmla="*/ 12130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173" h="42134">
                  <a:moveTo>
                    <a:pt x="21087" y="42135"/>
                  </a:moveTo>
                  <a:cubicBezTo>
                    <a:pt x="32589" y="42135"/>
                    <a:pt x="42174" y="32559"/>
                    <a:pt x="42174" y="21067"/>
                  </a:cubicBezTo>
                  <a:cubicBezTo>
                    <a:pt x="42174" y="9576"/>
                    <a:pt x="32589" y="0"/>
                    <a:pt x="21087" y="0"/>
                  </a:cubicBezTo>
                  <a:cubicBezTo>
                    <a:pt x="9585" y="0"/>
                    <a:pt x="0" y="9576"/>
                    <a:pt x="0" y="21067"/>
                  </a:cubicBezTo>
                  <a:cubicBezTo>
                    <a:pt x="0" y="32559"/>
                    <a:pt x="8946" y="42135"/>
                    <a:pt x="21087" y="42135"/>
                  </a:cubicBezTo>
                  <a:cubicBezTo>
                    <a:pt x="21087" y="42135"/>
                    <a:pt x="21087" y="42135"/>
                    <a:pt x="21087" y="42135"/>
                  </a:cubicBezTo>
                  <a:close/>
                  <a:moveTo>
                    <a:pt x="21087" y="12130"/>
                  </a:moveTo>
                  <a:cubicBezTo>
                    <a:pt x="25560" y="12130"/>
                    <a:pt x="29394" y="15960"/>
                    <a:pt x="29394" y="20429"/>
                  </a:cubicBezTo>
                  <a:cubicBezTo>
                    <a:pt x="29394" y="24898"/>
                    <a:pt x="25560" y="28728"/>
                    <a:pt x="21087" y="28728"/>
                  </a:cubicBezTo>
                  <a:cubicBezTo>
                    <a:pt x="16614" y="28728"/>
                    <a:pt x="12780" y="24898"/>
                    <a:pt x="12780" y="20429"/>
                  </a:cubicBezTo>
                  <a:cubicBezTo>
                    <a:pt x="12141" y="15960"/>
                    <a:pt x="15975" y="12130"/>
                    <a:pt x="21087" y="12130"/>
                  </a:cubicBezTo>
                  <a:cubicBezTo>
                    <a:pt x="21087" y="12130"/>
                    <a:pt x="21087" y="12130"/>
                    <a:pt x="21087" y="12130"/>
                  </a:cubicBezTo>
                  <a:lnTo>
                    <a:pt x="21087" y="12130"/>
                  </a:lnTo>
                  <a:close/>
                </a:path>
              </a:pathLst>
            </a:custGeom>
            <a:solidFill>
              <a:srgbClr val="00ABAB"/>
            </a:solidFill>
            <a:ln w="6390" cap="flat">
              <a:noFill/>
              <a:prstDash val="solid"/>
              <a:miter/>
            </a:ln>
          </p:spPr>
          <p:txBody>
            <a:bodyPr rtlCol="0" anchor="ctr"/>
            <a:lstStyle/>
            <a:p>
              <a:endParaRPr lang="en-US"/>
            </a:p>
          </p:txBody>
        </p:sp>
      </p:grpSp>
      <p:grpSp>
        <p:nvGrpSpPr>
          <p:cNvPr id="406" name="Graphic 4">
            <a:extLst>
              <a:ext uri="{FF2B5EF4-FFF2-40B4-BE49-F238E27FC236}">
                <a16:creationId xmlns:a16="http://schemas.microsoft.com/office/drawing/2014/main" id="{677939F1-6812-A34C-BBA8-CCE570F9A9DE}"/>
              </a:ext>
            </a:extLst>
          </p:cNvPr>
          <p:cNvGrpSpPr>
            <a:grpSpLocks noChangeAspect="1"/>
          </p:cNvGrpSpPr>
          <p:nvPr/>
        </p:nvGrpSpPr>
        <p:grpSpPr>
          <a:xfrm>
            <a:off x="4660820" y="2855717"/>
            <a:ext cx="362312" cy="361971"/>
            <a:chOff x="4660820" y="2855717"/>
            <a:chExt cx="362312" cy="361971"/>
          </a:xfrm>
          <a:solidFill>
            <a:srgbClr val="00ABAB"/>
          </a:solidFill>
        </p:grpSpPr>
        <p:sp>
          <p:nvSpPr>
            <p:cNvPr id="407" name="Graphic 4">
              <a:extLst>
                <a:ext uri="{FF2B5EF4-FFF2-40B4-BE49-F238E27FC236}">
                  <a16:creationId xmlns:a16="http://schemas.microsoft.com/office/drawing/2014/main" id="{69A383A4-DCB4-334B-B9B9-6916925709DA}"/>
                </a:ext>
              </a:extLst>
            </p:cNvPr>
            <p:cNvSpPr/>
            <p:nvPr/>
          </p:nvSpPr>
          <p:spPr>
            <a:xfrm>
              <a:off x="4660820" y="2855717"/>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6"/>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1076"/>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234"/>
                    <a:pt x="274767" y="348565"/>
                    <a:pt x="181474" y="349204"/>
                  </a:cubicBezTo>
                  <a:close/>
                </a:path>
              </a:pathLst>
            </a:custGeom>
            <a:solidFill>
              <a:srgbClr val="00ABAB"/>
            </a:solidFill>
            <a:ln w="6390" cap="flat">
              <a:noFill/>
              <a:prstDash val="solid"/>
              <a:miter/>
            </a:ln>
          </p:spPr>
          <p:txBody>
            <a:bodyPr rtlCol="0" anchor="ctr"/>
            <a:lstStyle/>
            <a:p>
              <a:endParaRPr lang="en-US"/>
            </a:p>
          </p:txBody>
        </p:sp>
        <p:sp>
          <p:nvSpPr>
            <p:cNvPr id="408" name="Graphic 4">
              <a:extLst>
                <a:ext uri="{FF2B5EF4-FFF2-40B4-BE49-F238E27FC236}">
                  <a16:creationId xmlns:a16="http://schemas.microsoft.com/office/drawing/2014/main" id="{1F236E38-6246-F54D-BE7B-5F796F6A1D03}"/>
                </a:ext>
              </a:extLst>
            </p:cNvPr>
            <p:cNvSpPr/>
            <p:nvPr/>
          </p:nvSpPr>
          <p:spPr>
            <a:xfrm>
              <a:off x="4740573" y="2993611"/>
              <a:ext cx="56991" cy="144916"/>
            </a:xfrm>
            <a:custGeom>
              <a:avLst/>
              <a:gdLst>
                <a:gd name="connsiteX0" fmla="*/ 35905 w 56991"/>
                <a:gd name="connsiteY0" fmla="*/ 0 h 144916"/>
                <a:gd name="connsiteX1" fmla="*/ 21208 w 56991"/>
                <a:gd name="connsiteY1" fmla="*/ 0 h 144916"/>
                <a:gd name="connsiteX2" fmla="*/ 14818 w 56991"/>
                <a:gd name="connsiteY2" fmla="*/ 5107 h 144916"/>
                <a:gd name="connsiteX3" fmla="*/ 121 w 56991"/>
                <a:gd name="connsiteY3" fmla="*/ 78523 h 144916"/>
                <a:gd name="connsiteX4" fmla="*/ 5233 w 56991"/>
                <a:gd name="connsiteY4" fmla="*/ 86184 h 144916"/>
                <a:gd name="connsiteX5" fmla="*/ 6511 w 56991"/>
                <a:gd name="connsiteY5" fmla="*/ 86184 h 144916"/>
                <a:gd name="connsiteX6" fmla="*/ 7150 w 56991"/>
                <a:gd name="connsiteY6" fmla="*/ 86184 h 144916"/>
                <a:gd name="connsiteX7" fmla="*/ 7150 w 56991"/>
                <a:gd name="connsiteY7" fmla="*/ 138533 h 144916"/>
                <a:gd name="connsiteX8" fmla="*/ 13540 w 56991"/>
                <a:gd name="connsiteY8" fmla="*/ 144916 h 144916"/>
                <a:gd name="connsiteX9" fmla="*/ 19930 w 56991"/>
                <a:gd name="connsiteY9" fmla="*/ 138533 h 144916"/>
                <a:gd name="connsiteX10" fmla="*/ 19930 w 56991"/>
                <a:gd name="connsiteY10" fmla="*/ 86184 h 144916"/>
                <a:gd name="connsiteX11" fmla="*/ 36544 w 56991"/>
                <a:gd name="connsiteY11" fmla="*/ 86184 h 144916"/>
                <a:gd name="connsiteX12" fmla="*/ 36544 w 56991"/>
                <a:gd name="connsiteY12" fmla="*/ 138533 h 144916"/>
                <a:gd name="connsiteX13" fmla="*/ 42933 w 56991"/>
                <a:gd name="connsiteY13" fmla="*/ 144916 h 144916"/>
                <a:gd name="connsiteX14" fmla="*/ 49323 w 56991"/>
                <a:gd name="connsiteY14" fmla="*/ 138533 h 144916"/>
                <a:gd name="connsiteX15" fmla="*/ 49323 w 56991"/>
                <a:gd name="connsiteY15" fmla="*/ 86184 h 144916"/>
                <a:gd name="connsiteX16" fmla="*/ 50601 w 56991"/>
                <a:gd name="connsiteY16" fmla="*/ 86184 h 144916"/>
                <a:gd name="connsiteX17" fmla="*/ 56991 w 56991"/>
                <a:gd name="connsiteY17" fmla="*/ 79800 h 144916"/>
                <a:gd name="connsiteX18" fmla="*/ 56991 w 56991"/>
                <a:gd name="connsiteY18" fmla="*/ 78523 h 144916"/>
                <a:gd name="connsiteX19" fmla="*/ 42295 w 56991"/>
                <a:gd name="connsiteY19" fmla="*/ 5107 h 144916"/>
                <a:gd name="connsiteX20" fmla="*/ 35905 w 56991"/>
                <a:gd name="connsiteY20" fmla="*/ 0 h 144916"/>
                <a:gd name="connsiteX21" fmla="*/ 14179 w 56991"/>
                <a:gd name="connsiteY21" fmla="*/ 73416 h 144916"/>
                <a:gd name="connsiteX22" fmla="*/ 26320 w 56991"/>
                <a:gd name="connsiteY22" fmla="*/ 12768 h 144916"/>
                <a:gd name="connsiteX23" fmla="*/ 30793 w 56991"/>
                <a:gd name="connsiteY23" fmla="*/ 12768 h 144916"/>
                <a:gd name="connsiteX24" fmla="*/ 42933 w 56991"/>
                <a:gd name="connsiteY24" fmla="*/ 73416 h 144916"/>
                <a:gd name="connsiteX25" fmla="*/ 14179 w 56991"/>
                <a:gd name="connsiteY25" fmla="*/ 73416 h 144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6991" h="144916">
                  <a:moveTo>
                    <a:pt x="35905" y="0"/>
                  </a:moveTo>
                  <a:lnTo>
                    <a:pt x="21208" y="0"/>
                  </a:lnTo>
                  <a:cubicBezTo>
                    <a:pt x="18013" y="0"/>
                    <a:pt x="15457" y="1915"/>
                    <a:pt x="14818" y="5107"/>
                  </a:cubicBezTo>
                  <a:lnTo>
                    <a:pt x="121" y="78523"/>
                  </a:lnTo>
                  <a:cubicBezTo>
                    <a:pt x="-518" y="81715"/>
                    <a:pt x="1399" y="85546"/>
                    <a:pt x="5233" y="86184"/>
                  </a:cubicBezTo>
                  <a:cubicBezTo>
                    <a:pt x="5872" y="86184"/>
                    <a:pt x="5872" y="86184"/>
                    <a:pt x="6511" y="86184"/>
                  </a:cubicBezTo>
                  <a:lnTo>
                    <a:pt x="7150" y="86184"/>
                  </a:lnTo>
                  <a:lnTo>
                    <a:pt x="7150" y="138533"/>
                  </a:lnTo>
                  <a:cubicBezTo>
                    <a:pt x="7150" y="142363"/>
                    <a:pt x="9706" y="144916"/>
                    <a:pt x="13540" y="144916"/>
                  </a:cubicBezTo>
                  <a:cubicBezTo>
                    <a:pt x="17374" y="144916"/>
                    <a:pt x="19930" y="142363"/>
                    <a:pt x="19930" y="138533"/>
                  </a:cubicBezTo>
                  <a:lnTo>
                    <a:pt x="19930" y="86184"/>
                  </a:lnTo>
                  <a:lnTo>
                    <a:pt x="36544" y="86184"/>
                  </a:lnTo>
                  <a:lnTo>
                    <a:pt x="36544" y="138533"/>
                  </a:lnTo>
                  <a:cubicBezTo>
                    <a:pt x="36544" y="142363"/>
                    <a:pt x="39100" y="144916"/>
                    <a:pt x="42933" y="144916"/>
                  </a:cubicBezTo>
                  <a:cubicBezTo>
                    <a:pt x="46768" y="144916"/>
                    <a:pt x="49323" y="142363"/>
                    <a:pt x="49323" y="138533"/>
                  </a:cubicBezTo>
                  <a:lnTo>
                    <a:pt x="49323" y="86184"/>
                  </a:lnTo>
                  <a:lnTo>
                    <a:pt x="50601" y="86184"/>
                  </a:lnTo>
                  <a:cubicBezTo>
                    <a:pt x="54436" y="86184"/>
                    <a:pt x="56991" y="83630"/>
                    <a:pt x="56991" y="79800"/>
                  </a:cubicBezTo>
                  <a:cubicBezTo>
                    <a:pt x="56991" y="79162"/>
                    <a:pt x="56991" y="79162"/>
                    <a:pt x="56991" y="78523"/>
                  </a:cubicBezTo>
                  <a:lnTo>
                    <a:pt x="42295" y="5107"/>
                  </a:lnTo>
                  <a:cubicBezTo>
                    <a:pt x="41017" y="1915"/>
                    <a:pt x="38461" y="0"/>
                    <a:pt x="35905" y="0"/>
                  </a:cubicBezTo>
                  <a:close/>
                  <a:moveTo>
                    <a:pt x="14179" y="73416"/>
                  </a:moveTo>
                  <a:lnTo>
                    <a:pt x="26320" y="12768"/>
                  </a:lnTo>
                  <a:lnTo>
                    <a:pt x="30793" y="12768"/>
                  </a:lnTo>
                  <a:lnTo>
                    <a:pt x="42933" y="73416"/>
                  </a:lnTo>
                  <a:lnTo>
                    <a:pt x="14179" y="73416"/>
                  </a:lnTo>
                  <a:close/>
                </a:path>
              </a:pathLst>
            </a:custGeom>
            <a:solidFill>
              <a:srgbClr val="00ABAB"/>
            </a:solidFill>
            <a:ln w="6390" cap="flat">
              <a:noFill/>
              <a:prstDash val="solid"/>
              <a:miter/>
            </a:ln>
          </p:spPr>
          <p:txBody>
            <a:bodyPr rtlCol="0" anchor="ctr"/>
            <a:lstStyle/>
            <a:p>
              <a:endParaRPr lang="en-US"/>
            </a:p>
          </p:txBody>
        </p:sp>
        <p:sp>
          <p:nvSpPr>
            <p:cNvPr id="409" name="Graphic 4">
              <a:extLst>
                <a:ext uri="{FF2B5EF4-FFF2-40B4-BE49-F238E27FC236}">
                  <a16:creationId xmlns:a16="http://schemas.microsoft.com/office/drawing/2014/main" id="{4A707472-DFEA-8640-B219-13CE018B5752}"/>
                </a:ext>
              </a:extLst>
            </p:cNvPr>
            <p:cNvSpPr/>
            <p:nvPr/>
          </p:nvSpPr>
          <p:spPr>
            <a:xfrm>
              <a:off x="4747723" y="2934879"/>
              <a:ext cx="42173" cy="42134"/>
            </a:xfrm>
            <a:custGeom>
              <a:avLst/>
              <a:gdLst>
                <a:gd name="connsiteX0" fmla="*/ 21087 w 42173"/>
                <a:gd name="connsiteY0" fmla="*/ 42134 h 42134"/>
                <a:gd name="connsiteX1" fmla="*/ 42173 w 42173"/>
                <a:gd name="connsiteY1" fmla="*/ 21067 h 42134"/>
                <a:gd name="connsiteX2" fmla="*/ 21087 w 42173"/>
                <a:gd name="connsiteY2" fmla="*/ 0 h 42134"/>
                <a:gd name="connsiteX3" fmla="*/ 0 w 42173"/>
                <a:gd name="connsiteY3" fmla="*/ 21067 h 42134"/>
                <a:gd name="connsiteX4" fmla="*/ 0 w 42173"/>
                <a:gd name="connsiteY4" fmla="*/ 21067 h 42134"/>
                <a:gd name="connsiteX5" fmla="*/ 21087 w 42173"/>
                <a:gd name="connsiteY5" fmla="*/ 42134 h 42134"/>
                <a:gd name="connsiteX6" fmla="*/ 21087 w 42173"/>
                <a:gd name="connsiteY6" fmla="*/ 12768 h 42134"/>
                <a:gd name="connsiteX7" fmla="*/ 29394 w 42173"/>
                <a:gd name="connsiteY7" fmla="*/ 21067 h 42134"/>
                <a:gd name="connsiteX8" fmla="*/ 21087 w 42173"/>
                <a:gd name="connsiteY8" fmla="*/ 29366 h 42134"/>
                <a:gd name="connsiteX9" fmla="*/ 12780 w 42173"/>
                <a:gd name="connsiteY9" fmla="*/ 21067 h 42134"/>
                <a:gd name="connsiteX10" fmla="*/ 12780 w 42173"/>
                <a:gd name="connsiteY10" fmla="*/ 21067 h 42134"/>
                <a:gd name="connsiteX11" fmla="*/ 21087 w 42173"/>
                <a:gd name="connsiteY11" fmla="*/ 12768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173" h="42134">
                  <a:moveTo>
                    <a:pt x="21087" y="42134"/>
                  </a:moveTo>
                  <a:cubicBezTo>
                    <a:pt x="32589" y="42134"/>
                    <a:pt x="42173" y="32558"/>
                    <a:pt x="42173" y="21067"/>
                  </a:cubicBezTo>
                  <a:cubicBezTo>
                    <a:pt x="42173" y="9576"/>
                    <a:pt x="32589" y="0"/>
                    <a:pt x="21087" y="0"/>
                  </a:cubicBezTo>
                  <a:cubicBezTo>
                    <a:pt x="9585" y="0"/>
                    <a:pt x="0" y="9576"/>
                    <a:pt x="0" y="21067"/>
                  </a:cubicBezTo>
                  <a:cubicBezTo>
                    <a:pt x="0" y="21067"/>
                    <a:pt x="0" y="21067"/>
                    <a:pt x="0" y="21067"/>
                  </a:cubicBezTo>
                  <a:cubicBezTo>
                    <a:pt x="0" y="32558"/>
                    <a:pt x="9585" y="42134"/>
                    <a:pt x="21087" y="42134"/>
                  </a:cubicBezTo>
                  <a:close/>
                  <a:moveTo>
                    <a:pt x="21087" y="12768"/>
                  </a:moveTo>
                  <a:cubicBezTo>
                    <a:pt x="25560" y="12768"/>
                    <a:pt x="29394" y="16598"/>
                    <a:pt x="29394" y="21067"/>
                  </a:cubicBezTo>
                  <a:cubicBezTo>
                    <a:pt x="29394" y="25536"/>
                    <a:pt x="25560" y="29366"/>
                    <a:pt x="21087" y="29366"/>
                  </a:cubicBezTo>
                  <a:cubicBezTo>
                    <a:pt x="16614" y="29366"/>
                    <a:pt x="12780" y="25536"/>
                    <a:pt x="12780" y="21067"/>
                  </a:cubicBezTo>
                  <a:cubicBezTo>
                    <a:pt x="12780" y="21067"/>
                    <a:pt x="12780" y="21067"/>
                    <a:pt x="12780" y="21067"/>
                  </a:cubicBezTo>
                  <a:cubicBezTo>
                    <a:pt x="12780" y="16598"/>
                    <a:pt x="16614" y="12768"/>
                    <a:pt x="21087" y="12768"/>
                  </a:cubicBezTo>
                  <a:close/>
                </a:path>
              </a:pathLst>
            </a:custGeom>
            <a:solidFill>
              <a:srgbClr val="00ABAB"/>
            </a:solidFill>
            <a:ln w="6390" cap="flat">
              <a:noFill/>
              <a:prstDash val="solid"/>
              <a:miter/>
            </a:ln>
          </p:spPr>
          <p:txBody>
            <a:bodyPr rtlCol="0" anchor="ctr"/>
            <a:lstStyle/>
            <a:p>
              <a:endParaRPr lang="en-US"/>
            </a:p>
          </p:txBody>
        </p:sp>
        <p:sp>
          <p:nvSpPr>
            <p:cNvPr id="410" name="Graphic 4">
              <a:extLst>
                <a:ext uri="{FF2B5EF4-FFF2-40B4-BE49-F238E27FC236}">
                  <a16:creationId xmlns:a16="http://schemas.microsoft.com/office/drawing/2014/main" id="{156DC40C-C01A-1B4E-AFAC-11DC0ED7BAFB}"/>
                </a:ext>
              </a:extLst>
            </p:cNvPr>
            <p:cNvSpPr/>
            <p:nvPr/>
          </p:nvSpPr>
          <p:spPr>
            <a:xfrm>
              <a:off x="4813927" y="2993611"/>
              <a:ext cx="58010" cy="144916"/>
            </a:xfrm>
            <a:custGeom>
              <a:avLst/>
              <a:gdLst>
                <a:gd name="connsiteX0" fmla="*/ 36034 w 58010"/>
                <a:gd name="connsiteY0" fmla="*/ 0 h 144916"/>
                <a:gd name="connsiteX1" fmla="*/ 21338 w 58010"/>
                <a:gd name="connsiteY1" fmla="*/ 0 h 144916"/>
                <a:gd name="connsiteX2" fmla="*/ 14948 w 58010"/>
                <a:gd name="connsiteY2" fmla="*/ 5107 h 144916"/>
                <a:gd name="connsiteX3" fmla="*/ 251 w 58010"/>
                <a:gd name="connsiteY3" fmla="*/ 78523 h 144916"/>
                <a:gd name="connsiteX4" fmla="*/ 1528 w 58010"/>
                <a:gd name="connsiteY4" fmla="*/ 83630 h 144916"/>
                <a:gd name="connsiteX5" fmla="*/ 6641 w 58010"/>
                <a:gd name="connsiteY5" fmla="*/ 86184 h 144916"/>
                <a:gd name="connsiteX6" fmla="*/ 7918 w 58010"/>
                <a:gd name="connsiteY6" fmla="*/ 86184 h 144916"/>
                <a:gd name="connsiteX7" fmla="*/ 7918 w 58010"/>
                <a:gd name="connsiteY7" fmla="*/ 138533 h 144916"/>
                <a:gd name="connsiteX8" fmla="*/ 14308 w 58010"/>
                <a:gd name="connsiteY8" fmla="*/ 144916 h 144916"/>
                <a:gd name="connsiteX9" fmla="*/ 20698 w 58010"/>
                <a:gd name="connsiteY9" fmla="*/ 138533 h 144916"/>
                <a:gd name="connsiteX10" fmla="*/ 20698 w 58010"/>
                <a:gd name="connsiteY10" fmla="*/ 86184 h 144916"/>
                <a:gd name="connsiteX11" fmla="*/ 37312 w 58010"/>
                <a:gd name="connsiteY11" fmla="*/ 86184 h 144916"/>
                <a:gd name="connsiteX12" fmla="*/ 37312 w 58010"/>
                <a:gd name="connsiteY12" fmla="*/ 138533 h 144916"/>
                <a:gd name="connsiteX13" fmla="*/ 43702 w 58010"/>
                <a:gd name="connsiteY13" fmla="*/ 144916 h 144916"/>
                <a:gd name="connsiteX14" fmla="*/ 50092 w 58010"/>
                <a:gd name="connsiteY14" fmla="*/ 138533 h 144916"/>
                <a:gd name="connsiteX15" fmla="*/ 50092 w 58010"/>
                <a:gd name="connsiteY15" fmla="*/ 86184 h 144916"/>
                <a:gd name="connsiteX16" fmla="*/ 51370 w 58010"/>
                <a:gd name="connsiteY16" fmla="*/ 86184 h 144916"/>
                <a:gd name="connsiteX17" fmla="*/ 56482 w 58010"/>
                <a:gd name="connsiteY17" fmla="*/ 83630 h 144916"/>
                <a:gd name="connsiteX18" fmla="*/ 57760 w 58010"/>
                <a:gd name="connsiteY18" fmla="*/ 78523 h 144916"/>
                <a:gd name="connsiteX19" fmla="*/ 43063 w 58010"/>
                <a:gd name="connsiteY19" fmla="*/ 5107 h 144916"/>
                <a:gd name="connsiteX20" fmla="*/ 36034 w 58010"/>
                <a:gd name="connsiteY20" fmla="*/ 0 h 144916"/>
                <a:gd name="connsiteX21" fmla="*/ 14308 w 58010"/>
                <a:gd name="connsiteY21" fmla="*/ 73416 h 144916"/>
                <a:gd name="connsiteX22" fmla="*/ 26449 w 58010"/>
                <a:gd name="connsiteY22" fmla="*/ 12768 h 144916"/>
                <a:gd name="connsiteX23" fmla="*/ 30922 w 58010"/>
                <a:gd name="connsiteY23" fmla="*/ 12768 h 144916"/>
                <a:gd name="connsiteX24" fmla="*/ 43063 w 58010"/>
                <a:gd name="connsiteY24" fmla="*/ 73416 h 144916"/>
                <a:gd name="connsiteX25" fmla="*/ 14308 w 58010"/>
                <a:gd name="connsiteY25" fmla="*/ 73416 h 144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8010" h="144916">
                  <a:moveTo>
                    <a:pt x="36034" y="0"/>
                  </a:moveTo>
                  <a:lnTo>
                    <a:pt x="21338" y="0"/>
                  </a:lnTo>
                  <a:cubicBezTo>
                    <a:pt x="18143" y="0"/>
                    <a:pt x="15586" y="1915"/>
                    <a:pt x="14948" y="5107"/>
                  </a:cubicBezTo>
                  <a:lnTo>
                    <a:pt x="251" y="78523"/>
                  </a:lnTo>
                  <a:cubicBezTo>
                    <a:pt x="-388" y="80438"/>
                    <a:pt x="251" y="82354"/>
                    <a:pt x="1528" y="83630"/>
                  </a:cubicBezTo>
                  <a:cubicBezTo>
                    <a:pt x="2807" y="84907"/>
                    <a:pt x="4723" y="86184"/>
                    <a:pt x="6641" y="86184"/>
                  </a:cubicBezTo>
                  <a:lnTo>
                    <a:pt x="7918" y="86184"/>
                  </a:lnTo>
                  <a:lnTo>
                    <a:pt x="7918" y="138533"/>
                  </a:lnTo>
                  <a:cubicBezTo>
                    <a:pt x="7918" y="142363"/>
                    <a:pt x="10475" y="144916"/>
                    <a:pt x="14308" y="144916"/>
                  </a:cubicBezTo>
                  <a:cubicBezTo>
                    <a:pt x="18143" y="144916"/>
                    <a:pt x="20698" y="142363"/>
                    <a:pt x="20698" y="138533"/>
                  </a:cubicBezTo>
                  <a:lnTo>
                    <a:pt x="20698" y="86184"/>
                  </a:lnTo>
                  <a:lnTo>
                    <a:pt x="37312" y="86184"/>
                  </a:lnTo>
                  <a:lnTo>
                    <a:pt x="37312" y="138533"/>
                  </a:lnTo>
                  <a:cubicBezTo>
                    <a:pt x="37312" y="142363"/>
                    <a:pt x="39868" y="144916"/>
                    <a:pt x="43702" y="144916"/>
                  </a:cubicBezTo>
                  <a:cubicBezTo>
                    <a:pt x="47536" y="144916"/>
                    <a:pt x="50092" y="142363"/>
                    <a:pt x="50092" y="138533"/>
                  </a:cubicBezTo>
                  <a:lnTo>
                    <a:pt x="50092" y="86184"/>
                  </a:lnTo>
                  <a:lnTo>
                    <a:pt x="51370" y="86184"/>
                  </a:lnTo>
                  <a:cubicBezTo>
                    <a:pt x="53287" y="86184"/>
                    <a:pt x="55204" y="85546"/>
                    <a:pt x="56482" y="83630"/>
                  </a:cubicBezTo>
                  <a:cubicBezTo>
                    <a:pt x="57760" y="82354"/>
                    <a:pt x="58399" y="80438"/>
                    <a:pt x="57760" y="78523"/>
                  </a:cubicBezTo>
                  <a:lnTo>
                    <a:pt x="43063" y="5107"/>
                  </a:lnTo>
                  <a:cubicBezTo>
                    <a:pt x="41785" y="1915"/>
                    <a:pt x="39229" y="0"/>
                    <a:pt x="36034" y="0"/>
                  </a:cubicBezTo>
                  <a:close/>
                  <a:moveTo>
                    <a:pt x="14308" y="73416"/>
                  </a:moveTo>
                  <a:lnTo>
                    <a:pt x="26449" y="12768"/>
                  </a:lnTo>
                  <a:lnTo>
                    <a:pt x="30922" y="12768"/>
                  </a:lnTo>
                  <a:lnTo>
                    <a:pt x="43063" y="73416"/>
                  </a:lnTo>
                  <a:lnTo>
                    <a:pt x="14308" y="73416"/>
                  </a:lnTo>
                  <a:close/>
                </a:path>
              </a:pathLst>
            </a:custGeom>
            <a:solidFill>
              <a:srgbClr val="00ABAB"/>
            </a:solidFill>
            <a:ln w="6390" cap="flat">
              <a:noFill/>
              <a:prstDash val="solid"/>
              <a:miter/>
            </a:ln>
          </p:spPr>
          <p:txBody>
            <a:bodyPr rtlCol="0" anchor="ctr"/>
            <a:lstStyle/>
            <a:p>
              <a:endParaRPr lang="en-US"/>
            </a:p>
          </p:txBody>
        </p:sp>
        <p:sp>
          <p:nvSpPr>
            <p:cNvPr id="411" name="Graphic 4">
              <a:extLst>
                <a:ext uri="{FF2B5EF4-FFF2-40B4-BE49-F238E27FC236}">
                  <a16:creationId xmlns:a16="http://schemas.microsoft.com/office/drawing/2014/main" id="{B3C4A445-7C6D-264F-9796-93E7E44012D1}"/>
                </a:ext>
              </a:extLst>
            </p:cNvPr>
            <p:cNvSpPr/>
            <p:nvPr/>
          </p:nvSpPr>
          <p:spPr>
            <a:xfrm>
              <a:off x="4821207" y="2934879"/>
              <a:ext cx="42173" cy="42134"/>
            </a:xfrm>
            <a:custGeom>
              <a:avLst/>
              <a:gdLst>
                <a:gd name="connsiteX0" fmla="*/ 21087 w 42173"/>
                <a:gd name="connsiteY0" fmla="*/ 42134 h 42134"/>
                <a:gd name="connsiteX1" fmla="*/ 42173 w 42173"/>
                <a:gd name="connsiteY1" fmla="*/ 21067 h 42134"/>
                <a:gd name="connsiteX2" fmla="*/ 21087 w 42173"/>
                <a:gd name="connsiteY2" fmla="*/ 0 h 42134"/>
                <a:gd name="connsiteX3" fmla="*/ 0 w 42173"/>
                <a:gd name="connsiteY3" fmla="*/ 21067 h 42134"/>
                <a:gd name="connsiteX4" fmla="*/ 0 w 42173"/>
                <a:gd name="connsiteY4" fmla="*/ 21067 h 42134"/>
                <a:gd name="connsiteX5" fmla="*/ 21087 w 42173"/>
                <a:gd name="connsiteY5" fmla="*/ 42134 h 42134"/>
                <a:gd name="connsiteX6" fmla="*/ 21087 w 42173"/>
                <a:gd name="connsiteY6" fmla="*/ 12768 h 42134"/>
                <a:gd name="connsiteX7" fmla="*/ 29394 w 42173"/>
                <a:gd name="connsiteY7" fmla="*/ 21067 h 42134"/>
                <a:gd name="connsiteX8" fmla="*/ 21087 w 42173"/>
                <a:gd name="connsiteY8" fmla="*/ 29366 h 42134"/>
                <a:gd name="connsiteX9" fmla="*/ 12780 w 42173"/>
                <a:gd name="connsiteY9" fmla="*/ 21067 h 42134"/>
                <a:gd name="connsiteX10" fmla="*/ 12780 w 42173"/>
                <a:gd name="connsiteY10" fmla="*/ 21067 h 42134"/>
                <a:gd name="connsiteX11" fmla="*/ 21087 w 42173"/>
                <a:gd name="connsiteY11" fmla="*/ 12768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173" h="42134">
                  <a:moveTo>
                    <a:pt x="21087" y="42134"/>
                  </a:moveTo>
                  <a:cubicBezTo>
                    <a:pt x="32589" y="42134"/>
                    <a:pt x="42173" y="32558"/>
                    <a:pt x="42173" y="21067"/>
                  </a:cubicBezTo>
                  <a:cubicBezTo>
                    <a:pt x="42173" y="9576"/>
                    <a:pt x="32589" y="0"/>
                    <a:pt x="21087" y="0"/>
                  </a:cubicBezTo>
                  <a:cubicBezTo>
                    <a:pt x="9585" y="0"/>
                    <a:pt x="0" y="9576"/>
                    <a:pt x="0" y="21067"/>
                  </a:cubicBezTo>
                  <a:cubicBezTo>
                    <a:pt x="0" y="21067"/>
                    <a:pt x="0" y="21067"/>
                    <a:pt x="0" y="21067"/>
                  </a:cubicBezTo>
                  <a:cubicBezTo>
                    <a:pt x="0" y="32558"/>
                    <a:pt x="9585" y="42134"/>
                    <a:pt x="21087" y="42134"/>
                  </a:cubicBezTo>
                  <a:close/>
                  <a:moveTo>
                    <a:pt x="21087" y="12768"/>
                  </a:moveTo>
                  <a:cubicBezTo>
                    <a:pt x="25560" y="12768"/>
                    <a:pt x="29394" y="16598"/>
                    <a:pt x="29394" y="21067"/>
                  </a:cubicBezTo>
                  <a:cubicBezTo>
                    <a:pt x="29394" y="25536"/>
                    <a:pt x="25560" y="29366"/>
                    <a:pt x="21087" y="29366"/>
                  </a:cubicBezTo>
                  <a:cubicBezTo>
                    <a:pt x="16614" y="29366"/>
                    <a:pt x="12780" y="25536"/>
                    <a:pt x="12780" y="21067"/>
                  </a:cubicBezTo>
                  <a:cubicBezTo>
                    <a:pt x="12780" y="21067"/>
                    <a:pt x="12780" y="21067"/>
                    <a:pt x="12780" y="21067"/>
                  </a:cubicBezTo>
                  <a:cubicBezTo>
                    <a:pt x="12780" y="16598"/>
                    <a:pt x="16614" y="12768"/>
                    <a:pt x="21087" y="12768"/>
                  </a:cubicBezTo>
                  <a:close/>
                </a:path>
              </a:pathLst>
            </a:custGeom>
            <a:solidFill>
              <a:srgbClr val="00ABAB"/>
            </a:solidFill>
            <a:ln w="6390" cap="flat">
              <a:noFill/>
              <a:prstDash val="solid"/>
              <a:miter/>
            </a:ln>
          </p:spPr>
          <p:txBody>
            <a:bodyPr rtlCol="0" anchor="ctr"/>
            <a:lstStyle/>
            <a:p>
              <a:endParaRPr lang="en-US"/>
            </a:p>
          </p:txBody>
        </p:sp>
        <p:sp>
          <p:nvSpPr>
            <p:cNvPr id="412" name="Graphic 4">
              <a:extLst>
                <a:ext uri="{FF2B5EF4-FFF2-40B4-BE49-F238E27FC236}">
                  <a16:creationId xmlns:a16="http://schemas.microsoft.com/office/drawing/2014/main" id="{8E7A0C5F-057D-3644-91D9-D0E466D2BDEA}"/>
                </a:ext>
              </a:extLst>
            </p:cNvPr>
            <p:cNvSpPr/>
            <p:nvPr/>
          </p:nvSpPr>
          <p:spPr>
            <a:xfrm>
              <a:off x="4887663" y="2993611"/>
              <a:ext cx="56870" cy="144916"/>
            </a:xfrm>
            <a:custGeom>
              <a:avLst/>
              <a:gdLst>
                <a:gd name="connsiteX0" fmla="*/ 50480 w 56870"/>
                <a:gd name="connsiteY0" fmla="*/ 0 h 144916"/>
                <a:gd name="connsiteX1" fmla="*/ 6390 w 56870"/>
                <a:gd name="connsiteY1" fmla="*/ 0 h 144916"/>
                <a:gd name="connsiteX2" fmla="*/ 0 w 56870"/>
                <a:gd name="connsiteY2" fmla="*/ 6384 h 144916"/>
                <a:gd name="connsiteX3" fmla="*/ 0 w 56870"/>
                <a:gd name="connsiteY3" fmla="*/ 65117 h 144916"/>
                <a:gd name="connsiteX4" fmla="*/ 6390 w 56870"/>
                <a:gd name="connsiteY4" fmla="*/ 71501 h 144916"/>
                <a:gd name="connsiteX5" fmla="*/ 7029 w 56870"/>
                <a:gd name="connsiteY5" fmla="*/ 71501 h 144916"/>
                <a:gd name="connsiteX6" fmla="*/ 7029 w 56870"/>
                <a:gd name="connsiteY6" fmla="*/ 138533 h 144916"/>
                <a:gd name="connsiteX7" fmla="*/ 13419 w 56870"/>
                <a:gd name="connsiteY7" fmla="*/ 144916 h 144916"/>
                <a:gd name="connsiteX8" fmla="*/ 19809 w 56870"/>
                <a:gd name="connsiteY8" fmla="*/ 138533 h 144916"/>
                <a:gd name="connsiteX9" fmla="*/ 19809 w 56870"/>
                <a:gd name="connsiteY9" fmla="*/ 71501 h 144916"/>
                <a:gd name="connsiteX10" fmla="*/ 36422 w 56870"/>
                <a:gd name="connsiteY10" fmla="*/ 71501 h 144916"/>
                <a:gd name="connsiteX11" fmla="*/ 36422 w 56870"/>
                <a:gd name="connsiteY11" fmla="*/ 138533 h 144916"/>
                <a:gd name="connsiteX12" fmla="*/ 42812 w 56870"/>
                <a:gd name="connsiteY12" fmla="*/ 144916 h 144916"/>
                <a:gd name="connsiteX13" fmla="*/ 49202 w 56870"/>
                <a:gd name="connsiteY13" fmla="*/ 138533 h 144916"/>
                <a:gd name="connsiteX14" fmla="*/ 49202 w 56870"/>
                <a:gd name="connsiteY14" fmla="*/ 71501 h 144916"/>
                <a:gd name="connsiteX15" fmla="*/ 50480 w 56870"/>
                <a:gd name="connsiteY15" fmla="*/ 71501 h 144916"/>
                <a:gd name="connsiteX16" fmla="*/ 56870 w 56870"/>
                <a:gd name="connsiteY16" fmla="*/ 65117 h 144916"/>
                <a:gd name="connsiteX17" fmla="*/ 56870 w 56870"/>
                <a:gd name="connsiteY17" fmla="*/ 6384 h 144916"/>
                <a:gd name="connsiteX18" fmla="*/ 50480 w 56870"/>
                <a:gd name="connsiteY18" fmla="*/ 0 h 144916"/>
                <a:gd name="connsiteX19" fmla="*/ 12780 w 56870"/>
                <a:gd name="connsiteY19" fmla="*/ 12768 h 144916"/>
                <a:gd name="connsiteX20" fmla="*/ 44090 w 56870"/>
                <a:gd name="connsiteY20" fmla="*/ 12768 h 144916"/>
                <a:gd name="connsiteX21" fmla="*/ 44090 w 56870"/>
                <a:gd name="connsiteY21" fmla="*/ 58733 h 144916"/>
                <a:gd name="connsiteX22" fmla="*/ 12780 w 56870"/>
                <a:gd name="connsiteY22" fmla="*/ 58733 h 144916"/>
                <a:gd name="connsiteX23" fmla="*/ 12780 w 56870"/>
                <a:gd name="connsiteY23" fmla="*/ 12768 h 144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870" h="144916">
                  <a:moveTo>
                    <a:pt x="50480" y="0"/>
                  </a:moveTo>
                  <a:lnTo>
                    <a:pt x="6390" y="0"/>
                  </a:lnTo>
                  <a:cubicBezTo>
                    <a:pt x="2556" y="0"/>
                    <a:pt x="0" y="2554"/>
                    <a:pt x="0" y="6384"/>
                  </a:cubicBezTo>
                  <a:lnTo>
                    <a:pt x="0" y="65117"/>
                  </a:lnTo>
                  <a:cubicBezTo>
                    <a:pt x="0" y="68947"/>
                    <a:pt x="2556" y="71501"/>
                    <a:pt x="6390" y="71501"/>
                  </a:cubicBezTo>
                  <a:lnTo>
                    <a:pt x="7029" y="71501"/>
                  </a:lnTo>
                  <a:lnTo>
                    <a:pt x="7029" y="138533"/>
                  </a:lnTo>
                  <a:cubicBezTo>
                    <a:pt x="7029" y="142363"/>
                    <a:pt x="9585" y="144916"/>
                    <a:pt x="13419" y="144916"/>
                  </a:cubicBezTo>
                  <a:cubicBezTo>
                    <a:pt x="17253" y="144916"/>
                    <a:pt x="19809" y="142363"/>
                    <a:pt x="19809" y="138533"/>
                  </a:cubicBezTo>
                  <a:lnTo>
                    <a:pt x="19809" y="71501"/>
                  </a:lnTo>
                  <a:lnTo>
                    <a:pt x="36422" y="71501"/>
                  </a:lnTo>
                  <a:lnTo>
                    <a:pt x="36422" y="138533"/>
                  </a:lnTo>
                  <a:cubicBezTo>
                    <a:pt x="36422" y="142363"/>
                    <a:pt x="38978" y="144916"/>
                    <a:pt x="42812" y="144916"/>
                  </a:cubicBezTo>
                  <a:cubicBezTo>
                    <a:pt x="46646" y="144916"/>
                    <a:pt x="49202" y="142363"/>
                    <a:pt x="49202" y="138533"/>
                  </a:cubicBezTo>
                  <a:lnTo>
                    <a:pt x="49202" y="71501"/>
                  </a:lnTo>
                  <a:lnTo>
                    <a:pt x="50480" y="71501"/>
                  </a:lnTo>
                  <a:cubicBezTo>
                    <a:pt x="54314" y="71501"/>
                    <a:pt x="56870" y="68947"/>
                    <a:pt x="56870" y="65117"/>
                  </a:cubicBezTo>
                  <a:lnTo>
                    <a:pt x="56870" y="6384"/>
                  </a:lnTo>
                  <a:cubicBezTo>
                    <a:pt x="56231" y="2554"/>
                    <a:pt x="53675" y="0"/>
                    <a:pt x="50480" y="0"/>
                  </a:cubicBezTo>
                  <a:close/>
                  <a:moveTo>
                    <a:pt x="12780" y="12768"/>
                  </a:moveTo>
                  <a:lnTo>
                    <a:pt x="44090" y="12768"/>
                  </a:lnTo>
                  <a:lnTo>
                    <a:pt x="44090" y="58733"/>
                  </a:lnTo>
                  <a:lnTo>
                    <a:pt x="12780" y="58733"/>
                  </a:lnTo>
                  <a:lnTo>
                    <a:pt x="12780" y="12768"/>
                  </a:lnTo>
                  <a:close/>
                </a:path>
              </a:pathLst>
            </a:custGeom>
            <a:solidFill>
              <a:srgbClr val="00ABAB"/>
            </a:solidFill>
            <a:ln w="6390" cap="flat">
              <a:noFill/>
              <a:prstDash val="solid"/>
              <a:miter/>
            </a:ln>
          </p:spPr>
          <p:txBody>
            <a:bodyPr rtlCol="0" anchor="ctr"/>
            <a:lstStyle/>
            <a:p>
              <a:endParaRPr lang="en-US"/>
            </a:p>
          </p:txBody>
        </p:sp>
        <p:sp>
          <p:nvSpPr>
            <p:cNvPr id="413" name="Graphic 4">
              <a:extLst>
                <a:ext uri="{FF2B5EF4-FFF2-40B4-BE49-F238E27FC236}">
                  <a16:creationId xmlns:a16="http://schemas.microsoft.com/office/drawing/2014/main" id="{FEA8D45C-0BCE-234C-9F5A-1BB4E99B9055}"/>
                </a:ext>
              </a:extLst>
            </p:cNvPr>
            <p:cNvSpPr/>
            <p:nvPr/>
          </p:nvSpPr>
          <p:spPr>
            <a:xfrm>
              <a:off x="4894691" y="2934879"/>
              <a:ext cx="42173" cy="42134"/>
            </a:xfrm>
            <a:custGeom>
              <a:avLst/>
              <a:gdLst>
                <a:gd name="connsiteX0" fmla="*/ 21087 w 42173"/>
                <a:gd name="connsiteY0" fmla="*/ 42134 h 42134"/>
                <a:gd name="connsiteX1" fmla="*/ 42173 w 42173"/>
                <a:gd name="connsiteY1" fmla="*/ 21067 h 42134"/>
                <a:gd name="connsiteX2" fmla="*/ 21087 w 42173"/>
                <a:gd name="connsiteY2" fmla="*/ 0 h 42134"/>
                <a:gd name="connsiteX3" fmla="*/ 0 w 42173"/>
                <a:gd name="connsiteY3" fmla="*/ 21067 h 42134"/>
                <a:gd name="connsiteX4" fmla="*/ 0 w 42173"/>
                <a:gd name="connsiteY4" fmla="*/ 21067 h 42134"/>
                <a:gd name="connsiteX5" fmla="*/ 21087 w 42173"/>
                <a:gd name="connsiteY5" fmla="*/ 42134 h 42134"/>
                <a:gd name="connsiteX6" fmla="*/ 21087 w 42173"/>
                <a:gd name="connsiteY6" fmla="*/ 12768 h 42134"/>
                <a:gd name="connsiteX7" fmla="*/ 29394 w 42173"/>
                <a:gd name="connsiteY7" fmla="*/ 21067 h 42134"/>
                <a:gd name="connsiteX8" fmla="*/ 21087 w 42173"/>
                <a:gd name="connsiteY8" fmla="*/ 29366 h 42134"/>
                <a:gd name="connsiteX9" fmla="*/ 12780 w 42173"/>
                <a:gd name="connsiteY9" fmla="*/ 21067 h 42134"/>
                <a:gd name="connsiteX10" fmla="*/ 12780 w 42173"/>
                <a:gd name="connsiteY10" fmla="*/ 21067 h 42134"/>
                <a:gd name="connsiteX11" fmla="*/ 21087 w 42173"/>
                <a:gd name="connsiteY11" fmla="*/ 12768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173" h="42134">
                  <a:moveTo>
                    <a:pt x="21087" y="42134"/>
                  </a:moveTo>
                  <a:cubicBezTo>
                    <a:pt x="32589" y="42134"/>
                    <a:pt x="42173" y="32558"/>
                    <a:pt x="42173" y="21067"/>
                  </a:cubicBezTo>
                  <a:cubicBezTo>
                    <a:pt x="42173" y="9576"/>
                    <a:pt x="32589" y="0"/>
                    <a:pt x="21087" y="0"/>
                  </a:cubicBezTo>
                  <a:cubicBezTo>
                    <a:pt x="9585" y="0"/>
                    <a:pt x="0" y="9576"/>
                    <a:pt x="0" y="21067"/>
                  </a:cubicBezTo>
                  <a:lnTo>
                    <a:pt x="0" y="21067"/>
                  </a:lnTo>
                  <a:cubicBezTo>
                    <a:pt x="0" y="32558"/>
                    <a:pt x="9585" y="42134"/>
                    <a:pt x="21087" y="42134"/>
                  </a:cubicBezTo>
                  <a:close/>
                  <a:moveTo>
                    <a:pt x="21087" y="12768"/>
                  </a:moveTo>
                  <a:cubicBezTo>
                    <a:pt x="25560" y="12768"/>
                    <a:pt x="29394" y="16598"/>
                    <a:pt x="29394" y="21067"/>
                  </a:cubicBezTo>
                  <a:cubicBezTo>
                    <a:pt x="29394" y="25536"/>
                    <a:pt x="25560" y="29366"/>
                    <a:pt x="21087" y="29366"/>
                  </a:cubicBezTo>
                  <a:cubicBezTo>
                    <a:pt x="16614" y="29366"/>
                    <a:pt x="12780" y="25536"/>
                    <a:pt x="12780" y="21067"/>
                  </a:cubicBezTo>
                  <a:lnTo>
                    <a:pt x="12780" y="21067"/>
                  </a:lnTo>
                  <a:cubicBezTo>
                    <a:pt x="12780" y="16598"/>
                    <a:pt x="16614" y="12768"/>
                    <a:pt x="21087" y="12768"/>
                  </a:cubicBezTo>
                  <a:close/>
                </a:path>
              </a:pathLst>
            </a:custGeom>
            <a:solidFill>
              <a:srgbClr val="00ABAB"/>
            </a:solidFill>
            <a:ln w="6390" cap="flat">
              <a:noFill/>
              <a:prstDash val="solid"/>
              <a:miter/>
            </a:ln>
          </p:spPr>
          <p:txBody>
            <a:bodyPr rtlCol="0" anchor="ctr"/>
            <a:lstStyle/>
            <a:p>
              <a:endParaRPr lang="en-US"/>
            </a:p>
          </p:txBody>
        </p:sp>
      </p:grpSp>
      <p:grpSp>
        <p:nvGrpSpPr>
          <p:cNvPr id="414" name="Graphic 4">
            <a:extLst>
              <a:ext uri="{FF2B5EF4-FFF2-40B4-BE49-F238E27FC236}">
                <a16:creationId xmlns:a16="http://schemas.microsoft.com/office/drawing/2014/main" id="{707DE198-C5FE-C743-9F5A-76383407385B}"/>
              </a:ext>
            </a:extLst>
          </p:cNvPr>
          <p:cNvGrpSpPr>
            <a:grpSpLocks noChangeAspect="1"/>
          </p:cNvGrpSpPr>
          <p:nvPr/>
        </p:nvGrpSpPr>
        <p:grpSpPr>
          <a:xfrm>
            <a:off x="467104" y="1885990"/>
            <a:ext cx="362309" cy="362610"/>
            <a:chOff x="467104" y="1885990"/>
            <a:chExt cx="362309" cy="362610"/>
          </a:xfrm>
          <a:solidFill>
            <a:srgbClr val="007680"/>
          </a:solidFill>
        </p:grpSpPr>
        <p:sp>
          <p:nvSpPr>
            <p:cNvPr id="415" name="Graphic 4">
              <a:extLst>
                <a:ext uri="{FF2B5EF4-FFF2-40B4-BE49-F238E27FC236}">
                  <a16:creationId xmlns:a16="http://schemas.microsoft.com/office/drawing/2014/main" id="{1683ED5A-0994-9B4C-846C-B4D6883C368C}"/>
                </a:ext>
              </a:extLst>
            </p:cNvPr>
            <p:cNvSpPr/>
            <p:nvPr/>
          </p:nvSpPr>
          <p:spPr>
            <a:xfrm>
              <a:off x="467104" y="1885990"/>
              <a:ext cx="362309" cy="362610"/>
            </a:xfrm>
            <a:custGeom>
              <a:avLst/>
              <a:gdLst>
                <a:gd name="connsiteX0" fmla="*/ 181474 w 362309"/>
                <a:gd name="connsiteY0" fmla="*/ 0 h 362610"/>
                <a:gd name="connsiteX1" fmla="*/ 0 w 362309"/>
                <a:gd name="connsiteY1" fmla="*/ 181305 h 362610"/>
                <a:gd name="connsiteX2" fmla="*/ 181474 w 362309"/>
                <a:gd name="connsiteY2" fmla="*/ 362610 h 362610"/>
                <a:gd name="connsiteX3" fmla="*/ 362309 w 362309"/>
                <a:gd name="connsiteY3" fmla="*/ 181305 h 362610"/>
                <a:gd name="connsiteX4" fmla="*/ 181474 w 362309"/>
                <a:gd name="connsiteY4" fmla="*/ 0 h 362610"/>
                <a:gd name="connsiteX5" fmla="*/ 181474 w 362309"/>
                <a:gd name="connsiteY5" fmla="*/ 0 h 362610"/>
                <a:gd name="connsiteX6" fmla="*/ 181474 w 362309"/>
                <a:gd name="connsiteY6" fmla="*/ 348565 h 362610"/>
                <a:gd name="connsiteX7" fmla="*/ 13419 w 362309"/>
                <a:gd name="connsiteY7" fmla="*/ 180028 h 362610"/>
                <a:gd name="connsiteX8" fmla="*/ 181474 w 362309"/>
                <a:gd name="connsiteY8" fmla="*/ 11491 h 362610"/>
                <a:gd name="connsiteX9" fmla="*/ 349530 w 362309"/>
                <a:gd name="connsiteY9" fmla="*/ 180028 h 362610"/>
                <a:gd name="connsiteX10" fmla="*/ 349530 w 362309"/>
                <a:gd name="connsiteY10" fmla="*/ 180028 h 362610"/>
                <a:gd name="connsiteX11" fmla="*/ 181474 w 362309"/>
                <a:gd name="connsiteY11" fmla="*/ 348565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1474" y="0"/>
                  </a:moveTo>
                  <a:cubicBezTo>
                    <a:pt x="81152" y="0"/>
                    <a:pt x="0" y="81077"/>
                    <a:pt x="0" y="181305"/>
                  </a:cubicBezTo>
                  <a:cubicBezTo>
                    <a:pt x="0" y="281534"/>
                    <a:pt x="81152" y="362610"/>
                    <a:pt x="181474" y="362610"/>
                  </a:cubicBezTo>
                  <a:cubicBezTo>
                    <a:pt x="281796" y="362610"/>
                    <a:pt x="362309" y="281534"/>
                    <a:pt x="362309" y="181305"/>
                  </a:cubicBezTo>
                  <a:cubicBezTo>
                    <a:pt x="362309" y="80438"/>
                    <a:pt x="281796" y="0"/>
                    <a:pt x="181474" y="0"/>
                  </a:cubicBezTo>
                  <a:cubicBezTo>
                    <a:pt x="181474" y="0"/>
                    <a:pt x="181474" y="0"/>
                    <a:pt x="181474" y="0"/>
                  </a:cubicBezTo>
                  <a:close/>
                  <a:moveTo>
                    <a:pt x="181474" y="348565"/>
                  </a:moveTo>
                  <a:cubicBezTo>
                    <a:pt x="88181" y="348565"/>
                    <a:pt x="13419" y="273235"/>
                    <a:pt x="13419" y="180028"/>
                  </a:cubicBezTo>
                  <a:cubicBezTo>
                    <a:pt x="13419" y="86822"/>
                    <a:pt x="88820" y="11491"/>
                    <a:pt x="181474" y="11491"/>
                  </a:cubicBezTo>
                  <a:cubicBezTo>
                    <a:pt x="274128" y="11491"/>
                    <a:pt x="349530" y="86822"/>
                    <a:pt x="349530" y="180028"/>
                  </a:cubicBezTo>
                  <a:cubicBezTo>
                    <a:pt x="349530" y="180028"/>
                    <a:pt x="349530" y="180028"/>
                    <a:pt x="349530" y="180028"/>
                  </a:cubicBezTo>
                  <a:cubicBezTo>
                    <a:pt x="349530" y="273235"/>
                    <a:pt x="274128" y="348565"/>
                    <a:pt x="181474" y="348565"/>
                  </a:cubicBezTo>
                  <a:close/>
                </a:path>
              </a:pathLst>
            </a:custGeom>
            <a:solidFill>
              <a:srgbClr val="007680"/>
            </a:solidFill>
            <a:ln w="6390" cap="flat">
              <a:noFill/>
              <a:prstDash val="solid"/>
              <a:miter/>
            </a:ln>
          </p:spPr>
          <p:txBody>
            <a:bodyPr rtlCol="0" anchor="ctr"/>
            <a:lstStyle/>
            <a:p>
              <a:endParaRPr lang="en-US"/>
            </a:p>
          </p:txBody>
        </p:sp>
        <p:sp>
          <p:nvSpPr>
            <p:cNvPr id="416" name="Graphic 4">
              <a:extLst>
                <a:ext uri="{FF2B5EF4-FFF2-40B4-BE49-F238E27FC236}">
                  <a16:creationId xmlns:a16="http://schemas.microsoft.com/office/drawing/2014/main" id="{66DB8FF9-4931-D34A-8B15-29FE92018B34}"/>
                </a:ext>
              </a:extLst>
            </p:cNvPr>
            <p:cNvSpPr/>
            <p:nvPr/>
          </p:nvSpPr>
          <p:spPr>
            <a:xfrm>
              <a:off x="539949" y="1979835"/>
              <a:ext cx="217257" cy="173005"/>
            </a:xfrm>
            <a:custGeom>
              <a:avLst/>
              <a:gdLst>
                <a:gd name="connsiteX0" fmla="*/ 210868 w 217257"/>
                <a:gd name="connsiteY0" fmla="*/ 0 h 173005"/>
                <a:gd name="connsiteX1" fmla="*/ 6390 w 217257"/>
                <a:gd name="connsiteY1" fmla="*/ 0 h 173005"/>
                <a:gd name="connsiteX2" fmla="*/ 0 w 217257"/>
                <a:gd name="connsiteY2" fmla="*/ 6384 h 173005"/>
                <a:gd name="connsiteX3" fmla="*/ 0 w 217257"/>
                <a:gd name="connsiteY3" fmla="*/ 35750 h 173005"/>
                <a:gd name="connsiteX4" fmla="*/ 6390 w 217257"/>
                <a:gd name="connsiteY4" fmla="*/ 42134 h 173005"/>
                <a:gd name="connsiteX5" fmla="*/ 14697 w 217257"/>
                <a:gd name="connsiteY5" fmla="*/ 42134 h 173005"/>
                <a:gd name="connsiteX6" fmla="*/ 14697 w 217257"/>
                <a:gd name="connsiteY6" fmla="*/ 166622 h 173005"/>
                <a:gd name="connsiteX7" fmla="*/ 21087 w 217257"/>
                <a:gd name="connsiteY7" fmla="*/ 173006 h 173005"/>
                <a:gd name="connsiteX8" fmla="*/ 196171 w 217257"/>
                <a:gd name="connsiteY8" fmla="*/ 173006 h 173005"/>
                <a:gd name="connsiteX9" fmla="*/ 202561 w 217257"/>
                <a:gd name="connsiteY9" fmla="*/ 166622 h 173005"/>
                <a:gd name="connsiteX10" fmla="*/ 202561 w 217257"/>
                <a:gd name="connsiteY10" fmla="*/ 42134 h 173005"/>
                <a:gd name="connsiteX11" fmla="*/ 210868 w 217257"/>
                <a:gd name="connsiteY11" fmla="*/ 42134 h 173005"/>
                <a:gd name="connsiteX12" fmla="*/ 217258 w 217257"/>
                <a:gd name="connsiteY12" fmla="*/ 35750 h 173005"/>
                <a:gd name="connsiteX13" fmla="*/ 217258 w 217257"/>
                <a:gd name="connsiteY13" fmla="*/ 6384 h 173005"/>
                <a:gd name="connsiteX14" fmla="*/ 210868 w 217257"/>
                <a:gd name="connsiteY14" fmla="*/ 0 h 173005"/>
                <a:gd name="connsiteX15" fmla="*/ 189781 w 217257"/>
                <a:gd name="connsiteY15" fmla="*/ 160876 h 173005"/>
                <a:gd name="connsiteX16" fmla="*/ 27477 w 217257"/>
                <a:gd name="connsiteY16" fmla="*/ 160876 h 173005"/>
                <a:gd name="connsiteX17" fmla="*/ 27477 w 217257"/>
                <a:gd name="connsiteY17" fmla="*/ 42134 h 173005"/>
                <a:gd name="connsiteX18" fmla="*/ 189781 w 217257"/>
                <a:gd name="connsiteY18" fmla="*/ 42134 h 173005"/>
                <a:gd name="connsiteX19" fmla="*/ 189781 w 217257"/>
                <a:gd name="connsiteY19" fmla="*/ 160876 h 173005"/>
                <a:gd name="connsiteX20" fmla="*/ 204478 w 217257"/>
                <a:gd name="connsiteY20" fmla="*/ 29366 h 173005"/>
                <a:gd name="connsiteX21" fmla="*/ 12780 w 217257"/>
                <a:gd name="connsiteY21" fmla="*/ 29366 h 173005"/>
                <a:gd name="connsiteX22" fmla="*/ 12780 w 217257"/>
                <a:gd name="connsiteY22" fmla="*/ 12768 h 173005"/>
                <a:gd name="connsiteX23" fmla="*/ 204478 w 217257"/>
                <a:gd name="connsiteY23" fmla="*/ 12768 h 173005"/>
                <a:gd name="connsiteX24" fmla="*/ 204478 w 217257"/>
                <a:gd name="connsiteY24" fmla="*/ 29366 h 173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17257" h="173005">
                  <a:moveTo>
                    <a:pt x="210868" y="0"/>
                  </a:moveTo>
                  <a:lnTo>
                    <a:pt x="6390" y="0"/>
                  </a:lnTo>
                  <a:cubicBezTo>
                    <a:pt x="2556" y="0"/>
                    <a:pt x="0" y="2554"/>
                    <a:pt x="0" y="6384"/>
                  </a:cubicBezTo>
                  <a:lnTo>
                    <a:pt x="0" y="35750"/>
                  </a:lnTo>
                  <a:cubicBezTo>
                    <a:pt x="0" y="39581"/>
                    <a:pt x="2556" y="42134"/>
                    <a:pt x="6390" y="42134"/>
                  </a:cubicBezTo>
                  <a:lnTo>
                    <a:pt x="14697" y="42134"/>
                  </a:lnTo>
                  <a:lnTo>
                    <a:pt x="14697" y="166622"/>
                  </a:lnTo>
                  <a:cubicBezTo>
                    <a:pt x="14697" y="170452"/>
                    <a:pt x="17253" y="173006"/>
                    <a:pt x="21087" y="173006"/>
                  </a:cubicBezTo>
                  <a:lnTo>
                    <a:pt x="196171" y="173006"/>
                  </a:lnTo>
                  <a:cubicBezTo>
                    <a:pt x="200005" y="173006"/>
                    <a:pt x="202561" y="170452"/>
                    <a:pt x="202561" y="166622"/>
                  </a:cubicBezTo>
                  <a:lnTo>
                    <a:pt x="202561" y="42134"/>
                  </a:lnTo>
                  <a:lnTo>
                    <a:pt x="210868" y="42134"/>
                  </a:lnTo>
                  <a:cubicBezTo>
                    <a:pt x="214702" y="42134"/>
                    <a:pt x="217258" y="39581"/>
                    <a:pt x="217258" y="35750"/>
                  </a:cubicBezTo>
                  <a:lnTo>
                    <a:pt x="217258" y="6384"/>
                  </a:lnTo>
                  <a:cubicBezTo>
                    <a:pt x="217258" y="3192"/>
                    <a:pt x="214063" y="638"/>
                    <a:pt x="210868" y="0"/>
                  </a:cubicBezTo>
                  <a:close/>
                  <a:moveTo>
                    <a:pt x="189781" y="160876"/>
                  </a:moveTo>
                  <a:lnTo>
                    <a:pt x="27477" y="160876"/>
                  </a:lnTo>
                  <a:lnTo>
                    <a:pt x="27477" y="42134"/>
                  </a:lnTo>
                  <a:lnTo>
                    <a:pt x="189781" y="42134"/>
                  </a:lnTo>
                  <a:lnTo>
                    <a:pt x="189781" y="160876"/>
                  </a:lnTo>
                  <a:close/>
                  <a:moveTo>
                    <a:pt x="204478" y="29366"/>
                  </a:moveTo>
                  <a:lnTo>
                    <a:pt x="12780" y="29366"/>
                  </a:lnTo>
                  <a:lnTo>
                    <a:pt x="12780" y="12768"/>
                  </a:lnTo>
                  <a:lnTo>
                    <a:pt x="204478" y="12768"/>
                  </a:lnTo>
                  <a:lnTo>
                    <a:pt x="204478" y="29366"/>
                  </a:lnTo>
                  <a:close/>
                </a:path>
              </a:pathLst>
            </a:custGeom>
            <a:solidFill>
              <a:srgbClr val="007680"/>
            </a:solidFill>
            <a:ln w="6390" cap="flat">
              <a:noFill/>
              <a:prstDash val="solid"/>
              <a:miter/>
            </a:ln>
          </p:spPr>
          <p:txBody>
            <a:bodyPr rtlCol="0" anchor="ctr"/>
            <a:lstStyle/>
            <a:p>
              <a:endParaRPr lang="en-US"/>
            </a:p>
          </p:txBody>
        </p:sp>
        <p:sp>
          <p:nvSpPr>
            <p:cNvPr id="417" name="Graphic 4">
              <a:extLst>
                <a:ext uri="{FF2B5EF4-FFF2-40B4-BE49-F238E27FC236}">
                  <a16:creationId xmlns:a16="http://schemas.microsoft.com/office/drawing/2014/main" id="{5FF46A68-7E58-CE41-B33A-BB8F57337533}"/>
                </a:ext>
              </a:extLst>
            </p:cNvPr>
            <p:cNvSpPr/>
            <p:nvPr/>
          </p:nvSpPr>
          <p:spPr>
            <a:xfrm>
              <a:off x="620462" y="2045590"/>
              <a:ext cx="56231" cy="12767"/>
            </a:xfrm>
            <a:custGeom>
              <a:avLst/>
              <a:gdLst>
                <a:gd name="connsiteX0" fmla="*/ 6390 w 56231"/>
                <a:gd name="connsiteY0" fmla="*/ 12768 h 12767"/>
                <a:gd name="connsiteX1" fmla="*/ 49842 w 56231"/>
                <a:gd name="connsiteY1" fmla="*/ 12768 h 12767"/>
                <a:gd name="connsiteX2" fmla="*/ 56231 w 56231"/>
                <a:gd name="connsiteY2" fmla="*/ 6384 h 12767"/>
                <a:gd name="connsiteX3" fmla="*/ 49842 w 56231"/>
                <a:gd name="connsiteY3" fmla="*/ 0 h 12767"/>
                <a:gd name="connsiteX4" fmla="*/ 6390 w 56231"/>
                <a:gd name="connsiteY4" fmla="*/ 0 h 12767"/>
                <a:gd name="connsiteX5" fmla="*/ 0 w 56231"/>
                <a:gd name="connsiteY5" fmla="*/ 6384 h 12767"/>
                <a:gd name="connsiteX6" fmla="*/ 6390 w 56231"/>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231" h="12767">
                  <a:moveTo>
                    <a:pt x="6390" y="12768"/>
                  </a:moveTo>
                  <a:lnTo>
                    <a:pt x="49842" y="12768"/>
                  </a:lnTo>
                  <a:cubicBezTo>
                    <a:pt x="53675" y="12768"/>
                    <a:pt x="56231" y="10214"/>
                    <a:pt x="56231" y="6384"/>
                  </a:cubicBezTo>
                  <a:cubicBezTo>
                    <a:pt x="56231" y="2554"/>
                    <a:pt x="53675" y="0"/>
                    <a:pt x="49842" y="0"/>
                  </a:cubicBezTo>
                  <a:lnTo>
                    <a:pt x="6390" y="0"/>
                  </a:lnTo>
                  <a:cubicBezTo>
                    <a:pt x="2556" y="0"/>
                    <a:pt x="0" y="2554"/>
                    <a:pt x="0" y="6384"/>
                  </a:cubicBezTo>
                  <a:cubicBezTo>
                    <a:pt x="0" y="10214"/>
                    <a:pt x="2556" y="12768"/>
                    <a:pt x="6390" y="12768"/>
                  </a:cubicBezTo>
                  <a:close/>
                </a:path>
              </a:pathLst>
            </a:custGeom>
            <a:solidFill>
              <a:srgbClr val="007680"/>
            </a:solidFill>
            <a:ln w="6390" cap="flat">
              <a:noFill/>
              <a:prstDash val="solid"/>
              <a:miter/>
            </a:ln>
          </p:spPr>
          <p:txBody>
            <a:bodyPr rtlCol="0" anchor="ctr"/>
            <a:lstStyle/>
            <a:p>
              <a:endParaRPr lang="en-US"/>
            </a:p>
          </p:txBody>
        </p:sp>
      </p:grpSp>
      <p:grpSp>
        <p:nvGrpSpPr>
          <p:cNvPr id="418" name="Graphic 4">
            <a:extLst>
              <a:ext uri="{FF2B5EF4-FFF2-40B4-BE49-F238E27FC236}">
                <a16:creationId xmlns:a16="http://schemas.microsoft.com/office/drawing/2014/main" id="{D7ABCAA5-B477-1C45-94AA-E5AE4B1AAFD6}"/>
              </a:ext>
            </a:extLst>
          </p:cNvPr>
          <p:cNvGrpSpPr>
            <a:grpSpLocks noChangeAspect="1"/>
          </p:cNvGrpSpPr>
          <p:nvPr/>
        </p:nvGrpSpPr>
        <p:grpSpPr>
          <a:xfrm>
            <a:off x="467104" y="918179"/>
            <a:ext cx="362309" cy="361971"/>
            <a:chOff x="467104" y="918179"/>
            <a:chExt cx="362309" cy="361971"/>
          </a:xfrm>
          <a:solidFill>
            <a:srgbClr val="007680"/>
          </a:solidFill>
        </p:grpSpPr>
        <p:sp>
          <p:nvSpPr>
            <p:cNvPr id="419" name="Graphic 4">
              <a:extLst>
                <a:ext uri="{FF2B5EF4-FFF2-40B4-BE49-F238E27FC236}">
                  <a16:creationId xmlns:a16="http://schemas.microsoft.com/office/drawing/2014/main" id="{839E0FA0-CB8E-1D42-9F4A-D858287BC1AC}"/>
                </a:ext>
              </a:extLst>
            </p:cNvPr>
            <p:cNvSpPr/>
            <p:nvPr/>
          </p:nvSpPr>
          <p:spPr>
            <a:xfrm>
              <a:off x="467104" y="918179"/>
              <a:ext cx="362309" cy="361971"/>
            </a:xfrm>
            <a:custGeom>
              <a:avLst/>
              <a:gdLst>
                <a:gd name="connsiteX0" fmla="*/ 181474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1474 w 362309"/>
                <a:gd name="connsiteY4" fmla="*/ 0 h 361971"/>
                <a:gd name="connsiteX5" fmla="*/ 181474 w 362309"/>
                <a:gd name="connsiteY5" fmla="*/ 0 h 361971"/>
                <a:gd name="connsiteX6" fmla="*/ 181474 w 362309"/>
                <a:gd name="connsiteY6" fmla="*/ 349204 h 361971"/>
                <a:gd name="connsiteX7" fmla="*/ 13419 w 362309"/>
                <a:gd name="connsiteY7" fmla="*/ 180667 h 361971"/>
                <a:gd name="connsiteX8" fmla="*/ 181474 w 362309"/>
                <a:gd name="connsiteY8" fmla="*/ 12768 h 361971"/>
                <a:gd name="connsiteX9" fmla="*/ 349530 w 362309"/>
                <a:gd name="connsiteY9" fmla="*/ 180667 h 361971"/>
                <a:gd name="connsiteX10" fmla="*/ 181474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1474" y="0"/>
                  </a:moveTo>
                  <a:cubicBezTo>
                    <a:pt x="81152" y="0"/>
                    <a:pt x="0" y="81077"/>
                    <a:pt x="0" y="181305"/>
                  </a:cubicBezTo>
                  <a:cubicBezTo>
                    <a:pt x="0" y="281534"/>
                    <a:pt x="81152" y="361972"/>
                    <a:pt x="181474" y="361972"/>
                  </a:cubicBezTo>
                  <a:cubicBezTo>
                    <a:pt x="281796" y="361972"/>
                    <a:pt x="362309" y="280895"/>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768"/>
                    <a:pt x="181474" y="12768"/>
                  </a:cubicBezTo>
                  <a:cubicBezTo>
                    <a:pt x="274128" y="12768"/>
                    <a:pt x="349530" y="88099"/>
                    <a:pt x="349530" y="180667"/>
                  </a:cubicBezTo>
                  <a:cubicBezTo>
                    <a:pt x="349530" y="273873"/>
                    <a:pt x="274128"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420" name="Graphic 4">
              <a:extLst>
                <a:ext uri="{FF2B5EF4-FFF2-40B4-BE49-F238E27FC236}">
                  <a16:creationId xmlns:a16="http://schemas.microsoft.com/office/drawing/2014/main" id="{D8D85081-ED99-C245-80B9-8432AFF7A3B8}"/>
                </a:ext>
              </a:extLst>
            </p:cNvPr>
            <p:cNvSpPr/>
            <p:nvPr/>
          </p:nvSpPr>
          <p:spPr>
            <a:xfrm>
              <a:off x="569982" y="991595"/>
              <a:ext cx="157831" cy="215778"/>
            </a:xfrm>
            <a:custGeom>
              <a:avLst/>
              <a:gdLst>
                <a:gd name="connsiteX0" fmla="*/ 155275 w 157831"/>
                <a:gd name="connsiteY0" fmla="*/ 52349 h 215778"/>
                <a:gd name="connsiteX1" fmla="*/ 104795 w 157831"/>
                <a:gd name="connsiteY1" fmla="*/ 1915 h 215778"/>
                <a:gd name="connsiteX2" fmla="*/ 100322 w 157831"/>
                <a:gd name="connsiteY2" fmla="*/ 0 h 215778"/>
                <a:gd name="connsiteX3" fmla="*/ 6390 w 157831"/>
                <a:gd name="connsiteY3" fmla="*/ 0 h 215778"/>
                <a:gd name="connsiteX4" fmla="*/ 0 w 157831"/>
                <a:gd name="connsiteY4" fmla="*/ 6384 h 215778"/>
                <a:gd name="connsiteX5" fmla="*/ 0 w 157831"/>
                <a:gd name="connsiteY5" fmla="*/ 209395 h 215778"/>
                <a:gd name="connsiteX6" fmla="*/ 6390 w 157831"/>
                <a:gd name="connsiteY6" fmla="*/ 215779 h 215778"/>
                <a:gd name="connsiteX7" fmla="*/ 151442 w 157831"/>
                <a:gd name="connsiteY7" fmla="*/ 215779 h 215778"/>
                <a:gd name="connsiteX8" fmla="*/ 157831 w 157831"/>
                <a:gd name="connsiteY8" fmla="*/ 209395 h 215778"/>
                <a:gd name="connsiteX9" fmla="*/ 157831 w 157831"/>
                <a:gd name="connsiteY9" fmla="*/ 57456 h 215778"/>
                <a:gd name="connsiteX10" fmla="*/ 157192 w 157831"/>
                <a:gd name="connsiteY10" fmla="*/ 54902 h 215778"/>
                <a:gd name="connsiteX11" fmla="*/ 155275 w 157831"/>
                <a:gd name="connsiteY11" fmla="*/ 52349 h 215778"/>
                <a:gd name="connsiteX12" fmla="*/ 106712 w 157831"/>
                <a:gd name="connsiteY12" fmla="*/ 21067 h 215778"/>
                <a:gd name="connsiteX13" fmla="*/ 135467 w 157831"/>
                <a:gd name="connsiteY13" fmla="*/ 49795 h 215778"/>
                <a:gd name="connsiteX14" fmla="*/ 106712 w 157831"/>
                <a:gd name="connsiteY14" fmla="*/ 49795 h 215778"/>
                <a:gd name="connsiteX15" fmla="*/ 106712 w 157831"/>
                <a:gd name="connsiteY15" fmla="*/ 21067 h 215778"/>
                <a:gd name="connsiteX16" fmla="*/ 12780 w 157831"/>
                <a:gd name="connsiteY16" fmla="*/ 202372 h 215778"/>
                <a:gd name="connsiteX17" fmla="*/ 12780 w 157831"/>
                <a:gd name="connsiteY17" fmla="*/ 12130 h 215778"/>
                <a:gd name="connsiteX18" fmla="*/ 94571 w 157831"/>
                <a:gd name="connsiteY18" fmla="*/ 12130 h 215778"/>
                <a:gd name="connsiteX19" fmla="*/ 94571 w 157831"/>
                <a:gd name="connsiteY19" fmla="*/ 56179 h 215778"/>
                <a:gd name="connsiteX20" fmla="*/ 100961 w 157831"/>
                <a:gd name="connsiteY20" fmla="*/ 62563 h 215778"/>
                <a:gd name="connsiteX21" fmla="*/ 145052 w 157831"/>
                <a:gd name="connsiteY21" fmla="*/ 62563 h 215778"/>
                <a:gd name="connsiteX22" fmla="*/ 145052 w 157831"/>
                <a:gd name="connsiteY22" fmla="*/ 201734 h 215778"/>
                <a:gd name="connsiteX23" fmla="*/ 12780 w 157831"/>
                <a:gd name="connsiteY23" fmla="*/ 201734 h 215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7831" h="215778">
                  <a:moveTo>
                    <a:pt x="155275" y="52349"/>
                  </a:moveTo>
                  <a:lnTo>
                    <a:pt x="104795" y="1915"/>
                  </a:lnTo>
                  <a:cubicBezTo>
                    <a:pt x="103517" y="638"/>
                    <a:pt x="102239" y="0"/>
                    <a:pt x="100322" y="0"/>
                  </a:cubicBezTo>
                  <a:lnTo>
                    <a:pt x="6390" y="0"/>
                  </a:lnTo>
                  <a:cubicBezTo>
                    <a:pt x="2556" y="0"/>
                    <a:pt x="0" y="2554"/>
                    <a:pt x="0" y="6384"/>
                  </a:cubicBezTo>
                  <a:lnTo>
                    <a:pt x="0" y="209395"/>
                  </a:lnTo>
                  <a:cubicBezTo>
                    <a:pt x="0" y="213225"/>
                    <a:pt x="2556" y="215779"/>
                    <a:pt x="6390" y="215779"/>
                  </a:cubicBezTo>
                  <a:lnTo>
                    <a:pt x="151442" y="215779"/>
                  </a:lnTo>
                  <a:cubicBezTo>
                    <a:pt x="155275" y="215779"/>
                    <a:pt x="157831" y="213225"/>
                    <a:pt x="157831" y="209395"/>
                  </a:cubicBezTo>
                  <a:lnTo>
                    <a:pt x="157831" y="57456"/>
                  </a:lnTo>
                  <a:cubicBezTo>
                    <a:pt x="157831" y="56818"/>
                    <a:pt x="157831" y="55541"/>
                    <a:pt x="157192" y="54902"/>
                  </a:cubicBezTo>
                  <a:cubicBezTo>
                    <a:pt x="156553" y="53626"/>
                    <a:pt x="155914" y="52987"/>
                    <a:pt x="155275" y="52349"/>
                  </a:cubicBezTo>
                  <a:close/>
                  <a:moveTo>
                    <a:pt x="106712" y="21067"/>
                  </a:moveTo>
                  <a:lnTo>
                    <a:pt x="135467" y="49795"/>
                  </a:lnTo>
                  <a:lnTo>
                    <a:pt x="106712" y="49795"/>
                  </a:lnTo>
                  <a:lnTo>
                    <a:pt x="106712" y="21067"/>
                  </a:lnTo>
                  <a:close/>
                  <a:moveTo>
                    <a:pt x="12780" y="202372"/>
                  </a:moveTo>
                  <a:lnTo>
                    <a:pt x="12780" y="12130"/>
                  </a:lnTo>
                  <a:lnTo>
                    <a:pt x="94571" y="12130"/>
                  </a:lnTo>
                  <a:lnTo>
                    <a:pt x="94571" y="56179"/>
                  </a:lnTo>
                  <a:cubicBezTo>
                    <a:pt x="94571" y="60009"/>
                    <a:pt x="97127" y="62563"/>
                    <a:pt x="100961" y="62563"/>
                  </a:cubicBezTo>
                  <a:lnTo>
                    <a:pt x="145052" y="62563"/>
                  </a:lnTo>
                  <a:lnTo>
                    <a:pt x="145052" y="201734"/>
                  </a:lnTo>
                  <a:lnTo>
                    <a:pt x="12780" y="201734"/>
                  </a:lnTo>
                  <a:close/>
                </a:path>
              </a:pathLst>
            </a:custGeom>
            <a:solidFill>
              <a:srgbClr val="007680"/>
            </a:solidFill>
            <a:ln w="6390" cap="flat">
              <a:noFill/>
              <a:prstDash val="solid"/>
              <a:miter/>
            </a:ln>
          </p:spPr>
          <p:txBody>
            <a:bodyPr rtlCol="0" anchor="ctr"/>
            <a:lstStyle/>
            <a:p>
              <a:endParaRPr lang="en-US"/>
            </a:p>
          </p:txBody>
        </p:sp>
      </p:grpSp>
      <p:grpSp>
        <p:nvGrpSpPr>
          <p:cNvPr id="421" name="Graphic 4">
            <a:extLst>
              <a:ext uri="{FF2B5EF4-FFF2-40B4-BE49-F238E27FC236}">
                <a16:creationId xmlns:a16="http://schemas.microsoft.com/office/drawing/2014/main" id="{ADBDBDBF-A04E-E149-9677-FF66AC17D338}"/>
              </a:ext>
            </a:extLst>
          </p:cNvPr>
          <p:cNvGrpSpPr>
            <a:grpSpLocks noChangeAspect="1"/>
          </p:cNvGrpSpPr>
          <p:nvPr/>
        </p:nvGrpSpPr>
        <p:grpSpPr>
          <a:xfrm>
            <a:off x="5708130" y="4308712"/>
            <a:ext cx="362313" cy="361971"/>
            <a:chOff x="5708130" y="4308712"/>
            <a:chExt cx="362313" cy="361971"/>
          </a:xfrm>
          <a:solidFill>
            <a:srgbClr val="00ABAB"/>
          </a:solidFill>
        </p:grpSpPr>
        <p:sp>
          <p:nvSpPr>
            <p:cNvPr id="422" name="Graphic 4">
              <a:extLst>
                <a:ext uri="{FF2B5EF4-FFF2-40B4-BE49-F238E27FC236}">
                  <a16:creationId xmlns:a16="http://schemas.microsoft.com/office/drawing/2014/main" id="{2FF94194-3E44-084B-AD18-1CDAF93AC215}"/>
                </a:ext>
              </a:extLst>
            </p:cNvPr>
            <p:cNvSpPr/>
            <p:nvPr/>
          </p:nvSpPr>
          <p:spPr>
            <a:xfrm>
              <a:off x="5708130" y="4308712"/>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lnTo>
                    <a:pt x="349530" y="180667"/>
                  </a:lnTo>
                  <a:cubicBezTo>
                    <a:pt x="350168" y="273873"/>
                    <a:pt x="274767"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423" name="Graphic 4">
              <a:extLst>
                <a:ext uri="{FF2B5EF4-FFF2-40B4-BE49-F238E27FC236}">
                  <a16:creationId xmlns:a16="http://schemas.microsoft.com/office/drawing/2014/main" id="{3FD8219D-BA8A-C84C-9213-97E832058641}"/>
                </a:ext>
              </a:extLst>
            </p:cNvPr>
            <p:cNvSpPr/>
            <p:nvPr/>
          </p:nvSpPr>
          <p:spPr>
            <a:xfrm>
              <a:off x="5762183" y="4424262"/>
              <a:ext cx="256498" cy="128579"/>
            </a:xfrm>
            <a:custGeom>
              <a:avLst/>
              <a:gdLst>
                <a:gd name="connsiteX0" fmla="*/ 252025 w 256498"/>
                <a:gd name="connsiteY0" fmla="*/ 116188 h 128579"/>
                <a:gd name="connsiteX1" fmla="*/ 230939 w 256498"/>
                <a:gd name="connsiteY1" fmla="*/ 111081 h 128579"/>
                <a:gd name="connsiteX2" fmla="*/ 220714 w 256498"/>
                <a:gd name="connsiteY2" fmla="*/ 109166 h 128579"/>
                <a:gd name="connsiteX3" fmla="*/ 213686 w 256498"/>
                <a:gd name="connsiteY3" fmla="*/ 90014 h 128579"/>
                <a:gd name="connsiteX4" fmla="*/ 227104 w 256498"/>
                <a:gd name="connsiteY4" fmla="*/ 59371 h 128579"/>
                <a:gd name="connsiteX5" fmla="*/ 223271 w 256498"/>
                <a:gd name="connsiteY5" fmla="*/ 13406 h 128579"/>
                <a:gd name="connsiteX6" fmla="*/ 191321 w 256498"/>
                <a:gd name="connsiteY6" fmla="*/ 0 h 128579"/>
                <a:gd name="connsiteX7" fmla="*/ 159371 w 256498"/>
                <a:gd name="connsiteY7" fmla="*/ 13406 h 128579"/>
                <a:gd name="connsiteX8" fmla="*/ 155537 w 256498"/>
                <a:gd name="connsiteY8" fmla="*/ 59371 h 128579"/>
                <a:gd name="connsiteX9" fmla="*/ 168317 w 256498"/>
                <a:gd name="connsiteY9" fmla="*/ 90014 h 128579"/>
                <a:gd name="connsiteX10" fmla="*/ 161927 w 256498"/>
                <a:gd name="connsiteY10" fmla="*/ 109804 h 128579"/>
                <a:gd name="connsiteX11" fmla="*/ 151703 w 256498"/>
                <a:gd name="connsiteY11" fmla="*/ 111720 h 128579"/>
                <a:gd name="connsiteX12" fmla="*/ 130617 w 256498"/>
                <a:gd name="connsiteY12" fmla="*/ 116827 h 128579"/>
                <a:gd name="connsiteX13" fmla="*/ 128060 w 256498"/>
                <a:gd name="connsiteY13" fmla="*/ 120019 h 128579"/>
                <a:gd name="connsiteX14" fmla="*/ 124865 w 256498"/>
                <a:gd name="connsiteY14" fmla="*/ 117465 h 128579"/>
                <a:gd name="connsiteX15" fmla="*/ 124865 w 256498"/>
                <a:gd name="connsiteY15" fmla="*/ 116188 h 128579"/>
                <a:gd name="connsiteX16" fmla="*/ 103779 w 256498"/>
                <a:gd name="connsiteY16" fmla="*/ 111081 h 128579"/>
                <a:gd name="connsiteX17" fmla="*/ 93555 w 256498"/>
                <a:gd name="connsiteY17" fmla="*/ 109166 h 128579"/>
                <a:gd name="connsiteX18" fmla="*/ 90360 w 256498"/>
                <a:gd name="connsiteY18" fmla="*/ 105336 h 128579"/>
                <a:gd name="connsiteX19" fmla="*/ 115920 w 256498"/>
                <a:gd name="connsiteY19" fmla="*/ 105336 h 128579"/>
                <a:gd name="connsiteX20" fmla="*/ 122310 w 256498"/>
                <a:gd name="connsiteY20" fmla="*/ 98952 h 128579"/>
                <a:gd name="connsiteX21" fmla="*/ 120392 w 256498"/>
                <a:gd name="connsiteY21" fmla="*/ 94483 h 128579"/>
                <a:gd name="connsiteX22" fmla="*/ 108252 w 256498"/>
                <a:gd name="connsiteY22" fmla="*/ 47241 h 128579"/>
                <a:gd name="connsiteX23" fmla="*/ 99306 w 256498"/>
                <a:gd name="connsiteY23" fmla="*/ 19152 h 128579"/>
                <a:gd name="connsiteX24" fmla="*/ 96111 w 256498"/>
                <a:gd name="connsiteY24" fmla="*/ 13406 h 128579"/>
                <a:gd name="connsiteX25" fmla="*/ 64161 w 256498"/>
                <a:gd name="connsiteY25" fmla="*/ 0 h 128579"/>
                <a:gd name="connsiteX26" fmla="*/ 32211 w 256498"/>
                <a:gd name="connsiteY26" fmla="*/ 13406 h 128579"/>
                <a:gd name="connsiteX27" fmla="*/ 28378 w 256498"/>
                <a:gd name="connsiteY27" fmla="*/ 20428 h 128579"/>
                <a:gd name="connsiteX28" fmla="*/ 20710 w 256498"/>
                <a:gd name="connsiteY28" fmla="*/ 47241 h 128579"/>
                <a:gd name="connsiteX29" fmla="*/ 8568 w 256498"/>
                <a:gd name="connsiteY29" fmla="*/ 94483 h 128579"/>
                <a:gd name="connsiteX30" fmla="*/ 8568 w 256498"/>
                <a:gd name="connsiteY30" fmla="*/ 103420 h 128579"/>
                <a:gd name="connsiteX31" fmla="*/ 13042 w 256498"/>
                <a:gd name="connsiteY31" fmla="*/ 105336 h 128579"/>
                <a:gd name="connsiteX32" fmla="*/ 37962 w 256498"/>
                <a:gd name="connsiteY32" fmla="*/ 105336 h 128579"/>
                <a:gd name="connsiteX33" fmla="*/ 34767 w 256498"/>
                <a:gd name="connsiteY33" fmla="*/ 109166 h 128579"/>
                <a:gd name="connsiteX34" fmla="*/ 24543 w 256498"/>
                <a:gd name="connsiteY34" fmla="*/ 111081 h 128579"/>
                <a:gd name="connsiteX35" fmla="*/ 3457 w 256498"/>
                <a:gd name="connsiteY35" fmla="*/ 116188 h 128579"/>
                <a:gd name="connsiteX36" fmla="*/ 901 w 256498"/>
                <a:gd name="connsiteY36" fmla="*/ 125126 h 128579"/>
                <a:gd name="connsiteX37" fmla="*/ 9847 w 256498"/>
                <a:gd name="connsiteY37" fmla="*/ 127680 h 128579"/>
                <a:gd name="connsiteX38" fmla="*/ 26461 w 256498"/>
                <a:gd name="connsiteY38" fmla="*/ 123849 h 128579"/>
                <a:gd name="connsiteX39" fmla="*/ 41157 w 256498"/>
                <a:gd name="connsiteY39" fmla="*/ 120657 h 128579"/>
                <a:gd name="connsiteX40" fmla="*/ 53298 w 256498"/>
                <a:gd name="connsiteY40" fmla="*/ 100867 h 128579"/>
                <a:gd name="connsiteX41" fmla="*/ 52659 w 256498"/>
                <a:gd name="connsiteY41" fmla="*/ 82992 h 128579"/>
                <a:gd name="connsiteX42" fmla="*/ 41157 w 256498"/>
                <a:gd name="connsiteY42" fmla="*/ 55540 h 128579"/>
                <a:gd name="connsiteX43" fmla="*/ 39241 w 256498"/>
                <a:gd name="connsiteY43" fmla="*/ 46603 h 128579"/>
                <a:gd name="connsiteX44" fmla="*/ 64800 w 256498"/>
                <a:gd name="connsiteY44" fmla="*/ 29366 h 128579"/>
                <a:gd name="connsiteX45" fmla="*/ 89721 w 256498"/>
                <a:gd name="connsiteY45" fmla="*/ 46603 h 128579"/>
                <a:gd name="connsiteX46" fmla="*/ 87804 w 256498"/>
                <a:gd name="connsiteY46" fmla="*/ 55540 h 128579"/>
                <a:gd name="connsiteX47" fmla="*/ 76302 w 256498"/>
                <a:gd name="connsiteY47" fmla="*/ 82992 h 128579"/>
                <a:gd name="connsiteX48" fmla="*/ 75663 w 256498"/>
                <a:gd name="connsiteY48" fmla="*/ 100867 h 128579"/>
                <a:gd name="connsiteX49" fmla="*/ 87804 w 256498"/>
                <a:gd name="connsiteY49" fmla="*/ 120657 h 128579"/>
                <a:gd name="connsiteX50" fmla="*/ 102501 w 256498"/>
                <a:gd name="connsiteY50" fmla="*/ 123849 h 128579"/>
                <a:gd name="connsiteX51" fmla="*/ 119115 w 256498"/>
                <a:gd name="connsiteY51" fmla="*/ 127680 h 128579"/>
                <a:gd name="connsiteX52" fmla="*/ 122310 w 256498"/>
                <a:gd name="connsiteY52" fmla="*/ 128318 h 128579"/>
                <a:gd name="connsiteX53" fmla="*/ 128060 w 256498"/>
                <a:gd name="connsiteY53" fmla="*/ 125126 h 128579"/>
                <a:gd name="connsiteX54" fmla="*/ 128700 w 256498"/>
                <a:gd name="connsiteY54" fmla="*/ 123849 h 128579"/>
                <a:gd name="connsiteX55" fmla="*/ 129338 w 256498"/>
                <a:gd name="connsiteY55" fmla="*/ 125126 h 128579"/>
                <a:gd name="connsiteX56" fmla="*/ 138285 w 256498"/>
                <a:gd name="connsiteY56" fmla="*/ 127680 h 128579"/>
                <a:gd name="connsiteX57" fmla="*/ 138285 w 256498"/>
                <a:gd name="connsiteY57" fmla="*/ 127680 h 128579"/>
                <a:gd name="connsiteX58" fmla="*/ 154898 w 256498"/>
                <a:gd name="connsiteY58" fmla="*/ 123849 h 128579"/>
                <a:gd name="connsiteX59" fmla="*/ 169595 w 256498"/>
                <a:gd name="connsiteY59" fmla="*/ 120657 h 128579"/>
                <a:gd name="connsiteX60" fmla="*/ 181736 w 256498"/>
                <a:gd name="connsiteY60" fmla="*/ 100867 h 128579"/>
                <a:gd name="connsiteX61" fmla="*/ 181097 w 256498"/>
                <a:gd name="connsiteY61" fmla="*/ 82992 h 128579"/>
                <a:gd name="connsiteX62" fmla="*/ 169595 w 256498"/>
                <a:gd name="connsiteY62" fmla="*/ 55540 h 128579"/>
                <a:gd name="connsiteX63" fmla="*/ 167039 w 256498"/>
                <a:gd name="connsiteY63" fmla="*/ 33196 h 128579"/>
                <a:gd name="connsiteX64" fmla="*/ 186209 w 256498"/>
                <a:gd name="connsiteY64" fmla="*/ 38942 h 128579"/>
                <a:gd name="connsiteX65" fmla="*/ 200267 w 256498"/>
                <a:gd name="connsiteY65" fmla="*/ 36388 h 128579"/>
                <a:gd name="connsiteX66" fmla="*/ 202823 w 256498"/>
                <a:gd name="connsiteY66" fmla="*/ 35112 h 128579"/>
                <a:gd name="connsiteX67" fmla="*/ 202823 w 256498"/>
                <a:gd name="connsiteY67" fmla="*/ 35112 h 128579"/>
                <a:gd name="connsiteX68" fmla="*/ 202823 w 256498"/>
                <a:gd name="connsiteY68" fmla="*/ 35112 h 128579"/>
                <a:gd name="connsiteX69" fmla="*/ 206657 w 256498"/>
                <a:gd name="connsiteY69" fmla="*/ 37027 h 128579"/>
                <a:gd name="connsiteX70" fmla="*/ 218798 w 256498"/>
                <a:gd name="connsiteY70" fmla="*/ 33196 h 128579"/>
                <a:gd name="connsiteX71" fmla="*/ 216241 w 256498"/>
                <a:gd name="connsiteY71" fmla="*/ 55540 h 128579"/>
                <a:gd name="connsiteX72" fmla="*/ 204740 w 256498"/>
                <a:gd name="connsiteY72" fmla="*/ 82992 h 128579"/>
                <a:gd name="connsiteX73" fmla="*/ 204101 w 256498"/>
                <a:gd name="connsiteY73" fmla="*/ 100867 h 128579"/>
                <a:gd name="connsiteX74" fmla="*/ 216241 w 256498"/>
                <a:gd name="connsiteY74" fmla="*/ 120657 h 128579"/>
                <a:gd name="connsiteX75" fmla="*/ 230939 w 256498"/>
                <a:gd name="connsiteY75" fmla="*/ 123849 h 128579"/>
                <a:gd name="connsiteX76" fmla="*/ 247552 w 256498"/>
                <a:gd name="connsiteY76" fmla="*/ 127680 h 128579"/>
                <a:gd name="connsiteX77" fmla="*/ 250747 w 256498"/>
                <a:gd name="connsiteY77" fmla="*/ 128318 h 128579"/>
                <a:gd name="connsiteX78" fmla="*/ 256498 w 256498"/>
                <a:gd name="connsiteY78" fmla="*/ 125126 h 128579"/>
                <a:gd name="connsiteX79" fmla="*/ 252025 w 256498"/>
                <a:gd name="connsiteY79" fmla="*/ 116188 h 128579"/>
                <a:gd name="connsiteX80" fmla="*/ 252025 w 256498"/>
                <a:gd name="connsiteY80" fmla="*/ 116188 h 128579"/>
                <a:gd name="connsiteX81" fmla="*/ 41157 w 256498"/>
                <a:gd name="connsiteY81" fmla="*/ 89376 h 128579"/>
                <a:gd name="connsiteX82" fmla="*/ 41157 w 256498"/>
                <a:gd name="connsiteY82" fmla="*/ 92568 h 128579"/>
                <a:gd name="connsiteX83" fmla="*/ 23905 w 256498"/>
                <a:gd name="connsiteY83" fmla="*/ 92568 h 128579"/>
                <a:gd name="connsiteX84" fmla="*/ 30933 w 256498"/>
                <a:gd name="connsiteY84" fmla="*/ 68947 h 128579"/>
                <a:gd name="connsiteX85" fmla="*/ 41157 w 256498"/>
                <a:gd name="connsiteY85" fmla="*/ 89376 h 128579"/>
                <a:gd name="connsiteX86" fmla="*/ 37962 w 256498"/>
                <a:gd name="connsiteY86" fmla="*/ 33196 h 128579"/>
                <a:gd name="connsiteX87" fmla="*/ 39241 w 256498"/>
                <a:gd name="connsiteY87" fmla="*/ 26174 h 128579"/>
                <a:gd name="connsiteX88" fmla="*/ 41157 w 256498"/>
                <a:gd name="connsiteY88" fmla="*/ 23620 h 128579"/>
                <a:gd name="connsiteX89" fmla="*/ 56493 w 256498"/>
                <a:gd name="connsiteY89" fmla="*/ 15960 h 128579"/>
                <a:gd name="connsiteX90" fmla="*/ 37962 w 256498"/>
                <a:gd name="connsiteY90" fmla="*/ 33196 h 128579"/>
                <a:gd name="connsiteX91" fmla="*/ 71829 w 256498"/>
                <a:gd name="connsiteY91" fmla="*/ 16598 h 128579"/>
                <a:gd name="connsiteX92" fmla="*/ 87165 w 256498"/>
                <a:gd name="connsiteY92" fmla="*/ 24259 h 128579"/>
                <a:gd name="connsiteX93" fmla="*/ 88443 w 256498"/>
                <a:gd name="connsiteY93" fmla="*/ 25536 h 128579"/>
                <a:gd name="connsiteX94" fmla="*/ 90360 w 256498"/>
                <a:gd name="connsiteY94" fmla="*/ 33196 h 128579"/>
                <a:gd name="connsiteX95" fmla="*/ 71829 w 256498"/>
                <a:gd name="connsiteY95" fmla="*/ 16598 h 128579"/>
                <a:gd name="connsiteX96" fmla="*/ 85887 w 256498"/>
                <a:gd name="connsiteY96" fmla="*/ 90014 h 128579"/>
                <a:gd name="connsiteX97" fmla="*/ 96750 w 256498"/>
                <a:gd name="connsiteY97" fmla="*/ 67670 h 128579"/>
                <a:gd name="connsiteX98" fmla="*/ 103779 w 256498"/>
                <a:gd name="connsiteY98" fmla="*/ 92568 h 128579"/>
                <a:gd name="connsiteX99" fmla="*/ 85887 w 256498"/>
                <a:gd name="connsiteY99" fmla="*/ 92568 h 128579"/>
                <a:gd name="connsiteX100" fmla="*/ 85887 w 256498"/>
                <a:gd name="connsiteY100" fmla="*/ 90014 h 128579"/>
                <a:gd name="connsiteX101" fmla="*/ 85887 w 256498"/>
                <a:gd name="connsiteY101" fmla="*/ 90014 h 128579"/>
                <a:gd name="connsiteX102" fmla="*/ 204740 w 256498"/>
                <a:gd name="connsiteY102" fmla="*/ 21067 h 128579"/>
                <a:gd name="connsiteX103" fmla="*/ 195794 w 256498"/>
                <a:gd name="connsiteY103" fmla="*/ 21067 h 128579"/>
                <a:gd name="connsiteX104" fmla="*/ 195794 w 256498"/>
                <a:gd name="connsiteY104" fmla="*/ 21067 h 128579"/>
                <a:gd name="connsiteX105" fmla="*/ 191960 w 256498"/>
                <a:gd name="connsiteY105" fmla="*/ 24897 h 128579"/>
                <a:gd name="connsiteX106" fmla="*/ 169595 w 256498"/>
                <a:gd name="connsiteY106" fmla="*/ 20428 h 128579"/>
                <a:gd name="connsiteX107" fmla="*/ 212408 w 256498"/>
                <a:gd name="connsiteY107" fmla="*/ 20428 h 128579"/>
                <a:gd name="connsiteX108" fmla="*/ 207935 w 256498"/>
                <a:gd name="connsiteY108" fmla="*/ 23620 h 128579"/>
                <a:gd name="connsiteX109" fmla="*/ 204740 w 256498"/>
                <a:gd name="connsiteY109" fmla="*/ 21067 h 12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256498" h="128579">
                  <a:moveTo>
                    <a:pt x="252025" y="116188"/>
                  </a:moveTo>
                  <a:cubicBezTo>
                    <a:pt x="245635" y="112996"/>
                    <a:pt x="237967" y="111081"/>
                    <a:pt x="230939" y="111081"/>
                  </a:cubicBezTo>
                  <a:cubicBezTo>
                    <a:pt x="227744" y="111081"/>
                    <a:pt x="223909" y="110443"/>
                    <a:pt x="220714" y="109166"/>
                  </a:cubicBezTo>
                  <a:cubicBezTo>
                    <a:pt x="216881" y="107251"/>
                    <a:pt x="213046" y="93206"/>
                    <a:pt x="213686" y="90014"/>
                  </a:cubicBezTo>
                  <a:cubicBezTo>
                    <a:pt x="219436" y="80438"/>
                    <a:pt x="223909" y="70224"/>
                    <a:pt x="227104" y="59371"/>
                  </a:cubicBezTo>
                  <a:cubicBezTo>
                    <a:pt x="230299" y="48518"/>
                    <a:pt x="234134" y="27451"/>
                    <a:pt x="223271" y="13406"/>
                  </a:cubicBezTo>
                  <a:cubicBezTo>
                    <a:pt x="216881" y="4468"/>
                    <a:pt x="206018" y="0"/>
                    <a:pt x="191321" y="0"/>
                  </a:cubicBezTo>
                  <a:cubicBezTo>
                    <a:pt x="176624" y="0"/>
                    <a:pt x="165761" y="4468"/>
                    <a:pt x="159371" y="13406"/>
                  </a:cubicBezTo>
                  <a:cubicBezTo>
                    <a:pt x="148508" y="27451"/>
                    <a:pt x="152342" y="47880"/>
                    <a:pt x="155537" y="59371"/>
                  </a:cubicBezTo>
                  <a:cubicBezTo>
                    <a:pt x="158732" y="70224"/>
                    <a:pt x="162566" y="80438"/>
                    <a:pt x="168317" y="90014"/>
                  </a:cubicBezTo>
                  <a:cubicBezTo>
                    <a:pt x="169595" y="93844"/>
                    <a:pt x="165761" y="107889"/>
                    <a:pt x="161927" y="109804"/>
                  </a:cubicBezTo>
                  <a:cubicBezTo>
                    <a:pt x="158732" y="111081"/>
                    <a:pt x="154898" y="111720"/>
                    <a:pt x="151703" y="111720"/>
                  </a:cubicBezTo>
                  <a:cubicBezTo>
                    <a:pt x="144035" y="111720"/>
                    <a:pt x="137006" y="113635"/>
                    <a:pt x="130617" y="116827"/>
                  </a:cubicBezTo>
                  <a:cubicBezTo>
                    <a:pt x="131255" y="118104"/>
                    <a:pt x="129977" y="120019"/>
                    <a:pt x="128060" y="120019"/>
                  </a:cubicBezTo>
                  <a:cubicBezTo>
                    <a:pt x="126143" y="120019"/>
                    <a:pt x="124865" y="119380"/>
                    <a:pt x="124865" y="117465"/>
                  </a:cubicBezTo>
                  <a:cubicBezTo>
                    <a:pt x="124865" y="116827"/>
                    <a:pt x="124865" y="116827"/>
                    <a:pt x="124865" y="116188"/>
                  </a:cubicBezTo>
                  <a:cubicBezTo>
                    <a:pt x="118475" y="112996"/>
                    <a:pt x="110807" y="111081"/>
                    <a:pt x="103779" y="111081"/>
                  </a:cubicBezTo>
                  <a:cubicBezTo>
                    <a:pt x="100584" y="111081"/>
                    <a:pt x="96750" y="110443"/>
                    <a:pt x="93555" y="109166"/>
                  </a:cubicBezTo>
                  <a:cubicBezTo>
                    <a:pt x="92277" y="107889"/>
                    <a:pt x="90999" y="106612"/>
                    <a:pt x="90360" y="105336"/>
                  </a:cubicBezTo>
                  <a:lnTo>
                    <a:pt x="115920" y="105336"/>
                  </a:lnTo>
                  <a:cubicBezTo>
                    <a:pt x="119754" y="105336"/>
                    <a:pt x="122310" y="102782"/>
                    <a:pt x="122310" y="98952"/>
                  </a:cubicBezTo>
                  <a:cubicBezTo>
                    <a:pt x="122310" y="97036"/>
                    <a:pt x="121670" y="95760"/>
                    <a:pt x="120392" y="94483"/>
                  </a:cubicBezTo>
                  <a:cubicBezTo>
                    <a:pt x="120392" y="94483"/>
                    <a:pt x="108252" y="81715"/>
                    <a:pt x="108252" y="47241"/>
                  </a:cubicBezTo>
                  <a:cubicBezTo>
                    <a:pt x="108891" y="37027"/>
                    <a:pt x="105696" y="27451"/>
                    <a:pt x="99306" y="19152"/>
                  </a:cubicBezTo>
                  <a:cubicBezTo>
                    <a:pt x="98667" y="17236"/>
                    <a:pt x="97389" y="15321"/>
                    <a:pt x="96111" y="13406"/>
                  </a:cubicBezTo>
                  <a:cubicBezTo>
                    <a:pt x="89721" y="4468"/>
                    <a:pt x="78858" y="0"/>
                    <a:pt x="64161" y="0"/>
                  </a:cubicBezTo>
                  <a:cubicBezTo>
                    <a:pt x="49464" y="0"/>
                    <a:pt x="38601" y="4468"/>
                    <a:pt x="32211" y="13406"/>
                  </a:cubicBezTo>
                  <a:cubicBezTo>
                    <a:pt x="30933" y="15321"/>
                    <a:pt x="29656" y="17875"/>
                    <a:pt x="28378" y="20428"/>
                  </a:cubicBezTo>
                  <a:cubicBezTo>
                    <a:pt x="23266" y="28089"/>
                    <a:pt x="20710" y="37665"/>
                    <a:pt x="20710" y="47241"/>
                  </a:cubicBezTo>
                  <a:cubicBezTo>
                    <a:pt x="20710" y="81715"/>
                    <a:pt x="8568" y="94483"/>
                    <a:pt x="8568" y="94483"/>
                  </a:cubicBezTo>
                  <a:cubicBezTo>
                    <a:pt x="6013" y="97036"/>
                    <a:pt x="6013" y="100867"/>
                    <a:pt x="8568" y="103420"/>
                  </a:cubicBezTo>
                  <a:cubicBezTo>
                    <a:pt x="9847" y="104697"/>
                    <a:pt x="11763" y="105336"/>
                    <a:pt x="13042" y="105336"/>
                  </a:cubicBezTo>
                  <a:lnTo>
                    <a:pt x="37962" y="105336"/>
                  </a:lnTo>
                  <a:cubicBezTo>
                    <a:pt x="37323" y="107251"/>
                    <a:pt x="36046" y="108528"/>
                    <a:pt x="34767" y="109166"/>
                  </a:cubicBezTo>
                  <a:cubicBezTo>
                    <a:pt x="31573" y="110443"/>
                    <a:pt x="27738" y="111081"/>
                    <a:pt x="24543" y="111081"/>
                  </a:cubicBezTo>
                  <a:cubicBezTo>
                    <a:pt x="16876" y="111081"/>
                    <a:pt x="9847" y="112996"/>
                    <a:pt x="3457" y="116188"/>
                  </a:cubicBezTo>
                  <a:cubicBezTo>
                    <a:pt x="262" y="118104"/>
                    <a:pt x="-1016" y="121934"/>
                    <a:pt x="901" y="125126"/>
                  </a:cubicBezTo>
                  <a:cubicBezTo>
                    <a:pt x="2818" y="128318"/>
                    <a:pt x="6652" y="129595"/>
                    <a:pt x="9847" y="127680"/>
                  </a:cubicBezTo>
                  <a:cubicBezTo>
                    <a:pt x="14958" y="125764"/>
                    <a:pt x="20710" y="124488"/>
                    <a:pt x="26461" y="123849"/>
                  </a:cubicBezTo>
                  <a:cubicBezTo>
                    <a:pt x="31573" y="123849"/>
                    <a:pt x="36684" y="122572"/>
                    <a:pt x="41157" y="120657"/>
                  </a:cubicBezTo>
                  <a:cubicBezTo>
                    <a:pt x="48825" y="116827"/>
                    <a:pt x="52020" y="105336"/>
                    <a:pt x="53298" y="100867"/>
                  </a:cubicBezTo>
                  <a:cubicBezTo>
                    <a:pt x="55215" y="95121"/>
                    <a:pt x="55215" y="88737"/>
                    <a:pt x="52659" y="82992"/>
                  </a:cubicBezTo>
                  <a:cubicBezTo>
                    <a:pt x="47547" y="74692"/>
                    <a:pt x="43713" y="65116"/>
                    <a:pt x="41157" y="55540"/>
                  </a:cubicBezTo>
                  <a:cubicBezTo>
                    <a:pt x="40518" y="52348"/>
                    <a:pt x="39879" y="49795"/>
                    <a:pt x="39241" y="46603"/>
                  </a:cubicBezTo>
                  <a:cubicBezTo>
                    <a:pt x="49464" y="44688"/>
                    <a:pt x="59049" y="38304"/>
                    <a:pt x="64800" y="29366"/>
                  </a:cubicBezTo>
                  <a:cubicBezTo>
                    <a:pt x="70551" y="38304"/>
                    <a:pt x="79497" y="44049"/>
                    <a:pt x="89721" y="46603"/>
                  </a:cubicBezTo>
                  <a:cubicBezTo>
                    <a:pt x="89082" y="49795"/>
                    <a:pt x="88443" y="52987"/>
                    <a:pt x="87804" y="55540"/>
                  </a:cubicBezTo>
                  <a:cubicBezTo>
                    <a:pt x="85248" y="65116"/>
                    <a:pt x="81414" y="74054"/>
                    <a:pt x="76302" y="82992"/>
                  </a:cubicBezTo>
                  <a:cubicBezTo>
                    <a:pt x="73746" y="88737"/>
                    <a:pt x="73746" y="95121"/>
                    <a:pt x="75663" y="100867"/>
                  </a:cubicBezTo>
                  <a:cubicBezTo>
                    <a:pt x="76941" y="105336"/>
                    <a:pt x="80136" y="116188"/>
                    <a:pt x="87804" y="120657"/>
                  </a:cubicBezTo>
                  <a:cubicBezTo>
                    <a:pt x="92277" y="122572"/>
                    <a:pt x="97389" y="123849"/>
                    <a:pt x="102501" y="123849"/>
                  </a:cubicBezTo>
                  <a:cubicBezTo>
                    <a:pt x="108252" y="123849"/>
                    <a:pt x="113364" y="125126"/>
                    <a:pt x="119115" y="127680"/>
                  </a:cubicBezTo>
                  <a:cubicBezTo>
                    <a:pt x="120392" y="128318"/>
                    <a:pt x="121032" y="128318"/>
                    <a:pt x="122310" y="128318"/>
                  </a:cubicBezTo>
                  <a:cubicBezTo>
                    <a:pt x="124865" y="128318"/>
                    <a:pt x="126782" y="127041"/>
                    <a:pt x="128060" y="125126"/>
                  </a:cubicBezTo>
                  <a:cubicBezTo>
                    <a:pt x="128060" y="124488"/>
                    <a:pt x="128060" y="124488"/>
                    <a:pt x="128700" y="123849"/>
                  </a:cubicBezTo>
                  <a:cubicBezTo>
                    <a:pt x="128700" y="124488"/>
                    <a:pt x="128700" y="124488"/>
                    <a:pt x="129338" y="125126"/>
                  </a:cubicBezTo>
                  <a:cubicBezTo>
                    <a:pt x="131255" y="128318"/>
                    <a:pt x="135090" y="129595"/>
                    <a:pt x="138285" y="127680"/>
                  </a:cubicBezTo>
                  <a:cubicBezTo>
                    <a:pt x="138285" y="127680"/>
                    <a:pt x="138285" y="127680"/>
                    <a:pt x="138285" y="127680"/>
                  </a:cubicBezTo>
                  <a:cubicBezTo>
                    <a:pt x="143396" y="125764"/>
                    <a:pt x="149147" y="124488"/>
                    <a:pt x="154898" y="123849"/>
                  </a:cubicBezTo>
                  <a:cubicBezTo>
                    <a:pt x="160010" y="123849"/>
                    <a:pt x="165122" y="122572"/>
                    <a:pt x="169595" y="120657"/>
                  </a:cubicBezTo>
                  <a:cubicBezTo>
                    <a:pt x="177263" y="116827"/>
                    <a:pt x="180458" y="105974"/>
                    <a:pt x="181736" y="100867"/>
                  </a:cubicBezTo>
                  <a:cubicBezTo>
                    <a:pt x="183653" y="95121"/>
                    <a:pt x="183653" y="88737"/>
                    <a:pt x="181097" y="82992"/>
                  </a:cubicBezTo>
                  <a:cubicBezTo>
                    <a:pt x="175985" y="74692"/>
                    <a:pt x="172151" y="65116"/>
                    <a:pt x="169595" y="55540"/>
                  </a:cubicBezTo>
                  <a:cubicBezTo>
                    <a:pt x="167039" y="48518"/>
                    <a:pt x="166400" y="40857"/>
                    <a:pt x="167039" y="33196"/>
                  </a:cubicBezTo>
                  <a:cubicBezTo>
                    <a:pt x="172790" y="37027"/>
                    <a:pt x="179180" y="38942"/>
                    <a:pt x="186209" y="38942"/>
                  </a:cubicBezTo>
                  <a:cubicBezTo>
                    <a:pt x="190682" y="38942"/>
                    <a:pt x="195794" y="38304"/>
                    <a:pt x="200267" y="36388"/>
                  </a:cubicBezTo>
                  <a:cubicBezTo>
                    <a:pt x="200906" y="35750"/>
                    <a:pt x="202184" y="35750"/>
                    <a:pt x="202823" y="35112"/>
                  </a:cubicBezTo>
                  <a:lnTo>
                    <a:pt x="202823" y="35112"/>
                  </a:lnTo>
                  <a:lnTo>
                    <a:pt x="202823" y="35112"/>
                  </a:lnTo>
                  <a:cubicBezTo>
                    <a:pt x="204101" y="36388"/>
                    <a:pt x="205379" y="37027"/>
                    <a:pt x="206657" y="37027"/>
                  </a:cubicBezTo>
                  <a:cubicBezTo>
                    <a:pt x="211130" y="37027"/>
                    <a:pt x="214964" y="35750"/>
                    <a:pt x="218798" y="33196"/>
                  </a:cubicBezTo>
                  <a:cubicBezTo>
                    <a:pt x="219436" y="40857"/>
                    <a:pt x="218159" y="48518"/>
                    <a:pt x="216241" y="55540"/>
                  </a:cubicBezTo>
                  <a:cubicBezTo>
                    <a:pt x="213686" y="65116"/>
                    <a:pt x="209852" y="74054"/>
                    <a:pt x="204740" y="82992"/>
                  </a:cubicBezTo>
                  <a:cubicBezTo>
                    <a:pt x="202184" y="88737"/>
                    <a:pt x="202184" y="95121"/>
                    <a:pt x="204101" y="100867"/>
                  </a:cubicBezTo>
                  <a:cubicBezTo>
                    <a:pt x="205379" y="105336"/>
                    <a:pt x="208574" y="116827"/>
                    <a:pt x="216241" y="120657"/>
                  </a:cubicBezTo>
                  <a:cubicBezTo>
                    <a:pt x="220714" y="122572"/>
                    <a:pt x="225826" y="123849"/>
                    <a:pt x="230939" y="123849"/>
                  </a:cubicBezTo>
                  <a:cubicBezTo>
                    <a:pt x="236689" y="123849"/>
                    <a:pt x="241801" y="125126"/>
                    <a:pt x="247552" y="127680"/>
                  </a:cubicBezTo>
                  <a:cubicBezTo>
                    <a:pt x="248830" y="128318"/>
                    <a:pt x="249469" y="128318"/>
                    <a:pt x="250747" y="128318"/>
                  </a:cubicBezTo>
                  <a:cubicBezTo>
                    <a:pt x="253303" y="128318"/>
                    <a:pt x="255220" y="127041"/>
                    <a:pt x="256498" y="125126"/>
                  </a:cubicBezTo>
                  <a:cubicBezTo>
                    <a:pt x="255859" y="121934"/>
                    <a:pt x="254581" y="118104"/>
                    <a:pt x="252025" y="116188"/>
                  </a:cubicBezTo>
                  <a:cubicBezTo>
                    <a:pt x="252025" y="116188"/>
                    <a:pt x="252025" y="116188"/>
                    <a:pt x="252025" y="116188"/>
                  </a:cubicBezTo>
                  <a:close/>
                  <a:moveTo>
                    <a:pt x="41157" y="89376"/>
                  </a:moveTo>
                  <a:cubicBezTo>
                    <a:pt x="41157" y="90652"/>
                    <a:pt x="41157" y="91291"/>
                    <a:pt x="41157" y="92568"/>
                  </a:cubicBezTo>
                  <a:lnTo>
                    <a:pt x="23905" y="92568"/>
                  </a:lnTo>
                  <a:cubicBezTo>
                    <a:pt x="27099" y="84907"/>
                    <a:pt x="29656" y="77246"/>
                    <a:pt x="30933" y="68947"/>
                  </a:cubicBezTo>
                  <a:cubicBezTo>
                    <a:pt x="34128" y="75969"/>
                    <a:pt x="37323" y="82992"/>
                    <a:pt x="41157" y="89376"/>
                  </a:cubicBezTo>
                  <a:close/>
                  <a:moveTo>
                    <a:pt x="37962" y="33196"/>
                  </a:moveTo>
                  <a:cubicBezTo>
                    <a:pt x="37962" y="30643"/>
                    <a:pt x="38601" y="28728"/>
                    <a:pt x="39241" y="26174"/>
                  </a:cubicBezTo>
                  <a:cubicBezTo>
                    <a:pt x="39879" y="25536"/>
                    <a:pt x="40518" y="24259"/>
                    <a:pt x="41157" y="23620"/>
                  </a:cubicBezTo>
                  <a:cubicBezTo>
                    <a:pt x="45630" y="19790"/>
                    <a:pt x="50742" y="16598"/>
                    <a:pt x="56493" y="15960"/>
                  </a:cubicBezTo>
                  <a:cubicBezTo>
                    <a:pt x="53298" y="24897"/>
                    <a:pt x="46269" y="31281"/>
                    <a:pt x="37962" y="33196"/>
                  </a:cubicBezTo>
                  <a:close/>
                  <a:moveTo>
                    <a:pt x="71829" y="16598"/>
                  </a:moveTo>
                  <a:cubicBezTo>
                    <a:pt x="77580" y="17875"/>
                    <a:pt x="82692" y="20428"/>
                    <a:pt x="87165" y="24259"/>
                  </a:cubicBezTo>
                  <a:cubicBezTo>
                    <a:pt x="87804" y="24897"/>
                    <a:pt x="87804" y="24897"/>
                    <a:pt x="88443" y="25536"/>
                  </a:cubicBezTo>
                  <a:cubicBezTo>
                    <a:pt x="89082" y="28089"/>
                    <a:pt x="89721" y="30643"/>
                    <a:pt x="90360" y="33196"/>
                  </a:cubicBezTo>
                  <a:cubicBezTo>
                    <a:pt x="81414" y="31281"/>
                    <a:pt x="74385" y="24897"/>
                    <a:pt x="71829" y="16598"/>
                  </a:cubicBezTo>
                  <a:close/>
                  <a:moveTo>
                    <a:pt x="85887" y="90014"/>
                  </a:moveTo>
                  <a:cubicBezTo>
                    <a:pt x="90360" y="82992"/>
                    <a:pt x="93555" y="75331"/>
                    <a:pt x="96750" y="67670"/>
                  </a:cubicBezTo>
                  <a:cubicBezTo>
                    <a:pt x="98028" y="75969"/>
                    <a:pt x="100584" y="84907"/>
                    <a:pt x="103779" y="92568"/>
                  </a:cubicBezTo>
                  <a:lnTo>
                    <a:pt x="85887" y="92568"/>
                  </a:lnTo>
                  <a:cubicBezTo>
                    <a:pt x="85887" y="91929"/>
                    <a:pt x="85887" y="90652"/>
                    <a:pt x="85887" y="90014"/>
                  </a:cubicBezTo>
                  <a:lnTo>
                    <a:pt x="85887" y="90014"/>
                  </a:lnTo>
                  <a:close/>
                  <a:moveTo>
                    <a:pt x="204740" y="21067"/>
                  </a:moveTo>
                  <a:cubicBezTo>
                    <a:pt x="202184" y="18513"/>
                    <a:pt x="198350" y="18513"/>
                    <a:pt x="195794" y="21067"/>
                  </a:cubicBezTo>
                  <a:cubicBezTo>
                    <a:pt x="195794" y="21067"/>
                    <a:pt x="195794" y="21067"/>
                    <a:pt x="195794" y="21067"/>
                  </a:cubicBezTo>
                  <a:lnTo>
                    <a:pt x="191960" y="24897"/>
                  </a:lnTo>
                  <a:cubicBezTo>
                    <a:pt x="184292" y="27451"/>
                    <a:pt x="175346" y="26174"/>
                    <a:pt x="169595" y="20428"/>
                  </a:cubicBezTo>
                  <a:cubicBezTo>
                    <a:pt x="181736" y="10214"/>
                    <a:pt x="199628" y="10214"/>
                    <a:pt x="212408" y="20428"/>
                  </a:cubicBezTo>
                  <a:cubicBezTo>
                    <a:pt x="211130" y="21705"/>
                    <a:pt x="209852" y="22982"/>
                    <a:pt x="207935" y="23620"/>
                  </a:cubicBezTo>
                  <a:lnTo>
                    <a:pt x="204740" y="21067"/>
                  </a:lnTo>
                  <a:close/>
                </a:path>
              </a:pathLst>
            </a:custGeom>
            <a:solidFill>
              <a:srgbClr val="00ABAB"/>
            </a:solidFill>
            <a:ln w="6390" cap="flat">
              <a:noFill/>
              <a:prstDash val="solid"/>
              <a:miter/>
            </a:ln>
          </p:spPr>
          <p:txBody>
            <a:bodyPr rtlCol="0" anchor="ctr"/>
            <a:lstStyle/>
            <a:p>
              <a:endParaRPr lang="en-US"/>
            </a:p>
          </p:txBody>
        </p:sp>
      </p:grpSp>
      <p:grpSp>
        <p:nvGrpSpPr>
          <p:cNvPr id="424" name="Graphic 4">
            <a:extLst>
              <a:ext uri="{FF2B5EF4-FFF2-40B4-BE49-F238E27FC236}">
                <a16:creationId xmlns:a16="http://schemas.microsoft.com/office/drawing/2014/main" id="{2CDD55EF-3721-BD41-AF57-52E88BDB9301}"/>
              </a:ext>
            </a:extLst>
          </p:cNvPr>
          <p:cNvGrpSpPr>
            <a:grpSpLocks noChangeAspect="1"/>
          </p:cNvGrpSpPr>
          <p:nvPr/>
        </p:nvGrpSpPr>
        <p:grpSpPr>
          <a:xfrm>
            <a:off x="5708130" y="3339623"/>
            <a:ext cx="362313" cy="361971"/>
            <a:chOff x="5708130" y="3339623"/>
            <a:chExt cx="362313" cy="361971"/>
          </a:xfrm>
          <a:solidFill>
            <a:srgbClr val="00ABAB"/>
          </a:solidFill>
        </p:grpSpPr>
        <p:sp>
          <p:nvSpPr>
            <p:cNvPr id="425" name="Graphic 4">
              <a:extLst>
                <a:ext uri="{FF2B5EF4-FFF2-40B4-BE49-F238E27FC236}">
                  <a16:creationId xmlns:a16="http://schemas.microsoft.com/office/drawing/2014/main" id="{1FAFE8A2-9383-3845-B3DD-993C1EAAF149}"/>
                </a:ext>
              </a:extLst>
            </p:cNvPr>
            <p:cNvSpPr/>
            <p:nvPr/>
          </p:nvSpPr>
          <p:spPr>
            <a:xfrm>
              <a:off x="5708130" y="33396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lnTo>
                    <a:pt x="349530" y="180667"/>
                  </a:lnTo>
                  <a:cubicBezTo>
                    <a:pt x="349530" y="273873"/>
                    <a:pt x="274767"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426" name="Graphic 4">
              <a:extLst>
                <a:ext uri="{FF2B5EF4-FFF2-40B4-BE49-F238E27FC236}">
                  <a16:creationId xmlns:a16="http://schemas.microsoft.com/office/drawing/2014/main" id="{77589D22-E5EC-2647-9421-4245D84811B7}"/>
                </a:ext>
              </a:extLst>
            </p:cNvPr>
            <p:cNvSpPr/>
            <p:nvPr/>
          </p:nvSpPr>
          <p:spPr>
            <a:xfrm>
              <a:off x="5792855" y="3424530"/>
              <a:ext cx="194537" cy="193696"/>
            </a:xfrm>
            <a:custGeom>
              <a:avLst/>
              <a:gdLst>
                <a:gd name="connsiteX0" fmla="*/ 190043 w 194537"/>
                <a:gd name="connsiteY0" fmla="*/ 181305 h 193696"/>
                <a:gd name="connsiteX1" fmla="*/ 158093 w 194537"/>
                <a:gd name="connsiteY1" fmla="*/ 173644 h 193696"/>
                <a:gd name="connsiteX2" fmla="*/ 140840 w 194537"/>
                <a:gd name="connsiteY2" fmla="*/ 170452 h 193696"/>
                <a:gd name="connsiteX3" fmla="*/ 128699 w 194537"/>
                <a:gd name="connsiteY3" fmla="*/ 134702 h 193696"/>
                <a:gd name="connsiteX4" fmla="*/ 149147 w 194537"/>
                <a:gd name="connsiteY4" fmla="*/ 87461 h 193696"/>
                <a:gd name="connsiteX5" fmla="*/ 144035 w 194537"/>
                <a:gd name="connsiteY5" fmla="*/ 19152 h 193696"/>
                <a:gd name="connsiteX6" fmla="*/ 96750 w 194537"/>
                <a:gd name="connsiteY6" fmla="*/ 0 h 193696"/>
                <a:gd name="connsiteX7" fmla="*/ 49464 w 194537"/>
                <a:gd name="connsiteY7" fmla="*/ 19152 h 193696"/>
                <a:gd name="connsiteX8" fmla="*/ 44352 w 194537"/>
                <a:gd name="connsiteY8" fmla="*/ 87461 h 193696"/>
                <a:gd name="connsiteX9" fmla="*/ 64800 w 194537"/>
                <a:gd name="connsiteY9" fmla="*/ 134702 h 193696"/>
                <a:gd name="connsiteX10" fmla="*/ 52659 w 194537"/>
                <a:gd name="connsiteY10" fmla="*/ 170452 h 193696"/>
                <a:gd name="connsiteX11" fmla="*/ 35406 w 194537"/>
                <a:gd name="connsiteY11" fmla="*/ 173644 h 193696"/>
                <a:gd name="connsiteX12" fmla="*/ 3456 w 194537"/>
                <a:gd name="connsiteY12" fmla="*/ 181305 h 193696"/>
                <a:gd name="connsiteX13" fmla="*/ 901 w 194537"/>
                <a:gd name="connsiteY13" fmla="*/ 190243 h 193696"/>
                <a:gd name="connsiteX14" fmla="*/ 6651 w 194537"/>
                <a:gd name="connsiteY14" fmla="*/ 193435 h 193696"/>
                <a:gd name="connsiteX15" fmla="*/ 9846 w 194537"/>
                <a:gd name="connsiteY15" fmla="*/ 192796 h 193696"/>
                <a:gd name="connsiteX16" fmla="*/ 36684 w 194537"/>
                <a:gd name="connsiteY16" fmla="*/ 187051 h 193696"/>
                <a:gd name="connsiteX17" fmla="*/ 59049 w 194537"/>
                <a:gd name="connsiteY17" fmla="*/ 182582 h 193696"/>
                <a:gd name="connsiteX18" fmla="*/ 76302 w 194537"/>
                <a:gd name="connsiteY18" fmla="*/ 153854 h 193696"/>
                <a:gd name="connsiteX19" fmla="*/ 75663 w 194537"/>
                <a:gd name="connsiteY19" fmla="*/ 128318 h 193696"/>
                <a:gd name="connsiteX20" fmla="*/ 57132 w 194537"/>
                <a:gd name="connsiteY20" fmla="*/ 84269 h 193696"/>
                <a:gd name="connsiteX21" fmla="*/ 53937 w 194537"/>
                <a:gd name="connsiteY21" fmla="*/ 40858 h 193696"/>
                <a:gd name="connsiteX22" fmla="*/ 86526 w 194537"/>
                <a:gd name="connsiteY22" fmla="*/ 52987 h 193696"/>
                <a:gd name="connsiteX23" fmla="*/ 106974 w 194537"/>
                <a:gd name="connsiteY23" fmla="*/ 49795 h 193696"/>
                <a:gd name="connsiteX24" fmla="*/ 109530 w 194537"/>
                <a:gd name="connsiteY24" fmla="*/ 48519 h 193696"/>
                <a:gd name="connsiteX25" fmla="*/ 112725 w 194537"/>
                <a:gd name="connsiteY25" fmla="*/ 45327 h 193696"/>
                <a:gd name="connsiteX26" fmla="*/ 115920 w 194537"/>
                <a:gd name="connsiteY26" fmla="*/ 48519 h 193696"/>
                <a:gd name="connsiteX27" fmla="*/ 119753 w 194537"/>
                <a:gd name="connsiteY27" fmla="*/ 50434 h 193696"/>
                <a:gd name="connsiteX28" fmla="*/ 140840 w 194537"/>
                <a:gd name="connsiteY28" fmla="*/ 41496 h 193696"/>
                <a:gd name="connsiteX29" fmla="*/ 137645 w 194537"/>
                <a:gd name="connsiteY29" fmla="*/ 84269 h 193696"/>
                <a:gd name="connsiteX30" fmla="*/ 119115 w 194537"/>
                <a:gd name="connsiteY30" fmla="*/ 128318 h 193696"/>
                <a:gd name="connsiteX31" fmla="*/ 118475 w 194537"/>
                <a:gd name="connsiteY31" fmla="*/ 153854 h 193696"/>
                <a:gd name="connsiteX32" fmla="*/ 135728 w 194537"/>
                <a:gd name="connsiteY32" fmla="*/ 182582 h 193696"/>
                <a:gd name="connsiteX33" fmla="*/ 158093 w 194537"/>
                <a:gd name="connsiteY33" fmla="*/ 187051 h 193696"/>
                <a:gd name="connsiteX34" fmla="*/ 184931 w 194537"/>
                <a:gd name="connsiteY34" fmla="*/ 192796 h 193696"/>
                <a:gd name="connsiteX35" fmla="*/ 193877 w 194537"/>
                <a:gd name="connsiteY35" fmla="*/ 190243 h 193696"/>
                <a:gd name="connsiteX36" fmla="*/ 190043 w 194537"/>
                <a:gd name="connsiteY36" fmla="*/ 181305 h 193696"/>
                <a:gd name="connsiteX37" fmla="*/ 190043 w 194537"/>
                <a:gd name="connsiteY37" fmla="*/ 181305 h 193696"/>
                <a:gd name="connsiteX38" fmla="*/ 121670 w 194537"/>
                <a:gd name="connsiteY38" fmla="*/ 37027 h 193696"/>
                <a:gd name="connsiteX39" fmla="*/ 115920 w 194537"/>
                <a:gd name="connsiteY39" fmla="*/ 31920 h 193696"/>
                <a:gd name="connsiteX40" fmla="*/ 106974 w 194537"/>
                <a:gd name="connsiteY40" fmla="*/ 31920 h 193696"/>
                <a:gd name="connsiteX41" fmla="*/ 106974 w 194537"/>
                <a:gd name="connsiteY41" fmla="*/ 31920 h 193696"/>
                <a:gd name="connsiteX42" fmla="*/ 100584 w 194537"/>
                <a:gd name="connsiteY42" fmla="*/ 38304 h 193696"/>
                <a:gd name="connsiteX43" fmla="*/ 58410 w 194537"/>
                <a:gd name="connsiteY43" fmla="*/ 28090 h 193696"/>
                <a:gd name="connsiteX44" fmla="*/ 59049 w 194537"/>
                <a:gd name="connsiteY44" fmla="*/ 26813 h 193696"/>
                <a:gd name="connsiteX45" fmla="*/ 96111 w 194537"/>
                <a:gd name="connsiteY45" fmla="*/ 12768 h 193696"/>
                <a:gd name="connsiteX46" fmla="*/ 133172 w 194537"/>
                <a:gd name="connsiteY46" fmla="*/ 26813 h 193696"/>
                <a:gd name="connsiteX47" fmla="*/ 133811 w 194537"/>
                <a:gd name="connsiteY47" fmla="*/ 28090 h 193696"/>
                <a:gd name="connsiteX48" fmla="*/ 121670 w 194537"/>
                <a:gd name="connsiteY48" fmla="*/ 37027 h 193696"/>
                <a:gd name="connsiteX49" fmla="*/ 121670 w 194537"/>
                <a:gd name="connsiteY49" fmla="*/ 37027 h 193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94537" h="193696">
                  <a:moveTo>
                    <a:pt x="190043" y="181305"/>
                  </a:moveTo>
                  <a:cubicBezTo>
                    <a:pt x="179819" y="176836"/>
                    <a:pt x="168956" y="174283"/>
                    <a:pt x="158093" y="173644"/>
                  </a:cubicBezTo>
                  <a:cubicBezTo>
                    <a:pt x="152342" y="173644"/>
                    <a:pt x="146591" y="172368"/>
                    <a:pt x="140840" y="170452"/>
                  </a:cubicBezTo>
                  <a:cubicBezTo>
                    <a:pt x="131894" y="165984"/>
                    <a:pt x="126143" y="139809"/>
                    <a:pt x="128699" y="134702"/>
                  </a:cubicBezTo>
                  <a:cubicBezTo>
                    <a:pt x="137645" y="120019"/>
                    <a:pt x="144674" y="104059"/>
                    <a:pt x="149147" y="87461"/>
                  </a:cubicBezTo>
                  <a:cubicBezTo>
                    <a:pt x="154259" y="70862"/>
                    <a:pt x="160010" y="39581"/>
                    <a:pt x="144035" y="19152"/>
                  </a:cubicBezTo>
                  <a:cubicBezTo>
                    <a:pt x="134450" y="6384"/>
                    <a:pt x="118475" y="0"/>
                    <a:pt x="96750" y="0"/>
                  </a:cubicBezTo>
                  <a:cubicBezTo>
                    <a:pt x="75024" y="0"/>
                    <a:pt x="59049" y="6384"/>
                    <a:pt x="49464" y="19152"/>
                  </a:cubicBezTo>
                  <a:cubicBezTo>
                    <a:pt x="33489" y="40219"/>
                    <a:pt x="39879" y="70862"/>
                    <a:pt x="44352" y="87461"/>
                  </a:cubicBezTo>
                  <a:cubicBezTo>
                    <a:pt x="48825" y="104059"/>
                    <a:pt x="55854" y="120019"/>
                    <a:pt x="64800" y="134702"/>
                  </a:cubicBezTo>
                  <a:cubicBezTo>
                    <a:pt x="67356" y="139809"/>
                    <a:pt x="61605" y="165984"/>
                    <a:pt x="52659" y="170452"/>
                  </a:cubicBezTo>
                  <a:cubicBezTo>
                    <a:pt x="46908" y="172368"/>
                    <a:pt x="41157" y="173644"/>
                    <a:pt x="35406" y="173644"/>
                  </a:cubicBezTo>
                  <a:cubicBezTo>
                    <a:pt x="24544" y="174283"/>
                    <a:pt x="13681" y="176836"/>
                    <a:pt x="3456" y="181305"/>
                  </a:cubicBezTo>
                  <a:cubicBezTo>
                    <a:pt x="261" y="183220"/>
                    <a:pt x="-1016" y="187051"/>
                    <a:pt x="901" y="190243"/>
                  </a:cubicBezTo>
                  <a:cubicBezTo>
                    <a:pt x="2179" y="192158"/>
                    <a:pt x="4096" y="193435"/>
                    <a:pt x="6651" y="193435"/>
                  </a:cubicBezTo>
                  <a:cubicBezTo>
                    <a:pt x="7929" y="193435"/>
                    <a:pt x="8569" y="193435"/>
                    <a:pt x="9846" y="192796"/>
                  </a:cubicBezTo>
                  <a:cubicBezTo>
                    <a:pt x="18154" y="188966"/>
                    <a:pt x="27739" y="187051"/>
                    <a:pt x="36684" y="187051"/>
                  </a:cubicBezTo>
                  <a:cubicBezTo>
                    <a:pt x="44352" y="187051"/>
                    <a:pt x="52020" y="185135"/>
                    <a:pt x="59049" y="182582"/>
                  </a:cubicBezTo>
                  <a:cubicBezTo>
                    <a:pt x="69912" y="176836"/>
                    <a:pt x="75024" y="159600"/>
                    <a:pt x="76302" y="153854"/>
                  </a:cubicBezTo>
                  <a:cubicBezTo>
                    <a:pt x="77580" y="148108"/>
                    <a:pt x="80136" y="134702"/>
                    <a:pt x="75663" y="128318"/>
                  </a:cubicBezTo>
                  <a:cubicBezTo>
                    <a:pt x="67356" y="114273"/>
                    <a:pt x="60966" y="99590"/>
                    <a:pt x="57132" y="84269"/>
                  </a:cubicBezTo>
                  <a:cubicBezTo>
                    <a:pt x="52659" y="70224"/>
                    <a:pt x="51381" y="55541"/>
                    <a:pt x="53937" y="40858"/>
                  </a:cubicBezTo>
                  <a:cubicBezTo>
                    <a:pt x="62883" y="49157"/>
                    <a:pt x="74385" y="53626"/>
                    <a:pt x="86526" y="52987"/>
                  </a:cubicBezTo>
                  <a:cubicBezTo>
                    <a:pt x="93555" y="52987"/>
                    <a:pt x="100584" y="51710"/>
                    <a:pt x="106974" y="49795"/>
                  </a:cubicBezTo>
                  <a:cubicBezTo>
                    <a:pt x="107613" y="49157"/>
                    <a:pt x="108890" y="49157"/>
                    <a:pt x="109530" y="48519"/>
                  </a:cubicBezTo>
                  <a:lnTo>
                    <a:pt x="112725" y="45327"/>
                  </a:lnTo>
                  <a:lnTo>
                    <a:pt x="115920" y="48519"/>
                  </a:lnTo>
                  <a:cubicBezTo>
                    <a:pt x="117198" y="49795"/>
                    <a:pt x="118475" y="50434"/>
                    <a:pt x="119753" y="50434"/>
                  </a:cubicBezTo>
                  <a:cubicBezTo>
                    <a:pt x="128060" y="50434"/>
                    <a:pt x="135728" y="47242"/>
                    <a:pt x="140840" y="41496"/>
                  </a:cubicBezTo>
                  <a:cubicBezTo>
                    <a:pt x="143396" y="55541"/>
                    <a:pt x="142118" y="70224"/>
                    <a:pt x="137645" y="84269"/>
                  </a:cubicBezTo>
                  <a:cubicBezTo>
                    <a:pt x="133172" y="99590"/>
                    <a:pt x="126783" y="114273"/>
                    <a:pt x="119115" y="128318"/>
                  </a:cubicBezTo>
                  <a:cubicBezTo>
                    <a:pt x="114642" y="135341"/>
                    <a:pt x="117198" y="148747"/>
                    <a:pt x="118475" y="153854"/>
                  </a:cubicBezTo>
                  <a:cubicBezTo>
                    <a:pt x="119753" y="158961"/>
                    <a:pt x="124865" y="176198"/>
                    <a:pt x="135728" y="182582"/>
                  </a:cubicBezTo>
                  <a:cubicBezTo>
                    <a:pt x="142757" y="185135"/>
                    <a:pt x="150425" y="187051"/>
                    <a:pt x="158093" y="187051"/>
                  </a:cubicBezTo>
                  <a:cubicBezTo>
                    <a:pt x="167678" y="187051"/>
                    <a:pt x="176624" y="189604"/>
                    <a:pt x="184931" y="192796"/>
                  </a:cubicBezTo>
                  <a:cubicBezTo>
                    <a:pt x="188126" y="194711"/>
                    <a:pt x="191960" y="193435"/>
                    <a:pt x="193877" y="190243"/>
                  </a:cubicBezTo>
                  <a:cubicBezTo>
                    <a:pt x="195794" y="187051"/>
                    <a:pt x="193238" y="182582"/>
                    <a:pt x="190043" y="181305"/>
                  </a:cubicBezTo>
                  <a:lnTo>
                    <a:pt x="190043" y="181305"/>
                  </a:lnTo>
                  <a:close/>
                  <a:moveTo>
                    <a:pt x="121670" y="37027"/>
                  </a:moveTo>
                  <a:lnTo>
                    <a:pt x="115920" y="31920"/>
                  </a:lnTo>
                  <a:cubicBezTo>
                    <a:pt x="113363" y="29367"/>
                    <a:pt x="109530" y="29367"/>
                    <a:pt x="106974" y="31920"/>
                  </a:cubicBezTo>
                  <a:cubicBezTo>
                    <a:pt x="106974" y="31920"/>
                    <a:pt x="106974" y="31920"/>
                    <a:pt x="106974" y="31920"/>
                  </a:cubicBezTo>
                  <a:lnTo>
                    <a:pt x="100584" y="38304"/>
                  </a:lnTo>
                  <a:cubicBezTo>
                    <a:pt x="94833" y="40219"/>
                    <a:pt x="71829" y="45965"/>
                    <a:pt x="58410" y="28090"/>
                  </a:cubicBezTo>
                  <a:lnTo>
                    <a:pt x="59049" y="26813"/>
                  </a:lnTo>
                  <a:cubicBezTo>
                    <a:pt x="66078" y="17237"/>
                    <a:pt x="78858" y="12768"/>
                    <a:pt x="96111" y="12768"/>
                  </a:cubicBezTo>
                  <a:cubicBezTo>
                    <a:pt x="113363" y="12768"/>
                    <a:pt x="126143" y="17875"/>
                    <a:pt x="133172" y="26813"/>
                  </a:cubicBezTo>
                  <a:cubicBezTo>
                    <a:pt x="133172" y="27451"/>
                    <a:pt x="133811" y="28090"/>
                    <a:pt x="133811" y="28090"/>
                  </a:cubicBezTo>
                  <a:cubicBezTo>
                    <a:pt x="131894" y="32559"/>
                    <a:pt x="127421" y="35751"/>
                    <a:pt x="121670" y="37027"/>
                  </a:cubicBezTo>
                  <a:lnTo>
                    <a:pt x="121670" y="37027"/>
                  </a:lnTo>
                  <a:close/>
                </a:path>
              </a:pathLst>
            </a:custGeom>
            <a:solidFill>
              <a:srgbClr val="00ABAB"/>
            </a:solidFill>
            <a:ln w="6390" cap="flat">
              <a:noFill/>
              <a:prstDash val="solid"/>
              <a:miter/>
            </a:ln>
          </p:spPr>
          <p:txBody>
            <a:bodyPr rtlCol="0" anchor="ctr"/>
            <a:lstStyle/>
            <a:p>
              <a:endParaRPr lang="en-US"/>
            </a:p>
          </p:txBody>
        </p:sp>
      </p:grpSp>
      <p:grpSp>
        <p:nvGrpSpPr>
          <p:cNvPr id="427" name="Graphic 4">
            <a:extLst>
              <a:ext uri="{FF2B5EF4-FFF2-40B4-BE49-F238E27FC236}">
                <a16:creationId xmlns:a16="http://schemas.microsoft.com/office/drawing/2014/main" id="{1A942604-50BC-0249-8427-79EDABB70C73}"/>
              </a:ext>
            </a:extLst>
          </p:cNvPr>
          <p:cNvGrpSpPr>
            <a:grpSpLocks noChangeAspect="1"/>
          </p:cNvGrpSpPr>
          <p:nvPr/>
        </p:nvGrpSpPr>
        <p:grpSpPr>
          <a:xfrm>
            <a:off x="3607758" y="3339623"/>
            <a:ext cx="362313" cy="361971"/>
            <a:chOff x="3607758" y="3339623"/>
            <a:chExt cx="362313" cy="361971"/>
          </a:xfrm>
          <a:solidFill>
            <a:srgbClr val="00ABAB"/>
          </a:solidFill>
        </p:grpSpPr>
        <p:sp>
          <p:nvSpPr>
            <p:cNvPr id="428" name="Graphic 4">
              <a:extLst>
                <a:ext uri="{FF2B5EF4-FFF2-40B4-BE49-F238E27FC236}">
                  <a16:creationId xmlns:a16="http://schemas.microsoft.com/office/drawing/2014/main" id="{92E5AD24-F86F-EA4E-A236-3CC335449E70}"/>
                </a:ext>
              </a:extLst>
            </p:cNvPr>
            <p:cNvSpPr/>
            <p:nvPr/>
          </p:nvSpPr>
          <p:spPr>
            <a:xfrm>
              <a:off x="3607758" y="3339623"/>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6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 name="connsiteX13" fmla="*/ 181474 w 362313"/>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3"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949"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6" y="12768"/>
                  </a:cubicBezTo>
                  <a:cubicBezTo>
                    <a:pt x="274128" y="12768"/>
                    <a:pt x="349530" y="88099"/>
                    <a:pt x="349530" y="180667"/>
                  </a:cubicBezTo>
                  <a:lnTo>
                    <a:pt x="349530" y="180667"/>
                  </a:lnTo>
                  <a:cubicBezTo>
                    <a:pt x="349530" y="273873"/>
                    <a:pt x="274128"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429" name="Graphic 4">
              <a:extLst>
                <a:ext uri="{FF2B5EF4-FFF2-40B4-BE49-F238E27FC236}">
                  <a16:creationId xmlns:a16="http://schemas.microsoft.com/office/drawing/2014/main" id="{E630B1B9-7FCC-5743-8DB6-E9FF01D9111B}"/>
                </a:ext>
              </a:extLst>
            </p:cNvPr>
            <p:cNvSpPr/>
            <p:nvPr/>
          </p:nvSpPr>
          <p:spPr>
            <a:xfrm>
              <a:off x="3724055" y="3419423"/>
              <a:ext cx="42173" cy="42134"/>
            </a:xfrm>
            <a:custGeom>
              <a:avLst/>
              <a:gdLst>
                <a:gd name="connsiteX0" fmla="*/ 21087 w 42173"/>
                <a:gd name="connsiteY0" fmla="*/ 42134 h 42134"/>
                <a:gd name="connsiteX1" fmla="*/ 42174 w 42173"/>
                <a:gd name="connsiteY1" fmla="*/ 21067 h 42134"/>
                <a:gd name="connsiteX2" fmla="*/ 21087 w 42173"/>
                <a:gd name="connsiteY2" fmla="*/ 0 h 42134"/>
                <a:gd name="connsiteX3" fmla="*/ 0 w 42173"/>
                <a:gd name="connsiteY3" fmla="*/ 21067 h 42134"/>
                <a:gd name="connsiteX4" fmla="*/ 0 w 42173"/>
                <a:gd name="connsiteY4" fmla="*/ 21067 h 42134"/>
                <a:gd name="connsiteX5" fmla="*/ 21087 w 42173"/>
                <a:gd name="connsiteY5" fmla="*/ 42134 h 42134"/>
                <a:gd name="connsiteX6" fmla="*/ 21087 w 42173"/>
                <a:gd name="connsiteY6" fmla="*/ 12768 h 42134"/>
                <a:gd name="connsiteX7" fmla="*/ 29394 w 42173"/>
                <a:gd name="connsiteY7" fmla="*/ 21067 h 42134"/>
                <a:gd name="connsiteX8" fmla="*/ 21087 w 42173"/>
                <a:gd name="connsiteY8" fmla="*/ 29366 h 42134"/>
                <a:gd name="connsiteX9" fmla="*/ 12780 w 42173"/>
                <a:gd name="connsiteY9" fmla="*/ 21067 h 42134"/>
                <a:gd name="connsiteX10" fmla="*/ 12780 w 42173"/>
                <a:gd name="connsiteY10" fmla="*/ 21067 h 42134"/>
                <a:gd name="connsiteX11" fmla="*/ 21087 w 42173"/>
                <a:gd name="connsiteY11" fmla="*/ 12768 h 42134"/>
                <a:gd name="connsiteX12" fmla="*/ 21087 w 42173"/>
                <a:gd name="connsiteY12" fmla="*/ 12768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173" h="42134">
                  <a:moveTo>
                    <a:pt x="21087" y="42134"/>
                  </a:moveTo>
                  <a:cubicBezTo>
                    <a:pt x="32589" y="42134"/>
                    <a:pt x="42174" y="32558"/>
                    <a:pt x="42174" y="21067"/>
                  </a:cubicBezTo>
                  <a:cubicBezTo>
                    <a:pt x="42174" y="9576"/>
                    <a:pt x="32589" y="0"/>
                    <a:pt x="21087" y="0"/>
                  </a:cubicBezTo>
                  <a:cubicBezTo>
                    <a:pt x="9585" y="0"/>
                    <a:pt x="0" y="9576"/>
                    <a:pt x="0" y="21067"/>
                  </a:cubicBezTo>
                  <a:cubicBezTo>
                    <a:pt x="0" y="21067"/>
                    <a:pt x="0" y="21067"/>
                    <a:pt x="0" y="21067"/>
                  </a:cubicBezTo>
                  <a:cubicBezTo>
                    <a:pt x="0" y="32558"/>
                    <a:pt x="9585" y="42134"/>
                    <a:pt x="21087" y="42134"/>
                  </a:cubicBezTo>
                  <a:close/>
                  <a:moveTo>
                    <a:pt x="21087" y="12768"/>
                  </a:moveTo>
                  <a:cubicBezTo>
                    <a:pt x="25560" y="12768"/>
                    <a:pt x="29394" y="16598"/>
                    <a:pt x="29394" y="21067"/>
                  </a:cubicBezTo>
                  <a:cubicBezTo>
                    <a:pt x="29394" y="25536"/>
                    <a:pt x="25560" y="29366"/>
                    <a:pt x="21087" y="29366"/>
                  </a:cubicBezTo>
                  <a:cubicBezTo>
                    <a:pt x="16614" y="29366"/>
                    <a:pt x="12780" y="25536"/>
                    <a:pt x="12780" y="21067"/>
                  </a:cubicBezTo>
                  <a:cubicBezTo>
                    <a:pt x="12780" y="21067"/>
                    <a:pt x="12780" y="21067"/>
                    <a:pt x="12780" y="21067"/>
                  </a:cubicBezTo>
                  <a:cubicBezTo>
                    <a:pt x="12780" y="16598"/>
                    <a:pt x="16614" y="12768"/>
                    <a:pt x="21087" y="12768"/>
                  </a:cubicBezTo>
                  <a:lnTo>
                    <a:pt x="21087" y="12768"/>
                  </a:lnTo>
                  <a:close/>
                </a:path>
              </a:pathLst>
            </a:custGeom>
            <a:solidFill>
              <a:srgbClr val="00ABAB"/>
            </a:solidFill>
            <a:ln w="6390" cap="flat">
              <a:noFill/>
              <a:prstDash val="solid"/>
              <a:miter/>
            </a:ln>
          </p:spPr>
          <p:txBody>
            <a:bodyPr rtlCol="0" anchor="ctr"/>
            <a:lstStyle/>
            <a:p>
              <a:endParaRPr lang="en-US"/>
            </a:p>
          </p:txBody>
        </p:sp>
        <p:sp>
          <p:nvSpPr>
            <p:cNvPr id="430" name="Graphic 4">
              <a:extLst>
                <a:ext uri="{FF2B5EF4-FFF2-40B4-BE49-F238E27FC236}">
                  <a16:creationId xmlns:a16="http://schemas.microsoft.com/office/drawing/2014/main" id="{59F440C6-E8DB-8E47-AA09-40A3F6F843D6}"/>
                </a:ext>
              </a:extLst>
            </p:cNvPr>
            <p:cNvSpPr/>
            <p:nvPr/>
          </p:nvSpPr>
          <p:spPr>
            <a:xfrm>
              <a:off x="3686993" y="3477517"/>
              <a:ext cx="202561" cy="144916"/>
            </a:xfrm>
            <a:custGeom>
              <a:avLst/>
              <a:gdLst>
                <a:gd name="connsiteX0" fmla="*/ 197449 w 202561"/>
                <a:gd name="connsiteY0" fmla="*/ 44050 h 144916"/>
                <a:gd name="connsiteX1" fmla="*/ 182113 w 202561"/>
                <a:gd name="connsiteY1" fmla="*/ 44050 h 144916"/>
                <a:gd name="connsiteX2" fmla="*/ 182113 w 202561"/>
                <a:gd name="connsiteY2" fmla="*/ 6384 h 144916"/>
                <a:gd name="connsiteX3" fmla="*/ 175723 w 202561"/>
                <a:gd name="connsiteY3" fmla="*/ 0 h 144916"/>
                <a:gd name="connsiteX4" fmla="*/ 116936 w 202561"/>
                <a:gd name="connsiteY4" fmla="*/ 0 h 144916"/>
                <a:gd name="connsiteX5" fmla="*/ 110546 w 202561"/>
                <a:gd name="connsiteY5" fmla="*/ 6384 h 144916"/>
                <a:gd name="connsiteX6" fmla="*/ 110546 w 202561"/>
                <a:gd name="connsiteY6" fmla="*/ 44050 h 144916"/>
                <a:gd name="connsiteX7" fmla="*/ 93932 w 202561"/>
                <a:gd name="connsiteY7" fmla="*/ 44050 h 144916"/>
                <a:gd name="connsiteX8" fmla="*/ 93932 w 202561"/>
                <a:gd name="connsiteY8" fmla="*/ 6384 h 144916"/>
                <a:gd name="connsiteX9" fmla="*/ 87542 w 202561"/>
                <a:gd name="connsiteY9" fmla="*/ 0 h 144916"/>
                <a:gd name="connsiteX10" fmla="*/ 28755 w 202561"/>
                <a:gd name="connsiteY10" fmla="*/ 0 h 144916"/>
                <a:gd name="connsiteX11" fmla="*/ 22365 w 202561"/>
                <a:gd name="connsiteY11" fmla="*/ 6384 h 144916"/>
                <a:gd name="connsiteX12" fmla="*/ 22365 w 202561"/>
                <a:gd name="connsiteY12" fmla="*/ 44050 h 144916"/>
                <a:gd name="connsiteX13" fmla="*/ 6390 w 202561"/>
                <a:gd name="connsiteY13" fmla="*/ 44050 h 144916"/>
                <a:gd name="connsiteX14" fmla="*/ 0 w 202561"/>
                <a:gd name="connsiteY14" fmla="*/ 50434 h 144916"/>
                <a:gd name="connsiteX15" fmla="*/ 6390 w 202561"/>
                <a:gd name="connsiteY15" fmla="*/ 56818 h 144916"/>
                <a:gd name="connsiteX16" fmla="*/ 7029 w 202561"/>
                <a:gd name="connsiteY16" fmla="*/ 56818 h 144916"/>
                <a:gd name="connsiteX17" fmla="*/ 7029 w 202561"/>
                <a:gd name="connsiteY17" fmla="*/ 138533 h 144916"/>
                <a:gd name="connsiteX18" fmla="*/ 13419 w 202561"/>
                <a:gd name="connsiteY18" fmla="*/ 144916 h 144916"/>
                <a:gd name="connsiteX19" fmla="*/ 189142 w 202561"/>
                <a:gd name="connsiteY19" fmla="*/ 144916 h 144916"/>
                <a:gd name="connsiteX20" fmla="*/ 195532 w 202561"/>
                <a:gd name="connsiteY20" fmla="*/ 138533 h 144916"/>
                <a:gd name="connsiteX21" fmla="*/ 195532 w 202561"/>
                <a:gd name="connsiteY21" fmla="*/ 56818 h 144916"/>
                <a:gd name="connsiteX22" fmla="*/ 196171 w 202561"/>
                <a:gd name="connsiteY22" fmla="*/ 56818 h 144916"/>
                <a:gd name="connsiteX23" fmla="*/ 202561 w 202561"/>
                <a:gd name="connsiteY23" fmla="*/ 50434 h 144916"/>
                <a:gd name="connsiteX24" fmla="*/ 197449 w 202561"/>
                <a:gd name="connsiteY24" fmla="*/ 44050 h 144916"/>
                <a:gd name="connsiteX25" fmla="*/ 197449 w 202561"/>
                <a:gd name="connsiteY25" fmla="*/ 44050 h 144916"/>
                <a:gd name="connsiteX26" fmla="*/ 122687 w 202561"/>
                <a:gd name="connsiteY26" fmla="*/ 12768 h 144916"/>
                <a:gd name="connsiteX27" fmla="*/ 168695 w 202561"/>
                <a:gd name="connsiteY27" fmla="*/ 12768 h 144916"/>
                <a:gd name="connsiteX28" fmla="*/ 168695 w 202561"/>
                <a:gd name="connsiteY28" fmla="*/ 44050 h 144916"/>
                <a:gd name="connsiteX29" fmla="*/ 122687 w 202561"/>
                <a:gd name="connsiteY29" fmla="*/ 44050 h 144916"/>
                <a:gd name="connsiteX30" fmla="*/ 122687 w 202561"/>
                <a:gd name="connsiteY30" fmla="*/ 12768 h 144916"/>
                <a:gd name="connsiteX31" fmla="*/ 35145 w 202561"/>
                <a:gd name="connsiteY31" fmla="*/ 12768 h 144916"/>
                <a:gd name="connsiteX32" fmla="*/ 81152 w 202561"/>
                <a:gd name="connsiteY32" fmla="*/ 12768 h 144916"/>
                <a:gd name="connsiteX33" fmla="*/ 81152 w 202561"/>
                <a:gd name="connsiteY33" fmla="*/ 44050 h 144916"/>
                <a:gd name="connsiteX34" fmla="*/ 35145 w 202561"/>
                <a:gd name="connsiteY34" fmla="*/ 44050 h 144916"/>
                <a:gd name="connsiteX35" fmla="*/ 35145 w 202561"/>
                <a:gd name="connsiteY35" fmla="*/ 12768 h 144916"/>
                <a:gd name="connsiteX36" fmla="*/ 183391 w 202561"/>
                <a:gd name="connsiteY36" fmla="*/ 132149 h 144916"/>
                <a:gd name="connsiteX37" fmla="*/ 20448 w 202561"/>
                <a:gd name="connsiteY37" fmla="*/ 132149 h 144916"/>
                <a:gd name="connsiteX38" fmla="*/ 20448 w 202561"/>
                <a:gd name="connsiteY38" fmla="*/ 56818 h 144916"/>
                <a:gd name="connsiteX39" fmla="*/ 183391 w 202561"/>
                <a:gd name="connsiteY39" fmla="*/ 56818 h 144916"/>
                <a:gd name="connsiteX40" fmla="*/ 183391 w 202561"/>
                <a:gd name="connsiteY40" fmla="*/ 132149 h 144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2561" h="144916">
                  <a:moveTo>
                    <a:pt x="197449" y="44050"/>
                  </a:moveTo>
                  <a:lnTo>
                    <a:pt x="182113" y="44050"/>
                  </a:lnTo>
                  <a:lnTo>
                    <a:pt x="182113" y="6384"/>
                  </a:lnTo>
                  <a:cubicBezTo>
                    <a:pt x="182113" y="2554"/>
                    <a:pt x="179557" y="0"/>
                    <a:pt x="175723" y="0"/>
                  </a:cubicBezTo>
                  <a:lnTo>
                    <a:pt x="116936" y="0"/>
                  </a:lnTo>
                  <a:cubicBezTo>
                    <a:pt x="113102" y="0"/>
                    <a:pt x="110546" y="2554"/>
                    <a:pt x="110546" y="6384"/>
                  </a:cubicBezTo>
                  <a:lnTo>
                    <a:pt x="110546" y="44050"/>
                  </a:lnTo>
                  <a:lnTo>
                    <a:pt x="93932" y="44050"/>
                  </a:lnTo>
                  <a:lnTo>
                    <a:pt x="93932" y="6384"/>
                  </a:lnTo>
                  <a:cubicBezTo>
                    <a:pt x="93932" y="2554"/>
                    <a:pt x="91376" y="0"/>
                    <a:pt x="87542" y="0"/>
                  </a:cubicBezTo>
                  <a:lnTo>
                    <a:pt x="28755" y="0"/>
                  </a:lnTo>
                  <a:cubicBezTo>
                    <a:pt x="24921" y="0"/>
                    <a:pt x="22365" y="2554"/>
                    <a:pt x="22365" y="6384"/>
                  </a:cubicBezTo>
                  <a:lnTo>
                    <a:pt x="22365" y="44050"/>
                  </a:lnTo>
                  <a:lnTo>
                    <a:pt x="6390" y="44050"/>
                  </a:lnTo>
                  <a:cubicBezTo>
                    <a:pt x="2556" y="44050"/>
                    <a:pt x="0" y="46603"/>
                    <a:pt x="0" y="50434"/>
                  </a:cubicBezTo>
                  <a:cubicBezTo>
                    <a:pt x="0" y="54264"/>
                    <a:pt x="2556" y="56818"/>
                    <a:pt x="6390" y="56818"/>
                  </a:cubicBezTo>
                  <a:lnTo>
                    <a:pt x="7029" y="56818"/>
                  </a:lnTo>
                  <a:lnTo>
                    <a:pt x="7029" y="138533"/>
                  </a:lnTo>
                  <a:cubicBezTo>
                    <a:pt x="7029" y="142363"/>
                    <a:pt x="9585" y="144916"/>
                    <a:pt x="13419" y="144916"/>
                  </a:cubicBezTo>
                  <a:lnTo>
                    <a:pt x="189142" y="144916"/>
                  </a:lnTo>
                  <a:cubicBezTo>
                    <a:pt x="192976" y="144916"/>
                    <a:pt x="195532" y="142363"/>
                    <a:pt x="195532" y="138533"/>
                  </a:cubicBezTo>
                  <a:lnTo>
                    <a:pt x="195532" y="56818"/>
                  </a:lnTo>
                  <a:lnTo>
                    <a:pt x="196171" y="56818"/>
                  </a:lnTo>
                  <a:cubicBezTo>
                    <a:pt x="200005" y="56818"/>
                    <a:pt x="202561" y="54264"/>
                    <a:pt x="202561" y="50434"/>
                  </a:cubicBezTo>
                  <a:cubicBezTo>
                    <a:pt x="202561" y="46603"/>
                    <a:pt x="200644" y="44050"/>
                    <a:pt x="197449" y="44050"/>
                  </a:cubicBezTo>
                  <a:lnTo>
                    <a:pt x="197449" y="44050"/>
                  </a:lnTo>
                  <a:close/>
                  <a:moveTo>
                    <a:pt x="122687" y="12768"/>
                  </a:moveTo>
                  <a:lnTo>
                    <a:pt x="168695" y="12768"/>
                  </a:lnTo>
                  <a:lnTo>
                    <a:pt x="168695" y="44050"/>
                  </a:lnTo>
                  <a:lnTo>
                    <a:pt x="122687" y="44050"/>
                  </a:lnTo>
                  <a:lnTo>
                    <a:pt x="122687" y="12768"/>
                  </a:lnTo>
                  <a:close/>
                  <a:moveTo>
                    <a:pt x="35145" y="12768"/>
                  </a:moveTo>
                  <a:lnTo>
                    <a:pt x="81152" y="12768"/>
                  </a:lnTo>
                  <a:lnTo>
                    <a:pt x="81152" y="44050"/>
                  </a:lnTo>
                  <a:lnTo>
                    <a:pt x="35145" y="44050"/>
                  </a:lnTo>
                  <a:lnTo>
                    <a:pt x="35145" y="12768"/>
                  </a:lnTo>
                  <a:close/>
                  <a:moveTo>
                    <a:pt x="183391" y="132149"/>
                  </a:moveTo>
                  <a:lnTo>
                    <a:pt x="20448" y="132149"/>
                  </a:lnTo>
                  <a:lnTo>
                    <a:pt x="20448" y="56818"/>
                  </a:lnTo>
                  <a:lnTo>
                    <a:pt x="183391" y="56818"/>
                  </a:lnTo>
                  <a:lnTo>
                    <a:pt x="183391" y="132149"/>
                  </a:lnTo>
                  <a:close/>
                </a:path>
              </a:pathLst>
            </a:custGeom>
            <a:solidFill>
              <a:srgbClr val="00ABAB"/>
            </a:solidFill>
            <a:ln w="6390" cap="flat">
              <a:noFill/>
              <a:prstDash val="solid"/>
              <a:miter/>
            </a:ln>
          </p:spPr>
          <p:txBody>
            <a:bodyPr rtlCol="0" anchor="ctr"/>
            <a:lstStyle/>
            <a:p>
              <a:endParaRPr lang="en-US"/>
            </a:p>
          </p:txBody>
        </p:sp>
        <p:sp>
          <p:nvSpPr>
            <p:cNvPr id="431" name="Graphic 4">
              <a:extLst>
                <a:ext uri="{FF2B5EF4-FFF2-40B4-BE49-F238E27FC236}">
                  <a16:creationId xmlns:a16="http://schemas.microsoft.com/office/drawing/2014/main" id="{0380F93C-4068-3645-8CC4-3302731CAA42}"/>
                </a:ext>
              </a:extLst>
            </p:cNvPr>
            <p:cNvSpPr/>
            <p:nvPr/>
          </p:nvSpPr>
          <p:spPr>
            <a:xfrm>
              <a:off x="3811597" y="3419423"/>
              <a:ext cx="42173" cy="42134"/>
            </a:xfrm>
            <a:custGeom>
              <a:avLst/>
              <a:gdLst>
                <a:gd name="connsiteX0" fmla="*/ 21087 w 42173"/>
                <a:gd name="connsiteY0" fmla="*/ 42134 h 42134"/>
                <a:gd name="connsiteX1" fmla="*/ 42173 w 42173"/>
                <a:gd name="connsiteY1" fmla="*/ 21067 h 42134"/>
                <a:gd name="connsiteX2" fmla="*/ 21087 w 42173"/>
                <a:gd name="connsiteY2" fmla="*/ 0 h 42134"/>
                <a:gd name="connsiteX3" fmla="*/ 0 w 42173"/>
                <a:gd name="connsiteY3" fmla="*/ 21067 h 42134"/>
                <a:gd name="connsiteX4" fmla="*/ 0 w 42173"/>
                <a:gd name="connsiteY4" fmla="*/ 21067 h 42134"/>
                <a:gd name="connsiteX5" fmla="*/ 21087 w 42173"/>
                <a:gd name="connsiteY5" fmla="*/ 42134 h 42134"/>
                <a:gd name="connsiteX6" fmla="*/ 21087 w 42173"/>
                <a:gd name="connsiteY6" fmla="*/ 12768 h 42134"/>
                <a:gd name="connsiteX7" fmla="*/ 29394 w 42173"/>
                <a:gd name="connsiteY7" fmla="*/ 21067 h 42134"/>
                <a:gd name="connsiteX8" fmla="*/ 21087 w 42173"/>
                <a:gd name="connsiteY8" fmla="*/ 29366 h 42134"/>
                <a:gd name="connsiteX9" fmla="*/ 12780 w 42173"/>
                <a:gd name="connsiteY9" fmla="*/ 21067 h 42134"/>
                <a:gd name="connsiteX10" fmla="*/ 12780 w 42173"/>
                <a:gd name="connsiteY10" fmla="*/ 21067 h 42134"/>
                <a:gd name="connsiteX11" fmla="*/ 21087 w 42173"/>
                <a:gd name="connsiteY11" fmla="*/ 12768 h 42134"/>
                <a:gd name="connsiteX12" fmla="*/ 21087 w 42173"/>
                <a:gd name="connsiteY12" fmla="*/ 12768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173" h="42134">
                  <a:moveTo>
                    <a:pt x="21087" y="42134"/>
                  </a:moveTo>
                  <a:cubicBezTo>
                    <a:pt x="32589" y="42134"/>
                    <a:pt x="42173" y="32558"/>
                    <a:pt x="42173" y="21067"/>
                  </a:cubicBezTo>
                  <a:cubicBezTo>
                    <a:pt x="42173" y="9576"/>
                    <a:pt x="32589" y="0"/>
                    <a:pt x="21087" y="0"/>
                  </a:cubicBezTo>
                  <a:cubicBezTo>
                    <a:pt x="9585" y="0"/>
                    <a:pt x="0" y="9576"/>
                    <a:pt x="0" y="21067"/>
                  </a:cubicBezTo>
                  <a:cubicBezTo>
                    <a:pt x="0" y="21067"/>
                    <a:pt x="0" y="21067"/>
                    <a:pt x="0" y="21067"/>
                  </a:cubicBezTo>
                  <a:cubicBezTo>
                    <a:pt x="0" y="32558"/>
                    <a:pt x="9585" y="42134"/>
                    <a:pt x="21087" y="42134"/>
                  </a:cubicBezTo>
                  <a:close/>
                  <a:moveTo>
                    <a:pt x="21087" y="12768"/>
                  </a:moveTo>
                  <a:cubicBezTo>
                    <a:pt x="25560" y="12768"/>
                    <a:pt x="29394" y="16598"/>
                    <a:pt x="29394" y="21067"/>
                  </a:cubicBezTo>
                  <a:cubicBezTo>
                    <a:pt x="29394" y="25536"/>
                    <a:pt x="25560" y="29366"/>
                    <a:pt x="21087" y="29366"/>
                  </a:cubicBezTo>
                  <a:cubicBezTo>
                    <a:pt x="16614" y="29366"/>
                    <a:pt x="12780" y="25536"/>
                    <a:pt x="12780" y="21067"/>
                  </a:cubicBezTo>
                  <a:cubicBezTo>
                    <a:pt x="12780" y="21067"/>
                    <a:pt x="12780" y="21067"/>
                    <a:pt x="12780" y="21067"/>
                  </a:cubicBezTo>
                  <a:cubicBezTo>
                    <a:pt x="13419" y="16598"/>
                    <a:pt x="16614" y="12768"/>
                    <a:pt x="21087" y="12768"/>
                  </a:cubicBezTo>
                  <a:lnTo>
                    <a:pt x="21087" y="12768"/>
                  </a:lnTo>
                  <a:close/>
                </a:path>
              </a:pathLst>
            </a:custGeom>
            <a:solidFill>
              <a:srgbClr val="00ABAB"/>
            </a:solidFill>
            <a:ln w="6390" cap="flat">
              <a:noFill/>
              <a:prstDash val="solid"/>
              <a:miter/>
            </a:ln>
          </p:spPr>
          <p:txBody>
            <a:bodyPr rtlCol="0" anchor="ctr"/>
            <a:lstStyle/>
            <a:p>
              <a:endParaRPr lang="en-US"/>
            </a:p>
          </p:txBody>
        </p:sp>
      </p:grpSp>
      <p:grpSp>
        <p:nvGrpSpPr>
          <p:cNvPr id="432" name="Graphic 4">
            <a:extLst>
              <a:ext uri="{FF2B5EF4-FFF2-40B4-BE49-F238E27FC236}">
                <a16:creationId xmlns:a16="http://schemas.microsoft.com/office/drawing/2014/main" id="{E61C79C3-DD17-F64E-AABB-367BA0141DE0}"/>
              </a:ext>
            </a:extLst>
          </p:cNvPr>
          <p:cNvGrpSpPr>
            <a:grpSpLocks noChangeAspect="1"/>
          </p:cNvGrpSpPr>
          <p:nvPr/>
        </p:nvGrpSpPr>
        <p:grpSpPr>
          <a:xfrm>
            <a:off x="3607758" y="3824168"/>
            <a:ext cx="362309" cy="361971"/>
            <a:chOff x="3607758" y="3824168"/>
            <a:chExt cx="362309" cy="361971"/>
          </a:xfrm>
          <a:solidFill>
            <a:srgbClr val="00ABAB"/>
          </a:solidFill>
        </p:grpSpPr>
        <p:sp>
          <p:nvSpPr>
            <p:cNvPr id="433" name="Graphic 4">
              <a:extLst>
                <a:ext uri="{FF2B5EF4-FFF2-40B4-BE49-F238E27FC236}">
                  <a16:creationId xmlns:a16="http://schemas.microsoft.com/office/drawing/2014/main" id="{D2E4A9A8-1BED-4843-9BFF-22C842593136}"/>
                </a:ext>
              </a:extLst>
            </p:cNvPr>
            <p:cNvSpPr/>
            <p:nvPr/>
          </p:nvSpPr>
          <p:spPr>
            <a:xfrm>
              <a:off x="3607758" y="3824168"/>
              <a:ext cx="362309" cy="361971"/>
            </a:xfrm>
            <a:custGeom>
              <a:avLst/>
              <a:gdLst>
                <a:gd name="connsiteX0" fmla="*/ 181474 w 362309"/>
                <a:gd name="connsiteY0" fmla="*/ 0 h 361971"/>
                <a:gd name="connsiteX1" fmla="*/ 0 w 362309"/>
                <a:gd name="connsiteY1" fmla="*/ 180667 h 361971"/>
                <a:gd name="connsiteX2" fmla="*/ 180836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257"/>
                    <a:pt x="81152" y="361971"/>
                    <a:pt x="180836" y="361971"/>
                  </a:cubicBezTo>
                  <a:cubicBezTo>
                    <a:pt x="280518" y="361971"/>
                    <a:pt x="362310" y="280895"/>
                    <a:pt x="362310" y="181305"/>
                  </a:cubicBezTo>
                  <a:lnTo>
                    <a:pt x="362310" y="181305"/>
                  </a:lnTo>
                  <a:cubicBezTo>
                    <a:pt x="362310" y="81076"/>
                    <a:pt x="281796" y="0"/>
                    <a:pt x="181474" y="0"/>
                  </a:cubicBezTo>
                  <a:close/>
                  <a:moveTo>
                    <a:pt x="181474" y="349204"/>
                  </a:moveTo>
                  <a:cubicBezTo>
                    <a:pt x="88181" y="349204"/>
                    <a:pt x="12780" y="273873"/>
                    <a:pt x="12780" y="181305"/>
                  </a:cubicBezTo>
                  <a:cubicBezTo>
                    <a:pt x="12780" y="88737"/>
                    <a:pt x="88181" y="12768"/>
                    <a:pt x="180836" y="12768"/>
                  </a:cubicBezTo>
                  <a:cubicBezTo>
                    <a:pt x="274128" y="12768"/>
                    <a:pt x="349530" y="88099"/>
                    <a:pt x="349530" y="180667"/>
                  </a:cubicBezTo>
                  <a:lnTo>
                    <a:pt x="349530" y="180667"/>
                  </a:lnTo>
                  <a:cubicBezTo>
                    <a:pt x="349530" y="273873"/>
                    <a:pt x="274128"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434" name="Graphic 4">
              <a:extLst>
                <a:ext uri="{FF2B5EF4-FFF2-40B4-BE49-F238E27FC236}">
                  <a16:creationId xmlns:a16="http://schemas.microsoft.com/office/drawing/2014/main" id="{311018C1-F68E-5849-AE68-D9D732BBE6AC}"/>
                </a:ext>
              </a:extLst>
            </p:cNvPr>
            <p:cNvSpPr/>
            <p:nvPr/>
          </p:nvSpPr>
          <p:spPr>
            <a:xfrm>
              <a:off x="3678047" y="3912905"/>
              <a:ext cx="222370" cy="184497"/>
            </a:xfrm>
            <a:custGeom>
              <a:avLst/>
              <a:gdLst>
                <a:gd name="connsiteX0" fmla="*/ 215980 w 222370"/>
                <a:gd name="connsiteY0" fmla="*/ 141724 h 184497"/>
                <a:gd name="connsiteX1" fmla="*/ 200005 w 222370"/>
                <a:gd name="connsiteY1" fmla="*/ 141724 h 184497"/>
                <a:gd name="connsiteX2" fmla="*/ 200005 w 222370"/>
                <a:gd name="connsiteY2" fmla="*/ 95760 h 184497"/>
                <a:gd name="connsiteX3" fmla="*/ 193615 w 222370"/>
                <a:gd name="connsiteY3" fmla="*/ 89376 h 184497"/>
                <a:gd name="connsiteX4" fmla="*/ 117575 w 222370"/>
                <a:gd name="connsiteY4" fmla="*/ 89376 h 184497"/>
                <a:gd name="connsiteX5" fmla="*/ 117575 w 222370"/>
                <a:gd name="connsiteY5" fmla="*/ 49795 h 184497"/>
                <a:gd name="connsiteX6" fmla="*/ 133550 w 222370"/>
                <a:gd name="connsiteY6" fmla="*/ 49795 h 184497"/>
                <a:gd name="connsiteX7" fmla="*/ 139940 w 222370"/>
                <a:gd name="connsiteY7" fmla="*/ 43411 h 184497"/>
                <a:gd name="connsiteX8" fmla="*/ 139940 w 222370"/>
                <a:gd name="connsiteY8" fmla="*/ 6384 h 184497"/>
                <a:gd name="connsiteX9" fmla="*/ 133550 w 222370"/>
                <a:gd name="connsiteY9" fmla="*/ 0 h 184497"/>
                <a:gd name="connsiteX10" fmla="*/ 88820 w 222370"/>
                <a:gd name="connsiteY10" fmla="*/ 0 h 184497"/>
                <a:gd name="connsiteX11" fmla="*/ 82430 w 222370"/>
                <a:gd name="connsiteY11" fmla="*/ 6384 h 184497"/>
                <a:gd name="connsiteX12" fmla="*/ 82430 w 222370"/>
                <a:gd name="connsiteY12" fmla="*/ 43411 h 184497"/>
                <a:gd name="connsiteX13" fmla="*/ 88820 w 222370"/>
                <a:gd name="connsiteY13" fmla="*/ 49795 h 184497"/>
                <a:gd name="connsiteX14" fmla="*/ 104795 w 222370"/>
                <a:gd name="connsiteY14" fmla="*/ 49795 h 184497"/>
                <a:gd name="connsiteX15" fmla="*/ 104795 w 222370"/>
                <a:gd name="connsiteY15" fmla="*/ 89376 h 184497"/>
                <a:gd name="connsiteX16" fmla="*/ 28755 w 222370"/>
                <a:gd name="connsiteY16" fmla="*/ 89376 h 184497"/>
                <a:gd name="connsiteX17" fmla="*/ 22365 w 222370"/>
                <a:gd name="connsiteY17" fmla="*/ 95760 h 184497"/>
                <a:gd name="connsiteX18" fmla="*/ 22365 w 222370"/>
                <a:gd name="connsiteY18" fmla="*/ 141724 h 184497"/>
                <a:gd name="connsiteX19" fmla="*/ 6390 w 222370"/>
                <a:gd name="connsiteY19" fmla="*/ 141724 h 184497"/>
                <a:gd name="connsiteX20" fmla="*/ 0 w 222370"/>
                <a:gd name="connsiteY20" fmla="*/ 148108 h 184497"/>
                <a:gd name="connsiteX21" fmla="*/ 0 w 222370"/>
                <a:gd name="connsiteY21" fmla="*/ 178113 h 184497"/>
                <a:gd name="connsiteX22" fmla="*/ 6390 w 222370"/>
                <a:gd name="connsiteY22" fmla="*/ 184497 h 184497"/>
                <a:gd name="connsiteX23" fmla="*/ 51119 w 222370"/>
                <a:gd name="connsiteY23" fmla="*/ 184497 h 184497"/>
                <a:gd name="connsiteX24" fmla="*/ 57509 w 222370"/>
                <a:gd name="connsiteY24" fmla="*/ 178113 h 184497"/>
                <a:gd name="connsiteX25" fmla="*/ 57509 w 222370"/>
                <a:gd name="connsiteY25" fmla="*/ 148108 h 184497"/>
                <a:gd name="connsiteX26" fmla="*/ 51119 w 222370"/>
                <a:gd name="connsiteY26" fmla="*/ 141724 h 184497"/>
                <a:gd name="connsiteX27" fmla="*/ 34506 w 222370"/>
                <a:gd name="connsiteY27" fmla="*/ 141724 h 184497"/>
                <a:gd name="connsiteX28" fmla="*/ 34506 w 222370"/>
                <a:gd name="connsiteY28" fmla="*/ 102144 h 184497"/>
                <a:gd name="connsiteX29" fmla="*/ 104795 w 222370"/>
                <a:gd name="connsiteY29" fmla="*/ 102144 h 184497"/>
                <a:gd name="connsiteX30" fmla="*/ 104795 w 222370"/>
                <a:gd name="connsiteY30" fmla="*/ 141724 h 184497"/>
                <a:gd name="connsiteX31" fmla="*/ 88820 w 222370"/>
                <a:gd name="connsiteY31" fmla="*/ 141724 h 184497"/>
                <a:gd name="connsiteX32" fmla="*/ 82430 w 222370"/>
                <a:gd name="connsiteY32" fmla="*/ 148108 h 184497"/>
                <a:gd name="connsiteX33" fmla="*/ 82430 w 222370"/>
                <a:gd name="connsiteY33" fmla="*/ 178113 h 184497"/>
                <a:gd name="connsiteX34" fmla="*/ 88820 w 222370"/>
                <a:gd name="connsiteY34" fmla="*/ 184497 h 184497"/>
                <a:gd name="connsiteX35" fmla="*/ 133550 w 222370"/>
                <a:gd name="connsiteY35" fmla="*/ 184497 h 184497"/>
                <a:gd name="connsiteX36" fmla="*/ 139940 w 222370"/>
                <a:gd name="connsiteY36" fmla="*/ 178113 h 184497"/>
                <a:gd name="connsiteX37" fmla="*/ 139940 w 222370"/>
                <a:gd name="connsiteY37" fmla="*/ 148108 h 184497"/>
                <a:gd name="connsiteX38" fmla="*/ 133550 w 222370"/>
                <a:gd name="connsiteY38" fmla="*/ 141724 h 184497"/>
                <a:gd name="connsiteX39" fmla="*/ 117575 w 222370"/>
                <a:gd name="connsiteY39" fmla="*/ 141724 h 184497"/>
                <a:gd name="connsiteX40" fmla="*/ 117575 w 222370"/>
                <a:gd name="connsiteY40" fmla="*/ 102144 h 184497"/>
                <a:gd name="connsiteX41" fmla="*/ 187225 w 222370"/>
                <a:gd name="connsiteY41" fmla="*/ 102144 h 184497"/>
                <a:gd name="connsiteX42" fmla="*/ 187225 w 222370"/>
                <a:gd name="connsiteY42" fmla="*/ 141724 h 184497"/>
                <a:gd name="connsiteX43" fmla="*/ 171251 w 222370"/>
                <a:gd name="connsiteY43" fmla="*/ 141724 h 184497"/>
                <a:gd name="connsiteX44" fmla="*/ 164861 w 222370"/>
                <a:gd name="connsiteY44" fmla="*/ 148108 h 184497"/>
                <a:gd name="connsiteX45" fmla="*/ 164861 w 222370"/>
                <a:gd name="connsiteY45" fmla="*/ 178113 h 184497"/>
                <a:gd name="connsiteX46" fmla="*/ 171251 w 222370"/>
                <a:gd name="connsiteY46" fmla="*/ 184497 h 184497"/>
                <a:gd name="connsiteX47" fmla="*/ 215980 w 222370"/>
                <a:gd name="connsiteY47" fmla="*/ 184497 h 184497"/>
                <a:gd name="connsiteX48" fmla="*/ 222370 w 222370"/>
                <a:gd name="connsiteY48" fmla="*/ 178113 h 184497"/>
                <a:gd name="connsiteX49" fmla="*/ 222370 w 222370"/>
                <a:gd name="connsiteY49" fmla="*/ 148108 h 184497"/>
                <a:gd name="connsiteX50" fmla="*/ 215980 w 222370"/>
                <a:gd name="connsiteY50" fmla="*/ 141724 h 184497"/>
                <a:gd name="connsiteX51" fmla="*/ 215980 w 222370"/>
                <a:gd name="connsiteY51" fmla="*/ 141724 h 184497"/>
                <a:gd name="connsiteX52" fmla="*/ 94571 w 222370"/>
                <a:gd name="connsiteY52" fmla="*/ 12768 h 184497"/>
                <a:gd name="connsiteX53" fmla="*/ 126521 w 222370"/>
                <a:gd name="connsiteY53" fmla="*/ 12768 h 184497"/>
                <a:gd name="connsiteX54" fmla="*/ 126521 w 222370"/>
                <a:gd name="connsiteY54" fmla="*/ 37027 h 184497"/>
                <a:gd name="connsiteX55" fmla="*/ 94571 w 222370"/>
                <a:gd name="connsiteY55" fmla="*/ 37027 h 184497"/>
                <a:gd name="connsiteX56" fmla="*/ 94571 w 222370"/>
                <a:gd name="connsiteY56" fmla="*/ 12768 h 184497"/>
                <a:gd name="connsiteX57" fmla="*/ 44730 w 222370"/>
                <a:gd name="connsiteY57" fmla="*/ 172368 h 184497"/>
                <a:gd name="connsiteX58" fmla="*/ 12780 w 222370"/>
                <a:gd name="connsiteY58" fmla="*/ 172368 h 184497"/>
                <a:gd name="connsiteX59" fmla="*/ 12780 w 222370"/>
                <a:gd name="connsiteY59" fmla="*/ 155131 h 184497"/>
                <a:gd name="connsiteX60" fmla="*/ 44730 w 222370"/>
                <a:gd name="connsiteY60" fmla="*/ 155131 h 184497"/>
                <a:gd name="connsiteX61" fmla="*/ 44730 w 222370"/>
                <a:gd name="connsiteY61" fmla="*/ 172368 h 184497"/>
                <a:gd name="connsiteX62" fmla="*/ 127160 w 222370"/>
                <a:gd name="connsiteY62" fmla="*/ 172368 h 184497"/>
                <a:gd name="connsiteX63" fmla="*/ 95210 w 222370"/>
                <a:gd name="connsiteY63" fmla="*/ 172368 h 184497"/>
                <a:gd name="connsiteX64" fmla="*/ 95210 w 222370"/>
                <a:gd name="connsiteY64" fmla="*/ 155131 h 184497"/>
                <a:gd name="connsiteX65" fmla="*/ 127160 w 222370"/>
                <a:gd name="connsiteY65" fmla="*/ 155131 h 184497"/>
                <a:gd name="connsiteX66" fmla="*/ 127160 w 222370"/>
                <a:gd name="connsiteY66" fmla="*/ 172368 h 184497"/>
                <a:gd name="connsiteX67" fmla="*/ 209590 w 222370"/>
                <a:gd name="connsiteY67" fmla="*/ 172368 h 184497"/>
                <a:gd name="connsiteX68" fmla="*/ 177641 w 222370"/>
                <a:gd name="connsiteY68" fmla="*/ 172368 h 184497"/>
                <a:gd name="connsiteX69" fmla="*/ 177641 w 222370"/>
                <a:gd name="connsiteY69" fmla="*/ 155131 h 184497"/>
                <a:gd name="connsiteX70" fmla="*/ 209590 w 222370"/>
                <a:gd name="connsiteY70" fmla="*/ 155131 h 184497"/>
                <a:gd name="connsiteX71" fmla="*/ 209590 w 222370"/>
                <a:gd name="connsiteY71" fmla="*/ 172368 h 184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22370" h="184497">
                  <a:moveTo>
                    <a:pt x="215980" y="141724"/>
                  </a:moveTo>
                  <a:lnTo>
                    <a:pt x="200005" y="141724"/>
                  </a:lnTo>
                  <a:lnTo>
                    <a:pt x="200005" y="95760"/>
                  </a:lnTo>
                  <a:cubicBezTo>
                    <a:pt x="200005" y="91930"/>
                    <a:pt x="197449" y="89376"/>
                    <a:pt x="193615" y="89376"/>
                  </a:cubicBezTo>
                  <a:lnTo>
                    <a:pt x="117575" y="89376"/>
                  </a:lnTo>
                  <a:lnTo>
                    <a:pt x="117575" y="49795"/>
                  </a:lnTo>
                  <a:lnTo>
                    <a:pt x="133550" y="49795"/>
                  </a:lnTo>
                  <a:cubicBezTo>
                    <a:pt x="137384" y="49795"/>
                    <a:pt x="139940" y="47242"/>
                    <a:pt x="139940" y="43411"/>
                  </a:cubicBezTo>
                  <a:lnTo>
                    <a:pt x="139940" y="6384"/>
                  </a:lnTo>
                  <a:cubicBezTo>
                    <a:pt x="139940" y="2554"/>
                    <a:pt x="137384" y="0"/>
                    <a:pt x="133550" y="0"/>
                  </a:cubicBezTo>
                  <a:lnTo>
                    <a:pt x="88820" y="0"/>
                  </a:lnTo>
                  <a:cubicBezTo>
                    <a:pt x="84986" y="0"/>
                    <a:pt x="82430" y="2554"/>
                    <a:pt x="82430" y="6384"/>
                  </a:cubicBezTo>
                  <a:lnTo>
                    <a:pt x="82430" y="43411"/>
                  </a:lnTo>
                  <a:cubicBezTo>
                    <a:pt x="82430" y="47242"/>
                    <a:pt x="84986" y="49795"/>
                    <a:pt x="88820" y="49795"/>
                  </a:cubicBezTo>
                  <a:lnTo>
                    <a:pt x="104795" y="49795"/>
                  </a:lnTo>
                  <a:lnTo>
                    <a:pt x="104795" y="89376"/>
                  </a:lnTo>
                  <a:lnTo>
                    <a:pt x="28755" y="89376"/>
                  </a:lnTo>
                  <a:cubicBezTo>
                    <a:pt x="24921" y="89376"/>
                    <a:pt x="22365" y="91930"/>
                    <a:pt x="22365" y="95760"/>
                  </a:cubicBezTo>
                  <a:lnTo>
                    <a:pt x="22365" y="141724"/>
                  </a:lnTo>
                  <a:lnTo>
                    <a:pt x="6390" y="141724"/>
                  </a:lnTo>
                  <a:cubicBezTo>
                    <a:pt x="2556" y="141724"/>
                    <a:pt x="0" y="144278"/>
                    <a:pt x="0" y="148108"/>
                  </a:cubicBezTo>
                  <a:lnTo>
                    <a:pt x="0" y="178113"/>
                  </a:lnTo>
                  <a:cubicBezTo>
                    <a:pt x="0" y="181944"/>
                    <a:pt x="2556" y="184497"/>
                    <a:pt x="6390" y="184497"/>
                  </a:cubicBezTo>
                  <a:lnTo>
                    <a:pt x="51119" y="184497"/>
                  </a:lnTo>
                  <a:cubicBezTo>
                    <a:pt x="54954" y="184497"/>
                    <a:pt x="57509" y="181944"/>
                    <a:pt x="57509" y="178113"/>
                  </a:cubicBezTo>
                  <a:lnTo>
                    <a:pt x="57509" y="148108"/>
                  </a:lnTo>
                  <a:cubicBezTo>
                    <a:pt x="57509" y="144278"/>
                    <a:pt x="54954" y="141724"/>
                    <a:pt x="51119" y="141724"/>
                  </a:cubicBezTo>
                  <a:lnTo>
                    <a:pt x="34506" y="141724"/>
                  </a:lnTo>
                  <a:lnTo>
                    <a:pt x="34506" y="102144"/>
                  </a:lnTo>
                  <a:lnTo>
                    <a:pt x="104795" y="102144"/>
                  </a:lnTo>
                  <a:lnTo>
                    <a:pt x="104795" y="141724"/>
                  </a:lnTo>
                  <a:lnTo>
                    <a:pt x="88820" y="141724"/>
                  </a:lnTo>
                  <a:cubicBezTo>
                    <a:pt x="84986" y="141724"/>
                    <a:pt x="82430" y="144278"/>
                    <a:pt x="82430" y="148108"/>
                  </a:cubicBezTo>
                  <a:lnTo>
                    <a:pt x="82430" y="178113"/>
                  </a:lnTo>
                  <a:cubicBezTo>
                    <a:pt x="82430" y="181944"/>
                    <a:pt x="84986" y="184497"/>
                    <a:pt x="88820" y="184497"/>
                  </a:cubicBezTo>
                  <a:lnTo>
                    <a:pt x="133550" y="184497"/>
                  </a:lnTo>
                  <a:cubicBezTo>
                    <a:pt x="137384" y="184497"/>
                    <a:pt x="139940" y="181944"/>
                    <a:pt x="139940" y="178113"/>
                  </a:cubicBezTo>
                  <a:lnTo>
                    <a:pt x="139940" y="148108"/>
                  </a:lnTo>
                  <a:cubicBezTo>
                    <a:pt x="139940" y="144278"/>
                    <a:pt x="137384" y="141724"/>
                    <a:pt x="133550" y="141724"/>
                  </a:cubicBezTo>
                  <a:lnTo>
                    <a:pt x="117575" y="141724"/>
                  </a:lnTo>
                  <a:lnTo>
                    <a:pt x="117575" y="102144"/>
                  </a:lnTo>
                  <a:lnTo>
                    <a:pt x="187225" y="102144"/>
                  </a:lnTo>
                  <a:lnTo>
                    <a:pt x="187225" y="141724"/>
                  </a:lnTo>
                  <a:lnTo>
                    <a:pt x="171251" y="141724"/>
                  </a:lnTo>
                  <a:cubicBezTo>
                    <a:pt x="167416" y="141724"/>
                    <a:pt x="164861" y="144278"/>
                    <a:pt x="164861" y="148108"/>
                  </a:cubicBezTo>
                  <a:lnTo>
                    <a:pt x="164861" y="178113"/>
                  </a:lnTo>
                  <a:cubicBezTo>
                    <a:pt x="164861" y="181944"/>
                    <a:pt x="167416" y="184497"/>
                    <a:pt x="171251" y="184497"/>
                  </a:cubicBezTo>
                  <a:lnTo>
                    <a:pt x="215980" y="184497"/>
                  </a:lnTo>
                  <a:cubicBezTo>
                    <a:pt x="219814" y="184497"/>
                    <a:pt x="222370" y="181944"/>
                    <a:pt x="222370" y="178113"/>
                  </a:cubicBezTo>
                  <a:lnTo>
                    <a:pt x="222370" y="148108"/>
                  </a:lnTo>
                  <a:cubicBezTo>
                    <a:pt x="222370" y="144916"/>
                    <a:pt x="219175" y="141724"/>
                    <a:pt x="215980" y="141724"/>
                  </a:cubicBezTo>
                  <a:cubicBezTo>
                    <a:pt x="215980" y="141724"/>
                    <a:pt x="215980" y="141724"/>
                    <a:pt x="215980" y="141724"/>
                  </a:cubicBezTo>
                  <a:close/>
                  <a:moveTo>
                    <a:pt x="94571" y="12768"/>
                  </a:moveTo>
                  <a:lnTo>
                    <a:pt x="126521" y="12768"/>
                  </a:lnTo>
                  <a:lnTo>
                    <a:pt x="126521" y="37027"/>
                  </a:lnTo>
                  <a:lnTo>
                    <a:pt x="94571" y="37027"/>
                  </a:lnTo>
                  <a:lnTo>
                    <a:pt x="94571" y="12768"/>
                  </a:lnTo>
                  <a:close/>
                  <a:moveTo>
                    <a:pt x="44730" y="172368"/>
                  </a:moveTo>
                  <a:lnTo>
                    <a:pt x="12780" y="172368"/>
                  </a:lnTo>
                  <a:lnTo>
                    <a:pt x="12780" y="155131"/>
                  </a:lnTo>
                  <a:lnTo>
                    <a:pt x="44730" y="155131"/>
                  </a:lnTo>
                  <a:lnTo>
                    <a:pt x="44730" y="172368"/>
                  </a:lnTo>
                  <a:close/>
                  <a:moveTo>
                    <a:pt x="127160" y="172368"/>
                  </a:moveTo>
                  <a:lnTo>
                    <a:pt x="95210" y="172368"/>
                  </a:lnTo>
                  <a:lnTo>
                    <a:pt x="95210" y="155131"/>
                  </a:lnTo>
                  <a:lnTo>
                    <a:pt x="127160" y="155131"/>
                  </a:lnTo>
                  <a:lnTo>
                    <a:pt x="127160" y="172368"/>
                  </a:lnTo>
                  <a:close/>
                  <a:moveTo>
                    <a:pt x="209590" y="172368"/>
                  </a:moveTo>
                  <a:lnTo>
                    <a:pt x="177641" y="172368"/>
                  </a:lnTo>
                  <a:lnTo>
                    <a:pt x="177641" y="155131"/>
                  </a:lnTo>
                  <a:lnTo>
                    <a:pt x="209590" y="155131"/>
                  </a:lnTo>
                  <a:lnTo>
                    <a:pt x="209590" y="172368"/>
                  </a:lnTo>
                  <a:close/>
                </a:path>
              </a:pathLst>
            </a:custGeom>
            <a:solidFill>
              <a:srgbClr val="00ABAB"/>
            </a:solidFill>
            <a:ln w="6390" cap="flat">
              <a:noFill/>
              <a:prstDash val="solid"/>
              <a:miter/>
            </a:ln>
          </p:spPr>
          <p:txBody>
            <a:bodyPr rtlCol="0" anchor="ctr"/>
            <a:lstStyle/>
            <a:p>
              <a:endParaRPr lang="en-US"/>
            </a:p>
          </p:txBody>
        </p:sp>
      </p:grpSp>
      <p:grpSp>
        <p:nvGrpSpPr>
          <p:cNvPr id="435" name="Graphic 4">
            <a:extLst>
              <a:ext uri="{FF2B5EF4-FFF2-40B4-BE49-F238E27FC236}">
                <a16:creationId xmlns:a16="http://schemas.microsoft.com/office/drawing/2014/main" id="{82FAD6E4-54AD-7649-9E2C-BAFE999A42CD}"/>
              </a:ext>
            </a:extLst>
          </p:cNvPr>
          <p:cNvGrpSpPr>
            <a:grpSpLocks noChangeAspect="1"/>
          </p:cNvGrpSpPr>
          <p:nvPr/>
        </p:nvGrpSpPr>
        <p:grpSpPr>
          <a:xfrm>
            <a:off x="5708130" y="4793256"/>
            <a:ext cx="362313" cy="361971"/>
            <a:chOff x="5708130" y="4793256"/>
            <a:chExt cx="362313" cy="361971"/>
          </a:xfrm>
          <a:solidFill>
            <a:srgbClr val="00ABAB"/>
          </a:solidFill>
        </p:grpSpPr>
        <p:sp>
          <p:nvSpPr>
            <p:cNvPr id="436" name="Graphic 4">
              <a:extLst>
                <a:ext uri="{FF2B5EF4-FFF2-40B4-BE49-F238E27FC236}">
                  <a16:creationId xmlns:a16="http://schemas.microsoft.com/office/drawing/2014/main" id="{0684A5BB-BF9A-2643-AB0C-54B5D1E9E0C8}"/>
                </a:ext>
              </a:extLst>
            </p:cNvPr>
            <p:cNvSpPr/>
            <p:nvPr/>
          </p:nvSpPr>
          <p:spPr>
            <a:xfrm>
              <a:off x="5708130" y="4793256"/>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8565 h 361971"/>
                <a:gd name="connsiteX7" fmla="*/ 12780 w 362313"/>
                <a:gd name="connsiteY7" fmla="*/ 180667 h 361971"/>
                <a:gd name="connsiteX8" fmla="*/ 180835 w 362313"/>
                <a:gd name="connsiteY8" fmla="*/ 12129 h 361971"/>
                <a:gd name="connsiteX9" fmla="*/ 349530 w 362313"/>
                <a:gd name="connsiteY9" fmla="*/ 180028 h 361971"/>
                <a:gd name="connsiteX10" fmla="*/ 349530 w 362313"/>
                <a:gd name="connsiteY10" fmla="*/ 180028 h 361971"/>
                <a:gd name="connsiteX11" fmla="*/ 181474 w 362313"/>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948" y="80438"/>
                    <a:pt x="281796" y="0"/>
                    <a:pt x="181474" y="0"/>
                  </a:cubicBezTo>
                  <a:close/>
                  <a:moveTo>
                    <a:pt x="181474" y="348565"/>
                  </a:moveTo>
                  <a:cubicBezTo>
                    <a:pt x="88181" y="348565"/>
                    <a:pt x="12780" y="273234"/>
                    <a:pt x="12780" y="180667"/>
                  </a:cubicBezTo>
                  <a:cubicBezTo>
                    <a:pt x="12780" y="88099"/>
                    <a:pt x="88181" y="12129"/>
                    <a:pt x="180835" y="12129"/>
                  </a:cubicBezTo>
                  <a:cubicBezTo>
                    <a:pt x="274128" y="12129"/>
                    <a:pt x="349530" y="87461"/>
                    <a:pt x="349530" y="180028"/>
                  </a:cubicBezTo>
                  <a:lnTo>
                    <a:pt x="349530" y="180028"/>
                  </a:lnTo>
                  <a:cubicBezTo>
                    <a:pt x="349530" y="273234"/>
                    <a:pt x="274767" y="348565"/>
                    <a:pt x="181474" y="348565"/>
                  </a:cubicBezTo>
                  <a:close/>
                </a:path>
              </a:pathLst>
            </a:custGeom>
            <a:solidFill>
              <a:srgbClr val="00ABAB"/>
            </a:solidFill>
            <a:ln w="6390" cap="flat">
              <a:noFill/>
              <a:prstDash val="solid"/>
              <a:miter/>
            </a:ln>
          </p:spPr>
          <p:txBody>
            <a:bodyPr rtlCol="0" anchor="ctr"/>
            <a:lstStyle/>
            <a:p>
              <a:endParaRPr lang="en-US"/>
            </a:p>
          </p:txBody>
        </p:sp>
        <p:sp>
          <p:nvSpPr>
            <p:cNvPr id="437" name="Graphic 4">
              <a:extLst>
                <a:ext uri="{FF2B5EF4-FFF2-40B4-BE49-F238E27FC236}">
                  <a16:creationId xmlns:a16="http://schemas.microsoft.com/office/drawing/2014/main" id="{38BE0CAB-655A-AF4D-A3DB-EBBECCFA317E}"/>
                </a:ext>
              </a:extLst>
            </p:cNvPr>
            <p:cNvSpPr/>
            <p:nvPr/>
          </p:nvSpPr>
          <p:spPr>
            <a:xfrm>
              <a:off x="5807174" y="4967539"/>
              <a:ext cx="164860" cy="109165"/>
            </a:xfrm>
            <a:custGeom>
              <a:avLst/>
              <a:gdLst>
                <a:gd name="connsiteX0" fmla="*/ 123965 w 164860"/>
                <a:gd name="connsiteY0" fmla="*/ 0 h 109165"/>
                <a:gd name="connsiteX1" fmla="*/ 40896 w 164860"/>
                <a:gd name="connsiteY1" fmla="*/ 0 h 109165"/>
                <a:gd name="connsiteX2" fmla="*/ 0 w 164860"/>
                <a:gd name="connsiteY2" fmla="*/ 40858 h 109165"/>
                <a:gd name="connsiteX3" fmla="*/ 0 w 164860"/>
                <a:gd name="connsiteY3" fmla="*/ 102782 h 109165"/>
                <a:gd name="connsiteX4" fmla="*/ 6390 w 164860"/>
                <a:gd name="connsiteY4" fmla="*/ 109166 h 109165"/>
                <a:gd name="connsiteX5" fmla="*/ 12780 w 164860"/>
                <a:gd name="connsiteY5" fmla="*/ 102782 h 109165"/>
                <a:gd name="connsiteX6" fmla="*/ 12780 w 164860"/>
                <a:gd name="connsiteY6" fmla="*/ 40858 h 109165"/>
                <a:gd name="connsiteX7" fmla="*/ 40896 w 164860"/>
                <a:gd name="connsiteY7" fmla="*/ 12768 h 109165"/>
                <a:gd name="connsiteX8" fmla="*/ 123965 w 164860"/>
                <a:gd name="connsiteY8" fmla="*/ 12768 h 109165"/>
                <a:gd name="connsiteX9" fmla="*/ 152080 w 164860"/>
                <a:gd name="connsiteY9" fmla="*/ 40858 h 109165"/>
                <a:gd name="connsiteX10" fmla="*/ 152080 w 164860"/>
                <a:gd name="connsiteY10" fmla="*/ 102782 h 109165"/>
                <a:gd name="connsiteX11" fmla="*/ 158470 w 164860"/>
                <a:gd name="connsiteY11" fmla="*/ 109166 h 109165"/>
                <a:gd name="connsiteX12" fmla="*/ 164860 w 164860"/>
                <a:gd name="connsiteY12" fmla="*/ 102782 h 109165"/>
                <a:gd name="connsiteX13" fmla="*/ 164860 w 164860"/>
                <a:gd name="connsiteY13" fmla="*/ 40858 h 109165"/>
                <a:gd name="connsiteX14" fmla="*/ 123965 w 164860"/>
                <a:gd name="connsiteY14" fmla="*/ 0 h 10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4860" h="109165">
                  <a:moveTo>
                    <a:pt x="123965" y="0"/>
                  </a:moveTo>
                  <a:lnTo>
                    <a:pt x="40896" y="0"/>
                  </a:lnTo>
                  <a:cubicBezTo>
                    <a:pt x="18531" y="0"/>
                    <a:pt x="0" y="18514"/>
                    <a:pt x="0" y="40858"/>
                  </a:cubicBezTo>
                  <a:lnTo>
                    <a:pt x="0" y="102782"/>
                  </a:lnTo>
                  <a:cubicBezTo>
                    <a:pt x="0" y="106613"/>
                    <a:pt x="2556" y="109166"/>
                    <a:pt x="6390" y="109166"/>
                  </a:cubicBezTo>
                  <a:cubicBezTo>
                    <a:pt x="10224" y="109166"/>
                    <a:pt x="12780" y="106613"/>
                    <a:pt x="12780" y="102782"/>
                  </a:cubicBezTo>
                  <a:lnTo>
                    <a:pt x="12780" y="40858"/>
                  </a:lnTo>
                  <a:cubicBezTo>
                    <a:pt x="12780" y="25536"/>
                    <a:pt x="25560" y="12768"/>
                    <a:pt x="40896" y="12768"/>
                  </a:cubicBezTo>
                  <a:lnTo>
                    <a:pt x="123965" y="12768"/>
                  </a:lnTo>
                  <a:cubicBezTo>
                    <a:pt x="139301" y="12768"/>
                    <a:pt x="152080" y="25536"/>
                    <a:pt x="152080" y="40858"/>
                  </a:cubicBezTo>
                  <a:lnTo>
                    <a:pt x="152080" y="102782"/>
                  </a:lnTo>
                  <a:cubicBezTo>
                    <a:pt x="152080" y="106613"/>
                    <a:pt x="154637" y="109166"/>
                    <a:pt x="158470" y="109166"/>
                  </a:cubicBezTo>
                  <a:cubicBezTo>
                    <a:pt x="162305" y="109166"/>
                    <a:pt x="164860" y="106613"/>
                    <a:pt x="164860" y="102782"/>
                  </a:cubicBezTo>
                  <a:lnTo>
                    <a:pt x="164860" y="40858"/>
                  </a:lnTo>
                  <a:cubicBezTo>
                    <a:pt x="164860" y="18514"/>
                    <a:pt x="146330" y="0"/>
                    <a:pt x="123965" y="0"/>
                  </a:cubicBezTo>
                  <a:close/>
                </a:path>
              </a:pathLst>
            </a:custGeom>
            <a:solidFill>
              <a:srgbClr val="00ABAB"/>
            </a:solidFill>
            <a:ln w="6390" cap="flat">
              <a:noFill/>
              <a:prstDash val="solid"/>
              <a:miter/>
            </a:ln>
          </p:spPr>
          <p:txBody>
            <a:bodyPr rtlCol="0" anchor="ctr"/>
            <a:lstStyle/>
            <a:p>
              <a:endParaRPr lang="en-US"/>
            </a:p>
          </p:txBody>
        </p:sp>
        <p:sp>
          <p:nvSpPr>
            <p:cNvPr id="438" name="Graphic 4">
              <a:extLst>
                <a:ext uri="{FF2B5EF4-FFF2-40B4-BE49-F238E27FC236}">
                  <a16:creationId xmlns:a16="http://schemas.microsoft.com/office/drawing/2014/main" id="{B7EE3160-36F7-4648-9CFD-F9463EBB01CB}"/>
                </a:ext>
              </a:extLst>
            </p:cNvPr>
            <p:cNvSpPr/>
            <p:nvPr/>
          </p:nvSpPr>
          <p:spPr>
            <a:xfrm>
              <a:off x="5848709" y="4871141"/>
              <a:ext cx="81791" cy="81714"/>
            </a:xfrm>
            <a:custGeom>
              <a:avLst/>
              <a:gdLst>
                <a:gd name="connsiteX0" fmla="*/ 40896 w 81791"/>
                <a:gd name="connsiteY0" fmla="*/ 81715 h 81714"/>
                <a:gd name="connsiteX1" fmla="*/ 81791 w 81791"/>
                <a:gd name="connsiteY1" fmla="*/ 40857 h 81714"/>
                <a:gd name="connsiteX2" fmla="*/ 40896 w 81791"/>
                <a:gd name="connsiteY2" fmla="*/ 0 h 81714"/>
                <a:gd name="connsiteX3" fmla="*/ 0 w 81791"/>
                <a:gd name="connsiteY3" fmla="*/ 40857 h 81714"/>
                <a:gd name="connsiteX4" fmla="*/ 40896 w 81791"/>
                <a:gd name="connsiteY4" fmla="*/ 81715 h 81714"/>
                <a:gd name="connsiteX5" fmla="*/ 40896 w 81791"/>
                <a:gd name="connsiteY5" fmla="*/ 12768 h 81714"/>
                <a:gd name="connsiteX6" fmla="*/ 69011 w 81791"/>
                <a:gd name="connsiteY6" fmla="*/ 40857 h 81714"/>
                <a:gd name="connsiteX7" fmla="*/ 40896 w 81791"/>
                <a:gd name="connsiteY7" fmla="*/ 68947 h 81714"/>
                <a:gd name="connsiteX8" fmla="*/ 12780 w 81791"/>
                <a:gd name="connsiteY8" fmla="*/ 40857 h 81714"/>
                <a:gd name="connsiteX9" fmla="*/ 12780 w 81791"/>
                <a:gd name="connsiteY9" fmla="*/ 40857 h 81714"/>
                <a:gd name="connsiteX10" fmla="*/ 40896 w 81791"/>
                <a:gd name="connsiteY10" fmla="*/ 12768 h 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1791" h="81714">
                  <a:moveTo>
                    <a:pt x="40896" y="81715"/>
                  </a:moveTo>
                  <a:cubicBezTo>
                    <a:pt x="63261" y="81715"/>
                    <a:pt x="81791" y="63201"/>
                    <a:pt x="81791" y="40857"/>
                  </a:cubicBezTo>
                  <a:cubicBezTo>
                    <a:pt x="81791" y="18513"/>
                    <a:pt x="63261" y="0"/>
                    <a:pt x="40896" y="0"/>
                  </a:cubicBezTo>
                  <a:cubicBezTo>
                    <a:pt x="18531" y="0"/>
                    <a:pt x="0" y="18513"/>
                    <a:pt x="0" y="40857"/>
                  </a:cubicBezTo>
                  <a:cubicBezTo>
                    <a:pt x="0" y="63201"/>
                    <a:pt x="18531" y="81715"/>
                    <a:pt x="40896" y="81715"/>
                  </a:cubicBezTo>
                  <a:close/>
                  <a:moveTo>
                    <a:pt x="40896" y="12768"/>
                  </a:moveTo>
                  <a:cubicBezTo>
                    <a:pt x="56231" y="12768"/>
                    <a:pt x="69011" y="25536"/>
                    <a:pt x="69011" y="40857"/>
                  </a:cubicBezTo>
                  <a:cubicBezTo>
                    <a:pt x="69011" y="56179"/>
                    <a:pt x="56231" y="68947"/>
                    <a:pt x="40896" y="68947"/>
                  </a:cubicBezTo>
                  <a:cubicBezTo>
                    <a:pt x="25560" y="68947"/>
                    <a:pt x="12780" y="56179"/>
                    <a:pt x="12780" y="40857"/>
                  </a:cubicBezTo>
                  <a:cubicBezTo>
                    <a:pt x="12780" y="40857"/>
                    <a:pt x="12780" y="40857"/>
                    <a:pt x="12780" y="40857"/>
                  </a:cubicBezTo>
                  <a:cubicBezTo>
                    <a:pt x="12780" y="25536"/>
                    <a:pt x="25560" y="12768"/>
                    <a:pt x="40896" y="12768"/>
                  </a:cubicBezTo>
                  <a:close/>
                </a:path>
              </a:pathLst>
            </a:custGeom>
            <a:solidFill>
              <a:srgbClr val="00ABAB"/>
            </a:solidFill>
            <a:ln w="6390" cap="flat">
              <a:noFill/>
              <a:prstDash val="solid"/>
              <a:miter/>
            </a:ln>
          </p:spPr>
          <p:txBody>
            <a:bodyPr rtlCol="0" anchor="ctr"/>
            <a:lstStyle/>
            <a:p>
              <a:endParaRPr lang="en-US"/>
            </a:p>
          </p:txBody>
        </p:sp>
      </p:grpSp>
      <p:grpSp>
        <p:nvGrpSpPr>
          <p:cNvPr id="439" name="Graphic 4">
            <a:extLst>
              <a:ext uri="{FF2B5EF4-FFF2-40B4-BE49-F238E27FC236}">
                <a16:creationId xmlns:a16="http://schemas.microsoft.com/office/drawing/2014/main" id="{52424F3F-A478-9247-A0C0-A92781F9A27C}"/>
              </a:ext>
            </a:extLst>
          </p:cNvPr>
          <p:cNvGrpSpPr>
            <a:grpSpLocks noChangeAspect="1"/>
          </p:cNvGrpSpPr>
          <p:nvPr/>
        </p:nvGrpSpPr>
        <p:grpSpPr>
          <a:xfrm>
            <a:off x="4660820" y="3824168"/>
            <a:ext cx="362312" cy="361971"/>
            <a:chOff x="4660820" y="3824168"/>
            <a:chExt cx="362312" cy="361971"/>
          </a:xfrm>
          <a:solidFill>
            <a:srgbClr val="00ABAB"/>
          </a:solidFill>
        </p:grpSpPr>
        <p:sp>
          <p:nvSpPr>
            <p:cNvPr id="440" name="Graphic 4">
              <a:extLst>
                <a:ext uri="{FF2B5EF4-FFF2-40B4-BE49-F238E27FC236}">
                  <a16:creationId xmlns:a16="http://schemas.microsoft.com/office/drawing/2014/main" id="{3C9007AD-A69C-F84D-B7C2-20FCCA2760E7}"/>
                </a:ext>
              </a:extLst>
            </p:cNvPr>
            <p:cNvSpPr/>
            <p:nvPr/>
          </p:nvSpPr>
          <p:spPr>
            <a:xfrm>
              <a:off x="4660820" y="3824168"/>
              <a:ext cx="362312" cy="361971"/>
            </a:xfrm>
            <a:custGeom>
              <a:avLst/>
              <a:gdLst>
                <a:gd name="connsiteX0" fmla="*/ 181474 w 362312"/>
                <a:gd name="connsiteY0" fmla="*/ 0 h 361971"/>
                <a:gd name="connsiteX1" fmla="*/ 0 w 362312"/>
                <a:gd name="connsiteY1" fmla="*/ 180667 h 361971"/>
                <a:gd name="connsiteX2" fmla="*/ 180835 w 362312"/>
                <a:gd name="connsiteY2" fmla="*/ 361971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6"/>
                    <a:pt x="0" y="180667"/>
                  </a:cubicBezTo>
                  <a:cubicBezTo>
                    <a:pt x="0" y="280257"/>
                    <a:pt x="81152" y="361971"/>
                    <a:pt x="180835" y="361971"/>
                  </a:cubicBezTo>
                  <a:cubicBezTo>
                    <a:pt x="280518" y="361971"/>
                    <a:pt x="362309" y="280895"/>
                    <a:pt x="362309" y="181305"/>
                  </a:cubicBezTo>
                  <a:cubicBezTo>
                    <a:pt x="362309" y="181305"/>
                    <a:pt x="362309" y="181305"/>
                    <a:pt x="362309" y="181305"/>
                  </a:cubicBezTo>
                  <a:cubicBezTo>
                    <a:pt x="362948" y="81076"/>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441" name="Graphic 4">
              <a:extLst>
                <a:ext uri="{FF2B5EF4-FFF2-40B4-BE49-F238E27FC236}">
                  <a16:creationId xmlns:a16="http://schemas.microsoft.com/office/drawing/2014/main" id="{D8293E0F-12E7-6248-8D04-57299B838741}"/>
                </a:ext>
              </a:extLst>
            </p:cNvPr>
            <p:cNvSpPr/>
            <p:nvPr/>
          </p:nvSpPr>
          <p:spPr>
            <a:xfrm>
              <a:off x="4861671" y="3941976"/>
              <a:ext cx="105865" cy="128612"/>
            </a:xfrm>
            <a:custGeom>
              <a:avLst/>
              <a:gdLst>
                <a:gd name="connsiteX0" fmla="*/ 102670 w 105865"/>
                <a:gd name="connsiteY0" fmla="*/ 115845 h 128612"/>
                <a:gd name="connsiteX1" fmla="*/ 82223 w 105865"/>
                <a:gd name="connsiteY1" fmla="*/ 110099 h 128612"/>
                <a:gd name="connsiteX2" fmla="*/ 69443 w 105865"/>
                <a:gd name="connsiteY2" fmla="*/ 107546 h 128612"/>
                <a:gd name="connsiteX3" fmla="*/ 64331 w 105865"/>
                <a:gd name="connsiteY3" fmla="*/ 90947 h 128612"/>
                <a:gd name="connsiteX4" fmla="*/ 77750 w 105865"/>
                <a:gd name="connsiteY4" fmla="*/ 59027 h 128612"/>
                <a:gd name="connsiteX5" fmla="*/ 71998 w 105865"/>
                <a:gd name="connsiteY5" fmla="*/ 14339 h 128612"/>
                <a:gd name="connsiteX6" fmla="*/ 11294 w 105865"/>
                <a:gd name="connsiteY6" fmla="*/ 11147 h 128612"/>
                <a:gd name="connsiteX7" fmla="*/ 8099 w 105865"/>
                <a:gd name="connsiteY7" fmla="*/ 14339 h 128612"/>
                <a:gd name="connsiteX8" fmla="*/ 2348 w 105865"/>
                <a:gd name="connsiteY8" fmla="*/ 59027 h 128612"/>
                <a:gd name="connsiteX9" fmla="*/ 15767 w 105865"/>
                <a:gd name="connsiteY9" fmla="*/ 90947 h 128612"/>
                <a:gd name="connsiteX10" fmla="*/ 10655 w 105865"/>
                <a:gd name="connsiteY10" fmla="*/ 107546 h 128612"/>
                <a:gd name="connsiteX11" fmla="*/ 9377 w 105865"/>
                <a:gd name="connsiteY11" fmla="*/ 116483 h 128612"/>
                <a:gd name="connsiteX12" fmla="*/ 18323 w 105865"/>
                <a:gd name="connsiteY12" fmla="*/ 117760 h 128612"/>
                <a:gd name="connsiteX13" fmla="*/ 26630 w 105865"/>
                <a:gd name="connsiteY13" fmla="*/ 83925 h 128612"/>
                <a:gd name="connsiteX14" fmla="*/ 15128 w 105865"/>
                <a:gd name="connsiteY14" fmla="*/ 56474 h 128612"/>
                <a:gd name="connsiteX15" fmla="*/ 18323 w 105865"/>
                <a:gd name="connsiteY15" fmla="*/ 23277 h 128612"/>
                <a:gd name="connsiteX16" fmla="*/ 61136 w 105865"/>
                <a:gd name="connsiteY16" fmla="*/ 22000 h 128612"/>
                <a:gd name="connsiteX17" fmla="*/ 62414 w 105865"/>
                <a:gd name="connsiteY17" fmla="*/ 23277 h 128612"/>
                <a:gd name="connsiteX18" fmla="*/ 65609 w 105865"/>
                <a:gd name="connsiteY18" fmla="*/ 56474 h 128612"/>
                <a:gd name="connsiteX19" fmla="*/ 54107 w 105865"/>
                <a:gd name="connsiteY19" fmla="*/ 83925 h 128612"/>
                <a:gd name="connsiteX20" fmla="*/ 62414 w 105865"/>
                <a:gd name="connsiteY20" fmla="*/ 118399 h 128612"/>
                <a:gd name="connsiteX21" fmla="*/ 80306 w 105865"/>
                <a:gd name="connsiteY21" fmla="*/ 123506 h 128612"/>
                <a:gd name="connsiteX22" fmla="*/ 96281 w 105865"/>
                <a:gd name="connsiteY22" fmla="*/ 127336 h 128612"/>
                <a:gd name="connsiteX23" fmla="*/ 99476 w 105865"/>
                <a:gd name="connsiteY23" fmla="*/ 128613 h 128612"/>
                <a:gd name="connsiteX24" fmla="*/ 105865 w 105865"/>
                <a:gd name="connsiteY24" fmla="*/ 122229 h 128612"/>
                <a:gd name="connsiteX25" fmla="*/ 102670 w 105865"/>
                <a:gd name="connsiteY25" fmla="*/ 115845 h 128612"/>
                <a:gd name="connsiteX26" fmla="*/ 102670 w 105865"/>
                <a:gd name="connsiteY26" fmla="*/ 115845 h 12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5865" h="128612">
                  <a:moveTo>
                    <a:pt x="102670" y="115845"/>
                  </a:moveTo>
                  <a:cubicBezTo>
                    <a:pt x="96281" y="112653"/>
                    <a:pt x="89251" y="110738"/>
                    <a:pt x="82223" y="110099"/>
                  </a:cubicBezTo>
                  <a:cubicBezTo>
                    <a:pt x="77750" y="110099"/>
                    <a:pt x="73277" y="108823"/>
                    <a:pt x="69443" y="107546"/>
                  </a:cubicBezTo>
                  <a:cubicBezTo>
                    <a:pt x="64970" y="103715"/>
                    <a:pt x="63053" y="97331"/>
                    <a:pt x="64331" y="90947"/>
                  </a:cubicBezTo>
                  <a:cubicBezTo>
                    <a:pt x="70721" y="81371"/>
                    <a:pt x="75193" y="70519"/>
                    <a:pt x="77750" y="59027"/>
                  </a:cubicBezTo>
                  <a:cubicBezTo>
                    <a:pt x="82223" y="39875"/>
                    <a:pt x="80306" y="25192"/>
                    <a:pt x="71998" y="14339"/>
                  </a:cubicBezTo>
                  <a:cubicBezTo>
                    <a:pt x="56024" y="-3536"/>
                    <a:pt x="29186" y="-4813"/>
                    <a:pt x="11294" y="11147"/>
                  </a:cubicBezTo>
                  <a:cubicBezTo>
                    <a:pt x="10016" y="12424"/>
                    <a:pt x="9377" y="13063"/>
                    <a:pt x="8099" y="14339"/>
                  </a:cubicBezTo>
                  <a:cubicBezTo>
                    <a:pt x="-208" y="24554"/>
                    <a:pt x="-2125" y="39875"/>
                    <a:pt x="2348" y="59027"/>
                  </a:cubicBezTo>
                  <a:cubicBezTo>
                    <a:pt x="4904" y="70519"/>
                    <a:pt x="9377" y="81371"/>
                    <a:pt x="15767" y="90947"/>
                  </a:cubicBezTo>
                  <a:cubicBezTo>
                    <a:pt x="17045" y="96693"/>
                    <a:pt x="15128" y="103077"/>
                    <a:pt x="10655" y="107546"/>
                  </a:cubicBezTo>
                  <a:cubicBezTo>
                    <a:pt x="8099" y="109461"/>
                    <a:pt x="7460" y="113930"/>
                    <a:pt x="9377" y="116483"/>
                  </a:cubicBezTo>
                  <a:cubicBezTo>
                    <a:pt x="11294" y="119037"/>
                    <a:pt x="15767" y="119675"/>
                    <a:pt x="18323" y="117760"/>
                  </a:cubicBezTo>
                  <a:cubicBezTo>
                    <a:pt x="29825" y="109461"/>
                    <a:pt x="31742" y="90947"/>
                    <a:pt x="26630" y="83925"/>
                  </a:cubicBezTo>
                  <a:cubicBezTo>
                    <a:pt x="21518" y="75626"/>
                    <a:pt x="17045" y="66050"/>
                    <a:pt x="15128" y="56474"/>
                  </a:cubicBezTo>
                  <a:cubicBezTo>
                    <a:pt x="11294" y="41791"/>
                    <a:pt x="12572" y="30299"/>
                    <a:pt x="18323" y="23277"/>
                  </a:cubicBezTo>
                  <a:cubicBezTo>
                    <a:pt x="29825" y="11147"/>
                    <a:pt x="48995" y="10509"/>
                    <a:pt x="61136" y="22000"/>
                  </a:cubicBezTo>
                  <a:cubicBezTo>
                    <a:pt x="61775" y="22639"/>
                    <a:pt x="61775" y="22639"/>
                    <a:pt x="62414" y="23277"/>
                  </a:cubicBezTo>
                  <a:cubicBezTo>
                    <a:pt x="68165" y="30299"/>
                    <a:pt x="69443" y="41791"/>
                    <a:pt x="65609" y="56474"/>
                  </a:cubicBezTo>
                  <a:cubicBezTo>
                    <a:pt x="63053" y="66050"/>
                    <a:pt x="59219" y="75626"/>
                    <a:pt x="54107" y="83925"/>
                  </a:cubicBezTo>
                  <a:cubicBezTo>
                    <a:pt x="48995" y="90947"/>
                    <a:pt x="50912" y="109461"/>
                    <a:pt x="62414" y="118399"/>
                  </a:cubicBezTo>
                  <a:cubicBezTo>
                    <a:pt x="68165" y="120952"/>
                    <a:pt x="73916" y="122867"/>
                    <a:pt x="80306" y="123506"/>
                  </a:cubicBezTo>
                  <a:cubicBezTo>
                    <a:pt x="86056" y="124144"/>
                    <a:pt x="91168" y="125421"/>
                    <a:pt x="96281" y="127336"/>
                  </a:cubicBezTo>
                  <a:cubicBezTo>
                    <a:pt x="97558" y="127975"/>
                    <a:pt x="98197" y="128613"/>
                    <a:pt x="99476" y="128613"/>
                  </a:cubicBezTo>
                  <a:cubicBezTo>
                    <a:pt x="103309" y="128613"/>
                    <a:pt x="105865" y="126059"/>
                    <a:pt x="105865" y="122229"/>
                  </a:cubicBezTo>
                  <a:cubicBezTo>
                    <a:pt x="105226" y="119037"/>
                    <a:pt x="103948" y="117122"/>
                    <a:pt x="102670" y="115845"/>
                  </a:cubicBezTo>
                  <a:lnTo>
                    <a:pt x="102670" y="115845"/>
                  </a:lnTo>
                  <a:close/>
                </a:path>
              </a:pathLst>
            </a:custGeom>
            <a:solidFill>
              <a:srgbClr val="00ABAB"/>
            </a:solidFill>
            <a:ln w="6390" cap="flat">
              <a:noFill/>
              <a:prstDash val="solid"/>
              <a:miter/>
            </a:ln>
          </p:spPr>
          <p:txBody>
            <a:bodyPr rtlCol="0" anchor="ctr"/>
            <a:lstStyle/>
            <a:p>
              <a:endParaRPr lang="en-US"/>
            </a:p>
          </p:txBody>
        </p:sp>
        <p:sp>
          <p:nvSpPr>
            <p:cNvPr id="442" name="Graphic 4">
              <a:extLst>
                <a:ext uri="{FF2B5EF4-FFF2-40B4-BE49-F238E27FC236}">
                  <a16:creationId xmlns:a16="http://schemas.microsoft.com/office/drawing/2014/main" id="{CBBBB0B5-BFE7-BB46-BFEE-68B400423A01}"/>
                </a:ext>
              </a:extLst>
            </p:cNvPr>
            <p:cNvSpPr/>
            <p:nvPr/>
          </p:nvSpPr>
          <p:spPr>
            <a:xfrm>
              <a:off x="4717290" y="3925673"/>
              <a:ext cx="165260" cy="160637"/>
            </a:xfrm>
            <a:custGeom>
              <a:avLst/>
              <a:gdLst>
                <a:gd name="connsiteX0" fmla="*/ 161427 w 165260"/>
                <a:gd name="connsiteY0" fmla="*/ 147470 h 160637"/>
                <a:gd name="connsiteX1" fmla="*/ 132672 w 165260"/>
                <a:gd name="connsiteY1" fmla="*/ 141086 h 160637"/>
                <a:gd name="connsiteX2" fmla="*/ 119253 w 165260"/>
                <a:gd name="connsiteY2" fmla="*/ 139171 h 160637"/>
                <a:gd name="connsiteX3" fmla="*/ 109668 w 165260"/>
                <a:gd name="connsiteY3" fmla="*/ 112997 h 160637"/>
                <a:gd name="connsiteX4" fmla="*/ 126921 w 165260"/>
                <a:gd name="connsiteY4" fmla="*/ 72778 h 160637"/>
                <a:gd name="connsiteX5" fmla="*/ 119892 w 165260"/>
                <a:gd name="connsiteY5" fmla="*/ 16599 h 160637"/>
                <a:gd name="connsiteX6" fmla="*/ 82831 w 165260"/>
                <a:gd name="connsiteY6" fmla="*/ 0 h 160637"/>
                <a:gd name="connsiteX7" fmla="*/ 45769 w 165260"/>
                <a:gd name="connsiteY7" fmla="*/ 16599 h 160637"/>
                <a:gd name="connsiteX8" fmla="*/ 38740 w 165260"/>
                <a:gd name="connsiteY8" fmla="*/ 72778 h 160637"/>
                <a:gd name="connsiteX9" fmla="*/ 55993 w 165260"/>
                <a:gd name="connsiteY9" fmla="*/ 112997 h 160637"/>
                <a:gd name="connsiteX10" fmla="*/ 46408 w 165260"/>
                <a:gd name="connsiteY10" fmla="*/ 139809 h 160637"/>
                <a:gd name="connsiteX11" fmla="*/ 32989 w 165260"/>
                <a:gd name="connsiteY11" fmla="*/ 141724 h 160637"/>
                <a:gd name="connsiteX12" fmla="*/ 4235 w 165260"/>
                <a:gd name="connsiteY12" fmla="*/ 148108 h 160637"/>
                <a:gd name="connsiteX13" fmla="*/ 400 w 165260"/>
                <a:gd name="connsiteY13" fmla="*/ 156408 h 160637"/>
                <a:gd name="connsiteX14" fmla="*/ 8707 w 165260"/>
                <a:gd name="connsiteY14" fmla="*/ 160238 h 160637"/>
                <a:gd name="connsiteX15" fmla="*/ 9346 w 165260"/>
                <a:gd name="connsiteY15" fmla="*/ 159600 h 160637"/>
                <a:gd name="connsiteX16" fmla="*/ 33628 w 165260"/>
                <a:gd name="connsiteY16" fmla="*/ 154492 h 160637"/>
                <a:gd name="connsiteX17" fmla="*/ 52159 w 165260"/>
                <a:gd name="connsiteY17" fmla="*/ 150662 h 160637"/>
                <a:gd name="connsiteX18" fmla="*/ 67495 w 165260"/>
                <a:gd name="connsiteY18" fmla="*/ 125126 h 160637"/>
                <a:gd name="connsiteX19" fmla="*/ 66217 w 165260"/>
                <a:gd name="connsiteY19" fmla="*/ 105336 h 160637"/>
                <a:gd name="connsiteX20" fmla="*/ 50881 w 165260"/>
                <a:gd name="connsiteY20" fmla="*/ 69586 h 160637"/>
                <a:gd name="connsiteX21" fmla="*/ 55354 w 165260"/>
                <a:gd name="connsiteY21" fmla="*/ 24259 h 160637"/>
                <a:gd name="connsiteX22" fmla="*/ 82831 w 165260"/>
                <a:gd name="connsiteY22" fmla="*/ 12130 h 160637"/>
                <a:gd name="connsiteX23" fmla="*/ 110307 w 165260"/>
                <a:gd name="connsiteY23" fmla="*/ 24259 h 160637"/>
                <a:gd name="connsiteX24" fmla="*/ 114780 w 165260"/>
                <a:gd name="connsiteY24" fmla="*/ 69586 h 160637"/>
                <a:gd name="connsiteX25" fmla="*/ 99444 w 165260"/>
                <a:gd name="connsiteY25" fmla="*/ 105336 h 160637"/>
                <a:gd name="connsiteX26" fmla="*/ 98166 w 165260"/>
                <a:gd name="connsiteY26" fmla="*/ 125126 h 160637"/>
                <a:gd name="connsiteX27" fmla="*/ 113502 w 165260"/>
                <a:gd name="connsiteY27" fmla="*/ 150662 h 160637"/>
                <a:gd name="connsiteX28" fmla="*/ 132033 w 165260"/>
                <a:gd name="connsiteY28" fmla="*/ 154492 h 160637"/>
                <a:gd name="connsiteX29" fmla="*/ 156315 w 165260"/>
                <a:gd name="connsiteY29" fmla="*/ 159600 h 160637"/>
                <a:gd name="connsiteX30" fmla="*/ 158871 w 165260"/>
                <a:gd name="connsiteY30" fmla="*/ 160238 h 160637"/>
                <a:gd name="connsiteX31" fmla="*/ 165261 w 165260"/>
                <a:gd name="connsiteY31" fmla="*/ 153854 h 160637"/>
                <a:gd name="connsiteX32" fmla="*/ 161427 w 165260"/>
                <a:gd name="connsiteY32" fmla="*/ 147470 h 160637"/>
                <a:gd name="connsiteX33" fmla="*/ 161427 w 165260"/>
                <a:gd name="connsiteY33" fmla="*/ 147470 h 160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5260" h="160637">
                  <a:moveTo>
                    <a:pt x="161427" y="147470"/>
                  </a:moveTo>
                  <a:cubicBezTo>
                    <a:pt x="152481" y="143640"/>
                    <a:pt x="142896" y="141086"/>
                    <a:pt x="132672" y="141086"/>
                  </a:cubicBezTo>
                  <a:cubicBezTo>
                    <a:pt x="128199" y="141086"/>
                    <a:pt x="123726" y="140448"/>
                    <a:pt x="119253" y="139171"/>
                  </a:cubicBezTo>
                  <a:cubicBezTo>
                    <a:pt x="112863" y="135341"/>
                    <a:pt x="107751" y="116827"/>
                    <a:pt x="109668" y="112997"/>
                  </a:cubicBezTo>
                  <a:cubicBezTo>
                    <a:pt x="117975" y="100867"/>
                    <a:pt x="123726" y="86822"/>
                    <a:pt x="126921" y="72778"/>
                  </a:cubicBezTo>
                  <a:cubicBezTo>
                    <a:pt x="132672" y="48519"/>
                    <a:pt x="130755" y="29367"/>
                    <a:pt x="119892" y="16599"/>
                  </a:cubicBezTo>
                  <a:cubicBezTo>
                    <a:pt x="110307" y="5746"/>
                    <a:pt x="96889" y="0"/>
                    <a:pt x="82831" y="0"/>
                  </a:cubicBezTo>
                  <a:cubicBezTo>
                    <a:pt x="68773" y="0"/>
                    <a:pt x="54715" y="5746"/>
                    <a:pt x="45769" y="16599"/>
                  </a:cubicBezTo>
                  <a:cubicBezTo>
                    <a:pt x="35545" y="29367"/>
                    <a:pt x="32989" y="48519"/>
                    <a:pt x="38740" y="72778"/>
                  </a:cubicBezTo>
                  <a:cubicBezTo>
                    <a:pt x="41935" y="86822"/>
                    <a:pt x="47686" y="100229"/>
                    <a:pt x="55993" y="112997"/>
                  </a:cubicBezTo>
                  <a:cubicBezTo>
                    <a:pt x="57910" y="116827"/>
                    <a:pt x="52798" y="135979"/>
                    <a:pt x="46408" y="139809"/>
                  </a:cubicBezTo>
                  <a:cubicBezTo>
                    <a:pt x="41935" y="141724"/>
                    <a:pt x="37462" y="142363"/>
                    <a:pt x="32989" y="141724"/>
                  </a:cubicBezTo>
                  <a:cubicBezTo>
                    <a:pt x="22765" y="141724"/>
                    <a:pt x="13180" y="144278"/>
                    <a:pt x="4235" y="148108"/>
                  </a:cubicBezTo>
                  <a:cubicBezTo>
                    <a:pt x="1040" y="149385"/>
                    <a:pt x="-878" y="153216"/>
                    <a:pt x="400" y="156408"/>
                  </a:cubicBezTo>
                  <a:cubicBezTo>
                    <a:pt x="1678" y="159600"/>
                    <a:pt x="5512" y="161515"/>
                    <a:pt x="8707" y="160238"/>
                  </a:cubicBezTo>
                  <a:cubicBezTo>
                    <a:pt x="8707" y="160238"/>
                    <a:pt x="9346" y="160238"/>
                    <a:pt x="9346" y="159600"/>
                  </a:cubicBezTo>
                  <a:cubicBezTo>
                    <a:pt x="17014" y="156408"/>
                    <a:pt x="25321" y="154492"/>
                    <a:pt x="33628" y="154492"/>
                  </a:cubicBezTo>
                  <a:cubicBezTo>
                    <a:pt x="40018" y="154492"/>
                    <a:pt x="46408" y="153216"/>
                    <a:pt x="52159" y="150662"/>
                  </a:cubicBezTo>
                  <a:cubicBezTo>
                    <a:pt x="62383" y="145555"/>
                    <a:pt x="66856" y="130233"/>
                    <a:pt x="67495" y="125126"/>
                  </a:cubicBezTo>
                  <a:cubicBezTo>
                    <a:pt x="69412" y="118742"/>
                    <a:pt x="69412" y="111720"/>
                    <a:pt x="66217" y="105336"/>
                  </a:cubicBezTo>
                  <a:cubicBezTo>
                    <a:pt x="59188" y="94483"/>
                    <a:pt x="54076" y="82354"/>
                    <a:pt x="50881" y="69586"/>
                  </a:cubicBezTo>
                  <a:cubicBezTo>
                    <a:pt x="45769" y="49157"/>
                    <a:pt x="47686" y="33835"/>
                    <a:pt x="55354" y="24259"/>
                  </a:cubicBezTo>
                  <a:cubicBezTo>
                    <a:pt x="62383" y="16599"/>
                    <a:pt x="72607" y="12130"/>
                    <a:pt x="82831" y="12130"/>
                  </a:cubicBezTo>
                  <a:cubicBezTo>
                    <a:pt x="93054" y="12130"/>
                    <a:pt x="103279" y="16599"/>
                    <a:pt x="110307" y="24259"/>
                  </a:cubicBezTo>
                  <a:cubicBezTo>
                    <a:pt x="117975" y="33835"/>
                    <a:pt x="119892" y="49157"/>
                    <a:pt x="114780" y="69586"/>
                  </a:cubicBezTo>
                  <a:cubicBezTo>
                    <a:pt x="111585" y="82354"/>
                    <a:pt x="106474" y="94483"/>
                    <a:pt x="99444" y="105336"/>
                  </a:cubicBezTo>
                  <a:cubicBezTo>
                    <a:pt x="96249" y="111720"/>
                    <a:pt x="96249" y="118742"/>
                    <a:pt x="98166" y="125126"/>
                  </a:cubicBezTo>
                  <a:cubicBezTo>
                    <a:pt x="99444" y="129595"/>
                    <a:pt x="103279" y="144916"/>
                    <a:pt x="113502" y="150662"/>
                  </a:cubicBezTo>
                  <a:cubicBezTo>
                    <a:pt x="119253" y="153216"/>
                    <a:pt x="125643" y="154492"/>
                    <a:pt x="132033" y="154492"/>
                  </a:cubicBezTo>
                  <a:cubicBezTo>
                    <a:pt x="140340" y="154492"/>
                    <a:pt x="148647" y="156408"/>
                    <a:pt x="156315" y="159600"/>
                  </a:cubicBezTo>
                  <a:cubicBezTo>
                    <a:pt x="156954" y="160238"/>
                    <a:pt x="158232" y="160238"/>
                    <a:pt x="158871" y="160238"/>
                  </a:cubicBezTo>
                  <a:cubicBezTo>
                    <a:pt x="162705" y="160238"/>
                    <a:pt x="165261" y="157684"/>
                    <a:pt x="165261" y="153854"/>
                  </a:cubicBezTo>
                  <a:cubicBezTo>
                    <a:pt x="165261" y="150662"/>
                    <a:pt x="163983" y="148108"/>
                    <a:pt x="161427" y="147470"/>
                  </a:cubicBezTo>
                  <a:lnTo>
                    <a:pt x="161427" y="147470"/>
                  </a:lnTo>
                  <a:close/>
                </a:path>
              </a:pathLst>
            </a:custGeom>
            <a:solidFill>
              <a:srgbClr val="00ABAB"/>
            </a:solidFill>
            <a:ln w="6390" cap="flat">
              <a:noFill/>
              <a:prstDash val="solid"/>
              <a:miter/>
            </a:ln>
          </p:spPr>
          <p:txBody>
            <a:bodyPr rtlCol="0" anchor="ctr"/>
            <a:lstStyle/>
            <a:p>
              <a:endParaRPr lang="en-US"/>
            </a:p>
          </p:txBody>
        </p:sp>
      </p:grpSp>
      <p:grpSp>
        <p:nvGrpSpPr>
          <p:cNvPr id="443" name="Graphic 4">
            <a:extLst>
              <a:ext uri="{FF2B5EF4-FFF2-40B4-BE49-F238E27FC236}">
                <a16:creationId xmlns:a16="http://schemas.microsoft.com/office/drawing/2014/main" id="{89F7BD8D-D26C-824B-A84B-1D6C1E86B97E}"/>
              </a:ext>
            </a:extLst>
          </p:cNvPr>
          <p:cNvGrpSpPr>
            <a:grpSpLocks noChangeAspect="1"/>
          </p:cNvGrpSpPr>
          <p:nvPr/>
        </p:nvGrpSpPr>
        <p:grpSpPr>
          <a:xfrm>
            <a:off x="4660820" y="4793256"/>
            <a:ext cx="362312" cy="361971"/>
            <a:chOff x="4660820" y="4793256"/>
            <a:chExt cx="362312" cy="361971"/>
          </a:xfrm>
          <a:solidFill>
            <a:srgbClr val="00ABAB"/>
          </a:solidFill>
        </p:grpSpPr>
        <p:sp>
          <p:nvSpPr>
            <p:cNvPr id="444" name="Graphic 4">
              <a:extLst>
                <a:ext uri="{FF2B5EF4-FFF2-40B4-BE49-F238E27FC236}">
                  <a16:creationId xmlns:a16="http://schemas.microsoft.com/office/drawing/2014/main" id="{D36CA9E8-C34F-5242-84E4-D8EE892D652A}"/>
                </a:ext>
              </a:extLst>
            </p:cNvPr>
            <p:cNvSpPr/>
            <p:nvPr/>
          </p:nvSpPr>
          <p:spPr>
            <a:xfrm>
              <a:off x="4660820" y="4793256"/>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8565 h 361971"/>
                <a:gd name="connsiteX8" fmla="*/ 12780 w 362312"/>
                <a:gd name="connsiteY8" fmla="*/ 180667 h 361971"/>
                <a:gd name="connsiteX9" fmla="*/ 180835 w 362312"/>
                <a:gd name="connsiteY9" fmla="*/ 12129 h 361971"/>
                <a:gd name="connsiteX10" fmla="*/ 349529 w 362312"/>
                <a:gd name="connsiteY10" fmla="*/ 180028 h 361971"/>
                <a:gd name="connsiteX11" fmla="*/ 349529 w 362312"/>
                <a:gd name="connsiteY11" fmla="*/ 180028 h 361971"/>
                <a:gd name="connsiteX12" fmla="*/ 181474 w 362312"/>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0438"/>
                    <a:pt x="281796" y="0"/>
                    <a:pt x="181474" y="0"/>
                  </a:cubicBezTo>
                  <a:lnTo>
                    <a:pt x="181474" y="0"/>
                  </a:lnTo>
                  <a:close/>
                  <a:moveTo>
                    <a:pt x="181474" y="348565"/>
                  </a:moveTo>
                  <a:cubicBezTo>
                    <a:pt x="88181" y="348565"/>
                    <a:pt x="12780" y="273234"/>
                    <a:pt x="12780" y="180667"/>
                  </a:cubicBezTo>
                  <a:cubicBezTo>
                    <a:pt x="12780" y="87461"/>
                    <a:pt x="88181" y="12129"/>
                    <a:pt x="180835" y="12129"/>
                  </a:cubicBezTo>
                  <a:cubicBezTo>
                    <a:pt x="274128" y="12129"/>
                    <a:pt x="349529" y="87461"/>
                    <a:pt x="349529" y="180028"/>
                  </a:cubicBezTo>
                  <a:cubicBezTo>
                    <a:pt x="349529" y="180028"/>
                    <a:pt x="349529" y="180028"/>
                    <a:pt x="349529" y="180028"/>
                  </a:cubicBezTo>
                  <a:cubicBezTo>
                    <a:pt x="349529" y="273234"/>
                    <a:pt x="274767" y="348565"/>
                    <a:pt x="181474" y="348565"/>
                  </a:cubicBezTo>
                  <a:close/>
                </a:path>
              </a:pathLst>
            </a:custGeom>
            <a:solidFill>
              <a:srgbClr val="00ABAB"/>
            </a:solidFill>
            <a:ln w="6390" cap="flat">
              <a:noFill/>
              <a:prstDash val="solid"/>
              <a:miter/>
            </a:ln>
          </p:spPr>
          <p:txBody>
            <a:bodyPr rtlCol="0" anchor="ctr"/>
            <a:lstStyle/>
            <a:p>
              <a:endParaRPr lang="en-US"/>
            </a:p>
          </p:txBody>
        </p:sp>
        <p:sp>
          <p:nvSpPr>
            <p:cNvPr id="445" name="Graphic 4">
              <a:extLst>
                <a:ext uri="{FF2B5EF4-FFF2-40B4-BE49-F238E27FC236}">
                  <a16:creationId xmlns:a16="http://schemas.microsoft.com/office/drawing/2014/main" id="{27F0370E-F654-4344-9973-E5BF55C113A6}"/>
                </a:ext>
              </a:extLst>
            </p:cNvPr>
            <p:cNvSpPr/>
            <p:nvPr/>
          </p:nvSpPr>
          <p:spPr>
            <a:xfrm>
              <a:off x="4892750" y="4920568"/>
              <a:ext cx="89973" cy="106781"/>
            </a:xfrm>
            <a:custGeom>
              <a:avLst/>
              <a:gdLst>
                <a:gd name="connsiteX0" fmla="*/ 86288 w 89973"/>
                <a:gd name="connsiteY0" fmla="*/ 95489 h 106781"/>
                <a:gd name="connsiteX1" fmla="*/ 69036 w 89973"/>
                <a:gd name="connsiteY1" fmla="*/ 90382 h 106781"/>
                <a:gd name="connsiteX2" fmla="*/ 59451 w 89973"/>
                <a:gd name="connsiteY2" fmla="*/ 88467 h 106781"/>
                <a:gd name="connsiteX3" fmla="*/ 54978 w 89973"/>
                <a:gd name="connsiteY3" fmla="*/ 76337 h 106781"/>
                <a:gd name="connsiteX4" fmla="*/ 66479 w 89973"/>
                <a:gd name="connsiteY4" fmla="*/ 49525 h 106781"/>
                <a:gd name="connsiteX5" fmla="*/ 61368 w 89973"/>
                <a:gd name="connsiteY5" fmla="*/ 11859 h 106781"/>
                <a:gd name="connsiteX6" fmla="*/ 9609 w 89973"/>
                <a:gd name="connsiteY6" fmla="*/ 9306 h 106781"/>
                <a:gd name="connsiteX7" fmla="*/ 7053 w 89973"/>
                <a:gd name="connsiteY7" fmla="*/ 11859 h 106781"/>
                <a:gd name="connsiteX8" fmla="*/ 1941 w 89973"/>
                <a:gd name="connsiteY8" fmla="*/ 49525 h 106781"/>
                <a:gd name="connsiteX9" fmla="*/ 13443 w 89973"/>
                <a:gd name="connsiteY9" fmla="*/ 75699 h 106781"/>
                <a:gd name="connsiteX10" fmla="*/ 9609 w 89973"/>
                <a:gd name="connsiteY10" fmla="*/ 87829 h 106781"/>
                <a:gd name="connsiteX11" fmla="*/ 8331 w 89973"/>
                <a:gd name="connsiteY11" fmla="*/ 96766 h 106781"/>
                <a:gd name="connsiteX12" fmla="*/ 17277 w 89973"/>
                <a:gd name="connsiteY12" fmla="*/ 98043 h 106781"/>
                <a:gd name="connsiteX13" fmla="*/ 24306 w 89973"/>
                <a:gd name="connsiteY13" fmla="*/ 68038 h 106781"/>
                <a:gd name="connsiteX14" fmla="*/ 14721 w 89973"/>
                <a:gd name="connsiteY14" fmla="*/ 45694 h 106781"/>
                <a:gd name="connsiteX15" fmla="*/ 17277 w 89973"/>
                <a:gd name="connsiteY15" fmla="*/ 18882 h 106781"/>
                <a:gd name="connsiteX16" fmla="*/ 34530 w 89973"/>
                <a:gd name="connsiteY16" fmla="*/ 11221 h 106781"/>
                <a:gd name="connsiteX17" fmla="*/ 34530 w 89973"/>
                <a:gd name="connsiteY17" fmla="*/ 11221 h 106781"/>
                <a:gd name="connsiteX18" fmla="*/ 51783 w 89973"/>
                <a:gd name="connsiteY18" fmla="*/ 18882 h 106781"/>
                <a:gd name="connsiteX19" fmla="*/ 54339 w 89973"/>
                <a:gd name="connsiteY19" fmla="*/ 45694 h 106781"/>
                <a:gd name="connsiteX20" fmla="*/ 44754 w 89973"/>
                <a:gd name="connsiteY20" fmla="*/ 68038 h 106781"/>
                <a:gd name="connsiteX21" fmla="*/ 52422 w 89973"/>
                <a:gd name="connsiteY21" fmla="*/ 98043 h 106781"/>
                <a:gd name="connsiteX22" fmla="*/ 67758 w 89973"/>
                <a:gd name="connsiteY22" fmla="*/ 102512 h 106781"/>
                <a:gd name="connsiteX23" fmla="*/ 80537 w 89973"/>
                <a:gd name="connsiteY23" fmla="*/ 105704 h 106781"/>
                <a:gd name="connsiteX24" fmla="*/ 89483 w 89973"/>
                <a:gd name="connsiteY24" fmla="*/ 103789 h 106781"/>
                <a:gd name="connsiteX25" fmla="*/ 86288 w 89973"/>
                <a:gd name="connsiteY25" fmla="*/ 95489 h 106781"/>
                <a:gd name="connsiteX26" fmla="*/ 86288 w 89973"/>
                <a:gd name="connsiteY26" fmla="*/ 95489 h 106781"/>
                <a:gd name="connsiteX27" fmla="*/ 86288 w 89973"/>
                <a:gd name="connsiteY27" fmla="*/ 95489 h 106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9973" h="106781">
                  <a:moveTo>
                    <a:pt x="86288" y="95489"/>
                  </a:moveTo>
                  <a:cubicBezTo>
                    <a:pt x="81177" y="92936"/>
                    <a:pt x="74787" y="91021"/>
                    <a:pt x="69036" y="90382"/>
                  </a:cubicBezTo>
                  <a:cubicBezTo>
                    <a:pt x="65841" y="90382"/>
                    <a:pt x="62646" y="89105"/>
                    <a:pt x="59451" y="88467"/>
                  </a:cubicBezTo>
                  <a:cubicBezTo>
                    <a:pt x="56256" y="85275"/>
                    <a:pt x="54339" y="80806"/>
                    <a:pt x="54978" y="76337"/>
                  </a:cubicBezTo>
                  <a:cubicBezTo>
                    <a:pt x="60090" y="68038"/>
                    <a:pt x="63924" y="59101"/>
                    <a:pt x="66479" y="49525"/>
                  </a:cubicBezTo>
                  <a:cubicBezTo>
                    <a:pt x="70314" y="33565"/>
                    <a:pt x="68397" y="20797"/>
                    <a:pt x="61368" y="11859"/>
                  </a:cubicBezTo>
                  <a:cubicBezTo>
                    <a:pt x="47949" y="-2824"/>
                    <a:pt x="24945" y="-4101"/>
                    <a:pt x="9609" y="9306"/>
                  </a:cubicBezTo>
                  <a:cubicBezTo>
                    <a:pt x="8970" y="9944"/>
                    <a:pt x="7692" y="11221"/>
                    <a:pt x="7053" y="11859"/>
                  </a:cubicBezTo>
                  <a:cubicBezTo>
                    <a:pt x="24" y="20797"/>
                    <a:pt x="-1893" y="33565"/>
                    <a:pt x="1941" y="49525"/>
                  </a:cubicBezTo>
                  <a:cubicBezTo>
                    <a:pt x="3858" y="59101"/>
                    <a:pt x="7692" y="68038"/>
                    <a:pt x="13443" y="75699"/>
                  </a:cubicBezTo>
                  <a:cubicBezTo>
                    <a:pt x="14082" y="80168"/>
                    <a:pt x="12804" y="84637"/>
                    <a:pt x="9609" y="87829"/>
                  </a:cubicBezTo>
                  <a:cubicBezTo>
                    <a:pt x="7053" y="89744"/>
                    <a:pt x="6414" y="94213"/>
                    <a:pt x="8331" y="96766"/>
                  </a:cubicBezTo>
                  <a:cubicBezTo>
                    <a:pt x="10248" y="99320"/>
                    <a:pt x="14721" y="99958"/>
                    <a:pt x="17277" y="98043"/>
                  </a:cubicBezTo>
                  <a:cubicBezTo>
                    <a:pt x="26862" y="91021"/>
                    <a:pt x="29418" y="75061"/>
                    <a:pt x="24306" y="68038"/>
                  </a:cubicBezTo>
                  <a:cubicBezTo>
                    <a:pt x="19833" y="61016"/>
                    <a:pt x="16638" y="53993"/>
                    <a:pt x="14721" y="45694"/>
                  </a:cubicBezTo>
                  <a:cubicBezTo>
                    <a:pt x="11526" y="33565"/>
                    <a:pt x="12804" y="24627"/>
                    <a:pt x="17277" y="18882"/>
                  </a:cubicBezTo>
                  <a:cubicBezTo>
                    <a:pt x="21750" y="14413"/>
                    <a:pt x="28140" y="11221"/>
                    <a:pt x="34530" y="11221"/>
                  </a:cubicBezTo>
                  <a:lnTo>
                    <a:pt x="34530" y="11221"/>
                  </a:lnTo>
                  <a:cubicBezTo>
                    <a:pt x="40920" y="11221"/>
                    <a:pt x="47310" y="13774"/>
                    <a:pt x="51783" y="18882"/>
                  </a:cubicBezTo>
                  <a:cubicBezTo>
                    <a:pt x="56256" y="24627"/>
                    <a:pt x="56895" y="33565"/>
                    <a:pt x="54339" y="45694"/>
                  </a:cubicBezTo>
                  <a:cubicBezTo>
                    <a:pt x="52422" y="53355"/>
                    <a:pt x="49227" y="61016"/>
                    <a:pt x="44754" y="68038"/>
                  </a:cubicBezTo>
                  <a:cubicBezTo>
                    <a:pt x="39642" y="75061"/>
                    <a:pt x="42198" y="90382"/>
                    <a:pt x="52422" y="98043"/>
                  </a:cubicBezTo>
                  <a:cubicBezTo>
                    <a:pt x="56895" y="100597"/>
                    <a:pt x="62007" y="101873"/>
                    <a:pt x="67758" y="102512"/>
                  </a:cubicBezTo>
                  <a:cubicBezTo>
                    <a:pt x="72231" y="102512"/>
                    <a:pt x="76704" y="103789"/>
                    <a:pt x="80537" y="105704"/>
                  </a:cubicBezTo>
                  <a:cubicBezTo>
                    <a:pt x="83732" y="107619"/>
                    <a:pt x="87567" y="106981"/>
                    <a:pt x="89483" y="103789"/>
                  </a:cubicBezTo>
                  <a:cubicBezTo>
                    <a:pt x="90762" y="101873"/>
                    <a:pt x="89483" y="98043"/>
                    <a:pt x="86288" y="95489"/>
                  </a:cubicBezTo>
                  <a:cubicBezTo>
                    <a:pt x="86927" y="95489"/>
                    <a:pt x="86288" y="95489"/>
                    <a:pt x="86288" y="95489"/>
                  </a:cubicBezTo>
                  <a:lnTo>
                    <a:pt x="86288" y="95489"/>
                  </a:lnTo>
                  <a:close/>
                </a:path>
              </a:pathLst>
            </a:custGeom>
            <a:solidFill>
              <a:srgbClr val="00ABAB"/>
            </a:solidFill>
            <a:ln w="6390" cap="flat">
              <a:noFill/>
              <a:prstDash val="solid"/>
              <a:miter/>
            </a:ln>
          </p:spPr>
          <p:txBody>
            <a:bodyPr rtlCol="0" anchor="ctr"/>
            <a:lstStyle/>
            <a:p>
              <a:endParaRPr lang="en-US"/>
            </a:p>
          </p:txBody>
        </p:sp>
        <p:sp>
          <p:nvSpPr>
            <p:cNvPr id="446" name="Graphic 4">
              <a:extLst>
                <a:ext uri="{FF2B5EF4-FFF2-40B4-BE49-F238E27FC236}">
                  <a16:creationId xmlns:a16="http://schemas.microsoft.com/office/drawing/2014/main" id="{D616912E-BEBF-8A42-B40C-FF66EE34A42B}"/>
                </a:ext>
              </a:extLst>
            </p:cNvPr>
            <p:cNvSpPr/>
            <p:nvPr/>
          </p:nvSpPr>
          <p:spPr>
            <a:xfrm>
              <a:off x="4703193" y="4919929"/>
              <a:ext cx="88644" cy="107619"/>
            </a:xfrm>
            <a:custGeom>
              <a:avLst/>
              <a:gdLst>
                <a:gd name="connsiteX0" fmla="*/ 80953 w 88644"/>
                <a:gd name="connsiteY0" fmla="*/ 97405 h 107619"/>
                <a:gd name="connsiteX1" fmla="*/ 79674 w 88644"/>
                <a:gd name="connsiteY1" fmla="*/ 88467 h 107619"/>
                <a:gd name="connsiteX2" fmla="*/ 79674 w 88644"/>
                <a:gd name="connsiteY2" fmla="*/ 88467 h 107619"/>
                <a:gd name="connsiteX3" fmla="*/ 75201 w 88644"/>
                <a:gd name="connsiteY3" fmla="*/ 76337 h 107619"/>
                <a:gd name="connsiteX4" fmla="*/ 86703 w 88644"/>
                <a:gd name="connsiteY4" fmla="*/ 49525 h 107619"/>
                <a:gd name="connsiteX5" fmla="*/ 81591 w 88644"/>
                <a:gd name="connsiteY5" fmla="*/ 11859 h 107619"/>
                <a:gd name="connsiteX6" fmla="*/ 29833 w 88644"/>
                <a:gd name="connsiteY6" fmla="*/ 9306 h 107619"/>
                <a:gd name="connsiteX7" fmla="*/ 27277 w 88644"/>
                <a:gd name="connsiteY7" fmla="*/ 11859 h 107619"/>
                <a:gd name="connsiteX8" fmla="*/ 22165 w 88644"/>
                <a:gd name="connsiteY8" fmla="*/ 49525 h 107619"/>
                <a:gd name="connsiteX9" fmla="*/ 33667 w 88644"/>
                <a:gd name="connsiteY9" fmla="*/ 75699 h 107619"/>
                <a:gd name="connsiteX10" fmla="*/ 30472 w 88644"/>
                <a:gd name="connsiteY10" fmla="*/ 87829 h 107619"/>
                <a:gd name="connsiteX11" fmla="*/ 20248 w 88644"/>
                <a:gd name="connsiteY11" fmla="*/ 90382 h 107619"/>
                <a:gd name="connsiteX12" fmla="*/ 2995 w 88644"/>
                <a:gd name="connsiteY12" fmla="*/ 95489 h 107619"/>
                <a:gd name="connsiteX13" fmla="*/ 1078 w 88644"/>
                <a:gd name="connsiteY13" fmla="*/ 104427 h 107619"/>
                <a:gd name="connsiteX14" fmla="*/ 6190 w 88644"/>
                <a:gd name="connsiteY14" fmla="*/ 107619 h 107619"/>
                <a:gd name="connsiteX15" fmla="*/ 9385 w 88644"/>
                <a:gd name="connsiteY15" fmla="*/ 106342 h 107619"/>
                <a:gd name="connsiteX16" fmla="*/ 22165 w 88644"/>
                <a:gd name="connsiteY16" fmla="*/ 103150 h 107619"/>
                <a:gd name="connsiteX17" fmla="*/ 37501 w 88644"/>
                <a:gd name="connsiteY17" fmla="*/ 98681 h 107619"/>
                <a:gd name="connsiteX18" fmla="*/ 44530 w 88644"/>
                <a:gd name="connsiteY18" fmla="*/ 68677 h 107619"/>
                <a:gd name="connsiteX19" fmla="*/ 34945 w 88644"/>
                <a:gd name="connsiteY19" fmla="*/ 46333 h 107619"/>
                <a:gd name="connsiteX20" fmla="*/ 37501 w 88644"/>
                <a:gd name="connsiteY20" fmla="*/ 19520 h 107619"/>
                <a:gd name="connsiteX21" fmla="*/ 71368 w 88644"/>
                <a:gd name="connsiteY21" fmla="*/ 18882 h 107619"/>
                <a:gd name="connsiteX22" fmla="*/ 72006 w 88644"/>
                <a:gd name="connsiteY22" fmla="*/ 19520 h 107619"/>
                <a:gd name="connsiteX23" fmla="*/ 74563 w 88644"/>
                <a:gd name="connsiteY23" fmla="*/ 46333 h 107619"/>
                <a:gd name="connsiteX24" fmla="*/ 64978 w 88644"/>
                <a:gd name="connsiteY24" fmla="*/ 68677 h 107619"/>
                <a:gd name="connsiteX25" fmla="*/ 72006 w 88644"/>
                <a:gd name="connsiteY25" fmla="*/ 98681 h 107619"/>
                <a:gd name="connsiteX26" fmla="*/ 80953 w 88644"/>
                <a:gd name="connsiteY26" fmla="*/ 97405 h 107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8644" h="107619">
                  <a:moveTo>
                    <a:pt x="80953" y="97405"/>
                  </a:moveTo>
                  <a:cubicBezTo>
                    <a:pt x="82869" y="94851"/>
                    <a:pt x="82231" y="90382"/>
                    <a:pt x="79674" y="88467"/>
                  </a:cubicBezTo>
                  <a:cubicBezTo>
                    <a:pt x="79674" y="88467"/>
                    <a:pt x="79674" y="88467"/>
                    <a:pt x="79674" y="88467"/>
                  </a:cubicBezTo>
                  <a:cubicBezTo>
                    <a:pt x="76479" y="85275"/>
                    <a:pt x="74563" y="80806"/>
                    <a:pt x="75201" y="76337"/>
                  </a:cubicBezTo>
                  <a:cubicBezTo>
                    <a:pt x="80313" y="68038"/>
                    <a:pt x="84147" y="59101"/>
                    <a:pt x="86703" y="49525"/>
                  </a:cubicBezTo>
                  <a:cubicBezTo>
                    <a:pt x="90537" y="33565"/>
                    <a:pt x="88621" y="20797"/>
                    <a:pt x="81591" y="11859"/>
                  </a:cubicBezTo>
                  <a:cubicBezTo>
                    <a:pt x="68173" y="-2824"/>
                    <a:pt x="45169" y="-4101"/>
                    <a:pt x="29833" y="9306"/>
                  </a:cubicBezTo>
                  <a:cubicBezTo>
                    <a:pt x="29194" y="9944"/>
                    <a:pt x="27916" y="11221"/>
                    <a:pt x="27277" y="11859"/>
                  </a:cubicBezTo>
                  <a:cubicBezTo>
                    <a:pt x="20248" y="20797"/>
                    <a:pt x="18331" y="33565"/>
                    <a:pt x="22165" y="49525"/>
                  </a:cubicBezTo>
                  <a:cubicBezTo>
                    <a:pt x="24721" y="59101"/>
                    <a:pt x="28555" y="68038"/>
                    <a:pt x="33667" y="75699"/>
                  </a:cubicBezTo>
                  <a:cubicBezTo>
                    <a:pt x="34306" y="80168"/>
                    <a:pt x="33028" y="84637"/>
                    <a:pt x="30472" y="87829"/>
                  </a:cubicBezTo>
                  <a:cubicBezTo>
                    <a:pt x="27277" y="89105"/>
                    <a:pt x="23443" y="89744"/>
                    <a:pt x="20248" y="90382"/>
                  </a:cubicBezTo>
                  <a:cubicBezTo>
                    <a:pt x="13858" y="91021"/>
                    <a:pt x="8107" y="92297"/>
                    <a:pt x="2995" y="95489"/>
                  </a:cubicBezTo>
                  <a:cubicBezTo>
                    <a:pt x="-200" y="97405"/>
                    <a:pt x="-839" y="101235"/>
                    <a:pt x="1078" y="104427"/>
                  </a:cubicBezTo>
                  <a:cubicBezTo>
                    <a:pt x="2356" y="106342"/>
                    <a:pt x="4273" y="107619"/>
                    <a:pt x="6190" y="107619"/>
                  </a:cubicBezTo>
                  <a:cubicBezTo>
                    <a:pt x="7468" y="107619"/>
                    <a:pt x="8746" y="107619"/>
                    <a:pt x="9385" y="106342"/>
                  </a:cubicBezTo>
                  <a:cubicBezTo>
                    <a:pt x="13219" y="104427"/>
                    <a:pt x="17692" y="103150"/>
                    <a:pt x="22165" y="103150"/>
                  </a:cubicBezTo>
                  <a:cubicBezTo>
                    <a:pt x="27916" y="102512"/>
                    <a:pt x="33028" y="101235"/>
                    <a:pt x="37501" y="98681"/>
                  </a:cubicBezTo>
                  <a:cubicBezTo>
                    <a:pt x="47086" y="91659"/>
                    <a:pt x="49642" y="76337"/>
                    <a:pt x="44530" y="68677"/>
                  </a:cubicBezTo>
                  <a:cubicBezTo>
                    <a:pt x="40057" y="61654"/>
                    <a:pt x="36862" y="54632"/>
                    <a:pt x="34945" y="46333"/>
                  </a:cubicBezTo>
                  <a:cubicBezTo>
                    <a:pt x="31750" y="34203"/>
                    <a:pt x="33028" y="25266"/>
                    <a:pt x="37501" y="19520"/>
                  </a:cubicBezTo>
                  <a:cubicBezTo>
                    <a:pt x="46447" y="9944"/>
                    <a:pt x="61783" y="9306"/>
                    <a:pt x="71368" y="18882"/>
                  </a:cubicBezTo>
                  <a:cubicBezTo>
                    <a:pt x="71368" y="18882"/>
                    <a:pt x="72006" y="19520"/>
                    <a:pt x="72006" y="19520"/>
                  </a:cubicBezTo>
                  <a:cubicBezTo>
                    <a:pt x="76479" y="25266"/>
                    <a:pt x="77118" y="34203"/>
                    <a:pt x="74563" y="46333"/>
                  </a:cubicBezTo>
                  <a:cubicBezTo>
                    <a:pt x="72646" y="53994"/>
                    <a:pt x="69451" y="61654"/>
                    <a:pt x="64978" y="68677"/>
                  </a:cubicBezTo>
                  <a:cubicBezTo>
                    <a:pt x="59866" y="75699"/>
                    <a:pt x="62422" y="91021"/>
                    <a:pt x="72006" y="98681"/>
                  </a:cubicBezTo>
                  <a:cubicBezTo>
                    <a:pt x="74563" y="100597"/>
                    <a:pt x="79036" y="99958"/>
                    <a:pt x="80953" y="97405"/>
                  </a:cubicBezTo>
                  <a:close/>
                </a:path>
              </a:pathLst>
            </a:custGeom>
            <a:solidFill>
              <a:srgbClr val="00ABAB"/>
            </a:solidFill>
            <a:ln w="6390" cap="flat">
              <a:noFill/>
              <a:prstDash val="solid"/>
              <a:miter/>
            </a:ln>
          </p:spPr>
          <p:txBody>
            <a:bodyPr rtlCol="0" anchor="ctr"/>
            <a:lstStyle/>
            <a:p>
              <a:endParaRPr lang="en-US"/>
            </a:p>
          </p:txBody>
        </p:sp>
        <p:sp>
          <p:nvSpPr>
            <p:cNvPr id="447" name="Graphic 4">
              <a:extLst>
                <a:ext uri="{FF2B5EF4-FFF2-40B4-BE49-F238E27FC236}">
                  <a16:creationId xmlns:a16="http://schemas.microsoft.com/office/drawing/2014/main" id="{35A70EFC-EB6A-984D-9B16-519B9928A5DA}"/>
                </a:ext>
              </a:extLst>
            </p:cNvPr>
            <p:cNvSpPr/>
            <p:nvPr/>
          </p:nvSpPr>
          <p:spPr>
            <a:xfrm>
              <a:off x="4775349" y="4906817"/>
              <a:ext cx="137394" cy="134137"/>
            </a:xfrm>
            <a:custGeom>
              <a:avLst/>
              <a:gdLst>
                <a:gd name="connsiteX0" fmla="*/ 133400 w 137394"/>
                <a:gd name="connsiteY0" fmla="*/ 122007 h 134137"/>
                <a:gd name="connsiteX1" fmla="*/ 109119 w 137394"/>
                <a:gd name="connsiteY1" fmla="*/ 116900 h 134137"/>
                <a:gd name="connsiteX2" fmla="*/ 98895 w 137394"/>
                <a:gd name="connsiteY2" fmla="*/ 114985 h 134137"/>
                <a:gd name="connsiteX3" fmla="*/ 91227 w 137394"/>
                <a:gd name="connsiteY3" fmla="*/ 95195 h 134137"/>
                <a:gd name="connsiteX4" fmla="*/ 105924 w 137394"/>
                <a:gd name="connsiteY4" fmla="*/ 61360 h 134137"/>
                <a:gd name="connsiteX5" fmla="*/ 100173 w 137394"/>
                <a:gd name="connsiteY5" fmla="*/ 14118 h 134137"/>
                <a:gd name="connsiteX6" fmla="*/ 40746 w 137394"/>
                <a:gd name="connsiteY6" fmla="*/ 10926 h 134137"/>
                <a:gd name="connsiteX7" fmla="*/ 37551 w 137394"/>
                <a:gd name="connsiteY7" fmla="*/ 14118 h 134137"/>
                <a:gd name="connsiteX8" fmla="*/ 31800 w 137394"/>
                <a:gd name="connsiteY8" fmla="*/ 61360 h 134137"/>
                <a:gd name="connsiteX9" fmla="*/ 45858 w 137394"/>
                <a:gd name="connsiteY9" fmla="*/ 94556 h 134137"/>
                <a:gd name="connsiteX10" fmla="*/ 38190 w 137394"/>
                <a:gd name="connsiteY10" fmla="*/ 114985 h 134137"/>
                <a:gd name="connsiteX11" fmla="*/ 27966 w 137394"/>
                <a:gd name="connsiteY11" fmla="*/ 116900 h 134137"/>
                <a:gd name="connsiteX12" fmla="*/ 3685 w 137394"/>
                <a:gd name="connsiteY12" fmla="*/ 122007 h 134137"/>
                <a:gd name="connsiteX13" fmla="*/ 490 w 137394"/>
                <a:gd name="connsiteY13" fmla="*/ 130307 h 134137"/>
                <a:gd name="connsiteX14" fmla="*/ 8797 w 137394"/>
                <a:gd name="connsiteY14" fmla="*/ 133499 h 134137"/>
                <a:gd name="connsiteX15" fmla="*/ 27966 w 137394"/>
                <a:gd name="connsiteY15" fmla="*/ 129668 h 134137"/>
                <a:gd name="connsiteX16" fmla="*/ 43941 w 137394"/>
                <a:gd name="connsiteY16" fmla="*/ 126476 h 134137"/>
                <a:gd name="connsiteX17" fmla="*/ 57360 w 137394"/>
                <a:gd name="connsiteY17" fmla="*/ 104771 h 134137"/>
                <a:gd name="connsiteX18" fmla="*/ 56082 w 137394"/>
                <a:gd name="connsiteY18" fmla="*/ 87534 h 134137"/>
                <a:gd name="connsiteX19" fmla="*/ 43941 w 137394"/>
                <a:gd name="connsiteY19" fmla="*/ 58168 h 134137"/>
                <a:gd name="connsiteX20" fmla="*/ 47136 w 137394"/>
                <a:gd name="connsiteY20" fmla="*/ 21779 h 134137"/>
                <a:gd name="connsiteX21" fmla="*/ 69501 w 137394"/>
                <a:gd name="connsiteY21" fmla="*/ 12203 h 134137"/>
                <a:gd name="connsiteX22" fmla="*/ 91227 w 137394"/>
                <a:gd name="connsiteY22" fmla="*/ 21779 h 134137"/>
                <a:gd name="connsiteX23" fmla="*/ 94422 w 137394"/>
                <a:gd name="connsiteY23" fmla="*/ 58168 h 134137"/>
                <a:gd name="connsiteX24" fmla="*/ 81642 w 137394"/>
                <a:gd name="connsiteY24" fmla="*/ 87534 h 134137"/>
                <a:gd name="connsiteX25" fmla="*/ 80364 w 137394"/>
                <a:gd name="connsiteY25" fmla="*/ 104771 h 134137"/>
                <a:gd name="connsiteX26" fmla="*/ 93783 w 137394"/>
                <a:gd name="connsiteY26" fmla="*/ 126476 h 134137"/>
                <a:gd name="connsiteX27" fmla="*/ 109758 w 137394"/>
                <a:gd name="connsiteY27" fmla="*/ 129668 h 134137"/>
                <a:gd name="connsiteX28" fmla="*/ 128927 w 137394"/>
                <a:gd name="connsiteY28" fmla="*/ 133499 h 134137"/>
                <a:gd name="connsiteX29" fmla="*/ 131483 w 137394"/>
                <a:gd name="connsiteY29" fmla="*/ 134137 h 134137"/>
                <a:gd name="connsiteX30" fmla="*/ 137234 w 137394"/>
                <a:gd name="connsiteY30" fmla="*/ 130307 h 134137"/>
                <a:gd name="connsiteX31" fmla="*/ 133400 w 137394"/>
                <a:gd name="connsiteY31" fmla="*/ 122007 h 134137"/>
                <a:gd name="connsiteX32" fmla="*/ 133400 w 137394"/>
                <a:gd name="connsiteY32" fmla="*/ 122007 h 134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7394" h="134137">
                  <a:moveTo>
                    <a:pt x="133400" y="122007"/>
                  </a:moveTo>
                  <a:cubicBezTo>
                    <a:pt x="125732" y="118815"/>
                    <a:pt x="117426" y="116900"/>
                    <a:pt x="109119" y="116900"/>
                  </a:cubicBezTo>
                  <a:cubicBezTo>
                    <a:pt x="105285" y="116900"/>
                    <a:pt x="102090" y="116262"/>
                    <a:pt x="98895" y="114985"/>
                  </a:cubicBezTo>
                  <a:cubicBezTo>
                    <a:pt x="94422" y="112431"/>
                    <a:pt x="89949" y="98387"/>
                    <a:pt x="91227" y="95195"/>
                  </a:cubicBezTo>
                  <a:cubicBezTo>
                    <a:pt x="97616" y="84980"/>
                    <a:pt x="102729" y="73489"/>
                    <a:pt x="105924" y="61360"/>
                  </a:cubicBezTo>
                  <a:cubicBezTo>
                    <a:pt x="111036" y="40931"/>
                    <a:pt x="109119" y="24971"/>
                    <a:pt x="100173" y="14118"/>
                  </a:cubicBezTo>
                  <a:cubicBezTo>
                    <a:pt x="84837" y="-3119"/>
                    <a:pt x="57999" y="-5034"/>
                    <a:pt x="40746" y="10926"/>
                  </a:cubicBezTo>
                  <a:cubicBezTo>
                    <a:pt x="39468" y="12203"/>
                    <a:pt x="38190" y="13480"/>
                    <a:pt x="37551" y="14118"/>
                  </a:cubicBezTo>
                  <a:cubicBezTo>
                    <a:pt x="28605" y="24971"/>
                    <a:pt x="26688" y="40931"/>
                    <a:pt x="31800" y="61360"/>
                  </a:cubicBezTo>
                  <a:cubicBezTo>
                    <a:pt x="34356" y="72851"/>
                    <a:pt x="39468" y="84342"/>
                    <a:pt x="45858" y="94556"/>
                  </a:cubicBezTo>
                  <a:cubicBezTo>
                    <a:pt x="47136" y="98387"/>
                    <a:pt x="42663" y="112431"/>
                    <a:pt x="38190" y="114985"/>
                  </a:cubicBezTo>
                  <a:cubicBezTo>
                    <a:pt x="34995" y="116262"/>
                    <a:pt x="31161" y="116900"/>
                    <a:pt x="27966" y="116900"/>
                  </a:cubicBezTo>
                  <a:cubicBezTo>
                    <a:pt x="19660" y="116900"/>
                    <a:pt x="11352" y="118815"/>
                    <a:pt x="3685" y="122007"/>
                  </a:cubicBezTo>
                  <a:cubicBezTo>
                    <a:pt x="490" y="123284"/>
                    <a:pt x="-788" y="127115"/>
                    <a:pt x="490" y="130307"/>
                  </a:cubicBezTo>
                  <a:cubicBezTo>
                    <a:pt x="1767" y="133499"/>
                    <a:pt x="5602" y="134775"/>
                    <a:pt x="8797" y="133499"/>
                  </a:cubicBezTo>
                  <a:cubicBezTo>
                    <a:pt x="14547" y="130945"/>
                    <a:pt x="21576" y="129668"/>
                    <a:pt x="27966" y="129668"/>
                  </a:cubicBezTo>
                  <a:cubicBezTo>
                    <a:pt x="33717" y="129668"/>
                    <a:pt x="38829" y="129030"/>
                    <a:pt x="43941" y="126476"/>
                  </a:cubicBezTo>
                  <a:cubicBezTo>
                    <a:pt x="52887" y="122007"/>
                    <a:pt x="56721" y="108601"/>
                    <a:pt x="57360" y="104771"/>
                  </a:cubicBezTo>
                  <a:cubicBezTo>
                    <a:pt x="59277" y="99025"/>
                    <a:pt x="58638" y="92641"/>
                    <a:pt x="56082" y="87534"/>
                  </a:cubicBezTo>
                  <a:cubicBezTo>
                    <a:pt x="50331" y="78596"/>
                    <a:pt x="45858" y="69020"/>
                    <a:pt x="43941" y="58168"/>
                  </a:cubicBezTo>
                  <a:cubicBezTo>
                    <a:pt x="40107" y="41569"/>
                    <a:pt x="41385" y="29440"/>
                    <a:pt x="47136" y="21779"/>
                  </a:cubicBezTo>
                  <a:cubicBezTo>
                    <a:pt x="52887" y="15395"/>
                    <a:pt x="61194" y="12203"/>
                    <a:pt x="69501" y="12203"/>
                  </a:cubicBezTo>
                  <a:cubicBezTo>
                    <a:pt x="77808" y="12203"/>
                    <a:pt x="85476" y="15395"/>
                    <a:pt x="91227" y="21779"/>
                  </a:cubicBezTo>
                  <a:cubicBezTo>
                    <a:pt x="97616" y="29440"/>
                    <a:pt x="98895" y="41569"/>
                    <a:pt x="94422" y="58168"/>
                  </a:cubicBezTo>
                  <a:cubicBezTo>
                    <a:pt x="91866" y="68382"/>
                    <a:pt x="88032" y="78596"/>
                    <a:pt x="81642" y="87534"/>
                  </a:cubicBezTo>
                  <a:cubicBezTo>
                    <a:pt x="79086" y="92641"/>
                    <a:pt x="78447" y="99025"/>
                    <a:pt x="80364" y="104771"/>
                  </a:cubicBezTo>
                  <a:cubicBezTo>
                    <a:pt x="81003" y="108601"/>
                    <a:pt x="84837" y="121369"/>
                    <a:pt x="93783" y="126476"/>
                  </a:cubicBezTo>
                  <a:cubicBezTo>
                    <a:pt x="98895" y="129030"/>
                    <a:pt x="104006" y="129668"/>
                    <a:pt x="109758" y="129668"/>
                  </a:cubicBezTo>
                  <a:cubicBezTo>
                    <a:pt x="116147" y="129668"/>
                    <a:pt x="123176" y="130945"/>
                    <a:pt x="128927" y="133499"/>
                  </a:cubicBezTo>
                  <a:cubicBezTo>
                    <a:pt x="129566" y="134137"/>
                    <a:pt x="130844" y="134137"/>
                    <a:pt x="131483" y="134137"/>
                  </a:cubicBezTo>
                  <a:cubicBezTo>
                    <a:pt x="134039" y="134137"/>
                    <a:pt x="135956" y="132860"/>
                    <a:pt x="137234" y="130307"/>
                  </a:cubicBezTo>
                  <a:cubicBezTo>
                    <a:pt x="137873" y="127115"/>
                    <a:pt x="136595" y="123284"/>
                    <a:pt x="133400" y="122007"/>
                  </a:cubicBezTo>
                  <a:cubicBezTo>
                    <a:pt x="133400" y="122007"/>
                    <a:pt x="133400" y="122007"/>
                    <a:pt x="133400" y="122007"/>
                  </a:cubicBezTo>
                  <a:close/>
                </a:path>
              </a:pathLst>
            </a:custGeom>
            <a:solidFill>
              <a:srgbClr val="00ABAB"/>
            </a:solidFill>
            <a:ln w="6390" cap="flat">
              <a:noFill/>
              <a:prstDash val="solid"/>
              <a:miter/>
            </a:ln>
          </p:spPr>
          <p:txBody>
            <a:bodyPr rtlCol="0" anchor="ctr"/>
            <a:lstStyle/>
            <a:p>
              <a:endParaRPr lang="en-US"/>
            </a:p>
          </p:txBody>
        </p:sp>
      </p:grpSp>
      <p:grpSp>
        <p:nvGrpSpPr>
          <p:cNvPr id="448" name="Graphic 4">
            <a:extLst>
              <a:ext uri="{FF2B5EF4-FFF2-40B4-BE49-F238E27FC236}">
                <a16:creationId xmlns:a16="http://schemas.microsoft.com/office/drawing/2014/main" id="{970FF629-D12B-A740-8751-A5EC94B1A31F}"/>
              </a:ext>
            </a:extLst>
          </p:cNvPr>
          <p:cNvGrpSpPr>
            <a:grpSpLocks noChangeAspect="1"/>
          </p:cNvGrpSpPr>
          <p:nvPr/>
        </p:nvGrpSpPr>
        <p:grpSpPr>
          <a:xfrm>
            <a:off x="3607758" y="2371173"/>
            <a:ext cx="362313" cy="361971"/>
            <a:chOff x="3607758" y="2371173"/>
            <a:chExt cx="362313" cy="361971"/>
          </a:xfrm>
          <a:solidFill>
            <a:srgbClr val="00ABAB"/>
          </a:solidFill>
        </p:grpSpPr>
        <p:sp>
          <p:nvSpPr>
            <p:cNvPr id="449" name="Graphic 4">
              <a:extLst>
                <a:ext uri="{FF2B5EF4-FFF2-40B4-BE49-F238E27FC236}">
                  <a16:creationId xmlns:a16="http://schemas.microsoft.com/office/drawing/2014/main" id="{142A5358-E782-6446-92D2-33127CD2D389}"/>
                </a:ext>
              </a:extLst>
            </p:cNvPr>
            <p:cNvSpPr/>
            <p:nvPr/>
          </p:nvSpPr>
          <p:spPr>
            <a:xfrm>
              <a:off x="3607758" y="2371173"/>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6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949"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6" y="12768"/>
                  </a:cubicBezTo>
                  <a:cubicBezTo>
                    <a:pt x="274128" y="12768"/>
                    <a:pt x="349530" y="88099"/>
                    <a:pt x="349530" y="180667"/>
                  </a:cubicBezTo>
                  <a:cubicBezTo>
                    <a:pt x="349530" y="180667"/>
                    <a:pt x="349530" y="180667"/>
                    <a:pt x="349530" y="180667"/>
                  </a:cubicBezTo>
                  <a:cubicBezTo>
                    <a:pt x="349530" y="273873"/>
                    <a:pt x="274128"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450" name="Graphic 4">
              <a:extLst>
                <a:ext uri="{FF2B5EF4-FFF2-40B4-BE49-F238E27FC236}">
                  <a16:creationId xmlns:a16="http://schemas.microsoft.com/office/drawing/2014/main" id="{2ABE9753-338D-7B42-88B3-F22F4784E95E}"/>
                </a:ext>
              </a:extLst>
            </p:cNvPr>
            <p:cNvSpPr/>
            <p:nvPr/>
          </p:nvSpPr>
          <p:spPr>
            <a:xfrm>
              <a:off x="3766867" y="2436290"/>
              <a:ext cx="44729" cy="44687"/>
            </a:xfrm>
            <a:custGeom>
              <a:avLst/>
              <a:gdLst>
                <a:gd name="connsiteX0" fmla="*/ 22365 w 44729"/>
                <a:gd name="connsiteY0" fmla="*/ 44688 h 44687"/>
                <a:gd name="connsiteX1" fmla="*/ 44730 w 44729"/>
                <a:gd name="connsiteY1" fmla="*/ 22344 h 44687"/>
                <a:gd name="connsiteX2" fmla="*/ 22365 w 44729"/>
                <a:gd name="connsiteY2" fmla="*/ 0 h 44687"/>
                <a:gd name="connsiteX3" fmla="*/ 0 w 44729"/>
                <a:gd name="connsiteY3" fmla="*/ 22344 h 44687"/>
                <a:gd name="connsiteX4" fmla="*/ 22365 w 44729"/>
                <a:gd name="connsiteY4" fmla="*/ 44688 h 44687"/>
                <a:gd name="connsiteX5" fmla="*/ 22365 w 44729"/>
                <a:gd name="connsiteY5" fmla="*/ 44688 h 44687"/>
                <a:gd name="connsiteX6" fmla="*/ 22365 w 44729"/>
                <a:gd name="connsiteY6" fmla="*/ 12768 h 44687"/>
                <a:gd name="connsiteX7" fmla="*/ 31950 w 44729"/>
                <a:gd name="connsiteY7" fmla="*/ 22344 h 44687"/>
                <a:gd name="connsiteX8" fmla="*/ 22365 w 44729"/>
                <a:gd name="connsiteY8" fmla="*/ 31920 h 44687"/>
                <a:gd name="connsiteX9" fmla="*/ 12780 w 44729"/>
                <a:gd name="connsiteY9" fmla="*/ 22344 h 44687"/>
                <a:gd name="connsiteX10" fmla="*/ 22365 w 44729"/>
                <a:gd name="connsiteY10" fmla="*/ 12768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729" h="44687">
                  <a:moveTo>
                    <a:pt x="22365" y="44688"/>
                  </a:moveTo>
                  <a:cubicBezTo>
                    <a:pt x="34506" y="44688"/>
                    <a:pt x="44730" y="34473"/>
                    <a:pt x="44730" y="22344"/>
                  </a:cubicBezTo>
                  <a:cubicBezTo>
                    <a:pt x="44730" y="10214"/>
                    <a:pt x="34506" y="0"/>
                    <a:pt x="22365" y="0"/>
                  </a:cubicBezTo>
                  <a:cubicBezTo>
                    <a:pt x="10224" y="0"/>
                    <a:pt x="0" y="10214"/>
                    <a:pt x="0" y="22344"/>
                  </a:cubicBezTo>
                  <a:cubicBezTo>
                    <a:pt x="0" y="34473"/>
                    <a:pt x="10224" y="44688"/>
                    <a:pt x="22365" y="44688"/>
                  </a:cubicBezTo>
                  <a:lnTo>
                    <a:pt x="22365" y="44688"/>
                  </a:lnTo>
                  <a:close/>
                  <a:moveTo>
                    <a:pt x="22365" y="12768"/>
                  </a:moveTo>
                  <a:cubicBezTo>
                    <a:pt x="27477" y="12768"/>
                    <a:pt x="31950" y="17237"/>
                    <a:pt x="31950" y="22344"/>
                  </a:cubicBezTo>
                  <a:cubicBezTo>
                    <a:pt x="31950" y="27451"/>
                    <a:pt x="27477" y="31920"/>
                    <a:pt x="22365" y="31920"/>
                  </a:cubicBezTo>
                  <a:cubicBezTo>
                    <a:pt x="17253" y="31920"/>
                    <a:pt x="12780" y="27451"/>
                    <a:pt x="12780" y="22344"/>
                  </a:cubicBezTo>
                  <a:cubicBezTo>
                    <a:pt x="12780" y="17237"/>
                    <a:pt x="17253" y="12768"/>
                    <a:pt x="22365" y="12768"/>
                  </a:cubicBezTo>
                  <a:close/>
                </a:path>
              </a:pathLst>
            </a:custGeom>
            <a:solidFill>
              <a:srgbClr val="00ABAB"/>
            </a:solidFill>
            <a:ln w="6390" cap="flat">
              <a:noFill/>
              <a:prstDash val="solid"/>
              <a:miter/>
            </a:ln>
          </p:spPr>
          <p:txBody>
            <a:bodyPr rtlCol="0" anchor="ctr"/>
            <a:lstStyle/>
            <a:p>
              <a:endParaRPr lang="en-US"/>
            </a:p>
          </p:txBody>
        </p:sp>
        <p:sp>
          <p:nvSpPr>
            <p:cNvPr id="451" name="Graphic 4">
              <a:extLst>
                <a:ext uri="{FF2B5EF4-FFF2-40B4-BE49-F238E27FC236}">
                  <a16:creationId xmlns:a16="http://schemas.microsoft.com/office/drawing/2014/main" id="{A67A97A8-8334-D24D-9703-AA42267B3638}"/>
                </a:ext>
              </a:extLst>
            </p:cNvPr>
            <p:cNvSpPr/>
            <p:nvPr/>
          </p:nvSpPr>
          <p:spPr>
            <a:xfrm>
              <a:off x="3726611" y="2496299"/>
              <a:ext cx="124603" cy="171729"/>
            </a:xfrm>
            <a:custGeom>
              <a:avLst/>
              <a:gdLst>
                <a:gd name="connsiteX0" fmla="*/ 118214 w 124603"/>
                <a:gd name="connsiteY0" fmla="*/ 52349 h 171729"/>
                <a:gd name="connsiteX1" fmla="*/ 124604 w 124603"/>
                <a:gd name="connsiteY1" fmla="*/ 45965 h 171729"/>
                <a:gd name="connsiteX2" fmla="*/ 118214 w 124603"/>
                <a:gd name="connsiteY2" fmla="*/ 39581 h 171729"/>
                <a:gd name="connsiteX3" fmla="*/ 100961 w 124603"/>
                <a:gd name="connsiteY3" fmla="*/ 39581 h 171729"/>
                <a:gd name="connsiteX4" fmla="*/ 100961 w 124603"/>
                <a:gd name="connsiteY4" fmla="*/ 6384 h 171729"/>
                <a:gd name="connsiteX5" fmla="*/ 94571 w 124603"/>
                <a:gd name="connsiteY5" fmla="*/ 0 h 171729"/>
                <a:gd name="connsiteX6" fmla="*/ 30672 w 124603"/>
                <a:gd name="connsiteY6" fmla="*/ 0 h 171729"/>
                <a:gd name="connsiteX7" fmla="*/ 24282 w 124603"/>
                <a:gd name="connsiteY7" fmla="*/ 6384 h 171729"/>
                <a:gd name="connsiteX8" fmla="*/ 24282 w 124603"/>
                <a:gd name="connsiteY8" fmla="*/ 39581 h 171729"/>
                <a:gd name="connsiteX9" fmla="*/ 6390 w 124603"/>
                <a:gd name="connsiteY9" fmla="*/ 39581 h 171729"/>
                <a:gd name="connsiteX10" fmla="*/ 0 w 124603"/>
                <a:gd name="connsiteY10" fmla="*/ 45965 h 171729"/>
                <a:gd name="connsiteX11" fmla="*/ 6390 w 124603"/>
                <a:gd name="connsiteY11" fmla="*/ 52349 h 171729"/>
                <a:gd name="connsiteX12" fmla="*/ 7668 w 124603"/>
                <a:gd name="connsiteY12" fmla="*/ 52349 h 171729"/>
                <a:gd name="connsiteX13" fmla="*/ 7668 w 124603"/>
                <a:gd name="connsiteY13" fmla="*/ 148108 h 171729"/>
                <a:gd name="connsiteX14" fmla="*/ 639 w 124603"/>
                <a:gd name="connsiteY14" fmla="*/ 162792 h 171729"/>
                <a:gd name="connsiteX15" fmla="*/ 639 w 124603"/>
                <a:gd name="connsiteY15" fmla="*/ 162792 h 171729"/>
                <a:gd name="connsiteX16" fmla="*/ 639 w 124603"/>
                <a:gd name="connsiteY16" fmla="*/ 164068 h 171729"/>
                <a:gd name="connsiteX17" fmla="*/ 639 w 124603"/>
                <a:gd name="connsiteY17" fmla="*/ 165345 h 171729"/>
                <a:gd name="connsiteX18" fmla="*/ 639 w 124603"/>
                <a:gd name="connsiteY18" fmla="*/ 165345 h 171729"/>
                <a:gd name="connsiteX19" fmla="*/ 639 w 124603"/>
                <a:gd name="connsiteY19" fmla="*/ 165984 h 171729"/>
                <a:gd name="connsiteX20" fmla="*/ 639 w 124603"/>
                <a:gd name="connsiteY20" fmla="*/ 167260 h 171729"/>
                <a:gd name="connsiteX21" fmla="*/ 1278 w 124603"/>
                <a:gd name="connsiteY21" fmla="*/ 168537 h 171729"/>
                <a:gd name="connsiteX22" fmla="*/ 1917 w 124603"/>
                <a:gd name="connsiteY22" fmla="*/ 169814 h 171729"/>
                <a:gd name="connsiteX23" fmla="*/ 3195 w 124603"/>
                <a:gd name="connsiteY23" fmla="*/ 170452 h 171729"/>
                <a:gd name="connsiteX24" fmla="*/ 3834 w 124603"/>
                <a:gd name="connsiteY24" fmla="*/ 171091 h 171729"/>
                <a:gd name="connsiteX25" fmla="*/ 3834 w 124603"/>
                <a:gd name="connsiteY25" fmla="*/ 171091 h 171729"/>
                <a:gd name="connsiteX26" fmla="*/ 6390 w 124603"/>
                <a:gd name="connsiteY26" fmla="*/ 171729 h 171729"/>
                <a:gd name="connsiteX27" fmla="*/ 118214 w 124603"/>
                <a:gd name="connsiteY27" fmla="*/ 171729 h 171729"/>
                <a:gd name="connsiteX28" fmla="*/ 119492 w 124603"/>
                <a:gd name="connsiteY28" fmla="*/ 171729 h 171729"/>
                <a:gd name="connsiteX29" fmla="*/ 120770 w 124603"/>
                <a:gd name="connsiteY29" fmla="*/ 171729 h 171729"/>
                <a:gd name="connsiteX30" fmla="*/ 120770 w 124603"/>
                <a:gd name="connsiteY30" fmla="*/ 171729 h 171729"/>
                <a:gd name="connsiteX31" fmla="*/ 121409 w 124603"/>
                <a:gd name="connsiteY31" fmla="*/ 171091 h 171729"/>
                <a:gd name="connsiteX32" fmla="*/ 123326 w 124603"/>
                <a:gd name="connsiteY32" fmla="*/ 169176 h 171729"/>
                <a:gd name="connsiteX33" fmla="*/ 123965 w 124603"/>
                <a:gd name="connsiteY33" fmla="*/ 167899 h 171729"/>
                <a:gd name="connsiteX34" fmla="*/ 123965 w 124603"/>
                <a:gd name="connsiteY34" fmla="*/ 166622 h 171729"/>
                <a:gd name="connsiteX35" fmla="*/ 123965 w 124603"/>
                <a:gd name="connsiteY35" fmla="*/ 165984 h 171729"/>
                <a:gd name="connsiteX36" fmla="*/ 123965 w 124603"/>
                <a:gd name="connsiteY36" fmla="*/ 165984 h 171729"/>
                <a:gd name="connsiteX37" fmla="*/ 123965 w 124603"/>
                <a:gd name="connsiteY37" fmla="*/ 164707 h 171729"/>
                <a:gd name="connsiteX38" fmla="*/ 123965 w 124603"/>
                <a:gd name="connsiteY38" fmla="*/ 163430 h 171729"/>
                <a:gd name="connsiteX39" fmla="*/ 123965 w 124603"/>
                <a:gd name="connsiteY39" fmla="*/ 163430 h 171729"/>
                <a:gd name="connsiteX40" fmla="*/ 116297 w 124603"/>
                <a:gd name="connsiteY40" fmla="*/ 148747 h 171729"/>
                <a:gd name="connsiteX41" fmla="*/ 116297 w 124603"/>
                <a:gd name="connsiteY41" fmla="*/ 52987 h 171729"/>
                <a:gd name="connsiteX42" fmla="*/ 118214 w 124603"/>
                <a:gd name="connsiteY42" fmla="*/ 52349 h 171729"/>
                <a:gd name="connsiteX43" fmla="*/ 37062 w 124603"/>
                <a:gd name="connsiteY43" fmla="*/ 12130 h 171729"/>
                <a:gd name="connsiteX44" fmla="*/ 88181 w 124603"/>
                <a:gd name="connsiteY44" fmla="*/ 12130 h 171729"/>
                <a:gd name="connsiteX45" fmla="*/ 88181 w 124603"/>
                <a:gd name="connsiteY45" fmla="*/ 38942 h 171729"/>
                <a:gd name="connsiteX46" fmla="*/ 37062 w 124603"/>
                <a:gd name="connsiteY46" fmla="*/ 38942 h 171729"/>
                <a:gd name="connsiteX47" fmla="*/ 37062 w 124603"/>
                <a:gd name="connsiteY47" fmla="*/ 12130 h 171729"/>
                <a:gd name="connsiteX48" fmla="*/ 104795 w 124603"/>
                <a:gd name="connsiteY48" fmla="*/ 152577 h 171729"/>
                <a:gd name="connsiteX49" fmla="*/ 107990 w 124603"/>
                <a:gd name="connsiteY49" fmla="*/ 158961 h 171729"/>
                <a:gd name="connsiteX50" fmla="*/ 16614 w 124603"/>
                <a:gd name="connsiteY50" fmla="*/ 158961 h 171729"/>
                <a:gd name="connsiteX51" fmla="*/ 19809 w 124603"/>
                <a:gd name="connsiteY51" fmla="*/ 152577 h 171729"/>
                <a:gd name="connsiteX52" fmla="*/ 20448 w 124603"/>
                <a:gd name="connsiteY52" fmla="*/ 149385 h 171729"/>
                <a:gd name="connsiteX53" fmla="*/ 20448 w 124603"/>
                <a:gd name="connsiteY53" fmla="*/ 52349 h 171729"/>
                <a:gd name="connsiteX54" fmla="*/ 103517 w 124603"/>
                <a:gd name="connsiteY54" fmla="*/ 52349 h 171729"/>
                <a:gd name="connsiteX55" fmla="*/ 103517 w 124603"/>
                <a:gd name="connsiteY55" fmla="*/ 149385 h 171729"/>
                <a:gd name="connsiteX56" fmla="*/ 104795 w 124603"/>
                <a:gd name="connsiteY56" fmla="*/ 152577 h 171729"/>
                <a:gd name="connsiteX57" fmla="*/ 104795 w 124603"/>
                <a:gd name="connsiteY57" fmla="*/ 152577 h 17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24603" h="171729">
                  <a:moveTo>
                    <a:pt x="118214" y="52349"/>
                  </a:moveTo>
                  <a:cubicBezTo>
                    <a:pt x="122048" y="52349"/>
                    <a:pt x="124604" y="49795"/>
                    <a:pt x="124604" y="45965"/>
                  </a:cubicBezTo>
                  <a:cubicBezTo>
                    <a:pt x="124604" y="42134"/>
                    <a:pt x="122048" y="39581"/>
                    <a:pt x="118214" y="39581"/>
                  </a:cubicBezTo>
                  <a:lnTo>
                    <a:pt x="100961" y="39581"/>
                  </a:lnTo>
                  <a:lnTo>
                    <a:pt x="100961" y="6384"/>
                  </a:lnTo>
                  <a:cubicBezTo>
                    <a:pt x="100961" y="2554"/>
                    <a:pt x="98405" y="0"/>
                    <a:pt x="94571" y="0"/>
                  </a:cubicBezTo>
                  <a:lnTo>
                    <a:pt x="30672" y="0"/>
                  </a:lnTo>
                  <a:cubicBezTo>
                    <a:pt x="26838" y="0"/>
                    <a:pt x="24282" y="2554"/>
                    <a:pt x="24282" y="6384"/>
                  </a:cubicBezTo>
                  <a:lnTo>
                    <a:pt x="24282" y="39581"/>
                  </a:lnTo>
                  <a:lnTo>
                    <a:pt x="6390" y="39581"/>
                  </a:lnTo>
                  <a:cubicBezTo>
                    <a:pt x="2556" y="39581"/>
                    <a:pt x="0" y="42134"/>
                    <a:pt x="0" y="45965"/>
                  </a:cubicBezTo>
                  <a:cubicBezTo>
                    <a:pt x="0" y="49795"/>
                    <a:pt x="2556" y="52349"/>
                    <a:pt x="6390" y="52349"/>
                  </a:cubicBezTo>
                  <a:lnTo>
                    <a:pt x="7668" y="52349"/>
                  </a:lnTo>
                  <a:lnTo>
                    <a:pt x="7668" y="148108"/>
                  </a:lnTo>
                  <a:lnTo>
                    <a:pt x="639" y="162792"/>
                  </a:lnTo>
                  <a:lnTo>
                    <a:pt x="639" y="162792"/>
                  </a:lnTo>
                  <a:cubicBezTo>
                    <a:pt x="639" y="163430"/>
                    <a:pt x="639" y="163430"/>
                    <a:pt x="639" y="164068"/>
                  </a:cubicBezTo>
                  <a:cubicBezTo>
                    <a:pt x="639" y="164707"/>
                    <a:pt x="639" y="164707"/>
                    <a:pt x="639" y="165345"/>
                  </a:cubicBezTo>
                  <a:lnTo>
                    <a:pt x="639" y="165345"/>
                  </a:lnTo>
                  <a:cubicBezTo>
                    <a:pt x="639" y="165345"/>
                    <a:pt x="639" y="165984"/>
                    <a:pt x="639" y="165984"/>
                  </a:cubicBezTo>
                  <a:cubicBezTo>
                    <a:pt x="639" y="166622"/>
                    <a:pt x="639" y="166622"/>
                    <a:pt x="639" y="167260"/>
                  </a:cubicBezTo>
                  <a:lnTo>
                    <a:pt x="1278" y="168537"/>
                  </a:lnTo>
                  <a:cubicBezTo>
                    <a:pt x="1278" y="169176"/>
                    <a:pt x="1917" y="169176"/>
                    <a:pt x="1917" y="169814"/>
                  </a:cubicBezTo>
                  <a:cubicBezTo>
                    <a:pt x="2556" y="169814"/>
                    <a:pt x="2556" y="170452"/>
                    <a:pt x="3195" y="170452"/>
                  </a:cubicBezTo>
                  <a:lnTo>
                    <a:pt x="3834" y="171091"/>
                  </a:lnTo>
                  <a:lnTo>
                    <a:pt x="3834" y="171091"/>
                  </a:lnTo>
                  <a:cubicBezTo>
                    <a:pt x="4473" y="171729"/>
                    <a:pt x="5751" y="171729"/>
                    <a:pt x="6390" y="171729"/>
                  </a:cubicBezTo>
                  <a:lnTo>
                    <a:pt x="118214" y="171729"/>
                  </a:lnTo>
                  <a:lnTo>
                    <a:pt x="119492" y="171729"/>
                  </a:lnTo>
                  <a:lnTo>
                    <a:pt x="120770" y="171729"/>
                  </a:lnTo>
                  <a:lnTo>
                    <a:pt x="120770" y="171729"/>
                  </a:lnTo>
                  <a:cubicBezTo>
                    <a:pt x="120770" y="171729"/>
                    <a:pt x="121409" y="171091"/>
                    <a:pt x="121409" y="171091"/>
                  </a:cubicBezTo>
                  <a:cubicBezTo>
                    <a:pt x="122048" y="170452"/>
                    <a:pt x="122687" y="169814"/>
                    <a:pt x="123326" y="169176"/>
                  </a:cubicBezTo>
                  <a:cubicBezTo>
                    <a:pt x="123326" y="168537"/>
                    <a:pt x="123965" y="168537"/>
                    <a:pt x="123965" y="167899"/>
                  </a:cubicBezTo>
                  <a:cubicBezTo>
                    <a:pt x="123965" y="167260"/>
                    <a:pt x="123965" y="167260"/>
                    <a:pt x="123965" y="166622"/>
                  </a:cubicBezTo>
                  <a:cubicBezTo>
                    <a:pt x="123965" y="166622"/>
                    <a:pt x="123965" y="165984"/>
                    <a:pt x="123965" y="165984"/>
                  </a:cubicBezTo>
                  <a:lnTo>
                    <a:pt x="123965" y="165984"/>
                  </a:lnTo>
                  <a:cubicBezTo>
                    <a:pt x="123965" y="165345"/>
                    <a:pt x="123965" y="165345"/>
                    <a:pt x="123965" y="164707"/>
                  </a:cubicBezTo>
                  <a:cubicBezTo>
                    <a:pt x="123965" y="164068"/>
                    <a:pt x="123965" y="164068"/>
                    <a:pt x="123965" y="163430"/>
                  </a:cubicBezTo>
                  <a:lnTo>
                    <a:pt x="123965" y="163430"/>
                  </a:lnTo>
                  <a:lnTo>
                    <a:pt x="116297" y="148747"/>
                  </a:lnTo>
                  <a:lnTo>
                    <a:pt x="116297" y="52987"/>
                  </a:lnTo>
                  <a:lnTo>
                    <a:pt x="118214" y="52349"/>
                  </a:lnTo>
                  <a:close/>
                  <a:moveTo>
                    <a:pt x="37062" y="12130"/>
                  </a:moveTo>
                  <a:lnTo>
                    <a:pt x="88181" y="12130"/>
                  </a:lnTo>
                  <a:lnTo>
                    <a:pt x="88181" y="38942"/>
                  </a:lnTo>
                  <a:lnTo>
                    <a:pt x="37062" y="38942"/>
                  </a:lnTo>
                  <a:lnTo>
                    <a:pt x="37062" y="12130"/>
                  </a:lnTo>
                  <a:close/>
                  <a:moveTo>
                    <a:pt x="104795" y="152577"/>
                  </a:moveTo>
                  <a:lnTo>
                    <a:pt x="107990" y="158961"/>
                  </a:lnTo>
                  <a:lnTo>
                    <a:pt x="16614" y="158961"/>
                  </a:lnTo>
                  <a:lnTo>
                    <a:pt x="19809" y="152577"/>
                  </a:lnTo>
                  <a:cubicBezTo>
                    <a:pt x="20448" y="151939"/>
                    <a:pt x="20448" y="150662"/>
                    <a:pt x="20448" y="149385"/>
                  </a:cubicBezTo>
                  <a:lnTo>
                    <a:pt x="20448" y="52349"/>
                  </a:lnTo>
                  <a:lnTo>
                    <a:pt x="103517" y="52349"/>
                  </a:lnTo>
                  <a:lnTo>
                    <a:pt x="103517" y="149385"/>
                  </a:lnTo>
                  <a:cubicBezTo>
                    <a:pt x="104156" y="150662"/>
                    <a:pt x="104156" y="151300"/>
                    <a:pt x="104795" y="152577"/>
                  </a:cubicBezTo>
                  <a:lnTo>
                    <a:pt x="104795" y="152577"/>
                  </a:lnTo>
                  <a:close/>
                </a:path>
              </a:pathLst>
            </a:custGeom>
            <a:solidFill>
              <a:srgbClr val="00ABAB"/>
            </a:solidFill>
            <a:ln w="6390" cap="flat">
              <a:noFill/>
              <a:prstDash val="solid"/>
              <a:miter/>
            </a:ln>
          </p:spPr>
          <p:txBody>
            <a:bodyPr rtlCol="0" anchor="ctr"/>
            <a:lstStyle/>
            <a:p>
              <a:endParaRPr lang="en-US"/>
            </a:p>
          </p:txBody>
        </p:sp>
      </p:grpSp>
      <p:grpSp>
        <p:nvGrpSpPr>
          <p:cNvPr id="452" name="Graphic 4">
            <a:extLst>
              <a:ext uri="{FF2B5EF4-FFF2-40B4-BE49-F238E27FC236}">
                <a16:creationId xmlns:a16="http://schemas.microsoft.com/office/drawing/2014/main" id="{A1AA8424-E19F-C740-B578-3EEE016F3DA7}"/>
              </a:ext>
            </a:extLst>
          </p:cNvPr>
          <p:cNvGrpSpPr>
            <a:grpSpLocks noChangeAspect="1"/>
          </p:cNvGrpSpPr>
          <p:nvPr/>
        </p:nvGrpSpPr>
        <p:grpSpPr>
          <a:xfrm>
            <a:off x="467743" y="1402723"/>
            <a:ext cx="361670" cy="361971"/>
            <a:chOff x="467743" y="1402723"/>
            <a:chExt cx="361670" cy="361971"/>
          </a:xfrm>
          <a:solidFill>
            <a:srgbClr val="007680"/>
          </a:solidFill>
        </p:grpSpPr>
        <p:sp>
          <p:nvSpPr>
            <p:cNvPr id="453" name="Graphic 4">
              <a:extLst>
                <a:ext uri="{FF2B5EF4-FFF2-40B4-BE49-F238E27FC236}">
                  <a16:creationId xmlns:a16="http://schemas.microsoft.com/office/drawing/2014/main" id="{CA84A377-C2DF-8E48-B2C2-DE52B48D2DC1}"/>
                </a:ext>
              </a:extLst>
            </p:cNvPr>
            <p:cNvSpPr/>
            <p:nvPr/>
          </p:nvSpPr>
          <p:spPr>
            <a:xfrm>
              <a:off x="467743" y="1402723"/>
              <a:ext cx="361670" cy="361971"/>
            </a:xfrm>
            <a:custGeom>
              <a:avLst/>
              <a:gdLst>
                <a:gd name="connsiteX0" fmla="*/ 180835 w 361670"/>
                <a:gd name="connsiteY0" fmla="*/ 0 h 361971"/>
                <a:gd name="connsiteX1" fmla="*/ 0 w 361670"/>
                <a:gd name="connsiteY1" fmla="*/ 181305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028 h 361971"/>
                <a:gd name="connsiteX9" fmla="*/ 180835 w 361670"/>
                <a:gd name="connsiteY9" fmla="*/ 12130 h 361971"/>
                <a:gd name="connsiteX10" fmla="*/ 348891 w 361670"/>
                <a:gd name="connsiteY10" fmla="*/ 180028 h 361971"/>
                <a:gd name="connsiteX11" fmla="*/ 180835 w 361670"/>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1971">
                  <a:moveTo>
                    <a:pt x="180835" y="0"/>
                  </a:moveTo>
                  <a:cubicBezTo>
                    <a:pt x="80513" y="0"/>
                    <a:pt x="0" y="81077"/>
                    <a:pt x="0" y="181305"/>
                  </a:cubicBezTo>
                  <a:cubicBezTo>
                    <a:pt x="0" y="281534"/>
                    <a:pt x="81152" y="361972"/>
                    <a:pt x="180835" y="361972"/>
                  </a:cubicBezTo>
                  <a:cubicBezTo>
                    <a:pt x="280518" y="361972"/>
                    <a:pt x="361670" y="280895"/>
                    <a:pt x="361670" y="181305"/>
                  </a:cubicBezTo>
                  <a:cubicBezTo>
                    <a:pt x="361670" y="181305"/>
                    <a:pt x="361670" y="181305"/>
                    <a:pt x="361670" y="181305"/>
                  </a:cubicBezTo>
                  <a:cubicBezTo>
                    <a:pt x="361670" y="80438"/>
                    <a:pt x="281157" y="0"/>
                    <a:pt x="180835" y="0"/>
                  </a:cubicBezTo>
                  <a:cubicBezTo>
                    <a:pt x="180835" y="0"/>
                    <a:pt x="180835" y="0"/>
                    <a:pt x="180835" y="0"/>
                  </a:cubicBezTo>
                  <a:close/>
                  <a:moveTo>
                    <a:pt x="180835" y="348565"/>
                  </a:moveTo>
                  <a:cubicBezTo>
                    <a:pt x="87542" y="348565"/>
                    <a:pt x="12780" y="273234"/>
                    <a:pt x="12780" y="180028"/>
                  </a:cubicBezTo>
                  <a:cubicBezTo>
                    <a:pt x="12780" y="86822"/>
                    <a:pt x="87542" y="12130"/>
                    <a:pt x="180835" y="12130"/>
                  </a:cubicBezTo>
                  <a:cubicBezTo>
                    <a:pt x="274128" y="12130"/>
                    <a:pt x="348891" y="87461"/>
                    <a:pt x="348891" y="180028"/>
                  </a:cubicBezTo>
                  <a:cubicBezTo>
                    <a:pt x="348891" y="273234"/>
                    <a:pt x="273489" y="348565"/>
                    <a:pt x="180835" y="348565"/>
                  </a:cubicBezTo>
                  <a:close/>
                </a:path>
              </a:pathLst>
            </a:custGeom>
            <a:solidFill>
              <a:srgbClr val="007680"/>
            </a:solidFill>
            <a:ln w="6390" cap="flat">
              <a:noFill/>
              <a:prstDash val="solid"/>
              <a:miter/>
            </a:ln>
          </p:spPr>
          <p:txBody>
            <a:bodyPr rtlCol="0" anchor="ctr"/>
            <a:lstStyle/>
            <a:p>
              <a:endParaRPr lang="en-US"/>
            </a:p>
          </p:txBody>
        </p:sp>
        <p:sp>
          <p:nvSpPr>
            <p:cNvPr id="454" name="Graphic 4">
              <a:extLst>
                <a:ext uri="{FF2B5EF4-FFF2-40B4-BE49-F238E27FC236}">
                  <a16:creationId xmlns:a16="http://schemas.microsoft.com/office/drawing/2014/main" id="{1E5944C6-49F4-E24A-BC24-7FF5EF4F8882}"/>
                </a:ext>
              </a:extLst>
            </p:cNvPr>
            <p:cNvSpPr/>
            <p:nvPr/>
          </p:nvSpPr>
          <p:spPr>
            <a:xfrm>
              <a:off x="554007" y="1467201"/>
              <a:ext cx="189142" cy="231738"/>
            </a:xfrm>
            <a:custGeom>
              <a:avLst/>
              <a:gdLst>
                <a:gd name="connsiteX0" fmla="*/ 187225 w 189142"/>
                <a:gd name="connsiteY0" fmla="*/ 43411 h 231738"/>
                <a:gd name="connsiteX1" fmla="*/ 146330 w 189142"/>
                <a:gd name="connsiteY1" fmla="*/ 1915 h 231738"/>
                <a:gd name="connsiteX2" fmla="*/ 141857 w 189142"/>
                <a:gd name="connsiteY2" fmla="*/ 0 h 231738"/>
                <a:gd name="connsiteX3" fmla="*/ 65177 w 189142"/>
                <a:gd name="connsiteY3" fmla="*/ 0 h 231738"/>
                <a:gd name="connsiteX4" fmla="*/ 58787 w 189142"/>
                <a:gd name="connsiteY4" fmla="*/ 6384 h 231738"/>
                <a:gd name="connsiteX5" fmla="*/ 58787 w 189142"/>
                <a:gd name="connsiteY5" fmla="*/ 50434 h 231738"/>
                <a:gd name="connsiteX6" fmla="*/ 6390 w 189142"/>
                <a:gd name="connsiteY6" fmla="*/ 50434 h 231738"/>
                <a:gd name="connsiteX7" fmla="*/ 0 w 189142"/>
                <a:gd name="connsiteY7" fmla="*/ 56818 h 231738"/>
                <a:gd name="connsiteX8" fmla="*/ 0 w 189142"/>
                <a:gd name="connsiteY8" fmla="*/ 225355 h 231738"/>
                <a:gd name="connsiteX9" fmla="*/ 6390 w 189142"/>
                <a:gd name="connsiteY9" fmla="*/ 231739 h 231738"/>
                <a:gd name="connsiteX10" fmla="*/ 123965 w 189142"/>
                <a:gd name="connsiteY10" fmla="*/ 231739 h 231738"/>
                <a:gd name="connsiteX11" fmla="*/ 130355 w 189142"/>
                <a:gd name="connsiteY11" fmla="*/ 225355 h 231738"/>
                <a:gd name="connsiteX12" fmla="*/ 130355 w 189142"/>
                <a:gd name="connsiteY12" fmla="*/ 181305 h 231738"/>
                <a:gd name="connsiteX13" fmla="*/ 182752 w 189142"/>
                <a:gd name="connsiteY13" fmla="*/ 181305 h 231738"/>
                <a:gd name="connsiteX14" fmla="*/ 189142 w 189142"/>
                <a:gd name="connsiteY14" fmla="*/ 174921 h 231738"/>
                <a:gd name="connsiteX15" fmla="*/ 189142 w 189142"/>
                <a:gd name="connsiteY15" fmla="*/ 49157 h 231738"/>
                <a:gd name="connsiteX16" fmla="*/ 188503 w 189142"/>
                <a:gd name="connsiteY16" fmla="*/ 45965 h 231738"/>
                <a:gd name="connsiteX17" fmla="*/ 187225 w 189142"/>
                <a:gd name="connsiteY17" fmla="*/ 43411 h 231738"/>
                <a:gd name="connsiteX18" fmla="*/ 147608 w 189142"/>
                <a:gd name="connsiteY18" fmla="*/ 21706 h 231738"/>
                <a:gd name="connsiteX19" fmla="*/ 168055 w 189142"/>
                <a:gd name="connsiteY19" fmla="*/ 42773 h 231738"/>
                <a:gd name="connsiteX20" fmla="*/ 147608 w 189142"/>
                <a:gd name="connsiteY20" fmla="*/ 42773 h 231738"/>
                <a:gd name="connsiteX21" fmla="*/ 147608 w 189142"/>
                <a:gd name="connsiteY21" fmla="*/ 21706 h 231738"/>
                <a:gd name="connsiteX22" fmla="*/ 117575 w 189142"/>
                <a:gd name="connsiteY22" fmla="*/ 218971 h 231738"/>
                <a:gd name="connsiteX23" fmla="*/ 12780 w 189142"/>
                <a:gd name="connsiteY23" fmla="*/ 218971 h 231738"/>
                <a:gd name="connsiteX24" fmla="*/ 12780 w 189142"/>
                <a:gd name="connsiteY24" fmla="*/ 63840 h 231738"/>
                <a:gd name="connsiteX25" fmla="*/ 76040 w 189142"/>
                <a:gd name="connsiteY25" fmla="*/ 63840 h 231738"/>
                <a:gd name="connsiteX26" fmla="*/ 76040 w 189142"/>
                <a:gd name="connsiteY26" fmla="*/ 99590 h 231738"/>
                <a:gd name="connsiteX27" fmla="*/ 82430 w 189142"/>
                <a:gd name="connsiteY27" fmla="*/ 105974 h 231738"/>
                <a:gd name="connsiteX28" fmla="*/ 118214 w 189142"/>
                <a:gd name="connsiteY28" fmla="*/ 105974 h 231738"/>
                <a:gd name="connsiteX29" fmla="*/ 117575 w 189142"/>
                <a:gd name="connsiteY29" fmla="*/ 218971 h 231738"/>
                <a:gd name="connsiteX30" fmla="*/ 88181 w 189142"/>
                <a:gd name="connsiteY30" fmla="*/ 92568 h 231738"/>
                <a:gd name="connsiteX31" fmla="*/ 88181 w 189142"/>
                <a:gd name="connsiteY31" fmla="*/ 71501 h 231738"/>
                <a:gd name="connsiteX32" fmla="*/ 108629 w 189142"/>
                <a:gd name="connsiteY32" fmla="*/ 92568 h 231738"/>
                <a:gd name="connsiteX33" fmla="*/ 88181 w 189142"/>
                <a:gd name="connsiteY33" fmla="*/ 92568 h 231738"/>
                <a:gd name="connsiteX34" fmla="*/ 176362 w 189142"/>
                <a:gd name="connsiteY34" fmla="*/ 168537 h 231738"/>
                <a:gd name="connsiteX35" fmla="*/ 130355 w 189142"/>
                <a:gd name="connsiteY35" fmla="*/ 168537 h 231738"/>
                <a:gd name="connsiteX36" fmla="*/ 130355 w 189142"/>
                <a:gd name="connsiteY36" fmla="*/ 99590 h 231738"/>
                <a:gd name="connsiteX37" fmla="*/ 129716 w 189142"/>
                <a:gd name="connsiteY37" fmla="*/ 96398 h 231738"/>
                <a:gd name="connsiteX38" fmla="*/ 128438 w 189142"/>
                <a:gd name="connsiteY38" fmla="*/ 94483 h 231738"/>
                <a:gd name="connsiteX39" fmla="*/ 87542 w 189142"/>
                <a:gd name="connsiteY39" fmla="*/ 53626 h 231738"/>
                <a:gd name="connsiteX40" fmla="*/ 83069 w 189142"/>
                <a:gd name="connsiteY40" fmla="*/ 51710 h 231738"/>
                <a:gd name="connsiteX41" fmla="*/ 71567 w 189142"/>
                <a:gd name="connsiteY41" fmla="*/ 51710 h 231738"/>
                <a:gd name="connsiteX42" fmla="*/ 71567 w 189142"/>
                <a:gd name="connsiteY42" fmla="*/ 14045 h 231738"/>
                <a:gd name="connsiteX43" fmla="*/ 134828 w 189142"/>
                <a:gd name="connsiteY43" fmla="*/ 14045 h 231738"/>
                <a:gd name="connsiteX44" fmla="*/ 134828 w 189142"/>
                <a:gd name="connsiteY44" fmla="*/ 49795 h 231738"/>
                <a:gd name="connsiteX45" fmla="*/ 141218 w 189142"/>
                <a:gd name="connsiteY45" fmla="*/ 56179 h 231738"/>
                <a:gd name="connsiteX46" fmla="*/ 177001 w 189142"/>
                <a:gd name="connsiteY46" fmla="*/ 56179 h 231738"/>
                <a:gd name="connsiteX47" fmla="*/ 176362 w 189142"/>
                <a:gd name="connsiteY47" fmla="*/ 168537 h 231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9142" h="231738">
                  <a:moveTo>
                    <a:pt x="187225" y="43411"/>
                  </a:moveTo>
                  <a:lnTo>
                    <a:pt x="146330" y="1915"/>
                  </a:lnTo>
                  <a:cubicBezTo>
                    <a:pt x="145052" y="638"/>
                    <a:pt x="143774" y="0"/>
                    <a:pt x="141857" y="0"/>
                  </a:cubicBezTo>
                  <a:lnTo>
                    <a:pt x="65177" y="0"/>
                  </a:lnTo>
                  <a:cubicBezTo>
                    <a:pt x="61343" y="0"/>
                    <a:pt x="58787" y="2554"/>
                    <a:pt x="58787" y="6384"/>
                  </a:cubicBezTo>
                  <a:lnTo>
                    <a:pt x="58787" y="50434"/>
                  </a:lnTo>
                  <a:lnTo>
                    <a:pt x="6390" y="50434"/>
                  </a:lnTo>
                  <a:cubicBezTo>
                    <a:pt x="2556" y="50434"/>
                    <a:pt x="0" y="52987"/>
                    <a:pt x="0" y="56818"/>
                  </a:cubicBezTo>
                  <a:lnTo>
                    <a:pt x="0" y="225355"/>
                  </a:lnTo>
                  <a:cubicBezTo>
                    <a:pt x="0" y="229185"/>
                    <a:pt x="2556" y="231739"/>
                    <a:pt x="6390" y="231739"/>
                  </a:cubicBezTo>
                  <a:lnTo>
                    <a:pt x="123965" y="231739"/>
                  </a:lnTo>
                  <a:cubicBezTo>
                    <a:pt x="127799" y="231739"/>
                    <a:pt x="130355" y="229185"/>
                    <a:pt x="130355" y="225355"/>
                  </a:cubicBezTo>
                  <a:lnTo>
                    <a:pt x="130355" y="181305"/>
                  </a:lnTo>
                  <a:lnTo>
                    <a:pt x="182752" y="181305"/>
                  </a:lnTo>
                  <a:cubicBezTo>
                    <a:pt x="186586" y="181305"/>
                    <a:pt x="189142" y="178752"/>
                    <a:pt x="189142" y="174921"/>
                  </a:cubicBezTo>
                  <a:lnTo>
                    <a:pt x="189142" y="49157"/>
                  </a:lnTo>
                  <a:cubicBezTo>
                    <a:pt x="189142" y="47880"/>
                    <a:pt x="189142" y="47242"/>
                    <a:pt x="188503" y="45965"/>
                  </a:cubicBezTo>
                  <a:cubicBezTo>
                    <a:pt x="188503" y="44688"/>
                    <a:pt x="187864" y="44050"/>
                    <a:pt x="187225" y="43411"/>
                  </a:cubicBezTo>
                  <a:close/>
                  <a:moveTo>
                    <a:pt x="147608" y="21706"/>
                  </a:moveTo>
                  <a:lnTo>
                    <a:pt x="168055" y="42773"/>
                  </a:lnTo>
                  <a:lnTo>
                    <a:pt x="147608" y="42773"/>
                  </a:lnTo>
                  <a:lnTo>
                    <a:pt x="147608" y="21706"/>
                  </a:lnTo>
                  <a:close/>
                  <a:moveTo>
                    <a:pt x="117575" y="218971"/>
                  </a:moveTo>
                  <a:lnTo>
                    <a:pt x="12780" y="218971"/>
                  </a:lnTo>
                  <a:lnTo>
                    <a:pt x="12780" y="63840"/>
                  </a:lnTo>
                  <a:lnTo>
                    <a:pt x="76040" y="63840"/>
                  </a:lnTo>
                  <a:lnTo>
                    <a:pt x="76040" y="99590"/>
                  </a:lnTo>
                  <a:cubicBezTo>
                    <a:pt x="76040" y="103420"/>
                    <a:pt x="78596" y="105974"/>
                    <a:pt x="82430" y="105974"/>
                  </a:cubicBezTo>
                  <a:lnTo>
                    <a:pt x="118214" y="105974"/>
                  </a:lnTo>
                  <a:lnTo>
                    <a:pt x="117575" y="218971"/>
                  </a:lnTo>
                  <a:close/>
                  <a:moveTo>
                    <a:pt x="88181" y="92568"/>
                  </a:moveTo>
                  <a:lnTo>
                    <a:pt x="88181" y="71501"/>
                  </a:lnTo>
                  <a:lnTo>
                    <a:pt x="108629" y="92568"/>
                  </a:lnTo>
                  <a:lnTo>
                    <a:pt x="88181" y="92568"/>
                  </a:lnTo>
                  <a:close/>
                  <a:moveTo>
                    <a:pt x="176362" y="168537"/>
                  </a:moveTo>
                  <a:lnTo>
                    <a:pt x="130355" y="168537"/>
                  </a:lnTo>
                  <a:lnTo>
                    <a:pt x="130355" y="99590"/>
                  </a:lnTo>
                  <a:cubicBezTo>
                    <a:pt x="130355" y="98313"/>
                    <a:pt x="130355" y="97037"/>
                    <a:pt x="129716" y="96398"/>
                  </a:cubicBezTo>
                  <a:cubicBezTo>
                    <a:pt x="129077" y="95760"/>
                    <a:pt x="129077" y="95121"/>
                    <a:pt x="128438" y="94483"/>
                  </a:cubicBezTo>
                  <a:lnTo>
                    <a:pt x="87542" y="53626"/>
                  </a:lnTo>
                  <a:cubicBezTo>
                    <a:pt x="86264" y="52349"/>
                    <a:pt x="84986" y="51710"/>
                    <a:pt x="83069" y="51710"/>
                  </a:cubicBezTo>
                  <a:lnTo>
                    <a:pt x="71567" y="51710"/>
                  </a:lnTo>
                  <a:lnTo>
                    <a:pt x="71567" y="14045"/>
                  </a:lnTo>
                  <a:lnTo>
                    <a:pt x="134828" y="14045"/>
                  </a:lnTo>
                  <a:lnTo>
                    <a:pt x="134828" y="49795"/>
                  </a:lnTo>
                  <a:cubicBezTo>
                    <a:pt x="134828" y="53626"/>
                    <a:pt x="137384" y="56179"/>
                    <a:pt x="141218" y="56179"/>
                  </a:cubicBezTo>
                  <a:lnTo>
                    <a:pt x="177001" y="56179"/>
                  </a:lnTo>
                  <a:lnTo>
                    <a:pt x="176362" y="168537"/>
                  </a:lnTo>
                  <a:close/>
                </a:path>
              </a:pathLst>
            </a:custGeom>
            <a:solidFill>
              <a:srgbClr val="007680"/>
            </a:solidFill>
            <a:ln w="6390" cap="flat">
              <a:noFill/>
              <a:prstDash val="solid"/>
              <a:miter/>
            </a:ln>
          </p:spPr>
          <p:txBody>
            <a:bodyPr rtlCol="0" anchor="ctr"/>
            <a:lstStyle/>
            <a:p>
              <a:endParaRPr lang="en-US"/>
            </a:p>
          </p:txBody>
        </p:sp>
      </p:grpSp>
      <p:grpSp>
        <p:nvGrpSpPr>
          <p:cNvPr id="455" name="Graphic 4">
            <a:extLst>
              <a:ext uri="{FF2B5EF4-FFF2-40B4-BE49-F238E27FC236}">
                <a16:creationId xmlns:a16="http://schemas.microsoft.com/office/drawing/2014/main" id="{08D8891C-9C6F-AC48-B6FE-87242137F338}"/>
              </a:ext>
            </a:extLst>
          </p:cNvPr>
          <p:cNvGrpSpPr>
            <a:grpSpLocks noChangeAspect="1"/>
          </p:cNvGrpSpPr>
          <p:nvPr/>
        </p:nvGrpSpPr>
        <p:grpSpPr>
          <a:xfrm>
            <a:off x="5099169" y="918179"/>
            <a:ext cx="362309" cy="361971"/>
            <a:chOff x="5099169" y="918179"/>
            <a:chExt cx="362309" cy="361971"/>
          </a:xfrm>
          <a:solidFill>
            <a:srgbClr val="00ABAB"/>
          </a:solidFill>
        </p:grpSpPr>
        <p:sp>
          <p:nvSpPr>
            <p:cNvPr id="456" name="Graphic 4">
              <a:extLst>
                <a:ext uri="{FF2B5EF4-FFF2-40B4-BE49-F238E27FC236}">
                  <a16:creationId xmlns:a16="http://schemas.microsoft.com/office/drawing/2014/main" id="{9ACD1F06-624F-C247-A417-CB933ADE40A7}"/>
                </a:ext>
              </a:extLst>
            </p:cNvPr>
            <p:cNvSpPr/>
            <p:nvPr/>
          </p:nvSpPr>
          <p:spPr>
            <a:xfrm>
              <a:off x="5272267" y="997340"/>
              <a:ext cx="18031" cy="17944"/>
            </a:xfrm>
            <a:custGeom>
              <a:avLst/>
              <a:gdLst>
                <a:gd name="connsiteX0" fmla="*/ 8377 w 18031"/>
                <a:gd name="connsiteY0" fmla="*/ 17875 h 17944"/>
                <a:gd name="connsiteX1" fmla="*/ 17962 w 18031"/>
                <a:gd name="connsiteY1" fmla="*/ 9576 h 17944"/>
                <a:gd name="connsiteX2" fmla="*/ 9655 w 18031"/>
                <a:gd name="connsiteY2" fmla="*/ 0 h 17944"/>
                <a:gd name="connsiteX3" fmla="*/ 8377 w 18031"/>
                <a:gd name="connsiteY3" fmla="*/ 0 h 17944"/>
                <a:gd name="connsiteX4" fmla="*/ 70 w 18031"/>
                <a:gd name="connsiteY4" fmla="*/ 9576 h 17944"/>
                <a:gd name="connsiteX5" fmla="*/ 8377 w 18031"/>
                <a:gd name="connsiteY5" fmla="*/ 17875 h 17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1" h="17944">
                  <a:moveTo>
                    <a:pt x="8377" y="17875"/>
                  </a:moveTo>
                  <a:cubicBezTo>
                    <a:pt x="13489" y="18514"/>
                    <a:pt x="17962" y="14683"/>
                    <a:pt x="17962" y="9576"/>
                  </a:cubicBezTo>
                  <a:cubicBezTo>
                    <a:pt x="18601" y="4469"/>
                    <a:pt x="14767" y="0"/>
                    <a:pt x="9655" y="0"/>
                  </a:cubicBezTo>
                  <a:cubicBezTo>
                    <a:pt x="9016" y="0"/>
                    <a:pt x="8377" y="0"/>
                    <a:pt x="8377" y="0"/>
                  </a:cubicBezTo>
                  <a:cubicBezTo>
                    <a:pt x="3265" y="638"/>
                    <a:pt x="-569" y="5107"/>
                    <a:pt x="70" y="9576"/>
                  </a:cubicBezTo>
                  <a:cubicBezTo>
                    <a:pt x="70" y="14045"/>
                    <a:pt x="3904" y="17875"/>
                    <a:pt x="8377" y="17875"/>
                  </a:cubicBezTo>
                  <a:close/>
                </a:path>
              </a:pathLst>
            </a:custGeom>
            <a:solidFill>
              <a:srgbClr val="00ABAB"/>
            </a:solidFill>
            <a:ln w="6390" cap="flat">
              <a:noFill/>
              <a:prstDash val="solid"/>
              <a:miter/>
            </a:ln>
          </p:spPr>
          <p:txBody>
            <a:bodyPr rtlCol="0" anchor="ctr"/>
            <a:lstStyle/>
            <a:p>
              <a:endParaRPr lang="en-US"/>
            </a:p>
          </p:txBody>
        </p:sp>
        <p:sp>
          <p:nvSpPr>
            <p:cNvPr id="457" name="Graphic 4">
              <a:extLst>
                <a:ext uri="{FF2B5EF4-FFF2-40B4-BE49-F238E27FC236}">
                  <a16:creationId xmlns:a16="http://schemas.microsoft.com/office/drawing/2014/main" id="{99AF3260-6F52-4B44-A251-50BBFED87624}"/>
                </a:ext>
              </a:extLst>
            </p:cNvPr>
            <p:cNvSpPr/>
            <p:nvPr/>
          </p:nvSpPr>
          <p:spPr>
            <a:xfrm>
              <a:off x="5255723" y="1059265"/>
              <a:ext cx="49202" cy="64478"/>
            </a:xfrm>
            <a:custGeom>
              <a:avLst/>
              <a:gdLst>
                <a:gd name="connsiteX0" fmla="*/ 0 w 49202"/>
                <a:gd name="connsiteY0" fmla="*/ 0 h 64478"/>
                <a:gd name="connsiteX1" fmla="*/ 49203 w 49202"/>
                <a:gd name="connsiteY1" fmla="*/ 0 h 64478"/>
                <a:gd name="connsiteX2" fmla="*/ 49203 w 49202"/>
                <a:gd name="connsiteY2" fmla="*/ 64478 h 64478"/>
                <a:gd name="connsiteX3" fmla="*/ 0 w 49202"/>
                <a:gd name="connsiteY3" fmla="*/ 64478 h 64478"/>
              </a:gdLst>
              <a:ahLst/>
              <a:cxnLst>
                <a:cxn ang="0">
                  <a:pos x="connsiteX0" y="connsiteY0"/>
                </a:cxn>
                <a:cxn ang="0">
                  <a:pos x="connsiteX1" y="connsiteY1"/>
                </a:cxn>
                <a:cxn ang="0">
                  <a:pos x="connsiteX2" y="connsiteY2"/>
                </a:cxn>
                <a:cxn ang="0">
                  <a:pos x="connsiteX3" y="connsiteY3"/>
                </a:cxn>
              </a:cxnLst>
              <a:rect l="l" t="t" r="r" b="b"/>
              <a:pathLst>
                <a:path w="49202" h="64478">
                  <a:moveTo>
                    <a:pt x="0" y="0"/>
                  </a:moveTo>
                  <a:lnTo>
                    <a:pt x="49203" y="0"/>
                  </a:lnTo>
                  <a:lnTo>
                    <a:pt x="49203" y="64478"/>
                  </a:lnTo>
                  <a:lnTo>
                    <a:pt x="0" y="64478"/>
                  </a:lnTo>
                  <a:close/>
                </a:path>
              </a:pathLst>
            </a:custGeom>
            <a:solidFill>
              <a:srgbClr val="00ABAB"/>
            </a:solidFill>
            <a:ln w="6390" cap="flat">
              <a:noFill/>
              <a:prstDash val="solid"/>
              <a:miter/>
            </a:ln>
          </p:spPr>
          <p:txBody>
            <a:bodyPr rtlCol="0" anchor="ctr"/>
            <a:lstStyle/>
            <a:p>
              <a:endParaRPr lang="en-US"/>
            </a:p>
          </p:txBody>
        </p:sp>
        <p:sp>
          <p:nvSpPr>
            <p:cNvPr id="458" name="Graphic 4">
              <a:extLst>
                <a:ext uri="{FF2B5EF4-FFF2-40B4-BE49-F238E27FC236}">
                  <a16:creationId xmlns:a16="http://schemas.microsoft.com/office/drawing/2014/main" id="{3F654A24-5AE8-8544-9F1D-CC53B50F6180}"/>
                </a:ext>
              </a:extLst>
            </p:cNvPr>
            <p:cNvSpPr/>
            <p:nvPr/>
          </p:nvSpPr>
          <p:spPr>
            <a:xfrm>
              <a:off x="5099169" y="91817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66393 h 361971"/>
                <a:gd name="connsiteX8" fmla="*/ 203839 w 362309"/>
                <a:gd name="connsiteY8" fmla="*/ 88099 h 361971"/>
                <a:gd name="connsiteX9" fmla="*/ 182113 w 362309"/>
                <a:gd name="connsiteY9" fmla="*/ 110443 h 361971"/>
                <a:gd name="connsiteX10" fmla="*/ 159748 w 362309"/>
                <a:gd name="connsiteY10" fmla="*/ 88737 h 361971"/>
                <a:gd name="connsiteX11" fmla="*/ 159748 w 362309"/>
                <a:gd name="connsiteY11" fmla="*/ 88099 h 361971"/>
                <a:gd name="connsiteX12" fmla="*/ 181474 w 362309"/>
                <a:gd name="connsiteY12" fmla="*/ 66393 h 361971"/>
                <a:gd name="connsiteX13" fmla="*/ 218536 w 362309"/>
                <a:gd name="connsiteY13" fmla="*/ 211310 h 361971"/>
                <a:gd name="connsiteX14" fmla="*/ 212146 w 362309"/>
                <a:gd name="connsiteY14" fmla="*/ 217694 h 361971"/>
                <a:gd name="connsiteX15" fmla="*/ 203200 w 362309"/>
                <a:gd name="connsiteY15" fmla="*/ 217694 h 361971"/>
                <a:gd name="connsiteX16" fmla="*/ 203200 w 362309"/>
                <a:gd name="connsiteY16" fmla="*/ 288556 h 361971"/>
                <a:gd name="connsiteX17" fmla="*/ 196810 w 362309"/>
                <a:gd name="connsiteY17" fmla="*/ 294940 h 361971"/>
                <a:gd name="connsiteX18" fmla="*/ 190420 w 362309"/>
                <a:gd name="connsiteY18" fmla="*/ 288556 h 361971"/>
                <a:gd name="connsiteX19" fmla="*/ 190420 w 362309"/>
                <a:gd name="connsiteY19" fmla="*/ 217694 h 361971"/>
                <a:gd name="connsiteX20" fmla="*/ 172528 w 362309"/>
                <a:gd name="connsiteY20" fmla="*/ 217694 h 361971"/>
                <a:gd name="connsiteX21" fmla="*/ 172528 w 362309"/>
                <a:gd name="connsiteY21" fmla="*/ 288556 h 361971"/>
                <a:gd name="connsiteX22" fmla="*/ 166138 w 362309"/>
                <a:gd name="connsiteY22" fmla="*/ 294940 h 361971"/>
                <a:gd name="connsiteX23" fmla="*/ 159748 w 362309"/>
                <a:gd name="connsiteY23" fmla="*/ 288556 h 361971"/>
                <a:gd name="connsiteX24" fmla="*/ 159748 w 362309"/>
                <a:gd name="connsiteY24" fmla="*/ 217694 h 361971"/>
                <a:gd name="connsiteX25" fmla="*/ 150802 w 362309"/>
                <a:gd name="connsiteY25" fmla="*/ 217694 h 361971"/>
                <a:gd name="connsiteX26" fmla="*/ 144412 w 362309"/>
                <a:gd name="connsiteY26" fmla="*/ 211310 h 361971"/>
                <a:gd name="connsiteX27" fmla="*/ 144412 w 362309"/>
                <a:gd name="connsiteY27" fmla="*/ 134064 h 361971"/>
                <a:gd name="connsiteX28" fmla="*/ 150802 w 362309"/>
                <a:gd name="connsiteY28" fmla="*/ 127680 h 361971"/>
                <a:gd name="connsiteX29" fmla="*/ 212785 w 362309"/>
                <a:gd name="connsiteY29" fmla="*/ 127680 h 361971"/>
                <a:gd name="connsiteX30" fmla="*/ 219175 w 362309"/>
                <a:gd name="connsiteY30" fmla="*/ 134064 h 361971"/>
                <a:gd name="connsiteX31" fmla="*/ 218536 w 362309"/>
                <a:gd name="connsiteY31" fmla="*/ 21131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310" y="81077"/>
                    <a:pt x="281157" y="0"/>
                    <a:pt x="181474" y="0"/>
                  </a:cubicBezTo>
                  <a:cubicBezTo>
                    <a:pt x="181474" y="0"/>
                    <a:pt x="181474" y="0"/>
                    <a:pt x="181474" y="0"/>
                  </a:cubicBezTo>
                  <a:close/>
                  <a:moveTo>
                    <a:pt x="181474" y="66393"/>
                  </a:moveTo>
                  <a:cubicBezTo>
                    <a:pt x="193615" y="66393"/>
                    <a:pt x="203200" y="75969"/>
                    <a:pt x="203839" y="88099"/>
                  </a:cubicBezTo>
                  <a:cubicBezTo>
                    <a:pt x="203839" y="100229"/>
                    <a:pt x="194254" y="109804"/>
                    <a:pt x="182113" y="110443"/>
                  </a:cubicBezTo>
                  <a:cubicBezTo>
                    <a:pt x="169972" y="110443"/>
                    <a:pt x="160387" y="100867"/>
                    <a:pt x="159748" y="88737"/>
                  </a:cubicBezTo>
                  <a:cubicBezTo>
                    <a:pt x="159748" y="88737"/>
                    <a:pt x="159748" y="88099"/>
                    <a:pt x="159748" y="88099"/>
                  </a:cubicBezTo>
                  <a:cubicBezTo>
                    <a:pt x="159748" y="75969"/>
                    <a:pt x="169333" y="67032"/>
                    <a:pt x="181474" y="66393"/>
                  </a:cubicBezTo>
                  <a:close/>
                  <a:moveTo>
                    <a:pt x="218536" y="211310"/>
                  </a:moveTo>
                  <a:cubicBezTo>
                    <a:pt x="218536" y="215140"/>
                    <a:pt x="215980" y="217694"/>
                    <a:pt x="212146" y="217694"/>
                  </a:cubicBezTo>
                  <a:lnTo>
                    <a:pt x="203200" y="217694"/>
                  </a:lnTo>
                  <a:lnTo>
                    <a:pt x="203200" y="288556"/>
                  </a:lnTo>
                  <a:cubicBezTo>
                    <a:pt x="203200" y="292386"/>
                    <a:pt x="200644" y="294940"/>
                    <a:pt x="196810" y="294940"/>
                  </a:cubicBezTo>
                  <a:cubicBezTo>
                    <a:pt x="192976" y="294940"/>
                    <a:pt x="190420" y="292386"/>
                    <a:pt x="190420" y="288556"/>
                  </a:cubicBezTo>
                  <a:lnTo>
                    <a:pt x="190420" y="217694"/>
                  </a:lnTo>
                  <a:lnTo>
                    <a:pt x="172528" y="217694"/>
                  </a:lnTo>
                  <a:lnTo>
                    <a:pt x="172528" y="288556"/>
                  </a:lnTo>
                  <a:cubicBezTo>
                    <a:pt x="172528" y="292386"/>
                    <a:pt x="169972" y="294940"/>
                    <a:pt x="166138" y="294940"/>
                  </a:cubicBezTo>
                  <a:cubicBezTo>
                    <a:pt x="162305" y="294940"/>
                    <a:pt x="159748" y="292386"/>
                    <a:pt x="159748" y="288556"/>
                  </a:cubicBezTo>
                  <a:lnTo>
                    <a:pt x="159748" y="217694"/>
                  </a:lnTo>
                  <a:lnTo>
                    <a:pt x="150802" y="217694"/>
                  </a:lnTo>
                  <a:cubicBezTo>
                    <a:pt x="146969" y="217694"/>
                    <a:pt x="144412" y="215140"/>
                    <a:pt x="144412" y="211310"/>
                  </a:cubicBezTo>
                  <a:lnTo>
                    <a:pt x="144412" y="134064"/>
                  </a:lnTo>
                  <a:cubicBezTo>
                    <a:pt x="144412" y="130233"/>
                    <a:pt x="146969" y="127680"/>
                    <a:pt x="150802" y="127680"/>
                  </a:cubicBezTo>
                  <a:lnTo>
                    <a:pt x="212785" y="127680"/>
                  </a:lnTo>
                  <a:cubicBezTo>
                    <a:pt x="216619" y="127680"/>
                    <a:pt x="219175" y="130233"/>
                    <a:pt x="219175" y="134064"/>
                  </a:cubicBezTo>
                  <a:lnTo>
                    <a:pt x="218536" y="211310"/>
                  </a:lnTo>
                  <a:close/>
                </a:path>
              </a:pathLst>
            </a:custGeom>
            <a:solidFill>
              <a:srgbClr val="00ABAB"/>
            </a:solidFill>
            <a:ln w="6390" cap="flat">
              <a:noFill/>
              <a:prstDash val="solid"/>
              <a:miter/>
            </a:ln>
          </p:spPr>
          <p:txBody>
            <a:bodyPr rtlCol="0" anchor="ctr"/>
            <a:lstStyle/>
            <a:p>
              <a:endParaRPr lang="en-US"/>
            </a:p>
          </p:txBody>
        </p:sp>
      </p:grpSp>
      <p:grpSp>
        <p:nvGrpSpPr>
          <p:cNvPr id="459" name="Graphic 4">
            <a:extLst>
              <a:ext uri="{FF2B5EF4-FFF2-40B4-BE49-F238E27FC236}">
                <a16:creationId xmlns:a16="http://schemas.microsoft.com/office/drawing/2014/main" id="{A7E219DE-6420-8A45-91A9-4E8A33480CD8}"/>
              </a:ext>
            </a:extLst>
          </p:cNvPr>
          <p:cNvGrpSpPr>
            <a:grpSpLocks noChangeAspect="1"/>
          </p:cNvGrpSpPr>
          <p:nvPr/>
        </p:nvGrpSpPr>
        <p:grpSpPr>
          <a:xfrm>
            <a:off x="5099169" y="1885990"/>
            <a:ext cx="362309" cy="361971"/>
            <a:chOff x="5099169" y="1885990"/>
            <a:chExt cx="362309" cy="361971"/>
          </a:xfrm>
          <a:solidFill>
            <a:srgbClr val="00ABAB"/>
          </a:solidFill>
        </p:grpSpPr>
        <p:sp>
          <p:nvSpPr>
            <p:cNvPr id="460" name="Graphic 4">
              <a:extLst>
                <a:ext uri="{FF2B5EF4-FFF2-40B4-BE49-F238E27FC236}">
                  <a16:creationId xmlns:a16="http://schemas.microsoft.com/office/drawing/2014/main" id="{FDB57F4B-2BDE-1143-9FC8-79D53C414614}"/>
                </a:ext>
              </a:extLst>
            </p:cNvPr>
            <p:cNvSpPr/>
            <p:nvPr/>
          </p:nvSpPr>
          <p:spPr>
            <a:xfrm>
              <a:off x="5217383" y="1965152"/>
              <a:ext cx="17891" cy="17875"/>
            </a:xfrm>
            <a:custGeom>
              <a:avLst/>
              <a:gdLst>
                <a:gd name="connsiteX0" fmla="*/ 8946 w 17891"/>
                <a:gd name="connsiteY0" fmla="*/ 17875 h 17875"/>
                <a:gd name="connsiteX1" fmla="*/ 17892 w 17891"/>
                <a:gd name="connsiteY1" fmla="*/ 8938 h 17875"/>
                <a:gd name="connsiteX2" fmla="*/ 8946 w 17891"/>
                <a:gd name="connsiteY2" fmla="*/ 0 h 17875"/>
                <a:gd name="connsiteX3" fmla="*/ 0 w 17891"/>
                <a:gd name="connsiteY3" fmla="*/ 8938 h 17875"/>
                <a:gd name="connsiteX4" fmla="*/ 0 w 17891"/>
                <a:gd name="connsiteY4" fmla="*/ 8938 h 17875"/>
                <a:gd name="connsiteX5" fmla="*/ 8946 w 17891"/>
                <a:gd name="connsiteY5" fmla="*/ 17875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1" h="17875">
                  <a:moveTo>
                    <a:pt x="8946" y="17875"/>
                  </a:moveTo>
                  <a:cubicBezTo>
                    <a:pt x="14058" y="17875"/>
                    <a:pt x="17892" y="14045"/>
                    <a:pt x="17892" y="8938"/>
                  </a:cubicBezTo>
                  <a:cubicBezTo>
                    <a:pt x="17892" y="3830"/>
                    <a:pt x="14058" y="0"/>
                    <a:pt x="8946" y="0"/>
                  </a:cubicBezTo>
                  <a:cubicBezTo>
                    <a:pt x="3834" y="0"/>
                    <a:pt x="0" y="3830"/>
                    <a:pt x="0" y="8938"/>
                  </a:cubicBezTo>
                  <a:lnTo>
                    <a:pt x="0" y="8938"/>
                  </a:lnTo>
                  <a:cubicBezTo>
                    <a:pt x="0" y="14045"/>
                    <a:pt x="3834" y="17875"/>
                    <a:pt x="8946" y="17875"/>
                  </a:cubicBezTo>
                  <a:close/>
                </a:path>
              </a:pathLst>
            </a:custGeom>
            <a:solidFill>
              <a:srgbClr val="00ABAB"/>
            </a:solidFill>
            <a:ln w="6390" cap="flat">
              <a:noFill/>
              <a:prstDash val="solid"/>
              <a:miter/>
            </a:ln>
          </p:spPr>
          <p:txBody>
            <a:bodyPr rtlCol="0" anchor="ctr"/>
            <a:lstStyle/>
            <a:p>
              <a:endParaRPr lang="en-US"/>
            </a:p>
          </p:txBody>
        </p:sp>
        <p:sp>
          <p:nvSpPr>
            <p:cNvPr id="461" name="Graphic 4">
              <a:extLst>
                <a:ext uri="{FF2B5EF4-FFF2-40B4-BE49-F238E27FC236}">
                  <a16:creationId xmlns:a16="http://schemas.microsoft.com/office/drawing/2014/main" id="{6ABD645C-2FEE-2541-B4DE-025DE80B88A0}"/>
                </a:ext>
              </a:extLst>
            </p:cNvPr>
            <p:cNvSpPr/>
            <p:nvPr/>
          </p:nvSpPr>
          <p:spPr>
            <a:xfrm>
              <a:off x="5325373" y="1965152"/>
              <a:ext cx="17891" cy="17875"/>
            </a:xfrm>
            <a:custGeom>
              <a:avLst/>
              <a:gdLst>
                <a:gd name="connsiteX0" fmla="*/ 8946 w 17891"/>
                <a:gd name="connsiteY0" fmla="*/ 17875 h 17875"/>
                <a:gd name="connsiteX1" fmla="*/ 17892 w 17891"/>
                <a:gd name="connsiteY1" fmla="*/ 8938 h 17875"/>
                <a:gd name="connsiteX2" fmla="*/ 8946 w 17891"/>
                <a:gd name="connsiteY2" fmla="*/ 0 h 17875"/>
                <a:gd name="connsiteX3" fmla="*/ 0 w 17891"/>
                <a:gd name="connsiteY3" fmla="*/ 8938 h 17875"/>
                <a:gd name="connsiteX4" fmla="*/ 0 w 17891"/>
                <a:gd name="connsiteY4" fmla="*/ 8938 h 17875"/>
                <a:gd name="connsiteX5" fmla="*/ 8946 w 17891"/>
                <a:gd name="connsiteY5" fmla="*/ 17875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1" h="17875">
                  <a:moveTo>
                    <a:pt x="8946" y="17875"/>
                  </a:moveTo>
                  <a:cubicBezTo>
                    <a:pt x="14058" y="17875"/>
                    <a:pt x="17892" y="14045"/>
                    <a:pt x="17892" y="8938"/>
                  </a:cubicBezTo>
                  <a:cubicBezTo>
                    <a:pt x="17892" y="3830"/>
                    <a:pt x="14058" y="0"/>
                    <a:pt x="8946" y="0"/>
                  </a:cubicBezTo>
                  <a:cubicBezTo>
                    <a:pt x="3834" y="0"/>
                    <a:pt x="0" y="3830"/>
                    <a:pt x="0" y="8938"/>
                  </a:cubicBezTo>
                  <a:lnTo>
                    <a:pt x="0" y="8938"/>
                  </a:lnTo>
                  <a:cubicBezTo>
                    <a:pt x="0" y="14045"/>
                    <a:pt x="3834" y="17875"/>
                    <a:pt x="8946" y="17875"/>
                  </a:cubicBezTo>
                  <a:close/>
                </a:path>
              </a:pathLst>
            </a:custGeom>
            <a:solidFill>
              <a:srgbClr val="00ABAB"/>
            </a:solidFill>
            <a:ln w="6390" cap="flat">
              <a:noFill/>
              <a:prstDash val="solid"/>
              <a:miter/>
            </a:ln>
          </p:spPr>
          <p:txBody>
            <a:bodyPr rtlCol="0" anchor="ctr"/>
            <a:lstStyle/>
            <a:p>
              <a:endParaRPr lang="en-US"/>
            </a:p>
          </p:txBody>
        </p:sp>
        <p:sp>
          <p:nvSpPr>
            <p:cNvPr id="462" name="Graphic 4">
              <a:extLst>
                <a:ext uri="{FF2B5EF4-FFF2-40B4-BE49-F238E27FC236}">
                  <a16:creationId xmlns:a16="http://schemas.microsoft.com/office/drawing/2014/main" id="{04109291-E427-F145-808A-51218F4E832D}"/>
                </a:ext>
              </a:extLst>
            </p:cNvPr>
            <p:cNvSpPr/>
            <p:nvPr/>
          </p:nvSpPr>
          <p:spPr>
            <a:xfrm>
              <a:off x="5099169" y="1885990"/>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27160 w 362309"/>
                <a:gd name="connsiteY7" fmla="*/ 66394 h 361971"/>
                <a:gd name="connsiteX8" fmla="*/ 148885 w 362309"/>
                <a:gd name="connsiteY8" fmla="*/ 88099 h 361971"/>
                <a:gd name="connsiteX9" fmla="*/ 127160 w 362309"/>
                <a:gd name="connsiteY9" fmla="*/ 109805 h 361971"/>
                <a:gd name="connsiteX10" fmla="*/ 105434 w 362309"/>
                <a:gd name="connsiteY10" fmla="*/ 88099 h 361971"/>
                <a:gd name="connsiteX11" fmla="*/ 105434 w 362309"/>
                <a:gd name="connsiteY11" fmla="*/ 88099 h 361971"/>
                <a:gd name="connsiteX12" fmla="*/ 127160 w 362309"/>
                <a:gd name="connsiteY12" fmla="*/ 66394 h 361971"/>
                <a:gd name="connsiteX13" fmla="*/ 164221 w 362309"/>
                <a:gd name="connsiteY13" fmla="*/ 211310 h 361971"/>
                <a:gd name="connsiteX14" fmla="*/ 157832 w 362309"/>
                <a:gd name="connsiteY14" fmla="*/ 217694 h 361971"/>
                <a:gd name="connsiteX15" fmla="*/ 148885 w 362309"/>
                <a:gd name="connsiteY15" fmla="*/ 217694 h 361971"/>
                <a:gd name="connsiteX16" fmla="*/ 148885 w 362309"/>
                <a:gd name="connsiteY16" fmla="*/ 288556 h 361971"/>
                <a:gd name="connsiteX17" fmla="*/ 142496 w 362309"/>
                <a:gd name="connsiteY17" fmla="*/ 294940 h 361971"/>
                <a:gd name="connsiteX18" fmla="*/ 136106 w 362309"/>
                <a:gd name="connsiteY18" fmla="*/ 288556 h 361971"/>
                <a:gd name="connsiteX19" fmla="*/ 136106 w 362309"/>
                <a:gd name="connsiteY19" fmla="*/ 217694 h 361971"/>
                <a:gd name="connsiteX20" fmla="*/ 118214 w 362309"/>
                <a:gd name="connsiteY20" fmla="*/ 217694 h 361971"/>
                <a:gd name="connsiteX21" fmla="*/ 118214 w 362309"/>
                <a:gd name="connsiteY21" fmla="*/ 288556 h 361971"/>
                <a:gd name="connsiteX22" fmla="*/ 111824 w 362309"/>
                <a:gd name="connsiteY22" fmla="*/ 294940 h 361971"/>
                <a:gd name="connsiteX23" fmla="*/ 105434 w 362309"/>
                <a:gd name="connsiteY23" fmla="*/ 288556 h 361971"/>
                <a:gd name="connsiteX24" fmla="*/ 105434 w 362309"/>
                <a:gd name="connsiteY24" fmla="*/ 217694 h 361971"/>
                <a:gd name="connsiteX25" fmla="*/ 96488 w 362309"/>
                <a:gd name="connsiteY25" fmla="*/ 217694 h 361971"/>
                <a:gd name="connsiteX26" fmla="*/ 90098 w 362309"/>
                <a:gd name="connsiteY26" fmla="*/ 211310 h 361971"/>
                <a:gd name="connsiteX27" fmla="*/ 90098 w 362309"/>
                <a:gd name="connsiteY27" fmla="*/ 134064 h 361971"/>
                <a:gd name="connsiteX28" fmla="*/ 96488 w 362309"/>
                <a:gd name="connsiteY28" fmla="*/ 127680 h 361971"/>
                <a:gd name="connsiteX29" fmla="*/ 158470 w 362309"/>
                <a:gd name="connsiteY29" fmla="*/ 127680 h 361971"/>
                <a:gd name="connsiteX30" fmla="*/ 164860 w 362309"/>
                <a:gd name="connsiteY30" fmla="*/ 134064 h 361971"/>
                <a:gd name="connsiteX31" fmla="*/ 164860 w 362309"/>
                <a:gd name="connsiteY31" fmla="*/ 211310 h 361971"/>
                <a:gd name="connsiteX32" fmla="*/ 235150 w 362309"/>
                <a:gd name="connsiteY32" fmla="*/ 66394 h 361971"/>
                <a:gd name="connsiteX33" fmla="*/ 256876 w 362309"/>
                <a:gd name="connsiteY33" fmla="*/ 88099 h 361971"/>
                <a:gd name="connsiteX34" fmla="*/ 235150 w 362309"/>
                <a:gd name="connsiteY34" fmla="*/ 109805 h 361971"/>
                <a:gd name="connsiteX35" fmla="*/ 213424 w 362309"/>
                <a:gd name="connsiteY35" fmla="*/ 88099 h 361971"/>
                <a:gd name="connsiteX36" fmla="*/ 213424 w 362309"/>
                <a:gd name="connsiteY36" fmla="*/ 88099 h 361971"/>
                <a:gd name="connsiteX37" fmla="*/ 235150 w 362309"/>
                <a:gd name="connsiteY37" fmla="*/ 66394 h 361971"/>
                <a:gd name="connsiteX38" fmla="*/ 270934 w 362309"/>
                <a:gd name="connsiteY38" fmla="*/ 231100 h 361971"/>
                <a:gd name="connsiteX39" fmla="*/ 265821 w 362309"/>
                <a:gd name="connsiteY39" fmla="*/ 233654 h 361971"/>
                <a:gd name="connsiteX40" fmla="*/ 256876 w 362309"/>
                <a:gd name="connsiteY40" fmla="*/ 233654 h 361971"/>
                <a:gd name="connsiteX41" fmla="*/ 256876 w 362309"/>
                <a:gd name="connsiteY41" fmla="*/ 288556 h 361971"/>
                <a:gd name="connsiteX42" fmla="*/ 250486 w 362309"/>
                <a:gd name="connsiteY42" fmla="*/ 294940 h 361971"/>
                <a:gd name="connsiteX43" fmla="*/ 244096 w 362309"/>
                <a:gd name="connsiteY43" fmla="*/ 288556 h 361971"/>
                <a:gd name="connsiteX44" fmla="*/ 244096 w 362309"/>
                <a:gd name="connsiteY44" fmla="*/ 233015 h 361971"/>
                <a:gd name="connsiteX45" fmla="*/ 226204 w 362309"/>
                <a:gd name="connsiteY45" fmla="*/ 233015 h 361971"/>
                <a:gd name="connsiteX46" fmla="*/ 226204 w 362309"/>
                <a:gd name="connsiteY46" fmla="*/ 288556 h 361971"/>
                <a:gd name="connsiteX47" fmla="*/ 219814 w 362309"/>
                <a:gd name="connsiteY47" fmla="*/ 294940 h 361971"/>
                <a:gd name="connsiteX48" fmla="*/ 213424 w 362309"/>
                <a:gd name="connsiteY48" fmla="*/ 288556 h 361971"/>
                <a:gd name="connsiteX49" fmla="*/ 213424 w 362309"/>
                <a:gd name="connsiteY49" fmla="*/ 233015 h 361971"/>
                <a:gd name="connsiteX50" fmla="*/ 204478 w 362309"/>
                <a:gd name="connsiteY50" fmla="*/ 233015 h 361971"/>
                <a:gd name="connsiteX51" fmla="*/ 199366 w 362309"/>
                <a:gd name="connsiteY51" fmla="*/ 230462 h 361971"/>
                <a:gd name="connsiteX52" fmla="*/ 198088 w 362309"/>
                <a:gd name="connsiteY52" fmla="*/ 224716 h 361971"/>
                <a:gd name="connsiteX53" fmla="*/ 221092 w 362309"/>
                <a:gd name="connsiteY53" fmla="*/ 132149 h 361971"/>
                <a:gd name="connsiteX54" fmla="*/ 227482 w 362309"/>
                <a:gd name="connsiteY54" fmla="*/ 127041 h 361971"/>
                <a:gd name="connsiteX55" fmla="*/ 242179 w 362309"/>
                <a:gd name="connsiteY55" fmla="*/ 127041 h 361971"/>
                <a:gd name="connsiteX56" fmla="*/ 248569 w 362309"/>
                <a:gd name="connsiteY56" fmla="*/ 132149 h 361971"/>
                <a:gd name="connsiteX57" fmla="*/ 271572 w 362309"/>
                <a:gd name="connsiteY57" fmla="*/ 224716 h 361971"/>
                <a:gd name="connsiteX58" fmla="*/ 270934 w 362309"/>
                <a:gd name="connsiteY58" fmla="*/ 23110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0438"/>
                    <a:pt x="281157" y="0"/>
                    <a:pt x="181474" y="0"/>
                  </a:cubicBezTo>
                  <a:cubicBezTo>
                    <a:pt x="181474" y="0"/>
                    <a:pt x="181474" y="0"/>
                    <a:pt x="181474" y="0"/>
                  </a:cubicBezTo>
                  <a:close/>
                  <a:moveTo>
                    <a:pt x="127160" y="66394"/>
                  </a:moveTo>
                  <a:cubicBezTo>
                    <a:pt x="139301" y="66394"/>
                    <a:pt x="148885" y="75970"/>
                    <a:pt x="148885" y="88099"/>
                  </a:cubicBezTo>
                  <a:cubicBezTo>
                    <a:pt x="148885" y="100229"/>
                    <a:pt x="139301" y="109805"/>
                    <a:pt x="127160" y="109805"/>
                  </a:cubicBezTo>
                  <a:cubicBezTo>
                    <a:pt x="115019" y="109805"/>
                    <a:pt x="105434" y="100229"/>
                    <a:pt x="105434" y="88099"/>
                  </a:cubicBezTo>
                  <a:lnTo>
                    <a:pt x="105434" y="88099"/>
                  </a:lnTo>
                  <a:cubicBezTo>
                    <a:pt x="105434" y="75970"/>
                    <a:pt x="115019" y="66394"/>
                    <a:pt x="127160" y="66394"/>
                  </a:cubicBezTo>
                  <a:close/>
                  <a:moveTo>
                    <a:pt x="164221" y="211310"/>
                  </a:moveTo>
                  <a:cubicBezTo>
                    <a:pt x="164221" y="215140"/>
                    <a:pt x="161665" y="217694"/>
                    <a:pt x="157832" y="217694"/>
                  </a:cubicBezTo>
                  <a:lnTo>
                    <a:pt x="148885" y="217694"/>
                  </a:lnTo>
                  <a:lnTo>
                    <a:pt x="148885" y="288556"/>
                  </a:lnTo>
                  <a:cubicBezTo>
                    <a:pt x="148885" y="292387"/>
                    <a:pt x="146330" y="294940"/>
                    <a:pt x="142496" y="294940"/>
                  </a:cubicBezTo>
                  <a:cubicBezTo>
                    <a:pt x="138662" y="294940"/>
                    <a:pt x="136106" y="292387"/>
                    <a:pt x="136106" y="288556"/>
                  </a:cubicBezTo>
                  <a:lnTo>
                    <a:pt x="136106" y="217694"/>
                  </a:lnTo>
                  <a:lnTo>
                    <a:pt x="118214" y="217694"/>
                  </a:lnTo>
                  <a:lnTo>
                    <a:pt x="118214" y="288556"/>
                  </a:lnTo>
                  <a:cubicBezTo>
                    <a:pt x="118214" y="292387"/>
                    <a:pt x="115658" y="294940"/>
                    <a:pt x="111824" y="294940"/>
                  </a:cubicBezTo>
                  <a:cubicBezTo>
                    <a:pt x="107990" y="294940"/>
                    <a:pt x="105434" y="292387"/>
                    <a:pt x="105434" y="288556"/>
                  </a:cubicBezTo>
                  <a:lnTo>
                    <a:pt x="105434" y="217694"/>
                  </a:lnTo>
                  <a:lnTo>
                    <a:pt x="96488" y="217694"/>
                  </a:lnTo>
                  <a:cubicBezTo>
                    <a:pt x="92654" y="217694"/>
                    <a:pt x="90098" y="215140"/>
                    <a:pt x="90098" y="211310"/>
                  </a:cubicBezTo>
                  <a:lnTo>
                    <a:pt x="90098" y="134064"/>
                  </a:lnTo>
                  <a:cubicBezTo>
                    <a:pt x="90098" y="130233"/>
                    <a:pt x="92654" y="127680"/>
                    <a:pt x="96488" y="127680"/>
                  </a:cubicBezTo>
                  <a:lnTo>
                    <a:pt x="158470" y="127680"/>
                  </a:lnTo>
                  <a:cubicBezTo>
                    <a:pt x="162305" y="127680"/>
                    <a:pt x="164860" y="130233"/>
                    <a:pt x="164860" y="134064"/>
                  </a:cubicBezTo>
                  <a:lnTo>
                    <a:pt x="164860" y="211310"/>
                  </a:lnTo>
                  <a:close/>
                  <a:moveTo>
                    <a:pt x="235150" y="66394"/>
                  </a:moveTo>
                  <a:cubicBezTo>
                    <a:pt x="247291" y="66394"/>
                    <a:pt x="256876" y="75970"/>
                    <a:pt x="256876" y="88099"/>
                  </a:cubicBezTo>
                  <a:cubicBezTo>
                    <a:pt x="256876" y="100229"/>
                    <a:pt x="247291" y="109805"/>
                    <a:pt x="235150" y="109805"/>
                  </a:cubicBezTo>
                  <a:cubicBezTo>
                    <a:pt x="223009" y="109805"/>
                    <a:pt x="213424" y="100229"/>
                    <a:pt x="213424" y="88099"/>
                  </a:cubicBezTo>
                  <a:lnTo>
                    <a:pt x="213424" y="88099"/>
                  </a:lnTo>
                  <a:cubicBezTo>
                    <a:pt x="213424" y="75970"/>
                    <a:pt x="223009" y="66394"/>
                    <a:pt x="235150" y="66394"/>
                  </a:cubicBezTo>
                  <a:close/>
                  <a:moveTo>
                    <a:pt x="270934" y="231100"/>
                  </a:moveTo>
                  <a:cubicBezTo>
                    <a:pt x="269655" y="232377"/>
                    <a:pt x="267739" y="233654"/>
                    <a:pt x="265821" y="233654"/>
                  </a:cubicBezTo>
                  <a:lnTo>
                    <a:pt x="256876" y="233654"/>
                  </a:lnTo>
                  <a:lnTo>
                    <a:pt x="256876" y="288556"/>
                  </a:lnTo>
                  <a:cubicBezTo>
                    <a:pt x="256876" y="292387"/>
                    <a:pt x="254319" y="294940"/>
                    <a:pt x="250486" y="294940"/>
                  </a:cubicBezTo>
                  <a:cubicBezTo>
                    <a:pt x="246651" y="294940"/>
                    <a:pt x="244096" y="292387"/>
                    <a:pt x="244096" y="288556"/>
                  </a:cubicBezTo>
                  <a:lnTo>
                    <a:pt x="244096" y="233015"/>
                  </a:lnTo>
                  <a:lnTo>
                    <a:pt x="226204" y="233015"/>
                  </a:lnTo>
                  <a:lnTo>
                    <a:pt x="226204" y="288556"/>
                  </a:lnTo>
                  <a:cubicBezTo>
                    <a:pt x="226204" y="292387"/>
                    <a:pt x="223648" y="294940"/>
                    <a:pt x="219814" y="294940"/>
                  </a:cubicBezTo>
                  <a:cubicBezTo>
                    <a:pt x="215980" y="294940"/>
                    <a:pt x="213424" y="292387"/>
                    <a:pt x="213424" y="288556"/>
                  </a:cubicBezTo>
                  <a:lnTo>
                    <a:pt x="213424" y="233015"/>
                  </a:lnTo>
                  <a:lnTo>
                    <a:pt x="204478" y="233015"/>
                  </a:lnTo>
                  <a:cubicBezTo>
                    <a:pt x="202561" y="233015"/>
                    <a:pt x="200644" y="232377"/>
                    <a:pt x="199366" y="230462"/>
                  </a:cubicBezTo>
                  <a:cubicBezTo>
                    <a:pt x="198088" y="229185"/>
                    <a:pt x="197449" y="226631"/>
                    <a:pt x="198088" y="224716"/>
                  </a:cubicBezTo>
                  <a:lnTo>
                    <a:pt x="221092" y="132149"/>
                  </a:lnTo>
                  <a:cubicBezTo>
                    <a:pt x="221731" y="128957"/>
                    <a:pt x="224287" y="127041"/>
                    <a:pt x="227482" y="127041"/>
                  </a:cubicBezTo>
                  <a:lnTo>
                    <a:pt x="242179" y="127041"/>
                  </a:lnTo>
                  <a:cubicBezTo>
                    <a:pt x="245374" y="127041"/>
                    <a:pt x="247929" y="128957"/>
                    <a:pt x="248569" y="132149"/>
                  </a:cubicBezTo>
                  <a:lnTo>
                    <a:pt x="271572" y="224716"/>
                  </a:lnTo>
                  <a:cubicBezTo>
                    <a:pt x="272850" y="227270"/>
                    <a:pt x="272211" y="229185"/>
                    <a:pt x="270934" y="231100"/>
                  </a:cubicBezTo>
                  <a:close/>
                </a:path>
              </a:pathLst>
            </a:custGeom>
            <a:solidFill>
              <a:srgbClr val="00ABAB"/>
            </a:solidFill>
            <a:ln w="6390" cap="flat">
              <a:noFill/>
              <a:prstDash val="solid"/>
              <a:miter/>
            </a:ln>
          </p:spPr>
          <p:txBody>
            <a:bodyPr rtlCol="0" anchor="ctr"/>
            <a:lstStyle/>
            <a:p>
              <a:endParaRPr lang="en-US"/>
            </a:p>
          </p:txBody>
        </p:sp>
        <p:sp>
          <p:nvSpPr>
            <p:cNvPr id="463" name="Graphic 4">
              <a:extLst>
                <a:ext uri="{FF2B5EF4-FFF2-40B4-BE49-F238E27FC236}">
                  <a16:creationId xmlns:a16="http://schemas.microsoft.com/office/drawing/2014/main" id="{9F3F2E8D-212B-534F-AF91-D3F7FBFCF435}"/>
                </a:ext>
              </a:extLst>
            </p:cNvPr>
            <p:cNvSpPr/>
            <p:nvPr/>
          </p:nvSpPr>
          <p:spPr>
            <a:xfrm>
              <a:off x="5311954" y="2027076"/>
              <a:ext cx="45368" cy="79161"/>
            </a:xfrm>
            <a:custGeom>
              <a:avLst/>
              <a:gdLst>
                <a:gd name="connsiteX0" fmla="*/ 19809 w 45368"/>
                <a:gd name="connsiteY0" fmla="*/ 0 h 79161"/>
                <a:gd name="connsiteX1" fmla="*/ 0 w 45368"/>
                <a:gd name="connsiteY1" fmla="*/ 79161 h 79161"/>
                <a:gd name="connsiteX2" fmla="*/ 45369 w 45368"/>
                <a:gd name="connsiteY2" fmla="*/ 79161 h 79161"/>
                <a:gd name="connsiteX3" fmla="*/ 24921 w 45368"/>
                <a:gd name="connsiteY3" fmla="*/ 0 h 79161"/>
              </a:gdLst>
              <a:ahLst/>
              <a:cxnLst>
                <a:cxn ang="0">
                  <a:pos x="connsiteX0" y="connsiteY0"/>
                </a:cxn>
                <a:cxn ang="0">
                  <a:pos x="connsiteX1" y="connsiteY1"/>
                </a:cxn>
                <a:cxn ang="0">
                  <a:pos x="connsiteX2" y="connsiteY2"/>
                </a:cxn>
                <a:cxn ang="0">
                  <a:pos x="connsiteX3" y="connsiteY3"/>
                </a:cxn>
              </a:cxnLst>
              <a:rect l="l" t="t" r="r" b="b"/>
              <a:pathLst>
                <a:path w="45368" h="79161">
                  <a:moveTo>
                    <a:pt x="19809" y="0"/>
                  </a:moveTo>
                  <a:lnTo>
                    <a:pt x="0" y="79161"/>
                  </a:lnTo>
                  <a:lnTo>
                    <a:pt x="45369" y="79161"/>
                  </a:lnTo>
                  <a:lnTo>
                    <a:pt x="24921" y="0"/>
                  </a:lnTo>
                  <a:close/>
                </a:path>
              </a:pathLst>
            </a:custGeom>
            <a:solidFill>
              <a:srgbClr val="00ABAB"/>
            </a:solidFill>
            <a:ln w="6390" cap="flat">
              <a:noFill/>
              <a:prstDash val="solid"/>
              <a:miter/>
            </a:ln>
          </p:spPr>
          <p:txBody>
            <a:bodyPr rtlCol="0" anchor="ctr"/>
            <a:lstStyle/>
            <a:p>
              <a:endParaRPr lang="en-US"/>
            </a:p>
          </p:txBody>
        </p:sp>
        <p:sp>
          <p:nvSpPr>
            <p:cNvPr id="464" name="Graphic 4">
              <a:extLst>
                <a:ext uri="{FF2B5EF4-FFF2-40B4-BE49-F238E27FC236}">
                  <a16:creationId xmlns:a16="http://schemas.microsoft.com/office/drawing/2014/main" id="{4CCEA02F-A738-CD46-AE06-D25B56FE5810}"/>
                </a:ext>
              </a:extLst>
            </p:cNvPr>
            <p:cNvSpPr/>
            <p:nvPr/>
          </p:nvSpPr>
          <p:spPr>
            <a:xfrm>
              <a:off x="5202047" y="2027076"/>
              <a:ext cx="49202" cy="64478"/>
            </a:xfrm>
            <a:custGeom>
              <a:avLst/>
              <a:gdLst>
                <a:gd name="connsiteX0" fmla="*/ 0 w 49202"/>
                <a:gd name="connsiteY0" fmla="*/ 0 h 64478"/>
                <a:gd name="connsiteX1" fmla="*/ 49202 w 49202"/>
                <a:gd name="connsiteY1" fmla="*/ 0 h 64478"/>
                <a:gd name="connsiteX2" fmla="*/ 49202 w 49202"/>
                <a:gd name="connsiteY2" fmla="*/ 64478 h 64478"/>
                <a:gd name="connsiteX3" fmla="*/ 0 w 49202"/>
                <a:gd name="connsiteY3" fmla="*/ 64478 h 64478"/>
              </a:gdLst>
              <a:ahLst/>
              <a:cxnLst>
                <a:cxn ang="0">
                  <a:pos x="connsiteX0" y="connsiteY0"/>
                </a:cxn>
                <a:cxn ang="0">
                  <a:pos x="connsiteX1" y="connsiteY1"/>
                </a:cxn>
                <a:cxn ang="0">
                  <a:pos x="connsiteX2" y="connsiteY2"/>
                </a:cxn>
                <a:cxn ang="0">
                  <a:pos x="connsiteX3" y="connsiteY3"/>
                </a:cxn>
              </a:cxnLst>
              <a:rect l="l" t="t" r="r" b="b"/>
              <a:pathLst>
                <a:path w="49202" h="64478">
                  <a:moveTo>
                    <a:pt x="0" y="0"/>
                  </a:moveTo>
                  <a:lnTo>
                    <a:pt x="49202" y="0"/>
                  </a:lnTo>
                  <a:lnTo>
                    <a:pt x="49202" y="64478"/>
                  </a:lnTo>
                  <a:lnTo>
                    <a:pt x="0" y="64478"/>
                  </a:lnTo>
                  <a:close/>
                </a:path>
              </a:pathLst>
            </a:custGeom>
            <a:solidFill>
              <a:srgbClr val="00ABAB"/>
            </a:solidFill>
            <a:ln w="6390" cap="flat">
              <a:noFill/>
              <a:prstDash val="solid"/>
              <a:miter/>
            </a:ln>
          </p:spPr>
          <p:txBody>
            <a:bodyPr rtlCol="0" anchor="ctr"/>
            <a:lstStyle/>
            <a:p>
              <a:endParaRPr lang="en-US"/>
            </a:p>
          </p:txBody>
        </p:sp>
      </p:grpSp>
      <p:grpSp>
        <p:nvGrpSpPr>
          <p:cNvPr id="465" name="Graphic 4">
            <a:extLst>
              <a:ext uri="{FF2B5EF4-FFF2-40B4-BE49-F238E27FC236}">
                <a16:creationId xmlns:a16="http://schemas.microsoft.com/office/drawing/2014/main" id="{40DC3F86-24BE-9143-A035-CF9C95436DAC}"/>
              </a:ext>
            </a:extLst>
          </p:cNvPr>
          <p:cNvGrpSpPr>
            <a:grpSpLocks noChangeAspect="1"/>
          </p:cNvGrpSpPr>
          <p:nvPr/>
        </p:nvGrpSpPr>
        <p:grpSpPr>
          <a:xfrm>
            <a:off x="5099169" y="1402723"/>
            <a:ext cx="362309" cy="361971"/>
            <a:chOff x="5099169" y="1402723"/>
            <a:chExt cx="362309" cy="361971"/>
          </a:xfrm>
          <a:solidFill>
            <a:srgbClr val="00ABAB"/>
          </a:solidFill>
        </p:grpSpPr>
        <p:sp>
          <p:nvSpPr>
            <p:cNvPr id="466" name="Graphic 4">
              <a:extLst>
                <a:ext uri="{FF2B5EF4-FFF2-40B4-BE49-F238E27FC236}">
                  <a16:creationId xmlns:a16="http://schemas.microsoft.com/office/drawing/2014/main" id="{B09088B6-7DF6-224E-A8C6-64EC9A28629F}"/>
                </a:ext>
              </a:extLst>
            </p:cNvPr>
            <p:cNvSpPr/>
            <p:nvPr/>
          </p:nvSpPr>
          <p:spPr>
            <a:xfrm>
              <a:off x="5270420" y="1474224"/>
              <a:ext cx="20447" cy="20428"/>
            </a:xfrm>
            <a:custGeom>
              <a:avLst/>
              <a:gdLst>
                <a:gd name="connsiteX0" fmla="*/ 10224 w 20447"/>
                <a:gd name="connsiteY0" fmla="*/ 20429 h 20428"/>
                <a:gd name="connsiteX1" fmla="*/ 20448 w 20447"/>
                <a:gd name="connsiteY1" fmla="*/ 10214 h 20428"/>
                <a:gd name="connsiteX2" fmla="*/ 10224 w 20447"/>
                <a:gd name="connsiteY2" fmla="*/ 0 h 20428"/>
                <a:gd name="connsiteX3" fmla="*/ 0 w 20447"/>
                <a:gd name="connsiteY3" fmla="*/ 10214 h 20428"/>
                <a:gd name="connsiteX4" fmla="*/ 10224 w 20447"/>
                <a:gd name="connsiteY4" fmla="*/ 20429 h 20428"/>
                <a:gd name="connsiteX5" fmla="*/ 10224 w 20447"/>
                <a:gd name="connsiteY5" fmla="*/ 20429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47" h="20428">
                  <a:moveTo>
                    <a:pt x="10224" y="20429"/>
                  </a:moveTo>
                  <a:cubicBezTo>
                    <a:pt x="15975" y="20429"/>
                    <a:pt x="20448" y="15960"/>
                    <a:pt x="20448" y="10214"/>
                  </a:cubicBezTo>
                  <a:cubicBezTo>
                    <a:pt x="20448" y="4469"/>
                    <a:pt x="15975" y="0"/>
                    <a:pt x="10224" y="0"/>
                  </a:cubicBezTo>
                  <a:cubicBezTo>
                    <a:pt x="4473" y="0"/>
                    <a:pt x="0" y="4469"/>
                    <a:pt x="0" y="10214"/>
                  </a:cubicBezTo>
                  <a:cubicBezTo>
                    <a:pt x="0" y="15960"/>
                    <a:pt x="4473" y="20429"/>
                    <a:pt x="10224" y="20429"/>
                  </a:cubicBezTo>
                  <a:lnTo>
                    <a:pt x="10224" y="20429"/>
                  </a:lnTo>
                  <a:close/>
                </a:path>
              </a:pathLst>
            </a:custGeom>
            <a:solidFill>
              <a:srgbClr val="00ABAB"/>
            </a:solidFill>
            <a:ln w="6390" cap="flat">
              <a:noFill/>
              <a:prstDash val="solid"/>
              <a:miter/>
            </a:ln>
          </p:spPr>
          <p:txBody>
            <a:bodyPr rtlCol="0" anchor="ctr"/>
            <a:lstStyle/>
            <a:p>
              <a:endParaRPr lang="en-US"/>
            </a:p>
          </p:txBody>
        </p:sp>
        <p:sp>
          <p:nvSpPr>
            <p:cNvPr id="467" name="Graphic 4">
              <a:extLst>
                <a:ext uri="{FF2B5EF4-FFF2-40B4-BE49-F238E27FC236}">
                  <a16:creationId xmlns:a16="http://schemas.microsoft.com/office/drawing/2014/main" id="{6324A2C8-F857-4049-9858-2309F2645F0C}"/>
                </a:ext>
              </a:extLst>
            </p:cNvPr>
            <p:cNvSpPr/>
            <p:nvPr/>
          </p:nvSpPr>
          <p:spPr>
            <a:xfrm>
              <a:off x="5255723" y="1539979"/>
              <a:ext cx="49202" cy="86183"/>
            </a:xfrm>
            <a:custGeom>
              <a:avLst/>
              <a:gdLst>
                <a:gd name="connsiteX0" fmla="*/ 21087 w 49202"/>
                <a:gd name="connsiteY0" fmla="*/ 0 h 86183"/>
                <a:gd name="connsiteX1" fmla="*/ 0 w 49202"/>
                <a:gd name="connsiteY1" fmla="*/ 86184 h 86183"/>
                <a:gd name="connsiteX2" fmla="*/ 49203 w 49202"/>
                <a:gd name="connsiteY2" fmla="*/ 86184 h 86183"/>
                <a:gd name="connsiteX3" fmla="*/ 28116 w 49202"/>
                <a:gd name="connsiteY3" fmla="*/ 0 h 86183"/>
              </a:gdLst>
              <a:ahLst/>
              <a:cxnLst>
                <a:cxn ang="0">
                  <a:pos x="connsiteX0" y="connsiteY0"/>
                </a:cxn>
                <a:cxn ang="0">
                  <a:pos x="connsiteX1" y="connsiteY1"/>
                </a:cxn>
                <a:cxn ang="0">
                  <a:pos x="connsiteX2" y="connsiteY2"/>
                </a:cxn>
                <a:cxn ang="0">
                  <a:pos x="connsiteX3" y="connsiteY3"/>
                </a:cxn>
              </a:cxnLst>
              <a:rect l="l" t="t" r="r" b="b"/>
              <a:pathLst>
                <a:path w="49202" h="86183">
                  <a:moveTo>
                    <a:pt x="21087" y="0"/>
                  </a:moveTo>
                  <a:lnTo>
                    <a:pt x="0" y="86184"/>
                  </a:lnTo>
                  <a:lnTo>
                    <a:pt x="49203" y="86184"/>
                  </a:lnTo>
                  <a:lnTo>
                    <a:pt x="28116" y="0"/>
                  </a:lnTo>
                  <a:close/>
                </a:path>
              </a:pathLst>
            </a:custGeom>
            <a:solidFill>
              <a:srgbClr val="00ABAB"/>
            </a:solidFill>
            <a:ln w="6390" cap="flat">
              <a:noFill/>
              <a:prstDash val="solid"/>
              <a:miter/>
            </a:ln>
          </p:spPr>
          <p:txBody>
            <a:bodyPr rtlCol="0" anchor="ctr"/>
            <a:lstStyle/>
            <a:p>
              <a:endParaRPr lang="en-US"/>
            </a:p>
          </p:txBody>
        </p:sp>
        <p:sp>
          <p:nvSpPr>
            <p:cNvPr id="468" name="Graphic 4">
              <a:extLst>
                <a:ext uri="{FF2B5EF4-FFF2-40B4-BE49-F238E27FC236}">
                  <a16:creationId xmlns:a16="http://schemas.microsoft.com/office/drawing/2014/main" id="{5AD3221E-7299-3141-8C86-02650D42D2BB}"/>
                </a:ext>
              </a:extLst>
            </p:cNvPr>
            <p:cNvSpPr/>
            <p:nvPr/>
          </p:nvSpPr>
          <p:spPr>
            <a:xfrm>
              <a:off x="5099169" y="14027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58733 h 361971"/>
                <a:gd name="connsiteX8" fmla="*/ 204478 w 362309"/>
                <a:gd name="connsiteY8" fmla="*/ 81715 h 361971"/>
                <a:gd name="connsiteX9" fmla="*/ 181474 w 362309"/>
                <a:gd name="connsiteY9" fmla="*/ 104697 h 361971"/>
                <a:gd name="connsiteX10" fmla="*/ 158470 w 362309"/>
                <a:gd name="connsiteY10" fmla="*/ 81715 h 361971"/>
                <a:gd name="connsiteX11" fmla="*/ 158470 w 362309"/>
                <a:gd name="connsiteY11" fmla="*/ 81715 h 361971"/>
                <a:gd name="connsiteX12" fmla="*/ 181474 w 362309"/>
                <a:gd name="connsiteY12" fmla="*/ 58733 h 361971"/>
                <a:gd name="connsiteX13" fmla="*/ 181474 w 362309"/>
                <a:gd name="connsiteY13" fmla="*/ 58733 h 361971"/>
                <a:gd name="connsiteX14" fmla="*/ 219175 w 362309"/>
                <a:gd name="connsiteY14" fmla="*/ 234292 h 361971"/>
                <a:gd name="connsiteX15" fmla="*/ 214063 w 362309"/>
                <a:gd name="connsiteY15" fmla="*/ 236846 h 361971"/>
                <a:gd name="connsiteX16" fmla="*/ 203839 w 362309"/>
                <a:gd name="connsiteY16" fmla="*/ 236846 h 361971"/>
                <a:gd name="connsiteX17" fmla="*/ 203839 w 362309"/>
                <a:gd name="connsiteY17" fmla="*/ 296217 h 361971"/>
                <a:gd name="connsiteX18" fmla="*/ 197449 w 362309"/>
                <a:gd name="connsiteY18" fmla="*/ 302601 h 361971"/>
                <a:gd name="connsiteX19" fmla="*/ 191059 w 362309"/>
                <a:gd name="connsiteY19" fmla="*/ 296217 h 361971"/>
                <a:gd name="connsiteX20" fmla="*/ 191059 w 362309"/>
                <a:gd name="connsiteY20" fmla="*/ 236846 h 361971"/>
                <a:gd name="connsiteX21" fmla="*/ 170611 w 362309"/>
                <a:gd name="connsiteY21" fmla="*/ 236846 h 361971"/>
                <a:gd name="connsiteX22" fmla="*/ 170611 w 362309"/>
                <a:gd name="connsiteY22" fmla="*/ 296217 h 361971"/>
                <a:gd name="connsiteX23" fmla="*/ 164221 w 362309"/>
                <a:gd name="connsiteY23" fmla="*/ 302601 h 361971"/>
                <a:gd name="connsiteX24" fmla="*/ 157832 w 362309"/>
                <a:gd name="connsiteY24" fmla="*/ 296217 h 361971"/>
                <a:gd name="connsiteX25" fmla="*/ 157832 w 362309"/>
                <a:gd name="connsiteY25" fmla="*/ 236846 h 361971"/>
                <a:gd name="connsiteX26" fmla="*/ 147607 w 362309"/>
                <a:gd name="connsiteY26" fmla="*/ 236846 h 361971"/>
                <a:gd name="connsiteX27" fmla="*/ 142496 w 362309"/>
                <a:gd name="connsiteY27" fmla="*/ 234292 h 361971"/>
                <a:gd name="connsiteX28" fmla="*/ 141217 w 362309"/>
                <a:gd name="connsiteY28" fmla="*/ 228546 h 361971"/>
                <a:gd name="connsiteX29" fmla="*/ 166138 w 362309"/>
                <a:gd name="connsiteY29" fmla="*/ 129595 h 361971"/>
                <a:gd name="connsiteX30" fmla="*/ 172528 w 362309"/>
                <a:gd name="connsiteY30" fmla="*/ 124488 h 361971"/>
                <a:gd name="connsiteX31" fmla="*/ 189142 w 362309"/>
                <a:gd name="connsiteY31" fmla="*/ 124488 h 361971"/>
                <a:gd name="connsiteX32" fmla="*/ 195532 w 362309"/>
                <a:gd name="connsiteY32" fmla="*/ 129595 h 361971"/>
                <a:gd name="connsiteX33" fmla="*/ 220453 w 362309"/>
                <a:gd name="connsiteY33" fmla="*/ 228546 h 361971"/>
                <a:gd name="connsiteX34" fmla="*/ 219175 w 362309"/>
                <a:gd name="connsiteY34" fmla="*/ 23429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0438"/>
                    <a:pt x="281157" y="0"/>
                    <a:pt x="181474" y="0"/>
                  </a:cubicBezTo>
                  <a:cubicBezTo>
                    <a:pt x="181474" y="0"/>
                    <a:pt x="181474" y="0"/>
                    <a:pt x="181474" y="0"/>
                  </a:cubicBezTo>
                  <a:close/>
                  <a:moveTo>
                    <a:pt x="181474" y="58733"/>
                  </a:moveTo>
                  <a:cubicBezTo>
                    <a:pt x="194254" y="58733"/>
                    <a:pt x="204478" y="68947"/>
                    <a:pt x="204478" y="81715"/>
                  </a:cubicBezTo>
                  <a:cubicBezTo>
                    <a:pt x="204478" y="94483"/>
                    <a:pt x="194254" y="104697"/>
                    <a:pt x="181474" y="104697"/>
                  </a:cubicBezTo>
                  <a:cubicBezTo>
                    <a:pt x="168695" y="104697"/>
                    <a:pt x="158470" y="94483"/>
                    <a:pt x="158470" y="81715"/>
                  </a:cubicBezTo>
                  <a:cubicBezTo>
                    <a:pt x="158470" y="81715"/>
                    <a:pt x="158470" y="81715"/>
                    <a:pt x="158470" y="81715"/>
                  </a:cubicBezTo>
                  <a:cubicBezTo>
                    <a:pt x="158470" y="68947"/>
                    <a:pt x="168695" y="58733"/>
                    <a:pt x="181474" y="58733"/>
                  </a:cubicBezTo>
                  <a:cubicBezTo>
                    <a:pt x="181474" y="58733"/>
                    <a:pt x="181474" y="58733"/>
                    <a:pt x="181474" y="58733"/>
                  </a:cubicBezTo>
                  <a:close/>
                  <a:moveTo>
                    <a:pt x="219175" y="234292"/>
                  </a:moveTo>
                  <a:cubicBezTo>
                    <a:pt x="217897" y="235569"/>
                    <a:pt x="215980" y="236846"/>
                    <a:pt x="214063" y="236846"/>
                  </a:cubicBezTo>
                  <a:lnTo>
                    <a:pt x="203839" y="236846"/>
                  </a:lnTo>
                  <a:lnTo>
                    <a:pt x="203839" y="296217"/>
                  </a:lnTo>
                  <a:cubicBezTo>
                    <a:pt x="203839" y="300047"/>
                    <a:pt x="201283" y="302601"/>
                    <a:pt x="197449" y="302601"/>
                  </a:cubicBezTo>
                  <a:cubicBezTo>
                    <a:pt x="193615" y="302601"/>
                    <a:pt x="191059" y="300047"/>
                    <a:pt x="191059" y="296217"/>
                  </a:cubicBezTo>
                  <a:lnTo>
                    <a:pt x="191059" y="236846"/>
                  </a:lnTo>
                  <a:lnTo>
                    <a:pt x="170611" y="236846"/>
                  </a:lnTo>
                  <a:lnTo>
                    <a:pt x="170611" y="296217"/>
                  </a:lnTo>
                  <a:cubicBezTo>
                    <a:pt x="170611" y="300047"/>
                    <a:pt x="168055" y="302601"/>
                    <a:pt x="164221" y="302601"/>
                  </a:cubicBezTo>
                  <a:cubicBezTo>
                    <a:pt x="160387" y="302601"/>
                    <a:pt x="157832" y="300047"/>
                    <a:pt x="157832" y="296217"/>
                  </a:cubicBezTo>
                  <a:lnTo>
                    <a:pt x="157832" y="236846"/>
                  </a:lnTo>
                  <a:lnTo>
                    <a:pt x="147607" y="236846"/>
                  </a:lnTo>
                  <a:cubicBezTo>
                    <a:pt x="145690" y="236846"/>
                    <a:pt x="143774" y="236207"/>
                    <a:pt x="142496" y="234292"/>
                  </a:cubicBezTo>
                  <a:cubicBezTo>
                    <a:pt x="141217" y="233015"/>
                    <a:pt x="141217" y="230462"/>
                    <a:pt x="141217" y="228546"/>
                  </a:cubicBezTo>
                  <a:lnTo>
                    <a:pt x="166138" y="129595"/>
                  </a:lnTo>
                  <a:cubicBezTo>
                    <a:pt x="166777" y="126403"/>
                    <a:pt x="169333" y="124488"/>
                    <a:pt x="172528" y="124488"/>
                  </a:cubicBezTo>
                  <a:lnTo>
                    <a:pt x="189142" y="124488"/>
                  </a:lnTo>
                  <a:cubicBezTo>
                    <a:pt x="192337" y="124488"/>
                    <a:pt x="194893" y="126403"/>
                    <a:pt x="195532" y="129595"/>
                  </a:cubicBezTo>
                  <a:lnTo>
                    <a:pt x="220453" y="228546"/>
                  </a:lnTo>
                  <a:cubicBezTo>
                    <a:pt x="221092" y="230462"/>
                    <a:pt x="220453" y="232377"/>
                    <a:pt x="219175" y="234292"/>
                  </a:cubicBezTo>
                  <a:close/>
                </a:path>
              </a:pathLst>
            </a:custGeom>
            <a:solidFill>
              <a:srgbClr val="00ABAB"/>
            </a:solidFill>
            <a:ln w="6390" cap="flat">
              <a:noFill/>
              <a:prstDash val="solid"/>
              <a:miter/>
            </a:ln>
          </p:spPr>
          <p:txBody>
            <a:bodyPr rtlCol="0" anchor="ctr"/>
            <a:lstStyle/>
            <a:p>
              <a:endParaRPr lang="en-US"/>
            </a:p>
          </p:txBody>
        </p:sp>
      </p:grpSp>
      <p:grpSp>
        <p:nvGrpSpPr>
          <p:cNvPr id="469" name="Graphic 4">
            <a:extLst>
              <a:ext uri="{FF2B5EF4-FFF2-40B4-BE49-F238E27FC236}">
                <a16:creationId xmlns:a16="http://schemas.microsoft.com/office/drawing/2014/main" id="{60ADA437-4A54-CC48-9410-5D143DE3BE41}"/>
              </a:ext>
            </a:extLst>
          </p:cNvPr>
          <p:cNvGrpSpPr>
            <a:grpSpLocks noChangeAspect="1"/>
          </p:cNvGrpSpPr>
          <p:nvPr/>
        </p:nvGrpSpPr>
        <p:grpSpPr>
          <a:xfrm>
            <a:off x="6146480" y="3824168"/>
            <a:ext cx="362309" cy="361971"/>
            <a:chOff x="6146480" y="3824168"/>
            <a:chExt cx="362309" cy="361971"/>
          </a:xfrm>
          <a:solidFill>
            <a:srgbClr val="00ABAB"/>
          </a:solidFill>
        </p:grpSpPr>
        <p:sp>
          <p:nvSpPr>
            <p:cNvPr id="470" name="Graphic 4">
              <a:extLst>
                <a:ext uri="{FF2B5EF4-FFF2-40B4-BE49-F238E27FC236}">
                  <a16:creationId xmlns:a16="http://schemas.microsoft.com/office/drawing/2014/main" id="{8D635451-1E72-7E4B-BF74-3B07132C4097}"/>
                </a:ext>
              </a:extLst>
            </p:cNvPr>
            <p:cNvSpPr/>
            <p:nvPr/>
          </p:nvSpPr>
          <p:spPr>
            <a:xfrm>
              <a:off x="6256387" y="3986959"/>
              <a:ext cx="39457" cy="65116"/>
            </a:xfrm>
            <a:custGeom>
              <a:avLst/>
              <a:gdLst>
                <a:gd name="connsiteX0" fmla="*/ 16614 w 39457"/>
                <a:gd name="connsiteY0" fmla="*/ 0 h 65116"/>
                <a:gd name="connsiteX1" fmla="*/ 0 w 39457"/>
                <a:gd name="connsiteY1" fmla="*/ 65116 h 65116"/>
                <a:gd name="connsiteX2" fmla="*/ 38979 w 39457"/>
                <a:gd name="connsiteY2" fmla="*/ 65116 h 65116"/>
                <a:gd name="connsiteX3" fmla="*/ 38979 w 39457"/>
                <a:gd name="connsiteY3" fmla="*/ 56817 h 65116"/>
                <a:gd name="connsiteX4" fmla="*/ 18531 w 39457"/>
                <a:gd name="connsiteY4" fmla="*/ 8937 h 65116"/>
                <a:gd name="connsiteX5" fmla="*/ 16614 w 39457"/>
                <a:gd name="connsiteY5" fmla="*/ 0 h 65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57" h="65116">
                  <a:moveTo>
                    <a:pt x="16614" y="0"/>
                  </a:moveTo>
                  <a:cubicBezTo>
                    <a:pt x="14697" y="33196"/>
                    <a:pt x="7029" y="54264"/>
                    <a:pt x="0" y="65116"/>
                  </a:cubicBezTo>
                  <a:lnTo>
                    <a:pt x="38979" y="65116"/>
                  </a:lnTo>
                  <a:cubicBezTo>
                    <a:pt x="39618" y="62563"/>
                    <a:pt x="39618" y="59371"/>
                    <a:pt x="38979" y="56817"/>
                  </a:cubicBezTo>
                  <a:cubicBezTo>
                    <a:pt x="29394" y="42134"/>
                    <a:pt x="22365" y="26174"/>
                    <a:pt x="18531" y="8937"/>
                  </a:cubicBezTo>
                  <a:cubicBezTo>
                    <a:pt x="17892" y="5745"/>
                    <a:pt x="17253" y="2553"/>
                    <a:pt x="16614" y="0"/>
                  </a:cubicBezTo>
                  <a:close/>
                </a:path>
              </a:pathLst>
            </a:custGeom>
            <a:solidFill>
              <a:srgbClr val="00ABAB"/>
            </a:solidFill>
            <a:ln w="6390" cap="flat">
              <a:noFill/>
              <a:prstDash val="solid"/>
              <a:miter/>
            </a:ln>
          </p:spPr>
          <p:txBody>
            <a:bodyPr rtlCol="0" anchor="ctr"/>
            <a:lstStyle/>
            <a:p>
              <a:endParaRPr lang="en-US"/>
            </a:p>
          </p:txBody>
        </p:sp>
        <p:sp>
          <p:nvSpPr>
            <p:cNvPr id="471" name="Graphic 4">
              <a:extLst>
                <a:ext uri="{FF2B5EF4-FFF2-40B4-BE49-F238E27FC236}">
                  <a16:creationId xmlns:a16="http://schemas.microsoft.com/office/drawing/2014/main" id="{CF2A4EAD-EB5C-DB4F-A31D-C681233D1B09}"/>
                </a:ext>
              </a:extLst>
            </p:cNvPr>
            <p:cNvSpPr/>
            <p:nvPr/>
          </p:nvSpPr>
          <p:spPr>
            <a:xfrm>
              <a:off x="6283864" y="3921204"/>
              <a:ext cx="36422" cy="38942"/>
            </a:xfrm>
            <a:custGeom>
              <a:avLst/>
              <a:gdLst>
                <a:gd name="connsiteX0" fmla="*/ 24921 w 36422"/>
                <a:gd name="connsiteY0" fmla="*/ 2554 h 38942"/>
                <a:gd name="connsiteX1" fmla="*/ 9585 w 36422"/>
                <a:gd name="connsiteY1" fmla="*/ 13407 h 38942"/>
                <a:gd name="connsiteX2" fmla="*/ 0 w 36422"/>
                <a:gd name="connsiteY2" fmla="*/ 38943 h 38942"/>
                <a:gd name="connsiteX3" fmla="*/ 36422 w 36422"/>
                <a:gd name="connsiteY3" fmla="*/ 0 h 38942"/>
                <a:gd name="connsiteX4" fmla="*/ 24921 w 36422"/>
                <a:gd name="connsiteY4" fmla="*/ 2554 h 38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22" h="38942">
                  <a:moveTo>
                    <a:pt x="24921" y="2554"/>
                  </a:moveTo>
                  <a:cubicBezTo>
                    <a:pt x="19170" y="4469"/>
                    <a:pt x="13419" y="8299"/>
                    <a:pt x="9585" y="13407"/>
                  </a:cubicBezTo>
                  <a:cubicBezTo>
                    <a:pt x="3834" y="20429"/>
                    <a:pt x="639" y="29367"/>
                    <a:pt x="0" y="38943"/>
                  </a:cubicBezTo>
                  <a:cubicBezTo>
                    <a:pt x="19170" y="35112"/>
                    <a:pt x="33867" y="19152"/>
                    <a:pt x="36422" y="0"/>
                  </a:cubicBezTo>
                  <a:cubicBezTo>
                    <a:pt x="32589" y="0"/>
                    <a:pt x="28755" y="1277"/>
                    <a:pt x="24921" y="2554"/>
                  </a:cubicBezTo>
                  <a:close/>
                </a:path>
              </a:pathLst>
            </a:custGeom>
            <a:solidFill>
              <a:srgbClr val="00ABAB"/>
            </a:solidFill>
            <a:ln w="6390" cap="flat">
              <a:noFill/>
              <a:prstDash val="solid"/>
              <a:miter/>
            </a:ln>
          </p:spPr>
          <p:txBody>
            <a:bodyPr rtlCol="0" anchor="ctr"/>
            <a:lstStyle/>
            <a:p>
              <a:endParaRPr lang="en-US"/>
            </a:p>
          </p:txBody>
        </p:sp>
        <p:sp>
          <p:nvSpPr>
            <p:cNvPr id="472" name="Graphic 4">
              <a:extLst>
                <a:ext uri="{FF2B5EF4-FFF2-40B4-BE49-F238E27FC236}">
                  <a16:creationId xmlns:a16="http://schemas.microsoft.com/office/drawing/2014/main" id="{30DDEA56-0D6F-AE43-AE11-A2BA282E9FB8}"/>
                </a:ext>
              </a:extLst>
            </p:cNvPr>
            <p:cNvSpPr/>
            <p:nvPr/>
          </p:nvSpPr>
          <p:spPr>
            <a:xfrm>
              <a:off x="6334983" y="3921204"/>
              <a:ext cx="36422" cy="38942"/>
            </a:xfrm>
            <a:custGeom>
              <a:avLst/>
              <a:gdLst>
                <a:gd name="connsiteX0" fmla="*/ 26837 w 36422"/>
                <a:gd name="connsiteY0" fmla="*/ 12768 h 38942"/>
                <a:gd name="connsiteX1" fmla="*/ 10224 w 36422"/>
                <a:gd name="connsiteY1" fmla="*/ 1916 h 38942"/>
                <a:gd name="connsiteX2" fmla="*/ 0 w 36422"/>
                <a:gd name="connsiteY2" fmla="*/ 0 h 38942"/>
                <a:gd name="connsiteX3" fmla="*/ 36422 w 36422"/>
                <a:gd name="connsiteY3" fmla="*/ 38943 h 38942"/>
                <a:gd name="connsiteX4" fmla="*/ 26837 w 36422"/>
                <a:gd name="connsiteY4" fmla="*/ 12768 h 38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22" h="38942">
                  <a:moveTo>
                    <a:pt x="26837" y="12768"/>
                  </a:moveTo>
                  <a:cubicBezTo>
                    <a:pt x="22365" y="7661"/>
                    <a:pt x="16614" y="3831"/>
                    <a:pt x="10224" y="1916"/>
                  </a:cubicBezTo>
                  <a:cubicBezTo>
                    <a:pt x="7029" y="639"/>
                    <a:pt x="3195" y="0"/>
                    <a:pt x="0" y="0"/>
                  </a:cubicBezTo>
                  <a:cubicBezTo>
                    <a:pt x="2556" y="19152"/>
                    <a:pt x="17253" y="34474"/>
                    <a:pt x="36422" y="38943"/>
                  </a:cubicBezTo>
                  <a:cubicBezTo>
                    <a:pt x="35783" y="29367"/>
                    <a:pt x="32589" y="20429"/>
                    <a:pt x="26837" y="12768"/>
                  </a:cubicBezTo>
                  <a:close/>
                </a:path>
              </a:pathLst>
            </a:custGeom>
            <a:solidFill>
              <a:srgbClr val="00ABAB"/>
            </a:solidFill>
            <a:ln w="6390" cap="flat">
              <a:noFill/>
              <a:prstDash val="solid"/>
              <a:miter/>
            </a:ln>
          </p:spPr>
          <p:txBody>
            <a:bodyPr rtlCol="0" anchor="ctr"/>
            <a:lstStyle/>
            <a:p>
              <a:endParaRPr lang="en-US"/>
            </a:p>
          </p:txBody>
        </p:sp>
        <p:sp>
          <p:nvSpPr>
            <p:cNvPr id="473" name="Graphic 4">
              <a:extLst>
                <a:ext uri="{FF2B5EF4-FFF2-40B4-BE49-F238E27FC236}">
                  <a16:creationId xmlns:a16="http://schemas.microsoft.com/office/drawing/2014/main" id="{CEB29171-2E9A-AC44-AB2B-F78FDC66A94A}"/>
                </a:ext>
              </a:extLst>
            </p:cNvPr>
            <p:cNvSpPr/>
            <p:nvPr/>
          </p:nvSpPr>
          <p:spPr>
            <a:xfrm>
              <a:off x="6146480" y="3824168"/>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09 w 362309"/>
                <a:gd name="connsiteY3" fmla="*/ 181305 h 361971"/>
                <a:gd name="connsiteX4" fmla="*/ 362309 w 362309"/>
                <a:gd name="connsiteY4" fmla="*/ 181305 h 361971"/>
                <a:gd name="connsiteX5" fmla="*/ 181474 w 362309"/>
                <a:gd name="connsiteY5" fmla="*/ 0 h 361971"/>
                <a:gd name="connsiteX6" fmla="*/ 277962 w 362309"/>
                <a:gd name="connsiteY6" fmla="*/ 275149 h 361971"/>
                <a:gd name="connsiteX7" fmla="*/ 272211 w 362309"/>
                <a:gd name="connsiteY7" fmla="*/ 278341 h 361971"/>
                <a:gd name="connsiteX8" fmla="*/ 269016 w 362309"/>
                <a:gd name="connsiteY8" fmla="*/ 277703 h 361971"/>
                <a:gd name="connsiteX9" fmla="*/ 241540 w 362309"/>
                <a:gd name="connsiteY9" fmla="*/ 271319 h 361971"/>
                <a:gd name="connsiteX10" fmla="*/ 219175 w 362309"/>
                <a:gd name="connsiteY10" fmla="*/ 266850 h 361971"/>
                <a:gd name="connsiteX11" fmla="*/ 201922 w 362309"/>
                <a:gd name="connsiteY11" fmla="*/ 238122 h 361971"/>
                <a:gd name="connsiteX12" fmla="*/ 202561 w 362309"/>
                <a:gd name="connsiteY12" fmla="*/ 212587 h 361971"/>
                <a:gd name="connsiteX13" fmla="*/ 221092 w 362309"/>
                <a:gd name="connsiteY13" fmla="*/ 168537 h 361971"/>
                <a:gd name="connsiteX14" fmla="*/ 224287 w 362309"/>
                <a:gd name="connsiteY14" fmla="*/ 148108 h 361971"/>
                <a:gd name="connsiteX15" fmla="*/ 180835 w 362309"/>
                <a:gd name="connsiteY15" fmla="*/ 116188 h 361971"/>
                <a:gd name="connsiteX16" fmla="*/ 137384 w 362309"/>
                <a:gd name="connsiteY16" fmla="*/ 148108 h 361971"/>
                <a:gd name="connsiteX17" fmla="*/ 140579 w 362309"/>
                <a:gd name="connsiteY17" fmla="*/ 168537 h 361971"/>
                <a:gd name="connsiteX18" fmla="*/ 159109 w 362309"/>
                <a:gd name="connsiteY18" fmla="*/ 212587 h 361971"/>
                <a:gd name="connsiteX19" fmla="*/ 159748 w 362309"/>
                <a:gd name="connsiteY19" fmla="*/ 238122 h 361971"/>
                <a:gd name="connsiteX20" fmla="*/ 142496 w 362309"/>
                <a:gd name="connsiteY20" fmla="*/ 266850 h 361971"/>
                <a:gd name="connsiteX21" fmla="*/ 120131 w 362309"/>
                <a:gd name="connsiteY21" fmla="*/ 271319 h 361971"/>
                <a:gd name="connsiteX22" fmla="*/ 92654 w 362309"/>
                <a:gd name="connsiteY22" fmla="*/ 277703 h 361971"/>
                <a:gd name="connsiteX23" fmla="*/ 83708 w 362309"/>
                <a:gd name="connsiteY23" fmla="*/ 275149 h 361971"/>
                <a:gd name="connsiteX24" fmla="*/ 86264 w 362309"/>
                <a:gd name="connsiteY24" fmla="*/ 266212 h 361971"/>
                <a:gd name="connsiteX25" fmla="*/ 118214 w 362309"/>
                <a:gd name="connsiteY25" fmla="*/ 258551 h 361971"/>
                <a:gd name="connsiteX26" fmla="*/ 135466 w 362309"/>
                <a:gd name="connsiteY26" fmla="*/ 255359 h 361971"/>
                <a:gd name="connsiteX27" fmla="*/ 145051 w 362309"/>
                <a:gd name="connsiteY27" fmla="*/ 240038 h 361971"/>
                <a:gd name="connsiteX28" fmla="*/ 96488 w 362309"/>
                <a:gd name="connsiteY28" fmla="*/ 240038 h 361971"/>
                <a:gd name="connsiteX29" fmla="*/ 90737 w 362309"/>
                <a:gd name="connsiteY29" fmla="*/ 236207 h 361971"/>
                <a:gd name="connsiteX30" fmla="*/ 92015 w 362309"/>
                <a:gd name="connsiteY30" fmla="*/ 229185 h 361971"/>
                <a:gd name="connsiteX31" fmla="*/ 113102 w 362309"/>
                <a:gd name="connsiteY31" fmla="*/ 150662 h 361971"/>
                <a:gd name="connsiteX32" fmla="*/ 156553 w 362309"/>
                <a:gd name="connsiteY32" fmla="*/ 87460 h 361971"/>
                <a:gd name="connsiteX33" fmla="*/ 179557 w 362309"/>
                <a:gd name="connsiteY33" fmla="*/ 83630 h 361971"/>
                <a:gd name="connsiteX34" fmla="*/ 180835 w 362309"/>
                <a:gd name="connsiteY34" fmla="*/ 83630 h 361971"/>
                <a:gd name="connsiteX35" fmla="*/ 201283 w 362309"/>
                <a:gd name="connsiteY35" fmla="*/ 86822 h 361971"/>
                <a:gd name="connsiteX36" fmla="*/ 229399 w 362309"/>
                <a:gd name="connsiteY36" fmla="*/ 102782 h 361971"/>
                <a:gd name="connsiteX37" fmla="*/ 247290 w 362309"/>
                <a:gd name="connsiteY37" fmla="*/ 151300 h 361971"/>
                <a:gd name="connsiteX38" fmla="*/ 268377 w 362309"/>
                <a:gd name="connsiteY38" fmla="*/ 229823 h 361971"/>
                <a:gd name="connsiteX39" fmla="*/ 269655 w 362309"/>
                <a:gd name="connsiteY39" fmla="*/ 236846 h 361971"/>
                <a:gd name="connsiteX40" fmla="*/ 263904 w 362309"/>
                <a:gd name="connsiteY40" fmla="*/ 240676 h 361971"/>
                <a:gd name="connsiteX41" fmla="*/ 214702 w 362309"/>
                <a:gd name="connsiteY41" fmla="*/ 240676 h 361971"/>
                <a:gd name="connsiteX42" fmla="*/ 224287 w 362309"/>
                <a:gd name="connsiteY42" fmla="*/ 255998 h 361971"/>
                <a:gd name="connsiteX43" fmla="*/ 242178 w 362309"/>
                <a:gd name="connsiteY43" fmla="*/ 259190 h 361971"/>
                <a:gd name="connsiteX44" fmla="*/ 274128 w 362309"/>
                <a:gd name="connsiteY44" fmla="*/ 266850 h 361971"/>
                <a:gd name="connsiteX45" fmla="*/ 277962 w 362309"/>
                <a:gd name="connsiteY45" fmla="*/ 275149 h 361971"/>
                <a:gd name="connsiteX46" fmla="*/ 277962 w 362309"/>
                <a:gd name="connsiteY46" fmla="*/ 27514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2309" h="361971">
                  <a:moveTo>
                    <a:pt x="181474" y="0"/>
                  </a:moveTo>
                  <a:cubicBezTo>
                    <a:pt x="81152" y="0"/>
                    <a:pt x="0" y="81076"/>
                    <a:pt x="0" y="180667"/>
                  </a:cubicBezTo>
                  <a:cubicBezTo>
                    <a:pt x="0" y="280257"/>
                    <a:pt x="81152" y="361971"/>
                    <a:pt x="180835" y="361971"/>
                  </a:cubicBezTo>
                  <a:cubicBezTo>
                    <a:pt x="280518" y="361971"/>
                    <a:pt x="362309" y="280895"/>
                    <a:pt x="362309" y="181305"/>
                  </a:cubicBezTo>
                  <a:cubicBezTo>
                    <a:pt x="362309" y="181305"/>
                    <a:pt x="362309" y="181305"/>
                    <a:pt x="362309" y="181305"/>
                  </a:cubicBezTo>
                  <a:cubicBezTo>
                    <a:pt x="362309" y="81076"/>
                    <a:pt x="281157" y="0"/>
                    <a:pt x="181474" y="0"/>
                  </a:cubicBezTo>
                  <a:close/>
                  <a:moveTo>
                    <a:pt x="277962" y="275149"/>
                  </a:moveTo>
                  <a:cubicBezTo>
                    <a:pt x="276684" y="277065"/>
                    <a:pt x="274767" y="278341"/>
                    <a:pt x="272211" y="278341"/>
                  </a:cubicBezTo>
                  <a:cubicBezTo>
                    <a:pt x="270933" y="278341"/>
                    <a:pt x="270294" y="278341"/>
                    <a:pt x="269016" y="277703"/>
                  </a:cubicBezTo>
                  <a:cubicBezTo>
                    <a:pt x="260070" y="273873"/>
                    <a:pt x="251124" y="271958"/>
                    <a:pt x="241540" y="271319"/>
                  </a:cubicBezTo>
                  <a:cubicBezTo>
                    <a:pt x="233872" y="271319"/>
                    <a:pt x="226204" y="269404"/>
                    <a:pt x="219175" y="266850"/>
                  </a:cubicBezTo>
                  <a:cubicBezTo>
                    <a:pt x="208312" y="261105"/>
                    <a:pt x="203200" y="243230"/>
                    <a:pt x="201922" y="238122"/>
                  </a:cubicBezTo>
                  <a:cubicBezTo>
                    <a:pt x="200644" y="233015"/>
                    <a:pt x="198088" y="218971"/>
                    <a:pt x="202561" y="212587"/>
                  </a:cubicBezTo>
                  <a:cubicBezTo>
                    <a:pt x="211507" y="199180"/>
                    <a:pt x="217258" y="184497"/>
                    <a:pt x="221092" y="168537"/>
                  </a:cubicBezTo>
                  <a:cubicBezTo>
                    <a:pt x="222370" y="162153"/>
                    <a:pt x="223648" y="155131"/>
                    <a:pt x="224287" y="148108"/>
                  </a:cubicBezTo>
                  <a:cubicBezTo>
                    <a:pt x="205756" y="144916"/>
                    <a:pt x="189142" y="133425"/>
                    <a:pt x="180835" y="116188"/>
                  </a:cubicBezTo>
                  <a:cubicBezTo>
                    <a:pt x="172528" y="133425"/>
                    <a:pt x="155914" y="144916"/>
                    <a:pt x="137384" y="148108"/>
                  </a:cubicBezTo>
                  <a:cubicBezTo>
                    <a:pt x="138022" y="155131"/>
                    <a:pt x="138661" y="161515"/>
                    <a:pt x="140579" y="168537"/>
                  </a:cubicBezTo>
                  <a:cubicBezTo>
                    <a:pt x="144412" y="183859"/>
                    <a:pt x="150802" y="199180"/>
                    <a:pt x="159109" y="212587"/>
                  </a:cubicBezTo>
                  <a:cubicBezTo>
                    <a:pt x="163582" y="219609"/>
                    <a:pt x="161026" y="233015"/>
                    <a:pt x="159748" y="238122"/>
                  </a:cubicBezTo>
                  <a:cubicBezTo>
                    <a:pt x="158470" y="243230"/>
                    <a:pt x="153358" y="261105"/>
                    <a:pt x="142496" y="266850"/>
                  </a:cubicBezTo>
                  <a:cubicBezTo>
                    <a:pt x="135466" y="269404"/>
                    <a:pt x="127799" y="271319"/>
                    <a:pt x="120131" y="271319"/>
                  </a:cubicBezTo>
                  <a:cubicBezTo>
                    <a:pt x="110546" y="271319"/>
                    <a:pt x="101600" y="273873"/>
                    <a:pt x="92654" y="277703"/>
                  </a:cubicBezTo>
                  <a:cubicBezTo>
                    <a:pt x="89459" y="279618"/>
                    <a:pt x="85625" y="278341"/>
                    <a:pt x="83708" y="275149"/>
                  </a:cubicBezTo>
                  <a:cubicBezTo>
                    <a:pt x="81791" y="271958"/>
                    <a:pt x="83069" y="268127"/>
                    <a:pt x="86264" y="266212"/>
                  </a:cubicBezTo>
                  <a:cubicBezTo>
                    <a:pt x="96488" y="261743"/>
                    <a:pt x="107351" y="259190"/>
                    <a:pt x="118214" y="258551"/>
                  </a:cubicBezTo>
                  <a:cubicBezTo>
                    <a:pt x="123965" y="258551"/>
                    <a:pt x="130354" y="257274"/>
                    <a:pt x="135466" y="255359"/>
                  </a:cubicBezTo>
                  <a:cubicBezTo>
                    <a:pt x="139939" y="251529"/>
                    <a:pt x="143774" y="246422"/>
                    <a:pt x="145051" y="240038"/>
                  </a:cubicBezTo>
                  <a:lnTo>
                    <a:pt x="96488" y="240038"/>
                  </a:lnTo>
                  <a:cubicBezTo>
                    <a:pt x="93932" y="240038"/>
                    <a:pt x="91376" y="238122"/>
                    <a:pt x="90737" y="236207"/>
                  </a:cubicBezTo>
                  <a:cubicBezTo>
                    <a:pt x="90098" y="233654"/>
                    <a:pt x="90098" y="231100"/>
                    <a:pt x="92015" y="229185"/>
                  </a:cubicBezTo>
                  <a:cubicBezTo>
                    <a:pt x="92015" y="229185"/>
                    <a:pt x="113102" y="208118"/>
                    <a:pt x="113102" y="150662"/>
                  </a:cubicBezTo>
                  <a:cubicBezTo>
                    <a:pt x="110546" y="121934"/>
                    <a:pt x="129076" y="95760"/>
                    <a:pt x="156553" y="87460"/>
                  </a:cubicBezTo>
                  <a:cubicBezTo>
                    <a:pt x="163582" y="84907"/>
                    <a:pt x="171889" y="83630"/>
                    <a:pt x="179557" y="83630"/>
                  </a:cubicBezTo>
                  <a:lnTo>
                    <a:pt x="180835" y="83630"/>
                  </a:lnTo>
                  <a:cubicBezTo>
                    <a:pt x="187864" y="83630"/>
                    <a:pt x="194893" y="84268"/>
                    <a:pt x="201283" y="86822"/>
                  </a:cubicBezTo>
                  <a:cubicBezTo>
                    <a:pt x="211507" y="89376"/>
                    <a:pt x="221092" y="95121"/>
                    <a:pt x="229399" y="102782"/>
                  </a:cubicBezTo>
                  <a:cubicBezTo>
                    <a:pt x="242178" y="115550"/>
                    <a:pt x="248568" y="133425"/>
                    <a:pt x="247290" y="151300"/>
                  </a:cubicBezTo>
                  <a:cubicBezTo>
                    <a:pt x="247290" y="209395"/>
                    <a:pt x="267738" y="229823"/>
                    <a:pt x="268377" y="229823"/>
                  </a:cubicBezTo>
                  <a:cubicBezTo>
                    <a:pt x="270294" y="231738"/>
                    <a:pt x="270933" y="234292"/>
                    <a:pt x="269655" y="236846"/>
                  </a:cubicBezTo>
                  <a:cubicBezTo>
                    <a:pt x="268377" y="239399"/>
                    <a:pt x="266460" y="240676"/>
                    <a:pt x="263904" y="240676"/>
                  </a:cubicBezTo>
                  <a:lnTo>
                    <a:pt x="214702" y="240676"/>
                  </a:lnTo>
                  <a:cubicBezTo>
                    <a:pt x="215980" y="246422"/>
                    <a:pt x="219175" y="252167"/>
                    <a:pt x="224287" y="255998"/>
                  </a:cubicBezTo>
                  <a:cubicBezTo>
                    <a:pt x="230038" y="257913"/>
                    <a:pt x="235788" y="259190"/>
                    <a:pt x="242178" y="259190"/>
                  </a:cubicBezTo>
                  <a:cubicBezTo>
                    <a:pt x="253041" y="259828"/>
                    <a:pt x="264543" y="262382"/>
                    <a:pt x="274128" y="266850"/>
                  </a:cubicBezTo>
                  <a:cubicBezTo>
                    <a:pt x="278601" y="268127"/>
                    <a:pt x="279240" y="271958"/>
                    <a:pt x="277962" y="275149"/>
                  </a:cubicBezTo>
                  <a:cubicBezTo>
                    <a:pt x="277962" y="275149"/>
                    <a:pt x="277962" y="275149"/>
                    <a:pt x="277962" y="275149"/>
                  </a:cubicBezTo>
                  <a:close/>
                </a:path>
              </a:pathLst>
            </a:custGeom>
            <a:solidFill>
              <a:srgbClr val="00ABAB"/>
            </a:solidFill>
            <a:ln w="6390" cap="flat">
              <a:noFill/>
              <a:prstDash val="solid"/>
              <a:miter/>
            </a:ln>
          </p:spPr>
          <p:txBody>
            <a:bodyPr rtlCol="0" anchor="ctr"/>
            <a:lstStyle/>
            <a:p>
              <a:endParaRPr lang="en-US"/>
            </a:p>
          </p:txBody>
        </p:sp>
        <p:sp>
          <p:nvSpPr>
            <p:cNvPr id="474" name="Graphic 4">
              <a:extLst>
                <a:ext uri="{FF2B5EF4-FFF2-40B4-BE49-F238E27FC236}">
                  <a16:creationId xmlns:a16="http://schemas.microsoft.com/office/drawing/2014/main" id="{E39AC3F6-4586-0141-8108-7523EB6D39D5}"/>
                </a:ext>
              </a:extLst>
            </p:cNvPr>
            <p:cNvSpPr/>
            <p:nvPr/>
          </p:nvSpPr>
          <p:spPr>
            <a:xfrm>
              <a:off x="6359425" y="3985682"/>
              <a:ext cx="39457" cy="66393"/>
            </a:xfrm>
            <a:custGeom>
              <a:avLst/>
              <a:gdLst>
                <a:gd name="connsiteX0" fmla="*/ 39458 w 39457"/>
                <a:gd name="connsiteY0" fmla="*/ 66393 h 66393"/>
                <a:gd name="connsiteX1" fmla="*/ 22844 w 39457"/>
                <a:gd name="connsiteY1" fmla="*/ 0 h 66393"/>
                <a:gd name="connsiteX2" fmla="*/ 20927 w 39457"/>
                <a:gd name="connsiteY2" fmla="*/ 10214 h 66393"/>
                <a:gd name="connsiteX3" fmla="*/ 479 w 39457"/>
                <a:gd name="connsiteY3" fmla="*/ 58094 h 66393"/>
                <a:gd name="connsiteX4" fmla="*/ 479 w 39457"/>
                <a:gd name="connsiteY4" fmla="*/ 65755 h 66393"/>
                <a:gd name="connsiteX5" fmla="*/ 39458 w 39457"/>
                <a:gd name="connsiteY5" fmla="*/ 65755 h 66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57" h="66393">
                  <a:moveTo>
                    <a:pt x="39458" y="66393"/>
                  </a:moveTo>
                  <a:cubicBezTo>
                    <a:pt x="33068" y="54902"/>
                    <a:pt x="24761" y="33835"/>
                    <a:pt x="22844" y="0"/>
                  </a:cubicBezTo>
                  <a:cubicBezTo>
                    <a:pt x="22205" y="3192"/>
                    <a:pt x="21566" y="6384"/>
                    <a:pt x="20927" y="10214"/>
                  </a:cubicBezTo>
                  <a:cubicBezTo>
                    <a:pt x="17093" y="27451"/>
                    <a:pt x="10064" y="43411"/>
                    <a:pt x="479" y="58094"/>
                  </a:cubicBezTo>
                  <a:cubicBezTo>
                    <a:pt x="-160" y="60648"/>
                    <a:pt x="-160" y="63201"/>
                    <a:pt x="479" y="65755"/>
                  </a:cubicBezTo>
                  <a:lnTo>
                    <a:pt x="39458" y="65755"/>
                  </a:lnTo>
                  <a:close/>
                </a:path>
              </a:pathLst>
            </a:custGeom>
            <a:solidFill>
              <a:srgbClr val="00ABAB"/>
            </a:solidFill>
            <a:ln w="6390" cap="flat">
              <a:noFill/>
              <a:prstDash val="solid"/>
              <a:miter/>
            </a:ln>
          </p:spPr>
          <p:txBody>
            <a:bodyPr rtlCol="0" anchor="ctr"/>
            <a:lstStyle/>
            <a:p>
              <a:endParaRPr lang="en-US"/>
            </a:p>
          </p:txBody>
        </p:sp>
      </p:grpSp>
      <p:grpSp>
        <p:nvGrpSpPr>
          <p:cNvPr id="475" name="Graphic 4">
            <a:extLst>
              <a:ext uri="{FF2B5EF4-FFF2-40B4-BE49-F238E27FC236}">
                <a16:creationId xmlns:a16="http://schemas.microsoft.com/office/drawing/2014/main" id="{BA5CF41E-E78C-BA42-B791-306F3D93C365}"/>
              </a:ext>
            </a:extLst>
          </p:cNvPr>
          <p:cNvGrpSpPr>
            <a:grpSpLocks noChangeAspect="1"/>
          </p:cNvGrpSpPr>
          <p:nvPr/>
        </p:nvGrpSpPr>
        <p:grpSpPr>
          <a:xfrm>
            <a:off x="5099169" y="2371173"/>
            <a:ext cx="362309" cy="361971"/>
            <a:chOff x="5099169" y="2371173"/>
            <a:chExt cx="362309" cy="361971"/>
          </a:xfrm>
          <a:solidFill>
            <a:srgbClr val="00ABAB"/>
          </a:solidFill>
        </p:grpSpPr>
        <p:sp>
          <p:nvSpPr>
            <p:cNvPr id="476" name="Graphic 4">
              <a:extLst>
                <a:ext uri="{FF2B5EF4-FFF2-40B4-BE49-F238E27FC236}">
                  <a16:creationId xmlns:a16="http://schemas.microsoft.com/office/drawing/2014/main" id="{345E4F0F-4080-0E4F-9EC2-11A5D162D6FE}"/>
                </a:ext>
              </a:extLst>
            </p:cNvPr>
            <p:cNvSpPr/>
            <p:nvPr/>
          </p:nvSpPr>
          <p:spPr>
            <a:xfrm>
              <a:off x="5342626" y="2461826"/>
              <a:ext cx="16614" cy="16598"/>
            </a:xfrm>
            <a:custGeom>
              <a:avLst/>
              <a:gdLst>
                <a:gd name="connsiteX0" fmla="*/ 8307 w 16614"/>
                <a:gd name="connsiteY0" fmla="*/ 16598 h 16598"/>
                <a:gd name="connsiteX1" fmla="*/ 16614 w 16614"/>
                <a:gd name="connsiteY1" fmla="*/ 8299 h 16598"/>
                <a:gd name="connsiteX2" fmla="*/ 8307 w 16614"/>
                <a:gd name="connsiteY2" fmla="*/ 0 h 16598"/>
                <a:gd name="connsiteX3" fmla="*/ 0 w 16614"/>
                <a:gd name="connsiteY3" fmla="*/ 8299 h 16598"/>
                <a:gd name="connsiteX4" fmla="*/ 8307 w 16614"/>
                <a:gd name="connsiteY4" fmla="*/ 16598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4" h="16598">
                  <a:moveTo>
                    <a:pt x="8307" y="16598"/>
                  </a:moveTo>
                  <a:cubicBezTo>
                    <a:pt x="12780" y="16598"/>
                    <a:pt x="16614" y="12768"/>
                    <a:pt x="16614" y="8299"/>
                  </a:cubicBezTo>
                  <a:cubicBezTo>
                    <a:pt x="16614" y="3830"/>
                    <a:pt x="12780" y="0"/>
                    <a:pt x="8307" y="0"/>
                  </a:cubicBezTo>
                  <a:cubicBezTo>
                    <a:pt x="3834" y="0"/>
                    <a:pt x="0" y="3830"/>
                    <a:pt x="0" y="8299"/>
                  </a:cubicBezTo>
                  <a:cubicBezTo>
                    <a:pt x="0" y="13406"/>
                    <a:pt x="3834" y="16598"/>
                    <a:pt x="8307" y="16598"/>
                  </a:cubicBezTo>
                  <a:close/>
                </a:path>
              </a:pathLst>
            </a:custGeom>
            <a:solidFill>
              <a:srgbClr val="00ABAB"/>
            </a:solidFill>
            <a:ln w="6390" cap="flat">
              <a:noFill/>
              <a:prstDash val="solid"/>
              <a:miter/>
            </a:ln>
          </p:spPr>
          <p:txBody>
            <a:bodyPr rtlCol="0" anchor="ctr"/>
            <a:lstStyle/>
            <a:p>
              <a:endParaRPr lang="en-US"/>
            </a:p>
          </p:txBody>
        </p:sp>
        <p:sp>
          <p:nvSpPr>
            <p:cNvPr id="477" name="Graphic 4">
              <a:extLst>
                <a:ext uri="{FF2B5EF4-FFF2-40B4-BE49-F238E27FC236}">
                  <a16:creationId xmlns:a16="http://schemas.microsoft.com/office/drawing/2014/main" id="{95520706-096F-6244-BF1C-6BE470727E31}"/>
                </a:ext>
              </a:extLst>
            </p:cNvPr>
            <p:cNvSpPr/>
            <p:nvPr/>
          </p:nvSpPr>
          <p:spPr>
            <a:xfrm>
              <a:off x="5260835" y="2521197"/>
              <a:ext cx="31949" cy="46603"/>
            </a:xfrm>
            <a:custGeom>
              <a:avLst/>
              <a:gdLst>
                <a:gd name="connsiteX0" fmla="*/ 0 w 31949"/>
                <a:gd name="connsiteY0" fmla="*/ 0 h 46603"/>
                <a:gd name="connsiteX1" fmla="*/ 31950 w 31949"/>
                <a:gd name="connsiteY1" fmla="*/ 0 h 46603"/>
                <a:gd name="connsiteX2" fmla="*/ 31950 w 31949"/>
                <a:gd name="connsiteY2" fmla="*/ 46603 h 46603"/>
                <a:gd name="connsiteX3" fmla="*/ 0 w 31949"/>
                <a:gd name="connsiteY3" fmla="*/ 46603 h 46603"/>
              </a:gdLst>
              <a:ahLst/>
              <a:cxnLst>
                <a:cxn ang="0">
                  <a:pos x="connsiteX0" y="connsiteY0"/>
                </a:cxn>
                <a:cxn ang="0">
                  <a:pos x="connsiteX1" y="connsiteY1"/>
                </a:cxn>
                <a:cxn ang="0">
                  <a:pos x="connsiteX2" y="connsiteY2"/>
                </a:cxn>
                <a:cxn ang="0">
                  <a:pos x="connsiteX3" y="connsiteY3"/>
                </a:cxn>
              </a:cxnLst>
              <a:rect l="l" t="t" r="r" b="b"/>
              <a:pathLst>
                <a:path w="31949" h="46603">
                  <a:moveTo>
                    <a:pt x="0" y="0"/>
                  </a:moveTo>
                  <a:lnTo>
                    <a:pt x="31950" y="0"/>
                  </a:lnTo>
                  <a:lnTo>
                    <a:pt x="31950" y="46603"/>
                  </a:lnTo>
                  <a:lnTo>
                    <a:pt x="0" y="46603"/>
                  </a:lnTo>
                  <a:close/>
                </a:path>
              </a:pathLst>
            </a:custGeom>
            <a:solidFill>
              <a:srgbClr val="00ABAB"/>
            </a:solidFill>
            <a:ln w="6390" cap="flat">
              <a:noFill/>
              <a:prstDash val="solid"/>
              <a:miter/>
            </a:ln>
          </p:spPr>
          <p:txBody>
            <a:bodyPr rtlCol="0" anchor="ctr"/>
            <a:lstStyle/>
            <a:p>
              <a:endParaRPr lang="en-US"/>
            </a:p>
          </p:txBody>
        </p:sp>
        <p:sp>
          <p:nvSpPr>
            <p:cNvPr id="478" name="Graphic 4">
              <a:extLst>
                <a:ext uri="{FF2B5EF4-FFF2-40B4-BE49-F238E27FC236}">
                  <a16:creationId xmlns:a16="http://schemas.microsoft.com/office/drawing/2014/main" id="{53636D16-83FD-D145-8D37-D1273967AA61}"/>
                </a:ext>
              </a:extLst>
            </p:cNvPr>
            <p:cNvSpPr/>
            <p:nvPr/>
          </p:nvSpPr>
          <p:spPr>
            <a:xfrm>
              <a:off x="5187990" y="2521197"/>
              <a:ext cx="28754" cy="61924"/>
            </a:xfrm>
            <a:custGeom>
              <a:avLst/>
              <a:gdLst>
                <a:gd name="connsiteX0" fmla="*/ 12141 w 28754"/>
                <a:gd name="connsiteY0" fmla="*/ 0 h 61924"/>
                <a:gd name="connsiteX1" fmla="*/ 0 w 28754"/>
                <a:gd name="connsiteY1" fmla="*/ 61925 h 61924"/>
                <a:gd name="connsiteX2" fmla="*/ 28755 w 28754"/>
                <a:gd name="connsiteY2" fmla="*/ 61925 h 61924"/>
                <a:gd name="connsiteX3" fmla="*/ 16614 w 28754"/>
                <a:gd name="connsiteY3" fmla="*/ 0 h 61924"/>
              </a:gdLst>
              <a:ahLst/>
              <a:cxnLst>
                <a:cxn ang="0">
                  <a:pos x="connsiteX0" y="connsiteY0"/>
                </a:cxn>
                <a:cxn ang="0">
                  <a:pos x="connsiteX1" y="connsiteY1"/>
                </a:cxn>
                <a:cxn ang="0">
                  <a:pos x="connsiteX2" y="connsiteY2"/>
                </a:cxn>
                <a:cxn ang="0">
                  <a:pos x="connsiteX3" y="connsiteY3"/>
                </a:cxn>
              </a:cxnLst>
              <a:rect l="l" t="t" r="r" b="b"/>
              <a:pathLst>
                <a:path w="28754" h="61924">
                  <a:moveTo>
                    <a:pt x="12141" y="0"/>
                  </a:moveTo>
                  <a:lnTo>
                    <a:pt x="0" y="61925"/>
                  </a:lnTo>
                  <a:lnTo>
                    <a:pt x="28755" y="61925"/>
                  </a:lnTo>
                  <a:lnTo>
                    <a:pt x="16614" y="0"/>
                  </a:lnTo>
                  <a:close/>
                </a:path>
              </a:pathLst>
            </a:custGeom>
            <a:solidFill>
              <a:srgbClr val="00ABAB"/>
            </a:solidFill>
            <a:ln w="6390" cap="flat">
              <a:noFill/>
              <a:prstDash val="solid"/>
              <a:miter/>
            </a:ln>
          </p:spPr>
          <p:txBody>
            <a:bodyPr rtlCol="0" anchor="ctr"/>
            <a:lstStyle/>
            <a:p>
              <a:endParaRPr lang="en-US"/>
            </a:p>
          </p:txBody>
        </p:sp>
        <p:sp>
          <p:nvSpPr>
            <p:cNvPr id="479" name="Graphic 4">
              <a:extLst>
                <a:ext uri="{FF2B5EF4-FFF2-40B4-BE49-F238E27FC236}">
                  <a16:creationId xmlns:a16="http://schemas.microsoft.com/office/drawing/2014/main" id="{FBD1CB02-B4AC-C644-B0EB-1802CB3C1452}"/>
                </a:ext>
              </a:extLst>
            </p:cNvPr>
            <p:cNvSpPr/>
            <p:nvPr/>
          </p:nvSpPr>
          <p:spPr>
            <a:xfrm>
              <a:off x="5335597" y="2521197"/>
              <a:ext cx="31949" cy="46603"/>
            </a:xfrm>
            <a:custGeom>
              <a:avLst/>
              <a:gdLst>
                <a:gd name="connsiteX0" fmla="*/ 0 w 31949"/>
                <a:gd name="connsiteY0" fmla="*/ 0 h 46603"/>
                <a:gd name="connsiteX1" fmla="*/ 31950 w 31949"/>
                <a:gd name="connsiteY1" fmla="*/ 0 h 46603"/>
                <a:gd name="connsiteX2" fmla="*/ 31950 w 31949"/>
                <a:gd name="connsiteY2" fmla="*/ 46603 h 46603"/>
                <a:gd name="connsiteX3" fmla="*/ 0 w 31949"/>
                <a:gd name="connsiteY3" fmla="*/ 46603 h 46603"/>
              </a:gdLst>
              <a:ahLst/>
              <a:cxnLst>
                <a:cxn ang="0">
                  <a:pos x="connsiteX0" y="connsiteY0"/>
                </a:cxn>
                <a:cxn ang="0">
                  <a:pos x="connsiteX1" y="connsiteY1"/>
                </a:cxn>
                <a:cxn ang="0">
                  <a:pos x="connsiteX2" y="connsiteY2"/>
                </a:cxn>
                <a:cxn ang="0">
                  <a:pos x="connsiteX3" y="connsiteY3"/>
                </a:cxn>
              </a:cxnLst>
              <a:rect l="l" t="t" r="r" b="b"/>
              <a:pathLst>
                <a:path w="31949" h="46603">
                  <a:moveTo>
                    <a:pt x="0" y="0"/>
                  </a:moveTo>
                  <a:lnTo>
                    <a:pt x="31950" y="0"/>
                  </a:lnTo>
                  <a:lnTo>
                    <a:pt x="31950" y="46603"/>
                  </a:lnTo>
                  <a:lnTo>
                    <a:pt x="0" y="46603"/>
                  </a:lnTo>
                  <a:close/>
                </a:path>
              </a:pathLst>
            </a:custGeom>
            <a:solidFill>
              <a:srgbClr val="00ABAB"/>
            </a:solidFill>
            <a:ln w="6390" cap="flat">
              <a:noFill/>
              <a:prstDash val="solid"/>
              <a:miter/>
            </a:ln>
          </p:spPr>
          <p:txBody>
            <a:bodyPr rtlCol="0" anchor="ctr"/>
            <a:lstStyle/>
            <a:p>
              <a:endParaRPr lang="en-US"/>
            </a:p>
          </p:txBody>
        </p:sp>
        <p:sp>
          <p:nvSpPr>
            <p:cNvPr id="480" name="Graphic 4">
              <a:extLst>
                <a:ext uri="{FF2B5EF4-FFF2-40B4-BE49-F238E27FC236}">
                  <a16:creationId xmlns:a16="http://schemas.microsoft.com/office/drawing/2014/main" id="{9AC12416-FE06-E741-AB49-ADA26A2F66A2}"/>
                </a:ext>
              </a:extLst>
            </p:cNvPr>
            <p:cNvSpPr/>
            <p:nvPr/>
          </p:nvSpPr>
          <p:spPr>
            <a:xfrm>
              <a:off x="5268503" y="2461826"/>
              <a:ext cx="16613" cy="16598"/>
            </a:xfrm>
            <a:custGeom>
              <a:avLst/>
              <a:gdLst>
                <a:gd name="connsiteX0" fmla="*/ 8307 w 16613"/>
                <a:gd name="connsiteY0" fmla="*/ 16598 h 16598"/>
                <a:gd name="connsiteX1" fmla="*/ 16614 w 16613"/>
                <a:gd name="connsiteY1" fmla="*/ 8299 h 16598"/>
                <a:gd name="connsiteX2" fmla="*/ 8307 w 16613"/>
                <a:gd name="connsiteY2" fmla="*/ 0 h 16598"/>
                <a:gd name="connsiteX3" fmla="*/ 0 w 16613"/>
                <a:gd name="connsiteY3" fmla="*/ 8299 h 16598"/>
                <a:gd name="connsiteX4" fmla="*/ 8307 w 16613"/>
                <a:gd name="connsiteY4" fmla="*/ 16598 h 16598"/>
                <a:gd name="connsiteX5" fmla="*/ 8307 w 16613"/>
                <a:gd name="connsiteY5" fmla="*/ 16598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3" h="16598">
                  <a:moveTo>
                    <a:pt x="8307" y="16598"/>
                  </a:moveTo>
                  <a:cubicBezTo>
                    <a:pt x="12780" y="16598"/>
                    <a:pt x="16614" y="12768"/>
                    <a:pt x="16614" y="8299"/>
                  </a:cubicBezTo>
                  <a:cubicBezTo>
                    <a:pt x="16614" y="3830"/>
                    <a:pt x="12780" y="0"/>
                    <a:pt x="8307" y="0"/>
                  </a:cubicBezTo>
                  <a:cubicBezTo>
                    <a:pt x="3834" y="0"/>
                    <a:pt x="0" y="3830"/>
                    <a:pt x="0" y="8299"/>
                  </a:cubicBezTo>
                  <a:cubicBezTo>
                    <a:pt x="0" y="12768"/>
                    <a:pt x="3834" y="16598"/>
                    <a:pt x="8307" y="16598"/>
                  </a:cubicBezTo>
                  <a:lnTo>
                    <a:pt x="8307" y="16598"/>
                  </a:lnTo>
                  <a:close/>
                </a:path>
              </a:pathLst>
            </a:custGeom>
            <a:solidFill>
              <a:srgbClr val="00ABAB"/>
            </a:solidFill>
            <a:ln w="6390" cap="flat">
              <a:noFill/>
              <a:prstDash val="solid"/>
              <a:miter/>
            </a:ln>
          </p:spPr>
          <p:txBody>
            <a:bodyPr rtlCol="0" anchor="ctr"/>
            <a:lstStyle/>
            <a:p>
              <a:endParaRPr lang="en-US"/>
            </a:p>
          </p:txBody>
        </p:sp>
        <p:sp>
          <p:nvSpPr>
            <p:cNvPr id="481" name="Graphic 4">
              <a:extLst>
                <a:ext uri="{FF2B5EF4-FFF2-40B4-BE49-F238E27FC236}">
                  <a16:creationId xmlns:a16="http://schemas.microsoft.com/office/drawing/2014/main" id="{9B923B04-3B02-DA4C-9F25-ADE7C8B958EB}"/>
                </a:ext>
              </a:extLst>
            </p:cNvPr>
            <p:cNvSpPr/>
            <p:nvPr/>
          </p:nvSpPr>
          <p:spPr>
            <a:xfrm>
              <a:off x="5193740" y="2461826"/>
              <a:ext cx="16614" cy="16598"/>
            </a:xfrm>
            <a:custGeom>
              <a:avLst/>
              <a:gdLst>
                <a:gd name="connsiteX0" fmla="*/ 8307 w 16614"/>
                <a:gd name="connsiteY0" fmla="*/ 16598 h 16598"/>
                <a:gd name="connsiteX1" fmla="*/ 16614 w 16614"/>
                <a:gd name="connsiteY1" fmla="*/ 8299 h 16598"/>
                <a:gd name="connsiteX2" fmla="*/ 8307 w 16614"/>
                <a:gd name="connsiteY2" fmla="*/ 0 h 16598"/>
                <a:gd name="connsiteX3" fmla="*/ 0 w 16614"/>
                <a:gd name="connsiteY3" fmla="*/ 8299 h 16598"/>
                <a:gd name="connsiteX4" fmla="*/ 8307 w 16614"/>
                <a:gd name="connsiteY4" fmla="*/ 16598 h 16598"/>
                <a:gd name="connsiteX5" fmla="*/ 8307 w 16614"/>
                <a:gd name="connsiteY5" fmla="*/ 16598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4" h="16598">
                  <a:moveTo>
                    <a:pt x="8307" y="16598"/>
                  </a:moveTo>
                  <a:cubicBezTo>
                    <a:pt x="12780" y="16598"/>
                    <a:pt x="16614" y="12768"/>
                    <a:pt x="16614" y="8299"/>
                  </a:cubicBezTo>
                  <a:cubicBezTo>
                    <a:pt x="16614" y="3830"/>
                    <a:pt x="12780" y="0"/>
                    <a:pt x="8307" y="0"/>
                  </a:cubicBezTo>
                  <a:cubicBezTo>
                    <a:pt x="3834" y="0"/>
                    <a:pt x="0" y="3830"/>
                    <a:pt x="0" y="8299"/>
                  </a:cubicBezTo>
                  <a:cubicBezTo>
                    <a:pt x="0" y="12768"/>
                    <a:pt x="3834" y="16598"/>
                    <a:pt x="8307" y="16598"/>
                  </a:cubicBezTo>
                  <a:lnTo>
                    <a:pt x="8307" y="16598"/>
                  </a:lnTo>
                  <a:close/>
                </a:path>
              </a:pathLst>
            </a:custGeom>
            <a:solidFill>
              <a:srgbClr val="00ABAB"/>
            </a:solidFill>
            <a:ln w="6390" cap="flat">
              <a:noFill/>
              <a:prstDash val="solid"/>
              <a:miter/>
            </a:ln>
          </p:spPr>
          <p:txBody>
            <a:bodyPr rtlCol="0" anchor="ctr"/>
            <a:lstStyle/>
            <a:p>
              <a:endParaRPr lang="en-US"/>
            </a:p>
          </p:txBody>
        </p:sp>
        <p:sp>
          <p:nvSpPr>
            <p:cNvPr id="482" name="Graphic 4">
              <a:extLst>
                <a:ext uri="{FF2B5EF4-FFF2-40B4-BE49-F238E27FC236}">
                  <a16:creationId xmlns:a16="http://schemas.microsoft.com/office/drawing/2014/main" id="{AB0D27F6-6A23-3F4C-8F19-73B874997B6A}"/>
                </a:ext>
              </a:extLst>
            </p:cNvPr>
            <p:cNvSpPr/>
            <p:nvPr/>
          </p:nvSpPr>
          <p:spPr>
            <a:xfrm>
              <a:off x="5099169"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51764 w 362309"/>
                <a:gd name="connsiteY7" fmla="*/ 77885 h 361971"/>
                <a:gd name="connsiteX8" fmla="*/ 272850 w 362309"/>
                <a:gd name="connsiteY8" fmla="*/ 98952 h 361971"/>
                <a:gd name="connsiteX9" fmla="*/ 251764 w 362309"/>
                <a:gd name="connsiteY9" fmla="*/ 120019 h 361971"/>
                <a:gd name="connsiteX10" fmla="*/ 230677 w 362309"/>
                <a:gd name="connsiteY10" fmla="*/ 98952 h 361971"/>
                <a:gd name="connsiteX11" fmla="*/ 251764 w 362309"/>
                <a:gd name="connsiteY11" fmla="*/ 77885 h 361971"/>
                <a:gd name="connsiteX12" fmla="*/ 177640 w 362309"/>
                <a:gd name="connsiteY12" fmla="*/ 77885 h 361971"/>
                <a:gd name="connsiteX13" fmla="*/ 198727 w 362309"/>
                <a:gd name="connsiteY13" fmla="*/ 98952 h 361971"/>
                <a:gd name="connsiteX14" fmla="*/ 177640 w 362309"/>
                <a:gd name="connsiteY14" fmla="*/ 120019 h 361971"/>
                <a:gd name="connsiteX15" fmla="*/ 156553 w 362309"/>
                <a:gd name="connsiteY15" fmla="*/ 98952 h 361971"/>
                <a:gd name="connsiteX16" fmla="*/ 177640 w 362309"/>
                <a:gd name="connsiteY16" fmla="*/ 77885 h 361971"/>
                <a:gd name="connsiteX17" fmla="*/ 177640 w 362309"/>
                <a:gd name="connsiteY17" fmla="*/ 77885 h 361971"/>
                <a:gd name="connsiteX18" fmla="*/ 102878 w 362309"/>
                <a:gd name="connsiteY18" fmla="*/ 77885 h 361971"/>
                <a:gd name="connsiteX19" fmla="*/ 123965 w 362309"/>
                <a:gd name="connsiteY19" fmla="*/ 98952 h 361971"/>
                <a:gd name="connsiteX20" fmla="*/ 102878 w 362309"/>
                <a:gd name="connsiteY20" fmla="*/ 120019 h 361971"/>
                <a:gd name="connsiteX21" fmla="*/ 81791 w 362309"/>
                <a:gd name="connsiteY21" fmla="*/ 98952 h 361971"/>
                <a:gd name="connsiteX22" fmla="*/ 102878 w 362309"/>
                <a:gd name="connsiteY22" fmla="*/ 77885 h 361971"/>
                <a:gd name="connsiteX23" fmla="*/ 102878 w 362309"/>
                <a:gd name="connsiteY23" fmla="*/ 77885 h 361971"/>
                <a:gd name="connsiteX24" fmla="*/ 102878 w 362309"/>
                <a:gd name="connsiteY24" fmla="*/ 77885 h 361971"/>
                <a:gd name="connsiteX25" fmla="*/ 130355 w 362309"/>
                <a:gd name="connsiteY25" fmla="*/ 222163 h 361971"/>
                <a:gd name="connsiteX26" fmla="*/ 125243 w 362309"/>
                <a:gd name="connsiteY26" fmla="*/ 224716 h 361971"/>
                <a:gd name="connsiteX27" fmla="*/ 123965 w 362309"/>
                <a:gd name="connsiteY27" fmla="*/ 224716 h 361971"/>
                <a:gd name="connsiteX28" fmla="*/ 123965 w 362309"/>
                <a:gd name="connsiteY28" fmla="*/ 277703 h 361971"/>
                <a:gd name="connsiteX29" fmla="*/ 117575 w 362309"/>
                <a:gd name="connsiteY29" fmla="*/ 284087 h 361971"/>
                <a:gd name="connsiteX30" fmla="*/ 111185 w 362309"/>
                <a:gd name="connsiteY30" fmla="*/ 277703 h 361971"/>
                <a:gd name="connsiteX31" fmla="*/ 111185 w 362309"/>
                <a:gd name="connsiteY31" fmla="*/ 224716 h 361971"/>
                <a:gd name="connsiteX32" fmla="*/ 93932 w 362309"/>
                <a:gd name="connsiteY32" fmla="*/ 224716 h 361971"/>
                <a:gd name="connsiteX33" fmla="*/ 93932 w 362309"/>
                <a:gd name="connsiteY33" fmla="*/ 277703 h 361971"/>
                <a:gd name="connsiteX34" fmla="*/ 87542 w 362309"/>
                <a:gd name="connsiteY34" fmla="*/ 284087 h 361971"/>
                <a:gd name="connsiteX35" fmla="*/ 81152 w 362309"/>
                <a:gd name="connsiteY35" fmla="*/ 277703 h 361971"/>
                <a:gd name="connsiteX36" fmla="*/ 81152 w 362309"/>
                <a:gd name="connsiteY36" fmla="*/ 224716 h 361971"/>
                <a:gd name="connsiteX37" fmla="*/ 79874 w 362309"/>
                <a:gd name="connsiteY37" fmla="*/ 224716 h 361971"/>
                <a:gd name="connsiteX38" fmla="*/ 74762 w 362309"/>
                <a:gd name="connsiteY38" fmla="*/ 222163 h 361971"/>
                <a:gd name="connsiteX39" fmla="*/ 73484 w 362309"/>
                <a:gd name="connsiteY39" fmla="*/ 217055 h 361971"/>
                <a:gd name="connsiteX40" fmla="*/ 88181 w 362309"/>
                <a:gd name="connsiteY40" fmla="*/ 142363 h 361971"/>
                <a:gd name="connsiteX41" fmla="*/ 94571 w 362309"/>
                <a:gd name="connsiteY41" fmla="*/ 137256 h 361971"/>
                <a:gd name="connsiteX42" fmla="*/ 109268 w 362309"/>
                <a:gd name="connsiteY42" fmla="*/ 137256 h 361971"/>
                <a:gd name="connsiteX43" fmla="*/ 115658 w 362309"/>
                <a:gd name="connsiteY43" fmla="*/ 142363 h 361971"/>
                <a:gd name="connsiteX44" fmla="*/ 130355 w 362309"/>
                <a:gd name="connsiteY44" fmla="*/ 217055 h 361971"/>
                <a:gd name="connsiteX45" fmla="*/ 130355 w 362309"/>
                <a:gd name="connsiteY45" fmla="*/ 222163 h 361971"/>
                <a:gd name="connsiteX46" fmla="*/ 130355 w 362309"/>
                <a:gd name="connsiteY46" fmla="*/ 222163 h 361971"/>
                <a:gd name="connsiteX47" fmla="*/ 206395 w 362309"/>
                <a:gd name="connsiteY47" fmla="*/ 203011 h 361971"/>
                <a:gd name="connsiteX48" fmla="*/ 200005 w 362309"/>
                <a:gd name="connsiteY48" fmla="*/ 209395 h 361971"/>
                <a:gd name="connsiteX49" fmla="*/ 198727 w 362309"/>
                <a:gd name="connsiteY49" fmla="*/ 209395 h 361971"/>
                <a:gd name="connsiteX50" fmla="*/ 198727 w 362309"/>
                <a:gd name="connsiteY50" fmla="*/ 277065 h 361971"/>
                <a:gd name="connsiteX51" fmla="*/ 192337 w 362309"/>
                <a:gd name="connsiteY51" fmla="*/ 283449 h 361971"/>
                <a:gd name="connsiteX52" fmla="*/ 185947 w 362309"/>
                <a:gd name="connsiteY52" fmla="*/ 277065 h 361971"/>
                <a:gd name="connsiteX53" fmla="*/ 185947 w 362309"/>
                <a:gd name="connsiteY53" fmla="*/ 209395 h 361971"/>
                <a:gd name="connsiteX54" fmla="*/ 168695 w 362309"/>
                <a:gd name="connsiteY54" fmla="*/ 209395 h 361971"/>
                <a:gd name="connsiteX55" fmla="*/ 168695 w 362309"/>
                <a:gd name="connsiteY55" fmla="*/ 277065 h 361971"/>
                <a:gd name="connsiteX56" fmla="*/ 162305 w 362309"/>
                <a:gd name="connsiteY56" fmla="*/ 283449 h 361971"/>
                <a:gd name="connsiteX57" fmla="*/ 155915 w 362309"/>
                <a:gd name="connsiteY57" fmla="*/ 277065 h 361971"/>
                <a:gd name="connsiteX58" fmla="*/ 155915 w 362309"/>
                <a:gd name="connsiteY58" fmla="*/ 209395 h 361971"/>
                <a:gd name="connsiteX59" fmla="*/ 154637 w 362309"/>
                <a:gd name="connsiteY59" fmla="*/ 209395 h 361971"/>
                <a:gd name="connsiteX60" fmla="*/ 148247 w 362309"/>
                <a:gd name="connsiteY60" fmla="*/ 203011 h 361971"/>
                <a:gd name="connsiteX61" fmla="*/ 148247 w 362309"/>
                <a:gd name="connsiteY61" fmla="*/ 143640 h 361971"/>
                <a:gd name="connsiteX62" fmla="*/ 154637 w 362309"/>
                <a:gd name="connsiteY62" fmla="*/ 137256 h 361971"/>
                <a:gd name="connsiteX63" fmla="*/ 199366 w 362309"/>
                <a:gd name="connsiteY63" fmla="*/ 137256 h 361971"/>
                <a:gd name="connsiteX64" fmla="*/ 205756 w 362309"/>
                <a:gd name="connsiteY64" fmla="*/ 143640 h 361971"/>
                <a:gd name="connsiteX65" fmla="*/ 206395 w 362309"/>
                <a:gd name="connsiteY65" fmla="*/ 203011 h 361971"/>
                <a:gd name="connsiteX66" fmla="*/ 280518 w 362309"/>
                <a:gd name="connsiteY66" fmla="*/ 203011 h 361971"/>
                <a:gd name="connsiteX67" fmla="*/ 274128 w 362309"/>
                <a:gd name="connsiteY67" fmla="*/ 209395 h 361971"/>
                <a:gd name="connsiteX68" fmla="*/ 272850 w 362309"/>
                <a:gd name="connsiteY68" fmla="*/ 209395 h 361971"/>
                <a:gd name="connsiteX69" fmla="*/ 272850 w 362309"/>
                <a:gd name="connsiteY69" fmla="*/ 277065 h 361971"/>
                <a:gd name="connsiteX70" fmla="*/ 266460 w 362309"/>
                <a:gd name="connsiteY70" fmla="*/ 283449 h 361971"/>
                <a:gd name="connsiteX71" fmla="*/ 260071 w 362309"/>
                <a:gd name="connsiteY71" fmla="*/ 277065 h 361971"/>
                <a:gd name="connsiteX72" fmla="*/ 260071 w 362309"/>
                <a:gd name="connsiteY72" fmla="*/ 209395 h 361971"/>
                <a:gd name="connsiteX73" fmla="*/ 242818 w 362309"/>
                <a:gd name="connsiteY73" fmla="*/ 209395 h 361971"/>
                <a:gd name="connsiteX74" fmla="*/ 242818 w 362309"/>
                <a:gd name="connsiteY74" fmla="*/ 277065 h 361971"/>
                <a:gd name="connsiteX75" fmla="*/ 236428 w 362309"/>
                <a:gd name="connsiteY75" fmla="*/ 283449 h 361971"/>
                <a:gd name="connsiteX76" fmla="*/ 230038 w 362309"/>
                <a:gd name="connsiteY76" fmla="*/ 277065 h 361971"/>
                <a:gd name="connsiteX77" fmla="*/ 230038 w 362309"/>
                <a:gd name="connsiteY77" fmla="*/ 209395 h 361971"/>
                <a:gd name="connsiteX78" fmla="*/ 230038 w 362309"/>
                <a:gd name="connsiteY78" fmla="*/ 209395 h 361971"/>
                <a:gd name="connsiteX79" fmla="*/ 223648 w 362309"/>
                <a:gd name="connsiteY79" fmla="*/ 203011 h 361971"/>
                <a:gd name="connsiteX80" fmla="*/ 223648 w 362309"/>
                <a:gd name="connsiteY80" fmla="*/ 143640 h 361971"/>
                <a:gd name="connsiteX81" fmla="*/ 230038 w 362309"/>
                <a:gd name="connsiteY81" fmla="*/ 137256 h 361971"/>
                <a:gd name="connsiteX82" fmla="*/ 274767 w 362309"/>
                <a:gd name="connsiteY82" fmla="*/ 137256 h 361971"/>
                <a:gd name="connsiteX83" fmla="*/ 281157 w 362309"/>
                <a:gd name="connsiteY83" fmla="*/ 143640 h 361971"/>
                <a:gd name="connsiteX84" fmla="*/ 280518 w 362309"/>
                <a:gd name="connsiteY84" fmla="*/ 20301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cubicBezTo>
                    <a:pt x="181474" y="0"/>
                    <a:pt x="181474" y="0"/>
                    <a:pt x="181474" y="0"/>
                  </a:cubicBezTo>
                  <a:close/>
                  <a:moveTo>
                    <a:pt x="251764" y="77885"/>
                  </a:moveTo>
                  <a:cubicBezTo>
                    <a:pt x="263266" y="77885"/>
                    <a:pt x="272850" y="87461"/>
                    <a:pt x="272850" y="98952"/>
                  </a:cubicBezTo>
                  <a:cubicBezTo>
                    <a:pt x="272850" y="110443"/>
                    <a:pt x="263266" y="120019"/>
                    <a:pt x="251764" y="120019"/>
                  </a:cubicBezTo>
                  <a:cubicBezTo>
                    <a:pt x="240261" y="120019"/>
                    <a:pt x="230677" y="110443"/>
                    <a:pt x="230677" y="98952"/>
                  </a:cubicBezTo>
                  <a:cubicBezTo>
                    <a:pt x="230677" y="87461"/>
                    <a:pt x="240261" y="77885"/>
                    <a:pt x="251764" y="77885"/>
                  </a:cubicBezTo>
                  <a:close/>
                  <a:moveTo>
                    <a:pt x="177640" y="77885"/>
                  </a:moveTo>
                  <a:cubicBezTo>
                    <a:pt x="189142" y="77885"/>
                    <a:pt x="198727" y="87461"/>
                    <a:pt x="198727" y="98952"/>
                  </a:cubicBezTo>
                  <a:cubicBezTo>
                    <a:pt x="198727" y="110443"/>
                    <a:pt x="189142" y="120019"/>
                    <a:pt x="177640" y="120019"/>
                  </a:cubicBezTo>
                  <a:cubicBezTo>
                    <a:pt x="166138" y="120019"/>
                    <a:pt x="156553" y="110443"/>
                    <a:pt x="156553" y="98952"/>
                  </a:cubicBezTo>
                  <a:cubicBezTo>
                    <a:pt x="156553" y="87461"/>
                    <a:pt x="166138" y="77885"/>
                    <a:pt x="177640" y="77885"/>
                  </a:cubicBezTo>
                  <a:lnTo>
                    <a:pt x="177640" y="77885"/>
                  </a:lnTo>
                  <a:close/>
                  <a:moveTo>
                    <a:pt x="102878" y="77885"/>
                  </a:moveTo>
                  <a:cubicBezTo>
                    <a:pt x="114380" y="77885"/>
                    <a:pt x="123965" y="87461"/>
                    <a:pt x="123965" y="98952"/>
                  </a:cubicBezTo>
                  <a:cubicBezTo>
                    <a:pt x="123965" y="110443"/>
                    <a:pt x="114380" y="120019"/>
                    <a:pt x="102878" y="120019"/>
                  </a:cubicBezTo>
                  <a:cubicBezTo>
                    <a:pt x="91376" y="120019"/>
                    <a:pt x="81791" y="110443"/>
                    <a:pt x="81791" y="98952"/>
                  </a:cubicBezTo>
                  <a:cubicBezTo>
                    <a:pt x="81791" y="87461"/>
                    <a:pt x="91376" y="77885"/>
                    <a:pt x="102878" y="77885"/>
                  </a:cubicBezTo>
                  <a:lnTo>
                    <a:pt x="102878" y="77885"/>
                  </a:lnTo>
                  <a:lnTo>
                    <a:pt x="102878" y="77885"/>
                  </a:lnTo>
                  <a:close/>
                  <a:moveTo>
                    <a:pt x="130355" y="222163"/>
                  </a:moveTo>
                  <a:cubicBezTo>
                    <a:pt x="129077" y="223439"/>
                    <a:pt x="127160" y="224716"/>
                    <a:pt x="125243" y="224716"/>
                  </a:cubicBezTo>
                  <a:lnTo>
                    <a:pt x="123965" y="224716"/>
                  </a:lnTo>
                  <a:lnTo>
                    <a:pt x="123965" y="277703"/>
                  </a:lnTo>
                  <a:cubicBezTo>
                    <a:pt x="123965" y="281534"/>
                    <a:pt x="121409" y="284087"/>
                    <a:pt x="117575" y="284087"/>
                  </a:cubicBezTo>
                  <a:cubicBezTo>
                    <a:pt x="113741" y="284087"/>
                    <a:pt x="111185" y="281534"/>
                    <a:pt x="111185" y="277703"/>
                  </a:cubicBezTo>
                  <a:lnTo>
                    <a:pt x="111185" y="224716"/>
                  </a:lnTo>
                  <a:lnTo>
                    <a:pt x="93932" y="224716"/>
                  </a:lnTo>
                  <a:lnTo>
                    <a:pt x="93932" y="277703"/>
                  </a:lnTo>
                  <a:cubicBezTo>
                    <a:pt x="93932" y="281534"/>
                    <a:pt x="91376" y="284087"/>
                    <a:pt x="87542" y="284087"/>
                  </a:cubicBezTo>
                  <a:cubicBezTo>
                    <a:pt x="83708" y="284087"/>
                    <a:pt x="81152" y="281534"/>
                    <a:pt x="81152" y="277703"/>
                  </a:cubicBezTo>
                  <a:lnTo>
                    <a:pt x="81152" y="224716"/>
                  </a:lnTo>
                  <a:lnTo>
                    <a:pt x="79874" y="224716"/>
                  </a:lnTo>
                  <a:cubicBezTo>
                    <a:pt x="77957" y="224716"/>
                    <a:pt x="76040" y="224078"/>
                    <a:pt x="74762" y="222163"/>
                  </a:cubicBezTo>
                  <a:cubicBezTo>
                    <a:pt x="73484" y="220886"/>
                    <a:pt x="72845" y="218971"/>
                    <a:pt x="73484" y="217055"/>
                  </a:cubicBezTo>
                  <a:lnTo>
                    <a:pt x="88181" y="142363"/>
                  </a:lnTo>
                  <a:cubicBezTo>
                    <a:pt x="88820" y="139171"/>
                    <a:pt x="91376" y="137256"/>
                    <a:pt x="94571" y="137256"/>
                  </a:cubicBezTo>
                  <a:lnTo>
                    <a:pt x="109268" y="137256"/>
                  </a:lnTo>
                  <a:cubicBezTo>
                    <a:pt x="112463" y="137256"/>
                    <a:pt x="115019" y="139171"/>
                    <a:pt x="115658" y="142363"/>
                  </a:cubicBezTo>
                  <a:lnTo>
                    <a:pt x="130355" y="217055"/>
                  </a:lnTo>
                  <a:cubicBezTo>
                    <a:pt x="132272" y="218971"/>
                    <a:pt x="131633" y="220886"/>
                    <a:pt x="130355" y="222163"/>
                  </a:cubicBezTo>
                  <a:lnTo>
                    <a:pt x="130355" y="222163"/>
                  </a:lnTo>
                  <a:close/>
                  <a:moveTo>
                    <a:pt x="206395" y="203011"/>
                  </a:moveTo>
                  <a:cubicBezTo>
                    <a:pt x="206395" y="206841"/>
                    <a:pt x="203839" y="209395"/>
                    <a:pt x="200005" y="209395"/>
                  </a:cubicBezTo>
                  <a:lnTo>
                    <a:pt x="198727" y="209395"/>
                  </a:lnTo>
                  <a:lnTo>
                    <a:pt x="198727" y="277065"/>
                  </a:lnTo>
                  <a:cubicBezTo>
                    <a:pt x="198727" y="280895"/>
                    <a:pt x="196171" y="283449"/>
                    <a:pt x="192337" y="283449"/>
                  </a:cubicBezTo>
                  <a:cubicBezTo>
                    <a:pt x="188503" y="283449"/>
                    <a:pt x="185947" y="280895"/>
                    <a:pt x="185947" y="277065"/>
                  </a:cubicBezTo>
                  <a:lnTo>
                    <a:pt x="185947" y="209395"/>
                  </a:lnTo>
                  <a:lnTo>
                    <a:pt x="168695" y="209395"/>
                  </a:lnTo>
                  <a:lnTo>
                    <a:pt x="168695" y="277065"/>
                  </a:lnTo>
                  <a:cubicBezTo>
                    <a:pt x="168695" y="280895"/>
                    <a:pt x="166138" y="283449"/>
                    <a:pt x="162305" y="283449"/>
                  </a:cubicBezTo>
                  <a:cubicBezTo>
                    <a:pt x="158470" y="283449"/>
                    <a:pt x="155915" y="280895"/>
                    <a:pt x="155915" y="277065"/>
                  </a:cubicBezTo>
                  <a:lnTo>
                    <a:pt x="155915" y="209395"/>
                  </a:lnTo>
                  <a:lnTo>
                    <a:pt x="154637" y="209395"/>
                  </a:lnTo>
                  <a:cubicBezTo>
                    <a:pt x="150802" y="209395"/>
                    <a:pt x="148247" y="206841"/>
                    <a:pt x="148247" y="203011"/>
                  </a:cubicBezTo>
                  <a:lnTo>
                    <a:pt x="148247" y="143640"/>
                  </a:lnTo>
                  <a:cubicBezTo>
                    <a:pt x="148247" y="139809"/>
                    <a:pt x="150802" y="137256"/>
                    <a:pt x="154637" y="137256"/>
                  </a:cubicBezTo>
                  <a:lnTo>
                    <a:pt x="199366" y="137256"/>
                  </a:lnTo>
                  <a:cubicBezTo>
                    <a:pt x="203200" y="137256"/>
                    <a:pt x="205756" y="139809"/>
                    <a:pt x="205756" y="143640"/>
                  </a:cubicBezTo>
                  <a:lnTo>
                    <a:pt x="206395" y="203011"/>
                  </a:lnTo>
                  <a:close/>
                  <a:moveTo>
                    <a:pt x="280518" y="203011"/>
                  </a:moveTo>
                  <a:cubicBezTo>
                    <a:pt x="280518" y="206841"/>
                    <a:pt x="277962" y="209395"/>
                    <a:pt x="274128" y="209395"/>
                  </a:cubicBezTo>
                  <a:lnTo>
                    <a:pt x="272850" y="209395"/>
                  </a:lnTo>
                  <a:lnTo>
                    <a:pt x="272850" y="277065"/>
                  </a:lnTo>
                  <a:cubicBezTo>
                    <a:pt x="272850" y="280895"/>
                    <a:pt x="270294" y="283449"/>
                    <a:pt x="266460" y="283449"/>
                  </a:cubicBezTo>
                  <a:cubicBezTo>
                    <a:pt x="262626" y="283449"/>
                    <a:pt x="260071" y="280895"/>
                    <a:pt x="260071" y="277065"/>
                  </a:cubicBezTo>
                  <a:lnTo>
                    <a:pt x="260071" y="209395"/>
                  </a:lnTo>
                  <a:lnTo>
                    <a:pt x="242818" y="209395"/>
                  </a:lnTo>
                  <a:lnTo>
                    <a:pt x="242818" y="277065"/>
                  </a:lnTo>
                  <a:cubicBezTo>
                    <a:pt x="242818" y="280895"/>
                    <a:pt x="240261" y="283449"/>
                    <a:pt x="236428" y="283449"/>
                  </a:cubicBezTo>
                  <a:cubicBezTo>
                    <a:pt x="232594" y="283449"/>
                    <a:pt x="230038" y="280895"/>
                    <a:pt x="230038" y="277065"/>
                  </a:cubicBezTo>
                  <a:lnTo>
                    <a:pt x="230038" y="209395"/>
                  </a:lnTo>
                  <a:lnTo>
                    <a:pt x="230038" y="209395"/>
                  </a:lnTo>
                  <a:cubicBezTo>
                    <a:pt x="226204" y="209395"/>
                    <a:pt x="223648" y="206841"/>
                    <a:pt x="223648" y="203011"/>
                  </a:cubicBezTo>
                  <a:lnTo>
                    <a:pt x="223648" y="143640"/>
                  </a:lnTo>
                  <a:cubicBezTo>
                    <a:pt x="223648" y="139809"/>
                    <a:pt x="226204" y="137256"/>
                    <a:pt x="230038" y="137256"/>
                  </a:cubicBezTo>
                  <a:lnTo>
                    <a:pt x="274767" y="137256"/>
                  </a:lnTo>
                  <a:cubicBezTo>
                    <a:pt x="278601" y="137256"/>
                    <a:pt x="281157" y="139809"/>
                    <a:pt x="281157" y="143640"/>
                  </a:cubicBezTo>
                  <a:lnTo>
                    <a:pt x="280518" y="203011"/>
                  </a:lnTo>
                  <a:close/>
                </a:path>
              </a:pathLst>
            </a:custGeom>
            <a:solidFill>
              <a:srgbClr val="00ABAB"/>
            </a:solidFill>
            <a:ln w="6390" cap="flat">
              <a:noFill/>
              <a:prstDash val="solid"/>
              <a:miter/>
            </a:ln>
          </p:spPr>
          <p:txBody>
            <a:bodyPr rtlCol="0" anchor="ctr"/>
            <a:lstStyle/>
            <a:p>
              <a:endParaRPr lang="en-US"/>
            </a:p>
          </p:txBody>
        </p:sp>
      </p:grpSp>
      <p:grpSp>
        <p:nvGrpSpPr>
          <p:cNvPr id="483" name="Graphic 4">
            <a:extLst>
              <a:ext uri="{FF2B5EF4-FFF2-40B4-BE49-F238E27FC236}">
                <a16:creationId xmlns:a16="http://schemas.microsoft.com/office/drawing/2014/main" id="{3057367F-8091-1E49-B537-14F5744A6510}"/>
              </a:ext>
            </a:extLst>
          </p:cNvPr>
          <p:cNvGrpSpPr>
            <a:grpSpLocks noChangeAspect="1"/>
          </p:cNvGrpSpPr>
          <p:nvPr/>
        </p:nvGrpSpPr>
        <p:grpSpPr>
          <a:xfrm>
            <a:off x="5099169" y="3339623"/>
            <a:ext cx="362309" cy="361971"/>
            <a:chOff x="5099169" y="3339623"/>
            <a:chExt cx="362309" cy="361971"/>
          </a:xfrm>
          <a:solidFill>
            <a:srgbClr val="00ABAB"/>
          </a:solidFill>
        </p:grpSpPr>
        <p:sp>
          <p:nvSpPr>
            <p:cNvPr id="484" name="Graphic 4">
              <a:extLst>
                <a:ext uri="{FF2B5EF4-FFF2-40B4-BE49-F238E27FC236}">
                  <a16:creationId xmlns:a16="http://schemas.microsoft.com/office/drawing/2014/main" id="{975C53E3-8785-3748-BE16-CAE59CE74A5C}"/>
                </a:ext>
              </a:extLst>
            </p:cNvPr>
            <p:cNvSpPr/>
            <p:nvPr/>
          </p:nvSpPr>
          <p:spPr>
            <a:xfrm>
              <a:off x="5201408" y="3430914"/>
              <a:ext cx="16613" cy="16598"/>
            </a:xfrm>
            <a:custGeom>
              <a:avLst/>
              <a:gdLst>
                <a:gd name="connsiteX0" fmla="*/ 8307 w 16613"/>
                <a:gd name="connsiteY0" fmla="*/ 16599 h 16598"/>
                <a:gd name="connsiteX1" fmla="*/ 16614 w 16613"/>
                <a:gd name="connsiteY1" fmla="*/ 8299 h 16598"/>
                <a:gd name="connsiteX2" fmla="*/ 8307 w 16613"/>
                <a:gd name="connsiteY2" fmla="*/ 0 h 16598"/>
                <a:gd name="connsiteX3" fmla="*/ 0 w 16613"/>
                <a:gd name="connsiteY3" fmla="*/ 8299 h 16598"/>
                <a:gd name="connsiteX4" fmla="*/ 8307 w 16613"/>
                <a:gd name="connsiteY4" fmla="*/ 16599 h 16598"/>
                <a:gd name="connsiteX5" fmla="*/ 8307 w 16613"/>
                <a:gd name="connsiteY5" fmla="*/ 16599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3" h="16598">
                  <a:moveTo>
                    <a:pt x="8307" y="16599"/>
                  </a:moveTo>
                  <a:cubicBezTo>
                    <a:pt x="12780" y="16599"/>
                    <a:pt x="16614" y="12768"/>
                    <a:pt x="16614" y="8299"/>
                  </a:cubicBezTo>
                  <a:cubicBezTo>
                    <a:pt x="16614" y="3831"/>
                    <a:pt x="12780" y="0"/>
                    <a:pt x="8307" y="0"/>
                  </a:cubicBezTo>
                  <a:cubicBezTo>
                    <a:pt x="3834" y="0"/>
                    <a:pt x="0" y="3831"/>
                    <a:pt x="0" y="8299"/>
                  </a:cubicBezTo>
                  <a:cubicBezTo>
                    <a:pt x="0" y="12768"/>
                    <a:pt x="3195" y="16599"/>
                    <a:pt x="8307" y="16599"/>
                  </a:cubicBezTo>
                  <a:cubicBezTo>
                    <a:pt x="8307" y="16599"/>
                    <a:pt x="8307" y="16599"/>
                    <a:pt x="8307" y="16599"/>
                  </a:cubicBezTo>
                  <a:close/>
                </a:path>
              </a:pathLst>
            </a:custGeom>
            <a:solidFill>
              <a:srgbClr val="00ABAB"/>
            </a:solidFill>
            <a:ln w="6390" cap="flat">
              <a:noFill/>
              <a:prstDash val="solid"/>
              <a:miter/>
            </a:ln>
          </p:spPr>
          <p:txBody>
            <a:bodyPr rtlCol="0" anchor="ctr"/>
            <a:lstStyle/>
            <a:p>
              <a:endParaRPr lang="en-US"/>
            </a:p>
          </p:txBody>
        </p:sp>
        <p:sp>
          <p:nvSpPr>
            <p:cNvPr id="485" name="Graphic 4">
              <a:extLst>
                <a:ext uri="{FF2B5EF4-FFF2-40B4-BE49-F238E27FC236}">
                  <a16:creationId xmlns:a16="http://schemas.microsoft.com/office/drawing/2014/main" id="{AEF75F76-8F4C-5041-B5AE-C9ED848F1B52}"/>
                </a:ext>
              </a:extLst>
            </p:cNvPr>
            <p:cNvSpPr/>
            <p:nvPr/>
          </p:nvSpPr>
          <p:spPr>
            <a:xfrm>
              <a:off x="5193740" y="3489647"/>
              <a:ext cx="31949" cy="46603"/>
            </a:xfrm>
            <a:custGeom>
              <a:avLst/>
              <a:gdLst>
                <a:gd name="connsiteX0" fmla="*/ 0 w 31949"/>
                <a:gd name="connsiteY0" fmla="*/ 0 h 46603"/>
                <a:gd name="connsiteX1" fmla="*/ 31950 w 31949"/>
                <a:gd name="connsiteY1" fmla="*/ 0 h 46603"/>
                <a:gd name="connsiteX2" fmla="*/ 31950 w 31949"/>
                <a:gd name="connsiteY2" fmla="*/ 46603 h 46603"/>
                <a:gd name="connsiteX3" fmla="*/ 0 w 31949"/>
                <a:gd name="connsiteY3" fmla="*/ 46603 h 46603"/>
              </a:gdLst>
              <a:ahLst/>
              <a:cxnLst>
                <a:cxn ang="0">
                  <a:pos x="connsiteX0" y="connsiteY0"/>
                </a:cxn>
                <a:cxn ang="0">
                  <a:pos x="connsiteX1" y="connsiteY1"/>
                </a:cxn>
                <a:cxn ang="0">
                  <a:pos x="connsiteX2" y="connsiteY2"/>
                </a:cxn>
                <a:cxn ang="0">
                  <a:pos x="connsiteX3" y="connsiteY3"/>
                </a:cxn>
              </a:cxnLst>
              <a:rect l="l" t="t" r="r" b="b"/>
              <a:pathLst>
                <a:path w="31949" h="46603">
                  <a:moveTo>
                    <a:pt x="0" y="0"/>
                  </a:moveTo>
                  <a:lnTo>
                    <a:pt x="31950" y="0"/>
                  </a:lnTo>
                  <a:lnTo>
                    <a:pt x="31950" y="46603"/>
                  </a:lnTo>
                  <a:lnTo>
                    <a:pt x="0" y="46603"/>
                  </a:lnTo>
                  <a:close/>
                </a:path>
              </a:pathLst>
            </a:custGeom>
            <a:solidFill>
              <a:srgbClr val="00ABAB"/>
            </a:solidFill>
            <a:ln w="6390" cap="flat">
              <a:noFill/>
              <a:prstDash val="solid"/>
              <a:miter/>
            </a:ln>
          </p:spPr>
          <p:txBody>
            <a:bodyPr rtlCol="0" anchor="ctr"/>
            <a:lstStyle/>
            <a:p>
              <a:endParaRPr lang="en-US"/>
            </a:p>
          </p:txBody>
        </p:sp>
        <p:sp>
          <p:nvSpPr>
            <p:cNvPr id="486" name="Graphic 4">
              <a:extLst>
                <a:ext uri="{FF2B5EF4-FFF2-40B4-BE49-F238E27FC236}">
                  <a16:creationId xmlns:a16="http://schemas.microsoft.com/office/drawing/2014/main" id="{DBB952B5-6EAC-5042-BE1D-2EB8890F61CF}"/>
                </a:ext>
              </a:extLst>
            </p:cNvPr>
            <p:cNvSpPr/>
            <p:nvPr/>
          </p:nvSpPr>
          <p:spPr>
            <a:xfrm>
              <a:off x="5350224" y="3430914"/>
              <a:ext cx="16683" cy="16598"/>
            </a:xfrm>
            <a:custGeom>
              <a:avLst/>
              <a:gdLst>
                <a:gd name="connsiteX0" fmla="*/ 8376 w 16683"/>
                <a:gd name="connsiteY0" fmla="*/ 16599 h 16598"/>
                <a:gd name="connsiteX1" fmla="*/ 16684 w 16683"/>
                <a:gd name="connsiteY1" fmla="*/ 8299 h 16598"/>
                <a:gd name="connsiteX2" fmla="*/ 8376 w 16683"/>
                <a:gd name="connsiteY2" fmla="*/ 0 h 16598"/>
                <a:gd name="connsiteX3" fmla="*/ 70 w 16683"/>
                <a:gd name="connsiteY3" fmla="*/ 8299 h 16598"/>
                <a:gd name="connsiteX4" fmla="*/ 8376 w 16683"/>
                <a:gd name="connsiteY4" fmla="*/ 16599 h 16598"/>
                <a:gd name="connsiteX5" fmla="*/ 8376 w 16683"/>
                <a:gd name="connsiteY5" fmla="*/ 16599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83" h="16598">
                  <a:moveTo>
                    <a:pt x="8376" y="16599"/>
                  </a:moveTo>
                  <a:cubicBezTo>
                    <a:pt x="12850" y="16599"/>
                    <a:pt x="16684" y="12768"/>
                    <a:pt x="16684" y="8299"/>
                  </a:cubicBezTo>
                  <a:cubicBezTo>
                    <a:pt x="16684" y="3831"/>
                    <a:pt x="12850" y="0"/>
                    <a:pt x="8376" y="0"/>
                  </a:cubicBezTo>
                  <a:cubicBezTo>
                    <a:pt x="3904" y="0"/>
                    <a:pt x="70" y="3831"/>
                    <a:pt x="70" y="8299"/>
                  </a:cubicBezTo>
                  <a:cubicBezTo>
                    <a:pt x="-569" y="12768"/>
                    <a:pt x="3265" y="16599"/>
                    <a:pt x="8376" y="16599"/>
                  </a:cubicBezTo>
                  <a:cubicBezTo>
                    <a:pt x="8376" y="16599"/>
                    <a:pt x="8376" y="16599"/>
                    <a:pt x="8376" y="16599"/>
                  </a:cubicBezTo>
                  <a:close/>
                </a:path>
              </a:pathLst>
            </a:custGeom>
            <a:solidFill>
              <a:srgbClr val="00ABAB"/>
            </a:solidFill>
            <a:ln w="6390" cap="flat">
              <a:noFill/>
              <a:prstDash val="solid"/>
              <a:miter/>
            </a:ln>
          </p:spPr>
          <p:txBody>
            <a:bodyPr rtlCol="0" anchor="ctr"/>
            <a:lstStyle/>
            <a:p>
              <a:endParaRPr lang="en-US"/>
            </a:p>
          </p:txBody>
        </p:sp>
        <p:sp>
          <p:nvSpPr>
            <p:cNvPr id="487" name="Graphic 4">
              <a:extLst>
                <a:ext uri="{FF2B5EF4-FFF2-40B4-BE49-F238E27FC236}">
                  <a16:creationId xmlns:a16="http://schemas.microsoft.com/office/drawing/2014/main" id="{C460D739-50AF-A844-8231-C3E799879852}"/>
                </a:ext>
              </a:extLst>
            </p:cNvPr>
            <p:cNvSpPr/>
            <p:nvPr/>
          </p:nvSpPr>
          <p:spPr>
            <a:xfrm>
              <a:off x="5275531" y="3430914"/>
              <a:ext cx="16614" cy="16598"/>
            </a:xfrm>
            <a:custGeom>
              <a:avLst/>
              <a:gdLst>
                <a:gd name="connsiteX0" fmla="*/ 8307 w 16614"/>
                <a:gd name="connsiteY0" fmla="*/ 16599 h 16598"/>
                <a:gd name="connsiteX1" fmla="*/ 16614 w 16614"/>
                <a:gd name="connsiteY1" fmla="*/ 8299 h 16598"/>
                <a:gd name="connsiteX2" fmla="*/ 8307 w 16614"/>
                <a:gd name="connsiteY2" fmla="*/ 0 h 16598"/>
                <a:gd name="connsiteX3" fmla="*/ 0 w 16614"/>
                <a:gd name="connsiteY3" fmla="*/ 8299 h 16598"/>
                <a:gd name="connsiteX4" fmla="*/ 8307 w 16614"/>
                <a:gd name="connsiteY4" fmla="*/ 16599 h 16598"/>
                <a:gd name="connsiteX5" fmla="*/ 8307 w 16614"/>
                <a:gd name="connsiteY5" fmla="*/ 16599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4" h="16598">
                  <a:moveTo>
                    <a:pt x="8307" y="16599"/>
                  </a:moveTo>
                  <a:cubicBezTo>
                    <a:pt x="12780" y="16599"/>
                    <a:pt x="16614" y="12768"/>
                    <a:pt x="16614" y="8299"/>
                  </a:cubicBezTo>
                  <a:cubicBezTo>
                    <a:pt x="16614" y="3831"/>
                    <a:pt x="12780" y="0"/>
                    <a:pt x="8307" y="0"/>
                  </a:cubicBezTo>
                  <a:cubicBezTo>
                    <a:pt x="3834" y="0"/>
                    <a:pt x="0" y="3831"/>
                    <a:pt x="0" y="8299"/>
                  </a:cubicBezTo>
                  <a:cubicBezTo>
                    <a:pt x="0" y="12768"/>
                    <a:pt x="3834" y="16599"/>
                    <a:pt x="8307" y="16599"/>
                  </a:cubicBezTo>
                  <a:cubicBezTo>
                    <a:pt x="8307" y="16599"/>
                    <a:pt x="8307" y="16599"/>
                    <a:pt x="8307" y="16599"/>
                  </a:cubicBezTo>
                  <a:close/>
                </a:path>
              </a:pathLst>
            </a:custGeom>
            <a:solidFill>
              <a:srgbClr val="00ABAB"/>
            </a:solidFill>
            <a:ln w="6390" cap="flat">
              <a:noFill/>
              <a:prstDash val="solid"/>
              <a:miter/>
            </a:ln>
          </p:spPr>
          <p:txBody>
            <a:bodyPr rtlCol="0" anchor="ctr"/>
            <a:lstStyle/>
            <a:p>
              <a:endParaRPr lang="en-US"/>
            </a:p>
          </p:txBody>
        </p:sp>
        <p:sp>
          <p:nvSpPr>
            <p:cNvPr id="488" name="Graphic 4">
              <a:extLst>
                <a:ext uri="{FF2B5EF4-FFF2-40B4-BE49-F238E27FC236}">
                  <a16:creationId xmlns:a16="http://schemas.microsoft.com/office/drawing/2014/main" id="{EF09484C-90ED-0E4F-A347-98B4024A8782}"/>
                </a:ext>
              </a:extLst>
            </p:cNvPr>
            <p:cNvSpPr/>
            <p:nvPr/>
          </p:nvSpPr>
          <p:spPr>
            <a:xfrm>
              <a:off x="5267864" y="3489647"/>
              <a:ext cx="31949" cy="46603"/>
            </a:xfrm>
            <a:custGeom>
              <a:avLst/>
              <a:gdLst>
                <a:gd name="connsiteX0" fmla="*/ 0 w 31949"/>
                <a:gd name="connsiteY0" fmla="*/ 0 h 46603"/>
                <a:gd name="connsiteX1" fmla="*/ 31950 w 31949"/>
                <a:gd name="connsiteY1" fmla="*/ 0 h 46603"/>
                <a:gd name="connsiteX2" fmla="*/ 31950 w 31949"/>
                <a:gd name="connsiteY2" fmla="*/ 46603 h 46603"/>
                <a:gd name="connsiteX3" fmla="*/ 0 w 31949"/>
                <a:gd name="connsiteY3" fmla="*/ 46603 h 46603"/>
              </a:gdLst>
              <a:ahLst/>
              <a:cxnLst>
                <a:cxn ang="0">
                  <a:pos x="connsiteX0" y="connsiteY0"/>
                </a:cxn>
                <a:cxn ang="0">
                  <a:pos x="connsiteX1" y="connsiteY1"/>
                </a:cxn>
                <a:cxn ang="0">
                  <a:pos x="connsiteX2" y="connsiteY2"/>
                </a:cxn>
                <a:cxn ang="0">
                  <a:pos x="connsiteX3" y="connsiteY3"/>
                </a:cxn>
              </a:cxnLst>
              <a:rect l="l" t="t" r="r" b="b"/>
              <a:pathLst>
                <a:path w="31949" h="46603">
                  <a:moveTo>
                    <a:pt x="0" y="0"/>
                  </a:moveTo>
                  <a:lnTo>
                    <a:pt x="31950" y="0"/>
                  </a:lnTo>
                  <a:lnTo>
                    <a:pt x="31950" y="46603"/>
                  </a:lnTo>
                  <a:lnTo>
                    <a:pt x="0" y="46603"/>
                  </a:lnTo>
                  <a:close/>
                </a:path>
              </a:pathLst>
            </a:custGeom>
            <a:solidFill>
              <a:srgbClr val="00ABAB"/>
            </a:solidFill>
            <a:ln w="6390" cap="flat">
              <a:noFill/>
              <a:prstDash val="solid"/>
              <a:miter/>
            </a:ln>
          </p:spPr>
          <p:txBody>
            <a:bodyPr rtlCol="0" anchor="ctr"/>
            <a:lstStyle/>
            <a:p>
              <a:endParaRPr lang="en-US"/>
            </a:p>
          </p:txBody>
        </p:sp>
        <p:sp>
          <p:nvSpPr>
            <p:cNvPr id="489" name="Graphic 4">
              <a:extLst>
                <a:ext uri="{FF2B5EF4-FFF2-40B4-BE49-F238E27FC236}">
                  <a16:creationId xmlns:a16="http://schemas.microsoft.com/office/drawing/2014/main" id="{BFF1C0CD-D271-AE48-BFCD-1AA293545200}"/>
                </a:ext>
              </a:extLst>
            </p:cNvPr>
            <p:cNvSpPr/>
            <p:nvPr/>
          </p:nvSpPr>
          <p:spPr>
            <a:xfrm>
              <a:off x="5099169" y="33396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59431 w 362309"/>
                <a:gd name="connsiteY7" fmla="*/ 77885 h 361971"/>
                <a:gd name="connsiteX8" fmla="*/ 280518 w 362309"/>
                <a:gd name="connsiteY8" fmla="*/ 98952 h 361971"/>
                <a:gd name="connsiteX9" fmla="*/ 259431 w 362309"/>
                <a:gd name="connsiteY9" fmla="*/ 120019 h 361971"/>
                <a:gd name="connsiteX10" fmla="*/ 238345 w 362309"/>
                <a:gd name="connsiteY10" fmla="*/ 98952 h 361971"/>
                <a:gd name="connsiteX11" fmla="*/ 259431 w 362309"/>
                <a:gd name="connsiteY11" fmla="*/ 77885 h 361971"/>
                <a:gd name="connsiteX12" fmla="*/ 259431 w 362309"/>
                <a:gd name="connsiteY12" fmla="*/ 77885 h 361971"/>
                <a:gd name="connsiteX13" fmla="*/ 184669 w 362309"/>
                <a:gd name="connsiteY13" fmla="*/ 77885 h 361971"/>
                <a:gd name="connsiteX14" fmla="*/ 205756 w 362309"/>
                <a:gd name="connsiteY14" fmla="*/ 98952 h 361971"/>
                <a:gd name="connsiteX15" fmla="*/ 184669 w 362309"/>
                <a:gd name="connsiteY15" fmla="*/ 120019 h 361971"/>
                <a:gd name="connsiteX16" fmla="*/ 163582 w 362309"/>
                <a:gd name="connsiteY16" fmla="*/ 98952 h 361971"/>
                <a:gd name="connsiteX17" fmla="*/ 184669 w 362309"/>
                <a:gd name="connsiteY17" fmla="*/ 77885 h 361971"/>
                <a:gd name="connsiteX18" fmla="*/ 184669 w 362309"/>
                <a:gd name="connsiteY18" fmla="*/ 77885 h 361971"/>
                <a:gd name="connsiteX19" fmla="*/ 110546 w 362309"/>
                <a:gd name="connsiteY19" fmla="*/ 77885 h 361971"/>
                <a:gd name="connsiteX20" fmla="*/ 131633 w 362309"/>
                <a:gd name="connsiteY20" fmla="*/ 98952 h 361971"/>
                <a:gd name="connsiteX21" fmla="*/ 110546 w 362309"/>
                <a:gd name="connsiteY21" fmla="*/ 120019 h 361971"/>
                <a:gd name="connsiteX22" fmla="*/ 89459 w 362309"/>
                <a:gd name="connsiteY22" fmla="*/ 98952 h 361971"/>
                <a:gd name="connsiteX23" fmla="*/ 110546 w 362309"/>
                <a:gd name="connsiteY23" fmla="*/ 77885 h 361971"/>
                <a:gd name="connsiteX24" fmla="*/ 110546 w 362309"/>
                <a:gd name="connsiteY24" fmla="*/ 77885 h 361971"/>
                <a:gd name="connsiteX25" fmla="*/ 139301 w 362309"/>
                <a:gd name="connsiteY25" fmla="*/ 203649 h 361971"/>
                <a:gd name="connsiteX26" fmla="*/ 132911 w 362309"/>
                <a:gd name="connsiteY26" fmla="*/ 210033 h 361971"/>
                <a:gd name="connsiteX27" fmla="*/ 131633 w 362309"/>
                <a:gd name="connsiteY27" fmla="*/ 210033 h 361971"/>
                <a:gd name="connsiteX28" fmla="*/ 131633 w 362309"/>
                <a:gd name="connsiteY28" fmla="*/ 277703 h 361971"/>
                <a:gd name="connsiteX29" fmla="*/ 125243 w 362309"/>
                <a:gd name="connsiteY29" fmla="*/ 284087 h 361971"/>
                <a:gd name="connsiteX30" fmla="*/ 118853 w 362309"/>
                <a:gd name="connsiteY30" fmla="*/ 277703 h 361971"/>
                <a:gd name="connsiteX31" fmla="*/ 118853 w 362309"/>
                <a:gd name="connsiteY31" fmla="*/ 210033 h 361971"/>
                <a:gd name="connsiteX32" fmla="*/ 102239 w 362309"/>
                <a:gd name="connsiteY32" fmla="*/ 210033 h 361971"/>
                <a:gd name="connsiteX33" fmla="*/ 102239 w 362309"/>
                <a:gd name="connsiteY33" fmla="*/ 277703 h 361971"/>
                <a:gd name="connsiteX34" fmla="*/ 95849 w 362309"/>
                <a:gd name="connsiteY34" fmla="*/ 284087 h 361971"/>
                <a:gd name="connsiteX35" fmla="*/ 89459 w 362309"/>
                <a:gd name="connsiteY35" fmla="*/ 277703 h 361971"/>
                <a:gd name="connsiteX36" fmla="*/ 89459 w 362309"/>
                <a:gd name="connsiteY36" fmla="*/ 210033 h 361971"/>
                <a:gd name="connsiteX37" fmla="*/ 88181 w 362309"/>
                <a:gd name="connsiteY37" fmla="*/ 210033 h 361971"/>
                <a:gd name="connsiteX38" fmla="*/ 81791 w 362309"/>
                <a:gd name="connsiteY38" fmla="*/ 203649 h 361971"/>
                <a:gd name="connsiteX39" fmla="*/ 81791 w 362309"/>
                <a:gd name="connsiteY39" fmla="*/ 143640 h 361971"/>
                <a:gd name="connsiteX40" fmla="*/ 88181 w 362309"/>
                <a:gd name="connsiteY40" fmla="*/ 137256 h 361971"/>
                <a:gd name="connsiteX41" fmla="*/ 132911 w 362309"/>
                <a:gd name="connsiteY41" fmla="*/ 137256 h 361971"/>
                <a:gd name="connsiteX42" fmla="*/ 139301 w 362309"/>
                <a:gd name="connsiteY42" fmla="*/ 143640 h 361971"/>
                <a:gd name="connsiteX43" fmla="*/ 139301 w 362309"/>
                <a:gd name="connsiteY43" fmla="*/ 203649 h 361971"/>
                <a:gd name="connsiteX44" fmla="*/ 213424 w 362309"/>
                <a:gd name="connsiteY44" fmla="*/ 203649 h 361971"/>
                <a:gd name="connsiteX45" fmla="*/ 207034 w 362309"/>
                <a:gd name="connsiteY45" fmla="*/ 210033 h 361971"/>
                <a:gd name="connsiteX46" fmla="*/ 205756 w 362309"/>
                <a:gd name="connsiteY46" fmla="*/ 210033 h 361971"/>
                <a:gd name="connsiteX47" fmla="*/ 205756 w 362309"/>
                <a:gd name="connsiteY47" fmla="*/ 277703 h 361971"/>
                <a:gd name="connsiteX48" fmla="*/ 199366 w 362309"/>
                <a:gd name="connsiteY48" fmla="*/ 284087 h 361971"/>
                <a:gd name="connsiteX49" fmla="*/ 192976 w 362309"/>
                <a:gd name="connsiteY49" fmla="*/ 277703 h 361971"/>
                <a:gd name="connsiteX50" fmla="*/ 192976 w 362309"/>
                <a:gd name="connsiteY50" fmla="*/ 210033 h 361971"/>
                <a:gd name="connsiteX51" fmla="*/ 175723 w 362309"/>
                <a:gd name="connsiteY51" fmla="*/ 210033 h 361971"/>
                <a:gd name="connsiteX52" fmla="*/ 175723 w 362309"/>
                <a:gd name="connsiteY52" fmla="*/ 277703 h 361971"/>
                <a:gd name="connsiteX53" fmla="*/ 169333 w 362309"/>
                <a:gd name="connsiteY53" fmla="*/ 284087 h 361971"/>
                <a:gd name="connsiteX54" fmla="*/ 162943 w 362309"/>
                <a:gd name="connsiteY54" fmla="*/ 277703 h 361971"/>
                <a:gd name="connsiteX55" fmla="*/ 162943 w 362309"/>
                <a:gd name="connsiteY55" fmla="*/ 210033 h 361971"/>
                <a:gd name="connsiteX56" fmla="*/ 161665 w 362309"/>
                <a:gd name="connsiteY56" fmla="*/ 210033 h 361971"/>
                <a:gd name="connsiteX57" fmla="*/ 155275 w 362309"/>
                <a:gd name="connsiteY57" fmla="*/ 203649 h 361971"/>
                <a:gd name="connsiteX58" fmla="*/ 155275 w 362309"/>
                <a:gd name="connsiteY58" fmla="*/ 143640 h 361971"/>
                <a:gd name="connsiteX59" fmla="*/ 161665 w 362309"/>
                <a:gd name="connsiteY59" fmla="*/ 137256 h 361971"/>
                <a:gd name="connsiteX60" fmla="*/ 206395 w 362309"/>
                <a:gd name="connsiteY60" fmla="*/ 137256 h 361971"/>
                <a:gd name="connsiteX61" fmla="*/ 212785 w 362309"/>
                <a:gd name="connsiteY61" fmla="*/ 143640 h 361971"/>
                <a:gd name="connsiteX62" fmla="*/ 213424 w 362309"/>
                <a:gd name="connsiteY62" fmla="*/ 203649 h 361971"/>
                <a:gd name="connsiteX63" fmla="*/ 286269 w 362309"/>
                <a:gd name="connsiteY63" fmla="*/ 222801 h 361971"/>
                <a:gd name="connsiteX64" fmla="*/ 281157 w 362309"/>
                <a:gd name="connsiteY64" fmla="*/ 225355 h 361971"/>
                <a:gd name="connsiteX65" fmla="*/ 279879 w 362309"/>
                <a:gd name="connsiteY65" fmla="*/ 225355 h 361971"/>
                <a:gd name="connsiteX66" fmla="*/ 279879 w 362309"/>
                <a:gd name="connsiteY66" fmla="*/ 278341 h 361971"/>
                <a:gd name="connsiteX67" fmla="*/ 273489 w 362309"/>
                <a:gd name="connsiteY67" fmla="*/ 284725 h 361971"/>
                <a:gd name="connsiteX68" fmla="*/ 267099 w 362309"/>
                <a:gd name="connsiteY68" fmla="*/ 278341 h 361971"/>
                <a:gd name="connsiteX69" fmla="*/ 267099 w 362309"/>
                <a:gd name="connsiteY69" fmla="*/ 225355 h 361971"/>
                <a:gd name="connsiteX70" fmla="*/ 249846 w 362309"/>
                <a:gd name="connsiteY70" fmla="*/ 225355 h 361971"/>
                <a:gd name="connsiteX71" fmla="*/ 249846 w 362309"/>
                <a:gd name="connsiteY71" fmla="*/ 278341 h 361971"/>
                <a:gd name="connsiteX72" fmla="*/ 243456 w 362309"/>
                <a:gd name="connsiteY72" fmla="*/ 284725 h 361971"/>
                <a:gd name="connsiteX73" fmla="*/ 237067 w 362309"/>
                <a:gd name="connsiteY73" fmla="*/ 278341 h 361971"/>
                <a:gd name="connsiteX74" fmla="*/ 237067 w 362309"/>
                <a:gd name="connsiteY74" fmla="*/ 225355 h 361971"/>
                <a:gd name="connsiteX75" fmla="*/ 235789 w 362309"/>
                <a:gd name="connsiteY75" fmla="*/ 225355 h 361971"/>
                <a:gd name="connsiteX76" fmla="*/ 230677 w 362309"/>
                <a:gd name="connsiteY76" fmla="*/ 222801 h 361971"/>
                <a:gd name="connsiteX77" fmla="*/ 229399 w 362309"/>
                <a:gd name="connsiteY77" fmla="*/ 217694 h 361971"/>
                <a:gd name="connsiteX78" fmla="*/ 244096 w 362309"/>
                <a:gd name="connsiteY78" fmla="*/ 143001 h 361971"/>
                <a:gd name="connsiteX79" fmla="*/ 250486 w 362309"/>
                <a:gd name="connsiteY79" fmla="*/ 137894 h 361971"/>
                <a:gd name="connsiteX80" fmla="*/ 265182 w 362309"/>
                <a:gd name="connsiteY80" fmla="*/ 137894 h 361971"/>
                <a:gd name="connsiteX81" fmla="*/ 271572 w 362309"/>
                <a:gd name="connsiteY81" fmla="*/ 143001 h 361971"/>
                <a:gd name="connsiteX82" fmla="*/ 286269 w 362309"/>
                <a:gd name="connsiteY82" fmla="*/ 217694 h 361971"/>
                <a:gd name="connsiteX83" fmla="*/ 286269 w 362309"/>
                <a:gd name="connsiteY83" fmla="*/ 222801 h 361971"/>
                <a:gd name="connsiteX84" fmla="*/ 286269 w 362309"/>
                <a:gd name="connsiteY84" fmla="*/ 22280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310" y="81077"/>
                    <a:pt x="281157" y="0"/>
                    <a:pt x="181474" y="0"/>
                  </a:cubicBezTo>
                  <a:cubicBezTo>
                    <a:pt x="181474" y="0"/>
                    <a:pt x="181474" y="0"/>
                    <a:pt x="181474" y="0"/>
                  </a:cubicBezTo>
                  <a:close/>
                  <a:moveTo>
                    <a:pt x="259431" y="77885"/>
                  </a:moveTo>
                  <a:cubicBezTo>
                    <a:pt x="270934" y="77885"/>
                    <a:pt x="280518" y="87461"/>
                    <a:pt x="280518" y="98952"/>
                  </a:cubicBezTo>
                  <a:cubicBezTo>
                    <a:pt x="280518" y="110443"/>
                    <a:pt x="270934" y="120019"/>
                    <a:pt x="259431" y="120019"/>
                  </a:cubicBezTo>
                  <a:cubicBezTo>
                    <a:pt x="247929" y="120019"/>
                    <a:pt x="238345" y="110443"/>
                    <a:pt x="238345" y="98952"/>
                  </a:cubicBezTo>
                  <a:cubicBezTo>
                    <a:pt x="238345" y="87461"/>
                    <a:pt x="247291" y="77885"/>
                    <a:pt x="259431" y="77885"/>
                  </a:cubicBezTo>
                  <a:lnTo>
                    <a:pt x="259431" y="77885"/>
                  </a:lnTo>
                  <a:close/>
                  <a:moveTo>
                    <a:pt x="184669" y="77885"/>
                  </a:moveTo>
                  <a:cubicBezTo>
                    <a:pt x="196171" y="77885"/>
                    <a:pt x="205756" y="87461"/>
                    <a:pt x="205756" y="98952"/>
                  </a:cubicBezTo>
                  <a:cubicBezTo>
                    <a:pt x="205756" y="110443"/>
                    <a:pt x="196171" y="120019"/>
                    <a:pt x="184669" y="120019"/>
                  </a:cubicBezTo>
                  <a:cubicBezTo>
                    <a:pt x="173167" y="120019"/>
                    <a:pt x="163582" y="110443"/>
                    <a:pt x="163582" y="98952"/>
                  </a:cubicBezTo>
                  <a:cubicBezTo>
                    <a:pt x="163582" y="87461"/>
                    <a:pt x="173167" y="77885"/>
                    <a:pt x="184669" y="77885"/>
                  </a:cubicBezTo>
                  <a:lnTo>
                    <a:pt x="184669" y="77885"/>
                  </a:lnTo>
                  <a:close/>
                  <a:moveTo>
                    <a:pt x="110546" y="77885"/>
                  </a:moveTo>
                  <a:cubicBezTo>
                    <a:pt x="122048" y="77885"/>
                    <a:pt x="131633" y="87461"/>
                    <a:pt x="131633" y="98952"/>
                  </a:cubicBezTo>
                  <a:cubicBezTo>
                    <a:pt x="131633" y="110443"/>
                    <a:pt x="122048" y="120019"/>
                    <a:pt x="110546" y="120019"/>
                  </a:cubicBezTo>
                  <a:cubicBezTo>
                    <a:pt x="99044" y="120019"/>
                    <a:pt x="89459" y="110443"/>
                    <a:pt x="89459" y="98952"/>
                  </a:cubicBezTo>
                  <a:cubicBezTo>
                    <a:pt x="89459" y="87461"/>
                    <a:pt x="98405" y="77885"/>
                    <a:pt x="110546" y="77885"/>
                  </a:cubicBezTo>
                  <a:lnTo>
                    <a:pt x="110546" y="77885"/>
                  </a:lnTo>
                  <a:close/>
                  <a:moveTo>
                    <a:pt x="139301" y="203649"/>
                  </a:moveTo>
                  <a:cubicBezTo>
                    <a:pt x="139301" y="207479"/>
                    <a:pt x="136745" y="210033"/>
                    <a:pt x="132911" y="210033"/>
                  </a:cubicBezTo>
                  <a:lnTo>
                    <a:pt x="131633" y="210033"/>
                  </a:lnTo>
                  <a:lnTo>
                    <a:pt x="131633" y="277703"/>
                  </a:lnTo>
                  <a:cubicBezTo>
                    <a:pt x="131633" y="281533"/>
                    <a:pt x="129077" y="284087"/>
                    <a:pt x="125243" y="284087"/>
                  </a:cubicBezTo>
                  <a:cubicBezTo>
                    <a:pt x="121409" y="284087"/>
                    <a:pt x="118853" y="281533"/>
                    <a:pt x="118853" y="277703"/>
                  </a:cubicBezTo>
                  <a:lnTo>
                    <a:pt x="118853" y="210033"/>
                  </a:lnTo>
                  <a:lnTo>
                    <a:pt x="102239" y="210033"/>
                  </a:lnTo>
                  <a:lnTo>
                    <a:pt x="102239" y="277703"/>
                  </a:lnTo>
                  <a:cubicBezTo>
                    <a:pt x="102239" y="281533"/>
                    <a:pt x="99683" y="284087"/>
                    <a:pt x="95849" y="284087"/>
                  </a:cubicBezTo>
                  <a:cubicBezTo>
                    <a:pt x="92015" y="284087"/>
                    <a:pt x="89459" y="281533"/>
                    <a:pt x="89459" y="277703"/>
                  </a:cubicBezTo>
                  <a:lnTo>
                    <a:pt x="89459" y="210033"/>
                  </a:lnTo>
                  <a:lnTo>
                    <a:pt x="88181" y="210033"/>
                  </a:lnTo>
                  <a:cubicBezTo>
                    <a:pt x="84347" y="210033"/>
                    <a:pt x="81791" y="207479"/>
                    <a:pt x="81791" y="203649"/>
                  </a:cubicBezTo>
                  <a:lnTo>
                    <a:pt x="81791" y="143640"/>
                  </a:lnTo>
                  <a:cubicBezTo>
                    <a:pt x="81791" y="139809"/>
                    <a:pt x="84347" y="137256"/>
                    <a:pt x="88181" y="137256"/>
                  </a:cubicBezTo>
                  <a:lnTo>
                    <a:pt x="132911" y="137256"/>
                  </a:lnTo>
                  <a:cubicBezTo>
                    <a:pt x="136745" y="137256"/>
                    <a:pt x="139301" y="139809"/>
                    <a:pt x="139301" y="143640"/>
                  </a:cubicBezTo>
                  <a:lnTo>
                    <a:pt x="139301" y="203649"/>
                  </a:lnTo>
                  <a:close/>
                  <a:moveTo>
                    <a:pt x="213424" y="203649"/>
                  </a:moveTo>
                  <a:cubicBezTo>
                    <a:pt x="213424" y="207479"/>
                    <a:pt x="210868" y="210033"/>
                    <a:pt x="207034" y="210033"/>
                  </a:cubicBezTo>
                  <a:lnTo>
                    <a:pt x="205756" y="210033"/>
                  </a:lnTo>
                  <a:lnTo>
                    <a:pt x="205756" y="277703"/>
                  </a:lnTo>
                  <a:cubicBezTo>
                    <a:pt x="205756" y="281533"/>
                    <a:pt x="203200" y="284087"/>
                    <a:pt x="199366" y="284087"/>
                  </a:cubicBezTo>
                  <a:cubicBezTo>
                    <a:pt x="195532" y="284087"/>
                    <a:pt x="192976" y="281533"/>
                    <a:pt x="192976" y="277703"/>
                  </a:cubicBezTo>
                  <a:lnTo>
                    <a:pt x="192976" y="210033"/>
                  </a:lnTo>
                  <a:lnTo>
                    <a:pt x="175723" y="210033"/>
                  </a:lnTo>
                  <a:lnTo>
                    <a:pt x="175723" y="277703"/>
                  </a:lnTo>
                  <a:cubicBezTo>
                    <a:pt x="175723" y="281533"/>
                    <a:pt x="173167" y="284087"/>
                    <a:pt x="169333" y="284087"/>
                  </a:cubicBezTo>
                  <a:cubicBezTo>
                    <a:pt x="165500" y="284087"/>
                    <a:pt x="162943" y="281533"/>
                    <a:pt x="162943" y="277703"/>
                  </a:cubicBezTo>
                  <a:lnTo>
                    <a:pt x="162943" y="210033"/>
                  </a:lnTo>
                  <a:lnTo>
                    <a:pt x="161665" y="210033"/>
                  </a:lnTo>
                  <a:cubicBezTo>
                    <a:pt x="157832" y="210033"/>
                    <a:pt x="155275" y="207479"/>
                    <a:pt x="155275" y="203649"/>
                  </a:cubicBezTo>
                  <a:lnTo>
                    <a:pt x="155275" y="143640"/>
                  </a:lnTo>
                  <a:cubicBezTo>
                    <a:pt x="155275" y="139809"/>
                    <a:pt x="157832" y="137256"/>
                    <a:pt x="161665" y="137256"/>
                  </a:cubicBezTo>
                  <a:lnTo>
                    <a:pt x="206395" y="137256"/>
                  </a:lnTo>
                  <a:cubicBezTo>
                    <a:pt x="210229" y="137256"/>
                    <a:pt x="212785" y="139809"/>
                    <a:pt x="212785" y="143640"/>
                  </a:cubicBezTo>
                  <a:lnTo>
                    <a:pt x="213424" y="203649"/>
                  </a:lnTo>
                  <a:close/>
                  <a:moveTo>
                    <a:pt x="286269" y="222801"/>
                  </a:moveTo>
                  <a:cubicBezTo>
                    <a:pt x="284991" y="224078"/>
                    <a:pt x="283074" y="225355"/>
                    <a:pt x="281157" y="225355"/>
                  </a:cubicBezTo>
                  <a:lnTo>
                    <a:pt x="279879" y="225355"/>
                  </a:lnTo>
                  <a:lnTo>
                    <a:pt x="279879" y="278341"/>
                  </a:lnTo>
                  <a:cubicBezTo>
                    <a:pt x="279879" y="282172"/>
                    <a:pt x="277323" y="284725"/>
                    <a:pt x="273489" y="284725"/>
                  </a:cubicBezTo>
                  <a:cubicBezTo>
                    <a:pt x="269655" y="284725"/>
                    <a:pt x="267099" y="282172"/>
                    <a:pt x="267099" y="278341"/>
                  </a:cubicBezTo>
                  <a:lnTo>
                    <a:pt x="267099" y="225355"/>
                  </a:lnTo>
                  <a:lnTo>
                    <a:pt x="249846" y="225355"/>
                  </a:lnTo>
                  <a:lnTo>
                    <a:pt x="249846" y="278341"/>
                  </a:lnTo>
                  <a:cubicBezTo>
                    <a:pt x="249846" y="282172"/>
                    <a:pt x="247291" y="284725"/>
                    <a:pt x="243456" y="284725"/>
                  </a:cubicBezTo>
                  <a:cubicBezTo>
                    <a:pt x="239623" y="284725"/>
                    <a:pt x="237067" y="282172"/>
                    <a:pt x="237067" y="278341"/>
                  </a:cubicBezTo>
                  <a:lnTo>
                    <a:pt x="237067" y="225355"/>
                  </a:lnTo>
                  <a:lnTo>
                    <a:pt x="235789" y="225355"/>
                  </a:lnTo>
                  <a:cubicBezTo>
                    <a:pt x="233872" y="225355"/>
                    <a:pt x="231955" y="224716"/>
                    <a:pt x="230677" y="222801"/>
                  </a:cubicBezTo>
                  <a:cubicBezTo>
                    <a:pt x="229399" y="221524"/>
                    <a:pt x="228760" y="219609"/>
                    <a:pt x="229399" y="217694"/>
                  </a:cubicBezTo>
                  <a:lnTo>
                    <a:pt x="244096" y="143001"/>
                  </a:lnTo>
                  <a:cubicBezTo>
                    <a:pt x="244735" y="139809"/>
                    <a:pt x="247291" y="137894"/>
                    <a:pt x="250486" y="137894"/>
                  </a:cubicBezTo>
                  <a:lnTo>
                    <a:pt x="265182" y="137894"/>
                  </a:lnTo>
                  <a:cubicBezTo>
                    <a:pt x="268377" y="137894"/>
                    <a:pt x="270934" y="139809"/>
                    <a:pt x="271572" y="143001"/>
                  </a:cubicBezTo>
                  <a:lnTo>
                    <a:pt x="286269" y="217694"/>
                  </a:lnTo>
                  <a:cubicBezTo>
                    <a:pt x="288825" y="218971"/>
                    <a:pt x="288186" y="220886"/>
                    <a:pt x="286269" y="222801"/>
                  </a:cubicBezTo>
                  <a:lnTo>
                    <a:pt x="286269" y="222801"/>
                  </a:lnTo>
                  <a:close/>
                </a:path>
              </a:pathLst>
            </a:custGeom>
            <a:solidFill>
              <a:srgbClr val="00ABAB"/>
            </a:solidFill>
            <a:ln w="6390" cap="flat">
              <a:noFill/>
              <a:prstDash val="solid"/>
              <a:miter/>
            </a:ln>
          </p:spPr>
          <p:txBody>
            <a:bodyPr rtlCol="0" anchor="ctr"/>
            <a:lstStyle/>
            <a:p>
              <a:endParaRPr lang="en-US"/>
            </a:p>
          </p:txBody>
        </p:sp>
        <p:sp>
          <p:nvSpPr>
            <p:cNvPr id="490" name="Graphic 4">
              <a:extLst>
                <a:ext uri="{FF2B5EF4-FFF2-40B4-BE49-F238E27FC236}">
                  <a16:creationId xmlns:a16="http://schemas.microsoft.com/office/drawing/2014/main" id="{93273D3A-5E0D-2543-B734-D82CBD97DDD6}"/>
                </a:ext>
              </a:extLst>
            </p:cNvPr>
            <p:cNvSpPr/>
            <p:nvPr/>
          </p:nvSpPr>
          <p:spPr>
            <a:xfrm>
              <a:off x="5343904" y="3489647"/>
              <a:ext cx="29393" cy="61924"/>
            </a:xfrm>
            <a:custGeom>
              <a:avLst/>
              <a:gdLst>
                <a:gd name="connsiteX0" fmla="*/ 12141 w 29393"/>
                <a:gd name="connsiteY0" fmla="*/ 0 h 61924"/>
                <a:gd name="connsiteX1" fmla="*/ 0 w 29393"/>
                <a:gd name="connsiteY1" fmla="*/ 61925 h 61924"/>
                <a:gd name="connsiteX2" fmla="*/ 29394 w 29393"/>
                <a:gd name="connsiteY2" fmla="*/ 61925 h 61924"/>
                <a:gd name="connsiteX3" fmla="*/ 16614 w 29393"/>
                <a:gd name="connsiteY3" fmla="*/ 0 h 61924"/>
              </a:gdLst>
              <a:ahLst/>
              <a:cxnLst>
                <a:cxn ang="0">
                  <a:pos x="connsiteX0" y="connsiteY0"/>
                </a:cxn>
                <a:cxn ang="0">
                  <a:pos x="connsiteX1" y="connsiteY1"/>
                </a:cxn>
                <a:cxn ang="0">
                  <a:pos x="connsiteX2" y="connsiteY2"/>
                </a:cxn>
                <a:cxn ang="0">
                  <a:pos x="connsiteX3" y="connsiteY3"/>
                </a:cxn>
              </a:cxnLst>
              <a:rect l="l" t="t" r="r" b="b"/>
              <a:pathLst>
                <a:path w="29393" h="61924">
                  <a:moveTo>
                    <a:pt x="12141" y="0"/>
                  </a:moveTo>
                  <a:lnTo>
                    <a:pt x="0" y="61925"/>
                  </a:lnTo>
                  <a:lnTo>
                    <a:pt x="29394" y="61925"/>
                  </a:lnTo>
                  <a:lnTo>
                    <a:pt x="16614" y="0"/>
                  </a:lnTo>
                  <a:close/>
                </a:path>
              </a:pathLst>
            </a:custGeom>
            <a:solidFill>
              <a:srgbClr val="00ABAB"/>
            </a:solidFill>
            <a:ln w="6390" cap="flat">
              <a:noFill/>
              <a:prstDash val="solid"/>
              <a:miter/>
            </a:ln>
          </p:spPr>
          <p:txBody>
            <a:bodyPr rtlCol="0" anchor="ctr"/>
            <a:lstStyle/>
            <a:p>
              <a:endParaRPr lang="en-US"/>
            </a:p>
          </p:txBody>
        </p:sp>
      </p:grpSp>
      <p:grpSp>
        <p:nvGrpSpPr>
          <p:cNvPr id="491" name="Graphic 4">
            <a:extLst>
              <a:ext uri="{FF2B5EF4-FFF2-40B4-BE49-F238E27FC236}">
                <a16:creationId xmlns:a16="http://schemas.microsoft.com/office/drawing/2014/main" id="{39520038-5514-5541-8EB4-F2937EC72066}"/>
              </a:ext>
            </a:extLst>
          </p:cNvPr>
          <p:cNvGrpSpPr>
            <a:grpSpLocks noChangeAspect="1"/>
          </p:cNvGrpSpPr>
          <p:nvPr/>
        </p:nvGrpSpPr>
        <p:grpSpPr>
          <a:xfrm>
            <a:off x="5099808" y="2855717"/>
            <a:ext cx="362309" cy="361971"/>
            <a:chOff x="5099808" y="2855717"/>
            <a:chExt cx="362309" cy="361971"/>
          </a:xfrm>
          <a:solidFill>
            <a:srgbClr val="00ABAB"/>
          </a:solidFill>
        </p:grpSpPr>
        <p:sp>
          <p:nvSpPr>
            <p:cNvPr id="492" name="Graphic 4">
              <a:extLst>
                <a:ext uri="{FF2B5EF4-FFF2-40B4-BE49-F238E27FC236}">
                  <a16:creationId xmlns:a16="http://schemas.microsoft.com/office/drawing/2014/main" id="{69A08A5C-C790-F047-A5A4-CE4C7EEEFAB4}"/>
                </a:ext>
              </a:extLst>
            </p:cNvPr>
            <p:cNvSpPr/>
            <p:nvPr/>
          </p:nvSpPr>
          <p:spPr>
            <a:xfrm>
              <a:off x="5272336" y="2947647"/>
              <a:ext cx="16614" cy="16598"/>
            </a:xfrm>
            <a:custGeom>
              <a:avLst/>
              <a:gdLst>
                <a:gd name="connsiteX0" fmla="*/ 8307 w 16614"/>
                <a:gd name="connsiteY0" fmla="*/ 16598 h 16598"/>
                <a:gd name="connsiteX1" fmla="*/ 16614 w 16614"/>
                <a:gd name="connsiteY1" fmla="*/ 8299 h 16598"/>
                <a:gd name="connsiteX2" fmla="*/ 8307 w 16614"/>
                <a:gd name="connsiteY2" fmla="*/ 0 h 16598"/>
                <a:gd name="connsiteX3" fmla="*/ 0 w 16614"/>
                <a:gd name="connsiteY3" fmla="*/ 8299 h 16598"/>
                <a:gd name="connsiteX4" fmla="*/ 0 w 16614"/>
                <a:gd name="connsiteY4" fmla="*/ 8299 h 16598"/>
                <a:gd name="connsiteX5" fmla="*/ 8307 w 16614"/>
                <a:gd name="connsiteY5" fmla="*/ 16598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4" h="16598">
                  <a:moveTo>
                    <a:pt x="8307" y="16598"/>
                  </a:moveTo>
                  <a:cubicBezTo>
                    <a:pt x="12780" y="16598"/>
                    <a:pt x="16614" y="12768"/>
                    <a:pt x="16614" y="8299"/>
                  </a:cubicBezTo>
                  <a:cubicBezTo>
                    <a:pt x="16614" y="3830"/>
                    <a:pt x="12780" y="0"/>
                    <a:pt x="8307" y="0"/>
                  </a:cubicBezTo>
                  <a:cubicBezTo>
                    <a:pt x="3834" y="0"/>
                    <a:pt x="0" y="3830"/>
                    <a:pt x="0" y="8299"/>
                  </a:cubicBezTo>
                  <a:lnTo>
                    <a:pt x="0" y="8299"/>
                  </a:lnTo>
                  <a:cubicBezTo>
                    <a:pt x="0" y="12768"/>
                    <a:pt x="3195" y="16598"/>
                    <a:pt x="8307" y="16598"/>
                  </a:cubicBezTo>
                  <a:close/>
                </a:path>
              </a:pathLst>
            </a:custGeom>
            <a:solidFill>
              <a:srgbClr val="00ABAB"/>
            </a:solidFill>
            <a:ln w="6390" cap="flat">
              <a:noFill/>
              <a:prstDash val="solid"/>
              <a:miter/>
            </a:ln>
          </p:spPr>
          <p:txBody>
            <a:bodyPr rtlCol="0" anchor="ctr"/>
            <a:lstStyle/>
            <a:p>
              <a:endParaRPr lang="en-US"/>
            </a:p>
          </p:txBody>
        </p:sp>
        <p:sp>
          <p:nvSpPr>
            <p:cNvPr id="493" name="Graphic 4">
              <a:extLst>
                <a:ext uri="{FF2B5EF4-FFF2-40B4-BE49-F238E27FC236}">
                  <a16:creationId xmlns:a16="http://schemas.microsoft.com/office/drawing/2014/main" id="{4174E2F8-63DD-9445-B216-E517290E81A3}"/>
                </a:ext>
              </a:extLst>
            </p:cNvPr>
            <p:cNvSpPr/>
            <p:nvPr/>
          </p:nvSpPr>
          <p:spPr>
            <a:xfrm>
              <a:off x="5192462" y="3006379"/>
              <a:ext cx="28754" cy="60647"/>
            </a:xfrm>
            <a:custGeom>
              <a:avLst/>
              <a:gdLst>
                <a:gd name="connsiteX0" fmla="*/ 12141 w 28754"/>
                <a:gd name="connsiteY0" fmla="*/ 0 h 60647"/>
                <a:gd name="connsiteX1" fmla="*/ 0 w 28754"/>
                <a:gd name="connsiteY1" fmla="*/ 60648 h 60647"/>
                <a:gd name="connsiteX2" fmla="*/ 28755 w 28754"/>
                <a:gd name="connsiteY2" fmla="*/ 60648 h 60647"/>
                <a:gd name="connsiteX3" fmla="*/ 16614 w 28754"/>
                <a:gd name="connsiteY3" fmla="*/ 0 h 60647"/>
              </a:gdLst>
              <a:ahLst/>
              <a:cxnLst>
                <a:cxn ang="0">
                  <a:pos x="connsiteX0" y="connsiteY0"/>
                </a:cxn>
                <a:cxn ang="0">
                  <a:pos x="connsiteX1" y="connsiteY1"/>
                </a:cxn>
                <a:cxn ang="0">
                  <a:pos x="connsiteX2" y="connsiteY2"/>
                </a:cxn>
                <a:cxn ang="0">
                  <a:pos x="connsiteX3" y="connsiteY3"/>
                </a:cxn>
              </a:cxnLst>
              <a:rect l="l" t="t" r="r" b="b"/>
              <a:pathLst>
                <a:path w="28754" h="60647">
                  <a:moveTo>
                    <a:pt x="12141" y="0"/>
                  </a:moveTo>
                  <a:lnTo>
                    <a:pt x="0" y="60648"/>
                  </a:lnTo>
                  <a:lnTo>
                    <a:pt x="28755" y="60648"/>
                  </a:lnTo>
                  <a:lnTo>
                    <a:pt x="16614" y="0"/>
                  </a:lnTo>
                  <a:close/>
                </a:path>
              </a:pathLst>
            </a:custGeom>
            <a:solidFill>
              <a:srgbClr val="00ABAB"/>
            </a:solidFill>
            <a:ln w="6390" cap="flat">
              <a:noFill/>
              <a:prstDash val="solid"/>
              <a:miter/>
            </a:ln>
          </p:spPr>
          <p:txBody>
            <a:bodyPr rtlCol="0" anchor="ctr"/>
            <a:lstStyle/>
            <a:p>
              <a:endParaRPr lang="en-US"/>
            </a:p>
          </p:txBody>
        </p:sp>
        <p:sp>
          <p:nvSpPr>
            <p:cNvPr id="494" name="Graphic 4">
              <a:extLst>
                <a:ext uri="{FF2B5EF4-FFF2-40B4-BE49-F238E27FC236}">
                  <a16:creationId xmlns:a16="http://schemas.microsoft.com/office/drawing/2014/main" id="{72209DC7-8273-1C4A-8D4C-52EDDAE59D2A}"/>
                </a:ext>
              </a:extLst>
            </p:cNvPr>
            <p:cNvSpPr/>
            <p:nvPr/>
          </p:nvSpPr>
          <p:spPr>
            <a:xfrm>
              <a:off x="5198852" y="2947647"/>
              <a:ext cx="16614" cy="16598"/>
            </a:xfrm>
            <a:custGeom>
              <a:avLst/>
              <a:gdLst>
                <a:gd name="connsiteX0" fmla="*/ 8307 w 16614"/>
                <a:gd name="connsiteY0" fmla="*/ 16598 h 16598"/>
                <a:gd name="connsiteX1" fmla="*/ 16614 w 16614"/>
                <a:gd name="connsiteY1" fmla="*/ 8299 h 16598"/>
                <a:gd name="connsiteX2" fmla="*/ 8307 w 16614"/>
                <a:gd name="connsiteY2" fmla="*/ 0 h 16598"/>
                <a:gd name="connsiteX3" fmla="*/ 0 w 16614"/>
                <a:gd name="connsiteY3" fmla="*/ 8299 h 16598"/>
                <a:gd name="connsiteX4" fmla="*/ 0 w 16614"/>
                <a:gd name="connsiteY4" fmla="*/ 8299 h 16598"/>
                <a:gd name="connsiteX5" fmla="*/ 8307 w 16614"/>
                <a:gd name="connsiteY5" fmla="*/ 16598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4" h="16598">
                  <a:moveTo>
                    <a:pt x="8307" y="16598"/>
                  </a:moveTo>
                  <a:cubicBezTo>
                    <a:pt x="12780" y="16598"/>
                    <a:pt x="16614" y="12768"/>
                    <a:pt x="16614" y="8299"/>
                  </a:cubicBezTo>
                  <a:cubicBezTo>
                    <a:pt x="16614" y="3830"/>
                    <a:pt x="12780" y="0"/>
                    <a:pt x="8307" y="0"/>
                  </a:cubicBezTo>
                  <a:cubicBezTo>
                    <a:pt x="3834" y="0"/>
                    <a:pt x="0" y="3830"/>
                    <a:pt x="0" y="8299"/>
                  </a:cubicBezTo>
                  <a:lnTo>
                    <a:pt x="0" y="8299"/>
                  </a:lnTo>
                  <a:cubicBezTo>
                    <a:pt x="0" y="12768"/>
                    <a:pt x="3834" y="16598"/>
                    <a:pt x="8307" y="16598"/>
                  </a:cubicBezTo>
                  <a:close/>
                </a:path>
              </a:pathLst>
            </a:custGeom>
            <a:solidFill>
              <a:srgbClr val="00ABAB"/>
            </a:solidFill>
            <a:ln w="6390" cap="flat">
              <a:noFill/>
              <a:prstDash val="solid"/>
              <a:miter/>
            </a:ln>
          </p:spPr>
          <p:txBody>
            <a:bodyPr rtlCol="0" anchor="ctr"/>
            <a:lstStyle/>
            <a:p>
              <a:endParaRPr lang="en-US"/>
            </a:p>
          </p:txBody>
        </p:sp>
        <p:sp>
          <p:nvSpPr>
            <p:cNvPr id="495" name="Graphic 4">
              <a:extLst>
                <a:ext uri="{FF2B5EF4-FFF2-40B4-BE49-F238E27FC236}">
                  <a16:creationId xmlns:a16="http://schemas.microsoft.com/office/drawing/2014/main" id="{280F7F51-864D-D248-9E5C-FBDECB44B63D}"/>
                </a:ext>
              </a:extLst>
            </p:cNvPr>
            <p:cNvSpPr/>
            <p:nvPr/>
          </p:nvSpPr>
          <p:spPr>
            <a:xfrm>
              <a:off x="5345182" y="2947647"/>
              <a:ext cx="16613" cy="16598"/>
            </a:xfrm>
            <a:custGeom>
              <a:avLst/>
              <a:gdLst>
                <a:gd name="connsiteX0" fmla="*/ 8307 w 16613"/>
                <a:gd name="connsiteY0" fmla="*/ 16598 h 16598"/>
                <a:gd name="connsiteX1" fmla="*/ 16614 w 16613"/>
                <a:gd name="connsiteY1" fmla="*/ 8299 h 16598"/>
                <a:gd name="connsiteX2" fmla="*/ 8307 w 16613"/>
                <a:gd name="connsiteY2" fmla="*/ 0 h 16598"/>
                <a:gd name="connsiteX3" fmla="*/ 0 w 16613"/>
                <a:gd name="connsiteY3" fmla="*/ 8299 h 16598"/>
                <a:gd name="connsiteX4" fmla="*/ 0 w 16613"/>
                <a:gd name="connsiteY4" fmla="*/ 8299 h 16598"/>
                <a:gd name="connsiteX5" fmla="*/ 8307 w 16613"/>
                <a:gd name="connsiteY5" fmla="*/ 16598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3" h="16598">
                  <a:moveTo>
                    <a:pt x="8307" y="16598"/>
                  </a:moveTo>
                  <a:cubicBezTo>
                    <a:pt x="12780" y="16598"/>
                    <a:pt x="16614" y="12768"/>
                    <a:pt x="16614" y="8299"/>
                  </a:cubicBezTo>
                  <a:cubicBezTo>
                    <a:pt x="16614" y="3830"/>
                    <a:pt x="12780" y="0"/>
                    <a:pt x="8307" y="0"/>
                  </a:cubicBezTo>
                  <a:cubicBezTo>
                    <a:pt x="3834" y="0"/>
                    <a:pt x="0" y="3830"/>
                    <a:pt x="0" y="8299"/>
                  </a:cubicBezTo>
                  <a:lnTo>
                    <a:pt x="0" y="8299"/>
                  </a:lnTo>
                  <a:cubicBezTo>
                    <a:pt x="0" y="12768"/>
                    <a:pt x="3834" y="16598"/>
                    <a:pt x="8307" y="16598"/>
                  </a:cubicBezTo>
                  <a:close/>
                </a:path>
              </a:pathLst>
            </a:custGeom>
            <a:solidFill>
              <a:srgbClr val="00ABAB"/>
            </a:solidFill>
            <a:ln w="6390" cap="flat">
              <a:noFill/>
              <a:prstDash val="solid"/>
              <a:miter/>
            </a:ln>
          </p:spPr>
          <p:txBody>
            <a:bodyPr rtlCol="0" anchor="ctr"/>
            <a:lstStyle/>
            <a:p>
              <a:endParaRPr lang="en-US"/>
            </a:p>
          </p:txBody>
        </p:sp>
        <p:sp>
          <p:nvSpPr>
            <p:cNvPr id="496" name="Graphic 4">
              <a:extLst>
                <a:ext uri="{FF2B5EF4-FFF2-40B4-BE49-F238E27FC236}">
                  <a16:creationId xmlns:a16="http://schemas.microsoft.com/office/drawing/2014/main" id="{C92BC18D-E00F-1641-B7BC-FCB3D9809200}"/>
                </a:ext>
              </a:extLst>
            </p:cNvPr>
            <p:cNvSpPr/>
            <p:nvPr/>
          </p:nvSpPr>
          <p:spPr>
            <a:xfrm>
              <a:off x="5099808" y="2855717"/>
              <a:ext cx="362309" cy="361971"/>
            </a:xfrm>
            <a:custGeom>
              <a:avLst/>
              <a:gdLst>
                <a:gd name="connsiteX0" fmla="*/ 180836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362310 w 362309"/>
                <a:gd name="connsiteY4" fmla="*/ 180667 h 361971"/>
                <a:gd name="connsiteX5" fmla="*/ 180836 w 362309"/>
                <a:gd name="connsiteY5" fmla="*/ 0 h 361971"/>
                <a:gd name="connsiteX6" fmla="*/ 180836 w 362309"/>
                <a:gd name="connsiteY6" fmla="*/ 0 h 361971"/>
                <a:gd name="connsiteX7" fmla="*/ 253681 w 362309"/>
                <a:gd name="connsiteY7" fmla="*/ 79161 h 361971"/>
                <a:gd name="connsiteX8" fmla="*/ 274767 w 362309"/>
                <a:gd name="connsiteY8" fmla="*/ 100228 h 361971"/>
                <a:gd name="connsiteX9" fmla="*/ 253681 w 362309"/>
                <a:gd name="connsiteY9" fmla="*/ 121296 h 361971"/>
                <a:gd name="connsiteX10" fmla="*/ 232594 w 362309"/>
                <a:gd name="connsiteY10" fmla="*/ 100228 h 361971"/>
                <a:gd name="connsiteX11" fmla="*/ 232594 w 362309"/>
                <a:gd name="connsiteY11" fmla="*/ 100228 h 361971"/>
                <a:gd name="connsiteX12" fmla="*/ 253681 w 362309"/>
                <a:gd name="connsiteY12" fmla="*/ 79161 h 361971"/>
                <a:gd name="connsiteX13" fmla="*/ 180836 w 362309"/>
                <a:gd name="connsiteY13" fmla="*/ 79161 h 361971"/>
                <a:gd name="connsiteX14" fmla="*/ 201922 w 362309"/>
                <a:gd name="connsiteY14" fmla="*/ 100228 h 361971"/>
                <a:gd name="connsiteX15" fmla="*/ 180836 w 362309"/>
                <a:gd name="connsiteY15" fmla="*/ 121296 h 361971"/>
                <a:gd name="connsiteX16" fmla="*/ 159748 w 362309"/>
                <a:gd name="connsiteY16" fmla="*/ 100228 h 361971"/>
                <a:gd name="connsiteX17" fmla="*/ 159748 w 362309"/>
                <a:gd name="connsiteY17" fmla="*/ 100228 h 361971"/>
                <a:gd name="connsiteX18" fmla="*/ 180836 w 362309"/>
                <a:gd name="connsiteY18" fmla="*/ 79161 h 361971"/>
                <a:gd name="connsiteX19" fmla="*/ 107351 w 362309"/>
                <a:gd name="connsiteY19" fmla="*/ 79161 h 361971"/>
                <a:gd name="connsiteX20" fmla="*/ 128438 w 362309"/>
                <a:gd name="connsiteY20" fmla="*/ 100228 h 361971"/>
                <a:gd name="connsiteX21" fmla="*/ 107351 w 362309"/>
                <a:gd name="connsiteY21" fmla="*/ 121296 h 361971"/>
                <a:gd name="connsiteX22" fmla="*/ 86264 w 362309"/>
                <a:gd name="connsiteY22" fmla="*/ 100228 h 361971"/>
                <a:gd name="connsiteX23" fmla="*/ 86264 w 362309"/>
                <a:gd name="connsiteY23" fmla="*/ 100228 h 361971"/>
                <a:gd name="connsiteX24" fmla="*/ 107351 w 362309"/>
                <a:gd name="connsiteY24" fmla="*/ 79161 h 361971"/>
                <a:gd name="connsiteX25" fmla="*/ 134189 w 362309"/>
                <a:gd name="connsiteY25" fmla="*/ 221524 h 361971"/>
                <a:gd name="connsiteX26" fmla="*/ 129077 w 362309"/>
                <a:gd name="connsiteY26" fmla="*/ 224078 h 361971"/>
                <a:gd name="connsiteX27" fmla="*/ 127799 w 362309"/>
                <a:gd name="connsiteY27" fmla="*/ 224078 h 361971"/>
                <a:gd name="connsiteX28" fmla="*/ 127799 w 362309"/>
                <a:gd name="connsiteY28" fmla="*/ 276426 h 361971"/>
                <a:gd name="connsiteX29" fmla="*/ 121409 w 362309"/>
                <a:gd name="connsiteY29" fmla="*/ 282810 h 361971"/>
                <a:gd name="connsiteX30" fmla="*/ 115019 w 362309"/>
                <a:gd name="connsiteY30" fmla="*/ 276426 h 361971"/>
                <a:gd name="connsiteX31" fmla="*/ 115019 w 362309"/>
                <a:gd name="connsiteY31" fmla="*/ 224078 h 361971"/>
                <a:gd name="connsiteX32" fmla="*/ 98405 w 362309"/>
                <a:gd name="connsiteY32" fmla="*/ 224078 h 361971"/>
                <a:gd name="connsiteX33" fmla="*/ 98405 w 362309"/>
                <a:gd name="connsiteY33" fmla="*/ 276426 h 361971"/>
                <a:gd name="connsiteX34" fmla="*/ 92015 w 362309"/>
                <a:gd name="connsiteY34" fmla="*/ 282810 h 361971"/>
                <a:gd name="connsiteX35" fmla="*/ 85625 w 362309"/>
                <a:gd name="connsiteY35" fmla="*/ 276426 h 361971"/>
                <a:gd name="connsiteX36" fmla="*/ 85625 w 362309"/>
                <a:gd name="connsiteY36" fmla="*/ 224078 h 361971"/>
                <a:gd name="connsiteX37" fmla="*/ 84347 w 362309"/>
                <a:gd name="connsiteY37" fmla="*/ 224078 h 361971"/>
                <a:gd name="connsiteX38" fmla="*/ 79235 w 362309"/>
                <a:gd name="connsiteY38" fmla="*/ 221524 h 361971"/>
                <a:gd name="connsiteX39" fmla="*/ 77957 w 362309"/>
                <a:gd name="connsiteY39" fmla="*/ 216417 h 361971"/>
                <a:gd name="connsiteX40" fmla="*/ 92654 w 362309"/>
                <a:gd name="connsiteY40" fmla="*/ 143001 h 361971"/>
                <a:gd name="connsiteX41" fmla="*/ 99044 w 362309"/>
                <a:gd name="connsiteY41" fmla="*/ 137894 h 361971"/>
                <a:gd name="connsiteX42" fmla="*/ 113741 w 362309"/>
                <a:gd name="connsiteY42" fmla="*/ 137894 h 361971"/>
                <a:gd name="connsiteX43" fmla="*/ 120131 w 362309"/>
                <a:gd name="connsiteY43" fmla="*/ 143001 h 361971"/>
                <a:gd name="connsiteX44" fmla="*/ 134828 w 362309"/>
                <a:gd name="connsiteY44" fmla="*/ 216417 h 361971"/>
                <a:gd name="connsiteX45" fmla="*/ 134189 w 362309"/>
                <a:gd name="connsiteY45" fmla="*/ 221524 h 361971"/>
                <a:gd name="connsiteX46" fmla="*/ 134189 w 362309"/>
                <a:gd name="connsiteY46" fmla="*/ 221524 h 361971"/>
                <a:gd name="connsiteX47" fmla="*/ 207673 w 362309"/>
                <a:gd name="connsiteY47" fmla="*/ 221524 h 361971"/>
                <a:gd name="connsiteX48" fmla="*/ 202561 w 362309"/>
                <a:gd name="connsiteY48" fmla="*/ 224078 h 361971"/>
                <a:gd name="connsiteX49" fmla="*/ 201283 w 362309"/>
                <a:gd name="connsiteY49" fmla="*/ 224078 h 361971"/>
                <a:gd name="connsiteX50" fmla="*/ 201283 w 362309"/>
                <a:gd name="connsiteY50" fmla="*/ 276426 h 361971"/>
                <a:gd name="connsiteX51" fmla="*/ 194893 w 362309"/>
                <a:gd name="connsiteY51" fmla="*/ 282810 h 361971"/>
                <a:gd name="connsiteX52" fmla="*/ 188503 w 362309"/>
                <a:gd name="connsiteY52" fmla="*/ 276426 h 361971"/>
                <a:gd name="connsiteX53" fmla="*/ 188503 w 362309"/>
                <a:gd name="connsiteY53" fmla="*/ 224078 h 361971"/>
                <a:gd name="connsiteX54" fmla="*/ 171889 w 362309"/>
                <a:gd name="connsiteY54" fmla="*/ 224078 h 361971"/>
                <a:gd name="connsiteX55" fmla="*/ 171889 w 362309"/>
                <a:gd name="connsiteY55" fmla="*/ 276426 h 361971"/>
                <a:gd name="connsiteX56" fmla="*/ 165500 w 362309"/>
                <a:gd name="connsiteY56" fmla="*/ 282810 h 361971"/>
                <a:gd name="connsiteX57" fmla="*/ 159110 w 362309"/>
                <a:gd name="connsiteY57" fmla="*/ 276426 h 361971"/>
                <a:gd name="connsiteX58" fmla="*/ 159110 w 362309"/>
                <a:gd name="connsiteY58" fmla="*/ 224078 h 361971"/>
                <a:gd name="connsiteX59" fmla="*/ 157832 w 362309"/>
                <a:gd name="connsiteY59" fmla="*/ 224078 h 361971"/>
                <a:gd name="connsiteX60" fmla="*/ 152720 w 362309"/>
                <a:gd name="connsiteY60" fmla="*/ 221524 h 361971"/>
                <a:gd name="connsiteX61" fmla="*/ 151442 w 362309"/>
                <a:gd name="connsiteY61" fmla="*/ 216417 h 361971"/>
                <a:gd name="connsiteX62" fmla="*/ 166138 w 362309"/>
                <a:gd name="connsiteY62" fmla="*/ 143001 h 361971"/>
                <a:gd name="connsiteX63" fmla="*/ 172528 w 362309"/>
                <a:gd name="connsiteY63" fmla="*/ 137894 h 361971"/>
                <a:gd name="connsiteX64" fmla="*/ 187225 w 362309"/>
                <a:gd name="connsiteY64" fmla="*/ 137894 h 361971"/>
                <a:gd name="connsiteX65" fmla="*/ 193615 w 362309"/>
                <a:gd name="connsiteY65" fmla="*/ 143001 h 361971"/>
                <a:gd name="connsiteX66" fmla="*/ 208312 w 362309"/>
                <a:gd name="connsiteY66" fmla="*/ 216417 h 361971"/>
                <a:gd name="connsiteX67" fmla="*/ 207673 w 362309"/>
                <a:gd name="connsiteY67" fmla="*/ 221524 h 361971"/>
                <a:gd name="connsiteX68" fmla="*/ 207673 w 362309"/>
                <a:gd name="connsiteY68" fmla="*/ 221524 h 361971"/>
                <a:gd name="connsiteX69" fmla="*/ 282435 w 362309"/>
                <a:gd name="connsiteY69" fmla="*/ 203011 h 361971"/>
                <a:gd name="connsiteX70" fmla="*/ 276045 w 362309"/>
                <a:gd name="connsiteY70" fmla="*/ 209395 h 361971"/>
                <a:gd name="connsiteX71" fmla="*/ 274767 w 362309"/>
                <a:gd name="connsiteY71" fmla="*/ 209395 h 361971"/>
                <a:gd name="connsiteX72" fmla="*/ 274767 w 362309"/>
                <a:gd name="connsiteY72" fmla="*/ 276426 h 361971"/>
                <a:gd name="connsiteX73" fmla="*/ 268377 w 362309"/>
                <a:gd name="connsiteY73" fmla="*/ 282810 h 361971"/>
                <a:gd name="connsiteX74" fmla="*/ 261987 w 362309"/>
                <a:gd name="connsiteY74" fmla="*/ 276426 h 361971"/>
                <a:gd name="connsiteX75" fmla="*/ 261987 w 362309"/>
                <a:gd name="connsiteY75" fmla="*/ 209395 h 361971"/>
                <a:gd name="connsiteX76" fmla="*/ 245374 w 362309"/>
                <a:gd name="connsiteY76" fmla="*/ 209395 h 361971"/>
                <a:gd name="connsiteX77" fmla="*/ 245374 w 362309"/>
                <a:gd name="connsiteY77" fmla="*/ 276426 h 361971"/>
                <a:gd name="connsiteX78" fmla="*/ 238984 w 362309"/>
                <a:gd name="connsiteY78" fmla="*/ 282810 h 361971"/>
                <a:gd name="connsiteX79" fmla="*/ 232594 w 362309"/>
                <a:gd name="connsiteY79" fmla="*/ 276426 h 361971"/>
                <a:gd name="connsiteX80" fmla="*/ 232594 w 362309"/>
                <a:gd name="connsiteY80" fmla="*/ 209395 h 361971"/>
                <a:gd name="connsiteX81" fmla="*/ 231316 w 362309"/>
                <a:gd name="connsiteY81" fmla="*/ 209395 h 361971"/>
                <a:gd name="connsiteX82" fmla="*/ 224926 w 362309"/>
                <a:gd name="connsiteY82" fmla="*/ 203011 h 361971"/>
                <a:gd name="connsiteX83" fmla="*/ 224926 w 362309"/>
                <a:gd name="connsiteY83" fmla="*/ 144278 h 361971"/>
                <a:gd name="connsiteX84" fmla="*/ 231316 w 362309"/>
                <a:gd name="connsiteY84" fmla="*/ 137894 h 361971"/>
                <a:gd name="connsiteX85" fmla="*/ 275407 w 362309"/>
                <a:gd name="connsiteY85" fmla="*/ 137894 h 361971"/>
                <a:gd name="connsiteX86" fmla="*/ 281796 w 362309"/>
                <a:gd name="connsiteY86" fmla="*/ 144278 h 361971"/>
                <a:gd name="connsiteX87" fmla="*/ 281796 w 362309"/>
                <a:gd name="connsiteY87" fmla="*/ 20301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362309" h="361971">
                  <a:moveTo>
                    <a:pt x="180836" y="0"/>
                  </a:moveTo>
                  <a:cubicBezTo>
                    <a:pt x="80513" y="0"/>
                    <a:pt x="0" y="81076"/>
                    <a:pt x="0" y="181305"/>
                  </a:cubicBezTo>
                  <a:cubicBezTo>
                    <a:pt x="0" y="281533"/>
                    <a:pt x="81152" y="361972"/>
                    <a:pt x="181474" y="361972"/>
                  </a:cubicBezTo>
                  <a:cubicBezTo>
                    <a:pt x="281796" y="361972"/>
                    <a:pt x="362310" y="280895"/>
                    <a:pt x="362310" y="180667"/>
                  </a:cubicBezTo>
                  <a:cubicBezTo>
                    <a:pt x="362310" y="180667"/>
                    <a:pt x="362310" y="180667"/>
                    <a:pt x="362310" y="180667"/>
                  </a:cubicBezTo>
                  <a:cubicBezTo>
                    <a:pt x="361671" y="80438"/>
                    <a:pt x="280518" y="0"/>
                    <a:pt x="180836" y="0"/>
                  </a:cubicBezTo>
                  <a:cubicBezTo>
                    <a:pt x="180836" y="0"/>
                    <a:pt x="180836" y="0"/>
                    <a:pt x="180836" y="0"/>
                  </a:cubicBezTo>
                  <a:close/>
                  <a:moveTo>
                    <a:pt x="253681" y="79161"/>
                  </a:moveTo>
                  <a:cubicBezTo>
                    <a:pt x="265182" y="79161"/>
                    <a:pt x="274767" y="88737"/>
                    <a:pt x="274767" y="100228"/>
                  </a:cubicBezTo>
                  <a:cubicBezTo>
                    <a:pt x="274767" y="111720"/>
                    <a:pt x="265182" y="121296"/>
                    <a:pt x="253681" y="121296"/>
                  </a:cubicBezTo>
                  <a:cubicBezTo>
                    <a:pt x="242179" y="121296"/>
                    <a:pt x="232594" y="111720"/>
                    <a:pt x="232594" y="100228"/>
                  </a:cubicBezTo>
                  <a:lnTo>
                    <a:pt x="232594" y="100228"/>
                  </a:lnTo>
                  <a:cubicBezTo>
                    <a:pt x="232594" y="88099"/>
                    <a:pt x="242179" y="79161"/>
                    <a:pt x="253681" y="79161"/>
                  </a:cubicBezTo>
                  <a:close/>
                  <a:moveTo>
                    <a:pt x="180836" y="79161"/>
                  </a:moveTo>
                  <a:cubicBezTo>
                    <a:pt x="192337" y="79161"/>
                    <a:pt x="201922" y="88737"/>
                    <a:pt x="201922" y="100228"/>
                  </a:cubicBezTo>
                  <a:cubicBezTo>
                    <a:pt x="201922" y="111720"/>
                    <a:pt x="192337" y="121296"/>
                    <a:pt x="180836" y="121296"/>
                  </a:cubicBezTo>
                  <a:cubicBezTo>
                    <a:pt x="169333" y="121296"/>
                    <a:pt x="159748" y="111720"/>
                    <a:pt x="159748" y="100228"/>
                  </a:cubicBezTo>
                  <a:lnTo>
                    <a:pt x="159748" y="100228"/>
                  </a:lnTo>
                  <a:cubicBezTo>
                    <a:pt x="159748" y="88099"/>
                    <a:pt x="168695" y="79161"/>
                    <a:pt x="180836" y="79161"/>
                  </a:cubicBezTo>
                  <a:close/>
                  <a:moveTo>
                    <a:pt x="107351" y="79161"/>
                  </a:moveTo>
                  <a:cubicBezTo>
                    <a:pt x="118853" y="79161"/>
                    <a:pt x="128438" y="88737"/>
                    <a:pt x="128438" y="100228"/>
                  </a:cubicBezTo>
                  <a:cubicBezTo>
                    <a:pt x="128438" y="111720"/>
                    <a:pt x="118853" y="121296"/>
                    <a:pt x="107351" y="121296"/>
                  </a:cubicBezTo>
                  <a:cubicBezTo>
                    <a:pt x="95849" y="121296"/>
                    <a:pt x="86264" y="111720"/>
                    <a:pt x="86264" y="100228"/>
                  </a:cubicBezTo>
                  <a:lnTo>
                    <a:pt x="86264" y="100228"/>
                  </a:lnTo>
                  <a:cubicBezTo>
                    <a:pt x="86264" y="88099"/>
                    <a:pt x="95210" y="79161"/>
                    <a:pt x="107351" y="79161"/>
                  </a:cubicBezTo>
                  <a:close/>
                  <a:moveTo>
                    <a:pt x="134189" y="221524"/>
                  </a:moveTo>
                  <a:cubicBezTo>
                    <a:pt x="132911" y="222801"/>
                    <a:pt x="130994" y="224078"/>
                    <a:pt x="129077" y="224078"/>
                  </a:cubicBezTo>
                  <a:lnTo>
                    <a:pt x="127799" y="224078"/>
                  </a:lnTo>
                  <a:lnTo>
                    <a:pt x="127799" y="276426"/>
                  </a:lnTo>
                  <a:cubicBezTo>
                    <a:pt x="127799" y="280257"/>
                    <a:pt x="125243" y="282810"/>
                    <a:pt x="121409" y="282810"/>
                  </a:cubicBezTo>
                  <a:cubicBezTo>
                    <a:pt x="117575" y="282810"/>
                    <a:pt x="115019" y="280257"/>
                    <a:pt x="115019" y="276426"/>
                  </a:cubicBezTo>
                  <a:lnTo>
                    <a:pt x="115019" y="224078"/>
                  </a:lnTo>
                  <a:lnTo>
                    <a:pt x="98405" y="224078"/>
                  </a:lnTo>
                  <a:lnTo>
                    <a:pt x="98405" y="276426"/>
                  </a:lnTo>
                  <a:cubicBezTo>
                    <a:pt x="98405" y="280257"/>
                    <a:pt x="95849" y="282810"/>
                    <a:pt x="92015" y="282810"/>
                  </a:cubicBezTo>
                  <a:cubicBezTo>
                    <a:pt x="88181" y="282810"/>
                    <a:pt x="85625" y="280257"/>
                    <a:pt x="85625" y="276426"/>
                  </a:cubicBezTo>
                  <a:lnTo>
                    <a:pt x="85625" y="224078"/>
                  </a:lnTo>
                  <a:lnTo>
                    <a:pt x="84347" y="224078"/>
                  </a:lnTo>
                  <a:cubicBezTo>
                    <a:pt x="82430" y="224078"/>
                    <a:pt x="80513" y="223439"/>
                    <a:pt x="79235" y="221524"/>
                  </a:cubicBezTo>
                  <a:cubicBezTo>
                    <a:pt x="77957" y="220247"/>
                    <a:pt x="77318" y="218332"/>
                    <a:pt x="77957" y="216417"/>
                  </a:cubicBezTo>
                  <a:lnTo>
                    <a:pt x="92654" y="143001"/>
                  </a:lnTo>
                  <a:cubicBezTo>
                    <a:pt x="93293" y="139809"/>
                    <a:pt x="95849" y="137894"/>
                    <a:pt x="99044" y="137894"/>
                  </a:cubicBezTo>
                  <a:lnTo>
                    <a:pt x="113741" y="137894"/>
                  </a:lnTo>
                  <a:cubicBezTo>
                    <a:pt x="116936" y="137894"/>
                    <a:pt x="119492" y="139809"/>
                    <a:pt x="120131" y="143001"/>
                  </a:cubicBezTo>
                  <a:lnTo>
                    <a:pt x="134828" y="216417"/>
                  </a:lnTo>
                  <a:cubicBezTo>
                    <a:pt x="136106" y="218332"/>
                    <a:pt x="135467" y="220247"/>
                    <a:pt x="134189" y="221524"/>
                  </a:cubicBezTo>
                  <a:lnTo>
                    <a:pt x="134189" y="221524"/>
                  </a:lnTo>
                  <a:close/>
                  <a:moveTo>
                    <a:pt x="207673" y="221524"/>
                  </a:moveTo>
                  <a:cubicBezTo>
                    <a:pt x="206395" y="222801"/>
                    <a:pt x="204478" y="224078"/>
                    <a:pt x="202561" y="224078"/>
                  </a:cubicBezTo>
                  <a:lnTo>
                    <a:pt x="201283" y="224078"/>
                  </a:lnTo>
                  <a:lnTo>
                    <a:pt x="201283" y="276426"/>
                  </a:lnTo>
                  <a:cubicBezTo>
                    <a:pt x="201283" y="280257"/>
                    <a:pt x="198727" y="282810"/>
                    <a:pt x="194893" y="282810"/>
                  </a:cubicBezTo>
                  <a:cubicBezTo>
                    <a:pt x="191059" y="282810"/>
                    <a:pt x="188503" y="280257"/>
                    <a:pt x="188503" y="276426"/>
                  </a:cubicBezTo>
                  <a:lnTo>
                    <a:pt x="188503" y="224078"/>
                  </a:lnTo>
                  <a:lnTo>
                    <a:pt x="171889" y="224078"/>
                  </a:lnTo>
                  <a:lnTo>
                    <a:pt x="171889" y="276426"/>
                  </a:lnTo>
                  <a:cubicBezTo>
                    <a:pt x="171889" y="280257"/>
                    <a:pt x="169333" y="282810"/>
                    <a:pt x="165500" y="282810"/>
                  </a:cubicBezTo>
                  <a:cubicBezTo>
                    <a:pt x="161666" y="282810"/>
                    <a:pt x="159110" y="280257"/>
                    <a:pt x="159110" y="276426"/>
                  </a:cubicBezTo>
                  <a:lnTo>
                    <a:pt x="159110" y="224078"/>
                  </a:lnTo>
                  <a:lnTo>
                    <a:pt x="157832" y="224078"/>
                  </a:lnTo>
                  <a:cubicBezTo>
                    <a:pt x="155915" y="224078"/>
                    <a:pt x="153998" y="223439"/>
                    <a:pt x="152720" y="221524"/>
                  </a:cubicBezTo>
                  <a:cubicBezTo>
                    <a:pt x="151442" y="220247"/>
                    <a:pt x="150803" y="218332"/>
                    <a:pt x="151442" y="216417"/>
                  </a:cubicBezTo>
                  <a:lnTo>
                    <a:pt x="166138" y="143001"/>
                  </a:lnTo>
                  <a:cubicBezTo>
                    <a:pt x="166778" y="139809"/>
                    <a:pt x="169333" y="137894"/>
                    <a:pt x="172528" y="137894"/>
                  </a:cubicBezTo>
                  <a:lnTo>
                    <a:pt x="187225" y="137894"/>
                  </a:lnTo>
                  <a:cubicBezTo>
                    <a:pt x="190420" y="137894"/>
                    <a:pt x="192976" y="139809"/>
                    <a:pt x="193615" y="143001"/>
                  </a:cubicBezTo>
                  <a:lnTo>
                    <a:pt x="208312" y="216417"/>
                  </a:lnTo>
                  <a:cubicBezTo>
                    <a:pt x="209590" y="218332"/>
                    <a:pt x="208951" y="220247"/>
                    <a:pt x="207673" y="221524"/>
                  </a:cubicBezTo>
                  <a:lnTo>
                    <a:pt x="207673" y="221524"/>
                  </a:lnTo>
                  <a:close/>
                  <a:moveTo>
                    <a:pt x="282435" y="203011"/>
                  </a:moveTo>
                  <a:cubicBezTo>
                    <a:pt x="282435" y="206841"/>
                    <a:pt x="279880" y="209395"/>
                    <a:pt x="276045" y="209395"/>
                  </a:cubicBezTo>
                  <a:lnTo>
                    <a:pt x="274767" y="209395"/>
                  </a:lnTo>
                  <a:lnTo>
                    <a:pt x="274767" y="276426"/>
                  </a:lnTo>
                  <a:cubicBezTo>
                    <a:pt x="274767" y="280257"/>
                    <a:pt x="272212" y="282810"/>
                    <a:pt x="268377" y="282810"/>
                  </a:cubicBezTo>
                  <a:cubicBezTo>
                    <a:pt x="264544" y="282810"/>
                    <a:pt x="261987" y="280257"/>
                    <a:pt x="261987" y="276426"/>
                  </a:cubicBezTo>
                  <a:lnTo>
                    <a:pt x="261987" y="209395"/>
                  </a:lnTo>
                  <a:lnTo>
                    <a:pt x="245374" y="209395"/>
                  </a:lnTo>
                  <a:lnTo>
                    <a:pt x="245374" y="276426"/>
                  </a:lnTo>
                  <a:cubicBezTo>
                    <a:pt x="245374" y="280257"/>
                    <a:pt x="242818" y="282810"/>
                    <a:pt x="238984" y="282810"/>
                  </a:cubicBezTo>
                  <a:cubicBezTo>
                    <a:pt x="235150" y="282810"/>
                    <a:pt x="232594" y="280257"/>
                    <a:pt x="232594" y="276426"/>
                  </a:cubicBezTo>
                  <a:lnTo>
                    <a:pt x="232594" y="209395"/>
                  </a:lnTo>
                  <a:lnTo>
                    <a:pt x="231316" y="209395"/>
                  </a:lnTo>
                  <a:cubicBezTo>
                    <a:pt x="227482" y="209395"/>
                    <a:pt x="224926" y="206841"/>
                    <a:pt x="224926" y="203011"/>
                  </a:cubicBezTo>
                  <a:lnTo>
                    <a:pt x="224926" y="144278"/>
                  </a:lnTo>
                  <a:cubicBezTo>
                    <a:pt x="224926" y="140448"/>
                    <a:pt x="227482" y="137894"/>
                    <a:pt x="231316" y="137894"/>
                  </a:cubicBezTo>
                  <a:lnTo>
                    <a:pt x="275407" y="137894"/>
                  </a:lnTo>
                  <a:cubicBezTo>
                    <a:pt x="279240" y="137894"/>
                    <a:pt x="281796" y="140448"/>
                    <a:pt x="281796" y="144278"/>
                  </a:cubicBezTo>
                  <a:lnTo>
                    <a:pt x="281796" y="203011"/>
                  </a:lnTo>
                  <a:close/>
                </a:path>
              </a:pathLst>
            </a:custGeom>
            <a:solidFill>
              <a:srgbClr val="00ABAB"/>
            </a:solidFill>
            <a:ln w="6390" cap="flat">
              <a:noFill/>
              <a:prstDash val="solid"/>
              <a:miter/>
            </a:ln>
          </p:spPr>
          <p:txBody>
            <a:bodyPr rtlCol="0" anchor="ctr"/>
            <a:lstStyle/>
            <a:p>
              <a:endParaRPr lang="en-US"/>
            </a:p>
          </p:txBody>
        </p:sp>
        <p:sp>
          <p:nvSpPr>
            <p:cNvPr id="497" name="Graphic 4">
              <a:extLst>
                <a:ext uri="{FF2B5EF4-FFF2-40B4-BE49-F238E27FC236}">
                  <a16:creationId xmlns:a16="http://schemas.microsoft.com/office/drawing/2014/main" id="{8FDCF31D-FFF9-5740-B541-0E58FC343361}"/>
                </a:ext>
              </a:extLst>
            </p:cNvPr>
            <p:cNvSpPr/>
            <p:nvPr/>
          </p:nvSpPr>
          <p:spPr>
            <a:xfrm>
              <a:off x="5338153" y="3006379"/>
              <a:ext cx="31310" cy="45964"/>
            </a:xfrm>
            <a:custGeom>
              <a:avLst/>
              <a:gdLst>
                <a:gd name="connsiteX0" fmla="*/ 0 w 31310"/>
                <a:gd name="connsiteY0" fmla="*/ 0 h 45964"/>
                <a:gd name="connsiteX1" fmla="*/ 31311 w 31310"/>
                <a:gd name="connsiteY1" fmla="*/ 0 h 45964"/>
                <a:gd name="connsiteX2" fmla="*/ 31311 w 31310"/>
                <a:gd name="connsiteY2" fmla="*/ 45965 h 45964"/>
                <a:gd name="connsiteX3" fmla="*/ 0 w 31310"/>
                <a:gd name="connsiteY3" fmla="*/ 45965 h 45964"/>
              </a:gdLst>
              <a:ahLst/>
              <a:cxnLst>
                <a:cxn ang="0">
                  <a:pos x="connsiteX0" y="connsiteY0"/>
                </a:cxn>
                <a:cxn ang="0">
                  <a:pos x="connsiteX1" y="connsiteY1"/>
                </a:cxn>
                <a:cxn ang="0">
                  <a:pos x="connsiteX2" y="connsiteY2"/>
                </a:cxn>
                <a:cxn ang="0">
                  <a:pos x="connsiteX3" y="connsiteY3"/>
                </a:cxn>
              </a:cxnLst>
              <a:rect l="l" t="t" r="r" b="b"/>
              <a:pathLst>
                <a:path w="31310" h="45964">
                  <a:moveTo>
                    <a:pt x="0" y="0"/>
                  </a:moveTo>
                  <a:lnTo>
                    <a:pt x="31311" y="0"/>
                  </a:lnTo>
                  <a:lnTo>
                    <a:pt x="31311" y="45965"/>
                  </a:lnTo>
                  <a:lnTo>
                    <a:pt x="0" y="45965"/>
                  </a:lnTo>
                  <a:close/>
                </a:path>
              </a:pathLst>
            </a:custGeom>
            <a:solidFill>
              <a:srgbClr val="00ABAB"/>
            </a:solidFill>
            <a:ln w="6390" cap="flat">
              <a:noFill/>
              <a:prstDash val="solid"/>
              <a:miter/>
            </a:ln>
          </p:spPr>
          <p:txBody>
            <a:bodyPr rtlCol="0" anchor="ctr"/>
            <a:lstStyle/>
            <a:p>
              <a:endParaRPr lang="en-US"/>
            </a:p>
          </p:txBody>
        </p:sp>
        <p:sp>
          <p:nvSpPr>
            <p:cNvPr id="498" name="Graphic 4">
              <a:extLst>
                <a:ext uri="{FF2B5EF4-FFF2-40B4-BE49-F238E27FC236}">
                  <a16:creationId xmlns:a16="http://schemas.microsoft.com/office/drawing/2014/main" id="{24D839EB-4BD1-374F-9938-C96D49F00A21}"/>
                </a:ext>
              </a:extLst>
            </p:cNvPr>
            <p:cNvSpPr/>
            <p:nvPr/>
          </p:nvSpPr>
          <p:spPr>
            <a:xfrm>
              <a:off x="5265947" y="3006379"/>
              <a:ext cx="28754" cy="60647"/>
            </a:xfrm>
            <a:custGeom>
              <a:avLst/>
              <a:gdLst>
                <a:gd name="connsiteX0" fmla="*/ 12141 w 28754"/>
                <a:gd name="connsiteY0" fmla="*/ 0 h 60647"/>
                <a:gd name="connsiteX1" fmla="*/ 0 w 28754"/>
                <a:gd name="connsiteY1" fmla="*/ 60648 h 60647"/>
                <a:gd name="connsiteX2" fmla="*/ 28755 w 28754"/>
                <a:gd name="connsiteY2" fmla="*/ 60648 h 60647"/>
                <a:gd name="connsiteX3" fmla="*/ 16614 w 28754"/>
                <a:gd name="connsiteY3" fmla="*/ 0 h 60647"/>
              </a:gdLst>
              <a:ahLst/>
              <a:cxnLst>
                <a:cxn ang="0">
                  <a:pos x="connsiteX0" y="connsiteY0"/>
                </a:cxn>
                <a:cxn ang="0">
                  <a:pos x="connsiteX1" y="connsiteY1"/>
                </a:cxn>
                <a:cxn ang="0">
                  <a:pos x="connsiteX2" y="connsiteY2"/>
                </a:cxn>
                <a:cxn ang="0">
                  <a:pos x="connsiteX3" y="connsiteY3"/>
                </a:cxn>
              </a:cxnLst>
              <a:rect l="l" t="t" r="r" b="b"/>
              <a:pathLst>
                <a:path w="28754" h="60647">
                  <a:moveTo>
                    <a:pt x="12141" y="0"/>
                  </a:moveTo>
                  <a:lnTo>
                    <a:pt x="0" y="60648"/>
                  </a:lnTo>
                  <a:lnTo>
                    <a:pt x="28755" y="60648"/>
                  </a:lnTo>
                  <a:lnTo>
                    <a:pt x="16614" y="0"/>
                  </a:lnTo>
                  <a:close/>
                </a:path>
              </a:pathLst>
            </a:custGeom>
            <a:solidFill>
              <a:srgbClr val="00ABAB"/>
            </a:solidFill>
            <a:ln w="6390" cap="flat">
              <a:noFill/>
              <a:prstDash val="solid"/>
              <a:miter/>
            </a:ln>
          </p:spPr>
          <p:txBody>
            <a:bodyPr rtlCol="0" anchor="ctr"/>
            <a:lstStyle/>
            <a:p>
              <a:endParaRPr lang="en-US"/>
            </a:p>
          </p:txBody>
        </p:sp>
      </p:grpSp>
      <p:grpSp>
        <p:nvGrpSpPr>
          <p:cNvPr id="499" name="Graphic 4">
            <a:extLst>
              <a:ext uri="{FF2B5EF4-FFF2-40B4-BE49-F238E27FC236}">
                <a16:creationId xmlns:a16="http://schemas.microsoft.com/office/drawing/2014/main" id="{79AC4207-DFA9-B146-9269-8F3ACC51A748}"/>
              </a:ext>
            </a:extLst>
          </p:cNvPr>
          <p:cNvGrpSpPr>
            <a:grpSpLocks noChangeAspect="1"/>
          </p:cNvGrpSpPr>
          <p:nvPr/>
        </p:nvGrpSpPr>
        <p:grpSpPr>
          <a:xfrm>
            <a:off x="905454" y="1885990"/>
            <a:ext cx="362309" cy="362610"/>
            <a:chOff x="905454" y="1885990"/>
            <a:chExt cx="362309" cy="362610"/>
          </a:xfrm>
          <a:solidFill>
            <a:srgbClr val="007680"/>
          </a:solidFill>
        </p:grpSpPr>
        <p:sp>
          <p:nvSpPr>
            <p:cNvPr id="500" name="Graphic 4">
              <a:extLst>
                <a:ext uri="{FF2B5EF4-FFF2-40B4-BE49-F238E27FC236}">
                  <a16:creationId xmlns:a16="http://schemas.microsoft.com/office/drawing/2014/main" id="{4134394A-A54D-5741-962F-8BDA3E3FD125}"/>
                </a:ext>
              </a:extLst>
            </p:cNvPr>
            <p:cNvSpPr/>
            <p:nvPr/>
          </p:nvSpPr>
          <p:spPr>
            <a:xfrm>
              <a:off x="991079" y="1992603"/>
              <a:ext cx="191059" cy="16598"/>
            </a:xfrm>
            <a:custGeom>
              <a:avLst/>
              <a:gdLst>
                <a:gd name="connsiteX0" fmla="*/ 0 w 191059"/>
                <a:gd name="connsiteY0" fmla="*/ 16598 h 16598"/>
                <a:gd name="connsiteX1" fmla="*/ 7668 w 191059"/>
                <a:gd name="connsiteY1" fmla="*/ 16598 h 16598"/>
                <a:gd name="connsiteX2" fmla="*/ 182752 w 191059"/>
                <a:gd name="connsiteY2" fmla="*/ 16598 h 16598"/>
                <a:gd name="connsiteX3" fmla="*/ 191059 w 191059"/>
                <a:gd name="connsiteY3" fmla="*/ 16598 h 16598"/>
                <a:gd name="connsiteX4" fmla="*/ 191059 w 191059"/>
                <a:gd name="connsiteY4" fmla="*/ 0 h 16598"/>
                <a:gd name="connsiteX5" fmla="*/ 0 w 191059"/>
                <a:gd name="connsiteY5" fmla="*/ 0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059" h="16598">
                  <a:moveTo>
                    <a:pt x="0" y="16598"/>
                  </a:moveTo>
                  <a:lnTo>
                    <a:pt x="7668" y="16598"/>
                  </a:lnTo>
                  <a:lnTo>
                    <a:pt x="182752" y="16598"/>
                  </a:lnTo>
                  <a:lnTo>
                    <a:pt x="191059" y="16598"/>
                  </a:lnTo>
                  <a:lnTo>
                    <a:pt x="191059" y="0"/>
                  </a:lnTo>
                  <a:lnTo>
                    <a:pt x="0" y="0"/>
                  </a:lnTo>
                  <a:close/>
                </a:path>
              </a:pathLst>
            </a:custGeom>
            <a:solidFill>
              <a:srgbClr val="007680"/>
            </a:solidFill>
            <a:ln w="6390" cap="flat">
              <a:noFill/>
              <a:prstDash val="solid"/>
              <a:miter/>
            </a:ln>
          </p:spPr>
          <p:txBody>
            <a:bodyPr rtlCol="0" anchor="ctr"/>
            <a:lstStyle/>
            <a:p>
              <a:endParaRPr lang="en-US"/>
            </a:p>
          </p:txBody>
        </p:sp>
        <p:sp>
          <p:nvSpPr>
            <p:cNvPr id="501" name="Graphic 4">
              <a:extLst>
                <a:ext uri="{FF2B5EF4-FFF2-40B4-BE49-F238E27FC236}">
                  <a16:creationId xmlns:a16="http://schemas.microsoft.com/office/drawing/2014/main" id="{FCC4BA39-6810-114F-9C89-54D56DC766F9}"/>
                </a:ext>
              </a:extLst>
            </p:cNvPr>
            <p:cNvSpPr/>
            <p:nvPr/>
          </p:nvSpPr>
          <p:spPr>
            <a:xfrm>
              <a:off x="1005137" y="2021969"/>
              <a:ext cx="162304" cy="118103"/>
            </a:xfrm>
            <a:custGeom>
              <a:avLst/>
              <a:gdLst>
                <a:gd name="connsiteX0" fmla="*/ 0 w 162304"/>
                <a:gd name="connsiteY0" fmla="*/ 118104 h 118103"/>
                <a:gd name="connsiteX1" fmla="*/ 162304 w 162304"/>
                <a:gd name="connsiteY1" fmla="*/ 118104 h 118103"/>
                <a:gd name="connsiteX2" fmla="*/ 162304 w 162304"/>
                <a:gd name="connsiteY2" fmla="*/ 0 h 118103"/>
                <a:gd name="connsiteX3" fmla="*/ 0 w 162304"/>
                <a:gd name="connsiteY3" fmla="*/ 0 h 118103"/>
                <a:gd name="connsiteX4" fmla="*/ 0 w 162304"/>
                <a:gd name="connsiteY4" fmla="*/ 118104 h 118103"/>
                <a:gd name="connsiteX5" fmla="*/ 59426 w 162304"/>
                <a:gd name="connsiteY5" fmla="*/ 23621 h 118103"/>
                <a:gd name="connsiteX6" fmla="*/ 103517 w 162304"/>
                <a:gd name="connsiteY6" fmla="*/ 23621 h 118103"/>
                <a:gd name="connsiteX7" fmla="*/ 109907 w 162304"/>
                <a:gd name="connsiteY7" fmla="*/ 30005 h 118103"/>
                <a:gd name="connsiteX8" fmla="*/ 103517 w 162304"/>
                <a:gd name="connsiteY8" fmla="*/ 36389 h 118103"/>
                <a:gd name="connsiteX9" fmla="*/ 59426 w 162304"/>
                <a:gd name="connsiteY9" fmla="*/ 36389 h 118103"/>
                <a:gd name="connsiteX10" fmla="*/ 53036 w 162304"/>
                <a:gd name="connsiteY10" fmla="*/ 30005 h 118103"/>
                <a:gd name="connsiteX11" fmla="*/ 59426 w 162304"/>
                <a:gd name="connsiteY11" fmla="*/ 23621 h 118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2304" h="118103">
                  <a:moveTo>
                    <a:pt x="0" y="118104"/>
                  </a:moveTo>
                  <a:lnTo>
                    <a:pt x="162304" y="118104"/>
                  </a:lnTo>
                  <a:lnTo>
                    <a:pt x="162304" y="0"/>
                  </a:lnTo>
                  <a:lnTo>
                    <a:pt x="0" y="0"/>
                  </a:lnTo>
                  <a:lnTo>
                    <a:pt x="0" y="118104"/>
                  </a:lnTo>
                  <a:close/>
                  <a:moveTo>
                    <a:pt x="59426" y="23621"/>
                  </a:moveTo>
                  <a:lnTo>
                    <a:pt x="103517" y="23621"/>
                  </a:lnTo>
                  <a:cubicBezTo>
                    <a:pt x="107351" y="23621"/>
                    <a:pt x="109907" y="26174"/>
                    <a:pt x="109907" y="30005"/>
                  </a:cubicBezTo>
                  <a:cubicBezTo>
                    <a:pt x="109907" y="33835"/>
                    <a:pt x="107351" y="36389"/>
                    <a:pt x="103517" y="36389"/>
                  </a:cubicBezTo>
                  <a:lnTo>
                    <a:pt x="59426" y="36389"/>
                  </a:lnTo>
                  <a:cubicBezTo>
                    <a:pt x="55592" y="36389"/>
                    <a:pt x="53036" y="33835"/>
                    <a:pt x="53036" y="30005"/>
                  </a:cubicBezTo>
                  <a:cubicBezTo>
                    <a:pt x="53036" y="26174"/>
                    <a:pt x="56231" y="23621"/>
                    <a:pt x="59426" y="23621"/>
                  </a:cubicBezTo>
                  <a:close/>
                </a:path>
              </a:pathLst>
            </a:custGeom>
            <a:solidFill>
              <a:srgbClr val="007680"/>
            </a:solidFill>
            <a:ln w="6390" cap="flat">
              <a:noFill/>
              <a:prstDash val="solid"/>
              <a:miter/>
            </a:ln>
          </p:spPr>
          <p:txBody>
            <a:bodyPr rtlCol="0" anchor="ctr"/>
            <a:lstStyle/>
            <a:p>
              <a:endParaRPr lang="en-US"/>
            </a:p>
          </p:txBody>
        </p:sp>
        <p:sp>
          <p:nvSpPr>
            <p:cNvPr id="502" name="Graphic 4">
              <a:extLst>
                <a:ext uri="{FF2B5EF4-FFF2-40B4-BE49-F238E27FC236}">
                  <a16:creationId xmlns:a16="http://schemas.microsoft.com/office/drawing/2014/main" id="{70535C70-8322-614B-B219-347EA3BFDE22}"/>
                </a:ext>
              </a:extLst>
            </p:cNvPr>
            <p:cNvSpPr/>
            <p:nvPr/>
          </p:nvSpPr>
          <p:spPr>
            <a:xfrm>
              <a:off x="905454" y="1885990"/>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289464 w 362309"/>
                <a:gd name="connsiteY6" fmla="*/ 129595 h 362610"/>
                <a:gd name="connsiteX7" fmla="*/ 283074 w 362309"/>
                <a:gd name="connsiteY7" fmla="*/ 135979 h 362610"/>
                <a:gd name="connsiteX8" fmla="*/ 274767 w 362309"/>
                <a:gd name="connsiteY8" fmla="*/ 135979 h 362610"/>
                <a:gd name="connsiteX9" fmla="*/ 274767 w 362309"/>
                <a:gd name="connsiteY9" fmla="*/ 260467 h 362610"/>
                <a:gd name="connsiteX10" fmla="*/ 268377 w 362309"/>
                <a:gd name="connsiteY10" fmla="*/ 266851 h 362610"/>
                <a:gd name="connsiteX11" fmla="*/ 93293 w 362309"/>
                <a:gd name="connsiteY11" fmla="*/ 266851 h 362610"/>
                <a:gd name="connsiteX12" fmla="*/ 86903 w 362309"/>
                <a:gd name="connsiteY12" fmla="*/ 260467 h 362610"/>
                <a:gd name="connsiteX13" fmla="*/ 86903 w 362309"/>
                <a:gd name="connsiteY13" fmla="*/ 135979 h 362610"/>
                <a:gd name="connsiteX14" fmla="*/ 78596 w 362309"/>
                <a:gd name="connsiteY14" fmla="*/ 135979 h 362610"/>
                <a:gd name="connsiteX15" fmla="*/ 72206 w 362309"/>
                <a:gd name="connsiteY15" fmla="*/ 129595 h 362610"/>
                <a:gd name="connsiteX16" fmla="*/ 72206 w 362309"/>
                <a:gd name="connsiteY16" fmla="*/ 100229 h 362610"/>
                <a:gd name="connsiteX17" fmla="*/ 78596 w 362309"/>
                <a:gd name="connsiteY17" fmla="*/ 93845 h 362610"/>
                <a:gd name="connsiteX18" fmla="*/ 283074 w 362309"/>
                <a:gd name="connsiteY18" fmla="*/ 93845 h 362610"/>
                <a:gd name="connsiteX19" fmla="*/ 289464 w 362309"/>
                <a:gd name="connsiteY19" fmla="*/ 100229 h 362610"/>
                <a:gd name="connsiteX20" fmla="*/ 289464 w 362309"/>
                <a:gd name="connsiteY20" fmla="*/ 129595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80438"/>
                    <a:pt x="281157" y="0"/>
                    <a:pt x="180835" y="0"/>
                  </a:cubicBezTo>
                  <a:cubicBezTo>
                    <a:pt x="180835" y="0"/>
                    <a:pt x="180835" y="0"/>
                    <a:pt x="180835" y="0"/>
                  </a:cubicBezTo>
                  <a:close/>
                  <a:moveTo>
                    <a:pt x="289464" y="129595"/>
                  </a:moveTo>
                  <a:cubicBezTo>
                    <a:pt x="289464" y="133425"/>
                    <a:pt x="286908" y="135979"/>
                    <a:pt x="283074" y="135979"/>
                  </a:cubicBezTo>
                  <a:lnTo>
                    <a:pt x="274767" y="135979"/>
                  </a:lnTo>
                  <a:lnTo>
                    <a:pt x="274767" y="260467"/>
                  </a:lnTo>
                  <a:cubicBezTo>
                    <a:pt x="274767" y="264297"/>
                    <a:pt x="272211" y="266851"/>
                    <a:pt x="268377" y="266851"/>
                  </a:cubicBezTo>
                  <a:lnTo>
                    <a:pt x="93293" y="266851"/>
                  </a:lnTo>
                  <a:cubicBezTo>
                    <a:pt x="89459" y="266851"/>
                    <a:pt x="86903" y="264297"/>
                    <a:pt x="86903" y="260467"/>
                  </a:cubicBezTo>
                  <a:lnTo>
                    <a:pt x="86903" y="135979"/>
                  </a:lnTo>
                  <a:lnTo>
                    <a:pt x="78596" y="135979"/>
                  </a:lnTo>
                  <a:cubicBezTo>
                    <a:pt x="74762" y="135979"/>
                    <a:pt x="72206" y="133425"/>
                    <a:pt x="72206" y="129595"/>
                  </a:cubicBezTo>
                  <a:lnTo>
                    <a:pt x="72206" y="100229"/>
                  </a:lnTo>
                  <a:cubicBezTo>
                    <a:pt x="72206" y="96398"/>
                    <a:pt x="74762" y="93845"/>
                    <a:pt x="78596" y="93845"/>
                  </a:cubicBezTo>
                  <a:lnTo>
                    <a:pt x="283074" y="93845"/>
                  </a:lnTo>
                  <a:cubicBezTo>
                    <a:pt x="286908" y="93845"/>
                    <a:pt x="289464" y="96398"/>
                    <a:pt x="289464" y="100229"/>
                  </a:cubicBezTo>
                  <a:lnTo>
                    <a:pt x="289464" y="129595"/>
                  </a:lnTo>
                  <a:close/>
                </a:path>
              </a:pathLst>
            </a:custGeom>
            <a:solidFill>
              <a:srgbClr val="007680"/>
            </a:solidFill>
            <a:ln w="6390" cap="flat">
              <a:noFill/>
              <a:prstDash val="solid"/>
              <a:miter/>
            </a:ln>
          </p:spPr>
          <p:txBody>
            <a:bodyPr rtlCol="0" anchor="ctr"/>
            <a:lstStyle/>
            <a:p>
              <a:endParaRPr lang="en-US"/>
            </a:p>
          </p:txBody>
        </p:sp>
      </p:grpSp>
      <p:grpSp>
        <p:nvGrpSpPr>
          <p:cNvPr id="503" name="Graphic 4">
            <a:extLst>
              <a:ext uri="{FF2B5EF4-FFF2-40B4-BE49-F238E27FC236}">
                <a16:creationId xmlns:a16="http://schemas.microsoft.com/office/drawing/2014/main" id="{4A7D5F9E-75A3-3E41-A6B6-3FDFE9635A05}"/>
              </a:ext>
            </a:extLst>
          </p:cNvPr>
          <p:cNvGrpSpPr>
            <a:grpSpLocks noChangeAspect="1"/>
          </p:cNvGrpSpPr>
          <p:nvPr/>
        </p:nvGrpSpPr>
        <p:grpSpPr>
          <a:xfrm>
            <a:off x="905454" y="918179"/>
            <a:ext cx="362309" cy="361971"/>
            <a:chOff x="905454" y="918179"/>
            <a:chExt cx="362309" cy="361971"/>
          </a:xfrm>
          <a:solidFill>
            <a:srgbClr val="007680"/>
          </a:solidFill>
        </p:grpSpPr>
        <p:sp>
          <p:nvSpPr>
            <p:cNvPr id="504" name="Graphic 4">
              <a:extLst>
                <a:ext uri="{FF2B5EF4-FFF2-40B4-BE49-F238E27FC236}">
                  <a16:creationId xmlns:a16="http://schemas.microsoft.com/office/drawing/2014/main" id="{7AF674BD-58EC-3D4F-B43F-DBF4FFB1F33F}"/>
                </a:ext>
              </a:extLst>
            </p:cNvPr>
            <p:cNvSpPr/>
            <p:nvPr/>
          </p:nvSpPr>
          <p:spPr>
            <a:xfrm>
              <a:off x="1020472" y="1004363"/>
              <a:ext cx="132271" cy="190242"/>
            </a:xfrm>
            <a:custGeom>
              <a:avLst/>
              <a:gdLst>
                <a:gd name="connsiteX0" fmla="*/ 87542 w 132271"/>
                <a:gd name="connsiteY0" fmla="*/ 50434 h 190242"/>
                <a:gd name="connsiteX1" fmla="*/ 81152 w 132271"/>
                <a:gd name="connsiteY1" fmla="*/ 44050 h 190242"/>
                <a:gd name="connsiteX2" fmla="*/ 81152 w 132271"/>
                <a:gd name="connsiteY2" fmla="*/ 0 h 190242"/>
                <a:gd name="connsiteX3" fmla="*/ 0 w 132271"/>
                <a:gd name="connsiteY3" fmla="*/ 0 h 190242"/>
                <a:gd name="connsiteX4" fmla="*/ 0 w 132271"/>
                <a:gd name="connsiteY4" fmla="*/ 190243 h 190242"/>
                <a:gd name="connsiteX5" fmla="*/ 132272 w 132271"/>
                <a:gd name="connsiteY5" fmla="*/ 190243 h 190242"/>
                <a:gd name="connsiteX6" fmla="*/ 132272 w 132271"/>
                <a:gd name="connsiteY6" fmla="*/ 51072 h 190242"/>
                <a:gd name="connsiteX7" fmla="*/ 87542 w 132271"/>
                <a:gd name="connsiteY7" fmla="*/ 51072 h 19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271" h="190242">
                  <a:moveTo>
                    <a:pt x="87542" y="50434"/>
                  </a:moveTo>
                  <a:cubicBezTo>
                    <a:pt x="83708" y="50434"/>
                    <a:pt x="81152" y="47880"/>
                    <a:pt x="81152" y="44050"/>
                  </a:cubicBezTo>
                  <a:lnTo>
                    <a:pt x="81152" y="0"/>
                  </a:lnTo>
                  <a:lnTo>
                    <a:pt x="0" y="0"/>
                  </a:lnTo>
                  <a:lnTo>
                    <a:pt x="0" y="190243"/>
                  </a:lnTo>
                  <a:lnTo>
                    <a:pt x="132272" y="190243"/>
                  </a:lnTo>
                  <a:lnTo>
                    <a:pt x="132272" y="51072"/>
                  </a:lnTo>
                  <a:lnTo>
                    <a:pt x="87542" y="51072"/>
                  </a:lnTo>
                  <a:close/>
                </a:path>
              </a:pathLst>
            </a:custGeom>
            <a:solidFill>
              <a:srgbClr val="007680"/>
            </a:solidFill>
            <a:ln w="6390" cap="flat">
              <a:noFill/>
              <a:prstDash val="solid"/>
              <a:miter/>
            </a:ln>
          </p:spPr>
          <p:txBody>
            <a:bodyPr rtlCol="0" anchor="ctr"/>
            <a:lstStyle/>
            <a:p>
              <a:endParaRPr lang="en-US"/>
            </a:p>
          </p:txBody>
        </p:sp>
        <p:sp>
          <p:nvSpPr>
            <p:cNvPr id="505" name="Graphic 4">
              <a:extLst>
                <a:ext uri="{FF2B5EF4-FFF2-40B4-BE49-F238E27FC236}">
                  <a16:creationId xmlns:a16="http://schemas.microsoft.com/office/drawing/2014/main" id="{3A4D80FB-A1B8-924E-B614-EC907ADCBF9B}"/>
                </a:ext>
              </a:extLst>
            </p:cNvPr>
            <p:cNvSpPr/>
            <p:nvPr/>
          </p:nvSpPr>
          <p:spPr>
            <a:xfrm>
              <a:off x="1114404" y="1013300"/>
              <a:ext cx="29393" cy="28727"/>
            </a:xfrm>
            <a:custGeom>
              <a:avLst/>
              <a:gdLst>
                <a:gd name="connsiteX0" fmla="*/ 0 w 29393"/>
                <a:gd name="connsiteY0" fmla="*/ 0 h 28727"/>
                <a:gd name="connsiteX1" fmla="*/ 0 w 29393"/>
                <a:gd name="connsiteY1" fmla="*/ 28728 h 28727"/>
                <a:gd name="connsiteX2" fmla="*/ 29394 w 29393"/>
                <a:gd name="connsiteY2" fmla="*/ 28728 h 28727"/>
              </a:gdLst>
              <a:ahLst/>
              <a:cxnLst>
                <a:cxn ang="0">
                  <a:pos x="connsiteX0" y="connsiteY0"/>
                </a:cxn>
                <a:cxn ang="0">
                  <a:pos x="connsiteX1" y="connsiteY1"/>
                </a:cxn>
                <a:cxn ang="0">
                  <a:pos x="connsiteX2" y="connsiteY2"/>
                </a:cxn>
              </a:cxnLst>
              <a:rect l="l" t="t" r="r" b="b"/>
              <a:pathLst>
                <a:path w="29393" h="28727">
                  <a:moveTo>
                    <a:pt x="0" y="0"/>
                  </a:moveTo>
                  <a:lnTo>
                    <a:pt x="0" y="28728"/>
                  </a:lnTo>
                  <a:lnTo>
                    <a:pt x="29394" y="28728"/>
                  </a:lnTo>
                  <a:close/>
                </a:path>
              </a:pathLst>
            </a:custGeom>
            <a:solidFill>
              <a:srgbClr val="007680"/>
            </a:solidFill>
            <a:ln w="6390" cap="flat">
              <a:noFill/>
              <a:prstDash val="solid"/>
              <a:miter/>
            </a:ln>
          </p:spPr>
          <p:txBody>
            <a:bodyPr rtlCol="0" anchor="ctr"/>
            <a:lstStyle/>
            <a:p>
              <a:endParaRPr lang="en-US"/>
            </a:p>
          </p:txBody>
        </p:sp>
        <p:sp>
          <p:nvSpPr>
            <p:cNvPr id="506" name="Graphic 4">
              <a:extLst>
                <a:ext uri="{FF2B5EF4-FFF2-40B4-BE49-F238E27FC236}">
                  <a16:creationId xmlns:a16="http://schemas.microsoft.com/office/drawing/2014/main" id="{D0B22D97-E39A-614B-A1FC-24659814A566}"/>
                </a:ext>
              </a:extLst>
            </p:cNvPr>
            <p:cNvSpPr/>
            <p:nvPr/>
          </p:nvSpPr>
          <p:spPr>
            <a:xfrm>
              <a:off x="905454" y="918179"/>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259431 w 362309"/>
                <a:gd name="connsiteY6" fmla="*/ 282172 h 361971"/>
                <a:gd name="connsiteX7" fmla="*/ 253042 w 362309"/>
                <a:gd name="connsiteY7" fmla="*/ 288556 h 361971"/>
                <a:gd name="connsiteX8" fmla="*/ 108629 w 362309"/>
                <a:gd name="connsiteY8" fmla="*/ 288556 h 361971"/>
                <a:gd name="connsiteX9" fmla="*/ 102239 w 362309"/>
                <a:gd name="connsiteY9" fmla="*/ 282172 h 361971"/>
                <a:gd name="connsiteX10" fmla="*/ 102239 w 362309"/>
                <a:gd name="connsiteY10" fmla="*/ 79161 h 361971"/>
                <a:gd name="connsiteX11" fmla="*/ 108629 w 362309"/>
                <a:gd name="connsiteY11" fmla="*/ 72777 h 361971"/>
                <a:gd name="connsiteX12" fmla="*/ 202561 w 362309"/>
                <a:gd name="connsiteY12" fmla="*/ 72777 h 361971"/>
                <a:gd name="connsiteX13" fmla="*/ 205117 w 362309"/>
                <a:gd name="connsiteY13" fmla="*/ 73416 h 361971"/>
                <a:gd name="connsiteX14" fmla="*/ 207034 w 362309"/>
                <a:gd name="connsiteY14" fmla="*/ 74693 h 361971"/>
                <a:gd name="connsiteX15" fmla="*/ 257514 w 362309"/>
                <a:gd name="connsiteY15" fmla="*/ 125126 h 361971"/>
                <a:gd name="connsiteX16" fmla="*/ 258792 w 362309"/>
                <a:gd name="connsiteY16" fmla="*/ 127041 h 361971"/>
                <a:gd name="connsiteX17" fmla="*/ 259431 w 362309"/>
                <a:gd name="connsiteY17" fmla="*/ 129595 h 361971"/>
                <a:gd name="connsiteX18" fmla="*/ 259431 w 362309"/>
                <a:gd name="connsiteY18" fmla="*/ 28217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1157" y="0"/>
                    <a:pt x="180835" y="0"/>
                  </a:cubicBezTo>
                  <a:cubicBezTo>
                    <a:pt x="180835" y="0"/>
                    <a:pt x="180835" y="0"/>
                    <a:pt x="180835" y="0"/>
                  </a:cubicBezTo>
                  <a:close/>
                  <a:moveTo>
                    <a:pt x="259431" y="282172"/>
                  </a:moveTo>
                  <a:cubicBezTo>
                    <a:pt x="259431" y="286002"/>
                    <a:pt x="256875" y="288556"/>
                    <a:pt x="253042" y="288556"/>
                  </a:cubicBezTo>
                  <a:lnTo>
                    <a:pt x="108629" y="288556"/>
                  </a:lnTo>
                  <a:cubicBezTo>
                    <a:pt x="104795" y="288556"/>
                    <a:pt x="102239" y="286002"/>
                    <a:pt x="102239" y="282172"/>
                  </a:cubicBezTo>
                  <a:lnTo>
                    <a:pt x="102239" y="79161"/>
                  </a:lnTo>
                  <a:cubicBezTo>
                    <a:pt x="102239" y="75331"/>
                    <a:pt x="104795" y="72777"/>
                    <a:pt x="108629" y="72777"/>
                  </a:cubicBezTo>
                  <a:lnTo>
                    <a:pt x="202561" y="72777"/>
                  </a:lnTo>
                  <a:cubicBezTo>
                    <a:pt x="203200" y="72777"/>
                    <a:pt x="204478" y="72777"/>
                    <a:pt x="205117" y="73416"/>
                  </a:cubicBezTo>
                  <a:cubicBezTo>
                    <a:pt x="205756" y="73416"/>
                    <a:pt x="206395" y="74054"/>
                    <a:pt x="207034" y="74693"/>
                  </a:cubicBezTo>
                  <a:lnTo>
                    <a:pt x="257514" y="125126"/>
                  </a:lnTo>
                  <a:cubicBezTo>
                    <a:pt x="258154" y="125764"/>
                    <a:pt x="258792" y="126403"/>
                    <a:pt x="258792" y="127041"/>
                  </a:cubicBezTo>
                  <a:cubicBezTo>
                    <a:pt x="258792" y="127680"/>
                    <a:pt x="259431" y="128956"/>
                    <a:pt x="259431" y="129595"/>
                  </a:cubicBezTo>
                  <a:lnTo>
                    <a:pt x="259431" y="282172"/>
                  </a:lnTo>
                  <a:close/>
                </a:path>
              </a:pathLst>
            </a:custGeom>
            <a:solidFill>
              <a:srgbClr val="007680"/>
            </a:solidFill>
            <a:ln w="6390" cap="flat">
              <a:noFill/>
              <a:prstDash val="solid"/>
              <a:miter/>
            </a:ln>
          </p:spPr>
          <p:txBody>
            <a:bodyPr rtlCol="0" anchor="ctr"/>
            <a:lstStyle/>
            <a:p>
              <a:endParaRPr lang="en-US"/>
            </a:p>
          </p:txBody>
        </p:sp>
      </p:grpSp>
      <p:grpSp>
        <p:nvGrpSpPr>
          <p:cNvPr id="507" name="Graphic 4">
            <a:extLst>
              <a:ext uri="{FF2B5EF4-FFF2-40B4-BE49-F238E27FC236}">
                <a16:creationId xmlns:a16="http://schemas.microsoft.com/office/drawing/2014/main" id="{A5AD651B-3035-D545-8B70-5D600BEB0017}"/>
              </a:ext>
            </a:extLst>
          </p:cNvPr>
          <p:cNvGrpSpPr>
            <a:grpSpLocks noChangeAspect="1"/>
          </p:cNvGrpSpPr>
          <p:nvPr/>
        </p:nvGrpSpPr>
        <p:grpSpPr>
          <a:xfrm>
            <a:off x="6146480" y="4308712"/>
            <a:ext cx="362309" cy="361971"/>
            <a:chOff x="6146480" y="4308712"/>
            <a:chExt cx="362309" cy="361971"/>
          </a:xfrm>
          <a:solidFill>
            <a:srgbClr val="00ABAB"/>
          </a:solidFill>
        </p:grpSpPr>
        <p:sp>
          <p:nvSpPr>
            <p:cNvPr id="508" name="Graphic 4">
              <a:extLst>
                <a:ext uri="{FF2B5EF4-FFF2-40B4-BE49-F238E27FC236}">
                  <a16:creationId xmlns:a16="http://schemas.microsoft.com/office/drawing/2014/main" id="{5B50D8A2-6CCE-C341-9606-59177DB88AB7}"/>
                </a:ext>
              </a:extLst>
            </p:cNvPr>
            <p:cNvSpPr/>
            <p:nvPr/>
          </p:nvSpPr>
          <p:spPr>
            <a:xfrm>
              <a:off x="6286420" y="4491294"/>
              <a:ext cx="17891" cy="24897"/>
            </a:xfrm>
            <a:custGeom>
              <a:avLst/>
              <a:gdLst>
                <a:gd name="connsiteX0" fmla="*/ 17892 w 17891"/>
                <a:gd name="connsiteY0" fmla="*/ 24897 h 24897"/>
                <a:gd name="connsiteX1" fmla="*/ 10224 w 17891"/>
                <a:gd name="connsiteY1" fmla="*/ 0 h 24897"/>
                <a:gd name="connsiteX2" fmla="*/ 0 w 17891"/>
                <a:gd name="connsiteY2" fmla="*/ 22344 h 24897"/>
                <a:gd name="connsiteX3" fmla="*/ 0 w 17891"/>
                <a:gd name="connsiteY3" fmla="*/ 24897 h 24897"/>
                <a:gd name="connsiteX4" fmla="*/ 17892 w 17891"/>
                <a:gd name="connsiteY4" fmla="*/ 24897 h 248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91" h="24897">
                  <a:moveTo>
                    <a:pt x="17892" y="24897"/>
                  </a:moveTo>
                  <a:cubicBezTo>
                    <a:pt x="14058" y="17236"/>
                    <a:pt x="11502" y="8937"/>
                    <a:pt x="10224" y="0"/>
                  </a:cubicBezTo>
                  <a:cubicBezTo>
                    <a:pt x="7668" y="7660"/>
                    <a:pt x="3834" y="15321"/>
                    <a:pt x="0" y="22344"/>
                  </a:cubicBezTo>
                  <a:cubicBezTo>
                    <a:pt x="0" y="22982"/>
                    <a:pt x="0" y="24259"/>
                    <a:pt x="0" y="24897"/>
                  </a:cubicBezTo>
                  <a:lnTo>
                    <a:pt x="17892" y="24897"/>
                  </a:lnTo>
                  <a:close/>
                </a:path>
              </a:pathLst>
            </a:custGeom>
            <a:solidFill>
              <a:srgbClr val="00ABAB"/>
            </a:solidFill>
            <a:ln w="6390" cap="flat">
              <a:noFill/>
              <a:prstDash val="solid"/>
              <a:miter/>
            </a:ln>
          </p:spPr>
          <p:txBody>
            <a:bodyPr rtlCol="0" anchor="ctr"/>
            <a:lstStyle/>
            <a:p>
              <a:endParaRPr lang="en-US"/>
            </a:p>
          </p:txBody>
        </p:sp>
        <p:sp>
          <p:nvSpPr>
            <p:cNvPr id="509" name="Graphic 4">
              <a:extLst>
                <a:ext uri="{FF2B5EF4-FFF2-40B4-BE49-F238E27FC236}">
                  <a16:creationId xmlns:a16="http://schemas.microsoft.com/office/drawing/2014/main" id="{7F5FBFE0-5595-0D4B-A9AE-0643366A102D}"/>
                </a:ext>
              </a:extLst>
            </p:cNvPr>
            <p:cNvSpPr/>
            <p:nvPr/>
          </p:nvSpPr>
          <p:spPr>
            <a:xfrm>
              <a:off x="6271723" y="4440860"/>
              <a:ext cx="17891" cy="17236"/>
            </a:xfrm>
            <a:custGeom>
              <a:avLst/>
              <a:gdLst>
                <a:gd name="connsiteX0" fmla="*/ 16614 w 17891"/>
                <a:gd name="connsiteY0" fmla="*/ 8938 h 17236"/>
                <a:gd name="connsiteX1" fmla="*/ 15336 w 17891"/>
                <a:gd name="connsiteY1" fmla="*/ 7661 h 17236"/>
                <a:gd name="connsiteX2" fmla="*/ 0 w 17891"/>
                <a:gd name="connsiteY2" fmla="*/ 0 h 17236"/>
                <a:gd name="connsiteX3" fmla="*/ 17892 w 17891"/>
                <a:gd name="connsiteY3" fmla="*/ 17237 h 17236"/>
                <a:gd name="connsiteX4" fmla="*/ 16614 w 17891"/>
                <a:gd name="connsiteY4" fmla="*/ 8938 h 172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91" h="17236">
                  <a:moveTo>
                    <a:pt x="16614" y="8938"/>
                  </a:moveTo>
                  <a:cubicBezTo>
                    <a:pt x="15975" y="8299"/>
                    <a:pt x="15975" y="8299"/>
                    <a:pt x="15336" y="7661"/>
                  </a:cubicBezTo>
                  <a:cubicBezTo>
                    <a:pt x="10863" y="3830"/>
                    <a:pt x="5751" y="1277"/>
                    <a:pt x="0" y="0"/>
                  </a:cubicBezTo>
                  <a:cubicBezTo>
                    <a:pt x="2556" y="8299"/>
                    <a:pt x="9585" y="14683"/>
                    <a:pt x="17892" y="17237"/>
                  </a:cubicBezTo>
                  <a:cubicBezTo>
                    <a:pt x="17892" y="14045"/>
                    <a:pt x="17892" y="11491"/>
                    <a:pt x="16614" y="8938"/>
                  </a:cubicBezTo>
                  <a:close/>
                </a:path>
              </a:pathLst>
            </a:custGeom>
            <a:solidFill>
              <a:srgbClr val="00ABAB"/>
            </a:solidFill>
            <a:ln w="6390" cap="flat">
              <a:noFill/>
              <a:prstDash val="solid"/>
              <a:miter/>
            </a:ln>
          </p:spPr>
          <p:txBody>
            <a:bodyPr rtlCol="0" anchor="ctr"/>
            <a:lstStyle/>
            <a:p>
              <a:endParaRPr lang="en-US"/>
            </a:p>
          </p:txBody>
        </p:sp>
        <p:sp>
          <p:nvSpPr>
            <p:cNvPr id="510" name="Graphic 4">
              <a:extLst>
                <a:ext uri="{FF2B5EF4-FFF2-40B4-BE49-F238E27FC236}">
                  <a16:creationId xmlns:a16="http://schemas.microsoft.com/office/drawing/2014/main" id="{F2875512-011D-6B43-9BF7-93E61A79E30A}"/>
                </a:ext>
              </a:extLst>
            </p:cNvPr>
            <p:cNvSpPr/>
            <p:nvPr/>
          </p:nvSpPr>
          <p:spPr>
            <a:xfrm>
              <a:off x="6237856" y="4440222"/>
              <a:ext cx="18530" cy="17236"/>
            </a:xfrm>
            <a:custGeom>
              <a:avLst/>
              <a:gdLst>
                <a:gd name="connsiteX0" fmla="*/ 3195 w 18530"/>
                <a:gd name="connsiteY0" fmla="*/ 8299 h 17236"/>
                <a:gd name="connsiteX1" fmla="*/ 1278 w 18530"/>
                <a:gd name="connsiteY1" fmla="*/ 10852 h 17236"/>
                <a:gd name="connsiteX2" fmla="*/ 0 w 18530"/>
                <a:gd name="connsiteY2" fmla="*/ 17236 h 17236"/>
                <a:gd name="connsiteX3" fmla="*/ 18531 w 18530"/>
                <a:gd name="connsiteY3" fmla="*/ 0 h 17236"/>
                <a:gd name="connsiteX4" fmla="*/ 3195 w 18530"/>
                <a:gd name="connsiteY4" fmla="*/ 8299 h 172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30" h="17236">
                  <a:moveTo>
                    <a:pt x="3195" y="8299"/>
                  </a:moveTo>
                  <a:cubicBezTo>
                    <a:pt x="2556" y="8937"/>
                    <a:pt x="1917" y="10214"/>
                    <a:pt x="1278" y="10852"/>
                  </a:cubicBezTo>
                  <a:cubicBezTo>
                    <a:pt x="639" y="12768"/>
                    <a:pt x="0" y="15321"/>
                    <a:pt x="0" y="17236"/>
                  </a:cubicBezTo>
                  <a:cubicBezTo>
                    <a:pt x="8946" y="15321"/>
                    <a:pt x="15336" y="8299"/>
                    <a:pt x="18531" y="0"/>
                  </a:cubicBezTo>
                  <a:cubicBezTo>
                    <a:pt x="12780" y="1276"/>
                    <a:pt x="7668" y="4468"/>
                    <a:pt x="3195" y="8299"/>
                  </a:cubicBezTo>
                  <a:close/>
                </a:path>
              </a:pathLst>
            </a:custGeom>
            <a:solidFill>
              <a:srgbClr val="00ABAB"/>
            </a:solidFill>
            <a:ln w="6390" cap="flat">
              <a:noFill/>
              <a:prstDash val="solid"/>
              <a:miter/>
            </a:ln>
          </p:spPr>
          <p:txBody>
            <a:bodyPr rtlCol="0" anchor="ctr"/>
            <a:lstStyle/>
            <a:p>
              <a:endParaRPr lang="en-US"/>
            </a:p>
          </p:txBody>
        </p:sp>
        <p:sp>
          <p:nvSpPr>
            <p:cNvPr id="511" name="Graphic 4">
              <a:extLst>
                <a:ext uri="{FF2B5EF4-FFF2-40B4-BE49-F238E27FC236}">
                  <a16:creationId xmlns:a16="http://schemas.microsoft.com/office/drawing/2014/main" id="{92F509DC-429E-DE4F-85BC-5096F79E1EF4}"/>
                </a:ext>
              </a:extLst>
            </p:cNvPr>
            <p:cNvSpPr/>
            <p:nvPr/>
          </p:nvSpPr>
          <p:spPr>
            <a:xfrm>
              <a:off x="6146480" y="430871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307995 w 362309"/>
                <a:gd name="connsiteY7" fmla="*/ 240038 h 361971"/>
                <a:gd name="connsiteX8" fmla="*/ 302244 w 362309"/>
                <a:gd name="connsiteY8" fmla="*/ 243230 h 361971"/>
                <a:gd name="connsiteX9" fmla="*/ 299049 w 362309"/>
                <a:gd name="connsiteY9" fmla="*/ 242591 h 361971"/>
                <a:gd name="connsiteX10" fmla="*/ 282435 w 362309"/>
                <a:gd name="connsiteY10" fmla="*/ 238761 h 361971"/>
                <a:gd name="connsiteX11" fmla="*/ 267738 w 362309"/>
                <a:gd name="connsiteY11" fmla="*/ 235569 h 361971"/>
                <a:gd name="connsiteX12" fmla="*/ 255597 w 362309"/>
                <a:gd name="connsiteY12" fmla="*/ 215779 h 361971"/>
                <a:gd name="connsiteX13" fmla="*/ 256236 w 362309"/>
                <a:gd name="connsiteY13" fmla="*/ 197903 h 361971"/>
                <a:gd name="connsiteX14" fmla="*/ 267738 w 362309"/>
                <a:gd name="connsiteY14" fmla="*/ 170452 h 361971"/>
                <a:gd name="connsiteX15" fmla="*/ 270294 w 362309"/>
                <a:gd name="connsiteY15" fmla="*/ 148108 h 361971"/>
                <a:gd name="connsiteX16" fmla="*/ 258153 w 362309"/>
                <a:gd name="connsiteY16" fmla="*/ 151939 h 361971"/>
                <a:gd name="connsiteX17" fmla="*/ 254319 w 362309"/>
                <a:gd name="connsiteY17" fmla="*/ 150024 h 361971"/>
                <a:gd name="connsiteX18" fmla="*/ 254319 w 362309"/>
                <a:gd name="connsiteY18" fmla="*/ 150024 h 361971"/>
                <a:gd name="connsiteX19" fmla="*/ 254319 w 362309"/>
                <a:gd name="connsiteY19" fmla="*/ 150024 h 361971"/>
                <a:gd name="connsiteX20" fmla="*/ 251763 w 362309"/>
                <a:gd name="connsiteY20" fmla="*/ 151300 h 361971"/>
                <a:gd name="connsiteX21" fmla="*/ 237705 w 362309"/>
                <a:gd name="connsiteY21" fmla="*/ 153854 h 361971"/>
                <a:gd name="connsiteX22" fmla="*/ 218536 w 362309"/>
                <a:gd name="connsiteY22" fmla="*/ 148108 h 361971"/>
                <a:gd name="connsiteX23" fmla="*/ 221092 w 362309"/>
                <a:gd name="connsiteY23" fmla="*/ 170452 h 361971"/>
                <a:gd name="connsiteX24" fmla="*/ 232593 w 362309"/>
                <a:gd name="connsiteY24" fmla="*/ 197903 h 361971"/>
                <a:gd name="connsiteX25" fmla="*/ 233233 w 362309"/>
                <a:gd name="connsiteY25" fmla="*/ 215779 h 361971"/>
                <a:gd name="connsiteX26" fmla="*/ 221092 w 362309"/>
                <a:gd name="connsiteY26" fmla="*/ 235569 h 361971"/>
                <a:gd name="connsiteX27" fmla="*/ 206395 w 362309"/>
                <a:gd name="connsiteY27" fmla="*/ 238761 h 361971"/>
                <a:gd name="connsiteX28" fmla="*/ 189781 w 362309"/>
                <a:gd name="connsiteY28" fmla="*/ 242591 h 361971"/>
                <a:gd name="connsiteX29" fmla="*/ 180835 w 362309"/>
                <a:gd name="connsiteY29" fmla="*/ 240038 h 361971"/>
                <a:gd name="connsiteX30" fmla="*/ 180835 w 362309"/>
                <a:gd name="connsiteY30" fmla="*/ 240038 h 361971"/>
                <a:gd name="connsiteX31" fmla="*/ 180196 w 362309"/>
                <a:gd name="connsiteY31" fmla="*/ 238761 h 361971"/>
                <a:gd name="connsiteX32" fmla="*/ 179557 w 362309"/>
                <a:gd name="connsiteY32" fmla="*/ 240038 h 361971"/>
                <a:gd name="connsiteX33" fmla="*/ 173806 w 362309"/>
                <a:gd name="connsiteY33" fmla="*/ 243230 h 361971"/>
                <a:gd name="connsiteX34" fmla="*/ 170611 w 362309"/>
                <a:gd name="connsiteY34" fmla="*/ 242591 h 361971"/>
                <a:gd name="connsiteX35" fmla="*/ 153997 w 362309"/>
                <a:gd name="connsiteY35" fmla="*/ 238761 h 361971"/>
                <a:gd name="connsiteX36" fmla="*/ 139301 w 362309"/>
                <a:gd name="connsiteY36" fmla="*/ 235569 h 361971"/>
                <a:gd name="connsiteX37" fmla="*/ 127160 w 362309"/>
                <a:gd name="connsiteY37" fmla="*/ 215779 h 361971"/>
                <a:gd name="connsiteX38" fmla="*/ 127799 w 362309"/>
                <a:gd name="connsiteY38" fmla="*/ 197903 h 361971"/>
                <a:gd name="connsiteX39" fmla="*/ 139301 w 362309"/>
                <a:gd name="connsiteY39" fmla="*/ 170452 h 361971"/>
                <a:gd name="connsiteX40" fmla="*/ 141217 w 362309"/>
                <a:gd name="connsiteY40" fmla="*/ 161515 h 361971"/>
                <a:gd name="connsiteX41" fmla="*/ 116297 w 362309"/>
                <a:gd name="connsiteY41" fmla="*/ 144278 h 361971"/>
                <a:gd name="connsiteX42" fmla="*/ 90737 w 362309"/>
                <a:gd name="connsiteY42" fmla="*/ 161515 h 361971"/>
                <a:gd name="connsiteX43" fmla="*/ 92654 w 362309"/>
                <a:gd name="connsiteY43" fmla="*/ 170452 h 361971"/>
                <a:gd name="connsiteX44" fmla="*/ 104156 w 362309"/>
                <a:gd name="connsiteY44" fmla="*/ 197903 h 361971"/>
                <a:gd name="connsiteX45" fmla="*/ 104795 w 362309"/>
                <a:gd name="connsiteY45" fmla="*/ 215779 h 361971"/>
                <a:gd name="connsiteX46" fmla="*/ 92654 w 362309"/>
                <a:gd name="connsiteY46" fmla="*/ 235569 h 361971"/>
                <a:gd name="connsiteX47" fmla="*/ 77957 w 362309"/>
                <a:gd name="connsiteY47" fmla="*/ 238761 h 361971"/>
                <a:gd name="connsiteX48" fmla="*/ 61343 w 362309"/>
                <a:gd name="connsiteY48" fmla="*/ 242591 h 361971"/>
                <a:gd name="connsiteX49" fmla="*/ 52397 w 362309"/>
                <a:gd name="connsiteY49" fmla="*/ 240038 h 361971"/>
                <a:gd name="connsiteX50" fmla="*/ 54953 w 362309"/>
                <a:gd name="connsiteY50" fmla="*/ 231100 h 361971"/>
                <a:gd name="connsiteX51" fmla="*/ 76040 w 362309"/>
                <a:gd name="connsiteY51" fmla="*/ 225993 h 361971"/>
                <a:gd name="connsiteX52" fmla="*/ 86264 w 362309"/>
                <a:gd name="connsiteY52" fmla="*/ 224078 h 361971"/>
                <a:gd name="connsiteX53" fmla="*/ 89459 w 362309"/>
                <a:gd name="connsiteY53" fmla="*/ 220247 h 361971"/>
                <a:gd name="connsiteX54" fmla="*/ 63899 w 362309"/>
                <a:gd name="connsiteY54" fmla="*/ 220247 h 361971"/>
                <a:gd name="connsiteX55" fmla="*/ 57509 w 362309"/>
                <a:gd name="connsiteY55" fmla="*/ 213863 h 361971"/>
                <a:gd name="connsiteX56" fmla="*/ 59426 w 362309"/>
                <a:gd name="connsiteY56" fmla="*/ 209395 h 361971"/>
                <a:gd name="connsiteX57" fmla="*/ 71567 w 362309"/>
                <a:gd name="connsiteY57" fmla="*/ 162153 h 361971"/>
                <a:gd name="connsiteX58" fmla="*/ 79235 w 362309"/>
                <a:gd name="connsiteY58" fmla="*/ 135341 h 361971"/>
                <a:gd name="connsiteX59" fmla="*/ 83069 w 362309"/>
                <a:gd name="connsiteY59" fmla="*/ 128318 h 361971"/>
                <a:gd name="connsiteX60" fmla="*/ 115019 w 362309"/>
                <a:gd name="connsiteY60" fmla="*/ 114912 h 361971"/>
                <a:gd name="connsiteX61" fmla="*/ 146969 w 362309"/>
                <a:gd name="connsiteY61" fmla="*/ 128318 h 361971"/>
                <a:gd name="connsiteX62" fmla="*/ 150164 w 362309"/>
                <a:gd name="connsiteY62" fmla="*/ 134064 h 361971"/>
                <a:gd name="connsiteX63" fmla="*/ 159109 w 362309"/>
                <a:gd name="connsiteY63" fmla="*/ 162153 h 361971"/>
                <a:gd name="connsiteX64" fmla="*/ 171250 w 362309"/>
                <a:gd name="connsiteY64" fmla="*/ 209395 h 361971"/>
                <a:gd name="connsiteX65" fmla="*/ 171250 w 362309"/>
                <a:gd name="connsiteY65" fmla="*/ 218332 h 361971"/>
                <a:gd name="connsiteX66" fmla="*/ 166777 w 362309"/>
                <a:gd name="connsiteY66" fmla="*/ 220247 h 361971"/>
                <a:gd name="connsiteX67" fmla="*/ 141217 w 362309"/>
                <a:gd name="connsiteY67" fmla="*/ 220247 h 361971"/>
                <a:gd name="connsiteX68" fmla="*/ 144412 w 362309"/>
                <a:gd name="connsiteY68" fmla="*/ 224078 h 361971"/>
                <a:gd name="connsiteX69" fmla="*/ 154636 w 362309"/>
                <a:gd name="connsiteY69" fmla="*/ 225993 h 361971"/>
                <a:gd name="connsiteX70" fmla="*/ 175723 w 362309"/>
                <a:gd name="connsiteY70" fmla="*/ 231100 h 361971"/>
                <a:gd name="connsiteX71" fmla="*/ 178918 w 362309"/>
                <a:gd name="connsiteY71" fmla="*/ 234930 h 361971"/>
                <a:gd name="connsiteX72" fmla="*/ 182113 w 362309"/>
                <a:gd name="connsiteY72" fmla="*/ 231100 h 361971"/>
                <a:gd name="connsiteX73" fmla="*/ 203200 w 362309"/>
                <a:gd name="connsiteY73" fmla="*/ 225993 h 361971"/>
                <a:gd name="connsiteX74" fmla="*/ 213424 w 362309"/>
                <a:gd name="connsiteY74" fmla="*/ 224078 h 361971"/>
                <a:gd name="connsiteX75" fmla="*/ 219814 w 362309"/>
                <a:gd name="connsiteY75" fmla="*/ 204287 h 361971"/>
                <a:gd name="connsiteX76" fmla="*/ 207034 w 362309"/>
                <a:gd name="connsiteY76" fmla="*/ 173644 h 361971"/>
                <a:gd name="connsiteX77" fmla="*/ 210868 w 362309"/>
                <a:gd name="connsiteY77" fmla="*/ 127680 h 361971"/>
                <a:gd name="connsiteX78" fmla="*/ 242818 w 362309"/>
                <a:gd name="connsiteY78" fmla="*/ 114273 h 361971"/>
                <a:gd name="connsiteX79" fmla="*/ 274767 w 362309"/>
                <a:gd name="connsiteY79" fmla="*/ 127680 h 361971"/>
                <a:gd name="connsiteX80" fmla="*/ 278601 w 362309"/>
                <a:gd name="connsiteY80" fmla="*/ 173644 h 361971"/>
                <a:gd name="connsiteX81" fmla="*/ 265182 w 362309"/>
                <a:gd name="connsiteY81" fmla="*/ 204287 h 361971"/>
                <a:gd name="connsiteX82" fmla="*/ 272211 w 362309"/>
                <a:gd name="connsiteY82" fmla="*/ 223439 h 361971"/>
                <a:gd name="connsiteX83" fmla="*/ 282435 w 362309"/>
                <a:gd name="connsiteY83" fmla="*/ 225355 h 361971"/>
                <a:gd name="connsiteX84" fmla="*/ 303522 w 362309"/>
                <a:gd name="connsiteY84" fmla="*/ 230462 h 361971"/>
                <a:gd name="connsiteX85" fmla="*/ 307995 w 362309"/>
                <a:gd name="connsiteY85" fmla="*/ 240038 h 361971"/>
                <a:gd name="connsiteX86" fmla="*/ 307995 w 362309"/>
                <a:gd name="connsiteY86" fmla="*/ 240038 h 361971"/>
                <a:gd name="connsiteX87" fmla="*/ 307995 w 362309"/>
                <a:gd name="connsiteY87" fmla="*/ 24003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1077"/>
                    <a:pt x="281157" y="0"/>
                    <a:pt x="181474" y="0"/>
                  </a:cubicBezTo>
                  <a:lnTo>
                    <a:pt x="181474" y="0"/>
                  </a:lnTo>
                  <a:close/>
                  <a:moveTo>
                    <a:pt x="307995" y="240038"/>
                  </a:moveTo>
                  <a:cubicBezTo>
                    <a:pt x="306717" y="241953"/>
                    <a:pt x="304800" y="243230"/>
                    <a:pt x="302244" y="243230"/>
                  </a:cubicBezTo>
                  <a:cubicBezTo>
                    <a:pt x="300966" y="243230"/>
                    <a:pt x="300327" y="243230"/>
                    <a:pt x="299049" y="242591"/>
                  </a:cubicBezTo>
                  <a:cubicBezTo>
                    <a:pt x="293937" y="240676"/>
                    <a:pt x="288186" y="239399"/>
                    <a:pt x="282435" y="238761"/>
                  </a:cubicBezTo>
                  <a:cubicBezTo>
                    <a:pt x="277323" y="238761"/>
                    <a:pt x="272211" y="237484"/>
                    <a:pt x="267738" y="235569"/>
                  </a:cubicBezTo>
                  <a:cubicBezTo>
                    <a:pt x="260070" y="231738"/>
                    <a:pt x="256875" y="220886"/>
                    <a:pt x="255597" y="215779"/>
                  </a:cubicBezTo>
                  <a:cubicBezTo>
                    <a:pt x="253680" y="210033"/>
                    <a:pt x="253680" y="203649"/>
                    <a:pt x="256236" y="197903"/>
                  </a:cubicBezTo>
                  <a:cubicBezTo>
                    <a:pt x="261348" y="189604"/>
                    <a:pt x="265182" y="180028"/>
                    <a:pt x="267738" y="170452"/>
                  </a:cubicBezTo>
                  <a:cubicBezTo>
                    <a:pt x="270294" y="163430"/>
                    <a:pt x="270933" y="155769"/>
                    <a:pt x="270294" y="148108"/>
                  </a:cubicBezTo>
                  <a:cubicBezTo>
                    <a:pt x="267099" y="150662"/>
                    <a:pt x="262626" y="151939"/>
                    <a:pt x="258153" y="151939"/>
                  </a:cubicBezTo>
                  <a:cubicBezTo>
                    <a:pt x="256875" y="151939"/>
                    <a:pt x="254958" y="151300"/>
                    <a:pt x="254319" y="150024"/>
                  </a:cubicBezTo>
                  <a:lnTo>
                    <a:pt x="254319" y="150024"/>
                  </a:lnTo>
                  <a:lnTo>
                    <a:pt x="254319" y="150024"/>
                  </a:lnTo>
                  <a:cubicBezTo>
                    <a:pt x="253680" y="150662"/>
                    <a:pt x="253041" y="151300"/>
                    <a:pt x="251763" y="151300"/>
                  </a:cubicBezTo>
                  <a:cubicBezTo>
                    <a:pt x="247290" y="152577"/>
                    <a:pt x="242818" y="153854"/>
                    <a:pt x="237705" y="153854"/>
                  </a:cubicBezTo>
                  <a:cubicBezTo>
                    <a:pt x="230677" y="153854"/>
                    <a:pt x="224287" y="151939"/>
                    <a:pt x="218536" y="148108"/>
                  </a:cubicBezTo>
                  <a:cubicBezTo>
                    <a:pt x="217897" y="155769"/>
                    <a:pt x="219175" y="163430"/>
                    <a:pt x="221092" y="170452"/>
                  </a:cubicBezTo>
                  <a:cubicBezTo>
                    <a:pt x="223648" y="180028"/>
                    <a:pt x="227482" y="188966"/>
                    <a:pt x="232593" y="197903"/>
                  </a:cubicBezTo>
                  <a:cubicBezTo>
                    <a:pt x="235150" y="203649"/>
                    <a:pt x="235150" y="210033"/>
                    <a:pt x="233233" y="215779"/>
                  </a:cubicBezTo>
                  <a:cubicBezTo>
                    <a:pt x="231955" y="220247"/>
                    <a:pt x="228760" y="231738"/>
                    <a:pt x="221092" y="235569"/>
                  </a:cubicBezTo>
                  <a:cubicBezTo>
                    <a:pt x="216619" y="237484"/>
                    <a:pt x="211507" y="238761"/>
                    <a:pt x="206395" y="238761"/>
                  </a:cubicBezTo>
                  <a:cubicBezTo>
                    <a:pt x="200644" y="238761"/>
                    <a:pt x="195532" y="240038"/>
                    <a:pt x="189781" y="242591"/>
                  </a:cubicBezTo>
                  <a:cubicBezTo>
                    <a:pt x="186586" y="244506"/>
                    <a:pt x="182752" y="243230"/>
                    <a:pt x="180835" y="240038"/>
                  </a:cubicBezTo>
                  <a:cubicBezTo>
                    <a:pt x="180835" y="240038"/>
                    <a:pt x="180835" y="240038"/>
                    <a:pt x="180835" y="240038"/>
                  </a:cubicBezTo>
                  <a:cubicBezTo>
                    <a:pt x="180835" y="239399"/>
                    <a:pt x="180835" y="239399"/>
                    <a:pt x="180196" y="238761"/>
                  </a:cubicBezTo>
                  <a:cubicBezTo>
                    <a:pt x="180196" y="239399"/>
                    <a:pt x="180196" y="239399"/>
                    <a:pt x="179557" y="240038"/>
                  </a:cubicBezTo>
                  <a:cubicBezTo>
                    <a:pt x="178279" y="241953"/>
                    <a:pt x="176362" y="243230"/>
                    <a:pt x="173806" y="243230"/>
                  </a:cubicBezTo>
                  <a:cubicBezTo>
                    <a:pt x="172528" y="243230"/>
                    <a:pt x="171889" y="243230"/>
                    <a:pt x="170611" y="242591"/>
                  </a:cubicBezTo>
                  <a:cubicBezTo>
                    <a:pt x="165499" y="240676"/>
                    <a:pt x="159748" y="239399"/>
                    <a:pt x="153997" y="238761"/>
                  </a:cubicBezTo>
                  <a:cubicBezTo>
                    <a:pt x="148885" y="238761"/>
                    <a:pt x="143774" y="237484"/>
                    <a:pt x="139301" y="235569"/>
                  </a:cubicBezTo>
                  <a:cubicBezTo>
                    <a:pt x="131633" y="231738"/>
                    <a:pt x="128438" y="220247"/>
                    <a:pt x="127160" y="215779"/>
                  </a:cubicBezTo>
                  <a:cubicBezTo>
                    <a:pt x="125243" y="210033"/>
                    <a:pt x="125243" y="203649"/>
                    <a:pt x="127799" y="197903"/>
                  </a:cubicBezTo>
                  <a:cubicBezTo>
                    <a:pt x="132911" y="189604"/>
                    <a:pt x="136744" y="180028"/>
                    <a:pt x="139301" y="170452"/>
                  </a:cubicBezTo>
                  <a:cubicBezTo>
                    <a:pt x="139939" y="167260"/>
                    <a:pt x="140579" y="164707"/>
                    <a:pt x="141217" y="161515"/>
                  </a:cubicBezTo>
                  <a:cubicBezTo>
                    <a:pt x="130994" y="159600"/>
                    <a:pt x="122048" y="153216"/>
                    <a:pt x="116297" y="144278"/>
                  </a:cubicBezTo>
                  <a:cubicBezTo>
                    <a:pt x="110546" y="153216"/>
                    <a:pt x="100961" y="159600"/>
                    <a:pt x="90737" y="161515"/>
                  </a:cubicBezTo>
                  <a:cubicBezTo>
                    <a:pt x="91376" y="164707"/>
                    <a:pt x="92015" y="167260"/>
                    <a:pt x="92654" y="170452"/>
                  </a:cubicBezTo>
                  <a:cubicBezTo>
                    <a:pt x="95210" y="180028"/>
                    <a:pt x="99044" y="188966"/>
                    <a:pt x="104156" y="197903"/>
                  </a:cubicBezTo>
                  <a:cubicBezTo>
                    <a:pt x="106712" y="203649"/>
                    <a:pt x="106712" y="210033"/>
                    <a:pt x="104795" y="215779"/>
                  </a:cubicBezTo>
                  <a:cubicBezTo>
                    <a:pt x="103517" y="220247"/>
                    <a:pt x="100322" y="231100"/>
                    <a:pt x="92654" y="235569"/>
                  </a:cubicBezTo>
                  <a:cubicBezTo>
                    <a:pt x="88181" y="237484"/>
                    <a:pt x="83069" y="238761"/>
                    <a:pt x="77957" y="238761"/>
                  </a:cubicBezTo>
                  <a:cubicBezTo>
                    <a:pt x="72206" y="238761"/>
                    <a:pt x="67094" y="240038"/>
                    <a:pt x="61343" y="242591"/>
                  </a:cubicBezTo>
                  <a:cubicBezTo>
                    <a:pt x="58148" y="244506"/>
                    <a:pt x="54314" y="243230"/>
                    <a:pt x="52397" y="240038"/>
                  </a:cubicBezTo>
                  <a:cubicBezTo>
                    <a:pt x="50480" y="236846"/>
                    <a:pt x="51758" y="233015"/>
                    <a:pt x="54953" y="231100"/>
                  </a:cubicBezTo>
                  <a:cubicBezTo>
                    <a:pt x="61343" y="227908"/>
                    <a:pt x="69011" y="225993"/>
                    <a:pt x="76040" y="225993"/>
                  </a:cubicBezTo>
                  <a:cubicBezTo>
                    <a:pt x="79235" y="225993"/>
                    <a:pt x="83069" y="225355"/>
                    <a:pt x="86264" y="224078"/>
                  </a:cubicBezTo>
                  <a:cubicBezTo>
                    <a:pt x="87542" y="222801"/>
                    <a:pt x="88820" y="221524"/>
                    <a:pt x="89459" y="220247"/>
                  </a:cubicBezTo>
                  <a:lnTo>
                    <a:pt x="63899" y="220247"/>
                  </a:lnTo>
                  <a:cubicBezTo>
                    <a:pt x="60065" y="220247"/>
                    <a:pt x="57509" y="217055"/>
                    <a:pt x="57509" y="213863"/>
                  </a:cubicBezTo>
                  <a:cubicBezTo>
                    <a:pt x="57509" y="211948"/>
                    <a:pt x="58148" y="210671"/>
                    <a:pt x="59426" y="209395"/>
                  </a:cubicBezTo>
                  <a:cubicBezTo>
                    <a:pt x="59426" y="209395"/>
                    <a:pt x="71567" y="196627"/>
                    <a:pt x="71567" y="162153"/>
                  </a:cubicBezTo>
                  <a:cubicBezTo>
                    <a:pt x="71567" y="152577"/>
                    <a:pt x="74123" y="143640"/>
                    <a:pt x="79235" y="135341"/>
                  </a:cubicBezTo>
                  <a:cubicBezTo>
                    <a:pt x="79874" y="132787"/>
                    <a:pt x="81152" y="130233"/>
                    <a:pt x="83069" y="128318"/>
                  </a:cubicBezTo>
                  <a:cubicBezTo>
                    <a:pt x="89459" y="119381"/>
                    <a:pt x="100322" y="114912"/>
                    <a:pt x="115019" y="114912"/>
                  </a:cubicBezTo>
                  <a:cubicBezTo>
                    <a:pt x="129716" y="114912"/>
                    <a:pt x="140579" y="119381"/>
                    <a:pt x="146969" y="128318"/>
                  </a:cubicBezTo>
                  <a:cubicBezTo>
                    <a:pt x="148246" y="130233"/>
                    <a:pt x="149524" y="132149"/>
                    <a:pt x="150164" y="134064"/>
                  </a:cubicBezTo>
                  <a:cubicBezTo>
                    <a:pt x="155914" y="142363"/>
                    <a:pt x="159109" y="151939"/>
                    <a:pt x="159109" y="162153"/>
                  </a:cubicBezTo>
                  <a:cubicBezTo>
                    <a:pt x="159109" y="196627"/>
                    <a:pt x="171250" y="209395"/>
                    <a:pt x="171250" y="209395"/>
                  </a:cubicBezTo>
                  <a:cubicBezTo>
                    <a:pt x="173806" y="211948"/>
                    <a:pt x="173806" y="215779"/>
                    <a:pt x="171250" y="218332"/>
                  </a:cubicBezTo>
                  <a:cubicBezTo>
                    <a:pt x="169972" y="219609"/>
                    <a:pt x="168694" y="220247"/>
                    <a:pt x="166777" y="220247"/>
                  </a:cubicBezTo>
                  <a:lnTo>
                    <a:pt x="141217" y="220247"/>
                  </a:lnTo>
                  <a:cubicBezTo>
                    <a:pt x="141856" y="222163"/>
                    <a:pt x="143134" y="223439"/>
                    <a:pt x="144412" y="224078"/>
                  </a:cubicBezTo>
                  <a:cubicBezTo>
                    <a:pt x="147607" y="225355"/>
                    <a:pt x="151441" y="225993"/>
                    <a:pt x="154636" y="225993"/>
                  </a:cubicBezTo>
                  <a:cubicBezTo>
                    <a:pt x="162304" y="225993"/>
                    <a:pt x="169333" y="227908"/>
                    <a:pt x="175723" y="231100"/>
                  </a:cubicBezTo>
                  <a:cubicBezTo>
                    <a:pt x="177001" y="231738"/>
                    <a:pt x="178279" y="233015"/>
                    <a:pt x="178918" y="234930"/>
                  </a:cubicBezTo>
                  <a:cubicBezTo>
                    <a:pt x="179557" y="233654"/>
                    <a:pt x="180196" y="232377"/>
                    <a:pt x="182113" y="231100"/>
                  </a:cubicBezTo>
                  <a:cubicBezTo>
                    <a:pt x="188503" y="227908"/>
                    <a:pt x="196171" y="225993"/>
                    <a:pt x="203200" y="225993"/>
                  </a:cubicBezTo>
                  <a:cubicBezTo>
                    <a:pt x="206395" y="225993"/>
                    <a:pt x="210229" y="225355"/>
                    <a:pt x="213424" y="224078"/>
                  </a:cubicBezTo>
                  <a:cubicBezTo>
                    <a:pt x="217258" y="222163"/>
                    <a:pt x="221092" y="208118"/>
                    <a:pt x="219814" y="204287"/>
                  </a:cubicBezTo>
                  <a:cubicBezTo>
                    <a:pt x="214063" y="194711"/>
                    <a:pt x="210229" y="184497"/>
                    <a:pt x="207034" y="173644"/>
                  </a:cubicBezTo>
                  <a:cubicBezTo>
                    <a:pt x="203839" y="162792"/>
                    <a:pt x="200005" y="141724"/>
                    <a:pt x="210868" y="127680"/>
                  </a:cubicBezTo>
                  <a:cubicBezTo>
                    <a:pt x="217258" y="118742"/>
                    <a:pt x="228120" y="114273"/>
                    <a:pt x="242818" y="114273"/>
                  </a:cubicBezTo>
                  <a:cubicBezTo>
                    <a:pt x="257514" y="114273"/>
                    <a:pt x="268377" y="118742"/>
                    <a:pt x="274767" y="127680"/>
                  </a:cubicBezTo>
                  <a:cubicBezTo>
                    <a:pt x="285630" y="141724"/>
                    <a:pt x="281796" y="162153"/>
                    <a:pt x="278601" y="173644"/>
                  </a:cubicBezTo>
                  <a:cubicBezTo>
                    <a:pt x="275406" y="184497"/>
                    <a:pt x="270933" y="194711"/>
                    <a:pt x="265182" y="204287"/>
                  </a:cubicBezTo>
                  <a:cubicBezTo>
                    <a:pt x="264543" y="207479"/>
                    <a:pt x="268377" y="221524"/>
                    <a:pt x="272211" y="223439"/>
                  </a:cubicBezTo>
                  <a:cubicBezTo>
                    <a:pt x="275406" y="224716"/>
                    <a:pt x="279240" y="225355"/>
                    <a:pt x="282435" y="225355"/>
                  </a:cubicBezTo>
                  <a:cubicBezTo>
                    <a:pt x="290103" y="225355"/>
                    <a:pt x="297132" y="227270"/>
                    <a:pt x="303522" y="230462"/>
                  </a:cubicBezTo>
                  <a:cubicBezTo>
                    <a:pt x="308634" y="233015"/>
                    <a:pt x="309912" y="236846"/>
                    <a:pt x="307995" y="240038"/>
                  </a:cubicBezTo>
                  <a:cubicBezTo>
                    <a:pt x="307995" y="240038"/>
                    <a:pt x="307995" y="240038"/>
                    <a:pt x="307995" y="240038"/>
                  </a:cubicBezTo>
                  <a:lnTo>
                    <a:pt x="307995" y="240038"/>
                  </a:lnTo>
                  <a:close/>
                </a:path>
              </a:pathLst>
            </a:custGeom>
            <a:solidFill>
              <a:srgbClr val="00ABAB"/>
            </a:solidFill>
            <a:ln w="6390" cap="flat">
              <a:noFill/>
              <a:prstDash val="solid"/>
              <a:miter/>
            </a:ln>
          </p:spPr>
          <p:txBody>
            <a:bodyPr rtlCol="0" anchor="ctr"/>
            <a:lstStyle/>
            <a:p>
              <a:endParaRPr lang="en-US"/>
            </a:p>
          </p:txBody>
        </p:sp>
        <p:sp>
          <p:nvSpPr>
            <p:cNvPr id="512" name="Graphic 4">
              <a:extLst>
                <a:ext uri="{FF2B5EF4-FFF2-40B4-BE49-F238E27FC236}">
                  <a16:creationId xmlns:a16="http://schemas.microsoft.com/office/drawing/2014/main" id="{24D35A4C-BD40-9B46-AA6A-3A31FC2CCCAF}"/>
                </a:ext>
              </a:extLst>
            </p:cNvPr>
            <p:cNvSpPr/>
            <p:nvPr/>
          </p:nvSpPr>
          <p:spPr>
            <a:xfrm>
              <a:off x="6370128" y="4436934"/>
              <a:ext cx="42173" cy="13479"/>
            </a:xfrm>
            <a:custGeom>
              <a:avLst/>
              <a:gdLst>
                <a:gd name="connsiteX0" fmla="*/ 21087 w 42173"/>
                <a:gd name="connsiteY0" fmla="*/ 96 h 13479"/>
                <a:gd name="connsiteX1" fmla="*/ 0 w 42173"/>
                <a:gd name="connsiteY1" fmla="*/ 7756 h 13479"/>
                <a:gd name="connsiteX2" fmla="*/ 22365 w 42173"/>
                <a:gd name="connsiteY2" fmla="*/ 12225 h 13479"/>
                <a:gd name="connsiteX3" fmla="*/ 26199 w 42173"/>
                <a:gd name="connsiteY3" fmla="*/ 8395 h 13479"/>
                <a:gd name="connsiteX4" fmla="*/ 30672 w 42173"/>
                <a:gd name="connsiteY4" fmla="*/ 6480 h 13479"/>
                <a:gd name="connsiteX5" fmla="*/ 35145 w 42173"/>
                <a:gd name="connsiteY5" fmla="*/ 8395 h 13479"/>
                <a:gd name="connsiteX6" fmla="*/ 37700 w 42173"/>
                <a:gd name="connsiteY6" fmla="*/ 10948 h 13479"/>
                <a:gd name="connsiteX7" fmla="*/ 42173 w 42173"/>
                <a:gd name="connsiteY7" fmla="*/ 7756 h 13479"/>
                <a:gd name="connsiteX8" fmla="*/ 21087 w 42173"/>
                <a:gd name="connsiteY8" fmla="*/ 96 h 13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173" h="13479">
                  <a:moveTo>
                    <a:pt x="21087" y="96"/>
                  </a:moveTo>
                  <a:cubicBezTo>
                    <a:pt x="13419" y="-543"/>
                    <a:pt x="5751" y="2011"/>
                    <a:pt x="0" y="7756"/>
                  </a:cubicBezTo>
                  <a:cubicBezTo>
                    <a:pt x="6390" y="13502"/>
                    <a:pt x="14697" y="14779"/>
                    <a:pt x="22365" y="12225"/>
                  </a:cubicBezTo>
                  <a:lnTo>
                    <a:pt x="26199" y="8395"/>
                  </a:lnTo>
                  <a:cubicBezTo>
                    <a:pt x="27477" y="7118"/>
                    <a:pt x="28755" y="6480"/>
                    <a:pt x="30672" y="6480"/>
                  </a:cubicBezTo>
                  <a:cubicBezTo>
                    <a:pt x="32589" y="6480"/>
                    <a:pt x="33867" y="7118"/>
                    <a:pt x="35145" y="8395"/>
                  </a:cubicBezTo>
                  <a:lnTo>
                    <a:pt x="37700" y="10948"/>
                  </a:lnTo>
                  <a:cubicBezTo>
                    <a:pt x="39617" y="10310"/>
                    <a:pt x="40895" y="9033"/>
                    <a:pt x="42173" y="7756"/>
                  </a:cubicBezTo>
                  <a:cubicBezTo>
                    <a:pt x="37062" y="2011"/>
                    <a:pt x="28755" y="-543"/>
                    <a:pt x="21087" y="96"/>
                  </a:cubicBezTo>
                  <a:close/>
                </a:path>
              </a:pathLst>
            </a:custGeom>
            <a:solidFill>
              <a:srgbClr val="00ABAB"/>
            </a:solidFill>
            <a:ln w="6390" cap="flat">
              <a:noFill/>
              <a:prstDash val="solid"/>
              <a:miter/>
            </a:ln>
          </p:spPr>
          <p:txBody>
            <a:bodyPr rtlCol="0" anchor="ctr"/>
            <a:lstStyle/>
            <a:p>
              <a:endParaRPr lang="en-US"/>
            </a:p>
          </p:txBody>
        </p:sp>
        <p:sp>
          <p:nvSpPr>
            <p:cNvPr id="513" name="Graphic 4">
              <a:extLst>
                <a:ext uri="{FF2B5EF4-FFF2-40B4-BE49-F238E27FC236}">
                  <a16:creationId xmlns:a16="http://schemas.microsoft.com/office/drawing/2014/main" id="{DEAF7F8F-6675-934A-907C-CB0D1F7F49EF}"/>
                </a:ext>
              </a:extLst>
            </p:cNvPr>
            <p:cNvSpPr/>
            <p:nvPr/>
          </p:nvSpPr>
          <p:spPr>
            <a:xfrm>
              <a:off x="6224437" y="4492570"/>
              <a:ext cx="17252" cy="23620"/>
            </a:xfrm>
            <a:custGeom>
              <a:avLst/>
              <a:gdLst>
                <a:gd name="connsiteX0" fmla="*/ 0 w 17252"/>
                <a:gd name="connsiteY0" fmla="*/ 23621 h 23620"/>
                <a:gd name="connsiteX1" fmla="*/ 17253 w 17252"/>
                <a:gd name="connsiteY1" fmla="*/ 23621 h 23620"/>
                <a:gd name="connsiteX2" fmla="*/ 17253 w 17252"/>
                <a:gd name="connsiteY2" fmla="*/ 20429 h 23620"/>
                <a:gd name="connsiteX3" fmla="*/ 7668 w 17252"/>
                <a:gd name="connsiteY3" fmla="*/ 0 h 23620"/>
                <a:gd name="connsiteX4" fmla="*/ 0 w 17252"/>
                <a:gd name="connsiteY4" fmla="*/ 23621 h 23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52" h="23620">
                  <a:moveTo>
                    <a:pt x="0" y="23621"/>
                  </a:moveTo>
                  <a:lnTo>
                    <a:pt x="17253" y="23621"/>
                  </a:lnTo>
                  <a:cubicBezTo>
                    <a:pt x="17253" y="22344"/>
                    <a:pt x="17253" y="21706"/>
                    <a:pt x="17253" y="20429"/>
                  </a:cubicBezTo>
                  <a:cubicBezTo>
                    <a:pt x="13419" y="14045"/>
                    <a:pt x="10224" y="7023"/>
                    <a:pt x="7668" y="0"/>
                  </a:cubicBezTo>
                  <a:cubicBezTo>
                    <a:pt x="5751" y="8299"/>
                    <a:pt x="3834" y="16599"/>
                    <a:pt x="0" y="23621"/>
                  </a:cubicBezTo>
                  <a:close/>
                </a:path>
              </a:pathLst>
            </a:custGeom>
            <a:solidFill>
              <a:srgbClr val="00ABAB"/>
            </a:solidFill>
            <a:ln w="6390" cap="flat">
              <a:noFill/>
              <a:prstDash val="solid"/>
              <a:miter/>
            </a:ln>
          </p:spPr>
          <p:txBody>
            <a:bodyPr rtlCol="0" anchor="ctr"/>
            <a:lstStyle/>
            <a:p>
              <a:endParaRPr lang="en-US"/>
            </a:p>
          </p:txBody>
        </p:sp>
      </p:grpSp>
      <p:grpSp>
        <p:nvGrpSpPr>
          <p:cNvPr id="514" name="Graphic 4">
            <a:extLst>
              <a:ext uri="{FF2B5EF4-FFF2-40B4-BE49-F238E27FC236}">
                <a16:creationId xmlns:a16="http://schemas.microsoft.com/office/drawing/2014/main" id="{AD9BB73D-E55B-D547-AB36-6DB9DFEEC119}"/>
              </a:ext>
            </a:extLst>
          </p:cNvPr>
          <p:cNvGrpSpPr>
            <a:grpSpLocks noChangeAspect="1"/>
          </p:cNvGrpSpPr>
          <p:nvPr/>
        </p:nvGrpSpPr>
        <p:grpSpPr>
          <a:xfrm>
            <a:off x="6146480" y="3339623"/>
            <a:ext cx="362309" cy="361971"/>
            <a:chOff x="6146480" y="3339623"/>
            <a:chExt cx="362309" cy="361971"/>
          </a:xfrm>
          <a:solidFill>
            <a:srgbClr val="00ABAB"/>
          </a:solidFill>
        </p:grpSpPr>
        <p:sp>
          <p:nvSpPr>
            <p:cNvPr id="515" name="Graphic 4">
              <a:extLst>
                <a:ext uri="{FF2B5EF4-FFF2-40B4-BE49-F238E27FC236}">
                  <a16:creationId xmlns:a16="http://schemas.microsoft.com/office/drawing/2014/main" id="{DE227ED2-DAAB-2B48-AEFD-67DF59F09B43}"/>
                </a:ext>
              </a:extLst>
            </p:cNvPr>
            <p:cNvSpPr/>
            <p:nvPr/>
          </p:nvSpPr>
          <p:spPr>
            <a:xfrm>
              <a:off x="6290254" y="3436660"/>
              <a:ext cx="75401" cy="27950"/>
            </a:xfrm>
            <a:custGeom>
              <a:avLst/>
              <a:gdLst>
                <a:gd name="connsiteX0" fmla="*/ 37700 w 75401"/>
                <a:gd name="connsiteY0" fmla="*/ 0 h 27950"/>
                <a:gd name="connsiteX1" fmla="*/ 639 w 75401"/>
                <a:gd name="connsiteY1" fmla="*/ 14045 h 27950"/>
                <a:gd name="connsiteX2" fmla="*/ 0 w 75401"/>
                <a:gd name="connsiteY2" fmla="*/ 15321 h 27950"/>
                <a:gd name="connsiteX3" fmla="*/ 42173 w 75401"/>
                <a:gd name="connsiteY3" fmla="*/ 25536 h 27950"/>
                <a:gd name="connsiteX4" fmla="*/ 48563 w 75401"/>
                <a:gd name="connsiteY4" fmla="*/ 19152 h 27950"/>
                <a:gd name="connsiteX5" fmla="*/ 57509 w 75401"/>
                <a:gd name="connsiteY5" fmla="*/ 19152 h 27950"/>
                <a:gd name="connsiteX6" fmla="*/ 57509 w 75401"/>
                <a:gd name="connsiteY6" fmla="*/ 19152 h 27950"/>
                <a:gd name="connsiteX7" fmla="*/ 62621 w 75401"/>
                <a:gd name="connsiteY7" fmla="*/ 24259 h 27950"/>
                <a:gd name="connsiteX8" fmla="*/ 75401 w 75401"/>
                <a:gd name="connsiteY8" fmla="*/ 15321 h 27950"/>
                <a:gd name="connsiteX9" fmla="*/ 74762 w 75401"/>
                <a:gd name="connsiteY9" fmla="*/ 14045 h 27950"/>
                <a:gd name="connsiteX10" fmla="*/ 37700 w 75401"/>
                <a:gd name="connsiteY10" fmla="*/ 0 h 2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5401" h="27950">
                  <a:moveTo>
                    <a:pt x="37700" y="0"/>
                  </a:moveTo>
                  <a:cubicBezTo>
                    <a:pt x="19809" y="0"/>
                    <a:pt x="7668" y="5107"/>
                    <a:pt x="639" y="14045"/>
                  </a:cubicBezTo>
                  <a:lnTo>
                    <a:pt x="0" y="15321"/>
                  </a:lnTo>
                  <a:cubicBezTo>
                    <a:pt x="12780" y="33197"/>
                    <a:pt x="36422" y="27451"/>
                    <a:pt x="42173" y="25536"/>
                  </a:cubicBezTo>
                  <a:lnTo>
                    <a:pt x="48563" y="19152"/>
                  </a:lnTo>
                  <a:cubicBezTo>
                    <a:pt x="51119" y="16598"/>
                    <a:pt x="54953" y="16598"/>
                    <a:pt x="57509" y="19152"/>
                  </a:cubicBezTo>
                  <a:cubicBezTo>
                    <a:pt x="57509" y="19152"/>
                    <a:pt x="57509" y="19152"/>
                    <a:pt x="57509" y="19152"/>
                  </a:cubicBezTo>
                  <a:lnTo>
                    <a:pt x="62621" y="24259"/>
                  </a:lnTo>
                  <a:cubicBezTo>
                    <a:pt x="67733" y="22982"/>
                    <a:pt x="72206" y="19790"/>
                    <a:pt x="75401" y="15321"/>
                  </a:cubicBezTo>
                  <a:cubicBezTo>
                    <a:pt x="75401" y="14683"/>
                    <a:pt x="74762" y="14683"/>
                    <a:pt x="74762" y="14045"/>
                  </a:cubicBezTo>
                  <a:cubicBezTo>
                    <a:pt x="67733" y="5107"/>
                    <a:pt x="54953" y="0"/>
                    <a:pt x="37700" y="0"/>
                  </a:cubicBezTo>
                  <a:close/>
                </a:path>
              </a:pathLst>
            </a:custGeom>
            <a:solidFill>
              <a:srgbClr val="00ABAB"/>
            </a:solidFill>
            <a:ln w="6390" cap="flat">
              <a:noFill/>
              <a:prstDash val="solid"/>
              <a:miter/>
            </a:ln>
          </p:spPr>
          <p:txBody>
            <a:bodyPr rtlCol="0" anchor="ctr"/>
            <a:lstStyle/>
            <a:p>
              <a:endParaRPr lang="en-US"/>
            </a:p>
          </p:txBody>
        </p:sp>
        <p:sp>
          <p:nvSpPr>
            <p:cNvPr id="516" name="Graphic 4">
              <a:extLst>
                <a:ext uri="{FF2B5EF4-FFF2-40B4-BE49-F238E27FC236}">
                  <a16:creationId xmlns:a16="http://schemas.microsoft.com/office/drawing/2014/main" id="{B08B3FF2-11B4-CB45-A64C-FC233A0A72E6}"/>
                </a:ext>
              </a:extLst>
            </p:cNvPr>
            <p:cNvSpPr/>
            <p:nvPr/>
          </p:nvSpPr>
          <p:spPr>
            <a:xfrm>
              <a:off x="6146480" y="33396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77323 w 362309"/>
                <a:gd name="connsiteY6" fmla="*/ 274511 h 361971"/>
                <a:gd name="connsiteX7" fmla="*/ 271572 w 362309"/>
                <a:gd name="connsiteY7" fmla="*/ 277703 h 361971"/>
                <a:gd name="connsiteX8" fmla="*/ 268377 w 362309"/>
                <a:gd name="connsiteY8" fmla="*/ 277065 h 361971"/>
                <a:gd name="connsiteX9" fmla="*/ 241540 w 362309"/>
                <a:gd name="connsiteY9" fmla="*/ 271319 h 361971"/>
                <a:gd name="connsiteX10" fmla="*/ 219175 w 362309"/>
                <a:gd name="connsiteY10" fmla="*/ 266850 h 361971"/>
                <a:gd name="connsiteX11" fmla="*/ 201922 w 362309"/>
                <a:gd name="connsiteY11" fmla="*/ 238122 h 361971"/>
                <a:gd name="connsiteX12" fmla="*/ 202561 w 362309"/>
                <a:gd name="connsiteY12" fmla="*/ 212587 h 361971"/>
                <a:gd name="connsiteX13" fmla="*/ 221092 w 362309"/>
                <a:gd name="connsiteY13" fmla="*/ 168537 h 361971"/>
                <a:gd name="connsiteX14" fmla="*/ 224287 w 362309"/>
                <a:gd name="connsiteY14" fmla="*/ 125765 h 361971"/>
                <a:gd name="connsiteX15" fmla="*/ 203200 w 362309"/>
                <a:gd name="connsiteY15" fmla="*/ 134702 h 361971"/>
                <a:gd name="connsiteX16" fmla="*/ 199366 w 362309"/>
                <a:gd name="connsiteY16" fmla="*/ 132787 h 361971"/>
                <a:gd name="connsiteX17" fmla="*/ 196171 w 362309"/>
                <a:gd name="connsiteY17" fmla="*/ 129595 h 361971"/>
                <a:gd name="connsiteX18" fmla="*/ 192976 w 362309"/>
                <a:gd name="connsiteY18" fmla="*/ 132787 h 361971"/>
                <a:gd name="connsiteX19" fmla="*/ 190420 w 362309"/>
                <a:gd name="connsiteY19" fmla="*/ 134064 h 361971"/>
                <a:gd name="connsiteX20" fmla="*/ 169972 w 362309"/>
                <a:gd name="connsiteY20" fmla="*/ 137256 h 361971"/>
                <a:gd name="connsiteX21" fmla="*/ 137384 w 362309"/>
                <a:gd name="connsiteY21" fmla="*/ 125126 h 361971"/>
                <a:gd name="connsiteX22" fmla="*/ 140579 w 362309"/>
                <a:gd name="connsiteY22" fmla="*/ 167899 h 361971"/>
                <a:gd name="connsiteX23" fmla="*/ 159109 w 362309"/>
                <a:gd name="connsiteY23" fmla="*/ 211948 h 361971"/>
                <a:gd name="connsiteX24" fmla="*/ 159748 w 362309"/>
                <a:gd name="connsiteY24" fmla="*/ 237484 h 361971"/>
                <a:gd name="connsiteX25" fmla="*/ 142496 w 362309"/>
                <a:gd name="connsiteY25" fmla="*/ 266212 h 361971"/>
                <a:gd name="connsiteX26" fmla="*/ 120131 w 362309"/>
                <a:gd name="connsiteY26" fmla="*/ 270681 h 361971"/>
                <a:gd name="connsiteX27" fmla="*/ 93293 w 362309"/>
                <a:gd name="connsiteY27" fmla="*/ 276426 h 361971"/>
                <a:gd name="connsiteX28" fmla="*/ 84347 w 362309"/>
                <a:gd name="connsiteY28" fmla="*/ 273873 h 361971"/>
                <a:gd name="connsiteX29" fmla="*/ 86903 w 362309"/>
                <a:gd name="connsiteY29" fmla="*/ 264935 h 361971"/>
                <a:gd name="connsiteX30" fmla="*/ 118853 w 362309"/>
                <a:gd name="connsiteY30" fmla="*/ 257274 h 361971"/>
                <a:gd name="connsiteX31" fmla="*/ 136106 w 362309"/>
                <a:gd name="connsiteY31" fmla="*/ 254082 h 361971"/>
                <a:gd name="connsiteX32" fmla="*/ 148246 w 362309"/>
                <a:gd name="connsiteY32" fmla="*/ 218332 h 361971"/>
                <a:gd name="connsiteX33" fmla="*/ 127799 w 362309"/>
                <a:gd name="connsiteY33" fmla="*/ 171091 h 361971"/>
                <a:gd name="connsiteX34" fmla="*/ 132911 w 362309"/>
                <a:gd name="connsiteY34" fmla="*/ 102782 h 361971"/>
                <a:gd name="connsiteX35" fmla="*/ 180196 w 362309"/>
                <a:gd name="connsiteY35" fmla="*/ 83630 h 361971"/>
                <a:gd name="connsiteX36" fmla="*/ 227482 w 362309"/>
                <a:gd name="connsiteY36" fmla="*/ 102782 h 361971"/>
                <a:gd name="connsiteX37" fmla="*/ 232593 w 362309"/>
                <a:gd name="connsiteY37" fmla="*/ 171091 h 361971"/>
                <a:gd name="connsiteX38" fmla="*/ 212146 w 362309"/>
                <a:gd name="connsiteY38" fmla="*/ 218332 h 361971"/>
                <a:gd name="connsiteX39" fmla="*/ 224287 w 362309"/>
                <a:gd name="connsiteY39" fmla="*/ 254082 h 361971"/>
                <a:gd name="connsiteX40" fmla="*/ 241540 w 362309"/>
                <a:gd name="connsiteY40" fmla="*/ 257274 h 361971"/>
                <a:gd name="connsiteX41" fmla="*/ 273489 w 362309"/>
                <a:gd name="connsiteY41" fmla="*/ 264935 h 361971"/>
                <a:gd name="connsiteX42" fmla="*/ 277323 w 362309"/>
                <a:gd name="connsiteY42" fmla="*/ 274511 h 361971"/>
                <a:gd name="connsiteX43" fmla="*/ 277323 w 362309"/>
                <a:gd name="connsiteY43" fmla="*/ 274511 h 361971"/>
                <a:gd name="connsiteX44" fmla="*/ 277323 w 362309"/>
                <a:gd name="connsiteY44" fmla="*/ 27451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1077"/>
                    <a:pt x="281157" y="0"/>
                    <a:pt x="181474" y="0"/>
                  </a:cubicBezTo>
                  <a:close/>
                  <a:moveTo>
                    <a:pt x="277323" y="274511"/>
                  </a:moveTo>
                  <a:cubicBezTo>
                    <a:pt x="276045" y="276426"/>
                    <a:pt x="274128" y="277703"/>
                    <a:pt x="271572" y="277703"/>
                  </a:cubicBezTo>
                  <a:cubicBezTo>
                    <a:pt x="270294" y="277703"/>
                    <a:pt x="269655" y="277703"/>
                    <a:pt x="268377" y="277065"/>
                  </a:cubicBezTo>
                  <a:cubicBezTo>
                    <a:pt x="260070" y="273234"/>
                    <a:pt x="250485" y="271319"/>
                    <a:pt x="241540" y="271319"/>
                  </a:cubicBezTo>
                  <a:cubicBezTo>
                    <a:pt x="233872" y="271319"/>
                    <a:pt x="226204" y="269404"/>
                    <a:pt x="219175" y="266850"/>
                  </a:cubicBezTo>
                  <a:cubicBezTo>
                    <a:pt x="208312" y="261105"/>
                    <a:pt x="203200" y="243868"/>
                    <a:pt x="201922" y="238122"/>
                  </a:cubicBezTo>
                  <a:cubicBezTo>
                    <a:pt x="200644" y="232377"/>
                    <a:pt x="198088" y="218971"/>
                    <a:pt x="202561" y="212587"/>
                  </a:cubicBezTo>
                  <a:cubicBezTo>
                    <a:pt x="210868" y="198542"/>
                    <a:pt x="216619" y="183859"/>
                    <a:pt x="221092" y="168537"/>
                  </a:cubicBezTo>
                  <a:cubicBezTo>
                    <a:pt x="225565" y="154492"/>
                    <a:pt x="226843" y="139809"/>
                    <a:pt x="224287" y="125765"/>
                  </a:cubicBezTo>
                  <a:cubicBezTo>
                    <a:pt x="218536" y="131510"/>
                    <a:pt x="210868" y="134702"/>
                    <a:pt x="203200" y="134702"/>
                  </a:cubicBezTo>
                  <a:cubicBezTo>
                    <a:pt x="201922" y="134702"/>
                    <a:pt x="200005" y="134064"/>
                    <a:pt x="199366" y="132787"/>
                  </a:cubicBezTo>
                  <a:lnTo>
                    <a:pt x="196171" y="129595"/>
                  </a:lnTo>
                  <a:lnTo>
                    <a:pt x="192976" y="132787"/>
                  </a:lnTo>
                  <a:cubicBezTo>
                    <a:pt x="192337" y="133425"/>
                    <a:pt x="191698" y="134064"/>
                    <a:pt x="190420" y="134064"/>
                  </a:cubicBezTo>
                  <a:cubicBezTo>
                    <a:pt x="184030" y="136617"/>
                    <a:pt x="177001" y="137894"/>
                    <a:pt x="169972" y="137256"/>
                  </a:cubicBezTo>
                  <a:cubicBezTo>
                    <a:pt x="157831" y="137894"/>
                    <a:pt x="146329" y="133425"/>
                    <a:pt x="137384" y="125126"/>
                  </a:cubicBezTo>
                  <a:cubicBezTo>
                    <a:pt x="134828" y="139171"/>
                    <a:pt x="136106" y="154492"/>
                    <a:pt x="140579" y="167899"/>
                  </a:cubicBezTo>
                  <a:cubicBezTo>
                    <a:pt x="145051" y="183220"/>
                    <a:pt x="151441" y="197903"/>
                    <a:pt x="159109" y="211948"/>
                  </a:cubicBezTo>
                  <a:cubicBezTo>
                    <a:pt x="163582" y="218971"/>
                    <a:pt x="161026" y="232377"/>
                    <a:pt x="159748" y="237484"/>
                  </a:cubicBezTo>
                  <a:cubicBezTo>
                    <a:pt x="158470" y="242591"/>
                    <a:pt x="153358" y="260466"/>
                    <a:pt x="142496" y="266212"/>
                  </a:cubicBezTo>
                  <a:cubicBezTo>
                    <a:pt x="135466" y="268766"/>
                    <a:pt x="127799" y="270681"/>
                    <a:pt x="120131" y="270681"/>
                  </a:cubicBezTo>
                  <a:cubicBezTo>
                    <a:pt x="110546" y="270681"/>
                    <a:pt x="101600" y="273234"/>
                    <a:pt x="93293" y="276426"/>
                  </a:cubicBezTo>
                  <a:cubicBezTo>
                    <a:pt x="90098" y="278341"/>
                    <a:pt x="86264" y="277065"/>
                    <a:pt x="84347" y="273873"/>
                  </a:cubicBezTo>
                  <a:cubicBezTo>
                    <a:pt x="82430" y="270681"/>
                    <a:pt x="83708" y="266850"/>
                    <a:pt x="86903" y="264935"/>
                  </a:cubicBezTo>
                  <a:cubicBezTo>
                    <a:pt x="97127" y="260466"/>
                    <a:pt x="107990" y="257913"/>
                    <a:pt x="118853" y="257274"/>
                  </a:cubicBezTo>
                  <a:cubicBezTo>
                    <a:pt x="124604" y="257274"/>
                    <a:pt x="130354" y="255998"/>
                    <a:pt x="136106" y="254082"/>
                  </a:cubicBezTo>
                  <a:cubicBezTo>
                    <a:pt x="145051" y="249614"/>
                    <a:pt x="150802" y="223439"/>
                    <a:pt x="148246" y="218332"/>
                  </a:cubicBezTo>
                  <a:cubicBezTo>
                    <a:pt x="139301" y="203649"/>
                    <a:pt x="132911" y="187689"/>
                    <a:pt x="127799" y="171091"/>
                  </a:cubicBezTo>
                  <a:cubicBezTo>
                    <a:pt x="122686" y="154492"/>
                    <a:pt x="116936" y="123211"/>
                    <a:pt x="132911" y="102782"/>
                  </a:cubicBezTo>
                  <a:cubicBezTo>
                    <a:pt x="142496" y="90014"/>
                    <a:pt x="158470" y="83630"/>
                    <a:pt x="180196" y="83630"/>
                  </a:cubicBezTo>
                  <a:cubicBezTo>
                    <a:pt x="201922" y="83630"/>
                    <a:pt x="217897" y="90014"/>
                    <a:pt x="227482" y="102782"/>
                  </a:cubicBezTo>
                  <a:cubicBezTo>
                    <a:pt x="243456" y="123849"/>
                    <a:pt x="237067" y="154492"/>
                    <a:pt x="232593" y="171091"/>
                  </a:cubicBezTo>
                  <a:cubicBezTo>
                    <a:pt x="228120" y="187689"/>
                    <a:pt x="221092" y="203649"/>
                    <a:pt x="212146" y="218332"/>
                  </a:cubicBezTo>
                  <a:cubicBezTo>
                    <a:pt x="209590" y="223439"/>
                    <a:pt x="215341" y="248975"/>
                    <a:pt x="224287" y="254082"/>
                  </a:cubicBezTo>
                  <a:cubicBezTo>
                    <a:pt x="230038" y="255998"/>
                    <a:pt x="235788" y="257274"/>
                    <a:pt x="241540" y="257274"/>
                  </a:cubicBezTo>
                  <a:cubicBezTo>
                    <a:pt x="252403" y="257913"/>
                    <a:pt x="263265" y="260466"/>
                    <a:pt x="273489" y="264935"/>
                  </a:cubicBezTo>
                  <a:cubicBezTo>
                    <a:pt x="277323" y="267489"/>
                    <a:pt x="278601" y="271319"/>
                    <a:pt x="277323" y="274511"/>
                  </a:cubicBezTo>
                  <a:cubicBezTo>
                    <a:pt x="277323" y="274511"/>
                    <a:pt x="277323" y="274511"/>
                    <a:pt x="277323" y="274511"/>
                  </a:cubicBezTo>
                  <a:lnTo>
                    <a:pt x="277323" y="274511"/>
                  </a:lnTo>
                  <a:close/>
                </a:path>
              </a:pathLst>
            </a:custGeom>
            <a:solidFill>
              <a:srgbClr val="00ABAB"/>
            </a:solidFill>
            <a:ln w="6390" cap="flat">
              <a:noFill/>
              <a:prstDash val="solid"/>
              <a:miter/>
            </a:ln>
          </p:spPr>
          <p:txBody>
            <a:bodyPr rtlCol="0" anchor="ctr"/>
            <a:lstStyle/>
            <a:p>
              <a:endParaRPr lang="en-US"/>
            </a:p>
          </p:txBody>
        </p:sp>
      </p:grpSp>
      <p:grpSp>
        <p:nvGrpSpPr>
          <p:cNvPr id="517" name="Graphic 4">
            <a:extLst>
              <a:ext uri="{FF2B5EF4-FFF2-40B4-BE49-F238E27FC236}">
                <a16:creationId xmlns:a16="http://schemas.microsoft.com/office/drawing/2014/main" id="{94DD55B5-32DC-D64D-8A42-CE5FC72278C4}"/>
              </a:ext>
            </a:extLst>
          </p:cNvPr>
          <p:cNvGrpSpPr>
            <a:grpSpLocks noChangeAspect="1"/>
          </p:cNvGrpSpPr>
          <p:nvPr/>
        </p:nvGrpSpPr>
        <p:grpSpPr>
          <a:xfrm>
            <a:off x="4045469" y="3339623"/>
            <a:ext cx="362309" cy="361971"/>
            <a:chOff x="4045469" y="3339623"/>
            <a:chExt cx="362309" cy="361971"/>
          </a:xfrm>
          <a:solidFill>
            <a:srgbClr val="00ABAB"/>
          </a:solidFill>
        </p:grpSpPr>
        <p:sp>
          <p:nvSpPr>
            <p:cNvPr id="518" name="Graphic 4">
              <a:extLst>
                <a:ext uri="{FF2B5EF4-FFF2-40B4-BE49-F238E27FC236}">
                  <a16:creationId xmlns:a16="http://schemas.microsoft.com/office/drawing/2014/main" id="{127D8AB5-9307-E34B-9C05-8BE576F38B8F}"/>
                </a:ext>
              </a:extLst>
            </p:cNvPr>
            <p:cNvSpPr/>
            <p:nvPr/>
          </p:nvSpPr>
          <p:spPr>
            <a:xfrm>
              <a:off x="4248030" y="3490924"/>
              <a:ext cx="46007" cy="31281"/>
            </a:xfrm>
            <a:custGeom>
              <a:avLst/>
              <a:gdLst>
                <a:gd name="connsiteX0" fmla="*/ 0 w 46007"/>
                <a:gd name="connsiteY0" fmla="*/ 0 h 31281"/>
                <a:gd name="connsiteX1" fmla="*/ 46008 w 46007"/>
                <a:gd name="connsiteY1" fmla="*/ 0 h 31281"/>
                <a:gd name="connsiteX2" fmla="*/ 46008 w 46007"/>
                <a:gd name="connsiteY2" fmla="*/ 31282 h 31281"/>
                <a:gd name="connsiteX3" fmla="*/ 0 w 46007"/>
                <a:gd name="connsiteY3" fmla="*/ 31282 h 31281"/>
              </a:gdLst>
              <a:ahLst/>
              <a:cxnLst>
                <a:cxn ang="0">
                  <a:pos x="connsiteX0" y="connsiteY0"/>
                </a:cxn>
                <a:cxn ang="0">
                  <a:pos x="connsiteX1" y="connsiteY1"/>
                </a:cxn>
                <a:cxn ang="0">
                  <a:pos x="connsiteX2" y="connsiteY2"/>
                </a:cxn>
                <a:cxn ang="0">
                  <a:pos x="connsiteX3" y="connsiteY3"/>
                </a:cxn>
              </a:cxnLst>
              <a:rect l="l" t="t" r="r" b="b"/>
              <a:pathLst>
                <a:path w="46007" h="31281">
                  <a:moveTo>
                    <a:pt x="0" y="0"/>
                  </a:moveTo>
                  <a:lnTo>
                    <a:pt x="46008" y="0"/>
                  </a:lnTo>
                  <a:lnTo>
                    <a:pt x="46008" y="31282"/>
                  </a:lnTo>
                  <a:lnTo>
                    <a:pt x="0" y="31282"/>
                  </a:lnTo>
                  <a:close/>
                </a:path>
              </a:pathLst>
            </a:custGeom>
            <a:solidFill>
              <a:srgbClr val="00ABAB"/>
            </a:solidFill>
            <a:ln w="6390" cap="flat">
              <a:noFill/>
              <a:prstDash val="solid"/>
              <a:miter/>
            </a:ln>
          </p:spPr>
          <p:txBody>
            <a:bodyPr rtlCol="0" anchor="ctr"/>
            <a:lstStyle/>
            <a:p>
              <a:endParaRPr lang="en-US"/>
            </a:p>
          </p:txBody>
        </p:sp>
        <p:sp>
          <p:nvSpPr>
            <p:cNvPr id="519" name="Graphic 4">
              <a:extLst>
                <a:ext uri="{FF2B5EF4-FFF2-40B4-BE49-F238E27FC236}">
                  <a16:creationId xmlns:a16="http://schemas.microsoft.com/office/drawing/2014/main" id="{3793A7D0-C50D-D847-8C3A-CBF1D3B84F36}"/>
                </a:ext>
              </a:extLst>
            </p:cNvPr>
            <p:cNvSpPr/>
            <p:nvPr/>
          </p:nvSpPr>
          <p:spPr>
            <a:xfrm>
              <a:off x="4159849" y="3490924"/>
              <a:ext cx="46007" cy="31281"/>
            </a:xfrm>
            <a:custGeom>
              <a:avLst/>
              <a:gdLst>
                <a:gd name="connsiteX0" fmla="*/ 0 w 46007"/>
                <a:gd name="connsiteY0" fmla="*/ 0 h 31281"/>
                <a:gd name="connsiteX1" fmla="*/ 46008 w 46007"/>
                <a:gd name="connsiteY1" fmla="*/ 0 h 31281"/>
                <a:gd name="connsiteX2" fmla="*/ 46008 w 46007"/>
                <a:gd name="connsiteY2" fmla="*/ 31282 h 31281"/>
                <a:gd name="connsiteX3" fmla="*/ 0 w 46007"/>
                <a:gd name="connsiteY3" fmla="*/ 31282 h 31281"/>
              </a:gdLst>
              <a:ahLst/>
              <a:cxnLst>
                <a:cxn ang="0">
                  <a:pos x="connsiteX0" y="connsiteY0"/>
                </a:cxn>
                <a:cxn ang="0">
                  <a:pos x="connsiteX1" y="connsiteY1"/>
                </a:cxn>
                <a:cxn ang="0">
                  <a:pos x="connsiteX2" y="connsiteY2"/>
                </a:cxn>
                <a:cxn ang="0">
                  <a:pos x="connsiteX3" y="connsiteY3"/>
                </a:cxn>
              </a:cxnLst>
              <a:rect l="l" t="t" r="r" b="b"/>
              <a:pathLst>
                <a:path w="46007" h="31281">
                  <a:moveTo>
                    <a:pt x="0" y="0"/>
                  </a:moveTo>
                  <a:lnTo>
                    <a:pt x="46008" y="0"/>
                  </a:lnTo>
                  <a:lnTo>
                    <a:pt x="46008" y="31282"/>
                  </a:lnTo>
                  <a:lnTo>
                    <a:pt x="0" y="31282"/>
                  </a:lnTo>
                  <a:close/>
                </a:path>
              </a:pathLst>
            </a:custGeom>
            <a:solidFill>
              <a:srgbClr val="00ABAB"/>
            </a:solidFill>
            <a:ln w="6390" cap="flat">
              <a:noFill/>
              <a:prstDash val="solid"/>
              <a:miter/>
            </a:ln>
          </p:spPr>
          <p:txBody>
            <a:bodyPr rtlCol="0" anchor="ctr"/>
            <a:lstStyle/>
            <a:p>
              <a:endParaRPr lang="en-US"/>
            </a:p>
          </p:txBody>
        </p:sp>
        <p:sp>
          <p:nvSpPr>
            <p:cNvPr id="520" name="Graphic 4">
              <a:extLst>
                <a:ext uri="{FF2B5EF4-FFF2-40B4-BE49-F238E27FC236}">
                  <a16:creationId xmlns:a16="http://schemas.microsoft.com/office/drawing/2014/main" id="{40B171DA-FA43-554A-B9F7-0BC8BBCF4B07}"/>
                </a:ext>
              </a:extLst>
            </p:cNvPr>
            <p:cNvSpPr/>
            <p:nvPr/>
          </p:nvSpPr>
          <p:spPr>
            <a:xfrm>
              <a:off x="4262726" y="3432191"/>
              <a:ext cx="16614" cy="16598"/>
            </a:xfrm>
            <a:custGeom>
              <a:avLst/>
              <a:gdLst>
                <a:gd name="connsiteX0" fmla="*/ 8307 w 16614"/>
                <a:gd name="connsiteY0" fmla="*/ 16598 h 16598"/>
                <a:gd name="connsiteX1" fmla="*/ 16614 w 16614"/>
                <a:gd name="connsiteY1" fmla="*/ 8299 h 16598"/>
                <a:gd name="connsiteX2" fmla="*/ 8307 w 16614"/>
                <a:gd name="connsiteY2" fmla="*/ 0 h 16598"/>
                <a:gd name="connsiteX3" fmla="*/ 0 w 16614"/>
                <a:gd name="connsiteY3" fmla="*/ 8299 h 16598"/>
                <a:gd name="connsiteX4" fmla="*/ 0 w 16614"/>
                <a:gd name="connsiteY4" fmla="*/ 8299 h 16598"/>
                <a:gd name="connsiteX5" fmla="*/ 8307 w 16614"/>
                <a:gd name="connsiteY5" fmla="*/ 16598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4" h="16598">
                  <a:moveTo>
                    <a:pt x="8307" y="16598"/>
                  </a:moveTo>
                  <a:cubicBezTo>
                    <a:pt x="12780" y="16598"/>
                    <a:pt x="16614" y="12768"/>
                    <a:pt x="16614" y="8299"/>
                  </a:cubicBezTo>
                  <a:cubicBezTo>
                    <a:pt x="16614" y="3830"/>
                    <a:pt x="12780" y="0"/>
                    <a:pt x="8307" y="0"/>
                  </a:cubicBezTo>
                  <a:cubicBezTo>
                    <a:pt x="3834" y="0"/>
                    <a:pt x="0" y="3830"/>
                    <a:pt x="0" y="8299"/>
                  </a:cubicBezTo>
                  <a:cubicBezTo>
                    <a:pt x="0" y="8299"/>
                    <a:pt x="0" y="8299"/>
                    <a:pt x="0" y="8299"/>
                  </a:cubicBezTo>
                  <a:cubicBezTo>
                    <a:pt x="0" y="12768"/>
                    <a:pt x="3834" y="16598"/>
                    <a:pt x="8307" y="16598"/>
                  </a:cubicBezTo>
                  <a:close/>
                </a:path>
              </a:pathLst>
            </a:custGeom>
            <a:solidFill>
              <a:srgbClr val="00ABAB"/>
            </a:solidFill>
            <a:ln w="6390" cap="flat">
              <a:noFill/>
              <a:prstDash val="solid"/>
              <a:miter/>
            </a:ln>
          </p:spPr>
          <p:txBody>
            <a:bodyPr rtlCol="0" anchor="ctr"/>
            <a:lstStyle/>
            <a:p>
              <a:endParaRPr lang="en-US"/>
            </a:p>
          </p:txBody>
        </p:sp>
        <p:sp>
          <p:nvSpPr>
            <p:cNvPr id="521" name="Graphic 4">
              <a:extLst>
                <a:ext uri="{FF2B5EF4-FFF2-40B4-BE49-F238E27FC236}">
                  <a16:creationId xmlns:a16="http://schemas.microsoft.com/office/drawing/2014/main" id="{2F77FDCC-2578-5448-9CB4-B5D63E96219A}"/>
                </a:ext>
              </a:extLst>
            </p:cNvPr>
            <p:cNvSpPr/>
            <p:nvPr/>
          </p:nvSpPr>
          <p:spPr>
            <a:xfrm>
              <a:off x="4174545" y="3432191"/>
              <a:ext cx="16614" cy="16598"/>
            </a:xfrm>
            <a:custGeom>
              <a:avLst/>
              <a:gdLst>
                <a:gd name="connsiteX0" fmla="*/ 8307 w 16614"/>
                <a:gd name="connsiteY0" fmla="*/ 16598 h 16598"/>
                <a:gd name="connsiteX1" fmla="*/ 16614 w 16614"/>
                <a:gd name="connsiteY1" fmla="*/ 8299 h 16598"/>
                <a:gd name="connsiteX2" fmla="*/ 8307 w 16614"/>
                <a:gd name="connsiteY2" fmla="*/ 0 h 16598"/>
                <a:gd name="connsiteX3" fmla="*/ 0 w 16614"/>
                <a:gd name="connsiteY3" fmla="*/ 8299 h 16598"/>
                <a:gd name="connsiteX4" fmla="*/ 0 w 16614"/>
                <a:gd name="connsiteY4" fmla="*/ 8299 h 16598"/>
                <a:gd name="connsiteX5" fmla="*/ 8307 w 16614"/>
                <a:gd name="connsiteY5" fmla="*/ 16598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4" h="16598">
                  <a:moveTo>
                    <a:pt x="8307" y="16598"/>
                  </a:moveTo>
                  <a:cubicBezTo>
                    <a:pt x="12780" y="16598"/>
                    <a:pt x="16614" y="12768"/>
                    <a:pt x="16614" y="8299"/>
                  </a:cubicBezTo>
                  <a:cubicBezTo>
                    <a:pt x="16614" y="3830"/>
                    <a:pt x="12780" y="0"/>
                    <a:pt x="8307" y="0"/>
                  </a:cubicBezTo>
                  <a:cubicBezTo>
                    <a:pt x="3834" y="0"/>
                    <a:pt x="0" y="3830"/>
                    <a:pt x="0" y="8299"/>
                  </a:cubicBezTo>
                  <a:cubicBezTo>
                    <a:pt x="0" y="8299"/>
                    <a:pt x="0" y="8299"/>
                    <a:pt x="0" y="8299"/>
                  </a:cubicBezTo>
                  <a:cubicBezTo>
                    <a:pt x="0" y="12768"/>
                    <a:pt x="3834" y="16598"/>
                    <a:pt x="8307" y="16598"/>
                  </a:cubicBezTo>
                  <a:close/>
                </a:path>
              </a:pathLst>
            </a:custGeom>
            <a:solidFill>
              <a:srgbClr val="00ABAB"/>
            </a:solidFill>
            <a:ln w="6390" cap="flat">
              <a:noFill/>
              <a:prstDash val="solid"/>
              <a:miter/>
            </a:ln>
          </p:spPr>
          <p:txBody>
            <a:bodyPr rtlCol="0" anchor="ctr"/>
            <a:lstStyle/>
            <a:p>
              <a:endParaRPr lang="en-US"/>
            </a:p>
          </p:txBody>
        </p:sp>
        <p:sp>
          <p:nvSpPr>
            <p:cNvPr id="522" name="Graphic 4">
              <a:extLst>
                <a:ext uri="{FF2B5EF4-FFF2-40B4-BE49-F238E27FC236}">
                  <a16:creationId xmlns:a16="http://schemas.microsoft.com/office/drawing/2014/main" id="{893D828D-A35C-444A-9195-6F05CCD21DAB}"/>
                </a:ext>
              </a:extLst>
            </p:cNvPr>
            <p:cNvSpPr/>
            <p:nvPr/>
          </p:nvSpPr>
          <p:spPr>
            <a:xfrm>
              <a:off x="4045469" y="33396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25565 w 362309"/>
                <a:gd name="connsiteY6" fmla="*/ 79800 h 361971"/>
                <a:gd name="connsiteX7" fmla="*/ 246652 w 362309"/>
                <a:gd name="connsiteY7" fmla="*/ 100867 h 361971"/>
                <a:gd name="connsiteX8" fmla="*/ 225565 w 362309"/>
                <a:gd name="connsiteY8" fmla="*/ 121934 h 361971"/>
                <a:gd name="connsiteX9" fmla="*/ 204478 w 362309"/>
                <a:gd name="connsiteY9" fmla="*/ 100867 h 361971"/>
                <a:gd name="connsiteX10" fmla="*/ 204478 w 362309"/>
                <a:gd name="connsiteY10" fmla="*/ 100867 h 361971"/>
                <a:gd name="connsiteX11" fmla="*/ 225565 w 362309"/>
                <a:gd name="connsiteY11" fmla="*/ 79800 h 361971"/>
                <a:gd name="connsiteX12" fmla="*/ 137384 w 362309"/>
                <a:gd name="connsiteY12" fmla="*/ 79800 h 361971"/>
                <a:gd name="connsiteX13" fmla="*/ 158471 w 362309"/>
                <a:gd name="connsiteY13" fmla="*/ 100867 h 361971"/>
                <a:gd name="connsiteX14" fmla="*/ 137384 w 362309"/>
                <a:gd name="connsiteY14" fmla="*/ 121934 h 361971"/>
                <a:gd name="connsiteX15" fmla="*/ 116297 w 362309"/>
                <a:gd name="connsiteY15" fmla="*/ 100867 h 361971"/>
                <a:gd name="connsiteX16" fmla="*/ 116297 w 362309"/>
                <a:gd name="connsiteY16" fmla="*/ 100867 h 361971"/>
                <a:gd name="connsiteX17" fmla="*/ 137384 w 362309"/>
                <a:gd name="connsiteY17" fmla="*/ 79800 h 361971"/>
                <a:gd name="connsiteX18" fmla="*/ 276685 w 362309"/>
                <a:gd name="connsiteY18" fmla="*/ 194711 h 361971"/>
                <a:gd name="connsiteX19" fmla="*/ 275407 w 362309"/>
                <a:gd name="connsiteY19" fmla="*/ 194711 h 361971"/>
                <a:gd name="connsiteX20" fmla="*/ 275407 w 362309"/>
                <a:gd name="connsiteY20" fmla="*/ 276426 h 361971"/>
                <a:gd name="connsiteX21" fmla="*/ 269017 w 362309"/>
                <a:gd name="connsiteY21" fmla="*/ 282810 h 361971"/>
                <a:gd name="connsiteX22" fmla="*/ 93293 w 362309"/>
                <a:gd name="connsiteY22" fmla="*/ 282810 h 361971"/>
                <a:gd name="connsiteX23" fmla="*/ 86903 w 362309"/>
                <a:gd name="connsiteY23" fmla="*/ 276426 h 361971"/>
                <a:gd name="connsiteX24" fmla="*/ 86903 w 362309"/>
                <a:gd name="connsiteY24" fmla="*/ 194711 h 361971"/>
                <a:gd name="connsiteX25" fmla="*/ 85625 w 362309"/>
                <a:gd name="connsiteY25" fmla="*/ 194711 h 361971"/>
                <a:gd name="connsiteX26" fmla="*/ 79235 w 362309"/>
                <a:gd name="connsiteY26" fmla="*/ 188327 h 361971"/>
                <a:gd name="connsiteX27" fmla="*/ 85625 w 362309"/>
                <a:gd name="connsiteY27" fmla="*/ 181944 h 361971"/>
                <a:gd name="connsiteX28" fmla="*/ 100961 w 362309"/>
                <a:gd name="connsiteY28" fmla="*/ 181944 h 361971"/>
                <a:gd name="connsiteX29" fmla="*/ 100961 w 362309"/>
                <a:gd name="connsiteY29" fmla="*/ 144278 h 361971"/>
                <a:gd name="connsiteX30" fmla="*/ 107351 w 362309"/>
                <a:gd name="connsiteY30" fmla="*/ 137894 h 361971"/>
                <a:gd name="connsiteX31" fmla="*/ 166138 w 362309"/>
                <a:gd name="connsiteY31" fmla="*/ 137894 h 361971"/>
                <a:gd name="connsiteX32" fmla="*/ 172528 w 362309"/>
                <a:gd name="connsiteY32" fmla="*/ 144278 h 361971"/>
                <a:gd name="connsiteX33" fmla="*/ 172528 w 362309"/>
                <a:gd name="connsiteY33" fmla="*/ 181944 h 361971"/>
                <a:gd name="connsiteX34" fmla="*/ 189142 w 362309"/>
                <a:gd name="connsiteY34" fmla="*/ 181944 h 361971"/>
                <a:gd name="connsiteX35" fmla="*/ 189142 w 362309"/>
                <a:gd name="connsiteY35" fmla="*/ 144278 h 361971"/>
                <a:gd name="connsiteX36" fmla="*/ 195532 w 362309"/>
                <a:gd name="connsiteY36" fmla="*/ 137894 h 361971"/>
                <a:gd name="connsiteX37" fmla="*/ 254320 w 362309"/>
                <a:gd name="connsiteY37" fmla="*/ 137894 h 361971"/>
                <a:gd name="connsiteX38" fmla="*/ 260710 w 362309"/>
                <a:gd name="connsiteY38" fmla="*/ 144278 h 361971"/>
                <a:gd name="connsiteX39" fmla="*/ 260710 w 362309"/>
                <a:gd name="connsiteY39" fmla="*/ 181944 h 361971"/>
                <a:gd name="connsiteX40" fmla="*/ 276045 w 362309"/>
                <a:gd name="connsiteY40" fmla="*/ 181944 h 361971"/>
                <a:gd name="connsiteX41" fmla="*/ 282435 w 362309"/>
                <a:gd name="connsiteY41" fmla="*/ 188327 h 361971"/>
                <a:gd name="connsiteX42" fmla="*/ 276685 w 362309"/>
                <a:gd name="connsiteY42" fmla="*/ 194711 h 361971"/>
                <a:gd name="connsiteX43" fmla="*/ 276685 w 362309"/>
                <a:gd name="connsiteY43" fmla="*/ 19471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310" y="81077"/>
                    <a:pt x="281796" y="0"/>
                    <a:pt x="181474" y="0"/>
                  </a:cubicBezTo>
                  <a:close/>
                  <a:moveTo>
                    <a:pt x="225565" y="79800"/>
                  </a:moveTo>
                  <a:cubicBezTo>
                    <a:pt x="237067" y="79800"/>
                    <a:pt x="246652" y="89376"/>
                    <a:pt x="246652" y="100867"/>
                  </a:cubicBezTo>
                  <a:cubicBezTo>
                    <a:pt x="246652" y="112358"/>
                    <a:pt x="237067" y="121934"/>
                    <a:pt x="225565" y="121934"/>
                  </a:cubicBezTo>
                  <a:cubicBezTo>
                    <a:pt x="214063" y="121934"/>
                    <a:pt x="204478" y="112358"/>
                    <a:pt x="204478" y="100867"/>
                  </a:cubicBezTo>
                  <a:cubicBezTo>
                    <a:pt x="204478" y="100867"/>
                    <a:pt x="204478" y="100867"/>
                    <a:pt x="204478" y="100867"/>
                  </a:cubicBezTo>
                  <a:cubicBezTo>
                    <a:pt x="204478" y="89376"/>
                    <a:pt x="214063" y="79800"/>
                    <a:pt x="225565" y="79800"/>
                  </a:cubicBezTo>
                  <a:close/>
                  <a:moveTo>
                    <a:pt x="137384" y="79800"/>
                  </a:moveTo>
                  <a:cubicBezTo>
                    <a:pt x="148886" y="79800"/>
                    <a:pt x="158471" y="89376"/>
                    <a:pt x="158471" y="100867"/>
                  </a:cubicBezTo>
                  <a:cubicBezTo>
                    <a:pt x="158471" y="112358"/>
                    <a:pt x="148886" y="121934"/>
                    <a:pt x="137384" y="121934"/>
                  </a:cubicBezTo>
                  <a:cubicBezTo>
                    <a:pt x="125882" y="121934"/>
                    <a:pt x="116297" y="112358"/>
                    <a:pt x="116297" y="100867"/>
                  </a:cubicBezTo>
                  <a:cubicBezTo>
                    <a:pt x="116297" y="100867"/>
                    <a:pt x="116297" y="100867"/>
                    <a:pt x="116297" y="100867"/>
                  </a:cubicBezTo>
                  <a:cubicBezTo>
                    <a:pt x="116297" y="89376"/>
                    <a:pt x="125882" y="79800"/>
                    <a:pt x="137384" y="79800"/>
                  </a:cubicBezTo>
                  <a:close/>
                  <a:moveTo>
                    <a:pt x="276685" y="194711"/>
                  </a:moveTo>
                  <a:lnTo>
                    <a:pt x="275407" y="194711"/>
                  </a:lnTo>
                  <a:lnTo>
                    <a:pt x="275407" y="276426"/>
                  </a:lnTo>
                  <a:cubicBezTo>
                    <a:pt x="275407" y="280257"/>
                    <a:pt x="272850" y="282810"/>
                    <a:pt x="269017" y="282810"/>
                  </a:cubicBezTo>
                  <a:lnTo>
                    <a:pt x="93293" y="282810"/>
                  </a:lnTo>
                  <a:cubicBezTo>
                    <a:pt x="89459" y="282810"/>
                    <a:pt x="86903" y="280257"/>
                    <a:pt x="86903" y="276426"/>
                  </a:cubicBezTo>
                  <a:lnTo>
                    <a:pt x="86903" y="194711"/>
                  </a:lnTo>
                  <a:lnTo>
                    <a:pt x="85625" y="194711"/>
                  </a:lnTo>
                  <a:cubicBezTo>
                    <a:pt x="81792" y="194711"/>
                    <a:pt x="79235" y="192158"/>
                    <a:pt x="79235" y="188327"/>
                  </a:cubicBezTo>
                  <a:cubicBezTo>
                    <a:pt x="79235" y="184497"/>
                    <a:pt x="81792" y="181944"/>
                    <a:pt x="85625" y="181944"/>
                  </a:cubicBezTo>
                  <a:lnTo>
                    <a:pt x="100961" y="181944"/>
                  </a:lnTo>
                  <a:lnTo>
                    <a:pt x="100961" y="144278"/>
                  </a:lnTo>
                  <a:cubicBezTo>
                    <a:pt x="100961" y="140448"/>
                    <a:pt x="103517" y="137894"/>
                    <a:pt x="107351" y="137894"/>
                  </a:cubicBezTo>
                  <a:lnTo>
                    <a:pt x="166138" y="137894"/>
                  </a:lnTo>
                  <a:cubicBezTo>
                    <a:pt x="169973" y="137894"/>
                    <a:pt x="172528" y="140448"/>
                    <a:pt x="172528" y="144278"/>
                  </a:cubicBezTo>
                  <a:lnTo>
                    <a:pt x="172528" y="181944"/>
                  </a:lnTo>
                  <a:lnTo>
                    <a:pt x="189142" y="181944"/>
                  </a:lnTo>
                  <a:lnTo>
                    <a:pt x="189142" y="144278"/>
                  </a:lnTo>
                  <a:cubicBezTo>
                    <a:pt x="189142" y="140448"/>
                    <a:pt x="191698" y="137894"/>
                    <a:pt x="195532" y="137894"/>
                  </a:cubicBezTo>
                  <a:lnTo>
                    <a:pt x="254320" y="137894"/>
                  </a:lnTo>
                  <a:cubicBezTo>
                    <a:pt x="258154" y="137894"/>
                    <a:pt x="260710" y="140448"/>
                    <a:pt x="260710" y="144278"/>
                  </a:cubicBezTo>
                  <a:lnTo>
                    <a:pt x="260710" y="181944"/>
                  </a:lnTo>
                  <a:lnTo>
                    <a:pt x="276045" y="181944"/>
                  </a:lnTo>
                  <a:cubicBezTo>
                    <a:pt x="279880" y="181944"/>
                    <a:pt x="282435" y="184497"/>
                    <a:pt x="282435" y="188327"/>
                  </a:cubicBezTo>
                  <a:cubicBezTo>
                    <a:pt x="282435" y="192158"/>
                    <a:pt x="280518" y="194711"/>
                    <a:pt x="276685" y="194711"/>
                  </a:cubicBezTo>
                  <a:lnTo>
                    <a:pt x="276685" y="194711"/>
                  </a:lnTo>
                  <a:close/>
                </a:path>
              </a:pathLst>
            </a:custGeom>
            <a:solidFill>
              <a:srgbClr val="00ABAB"/>
            </a:solidFill>
            <a:ln w="6390" cap="flat">
              <a:noFill/>
              <a:prstDash val="solid"/>
              <a:miter/>
            </a:ln>
          </p:spPr>
          <p:txBody>
            <a:bodyPr rtlCol="0" anchor="ctr"/>
            <a:lstStyle/>
            <a:p>
              <a:endParaRPr lang="en-US"/>
            </a:p>
          </p:txBody>
        </p:sp>
        <p:sp>
          <p:nvSpPr>
            <p:cNvPr id="523" name="Graphic 4">
              <a:extLst>
                <a:ext uri="{FF2B5EF4-FFF2-40B4-BE49-F238E27FC236}">
                  <a16:creationId xmlns:a16="http://schemas.microsoft.com/office/drawing/2014/main" id="{8F3007C4-92AB-7947-9D98-9656F7FBEBEA}"/>
                </a:ext>
              </a:extLst>
            </p:cNvPr>
            <p:cNvSpPr/>
            <p:nvPr/>
          </p:nvSpPr>
          <p:spPr>
            <a:xfrm>
              <a:off x="4145152" y="3534335"/>
              <a:ext cx="162943" cy="75330"/>
            </a:xfrm>
            <a:custGeom>
              <a:avLst/>
              <a:gdLst>
                <a:gd name="connsiteX0" fmla="*/ 0 w 162943"/>
                <a:gd name="connsiteY0" fmla="*/ 0 h 75330"/>
                <a:gd name="connsiteX1" fmla="*/ 162943 w 162943"/>
                <a:gd name="connsiteY1" fmla="*/ 0 h 75330"/>
                <a:gd name="connsiteX2" fmla="*/ 162943 w 162943"/>
                <a:gd name="connsiteY2" fmla="*/ 75331 h 75330"/>
                <a:gd name="connsiteX3" fmla="*/ 0 w 162943"/>
                <a:gd name="connsiteY3" fmla="*/ 75331 h 75330"/>
              </a:gdLst>
              <a:ahLst/>
              <a:cxnLst>
                <a:cxn ang="0">
                  <a:pos x="connsiteX0" y="connsiteY0"/>
                </a:cxn>
                <a:cxn ang="0">
                  <a:pos x="connsiteX1" y="connsiteY1"/>
                </a:cxn>
                <a:cxn ang="0">
                  <a:pos x="connsiteX2" y="connsiteY2"/>
                </a:cxn>
                <a:cxn ang="0">
                  <a:pos x="connsiteX3" y="connsiteY3"/>
                </a:cxn>
              </a:cxnLst>
              <a:rect l="l" t="t" r="r" b="b"/>
              <a:pathLst>
                <a:path w="162943" h="75330">
                  <a:moveTo>
                    <a:pt x="0" y="0"/>
                  </a:moveTo>
                  <a:lnTo>
                    <a:pt x="162943" y="0"/>
                  </a:lnTo>
                  <a:lnTo>
                    <a:pt x="162943" y="75331"/>
                  </a:lnTo>
                  <a:lnTo>
                    <a:pt x="0" y="75331"/>
                  </a:lnTo>
                  <a:close/>
                </a:path>
              </a:pathLst>
            </a:custGeom>
            <a:solidFill>
              <a:srgbClr val="00ABAB"/>
            </a:solidFill>
            <a:ln w="6390" cap="flat">
              <a:noFill/>
              <a:prstDash val="solid"/>
              <a:miter/>
            </a:ln>
          </p:spPr>
          <p:txBody>
            <a:bodyPr rtlCol="0" anchor="ctr"/>
            <a:lstStyle/>
            <a:p>
              <a:endParaRPr lang="en-US"/>
            </a:p>
          </p:txBody>
        </p:sp>
      </p:grpSp>
      <p:grpSp>
        <p:nvGrpSpPr>
          <p:cNvPr id="524" name="Graphic 4">
            <a:extLst>
              <a:ext uri="{FF2B5EF4-FFF2-40B4-BE49-F238E27FC236}">
                <a16:creationId xmlns:a16="http://schemas.microsoft.com/office/drawing/2014/main" id="{D473CE10-757A-344B-80DB-BBAEC70F0C4C}"/>
              </a:ext>
            </a:extLst>
          </p:cNvPr>
          <p:cNvGrpSpPr>
            <a:grpSpLocks noChangeAspect="1"/>
          </p:cNvGrpSpPr>
          <p:nvPr/>
        </p:nvGrpSpPr>
        <p:grpSpPr>
          <a:xfrm>
            <a:off x="4045469" y="3824168"/>
            <a:ext cx="362309" cy="361971"/>
            <a:chOff x="4045469" y="3824168"/>
            <a:chExt cx="362309" cy="361971"/>
          </a:xfrm>
          <a:solidFill>
            <a:srgbClr val="00ABAB"/>
          </a:solidFill>
        </p:grpSpPr>
        <p:sp>
          <p:nvSpPr>
            <p:cNvPr id="525" name="Graphic 4">
              <a:extLst>
                <a:ext uri="{FF2B5EF4-FFF2-40B4-BE49-F238E27FC236}">
                  <a16:creationId xmlns:a16="http://schemas.microsoft.com/office/drawing/2014/main" id="{F0D838AB-1614-2C48-AD1E-641C7016F1CD}"/>
                </a:ext>
              </a:extLst>
            </p:cNvPr>
            <p:cNvSpPr/>
            <p:nvPr/>
          </p:nvSpPr>
          <p:spPr>
            <a:xfrm>
              <a:off x="4045469" y="3824168"/>
              <a:ext cx="362309" cy="361971"/>
            </a:xfrm>
            <a:custGeom>
              <a:avLst/>
              <a:gdLst>
                <a:gd name="connsiteX0" fmla="*/ 181474 w 362309"/>
                <a:gd name="connsiteY0" fmla="*/ 0 h 361971"/>
                <a:gd name="connsiteX1" fmla="*/ 0 w 362309"/>
                <a:gd name="connsiteY1" fmla="*/ 180667 h 361971"/>
                <a:gd name="connsiteX2" fmla="*/ 180836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292659 w 362309"/>
                <a:gd name="connsiteY6" fmla="*/ 266850 h 361971"/>
                <a:gd name="connsiteX7" fmla="*/ 286270 w 362309"/>
                <a:gd name="connsiteY7" fmla="*/ 273234 h 361971"/>
                <a:gd name="connsiteX8" fmla="*/ 241540 w 362309"/>
                <a:gd name="connsiteY8" fmla="*/ 273234 h 361971"/>
                <a:gd name="connsiteX9" fmla="*/ 235150 w 362309"/>
                <a:gd name="connsiteY9" fmla="*/ 266850 h 361971"/>
                <a:gd name="connsiteX10" fmla="*/ 235150 w 362309"/>
                <a:gd name="connsiteY10" fmla="*/ 236846 h 361971"/>
                <a:gd name="connsiteX11" fmla="*/ 241540 w 362309"/>
                <a:gd name="connsiteY11" fmla="*/ 230462 h 361971"/>
                <a:gd name="connsiteX12" fmla="*/ 257515 w 362309"/>
                <a:gd name="connsiteY12" fmla="*/ 230462 h 361971"/>
                <a:gd name="connsiteX13" fmla="*/ 257515 w 362309"/>
                <a:gd name="connsiteY13" fmla="*/ 190881 h 361971"/>
                <a:gd name="connsiteX14" fmla="*/ 187864 w 362309"/>
                <a:gd name="connsiteY14" fmla="*/ 190881 h 361971"/>
                <a:gd name="connsiteX15" fmla="*/ 187864 w 362309"/>
                <a:gd name="connsiteY15" fmla="*/ 230462 h 361971"/>
                <a:gd name="connsiteX16" fmla="*/ 203839 w 362309"/>
                <a:gd name="connsiteY16" fmla="*/ 230462 h 361971"/>
                <a:gd name="connsiteX17" fmla="*/ 210229 w 362309"/>
                <a:gd name="connsiteY17" fmla="*/ 236846 h 361971"/>
                <a:gd name="connsiteX18" fmla="*/ 210229 w 362309"/>
                <a:gd name="connsiteY18" fmla="*/ 266850 h 361971"/>
                <a:gd name="connsiteX19" fmla="*/ 203839 w 362309"/>
                <a:gd name="connsiteY19" fmla="*/ 273234 h 361971"/>
                <a:gd name="connsiteX20" fmla="*/ 159110 w 362309"/>
                <a:gd name="connsiteY20" fmla="*/ 273234 h 361971"/>
                <a:gd name="connsiteX21" fmla="*/ 152720 w 362309"/>
                <a:gd name="connsiteY21" fmla="*/ 266850 h 361971"/>
                <a:gd name="connsiteX22" fmla="*/ 152720 w 362309"/>
                <a:gd name="connsiteY22" fmla="*/ 236846 h 361971"/>
                <a:gd name="connsiteX23" fmla="*/ 159110 w 362309"/>
                <a:gd name="connsiteY23" fmla="*/ 230462 h 361971"/>
                <a:gd name="connsiteX24" fmla="*/ 175084 w 362309"/>
                <a:gd name="connsiteY24" fmla="*/ 230462 h 361971"/>
                <a:gd name="connsiteX25" fmla="*/ 175084 w 362309"/>
                <a:gd name="connsiteY25" fmla="*/ 190881 h 361971"/>
                <a:gd name="connsiteX26" fmla="*/ 105434 w 362309"/>
                <a:gd name="connsiteY26" fmla="*/ 190881 h 361971"/>
                <a:gd name="connsiteX27" fmla="*/ 105434 w 362309"/>
                <a:gd name="connsiteY27" fmla="*/ 230462 h 361971"/>
                <a:gd name="connsiteX28" fmla="*/ 121409 w 362309"/>
                <a:gd name="connsiteY28" fmla="*/ 230462 h 361971"/>
                <a:gd name="connsiteX29" fmla="*/ 127799 w 362309"/>
                <a:gd name="connsiteY29" fmla="*/ 236846 h 361971"/>
                <a:gd name="connsiteX30" fmla="*/ 127799 w 362309"/>
                <a:gd name="connsiteY30" fmla="*/ 266850 h 361971"/>
                <a:gd name="connsiteX31" fmla="*/ 121409 w 362309"/>
                <a:gd name="connsiteY31" fmla="*/ 273234 h 361971"/>
                <a:gd name="connsiteX32" fmla="*/ 76679 w 362309"/>
                <a:gd name="connsiteY32" fmla="*/ 273234 h 361971"/>
                <a:gd name="connsiteX33" fmla="*/ 70289 w 362309"/>
                <a:gd name="connsiteY33" fmla="*/ 266850 h 361971"/>
                <a:gd name="connsiteX34" fmla="*/ 70289 w 362309"/>
                <a:gd name="connsiteY34" fmla="*/ 236846 h 361971"/>
                <a:gd name="connsiteX35" fmla="*/ 76679 w 362309"/>
                <a:gd name="connsiteY35" fmla="*/ 230462 h 361971"/>
                <a:gd name="connsiteX36" fmla="*/ 92654 w 362309"/>
                <a:gd name="connsiteY36" fmla="*/ 230462 h 361971"/>
                <a:gd name="connsiteX37" fmla="*/ 92654 w 362309"/>
                <a:gd name="connsiteY37" fmla="*/ 184497 h 361971"/>
                <a:gd name="connsiteX38" fmla="*/ 99044 w 362309"/>
                <a:gd name="connsiteY38" fmla="*/ 178113 h 361971"/>
                <a:gd name="connsiteX39" fmla="*/ 175084 w 362309"/>
                <a:gd name="connsiteY39" fmla="*/ 178113 h 361971"/>
                <a:gd name="connsiteX40" fmla="*/ 175084 w 362309"/>
                <a:gd name="connsiteY40" fmla="*/ 138532 h 361971"/>
                <a:gd name="connsiteX41" fmla="*/ 159110 w 362309"/>
                <a:gd name="connsiteY41" fmla="*/ 138532 h 361971"/>
                <a:gd name="connsiteX42" fmla="*/ 152720 w 362309"/>
                <a:gd name="connsiteY42" fmla="*/ 132148 h 361971"/>
                <a:gd name="connsiteX43" fmla="*/ 152720 w 362309"/>
                <a:gd name="connsiteY43" fmla="*/ 95121 h 361971"/>
                <a:gd name="connsiteX44" fmla="*/ 159110 w 362309"/>
                <a:gd name="connsiteY44" fmla="*/ 88737 h 361971"/>
                <a:gd name="connsiteX45" fmla="*/ 203839 w 362309"/>
                <a:gd name="connsiteY45" fmla="*/ 88737 h 361971"/>
                <a:gd name="connsiteX46" fmla="*/ 210229 w 362309"/>
                <a:gd name="connsiteY46" fmla="*/ 95121 h 361971"/>
                <a:gd name="connsiteX47" fmla="*/ 210229 w 362309"/>
                <a:gd name="connsiteY47" fmla="*/ 132148 h 361971"/>
                <a:gd name="connsiteX48" fmla="*/ 203839 w 362309"/>
                <a:gd name="connsiteY48" fmla="*/ 138532 h 361971"/>
                <a:gd name="connsiteX49" fmla="*/ 187864 w 362309"/>
                <a:gd name="connsiteY49" fmla="*/ 138532 h 361971"/>
                <a:gd name="connsiteX50" fmla="*/ 187864 w 362309"/>
                <a:gd name="connsiteY50" fmla="*/ 178113 h 361971"/>
                <a:gd name="connsiteX51" fmla="*/ 263905 w 362309"/>
                <a:gd name="connsiteY51" fmla="*/ 178113 h 361971"/>
                <a:gd name="connsiteX52" fmla="*/ 270295 w 362309"/>
                <a:gd name="connsiteY52" fmla="*/ 184497 h 361971"/>
                <a:gd name="connsiteX53" fmla="*/ 270295 w 362309"/>
                <a:gd name="connsiteY53" fmla="*/ 230462 h 361971"/>
                <a:gd name="connsiteX54" fmla="*/ 286270 w 362309"/>
                <a:gd name="connsiteY54" fmla="*/ 230462 h 361971"/>
                <a:gd name="connsiteX55" fmla="*/ 292659 w 362309"/>
                <a:gd name="connsiteY55" fmla="*/ 236846 h 361971"/>
                <a:gd name="connsiteX56" fmla="*/ 292659 w 362309"/>
                <a:gd name="connsiteY56" fmla="*/ 26685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62309" h="361971">
                  <a:moveTo>
                    <a:pt x="181474" y="0"/>
                  </a:moveTo>
                  <a:cubicBezTo>
                    <a:pt x="81152" y="0"/>
                    <a:pt x="0" y="81076"/>
                    <a:pt x="0" y="180667"/>
                  </a:cubicBezTo>
                  <a:cubicBezTo>
                    <a:pt x="0" y="280257"/>
                    <a:pt x="81152" y="361971"/>
                    <a:pt x="180836" y="361971"/>
                  </a:cubicBezTo>
                  <a:cubicBezTo>
                    <a:pt x="280518" y="361971"/>
                    <a:pt x="362310" y="280895"/>
                    <a:pt x="362310" y="181305"/>
                  </a:cubicBezTo>
                  <a:lnTo>
                    <a:pt x="362310" y="181305"/>
                  </a:lnTo>
                  <a:cubicBezTo>
                    <a:pt x="362310" y="81076"/>
                    <a:pt x="281796" y="0"/>
                    <a:pt x="181474" y="0"/>
                  </a:cubicBezTo>
                  <a:close/>
                  <a:moveTo>
                    <a:pt x="292659" y="266850"/>
                  </a:moveTo>
                  <a:cubicBezTo>
                    <a:pt x="292659" y="270681"/>
                    <a:pt x="290103" y="273234"/>
                    <a:pt x="286270" y="273234"/>
                  </a:cubicBezTo>
                  <a:lnTo>
                    <a:pt x="241540" y="273234"/>
                  </a:lnTo>
                  <a:cubicBezTo>
                    <a:pt x="237706" y="273234"/>
                    <a:pt x="235150" y="270681"/>
                    <a:pt x="235150" y="266850"/>
                  </a:cubicBezTo>
                  <a:lnTo>
                    <a:pt x="235150" y="236846"/>
                  </a:lnTo>
                  <a:cubicBezTo>
                    <a:pt x="235150" y="233015"/>
                    <a:pt x="237706" y="230462"/>
                    <a:pt x="241540" y="230462"/>
                  </a:cubicBezTo>
                  <a:lnTo>
                    <a:pt x="257515" y="230462"/>
                  </a:lnTo>
                  <a:lnTo>
                    <a:pt x="257515" y="190881"/>
                  </a:lnTo>
                  <a:lnTo>
                    <a:pt x="187864" y="190881"/>
                  </a:lnTo>
                  <a:lnTo>
                    <a:pt x="187864" y="230462"/>
                  </a:lnTo>
                  <a:lnTo>
                    <a:pt x="203839" y="230462"/>
                  </a:lnTo>
                  <a:cubicBezTo>
                    <a:pt x="207673" y="230462"/>
                    <a:pt x="210229" y="233015"/>
                    <a:pt x="210229" y="236846"/>
                  </a:cubicBezTo>
                  <a:lnTo>
                    <a:pt x="210229" y="266850"/>
                  </a:lnTo>
                  <a:cubicBezTo>
                    <a:pt x="210229" y="270681"/>
                    <a:pt x="207673" y="273234"/>
                    <a:pt x="203839" y="273234"/>
                  </a:cubicBezTo>
                  <a:lnTo>
                    <a:pt x="159110" y="273234"/>
                  </a:lnTo>
                  <a:cubicBezTo>
                    <a:pt x="155276" y="273234"/>
                    <a:pt x="152720" y="270681"/>
                    <a:pt x="152720" y="266850"/>
                  </a:cubicBezTo>
                  <a:lnTo>
                    <a:pt x="152720" y="236846"/>
                  </a:lnTo>
                  <a:cubicBezTo>
                    <a:pt x="152720" y="233015"/>
                    <a:pt x="155276" y="230462"/>
                    <a:pt x="159110" y="230462"/>
                  </a:cubicBezTo>
                  <a:lnTo>
                    <a:pt x="175084" y="230462"/>
                  </a:lnTo>
                  <a:lnTo>
                    <a:pt x="175084" y="190881"/>
                  </a:lnTo>
                  <a:lnTo>
                    <a:pt x="105434" y="190881"/>
                  </a:lnTo>
                  <a:lnTo>
                    <a:pt x="105434" y="230462"/>
                  </a:lnTo>
                  <a:lnTo>
                    <a:pt x="121409" y="230462"/>
                  </a:lnTo>
                  <a:cubicBezTo>
                    <a:pt x="125243" y="230462"/>
                    <a:pt x="127799" y="233015"/>
                    <a:pt x="127799" y="236846"/>
                  </a:cubicBezTo>
                  <a:lnTo>
                    <a:pt x="127799" y="266850"/>
                  </a:lnTo>
                  <a:cubicBezTo>
                    <a:pt x="127799" y="270681"/>
                    <a:pt x="125243" y="273234"/>
                    <a:pt x="121409" y="273234"/>
                  </a:cubicBezTo>
                  <a:lnTo>
                    <a:pt x="76679" y="273234"/>
                  </a:lnTo>
                  <a:cubicBezTo>
                    <a:pt x="72845" y="273234"/>
                    <a:pt x="70289" y="270681"/>
                    <a:pt x="70289" y="266850"/>
                  </a:cubicBezTo>
                  <a:lnTo>
                    <a:pt x="70289" y="236846"/>
                  </a:lnTo>
                  <a:cubicBezTo>
                    <a:pt x="70289" y="233015"/>
                    <a:pt x="72845" y="230462"/>
                    <a:pt x="76679" y="230462"/>
                  </a:cubicBezTo>
                  <a:lnTo>
                    <a:pt x="92654" y="230462"/>
                  </a:lnTo>
                  <a:lnTo>
                    <a:pt x="92654" y="184497"/>
                  </a:lnTo>
                  <a:cubicBezTo>
                    <a:pt x="92654" y="180667"/>
                    <a:pt x="95210" y="178113"/>
                    <a:pt x="99044" y="178113"/>
                  </a:cubicBezTo>
                  <a:lnTo>
                    <a:pt x="175084" y="178113"/>
                  </a:lnTo>
                  <a:lnTo>
                    <a:pt x="175084" y="138532"/>
                  </a:lnTo>
                  <a:lnTo>
                    <a:pt x="159110" y="138532"/>
                  </a:lnTo>
                  <a:cubicBezTo>
                    <a:pt x="155276" y="138532"/>
                    <a:pt x="152720" y="135979"/>
                    <a:pt x="152720" y="132148"/>
                  </a:cubicBezTo>
                  <a:lnTo>
                    <a:pt x="152720" y="95121"/>
                  </a:lnTo>
                  <a:cubicBezTo>
                    <a:pt x="152720" y="91291"/>
                    <a:pt x="155276" y="88737"/>
                    <a:pt x="159110" y="88737"/>
                  </a:cubicBezTo>
                  <a:lnTo>
                    <a:pt x="203839" y="88737"/>
                  </a:lnTo>
                  <a:cubicBezTo>
                    <a:pt x="207673" y="88737"/>
                    <a:pt x="210229" y="91291"/>
                    <a:pt x="210229" y="95121"/>
                  </a:cubicBezTo>
                  <a:lnTo>
                    <a:pt x="210229" y="132148"/>
                  </a:lnTo>
                  <a:cubicBezTo>
                    <a:pt x="210229" y="135979"/>
                    <a:pt x="207673" y="138532"/>
                    <a:pt x="203839" y="138532"/>
                  </a:cubicBezTo>
                  <a:lnTo>
                    <a:pt x="187864" y="138532"/>
                  </a:lnTo>
                  <a:lnTo>
                    <a:pt x="187864" y="178113"/>
                  </a:lnTo>
                  <a:lnTo>
                    <a:pt x="263905" y="178113"/>
                  </a:lnTo>
                  <a:cubicBezTo>
                    <a:pt x="267739" y="178113"/>
                    <a:pt x="270295" y="180667"/>
                    <a:pt x="270295" y="184497"/>
                  </a:cubicBezTo>
                  <a:lnTo>
                    <a:pt x="270295" y="230462"/>
                  </a:lnTo>
                  <a:lnTo>
                    <a:pt x="286270" y="230462"/>
                  </a:lnTo>
                  <a:cubicBezTo>
                    <a:pt x="290103" y="230462"/>
                    <a:pt x="292659" y="233015"/>
                    <a:pt x="292659" y="236846"/>
                  </a:cubicBezTo>
                  <a:lnTo>
                    <a:pt x="292659" y="266850"/>
                  </a:lnTo>
                  <a:close/>
                </a:path>
              </a:pathLst>
            </a:custGeom>
            <a:solidFill>
              <a:srgbClr val="00ABAB"/>
            </a:solidFill>
            <a:ln w="6390" cap="flat">
              <a:noFill/>
              <a:prstDash val="solid"/>
              <a:miter/>
            </a:ln>
          </p:spPr>
          <p:txBody>
            <a:bodyPr rtlCol="0" anchor="ctr"/>
            <a:lstStyle/>
            <a:p>
              <a:endParaRPr lang="en-US"/>
            </a:p>
          </p:txBody>
        </p:sp>
        <p:sp>
          <p:nvSpPr>
            <p:cNvPr id="526" name="Graphic 4">
              <a:extLst>
                <a:ext uri="{FF2B5EF4-FFF2-40B4-BE49-F238E27FC236}">
                  <a16:creationId xmlns:a16="http://schemas.microsoft.com/office/drawing/2014/main" id="{E1C6C6AC-9008-A349-8866-1CA3690FC5C8}"/>
                </a:ext>
              </a:extLst>
            </p:cNvPr>
            <p:cNvSpPr/>
            <p:nvPr/>
          </p:nvSpPr>
          <p:spPr>
            <a:xfrm>
              <a:off x="4210968" y="4067397"/>
              <a:ext cx="31949" cy="17236"/>
            </a:xfrm>
            <a:custGeom>
              <a:avLst/>
              <a:gdLst>
                <a:gd name="connsiteX0" fmla="*/ 0 w 31949"/>
                <a:gd name="connsiteY0" fmla="*/ 0 h 17236"/>
                <a:gd name="connsiteX1" fmla="*/ 31950 w 31949"/>
                <a:gd name="connsiteY1" fmla="*/ 0 h 17236"/>
                <a:gd name="connsiteX2" fmla="*/ 31950 w 31949"/>
                <a:gd name="connsiteY2" fmla="*/ 17237 h 17236"/>
                <a:gd name="connsiteX3" fmla="*/ 0 w 31949"/>
                <a:gd name="connsiteY3" fmla="*/ 17237 h 17236"/>
              </a:gdLst>
              <a:ahLst/>
              <a:cxnLst>
                <a:cxn ang="0">
                  <a:pos x="connsiteX0" y="connsiteY0"/>
                </a:cxn>
                <a:cxn ang="0">
                  <a:pos x="connsiteX1" y="connsiteY1"/>
                </a:cxn>
                <a:cxn ang="0">
                  <a:pos x="connsiteX2" y="connsiteY2"/>
                </a:cxn>
                <a:cxn ang="0">
                  <a:pos x="connsiteX3" y="connsiteY3"/>
                </a:cxn>
              </a:cxnLst>
              <a:rect l="l" t="t" r="r" b="b"/>
              <a:pathLst>
                <a:path w="31949" h="17236">
                  <a:moveTo>
                    <a:pt x="0" y="0"/>
                  </a:moveTo>
                  <a:lnTo>
                    <a:pt x="31950" y="0"/>
                  </a:lnTo>
                  <a:lnTo>
                    <a:pt x="31950" y="17237"/>
                  </a:lnTo>
                  <a:lnTo>
                    <a:pt x="0" y="17237"/>
                  </a:lnTo>
                  <a:close/>
                </a:path>
              </a:pathLst>
            </a:custGeom>
            <a:solidFill>
              <a:srgbClr val="00ABAB"/>
            </a:solidFill>
            <a:ln w="6390" cap="flat">
              <a:noFill/>
              <a:prstDash val="solid"/>
              <a:miter/>
            </a:ln>
          </p:spPr>
          <p:txBody>
            <a:bodyPr rtlCol="0" anchor="ctr"/>
            <a:lstStyle/>
            <a:p>
              <a:endParaRPr lang="en-US"/>
            </a:p>
          </p:txBody>
        </p:sp>
        <p:sp>
          <p:nvSpPr>
            <p:cNvPr id="527" name="Graphic 4">
              <a:extLst>
                <a:ext uri="{FF2B5EF4-FFF2-40B4-BE49-F238E27FC236}">
                  <a16:creationId xmlns:a16="http://schemas.microsoft.com/office/drawing/2014/main" id="{8DCC49E5-A2BD-CA4A-986E-0AF9D4ECBA0D}"/>
                </a:ext>
              </a:extLst>
            </p:cNvPr>
            <p:cNvSpPr/>
            <p:nvPr/>
          </p:nvSpPr>
          <p:spPr>
            <a:xfrm>
              <a:off x="4210968" y="3925673"/>
              <a:ext cx="31949" cy="24897"/>
            </a:xfrm>
            <a:custGeom>
              <a:avLst/>
              <a:gdLst>
                <a:gd name="connsiteX0" fmla="*/ 0 w 31949"/>
                <a:gd name="connsiteY0" fmla="*/ 0 h 24897"/>
                <a:gd name="connsiteX1" fmla="*/ 31950 w 31949"/>
                <a:gd name="connsiteY1" fmla="*/ 0 h 24897"/>
                <a:gd name="connsiteX2" fmla="*/ 31950 w 31949"/>
                <a:gd name="connsiteY2" fmla="*/ 24898 h 24897"/>
                <a:gd name="connsiteX3" fmla="*/ 0 w 31949"/>
                <a:gd name="connsiteY3" fmla="*/ 24898 h 24897"/>
              </a:gdLst>
              <a:ahLst/>
              <a:cxnLst>
                <a:cxn ang="0">
                  <a:pos x="connsiteX0" y="connsiteY0"/>
                </a:cxn>
                <a:cxn ang="0">
                  <a:pos x="connsiteX1" y="connsiteY1"/>
                </a:cxn>
                <a:cxn ang="0">
                  <a:pos x="connsiteX2" y="connsiteY2"/>
                </a:cxn>
                <a:cxn ang="0">
                  <a:pos x="connsiteX3" y="connsiteY3"/>
                </a:cxn>
              </a:cxnLst>
              <a:rect l="l" t="t" r="r" b="b"/>
              <a:pathLst>
                <a:path w="31949" h="24897">
                  <a:moveTo>
                    <a:pt x="0" y="0"/>
                  </a:moveTo>
                  <a:lnTo>
                    <a:pt x="31950" y="0"/>
                  </a:lnTo>
                  <a:lnTo>
                    <a:pt x="31950" y="24898"/>
                  </a:lnTo>
                  <a:lnTo>
                    <a:pt x="0" y="24898"/>
                  </a:lnTo>
                  <a:close/>
                </a:path>
              </a:pathLst>
            </a:custGeom>
            <a:solidFill>
              <a:srgbClr val="00ABAB"/>
            </a:solidFill>
            <a:ln w="6390" cap="flat">
              <a:noFill/>
              <a:prstDash val="solid"/>
              <a:miter/>
            </a:ln>
          </p:spPr>
          <p:txBody>
            <a:bodyPr rtlCol="0" anchor="ctr"/>
            <a:lstStyle/>
            <a:p>
              <a:endParaRPr lang="en-US"/>
            </a:p>
          </p:txBody>
        </p:sp>
        <p:sp>
          <p:nvSpPr>
            <p:cNvPr id="528" name="Graphic 4">
              <a:extLst>
                <a:ext uri="{FF2B5EF4-FFF2-40B4-BE49-F238E27FC236}">
                  <a16:creationId xmlns:a16="http://schemas.microsoft.com/office/drawing/2014/main" id="{97FDDCAF-7035-1C47-AF86-04DC389D3220}"/>
                </a:ext>
              </a:extLst>
            </p:cNvPr>
            <p:cNvSpPr/>
            <p:nvPr/>
          </p:nvSpPr>
          <p:spPr>
            <a:xfrm>
              <a:off x="4128538" y="4067397"/>
              <a:ext cx="31949" cy="17236"/>
            </a:xfrm>
            <a:custGeom>
              <a:avLst/>
              <a:gdLst>
                <a:gd name="connsiteX0" fmla="*/ 0 w 31949"/>
                <a:gd name="connsiteY0" fmla="*/ 0 h 17236"/>
                <a:gd name="connsiteX1" fmla="*/ 31950 w 31949"/>
                <a:gd name="connsiteY1" fmla="*/ 0 h 17236"/>
                <a:gd name="connsiteX2" fmla="*/ 31950 w 31949"/>
                <a:gd name="connsiteY2" fmla="*/ 17237 h 17236"/>
                <a:gd name="connsiteX3" fmla="*/ 0 w 31949"/>
                <a:gd name="connsiteY3" fmla="*/ 17237 h 17236"/>
              </a:gdLst>
              <a:ahLst/>
              <a:cxnLst>
                <a:cxn ang="0">
                  <a:pos x="connsiteX0" y="connsiteY0"/>
                </a:cxn>
                <a:cxn ang="0">
                  <a:pos x="connsiteX1" y="connsiteY1"/>
                </a:cxn>
                <a:cxn ang="0">
                  <a:pos x="connsiteX2" y="connsiteY2"/>
                </a:cxn>
                <a:cxn ang="0">
                  <a:pos x="connsiteX3" y="connsiteY3"/>
                </a:cxn>
              </a:cxnLst>
              <a:rect l="l" t="t" r="r" b="b"/>
              <a:pathLst>
                <a:path w="31949" h="17236">
                  <a:moveTo>
                    <a:pt x="0" y="0"/>
                  </a:moveTo>
                  <a:lnTo>
                    <a:pt x="31950" y="0"/>
                  </a:lnTo>
                  <a:lnTo>
                    <a:pt x="31950" y="17237"/>
                  </a:lnTo>
                  <a:lnTo>
                    <a:pt x="0" y="17237"/>
                  </a:lnTo>
                  <a:close/>
                </a:path>
              </a:pathLst>
            </a:custGeom>
            <a:solidFill>
              <a:srgbClr val="00ABAB"/>
            </a:solidFill>
            <a:ln w="6390" cap="flat">
              <a:noFill/>
              <a:prstDash val="solid"/>
              <a:miter/>
            </a:ln>
          </p:spPr>
          <p:txBody>
            <a:bodyPr rtlCol="0" anchor="ctr"/>
            <a:lstStyle/>
            <a:p>
              <a:endParaRPr lang="en-US"/>
            </a:p>
          </p:txBody>
        </p:sp>
        <p:sp>
          <p:nvSpPr>
            <p:cNvPr id="529" name="Graphic 4">
              <a:extLst>
                <a:ext uri="{FF2B5EF4-FFF2-40B4-BE49-F238E27FC236}">
                  <a16:creationId xmlns:a16="http://schemas.microsoft.com/office/drawing/2014/main" id="{982DADA7-1FC5-384D-A55F-10F7EB674EBF}"/>
                </a:ext>
              </a:extLst>
            </p:cNvPr>
            <p:cNvSpPr/>
            <p:nvPr/>
          </p:nvSpPr>
          <p:spPr>
            <a:xfrm>
              <a:off x="4293398" y="4067397"/>
              <a:ext cx="31949" cy="17236"/>
            </a:xfrm>
            <a:custGeom>
              <a:avLst/>
              <a:gdLst>
                <a:gd name="connsiteX0" fmla="*/ 0 w 31949"/>
                <a:gd name="connsiteY0" fmla="*/ 0 h 17236"/>
                <a:gd name="connsiteX1" fmla="*/ 31950 w 31949"/>
                <a:gd name="connsiteY1" fmla="*/ 0 h 17236"/>
                <a:gd name="connsiteX2" fmla="*/ 31950 w 31949"/>
                <a:gd name="connsiteY2" fmla="*/ 17237 h 17236"/>
                <a:gd name="connsiteX3" fmla="*/ 0 w 31949"/>
                <a:gd name="connsiteY3" fmla="*/ 17237 h 17236"/>
              </a:gdLst>
              <a:ahLst/>
              <a:cxnLst>
                <a:cxn ang="0">
                  <a:pos x="connsiteX0" y="connsiteY0"/>
                </a:cxn>
                <a:cxn ang="0">
                  <a:pos x="connsiteX1" y="connsiteY1"/>
                </a:cxn>
                <a:cxn ang="0">
                  <a:pos x="connsiteX2" y="connsiteY2"/>
                </a:cxn>
                <a:cxn ang="0">
                  <a:pos x="connsiteX3" y="connsiteY3"/>
                </a:cxn>
              </a:cxnLst>
              <a:rect l="l" t="t" r="r" b="b"/>
              <a:pathLst>
                <a:path w="31949" h="17236">
                  <a:moveTo>
                    <a:pt x="0" y="0"/>
                  </a:moveTo>
                  <a:lnTo>
                    <a:pt x="31950" y="0"/>
                  </a:lnTo>
                  <a:lnTo>
                    <a:pt x="31950" y="17237"/>
                  </a:lnTo>
                  <a:lnTo>
                    <a:pt x="0" y="17237"/>
                  </a:lnTo>
                  <a:close/>
                </a:path>
              </a:pathLst>
            </a:custGeom>
            <a:solidFill>
              <a:srgbClr val="00ABAB"/>
            </a:solidFill>
            <a:ln w="6390" cap="flat">
              <a:noFill/>
              <a:prstDash val="solid"/>
              <a:miter/>
            </a:ln>
          </p:spPr>
          <p:txBody>
            <a:bodyPr rtlCol="0" anchor="ctr"/>
            <a:lstStyle/>
            <a:p>
              <a:endParaRPr lang="en-US"/>
            </a:p>
          </p:txBody>
        </p:sp>
      </p:grpSp>
      <p:grpSp>
        <p:nvGrpSpPr>
          <p:cNvPr id="530" name="Graphic 4">
            <a:extLst>
              <a:ext uri="{FF2B5EF4-FFF2-40B4-BE49-F238E27FC236}">
                <a16:creationId xmlns:a16="http://schemas.microsoft.com/office/drawing/2014/main" id="{D6CA1C8D-3C7D-E042-A7A6-C7DA25608231}"/>
              </a:ext>
            </a:extLst>
          </p:cNvPr>
          <p:cNvGrpSpPr>
            <a:grpSpLocks noChangeAspect="1"/>
          </p:cNvGrpSpPr>
          <p:nvPr/>
        </p:nvGrpSpPr>
        <p:grpSpPr>
          <a:xfrm>
            <a:off x="6146480" y="4793256"/>
            <a:ext cx="362309" cy="361971"/>
            <a:chOff x="6146480" y="4793256"/>
            <a:chExt cx="362309" cy="361971"/>
          </a:xfrm>
          <a:solidFill>
            <a:srgbClr val="00ABAB"/>
          </a:solidFill>
        </p:grpSpPr>
        <p:sp>
          <p:nvSpPr>
            <p:cNvPr id="531" name="Graphic 4">
              <a:extLst>
                <a:ext uri="{FF2B5EF4-FFF2-40B4-BE49-F238E27FC236}">
                  <a16:creationId xmlns:a16="http://schemas.microsoft.com/office/drawing/2014/main" id="{A7608ECE-2C18-3947-8536-F3ABE2E5A726}"/>
                </a:ext>
              </a:extLst>
            </p:cNvPr>
            <p:cNvSpPr/>
            <p:nvPr/>
          </p:nvSpPr>
          <p:spPr>
            <a:xfrm>
              <a:off x="6299839" y="4883909"/>
              <a:ext cx="56231" cy="56178"/>
            </a:xfrm>
            <a:custGeom>
              <a:avLst/>
              <a:gdLst>
                <a:gd name="connsiteX0" fmla="*/ 28115 w 56231"/>
                <a:gd name="connsiteY0" fmla="*/ 56179 h 56178"/>
                <a:gd name="connsiteX1" fmla="*/ 56231 w 56231"/>
                <a:gd name="connsiteY1" fmla="*/ 28089 h 56178"/>
                <a:gd name="connsiteX2" fmla="*/ 28115 w 56231"/>
                <a:gd name="connsiteY2" fmla="*/ 0 h 56178"/>
                <a:gd name="connsiteX3" fmla="*/ 0 w 56231"/>
                <a:gd name="connsiteY3" fmla="*/ 28089 h 56178"/>
                <a:gd name="connsiteX4" fmla="*/ 28115 w 56231"/>
                <a:gd name="connsiteY4" fmla="*/ 56179 h 56178"/>
                <a:gd name="connsiteX5" fmla="*/ 28115 w 56231"/>
                <a:gd name="connsiteY5" fmla="*/ 56179 h 56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231" h="56178">
                  <a:moveTo>
                    <a:pt x="28115" y="56179"/>
                  </a:moveTo>
                  <a:cubicBezTo>
                    <a:pt x="43451" y="56179"/>
                    <a:pt x="56231" y="43411"/>
                    <a:pt x="56231" y="28089"/>
                  </a:cubicBezTo>
                  <a:cubicBezTo>
                    <a:pt x="56231" y="12768"/>
                    <a:pt x="43451" y="0"/>
                    <a:pt x="28115" y="0"/>
                  </a:cubicBezTo>
                  <a:cubicBezTo>
                    <a:pt x="12780" y="0"/>
                    <a:pt x="0" y="12768"/>
                    <a:pt x="0" y="28089"/>
                  </a:cubicBezTo>
                  <a:cubicBezTo>
                    <a:pt x="0" y="43411"/>
                    <a:pt x="12141" y="56179"/>
                    <a:pt x="28115" y="56179"/>
                  </a:cubicBezTo>
                  <a:lnTo>
                    <a:pt x="28115" y="56179"/>
                  </a:lnTo>
                  <a:close/>
                </a:path>
              </a:pathLst>
            </a:custGeom>
            <a:solidFill>
              <a:srgbClr val="00ABAB"/>
            </a:solidFill>
            <a:ln w="6390" cap="flat">
              <a:noFill/>
              <a:prstDash val="solid"/>
              <a:miter/>
            </a:ln>
          </p:spPr>
          <p:txBody>
            <a:bodyPr rtlCol="0" anchor="ctr"/>
            <a:lstStyle/>
            <a:p>
              <a:endParaRPr lang="en-US"/>
            </a:p>
          </p:txBody>
        </p:sp>
        <p:sp>
          <p:nvSpPr>
            <p:cNvPr id="532" name="Graphic 4">
              <a:extLst>
                <a:ext uri="{FF2B5EF4-FFF2-40B4-BE49-F238E27FC236}">
                  <a16:creationId xmlns:a16="http://schemas.microsoft.com/office/drawing/2014/main" id="{F14B7E46-6FAB-FD47-8067-562AAD643156}"/>
                </a:ext>
              </a:extLst>
            </p:cNvPr>
            <p:cNvSpPr/>
            <p:nvPr/>
          </p:nvSpPr>
          <p:spPr>
            <a:xfrm>
              <a:off x="6146480" y="479325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181474 w 362309"/>
                <a:gd name="connsiteY7" fmla="*/ 77885 h 361971"/>
                <a:gd name="connsiteX8" fmla="*/ 222370 w 362309"/>
                <a:gd name="connsiteY8" fmla="*/ 118742 h 361971"/>
                <a:gd name="connsiteX9" fmla="*/ 181474 w 362309"/>
                <a:gd name="connsiteY9" fmla="*/ 159600 h 361971"/>
                <a:gd name="connsiteX10" fmla="*/ 140579 w 362309"/>
                <a:gd name="connsiteY10" fmla="*/ 118742 h 361971"/>
                <a:gd name="connsiteX11" fmla="*/ 140579 w 362309"/>
                <a:gd name="connsiteY11" fmla="*/ 118742 h 361971"/>
                <a:gd name="connsiteX12" fmla="*/ 181474 w 362309"/>
                <a:gd name="connsiteY12" fmla="*/ 77885 h 361971"/>
                <a:gd name="connsiteX13" fmla="*/ 263265 w 362309"/>
                <a:gd name="connsiteY13" fmla="*/ 277065 h 361971"/>
                <a:gd name="connsiteX14" fmla="*/ 256875 w 362309"/>
                <a:gd name="connsiteY14" fmla="*/ 283449 h 361971"/>
                <a:gd name="connsiteX15" fmla="*/ 250485 w 362309"/>
                <a:gd name="connsiteY15" fmla="*/ 277065 h 361971"/>
                <a:gd name="connsiteX16" fmla="*/ 250485 w 362309"/>
                <a:gd name="connsiteY16" fmla="*/ 215140 h 361971"/>
                <a:gd name="connsiteX17" fmla="*/ 222370 w 362309"/>
                <a:gd name="connsiteY17" fmla="*/ 187051 h 361971"/>
                <a:gd name="connsiteX18" fmla="*/ 139301 w 362309"/>
                <a:gd name="connsiteY18" fmla="*/ 187051 h 361971"/>
                <a:gd name="connsiteX19" fmla="*/ 111185 w 362309"/>
                <a:gd name="connsiteY19" fmla="*/ 215140 h 361971"/>
                <a:gd name="connsiteX20" fmla="*/ 111185 w 362309"/>
                <a:gd name="connsiteY20" fmla="*/ 277065 h 361971"/>
                <a:gd name="connsiteX21" fmla="*/ 104795 w 362309"/>
                <a:gd name="connsiteY21" fmla="*/ 283449 h 361971"/>
                <a:gd name="connsiteX22" fmla="*/ 98405 w 362309"/>
                <a:gd name="connsiteY22" fmla="*/ 277065 h 361971"/>
                <a:gd name="connsiteX23" fmla="*/ 98405 w 362309"/>
                <a:gd name="connsiteY23" fmla="*/ 215140 h 361971"/>
                <a:gd name="connsiteX24" fmla="*/ 139301 w 362309"/>
                <a:gd name="connsiteY24" fmla="*/ 174283 h 361971"/>
                <a:gd name="connsiteX25" fmla="*/ 222370 w 362309"/>
                <a:gd name="connsiteY25" fmla="*/ 174283 h 361971"/>
                <a:gd name="connsiteX26" fmla="*/ 263265 w 362309"/>
                <a:gd name="connsiteY26" fmla="*/ 215140 h 361971"/>
                <a:gd name="connsiteX27" fmla="*/ 263265 w 362309"/>
                <a:gd name="connsiteY27" fmla="*/ 2770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0438"/>
                    <a:pt x="281157" y="0"/>
                    <a:pt x="181474" y="0"/>
                  </a:cubicBezTo>
                  <a:lnTo>
                    <a:pt x="181474" y="0"/>
                  </a:lnTo>
                  <a:close/>
                  <a:moveTo>
                    <a:pt x="181474" y="77885"/>
                  </a:moveTo>
                  <a:cubicBezTo>
                    <a:pt x="203839" y="77885"/>
                    <a:pt x="222370" y="96398"/>
                    <a:pt x="222370" y="118742"/>
                  </a:cubicBezTo>
                  <a:cubicBezTo>
                    <a:pt x="222370" y="141086"/>
                    <a:pt x="203839" y="159600"/>
                    <a:pt x="181474" y="159600"/>
                  </a:cubicBezTo>
                  <a:cubicBezTo>
                    <a:pt x="159109" y="159600"/>
                    <a:pt x="140579" y="141086"/>
                    <a:pt x="140579" y="118742"/>
                  </a:cubicBezTo>
                  <a:cubicBezTo>
                    <a:pt x="140579" y="118742"/>
                    <a:pt x="140579" y="118742"/>
                    <a:pt x="140579" y="118742"/>
                  </a:cubicBezTo>
                  <a:cubicBezTo>
                    <a:pt x="140579" y="95760"/>
                    <a:pt x="158470" y="77885"/>
                    <a:pt x="181474" y="77885"/>
                  </a:cubicBezTo>
                  <a:close/>
                  <a:moveTo>
                    <a:pt x="263265" y="277065"/>
                  </a:moveTo>
                  <a:cubicBezTo>
                    <a:pt x="263265" y="280895"/>
                    <a:pt x="260709" y="283449"/>
                    <a:pt x="256875" y="283449"/>
                  </a:cubicBezTo>
                  <a:cubicBezTo>
                    <a:pt x="253041" y="283449"/>
                    <a:pt x="250485" y="280895"/>
                    <a:pt x="250485" y="277065"/>
                  </a:cubicBezTo>
                  <a:lnTo>
                    <a:pt x="250485" y="215140"/>
                  </a:lnTo>
                  <a:cubicBezTo>
                    <a:pt x="250485" y="199819"/>
                    <a:pt x="237705" y="187051"/>
                    <a:pt x="222370" y="187051"/>
                  </a:cubicBezTo>
                  <a:lnTo>
                    <a:pt x="139301" y="187051"/>
                  </a:lnTo>
                  <a:cubicBezTo>
                    <a:pt x="123965" y="187051"/>
                    <a:pt x="111185" y="199819"/>
                    <a:pt x="111185" y="215140"/>
                  </a:cubicBezTo>
                  <a:lnTo>
                    <a:pt x="111185" y="277065"/>
                  </a:lnTo>
                  <a:cubicBezTo>
                    <a:pt x="111185" y="280895"/>
                    <a:pt x="108629" y="283449"/>
                    <a:pt x="104795" y="283449"/>
                  </a:cubicBezTo>
                  <a:cubicBezTo>
                    <a:pt x="100961" y="283449"/>
                    <a:pt x="98405" y="280895"/>
                    <a:pt x="98405" y="277065"/>
                  </a:cubicBezTo>
                  <a:lnTo>
                    <a:pt x="98405" y="215140"/>
                  </a:lnTo>
                  <a:cubicBezTo>
                    <a:pt x="98405" y="192796"/>
                    <a:pt x="116936" y="174283"/>
                    <a:pt x="139301" y="174283"/>
                  </a:cubicBezTo>
                  <a:lnTo>
                    <a:pt x="222370" y="174283"/>
                  </a:lnTo>
                  <a:cubicBezTo>
                    <a:pt x="244735" y="174283"/>
                    <a:pt x="263265" y="192796"/>
                    <a:pt x="263265" y="215140"/>
                  </a:cubicBezTo>
                  <a:lnTo>
                    <a:pt x="263265" y="277065"/>
                  </a:lnTo>
                  <a:close/>
                </a:path>
              </a:pathLst>
            </a:custGeom>
            <a:solidFill>
              <a:srgbClr val="00ABAB"/>
            </a:solidFill>
            <a:ln w="6390" cap="flat">
              <a:noFill/>
              <a:prstDash val="solid"/>
              <a:miter/>
            </a:ln>
          </p:spPr>
          <p:txBody>
            <a:bodyPr rtlCol="0" anchor="ctr"/>
            <a:lstStyle/>
            <a:p>
              <a:endParaRPr lang="en-US"/>
            </a:p>
          </p:txBody>
        </p:sp>
      </p:grpSp>
      <p:sp>
        <p:nvSpPr>
          <p:cNvPr id="533" name="Graphic 4">
            <a:extLst>
              <a:ext uri="{FF2B5EF4-FFF2-40B4-BE49-F238E27FC236}">
                <a16:creationId xmlns:a16="http://schemas.microsoft.com/office/drawing/2014/main" id="{F95E2D39-2861-314F-88A5-35C576992B13}"/>
              </a:ext>
            </a:extLst>
          </p:cNvPr>
          <p:cNvSpPr>
            <a:spLocks noChangeAspect="1"/>
          </p:cNvSpPr>
          <p:nvPr/>
        </p:nvSpPr>
        <p:spPr>
          <a:xfrm>
            <a:off x="5099169" y="3824168"/>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221092 w 362309"/>
              <a:gd name="connsiteY6" fmla="*/ 257274 h 361971"/>
              <a:gd name="connsiteX7" fmla="*/ 212785 w 362309"/>
              <a:gd name="connsiteY7" fmla="*/ 260466 h 361971"/>
              <a:gd name="connsiteX8" fmla="*/ 188503 w 362309"/>
              <a:gd name="connsiteY8" fmla="*/ 255359 h 361971"/>
              <a:gd name="connsiteX9" fmla="*/ 169972 w 362309"/>
              <a:gd name="connsiteY9" fmla="*/ 251529 h 361971"/>
              <a:gd name="connsiteX10" fmla="*/ 154637 w 362309"/>
              <a:gd name="connsiteY10" fmla="*/ 225993 h 361971"/>
              <a:gd name="connsiteX11" fmla="*/ 155915 w 362309"/>
              <a:gd name="connsiteY11" fmla="*/ 206203 h 361971"/>
              <a:gd name="connsiteX12" fmla="*/ 171250 w 362309"/>
              <a:gd name="connsiteY12" fmla="*/ 170452 h 361971"/>
              <a:gd name="connsiteX13" fmla="*/ 166777 w 362309"/>
              <a:gd name="connsiteY13" fmla="*/ 125126 h 361971"/>
              <a:gd name="connsiteX14" fmla="*/ 139301 w 362309"/>
              <a:gd name="connsiteY14" fmla="*/ 112996 h 361971"/>
              <a:gd name="connsiteX15" fmla="*/ 111824 w 362309"/>
              <a:gd name="connsiteY15" fmla="*/ 125126 h 361971"/>
              <a:gd name="connsiteX16" fmla="*/ 107351 w 362309"/>
              <a:gd name="connsiteY16" fmla="*/ 170452 h 361971"/>
              <a:gd name="connsiteX17" fmla="*/ 122687 w 362309"/>
              <a:gd name="connsiteY17" fmla="*/ 206203 h 361971"/>
              <a:gd name="connsiteX18" fmla="*/ 123965 w 362309"/>
              <a:gd name="connsiteY18" fmla="*/ 225993 h 361971"/>
              <a:gd name="connsiteX19" fmla="*/ 108629 w 362309"/>
              <a:gd name="connsiteY19" fmla="*/ 251529 h 361971"/>
              <a:gd name="connsiteX20" fmla="*/ 90098 w 362309"/>
              <a:gd name="connsiteY20" fmla="*/ 255359 h 361971"/>
              <a:gd name="connsiteX21" fmla="*/ 65816 w 362309"/>
              <a:gd name="connsiteY21" fmla="*/ 260466 h 361971"/>
              <a:gd name="connsiteX22" fmla="*/ 63261 w 362309"/>
              <a:gd name="connsiteY22" fmla="*/ 261105 h 361971"/>
              <a:gd name="connsiteX23" fmla="*/ 57509 w 362309"/>
              <a:gd name="connsiteY23" fmla="*/ 257274 h 361971"/>
              <a:gd name="connsiteX24" fmla="*/ 60704 w 362309"/>
              <a:gd name="connsiteY24" fmla="*/ 248975 h 361971"/>
              <a:gd name="connsiteX25" fmla="*/ 60704 w 362309"/>
              <a:gd name="connsiteY25" fmla="*/ 248975 h 361971"/>
              <a:gd name="connsiteX26" fmla="*/ 89459 w 362309"/>
              <a:gd name="connsiteY26" fmla="*/ 242591 h 361971"/>
              <a:gd name="connsiteX27" fmla="*/ 102878 w 362309"/>
              <a:gd name="connsiteY27" fmla="*/ 240676 h 361971"/>
              <a:gd name="connsiteX28" fmla="*/ 112463 w 362309"/>
              <a:gd name="connsiteY28" fmla="*/ 213863 h 361971"/>
              <a:gd name="connsiteX29" fmla="*/ 95210 w 362309"/>
              <a:gd name="connsiteY29" fmla="*/ 173644 h 361971"/>
              <a:gd name="connsiteX30" fmla="*/ 102239 w 362309"/>
              <a:gd name="connsiteY30" fmla="*/ 117465 h 361971"/>
              <a:gd name="connsiteX31" fmla="*/ 139301 w 362309"/>
              <a:gd name="connsiteY31" fmla="*/ 100867 h 361971"/>
              <a:gd name="connsiteX32" fmla="*/ 176362 w 362309"/>
              <a:gd name="connsiteY32" fmla="*/ 117465 h 361971"/>
              <a:gd name="connsiteX33" fmla="*/ 183391 w 362309"/>
              <a:gd name="connsiteY33" fmla="*/ 173644 h 361971"/>
              <a:gd name="connsiteX34" fmla="*/ 166138 w 362309"/>
              <a:gd name="connsiteY34" fmla="*/ 214502 h 361971"/>
              <a:gd name="connsiteX35" fmla="*/ 175723 w 362309"/>
              <a:gd name="connsiteY35" fmla="*/ 240676 h 361971"/>
              <a:gd name="connsiteX36" fmla="*/ 189142 w 362309"/>
              <a:gd name="connsiteY36" fmla="*/ 242591 h 361971"/>
              <a:gd name="connsiteX37" fmla="*/ 217897 w 362309"/>
              <a:gd name="connsiteY37" fmla="*/ 248975 h 361971"/>
              <a:gd name="connsiteX38" fmla="*/ 221092 w 362309"/>
              <a:gd name="connsiteY38" fmla="*/ 257274 h 361971"/>
              <a:gd name="connsiteX39" fmla="*/ 304800 w 362309"/>
              <a:gd name="connsiteY39" fmla="*/ 241953 h 361971"/>
              <a:gd name="connsiteX40" fmla="*/ 295854 w 362309"/>
              <a:gd name="connsiteY40" fmla="*/ 243868 h 361971"/>
              <a:gd name="connsiteX41" fmla="*/ 295854 w 362309"/>
              <a:gd name="connsiteY41" fmla="*/ 243868 h 361971"/>
              <a:gd name="connsiteX42" fmla="*/ 279879 w 362309"/>
              <a:gd name="connsiteY42" fmla="*/ 240038 h 361971"/>
              <a:gd name="connsiteX43" fmla="*/ 261987 w 362309"/>
              <a:gd name="connsiteY43" fmla="*/ 234930 h 361971"/>
              <a:gd name="connsiteX44" fmla="*/ 253681 w 362309"/>
              <a:gd name="connsiteY44" fmla="*/ 200457 h 361971"/>
              <a:gd name="connsiteX45" fmla="*/ 265182 w 362309"/>
              <a:gd name="connsiteY45" fmla="*/ 173006 h 361971"/>
              <a:gd name="connsiteX46" fmla="*/ 261987 w 362309"/>
              <a:gd name="connsiteY46" fmla="*/ 139809 h 361971"/>
              <a:gd name="connsiteX47" fmla="*/ 219175 w 362309"/>
              <a:gd name="connsiteY47" fmla="*/ 138532 h 361971"/>
              <a:gd name="connsiteX48" fmla="*/ 217897 w 362309"/>
              <a:gd name="connsiteY48" fmla="*/ 139809 h 361971"/>
              <a:gd name="connsiteX49" fmla="*/ 214702 w 362309"/>
              <a:gd name="connsiteY49" fmla="*/ 173006 h 361971"/>
              <a:gd name="connsiteX50" fmla="*/ 226204 w 362309"/>
              <a:gd name="connsiteY50" fmla="*/ 200457 h 361971"/>
              <a:gd name="connsiteX51" fmla="*/ 217897 w 362309"/>
              <a:gd name="connsiteY51" fmla="*/ 234292 h 361971"/>
              <a:gd name="connsiteX52" fmla="*/ 208951 w 362309"/>
              <a:gd name="connsiteY52" fmla="*/ 233015 h 361971"/>
              <a:gd name="connsiteX53" fmla="*/ 210229 w 362309"/>
              <a:gd name="connsiteY53" fmla="*/ 224078 h 361971"/>
              <a:gd name="connsiteX54" fmla="*/ 210229 w 362309"/>
              <a:gd name="connsiteY54" fmla="*/ 224078 h 361971"/>
              <a:gd name="connsiteX55" fmla="*/ 215341 w 362309"/>
              <a:gd name="connsiteY55" fmla="*/ 207479 h 361971"/>
              <a:gd name="connsiteX56" fmla="*/ 201922 w 362309"/>
              <a:gd name="connsiteY56" fmla="*/ 175560 h 361971"/>
              <a:gd name="connsiteX57" fmla="*/ 207673 w 362309"/>
              <a:gd name="connsiteY57" fmla="*/ 130872 h 361971"/>
              <a:gd name="connsiteX58" fmla="*/ 268377 w 362309"/>
              <a:gd name="connsiteY58" fmla="*/ 127680 h 361971"/>
              <a:gd name="connsiteX59" fmla="*/ 271572 w 362309"/>
              <a:gd name="connsiteY59" fmla="*/ 130872 h 361971"/>
              <a:gd name="connsiteX60" fmla="*/ 277323 w 362309"/>
              <a:gd name="connsiteY60" fmla="*/ 175560 h 361971"/>
              <a:gd name="connsiteX61" fmla="*/ 263904 w 362309"/>
              <a:gd name="connsiteY61" fmla="*/ 207479 h 361971"/>
              <a:gd name="connsiteX62" fmla="*/ 269016 w 362309"/>
              <a:gd name="connsiteY62" fmla="*/ 224078 h 361971"/>
              <a:gd name="connsiteX63" fmla="*/ 281796 w 362309"/>
              <a:gd name="connsiteY63" fmla="*/ 226631 h 361971"/>
              <a:gd name="connsiteX64" fmla="*/ 302244 w 362309"/>
              <a:gd name="connsiteY64" fmla="*/ 232377 h 361971"/>
              <a:gd name="connsiteX65" fmla="*/ 304800 w 362309"/>
              <a:gd name="connsiteY65" fmla="*/ 241953 h 361971"/>
              <a:gd name="connsiteX66" fmla="*/ 304800 w 362309"/>
              <a:gd name="connsiteY66" fmla="*/ 24195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62309" h="361971">
                <a:moveTo>
                  <a:pt x="181474" y="0"/>
                </a:moveTo>
                <a:cubicBezTo>
                  <a:pt x="81152" y="0"/>
                  <a:pt x="0" y="81076"/>
                  <a:pt x="0" y="180667"/>
                </a:cubicBezTo>
                <a:cubicBezTo>
                  <a:pt x="0" y="280257"/>
                  <a:pt x="81152" y="361971"/>
                  <a:pt x="180835" y="361971"/>
                </a:cubicBezTo>
                <a:cubicBezTo>
                  <a:pt x="280518" y="361971"/>
                  <a:pt x="362310" y="280895"/>
                  <a:pt x="362310" y="181305"/>
                </a:cubicBezTo>
                <a:lnTo>
                  <a:pt x="362310" y="181305"/>
                </a:lnTo>
                <a:cubicBezTo>
                  <a:pt x="362310" y="81076"/>
                  <a:pt x="281157" y="0"/>
                  <a:pt x="181474" y="0"/>
                </a:cubicBezTo>
                <a:close/>
                <a:moveTo>
                  <a:pt x="221092" y="257274"/>
                </a:moveTo>
                <a:cubicBezTo>
                  <a:pt x="219814" y="260466"/>
                  <a:pt x="215980" y="261743"/>
                  <a:pt x="212785" y="260466"/>
                </a:cubicBezTo>
                <a:cubicBezTo>
                  <a:pt x="205117" y="257274"/>
                  <a:pt x="196810" y="255359"/>
                  <a:pt x="188503" y="255359"/>
                </a:cubicBezTo>
                <a:cubicBezTo>
                  <a:pt x="182113" y="255359"/>
                  <a:pt x="175723" y="254082"/>
                  <a:pt x="169972" y="251529"/>
                </a:cubicBezTo>
                <a:cubicBezTo>
                  <a:pt x="159748" y="246422"/>
                  <a:pt x="155275" y="231100"/>
                  <a:pt x="154637" y="225993"/>
                </a:cubicBezTo>
                <a:cubicBezTo>
                  <a:pt x="152720" y="219609"/>
                  <a:pt x="152720" y="212587"/>
                  <a:pt x="155915" y="206203"/>
                </a:cubicBezTo>
                <a:cubicBezTo>
                  <a:pt x="162943" y="195350"/>
                  <a:pt x="168055" y="183220"/>
                  <a:pt x="171250" y="170452"/>
                </a:cubicBezTo>
                <a:cubicBezTo>
                  <a:pt x="176362" y="150024"/>
                  <a:pt x="174445" y="134702"/>
                  <a:pt x="166777" y="125126"/>
                </a:cubicBezTo>
                <a:cubicBezTo>
                  <a:pt x="159748" y="117465"/>
                  <a:pt x="150164" y="112996"/>
                  <a:pt x="139301" y="112996"/>
                </a:cubicBezTo>
                <a:cubicBezTo>
                  <a:pt x="129077" y="112996"/>
                  <a:pt x="118853" y="117465"/>
                  <a:pt x="111824" y="125126"/>
                </a:cubicBezTo>
                <a:cubicBezTo>
                  <a:pt x="104156" y="134702"/>
                  <a:pt x="102239" y="150024"/>
                  <a:pt x="107351" y="170452"/>
                </a:cubicBezTo>
                <a:cubicBezTo>
                  <a:pt x="110546" y="183220"/>
                  <a:pt x="115658" y="195350"/>
                  <a:pt x="122687" y="206203"/>
                </a:cubicBezTo>
                <a:cubicBezTo>
                  <a:pt x="125882" y="212587"/>
                  <a:pt x="125882" y="219609"/>
                  <a:pt x="123965" y="225993"/>
                </a:cubicBezTo>
                <a:cubicBezTo>
                  <a:pt x="122687" y="230462"/>
                  <a:pt x="118853" y="245783"/>
                  <a:pt x="108629" y="251529"/>
                </a:cubicBezTo>
                <a:cubicBezTo>
                  <a:pt x="102878" y="254082"/>
                  <a:pt x="96488" y="255359"/>
                  <a:pt x="90098" y="255359"/>
                </a:cubicBezTo>
                <a:cubicBezTo>
                  <a:pt x="81791" y="255359"/>
                  <a:pt x="73484" y="257274"/>
                  <a:pt x="65816" y="260466"/>
                </a:cubicBezTo>
                <a:cubicBezTo>
                  <a:pt x="65177" y="261105"/>
                  <a:pt x="63899" y="261105"/>
                  <a:pt x="63261" y="261105"/>
                </a:cubicBezTo>
                <a:cubicBezTo>
                  <a:pt x="60704" y="261105"/>
                  <a:pt x="58788" y="259828"/>
                  <a:pt x="57509" y="257274"/>
                </a:cubicBezTo>
                <a:cubicBezTo>
                  <a:pt x="56231" y="254082"/>
                  <a:pt x="57509" y="250252"/>
                  <a:pt x="60704" y="248975"/>
                </a:cubicBezTo>
                <a:cubicBezTo>
                  <a:pt x="60704" y="248975"/>
                  <a:pt x="60704" y="248975"/>
                  <a:pt x="60704" y="248975"/>
                </a:cubicBezTo>
                <a:cubicBezTo>
                  <a:pt x="69650" y="245145"/>
                  <a:pt x="79235" y="242591"/>
                  <a:pt x="89459" y="242591"/>
                </a:cubicBezTo>
                <a:cubicBezTo>
                  <a:pt x="93932" y="242591"/>
                  <a:pt x="98405" y="241953"/>
                  <a:pt x="102878" y="240676"/>
                </a:cubicBezTo>
                <a:cubicBezTo>
                  <a:pt x="109268" y="236846"/>
                  <a:pt x="114380" y="218332"/>
                  <a:pt x="112463" y="213863"/>
                </a:cubicBezTo>
                <a:cubicBezTo>
                  <a:pt x="104795" y="201734"/>
                  <a:pt x="98405" y="188327"/>
                  <a:pt x="95210" y="173644"/>
                </a:cubicBezTo>
                <a:cubicBezTo>
                  <a:pt x="89459" y="149385"/>
                  <a:pt x="91376" y="130233"/>
                  <a:pt x="102239" y="117465"/>
                </a:cubicBezTo>
                <a:cubicBezTo>
                  <a:pt x="111824" y="106612"/>
                  <a:pt x="125243" y="100867"/>
                  <a:pt x="139301" y="100867"/>
                </a:cubicBezTo>
                <a:cubicBezTo>
                  <a:pt x="153358" y="100867"/>
                  <a:pt x="166777" y="106612"/>
                  <a:pt x="176362" y="117465"/>
                </a:cubicBezTo>
                <a:cubicBezTo>
                  <a:pt x="186586" y="130233"/>
                  <a:pt x="189142" y="149385"/>
                  <a:pt x="183391" y="173644"/>
                </a:cubicBezTo>
                <a:cubicBezTo>
                  <a:pt x="180196" y="188327"/>
                  <a:pt x="174445" y="201734"/>
                  <a:pt x="166138" y="214502"/>
                </a:cubicBezTo>
                <a:cubicBezTo>
                  <a:pt x="164860" y="218332"/>
                  <a:pt x="169333" y="236846"/>
                  <a:pt x="175723" y="240676"/>
                </a:cubicBezTo>
                <a:cubicBezTo>
                  <a:pt x="180196" y="242591"/>
                  <a:pt x="184669" y="243230"/>
                  <a:pt x="189142" y="242591"/>
                </a:cubicBezTo>
                <a:cubicBezTo>
                  <a:pt x="199366" y="242591"/>
                  <a:pt x="208951" y="245145"/>
                  <a:pt x="217897" y="248975"/>
                </a:cubicBezTo>
                <a:cubicBezTo>
                  <a:pt x="221092" y="250890"/>
                  <a:pt x="222370" y="254082"/>
                  <a:pt x="221092" y="257274"/>
                </a:cubicBezTo>
                <a:close/>
                <a:moveTo>
                  <a:pt x="304800" y="241953"/>
                </a:moveTo>
                <a:cubicBezTo>
                  <a:pt x="302883" y="245145"/>
                  <a:pt x="299049" y="245783"/>
                  <a:pt x="295854" y="243868"/>
                </a:cubicBezTo>
                <a:cubicBezTo>
                  <a:pt x="295854" y="243868"/>
                  <a:pt x="295854" y="243868"/>
                  <a:pt x="295854" y="243868"/>
                </a:cubicBezTo>
                <a:cubicBezTo>
                  <a:pt x="290742" y="241314"/>
                  <a:pt x="285630" y="240038"/>
                  <a:pt x="279879" y="240038"/>
                </a:cubicBezTo>
                <a:cubicBezTo>
                  <a:pt x="273489" y="239399"/>
                  <a:pt x="267739" y="238122"/>
                  <a:pt x="261987" y="234930"/>
                </a:cubicBezTo>
                <a:cubicBezTo>
                  <a:pt x="249846" y="225993"/>
                  <a:pt x="247929" y="207479"/>
                  <a:pt x="253681" y="200457"/>
                </a:cubicBezTo>
                <a:cubicBezTo>
                  <a:pt x="258792" y="192158"/>
                  <a:pt x="263266" y="182582"/>
                  <a:pt x="265182" y="173006"/>
                </a:cubicBezTo>
                <a:cubicBezTo>
                  <a:pt x="269016" y="158323"/>
                  <a:pt x="267739" y="146832"/>
                  <a:pt x="261987" y="139809"/>
                </a:cubicBezTo>
                <a:cubicBezTo>
                  <a:pt x="250486" y="127680"/>
                  <a:pt x="231316" y="127041"/>
                  <a:pt x="219175" y="138532"/>
                </a:cubicBezTo>
                <a:cubicBezTo>
                  <a:pt x="218536" y="139171"/>
                  <a:pt x="218536" y="139171"/>
                  <a:pt x="217897" y="139809"/>
                </a:cubicBezTo>
                <a:cubicBezTo>
                  <a:pt x="212146" y="146832"/>
                  <a:pt x="210868" y="158323"/>
                  <a:pt x="214702" y="173006"/>
                </a:cubicBezTo>
                <a:cubicBezTo>
                  <a:pt x="217258" y="182582"/>
                  <a:pt x="221092" y="192158"/>
                  <a:pt x="226204" y="200457"/>
                </a:cubicBezTo>
                <a:cubicBezTo>
                  <a:pt x="231316" y="207479"/>
                  <a:pt x="229399" y="225993"/>
                  <a:pt x="217897" y="234292"/>
                </a:cubicBezTo>
                <a:cubicBezTo>
                  <a:pt x="215341" y="236207"/>
                  <a:pt x="210868" y="235569"/>
                  <a:pt x="208951" y="233015"/>
                </a:cubicBezTo>
                <a:cubicBezTo>
                  <a:pt x="207034" y="230462"/>
                  <a:pt x="207673" y="225993"/>
                  <a:pt x="210229" y="224078"/>
                </a:cubicBezTo>
                <a:lnTo>
                  <a:pt x="210229" y="224078"/>
                </a:lnTo>
                <a:cubicBezTo>
                  <a:pt x="214702" y="219609"/>
                  <a:pt x="216619" y="213863"/>
                  <a:pt x="215341" y="207479"/>
                </a:cubicBezTo>
                <a:cubicBezTo>
                  <a:pt x="208951" y="197903"/>
                  <a:pt x="204478" y="187051"/>
                  <a:pt x="201922" y="175560"/>
                </a:cubicBezTo>
                <a:cubicBezTo>
                  <a:pt x="197449" y="156408"/>
                  <a:pt x="199366" y="141724"/>
                  <a:pt x="207673" y="130872"/>
                </a:cubicBezTo>
                <a:cubicBezTo>
                  <a:pt x="223648" y="112996"/>
                  <a:pt x="250486" y="111720"/>
                  <a:pt x="268377" y="127680"/>
                </a:cubicBezTo>
                <a:cubicBezTo>
                  <a:pt x="269655" y="128956"/>
                  <a:pt x="270294" y="129595"/>
                  <a:pt x="271572" y="130872"/>
                </a:cubicBezTo>
                <a:cubicBezTo>
                  <a:pt x="279879" y="141086"/>
                  <a:pt x="281796" y="156408"/>
                  <a:pt x="277323" y="175560"/>
                </a:cubicBezTo>
                <a:cubicBezTo>
                  <a:pt x="274767" y="187051"/>
                  <a:pt x="270294" y="197903"/>
                  <a:pt x="263904" y="207479"/>
                </a:cubicBezTo>
                <a:cubicBezTo>
                  <a:pt x="262626" y="213225"/>
                  <a:pt x="264544" y="219609"/>
                  <a:pt x="269016" y="224078"/>
                </a:cubicBezTo>
                <a:cubicBezTo>
                  <a:pt x="272850" y="225355"/>
                  <a:pt x="277323" y="226631"/>
                  <a:pt x="281796" y="226631"/>
                </a:cubicBezTo>
                <a:cubicBezTo>
                  <a:pt x="288825" y="227270"/>
                  <a:pt x="295854" y="229185"/>
                  <a:pt x="302244" y="232377"/>
                </a:cubicBezTo>
                <a:cubicBezTo>
                  <a:pt x="306078" y="234930"/>
                  <a:pt x="306717" y="238761"/>
                  <a:pt x="304800" y="241953"/>
                </a:cubicBezTo>
                <a:cubicBezTo>
                  <a:pt x="305439" y="241953"/>
                  <a:pt x="304800" y="241953"/>
                  <a:pt x="304800" y="241953"/>
                </a:cubicBezTo>
                <a:close/>
              </a:path>
            </a:pathLst>
          </a:custGeom>
          <a:solidFill>
            <a:srgbClr val="00ABAB"/>
          </a:solidFill>
          <a:ln w="6390" cap="flat">
            <a:noFill/>
            <a:prstDash val="solid"/>
            <a:miter/>
          </a:ln>
        </p:spPr>
        <p:txBody>
          <a:bodyPr rtlCol="0" anchor="ctr"/>
          <a:lstStyle/>
          <a:p>
            <a:endParaRPr lang="en-US"/>
          </a:p>
        </p:txBody>
      </p:sp>
      <p:sp>
        <p:nvSpPr>
          <p:cNvPr id="534" name="Graphic 4">
            <a:extLst>
              <a:ext uri="{FF2B5EF4-FFF2-40B4-BE49-F238E27FC236}">
                <a16:creationId xmlns:a16="http://schemas.microsoft.com/office/drawing/2014/main" id="{6C3AEDFA-07F4-CE42-BAF2-3625C09561A1}"/>
              </a:ext>
            </a:extLst>
          </p:cNvPr>
          <p:cNvSpPr>
            <a:spLocks noChangeAspect="1"/>
          </p:cNvSpPr>
          <p:nvPr/>
        </p:nvSpPr>
        <p:spPr>
          <a:xfrm>
            <a:off x="5099169" y="479325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06712 w 362309"/>
              <a:gd name="connsiteY7" fmla="*/ 195988 h 361971"/>
              <a:gd name="connsiteX8" fmla="*/ 116297 w 362309"/>
              <a:gd name="connsiteY8" fmla="*/ 173644 h 361971"/>
              <a:gd name="connsiteX9" fmla="*/ 113741 w 362309"/>
              <a:gd name="connsiteY9" fmla="*/ 146832 h 361971"/>
              <a:gd name="connsiteX10" fmla="*/ 96488 w 362309"/>
              <a:gd name="connsiteY10" fmla="*/ 139171 h 361971"/>
              <a:gd name="connsiteX11" fmla="*/ 79235 w 362309"/>
              <a:gd name="connsiteY11" fmla="*/ 146832 h 361971"/>
              <a:gd name="connsiteX12" fmla="*/ 76679 w 362309"/>
              <a:gd name="connsiteY12" fmla="*/ 173644 h 361971"/>
              <a:gd name="connsiteX13" fmla="*/ 86264 w 362309"/>
              <a:gd name="connsiteY13" fmla="*/ 195988 h 361971"/>
              <a:gd name="connsiteX14" fmla="*/ 79235 w 362309"/>
              <a:gd name="connsiteY14" fmla="*/ 225993 h 361971"/>
              <a:gd name="connsiteX15" fmla="*/ 63899 w 362309"/>
              <a:gd name="connsiteY15" fmla="*/ 230462 h 361971"/>
              <a:gd name="connsiteX16" fmla="*/ 51119 w 362309"/>
              <a:gd name="connsiteY16" fmla="*/ 233654 h 361971"/>
              <a:gd name="connsiteX17" fmla="*/ 47925 w 362309"/>
              <a:gd name="connsiteY17" fmla="*/ 234930 h 361971"/>
              <a:gd name="connsiteX18" fmla="*/ 41535 w 362309"/>
              <a:gd name="connsiteY18" fmla="*/ 228546 h 361971"/>
              <a:gd name="connsiteX19" fmla="*/ 44730 w 362309"/>
              <a:gd name="connsiteY19" fmla="*/ 222801 h 361971"/>
              <a:gd name="connsiteX20" fmla="*/ 61982 w 362309"/>
              <a:gd name="connsiteY20" fmla="*/ 217694 h 361971"/>
              <a:gd name="connsiteX21" fmla="*/ 72206 w 362309"/>
              <a:gd name="connsiteY21" fmla="*/ 215140 h 361971"/>
              <a:gd name="connsiteX22" fmla="*/ 75401 w 362309"/>
              <a:gd name="connsiteY22" fmla="*/ 203011 h 361971"/>
              <a:gd name="connsiteX23" fmla="*/ 63899 w 362309"/>
              <a:gd name="connsiteY23" fmla="*/ 176836 h 361971"/>
              <a:gd name="connsiteX24" fmla="*/ 69011 w 362309"/>
              <a:gd name="connsiteY24" fmla="*/ 139171 h 361971"/>
              <a:gd name="connsiteX25" fmla="*/ 96488 w 362309"/>
              <a:gd name="connsiteY25" fmla="*/ 127041 h 361971"/>
              <a:gd name="connsiteX26" fmla="*/ 123326 w 362309"/>
              <a:gd name="connsiteY26" fmla="*/ 139171 h 361971"/>
              <a:gd name="connsiteX27" fmla="*/ 128438 w 362309"/>
              <a:gd name="connsiteY27" fmla="*/ 176836 h 361971"/>
              <a:gd name="connsiteX28" fmla="*/ 116936 w 362309"/>
              <a:gd name="connsiteY28" fmla="*/ 203649 h 361971"/>
              <a:gd name="connsiteX29" fmla="*/ 120770 w 362309"/>
              <a:gd name="connsiteY29" fmla="*/ 215779 h 361971"/>
              <a:gd name="connsiteX30" fmla="*/ 122048 w 362309"/>
              <a:gd name="connsiteY30" fmla="*/ 224716 h 361971"/>
              <a:gd name="connsiteX31" fmla="*/ 113102 w 362309"/>
              <a:gd name="connsiteY31" fmla="*/ 225993 h 361971"/>
              <a:gd name="connsiteX32" fmla="*/ 106712 w 362309"/>
              <a:gd name="connsiteY32" fmla="*/ 195988 h 361971"/>
              <a:gd name="connsiteX33" fmla="*/ 250486 w 362309"/>
              <a:gd name="connsiteY33" fmla="*/ 243868 h 361971"/>
              <a:gd name="connsiteX34" fmla="*/ 244735 w 362309"/>
              <a:gd name="connsiteY34" fmla="*/ 247698 h 361971"/>
              <a:gd name="connsiteX35" fmla="*/ 242179 w 362309"/>
              <a:gd name="connsiteY35" fmla="*/ 247060 h 361971"/>
              <a:gd name="connsiteX36" fmla="*/ 223009 w 362309"/>
              <a:gd name="connsiteY36" fmla="*/ 243230 h 361971"/>
              <a:gd name="connsiteX37" fmla="*/ 207034 w 362309"/>
              <a:gd name="connsiteY37" fmla="*/ 240038 h 361971"/>
              <a:gd name="connsiteX38" fmla="*/ 193615 w 362309"/>
              <a:gd name="connsiteY38" fmla="*/ 218332 h 361971"/>
              <a:gd name="connsiteX39" fmla="*/ 194893 w 362309"/>
              <a:gd name="connsiteY39" fmla="*/ 201095 h 361971"/>
              <a:gd name="connsiteX40" fmla="*/ 207034 w 362309"/>
              <a:gd name="connsiteY40" fmla="*/ 171729 h 361971"/>
              <a:gd name="connsiteX41" fmla="*/ 203839 w 362309"/>
              <a:gd name="connsiteY41" fmla="*/ 135341 h 361971"/>
              <a:gd name="connsiteX42" fmla="*/ 182113 w 362309"/>
              <a:gd name="connsiteY42" fmla="*/ 125765 h 361971"/>
              <a:gd name="connsiteX43" fmla="*/ 160387 w 362309"/>
              <a:gd name="connsiteY43" fmla="*/ 135341 h 361971"/>
              <a:gd name="connsiteX44" fmla="*/ 157192 w 362309"/>
              <a:gd name="connsiteY44" fmla="*/ 171729 h 361971"/>
              <a:gd name="connsiteX45" fmla="*/ 169972 w 362309"/>
              <a:gd name="connsiteY45" fmla="*/ 201095 h 361971"/>
              <a:gd name="connsiteX46" fmla="*/ 171250 w 362309"/>
              <a:gd name="connsiteY46" fmla="*/ 218332 h 361971"/>
              <a:gd name="connsiteX47" fmla="*/ 157832 w 362309"/>
              <a:gd name="connsiteY47" fmla="*/ 240038 h 361971"/>
              <a:gd name="connsiteX48" fmla="*/ 141857 w 362309"/>
              <a:gd name="connsiteY48" fmla="*/ 243230 h 361971"/>
              <a:gd name="connsiteX49" fmla="*/ 122687 w 362309"/>
              <a:gd name="connsiteY49" fmla="*/ 247060 h 361971"/>
              <a:gd name="connsiteX50" fmla="*/ 114380 w 362309"/>
              <a:gd name="connsiteY50" fmla="*/ 243868 h 361971"/>
              <a:gd name="connsiteX51" fmla="*/ 117575 w 362309"/>
              <a:gd name="connsiteY51" fmla="*/ 235569 h 361971"/>
              <a:gd name="connsiteX52" fmla="*/ 141857 w 362309"/>
              <a:gd name="connsiteY52" fmla="*/ 230462 h 361971"/>
              <a:gd name="connsiteX53" fmla="*/ 152080 w 362309"/>
              <a:gd name="connsiteY53" fmla="*/ 228546 h 361971"/>
              <a:gd name="connsiteX54" fmla="*/ 159748 w 362309"/>
              <a:gd name="connsiteY54" fmla="*/ 208118 h 361971"/>
              <a:gd name="connsiteX55" fmla="*/ 145690 w 362309"/>
              <a:gd name="connsiteY55" fmla="*/ 174921 h 361971"/>
              <a:gd name="connsiteX56" fmla="*/ 151442 w 362309"/>
              <a:gd name="connsiteY56" fmla="*/ 127680 h 361971"/>
              <a:gd name="connsiteX57" fmla="*/ 210868 w 362309"/>
              <a:gd name="connsiteY57" fmla="*/ 124488 h 361971"/>
              <a:gd name="connsiteX58" fmla="*/ 214063 w 362309"/>
              <a:gd name="connsiteY58" fmla="*/ 127680 h 361971"/>
              <a:gd name="connsiteX59" fmla="*/ 219814 w 362309"/>
              <a:gd name="connsiteY59" fmla="*/ 174921 h 361971"/>
              <a:gd name="connsiteX60" fmla="*/ 205117 w 362309"/>
              <a:gd name="connsiteY60" fmla="*/ 208756 h 361971"/>
              <a:gd name="connsiteX61" fmla="*/ 212785 w 362309"/>
              <a:gd name="connsiteY61" fmla="*/ 228546 h 361971"/>
              <a:gd name="connsiteX62" fmla="*/ 223009 w 362309"/>
              <a:gd name="connsiteY62" fmla="*/ 230462 h 361971"/>
              <a:gd name="connsiteX63" fmla="*/ 247291 w 362309"/>
              <a:gd name="connsiteY63" fmla="*/ 235569 h 361971"/>
              <a:gd name="connsiteX64" fmla="*/ 250486 w 362309"/>
              <a:gd name="connsiteY64" fmla="*/ 243868 h 361971"/>
              <a:gd name="connsiteX65" fmla="*/ 314385 w 362309"/>
              <a:gd name="connsiteY65" fmla="*/ 234930 h 361971"/>
              <a:gd name="connsiteX66" fmla="*/ 311190 w 362309"/>
              <a:gd name="connsiteY66" fmla="*/ 233654 h 361971"/>
              <a:gd name="connsiteX67" fmla="*/ 298410 w 362309"/>
              <a:gd name="connsiteY67" fmla="*/ 230462 h 361971"/>
              <a:gd name="connsiteX68" fmla="*/ 283074 w 362309"/>
              <a:gd name="connsiteY68" fmla="*/ 225993 h 361971"/>
              <a:gd name="connsiteX69" fmla="*/ 275406 w 362309"/>
              <a:gd name="connsiteY69" fmla="*/ 195988 h 361971"/>
              <a:gd name="connsiteX70" fmla="*/ 284991 w 362309"/>
              <a:gd name="connsiteY70" fmla="*/ 173644 h 361971"/>
              <a:gd name="connsiteX71" fmla="*/ 282435 w 362309"/>
              <a:gd name="connsiteY71" fmla="*/ 146832 h 361971"/>
              <a:gd name="connsiteX72" fmla="*/ 265182 w 362309"/>
              <a:gd name="connsiteY72" fmla="*/ 139171 h 361971"/>
              <a:gd name="connsiteX73" fmla="*/ 265182 w 362309"/>
              <a:gd name="connsiteY73" fmla="*/ 139171 h 361971"/>
              <a:gd name="connsiteX74" fmla="*/ 247929 w 362309"/>
              <a:gd name="connsiteY74" fmla="*/ 146832 h 361971"/>
              <a:gd name="connsiteX75" fmla="*/ 245374 w 362309"/>
              <a:gd name="connsiteY75" fmla="*/ 173644 h 361971"/>
              <a:gd name="connsiteX76" fmla="*/ 254959 w 362309"/>
              <a:gd name="connsiteY76" fmla="*/ 195988 h 361971"/>
              <a:gd name="connsiteX77" fmla="*/ 247929 w 362309"/>
              <a:gd name="connsiteY77" fmla="*/ 225993 h 361971"/>
              <a:gd name="connsiteX78" fmla="*/ 238984 w 362309"/>
              <a:gd name="connsiteY78" fmla="*/ 224716 h 361971"/>
              <a:gd name="connsiteX79" fmla="*/ 240261 w 362309"/>
              <a:gd name="connsiteY79" fmla="*/ 215779 h 361971"/>
              <a:gd name="connsiteX80" fmla="*/ 244096 w 362309"/>
              <a:gd name="connsiteY80" fmla="*/ 203649 h 361971"/>
              <a:gd name="connsiteX81" fmla="*/ 232594 w 362309"/>
              <a:gd name="connsiteY81" fmla="*/ 177475 h 361971"/>
              <a:gd name="connsiteX82" fmla="*/ 237706 w 362309"/>
              <a:gd name="connsiteY82" fmla="*/ 139809 h 361971"/>
              <a:gd name="connsiteX83" fmla="*/ 265182 w 362309"/>
              <a:gd name="connsiteY83" fmla="*/ 127680 h 361971"/>
              <a:gd name="connsiteX84" fmla="*/ 292020 w 362309"/>
              <a:gd name="connsiteY84" fmla="*/ 139809 h 361971"/>
              <a:gd name="connsiteX85" fmla="*/ 297132 w 362309"/>
              <a:gd name="connsiteY85" fmla="*/ 177475 h 361971"/>
              <a:gd name="connsiteX86" fmla="*/ 285630 w 362309"/>
              <a:gd name="connsiteY86" fmla="*/ 204287 h 361971"/>
              <a:gd name="connsiteX87" fmla="*/ 290103 w 362309"/>
              <a:gd name="connsiteY87" fmla="*/ 216417 h 361971"/>
              <a:gd name="connsiteX88" fmla="*/ 299688 w 362309"/>
              <a:gd name="connsiteY88" fmla="*/ 218332 h 361971"/>
              <a:gd name="connsiteX89" fmla="*/ 316941 w 362309"/>
              <a:gd name="connsiteY89" fmla="*/ 223439 h 361971"/>
              <a:gd name="connsiteX90" fmla="*/ 318858 w 362309"/>
              <a:gd name="connsiteY90" fmla="*/ 232377 h 361971"/>
              <a:gd name="connsiteX91" fmla="*/ 314385 w 362309"/>
              <a:gd name="connsiteY91" fmla="*/ 234930 h 361971"/>
              <a:gd name="connsiteX92" fmla="*/ 314385 w 362309"/>
              <a:gd name="connsiteY92" fmla="*/ 23493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0438"/>
                  <a:pt x="281157" y="0"/>
                  <a:pt x="181474" y="0"/>
                </a:cubicBezTo>
                <a:cubicBezTo>
                  <a:pt x="181474" y="0"/>
                  <a:pt x="181474" y="0"/>
                  <a:pt x="181474" y="0"/>
                </a:cubicBezTo>
                <a:close/>
                <a:moveTo>
                  <a:pt x="106712" y="195988"/>
                </a:moveTo>
                <a:cubicBezTo>
                  <a:pt x="111185" y="188966"/>
                  <a:pt x="114380" y="181944"/>
                  <a:pt x="116297" y="173644"/>
                </a:cubicBezTo>
                <a:cubicBezTo>
                  <a:pt x="119492" y="161515"/>
                  <a:pt x="118214" y="152577"/>
                  <a:pt x="113741" y="146832"/>
                </a:cubicBezTo>
                <a:cubicBezTo>
                  <a:pt x="109268" y="142363"/>
                  <a:pt x="102878" y="139171"/>
                  <a:pt x="96488" y="139171"/>
                </a:cubicBezTo>
                <a:cubicBezTo>
                  <a:pt x="90098" y="139171"/>
                  <a:pt x="83708" y="141724"/>
                  <a:pt x="79235" y="146832"/>
                </a:cubicBezTo>
                <a:cubicBezTo>
                  <a:pt x="74762" y="152577"/>
                  <a:pt x="74123" y="161515"/>
                  <a:pt x="76679" y="173644"/>
                </a:cubicBezTo>
                <a:cubicBezTo>
                  <a:pt x="78596" y="181305"/>
                  <a:pt x="81791" y="188966"/>
                  <a:pt x="86264" y="195988"/>
                </a:cubicBezTo>
                <a:cubicBezTo>
                  <a:pt x="91376" y="203011"/>
                  <a:pt x="88820" y="218332"/>
                  <a:pt x="79235" y="225993"/>
                </a:cubicBezTo>
                <a:cubicBezTo>
                  <a:pt x="74123" y="228546"/>
                  <a:pt x="69011" y="229823"/>
                  <a:pt x="63899" y="230462"/>
                </a:cubicBezTo>
                <a:cubicBezTo>
                  <a:pt x="59426" y="230462"/>
                  <a:pt x="54953" y="231738"/>
                  <a:pt x="51119" y="233654"/>
                </a:cubicBezTo>
                <a:cubicBezTo>
                  <a:pt x="49841" y="234292"/>
                  <a:pt x="49203" y="234930"/>
                  <a:pt x="47925" y="234930"/>
                </a:cubicBezTo>
                <a:cubicBezTo>
                  <a:pt x="44091" y="234930"/>
                  <a:pt x="41535" y="231738"/>
                  <a:pt x="41535" y="228546"/>
                </a:cubicBezTo>
                <a:cubicBezTo>
                  <a:pt x="41535" y="225993"/>
                  <a:pt x="42813" y="224078"/>
                  <a:pt x="44730" y="222801"/>
                </a:cubicBezTo>
                <a:cubicBezTo>
                  <a:pt x="49841" y="220247"/>
                  <a:pt x="56231" y="218332"/>
                  <a:pt x="61982" y="217694"/>
                </a:cubicBezTo>
                <a:cubicBezTo>
                  <a:pt x="65816" y="217694"/>
                  <a:pt x="69011" y="216417"/>
                  <a:pt x="72206" y="215140"/>
                </a:cubicBezTo>
                <a:cubicBezTo>
                  <a:pt x="75401" y="211948"/>
                  <a:pt x="76679" y="207479"/>
                  <a:pt x="75401" y="203011"/>
                </a:cubicBezTo>
                <a:cubicBezTo>
                  <a:pt x="70289" y="194711"/>
                  <a:pt x="66456" y="185774"/>
                  <a:pt x="63899" y="176836"/>
                </a:cubicBezTo>
                <a:cubicBezTo>
                  <a:pt x="60066" y="160876"/>
                  <a:pt x="61982" y="148108"/>
                  <a:pt x="69011" y="139171"/>
                </a:cubicBezTo>
                <a:cubicBezTo>
                  <a:pt x="76040" y="131510"/>
                  <a:pt x="85625" y="127041"/>
                  <a:pt x="96488" y="127041"/>
                </a:cubicBezTo>
                <a:cubicBezTo>
                  <a:pt x="106712" y="127041"/>
                  <a:pt x="116936" y="131510"/>
                  <a:pt x="123326" y="139171"/>
                </a:cubicBezTo>
                <a:cubicBezTo>
                  <a:pt x="130355" y="148108"/>
                  <a:pt x="132272" y="160876"/>
                  <a:pt x="128438" y="176836"/>
                </a:cubicBezTo>
                <a:cubicBezTo>
                  <a:pt x="125882" y="186412"/>
                  <a:pt x="122048" y="195350"/>
                  <a:pt x="116936" y="203649"/>
                </a:cubicBezTo>
                <a:cubicBezTo>
                  <a:pt x="116297" y="208118"/>
                  <a:pt x="117575" y="212587"/>
                  <a:pt x="120770" y="215779"/>
                </a:cubicBezTo>
                <a:cubicBezTo>
                  <a:pt x="123326" y="217694"/>
                  <a:pt x="123965" y="222163"/>
                  <a:pt x="122048" y="224716"/>
                </a:cubicBezTo>
                <a:cubicBezTo>
                  <a:pt x="120131" y="227270"/>
                  <a:pt x="115658" y="227908"/>
                  <a:pt x="113102" y="225993"/>
                </a:cubicBezTo>
                <a:cubicBezTo>
                  <a:pt x="104156" y="218332"/>
                  <a:pt x="102239" y="203011"/>
                  <a:pt x="106712" y="195988"/>
                </a:cubicBezTo>
                <a:close/>
                <a:moveTo>
                  <a:pt x="250486" y="243868"/>
                </a:moveTo>
                <a:cubicBezTo>
                  <a:pt x="249208" y="246422"/>
                  <a:pt x="247291" y="247698"/>
                  <a:pt x="244735" y="247698"/>
                </a:cubicBezTo>
                <a:cubicBezTo>
                  <a:pt x="244096" y="247698"/>
                  <a:pt x="242818" y="247698"/>
                  <a:pt x="242179" y="247060"/>
                </a:cubicBezTo>
                <a:cubicBezTo>
                  <a:pt x="236428" y="244506"/>
                  <a:pt x="229399" y="243230"/>
                  <a:pt x="223009" y="243230"/>
                </a:cubicBezTo>
                <a:cubicBezTo>
                  <a:pt x="217258" y="243230"/>
                  <a:pt x="212146" y="242591"/>
                  <a:pt x="207034" y="240038"/>
                </a:cubicBezTo>
                <a:cubicBezTo>
                  <a:pt x="198088" y="235569"/>
                  <a:pt x="194893" y="222163"/>
                  <a:pt x="193615" y="218332"/>
                </a:cubicBezTo>
                <a:cubicBezTo>
                  <a:pt x="191698" y="212587"/>
                  <a:pt x="192337" y="206203"/>
                  <a:pt x="194893" y="201095"/>
                </a:cubicBezTo>
                <a:cubicBezTo>
                  <a:pt x="200644" y="192158"/>
                  <a:pt x="205117" y="182582"/>
                  <a:pt x="207034" y="171729"/>
                </a:cubicBezTo>
                <a:cubicBezTo>
                  <a:pt x="210868" y="155131"/>
                  <a:pt x="209590" y="143001"/>
                  <a:pt x="203839" y="135341"/>
                </a:cubicBezTo>
                <a:cubicBezTo>
                  <a:pt x="198088" y="129595"/>
                  <a:pt x="190420" y="125765"/>
                  <a:pt x="182113" y="125765"/>
                </a:cubicBezTo>
                <a:cubicBezTo>
                  <a:pt x="173806" y="125765"/>
                  <a:pt x="166138" y="128957"/>
                  <a:pt x="160387" y="135341"/>
                </a:cubicBezTo>
                <a:cubicBezTo>
                  <a:pt x="153997" y="143001"/>
                  <a:pt x="153358" y="155131"/>
                  <a:pt x="157192" y="171729"/>
                </a:cubicBezTo>
                <a:cubicBezTo>
                  <a:pt x="159748" y="181944"/>
                  <a:pt x="163582" y="192158"/>
                  <a:pt x="169972" y="201095"/>
                </a:cubicBezTo>
                <a:cubicBezTo>
                  <a:pt x="172528" y="206203"/>
                  <a:pt x="173167" y="212587"/>
                  <a:pt x="171250" y="218332"/>
                </a:cubicBezTo>
                <a:cubicBezTo>
                  <a:pt x="170611" y="222163"/>
                  <a:pt x="166777" y="234930"/>
                  <a:pt x="157832" y="240038"/>
                </a:cubicBezTo>
                <a:cubicBezTo>
                  <a:pt x="152720" y="242591"/>
                  <a:pt x="147607" y="243230"/>
                  <a:pt x="141857" y="243230"/>
                </a:cubicBezTo>
                <a:cubicBezTo>
                  <a:pt x="135467" y="243230"/>
                  <a:pt x="128438" y="244506"/>
                  <a:pt x="122687" y="247060"/>
                </a:cubicBezTo>
                <a:cubicBezTo>
                  <a:pt x="119492" y="248337"/>
                  <a:pt x="115658" y="247060"/>
                  <a:pt x="114380" y="243868"/>
                </a:cubicBezTo>
                <a:cubicBezTo>
                  <a:pt x="113102" y="240676"/>
                  <a:pt x="114380" y="236846"/>
                  <a:pt x="117575" y="235569"/>
                </a:cubicBezTo>
                <a:cubicBezTo>
                  <a:pt x="125243" y="232377"/>
                  <a:pt x="133550" y="230462"/>
                  <a:pt x="141857" y="230462"/>
                </a:cubicBezTo>
                <a:cubicBezTo>
                  <a:pt x="145690" y="230462"/>
                  <a:pt x="148885" y="229823"/>
                  <a:pt x="152080" y="228546"/>
                </a:cubicBezTo>
                <a:cubicBezTo>
                  <a:pt x="156553" y="225993"/>
                  <a:pt x="161027" y="211948"/>
                  <a:pt x="159748" y="208118"/>
                </a:cubicBezTo>
                <a:cubicBezTo>
                  <a:pt x="153358" y="197903"/>
                  <a:pt x="148247" y="187051"/>
                  <a:pt x="145690" y="174921"/>
                </a:cubicBezTo>
                <a:cubicBezTo>
                  <a:pt x="140579" y="154492"/>
                  <a:pt x="142496" y="138533"/>
                  <a:pt x="151442" y="127680"/>
                </a:cubicBezTo>
                <a:cubicBezTo>
                  <a:pt x="166777" y="110443"/>
                  <a:pt x="193615" y="108528"/>
                  <a:pt x="210868" y="124488"/>
                </a:cubicBezTo>
                <a:cubicBezTo>
                  <a:pt x="212146" y="125765"/>
                  <a:pt x="213424" y="127041"/>
                  <a:pt x="214063" y="127680"/>
                </a:cubicBezTo>
                <a:cubicBezTo>
                  <a:pt x="223009" y="138533"/>
                  <a:pt x="224926" y="154492"/>
                  <a:pt x="219814" y="174921"/>
                </a:cubicBezTo>
                <a:cubicBezTo>
                  <a:pt x="217258" y="187051"/>
                  <a:pt x="212146" y="198542"/>
                  <a:pt x="205117" y="208756"/>
                </a:cubicBezTo>
                <a:cubicBezTo>
                  <a:pt x="203839" y="211948"/>
                  <a:pt x="208312" y="225993"/>
                  <a:pt x="212785" y="228546"/>
                </a:cubicBezTo>
                <a:cubicBezTo>
                  <a:pt x="215980" y="229823"/>
                  <a:pt x="219814" y="230462"/>
                  <a:pt x="223009" y="230462"/>
                </a:cubicBezTo>
                <a:cubicBezTo>
                  <a:pt x="231316" y="230462"/>
                  <a:pt x="239623" y="232377"/>
                  <a:pt x="247291" y="235569"/>
                </a:cubicBezTo>
                <a:cubicBezTo>
                  <a:pt x="251124" y="236846"/>
                  <a:pt x="252403" y="240676"/>
                  <a:pt x="250486" y="243868"/>
                </a:cubicBezTo>
                <a:close/>
                <a:moveTo>
                  <a:pt x="314385" y="234930"/>
                </a:moveTo>
                <a:cubicBezTo>
                  <a:pt x="313107" y="234930"/>
                  <a:pt x="311829" y="234292"/>
                  <a:pt x="311190" y="233654"/>
                </a:cubicBezTo>
                <a:cubicBezTo>
                  <a:pt x="307356" y="231738"/>
                  <a:pt x="302883" y="230462"/>
                  <a:pt x="298410" y="230462"/>
                </a:cubicBezTo>
                <a:cubicBezTo>
                  <a:pt x="293298" y="229823"/>
                  <a:pt x="288186" y="228546"/>
                  <a:pt x="283074" y="225993"/>
                </a:cubicBezTo>
                <a:cubicBezTo>
                  <a:pt x="272850" y="218332"/>
                  <a:pt x="270294" y="203011"/>
                  <a:pt x="275406" y="195988"/>
                </a:cubicBezTo>
                <a:cubicBezTo>
                  <a:pt x="279879" y="188966"/>
                  <a:pt x="283074" y="181944"/>
                  <a:pt x="284991" y="173644"/>
                </a:cubicBezTo>
                <a:cubicBezTo>
                  <a:pt x="288186" y="161515"/>
                  <a:pt x="286908" y="152577"/>
                  <a:pt x="282435" y="146832"/>
                </a:cubicBezTo>
                <a:cubicBezTo>
                  <a:pt x="277962" y="142363"/>
                  <a:pt x="271572" y="139171"/>
                  <a:pt x="265182" y="139171"/>
                </a:cubicBezTo>
                <a:lnTo>
                  <a:pt x="265182" y="139171"/>
                </a:lnTo>
                <a:cubicBezTo>
                  <a:pt x="258792" y="139171"/>
                  <a:pt x="252403" y="141724"/>
                  <a:pt x="247929" y="146832"/>
                </a:cubicBezTo>
                <a:cubicBezTo>
                  <a:pt x="243456" y="152577"/>
                  <a:pt x="242818" y="161515"/>
                  <a:pt x="245374" y="173644"/>
                </a:cubicBezTo>
                <a:cubicBezTo>
                  <a:pt x="247291" y="181305"/>
                  <a:pt x="250486" y="188966"/>
                  <a:pt x="254959" y="195988"/>
                </a:cubicBezTo>
                <a:cubicBezTo>
                  <a:pt x="260071" y="203011"/>
                  <a:pt x="257514" y="218971"/>
                  <a:pt x="247929" y="225993"/>
                </a:cubicBezTo>
                <a:cubicBezTo>
                  <a:pt x="245374" y="227908"/>
                  <a:pt x="240901" y="227270"/>
                  <a:pt x="238984" y="224716"/>
                </a:cubicBezTo>
                <a:cubicBezTo>
                  <a:pt x="237067" y="222163"/>
                  <a:pt x="237706" y="217694"/>
                  <a:pt x="240261" y="215779"/>
                </a:cubicBezTo>
                <a:cubicBezTo>
                  <a:pt x="243456" y="212587"/>
                  <a:pt x="245374" y="208118"/>
                  <a:pt x="244096" y="203649"/>
                </a:cubicBezTo>
                <a:cubicBezTo>
                  <a:pt x="238984" y="195350"/>
                  <a:pt x="235150" y="186412"/>
                  <a:pt x="232594" y="177475"/>
                </a:cubicBezTo>
                <a:cubicBezTo>
                  <a:pt x="228760" y="161515"/>
                  <a:pt x="230677" y="148747"/>
                  <a:pt x="237706" y="139809"/>
                </a:cubicBezTo>
                <a:cubicBezTo>
                  <a:pt x="244735" y="132149"/>
                  <a:pt x="254319" y="127680"/>
                  <a:pt x="265182" y="127680"/>
                </a:cubicBezTo>
                <a:cubicBezTo>
                  <a:pt x="275406" y="127680"/>
                  <a:pt x="285630" y="132149"/>
                  <a:pt x="292020" y="139809"/>
                </a:cubicBezTo>
                <a:cubicBezTo>
                  <a:pt x="299049" y="148747"/>
                  <a:pt x="300966" y="161515"/>
                  <a:pt x="297132" y="177475"/>
                </a:cubicBezTo>
                <a:cubicBezTo>
                  <a:pt x="294576" y="187051"/>
                  <a:pt x="290742" y="195988"/>
                  <a:pt x="285630" y="204287"/>
                </a:cubicBezTo>
                <a:cubicBezTo>
                  <a:pt x="284991" y="208756"/>
                  <a:pt x="286269" y="213225"/>
                  <a:pt x="290103" y="216417"/>
                </a:cubicBezTo>
                <a:cubicBezTo>
                  <a:pt x="293298" y="217694"/>
                  <a:pt x="296493" y="218332"/>
                  <a:pt x="299688" y="218332"/>
                </a:cubicBezTo>
                <a:cubicBezTo>
                  <a:pt x="306078" y="218971"/>
                  <a:pt x="311829" y="220247"/>
                  <a:pt x="316941" y="223439"/>
                </a:cubicBezTo>
                <a:cubicBezTo>
                  <a:pt x="320136" y="225355"/>
                  <a:pt x="320775" y="229185"/>
                  <a:pt x="318858" y="232377"/>
                </a:cubicBezTo>
                <a:cubicBezTo>
                  <a:pt x="318858" y="233654"/>
                  <a:pt x="316302" y="234930"/>
                  <a:pt x="314385" y="234930"/>
                </a:cubicBezTo>
                <a:lnTo>
                  <a:pt x="314385" y="234930"/>
                </a:lnTo>
                <a:close/>
              </a:path>
            </a:pathLst>
          </a:custGeom>
          <a:solidFill>
            <a:srgbClr val="00ABAB"/>
          </a:solidFill>
          <a:ln w="6390" cap="flat">
            <a:noFill/>
            <a:prstDash val="solid"/>
            <a:miter/>
          </a:ln>
        </p:spPr>
        <p:txBody>
          <a:bodyPr rtlCol="0" anchor="ctr"/>
          <a:lstStyle/>
          <a:p>
            <a:endParaRPr lang="en-US"/>
          </a:p>
        </p:txBody>
      </p:sp>
      <p:grpSp>
        <p:nvGrpSpPr>
          <p:cNvPr id="535" name="Graphic 4">
            <a:extLst>
              <a:ext uri="{FF2B5EF4-FFF2-40B4-BE49-F238E27FC236}">
                <a16:creationId xmlns:a16="http://schemas.microsoft.com/office/drawing/2014/main" id="{36242968-4B03-9E41-A1CD-0D7D49222BDB}"/>
              </a:ext>
            </a:extLst>
          </p:cNvPr>
          <p:cNvGrpSpPr>
            <a:grpSpLocks noChangeAspect="1"/>
          </p:cNvGrpSpPr>
          <p:nvPr/>
        </p:nvGrpSpPr>
        <p:grpSpPr>
          <a:xfrm>
            <a:off x="4045469" y="2371173"/>
            <a:ext cx="362309" cy="361971"/>
            <a:chOff x="4045469" y="2371173"/>
            <a:chExt cx="362309" cy="361971"/>
          </a:xfrm>
          <a:solidFill>
            <a:srgbClr val="00ABAB"/>
          </a:solidFill>
        </p:grpSpPr>
        <p:sp>
          <p:nvSpPr>
            <p:cNvPr id="536" name="Graphic 4">
              <a:extLst>
                <a:ext uri="{FF2B5EF4-FFF2-40B4-BE49-F238E27FC236}">
                  <a16:creationId xmlns:a16="http://schemas.microsoft.com/office/drawing/2014/main" id="{E4A0C44C-A87A-0948-8C29-9A0D55459278}"/>
                </a:ext>
              </a:extLst>
            </p:cNvPr>
            <p:cNvSpPr/>
            <p:nvPr/>
          </p:nvSpPr>
          <p:spPr>
            <a:xfrm>
              <a:off x="4201383" y="2508429"/>
              <a:ext cx="51119" cy="26812"/>
            </a:xfrm>
            <a:custGeom>
              <a:avLst/>
              <a:gdLst>
                <a:gd name="connsiteX0" fmla="*/ 0 w 51119"/>
                <a:gd name="connsiteY0" fmla="*/ 0 h 26812"/>
                <a:gd name="connsiteX1" fmla="*/ 51119 w 51119"/>
                <a:gd name="connsiteY1" fmla="*/ 0 h 26812"/>
                <a:gd name="connsiteX2" fmla="*/ 51119 w 51119"/>
                <a:gd name="connsiteY2" fmla="*/ 26813 h 26812"/>
                <a:gd name="connsiteX3" fmla="*/ 0 w 51119"/>
                <a:gd name="connsiteY3" fmla="*/ 26813 h 26812"/>
              </a:gdLst>
              <a:ahLst/>
              <a:cxnLst>
                <a:cxn ang="0">
                  <a:pos x="connsiteX0" y="connsiteY0"/>
                </a:cxn>
                <a:cxn ang="0">
                  <a:pos x="connsiteX1" y="connsiteY1"/>
                </a:cxn>
                <a:cxn ang="0">
                  <a:pos x="connsiteX2" y="connsiteY2"/>
                </a:cxn>
                <a:cxn ang="0">
                  <a:pos x="connsiteX3" y="connsiteY3"/>
                </a:cxn>
              </a:cxnLst>
              <a:rect l="l" t="t" r="r" b="b"/>
              <a:pathLst>
                <a:path w="51119" h="26812">
                  <a:moveTo>
                    <a:pt x="0" y="0"/>
                  </a:moveTo>
                  <a:lnTo>
                    <a:pt x="51119" y="0"/>
                  </a:lnTo>
                  <a:lnTo>
                    <a:pt x="51119" y="26813"/>
                  </a:lnTo>
                  <a:lnTo>
                    <a:pt x="0" y="26813"/>
                  </a:lnTo>
                  <a:close/>
                </a:path>
              </a:pathLst>
            </a:custGeom>
            <a:solidFill>
              <a:srgbClr val="00ABAB"/>
            </a:solidFill>
            <a:ln w="6390" cap="flat">
              <a:noFill/>
              <a:prstDash val="solid"/>
              <a:miter/>
            </a:ln>
          </p:spPr>
          <p:txBody>
            <a:bodyPr rtlCol="0" anchor="ctr"/>
            <a:lstStyle/>
            <a:p>
              <a:endParaRPr lang="en-US"/>
            </a:p>
          </p:txBody>
        </p:sp>
        <p:sp>
          <p:nvSpPr>
            <p:cNvPr id="537" name="Graphic 4">
              <a:extLst>
                <a:ext uri="{FF2B5EF4-FFF2-40B4-BE49-F238E27FC236}">
                  <a16:creationId xmlns:a16="http://schemas.microsoft.com/office/drawing/2014/main" id="{202CD5A5-5ED4-554E-8DCF-CD3BCEAAC0B2}"/>
                </a:ext>
              </a:extLst>
            </p:cNvPr>
            <p:cNvSpPr/>
            <p:nvPr/>
          </p:nvSpPr>
          <p:spPr>
            <a:xfrm>
              <a:off x="4217358" y="2449058"/>
              <a:ext cx="19169" cy="19151"/>
            </a:xfrm>
            <a:custGeom>
              <a:avLst/>
              <a:gdLst>
                <a:gd name="connsiteX0" fmla="*/ 9585 w 19169"/>
                <a:gd name="connsiteY0" fmla="*/ 19152 h 19151"/>
                <a:gd name="connsiteX1" fmla="*/ 19170 w 19169"/>
                <a:gd name="connsiteY1" fmla="*/ 9576 h 19151"/>
                <a:gd name="connsiteX2" fmla="*/ 9585 w 19169"/>
                <a:gd name="connsiteY2" fmla="*/ 0 h 19151"/>
                <a:gd name="connsiteX3" fmla="*/ 0 w 19169"/>
                <a:gd name="connsiteY3" fmla="*/ 9576 h 19151"/>
                <a:gd name="connsiteX4" fmla="*/ 9585 w 19169"/>
                <a:gd name="connsiteY4" fmla="*/ 19152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9585" y="19152"/>
                  </a:moveTo>
                  <a:cubicBezTo>
                    <a:pt x="14697" y="19152"/>
                    <a:pt x="19170" y="14683"/>
                    <a:pt x="19170" y="9576"/>
                  </a:cubicBezTo>
                  <a:cubicBezTo>
                    <a:pt x="19170" y="4469"/>
                    <a:pt x="14697" y="0"/>
                    <a:pt x="9585" y="0"/>
                  </a:cubicBezTo>
                  <a:cubicBezTo>
                    <a:pt x="4473" y="0"/>
                    <a:pt x="0" y="4469"/>
                    <a:pt x="0" y="9576"/>
                  </a:cubicBezTo>
                  <a:cubicBezTo>
                    <a:pt x="0" y="14683"/>
                    <a:pt x="4473" y="19152"/>
                    <a:pt x="9585" y="19152"/>
                  </a:cubicBezTo>
                  <a:close/>
                </a:path>
              </a:pathLst>
            </a:custGeom>
            <a:solidFill>
              <a:srgbClr val="00ABAB"/>
            </a:solidFill>
            <a:ln w="6390" cap="flat">
              <a:noFill/>
              <a:prstDash val="solid"/>
              <a:miter/>
            </a:ln>
          </p:spPr>
          <p:txBody>
            <a:bodyPr rtlCol="0" anchor="ctr"/>
            <a:lstStyle/>
            <a:p>
              <a:endParaRPr lang="en-US"/>
            </a:p>
          </p:txBody>
        </p:sp>
        <p:sp>
          <p:nvSpPr>
            <p:cNvPr id="538" name="Graphic 4">
              <a:extLst>
                <a:ext uri="{FF2B5EF4-FFF2-40B4-BE49-F238E27FC236}">
                  <a16:creationId xmlns:a16="http://schemas.microsoft.com/office/drawing/2014/main" id="{94B8538F-C9A7-0C40-B870-9C43CBF27F4E}"/>
                </a:ext>
              </a:extLst>
            </p:cNvPr>
            <p:cNvSpPr/>
            <p:nvPr/>
          </p:nvSpPr>
          <p:spPr>
            <a:xfrm>
              <a:off x="4181574" y="2548648"/>
              <a:ext cx="91376" cy="106612"/>
            </a:xfrm>
            <a:custGeom>
              <a:avLst/>
              <a:gdLst>
                <a:gd name="connsiteX0" fmla="*/ 77318 w 91376"/>
                <a:gd name="connsiteY0" fmla="*/ 0 h 106612"/>
                <a:gd name="connsiteX1" fmla="*/ 3834 w 91376"/>
                <a:gd name="connsiteY1" fmla="*/ 0 h 106612"/>
                <a:gd name="connsiteX2" fmla="*/ 3834 w 91376"/>
                <a:gd name="connsiteY2" fmla="*/ 97036 h 106612"/>
                <a:gd name="connsiteX3" fmla="*/ 3195 w 91376"/>
                <a:gd name="connsiteY3" fmla="*/ 100228 h 106612"/>
                <a:gd name="connsiteX4" fmla="*/ 0 w 91376"/>
                <a:gd name="connsiteY4" fmla="*/ 106612 h 106612"/>
                <a:gd name="connsiteX5" fmla="*/ 91376 w 91376"/>
                <a:gd name="connsiteY5" fmla="*/ 106612 h 106612"/>
                <a:gd name="connsiteX6" fmla="*/ 88181 w 91376"/>
                <a:gd name="connsiteY6" fmla="*/ 100228 h 106612"/>
                <a:gd name="connsiteX7" fmla="*/ 87542 w 91376"/>
                <a:gd name="connsiteY7" fmla="*/ 97036 h 106612"/>
                <a:gd name="connsiteX8" fmla="*/ 87542 w 91376"/>
                <a:gd name="connsiteY8" fmla="*/ 0 h 106612"/>
                <a:gd name="connsiteX9" fmla="*/ 77318 w 91376"/>
                <a:gd name="connsiteY9" fmla="*/ 0 h 106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1376" h="106612">
                  <a:moveTo>
                    <a:pt x="77318" y="0"/>
                  </a:moveTo>
                  <a:lnTo>
                    <a:pt x="3834" y="0"/>
                  </a:lnTo>
                  <a:lnTo>
                    <a:pt x="3834" y="97036"/>
                  </a:lnTo>
                  <a:cubicBezTo>
                    <a:pt x="3834" y="98313"/>
                    <a:pt x="3834" y="98952"/>
                    <a:pt x="3195" y="100228"/>
                  </a:cubicBezTo>
                  <a:lnTo>
                    <a:pt x="0" y="106612"/>
                  </a:lnTo>
                  <a:lnTo>
                    <a:pt x="91376" y="106612"/>
                  </a:lnTo>
                  <a:lnTo>
                    <a:pt x="88181" y="100228"/>
                  </a:lnTo>
                  <a:cubicBezTo>
                    <a:pt x="87542" y="99590"/>
                    <a:pt x="87542" y="98313"/>
                    <a:pt x="87542" y="97036"/>
                  </a:cubicBezTo>
                  <a:lnTo>
                    <a:pt x="87542" y="0"/>
                  </a:lnTo>
                  <a:lnTo>
                    <a:pt x="77318" y="0"/>
                  </a:lnTo>
                  <a:close/>
                </a:path>
              </a:pathLst>
            </a:custGeom>
            <a:solidFill>
              <a:srgbClr val="00ABAB"/>
            </a:solidFill>
            <a:ln w="6390" cap="flat">
              <a:noFill/>
              <a:prstDash val="solid"/>
              <a:miter/>
            </a:ln>
          </p:spPr>
          <p:txBody>
            <a:bodyPr rtlCol="0" anchor="ctr"/>
            <a:lstStyle/>
            <a:p>
              <a:endParaRPr lang="en-US"/>
            </a:p>
          </p:txBody>
        </p:sp>
        <p:sp>
          <p:nvSpPr>
            <p:cNvPr id="539" name="Graphic 4">
              <a:extLst>
                <a:ext uri="{FF2B5EF4-FFF2-40B4-BE49-F238E27FC236}">
                  <a16:creationId xmlns:a16="http://schemas.microsoft.com/office/drawing/2014/main" id="{C40EFC27-67D0-AE4D-8577-0FA1EB00E0DE}"/>
                </a:ext>
              </a:extLst>
            </p:cNvPr>
            <p:cNvSpPr/>
            <p:nvPr/>
          </p:nvSpPr>
          <p:spPr>
            <a:xfrm>
              <a:off x="4045469" y="237117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65117 h 361971"/>
                <a:gd name="connsiteX7" fmla="*/ 203839 w 362309"/>
                <a:gd name="connsiteY7" fmla="*/ 87461 h 361971"/>
                <a:gd name="connsiteX8" fmla="*/ 181474 w 362309"/>
                <a:gd name="connsiteY8" fmla="*/ 109805 h 361971"/>
                <a:gd name="connsiteX9" fmla="*/ 159110 w 362309"/>
                <a:gd name="connsiteY9" fmla="*/ 87461 h 361971"/>
                <a:gd name="connsiteX10" fmla="*/ 181474 w 362309"/>
                <a:gd name="connsiteY10" fmla="*/ 65117 h 361971"/>
                <a:gd name="connsiteX11" fmla="*/ 181474 w 362309"/>
                <a:gd name="connsiteY11" fmla="*/ 65117 h 361971"/>
                <a:gd name="connsiteX12" fmla="*/ 242818 w 362309"/>
                <a:gd name="connsiteY12" fmla="*/ 287918 h 361971"/>
                <a:gd name="connsiteX13" fmla="*/ 242818 w 362309"/>
                <a:gd name="connsiteY13" fmla="*/ 287918 h 361971"/>
                <a:gd name="connsiteX14" fmla="*/ 243457 w 362309"/>
                <a:gd name="connsiteY14" fmla="*/ 289195 h 361971"/>
                <a:gd name="connsiteX15" fmla="*/ 243457 w 362309"/>
                <a:gd name="connsiteY15" fmla="*/ 290471 h 361971"/>
                <a:gd name="connsiteX16" fmla="*/ 243457 w 362309"/>
                <a:gd name="connsiteY16" fmla="*/ 290471 h 361971"/>
                <a:gd name="connsiteX17" fmla="*/ 243457 w 362309"/>
                <a:gd name="connsiteY17" fmla="*/ 291110 h 361971"/>
                <a:gd name="connsiteX18" fmla="*/ 243457 w 362309"/>
                <a:gd name="connsiteY18" fmla="*/ 292387 h 361971"/>
                <a:gd name="connsiteX19" fmla="*/ 242818 w 362309"/>
                <a:gd name="connsiteY19" fmla="*/ 293663 h 361971"/>
                <a:gd name="connsiteX20" fmla="*/ 242179 w 362309"/>
                <a:gd name="connsiteY20" fmla="*/ 294940 h 361971"/>
                <a:gd name="connsiteX21" fmla="*/ 240901 w 362309"/>
                <a:gd name="connsiteY21" fmla="*/ 295579 h 361971"/>
                <a:gd name="connsiteX22" fmla="*/ 240262 w 362309"/>
                <a:gd name="connsiteY22" fmla="*/ 296217 h 361971"/>
                <a:gd name="connsiteX23" fmla="*/ 240262 w 362309"/>
                <a:gd name="connsiteY23" fmla="*/ 296217 h 361971"/>
                <a:gd name="connsiteX24" fmla="*/ 237706 w 362309"/>
                <a:gd name="connsiteY24" fmla="*/ 296855 h 361971"/>
                <a:gd name="connsiteX25" fmla="*/ 125243 w 362309"/>
                <a:gd name="connsiteY25" fmla="*/ 296855 h 361971"/>
                <a:gd name="connsiteX26" fmla="*/ 123965 w 362309"/>
                <a:gd name="connsiteY26" fmla="*/ 296855 h 361971"/>
                <a:gd name="connsiteX27" fmla="*/ 122687 w 362309"/>
                <a:gd name="connsiteY27" fmla="*/ 296855 h 361971"/>
                <a:gd name="connsiteX28" fmla="*/ 122687 w 362309"/>
                <a:gd name="connsiteY28" fmla="*/ 296855 h 361971"/>
                <a:gd name="connsiteX29" fmla="*/ 122048 w 362309"/>
                <a:gd name="connsiteY29" fmla="*/ 296217 h 361971"/>
                <a:gd name="connsiteX30" fmla="*/ 120770 w 362309"/>
                <a:gd name="connsiteY30" fmla="*/ 294940 h 361971"/>
                <a:gd name="connsiteX31" fmla="*/ 120131 w 362309"/>
                <a:gd name="connsiteY31" fmla="*/ 293663 h 361971"/>
                <a:gd name="connsiteX32" fmla="*/ 119492 w 362309"/>
                <a:gd name="connsiteY32" fmla="*/ 292387 h 361971"/>
                <a:gd name="connsiteX33" fmla="*/ 119492 w 362309"/>
                <a:gd name="connsiteY33" fmla="*/ 291110 h 361971"/>
                <a:gd name="connsiteX34" fmla="*/ 119492 w 362309"/>
                <a:gd name="connsiteY34" fmla="*/ 290471 h 361971"/>
                <a:gd name="connsiteX35" fmla="*/ 119492 w 362309"/>
                <a:gd name="connsiteY35" fmla="*/ 290471 h 361971"/>
                <a:gd name="connsiteX36" fmla="*/ 119492 w 362309"/>
                <a:gd name="connsiteY36" fmla="*/ 289195 h 361971"/>
                <a:gd name="connsiteX37" fmla="*/ 120131 w 362309"/>
                <a:gd name="connsiteY37" fmla="*/ 287918 h 361971"/>
                <a:gd name="connsiteX38" fmla="*/ 120131 w 362309"/>
                <a:gd name="connsiteY38" fmla="*/ 287918 h 361971"/>
                <a:gd name="connsiteX39" fmla="*/ 127799 w 362309"/>
                <a:gd name="connsiteY39" fmla="*/ 273235 h 361971"/>
                <a:gd name="connsiteX40" fmla="*/ 127799 w 362309"/>
                <a:gd name="connsiteY40" fmla="*/ 177475 h 361971"/>
                <a:gd name="connsiteX41" fmla="*/ 126521 w 362309"/>
                <a:gd name="connsiteY41" fmla="*/ 177475 h 361971"/>
                <a:gd name="connsiteX42" fmla="*/ 120131 w 362309"/>
                <a:gd name="connsiteY42" fmla="*/ 171091 h 361971"/>
                <a:gd name="connsiteX43" fmla="*/ 126521 w 362309"/>
                <a:gd name="connsiteY43" fmla="*/ 164707 h 361971"/>
                <a:gd name="connsiteX44" fmla="*/ 144413 w 362309"/>
                <a:gd name="connsiteY44" fmla="*/ 164707 h 361971"/>
                <a:gd name="connsiteX45" fmla="*/ 144413 w 362309"/>
                <a:gd name="connsiteY45" fmla="*/ 131510 h 361971"/>
                <a:gd name="connsiteX46" fmla="*/ 150803 w 362309"/>
                <a:gd name="connsiteY46" fmla="*/ 125126 h 361971"/>
                <a:gd name="connsiteX47" fmla="*/ 214702 w 362309"/>
                <a:gd name="connsiteY47" fmla="*/ 125126 h 361971"/>
                <a:gd name="connsiteX48" fmla="*/ 221092 w 362309"/>
                <a:gd name="connsiteY48" fmla="*/ 131510 h 361971"/>
                <a:gd name="connsiteX49" fmla="*/ 221092 w 362309"/>
                <a:gd name="connsiteY49" fmla="*/ 164707 h 361971"/>
                <a:gd name="connsiteX50" fmla="*/ 238984 w 362309"/>
                <a:gd name="connsiteY50" fmla="*/ 164707 h 361971"/>
                <a:gd name="connsiteX51" fmla="*/ 245374 w 362309"/>
                <a:gd name="connsiteY51" fmla="*/ 171091 h 361971"/>
                <a:gd name="connsiteX52" fmla="*/ 238984 w 362309"/>
                <a:gd name="connsiteY52" fmla="*/ 177475 h 361971"/>
                <a:gd name="connsiteX53" fmla="*/ 235789 w 362309"/>
                <a:gd name="connsiteY53" fmla="*/ 177475 h 361971"/>
                <a:gd name="connsiteX54" fmla="*/ 235789 w 362309"/>
                <a:gd name="connsiteY54" fmla="*/ 273235 h 361971"/>
                <a:gd name="connsiteX55" fmla="*/ 242818 w 362309"/>
                <a:gd name="connsiteY55" fmla="*/ 28791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181474" y="65117"/>
                  </a:moveTo>
                  <a:cubicBezTo>
                    <a:pt x="193615" y="65117"/>
                    <a:pt x="203839" y="75331"/>
                    <a:pt x="203839" y="87461"/>
                  </a:cubicBezTo>
                  <a:cubicBezTo>
                    <a:pt x="203839" y="99590"/>
                    <a:pt x="193615" y="109805"/>
                    <a:pt x="181474" y="109805"/>
                  </a:cubicBezTo>
                  <a:cubicBezTo>
                    <a:pt x="169333" y="109805"/>
                    <a:pt x="159110" y="99590"/>
                    <a:pt x="159110" y="87461"/>
                  </a:cubicBezTo>
                  <a:cubicBezTo>
                    <a:pt x="159110" y="74693"/>
                    <a:pt x="169333" y="65117"/>
                    <a:pt x="181474" y="65117"/>
                  </a:cubicBezTo>
                  <a:lnTo>
                    <a:pt x="181474" y="65117"/>
                  </a:lnTo>
                  <a:close/>
                  <a:moveTo>
                    <a:pt x="242818" y="287918"/>
                  </a:moveTo>
                  <a:lnTo>
                    <a:pt x="242818" y="287918"/>
                  </a:lnTo>
                  <a:cubicBezTo>
                    <a:pt x="242818" y="288556"/>
                    <a:pt x="242818" y="288556"/>
                    <a:pt x="243457" y="289195"/>
                  </a:cubicBezTo>
                  <a:cubicBezTo>
                    <a:pt x="243457" y="289833"/>
                    <a:pt x="243457" y="289833"/>
                    <a:pt x="243457" y="290471"/>
                  </a:cubicBezTo>
                  <a:lnTo>
                    <a:pt x="243457" y="290471"/>
                  </a:lnTo>
                  <a:cubicBezTo>
                    <a:pt x="243457" y="290471"/>
                    <a:pt x="243457" y="291110"/>
                    <a:pt x="243457" y="291110"/>
                  </a:cubicBezTo>
                  <a:cubicBezTo>
                    <a:pt x="243457" y="291748"/>
                    <a:pt x="243457" y="291748"/>
                    <a:pt x="243457" y="292387"/>
                  </a:cubicBezTo>
                  <a:cubicBezTo>
                    <a:pt x="243457" y="293025"/>
                    <a:pt x="242818" y="293025"/>
                    <a:pt x="242818" y="293663"/>
                  </a:cubicBezTo>
                  <a:cubicBezTo>
                    <a:pt x="242818" y="294302"/>
                    <a:pt x="242179" y="294302"/>
                    <a:pt x="242179" y="294940"/>
                  </a:cubicBezTo>
                  <a:cubicBezTo>
                    <a:pt x="241540" y="294940"/>
                    <a:pt x="241540" y="295579"/>
                    <a:pt x="240901" y="295579"/>
                  </a:cubicBezTo>
                  <a:lnTo>
                    <a:pt x="240262" y="296217"/>
                  </a:lnTo>
                  <a:lnTo>
                    <a:pt x="240262" y="296217"/>
                  </a:lnTo>
                  <a:cubicBezTo>
                    <a:pt x="239623" y="296855"/>
                    <a:pt x="238345" y="296855"/>
                    <a:pt x="237706" y="296855"/>
                  </a:cubicBezTo>
                  <a:lnTo>
                    <a:pt x="125243" y="296855"/>
                  </a:lnTo>
                  <a:lnTo>
                    <a:pt x="123965" y="296855"/>
                  </a:lnTo>
                  <a:lnTo>
                    <a:pt x="122687" y="296855"/>
                  </a:lnTo>
                  <a:lnTo>
                    <a:pt x="122687" y="296855"/>
                  </a:lnTo>
                  <a:lnTo>
                    <a:pt x="122048" y="296217"/>
                  </a:lnTo>
                  <a:cubicBezTo>
                    <a:pt x="121409" y="296217"/>
                    <a:pt x="120770" y="295579"/>
                    <a:pt x="120770" y="294940"/>
                  </a:cubicBezTo>
                  <a:lnTo>
                    <a:pt x="120131" y="293663"/>
                  </a:lnTo>
                  <a:cubicBezTo>
                    <a:pt x="120131" y="293025"/>
                    <a:pt x="119492" y="293025"/>
                    <a:pt x="119492" y="292387"/>
                  </a:cubicBezTo>
                  <a:cubicBezTo>
                    <a:pt x="119492" y="291748"/>
                    <a:pt x="119492" y="291748"/>
                    <a:pt x="119492" y="291110"/>
                  </a:cubicBezTo>
                  <a:cubicBezTo>
                    <a:pt x="119492" y="291110"/>
                    <a:pt x="119492" y="290471"/>
                    <a:pt x="119492" y="290471"/>
                  </a:cubicBezTo>
                  <a:lnTo>
                    <a:pt x="119492" y="290471"/>
                  </a:lnTo>
                  <a:cubicBezTo>
                    <a:pt x="119492" y="289833"/>
                    <a:pt x="119492" y="289833"/>
                    <a:pt x="119492" y="289195"/>
                  </a:cubicBezTo>
                  <a:cubicBezTo>
                    <a:pt x="119492" y="288556"/>
                    <a:pt x="119492" y="288556"/>
                    <a:pt x="120131" y="287918"/>
                  </a:cubicBezTo>
                  <a:lnTo>
                    <a:pt x="120131" y="287918"/>
                  </a:lnTo>
                  <a:lnTo>
                    <a:pt x="127799" y="273235"/>
                  </a:lnTo>
                  <a:lnTo>
                    <a:pt x="127799" y="177475"/>
                  </a:lnTo>
                  <a:lnTo>
                    <a:pt x="126521" y="177475"/>
                  </a:lnTo>
                  <a:cubicBezTo>
                    <a:pt x="122687" y="177475"/>
                    <a:pt x="120131" y="174921"/>
                    <a:pt x="120131" y="171091"/>
                  </a:cubicBezTo>
                  <a:cubicBezTo>
                    <a:pt x="120131" y="167260"/>
                    <a:pt x="122687" y="164707"/>
                    <a:pt x="126521" y="164707"/>
                  </a:cubicBezTo>
                  <a:lnTo>
                    <a:pt x="144413" y="164707"/>
                  </a:lnTo>
                  <a:lnTo>
                    <a:pt x="144413" y="131510"/>
                  </a:lnTo>
                  <a:cubicBezTo>
                    <a:pt x="144413" y="127680"/>
                    <a:pt x="146969" y="125126"/>
                    <a:pt x="150803" y="125126"/>
                  </a:cubicBezTo>
                  <a:lnTo>
                    <a:pt x="214702" y="125126"/>
                  </a:lnTo>
                  <a:cubicBezTo>
                    <a:pt x="218536" y="125126"/>
                    <a:pt x="221092" y="127680"/>
                    <a:pt x="221092" y="131510"/>
                  </a:cubicBezTo>
                  <a:lnTo>
                    <a:pt x="221092" y="164707"/>
                  </a:lnTo>
                  <a:lnTo>
                    <a:pt x="238984" y="164707"/>
                  </a:lnTo>
                  <a:cubicBezTo>
                    <a:pt x="242818" y="164707"/>
                    <a:pt x="245374" y="167260"/>
                    <a:pt x="245374" y="171091"/>
                  </a:cubicBezTo>
                  <a:cubicBezTo>
                    <a:pt x="245374" y="174921"/>
                    <a:pt x="242818" y="177475"/>
                    <a:pt x="238984" y="177475"/>
                  </a:cubicBezTo>
                  <a:lnTo>
                    <a:pt x="235789" y="177475"/>
                  </a:lnTo>
                  <a:lnTo>
                    <a:pt x="235789" y="273235"/>
                  </a:lnTo>
                  <a:lnTo>
                    <a:pt x="242818" y="287918"/>
                  </a:lnTo>
                  <a:close/>
                </a:path>
              </a:pathLst>
            </a:custGeom>
            <a:solidFill>
              <a:srgbClr val="00ABAB"/>
            </a:solidFill>
            <a:ln w="6390" cap="flat">
              <a:noFill/>
              <a:prstDash val="solid"/>
              <a:miter/>
            </a:ln>
          </p:spPr>
          <p:txBody>
            <a:bodyPr rtlCol="0" anchor="ctr"/>
            <a:lstStyle/>
            <a:p>
              <a:endParaRPr lang="en-US"/>
            </a:p>
          </p:txBody>
        </p:sp>
      </p:grpSp>
      <p:grpSp>
        <p:nvGrpSpPr>
          <p:cNvPr id="540" name="Graphic 4">
            <a:extLst>
              <a:ext uri="{FF2B5EF4-FFF2-40B4-BE49-F238E27FC236}">
                <a16:creationId xmlns:a16="http://schemas.microsoft.com/office/drawing/2014/main" id="{32F9BB7F-FDD1-D44C-858D-9B44DAA92795}"/>
              </a:ext>
            </a:extLst>
          </p:cNvPr>
          <p:cNvGrpSpPr>
            <a:grpSpLocks noChangeAspect="1"/>
          </p:cNvGrpSpPr>
          <p:nvPr/>
        </p:nvGrpSpPr>
        <p:grpSpPr>
          <a:xfrm>
            <a:off x="905454" y="1402723"/>
            <a:ext cx="362309" cy="361971"/>
            <a:chOff x="905454" y="1402723"/>
            <a:chExt cx="362309" cy="361971"/>
          </a:xfrm>
          <a:solidFill>
            <a:srgbClr val="007680"/>
          </a:solidFill>
        </p:grpSpPr>
        <p:sp>
          <p:nvSpPr>
            <p:cNvPr id="541" name="Graphic 4">
              <a:extLst>
                <a:ext uri="{FF2B5EF4-FFF2-40B4-BE49-F238E27FC236}">
                  <a16:creationId xmlns:a16="http://schemas.microsoft.com/office/drawing/2014/main" id="{4AEF6283-7526-6341-9738-B1265DC8B3CA}"/>
                </a:ext>
              </a:extLst>
            </p:cNvPr>
            <p:cNvSpPr/>
            <p:nvPr/>
          </p:nvSpPr>
          <p:spPr>
            <a:xfrm>
              <a:off x="1080538" y="1539340"/>
              <a:ext cx="20447" cy="21067"/>
            </a:xfrm>
            <a:custGeom>
              <a:avLst/>
              <a:gdLst>
                <a:gd name="connsiteX0" fmla="*/ 0 w 20447"/>
                <a:gd name="connsiteY0" fmla="*/ 21067 h 21067"/>
                <a:gd name="connsiteX1" fmla="*/ 20448 w 20447"/>
                <a:gd name="connsiteY1" fmla="*/ 21067 h 21067"/>
                <a:gd name="connsiteX2" fmla="*/ 0 w 20447"/>
                <a:gd name="connsiteY2" fmla="*/ 0 h 21067"/>
              </a:gdLst>
              <a:ahLst/>
              <a:cxnLst>
                <a:cxn ang="0">
                  <a:pos x="connsiteX0" y="connsiteY0"/>
                </a:cxn>
                <a:cxn ang="0">
                  <a:pos x="connsiteX1" y="connsiteY1"/>
                </a:cxn>
                <a:cxn ang="0">
                  <a:pos x="connsiteX2" y="connsiteY2"/>
                </a:cxn>
              </a:cxnLst>
              <a:rect l="l" t="t" r="r" b="b"/>
              <a:pathLst>
                <a:path w="20447" h="21067">
                  <a:moveTo>
                    <a:pt x="0" y="21067"/>
                  </a:moveTo>
                  <a:lnTo>
                    <a:pt x="20448" y="21067"/>
                  </a:lnTo>
                  <a:lnTo>
                    <a:pt x="0" y="0"/>
                  </a:lnTo>
                  <a:close/>
                </a:path>
              </a:pathLst>
            </a:custGeom>
            <a:solidFill>
              <a:srgbClr val="007680"/>
            </a:solidFill>
            <a:ln w="6390" cap="flat">
              <a:noFill/>
              <a:prstDash val="solid"/>
              <a:miter/>
            </a:ln>
          </p:spPr>
          <p:txBody>
            <a:bodyPr rtlCol="0" anchor="ctr"/>
            <a:lstStyle/>
            <a:p>
              <a:endParaRPr lang="en-US"/>
            </a:p>
          </p:txBody>
        </p:sp>
        <p:sp>
          <p:nvSpPr>
            <p:cNvPr id="542" name="Graphic 4">
              <a:extLst>
                <a:ext uri="{FF2B5EF4-FFF2-40B4-BE49-F238E27FC236}">
                  <a16:creationId xmlns:a16="http://schemas.microsoft.com/office/drawing/2014/main" id="{DDCCF447-583E-CC46-AA13-2CB58BFF85CB}"/>
                </a:ext>
              </a:extLst>
            </p:cNvPr>
            <p:cNvSpPr/>
            <p:nvPr/>
          </p:nvSpPr>
          <p:spPr>
            <a:xfrm>
              <a:off x="1004498" y="1531041"/>
              <a:ext cx="104795" cy="155130"/>
            </a:xfrm>
            <a:custGeom>
              <a:avLst/>
              <a:gdLst>
                <a:gd name="connsiteX0" fmla="*/ 69650 w 104795"/>
                <a:gd name="connsiteY0" fmla="*/ 42134 h 155130"/>
                <a:gd name="connsiteX1" fmla="*/ 63260 w 104795"/>
                <a:gd name="connsiteY1" fmla="*/ 35750 h 155130"/>
                <a:gd name="connsiteX2" fmla="*/ 63260 w 104795"/>
                <a:gd name="connsiteY2" fmla="*/ 0 h 155130"/>
                <a:gd name="connsiteX3" fmla="*/ 0 w 104795"/>
                <a:gd name="connsiteY3" fmla="*/ 0 h 155130"/>
                <a:gd name="connsiteX4" fmla="*/ 0 w 104795"/>
                <a:gd name="connsiteY4" fmla="*/ 155131 h 155130"/>
                <a:gd name="connsiteX5" fmla="*/ 104795 w 104795"/>
                <a:gd name="connsiteY5" fmla="*/ 155131 h 155130"/>
                <a:gd name="connsiteX6" fmla="*/ 104795 w 104795"/>
                <a:gd name="connsiteY6" fmla="*/ 41496 h 155130"/>
                <a:gd name="connsiteX7" fmla="*/ 69650 w 104795"/>
                <a:gd name="connsiteY7" fmla="*/ 41496 h 155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795" h="155130">
                  <a:moveTo>
                    <a:pt x="69650" y="42134"/>
                  </a:moveTo>
                  <a:cubicBezTo>
                    <a:pt x="65816" y="42134"/>
                    <a:pt x="63260" y="39581"/>
                    <a:pt x="63260" y="35750"/>
                  </a:cubicBezTo>
                  <a:lnTo>
                    <a:pt x="63260" y="0"/>
                  </a:lnTo>
                  <a:lnTo>
                    <a:pt x="0" y="0"/>
                  </a:lnTo>
                  <a:lnTo>
                    <a:pt x="0" y="155131"/>
                  </a:lnTo>
                  <a:lnTo>
                    <a:pt x="104795" y="155131"/>
                  </a:lnTo>
                  <a:lnTo>
                    <a:pt x="104795" y="41496"/>
                  </a:lnTo>
                  <a:lnTo>
                    <a:pt x="69650" y="41496"/>
                  </a:lnTo>
                  <a:close/>
                </a:path>
              </a:pathLst>
            </a:custGeom>
            <a:solidFill>
              <a:srgbClr val="007680"/>
            </a:solidFill>
            <a:ln w="6390" cap="flat">
              <a:noFill/>
              <a:prstDash val="solid"/>
              <a:miter/>
            </a:ln>
          </p:spPr>
          <p:txBody>
            <a:bodyPr rtlCol="0" anchor="ctr"/>
            <a:lstStyle/>
            <a:p>
              <a:endParaRPr lang="en-US"/>
            </a:p>
          </p:txBody>
        </p:sp>
        <p:sp>
          <p:nvSpPr>
            <p:cNvPr id="543" name="Graphic 4">
              <a:extLst>
                <a:ext uri="{FF2B5EF4-FFF2-40B4-BE49-F238E27FC236}">
                  <a16:creationId xmlns:a16="http://schemas.microsoft.com/office/drawing/2014/main" id="{378E828C-61C8-C740-8DED-28A48225DDF5}"/>
                </a:ext>
              </a:extLst>
            </p:cNvPr>
            <p:cNvSpPr/>
            <p:nvPr/>
          </p:nvSpPr>
          <p:spPr>
            <a:xfrm>
              <a:off x="1139325" y="1488907"/>
              <a:ext cx="20447" cy="21067"/>
            </a:xfrm>
            <a:custGeom>
              <a:avLst/>
              <a:gdLst>
                <a:gd name="connsiteX0" fmla="*/ 0 w 20447"/>
                <a:gd name="connsiteY0" fmla="*/ 0 h 21067"/>
                <a:gd name="connsiteX1" fmla="*/ 0 w 20447"/>
                <a:gd name="connsiteY1" fmla="*/ 21067 h 21067"/>
                <a:gd name="connsiteX2" fmla="*/ 20448 w 20447"/>
                <a:gd name="connsiteY2" fmla="*/ 21067 h 21067"/>
              </a:gdLst>
              <a:ahLst/>
              <a:cxnLst>
                <a:cxn ang="0">
                  <a:pos x="connsiteX0" y="connsiteY0"/>
                </a:cxn>
                <a:cxn ang="0">
                  <a:pos x="connsiteX1" y="connsiteY1"/>
                </a:cxn>
                <a:cxn ang="0">
                  <a:pos x="connsiteX2" y="connsiteY2"/>
                </a:cxn>
              </a:cxnLst>
              <a:rect l="l" t="t" r="r" b="b"/>
              <a:pathLst>
                <a:path w="20447" h="21067">
                  <a:moveTo>
                    <a:pt x="0" y="0"/>
                  </a:moveTo>
                  <a:lnTo>
                    <a:pt x="0" y="21067"/>
                  </a:lnTo>
                  <a:lnTo>
                    <a:pt x="20448" y="21067"/>
                  </a:lnTo>
                  <a:close/>
                </a:path>
              </a:pathLst>
            </a:custGeom>
            <a:solidFill>
              <a:srgbClr val="007680"/>
            </a:solidFill>
            <a:ln w="6390" cap="flat">
              <a:noFill/>
              <a:prstDash val="solid"/>
              <a:miter/>
            </a:ln>
          </p:spPr>
          <p:txBody>
            <a:bodyPr rtlCol="0" anchor="ctr"/>
            <a:lstStyle/>
            <a:p>
              <a:endParaRPr lang="en-US"/>
            </a:p>
          </p:txBody>
        </p:sp>
        <p:sp>
          <p:nvSpPr>
            <p:cNvPr id="544" name="Graphic 4">
              <a:extLst>
                <a:ext uri="{FF2B5EF4-FFF2-40B4-BE49-F238E27FC236}">
                  <a16:creationId xmlns:a16="http://schemas.microsoft.com/office/drawing/2014/main" id="{99D7D242-287C-FA40-AB6D-A93CA8E1D954}"/>
                </a:ext>
              </a:extLst>
            </p:cNvPr>
            <p:cNvSpPr/>
            <p:nvPr/>
          </p:nvSpPr>
          <p:spPr>
            <a:xfrm>
              <a:off x="1063285" y="1480608"/>
              <a:ext cx="104795" cy="155130"/>
            </a:xfrm>
            <a:custGeom>
              <a:avLst/>
              <a:gdLst>
                <a:gd name="connsiteX0" fmla="*/ 63260 w 104795"/>
                <a:gd name="connsiteY0" fmla="*/ 35750 h 155130"/>
                <a:gd name="connsiteX1" fmla="*/ 63260 w 104795"/>
                <a:gd name="connsiteY1" fmla="*/ 0 h 155130"/>
                <a:gd name="connsiteX2" fmla="*/ 0 w 104795"/>
                <a:gd name="connsiteY2" fmla="*/ 0 h 155130"/>
                <a:gd name="connsiteX3" fmla="*/ 0 w 104795"/>
                <a:gd name="connsiteY3" fmla="*/ 37665 h 155130"/>
                <a:gd name="connsiteX4" fmla="*/ 11502 w 104795"/>
                <a:gd name="connsiteY4" fmla="*/ 37665 h 155130"/>
                <a:gd name="connsiteX5" fmla="*/ 15975 w 104795"/>
                <a:gd name="connsiteY5" fmla="*/ 39581 h 155130"/>
                <a:gd name="connsiteX6" fmla="*/ 56871 w 104795"/>
                <a:gd name="connsiteY6" fmla="*/ 80438 h 155130"/>
                <a:gd name="connsiteX7" fmla="*/ 58148 w 104795"/>
                <a:gd name="connsiteY7" fmla="*/ 82353 h 155130"/>
                <a:gd name="connsiteX8" fmla="*/ 58788 w 104795"/>
                <a:gd name="connsiteY8" fmla="*/ 85545 h 155130"/>
                <a:gd name="connsiteX9" fmla="*/ 58788 w 104795"/>
                <a:gd name="connsiteY9" fmla="*/ 155131 h 155130"/>
                <a:gd name="connsiteX10" fmla="*/ 104795 w 104795"/>
                <a:gd name="connsiteY10" fmla="*/ 155131 h 155130"/>
                <a:gd name="connsiteX11" fmla="*/ 104795 w 104795"/>
                <a:gd name="connsiteY11" fmla="*/ 41496 h 155130"/>
                <a:gd name="connsiteX12" fmla="*/ 69011 w 104795"/>
                <a:gd name="connsiteY12" fmla="*/ 41496 h 155130"/>
                <a:gd name="connsiteX13" fmla="*/ 63260 w 104795"/>
                <a:gd name="connsiteY13" fmla="*/ 35750 h 155130"/>
                <a:gd name="connsiteX14" fmla="*/ 63260 w 104795"/>
                <a:gd name="connsiteY14" fmla="*/ 35750 h 155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4795" h="155130">
                  <a:moveTo>
                    <a:pt x="63260" y="35750"/>
                  </a:moveTo>
                  <a:lnTo>
                    <a:pt x="63260" y="0"/>
                  </a:lnTo>
                  <a:lnTo>
                    <a:pt x="0" y="0"/>
                  </a:lnTo>
                  <a:lnTo>
                    <a:pt x="0" y="37665"/>
                  </a:lnTo>
                  <a:lnTo>
                    <a:pt x="11502" y="37665"/>
                  </a:lnTo>
                  <a:cubicBezTo>
                    <a:pt x="13419" y="37665"/>
                    <a:pt x="14697" y="38304"/>
                    <a:pt x="15975" y="39581"/>
                  </a:cubicBezTo>
                  <a:lnTo>
                    <a:pt x="56871" y="80438"/>
                  </a:lnTo>
                  <a:cubicBezTo>
                    <a:pt x="57509" y="81077"/>
                    <a:pt x="58148" y="81715"/>
                    <a:pt x="58148" y="82353"/>
                  </a:cubicBezTo>
                  <a:cubicBezTo>
                    <a:pt x="58788" y="83630"/>
                    <a:pt x="58788" y="84269"/>
                    <a:pt x="58788" y="85545"/>
                  </a:cubicBezTo>
                  <a:lnTo>
                    <a:pt x="58788" y="155131"/>
                  </a:lnTo>
                  <a:lnTo>
                    <a:pt x="104795" y="155131"/>
                  </a:lnTo>
                  <a:lnTo>
                    <a:pt x="104795" y="41496"/>
                  </a:lnTo>
                  <a:lnTo>
                    <a:pt x="69011" y="41496"/>
                  </a:lnTo>
                  <a:cubicBezTo>
                    <a:pt x="65816" y="42134"/>
                    <a:pt x="63260" y="38942"/>
                    <a:pt x="63260" y="35750"/>
                  </a:cubicBezTo>
                  <a:lnTo>
                    <a:pt x="63260" y="35750"/>
                  </a:lnTo>
                  <a:close/>
                </a:path>
              </a:pathLst>
            </a:custGeom>
            <a:solidFill>
              <a:srgbClr val="007680"/>
            </a:solidFill>
            <a:ln w="6390" cap="flat">
              <a:noFill/>
              <a:prstDash val="solid"/>
              <a:miter/>
            </a:ln>
          </p:spPr>
          <p:txBody>
            <a:bodyPr rtlCol="0" anchor="ctr"/>
            <a:lstStyle/>
            <a:p>
              <a:endParaRPr lang="en-US"/>
            </a:p>
          </p:txBody>
        </p:sp>
        <p:sp>
          <p:nvSpPr>
            <p:cNvPr id="545" name="Graphic 4">
              <a:extLst>
                <a:ext uri="{FF2B5EF4-FFF2-40B4-BE49-F238E27FC236}">
                  <a16:creationId xmlns:a16="http://schemas.microsoft.com/office/drawing/2014/main" id="{E8D85FFB-B195-2B49-A5E3-2C5D6B54EB10}"/>
                </a:ext>
              </a:extLst>
            </p:cNvPr>
            <p:cNvSpPr/>
            <p:nvPr/>
          </p:nvSpPr>
          <p:spPr>
            <a:xfrm>
              <a:off x="905454" y="1402723"/>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362309 w 362309"/>
                <a:gd name="connsiteY4" fmla="*/ 181305 h 361971"/>
                <a:gd name="connsiteX5" fmla="*/ 180835 w 362309"/>
                <a:gd name="connsiteY5" fmla="*/ 0 h 361971"/>
                <a:gd name="connsiteX6" fmla="*/ 275406 w 362309"/>
                <a:gd name="connsiteY6" fmla="*/ 239399 h 361971"/>
                <a:gd name="connsiteX7" fmla="*/ 269016 w 362309"/>
                <a:gd name="connsiteY7" fmla="*/ 245783 h 361971"/>
                <a:gd name="connsiteX8" fmla="*/ 216619 w 362309"/>
                <a:gd name="connsiteY8" fmla="*/ 245783 h 361971"/>
                <a:gd name="connsiteX9" fmla="*/ 216619 w 362309"/>
                <a:gd name="connsiteY9" fmla="*/ 289833 h 361971"/>
                <a:gd name="connsiteX10" fmla="*/ 210229 w 362309"/>
                <a:gd name="connsiteY10" fmla="*/ 296217 h 361971"/>
                <a:gd name="connsiteX11" fmla="*/ 92654 w 362309"/>
                <a:gd name="connsiteY11" fmla="*/ 296217 h 361971"/>
                <a:gd name="connsiteX12" fmla="*/ 86264 w 362309"/>
                <a:gd name="connsiteY12" fmla="*/ 289833 h 361971"/>
                <a:gd name="connsiteX13" fmla="*/ 86264 w 362309"/>
                <a:gd name="connsiteY13" fmla="*/ 121296 h 361971"/>
                <a:gd name="connsiteX14" fmla="*/ 92654 w 362309"/>
                <a:gd name="connsiteY14" fmla="*/ 114912 h 361971"/>
                <a:gd name="connsiteX15" fmla="*/ 145052 w 362309"/>
                <a:gd name="connsiteY15" fmla="*/ 114912 h 361971"/>
                <a:gd name="connsiteX16" fmla="*/ 145052 w 362309"/>
                <a:gd name="connsiteY16" fmla="*/ 70862 h 361971"/>
                <a:gd name="connsiteX17" fmla="*/ 151441 w 362309"/>
                <a:gd name="connsiteY17" fmla="*/ 64478 h 361971"/>
                <a:gd name="connsiteX18" fmla="*/ 228121 w 362309"/>
                <a:gd name="connsiteY18" fmla="*/ 64478 h 361971"/>
                <a:gd name="connsiteX19" fmla="*/ 232594 w 362309"/>
                <a:gd name="connsiteY19" fmla="*/ 66393 h 361971"/>
                <a:gd name="connsiteX20" fmla="*/ 273489 w 362309"/>
                <a:gd name="connsiteY20" fmla="*/ 107889 h 361971"/>
                <a:gd name="connsiteX21" fmla="*/ 274767 w 362309"/>
                <a:gd name="connsiteY21" fmla="*/ 110443 h 361971"/>
                <a:gd name="connsiteX22" fmla="*/ 275406 w 362309"/>
                <a:gd name="connsiteY22" fmla="*/ 113635 h 361971"/>
                <a:gd name="connsiteX23" fmla="*/ 275406 w 362309"/>
                <a:gd name="connsiteY23" fmla="*/ 23939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181305"/>
                    <a:pt x="362309" y="181305"/>
                    <a:pt x="362309" y="181305"/>
                  </a:cubicBezTo>
                  <a:cubicBezTo>
                    <a:pt x="361670" y="80438"/>
                    <a:pt x="281157" y="0"/>
                    <a:pt x="180835" y="0"/>
                  </a:cubicBezTo>
                  <a:close/>
                  <a:moveTo>
                    <a:pt x="275406" y="239399"/>
                  </a:moveTo>
                  <a:cubicBezTo>
                    <a:pt x="275406" y="243230"/>
                    <a:pt x="272850" y="245783"/>
                    <a:pt x="269016" y="245783"/>
                  </a:cubicBezTo>
                  <a:lnTo>
                    <a:pt x="216619" y="245783"/>
                  </a:lnTo>
                  <a:lnTo>
                    <a:pt x="216619" y="289833"/>
                  </a:lnTo>
                  <a:cubicBezTo>
                    <a:pt x="216619" y="293663"/>
                    <a:pt x="214063" y="296217"/>
                    <a:pt x="210229" y="296217"/>
                  </a:cubicBezTo>
                  <a:lnTo>
                    <a:pt x="92654" y="296217"/>
                  </a:lnTo>
                  <a:cubicBezTo>
                    <a:pt x="88820" y="296217"/>
                    <a:pt x="86264" y="293663"/>
                    <a:pt x="86264" y="289833"/>
                  </a:cubicBezTo>
                  <a:lnTo>
                    <a:pt x="86264" y="121296"/>
                  </a:lnTo>
                  <a:cubicBezTo>
                    <a:pt x="86264" y="117465"/>
                    <a:pt x="88820" y="114912"/>
                    <a:pt x="92654" y="114912"/>
                  </a:cubicBezTo>
                  <a:lnTo>
                    <a:pt x="145052" y="114912"/>
                  </a:lnTo>
                  <a:lnTo>
                    <a:pt x="145052" y="70862"/>
                  </a:lnTo>
                  <a:cubicBezTo>
                    <a:pt x="145052" y="67032"/>
                    <a:pt x="147608" y="64478"/>
                    <a:pt x="151441" y="64478"/>
                  </a:cubicBezTo>
                  <a:lnTo>
                    <a:pt x="228121" y="64478"/>
                  </a:lnTo>
                  <a:cubicBezTo>
                    <a:pt x="230038" y="64478"/>
                    <a:pt x="231316" y="65117"/>
                    <a:pt x="232594" y="66393"/>
                  </a:cubicBezTo>
                  <a:lnTo>
                    <a:pt x="273489" y="107889"/>
                  </a:lnTo>
                  <a:cubicBezTo>
                    <a:pt x="274128" y="108528"/>
                    <a:pt x="274767" y="109166"/>
                    <a:pt x="274767" y="110443"/>
                  </a:cubicBezTo>
                  <a:cubicBezTo>
                    <a:pt x="275406" y="111081"/>
                    <a:pt x="275406" y="112358"/>
                    <a:pt x="275406" y="113635"/>
                  </a:cubicBezTo>
                  <a:lnTo>
                    <a:pt x="275406" y="239399"/>
                  </a:lnTo>
                  <a:close/>
                </a:path>
              </a:pathLst>
            </a:custGeom>
            <a:solidFill>
              <a:srgbClr val="007680"/>
            </a:solidFill>
            <a:ln w="6390" cap="flat">
              <a:noFill/>
              <a:prstDash val="solid"/>
              <a:miter/>
            </a:ln>
          </p:spPr>
          <p:txBody>
            <a:bodyPr rtlCol="0" anchor="ctr"/>
            <a:lstStyle/>
            <a:p>
              <a:endParaRPr lang="en-US"/>
            </a:p>
          </p:txBody>
        </p:sp>
      </p:grpSp>
      <p:grpSp>
        <p:nvGrpSpPr>
          <p:cNvPr id="546" name="Graphic 4">
            <a:extLst>
              <a:ext uri="{FF2B5EF4-FFF2-40B4-BE49-F238E27FC236}">
                <a16:creationId xmlns:a16="http://schemas.microsoft.com/office/drawing/2014/main" id="{BB7C21A8-8D8A-574D-990E-33F06A18983C}"/>
              </a:ext>
            </a:extLst>
          </p:cNvPr>
          <p:cNvGrpSpPr>
            <a:grpSpLocks noChangeAspect="1"/>
          </p:cNvGrpSpPr>
          <p:nvPr/>
        </p:nvGrpSpPr>
        <p:grpSpPr>
          <a:xfrm>
            <a:off x="3607758" y="918179"/>
            <a:ext cx="362313" cy="361971"/>
            <a:chOff x="3607758" y="918179"/>
            <a:chExt cx="362313" cy="361971"/>
          </a:xfrm>
          <a:solidFill>
            <a:srgbClr val="00ABAB"/>
          </a:solidFill>
        </p:grpSpPr>
        <p:sp>
          <p:nvSpPr>
            <p:cNvPr id="547" name="Graphic 4">
              <a:extLst>
                <a:ext uri="{FF2B5EF4-FFF2-40B4-BE49-F238E27FC236}">
                  <a16:creationId xmlns:a16="http://schemas.microsoft.com/office/drawing/2014/main" id="{A217B235-1A68-104E-B1AD-3447028AB5DD}"/>
                </a:ext>
              </a:extLst>
            </p:cNvPr>
            <p:cNvSpPr/>
            <p:nvPr/>
          </p:nvSpPr>
          <p:spPr>
            <a:xfrm>
              <a:off x="3607758" y="918179"/>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6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949" y="81077"/>
                    <a:pt x="281796" y="0"/>
                    <a:pt x="181474" y="0"/>
                  </a:cubicBezTo>
                  <a:cubicBezTo>
                    <a:pt x="181474" y="0"/>
                    <a:pt x="181474" y="0"/>
                    <a:pt x="181474" y="0"/>
                  </a:cubicBezTo>
                  <a:close/>
                  <a:moveTo>
                    <a:pt x="181474" y="349204"/>
                  </a:moveTo>
                  <a:cubicBezTo>
                    <a:pt x="88181" y="349204"/>
                    <a:pt x="12780" y="273873"/>
                    <a:pt x="12780" y="181305"/>
                  </a:cubicBezTo>
                  <a:cubicBezTo>
                    <a:pt x="12780" y="88737"/>
                    <a:pt x="88181" y="12768"/>
                    <a:pt x="180836" y="12768"/>
                  </a:cubicBezTo>
                  <a:cubicBezTo>
                    <a:pt x="274128" y="12768"/>
                    <a:pt x="349530" y="88099"/>
                    <a:pt x="349530" y="180667"/>
                  </a:cubicBezTo>
                  <a:lnTo>
                    <a:pt x="349530" y="180667"/>
                  </a:lnTo>
                  <a:cubicBezTo>
                    <a:pt x="349530" y="273873"/>
                    <a:pt x="274128"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548" name="Graphic 4">
              <a:extLst>
                <a:ext uri="{FF2B5EF4-FFF2-40B4-BE49-F238E27FC236}">
                  <a16:creationId xmlns:a16="http://schemas.microsoft.com/office/drawing/2014/main" id="{7B111F31-7240-F24A-ACD6-9BBB396F87E9}"/>
                </a:ext>
              </a:extLst>
            </p:cNvPr>
            <p:cNvSpPr/>
            <p:nvPr/>
          </p:nvSpPr>
          <p:spPr>
            <a:xfrm>
              <a:off x="3684412" y="1162047"/>
              <a:ext cx="67784" cy="38942"/>
            </a:xfrm>
            <a:custGeom>
              <a:avLst/>
              <a:gdLst>
                <a:gd name="connsiteX0" fmla="*/ 41560 w 67784"/>
                <a:gd name="connsiteY0" fmla="*/ 0 h 38942"/>
                <a:gd name="connsiteX1" fmla="*/ 26224 w 67784"/>
                <a:gd name="connsiteY1" fmla="*/ 0 h 38942"/>
                <a:gd name="connsiteX2" fmla="*/ 25 w 67784"/>
                <a:gd name="connsiteY2" fmla="*/ 28090 h 38942"/>
                <a:gd name="connsiteX3" fmla="*/ 25 w 67784"/>
                <a:gd name="connsiteY3" fmla="*/ 32558 h 38942"/>
                <a:gd name="connsiteX4" fmla="*/ 6415 w 67784"/>
                <a:gd name="connsiteY4" fmla="*/ 38942 h 38942"/>
                <a:gd name="connsiteX5" fmla="*/ 12805 w 67784"/>
                <a:gd name="connsiteY5" fmla="*/ 32558 h 38942"/>
                <a:gd name="connsiteX6" fmla="*/ 12805 w 67784"/>
                <a:gd name="connsiteY6" fmla="*/ 28090 h 38942"/>
                <a:gd name="connsiteX7" fmla="*/ 26224 w 67784"/>
                <a:gd name="connsiteY7" fmla="*/ 12768 h 38942"/>
                <a:gd name="connsiteX8" fmla="*/ 41560 w 67784"/>
                <a:gd name="connsiteY8" fmla="*/ 12768 h 38942"/>
                <a:gd name="connsiteX9" fmla="*/ 54979 w 67784"/>
                <a:gd name="connsiteY9" fmla="*/ 28090 h 38942"/>
                <a:gd name="connsiteX10" fmla="*/ 54979 w 67784"/>
                <a:gd name="connsiteY10" fmla="*/ 32558 h 38942"/>
                <a:gd name="connsiteX11" fmla="*/ 61369 w 67784"/>
                <a:gd name="connsiteY11" fmla="*/ 38942 h 38942"/>
                <a:gd name="connsiteX12" fmla="*/ 67759 w 67784"/>
                <a:gd name="connsiteY12" fmla="*/ 32558 h 38942"/>
                <a:gd name="connsiteX13" fmla="*/ 67759 w 67784"/>
                <a:gd name="connsiteY13" fmla="*/ 28090 h 38942"/>
                <a:gd name="connsiteX14" fmla="*/ 41560 w 67784"/>
                <a:gd name="connsiteY14" fmla="*/ 0 h 3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784" h="38942">
                  <a:moveTo>
                    <a:pt x="41560" y="0"/>
                  </a:moveTo>
                  <a:lnTo>
                    <a:pt x="26224" y="0"/>
                  </a:lnTo>
                  <a:cubicBezTo>
                    <a:pt x="10888" y="638"/>
                    <a:pt x="-613" y="12768"/>
                    <a:pt x="25" y="28090"/>
                  </a:cubicBezTo>
                  <a:lnTo>
                    <a:pt x="25" y="32558"/>
                  </a:lnTo>
                  <a:cubicBezTo>
                    <a:pt x="25" y="36389"/>
                    <a:pt x="2581" y="38942"/>
                    <a:pt x="6415" y="38942"/>
                  </a:cubicBezTo>
                  <a:cubicBezTo>
                    <a:pt x="10249" y="38942"/>
                    <a:pt x="12805" y="36389"/>
                    <a:pt x="12805" y="32558"/>
                  </a:cubicBezTo>
                  <a:lnTo>
                    <a:pt x="12805" y="28090"/>
                  </a:lnTo>
                  <a:cubicBezTo>
                    <a:pt x="12166" y="20429"/>
                    <a:pt x="18556" y="13406"/>
                    <a:pt x="26224" y="12768"/>
                  </a:cubicBezTo>
                  <a:lnTo>
                    <a:pt x="41560" y="12768"/>
                  </a:lnTo>
                  <a:cubicBezTo>
                    <a:pt x="49228" y="13406"/>
                    <a:pt x="55618" y="19790"/>
                    <a:pt x="54979" y="28090"/>
                  </a:cubicBezTo>
                  <a:lnTo>
                    <a:pt x="54979" y="32558"/>
                  </a:lnTo>
                  <a:cubicBezTo>
                    <a:pt x="54979" y="36389"/>
                    <a:pt x="57535" y="38942"/>
                    <a:pt x="61369" y="38942"/>
                  </a:cubicBezTo>
                  <a:cubicBezTo>
                    <a:pt x="65203" y="38942"/>
                    <a:pt x="67759" y="36389"/>
                    <a:pt x="67759" y="32558"/>
                  </a:cubicBezTo>
                  <a:lnTo>
                    <a:pt x="67759" y="28090"/>
                  </a:lnTo>
                  <a:cubicBezTo>
                    <a:pt x="68398" y="12768"/>
                    <a:pt x="56896" y="638"/>
                    <a:pt x="41560" y="0"/>
                  </a:cubicBezTo>
                  <a:close/>
                </a:path>
              </a:pathLst>
            </a:custGeom>
            <a:solidFill>
              <a:srgbClr val="00ABAB"/>
            </a:solidFill>
            <a:ln w="6390" cap="flat">
              <a:noFill/>
              <a:prstDash val="solid"/>
              <a:miter/>
            </a:ln>
          </p:spPr>
          <p:txBody>
            <a:bodyPr rtlCol="0" anchor="ctr"/>
            <a:lstStyle/>
            <a:p>
              <a:endParaRPr lang="en-US"/>
            </a:p>
          </p:txBody>
        </p:sp>
        <p:sp>
          <p:nvSpPr>
            <p:cNvPr id="549" name="Graphic 4">
              <a:extLst>
                <a:ext uri="{FF2B5EF4-FFF2-40B4-BE49-F238E27FC236}">
                  <a16:creationId xmlns:a16="http://schemas.microsoft.com/office/drawing/2014/main" id="{A47AB049-A52A-744F-83EF-119AF5D39CC3}"/>
                </a:ext>
              </a:extLst>
            </p:cNvPr>
            <p:cNvSpPr/>
            <p:nvPr/>
          </p:nvSpPr>
          <p:spPr>
            <a:xfrm>
              <a:off x="3697217" y="1113529"/>
              <a:ext cx="42173" cy="42134"/>
            </a:xfrm>
            <a:custGeom>
              <a:avLst/>
              <a:gdLst>
                <a:gd name="connsiteX0" fmla="*/ 21087 w 42173"/>
                <a:gd name="connsiteY0" fmla="*/ 42134 h 42134"/>
                <a:gd name="connsiteX1" fmla="*/ 42174 w 42173"/>
                <a:gd name="connsiteY1" fmla="*/ 21067 h 42134"/>
                <a:gd name="connsiteX2" fmla="*/ 21087 w 42173"/>
                <a:gd name="connsiteY2" fmla="*/ 0 h 42134"/>
                <a:gd name="connsiteX3" fmla="*/ 0 w 42173"/>
                <a:gd name="connsiteY3" fmla="*/ 21067 h 42134"/>
                <a:gd name="connsiteX4" fmla="*/ 0 w 42173"/>
                <a:gd name="connsiteY4" fmla="*/ 21067 h 42134"/>
                <a:gd name="connsiteX5" fmla="*/ 21087 w 42173"/>
                <a:gd name="connsiteY5" fmla="*/ 42134 h 42134"/>
                <a:gd name="connsiteX6" fmla="*/ 21087 w 42173"/>
                <a:gd name="connsiteY6" fmla="*/ 12768 h 42134"/>
                <a:gd name="connsiteX7" fmla="*/ 29394 w 42173"/>
                <a:gd name="connsiteY7" fmla="*/ 21067 h 42134"/>
                <a:gd name="connsiteX8" fmla="*/ 21087 w 42173"/>
                <a:gd name="connsiteY8" fmla="*/ 29366 h 42134"/>
                <a:gd name="connsiteX9" fmla="*/ 12780 w 42173"/>
                <a:gd name="connsiteY9" fmla="*/ 21067 h 42134"/>
                <a:gd name="connsiteX10" fmla="*/ 12780 w 42173"/>
                <a:gd name="connsiteY10" fmla="*/ 21067 h 42134"/>
                <a:gd name="connsiteX11" fmla="*/ 21087 w 42173"/>
                <a:gd name="connsiteY11" fmla="*/ 12768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173" h="42134">
                  <a:moveTo>
                    <a:pt x="21087" y="42134"/>
                  </a:moveTo>
                  <a:cubicBezTo>
                    <a:pt x="32589" y="42134"/>
                    <a:pt x="42174" y="32558"/>
                    <a:pt x="42174" y="21067"/>
                  </a:cubicBezTo>
                  <a:cubicBezTo>
                    <a:pt x="42174" y="9576"/>
                    <a:pt x="32589" y="0"/>
                    <a:pt x="21087" y="0"/>
                  </a:cubicBezTo>
                  <a:cubicBezTo>
                    <a:pt x="9585" y="0"/>
                    <a:pt x="0" y="9576"/>
                    <a:pt x="0" y="21067"/>
                  </a:cubicBezTo>
                  <a:cubicBezTo>
                    <a:pt x="0" y="21067"/>
                    <a:pt x="0" y="21067"/>
                    <a:pt x="0" y="21067"/>
                  </a:cubicBezTo>
                  <a:cubicBezTo>
                    <a:pt x="0" y="32558"/>
                    <a:pt x="9585" y="42134"/>
                    <a:pt x="21087" y="42134"/>
                  </a:cubicBezTo>
                  <a:close/>
                  <a:moveTo>
                    <a:pt x="21087" y="12768"/>
                  </a:moveTo>
                  <a:cubicBezTo>
                    <a:pt x="25560" y="12768"/>
                    <a:pt x="29394" y="16598"/>
                    <a:pt x="29394" y="21067"/>
                  </a:cubicBezTo>
                  <a:cubicBezTo>
                    <a:pt x="29394" y="25536"/>
                    <a:pt x="25560" y="29366"/>
                    <a:pt x="21087" y="29366"/>
                  </a:cubicBezTo>
                  <a:cubicBezTo>
                    <a:pt x="16614" y="29366"/>
                    <a:pt x="12780" y="25536"/>
                    <a:pt x="12780" y="21067"/>
                  </a:cubicBezTo>
                  <a:cubicBezTo>
                    <a:pt x="12780" y="21067"/>
                    <a:pt x="12780" y="21067"/>
                    <a:pt x="12780" y="21067"/>
                  </a:cubicBezTo>
                  <a:cubicBezTo>
                    <a:pt x="12780" y="16598"/>
                    <a:pt x="16614" y="12768"/>
                    <a:pt x="21087" y="12768"/>
                  </a:cubicBezTo>
                  <a:close/>
                </a:path>
              </a:pathLst>
            </a:custGeom>
            <a:solidFill>
              <a:srgbClr val="00ABAB"/>
            </a:solidFill>
            <a:ln w="6390" cap="flat">
              <a:noFill/>
              <a:prstDash val="solid"/>
              <a:miter/>
            </a:ln>
          </p:spPr>
          <p:txBody>
            <a:bodyPr rtlCol="0" anchor="ctr"/>
            <a:lstStyle/>
            <a:p>
              <a:endParaRPr lang="en-US"/>
            </a:p>
          </p:txBody>
        </p:sp>
        <p:sp>
          <p:nvSpPr>
            <p:cNvPr id="550" name="Graphic 4">
              <a:extLst>
                <a:ext uri="{FF2B5EF4-FFF2-40B4-BE49-F238E27FC236}">
                  <a16:creationId xmlns:a16="http://schemas.microsoft.com/office/drawing/2014/main" id="{3F8D28B1-5A8E-2C4E-8C5C-E13F682F10BD}"/>
                </a:ext>
              </a:extLst>
            </p:cNvPr>
            <p:cNvSpPr/>
            <p:nvPr/>
          </p:nvSpPr>
          <p:spPr>
            <a:xfrm>
              <a:off x="3754701" y="1033090"/>
              <a:ext cx="67783" cy="38942"/>
            </a:xfrm>
            <a:custGeom>
              <a:avLst/>
              <a:gdLst>
                <a:gd name="connsiteX0" fmla="*/ 6415 w 67783"/>
                <a:gd name="connsiteY0" fmla="*/ 38942 h 38942"/>
                <a:gd name="connsiteX1" fmla="*/ 12805 w 67783"/>
                <a:gd name="connsiteY1" fmla="*/ 32558 h 38942"/>
                <a:gd name="connsiteX2" fmla="*/ 12805 w 67783"/>
                <a:gd name="connsiteY2" fmla="*/ 28090 h 38942"/>
                <a:gd name="connsiteX3" fmla="*/ 26224 w 67783"/>
                <a:gd name="connsiteY3" fmla="*/ 12768 h 38942"/>
                <a:gd name="connsiteX4" fmla="*/ 41560 w 67783"/>
                <a:gd name="connsiteY4" fmla="*/ 12768 h 38942"/>
                <a:gd name="connsiteX5" fmla="*/ 54979 w 67783"/>
                <a:gd name="connsiteY5" fmla="*/ 28090 h 38942"/>
                <a:gd name="connsiteX6" fmla="*/ 54979 w 67783"/>
                <a:gd name="connsiteY6" fmla="*/ 32558 h 38942"/>
                <a:gd name="connsiteX7" fmla="*/ 61369 w 67783"/>
                <a:gd name="connsiteY7" fmla="*/ 38942 h 38942"/>
                <a:gd name="connsiteX8" fmla="*/ 67759 w 67783"/>
                <a:gd name="connsiteY8" fmla="*/ 32558 h 38942"/>
                <a:gd name="connsiteX9" fmla="*/ 67759 w 67783"/>
                <a:gd name="connsiteY9" fmla="*/ 28090 h 38942"/>
                <a:gd name="connsiteX10" fmla="*/ 41560 w 67783"/>
                <a:gd name="connsiteY10" fmla="*/ 0 h 38942"/>
                <a:gd name="connsiteX11" fmla="*/ 26224 w 67783"/>
                <a:gd name="connsiteY11" fmla="*/ 0 h 38942"/>
                <a:gd name="connsiteX12" fmla="*/ 25 w 67783"/>
                <a:gd name="connsiteY12" fmla="*/ 28090 h 38942"/>
                <a:gd name="connsiteX13" fmla="*/ 25 w 67783"/>
                <a:gd name="connsiteY13" fmla="*/ 32558 h 38942"/>
                <a:gd name="connsiteX14" fmla="*/ 6415 w 67783"/>
                <a:gd name="connsiteY14" fmla="*/ 38942 h 3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783" h="38942">
                  <a:moveTo>
                    <a:pt x="6415" y="38942"/>
                  </a:moveTo>
                  <a:cubicBezTo>
                    <a:pt x="10249" y="38942"/>
                    <a:pt x="12805" y="36389"/>
                    <a:pt x="12805" y="32558"/>
                  </a:cubicBezTo>
                  <a:lnTo>
                    <a:pt x="12805" y="28090"/>
                  </a:lnTo>
                  <a:cubicBezTo>
                    <a:pt x="12166" y="20429"/>
                    <a:pt x="18556" y="13406"/>
                    <a:pt x="26224" y="12768"/>
                  </a:cubicBezTo>
                  <a:lnTo>
                    <a:pt x="41560" y="12768"/>
                  </a:lnTo>
                  <a:cubicBezTo>
                    <a:pt x="49228" y="13406"/>
                    <a:pt x="55618" y="19790"/>
                    <a:pt x="54979" y="28090"/>
                  </a:cubicBezTo>
                  <a:lnTo>
                    <a:pt x="54979" y="32558"/>
                  </a:lnTo>
                  <a:cubicBezTo>
                    <a:pt x="54979" y="36389"/>
                    <a:pt x="57535" y="38942"/>
                    <a:pt x="61369" y="38942"/>
                  </a:cubicBezTo>
                  <a:cubicBezTo>
                    <a:pt x="65203" y="38942"/>
                    <a:pt x="67759" y="36389"/>
                    <a:pt x="67759" y="32558"/>
                  </a:cubicBezTo>
                  <a:lnTo>
                    <a:pt x="67759" y="28090"/>
                  </a:lnTo>
                  <a:cubicBezTo>
                    <a:pt x="68398" y="12768"/>
                    <a:pt x="56257" y="638"/>
                    <a:pt x="41560" y="0"/>
                  </a:cubicBezTo>
                  <a:lnTo>
                    <a:pt x="26224" y="0"/>
                  </a:lnTo>
                  <a:cubicBezTo>
                    <a:pt x="10888" y="638"/>
                    <a:pt x="-613" y="12768"/>
                    <a:pt x="25" y="28090"/>
                  </a:cubicBezTo>
                  <a:lnTo>
                    <a:pt x="25" y="32558"/>
                  </a:lnTo>
                  <a:cubicBezTo>
                    <a:pt x="25" y="35750"/>
                    <a:pt x="3220" y="38942"/>
                    <a:pt x="6415" y="38942"/>
                  </a:cubicBezTo>
                  <a:close/>
                </a:path>
              </a:pathLst>
            </a:custGeom>
            <a:solidFill>
              <a:srgbClr val="00ABAB"/>
            </a:solidFill>
            <a:ln w="6390" cap="flat">
              <a:noFill/>
              <a:prstDash val="solid"/>
              <a:miter/>
            </a:ln>
          </p:spPr>
          <p:txBody>
            <a:bodyPr rtlCol="0" anchor="ctr"/>
            <a:lstStyle/>
            <a:p>
              <a:endParaRPr lang="en-US"/>
            </a:p>
          </p:txBody>
        </p:sp>
        <p:sp>
          <p:nvSpPr>
            <p:cNvPr id="551" name="Graphic 4">
              <a:extLst>
                <a:ext uri="{FF2B5EF4-FFF2-40B4-BE49-F238E27FC236}">
                  <a16:creationId xmlns:a16="http://schemas.microsoft.com/office/drawing/2014/main" id="{3427DB8E-4E70-7B44-9FA8-18945B9F56C2}"/>
                </a:ext>
              </a:extLst>
            </p:cNvPr>
            <p:cNvSpPr/>
            <p:nvPr/>
          </p:nvSpPr>
          <p:spPr>
            <a:xfrm>
              <a:off x="3768145" y="983934"/>
              <a:ext cx="42173" cy="42134"/>
            </a:xfrm>
            <a:custGeom>
              <a:avLst/>
              <a:gdLst>
                <a:gd name="connsiteX0" fmla="*/ 21087 w 42173"/>
                <a:gd name="connsiteY0" fmla="*/ 42134 h 42134"/>
                <a:gd name="connsiteX1" fmla="*/ 42173 w 42173"/>
                <a:gd name="connsiteY1" fmla="*/ 21067 h 42134"/>
                <a:gd name="connsiteX2" fmla="*/ 21087 w 42173"/>
                <a:gd name="connsiteY2" fmla="*/ 0 h 42134"/>
                <a:gd name="connsiteX3" fmla="*/ 0 w 42173"/>
                <a:gd name="connsiteY3" fmla="*/ 21067 h 42134"/>
                <a:gd name="connsiteX4" fmla="*/ 21087 w 42173"/>
                <a:gd name="connsiteY4" fmla="*/ 42134 h 42134"/>
                <a:gd name="connsiteX5" fmla="*/ 21087 w 42173"/>
                <a:gd name="connsiteY5" fmla="*/ 42134 h 42134"/>
                <a:gd name="connsiteX6" fmla="*/ 21087 w 42173"/>
                <a:gd name="connsiteY6" fmla="*/ 12768 h 42134"/>
                <a:gd name="connsiteX7" fmla="*/ 29394 w 42173"/>
                <a:gd name="connsiteY7" fmla="*/ 21067 h 42134"/>
                <a:gd name="connsiteX8" fmla="*/ 21087 w 42173"/>
                <a:gd name="connsiteY8" fmla="*/ 29366 h 42134"/>
                <a:gd name="connsiteX9" fmla="*/ 12780 w 42173"/>
                <a:gd name="connsiteY9" fmla="*/ 21067 h 42134"/>
                <a:gd name="connsiteX10" fmla="*/ 21087 w 42173"/>
                <a:gd name="connsiteY10" fmla="*/ 12768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173" h="42134">
                  <a:moveTo>
                    <a:pt x="21087" y="42134"/>
                  </a:moveTo>
                  <a:cubicBezTo>
                    <a:pt x="32589" y="42134"/>
                    <a:pt x="42173" y="32558"/>
                    <a:pt x="42173" y="21067"/>
                  </a:cubicBezTo>
                  <a:cubicBezTo>
                    <a:pt x="42173" y="9576"/>
                    <a:pt x="32589" y="0"/>
                    <a:pt x="21087" y="0"/>
                  </a:cubicBezTo>
                  <a:cubicBezTo>
                    <a:pt x="9585" y="0"/>
                    <a:pt x="0" y="9576"/>
                    <a:pt x="0" y="21067"/>
                  </a:cubicBezTo>
                  <a:cubicBezTo>
                    <a:pt x="0" y="33197"/>
                    <a:pt x="9585" y="42134"/>
                    <a:pt x="21087" y="42134"/>
                  </a:cubicBezTo>
                  <a:cubicBezTo>
                    <a:pt x="21087" y="42134"/>
                    <a:pt x="21087" y="42134"/>
                    <a:pt x="21087" y="42134"/>
                  </a:cubicBezTo>
                  <a:close/>
                  <a:moveTo>
                    <a:pt x="21087" y="12768"/>
                  </a:moveTo>
                  <a:cubicBezTo>
                    <a:pt x="25560" y="12768"/>
                    <a:pt x="29394" y="16598"/>
                    <a:pt x="29394" y="21067"/>
                  </a:cubicBezTo>
                  <a:cubicBezTo>
                    <a:pt x="29394" y="25536"/>
                    <a:pt x="25560" y="29366"/>
                    <a:pt x="21087" y="29366"/>
                  </a:cubicBezTo>
                  <a:cubicBezTo>
                    <a:pt x="16614" y="29366"/>
                    <a:pt x="12780" y="25536"/>
                    <a:pt x="12780" y="21067"/>
                  </a:cubicBezTo>
                  <a:cubicBezTo>
                    <a:pt x="12780" y="16598"/>
                    <a:pt x="16614" y="12768"/>
                    <a:pt x="21087" y="12768"/>
                  </a:cubicBezTo>
                  <a:close/>
                </a:path>
              </a:pathLst>
            </a:custGeom>
            <a:solidFill>
              <a:srgbClr val="00ABAB"/>
            </a:solidFill>
            <a:ln w="6390" cap="flat">
              <a:noFill/>
              <a:prstDash val="solid"/>
              <a:miter/>
            </a:ln>
          </p:spPr>
          <p:txBody>
            <a:bodyPr rtlCol="0" anchor="ctr"/>
            <a:lstStyle/>
            <a:p>
              <a:endParaRPr lang="en-US"/>
            </a:p>
          </p:txBody>
        </p:sp>
        <p:sp>
          <p:nvSpPr>
            <p:cNvPr id="552" name="Graphic 4">
              <a:extLst>
                <a:ext uri="{FF2B5EF4-FFF2-40B4-BE49-F238E27FC236}">
                  <a16:creationId xmlns:a16="http://schemas.microsoft.com/office/drawing/2014/main" id="{C4F5C507-1DBE-714E-8018-23135E758AF9}"/>
                </a:ext>
              </a:extLst>
            </p:cNvPr>
            <p:cNvSpPr/>
            <p:nvPr/>
          </p:nvSpPr>
          <p:spPr>
            <a:xfrm>
              <a:off x="3825630" y="1162047"/>
              <a:ext cx="67782" cy="38942"/>
            </a:xfrm>
            <a:custGeom>
              <a:avLst/>
              <a:gdLst>
                <a:gd name="connsiteX0" fmla="*/ 41560 w 67782"/>
                <a:gd name="connsiteY0" fmla="*/ 0 h 38942"/>
                <a:gd name="connsiteX1" fmla="*/ 26224 w 67782"/>
                <a:gd name="connsiteY1" fmla="*/ 0 h 38942"/>
                <a:gd name="connsiteX2" fmla="*/ 25 w 67782"/>
                <a:gd name="connsiteY2" fmla="*/ 28090 h 38942"/>
                <a:gd name="connsiteX3" fmla="*/ 25 w 67782"/>
                <a:gd name="connsiteY3" fmla="*/ 32558 h 38942"/>
                <a:gd name="connsiteX4" fmla="*/ 6415 w 67782"/>
                <a:gd name="connsiteY4" fmla="*/ 38942 h 38942"/>
                <a:gd name="connsiteX5" fmla="*/ 12805 w 67782"/>
                <a:gd name="connsiteY5" fmla="*/ 32558 h 38942"/>
                <a:gd name="connsiteX6" fmla="*/ 12805 w 67782"/>
                <a:gd name="connsiteY6" fmla="*/ 28090 h 38942"/>
                <a:gd name="connsiteX7" fmla="*/ 26224 w 67782"/>
                <a:gd name="connsiteY7" fmla="*/ 12768 h 38942"/>
                <a:gd name="connsiteX8" fmla="*/ 41560 w 67782"/>
                <a:gd name="connsiteY8" fmla="*/ 12768 h 38942"/>
                <a:gd name="connsiteX9" fmla="*/ 54979 w 67782"/>
                <a:gd name="connsiteY9" fmla="*/ 28090 h 38942"/>
                <a:gd name="connsiteX10" fmla="*/ 54979 w 67782"/>
                <a:gd name="connsiteY10" fmla="*/ 32558 h 38942"/>
                <a:gd name="connsiteX11" fmla="*/ 61369 w 67782"/>
                <a:gd name="connsiteY11" fmla="*/ 38942 h 38942"/>
                <a:gd name="connsiteX12" fmla="*/ 67759 w 67782"/>
                <a:gd name="connsiteY12" fmla="*/ 32558 h 38942"/>
                <a:gd name="connsiteX13" fmla="*/ 67759 w 67782"/>
                <a:gd name="connsiteY13" fmla="*/ 28090 h 38942"/>
                <a:gd name="connsiteX14" fmla="*/ 41560 w 67782"/>
                <a:gd name="connsiteY14" fmla="*/ 0 h 3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782" h="38942">
                  <a:moveTo>
                    <a:pt x="41560" y="0"/>
                  </a:moveTo>
                  <a:lnTo>
                    <a:pt x="26224" y="0"/>
                  </a:lnTo>
                  <a:cubicBezTo>
                    <a:pt x="10888" y="638"/>
                    <a:pt x="-614" y="12768"/>
                    <a:pt x="25" y="28090"/>
                  </a:cubicBezTo>
                  <a:lnTo>
                    <a:pt x="25" y="32558"/>
                  </a:lnTo>
                  <a:cubicBezTo>
                    <a:pt x="25" y="36389"/>
                    <a:pt x="2581" y="38942"/>
                    <a:pt x="6415" y="38942"/>
                  </a:cubicBezTo>
                  <a:cubicBezTo>
                    <a:pt x="10249" y="38942"/>
                    <a:pt x="12805" y="36389"/>
                    <a:pt x="12805" y="32558"/>
                  </a:cubicBezTo>
                  <a:lnTo>
                    <a:pt x="12805" y="28090"/>
                  </a:lnTo>
                  <a:cubicBezTo>
                    <a:pt x="12166" y="20429"/>
                    <a:pt x="18556" y="13406"/>
                    <a:pt x="26224" y="12768"/>
                  </a:cubicBezTo>
                  <a:lnTo>
                    <a:pt x="41560" y="12768"/>
                  </a:lnTo>
                  <a:cubicBezTo>
                    <a:pt x="49228" y="13406"/>
                    <a:pt x="55618" y="19790"/>
                    <a:pt x="54979" y="28090"/>
                  </a:cubicBezTo>
                  <a:lnTo>
                    <a:pt x="54979" y="32558"/>
                  </a:lnTo>
                  <a:cubicBezTo>
                    <a:pt x="54979" y="36389"/>
                    <a:pt x="57535" y="38942"/>
                    <a:pt x="61369" y="38942"/>
                  </a:cubicBezTo>
                  <a:cubicBezTo>
                    <a:pt x="65203" y="38942"/>
                    <a:pt x="67759" y="36389"/>
                    <a:pt x="67759" y="32558"/>
                  </a:cubicBezTo>
                  <a:lnTo>
                    <a:pt x="67759" y="28090"/>
                  </a:lnTo>
                  <a:cubicBezTo>
                    <a:pt x="68398" y="12768"/>
                    <a:pt x="56257" y="638"/>
                    <a:pt x="41560" y="0"/>
                  </a:cubicBezTo>
                  <a:close/>
                </a:path>
              </a:pathLst>
            </a:custGeom>
            <a:solidFill>
              <a:srgbClr val="00ABAB"/>
            </a:solidFill>
            <a:ln w="6390" cap="flat">
              <a:noFill/>
              <a:prstDash val="solid"/>
              <a:miter/>
            </a:ln>
          </p:spPr>
          <p:txBody>
            <a:bodyPr rtlCol="0" anchor="ctr"/>
            <a:lstStyle/>
            <a:p>
              <a:endParaRPr lang="en-US"/>
            </a:p>
          </p:txBody>
        </p:sp>
        <p:sp>
          <p:nvSpPr>
            <p:cNvPr id="553" name="Graphic 4">
              <a:extLst>
                <a:ext uri="{FF2B5EF4-FFF2-40B4-BE49-F238E27FC236}">
                  <a16:creationId xmlns:a16="http://schemas.microsoft.com/office/drawing/2014/main" id="{D0F0158B-F10E-644A-976B-D3E1693FB8F7}"/>
                </a:ext>
              </a:extLst>
            </p:cNvPr>
            <p:cNvSpPr/>
            <p:nvPr/>
          </p:nvSpPr>
          <p:spPr>
            <a:xfrm>
              <a:off x="3838435" y="1113529"/>
              <a:ext cx="42173" cy="42134"/>
            </a:xfrm>
            <a:custGeom>
              <a:avLst/>
              <a:gdLst>
                <a:gd name="connsiteX0" fmla="*/ 21087 w 42173"/>
                <a:gd name="connsiteY0" fmla="*/ 42134 h 42134"/>
                <a:gd name="connsiteX1" fmla="*/ 42173 w 42173"/>
                <a:gd name="connsiteY1" fmla="*/ 21067 h 42134"/>
                <a:gd name="connsiteX2" fmla="*/ 21087 w 42173"/>
                <a:gd name="connsiteY2" fmla="*/ 0 h 42134"/>
                <a:gd name="connsiteX3" fmla="*/ 0 w 42173"/>
                <a:gd name="connsiteY3" fmla="*/ 21067 h 42134"/>
                <a:gd name="connsiteX4" fmla="*/ 0 w 42173"/>
                <a:gd name="connsiteY4" fmla="*/ 21067 h 42134"/>
                <a:gd name="connsiteX5" fmla="*/ 21087 w 42173"/>
                <a:gd name="connsiteY5" fmla="*/ 42134 h 42134"/>
                <a:gd name="connsiteX6" fmla="*/ 21087 w 42173"/>
                <a:gd name="connsiteY6" fmla="*/ 12768 h 42134"/>
                <a:gd name="connsiteX7" fmla="*/ 29394 w 42173"/>
                <a:gd name="connsiteY7" fmla="*/ 21067 h 42134"/>
                <a:gd name="connsiteX8" fmla="*/ 21087 w 42173"/>
                <a:gd name="connsiteY8" fmla="*/ 29366 h 42134"/>
                <a:gd name="connsiteX9" fmla="*/ 12780 w 42173"/>
                <a:gd name="connsiteY9" fmla="*/ 21067 h 42134"/>
                <a:gd name="connsiteX10" fmla="*/ 12780 w 42173"/>
                <a:gd name="connsiteY10" fmla="*/ 21067 h 42134"/>
                <a:gd name="connsiteX11" fmla="*/ 21087 w 42173"/>
                <a:gd name="connsiteY11" fmla="*/ 12768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173" h="42134">
                  <a:moveTo>
                    <a:pt x="21087" y="42134"/>
                  </a:moveTo>
                  <a:cubicBezTo>
                    <a:pt x="32589" y="42134"/>
                    <a:pt x="42173" y="32558"/>
                    <a:pt x="42173" y="21067"/>
                  </a:cubicBezTo>
                  <a:cubicBezTo>
                    <a:pt x="42173" y="9576"/>
                    <a:pt x="32589" y="0"/>
                    <a:pt x="21087" y="0"/>
                  </a:cubicBezTo>
                  <a:cubicBezTo>
                    <a:pt x="9585" y="0"/>
                    <a:pt x="0" y="9576"/>
                    <a:pt x="0" y="21067"/>
                  </a:cubicBezTo>
                  <a:cubicBezTo>
                    <a:pt x="0" y="21067"/>
                    <a:pt x="0" y="21067"/>
                    <a:pt x="0" y="21067"/>
                  </a:cubicBezTo>
                  <a:cubicBezTo>
                    <a:pt x="0" y="32558"/>
                    <a:pt x="9585" y="42134"/>
                    <a:pt x="21087" y="42134"/>
                  </a:cubicBezTo>
                  <a:close/>
                  <a:moveTo>
                    <a:pt x="21087" y="12768"/>
                  </a:moveTo>
                  <a:cubicBezTo>
                    <a:pt x="25560" y="12768"/>
                    <a:pt x="29394" y="16598"/>
                    <a:pt x="29394" y="21067"/>
                  </a:cubicBezTo>
                  <a:cubicBezTo>
                    <a:pt x="29394" y="25536"/>
                    <a:pt x="25560" y="29366"/>
                    <a:pt x="21087" y="29366"/>
                  </a:cubicBezTo>
                  <a:cubicBezTo>
                    <a:pt x="16614" y="29366"/>
                    <a:pt x="12780" y="25536"/>
                    <a:pt x="12780" y="21067"/>
                  </a:cubicBezTo>
                  <a:cubicBezTo>
                    <a:pt x="12780" y="21067"/>
                    <a:pt x="12780" y="21067"/>
                    <a:pt x="12780" y="21067"/>
                  </a:cubicBezTo>
                  <a:cubicBezTo>
                    <a:pt x="12780" y="16598"/>
                    <a:pt x="16614" y="12768"/>
                    <a:pt x="21087" y="12768"/>
                  </a:cubicBezTo>
                  <a:close/>
                </a:path>
              </a:pathLst>
            </a:custGeom>
            <a:solidFill>
              <a:srgbClr val="00ABAB"/>
            </a:solidFill>
            <a:ln w="6390" cap="flat">
              <a:noFill/>
              <a:prstDash val="solid"/>
              <a:miter/>
            </a:ln>
          </p:spPr>
          <p:txBody>
            <a:bodyPr rtlCol="0" anchor="ctr"/>
            <a:lstStyle/>
            <a:p>
              <a:endParaRPr lang="en-US"/>
            </a:p>
          </p:txBody>
        </p:sp>
        <p:sp>
          <p:nvSpPr>
            <p:cNvPr id="554" name="Graphic 4">
              <a:extLst>
                <a:ext uri="{FF2B5EF4-FFF2-40B4-BE49-F238E27FC236}">
                  <a16:creationId xmlns:a16="http://schemas.microsoft.com/office/drawing/2014/main" id="{19498620-4393-A84C-971C-763B861CAFD9}"/>
                </a:ext>
              </a:extLst>
            </p:cNvPr>
            <p:cNvSpPr/>
            <p:nvPr/>
          </p:nvSpPr>
          <p:spPr>
            <a:xfrm>
              <a:off x="3751695" y="1080970"/>
              <a:ext cx="74948" cy="68308"/>
            </a:xfrm>
            <a:custGeom>
              <a:avLst/>
              <a:gdLst>
                <a:gd name="connsiteX0" fmla="*/ 72682 w 74948"/>
                <a:gd name="connsiteY0" fmla="*/ 56818 h 68308"/>
                <a:gd name="connsiteX1" fmla="*/ 43927 w 74948"/>
                <a:gd name="connsiteY1" fmla="*/ 33197 h 68308"/>
                <a:gd name="connsiteX2" fmla="*/ 43927 w 74948"/>
                <a:gd name="connsiteY2" fmla="*/ 6384 h 68308"/>
                <a:gd name="connsiteX3" fmla="*/ 37537 w 74948"/>
                <a:gd name="connsiteY3" fmla="*/ 0 h 68308"/>
                <a:gd name="connsiteX4" fmla="*/ 31147 w 74948"/>
                <a:gd name="connsiteY4" fmla="*/ 6384 h 68308"/>
                <a:gd name="connsiteX5" fmla="*/ 31147 w 74948"/>
                <a:gd name="connsiteY5" fmla="*/ 33197 h 68308"/>
                <a:gd name="connsiteX6" fmla="*/ 2393 w 74948"/>
                <a:gd name="connsiteY6" fmla="*/ 55541 h 68308"/>
                <a:gd name="connsiteX7" fmla="*/ 1115 w 74948"/>
                <a:gd name="connsiteY7" fmla="*/ 64478 h 68308"/>
                <a:gd name="connsiteX8" fmla="*/ 6226 w 74948"/>
                <a:gd name="connsiteY8" fmla="*/ 67032 h 68308"/>
                <a:gd name="connsiteX9" fmla="*/ 10061 w 74948"/>
                <a:gd name="connsiteY9" fmla="*/ 65755 h 68308"/>
                <a:gd name="connsiteX10" fmla="*/ 37537 w 74948"/>
                <a:gd name="connsiteY10" fmla="*/ 44688 h 68308"/>
                <a:gd name="connsiteX11" fmla="*/ 64375 w 74948"/>
                <a:gd name="connsiteY11" fmla="*/ 67032 h 68308"/>
                <a:gd name="connsiteX12" fmla="*/ 68209 w 74948"/>
                <a:gd name="connsiteY12" fmla="*/ 68309 h 68308"/>
                <a:gd name="connsiteX13" fmla="*/ 73321 w 74948"/>
                <a:gd name="connsiteY13" fmla="*/ 65755 h 68308"/>
                <a:gd name="connsiteX14" fmla="*/ 72682 w 74948"/>
                <a:gd name="connsiteY14" fmla="*/ 56818 h 68308"/>
                <a:gd name="connsiteX15" fmla="*/ 72682 w 74948"/>
                <a:gd name="connsiteY15" fmla="*/ 56818 h 6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4948" h="68308">
                  <a:moveTo>
                    <a:pt x="72682" y="56818"/>
                  </a:moveTo>
                  <a:lnTo>
                    <a:pt x="43927" y="33197"/>
                  </a:lnTo>
                  <a:lnTo>
                    <a:pt x="43927" y="6384"/>
                  </a:lnTo>
                  <a:cubicBezTo>
                    <a:pt x="43927" y="2554"/>
                    <a:pt x="41371" y="0"/>
                    <a:pt x="37537" y="0"/>
                  </a:cubicBezTo>
                  <a:cubicBezTo>
                    <a:pt x="33704" y="0"/>
                    <a:pt x="31147" y="2554"/>
                    <a:pt x="31147" y="6384"/>
                  </a:cubicBezTo>
                  <a:lnTo>
                    <a:pt x="31147" y="33197"/>
                  </a:lnTo>
                  <a:lnTo>
                    <a:pt x="2393" y="55541"/>
                  </a:lnTo>
                  <a:cubicBezTo>
                    <a:pt x="-163" y="57456"/>
                    <a:pt x="-802" y="61925"/>
                    <a:pt x="1115" y="64478"/>
                  </a:cubicBezTo>
                  <a:cubicBezTo>
                    <a:pt x="2393" y="65755"/>
                    <a:pt x="4310" y="67032"/>
                    <a:pt x="6226" y="67032"/>
                  </a:cubicBezTo>
                  <a:cubicBezTo>
                    <a:pt x="7505" y="67032"/>
                    <a:pt x="8783" y="66393"/>
                    <a:pt x="10061" y="65755"/>
                  </a:cubicBezTo>
                  <a:lnTo>
                    <a:pt x="37537" y="44688"/>
                  </a:lnTo>
                  <a:lnTo>
                    <a:pt x="64375" y="67032"/>
                  </a:lnTo>
                  <a:cubicBezTo>
                    <a:pt x="65653" y="67670"/>
                    <a:pt x="66931" y="68309"/>
                    <a:pt x="68209" y="68309"/>
                  </a:cubicBezTo>
                  <a:cubicBezTo>
                    <a:pt x="70126" y="68309"/>
                    <a:pt x="72043" y="67670"/>
                    <a:pt x="73321" y="65755"/>
                  </a:cubicBezTo>
                  <a:cubicBezTo>
                    <a:pt x="75877" y="62563"/>
                    <a:pt x="75238" y="58733"/>
                    <a:pt x="72682" y="56818"/>
                  </a:cubicBezTo>
                  <a:cubicBezTo>
                    <a:pt x="72682" y="56818"/>
                    <a:pt x="72682" y="56818"/>
                    <a:pt x="72682" y="56818"/>
                  </a:cubicBezTo>
                  <a:close/>
                </a:path>
              </a:pathLst>
            </a:custGeom>
            <a:solidFill>
              <a:srgbClr val="00ABAB"/>
            </a:solidFill>
            <a:ln w="6390" cap="flat">
              <a:noFill/>
              <a:prstDash val="solid"/>
              <a:miter/>
            </a:ln>
          </p:spPr>
          <p:txBody>
            <a:bodyPr rtlCol="0" anchor="ctr"/>
            <a:lstStyle/>
            <a:p>
              <a:endParaRPr lang="en-US"/>
            </a:p>
          </p:txBody>
        </p:sp>
      </p:grpSp>
      <p:grpSp>
        <p:nvGrpSpPr>
          <p:cNvPr id="555" name="Graphic 4">
            <a:extLst>
              <a:ext uri="{FF2B5EF4-FFF2-40B4-BE49-F238E27FC236}">
                <a16:creationId xmlns:a16="http://schemas.microsoft.com/office/drawing/2014/main" id="{0BC68183-468D-CF40-BA81-DCDA783D02B7}"/>
              </a:ext>
            </a:extLst>
          </p:cNvPr>
          <p:cNvGrpSpPr>
            <a:grpSpLocks noChangeAspect="1"/>
          </p:cNvGrpSpPr>
          <p:nvPr/>
        </p:nvGrpSpPr>
        <p:grpSpPr>
          <a:xfrm>
            <a:off x="3607758" y="1402723"/>
            <a:ext cx="362309" cy="361971"/>
            <a:chOff x="3607758" y="1402723"/>
            <a:chExt cx="362309" cy="361971"/>
          </a:xfrm>
          <a:solidFill>
            <a:srgbClr val="00ABAB"/>
          </a:solidFill>
        </p:grpSpPr>
        <p:sp>
          <p:nvSpPr>
            <p:cNvPr id="556" name="Graphic 4">
              <a:extLst>
                <a:ext uri="{FF2B5EF4-FFF2-40B4-BE49-F238E27FC236}">
                  <a16:creationId xmlns:a16="http://schemas.microsoft.com/office/drawing/2014/main" id="{4BB0E031-04EA-7244-9FB4-39EDE9726E2C}"/>
                </a:ext>
              </a:extLst>
            </p:cNvPr>
            <p:cNvSpPr/>
            <p:nvPr/>
          </p:nvSpPr>
          <p:spPr>
            <a:xfrm>
              <a:off x="3607758" y="14027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8565 h 361971"/>
                <a:gd name="connsiteX8" fmla="*/ 12780 w 362309"/>
                <a:gd name="connsiteY8" fmla="*/ 180667 h 361971"/>
                <a:gd name="connsiteX9" fmla="*/ 181474 w 362309"/>
                <a:gd name="connsiteY9" fmla="*/ 12130 h 361971"/>
                <a:gd name="connsiteX10" fmla="*/ 350169 w 362309"/>
                <a:gd name="connsiteY10" fmla="*/ 180028 h 361971"/>
                <a:gd name="connsiteX11" fmla="*/ 350169 w 362309"/>
                <a:gd name="connsiteY11" fmla="*/ 180028 h 361971"/>
                <a:gd name="connsiteX12" fmla="*/ 181474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ubicBezTo>
                    <a:pt x="181474" y="0"/>
                    <a:pt x="181474" y="0"/>
                    <a:pt x="181474" y="0"/>
                  </a:cubicBezTo>
                  <a:close/>
                  <a:moveTo>
                    <a:pt x="181474" y="348565"/>
                  </a:moveTo>
                  <a:cubicBezTo>
                    <a:pt x="88181" y="348565"/>
                    <a:pt x="12780" y="273234"/>
                    <a:pt x="12780" y="180667"/>
                  </a:cubicBezTo>
                  <a:cubicBezTo>
                    <a:pt x="12780" y="88099"/>
                    <a:pt x="88181" y="12130"/>
                    <a:pt x="181474" y="12130"/>
                  </a:cubicBezTo>
                  <a:cubicBezTo>
                    <a:pt x="274767" y="12130"/>
                    <a:pt x="350169" y="87461"/>
                    <a:pt x="350169" y="180028"/>
                  </a:cubicBezTo>
                  <a:lnTo>
                    <a:pt x="350169" y="180028"/>
                  </a:lnTo>
                  <a:cubicBezTo>
                    <a:pt x="349530" y="273234"/>
                    <a:pt x="274128" y="348565"/>
                    <a:pt x="181474" y="348565"/>
                  </a:cubicBezTo>
                  <a:close/>
                </a:path>
              </a:pathLst>
            </a:custGeom>
            <a:solidFill>
              <a:srgbClr val="00ABAB"/>
            </a:solidFill>
            <a:ln w="6390" cap="flat">
              <a:noFill/>
              <a:prstDash val="solid"/>
              <a:miter/>
            </a:ln>
          </p:spPr>
          <p:txBody>
            <a:bodyPr rtlCol="0" anchor="ctr"/>
            <a:lstStyle/>
            <a:p>
              <a:endParaRPr lang="en-US"/>
            </a:p>
          </p:txBody>
        </p:sp>
        <p:sp>
          <p:nvSpPr>
            <p:cNvPr id="557" name="Graphic 4">
              <a:extLst>
                <a:ext uri="{FF2B5EF4-FFF2-40B4-BE49-F238E27FC236}">
                  <a16:creationId xmlns:a16="http://schemas.microsoft.com/office/drawing/2014/main" id="{7D8B42AD-D0EB-874F-A945-150958EC5D80}"/>
                </a:ext>
              </a:extLst>
            </p:cNvPr>
            <p:cNvSpPr/>
            <p:nvPr/>
          </p:nvSpPr>
          <p:spPr>
            <a:xfrm>
              <a:off x="3674827" y="1587859"/>
              <a:ext cx="67784" cy="38942"/>
            </a:xfrm>
            <a:custGeom>
              <a:avLst/>
              <a:gdLst>
                <a:gd name="connsiteX0" fmla="*/ 41560 w 67784"/>
                <a:gd name="connsiteY0" fmla="*/ 0 h 38942"/>
                <a:gd name="connsiteX1" fmla="*/ 26224 w 67784"/>
                <a:gd name="connsiteY1" fmla="*/ 0 h 38942"/>
                <a:gd name="connsiteX2" fmla="*/ 25 w 67784"/>
                <a:gd name="connsiteY2" fmla="*/ 28089 h 38942"/>
                <a:gd name="connsiteX3" fmla="*/ 25 w 67784"/>
                <a:gd name="connsiteY3" fmla="*/ 32558 h 38942"/>
                <a:gd name="connsiteX4" fmla="*/ 6415 w 67784"/>
                <a:gd name="connsiteY4" fmla="*/ 38942 h 38942"/>
                <a:gd name="connsiteX5" fmla="*/ 12805 w 67784"/>
                <a:gd name="connsiteY5" fmla="*/ 32558 h 38942"/>
                <a:gd name="connsiteX6" fmla="*/ 12805 w 67784"/>
                <a:gd name="connsiteY6" fmla="*/ 28089 h 38942"/>
                <a:gd name="connsiteX7" fmla="*/ 26224 w 67784"/>
                <a:gd name="connsiteY7" fmla="*/ 12768 h 38942"/>
                <a:gd name="connsiteX8" fmla="*/ 41560 w 67784"/>
                <a:gd name="connsiteY8" fmla="*/ 12768 h 38942"/>
                <a:gd name="connsiteX9" fmla="*/ 54979 w 67784"/>
                <a:gd name="connsiteY9" fmla="*/ 28089 h 38942"/>
                <a:gd name="connsiteX10" fmla="*/ 54979 w 67784"/>
                <a:gd name="connsiteY10" fmla="*/ 32558 h 38942"/>
                <a:gd name="connsiteX11" fmla="*/ 61369 w 67784"/>
                <a:gd name="connsiteY11" fmla="*/ 38942 h 38942"/>
                <a:gd name="connsiteX12" fmla="*/ 67759 w 67784"/>
                <a:gd name="connsiteY12" fmla="*/ 32558 h 38942"/>
                <a:gd name="connsiteX13" fmla="*/ 67759 w 67784"/>
                <a:gd name="connsiteY13" fmla="*/ 28089 h 38942"/>
                <a:gd name="connsiteX14" fmla="*/ 41560 w 67784"/>
                <a:gd name="connsiteY14" fmla="*/ 0 h 3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784" h="38942">
                  <a:moveTo>
                    <a:pt x="41560" y="0"/>
                  </a:moveTo>
                  <a:lnTo>
                    <a:pt x="26224" y="0"/>
                  </a:lnTo>
                  <a:cubicBezTo>
                    <a:pt x="10888" y="638"/>
                    <a:pt x="-613" y="12768"/>
                    <a:pt x="25" y="28089"/>
                  </a:cubicBezTo>
                  <a:lnTo>
                    <a:pt x="25" y="32558"/>
                  </a:lnTo>
                  <a:cubicBezTo>
                    <a:pt x="25" y="36389"/>
                    <a:pt x="2581" y="38942"/>
                    <a:pt x="6415" y="38942"/>
                  </a:cubicBezTo>
                  <a:cubicBezTo>
                    <a:pt x="10249" y="38942"/>
                    <a:pt x="12805" y="36389"/>
                    <a:pt x="12805" y="32558"/>
                  </a:cubicBezTo>
                  <a:lnTo>
                    <a:pt x="12805" y="28089"/>
                  </a:lnTo>
                  <a:cubicBezTo>
                    <a:pt x="12166" y="20429"/>
                    <a:pt x="18556" y="13406"/>
                    <a:pt x="26224" y="12768"/>
                  </a:cubicBezTo>
                  <a:lnTo>
                    <a:pt x="41560" y="12768"/>
                  </a:lnTo>
                  <a:cubicBezTo>
                    <a:pt x="49228" y="13406"/>
                    <a:pt x="55618" y="19790"/>
                    <a:pt x="54979" y="28089"/>
                  </a:cubicBezTo>
                  <a:lnTo>
                    <a:pt x="54979" y="32558"/>
                  </a:lnTo>
                  <a:cubicBezTo>
                    <a:pt x="54979" y="36389"/>
                    <a:pt x="57535" y="38942"/>
                    <a:pt x="61369" y="38942"/>
                  </a:cubicBezTo>
                  <a:cubicBezTo>
                    <a:pt x="65203" y="38942"/>
                    <a:pt x="67759" y="36389"/>
                    <a:pt x="67759" y="32558"/>
                  </a:cubicBezTo>
                  <a:lnTo>
                    <a:pt x="67759" y="28089"/>
                  </a:lnTo>
                  <a:cubicBezTo>
                    <a:pt x="68398" y="12768"/>
                    <a:pt x="56896" y="0"/>
                    <a:pt x="41560" y="0"/>
                  </a:cubicBezTo>
                  <a:close/>
                </a:path>
              </a:pathLst>
            </a:custGeom>
            <a:solidFill>
              <a:srgbClr val="00ABAB"/>
            </a:solidFill>
            <a:ln w="6390" cap="flat">
              <a:noFill/>
              <a:prstDash val="solid"/>
              <a:miter/>
            </a:ln>
          </p:spPr>
          <p:txBody>
            <a:bodyPr rtlCol="0" anchor="ctr"/>
            <a:lstStyle/>
            <a:p>
              <a:endParaRPr lang="en-US"/>
            </a:p>
          </p:txBody>
        </p:sp>
        <p:sp>
          <p:nvSpPr>
            <p:cNvPr id="558" name="Graphic 4">
              <a:extLst>
                <a:ext uri="{FF2B5EF4-FFF2-40B4-BE49-F238E27FC236}">
                  <a16:creationId xmlns:a16="http://schemas.microsoft.com/office/drawing/2014/main" id="{6010C238-9E77-5044-A47C-B0F1A14B5A55}"/>
                </a:ext>
              </a:extLst>
            </p:cNvPr>
            <p:cNvSpPr/>
            <p:nvPr/>
          </p:nvSpPr>
          <p:spPr>
            <a:xfrm>
              <a:off x="3687632" y="1538702"/>
              <a:ext cx="42173" cy="42134"/>
            </a:xfrm>
            <a:custGeom>
              <a:avLst/>
              <a:gdLst>
                <a:gd name="connsiteX0" fmla="*/ 21087 w 42173"/>
                <a:gd name="connsiteY0" fmla="*/ 42134 h 42134"/>
                <a:gd name="connsiteX1" fmla="*/ 42174 w 42173"/>
                <a:gd name="connsiteY1" fmla="*/ 21067 h 42134"/>
                <a:gd name="connsiteX2" fmla="*/ 21087 w 42173"/>
                <a:gd name="connsiteY2" fmla="*/ 0 h 42134"/>
                <a:gd name="connsiteX3" fmla="*/ 0 w 42173"/>
                <a:gd name="connsiteY3" fmla="*/ 21067 h 42134"/>
                <a:gd name="connsiteX4" fmla="*/ 0 w 42173"/>
                <a:gd name="connsiteY4" fmla="*/ 21067 h 42134"/>
                <a:gd name="connsiteX5" fmla="*/ 21087 w 42173"/>
                <a:gd name="connsiteY5" fmla="*/ 42134 h 42134"/>
                <a:gd name="connsiteX6" fmla="*/ 21087 w 42173"/>
                <a:gd name="connsiteY6" fmla="*/ 12768 h 42134"/>
                <a:gd name="connsiteX7" fmla="*/ 29394 w 42173"/>
                <a:gd name="connsiteY7" fmla="*/ 21067 h 42134"/>
                <a:gd name="connsiteX8" fmla="*/ 21087 w 42173"/>
                <a:gd name="connsiteY8" fmla="*/ 29366 h 42134"/>
                <a:gd name="connsiteX9" fmla="*/ 12780 w 42173"/>
                <a:gd name="connsiteY9" fmla="*/ 21067 h 42134"/>
                <a:gd name="connsiteX10" fmla="*/ 12780 w 42173"/>
                <a:gd name="connsiteY10" fmla="*/ 21067 h 42134"/>
                <a:gd name="connsiteX11" fmla="*/ 21087 w 42173"/>
                <a:gd name="connsiteY11" fmla="*/ 12768 h 42134"/>
                <a:gd name="connsiteX12" fmla="*/ 21087 w 42173"/>
                <a:gd name="connsiteY12" fmla="*/ 12768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173" h="42134">
                  <a:moveTo>
                    <a:pt x="21087" y="42134"/>
                  </a:moveTo>
                  <a:cubicBezTo>
                    <a:pt x="32589" y="42134"/>
                    <a:pt x="42174" y="32558"/>
                    <a:pt x="42174" y="21067"/>
                  </a:cubicBezTo>
                  <a:cubicBezTo>
                    <a:pt x="42174" y="9576"/>
                    <a:pt x="32589" y="0"/>
                    <a:pt x="21087" y="0"/>
                  </a:cubicBezTo>
                  <a:cubicBezTo>
                    <a:pt x="9585" y="0"/>
                    <a:pt x="0" y="9576"/>
                    <a:pt x="0" y="21067"/>
                  </a:cubicBezTo>
                  <a:cubicBezTo>
                    <a:pt x="0" y="21067"/>
                    <a:pt x="0" y="21067"/>
                    <a:pt x="0" y="21067"/>
                  </a:cubicBezTo>
                  <a:cubicBezTo>
                    <a:pt x="0" y="32558"/>
                    <a:pt x="9585" y="42134"/>
                    <a:pt x="21087" y="42134"/>
                  </a:cubicBezTo>
                  <a:close/>
                  <a:moveTo>
                    <a:pt x="21087" y="12768"/>
                  </a:moveTo>
                  <a:cubicBezTo>
                    <a:pt x="25560" y="12768"/>
                    <a:pt x="29394" y="16598"/>
                    <a:pt x="29394" y="21067"/>
                  </a:cubicBezTo>
                  <a:cubicBezTo>
                    <a:pt x="29394" y="25536"/>
                    <a:pt x="25560" y="29366"/>
                    <a:pt x="21087" y="29366"/>
                  </a:cubicBezTo>
                  <a:cubicBezTo>
                    <a:pt x="16614" y="29366"/>
                    <a:pt x="12780" y="25536"/>
                    <a:pt x="12780" y="21067"/>
                  </a:cubicBezTo>
                  <a:cubicBezTo>
                    <a:pt x="12780" y="21067"/>
                    <a:pt x="12780" y="21067"/>
                    <a:pt x="12780" y="21067"/>
                  </a:cubicBezTo>
                  <a:cubicBezTo>
                    <a:pt x="12780" y="16598"/>
                    <a:pt x="16614" y="12768"/>
                    <a:pt x="21087" y="12768"/>
                  </a:cubicBezTo>
                  <a:lnTo>
                    <a:pt x="21087" y="12768"/>
                  </a:lnTo>
                  <a:close/>
                </a:path>
              </a:pathLst>
            </a:custGeom>
            <a:solidFill>
              <a:srgbClr val="00ABAB"/>
            </a:solidFill>
            <a:ln w="6390" cap="flat">
              <a:noFill/>
              <a:prstDash val="solid"/>
              <a:miter/>
            </a:ln>
          </p:spPr>
          <p:txBody>
            <a:bodyPr rtlCol="0" anchor="ctr"/>
            <a:lstStyle/>
            <a:p>
              <a:endParaRPr lang="en-US"/>
            </a:p>
          </p:txBody>
        </p:sp>
        <p:sp>
          <p:nvSpPr>
            <p:cNvPr id="559" name="Graphic 4">
              <a:extLst>
                <a:ext uri="{FF2B5EF4-FFF2-40B4-BE49-F238E27FC236}">
                  <a16:creationId xmlns:a16="http://schemas.microsoft.com/office/drawing/2014/main" id="{391B81B0-30E8-244A-BCE3-ACDE7F1358CD}"/>
                </a:ext>
              </a:extLst>
            </p:cNvPr>
            <p:cNvSpPr/>
            <p:nvPr/>
          </p:nvSpPr>
          <p:spPr>
            <a:xfrm>
              <a:off x="3799431" y="1523380"/>
              <a:ext cx="67783" cy="38942"/>
            </a:xfrm>
            <a:custGeom>
              <a:avLst/>
              <a:gdLst>
                <a:gd name="connsiteX0" fmla="*/ 6415 w 67783"/>
                <a:gd name="connsiteY0" fmla="*/ 38942 h 38942"/>
                <a:gd name="connsiteX1" fmla="*/ 12805 w 67783"/>
                <a:gd name="connsiteY1" fmla="*/ 32558 h 38942"/>
                <a:gd name="connsiteX2" fmla="*/ 12805 w 67783"/>
                <a:gd name="connsiteY2" fmla="*/ 28089 h 38942"/>
                <a:gd name="connsiteX3" fmla="*/ 26224 w 67783"/>
                <a:gd name="connsiteY3" fmla="*/ 12768 h 38942"/>
                <a:gd name="connsiteX4" fmla="*/ 41560 w 67783"/>
                <a:gd name="connsiteY4" fmla="*/ 12768 h 38942"/>
                <a:gd name="connsiteX5" fmla="*/ 54979 w 67783"/>
                <a:gd name="connsiteY5" fmla="*/ 28089 h 38942"/>
                <a:gd name="connsiteX6" fmla="*/ 54979 w 67783"/>
                <a:gd name="connsiteY6" fmla="*/ 32558 h 38942"/>
                <a:gd name="connsiteX7" fmla="*/ 61369 w 67783"/>
                <a:gd name="connsiteY7" fmla="*/ 38942 h 38942"/>
                <a:gd name="connsiteX8" fmla="*/ 67759 w 67783"/>
                <a:gd name="connsiteY8" fmla="*/ 32558 h 38942"/>
                <a:gd name="connsiteX9" fmla="*/ 67759 w 67783"/>
                <a:gd name="connsiteY9" fmla="*/ 28089 h 38942"/>
                <a:gd name="connsiteX10" fmla="*/ 41560 w 67783"/>
                <a:gd name="connsiteY10" fmla="*/ 0 h 38942"/>
                <a:gd name="connsiteX11" fmla="*/ 41560 w 67783"/>
                <a:gd name="connsiteY11" fmla="*/ 0 h 38942"/>
                <a:gd name="connsiteX12" fmla="*/ 26224 w 67783"/>
                <a:gd name="connsiteY12" fmla="*/ 0 h 38942"/>
                <a:gd name="connsiteX13" fmla="*/ 25 w 67783"/>
                <a:gd name="connsiteY13" fmla="*/ 28089 h 38942"/>
                <a:gd name="connsiteX14" fmla="*/ 25 w 67783"/>
                <a:gd name="connsiteY14" fmla="*/ 32558 h 38942"/>
                <a:gd name="connsiteX15" fmla="*/ 6415 w 67783"/>
                <a:gd name="connsiteY15" fmla="*/ 38942 h 3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783" h="38942">
                  <a:moveTo>
                    <a:pt x="6415" y="38942"/>
                  </a:moveTo>
                  <a:cubicBezTo>
                    <a:pt x="10249" y="38942"/>
                    <a:pt x="12805" y="36389"/>
                    <a:pt x="12805" y="32558"/>
                  </a:cubicBezTo>
                  <a:lnTo>
                    <a:pt x="12805" y="28089"/>
                  </a:lnTo>
                  <a:cubicBezTo>
                    <a:pt x="12166" y="20429"/>
                    <a:pt x="18556" y="13406"/>
                    <a:pt x="26224" y="12768"/>
                  </a:cubicBezTo>
                  <a:lnTo>
                    <a:pt x="41560" y="12768"/>
                  </a:lnTo>
                  <a:cubicBezTo>
                    <a:pt x="49228" y="13406"/>
                    <a:pt x="55618" y="19790"/>
                    <a:pt x="54979" y="28089"/>
                  </a:cubicBezTo>
                  <a:lnTo>
                    <a:pt x="54979" y="32558"/>
                  </a:lnTo>
                  <a:cubicBezTo>
                    <a:pt x="54979" y="36389"/>
                    <a:pt x="57535" y="38942"/>
                    <a:pt x="61369" y="38942"/>
                  </a:cubicBezTo>
                  <a:cubicBezTo>
                    <a:pt x="65203" y="38942"/>
                    <a:pt x="67759" y="36389"/>
                    <a:pt x="67759" y="32558"/>
                  </a:cubicBezTo>
                  <a:lnTo>
                    <a:pt x="67759" y="28089"/>
                  </a:lnTo>
                  <a:cubicBezTo>
                    <a:pt x="68398" y="12768"/>
                    <a:pt x="56257" y="638"/>
                    <a:pt x="41560" y="0"/>
                  </a:cubicBezTo>
                  <a:cubicBezTo>
                    <a:pt x="41560" y="0"/>
                    <a:pt x="41560" y="0"/>
                    <a:pt x="41560" y="0"/>
                  </a:cubicBezTo>
                  <a:lnTo>
                    <a:pt x="26224" y="0"/>
                  </a:lnTo>
                  <a:cubicBezTo>
                    <a:pt x="10888" y="638"/>
                    <a:pt x="-613" y="12768"/>
                    <a:pt x="25" y="28089"/>
                  </a:cubicBezTo>
                  <a:lnTo>
                    <a:pt x="25" y="32558"/>
                  </a:lnTo>
                  <a:cubicBezTo>
                    <a:pt x="25" y="36389"/>
                    <a:pt x="2581" y="38942"/>
                    <a:pt x="6415" y="38942"/>
                  </a:cubicBezTo>
                  <a:close/>
                </a:path>
              </a:pathLst>
            </a:custGeom>
            <a:solidFill>
              <a:srgbClr val="00ABAB"/>
            </a:solidFill>
            <a:ln w="6390" cap="flat">
              <a:noFill/>
              <a:prstDash val="solid"/>
              <a:miter/>
            </a:ln>
          </p:spPr>
          <p:txBody>
            <a:bodyPr rtlCol="0" anchor="ctr"/>
            <a:lstStyle/>
            <a:p>
              <a:endParaRPr lang="en-US"/>
            </a:p>
          </p:txBody>
        </p:sp>
        <p:sp>
          <p:nvSpPr>
            <p:cNvPr id="560" name="Graphic 4">
              <a:extLst>
                <a:ext uri="{FF2B5EF4-FFF2-40B4-BE49-F238E27FC236}">
                  <a16:creationId xmlns:a16="http://schemas.microsoft.com/office/drawing/2014/main" id="{2CB8856D-7825-6E44-BC0D-505F7DCB9FCA}"/>
                </a:ext>
              </a:extLst>
            </p:cNvPr>
            <p:cNvSpPr/>
            <p:nvPr/>
          </p:nvSpPr>
          <p:spPr>
            <a:xfrm>
              <a:off x="3812236" y="1474862"/>
              <a:ext cx="42173" cy="42134"/>
            </a:xfrm>
            <a:custGeom>
              <a:avLst/>
              <a:gdLst>
                <a:gd name="connsiteX0" fmla="*/ 21087 w 42173"/>
                <a:gd name="connsiteY0" fmla="*/ 42134 h 42134"/>
                <a:gd name="connsiteX1" fmla="*/ 42174 w 42173"/>
                <a:gd name="connsiteY1" fmla="*/ 21067 h 42134"/>
                <a:gd name="connsiteX2" fmla="*/ 21087 w 42173"/>
                <a:gd name="connsiteY2" fmla="*/ 0 h 42134"/>
                <a:gd name="connsiteX3" fmla="*/ 0 w 42173"/>
                <a:gd name="connsiteY3" fmla="*/ 21067 h 42134"/>
                <a:gd name="connsiteX4" fmla="*/ 0 w 42173"/>
                <a:gd name="connsiteY4" fmla="*/ 21067 h 42134"/>
                <a:gd name="connsiteX5" fmla="*/ 21087 w 42173"/>
                <a:gd name="connsiteY5" fmla="*/ 42134 h 42134"/>
                <a:gd name="connsiteX6" fmla="*/ 21087 w 42173"/>
                <a:gd name="connsiteY6" fmla="*/ 12768 h 42134"/>
                <a:gd name="connsiteX7" fmla="*/ 29394 w 42173"/>
                <a:gd name="connsiteY7" fmla="*/ 21067 h 42134"/>
                <a:gd name="connsiteX8" fmla="*/ 21087 w 42173"/>
                <a:gd name="connsiteY8" fmla="*/ 29366 h 42134"/>
                <a:gd name="connsiteX9" fmla="*/ 12780 w 42173"/>
                <a:gd name="connsiteY9" fmla="*/ 21067 h 42134"/>
                <a:gd name="connsiteX10" fmla="*/ 12780 w 42173"/>
                <a:gd name="connsiteY10" fmla="*/ 21067 h 42134"/>
                <a:gd name="connsiteX11" fmla="*/ 21087 w 42173"/>
                <a:gd name="connsiteY11" fmla="*/ 12768 h 42134"/>
                <a:gd name="connsiteX12" fmla="*/ 21087 w 42173"/>
                <a:gd name="connsiteY12" fmla="*/ 12768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173" h="42134">
                  <a:moveTo>
                    <a:pt x="21087" y="42134"/>
                  </a:moveTo>
                  <a:cubicBezTo>
                    <a:pt x="32589" y="42134"/>
                    <a:pt x="42174" y="32558"/>
                    <a:pt x="42174" y="21067"/>
                  </a:cubicBezTo>
                  <a:cubicBezTo>
                    <a:pt x="42174" y="9576"/>
                    <a:pt x="32589" y="0"/>
                    <a:pt x="21087" y="0"/>
                  </a:cubicBezTo>
                  <a:cubicBezTo>
                    <a:pt x="9585" y="0"/>
                    <a:pt x="0" y="9576"/>
                    <a:pt x="0" y="21067"/>
                  </a:cubicBezTo>
                  <a:cubicBezTo>
                    <a:pt x="0" y="21067"/>
                    <a:pt x="0" y="21067"/>
                    <a:pt x="0" y="21067"/>
                  </a:cubicBezTo>
                  <a:cubicBezTo>
                    <a:pt x="0" y="32558"/>
                    <a:pt x="9585" y="42134"/>
                    <a:pt x="21087" y="42134"/>
                  </a:cubicBezTo>
                  <a:close/>
                  <a:moveTo>
                    <a:pt x="21087" y="12768"/>
                  </a:moveTo>
                  <a:cubicBezTo>
                    <a:pt x="25560" y="12768"/>
                    <a:pt x="29394" y="16598"/>
                    <a:pt x="29394" y="21067"/>
                  </a:cubicBezTo>
                  <a:cubicBezTo>
                    <a:pt x="29394" y="25536"/>
                    <a:pt x="25560" y="29366"/>
                    <a:pt x="21087" y="29366"/>
                  </a:cubicBezTo>
                  <a:cubicBezTo>
                    <a:pt x="16614" y="29366"/>
                    <a:pt x="12780" y="25536"/>
                    <a:pt x="12780" y="21067"/>
                  </a:cubicBezTo>
                  <a:cubicBezTo>
                    <a:pt x="12780" y="21067"/>
                    <a:pt x="12780" y="21067"/>
                    <a:pt x="12780" y="21067"/>
                  </a:cubicBezTo>
                  <a:cubicBezTo>
                    <a:pt x="12780" y="16598"/>
                    <a:pt x="16614" y="12768"/>
                    <a:pt x="21087" y="12768"/>
                  </a:cubicBezTo>
                  <a:lnTo>
                    <a:pt x="21087" y="12768"/>
                  </a:lnTo>
                  <a:close/>
                </a:path>
              </a:pathLst>
            </a:custGeom>
            <a:solidFill>
              <a:srgbClr val="00ABAB"/>
            </a:solidFill>
            <a:ln w="6390" cap="flat">
              <a:noFill/>
              <a:prstDash val="solid"/>
              <a:miter/>
            </a:ln>
          </p:spPr>
          <p:txBody>
            <a:bodyPr rtlCol="0" anchor="ctr"/>
            <a:lstStyle/>
            <a:p>
              <a:endParaRPr lang="en-US"/>
            </a:p>
          </p:txBody>
        </p:sp>
        <p:sp>
          <p:nvSpPr>
            <p:cNvPr id="561" name="Graphic 4">
              <a:extLst>
                <a:ext uri="{FF2B5EF4-FFF2-40B4-BE49-F238E27FC236}">
                  <a16:creationId xmlns:a16="http://schemas.microsoft.com/office/drawing/2014/main" id="{5998D501-163A-A142-938C-DF8307A9715C}"/>
                </a:ext>
              </a:extLst>
            </p:cNvPr>
            <p:cNvSpPr/>
            <p:nvPr/>
          </p:nvSpPr>
          <p:spPr>
            <a:xfrm>
              <a:off x="3799431" y="1652975"/>
              <a:ext cx="67784" cy="38942"/>
            </a:xfrm>
            <a:custGeom>
              <a:avLst/>
              <a:gdLst>
                <a:gd name="connsiteX0" fmla="*/ 41560 w 67784"/>
                <a:gd name="connsiteY0" fmla="*/ 0 h 38942"/>
                <a:gd name="connsiteX1" fmla="*/ 26224 w 67784"/>
                <a:gd name="connsiteY1" fmla="*/ 0 h 38942"/>
                <a:gd name="connsiteX2" fmla="*/ 25 w 67784"/>
                <a:gd name="connsiteY2" fmla="*/ 28090 h 38942"/>
                <a:gd name="connsiteX3" fmla="*/ 25 w 67784"/>
                <a:gd name="connsiteY3" fmla="*/ 32558 h 38942"/>
                <a:gd name="connsiteX4" fmla="*/ 6415 w 67784"/>
                <a:gd name="connsiteY4" fmla="*/ 38942 h 38942"/>
                <a:gd name="connsiteX5" fmla="*/ 12805 w 67784"/>
                <a:gd name="connsiteY5" fmla="*/ 32558 h 38942"/>
                <a:gd name="connsiteX6" fmla="*/ 12805 w 67784"/>
                <a:gd name="connsiteY6" fmla="*/ 28090 h 38942"/>
                <a:gd name="connsiteX7" fmla="*/ 26224 w 67784"/>
                <a:gd name="connsiteY7" fmla="*/ 12768 h 38942"/>
                <a:gd name="connsiteX8" fmla="*/ 41560 w 67784"/>
                <a:gd name="connsiteY8" fmla="*/ 12768 h 38942"/>
                <a:gd name="connsiteX9" fmla="*/ 54979 w 67784"/>
                <a:gd name="connsiteY9" fmla="*/ 28090 h 38942"/>
                <a:gd name="connsiteX10" fmla="*/ 54979 w 67784"/>
                <a:gd name="connsiteY10" fmla="*/ 32558 h 38942"/>
                <a:gd name="connsiteX11" fmla="*/ 61369 w 67784"/>
                <a:gd name="connsiteY11" fmla="*/ 38942 h 38942"/>
                <a:gd name="connsiteX12" fmla="*/ 67759 w 67784"/>
                <a:gd name="connsiteY12" fmla="*/ 32558 h 38942"/>
                <a:gd name="connsiteX13" fmla="*/ 67759 w 67784"/>
                <a:gd name="connsiteY13" fmla="*/ 28090 h 38942"/>
                <a:gd name="connsiteX14" fmla="*/ 41560 w 67784"/>
                <a:gd name="connsiteY14" fmla="*/ 0 h 3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784" h="38942">
                  <a:moveTo>
                    <a:pt x="41560" y="0"/>
                  </a:moveTo>
                  <a:lnTo>
                    <a:pt x="26224" y="0"/>
                  </a:lnTo>
                  <a:cubicBezTo>
                    <a:pt x="10888" y="638"/>
                    <a:pt x="-613" y="12768"/>
                    <a:pt x="25" y="28090"/>
                  </a:cubicBezTo>
                  <a:lnTo>
                    <a:pt x="25" y="32558"/>
                  </a:lnTo>
                  <a:cubicBezTo>
                    <a:pt x="25" y="36389"/>
                    <a:pt x="2581" y="38942"/>
                    <a:pt x="6415" y="38942"/>
                  </a:cubicBezTo>
                  <a:cubicBezTo>
                    <a:pt x="10249" y="38942"/>
                    <a:pt x="12805" y="36389"/>
                    <a:pt x="12805" y="32558"/>
                  </a:cubicBezTo>
                  <a:lnTo>
                    <a:pt x="12805" y="28090"/>
                  </a:lnTo>
                  <a:cubicBezTo>
                    <a:pt x="12166" y="20429"/>
                    <a:pt x="18556" y="13406"/>
                    <a:pt x="26224" y="12768"/>
                  </a:cubicBezTo>
                  <a:lnTo>
                    <a:pt x="41560" y="12768"/>
                  </a:lnTo>
                  <a:cubicBezTo>
                    <a:pt x="49228" y="13406"/>
                    <a:pt x="55618" y="19790"/>
                    <a:pt x="54979" y="28090"/>
                  </a:cubicBezTo>
                  <a:lnTo>
                    <a:pt x="54979" y="32558"/>
                  </a:lnTo>
                  <a:cubicBezTo>
                    <a:pt x="54979" y="36389"/>
                    <a:pt x="57535" y="38942"/>
                    <a:pt x="61369" y="38942"/>
                  </a:cubicBezTo>
                  <a:cubicBezTo>
                    <a:pt x="65203" y="38942"/>
                    <a:pt x="67759" y="36389"/>
                    <a:pt x="67759" y="32558"/>
                  </a:cubicBezTo>
                  <a:lnTo>
                    <a:pt x="67759" y="28090"/>
                  </a:lnTo>
                  <a:cubicBezTo>
                    <a:pt x="68398" y="12768"/>
                    <a:pt x="56896" y="0"/>
                    <a:pt x="41560" y="0"/>
                  </a:cubicBezTo>
                  <a:close/>
                </a:path>
              </a:pathLst>
            </a:custGeom>
            <a:solidFill>
              <a:srgbClr val="00ABAB"/>
            </a:solidFill>
            <a:ln w="6390" cap="flat">
              <a:noFill/>
              <a:prstDash val="solid"/>
              <a:miter/>
            </a:ln>
          </p:spPr>
          <p:txBody>
            <a:bodyPr rtlCol="0" anchor="ctr"/>
            <a:lstStyle/>
            <a:p>
              <a:endParaRPr lang="en-US"/>
            </a:p>
          </p:txBody>
        </p:sp>
        <p:sp>
          <p:nvSpPr>
            <p:cNvPr id="562" name="Graphic 4">
              <a:extLst>
                <a:ext uri="{FF2B5EF4-FFF2-40B4-BE49-F238E27FC236}">
                  <a16:creationId xmlns:a16="http://schemas.microsoft.com/office/drawing/2014/main" id="{D85AD2A8-2E59-E446-B41D-57C94F864CAF}"/>
                </a:ext>
              </a:extLst>
            </p:cNvPr>
            <p:cNvSpPr/>
            <p:nvPr/>
          </p:nvSpPr>
          <p:spPr>
            <a:xfrm>
              <a:off x="3812236" y="1604457"/>
              <a:ext cx="42173" cy="42134"/>
            </a:xfrm>
            <a:custGeom>
              <a:avLst/>
              <a:gdLst>
                <a:gd name="connsiteX0" fmla="*/ 42174 w 42173"/>
                <a:gd name="connsiteY0" fmla="*/ 21067 h 42134"/>
                <a:gd name="connsiteX1" fmla="*/ 21087 w 42173"/>
                <a:gd name="connsiteY1" fmla="*/ 0 h 42134"/>
                <a:gd name="connsiteX2" fmla="*/ 0 w 42173"/>
                <a:gd name="connsiteY2" fmla="*/ 21067 h 42134"/>
                <a:gd name="connsiteX3" fmla="*/ 21087 w 42173"/>
                <a:gd name="connsiteY3" fmla="*/ 42134 h 42134"/>
                <a:gd name="connsiteX4" fmla="*/ 21087 w 42173"/>
                <a:gd name="connsiteY4" fmla="*/ 42134 h 42134"/>
                <a:gd name="connsiteX5" fmla="*/ 42174 w 42173"/>
                <a:gd name="connsiteY5" fmla="*/ 21067 h 42134"/>
                <a:gd name="connsiteX6" fmla="*/ 12780 w 42173"/>
                <a:gd name="connsiteY6" fmla="*/ 21067 h 42134"/>
                <a:gd name="connsiteX7" fmla="*/ 21087 w 42173"/>
                <a:gd name="connsiteY7" fmla="*/ 12768 h 42134"/>
                <a:gd name="connsiteX8" fmla="*/ 29394 w 42173"/>
                <a:gd name="connsiteY8" fmla="*/ 21067 h 42134"/>
                <a:gd name="connsiteX9" fmla="*/ 21087 w 42173"/>
                <a:gd name="connsiteY9" fmla="*/ 29366 h 42134"/>
                <a:gd name="connsiteX10" fmla="*/ 21087 w 42173"/>
                <a:gd name="connsiteY10" fmla="*/ 29366 h 42134"/>
                <a:gd name="connsiteX11" fmla="*/ 12780 w 42173"/>
                <a:gd name="connsiteY11" fmla="*/ 21067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173" h="42134">
                  <a:moveTo>
                    <a:pt x="42174" y="21067"/>
                  </a:moveTo>
                  <a:cubicBezTo>
                    <a:pt x="42174" y="9576"/>
                    <a:pt x="32589" y="0"/>
                    <a:pt x="21087" y="0"/>
                  </a:cubicBezTo>
                  <a:cubicBezTo>
                    <a:pt x="9585" y="0"/>
                    <a:pt x="0" y="9576"/>
                    <a:pt x="0" y="21067"/>
                  </a:cubicBezTo>
                  <a:cubicBezTo>
                    <a:pt x="0" y="32558"/>
                    <a:pt x="9585" y="42134"/>
                    <a:pt x="21087" y="42134"/>
                  </a:cubicBezTo>
                  <a:lnTo>
                    <a:pt x="21087" y="42134"/>
                  </a:lnTo>
                  <a:cubicBezTo>
                    <a:pt x="33228" y="42134"/>
                    <a:pt x="42174" y="32558"/>
                    <a:pt x="42174" y="21067"/>
                  </a:cubicBezTo>
                  <a:close/>
                  <a:moveTo>
                    <a:pt x="12780" y="21067"/>
                  </a:moveTo>
                  <a:cubicBezTo>
                    <a:pt x="12780" y="16598"/>
                    <a:pt x="16614" y="12768"/>
                    <a:pt x="21087" y="12768"/>
                  </a:cubicBezTo>
                  <a:cubicBezTo>
                    <a:pt x="25560" y="12768"/>
                    <a:pt x="29394" y="16598"/>
                    <a:pt x="29394" y="21067"/>
                  </a:cubicBezTo>
                  <a:cubicBezTo>
                    <a:pt x="29394" y="25536"/>
                    <a:pt x="25560" y="29366"/>
                    <a:pt x="21087" y="29366"/>
                  </a:cubicBezTo>
                  <a:lnTo>
                    <a:pt x="21087" y="29366"/>
                  </a:lnTo>
                  <a:cubicBezTo>
                    <a:pt x="16614" y="29366"/>
                    <a:pt x="12780" y="25536"/>
                    <a:pt x="12780" y="21067"/>
                  </a:cubicBezTo>
                  <a:close/>
                </a:path>
              </a:pathLst>
            </a:custGeom>
            <a:solidFill>
              <a:srgbClr val="00ABAB"/>
            </a:solidFill>
            <a:ln w="6390" cap="flat">
              <a:noFill/>
              <a:prstDash val="solid"/>
              <a:miter/>
            </a:ln>
          </p:spPr>
          <p:txBody>
            <a:bodyPr rtlCol="0" anchor="ctr"/>
            <a:lstStyle/>
            <a:p>
              <a:endParaRPr lang="en-US"/>
            </a:p>
          </p:txBody>
        </p:sp>
        <p:sp>
          <p:nvSpPr>
            <p:cNvPr id="563" name="Graphic 4">
              <a:extLst>
                <a:ext uri="{FF2B5EF4-FFF2-40B4-BE49-F238E27FC236}">
                  <a16:creationId xmlns:a16="http://schemas.microsoft.com/office/drawing/2014/main" id="{537228EB-11BD-204C-B752-7BE26E72454D}"/>
                </a:ext>
              </a:extLst>
            </p:cNvPr>
            <p:cNvSpPr/>
            <p:nvPr/>
          </p:nvSpPr>
          <p:spPr>
            <a:xfrm>
              <a:off x="3763672" y="1575091"/>
              <a:ext cx="139300" cy="12767"/>
            </a:xfrm>
            <a:custGeom>
              <a:avLst/>
              <a:gdLst>
                <a:gd name="connsiteX0" fmla="*/ 132911 w 139300"/>
                <a:gd name="connsiteY0" fmla="*/ 0 h 12767"/>
                <a:gd name="connsiteX1" fmla="*/ 6390 w 139300"/>
                <a:gd name="connsiteY1" fmla="*/ 0 h 12767"/>
                <a:gd name="connsiteX2" fmla="*/ 0 w 139300"/>
                <a:gd name="connsiteY2" fmla="*/ 6384 h 12767"/>
                <a:gd name="connsiteX3" fmla="*/ 6390 w 139300"/>
                <a:gd name="connsiteY3" fmla="*/ 12768 h 12767"/>
                <a:gd name="connsiteX4" fmla="*/ 132911 w 139300"/>
                <a:gd name="connsiteY4" fmla="*/ 12768 h 12767"/>
                <a:gd name="connsiteX5" fmla="*/ 139301 w 139300"/>
                <a:gd name="connsiteY5" fmla="*/ 6384 h 12767"/>
                <a:gd name="connsiteX6" fmla="*/ 132911 w 139300"/>
                <a:gd name="connsiteY6" fmla="*/ 0 h 12767"/>
                <a:gd name="connsiteX7" fmla="*/ 132911 w 139300"/>
                <a:gd name="connsiteY7"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00" h="12767">
                  <a:moveTo>
                    <a:pt x="132911" y="0"/>
                  </a:moveTo>
                  <a:lnTo>
                    <a:pt x="6390" y="0"/>
                  </a:lnTo>
                  <a:cubicBezTo>
                    <a:pt x="2556" y="0"/>
                    <a:pt x="0" y="2554"/>
                    <a:pt x="0" y="6384"/>
                  </a:cubicBezTo>
                  <a:cubicBezTo>
                    <a:pt x="0" y="10214"/>
                    <a:pt x="2556" y="12768"/>
                    <a:pt x="6390" y="12768"/>
                  </a:cubicBezTo>
                  <a:lnTo>
                    <a:pt x="132911" y="12768"/>
                  </a:lnTo>
                  <a:cubicBezTo>
                    <a:pt x="136745" y="12768"/>
                    <a:pt x="139301" y="10214"/>
                    <a:pt x="139301" y="6384"/>
                  </a:cubicBezTo>
                  <a:cubicBezTo>
                    <a:pt x="139301" y="2554"/>
                    <a:pt x="136745" y="0"/>
                    <a:pt x="132911" y="0"/>
                  </a:cubicBezTo>
                  <a:lnTo>
                    <a:pt x="132911" y="0"/>
                  </a:lnTo>
                  <a:close/>
                </a:path>
              </a:pathLst>
            </a:custGeom>
            <a:solidFill>
              <a:srgbClr val="00ABAB"/>
            </a:solidFill>
            <a:ln w="6390" cap="flat">
              <a:noFill/>
              <a:prstDash val="solid"/>
              <a:miter/>
            </a:ln>
          </p:spPr>
          <p:txBody>
            <a:bodyPr rtlCol="0" anchor="ctr"/>
            <a:lstStyle/>
            <a:p>
              <a:endParaRPr lang="en-US"/>
            </a:p>
          </p:txBody>
        </p:sp>
      </p:grpSp>
      <p:grpSp>
        <p:nvGrpSpPr>
          <p:cNvPr id="564" name="Graphic 4">
            <a:extLst>
              <a:ext uri="{FF2B5EF4-FFF2-40B4-BE49-F238E27FC236}">
                <a16:creationId xmlns:a16="http://schemas.microsoft.com/office/drawing/2014/main" id="{6CEBA0F3-AE63-2D4F-9186-EF765C760E16}"/>
              </a:ext>
            </a:extLst>
          </p:cNvPr>
          <p:cNvGrpSpPr>
            <a:grpSpLocks noChangeAspect="1"/>
          </p:cNvGrpSpPr>
          <p:nvPr/>
        </p:nvGrpSpPr>
        <p:grpSpPr>
          <a:xfrm>
            <a:off x="3607758" y="1885990"/>
            <a:ext cx="362309" cy="361971"/>
            <a:chOff x="3607758" y="1885990"/>
            <a:chExt cx="362309" cy="361971"/>
          </a:xfrm>
          <a:solidFill>
            <a:srgbClr val="00ABAB"/>
          </a:solidFill>
        </p:grpSpPr>
        <p:sp>
          <p:nvSpPr>
            <p:cNvPr id="565" name="Graphic 4">
              <a:extLst>
                <a:ext uri="{FF2B5EF4-FFF2-40B4-BE49-F238E27FC236}">
                  <a16:creationId xmlns:a16="http://schemas.microsoft.com/office/drawing/2014/main" id="{2645221B-BAD5-F544-9CFD-37B874723BE4}"/>
                </a:ext>
              </a:extLst>
            </p:cNvPr>
            <p:cNvSpPr/>
            <p:nvPr/>
          </p:nvSpPr>
          <p:spPr>
            <a:xfrm>
              <a:off x="3607758" y="1885990"/>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8565 h 361971"/>
                <a:gd name="connsiteX7" fmla="*/ 12780 w 362309"/>
                <a:gd name="connsiteY7" fmla="*/ 180667 h 361971"/>
                <a:gd name="connsiteX8" fmla="*/ 180836 w 362309"/>
                <a:gd name="connsiteY8" fmla="*/ 12130 h 361971"/>
                <a:gd name="connsiteX9" fmla="*/ 349530 w 362309"/>
                <a:gd name="connsiteY9" fmla="*/ 180028 h 361971"/>
                <a:gd name="connsiteX10" fmla="*/ 349530 w 362309"/>
                <a:gd name="connsiteY10" fmla="*/ 180667 h 361971"/>
                <a:gd name="connsiteX11" fmla="*/ 181474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0438"/>
                    <a:pt x="0" y="180667"/>
                  </a:cubicBezTo>
                  <a:cubicBezTo>
                    <a:pt x="0" y="280895"/>
                    <a:pt x="80513" y="361972"/>
                    <a:pt x="180836" y="361972"/>
                  </a:cubicBezTo>
                  <a:cubicBezTo>
                    <a:pt x="281157" y="361972"/>
                    <a:pt x="362310" y="281534"/>
                    <a:pt x="362310" y="181305"/>
                  </a:cubicBezTo>
                  <a:cubicBezTo>
                    <a:pt x="362310" y="181305"/>
                    <a:pt x="362310" y="181305"/>
                    <a:pt x="362310" y="181305"/>
                  </a:cubicBezTo>
                  <a:cubicBezTo>
                    <a:pt x="362310" y="81077"/>
                    <a:pt x="281157" y="0"/>
                    <a:pt x="181474" y="0"/>
                  </a:cubicBezTo>
                  <a:close/>
                  <a:moveTo>
                    <a:pt x="181474" y="348565"/>
                  </a:moveTo>
                  <a:cubicBezTo>
                    <a:pt x="88181" y="348565"/>
                    <a:pt x="12780" y="273873"/>
                    <a:pt x="12780" y="180667"/>
                  </a:cubicBezTo>
                  <a:cubicBezTo>
                    <a:pt x="12780" y="87461"/>
                    <a:pt x="87542" y="12130"/>
                    <a:pt x="180836" y="12130"/>
                  </a:cubicBezTo>
                  <a:cubicBezTo>
                    <a:pt x="274128" y="12130"/>
                    <a:pt x="349530" y="86822"/>
                    <a:pt x="349530" y="180028"/>
                  </a:cubicBezTo>
                  <a:cubicBezTo>
                    <a:pt x="349530" y="180028"/>
                    <a:pt x="349530" y="180028"/>
                    <a:pt x="349530" y="180667"/>
                  </a:cubicBezTo>
                  <a:cubicBezTo>
                    <a:pt x="349530" y="273235"/>
                    <a:pt x="274128" y="348565"/>
                    <a:pt x="181474" y="348565"/>
                  </a:cubicBezTo>
                  <a:close/>
                </a:path>
              </a:pathLst>
            </a:custGeom>
            <a:solidFill>
              <a:srgbClr val="00ABAB"/>
            </a:solidFill>
            <a:ln w="6390" cap="flat">
              <a:noFill/>
              <a:prstDash val="solid"/>
              <a:miter/>
            </a:ln>
          </p:spPr>
          <p:txBody>
            <a:bodyPr rtlCol="0" anchor="ctr"/>
            <a:lstStyle/>
            <a:p>
              <a:endParaRPr lang="en-US"/>
            </a:p>
          </p:txBody>
        </p:sp>
        <p:sp>
          <p:nvSpPr>
            <p:cNvPr id="566" name="Graphic 4">
              <a:extLst>
                <a:ext uri="{FF2B5EF4-FFF2-40B4-BE49-F238E27FC236}">
                  <a16:creationId xmlns:a16="http://schemas.microsoft.com/office/drawing/2014/main" id="{A3A4286F-9F84-DA4A-A6BD-3FFA5DFD3CED}"/>
                </a:ext>
              </a:extLst>
            </p:cNvPr>
            <p:cNvSpPr/>
            <p:nvPr/>
          </p:nvSpPr>
          <p:spPr>
            <a:xfrm>
              <a:off x="3664603" y="2071126"/>
              <a:ext cx="67783" cy="39580"/>
            </a:xfrm>
            <a:custGeom>
              <a:avLst/>
              <a:gdLst>
                <a:gd name="connsiteX0" fmla="*/ 41560 w 67783"/>
                <a:gd name="connsiteY0" fmla="*/ 0 h 39580"/>
                <a:gd name="connsiteX1" fmla="*/ 26224 w 67783"/>
                <a:gd name="connsiteY1" fmla="*/ 0 h 39580"/>
                <a:gd name="connsiteX2" fmla="*/ 25 w 67783"/>
                <a:gd name="connsiteY2" fmla="*/ 28090 h 39580"/>
                <a:gd name="connsiteX3" fmla="*/ 25 w 67783"/>
                <a:gd name="connsiteY3" fmla="*/ 33197 h 39580"/>
                <a:gd name="connsiteX4" fmla="*/ 6415 w 67783"/>
                <a:gd name="connsiteY4" fmla="*/ 39581 h 39580"/>
                <a:gd name="connsiteX5" fmla="*/ 12805 w 67783"/>
                <a:gd name="connsiteY5" fmla="*/ 33197 h 39580"/>
                <a:gd name="connsiteX6" fmla="*/ 12805 w 67783"/>
                <a:gd name="connsiteY6" fmla="*/ 28728 h 39580"/>
                <a:gd name="connsiteX7" fmla="*/ 26224 w 67783"/>
                <a:gd name="connsiteY7" fmla="*/ 13406 h 39580"/>
                <a:gd name="connsiteX8" fmla="*/ 41560 w 67783"/>
                <a:gd name="connsiteY8" fmla="*/ 13406 h 39580"/>
                <a:gd name="connsiteX9" fmla="*/ 54979 w 67783"/>
                <a:gd name="connsiteY9" fmla="*/ 28728 h 39580"/>
                <a:gd name="connsiteX10" fmla="*/ 54979 w 67783"/>
                <a:gd name="connsiteY10" fmla="*/ 33197 h 39580"/>
                <a:gd name="connsiteX11" fmla="*/ 61369 w 67783"/>
                <a:gd name="connsiteY11" fmla="*/ 39581 h 39580"/>
                <a:gd name="connsiteX12" fmla="*/ 67759 w 67783"/>
                <a:gd name="connsiteY12" fmla="*/ 33197 h 39580"/>
                <a:gd name="connsiteX13" fmla="*/ 67759 w 67783"/>
                <a:gd name="connsiteY13" fmla="*/ 28728 h 39580"/>
                <a:gd name="connsiteX14" fmla="*/ 41560 w 67783"/>
                <a:gd name="connsiteY14" fmla="*/ 0 h 39580"/>
                <a:gd name="connsiteX15" fmla="*/ 41560 w 67783"/>
                <a:gd name="connsiteY15" fmla="*/ 0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783" h="39580">
                  <a:moveTo>
                    <a:pt x="41560" y="0"/>
                  </a:moveTo>
                  <a:lnTo>
                    <a:pt x="26224" y="0"/>
                  </a:lnTo>
                  <a:cubicBezTo>
                    <a:pt x="10888" y="638"/>
                    <a:pt x="-613" y="12768"/>
                    <a:pt x="25" y="28090"/>
                  </a:cubicBezTo>
                  <a:lnTo>
                    <a:pt x="25" y="33197"/>
                  </a:lnTo>
                  <a:cubicBezTo>
                    <a:pt x="25" y="37027"/>
                    <a:pt x="2581" y="39581"/>
                    <a:pt x="6415" y="39581"/>
                  </a:cubicBezTo>
                  <a:cubicBezTo>
                    <a:pt x="10249" y="39581"/>
                    <a:pt x="12805" y="37027"/>
                    <a:pt x="12805" y="33197"/>
                  </a:cubicBezTo>
                  <a:lnTo>
                    <a:pt x="12805" y="28728"/>
                  </a:lnTo>
                  <a:cubicBezTo>
                    <a:pt x="12166" y="21067"/>
                    <a:pt x="18556" y="14045"/>
                    <a:pt x="26224" y="13406"/>
                  </a:cubicBezTo>
                  <a:lnTo>
                    <a:pt x="41560" y="13406"/>
                  </a:lnTo>
                  <a:cubicBezTo>
                    <a:pt x="49228" y="14045"/>
                    <a:pt x="55618" y="20429"/>
                    <a:pt x="54979" y="28728"/>
                  </a:cubicBezTo>
                  <a:lnTo>
                    <a:pt x="54979" y="33197"/>
                  </a:lnTo>
                  <a:cubicBezTo>
                    <a:pt x="54979" y="37027"/>
                    <a:pt x="57535" y="39581"/>
                    <a:pt x="61369" y="39581"/>
                  </a:cubicBezTo>
                  <a:cubicBezTo>
                    <a:pt x="65203" y="39581"/>
                    <a:pt x="67759" y="37027"/>
                    <a:pt x="67759" y="33197"/>
                  </a:cubicBezTo>
                  <a:lnTo>
                    <a:pt x="67759" y="28728"/>
                  </a:lnTo>
                  <a:cubicBezTo>
                    <a:pt x="68398" y="13406"/>
                    <a:pt x="56896" y="638"/>
                    <a:pt x="41560" y="0"/>
                  </a:cubicBezTo>
                  <a:cubicBezTo>
                    <a:pt x="41560" y="0"/>
                    <a:pt x="41560" y="0"/>
                    <a:pt x="41560" y="0"/>
                  </a:cubicBezTo>
                  <a:close/>
                </a:path>
              </a:pathLst>
            </a:custGeom>
            <a:solidFill>
              <a:srgbClr val="00ABAB"/>
            </a:solidFill>
            <a:ln w="6390" cap="flat">
              <a:noFill/>
              <a:prstDash val="solid"/>
              <a:miter/>
            </a:ln>
          </p:spPr>
          <p:txBody>
            <a:bodyPr rtlCol="0" anchor="ctr"/>
            <a:lstStyle/>
            <a:p>
              <a:endParaRPr lang="en-US"/>
            </a:p>
          </p:txBody>
        </p:sp>
        <p:sp>
          <p:nvSpPr>
            <p:cNvPr id="567" name="Graphic 4">
              <a:extLst>
                <a:ext uri="{FF2B5EF4-FFF2-40B4-BE49-F238E27FC236}">
                  <a16:creationId xmlns:a16="http://schemas.microsoft.com/office/drawing/2014/main" id="{B5A84C12-44F4-B742-9C20-06FB8A28DC08}"/>
                </a:ext>
              </a:extLst>
            </p:cNvPr>
            <p:cNvSpPr/>
            <p:nvPr/>
          </p:nvSpPr>
          <p:spPr>
            <a:xfrm>
              <a:off x="3677408" y="2022608"/>
              <a:ext cx="42173" cy="42134"/>
            </a:xfrm>
            <a:custGeom>
              <a:avLst/>
              <a:gdLst>
                <a:gd name="connsiteX0" fmla="*/ 21087 w 42173"/>
                <a:gd name="connsiteY0" fmla="*/ 42134 h 42134"/>
                <a:gd name="connsiteX1" fmla="*/ 42173 w 42173"/>
                <a:gd name="connsiteY1" fmla="*/ 21067 h 42134"/>
                <a:gd name="connsiteX2" fmla="*/ 21087 w 42173"/>
                <a:gd name="connsiteY2" fmla="*/ 0 h 42134"/>
                <a:gd name="connsiteX3" fmla="*/ 0 w 42173"/>
                <a:gd name="connsiteY3" fmla="*/ 21067 h 42134"/>
                <a:gd name="connsiteX4" fmla="*/ 0 w 42173"/>
                <a:gd name="connsiteY4" fmla="*/ 21067 h 42134"/>
                <a:gd name="connsiteX5" fmla="*/ 21087 w 42173"/>
                <a:gd name="connsiteY5" fmla="*/ 42134 h 42134"/>
                <a:gd name="connsiteX6" fmla="*/ 21087 w 42173"/>
                <a:gd name="connsiteY6" fmla="*/ 12768 h 42134"/>
                <a:gd name="connsiteX7" fmla="*/ 29394 w 42173"/>
                <a:gd name="connsiteY7" fmla="*/ 21067 h 42134"/>
                <a:gd name="connsiteX8" fmla="*/ 21087 w 42173"/>
                <a:gd name="connsiteY8" fmla="*/ 29366 h 42134"/>
                <a:gd name="connsiteX9" fmla="*/ 12780 w 42173"/>
                <a:gd name="connsiteY9" fmla="*/ 21067 h 42134"/>
                <a:gd name="connsiteX10" fmla="*/ 12780 w 42173"/>
                <a:gd name="connsiteY10" fmla="*/ 21067 h 42134"/>
                <a:gd name="connsiteX11" fmla="*/ 21087 w 42173"/>
                <a:gd name="connsiteY11" fmla="*/ 12768 h 42134"/>
                <a:gd name="connsiteX12" fmla="*/ 21087 w 42173"/>
                <a:gd name="connsiteY12" fmla="*/ 12768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173" h="42134">
                  <a:moveTo>
                    <a:pt x="21087" y="42134"/>
                  </a:moveTo>
                  <a:cubicBezTo>
                    <a:pt x="32589" y="42134"/>
                    <a:pt x="42173" y="32558"/>
                    <a:pt x="42173" y="21067"/>
                  </a:cubicBezTo>
                  <a:cubicBezTo>
                    <a:pt x="42173" y="9576"/>
                    <a:pt x="32589" y="0"/>
                    <a:pt x="21087" y="0"/>
                  </a:cubicBezTo>
                  <a:cubicBezTo>
                    <a:pt x="9585" y="0"/>
                    <a:pt x="0" y="9576"/>
                    <a:pt x="0" y="21067"/>
                  </a:cubicBezTo>
                  <a:lnTo>
                    <a:pt x="0" y="21067"/>
                  </a:lnTo>
                  <a:cubicBezTo>
                    <a:pt x="0" y="33197"/>
                    <a:pt x="8946" y="42134"/>
                    <a:pt x="21087" y="42134"/>
                  </a:cubicBezTo>
                  <a:close/>
                  <a:moveTo>
                    <a:pt x="21087" y="12768"/>
                  </a:moveTo>
                  <a:cubicBezTo>
                    <a:pt x="25560" y="12768"/>
                    <a:pt x="29394" y="16598"/>
                    <a:pt x="29394" y="21067"/>
                  </a:cubicBezTo>
                  <a:cubicBezTo>
                    <a:pt x="29394" y="25536"/>
                    <a:pt x="25560" y="29366"/>
                    <a:pt x="21087" y="29366"/>
                  </a:cubicBezTo>
                  <a:cubicBezTo>
                    <a:pt x="16614" y="29366"/>
                    <a:pt x="12780" y="25536"/>
                    <a:pt x="12780" y="21067"/>
                  </a:cubicBezTo>
                  <a:lnTo>
                    <a:pt x="12780" y="21067"/>
                  </a:lnTo>
                  <a:cubicBezTo>
                    <a:pt x="12780" y="16598"/>
                    <a:pt x="16614" y="12768"/>
                    <a:pt x="21087" y="12768"/>
                  </a:cubicBezTo>
                  <a:lnTo>
                    <a:pt x="21087" y="12768"/>
                  </a:lnTo>
                  <a:close/>
                </a:path>
              </a:pathLst>
            </a:custGeom>
            <a:solidFill>
              <a:srgbClr val="00ABAB"/>
            </a:solidFill>
            <a:ln w="6390" cap="flat">
              <a:noFill/>
              <a:prstDash val="solid"/>
              <a:miter/>
            </a:ln>
          </p:spPr>
          <p:txBody>
            <a:bodyPr rtlCol="0" anchor="ctr"/>
            <a:lstStyle/>
            <a:p>
              <a:endParaRPr lang="en-US"/>
            </a:p>
          </p:txBody>
        </p:sp>
        <p:sp>
          <p:nvSpPr>
            <p:cNvPr id="568" name="Graphic 4">
              <a:extLst>
                <a:ext uri="{FF2B5EF4-FFF2-40B4-BE49-F238E27FC236}">
                  <a16:creationId xmlns:a16="http://schemas.microsoft.com/office/drawing/2014/main" id="{740285C9-F1BA-C64C-9E82-C2A3CFF56D95}"/>
                </a:ext>
              </a:extLst>
            </p:cNvPr>
            <p:cNvSpPr/>
            <p:nvPr/>
          </p:nvSpPr>
          <p:spPr>
            <a:xfrm>
              <a:off x="3802012" y="2022608"/>
              <a:ext cx="42173" cy="42134"/>
            </a:xfrm>
            <a:custGeom>
              <a:avLst/>
              <a:gdLst>
                <a:gd name="connsiteX0" fmla="*/ 21087 w 42173"/>
                <a:gd name="connsiteY0" fmla="*/ 42134 h 42134"/>
                <a:gd name="connsiteX1" fmla="*/ 42173 w 42173"/>
                <a:gd name="connsiteY1" fmla="*/ 21067 h 42134"/>
                <a:gd name="connsiteX2" fmla="*/ 21087 w 42173"/>
                <a:gd name="connsiteY2" fmla="*/ 0 h 42134"/>
                <a:gd name="connsiteX3" fmla="*/ 0 w 42173"/>
                <a:gd name="connsiteY3" fmla="*/ 21067 h 42134"/>
                <a:gd name="connsiteX4" fmla="*/ 0 w 42173"/>
                <a:gd name="connsiteY4" fmla="*/ 21067 h 42134"/>
                <a:gd name="connsiteX5" fmla="*/ 21087 w 42173"/>
                <a:gd name="connsiteY5" fmla="*/ 42134 h 42134"/>
                <a:gd name="connsiteX6" fmla="*/ 21087 w 42173"/>
                <a:gd name="connsiteY6" fmla="*/ 12768 h 42134"/>
                <a:gd name="connsiteX7" fmla="*/ 29394 w 42173"/>
                <a:gd name="connsiteY7" fmla="*/ 21067 h 42134"/>
                <a:gd name="connsiteX8" fmla="*/ 21087 w 42173"/>
                <a:gd name="connsiteY8" fmla="*/ 29366 h 42134"/>
                <a:gd name="connsiteX9" fmla="*/ 12780 w 42173"/>
                <a:gd name="connsiteY9" fmla="*/ 21067 h 42134"/>
                <a:gd name="connsiteX10" fmla="*/ 12780 w 42173"/>
                <a:gd name="connsiteY10" fmla="*/ 21067 h 42134"/>
                <a:gd name="connsiteX11" fmla="*/ 21087 w 42173"/>
                <a:gd name="connsiteY11" fmla="*/ 12768 h 42134"/>
                <a:gd name="connsiteX12" fmla="*/ 21087 w 42173"/>
                <a:gd name="connsiteY12" fmla="*/ 12768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173" h="42134">
                  <a:moveTo>
                    <a:pt x="21087" y="42134"/>
                  </a:moveTo>
                  <a:cubicBezTo>
                    <a:pt x="32589" y="42134"/>
                    <a:pt x="42173" y="32558"/>
                    <a:pt x="42173" y="21067"/>
                  </a:cubicBezTo>
                  <a:cubicBezTo>
                    <a:pt x="42173" y="9576"/>
                    <a:pt x="32589" y="0"/>
                    <a:pt x="21087" y="0"/>
                  </a:cubicBezTo>
                  <a:cubicBezTo>
                    <a:pt x="9585" y="0"/>
                    <a:pt x="0" y="9576"/>
                    <a:pt x="0" y="21067"/>
                  </a:cubicBezTo>
                  <a:lnTo>
                    <a:pt x="0" y="21067"/>
                  </a:lnTo>
                  <a:cubicBezTo>
                    <a:pt x="0" y="33197"/>
                    <a:pt x="9585" y="42134"/>
                    <a:pt x="21087" y="42134"/>
                  </a:cubicBezTo>
                  <a:close/>
                  <a:moveTo>
                    <a:pt x="21087" y="12768"/>
                  </a:moveTo>
                  <a:cubicBezTo>
                    <a:pt x="25560" y="12768"/>
                    <a:pt x="29394" y="16598"/>
                    <a:pt x="29394" y="21067"/>
                  </a:cubicBezTo>
                  <a:cubicBezTo>
                    <a:pt x="29394" y="25536"/>
                    <a:pt x="25560" y="29366"/>
                    <a:pt x="21087" y="29366"/>
                  </a:cubicBezTo>
                  <a:cubicBezTo>
                    <a:pt x="16614" y="29366"/>
                    <a:pt x="12780" y="25536"/>
                    <a:pt x="12780" y="21067"/>
                  </a:cubicBezTo>
                  <a:lnTo>
                    <a:pt x="12780" y="21067"/>
                  </a:lnTo>
                  <a:cubicBezTo>
                    <a:pt x="12780" y="16598"/>
                    <a:pt x="16614" y="12768"/>
                    <a:pt x="21087" y="12768"/>
                  </a:cubicBezTo>
                  <a:lnTo>
                    <a:pt x="21087" y="12768"/>
                  </a:lnTo>
                  <a:close/>
                </a:path>
              </a:pathLst>
            </a:custGeom>
            <a:solidFill>
              <a:srgbClr val="00ABAB"/>
            </a:solidFill>
            <a:ln w="6390" cap="flat">
              <a:noFill/>
              <a:prstDash val="solid"/>
              <a:miter/>
            </a:ln>
          </p:spPr>
          <p:txBody>
            <a:bodyPr rtlCol="0" anchor="ctr"/>
            <a:lstStyle/>
            <a:p>
              <a:endParaRPr lang="en-US"/>
            </a:p>
          </p:txBody>
        </p:sp>
        <p:sp>
          <p:nvSpPr>
            <p:cNvPr id="569" name="Graphic 4">
              <a:extLst>
                <a:ext uri="{FF2B5EF4-FFF2-40B4-BE49-F238E27FC236}">
                  <a16:creationId xmlns:a16="http://schemas.microsoft.com/office/drawing/2014/main" id="{71E32746-BF32-994E-9788-C7B1856D1F1F}"/>
                </a:ext>
              </a:extLst>
            </p:cNvPr>
            <p:cNvSpPr/>
            <p:nvPr/>
          </p:nvSpPr>
          <p:spPr>
            <a:xfrm>
              <a:off x="3789207" y="2071126"/>
              <a:ext cx="123550" cy="39580"/>
            </a:xfrm>
            <a:custGeom>
              <a:avLst/>
              <a:gdLst>
                <a:gd name="connsiteX0" fmla="*/ 97791 w 123550"/>
                <a:gd name="connsiteY0" fmla="*/ 0 h 39580"/>
                <a:gd name="connsiteX1" fmla="*/ 82456 w 123550"/>
                <a:gd name="connsiteY1" fmla="*/ 0 h 39580"/>
                <a:gd name="connsiteX2" fmla="*/ 62008 w 123550"/>
                <a:gd name="connsiteY2" fmla="*/ 10214 h 39580"/>
                <a:gd name="connsiteX3" fmla="*/ 41560 w 123550"/>
                <a:gd name="connsiteY3" fmla="*/ 0 h 39580"/>
                <a:gd name="connsiteX4" fmla="*/ 26224 w 123550"/>
                <a:gd name="connsiteY4" fmla="*/ 0 h 39580"/>
                <a:gd name="connsiteX5" fmla="*/ 25 w 123550"/>
                <a:gd name="connsiteY5" fmla="*/ 28090 h 39580"/>
                <a:gd name="connsiteX6" fmla="*/ 25 w 123550"/>
                <a:gd name="connsiteY6" fmla="*/ 33197 h 39580"/>
                <a:gd name="connsiteX7" fmla="*/ 6415 w 123550"/>
                <a:gd name="connsiteY7" fmla="*/ 39581 h 39580"/>
                <a:gd name="connsiteX8" fmla="*/ 12805 w 123550"/>
                <a:gd name="connsiteY8" fmla="*/ 33197 h 39580"/>
                <a:gd name="connsiteX9" fmla="*/ 12805 w 123550"/>
                <a:gd name="connsiteY9" fmla="*/ 28728 h 39580"/>
                <a:gd name="connsiteX10" fmla="*/ 26224 w 123550"/>
                <a:gd name="connsiteY10" fmla="*/ 13406 h 39580"/>
                <a:gd name="connsiteX11" fmla="*/ 41560 w 123550"/>
                <a:gd name="connsiteY11" fmla="*/ 13406 h 39580"/>
                <a:gd name="connsiteX12" fmla="*/ 54979 w 123550"/>
                <a:gd name="connsiteY12" fmla="*/ 28728 h 39580"/>
                <a:gd name="connsiteX13" fmla="*/ 54979 w 123550"/>
                <a:gd name="connsiteY13" fmla="*/ 33197 h 39580"/>
                <a:gd name="connsiteX14" fmla="*/ 61369 w 123550"/>
                <a:gd name="connsiteY14" fmla="*/ 39581 h 39580"/>
                <a:gd name="connsiteX15" fmla="*/ 62008 w 123550"/>
                <a:gd name="connsiteY15" fmla="*/ 39581 h 39580"/>
                <a:gd name="connsiteX16" fmla="*/ 68398 w 123550"/>
                <a:gd name="connsiteY16" fmla="*/ 33197 h 39580"/>
                <a:gd name="connsiteX17" fmla="*/ 68398 w 123550"/>
                <a:gd name="connsiteY17" fmla="*/ 28728 h 39580"/>
                <a:gd name="connsiteX18" fmla="*/ 81816 w 123550"/>
                <a:gd name="connsiteY18" fmla="*/ 13406 h 39580"/>
                <a:gd name="connsiteX19" fmla="*/ 97152 w 123550"/>
                <a:gd name="connsiteY19" fmla="*/ 13406 h 39580"/>
                <a:gd name="connsiteX20" fmla="*/ 110571 w 123550"/>
                <a:gd name="connsiteY20" fmla="*/ 28728 h 39580"/>
                <a:gd name="connsiteX21" fmla="*/ 110571 w 123550"/>
                <a:gd name="connsiteY21" fmla="*/ 33197 h 39580"/>
                <a:gd name="connsiteX22" fmla="*/ 116961 w 123550"/>
                <a:gd name="connsiteY22" fmla="*/ 39581 h 39580"/>
                <a:gd name="connsiteX23" fmla="*/ 123351 w 123550"/>
                <a:gd name="connsiteY23" fmla="*/ 33197 h 39580"/>
                <a:gd name="connsiteX24" fmla="*/ 123351 w 123550"/>
                <a:gd name="connsiteY24" fmla="*/ 28728 h 39580"/>
                <a:gd name="connsiteX25" fmla="*/ 97791 w 123550"/>
                <a:gd name="connsiteY25" fmla="*/ 0 h 39580"/>
                <a:gd name="connsiteX26" fmla="*/ 97791 w 123550"/>
                <a:gd name="connsiteY26" fmla="*/ 0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3550" h="39580">
                  <a:moveTo>
                    <a:pt x="97791" y="0"/>
                  </a:moveTo>
                  <a:lnTo>
                    <a:pt x="82456" y="0"/>
                  </a:lnTo>
                  <a:cubicBezTo>
                    <a:pt x="74148" y="0"/>
                    <a:pt x="66481" y="3830"/>
                    <a:pt x="62008" y="10214"/>
                  </a:cubicBezTo>
                  <a:cubicBezTo>
                    <a:pt x="57535" y="3830"/>
                    <a:pt x="49867" y="0"/>
                    <a:pt x="41560" y="0"/>
                  </a:cubicBezTo>
                  <a:lnTo>
                    <a:pt x="26224" y="0"/>
                  </a:lnTo>
                  <a:cubicBezTo>
                    <a:pt x="10888" y="638"/>
                    <a:pt x="-613" y="12768"/>
                    <a:pt x="25" y="28090"/>
                  </a:cubicBezTo>
                  <a:lnTo>
                    <a:pt x="25" y="33197"/>
                  </a:lnTo>
                  <a:cubicBezTo>
                    <a:pt x="25" y="37027"/>
                    <a:pt x="2581" y="39581"/>
                    <a:pt x="6415" y="39581"/>
                  </a:cubicBezTo>
                  <a:cubicBezTo>
                    <a:pt x="10249" y="39581"/>
                    <a:pt x="12805" y="37027"/>
                    <a:pt x="12805" y="33197"/>
                  </a:cubicBezTo>
                  <a:lnTo>
                    <a:pt x="12805" y="28728"/>
                  </a:lnTo>
                  <a:cubicBezTo>
                    <a:pt x="12166" y="21067"/>
                    <a:pt x="18556" y="14045"/>
                    <a:pt x="26224" y="13406"/>
                  </a:cubicBezTo>
                  <a:lnTo>
                    <a:pt x="41560" y="13406"/>
                  </a:lnTo>
                  <a:cubicBezTo>
                    <a:pt x="49228" y="14045"/>
                    <a:pt x="55618" y="20429"/>
                    <a:pt x="54979" y="28728"/>
                  </a:cubicBezTo>
                  <a:lnTo>
                    <a:pt x="54979" y="33197"/>
                  </a:lnTo>
                  <a:cubicBezTo>
                    <a:pt x="54979" y="37027"/>
                    <a:pt x="57535" y="39581"/>
                    <a:pt x="61369" y="39581"/>
                  </a:cubicBezTo>
                  <a:lnTo>
                    <a:pt x="62008" y="39581"/>
                  </a:lnTo>
                  <a:cubicBezTo>
                    <a:pt x="65842" y="39581"/>
                    <a:pt x="68398" y="37027"/>
                    <a:pt x="68398" y="33197"/>
                  </a:cubicBezTo>
                  <a:lnTo>
                    <a:pt x="68398" y="28728"/>
                  </a:lnTo>
                  <a:cubicBezTo>
                    <a:pt x="67759" y="21067"/>
                    <a:pt x="74148" y="14045"/>
                    <a:pt x="81816" y="13406"/>
                  </a:cubicBezTo>
                  <a:lnTo>
                    <a:pt x="97152" y="13406"/>
                  </a:lnTo>
                  <a:cubicBezTo>
                    <a:pt x="104820" y="14045"/>
                    <a:pt x="111210" y="20429"/>
                    <a:pt x="110571" y="28728"/>
                  </a:cubicBezTo>
                  <a:lnTo>
                    <a:pt x="110571" y="33197"/>
                  </a:lnTo>
                  <a:cubicBezTo>
                    <a:pt x="110571" y="37027"/>
                    <a:pt x="113127" y="39581"/>
                    <a:pt x="116961" y="39581"/>
                  </a:cubicBezTo>
                  <a:cubicBezTo>
                    <a:pt x="120795" y="39581"/>
                    <a:pt x="123351" y="37027"/>
                    <a:pt x="123351" y="33197"/>
                  </a:cubicBezTo>
                  <a:lnTo>
                    <a:pt x="123351" y="28728"/>
                  </a:lnTo>
                  <a:cubicBezTo>
                    <a:pt x="125268" y="13406"/>
                    <a:pt x="113127" y="638"/>
                    <a:pt x="97791" y="0"/>
                  </a:cubicBezTo>
                  <a:cubicBezTo>
                    <a:pt x="98431" y="0"/>
                    <a:pt x="98431" y="0"/>
                    <a:pt x="97791" y="0"/>
                  </a:cubicBezTo>
                  <a:close/>
                </a:path>
              </a:pathLst>
            </a:custGeom>
            <a:solidFill>
              <a:srgbClr val="00ABAB"/>
            </a:solidFill>
            <a:ln w="6390" cap="flat">
              <a:noFill/>
              <a:prstDash val="solid"/>
              <a:miter/>
            </a:ln>
          </p:spPr>
          <p:txBody>
            <a:bodyPr rtlCol="0" anchor="ctr"/>
            <a:lstStyle/>
            <a:p>
              <a:endParaRPr lang="en-US"/>
            </a:p>
          </p:txBody>
        </p:sp>
        <p:sp>
          <p:nvSpPr>
            <p:cNvPr id="570" name="Graphic 4">
              <a:extLst>
                <a:ext uri="{FF2B5EF4-FFF2-40B4-BE49-F238E27FC236}">
                  <a16:creationId xmlns:a16="http://schemas.microsoft.com/office/drawing/2014/main" id="{A1EC6E64-3427-FA4E-90BB-F965BA40BC4A}"/>
                </a:ext>
              </a:extLst>
            </p:cNvPr>
            <p:cNvSpPr/>
            <p:nvPr/>
          </p:nvSpPr>
          <p:spPr>
            <a:xfrm>
              <a:off x="3858243" y="2022608"/>
              <a:ext cx="42173" cy="42134"/>
            </a:xfrm>
            <a:custGeom>
              <a:avLst/>
              <a:gdLst>
                <a:gd name="connsiteX0" fmla="*/ 21087 w 42173"/>
                <a:gd name="connsiteY0" fmla="*/ 42134 h 42134"/>
                <a:gd name="connsiteX1" fmla="*/ 42174 w 42173"/>
                <a:gd name="connsiteY1" fmla="*/ 21067 h 42134"/>
                <a:gd name="connsiteX2" fmla="*/ 21087 w 42173"/>
                <a:gd name="connsiteY2" fmla="*/ 0 h 42134"/>
                <a:gd name="connsiteX3" fmla="*/ 0 w 42173"/>
                <a:gd name="connsiteY3" fmla="*/ 21067 h 42134"/>
                <a:gd name="connsiteX4" fmla="*/ 0 w 42173"/>
                <a:gd name="connsiteY4" fmla="*/ 21067 h 42134"/>
                <a:gd name="connsiteX5" fmla="*/ 21087 w 42173"/>
                <a:gd name="connsiteY5" fmla="*/ 42134 h 42134"/>
                <a:gd name="connsiteX6" fmla="*/ 21087 w 42173"/>
                <a:gd name="connsiteY6" fmla="*/ 12768 h 42134"/>
                <a:gd name="connsiteX7" fmla="*/ 29394 w 42173"/>
                <a:gd name="connsiteY7" fmla="*/ 21067 h 42134"/>
                <a:gd name="connsiteX8" fmla="*/ 21087 w 42173"/>
                <a:gd name="connsiteY8" fmla="*/ 29366 h 42134"/>
                <a:gd name="connsiteX9" fmla="*/ 12780 w 42173"/>
                <a:gd name="connsiteY9" fmla="*/ 21067 h 42134"/>
                <a:gd name="connsiteX10" fmla="*/ 12780 w 42173"/>
                <a:gd name="connsiteY10" fmla="*/ 21067 h 42134"/>
                <a:gd name="connsiteX11" fmla="*/ 21087 w 42173"/>
                <a:gd name="connsiteY11" fmla="*/ 12768 h 42134"/>
                <a:gd name="connsiteX12" fmla="*/ 21087 w 42173"/>
                <a:gd name="connsiteY12" fmla="*/ 12768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173" h="42134">
                  <a:moveTo>
                    <a:pt x="21087" y="42134"/>
                  </a:moveTo>
                  <a:cubicBezTo>
                    <a:pt x="32589" y="42134"/>
                    <a:pt x="42174" y="32558"/>
                    <a:pt x="42174" y="21067"/>
                  </a:cubicBezTo>
                  <a:cubicBezTo>
                    <a:pt x="42174" y="9576"/>
                    <a:pt x="32589" y="0"/>
                    <a:pt x="21087" y="0"/>
                  </a:cubicBezTo>
                  <a:cubicBezTo>
                    <a:pt x="9585" y="0"/>
                    <a:pt x="0" y="9576"/>
                    <a:pt x="0" y="21067"/>
                  </a:cubicBezTo>
                  <a:lnTo>
                    <a:pt x="0" y="21067"/>
                  </a:lnTo>
                  <a:cubicBezTo>
                    <a:pt x="0" y="33197"/>
                    <a:pt x="9585" y="42134"/>
                    <a:pt x="21087" y="42134"/>
                  </a:cubicBezTo>
                  <a:close/>
                  <a:moveTo>
                    <a:pt x="21087" y="12768"/>
                  </a:moveTo>
                  <a:cubicBezTo>
                    <a:pt x="25560" y="12768"/>
                    <a:pt x="29394" y="16598"/>
                    <a:pt x="29394" y="21067"/>
                  </a:cubicBezTo>
                  <a:cubicBezTo>
                    <a:pt x="29394" y="25536"/>
                    <a:pt x="25560" y="29366"/>
                    <a:pt x="21087" y="29366"/>
                  </a:cubicBezTo>
                  <a:cubicBezTo>
                    <a:pt x="16614" y="29366"/>
                    <a:pt x="12780" y="25536"/>
                    <a:pt x="12780" y="21067"/>
                  </a:cubicBezTo>
                  <a:lnTo>
                    <a:pt x="12780" y="21067"/>
                  </a:lnTo>
                  <a:cubicBezTo>
                    <a:pt x="12780" y="16598"/>
                    <a:pt x="16614" y="12768"/>
                    <a:pt x="21087" y="12768"/>
                  </a:cubicBezTo>
                  <a:lnTo>
                    <a:pt x="21087" y="12768"/>
                  </a:lnTo>
                  <a:close/>
                </a:path>
              </a:pathLst>
            </a:custGeom>
            <a:solidFill>
              <a:srgbClr val="00ABAB"/>
            </a:solidFill>
            <a:ln w="6390" cap="flat">
              <a:noFill/>
              <a:prstDash val="solid"/>
              <a:miter/>
            </a:ln>
          </p:spPr>
          <p:txBody>
            <a:bodyPr rtlCol="0" anchor="ctr"/>
            <a:lstStyle/>
            <a:p>
              <a:endParaRPr lang="en-US"/>
            </a:p>
          </p:txBody>
        </p:sp>
        <p:sp>
          <p:nvSpPr>
            <p:cNvPr id="571" name="Graphic 4">
              <a:extLst>
                <a:ext uri="{FF2B5EF4-FFF2-40B4-BE49-F238E27FC236}">
                  <a16:creationId xmlns:a16="http://schemas.microsoft.com/office/drawing/2014/main" id="{F7AB1071-38F9-5F41-BC76-D9FA3CFE2EB5}"/>
                </a:ext>
              </a:extLst>
            </p:cNvPr>
            <p:cNvSpPr/>
            <p:nvPr/>
          </p:nvSpPr>
          <p:spPr>
            <a:xfrm>
              <a:off x="3740669" y="2044952"/>
              <a:ext cx="40895" cy="40857"/>
            </a:xfrm>
            <a:custGeom>
              <a:avLst/>
              <a:gdLst>
                <a:gd name="connsiteX0" fmla="*/ 34505 w 40895"/>
                <a:gd name="connsiteY0" fmla="*/ 14045 h 40857"/>
                <a:gd name="connsiteX1" fmla="*/ 26837 w 40895"/>
                <a:gd name="connsiteY1" fmla="*/ 14045 h 40857"/>
                <a:gd name="connsiteX2" fmla="*/ 26837 w 40895"/>
                <a:gd name="connsiteY2" fmla="*/ 6384 h 40857"/>
                <a:gd name="connsiteX3" fmla="*/ 20447 w 40895"/>
                <a:gd name="connsiteY3" fmla="*/ 0 h 40857"/>
                <a:gd name="connsiteX4" fmla="*/ 14058 w 40895"/>
                <a:gd name="connsiteY4" fmla="*/ 6384 h 40857"/>
                <a:gd name="connsiteX5" fmla="*/ 14058 w 40895"/>
                <a:gd name="connsiteY5" fmla="*/ 14045 h 40857"/>
                <a:gd name="connsiteX6" fmla="*/ 6390 w 40895"/>
                <a:gd name="connsiteY6" fmla="*/ 14045 h 40857"/>
                <a:gd name="connsiteX7" fmla="*/ 0 w 40895"/>
                <a:gd name="connsiteY7" fmla="*/ 20429 h 40857"/>
                <a:gd name="connsiteX8" fmla="*/ 6390 w 40895"/>
                <a:gd name="connsiteY8" fmla="*/ 26813 h 40857"/>
                <a:gd name="connsiteX9" fmla="*/ 14058 w 40895"/>
                <a:gd name="connsiteY9" fmla="*/ 26813 h 40857"/>
                <a:gd name="connsiteX10" fmla="*/ 14058 w 40895"/>
                <a:gd name="connsiteY10" fmla="*/ 34473 h 40857"/>
                <a:gd name="connsiteX11" fmla="*/ 20447 w 40895"/>
                <a:gd name="connsiteY11" fmla="*/ 40857 h 40857"/>
                <a:gd name="connsiteX12" fmla="*/ 26837 w 40895"/>
                <a:gd name="connsiteY12" fmla="*/ 34473 h 40857"/>
                <a:gd name="connsiteX13" fmla="*/ 26837 w 40895"/>
                <a:gd name="connsiteY13" fmla="*/ 26813 h 40857"/>
                <a:gd name="connsiteX14" fmla="*/ 34505 w 40895"/>
                <a:gd name="connsiteY14" fmla="*/ 26813 h 40857"/>
                <a:gd name="connsiteX15" fmla="*/ 40895 w 40895"/>
                <a:gd name="connsiteY15" fmla="*/ 20429 h 40857"/>
                <a:gd name="connsiteX16" fmla="*/ 34505 w 40895"/>
                <a:gd name="connsiteY16" fmla="*/ 14045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895" h="40857">
                  <a:moveTo>
                    <a:pt x="34505" y="14045"/>
                  </a:moveTo>
                  <a:lnTo>
                    <a:pt x="26837" y="14045"/>
                  </a:lnTo>
                  <a:lnTo>
                    <a:pt x="26837" y="6384"/>
                  </a:lnTo>
                  <a:cubicBezTo>
                    <a:pt x="26837" y="2554"/>
                    <a:pt x="24282" y="0"/>
                    <a:pt x="20447" y="0"/>
                  </a:cubicBezTo>
                  <a:cubicBezTo>
                    <a:pt x="16614" y="0"/>
                    <a:pt x="14058" y="2554"/>
                    <a:pt x="14058" y="6384"/>
                  </a:cubicBezTo>
                  <a:lnTo>
                    <a:pt x="14058" y="14045"/>
                  </a:lnTo>
                  <a:lnTo>
                    <a:pt x="6390" y="14045"/>
                  </a:lnTo>
                  <a:cubicBezTo>
                    <a:pt x="2556" y="14045"/>
                    <a:pt x="0" y="16598"/>
                    <a:pt x="0" y="20429"/>
                  </a:cubicBezTo>
                  <a:cubicBezTo>
                    <a:pt x="0" y="24259"/>
                    <a:pt x="2556" y="26813"/>
                    <a:pt x="6390" y="26813"/>
                  </a:cubicBezTo>
                  <a:lnTo>
                    <a:pt x="14058" y="26813"/>
                  </a:lnTo>
                  <a:lnTo>
                    <a:pt x="14058" y="34473"/>
                  </a:lnTo>
                  <a:cubicBezTo>
                    <a:pt x="14058" y="38304"/>
                    <a:pt x="16614" y="40857"/>
                    <a:pt x="20447" y="40857"/>
                  </a:cubicBezTo>
                  <a:cubicBezTo>
                    <a:pt x="24282" y="40857"/>
                    <a:pt x="26837" y="38304"/>
                    <a:pt x="26837" y="34473"/>
                  </a:cubicBezTo>
                  <a:lnTo>
                    <a:pt x="26837" y="26813"/>
                  </a:lnTo>
                  <a:lnTo>
                    <a:pt x="34505" y="26813"/>
                  </a:lnTo>
                  <a:cubicBezTo>
                    <a:pt x="38340" y="26813"/>
                    <a:pt x="40895" y="24259"/>
                    <a:pt x="40895" y="20429"/>
                  </a:cubicBezTo>
                  <a:cubicBezTo>
                    <a:pt x="40895" y="16598"/>
                    <a:pt x="38340" y="14045"/>
                    <a:pt x="34505" y="14045"/>
                  </a:cubicBezTo>
                  <a:close/>
                </a:path>
              </a:pathLst>
            </a:custGeom>
            <a:solidFill>
              <a:srgbClr val="00ABAB"/>
            </a:solidFill>
            <a:ln w="6390" cap="flat">
              <a:noFill/>
              <a:prstDash val="solid"/>
              <a:miter/>
            </a:ln>
          </p:spPr>
          <p:txBody>
            <a:bodyPr rtlCol="0" anchor="ctr"/>
            <a:lstStyle/>
            <a:p>
              <a:endParaRPr lang="en-US"/>
            </a:p>
          </p:txBody>
        </p:sp>
      </p:grpSp>
      <p:grpSp>
        <p:nvGrpSpPr>
          <p:cNvPr id="572" name="Graphic 4">
            <a:extLst>
              <a:ext uri="{FF2B5EF4-FFF2-40B4-BE49-F238E27FC236}">
                <a16:creationId xmlns:a16="http://schemas.microsoft.com/office/drawing/2014/main" id="{4D4D7B79-5453-1E45-8B17-ABEE085CF7F5}"/>
              </a:ext>
            </a:extLst>
          </p:cNvPr>
          <p:cNvGrpSpPr>
            <a:grpSpLocks noChangeAspect="1"/>
          </p:cNvGrpSpPr>
          <p:nvPr/>
        </p:nvGrpSpPr>
        <p:grpSpPr>
          <a:xfrm>
            <a:off x="3607758" y="4793256"/>
            <a:ext cx="362309" cy="361971"/>
            <a:chOff x="3607758" y="4793256"/>
            <a:chExt cx="362309" cy="361971"/>
          </a:xfrm>
          <a:solidFill>
            <a:srgbClr val="00ABAB"/>
          </a:solidFill>
        </p:grpSpPr>
        <p:sp>
          <p:nvSpPr>
            <p:cNvPr id="573" name="Graphic 4">
              <a:extLst>
                <a:ext uri="{FF2B5EF4-FFF2-40B4-BE49-F238E27FC236}">
                  <a16:creationId xmlns:a16="http://schemas.microsoft.com/office/drawing/2014/main" id="{F6293B45-94C6-E947-85FA-0F23F78E2F11}"/>
                </a:ext>
              </a:extLst>
            </p:cNvPr>
            <p:cNvSpPr/>
            <p:nvPr/>
          </p:nvSpPr>
          <p:spPr>
            <a:xfrm>
              <a:off x="3607758" y="479325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8565 h 361971"/>
                <a:gd name="connsiteX8" fmla="*/ 12780 w 362309"/>
                <a:gd name="connsiteY8" fmla="*/ 180667 h 361971"/>
                <a:gd name="connsiteX9" fmla="*/ 180836 w 362309"/>
                <a:gd name="connsiteY9" fmla="*/ 12129 h 361971"/>
                <a:gd name="connsiteX10" fmla="*/ 349530 w 362309"/>
                <a:gd name="connsiteY10" fmla="*/ 180028 h 361971"/>
                <a:gd name="connsiteX11" fmla="*/ 349530 w 362309"/>
                <a:gd name="connsiteY11" fmla="*/ 180028 h 361971"/>
                <a:gd name="connsiteX12" fmla="*/ 181474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cubicBezTo>
                    <a:pt x="362310" y="181305"/>
                    <a:pt x="362310" y="181305"/>
                    <a:pt x="362310" y="181305"/>
                  </a:cubicBezTo>
                  <a:cubicBezTo>
                    <a:pt x="362310" y="80438"/>
                    <a:pt x="281796" y="0"/>
                    <a:pt x="181474" y="0"/>
                  </a:cubicBezTo>
                  <a:cubicBezTo>
                    <a:pt x="181474" y="0"/>
                    <a:pt x="181474" y="0"/>
                    <a:pt x="181474" y="0"/>
                  </a:cubicBezTo>
                  <a:close/>
                  <a:moveTo>
                    <a:pt x="181474" y="348565"/>
                  </a:moveTo>
                  <a:cubicBezTo>
                    <a:pt x="88181" y="348565"/>
                    <a:pt x="12780" y="273234"/>
                    <a:pt x="12780" y="180667"/>
                  </a:cubicBezTo>
                  <a:cubicBezTo>
                    <a:pt x="12780" y="88099"/>
                    <a:pt x="88181" y="12129"/>
                    <a:pt x="180836" y="12129"/>
                  </a:cubicBezTo>
                  <a:cubicBezTo>
                    <a:pt x="274128" y="12129"/>
                    <a:pt x="349530" y="87461"/>
                    <a:pt x="349530" y="180028"/>
                  </a:cubicBezTo>
                  <a:lnTo>
                    <a:pt x="349530" y="180028"/>
                  </a:lnTo>
                  <a:cubicBezTo>
                    <a:pt x="349530" y="273234"/>
                    <a:pt x="274128" y="348565"/>
                    <a:pt x="181474" y="348565"/>
                  </a:cubicBezTo>
                  <a:close/>
                </a:path>
              </a:pathLst>
            </a:custGeom>
            <a:solidFill>
              <a:srgbClr val="00ABAB"/>
            </a:solidFill>
            <a:ln w="6390" cap="flat">
              <a:noFill/>
              <a:prstDash val="solid"/>
              <a:miter/>
            </a:ln>
          </p:spPr>
          <p:txBody>
            <a:bodyPr rtlCol="0" anchor="ctr"/>
            <a:lstStyle/>
            <a:p>
              <a:endParaRPr lang="en-US"/>
            </a:p>
          </p:txBody>
        </p:sp>
        <p:sp>
          <p:nvSpPr>
            <p:cNvPr id="574" name="Graphic 4">
              <a:extLst>
                <a:ext uri="{FF2B5EF4-FFF2-40B4-BE49-F238E27FC236}">
                  <a16:creationId xmlns:a16="http://schemas.microsoft.com/office/drawing/2014/main" id="{089E2762-F2AB-D34F-9E59-94244B286C51}"/>
                </a:ext>
              </a:extLst>
            </p:cNvPr>
            <p:cNvSpPr/>
            <p:nvPr/>
          </p:nvSpPr>
          <p:spPr>
            <a:xfrm>
              <a:off x="3723579" y="4918891"/>
              <a:ext cx="133222" cy="115679"/>
            </a:xfrm>
            <a:custGeom>
              <a:avLst/>
              <a:gdLst>
                <a:gd name="connsiteX0" fmla="*/ 126357 w 133222"/>
                <a:gd name="connsiteY0" fmla="*/ 94612 h 115679"/>
                <a:gd name="connsiteX1" fmla="*/ 109744 w 133222"/>
                <a:gd name="connsiteY1" fmla="*/ 85674 h 115679"/>
                <a:gd name="connsiteX2" fmla="*/ 96964 w 133222"/>
                <a:gd name="connsiteY2" fmla="*/ 84398 h 115679"/>
                <a:gd name="connsiteX3" fmla="*/ 89935 w 133222"/>
                <a:gd name="connsiteY3" fmla="*/ 80567 h 115679"/>
                <a:gd name="connsiteX4" fmla="*/ 98881 w 133222"/>
                <a:gd name="connsiteY4" fmla="*/ 19919 h 115679"/>
                <a:gd name="connsiteX5" fmla="*/ 66931 w 133222"/>
                <a:gd name="connsiteY5" fmla="*/ 129 h 115679"/>
                <a:gd name="connsiteX6" fmla="*/ 34342 w 133222"/>
                <a:gd name="connsiteY6" fmla="*/ 19281 h 115679"/>
                <a:gd name="connsiteX7" fmla="*/ 45205 w 133222"/>
                <a:gd name="connsiteY7" fmla="*/ 80567 h 115679"/>
                <a:gd name="connsiteX8" fmla="*/ 38176 w 133222"/>
                <a:gd name="connsiteY8" fmla="*/ 84398 h 115679"/>
                <a:gd name="connsiteX9" fmla="*/ 25396 w 133222"/>
                <a:gd name="connsiteY9" fmla="*/ 85674 h 115679"/>
                <a:gd name="connsiteX10" fmla="*/ 8782 w 133222"/>
                <a:gd name="connsiteY10" fmla="*/ 94612 h 115679"/>
                <a:gd name="connsiteX11" fmla="*/ 1115 w 133222"/>
                <a:gd name="connsiteY11" fmla="*/ 104826 h 115679"/>
                <a:gd name="connsiteX12" fmla="*/ 2392 w 133222"/>
                <a:gd name="connsiteY12" fmla="*/ 113764 h 115679"/>
                <a:gd name="connsiteX13" fmla="*/ 11339 w 133222"/>
                <a:gd name="connsiteY13" fmla="*/ 112487 h 115679"/>
                <a:gd name="connsiteX14" fmla="*/ 19007 w 133222"/>
                <a:gd name="connsiteY14" fmla="*/ 102273 h 115679"/>
                <a:gd name="connsiteX15" fmla="*/ 26035 w 133222"/>
                <a:gd name="connsiteY15" fmla="*/ 98442 h 115679"/>
                <a:gd name="connsiteX16" fmla="*/ 38815 w 133222"/>
                <a:gd name="connsiteY16" fmla="*/ 97165 h 115679"/>
                <a:gd name="connsiteX17" fmla="*/ 56707 w 133222"/>
                <a:gd name="connsiteY17" fmla="*/ 85674 h 115679"/>
                <a:gd name="connsiteX18" fmla="*/ 54790 w 133222"/>
                <a:gd name="connsiteY18" fmla="*/ 72906 h 115679"/>
                <a:gd name="connsiteX19" fmla="*/ 45205 w 133222"/>
                <a:gd name="connsiteY19" fmla="*/ 24388 h 115679"/>
                <a:gd name="connsiteX20" fmla="*/ 65653 w 133222"/>
                <a:gd name="connsiteY20" fmla="*/ 13535 h 115679"/>
                <a:gd name="connsiteX21" fmla="*/ 85462 w 133222"/>
                <a:gd name="connsiteY21" fmla="*/ 25027 h 115679"/>
                <a:gd name="connsiteX22" fmla="*/ 78433 w 133222"/>
                <a:gd name="connsiteY22" fmla="*/ 73545 h 115679"/>
                <a:gd name="connsiteX23" fmla="*/ 76516 w 133222"/>
                <a:gd name="connsiteY23" fmla="*/ 86313 h 115679"/>
                <a:gd name="connsiteX24" fmla="*/ 94408 w 133222"/>
                <a:gd name="connsiteY24" fmla="*/ 97804 h 115679"/>
                <a:gd name="connsiteX25" fmla="*/ 107188 w 133222"/>
                <a:gd name="connsiteY25" fmla="*/ 99081 h 115679"/>
                <a:gd name="connsiteX26" fmla="*/ 114216 w 133222"/>
                <a:gd name="connsiteY26" fmla="*/ 102911 h 115679"/>
                <a:gd name="connsiteX27" fmla="*/ 121884 w 133222"/>
                <a:gd name="connsiteY27" fmla="*/ 113125 h 115679"/>
                <a:gd name="connsiteX28" fmla="*/ 126996 w 133222"/>
                <a:gd name="connsiteY28" fmla="*/ 115679 h 115679"/>
                <a:gd name="connsiteX29" fmla="*/ 130830 w 133222"/>
                <a:gd name="connsiteY29" fmla="*/ 114402 h 115679"/>
                <a:gd name="connsiteX30" fmla="*/ 132109 w 133222"/>
                <a:gd name="connsiteY30" fmla="*/ 105465 h 115679"/>
                <a:gd name="connsiteX31" fmla="*/ 132109 w 133222"/>
                <a:gd name="connsiteY31" fmla="*/ 105465 h 115679"/>
                <a:gd name="connsiteX32" fmla="*/ 126357 w 133222"/>
                <a:gd name="connsiteY32" fmla="*/ 94612 h 11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3222" h="115679">
                  <a:moveTo>
                    <a:pt x="126357" y="94612"/>
                  </a:moveTo>
                  <a:cubicBezTo>
                    <a:pt x="122524" y="89505"/>
                    <a:pt x="116134" y="85674"/>
                    <a:pt x="109744" y="85674"/>
                  </a:cubicBezTo>
                  <a:lnTo>
                    <a:pt x="96964" y="84398"/>
                  </a:lnTo>
                  <a:cubicBezTo>
                    <a:pt x="94408" y="84398"/>
                    <a:pt x="91852" y="83121"/>
                    <a:pt x="89935" y="80567"/>
                  </a:cubicBezTo>
                  <a:cubicBezTo>
                    <a:pt x="97603" y="70991"/>
                    <a:pt x="107188" y="40348"/>
                    <a:pt x="98881" y="19919"/>
                  </a:cubicBezTo>
                  <a:cubicBezTo>
                    <a:pt x="93769" y="7151"/>
                    <a:pt x="80989" y="-1148"/>
                    <a:pt x="66931" y="129"/>
                  </a:cubicBezTo>
                  <a:cubicBezTo>
                    <a:pt x="46483" y="129"/>
                    <a:pt x="38176" y="10343"/>
                    <a:pt x="34342" y="19281"/>
                  </a:cubicBezTo>
                  <a:cubicBezTo>
                    <a:pt x="26035" y="40348"/>
                    <a:pt x="38176" y="70991"/>
                    <a:pt x="45205" y="80567"/>
                  </a:cubicBezTo>
                  <a:cubicBezTo>
                    <a:pt x="43288" y="82482"/>
                    <a:pt x="40732" y="83759"/>
                    <a:pt x="38176" y="84398"/>
                  </a:cubicBezTo>
                  <a:lnTo>
                    <a:pt x="25396" y="85674"/>
                  </a:lnTo>
                  <a:cubicBezTo>
                    <a:pt x="19007" y="86313"/>
                    <a:pt x="12617" y="89505"/>
                    <a:pt x="8782" y="94612"/>
                  </a:cubicBezTo>
                  <a:lnTo>
                    <a:pt x="1115" y="104826"/>
                  </a:lnTo>
                  <a:cubicBezTo>
                    <a:pt x="-802" y="107380"/>
                    <a:pt x="-163" y="111849"/>
                    <a:pt x="2392" y="113764"/>
                  </a:cubicBezTo>
                  <a:cubicBezTo>
                    <a:pt x="4949" y="115679"/>
                    <a:pt x="9422" y="115041"/>
                    <a:pt x="11339" y="112487"/>
                  </a:cubicBezTo>
                  <a:lnTo>
                    <a:pt x="19007" y="102273"/>
                  </a:lnTo>
                  <a:cubicBezTo>
                    <a:pt x="20923" y="99719"/>
                    <a:pt x="23480" y="98442"/>
                    <a:pt x="26035" y="98442"/>
                  </a:cubicBezTo>
                  <a:lnTo>
                    <a:pt x="38815" y="97165"/>
                  </a:lnTo>
                  <a:cubicBezTo>
                    <a:pt x="46483" y="96527"/>
                    <a:pt x="52873" y="92058"/>
                    <a:pt x="56707" y="85674"/>
                  </a:cubicBezTo>
                  <a:cubicBezTo>
                    <a:pt x="59263" y="81206"/>
                    <a:pt x="58624" y="76098"/>
                    <a:pt x="54790" y="72906"/>
                  </a:cubicBezTo>
                  <a:cubicBezTo>
                    <a:pt x="50317" y="69076"/>
                    <a:pt x="38815" y="40348"/>
                    <a:pt x="45205" y="24388"/>
                  </a:cubicBezTo>
                  <a:cubicBezTo>
                    <a:pt x="48400" y="16727"/>
                    <a:pt x="54790" y="13535"/>
                    <a:pt x="65653" y="13535"/>
                  </a:cubicBezTo>
                  <a:cubicBezTo>
                    <a:pt x="73960" y="12259"/>
                    <a:pt x="82267" y="17366"/>
                    <a:pt x="85462" y="25027"/>
                  </a:cubicBezTo>
                  <a:cubicBezTo>
                    <a:pt x="92491" y="41625"/>
                    <a:pt x="82267" y="69714"/>
                    <a:pt x="78433" y="73545"/>
                  </a:cubicBezTo>
                  <a:cubicBezTo>
                    <a:pt x="74599" y="76737"/>
                    <a:pt x="73960" y="81844"/>
                    <a:pt x="76516" y="86313"/>
                  </a:cubicBezTo>
                  <a:cubicBezTo>
                    <a:pt x="80350" y="92697"/>
                    <a:pt x="86740" y="97165"/>
                    <a:pt x="94408" y="97804"/>
                  </a:cubicBezTo>
                  <a:lnTo>
                    <a:pt x="107188" y="99081"/>
                  </a:lnTo>
                  <a:cubicBezTo>
                    <a:pt x="110383" y="99081"/>
                    <a:pt x="112939" y="100996"/>
                    <a:pt x="114216" y="102911"/>
                  </a:cubicBezTo>
                  <a:lnTo>
                    <a:pt x="121884" y="113125"/>
                  </a:lnTo>
                  <a:cubicBezTo>
                    <a:pt x="123162" y="115041"/>
                    <a:pt x="125079" y="115679"/>
                    <a:pt x="126996" y="115679"/>
                  </a:cubicBezTo>
                  <a:cubicBezTo>
                    <a:pt x="128274" y="115679"/>
                    <a:pt x="129552" y="115041"/>
                    <a:pt x="130830" y="114402"/>
                  </a:cubicBezTo>
                  <a:cubicBezTo>
                    <a:pt x="133386" y="112487"/>
                    <a:pt x="134025" y="108018"/>
                    <a:pt x="132109" y="105465"/>
                  </a:cubicBezTo>
                  <a:cubicBezTo>
                    <a:pt x="132109" y="105465"/>
                    <a:pt x="132109" y="105465"/>
                    <a:pt x="132109" y="105465"/>
                  </a:cubicBezTo>
                  <a:lnTo>
                    <a:pt x="126357" y="94612"/>
                  </a:lnTo>
                  <a:close/>
                </a:path>
              </a:pathLst>
            </a:custGeom>
            <a:solidFill>
              <a:srgbClr val="00ABAB"/>
            </a:solidFill>
            <a:ln w="6390" cap="flat">
              <a:noFill/>
              <a:prstDash val="solid"/>
              <a:miter/>
            </a:ln>
          </p:spPr>
          <p:txBody>
            <a:bodyPr rtlCol="0" anchor="ctr"/>
            <a:lstStyle/>
            <a:p>
              <a:endParaRPr lang="en-US"/>
            </a:p>
          </p:txBody>
        </p:sp>
        <p:sp>
          <p:nvSpPr>
            <p:cNvPr id="575" name="Graphic 4">
              <a:extLst>
                <a:ext uri="{FF2B5EF4-FFF2-40B4-BE49-F238E27FC236}">
                  <a16:creationId xmlns:a16="http://schemas.microsoft.com/office/drawing/2014/main" id="{7F83630A-6329-6141-A4AB-1211E6AD7FBA}"/>
                </a:ext>
              </a:extLst>
            </p:cNvPr>
            <p:cNvSpPr/>
            <p:nvPr/>
          </p:nvSpPr>
          <p:spPr>
            <a:xfrm>
              <a:off x="3827490" y="4913869"/>
              <a:ext cx="96311" cy="94526"/>
            </a:xfrm>
            <a:custGeom>
              <a:avLst/>
              <a:gdLst>
                <a:gd name="connsiteX0" fmla="*/ 95292 w 96311"/>
                <a:gd name="connsiteY0" fmla="*/ 84951 h 94526"/>
                <a:gd name="connsiteX1" fmla="*/ 88902 w 96311"/>
                <a:gd name="connsiteY1" fmla="*/ 76652 h 94526"/>
                <a:gd name="connsiteX2" fmla="*/ 74845 w 96311"/>
                <a:gd name="connsiteY2" fmla="*/ 68991 h 94526"/>
                <a:gd name="connsiteX3" fmla="*/ 64620 w 96311"/>
                <a:gd name="connsiteY3" fmla="*/ 68352 h 94526"/>
                <a:gd name="connsiteX4" fmla="*/ 60148 w 96311"/>
                <a:gd name="connsiteY4" fmla="*/ 66437 h 94526"/>
                <a:gd name="connsiteX5" fmla="*/ 66538 w 96311"/>
                <a:gd name="connsiteY5" fmla="*/ 16642 h 94526"/>
                <a:gd name="connsiteX6" fmla="*/ 39700 w 96311"/>
                <a:gd name="connsiteY6" fmla="*/ 44 h 94526"/>
                <a:gd name="connsiteX7" fmla="*/ 12223 w 96311"/>
                <a:gd name="connsiteY7" fmla="*/ 16004 h 94526"/>
                <a:gd name="connsiteX8" fmla="*/ 20530 w 96311"/>
                <a:gd name="connsiteY8" fmla="*/ 65799 h 94526"/>
                <a:gd name="connsiteX9" fmla="*/ 16057 w 96311"/>
                <a:gd name="connsiteY9" fmla="*/ 67714 h 94526"/>
                <a:gd name="connsiteX10" fmla="*/ 5833 w 96311"/>
                <a:gd name="connsiteY10" fmla="*/ 68352 h 94526"/>
                <a:gd name="connsiteX11" fmla="*/ 82 w 96311"/>
                <a:gd name="connsiteY11" fmla="*/ 75375 h 94526"/>
                <a:gd name="connsiteX12" fmla="*/ 7111 w 96311"/>
                <a:gd name="connsiteY12" fmla="*/ 81120 h 94526"/>
                <a:gd name="connsiteX13" fmla="*/ 17335 w 96311"/>
                <a:gd name="connsiteY13" fmla="*/ 80482 h 94526"/>
                <a:gd name="connsiteX14" fmla="*/ 32671 w 96311"/>
                <a:gd name="connsiteY14" fmla="*/ 70268 h 94526"/>
                <a:gd name="connsiteX15" fmla="*/ 30754 w 96311"/>
                <a:gd name="connsiteY15" fmla="*/ 58776 h 94526"/>
                <a:gd name="connsiteX16" fmla="*/ 23086 w 96311"/>
                <a:gd name="connsiteY16" fmla="*/ 20473 h 94526"/>
                <a:gd name="connsiteX17" fmla="*/ 38422 w 96311"/>
                <a:gd name="connsiteY17" fmla="*/ 12173 h 94526"/>
                <a:gd name="connsiteX18" fmla="*/ 53119 w 96311"/>
                <a:gd name="connsiteY18" fmla="*/ 20473 h 94526"/>
                <a:gd name="connsiteX19" fmla="*/ 48007 w 96311"/>
                <a:gd name="connsiteY19" fmla="*/ 58776 h 94526"/>
                <a:gd name="connsiteX20" fmla="*/ 46090 w 96311"/>
                <a:gd name="connsiteY20" fmla="*/ 70268 h 94526"/>
                <a:gd name="connsiteX21" fmla="*/ 61425 w 96311"/>
                <a:gd name="connsiteY21" fmla="*/ 80482 h 94526"/>
                <a:gd name="connsiteX22" fmla="*/ 71650 w 96311"/>
                <a:gd name="connsiteY22" fmla="*/ 81120 h 94526"/>
                <a:gd name="connsiteX23" fmla="*/ 76761 w 96311"/>
                <a:gd name="connsiteY23" fmla="*/ 83674 h 94526"/>
                <a:gd name="connsiteX24" fmla="*/ 83151 w 96311"/>
                <a:gd name="connsiteY24" fmla="*/ 91973 h 94526"/>
                <a:gd name="connsiteX25" fmla="*/ 88263 w 96311"/>
                <a:gd name="connsiteY25" fmla="*/ 94527 h 94526"/>
                <a:gd name="connsiteX26" fmla="*/ 92097 w 96311"/>
                <a:gd name="connsiteY26" fmla="*/ 93250 h 94526"/>
                <a:gd name="connsiteX27" fmla="*/ 95292 w 96311"/>
                <a:gd name="connsiteY27" fmla="*/ 84951 h 94526"/>
                <a:gd name="connsiteX28" fmla="*/ 95292 w 96311"/>
                <a:gd name="connsiteY28" fmla="*/ 84951 h 94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6311" h="94526">
                  <a:moveTo>
                    <a:pt x="95292" y="84951"/>
                  </a:moveTo>
                  <a:lnTo>
                    <a:pt x="88902" y="76652"/>
                  </a:lnTo>
                  <a:cubicBezTo>
                    <a:pt x="85708" y="72183"/>
                    <a:pt x="80595" y="68991"/>
                    <a:pt x="74845" y="68991"/>
                  </a:cubicBezTo>
                  <a:lnTo>
                    <a:pt x="64620" y="68352"/>
                  </a:lnTo>
                  <a:cubicBezTo>
                    <a:pt x="63343" y="68352"/>
                    <a:pt x="61425" y="67714"/>
                    <a:pt x="60148" y="66437"/>
                  </a:cubicBezTo>
                  <a:cubicBezTo>
                    <a:pt x="66538" y="57500"/>
                    <a:pt x="73566" y="33241"/>
                    <a:pt x="66538" y="16642"/>
                  </a:cubicBezTo>
                  <a:cubicBezTo>
                    <a:pt x="62065" y="5789"/>
                    <a:pt x="51202" y="-594"/>
                    <a:pt x="39700" y="44"/>
                  </a:cubicBezTo>
                  <a:cubicBezTo>
                    <a:pt x="22447" y="44"/>
                    <a:pt x="15418" y="8981"/>
                    <a:pt x="12223" y="16004"/>
                  </a:cubicBezTo>
                  <a:cubicBezTo>
                    <a:pt x="5833" y="32602"/>
                    <a:pt x="14779" y="57500"/>
                    <a:pt x="20530" y="65799"/>
                  </a:cubicBezTo>
                  <a:cubicBezTo>
                    <a:pt x="19252" y="67076"/>
                    <a:pt x="17974" y="67714"/>
                    <a:pt x="16057" y="67714"/>
                  </a:cubicBezTo>
                  <a:lnTo>
                    <a:pt x="5833" y="68352"/>
                  </a:lnTo>
                  <a:cubicBezTo>
                    <a:pt x="2638" y="68352"/>
                    <a:pt x="-557" y="71544"/>
                    <a:pt x="82" y="75375"/>
                  </a:cubicBezTo>
                  <a:cubicBezTo>
                    <a:pt x="82" y="78567"/>
                    <a:pt x="3277" y="81759"/>
                    <a:pt x="7111" y="81120"/>
                  </a:cubicBezTo>
                  <a:lnTo>
                    <a:pt x="17335" y="80482"/>
                  </a:lnTo>
                  <a:cubicBezTo>
                    <a:pt x="23725" y="79844"/>
                    <a:pt x="29476" y="76013"/>
                    <a:pt x="32671" y="70268"/>
                  </a:cubicBezTo>
                  <a:cubicBezTo>
                    <a:pt x="34588" y="66437"/>
                    <a:pt x="33949" y="61968"/>
                    <a:pt x="30754" y="58776"/>
                  </a:cubicBezTo>
                  <a:cubicBezTo>
                    <a:pt x="27559" y="55584"/>
                    <a:pt x="17974" y="32602"/>
                    <a:pt x="23086" y="20473"/>
                  </a:cubicBezTo>
                  <a:cubicBezTo>
                    <a:pt x="24364" y="17281"/>
                    <a:pt x="27559" y="12173"/>
                    <a:pt x="38422" y="12173"/>
                  </a:cubicBezTo>
                  <a:cubicBezTo>
                    <a:pt x="44812" y="11535"/>
                    <a:pt x="50563" y="14727"/>
                    <a:pt x="53119" y="20473"/>
                  </a:cubicBezTo>
                  <a:cubicBezTo>
                    <a:pt x="58230" y="33241"/>
                    <a:pt x="50563" y="55584"/>
                    <a:pt x="48007" y="58776"/>
                  </a:cubicBezTo>
                  <a:cubicBezTo>
                    <a:pt x="44812" y="61968"/>
                    <a:pt x="44173" y="66437"/>
                    <a:pt x="46090" y="70268"/>
                  </a:cubicBezTo>
                  <a:cubicBezTo>
                    <a:pt x="49285" y="76013"/>
                    <a:pt x="55036" y="79844"/>
                    <a:pt x="61425" y="80482"/>
                  </a:cubicBezTo>
                  <a:lnTo>
                    <a:pt x="71650" y="81120"/>
                  </a:lnTo>
                  <a:cubicBezTo>
                    <a:pt x="73566" y="81120"/>
                    <a:pt x="75483" y="82397"/>
                    <a:pt x="76761" y="83674"/>
                  </a:cubicBezTo>
                  <a:lnTo>
                    <a:pt x="83151" y="91973"/>
                  </a:lnTo>
                  <a:cubicBezTo>
                    <a:pt x="84429" y="93888"/>
                    <a:pt x="86346" y="94527"/>
                    <a:pt x="88263" y="94527"/>
                  </a:cubicBezTo>
                  <a:cubicBezTo>
                    <a:pt x="89541" y="94527"/>
                    <a:pt x="90819" y="93888"/>
                    <a:pt x="92097" y="93250"/>
                  </a:cubicBezTo>
                  <a:cubicBezTo>
                    <a:pt x="96570" y="91973"/>
                    <a:pt x="97209" y="88143"/>
                    <a:pt x="95292" y="84951"/>
                  </a:cubicBezTo>
                  <a:cubicBezTo>
                    <a:pt x="95292" y="84951"/>
                    <a:pt x="95292" y="84951"/>
                    <a:pt x="95292" y="84951"/>
                  </a:cubicBezTo>
                  <a:close/>
                </a:path>
              </a:pathLst>
            </a:custGeom>
            <a:solidFill>
              <a:srgbClr val="00ABAB"/>
            </a:solidFill>
            <a:ln w="6390" cap="flat">
              <a:noFill/>
              <a:prstDash val="solid"/>
              <a:miter/>
            </a:ln>
          </p:spPr>
          <p:txBody>
            <a:bodyPr rtlCol="0" anchor="ctr"/>
            <a:lstStyle/>
            <a:p>
              <a:endParaRPr lang="en-US"/>
            </a:p>
          </p:txBody>
        </p:sp>
        <p:sp>
          <p:nvSpPr>
            <p:cNvPr id="576" name="Graphic 4">
              <a:extLst>
                <a:ext uri="{FF2B5EF4-FFF2-40B4-BE49-F238E27FC236}">
                  <a16:creationId xmlns:a16="http://schemas.microsoft.com/office/drawing/2014/main" id="{4CEAB9AE-3349-FE41-994B-BADBBE7208C1}"/>
                </a:ext>
              </a:extLst>
            </p:cNvPr>
            <p:cNvSpPr/>
            <p:nvPr/>
          </p:nvSpPr>
          <p:spPr>
            <a:xfrm>
              <a:off x="3653929" y="4914508"/>
              <a:ext cx="96324" cy="95164"/>
            </a:xfrm>
            <a:custGeom>
              <a:avLst/>
              <a:gdLst>
                <a:gd name="connsiteX0" fmla="*/ 89296 w 96324"/>
                <a:gd name="connsiteY0" fmla="*/ 81120 h 95164"/>
                <a:gd name="connsiteX1" fmla="*/ 96325 w 96324"/>
                <a:gd name="connsiteY1" fmla="*/ 75375 h 95164"/>
                <a:gd name="connsiteX2" fmla="*/ 90574 w 96324"/>
                <a:gd name="connsiteY2" fmla="*/ 68352 h 95164"/>
                <a:gd name="connsiteX3" fmla="*/ 90574 w 96324"/>
                <a:gd name="connsiteY3" fmla="*/ 68352 h 95164"/>
                <a:gd name="connsiteX4" fmla="*/ 80350 w 96324"/>
                <a:gd name="connsiteY4" fmla="*/ 67714 h 95164"/>
                <a:gd name="connsiteX5" fmla="*/ 75877 w 96324"/>
                <a:gd name="connsiteY5" fmla="*/ 65799 h 95164"/>
                <a:gd name="connsiteX6" fmla="*/ 84184 w 96324"/>
                <a:gd name="connsiteY6" fmla="*/ 16004 h 95164"/>
                <a:gd name="connsiteX7" fmla="*/ 56707 w 96324"/>
                <a:gd name="connsiteY7" fmla="*/ 44 h 95164"/>
                <a:gd name="connsiteX8" fmla="*/ 29869 w 96324"/>
                <a:gd name="connsiteY8" fmla="*/ 16642 h 95164"/>
                <a:gd name="connsiteX9" fmla="*/ 36259 w 96324"/>
                <a:gd name="connsiteY9" fmla="*/ 66437 h 95164"/>
                <a:gd name="connsiteX10" fmla="*/ 31786 w 96324"/>
                <a:gd name="connsiteY10" fmla="*/ 68352 h 95164"/>
                <a:gd name="connsiteX11" fmla="*/ 21562 w 96324"/>
                <a:gd name="connsiteY11" fmla="*/ 68991 h 95164"/>
                <a:gd name="connsiteX12" fmla="*/ 7505 w 96324"/>
                <a:gd name="connsiteY12" fmla="*/ 76652 h 95164"/>
                <a:gd name="connsiteX13" fmla="*/ 1115 w 96324"/>
                <a:gd name="connsiteY13" fmla="*/ 84951 h 95164"/>
                <a:gd name="connsiteX14" fmla="*/ 2393 w 96324"/>
                <a:gd name="connsiteY14" fmla="*/ 93888 h 95164"/>
                <a:gd name="connsiteX15" fmla="*/ 2393 w 96324"/>
                <a:gd name="connsiteY15" fmla="*/ 93888 h 95164"/>
                <a:gd name="connsiteX16" fmla="*/ 6226 w 96324"/>
                <a:gd name="connsiteY16" fmla="*/ 95165 h 95164"/>
                <a:gd name="connsiteX17" fmla="*/ 11338 w 96324"/>
                <a:gd name="connsiteY17" fmla="*/ 92612 h 95164"/>
                <a:gd name="connsiteX18" fmla="*/ 17728 w 96324"/>
                <a:gd name="connsiteY18" fmla="*/ 84312 h 95164"/>
                <a:gd name="connsiteX19" fmla="*/ 22841 w 96324"/>
                <a:gd name="connsiteY19" fmla="*/ 81759 h 95164"/>
                <a:gd name="connsiteX20" fmla="*/ 33064 w 96324"/>
                <a:gd name="connsiteY20" fmla="*/ 81120 h 95164"/>
                <a:gd name="connsiteX21" fmla="*/ 48400 w 96324"/>
                <a:gd name="connsiteY21" fmla="*/ 71544 h 95164"/>
                <a:gd name="connsiteX22" fmla="*/ 46483 w 96324"/>
                <a:gd name="connsiteY22" fmla="*/ 60053 h 95164"/>
                <a:gd name="connsiteX23" fmla="*/ 41371 w 96324"/>
                <a:gd name="connsiteY23" fmla="*/ 21749 h 95164"/>
                <a:gd name="connsiteX24" fmla="*/ 56068 w 96324"/>
                <a:gd name="connsiteY24" fmla="*/ 13450 h 95164"/>
                <a:gd name="connsiteX25" fmla="*/ 71404 w 96324"/>
                <a:gd name="connsiteY25" fmla="*/ 21749 h 95164"/>
                <a:gd name="connsiteX26" fmla="*/ 63736 w 96324"/>
                <a:gd name="connsiteY26" fmla="*/ 60053 h 95164"/>
                <a:gd name="connsiteX27" fmla="*/ 61819 w 96324"/>
                <a:gd name="connsiteY27" fmla="*/ 71544 h 95164"/>
                <a:gd name="connsiteX28" fmla="*/ 77155 w 96324"/>
                <a:gd name="connsiteY28" fmla="*/ 81759 h 95164"/>
                <a:gd name="connsiteX29" fmla="*/ 89296 w 96324"/>
                <a:gd name="connsiteY29" fmla="*/ 81120 h 9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6324" h="95164">
                  <a:moveTo>
                    <a:pt x="89296" y="81120"/>
                  </a:moveTo>
                  <a:cubicBezTo>
                    <a:pt x="93130" y="81120"/>
                    <a:pt x="95686" y="78567"/>
                    <a:pt x="96325" y="75375"/>
                  </a:cubicBezTo>
                  <a:cubicBezTo>
                    <a:pt x="96325" y="71544"/>
                    <a:pt x="93769" y="68991"/>
                    <a:pt x="90574" y="68352"/>
                  </a:cubicBezTo>
                  <a:lnTo>
                    <a:pt x="90574" y="68352"/>
                  </a:lnTo>
                  <a:lnTo>
                    <a:pt x="80350" y="67714"/>
                  </a:lnTo>
                  <a:cubicBezTo>
                    <a:pt x="79072" y="67714"/>
                    <a:pt x="77155" y="67076"/>
                    <a:pt x="75877" y="65799"/>
                  </a:cubicBezTo>
                  <a:cubicBezTo>
                    <a:pt x="82267" y="56861"/>
                    <a:pt x="91213" y="32602"/>
                    <a:pt x="84184" y="16004"/>
                  </a:cubicBezTo>
                  <a:cubicBezTo>
                    <a:pt x="80989" y="8343"/>
                    <a:pt x="73960" y="44"/>
                    <a:pt x="56707" y="44"/>
                  </a:cubicBezTo>
                  <a:cubicBezTo>
                    <a:pt x="45205" y="-595"/>
                    <a:pt x="34342" y="5789"/>
                    <a:pt x="29869" y="16642"/>
                  </a:cubicBezTo>
                  <a:cubicBezTo>
                    <a:pt x="23479" y="33241"/>
                    <a:pt x="30508" y="57500"/>
                    <a:pt x="36259" y="66437"/>
                  </a:cubicBezTo>
                  <a:cubicBezTo>
                    <a:pt x="34981" y="67714"/>
                    <a:pt x="33703" y="68352"/>
                    <a:pt x="31786" y="68352"/>
                  </a:cubicBezTo>
                  <a:lnTo>
                    <a:pt x="21562" y="68991"/>
                  </a:lnTo>
                  <a:cubicBezTo>
                    <a:pt x="15811" y="69629"/>
                    <a:pt x="10700" y="72183"/>
                    <a:pt x="7505" y="76652"/>
                  </a:cubicBezTo>
                  <a:lnTo>
                    <a:pt x="1115" y="84951"/>
                  </a:lnTo>
                  <a:cubicBezTo>
                    <a:pt x="-802" y="87504"/>
                    <a:pt x="-163" y="91973"/>
                    <a:pt x="2393" y="93888"/>
                  </a:cubicBezTo>
                  <a:cubicBezTo>
                    <a:pt x="2393" y="93888"/>
                    <a:pt x="2393" y="93888"/>
                    <a:pt x="2393" y="93888"/>
                  </a:cubicBezTo>
                  <a:cubicBezTo>
                    <a:pt x="3671" y="94527"/>
                    <a:pt x="4948" y="95165"/>
                    <a:pt x="6226" y="95165"/>
                  </a:cubicBezTo>
                  <a:cubicBezTo>
                    <a:pt x="8143" y="95165"/>
                    <a:pt x="10061" y="93888"/>
                    <a:pt x="11338" y="92612"/>
                  </a:cubicBezTo>
                  <a:lnTo>
                    <a:pt x="17728" y="84312"/>
                  </a:lnTo>
                  <a:cubicBezTo>
                    <a:pt x="19006" y="82397"/>
                    <a:pt x="20923" y="81759"/>
                    <a:pt x="22841" y="81759"/>
                  </a:cubicBezTo>
                  <a:lnTo>
                    <a:pt x="33064" y="81120"/>
                  </a:lnTo>
                  <a:cubicBezTo>
                    <a:pt x="39454" y="80482"/>
                    <a:pt x="45205" y="76652"/>
                    <a:pt x="48400" y="71544"/>
                  </a:cubicBezTo>
                  <a:cubicBezTo>
                    <a:pt x="50317" y="67714"/>
                    <a:pt x="49678" y="62607"/>
                    <a:pt x="46483" y="60053"/>
                  </a:cubicBezTo>
                  <a:cubicBezTo>
                    <a:pt x="43288" y="56861"/>
                    <a:pt x="35620" y="34517"/>
                    <a:pt x="41371" y="21749"/>
                  </a:cubicBezTo>
                  <a:cubicBezTo>
                    <a:pt x="43927" y="16004"/>
                    <a:pt x="49678" y="12812"/>
                    <a:pt x="56068" y="13450"/>
                  </a:cubicBezTo>
                  <a:cubicBezTo>
                    <a:pt x="66931" y="13450"/>
                    <a:pt x="70126" y="17919"/>
                    <a:pt x="71404" y="21749"/>
                  </a:cubicBezTo>
                  <a:cubicBezTo>
                    <a:pt x="76516" y="33879"/>
                    <a:pt x="67570" y="56861"/>
                    <a:pt x="63736" y="60053"/>
                  </a:cubicBezTo>
                  <a:cubicBezTo>
                    <a:pt x="60541" y="63245"/>
                    <a:pt x="59902" y="67714"/>
                    <a:pt x="61819" y="71544"/>
                  </a:cubicBezTo>
                  <a:cubicBezTo>
                    <a:pt x="65014" y="77290"/>
                    <a:pt x="70765" y="81120"/>
                    <a:pt x="77155" y="81759"/>
                  </a:cubicBezTo>
                  <a:lnTo>
                    <a:pt x="89296" y="81120"/>
                  </a:lnTo>
                  <a:close/>
                </a:path>
              </a:pathLst>
            </a:custGeom>
            <a:solidFill>
              <a:srgbClr val="00ABAB"/>
            </a:solidFill>
            <a:ln w="6390" cap="flat">
              <a:noFill/>
              <a:prstDash val="solid"/>
              <a:miter/>
            </a:ln>
          </p:spPr>
          <p:txBody>
            <a:bodyPr rtlCol="0" anchor="ctr"/>
            <a:lstStyle/>
            <a:p>
              <a:endParaRPr lang="en-US"/>
            </a:p>
          </p:txBody>
        </p:sp>
      </p:grpSp>
      <p:grpSp>
        <p:nvGrpSpPr>
          <p:cNvPr id="577" name="Graphic 4">
            <a:extLst>
              <a:ext uri="{FF2B5EF4-FFF2-40B4-BE49-F238E27FC236}">
                <a16:creationId xmlns:a16="http://schemas.microsoft.com/office/drawing/2014/main" id="{685558AB-930E-4942-85CC-29F57D337F4F}"/>
              </a:ext>
            </a:extLst>
          </p:cNvPr>
          <p:cNvGrpSpPr>
            <a:grpSpLocks noChangeAspect="1"/>
          </p:cNvGrpSpPr>
          <p:nvPr/>
        </p:nvGrpSpPr>
        <p:grpSpPr>
          <a:xfrm>
            <a:off x="6753524" y="1885990"/>
            <a:ext cx="361674" cy="361971"/>
            <a:chOff x="6753524" y="1885990"/>
            <a:chExt cx="361674" cy="361971"/>
          </a:xfrm>
          <a:solidFill>
            <a:srgbClr val="00ABAB"/>
          </a:solidFill>
        </p:grpSpPr>
        <p:sp>
          <p:nvSpPr>
            <p:cNvPr id="578" name="Graphic 4">
              <a:extLst>
                <a:ext uri="{FF2B5EF4-FFF2-40B4-BE49-F238E27FC236}">
                  <a16:creationId xmlns:a16="http://schemas.microsoft.com/office/drawing/2014/main" id="{85F5CA74-BEB1-3643-A56C-287FC24F2A93}"/>
                </a:ext>
              </a:extLst>
            </p:cNvPr>
            <p:cNvSpPr/>
            <p:nvPr/>
          </p:nvSpPr>
          <p:spPr>
            <a:xfrm>
              <a:off x="6753524" y="1885990"/>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8565 h 361971"/>
                <a:gd name="connsiteX8" fmla="*/ 12780 w 361674"/>
                <a:gd name="connsiteY8" fmla="*/ 180667 h 361971"/>
                <a:gd name="connsiteX9" fmla="*/ 180835 w 361674"/>
                <a:gd name="connsiteY9" fmla="*/ 12130 h 361971"/>
                <a:gd name="connsiteX10" fmla="*/ 348890 w 361674"/>
                <a:gd name="connsiteY10" fmla="*/ 180028 h 361971"/>
                <a:gd name="connsiteX11" fmla="*/ 348890 w 361674"/>
                <a:gd name="connsiteY11" fmla="*/ 180028 h 361971"/>
                <a:gd name="connsiteX12" fmla="*/ 180835 w 361674"/>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7"/>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2309" y="80438"/>
                    <a:pt x="281157" y="0"/>
                    <a:pt x="180835" y="0"/>
                  </a:cubicBezTo>
                  <a:cubicBezTo>
                    <a:pt x="181474" y="0"/>
                    <a:pt x="181474" y="0"/>
                    <a:pt x="180835" y="0"/>
                  </a:cubicBezTo>
                  <a:close/>
                  <a:moveTo>
                    <a:pt x="180835" y="348565"/>
                  </a:moveTo>
                  <a:cubicBezTo>
                    <a:pt x="87542" y="348565"/>
                    <a:pt x="12780" y="273235"/>
                    <a:pt x="12780" y="180667"/>
                  </a:cubicBezTo>
                  <a:cubicBezTo>
                    <a:pt x="12780" y="88099"/>
                    <a:pt x="88181" y="12130"/>
                    <a:pt x="180835" y="12130"/>
                  </a:cubicBezTo>
                  <a:cubicBezTo>
                    <a:pt x="274128" y="12130"/>
                    <a:pt x="348890" y="87461"/>
                    <a:pt x="348890" y="180028"/>
                  </a:cubicBezTo>
                  <a:cubicBezTo>
                    <a:pt x="348890" y="180028"/>
                    <a:pt x="348890" y="180028"/>
                    <a:pt x="348890" y="180028"/>
                  </a:cubicBezTo>
                  <a:cubicBezTo>
                    <a:pt x="349529" y="273235"/>
                    <a:pt x="274128" y="348565"/>
                    <a:pt x="180835" y="348565"/>
                  </a:cubicBezTo>
                  <a:close/>
                </a:path>
              </a:pathLst>
            </a:custGeom>
            <a:solidFill>
              <a:srgbClr val="00ABAB"/>
            </a:solidFill>
            <a:ln w="6390" cap="flat">
              <a:noFill/>
              <a:prstDash val="solid"/>
              <a:miter/>
            </a:ln>
          </p:spPr>
          <p:txBody>
            <a:bodyPr rtlCol="0" anchor="ctr"/>
            <a:lstStyle/>
            <a:p>
              <a:endParaRPr lang="en-US"/>
            </a:p>
          </p:txBody>
        </p:sp>
        <p:sp>
          <p:nvSpPr>
            <p:cNvPr id="579" name="Graphic 4">
              <a:extLst>
                <a:ext uri="{FF2B5EF4-FFF2-40B4-BE49-F238E27FC236}">
                  <a16:creationId xmlns:a16="http://schemas.microsoft.com/office/drawing/2014/main" id="{51A226AF-C344-AB4A-9487-57A68A56D6F9}"/>
                </a:ext>
              </a:extLst>
            </p:cNvPr>
            <p:cNvSpPr/>
            <p:nvPr/>
          </p:nvSpPr>
          <p:spPr>
            <a:xfrm>
              <a:off x="7044266" y="2004733"/>
              <a:ext cx="12779" cy="68947"/>
            </a:xfrm>
            <a:custGeom>
              <a:avLst/>
              <a:gdLst>
                <a:gd name="connsiteX0" fmla="*/ 6390 w 12779"/>
                <a:gd name="connsiteY0" fmla="*/ 0 h 68947"/>
                <a:gd name="connsiteX1" fmla="*/ 0 w 12779"/>
                <a:gd name="connsiteY1" fmla="*/ 6384 h 68947"/>
                <a:gd name="connsiteX2" fmla="*/ 0 w 12779"/>
                <a:gd name="connsiteY2" fmla="*/ 62563 h 68947"/>
                <a:gd name="connsiteX3" fmla="*/ 6390 w 12779"/>
                <a:gd name="connsiteY3" fmla="*/ 68947 h 68947"/>
                <a:gd name="connsiteX4" fmla="*/ 12780 w 12779"/>
                <a:gd name="connsiteY4" fmla="*/ 62563 h 68947"/>
                <a:gd name="connsiteX5" fmla="*/ 12780 w 12779"/>
                <a:gd name="connsiteY5" fmla="*/ 6384 h 68947"/>
                <a:gd name="connsiteX6" fmla="*/ 6390 w 12779"/>
                <a:gd name="connsiteY6" fmla="*/ 0 h 68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68947">
                  <a:moveTo>
                    <a:pt x="6390" y="0"/>
                  </a:moveTo>
                  <a:cubicBezTo>
                    <a:pt x="2556" y="0"/>
                    <a:pt x="0" y="2554"/>
                    <a:pt x="0" y="6384"/>
                  </a:cubicBezTo>
                  <a:lnTo>
                    <a:pt x="0" y="62563"/>
                  </a:lnTo>
                  <a:cubicBezTo>
                    <a:pt x="0" y="66393"/>
                    <a:pt x="2556" y="68947"/>
                    <a:pt x="6390" y="68947"/>
                  </a:cubicBezTo>
                  <a:cubicBezTo>
                    <a:pt x="10224" y="68947"/>
                    <a:pt x="12780" y="66393"/>
                    <a:pt x="12780" y="62563"/>
                  </a:cubicBezTo>
                  <a:lnTo>
                    <a:pt x="12780" y="6384"/>
                  </a:lnTo>
                  <a:cubicBezTo>
                    <a:pt x="12780" y="3192"/>
                    <a:pt x="10224" y="0"/>
                    <a:pt x="6390" y="0"/>
                  </a:cubicBezTo>
                  <a:close/>
                </a:path>
              </a:pathLst>
            </a:custGeom>
            <a:solidFill>
              <a:srgbClr val="00ABAB"/>
            </a:solidFill>
            <a:ln w="6390" cap="flat">
              <a:noFill/>
              <a:prstDash val="solid"/>
              <a:miter/>
            </a:ln>
          </p:spPr>
          <p:txBody>
            <a:bodyPr rtlCol="0" anchor="ctr"/>
            <a:lstStyle/>
            <a:p>
              <a:endParaRPr lang="en-US"/>
            </a:p>
          </p:txBody>
        </p:sp>
        <p:sp>
          <p:nvSpPr>
            <p:cNvPr id="580" name="Graphic 4">
              <a:extLst>
                <a:ext uri="{FF2B5EF4-FFF2-40B4-BE49-F238E27FC236}">
                  <a16:creationId xmlns:a16="http://schemas.microsoft.com/office/drawing/2014/main" id="{963E078A-B471-714C-B780-3BEB02DC09E9}"/>
                </a:ext>
              </a:extLst>
            </p:cNvPr>
            <p:cNvSpPr/>
            <p:nvPr/>
          </p:nvSpPr>
          <p:spPr>
            <a:xfrm>
              <a:off x="6842983" y="1953661"/>
              <a:ext cx="39617" cy="39580"/>
            </a:xfrm>
            <a:custGeom>
              <a:avLst/>
              <a:gdLst>
                <a:gd name="connsiteX0" fmla="*/ 19809 w 39617"/>
                <a:gd name="connsiteY0" fmla="*/ 39581 h 39580"/>
                <a:gd name="connsiteX1" fmla="*/ 39617 w 39617"/>
                <a:gd name="connsiteY1" fmla="*/ 19790 h 39580"/>
                <a:gd name="connsiteX2" fmla="*/ 19809 w 39617"/>
                <a:gd name="connsiteY2" fmla="*/ 0 h 39580"/>
                <a:gd name="connsiteX3" fmla="*/ 0 w 39617"/>
                <a:gd name="connsiteY3" fmla="*/ 19790 h 39580"/>
                <a:gd name="connsiteX4" fmla="*/ 19809 w 39617"/>
                <a:gd name="connsiteY4" fmla="*/ 39581 h 39580"/>
                <a:gd name="connsiteX5" fmla="*/ 19809 w 39617"/>
                <a:gd name="connsiteY5" fmla="*/ 39581 h 39580"/>
                <a:gd name="connsiteX6" fmla="*/ 19809 w 39617"/>
                <a:gd name="connsiteY6" fmla="*/ 13406 h 39580"/>
                <a:gd name="connsiteX7" fmla="*/ 26199 w 39617"/>
                <a:gd name="connsiteY7" fmla="*/ 21067 h 39580"/>
                <a:gd name="connsiteX8" fmla="*/ 19809 w 39617"/>
                <a:gd name="connsiteY8" fmla="*/ 27451 h 39580"/>
                <a:gd name="connsiteX9" fmla="*/ 12141 w 39617"/>
                <a:gd name="connsiteY9" fmla="*/ 21067 h 39580"/>
                <a:gd name="connsiteX10" fmla="*/ 18531 w 39617"/>
                <a:gd name="connsiteY10" fmla="*/ 13406 h 39580"/>
                <a:gd name="connsiteX11" fmla="*/ 19809 w 39617"/>
                <a:gd name="connsiteY11" fmla="*/ 13406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17" h="39580">
                  <a:moveTo>
                    <a:pt x="19809" y="39581"/>
                  </a:moveTo>
                  <a:cubicBezTo>
                    <a:pt x="30671" y="39581"/>
                    <a:pt x="39617" y="30643"/>
                    <a:pt x="39617" y="19790"/>
                  </a:cubicBezTo>
                  <a:cubicBezTo>
                    <a:pt x="39617" y="8938"/>
                    <a:pt x="30671" y="0"/>
                    <a:pt x="19809" y="0"/>
                  </a:cubicBezTo>
                  <a:cubicBezTo>
                    <a:pt x="8946" y="0"/>
                    <a:pt x="0" y="8938"/>
                    <a:pt x="0" y="19790"/>
                  </a:cubicBezTo>
                  <a:cubicBezTo>
                    <a:pt x="0" y="31281"/>
                    <a:pt x="8946" y="39581"/>
                    <a:pt x="19809" y="39581"/>
                  </a:cubicBezTo>
                  <a:lnTo>
                    <a:pt x="19809" y="39581"/>
                  </a:lnTo>
                  <a:close/>
                  <a:moveTo>
                    <a:pt x="19809" y="13406"/>
                  </a:moveTo>
                  <a:cubicBezTo>
                    <a:pt x="23642" y="14045"/>
                    <a:pt x="26199" y="17237"/>
                    <a:pt x="26199" y="21067"/>
                  </a:cubicBezTo>
                  <a:cubicBezTo>
                    <a:pt x="26199" y="24259"/>
                    <a:pt x="23642" y="26813"/>
                    <a:pt x="19809" y="27451"/>
                  </a:cubicBezTo>
                  <a:cubicBezTo>
                    <a:pt x="15975" y="28089"/>
                    <a:pt x="12780" y="24897"/>
                    <a:pt x="12141" y="21067"/>
                  </a:cubicBezTo>
                  <a:cubicBezTo>
                    <a:pt x="11501" y="17237"/>
                    <a:pt x="14696" y="14045"/>
                    <a:pt x="18531" y="13406"/>
                  </a:cubicBezTo>
                  <a:cubicBezTo>
                    <a:pt x="19170" y="13406"/>
                    <a:pt x="19170" y="13406"/>
                    <a:pt x="19809" y="13406"/>
                  </a:cubicBezTo>
                  <a:close/>
                </a:path>
              </a:pathLst>
            </a:custGeom>
            <a:solidFill>
              <a:srgbClr val="00ABAB"/>
            </a:solidFill>
            <a:ln w="6390" cap="flat">
              <a:noFill/>
              <a:prstDash val="solid"/>
              <a:miter/>
            </a:ln>
          </p:spPr>
          <p:txBody>
            <a:bodyPr rtlCol="0" anchor="ctr"/>
            <a:lstStyle/>
            <a:p>
              <a:endParaRPr lang="en-US"/>
            </a:p>
          </p:txBody>
        </p:sp>
        <p:sp>
          <p:nvSpPr>
            <p:cNvPr id="581" name="Graphic 4">
              <a:extLst>
                <a:ext uri="{FF2B5EF4-FFF2-40B4-BE49-F238E27FC236}">
                  <a16:creationId xmlns:a16="http://schemas.microsoft.com/office/drawing/2014/main" id="{CCBFB2AC-4B3E-DF40-BEF6-E47BCF68983A}"/>
                </a:ext>
              </a:extLst>
            </p:cNvPr>
            <p:cNvSpPr/>
            <p:nvPr/>
          </p:nvSpPr>
          <p:spPr>
            <a:xfrm>
              <a:off x="6830842" y="2004094"/>
              <a:ext cx="63899" cy="141086"/>
            </a:xfrm>
            <a:custGeom>
              <a:avLst/>
              <a:gdLst>
                <a:gd name="connsiteX0" fmla="*/ 57509 w 63899"/>
                <a:gd name="connsiteY0" fmla="*/ 0 h 141086"/>
                <a:gd name="connsiteX1" fmla="*/ 6390 w 63899"/>
                <a:gd name="connsiteY1" fmla="*/ 0 h 141086"/>
                <a:gd name="connsiteX2" fmla="*/ 0 w 63899"/>
                <a:gd name="connsiteY2" fmla="*/ 6384 h 141086"/>
                <a:gd name="connsiteX3" fmla="*/ 0 w 63899"/>
                <a:gd name="connsiteY3" fmla="*/ 70224 h 141086"/>
                <a:gd name="connsiteX4" fmla="*/ 6390 w 63899"/>
                <a:gd name="connsiteY4" fmla="*/ 76608 h 141086"/>
                <a:gd name="connsiteX5" fmla="*/ 13419 w 63899"/>
                <a:gd name="connsiteY5" fmla="*/ 76608 h 141086"/>
                <a:gd name="connsiteX6" fmla="*/ 13419 w 63899"/>
                <a:gd name="connsiteY6" fmla="*/ 134702 h 141086"/>
                <a:gd name="connsiteX7" fmla="*/ 19809 w 63899"/>
                <a:gd name="connsiteY7" fmla="*/ 141086 h 141086"/>
                <a:gd name="connsiteX8" fmla="*/ 26199 w 63899"/>
                <a:gd name="connsiteY8" fmla="*/ 134702 h 141086"/>
                <a:gd name="connsiteX9" fmla="*/ 26199 w 63899"/>
                <a:gd name="connsiteY9" fmla="*/ 76608 h 141086"/>
                <a:gd name="connsiteX10" fmla="*/ 39617 w 63899"/>
                <a:gd name="connsiteY10" fmla="*/ 76608 h 141086"/>
                <a:gd name="connsiteX11" fmla="*/ 39617 w 63899"/>
                <a:gd name="connsiteY11" fmla="*/ 134702 h 141086"/>
                <a:gd name="connsiteX12" fmla="*/ 46007 w 63899"/>
                <a:gd name="connsiteY12" fmla="*/ 141086 h 141086"/>
                <a:gd name="connsiteX13" fmla="*/ 52397 w 63899"/>
                <a:gd name="connsiteY13" fmla="*/ 134702 h 141086"/>
                <a:gd name="connsiteX14" fmla="*/ 52397 w 63899"/>
                <a:gd name="connsiteY14" fmla="*/ 76608 h 141086"/>
                <a:gd name="connsiteX15" fmla="*/ 57509 w 63899"/>
                <a:gd name="connsiteY15" fmla="*/ 76608 h 141086"/>
                <a:gd name="connsiteX16" fmla="*/ 63899 w 63899"/>
                <a:gd name="connsiteY16" fmla="*/ 70224 h 141086"/>
                <a:gd name="connsiteX17" fmla="*/ 63899 w 63899"/>
                <a:gd name="connsiteY17" fmla="*/ 6384 h 141086"/>
                <a:gd name="connsiteX18" fmla="*/ 57509 w 63899"/>
                <a:gd name="connsiteY18" fmla="*/ 0 h 141086"/>
                <a:gd name="connsiteX19" fmla="*/ 12780 w 63899"/>
                <a:gd name="connsiteY19" fmla="*/ 12768 h 141086"/>
                <a:gd name="connsiteX20" fmla="*/ 51119 w 63899"/>
                <a:gd name="connsiteY20" fmla="*/ 12768 h 141086"/>
                <a:gd name="connsiteX21" fmla="*/ 51119 w 63899"/>
                <a:gd name="connsiteY21" fmla="*/ 63840 h 141086"/>
                <a:gd name="connsiteX22" fmla="*/ 12780 w 63899"/>
                <a:gd name="connsiteY22" fmla="*/ 63840 h 141086"/>
                <a:gd name="connsiteX23" fmla="*/ 12780 w 63899"/>
                <a:gd name="connsiteY23" fmla="*/ 12768 h 141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3899" h="141086">
                  <a:moveTo>
                    <a:pt x="57509" y="0"/>
                  </a:moveTo>
                  <a:lnTo>
                    <a:pt x="6390" y="0"/>
                  </a:lnTo>
                  <a:cubicBezTo>
                    <a:pt x="2556" y="0"/>
                    <a:pt x="0" y="2554"/>
                    <a:pt x="0" y="6384"/>
                  </a:cubicBezTo>
                  <a:lnTo>
                    <a:pt x="0" y="70224"/>
                  </a:lnTo>
                  <a:cubicBezTo>
                    <a:pt x="0" y="74054"/>
                    <a:pt x="2556" y="76608"/>
                    <a:pt x="6390" y="76608"/>
                  </a:cubicBezTo>
                  <a:lnTo>
                    <a:pt x="13419" y="76608"/>
                  </a:lnTo>
                  <a:lnTo>
                    <a:pt x="13419" y="134702"/>
                  </a:lnTo>
                  <a:cubicBezTo>
                    <a:pt x="13419" y="138533"/>
                    <a:pt x="15975" y="141086"/>
                    <a:pt x="19809" y="141086"/>
                  </a:cubicBezTo>
                  <a:cubicBezTo>
                    <a:pt x="23642" y="141086"/>
                    <a:pt x="26199" y="138533"/>
                    <a:pt x="26199" y="134702"/>
                  </a:cubicBezTo>
                  <a:lnTo>
                    <a:pt x="26199" y="76608"/>
                  </a:lnTo>
                  <a:lnTo>
                    <a:pt x="39617" y="76608"/>
                  </a:lnTo>
                  <a:lnTo>
                    <a:pt x="39617" y="134702"/>
                  </a:lnTo>
                  <a:cubicBezTo>
                    <a:pt x="39617" y="138533"/>
                    <a:pt x="42173" y="141086"/>
                    <a:pt x="46007" y="141086"/>
                  </a:cubicBezTo>
                  <a:cubicBezTo>
                    <a:pt x="49842" y="141086"/>
                    <a:pt x="52397" y="138533"/>
                    <a:pt x="52397" y="134702"/>
                  </a:cubicBezTo>
                  <a:lnTo>
                    <a:pt x="52397" y="76608"/>
                  </a:lnTo>
                  <a:lnTo>
                    <a:pt x="57509" y="76608"/>
                  </a:lnTo>
                  <a:cubicBezTo>
                    <a:pt x="61343" y="76608"/>
                    <a:pt x="63899" y="74054"/>
                    <a:pt x="63899" y="70224"/>
                  </a:cubicBezTo>
                  <a:lnTo>
                    <a:pt x="63899" y="6384"/>
                  </a:lnTo>
                  <a:cubicBezTo>
                    <a:pt x="63899" y="2554"/>
                    <a:pt x="60704" y="0"/>
                    <a:pt x="57509" y="0"/>
                  </a:cubicBezTo>
                  <a:close/>
                  <a:moveTo>
                    <a:pt x="12780" y="12768"/>
                  </a:moveTo>
                  <a:lnTo>
                    <a:pt x="51119" y="12768"/>
                  </a:lnTo>
                  <a:lnTo>
                    <a:pt x="51119" y="63840"/>
                  </a:lnTo>
                  <a:lnTo>
                    <a:pt x="12780" y="63840"/>
                  </a:lnTo>
                  <a:lnTo>
                    <a:pt x="12780" y="12768"/>
                  </a:lnTo>
                  <a:close/>
                </a:path>
              </a:pathLst>
            </a:custGeom>
            <a:solidFill>
              <a:srgbClr val="00ABAB"/>
            </a:solidFill>
            <a:ln w="6390" cap="flat">
              <a:noFill/>
              <a:prstDash val="solid"/>
              <a:miter/>
            </a:ln>
          </p:spPr>
          <p:txBody>
            <a:bodyPr rtlCol="0" anchor="ctr"/>
            <a:lstStyle/>
            <a:p>
              <a:endParaRPr lang="en-US"/>
            </a:p>
          </p:txBody>
        </p:sp>
        <p:sp>
          <p:nvSpPr>
            <p:cNvPr id="582" name="Graphic 4">
              <a:extLst>
                <a:ext uri="{FF2B5EF4-FFF2-40B4-BE49-F238E27FC236}">
                  <a16:creationId xmlns:a16="http://schemas.microsoft.com/office/drawing/2014/main" id="{19AA5DEE-749B-864E-BB0F-97DA3E154416}"/>
                </a:ext>
              </a:extLst>
            </p:cNvPr>
            <p:cNvSpPr/>
            <p:nvPr/>
          </p:nvSpPr>
          <p:spPr>
            <a:xfrm>
              <a:off x="6986118" y="1953661"/>
              <a:ext cx="39617" cy="39580"/>
            </a:xfrm>
            <a:custGeom>
              <a:avLst/>
              <a:gdLst>
                <a:gd name="connsiteX0" fmla="*/ 19809 w 39617"/>
                <a:gd name="connsiteY0" fmla="*/ 39581 h 39580"/>
                <a:gd name="connsiteX1" fmla="*/ 39617 w 39617"/>
                <a:gd name="connsiteY1" fmla="*/ 19790 h 39580"/>
                <a:gd name="connsiteX2" fmla="*/ 19809 w 39617"/>
                <a:gd name="connsiteY2" fmla="*/ 0 h 39580"/>
                <a:gd name="connsiteX3" fmla="*/ 0 w 39617"/>
                <a:gd name="connsiteY3" fmla="*/ 19790 h 39580"/>
                <a:gd name="connsiteX4" fmla="*/ 19809 w 39617"/>
                <a:gd name="connsiteY4" fmla="*/ 39581 h 39580"/>
                <a:gd name="connsiteX5" fmla="*/ 19809 w 39617"/>
                <a:gd name="connsiteY5" fmla="*/ 39581 h 39580"/>
                <a:gd name="connsiteX6" fmla="*/ 19809 w 39617"/>
                <a:gd name="connsiteY6" fmla="*/ 13406 h 39580"/>
                <a:gd name="connsiteX7" fmla="*/ 26199 w 39617"/>
                <a:gd name="connsiteY7" fmla="*/ 21067 h 39580"/>
                <a:gd name="connsiteX8" fmla="*/ 19809 w 39617"/>
                <a:gd name="connsiteY8" fmla="*/ 27451 h 39580"/>
                <a:gd name="connsiteX9" fmla="*/ 12140 w 39617"/>
                <a:gd name="connsiteY9" fmla="*/ 21067 h 39580"/>
                <a:gd name="connsiteX10" fmla="*/ 18530 w 39617"/>
                <a:gd name="connsiteY10" fmla="*/ 13406 h 39580"/>
                <a:gd name="connsiteX11" fmla="*/ 19809 w 39617"/>
                <a:gd name="connsiteY11" fmla="*/ 13406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17" h="39580">
                  <a:moveTo>
                    <a:pt x="19809" y="39581"/>
                  </a:moveTo>
                  <a:cubicBezTo>
                    <a:pt x="30671" y="39581"/>
                    <a:pt x="39617" y="30643"/>
                    <a:pt x="39617" y="19790"/>
                  </a:cubicBezTo>
                  <a:cubicBezTo>
                    <a:pt x="39617" y="8938"/>
                    <a:pt x="30671" y="0"/>
                    <a:pt x="19809" y="0"/>
                  </a:cubicBezTo>
                  <a:cubicBezTo>
                    <a:pt x="8945" y="0"/>
                    <a:pt x="0" y="8938"/>
                    <a:pt x="0" y="19790"/>
                  </a:cubicBezTo>
                  <a:cubicBezTo>
                    <a:pt x="639" y="31281"/>
                    <a:pt x="8945" y="39581"/>
                    <a:pt x="19809" y="39581"/>
                  </a:cubicBezTo>
                  <a:lnTo>
                    <a:pt x="19809" y="39581"/>
                  </a:lnTo>
                  <a:close/>
                  <a:moveTo>
                    <a:pt x="19809" y="13406"/>
                  </a:moveTo>
                  <a:cubicBezTo>
                    <a:pt x="23642" y="14045"/>
                    <a:pt x="26199" y="17237"/>
                    <a:pt x="26199" y="21067"/>
                  </a:cubicBezTo>
                  <a:cubicBezTo>
                    <a:pt x="26199" y="24259"/>
                    <a:pt x="23642" y="26813"/>
                    <a:pt x="19809" y="27451"/>
                  </a:cubicBezTo>
                  <a:cubicBezTo>
                    <a:pt x="15975" y="28089"/>
                    <a:pt x="12780" y="24897"/>
                    <a:pt x="12140" y="21067"/>
                  </a:cubicBezTo>
                  <a:cubicBezTo>
                    <a:pt x="11501" y="17237"/>
                    <a:pt x="14696" y="14045"/>
                    <a:pt x="18530" y="13406"/>
                  </a:cubicBezTo>
                  <a:cubicBezTo>
                    <a:pt x="19170" y="13406"/>
                    <a:pt x="19809" y="13406"/>
                    <a:pt x="19809" y="13406"/>
                  </a:cubicBezTo>
                  <a:close/>
                </a:path>
              </a:pathLst>
            </a:custGeom>
            <a:solidFill>
              <a:srgbClr val="00ABAB"/>
            </a:solidFill>
            <a:ln w="6390" cap="flat">
              <a:noFill/>
              <a:prstDash val="solid"/>
              <a:miter/>
            </a:ln>
          </p:spPr>
          <p:txBody>
            <a:bodyPr rtlCol="0" anchor="ctr"/>
            <a:lstStyle/>
            <a:p>
              <a:endParaRPr lang="en-US"/>
            </a:p>
          </p:txBody>
        </p:sp>
        <p:sp>
          <p:nvSpPr>
            <p:cNvPr id="583" name="Graphic 4">
              <a:extLst>
                <a:ext uri="{FF2B5EF4-FFF2-40B4-BE49-F238E27FC236}">
                  <a16:creationId xmlns:a16="http://schemas.microsoft.com/office/drawing/2014/main" id="{CDFFE066-3EC8-314E-9D69-F15A9D20FC6F}"/>
                </a:ext>
              </a:extLst>
            </p:cNvPr>
            <p:cNvSpPr/>
            <p:nvPr/>
          </p:nvSpPr>
          <p:spPr>
            <a:xfrm>
              <a:off x="6973977" y="2004094"/>
              <a:ext cx="63899" cy="141086"/>
            </a:xfrm>
            <a:custGeom>
              <a:avLst/>
              <a:gdLst>
                <a:gd name="connsiteX0" fmla="*/ 57509 w 63899"/>
                <a:gd name="connsiteY0" fmla="*/ 0 h 141086"/>
                <a:gd name="connsiteX1" fmla="*/ 6390 w 63899"/>
                <a:gd name="connsiteY1" fmla="*/ 0 h 141086"/>
                <a:gd name="connsiteX2" fmla="*/ 0 w 63899"/>
                <a:gd name="connsiteY2" fmla="*/ 6384 h 141086"/>
                <a:gd name="connsiteX3" fmla="*/ 0 w 63899"/>
                <a:gd name="connsiteY3" fmla="*/ 70224 h 141086"/>
                <a:gd name="connsiteX4" fmla="*/ 6390 w 63899"/>
                <a:gd name="connsiteY4" fmla="*/ 76608 h 141086"/>
                <a:gd name="connsiteX5" fmla="*/ 13419 w 63899"/>
                <a:gd name="connsiteY5" fmla="*/ 76608 h 141086"/>
                <a:gd name="connsiteX6" fmla="*/ 13419 w 63899"/>
                <a:gd name="connsiteY6" fmla="*/ 134702 h 141086"/>
                <a:gd name="connsiteX7" fmla="*/ 19809 w 63899"/>
                <a:gd name="connsiteY7" fmla="*/ 141086 h 141086"/>
                <a:gd name="connsiteX8" fmla="*/ 26199 w 63899"/>
                <a:gd name="connsiteY8" fmla="*/ 134702 h 141086"/>
                <a:gd name="connsiteX9" fmla="*/ 26199 w 63899"/>
                <a:gd name="connsiteY9" fmla="*/ 76608 h 141086"/>
                <a:gd name="connsiteX10" fmla="*/ 39617 w 63899"/>
                <a:gd name="connsiteY10" fmla="*/ 76608 h 141086"/>
                <a:gd name="connsiteX11" fmla="*/ 39617 w 63899"/>
                <a:gd name="connsiteY11" fmla="*/ 134702 h 141086"/>
                <a:gd name="connsiteX12" fmla="*/ 46007 w 63899"/>
                <a:gd name="connsiteY12" fmla="*/ 141086 h 141086"/>
                <a:gd name="connsiteX13" fmla="*/ 52397 w 63899"/>
                <a:gd name="connsiteY13" fmla="*/ 134702 h 141086"/>
                <a:gd name="connsiteX14" fmla="*/ 52397 w 63899"/>
                <a:gd name="connsiteY14" fmla="*/ 76608 h 141086"/>
                <a:gd name="connsiteX15" fmla="*/ 57509 w 63899"/>
                <a:gd name="connsiteY15" fmla="*/ 76608 h 141086"/>
                <a:gd name="connsiteX16" fmla="*/ 63899 w 63899"/>
                <a:gd name="connsiteY16" fmla="*/ 70224 h 141086"/>
                <a:gd name="connsiteX17" fmla="*/ 63899 w 63899"/>
                <a:gd name="connsiteY17" fmla="*/ 6384 h 141086"/>
                <a:gd name="connsiteX18" fmla="*/ 57509 w 63899"/>
                <a:gd name="connsiteY18" fmla="*/ 0 h 141086"/>
                <a:gd name="connsiteX19" fmla="*/ 12780 w 63899"/>
                <a:gd name="connsiteY19" fmla="*/ 12768 h 141086"/>
                <a:gd name="connsiteX20" fmla="*/ 51119 w 63899"/>
                <a:gd name="connsiteY20" fmla="*/ 12768 h 141086"/>
                <a:gd name="connsiteX21" fmla="*/ 51119 w 63899"/>
                <a:gd name="connsiteY21" fmla="*/ 63840 h 141086"/>
                <a:gd name="connsiteX22" fmla="*/ 12780 w 63899"/>
                <a:gd name="connsiteY22" fmla="*/ 63840 h 141086"/>
                <a:gd name="connsiteX23" fmla="*/ 12780 w 63899"/>
                <a:gd name="connsiteY23" fmla="*/ 12768 h 141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3899" h="141086">
                  <a:moveTo>
                    <a:pt x="57509" y="0"/>
                  </a:moveTo>
                  <a:lnTo>
                    <a:pt x="6390" y="0"/>
                  </a:lnTo>
                  <a:cubicBezTo>
                    <a:pt x="2556" y="0"/>
                    <a:pt x="0" y="2554"/>
                    <a:pt x="0" y="6384"/>
                  </a:cubicBezTo>
                  <a:lnTo>
                    <a:pt x="0" y="70224"/>
                  </a:lnTo>
                  <a:cubicBezTo>
                    <a:pt x="0" y="74054"/>
                    <a:pt x="2556" y="76608"/>
                    <a:pt x="6390" y="76608"/>
                  </a:cubicBezTo>
                  <a:lnTo>
                    <a:pt x="13419" y="76608"/>
                  </a:lnTo>
                  <a:lnTo>
                    <a:pt x="13419" y="134702"/>
                  </a:lnTo>
                  <a:cubicBezTo>
                    <a:pt x="13419" y="138533"/>
                    <a:pt x="15975" y="141086"/>
                    <a:pt x="19809" y="141086"/>
                  </a:cubicBezTo>
                  <a:cubicBezTo>
                    <a:pt x="23642" y="141086"/>
                    <a:pt x="26199" y="138533"/>
                    <a:pt x="26199" y="134702"/>
                  </a:cubicBezTo>
                  <a:lnTo>
                    <a:pt x="26199" y="76608"/>
                  </a:lnTo>
                  <a:lnTo>
                    <a:pt x="39617" y="76608"/>
                  </a:lnTo>
                  <a:lnTo>
                    <a:pt x="39617" y="134702"/>
                  </a:lnTo>
                  <a:cubicBezTo>
                    <a:pt x="39617" y="138533"/>
                    <a:pt x="42173" y="141086"/>
                    <a:pt x="46007" y="141086"/>
                  </a:cubicBezTo>
                  <a:cubicBezTo>
                    <a:pt x="49841" y="141086"/>
                    <a:pt x="52397" y="138533"/>
                    <a:pt x="52397" y="134702"/>
                  </a:cubicBezTo>
                  <a:lnTo>
                    <a:pt x="52397" y="76608"/>
                  </a:lnTo>
                  <a:lnTo>
                    <a:pt x="57509" y="76608"/>
                  </a:lnTo>
                  <a:cubicBezTo>
                    <a:pt x="61343" y="76608"/>
                    <a:pt x="63899" y="74054"/>
                    <a:pt x="63899" y="70224"/>
                  </a:cubicBezTo>
                  <a:lnTo>
                    <a:pt x="63899" y="6384"/>
                  </a:lnTo>
                  <a:cubicBezTo>
                    <a:pt x="63899" y="2554"/>
                    <a:pt x="61343" y="0"/>
                    <a:pt x="57509" y="0"/>
                  </a:cubicBezTo>
                  <a:close/>
                  <a:moveTo>
                    <a:pt x="12780" y="12768"/>
                  </a:moveTo>
                  <a:lnTo>
                    <a:pt x="51119" y="12768"/>
                  </a:lnTo>
                  <a:lnTo>
                    <a:pt x="51119" y="63840"/>
                  </a:lnTo>
                  <a:lnTo>
                    <a:pt x="12780" y="63840"/>
                  </a:lnTo>
                  <a:lnTo>
                    <a:pt x="12780" y="12768"/>
                  </a:lnTo>
                  <a:close/>
                </a:path>
              </a:pathLst>
            </a:custGeom>
            <a:solidFill>
              <a:srgbClr val="00ABAB"/>
            </a:solidFill>
            <a:ln w="6390" cap="flat">
              <a:noFill/>
              <a:prstDash val="solid"/>
              <a:miter/>
            </a:ln>
          </p:spPr>
          <p:txBody>
            <a:bodyPr rtlCol="0" anchor="ctr"/>
            <a:lstStyle/>
            <a:p>
              <a:endParaRPr lang="en-US"/>
            </a:p>
          </p:txBody>
        </p:sp>
        <p:sp>
          <p:nvSpPr>
            <p:cNvPr id="584" name="Graphic 4">
              <a:extLst>
                <a:ext uri="{FF2B5EF4-FFF2-40B4-BE49-F238E27FC236}">
                  <a16:creationId xmlns:a16="http://schemas.microsoft.com/office/drawing/2014/main" id="{5DF093BB-CA3A-8C49-A53B-C6ADAEBF1B20}"/>
                </a:ext>
              </a:extLst>
            </p:cNvPr>
            <p:cNvSpPr/>
            <p:nvPr/>
          </p:nvSpPr>
          <p:spPr>
            <a:xfrm>
              <a:off x="6812311" y="2004733"/>
              <a:ext cx="12779" cy="68947"/>
            </a:xfrm>
            <a:custGeom>
              <a:avLst/>
              <a:gdLst>
                <a:gd name="connsiteX0" fmla="*/ 6390 w 12779"/>
                <a:gd name="connsiteY0" fmla="*/ 0 h 68947"/>
                <a:gd name="connsiteX1" fmla="*/ 0 w 12779"/>
                <a:gd name="connsiteY1" fmla="*/ 6384 h 68947"/>
                <a:gd name="connsiteX2" fmla="*/ 0 w 12779"/>
                <a:gd name="connsiteY2" fmla="*/ 62563 h 68947"/>
                <a:gd name="connsiteX3" fmla="*/ 6390 w 12779"/>
                <a:gd name="connsiteY3" fmla="*/ 68947 h 68947"/>
                <a:gd name="connsiteX4" fmla="*/ 12780 w 12779"/>
                <a:gd name="connsiteY4" fmla="*/ 62563 h 68947"/>
                <a:gd name="connsiteX5" fmla="*/ 12780 w 12779"/>
                <a:gd name="connsiteY5" fmla="*/ 6384 h 68947"/>
                <a:gd name="connsiteX6" fmla="*/ 6390 w 12779"/>
                <a:gd name="connsiteY6" fmla="*/ 0 h 68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68947">
                  <a:moveTo>
                    <a:pt x="6390" y="0"/>
                  </a:moveTo>
                  <a:cubicBezTo>
                    <a:pt x="2556" y="0"/>
                    <a:pt x="0" y="2554"/>
                    <a:pt x="0" y="6384"/>
                  </a:cubicBezTo>
                  <a:lnTo>
                    <a:pt x="0" y="62563"/>
                  </a:lnTo>
                  <a:cubicBezTo>
                    <a:pt x="0" y="66393"/>
                    <a:pt x="2556" y="68947"/>
                    <a:pt x="6390" y="68947"/>
                  </a:cubicBezTo>
                  <a:cubicBezTo>
                    <a:pt x="10224" y="68947"/>
                    <a:pt x="12780" y="66393"/>
                    <a:pt x="12780" y="62563"/>
                  </a:cubicBezTo>
                  <a:lnTo>
                    <a:pt x="12780" y="6384"/>
                  </a:lnTo>
                  <a:cubicBezTo>
                    <a:pt x="12780" y="3192"/>
                    <a:pt x="9585" y="0"/>
                    <a:pt x="6390" y="0"/>
                  </a:cubicBezTo>
                  <a:close/>
                </a:path>
              </a:pathLst>
            </a:custGeom>
            <a:solidFill>
              <a:srgbClr val="00ABAB"/>
            </a:solidFill>
            <a:ln w="6390" cap="flat">
              <a:noFill/>
              <a:prstDash val="solid"/>
              <a:miter/>
            </a:ln>
          </p:spPr>
          <p:txBody>
            <a:bodyPr rtlCol="0" anchor="ctr"/>
            <a:lstStyle/>
            <a:p>
              <a:endParaRPr lang="en-US"/>
            </a:p>
          </p:txBody>
        </p:sp>
        <p:sp>
          <p:nvSpPr>
            <p:cNvPr id="585" name="Graphic 4">
              <a:extLst>
                <a:ext uri="{FF2B5EF4-FFF2-40B4-BE49-F238E27FC236}">
                  <a16:creationId xmlns:a16="http://schemas.microsoft.com/office/drawing/2014/main" id="{A336333E-3D04-C74E-913A-D65ECA098D7A}"/>
                </a:ext>
              </a:extLst>
            </p:cNvPr>
            <p:cNvSpPr/>
            <p:nvPr/>
          </p:nvSpPr>
          <p:spPr>
            <a:xfrm>
              <a:off x="6915829" y="2000902"/>
              <a:ext cx="39617" cy="39580"/>
            </a:xfrm>
            <a:custGeom>
              <a:avLst/>
              <a:gdLst>
                <a:gd name="connsiteX0" fmla="*/ 19809 w 39617"/>
                <a:gd name="connsiteY0" fmla="*/ 39581 h 39580"/>
                <a:gd name="connsiteX1" fmla="*/ 39617 w 39617"/>
                <a:gd name="connsiteY1" fmla="*/ 19790 h 39580"/>
                <a:gd name="connsiteX2" fmla="*/ 19809 w 39617"/>
                <a:gd name="connsiteY2" fmla="*/ 0 h 39580"/>
                <a:gd name="connsiteX3" fmla="*/ 0 w 39617"/>
                <a:gd name="connsiteY3" fmla="*/ 19790 h 39580"/>
                <a:gd name="connsiteX4" fmla="*/ 19809 w 39617"/>
                <a:gd name="connsiteY4" fmla="*/ 39581 h 39580"/>
                <a:gd name="connsiteX5" fmla="*/ 19809 w 39617"/>
                <a:gd name="connsiteY5" fmla="*/ 39581 h 39580"/>
                <a:gd name="connsiteX6" fmla="*/ 19809 w 39617"/>
                <a:gd name="connsiteY6" fmla="*/ 13406 h 39580"/>
                <a:gd name="connsiteX7" fmla="*/ 26199 w 39617"/>
                <a:gd name="connsiteY7" fmla="*/ 21067 h 39580"/>
                <a:gd name="connsiteX8" fmla="*/ 19809 w 39617"/>
                <a:gd name="connsiteY8" fmla="*/ 27451 h 39580"/>
                <a:gd name="connsiteX9" fmla="*/ 12140 w 39617"/>
                <a:gd name="connsiteY9" fmla="*/ 21067 h 39580"/>
                <a:gd name="connsiteX10" fmla="*/ 18530 w 39617"/>
                <a:gd name="connsiteY10" fmla="*/ 13406 h 39580"/>
                <a:gd name="connsiteX11" fmla="*/ 19809 w 39617"/>
                <a:gd name="connsiteY11" fmla="*/ 13406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17" h="39580">
                  <a:moveTo>
                    <a:pt x="19809" y="39581"/>
                  </a:moveTo>
                  <a:cubicBezTo>
                    <a:pt x="30671" y="39581"/>
                    <a:pt x="39617" y="30643"/>
                    <a:pt x="39617" y="19790"/>
                  </a:cubicBezTo>
                  <a:cubicBezTo>
                    <a:pt x="39617" y="8938"/>
                    <a:pt x="30671" y="0"/>
                    <a:pt x="19809" y="0"/>
                  </a:cubicBezTo>
                  <a:cubicBezTo>
                    <a:pt x="8945" y="0"/>
                    <a:pt x="0" y="8938"/>
                    <a:pt x="0" y="19790"/>
                  </a:cubicBezTo>
                  <a:cubicBezTo>
                    <a:pt x="0" y="30643"/>
                    <a:pt x="8945" y="39581"/>
                    <a:pt x="19809" y="39581"/>
                  </a:cubicBezTo>
                  <a:lnTo>
                    <a:pt x="19809" y="39581"/>
                  </a:lnTo>
                  <a:close/>
                  <a:moveTo>
                    <a:pt x="19809" y="13406"/>
                  </a:moveTo>
                  <a:cubicBezTo>
                    <a:pt x="23642" y="14045"/>
                    <a:pt x="26199" y="17237"/>
                    <a:pt x="26199" y="21067"/>
                  </a:cubicBezTo>
                  <a:cubicBezTo>
                    <a:pt x="26199" y="24259"/>
                    <a:pt x="23642" y="26813"/>
                    <a:pt x="19809" y="27451"/>
                  </a:cubicBezTo>
                  <a:cubicBezTo>
                    <a:pt x="15975" y="28090"/>
                    <a:pt x="12780" y="24898"/>
                    <a:pt x="12140" y="21067"/>
                  </a:cubicBezTo>
                  <a:cubicBezTo>
                    <a:pt x="11501" y="17237"/>
                    <a:pt x="14696" y="14045"/>
                    <a:pt x="18530" y="13406"/>
                  </a:cubicBezTo>
                  <a:cubicBezTo>
                    <a:pt x="19170" y="13406"/>
                    <a:pt x="19170" y="13406"/>
                    <a:pt x="19809" y="13406"/>
                  </a:cubicBezTo>
                  <a:close/>
                </a:path>
              </a:pathLst>
            </a:custGeom>
            <a:solidFill>
              <a:srgbClr val="00ABAB"/>
            </a:solidFill>
            <a:ln w="6390" cap="flat">
              <a:noFill/>
              <a:prstDash val="solid"/>
              <a:miter/>
            </a:ln>
          </p:spPr>
          <p:txBody>
            <a:bodyPr rtlCol="0" anchor="ctr"/>
            <a:lstStyle/>
            <a:p>
              <a:endParaRPr lang="en-US"/>
            </a:p>
          </p:txBody>
        </p:sp>
        <p:sp>
          <p:nvSpPr>
            <p:cNvPr id="586" name="Graphic 4">
              <a:extLst>
                <a:ext uri="{FF2B5EF4-FFF2-40B4-BE49-F238E27FC236}">
                  <a16:creationId xmlns:a16="http://schemas.microsoft.com/office/drawing/2014/main" id="{4A9479D5-952C-6648-AE71-F7066F887885}"/>
                </a:ext>
              </a:extLst>
            </p:cNvPr>
            <p:cNvSpPr/>
            <p:nvPr/>
          </p:nvSpPr>
          <p:spPr>
            <a:xfrm>
              <a:off x="6903688" y="2050697"/>
              <a:ext cx="63899" cy="141086"/>
            </a:xfrm>
            <a:custGeom>
              <a:avLst/>
              <a:gdLst>
                <a:gd name="connsiteX0" fmla="*/ 57509 w 63899"/>
                <a:gd name="connsiteY0" fmla="*/ 0 h 141086"/>
                <a:gd name="connsiteX1" fmla="*/ 6390 w 63899"/>
                <a:gd name="connsiteY1" fmla="*/ 0 h 141086"/>
                <a:gd name="connsiteX2" fmla="*/ 0 w 63899"/>
                <a:gd name="connsiteY2" fmla="*/ 6384 h 141086"/>
                <a:gd name="connsiteX3" fmla="*/ 0 w 63899"/>
                <a:gd name="connsiteY3" fmla="*/ 70224 h 141086"/>
                <a:gd name="connsiteX4" fmla="*/ 6390 w 63899"/>
                <a:gd name="connsiteY4" fmla="*/ 76608 h 141086"/>
                <a:gd name="connsiteX5" fmla="*/ 13419 w 63899"/>
                <a:gd name="connsiteY5" fmla="*/ 76608 h 141086"/>
                <a:gd name="connsiteX6" fmla="*/ 13419 w 63899"/>
                <a:gd name="connsiteY6" fmla="*/ 134702 h 141086"/>
                <a:gd name="connsiteX7" fmla="*/ 19809 w 63899"/>
                <a:gd name="connsiteY7" fmla="*/ 141086 h 141086"/>
                <a:gd name="connsiteX8" fmla="*/ 26199 w 63899"/>
                <a:gd name="connsiteY8" fmla="*/ 134702 h 141086"/>
                <a:gd name="connsiteX9" fmla="*/ 26199 w 63899"/>
                <a:gd name="connsiteY9" fmla="*/ 76608 h 141086"/>
                <a:gd name="connsiteX10" fmla="*/ 39617 w 63899"/>
                <a:gd name="connsiteY10" fmla="*/ 76608 h 141086"/>
                <a:gd name="connsiteX11" fmla="*/ 39617 w 63899"/>
                <a:gd name="connsiteY11" fmla="*/ 134702 h 141086"/>
                <a:gd name="connsiteX12" fmla="*/ 46007 w 63899"/>
                <a:gd name="connsiteY12" fmla="*/ 141086 h 141086"/>
                <a:gd name="connsiteX13" fmla="*/ 52397 w 63899"/>
                <a:gd name="connsiteY13" fmla="*/ 134702 h 141086"/>
                <a:gd name="connsiteX14" fmla="*/ 52397 w 63899"/>
                <a:gd name="connsiteY14" fmla="*/ 76608 h 141086"/>
                <a:gd name="connsiteX15" fmla="*/ 57509 w 63899"/>
                <a:gd name="connsiteY15" fmla="*/ 76608 h 141086"/>
                <a:gd name="connsiteX16" fmla="*/ 63899 w 63899"/>
                <a:gd name="connsiteY16" fmla="*/ 70224 h 141086"/>
                <a:gd name="connsiteX17" fmla="*/ 63899 w 63899"/>
                <a:gd name="connsiteY17" fmla="*/ 6384 h 141086"/>
                <a:gd name="connsiteX18" fmla="*/ 57509 w 63899"/>
                <a:gd name="connsiteY18" fmla="*/ 0 h 141086"/>
                <a:gd name="connsiteX19" fmla="*/ 12780 w 63899"/>
                <a:gd name="connsiteY19" fmla="*/ 12768 h 141086"/>
                <a:gd name="connsiteX20" fmla="*/ 51119 w 63899"/>
                <a:gd name="connsiteY20" fmla="*/ 12768 h 141086"/>
                <a:gd name="connsiteX21" fmla="*/ 51119 w 63899"/>
                <a:gd name="connsiteY21" fmla="*/ 63840 h 141086"/>
                <a:gd name="connsiteX22" fmla="*/ 12780 w 63899"/>
                <a:gd name="connsiteY22" fmla="*/ 63840 h 141086"/>
                <a:gd name="connsiteX23" fmla="*/ 12780 w 63899"/>
                <a:gd name="connsiteY23" fmla="*/ 12768 h 141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3899" h="141086">
                  <a:moveTo>
                    <a:pt x="57509" y="0"/>
                  </a:moveTo>
                  <a:lnTo>
                    <a:pt x="6390" y="0"/>
                  </a:lnTo>
                  <a:cubicBezTo>
                    <a:pt x="2556" y="0"/>
                    <a:pt x="0" y="2554"/>
                    <a:pt x="0" y="6384"/>
                  </a:cubicBezTo>
                  <a:lnTo>
                    <a:pt x="0" y="70224"/>
                  </a:lnTo>
                  <a:cubicBezTo>
                    <a:pt x="0" y="74054"/>
                    <a:pt x="2556" y="76608"/>
                    <a:pt x="6390" y="76608"/>
                  </a:cubicBezTo>
                  <a:lnTo>
                    <a:pt x="13419" y="76608"/>
                  </a:lnTo>
                  <a:lnTo>
                    <a:pt x="13419" y="134702"/>
                  </a:lnTo>
                  <a:cubicBezTo>
                    <a:pt x="13419" y="138532"/>
                    <a:pt x="15975" y="141086"/>
                    <a:pt x="19809" y="141086"/>
                  </a:cubicBezTo>
                  <a:cubicBezTo>
                    <a:pt x="23642" y="141086"/>
                    <a:pt x="26199" y="138532"/>
                    <a:pt x="26199" y="134702"/>
                  </a:cubicBezTo>
                  <a:lnTo>
                    <a:pt x="26199" y="76608"/>
                  </a:lnTo>
                  <a:lnTo>
                    <a:pt x="39617" y="76608"/>
                  </a:lnTo>
                  <a:lnTo>
                    <a:pt x="39617" y="134702"/>
                  </a:lnTo>
                  <a:cubicBezTo>
                    <a:pt x="39617" y="138532"/>
                    <a:pt x="42173" y="141086"/>
                    <a:pt x="46007" y="141086"/>
                  </a:cubicBezTo>
                  <a:cubicBezTo>
                    <a:pt x="49841" y="141086"/>
                    <a:pt x="52397" y="138532"/>
                    <a:pt x="52397" y="134702"/>
                  </a:cubicBezTo>
                  <a:lnTo>
                    <a:pt x="52397" y="76608"/>
                  </a:lnTo>
                  <a:lnTo>
                    <a:pt x="57509" y="76608"/>
                  </a:lnTo>
                  <a:cubicBezTo>
                    <a:pt x="61343" y="76608"/>
                    <a:pt x="63899" y="74054"/>
                    <a:pt x="63899" y="70224"/>
                  </a:cubicBezTo>
                  <a:lnTo>
                    <a:pt x="63899" y="6384"/>
                  </a:lnTo>
                  <a:cubicBezTo>
                    <a:pt x="63261" y="3192"/>
                    <a:pt x="60704" y="638"/>
                    <a:pt x="57509" y="0"/>
                  </a:cubicBezTo>
                  <a:close/>
                  <a:moveTo>
                    <a:pt x="12780" y="12768"/>
                  </a:moveTo>
                  <a:lnTo>
                    <a:pt x="51119" y="12768"/>
                  </a:lnTo>
                  <a:lnTo>
                    <a:pt x="51119" y="63840"/>
                  </a:lnTo>
                  <a:lnTo>
                    <a:pt x="12780" y="63840"/>
                  </a:lnTo>
                  <a:lnTo>
                    <a:pt x="12780" y="12768"/>
                  </a:lnTo>
                  <a:close/>
                </a:path>
              </a:pathLst>
            </a:custGeom>
            <a:solidFill>
              <a:srgbClr val="00ABAB"/>
            </a:solidFill>
            <a:ln w="6390" cap="flat">
              <a:noFill/>
              <a:prstDash val="solid"/>
              <a:miter/>
            </a:ln>
          </p:spPr>
          <p:txBody>
            <a:bodyPr rtlCol="0" anchor="ctr"/>
            <a:lstStyle/>
            <a:p>
              <a:endParaRPr lang="en-US"/>
            </a:p>
          </p:txBody>
        </p:sp>
      </p:grpSp>
      <p:grpSp>
        <p:nvGrpSpPr>
          <p:cNvPr id="587" name="Graphic 4">
            <a:extLst>
              <a:ext uri="{FF2B5EF4-FFF2-40B4-BE49-F238E27FC236}">
                <a16:creationId xmlns:a16="http://schemas.microsoft.com/office/drawing/2014/main" id="{52965C89-826D-FB42-818C-33E5192470F5}"/>
              </a:ext>
            </a:extLst>
          </p:cNvPr>
          <p:cNvGrpSpPr>
            <a:grpSpLocks noChangeAspect="1"/>
          </p:cNvGrpSpPr>
          <p:nvPr/>
        </p:nvGrpSpPr>
        <p:grpSpPr>
          <a:xfrm>
            <a:off x="6753524" y="1402723"/>
            <a:ext cx="361674" cy="361971"/>
            <a:chOff x="6753524" y="1402723"/>
            <a:chExt cx="361674" cy="361971"/>
          </a:xfrm>
          <a:solidFill>
            <a:srgbClr val="00ABAB"/>
          </a:solidFill>
        </p:grpSpPr>
        <p:sp>
          <p:nvSpPr>
            <p:cNvPr id="588" name="Graphic 4">
              <a:extLst>
                <a:ext uri="{FF2B5EF4-FFF2-40B4-BE49-F238E27FC236}">
                  <a16:creationId xmlns:a16="http://schemas.microsoft.com/office/drawing/2014/main" id="{13ECE937-EAFE-4E45-A22C-351F9CB66847}"/>
                </a:ext>
              </a:extLst>
            </p:cNvPr>
            <p:cNvSpPr/>
            <p:nvPr/>
          </p:nvSpPr>
          <p:spPr>
            <a:xfrm>
              <a:off x="6753524" y="1402723"/>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8565 h 361971"/>
                <a:gd name="connsiteX8" fmla="*/ 12780 w 361674"/>
                <a:gd name="connsiteY8" fmla="*/ 180667 h 361971"/>
                <a:gd name="connsiteX9" fmla="*/ 180835 w 361674"/>
                <a:gd name="connsiteY9" fmla="*/ 12130 h 361971"/>
                <a:gd name="connsiteX10" fmla="*/ 348890 w 361674"/>
                <a:gd name="connsiteY10" fmla="*/ 180028 h 361971"/>
                <a:gd name="connsiteX11" fmla="*/ 348890 w 361674"/>
                <a:gd name="connsiteY11" fmla="*/ 180028 h 361971"/>
                <a:gd name="connsiteX12" fmla="*/ 180835 w 361674"/>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2309" y="80438"/>
                    <a:pt x="281157" y="0"/>
                    <a:pt x="180835" y="0"/>
                  </a:cubicBezTo>
                  <a:cubicBezTo>
                    <a:pt x="181474" y="0"/>
                    <a:pt x="181474" y="0"/>
                    <a:pt x="180835" y="0"/>
                  </a:cubicBezTo>
                  <a:close/>
                  <a:moveTo>
                    <a:pt x="180835" y="348565"/>
                  </a:moveTo>
                  <a:cubicBezTo>
                    <a:pt x="87542" y="348565"/>
                    <a:pt x="12780" y="273234"/>
                    <a:pt x="12780" y="180667"/>
                  </a:cubicBezTo>
                  <a:cubicBezTo>
                    <a:pt x="12780" y="87461"/>
                    <a:pt x="88181" y="12130"/>
                    <a:pt x="180835" y="12130"/>
                  </a:cubicBezTo>
                  <a:cubicBezTo>
                    <a:pt x="274128" y="12130"/>
                    <a:pt x="348890" y="87461"/>
                    <a:pt x="348890" y="180028"/>
                  </a:cubicBezTo>
                  <a:lnTo>
                    <a:pt x="348890" y="180028"/>
                  </a:lnTo>
                  <a:cubicBezTo>
                    <a:pt x="349529" y="273234"/>
                    <a:pt x="274128" y="348565"/>
                    <a:pt x="180835" y="348565"/>
                  </a:cubicBezTo>
                  <a:close/>
                </a:path>
              </a:pathLst>
            </a:custGeom>
            <a:solidFill>
              <a:srgbClr val="00ABAB"/>
            </a:solidFill>
            <a:ln w="6390" cap="flat">
              <a:noFill/>
              <a:prstDash val="solid"/>
              <a:miter/>
            </a:ln>
          </p:spPr>
          <p:txBody>
            <a:bodyPr rtlCol="0" anchor="ctr"/>
            <a:lstStyle/>
            <a:p>
              <a:endParaRPr lang="en-US"/>
            </a:p>
          </p:txBody>
        </p:sp>
        <p:sp>
          <p:nvSpPr>
            <p:cNvPr id="589" name="Graphic 4">
              <a:extLst>
                <a:ext uri="{FF2B5EF4-FFF2-40B4-BE49-F238E27FC236}">
                  <a16:creationId xmlns:a16="http://schemas.microsoft.com/office/drawing/2014/main" id="{36C688B8-7784-5D4A-9BE3-C842E164F576}"/>
                </a:ext>
              </a:extLst>
            </p:cNvPr>
            <p:cNvSpPr/>
            <p:nvPr/>
          </p:nvSpPr>
          <p:spPr>
            <a:xfrm>
              <a:off x="7043627" y="1523380"/>
              <a:ext cx="12779" cy="68308"/>
            </a:xfrm>
            <a:custGeom>
              <a:avLst/>
              <a:gdLst>
                <a:gd name="connsiteX0" fmla="*/ 6390 w 12779"/>
                <a:gd name="connsiteY0" fmla="*/ 0 h 68308"/>
                <a:gd name="connsiteX1" fmla="*/ 0 w 12779"/>
                <a:gd name="connsiteY1" fmla="*/ 6384 h 68308"/>
                <a:gd name="connsiteX2" fmla="*/ 0 w 12779"/>
                <a:gd name="connsiteY2" fmla="*/ 61925 h 68308"/>
                <a:gd name="connsiteX3" fmla="*/ 6390 w 12779"/>
                <a:gd name="connsiteY3" fmla="*/ 68309 h 68308"/>
                <a:gd name="connsiteX4" fmla="*/ 12780 w 12779"/>
                <a:gd name="connsiteY4" fmla="*/ 61925 h 68308"/>
                <a:gd name="connsiteX5" fmla="*/ 12780 w 12779"/>
                <a:gd name="connsiteY5" fmla="*/ 6384 h 68308"/>
                <a:gd name="connsiteX6" fmla="*/ 6390 w 12779"/>
                <a:gd name="connsiteY6" fmla="*/ 0 h 6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68308">
                  <a:moveTo>
                    <a:pt x="6390" y="0"/>
                  </a:moveTo>
                  <a:cubicBezTo>
                    <a:pt x="2555" y="0"/>
                    <a:pt x="0" y="2554"/>
                    <a:pt x="0" y="6384"/>
                  </a:cubicBezTo>
                  <a:lnTo>
                    <a:pt x="0" y="61925"/>
                  </a:lnTo>
                  <a:cubicBezTo>
                    <a:pt x="0" y="65755"/>
                    <a:pt x="2555" y="68309"/>
                    <a:pt x="6390" y="68309"/>
                  </a:cubicBezTo>
                  <a:cubicBezTo>
                    <a:pt x="10224" y="68309"/>
                    <a:pt x="12780" y="65755"/>
                    <a:pt x="12780" y="61925"/>
                  </a:cubicBezTo>
                  <a:lnTo>
                    <a:pt x="12780" y="6384"/>
                  </a:lnTo>
                  <a:cubicBezTo>
                    <a:pt x="12780" y="2554"/>
                    <a:pt x="9585" y="0"/>
                    <a:pt x="6390" y="0"/>
                  </a:cubicBezTo>
                  <a:close/>
                </a:path>
              </a:pathLst>
            </a:custGeom>
            <a:solidFill>
              <a:srgbClr val="00ABAB"/>
            </a:solidFill>
            <a:ln w="6390" cap="flat">
              <a:noFill/>
              <a:prstDash val="solid"/>
              <a:miter/>
            </a:ln>
          </p:spPr>
          <p:txBody>
            <a:bodyPr rtlCol="0" anchor="ctr"/>
            <a:lstStyle/>
            <a:p>
              <a:endParaRPr lang="en-US"/>
            </a:p>
          </p:txBody>
        </p:sp>
        <p:sp>
          <p:nvSpPr>
            <p:cNvPr id="590" name="Graphic 4">
              <a:extLst>
                <a:ext uri="{FF2B5EF4-FFF2-40B4-BE49-F238E27FC236}">
                  <a16:creationId xmlns:a16="http://schemas.microsoft.com/office/drawing/2014/main" id="{89EB07B8-532E-744E-8085-C5EF81DA7EEF}"/>
                </a:ext>
              </a:extLst>
            </p:cNvPr>
            <p:cNvSpPr/>
            <p:nvPr/>
          </p:nvSpPr>
          <p:spPr>
            <a:xfrm>
              <a:off x="6844261" y="1472308"/>
              <a:ext cx="38339" cy="38303"/>
            </a:xfrm>
            <a:custGeom>
              <a:avLst/>
              <a:gdLst>
                <a:gd name="connsiteX0" fmla="*/ 19170 w 38339"/>
                <a:gd name="connsiteY0" fmla="*/ 38304 h 38303"/>
                <a:gd name="connsiteX1" fmla="*/ 38340 w 38339"/>
                <a:gd name="connsiteY1" fmla="*/ 19152 h 38303"/>
                <a:gd name="connsiteX2" fmla="*/ 19170 w 38339"/>
                <a:gd name="connsiteY2" fmla="*/ 0 h 38303"/>
                <a:gd name="connsiteX3" fmla="*/ 0 w 38339"/>
                <a:gd name="connsiteY3" fmla="*/ 19152 h 38303"/>
                <a:gd name="connsiteX4" fmla="*/ 19170 w 38339"/>
                <a:gd name="connsiteY4" fmla="*/ 38304 h 38303"/>
                <a:gd name="connsiteX5" fmla="*/ 19170 w 38339"/>
                <a:gd name="connsiteY5" fmla="*/ 12130 h 38303"/>
                <a:gd name="connsiteX6" fmla="*/ 25560 w 38339"/>
                <a:gd name="connsiteY6" fmla="*/ 18514 h 38303"/>
                <a:gd name="connsiteX7" fmla="*/ 19170 w 38339"/>
                <a:gd name="connsiteY7" fmla="*/ 24897 h 38303"/>
                <a:gd name="connsiteX8" fmla="*/ 12780 w 38339"/>
                <a:gd name="connsiteY8" fmla="*/ 18514 h 38303"/>
                <a:gd name="connsiteX9" fmla="*/ 19170 w 38339"/>
                <a:gd name="connsiteY9" fmla="*/ 12130 h 3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39" h="38303">
                  <a:moveTo>
                    <a:pt x="19170" y="38304"/>
                  </a:moveTo>
                  <a:cubicBezTo>
                    <a:pt x="30033" y="38304"/>
                    <a:pt x="38340" y="30005"/>
                    <a:pt x="38340" y="19152"/>
                  </a:cubicBezTo>
                  <a:cubicBezTo>
                    <a:pt x="38340" y="8299"/>
                    <a:pt x="30033" y="0"/>
                    <a:pt x="19170" y="0"/>
                  </a:cubicBezTo>
                  <a:cubicBezTo>
                    <a:pt x="8307" y="0"/>
                    <a:pt x="0" y="8299"/>
                    <a:pt x="0" y="19152"/>
                  </a:cubicBezTo>
                  <a:cubicBezTo>
                    <a:pt x="0" y="30005"/>
                    <a:pt x="8946" y="38304"/>
                    <a:pt x="19170" y="38304"/>
                  </a:cubicBezTo>
                  <a:close/>
                  <a:moveTo>
                    <a:pt x="19170" y="12130"/>
                  </a:moveTo>
                  <a:cubicBezTo>
                    <a:pt x="23004" y="12130"/>
                    <a:pt x="25560" y="15322"/>
                    <a:pt x="25560" y="18514"/>
                  </a:cubicBezTo>
                  <a:cubicBezTo>
                    <a:pt x="25560" y="22344"/>
                    <a:pt x="22365" y="24897"/>
                    <a:pt x="19170" y="24897"/>
                  </a:cubicBezTo>
                  <a:cubicBezTo>
                    <a:pt x="15975" y="24897"/>
                    <a:pt x="12780" y="21706"/>
                    <a:pt x="12780" y="18514"/>
                  </a:cubicBezTo>
                  <a:cubicBezTo>
                    <a:pt x="12780" y="15322"/>
                    <a:pt x="15336" y="12130"/>
                    <a:pt x="19170" y="12130"/>
                  </a:cubicBezTo>
                  <a:close/>
                </a:path>
              </a:pathLst>
            </a:custGeom>
            <a:solidFill>
              <a:srgbClr val="00ABAB"/>
            </a:solidFill>
            <a:ln w="6390" cap="flat">
              <a:noFill/>
              <a:prstDash val="solid"/>
              <a:miter/>
            </a:ln>
          </p:spPr>
          <p:txBody>
            <a:bodyPr rtlCol="0" anchor="ctr"/>
            <a:lstStyle/>
            <a:p>
              <a:endParaRPr lang="en-US"/>
            </a:p>
          </p:txBody>
        </p:sp>
        <p:sp>
          <p:nvSpPr>
            <p:cNvPr id="591" name="Graphic 4">
              <a:extLst>
                <a:ext uri="{FF2B5EF4-FFF2-40B4-BE49-F238E27FC236}">
                  <a16:creationId xmlns:a16="http://schemas.microsoft.com/office/drawing/2014/main" id="{4F703577-0C70-464F-B0A5-8B4AC46E7F5B}"/>
                </a:ext>
              </a:extLst>
            </p:cNvPr>
            <p:cNvSpPr/>
            <p:nvPr/>
          </p:nvSpPr>
          <p:spPr>
            <a:xfrm>
              <a:off x="6832120" y="1520827"/>
              <a:ext cx="63899" cy="139809"/>
            </a:xfrm>
            <a:custGeom>
              <a:avLst/>
              <a:gdLst>
                <a:gd name="connsiteX0" fmla="*/ 56871 w 63899"/>
                <a:gd name="connsiteY0" fmla="*/ 0 h 139809"/>
                <a:gd name="connsiteX1" fmla="*/ 6390 w 63899"/>
                <a:gd name="connsiteY1" fmla="*/ 0 h 139809"/>
                <a:gd name="connsiteX2" fmla="*/ 0 w 63899"/>
                <a:gd name="connsiteY2" fmla="*/ 6384 h 139809"/>
                <a:gd name="connsiteX3" fmla="*/ 0 w 63899"/>
                <a:gd name="connsiteY3" fmla="*/ 69585 h 139809"/>
                <a:gd name="connsiteX4" fmla="*/ 6390 w 63899"/>
                <a:gd name="connsiteY4" fmla="*/ 75969 h 139809"/>
                <a:gd name="connsiteX5" fmla="*/ 13419 w 63899"/>
                <a:gd name="connsiteY5" fmla="*/ 75969 h 139809"/>
                <a:gd name="connsiteX6" fmla="*/ 13419 w 63899"/>
                <a:gd name="connsiteY6" fmla="*/ 133425 h 139809"/>
                <a:gd name="connsiteX7" fmla="*/ 19809 w 63899"/>
                <a:gd name="connsiteY7" fmla="*/ 139809 h 139809"/>
                <a:gd name="connsiteX8" fmla="*/ 26199 w 63899"/>
                <a:gd name="connsiteY8" fmla="*/ 133425 h 139809"/>
                <a:gd name="connsiteX9" fmla="*/ 26199 w 63899"/>
                <a:gd name="connsiteY9" fmla="*/ 75969 h 139809"/>
                <a:gd name="connsiteX10" fmla="*/ 39618 w 63899"/>
                <a:gd name="connsiteY10" fmla="*/ 75969 h 139809"/>
                <a:gd name="connsiteX11" fmla="*/ 39618 w 63899"/>
                <a:gd name="connsiteY11" fmla="*/ 133425 h 139809"/>
                <a:gd name="connsiteX12" fmla="*/ 46008 w 63899"/>
                <a:gd name="connsiteY12" fmla="*/ 139809 h 139809"/>
                <a:gd name="connsiteX13" fmla="*/ 52398 w 63899"/>
                <a:gd name="connsiteY13" fmla="*/ 133425 h 139809"/>
                <a:gd name="connsiteX14" fmla="*/ 52398 w 63899"/>
                <a:gd name="connsiteY14" fmla="*/ 75969 h 139809"/>
                <a:gd name="connsiteX15" fmla="*/ 57509 w 63899"/>
                <a:gd name="connsiteY15" fmla="*/ 75969 h 139809"/>
                <a:gd name="connsiteX16" fmla="*/ 63899 w 63899"/>
                <a:gd name="connsiteY16" fmla="*/ 69585 h 139809"/>
                <a:gd name="connsiteX17" fmla="*/ 63899 w 63899"/>
                <a:gd name="connsiteY17" fmla="*/ 6384 h 139809"/>
                <a:gd name="connsiteX18" fmla="*/ 56871 w 63899"/>
                <a:gd name="connsiteY18" fmla="*/ 0 h 139809"/>
                <a:gd name="connsiteX19" fmla="*/ 56871 w 63899"/>
                <a:gd name="connsiteY19" fmla="*/ 0 h 139809"/>
                <a:gd name="connsiteX20" fmla="*/ 12780 w 63899"/>
                <a:gd name="connsiteY20" fmla="*/ 12768 h 139809"/>
                <a:gd name="connsiteX21" fmla="*/ 50481 w 63899"/>
                <a:gd name="connsiteY21" fmla="*/ 12768 h 139809"/>
                <a:gd name="connsiteX22" fmla="*/ 50481 w 63899"/>
                <a:gd name="connsiteY22" fmla="*/ 63201 h 139809"/>
                <a:gd name="connsiteX23" fmla="*/ 12780 w 63899"/>
                <a:gd name="connsiteY23" fmla="*/ 63201 h 139809"/>
                <a:gd name="connsiteX24" fmla="*/ 12780 w 63899"/>
                <a:gd name="connsiteY24" fmla="*/ 12768 h 13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3899" h="139809">
                  <a:moveTo>
                    <a:pt x="56871" y="0"/>
                  </a:moveTo>
                  <a:lnTo>
                    <a:pt x="6390" y="0"/>
                  </a:lnTo>
                  <a:cubicBezTo>
                    <a:pt x="2556" y="0"/>
                    <a:pt x="0" y="2554"/>
                    <a:pt x="0" y="6384"/>
                  </a:cubicBezTo>
                  <a:lnTo>
                    <a:pt x="0" y="69585"/>
                  </a:lnTo>
                  <a:cubicBezTo>
                    <a:pt x="0" y="73416"/>
                    <a:pt x="2556" y="75969"/>
                    <a:pt x="6390" y="75969"/>
                  </a:cubicBezTo>
                  <a:lnTo>
                    <a:pt x="13419" y="75969"/>
                  </a:lnTo>
                  <a:lnTo>
                    <a:pt x="13419" y="133425"/>
                  </a:lnTo>
                  <a:cubicBezTo>
                    <a:pt x="13419" y="137256"/>
                    <a:pt x="15975" y="139809"/>
                    <a:pt x="19809" y="139809"/>
                  </a:cubicBezTo>
                  <a:cubicBezTo>
                    <a:pt x="23643" y="139809"/>
                    <a:pt x="26199" y="137256"/>
                    <a:pt x="26199" y="133425"/>
                  </a:cubicBezTo>
                  <a:lnTo>
                    <a:pt x="26199" y="75969"/>
                  </a:lnTo>
                  <a:lnTo>
                    <a:pt x="39618" y="75969"/>
                  </a:lnTo>
                  <a:lnTo>
                    <a:pt x="39618" y="133425"/>
                  </a:lnTo>
                  <a:cubicBezTo>
                    <a:pt x="39618" y="137256"/>
                    <a:pt x="42174" y="139809"/>
                    <a:pt x="46008" y="139809"/>
                  </a:cubicBezTo>
                  <a:cubicBezTo>
                    <a:pt x="49842" y="139809"/>
                    <a:pt x="52398" y="137256"/>
                    <a:pt x="52398" y="133425"/>
                  </a:cubicBezTo>
                  <a:lnTo>
                    <a:pt x="52398" y="75969"/>
                  </a:lnTo>
                  <a:lnTo>
                    <a:pt x="57509" y="75969"/>
                  </a:lnTo>
                  <a:cubicBezTo>
                    <a:pt x="61344" y="75969"/>
                    <a:pt x="63899" y="73416"/>
                    <a:pt x="63899" y="69585"/>
                  </a:cubicBezTo>
                  <a:lnTo>
                    <a:pt x="63899" y="6384"/>
                  </a:lnTo>
                  <a:cubicBezTo>
                    <a:pt x="63261" y="3192"/>
                    <a:pt x="60066" y="0"/>
                    <a:pt x="56871" y="0"/>
                  </a:cubicBezTo>
                  <a:lnTo>
                    <a:pt x="56871" y="0"/>
                  </a:lnTo>
                  <a:close/>
                  <a:moveTo>
                    <a:pt x="12780" y="12768"/>
                  </a:moveTo>
                  <a:lnTo>
                    <a:pt x="50481" y="12768"/>
                  </a:lnTo>
                  <a:lnTo>
                    <a:pt x="50481" y="63201"/>
                  </a:lnTo>
                  <a:lnTo>
                    <a:pt x="12780" y="63201"/>
                  </a:lnTo>
                  <a:lnTo>
                    <a:pt x="12780" y="12768"/>
                  </a:lnTo>
                  <a:close/>
                </a:path>
              </a:pathLst>
            </a:custGeom>
            <a:solidFill>
              <a:srgbClr val="00ABAB"/>
            </a:solidFill>
            <a:ln w="6390" cap="flat">
              <a:noFill/>
              <a:prstDash val="solid"/>
              <a:miter/>
            </a:ln>
          </p:spPr>
          <p:txBody>
            <a:bodyPr rtlCol="0" anchor="ctr"/>
            <a:lstStyle/>
            <a:p>
              <a:endParaRPr lang="en-US"/>
            </a:p>
          </p:txBody>
        </p:sp>
        <p:sp>
          <p:nvSpPr>
            <p:cNvPr id="592" name="Graphic 4">
              <a:extLst>
                <a:ext uri="{FF2B5EF4-FFF2-40B4-BE49-F238E27FC236}">
                  <a16:creationId xmlns:a16="http://schemas.microsoft.com/office/drawing/2014/main" id="{E3DB65B7-DB72-2C44-B8C9-7BA1658148F5}"/>
                </a:ext>
              </a:extLst>
            </p:cNvPr>
            <p:cNvSpPr/>
            <p:nvPr/>
          </p:nvSpPr>
          <p:spPr>
            <a:xfrm>
              <a:off x="6986757" y="1473585"/>
              <a:ext cx="38339" cy="38303"/>
            </a:xfrm>
            <a:custGeom>
              <a:avLst/>
              <a:gdLst>
                <a:gd name="connsiteX0" fmla="*/ 19170 w 38339"/>
                <a:gd name="connsiteY0" fmla="*/ 38304 h 38303"/>
                <a:gd name="connsiteX1" fmla="*/ 38340 w 38339"/>
                <a:gd name="connsiteY1" fmla="*/ 19152 h 38303"/>
                <a:gd name="connsiteX2" fmla="*/ 19170 w 38339"/>
                <a:gd name="connsiteY2" fmla="*/ 0 h 38303"/>
                <a:gd name="connsiteX3" fmla="*/ 0 w 38339"/>
                <a:gd name="connsiteY3" fmla="*/ 19152 h 38303"/>
                <a:gd name="connsiteX4" fmla="*/ 19170 w 38339"/>
                <a:gd name="connsiteY4" fmla="*/ 38304 h 38303"/>
                <a:gd name="connsiteX5" fmla="*/ 19170 w 38339"/>
                <a:gd name="connsiteY5" fmla="*/ 12768 h 38303"/>
                <a:gd name="connsiteX6" fmla="*/ 25560 w 38339"/>
                <a:gd name="connsiteY6" fmla="*/ 19152 h 38303"/>
                <a:gd name="connsiteX7" fmla="*/ 19170 w 38339"/>
                <a:gd name="connsiteY7" fmla="*/ 25536 h 38303"/>
                <a:gd name="connsiteX8" fmla="*/ 12780 w 38339"/>
                <a:gd name="connsiteY8" fmla="*/ 19152 h 38303"/>
                <a:gd name="connsiteX9" fmla="*/ 19170 w 38339"/>
                <a:gd name="connsiteY9" fmla="*/ 12768 h 3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39" h="38303">
                  <a:moveTo>
                    <a:pt x="19170" y="38304"/>
                  </a:moveTo>
                  <a:cubicBezTo>
                    <a:pt x="30032" y="38304"/>
                    <a:pt x="38340" y="30005"/>
                    <a:pt x="38340" y="19152"/>
                  </a:cubicBezTo>
                  <a:cubicBezTo>
                    <a:pt x="38340" y="8299"/>
                    <a:pt x="30032" y="0"/>
                    <a:pt x="19170" y="0"/>
                  </a:cubicBezTo>
                  <a:cubicBezTo>
                    <a:pt x="8306" y="0"/>
                    <a:pt x="0" y="8299"/>
                    <a:pt x="0" y="19152"/>
                  </a:cubicBezTo>
                  <a:cubicBezTo>
                    <a:pt x="0" y="30005"/>
                    <a:pt x="8306" y="38304"/>
                    <a:pt x="19170" y="38304"/>
                  </a:cubicBezTo>
                  <a:close/>
                  <a:moveTo>
                    <a:pt x="19170" y="12768"/>
                  </a:moveTo>
                  <a:cubicBezTo>
                    <a:pt x="23004" y="12768"/>
                    <a:pt x="25560" y="15322"/>
                    <a:pt x="25560" y="19152"/>
                  </a:cubicBezTo>
                  <a:cubicBezTo>
                    <a:pt x="25560" y="22982"/>
                    <a:pt x="23004" y="25536"/>
                    <a:pt x="19170" y="25536"/>
                  </a:cubicBezTo>
                  <a:cubicBezTo>
                    <a:pt x="15336" y="25536"/>
                    <a:pt x="12780" y="22982"/>
                    <a:pt x="12780" y="19152"/>
                  </a:cubicBezTo>
                  <a:cubicBezTo>
                    <a:pt x="12780" y="15322"/>
                    <a:pt x="15336" y="12768"/>
                    <a:pt x="19170" y="12768"/>
                  </a:cubicBezTo>
                  <a:close/>
                </a:path>
              </a:pathLst>
            </a:custGeom>
            <a:solidFill>
              <a:srgbClr val="00ABAB"/>
            </a:solidFill>
            <a:ln w="6390" cap="flat">
              <a:noFill/>
              <a:prstDash val="solid"/>
              <a:miter/>
            </a:ln>
          </p:spPr>
          <p:txBody>
            <a:bodyPr rtlCol="0" anchor="ctr"/>
            <a:lstStyle/>
            <a:p>
              <a:endParaRPr lang="en-US"/>
            </a:p>
          </p:txBody>
        </p:sp>
        <p:sp>
          <p:nvSpPr>
            <p:cNvPr id="593" name="Graphic 4">
              <a:extLst>
                <a:ext uri="{FF2B5EF4-FFF2-40B4-BE49-F238E27FC236}">
                  <a16:creationId xmlns:a16="http://schemas.microsoft.com/office/drawing/2014/main" id="{06C92B3F-EA76-C34C-9A0C-75CDE63320BD}"/>
                </a:ext>
              </a:extLst>
            </p:cNvPr>
            <p:cNvSpPr/>
            <p:nvPr/>
          </p:nvSpPr>
          <p:spPr>
            <a:xfrm>
              <a:off x="6973977" y="1522104"/>
              <a:ext cx="63260" cy="138532"/>
            </a:xfrm>
            <a:custGeom>
              <a:avLst/>
              <a:gdLst>
                <a:gd name="connsiteX0" fmla="*/ 56871 w 63260"/>
                <a:gd name="connsiteY0" fmla="*/ 0 h 138532"/>
                <a:gd name="connsiteX1" fmla="*/ 6390 w 63260"/>
                <a:gd name="connsiteY1" fmla="*/ 0 h 138532"/>
                <a:gd name="connsiteX2" fmla="*/ 0 w 63260"/>
                <a:gd name="connsiteY2" fmla="*/ 6384 h 138532"/>
                <a:gd name="connsiteX3" fmla="*/ 0 w 63260"/>
                <a:gd name="connsiteY3" fmla="*/ 68947 h 138532"/>
                <a:gd name="connsiteX4" fmla="*/ 6390 w 63260"/>
                <a:gd name="connsiteY4" fmla="*/ 75331 h 138532"/>
                <a:gd name="connsiteX5" fmla="*/ 12780 w 63260"/>
                <a:gd name="connsiteY5" fmla="*/ 75331 h 138532"/>
                <a:gd name="connsiteX6" fmla="*/ 12780 w 63260"/>
                <a:gd name="connsiteY6" fmla="*/ 132148 h 138532"/>
                <a:gd name="connsiteX7" fmla="*/ 19170 w 63260"/>
                <a:gd name="connsiteY7" fmla="*/ 138532 h 138532"/>
                <a:gd name="connsiteX8" fmla="*/ 25560 w 63260"/>
                <a:gd name="connsiteY8" fmla="*/ 132148 h 138532"/>
                <a:gd name="connsiteX9" fmla="*/ 25560 w 63260"/>
                <a:gd name="connsiteY9" fmla="*/ 75331 h 138532"/>
                <a:gd name="connsiteX10" fmla="*/ 38978 w 63260"/>
                <a:gd name="connsiteY10" fmla="*/ 75331 h 138532"/>
                <a:gd name="connsiteX11" fmla="*/ 38978 w 63260"/>
                <a:gd name="connsiteY11" fmla="*/ 132148 h 138532"/>
                <a:gd name="connsiteX12" fmla="*/ 45368 w 63260"/>
                <a:gd name="connsiteY12" fmla="*/ 138532 h 138532"/>
                <a:gd name="connsiteX13" fmla="*/ 51758 w 63260"/>
                <a:gd name="connsiteY13" fmla="*/ 132148 h 138532"/>
                <a:gd name="connsiteX14" fmla="*/ 51758 w 63260"/>
                <a:gd name="connsiteY14" fmla="*/ 75331 h 138532"/>
                <a:gd name="connsiteX15" fmla="*/ 56871 w 63260"/>
                <a:gd name="connsiteY15" fmla="*/ 75331 h 138532"/>
                <a:gd name="connsiteX16" fmla="*/ 63261 w 63260"/>
                <a:gd name="connsiteY16" fmla="*/ 68947 h 138532"/>
                <a:gd name="connsiteX17" fmla="*/ 63261 w 63260"/>
                <a:gd name="connsiteY17" fmla="*/ 6384 h 138532"/>
                <a:gd name="connsiteX18" fmla="*/ 56871 w 63260"/>
                <a:gd name="connsiteY18" fmla="*/ 0 h 138532"/>
                <a:gd name="connsiteX19" fmla="*/ 13419 w 63260"/>
                <a:gd name="connsiteY19" fmla="*/ 12768 h 138532"/>
                <a:gd name="connsiteX20" fmla="*/ 51119 w 63260"/>
                <a:gd name="connsiteY20" fmla="*/ 12768 h 138532"/>
                <a:gd name="connsiteX21" fmla="*/ 51119 w 63260"/>
                <a:gd name="connsiteY21" fmla="*/ 62563 h 138532"/>
                <a:gd name="connsiteX22" fmla="*/ 13419 w 63260"/>
                <a:gd name="connsiteY22" fmla="*/ 62563 h 138532"/>
                <a:gd name="connsiteX23" fmla="*/ 13419 w 63260"/>
                <a:gd name="connsiteY23" fmla="*/ 12768 h 138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3260" h="138532">
                  <a:moveTo>
                    <a:pt x="56871" y="0"/>
                  </a:moveTo>
                  <a:lnTo>
                    <a:pt x="6390" y="0"/>
                  </a:lnTo>
                  <a:cubicBezTo>
                    <a:pt x="2556" y="0"/>
                    <a:pt x="0" y="2554"/>
                    <a:pt x="0" y="6384"/>
                  </a:cubicBezTo>
                  <a:lnTo>
                    <a:pt x="0" y="68947"/>
                  </a:lnTo>
                  <a:cubicBezTo>
                    <a:pt x="0" y="72777"/>
                    <a:pt x="2556" y="75331"/>
                    <a:pt x="6390" y="75331"/>
                  </a:cubicBezTo>
                  <a:lnTo>
                    <a:pt x="12780" y="75331"/>
                  </a:lnTo>
                  <a:lnTo>
                    <a:pt x="12780" y="132148"/>
                  </a:lnTo>
                  <a:cubicBezTo>
                    <a:pt x="12780" y="135979"/>
                    <a:pt x="15336" y="138532"/>
                    <a:pt x="19170" y="138532"/>
                  </a:cubicBezTo>
                  <a:cubicBezTo>
                    <a:pt x="23004" y="138532"/>
                    <a:pt x="25560" y="135979"/>
                    <a:pt x="25560" y="132148"/>
                  </a:cubicBezTo>
                  <a:lnTo>
                    <a:pt x="25560" y="75331"/>
                  </a:lnTo>
                  <a:lnTo>
                    <a:pt x="38978" y="75331"/>
                  </a:lnTo>
                  <a:lnTo>
                    <a:pt x="38978" y="132148"/>
                  </a:lnTo>
                  <a:cubicBezTo>
                    <a:pt x="38978" y="135979"/>
                    <a:pt x="41535" y="138532"/>
                    <a:pt x="45368" y="138532"/>
                  </a:cubicBezTo>
                  <a:cubicBezTo>
                    <a:pt x="49202" y="138532"/>
                    <a:pt x="51758" y="135979"/>
                    <a:pt x="51758" y="132148"/>
                  </a:cubicBezTo>
                  <a:lnTo>
                    <a:pt x="51758" y="75331"/>
                  </a:lnTo>
                  <a:lnTo>
                    <a:pt x="56871" y="75331"/>
                  </a:lnTo>
                  <a:cubicBezTo>
                    <a:pt x="60704" y="75331"/>
                    <a:pt x="63261" y="72777"/>
                    <a:pt x="63261" y="68947"/>
                  </a:cubicBezTo>
                  <a:lnTo>
                    <a:pt x="63261" y="6384"/>
                  </a:lnTo>
                  <a:cubicBezTo>
                    <a:pt x="63261" y="3192"/>
                    <a:pt x="60704" y="638"/>
                    <a:pt x="56871" y="0"/>
                  </a:cubicBezTo>
                  <a:close/>
                  <a:moveTo>
                    <a:pt x="13419" y="12768"/>
                  </a:moveTo>
                  <a:lnTo>
                    <a:pt x="51119" y="12768"/>
                  </a:lnTo>
                  <a:lnTo>
                    <a:pt x="51119" y="62563"/>
                  </a:lnTo>
                  <a:lnTo>
                    <a:pt x="13419" y="62563"/>
                  </a:lnTo>
                  <a:lnTo>
                    <a:pt x="13419" y="12768"/>
                  </a:lnTo>
                  <a:close/>
                </a:path>
              </a:pathLst>
            </a:custGeom>
            <a:solidFill>
              <a:srgbClr val="00ABAB"/>
            </a:solidFill>
            <a:ln w="6390" cap="flat">
              <a:noFill/>
              <a:prstDash val="solid"/>
              <a:miter/>
            </a:ln>
          </p:spPr>
          <p:txBody>
            <a:bodyPr rtlCol="0" anchor="ctr"/>
            <a:lstStyle/>
            <a:p>
              <a:endParaRPr lang="en-US"/>
            </a:p>
          </p:txBody>
        </p:sp>
        <p:sp>
          <p:nvSpPr>
            <p:cNvPr id="594" name="Graphic 4">
              <a:extLst>
                <a:ext uri="{FF2B5EF4-FFF2-40B4-BE49-F238E27FC236}">
                  <a16:creationId xmlns:a16="http://schemas.microsoft.com/office/drawing/2014/main" id="{F78106EE-6339-F641-96E7-5C5A2D259912}"/>
                </a:ext>
              </a:extLst>
            </p:cNvPr>
            <p:cNvSpPr/>
            <p:nvPr/>
          </p:nvSpPr>
          <p:spPr>
            <a:xfrm>
              <a:off x="6812950" y="1522104"/>
              <a:ext cx="12779" cy="68947"/>
            </a:xfrm>
            <a:custGeom>
              <a:avLst/>
              <a:gdLst>
                <a:gd name="connsiteX0" fmla="*/ 6390 w 12779"/>
                <a:gd name="connsiteY0" fmla="*/ 0 h 68947"/>
                <a:gd name="connsiteX1" fmla="*/ 0 w 12779"/>
                <a:gd name="connsiteY1" fmla="*/ 6384 h 68947"/>
                <a:gd name="connsiteX2" fmla="*/ 0 w 12779"/>
                <a:gd name="connsiteY2" fmla="*/ 62563 h 68947"/>
                <a:gd name="connsiteX3" fmla="*/ 6390 w 12779"/>
                <a:gd name="connsiteY3" fmla="*/ 68947 h 68947"/>
                <a:gd name="connsiteX4" fmla="*/ 12780 w 12779"/>
                <a:gd name="connsiteY4" fmla="*/ 62563 h 68947"/>
                <a:gd name="connsiteX5" fmla="*/ 12780 w 12779"/>
                <a:gd name="connsiteY5" fmla="*/ 6384 h 68947"/>
                <a:gd name="connsiteX6" fmla="*/ 6390 w 12779"/>
                <a:gd name="connsiteY6" fmla="*/ 0 h 68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68947">
                  <a:moveTo>
                    <a:pt x="6390" y="0"/>
                  </a:moveTo>
                  <a:cubicBezTo>
                    <a:pt x="2556" y="0"/>
                    <a:pt x="0" y="2554"/>
                    <a:pt x="0" y="6384"/>
                  </a:cubicBezTo>
                  <a:lnTo>
                    <a:pt x="0" y="62563"/>
                  </a:lnTo>
                  <a:cubicBezTo>
                    <a:pt x="0" y="66393"/>
                    <a:pt x="2556" y="68947"/>
                    <a:pt x="6390" y="68947"/>
                  </a:cubicBezTo>
                  <a:cubicBezTo>
                    <a:pt x="10225" y="68947"/>
                    <a:pt x="12780" y="66393"/>
                    <a:pt x="12780" y="62563"/>
                  </a:cubicBezTo>
                  <a:lnTo>
                    <a:pt x="12780" y="6384"/>
                  </a:lnTo>
                  <a:cubicBezTo>
                    <a:pt x="12780" y="2554"/>
                    <a:pt x="10225" y="0"/>
                    <a:pt x="6390" y="0"/>
                  </a:cubicBezTo>
                  <a:close/>
                </a:path>
              </a:pathLst>
            </a:custGeom>
            <a:solidFill>
              <a:srgbClr val="00ABAB"/>
            </a:solidFill>
            <a:ln w="6390" cap="flat">
              <a:noFill/>
              <a:prstDash val="solid"/>
              <a:miter/>
            </a:ln>
          </p:spPr>
          <p:txBody>
            <a:bodyPr rtlCol="0" anchor="ctr"/>
            <a:lstStyle/>
            <a:p>
              <a:endParaRPr lang="en-US"/>
            </a:p>
          </p:txBody>
        </p:sp>
        <p:sp>
          <p:nvSpPr>
            <p:cNvPr id="595" name="Graphic 4">
              <a:extLst>
                <a:ext uri="{FF2B5EF4-FFF2-40B4-BE49-F238E27FC236}">
                  <a16:creationId xmlns:a16="http://schemas.microsoft.com/office/drawing/2014/main" id="{D38793D8-D33E-254C-940D-F8D06915AA53}"/>
                </a:ext>
              </a:extLst>
            </p:cNvPr>
            <p:cNvSpPr/>
            <p:nvPr/>
          </p:nvSpPr>
          <p:spPr>
            <a:xfrm>
              <a:off x="6917106" y="1519550"/>
              <a:ext cx="38339" cy="38942"/>
            </a:xfrm>
            <a:custGeom>
              <a:avLst/>
              <a:gdLst>
                <a:gd name="connsiteX0" fmla="*/ 19170 w 38339"/>
                <a:gd name="connsiteY0" fmla="*/ 38942 h 38942"/>
                <a:gd name="connsiteX1" fmla="*/ 38340 w 38339"/>
                <a:gd name="connsiteY1" fmla="*/ 19790 h 38942"/>
                <a:gd name="connsiteX2" fmla="*/ 38340 w 38339"/>
                <a:gd name="connsiteY2" fmla="*/ 19152 h 38942"/>
                <a:gd name="connsiteX3" fmla="*/ 38340 w 38339"/>
                <a:gd name="connsiteY3" fmla="*/ 18514 h 38942"/>
                <a:gd name="connsiteX4" fmla="*/ 18531 w 38339"/>
                <a:gd name="connsiteY4" fmla="*/ 0 h 38942"/>
                <a:gd name="connsiteX5" fmla="*/ 0 w 38339"/>
                <a:gd name="connsiteY5" fmla="*/ 19790 h 38942"/>
                <a:gd name="connsiteX6" fmla="*/ 19170 w 38339"/>
                <a:gd name="connsiteY6" fmla="*/ 38942 h 38942"/>
                <a:gd name="connsiteX7" fmla="*/ 19170 w 38339"/>
                <a:gd name="connsiteY7" fmla="*/ 38942 h 38942"/>
                <a:gd name="connsiteX8" fmla="*/ 12780 w 38339"/>
                <a:gd name="connsiteY8" fmla="*/ 19790 h 38942"/>
                <a:gd name="connsiteX9" fmla="*/ 19170 w 38339"/>
                <a:gd name="connsiteY9" fmla="*/ 13406 h 38942"/>
                <a:gd name="connsiteX10" fmla="*/ 25560 w 38339"/>
                <a:gd name="connsiteY10" fmla="*/ 19790 h 38942"/>
                <a:gd name="connsiteX11" fmla="*/ 19170 w 38339"/>
                <a:gd name="connsiteY11" fmla="*/ 26174 h 38942"/>
                <a:gd name="connsiteX12" fmla="*/ 13419 w 38339"/>
                <a:gd name="connsiteY12" fmla="*/ 22344 h 38942"/>
                <a:gd name="connsiteX13" fmla="*/ 12780 w 38339"/>
                <a:gd name="connsiteY13" fmla="*/ 19790 h 38942"/>
                <a:gd name="connsiteX14" fmla="*/ 12780 w 38339"/>
                <a:gd name="connsiteY14" fmla="*/ 19790 h 3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339" h="38942">
                  <a:moveTo>
                    <a:pt x="19170" y="38942"/>
                  </a:moveTo>
                  <a:cubicBezTo>
                    <a:pt x="30032" y="38942"/>
                    <a:pt x="38340" y="30643"/>
                    <a:pt x="38340" y="19790"/>
                  </a:cubicBezTo>
                  <a:cubicBezTo>
                    <a:pt x="38340" y="19790"/>
                    <a:pt x="38340" y="19152"/>
                    <a:pt x="38340" y="19152"/>
                  </a:cubicBezTo>
                  <a:cubicBezTo>
                    <a:pt x="38340" y="19152"/>
                    <a:pt x="38340" y="19152"/>
                    <a:pt x="38340" y="18514"/>
                  </a:cubicBezTo>
                  <a:cubicBezTo>
                    <a:pt x="37701" y="7661"/>
                    <a:pt x="28755" y="0"/>
                    <a:pt x="18531" y="0"/>
                  </a:cubicBezTo>
                  <a:cubicBezTo>
                    <a:pt x="7668" y="638"/>
                    <a:pt x="0" y="9576"/>
                    <a:pt x="0" y="19790"/>
                  </a:cubicBezTo>
                  <a:cubicBezTo>
                    <a:pt x="639" y="31282"/>
                    <a:pt x="8946" y="38942"/>
                    <a:pt x="19170" y="38942"/>
                  </a:cubicBezTo>
                  <a:lnTo>
                    <a:pt x="19170" y="38942"/>
                  </a:lnTo>
                  <a:close/>
                  <a:moveTo>
                    <a:pt x="12780" y="19790"/>
                  </a:moveTo>
                  <a:cubicBezTo>
                    <a:pt x="12780" y="15960"/>
                    <a:pt x="15336" y="13406"/>
                    <a:pt x="19170" y="13406"/>
                  </a:cubicBezTo>
                  <a:cubicBezTo>
                    <a:pt x="23004" y="13406"/>
                    <a:pt x="25560" y="15960"/>
                    <a:pt x="25560" y="19790"/>
                  </a:cubicBezTo>
                  <a:cubicBezTo>
                    <a:pt x="25560" y="23621"/>
                    <a:pt x="23004" y="26174"/>
                    <a:pt x="19170" y="26174"/>
                  </a:cubicBezTo>
                  <a:cubicBezTo>
                    <a:pt x="16614" y="26174"/>
                    <a:pt x="14697" y="24898"/>
                    <a:pt x="13419" y="22344"/>
                  </a:cubicBezTo>
                  <a:cubicBezTo>
                    <a:pt x="12780" y="21706"/>
                    <a:pt x="12780" y="20429"/>
                    <a:pt x="12780" y="19790"/>
                  </a:cubicBezTo>
                  <a:lnTo>
                    <a:pt x="12780" y="19790"/>
                  </a:lnTo>
                  <a:close/>
                </a:path>
              </a:pathLst>
            </a:custGeom>
            <a:solidFill>
              <a:srgbClr val="00ABAB"/>
            </a:solidFill>
            <a:ln w="6390" cap="flat">
              <a:noFill/>
              <a:prstDash val="solid"/>
              <a:miter/>
            </a:ln>
          </p:spPr>
          <p:txBody>
            <a:bodyPr rtlCol="0" anchor="ctr"/>
            <a:lstStyle/>
            <a:p>
              <a:endParaRPr lang="en-US"/>
            </a:p>
          </p:txBody>
        </p:sp>
        <p:sp>
          <p:nvSpPr>
            <p:cNvPr id="596" name="Graphic 4">
              <a:extLst>
                <a:ext uri="{FF2B5EF4-FFF2-40B4-BE49-F238E27FC236}">
                  <a16:creationId xmlns:a16="http://schemas.microsoft.com/office/drawing/2014/main" id="{FDBE79C1-0F2D-AB44-BE70-CBE40AF7F9F1}"/>
                </a:ext>
              </a:extLst>
            </p:cNvPr>
            <p:cNvSpPr/>
            <p:nvPr/>
          </p:nvSpPr>
          <p:spPr>
            <a:xfrm>
              <a:off x="6909318" y="1568068"/>
              <a:ext cx="55325" cy="139170"/>
            </a:xfrm>
            <a:custGeom>
              <a:avLst/>
              <a:gdLst>
                <a:gd name="connsiteX0" fmla="*/ 34626 w 55325"/>
                <a:gd name="connsiteY0" fmla="*/ 0 h 139170"/>
                <a:gd name="connsiteX1" fmla="*/ 20569 w 55325"/>
                <a:gd name="connsiteY1" fmla="*/ 0 h 139170"/>
                <a:gd name="connsiteX2" fmla="*/ 14179 w 55325"/>
                <a:gd name="connsiteY2" fmla="*/ 5107 h 139170"/>
                <a:gd name="connsiteX3" fmla="*/ 121 w 55325"/>
                <a:gd name="connsiteY3" fmla="*/ 73416 h 139170"/>
                <a:gd name="connsiteX4" fmla="*/ 5233 w 55325"/>
                <a:gd name="connsiteY4" fmla="*/ 81077 h 139170"/>
                <a:gd name="connsiteX5" fmla="*/ 6511 w 55325"/>
                <a:gd name="connsiteY5" fmla="*/ 81077 h 139170"/>
                <a:gd name="connsiteX6" fmla="*/ 7789 w 55325"/>
                <a:gd name="connsiteY6" fmla="*/ 81077 h 139170"/>
                <a:gd name="connsiteX7" fmla="*/ 7789 w 55325"/>
                <a:gd name="connsiteY7" fmla="*/ 132787 h 139170"/>
                <a:gd name="connsiteX8" fmla="*/ 14179 w 55325"/>
                <a:gd name="connsiteY8" fmla="*/ 139171 h 139170"/>
                <a:gd name="connsiteX9" fmla="*/ 20569 w 55325"/>
                <a:gd name="connsiteY9" fmla="*/ 132787 h 139170"/>
                <a:gd name="connsiteX10" fmla="*/ 20569 w 55325"/>
                <a:gd name="connsiteY10" fmla="*/ 81077 h 139170"/>
                <a:gd name="connsiteX11" fmla="*/ 34626 w 55325"/>
                <a:gd name="connsiteY11" fmla="*/ 81077 h 139170"/>
                <a:gd name="connsiteX12" fmla="*/ 34626 w 55325"/>
                <a:gd name="connsiteY12" fmla="*/ 132787 h 139170"/>
                <a:gd name="connsiteX13" fmla="*/ 41016 w 55325"/>
                <a:gd name="connsiteY13" fmla="*/ 139171 h 139170"/>
                <a:gd name="connsiteX14" fmla="*/ 47406 w 55325"/>
                <a:gd name="connsiteY14" fmla="*/ 132787 h 139170"/>
                <a:gd name="connsiteX15" fmla="*/ 47406 w 55325"/>
                <a:gd name="connsiteY15" fmla="*/ 81077 h 139170"/>
                <a:gd name="connsiteX16" fmla="*/ 48685 w 55325"/>
                <a:gd name="connsiteY16" fmla="*/ 81077 h 139170"/>
                <a:gd name="connsiteX17" fmla="*/ 53796 w 55325"/>
                <a:gd name="connsiteY17" fmla="*/ 78523 h 139170"/>
                <a:gd name="connsiteX18" fmla="*/ 55075 w 55325"/>
                <a:gd name="connsiteY18" fmla="*/ 73416 h 139170"/>
                <a:gd name="connsiteX19" fmla="*/ 41016 w 55325"/>
                <a:gd name="connsiteY19" fmla="*/ 5107 h 139170"/>
                <a:gd name="connsiteX20" fmla="*/ 34626 w 55325"/>
                <a:gd name="connsiteY20" fmla="*/ 0 h 139170"/>
                <a:gd name="connsiteX21" fmla="*/ 14818 w 55325"/>
                <a:gd name="connsiteY21" fmla="*/ 68309 h 139170"/>
                <a:gd name="connsiteX22" fmla="*/ 26320 w 55325"/>
                <a:gd name="connsiteY22" fmla="*/ 12768 h 139170"/>
                <a:gd name="connsiteX23" fmla="*/ 29515 w 55325"/>
                <a:gd name="connsiteY23" fmla="*/ 12768 h 139170"/>
                <a:gd name="connsiteX24" fmla="*/ 41016 w 55325"/>
                <a:gd name="connsiteY24" fmla="*/ 68309 h 139170"/>
                <a:gd name="connsiteX25" fmla="*/ 14818 w 55325"/>
                <a:gd name="connsiteY25" fmla="*/ 68309 h 139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5325" h="139170">
                  <a:moveTo>
                    <a:pt x="34626" y="0"/>
                  </a:moveTo>
                  <a:lnTo>
                    <a:pt x="20569" y="0"/>
                  </a:lnTo>
                  <a:cubicBezTo>
                    <a:pt x="17374" y="0"/>
                    <a:pt x="14818" y="1915"/>
                    <a:pt x="14179" y="5107"/>
                  </a:cubicBezTo>
                  <a:lnTo>
                    <a:pt x="121" y="73416"/>
                  </a:lnTo>
                  <a:cubicBezTo>
                    <a:pt x="-518" y="76608"/>
                    <a:pt x="1399" y="80438"/>
                    <a:pt x="5233" y="81077"/>
                  </a:cubicBezTo>
                  <a:cubicBezTo>
                    <a:pt x="5872" y="81077"/>
                    <a:pt x="5872" y="81077"/>
                    <a:pt x="6511" y="81077"/>
                  </a:cubicBezTo>
                  <a:lnTo>
                    <a:pt x="7789" y="81077"/>
                  </a:lnTo>
                  <a:lnTo>
                    <a:pt x="7789" y="132787"/>
                  </a:lnTo>
                  <a:cubicBezTo>
                    <a:pt x="7789" y="136617"/>
                    <a:pt x="10345" y="139171"/>
                    <a:pt x="14179" y="139171"/>
                  </a:cubicBezTo>
                  <a:cubicBezTo>
                    <a:pt x="18013" y="139171"/>
                    <a:pt x="20569" y="136617"/>
                    <a:pt x="20569" y="132787"/>
                  </a:cubicBezTo>
                  <a:lnTo>
                    <a:pt x="20569" y="81077"/>
                  </a:lnTo>
                  <a:lnTo>
                    <a:pt x="34626" y="81077"/>
                  </a:lnTo>
                  <a:lnTo>
                    <a:pt x="34626" y="132787"/>
                  </a:lnTo>
                  <a:cubicBezTo>
                    <a:pt x="34626" y="136617"/>
                    <a:pt x="37182" y="139171"/>
                    <a:pt x="41016" y="139171"/>
                  </a:cubicBezTo>
                  <a:cubicBezTo>
                    <a:pt x="44851" y="139171"/>
                    <a:pt x="47406" y="136617"/>
                    <a:pt x="47406" y="132787"/>
                  </a:cubicBezTo>
                  <a:lnTo>
                    <a:pt x="47406" y="81077"/>
                  </a:lnTo>
                  <a:lnTo>
                    <a:pt x="48685" y="81077"/>
                  </a:lnTo>
                  <a:cubicBezTo>
                    <a:pt x="50601" y="81077"/>
                    <a:pt x="52518" y="80438"/>
                    <a:pt x="53796" y="78523"/>
                  </a:cubicBezTo>
                  <a:cubicBezTo>
                    <a:pt x="55075" y="77246"/>
                    <a:pt x="55713" y="75331"/>
                    <a:pt x="55075" y="73416"/>
                  </a:cubicBezTo>
                  <a:lnTo>
                    <a:pt x="41016" y="5107"/>
                  </a:lnTo>
                  <a:cubicBezTo>
                    <a:pt x="40377" y="1915"/>
                    <a:pt x="37182" y="0"/>
                    <a:pt x="34626" y="0"/>
                  </a:cubicBezTo>
                  <a:close/>
                  <a:moveTo>
                    <a:pt x="14818" y="68309"/>
                  </a:moveTo>
                  <a:lnTo>
                    <a:pt x="26320" y="12768"/>
                  </a:lnTo>
                  <a:lnTo>
                    <a:pt x="29515" y="12768"/>
                  </a:lnTo>
                  <a:lnTo>
                    <a:pt x="41016" y="68309"/>
                  </a:lnTo>
                  <a:lnTo>
                    <a:pt x="14818" y="68309"/>
                  </a:lnTo>
                  <a:close/>
                </a:path>
              </a:pathLst>
            </a:custGeom>
            <a:solidFill>
              <a:srgbClr val="00ABAB"/>
            </a:solidFill>
            <a:ln w="6390" cap="flat">
              <a:noFill/>
              <a:prstDash val="solid"/>
              <a:miter/>
            </a:ln>
          </p:spPr>
          <p:txBody>
            <a:bodyPr rtlCol="0" anchor="ctr"/>
            <a:lstStyle/>
            <a:p>
              <a:endParaRPr lang="en-US"/>
            </a:p>
          </p:txBody>
        </p:sp>
      </p:grpSp>
      <p:grpSp>
        <p:nvGrpSpPr>
          <p:cNvPr id="597" name="Graphic 4">
            <a:extLst>
              <a:ext uri="{FF2B5EF4-FFF2-40B4-BE49-F238E27FC236}">
                <a16:creationId xmlns:a16="http://schemas.microsoft.com/office/drawing/2014/main" id="{4612A21A-0FA1-4940-8303-55DACB75313A}"/>
              </a:ext>
            </a:extLst>
          </p:cNvPr>
          <p:cNvGrpSpPr>
            <a:grpSpLocks noChangeAspect="1"/>
          </p:cNvGrpSpPr>
          <p:nvPr/>
        </p:nvGrpSpPr>
        <p:grpSpPr>
          <a:xfrm>
            <a:off x="6753524" y="918179"/>
            <a:ext cx="361674" cy="361971"/>
            <a:chOff x="6753524" y="918179"/>
            <a:chExt cx="361674" cy="361971"/>
          </a:xfrm>
          <a:solidFill>
            <a:srgbClr val="00ABAB"/>
          </a:solidFill>
        </p:grpSpPr>
        <p:sp>
          <p:nvSpPr>
            <p:cNvPr id="598" name="Graphic 4">
              <a:extLst>
                <a:ext uri="{FF2B5EF4-FFF2-40B4-BE49-F238E27FC236}">
                  <a16:creationId xmlns:a16="http://schemas.microsoft.com/office/drawing/2014/main" id="{EDEC9CCF-8789-434F-B758-B521049A6EAD}"/>
                </a:ext>
              </a:extLst>
            </p:cNvPr>
            <p:cNvSpPr/>
            <p:nvPr/>
          </p:nvSpPr>
          <p:spPr>
            <a:xfrm>
              <a:off x="6753524" y="918179"/>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2309" y="81077"/>
                    <a:pt x="281157" y="0"/>
                    <a:pt x="180835" y="0"/>
                  </a:cubicBezTo>
                  <a:cubicBezTo>
                    <a:pt x="181474" y="0"/>
                    <a:pt x="181474" y="0"/>
                    <a:pt x="180835" y="0"/>
                  </a:cubicBezTo>
                  <a:close/>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lnTo>
                    <a:pt x="348890" y="180667"/>
                  </a:lnTo>
                  <a:cubicBezTo>
                    <a:pt x="349529" y="273873"/>
                    <a:pt x="274128" y="349204"/>
                    <a:pt x="180835" y="349204"/>
                  </a:cubicBezTo>
                  <a:close/>
                </a:path>
              </a:pathLst>
            </a:custGeom>
            <a:solidFill>
              <a:srgbClr val="00ABAB"/>
            </a:solidFill>
            <a:ln w="6390" cap="flat">
              <a:noFill/>
              <a:prstDash val="solid"/>
              <a:miter/>
            </a:ln>
          </p:spPr>
          <p:txBody>
            <a:bodyPr rtlCol="0" anchor="ctr"/>
            <a:lstStyle/>
            <a:p>
              <a:endParaRPr lang="en-US"/>
            </a:p>
          </p:txBody>
        </p:sp>
        <p:sp>
          <p:nvSpPr>
            <p:cNvPr id="599" name="Graphic 4">
              <a:extLst>
                <a:ext uri="{FF2B5EF4-FFF2-40B4-BE49-F238E27FC236}">
                  <a16:creationId xmlns:a16="http://schemas.microsoft.com/office/drawing/2014/main" id="{AA690FC1-25B4-B24D-BA18-50D35833DE58}"/>
                </a:ext>
              </a:extLst>
            </p:cNvPr>
            <p:cNvSpPr/>
            <p:nvPr/>
          </p:nvSpPr>
          <p:spPr>
            <a:xfrm>
              <a:off x="7027554" y="1036161"/>
              <a:ext cx="26418" cy="67791"/>
            </a:xfrm>
            <a:custGeom>
              <a:avLst/>
              <a:gdLst>
                <a:gd name="connsiteX0" fmla="*/ 26297 w 26418"/>
                <a:gd name="connsiteY0" fmla="*/ 60130 h 67791"/>
                <a:gd name="connsiteX1" fmla="*/ 12879 w 26418"/>
                <a:gd name="connsiteY1" fmla="*/ 5228 h 67791"/>
                <a:gd name="connsiteX2" fmla="*/ 5210 w 26418"/>
                <a:gd name="connsiteY2" fmla="*/ 121 h 67791"/>
                <a:gd name="connsiteX3" fmla="*/ 99 w 26418"/>
                <a:gd name="connsiteY3" fmla="*/ 7782 h 67791"/>
                <a:gd name="connsiteX4" fmla="*/ 13517 w 26418"/>
                <a:gd name="connsiteY4" fmla="*/ 62684 h 67791"/>
                <a:gd name="connsiteX5" fmla="*/ 19907 w 26418"/>
                <a:gd name="connsiteY5" fmla="*/ 67791 h 67791"/>
                <a:gd name="connsiteX6" fmla="*/ 21185 w 26418"/>
                <a:gd name="connsiteY6" fmla="*/ 67791 h 67791"/>
                <a:gd name="connsiteX7" fmla="*/ 26297 w 26418"/>
                <a:gd name="connsiteY7" fmla="*/ 60130 h 67791"/>
                <a:gd name="connsiteX8" fmla="*/ 26297 w 26418"/>
                <a:gd name="connsiteY8" fmla="*/ 60130 h 67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18" h="67791">
                  <a:moveTo>
                    <a:pt x="26297" y="60130"/>
                  </a:moveTo>
                  <a:lnTo>
                    <a:pt x="12879" y="5228"/>
                  </a:lnTo>
                  <a:cubicBezTo>
                    <a:pt x="12239" y="1398"/>
                    <a:pt x="8405" y="-517"/>
                    <a:pt x="5210" y="121"/>
                  </a:cubicBezTo>
                  <a:cubicBezTo>
                    <a:pt x="2015" y="759"/>
                    <a:pt x="-541" y="4590"/>
                    <a:pt x="99" y="7782"/>
                  </a:cubicBezTo>
                  <a:lnTo>
                    <a:pt x="13517" y="62684"/>
                  </a:lnTo>
                  <a:cubicBezTo>
                    <a:pt x="14156" y="65876"/>
                    <a:pt x="16712" y="67791"/>
                    <a:pt x="19907" y="67791"/>
                  </a:cubicBezTo>
                  <a:lnTo>
                    <a:pt x="21185" y="67791"/>
                  </a:lnTo>
                  <a:cubicBezTo>
                    <a:pt x="25019" y="67153"/>
                    <a:pt x="26936" y="63961"/>
                    <a:pt x="26297" y="60130"/>
                  </a:cubicBezTo>
                  <a:cubicBezTo>
                    <a:pt x="26297" y="60130"/>
                    <a:pt x="26297" y="60130"/>
                    <a:pt x="26297" y="60130"/>
                  </a:cubicBezTo>
                  <a:close/>
                </a:path>
              </a:pathLst>
            </a:custGeom>
            <a:solidFill>
              <a:srgbClr val="00ABAB"/>
            </a:solidFill>
            <a:ln w="6390" cap="flat">
              <a:noFill/>
              <a:prstDash val="solid"/>
              <a:miter/>
            </a:ln>
          </p:spPr>
          <p:txBody>
            <a:bodyPr rtlCol="0" anchor="ctr"/>
            <a:lstStyle/>
            <a:p>
              <a:endParaRPr lang="en-US"/>
            </a:p>
          </p:txBody>
        </p:sp>
        <p:sp>
          <p:nvSpPr>
            <p:cNvPr id="600" name="Graphic 4">
              <a:extLst>
                <a:ext uri="{FF2B5EF4-FFF2-40B4-BE49-F238E27FC236}">
                  <a16:creationId xmlns:a16="http://schemas.microsoft.com/office/drawing/2014/main" id="{E97C7368-DA0A-7344-987D-48AF93D26D54}"/>
                </a:ext>
              </a:extLst>
            </p:cNvPr>
            <p:cNvSpPr/>
            <p:nvPr/>
          </p:nvSpPr>
          <p:spPr>
            <a:xfrm>
              <a:off x="6815384" y="1036799"/>
              <a:ext cx="26076" cy="67154"/>
            </a:xfrm>
            <a:custGeom>
              <a:avLst/>
              <a:gdLst>
                <a:gd name="connsiteX0" fmla="*/ 21209 w 26076"/>
                <a:gd name="connsiteY0" fmla="*/ 122 h 67154"/>
                <a:gd name="connsiteX1" fmla="*/ 13541 w 26076"/>
                <a:gd name="connsiteY1" fmla="*/ 4591 h 67154"/>
                <a:gd name="connsiteX2" fmla="*/ 13541 w 26076"/>
                <a:gd name="connsiteY2" fmla="*/ 4591 h 67154"/>
                <a:gd name="connsiteX3" fmla="*/ 122 w 26076"/>
                <a:gd name="connsiteY3" fmla="*/ 59493 h 67154"/>
                <a:gd name="connsiteX4" fmla="*/ 4596 w 26076"/>
                <a:gd name="connsiteY4" fmla="*/ 67154 h 67154"/>
                <a:gd name="connsiteX5" fmla="*/ 5873 w 26076"/>
                <a:gd name="connsiteY5" fmla="*/ 67154 h 67154"/>
                <a:gd name="connsiteX6" fmla="*/ 12263 w 26076"/>
                <a:gd name="connsiteY6" fmla="*/ 62047 h 67154"/>
                <a:gd name="connsiteX7" fmla="*/ 25682 w 26076"/>
                <a:gd name="connsiteY7" fmla="*/ 7145 h 67154"/>
                <a:gd name="connsiteX8" fmla="*/ 21209 w 26076"/>
                <a:gd name="connsiteY8" fmla="*/ 122 h 6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76" h="67154">
                  <a:moveTo>
                    <a:pt x="21209" y="122"/>
                  </a:moveTo>
                  <a:cubicBezTo>
                    <a:pt x="18015" y="-516"/>
                    <a:pt x="14181" y="1399"/>
                    <a:pt x="13541" y="4591"/>
                  </a:cubicBezTo>
                  <a:cubicBezTo>
                    <a:pt x="13541" y="4591"/>
                    <a:pt x="13541" y="4591"/>
                    <a:pt x="13541" y="4591"/>
                  </a:cubicBezTo>
                  <a:lnTo>
                    <a:pt x="122" y="59493"/>
                  </a:lnTo>
                  <a:cubicBezTo>
                    <a:pt x="-516" y="62685"/>
                    <a:pt x="1401" y="66516"/>
                    <a:pt x="4596" y="67154"/>
                  </a:cubicBezTo>
                  <a:lnTo>
                    <a:pt x="5873" y="67154"/>
                  </a:lnTo>
                  <a:cubicBezTo>
                    <a:pt x="9068" y="67154"/>
                    <a:pt x="11625" y="65239"/>
                    <a:pt x="12263" y="62047"/>
                  </a:cubicBezTo>
                  <a:lnTo>
                    <a:pt x="25682" y="7145"/>
                  </a:lnTo>
                  <a:cubicBezTo>
                    <a:pt x="26961" y="3953"/>
                    <a:pt x="25043" y="761"/>
                    <a:pt x="21209" y="122"/>
                  </a:cubicBezTo>
                  <a:close/>
                </a:path>
              </a:pathLst>
            </a:custGeom>
            <a:solidFill>
              <a:srgbClr val="00ABAB"/>
            </a:solidFill>
            <a:ln w="6390" cap="flat">
              <a:noFill/>
              <a:prstDash val="solid"/>
              <a:miter/>
            </a:ln>
          </p:spPr>
          <p:txBody>
            <a:bodyPr rtlCol="0" anchor="ctr"/>
            <a:lstStyle/>
            <a:p>
              <a:endParaRPr lang="en-US"/>
            </a:p>
          </p:txBody>
        </p:sp>
        <p:sp>
          <p:nvSpPr>
            <p:cNvPr id="601" name="Graphic 4">
              <a:extLst>
                <a:ext uri="{FF2B5EF4-FFF2-40B4-BE49-F238E27FC236}">
                  <a16:creationId xmlns:a16="http://schemas.microsoft.com/office/drawing/2014/main" id="{836569B4-F131-824D-99E4-949DB6D9E51F}"/>
                </a:ext>
              </a:extLst>
            </p:cNvPr>
            <p:cNvSpPr/>
            <p:nvPr/>
          </p:nvSpPr>
          <p:spPr>
            <a:xfrm>
              <a:off x="6984840" y="986487"/>
              <a:ext cx="39618" cy="39580"/>
            </a:xfrm>
            <a:custGeom>
              <a:avLst/>
              <a:gdLst>
                <a:gd name="connsiteX0" fmla="*/ 19809 w 39618"/>
                <a:gd name="connsiteY0" fmla="*/ 39581 h 39580"/>
                <a:gd name="connsiteX1" fmla="*/ 39618 w 39618"/>
                <a:gd name="connsiteY1" fmla="*/ 19790 h 39580"/>
                <a:gd name="connsiteX2" fmla="*/ 19809 w 39618"/>
                <a:gd name="connsiteY2" fmla="*/ 0 h 39580"/>
                <a:gd name="connsiteX3" fmla="*/ 0 w 39618"/>
                <a:gd name="connsiteY3" fmla="*/ 19790 h 39580"/>
                <a:gd name="connsiteX4" fmla="*/ 0 w 39618"/>
                <a:gd name="connsiteY4" fmla="*/ 19790 h 39580"/>
                <a:gd name="connsiteX5" fmla="*/ 19809 w 39618"/>
                <a:gd name="connsiteY5" fmla="*/ 39581 h 39580"/>
                <a:gd name="connsiteX6" fmla="*/ 19809 w 39618"/>
                <a:gd name="connsiteY6" fmla="*/ 12768 h 39580"/>
                <a:gd name="connsiteX7" fmla="*/ 26838 w 39618"/>
                <a:gd name="connsiteY7" fmla="*/ 19790 h 39580"/>
                <a:gd name="connsiteX8" fmla="*/ 19809 w 39618"/>
                <a:gd name="connsiteY8" fmla="*/ 26813 h 39580"/>
                <a:gd name="connsiteX9" fmla="*/ 12780 w 39618"/>
                <a:gd name="connsiteY9" fmla="*/ 19790 h 39580"/>
                <a:gd name="connsiteX10" fmla="*/ 12780 w 39618"/>
                <a:gd name="connsiteY10" fmla="*/ 19790 h 39580"/>
                <a:gd name="connsiteX11" fmla="*/ 19809 w 39618"/>
                <a:gd name="connsiteY11" fmla="*/ 12768 h 39580"/>
                <a:gd name="connsiteX12" fmla="*/ 19809 w 39618"/>
                <a:gd name="connsiteY12" fmla="*/ 12768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618" h="39580">
                  <a:moveTo>
                    <a:pt x="19809" y="39581"/>
                  </a:moveTo>
                  <a:cubicBezTo>
                    <a:pt x="30672" y="39581"/>
                    <a:pt x="39618" y="30643"/>
                    <a:pt x="39618" y="19790"/>
                  </a:cubicBezTo>
                  <a:cubicBezTo>
                    <a:pt x="39618" y="8938"/>
                    <a:pt x="30672" y="0"/>
                    <a:pt x="19809" y="0"/>
                  </a:cubicBezTo>
                  <a:cubicBezTo>
                    <a:pt x="8946" y="0"/>
                    <a:pt x="0" y="8938"/>
                    <a:pt x="0" y="19790"/>
                  </a:cubicBezTo>
                  <a:cubicBezTo>
                    <a:pt x="0" y="19790"/>
                    <a:pt x="0" y="19790"/>
                    <a:pt x="0" y="19790"/>
                  </a:cubicBezTo>
                  <a:cubicBezTo>
                    <a:pt x="639" y="30643"/>
                    <a:pt x="8946" y="39581"/>
                    <a:pt x="19809" y="39581"/>
                  </a:cubicBezTo>
                  <a:close/>
                  <a:moveTo>
                    <a:pt x="19809" y="12768"/>
                  </a:moveTo>
                  <a:cubicBezTo>
                    <a:pt x="23643" y="12768"/>
                    <a:pt x="26838" y="15960"/>
                    <a:pt x="26838" y="19790"/>
                  </a:cubicBezTo>
                  <a:cubicBezTo>
                    <a:pt x="26838" y="23621"/>
                    <a:pt x="23643" y="26813"/>
                    <a:pt x="19809" y="26813"/>
                  </a:cubicBezTo>
                  <a:cubicBezTo>
                    <a:pt x="15975" y="26813"/>
                    <a:pt x="12780" y="23621"/>
                    <a:pt x="12780" y="19790"/>
                  </a:cubicBezTo>
                  <a:cubicBezTo>
                    <a:pt x="12780" y="19790"/>
                    <a:pt x="12780" y="19790"/>
                    <a:pt x="12780" y="19790"/>
                  </a:cubicBezTo>
                  <a:cubicBezTo>
                    <a:pt x="13419" y="15960"/>
                    <a:pt x="16614" y="12768"/>
                    <a:pt x="19809" y="12768"/>
                  </a:cubicBezTo>
                  <a:lnTo>
                    <a:pt x="19809" y="12768"/>
                  </a:lnTo>
                  <a:close/>
                </a:path>
              </a:pathLst>
            </a:custGeom>
            <a:solidFill>
              <a:srgbClr val="00ABAB"/>
            </a:solidFill>
            <a:ln w="6390" cap="flat">
              <a:noFill/>
              <a:prstDash val="solid"/>
              <a:miter/>
            </a:ln>
          </p:spPr>
          <p:txBody>
            <a:bodyPr rtlCol="0" anchor="ctr"/>
            <a:lstStyle/>
            <a:p>
              <a:endParaRPr lang="en-US"/>
            </a:p>
          </p:txBody>
        </p:sp>
        <p:sp>
          <p:nvSpPr>
            <p:cNvPr id="602" name="Graphic 4">
              <a:extLst>
                <a:ext uri="{FF2B5EF4-FFF2-40B4-BE49-F238E27FC236}">
                  <a16:creationId xmlns:a16="http://schemas.microsoft.com/office/drawing/2014/main" id="{A9597532-9D12-5341-BDEB-C79CF426CF15}"/>
                </a:ext>
              </a:extLst>
            </p:cNvPr>
            <p:cNvSpPr/>
            <p:nvPr/>
          </p:nvSpPr>
          <p:spPr>
            <a:xfrm>
              <a:off x="6978199" y="1035644"/>
              <a:ext cx="55454" cy="141724"/>
            </a:xfrm>
            <a:custGeom>
              <a:avLst/>
              <a:gdLst>
                <a:gd name="connsiteX0" fmla="*/ 34756 w 55454"/>
                <a:gd name="connsiteY0" fmla="*/ 0 h 141724"/>
                <a:gd name="connsiteX1" fmla="*/ 20699 w 55454"/>
                <a:gd name="connsiteY1" fmla="*/ 0 h 141724"/>
                <a:gd name="connsiteX2" fmla="*/ 14309 w 55454"/>
                <a:gd name="connsiteY2" fmla="*/ 5107 h 141724"/>
                <a:gd name="connsiteX3" fmla="*/ 251 w 55454"/>
                <a:gd name="connsiteY3" fmla="*/ 74693 h 141724"/>
                <a:gd name="connsiteX4" fmla="*/ 1529 w 55454"/>
                <a:gd name="connsiteY4" fmla="*/ 79800 h 141724"/>
                <a:gd name="connsiteX5" fmla="*/ 6641 w 55454"/>
                <a:gd name="connsiteY5" fmla="*/ 82353 h 141724"/>
                <a:gd name="connsiteX6" fmla="*/ 7279 w 55454"/>
                <a:gd name="connsiteY6" fmla="*/ 82353 h 141724"/>
                <a:gd name="connsiteX7" fmla="*/ 7279 w 55454"/>
                <a:gd name="connsiteY7" fmla="*/ 135340 h 141724"/>
                <a:gd name="connsiteX8" fmla="*/ 13669 w 55454"/>
                <a:gd name="connsiteY8" fmla="*/ 141724 h 141724"/>
                <a:gd name="connsiteX9" fmla="*/ 20059 w 55454"/>
                <a:gd name="connsiteY9" fmla="*/ 135340 h 141724"/>
                <a:gd name="connsiteX10" fmla="*/ 20059 w 55454"/>
                <a:gd name="connsiteY10" fmla="*/ 82353 h 141724"/>
                <a:gd name="connsiteX11" fmla="*/ 35395 w 55454"/>
                <a:gd name="connsiteY11" fmla="*/ 82353 h 141724"/>
                <a:gd name="connsiteX12" fmla="*/ 35395 w 55454"/>
                <a:gd name="connsiteY12" fmla="*/ 135340 h 141724"/>
                <a:gd name="connsiteX13" fmla="*/ 41785 w 55454"/>
                <a:gd name="connsiteY13" fmla="*/ 141724 h 141724"/>
                <a:gd name="connsiteX14" fmla="*/ 48175 w 55454"/>
                <a:gd name="connsiteY14" fmla="*/ 135340 h 141724"/>
                <a:gd name="connsiteX15" fmla="*/ 48175 w 55454"/>
                <a:gd name="connsiteY15" fmla="*/ 82353 h 141724"/>
                <a:gd name="connsiteX16" fmla="*/ 48814 w 55454"/>
                <a:gd name="connsiteY16" fmla="*/ 82353 h 141724"/>
                <a:gd name="connsiteX17" fmla="*/ 53926 w 55454"/>
                <a:gd name="connsiteY17" fmla="*/ 79800 h 141724"/>
                <a:gd name="connsiteX18" fmla="*/ 55204 w 55454"/>
                <a:gd name="connsiteY18" fmla="*/ 74693 h 141724"/>
                <a:gd name="connsiteX19" fmla="*/ 40508 w 55454"/>
                <a:gd name="connsiteY19" fmla="*/ 5107 h 141724"/>
                <a:gd name="connsiteX20" fmla="*/ 34756 w 55454"/>
                <a:gd name="connsiteY20" fmla="*/ 0 h 141724"/>
                <a:gd name="connsiteX21" fmla="*/ 14309 w 55454"/>
                <a:gd name="connsiteY21" fmla="*/ 69585 h 141724"/>
                <a:gd name="connsiteX22" fmla="*/ 25810 w 55454"/>
                <a:gd name="connsiteY22" fmla="*/ 12768 h 141724"/>
                <a:gd name="connsiteX23" fmla="*/ 29644 w 55454"/>
                <a:gd name="connsiteY23" fmla="*/ 12768 h 141724"/>
                <a:gd name="connsiteX24" fmla="*/ 41146 w 55454"/>
                <a:gd name="connsiteY24" fmla="*/ 69585 h 141724"/>
                <a:gd name="connsiteX25" fmla="*/ 14309 w 55454"/>
                <a:gd name="connsiteY25" fmla="*/ 69585 h 141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5454" h="141724">
                  <a:moveTo>
                    <a:pt x="34756" y="0"/>
                  </a:moveTo>
                  <a:lnTo>
                    <a:pt x="20699" y="0"/>
                  </a:lnTo>
                  <a:cubicBezTo>
                    <a:pt x="17504" y="0"/>
                    <a:pt x="14948" y="1915"/>
                    <a:pt x="14309" y="5107"/>
                  </a:cubicBezTo>
                  <a:lnTo>
                    <a:pt x="251" y="74693"/>
                  </a:lnTo>
                  <a:cubicBezTo>
                    <a:pt x="-388" y="76608"/>
                    <a:pt x="251" y="78523"/>
                    <a:pt x="1529" y="79800"/>
                  </a:cubicBezTo>
                  <a:cubicBezTo>
                    <a:pt x="2807" y="81077"/>
                    <a:pt x="4724" y="82353"/>
                    <a:pt x="6641" y="82353"/>
                  </a:cubicBezTo>
                  <a:lnTo>
                    <a:pt x="7279" y="82353"/>
                  </a:lnTo>
                  <a:lnTo>
                    <a:pt x="7279" y="135340"/>
                  </a:lnTo>
                  <a:cubicBezTo>
                    <a:pt x="7279" y="139171"/>
                    <a:pt x="9836" y="141724"/>
                    <a:pt x="13669" y="141724"/>
                  </a:cubicBezTo>
                  <a:cubicBezTo>
                    <a:pt x="17504" y="141724"/>
                    <a:pt x="20059" y="139171"/>
                    <a:pt x="20059" y="135340"/>
                  </a:cubicBezTo>
                  <a:lnTo>
                    <a:pt x="20059" y="82353"/>
                  </a:lnTo>
                  <a:lnTo>
                    <a:pt x="35395" y="82353"/>
                  </a:lnTo>
                  <a:lnTo>
                    <a:pt x="35395" y="135340"/>
                  </a:lnTo>
                  <a:cubicBezTo>
                    <a:pt x="35395" y="139171"/>
                    <a:pt x="37951" y="141724"/>
                    <a:pt x="41785" y="141724"/>
                  </a:cubicBezTo>
                  <a:cubicBezTo>
                    <a:pt x="45619" y="141724"/>
                    <a:pt x="48175" y="139171"/>
                    <a:pt x="48175" y="135340"/>
                  </a:cubicBezTo>
                  <a:lnTo>
                    <a:pt x="48175" y="82353"/>
                  </a:lnTo>
                  <a:lnTo>
                    <a:pt x="48814" y="82353"/>
                  </a:lnTo>
                  <a:cubicBezTo>
                    <a:pt x="50731" y="82353"/>
                    <a:pt x="52649" y="81715"/>
                    <a:pt x="53926" y="79800"/>
                  </a:cubicBezTo>
                  <a:cubicBezTo>
                    <a:pt x="55204" y="78523"/>
                    <a:pt x="55844" y="76608"/>
                    <a:pt x="55204" y="74693"/>
                  </a:cubicBezTo>
                  <a:lnTo>
                    <a:pt x="40508" y="5107"/>
                  </a:lnTo>
                  <a:cubicBezTo>
                    <a:pt x="39869" y="2554"/>
                    <a:pt x="37313" y="0"/>
                    <a:pt x="34756" y="0"/>
                  </a:cubicBezTo>
                  <a:close/>
                  <a:moveTo>
                    <a:pt x="14309" y="69585"/>
                  </a:moveTo>
                  <a:lnTo>
                    <a:pt x="25810" y="12768"/>
                  </a:lnTo>
                  <a:lnTo>
                    <a:pt x="29644" y="12768"/>
                  </a:lnTo>
                  <a:lnTo>
                    <a:pt x="41146" y="69585"/>
                  </a:lnTo>
                  <a:lnTo>
                    <a:pt x="14309" y="69585"/>
                  </a:lnTo>
                  <a:close/>
                </a:path>
              </a:pathLst>
            </a:custGeom>
            <a:solidFill>
              <a:srgbClr val="00ABAB"/>
            </a:solidFill>
            <a:ln w="6390" cap="flat">
              <a:noFill/>
              <a:prstDash val="solid"/>
              <a:miter/>
            </a:ln>
          </p:spPr>
          <p:txBody>
            <a:bodyPr rtlCol="0" anchor="ctr"/>
            <a:lstStyle/>
            <a:p>
              <a:endParaRPr lang="en-US"/>
            </a:p>
          </p:txBody>
        </p:sp>
        <p:sp>
          <p:nvSpPr>
            <p:cNvPr id="603" name="Graphic 4">
              <a:extLst>
                <a:ext uri="{FF2B5EF4-FFF2-40B4-BE49-F238E27FC236}">
                  <a16:creationId xmlns:a16="http://schemas.microsoft.com/office/drawing/2014/main" id="{16A4FB7D-3793-964B-960D-FDD93A69EB2C}"/>
                </a:ext>
              </a:extLst>
            </p:cNvPr>
            <p:cNvSpPr/>
            <p:nvPr/>
          </p:nvSpPr>
          <p:spPr>
            <a:xfrm>
              <a:off x="6841705" y="986487"/>
              <a:ext cx="39618" cy="39580"/>
            </a:xfrm>
            <a:custGeom>
              <a:avLst/>
              <a:gdLst>
                <a:gd name="connsiteX0" fmla="*/ 19809 w 39618"/>
                <a:gd name="connsiteY0" fmla="*/ 39581 h 39580"/>
                <a:gd name="connsiteX1" fmla="*/ 39618 w 39618"/>
                <a:gd name="connsiteY1" fmla="*/ 19790 h 39580"/>
                <a:gd name="connsiteX2" fmla="*/ 19809 w 39618"/>
                <a:gd name="connsiteY2" fmla="*/ 0 h 39580"/>
                <a:gd name="connsiteX3" fmla="*/ 0 w 39618"/>
                <a:gd name="connsiteY3" fmla="*/ 19790 h 39580"/>
                <a:gd name="connsiteX4" fmla="*/ 0 w 39618"/>
                <a:gd name="connsiteY4" fmla="*/ 19790 h 39580"/>
                <a:gd name="connsiteX5" fmla="*/ 19809 w 39618"/>
                <a:gd name="connsiteY5" fmla="*/ 39581 h 39580"/>
                <a:gd name="connsiteX6" fmla="*/ 19809 w 39618"/>
                <a:gd name="connsiteY6" fmla="*/ 12768 h 39580"/>
                <a:gd name="connsiteX7" fmla="*/ 26199 w 39618"/>
                <a:gd name="connsiteY7" fmla="*/ 20429 h 39580"/>
                <a:gd name="connsiteX8" fmla="*/ 19809 w 39618"/>
                <a:gd name="connsiteY8" fmla="*/ 26813 h 39580"/>
                <a:gd name="connsiteX9" fmla="*/ 12141 w 39618"/>
                <a:gd name="connsiteY9" fmla="*/ 20429 h 39580"/>
                <a:gd name="connsiteX10" fmla="*/ 18531 w 39618"/>
                <a:gd name="connsiteY10" fmla="*/ 12768 h 39580"/>
                <a:gd name="connsiteX11" fmla="*/ 19809 w 39618"/>
                <a:gd name="connsiteY11" fmla="*/ 12768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18" h="39580">
                  <a:moveTo>
                    <a:pt x="19809" y="39581"/>
                  </a:moveTo>
                  <a:cubicBezTo>
                    <a:pt x="30672" y="39581"/>
                    <a:pt x="39618" y="30643"/>
                    <a:pt x="39618" y="19790"/>
                  </a:cubicBezTo>
                  <a:cubicBezTo>
                    <a:pt x="39618" y="8938"/>
                    <a:pt x="30672" y="0"/>
                    <a:pt x="19809" y="0"/>
                  </a:cubicBezTo>
                  <a:cubicBezTo>
                    <a:pt x="8946" y="0"/>
                    <a:pt x="0" y="8938"/>
                    <a:pt x="0" y="19790"/>
                  </a:cubicBezTo>
                  <a:cubicBezTo>
                    <a:pt x="0" y="19790"/>
                    <a:pt x="0" y="19790"/>
                    <a:pt x="0" y="19790"/>
                  </a:cubicBezTo>
                  <a:cubicBezTo>
                    <a:pt x="640" y="30643"/>
                    <a:pt x="8946" y="39581"/>
                    <a:pt x="19809" y="39581"/>
                  </a:cubicBezTo>
                  <a:close/>
                  <a:moveTo>
                    <a:pt x="19809" y="12768"/>
                  </a:moveTo>
                  <a:cubicBezTo>
                    <a:pt x="23643" y="13406"/>
                    <a:pt x="26199" y="16598"/>
                    <a:pt x="26199" y="20429"/>
                  </a:cubicBezTo>
                  <a:cubicBezTo>
                    <a:pt x="26199" y="23621"/>
                    <a:pt x="23004" y="26174"/>
                    <a:pt x="19809" y="26813"/>
                  </a:cubicBezTo>
                  <a:cubicBezTo>
                    <a:pt x="15975" y="27451"/>
                    <a:pt x="12780" y="24259"/>
                    <a:pt x="12141" y="20429"/>
                  </a:cubicBezTo>
                  <a:cubicBezTo>
                    <a:pt x="11502" y="16598"/>
                    <a:pt x="14697" y="13406"/>
                    <a:pt x="18531" y="12768"/>
                  </a:cubicBezTo>
                  <a:cubicBezTo>
                    <a:pt x="19170" y="12768"/>
                    <a:pt x="19809" y="12768"/>
                    <a:pt x="19809" y="12768"/>
                  </a:cubicBezTo>
                  <a:close/>
                </a:path>
              </a:pathLst>
            </a:custGeom>
            <a:solidFill>
              <a:srgbClr val="00ABAB"/>
            </a:solidFill>
            <a:ln w="6390" cap="flat">
              <a:noFill/>
              <a:prstDash val="solid"/>
              <a:miter/>
            </a:ln>
          </p:spPr>
          <p:txBody>
            <a:bodyPr rtlCol="0" anchor="ctr"/>
            <a:lstStyle/>
            <a:p>
              <a:endParaRPr lang="en-US"/>
            </a:p>
          </p:txBody>
        </p:sp>
        <p:sp>
          <p:nvSpPr>
            <p:cNvPr id="604" name="Graphic 4">
              <a:extLst>
                <a:ext uri="{FF2B5EF4-FFF2-40B4-BE49-F238E27FC236}">
                  <a16:creationId xmlns:a16="http://schemas.microsoft.com/office/drawing/2014/main" id="{D6174E2D-F81A-3047-93E6-4AABB897DECD}"/>
                </a:ext>
              </a:extLst>
            </p:cNvPr>
            <p:cNvSpPr/>
            <p:nvPr/>
          </p:nvSpPr>
          <p:spPr>
            <a:xfrm>
              <a:off x="6835064" y="1035644"/>
              <a:ext cx="55204" cy="141724"/>
            </a:xfrm>
            <a:custGeom>
              <a:avLst/>
              <a:gdLst>
                <a:gd name="connsiteX0" fmla="*/ 34756 w 55204"/>
                <a:gd name="connsiteY0" fmla="*/ 0 h 141724"/>
                <a:gd name="connsiteX1" fmla="*/ 20699 w 55204"/>
                <a:gd name="connsiteY1" fmla="*/ 0 h 141724"/>
                <a:gd name="connsiteX2" fmla="*/ 14309 w 55204"/>
                <a:gd name="connsiteY2" fmla="*/ 5107 h 141724"/>
                <a:gd name="connsiteX3" fmla="*/ 251 w 55204"/>
                <a:gd name="connsiteY3" fmla="*/ 74693 h 141724"/>
                <a:gd name="connsiteX4" fmla="*/ 1529 w 55204"/>
                <a:gd name="connsiteY4" fmla="*/ 79800 h 141724"/>
                <a:gd name="connsiteX5" fmla="*/ 6641 w 55204"/>
                <a:gd name="connsiteY5" fmla="*/ 82353 h 141724"/>
                <a:gd name="connsiteX6" fmla="*/ 7280 w 55204"/>
                <a:gd name="connsiteY6" fmla="*/ 82353 h 141724"/>
                <a:gd name="connsiteX7" fmla="*/ 7280 w 55204"/>
                <a:gd name="connsiteY7" fmla="*/ 135340 h 141724"/>
                <a:gd name="connsiteX8" fmla="*/ 13670 w 55204"/>
                <a:gd name="connsiteY8" fmla="*/ 141724 h 141724"/>
                <a:gd name="connsiteX9" fmla="*/ 20060 w 55204"/>
                <a:gd name="connsiteY9" fmla="*/ 135340 h 141724"/>
                <a:gd name="connsiteX10" fmla="*/ 20060 w 55204"/>
                <a:gd name="connsiteY10" fmla="*/ 82353 h 141724"/>
                <a:gd name="connsiteX11" fmla="*/ 35395 w 55204"/>
                <a:gd name="connsiteY11" fmla="*/ 82353 h 141724"/>
                <a:gd name="connsiteX12" fmla="*/ 35395 w 55204"/>
                <a:gd name="connsiteY12" fmla="*/ 135340 h 141724"/>
                <a:gd name="connsiteX13" fmla="*/ 41785 w 55204"/>
                <a:gd name="connsiteY13" fmla="*/ 141724 h 141724"/>
                <a:gd name="connsiteX14" fmla="*/ 48175 w 55204"/>
                <a:gd name="connsiteY14" fmla="*/ 135340 h 141724"/>
                <a:gd name="connsiteX15" fmla="*/ 48175 w 55204"/>
                <a:gd name="connsiteY15" fmla="*/ 82353 h 141724"/>
                <a:gd name="connsiteX16" fmla="*/ 48815 w 55204"/>
                <a:gd name="connsiteY16" fmla="*/ 82353 h 141724"/>
                <a:gd name="connsiteX17" fmla="*/ 55205 w 55204"/>
                <a:gd name="connsiteY17" fmla="*/ 75969 h 141724"/>
                <a:gd name="connsiteX18" fmla="*/ 55205 w 55204"/>
                <a:gd name="connsiteY18" fmla="*/ 74693 h 141724"/>
                <a:gd name="connsiteX19" fmla="*/ 40508 w 55204"/>
                <a:gd name="connsiteY19" fmla="*/ 5107 h 141724"/>
                <a:gd name="connsiteX20" fmla="*/ 34756 w 55204"/>
                <a:gd name="connsiteY20" fmla="*/ 0 h 141724"/>
                <a:gd name="connsiteX21" fmla="*/ 14309 w 55204"/>
                <a:gd name="connsiteY21" fmla="*/ 69585 h 141724"/>
                <a:gd name="connsiteX22" fmla="*/ 25810 w 55204"/>
                <a:gd name="connsiteY22" fmla="*/ 12768 h 141724"/>
                <a:gd name="connsiteX23" fmla="*/ 29645 w 55204"/>
                <a:gd name="connsiteY23" fmla="*/ 12768 h 141724"/>
                <a:gd name="connsiteX24" fmla="*/ 41785 w 55204"/>
                <a:gd name="connsiteY24" fmla="*/ 69585 h 141724"/>
                <a:gd name="connsiteX25" fmla="*/ 14309 w 55204"/>
                <a:gd name="connsiteY25" fmla="*/ 69585 h 141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5204" h="141724">
                  <a:moveTo>
                    <a:pt x="34756" y="0"/>
                  </a:moveTo>
                  <a:lnTo>
                    <a:pt x="20699" y="0"/>
                  </a:lnTo>
                  <a:cubicBezTo>
                    <a:pt x="17504" y="0"/>
                    <a:pt x="14948" y="1915"/>
                    <a:pt x="14309" y="5107"/>
                  </a:cubicBezTo>
                  <a:lnTo>
                    <a:pt x="251" y="74693"/>
                  </a:lnTo>
                  <a:cubicBezTo>
                    <a:pt x="-388" y="76608"/>
                    <a:pt x="251" y="78523"/>
                    <a:pt x="1529" y="79800"/>
                  </a:cubicBezTo>
                  <a:cubicBezTo>
                    <a:pt x="2807" y="81077"/>
                    <a:pt x="4724" y="82353"/>
                    <a:pt x="6641" y="82353"/>
                  </a:cubicBezTo>
                  <a:lnTo>
                    <a:pt x="7280" y="82353"/>
                  </a:lnTo>
                  <a:lnTo>
                    <a:pt x="7280" y="135340"/>
                  </a:lnTo>
                  <a:cubicBezTo>
                    <a:pt x="7280" y="139171"/>
                    <a:pt x="9836" y="141724"/>
                    <a:pt x="13670" y="141724"/>
                  </a:cubicBezTo>
                  <a:cubicBezTo>
                    <a:pt x="17504" y="141724"/>
                    <a:pt x="20060" y="139171"/>
                    <a:pt x="20060" y="135340"/>
                  </a:cubicBezTo>
                  <a:lnTo>
                    <a:pt x="20060" y="82353"/>
                  </a:lnTo>
                  <a:lnTo>
                    <a:pt x="35395" y="82353"/>
                  </a:lnTo>
                  <a:lnTo>
                    <a:pt x="35395" y="135340"/>
                  </a:lnTo>
                  <a:cubicBezTo>
                    <a:pt x="35395" y="139171"/>
                    <a:pt x="37951" y="141724"/>
                    <a:pt x="41785" y="141724"/>
                  </a:cubicBezTo>
                  <a:cubicBezTo>
                    <a:pt x="45620" y="141724"/>
                    <a:pt x="48175" y="139171"/>
                    <a:pt x="48175" y="135340"/>
                  </a:cubicBezTo>
                  <a:lnTo>
                    <a:pt x="48175" y="82353"/>
                  </a:lnTo>
                  <a:lnTo>
                    <a:pt x="48815" y="82353"/>
                  </a:lnTo>
                  <a:cubicBezTo>
                    <a:pt x="52649" y="82353"/>
                    <a:pt x="55205" y="79800"/>
                    <a:pt x="55205" y="75969"/>
                  </a:cubicBezTo>
                  <a:cubicBezTo>
                    <a:pt x="55205" y="75331"/>
                    <a:pt x="55205" y="75331"/>
                    <a:pt x="55205" y="74693"/>
                  </a:cubicBezTo>
                  <a:lnTo>
                    <a:pt x="40508" y="5107"/>
                  </a:lnTo>
                  <a:cubicBezTo>
                    <a:pt x="40508" y="1915"/>
                    <a:pt x="37313" y="0"/>
                    <a:pt x="34756" y="0"/>
                  </a:cubicBezTo>
                  <a:close/>
                  <a:moveTo>
                    <a:pt x="14309" y="69585"/>
                  </a:moveTo>
                  <a:lnTo>
                    <a:pt x="25810" y="12768"/>
                  </a:lnTo>
                  <a:lnTo>
                    <a:pt x="29645" y="12768"/>
                  </a:lnTo>
                  <a:lnTo>
                    <a:pt x="41785" y="69585"/>
                  </a:lnTo>
                  <a:lnTo>
                    <a:pt x="14309" y="69585"/>
                  </a:lnTo>
                  <a:close/>
                </a:path>
              </a:pathLst>
            </a:custGeom>
            <a:solidFill>
              <a:srgbClr val="00ABAB"/>
            </a:solidFill>
            <a:ln w="6390" cap="flat">
              <a:noFill/>
              <a:prstDash val="solid"/>
              <a:miter/>
            </a:ln>
          </p:spPr>
          <p:txBody>
            <a:bodyPr rtlCol="0" anchor="ctr"/>
            <a:lstStyle/>
            <a:p>
              <a:endParaRPr lang="en-US"/>
            </a:p>
          </p:txBody>
        </p:sp>
        <p:sp>
          <p:nvSpPr>
            <p:cNvPr id="605" name="Graphic 4">
              <a:extLst>
                <a:ext uri="{FF2B5EF4-FFF2-40B4-BE49-F238E27FC236}">
                  <a16:creationId xmlns:a16="http://schemas.microsoft.com/office/drawing/2014/main" id="{B7471346-9B35-484D-A53F-7C3F900C8840}"/>
                </a:ext>
              </a:extLst>
            </p:cNvPr>
            <p:cNvSpPr/>
            <p:nvPr/>
          </p:nvSpPr>
          <p:spPr>
            <a:xfrm>
              <a:off x="6915189" y="1034367"/>
              <a:ext cx="38979" cy="38942"/>
            </a:xfrm>
            <a:custGeom>
              <a:avLst/>
              <a:gdLst>
                <a:gd name="connsiteX0" fmla="*/ 19170 w 38979"/>
                <a:gd name="connsiteY0" fmla="*/ 38942 h 38942"/>
                <a:gd name="connsiteX1" fmla="*/ 38979 w 38979"/>
                <a:gd name="connsiteY1" fmla="*/ 19790 h 38942"/>
                <a:gd name="connsiteX2" fmla="*/ 19809 w 38979"/>
                <a:gd name="connsiteY2" fmla="*/ 0 h 38942"/>
                <a:gd name="connsiteX3" fmla="*/ 0 w 38979"/>
                <a:gd name="connsiteY3" fmla="*/ 19152 h 38942"/>
                <a:gd name="connsiteX4" fmla="*/ 0 w 38979"/>
                <a:gd name="connsiteY4" fmla="*/ 19790 h 38942"/>
                <a:gd name="connsiteX5" fmla="*/ 19170 w 38979"/>
                <a:gd name="connsiteY5" fmla="*/ 38942 h 38942"/>
                <a:gd name="connsiteX6" fmla="*/ 19170 w 38979"/>
                <a:gd name="connsiteY6" fmla="*/ 12768 h 38942"/>
                <a:gd name="connsiteX7" fmla="*/ 26199 w 38979"/>
                <a:gd name="connsiteY7" fmla="*/ 19152 h 38942"/>
                <a:gd name="connsiteX8" fmla="*/ 19809 w 38979"/>
                <a:gd name="connsiteY8" fmla="*/ 26174 h 38942"/>
                <a:gd name="connsiteX9" fmla="*/ 12780 w 38979"/>
                <a:gd name="connsiteY9" fmla="*/ 19790 h 38942"/>
                <a:gd name="connsiteX10" fmla="*/ 12780 w 38979"/>
                <a:gd name="connsiteY10" fmla="*/ 19152 h 38942"/>
                <a:gd name="connsiteX11" fmla="*/ 19170 w 38979"/>
                <a:gd name="connsiteY11" fmla="*/ 12768 h 3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979" h="38942">
                  <a:moveTo>
                    <a:pt x="19170" y="38942"/>
                  </a:moveTo>
                  <a:cubicBezTo>
                    <a:pt x="30033" y="38942"/>
                    <a:pt x="38979" y="30643"/>
                    <a:pt x="38979" y="19790"/>
                  </a:cubicBezTo>
                  <a:cubicBezTo>
                    <a:pt x="38979" y="8938"/>
                    <a:pt x="30672" y="0"/>
                    <a:pt x="19809" y="0"/>
                  </a:cubicBezTo>
                  <a:cubicBezTo>
                    <a:pt x="8946" y="0"/>
                    <a:pt x="0" y="8299"/>
                    <a:pt x="0" y="19152"/>
                  </a:cubicBezTo>
                  <a:cubicBezTo>
                    <a:pt x="0" y="19152"/>
                    <a:pt x="0" y="19152"/>
                    <a:pt x="0" y="19790"/>
                  </a:cubicBezTo>
                  <a:cubicBezTo>
                    <a:pt x="0" y="30005"/>
                    <a:pt x="8946" y="38304"/>
                    <a:pt x="19170" y="38942"/>
                  </a:cubicBezTo>
                  <a:close/>
                  <a:moveTo>
                    <a:pt x="19170" y="12768"/>
                  </a:moveTo>
                  <a:cubicBezTo>
                    <a:pt x="23004" y="12768"/>
                    <a:pt x="26199" y="15322"/>
                    <a:pt x="26199" y="19152"/>
                  </a:cubicBezTo>
                  <a:cubicBezTo>
                    <a:pt x="26199" y="22982"/>
                    <a:pt x="23643" y="26174"/>
                    <a:pt x="19809" y="26174"/>
                  </a:cubicBezTo>
                  <a:cubicBezTo>
                    <a:pt x="15975" y="26174"/>
                    <a:pt x="12780" y="23621"/>
                    <a:pt x="12780" y="19790"/>
                  </a:cubicBezTo>
                  <a:cubicBezTo>
                    <a:pt x="12780" y="19790"/>
                    <a:pt x="12780" y="19790"/>
                    <a:pt x="12780" y="19152"/>
                  </a:cubicBezTo>
                  <a:cubicBezTo>
                    <a:pt x="12780" y="15960"/>
                    <a:pt x="15975" y="12768"/>
                    <a:pt x="19170" y="12768"/>
                  </a:cubicBezTo>
                  <a:close/>
                </a:path>
              </a:pathLst>
            </a:custGeom>
            <a:solidFill>
              <a:srgbClr val="00ABAB"/>
            </a:solidFill>
            <a:ln w="6390" cap="flat">
              <a:noFill/>
              <a:prstDash val="solid"/>
              <a:miter/>
            </a:ln>
          </p:spPr>
          <p:txBody>
            <a:bodyPr rtlCol="0" anchor="ctr"/>
            <a:lstStyle/>
            <a:p>
              <a:endParaRPr lang="en-US"/>
            </a:p>
          </p:txBody>
        </p:sp>
        <p:sp>
          <p:nvSpPr>
            <p:cNvPr id="606" name="Graphic 4">
              <a:extLst>
                <a:ext uri="{FF2B5EF4-FFF2-40B4-BE49-F238E27FC236}">
                  <a16:creationId xmlns:a16="http://schemas.microsoft.com/office/drawing/2014/main" id="{35985536-FB26-EF45-9081-F11D2D106767}"/>
                </a:ext>
              </a:extLst>
            </p:cNvPr>
            <p:cNvSpPr/>
            <p:nvPr/>
          </p:nvSpPr>
          <p:spPr>
            <a:xfrm>
              <a:off x="6902409" y="1083524"/>
              <a:ext cx="63899" cy="140447"/>
            </a:xfrm>
            <a:custGeom>
              <a:avLst/>
              <a:gdLst>
                <a:gd name="connsiteX0" fmla="*/ 57509 w 63899"/>
                <a:gd name="connsiteY0" fmla="*/ 0 h 140447"/>
                <a:gd name="connsiteX1" fmla="*/ 6390 w 63899"/>
                <a:gd name="connsiteY1" fmla="*/ 0 h 140447"/>
                <a:gd name="connsiteX2" fmla="*/ 0 w 63899"/>
                <a:gd name="connsiteY2" fmla="*/ 6384 h 140447"/>
                <a:gd name="connsiteX3" fmla="*/ 0 w 63899"/>
                <a:gd name="connsiteY3" fmla="*/ 69585 h 140447"/>
                <a:gd name="connsiteX4" fmla="*/ 6390 w 63899"/>
                <a:gd name="connsiteY4" fmla="*/ 75969 h 140447"/>
                <a:gd name="connsiteX5" fmla="*/ 13419 w 63899"/>
                <a:gd name="connsiteY5" fmla="*/ 75969 h 140447"/>
                <a:gd name="connsiteX6" fmla="*/ 13419 w 63899"/>
                <a:gd name="connsiteY6" fmla="*/ 134064 h 140447"/>
                <a:gd name="connsiteX7" fmla="*/ 19809 w 63899"/>
                <a:gd name="connsiteY7" fmla="*/ 140448 h 140447"/>
                <a:gd name="connsiteX8" fmla="*/ 26199 w 63899"/>
                <a:gd name="connsiteY8" fmla="*/ 134064 h 140447"/>
                <a:gd name="connsiteX9" fmla="*/ 26199 w 63899"/>
                <a:gd name="connsiteY9" fmla="*/ 75969 h 140447"/>
                <a:gd name="connsiteX10" fmla="*/ 39618 w 63899"/>
                <a:gd name="connsiteY10" fmla="*/ 75969 h 140447"/>
                <a:gd name="connsiteX11" fmla="*/ 39618 w 63899"/>
                <a:gd name="connsiteY11" fmla="*/ 134064 h 140447"/>
                <a:gd name="connsiteX12" fmla="*/ 46008 w 63899"/>
                <a:gd name="connsiteY12" fmla="*/ 140448 h 140447"/>
                <a:gd name="connsiteX13" fmla="*/ 52398 w 63899"/>
                <a:gd name="connsiteY13" fmla="*/ 134064 h 140447"/>
                <a:gd name="connsiteX14" fmla="*/ 52398 w 63899"/>
                <a:gd name="connsiteY14" fmla="*/ 75969 h 140447"/>
                <a:gd name="connsiteX15" fmla="*/ 57509 w 63899"/>
                <a:gd name="connsiteY15" fmla="*/ 75969 h 140447"/>
                <a:gd name="connsiteX16" fmla="*/ 63899 w 63899"/>
                <a:gd name="connsiteY16" fmla="*/ 69585 h 140447"/>
                <a:gd name="connsiteX17" fmla="*/ 63899 w 63899"/>
                <a:gd name="connsiteY17" fmla="*/ 6384 h 140447"/>
                <a:gd name="connsiteX18" fmla="*/ 57509 w 63899"/>
                <a:gd name="connsiteY18" fmla="*/ 0 h 140447"/>
                <a:gd name="connsiteX19" fmla="*/ 12780 w 63899"/>
                <a:gd name="connsiteY19" fmla="*/ 12768 h 140447"/>
                <a:gd name="connsiteX20" fmla="*/ 51119 w 63899"/>
                <a:gd name="connsiteY20" fmla="*/ 12768 h 140447"/>
                <a:gd name="connsiteX21" fmla="*/ 51119 w 63899"/>
                <a:gd name="connsiteY21" fmla="*/ 63201 h 140447"/>
                <a:gd name="connsiteX22" fmla="*/ 12780 w 63899"/>
                <a:gd name="connsiteY22" fmla="*/ 63201 h 140447"/>
                <a:gd name="connsiteX23" fmla="*/ 12780 w 63899"/>
                <a:gd name="connsiteY23" fmla="*/ 12768 h 140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3899" h="140447">
                  <a:moveTo>
                    <a:pt x="57509" y="0"/>
                  </a:moveTo>
                  <a:lnTo>
                    <a:pt x="6390" y="0"/>
                  </a:lnTo>
                  <a:cubicBezTo>
                    <a:pt x="2556" y="0"/>
                    <a:pt x="0" y="2554"/>
                    <a:pt x="0" y="6384"/>
                  </a:cubicBezTo>
                  <a:lnTo>
                    <a:pt x="0" y="69585"/>
                  </a:lnTo>
                  <a:cubicBezTo>
                    <a:pt x="0" y="73416"/>
                    <a:pt x="2556" y="75969"/>
                    <a:pt x="6390" y="75969"/>
                  </a:cubicBezTo>
                  <a:lnTo>
                    <a:pt x="13419" y="75969"/>
                  </a:lnTo>
                  <a:lnTo>
                    <a:pt x="13419" y="134064"/>
                  </a:lnTo>
                  <a:cubicBezTo>
                    <a:pt x="13419" y="137894"/>
                    <a:pt x="15975" y="140448"/>
                    <a:pt x="19809" y="140448"/>
                  </a:cubicBezTo>
                  <a:cubicBezTo>
                    <a:pt x="23643" y="140448"/>
                    <a:pt x="26199" y="137894"/>
                    <a:pt x="26199" y="134064"/>
                  </a:cubicBezTo>
                  <a:lnTo>
                    <a:pt x="26199" y="75969"/>
                  </a:lnTo>
                  <a:lnTo>
                    <a:pt x="39618" y="75969"/>
                  </a:lnTo>
                  <a:lnTo>
                    <a:pt x="39618" y="134064"/>
                  </a:lnTo>
                  <a:cubicBezTo>
                    <a:pt x="39618" y="137894"/>
                    <a:pt x="42174" y="140448"/>
                    <a:pt x="46008" y="140448"/>
                  </a:cubicBezTo>
                  <a:cubicBezTo>
                    <a:pt x="49842" y="140448"/>
                    <a:pt x="52398" y="137894"/>
                    <a:pt x="52398" y="134064"/>
                  </a:cubicBezTo>
                  <a:lnTo>
                    <a:pt x="52398" y="75969"/>
                  </a:lnTo>
                  <a:lnTo>
                    <a:pt x="57509" y="75969"/>
                  </a:lnTo>
                  <a:cubicBezTo>
                    <a:pt x="61344" y="75969"/>
                    <a:pt x="63899" y="73416"/>
                    <a:pt x="63899" y="69585"/>
                  </a:cubicBezTo>
                  <a:lnTo>
                    <a:pt x="63899" y="6384"/>
                  </a:lnTo>
                  <a:cubicBezTo>
                    <a:pt x="63899" y="3192"/>
                    <a:pt x="61344" y="0"/>
                    <a:pt x="57509" y="0"/>
                  </a:cubicBezTo>
                  <a:close/>
                  <a:moveTo>
                    <a:pt x="12780" y="12768"/>
                  </a:moveTo>
                  <a:lnTo>
                    <a:pt x="51119" y="12768"/>
                  </a:lnTo>
                  <a:lnTo>
                    <a:pt x="51119" y="63201"/>
                  </a:lnTo>
                  <a:lnTo>
                    <a:pt x="12780" y="63201"/>
                  </a:lnTo>
                  <a:lnTo>
                    <a:pt x="12780" y="12768"/>
                  </a:lnTo>
                  <a:close/>
                </a:path>
              </a:pathLst>
            </a:custGeom>
            <a:solidFill>
              <a:srgbClr val="00ABAB"/>
            </a:solidFill>
            <a:ln w="6390" cap="flat">
              <a:noFill/>
              <a:prstDash val="solid"/>
              <a:miter/>
            </a:ln>
          </p:spPr>
          <p:txBody>
            <a:bodyPr rtlCol="0" anchor="ctr"/>
            <a:lstStyle/>
            <a:p>
              <a:endParaRPr lang="en-US"/>
            </a:p>
          </p:txBody>
        </p:sp>
      </p:grpSp>
      <p:grpSp>
        <p:nvGrpSpPr>
          <p:cNvPr id="607" name="Graphic 4">
            <a:extLst>
              <a:ext uri="{FF2B5EF4-FFF2-40B4-BE49-F238E27FC236}">
                <a16:creationId xmlns:a16="http://schemas.microsoft.com/office/drawing/2014/main" id="{535FDD08-CA3A-A24A-9B6E-C5A0E108F80D}"/>
              </a:ext>
            </a:extLst>
          </p:cNvPr>
          <p:cNvGrpSpPr>
            <a:grpSpLocks noChangeAspect="1"/>
          </p:cNvGrpSpPr>
          <p:nvPr/>
        </p:nvGrpSpPr>
        <p:grpSpPr>
          <a:xfrm>
            <a:off x="5708130" y="918179"/>
            <a:ext cx="362313" cy="361971"/>
            <a:chOff x="5708130" y="918179"/>
            <a:chExt cx="362313" cy="361971"/>
          </a:xfrm>
          <a:solidFill>
            <a:srgbClr val="00ABAB"/>
          </a:solidFill>
        </p:grpSpPr>
        <p:sp>
          <p:nvSpPr>
            <p:cNvPr id="608" name="Graphic 4">
              <a:extLst>
                <a:ext uri="{FF2B5EF4-FFF2-40B4-BE49-F238E27FC236}">
                  <a16:creationId xmlns:a16="http://schemas.microsoft.com/office/drawing/2014/main" id="{26D74302-7ECF-4A46-9EB4-00D6423468D8}"/>
                </a:ext>
              </a:extLst>
            </p:cNvPr>
            <p:cNvSpPr/>
            <p:nvPr/>
          </p:nvSpPr>
          <p:spPr>
            <a:xfrm>
              <a:off x="5708130" y="918179"/>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lnTo>
                    <a:pt x="349530" y="180667"/>
                  </a:lnTo>
                  <a:cubicBezTo>
                    <a:pt x="349530" y="273873"/>
                    <a:pt x="274767"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609" name="Graphic 4">
              <a:extLst>
                <a:ext uri="{FF2B5EF4-FFF2-40B4-BE49-F238E27FC236}">
                  <a16:creationId xmlns:a16="http://schemas.microsoft.com/office/drawing/2014/main" id="{DC9DB7FA-7241-5F40-87E3-F18C90A7DAF3}"/>
                </a:ext>
              </a:extLst>
            </p:cNvPr>
            <p:cNvSpPr/>
            <p:nvPr/>
          </p:nvSpPr>
          <p:spPr>
            <a:xfrm>
              <a:off x="5812188" y="1017104"/>
              <a:ext cx="157290" cy="162915"/>
            </a:xfrm>
            <a:custGeom>
              <a:avLst/>
              <a:gdLst>
                <a:gd name="connsiteX0" fmla="*/ 149623 w 157290"/>
                <a:gd name="connsiteY0" fmla="*/ 150050 h 162915"/>
                <a:gd name="connsiteX1" fmla="*/ 108088 w 157290"/>
                <a:gd name="connsiteY1" fmla="*/ 137920 h 162915"/>
                <a:gd name="connsiteX2" fmla="*/ 108088 w 157290"/>
                <a:gd name="connsiteY2" fmla="*/ 127706 h 162915"/>
                <a:gd name="connsiteX3" fmla="*/ 131731 w 157290"/>
                <a:gd name="connsiteY3" fmla="*/ 42160 h 162915"/>
                <a:gd name="connsiteX4" fmla="*/ 120229 w 157290"/>
                <a:gd name="connsiteY4" fmla="*/ 14071 h 162915"/>
                <a:gd name="connsiteX5" fmla="*/ 78055 w 157290"/>
                <a:gd name="connsiteY5" fmla="*/ 26 h 162915"/>
                <a:gd name="connsiteX6" fmla="*/ 35242 w 157290"/>
                <a:gd name="connsiteY6" fmla="*/ 14071 h 162915"/>
                <a:gd name="connsiteX7" fmla="*/ 23741 w 157290"/>
                <a:gd name="connsiteY7" fmla="*/ 42160 h 162915"/>
                <a:gd name="connsiteX8" fmla="*/ 47384 w 157290"/>
                <a:gd name="connsiteY8" fmla="*/ 127706 h 162915"/>
                <a:gd name="connsiteX9" fmla="*/ 47384 w 157290"/>
                <a:gd name="connsiteY9" fmla="*/ 137920 h 162915"/>
                <a:gd name="connsiteX10" fmla="*/ 5849 w 157290"/>
                <a:gd name="connsiteY10" fmla="*/ 150050 h 162915"/>
                <a:gd name="connsiteX11" fmla="*/ 98 w 157290"/>
                <a:gd name="connsiteY11" fmla="*/ 157072 h 162915"/>
                <a:gd name="connsiteX12" fmla="*/ 7127 w 157290"/>
                <a:gd name="connsiteY12" fmla="*/ 162818 h 162915"/>
                <a:gd name="connsiteX13" fmla="*/ 56968 w 157290"/>
                <a:gd name="connsiteY13" fmla="*/ 148134 h 162915"/>
                <a:gd name="connsiteX14" fmla="*/ 60802 w 157290"/>
                <a:gd name="connsiteY14" fmla="*/ 141750 h 162915"/>
                <a:gd name="connsiteX15" fmla="*/ 60802 w 157290"/>
                <a:gd name="connsiteY15" fmla="*/ 125152 h 162915"/>
                <a:gd name="connsiteX16" fmla="*/ 58885 w 157290"/>
                <a:gd name="connsiteY16" fmla="*/ 120683 h 162915"/>
                <a:gd name="connsiteX17" fmla="*/ 37160 w 157290"/>
                <a:gd name="connsiteY17" fmla="*/ 42160 h 162915"/>
                <a:gd name="connsiteX18" fmla="*/ 44827 w 157290"/>
                <a:gd name="connsiteY18" fmla="*/ 23008 h 162915"/>
                <a:gd name="connsiteX19" fmla="*/ 79333 w 157290"/>
                <a:gd name="connsiteY19" fmla="*/ 12794 h 162915"/>
                <a:gd name="connsiteX20" fmla="*/ 113200 w 157290"/>
                <a:gd name="connsiteY20" fmla="*/ 23008 h 162915"/>
                <a:gd name="connsiteX21" fmla="*/ 120868 w 157290"/>
                <a:gd name="connsiteY21" fmla="*/ 42160 h 162915"/>
                <a:gd name="connsiteX22" fmla="*/ 99142 w 157290"/>
                <a:gd name="connsiteY22" fmla="*/ 120683 h 162915"/>
                <a:gd name="connsiteX23" fmla="*/ 97225 w 157290"/>
                <a:gd name="connsiteY23" fmla="*/ 125152 h 162915"/>
                <a:gd name="connsiteX24" fmla="*/ 97225 w 157290"/>
                <a:gd name="connsiteY24" fmla="*/ 141750 h 162915"/>
                <a:gd name="connsiteX25" fmla="*/ 100420 w 157290"/>
                <a:gd name="connsiteY25" fmla="*/ 147496 h 162915"/>
                <a:gd name="connsiteX26" fmla="*/ 150261 w 157290"/>
                <a:gd name="connsiteY26" fmla="*/ 162179 h 162915"/>
                <a:gd name="connsiteX27" fmla="*/ 150901 w 157290"/>
                <a:gd name="connsiteY27" fmla="*/ 162179 h 162915"/>
                <a:gd name="connsiteX28" fmla="*/ 157291 w 157290"/>
                <a:gd name="connsiteY28" fmla="*/ 155795 h 162915"/>
                <a:gd name="connsiteX29" fmla="*/ 149623 w 157290"/>
                <a:gd name="connsiteY29" fmla="*/ 150050 h 162915"/>
                <a:gd name="connsiteX30" fmla="*/ 149623 w 157290"/>
                <a:gd name="connsiteY30" fmla="*/ 150050 h 162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7290" h="162915">
                  <a:moveTo>
                    <a:pt x="149623" y="150050"/>
                  </a:moveTo>
                  <a:cubicBezTo>
                    <a:pt x="134926" y="148134"/>
                    <a:pt x="120868" y="144304"/>
                    <a:pt x="108088" y="137920"/>
                  </a:cubicBezTo>
                  <a:lnTo>
                    <a:pt x="108088" y="127706"/>
                  </a:lnTo>
                  <a:cubicBezTo>
                    <a:pt x="127897" y="106639"/>
                    <a:pt x="131731" y="77911"/>
                    <a:pt x="131731" y="42160"/>
                  </a:cubicBezTo>
                  <a:cubicBezTo>
                    <a:pt x="131731" y="31946"/>
                    <a:pt x="127897" y="21732"/>
                    <a:pt x="120229" y="14071"/>
                  </a:cubicBezTo>
                  <a:cubicBezTo>
                    <a:pt x="104254" y="-1251"/>
                    <a:pt x="78055" y="26"/>
                    <a:pt x="78055" y="26"/>
                  </a:cubicBezTo>
                  <a:cubicBezTo>
                    <a:pt x="78055" y="26"/>
                    <a:pt x="50578" y="-1251"/>
                    <a:pt x="35242" y="14071"/>
                  </a:cubicBezTo>
                  <a:cubicBezTo>
                    <a:pt x="27575" y="21732"/>
                    <a:pt x="23741" y="31946"/>
                    <a:pt x="23741" y="42160"/>
                  </a:cubicBezTo>
                  <a:cubicBezTo>
                    <a:pt x="23741" y="77911"/>
                    <a:pt x="28214" y="106639"/>
                    <a:pt x="47384" y="127706"/>
                  </a:cubicBezTo>
                  <a:lnTo>
                    <a:pt x="47384" y="137920"/>
                  </a:lnTo>
                  <a:cubicBezTo>
                    <a:pt x="33965" y="144304"/>
                    <a:pt x="19907" y="148134"/>
                    <a:pt x="5849" y="150050"/>
                  </a:cubicBezTo>
                  <a:cubicBezTo>
                    <a:pt x="2015" y="150050"/>
                    <a:pt x="-541" y="153242"/>
                    <a:pt x="98" y="157072"/>
                  </a:cubicBezTo>
                  <a:cubicBezTo>
                    <a:pt x="98" y="160902"/>
                    <a:pt x="3293" y="163456"/>
                    <a:pt x="7127" y="162818"/>
                  </a:cubicBezTo>
                  <a:cubicBezTo>
                    <a:pt x="24380" y="160902"/>
                    <a:pt x="41632" y="155795"/>
                    <a:pt x="56968" y="148134"/>
                  </a:cubicBezTo>
                  <a:cubicBezTo>
                    <a:pt x="59525" y="146858"/>
                    <a:pt x="60802" y="144304"/>
                    <a:pt x="60802" y="141750"/>
                  </a:cubicBezTo>
                  <a:lnTo>
                    <a:pt x="60802" y="125152"/>
                  </a:lnTo>
                  <a:cubicBezTo>
                    <a:pt x="60802" y="123237"/>
                    <a:pt x="60163" y="121960"/>
                    <a:pt x="58885" y="120683"/>
                  </a:cubicBezTo>
                  <a:cubicBezTo>
                    <a:pt x="40355" y="102170"/>
                    <a:pt x="37160" y="77272"/>
                    <a:pt x="37160" y="42160"/>
                  </a:cubicBezTo>
                  <a:cubicBezTo>
                    <a:pt x="36521" y="35138"/>
                    <a:pt x="39715" y="28116"/>
                    <a:pt x="44827" y="23008"/>
                  </a:cubicBezTo>
                  <a:cubicBezTo>
                    <a:pt x="56330" y="11517"/>
                    <a:pt x="78055" y="12794"/>
                    <a:pt x="79333" y="12794"/>
                  </a:cubicBezTo>
                  <a:cubicBezTo>
                    <a:pt x="85084" y="12156"/>
                    <a:pt x="102976" y="14071"/>
                    <a:pt x="113200" y="23008"/>
                  </a:cubicBezTo>
                  <a:cubicBezTo>
                    <a:pt x="118312" y="28116"/>
                    <a:pt x="120868" y="35138"/>
                    <a:pt x="120868" y="42160"/>
                  </a:cubicBezTo>
                  <a:cubicBezTo>
                    <a:pt x="120868" y="77272"/>
                    <a:pt x="117034" y="102170"/>
                    <a:pt x="99142" y="120683"/>
                  </a:cubicBezTo>
                  <a:cubicBezTo>
                    <a:pt x="97864" y="121960"/>
                    <a:pt x="97225" y="123237"/>
                    <a:pt x="97225" y="125152"/>
                  </a:cubicBezTo>
                  <a:lnTo>
                    <a:pt x="97225" y="141750"/>
                  </a:lnTo>
                  <a:cubicBezTo>
                    <a:pt x="97225" y="144304"/>
                    <a:pt x="98503" y="146219"/>
                    <a:pt x="100420" y="147496"/>
                  </a:cubicBezTo>
                  <a:cubicBezTo>
                    <a:pt x="116395" y="155157"/>
                    <a:pt x="133009" y="160264"/>
                    <a:pt x="150261" y="162179"/>
                  </a:cubicBezTo>
                  <a:lnTo>
                    <a:pt x="150901" y="162179"/>
                  </a:lnTo>
                  <a:cubicBezTo>
                    <a:pt x="154734" y="162179"/>
                    <a:pt x="157291" y="159626"/>
                    <a:pt x="157291" y="155795"/>
                  </a:cubicBezTo>
                  <a:cubicBezTo>
                    <a:pt x="156012" y="153242"/>
                    <a:pt x="153456" y="150050"/>
                    <a:pt x="149623" y="150050"/>
                  </a:cubicBezTo>
                  <a:lnTo>
                    <a:pt x="149623" y="150050"/>
                  </a:lnTo>
                  <a:close/>
                </a:path>
              </a:pathLst>
            </a:custGeom>
            <a:solidFill>
              <a:srgbClr val="00ABAB"/>
            </a:solidFill>
            <a:ln w="6390" cap="flat">
              <a:noFill/>
              <a:prstDash val="solid"/>
              <a:miter/>
            </a:ln>
          </p:spPr>
          <p:txBody>
            <a:bodyPr rtlCol="0" anchor="ctr"/>
            <a:lstStyle/>
            <a:p>
              <a:endParaRPr lang="en-US"/>
            </a:p>
          </p:txBody>
        </p:sp>
      </p:grpSp>
      <p:grpSp>
        <p:nvGrpSpPr>
          <p:cNvPr id="610" name="Graphic 4">
            <a:extLst>
              <a:ext uri="{FF2B5EF4-FFF2-40B4-BE49-F238E27FC236}">
                <a16:creationId xmlns:a16="http://schemas.microsoft.com/office/drawing/2014/main" id="{265BD867-19E2-F444-B59E-B96E401427FE}"/>
              </a:ext>
            </a:extLst>
          </p:cNvPr>
          <p:cNvGrpSpPr>
            <a:grpSpLocks noChangeAspect="1"/>
          </p:cNvGrpSpPr>
          <p:nvPr/>
        </p:nvGrpSpPr>
        <p:grpSpPr>
          <a:xfrm>
            <a:off x="5708130" y="1402723"/>
            <a:ext cx="362313" cy="361971"/>
            <a:chOff x="5708130" y="1402723"/>
            <a:chExt cx="362313" cy="361971"/>
          </a:xfrm>
          <a:solidFill>
            <a:srgbClr val="00ABAB"/>
          </a:solidFill>
        </p:grpSpPr>
        <p:sp>
          <p:nvSpPr>
            <p:cNvPr id="611" name="Graphic 4">
              <a:extLst>
                <a:ext uri="{FF2B5EF4-FFF2-40B4-BE49-F238E27FC236}">
                  <a16:creationId xmlns:a16="http://schemas.microsoft.com/office/drawing/2014/main" id="{FE2BC4B5-5B88-7641-A917-7CD0787D83E3}"/>
                </a:ext>
              </a:extLst>
            </p:cNvPr>
            <p:cNvSpPr/>
            <p:nvPr/>
          </p:nvSpPr>
          <p:spPr>
            <a:xfrm>
              <a:off x="5708130" y="14027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8565 h 361971"/>
                <a:gd name="connsiteX7" fmla="*/ 12780 w 362313"/>
                <a:gd name="connsiteY7" fmla="*/ 180667 h 361971"/>
                <a:gd name="connsiteX8" fmla="*/ 180835 w 362313"/>
                <a:gd name="connsiteY8" fmla="*/ 12130 h 361971"/>
                <a:gd name="connsiteX9" fmla="*/ 349530 w 362313"/>
                <a:gd name="connsiteY9" fmla="*/ 180028 h 361971"/>
                <a:gd name="connsiteX10" fmla="*/ 349530 w 362313"/>
                <a:gd name="connsiteY10" fmla="*/ 180028 h 361971"/>
                <a:gd name="connsiteX11" fmla="*/ 181474 w 362313"/>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181474" y="348565"/>
                  </a:moveTo>
                  <a:cubicBezTo>
                    <a:pt x="88181" y="348565"/>
                    <a:pt x="12780" y="273234"/>
                    <a:pt x="12780" y="180667"/>
                  </a:cubicBezTo>
                  <a:cubicBezTo>
                    <a:pt x="12780" y="88099"/>
                    <a:pt x="88181" y="12130"/>
                    <a:pt x="180835" y="12130"/>
                  </a:cubicBezTo>
                  <a:cubicBezTo>
                    <a:pt x="274128" y="12130"/>
                    <a:pt x="349530" y="87461"/>
                    <a:pt x="349530" y="180028"/>
                  </a:cubicBezTo>
                  <a:lnTo>
                    <a:pt x="349530" y="180028"/>
                  </a:lnTo>
                  <a:cubicBezTo>
                    <a:pt x="349530" y="273234"/>
                    <a:pt x="274767" y="348565"/>
                    <a:pt x="181474" y="348565"/>
                  </a:cubicBezTo>
                  <a:close/>
                </a:path>
              </a:pathLst>
            </a:custGeom>
            <a:solidFill>
              <a:srgbClr val="00ABAB"/>
            </a:solidFill>
            <a:ln w="6390" cap="flat">
              <a:noFill/>
              <a:prstDash val="solid"/>
              <a:miter/>
            </a:ln>
          </p:spPr>
          <p:txBody>
            <a:bodyPr rtlCol="0" anchor="ctr"/>
            <a:lstStyle/>
            <a:p>
              <a:endParaRPr lang="en-US"/>
            </a:p>
          </p:txBody>
        </p:sp>
        <p:sp>
          <p:nvSpPr>
            <p:cNvPr id="612" name="Graphic 4">
              <a:extLst>
                <a:ext uri="{FF2B5EF4-FFF2-40B4-BE49-F238E27FC236}">
                  <a16:creationId xmlns:a16="http://schemas.microsoft.com/office/drawing/2014/main" id="{8EF3D50F-5324-964C-A51E-914AEF84B7BF}"/>
                </a:ext>
              </a:extLst>
            </p:cNvPr>
            <p:cNvSpPr/>
            <p:nvPr/>
          </p:nvSpPr>
          <p:spPr>
            <a:xfrm>
              <a:off x="5801768" y="1495770"/>
              <a:ext cx="171839" cy="175332"/>
            </a:xfrm>
            <a:custGeom>
              <a:avLst/>
              <a:gdLst>
                <a:gd name="connsiteX0" fmla="*/ 155570 w 171839"/>
                <a:gd name="connsiteY0" fmla="*/ 136138 h 175332"/>
                <a:gd name="connsiteX1" fmla="*/ 136400 w 171839"/>
                <a:gd name="connsiteY1" fmla="*/ 127839 h 175332"/>
                <a:gd name="connsiteX2" fmla="*/ 160682 w 171839"/>
                <a:gd name="connsiteY2" fmla="*/ 98473 h 175332"/>
                <a:gd name="connsiteX3" fmla="*/ 154931 w 171839"/>
                <a:gd name="connsiteY3" fmla="*/ 91451 h 175332"/>
                <a:gd name="connsiteX4" fmla="*/ 137678 w 171839"/>
                <a:gd name="connsiteY4" fmla="*/ 49955 h 175332"/>
                <a:gd name="connsiteX5" fmla="*/ 123620 w 171839"/>
                <a:gd name="connsiteY5" fmla="*/ 12928 h 175332"/>
                <a:gd name="connsiteX6" fmla="*/ 51414 w 171839"/>
                <a:gd name="connsiteY6" fmla="*/ 12928 h 175332"/>
                <a:gd name="connsiteX7" fmla="*/ 37356 w 171839"/>
                <a:gd name="connsiteY7" fmla="*/ 49955 h 175332"/>
                <a:gd name="connsiteX8" fmla="*/ 20103 w 171839"/>
                <a:gd name="connsiteY8" fmla="*/ 91451 h 175332"/>
                <a:gd name="connsiteX9" fmla="*/ 14352 w 171839"/>
                <a:gd name="connsiteY9" fmla="*/ 98473 h 175332"/>
                <a:gd name="connsiteX10" fmla="*/ 38634 w 171839"/>
                <a:gd name="connsiteY10" fmla="*/ 127839 h 175332"/>
                <a:gd name="connsiteX11" fmla="*/ 19464 w 171839"/>
                <a:gd name="connsiteY11" fmla="*/ 136138 h 175332"/>
                <a:gd name="connsiteX12" fmla="*/ 1573 w 171839"/>
                <a:gd name="connsiteY12" fmla="*/ 154014 h 175332"/>
                <a:gd name="connsiteX13" fmla="*/ 2851 w 171839"/>
                <a:gd name="connsiteY13" fmla="*/ 173165 h 175332"/>
                <a:gd name="connsiteX14" fmla="*/ 11796 w 171839"/>
                <a:gd name="connsiteY14" fmla="*/ 173165 h 175332"/>
                <a:gd name="connsiteX15" fmla="*/ 12435 w 171839"/>
                <a:gd name="connsiteY15" fmla="*/ 165505 h 175332"/>
                <a:gd name="connsiteX16" fmla="*/ 15630 w 171839"/>
                <a:gd name="connsiteY16" fmla="*/ 153375 h 175332"/>
                <a:gd name="connsiteX17" fmla="*/ 21381 w 171839"/>
                <a:gd name="connsiteY17" fmla="*/ 148906 h 175332"/>
                <a:gd name="connsiteX18" fmla="*/ 59721 w 171839"/>
                <a:gd name="connsiteY18" fmla="*/ 129754 h 175332"/>
                <a:gd name="connsiteX19" fmla="*/ 60999 w 171839"/>
                <a:gd name="connsiteY19" fmla="*/ 120817 h 175332"/>
                <a:gd name="connsiteX20" fmla="*/ 55887 w 171839"/>
                <a:gd name="connsiteY20" fmla="*/ 118263 h 175332"/>
                <a:gd name="connsiteX21" fmla="*/ 27132 w 171839"/>
                <a:gd name="connsiteY21" fmla="*/ 102303 h 175332"/>
                <a:gd name="connsiteX22" fmla="*/ 48858 w 171839"/>
                <a:gd name="connsiteY22" fmla="*/ 49955 h 175332"/>
                <a:gd name="connsiteX23" fmla="*/ 58443 w 171839"/>
                <a:gd name="connsiteY23" fmla="*/ 22504 h 175332"/>
                <a:gd name="connsiteX24" fmla="*/ 85281 w 171839"/>
                <a:gd name="connsiteY24" fmla="*/ 12928 h 175332"/>
                <a:gd name="connsiteX25" fmla="*/ 85920 w 171839"/>
                <a:gd name="connsiteY25" fmla="*/ 12928 h 175332"/>
                <a:gd name="connsiteX26" fmla="*/ 112757 w 171839"/>
                <a:gd name="connsiteY26" fmla="*/ 22504 h 175332"/>
                <a:gd name="connsiteX27" fmla="*/ 122342 w 171839"/>
                <a:gd name="connsiteY27" fmla="*/ 49955 h 175332"/>
                <a:gd name="connsiteX28" fmla="*/ 144068 w 171839"/>
                <a:gd name="connsiteY28" fmla="*/ 102303 h 175332"/>
                <a:gd name="connsiteX29" fmla="*/ 115952 w 171839"/>
                <a:gd name="connsiteY29" fmla="*/ 118263 h 175332"/>
                <a:gd name="connsiteX30" fmla="*/ 109562 w 171839"/>
                <a:gd name="connsiteY30" fmla="*/ 124647 h 175332"/>
                <a:gd name="connsiteX31" fmla="*/ 112118 w 171839"/>
                <a:gd name="connsiteY31" fmla="*/ 129754 h 175332"/>
                <a:gd name="connsiteX32" fmla="*/ 150458 w 171839"/>
                <a:gd name="connsiteY32" fmla="*/ 148906 h 175332"/>
                <a:gd name="connsiteX33" fmla="*/ 156209 w 171839"/>
                <a:gd name="connsiteY33" fmla="*/ 153375 h 175332"/>
                <a:gd name="connsiteX34" fmla="*/ 159404 w 171839"/>
                <a:gd name="connsiteY34" fmla="*/ 165505 h 175332"/>
                <a:gd name="connsiteX35" fmla="*/ 161321 w 171839"/>
                <a:gd name="connsiteY35" fmla="*/ 174442 h 175332"/>
                <a:gd name="connsiteX36" fmla="*/ 168989 w 171839"/>
                <a:gd name="connsiteY36" fmla="*/ 173804 h 175332"/>
                <a:gd name="connsiteX37" fmla="*/ 170267 w 171839"/>
                <a:gd name="connsiteY37" fmla="*/ 154652 h 175332"/>
                <a:gd name="connsiteX38" fmla="*/ 155570 w 171839"/>
                <a:gd name="connsiteY38" fmla="*/ 136138 h 175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71839" h="175332">
                  <a:moveTo>
                    <a:pt x="155570" y="136138"/>
                  </a:moveTo>
                  <a:cubicBezTo>
                    <a:pt x="148541" y="134223"/>
                    <a:pt x="142151" y="131670"/>
                    <a:pt x="136400" y="127839"/>
                  </a:cubicBezTo>
                  <a:cubicBezTo>
                    <a:pt x="149819" y="123370"/>
                    <a:pt x="159404" y="111879"/>
                    <a:pt x="160682" y="98473"/>
                  </a:cubicBezTo>
                  <a:cubicBezTo>
                    <a:pt x="161321" y="95281"/>
                    <a:pt x="158126" y="92089"/>
                    <a:pt x="154931" y="91451"/>
                  </a:cubicBezTo>
                  <a:cubicBezTo>
                    <a:pt x="154931" y="91451"/>
                    <a:pt x="137678" y="88897"/>
                    <a:pt x="137678" y="49955"/>
                  </a:cubicBezTo>
                  <a:cubicBezTo>
                    <a:pt x="138317" y="35910"/>
                    <a:pt x="133205" y="22504"/>
                    <a:pt x="123620" y="12928"/>
                  </a:cubicBezTo>
                  <a:cubicBezTo>
                    <a:pt x="102533" y="-4309"/>
                    <a:pt x="72501" y="-4309"/>
                    <a:pt x="51414" y="12928"/>
                  </a:cubicBezTo>
                  <a:cubicBezTo>
                    <a:pt x="41829" y="22504"/>
                    <a:pt x="36717" y="35910"/>
                    <a:pt x="37356" y="49955"/>
                  </a:cubicBezTo>
                  <a:cubicBezTo>
                    <a:pt x="37356" y="88259"/>
                    <a:pt x="20103" y="91451"/>
                    <a:pt x="20103" y="91451"/>
                  </a:cubicBezTo>
                  <a:cubicBezTo>
                    <a:pt x="16908" y="92089"/>
                    <a:pt x="13713" y="94643"/>
                    <a:pt x="14352" y="98473"/>
                  </a:cubicBezTo>
                  <a:cubicBezTo>
                    <a:pt x="16269" y="112518"/>
                    <a:pt x="25854" y="124009"/>
                    <a:pt x="38634" y="127839"/>
                  </a:cubicBezTo>
                  <a:cubicBezTo>
                    <a:pt x="32883" y="131670"/>
                    <a:pt x="26493" y="134223"/>
                    <a:pt x="19464" y="136138"/>
                  </a:cubicBezTo>
                  <a:cubicBezTo>
                    <a:pt x="10518" y="138054"/>
                    <a:pt x="3489" y="145076"/>
                    <a:pt x="1573" y="154014"/>
                  </a:cubicBezTo>
                  <a:cubicBezTo>
                    <a:pt x="933" y="156567"/>
                    <a:pt x="-2262" y="167420"/>
                    <a:pt x="2851" y="173165"/>
                  </a:cubicBezTo>
                  <a:cubicBezTo>
                    <a:pt x="5406" y="175719"/>
                    <a:pt x="9241" y="175719"/>
                    <a:pt x="11796" y="173165"/>
                  </a:cubicBezTo>
                  <a:cubicBezTo>
                    <a:pt x="13713" y="171250"/>
                    <a:pt x="14352" y="168058"/>
                    <a:pt x="12435" y="165505"/>
                  </a:cubicBezTo>
                  <a:cubicBezTo>
                    <a:pt x="12435" y="161036"/>
                    <a:pt x="13713" y="157205"/>
                    <a:pt x="15630" y="153375"/>
                  </a:cubicBezTo>
                  <a:cubicBezTo>
                    <a:pt x="16908" y="150822"/>
                    <a:pt x="18825" y="149545"/>
                    <a:pt x="21381" y="148906"/>
                  </a:cubicBezTo>
                  <a:cubicBezTo>
                    <a:pt x="35439" y="146353"/>
                    <a:pt x="57165" y="131670"/>
                    <a:pt x="59721" y="129754"/>
                  </a:cubicBezTo>
                  <a:cubicBezTo>
                    <a:pt x="62916" y="127839"/>
                    <a:pt x="63555" y="124009"/>
                    <a:pt x="60999" y="120817"/>
                  </a:cubicBezTo>
                  <a:cubicBezTo>
                    <a:pt x="59721" y="118902"/>
                    <a:pt x="57804" y="118263"/>
                    <a:pt x="55887" y="118263"/>
                  </a:cubicBezTo>
                  <a:cubicBezTo>
                    <a:pt x="36717" y="118263"/>
                    <a:pt x="29688" y="108049"/>
                    <a:pt x="27132" y="102303"/>
                  </a:cubicBezTo>
                  <a:cubicBezTo>
                    <a:pt x="35439" y="97835"/>
                    <a:pt x="48858" y="85705"/>
                    <a:pt x="48858" y="49955"/>
                  </a:cubicBezTo>
                  <a:cubicBezTo>
                    <a:pt x="48219" y="39740"/>
                    <a:pt x="51414" y="29526"/>
                    <a:pt x="58443" y="22504"/>
                  </a:cubicBezTo>
                  <a:cubicBezTo>
                    <a:pt x="66111" y="16120"/>
                    <a:pt x="75696" y="12928"/>
                    <a:pt x="85281" y="12928"/>
                  </a:cubicBezTo>
                  <a:lnTo>
                    <a:pt x="85920" y="12928"/>
                  </a:lnTo>
                  <a:cubicBezTo>
                    <a:pt x="95505" y="12928"/>
                    <a:pt x="105090" y="16120"/>
                    <a:pt x="112757" y="22504"/>
                  </a:cubicBezTo>
                  <a:cubicBezTo>
                    <a:pt x="119786" y="30164"/>
                    <a:pt x="123620" y="39740"/>
                    <a:pt x="122342" y="49955"/>
                  </a:cubicBezTo>
                  <a:cubicBezTo>
                    <a:pt x="122342" y="85705"/>
                    <a:pt x="135761" y="97835"/>
                    <a:pt x="144068" y="102303"/>
                  </a:cubicBezTo>
                  <a:cubicBezTo>
                    <a:pt x="141512" y="108687"/>
                    <a:pt x="135122" y="118263"/>
                    <a:pt x="115952" y="118263"/>
                  </a:cubicBezTo>
                  <a:cubicBezTo>
                    <a:pt x="112118" y="118263"/>
                    <a:pt x="109562" y="120817"/>
                    <a:pt x="109562" y="124647"/>
                  </a:cubicBezTo>
                  <a:cubicBezTo>
                    <a:pt x="109562" y="126562"/>
                    <a:pt x="110840" y="128478"/>
                    <a:pt x="112118" y="129754"/>
                  </a:cubicBezTo>
                  <a:cubicBezTo>
                    <a:pt x="114674" y="131670"/>
                    <a:pt x="136400" y="146353"/>
                    <a:pt x="150458" y="148906"/>
                  </a:cubicBezTo>
                  <a:cubicBezTo>
                    <a:pt x="153014" y="149545"/>
                    <a:pt x="154931" y="151460"/>
                    <a:pt x="156209" y="153375"/>
                  </a:cubicBezTo>
                  <a:cubicBezTo>
                    <a:pt x="158126" y="157205"/>
                    <a:pt x="159404" y="161036"/>
                    <a:pt x="159404" y="165505"/>
                  </a:cubicBezTo>
                  <a:cubicBezTo>
                    <a:pt x="157487" y="168697"/>
                    <a:pt x="158765" y="172527"/>
                    <a:pt x="161321" y="174442"/>
                  </a:cubicBezTo>
                  <a:cubicBezTo>
                    <a:pt x="163877" y="175719"/>
                    <a:pt x="167072" y="175719"/>
                    <a:pt x="168989" y="173804"/>
                  </a:cubicBezTo>
                  <a:cubicBezTo>
                    <a:pt x="174101" y="168697"/>
                    <a:pt x="170906" y="157205"/>
                    <a:pt x="170267" y="154652"/>
                  </a:cubicBezTo>
                  <a:cubicBezTo>
                    <a:pt x="171545" y="145076"/>
                    <a:pt x="164516" y="138054"/>
                    <a:pt x="155570" y="136138"/>
                  </a:cubicBezTo>
                  <a:close/>
                </a:path>
              </a:pathLst>
            </a:custGeom>
            <a:solidFill>
              <a:srgbClr val="00ABAB"/>
            </a:solidFill>
            <a:ln w="6390" cap="flat">
              <a:noFill/>
              <a:prstDash val="solid"/>
              <a:miter/>
            </a:ln>
          </p:spPr>
          <p:txBody>
            <a:bodyPr rtlCol="0" anchor="ctr"/>
            <a:lstStyle/>
            <a:p>
              <a:endParaRPr lang="en-US"/>
            </a:p>
          </p:txBody>
        </p:sp>
      </p:grpSp>
      <p:grpSp>
        <p:nvGrpSpPr>
          <p:cNvPr id="613" name="Graphic 4">
            <a:extLst>
              <a:ext uri="{FF2B5EF4-FFF2-40B4-BE49-F238E27FC236}">
                <a16:creationId xmlns:a16="http://schemas.microsoft.com/office/drawing/2014/main" id="{756E9D6C-9BC6-1F49-8791-4BF2C8DAB576}"/>
              </a:ext>
            </a:extLst>
          </p:cNvPr>
          <p:cNvGrpSpPr>
            <a:grpSpLocks noChangeAspect="1"/>
          </p:cNvGrpSpPr>
          <p:nvPr/>
        </p:nvGrpSpPr>
        <p:grpSpPr>
          <a:xfrm>
            <a:off x="6753524" y="2371173"/>
            <a:ext cx="361674" cy="361971"/>
            <a:chOff x="6753524" y="2371173"/>
            <a:chExt cx="361674" cy="361971"/>
          </a:xfrm>
          <a:solidFill>
            <a:srgbClr val="00ABAB"/>
          </a:solidFill>
        </p:grpSpPr>
        <p:sp>
          <p:nvSpPr>
            <p:cNvPr id="614" name="Graphic 4">
              <a:extLst>
                <a:ext uri="{FF2B5EF4-FFF2-40B4-BE49-F238E27FC236}">
                  <a16:creationId xmlns:a16="http://schemas.microsoft.com/office/drawing/2014/main" id="{904C3B12-FDC9-FC48-9E2F-F2AD740565BA}"/>
                </a:ext>
              </a:extLst>
            </p:cNvPr>
            <p:cNvSpPr/>
            <p:nvPr/>
          </p:nvSpPr>
          <p:spPr>
            <a:xfrm>
              <a:off x="6753524" y="2371173"/>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7"/>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2309" y="81077"/>
                    <a:pt x="281157" y="0"/>
                    <a:pt x="180835" y="0"/>
                  </a:cubicBezTo>
                  <a:cubicBezTo>
                    <a:pt x="181474" y="0"/>
                    <a:pt x="181474" y="0"/>
                    <a:pt x="180835" y="0"/>
                  </a:cubicBezTo>
                  <a:close/>
                  <a:moveTo>
                    <a:pt x="180835" y="349204"/>
                  </a:moveTo>
                  <a:cubicBezTo>
                    <a:pt x="87542" y="349204"/>
                    <a:pt x="12780" y="273873"/>
                    <a:pt x="12780" y="181305"/>
                  </a:cubicBezTo>
                  <a:cubicBezTo>
                    <a:pt x="12780" y="88738"/>
                    <a:pt x="88181" y="12768"/>
                    <a:pt x="180835" y="12768"/>
                  </a:cubicBezTo>
                  <a:cubicBezTo>
                    <a:pt x="274128" y="12768"/>
                    <a:pt x="348890" y="88099"/>
                    <a:pt x="348890" y="180667"/>
                  </a:cubicBezTo>
                  <a:cubicBezTo>
                    <a:pt x="348890" y="180667"/>
                    <a:pt x="348890" y="180667"/>
                    <a:pt x="348890" y="180667"/>
                  </a:cubicBezTo>
                  <a:cubicBezTo>
                    <a:pt x="349529" y="273873"/>
                    <a:pt x="274128" y="349204"/>
                    <a:pt x="180835" y="349204"/>
                  </a:cubicBezTo>
                  <a:close/>
                </a:path>
              </a:pathLst>
            </a:custGeom>
            <a:solidFill>
              <a:srgbClr val="00ABAB"/>
            </a:solidFill>
            <a:ln w="6390" cap="flat">
              <a:noFill/>
              <a:prstDash val="solid"/>
              <a:miter/>
            </a:ln>
          </p:spPr>
          <p:txBody>
            <a:bodyPr rtlCol="0" anchor="ctr"/>
            <a:lstStyle/>
            <a:p>
              <a:endParaRPr lang="en-US"/>
            </a:p>
          </p:txBody>
        </p:sp>
        <p:sp>
          <p:nvSpPr>
            <p:cNvPr id="615" name="Graphic 4">
              <a:extLst>
                <a:ext uri="{FF2B5EF4-FFF2-40B4-BE49-F238E27FC236}">
                  <a16:creationId xmlns:a16="http://schemas.microsoft.com/office/drawing/2014/main" id="{B5FCA459-62EB-F94C-A11C-578E07F517F7}"/>
                </a:ext>
              </a:extLst>
            </p:cNvPr>
            <p:cNvSpPr/>
            <p:nvPr/>
          </p:nvSpPr>
          <p:spPr>
            <a:xfrm>
              <a:off x="7027531" y="2489156"/>
              <a:ext cx="26440" cy="67791"/>
            </a:xfrm>
            <a:custGeom>
              <a:avLst/>
              <a:gdLst>
                <a:gd name="connsiteX0" fmla="*/ 26320 w 26440"/>
                <a:gd name="connsiteY0" fmla="*/ 60131 h 67791"/>
                <a:gd name="connsiteX1" fmla="*/ 12901 w 26440"/>
                <a:gd name="connsiteY1" fmla="*/ 5228 h 67791"/>
                <a:gd name="connsiteX2" fmla="*/ 5233 w 26440"/>
                <a:gd name="connsiteY2" fmla="*/ 121 h 67791"/>
                <a:gd name="connsiteX3" fmla="*/ 121 w 26440"/>
                <a:gd name="connsiteY3" fmla="*/ 7782 h 67791"/>
                <a:gd name="connsiteX4" fmla="*/ 13540 w 26440"/>
                <a:gd name="connsiteY4" fmla="*/ 62684 h 67791"/>
                <a:gd name="connsiteX5" fmla="*/ 19930 w 26440"/>
                <a:gd name="connsiteY5" fmla="*/ 67791 h 67791"/>
                <a:gd name="connsiteX6" fmla="*/ 21208 w 26440"/>
                <a:gd name="connsiteY6" fmla="*/ 67791 h 67791"/>
                <a:gd name="connsiteX7" fmla="*/ 26320 w 26440"/>
                <a:gd name="connsiteY7" fmla="*/ 60131 h 67791"/>
                <a:gd name="connsiteX8" fmla="*/ 26320 w 26440"/>
                <a:gd name="connsiteY8" fmla="*/ 60131 h 67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40" h="67791">
                  <a:moveTo>
                    <a:pt x="26320" y="60131"/>
                  </a:moveTo>
                  <a:lnTo>
                    <a:pt x="12901" y="5228"/>
                  </a:lnTo>
                  <a:cubicBezTo>
                    <a:pt x="12262" y="1398"/>
                    <a:pt x="8428" y="-517"/>
                    <a:pt x="5233" y="121"/>
                  </a:cubicBezTo>
                  <a:cubicBezTo>
                    <a:pt x="1399" y="759"/>
                    <a:pt x="-518" y="4590"/>
                    <a:pt x="121" y="7782"/>
                  </a:cubicBezTo>
                  <a:lnTo>
                    <a:pt x="13540" y="62684"/>
                  </a:lnTo>
                  <a:cubicBezTo>
                    <a:pt x="14179" y="65876"/>
                    <a:pt x="16735" y="67791"/>
                    <a:pt x="19930" y="67791"/>
                  </a:cubicBezTo>
                  <a:lnTo>
                    <a:pt x="21208" y="67791"/>
                  </a:lnTo>
                  <a:cubicBezTo>
                    <a:pt x="25041" y="67153"/>
                    <a:pt x="26959" y="63961"/>
                    <a:pt x="26320" y="60131"/>
                  </a:cubicBezTo>
                  <a:cubicBezTo>
                    <a:pt x="26320" y="60131"/>
                    <a:pt x="26320" y="60131"/>
                    <a:pt x="26320" y="60131"/>
                  </a:cubicBezTo>
                  <a:close/>
                </a:path>
              </a:pathLst>
            </a:custGeom>
            <a:solidFill>
              <a:srgbClr val="00ABAB"/>
            </a:solidFill>
            <a:ln w="6390" cap="flat">
              <a:noFill/>
              <a:prstDash val="solid"/>
              <a:miter/>
            </a:ln>
          </p:spPr>
          <p:txBody>
            <a:bodyPr rtlCol="0" anchor="ctr"/>
            <a:lstStyle/>
            <a:p>
              <a:endParaRPr lang="en-US"/>
            </a:p>
          </p:txBody>
        </p:sp>
        <p:sp>
          <p:nvSpPr>
            <p:cNvPr id="616" name="Graphic 4">
              <a:extLst>
                <a:ext uri="{FF2B5EF4-FFF2-40B4-BE49-F238E27FC236}">
                  <a16:creationId xmlns:a16="http://schemas.microsoft.com/office/drawing/2014/main" id="{BAAEB2DF-DAF3-054D-AC6B-546AEE0C0E05}"/>
                </a:ext>
              </a:extLst>
            </p:cNvPr>
            <p:cNvSpPr/>
            <p:nvPr/>
          </p:nvSpPr>
          <p:spPr>
            <a:xfrm>
              <a:off x="6815384" y="2489793"/>
              <a:ext cx="26076" cy="67154"/>
            </a:xfrm>
            <a:custGeom>
              <a:avLst/>
              <a:gdLst>
                <a:gd name="connsiteX0" fmla="*/ 21209 w 26076"/>
                <a:gd name="connsiteY0" fmla="*/ 122 h 67154"/>
                <a:gd name="connsiteX1" fmla="*/ 13541 w 26076"/>
                <a:gd name="connsiteY1" fmla="*/ 4591 h 67154"/>
                <a:gd name="connsiteX2" fmla="*/ 122 w 26076"/>
                <a:gd name="connsiteY2" fmla="*/ 59493 h 67154"/>
                <a:gd name="connsiteX3" fmla="*/ 4596 w 26076"/>
                <a:gd name="connsiteY3" fmla="*/ 67154 h 67154"/>
                <a:gd name="connsiteX4" fmla="*/ 5873 w 26076"/>
                <a:gd name="connsiteY4" fmla="*/ 67154 h 67154"/>
                <a:gd name="connsiteX5" fmla="*/ 12263 w 26076"/>
                <a:gd name="connsiteY5" fmla="*/ 62047 h 67154"/>
                <a:gd name="connsiteX6" fmla="*/ 25682 w 26076"/>
                <a:gd name="connsiteY6" fmla="*/ 7145 h 67154"/>
                <a:gd name="connsiteX7" fmla="*/ 21209 w 26076"/>
                <a:gd name="connsiteY7" fmla="*/ 122 h 6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76" h="67154">
                  <a:moveTo>
                    <a:pt x="21209" y="122"/>
                  </a:moveTo>
                  <a:cubicBezTo>
                    <a:pt x="18015" y="-516"/>
                    <a:pt x="14181" y="1399"/>
                    <a:pt x="13541" y="4591"/>
                  </a:cubicBezTo>
                  <a:lnTo>
                    <a:pt x="122" y="59493"/>
                  </a:lnTo>
                  <a:cubicBezTo>
                    <a:pt x="-516" y="62685"/>
                    <a:pt x="1401" y="66516"/>
                    <a:pt x="4596" y="67154"/>
                  </a:cubicBezTo>
                  <a:lnTo>
                    <a:pt x="5873" y="67154"/>
                  </a:lnTo>
                  <a:cubicBezTo>
                    <a:pt x="9068" y="67154"/>
                    <a:pt x="11625" y="65239"/>
                    <a:pt x="12263" y="62047"/>
                  </a:cubicBezTo>
                  <a:lnTo>
                    <a:pt x="25682" y="7145"/>
                  </a:lnTo>
                  <a:cubicBezTo>
                    <a:pt x="26961" y="3953"/>
                    <a:pt x="25043" y="761"/>
                    <a:pt x="21209" y="122"/>
                  </a:cubicBezTo>
                  <a:close/>
                </a:path>
              </a:pathLst>
            </a:custGeom>
            <a:solidFill>
              <a:srgbClr val="00ABAB"/>
            </a:solidFill>
            <a:ln w="6390" cap="flat">
              <a:noFill/>
              <a:prstDash val="solid"/>
              <a:miter/>
            </a:ln>
          </p:spPr>
          <p:txBody>
            <a:bodyPr rtlCol="0" anchor="ctr"/>
            <a:lstStyle/>
            <a:p>
              <a:endParaRPr lang="en-US"/>
            </a:p>
          </p:txBody>
        </p:sp>
        <p:sp>
          <p:nvSpPr>
            <p:cNvPr id="617" name="Graphic 4">
              <a:extLst>
                <a:ext uri="{FF2B5EF4-FFF2-40B4-BE49-F238E27FC236}">
                  <a16:creationId xmlns:a16="http://schemas.microsoft.com/office/drawing/2014/main" id="{B03459BE-0D20-AE43-AD5B-5E4B106AEF10}"/>
                </a:ext>
              </a:extLst>
            </p:cNvPr>
            <p:cNvSpPr/>
            <p:nvPr/>
          </p:nvSpPr>
          <p:spPr>
            <a:xfrm>
              <a:off x="6914550" y="2487327"/>
              <a:ext cx="39618" cy="38976"/>
            </a:xfrm>
            <a:custGeom>
              <a:avLst/>
              <a:gdLst>
                <a:gd name="connsiteX0" fmla="*/ 19809 w 39618"/>
                <a:gd name="connsiteY0" fmla="*/ 38977 h 38976"/>
                <a:gd name="connsiteX1" fmla="*/ 39618 w 39618"/>
                <a:gd name="connsiteY1" fmla="*/ 19825 h 38976"/>
                <a:gd name="connsiteX2" fmla="*/ 39618 w 39618"/>
                <a:gd name="connsiteY2" fmla="*/ 19186 h 38976"/>
                <a:gd name="connsiteX3" fmla="*/ 39618 w 39618"/>
                <a:gd name="connsiteY3" fmla="*/ 18548 h 38976"/>
                <a:gd name="connsiteX4" fmla="*/ 18531 w 39618"/>
                <a:gd name="connsiteY4" fmla="*/ 35 h 38976"/>
                <a:gd name="connsiteX5" fmla="*/ 0 w 39618"/>
                <a:gd name="connsiteY5" fmla="*/ 18548 h 38976"/>
                <a:gd name="connsiteX6" fmla="*/ 1917 w 39618"/>
                <a:gd name="connsiteY6" fmla="*/ 26847 h 38976"/>
                <a:gd name="connsiteX7" fmla="*/ 19809 w 39618"/>
                <a:gd name="connsiteY7" fmla="*/ 38977 h 38976"/>
                <a:gd name="connsiteX8" fmla="*/ 13419 w 39618"/>
                <a:gd name="connsiteY8" fmla="*/ 19825 h 38976"/>
                <a:gd name="connsiteX9" fmla="*/ 19809 w 39618"/>
                <a:gd name="connsiteY9" fmla="*/ 12802 h 38976"/>
                <a:gd name="connsiteX10" fmla="*/ 26838 w 39618"/>
                <a:gd name="connsiteY10" fmla="*/ 19186 h 38976"/>
                <a:gd name="connsiteX11" fmla="*/ 26838 w 39618"/>
                <a:gd name="connsiteY11" fmla="*/ 19186 h 38976"/>
                <a:gd name="connsiteX12" fmla="*/ 19170 w 39618"/>
                <a:gd name="connsiteY12" fmla="*/ 25570 h 38976"/>
                <a:gd name="connsiteX13" fmla="*/ 14058 w 39618"/>
                <a:gd name="connsiteY13" fmla="*/ 22378 h 38976"/>
                <a:gd name="connsiteX14" fmla="*/ 13419 w 39618"/>
                <a:gd name="connsiteY14" fmla="*/ 19825 h 38976"/>
                <a:gd name="connsiteX15" fmla="*/ 13419 w 39618"/>
                <a:gd name="connsiteY15" fmla="*/ 19825 h 3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618" h="38976">
                  <a:moveTo>
                    <a:pt x="19809" y="38977"/>
                  </a:moveTo>
                  <a:cubicBezTo>
                    <a:pt x="30672" y="38977"/>
                    <a:pt x="38978" y="30678"/>
                    <a:pt x="39618" y="19825"/>
                  </a:cubicBezTo>
                  <a:cubicBezTo>
                    <a:pt x="39618" y="19825"/>
                    <a:pt x="39618" y="19825"/>
                    <a:pt x="39618" y="19186"/>
                  </a:cubicBezTo>
                  <a:cubicBezTo>
                    <a:pt x="39618" y="18548"/>
                    <a:pt x="39618" y="19186"/>
                    <a:pt x="39618" y="18548"/>
                  </a:cubicBezTo>
                  <a:cubicBezTo>
                    <a:pt x="38978" y="7695"/>
                    <a:pt x="29394" y="-604"/>
                    <a:pt x="18531" y="35"/>
                  </a:cubicBezTo>
                  <a:cubicBezTo>
                    <a:pt x="8307" y="673"/>
                    <a:pt x="639" y="8334"/>
                    <a:pt x="0" y="18548"/>
                  </a:cubicBezTo>
                  <a:cubicBezTo>
                    <a:pt x="0" y="21740"/>
                    <a:pt x="639" y="24294"/>
                    <a:pt x="1917" y="26847"/>
                  </a:cubicBezTo>
                  <a:cubicBezTo>
                    <a:pt x="5112" y="34508"/>
                    <a:pt x="12141" y="38977"/>
                    <a:pt x="19809" y="38977"/>
                  </a:cubicBezTo>
                  <a:close/>
                  <a:moveTo>
                    <a:pt x="13419" y="19825"/>
                  </a:moveTo>
                  <a:cubicBezTo>
                    <a:pt x="13419" y="15994"/>
                    <a:pt x="15975" y="12802"/>
                    <a:pt x="19809" y="12802"/>
                  </a:cubicBezTo>
                  <a:cubicBezTo>
                    <a:pt x="23643" y="12802"/>
                    <a:pt x="26838" y="15356"/>
                    <a:pt x="26838" y="19186"/>
                  </a:cubicBezTo>
                  <a:lnTo>
                    <a:pt x="26838" y="19186"/>
                  </a:lnTo>
                  <a:cubicBezTo>
                    <a:pt x="26838" y="23017"/>
                    <a:pt x="23004" y="25570"/>
                    <a:pt x="19170" y="25570"/>
                  </a:cubicBezTo>
                  <a:cubicBezTo>
                    <a:pt x="16614" y="25570"/>
                    <a:pt x="14697" y="24294"/>
                    <a:pt x="14058" y="22378"/>
                  </a:cubicBezTo>
                  <a:cubicBezTo>
                    <a:pt x="14058" y="21102"/>
                    <a:pt x="13419" y="20463"/>
                    <a:pt x="13419" y="19825"/>
                  </a:cubicBezTo>
                  <a:lnTo>
                    <a:pt x="13419" y="19825"/>
                  </a:lnTo>
                  <a:close/>
                </a:path>
              </a:pathLst>
            </a:custGeom>
            <a:solidFill>
              <a:srgbClr val="00ABAB"/>
            </a:solidFill>
            <a:ln w="6390" cap="flat">
              <a:noFill/>
              <a:prstDash val="solid"/>
              <a:miter/>
            </a:ln>
          </p:spPr>
          <p:txBody>
            <a:bodyPr rtlCol="0" anchor="ctr"/>
            <a:lstStyle/>
            <a:p>
              <a:endParaRPr lang="en-US"/>
            </a:p>
          </p:txBody>
        </p:sp>
        <p:sp>
          <p:nvSpPr>
            <p:cNvPr id="618" name="Graphic 4">
              <a:extLst>
                <a:ext uri="{FF2B5EF4-FFF2-40B4-BE49-F238E27FC236}">
                  <a16:creationId xmlns:a16="http://schemas.microsoft.com/office/drawing/2014/main" id="{D2768D30-9C2A-734B-998B-346E32060F96}"/>
                </a:ext>
              </a:extLst>
            </p:cNvPr>
            <p:cNvSpPr/>
            <p:nvPr/>
          </p:nvSpPr>
          <p:spPr>
            <a:xfrm>
              <a:off x="6907400" y="2535880"/>
              <a:ext cx="55074" cy="141724"/>
            </a:xfrm>
            <a:custGeom>
              <a:avLst/>
              <a:gdLst>
                <a:gd name="connsiteX0" fmla="*/ 34627 w 55074"/>
                <a:gd name="connsiteY0" fmla="*/ 0 h 141724"/>
                <a:gd name="connsiteX1" fmla="*/ 20569 w 55074"/>
                <a:gd name="connsiteY1" fmla="*/ 0 h 141724"/>
                <a:gd name="connsiteX2" fmla="*/ 14179 w 55074"/>
                <a:gd name="connsiteY2" fmla="*/ 5107 h 141724"/>
                <a:gd name="connsiteX3" fmla="*/ 121 w 55074"/>
                <a:gd name="connsiteY3" fmla="*/ 74692 h 141724"/>
                <a:gd name="connsiteX4" fmla="*/ 5233 w 55074"/>
                <a:gd name="connsiteY4" fmla="*/ 82353 h 141724"/>
                <a:gd name="connsiteX5" fmla="*/ 6511 w 55074"/>
                <a:gd name="connsiteY5" fmla="*/ 82353 h 141724"/>
                <a:gd name="connsiteX6" fmla="*/ 8428 w 55074"/>
                <a:gd name="connsiteY6" fmla="*/ 82353 h 141724"/>
                <a:gd name="connsiteX7" fmla="*/ 8428 w 55074"/>
                <a:gd name="connsiteY7" fmla="*/ 135340 h 141724"/>
                <a:gd name="connsiteX8" fmla="*/ 14818 w 55074"/>
                <a:gd name="connsiteY8" fmla="*/ 141724 h 141724"/>
                <a:gd name="connsiteX9" fmla="*/ 21208 w 55074"/>
                <a:gd name="connsiteY9" fmla="*/ 135340 h 141724"/>
                <a:gd name="connsiteX10" fmla="*/ 21208 w 55074"/>
                <a:gd name="connsiteY10" fmla="*/ 82353 h 141724"/>
                <a:gd name="connsiteX11" fmla="*/ 34627 w 55074"/>
                <a:gd name="connsiteY11" fmla="*/ 82353 h 141724"/>
                <a:gd name="connsiteX12" fmla="*/ 34627 w 55074"/>
                <a:gd name="connsiteY12" fmla="*/ 135340 h 141724"/>
                <a:gd name="connsiteX13" fmla="*/ 41017 w 55074"/>
                <a:gd name="connsiteY13" fmla="*/ 141724 h 141724"/>
                <a:gd name="connsiteX14" fmla="*/ 47407 w 55074"/>
                <a:gd name="connsiteY14" fmla="*/ 135340 h 141724"/>
                <a:gd name="connsiteX15" fmla="*/ 47407 w 55074"/>
                <a:gd name="connsiteY15" fmla="*/ 82353 h 141724"/>
                <a:gd name="connsiteX16" fmla="*/ 48684 w 55074"/>
                <a:gd name="connsiteY16" fmla="*/ 82353 h 141724"/>
                <a:gd name="connsiteX17" fmla="*/ 55074 w 55074"/>
                <a:gd name="connsiteY17" fmla="*/ 75969 h 141724"/>
                <a:gd name="connsiteX18" fmla="*/ 55074 w 55074"/>
                <a:gd name="connsiteY18" fmla="*/ 74692 h 141724"/>
                <a:gd name="connsiteX19" fmla="*/ 40378 w 55074"/>
                <a:gd name="connsiteY19" fmla="*/ 5107 h 141724"/>
                <a:gd name="connsiteX20" fmla="*/ 34627 w 55074"/>
                <a:gd name="connsiteY20" fmla="*/ 0 h 141724"/>
                <a:gd name="connsiteX21" fmla="*/ 14179 w 55074"/>
                <a:gd name="connsiteY21" fmla="*/ 69585 h 141724"/>
                <a:gd name="connsiteX22" fmla="*/ 25681 w 55074"/>
                <a:gd name="connsiteY22" fmla="*/ 12768 h 141724"/>
                <a:gd name="connsiteX23" fmla="*/ 29515 w 55074"/>
                <a:gd name="connsiteY23" fmla="*/ 12768 h 141724"/>
                <a:gd name="connsiteX24" fmla="*/ 41656 w 55074"/>
                <a:gd name="connsiteY24" fmla="*/ 69585 h 141724"/>
                <a:gd name="connsiteX25" fmla="*/ 14179 w 55074"/>
                <a:gd name="connsiteY25" fmla="*/ 69585 h 141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5074" h="141724">
                  <a:moveTo>
                    <a:pt x="34627" y="0"/>
                  </a:moveTo>
                  <a:lnTo>
                    <a:pt x="20569" y="0"/>
                  </a:lnTo>
                  <a:cubicBezTo>
                    <a:pt x="17374" y="0"/>
                    <a:pt x="14818" y="1915"/>
                    <a:pt x="14179" y="5107"/>
                  </a:cubicBezTo>
                  <a:lnTo>
                    <a:pt x="121" y="74692"/>
                  </a:lnTo>
                  <a:cubicBezTo>
                    <a:pt x="-518" y="77884"/>
                    <a:pt x="1399" y="81715"/>
                    <a:pt x="5233" y="82353"/>
                  </a:cubicBezTo>
                  <a:cubicBezTo>
                    <a:pt x="5872" y="82353"/>
                    <a:pt x="5872" y="82353"/>
                    <a:pt x="6511" y="82353"/>
                  </a:cubicBezTo>
                  <a:lnTo>
                    <a:pt x="8428" y="82353"/>
                  </a:lnTo>
                  <a:lnTo>
                    <a:pt x="8428" y="135340"/>
                  </a:lnTo>
                  <a:cubicBezTo>
                    <a:pt x="8428" y="139171"/>
                    <a:pt x="10984" y="141724"/>
                    <a:pt x="14818" y="141724"/>
                  </a:cubicBezTo>
                  <a:cubicBezTo>
                    <a:pt x="18652" y="141724"/>
                    <a:pt x="21208" y="139171"/>
                    <a:pt x="21208" y="135340"/>
                  </a:cubicBezTo>
                  <a:lnTo>
                    <a:pt x="21208" y="82353"/>
                  </a:lnTo>
                  <a:lnTo>
                    <a:pt x="34627" y="82353"/>
                  </a:lnTo>
                  <a:lnTo>
                    <a:pt x="34627" y="135340"/>
                  </a:lnTo>
                  <a:cubicBezTo>
                    <a:pt x="34627" y="139171"/>
                    <a:pt x="37183" y="141724"/>
                    <a:pt x="41017" y="141724"/>
                  </a:cubicBezTo>
                  <a:cubicBezTo>
                    <a:pt x="44851" y="141724"/>
                    <a:pt x="47407" y="139171"/>
                    <a:pt x="47407" y="135340"/>
                  </a:cubicBezTo>
                  <a:lnTo>
                    <a:pt x="47407" y="82353"/>
                  </a:lnTo>
                  <a:lnTo>
                    <a:pt x="48684" y="82353"/>
                  </a:lnTo>
                  <a:cubicBezTo>
                    <a:pt x="52518" y="82353"/>
                    <a:pt x="55074" y="79800"/>
                    <a:pt x="55074" y="75969"/>
                  </a:cubicBezTo>
                  <a:cubicBezTo>
                    <a:pt x="55074" y="75331"/>
                    <a:pt x="55074" y="75331"/>
                    <a:pt x="55074" y="74692"/>
                  </a:cubicBezTo>
                  <a:lnTo>
                    <a:pt x="40378" y="5107"/>
                  </a:lnTo>
                  <a:cubicBezTo>
                    <a:pt x="40378" y="1915"/>
                    <a:pt x="37822" y="0"/>
                    <a:pt x="34627" y="0"/>
                  </a:cubicBezTo>
                  <a:close/>
                  <a:moveTo>
                    <a:pt x="14179" y="69585"/>
                  </a:moveTo>
                  <a:lnTo>
                    <a:pt x="25681" y="12768"/>
                  </a:lnTo>
                  <a:lnTo>
                    <a:pt x="29515" y="12768"/>
                  </a:lnTo>
                  <a:lnTo>
                    <a:pt x="41656" y="69585"/>
                  </a:lnTo>
                  <a:lnTo>
                    <a:pt x="14179" y="69585"/>
                  </a:lnTo>
                  <a:close/>
                </a:path>
              </a:pathLst>
            </a:custGeom>
            <a:solidFill>
              <a:srgbClr val="00ABAB"/>
            </a:solidFill>
            <a:ln w="6390" cap="flat">
              <a:noFill/>
              <a:prstDash val="solid"/>
              <a:miter/>
            </a:ln>
          </p:spPr>
          <p:txBody>
            <a:bodyPr rtlCol="0" anchor="ctr"/>
            <a:lstStyle/>
            <a:p>
              <a:endParaRPr lang="en-US"/>
            </a:p>
          </p:txBody>
        </p:sp>
        <p:sp>
          <p:nvSpPr>
            <p:cNvPr id="619" name="Graphic 4">
              <a:extLst>
                <a:ext uri="{FF2B5EF4-FFF2-40B4-BE49-F238E27FC236}">
                  <a16:creationId xmlns:a16="http://schemas.microsoft.com/office/drawing/2014/main" id="{B5937E52-6EB3-0949-A69C-1CD2BD6E6405}"/>
                </a:ext>
              </a:extLst>
            </p:cNvPr>
            <p:cNvSpPr/>
            <p:nvPr/>
          </p:nvSpPr>
          <p:spPr>
            <a:xfrm>
              <a:off x="6984840" y="2439482"/>
              <a:ext cx="39618" cy="39580"/>
            </a:xfrm>
            <a:custGeom>
              <a:avLst/>
              <a:gdLst>
                <a:gd name="connsiteX0" fmla="*/ 19809 w 39618"/>
                <a:gd name="connsiteY0" fmla="*/ 39581 h 39580"/>
                <a:gd name="connsiteX1" fmla="*/ 39618 w 39618"/>
                <a:gd name="connsiteY1" fmla="*/ 19790 h 39580"/>
                <a:gd name="connsiteX2" fmla="*/ 19809 w 39618"/>
                <a:gd name="connsiteY2" fmla="*/ 0 h 39580"/>
                <a:gd name="connsiteX3" fmla="*/ 0 w 39618"/>
                <a:gd name="connsiteY3" fmla="*/ 19790 h 39580"/>
                <a:gd name="connsiteX4" fmla="*/ 0 w 39618"/>
                <a:gd name="connsiteY4" fmla="*/ 19790 h 39580"/>
                <a:gd name="connsiteX5" fmla="*/ 19809 w 39618"/>
                <a:gd name="connsiteY5" fmla="*/ 39581 h 39580"/>
                <a:gd name="connsiteX6" fmla="*/ 19809 w 39618"/>
                <a:gd name="connsiteY6" fmla="*/ 12768 h 39580"/>
                <a:gd name="connsiteX7" fmla="*/ 26838 w 39618"/>
                <a:gd name="connsiteY7" fmla="*/ 19790 h 39580"/>
                <a:gd name="connsiteX8" fmla="*/ 19809 w 39618"/>
                <a:gd name="connsiteY8" fmla="*/ 26813 h 39580"/>
                <a:gd name="connsiteX9" fmla="*/ 12780 w 39618"/>
                <a:gd name="connsiteY9" fmla="*/ 19790 h 39580"/>
                <a:gd name="connsiteX10" fmla="*/ 12780 w 39618"/>
                <a:gd name="connsiteY10" fmla="*/ 19790 h 39580"/>
                <a:gd name="connsiteX11" fmla="*/ 19809 w 39618"/>
                <a:gd name="connsiteY11" fmla="*/ 12768 h 39580"/>
                <a:gd name="connsiteX12" fmla="*/ 19809 w 39618"/>
                <a:gd name="connsiteY12" fmla="*/ 12768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618" h="39580">
                  <a:moveTo>
                    <a:pt x="19809" y="39581"/>
                  </a:moveTo>
                  <a:cubicBezTo>
                    <a:pt x="30672" y="39581"/>
                    <a:pt x="39618" y="30643"/>
                    <a:pt x="39618" y="19790"/>
                  </a:cubicBezTo>
                  <a:cubicBezTo>
                    <a:pt x="39618" y="8938"/>
                    <a:pt x="30672" y="0"/>
                    <a:pt x="19809" y="0"/>
                  </a:cubicBezTo>
                  <a:cubicBezTo>
                    <a:pt x="8946" y="0"/>
                    <a:pt x="0" y="8938"/>
                    <a:pt x="0" y="19790"/>
                  </a:cubicBezTo>
                  <a:cubicBezTo>
                    <a:pt x="0" y="19790"/>
                    <a:pt x="0" y="19790"/>
                    <a:pt x="0" y="19790"/>
                  </a:cubicBezTo>
                  <a:cubicBezTo>
                    <a:pt x="639" y="30643"/>
                    <a:pt x="9585" y="39581"/>
                    <a:pt x="19809" y="39581"/>
                  </a:cubicBezTo>
                  <a:close/>
                  <a:moveTo>
                    <a:pt x="19809" y="12768"/>
                  </a:moveTo>
                  <a:cubicBezTo>
                    <a:pt x="23643" y="12768"/>
                    <a:pt x="26838" y="15960"/>
                    <a:pt x="26838" y="19790"/>
                  </a:cubicBezTo>
                  <a:cubicBezTo>
                    <a:pt x="26838" y="23621"/>
                    <a:pt x="23643" y="26813"/>
                    <a:pt x="19809" y="26813"/>
                  </a:cubicBezTo>
                  <a:cubicBezTo>
                    <a:pt x="15975" y="26813"/>
                    <a:pt x="12780" y="23621"/>
                    <a:pt x="12780" y="19790"/>
                  </a:cubicBezTo>
                  <a:cubicBezTo>
                    <a:pt x="12780" y="19790"/>
                    <a:pt x="12780" y="19790"/>
                    <a:pt x="12780" y="19790"/>
                  </a:cubicBezTo>
                  <a:cubicBezTo>
                    <a:pt x="13419" y="15960"/>
                    <a:pt x="16614" y="12768"/>
                    <a:pt x="19809" y="12768"/>
                  </a:cubicBezTo>
                  <a:lnTo>
                    <a:pt x="19809" y="12768"/>
                  </a:lnTo>
                  <a:close/>
                </a:path>
              </a:pathLst>
            </a:custGeom>
            <a:solidFill>
              <a:srgbClr val="00ABAB"/>
            </a:solidFill>
            <a:ln w="6390" cap="flat">
              <a:noFill/>
              <a:prstDash val="solid"/>
              <a:miter/>
            </a:ln>
          </p:spPr>
          <p:txBody>
            <a:bodyPr rtlCol="0" anchor="ctr"/>
            <a:lstStyle/>
            <a:p>
              <a:endParaRPr lang="en-US"/>
            </a:p>
          </p:txBody>
        </p:sp>
        <p:sp>
          <p:nvSpPr>
            <p:cNvPr id="620" name="Graphic 4">
              <a:extLst>
                <a:ext uri="{FF2B5EF4-FFF2-40B4-BE49-F238E27FC236}">
                  <a16:creationId xmlns:a16="http://schemas.microsoft.com/office/drawing/2014/main" id="{4E053DC3-205C-C841-8D11-091BD9238319}"/>
                </a:ext>
              </a:extLst>
            </p:cNvPr>
            <p:cNvSpPr/>
            <p:nvPr/>
          </p:nvSpPr>
          <p:spPr>
            <a:xfrm>
              <a:off x="6978199" y="2488638"/>
              <a:ext cx="55203" cy="141724"/>
            </a:xfrm>
            <a:custGeom>
              <a:avLst/>
              <a:gdLst>
                <a:gd name="connsiteX0" fmla="*/ 34756 w 55203"/>
                <a:gd name="connsiteY0" fmla="*/ 0 h 141724"/>
                <a:gd name="connsiteX1" fmla="*/ 20699 w 55203"/>
                <a:gd name="connsiteY1" fmla="*/ 0 h 141724"/>
                <a:gd name="connsiteX2" fmla="*/ 14309 w 55203"/>
                <a:gd name="connsiteY2" fmla="*/ 5107 h 141724"/>
                <a:gd name="connsiteX3" fmla="*/ 251 w 55203"/>
                <a:gd name="connsiteY3" fmla="*/ 74692 h 141724"/>
                <a:gd name="connsiteX4" fmla="*/ 1529 w 55203"/>
                <a:gd name="connsiteY4" fmla="*/ 79800 h 141724"/>
                <a:gd name="connsiteX5" fmla="*/ 6641 w 55203"/>
                <a:gd name="connsiteY5" fmla="*/ 82353 h 141724"/>
                <a:gd name="connsiteX6" fmla="*/ 7279 w 55203"/>
                <a:gd name="connsiteY6" fmla="*/ 82353 h 141724"/>
                <a:gd name="connsiteX7" fmla="*/ 7279 w 55203"/>
                <a:gd name="connsiteY7" fmla="*/ 135340 h 141724"/>
                <a:gd name="connsiteX8" fmla="*/ 13669 w 55203"/>
                <a:gd name="connsiteY8" fmla="*/ 141724 h 141724"/>
                <a:gd name="connsiteX9" fmla="*/ 20059 w 55203"/>
                <a:gd name="connsiteY9" fmla="*/ 135340 h 141724"/>
                <a:gd name="connsiteX10" fmla="*/ 20059 w 55203"/>
                <a:gd name="connsiteY10" fmla="*/ 82353 h 141724"/>
                <a:gd name="connsiteX11" fmla="*/ 35395 w 55203"/>
                <a:gd name="connsiteY11" fmla="*/ 82353 h 141724"/>
                <a:gd name="connsiteX12" fmla="*/ 35395 w 55203"/>
                <a:gd name="connsiteY12" fmla="*/ 135340 h 141724"/>
                <a:gd name="connsiteX13" fmla="*/ 41785 w 55203"/>
                <a:gd name="connsiteY13" fmla="*/ 141724 h 141724"/>
                <a:gd name="connsiteX14" fmla="*/ 48175 w 55203"/>
                <a:gd name="connsiteY14" fmla="*/ 135340 h 141724"/>
                <a:gd name="connsiteX15" fmla="*/ 48175 w 55203"/>
                <a:gd name="connsiteY15" fmla="*/ 82353 h 141724"/>
                <a:gd name="connsiteX16" fmla="*/ 48814 w 55203"/>
                <a:gd name="connsiteY16" fmla="*/ 82353 h 141724"/>
                <a:gd name="connsiteX17" fmla="*/ 55204 w 55203"/>
                <a:gd name="connsiteY17" fmla="*/ 75969 h 141724"/>
                <a:gd name="connsiteX18" fmla="*/ 55204 w 55203"/>
                <a:gd name="connsiteY18" fmla="*/ 74692 h 141724"/>
                <a:gd name="connsiteX19" fmla="*/ 40508 w 55203"/>
                <a:gd name="connsiteY19" fmla="*/ 5107 h 141724"/>
                <a:gd name="connsiteX20" fmla="*/ 34756 w 55203"/>
                <a:gd name="connsiteY20" fmla="*/ 0 h 141724"/>
                <a:gd name="connsiteX21" fmla="*/ 14309 w 55203"/>
                <a:gd name="connsiteY21" fmla="*/ 69585 h 141724"/>
                <a:gd name="connsiteX22" fmla="*/ 25810 w 55203"/>
                <a:gd name="connsiteY22" fmla="*/ 12768 h 141724"/>
                <a:gd name="connsiteX23" fmla="*/ 29644 w 55203"/>
                <a:gd name="connsiteY23" fmla="*/ 12768 h 141724"/>
                <a:gd name="connsiteX24" fmla="*/ 41146 w 55203"/>
                <a:gd name="connsiteY24" fmla="*/ 69585 h 141724"/>
                <a:gd name="connsiteX25" fmla="*/ 14309 w 55203"/>
                <a:gd name="connsiteY25" fmla="*/ 69585 h 141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5203" h="141724">
                  <a:moveTo>
                    <a:pt x="34756" y="0"/>
                  </a:moveTo>
                  <a:lnTo>
                    <a:pt x="20699" y="0"/>
                  </a:lnTo>
                  <a:cubicBezTo>
                    <a:pt x="17504" y="0"/>
                    <a:pt x="14948" y="1915"/>
                    <a:pt x="14309" y="5107"/>
                  </a:cubicBezTo>
                  <a:lnTo>
                    <a:pt x="251" y="74692"/>
                  </a:lnTo>
                  <a:cubicBezTo>
                    <a:pt x="-388" y="76608"/>
                    <a:pt x="251" y="78523"/>
                    <a:pt x="1529" y="79800"/>
                  </a:cubicBezTo>
                  <a:cubicBezTo>
                    <a:pt x="2807" y="81076"/>
                    <a:pt x="4724" y="82353"/>
                    <a:pt x="6641" y="82353"/>
                  </a:cubicBezTo>
                  <a:lnTo>
                    <a:pt x="7279" y="82353"/>
                  </a:lnTo>
                  <a:lnTo>
                    <a:pt x="7279" y="135340"/>
                  </a:lnTo>
                  <a:cubicBezTo>
                    <a:pt x="7279" y="139171"/>
                    <a:pt x="9836" y="141724"/>
                    <a:pt x="13669" y="141724"/>
                  </a:cubicBezTo>
                  <a:cubicBezTo>
                    <a:pt x="17504" y="141724"/>
                    <a:pt x="20059" y="139171"/>
                    <a:pt x="20059" y="135340"/>
                  </a:cubicBezTo>
                  <a:lnTo>
                    <a:pt x="20059" y="82353"/>
                  </a:lnTo>
                  <a:lnTo>
                    <a:pt x="35395" y="82353"/>
                  </a:lnTo>
                  <a:lnTo>
                    <a:pt x="35395" y="135340"/>
                  </a:lnTo>
                  <a:cubicBezTo>
                    <a:pt x="35395" y="139171"/>
                    <a:pt x="37951" y="141724"/>
                    <a:pt x="41785" y="141724"/>
                  </a:cubicBezTo>
                  <a:cubicBezTo>
                    <a:pt x="45619" y="141724"/>
                    <a:pt x="48175" y="139171"/>
                    <a:pt x="48175" y="135340"/>
                  </a:cubicBezTo>
                  <a:lnTo>
                    <a:pt x="48175" y="82353"/>
                  </a:lnTo>
                  <a:lnTo>
                    <a:pt x="48814" y="82353"/>
                  </a:lnTo>
                  <a:cubicBezTo>
                    <a:pt x="52649" y="82353"/>
                    <a:pt x="55204" y="79800"/>
                    <a:pt x="55204" y="75969"/>
                  </a:cubicBezTo>
                  <a:cubicBezTo>
                    <a:pt x="55204" y="75331"/>
                    <a:pt x="55204" y="74692"/>
                    <a:pt x="55204" y="74692"/>
                  </a:cubicBezTo>
                  <a:lnTo>
                    <a:pt x="40508" y="5107"/>
                  </a:lnTo>
                  <a:cubicBezTo>
                    <a:pt x="40508" y="1915"/>
                    <a:pt x="37313" y="0"/>
                    <a:pt x="34756" y="0"/>
                  </a:cubicBezTo>
                  <a:close/>
                  <a:moveTo>
                    <a:pt x="14309" y="69585"/>
                  </a:moveTo>
                  <a:lnTo>
                    <a:pt x="25810" y="12768"/>
                  </a:lnTo>
                  <a:lnTo>
                    <a:pt x="29644" y="12768"/>
                  </a:lnTo>
                  <a:lnTo>
                    <a:pt x="41146" y="69585"/>
                  </a:lnTo>
                  <a:lnTo>
                    <a:pt x="14309" y="69585"/>
                  </a:lnTo>
                  <a:close/>
                </a:path>
              </a:pathLst>
            </a:custGeom>
            <a:solidFill>
              <a:srgbClr val="00ABAB"/>
            </a:solidFill>
            <a:ln w="6390" cap="flat">
              <a:noFill/>
              <a:prstDash val="solid"/>
              <a:miter/>
            </a:ln>
          </p:spPr>
          <p:txBody>
            <a:bodyPr rtlCol="0" anchor="ctr"/>
            <a:lstStyle/>
            <a:p>
              <a:endParaRPr lang="en-US"/>
            </a:p>
          </p:txBody>
        </p:sp>
        <p:sp>
          <p:nvSpPr>
            <p:cNvPr id="621" name="Graphic 4">
              <a:extLst>
                <a:ext uri="{FF2B5EF4-FFF2-40B4-BE49-F238E27FC236}">
                  <a16:creationId xmlns:a16="http://schemas.microsoft.com/office/drawing/2014/main" id="{2F88F59D-BFB5-7B4E-8A25-18DF35F652B7}"/>
                </a:ext>
              </a:extLst>
            </p:cNvPr>
            <p:cNvSpPr/>
            <p:nvPr/>
          </p:nvSpPr>
          <p:spPr>
            <a:xfrm>
              <a:off x="6841705" y="2439482"/>
              <a:ext cx="39618" cy="39580"/>
            </a:xfrm>
            <a:custGeom>
              <a:avLst/>
              <a:gdLst>
                <a:gd name="connsiteX0" fmla="*/ 19809 w 39618"/>
                <a:gd name="connsiteY0" fmla="*/ 39581 h 39580"/>
                <a:gd name="connsiteX1" fmla="*/ 39618 w 39618"/>
                <a:gd name="connsiteY1" fmla="*/ 19790 h 39580"/>
                <a:gd name="connsiteX2" fmla="*/ 19809 w 39618"/>
                <a:gd name="connsiteY2" fmla="*/ 0 h 39580"/>
                <a:gd name="connsiteX3" fmla="*/ 0 w 39618"/>
                <a:gd name="connsiteY3" fmla="*/ 19790 h 39580"/>
                <a:gd name="connsiteX4" fmla="*/ 0 w 39618"/>
                <a:gd name="connsiteY4" fmla="*/ 19790 h 39580"/>
                <a:gd name="connsiteX5" fmla="*/ 19809 w 39618"/>
                <a:gd name="connsiteY5" fmla="*/ 39581 h 39580"/>
                <a:gd name="connsiteX6" fmla="*/ 19809 w 39618"/>
                <a:gd name="connsiteY6" fmla="*/ 39581 h 39580"/>
                <a:gd name="connsiteX7" fmla="*/ 19809 w 39618"/>
                <a:gd name="connsiteY7" fmla="*/ 12768 h 39580"/>
                <a:gd name="connsiteX8" fmla="*/ 26838 w 39618"/>
                <a:gd name="connsiteY8" fmla="*/ 19790 h 39580"/>
                <a:gd name="connsiteX9" fmla="*/ 19809 w 39618"/>
                <a:gd name="connsiteY9" fmla="*/ 26813 h 39580"/>
                <a:gd name="connsiteX10" fmla="*/ 12780 w 39618"/>
                <a:gd name="connsiteY10" fmla="*/ 19790 h 39580"/>
                <a:gd name="connsiteX11" fmla="*/ 12780 w 39618"/>
                <a:gd name="connsiteY11" fmla="*/ 19790 h 39580"/>
                <a:gd name="connsiteX12" fmla="*/ 19809 w 39618"/>
                <a:gd name="connsiteY12" fmla="*/ 12768 h 39580"/>
                <a:gd name="connsiteX13" fmla="*/ 19809 w 39618"/>
                <a:gd name="connsiteY13" fmla="*/ 12768 h 39580"/>
                <a:gd name="connsiteX14" fmla="*/ 19809 w 39618"/>
                <a:gd name="connsiteY14" fmla="*/ 12768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618" h="39580">
                  <a:moveTo>
                    <a:pt x="19809" y="39581"/>
                  </a:moveTo>
                  <a:cubicBezTo>
                    <a:pt x="30672" y="39581"/>
                    <a:pt x="39618" y="30643"/>
                    <a:pt x="39618" y="19790"/>
                  </a:cubicBezTo>
                  <a:cubicBezTo>
                    <a:pt x="39618" y="8938"/>
                    <a:pt x="30672" y="0"/>
                    <a:pt x="19809" y="0"/>
                  </a:cubicBezTo>
                  <a:cubicBezTo>
                    <a:pt x="8946" y="0"/>
                    <a:pt x="0" y="8938"/>
                    <a:pt x="0" y="19790"/>
                  </a:cubicBezTo>
                  <a:cubicBezTo>
                    <a:pt x="0" y="19790"/>
                    <a:pt x="0" y="19790"/>
                    <a:pt x="0" y="19790"/>
                  </a:cubicBezTo>
                  <a:cubicBezTo>
                    <a:pt x="640" y="30643"/>
                    <a:pt x="8946" y="39581"/>
                    <a:pt x="19809" y="39581"/>
                  </a:cubicBezTo>
                  <a:cubicBezTo>
                    <a:pt x="19809" y="39581"/>
                    <a:pt x="19809" y="39581"/>
                    <a:pt x="19809" y="39581"/>
                  </a:cubicBezTo>
                  <a:close/>
                  <a:moveTo>
                    <a:pt x="19809" y="12768"/>
                  </a:moveTo>
                  <a:cubicBezTo>
                    <a:pt x="23643" y="12768"/>
                    <a:pt x="26838" y="15960"/>
                    <a:pt x="26838" y="19790"/>
                  </a:cubicBezTo>
                  <a:cubicBezTo>
                    <a:pt x="26838" y="23621"/>
                    <a:pt x="23643" y="26813"/>
                    <a:pt x="19809" y="26813"/>
                  </a:cubicBezTo>
                  <a:cubicBezTo>
                    <a:pt x="15975" y="26813"/>
                    <a:pt x="12780" y="23621"/>
                    <a:pt x="12780" y="19790"/>
                  </a:cubicBezTo>
                  <a:lnTo>
                    <a:pt x="12780" y="19790"/>
                  </a:lnTo>
                  <a:cubicBezTo>
                    <a:pt x="12780" y="15960"/>
                    <a:pt x="15975" y="12768"/>
                    <a:pt x="19809" y="12768"/>
                  </a:cubicBezTo>
                  <a:cubicBezTo>
                    <a:pt x="19809" y="12768"/>
                    <a:pt x="19809" y="12768"/>
                    <a:pt x="19809" y="12768"/>
                  </a:cubicBezTo>
                  <a:lnTo>
                    <a:pt x="19809" y="12768"/>
                  </a:lnTo>
                  <a:close/>
                </a:path>
              </a:pathLst>
            </a:custGeom>
            <a:solidFill>
              <a:srgbClr val="00ABAB"/>
            </a:solidFill>
            <a:ln w="6390" cap="flat">
              <a:noFill/>
              <a:prstDash val="solid"/>
              <a:miter/>
            </a:ln>
          </p:spPr>
          <p:txBody>
            <a:bodyPr rtlCol="0" anchor="ctr"/>
            <a:lstStyle/>
            <a:p>
              <a:endParaRPr lang="en-US"/>
            </a:p>
          </p:txBody>
        </p:sp>
        <p:sp>
          <p:nvSpPr>
            <p:cNvPr id="622" name="Graphic 4">
              <a:extLst>
                <a:ext uri="{FF2B5EF4-FFF2-40B4-BE49-F238E27FC236}">
                  <a16:creationId xmlns:a16="http://schemas.microsoft.com/office/drawing/2014/main" id="{92BFC4F2-F051-F54A-AABB-C11AC92486A6}"/>
                </a:ext>
              </a:extLst>
            </p:cNvPr>
            <p:cNvSpPr/>
            <p:nvPr/>
          </p:nvSpPr>
          <p:spPr>
            <a:xfrm>
              <a:off x="6835194" y="2488638"/>
              <a:ext cx="55075" cy="141724"/>
            </a:xfrm>
            <a:custGeom>
              <a:avLst/>
              <a:gdLst>
                <a:gd name="connsiteX0" fmla="*/ 34627 w 55075"/>
                <a:gd name="connsiteY0" fmla="*/ 0 h 141724"/>
                <a:gd name="connsiteX1" fmla="*/ 20569 w 55075"/>
                <a:gd name="connsiteY1" fmla="*/ 0 h 141724"/>
                <a:gd name="connsiteX2" fmla="*/ 14179 w 55075"/>
                <a:gd name="connsiteY2" fmla="*/ 5107 h 141724"/>
                <a:gd name="connsiteX3" fmla="*/ 121 w 55075"/>
                <a:gd name="connsiteY3" fmla="*/ 74692 h 141724"/>
                <a:gd name="connsiteX4" fmla="*/ 5233 w 55075"/>
                <a:gd name="connsiteY4" fmla="*/ 82353 h 141724"/>
                <a:gd name="connsiteX5" fmla="*/ 6511 w 55075"/>
                <a:gd name="connsiteY5" fmla="*/ 82353 h 141724"/>
                <a:gd name="connsiteX6" fmla="*/ 7151 w 55075"/>
                <a:gd name="connsiteY6" fmla="*/ 82353 h 141724"/>
                <a:gd name="connsiteX7" fmla="*/ 7151 w 55075"/>
                <a:gd name="connsiteY7" fmla="*/ 135340 h 141724"/>
                <a:gd name="connsiteX8" fmla="*/ 13541 w 55075"/>
                <a:gd name="connsiteY8" fmla="*/ 141724 h 141724"/>
                <a:gd name="connsiteX9" fmla="*/ 19930 w 55075"/>
                <a:gd name="connsiteY9" fmla="*/ 135340 h 141724"/>
                <a:gd name="connsiteX10" fmla="*/ 19930 w 55075"/>
                <a:gd name="connsiteY10" fmla="*/ 82353 h 141724"/>
                <a:gd name="connsiteX11" fmla="*/ 35266 w 55075"/>
                <a:gd name="connsiteY11" fmla="*/ 82353 h 141724"/>
                <a:gd name="connsiteX12" fmla="*/ 35266 w 55075"/>
                <a:gd name="connsiteY12" fmla="*/ 135340 h 141724"/>
                <a:gd name="connsiteX13" fmla="*/ 41656 w 55075"/>
                <a:gd name="connsiteY13" fmla="*/ 141724 h 141724"/>
                <a:gd name="connsiteX14" fmla="*/ 48046 w 55075"/>
                <a:gd name="connsiteY14" fmla="*/ 135340 h 141724"/>
                <a:gd name="connsiteX15" fmla="*/ 48046 w 55075"/>
                <a:gd name="connsiteY15" fmla="*/ 82353 h 141724"/>
                <a:gd name="connsiteX16" fmla="*/ 48685 w 55075"/>
                <a:gd name="connsiteY16" fmla="*/ 82353 h 141724"/>
                <a:gd name="connsiteX17" fmla="*/ 55075 w 55075"/>
                <a:gd name="connsiteY17" fmla="*/ 75969 h 141724"/>
                <a:gd name="connsiteX18" fmla="*/ 55075 w 55075"/>
                <a:gd name="connsiteY18" fmla="*/ 74692 h 141724"/>
                <a:gd name="connsiteX19" fmla="*/ 40378 w 55075"/>
                <a:gd name="connsiteY19" fmla="*/ 5107 h 141724"/>
                <a:gd name="connsiteX20" fmla="*/ 34627 w 55075"/>
                <a:gd name="connsiteY20" fmla="*/ 0 h 141724"/>
                <a:gd name="connsiteX21" fmla="*/ 14179 w 55075"/>
                <a:gd name="connsiteY21" fmla="*/ 69585 h 141724"/>
                <a:gd name="connsiteX22" fmla="*/ 25681 w 55075"/>
                <a:gd name="connsiteY22" fmla="*/ 12768 h 141724"/>
                <a:gd name="connsiteX23" fmla="*/ 29515 w 55075"/>
                <a:gd name="connsiteY23" fmla="*/ 12768 h 141724"/>
                <a:gd name="connsiteX24" fmla="*/ 41656 w 55075"/>
                <a:gd name="connsiteY24" fmla="*/ 69585 h 141724"/>
                <a:gd name="connsiteX25" fmla="*/ 14179 w 55075"/>
                <a:gd name="connsiteY25" fmla="*/ 69585 h 141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5075" h="141724">
                  <a:moveTo>
                    <a:pt x="34627" y="0"/>
                  </a:moveTo>
                  <a:lnTo>
                    <a:pt x="20569" y="0"/>
                  </a:lnTo>
                  <a:cubicBezTo>
                    <a:pt x="17374" y="0"/>
                    <a:pt x="14818" y="1915"/>
                    <a:pt x="14179" y="5107"/>
                  </a:cubicBezTo>
                  <a:lnTo>
                    <a:pt x="121" y="74692"/>
                  </a:lnTo>
                  <a:cubicBezTo>
                    <a:pt x="-518" y="77884"/>
                    <a:pt x="1399" y="81715"/>
                    <a:pt x="5233" y="82353"/>
                  </a:cubicBezTo>
                  <a:cubicBezTo>
                    <a:pt x="5872" y="82353"/>
                    <a:pt x="5872" y="82353"/>
                    <a:pt x="6511" y="82353"/>
                  </a:cubicBezTo>
                  <a:lnTo>
                    <a:pt x="7151" y="82353"/>
                  </a:lnTo>
                  <a:lnTo>
                    <a:pt x="7151" y="135340"/>
                  </a:lnTo>
                  <a:cubicBezTo>
                    <a:pt x="7151" y="139171"/>
                    <a:pt x="9706" y="141724"/>
                    <a:pt x="13541" y="141724"/>
                  </a:cubicBezTo>
                  <a:cubicBezTo>
                    <a:pt x="17374" y="141724"/>
                    <a:pt x="19930" y="139171"/>
                    <a:pt x="19930" y="135340"/>
                  </a:cubicBezTo>
                  <a:lnTo>
                    <a:pt x="19930" y="82353"/>
                  </a:lnTo>
                  <a:lnTo>
                    <a:pt x="35266" y="82353"/>
                  </a:lnTo>
                  <a:lnTo>
                    <a:pt x="35266" y="135340"/>
                  </a:lnTo>
                  <a:cubicBezTo>
                    <a:pt x="35266" y="139171"/>
                    <a:pt x="37822" y="141724"/>
                    <a:pt x="41656" y="141724"/>
                  </a:cubicBezTo>
                  <a:cubicBezTo>
                    <a:pt x="45490" y="141724"/>
                    <a:pt x="48046" y="139171"/>
                    <a:pt x="48046" y="135340"/>
                  </a:cubicBezTo>
                  <a:lnTo>
                    <a:pt x="48046" y="82353"/>
                  </a:lnTo>
                  <a:lnTo>
                    <a:pt x="48685" y="82353"/>
                  </a:lnTo>
                  <a:cubicBezTo>
                    <a:pt x="52519" y="82353"/>
                    <a:pt x="55075" y="79800"/>
                    <a:pt x="55075" y="75969"/>
                  </a:cubicBezTo>
                  <a:cubicBezTo>
                    <a:pt x="55075" y="75331"/>
                    <a:pt x="55075" y="74692"/>
                    <a:pt x="55075" y="74692"/>
                  </a:cubicBezTo>
                  <a:lnTo>
                    <a:pt x="40378" y="5107"/>
                  </a:lnTo>
                  <a:cubicBezTo>
                    <a:pt x="39739" y="2554"/>
                    <a:pt x="37183" y="0"/>
                    <a:pt x="34627" y="0"/>
                  </a:cubicBezTo>
                  <a:close/>
                  <a:moveTo>
                    <a:pt x="14179" y="69585"/>
                  </a:moveTo>
                  <a:lnTo>
                    <a:pt x="25681" y="12768"/>
                  </a:lnTo>
                  <a:lnTo>
                    <a:pt x="29515" y="12768"/>
                  </a:lnTo>
                  <a:lnTo>
                    <a:pt x="41656" y="69585"/>
                  </a:lnTo>
                  <a:lnTo>
                    <a:pt x="14179" y="69585"/>
                  </a:lnTo>
                  <a:close/>
                </a:path>
              </a:pathLst>
            </a:custGeom>
            <a:solidFill>
              <a:srgbClr val="00ABAB"/>
            </a:solidFill>
            <a:ln w="6390" cap="flat">
              <a:noFill/>
              <a:prstDash val="solid"/>
              <a:miter/>
            </a:ln>
          </p:spPr>
          <p:txBody>
            <a:bodyPr rtlCol="0" anchor="ctr"/>
            <a:lstStyle/>
            <a:p>
              <a:endParaRPr lang="en-US"/>
            </a:p>
          </p:txBody>
        </p:sp>
      </p:grpSp>
      <p:grpSp>
        <p:nvGrpSpPr>
          <p:cNvPr id="623" name="Graphic 4">
            <a:extLst>
              <a:ext uri="{FF2B5EF4-FFF2-40B4-BE49-F238E27FC236}">
                <a16:creationId xmlns:a16="http://schemas.microsoft.com/office/drawing/2014/main" id="{584DAC1A-FA6B-1A4E-BE2D-751CE7FB7388}"/>
              </a:ext>
            </a:extLst>
          </p:cNvPr>
          <p:cNvGrpSpPr>
            <a:grpSpLocks noChangeAspect="1"/>
          </p:cNvGrpSpPr>
          <p:nvPr/>
        </p:nvGrpSpPr>
        <p:grpSpPr>
          <a:xfrm>
            <a:off x="4045469" y="918179"/>
            <a:ext cx="362309" cy="361971"/>
            <a:chOff x="4045469" y="918179"/>
            <a:chExt cx="362309" cy="361971"/>
          </a:xfrm>
          <a:solidFill>
            <a:srgbClr val="00ABAB"/>
          </a:solidFill>
        </p:grpSpPr>
        <p:sp>
          <p:nvSpPr>
            <p:cNvPr id="624" name="Graphic 4">
              <a:extLst>
                <a:ext uri="{FF2B5EF4-FFF2-40B4-BE49-F238E27FC236}">
                  <a16:creationId xmlns:a16="http://schemas.microsoft.com/office/drawing/2014/main" id="{5663E172-6265-284E-81B0-DA8648A6E27F}"/>
                </a:ext>
              </a:extLst>
            </p:cNvPr>
            <p:cNvSpPr/>
            <p:nvPr/>
          </p:nvSpPr>
          <p:spPr>
            <a:xfrm>
              <a:off x="4288925" y="1126297"/>
              <a:ext cx="16613" cy="16598"/>
            </a:xfrm>
            <a:custGeom>
              <a:avLst/>
              <a:gdLst>
                <a:gd name="connsiteX0" fmla="*/ 16614 w 16613"/>
                <a:gd name="connsiteY0" fmla="*/ 8299 h 16598"/>
                <a:gd name="connsiteX1" fmla="*/ 8307 w 16613"/>
                <a:gd name="connsiteY1" fmla="*/ 16598 h 16598"/>
                <a:gd name="connsiteX2" fmla="*/ 0 w 16613"/>
                <a:gd name="connsiteY2" fmla="*/ 8299 h 16598"/>
                <a:gd name="connsiteX3" fmla="*/ 8307 w 16613"/>
                <a:gd name="connsiteY3" fmla="*/ 0 h 16598"/>
                <a:gd name="connsiteX4" fmla="*/ 16614 w 16613"/>
                <a:gd name="connsiteY4" fmla="*/ 8299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16598">
                  <a:moveTo>
                    <a:pt x="16614" y="8299"/>
                  </a:moveTo>
                  <a:cubicBezTo>
                    <a:pt x="16614" y="12883"/>
                    <a:pt x="12895" y="16598"/>
                    <a:pt x="8307" y="16598"/>
                  </a:cubicBezTo>
                  <a:cubicBezTo>
                    <a:pt x="3719" y="16598"/>
                    <a:pt x="0" y="12883"/>
                    <a:pt x="0" y="8299"/>
                  </a:cubicBezTo>
                  <a:cubicBezTo>
                    <a:pt x="0" y="3716"/>
                    <a:pt x="3719" y="0"/>
                    <a:pt x="8307" y="0"/>
                  </a:cubicBezTo>
                  <a:cubicBezTo>
                    <a:pt x="12895" y="0"/>
                    <a:pt x="16614" y="3716"/>
                    <a:pt x="16614" y="8299"/>
                  </a:cubicBezTo>
                  <a:close/>
                </a:path>
              </a:pathLst>
            </a:custGeom>
            <a:solidFill>
              <a:srgbClr val="00ABAB"/>
            </a:solidFill>
            <a:ln w="6390" cap="flat">
              <a:noFill/>
              <a:prstDash val="solid"/>
              <a:miter/>
            </a:ln>
          </p:spPr>
          <p:txBody>
            <a:bodyPr rtlCol="0" anchor="ctr"/>
            <a:lstStyle/>
            <a:p>
              <a:endParaRPr lang="en-US"/>
            </a:p>
          </p:txBody>
        </p:sp>
        <p:sp>
          <p:nvSpPr>
            <p:cNvPr id="625" name="Graphic 4">
              <a:extLst>
                <a:ext uri="{FF2B5EF4-FFF2-40B4-BE49-F238E27FC236}">
                  <a16:creationId xmlns:a16="http://schemas.microsoft.com/office/drawing/2014/main" id="{CB51246C-65C3-E345-B16E-47E9C2DF9288}"/>
                </a:ext>
              </a:extLst>
            </p:cNvPr>
            <p:cNvSpPr/>
            <p:nvPr/>
          </p:nvSpPr>
          <p:spPr>
            <a:xfrm>
              <a:off x="4218636" y="996702"/>
              <a:ext cx="16613" cy="16598"/>
            </a:xfrm>
            <a:custGeom>
              <a:avLst/>
              <a:gdLst>
                <a:gd name="connsiteX0" fmla="*/ 8307 w 16613"/>
                <a:gd name="connsiteY0" fmla="*/ 16598 h 16598"/>
                <a:gd name="connsiteX1" fmla="*/ 16614 w 16613"/>
                <a:gd name="connsiteY1" fmla="*/ 8299 h 16598"/>
                <a:gd name="connsiteX2" fmla="*/ 8307 w 16613"/>
                <a:gd name="connsiteY2" fmla="*/ 0 h 16598"/>
                <a:gd name="connsiteX3" fmla="*/ 0 w 16613"/>
                <a:gd name="connsiteY3" fmla="*/ 8299 h 16598"/>
                <a:gd name="connsiteX4" fmla="*/ 0 w 16613"/>
                <a:gd name="connsiteY4" fmla="*/ 8299 h 16598"/>
                <a:gd name="connsiteX5" fmla="*/ 8307 w 16613"/>
                <a:gd name="connsiteY5" fmla="*/ 16598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3" h="16598">
                  <a:moveTo>
                    <a:pt x="8307" y="16598"/>
                  </a:moveTo>
                  <a:cubicBezTo>
                    <a:pt x="12780" y="16598"/>
                    <a:pt x="16614" y="12768"/>
                    <a:pt x="16614" y="8299"/>
                  </a:cubicBezTo>
                  <a:cubicBezTo>
                    <a:pt x="16614" y="3830"/>
                    <a:pt x="12780" y="0"/>
                    <a:pt x="8307" y="0"/>
                  </a:cubicBezTo>
                  <a:cubicBezTo>
                    <a:pt x="3834" y="0"/>
                    <a:pt x="0" y="3830"/>
                    <a:pt x="0" y="8299"/>
                  </a:cubicBezTo>
                  <a:cubicBezTo>
                    <a:pt x="0" y="8299"/>
                    <a:pt x="0" y="8299"/>
                    <a:pt x="0" y="8299"/>
                  </a:cubicBezTo>
                  <a:cubicBezTo>
                    <a:pt x="0" y="12768"/>
                    <a:pt x="3834" y="16598"/>
                    <a:pt x="8307" y="16598"/>
                  </a:cubicBezTo>
                  <a:close/>
                </a:path>
              </a:pathLst>
            </a:custGeom>
            <a:solidFill>
              <a:srgbClr val="00ABAB"/>
            </a:solidFill>
            <a:ln w="6390" cap="flat">
              <a:noFill/>
              <a:prstDash val="solid"/>
              <a:miter/>
            </a:ln>
          </p:spPr>
          <p:txBody>
            <a:bodyPr rtlCol="0" anchor="ctr"/>
            <a:lstStyle/>
            <a:p>
              <a:endParaRPr lang="en-US"/>
            </a:p>
          </p:txBody>
        </p:sp>
        <p:sp>
          <p:nvSpPr>
            <p:cNvPr id="626" name="Graphic 4">
              <a:extLst>
                <a:ext uri="{FF2B5EF4-FFF2-40B4-BE49-F238E27FC236}">
                  <a16:creationId xmlns:a16="http://schemas.microsoft.com/office/drawing/2014/main" id="{83DDA2A9-3322-4841-B9F6-230757867877}"/>
                </a:ext>
              </a:extLst>
            </p:cNvPr>
            <p:cNvSpPr/>
            <p:nvPr/>
          </p:nvSpPr>
          <p:spPr>
            <a:xfrm>
              <a:off x="4148347" y="1126297"/>
              <a:ext cx="16613" cy="16598"/>
            </a:xfrm>
            <a:custGeom>
              <a:avLst/>
              <a:gdLst>
                <a:gd name="connsiteX0" fmla="*/ 8307 w 16613"/>
                <a:gd name="connsiteY0" fmla="*/ 16598 h 16598"/>
                <a:gd name="connsiteX1" fmla="*/ 16614 w 16613"/>
                <a:gd name="connsiteY1" fmla="*/ 8299 h 16598"/>
                <a:gd name="connsiteX2" fmla="*/ 8307 w 16613"/>
                <a:gd name="connsiteY2" fmla="*/ 0 h 16598"/>
                <a:gd name="connsiteX3" fmla="*/ 0 w 16613"/>
                <a:gd name="connsiteY3" fmla="*/ 8299 h 16598"/>
                <a:gd name="connsiteX4" fmla="*/ 0 w 16613"/>
                <a:gd name="connsiteY4" fmla="*/ 8299 h 16598"/>
                <a:gd name="connsiteX5" fmla="*/ 8307 w 16613"/>
                <a:gd name="connsiteY5" fmla="*/ 16598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3" h="16598">
                  <a:moveTo>
                    <a:pt x="8307" y="16598"/>
                  </a:moveTo>
                  <a:cubicBezTo>
                    <a:pt x="12780" y="16598"/>
                    <a:pt x="16614" y="12768"/>
                    <a:pt x="16614" y="8299"/>
                  </a:cubicBezTo>
                  <a:cubicBezTo>
                    <a:pt x="16614" y="3830"/>
                    <a:pt x="12780" y="0"/>
                    <a:pt x="8307" y="0"/>
                  </a:cubicBezTo>
                  <a:cubicBezTo>
                    <a:pt x="3834" y="0"/>
                    <a:pt x="0" y="3830"/>
                    <a:pt x="0" y="8299"/>
                  </a:cubicBezTo>
                  <a:cubicBezTo>
                    <a:pt x="0" y="8299"/>
                    <a:pt x="0" y="8299"/>
                    <a:pt x="0" y="8299"/>
                  </a:cubicBezTo>
                  <a:cubicBezTo>
                    <a:pt x="0" y="12768"/>
                    <a:pt x="3834" y="16598"/>
                    <a:pt x="8307" y="16598"/>
                  </a:cubicBezTo>
                  <a:close/>
                </a:path>
              </a:pathLst>
            </a:custGeom>
            <a:solidFill>
              <a:srgbClr val="00ABAB"/>
            </a:solidFill>
            <a:ln w="6390" cap="flat">
              <a:noFill/>
              <a:prstDash val="solid"/>
              <a:miter/>
            </a:ln>
          </p:spPr>
          <p:txBody>
            <a:bodyPr rtlCol="0" anchor="ctr"/>
            <a:lstStyle/>
            <a:p>
              <a:endParaRPr lang="en-US"/>
            </a:p>
          </p:txBody>
        </p:sp>
        <p:sp>
          <p:nvSpPr>
            <p:cNvPr id="627" name="Graphic 4">
              <a:extLst>
                <a:ext uri="{FF2B5EF4-FFF2-40B4-BE49-F238E27FC236}">
                  <a16:creationId xmlns:a16="http://schemas.microsoft.com/office/drawing/2014/main" id="{BDEDE609-72E4-9E45-896F-93CB95E89AF0}"/>
                </a:ext>
              </a:extLst>
            </p:cNvPr>
            <p:cNvSpPr/>
            <p:nvPr/>
          </p:nvSpPr>
          <p:spPr>
            <a:xfrm>
              <a:off x="4045469" y="918179"/>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51764 w 362309"/>
                <a:gd name="connsiteY6" fmla="*/ 195350 h 361971"/>
                <a:gd name="connsiteX7" fmla="*/ 272850 w 362309"/>
                <a:gd name="connsiteY7" fmla="*/ 216417 h 361971"/>
                <a:gd name="connsiteX8" fmla="*/ 251764 w 362309"/>
                <a:gd name="connsiteY8" fmla="*/ 237484 h 361971"/>
                <a:gd name="connsiteX9" fmla="*/ 230677 w 362309"/>
                <a:gd name="connsiteY9" fmla="*/ 216417 h 361971"/>
                <a:gd name="connsiteX10" fmla="*/ 230677 w 362309"/>
                <a:gd name="connsiteY10" fmla="*/ 216417 h 361971"/>
                <a:gd name="connsiteX11" fmla="*/ 251764 w 362309"/>
                <a:gd name="connsiteY11" fmla="*/ 195350 h 361971"/>
                <a:gd name="connsiteX12" fmla="*/ 251764 w 362309"/>
                <a:gd name="connsiteY12" fmla="*/ 195350 h 361971"/>
                <a:gd name="connsiteX13" fmla="*/ 251764 w 362309"/>
                <a:gd name="connsiteY13" fmla="*/ 195350 h 361971"/>
                <a:gd name="connsiteX14" fmla="*/ 181474 w 362309"/>
                <a:gd name="connsiteY14" fmla="*/ 65755 h 361971"/>
                <a:gd name="connsiteX15" fmla="*/ 202561 w 362309"/>
                <a:gd name="connsiteY15" fmla="*/ 86822 h 361971"/>
                <a:gd name="connsiteX16" fmla="*/ 181474 w 362309"/>
                <a:gd name="connsiteY16" fmla="*/ 107889 h 361971"/>
                <a:gd name="connsiteX17" fmla="*/ 160388 w 362309"/>
                <a:gd name="connsiteY17" fmla="*/ 86822 h 361971"/>
                <a:gd name="connsiteX18" fmla="*/ 160388 w 362309"/>
                <a:gd name="connsiteY18" fmla="*/ 86822 h 361971"/>
                <a:gd name="connsiteX19" fmla="*/ 181474 w 362309"/>
                <a:gd name="connsiteY19" fmla="*/ 65755 h 361971"/>
                <a:gd name="connsiteX20" fmla="*/ 147608 w 362309"/>
                <a:gd name="connsiteY20" fmla="*/ 142363 h 361971"/>
                <a:gd name="connsiteX21" fmla="*/ 173806 w 362309"/>
                <a:gd name="connsiteY21" fmla="*/ 114273 h 361971"/>
                <a:gd name="connsiteX22" fmla="*/ 189142 w 362309"/>
                <a:gd name="connsiteY22" fmla="*/ 114273 h 361971"/>
                <a:gd name="connsiteX23" fmla="*/ 215341 w 362309"/>
                <a:gd name="connsiteY23" fmla="*/ 142363 h 361971"/>
                <a:gd name="connsiteX24" fmla="*/ 215341 w 362309"/>
                <a:gd name="connsiteY24" fmla="*/ 146832 h 361971"/>
                <a:gd name="connsiteX25" fmla="*/ 208951 w 362309"/>
                <a:gd name="connsiteY25" fmla="*/ 153216 h 361971"/>
                <a:gd name="connsiteX26" fmla="*/ 202561 w 362309"/>
                <a:gd name="connsiteY26" fmla="*/ 146832 h 361971"/>
                <a:gd name="connsiteX27" fmla="*/ 202561 w 362309"/>
                <a:gd name="connsiteY27" fmla="*/ 142363 h 361971"/>
                <a:gd name="connsiteX28" fmla="*/ 189142 w 362309"/>
                <a:gd name="connsiteY28" fmla="*/ 127041 h 361971"/>
                <a:gd name="connsiteX29" fmla="*/ 173806 w 362309"/>
                <a:gd name="connsiteY29" fmla="*/ 127041 h 361971"/>
                <a:gd name="connsiteX30" fmla="*/ 160388 w 362309"/>
                <a:gd name="connsiteY30" fmla="*/ 142363 h 361971"/>
                <a:gd name="connsiteX31" fmla="*/ 160388 w 362309"/>
                <a:gd name="connsiteY31" fmla="*/ 146832 h 361971"/>
                <a:gd name="connsiteX32" fmla="*/ 153998 w 362309"/>
                <a:gd name="connsiteY32" fmla="*/ 153216 h 361971"/>
                <a:gd name="connsiteX33" fmla="*/ 147608 w 362309"/>
                <a:gd name="connsiteY33" fmla="*/ 146832 h 361971"/>
                <a:gd name="connsiteX34" fmla="*/ 147608 w 362309"/>
                <a:gd name="connsiteY34" fmla="*/ 142363 h 361971"/>
                <a:gd name="connsiteX35" fmla="*/ 111185 w 362309"/>
                <a:gd name="connsiteY35" fmla="*/ 195350 h 361971"/>
                <a:gd name="connsiteX36" fmla="*/ 132272 w 362309"/>
                <a:gd name="connsiteY36" fmla="*/ 216417 h 361971"/>
                <a:gd name="connsiteX37" fmla="*/ 111185 w 362309"/>
                <a:gd name="connsiteY37" fmla="*/ 237484 h 361971"/>
                <a:gd name="connsiteX38" fmla="*/ 90098 w 362309"/>
                <a:gd name="connsiteY38" fmla="*/ 216417 h 361971"/>
                <a:gd name="connsiteX39" fmla="*/ 90098 w 362309"/>
                <a:gd name="connsiteY39" fmla="*/ 216417 h 361971"/>
                <a:gd name="connsiteX40" fmla="*/ 111185 w 362309"/>
                <a:gd name="connsiteY40" fmla="*/ 195350 h 361971"/>
                <a:gd name="connsiteX41" fmla="*/ 145052 w 362309"/>
                <a:gd name="connsiteY41" fmla="*/ 276426 h 361971"/>
                <a:gd name="connsiteX42" fmla="*/ 138662 w 362309"/>
                <a:gd name="connsiteY42" fmla="*/ 282810 h 361971"/>
                <a:gd name="connsiteX43" fmla="*/ 132272 w 362309"/>
                <a:gd name="connsiteY43" fmla="*/ 276426 h 361971"/>
                <a:gd name="connsiteX44" fmla="*/ 132272 w 362309"/>
                <a:gd name="connsiteY44" fmla="*/ 271958 h 361971"/>
                <a:gd name="connsiteX45" fmla="*/ 118853 w 362309"/>
                <a:gd name="connsiteY45" fmla="*/ 256636 h 361971"/>
                <a:gd name="connsiteX46" fmla="*/ 103517 w 362309"/>
                <a:gd name="connsiteY46" fmla="*/ 256636 h 361971"/>
                <a:gd name="connsiteX47" fmla="*/ 90098 w 362309"/>
                <a:gd name="connsiteY47" fmla="*/ 271958 h 361971"/>
                <a:gd name="connsiteX48" fmla="*/ 90098 w 362309"/>
                <a:gd name="connsiteY48" fmla="*/ 276426 h 361971"/>
                <a:gd name="connsiteX49" fmla="*/ 83708 w 362309"/>
                <a:gd name="connsiteY49" fmla="*/ 282810 h 361971"/>
                <a:gd name="connsiteX50" fmla="*/ 77318 w 362309"/>
                <a:gd name="connsiteY50" fmla="*/ 276426 h 361971"/>
                <a:gd name="connsiteX51" fmla="*/ 77318 w 362309"/>
                <a:gd name="connsiteY51" fmla="*/ 271958 h 361971"/>
                <a:gd name="connsiteX52" fmla="*/ 103517 w 362309"/>
                <a:gd name="connsiteY52" fmla="*/ 243868 h 361971"/>
                <a:gd name="connsiteX53" fmla="*/ 118853 w 362309"/>
                <a:gd name="connsiteY53" fmla="*/ 243868 h 361971"/>
                <a:gd name="connsiteX54" fmla="*/ 145052 w 362309"/>
                <a:gd name="connsiteY54" fmla="*/ 271958 h 361971"/>
                <a:gd name="connsiteX55" fmla="*/ 145052 w 362309"/>
                <a:gd name="connsiteY55" fmla="*/ 276426 h 361971"/>
                <a:gd name="connsiteX56" fmla="*/ 212785 w 362309"/>
                <a:gd name="connsiteY56" fmla="*/ 230462 h 361971"/>
                <a:gd name="connsiteX57" fmla="*/ 208951 w 362309"/>
                <a:gd name="connsiteY57" fmla="*/ 229185 h 361971"/>
                <a:gd name="connsiteX58" fmla="*/ 182113 w 362309"/>
                <a:gd name="connsiteY58" fmla="*/ 206841 h 361971"/>
                <a:gd name="connsiteX59" fmla="*/ 154637 w 362309"/>
                <a:gd name="connsiteY59" fmla="*/ 227908 h 361971"/>
                <a:gd name="connsiteX60" fmla="*/ 150803 w 362309"/>
                <a:gd name="connsiteY60" fmla="*/ 229185 h 361971"/>
                <a:gd name="connsiteX61" fmla="*/ 145691 w 362309"/>
                <a:gd name="connsiteY61" fmla="*/ 226631 h 361971"/>
                <a:gd name="connsiteX62" fmla="*/ 146969 w 362309"/>
                <a:gd name="connsiteY62" fmla="*/ 217694 h 361971"/>
                <a:gd name="connsiteX63" fmla="*/ 175723 w 362309"/>
                <a:gd name="connsiteY63" fmla="*/ 195350 h 361971"/>
                <a:gd name="connsiteX64" fmla="*/ 175723 w 362309"/>
                <a:gd name="connsiteY64" fmla="*/ 168537 h 361971"/>
                <a:gd name="connsiteX65" fmla="*/ 182113 w 362309"/>
                <a:gd name="connsiteY65" fmla="*/ 162153 h 361971"/>
                <a:gd name="connsiteX66" fmla="*/ 188503 w 362309"/>
                <a:gd name="connsiteY66" fmla="*/ 168537 h 361971"/>
                <a:gd name="connsiteX67" fmla="*/ 188503 w 362309"/>
                <a:gd name="connsiteY67" fmla="*/ 195350 h 361971"/>
                <a:gd name="connsiteX68" fmla="*/ 217258 w 362309"/>
                <a:gd name="connsiteY68" fmla="*/ 218971 h 361971"/>
                <a:gd name="connsiteX69" fmla="*/ 217897 w 362309"/>
                <a:gd name="connsiteY69" fmla="*/ 227908 h 361971"/>
                <a:gd name="connsiteX70" fmla="*/ 217897 w 362309"/>
                <a:gd name="connsiteY70" fmla="*/ 227908 h 361971"/>
                <a:gd name="connsiteX71" fmla="*/ 212785 w 362309"/>
                <a:gd name="connsiteY71" fmla="*/ 230462 h 361971"/>
                <a:gd name="connsiteX72" fmla="*/ 212785 w 362309"/>
                <a:gd name="connsiteY72" fmla="*/ 230462 h 361971"/>
                <a:gd name="connsiteX73" fmla="*/ 286270 w 362309"/>
                <a:gd name="connsiteY73" fmla="*/ 276426 h 361971"/>
                <a:gd name="connsiteX74" fmla="*/ 279880 w 362309"/>
                <a:gd name="connsiteY74" fmla="*/ 282810 h 361971"/>
                <a:gd name="connsiteX75" fmla="*/ 273490 w 362309"/>
                <a:gd name="connsiteY75" fmla="*/ 276426 h 361971"/>
                <a:gd name="connsiteX76" fmla="*/ 273490 w 362309"/>
                <a:gd name="connsiteY76" fmla="*/ 271958 h 361971"/>
                <a:gd name="connsiteX77" fmla="*/ 260071 w 362309"/>
                <a:gd name="connsiteY77" fmla="*/ 256636 h 361971"/>
                <a:gd name="connsiteX78" fmla="*/ 244735 w 362309"/>
                <a:gd name="connsiteY78" fmla="*/ 256636 h 361971"/>
                <a:gd name="connsiteX79" fmla="*/ 231316 w 362309"/>
                <a:gd name="connsiteY79" fmla="*/ 271958 h 361971"/>
                <a:gd name="connsiteX80" fmla="*/ 231316 w 362309"/>
                <a:gd name="connsiteY80" fmla="*/ 276426 h 361971"/>
                <a:gd name="connsiteX81" fmla="*/ 224926 w 362309"/>
                <a:gd name="connsiteY81" fmla="*/ 282810 h 361971"/>
                <a:gd name="connsiteX82" fmla="*/ 218536 w 362309"/>
                <a:gd name="connsiteY82" fmla="*/ 276426 h 361971"/>
                <a:gd name="connsiteX83" fmla="*/ 218536 w 362309"/>
                <a:gd name="connsiteY83" fmla="*/ 271958 h 361971"/>
                <a:gd name="connsiteX84" fmla="*/ 244735 w 362309"/>
                <a:gd name="connsiteY84" fmla="*/ 243868 h 361971"/>
                <a:gd name="connsiteX85" fmla="*/ 260071 w 362309"/>
                <a:gd name="connsiteY85" fmla="*/ 243868 h 361971"/>
                <a:gd name="connsiteX86" fmla="*/ 286270 w 362309"/>
                <a:gd name="connsiteY86" fmla="*/ 271958 h 361971"/>
                <a:gd name="connsiteX87" fmla="*/ 286270 w 362309"/>
                <a:gd name="connsiteY87" fmla="*/ 27642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310" y="81077"/>
                    <a:pt x="281796" y="0"/>
                    <a:pt x="181474" y="0"/>
                  </a:cubicBezTo>
                  <a:close/>
                  <a:moveTo>
                    <a:pt x="251764" y="195350"/>
                  </a:moveTo>
                  <a:cubicBezTo>
                    <a:pt x="263266" y="195350"/>
                    <a:pt x="272850" y="204926"/>
                    <a:pt x="272850" y="216417"/>
                  </a:cubicBezTo>
                  <a:cubicBezTo>
                    <a:pt x="272850" y="227908"/>
                    <a:pt x="263266" y="237484"/>
                    <a:pt x="251764" y="237484"/>
                  </a:cubicBezTo>
                  <a:cubicBezTo>
                    <a:pt x="240262" y="237484"/>
                    <a:pt x="230677" y="227908"/>
                    <a:pt x="230677" y="216417"/>
                  </a:cubicBezTo>
                  <a:cubicBezTo>
                    <a:pt x="230677" y="216417"/>
                    <a:pt x="230677" y="216417"/>
                    <a:pt x="230677" y="216417"/>
                  </a:cubicBezTo>
                  <a:cubicBezTo>
                    <a:pt x="230677" y="204926"/>
                    <a:pt x="240262" y="195350"/>
                    <a:pt x="251764" y="195350"/>
                  </a:cubicBezTo>
                  <a:cubicBezTo>
                    <a:pt x="251764" y="195350"/>
                    <a:pt x="251764" y="195350"/>
                    <a:pt x="251764" y="195350"/>
                  </a:cubicBezTo>
                  <a:lnTo>
                    <a:pt x="251764" y="195350"/>
                  </a:lnTo>
                  <a:close/>
                  <a:moveTo>
                    <a:pt x="181474" y="65755"/>
                  </a:moveTo>
                  <a:cubicBezTo>
                    <a:pt x="192976" y="65755"/>
                    <a:pt x="202561" y="75331"/>
                    <a:pt x="202561" y="86822"/>
                  </a:cubicBezTo>
                  <a:cubicBezTo>
                    <a:pt x="202561" y="98313"/>
                    <a:pt x="192976" y="107889"/>
                    <a:pt x="181474" y="107889"/>
                  </a:cubicBezTo>
                  <a:cubicBezTo>
                    <a:pt x="169973" y="107889"/>
                    <a:pt x="160388" y="98313"/>
                    <a:pt x="160388" y="86822"/>
                  </a:cubicBezTo>
                  <a:cubicBezTo>
                    <a:pt x="160388" y="86822"/>
                    <a:pt x="160388" y="86822"/>
                    <a:pt x="160388" y="86822"/>
                  </a:cubicBezTo>
                  <a:cubicBezTo>
                    <a:pt x="160388" y="75331"/>
                    <a:pt x="169973" y="65755"/>
                    <a:pt x="181474" y="65755"/>
                  </a:cubicBezTo>
                  <a:close/>
                  <a:moveTo>
                    <a:pt x="147608" y="142363"/>
                  </a:moveTo>
                  <a:cubicBezTo>
                    <a:pt x="146969" y="127041"/>
                    <a:pt x="159110" y="114912"/>
                    <a:pt x="173806" y="114273"/>
                  </a:cubicBezTo>
                  <a:lnTo>
                    <a:pt x="189142" y="114273"/>
                  </a:lnTo>
                  <a:cubicBezTo>
                    <a:pt x="204478" y="114912"/>
                    <a:pt x="215980" y="127041"/>
                    <a:pt x="215341" y="142363"/>
                  </a:cubicBezTo>
                  <a:lnTo>
                    <a:pt x="215341" y="146832"/>
                  </a:lnTo>
                  <a:cubicBezTo>
                    <a:pt x="215341" y="150662"/>
                    <a:pt x="212785" y="153216"/>
                    <a:pt x="208951" y="153216"/>
                  </a:cubicBezTo>
                  <a:cubicBezTo>
                    <a:pt x="205117" y="153216"/>
                    <a:pt x="202561" y="150662"/>
                    <a:pt x="202561" y="146832"/>
                  </a:cubicBezTo>
                  <a:lnTo>
                    <a:pt x="202561" y="142363"/>
                  </a:lnTo>
                  <a:cubicBezTo>
                    <a:pt x="203200" y="134702"/>
                    <a:pt x="196810" y="127680"/>
                    <a:pt x="189142" y="127041"/>
                  </a:cubicBezTo>
                  <a:lnTo>
                    <a:pt x="173806" y="127041"/>
                  </a:lnTo>
                  <a:cubicBezTo>
                    <a:pt x="166138" y="127680"/>
                    <a:pt x="159748" y="134064"/>
                    <a:pt x="160388" y="142363"/>
                  </a:cubicBezTo>
                  <a:lnTo>
                    <a:pt x="160388" y="146832"/>
                  </a:lnTo>
                  <a:cubicBezTo>
                    <a:pt x="160388" y="150662"/>
                    <a:pt x="157832" y="153216"/>
                    <a:pt x="153998" y="153216"/>
                  </a:cubicBezTo>
                  <a:cubicBezTo>
                    <a:pt x="150164" y="153216"/>
                    <a:pt x="147608" y="150662"/>
                    <a:pt x="147608" y="146832"/>
                  </a:cubicBezTo>
                  <a:lnTo>
                    <a:pt x="147608" y="142363"/>
                  </a:lnTo>
                  <a:close/>
                  <a:moveTo>
                    <a:pt x="111185" y="195350"/>
                  </a:moveTo>
                  <a:cubicBezTo>
                    <a:pt x="122687" y="195350"/>
                    <a:pt x="132272" y="204926"/>
                    <a:pt x="132272" y="216417"/>
                  </a:cubicBezTo>
                  <a:cubicBezTo>
                    <a:pt x="132272" y="227908"/>
                    <a:pt x="122687" y="237484"/>
                    <a:pt x="111185" y="237484"/>
                  </a:cubicBezTo>
                  <a:cubicBezTo>
                    <a:pt x="99683" y="237484"/>
                    <a:pt x="90098" y="227908"/>
                    <a:pt x="90098" y="216417"/>
                  </a:cubicBezTo>
                  <a:cubicBezTo>
                    <a:pt x="90098" y="216417"/>
                    <a:pt x="90098" y="216417"/>
                    <a:pt x="90098" y="216417"/>
                  </a:cubicBezTo>
                  <a:cubicBezTo>
                    <a:pt x="90098" y="204926"/>
                    <a:pt x="99683" y="195350"/>
                    <a:pt x="111185" y="195350"/>
                  </a:cubicBezTo>
                  <a:close/>
                  <a:moveTo>
                    <a:pt x="145052" y="276426"/>
                  </a:moveTo>
                  <a:cubicBezTo>
                    <a:pt x="145052" y="280257"/>
                    <a:pt x="142496" y="282810"/>
                    <a:pt x="138662" y="282810"/>
                  </a:cubicBezTo>
                  <a:cubicBezTo>
                    <a:pt x="134828" y="282810"/>
                    <a:pt x="132272" y="280257"/>
                    <a:pt x="132272" y="276426"/>
                  </a:cubicBezTo>
                  <a:lnTo>
                    <a:pt x="132272" y="271958"/>
                  </a:lnTo>
                  <a:cubicBezTo>
                    <a:pt x="132911" y="264297"/>
                    <a:pt x="126521" y="257275"/>
                    <a:pt x="118853" y="256636"/>
                  </a:cubicBezTo>
                  <a:lnTo>
                    <a:pt x="103517" y="256636"/>
                  </a:lnTo>
                  <a:cubicBezTo>
                    <a:pt x="95849" y="257275"/>
                    <a:pt x="89459" y="263659"/>
                    <a:pt x="90098" y="271958"/>
                  </a:cubicBezTo>
                  <a:lnTo>
                    <a:pt x="90098" y="276426"/>
                  </a:lnTo>
                  <a:cubicBezTo>
                    <a:pt x="90098" y="280257"/>
                    <a:pt x="87542" y="282810"/>
                    <a:pt x="83708" y="282810"/>
                  </a:cubicBezTo>
                  <a:cubicBezTo>
                    <a:pt x="79874" y="282810"/>
                    <a:pt x="77318" y="280257"/>
                    <a:pt x="77318" y="276426"/>
                  </a:cubicBezTo>
                  <a:lnTo>
                    <a:pt x="77318" y="271958"/>
                  </a:lnTo>
                  <a:cubicBezTo>
                    <a:pt x="76679" y="256636"/>
                    <a:pt x="88820" y="244507"/>
                    <a:pt x="103517" y="243868"/>
                  </a:cubicBezTo>
                  <a:lnTo>
                    <a:pt x="118853" y="243868"/>
                  </a:lnTo>
                  <a:cubicBezTo>
                    <a:pt x="134189" y="244507"/>
                    <a:pt x="145691" y="256636"/>
                    <a:pt x="145052" y="271958"/>
                  </a:cubicBezTo>
                  <a:lnTo>
                    <a:pt x="145052" y="276426"/>
                  </a:lnTo>
                  <a:close/>
                  <a:moveTo>
                    <a:pt x="212785" y="230462"/>
                  </a:moveTo>
                  <a:cubicBezTo>
                    <a:pt x="211507" y="230462"/>
                    <a:pt x="209590" y="229823"/>
                    <a:pt x="208951" y="229185"/>
                  </a:cubicBezTo>
                  <a:lnTo>
                    <a:pt x="182113" y="206841"/>
                  </a:lnTo>
                  <a:lnTo>
                    <a:pt x="154637" y="227908"/>
                  </a:lnTo>
                  <a:cubicBezTo>
                    <a:pt x="153358" y="228547"/>
                    <a:pt x="152081" y="229185"/>
                    <a:pt x="150803" y="229185"/>
                  </a:cubicBezTo>
                  <a:cubicBezTo>
                    <a:pt x="148886" y="229185"/>
                    <a:pt x="146969" y="228547"/>
                    <a:pt x="145691" y="226631"/>
                  </a:cubicBezTo>
                  <a:cubicBezTo>
                    <a:pt x="143774" y="224078"/>
                    <a:pt x="143774" y="219609"/>
                    <a:pt x="146969" y="217694"/>
                  </a:cubicBezTo>
                  <a:lnTo>
                    <a:pt x="175723" y="195350"/>
                  </a:lnTo>
                  <a:lnTo>
                    <a:pt x="175723" y="168537"/>
                  </a:lnTo>
                  <a:cubicBezTo>
                    <a:pt x="175723" y="164707"/>
                    <a:pt x="178279" y="162153"/>
                    <a:pt x="182113" y="162153"/>
                  </a:cubicBezTo>
                  <a:cubicBezTo>
                    <a:pt x="185947" y="162153"/>
                    <a:pt x="188503" y="164707"/>
                    <a:pt x="188503" y="168537"/>
                  </a:cubicBezTo>
                  <a:lnTo>
                    <a:pt x="188503" y="195350"/>
                  </a:lnTo>
                  <a:lnTo>
                    <a:pt x="217258" y="218971"/>
                  </a:lnTo>
                  <a:cubicBezTo>
                    <a:pt x="219814" y="221524"/>
                    <a:pt x="220453" y="225355"/>
                    <a:pt x="217897" y="227908"/>
                  </a:cubicBezTo>
                  <a:cubicBezTo>
                    <a:pt x="217897" y="227908"/>
                    <a:pt x="217897" y="227908"/>
                    <a:pt x="217897" y="227908"/>
                  </a:cubicBezTo>
                  <a:cubicBezTo>
                    <a:pt x="215980" y="229823"/>
                    <a:pt x="214702" y="230462"/>
                    <a:pt x="212785" y="230462"/>
                  </a:cubicBezTo>
                  <a:lnTo>
                    <a:pt x="212785" y="230462"/>
                  </a:lnTo>
                  <a:close/>
                  <a:moveTo>
                    <a:pt x="286270" y="276426"/>
                  </a:moveTo>
                  <a:cubicBezTo>
                    <a:pt x="286270" y="280257"/>
                    <a:pt x="283713" y="282810"/>
                    <a:pt x="279880" y="282810"/>
                  </a:cubicBezTo>
                  <a:cubicBezTo>
                    <a:pt x="276045" y="282810"/>
                    <a:pt x="273490" y="280257"/>
                    <a:pt x="273490" y="276426"/>
                  </a:cubicBezTo>
                  <a:lnTo>
                    <a:pt x="273490" y="271958"/>
                  </a:lnTo>
                  <a:cubicBezTo>
                    <a:pt x="274128" y="264297"/>
                    <a:pt x="267739" y="257275"/>
                    <a:pt x="260071" y="256636"/>
                  </a:cubicBezTo>
                  <a:lnTo>
                    <a:pt x="244735" y="256636"/>
                  </a:lnTo>
                  <a:cubicBezTo>
                    <a:pt x="237067" y="257275"/>
                    <a:pt x="230677" y="263659"/>
                    <a:pt x="231316" y="271958"/>
                  </a:cubicBezTo>
                  <a:lnTo>
                    <a:pt x="231316" y="276426"/>
                  </a:lnTo>
                  <a:cubicBezTo>
                    <a:pt x="231316" y="280257"/>
                    <a:pt x="228760" y="282810"/>
                    <a:pt x="224926" y="282810"/>
                  </a:cubicBezTo>
                  <a:cubicBezTo>
                    <a:pt x="221092" y="282810"/>
                    <a:pt x="218536" y="280257"/>
                    <a:pt x="218536" y="276426"/>
                  </a:cubicBezTo>
                  <a:lnTo>
                    <a:pt x="218536" y="271958"/>
                  </a:lnTo>
                  <a:cubicBezTo>
                    <a:pt x="217897" y="256636"/>
                    <a:pt x="230038" y="244507"/>
                    <a:pt x="244735" y="243868"/>
                  </a:cubicBezTo>
                  <a:lnTo>
                    <a:pt x="260071" y="243868"/>
                  </a:lnTo>
                  <a:cubicBezTo>
                    <a:pt x="275407" y="244507"/>
                    <a:pt x="286908" y="256636"/>
                    <a:pt x="286270" y="271958"/>
                  </a:cubicBezTo>
                  <a:lnTo>
                    <a:pt x="286270" y="276426"/>
                  </a:lnTo>
                  <a:close/>
                </a:path>
              </a:pathLst>
            </a:custGeom>
            <a:solidFill>
              <a:srgbClr val="00ABAB"/>
            </a:solidFill>
            <a:ln w="6390" cap="flat">
              <a:noFill/>
              <a:prstDash val="solid"/>
              <a:miter/>
            </a:ln>
          </p:spPr>
          <p:txBody>
            <a:bodyPr rtlCol="0" anchor="ctr"/>
            <a:lstStyle/>
            <a:p>
              <a:endParaRPr lang="en-US"/>
            </a:p>
          </p:txBody>
        </p:sp>
      </p:grpSp>
      <p:grpSp>
        <p:nvGrpSpPr>
          <p:cNvPr id="628" name="Graphic 4">
            <a:extLst>
              <a:ext uri="{FF2B5EF4-FFF2-40B4-BE49-F238E27FC236}">
                <a16:creationId xmlns:a16="http://schemas.microsoft.com/office/drawing/2014/main" id="{0C275399-F1C3-DD44-88DD-F9A8851A5300}"/>
              </a:ext>
            </a:extLst>
          </p:cNvPr>
          <p:cNvGrpSpPr>
            <a:grpSpLocks noChangeAspect="1"/>
          </p:cNvGrpSpPr>
          <p:nvPr/>
        </p:nvGrpSpPr>
        <p:grpSpPr>
          <a:xfrm>
            <a:off x="4045469" y="1402723"/>
            <a:ext cx="362309" cy="361971"/>
            <a:chOff x="4045469" y="1402723"/>
            <a:chExt cx="362309" cy="361971"/>
          </a:xfrm>
          <a:solidFill>
            <a:srgbClr val="00ABAB"/>
          </a:solidFill>
        </p:grpSpPr>
        <p:sp>
          <p:nvSpPr>
            <p:cNvPr id="629" name="Graphic 4">
              <a:extLst>
                <a:ext uri="{FF2B5EF4-FFF2-40B4-BE49-F238E27FC236}">
                  <a16:creationId xmlns:a16="http://schemas.microsoft.com/office/drawing/2014/main" id="{F0F4737F-3A61-2A4A-A185-43ECFF4BBFB2}"/>
                </a:ext>
              </a:extLst>
            </p:cNvPr>
            <p:cNvSpPr/>
            <p:nvPr/>
          </p:nvSpPr>
          <p:spPr>
            <a:xfrm>
              <a:off x="4138762" y="1551470"/>
              <a:ext cx="16613" cy="16598"/>
            </a:xfrm>
            <a:custGeom>
              <a:avLst/>
              <a:gdLst>
                <a:gd name="connsiteX0" fmla="*/ 16614 w 16613"/>
                <a:gd name="connsiteY0" fmla="*/ 8299 h 16598"/>
                <a:gd name="connsiteX1" fmla="*/ 8307 w 16613"/>
                <a:gd name="connsiteY1" fmla="*/ 16598 h 16598"/>
                <a:gd name="connsiteX2" fmla="*/ 0 w 16613"/>
                <a:gd name="connsiteY2" fmla="*/ 8299 h 16598"/>
                <a:gd name="connsiteX3" fmla="*/ 8307 w 16613"/>
                <a:gd name="connsiteY3" fmla="*/ 0 h 16598"/>
                <a:gd name="connsiteX4" fmla="*/ 16614 w 16613"/>
                <a:gd name="connsiteY4" fmla="*/ 8299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16598">
                  <a:moveTo>
                    <a:pt x="16614" y="8299"/>
                  </a:moveTo>
                  <a:cubicBezTo>
                    <a:pt x="16614" y="12883"/>
                    <a:pt x="12895" y="16598"/>
                    <a:pt x="8307" y="16598"/>
                  </a:cubicBezTo>
                  <a:cubicBezTo>
                    <a:pt x="3719" y="16598"/>
                    <a:pt x="0" y="12883"/>
                    <a:pt x="0" y="8299"/>
                  </a:cubicBezTo>
                  <a:cubicBezTo>
                    <a:pt x="0" y="3716"/>
                    <a:pt x="3719" y="0"/>
                    <a:pt x="8307" y="0"/>
                  </a:cubicBezTo>
                  <a:cubicBezTo>
                    <a:pt x="12895" y="0"/>
                    <a:pt x="16614" y="3716"/>
                    <a:pt x="16614" y="8299"/>
                  </a:cubicBezTo>
                  <a:close/>
                </a:path>
              </a:pathLst>
            </a:custGeom>
            <a:solidFill>
              <a:srgbClr val="00ABAB"/>
            </a:solidFill>
            <a:ln w="6390" cap="flat">
              <a:noFill/>
              <a:prstDash val="solid"/>
              <a:miter/>
            </a:ln>
          </p:spPr>
          <p:txBody>
            <a:bodyPr rtlCol="0" anchor="ctr"/>
            <a:lstStyle/>
            <a:p>
              <a:endParaRPr lang="en-US"/>
            </a:p>
          </p:txBody>
        </p:sp>
        <p:sp>
          <p:nvSpPr>
            <p:cNvPr id="630" name="Graphic 4">
              <a:extLst>
                <a:ext uri="{FF2B5EF4-FFF2-40B4-BE49-F238E27FC236}">
                  <a16:creationId xmlns:a16="http://schemas.microsoft.com/office/drawing/2014/main" id="{59E7190A-4FFC-2841-B637-819F9B63D4E8}"/>
                </a:ext>
              </a:extLst>
            </p:cNvPr>
            <p:cNvSpPr/>
            <p:nvPr/>
          </p:nvSpPr>
          <p:spPr>
            <a:xfrm>
              <a:off x="4263366" y="1487630"/>
              <a:ext cx="16613" cy="16598"/>
            </a:xfrm>
            <a:custGeom>
              <a:avLst/>
              <a:gdLst>
                <a:gd name="connsiteX0" fmla="*/ 8307 w 16613"/>
                <a:gd name="connsiteY0" fmla="*/ 16598 h 16598"/>
                <a:gd name="connsiteX1" fmla="*/ 16614 w 16613"/>
                <a:gd name="connsiteY1" fmla="*/ 8299 h 16598"/>
                <a:gd name="connsiteX2" fmla="*/ 8307 w 16613"/>
                <a:gd name="connsiteY2" fmla="*/ 0 h 16598"/>
                <a:gd name="connsiteX3" fmla="*/ 0 w 16613"/>
                <a:gd name="connsiteY3" fmla="*/ 8299 h 16598"/>
                <a:gd name="connsiteX4" fmla="*/ 0 w 16613"/>
                <a:gd name="connsiteY4" fmla="*/ 8299 h 16598"/>
                <a:gd name="connsiteX5" fmla="*/ 8307 w 16613"/>
                <a:gd name="connsiteY5" fmla="*/ 16598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3" h="16598">
                  <a:moveTo>
                    <a:pt x="8307" y="16598"/>
                  </a:moveTo>
                  <a:cubicBezTo>
                    <a:pt x="12780" y="16598"/>
                    <a:pt x="16614" y="12768"/>
                    <a:pt x="16614" y="8299"/>
                  </a:cubicBezTo>
                  <a:cubicBezTo>
                    <a:pt x="16614" y="3830"/>
                    <a:pt x="12780" y="0"/>
                    <a:pt x="8307" y="0"/>
                  </a:cubicBezTo>
                  <a:cubicBezTo>
                    <a:pt x="3834" y="0"/>
                    <a:pt x="0" y="3830"/>
                    <a:pt x="0" y="8299"/>
                  </a:cubicBezTo>
                  <a:cubicBezTo>
                    <a:pt x="0" y="8299"/>
                    <a:pt x="0" y="8299"/>
                    <a:pt x="0" y="8299"/>
                  </a:cubicBezTo>
                  <a:cubicBezTo>
                    <a:pt x="0" y="12768"/>
                    <a:pt x="3834" y="16598"/>
                    <a:pt x="8307" y="16598"/>
                  </a:cubicBezTo>
                  <a:close/>
                </a:path>
              </a:pathLst>
            </a:custGeom>
            <a:solidFill>
              <a:srgbClr val="00ABAB"/>
            </a:solidFill>
            <a:ln w="6390" cap="flat">
              <a:noFill/>
              <a:prstDash val="solid"/>
              <a:miter/>
            </a:ln>
          </p:spPr>
          <p:txBody>
            <a:bodyPr rtlCol="0" anchor="ctr"/>
            <a:lstStyle/>
            <a:p>
              <a:endParaRPr lang="en-US"/>
            </a:p>
          </p:txBody>
        </p:sp>
        <p:sp>
          <p:nvSpPr>
            <p:cNvPr id="631" name="Graphic 4">
              <a:extLst>
                <a:ext uri="{FF2B5EF4-FFF2-40B4-BE49-F238E27FC236}">
                  <a16:creationId xmlns:a16="http://schemas.microsoft.com/office/drawing/2014/main" id="{4559E28E-37CE-1F4C-B82D-6F2D01D129BA}"/>
                </a:ext>
              </a:extLst>
            </p:cNvPr>
            <p:cNvSpPr/>
            <p:nvPr/>
          </p:nvSpPr>
          <p:spPr>
            <a:xfrm>
              <a:off x="4263366" y="1616586"/>
              <a:ext cx="16613" cy="16598"/>
            </a:xfrm>
            <a:custGeom>
              <a:avLst/>
              <a:gdLst>
                <a:gd name="connsiteX0" fmla="*/ 16614 w 16613"/>
                <a:gd name="connsiteY0" fmla="*/ 8299 h 16598"/>
                <a:gd name="connsiteX1" fmla="*/ 8307 w 16613"/>
                <a:gd name="connsiteY1" fmla="*/ 16598 h 16598"/>
                <a:gd name="connsiteX2" fmla="*/ 0 w 16613"/>
                <a:gd name="connsiteY2" fmla="*/ 8299 h 16598"/>
                <a:gd name="connsiteX3" fmla="*/ 8307 w 16613"/>
                <a:gd name="connsiteY3" fmla="*/ 0 h 16598"/>
                <a:gd name="connsiteX4" fmla="*/ 16614 w 16613"/>
                <a:gd name="connsiteY4" fmla="*/ 8299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16598">
                  <a:moveTo>
                    <a:pt x="16614" y="8299"/>
                  </a:moveTo>
                  <a:cubicBezTo>
                    <a:pt x="16614" y="12883"/>
                    <a:pt x="12895" y="16598"/>
                    <a:pt x="8307" y="16598"/>
                  </a:cubicBezTo>
                  <a:cubicBezTo>
                    <a:pt x="3719" y="16598"/>
                    <a:pt x="0" y="12883"/>
                    <a:pt x="0" y="8299"/>
                  </a:cubicBezTo>
                  <a:cubicBezTo>
                    <a:pt x="0" y="3716"/>
                    <a:pt x="3719" y="0"/>
                    <a:pt x="8307" y="0"/>
                  </a:cubicBezTo>
                  <a:cubicBezTo>
                    <a:pt x="12895" y="0"/>
                    <a:pt x="16614" y="3716"/>
                    <a:pt x="16614" y="8299"/>
                  </a:cubicBezTo>
                  <a:close/>
                </a:path>
              </a:pathLst>
            </a:custGeom>
            <a:solidFill>
              <a:srgbClr val="00ABAB"/>
            </a:solidFill>
            <a:ln w="6390" cap="flat">
              <a:noFill/>
              <a:prstDash val="solid"/>
              <a:miter/>
            </a:ln>
          </p:spPr>
          <p:txBody>
            <a:bodyPr rtlCol="0" anchor="ctr"/>
            <a:lstStyle/>
            <a:p>
              <a:endParaRPr lang="en-US"/>
            </a:p>
          </p:txBody>
        </p:sp>
        <p:sp>
          <p:nvSpPr>
            <p:cNvPr id="632" name="Graphic 4">
              <a:extLst>
                <a:ext uri="{FF2B5EF4-FFF2-40B4-BE49-F238E27FC236}">
                  <a16:creationId xmlns:a16="http://schemas.microsoft.com/office/drawing/2014/main" id="{1C338428-E465-BF4F-93A6-0FD831E562A7}"/>
                </a:ext>
              </a:extLst>
            </p:cNvPr>
            <p:cNvSpPr/>
            <p:nvPr/>
          </p:nvSpPr>
          <p:spPr>
            <a:xfrm>
              <a:off x="4045469" y="14027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26204 w 362309"/>
                <a:gd name="connsiteY6" fmla="*/ 72139 h 361971"/>
                <a:gd name="connsiteX7" fmla="*/ 247291 w 362309"/>
                <a:gd name="connsiteY7" fmla="*/ 93206 h 361971"/>
                <a:gd name="connsiteX8" fmla="*/ 226204 w 362309"/>
                <a:gd name="connsiteY8" fmla="*/ 114273 h 361971"/>
                <a:gd name="connsiteX9" fmla="*/ 205117 w 362309"/>
                <a:gd name="connsiteY9" fmla="*/ 93206 h 361971"/>
                <a:gd name="connsiteX10" fmla="*/ 205117 w 362309"/>
                <a:gd name="connsiteY10" fmla="*/ 93206 h 361971"/>
                <a:gd name="connsiteX11" fmla="*/ 226204 w 362309"/>
                <a:gd name="connsiteY11" fmla="*/ 72139 h 361971"/>
                <a:gd name="connsiteX12" fmla="*/ 226204 w 362309"/>
                <a:gd name="connsiteY12" fmla="*/ 72139 h 361971"/>
                <a:gd name="connsiteX13" fmla="*/ 192337 w 362309"/>
                <a:gd name="connsiteY13" fmla="*/ 148747 h 361971"/>
                <a:gd name="connsiteX14" fmla="*/ 219175 w 362309"/>
                <a:gd name="connsiteY14" fmla="*/ 120657 h 361971"/>
                <a:gd name="connsiteX15" fmla="*/ 234511 w 362309"/>
                <a:gd name="connsiteY15" fmla="*/ 120657 h 361971"/>
                <a:gd name="connsiteX16" fmla="*/ 260710 w 362309"/>
                <a:gd name="connsiteY16" fmla="*/ 148747 h 361971"/>
                <a:gd name="connsiteX17" fmla="*/ 260710 w 362309"/>
                <a:gd name="connsiteY17" fmla="*/ 153216 h 361971"/>
                <a:gd name="connsiteX18" fmla="*/ 254320 w 362309"/>
                <a:gd name="connsiteY18" fmla="*/ 159600 h 361971"/>
                <a:gd name="connsiteX19" fmla="*/ 247930 w 362309"/>
                <a:gd name="connsiteY19" fmla="*/ 153216 h 361971"/>
                <a:gd name="connsiteX20" fmla="*/ 247930 w 362309"/>
                <a:gd name="connsiteY20" fmla="*/ 148747 h 361971"/>
                <a:gd name="connsiteX21" fmla="*/ 234511 w 362309"/>
                <a:gd name="connsiteY21" fmla="*/ 133425 h 361971"/>
                <a:gd name="connsiteX22" fmla="*/ 219175 w 362309"/>
                <a:gd name="connsiteY22" fmla="*/ 133425 h 361971"/>
                <a:gd name="connsiteX23" fmla="*/ 205117 w 362309"/>
                <a:gd name="connsiteY23" fmla="*/ 148747 h 361971"/>
                <a:gd name="connsiteX24" fmla="*/ 205117 w 362309"/>
                <a:gd name="connsiteY24" fmla="*/ 153216 h 361971"/>
                <a:gd name="connsiteX25" fmla="*/ 198727 w 362309"/>
                <a:gd name="connsiteY25" fmla="*/ 159600 h 361971"/>
                <a:gd name="connsiteX26" fmla="*/ 192337 w 362309"/>
                <a:gd name="connsiteY26" fmla="*/ 153216 h 361971"/>
                <a:gd name="connsiteX27" fmla="*/ 192337 w 362309"/>
                <a:gd name="connsiteY27" fmla="*/ 148747 h 361971"/>
                <a:gd name="connsiteX28" fmla="*/ 101600 w 362309"/>
                <a:gd name="connsiteY28" fmla="*/ 135979 h 361971"/>
                <a:gd name="connsiteX29" fmla="*/ 122687 w 362309"/>
                <a:gd name="connsiteY29" fmla="*/ 157046 h 361971"/>
                <a:gd name="connsiteX30" fmla="*/ 101600 w 362309"/>
                <a:gd name="connsiteY30" fmla="*/ 178113 h 361971"/>
                <a:gd name="connsiteX31" fmla="*/ 80513 w 362309"/>
                <a:gd name="connsiteY31" fmla="*/ 157046 h 361971"/>
                <a:gd name="connsiteX32" fmla="*/ 101600 w 362309"/>
                <a:gd name="connsiteY32" fmla="*/ 135979 h 361971"/>
                <a:gd name="connsiteX33" fmla="*/ 101600 w 362309"/>
                <a:gd name="connsiteY33" fmla="*/ 135979 h 361971"/>
                <a:gd name="connsiteX34" fmla="*/ 101600 w 362309"/>
                <a:gd name="connsiteY34" fmla="*/ 135979 h 361971"/>
                <a:gd name="connsiteX35" fmla="*/ 135467 w 362309"/>
                <a:gd name="connsiteY35" fmla="*/ 217055 h 361971"/>
                <a:gd name="connsiteX36" fmla="*/ 129077 w 362309"/>
                <a:gd name="connsiteY36" fmla="*/ 223439 h 361971"/>
                <a:gd name="connsiteX37" fmla="*/ 122687 w 362309"/>
                <a:gd name="connsiteY37" fmla="*/ 217055 h 361971"/>
                <a:gd name="connsiteX38" fmla="*/ 122687 w 362309"/>
                <a:gd name="connsiteY38" fmla="*/ 212587 h 361971"/>
                <a:gd name="connsiteX39" fmla="*/ 109268 w 362309"/>
                <a:gd name="connsiteY39" fmla="*/ 197265 h 361971"/>
                <a:gd name="connsiteX40" fmla="*/ 93932 w 362309"/>
                <a:gd name="connsiteY40" fmla="*/ 197265 h 361971"/>
                <a:gd name="connsiteX41" fmla="*/ 80513 w 362309"/>
                <a:gd name="connsiteY41" fmla="*/ 212587 h 361971"/>
                <a:gd name="connsiteX42" fmla="*/ 80513 w 362309"/>
                <a:gd name="connsiteY42" fmla="*/ 217055 h 361971"/>
                <a:gd name="connsiteX43" fmla="*/ 74124 w 362309"/>
                <a:gd name="connsiteY43" fmla="*/ 223439 h 361971"/>
                <a:gd name="connsiteX44" fmla="*/ 67734 w 362309"/>
                <a:gd name="connsiteY44" fmla="*/ 217055 h 361971"/>
                <a:gd name="connsiteX45" fmla="*/ 67734 w 362309"/>
                <a:gd name="connsiteY45" fmla="*/ 212587 h 361971"/>
                <a:gd name="connsiteX46" fmla="*/ 93932 w 362309"/>
                <a:gd name="connsiteY46" fmla="*/ 184497 h 361971"/>
                <a:gd name="connsiteX47" fmla="*/ 109268 w 362309"/>
                <a:gd name="connsiteY47" fmla="*/ 184497 h 361971"/>
                <a:gd name="connsiteX48" fmla="*/ 135467 w 362309"/>
                <a:gd name="connsiteY48" fmla="*/ 212587 h 361971"/>
                <a:gd name="connsiteX49" fmla="*/ 135467 w 362309"/>
                <a:gd name="connsiteY49" fmla="*/ 217055 h 361971"/>
                <a:gd name="connsiteX50" fmla="*/ 260071 w 362309"/>
                <a:gd name="connsiteY50" fmla="*/ 282172 h 361971"/>
                <a:gd name="connsiteX51" fmla="*/ 253681 w 362309"/>
                <a:gd name="connsiteY51" fmla="*/ 288556 h 361971"/>
                <a:gd name="connsiteX52" fmla="*/ 247291 w 362309"/>
                <a:gd name="connsiteY52" fmla="*/ 282172 h 361971"/>
                <a:gd name="connsiteX53" fmla="*/ 247291 w 362309"/>
                <a:gd name="connsiteY53" fmla="*/ 277703 h 361971"/>
                <a:gd name="connsiteX54" fmla="*/ 233872 w 362309"/>
                <a:gd name="connsiteY54" fmla="*/ 262382 h 361971"/>
                <a:gd name="connsiteX55" fmla="*/ 218536 w 362309"/>
                <a:gd name="connsiteY55" fmla="*/ 262382 h 361971"/>
                <a:gd name="connsiteX56" fmla="*/ 204478 w 362309"/>
                <a:gd name="connsiteY56" fmla="*/ 277703 h 361971"/>
                <a:gd name="connsiteX57" fmla="*/ 204478 w 362309"/>
                <a:gd name="connsiteY57" fmla="*/ 282172 h 361971"/>
                <a:gd name="connsiteX58" fmla="*/ 198088 w 362309"/>
                <a:gd name="connsiteY58" fmla="*/ 288556 h 361971"/>
                <a:gd name="connsiteX59" fmla="*/ 191698 w 362309"/>
                <a:gd name="connsiteY59" fmla="*/ 282172 h 361971"/>
                <a:gd name="connsiteX60" fmla="*/ 191698 w 362309"/>
                <a:gd name="connsiteY60" fmla="*/ 277703 h 361971"/>
                <a:gd name="connsiteX61" fmla="*/ 218536 w 362309"/>
                <a:gd name="connsiteY61" fmla="*/ 249614 h 361971"/>
                <a:gd name="connsiteX62" fmla="*/ 233872 w 362309"/>
                <a:gd name="connsiteY62" fmla="*/ 249614 h 361971"/>
                <a:gd name="connsiteX63" fmla="*/ 260071 w 362309"/>
                <a:gd name="connsiteY63" fmla="*/ 277703 h 361971"/>
                <a:gd name="connsiteX64" fmla="*/ 260071 w 362309"/>
                <a:gd name="connsiteY64" fmla="*/ 282172 h 361971"/>
                <a:gd name="connsiteX65" fmla="*/ 205117 w 362309"/>
                <a:gd name="connsiteY65" fmla="*/ 222801 h 361971"/>
                <a:gd name="connsiteX66" fmla="*/ 226204 w 362309"/>
                <a:gd name="connsiteY66" fmla="*/ 201734 h 361971"/>
                <a:gd name="connsiteX67" fmla="*/ 247291 w 362309"/>
                <a:gd name="connsiteY67" fmla="*/ 222801 h 361971"/>
                <a:gd name="connsiteX68" fmla="*/ 226204 w 362309"/>
                <a:gd name="connsiteY68" fmla="*/ 243868 h 361971"/>
                <a:gd name="connsiteX69" fmla="*/ 226204 w 362309"/>
                <a:gd name="connsiteY69" fmla="*/ 243868 h 361971"/>
                <a:gd name="connsiteX70" fmla="*/ 205117 w 362309"/>
                <a:gd name="connsiteY70" fmla="*/ 222801 h 361971"/>
                <a:gd name="connsiteX71" fmla="*/ 289464 w 362309"/>
                <a:gd name="connsiteY71" fmla="*/ 185135 h 361971"/>
                <a:gd name="connsiteX72" fmla="*/ 162943 w 362309"/>
                <a:gd name="connsiteY72" fmla="*/ 185135 h 361971"/>
                <a:gd name="connsiteX73" fmla="*/ 156553 w 362309"/>
                <a:gd name="connsiteY73" fmla="*/ 178752 h 361971"/>
                <a:gd name="connsiteX74" fmla="*/ 162943 w 362309"/>
                <a:gd name="connsiteY74" fmla="*/ 172368 h 361971"/>
                <a:gd name="connsiteX75" fmla="*/ 289464 w 362309"/>
                <a:gd name="connsiteY75" fmla="*/ 172368 h 361971"/>
                <a:gd name="connsiteX76" fmla="*/ 295854 w 362309"/>
                <a:gd name="connsiteY76" fmla="*/ 178752 h 361971"/>
                <a:gd name="connsiteX77" fmla="*/ 289464 w 362309"/>
                <a:gd name="connsiteY77" fmla="*/ 18513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lose/>
                  <a:moveTo>
                    <a:pt x="226204" y="72139"/>
                  </a:moveTo>
                  <a:cubicBezTo>
                    <a:pt x="237706" y="72139"/>
                    <a:pt x="247291" y="81715"/>
                    <a:pt x="247291" y="93206"/>
                  </a:cubicBezTo>
                  <a:cubicBezTo>
                    <a:pt x="247291" y="104697"/>
                    <a:pt x="237706" y="114273"/>
                    <a:pt x="226204" y="114273"/>
                  </a:cubicBezTo>
                  <a:cubicBezTo>
                    <a:pt x="214702" y="114273"/>
                    <a:pt x="205117" y="104697"/>
                    <a:pt x="205117" y="93206"/>
                  </a:cubicBezTo>
                  <a:cubicBezTo>
                    <a:pt x="205117" y="93206"/>
                    <a:pt x="205117" y="93206"/>
                    <a:pt x="205117" y="93206"/>
                  </a:cubicBezTo>
                  <a:cubicBezTo>
                    <a:pt x="205117" y="81715"/>
                    <a:pt x="214702" y="72139"/>
                    <a:pt x="226204" y="72139"/>
                  </a:cubicBezTo>
                  <a:lnTo>
                    <a:pt x="226204" y="72139"/>
                  </a:lnTo>
                  <a:close/>
                  <a:moveTo>
                    <a:pt x="192337" y="148747"/>
                  </a:moveTo>
                  <a:cubicBezTo>
                    <a:pt x="191698" y="133425"/>
                    <a:pt x="203839" y="121296"/>
                    <a:pt x="219175" y="120657"/>
                  </a:cubicBezTo>
                  <a:lnTo>
                    <a:pt x="234511" y="120657"/>
                  </a:lnTo>
                  <a:cubicBezTo>
                    <a:pt x="249847" y="121296"/>
                    <a:pt x="261349" y="133425"/>
                    <a:pt x="260710" y="148747"/>
                  </a:cubicBezTo>
                  <a:lnTo>
                    <a:pt x="260710" y="153216"/>
                  </a:lnTo>
                  <a:cubicBezTo>
                    <a:pt x="260710" y="157046"/>
                    <a:pt x="258154" y="159600"/>
                    <a:pt x="254320" y="159600"/>
                  </a:cubicBezTo>
                  <a:cubicBezTo>
                    <a:pt x="250486" y="159600"/>
                    <a:pt x="247930" y="157046"/>
                    <a:pt x="247930" y="153216"/>
                  </a:cubicBezTo>
                  <a:lnTo>
                    <a:pt x="247930" y="148747"/>
                  </a:lnTo>
                  <a:cubicBezTo>
                    <a:pt x="248569" y="141086"/>
                    <a:pt x="242179" y="134064"/>
                    <a:pt x="234511" y="133425"/>
                  </a:cubicBezTo>
                  <a:lnTo>
                    <a:pt x="219175" y="133425"/>
                  </a:lnTo>
                  <a:cubicBezTo>
                    <a:pt x="210868" y="134064"/>
                    <a:pt x="205117" y="140448"/>
                    <a:pt x="205117" y="148747"/>
                  </a:cubicBezTo>
                  <a:lnTo>
                    <a:pt x="205117" y="153216"/>
                  </a:lnTo>
                  <a:cubicBezTo>
                    <a:pt x="205117" y="157046"/>
                    <a:pt x="202561" y="159600"/>
                    <a:pt x="198727" y="159600"/>
                  </a:cubicBezTo>
                  <a:cubicBezTo>
                    <a:pt x="194893" y="159600"/>
                    <a:pt x="192337" y="157046"/>
                    <a:pt x="192337" y="153216"/>
                  </a:cubicBezTo>
                  <a:lnTo>
                    <a:pt x="192337" y="148747"/>
                  </a:lnTo>
                  <a:close/>
                  <a:moveTo>
                    <a:pt x="101600" y="135979"/>
                  </a:moveTo>
                  <a:cubicBezTo>
                    <a:pt x="113102" y="135979"/>
                    <a:pt x="122687" y="145555"/>
                    <a:pt x="122687" y="157046"/>
                  </a:cubicBezTo>
                  <a:cubicBezTo>
                    <a:pt x="122687" y="168537"/>
                    <a:pt x="113102" y="178113"/>
                    <a:pt x="101600" y="178113"/>
                  </a:cubicBezTo>
                  <a:cubicBezTo>
                    <a:pt x="90098" y="178113"/>
                    <a:pt x="80513" y="168537"/>
                    <a:pt x="80513" y="157046"/>
                  </a:cubicBezTo>
                  <a:cubicBezTo>
                    <a:pt x="80513" y="145555"/>
                    <a:pt x="90098" y="135979"/>
                    <a:pt x="101600" y="135979"/>
                  </a:cubicBezTo>
                  <a:cubicBezTo>
                    <a:pt x="101600" y="135979"/>
                    <a:pt x="101600" y="135979"/>
                    <a:pt x="101600" y="135979"/>
                  </a:cubicBezTo>
                  <a:lnTo>
                    <a:pt x="101600" y="135979"/>
                  </a:lnTo>
                  <a:close/>
                  <a:moveTo>
                    <a:pt x="135467" y="217055"/>
                  </a:moveTo>
                  <a:cubicBezTo>
                    <a:pt x="135467" y="220886"/>
                    <a:pt x="132911" y="223439"/>
                    <a:pt x="129077" y="223439"/>
                  </a:cubicBezTo>
                  <a:cubicBezTo>
                    <a:pt x="125243" y="223439"/>
                    <a:pt x="122687" y="220886"/>
                    <a:pt x="122687" y="217055"/>
                  </a:cubicBezTo>
                  <a:lnTo>
                    <a:pt x="122687" y="212587"/>
                  </a:lnTo>
                  <a:cubicBezTo>
                    <a:pt x="123326" y="204926"/>
                    <a:pt x="116936" y="197903"/>
                    <a:pt x="109268" y="197265"/>
                  </a:cubicBezTo>
                  <a:lnTo>
                    <a:pt x="93932" y="197265"/>
                  </a:lnTo>
                  <a:cubicBezTo>
                    <a:pt x="86264" y="197903"/>
                    <a:pt x="79874" y="204287"/>
                    <a:pt x="80513" y="212587"/>
                  </a:cubicBezTo>
                  <a:lnTo>
                    <a:pt x="80513" y="217055"/>
                  </a:lnTo>
                  <a:cubicBezTo>
                    <a:pt x="80513" y="220886"/>
                    <a:pt x="77957" y="223439"/>
                    <a:pt x="74124" y="223439"/>
                  </a:cubicBezTo>
                  <a:cubicBezTo>
                    <a:pt x="70289" y="223439"/>
                    <a:pt x="67734" y="220886"/>
                    <a:pt x="67734" y="217055"/>
                  </a:cubicBezTo>
                  <a:lnTo>
                    <a:pt x="67734" y="212587"/>
                  </a:lnTo>
                  <a:cubicBezTo>
                    <a:pt x="67094" y="197265"/>
                    <a:pt x="79235" y="185135"/>
                    <a:pt x="93932" y="184497"/>
                  </a:cubicBezTo>
                  <a:lnTo>
                    <a:pt x="109268" y="184497"/>
                  </a:lnTo>
                  <a:cubicBezTo>
                    <a:pt x="124604" y="185135"/>
                    <a:pt x="136106" y="197265"/>
                    <a:pt x="135467" y="212587"/>
                  </a:cubicBezTo>
                  <a:lnTo>
                    <a:pt x="135467" y="217055"/>
                  </a:lnTo>
                  <a:close/>
                  <a:moveTo>
                    <a:pt x="260071" y="282172"/>
                  </a:moveTo>
                  <a:cubicBezTo>
                    <a:pt x="260071" y="286002"/>
                    <a:pt x="257515" y="288556"/>
                    <a:pt x="253681" y="288556"/>
                  </a:cubicBezTo>
                  <a:cubicBezTo>
                    <a:pt x="249847" y="288556"/>
                    <a:pt x="247291" y="286002"/>
                    <a:pt x="247291" y="282172"/>
                  </a:cubicBezTo>
                  <a:lnTo>
                    <a:pt x="247291" y="277703"/>
                  </a:lnTo>
                  <a:cubicBezTo>
                    <a:pt x="247930" y="270042"/>
                    <a:pt x="241540" y="263020"/>
                    <a:pt x="233872" y="262382"/>
                  </a:cubicBezTo>
                  <a:lnTo>
                    <a:pt x="218536" y="262382"/>
                  </a:lnTo>
                  <a:cubicBezTo>
                    <a:pt x="210229" y="263020"/>
                    <a:pt x="204478" y="269404"/>
                    <a:pt x="204478" y="277703"/>
                  </a:cubicBezTo>
                  <a:lnTo>
                    <a:pt x="204478" y="282172"/>
                  </a:lnTo>
                  <a:cubicBezTo>
                    <a:pt x="204478" y="286002"/>
                    <a:pt x="201922" y="288556"/>
                    <a:pt x="198088" y="288556"/>
                  </a:cubicBezTo>
                  <a:cubicBezTo>
                    <a:pt x="194254" y="288556"/>
                    <a:pt x="191698" y="286002"/>
                    <a:pt x="191698" y="282172"/>
                  </a:cubicBezTo>
                  <a:lnTo>
                    <a:pt x="191698" y="277703"/>
                  </a:lnTo>
                  <a:cubicBezTo>
                    <a:pt x="191059" y="262382"/>
                    <a:pt x="203200" y="250252"/>
                    <a:pt x="218536" y="249614"/>
                  </a:cubicBezTo>
                  <a:lnTo>
                    <a:pt x="233872" y="249614"/>
                  </a:lnTo>
                  <a:cubicBezTo>
                    <a:pt x="249208" y="250252"/>
                    <a:pt x="260710" y="262382"/>
                    <a:pt x="260071" y="277703"/>
                  </a:cubicBezTo>
                  <a:lnTo>
                    <a:pt x="260071" y="282172"/>
                  </a:lnTo>
                  <a:close/>
                  <a:moveTo>
                    <a:pt x="205117" y="222801"/>
                  </a:moveTo>
                  <a:cubicBezTo>
                    <a:pt x="205117" y="211310"/>
                    <a:pt x="214702" y="201734"/>
                    <a:pt x="226204" y="201734"/>
                  </a:cubicBezTo>
                  <a:cubicBezTo>
                    <a:pt x="237706" y="201734"/>
                    <a:pt x="247291" y="211310"/>
                    <a:pt x="247291" y="222801"/>
                  </a:cubicBezTo>
                  <a:cubicBezTo>
                    <a:pt x="247291" y="234292"/>
                    <a:pt x="237706" y="243868"/>
                    <a:pt x="226204" y="243868"/>
                  </a:cubicBezTo>
                  <a:lnTo>
                    <a:pt x="226204" y="243868"/>
                  </a:lnTo>
                  <a:cubicBezTo>
                    <a:pt x="214702" y="243868"/>
                    <a:pt x="205117" y="234292"/>
                    <a:pt x="205117" y="222801"/>
                  </a:cubicBezTo>
                  <a:close/>
                  <a:moveTo>
                    <a:pt x="289464" y="185135"/>
                  </a:moveTo>
                  <a:lnTo>
                    <a:pt x="162943" y="185135"/>
                  </a:lnTo>
                  <a:cubicBezTo>
                    <a:pt x="159110" y="185135"/>
                    <a:pt x="156553" y="182582"/>
                    <a:pt x="156553" y="178752"/>
                  </a:cubicBezTo>
                  <a:cubicBezTo>
                    <a:pt x="156553" y="174921"/>
                    <a:pt x="159110" y="172368"/>
                    <a:pt x="162943" y="172368"/>
                  </a:cubicBezTo>
                  <a:lnTo>
                    <a:pt x="289464" y="172368"/>
                  </a:lnTo>
                  <a:cubicBezTo>
                    <a:pt x="293298" y="172368"/>
                    <a:pt x="295854" y="174921"/>
                    <a:pt x="295854" y="178752"/>
                  </a:cubicBezTo>
                  <a:cubicBezTo>
                    <a:pt x="295854" y="182582"/>
                    <a:pt x="292659" y="185135"/>
                    <a:pt x="289464" y="185135"/>
                  </a:cubicBezTo>
                  <a:close/>
                </a:path>
              </a:pathLst>
            </a:custGeom>
            <a:solidFill>
              <a:srgbClr val="00ABAB"/>
            </a:solidFill>
            <a:ln w="6390" cap="flat">
              <a:noFill/>
              <a:prstDash val="solid"/>
              <a:miter/>
            </a:ln>
          </p:spPr>
          <p:txBody>
            <a:bodyPr rtlCol="0" anchor="ctr"/>
            <a:lstStyle/>
            <a:p>
              <a:endParaRPr lang="en-US"/>
            </a:p>
          </p:txBody>
        </p:sp>
      </p:grpSp>
      <p:grpSp>
        <p:nvGrpSpPr>
          <p:cNvPr id="633" name="Graphic 4">
            <a:extLst>
              <a:ext uri="{FF2B5EF4-FFF2-40B4-BE49-F238E27FC236}">
                <a16:creationId xmlns:a16="http://schemas.microsoft.com/office/drawing/2014/main" id="{FFD1075B-0197-5B45-A192-2BA52CE6ADD7}"/>
              </a:ext>
            </a:extLst>
          </p:cNvPr>
          <p:cNvGrpSpPr>
            <a:grpSpLocks noChangeAspect="1"/>
          </p:cNvGrpSpPr>
          <p:nvPr/>
        </p:nvGrpSpPr>
        <p:grpSpPr>
          <a:xfrm>
            <a:off x="4045469" y="1885990"/>
            <a:ext cx="362309" cy="361971"/>
            <a:chOff x="4045469" y="1885990"/>
            <a:chExt cx="362309" cy="361971"/>
          </a:xfrm>
          <a:solidFill>
            <a:srgbClr val="00ABAB"/>
          </a:solidFill>
        </p:grpSpPr>
        <p:sp>
          <p:nvSpPr>
            <p:cNvPr id="634" name="Graphic 4">
              <a:extLst>
                <a:ext uri="{FF2B5EF4-FFF2-40B4-BE49-F238E27FC236}">
                  <a16:creationId xmlns:a16="http://schemas.microsoft.com/office/drawing/2014/main" id="{A601C3E5-5925-F249-B523-9C56A3432283}"/>
                </a:ext>
              </a:extLst>
            </p:cNvPr>
            <p:cNvSpPr/>
            <p:nvPr/>
          </p:nvSpPr>
          <p:spPr>
            <a:xfrm>
              <a:off x="4253141" y="2035376"/>
              <a:ext cx="16614" cy="16598"/>
            </a:xfrm>
            <a:custGeom>
              <a:avLst/>
              <a:gdLst>
                <a:gd name="connsiteX0" fmla="*/ 8307 w 16614"/>
                <a:gd name="connsiteY0" fmla="*/ 16598 h 16598"/>
                <a:gd name="connsiteX1" fmla="*/ 16614 w 16614"/>
                <a:gd name="connsiteY1" fmla="*/ 8299 h 16598"/>
                <a:gd name="connsiteX2" fmla="*/ 8307 w 16614"/>
                <a:gd name="connsiteY2" fmla="*/ 0 h 16598"/>
                <a:gd name="connsiteX3" fmla="*/ 0 w 16614"/>
                <a:gd name="connsiteY3" fmla="*/ 8299 h 16598"/>
                <a:gd name="connsiteX4" fmla="*/ 0 w 16614"/>
                <a:gd name="connsiteY4" fmla="*/ 8299 h 16598"/>
                <a:gd name="connsiteX5" fmla="*/ 8307 w 16614"/>
                <a:gd name="connsiteY5" fmla="*/ 16598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4" h="16598">
                  <a:moveTo>
                    <a:pt x="8307" y="16598"/>
                  </a:moveTo>
                  <a:cubicBezTo>
                    <a:pt x="12780" y="16598"/>
                    <a:pt x="16614" y="12768"/>
                    <a:pt x="16614" y="8299"/>
                  </a:cubicBezTo>
                  <a:cubicBezTo>
                    <a:pt x="16614" y="3830"/>
                    <a:pt x="12780" y="0"/>
                    <a:pt x="8307" y="0"/>
                  </a:cubicBezTo>
                  <a:cubicBezTo>
                    <a:pt x="3834" y="0"/>
                    <a:pt x="0" y="3830"/>
                    <a:pt x="0" y="8299"/>
                  </a:cubicBezTo>
                  <a:lnTo>
                    <a:pt x="0" y="8299"/>
                  </a:lnTo>
                  <a:cubicBezTo>
                    <a:pt x="0" y="12768"/>
                    <a:pt x="3834" y="16598"/>
                    <a:pt x="8307" y="16598"/>
                  </a:cubicBezTo>
                  <a:close/>
                </a:path>
              </a:pathLst>
            </a:custGeom>
            <a:solidFill>
              <a:srgbClr val="00ABAB"/>
            </a:solidFill>
            <a:ln w="6390" cap="flat">
              <a:noFill/>
              <a:prstDash val="solid"/>
              <a:miter/>
            </a:ln>
          </p:spPr>
          <p:txBody>
            <a:bodyPr rtlCol="0" anchor="ctr"/>
            <a:lstStyle/>
            <a:p>
              <a:endParaRPr lang="en-US"/>
            </a:p>
          </p:txBody>
        </p:sp>
        <p:sp>
          <p:nvSpPr>
            <p:cNvPr id="635" name="Graphic 4">
              <a:extLst>
                <a:ext uri="{FF2B5EF4-FFF2-40B4-BE49-F238E27FC236}">
                  <a16:creationId xmlns:a16="http://schemas.microsoft.com/office/drawing/2014/main" id="{06098AAB-2D8D-1249-9F59-2ED51DBE0757}"/>
                </a:ext>
              </a:extLst>
            </p:cNvPr>
            <p:cNvSpPr/>
            <p:nvPr/>
          </p:nvSpPr>
          <p:spPr>
            <a:xfrm>
              <a:off x="4127899" y="2035376"/>
              <a:ext cx="16613" cy="16598"/>
            </a:xfrm>
            <a:custGeom>
              <a:avLst/>
              <a:gdLst>
                <a:gd name="connsiteX0" fmla="*/ 8307 w 16613"/>
                <a:gd name="connsiteY0" fmla="*/ 16598 h 16598"/>
                <a:gd name="connsiteX1" fmla="*/ 16614 w 16613"/>
                <a:gd name="connsiteY1" fmla="*/ 8299 h 16598"/>
                <a:gd name="connsiteX2" fmla="*/ 8307 w 16613"/>
                <a:gd name="connsiteY2" fmla="*/ 0 h 16598"/>
                <a:gd name="connsiteX3" fmla="*/ 0 w 16613"/>
                <a:gd name="connsiteY3" fmla="*/ 8299 h 16598"/>
                <a:gd name="connsiteX4" fmla="*/ 0 w 16613"/>
                <a:gd name="connsiteY4" fmla="*/ 8299 h 16598"/>
                <a:gd name="connsiteX5" fmla="*/ 8307 w 16613"/>
                <a:gd name="connsiteY5" fmla="*/ 16598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3" h="16598">
                  <a:moveTo>
                    <a:pt x="8307" y="16598"/>
                  </a:moveTo>
                  <a:cubicBezTo>
                    <a:pt x="12780" y="16598"/>
                    <a:pt x="16614" y="12768"/>
                    <a:pt x="16614" y="8299"/>
                  </a:cubicBezTo>
                  <a:cubicBezTo>
                    <a:pt x="16614" y="3830"/>
                    <a:pt x="12780" y="0"/>
                    <a:pt x="8307" y="0"/>
                  </a:cubicBezTo>
                  <a:cubicBezTo>
                    <a:pt x="3834" y="0"/>
                    <a:pt x="0" y="3830"/>
                    <a:pt x="0" y="8299"/>
                  </a:cubicBezTo>
                  <a:lnTo>
                    <a:pt x="0" y="8299"/>
                  </a:lnTo>
                  <a:cubicBezTo>
                    <a:pt x="0" y="12768"/>
                    <a:pt x="3834" y="16598"/>
                    <a:pt x="8307" y="16598"/>
                  </a:cubicBezTo>
                  <a:close/>
                </a:path>
              </a:pathLst>
            </a:custGeom>
            <a:solidFill>
              <a:srgbClr val="00ABAB"/>
            </a:solidFill>
            <a:ln w="6390" cap="flat">
              <a:noFill/>
              <a:prstDash val="solid"/>
              <a:miter/>
            </a:ln>
          </p:spPr>
          <p:txBody>
            <a:bodyPr rtlCol="0" anchor="ctr"/>
            <a:lstStyle/>
            <a:p>
              <a:endParaRPr lang="en-US"/>
            </a:p>
          </p:txBody>
        </p:sp>
        <p:sp>
          <p:nvSpPr>
            <p:cNvPr id="636" name="Graphic 4">
              <a:extLst>
                <a:ext uri="{FF2B5EF4-FFF2-40B4-BE49-F238E27FC236}">
                  <a16:creationId xmlns:a16="http://schemas.microsoft.com/office/drawing/2014/main" id="{AC0C88C6-C221-D34B-9913-62BFAF6CC8B3}"/>
                </a:ext>
              </a:extLst>
            </p:cNvPr>
            <p:cNvSpPr/>
            <p:nvPr/>
          </p:nvSpPr>
          <p:spPr>
            <a:xfrm>
              <a:off x="4309373" y="2035376"/>
              <a:ext cx="16613" cy="16598"/>
            </a:xfrm>
            <a:custGeom>
              <a:avLst/>
              <a:gdLst>
                <a:gd name="connsiteX0" fmla="*/ 8307 w 16613"/>
                <a:gd name="connsiteY0" fmla="*/ 16598 h 16598"/>
                <a:gd name="connsiteX1" fmla="*/ 16614 w 16613"/>
                <a:gd name="connsiteY1" fmla="*/ 8299 h 16598"/>
                <a:gd name="connsiteX2" fmla="*/ 8307 w 16613"/>
                <a:gd name="connsiteY2" fmla="*/ 0 h 16598"/>
                <a:gd name="connsiteX3" fmla="*/ 0 w 16613"/>
                <a:gd name="connsiteY3" fmla="*/ 8299 h 16598"/>
                <a:gd name="connsiteX4" fmla="*/ 0 w 16613"/>
                <a:gd name="connsiteY4" fmla="*/ 8299 h 16598"/>
                <a:gd name="connsiteX5" fmla="*/ 8307 w 16613"/>
                <a:gd name="connsiteY5" fmla="*/ 16598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3" h="16598">
                  <a:moveTo>
                    <a:pt x="8307" y="16598"/>
                  </a:moveTo>
                  <a:cubicBezTo>
                    <a:pt x="12780" y="16598"/>
                    <a:pt x="16614" y="12768"/>
                    <a:pt x="16614" y="8299"/>
                  </a:cubicBezTo>
                  <a:cubicBezTo>
                    <a:pt x="16614" y="3830"/>
                    <a:pt x="12780" y="0"/>
                    <a:pt x="8307" y="0"/>
                  </a:cubicBezTo>
                  <a:cubicBezTo>
                    <a:pt x="3834" y="0"/>
                    <a:pt x="0" y="3830"/>
                    <a:pt x="0" y="8299"/>
                  </a:cubicBezTo>
                  <a:lnTo>
                    <a:pt x="0" y="8299"/>
                  </a:lnTo>
                  <a:cubicBezTo>
                    <a:pt x="0" y="12768"/>
                    <a:pt x="3834" y="16598"/>
                    <a:pt x="8307" y="16598"/>
                  </a:cubicBezTo>
                  <a:close/>
                </a:path>
              </a:pathLst>
            </a:custGeom>
            <a:solidFill>
              <a:srgbClr val="00ABAB"/>
            </a:solidFill>
            <a:ln w="6390" cap="flat">
              <a:noFill/>
              <a:prstDash val="solid"/>
              <a:miter/>
            </a:ln>
          </p:spPr>
          <p:txBody>
            <a:bodyPr rtlCol="0" anchor="ctr"/>
            <a:lstStyle/>
            <a:p>
              <a:endParaRPr lang="en-US"/>
            </a:p>
          </p:txBody>
        </p:sp>
        <p:sp>
          <p:nvSpPr>
            <p:cNvPr id="637" name="Graphic 4">
              <a:extLst>
                <a:ext uri="{FF2B5EF4-FFF2-40B4-BE49-F238E27FC236}">
                  <a16:creationId xmlns:a16="http://schemas.microsoft.com/office/drawing/2014/main" id="{AB3C45B2-16DA-B14C-B2F4-8E4EF47907EF}"/>
                </a:ext>
              </a:extLst>
            </p:cNvPr>
            <p:cNvSpPr/>
            <p:nvPr/>
          </p:nvSpPr>
          <p:spPr>
            <a:xfrm>
              <a:off x="4045469" y="1885990"/>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90737 w 362309"/>
                <a:gd name="connsiteY6" fmla="*/ 136617 h 361971"/>
                <a:gd name="connsiteX7" fmla="*/ 111824 w 362309"/>
                <a:gd name="connsiteY7" fmla="*/ 157684 h 361971"/>
                <a:gd name="connsiteX8" fmla="*/ 90737 w 362309"/>
                <a:gd name="connsiteY8" fmla="*/ 178752 h 361971"/>
                <a:gd name="connsiteX9" fmla="*/ 69650 w 362309"/>
                <a:gd name="connsiteY9" fmla="*/ 157684 h 361971"/>
                <a:gd name="connsiteX10" fmla="*/ 69650 w 362309"/>
                <a:gd name="connsiteY10" fmla="*/ 157684 h 361971"/>
                <a:gd name="connsiteX11" fmla="*/ 90737 w 362309"/>
                <a:gd name="connsiteY11" fmla="*/ 136617 h 361971"/>
                <a:gd name="connsiteX12" fmla="*/ 125243 w 362309"/>
                <a:gd name="connsiteY12" fmla="*/ 218332 h 361971"/>
                <a:gd name="connsiteX13" fmla="*/ 118853 w 362309"/>
                <a:gd name="connsiteY13" fmla="*/ 224716 h 361971"/>
                <a:gd name="connsiteX14" fmla="*/ 112463 w 362309"/>
                <a:gd name="connsiteY14" fmla="*/ 218332 h 361971"/>
                <a:gd name="connsiteX15" fmla="*/ 112463 w 362309"/>
                <a:gd name="connsiteY15" fmla="*/ 213863 h 361971"/>
                <a:gd name="connsiteX16" fmla="*/ 99044 w 362309"/>
                <a:gd name="connsiteY16" fmla="*/ 198542 h 361971"/>
                <a:gd name="connsiteX17" fmla="*/ 83708 w 362309"/>
                <a:gd name="connsiteY17" fmla="*/ 198542 h 361971"/>
                <a:gd name="connsiteX18" fmla="*/ 70289 w 362309"/>
                <a:gd name="connsiteY18" fmla="*/ 213863 h 361971"/>
                <a:gd name="connsiteX19" fmla="*/ 70289 w 362309"/>
                <a:gd name="connsiteY19" fmla="*/ 218332 h 361971"/>
                <a:gd name="connsiteX20" fmla="*/ 63899 w 362309"/>
                <a:gd name="connsiteY20" fmla="*/ 224716 h 361971"/>
                <a:gd name="connsiteX21" fmla="*/ 57509 w 362309"/>
                <a:gd name="connsiteY21" fmla="*/ 218332 h 361971"/>
                <a:gd name="connsiteX22" fmla="*/ 57509 w 362309"/>
                <a:gd name="connsiteY22" fmla="*/ 213863 h 361971"/>
                <a:gd name="connsiteX23" fmla="*/ 83708 w 362309"/>
                <a:gd name="connsiteY23" fmla="*/ 185774 h 361971"/>
                <a:gd name="connsiteX24" fmla="*/ 99044 w 362309"/>
                <a:gd name="connsiteY24" fmla="*/ 185774 h 361971"/>
                <a:gd name="connsiteX25" fmla="*/ 125243 w 362309"/>
                <a:gd name="connsiteY25" fmla="*/ 213863 h 361971"/>
                <a:gd name="connsiteX26" fmla="*/ 125243 w 362309"/>
                <a:gd name="connsiteY26" fmla="*/ 218332 h 361971"/>
                <a:gd name="connsiteX27" fmla="*/ 168056 w 362309"/>
                <a:gd name="connsiteY27" fmla="*/ 185774 h 361971"/>
                <a:gd name="connsiteX28" fmla="*/ 160388 w 362309"/>
                <a:gd name="connsiteY28" fmla="*/ 185774 h 361971"/>
                <a:gd name="connsiteX29" fmla="*/ 160388 w 362309"/>
                <a:gd name="connsiteY29" fmla="*/ 193435 h 361971"/>
                <a:gd name="connsiteX30" fmla="*/ 153998 w 362309"/>
                <a:gd name="connsiteY30" fmla="*/ 199819 h 361971"/>
                <a:gd name="connsiteX31" fmla="*/ 147608 w 362309"/>
                <a:gd name="connsiteY31" fmla="*/ 193435 h 361971"/>
                <a:gd name="connsiteX32" fmla="*/ 147608 w 362309"/>
                <a:gd name="connsiteY32" fmla="*/ 185774 h 361971"/>
                <a:gd name="connsiteX33" fmla="*/ 139940 w 362309"/>
                <a:gd name="connsiteY33" fmla="*/ 185774 h 361971"/>
                <a:gd name="connsiteX34" fmla="*/ 133550 w 362309"/>
                <a:gd name="connsiteY34" fmla="*/ 179390 h 361971"/>
                <a:gd name="connsiteX35" fmla="*/ 139940 w 362309"/>
                <a:gd name="connsiteY35" fmla="*/ 173006 h 361971"/>
                <a:gd name="connsiteX36" fmla="*/ 147608 w 362309"/>
                <a:gd name="connsiteY36" fmla="*/ 173006 h 361971"/>
                <a:gd name="connsiteX37" fmla="*/ 147608 w 362309"/>
                <a:gd name="connsiteY37" fmla="*/ 165345 h 361971"/>
                <a:gd name="connsiteX38" fmla="*/ 153998 w 362309"/>
                <a:gd name="connsiteY38" fmla="*/ 158961 h 361971"/>
                <a:gd name="connsiteX39" fmla="*/ 160388 w 362309"/>
                <a:gd name="connsiteY39" fmla="*/ 165345 h 361971"/>
                <a:gd name="connsiteX40" fmla="*/ 160388 w 362309"/>
                <a:gd name="connsiteY40" fmla="*/ 173006 h 361971"/>
                <a:gd name="connsiteX41" fmla="*/ 168056 w 362309"/>
                <a:gd name="connsiteY41" fmla="*/ 173006 h 361971"/>
                <a:gd name="connsiteX42" fmla="*/ 174446 w 362309"/>
                <a:gd name="connsiteY42" fmla="*/ 179390 h 361971"/>
                <a:gd name="connsiteX43" fmla="*/ 168056 w 362309"/>
                <a:gd name="connsiteY43" fmla="*/ 185774 h 361971"/>
                <a:gd name="connsiteX44" fmla="*/ 168056 w 362309"/>
                <a:gd name="connsiteY44" fmla="*/ 185774 h 361971"/>
                <a:gd name="connsiteX45" fmla="*/ 272212 w 362309"/>
                <a:gd name="connsiteY45" fmla="*/ 137256 h 361971"/>
                <a:gd name="connsiteX46" fmla="*/ 293298 w 362309"/>
                <a:gd name="connsiteY46" fmla="*/ 158323 h 361971"/>
                <a:gd name="connsiteX47" fmla="*/ 272212 w 362309"/>
                <a:gd name="connsiteY47" fmla="*/ 179390 h 361971"/>
                <a:gd name="connsiteX48" fmla="*/ 251125 w 362309"/>
                <a:gd name="connsiteY48" fmla="*/ 158323 h 361971"/>
                <a:gd name="connsiteX49" fmla="*/ 251125 w 362309"/>
                <a:gd name="connsiteY49" fmla="*/ 158323 h 361971"/>
                <a:gd name="connsiteX50" fmla="*/ 272212 w 362309"/>
                <a:gd name="connsiteY50" fmla="*/ 137256 h 361971"/>
                <a:gd name="connsiteX51" fmla="*/ 272212 w 362309"/>
                <a:gd name="connsiteY51" fmla="*/ 137256 h 361971"/>
                <a:gd name="connsiteX52" fmla="*/ 272212 w 362309"/>
                <a:gd name="connsiteY52" fmla="*/ 137256 h 361971"/>
                <a:gd name="connsiteX53" fmla="*/ 215980 w 362309"/>
                <a:gd name="connsiteY53" fmla="*/ 137256 h 361971"/>
                <a:gd name="connsiteX54" fmla="*/ 237067 w 362309"/>
                <a:gd name="connsiteY54" fmla="*/ 158323 h 361971"/>
                <a:gd name="connsiteX55" fmla="*/ 215980 w 362309"/>
                <a:gd name="connsiteY55" fmla="*/ 179390 h 361971"/>
                <a:gd name="connsiteX56" fmla="*/ 194893 w 362309"/>
                <a:gd name="connsiteY56" fmla="*/ 158323 h 361971"/>
                <a:gd name="connsiteX57" fmla="*/ 194893 w 362309"/>
                <a:gd name="connsiteY57" fmla="*/ 158323 h 361971"/>
                <a:gd name="connsiteX58" fmla="*/ 215980 w 362309"/>
                <a:gd name="connsiteY58" fmla="*/ 137256 h 361971"/>
                <a:gd name="connsiteX59" fmla="*/ 215980 w 362309"/>
                <a:gd name="connsiteY59" fmla="*/ 137256 h 361971"/>
                <a:gd name="connsiteX60" fmla="*/ 215980 w 362309"/>
                <a:gd name="connsiteY60" fmla="*/ 137256 h 361971"/>
                <a:gd name="connsiteX61" fmla="*/ 306078 w 362309"/>
                <a:gd name="connsiteY61" fmla="*/ 218332 h 361971"/>
                <a:gd name="connsiteX62" fmla="*/ 299688 w 362309"/>
                <a:gd name="connsiteY62" fmla="*/ 224716 h 361971"/>
                <a:gd name="connsiteX63" fmla="*/ 293298 w 362309"/>
                <a:gd name="connsiteY63" fmla="*/ 218332 h 361971"/>
                <a:gd name="connsiteX64" fmla="*/ 293298 w 362309"/>
                <a:gd name="connsiteY64" fmla="*/ 213863 h 361971"/>
                <a:gd name="connsiteX65" fmla="*/ 279880 w 362309"/>
                <a:gd name="connsiteY65" fmla="*/ 198542 h 361971"/>
                <a:gd name="connsiteX66" fmla="*/ 264544 w 362309"/>
                <a:gd name="connsiteY66" fmla="*/ 198542 h 361971"/>
                <a:gd name="connsiteX67" fmla="*/ 251125 w 362309"/>
                <a:gd name="connsiteY67" fmla="*/ 213863 h 361971"/>
                <a:gd name="connsiteX68" fmla="*/ 251125 w 362309"/>
                <a:gd name="connsiteY68" fmla="*/ 218332 h 361971"/>
                <a:gd name="connsiteX69" fmla="*/ 244735 w 362309"/>
                <a:gd name="connsiteY69" fmla="*/ 224716 h 361971"/>
                <a:gd name="connsiteX70" fmla="*/ 244096 w 362309"/>
                <a:gd name="connsiteY70" fmla="*/ 224716 h 361971"/>
                <a:gd name="connsiteX71" fmla="*/ 237706 w 362309"/>
                <a:gd name="connsiteY71" fmla="*/ 218332 h 361971"/>
                <a:gd name="connsiteX72" fmla="*/ 237706 w 362309"/>
                <a:gd name="connsiteY72" fmla="*/ 213863 h 361971"/>
                <a:gd name="connsiteX73" fmla="*/ 224287 w 362309"/>
                <a:gd name="connsiteY73" fmla="*/ 198542 h 361971"/>
                <a:gd name="connsiteX74" fmla="*/ 208951 w 362309"/>
                <a:gd name="connsiteY74" fmla="*/ 198542 h 361971"/>
                <a:gd name="connsiteX75" fmla="*/ 195532 w 362309"/>
                <a:gd name="connsiteY75" fmla="*/ 213863 h 361971"/>
                <a:gd name="connsiteX76" fmla="*/ 195532 w 362309"/>
                <a:gd name="connsiteY76" fmla="*/ 218332 h 361971"/>
                <a:gd name="connsiteX77" fmla="*/ 189142 w 362309"/>
                <a:gd name="connsiteY77" fmla="*/ 224716 h 361971"/>
                <a:gd name="connsiteX78" fmla="*/ 182752 w 362309"/>
                <a:gd name="connsiteY78" fmla="*/ 218332 h 361971"/>
                <a:gd name="connsiteX79" fmla="*/ 182752 w 362309"/>
                <a:gd name="connsiteY79" fmla="*/ 213863 h 361971"/>
                <a:gd name="connsiteX80" fmla="*/ 208951 w 362309"/>
                <a:gd name="connsiteY80" fmla="*/ 185774 h 361971"/>
                <a:gd name="connsiteX81" fmla="*/ 224287 w 362309"/>
                <a:gd name="connsiteY81" fmla="*/ 185774 h 361971"/>
                <a:gd name="connsiteX82" fmla="*/ 259432 w 362309"/>
                <a:gd name="connsiteY82" fmla="*/ 191519 h 361971"/>
                <a:gd name="connsiteX83" fmla="*/ 265182 w 362309"/>
                <a:gd name="connsiteY83" fmla="*/ 185774 h 361971"/>
                <a:gd name="connsiteX84" fmla="*/ 280518 w 362309"/>
                <a:gd name="connsiteY84" fmla="*/ 185774 h 361971"/>
                <a:gd name="connsiteX85" fmla="*/ 306717 w 362309"/>
                <a:gd name="connsiteY85" fmla="*/ 213863 h 361971"/>
                <a:gd name="connsiteX86" fmla="*/ 306717 w 362309"/>
                <a:gd name="connsiteY86" fmla="*/ 21833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lose/>
                  <a:moveTo>
                    <a:pt x="90737" y="136617"/>
                  </a:moveTo>
                  <a:cubicBezTo>
                    <a:pt x="102239" y="136617"/>
                    <a:pt x="111824" y="146193"/>
                    <a:pt x="111824" y="157684"/>
                  </a:cubicBezTo>
                  <a:cubicBezTo>
                    <a:pt x="111824" y="169176"/>
                    <a:pt x="102239" y="178752"/>
                    <a:pt x="90737" y="178752"/>
                  </a:cubicBezTo>
                  <a:cubicBezTo>
                    <a:pt x="79235" y="178752"/>
                    <a:pt x="69650" y="169176"/>
                    <a:pt x="69650" y="157684"/>
                  </a:cubicBezTo>
                  <a:lnTo>
                    <a:pt x="69650" y="157684"/>
                  </a:lnTo>
                  <a:cubicBezTo>
                    <a:pt x="69650" y="146193"/>
                    <a:pt x="79235" y="136617"/>
                    <a:pt x="90737" y="136617"/>
                  </a:cubicBezTo>
                  <a:close/>
                  <a:moveTo>
                    <a:pt x="125243" y="218332"/>
                  </a:moveTo>
                  <a:cubicBezTo>
                    <a:pt x="125243" y="222163"/>
                    <a:pt x="122687" y="224716"/>
                    <a:pt x="118853" y="224716"/>
                  </a:cubicBezTo>
                  <a:cubicBezTo>
                    <a:pt x="115019" y="224716"/>
                    <a:pt x="112463" y="222163"/>
                    <a:pt x="112463" y="218332"/>
                  </a:cubicBezTo>
                  <a:lnTo>
                    <a:pt x="112463" y="213863"/>
                  </a:lnTo>
                  <a:cubicBezTo>
                    <a:pt x="113102" y="206203"/>
                    <a:pt x="106712" y="199180"/>
                    <a:pt x="99044" y="198542"/>
                  </a:cubicBezTo>
                  <a:lnTo>
                    <a:pt x="83708" y="198542"/>
                  </a:lnTo>
                  <a:cubicBezTo>
                    <a:pt x="76040" y="199180"/>
                    <a:pt x="69650" y="205564"/>
                    <a:pt x="70289" y="213863"/>
                  </a:cubicBezTo>
                  <a:lnTo>
                    <a:pt x="70289" y="218332"/>
                  </a:lnTo>
                  <a:cubicBezTo>
                    <a:pt x="70289" y="222163"/>
                    <a:pt x="67734" y="224716"/>
                    <a:pt x="63899" y="224716"/>
                  </a:cubicBezTo>
                  <a:cubicBezTo>
                    <a:pt x="60066" y="224716"/>
                    <a:pt x="57509" y="222163"/>
                    <a:pt x="57509" y="218332"/>
                  </a:cubicBezTo>
                  <a:lnTo>
                    <a:pt x="57509" y="213863"/>
                  </a:lnTo>
                  <a:cubicBezTo>
                    <a:pt x="56871" y="198542"/>
                    <a:pt x="69012" y="186412"/>
                    <a:pt x="83708" y="185774"/>
                  </a:cubicBezTo>
                  <a:lnTo>
                    <a:pt x="99044" y="185774"/>
                  </a:lnTo>
                  <a:cubicBezTo>
                    <a:pt x="114380" y="186412"/>
                    <a:pt x="125882" y="198542"/>
                    <a:pt x="125243" y="213863"/>
                  </a:cubicBezTo>
                  <a:lnTo>
                    <a:pt x="125243" y="218332"/>
                  </a:lnTo>
                  <a:close/>
                  <a:moveTo>
                    <a:pt x="168056" y="185774"/>
                  </a:moveTo>
                  <a:lnTo>
                    <a:pt x="160388" y="185774"/>
                  </a:lnTo>
                  <a:lnTo>
                    <a:pt x="160388" y="193435"/>
                  </a:lnTo>
                  <a:cubicBezTo>
                    <a:pt x="160388" y="197265"/>
                    <a:pt x="157832" y="199819"/>
                    <a:pt x="153998" y="199819"/>
                  </a:cubicBezTo>
                  <a:cubicBezTo>
                    <a:pt x="150164" y="199819"/>
                    <a:pt x="147608" y="197265"/>
                    <a:pt x="147608" y="193435"/>
                  </a:cubicBezTo>
                  <a:lnTo>
                    <a:pt x="147608" y="185774"/>
                  </a:lnTo>
                  <a:lnTo>
                    <a:pt x="139940" y="185774"/>
                  </a:lnTo>
                  <a:cubicBezTo>
                    <a:pt x="136106" y="185774"/>
                    <a:pt x="133550" y="183220"/>
                    <a:pt x="133550" y="179390"/>
                  </a:cubicBezTo>
                  <a:cubicBezTo>
                    <a:pt x="133550" y="175560"/>
                    <a:pt x="136106" y="173006"/>
                    <a:pt x="139940" y="173006"/>
                  </a:cubicBezTo>
                  <a:lnTo>
                    <a:pt x="147608" y="173006"/>
                  </a:lnTo>
                  <a:lnTo>
                    <a:pt x="147608" y="165345"/>
                  </a:lnTo>
                  <a:cubicBezTo>
                    <a:pt x="147608" y="161515"/>
                    <a:pt x="150164" y="158961"/>
                    <a:pt x="153998" y="158961"/>
                  </a:cubicBezTo>
                  <a:cubicBezTo>
                    <a:pt x="157832" y="158961"/>
                    <a:pt x="160388" y="161515"/>
                    <a:pt x="160388" y="165345"/>
                  </a:cubicBezTo>
                  <a:lnTo>
                    <a:pt x="160388" y="173006"/>
                  </a:lnTo>
                  <a:lnTo>
                    <a:pt x="168056" y="173006"/>
                  </a:lnTo>
                  <a:cubicBezTo>
                    <a:pt x="171889" y="173006"/>
                    <a:pt x="174446" y="175560"/>
                    <a:pt x="174446" y="179390"/>
                  </a:cubicBezTo>
                  <a:cubicBezTo>
                    <a:pt x="174446" y="183220"/>
                    <a:pt x="171889" y="185774"/>
                    <a:pt x="168056" y="185774"/>
                  </a:cubicBezTo>
                  <a:lnTo>
                    <a:pt x="168056" y="185774"/>
                  </a:lnTo>
                  <a:close/>
                  <a:moveTo>
                    <a:pt x="272212" y="137256"/>
                  </a:moveTo>
                  <a:cubicBezTo>
                    <a:pt x="283713" y="137256"/>
                    <a:pt x="293298" y="146832"/>
                    <a:pt x="293298" y="158323"/>
                  </a:cubicBezTo>
                  <a:cubicBezTo>
                    <a:pt x="293298" y="169814"/>
                    <a:pt x="283713" y="179390"/>
                    <a:pt x="272212" y="179390"/>
                  </a:cubicBezTo>
                  <a:cubicBezTo>
                    <a:pt x="260710" y="179390"/>
                    <a:pt x="251125" y="169814"/>
                    <a:pt x="251125" y="158323"/>
                  </a:cubicBezTo>
                  <a:lnTo>
                    <a:pt x="251125" y="158323"/>
                  </a:lnTo>
                  <a:cubicBezTo>
                    <a:pt x="251125" y="146193"/>
                    <a:pt x="260071" y="137256"/>
                    <a:pt x="272212" y="137256"/>
                  </a:cubicBezTo>
                  <a:cubicBezTo>
                    <a:pt x="272212" y="136617"/>
                    <a:pt x="272212" y="136617"/>
                    <a:pt x="272212" y="137256"/>
                  </a:cubicBezTo>
                  <a:lnTo>
                    <a:pt x="272212" y="137256"/>
                  </a:lnTo>
                  <a:close/>
                  <a:moveTo>
                    <a:pt x="215980" y="137256"/>
                  </a:moveTo>
                  <a:cubicBezTo>
                    <a:pt x="227482" y="137256"/>
                    <a:pt x="237067" y="146832"/>
                    <a:pt x="237067" y="158323"/>
                  </a:cubicBezTo>
                  <a:cubicBezTo>
                    <a:pt x="237067" y="169814"/>
                    <a:pt x="227482" y="179390"/>
                    <a:pt x="215980" y="179390"/>
                  </a:cubicBezTo>
                  <a:cubicBezTo>
                    <a:pt x="204478" y="179390"/>
                    <a:pt x="194893" y="169814"/>
                    <a:pt x="194893" y="158323"/>
                  </a:cubicBezTo>
                  <a:lnTo>
                    <a:pt x="194893" y="158323"/>
                  </a:lnTo>
                  <a:cubicBezTo>
                    <a:pt x="194893" y="146193"/>
                    <a:pt x="203839" y="137256"/>
                    <a:pt x="215980" y="137256"/>
                  </a:cubicBezTo>
                  <a:cubicBezTo>
                    <a:pt x="215980" y="136617"/>
                    <a:pt x="215980" y="136617"/>
                    <a:pt x="215980" y="137256"/>
                  </a:cubicBezTo>
                  <a:lnTo>
                    <a:pt x="215980" y="137256"/>
                  </a:lnTo>
                  <a:close/>
                  <a:moveTo>
                    <a:pt x="306078" y="218332"/>
                  </a:moveTo>
                  <a:cubicBezTo>
                    <a:pt x="306078" y="222163"/>
                    <a:pt x="303522" y="224716"/>
                    <a:pt x="299688" y="224716"/>
                  </a:cubicBezTo>
                  <a:cubicBezTo>
                    <a:pt x="295854" y="224716"/>
                    <a:pt x="293298" y="222163"/>
                    <a:pt x="293298" y="218332"/>
                  </a:cubicBezTo>
                  <a:lnTo>
                    <a:pt x="293298" y="213863"/>
                  </a:lnTo>
                  <a:cubicBezTo>
                    <a:pt x="293937" y="206203"/>
                    <a:pt x="287547" y="199180"/>
                    <a:pt x="279880" y="198542"/>
                  </a:cubicBezTo>
                  <a:lnTo>
                    <a:pt x="264544" y="198542"/>
                  </a:lnTo>
                  <a:cubicBezTo>
                    <a:pt x="256876" y="199180"/>
                    <a:pt x="250486" y="205564"/>
                    <a:pt x="251125" y="213863"/>
                  </a:cubicBezTo>
                  <a:lnTo>
                    <a:pt x="251125" y="218332"/>
                  </a:lnTo>
                  <a:cubicBezTo>
                    <a:pt x="251125" y="222163"/>
                    <a:pt x="248569" y="224716"/>
                    <a:pt x="244735" y="224716"/>
                  </a:cubicBezTo>
                  <a:lnTo>
                    <a:pt x="244096" y="224716"/>
                  </a:lnTo>
                  <a:cubicBezTo>
                    <a:pt x="240262" y="224716"/>
                    <a:pt x="237706" y="222163"/>
                    <a:pt x="237706" y="218332"/>
                  </a:cubicBezTo>
                  <a:lnTo>
                    <a:pt x="237706" y="213863"/>
                  </a:lnTo>
                  <a:cubicBezTo>
                    <a:pt x="238345" y="206203"/>
                    <a:pt x="231955" y="199180"/>
                    <a:pt x="224287" y="198542"/>
                  </a:cubicBezTo>
                  <a:lnTo>
                    <a:pt x="208951" y="198542"/>
                  </a:lnTo>
                  <a:cubicBezTo>
                    <a:pt x="201283" y="199180"/>
                    <a:pt x="194893" y="205564"/>
                    <a:pt x="195532" y="213863"/>
                  </a:cubicBezTo>
                  <a:lnTo>
                    <a:pt x="195532" y="218332"/>
                  </a:lnTo>
                  <a:cubicBezTo>
                    <a:pt x="195532" y="222163"/>
                    <a:pt x="192976" y="224716"/>
                    <a:pt x="189142" y="224716"/>
                  </a:cubicBezTo>
                  <a:cubicBezTo>
                    <a:pt x="185308" y="224716"/>
                    <a:pt x="182752" y="222163"/>
                    <a:pt x="182752" y="218332"/>
                  </a:cubicBezTo>
                  <a:lnTo>
                    <a:pt x="182752" y="213863"/>
                  </a:lnTo>
                  <a:cubicBezTo>
                    <a:pt x="182113" y="198542"/>
                    <a:pt x="194254" y="186412"/>
                    <a:pt x="208951" y="185774"/>
                  </a:cubicBezTo>
                  <a:lnTo>
                    <a:pt x="224287" y="185774"/>
                  </a:lnTo>
                  <a:cubicBezTo>
                    <a:pt x="232594" y="197265"/>
                    <a:pt x="247930" y="199819"/>
                    <a:pt x="259432" y="191519"/>
                  </a:cubicBezTo>
                  <a:cubicBezTo>
                    <a:pt x="261349" y="189604"/>
                    <a:pt x="263905" y="187689"/>
                    <a:pt x="265182" y="185774"/>
                  </a:cubicBezTo>
                  <a:lnTo>
                    <a:pt x="280518" y="185774"/>
                  </a:lnTo>
                  <a:cubicBezTo>
                    <a:pt x="295854" y="186412"/>
                    <a:pt x="307356" y="198542"/>
                    <a:pt x="306717" y="213863"/>
                  </a:cubicBezTo>
                  <a:lnTo>
                    <a:pt x="306717" y="218332"/>
                  </a:lnTo>
                  <a:close/>
                </a:path>
              </a:pathLst>
            </a:custGeom>
            <a:solidFill>
              <a:srgbClr val="00ABAB"/>
            </a:solidFill>
            <a:ln w="6390" cap="flat">
              <a:noFill/>
              <a:prstDash val="solid"/>
              <a:miter/>
            </a:ln>
          </p:spPr>
          <p:txBody>
            <a:bodyPr rtlCol="0" anchor="ctr"/>
            <a:lstStyle/>
            <a:p>
              <a:endParaRPr lang="en-US"/>
            </a:p>
          </p:txBody>
        </p:sp>
      </p:grpSp>
      <p:sp>
        <p:nvSpPr>
          <p:cNvPr id="638" name="Graphic 4">
            <a:extLst>
              <a:ext uri="{FF2B5EF4-FFF2-40B4-BE49-F238E27FC236}">
                <a16:creationId xmlns:a16="http://schemas.microsoft.com/office/drawing/2014/main" id="{CF1D0482-EB22-564C-91ED-1A5DC09AA45F}"/>
              </a:ext>
            </a:extLst>
          </p:cNvPr>
          <p:cNvSpPr>
            <a:spLocks noChangeAspect="1"/>
          </p:cNvSpPr>
          <p:nvPr/>
        </p:nvSpPr>
        <p:spPr>
          <a:xfrm>
            <a:off x="4045469" y="479325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09268 w 362309"/>
              <a:gd name="connsiteY6" fmla="*/ 191519 h 361971"/>
              <a:gd name="connsiteX7" fmla="*/ 111185 w 362309"/>
              <a:gd name="connsiteY7" fmla="*/ 180028 h 361971"/>
              <a:gd name="connsiteX8" fmla="*/ 118853 w 362309"/>
              <a:gd name="connsiteY8" fmla="*/ 141724 h 361971"/>
              <a:gd name="connsiteX9" fmla="*/ 103517 w 362309"/>
              <a:gd name="connsiteY9" fmla="*/ 133425 h 361971"/>
              <a:gd name="connsiteX10" fmla="*/ 88820 w 362309"/>
              <a:gd name="connsiteY10" fmla="*/ 141724 h 361971"/>
              <a:gd name="connsiteX11" fmla="*/ 93932 w 362309"/>
              <a:gd name="connsiteY11" fmla="*/ 180028 h 361971"/>
              <a:gd name="connsiteX12" fmla="*/ 95849 w 362309"/>
              <a:gd name="connsiteY12" fmla="*/ 191519 h 361971"/>
              <a:gd name="connsiteX13" fmla="*/ 80513 w 362309"/>
              <a:gd name="connsiteY13" fmla="*/ 201734 h 361971"/>
              <a:gd name="connsiteX14" fmla="*/ 70289 w 362309"/>
              <a:gd name="connsiteY14" fmla="*/ 202372 h 361971"/>
              <a:gd name="connsiteX15" fmla="*/ 65177 w 362309"/>
              <a:gd name="connsiteY15" fmla="*/ 204926 h 361971"/>
              <a:gd name="connsiteX16" fmla="*/ 58788 w 362309"/>
              <a:gd name="connsiteY16" fmla="*/ 213225 h 361971"/>
              <a:gd name="connsiteX17" fmla="*/ 53676 w 362309"/>
              <a:gd name="connsiteY17" fmla="*/ 215779 h 361971"/>
              <a:gd name="connsiteX18" fmla="*/ 49842 w 362309"/>
              <a:gd name="connsiteY18" fmla="*/ 214502 h 361971"/>
              <a:gd name="connsiteX19" fmla="*/ 48564 w 362309"/>
              <a:gd name="connsiteY19" fmla="*/ 205564 h 361971"/>
              <a:gd name="connsiteX20" fmla="*/ 48564 w 362309"/>
              <a:gd name="connsiteY20" fmla="*/ 205564 h 361971"/>
              <a:gd name="connsiteX21" fmla="*/ 54954 w 362309"/>
              <a:gd name="connsiteY21" fmla="*/ 197265 h 361971"/>
              <a:gd name="connsiteX22" fmla="*/ 69012 w 362309"/>
              <a:gd name="connsiteY22" fmla="*/ 189604 h 361971"/>
              <a:gd name="connsiteX23" fmla="*/ 79235 w 362309"/>
              <a:gd name="connsiteY23" fmla="*/ 188966 h 361971"/>
              <a:gd name="connsiteX24" fmla="*/ 83708 w 362309"/>
              <a:gd name="connsiteY24" fmla="*/ 187051 h 361971"/>
              <a:gd name="connsiteX25" fmla="*/ 77318 w 362309"/>
              <a:gd name="connsiteY25" fmla="*/ 137256 h 361971"/>
              <a:gd name="connsiteX26" fmla="*/ 104156 w 362309"/>
              <a:gd name="connsiteY26" fmla="*/ 120657 h 361971"/>
              <a:gd name="connsiteX27" fmla="*/ 131633 w 362309"/>
              <a:gd name="connsiteY27" fmla="*/ 136617 h 361971"/>
              <a:gd name="connsiteX28" fmla="*/ 123326 w 362309"/>
              <a:gd name="connsiteY28" fmla="*/ 186412 h 361971"/>
              <a:gd name="connsiteX29" fmla="*/ 127799 w 362309"/>
              <a:gd name="connsiteY29" fmla="*/ 188327 h 361971"/>
              <a:gd name="connsiteX30" fmla="*/ 138023 w 362309"/>
              <a:gd name="connsiteY30" fmla="*/ 188966 h 361971"/>
              <a:gd name="connsiteX31" fmla="*/ 143774 w 362309"/>
              <a:gd name="connsiteY31" fmla="*/ 195988 h 361971"/>
              <a:gd name="connsiteX32" fmla="*/ 136745 w 362309"/>
              <a:gd name="connsiteY32" fmla="*/ 201734 h 361971"/>
              <a:gd name="connsiteX33" fmla="*/ 126521 w 362309"/>
              <a:gd name="connsiteY33" fmla="*/ 201095 h 361971"/>
              <a:gd name="connsiteX34" fmla="*/ 109268 w 362309"/>
              <a:gd name="connsiteY34" fmla="*/ 191519 h 361971"/>
              <a:gd name="connsiteX35" fmla="*/ 109268 w 362309"/>
              <a:gd name="connsiteY35" fmla="*/ 191519 h 361971"/>
              <a:gd name="connsiteX36" fmla="*/ 248569 w 362309"/>
              <a:gd name="connsiteY36" fmla="*/ 239399 h 361971"/>
              <a:gd name="connsiteX37" fmla="*/ 244735 w 362309"/>
              <a:gd name="connsiteY37" fmla="*/ 240676 h 361971"/>
              <a:gd name="connsiteX38" fmla="*/ 239623 w 362309"/>
              <a:gd name="connsiteY38" fmla="*/ 238122 h 361971"/>
              <a:gd name="connsiteX39" fmla="*/ 231955 w 362309"/>
              <a:gd name="connsiteY39" fmla="*/ 227908 h 361971"/>
              <a:gd name="connsiteX40" fmla="*/ 224926 w 362309"/>
              <a:gd name="connsiteY40" fmla="*/ 224078 h 361971"/>
              <a:gd name="connsiteX41" fmla="*/ 212146 w 362309"/>
              <a:gd name="connsiteY41" fmla="*/ 222801 h 361971"/>
              <a:gd name="connsiteX42" fmla="*/ 194254 w 362309"/>
              <a:gd name="connsiteY42" fmla="*/ 211310 h 361971"/>
              <a:gd name="connsiteX43" fmla="*/ 196171 w 362309"/>
              <a:gd name="connsiteY43" fmla="*/ 198542 h 361971"/>
              <a:gd name="connsiteX44" fmla="*/ 203200 w 362309"/>
              <a:gd name="connsiteY44" fmla="*/ 150024 h 361971"/>
              <a:gd name="connsiteX45" fmla="*/ 183391 w 362309"/>
              <a:gd name="connsiteY45" fmla="*/ 138533 h 361971"/>
              <a:gd name="connsiteX46" fmla="*/ 162943 w 362309"/>
              <a:gd name="connsiteY46" fmla="*/ 149385 h 361971"/>
              <a:gd name="connsiteX47" fmla="*/ 172528 w 362309"/>
              <a:gd name="connsiteY47" fmla="*/ 197903 h 361971"/>
              <a:gd name="connsiteX48" fmla="*/ 174446 w 362309"/>
              <a:gd name="connsiteY48" fmla="*/ 210671 h 361971"/>
              <a:gd name="connsiteX49" fmla="*/ 156553 w 362309"/>
              <a:gd name="connsiteY49" fmla="*/ 222163 h 361971"/>
              <a:gd name="connsiteX50" fmla="*/ 143774 w 362309"/>
              <a:gd name="connsiteY50" fmla="*/ 223439 h 361971"/>
              <a:gd name="connsiteX51" fmla="*/ 136745 w 362309"/>
              <a:gd name="connsiteY51" fmla="*/ 227270 h 361971"/>
              <a:gd name="connsiteX52" fmla="*/ 129077 w 362309"/>
              <a:gd name="connsiteY52" fmla="*/ 237484 h 361971"/>
              <a:gd name="connsiteX53" fmla="*/ 120131 w 362309"/>
              <a:gd name="connsiteY53" fmla="*/ 238761 h 361971"/>
              <a:gd name="connsiteX54" fmla="*/ 118853 w 362309"/>
              <a:gd name="connsiteY54" fmla="*/ 229823 h 361971"/>
              <a:gd name="connsiteX55" fmla="*/ 118853 w 362309"/>
              <a:gd name="connsiteY55" fmla="*/ 229823 h 361971"/>
              <a:gd name="connsiteX56" fmla="*/ 126521 w 362309"/>
              <a:gd name="connsiteY56" fmla="*/ 219609 h 361971"/>
              <a:gd name="connsiteX57" fmla="*/ 143135 w 362309"/>
              <a:gd name="connsiteY57" fmla="*/ 210671 h 361971"/>
              <a:gd name="connsiteX58" fmla="*/ 155915 w 362309"/>
              <a:gd name="connsiteY58" fmla="*/ 209395 h 361971"/>
              <a:gd name="connsiteX59" fmla="*/ 162943 w 362309"/>
              <a:gd name="connsiteY59" fmla="*/ 205564 h 361971"/>
              <a:gd name="connsiteX60" fmla="*/ 152081 w 362309"/>
              <a:gd name="connsiteY60" fmla="*/ 144278 h 361971"/>
              <a:gd name="connsiteX61" fmla="*/ 184669 w 362309"/>
              <a:gd name="connsiteY61" fmla="*/ 125126 h 361971"/>
              <a:gd name="connsiteX62" fmla="*/ 216619 w 362309"/>
              <a:gd name="connsiteY62" fmla="*/ 144916 h 361971"/>
              <a:gd name="connsiteX63" fmla="*/ 207673 w 362309"/>
              <a:gd name="connsiteY63" fmla="*/ 205564 h 361971"/>
              <a:gd name="connsiteX64" fmla="*/ 214702 w 362309"/>
              <a:gd name="connsiteY64" fmla="*/ 209395 h 361971"/>
              <a:gd name="connsiteX65" fmla="*/ 227482 w 362309"/>
              <a:gd name="connsiteY65" fmla="*/ 210671 h 361971"/>
              <a:gd name="connsiteX66" fmla="*/ 244096 w 362309"/>
              <a:gd name="connsiteY66" fmla="*/ 219609 h 361971"/>
              <a:gd name="connsiteX67" fmla="*/ 251764 w 362309"/>
              <a:gd name="connsiteY67" fmla="*/ 229823 h 361971"/>
              <a:gd name="connsiteX68" fmla="*/ 248569 w 362309"/>
              <a:gd name="connsiteY68" fmla="*/ 239399 h 361971"/>
              <a:gd name="connsiteX69" fmla="*/ 248569 w 362309"/>
              <a:gd name="connsiteY69" fmla="*/ 239399 h 361971"/>
              <a:gd name="connsiteX70" fmla="*/ 309912 w 362309"/>
              <a:gd name="connsiteY70" fmla="*/ 215779 h 361971"/>
              <a:gd name="connsiteX71" fmla="*/ 304800 w 362309"/>
              <a:gd name="connsiteY71" fmla="*/ 213225 h 361971"/>
              <a:gd name="connsiteX72" fmla="*/ 298410 w 362309"/>
              <a:gd name="connsiteY72" fmla="*/ 204926 h 361971"/>
              <a:gd name="connsiteX73" fmla="*/ 293298 w 362309"/>
              <a:gd name="connsiteY73" fmla="*/ 202372 h 361971"/>
              <a:gd name="connsiteX74" fmla="*/ 283075 w 362309"/>
              <a:gd name="connsiteY74" fmla="*/ 201734 h 361971"/>
              <a:gd name="connsiteX75" fmla="*/ 267739 w 362309"/>
              <a:gd name="connsiteY75" fmla="*/ 191519 h 361971"/>
              <a:gd name="connsiteX76" fmla="*/ 269655 w 362309"/>
              <a:gd name="connsiteY76" fmla="*/ 180028 h 361971"/>
              <a:gd name="connsiteX77" fmla="*/ 274767 w 362309"/>
              <a:gd name="connsiteY77" fmla="*/ 141724 h 361971"/>
              <a:gd name="connsiteX78" fmla="*/ 260071 w 362309"/>
              <a:gd name="connsiteY78" fmla="*/ 133425 h 361971"/>
              <a:gd name="connsiteX79" fmla="*/ 244735 w 362309"/>
              <a:gd name="connsiteY79" fmla="*/ 141724 h 361971"/>
              <a:gd name="connsiteX80" fmla="*/ 252403 w 362309"/>
              <a:gd name="connsiteY80" fmla="*/ 180028 h 361971"/>
              <a:gd name="connsiteX81" fmla="*/ 254320 w 362309"/>
              <a:gd name="connsiteY81" fmla="*/ 191519 h 361971"/>
              <a:gd name="connsiteX82" fmla="*/ 238984 w 362309"/>
              <a:gd name="connsiteY82" fmla="*/ 201095 h 361971"/>
              <a:gd name="connsiteX83" fmla="*/ 228760 w 362309"/>
              <a:gd name="connsiteY83" fmla="*/ 201734 h 361971"/>
              <a:gd name="connsiteX84" fmla="*/ 221731 w 362309"/>
              <a:gd name="connsiteY84" fmla="*/ 195988 h 361971"/>
              <a:gd name="connsiteX85" fmla="*/ 221731 w 362309"/>
              <a:gd name="connsiteY85" fmla="*/ 195988 h 361971"/>
              <a:gd name="connsiteX86" fmla="*/ 227482 w 362309"/>
              <a:gd name="connsiteY86" fmla="*/ 188966 h 361971"/>
              <a:gd name="connsiteX87" fmla="*/ 237706 w 362309"/>
              <a:gd name="connsiteY87" fmla="*/ 188327 h 361971"/>
              <a:gd name="connsiteX88" fmla="*/ 242179 w 362309"/>
              <a:gd name="connsiteY88" fmla="*/ 186412 h 361971"/>
              <a:gd name="connsiteX89" fmla="*/ 233872 w 362309"/>
              <a:gd name="connsiteY89" fmla="*/ 136617 h 361971"/>
              <a:gd name="connsiteX90" fmla="*/ 261349 w 362309"/>
              <a:gd name="connsiteY90" fmla="*/ 120657 h 361971"/>
              <a:gd name="connsiteX91" fmla="*/ 288186 w 362309"/>
              <a:gd name="connsiteY91" fmla="*/ 137256 h 361971"/>
              <a:gd name="connsiteX92" fmla="*/ 281796 w 362309"/>
              <a:gd name="connsiteY92" fmla="*/ 187051 h 361971"/>
              <a:gd name="connsiteX93" fmla="*/ 286270 w 362309"/>
              <a:gd name="connsiteY93" fmla="*/ 188966 h 361971"/>
              <a:gd name="connsiteX94" fmla="*/ 296493 w 362309"/>
              <a:gd name="connsiteY94" fmla="*/ 189604 h 361971"/>
              <a:gd name="connsiteX95" fmla="*/ 310551 w 362309"/>
              <a:gd name="connsiteY95" fmla="*/ 197265 h 361971"/>
              <a:gd name="connsiteX96" fmla="*/ 316941 w 362309"/>
              <a:gd name="connsiteY96" fmla="*/ 205564 h 361971"/>
              <a:gd name="connsiteX97" fmla="*/ 315663 w 362309"/>
              <a:gd name="connsiteY97" fmla="*/ 214502 h 361971"/>
              <a:gd name="connsiteX98" fmla="*/ 315663 w 362309"/>
              <a:gd name="connsiteY98" fmla="*/ 214502 h 361971"/>
              <a:gd name="connsiteX99" fmla="*/ 309912 w 362309"/>
              <a:gd name="connsiteY99" fmla="*/ 215779 h 361971"/>
              <a:gd name="connsiteX100" fmla="*/ 309912 w 362309"/>
              <a:gd name="connsiteY100" fmla="*/ 21577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cubicBezTo>
                  <a:pt x="362310" y="181305"/>
                  <a:pt x="362310" y="181305"/>
                  <a:pt x="362310" y="181305"/>
                </a:cubicBezTo>
                <a:cubicBezTo>
                  <a:pt x="362310" y="80438"/>
                  <a:pt x="281796" y="0"/>
                  <a:pt x="181474" y="0"/>
                </a:cubicBezTo>
                <a:close/>
                <a:moveTo>
                  <a:pt x="109268" y="191519"/>
                </a:moveTo>
                <a:cubicBezTo>
                  <a:pt x="107351" y="187689"/>
                  <a:pt x="107990" y="182582"/>
                  <a:pt x="111185" y="180028"/>
                </a:cubicBezTo>
                <a:cubicBezTo>
                  <a:pt x="114380" y="176836"/>
                  <a:pt x="123965" y="153854"/>
                  <a:pt x="118853" y="141724"/>
                </a:cubicBezTo>
                <a:cubicBezTo>
                  <a:pt x="117575" y="138533"/>
                  <a:pt x="114380" y="133425"/>
                  <a:pt x="103517" y="133425"/>
                </a:cubicBezTo>
                <a:cubicBezTo>
                  <a:pt x="97127" y="132787"/>
                  <a:pt x="91376" y="135979"/>
                  <a:pt x="88820" y="141724"/>
                </a:cubicBezTo>
                <a:cubicBezTo>
                  <a:pt x="83708" y="154492"/>
                  <a:pt x="91376" y="176836"/>
                  <a:pt x="93932" y="180028"/>
                </a:cubicBezTo>
                <a:cubicBezTo>
                  <a:pt x="97127" y="183220"/>
                  <a:pt x="97766" y="187689"/>
                  <a:pt x="95849" y="191519"/>
                </a:cubicBezTo>
                <a:cubicBezTo>
                  <a:pt x="92654" y="197265"/>
                  <a:pt x="86903" y="201095"/>
                  <a:pt x="80513" y="201734"/>
                </a:cubicBezTo>
                <a:lnTo>
                  <a:pt x="70289" y="202372"/>
                </a:lnTo>
                <a:cubicBezTo>
                  <a:pt x="68372" y="202372"/>
                  <a:pt x="66456" y="203649"/>
                  <a:pt x="65177" y="204926"/>
                </a:cubicBezTo>
                <a:lnTo>
                  <a:pt x="58788" y="213225"/>
                </a:lnTo>
                <a:cubicBezTo>
                  <a:pt x="57509" y="215140"/>
                  <a:pt x="55593" y="215779"/>
                  <a:pt x="53676" y="215779"/>
                </a:cubicBezTo>
                <a:cubicBezTo>
                  <a:pt x="52398" y="215779"/>
                  <a:pt x="51119" y="215140"/>
                  <a:pt x="49842" y="214502"/>
                </a:cubicBezTo>
                <a:cubicBezTo>
                  <a:pt x="47286" y="212587"/>
                  <a:pt x="46647" y="208118"/>
                  <a:pt x="48564" y="205564"/>
                </a:cubicBezTo>
                <a:cubicBezTo>
                  <a:pt x="48564" y="205564"/>
                  <a:pt x="48564" y="205564"/>
                  <a:pt x="48564" y="205564"/>
                </a:cubicBezTo>
                <a:lnTo>
                  <a:pt x="54954" y="197265"/>
                </a:lnTo>
                <a:cubicBezTo>
                  <a:pt x="58149" y="192796"/>
                  <a:pt x="63261" y="189604"/>
                  <a:pt x="69012" y="189604"/>
                </a:cubicBezTo>
                <a:lnTo>
                  <a:pt x="79235" y="188966"/>
                </a:lnTo>
                <a:cubicBezTo>
                  <a:pt x="80513" y="188966"/>
                  <a:pt x="82430" y="188327"/>
                  <a:pt x="83708" y="187051"/>
                </a:cubicBezTo>
                <a:cubicBezTo>
                  <a:pt x="77318" y="178113"/>
                  <a:pt x="70289" y="153854"/>
                  <a:pt x="77318" y="137256"/>
                </a:cubicBezTo>
                <a:cubicBezTo>
                  <a:pt x="81792" y="126403"/>
                  <a:pt x="92654" y="120019"/>
                  <a:pt x="104156" y="120657"/>
                </a:cubicBezTo>
                <a:cubicBezTo>
                  <a:pt x="121409" y="120657"/>
                  <a:pt x="128438" y="129595"/>
                  <a:pt x="131633" y="136617"/>
                </a:cubicBezTo>
                <a:cubicBezTo>
                  <a:pt x="138662" y="153216"/>
                  <a:pt x="129077" y="178113"/>
                  <a:pt x="123326" y="186412"/>
                </a:cubicBezTo>
                <a:cubicBezTo>
                  <a:pt x="124604" y="187689"/>
                  <a:pt x="125882" y="188327"/>
                  <a:pt x="127799" y="188327"/>
                </a:cubicBezTo>
                <a:lnTo>
                  <a:pt x="138023" y="188966"/>
                </a:lnTo>
                <a:cubicBezTo>
                  <a:pt x="141857" y="188966"/>
                  <a:pt x="144413" y="192158"/>
                  <a:pt x="143774" y="195988"/>
                </a:cubicBezTo>
                <a:cubicBezTo>
                  <a:pt x="143774" y="199819"/>
                  <a:pt x="140579" y="202372"/>
                  <a:pt x="136745" y="201734"/>
                </a:cubicBezTo>
                <a:lnTo>
                  <a:pt x="126521" y="201095"/>
                </a:lnTo>
                <a:cubicBezTo>
                  <a:pt x="118853" y="201095"/>
                  <a:pt x="113102" y="197265"/>
                  <a:pt x="109268" y="191519"/>
                </a:cubicBezTo>
                <a:lnTo>
                  <a:pt x="109268" y="191519"/>
                </a:lnTo>
                <a:close/>
                <a:moveTo>
                  <a:pt x="248569" y="239399"/>
                </a:moveTo>
                <a:cubicBezTo>
                  <a:pt x="247291" y="240038"/>
                  <a:pt x="246013" y="240676"/>
                  <a:pt x="244735" y="240676"/>
                </a:cubicBezTo>
                <a:cubicBezTo>
                  <a:pt x="242818" y="240676"/>
                  <a:pt x="240901" y="240038"/>
                  <a:pt x="239623" y="238122"/>
                </a:cubicBezTo>
                <a:lnTo>
                  <a:pt x="231955" y="227908"/>
                </a:lnTo>
                <a:cubicBezTo>
                  <a:pt x="230038" y="225355"/>
                  <a:pt x="227482" y="224078"/>
                  <a:pt x="224926" y="224078"/>
                </a:cubicBezTo>
                <a:lnTo>
                  <a:pt x="212146" y="222801"/>
                </a:lnTo>
                <a:cubicBezTo>
                  <a:pt x="204478" y="222163"/>
                  <a:pt x="198088" y="217694"/>
                  <a:pt x="194254" y="211310"/>
                </a:cubicBezTo>
                <a:cubicBezTo>
                  <a:pt x="191698" y="206841"/>
                  <a:pt x="192337" y="201734"/>
                  <a:pt x="196171" y="198542"/>
                </a:cubicBezTo>
                <a:cubicBezTo>
                  <a:pt x="200005" y="194711"/>
                  <a:pt x="210229" y="167260"/>
                  <a:pt x="203200" y="150024"/>
                </a:cubicBezTo>
                <a:cubicBezTo>
                  <a:pt x="200005" y="142363"/>
                  <a:pt x="191698" y="137256"/>
                  <a:pt x="183391" y="138533"/>
                </a:cubicBezTo>
                <a:cubicBezTo>
                  <a:pt x="172528" y="138533"/>
                  <a:pt x="165500" y="142363"/>
                  <a:pt x="162943" y="149385"/>
                </a:cubicBezTo>
                <a:cubicBezTo>
                  <a:pt x="156553" y="165345"/>
                  <a:pt x="168056" y="194073"/>
                  <a:pt x="172528" y="197903"/>
                </a:cubicBezTo>
                <a:cubicBezTo>
                  <a:pt x="176363" y="201095"/>
                  <a:pt x="177001" y="206203"/>
                  <a:pt x="174446" y="210671"/>
                </a:cubicBezTo>
                <a:cubicBezTo>
                  <a:pt x="170611" y="217055"/>
                  <a:pt x="164221" y="221524"/>
                  <a:pt x="156553" y="222163"/>
                </a:cubicBezTo>
                <a:lnTo>
                  <a:pt x="143774" y="223439"/>
                </a:lnTo>
                <a:cubicBezTo>
                  <a:pt x="140579" y="223439"/>
                  <a:pt x="138023" y="225355"/>
                  <a:pt x="136745" y="227270"/>
                </a:cubicBezTo>
                <a:lnTo>
                  <a:pt x="129077" y="237484"/>
                </a:lnTo>
                <a:cubicBezTo>
                  <a:pt x="127160" y="240038"/>
                  <a:pt x="122687" y="240676"/>
                  <a:pt x="120131" y="238761"/>
                </a:cubicBezTo>
                <a:cubicBezTo>
                  <a:pt x="117575" y="236846"/>
                  <a:pt x="116936" y="232377"/>
                  <a:pt x="118853" y="229823"/>
                </a:cubicBezTo>
                <a:cubicBezTo>
                  <a:pt x="118853" y="229823"/>
                  <a:pt x="118853" y="229823"/>
                  <a:pt x="118853" y="229823"/>
                </a:cubicBezTo>
                <a:lnTo>
                  <a:pt x="126521" y="219609"/>
                </a:lnTo>
                <a:cubicBezTo>
                  <a:pt x="130355" y="214502"/>
                  <a:pt x="136745" y="210671"/>
                  <a:pt x="143135" y="210671"/>
                </a:cubicBezTo>
                <a:lnTo>
                  <a:pt x="155915" y="209395"/>
                </a:lnTo>
                <a:cubicBezTo>
                  <a:pt x="158471" y="209395"/>
                  <a:pt x="161027" y="208118"/>
                  <a:pt x="162943" y="205564"/>
                </a:cubicBezTo>
                <a:cubicBezTo>
                  <a:pt x="155915" y="195988"/>
                  <a:pt x="143774" y="165345"/>
                  <a:pt x="152081" y="144278"/>
                </a:cubicBezTo>
                <a:cubicBezTo>
                  <a:pt x="155276" y="135341"/>
                  <a:pt x="164221" y="125126"/>
                  <a:pt x="184669" y="125126"/>
                </a:cubicBezTo>
                <a:cubicBezTo>
                  <a:pt x="198727" y="123849"/>
                  <a:pt x="211507" y="131510"/>
                  <a:pt x="216619" y="144916"/>
                </a:cubicBezTo>
                <a:cubicBezTo>
                  <a:pt x="224926" y="165345"/>
                  <a:pt x="215341" y="195988"/>
                  <a:pt x="207673" y="205564"/>
                </a:cubicBezTo>
                <a:cubicBezTo>
                  <a:pt x="209590" y="207479"/>
                  <a:pt x="212146" y="208756"/>
                  <a:pt x="214702" y="209395"/>
                </a:cubicBezTo>
                <a:lnTo>
                  <a:pt x="227482" y="210671"/>
                </a:lnTo>
                <a:cubicBezTo>
                  <a:pt x="233872" y="211310"/>
                  <a:pt x="240262" y="214502"/>
                  <a:pt x="244096" y="219609"/>
                </a:cubicBezTo>
                <a:lnTo>
                  <a:pt x="251764" y="229823"/>
                </a:lnTo>
                <a:cubicBezTo>
                  <a:pt x="252403" y="233015"/>
                  <a:pt x="251764" y="237484"/>
                  <a:pt x="248569" y="239399"/>
                </a:cubicBezTo>
                <a:cubicBezTo>
                  <a:pt x="248569" y="239399"/>
                  <a:pt x="248569" y="239399"/>
                  <a:pt x="248569" y="239399"/>
                </a:cubicBezTo>
                <a:close/>
                <a:moveTo>
                  <a:pt x="309912" y="215779"/>
                </a:moveTo>
                <a:cubicBezTo>
                  <a:pt x="307995" y="215779"/>
                  <a:pt x="306078" y="214502"/>
                  <a:pt x="304800" y="213225"/>
                </a:cubicBezTo>
                <a:lnTo>
                  <a:pt x="298410" y="204926"/>
                </a:lnTo>
                <a:cubicBezTo>
                  <a:pt x="297132" y="203011"/>
                  <a:pt x="295215" y="202372"/>
                  <a:pt x="293298" y="202372"/>
                </a:cubicBezTo>
                <a:lnTo>
                  <a:pt x="283075" y="201734"/>
                </a:lnTo>
                <a:cubicBezTo>
                  <a:pt x="276685" y="201095"/>
                  <a:pt x="270934" y="197265"/>
                  <a:pt x="267739" y="191519"/>
                </a:cubicBezTo>
                <a:cubicBezTo>
                  <a:pt x="265822" y="187689"/>
                  <a:pt x="266460" y="182582"/>
                  <a:pt x="269655" y="180028"/>
                </a:cubicBezTo>
                <a:cubicBezTo>
                  <a:pt x="272850" y="176836"/>
                  <a:pt x="280518" y="154492"/>
                  <a:pt x="274767" y="141724"/>
                </a:cubicBezTo>
                <a:cubicBezTo>
                  <a:pt x="272212" y="135979"/>
                  <a:pt x="266460" y="132787"/>
                  <a:pt x="260071" y="133425"/>
                </a:cubicBezTo>
                <a:cubicBezTo>
                  <a:pt x="249208" y="133425"/>
                  <a:pt x="246013" y="137894"/>
                  <a:pt x="244735" y="141724"/>
                </a:cubicBezTo>
                <a:cubicBezTo>
                  <a:pt x="239623" y="153854"/>
                  <a:pt x="248569" y="176836"/>
                  <a:pt x="252403" y="180028"/>
                </a:cubicBezTo>
                <a:cubicBezTo>
                  <a:pt x="255597" y="183220"/>
                  <a:pt x="256237" y="187689"/>
                  <a:pt x="254320" y="191519"/>
                </a:cubicBezTo>
                <a:cubicBezTo>
                  <a:pt x="251125" y="197265"/>
                  <a:pt x="245374" y="201095"/>
                  <a:pt x="238984" y="201095"/>
                </a:cubicBezTo>
                <a:lnTo>
                  <a:pt x="228760" y="201734"/>
                </a:lnTo>
                <a:cubicBezTo>
                  <a:pt x="224926" y="201734"/>
                  <a:pt x="222370" y="199180"/>
                  <a:pt x="221731" y="195988"/>
                </a:cubicBezTo>
                <a:cubicBezTo>
                  <a:pt x="221731" y="195988"/>
                  <a:pt x="221731" y="195988"/>
                  <a:pt x="221731" y="195988"/>
                </a:cubicBezTo>
                <a:cubicBezTo>
                  <a:pt x="221731" y="192796"/>
                  <a:pt x="224287" y="189604"/>
                  <a:pt x="227482" y="188966"/>
                </a:cubicBezTo>
                <a:lnTo>
                  <a:pt x="237706" y="188327"/>
                </a:lnTo>
                <a:cubicBezTo>
                  <a:pt x="238984" y="188327"/>
                  <a:pt x="240901" y="187689"/>
                  <a:pt x="242179" y="186412"/>
                </a:cubicBezTo>
                <a:cubicBezTo>
                  <a:pt x="235789" y="177475"/>
                  <a:pt x="226843" y="153216"/>
                  <a:pt x="233872" y="136617"/>
                </a:cubicBezTo>
                <a:cubicBezTo>
                  <a:pt x="237067" y="128957"/>
                  <a:pt x="244096" y="120657"/>
                  <a:pt x="261349" y="120657"/>
                </a:cubicBezTo>
                <a:cubicBezTo>
                  <a:pt x="272850" y="120019"/>
                  <a:pt x="283713" y="126403"/>
                  <a:pt x="288186" y="137256"/>
                </a:cubicBezTo>
                <a:cubicBezTo>
                  <a:pt x="294576" y="153854"/>
                  <a:pt x="287547" y="178113"/>
                  <a:pt x="281796" y="187051"/>
                </a:cubicBezTo>
                <a:cubicBezTo>
                  <a:pt x="283075" y="188327"/>
                  <a:pt x="284352" y="188966"/>
                  <a:pt x="286270" y="188966"/>
                </a:cubicBezTo>
                <a:lnTo>
                  <a:pt x="296493" y="189604"/>
                </a:lnTo>
                <a:cubicBezTo>
                  <a:pt x="302244" y="190243"/>
                  <a:pt x="307356" y="192796"/>
                  <a:pt x="310551" y="197265"/>
                </a:cubicBezTo>
                <a:lnTo>
                  <a:pt x="316941" y="205564"/>
                </a:lnTo>
                <a:cubicBezTo>
                  <a:pt x="318858" y="208118"/>
                  <a:pt x="318219" y="212587"/>
                  <a:pt x="315663" y="214502"/>
                </a:cubicBezTo>
                <a:cubicBezTo>
                  <a:pt x="315663" y="214502"/>
                  <a:pt x="315663" y="214502"/>
                  <a:pt x="315663" y="214502"/>
                </a:cubicBezTo>
                <a:cubicBezTo>
                  <a:pt x="312468" y="215140"/>
                  <a:pt x="311190" y="215779"/>
                  <a:pt x="309912" y="215779"/>
                </a:cubicBezTo>
                <a:lnTo>
                  <a:pt x="309912" y="215779"/>
                </a:lnTo>
                <a:close/>
              </a:path>
            </a:pathLst>
          </a:custGeom>
          <a:solidFill>
            <a:srgbClr val="00ABAB"/>
          </a:solidFill>
          <a:ln w="6390" cap="flat">
            <a:noFill/>
            <a:prstDash val="solid"/>
            <a:miter/>
          </a:ln>
        </p:spPr>
        <p:txBody>
          <a:bodyPr rtlCol="0" anchor="ctr"/>
          <a:lstStyle/>
          <a:p>
            <a:endParaRPr lang="en-US"/>
          </a:p>
        </p:txBody>
      </p:sp>
      <p:grpSp>
        <p:nvGrpSpPr>
          <p:cNvPr id="639" name="Graphic 4">
            <a:extLst>
              <a:ext uri="{FF2B5EF4-FFF2-40B4-BE49-F238E27FC236}">
                <a16:creationId xmlns:a16="http://schemas.microsoft.com/office/drawing/2014/main" id="{8F646078-E8E3-7646-B7EC-A717E60FEB8C}"/>
              </a:ext>
            </a:extLst>
          </p:cNvPr>
          <p:cNvGrpSpPr>
            <a:grpSpLocks noChangeAspect="1"/>
          </p:cNvGrpSpPr>
          <p:nvPr/>
        </p:nvGrpSpPr>
        <p:grpSpPr>
          <a:xfrm>
            <a:off x="7191874" y="1885990"/>
            <a:ext cx="362312" cy="361971"/>
            <a:chOff x="7191874" y="1885990"/>
            <a:chExt cx="362312" cy="361971"/>
          </a:xfrm>
          <a:solidFill>
            <a:srgbClr val="00ABAB"/>
          </a:solidFill>
        </p:grpSpPr>
        <p:sp>
          <p:nvSpPr>
            <p:cNvPr id="640" name="Graphic 4">
              <a:extLst>
                <a:ext uri="{FF2B5EF4-FFF2-40B4-BE49-F238E27FC236}">
                  <a16:creationId xmlns:a16="http://schemas.microsoft.com/office/drawing/2014/main" id="{FCD0141A-DE0E-AC4D-879D-122FE9C00497}"/>
                </a:ext>
              </a:extLst>
            </p:cNvPr>
            <p:cNvSpPr/>
            <p:nvPr/>
          </p:nvSpPr>
          <p:spPr>
            <a:xfrm>
              <a:off x="7355456" y="2063465"/>
              <a:ext cx="38339" cy="51071"/>
            </a:xfrm>
            <a:custGeom>
              <a:avLst/>
              <a:gdLst>
                <a:gd name="connsiteX0" fmla="*/ 0 w 38339"/>
                <a:gd name="connsiteY0" fmla="*/ 0 h 51071"/>
                <a:gd name="connsiteX1" fmla="*/ 38339 w 38339"/>
                <a:gd name="connsiteY1" fmla="*/ 0 h 51071"/>
                <a:gd name="connsiteX2" fmla="*/ 38339 w 38339"/>
                <a:gd name="connsiteY2" fmla="*/ 51072 h 51071"/>
                <a:gd name="connsiteX3" fmla="*/ 0 w 38339"/>
                <a:gd name="connsiteY3" fmla="*/ 51072 h 51071"/>
              </a:gdLst>
              <a:ahLst/>
              <a:cxnLst>
                <a:cxn ang="0">
                  <a:pos x="connsiteX0" y="connsiteY0"/>
                </a:cxn>
                <a:cxn ang="0">
                  <a:pos x="connsiteX1" y="connsiteY1"/>
                </a:cxn>
                <a:cxn ang="0">
                  <a:pos x="connsiteX2" y="connsiteY2"/>
                </a:cxn>
                <a:cxn ang="0">
                  <a:pos x="connsiteX3" y="connsiteY3"/>
                </a:cxn>
              </a:cxnLst>
              <a:rect l="l" t="t" r="r" b="b"/>
              <a:pathLst>
                <a:path w="38339" h="51071">
                  <a:moveTo>
                    <a:pt x="0" y="0"/>
                  </a:moveTo>
                  <a:lnTo>
                    <a:pt x="38339" y="0"/>
                  </a:lnTo>
                  <a:lnTo>
                    <a:pt x="38339" y="51072"/>
                  </a:lnTo>
                  <a:lnTo>
                    <a:pt x="0" y="51072"/>
                  </a:lnTo>
                  <a:close/>
                </a:path>
              </a:pathLst>
            </a:custGeom>
            <a:solidFill>
              <a:srgbClr val="00ABAB"/>
            </a:solidFill>
            <a:ln w="6390" cap="flat">
              <a:noFill/>
              <a:prstDash val="solid"/>
              <a:miter/>
            </a:ln>
          </p:spPr>
          <p:txBody>
            <a:bodyPr rtlCol="0" anchor="ctr"/>
            <a:lstStyle/>
            <a:p>
              <a:endParaRPr lang="en-US"/>
            </a:p>
          </p:txBody>
        </p:sp>
        <p:sp>
          <p:nvSpPr>
            <p:cNvPr id="641" name="Graphic 4">
              <a:extLst>
                <a:ext uri="{FF2B5EF4-FFF2-40B4-BE49-F238E27FC236}">
                  <a16:creationId xmlns:a16="http://schemas.microsoft.com/office/drawing/2014/main" id="{37A237AD-0DD7-E944-95B9-0CCE824B9D73}"/>
                </a:ext>
              </a:extLst>
            </p:cNvPr>
            <p:cNvSpPr/>
            <p:nvPr/>
          </p:nvSpPr>
          <p:spPr>
            <a:xfrm>
              <a:off x="7367597" y="2013670"/>
              <a:ext cx="14057" cy="14044"/>
            </a:xfrm>
            <a:custGeom>
              <a:avLst/>
              <a:gdLst>
                <a:gd name="connsiteX0" fmla="*/ 7029 w 14057"/>
                <a:gd name="connsiteY0" fmla="*/ 14045 h 14044"/>
                <a:gd name="connsiteX1" fmla="*/ 14058 w 14057"/>
                <a:gd name="connsiteY1" fmla="*/ 7022 h 14044"/>
                <a:gd name="connsiteX2" fmla="*/ 7029 w 14057"/>
                <a:gd name="connsiteY2" fmla="*/ 0 h 14044"/>
                <a:gd name="connsiteX3" fmla="*/ 0 w 14057"/>
                <a:gd name="connsiteY3" fmla="*/ 7022 h 14044"/>
                <a:gd name="connsiteX4" fmla="*/ 0 w 14057"/>
                <a:gd name="connsiteY4" fmla="*/ 7661 h 14044"/>
                <a:gd name="connsiteX5" fmla="*/ 7029 w 14057"/>
                <a:gd name="connsiteY5" fmla="*/ 14045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57" h="14044">
                  <a:moveTo>
                    <a:pt x="7029" y="14045"/>
                  </a:moveTo>
                  <a:cubicBezTo>
                    <a:pt x="10863" y="14045"/>
                    <a:pt x="14058" y="10853"/>
                    <a:pt x="14058" y="7022"/>
                  </a:cubicBezTo>
                  <a:cubicBezTo>
                    <a:pt x="14058" y="3192"/>
                    <a:pt x="10863" y="0"/>
                    <a:pt x="7029" y="0"/>
                  </a:cubicBezTo>
                  <a:cubicBezTo>
                    <a:pt x="3195" y="0"/>
                    <a:pt x="0" y="3192"/>
                    <a:pt x="0" y="7022"/>
                  </a:cubicBezTo>
                  <a:cubicBezTo>
                    <a:pt x="0" y="7022"/>
                    <a:pt x="0" y="7022"/>
                    <a:pt x="0" y="7661"/>
                  </a:cubicBezTo>
                  <a:cubicBezTo>
                    <a:pt x="0" y="11491"/>
                    <a:pt x="3195" y="14045"/>
                    <a:pt x="7029" y="14045"/>
                  </a:cubicBezTo>
                  <a:close/>
                </a:path>
              </a:pathLst>
            </a:custGeom>
            <a:solidFill>
              <a:srgbClr val="00ABAB"/>
            </a:solidFill>
            <a:ln w="6390" cap="flat">
              <a:noFill/>
              <a:prstDash val="solid"/>
              <a:miter/>
            </a:ln>
          </p:spPr>
          <p:txBody>
            <a:bodyPr rtlCol="0" anchor="ctr"/>
            <a:lstStyle/>
            <a:p>
              <a:endParaRPr lang="en-US"/>
            </a:p>
          </p:txBody>
        </p:sp>
        <p:sp>
          <p:nvSpPr>
            <p:cNvPr id="642" name="Graphic 4">
              <a:extLst>
                <a:ext uri="{FF2B5EF4-FFF2-40B4-BE49-F238E27FC236}">
                  <a16:creationId xmlns:a16="http://schemas.microsoft.com/office/drawing/2014/main" id="{DAA924F1-8094-294B-8070-CD7D3A57759E}"/>
                </a:ext>
              </a:extLst>
            </p:cNvPr>
            <p:cNvSpPr/>
            <p:nvPr/>
          </p:nvSpPr>
          <p:spPr>
            <a:xfrm>
              <a:off x="7282611" y="2016862"/>
              <a:ext cx="38339" cy="51071"/>
            </a:xfrm>
            <a:custGeom>
              <a:avLst/>
              <a:gdLst>
                <a:gd name="connsiteX0" fmla="*/ 0 w 38339"/>
                <a:gd name="connsiteY0" fmla="*/ 0 h 51071"/>
                <a:gd name="connsiteX1" fmla="*/ 38339 w 38339"/>
                <a:gd name="connsiteY1" fmla="*/ 0 h 51071"/>
                <a:gd name="connsiteX2" fmla="*/ 38339 w 38339"/>
                <a:gd name="connsiteY2" fmla="*/ 51072 h 51071"/>
                <a:gd name="connsiteX3" fmla="*/ 0 w 38339"/>
                <a:gd name="connsiteY3" fmla="*/ 51072 h 51071"/>
              </a:gdLst>
              <a:ahLst/>
              <a:cxnLst>
                <a:cxn ang="0">
                  <a:pos x="connsiteX0" y="connsiteY0"/>
                </a:cxn>
                <a:cxn ang="0">
                  <a:pos x="connsiteX1" y="connsiteY1"/>
                </a:cxn>
                <a:cxn ang="0">
                  <a:pos x="connsiteX2" y="connsiteY2"/>
                </a:cxn>
                <a:cxn ang="0">
                  <a:pos x="connsiteX3" y="connsiteY3"/>
                </a:cxn>
              </a:cxnLst>
              <a:rect l="l" t="t" r="r" b="b"/>
              <a:pathLst>
                <a:path w="38339" h="51071">
                  <a:moveTo>
                    <a:pt x="0" y="0"/>
                  </a:moveTo>
                  <a:lnTo>
                    <a:pt x="38339" y="0"/>
                  </a:lnTo>
                  <a:lnTo>
                    <a:pt x="38339" y="51072"/>
                  </a:lnTo>
                  <a:lnTo>
                    <a:pt x="0" y="51072"/>
                  </a:lnTo>
                  <a:close/>
                </a:path>
              </a:pathLst>
            </a:custGeom>
            <a:solidFill>
              <a:srgbClr val="00ABAB"/>
            </a:solidFill>
            <a:ln w="6390" cap="flat">
              <a:noFill/>
              <a:prstDash val="solid"/>
              <a:miter/>
            </a:ln>
          </p:spPr>
          <p:txBody>
            <a:bodyPr rtlCol="0" anchor="ctr"/>
            <a:lstStyle/>
            <a:p>
              <a:endParaRPr lang="en-US"/>
            </a:p>
          </p:txBody>
        </p:sp>
        <p:sp>
          <p:nvSpPr>
            <p:cNvPr id="643" name="Graphic 4">
              <a:extLst>
                <a:ext uri="{FF2B5EF4-FFF2-40B4-BE49-F238E27FC236}">
                  <a16:creationId xmlns:a16="http://schemas.microsoft.com/office/drawing/2014/main" id="{3D9443C6-65DC-064C-9CAF-74A7B225B3FF}"/>
                </a:ext>
              </a:extLst>
            </p:cNvPr>
            <p:cNvSpPr/>
            <p:nvPr/>
          </p:nvSpPr>
          <p:spPr>
            <a:xfrm>
              <a:off x="7294752" y="1967067"/>
              <a:ext cx="14057" cy="14044"/>
            </a:xfrm>
            <a:custGeom>
              <a:avLst/>
              <a:gdLst>
                <a:gd name="connsiteX0" fmla="*/ 14058 w 14057"/>
                <a:gd name="connsiteY0" fmla="*/ 7022 h 14044"/>
                <a:gd name="connsiteX1" fmla="*/ 7029 w 14057"/>
                <a:gd name="connsiteY1" fmla="*/ 14045 h 14044"/>
                <a:gd name="connsiteX2" fmla="*/ 1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2" y="14045"/>
                    <a:pt x="7029" y="14045"/>
                  </a:cubicBezTo>
                  <a:cubicBezTo>
                    <a:pt x="3147" y="14045"/>
                    <a:pt x="1" y="10901"/>
                    <a:pt x="1" y="7022"/>
                  </a:cubicBezTo>
                  <a:cubicBezTo>
                    <a:pt x="1" y="3144"/>
                    <a:pt x="3147" y="0"/>
                    <a:pt x="7029" y="0"/>
                  </a:cubicBezTo>
                  <a:cubicBezTo>
                    <a:pt x="10912" y="0"/>
                    <a:pt x="14058" y="3144"/>
                    <a:pt x="14058" y="7022"/>
                  </a:cubicBezTo>
                  <a:close/>
                </a:path>
              </a:pathLst>
            </a:custGeom>
            <a:solidFill>
              <a:srgbClr val="00ABAB"/>
            </a:solidFill>
            <a:ln w="6390" cap="flat">
              <a:noFill/>
              <a:prstDash val="solid"/>
              <a:miter/>
            </a:ln>
          </p:spPr>
          <p:txBody>
            <a:bodyPr rtlCol="0" anchor="ctr"/>
            <a:lstStyle/>
            <a:p>
              <a:endParaRPr lang="en-US"/>
            </a:p>
          </p:txBody>
        </p:sp>
        <p:sp>
          <p:nvSpPr>
            <p:cNvPr id="644" name="Graphic 4">
              <a:extLst>
                <a:ext uri="{FF2B5EF4-FFF2-40B4-BE49-F238E27FC236}">
                  <a16:creationId xmlns:a16="http://schemas.microsoft.com/office/drawing/2014/main" id="{1F60C35E-5DE3-F544-A314-3357D991EB41}"/>
                </a:ext>
              </a:extLst>
            </p:cNvPr>
            <p:cNvSpPr/>
            <p:nvPr/>
          </p:nvSpPr>
          <p:spPr>
            <a:xfrm>
              <a:off x="7191874" y="1885990"/>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53041 w 362312"/>
                <a:gd name="connsiteY6" fmla="*/ 68309 h 361971"/>
                <a:gd name="connsiteX7" fmla="*/ 272850 w 362312"/>
                <a:gd name="connsiteY7" fmla="*/ 87461 h 361971"/>
                <a:gd name="connsiteX8" fmla="*/ 253680 w 362312"/>
                <a:gd name="connsiteY8" fmla="*/ 107251 h 361971"/>
                <a:gd name="connsiteX9" fmla="*/ 233872 w 362312"/>
                <a:gd name="connsiteY9" fmla="*/ 88099 h 361971"/>
                <a:gd name="connsiteX10" fmla="*/ 233872 w 362312"/>
                <a:gd name="connsiteY10" fmla="*/ 87461 h 361971"/>
                <a:gd name="connsiteX11" fmla="*/ 253041 w 362312"/>
                <a:gd name="connsiteY11" fmla="*/ 68309 h 361971"/>
                <a:gd name="connsiteX12" fmla="*/ 253041 w 362312"/>
                <a:gd name="connsiteY12" fmla="*/ 68309 h 361971"/>
                <a:gd name="connsiteX13" fmla="*/ 182752 w 362312"/>
                <a:gd name="connsiteY13" fmla="*/ 115550 h 361971"/>
                <a:gd name="connsiteX14" fmla="*/ 201922 w 362312"/>
                <a:gd name="connsiteY14" fmla="*/ 135341 h 361971"/>
                <a:gd name="connsiteX15" fmla="*/ 182113 w 362312"/>
                <a:gd name="connsiteY15" fmla="*/ 154492 h 361971"/>
                <a:gd name="connsiteX16" fmla="*/ 162943 w 362312"/>
                <a:gd name="connsiteY16" fmla="*/ 135341 h 361971"/>
                <a:gd name="connsiteX17" fmla="*/ 182752 w 362312"/>
                <a:gd name="connsiteY17" fmla="*/ 115550 h 361971"/>
                <a:gd name="connsiteX18" fmla="*/ 182752 w 362312"/>
                <a:gd name="connsiteY18" fmla="*/ 115550 h 361971"/>
                <a:gd name="connsiteX19" fmla="*/ 182752 w 362312"/>
                <a:gd name="connsiteY19" fmla="*/ 115550 h 361971"/>
                <a:gd name="connsiteX20" fmla="*/ 110546 w 362312"/>
                <a:gd name="connsiteY20" fmla="*/ 68309 h 361971"/>
                <a:gd name="connsiteX21" fmla="*/ 130355 w 362312"/>
                <a:gd name="connsiteY21" fmla="*/ 87461 h 361971"/>
                <a:gd name="connsiteX22" fmla="*/ 111185 w 362312"/>
                <a:gd name="connsiteY22" fmla="*/ 107251 h 361971"/>
                <a:gd name="connsiteX23" fmla="*/ 91376 w 362312"/>
                <a:gd name="connsiteY23" fmla="*/ 88099 h 361971"/>
                <a:gd name="connsiteX24" fmla="*/ 91376 w 362312"/>
                <a:gd name="connsiteY24" fmla="*/ 87461 h 361971"/>
                <a:gd name="connsiteX25" fmla="*/ 110546 w 362312"/>
                <a:gd name="connsiteY25" fmla="*/ 68309 h 361971"/>
                <a:gd name="connsiteX26" fmla="*/ 110546 w 362312"/>
                <a:gd name="connsiteY26" fmla="*/ 68309 h 361971"/>
                <a:gd name="connsiteX27" fmla="*/ 72207 w 362312"/>
                <a:gd name="connsiteY27" fmla="*/ 181944 h 361971"/>
                <a:gd name="connsiteX28" fmla="*/ 65817 w 362312"/>
                <a:gd name="connsiteY28" fmla="*/ 188327 h 361971"/>
                <a:gd name="connsiteX29" fmla="*/ 59427 w 362312"/>
                <a:gd name="connsiteY29" fmla="*/ 181944 h 361971"/>
                <a:gd name="connsiteX30" fmla="*/ 59427 w 362312"/>
                <a:gd name="connsiteY30" fmla="*/ 125765 h 361971"/>
                <a:gd name="connsiteX31" fmla="*/ 65817 w 362312"/>
                <a:gd name="connsiteY31" fmla="*/ 119381 h 361971"/>
                <a:gd name="connsiteX32" fmla="*/ 72207 w 362312"/>
                <a:gd name="connsiteY32" fmla="*/ 125765 h 361971"/>
                <a:gd name="connsiteX33" fmla="*/ 72207 w 362312"/>
                <a:gd name="connsiteY33" fmla="*/ 181944 h 361971"/>
                <a:gd name="connsiteX34" fmla="*/ 142496 w 362312"/>
                <a:gd name="connsiteY34" fmla="*/ 188327 h 361971"/>
                <a:gd name="connsiteX35" fmla="*/ 136106 w 362312"/>
                <a:gd name="connsiteY35" fmla="*/ 194711 h 361971"/>
                <a:gd name="connsiteX36" fmla="*/ 130994 w 362312"/>
                <a:gd name="connsiteY36" fmla="*/ 194711 h 361971"/>
                <a:gd name="connsiteX37" fmla="*/ 130994 w 362312"/>
                <a:gd name="connsiteY37" fmla="*/ 252806 h 361971"/>
                <a:gd name="connsiteX38" fmla="*/ 124604 w 362312"/>
                <a:gd name="connsiteY38" fmla="*/ 259190 h 361971"/>
                <a:gd name="connsiteX39" fmla="*/ 118214 w 362312"/>
                <a:gd name="connsiteY39" fmla="*/ 252806 h 361971"/>
                <a:gd name="connsiteX40" fmla="*/ 118214 w 362312"/>
                <a:gd name="connsiteY40" fmla="*/ 194711 h 361971"/>
                <a:gd name="connsiteX41" fmla="*/ 104795 w 362312"/>
                <a:gd name="connsiteY41" fmla="*/ 194711 h 361971"/>
                <a:gd name="connsiteX42" fmla="*/ 104795 w 362312"/>
                <a:gd name="connsiteY42" fmla="*/ 252806 h 361971"/>
                <a:gd name="connsiteX43" fmla="*/ 98405 w 362312"/>
                <a:gd name="connsiteY43" fmla="*/ 259190 h 361971"/>
                <a:gd name="connsiteX44" fmla="*/ 92015 w 362312"/>
                <a:gd name="connsiteY44" fmla="*/ 252806 h 361971"/>
                <a:gd name="connsiteX45" fmla="*/ 92015 w 362312"/>
                <a:gd name="connsiteY45" fmla="*/ 194711 h 361971"/>
                <a:gd name="connsiteX46" fmla="*/ 84986 w 362312"/>
                <a:gd name="connsiteY46" fmla="*/ 194711 h 361971"/>
                <a:gd name="connsiteX47" fmla="*/ 78597 w 362312"/>
                <a:gd name="connsiteY47" fmla="*/ 188327 h 361971"/>
                <a:gd name="connsiteX48" fmla="*/ 78597 w 362312"/>
                <a:gd name="connsiteY48" fmla="*/ 124488 h 361971"/>
                <a:gd name="connsiteX49" fmla="*/ 84986 w 362312"/>
                <a:gd name="connsiteY49" fmla="*/ 118104 h 361971"/>
                <a:gd name="connsiteX50" fmla="*/ 136106 w 362312"/>
                <a:gd name="connsiteY50" fmla="*/ 118104 h 361971"/>
                <a:gd name="connsiteX51" fmla="*/ 142496 w 362312"/>
                <a:gd name="connsiteY51" fmla="*/ 124488 h 361971"/>
                <a:gd name="connsiteX52" fmla="*/ 142496 w 362312"/>
                <a:gd name="connsiteY52" fmla="*/ 188327 h 361971"/>
                <a:gd name="connsiteX53" fmla="*/ 214702 w 362312"/>
                <a:gd name="connsiteY53" fmla="*/ 234931 h 361971"/>
                <a:gd name="connsiteX54" fmla="*/ 208312 w 362312"/>
                <a:gd name="connsiteY54" fmla="*/ 241315 h 361971"/>
                <a:gd name="connsiteX55" fmla="*/ 203200 w 362312"/>
                <a:gd name="connsiteY55" fmla="*/ 241315 h 361971"/>
                <a:gd name="connsiteX56" fmla="*/ 203200 w 362312"/>
                <a:gd name="connsiteY56" fmla="*/ 299409 h 361971"/>
                <a:gd name="connsiteX57" fmla="*/ 196810 w 362312"/>
                <a:gd name="connsiteY57" fmla="*/ 305793 h 361971"/>
                <a:gd name="connsiteX58" fmla="*/ 190420 w 362312"/>
                <a:gd name="connsiteY58" fmla="*/ 299409 h 361971"/>
                <a:gd name="connsiteX59" fmla="*/ 190420 w 362312"/>
                <a:gd name="connsiteY59" fmla="*/ 241315 h 361971"/>
                <a:gd name="connsiteX60" fmla="*/ 177001 w 362312"/>
                <a:gd name="connsiteY60" fmla="*/ 241315 h 361971"/>
                <a:gd name="connsiteX61" fmla="*/ 177001 w 362312"/>
                <a:gd name="connsiteY61" fmla="*/ 299409 h 361971"/>
                <a:gd name="connsiteX62" fmla="*/ 170611 w 362312"/>
                <a:gd name="connsiteY62" fmla="*/ 305793 h 361971"/>
                <a:gd name="connsiteX63" fmla="*/ 164221 w 362312"/>
                <a:gd name="connsiteY63" fmla="*/ 299409 h 361971"/>
                <a:gd name="connsiteX64" fmla="*/ 164221 w 362312"/>
                <a:gd name="connsiteY64" fmla="*/ 241315 h 361971"/>
                <a:gd name="connsiteX65" fmla="*/ 157192 w 362312"/>
                <a:gd name="connsiteY65" fmla="*/ 241315 h 361971"/>
                <a:gd name="connsiteX66" fmla="*/ 150802 w 362312"/>
                <a:gd name="connsiteY66" fmla="*/ 234931 h 361971"/>
                <a:gd name="connsiteX67" fmla="*/ 150802 w 362312"/>
                <a:gd name="connsiteY67" fmla="*/ 171091 h 361971"/>
                <a:gd name="connsiteX68" fmla="*/ 157192 w 362312"/>
                <a:gd name="connsiteY68" fmla="*/ 164707 h 361971"/>
                <a:gd name="connsiteX69" fmla="*/ 208312 w 362312"/>
                <a:gd name="connsiteY69" fmla="*/ 164707 h 361971"/>
                <a:gd name="connsiteX70" fmla="*/ 214702 w 362312"/>
                <a:gd name="connsiteY70" fmla="*/ 171091 h 361971"/>
                <a:gd name="connsiteX71" fmla="*/ 214702 w 362312"/>
                <a:gd name="connsiteY71" fmla="*/ 234931 h 361971"/>
                <a:gd name="connsiteX72" fmla="*/ 284991 w 362312"/>
                <a:gd name="connsiteY72" fmla="*/ 188327 h 361971"/>
                <a:gd name="connsiteX73" fmla="*/ 278601 w 362312"/>
                <a:gd name="connsiteY73" fmla="*/ 194711 h 361971"/>
                <a:gd name="connsiteX74" fmla="*/ 273490 w 362312"/>
                <a:gd name="connsiteY74" fmla="*/ 194711 h 361971"/>
                <a:gd name="connsiteX75" fmla="*/ 273490 w 362312"/>
                <a:gd name="connsiteY75" fmla="*/ 252806 h 361971"/>
                <a:gd name="connsiteX76" fmla="*/ 267100 w 362312"/>
                <a:gd name="connsiteY76" fmla="*/ 259190 h 361971"/>
                <a:gd name="connsiteX77" fmla="*/ 260710 w 362312"/>
                <a:gd name="connsiteY77" fmla="*/ 252806 h 361971"/>
                <a:gd name="connsiteX78" fmla="*/ 260710 w 362312"/>
                <a:gd name="connsiteY78" fmla="*/ 194711 h 361971"/>
                <a:gd name="connsiteX79" fmla="*/ 247290 w 362312"/>
                <a:gd name="connsiteY79" fmla="*/ 194711 h 361971"/>
                <a:gd name="connsiteX80" fmla="*/ 247290 w 362312"/>
                <a:gd name="connsiteY80" fmla="*/ 252806 h 361971"/>
                <a:gd name="connsiteX81" fmla="*/ 240900 w 362312"/>
                <a:gd name="connsiteY81" fmla="*/ 259190 h 361971"/>
                <a:gd name="connsiteX82" fmla="*/ 234510 w 362312"/>
                <a:gd name="connsiteY82" fmla="*/ 252806 h 361971"/>
                <a:gd name="connsiteX83" fmla="*/ 234510 w 362312"/>
                <a:gd name="connsiteY83" fmla="*/ 194711 h 361971"/>
                <a:gd name="connsiteX84" fmla="*/ 227482 w 362312"/>
                <a:gd name="connsiteY84" fmla="*/ 194711 h 361971"/>
                <a:gd name="connsiteX85" fmla="*/ 221092 w 362312"/>
                <a:gd name="connsiteY85" fmla="*/ 188327 h 361971"/>
                <a:gd name="connsiteX86" fmla="*/ 221092 w 362312"/>
                <a:gd name="connsiteY86" fmla="*/ 124488 h 361971"/>
                <a:gd name="connsiteX87" fmla="*/ 227482 w 362312"/>
                <a:gd name="connsiteY87" fmla="*/ 118104 h 361971"/>
                <a:gd name="connsiteX88" fmla="*/ 278601 w 362312"/>
                <a:gd name="connsiteY88" fmla="*/ 118104 h 361971"/>
                <a:gd name="connsiteX89" fmla="*/ 284991 w 362312"/>
                <a:gd name="connsiteY89" fmla="*/ 124488 h 361971"/>
                <a:gd name="connsiteX90" fmla="*/ 284991 w 362312"/>
                <a:gd name="connsiteY90" fmla="*/ 188327 h 361971"/>
                <a:gd name="connsiteX91" fmla="*/ 304161 w 362312"/>
                <a:gd name="connsiteY91" fmla="*/ 181944 h 361971"/>
                <a:gd name="connsiteX92" fmla="*/ 297771 w 362312"/>
                <a:gd name="connsiteY92" fmla="*/ 188327 h 361971"/>
                <a:gd name="connsiteX93" fmla="*/ 291381 w 362312"/>
                <a:gd name="connsiteY93" fmla="*/ 181944 h 361971"/>
                <a:gd name="connsiteX94" fmla="*/ 291381 w 362312"/>
                <a:gd name="connsiteY94" fmla="*/ 125765 h 361971"/>
                <a:gd name="connsiteX95" fmla="*/ 297771 w 362312"/>
                <a:gd name="connsiteY95" fmla="*/ 119381 h 361971"/>
                <a:gd name="connsiteX96" fmla="*/ 304161 w 362312"/>
                <a:gd name="connsiteY96" fmla="*/ 125765 h 361971"/>
                <a:gd name="connsiteX97" fmla="*/ 304161 w 362312"/>
                <a:gd name="connsiteY97" fmla="*/ 18194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0438"/>
                    <a:pt x="281796" y="0"/>
                    <a:pt x="181474" y="0"/>
                  </a:cubicBezTo>
                  <a:close/>
                  <a:moveTo>
                    <a:pt x="253041" y="68309"/>
                  </a:moveTo>
                  <a:cubicBezTo>
                    <a:pt x="263905" y="68309"/>
                    <a:pt x="272850" y="76608"/>
                    <a:pt x="272850" y="87461"/>
                  </a:cubicBezTo>
                  <a:cubicBezTo>
                    <a:pt x="272850" y="98313"/>
                    <a:pt x="264544" y="107251"/>
                    <a:pt x="253680" y="107251"/>
                  </a:cubicBezTo>
                  <a:cubicBezTo>
                    <a:pt x="242818" y="107251"/>
                    <a:pt x="233872" y="98952"/>
                    <a:pt x="233872" y="88099"/>
                  </a:cubicBezTo>
                  <a:cubicBezTo>
                    <a:pt x="233872" y="88099"/>
                    <a:pt x="233872" y="88099"/>
                    <a:pt x="233872" y="87461"/>
                  </a:cubicBezTo>
                  <a:cubicBezTo>
                    <a:pt x="233872" y="77246"/>
                    <a:pt x="242179" y="68947"/>
                    <a:pt x="253041" y="68309"/>
                  </a:cubicBezTo>
                  <a:lnTo>
                    <a:pt x="253041" y="68309"/>
                  </a:lnTo>
                  <a:close/>
                  <a:moveTo>
                    <a:pt x="182752" y="115550"/>
                  </a:moveTo>
                  <a:cubicBezTo>
                    <a:pt x="193615" y="115550"/>
                    <a:pt x="201922" y="124488"/>
                    <a:pt x="201922" y="135341"/>
                  </a:cubicBezTo>
                  <a:cubicBezTo>
                    <a:pt x="201922" y="146193"/>
                    <a:pt x="192976" y="154492"/>
                    <a:pt x="182113" y="154492"/>
                  </a:cubicBezTo>
                  <a:cubicBezTo>
                    <a:pt x="171251" y="154492"/>
                    <a:pt x="162943" y="145555"/>
                    <a:pt x="162943" y="135341"/>
                  </a:cubicBezTo>
                  <a:cubicBezTo>
                    <a:pt x="162943" y="124488"/>
                    <a:pt x="171251" y="115550"/>
                    <a:pt x="182752" y="115550"/>
                  </a:cubicBezTo>
                  <a:cubicBezTo>
                    <a:pt x="182113" y="115550"/>
                    <a:pt x="182113" y="115550"/>
                    <a:pt x="182752" y="115550"/>
                  </a:cubicBezTo>
                  <a:lnTo>
                    <a:pt x="182752" y="115550"/>
                  </a:lnTo>
                  <a:close/>
                  <a:moveTo>
                    <a:pt x="110546" y="68309"/>
                  </a:moveTo>
                  <a:cubicBezTo>
                    <a:pt x="121409" y="68309"/>
                    <a:pt x="130355" y="76608"/>
                    <a:pt x="130355" y="87461"/>
                  </a:cubicBezTo>
                  <a:cubicBezTo>
                    <a:pt x="130355" y="98313"/>
                    <a:pt x="122048" y="107251"/>
                    <a:pt x="111185" y="107251"/>
                  </a:cubicBezTo>
                  <a:cubicBezTo>
                    <a:pt x="100322" y="107251"/>
                    <a:pt x="91376" y="98952"/>
                    <a:pt x="91376" y="88099"/>
                  </a:cubicBezTo>
                  <a:cubicBezTo>
                    <a:pt x="91376" y="88099"/>
                    <a:pt x="91376" y="88099"/>
                    <a:pt x="91376" y="87461"/>
                  </a:cubicBezTo>
                  <a:cubicBezTo>
                    <a:pt x="91376" y="77246"/>
                    <a:pt x="99683" y="68947"/>
                    <a:pt x="110546" y="68309"/>
                  </a:cubicBezTo>
                  <a:lnTo>
                    <a:pt x="110546" y="68309"/>
                  </a:lnTo>
                  <a:close/>
                  <a:moveTo>
                    <a:pt x="72207" y="181944"/>
                  </a:moveTo>
                  <a:cubicBezTo>
                    <a:pt x="72207" y="185774"/>
                    <a:pt x="69650" y="188327"/>
                    <a:pt x="65817" y="188327"/>
                  </a:cubicBezTo>
                  <a:cubicBezTo>
                    <a:pt x="61982" y="188327"/>
                    <a:pt x="59427" y="185774"/>
                    <a:pt x="59427" y="181944"/>
                  </a:cubicBezTo>
                  <a:lnTo>
                    <a:pt x="59427" y="125765"/>
                  </a:lnTo>
                  <a:cubicBezTo>
                    <a:pt x="59427" y="121934"/>
                    <a:pt x="61982" y="119381"/>
                    <a:pt x="65817" y="119381"/>
                  </a:cubicBezTo>
                  <a:cubicBezTo>
                    <a:pt x="69650" y="119381"/>
                    <a:pt x="72207" y="121934"/>
                    <a:pt x="72207" y="125765"/>
                  </a:cubicBezTo>
                  <a:lnTo>
                    <a:pt x="72207" y="181944"/>
                  </a:lnTo>
                  <a:close/>
                  <a:moveTo>
                    <a:pt x="142496" y="188327"/>
                  </a:moveTo>
                  <a:cubicBezTo>
                    <a:pt x="142496" y="192158"/>
                    <a:pt x="139940" y="194711"/>
                    <a:pt x="136106" y="194711"/>
                  </a:cubicBezTo>
                  <a:lnTo>
                    <a:pt x="130994" y="194711"/>
                  </a:lnTo>
                  <a:lnTo>
                    <a:pt x="130994" y="252806"/>
                  </a:lnTo>
                  <a:cubicBezTo>
                    <a:pt x="130994" y="256636"/>
                    <a:pt x="128438" y="259190"/>
                    <a:pt x="124604" y="259190"/>
                  </a:cubicBezTo>
                  <a:cubicBezTo>
                    <a:pt x="120770" y="259190"/>
                    <a:pt x="118214" y="256636"/>
                    <a:pt x="118214" y="252806"/>
                  </a:cubicBezTo>
                  <a:lnTo>
                    <a:pt x="118214" y="194711"/>
                  </a:lnTo>
                  <a:lnTo>
                    <a:pt x="104795" y="194711"/>
                  </a:lnTo>
                  <a:lnTo>
                    <a:pt x="104795" y="252806"/>
                  </a:lnTo>
                  <a:cubicBezTo>
                    <a:pt x="104795" y="256636"/>
                    <a:pt x="102239" y="259190"/>
                    <a:pt x="98405" y="259190"/>
                  </a:cubicBezTo>
                  <a:cubicBezTo>
                    <a:pt x="94571" y="259190"/>
                    <a:pt x="92015" y="256636"/>
                    <a:pt x="92015" y="252806"/>
                  </a:cubicBezTo>
                  <a:lnTo>
                    <a:pt x="92015" y="194711"/>
                  </a:lnTo>
                  <a:lnTo>
                    <a:pt x="84986" y="194711"/>
                  </a:lnTo>
                  <a:cubicBezTo>
                    <a:pt x="81152" y="194711"/>
                    <a:pt x="78597" y="192158"/>
                    <a:pt x="78597" y="188327"/>
                  </a:cubicBezTo>
                  <a:lnTo>
                    <a:pt x="78597" y="124488"/>
                  </a:lnTo>
                  <a:cubicBezTo>
                    <a:pt x="78597" y="120657"/>
                    <a:pt x="81152" y="118104"/>
                    <a:pt x="84986" y="118104"/>
                  </a:cubicBezTo>
                  <a:lnTo>
                    <a:pt x="136106" y="118104"/>
                  </a:lnTo>
                  <a:cubicBezTo>
                    <a:pt x="139940" y="118104"/>
                    <a:pt x="142496" y="120657"/>
                    <a:pt x="142496" y="124488"/>
                  </a:cubicBezTo>
                  <a:lnTo>
                    <a:pt x="142496" y="188327"/>
                  </a:lnTo>
                  <a:close/>
                  <a:moveTo>
                    <a:pt x="214702" y="234931"/>
                  </a:moveTo>
                  <a:cubicBezTo>
                    <a:pt x="214702" y="238761"/>
                    <a:pt x="212146" y="241315"/>
                    <a:pt x="208312" y="241315"/>
                  </a:cubicBezTo>
                  <a:lnTo>
                    <a:pt x="203200" y="241315"/>
                  </a:lnTo>
                  <a:lnTo>
                    <a:pt x="203200" y="299409"/>
                  </a:lnTo>
                  <a:cubicBezTo>
                    <a:pt x="203200" y="303239"/>
                    <a:pt x="200644" y="305793"/>
                    <a:pt x="196810" y="305793"/>
                  </a:cubicBezTo>
                  <a:cubicBezTo>
                    <a:pt x="192976" y="305793"/>
                    <a:pt x="190420" y="303239"/>
                    <a:pt x="190420" y="299409"/>
                  </a:cubicBezTo>
                  <a:lnTo>
                    <a:pt x="190420" y="241315"/>
                  </a:lnTo>
                  <a:lnTo>
                    <a:pt x="177001" y="241315"/>
                  </a:lnTo>
                  <a:lnTo>
                    <a:pt x="177001" y="299409"/>
                  </a:lnTo>
                  <a:cubicBezTo>
                    <a:pt x="177001" y="303239"/>
                    <a:pt x="174446" y="305793"/>
                    <a:pt x="170611" y="305793"/>
                  </a:cubicBezTo>
                  <a:cubicBezTo>
                    <a:pt x="166777" y="305793"/>
                    <a:pt x="164221" y="303239"/>
                    <a:pt x="164221" y="299409"/>
                  </a:cubicBezTo>
                  <a:lnTo>
                    <a:pt x="164221" y="241315"/>
                  </a:lnTo>
                  <a:lnTo>
                    <a:pt x="157192" y="241315"/>
                  </a:lnTo>
                  <a:cubicBezTo>
                    <a:pt x="153358" y="241315"/>
                    <a:pt x="150802" y="238761"/>
                    <a:pt x="150802" y="234931"/>
                  </a:cubicBezTo>
                  <a:lnTo>
                    <a:pt x="150802" y="171091"/>
                  </a:lnTo>
                  <a:cubicBezTo>
                    <a:pt x="150802" y="167260"/>
                    <a:pt x="153358" y="164707"/>
                    <a:pt x="157192" y="164707"/>
                  </a:cubicBezTo>
                  <a:lnTo>
                    <a:pt x="208312" y="164707"/>
                  </a:lnTo>
                  <a:cubicBezTo>
                    <a:pt x="212146" y="164707"/>
                    <a:pt x="214702" y="167260"/>
                    <a:pt x="214702" y="171091"/>
                  </a:cubicBezTo>
                  <a:lnTo>
                    <a:pt x="214702" y="234931"/>
                  </a:lnTo>
                  <a:close/>
                  <a:moveTo>
                    <a:pt x="284991" y="188327"/>
                  </a:moveTo>
                  <a:cubicBezTo>
                    <a:pt x="284991" y="192158"/>
                    <a:pt x="282435" y="194711"/>
                    <a:pt x="278601" y="194711"/>
                  </a:cubicBezTo>
                  <a:lnTo>
                    <a:pt x="273490" y="194711"/>
                  </a:lnTo>
                  <a:lnTo>
                    <a:pt x="273490" y="252806"/>
                  </a:lnTo>
                  <a:cubicBezTo>
                    <a:pt x="273490" y="256636"/>
                    <a:pt x="270934" y="259190"/>
                    <a:pt x="267100" y="259190"/>
                  </a:cubicBezTo>
                  <a:cubicBezTo>
                    <a:pt x="263265" y="259190"/>
                    <a:pt x="260710" y="256636"/>
                    <a:pt x="260710" y="252806"/>
                  </a:cubicBezTo>
                  <a:lnTo>
                    <a:pt x="260710" y="194711"/>
                  </a:lnTo>
                  <a:lnTo>
                    <a:pt x="247290" y="194711"/>
                  </a:lnTo>
                  <a:lnTo>
                    <a:pt x="247290" y="252806"/>
                  </a:lnTo>
                  <a:cubicBezTo>
                    <a:pt x="247290" y="256636"/>
                    <a:pt x="244735" y="259190"/>
                    <a:pt x="240900" y="259190"/>
                  </a:cubicBezTo>
                  <a:cubicBezTo>
                    <a:pt x="237067" y="259190"/>
                    <a:pt x="234510" y="256636"/>
                    <a:pt x="234510" y="252806"/>
                  </a:cubicBezTo>
                  <a:lnTo>
                    <a:pt x="234510" y="194711"/>
                  </a:lnTo>
                  <a:lnTo>
                    <a:pt x="227482" y="194711"/>
                  </a:lnTo>
                  <a:cubicBezTo>
                    <a:pt x="223648" y="194711"/>
                    <a:pt x="221092" y="192158"/>
                    <a:pt x="221092" y="188327"/>
                  </a:cubicBezTo>
                  <a:lnTo>
                    <a:pt x="221092" y="124488"/>
                  </a:lnTo>
                  <a:cubicBezTo>
                    <a:pt x="221092" y="120657"/>
                    <a:pt x="223648" y="118104"/>
                    <a:pt x="227482" y="118104"/>
                  </a:cubicBezTo>
                  <a:lnTo>
                    <a:pt x="278601" y="118104"/>
                  </a:lnTo>
                  <a:cubicBezTo>
                    <a:pt x="282435" y="118104"/>
                    <a:pt x="284991" y="120657"/>
                    <a:pt x="284991" y="124488"/>
                  </a:cubicBezTo>
                  <a:lnTo>
                    <a:pt x="284991" y="188327"/>
                  </a:lnTo>
                  <a:close/>
                  <a:moveTo>
                    <a:pt x="304161" y="181944"/>
                  </a:moveTo>
                  <a:cubicBezTo>
                    <a:pt x="304161" y="185774"/>
                    <a:pt x="301605" y="188327"/>
                    <a:pt x="297771" y="188327"/>
                  </a:cubicBezTo>
                  <a:cubicBezTo>
                    <a:pt x="293937" y="188327"/>
                    <a:pt x="291381" y="185774"/>
                    <a:pt x="291381" y="181944"/>
                  </a:cubicBezTo>
                  <a:lnTo>
                    <a:pt x="291381" y="125765"/>
                  </a:lnTo>
                  <a:cubicBezTo>
                    <a:pt x="291381" y="121934"/>
                    <a:pt x="293937" y="119381"/>
                    <a:pt x="297771" y="119381"/>
                  </a:cubicBezTo>
                  <a:cubicBezTo>
                    <a:pt x="301605" y="119381"/>
                    <a:pt x="304161" y="121934"/>
                    <a:pt x="304161" y="125765"/>
                  </a:cubicBezTo>
                  <a:lnTo>
                    <a:pt x="304161" y="181944"/>
                  </a:lnTo>
                  <a:close/>
                </a:path>
              </a:pathLst>
            </a:custGeom>
            <a:solidFill>
              <a:srgbClr val="00ABAB"/>
            </a:solidFill>
            <a:ln w="6390" cap="flat">
              <a:noFill/>
              <a:prstDash val="solid"/>
              <a:miter/>
            </a:ln>
          </p:spPr>
          <p:txBody>
            <a:bodyPr rtlCol="0" anchor="ctr"/>
            <a:lstStyle/>
            <a:p>
              <a:endParaRPr lang="en-US"/>
            </a:p>
          </p:txBody>
        </p:sp>
        <p:sp>
          <p:nvSpPr>
            <p:cNvPr id="645" name="Graphic 4">
              <a:extLst>
                <a:ext uri="{FF2B5EF4-FFF2-40B4-BE49-F238E27FC236}">
                  <a16:creationId xmlns:a16="http://schemas.microsoft.com/office/drawing/2014/main" id="{761119BF-6F85-7F44-99CC-C27925E3372B}"/>
                </a:ext>
              </a:extLst>
            </p:cNvPr>
            <p:cNvSpPr/>
            <p:nvPr/>
          </p:nvSpPr>
          <p:spPr>
            <a:xfrm>
              <a:off x="7438525" y="1967067"/>
              <a:ext cx="13418" cy="13406"/>
            </a:xfrm>
            <a:custGeom>
              <a:avLst/>
              <a:gdLst>
                <a:gd name="connsiteX0" fmla="*/ 6390 w 13418"/>
                <a:gd name="connsiteY0" fmla="*/ 13406 h 13406"/>
                <a:gd name="connsiteX1" fmla="*/ 13419 w 13418"/>
                <a:gd name="connsiteY1" fmla="*/ 7022 h 13406"/>
                <a:gd name="connsiteX2" fmla="*/ 7029 w 13418"/>
                <a:gd name="connsiteY2" fmla="*/ 0 h 13406"/>
                <a:gd name="connsiteX3" fmla="*/ 0 w 13418"/>
                <a:gd name="connsiteY3" fmla="*/ 6384 h 13406"/>
                <a:gd name="connsiteX4" fmla="*/ 0 w 13418"/>
                <a:gd name="connsiteY4" fmla="*/ 7022 h 13406"/>
                <a:gd name="connsiteX5" fmla="*/ 6390 w 13418"/>
                <a:gd name="connsiteY5" fmla="*/ 13406 h 13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18" h="13406">
                  <a:moveTo>
                    <a:pt x="6390" y="13406"/>
                  </a:moveTo>
                  <a:cubicBezTo>
                    <a:pt x="10224" y="13406"/>
                    <a:pt x="13419" y="10853"/>
                    <a:pt x="13419" y="7022"/>
                  </a:cubicBezTo>
                  <a:cubicBezTo>
                    <a:pt x="13419" y="3192"/>
                    <a:pt x="10863" y="0"/>
                    <a:pt x="7029" y="0"/>
                  </a:cubicBezTo>
                  <a:cubicBezTo>
                    <a:pt x="3195" y="0"/>
                    <a:pt x="0" y="2554"/>
                    <a:pt x="0" y="6384"/>
                  </a:cubicBezTo>
                  <a:cubicBezTo>
                    <a:pt x="0" y="6384"/>
                    <a:pt x="0" y="6384"/>
                    <a:pt x="0" y="7022"/>
                  </a:cubicBezTo>
                  <a:cubicBezTo>
                    <a:pt x="0" y="10214"/>
                    <a:pt x="2556" y="13406"/>
                    <a:pt x="6390" y="13406"/>
                  </a:cubicBezTo>
                  <a:close/>
                </a:path>
              </a:pathLst>
            </a:custGeom>
            <a:solidFill>
              <a:srgbClr val="00ABAB"/>
            </a:solidFill>
            <a:ln w="6390" cap="flat">
              <a:noFill/>
              <a:prstDash val="solid"/>
              <a:miter/>
            </a:ln>
          </p:spPr>
          <p:txBody>
            <a:bodyPr rtlCol="0" anchor="ctr"/>
            <a:lstStyle/>
            <a:p>
              <a:endParaRPr lang="en-US"/>
            </a:p>
          </p:txBody>
        </p:sp>
        <p:sp>
          <p:nvSpPr>
            <p:cNvPr id="646" name="Graphic 4">
              <a:extLst>
                <a:ext uri="{FF2B5EF4-FFF2-40B4-BE49-F238E27FC236}">
                  <a16:creationId xmlns:a16="http://schemas.microsoft.com/office/drawing/2014/main" id="{4EBBF0CA-D0AB-3144-AF30-FF316BA8A9CF}"/>
                </a:ext>
              </a:extLst>
            </p:cNvPr>
            <p:cNvSpPr/>
            <p:nvPr/>
          </p:nvSpPr>
          <p:spPr>
            <a:xfrm>
              <a:off x="7425745" y="2016862"/>
              <a:ext cx="38339" cy="51071"/>
            </a:xfrm>
            <a:custGeom>
              <a:avLst/>
              <a:gdLst>
                <a:gd name="connsiteX0" fmla="*/ 0 w 38339"/>
                <a:gd name="connsiteY0" fmla="*/ 0 h 51071"/>
                <a:gd name="connsiteX1" fmla="*/ 38339 w 38339"/>
                <a:gd name="connsiteY1" fmla="*/ 0 h 51071"/>
                <a:gd name="connsiteX2" fmla="*/ 38339 w 38339"/>
                <a:gd name="connsiteY2" fmla="*/ 51072 h 51071"/>
                <a:gd name="connsiteX3" fmla="*/ 0 w 38339"/>
                <a:gd name="connsiteY3" fmla="*/ 51072 h 51071"/>
              </a:gdLst>
              <a:ahLst/>
              <a:cxnLst>
                <a:cxn ang="0">
                  <a:pos x="connsiteX0" y="connsiteY0"/>
                </a:cxn>
                <a:cxn ang="0">
                  <a:pos x="connsiteX1" y="connsiteY1"/>
                </a:cxn>
                <a:cxn ang="0">
                  <a:pos x="connsiteX2" y="connsiteY2"/>
                </a:cxn>
                <a:cxn ang="0">
                  <a:pos x="connsiteX3" y="connsiteY3"/>
                </a:cxn>
              </a:cxnLst>
              <a:rect l="l" t="t" r="r" b="b"/>
              <a:pathLst>
                <a:path w="38339" h="51071">
                  <a:moveTo>
                    <a:pt x="0" y="0"/>
                  </a:moveTo>
                  <a:lnTo>
                    <a:pt x="38339" y="0"/>
                  </a:lnTo>
                  <a:lnTo>
                    <a:pt x="38339" y="51072"/>
                  </a:lnTo>
                  <a:lnTo>
                    <a:pt x="0" y="51072"/>
                  </a:lnTo>
                  <a:close/>
                </a:path>
              </a:pathLst>
            </a:custGeom>
            <a:solidFill>
              <a:srgbClr val="00ABAB"/>
            </a:solidFill>
            <a:ln w="6390" cap="flat">
              <a:noFill/>
              <a:prstDash val="solid"/>
              <a:miter/>
            </a:ln>
          </p:spPr>
          <p:txBody>
            <a:bodyPr rtlCol="0" anchor="ctr"/>
            <a:lstStyle/>
            <a:p>
              <a:endParaRPr lang="en-US"/>
            </a:p>
          </p:txBody>
        </p:sp>
      </p:grpSp>
      <p:grpSp>
        <p:nvGrpSpPr>
          <p:cNvPr id="647" name="Graphic 4">
            <a:extLst>
              <a:ext uri="{FF2B5EF4-FFF2-40B4-BE49-F238E27FC236}">
                <a16:creationId xmlns:a16="http://schemas.microsoft.com/office/drawing/2014/main" id="{224BF090-E1D0-DF45-A7C8-EFAEEC7D436C}"/>
              </a:ext>
            </a:extLst>
          </p:cNvPr>
          <p:cNvGrpSpPr>
            <a:grpSpLocks noChangeAspect="1"/>
          </p:cNvGrpSpPr>
          <p:nvPr/>
        </p:nvGrpSpPr>
        <p:grpSpPr>
          <a:xfrm>
            <a:off x="7191874" y="1402723"/>
            <a:ext cx="362312" cy="361971"/>
            <a:chOff x="7191874" y="1402723"/>
            <a:chExt cx="362312" cy="361971"/>
          </a:xfrm>
          <a:solidFill>
            <a:srgbClr val="00ABAB"/>
          </a:solidFill>
        </p:grpSpPr>
        <p:sp>
          <p:nvSpPr>
            <p:cNvPr id="648" name="Graphic 4">
              <a:extLst>
                <a:ext uri="{FF2B5EF4-FFF2-40B4-BE49-F238E27FC236}">
                  <a16:creationId xmlns:a16="http://schemas.microsoft.com/office/drawing/2014/main" id="{F68637B9-A62F-C643-A7D2-BF10060CA193}"/>
                </a:ext>
              </a:extLst>
            </p:cNvPr>
            <p:cNvSpPr/>
            <p:nvPr/>
          </p:nvSpPr>
          <p:spPr>
            <a:xfrm>
              <a:off x="7296030" y="1485076"/>
              <a:ext cx="12779" cy="12767"/>
            </a:xfrm>
            <a:custGeom>
              <a:avLst/>
              <a:gdLst>
                <a:gd name="connsiteX0" fmla="*/ 12780 w 12779"/>
                <a:gd name="connsiteY0" fmla="*/ 6384 h 12767"/>
                <a:gd name="connsiteX1" fmla="*/ 6390 w 12779"/>
                <a:gd name="connsiteY1" fmla="*/ 12768 h 12767"/>
                <a:gd name="connsiteX2" fmla="*/ 0 w 12779"/>
                <a:gd name="connsiteY2" fmla="*/ 6384 h 12767"/>
                <a:gd name="connsiteX3" fmla="*/ 6390 w 12779"/>
                <a:gd name="connsiteY3" fmla="*/ 0 h 12767"/>
                <a:gd name="connsiteX4" fmla="*/ 12780 w 12779"/>
                <a:gd name="connsiteY4" fmla="*/ 6384 h 12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9" h="12767">
                  <a:moveTo>
                    <a:pt x="12780" y="6384"/>
                  </a:moveTo>
                  <a:cubicBezTo>
                    <a:pt x="12780" y="9910"/>
                    <a:pt x="9919" y="12768"/>
                    <a:pt x="6390" y="12768"/>
                  </a:cubicBezTo>
                  <a:cubicBezTo>
                    <a:pt x="2861" y="12768"/>
                    <a:pt x="0" y="9910"/>
                    <a:pt x="0" y="6384"/>
                  </a:cubicBezTo>
                  <a:cubicBezTo>
                    <a:pt x="0" y="2858"/>
                    <a:pt x="2861" y="0"/>
                    <a:pt x="6390" y="0"/>
                  </a:cubicBezTo>
                  <a:cubicBezTo>
                    <a:pt x="9919" y="0"/>
                    <a:pt x="12780" y="2858"/>
                    <a:pt x="12780" y="6384"/>
                  </a:cubicBezTo>
                  <a:close/>
                </a:path>
              </a:pathLst>
            </a:custGeom>
            <a:solidFill>
              <a:srgbClr val="00ABAB"/>
            </a:solidFill>
            <a:ln w="6390" cap="flat">
              <a:noFill/>
              <a:prstDash val="solid"/>
              <a:miter/>
            </a:ln>
          </p:spPr>
          <p:txBody>
            <a:bodyPr rtlCol="0" anchor="ctr"/>
            <a:lstStyle/>
            <a:p>
              <a:endParaRPr lang="en-US"/>
            </a:p>
          </p:txBody>
        </p:sp>
        <p:sp>
          <p:nvSpPr>
            <p:cNvPr id="649" name="Graphic 4">
              <a:extLst>
                <a:ext uri="{FF2B5EF4-FFF2-40B4-BE49-F238E27FC236}">
                  <a16:creationId xmlns:a16="http://schemas.microsoft.com/office/drawing/2014/main" id="{FB934922-6142-AE45-9E7A-DE4475537B22}"/>
                </a:ext>
              </a:extLst>
            </p:cNvPr>
            <p:cNvSpPr/>
            <p:nvPr/>
          </p:nvSpPr>
          <p:spPr>
            <a:xfrm>
              <a:off x="7368875" y="1532318"/>
              <a:ext cx="12779" cy="12767"/>
            </a:xfrm>
            <a:custGeom>
              <a:avLst/>
              <a:gdLst>
                <a:gd name="connsiteX0" fmla="*/ 6390 w 12779"/>
                <a:gd name="connsiteY0" fmla="*/ 12768 h 12767"/>
                <a:gd name="connsiteX1" fmla="*/ 12780 w 12779"/>
                <a:gd name="connsiteY1" fmla="*/ 6384 h 12767"/>
                <a:gd name="connsiteX2" fmla="*/ 6390 w 12779"/>
                <a:gd name="connsiteY2" fmla="*/ 0 h 12767"/>
                <a:gd name="connsiteX3" fmla="*/ 0 w 12779"/>
                <a:gd name="connsiteY3" fmla="*/ 6384 h 12767"/>
                <a:gd name="connsiteX4" fmla="*/ 640 w 12779"/>
                <a:gd name="connsiteY4" fmla="*/ 8938 h 12767"/>
                <a:gd name="connsiteX5" fmla="*/ 6390 w 12779"/>
                <a:gd name="connsiteY5"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79" h="12767">
                  <a:moveTo>
                    <a:pt x="6390" y="12768"/>
                  </a:moveTo>
                  <a:cubicBezTo>
                    <a:pt x="10225" y="12768"/>
                    <a:pt x="12780" y="10214"/>
                    <a:pt x="12780" y="6384"/>
                  </a:cubicBezTo>
                  <a:cubicBezTo>
                    <a:pt x="12780" y="2554"/>
                    <a:pt x="10225" y="0"/>
                    <a:pt x="6390" y="0"/>
                  </a:cubicBezTo>
                  <a:cubicBezTo>
                    <a:pt x="2556" y="0"/>
                    <a:pt x="0" y="2554"/>
                    <a:pt x="0" y="6384"/>
                  </a:cubicBezTo>
                  <a:cubicBezTo>
                    <a:pt x="0" y="7022"/>
                    <a:pt x="0" y="7661"/>
                    <a:pt x="640" y="8938"/>
                  </a:cubicBezTo>
                  <a:cubicBezTo>
                    <a:pt x="1278" y="11491"/>
                    <a:pt x="3835" y="12768"/>
                    <a:pt x="6390" y="12768"/>
                  </a:cubicBezTo>
                  <a:close/>
                </a:path>
              </a:pathLst>
            </a:custGeom>
            <a:solidFill>
              <a:srgbClr val="00ABAB"/>
            </a:solidFill>
            <a:ln w="6390" cap="flat">
              <a:noFill/>
              <a:prstDash val="solid"/>
              <a:miter/>
            </a:ln>
          </p:spPr>
          <p:txBody>
            <a:bodyPr rtlCol="0" anchor="ctr"/>
            <a:lstStyle/>
            <a:p>
              <a:endParaRPr lang="en-US"/>
            </a:p>
          </p:txBody>
        </p:sp>
        <p:sp>
          <p:nvSpPr>
            <p:cNvPr id="650" name="Graphic 4">
              <a:extLst>
                <a:ext uri="{FF2B5EF4-FFF2-40B4-BE49-F238E27FC236}">
                  <a16:creationId xmlns:a16="http://schemas.microsoft.com/office/drawing/2014/main" id="{746CEF52-EE39-B44D-B8AD-4D7A975684E2}"/>
                </a:ext>
              </a:extLst>
            </p:cNvPr>
            <p:cNvSpPr/>
            <p:nvPr/>
          </p:nvSpPr>
          <p:spPr>
            <a:xfrm>
              <a:off x="7283250" y="1533595"/>
              <a:ext cx="37700" cy="50433"/>
            </a:xfrm>
            <a:custGeom>
              <a:avLst/>
              <a:gdLst>
                <a:gd name="connsiteX0" fmla="*/ 0 w 37700"/>
                <a:gd name="connsiteY0" fmla="*/ 0 h 50433"/>
                <a:gd name="connsiteX1" fmla="*/ 37701 w 37700"/>
                <a:gd name="connsiteY1" fmla="*/ 0 h 50433"/>
                <a:gd name="connsiteX2" fmla="*/ 37701 w 37700"/>
                <a:gd name="connsiteY2" fmla="*/ 50433 h 50433"/>
                <a:gd name="connsiteX3" fmla="*/ 0 w 37700"/>
                <a:gd name="connsiteY3" fmla="*/ 50433 h 50433"/>
              </a:gdLst>
              <a:ahLst/>
              <a:cxnLst>
                <a:cxn ang="0">
                  <a:pos x="connsiteX0" y="connsiteY0"/>
                </a:cxn>
                <a:cxn ang="0">
                  <a:pos x="connsiteX1" y="connsiteY1"/>
                </a:cxn>
                <a:cxn ang="0">
                  <a:pos x="connsiteX2" y="connsiteY2"/>
                </a:cxn>
                <a:cxn ang="0">
                  <a:pos x="connsiteX3" y="connsiteY3"/>
                </a:cxn>
              </a:cxnLst>
              <a:rect l="l" t="t" r="r" b="b"/>
              <a:pathLst>
                <a:path w="37700" h="50433">
                  <a:moveTo>
                    <a:pt x="0" y="0"/>
                  </a:moveTo>
                  <a:lnTo>
                    <a:pt x="37701" y="0"/>
                  </a:lnTo>
                  <a:lnTo>
                    <a:pt x="37701" y="50433"/>
                  </a:lnTo>
                  <a:lnTo>
                    <a:pt x="0" y="50433"/>
                  </a:lnTo>
                  <a:close/>
                </a:path>
              </a:pathLst>
            </a:custGeom>
            <a:solidFill>
              <a:srgbClr val="00ABAB"/>
            </a:solidFill>
            <a:ln w="6390" cap="flat">
              <a:noFill/>
              <a:prstDash val="solid"/>
              <a:miter/>
            </a:ln>
          </p:spPr>
          <p:txBody>
            <a:bodyPr rtlCol="0" anchor="ctr"/>
            <a:lstStyle/>
            <a:p>
              <a:endParaRPr lang="en-US"/>
            </a:p>
          </p:txBody>
        </p:sp>
        <p:sp>
          <p:nvSpPr>
            <p:cNvPr id="651" name="Graphic 4">
              <a:extLst>
                <a:ext uri="{FF2B5EF4-FFF2-40B4-BE49-F238E27FC236}">
                  <a16:creationId xmlns:a16="http://schemas.microsoft.com/office/drawing/2014/main" id="{72202973-675C-3F4F-AC4B-D591D645D58C}"/>
                </a:ext>
              </a:extLst>
            </p:cNvPr>
            <p:cNvSpPr/>
            <p:nvPr/>
          </p:nvSpPr>
          <p:spPr>
            <a:xfrm>
              <a:off x="7362485" y="1580836"/>
              <a:ext cx="26199" cy="55540"/>
            </a:xfrm>
            <a:custGeom>
              <a:avLst/>
              <a:gdLst>
                <a:gd name="connsiteX0" fmla="*/ 11502 w 26199"/>
                <a:gd name="connsiteY0" fmla="*/ 0 h 55540"/>
                <a:gd name="connsiteX1" fmla="*/ 0 w 26199"/>
                <a:gd name="connsiteY1" fmla="*/ 55541 h 55540"/>
                <a:gd name="connsiteX2" fmla="*/ 26199 w 26199"/>
                <a:gd name="connsiteY2" fmla="*/ 55541 h 55540"/>
                <a:gd name="connsiteX3" fmla="*/ 14697 w 26199"/>
                <a:gd name="connsiteY3" fmla="*/ 0 h 55540"/>
              </a:gdLst>
              <a:ahLst/>
              <a:cxnLst>
                <a:cxn ang="0">
                  <a:pos x="connsiteX0" y="connsiteY0"/>
                </a:cxn>
                <a:cxn ang="0">
                  <a:pos x="connsiteX1" y="connsiteY1"/>
                </a:cxn>
                <a:cxn ang="0">
                  <a:pos x="connsiteX2" y="connsiteY2"/>
                </a:cxn>
                <a:cxn ang="0">
                  <a:pos x="connsiteX3" y="connsiteY3"/>
                </a:cxn>
              </a:cxnLst>
              <a:rect l="l" t="t" r="r" b="b"/>
              <a:pathLst>
                <a:path w="26199" h="55540">
                  <a:moveTo>
                    <a:pt x="11502" y="0"/>
                  </a:moveTo>
                  <a:lnTo>
                    <a:pt x="0" y="55541"/>
                  </a:lnTo>
                  <a:lnTo>
                    <a:pt x="26199" y="55541"/>
                  </a:lnTo>
                  <a:lnTo>
                    <a:pt x="14697" y="0"/>
                  </a:lnTo>
                  <a:close/>
                </a:path>
              </a:pathLst>
            </a:custGeom>
            <a:solidFill>
              <a:srgbClr val="00ABAB"/>
            </a:solidFill>
            <a:ln w="6390" cap="flat">
              <a:noFill/>
              <a:prstDash val="solid"/>
              <a:miter/>
            </a:ln>
          </p:spPr>
          <p:txBody>
            <a:bodyPr rtlCol="0" anchor="ctr"/>
            <a:lstStyle/>
            <a:p>
              <a:endParaRPr lang="en-US"/>
            </a:p>
          </p:txBody>
        </p:sp>
        <p:sp>
          <p:nvSpPr>
            <p:cNvPr id="652" name="Graphic 4">
              <a:extLst>
                <a:ext uri="{FF2B5EF4-FFF2-40B4-BE49-F238E27FC236}">
                  <a16:creationId xmlns:a16="http://schemas.microsoft.com/office/drawing/2014/main" id="{54F1AC7A-A558-9D4F-976E-58FF27437F25}"/>
                </a:ext>
              </a:extLst>
            </p:cNvPr>
            <p:cNvSpPr/>
            <p:nvPr/>
          </p:nvSpPr>
          <p:spPr>
            <a:xfrm>
              <a:off x="7191874" y="140272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53041 w 362312"/>
                <a:gd name="connsiteY6" fmla="*/ 70862 h 361971"/>
                <a:gd name="connsiteX7" fmla="*/ 272211 w 362312"/>
                <a:gd name="connsiteY7" fmla="*/ 90014 h 361971"/>
                <a:gd name="connsiteX8" fmla="*/ 253041 w 362312"/>
                <a:gd name="connsiteY8" fmla="*/ 109166 h 361971"/>
                <a:gd name="connsiteX9" fmla="*/ 233872 w 362312"/>
                <a:gd name="connsiteY9" fmla="*/ 90014 h 361971"/>
                <a:gd name="connsiteX10" fmla="*/ 253041 w 362312"/>
                <a:gd name="connsiteY10" fmla="*/ 70862 h 361971"/>
                <a:gd name="connsiteX11" fmla="*/ 253041 w 362312"/>
                <a:gd name="connsiteY11" fmla="*/ 70862 h 361971"/>
                <a:gd name="connsiteX12" fmla="*/ 183391 w 362312"/>
                <a:gd name="connsiteY12" fmla="*/ 116188 h 361971"/>
                <a:gd name="connsiteX13" fmla="*/ 202561 w 362312"/>
                <a:gd name="connsiteY13" fmla="*/ 135979 h 361971"/>
                <a:gd name="connsiteX14" fmla="*/ 202561 w 362312"/>
                <a:gd name="connsiteY14" fmla="*/ 136617 h 361971"/>
                <a:gd name="connsiteX15" fmla="*/ 184031 w 362312"/>
                <a:gd name="connsiteY15" fmla="*/ 156408 h 361971"/>
                <a:gd name="connsiteX16" fmla="*/ 165500 w 362312"/>
                <a:gd name="connsiteY16" fmla="*/ 143640 h 361971"/>
                <a:gd name="connsiteX17" fmla="*/ 163582 w 362312"/>
                <a:gd name="connsiteY17" fmla="*/ 135340 h 361971"/>
                <a:gd name="connsiteX18" fmla="*/ 183391 w 362312"/>
                <a:gd name="connsiteY18" fmla="*/ 116188 h 361971"/>
                <a:gd name="connsiteX19" fmla="*/ 183391 w 362312"/>
                <a:gd name="connsiteY19" fmla="*/ 116188 h 361971"/>
                <a:gd name="connsiteX20" fmla="*/ 183391 w 362312"/>
                <a:gd name="connsiteY20" fmla="*/ 116188 h 361971"/>
                <a:gd name="connsiteX21" fmla="*/ 110546 w 362312"/>
                <a:gd name="connsiteY21" fmla="*/ 69585 h 361971"/>
                <a:gd name="connsiteX22" fmla="*/ 129716 w 362312"/>
                <a:gd name="connsiteY22" fmla="*/ 88737 h 361971"/>
                <a:gd name="connsiteX23" fmla="*/ 110546 w 362312"/>
                <a:gd name="connsiteY23" fmla="*/ 107889 h 361971"/>
                <a:gd name="connsiteX24" fmla="*/ 91376 w 362312"/>
                <a:gd name="connsiteY24" fmla="*/ 88737 h 361971"/>
                <a:gd name="connsiteX25" fmla="*/ 110546 w 362312"/>
                <a:gd name="connsiteY25" fmla="*/ 69585 h 361971"/>
                <a:gd name="connsiteX26" fmla="*/ 72845 w 362312"/>
                <a:gd name="connsiteY26" fmla="*/ 181944 h 361971"/>
                <a:gd name="connsiteX27" fmla="*/ 66456 w 362312"/>
                <a:gd name="connsiteY27" fmla="*/ 188327 h 361971"/>
                <a:gd name="connsiteX28" fmla="*/ 60066 w 362312"/>
                <a:gd name="connsiteY28" fmla="*/ 181944 h 361971"/>
                <a:gd name="connsiteX29" fmla="*/ 60066 w 362312"/>
                <a:gd name="connsiteY29" fmla="*/ 125764 h 361971"/>
                <a:gd name="connsiteX30" fmla="*/ 66456 w 362312"/>
                <a:gd name="connsiteY30" fmla="*/ 119380 h 361971"/>
                <a:gd name="connsiteX31" fmla="*/ 72845 w 362312"/>
                <a:gd name="connsiteY31" fmla="*/ 125764 h 361971"/>
                <a:gd name="connsiteX32" fmla="*/ 72845 w 362312"/>
                <a:gd name="connsiteY32" fmla="*/ 181944 h 361971"/>
                <a:gd name="connsiteX33" fmla="*/ 142496 w 362312"/>
                <a:gd name="connsiteY33" fmla="*/ 188327 h 361971"/>
                <a:gd name="connsiteX34" fmla="*/ 136106 w 362312"/>
                <a:gd name="connsiteY34" fmla="*/ 194711 h 361971"/>
                <a:gd name="connsiteX35" fmla="*/ 130994 w 362312"/>
                <a:gd name="connsiteY35" fmla="*/ 194711 h 361971"/>
                <a:gd name="connsiteX36" fmla="*/ 130994 w 362312"/>
                <a:gd name="connsiteY36" fmla="*/ 252167 h 361971"/>
                <a:gd name="connsiteX37" fmla="*/ 124604 w 362312"/>
                <a:gd name="connsiteY37" fmla="*/ 258551 h 361971"/>
                <a:gd name="connsiteX38" fmla="*/ 118214 w 362312"/>
                <a:gd name="connsiteY38" fmla="*/ 252167 h 361971"/>
                <a:gd name="connsiteX39" fmla="*/ 118214 w 362312"/>
                <a:gd name="connsiteY39" fmla="*/ 194711 h 361971"/>
                <a:gd name="connsiteX40" fmla="*/ 104795 w 362312"/>
                <a:gd name="connsiteY40" fmla="*/ 194711 h 361971"/>
                <a:gd name="connsiteX41" fmla="*/ 104795 w 362312"/>
                <a:gd name="connsiteY41" fmla="*/ 252167 h 361971"/>
                <a:gd name="connsiteX42" fmla="*/ 98405 w 362312"/>
                <a:gd name="connsiteY42" fmla="*/ 258551 h 361971"/>
                <a:gd name="connsiteX43" fmla="*/ 92015 w 362312"/>
                <a:gd name="connsiteY43" fmla="*/ 252167 h 361971"/>
                <a:gd name="connsiteX44" fmla="*/ 92015 w 362312"/>
                <a:gd name="connsiteY44" fmla="*/ 194711 h 361971"/>
                <a:gd name="connsiteX45" fmla="*/ 84986 w 362312"/>
                <a:gd name="connsiteY45" fmla="*/ 194711 h 361971"/>
                <a:gd name="connsiteX46" fmla="*/ 78597 w 362312"/>
                <a:gd name="connsiteY46" fmla="*/ 188327 h 361971"/>
                <a:gd name="connsiteX47" fmla="*/ 78597 w 362312"/>
                <a:gd name="connsiteY47" fmla="*/ 125126 h 361971"/>
                <a:gd name="connsiteX48" fmla="*/ 84986 w 362312"/>
                <a:gd name="connsiteY48" fmla="*/ 118742 h 361971"/>
                <a:gd name="connsiteX49" fmla="*/ 135466 w 362312"/>
                <a:gd name="connsiteY49" fmla="*/ 118742 h 361971"/>
                <a:gd name="connsiteX50" fmla="*/ 141856 w 362312"/>
                <a:gd name="connsiteY50" fmla="*/ 125126 h 361971"/>
                <a:gd name="connsiteX51" fmla="*/ 142496 w 362312"/>
                <a:gd name="connsiteY51" fmla="*/ 188327 h 361971"/>
                <a:gd name="connsiteX52" fmla="*/ 210229 w 362312"/>
                <a:gd name="connsiteY52" fmla="*/ 244506 h 361971"/>
                <a:gd name="connsiteX53" fmla="*/ 205117 w 362312"/>
                <a:gd name="connsiteY53" fmla="*/ 247060 h 361971"/>
                <a:gd name="connsiteX54" fmla="*/ 203839 w 362312"/>
                <a:gd name="connsiteY54" fmla="*/ 247060 h 361971"/>
                <a:gd name="connsiteX55" fmla="*/ 203839 w 362312"/>
                <a:gd name="connsiteY55" fmla="*/ 298770 h 361971"/>
                <a:gd name="connsiteX56" fmla="*/ 197449 w 362312"/>
                <a:gd name="connsiteY56" fmla="*/ 305154 h 361971"/>
                <a:gd name="connsiteX57" fmla="*/ 191059 w 362312"/>
                <a:gd name="connsiteY57" fmla="*/ 298770 h 361971"/>
                <a:gd name="connsiteX58" fmla="*/ 191059 w 362312"/>
                <a:gd name="connsiteY58" fmla="*/ 247060 h 361971"/>
                <a:gd name="connsiteX59" fmla="*/ 177001 w 362312"/>
                <a:gd name="connsiteY59" fmla="*/ 247060 h 361971"/>
                <a:gd name="connsiteX60" fmla="*/ 177001 w 362312"/>
                <a:gd name="connsiteY60" fmla="*/ 298770 h 361971"/>
                <a:gd name="connsiteX61" fmla="*/ 170611 w 362312"/>
                <a:gd name="connsiteY61" fmla="*/ 305154 h 361971"/>
                <a:gd name="connsiteX62" fmla="*/ 164221 w 362312"/>
                <a:gd name="connsiteY62" fmla="*/ 298770 h 361971"/>
                <a:gd name="connsiteX63" fmla="*/ 164221 w 362312"/>
                <a:gd name="connsiteY63" fmla="*/ 247060 h 361971"/>
                <a:gd name="connsiteX64" fmla="*/ 162943 w 362312"/>
                <a:gd name="connsiteY64" fmla="*/ 247060 h 361971"/>
                <a:gd name="connsiteX65" fmla="*/ 157831 w 362312"/>
                <a:gd name="connsiteY65" fmla="*/ 244506 h 361971"/>
                <a:gd name="connsiteX66" fmla="*/ 156553 w 362312"/>
                <a:gd name="connsiteY66" fmla="*/ 239399 h 361971"/>
                <a:gd name="connsiteX67" fmla="*/ 170611 w 362312"/>
                <a:gd name="connsiteY67" fmla="*/ 171091 h 361971"/>
                <a:gd name="connsiteX68" fmla="*/ 177001 w 362312"/>
                <a:gd name="connsiteY68" fmla="*/ 165984 h 361971"/>
                <a:gd name="connsiteX69" fmla="*/ 190420 w 362312"/>
                <a:gd name="connsiteY69" fmla="*/ 165984 h 361971"/>
                <a:gd name="connsiteX70" fmla="*/ 196810 w 362312"/>
                <a:gd name="connsiteY70" fmla="*/ 171091 h 361971"/>
                <a:gd name="connsiteX71" fmla="*/ 210868 w 362312"/>
                <a:gd name="connsiteY71" fmla="*/ 239399 h 361971"/>
                <a:gd name="connsiteX72" fmla="*/ 210229 w 362312"/>
                <a:gd name="connsiteY72" fmla="*/ 244506 h 361971"/>
                <a:gd name="connsiteX73" fmla="*/ 210229 w 362312"/>
                <a:gd name="connsiteY73" fmla="*/ 244506 h 361971"/>
                <a:gd name="connsiteX74" fmla="*/ 284352 w 362312"/>
                <a:gd name="connsiteY74" fmla="*/ 188966 h 361971"/>
                <a:gd name="connsiteX75" fmla="*/ 277962 w 362312"/>
                <a:gd name="connsiteY75" fmla="*/ 195350 h 361971"/>
                <a:gd name="connsiteX76" fmla="*/ 272850 w 362312"/>
                <a:gd name="connsiteY76" fmla="*/ 195350 h 361971"/>
                <a:gd name="connsiteX77" fmla="*/ 272850 w 362312"/>
                <a:gd name="connsiteY77" fmla="*/ 252167 h 361971"/>
                <a:gd name="connsiteX78" fmla="*/ 266460 w 362312"/>
                <a:gd name="connsiteY78" fmla="*/ 258551 h 361971"/>
                <a:gd name="connsiteX79" fmla="*/ 260070 w 362312"/>
                <a:gd name="connsiteY79" fmla="*/ 252167 h 361971"/>
                <a:gd name="connsiteX80" fmla="*/ 260070 w 362312"/>
                <a:gd name="connsiteY80" fmla="*/ 195350 h 361971"/>
                <a:gd name="connsiteX81" fmla="*/ 246651 w 362312"/>
                <a:gd name="connsiteY81" fmla="*/ 195350 h 361971"/>
                <a:gd name="connsiteX82" fmla="*/ 246651 w 362312"/>
                <a:gd name="connsiteY82" fmla="*/ 252167 h 361971"/>
                <a:gd name="connsiteX83" fmla="*/ 240261 w 362312"/>
                <a:gd name="connsiteY83" fmla="*/ 258551 h 361971"/>
                <a:gd name="connsiteX84" fmla="*/ 233872 w 362312"/>
                <a:gd name="connsiteY84" fmla="*/ 252167 h 361971"/>
                <a:gd name="connsiteX85" fmla="*/ 233872 w 362312"/>
                <a:gd name="connsiteY85" fmla="*/ 195350 h 361971"/>
                <a:gd name="connsiteX86" fmla="*/ 227482 w 362312"/>
                <a:gd name="connsiteY86" fmla="*/ 195350 h 361971"/>
                <a:gd name="connsiteX87" fmla="*/ 221092 w 362312"/>
                <a:gd name="connsiteY87" fmla="*/ 188966 h 361971"/>
                <a:gd name="connsiteX88" fmla="*/ 221092 w 362312"/>
                <a:gd name="connsiteY88" fmla="*/ 126403 h 361971"/>
                <a:gd name="connsiteX89" fmla="*/ 227482 w 362312"/>
                <a:gd name="connsiteY89" fmla="*/ 120019 h 361971"/>
                <a:gd name="connsiteX90" fmla="*/ 277323 w 362312"/>
                <a:gd name="connsiteY90" fmla="*/ 120019 h 361971"/>
                <a:gd name="connsiteX91" fmla="*/ 283713 w 362312"/>
                <a:gd name="connsiteY91" fmla="*/ 126403 h 361971"/>
                <a:gd name="connsiteX92" fmla="*/ 284352 w 362312"/>
                <a:gd name="connsiteY92" fmla="*/ 188966 h 361971"/>
                <a:gd name="connsiteX93" fmla="*/ 302883 w 362312"/>
                <a:gd name="connsiteY93" fmla="*/ 183220 h 361971"/>
                <a:gd name="connsiteX94" fmla="*/ 296493 w 362312"/>
                <a:gd name="connsiteY94" fmla="*/ 189604 h 361971"/>
                <a:gd name="connsiteX95" fmla="*/ 290103 w 362312"/>
                <a:gd name="connsiteY95" fmla="*/ 183220 h 361971"/>
                <a:gd name="connsiteX96" fmla="*/ 290103 w 362312"/>
                <a:gd name="connsiteY96" fmla="*/ 127041 h 361971"/>
                <a:gd name="connsiteX97" fmla="*/ 296493 w 362312"/>
                <a:gd name="connsiteY97" fmla="*/ 120657 h 361971"/>
                <a:gd name="connsiteX98" fmla="*/ 302883 w 362312"/>
                <a:gd name="connsiteY98" fmla="*/ 127041 h 361971"/>
                <a:gd name="connsiteX99" fmla="*/ 302883 w 362312"/>
                <a:gd name="connsiteY99" fmla="*/ 18322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0438"/>
                    <a:pt x="281796" y="0"/>
                    <a:pt x="181474" y="0"/>
                  </a:cubicBezTo>
                  <a:close/>
                  <a:moveTo>
                    <a:pt x="253041" y="70862"/>
                  </a:moveTo>
                  <a:cubicBezTo>
                    <a:pt x="263905" y="70862"/>
                    <a:pt x="272211" y="79161"/>
                    <a:pt x="272211" y="90014"/>
                  </a:cubicBezTo>
                  <a:cubicBezTo>
                    <a:pt x="272211" y="100867"/>
                    <a:pt x="263905" y="109166"/>
                    <a:pt x="253041" y="109166"/>
                  </a:cubicBezTo>
                  <a:cubicBezTo>
                    <a:pt x="242179" y="109166"/>
                    <a:pt x="233872" y="100867"/>
                    <a:pt x="233872" y="90014"/>
                  </a:cubicBezTo>
                  <a:cubicBezTo>
                    <a:pt x="233872" y="79161"/>
                    <a:pt x="242179" y="70862"/>
                    <a:pt x="253041" y="70862"/>
                  </a:cubicBezTo>
                  <a:lnTo>
                    <a:pt x="253041" y="70862"/>
                  </a:lnTo>
                  <a:close/>
                  <a:moveTo>
                    <a:pt x="183391" y="116188"/>
                  </a:moveTo>
                  <a:cubicBezTo>
                    <a:pt x="194254" y="116188"/>
                    <a:pt x="202561" y="125126"/>
                    <a:pt x="202561" y="135979"/>
                  </a:cubicBezTo>
                  <a:lnTo>
                    <a:pt x="202561" y="136617"/>
                  </a:lnTo>
                  <a:cubicBezTo>
                    <a:pt x="203200" y="147470"/>
                    <a:pt x="194893" y="155769"/>
                    <a:pt x="184031" y="156408"/>
                  </a:cubicBezTo>
                  <a:cubicBezTo>
                    <a:pt x="175723" y="156408"/>
                    <a:pt x="168056" y="151939"/>
                    <a:pt x="165500" y="143640"/>
                  </a:cubicBezTo>
                  <a:cubicBezTo>
                    <a:pt x="164221" y="141086"/>
                    <a:pt x="163582" y="138532"/>
                    <a:pt x="163582" y="135340"/>
                  </a:cubicBezTo>
                  <a:cubicBezTo>
                    <a:pt x="163582" y="125126"/>
                    <a:pt x="171889" y="116188"/>
                    <a:pt x="183391" y="116188"/>
                  </a:cubicBezTo>
                  <a:cubicBezTo>
                    <a:pt x="182752" y="116188"/>
                    <a:pt x="182752" y="116188"/>
                    <a:pt x="183391" y="116188"/>
                  </a:cubicBezTo>
                  <a:lnTo>
                    <a:pt x="183391" y="116188"/>
                  </a:lnTo>
                  <a:close/>
                  <a:moveTo>
                    <a:pt x="110546" y="69585"/>
                  </a:moveTo>
                  <a:cubicBezTo>
                    <a:pt x="121409" y="69585"/>
                    <a:pt x="129716" y="77885"/>
                    <a:pt x="129716" y="88737"/>
                  </a:cubicBezTo>
                  <a:cubicBezTo>
                    <a:pt x="129716" y="99590"/>
                    <a:pt x="121409" y="107889"/>
                    <a:pt x="110546" y="107889"/>
                  </a:cubicBezTo>
                  <a:cubicBezTo>
                    <a:pt x="99683" y="107889"/>
                    <a:pt x="91376" y="99590"/>
                    <a:pt x="91376" y="88737"/>
                  </a:cubicBezTo>
                  <a:cubicBezTo>
                    <a:pt x="91376" y="77885"/>
                    <a:pt x="99683" y="69585"/>
                    <a:pt x="110546" y="69585"/>
                  </a:cubicBezTo>
                  <a:close/>
                  <a:moveTo>
                    <a:pt x="72845" y="181944"/>
                  </a:moveTo>
                  <a:cubicBezTo>
                    <a:pt x="72845" y="185774"/>
                    <a:pt x="70289" y="188327"/>
                    <a:pt x="66456" y="188327"/>
                  </a:cubicBezTo>
                  <a:cubicBezTo>
                    <a:pt x="62622" y="188327"/>
                    <a:pt x="60066" y="185774"/>
                    <a:pt x="60066" y="181944"/>
                  </a:cubicBezTo>
                  <a:lnTo>
                    <a:pt x="60066" y="125764"/>
                  </a:lnTo>
                  <a:cubicBezTo>
                    <a:pt x="60066" y="121934"/>
                    <a:pt x="62622" y="119380"/>
                    <a:pt x="66456" y="119380"/>
                  </a:cubicBezTo>
                  <a:cubicBezTo>
                    <a:pt x="70289" y="119380"/>
                    <a:pt x="72845" y="121934"/>
                    <a:pt x="72845" y="125764"/>
                  </a:cubicBezTo>
                  <a:lnTo>
                    <a:pt x="72845" y="181944"/>
                  </a:lnTo>
                  <a:close/>
                  <a:moveTo>
                    <a:pt x="142496" y="188327"/>
                  </a:moveTo>
                  <a:cubicBezTo>
                    <a:pt x="142496" y="192158"/>
                    <a:pt x="139940" y="194711"/>
                    <a:pt x="136106" y="194711"/>
                  </a:cubicBezTo>
                  <a:lnTo>
                    <a:pt x="130994" y="194711"/>
                  </a:lnTo>
                  <a:lnTo>
                    <a:pt x="130994" y="252167"/>
                  </a:lnTo>
                  <a:cubicBezTo>
                    <a:pt x="130994" y="255998"/>
                    <a:pt x="128438" y="258551"/>
                    <a:pt x="124604" y="258551"/>
                  </a:cubicBezTo>
                  <a:cubicBezTo>
                    <a:pt x="120770" y="258551"/>
                    <a:pt x="118214" y="255998"/>
                    <a:pt x="118214" y="252167"/>
                  </a:cubicBezTo>
                  <a:lnTo>
                    <a:pt x="118214" y="194711"/>
                  </a:lnTo>
                  <a:lnTo>
                    <a:pt x="104795" y="194711"/>
                  </a:lnTo>
                  <a:lnTo>
                    <a:pt x="104795" y="252167"/>
                  </a:lnTo>
                  <a:cubicBezTo>
                    <a:pt x="104795" y="255998"/>
                    <a:pt x="102239" y="258551"/>
                    <a:pt x="98405" y="258551"/>
                  </a:cubicBezTo>
                  <a:cubicBezTo>
                    <a:pt x="94571" y="258551"/>
                    <a:pt x="92015" y="255998"/>
                    <a:pt x="92015" y="252167"/>
                  </a:cubicBezTo>
                  <a:lnTo>
                    <a:pt x="92015" y="194711"/>
                  </a:lnTo>
                  <a:lnTo>
                    <a:pt x="84986" y="194711"/>
                  </a:lnTo>
                  <a:cubicBezTo>
                    <a:pt x="81152" y="194711"/>
                    <a:pt x="78597" y="192158"/>
                    <a:pt x="78597" y="188327"/>
                  </a:cubicBezTo>
                  <a:lnTo>
                    <a:pt x="78597" y="125126"/>
                  </a:lnTo>
                  <a:cubicBezTo>
                    <a:pt x="78597" y="121296"/>
                    <a:pt x="81152" y="118742"/>
                    <a:pt x="84986" y="118742"/>
                  </a:cubicBezTo>
                  <a:lnTo>
                    <a:pt x="135466" y="118742"/>
                  </a:lnTo>
                  <a:cubicBezTo>
                    <a:pt x="139301" y="118742"/>
                    <a:pt x="141856" y="121296"/>
                    <a:pt x="141856" y="125126"/>
                  </a:cubicBezTo>
                  <a:lnTo>
                    <a:pt x="142496" y="188327"/>
                  </a:lnTo>
                  <a:close/>
                  <a:moveTo>
                    <a:pt x="210229" y="244506"/>
                  </a:moveTo>
                  <a:cubicBezTo>
                    <a:pt x="208951" y="245783"/>
                    <a:pt x="207034" y="247060"/>
                    <a:pt x="205117" y="247060"/>
                  </a:cubicBezTo>
                  <a:lnTo>
                    <a:pt x="203839" y="247060"/>
                  </a:lnTo>
                  <a:lnTo>
                    <a:pt x="203839" y="298770"/>
                  </a:lnTo>
                  <a:cubicBezTo>
                    <a:pt x="203839" y="302601"/>
                    <a:pt x="201283" y="305154"/>
                    <a:pt x="197449" y="305154"/>
                  </a:cubicBezTo>
                  <a:cubicBezTo>
                    <a:pt x="193615" y="305154"/>
                    <a:pt x="191059" y="302601"/>
                    <a:pt x="191059" y="298770"/>
                  </a:cubicBezTo>
                  <a:lnTo>
                    <a:pt x="191059" y="247060"/>
                  </a:lnTo>
                  <a:lnTo>
                    <a:pt x="177001" y="247060"/>
                  </a:lnTo>
                  <a:lnTo>
                    <a:pt x="177001" y="298770"/>
                  </a:lnTo>
                  <a:cubicBezTo>
                    <a:pt x="177001" y="302601"/>
                    <a:pt x="174446" y="305154"/>
                    <a:pt x="170611" y="305154"/>
                  </a:cubicBezTo>
                  <a:cubicBezTo>
                    <a:pt x="166777" y="305154"/>
                    <a:pt x="164221" y="302601"/>
                    <a:pt x="164221" y="298770"/>
                  </a:cubicBezTo>
                  <a:lnTo>
                    <a:pt x="164221" y="247060"/>
                  </a:lnTo>
                  <a:lnTo>
                    <a:pt x="162943" y="247060"/>
                  </a:lnTo>
                  <a:cubicBezTo>
                    <a:pt x="161026" y="247060"/>
                    <a:pt x="159110" y="246422"/>
                    <a:pt x="157831" y="244506"/>
                  </a:cubicBezTo>
                  <a:cubicBezTo>
                    <a:pt x="156553" y="243230"/>
                    <a:pt x="155915" y="241314"/>
                    <a:pt x="156553" y="239399"/>
                  </a:cubicBezTo>
                  <a:lnTo>
                    <a:pt x="170611" y="171091"/>
                  </a:lnTo>
                  <a:cubicBezTo>
                    <a:pt x="171251" y="167899"/>
                    <a:pt x="173806" y="165984"/>
                    <a:pt x="177001" y="165984"/>
                  </a:cubicBezTo>
                  <a:lnTo>
                    <a:pt x="190420" y="165984"/>
                  </a:lnTo>
                  <a:cubicBezTo>
                    <a:pt x="193615" y="165984"/>
                    <a:pt x="196171" y="167899"/>
                    <a:pt x="196810" y="171091"/>
                  </a:cubicBezTo>
                  <a:lnTo>
                    <a:pt x="210868" y="239399"/>
                  </a:lnTo>
                  <a:cubicBezTo>
                    <a:pt x="211507" y="240676"/>
                    <a:pt x="210868" y="242591"/>
                    <a:pt x="210229" y="244506"/>
                  </a:cubicBezTo>
                  <a:lnTo>
                    <a:pt x="210229" y="244506"/>
                  </a:lnTo>
                  <a:close/>
                  <a:moveTo>
                    <a:pt x="284352" y="188966"/>
                  </a:moveTo>
                  <a:cubicBezTo>
                    <a:pt x="284352" y="192796"/>
                    <a:pt x="281796" y="195350"/>
                    <a:pt x="277962" y="195350"/>
                  </a:cubicBezTo>
                  <a:lnTo>
                    <a:pt x="272850" y="195350"/>
                  </a:lnTo>
                  <a:lnTo>
                    <a:pt x="272850" y="252167"/>
                  </a:lnTo>
                  <a:cubicBezTo>
                    <a:pt x="272850" y="255998"/>
                    <a:pt x="270295" y="258551"/>
                    <a:pt x="266460" y="258551"/>
                  </a:cubicBezTo>
                  <a:cubicBezTo>
                    <a:pt x="262626" y="258551"/>
                    <a:pt x="260070" y="255998"/>
                    <a:pt x="260070" y="252167"/>
                  </a:cubicBezTo>
                  <a:lnTo>
                    <a:pt x="260070" y="195350"/>
                  </a:lnTo>
                  <a:lnTo>
                    <a:pt x="246651" y="195350"/>
                  </a:lnTo>
                  <a:lnTo>
                    <a:pt x="246651" y="252167"/>
                  </a:lnTo>
                  <a:cubicBezTo>
                    <a:pt x="246651" y="255998"/>
                    <a:pt x="244095" y="258551"/>
                    <a:pt x="240261" y="258551"/>
                  </a:cubicBezTo>
                  <a:cubicBezTo>
                    <a:pt x="236428" y="258551"/>
                    <a:pt x="233872" y="255998"/>
                    <a:pt x="233872" y="252167"/>
                  </a:cubicBezTo>
                  <a:lnTo>
                    <a:pt x="233872" y="195350"/>
                  </a:lnTo>
                  <a:lnTo>
                    <a:pt x="227482" y="195350"/>
                  </a:lnTo>
                  <a:cubicBezTo>
                    <a:pt x="223648" y="195350"/>
                    <a:pt x="221092" y="192796"/>
                    <a:pt x="221092" y="188966"/>
                  </a:cubicBezTo>
                  <a:lnTo>
                    <a:pt x="221092" y="126403"/>
                  </a:lnTo>
                  <a:cubicBezTo>
                    <a:pt x="221092" y="122572"/>
                    <a:pt x="223648" y="120019"/>
                    <a:pt x="227482" y="120019"/>
                  </a:cubicBezTo>
                  <a:lnTo>
                    <a:pt x="277323" y="120019"/>
                  </a:lnTo>
                  <a:cubicBezTo>
                    <a:pt x="281157" y="120019"/>
                    <a:pt x="283713" y="122572"/>
                    <a:pt x="283713" y="126403"/>
                  </a:cubicBezTo>
                  <a:lnTo>
                    <a:pt x="284352" y="188966"/>
                  </a:lnTo>
                  <a:close/>
                  <a:moveTo>
                    <a:pt x="302883" y="183220"/>
                  </a:moveTo>
                  <a:cubicBezTo>
                    <a:pt x="302883" y="187051"/>
                    <a:pt x="300327" y="189604"/>
                    <a:pt x="296493" y="189604"/>
                  </a:cubicBezTo>
                  <a:cubicBezTo>
                    <a:pt x="292659" y="189604"/>
                    <a:pt x="290103" y="187051"/>
                    <a:pt x="290103" y="183220"/>
                  </a:cubicBezTo>
                  <a:lnTo>
                    <a:pt x="290103" y="127041"/>
                  </a:lnTo>
                  <a:cubicBezTo>
                    <a:pt x="290103" y="123211"/>
                    <a:pt x="292659" y="120657"/>
                    <a:pt x="296493" y="120657"/>
                  </a:cubicBezTo>
                  <a:cubicBezTo>
                    <a:pt x="300327" y="120657"/>
                    <a:pt x="302883" y="123211"/>
                    <a:pt x="302883" y="127041"/>
                  </a:cubicBezTo>
                  <a:lnTo>
                    <a:pt x="302883" y="183220"/>
                  </a:lnTo>
                  <a:close/>
                </a:path>
              </a:pathLst>
            </a:custGeom>
            <a:solidFill>
              <a:srgbClr val="00ABAB"/>
            </a:solidFill>
            <a:ln w="6390" cap="flat">
              <a:noFill/>
              <a:prstDash val="solid"/>
              <a:miter/>
            </a:ln>
          </p:spPr>
          <p:txBody>
            <a:bodyPr rtlCol="0" anchor="ctr"/>
            <a:lstStyle/>
            <a:p>
              <a:endParaRPr lang="en-US"/>
            </a:p>
          </p:txBody>
        </p:sp>
        <p:sp>
          <p:nvSpPr>
            <p:cNvPr id="653" name="Graphic 4">
              <a:extLst>
                <a:ext uri="{FF2B5EF4-FFF2-40B4-BE49-F238E27FC236}">
                  <a16:creationId xmlns:a16="http://schemas.microsoft.com/office/drawing/2014/main" id="{96E54EFD-817E-0549-B1D1-6B6F1208FD8D}"/>
                </a:ext>
              </a:extLst>
            </p:cNvPr>
            <p:cNvSpPr/>
            <p:nvPr/>
          </p:nvSpPr>
          <p:spPr>
            <a:xfrm>
              <a:off x="7425745" y="1534871"/>
              <a:ext cx="37700" cy="49795"/>
            </a:xfrm>
            <a:custGeom>
              <a:avLst/>
              <a:gdLst>
                <a:gd name="connsiteX0" fmla="*/ 0 w 37700"/>
                <a:gd name="connsiteY0" fmla="*/ 0 h 49795"/>
                <a:gd name="connsiteX1" fmla="*/ 37701 w 37700"/>
                <a:gd name="connsiteY1" fmla="*/ 0 h 49795"/>
                <a:gd name="connsiteX2" fmla="*/ 37701 w 37700"/>
                <a:gd name="connsiteY2" fmla="*/ 49795 h 49795"/>
                <a:gd name="connsiteX3" fmla="*/ 0 w 37700"/>
                <a:gd name="connsiteY3" fmla="*/ 49795 h 49795"/>
              </a:gdLst>
              <a:ahLst/>
              <a:cxnLst>
                <a:cxn ang="0">
                  <a:pos x="connsiteX0" y="connsiteY0"/>
                </a:cxn>
                <a:cxn ang="0">
                  <a:pos x="connsiteX1" y="connsiteY1"/>
                </a:cxn>
                <a:cxn ang="0">
                  <a:pos x="connsiteX2" y="connsiteY2"/>
                </a:cxn>
                <a:cxn ang="0">
                  <a:pos x="connsiteX3" y="connsiteY3"/>
                </a:cxn>
              </a:cxnLst>
              <a:rect l="l" t="t" r="r" b="b"/>
              <a:pathLst>
                <a:path w="37700" h="49795">
                  <a:moveTo>
                    <a:pt x="0" y="0"/>
                  </a:moveTo>
                  <a:lnTo>
                    <a:pt x="37701" y="0"/>
                  </a:lnTo>
                  <a:lnTo>
                    <a:pt x="37701" y="49795"/>
                  </a:lnTo>
                  <a:lnTo>
                    <a:pt x="0" y="49795"/>
                  </a:lnTo>
                  <a:close/>
                </a:path>
              </a:pathLst>
            </a:custGeom>
            <a:solidFill>
              <a:srgbClr val="00ABAB"/>
            </a:solidFill>
            <a:ln w="6390" cap="flat">
              <a:noFill/>
              <a:prstDash val="solid"/>
              <a:miter/>
            </a:ln>
          </p:spPr>
          <p:txBody>
            <a:bodyPr rtlCol="0" anchor="ctr"/>
            <a:lstStyle/>
            <a:p>
              <a:endParaRPr lang="en-US"/>
            </a:p>
          </p:txBody>
        </p:sp>
        <p:sp>
          <p:nvSpPr>
            <p:cNvPr id="654" name="Graphic 4">
              <a:extLst>
                <a:ext uri="{FF2B5EF4-FFF2-40B4-BE49-F238E27FC236}">
                  <a16:creationId xmlns:a16="http://schemas.microsoft.com/office/drawing/2014/main" id="{97188DCA-D22A-9C41-AA47-795CDD1AF768}"/>
                </a:ext>
              </a:extLst>
            </p:cNvPr>
            <p:cNvSpPr/>
            <p:nvPr/>
          </p:nvSpPr>
          <p:spPr>
            <a:xfrm>
              <a:off x="7438525" y="1486353"/>
              <a:ext cx="12779" cy="12767"/>
            </a:xfrm>
            <a:custGeom>
              <a:avLst/>
              <a:gdLst>
                <a:gd name="connsiteX0" fmla="*/ 12780 w 12779"/>
                <a:gd name="connsiteY0" fmla="*/ 6384 h 12767"/>
                <a:gd name="connsiteX1" fmla="*/ 6390 w 12779"/>
                <a:gd name="connsiteY1" fmla="*/ 12768 h 12767"/>
                <a:gd name="connsiteX2" fmla="*/ 0 w 12779"/>
                <a:gd name="connsiteY2" fmla="*/ 6384 h 12767"/>
                <a:gd name="connsiteX3" fmla="*/ 6390 w 12779"/>
                <a:gd name="connsiteY3" fmla="*/ 0 h 12767"/>
                <a:gd name="connsiteX4" fmla="*/ 12780 w 12779"/>
                <a:gd name="connsiteY4" fmla="*/ 6384 h 12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9" h="12767">
                  <a:moveTo>
                    <a:pt x="12780" y="6384"/>
                  </a:moveTo>
                  <a:cubicBezTo>
                    <a:pt x="12780" y="9910"/>
                    <a:pt x="9919" y="12768"/>
                    <a:pt x="6390" y="12768"/>
                  </a:cubicBezTo>
                  <a:cubicBezTo>
                    <a:pt x="2861" y="12768"/>
                    <a:pt x="0" y="9910"/>
                    <a:pt x="0" y="6384"/>
                  </a:cubicBezTo>
                  <a:cubicBezTo>
                    <a:pt x="0" y="2858"/>
                    <a:pt x="2861" y="0"/>
                    <a:pt x="6390" y="0"/>
                  </a:cubicBezTo>
                  <a:cubicBezTo>
                    <a:pt x="9919" y="0"/>
                    <a:pt x="12780" y="2858"/>
                    <a:pt x="12780" y="6384"/>
                  </a:cubicBezTo>
                  <a:close/>
                </a:path>
              </a:pathLst>
            </a:custGeom>
            <a:solidFill>
              <a:srgbClr val="00ABAB"/>
            </a:solidFill>
            <a:ln w="6390" cap="flat">
              <a:noFill/>
              <a:prstDash val="solid"/>
              <a:miter/>
            </a:ln>
          </p:spPr>
          <p:txBody>
            <a:bodyPr rtlCol="0" anchor="ctr"/>
            <a:lstStyle/>
            <a:p>
              <a:endParaRPr lang="en-US"/>
            </a:p>
          </p:txBody>
        </p:sp>
      </p:grpSp>
      <p:grpSp>
        <p:nvGrpSpPr>
          <p:cNvPr id="655" name="Graphic 4">
            <a:extLst>
              <a:ext uri="{FF2B5EF4-FFF2-40B4-BE49-F238E27FC236}">
                <a16:creationId xmlns:a16="http://schemas.microsoft.com/office/drawing/2014/main" id="{51152432-B480-604E-BA2E-E577089B7391}"/>
              </a:ext>
            </a:extLst>
          </p:cNvPr>
          <p:cNvGrpSpPr>
            <a:grpSpLocks noChangeAspect="1"/>
          </p:cNvGrpSpPr>
          <p:nvPr/>
        </p:nvGrpSpPr>
        <p:grpSpPr>
          <a:xfrm>
            <a:off x="7191874" y="918179"/>
            <a:ext cx="362312" cy="361971"/>
            <a:chOff x="7191874" y="918179"/>
            <a:chExt cx="362312" cy="361971"/>
          </a:xfrm>
          <a:solidFill>
            <a:srgbClr val="00ABAB"/>
          </a:solidFill>
        </p:grpSpPr>
        <p:sp>
          <p:nvSpPr>
            <p:cNvPr id="656" name="Graphic 4">
              <a:extLst>
                <a:ext uri="{FF2B5EF4-FFF2-40B4-BE49-F238E27FC236}">
                  <a16:creationId xmlns:a16="http://schemas.microsoft.com/office/drawing/2014/main" id="{CDA38638-3553-6F40-81A4-0C7CD884D3E0}"/>
                </a:ext>
              </a:extLst>
            </p:cNvPr>
            <p:cNvSpPr/>
            <p:nvPr/>
          </p:nvSpPr>
          <p:spPr>
            <a:xfrm>
              <a:off x="7288362" y="1048412"/>
              <a:ext cx="26838" cy="56817"/>
            </a:xfrm>
            <a:custGeom>
              <a:avLst/>
              <a:gdLst>
                <a:gd name="connsiteX0" fmla="*/ 11502 w 26838"/>
                <a:gd name="connsiteY0" fmla="*/ 0 h 56817"/>
                <a:gd name="connsiteX1" fmla="*/ 0 w 26838"/>
                <a:gd name="connsiteY1" fmla="*/ 56817 h 56817"/>
                <a:gd name="connsiteX2" fmla="*/ 26838 w 26838"/>
                <a:gd name="connsiteY2" fmla="*/ 56817 h 56817"/>
                <a:gd name="connsiteX3" fmla="*/ 14697 w 26838"/>
                <a:gd name="connsiteY3" fmla="*/ 0 h 56817"/>
              </a:gdLst>
              <a:ahLst/>
              <a:cxnLst>
                <a:cxn ang="0">
                  <a:pos x="connsiteX0" y="connsiteY0"/>
                </a:cxn>
                <a:cxn ang="0">
                  <a:pos x="connsiteX1" y="connsiteY1"/>
                </a:cxn>
                <a:cxn ang="0">
                  <a:pos x="connsiteX2" y="connsiteY2"/>
                </a:cxn>
                <a:cxn ang="0">
                  <a:pos x="connsiteX3" y="connsiteY3"/>
                </a:cxn>
              </a:cxnLst>
              <a:rect l="l" t="t" r="r" b="b"/>
              <a:pathLst>
                <a:path w="26838" h="56817">
                  <a:moveTo>
                    <a:pt x="11502" y="0"/>
                  </a:moveTo>
                  <a:lnTo>
                    <a:pt x="0" y="56817"/>
                  </a:lnTo>
                  <a:lnTo>
                    <a:pt x="26838" y="56817"/>
                  </a:lnTo>
                  <a:lnTo>
                    <a:pt x="14697" y="0"/>
                  </a:lnTo>
                  <a:close/>
                </a:path>
              </a:pathLst>
            </a:custGeom>
            <a:solidFill>
              <a:srgbClr val="00ABAB"/>
            </a:solidFill>
            <a:ln w="6390" cap="flat">
              <a:noFill/>
              <a:prstDash val="solid"/>
              <a:miter/>
            </a:ln>
          </p:spPr>
          <p:txBody>
            <a:bodyPr rtlCol="0" anchor="ctr"/>
            <a:lstStyle/>
            <a:p>
              <a:endParaRPr lang="en-US"/>
            </a:p>
          </p:txBody>
        </p:sp>
        <p:sp>
          <p:nvSpPr>
            <p:cNvPr id="657" name="Graphic 4">
              <a:extLst>
                <a:ext uri="{FF2B5EF4-FFF2-40B4-BE49-F238E27FC236}">
                  <a16:creationId xmlns:a16="http://schemas.microsoft.com/office/drawing/2014/main" id="{ADDDD045-7BE1-BE4C-BF17-BC88F1758DE8}"/>
                </a:ext>
              </a:extLst>
            </p:cNvPr>
            <p:cNvSpPr/>
            <p:nvPr/>
          </p:nvSpPr>
          <p:spPr>
            <a:xfrm>
              <a:off x="7293474" y="999255"/>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BAB"/>
            </a:solidFill>
            <a:ln w="6390" cap="flat">
              <a:noFill/>
              <a:prstDash val="solid"/>
              <a:miter/>
            </a:ln>
          </p:spPr>
          <p:txBody>
            <a:bodyPr rtlCol="0" anchor="ctr"/>
            <a:lstStyle/>
            <a:p>
              <a:endParaRPr lang="en-US"/>
            </a:p>
          </p:txBody>
        </p:sp>
        <p:sp>
          <p:nvSpPr>
            <p:cNvPr id="658" name="Graphic 4">
              <a:extLst>
                <a:ext uri="{FF2B5EF4-FFF2-40B4-BE49-F238E27FC236}">
                  <a16:creationId xmlns:a16="http://schemas.microsoft.com/office/drawing/2014/main" id="{E1A84A88-CE3E-324D-B37E-594CD12CBE22}"/>
                </a:ext>
              </a:extLst>
            </p:cNvPr>
            <p:cNvSpPr/>
            <p:nvPr/>
          </p:nvSpPr>
          <p:spPr>
            <a:xfrm>
              <a:off x="7436608" y="999255"/>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BAB"/>
            </a:solidFill>
            <a:ln w="6390" cap="flat">
              <a:noFill/>
              <a:prstDash val="solid"/>
              <a:miter/>
            </a:ln>
          </p:spPr>
          <p:txBody>
            <a:bodyPr rtlCol="0" anchor="ctr"/>
            <a:lstStyle/>
            <a:p>
              <a:endParaRPr lang="en-US"/>
            </a:p>
          </p:txBody>
        </p:sp>
        <p:sp>
          <p:nvSpPr>
            <p:cNvPr id="659" name="Graphic 4">
              <a:extLst>
                <a:ext uri="{FF2B5EF4-FFF2-40B4-BE49-F238E27FC236}">
                  <a16:creationId xmlns:a16="http://schemas.microsoft.com/office/drawing/2014/main" id="{5F08FEA0-EDCB-064F-B098-FB11061D3BEF}"/>
                </a:ext>
              </a:extLst>
            </p:cNvPr>
            <p:cNvSpPr/>
            <p:nvPr/>
          </p:nvSpPr>
          <p:spPr>
            <a:xfrm>
              <a:off x="7366319" y="1046497"/>
              <a:ext cx="14057" cy="14044"/>
            </a:xfrm>
            <a:custGeom>
              <a:avLst/>
              <a:gdLst>
                <a:gd name="connsiteX0" fmla="*/ 7029 w 14057"/>
                <a:gd name="connsiteY0" fmla="*/ 14045 h 14044"/>
                <a:gd name="connsiteX1" fmla="*/ 14058 w 14057"/>
                <a:gd name="connsiteY1" fmla="*/ 7022 h 14044"/>
                <a:gd name="connsiteX2" fmla="*/ 7029 w 14057"/>
                <a:gd name="connsiteY2" fmla="*/ 0 h 14044"/>
                <a:gd name="connsiteX3" fmla="*/ 0 w 14057"/>
                <a:gd name="connsiteY3" fmla="*/ 7022 h 14044"/>
                <a:gd name="connsiteX4" fmla="*/ 7029 w 14057"/>
                <a:gd name="connsiteY4" fmla="*/ 14045 h 14044"/>
                <a:gd name="connsiteX5" fmla="*/ 7029 w 14057"/>
                <a:gd name="connsiteY5" fmla="*/ 14045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57" h="14044">
                  <a:moveTo>
                    <a:pt x="7029" y="14045"/>
                  </a:moveTo>
                  <a:cubicBezTo>
                    <a:pt x="10863" y="14045"/>
                    <a:pt x="14058" y="10853"/>
                    <a:pt x="14058" y="7022"/>
                  </a:cubicBezTo>
                  <a:cubicBezTo>
                    <a:pt x="14058" y="3192"/>
                    <a:pt x="10863" y="0"/>
                    <a:pt x="7029" y="0"/>
                  </a:cubicBezTo>
                  <a:cubicBezTo>
                    <a:pt x="3195" y="0"/>
                    <a:pt x="0" y="3192"/>
                    <a:pt x="0" y="7022"/>
                  </a:cubicBezTo>
                  <a:cubicBezTo>
                    <a:pt x="639" y="10853"/>
                    <a:pt x="3195" y="14045"/>
                    <a:pt x="7029" y="14045"/>
                  </a:cubicBezTo>
                  <a:lnTo>
                    <a:pt x="7029" y="14045"/>
                  </a:lnTo>
                  <a:close/>
                </a:path>
              </a:pathLst>
            </a:custGeom>
            <a:solidFill>
              <a:srgbClr val="00ABAB"/>
            </a:solidFill>
            <a:ln w="6390" cap="flat">
              <a:noFill/>
              <a:prstDash val="solid"/>
              <a:miter/>
            </a:ln>
          </p:spPr>
          <p:txBody>
            <a:bodyPr rtlCol="0" anchor="ctr"/>
            <a:lstStyle/>
            <a:p>
              <a:endParaRPr lang="en-US"/>
            </a:p>
          </p:txBody>
        </p:sp>
        <p:sp>
          <p:nvSpPr>
            <p:cNvPr id="660" name="Graphic 4">
              <a:extLst>
                <a:ext uri="{FF2B5EF4-FFF2-40B4-BE49-F238E27FC236}">
                  <a16:creationId xmlns:a16="http://schemas.microsoft.com/office/drawing/2014/main" id="{CD287DFC-7C44-A146-A213-AEADFC6E8187}"/>
                </a:ext>
              </a:extLst>
            </p:cNvPr>
            <p:cNvSpPr/>
            <p:nvPr/>
          </p:nvSpPr>
          <p:spPr>
            <a:xfrm>
              <a:off x="7354178" y="1096292"/>
              <a:ext cx="38339" cy="50433"/>
            </a:xfrm>
            <a:custGeom>
              <a:avLst/>
              <a:gdLst>
                <a:gd name="connsiteX0" fmla="*/ 0 w 38339"/>
                <a:gd name="connsiteY0" fmla="*/ 0 h 50433"/>
                <a:gd name="connsiteX1" fmla="*/ 38340 w 38339"/>
                <a:gd name="connsiteY1" fmla="*/ 0 h 50433"/>
                <a:gd name="connsiteX2" fmla="*/ 38340 w 38339"/>
                <a:gd name="connsiteY2" fmla="*/ 50433 h 50433"/>
                <a:gd name="connsiteX3" fmla="*/ 0 w 38339"/>
                <a:gd name="connsiteY3" fmla="*/ 50433 h 50433"/>
              </a:gdLst>
              <a:ahLst/>
              <a:cxnLst>
                <a:cxn ang="0">
                  <a:pos x="connsiteX0" y="connsiteY0"/>
                </a:cxn>
                <a:cxn ang="0">
                  <a:pos x="connsiteX1" y="connsiteY1"/>
                </a:cxn>
                <a:cxn ang="0">
                  <a:pos x="connsiteX2" y="connsiteY2"/>
                </a:cxn>
                <a:cxn ang="0">
                  <a:pos x="connsiteX3" y="connsiteY3"/>
                </a:cxn>
              </a:cxnLst>
              <a:rect l="l" t="t" r="r" b="b"/>
              <a:pathLst>
                <a:path w="38339" h="50433">
                  <a:moveTo>
                    <a:pt x="0" y="0"/>
                  </a:moveTo>
                  <a:lnTo>
                    <a:pt x="38340" y="0"/>
                  </a:lnTo>
                  <a:lnTo>
                    <a:pt x="38340" y="50433"/>
                  </a:lnTo>
                  <a:lnTo>
                    <a:pt x="0" y="50433"/>
                  </a:lnTo>
                  <a:close/>
                </a:path>
              </a:pathLst>
            </a:custGeom>
            <a:solidFill>
              <a:srgbClr val="00ABAB"/>
            </a:solidFill>
            <a:ln w="6390" cap="flat">
              <a:noFill/>
              <a:prstDash val="solid"/>
              <a:miter/>
            </a:ln>
          </p:spPr>
          <p:txBody>
            <a:bodyPr rtlCol="0" anchor="ctr"/>
            <a:lstStyle/>
            <a:p>
              <a:endParaRPr lang="en-US"/>
            </a:p>
          </p:txBody>
        </p:sp>
        <p:sp>
          <p:nvSpPr>
            <p:cNvPr id="661" name="Graphic 4">
              <a:extLst>
                <a:ext uri="{FF2B5EF4-FFF2-40B4-BE49-F238E27FC236}">
                  <a16:creationId xmlns:a16="http://schemas.microsoft.com/office/drawing/2014/main" id="{ACF3D65B-A3CF-E548-B2BE-C2019C8C4FBA}"/>
                </a:ext>
              </a:extLst>
            </p:cNvPr>
            <p:cNvSpPr/>
            <p:nvPr/>
          </p:nvSpPr>
          <p:spPr>
            <a:xfrm>
              <a:off x="7191874" y="918179"/>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51764 w 362312"/>
                <a:gd name="connsiteY6" fmla="*/ 68309 h 361971"/>
                <a:gd name="connsiteX7" fmla="*/ 271572 w 362312"/>
                <a:gd name="connsiteY7" fmla="*/ 88099 h 361971"/>
                <a:gd name="connsiteX8" fmla="*/ 251764 w 362312"/>
                <a:gd name="connsiteY8" fmla="*/ 107889 h 361971"/>
                <a:gd name="connsiteX9" fmla="*/ 231955 w 362312"/>
                <a:gd name="connsiteY9" fmla="*/ 88099 h 361971"/>
                <a:gd name="connsiteX10" fmla="*/ 231955 w 362312"/>
                <a:gd name="connsiteY10" fmla="*/ 88099 h 361971"/>
                <a:gd name="connsiteX11" fmla="*/ 251764 w 362312"/>
                <a:gd name="connsiteY11" fmla="*/ 68309 h 361971"/>
                <a:gd name="connsiteX12" fmla="*/ 251764 w 362312"/>
                <a:gd name="connsiteY12" fmla="*/ 68309 h 361971"/>
                <a:gd name="connsiteX13" fmla="*/ 181474 w 362312"/>
                <a:gd name="connsiteY13" fmla="*/ 116188 h 361971"/>
                <a:gd name="connsiteX14" fmla="*/ 201283 w 362312"/>
                <a:gd name="connsiteY14" fmla="*/ 135979 h 361971"/>
                <a:gd name="connsiteX15" fmla="*/ 181474 w 362312"/>
                <a:gd name="connsiteY15" fmla="*/ 155769 h 361971"/>
                <a:gd name="connsiteX16" fmla="*/ 161666 w 362312"/>
                <a:gd name="connsiteY16" fmla="*/ 135979 h 361971"/>
                <a:gd name="connsiteX17" fmla="*/ 181474 w 362312"/>
                <a:gd name="connsiteY17" fmla="*/ 116188 h 361971"/>
                <a:gd name="connsiteX18" fmla="*/ 181474 w 362312"/>
                <a:gd name="connsiteY18" fmla="*/ 116188 h 361971"/>
                <a:gd name="connsiteX19" fmla="*/ 108629 w 362312"/>
                <a:gd name="connsiteY19" fmla="*/ 68309 h 361971"/>
                <a:gd name="connsiteX20" fmla="*/ 128438 w 362312"/>
                <a:gd name="connsiteY20" fmla="*/ 88099 h 361971"/>
                <a:gd name="connsiteX21" fmla="*/ 108629 w 362312"/>
                <a:gd name="connsiteY21" fmla="*/ 107889 h 361971"/>
                <a:gd name="connsiteX22" fmla="*/ 88820 w 362312"/>
                <a:gd name="connsiteY22" fmla="*/ 88099 h 361971"/>
                <a:gd name="connsiteX23" fmla="*/ 88820 w 362312"/>
                <a:gd name="connsiteY23" fmla="*/ 88099 h 361971"/>
                <a:gd name="connsiteX24" fmla="*/ 108629 w 362312"/>
                <a:gd name="connsiteY24" fmla="*/ 68309 h 361971"/>
                <a:gd name="connsiteX25" fmla="*/ 108629 w 362312"/>
                <a:gd name="connsiteY25" fmla="*/ 68309 h 361971"/>
                <a:gd name="connsiteX26" fmla="*/ 69012 w 362312"/>
                <a:gd name="connsiteY26" fmla="*/ 185774 h 361971"/>
                <a:gd name="connsiteX27" fmla="*/ 67733 w 362312"/>
                <a:gd name="connsiteY27" fmla="*/ 185774 h 361971"/>
                <a:gd name="connsiteX28" fmla="*/ 63261 w 362312"/>
                <a:gd name="connsiteY28" fmla="*/ 178113 h 361971"/>
                <a:gd name="connsiteX29" fmla="*/ 63261 w 362312"/>
                <a:gd name="connsiteY29" fmla="*/ 178113 h 361971"/>
                <a:gd name="connsiteX30" fmla="*/ 76679 w 362312"/>
                <a:gd name="connsiteY30" fmla="*/ 123211 h 361971"/>
                <a:gd name="connsiteX31" fmla="*/ 84347 w 362312"/>
                <a:gd name="connsiteY31" fmla="*/ 118742 h 361971"/>
                <a:gd name="connsiteX32" fmla="*/ 84347 w 362312"/>
                <a:gd name="connsiteY32" fmla="*/ 118742 h 361971"/>
                <a:gd name="connsiteX33" fmla="*/ 88820 w 362312"/>
                <a:gd name="connsiteY33" fmla="*/ 126403 h 361971"/>
                <a:gd name="connsiteX34" fmla="*/ 75402 w 362312"/>
                <a:gd name="connsiteY34" fmla="*/ 181305 h 361971"/>
                <a:gd name="connsiteX35" fmla="*/ 69012 w 362312"/>
                <a:gd name="connsiteY35" fmla="*/ 185774 h 361971"/>
                <a:gd name="connsiteX36" fmla="*/ 69012 w 362312"/>
                <a:gd name="connsiteY36" fmla="*/ 185774 h 361971"/>
                <a:gd name="connsiteX37" fmla="*/ 136106 w 362312"/>
                <a:gd name="connsiteY37" fmla="*/ 197265 h 361971"/>
                <a:gd name="connsiteX38" fmla="*/ 130994 w 362312"/>
                <a:gd name="connsiteY38" fmla="*/ 199819 h 361971"/>
                <a:gd name="connsiteX39" fmla="*/ 130355 w 362312"/>
                <a:gd name="connsiteY39" fmla="*/ 199819 h 361971"/>
                <a:gd name="connsiteX40" fmla="*/ 130355 w 362312"/>
                <a:gd name="connsiteY40" fmla="*/ 252806 h 361971"/>
                <a:gd name="connsiteX41" fmla="*/ 123965 w 362312"/>
                <a:gd name="connsiteY41" fmla="*/ 259190 h 361971"/>
                <a:gd name="connsiteX42" fmla="*/ 117575 w 362312"/>
                <a:gd name="connsiteY42" fmla="*/ 252806 h 361971"/>
                <a:gd name="connsiteX43" fmla="*/ 117575 w 362312"/>
                <a:gd name="connsiteY43" fmla="*/ 199819 h 361971"/>
                <a:gd name="connsiteX44" fmla="*/ 102239 w 362312"/>
                <a:gd name="connsiteY44" fmla="*/ 199819 h 361971"/>
                <a:gd name="connsiteX45" fmla="*/ 102239 w 362312"/>
                <a:gd name="connsiteY45" fmla="*/ 252806 h 361971"/>
                <a:gd name="connsiteX46" fmla="*/ 95849 w 362312"/>
                <a:gd name="connsiteY46" fmla="*/ 259190 h 361971"/>
                <a:gd name="connsiteX47" fmla="*/ 89459 w 362312"/>
                <a:gd name="connsiteY47" fmla="*/ 252806 h 361971"/>
                <a:gd name="connsiteX48" fmla="*/ 89459 w 362312"/>
                <a:gd name="connsiteY48" fmla="*/ 199819 h 361971"/>
                <a:gd name="connsiteX49" fmla="*/ 88820 w 362312"/>
                <a:gd name="connsiteY49" fmla="*/ 199819 h 361971"/>
                <a:gd name="connsiteX50" fmla="*/ 82430 w 362312"/>
                <a:gd name="connsiteY50" fmla="*/ 193435 h 361971"/>
                <a:gd name="connsiteX51" fmla="*/ 82430 w 362312"/>
                <a:gd name="connsiteY51" fmla="*/ 192158 h 361971"/>
                <a:gd name="connsiteX52" fmla="*/ 96488 w 362312"/>
                <a:gd name="connsiteY52" fmla="*/ 122572 h 361971"/>
                <a:gd name="connsiteX53" fmla="*/ 102878 w 362312"/>
                <a:gd name="connsiteY53" fmla="*/ 117465 h 361971"/>
                <a:gd name="connsiteX54" fmla="*/ 116936 w 362312"/>
                <a:gd name="connsiteY54" fmla="*/ 117465 h 361971"/>
                <a:gd name="connsiteX55" fmla="*/ 123326 w 362312"/>
                <a:gd name="connsiteY55" fmla="*/ 122572 h 361971"/>
                <a:gd name="connsiteX56" fmla="*/ 138022 w 362312"/>
                <a:gd name="connsiteY56" fmla="*/ 192158 h 361971"/>
                <a:gd name="connsiteX57" fmla="*/ 136106 w 362312"/>
                <a:gd name="connsiteY57" fmla="*/ 197265 h 361971"/>
                <a:gd name="connsiteX58" fmla="*/ 136106 w 362312"/>
                <a:gd name="connsiteY58" fmla="*/ 197265 h 361971"/>
                <a:gd name="connsiteX59" fmla="*/ 213424 w 362312"/>
                <a:gd name="connsiteY59" fmla="*/ 235569 h 361971"/>
                <a:gd name="connsiteX60" fmla="*/ 207034 w 362312"/>
                <a:gd name="connsiteY60" fmla="*/ 241953 h 361971"/>
                <a:gd name="connsiteX61" fmla="*/ 201922 w 362312"/>
                <a:gd name="connsiteY61" fmla="*/ 241953 h 361971"/>
                <a:gd name="connsiteX62" fmla="*/ 201922 w 362312"/>
                <a:gd name="connsiteY62" fmla="*/ 300047 h 361971"/>
                <a:gd name="connsiteX63" fmla="*/ 195532 w 362312"/>
                <a:gd name="connsiteY63" fmla="*/ 306431 h 361971"/>
                <a:gd name="connsiteX64" fmla="*/ 189142 w 362312"/>
                <a:gd name="connsiteY64" fmla="*/ 300047 h 361971"/>
                <a:gd name="connsiteX65" fmla="*/ 189142 w 362312"/>
                <a:gd name="connsiteY65" fmla="*/ 241953 h 361971"/>
                <a:gd name="connsiteX66" fmla="*/ 175723 w 362312"/>
                <a:gd name="connsiteY66" fmla="*/ 241953 h 361971"/>
                <a:gd name="connsiteX67" fmla="*/ 175723 w 362312"/>
                <a:gd name="connsiteY67" fmla="*/ 300047 h 361971"/>
                <a:gd name="connsiteX68" fmla="*/ 169333 w 362312"/>
                <a:gd name="connsiteY68" fmla="*/ 306431 h 361971"/>
                <a:gd name="connsiteX69" fmla="*/ 162943 w 362312"/>
                <a:gd name="connsiteY69" fmla="*/ 300047 h 361971"/>
                <a:gd name="connsiteX70" fmla="*/ 162943 w 362312"/>
                <a:gd name="connsiteY70" fmla="*/ 241953 h 361971"/>
                <a:gd name="connsiteX71" fmla="*/ 155915 w 362312"/>
                <a:gd name="connsiteY71" fmla="*/ 241953 h 361971"/>
                <a:gd name="connsiteX72" fmla="*/ 149525 w 362312"/>
                <a:gd name="connsiteY72" fmla="*/ 235569 h 361971"/>
                <a:gd name="connsiteX73" fmla="*/ 149525 w 362312"/>
                <a:gd name="connsiteY73" fmla="*/ 172368 h 361971"/>
                <a:gd name="connsiteX74" fmla="*/ 155915 w 362312"/>
                <a:gd name="connsiteY74" fmla="*/ 165984 h 361971"/>
                <a:gd name="connsiteX75" fmla="*/ 207034 w 362312"/>
                <a:gd name="connsiteY75" fmla="*/ 165984 h 361971"/>
                <a:gd name="connsiteX76" fmla="*/ 213424 w 362312"/>
                <a:gd name="connsiteY76" fmla="*/ 172368 h 361971"/>
                <a:gd name="connsiteX77" fmla="*/ 213424 w 362312"/>
                <a:gd name="connsiteY77" fmla="*/ 235569 h 361971"/>
                <a:gd name="connsiteX78" fmla="*/ 279240 w 362312"/>
                <a:gd name="connsiteY78" fmla="*/ 197265 h 361971"/>
                <a:gd name="connsiteX79" fmla="*/ 274128 w 362312"/>
                <a:gd name="connsiteY79" fmla="*/ 199819 h 361971"/>
                <a:gd name="connsiteX80" fmla="*/ 273490 w 362312"/>
                <a:gd name="connsiteY80" fmla="*/ 199819 h 361971"/>
                <a:gd name="connsiteX81" fmla="*/ 273490 w 362312"/>
                <a:gd name="connsiteY81" fmla="*/ 252806 h 361971"/>
                <a:gd name="connsiteX82" fmla="*/ 267100 w 362312"/>
                <a:gd name="connsiteY82" fmla="*/ 259190 h 361971"/>
                <a:gd name="connsiteX83" fmla="*/ 260710 w 362312"/>
                <a:gd name="connsiteY83" fmla="*/ 252806 h 361971"/>
                <a:gd name="connsiteX84" fmla="*/ 260710 w 362312"/>
                <a:gd name="connsiteY84" fmla="*/ 199819 h 361971"/>
                <a:gd name="connsiteX85" fmla="*/ 245374 w 362312"/>
                <a:gd name="connsiteY85" fmla="*/ 199819 h 361971"/>
                <a:gd name="connsiteX86" fmla="*/ 245374 w 362312"/>
                <a:gd name="connsiteY86" fmla="*/ 252806 h 361971"/>
                <a:gd name="connsiteX87" fmla="*/ 238984 w 362312"/>
                <a:gd name="connsiteY87" fmla="*/ 259190 h 361971"/>
                <a:gd name="connsiteX88" fmla="*/ 232594 w 362312"/>
                <a:gd name="connsiteY88" fmla="*/ 252806 h 361971"/>
                <a:gd name="connsiteX89" fmla="*/ 232594 w 362312"/>
                <a:gd name="connsiteY89" fmla="*/ 199819 h 361971"/>
                <a:gd name="connsiteX90" fmla="*/ 231955 w 362312"/>
                <a:gd name="connsiteY90" fmla="*/ 199819 h 361971"/>
                <a:gd name="connsiteX91" fmla="*/ 225565 w 362312"/>
                <a:gd name="connsiteY91" fmla="*/ 193435 h 361971"/>
                <a:gd name="connsiteX92" fmla="*/ 225565 w 362312"/>
                <a:gd name="connsiteY92" fmla="*/ 192158 h 361971"/>
                <a:gd name="connsiteX93" fmla="*/ 239623 w 362312"/>
                <a:gd name="connsiteY93" fmla="*/ 122572 h 361971"/>
                <a:gd name="connsiteX94" fmla="*/ 246013 w 362312"/>
                <a:gd name="connsiteY94" fmla="*/ 117465 h 361971"/>
                <a:gd name="connsiteX95" fmla="*/ 260070 w 362312"/>
                <a:gd name="connsiteY95" fmla="*/ 117465 h 361971"/>
                <a:gd name="connsiteX96" fmla="*/ 266460 w 362312"/>
                <a:gd name="connsiteY96" fmla="*/ 122572 h 361971"/>
                <a:gd name="connsiteX97" fmla="*/ 281157 w 362312"/>
                <a:gd name="connsiteY97" fmla="*/ 192158 h 361971"/>
                <a:gd name="connsiteX98" fmla="*/ 279240 w 362312"/>
                <a:gd name="connsiteY98" fmla="*/ 197265 h 361971"/>
                <a:gd name="connsiteX99" fmla="*/ 279240 w 362312"/>
                <a:gd name="connsiteY99" fmla="*/ 197265 h 361971"/>
                <a:gd name="connsiteX100" fmla="*/ 295854 w 362312"/>
                <a:gd name="connsiteY100" fmla="*/ 185774 h 361971"/>
                <a:gd name="connsiteX101" fmla="*/ 294576 w 362312"/>
                <a:gd name="connsiteY101" fmla="*/ 185774 h 361971"/>
                <a:gd name="connsiteX102" fmla="*/ 288186 w 362312"/>
                <a:gd name="connsiteY102" fmla="*/ 180667 h 361971"/>
                <a:gd name="connsiteX103" fmla="*/ 274767 w 362312"/>
                <a:gd name="connsiteY103" fmla="*/ 125764 h 361971"/>
                <a:gd name="connsiteX104" fmla="*/ 279240 w 362312"/>
                <a:gd name="connsiteY104" fmla="*/ 117465 h 361971"/>
                <a:gd name="connsiteX105" fmla="*/ 287547 w 362312"/>
                <a:gd name="connsiteY105" fmla="*/ 121934 h 361971"/>
                <a:gd name="connsiteX106" fmla="*/ 287547 w 362312"/>
                <a:gd name="connsiteY106" fmla="*/ 122572 h 361971"/>
                <a:gd name="connsiteX107" fmla="*/ 300966 w 362312"/>
                <a:gd name="connsiteY107" fmla="*/ 177475 h 361971"/>
                <a:gd name="connsiteX108" fmla="*/ 295854 w 362312"/>
                <a:gd name="connsiteY108" fmla="*/ 185774 h 361971"/>
                <a:gd name="connsiteX109" fmla="*/ 295854 w 362312"/>
                <a:gd name="connsiteY109" fmla="*/ 185774 h 361971"/>
                <a:gd name="connsiteX110" fmla="*/ 295854 w 362312"/>
                <a:gd name="connsiteY110" fmla="*/ 18577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251764" y="68309"/>
                  </a:moveTo>
                  <a:cubicBezTo>
                    <a:pt x="262626" y="68309"/>
                    <a:pt x="271572" y="77246"/>
                    <a:pt x="271572" y="88099"/>
                  </a:cubicBezTo>
                  <a:cubicBezTo>
                    <a:pt x="271572" y="98952"/>
                    <a:pt x="262626" y="107889"/>
                    <a:pt x="251764" y="107889"/>
                  </a:cubicBezTo>
                  <a:cubicBezTo>
                    <a:pt x="240900" y="107889"/>
                    <a:pt x="231955" y="98952"/>
                    <a:pt x="231955" y="88099"/>
                  </a:cubicBezTo>
                  <a:cubicBezTo>
                    <a:pt x="231955" y="88099"/>
                    <a:pt x="231955" y="88099"/>
                    <a:pt x="231955" y="88099"/>
                  </a:cubicBezTo>
                  <a:cubicBezTo>
                    <a:pt x="231955" y="77246"/>
                    <a:pt x="240900" y="68309"/>
                    <a:pt x="251764" y="68309"/>
                  </a:cubicBezTo>
                  <a:cubicBezTo>
                    <a:pt x="251764" y="68309"/>
                    <a:pt x="251764" y="68309"/>
                    <a:pt x="251764" y="68309"/>
                  </a:cubicBezTo>
                  <a:close/>
                  <a:moveTo>
                    <a:pt x="181474" y="116188"/>
                  </a:moveTo>
                  <a:cubicBezTo>
                    <a:pt x="192337" y="116188"/>
                    <a:pt x="201283" y="125126"/>
                    <a:pt x="201283" y="135979"/>
                  </a:cubicBezTo>
                  <a:cubicBezTo>
                    <a:pt x="201283" y="146832"/>
                    <a:pt x="192337" y="155769"/>
                    <a:pt x="181474" y="155769"/>
                  </a:cubicBezTo>
                  <a:cubicBezTo>
                    <a:pt x="170611" y="155769"/>
                    <a:pt x="161666" y="146832"/>
                    <a:pt x="161666" y="135979"/>
                  </a:cubicBezTo>
                  <a:cubicBezTo>
                    <a:pt x="162305" y="124488"/>
                    <a:pt x="170611" y="116188"/>
                    <a:pt x="181474" y="116188"/>
                  </a:cubicBezTo>
                  <a:lnTo>
                    <a:pt x="181474" y="116188"/>
                  </a:lnTo>
                  <a:close/>
                  <a:moveTo>
                    <a:pt x="108629" y="68309"/>
                  </a:moveTo>
                  <a:cubicBezTo>
                    <a:pt x="119492" y="68309"/>
                    <a:pt x="128438" y="77246"/>
                    <a:pt x="128438" y="88099"/>
                  </a:cubicBezTo>
                  <a:cubicBezTo>
                    <a:pt x="128438" y="98952"/>
                    <a:pt x="119492" y="107889"/>
                    <a:pt x="108629" y="107889"/>
                  </a:cubicBezTo>
                  <a:cubicBezTo>
                    <a:pt x="97766" y="107889"/>
                    <a:pt x="88820" y="98952"/>
                    <a:pt x="88820" y="88099"/>
                  </a:cubicBezTo>
                  <a:cubicBezTo>
                    <a:pt x="88820" y="88099"/>
                    <a:pt x="88820" y="88099"/>
                    <a:pt x="88820" y="88099"/>
                  </a:cubicBezTo>
                  <a:cubicBezTo>
                    <a:pt x="88820" y="77246"/>
                    <a:pt x="97766" y="68309"/>
                    <a:pt x="108629" y="68309"/>
                  </a:cubicBezTo>
                  <a:lnTo>
                    <a:pt x="108629" y="68309"/>
                  </a:lnTo>
                  <a:close/>
                  <a:moveTo>
                    <a:pt x="69012" y="185774"/>
                  </a:moveTo>
                  <a:lnTo>
                    <a:pt x="67733" y="185774"/>
                  </a:lnTo>
                  <a:cubicBezTo>
                    <a:pt x="64538" y="185135"/>
                    <a:pt x="61982" y="181305"/>
                    <a:pt x="63261" y="178113"/>
                  </a:cubicBezTo>
                  <a:cubicBezTo>
                    <a:pt x="63261" y="178113"/>
                    <a:pt x="63261" y="178113"/>
                    <a:pt x="63261" y="178113"/>
                  </a:cubicBezTo>
                  <a:lnTo>
                    <a:pt x="76679" y="123211"/>
                  </a:lnTo>
                  <a:cubicBezTo>
                    <a:pt x="77318" y="120019"/>
                    <a:pt x="81152" y="117465"/>
                    <a:pt x="84347" y="118742"/>
                  </a:cubicBezTo>
                  <a:cubicBezTo>
                    <a:pt x="84347" y="118742"/>
                    <a:pt x="84347" y="118742"/>
                    <a:pt x="84347" y="118742"/>
                  </a:cubicBezTo>
                  <a:cubicBezTo>
                    <a:pt x="87542" y="119380"/>
                    <a:pt x="90098" y="123211"/>
                    <a:pt x="88820" y="126403"/>
                  </a:cubicBezTo>
                  <a:lnTo>
                    <a:pt x="75402" y="181305"/>
                  </a:lnTo>
                  <a:cubicBezTo>
                    <a:pt x="74123" y="183859"/>
                    <a:pt x="71567" y="185774"/>
                    <a:pt x="69012" y="185774"/>
                  </a:cubicBezTo>
                  <a:lnTo>
                    <a:pt x="69012" y="185774"/>
                  </a:lnTo>
                  <a:close/>
                  <a:moveTo>
                    <a:pt x="136106" y="197265"/>
                  </a:moveTo>
                  <a:cubicBezTo>
                    <a:pt x="134828" y="198542"/>
                    <a:pt x="132911" y="199819"/>
                    <a:pt x="130994" y="199819"/>
                  </a:cubicBezTo>
                  <a:lnTo>
                    <a:pt x="130355" y="199819"/>
                  </a:lnTo>
                  <a:lnTo>
                    <a:pt x="130355" y="252806"/>
                  </a:lnTo>
                  <a:cubicBezTo>
                    <a:pt x="130355" y="256636"/>
                    <a:pt x="127799" y="259190"/>
                    <a:pt x="123965" y="259190"/>
                  </a:cubicBezTo>
                  <a:cubicBezTo>
                    <a:pt x="120131" y="259190"/>
                    <a:pt x="117575" y="256636"/>
                    <a:pt x="117575" y="252806"/>
                  </a:cubicBezTo>
                  <a:lnTo>
                    <a:pt x="117575" y="199819"/>
                  </a:lnTo>
                  <a:lnTo>
                    <a:pt x="102239" y="199819"/>
                  </a:lnTo>
                  <a:lnTo>
                    <a:pt x="102239" y="252806"/>
                  </a:lnTo>
                  <a:cubicBezTo>
                    <a:pt x="102239" y="256636"/>
                    <a:pt x="99683" y="259190"/>
                    <a:pt x="95849" y="259190"/>
                  </a:cubicBezTo>
                  <a:cubicBezTo>
                    <a:pt x="92015" y="259190"/>
                    <a:pt x="89459" y="256636"/>
                    <a:pt x="89459" y="252806"/>
                  </a:cubicBezTo>
                  <a:lnTo>
                    <a:pt x="89459" y="199819"/>
                  </a:lnTo>
                  <a:lnTo>
                    <a:pt x="88820" y="199819"/>
                  </a:lnTo>
                  <a:cubicBezTo>
                    <a:pt x="84986" y="199819"/>
                    <a:pt x="82430" y="197265"/>
                    <a:pt x="82430" y="193435"/>
                  </a:cubicBezTo>
                  <a:cubicBezTo>
                    <a:pt x="82430" y="192796"/>
                    <a:pt x="82430" y="192796"/>
                    <a:pt x="82430" y="192158"/>
                  </a:cubicBezTo>
                  <a:lnTo>
                    <a:pt x="96488" y="122572"/>
                  </a:lnTo>
                  <a:cubicBezTo>
                    <a:pt x="97127" y="119380"/>
                    <a:pt x="99683" y="117465"/>
                    <a:pt x="102878" y="117465"/>
                  </a:cubicBezTo>
                  <a:lnTo>
                    <a:pt x="116936" y="117465"/>
                  </a:lnTo>
                  <a:cubicBezTo>
                    <a:pt x="120131" y="117465"/>
                    <a:pt x="122686" y="119380"/>
                    <a:pt x="123326" y="122572"/>
                  </a:cubicBezTo>
                  <a:lnTo>
                    <a:pt x="138022" y="192158"/>
                  </a:lnTo>
                  <a:cubicBezTo>
                    <a:pt x="138022" y="194073"/>
                    <a:pt x="137384" y="195988"/>
                    <a:pt x="136106" y="197265"/>
                  </a:cubicBezTo>
                  <a:lnTo>
                    <a:pt x="136106" y="197265"/>
                  </a:lnTo>
                  <a:close/>
                  <a:moveTo>
                    <a:pt x="213424" y="235569"/>
                  </a:moveTo>
                  <a:cubicBezTo>
                    <a:pt x="213424" y="239399"/>
                    <a:pt x="210868" y="241953"/>
                    <a:pt x="207034" y="241953"/>
                  </a:cubicBezTo>
                  <a:lnTo>
                    <a:pt x="201922" y="241953"/>
                  </a:lnTo>
                  <a:lnTo>
                    <a:pt x="201922" y="300047"/>
                  </a:lnTo>
                  <a:cubicBezTo>
                    <a:pt x="201922" y="303878"/>
                    <a:pt x="199366" y="306431"/>
                    <a:pt x="195532" y="306431"/>
                  </a:cubicBezTo>
                  <a:cubicBezTo>
                    <a:pt x="191698" y="306431"/>
                    <a:pt x="189142" y="303878"/>
                    <a:pt x="189142" y="300047"/>
                  </a:cubicBezTo>
                  <a:lnTo>
                    <a:pt x="189142" y="241953"/>
                  </a:lnTo>
                  <a:lnTo>
                    <a:pt x="175723" y="241953"/>
                  </a:lnTo>
                  <a:lnTo>
                    <a:pt x="175723" y="300047"/>
                  </a:lnTo>
                  <a:cubicBezTo>
                    <a:pt x="175723" y="303878"/>
                    <a:pt x="173167" y="306431"/>
                    <a:pt x="169333" y="306431"/>
                  </a:cubicBezTo>
                  <a:cubicBezTo>
                    <a:pt x="165500" y="306431"/>
                    <a:pt x="162943" y="303878"/>
                    <a:pt x="162943" y="300047"/>
                  </a:cubicBezTo>
                  <a:lnTo>
                    <a:pt x="162943" y="241953"/>
                  </a:lnTo>
                  <a:lnTo>
                    <a:pt x="155915" y="241953"/>
                  </a:lnTo>
                  <a:cubicBezTo>
                    <a:pt x="152081" y="241953"/>
                    <a:pt x="149525" y="239399"/>
                    <a:pt x="149525" y="235569"/>
                  </a:cubicBezTo>
                  <a:lnTo>
                    <a:pt x="149525" y="172368"/>
                  </a:lnTo>
                  <a:cubicBezTo>
                    <a:pt x="149525" y="168537"/>
                    <a:pt x="152081" y="165984"/>
                    <a:pt x="155915" y="165984"/>
                  </a:cubicBezTo>
                  <a:lnTo>
                    <a:pt x="207034" y="165984"/>
                  </a:lnTo>
                  <a:cubicBezTo>
                    <a:pt x="210868" y="165984"/>
                    <a:pt x="213424" y="168537"/>
                    <a:pt x="213424" y="172368"/>
                  </a:cubicBezTo>
                  <a:lnTo>
                    <a:pt x="213424" y="235569"/>
                  </a:lnTo>
                  <a:close/>
                  <a:moveTo>
                    <a:pt x="279240" y="197265"/>
                  </a:moveTo>
                  <a:cubicBezTo>
                    <a:pt x="277962" y="198542"/>
                    <a:pt x="276045" y="199819"/>
                    <a:pt x="274128" y="199819"/>
                  </a:cubicBezTo>
                  <a:lnTo>
                    <a:pt x="273490" y="199819"/>
                  </a:lnTo>
                  <a:lnTo>
                    <a:pt x="273490" y="252806"/>
                  </a:lnTo>
                  <a:cubicBezTo>
                    <a:pt x="273490" y="256636"/>
                    <a:pt x="270934" y="259190"/>
                    <a:pt x="267100" y="259190"/>
                  </a:cubicBezTo>
                  <a:cubicBezTo>
                    <a:pt x="263265" y="259190"/>
                    <a:pt x="260710" y="256636"/>
                    <a:pt x="260710" y="252806"/>
                  </a:cubicBezTo>
                  <a:lnTo>
                    <a:pt x="260710" y="199819"/>
                  </a:lnTo>
                  <a:lnTo>
                    <a:pt x="245374" y="199819"/>
                  </a:lnTo>
                  <a:lnTo>
                    <a:pt x="245374" y="252806"/>
                  </a:lnTo>
                  <a:cubicBezTo>
                    <a:pt x="245374" y="256636"/>
                    <a:pt x="242818" y="259190"/>
                    <a:pt x="238984" y="259190"/>
                  </a:cubicBezTo>
                  <a:cubicBezTo>
                    <a:pt x="235150" y="259190"/>
                    <a:pt x="232594" y="256636"/>
                    <a:pt x="232594" y="252806"/>
                  </a:cubicBezTo>
                  <a:lnTo>
                    <a:pt x="232594" y="199819"/>
                  </a:lnTo>
                  <a:lnTo>
                    <a:pt x="231955" y="199819"/>
                  </a:lnTo>
                  <a:cubicBezTo>
                    <a:pt x="228120" y="199819"/>
                    <a:pt x="225565" y="197265"/>
                    <a:pt x="225565" y="193435"/>
                  </a:cubicBezTo>
                  <a:cubicBezTo>
                    <a:pt x="225565" y="192796"/>
                    <a:pt x="225565" y="192796"/>
                    <a:pt x="225565" y="192158"/>
                  </a:cubicBezTo>
                  <a:lnTo>
                    <a:pt x="239623" y="122572"/>
                  </a:lnTo>
                  <a:cubicBezTo>
                    <a:pt x="240261" y="119380"/>
                    <a:pt x="242818" y="117465"/>
                    <a:pt x="246013" y="117465"/>
                  </a:cubicBezTo>
                  <a:lnTo>
                    <a:pt x="260070" y="117465"/>
                  </a:lnTo>
                  <a:cubicBezTo>
                    <a:pt x="263265" y="117465"/>
                    <a:pt x="265821" y="119380"/>
                    <a:pt x="266460" y="122572"/>
                  </a:cubicBezTo>
                  <a:lnTo>
                    <a:pt x="281157" y="192158"/>
                  </a:lnTo>
                  <a:cubicBezTo>
                    <a:pt x="281157" y="194073"/>
                    <a:pt x="280518" y="195988"/>
                    <a:pt x="279240" y="197265"/>
                  </a:cubicBezTo>
                  <a:lnTo>
                    <a:pt x="279240" y="197265"/>
                  </a:lnTo>
                  <a:close/>
                  <a:moveTo>
                    <a:pt x="295854" y="185774"/>
                  </a:moveTo>
                  <a:cubicBezTo>
                    <a:pt x="295215" y="185774"/>
                    <a:pt x="294576" y="185774"/>
                    <a:pt x="294576" y="185774"/>
                  </a:cubicBezTo>
                  <a:cubicBezTo>
                    <a:pt x="291381" y="185774"/>
                    <a:pt x="288825" y="183859"/>
                    <a:pt x="288186" y="180667"/>
                  </a:cubicBezTo>
                  <a:lnTo>
                    <a:pt x="274767" y="125764"/>
                  </a:lnTo>
                  <a:cubicBezTo>
                    <a:pt x="273490" y="122572"/>
                    <a:pt x="275406" y="118742"/>
                    <a:pt x="279240" y="117465"/>
                  </a:cubicBezTo>
                  <a:cubicBezTo>
                    <a:pt x="282435" y="116188"/>
                    <a:pt x="286270" y="118104"/>
                    <a:pt x="287547" y="121934"/>
                  </a:cubicBezTo>
                  <a:cubicBezTo>
                    <a:pt x="287547" y="121934"/>
                    <a:pt x="287547" y="122572"/>
                    <a:pt x="287547" y="122572"/>
                  </a:cubicBezTo>
                  <a:lnTo>
                    <a:pt x="300966" y="177475"/>
                  </a:lnTo>
                  <a:cubicBezTo>
                    <a:pt x="301605" y="181305"/>
                    <a:pt x="299688" y="184497"/>
                    <a:pt x="295854" y="185774"/>
                  </a:cubicBezTo>
                  <a:cubicBezTo>
                    <a:pt x="295854" y="185774"/>
                    <a:pt x="295854" y="185774"/>
                    <a:pt x="295854" y="185774"/>
                  </a:cubicBezTo>
                  <a:lnTo>
                    <a:pt x="295854" y="185774"/>
                  </a:lnTo>
                  <a:close/>
                </a:path>
              </a:pathLst>
            </a:custGeom>
            <a:solidFill>
              <a:srgbClr val="00ABAB"/>
            </a:solidFill>
            <a:ln w="6390" cap="flat">
              <a:noFill/>
              <a:prstDash val="solid"/>
              <a:miter/>
            </a:ln>
          </p:spPr>
          <p:txBody>
            <a:bodyPr rtlCol="0" anchor="ctr"/>
            <a:lstStyle/>
            <a:p>
              <a:endParaRPr lang="en-US"/>
            </a:p>
          </p:txBody>
        </p:sp>
        <p:sp>
          <p:nvSpPr>
            <p:cNvPr id="662" name="Graphic 4">
              <a:extLst>
                <a:ext uri="{FF2B5EF4-FFF2-40B4-BE49-F238E27FC236}">
                  <a16:creationId xmlns:a16="http://schemas.microsoft.com/office/drawing/2014/main" id="{1A3F6422-A41A-D64F-8DCA-1A2886AE11A3}"/>
                </a:ext>
              </a:extLst>
            </p:cNvPr>
            <p:cNvSpPr/>
            <p:nvPr/>
          </p:nvSpPr>
          <p:spPr>
            <a:xfrm>
              <a:off x="7431496" y="1048412"/>
              <a:ext cx="26837" cy="56817"/>
            </a:xfrm>
            <a:custGeom>
              <a:avLst/>
              <a:gdLst>
                <a:gd name="connsiteX0" fmla="*/ 11502 w 26837"/>
                <a:gd name="connsiteY0" fmla="*/ 0 h 56817"/>
                <a:gd name="connsiteX1" fmla="*/ 0 w 26837"/>
                <a:gd name="connsiteY1" fmla="*/ 56817 h 56817"/>
                <a:gd name="connsiteX2" fmla="*/ 26837 w 26837"/>
                <a:gd name="connsiteY2" fmla="*/ 56817 h 56817"/>
                <a:gd name="connsiteX3" fmla="*/ 14697 w 26837"/>
                <a:gd name="connsiteY3" fmla="*/ 0 h 56817"/>
              </a:gdLst>
              <a:ahLst/>
              <a:cxnLst>
                <a:cxn ang="0">
                  <a:pos x="connsiteX0" y="connsiteY0"/>
                </a:cxn>
                <a:cxn ang="0">
                  <a:pos x="connsiteX1" y="connsiteY1"/>
                </a:cxn>
                <a:cxn ang="0">
                  <a:pos x="connsiteX2" y="connsiteY2"/>
                </a:cxn>
                <a:cxn ang="0">
                  <a:pos x="connsiteX3" y="connsiteY3"/>
                </a:cxn>
              </a:cxnLst>
              <a:rect l="l" t="t" r="r" b="b"/>
              <a:pathLst>
                <a:path w="26837" h="56817">
                  <a:moveTo>
                    <a:pt x="11502" y="0"/>
                  </a:moveTo>
                  <a:lnTo>
                    <a:pt x="0" y="56817"/>
                  </a:lnTo>
                  <a:lnTo>
                    <a:pt x="26837" y="56817"/>
                  </a:lnTo>
                  <a:lnTo>
                    <a:pt x="14697" y="0"/>
                  </a:lnTo>
                  <a:close/>
                </a:path>
              </a:pathLst>
            </a:custGeom>
            <a:solidFill>
              <a:srgbClr val="00ABAB"/>
            </a:solidFill>
            <a:ln w="6390" cap="flat">
              <a:noFill/>
              <a:prstDash val="solid"/>
              <a:miter/>
            </a:ln>
          </p:spPr>
          <p:txBody>
            <a:bodyPr rtlCol="0" anchor="ctr"/>
            <a:lstStyle/>
            <a:p>
              <a:endParaRPr lang="en-US"/>
            </a:p>
          </p:txBody>
        </p:sp>
      </p:grpSp>
      <p:sp>
        <p:nvSpPr>
          <p:cNvPr id="663" name="Graphic 4">
            <a:extLst>
              <a:ext uri="{FF2B5EF4-FFF2-40B4-BE49-F238E27FC236}">
                <a16:creationId xmlns:a16="http://schemas.microsoft.com/office/drawing/2014/main" id="{5F25A5B7-22FF-9248-B6EF-88B2A7967673}"/>
              </a:ext>
            </a:extLst>
          </p:cNvPr>
          <p:cNvSpPr>
            <a:spLocks noChangeAspect="1"/>
          </p:cNvSpPr>
          <p:nvPr/>
        </p:nvSpPr>
        <p:spPr>
          <a:xfrm>
            <a:off x="6146480" y="91817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52403 w 362309"/>
              <a:gd name="connsiteY6" fmla="*/ 261743 h 361971"/>
              <a:gd name="connsiteX7" fmla="*/ 202561 w 362309"/>
              <a:gd name="connsiteY7" fmla="*/ 247060 h 361971"/>
              <a:gd name="connsiteX8" fmla="*/ 199366 w 362309"/>
              <a:gd name="connsiteY8" fmla="*/ 241315 h 361971"/>
              <a:gd name="connsiteX9" fmla="*/ 199366 w 362309"/>
              <a:gd name="connsiteY9" fmla="*/ 224716 h 361971"/>
              <a:gd name="connsiteX10" fmla="*/ 201283 w 362309"/>
              <a:gd name="connsiteY10" fmla="*/ 220247 h 361971"/>
              <a:gd name="connsiteX11" fmla="*/ 223009 w 362309"/>
              <a:gd name="connsiteY11" fmla="*/ 141724 h 361971"/>
              <a:gd name="connsiteX12" fmla="*/ 215341 w 362309"/>
              <a:gd name="connsiteY12" fmla="*/ 122572 h 361971"/>
              <a:gd name="connsiteX13" fmla="*/ 181474 w 362309"/>
              <a:gd name="connsiteY13" fmla="*/ 112358 h 361971"/>
              <a:gd name="connsiteX14" fmla="*/ 146969 w 362309"/>
              <a:gd name="connsiteY14" fmla="*/ 122572 h 361971"/>
              <a:gd name="connsiteX15" fmla="*/ 139301 w 362309"/>
              <a:gd name="connsiteY15" fmla="*/ 141724 h 361971"/>
              <a:gd name="connsiteX16" fmla="*/ 161026 w 362309"/>
              <a:gd name="connsiteY16" fmla="*/ 220247 h 361971"/>
              <a:gd name="connsiteX17" fmla="*/ 162943 w 362309"/>
              <a:gd name="connsiteY17" fmla="*/ 224716 h 361971"/>
              <a:gd name="connsiteX18" fmla="*/ 162943 w 362309"/>
              <a:gd name="connsiteY18" fmla="*/ 241315 h 361971"/>
              <a:gd name="connsiteX19" fmla="*/ 159748 w 362309"/>
              <a:gd name="connsiteY19" fmla="*/ 247060 h 361971"/>
              <a:gd name="connsiteX20" fmla="*/ 109907 w 362309"/>
              <a:gd name="connsiteY20" fmla="*/ 261743 h 361971"/>
              <a:gd name="connsiteX21" fmla="*/ 109268 w 362309"/>
              <a:gd name="connsiteY21" fmla="*/ 261743 h 361971"/>
              <a:gd name="connsiteX22" fmla="*/ 102878 w 362309"/>
              <a:gd name="connsiteY22" fmla="*/ 255359 h 361971"/>
              <a:gd name="connsiteX23" fmla="*/ 109268 w 362309"/>
              <a:gd name="connsiteY23" fmla="*/ 248975 h 361971"/>
              <a:gd name="connsiteX24" fmla="*/ 150802 w 362309"/>
              <a:gd name="connsiteY24" fmla="*/ 236846 h 361971"/>
              <a:gd name="connsiteX25" fmla="*/ 150802 w 362309"/>
              <a:gd name="connsiteY25" fmla="*/ 226631 h 361971"/>
              <a:gd name="connsiteX26" fmla="*/ 127160 w 362309"/>
              <a:gd name="connsiteY26" fmla="*/ 141086 h 361971"/>
              <a:gd name="connsiteX27" fmla="*/ 138661 w 362309"/>
              <a:gd name="connsiteY27" fmla="*/ 112996 h 361971"/>
              <a:gd name="connsiteX28" fmla="*/ 181474 w 362309"/>
              <a:gd name="connsiteY28" fmla="*/ 98952 h 361971"/>
              <a:gd name="connsiteX29" fmla="*/ 224287 w 362309"/>
              <a:gd name="connsiteY29" fmla="*/ 112996 h 361971"/>
              <a:gd name="connsiteX30" fmla="*/ 235788 w 362309"/>
              <a:gd name="connsiteY30" fmla="*/ 141086 h 361971"/>
              <a:gd name="connsiteX31" fmla="*/ 212146 w 362309"/>
              <a:gd name="connsiteY31" fmla="*/ 226631 h 361971"/>
              <a:gd name="connsiteX32" fmla="*/ 212146 w 362309"/>
              <a:gd name="connsiteY32" fmla="*/ 236846 h 361971"/>
              <a:gd name="connsiteX33" fmla="*/ 253680 w 362309"/>
              <a:gd name="connsiteY33" fmla="*/ 248975 h 361971"/>
              <a:gd name="connsiteX34" fmla="*/ 259431 w 362309"/>
              <a:gd name="connsiteY34" fmla="*/ 255998 h 361971"/>
              <a:gd name="connsiteX35" fmla="*/ 252403 w 362309"/>
              <a:gd name="connsiteY35" fmla="*/ 261743 h 361971"/>
              <a:gd name="connsiteX36" fmla="*/ 252403 w 362309"/>
              <a:gd name="connsiteY36" fmla="*/ 26174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1077"/>
                  <a:pt x="281157" y="0"/>
                  <a:pt x="181474" y="0"/>
                </a:cubicBezTo>
                <a:close/>
                <a:moveTo>
                  <a:pt x="252403" y="261743"/>
                </a:moveTo>
                <a:cubicBezTo>
                  <a:pt x="235150" y="259828"/>
                  <a:pt x="217897" y="254721"/>
                  <a:pt x="202561" y="247060"/>
                </a:cubicBezTo>
                <a:cubicBezTo>
                  <a:pt x="200644" y="245783"/>
                  <a:pt x="198727" y="243868"/>
                  <a:pt x="199366" y="241315"/>
                </a:cubicBezTo>
                <a:lnTo>
                  <a:pt x="199366" y="224716"/>
                </a:lnTo>
                <a:cubicBezTo>
                  <a:pt x="199366" y="222801"/>
                  <a:pt x="200005" y="221524"/>
                  <a:pt x="201283" y="220247"/>
                </a:cubicBezTo>
                <a:cubicBezTo>
                  <a:pt x="219814" y="201734"/>
                  <a:pt x="223009" y="176836"/>
                  <a:pt x="223009" y="141724"/>
                </a:cubicBezTo>
                <a:cubicBezTo>
                  <a:pt x="223648" y="134702"/>
                  <a:pt x="220453" y="127680"/>
                  <a:pt x="215341" y="122572"/>
                </a:cubicBezTo>
                <a:cubicBezTo>
                  <a:pt x="205756" y="112996"/>
                  <a:pt x="187864" y="111720"/>
                  <a:pt x="181474" y="112358"/>
                </a:cubicBezTo>
                <a:cubicBezTo>
                  <a:pt x="180835" y="112358"/>
                  <a:pt x="159109" y="111720"/>
                  <a:pt x="146969" y="122572"/>
                </a:cubicBezTo>
                <a:cubicBezTo>
                  <a:pt x="141856" y="127680"/>
                  <a:pt x="139301" y="134702"/>
                  <a:pt x="139301" y="141724"/>
                </a:cubicBezTo>
                <a:cubicBezTo>
                  <a:pt x="139301" y="176836"/>
                  <a:pt x="143134" y="201734"/>
                  <a:pt x="161026" y="220247"/>
                </a:cubicBezTo>
                <a:cubicBezTo>
                  <a:pt x="162304" y="221524"/>
                  <a:pt x="162943" y="222801"/>
                  <a:pt x="162943" y="224716"/>
                </a:cubicBezTo>
                <a:lnTo>
                  <a:pt x="162943" y="241315"/>
                </a:lnTo>
                <a:cubicBezTo>
                  <a:pt x="162943" y="243868"/>
                  <a:pt x="161665" y="245783"/>
                  <a:pt x="159748" y="247060"/>
                </a:cubicBezTo>
                <a:cubicBezTo>
                  <a:pt x="143774" y="254721"/>
                  <a:pt x="127160" y="259828"/>
                  <a:pt x="109907" y="261743"/>
                </a:cubicBezTo>
                <a:lnTo>
                  <a:pt x="109268" y="261743"/>
                </a:lnTo>
                <a:cubicBezTo>
                  <a:pt x="105434" y="261743"/>
                  <a:pt x="102878" y="259190"/>
                  <a:pt x="102878" y="255359"/>
                </a:cubicBezTo>
                <a:cubicBezTo>
                  <a:pt x="102878" y="251529"/>
                  <a:pt x="105434" y="248975"/>
                  <a:pt x="109268" y="248975"/>
                </a:cubicBezTo>
                <a:cubicBezTo>
                  <a:pt x="123965" y="247060"/>
                  <a:pt x="138022" y="243230"/>
                  <a:pt x="150802" y="236846"/>
                </a:cubicBezTo>
                <a:lnTo>
                  <a:pt x="150802" y="226631"/>
                </a:lnTo>
                <a:cubicBezTo>
                  <a:pt x="130994" y="205564"/>
                  <a:pt x="127160" y="176836"/>
                  <a:pt x="127160" y="141086"/>
                </a:cubicBezTo>
                <a:cubicBezTo>
                  <a:pt x="126521" y="130233"/>
                  <a:pt x="130994" y="120019"/>
                  <a:pt x="138661" y="112996"/>
                </a:cubicBezTo>
                <a:cubicBezTo>
                  <a:pt x="154636" y="98313"/>
                  <a:pt x="180835" y="98952"/>
                  <a:pt x="181474" y="98952"/>
                </a:cubicBezTo>
                <a:cubicBezTo>
                  <a:pt x="182113" y="98952"/>
                  <a:pt x="208312" y="97675"/>
                  <a:pt x="224287" y="112996"/>
                </a:cubicBezTo>
                <a:cubicBezTo>
                  <a:pt x="231955" y="120657"/>
                  <a:pt x="235788" y="130872"/>
                  <a:pt x="235788" y="141086"/>
                </a:cubicBezTo>
                <a:cubicBezTo>
                  <a:pt x="235788" y="176836"/>
                  <a:pt x="231315" y="205564"/>
                  <a:pt x="212146" y="226631"/>
                </a:cubicBezTo>
                <a:lnTo>
                  <a:pt x="212146" y="236846"/>
                </a:lnTo>
                <a:cubicBezTo>
                  <a:pt x="225565" y="243230"/>
                  <a:pt x="239623" y="247060"/>
                  <a:pt x="253680" y="248975"/>
                </a:cubicBezTo>
                <a:cubicBezTo>
                  <a:pt x="257514" y="248975"/>
                  <a:pt x="260070" y="252167"/>
                  <a:pt x="259431" y="255998"/>
                </a:cubicBezTo>
                <a:cubicBezTo>
                  <a:pt x="258792" y="259190"/>
                  <a:pt x="255597" y="261743"/>
                  <a:pt x="252403" y="261743"/>
                </a:cubicBezTo>
                <a:lnTo>
                  <a:pt x="252403" y="261743"/>
                </a:lnTo>
                <a:close/>
              </a:path>
            </a:pathLst>
          </a:custGeom>
          <a:solidFill>
            <a:srgbClr val="00ABAB"/>
          </a:solidFill>
          <a:ln w="6390" cap="flat">
            <a:noFill/>
            <a:prstDash val="solid"/>
            <a:miter/>
          </a:ln>
        </p:spPr>
        <p:txBody>
          <a:bodyPr rtlCol="0" anchor="ctr"/>
          <a:lstStyle/>
          <a:p>
            <a:endParaRPr lang="en-US"/>
          </a:p>
        </p:txBody>
      </p:sp>
      <p:sp>
        <p:nvSpPr>
          <p:cNvPr id="664" name="Graphic 4">
            <a:extLst>
              <a:ext uri="{FF2B5EF4-FFF2-40B4-BE49-F238E27FC236}">
                <a16:creationId xmlns:a16="http://schemas.microsoft.com/office/drawing/2014/main" id="{DFEE6810-1CDB-A447-AFA9-F30553891BF7}"/>
              </a:ext>
            </a:extLst>
          </p:cNvPr>
          <p:cNvSpPr>
            <a:spLocks noChangeAspect="1"/>
          </p:cNvSpPr>
          <p:nvPr/>
        </p:nvSpPr>
        <p:spPr>
          <a:xfrm>
            <a:off x="6146480" y="14027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265182 w 362309"/>
              <a:gd name="connsiteY7" fmla="*/ 266212 h 361971"/>
              <a:gd name="connsiteX8" fmla="*/ 260709 w 362309"/>
              <a:gd name="connsiteY8" fmla="*/ 268127 h 361971"/>
              <a:gd name="connsiteX9" fmla="*/ 256236 w 362309"/>
              <a:gd name="connsiteY9" fmla="*/ 266212 h 361971"/>
              <a:gd name="connsiteX10" fmla="*/ 255597 w 362309"/>
              <a:gd name="connsiteY10" fmla="*/ 258551 h 361971"/>
              <a:gd name="connsiteX11" fmla="*/ 252403 w 362309"/>
              <a:gd name="connsiteY11" fmla="*/ 246422 h 361971"/>
              <a:gd name="connsiteX12" fmla="*/ 246651 w 362309"/>
              <a:gd name="connsiteY12" fmla="*/ 241953 h 361971"/>
              <a:gd name="connsiteX13" fmla="*/ 208312 w 362309"/>
              <a:gd name="connsiteY13" fmla="*/ 222801 h 361971"/>
              <a:gd name="connsiteX14" fmla="*/ 207034 w 362309"/>
              <a:gd name="connsiteY14" fmla="*/ 213863 h 361971"/>
              <a:gd name="connsiteX15" fmla="*/ 212146 w 362309"/>
              <a:gd name="connsiteY15" fmla="*/ 211310 h 361971"/>
              <a:gd name="connsiteX16" fmla="*/ 240261 w 362309"/>
              <a:gd name="connsiteY16" fmla="*/ 195350 h 361971"/>
              <a:gd name="connsiteX17" fmla="*/ 218536 w 362309"/>
              <a:gd name="connsiteY17" fmla="*/ 143001 h 361971"/>
              <a:gd name="connsiteX18" fmla="*/ 208951 w 362309"/>
              <a:gd name="connsiteY18" fmla="*/ 115550 h 361971"/>
              <a:gd name="connsiteX19" fmla="*/ 182113 w 362309"/>
              <a:gd name="connsiteY19" fmla="*/ 105974 h 361971"/>
              <a:gd name="connsiteX20" fmla="*/ 181474 w 362309"/>
              <a:gd name="connsiteY20" fmla="*/ 105974 h 361971"/>
              <a:gd name="connsiteX21" fmla="*/ 154636 w 362309"/>
              <a:gd name="connsiteY21" fmla="*/ 115550 h 361971"/>
              <a:gd name="connsiteX22" fmla="*/ 145051 w 362309"/>
              <a:gd name="connsiteY22" fmla="*/ 143001 h 361971"/>
              <a:gd name="connsiteX23" fmla="*/ 123326 w 362309"/>
              <a:gd name="connsiteY23" fmla="*/ 195350 h 361971"/>
              <a:gd name="connsiteX24" fmla="*/ 151441 w 362309"/>
              <a:gd name="connsiteY24" fmla="*/ 211310 h 361971"/>
              <a:gd name="connsiteX25" fmla="*/ 157831 w 362309"/>
              <a:gd name="connsiteY25" fmla="*/ 217694 h 361971"/>
              <a:gd name="connsiteX26" fmla="*/ 155275 w 362309"/>
              <a:gd name="connsiteY26" fmla="*/ 222801 h 361971"/>
              <a:gd name="connsiteX27" fmla="*/ 116936 w 362309"/>
              <a:gd name="connsiteY27" fmla="*/ 241953 h 361971"/>
              <a:gd name="connsiteX28" fmla="*/ 111185 w 362309"/>
              <a:gd name="connsiteY28" fmla="*/ 246422 h 361971"/>
              <a:gd name="connsiteX29" fmla="*/ 107990 w 362309"/>
              <a:gd name="connsiteY29" fmla="*/ 258551 h 361971"/>
              <a:gd name="connsiteX30" fmla="*/ 106073 w 362309"/>
              <a:gd name="connsiteY30" fmla="*/ 267489 h 361971"/>
              <a:gd name="connsiteX31" fmla="*/ 98405 w 362309"/>
              <a:gd name="connsiteY31" fmla="*/ 266850 h 361971"/>
              <a:gd name="connsiteX32" fmla="*/ 97127 w 362309"/>
              <a:gd name="connsiteY32" fmla="*/ 247698 h 361971"/>
              <a:gd name="connsiteX33" fmla="*/ 115019 w 362309"/>
              <a:gd name="connsiteY33" fmla="*/ 229823 h 361971"/>
              <a:gd name="connsiteX34" fmla="*/ 134189 w 362309"/>
              <a:gd name="connsiteY34" fmla="*/ 221524 h 361971"/>
              <a:gd name="connsiteX35" fmla="*/ 109907 w 362309"/>
              <a:gd name="connsiteY35" fmla="*/ 192158 h 361971"/>
              <a:gd name="connsiteX36" fmla="*/ 115658 w 362309"/>
              <a:gd name="connsiteY36" fmla="*/ 185135 h 361971"/>
              <a:gd name="connsiteX37" fmla="*/ 132271 w 362309"/>
              <a:gd name="connsiteY37" fmla="*/ 143640 h 361971"/>
              <a:gd name="connsiteX38" fmla="*/ 146329 w 362309"/>
              <a:gd name="connsiteY38" fmla="*/ 106612 h 361971"/>
              <a:gd name="connsiteX39" fmla="*/ 218536 w 362309"/>
              <a:gd name="connsiteY39" fmla="*/ 106612 h 361971"/>
              <a:gd name="connsiteX40" fmla="*/ 232593 w 362309"/>
              <a:gd name="connsiteY40" fmla="*/ 143640 h 361971"/>
              <a:gd name="connsiteX41" fmla="*/ 249846 w 362309"/>
              <a:gd name="connsiteY41" fmla="*/ 185135 h 361971"/>
              <a:gd name="connsiteX42" fmla="*/ 255597 w 362309"/>
              <a:gd name="connsiteY42" fmla="*/ 192158 h 361971"/>
              <a:gd name="connsiteX43" fmla="*/ 231315 w 362309"/>
              <a:gd name="connsiteY43" fmla="*/ 221524 h 361971"/>
              <a:gd name="connsiteX44" fmla="*/ 250485 w 362309"/>
              <a:gd name="connsiteY44" fmla="*/ 229823 h 361971"/>
              <a:gd name="connsiteX45" fmla="*/ 268377 w 362309"/>
              <a:gd name="connsiteY45" fmla="*/ 247698 h 361971"/>
              <a:gd name="connsiteX46" fmla="*/ 265182 w 362309"/>
              <a:gd name="connsiteY46" fmla="*/ 266212 h 361971"/>
              <a:gd name="connsiteX47" fmla="*/ 265182 w 362309"/>
              <a:gd name="connsiteY47" fmla="*/ 26621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0438"/>
                  <a:pt x="281157" y="0"/>
                  <a:pt x="181474" y="0"/>
                </a:cubicBezTo>
                <a:lnTo>
                  <a:pt x="181474" y="0"/>
                </a:lnTo>
                <a:close/>
                <a:moveTo>
                  <a:pt x="265182" y="266212"/>
                </a:moveTo>
                <a:cubicBezTo>
                  <a:pt x="263904" y="267489"/>
                  <a:pt x="262626" y="268127"/>
                  <a:pt x="260709" y="268127"/>
                </a:cubicBezTo>
                <a:cubicBezTo>
                  <a:pt x="258792" y="268127"/>
                  <a:pt x="257514" y="267489"/>
                  <a:pt x="256236" y="266212"/>
                </a:cubicBezTo>
                <a:cubicBezTo>
                  <a:pt x="254319" y="264297"/>
                  <a:pt x="253680" y="261105"/>
                  <a:pt x="255597" y="258551"/>
                </a:cubicBezTo>
                <a:cubicBezTo>
                  <a:pt x="255597" y="254082"/>
                  <a:pt x="254319" y="250252"/>
                  <a:pt x="252403" y="246422"/>
                </a:cubicBezTo>
                <a:cubicBezTo>
                  <a:pt x="251124" y="243868"/>
                  <a:pt x="249208" y="242591"/>
                  <a:pt x="246651" y="241953"/>
                </a:cubicBezTo>
                <a:cubicBezTo>
                  <a:pt x="232593" y="239399"/>
                  <a:pt x="210868" y="224716"/>
                  <a:pt x="208312" y="222801"/>
                </a:cubicBezTo>
                <a:cubicBezTo>
                  <a:pt x="205117" y="220886"/>
                  <a:pt x="204478" y="217055"/>
                  <a:pt x="207034" y="213863"/>
                </a:cubicBezTo>
                <a:cubicBezTo>
                  <a:pt x="208312" y="211948"/>
                  <a:pt x="210229" y="211310"/>
                  <a:pt x="212146" y="211310"/>
                </a:cubicBezTo>
                <a:cubicBezTo>
                  <a:pt x="231315" y="211310"/>
                  <a:pt x="238345" y="201095"/>
                  <a:pt x="240261" y="195350"/>
                </a:cubicBezTo>
                <a:cubicBezTo>
                  <a:pt x="231955" y="190881"/>
                  <a:pt x="218536" y="178752"/>
                  <a:pt x="218536" y="143001"/>
                </a:cubicBezTo>
                <a:cubicBezTo>
                  <a:pt x="219175" y="132787"/>
                  <a:pt x="215980" y="122572"/>
                  <a:pt x="208951" y="115550"/>
                </a:cubicBezTo>
                <a:cubicBezTo>
                  <a:pt x="201283" y="109166"/>
                  <a:pt x="191698" y="105974"/>
                  <a:pt x="182113" y="105974"/>
                </a:cubicBezTo>
                <a:lnTo>
                  <a:pt x="181474" y="105974"/>
                </a:lnTo>
                <a:cubicBezTo>
                  <a:pt x="171889" y="105974"/>
                  <a:pt x="162304" y="109166"/>
                  <a:pt x="154636" y="115550"/>
                </a:cubicBezTo>
                <a:cubicBezTo>
                  <a:pt x="147607" y="123211"/>
                  <a:pt x="143774" y="132787"/>
                  <a:pt x="145051" y="143001"/>
                </a:cubicBezTo>
                <a:cubicBezTo>
                  <a:pt x="145051" y="178752"/>
                  <a:pt x="132271" y="190881"/>
                  <a:pt x="123326" y="195350"/>
                </a:cubicBezTo>
                <a:cubicBezTo>
                  <a:pt x="125881" y="201734"/>
                  <a:pt x="132271" y="211310"/>
                  <a:pt x="151441" y="211310"/>
                </a:cubicBezTo>
                <a:cubicBezTo>
                  <a:pt x="155275" y="211310"/>
                  <a:pt x="157831" y="213863"/>
                  <a:pt x="157831" y="217694"/>
                </a:cubicBezTo>
                <a:cubicBezTo>
                  <a:pt x="157831" y="219609"/>
                  <a:pt x="156553" y="221524"/>
                  <a:pt x="155275" y="222801"/>
                </a:cubicBezTo>
                <a:cubicBezTo>
                  <a:pt x="152719" y="224716"/>
                  <a:pt x="130994" y="239399"/>
                  <a:pt x="116936" y="241953"/>
                </a:cubicBezTo>
                <a:cubicBezTo>
                  <a:pt x="114380" y="242591"/>
                  <a:pt x="112463" y="244506"/>
                  <a:pt x="111185" y="246422"/>
                </a:cubicBezTo>
                <a:cubicBezTo>
                  <a:pt x="109268" y="250252"/>
                  <a:pt x="107990" y="254082"/>
                  <a:pt x="107990" y="258551"/>
                </a:cubicBezTo>
                <a:cubicBezTo>
                  <a:pt x="109907" y="261743"/>
                  <a:pt x="108629" y="265574"/>
                  <a:pt x="106073" y="267489"/>
                </a:cubicBezTo>
                <a:cubicBezTo>
                  <a:pt x="103517" y="268766"/>
                  <a:pt x="100322" y="268766"/>
                  <a:pt x="98405" y="266850"/>
                </a:cubicBezTo>
                <a:cubicBezTo>
                  <a:pt x="93293" y="261743"/>
                  <a:pt x="96488" y="250252"/>
                  <a:pt x="97127" y="247698"/>
                </a:cubicBezTo>
                <a:cubicBezTo>
                  <a:pt x="99044" y="238761"/>
                  <a:pt x="106073" y="231738"/>
                  <a:pt x="115019" y="229823"/>
                </a:cubicBezTo>
                <a:cubicBezTo>
                  <a:pt x="122048" y="227908"/>
                  <a:pt x="128438" y="225355"/>
                  <a:pt x="134189" y="221524"/>
                </a:cubicBezTo>
                <a:cubicBezTo>
                  <a:pt x="120770" y="217055"/>
                  <a:pt x="111185" y="205564"/>
                  <a:pt x="109907" y="192158"/>
                </a:cubicBezTo>
                <a:cubicBezTo>
                  <a:pt x="109268" y="188966"/>
                  <a:pt x="112463" y="185774"/>
                  <a:pt x="115658" y="185135"/>
                </a:cubicBezTo>
                <a:cubicBezTo>
                  <a:pt x="115658" y="185135"/>
                  <a:pt x="132271" y="181944"/>
                  <a:pt x="132271" y="143640"/>
                </a:cubicBezTo>
                <a:cubicBezTo>
                  <a:pt x="131633" y="129595"/>
                  <a:pt x="136744" y="116188"/>
                  <a:pt x="146329" y="106612"/>
                </a:cubicBezTo>
                <a:cubicBezTo>
                  <a:pt x="167416" y="89376"/>
                  <a:pt x="197449" y="89376"/>
                  <a:pt x="218536" y="106612"/>
                </a:cubicBezTo>
                <a:cubicBezTo>
                  <a:pt x="228120" y="116188"/>
                  <a:pt x="233233" y="129595"/>
                  <a:pt x="232593" y="143640"/>
                </a:cubicBezTo>
                <a:cubicBezTo>
                  <a:pt x="232593" y="181944"/>
                  <a:pt x="249846" y="185135"/>
                  <a:pt x="249846" y="185135"/>
                </a:cubicBezTo>
                <a:cubicBezTo>
                  <a:pt x="253041" y="185774"/>
                  <a:pt x="255597" y="188327"/>
                  <a:pt x="255597" y="192158"/>
                </a:cubicBezTo>
                <a:cubicBezTo>
                  <a:pt x="253680" y="206203"/>
                  <a:pt x="244095" y="217694"/>
                  <a:pt x="231315" y="221524"/>
                </a:cubicBezTo>
                <a:cubicBezTo>
                  <a:pt x="237067" y="225355"/>
                  <a:pt x="243456" y="227908"/>
                  <a:pt x="250485" y="229823"/>
                </a:cubicBezTo>
                <a:cubicBezTo>
                  <a:pt x="259431" y="231738"/>
                  <a:pt x="266460" y="238761"/>
                  <a:pt x="268377" y="247698"/>
                </a:cubicBezTo>
                <a:cubicBezTo>
                  <a:pt x="267738" y="249614"/>
                  <a:pt x="270933" y="261105"/>
                  <a:pt x="265182" y="266212"/>
                </a:cubicBezTo>
                <a:lnTo>
                  <a:pt x="265182" y="266212"/>
                </a:lnTo>
                <a:close/>
              </a:path>
            </a:pathLst>
          </a:custGeom>
          <a:solidFill>
            <a:srgbClr val="00ABAB"/>
          </a:solidFill>
          <a:ln w="6390" cap="flat">
            <a:noFill/>
            <a:prstDash val="solid"/>
            <a:miter/>
          </a:ln>
        </p:spPr>
        <p:txBody>
          <a:bodyPr rtlCol="0" anchor="ctr"/>
          <a:lstStyle/>
          <a:p>
            <a:endParaRPr lang="en-US"/>
          </a:p>
        </p:txBody>
      </p:sp>
      <p:grpSp>
        <p:nvGrpSpPr>
          <p:cNvPr id="665" name="Graphic 4">
            <a:extLst>
              <a:ext uri="{FF2B5EF4-FFF2-40B4-BE49-F238E27FC236}">
                <a16:creationId xmlns:a16="http://schemas.microsoft.com/office/drawing/2014/main" id="{25FED007-A7E7-7949-9DB1-052031318E41}"/>
              </a:ext>
            </a:extLst>
          </p:cNvPr>
          <p:cNvGrpSpPr>
            <a:grpSpLocks noChangeAspect="1"/>
          </p:cNvGrpSpPr>
          <p:nvPr/>
        </p:nvGrpSpPr>
        <p:grpSpPr>
          <a:xfrm>
            <a:off x="7191874" y="2371173"/>
            <a:ext cx="362312" cy="361971"/>
            <a:chOff x="7191874" y="2371173"/>
            <a:chExt cx="362312" cy="361971"/>
          </a:xfrm>
          <a:solidFill>
            <a:srgbClr val="00ABAB"/>
          </a:solidFill>
        </p:grpSpPr>
        <p:sp>
          <p:nvSpPr>
            <p:cNvPr id="666" name="Graphic 4">
              <a:extLst>
                <a:ext uri="{FF2B5EF4-FFF2-40B4-BE49-F238E27FC236}">
                  <a16:creationId xmlns:a16="http://schemas.microsoft.com/office/drawing/2014/main" id="{0DE6CFC7-3332-AB40-B608-4F4D62498C64}"/>
                </a:ext>
              </a:extLst>
            </p:cNvPr>
            <p:cNvSpPr/>
            <p:nvPr/>
          </p:nvSpPr>
          <p:spPr>
            <a:xfrm>
              <a:off x="7293474" y="2452250"/>
              <a:ext cx="14057" cy="14044"/>
            </a:xfrm>
            <a:custGeom>
              <a:avLst/>
              <a:gdLst>
                <a:gd name="connsiteX0" fmla="*/ 7029 w 14057"/>
                <a:gd name="connsiteY0" fmla="*/ 14045 h 14044"/>
                <a:gd name="connsiteX1" fmla="*/ 14058 w 14057"/>
                <a:gd name="connsiteY1" fmla="*/ 7022 h 14044"/>
                <a:gd name="connsiteX2" fmla="*/ 7029 w 14057"/>
                <a:gd name="connsiteY2" fmla="*/ 0 h 14044"/>
                <a:gd name="connsiteX3" fmla="*/ 0 w 14057"/>
                <a:gd name="connsiteY3" fmla="*/ 7022 h 14044"/>
                <a:gd name="connsiteX4" fmla="*/ 0 w 14057"/>
                <a:gd name="connsiteY4" fmla="*/ 7022 h 14044"/>
                <a:gd name="connsiteX5" fmla="*/ 7029 w 14057"/>
                <a:gd name="connsiteY5" fmla="*/ 14045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57" h="14044">
                  <a:moveTo>
                    <a:pt x="7029" y="14045"/>
                  </a:moveTo>
                  <a:cubicBezTo>
                    <a:pt x="10863" y="14045"/>
                    <a:pt x="14058" y="10853"/>
                    <a:pt x="14058" y="7022"/>
                  </a:cubicBezTo>
                  <a:cubicBezTo>
                    <a:pt x="14058" y="3192"/>
                    <a:pt x="10863" y="0"/>
                    <a:pt x="7029" y="0"/>
                  </a:cubicBezTo>
                  <a:cubicBezTo>
                    <a:pt x="3195" y="0"/>
                    <a:pt x="0" y="3192"/>
                    <a:pt x="0" y="7022"/>
                  </a:cubicBezTo>
                  <a:cubicBezTo>
                    <a:pt x="0" y="7022"/>
                    <a:pt x="0" y="7022"/>
                    <a:pt x="0" y="7022"/>
                  </a:cubicBezTo>
                  <a:cubicBezTo>
                    <a:pt x="0" y="10853"/>
                    <a:pt x="3195" y="14045"/>
                    <a:pt x="7029" y="14045"/>
                  </a:cubicBezTo>
                  <a:close/>
                </a:path>
              </a:pathLst>
            </a:custGeom>
            <a:solidFill>
              <a:srgbClr val="00ABAB"/>
            </a:solidFill>
            <a:ln w="6390" cap="flat">
              <a:noFill/>
              <a:prstDash val="solid"/>
              <a:miter/>
            </a:ln>
          </p:spPr>
          <p:txBody>
            <a:bodyPr rtlCol="0" anchor="ctr"/>
            <a:lstStyle/>
            <a:p>
              <a:endParaRPr lang="en-US"/>
            </a:p>
          </p:txBody>
        </p:sp>
        <p:sp>
          <p:nvSpPr>
            <p:cNvPr id="667" name="Graphic 4">
              <a:extLst>
                <a:ext uri="{FF2B5EF4-FFF2-40B4-BE49-F238E27FC236}">
                  <a16:creationId xmlns:a16="http://schemas.microsoft.com/office/drawing/2014/main" id="{1E13B7F8-3180-474D-A0BB-CC396B5979A2}"/>
                </a:ext>
              </a:extLst>
            </p:cNvPr>
            <p:cNvSpPr/>
            <p:nvPr/>
          </p:nvSpPr>
          <p:spPr>
            <a:xfrm>
              <a:off x="7288362" y="2501406"/>
              <a:ext cx="26838" cy="56817"/>
            </a:xfrm>
            <a:custGeom>
              <a:avLst/>
              <a:gdLst>
                <a:gd name="connsiteX0" fmla="*/ 11502 w 26838"/>
                <a:gd name="connsiteY0" fmla="*/ 0 h 56817"/>
                <a:gd name="connsiteX1" fmla="*/ 0 w 26838"/>
                <a:gd name="connsiteY1" fmla="*/ 56817 h 56817"/>
                <a:gd name="connsiteX2" fmla="*/ 26838 w 26838"/>
                <a:gd name="connsiteY2" fmla="*/ 56817 h 56817"/>
                <a:gd name="connsiteX3" fmla="*/ 14697 w 26838"/>
                <a:gd name="connsiteY3" fmla="*/ 0 h 56817"/>
              </a:gdLst>
              <a:ahLst/>
              <a:cxnLst>
                <a:cxn ang="0">
                  <a:pos x="connsiteX0" y="connsiteY0"/>
                </a:cxn>
                <a:cxn ang="0">
                  <a:pos x="connsiteX1" y="connsiteY1"/>
                </a:cxn>
                <a:cxn ang="0">
                  <a:pos x="connsiteX2" y="connsiteY2"/>
                </a:cxn>
                <a:cxn ang="0">
                  <a:pos x="connsiteX3" y="connsiteY3"/>
                </a:cxn>
              </a:cxnLst>
              <a:rect l="l" t="t" r="r" b="b"/>
              <a:pathLst>
                <a:path w="26838" h="56817">
                  <a:moveTo>
                    <a:pt x="11502" y="0"/>
                  </a:moveTo>
                  <a:lnTo>
                    <a:pt x="0" y="56817"/>
                  </a:lnTo>
                  <a:lnTo>
                    <a:pt x="26838" y="56817"/>
                  </a:lnTo>
                  <a:lnTo>
                    <a:pt x="14697" y="0"/>
                  </a:lnTo>
                  <a:close/>
                </a:path>
              </a:pathLst>
            </a:custGeom>
            <a:solidFill>
              <a:srgbClr val="00ABAB"/>
            </a:solidFill>
            <a:ln w="6390" cap="flat">
              <a:noFill/>
              <a:prstDash val="solid"/>
              <a:miter/>
            </a:ln>
          </p:spPr>
          <p:txBody>
            <a:bodyPr rtlCol="0" anchor="ctr"/>
            <a:lstStyle/>
            <a:p>
              <a:endParaRPr lang="en-US"/>
            </a:p>
          </p:txBody>
        </p:sp>
        <p:sp>
          <p:nvSpPr>
            <p:cNvPr id="668" name="Graphic 4">
              <a:extLst>
                <a:ext uri="{FF2B5EF4-FFF2-40B4-BE49-F238E27FC236}">
                  <a16:creationId xmlns:a16="http://schemas.microsoft.com/office/drawing/2014/main" id="{9986D714-FC39-DB42-A8EC-F34484F828A9}"/>
                </a:ext>
              </a:extLst>
            </p:cNvPr>
            <p:cNvSpPr/>
            <p:nvPr/>
          </p:nvSpPr>
          <p:spPr>
            <a:xfrm>
              <a:off x="7436608" y="2452250"/>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BAB"/>
            </a:solidFill>
            <a:ln w="6390" cap="flat">
              <a:noFill/>
              <a:prstDash val="solid"/>
              <a:miter/>
            </a:ln>
          </p:spPr>
          <p:txBody>
            <a:bodyPr rtlCol="0" anchor="ctr"/>
            <a:lstStyle/>
            <a:p>
              <a:endParaRPr lang="en-US"/>
            </a:p>
          </p:txBody>
        </p:sp>
        <p:sp>
          <p:nvSpPr>
            <p:cNvPr id="669" name="Graphic 4">
              <a:extLst>
                <a:ext uri="{FF2B5EF4-FFF2-40B4-BE49-F238E27FC236}">
                  <a16:creationId xmlns:a16="http://schemas.microsoft.com/office/drawing/2014/main" id="{021EB7DC-12C4-1A4A-8239-51354580A448}"/>
                </a:ext>
              </a:extLst>
            </p:cNvPr>
            <p:cNvSpPr/>
            <p:nvPr/>
          </p:nvSpPr>
          <p:spPr>
            <a:xfrm>
              <a:off x="7360568" y="2548648"/>
              <a:ext cx="26837" cy="56817"/>
            </a:xfrm>
            <a:custGeom>
              <a:avLst/>
              <a:gdLst>
                <a:gd name="connsiteX0" fmla="*/ 11501 w 26837"/>
                <a:gd name="connsiteY0" fmla="*/ 0 h 56817"/>
                <a:gd name="connsiteX1" fmla="*/ 0 w 26837"/>
                <a:gd name="connsiteY1" fmla="*/ 56817 h 56817"/>
                <a:gd name="connsiteX2" fmla="*/ 26837 w 26837"/>
                <a:gd name="connsiteY2" fmla="*/ 56817 h 56817"/>
                <a:gd name="connsiteX3" fmla="*/ 15336 w 26837"/>
                <a:gd name="connsiteY3" fmla="*/ 0 h 56817"/>
              </a:gdLst>
              <a:ahLst/>
              <a:cxnLst>
                <a:cxn ang="0">
                  <a:pos x="connsiteX0" y="connsiteY0"/>
                </a:cxn>
                <a:cxn ang="0">
                  <a:pos x="connsiteX1" y="connsiteY1"/>
                </a:cxn>
                <a:cxn ang="0">
                  <a:pos x="connsiteX2" y="connsiteY2"/>
                </a:cxn>
                <a:cxn ang="0">
                  <a:pos x="connsiteX3" y="connsiteY3"/>
                </a:cxn>
              </a:cxnLst>
              <a:rect l="l" t="t" r="r" b="b"/>
              <a:pathLst>
                <a:path w="26837" h="56817">
                  <a:moveTo>
                    <a:pt x="11501" y="0"/>
                  </a:moveTo>
                  <a:lnTo>
                    <a:pt x="0" y="56817"/>
                  </a:lnTo>
                  <a:lnTo>
                    <a:pt x="26837" y="56817"/>
                  </a:lnTo>
                  <a:lnTo>
                    <a:pt x="15336" y="0"/>
                  </a:lnTo>
                  <a:close/>
                </a:path>
              </a:pathLst>
            </a:custGeom>
            <a:solidFill>
              <a:srgbClr val="00ABAB"/>
            </a:solidFill>
            <a:ln w="6390" cap="flat">
              <a:noFill/>
              <a:prstDash val="solid"/>
              <a:miter/>
            </a:ln>
          </p:spPr>
          <p:txBody>
            <a:bodyPr rtlCol="0" anchor="ctr"/>
            <a:lstStyle/>
            <a:p>
              <a:endParaRPr lang="en-US"/>
            </a:p>
          </p:txBody>
        </p:sp>
        <p:sp>
          <p:nvSpPr>
            <p:cNvPr id="670" name="Graphic 4">
              <a:extLst>
                <a:ext uri="{FF2B5EF4-FFF2-40B4-BE49-F238E27FC236}">
                  <a16:creationId xmlns:a16="http://schemas.microsoft.com/office/drawing/2014/main" id="{321548A6-B80B-7949-8090-F85243009216}"/>
                </a:ext>
              </a:extLst>
            </p:cNvPr>
            <p:cNvSpPr/>
            <p:nvPr/>
          </p:nvSpPr>
          <p:spPr>
            <a:xfrm>
              <a:off x="7366958" y="2500130"/>
              <a:ext cx="13418" cy="12767"/>
            </a:xfrm>
            <a:custGeom>
              <a:avLst/>
              <a:gdLst>
                <a:gd name="connsiteX0" fmla="*/ 6390 w 13418"/>
                <a:gd name="connsiteY0" fmla="*/ 12768 h 12767"/>
                <a:gd name="connsiteX1" fmla="*/ 13419 w 13418"/>
                <a:gd name="connsiteY1" fmla="*/ 6384 h 12767"/>
                <a:gd name="connsiteX2" fmla="*/ 7029 w 13418"/>
                <a:gd name="connsiteY2" fmla="*/ 0 h 12767"/>
                <a:gd name="connsiteX3" fmla="*/ 0 w 13418"/>
                <a:gd name="connsiteY3" fmla="*/ 7022 h 12767"/>
                <a:gd name="connsiteX4" fmla="*/ 0 w 13418"/>
                <a:gd name="connsiteY4" fmla="*/ 7022 h 12767"/>
                <a:gd name="connsiteX5" fmla="*/ 639 w 13418"/>
                <a:gd name="connsiteY5" fmla="*/ 9576 h 12767"/>
                <a:gd name="connsiteX6" fmla="*/ 6390 w 13418"/>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18" h="12767">
                  <a:moveTo>
                    <a:pt x="6390" y="12768"/>
                  </a:moveTo>
                  <a:cubicBezTo>
                    <a:pt x="10224" y="12768"/>
                    <a:pt x="12780" y="10214"/>
                    <a:pt x="13419" y="6384"/>
                  </a:cubicBezTo>
                  <a:cubicBezTo>
                    <a:pt x="13419" y="2554"/>
                    <a:pt x="10863" y="0"/>
                    <a:pt x="7029" y="0"/>
                  </a:cubicBezTo>
                  <a:cubicBezTo>
                    <a:pt x="3195" y="0"/>
                    <a:pt x="0" y="3192"/>
                    <a:pt x="0" y="7022"/>
                  </a:cubicBezTo>
                  <a:cubicBezTo>
                    <a:pt x="0" y="7022"/>
                    <a:pt x="0" y="7022"/>
                    <a:pt x="0" y="7022"/>
                  </a:cubicBezTo>
                  <a:cubicBezTo>
                    <a:pt x="0" y="7661"/>
                    <a:pt x="0" y="8938"/>
                    <a:pt x="639" y="9576"/>
                  </a:cubicBezTo>
                  <a:cubicBezTo>
                    <a:pt x="1917" y="11491"/>
                    <a:pt x="3834" y="12768"/>
                    <a:pt x="6390" y="12768"/>
                  </a:cubicBezTo>
                  <a:close/>
                </a:path>
              </a:pathLst>
            </a:custGeom>
            <a:solidFill>
              <a:srgbClr val="00ABAB"/>
            </a:solidFill>
            <a:ln w="6390" cap="flat">
              <a:noFill/>
              <a:prstDash val="solid"/>
              <a:miter/>
            </a:ln>
          </p:spPr>
          <p:txBody>
            <a:bodyPr rtlCol="0" anchor="ctr"/>
            <a:lstStyle/>
            <a:p>
              <a:endParaRPr lang="en-US"/>
            </a:p>
          </p:txBody>
        </p:sp>
        <p:sp>
          <p:nvSpPr>
            <p:cNvPr id="671" name="Graphic 4">
              <a:extLst>
                <a:ext uri="{FF2B5EF4-FFF2-40B4-BE49-F238E27FC236}">
                  <a16:creationId xmlns:a16="http://schemas.microsoft.com/office/drawing/2014/main" id="{D2DDD547-AE17-AB4C-99DE-1D00915A01FB}"/>
                </a:ext>
              </a:extLst>
            </p:cNvPr>
            <p:cNvSpPr/>
            <p:nvPr/>
          </p:nvSpPr>
          <p:spPr>
            <a:xfrm>
              <a:off x="7191874" y="237117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51764 w 362312"/>
                <a:gd name="connsiteY6" fmla="*/ 68309 h 361971"/>
                <a:gd name="connsiteX7" fmla="*/ 271572 w 362312"/>
                <a:gd name="connsiteY7" fmla="*/ 88099 h 361971"/>
                <a:gd name="connsiteX8" fmla="*/ 251764 w 362312"/>
                <a:gd name="connsiteY8" fmla="*/ 107889 h 361971"/>
                <a:gd name="connsiteX9" fmla="*/ 231955 w 362312"/>
                <a:gd name="connsiteY9" fmla="*/ 88099 h 361971"/>
                <a:gd name="connsiteX10" fmla="*/ 231955 w 362312"/>
                <a:gd name="connsiteY10" fmla="*/ 88099 h 361971"/>
                <a:gd name="connsiteX11" fmla="*/ 251764 w 362312"/>
                <a:gd name="connsiteY11" fmla="*/ 68309 h 361971"/>
                <a:gd name="connsiteX12" fmla="*/ 181474 w 362312"/>
                <a:gd name="connsiteY12" fmla="*/ 114912 h 361971"/>
                <a:gd name="connsiteX13" fmla="*/ 201283 w 362312"/>
                <a:gd name="connsiteY13" fmla="*/ 134702 h 361971"/>
                <a:gd name="connsiteX14" fmla="*/ 201283 w 362312"/>
                <a:gd name="connsiteY14" fmla="*/ 135341 h 361971"/>
                <a:gd name="connsiteX15" fmla="*/ 182113 w 362312"/>
                <a:gd name="connsiteY15" fmla="*/ 155131 h 361971"/>
                <a:gd name="connsiteX16" fmla="*/ 164221 w 362312"/>
                <a:gd name="connsiteY16" fmla="*/ 143001 h 361971"/>
                <a:gd name="connsiteX17" fmla="*/ 162305 w 362312"/>
                <a:gd name="connsiteY17" fmla="*/ 134702 h 361971"/>
                <a:gd name="connsiteX18" fmla="*/ 181474 w 362312"/>
                <a:gd name="connsiteY18" fmla="*/ 114912 h 361971"/>
                <a:gd name="connsiteX19" fmla="*/ 181474 w 362312"/>
                <a:gd name="connsiteY19" fmla="*/ 114912 h 361971"/>
                <a:gd name="connsiteX20" fmla="*/ 109268 w 362312"/>
                <a:gd name="connsiteY20" fmla="*/ 68309 h 361971"/>
                <a:gd name="connsiteX21" fmla="*/ 129076 w 362312"/>
                <a:gd name="connsiteY21" fmla="*/ 88099 h 361971"/>
                <a:gd name="connsiteX22" fmla="*/ 109268 w 362312"/>
                <a:gd name="connsiteY22" fmla="*/ 107889 h 361971"/>
                <a:gd name="connsiteX23" fmla="*/ 89459 w 362312"/>
                <a:gd name="connsiteY23" fmla="*/ 88099 h 361971"/>
                <a:gd name="connsiteX24" fmla="*/ 89459 w 362312"/>
                <a:gd name="connsiteY24" fmla="*/ 88099 h 361971"/>
                <a:gd name="connsiteX25" fmla="*/ 109268 w 362312"/>
                <a:gd name="connsiteY25" fmla="*/ 68309 h 361971"/>
                <a:gd name="connsiteX26" fmla="*/ 109268 w 362312"/>
                <a:gd name="connsiteY26" fmla="*/ 68309 h 361971"/>
                <a:gd name="connsiteX27" fmla="*/ 69012 w 362312"/>
                <a:gd name="connsiteY27" fmla="*/ 185774 h 361971"/>
                <a:gd name="connsiteX28" fmla="*/ 67733 w 362312"/>
                <a:gd name="connsiteY28" fmla="*/ 185774 h 361971"/>
                <a:gd name="connsiteX29" fmla="*/ 63261 w 362312"/>
                <a:gd name="connsiteY29" fmla="*/ 178113 h 361971"/>
                <a:gd name="connsiteX30" fmla="*/ 63261 w 362312"/>
                <a:gd name="connsiteY30" fmla="*/ 178113 h 361971"/>
                <a:gd name="connsiteX31" fmla="*/ 76679 w 362312"/>
                <a:gd name="connsiteY31" fmla="*/ 123211 h 361971"/>
                <a:gd name="connsiteX32" fmla="*/ 84347 w 362312"/>
                <a:gd name="connsiteY32" fmla="*/ 118742 h 361971"/>
                <a:gd name="connsiteX33" fmla="*/ 88820 w 362312"/>
                <a:gd name="connsiteY33" fmla="*/ 126403 h 361971"/>
                <a:gd name="connsiteX34" fmla="*/ 75402 w 362312"/>
                <a:gd name="connsiteY34" fmla="*/ 181305 h 361971"/>
                <a:gd name="connsiteX35" fmla="*/ 69012 w 362312"/>
                <a:gd name="connsiteY35" fmla="*/ 185774 h 361971"/>
                <a:gd name="connsiteX36" fmla="*/ 69012 w 362312"/>
                <a:gd name="connsiteY36" fmla="*/ 185774 h 361971"/>
                <a:gd name="connsiteX37" fmla="*/ 136106 w 362312"/>
                <a:gd name="connsiteY37" fmla="*/ 197265 h 361971"/>
                <a:gd name="connsiteX38" fmla="*/ 130994 w 362312"/>
                <a:gd name="connsiteY38" fmla="*/ 199819 h 361971"/>
                <a:gd name="connsiteX39" fmla="*/ 130355 w 362312"/>
                <a:gd name="connsiteY39" fmla="*/ 199819 h 361971"/>
                <a:gd name="connsiteX40" fmla="*/ 130355 w 362312"/>
                <a:gd name="connsiteY40" fmla="*/ 252806 h 361971"/>
                <a:gd name="connsiteX41" fmla="*/ 123965 w 362312"/>
                <a:gd name="connsiteY41" fmla="*/ 259190 h 361971"/>
                <a:gd name="connsiteX42" fmla="*/ 117575 w 362312"/>
                <a:gd name="connsiteY42" fmla="*/ 252806 h 361971"/>
                <a:gd name="connsiteX43" fmla="*/ 117575 w 362312"/>
                <a:gd name="connsiteY43" fmla="*/ 199819 h 361971"/>
                <a:gd name="connsiteX44" fmla="*/ 102239 w 362312"/>
                <a:gd name="connsiteY44" fmla="*/ 199819 h 361971"/>
                <a:gd name="connsiteX45" fmla="*/ 102239 w 362312"/>
                <a:gd name="connsiteY45" fmla="*/ 252806 h 361971"/>
                <a:gd name="connsiteX46" fmla="*/ 95849 w 362312"/>
                <a:gd name="connsiteY46" fmla="*/ 259190 h 361971"/>
                <a:gd name="connsiteX47" fmla="*/ 89459 w 362312"/>
                <a:gd name="connsiteY47" fmla="*/ 252806 h 361971"/>
                <a:gd name="connsiteX48" fmla="*/ 89459 w 362312"/>
                <a:gd name="connsiteY48" fmla="*/ 199819 h 361971"/>
                <a:gd name="connsiteX49" fmla="*/ 88820 w 362312"/>
                <a:gd name="connsiteY49" fmla="*/ 199819 h 361971"/>
                <a:gd name="connsiteX50" fmla="*/ 83708 w 362312"/>
                <a:gd name="connsiteY50" fmla="*/ 197265 h 361971"/>
                <a:gd name="connsiteX51" fmla="*/ 82430 w 362312"/>
                <a:gd name="connsiteY51" fmla="*/ 192158 h 361971"/>
                <a:gd name="connsiteX52" fmla="*/ 96488 w 362312"/>
                <a:gd name="connsiteY52" fmla="*/ 122573 h 361971"/>
                <a:gd name="connsiteX53" fmla="*/ 102878 w 362312"/>
                <a:gd name="connsiteY53" fmla="*/ 117465 h 361971"/>
                <a:gd name="connsiteX54" fmla="*/ 116936 w 362312"/>
                <a:gd name="connsiteY54" fmla="*/ 117465 h 361971"/>
                <a:gd name="connsiteX55" fmla="*/ 123326 w 362312"/>
                <a:gd name="connsiteY55" fmla="*/ 122573 h 361971"/>
                <a:gd name="connsiteX56" fmla="*/ 138022 w 362312"/>
                <a:gd name="connsiteY56" fmla="*/ 192158 h 361971"/>
                <a:gd name="connsiteX57" fmla="*/ 136106 w 362312"/>
                <a:gd name="connsiteY57" fmla="*/ 197265 h 361971"/>
                <a:gd name="connsiteX58" fmla="*/ 136106 w 362312"/>
                <a:gd name="connsiteY58" fmla="*/ 197265 h 361971"/>
                <a:gd name="connsiteX59" fmla="*/ 208951 w 362312"/>
                <a:gd name="connsiteY59" fmla="*/ 244507 h 361971"/>
                <a:gd name="connsiteX60" fmla="*/ 203839 w 362312"/>
                <a:gd name="connsiteY60" fmla="*/ 247060 h 361971"/>
                <a:gd name="connsiteX61" fmla="*/ 202561 w 362312"/>
                <a:gd name="connsiteY61" fmla="*/ 247060 h 361971"/>
                <a:gd name="connsiteX62" fmla="*/ 202561 w 362312"/>
                <a:gd name="connsiteY62" fmla="*/ 300047 h 361971"/>
                <a:gd name="connsiteX63" fmla="*/ 196171 w 362312"/>
                <a:gd name="connsiteY63" fmla="*/ 306431 h 361971"/>
                <a:gd name="connsiteX64" fmla="*/ 189781 w 362312"/>
                <a:gd name="connsiteY64" fmla="*/ 300047 h 361971"/>
                <a:gd name="connsiteX65" fmla="*/ 189781 w 362312"/>
                <a:gd name="connsiteY65" fmla="*/ 247060 h 361971"/>
                <a:gd name="connsiteX66" fmla="*/ 175723 w 362312"/>
                <a:gd name="connsiteY66" fmla="*/ 247060 h 361971"/>
                <a:gd name="connsiteX67" fmla="*/ 175723 w 362312"/>
                <a:gd name="connsiteY67" fmla="*/ 300047 h 361971"/>
                <a:gd name="connsiteX68" fmla="*/ 169333 w 362312"/>
                <a:gd name="connsiteY68" fmla="*/ 306431 h 361971"/>
                <a:gd name="connsiteX69" fmla="*/ 162943 w 362312"/>
                <a:gd name="connsiteY69" fmla="*/ 300047 h 361971"/>
                <a:gd name="connsiteX70" fmla="*/ 162943 w 362312"/>
                <a:gd name="connsiteY70" fmla="*/ 247060 h 361971"/>
                <a:gd name="connsiteX71" fmla="*/ 161026 w 362312"/>
                <a:gd name="connsiteY71" fmla="*/ 247060 h 361971"/>
                <a:gd name="connsiteX72" fmla="*/ 155915 w 362312"/>
                <a:gd name="connsiteY72" fmla="*/ 244507 h 361971"/>
                <a:gd name="connsiteX73" fmla="*/ 154636 w 362312"/>
                <a:gd name="connsiteY73" fmla="*/ 239399 h 361971"/>
                <a:gd name="connsiteX74" fmla="*/ 168695 w 362312"/>
                <a:gd name="connsiteY74" fmla="*/ 169814 h 361971"/>
                <a:gd name="connsiteX75" fmla="*/ 175084 w 362312"/>
                <a:gd name="connsiteY75" fmla="*/ 164707 h 361971"/>
                <a:gd name="connsiteX76" fmla="*/ 189142 w 362312"/>
                <a:gd name="connsiteY76" fmla="*/ 164707 h 361971"/>
                <a:gd name="connsiteX77" fmla="*/ 195532 w 362312"/>
                <a:gd name="connsiteY77" fmla="*/ 169814 h 361971"/>
                <a:gd name="connsiteX78" fmla="*/ 210229 w 362312"/>
                <a:gd name="connsiteY78" fmla="*/ 239399 h 361971"/>
                <a:gd name="connsiteX79" fmla="*/ 208951 w 362312"/>
                <a:gd name="connsiteY79" fmla="*/ 244507 h 361971"/>
                <a:gd name="connsiteX80" fmla="*/ 208951 w 362312"/>
                <a:gd name="connsiteY80" fmla="*/ 244507 h 361971"/>
                <a:gd name="connsiteX81" fmla="*/ 279240 w 362312"/>
                <a:gd name="connsiteY81" fmla="*/ 197265 h 361971"/>
                <a:gd name="connsiteX82" fmla="*/ 274128 w 362312"/>
                <a:gd name="connsiteY82" fmla="*/ 199819 h 361971"/>
                <a:gd name="connsiteX83" fmla="*/ 273490 w 362312"/>
                <a:gd name="connsiteY83" fmla="*/ 199819 h 361971"/>
                <a:gd name="connsiteX84" fmla="*/ 273490 w 362312"/>
                <a:gd name="connsiteY84" fmla="*/ 252806 h 361971"/>
                <a:gd name="connsiteX85" fmla="*/ 267100 w 362312"/>
                <a:gd name="connsiteY85" fmla="*/ 259190 h 361971"/>
                <a:gd name="connsiteX86" fmla="*/ 260710 w 362312"/>
                <a:gd name="connsiteY86" fmla="*/ 252806 h 361971"/>
                <a:gd name="connsiteX87" fmla="*/ 260710 w 362312"/>
                <a:gd name="connsiteY87" fmla="*/ 199819 h 361971"/>
                <a:gd name="connsiteX88" fmla="*/ 245374 w 362312"/>
                <a:gd name="connsiteY88" fmla="*/ 199819 h 361971"/>
                <a:gd name="connsiteX89" fmla="*/ 245374 w 362312"/>
                <a:gd name="connsiteY89" fmla="*/ 252806 h 361971"/>
                <a:gd name="connsiteX90" fmla="*/ 238984 w 362312"/>
                <a:gd name="connsiteY90" fmla="*/ 259190 h 361971"/>
                <a:gd name="connsiteX91" fmla="*/ 232594 w 362312"/>
                <a:gd name="connsiteY91" fmla="*/ 252806 h 361971"/>
                <a:gd name="connsiteX92" fmla="*/ 232594 w 362312"/>
                <a:gd name="connsiteY92" fmla="*/ 199819 h 361971"/>
                <a:gd name="connsiteX93" fmla="*/ 231955 w 362312"/>
                <a:gd name="connsiteY93" fmla="*/ 199819 h 361971"/>
                <a:gd name="connsiteX94" fmla="*/ 226843 w 362312"/>
                <a:gd name="connsiteY94" fmla="*/ 197265 h 361971"/>
                <a:gd name="connsiteX95" fmla="*/ 225565 w 362312"/>
                <a:gd name="connsiteY95" fmla="*/ 192158 h 361971"/>
                <a:gd name="connsiteX96" fmla="*/ 239623 w 362312"/>
                <a:gd name="connsiteY96" fmla="*/ 122573 h 361971"/>
                <a:gd name="connsiteX97" fmla="*/ 246013 w 362312"/>
                <a:gd name="connsiteY97" fmla="*/ 117465 h 361971"/>
                <a:gd name="connsiteX98" fmla="*/ 260070 w 362312"/>
                <a:gd name="connsiteY98" fmla="*/ 117465 h 361971"/>
                <a:gd name="connsiteX99" fmla="*/ 266460 w 362312"/>
                <a:gd name="connsiteY99" fmla="*/ 122573 h 361971"/>
                <a:gd name="connsiteX100" fmla="*/ 281157 w 362312"/>
                <a:gd name="connsiteY100" fmla="*/ 192158 h 361971"/>
                <a:gd name="connsiteX101" fmla="*/ 279240 w 362312"/>
                <a:gd name="connsiteY101" fmla="*/ 197265 h 361971"/>
                <a:gd name="connsiteX102" fmla="*/ 279240 w 362312"/>
                <a:gd name="connsiteY102" fmla="*/ 197265 h 361971"/>
                <a:gd name="connsiteX103" fmla="*/ 295854 w 362312"/>
                <a:gd name="connsiteY103" fmla="*/ 185774 h 361971"/>
                <a:gd name="connsiteX104" fmla="*/ 294576 w 362312"/>
                <a:gd name="connsiteY104" fmla="*/ 185774 h 361971"/>
                <a:gd name="connsiteX105" fmla="*/ 288186 w 362312"/>
                <a:gd name="connsiteY105" fmla="*/ 180667 h 361971"/>
                <a:gd name="connsiteX106" fmla="*/ 274767 w 362312"/>
                <a:gd name="connsiteY106" fmla="*/ 125765 h 361971"/>
                <a:gd name="connsiteX107" fmla="*/ 279880 w 362312"/>
                <a:gd name="connsiteY107" fmla="*/ 118104 h 361971"/>
                <a:gd name="connsiteX108" fmla="*/ 287547 w 362312"/>
                <a:gd name="connsiteY108" fmla="*/ 122573 h 361971"/>
                <a:gd name="connsiteX109" fmla="*/ 300966 w 362312"/>
                <a:gd name="connsiteY109" fmla="*/ 177475 h 361971"/>
                <a:gd name="connsiteX110" fmla="*/ 295854 w 362312"/>
                <a:gd name="connsiteY110" fmla="*/ 185774 h 361971"/>
                <a:gd name="connsiteX111" fmla="*/ 295854 w 362312"/>
                <a:gd name="connsiteY111" fmla="*/ 185774 h 361971"/>
                <a:gd name="connsiteX112" fmla="*/ 295854 w 362312"/>
                <a:gd name="connsiteY112" fmla="*/ 18577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251764" y="68309"/>
                  </a:moveTo>
                  <a:cubicBezTo>
                    <a:pt x="262626" y="68309"/>
                    <a:pt x="271572" y="77246"/>
                    <a:pt x="271572" y="88099"/>
                  </a:cubicBezTo>
                  <a:cubicBezTo>
                    <a:pt x="271572" y="98952"/>
                    <a:pt x="262626" y="107889"/>
                    <a:pt x="251764" y="107889"/>
                  </a:cubicBezTo>
                  <a:cubicBezTo>
                    <a:pt x="240900" y="107889"/>
                    <a:pt x="231955" y="98952"/>
                    <a:pt x="231955" y="88099"/>
                  </a:cubicBezTo>
                  <a:lnTo>
                    <a:pt x="231955" y="88099"/>
                  </a:lnTo>
                  <a:cubicBezTo>
                    <a:pt x="231955" y="77246"/>
                    <a:pt x="240900" y="68309"/>
                    <a:pt x="251764" y="68309"/>
                  </a:cubicBezTo>
                  <a:close/>
                  <a:moveTo>
                    <a:pt x="181474" y="114912"/>
                  </a:moveTo>
                  <a:cubicBezTo>
                    <a:pt x="192337" y="114912"/>
                    <a:pt x="201283" y="123849"/>
                    <a:pt x="201283" y="134702"/>
                  </a:cubicBezTo>
                  <a:lnTo>
                    <a:pt x="201283" y="135341"/>
                  </a:lnTo>
                  <a:cubicBezTo>
                    <a:pt x="201283" y="146193"/>
                    <a:pt x="192337" y="155131"/>
                    <a:pt x="182113" y="155131"/>
                  </a:cubicBezTo>
                  <a:cubicBezTo>
                    <a:pt x="174446" y="155131"/>
                    <a:pt x="166777" y="150662"/>
                    <a:pt x="164221" y="143001"/>
                  </a:cubicBezTo>
                  <a:cubicBezTo>
                    <a:pt x="162943" y="140448"/>
                    <a:pt x="162305" y="137894"/>
                    <a:pt x="162305" y="134702"/>
                  </a:cubicBezTo>
                  <a:cubicBezTo>
                    <a:pt x="162305" y="123849"/>
                    <a:pt x="170611" y="115550"/>
                    <a:pt x="181474" y="114912"/>
                  </a:cubicBezTo>
                  <a:lnTo>
                    <a:pt x="181474" y="114912"/>
                  </a:lnTo>
                  <a:close/>
                  <a:moveTo>
                    <a:pt x="109268" y="68309"/>
                  </a:moveTo>
                  <a:cubicBezTo>
                    <a:pt x="120131" y="68309"/>
                    <a:pt x="129076" y="77246"/>
                    <a:pt x="129076" y="88099"/>
                  </a:cubicBezTo>
                  <a:cubicBezTo>
                    <a:pt x="129076" y="98952"/>
                    <a:pt x="120131" y="107889"/>
                    <a:pt x="109268" y="107889"/>
                  </a:cubicBezTo>
                  <a:cubicBezTo>
                    <a:pt x="98405" y="107889"/>
                    <a:pt x="89459" y="98952"/>
                    <a:pt x="89459" y="88099"/>
                  </a:cubicBezTo>
                  <a:cubicBezTo>
                    <a:pt x="89459" y="88099"/>
                    <a:pt x="89459" y="88099"/>
                    <a:pt x="89459" y="88099"/>
                  </a:cubicBezTo>
                  <a:cubicBezTo>
                    <a:pt x="89459" y="77246"/>
                    <a:pt x="97766" y="68309"/>
                    <a:pt x="109268" y="68309"/>
                  </a:cubicBezTo>
                  <a:lnTo>
                    <a:pt x="109268" y="68309"/>
                  </a:lnTo>
                  <a:close/>
                  <a:moveTo>
                    <a:pt x="69012" y="185774"/>
                  </a:moveTo>
                  <a:lnTo>
                    <a:pt x="67733" y="185774"/>
                  </a:lnTo>
                  <a:cubicBezTo>
                    <a:pt x="64538" y="185135"/>
                    <a:pt x="61982" y="181305"/>
                    <a:pt x="63261" y="178113"/>
                  </a:cubicBezTo>
                  <a:cubicBezTo>
                    <a:pt x="63261" y="178113"/>
                    <a:pt x="63261" y="178113"/>
                    <a:pt x="63261" y="178113"/>
                  </a:cubicBezTo>
                  <a:lnTo>
                    <a:pt x="76679" y="123211"/>
                  </a:lnTo>
                  <a:cubicBezTo>
                    <a:pt x="77318" y="120019"/>
                    <a:pt x="81152" y="117465"/>
                    <a:pt x="84347" y="118742"/>
                  </a:cubicBezTo>
                  <a:cubicBezTo>
                    <a:pt x="87542" y="119381"/>
                    <a:pt x="90098" y="123211"/>
                    <a:pt x="88820" y="126403"/>
                  </a:cubicBezTo>
                  <a:lnTo>
                    <a:pt x="75402" y="181305"/>
                  </a:lnTo>
                  <a:cubicBezTo>
                    <a:pt x="74762" y="184497"/>
                    <a:pt x="72207" y="186412"/>
                    <a:pt x="69012" y="185774"/>
                  </a:cubicBezTo>
                  <a:lnTo>
                    <a:pt x="69012" y="185774"/>
                  </a:lnTo>
                  <a:close/>
                  <a:moveTo>
                    <a:pt x="136106" y="197265"/>
                  </a:moveTo>
                  <a:cubicBezTo>
                    <a:pt x="134828" y="198542"/>
                    <a:pt x="132911" y="199819"/>
                    <a:pt x="130994" y="199819"/>
                  </a:cubicBezTo>
                  <a:lnTo>
                    <a:pt x="130355" y="199819"/>
                  </a:lnTo>
                  <a:lnTo>
                    <a:pt x="130355" y="252806"/>
                  </a:lnTo>
                  <a:cubicBezTo>
                    <a:pt x="130355" y="256636"/>
                    <a:pt x="127799" y="259190"/>
                    <a:pt x="123965" y="259190"/>
                  </a:cubicBezTo>
                  <a:cubicBezTo>
                    <a:pt x="120131" y="259190"/>
                    <a:pt x="117575" y="256636"/>
                    <a:pt x="117575" y="252806"/>
                  </a:cubicBezTo>
                  <a:lnTo>
                    <a:pt x="117575" y="199819"/>
                  </a:lnTo>
                  <a:lnTo>
                    <a:pt x="102239" y="199819"/>
                  </a:lnTo>
                  <a:lnTo>
                    <a:pt x="102239" y="252806"/>
                  </a:lnTo>
                  <a:cubicBezTo>
                    <a:pt x="102239" y="256636"/>
                    <a:pt x="99683" y="259190"/>
                    <a:pt x="95849" y="259190"/>
                  </a:cubicBezTo>
                  <a:cubicBezTo>
                    <a:pt x="92015" y="259190"/>
                    <a:pt x="89459" y="256636"/>
                    <a:pt x="89459" y="252806"/>
                  </a:cubicBezTo>
                  <a:lnTo>
                    <a:pt x="89459" y="199819"/>
                  </a:lnTo>
                  <a:lnTo>
                    <a:pt x="88820" y="199819"/>
                  </a:lnTo>
                  <a:cubicBezTo>
                    <a:pt x="86903" y="199819"/>
                    <a:pt x="84986" y="199180"/>
                    <a:pt x="83708" y="197265"/>
                  </a:cubicBezTo>
                  <a:cubicBezTo>
                    <a:pt x="82430" y="195988"/>
                    <a:pt x="81792" y="194073"/>
                    <a:pt x="82430" y="192158"/>
                  </a:cubicBezTo>
                  <a:lnTo>
                    <a:pt x="96488" y="122573"/>
                  </a:lnTo>
                  <a:cubicBezTo>
                    <a:pt x="97127" y="119381"/>
                    <a:pt x="99683" y="117465"/>
                    <a:pt x="102878" y="117465"/>
                  </a:cubicBezTo>
                  <a:lnTo>
                    <a:pt x="116936" y="117465"/>
                  </a:lnTo>
                  <a:cubicBezTo>
                    <a:pt x="120131" y="117465"/>
                    <a:pt x="122686" y="119381"/>
                    <a:pt x="123326" y="122573"/>
                  </a:cubicBezTo>
                  <a:lnTo>
                    <a:pt x="138022" y="192158"/>
                  </a:lnTo>
                  <a:cubicBezTo>
                    <a:pt x="138022" y="194073"/>
                    <a:pt x="137384" y="195988"/>
                    <a:pt x="136106" y="197265"/>
                  </a:cubicBezTo>
                  <a:lnTo>
                    <a:pt x="136106" y="197265"/>
                  </a:lnTo>
                  <a:close/>
                  <a:moveTo>
                    <a:pt x="208951" y="244507"/>
                  </a:moveTo>
                  <a:cubicBezTo>
                    <a:pt x="207673" y="245783"/>
                    <a:pt x="205756" y="247060"/>
                    <a:pt x="203839" y="247060"/>
                  </a:cubicBezTo>
                  <a:lnTo>
                    <a:pt x="202561" y="247060"/>
                  </a:lnTo>
                  <a:lnTo>
                    <a:pt x="202561" y="300047"/>
                  </a:lnTo>
                  <a:cubicBezTo>
                    <a:pt x="202561" y="303878"/>
                    <a:pt x="200005" y="306431"/>
                    <a:pt x="196171" y="306431"/>
                  </a:cubicBezTo>
                  <a:cubicBezTo>
                    <a:pt x="192337" y="306431"/>
                    <a:pt x="189781" y="303878"/>
                    <a:pt x="189781" y="300047"/>
                  </a:cubicBezTo>
                  <a:lnTo>
                    <a:pt x="189781" y="247060"/>
                  </a:lnTo>
                  <a:lnTo>
                    <a:pt x="175723" y="247060"/>
                  </a:lnTo>
                  <a:lnTo>
                    <a:pt x="175723" y="300047"/>
                  </a:lnTo>
                  <a:cubicBezTo>
                    <a:pt x="175723" y="303878"/>
                    <a:pt x="173167" y="306431"/>
                    <a:pt x="169333" y="306431"/>
                  </a:cubicBezTo>
                  <a:cubicBezTo>
                    <a:pt x="165500" y="306431"/>
                    <a:pt x="162943" y="303878"/>
                    <a:pt x="162943" y="300047"/>
                  </a:cubicBezTo>
                  <a:lnTo>
                    <a:pt x="162943" y="247060"/>
                  </a:lnTo>
                  <a:lnTo>
                    <a:pt x="161026" y="247060"/>
                  </a:lnTo>
                  <a:cubicBezTo>
                    <a:pt x="159110" y="247060"/>
                    <a:pt x="157192" y="246422"/>
                    <a:pt x="155915" y="244507"/>
                  </a:cubicBezTo>
                  <a:cubicBezTo>
                    <a:pt x="154636" y="243230"/>
                    <a:pt x="153997" y="241315"/>
                    <a:pt x="154636" y="239399"/>
                  </a:cubicBezTo>
                  <a:lnTo>
                    <a:pt x="168695" y="169814"/>
                  </a:lnTo>
                  <a:cubicBezTo>
                    <a:pt x="169333" y="166622"/>
                    <a:pt x="171889" y="164707"/>
                    <a:pt x="175084" y="164707"/>
                  </a:cubicBezTo>
                  <a:lnTo>
                    <a:pt x="189142" y="164707"/>
                  </a:lnTo>
                  <a:cubicBezTo>
                    <a:pt x="192337" y="164707"/>
                    <a:pt x="194893" y="166622"/>
                    <a:pt x="195532" y="169814"/>
                  </a:cubicBezTo>
                  <a:lnTo>
                    <a:pt x="210229" y="239399"/>
                  </a:lnTo>
                  <a:cubicBezTo>
                    <a:pt x="210229" y="241315"/>
                    <a:pt x="209590" y="243230"/>
                    <a:pt x="208951" y="244507"/>
                  </a:cubicBezTo>
                  <a:lnTo>
                    <a:pt x="208951" y="244507"/>
                  </a:lnTo>
                  <a:close/>
                  <a:moveTo>
                    <a:pt x="279240" y="197265"/>
                  </a:moveTo>
                  <a:cubicBezTo>
                    <a:pt x="277962" y="198542"/>
                    <a:pt x="276045" y="199819"/>
                    <a:pt x="274128" y="199819"/>
                  </a:cubicBezTo>
                  <a:lnTo>
                    <a:pt x="273490" y="199819"/>
                  </a:lnTo>
                  <a:lnTo>
                    <a:pt x="273490" y="252806"/>
                  </a:lnTo>
                  <a:cubicBezTo>
                    <a:pt x="273490" y="256636"/>
                    <a:pt x="270934" y="259190"/>
                    <a:pt x="267100" y="259190"/>
                  </a:cubicBezTo>
                  <a:cubicBezTo>
                    <a:pt x="263265" y="259190"/>
                    <a:pt x="260710" y="256636"/>
                    <a:pt x="260710" y="252806"/>
                  </a:cubicBezTo>
                  <a:lnTo>
                    <a:pt x="260710" y="199819"/>
                  </a:lnTo>
                  <a:lnTo>
                    <a:pt x="245374" y="199819"/>
                  </a:lnTo>
                  <a:lnTo>
                    <a:pt x="245374" y="252806"/>
                  </a:lnTo>
                  <a:cubicBezTo>
                    <a:pt x="245374" y="256636"/>
                    <a:pt x="242818" y="259190"/>
                    <a:pt x="238984" y="259190"/>
                  </a:cubicBezTo>
                  <a:cubicBezTo>
                    <a:pt x="235150" y="259190"/>
                    <a:pt x="232594" y="256636"/>
                    <a:pt x="232594" y="252806"/>
                  </a:cubicBezTo>
                  <a:lnTo>
                    <a:pt x="232594" y="199819"/>
                  </a:lnTo>
                  <a:lnTo>
                    <a:pt x="231955" y="199819"/>
                  </a:lnTo>
                  <a:cubicBezTo>
                    <a:pt x="230038" y="199819"/>
                    <a:pt x="228120" y="199180"/>
                    <a:pt x="226843" y="197265"/>
                  </a:cubicBezTo>
                  <a:cubicBezTo>
                    <a:pt x="225565" y="195988"/>
                    <a:pt x="224925" y="194073"/>
                    <a:pt x="225565" y="192158"/>
                  </a:cubicBezTo>
                  <a:lnTo>
                    <a:pt x="239623" y="122573"/>
                  </a:lnTo>
                  <a:cubicBezTo>
                    <a:pt x="240261" y="119381"/>
                    <a:pt x="242818" y="117465"/>
                    <a:pt x="246013" y="117465"/>
                  </a:cubicBezTo>
                  <a:lnTo>
                    <a:pt x="260070" y="117465"/>
                  </a:lnTo>
                  <a:cubicBezTo>
                    <a:pt x="263265" y="117465"/>
                    <a:pt x="265821" y="119381"/>
                    <a:pt x="266460" y="122573"/>
                  </a:cubicBezTo>
                  <a:lnTo>
                    <a:pt x="281157" y="192158"/>
                  </a:lnTo>
                  <a:cubicBezTo>
                    <a:pt x="281157" y="194073"/>
                    <a:pt x="280518" y="195988"/>
                    <a:pt x="279240" y="197265"/>
                  </a:cubicBezTo>
                  <a:lnTo>
                    <a:pt x="279240" y="197265"/>
                  </a:lnTo>
                  <a:close/>
                  <a:moveTo>
                    <a:pt x="295854" y="185774"/>
                  </a:moveTo>
                  <a:cubicBezTo>
                    <a:pt x="295215" y="185774"/>
                    <a:pt x="294576" y="185774"/>
                    <a:pt x="294576" y="185774"/>
                  </a:cubicBezTo>
                  <a:cubicBezTo>
                    <a:pt x="291381" y="185774"/>
                    <a:pt x="288825" y="183859"/>
                    <a:pt x="288186" y="180667"/>
                  </a:cubicBezTo>
                  <a:lnTo>
                    <a:pt x="274767" y="125765"/>
                  </a:lnTo>
                  <a:cubicBezTo>
                    <a:pt x="274128" y="122573"/>
                    <a:pt x="276045" y="118742"/>
                    <a:pt x="279880" y="118104"/>
                  </a:cubicBezTo>
                  <a:cubicBezTo>
                    <a:pt x="283075" y="117465"/>
                    <a:pt x="286270" y="119381"/>
                    <a:pt x="287547" y="122573"/>
                  </a:cubicBezTo>
                  <a:lnTo>
                    <a:pt x="300966" y="177475"/>
                  </a:lnTo>
                  <a:cubicBezTo>
                    <a:pt x="301605" y="181305"/>
                    <a:pt x="299688" y="185135"/>
                    <a:pt x="295854" y="185774"/>
                  </a:cubicBezTo>
                  <a:cubicBezTo>
                    <a:pt x="295854" y="185774"/>
                    <a:pt x="295854" y="185774"/>
                    <a:pt x="295854" y="185774"/>
                  </a:cubicBezTo>
                  <a:lnTo>
                    <a:pt x="295854" y="185774"/>
                  </a:lnTo>
                  <a:close/>
                </a:path>
              </a:pathLst>
            </a:custGeom>
            <a:solidFill>
              <a:srgbClr val="00ABAB"/>
            </a:solidFill>
            <a:ln w="6390" cap="flat">
              <a:noFill/>
              <a:prstDash val="solid"/>
              <a:miter/>
            </a:ln>
          </p:spPr>
          <p:txBody>
            <a:bodyPr rtlCol="0" anchor="ctr"/>
            <a:lstStyle/>
            <a:p>
              <a:endParaRPr lang="en-US"/>
            </a:p>
          </p:txBody>
        </p:sp>
        <p:sp>
          <p:nvSpPr>
            <p:cNvPr id="672" name="Graphic 4">
              <a:extLst>
                <a:ext uri="{FF2B5EF4-FFF2-40B4-BE49-F238E27FC236}">
                  <a16:creationId xmlns:a16="http://schemas.microsoft.com/office/drawing/2014/main" id="{9752F828-8C25-DD4C-8231-FEF445E589D7}"/>
                </a:ext>
              </a:extLst>
            </p:cNvPr>
            <p:cNvSpPr/>
            <p:nvPr/>
          </p:nvSpPr>
          <p:spPr>
            <a:xfrm>
              <a:off x="7431496" y="2501406"/>
              <a:ext cx="26837" cy="56817"/>
            </a:xfrm>
            <a:custGeom>
              <a:avLst/>
              <a:gdLst>
                <a:gd name="connsiteX0" fmla="*/ 11502 w 26837"/>
                <a:gd name="connsiteY0" fmla="*/ 0 h 56817"/>
                <a:gd name="connsiteX1" fmla="*/ 0 w 26837"/>
                <a:gd name="connsiteY1" fmla="*/ 56817 h 56817"/>
                <a:gd name="connsiteX2" fmla="*/ 26837 w 26837"/>
                <a:gd name="connsiteY2" fmla="*/ 56817 h 56817"/>
                <a:gd name="connsiteX3" fmla="*/ 14697 w 26837"/>
                <a:gd name="connsiteY3" fmla="*/ 0 h 56817"/>
              </a:gdLst>
              <a:ahLst/>
              <a:cxnLst>
                <a:cxn ang="0">
                  <a:pos x="connsiteX0" y="connsiteY0"/>
                </a:cxn>
                <a:cxn ang="0">
                  <a:pos x="connsiteX1" y="connsiteY1"/>
                </a:cxn>
                <a:cxn ang="0">
                  <a:pos x="connsiteX2" y="connsiteY2"/>
                </a:cxn>
                <a:cxn ang="0">
                  <a:pos x="connsiteX3" y="connsiteY3"/>
                </a:cxn>
              </a:cxnLst>
              <a:rect l="l" t="t" r="r" b="b"/>
              <a:pathLst>
                <a:path w="26837" h="56817">
                  <a:moveTo>
                    <a:pt x="11502" y="0"/>
                  </a:moveTo>
                  <a:lnTo>
                    <a:pt x="0" y="56817"/>
                  </a:lnTo>
                  <a:lnTo>
                    <a:pt x="26837" y="56817"/>
                  </a:lnTo>
                  <a:lnTo>
                    <a:pt x="14697" y="0"/>
                  </a:lnTo>
                  <a:close/>
                </a:path>
              </a:pathLst>
            </a:custGeom>
            <a:solidFill>
              <a:srgbClr val="00ABAB"/>
            </a:solidFill>
            <a:ln w="6390" cap="flat">
              <a:noFill/>
              <a:prstDash val="solid"/>
              <a:miter/>
            </a:ln>
          </p:spPr>
          <p:txBody>
            <a:bodyPr rtlCol="0" anchor="ctr"/>
            <a:lstStyle/>
            <a:p>
              <a:endParaRPr lang="en-US"/>
            </a:p>
          </p:txBody>
        </p:sp>
      </p:grpSp>
      <p:grpSp>
        <p:nvGrpSpPr>
          <p:cNvPr id="673" name="Graphic 4">
            <a:extLst>
              <a:ext uri="{FF2B5EF4-FFF2-40B4-BE49-F238E27FC236}">
                <a16:creationId xmlns:a16="http://schemas.microsoft.com/office/drawing/2014/main" id="{2D7E01E0-4F46-9641-8710-56A742E77BEC}"/>
              </a:ext>
            </a:extLst>
          </p:cNvPr>
          <p:cNvGrpSpPr>
            <a:grpSpLocks noChangeAspect="1"/>
          </p:cNvGrpSpPr>
          <p:nvPr/>
        </p:nvGrpSpPr>
        <p:grpSpPr>
          <a:xfrm>
            <a:off x="3607758" y="4308712"/>
            <a:ext cx="362948" cy="361971"/>
            <a:chOff x="3607758" y="4308712"/>
            <a:chExt cx="362948" cy="361971"/>
          </a:xfrm>
          <a:solidFill>
            <a:srgbClr val="00ABAB"/>
          </a:solidFill>
        </p:grpSpPr>
        <p:sp>
          <p:nvSpPr>
            <p:cNvPr id="674" name="Graphic 4">
              <a:extLst>
                <a:ext uri="{FF2B5EF4-FFF2-40B4-BE49-F238E27FC236}">
                  <a16:creationId xmlns:a16="http://schemas.microsoft.com/office/drawing/2014/main" id="{CC376E1B-48C4-8943-BB36-EEAF8AE92C2E}"/>
                </a:ext>
              </a:extLst>
            </p:cNvPr>
            <p:cNvSpPr/>
            <p:nvPr/>
          </p:nvSpPr>
          <p:spPr>
            <a:xfrm>
              <a:off x="3607758" y="4308712"/>
              <a:ext cx="362948" cy="361971"/>
            </a:xfrm>
            <a:custGeom>
              <a:avLst/>
              <a:gdLst>
                <a:gd name="connsiteX0" fmla="*/ 181474 w 362948"/>
                <a:gd name="connsiteY0" fmla="*/ 0 h 361971"/>
                <a:gd name="connsiteX1" fmla="*/ 0 w 362948"/>
                <a:gd name="connsiteY1" fmla="*/ 180667 h 361971"/>
                <a:gd name="connsiteX2" fmla="*/ 181474 w 362948"/>
                <a:gd name="connsiteY2" fmla="*/ 361972 h 361971"/>
                <a:gd name="connsiteX3" fmla="*/ 362949 w 362948"/>
                <a:gd name="connsiteY3" fmla="*/ 181305 h 361971"/>
                <a:gd name="connsiteX4" fmla="*/ 362949 w 362948"/>
                <a:gd name="connsiteY4" fmla="*/ 181305 h 361971"/>
                <a:gd name="connsiteX5" fmla="*/ 181474 w 362948"/>
                <a:gd name="connsiteY5" fmla="*/ 0 h 361971"/>
                <a:gd name="connsiteX6" fmla="*/ 181474 w 362948"/>
                <a:gd name="connsiteY6" fmla="*/ 0 h 361971"/>
                <a:gd name="connsiteX7" fmla="*/ 181474 w 362948"/>
                <a:gd name="connsiteY7" fmla="*/ 349204 h 361971"/>
                <a:gd name="connsiteX8" fmla="*/ 12780 w 362948"/>
                <a:gd name="connsiteY8" fmla="*/ 181305 h 361971"/>
                <a:gd name="connsiteX9" fmla="*/ 180836 w 362948"/>
                <a:gd name="connsiteY9" fmla="*/ 12768 h 361971"/>
                <a:gd name="connsiteX10" fmla="*/ 349530 w 362948"/>
                <a:gd name="connsiteY10" fmla="*/ 180667 h 361971"/>
                <a:gd name="connsiteX11" fmla="*/ 349530 w 362948"/>
                <a:gd name="connsiteY11" fmla="*/ 180667 h 361971"/>
                <a:gd name="connsiteX12" fmla="*/ 181474 w 362948"/>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948" h="361971">
                  <a:moveTo>
                    <a:pt x="181474" y="0"/>
                  </a:moveTo>
                  <a:cubicBezTo>
                    <a:pt x="81152" y="0"/>
                    <a:pt x="0" y="81077"/>
                    <a:pt x="0" y="180667"/>
                  </a:cubicBezTo>
                  <a:cubicBezTo>
                    <a:pt x="0" y="280257"/>
                    <a:pt x="81152" y="361972"/>
                    <a:pt x="181474" y="361972"/>
                  </a:cubicBezTo>
                  <a:cubicBezTo>
                    <a:pt x="281796" y="361972"/>
                    <a:pt x="362949" y="280895"/>
                    <a:pt x="362949" y="181305"/>
                  </a:cubicBezTo>
                  <a:cubicBezTo>
                    <a:pt x="362949" y="181305"/>
                    <a:pt x="362949" y="181305"/>
                    <a:pt x="362949" y="181305"/>
                  </a:cubicBezTo>
                  <a:cubicBezTo>
                    <a:pt x="362310"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6" y="12768"/>
                  </a:cubicBezTo>
                  <a:cubicBezTo>
                    <a:pt x="274128" y="12768"/>
                    <a:pt x="349530" y="88099"/>
                    <a:pt x="349530" y="180667"/>
                  </a:cubicBezTo>
                  <a:lnTo>
                    <a:pt x="349530" y="180667"/>
                  </a:lnTo>
                  <a:cubicBezTo>
                    <a:pt x="349530" y="273873"/>
                    <a:pt x="274128"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675" name="Graphic 4">
              <a:extLst>
                <a:ext uri="{FF2B5EF4-FFF2-40B4-BE49-F238E27FC236}">
                  <a16:creationId xmlns:a16="http://schemas.microsoft.com/office/drawing/2014/main" id="{6BE43F04-E805-FC40-AFCC-AA9D5692A57E}"/>
                </a:ext>
              </a:extLst>
            </p:cNvPr>
            <p:cNvSpPr/>
            <p:nvPr/>
          </p:nvSpPr>
          <p:spPr>
            <a:xfrm>
              <a:off x="3706163" y="4378297"/>
              <a:ext cx="42173" cy="42134"/>
            </a:xfrm>
            <a:custGeom>
              <a:avLst/>
              <a:gdLst>
                <a:gd name="connsiteX0" fmla="*/ 21087 w 42173"/>
                <a:gd name="connsiteY0" fmla="*/ 42134 h 42134"/>
                <a:gd name="connsiteX1" fmla="*/ 42173 w 42173"/>
                <a:gd name="connsiteY1" fmla="*/ 21067 h 42134"/>
                <a:gd name="connsiteX2" fmla="*/ 21087 w 42173"/>
                <a:gd name="connsiteY2" fmla="*/ 0 h 42134"/>
                <a:gd name="connsiteX3" fmla="*/ 0 w 42173"/>
                <a:gd name="connsiteY3" fmla="*/ 21067 h 42134"/>
                <a:gd name="connsiteX4" fmla="*/ 21087 w 42173"/>
                <a:gd name="connsiteY4" fmla="*/ 42134 h 42134"/>
                <a:gd name="connsiteX5" fmla="*/ 21087 w 42173"/>
                <a:gd name="connsiteY5" fmla="*/ 42134 h 42134"/>
                <a:gd name="connsiteX6" fmla="*/ 21087 w 42173"/>
                <a:gd name="connsiteY6" fmla="*/ 12768 h 42134"/>
                <a:gd name="connsiteX7" fmla="*/ 29394 w 42173"/>
                <a:gd name="connsiteY7" fmla="*/ 21067 h 42134"/>
                <a:gd name="connsiteX8" fmla="*/ 21087 w 42173"/>
                <a:gd name="connsiteY8" fmla="*/ 29366 h 42134"/>
                <a:gd name="connsiteX9" fmla="*/ 12780 w 42173"/>
                <a:gd name="connsiteY9" fmla="*/ 21067 h 42134"/>
                <a:gd name="connsiteX10" fmla="*/ 21087 w 42173"/>
                <a:gd name="connsiteY10" fmla="*/ 12768 h 42134"/>
                <a:gd name="connsiteX11" fmla="*/ 21087 w 42173"/>
                <a:gd name="connsiteY11" fmla="*/ 12768 h 42134"/>
                <a:gd name="connsiteX12" fmla="*/ 21087 w 42173"/>
                <a:gd name="connsiteY12" fmla="*/ 12768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173" h="42134">
                  <a:moveTo>
                    <a:pt x="21087" y="42134"/>
                  </a:moveTo>
                  <a:cubicBezTo>
                    <a:pt x="32589" y="42134"/>
                    <a:pt x="42173" y="32558"/>
                    <a:pt x="42173" y="21067"/>
                  </a:cubicBezTo>
                  <a:cubicBezTo>
                    <a:pt x="42173" y="9576"/>
                    <a:pt x="32589" y="0"/>
                    <a:pt x="21087" y="0"/>
                  </a:cubicBezTo>
                  <a:cubicBezTo>
                    <a:pt x="9585" y="0"/>
                    <a:pt x="0" y="9576"/>
                    <a:pt x="0" y="21067"/>
                  </a:cubicBezTo>
                  <a:cubicBezTo>
                    <a:pt x="0" y="32558"/>
                    <a:pt x="9585" y="42134"/>
                    <a:pt x="21087" y="42134"/>
                  </a:cubicBezTo>
                  <a:cubicBezTo>
                    <a:pt x="21087" y="42134"/>
                    <a:pt x="21087" y="42134"/>
                    <a:pt x="21087" y="42134"/>
                  </a:cubicBezTo>
                  <a:close/>
                  <a:moveTo>
                    <a:pt x="21087" y="12768"/>
                  </a:moveTo>
                  <a:cubicBezTo>
                    <a:pt x="25560" y="12768"/>
                    <a:pt x="29394" y="16598"/>
                    <a:pt x="29394" y="21067"/>
                  </a:cubicBezTo>
                  <a:cubicBezTo>
                    <a:pt x="29394" y="25536"/>
                    <a:pt x="25560" y="29366"/>
                    <a:pt x="21087" y="29366"/>
                  </a:cubicBezTo>
                  <a:cubicBezTo>
                    <a:pt x="16614" y="29366"/>
                    <a:pt x="12780" y="25536"/>
                    <a:pt x="12780" y="21067"/>
                  </a:cubicBezTo>
                  <a:cubicBezTo>
                    <a:pt x="12780" y="16598"/>
                    <a:pt x="16614" y="12768"/>
                    <a:pt x="21087" y="12768"/>
                  </a:cubicBezTo>
                  <a:cubicBezTo>
                    <a:pt x="21087" y="12768"/>
                    <a:pt x="21087" y="12768"/>
                    <a:pt x="21087" y="12768"/>
                  </a:cubicBezTo>
                  <a:lnTo>
                    <a:pt x="21087" y="12768"/>
                  </a:lnTo>
                  <a:close/>
                </a:path>
              </a:pathLst>
            </a:custGeom>
            <a:solidFill>
              <a:srgbClr val="00ABAB"/>
            </a:solidFill>
            <a:ln w="6390" cap="flat">
              <a:noFill/>
              <a:prstDash val="solid"/>
              <a:miter/>
            </a:ln>
          </p:spPr>
          <p:txBody>
            <a:bodyPr rtlCol="0" anchor="ctr"/>
            <a:lstStyle/>
            <a:p>
              <a:endParaRPr lang="en-US"/>
            </a:p>
          </p:txBody>
        </p:sp>
        <p:sp>
          <p:nvSpPr>
            <p:cNvPr id="676" name="Graphic 4">
              <a:extLst>
                <a:ext uri="{FF2B5EF4-FFF2-40B4-BE49-F238E27FC236}">
                  <a16:creationId xmlns:a16="http://schemas.microsoft.com/office/drawing/2014/main" id="{B32A0E7B-BEDE-704E-B107-CFD4B8E9B61E}"/>
                </a:ext>
              </a:extLst>
            </p:cNvPr>
            <p:cNvSpPr/>
            <p:nvPr/>
          </p:nvSpPr>
          <p:spPr>
            <a:xfrm>
              <a:off x="3696457" y="4440222"/>
              <a:ext cx="62993" cy="162152"/>
            </a:xfrm>
            <a:custGeom>
              <a:avLst/>
              <a:gdLst>
                <a:gd name="connsiteX0" fmla="*/ 39100 w 62993"/>
                <a:gd name="connsiteY0" fmla="*/ 0 h 162152"/>
                <a:gd name="connsiteX1" fmla="*/ 22486 w 62993"/>
                <a:gd name="connsiteY1" fmla="*/ 0 h 162152"/>
                <a:gd name="connsiteX2" fmla="*/ 16096 w 62993"/>
                <a:gd name="connsiteY2" fmla="*/ 5107 h 162152"/>
                <a:gd name="connsiteX3" fmla="*/ 121 w 62993"/>
                <a:gd name="connsiteY3" fmla="*/ 85545 h 162152"/>
                <a:gd name="connsiteX4" fmla="*/ 5233 w 62993"/>
                <a:gd name="connsiteY4" fmla="*/ 93206 h 162152"/>
                <a:gd name="connsiteX5" fmla="*/ 6511 w 62993"/>
                <a:gd name="connsiteY5" fmla="*/ 93206 h 162152"/>
                <a:gd name="connsiteX6" fmla="*/ 8428 w 62993"/>
                <a:gd name="connsiteY6" fmla="*/ 93206 h 162152"/>
                <a:gd name="connsiteX7" fmla="*/ 8428 w 62993"/>
                <a:gd name="connsiteY7" fmla="*/ 155769 h 162152"/>
                <a:gd name="connsiteX8" fmla="*/ 14818 w 62993"/>
                <a:gd name="connsiteY8" fmla="*/ 162153 h 162152"/>
                <a:gd name="connsiteX9" fmla="*/ 21208 w 62993"/>
                <a:gd name="connsiteY9" fmla="*/ 155769 h 162152"/>
                <a:gd name="connsiteX10" fmla="*/ 21208 w 62993"/>
                <a:gd name="connsiteY10" fmla="*/ 93206 h 162152"/>
                <a:gd name="connsiteX11" fmla="*/ 41656 w 62993"/>
                <a:gd name="connsiteY11" fmla="*/ 93206 h 162152"/>
                <a:gd name="connsiteX12" fmla="*/ 41656 w 62993"/>
                <a:gd name="connsiteY12" fmla="*/ 155769 h 162152"/>
                <a:gd name="connsiteX13" fmla="*/ 48046 w 62993"/>
                <a:gd name="connsiteY13" fmla="*/ 162153 h 162152"/>
                <a:gd name="connsiteX14" fmla="*/ 54436 w 62993"/>
                <a:gd name="connsiteY14" fmla="*/ 155769 h 162152"/>
                <a:gd name="connsiteX15" fmla="*/ 54436 w 62993"/>
                <a:gd name="connsiteY15" fmla="*/ 93206 h 162152"/>
                <a:gd name="connsiteX16" fmla="*/ 56352 w 62993"/>
                <a:gd name="connsiteY16" fmla="*/ 93206 h 162152"/>
                <a:gd name="connsiteX17" fmla="*/ 61464 w 62993"/>
                <a:gd name="connsiteY17" fmla="*/ 90652 h 162152"/>
                <a:gd name="connsiteX18" fmla="*/ 62742 w 62993"/>
                <a:gd name="connsiteY18" fmla="*/ 85545 h 162152"/>
                <a:gd name="connsiteX19" fmla="*/ 46129 w 62993"/>
                <a:gd name="connsiteY19" fmla="*/ 5107 h 162152"/>
                <a:gd name="connsiteX20" fmla="*/ 39100 w 62993"/>
                <a:gd name="connsiteY20" fmla="*/ 0 h 162152"/>
                <a:gd name="connsiteX21" fmla="*/ 14179 w 62993"/>
                <a:gd name="connsiteY21" fmla="*/ 80438 h 162152"/>
                <a:gd name="connsiteX22" fmla="*/ 28237 w 62993"/>
                <a:gd name="connsiteY22" fmla="*/ 12768 h 162152"/>
                <a:gd name="connsiteX23" fmla="*/ 33988 w 62993"/>
                <a:gd name="connsiteY23" fmla="*/ 12768 h 162152"/>
                <a:gd name="connsiteX24" fmla="*/ 48046 w 62993"/>
                <a:gd name="connsiteY24" fmla="*/ 80438 h 162152"/>
                <a:gd name="connsiteX25" fmla="*/ 14179 w 62993"/>
                <a:gd name="connsiteY25" fmla="*/ 80438 h 16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2993" h="162152">
                  <a:moveTo>
                    <a:pt x="39100" y="0"/>
                  </a:moveTo>
                  <a:lnTo>
                    <a:pt x="22486" y="0"/>
                  </a:lnTo>
                  <a:cubicBezTo>
                    <a:pt x="19291" y="0"/>
                    <a:pt x="16735" y="1915"/>
                    <a:pt x="16096" y="5107"/>
                  </a:cubicBezTo>
                  <a:lnTo>
                    <a:pt x="121" y="85545"/>
                  </a:lnTo>
                  <a:cubicBezTo>
                    <a:pt x="-518" y="88737"/>
                    <a:pt x="1399" y="92568"/>
                    <a:pt x="5233" y="93206"/>
                  </a:cubicBezTo>
                  <a:cubicBezTo>
                    <a:pt x="5872" y="93206"/>
                    <a:pt x="5872" y="93206"/>
                    <a:pt x="6511" y="93206"/>
                  </a:cubicBezTo>
                  <a:lnTo>
                    <a:pt x="8428" y="93206"/>
                  </a:lnTo>
                  <a:lnTo>
                    <a:pt x="8428" y="155769"/>
                  </a:lnTo>
                  <a:cubicBezTo>
                    <a:pt x="8428" y="159600"/>
                    <a:pt x="10984" y="162153"/>
                    <a:pt x="14818" y="162153"/>
                  </a:cubicBezTo>
                  <a:cubicBezTo>
                    <a:pt x="18652" y="162153"/>
                    <a:pt x="21208" y="159600"/>
                    <a:pt x="21208" y="155769"/>
                  </a:cubicBezTo>
                  <a:lnTo>
                    <a:pt x="21208" y="93206"/>
                  </a:lnTo>
                  <a:lnTo>
                    <a:pt x="41656" y="93206"/>
                  </a:lnTo>
                  <a:lnTo>
                    <a:pt x="41656" y="155769"/>
                  </a:lnTo>
                  <a:cubicBezTo>
                    <a:pt x="41656" y="159600"/>
                    <a:pt x="44212" y="162153"/>
                    <a:pt x="48046" y="162153"/>
                  </a:cubicBezTo>
                  <a:cubicBezTo>
                    <a:pt x="51879" y="162153"/>
                    <a:pt x="54436" y="159600"/>
                    <a:pt x="54436" y="155769"/>
                  </a:cubicBezTo>
                  <a:lnTo>
                    <a:pt x="54436" y="93206"/>
                  </a:lnTo>
                  <a:lnTo>
                    <a:pt x="56352" y="93206"/>
                  </a:lnTo>
                  <a:cubicBezTo>
                    <a:pt x="58269" y="93206"/>
                    <a:pt x="60187" y="92568"/>
                    <a:pt x="61464" y="90652"/>
                  </a:cubicBezTo>
                  <a:cubicBezTo>
                    <a:pt x="62742" y="89376"/>
                    <a:pt x="63382" y="87460"/>
                    <a:pt x="62742" y="85545"/>
                  </a:cubicBezTo>
                  <a:lnTo>
                    <a:pt x="46129" y="5107"/>
                  </a:lnTo>
                  <a:cubicBezTo>
                    <a:pt x="44851" y="1915"/>
                    <a:pt x="42294" y="0"/>
                    <a:pt x="39100" y="0"/>
                  </a:cubicBezTo>
                  <a:close/>
                  <a:moveTo>
                    <a:pt x="14179" y="80438"/>
                  </a:moveTo>
                  <a:lnTo>
                    <a:pt x="28237" y="12768"/>
                  </a:lnTo>
                  <a:lnTo>
                    <a:pt x="33988" y="12768"/>
                  </a:lnTo>
                  <a:lnTo>
                    <a:pt x="48046" y="80438"/>
                  </a:lnTo>
                  <a:lnTo>
                    <a:pt x="14179" y="80438"/>
                  </a:lnTo>
                  <a:close/>
                </a:path>
              </a:pathLst>
            </a:custGeom>
            <a:solidFill>
              <a:srgbClr val="00ABAB"/>
            </a:solidFill>
            <a:ln w="6390" cap="flat">
              <a:noFill/>
              <a:prstDash val="solid"/>
              <a:miter/>
            </a:ln>
          </p:spPr>
          <p:txBody>
            <a:bodyPr rtlCol="0" anchor="ctr"/>
            <a:lstStyle/>
            <a:p>
              <a:endParaRPr lang="en-US"/>
            </a:p>
          </p:txBody>
        </p:sp>
        <p:sp>
          <p:nvSpPr>
            <p:cNvPr id="677" name="Graphic 4">
              <a:extLst>
                <a:ext uri="{FF2B5EF4-FFF2-40B4-BE49-F238E27FC236}">
                  <a16:creationId xmlns:a16="http://schemas.microsoft.com/office/drawing/2014/main" id="{CE30E7E1-C453-1645-AE0B-BF62C96C86C7}"/>
                </a:ext>
              </a:extLst>
            </p:cNvPr>
            <p:cNvSpPr/>
            <p:nvPr/>
          </p:nvSpPr>
          <p:spPr>
            <a:xfrm>
              <a:off x="3780286" y="4376382"/>
              <a:ext cx="100961" cy="101505"/>
            </a:xfrm>
            <a:custGeom>
              <a:avLst/>
              <a:gdLst>
                <a:gd name="connsiteX0" fmla="*/ 94571 w 100961"/>
                <a:gd name="connsiteY0" fmla="*/ 44049 h 101505"/>
                <a:gd name="connsiteX1" fmla="*/ 56871 w 100961"/>
                <a:gd name="connsiteY1" fmla="*/ 44049 h 101505"/>
                <a:gd name="connsiteX2" fmla="*/ 56871 w 100961"/>
                <a:gd name="connsiteY2" fmla="*/ 6384 h 101505"/>
                <a:gd name="connsiteX3" fmla="*/ 50481 w 100961"/>
                <a:gd name="connsiteY3" fmla="*/ 0 h 101505"/>
                <a:gd name="connsiteX4" fmla="*/ 44091 w 100961"/>
                <a:gd name="connsiteY4" fmla="*/ 6384 h 101505"/>
                <a:gd name="connsiteX5" fmla="*/ 44091 w 100961"/>
                <a:gd name="connsiteY5" fmla="*/ 44049 h 101505"/>
                <a:gd name="connsiteX6" fmla="*/ 6390 w 100961"/>
                <a:gd name="connsiteY6" fmla="*/ 44049 h 101505"/>
                <a:gd name="connsiteX7" fmla="*/ 0 w 100961"/>
                <a:gd name="connsiteY7" fmla="*/ 50433 h 101505"/>
                <a:gd name="connsiteX8" fmla="*/ 6390 w 100961"/>
                <a:gd name="connsiteY8" fmla="*/ 56817 h 101505"/>
                <a:gd name="connsiteX9" fmla="*/ 44091 w 100961"/>
                <a:gd name="connsiteY9" fmla="*/ 56817 h 101505"/>
                <a:gd name="connsiteX10" fmla="*/ 44091 w 100961"/>
                <a:gd name="connsiteY10" fmla="*/ 95121 h 101505"/>
                <a:gd name="connsiteX11" fmla="*/ 50481 w 100961"/>
                <a:gd name="connsiteY11" fmla="*/ 101505 h 101505"/>
                <a:gd name="connsiteX12" fmla="*/ 56871 w 100961"/>
                <a:gd name="connsiteY12" fmla="*/ 95121 h 101505"/>
                <a:gd name="connsiteX13" fmla="*/ 56871 w 100961"/>
                <a:gd name="connsiteY13" fmla="*/ 56817 h 101505"/>
                <a:gd name="connsiteX14" fmla="*/ 94571 w 100961"/>
                <a:gd name="connsiteY14" fmla="*/ 56817 h 101505"/>
                <a:gd name="connsiteX15" fmla="*/ 100961 w 100961"/>
                <a:gd name="connsiteY15" fmla="*/ 50433 h 101505"/>
                <a:gd name="connsiteX16" fmla="*/ 94571 w 100961"/>
                <a:gd name="connsiteY16" fmla="*/ 44049 h 101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961" h="101505">
                  <a:moveTo>
                    <a:pt x="94571" y="44049"/>
                  </a:moveTo>
                  <a:lnTo>
                    <a:pt x="56871" y="44049"/>
                  </a:lnTo>
                  <a:lnTo>
                    <a:pt x="56871" y="6384"/>
                  </a:lnTo>
                  <a:cubicBezTo>
                    <a:pt x="56871" y="2553"/>
                    <a:pt x="54314" y="0"/>
                    <a:pt x="50481" y="0"/>
                  </a:cubicBezTo>
                  <a:cubicBezTo>
                    <a:pt x="46647" y="0"/>
                    <a:pt x="44091" y="2553"/>
                    <a:pt x="44091" y="6384"/>
                  </a:cubicBezTo>
                  <a:lnTo>
                    <a:pt x="44091" y="44049"/>
                  </a:lnTo>
                  <a:lnTo>
                    <a:pt x="6390" y="44049"/>
                  </a:lnTo>
                  <a:cubicBezTo>
                    <a:pt x="2556" y="44049"/>
                    <a:pt x="0" y="46603"/>
                    <a:pt x="0" y="50433"/>
                  </a:cubicBezTo>
                  <a:cubicBezTo>
                    <a:pt x="0" y="54264"/>
                    <a:pt x="2556" y="56817"/>
                    <a:pt x="6390" y="56817"/>
                  </a:cubicBezTo>
                  <a:lnTo>
                    <a:pt x="44091" y="56817"/>
                  </a:lnTo>
                  <a:lnTo>
                    <a:pt x="44091" y="95121"/>
                  </a:lnTo>
                  <a:cubicBezTo>
                    <a:pt x="44091" y="98952"/>
                    <a:pt x="46647" y="101505"/>
                    <a:pt x="50481" y="101505"/>
                  </a:cubicBezTo>
                  <a:cubicBezTo>
                    <a:pt x="54314" y="101505"/>
                    <a:pt x="56871" y="98952"/>
                    <a:pt x="56871" y="95121"/>
                  </a:cubicBezTo>
                  <a:lnTo>
                    <a:pt x="56871" y="56817"/>
                  </a:lnTo>
                  <a:lnTo>
                    <a:pt x="94571" y="56817"/>
                  </a:lnTo>
                  <a:cubicBezTo>
                    <a:pt x="98405" y="56817"/>
                    <a:pt x="100961" y="54264"/>
                    <a:pt x="100961" y="50433"/>
                  </a:cubicBezTo>
                  <a:cubicBezTo>
                    <a:pt x="100961" y="46603"/>
                    <a:pt x="98405" y="44049"/>
                    <a:pt x="94571" y="44049"/>
                  </a:cubicBezTo>
                  <a:close/>
                </a:path>
              </a:pathLst>
            </a:custGeom>
            <a:solidFill>
              <a:srgbClr val="00ABAB"/>
            </a:solidFill>
            <a:ln w="6390" cap="flat">
              <a:noFill/>
              <a:prstDash val="solid"/>
              <a:miter/>
            </a:ln>
          </p:spPr>
          <p:txBody>
            <a:bodyPr rtlCol="0" anchor="ctr"/>
            <a:lstStyle/>
            <a:p>
              <a:endParaRPr lang="en-US"/>
            </a:p>
          </p:txBody>
        </p:sp>
      </p:grpSp>
      <p:grpSp>
        <p:nvGrpSpPr>
          <p:cNvPr id="678" name="Graphic 4">
            <a:extLst>
              <a:ext uri="{FF2B5EF4-FFF2-40B4-BE49-F238E27FC236}">
                <a16:creationId xmlns:a16="http://schemas.microsoft.com/office/drawing/2014/main" id="{EDD19730-E38B-5649-8F7C-643CADBB0385}"/>
              </a:ext>
            </a:extLst>
          </p:cNvPr>
          <p:cNvGrpSpPr>
            <a:grpSpLocks noChangeAspect="1"/>
          </p:cNvGrpSpPr>
          <p:nvPr/>
        </p:nvGrpSpPr>
        <p:grpSpPr>
          <a:xfrm>
            <a:off x="4660820" y="4308712"/>
            <a:ext cx="362312" cy="361971"/>
            <a:chOff x="4660820" y="4308712"/>
            <a:chExt cx="362312" cy="361971"/>
          </a:xfrm>
          <a:solidFill>
            <a:srgbClr val="00ABAB"/>
          </a:solidFill>
        </p:grpSpPr>
        <p:sp>
          <p:nvSpPr>
            <p:cNvPr id="679" name="Graphic 4">
              <a:extLst>
                <a:ext uri="{FF2B5EF4-FFF2-40B4-BE49-F238E27FC236}">
                  <a16:creationId xmlns:a16="http://schemas.microsoft.com/office/drawing/2014/main" id="{691CBD92-1F7E-0849-8C44-F2249A4CF438}"/>
                </a:ext>
              </a:extLst>
            </p:cNvPr>
            <p:cNvSpPr/>
            <p:nvPr/>
          </p:nvSpPr>
          <p:spPr>
            <a:xfrm>
              <a:off x="4660820" y="4308712"/>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9204 h 361971"/>
                <a:gd name="connsiteX8" fmla="*/ 12780 w 362312"/>
                <a:gd name="connsiteY8" fmla="*/ 181305 h 361971"/>
                <a:gd name="connsiteX9" fmla="*/ 180835 w 362312"/>
                <a:gd name="connsiteY9" fmla="*/ 12768 h 361971"/>
                <a:gd name="connsiteX10" fmla="*/ 349529 w 362312"/>
                <a:gd name="connsiteY10" fmla="*/ 180667 h 361971"/>
                <a:gd name="connsiteX11" fmla="*/ 349529 w 362312"/>
                <a:gd name="connsiteY11" fmla="*/ 180667 h 361971"/>
                <a:gd name="connsiteX12" fmla="*/ 181474 w 362312"/>
                <a:gd name="connsiteY12" fmla="*/ 349204 h 361971"/>
                <a:gd name="connsiteX13" fmla="*/ 181474 w 362312"/>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lnTo>
                    <a:pt x="181474" y="0"/>
                  </a:ln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680" name="Graphic 4">
              <a:extLst>
                <a:ext uri="{FF2B5EF4-FFF2-40B4-BE49-F238E27FC236}">
                  <a16:creationId xmlns:a16="http://schemas.microsoft.com/office/drawing/2014/main" id="{0DC683AC-5EC6-F24F-A138-80D0148439A1}"/>
                </a:ext>
              </a:extLst>
            </p:cNvPr>
            <p:cNvSpPr/>
            <p:nvPr/>
          </p:nvSpPr>
          <p:spPr>
            <a:xfrm>
              <a:off x="4813539" y="4405748"/>
              <a:ext cx="33227" cy="33196"/>
            </a:xfrm>
            <a:custGeom>
              <a:avLst/>
              <a:gdLst>
                <a:gd name="connsiteX0" fmla="*/ 16614 w 33227"/>
                <a:gd name="connsiteY0" fmla="*/ 33197 h 33196"/>
                <a:gd name="connsiteX1" fmla="*/ 33228 w 33227"/>
                <a:gd name="connsiteY1" fmla="*/ 16598 h 33196"/>
                <a:gd name="connsiteX2" fmla="*/ 16614 w 33227"/>
                <a:gd name="connsiteY2" fmla="*/ 0 h 33196"/>
                <a:gd name="connsiteX3" fmla="*/ 0 w 33227"/>
                <a:gd name="connsiteY3" fmla="*/ 16598 h 33196"/>
                <a:gd name="connsiteX4" fmla="*/ 16614 w 33227"/>
                <a:gd name="connsiteY4" fmla="*/ 33197 h 33196"/>
                <a:gd name="connsiteX5" fmla="*/ 16614 w 33227"/>
                <a:gd name="connsiteY5" fmla="*/ 33197 h 33196"/>
                <a:gd name="connsiteX6" fmla="*/ 16614 w 33227"/>
                <a:gd name="connsiteY6" fmla="*/ 12768 h 33196"/>
                <a:gd name="connsiteX7" fmla="*/ 20448 w 33227"/>
                <a:gd name="connsiteY7" fmla="*/ 16598 h 33196"/>
                <a:gd name="connsiteX8" fmla="*/ 16614 w 33227"/>
                <a:gd name="connsiteY8" fmla="*/ 20429 h 33196"/>
                <a:gd name="connsiteX9" fmla="*/ 12780 w 33227"/>
                <a:gd name="connsiteY9" fmla="*/ 16598 h 33196"/>
                <a:gd name="connsiteX10" fmla="*/ 12780 w 33227"/>
                <a:gd name="connsiteY10" fmla="*/ 16598 h 33196"/>
                <a:gd name="connsiteX11" fmla="*/ 16614 w 33227"/>
                <a:gd name="connsiteY11" fmla="*/ 12768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227" h="33196">
                  <a:moveTo>
                    <a:pt x="16614" y="33197"/>
                  </a:moveTo>
                  <a:cubicBezTo>
                    <a:pt x="25560" y="33197"/>
                    <a:pt x="33228" y="25536"/>
                    <a:pt x="33228" y="16598"/>
                  </a:cubicBezTo>
                  <a:cubicBezTo>
                    <a:pt x="33228" y="7661"/>
                    <a:pt x="25560" y="0"/>
                    <a:pt x="16614" y="0"/>
                  </a:cubicBezTo>
                  <a:cubicBezTo>
                    <a:pt x="7668" y="0"/>
                    <a:pt x="0" y="7661"/>
                    <a:pt x="0" y="16598"/>
                  </a:cubicBezTo>
                  <a:cubicBezTo>
                    <a:pt x="0" y="25536"/>
                    <a:pt x="7029" y="33197"/>
                    <a:pt x="16614" y="33197"/>
                  </a:cubicBezTo>
                  <a:lnTo>
                    <a:pt x="16614" y="33197"/>
                  </a:lnTo>
                  <a:close/>
                  <a:moveTo>
                    <a:pt x="16614" y="12768"/>
                  </a:moveTo>
                  <a:cubicBezTo>
                    <a:pt x="18531" y="12768"/>
                    <a:pt x="20448" y="14683"/>
                    <a:pt x="20448" y="16598"/>
                  </a:cubicBezTo>
                  <a:cubicBezTo>
                    <a:pt x="20448" y="18514"/>
                    <a:pt x="18531" y="20429"/>
                    <a:pt x="16614" y="20429"/>
                  </a:cubicBezTo>
                  <a:cubicBezTo>
                    <a:pt x="14697" y="20429"/>
                    <a:pt x="12780" y="18514"/>
                    <a:pt x="12780" y="16598"/>
                  </a:cubicBezTo>
                  <a:cubicBezTo>
                    <a:pt x="12780" y="16598"/>
                    <a:pt x="12780" y="16598"/>
                    <a:pt x="12780" y="16598"/>
                  </a:cubicBezTo>
                  <a:cubicBezTo>
                    <a:pt x="12780" y="14683"/>
                    <a:pt x="14058" y="12768"/>
                    <a:pt x="16614" y="12768"/>
                  </a:cubicBezTo>
                  <a:close/>
                </a:path>
              </a:pathLst>
            </a:custGeom>
            <a:solidFill>
              <a:srgbClr val="00ABAB"/>
            </a:solidFill>
            <a:ln w="6390" cap="flat">
              <a:noFill/>
              <a:prstDash val="solid"/>
              <a:miter/>
            </a:ln>
          </p:spPr>
          <p:txBody>
            <a:bodyPr rtlCol="0" anchor="ctr"/>
            <a:lstStyle/>
            <a:p>
              <a:endParaRPr lang="en-US"/>
            </a:p>
          </p:txBody>
        </p:sp>
        <p:sp>
          <p:nvSpPr>
            <p:cNvPr id="681" name="Graphic 4">
              <a:extLst>
                <a:ext uri="{FF2B5EF4-FFF2-40B4-BE49-F238E27FC236}">
                  <a16:creationId xmlns:a16="http://schemas.microsoft.com/office/drawing/2014/main" id="{78F40E6B-BD22-6843-A968-F7A0B07A803A}"/>
                </a:ext>
              </a:extLst>
            </p:cNvPr>
            <p:cNvSpPr/>
            <p:nvPr/>
          </p:nvSpPr>
          <p:spPr>
            <a:xfrm>
              <a:off x="4732561" y="4379109"/>
              <a:ext cx="217084" cy="217520"/>
            </a:xfrm>
            <a:custGeom>
              <a:avLst/>
              <a:gdLst>
                <a:gd name="connsiteX0" fmla="*/ 168521 w 217084"/>
                <a:gd name="connsiteY0" fmla="*/ 158788 h 217520"/>
                <a:gd name="connsiteX1" fmla="*/ 158936 w 217084"/>
                <a:gd name="connsiteY1" fmla="*/ 23447 h 217520"/>
                <a:gd name="connsiteX2" fmla="*/ 23469 w 217084"/>
                <a:gd name="connsiteY2" fmla="*/ 33023 h 217520"/>
                <a:gd name="connsiteX3" fmla="*/ 33054 w 217084"/>
                <a:gd name="connsiteY3" fmla="*/ 168364 h 217520"/>
                <a:gd name="connsiteX4" fmla="*/ 159574 w 217084"/>
                <a:gd name="connsiteY4" fmla="*/ 167725 h 217520"/>
                <a:gd name="connsiteX5" fmla="*/ 206221 w 217084"/>
                <a:gd name="connsiteY5" fmla="*/ 215605 h 217520"/>
                <a:gd name="connsiteX6" fmla="*/ 215167 w 217084"/>
                <a:gd name="connsiteY6" fmla="*/ 215605 h 217520"/>
                <a:gd name="connsiteX7" fmla="*/ 215167 w 217084"/>
                <a:gd name="connsiteY7" fmla="*/ 206668 h 217520"/>
                <a:gd name="connsiteX8" fmla="*/ 168521 w 217084"/>
                <a:gd name="connsiteY8" fmla="*/ 158788 h 217520"/>
                <a:gd name="connsiteX9" fmla="*/ 15162 w 217084"/>
                <a:gd name="connsiteY9" fmla="*/ 97501 h 217520"/>
                <a:gd name="connsiteX10" fmla="*/ 96953 w 217084"/>
                <a:gd name="connsiteY10" fmla="*/ 15786 h 217520"/>
                <a:gd name="connsiteX11" fmla="*/ 178744 w 217084"/>
                <a:gd name="connsiteY11" fmla="*/ 97501 h 217520"/>
                <a:gd name="connsiteX12" fmla="*/ 114206 w 217084"/>
                <a:gd name="connsiteY12" fmla="*/ 177301 h 217520"/>
                <a:gd name="connsiteX13" fmla="*/ 114206 w 217084"/>
                <a:gd name="connsiteY13" fmla="*/ 133252 h 217520"/>
                <a:gd name="connsiteX14" fmla="*/ 118679 w 217084"/>
                <a:gd name="connsiteY14" fmla="*/ 133252 h 217520"/>
                <a:gd name="connsiteX15" fmla="*/ 125069 w 217084"/>
                <a:gd name="connsiteY15" fmla="*/ 126868 h 217520"/>
                <a:gd name="connsiteX16" fmla="*/ 125069 w 217084"/>
                <a:gd name="connsiteY16" fmla="*/ 73881 h 217520"/>
                <a:gd name="connsiteX17" fmla="*/ 118679 w 217084"/>
                <a:gd name="connsiteY17" fmla="*/ 67497 h 217520"/>
                <a:gd name="connsiteX18" fmla="*/ 76505 w 217084"/>
                <a:gd name="connsiteY18" fmla="*/ 67497 h 217520"/>
                <a:gd name="connsiteX19" fmla="*/ 70115 w 217084"/>
                <a:gd name="connsiteY19" fmla="*/ 73881 h 217520"/>
                <a:gd name="connsiteX20" fmla="*/ 70115 w 217084"/>
                <a:gd name="connsiteY20" fmla="*/ 126868 h 217520"/>
                <a:gd name="connsiteX21" fmla="*/ 76505 w 217084"/>
                <a:gd name="connsiteY21" fmla="*/ 133252 h 217520"/>
                <a:gd name="connsiteX22" fmla="*/ 80978 w 217084"/>
                <a:gd name="connsiteY22" fmla="*/ 133252 h 217520"/>
                <a:gd name="connsiteX23" fmla="*/ 80978 w 217084"/>
                <a:gd name="connsiteY23" fmla="*/ 177940 h 217520"/>
                <a:gd name="connsiteX24" fmla="*/ 15162 w 217084"/>
                <a:gd name="connsiteY24" fmla="*/ 97501 h 217520"/>
                <a:gd name="connsiteX25" fmla="*/ 82256 w 217084"/>
                <a:gd name="connsiteY25" fmla="*/ 120484 h 217520"/>
                <a:gd name="connsiteX26" fmla="*/ 82256 w 217084"/>
                <a:gd name="connsiteY26" fmla="*/ 80265 h 217520"/>
                <a:gd name="connsiteX27" fmla="*/ 111650 w 217084"/>
                <a:gd name="connsiteY27" fmla="*/ 80265 h 217520"/>
                <a:gd name="connsiteX28" fmla="*/ 111650 w 217084"/>
                <a:gd name="connsiteY28" fmla="*/ 120484 h 217520"/>
                <a:gd name="connsiteX29" fmla="*/ 82256 w 217084"/>
                <a:gd name="connsiteY29" fmla="*/ 120484 h 217520"/>
                <a:gd name="connsiteX30" fmla="*/ 93119 w 217084"/>
                <a:gd name="connsiteY30" fmla="*/ 178578 h 217520"/>
                <a:gd name="connsiteX31" fmla="*/ 93119 w 217084"/>
                <a:gd name="connsiteY31" fmla="*/ 132613 h 217520"/>
                <a:gd name="connsiteX32" fmla="*/ 101426 w 217084"/>
                <a:gd name="connsiteY32" fmla="*/ 132613 h 217520"/>
                <a:gd name="connsiteX33" fmla="*/ 101426 w 217084"/>
                <a:gd name="connsiteY33" fmla="*/ 178578 h 217520"/>
                <a:gd name="connsiteX34" fmla="*/ 96953 w 217084"/>
                <a:gd name="connsiteY34" fmla="*/ 178578 h 217520"/>
                <a:gd name="connsiteX35" fmla="*/ 93119 w 217084"/>
                <a:gd name="connsiteY35" fmla="*/ 178578 h 217520"/>
                <a:gd name="connsiteX36" fmla="*/ 93119 w 217084"/>
                <a:gd name="connsiteY36" fmla="*/ 178578 h 217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7084" h="217520">
                  <a:moveTo>
                    <a:pt x="168521" y="158788"/>
                  </a:moveTo>
                  <a:cubicBezTo>
                    <a:pt x="203026" y="118569"/>
                    <a:pt x="199192" y="58559"/>
                    <a:pt x="158936" y="23447"/>
                  </a:cubicBezTo>
                  <a:cubicBezTo>
                    <a:pt x="118679" y="-11026"/>
                    <a:pt x="58614" y="-7196"/>
                    <a:pt x="23469" y="33023"/>
                  </a:cubicBezTo>
                  <a:cubicBezTo>
                    <a:pt x="-11037" y="73242"/>
                    <a:pt x="-7203" y="133252"/>
                    <a:pt x="33054" y="168364"/>
                  </a:cubicBezTo>
                  <a:cubicBezTo>
                    <a:pt x="69477" y="199645"/>
                    <a:pt x="123152" y="199645"/>
                    <a:pt x="159574" y="167725"/>
                  </a:cubicBezTo>
                  <a:lnTo>
                    <a:pt x="206221" y="215605"/>
                  </a:lnTo>
                  <a:cubicBezTo>
                    <a:pt x="208777" y="218159"/>
                    <a:pt x="212611" y="218159"/>
                    <a:pt x="215167" y="215605"/>
                  </a:cubicBezTo>
                  <a:cubicBezTo>
                    <a:pt x="217723" y="213052"/>
                    <a:pt x="217723" y="209221"/>
                    <a:pt x="215167" y="206668"/>
                  </a:cubicBezTo>
                  <a:lnTo>
                    <a:pt x="168521" y="158788"/>
                  </a:lnTo>
                  <a:close/>
                  <a:moveTo>
                    <a:pt x="15162" y="97501"/>
                  </a:moveTo>
                  <a:cubicBezTo>
                    <a:pt x="15162" y="52175"/>
                    <a:pt x="51585" y="15786"/>
                    <a:pt x="96953" y="15786"/>
                  </a:cubicBezTo>
                  <a:cubicBezTo>
                    <a:pt x="142322" y="15786"/>
                    <a:pt x="178744" y="52175"/>
                    <a:pt x="178744" y="97501"/>
                  </a:cubicBezTo>
                  <a:cubicBezTo>
                    <a:pt x="178744" y="135805"/>
                    <a:pt x="151907" y="169002"/>
                    <a:pt x="114206" y="177301"/>
                  </a:cubicBezTo>
                  <a:lnTo>
                    <a:pt x="114206" y="133252"/>
                  </a:lnTo>
                  <a:lnTo>
                    <a:pt x="118679" y="133252"/>
                  </a:lnTo>
                  <a:cubicBezTo>
                    <a:pt x="122513" y="133252"/>
                    <a:pt x="125069" y="130698"/>
                    <a:pt x="125069" y="126868"/>
                  </a:cubicBezTo>
                  <a:lnTo>
                    <a:pt x="125069" y="73881"/>
                  </a:lnTo>
                  <a:cubicBezTo>
                    <a:pt x="125069" y="70050"/>
                    <a:pt x="122513" y="67497"/>
                    <a:pt x="118679" y="67497"/>
                  </a:cubicBezTo>
                  <a:lnTo>
                    <a:pt x="76505" y="67497"/>
                  </a:lnTo>
                  <a:cubicBezTo>
                    <a:pt x="72671" y="67497"/>
                    <a:pt x="70115" y="70050"/>
                    <a:pt x="70115" y="73881"/>
                  </a:cubicBezTo>
                  <a:lnTo>
                    <a:pt x="70115" y="126868"/>
                  </a:lnTo>
                  <a:cubicBezTo>
                    <a:pt x="70115" y="130698"/>
                    <a:pt x="72671" y="133252"/>
                    <a:pt x="76505" y="133252"/>
                  </a:cubicBezTo>
                  <a:lnTo>
                    <a:pt x="80978" y="133252"/>
                  </a:lnTo>
                  <a:lnTo>
                    <a:pt x="80978" y="177940"/>
                  </a:lnTo>
                  <a:cubicBezTo>
                    <a:pt x="42000" y="169641"/>
                    <a:pt x="15162" y="136444"/>
                    <a:pt x="15162" y="97501"/>
                  </a:cubicBezTo>
                  <a:close/>
                  <a:moveTo>
                    <a:pt x="82256" y="120484"/>
                  </a:moveTo>
                  <a:lnTo>
                    <a:pt x="82256" y="80265"/>
                  </a:lnTo>
                  <a:lnTo>
                    <a:pt x="111650" y="80265"/>
                  </a:lnTo>
                  <a:lnTo>
                    <a:pt x="111650" y="120484"/>
                  </a:lnTo>
                  <a:lnTo>
                    <a:pt x="82256" y="120484"/>
                  </a:lnTo>
                  <a:close/>
                  <a:moveTo>
                    <a:pt x="93119" y="178578"/>
                  </a:moveTo>
                  <a:lnTo>
                    <a:pt x="93119" y="132613"/>
                  </a:lnTo>
                  <a:lnTo>
                    <a:pt x="101426" y="132613"/>
                  </a:lnTo>
                  <a:lnTo>
                    <a:pt x="101426" y="178578"/>
                  </a:lnTo>
                  <a:cubicBezTo>
                    <a:pt x="100148" y="178578"/>
                    <a:pt x="98231" y="178578"/>
                    <a:pt x="96953" y="178578"/>
                  </a:cubicBezTo>
                  <a:cubicBezTo>
                    <a:pt x="95675" y="178578"/>
                    <a:pt x="94397" y="179217"/>
                    <a:pt x="93119" y="178578"/>
                  </a:cubicBezTo>
                  <a:lnTo>
                    <a:pt x="93119" y="178578"/>
                  </a:lnTo>
                  <a:close/>
                </a:path>
              </a:pathLst>
            </a:custGeom>
            <a:solidFill>
              <a:srgbClr val="00ABAB"/>
            </a:solidFill>
            <a:ln w="6390" cap="flat">
              <a:noFill/>
              <a:prstDash val="solid"/>
              <a:miter/>
            </a:ln>
          </p:spPr>
          <p:txBody>
            <a:bodyPr rtlCol="0" anchor="ctr"/>
            <a:lstStyle/>
            <a:p>
              <a:endParaRPr lang="en-US"/>
            </a:p>
          </p:txBody>
        </p:sp>
      </p:grpSp>
      <p:grpSp>
        <p:nvGrpSpPr>
          <p:cNvPr id="682" name="Graphic 4">
            <a:extLst>
              <a:ext uri="{FF2B5EF4-FFF2-40B4-BE49-F238E27FC236}">
                <a16:creationId xmlns:a16="http://schemas.microsoft.com/office/drawing/2014/main" id="{4274EDA3-2A8C-234C-8652-154E982D77F2}"/>
              </a:ext>
            </a:extLst>
          </p:cNvPr>
          <p:cNvGrpSpPr>
            <a:grpSpLocks noChangeAspect="1"/>
          </p:cNvGrpSpPr>
          <p:nvPr/>
        </p:nvGrpSpPr>
        <p:grpSpPr>
          <a:xfrm>
            <a:off x="4045469" y="4308712"/>
            <a:ext cx="362309" cy="361971"/>
            <a:chOff x="4045469" y="4308712"/>
            <a:chExt cx="362309" cy="361971"/>
          </a:xfrm>
          <a:solidFill>
            <a:srgbClr val="00ABAB"/>
          </a:solidFill>
        </p:grpSpPr>
        <p:sp>
          <p:nvSpPr>
            <p:cNvPr id="683" name="Graphic 4">
              <a:extLst>
                <a:ext uri="{FF2B5EF4-FFF2-40B4-BE49-F238E27FC236}">
                  <a16:creationId xmlns:a16="http://schemas.microsoft.com/office/drawing/2014/main" id="{399861CE-3884-BF4E-B035-9D37CE58F529}"/>
                </a:ext>
              </a:extLst>
            </p:cNvPr>
            <p:cNvSpPr/>
            <p:nvPr/>
          </p:nvSpPr>
          <p:spPr>
            <a:xfrm>
              <a:off x="4148347" y="4452990"/>
              <a:ext cx="33866" cy="67670"/>
            </a:xfrm>
            <a:custGeom>
              <a:avLst/>
              <a:gdLst>
                <a:gd name="connsiteX0" fmla="*/ 14058 w 33866"/>
                <a:gd name="connsiteY0" fmla="*/ 0 h 67670"/>
                <a:gd name="connsiteX1" fmla="*/ 0 w 33866"/>
                <a:gd name="connsiteY1" fmla="*/ 67670 h 67670"/>
                <a:gd name="connsiteX2" fmla="*/ 33867 w 33866"/>
                <a:gd name="connsiteY2" fmla="*/ 67670 h 67670"/>
                <a:gd name="connsiteX3" fmla="*/ 19809 w 33866"/>
                <a:gd name="connsiteY3" fmla="*/ 0 h 67670"/>
              </a:gdLst>
              <a:ahLst/>
              <a:cxnLst>
                <a:cxn ang="0">
                  <a:pos x="connsiteX0" y="connsiteY0"/>
                </a:cxn>
                <a:cxn ang="0">
                  <a:pos x="connsiteX1" y="connsiteY1"/>
                </a:cxn>
                <a:cxn ang="0">
                  <a:pos x="connsiteX2" y="connsiteY2"/>
                </a:cxn>
                <a:cxn ang="0">
                  <a:pos x="connsiteX3" y="connsiteY3"/>
                </a:cxn>
              </a:cxnLst>
              <a:rect l="l" t="t" r="r" b="b"/>
              <a:pathLst>
                <a:path w="33866" h="67670">
                  <a:moveTo>
                    <a:pt x="14058" y="0"/>
                  </a:moveTo>
                  <a:lnTo>
                    <a:pt x="0" y="67670"/>
                  </a:lnTo>
                  <a:lnTo>
                    <a:pt x="33867" y="67670"/>
                  </a:lnTo>
                  <a:lnTo>
                    <a:pt x="19809" y="0"/>
                  </a:lnTo>
                  <a:close/>
                </a:path>
              </a:pathLst>
            </a:custGeom>
            <a:solidFill>
              <a:srgbClr val="00ABAB"/>
            </a:solidFill>
            <a:ln w="6390" cap="flat">
              <a:noFill/>
              <a:prstDash val="solid"/>
              <a:miter/>
            </a:ln>
          </p:spPr>
          <p:txBody>
            <a:bodyPr rtlCol="0" anchor="ctr"/>
            <a:lstStyle/>
            <a:p>
              <a:endParaRPr lang="en-US"/>
            </a:p>
          </p:txBody>
        </p:sp>
        <p:sp>
          <p:nvSpPr>
            <p:cNvPr id="684" name="Graphic 4">
              <a:extLst>
                <a:ext uri="{FF2B5EF4-FFF2-40B4-BE49-F238E27FC236}">
                  <a16:creationId xmlns:a16="http://schemas.microsoft.com/office/drawing/2014/main" id="{0EF1FBCC-42E9-F44C-AA50-A1D7FFC60456}"/>
                </a:ext>
              </a:extLst>
            </p:cNvPr>
            <p:cNvSpPr/>
            <p:nvPr/>
          </p:nvSpPr>
          <p:spPr>
            <a:xfrm>
              <a:off x="4157292" y="4391065"/>
              <a:ext cx="16614" cy="16598"/>
            </a:xfrm>
            <a:custGeom>
              <a:avLst/>
              <a:gdLst>
                <a:gd name="connsiteX0" fmla="*/ 8307 w 16614"/>
                <a:gd name="connsiteY0" fmla="*/ 16598 h 16598"/>
                <a:gd name="connsiteX1" fmla="*/ 16614 w 16614"/>
                <a:gd name="connsiteY1" fmla="*/ 8299 h 16598"/>
                <a:gd name="connsiteX2" fmla="*/ 8307 w 16614"/>
                <a:gd name="connsiteY2" fmla="*/ 0 h 16598"/>
                <a:gd name="connsiteX3" fmla="*/ 0 w 16614"/>
                <a:gd name="connsiteY3" fmla="*/ 8299 h 16598"/>
                <a:gd name="connsiteX4" fmla="*/ 0 w 16614"/>
                <a:gd name="connsiteY4" fmla="*/ 8299 h 16598"/>
                <a:gd name="connsiteX5" fmla="*/ 8307 w 16614"/>
                <a:gd name="connsiteY5" fmla="*/ 16598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4" h="16598">
                  <a:moveTo>
                    <a:pt x="8307" y="16598"/>
                  </a:moveTo>
                  <a:cubicBezTo>
                    <a:pt x="12780" y="16598"/>
                    <a:pt x="16614" y="12768"/>
                    <a:pt x="16614" y="8299"/>
                  </a:cubicBezTo>
                  <a:cubicBezTo>
                    <a:pt x="16614" y="3830"/>
                    <a:pt x="12780" y="0"/>
                    <a:pt x="8307" y="0"/>
                  </a:cubicBezTo>
                  <a:cubicBezTo>
                    <a:pt x="3834" y="0"/>
                    <a:pt x="0" y="3830"/>
                    <a:pt x="0" y="8299"/>
                  </a:cubicBezTo>
                  <a:cubicBezTo>
                    <a:pt x="0" y="8299"/>
                    <a:pt x="0" y="8299"/>
                    <a:pt x="0" y="8299"/>
                  </a:cubicBezTo>
                  <a:cubicBezTo>
                    <a:pt x="0" y="12768"/>
                    <a:pt x="3834" y="16598"/>
                    <a:pt x="8307" y="16598"/>
                  </a:cubicBezTo>
                  <a:close/>
                </a:path>
              </a:pathLst>
            </a:custGeom>
            <a:solidFill>
              <a:srgbClr val="00ABAB"/>
            </a:solidFill>
            <a:ln w="6390" cap="flat">
              <a:noFill/>
              <a:prstDash val="solid"/>
              <a:miter/>
            </a:ln>
          </p:spPr>
          <p:txBody>
            <a:bodyPr rtlCol="0" anchor="ctr"/>
            <a:lstStyle/>
            <a:p>
              <a:endParaRPr lang="en-US"/>
            </a:p>
          </p:txBody>
        </p:sp>
        <p:sp>
          <p:nvSpPr>
            <p:cNvPr id="685" name="Graphic 4">
              <a:extLst>
                <a:ext uri="{FF2B5EF4-FFF2-40B4-BE49-F238E27FC236}">
                  <a16:creationId xmlns:a16="http://schemas.microsoft.com/office/drawing/2014/main" id="{BF954B7B-EA98-014E-AD65-18567B1A79D2}"/>
                </a:ext>
              </a:extLst>
            </p:cNvPr>
            <p:cNvSpPr/>
            <p:nvPr/>
          </p:nvSpPr>
          <p:spPr>
            <a:xfrm>
              <a:off x="4045469" y="4308712"/>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20131 w 362309"/>
                <a:gd name="connsiteY6" fmla="*/ 69586 h 361971"/>
                <a:gd name="connsiteX7" fmla="*/ 141218 w 362309"/>
                <a:gd name="connsiteY7" fmla="*/ 90653 h 361971"/>
                <a:gd name="connsiteX8" fmla="*/ 120131 w 362309"/>
                <a:gd name="connsiteY8" fmla="*/ 111720 h 361971"/>
                <a:gd name="connsiteX9" fmla="*/ 99044 w 362309"/>
                <a:gd name="connsiteY9" fmla="*/ 90653 h 361971"/>
                <a:gd name="connsiteX10" fmla="*/ 99044 w 362309"/>
                <a:gd name="connsiteY10" fmla="*/ 90653 h 361971"/>
                <a:gd name="connsiteX11" fmla="*/ 120131 w 362309"/>
                <a:gd name="connsiteY11" fmla="*/ 69586 h 361971"/>
                <a:gd name="connsiteX12" fmla="*/ 149525 w 362309"/>
                <a:gd name="connsiteY12" fmla="*/ 222163 h 361971"/>
                <a:gd name="connsiteX13" fmla="*/ 144413 w 362309"/>
                <a:gd name="connsiteY13" fmla="*/ 224716 h 361971"/>
                <a:gd name="connsiteX14" fmla="*/ 142496 w 362309"/>
                <a:gd name="connsiteY14" fmla="*/ 224716 h 361971"/>
                <a:gd name="connsiteX15" fmla="*/ 142496 w 362309"/>
                <a:gd name="connsiteY15" fmla="*/ 287279 h 361971"/>
                <a:gd name="connsiteX16" fmla="*/ 136106 w 362309"/>
                <a:gd name="connsiteY16" fmla="*/ 293663 h 361971"/>
                <a:gd name="connsiteX17" fmla="*/ 129716 w 362309"/>
                <a:gd name="connsiteY17" fmla="*/ 287279 h 361971"/>
                <a:gd name="connsiteX18" fmla="*/ 129716 w 362309"/>
                <a:gd name="connsiteY18" fmla="*/ 224716 h 361971"/>
                <a:gd name="connsiteX19" fmla="*/ 109268 w 362309"/>
                <a:gd name="connsiteY19" fmla="*/ 224716 h 361971"/>
                <a:gd name="connsiteX20" fmla="*/ 109268 w 362309"/>
                <a:gd name="connsiteY20" fmla="*/ 287279 h 361971"/>
                <a:gd name="connsiteX21" fmla="*/ 102878 w 362309"/>
                <a:gd name="connsiteY21" fmla="*/ 293663 h 361971"/>
                <a:gd name="connsiteX22" fmla="*/ 96488 w 362309"/>
                <a:gd name="connsiteY22" fmla="*/ 287279 h 361971"/>
                <a:gd name="connsiteX23" fmla="*/ 96488 w 362309"/>
                <a:gd name="connsiteY23" fmla="*/ 224716 h 361971"/>
                <a:gd name="connsiteX24" fmla="*/ 95210 w 362309"/>
                <a:gd name="connsiteY24" fmla="*/ 224716 h 361971"/>
                <a:gd name="connsiteX25" fmla="*/ 88820 w 362309"/>
                <a:gd name="connsiteY25" fmla="*/ 218332 h 361971"/>
                <a:gd name="connsiteX26" fmla="*/ 88820 w 362309"/>
                <a:gd name="connsiteY26" fmla="*/ 217055 h 361971"/>
                <a:gd name="connsiteX27" fmla="*/ 105434 w 362309"/>
                <a:gd name="connsiteY27" fmla="*/ 136617 h 361971"/>
                <a:gd name="connsiteX28" fmla="*/ 111824 w 362309"/>
                <a:gd name="connsiteY28" fmla="*/ 131510 h 361971"/>
                <a:gd name="connsiteX29" fmla="*/ 127799 w 362309"/>
                <a:gd name="connsiteY29" fmla="*/ 131510 h 361971"/>
                <a:gd name="connsiteX30" fmla="*/ 134189 w 362309"/>
                <a:gd name="connsiteY30" fmla="*/ 136617 h 361971"/>
                <a:gd name="connsiteX31" fmla="*/ 150803 w 362309"/>
                <a:gd name="connsiteY31" fmla="*/ 217055 h 361971"/>
                <a:gd name="connsiteX32" fmla="*/ 149525 w 362309"/>
                <a:gd name="connsiteY32" fmla="*/ 222163 h 361971"/>
                <a:gd name="connsiteX33" fmla="*/ 149525 w 362309"/>
                <a:gd name="connsiteY33" fmla="*/ 222163 h 361971"/>
                <a:gd name="connsiteX34" fmla="*/ 267739 w 362309"/>
                <a:gd name="connsiteY34" fmla="*/ 124488 h 361971"/>
                <a:gd name="connsiteX35" fmla="*/ 230038 w 362309"/>
                <a:gd name="connsiteY35" fmla="*/ 124488 h 361971"/>
                <a:gd name="connsiteX36" fmla="*/ 230038 w 362309"/>
                <a:gd name="connsiteY36" fmla="*/ 162792 h 361971"/>
                <a:gd name="connsiteX37" fmla="*/ 223648 w 362309"/>
                <a:gd name="connsiteY37" fmla="*/ 169176 h 361971"/>
                <a:gd name="connsiteX38" fmla="*/ 217258 w 362309"/>
                <a:gd name="connsiteY38" fmla="*/ 162792 h 361971"/>
                <a:gd name="connsiteX39" fmla="*/ 217258 w 362309"/>
                <a:gd name="connsiteY39" fmla="*/ 124488 h 361971"/>
                <a:gd name="connsiteX40" fmla="*/ 179557 w 362309"/>
                <a:gd name="connsiteY40" fmla="*/ 124488 h 361971"/>
                <a:gd name="connsiteX41" fmla="*/ 173168 w 362309"/>
                <a:gd name="connsiteY41" fmla="*/ 118104 h 361971"/>
                <a:gd name="connsiteX42" fmla="*/ 179557 w 362309"/>
                <a:gd name="connsiteY42" fmla="*/ 111720 h 361971"/>
                <a:gd name="connsiteX43" fmla="*/ 217258 w 362309"/>
                <a:gd name="connsiteY43" fmla="*/ 111720 h 361971"/>
                <a:gd name="connsiteX44" fmla="*/ 217258 w 362309"/>
                <a:gd name="connsiteY44" fmla="*/ 74054 h 361971"/>
                <a:gd name="connsiteX45" fmla="*/ 223648 w 362309"/>
                <a:gd name="connsiteY45" fmla="*/ 67670 h 361971"/>
                <a:gd name="connsiteX46" fmla="*/ 230038 w 362309"/>
                <a:gd name="connsiteY46" fmla="*/ 74054 h 361971"/>
                <a:gd name="connsiteX47" fmla="*/ 230038 w 362309"/>
                <a:gd name="connsiteY47" fmla="*/ 111720 h 361971"/>
                <a:gd name="connsiteX48" fmla="*/ 267739 w 362309"/>
                <a:gd name="connsiteY48" fmla="*/ 111720 h 361971"/>
                <a:gd name="connsiteX49" fmla="*/ 274128 w 362309"/>
                <a:gd name="connsiteY49" fmla="*/ 118104 h 361971"/>
                <a:gd name="connsiteX50" fmla="*/ 267739 w 362309"/>
                <a:gd name="connsiteY50" fmla="*/ 12448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cubicBezTo>
                    <a:pt x="362310" y="181305"/>
                    <a:pt x="362310" y="181305"/>
                    <a:pt x="362310" y="181305"/>
                  </a:cubicBezTo>
                  <a:cubicBezTo>
                    <a:pt x="362310" y="81077"/>
                    <a:pt x="281796" y="0"/>
                    <a:pt x="181474" y="0"/>
                  </a:cubicBezTo>
                  <a:close/>
                  <a:moveTo>
                    <a:pt x="120131" y="69586"/>
                  </a:moveTo>
                  <a:cubicBezTo>
                    <a:pt x="131633" y="69586"/>
                    <a:pt x="141218" y="79162"/>
                    <a:pt x="141218" y="90653"/>
                  </a:cubicBezTo>
                  <a:cubicBezTo>
                    <a:pt x="141218" y="102144"/>
                    <a:pt x="131633" y="111720"/>
                    <a:pt x="120131" y="111720"/>
                  </a:cubicBezTo>
                  <a:cubicBezTo>
                    <a:pt x="108629" y="111720"/>
                    <a:pt x="99044" y="102144"/>
                    <a:pt x="99044" y="90653"/>
                  </a:cubicBezTo>
                  <a:cubicBezTo>
                    <a:pt x="99044" y="90653"/>
                    <a:pt x="99044" y="90653"/>
                    <a:pt x="99044" y="90653"/>
                  </a:cubicBezTo>
                  <a:cubicBezTo>
                    <a:pt x="99044" y="79162"/>
                    <a:pt x="108629" y="69586"/>
                    <a:pt x="120131" y="69586"/>
                  </a:cubicBezTo>
                  <a:close/>
                  <a:moveTo>
                    <a:pt x="149525" y="222163"/>
                  </a:moveTo>
                  <a:cubicBezTo>
                    <a:pt x="148247" y="223439"/>
                    <a:pt x="146330" y="224716"/>
                    <a:pt x="144413" y="224716"/>
                  </a:cubicBezTo>
                  <a:lnTo>
                    <a:pt x="142496" y="224716"/>
                  </a:lnTo>
                  <a:lnTo>
                    <a:pt x="142496" y="287279"/>
                  </a:lnTo>
                  <a:cubicBezTo>
                    <a:pt x="142496" y="291110"/>
                    <a:pt x="139940" y="293663"/>
                    <a:pt x="136106" y="293663"/>
                  </a:cubicBezTo>
                  <a:cubicBezTo>
                    <a:pt x="132272" y="293663"/>
                    <a:pt x="129716" y="291110"/>
                    <a:pt x="129716" y="287279"/>
                  </a:cubicBezTo>
                  <a:lnTo>
                    <a:pt x="129716" y="224716"/>
                  </a:lnTo>
                  <a:lnTo>
                    <a:pt x="109268" y="224716"/>
                  </a:lnTo>
                  <a:lnTo>
                    <a:pt x="109268" y="287279"/>
                  </a:lnTo>
                  <a:cubicBezTo>
                    <a:pt x="109268" y="291110"/>
                    <a:pt x="106712" y="293663"/>
                    <a:pt x="102878" y="293663"/>
                  </a:cubicBezTo>
                  <a:cubicBezTo>
                    <a:pt x="99044" y="293663"/>
                    <a:pt x="96488" y="291110"/>
                    <a:pt x="96488" y="287279"/>
                  </a:cubicBezTo>
                  <a:lnTo>
                    <a:pt x="96488" y="224716"/>
                  </a:lnTo>
                  <a:lnTo>
                    <a:pt x="95210" y="224716"/>
                  </a:lnTo>
                  <a:cubicBezTo>
                    <a:pt x="91376" y="224716"/>
                    <a:pt x="88820" y="222163"/>
                    <a:pt x="88820" y="218332"/>
                  </a:cubicBezTo>
                  <a:cubicBezTo>
                    <a:pt x="88820" y="217694"/>
                    <a:pt x="88820" y="217694"/>
                    <a:pt x="88820" y="217055"/>
                  </a:cubicBezTo>
                  <a:lnTo>
                    <a:pt x="105434" y="136617"/>
                  </a:lnTo>
                  <a:cubicBezTo>
                    <a:pt x="106073" y="133425"/>
                    <a:pt x="108629" y="131510"/>
                    <a:pt x="111824" y="131510"/>
                  </a:cubicBezTo>
                  <a:lnTo>
                    <a:pt x="127799" y="131510"/>
                  </a:lnTo>
                  <a:cubicBezTo>
                    <a:pt x="130994" y="131510"/>
                    <a:pt x="133550" y="133425"/>
                    <a:pt x="134189" y="136617"/>
                  </a:cubicBezTo>
                  <a:lnTo>
                    <a:pt x="150803" y="217055"/>
                  </a:lnTo>
                  <a:cubicBezTo>
                    <a:pt x="151442" y="218971"/>
                    <a:pt x="150803" y="220886"/>
                    <a:pt x="149525" y="222163"/>
                  </a:cubicBezTo>
                  <a:lnTo>
                    <a:pt x="149525" y="222163"/>
                  </a:lnTo>
                  <a:close/>
                  <a:moveTo>
                    <a:pt x="267739" y="124488"/>
                  </a:moveTo>
                  <a:lnTo>
                    <a:pt x="230038" y="124488"/>
                  </a:lnTo>
                  <a:lnTo>
                    <a:pt x="230038" y="162792"/>
                  </a:lnTo>
                  <a:cubicBezTo>
                    <a:pt x="230038" y="166622"/>
                    <a:pt x="227482" y="169176"/>
                    <a:pt x="223648" y="169176"/>
                  </a:cubicBezTo>
                  <a:cubicBezTo>
                    <a:pt x="219814" y="169176"/>
                    <a:pt x="217258" y="166622"/>
                    <a:pt x="217258" y="162792"/>
                  </a:cubicBezTo>
                  <a:lnTo>
                    <a:pt x="217258" y="124488"/>
                  </a:lnTo>
                  <a:lnTo>
                    <a:pt x="179557" y="124488"/>
                  </a:lnTo>
                  <a:cubicBezTo>
                    <a:pt x="175723" y="124488"/>
                    <a:pt x="173168" y="121934"/>
                    <a:pt x="173168" y="118104"/>
                  </a:cubicBezTo>
                  <a:cubicBezTo>
                    <a:pt x="173168" y="114273"/>
                    <a:pt x="175723" y="111720"/>
                    <a:pt x="179557" y="111720"/>
                  </a:cubicBezTo>
                  <a:lnTo>
                    <a:pt x="217258" y="111720"/>
                  </a:lnTo>
                  <a:lnTo>
                    <a:pt x="217258" y="74054"/>
                  </a:lnTo>
                  <a:cubicBezTo>
                    <a:pt x="217258" y="70224"/>
                    <a:pt x="219814" y="67670"/>
                    <a:pt x="223648" y="67670"/>
                  </a:cubicBezTo>
                  <a:cubicBezTo>
                    <a:pt x="227482" y="67670"/>
                    <a:pt x="230038" y="70224"/>
                    <a:pt x="230038" y="74054"/>
                  </a:cubicBezTo>
                  <a:lnTo>
                    <a:pt x="230038" y="111720"/>
                  </a:lnTo>
                  <a:lnTo>
                    <a:pt x="267739" y="111720"/>
                  </a:lnTo>
                  <a:cubicBezTo>
                    <a:pt x="271572" y="111720"/>
                    <a:pt x="274128" y="114273"/>
                    <a:pt x="274128" y="118104"/>
                  </a:cubicBezTo>
                  <a:cubicBezTo>
                    <a:pt x="274128" y="121934"/>
                    <a:pt x="271572" y="124488"/>
                    <a:pt x="267739" y="124488"/>
                  </a:cubicBezTo>
                  <a:close/>
                </a:path>
              </a:pathLst>
            </a:custGeom>
            <a:solidFill>
              <a:srgbClr val="00ABAB"/>
            </a:solidFill>
            <a:ln w="6390" cap="flat">
              <a:noFill/>
              <a:prstDash val="solid"/>
              <a:miter/>
            </a:ln>
          </p:spPr>
          <p:txBody>
            <a:bodyPr rtlCol="0" anchor="ctr"/>
            <a:lstStyle/>
            <a:p>
              <a:endParaRPr lang="en-US"/>
            </a:p>
          </p:txBody>
        </p:sp>
      </p:grpSp>
      <p:grpSp>
        <p:nvGrpSpPr>
          <p:cNvPr id="686" name="Graphic 4">
            <a:extLst>
              <a:ext uri="{FF2B5EF4-FFF2-40B4-BE49-F238E27FC236}">
                <a16:creationId xmlns:a16="http://schemas.microsoft.com/office/drawing/2014/main" id="{87CE67E6-BABD-D941-8B9A-B3DDFEC0DB9A}"/>
              </a:ext>
            </a:extLst>
          </p:cNvPr>
          <p:cNvGrpSpPr>
            <a:grpSpLocks noChangeAspect="1"/>
          </p:cNvGrpSpPr>
          <p:nvPr/>
        </p:nvGrpSpPr>
        <p:grpSpPr>
          <a:xfrm>
            <a:off x="5099169" y="4308712"/>
            <a:ext cx="362309" cy="361971"/>
            <a:chOff x="5099169" y="4308712"/>
            <a:chExt cx="362309" cy="361971"/>
          </a:xfrm>
          <a:solidFill>
            <a:srgbClr val="00ABAB"/>
          </a:solidFill>
        </p:grpSpPr>
        <p:sp>
          <p:nvSpPr>
            <p:cNvPr id="687" name="Graphic 4">
              <a:extLst>
                <a:ext uri="{FF2B5EF4-FFF2-40B4-BE49-F238E27FC236}">
                  <a16:creationId xmlns:a16="http://schemas.microsoft.com/office/drawing/2014/main" id="{39989112-2FE7-D844-8DCA-0618DF07A811}"/>
                </a:ext>
              </a:extLst>
            </p:cNvPr>
            <p:cNvSpPr/>
            <p:nvPr/>
          </p:nvSpPr>
          <p:spPr>
            <a:xfrm>
              <a:off x="5253167" y="4459374"/>
              <a:ext cx="28754" cy="39580"/>
            </a:xfrm>
            <a:custGeom>
              <a:avLst/>
              <a:gdLst>
                <a:gd name="connsiteX0" fmla="*/ 0 w 28754"/>
                <a:gd name="connsiteY0" fmla="*/ 0 h 39580"/>
                <a:gd name="connsiteX1" fmla="*/ 28755 w 28754"/>
                <a:gd name="connsiteY1" fmla="*/ 0 h 39580"/>
                <a:gd name="connsiteX2" fmla="*/ 28755 w 28754"/>
                <a:gd name="connsiteY2" fmla="*/ 39581 h 39580"/>
                <a:gd name="connsiteX3" fmla="*/ 0 w 28754"/>
                <a:gd name="connsiteY3" fmla="*/ 39581 h 39580"/>
              </a:gdLst>
              <a:ahLst/>
              <a:cxnLst>
                <a:cxn ang="0">
                  <a:pos x="connsiteX0" y="connsiteY0"/>
                </a:cxn>
                <a:cxn ang="0">
                  <a:pos x="connsiteX1" y="connsiteY1"/>
                </a:cxn>
                <a:cxn ang="0">
                  <a:pos x="connsiteX2" y="connsiteY2"/>
                </a:cxn>
                <a:cxn ang="0">
                  <a:pos x="connsiteX3" y="connsiteY3"/>
                </a:cxn>
              </a:cxnLst>
              <a:rect l="l" t="t" r="r" b="b"/>
              <a:pathLst>
                <a:path w="28754" h="39580">
                  <a:moveTo>
                    <a:pt x="0" y="0"/>
                  </a:moveTo>
                  <a:lnTo>
                    <a:pt x="28755" y="0"/>
                  </a:lnTo>
                  <a:lnTo>
                    <a:pt x="28755" y="39581"/>
                  </a:lnTo>
                  <a:lnTo>
                    <a:pt x="0" y="39581"/>
                  </a:lnTo>
                  <a:close/>
                </a:path>
              </a:pathLst>
            </a:custGeom>
            <a:solidFill>
              <a:srgbClr val="00ABAB"/>
            </a:solidFill>
            <a:ln w="6390" cap="flat">
              <a:noFill/>
              <a:prstDash val="solid"/>
              <a:miter/>
            </a:ln>
          </p:spPr>
          <p:txBody>
            <a:bodyPr rtlCol="0" anchor="ctr"/>
            <a:lstStyle/>
            <a:p>
              <a:endParaRPr lang="en-US"/>
            </a:p>
          </p:txBody>
        </p:sp>
        <p:sp>
          <p:nvSpPr>
            <p:cNvPr id="688" name="Graphic 4">
              <a:extLst>
                <a:ext uri="{FF2B5EF4-FFF2-40B4-BE49-F238E27FC236}">
                  <a16:creationId xmlns:a16="http://schemas.microsoft.com/office/drawing/2014/main" id="{11C453F5-D820-564C-A791-C4C52CB838B4}"/>
                </a:ext>
              </a:extLst>
            </p:cNvPr>
            <p:cNvSpPr/>
            <p:nvPr/>
          </p:nvSpPr>
          <p:spPr>
            <a:xfrm>
              <a:off x="5186115" y="4395576"/>
              <a:ext cx="162859" cy="160834"/>
            </a:xfrm>
            <a:custGeom>
              <a:avLst/>
              <a:gdLst>
                <a:gd name="connsiteX0" fmla="*/ 65135 w 162859"/>
                <a:gd name="connsiteY0" fmla="*/ 116785 h 160834"/>
                <a:gd name="connsiteX1" fmla="*/ 60662 w 162859"/>
                <a:gd name="connsiteY1" fmla="*/ 116785 h 160834"/>
                <a:gd name="connsiteX2" fmla="*/ 54272 w 162859"/>
                <a:gd name="connsiteY2" fmla="*/ 110401 h 160834"/>
                <a:gd name="connsiteX3" fmla="*/ 54272 w 162859"/>
                <a:gd name="connsiteY3" fmla="*/ 57414 h 160834"/>
                <a:gd name="connsiteX4" fmla="*/ 60662 w 162859"/>
                <a:gd name="connsiteY4" fmla="*/ 51030 h 160834"/>
                <a:gd name="connsiteX5" fmla="*/ 102836 w 162859"/>
                <a:gd name="connsiteY5" fmla="*/ 51030 h 160834"/>
                <a:gd name="connsiteX6" fmla="*/ 109226 w 162859"/>
                <a:gd name="connsiteY6" fmla="*/ 57414 h 160834"/>
                <a:gd name="connsiteX7" fmla="*/ 109226 w 162859"/>
                <a:gd name="connsiteY7" fmla="*/ 110401 h 160834"/>
                <a:gd name="connsiteX8" fmla="*/ 102836 w 162859"/>
                <a:gd name="connsiteY8" fmla="*/ 116785 h 160834"/>
                <a:gd name="connsiteX9" fmla="*/ 98363 w 162859"/>
                <a:gd name="connsiteY9" fmla="*/ 116785 h 160834"/>
                <a:gd name="connsiteX10" fmla="*/ 98363 w 162859"/>
                <a:gd name="connsiteY10" fmla="*/ 160834 h 160834"/>
                <a:gd name="connsiteX11" fmla="*/ 160984 w 162859"/>
                <a:gd name="connsiteY11" fmla="*/ 64436 h 160834"/>
                <a:gd name="connsiteX12" fmla="*/ 64496 w 162859"/>
                <a:gd name="connsiteY12" fmla="*/ 1873 h 160834"/>
                <a:gd name="connsiteX13" fmla="*/ 1875 w 162859"/>
                <a:gd name="connsiteY13" fmla="*/ 98271 h 160834"/>
                <a:gd name="connsiteX14" fmla="*/ 64496 w 162859"/>
                <a:gd name="connsiteY14" fmla="*/ 160834 h 160834"/>
                <a:gd name="connsiteX15" fmla="*/ 65135 w 162859"/>
                <a:gd name="connsiteY15" fmla="*/ 116785 h 160834"/>
                <a:gd name="connsiteX16" fmla="*/ 81749 w 162859"/>
                <a:gd name="connsiteY16" fmla="*/ 10172 h 160834"/>
                <a:gd name="connsiteX17" fmla="*/ 98363 w 162859"/>
                <a:gd name="connsiteY17" fmla="*/ 26770 h 160834"/>
                <a:gd name="connsiteX18" fmla="*/ 81749 w 162859"/>
                <a:gd name="connsiteY18" fmla="*/ 43369 h 160834"/>
                <a:gd name="connsiteX19" fmla="*/ 65135 w 162859"/>
                <a:gd name="connsiteY19" fmla="*/ 26770 h 160834"/>
                <a:gd name="connsiteX20" fmla="*/ 65135 w 162859"/>
                <a:gd name="connsiteY20" fmla="*/ 26770 h 160834"/>
                <a:gd name="connsiteX21" fmla="*/ 81749 w 162859"/>
                <a:gd name="connsiteY21" fmla="*/ 10172 h 160834"/>
                <a:gd name="connsiteX22" fmla="*/ 81749 w 162859"/>
                <a:gd name="connsiteY22" fmla="*/ 10172 h 160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2859" h="160834">
                  <a:moveTo>
                    <a:pt x="65135" y="116785"/>
                  </a:moveTo>
                  <a:lnTo>
                    <a:pt x="60662" y="116785"/>
                  </a:lnTo>
                  <a:cubicBezTo>
                    <a:pt x="56828" y="116785"/>
                    <a:pt x="54272" y="114231"/>
                    <a:pt x="54272" y="110401"/>
                  </a:cubicBezTo>
                  <a:lnTo>
                    <a:pt x="54272" y="57414"/>
                  </a:lnTo>
                  <a:cubicBezTo>
                    <a:pt x="54272" y="53583"/>
                    <a:pt x="56828" y="51030"/>
                    <a:pt x="60662" y="51030"/>
                  </a:cubicBezTo>
                  <a:lnTo>
                    <a:pt x="102836" y="51030"/>
                  </a:lnTo>
                  <a:cubicBezTo>
                    <a:pt x="106670" y="51030"/>
                    <a:pt x="109226" y="53583"/>
                    <a:pt x="109226" y="57414"/>
                  </a:cubicBezTo>
                  <a:lnTo>
                    <a:pt x="109226" y="110401"/>
                  </a:lnTo>
                  <a:cubicBezTo>
                    <a:pt x="109226" y="114231"/>
                    <a:pt x="106670" y="116785"/>
                    <a:pt x="102836" y="116785"/>
                  </a:cubicBezTo>
                  <a:lnTo>
                    <a:pt x="98363" y="116785"/>
                  </a:lnTo>
                  <a:lnTo>
                    <a:pt x="98363" y="160834"/>
                  </a:lnTo>
                  <a:cubicBezTo>
                    <a:pt x="142454" y="151258"/>
                    <a:pt x="170569" y="108486"/>
                    <a:pt x="160984" y="64436"/>
                  </a:cubicBezTo>
                  <a:cubicBezTo>
                    <a:pt x="151399" y="20386"/>
                    <a:pt x="108587" y="-7703"/>
                    <a:pt x="64496" y="1873"/>
                  </a:cubicBezTo>
                  <a:cubicBezTo>
                    <a:pt x="20406" y="11449"/>
                    <a:pt x="-7710" y="54222"/>
                    <a:pt x="1875" y="98271"/>
                  </a:cubicBezTo>
                  <a:cubicBezTo>
                    <a:pt x="8265" y="129553"/>
                    <a:pt x="33185" y="154450"/>
                    <a:pt x="64496" y="160834"/>
                  </a:cubicBezTo>
                  <a:lnTo>
                    <a:pt x="65135" y="116785"/>
                  </a:lnTo>
                  <a:close/>
                  <a:moveTo>
                    <a:pt x="81749" y="10172"/>
                  </a:moveTo>
                  <a:cubicBezTo>
                    <a:pt x="90695" y="10172"/>
                    <a:pt x="98363" y="17833"/>
                    <a:pt x="98363" y="26770"/>
                  </a:cubicBezTo>
                  <a:cubicBezTo>
                    <a:pt x="98363" y="35708"/>
                    <a:pt x="90695" y="43369"/>
                    <a:pt x="81749" y="43369"/>
                  </a:cubicBezTo>
                  <a:cubicBezTo>
                    <a:pt x="72803" y="43369"/>
                    <a:pt x="65135" y="35708"/>
                    <a:pt x="65135" y="26770"/>
                  </a:cubicBezTo>
                  <a:cubicBezTo>
                    <a:pt x="65135" y="26770"/>
                    <a:pt x="65135" y="26770"/>
                    <a:pt x="65135" y="26770"/>
                  </a:cubicBezTo>
                  <a:cubicBezTo>
                    <a:pt x="65135" y="17833"/>
                    <a:pt x="72803" y="10172"/>
                    <a:pt x="81749" y="10172"/>
                  </a:cubicBezTo>
                  <a:lnTo>
                    <a:pt x="81749" y="10172"/>
                  </a:lnTo>
                  <a:close/>
                </a:path>
              </a:pathLst>
            </a:custGeom>
            <a:solidFill>
              <a:srgbClr val="00ABAB"/>
            </a:solidFill>
            <a:ln w="6390" cap="flat">
              <a:noFill/>
              <a:prstDash val="solid"/>
              <a:miter/>
            </a:ln>
          </p:spPr>
          <p:txBody>
            <a:bodyPr rtlCol="0" anchor="ctr"/>
            <a:lstStyle/>
            <a:p>
              <a:endParaRPr lang="en-US"/>
            </a:p>
          </p:txBody>
        </p:sp>
        <p:sp>
          <p:nvSpPr>
            <p:cNvPr id="689" name="Graphic 4">
              <a:extLst>
                <a:ext uri="{FF2B5EF4-FFF2-40B4-BE49-F238E27FC236}">
                  <a16:creationId xmlns:a16="http://schemas.microsoft.com/office/drawing/2014/main" id="{8D7E04F0-B6D2-D04B-B72F-E107663F7BEB}"/>
                </a:ext>
              </a:extLst>
            </p:cNvPr>
            <p:cNvSpPr/>
            <p:nvPr/>
          </p:nvSpPr>
          <p:spPr>
            <a:xfrm>
              <a:off x="5264030" y="4418516"/>
              <a:ext cx="7668" cy="7660"/>
            </a:xfrm>
            <a:custGeom>
              <a:avLst/>
              <a:gdLst>
                <a:gd name="connsiteX0" fmla="*/ 3834 w 7668"/>
                <a:gd name="connsiteY0" fmla="*/ 7661 h 7660"/>
                <a:gd name="connsiteX1" fmla="*/ 7668 w 7668"/>
                <a:gd name="connsiteY1" fmla="*/ 3830 h 7660"/>
                <a:gd name="connsiteX2" fmla="*/ 3834 w 7668"/>
                <a:gd name="connsiteY2" fmla="*/ 0 h 7660"/>
                <a:gd name="connsiteX3" fmla="*/ 0 w 7668"/>
                <a:gd name="connsiteY3" fmla="*/ 3830 h 7660"/>
                <a:gd name="connsiteX4" fmla="*/ 3834 w 7668"/>
                <a:gd name="connsiteY4" fmla="*/ 7661 h 7660"/>
                <a:gd name="connsiteX5" fmla="*/ 3834 w 7668"/>
                <a:gd name="connsiteY5" fmla="*/ 7661 h 7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68" h="7660">
                  <a:moveTo>
                    <a:pt x="3834" y="7661"/>
                  </a:moveTo>
                  <a:cubicBezTo>
                    <a:pt x="5751" y="7661"/>
                    <a:pt x="7668" y="5746"/>
                    <a:pt x="7668" y="3830"/>
                  </a:cubicBezTo>
                  <a:cubicBezTo>
                    <a:pt x="7668" y="1915"/>
                    <a:pt x="5751" y="0"/>
                    <a:pt x="3834" y="0"/>
                  </a:cubicBezTo>
                  <a:cubicBezTo>
                    <a:pt x="1917" y="0"/>
                    <a:pt x="0" y="1915"/>
                    <a:pt x="0" y="3830"/>
                  </a:cubicBezTo>
                  <a:cubicBezTo>
                    <a:pt x="0" y="6384"/>
                    <a:pt x="1917" y="7661"/>
                    <a:pt x="3834" y="7661"/>
                  </a:cubicBezTo>
                  <a:cubicBezTo>
                    <a:pt x="3834" y="7661"/>
                    <a:pt x="3834" y="7661"/>
                    <a:pt x="3834" y="7661"/>
                  </a:cubicBezTo>
                  <a:close/>
                </a:path>
              </a:pathLst>
            </a:custGeom>
            <a:solidFill>
              <a:srgbClr val="00ABAB"/>
            </a:solidFill>
            <a:ln w="6390" cap="flat">
              <a:noFill/>
              <a:prstDash val="solid"/>
              <a:miter/>
            </a:ln>
          </p:spPr>
          <p:txBody>
            <a:bodyPr rtlCol="0" anchor="ctr"/>
            <a:lstStyle/>
            <a:p>
              <a:endParaRPr lang="en-US"/>
            </a:p>
          </p:txBody>
        </p:sp>
        <p:sp>
          <p:nvSpPr>
            <p:cNvPr id="690" name="Graphic 4">
              <a:extLst>
                <a:ext uri="{FF2B5EF4-FFF2-40B4-BE49-F238E27FC236}">
                  <a16:creationId xmlns:a16="http://schemas.microsoft.com/office/drawing/2014/main" id="{A503547B-CB78-654B-A241-16523BCE3697}"/>
                </a:ext>
              </a:extLst>
            </p:cNvPr>
            <p:cNvSpPr/>
            <p:nvPr/>
          </p:nvSpPr>
          <p:spPr>
            <a:xfrm>
              <a:off x="5263391" y="4512361"/>
              <a:ext cx="8306" cy="45964"/>
            </a:xfrm>
            <a:custGeom>
              <a:avLst/>
              <a:gdLst>
                <a:gd name="connsiteX0" fmla="*/ 8307 w 8306"/>
                <a:gd name="connsiteY0" fmla="*/ 0 h 45964"/>
                <a:gd name="connsiteX1" fmla="*/ 0 w 8306"/>
                <a:gd name="connsiteY1" fmla="*/ 0 h 45964"/>
                <a:gd name="connsiteX2" fmla="*/ 0 w 8306"/>
                <a:gd name="connsiteY2" fmla="*/ 45965 h 45964"/>
                <a:gd name="connsiteX3" fmla="*/ 3834 w 8306"/>
                <a:gd name="connsiteY3" fmla="*/ 45965 h 45964"/>
                <a:gd name="connsiteX4" fmla="*/ 8307 w 8306"/>
                <a:gd name="connsiteY4" fmla="*/ 45965 h 45964"/>
                <a:gd name="connsiteX5" fmla="*/ 8307 w 8306"/>
                <a:gd name="connsiteY5" fmla="*/ 0 h 45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06" h="45964">
                  <a:moveTo>
                    <a:pt x="8307" y="0"/>
                  </a:moveTo>
                  <a:lnTo>
                    <a:pt x="0" y="0"/>
                  </a:lnTo>
                  <a:lnTo>
                    <a:pt x="0" y="45965"/>
                  </a:lnTo>
                  <a:cubicBezTo>
                    <a:pt x="1278" y="45965"/>
                    <a:pt x="2556" y="45965"/>
                    <a:pt x="3834" y="45965"/>
                  </a:cubicBezTo>
                  <a:cubicBezTo>
                    <a:pt x="5112" y="45965"/>
                    <a:pt x="7029" y="45965"/>
                    <a:pt x="8307" y="45965"/>
                  </a:cubicBezTo>
                  <a:lnTo>
                    <a:pt x="8307" y="0"/>
                  </a:lnTo>
                  <a:close/>
                </a:path>
              </a:pathLst>
            </a:custGeom>
            <a:solidFill>
              <a:srgbClr val="00ABAB"/>
            </a:solidFill>
            <a:ln w="6390" cap="flat">
              <a:noFill/>
              <a:prstDash val="solid"/>
              <a:miter/>
            </a:ln>
          </p:spPr>
          <p:txBody>
            <a:bodyPr rtlCol="0" anchor="ctr"/>
            <a:lstStyle/>
            <a:p>
              <a:endParaRPr lang="en-US"/>
            </a:p>
          </p:txBody>
        </p:sp>
        <p:sp>
          <p:nvSpPr>
            <p:cNvPr id="691" name="Graphic 4">
              <a:extLst>
                <a:ext uri="{FF2B5EF4-FFF2-40B4-BE49-F238E27FC236}">
                  <a16:creationId xmlns:a16="http://schemas.microsoft.com/office/drawing/2014/main" id="{913D50FF-EA08-F74C-B37D-DE7F0B9EBF10}"/>
                </a:ext>
              </a:extLst>
            </p:cNvPr>
            <p:cNvSpPr/>
            <p:nvPr/>
          </p:nvSpPr>
          <p:spPr>
            <a:xfrm>
              <a:off x="5099169" y="430871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86269 w 362309"/>
                <a:gd name="connsiteY7" fmla="*/ 286002 h 361971"/>
                <a:gd name="connsiteX8" fmla="*/ 277323 w 362309"/>
                <a:gd name="connsiteY8" fmla="*/ 286002 h 361971"/>
                <a:gd name="connsiteX9" fmla="*/ 230677 w 362309"/>
                <a:gd name="connsiteY9" fmla="*/ 238122 h 361971"/>
                <a:gd name="connsiteX10" fmla="*/ 98405 w 362309"/>
                <a:gd name="connsiteY10" fmla="*/ 229823 h 361971"/>
                <a:gd name="connsiteX11" fmla="*/ 106712 w 362309"/>
                <a:gd name="connsiteY11" fmla="*/ 97675 h 361971"/>
                <a:gd name="connsiteX12" fmla="*/ 238984 w 362309"/>
                <a:gd name="connsiteY12" fmla="*/ 105974 h 361971"/>
                <a:gd name="connsiteX13" fmla="*/ 239623 w 362309"/>
                <a:gd name="connsiteY13" fmla="*/ 228546 h 361971"/>
                <a:gd name="connsiteX14" fmla="*/ 286269 w 362309"/>
                <a:gd name="connsiteY14" fmla="*/ 276426 h 361971"/>
                <a:gd name="connsiteX15" fmla="*/ 286269 w 362309"/>
                <a:gd name="connsiteY15" fmla="*/ 286002 h 361971"/>
                <a:gd name="connsiteX16" fmla="*/ 286269 w 362309"/>
                <a:gd name="connsiteY16" fmla="*/ 28600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1077"/>
                    <a:pt x="281157" y="0"/>
                    <a:pt x="181474" y="0"/>
                  </a:cubicBezTo>
                  <a:cubicBezTo>
                    <a:pt x="181474" y="0"/>
                    <a:pt x="181474" y="0"/>
                    <a:pt x="181474" y="0"/>
                  </a:cubicBezTo>
                  <a:close/>
                  <a:moveTo>
                    <a:pt x="286269" y="286002"/>
                  </a:moveTo>
                  <a:cubicBezTo>
                    <a:pt x="283713" y="288556"/>
                    <a:pt x="279879" y="288556"/>
                    <a:pt x="277323" y="286002"/>
                  </a:cubicBezTo>
                  <a:lnTo>
                    <a:pt x="230677" y="238122"/>
                  </a:lnTo>
                  <a:cubicBezTo>
                    <a:pt x="191698" y="271958"/>
                    <a:pt x="132911" y="268127"/>
                    <a:pt x="98405" y="229823"/>
                  </a:cubicBezTo>
                  <a:cubicBezTo>
                    <a:pt x="64538" y="190881"/>
                    <a:pt x="68372" y="132149"/>
                    <a:pt x="106712" y="97675"/>
                  </a:cubicBezTo>
                  <a:cubicBezTo>
                    <a:pt x="145690" y="63840"/>
                    <a:pt x="204478" y="67670"/>
                    <a:pt x="238984" y="105974"/>
                  </a:cubicBezTo>
                  <a:cubicBezTo>
                    <a:pt x="269655" y="141086"/>
                    <a:pt x="270294" y="193435"/>
                    <a:pt x="239623" y="228546"/>
                  </a:cubicBezTo>
                  <a:lnTo>
                    <a:pt x="286269" y="276426"/>
                  </a:lnTo>
                  <a:cubicBezTo>
                    <a:pt x="288825" y="279618"/>
                    <a:pt x="288825" y="283449"/>
                    <a:pt x="286269" y="286002"/>
                  </a:cubicBezTo>
                  <a:lnTo>
                    <a:pt x="286269" y="286002"/>
                  </a:lnTo>
                  <a:close/>
                </a:path>
              </a:pathLst>
            </a:custGeom>
            <a:solidFill>
              <a:srgbClr val="00ABAB"/>
            </a:solidFill>
            <a:ln w="6390" cap="flat">
              <a:noFill/>
              <a:prstDash val="solid"/>
              <a:miter/>
            </a:ln>
          </p:spPr>
          <p:txBody>
            <a:bodyPr rtlCol="0" anchor="ctr"/>
            <a:lstStyle/>
            <a:p>
              <a:endParaRPr lang="en-US"/>
            </a:p>
          </p:txBody>
        </p:sp>
      </p:grpSp>
      <p:grpSp>
        <p:nvGrpSpPr>
          <p:cNvPr id="692" name="Graphic 4">
            <a:extLst>
              <a:ext uri="{FF2B5EF4-FFF2-40B4-BE49-F238E27FC236}">
                <a16:creationId xmlns:a16="http://schemas.microsoft.com/office/drawing/2014/main" id="{2C1B8BD9-925E-2F43-854B-F481C149C342}"/>
              </a:ext>
            </a:extLst>
          </p:cNvPr>
          <p:cNvGrpSpPr>
            <a:grpSpLocks noChangeAspect="1"/>
          </p:cNvGrpSpPr>
          <p:nvPr/>
        </p:nvGrpSpPr>
        <p:grpSpPr>
          <a:xfrm>
            <a:off x="8840477" y="918179"/>
            <a:ext cx="362312" cy="361971"/>
            <a:chOff x="8840477" y="918179"/>
            <a:chExt cx="362312" cy="361971"/>
          </a:xfrm>
          <a:solidFill>
            <a:srgbClr val="0097A9"/>
          </a:solidFill>
        </p:grpSpPr>
        <p:sp>
          <p:nvSpPr>
            <p:cNvPr id="693" name="Graphic 4">
              <a:extLst>
                <a:ext uri="{FF2B5EF4-FFF2-40B4-BE49-F238E27FC236}">
                  <a16:creationId xmlns:a16="http://schemas.microsoft.com/office/drawing/2014/main" id="{154D3656-279B-F947-B56D-EC55EF50BD7E}"/>
                </a:ext>
              </a:extLst>
            </p:cNvPr>
            <p:cNvSpPr/>
            <p:nvPr/>
          </p:nvSpPr>
          <p:spPr>
            <a:xfrm>
              <a:off x="8840477" y="918179"/>
              <a:ext cx="362312" cy="361971"/>
            </a:xfrm>
            <a:custGeom>
              <a:avLst/>
              <a:gdLst>
                <a:gd name="connsiteX0" fmla="*/ 181474 w 362312"/>
                <a:gd name="connsiteY0" fmla="*/ 349204 h 361971"/>
                <a:gd name="connsiteX1" fmla="*/ 13419 w 362312"/>
                <a:gd name="connsiteY1" fmla="*/ 181305 h 361971"/>
                <a:gd name="connsiteX2" fmla="*/ 181474 w 362312"/>
                <a:gd name="connsiteY2" fmla="*/ 12768 h 361971"/>
                <a:gd name="connsiteX3" fmla="*/ 349529 w 362312"/>
                <a:gd name="connsiteY3" fmla="*/ 180667 h 361971"/>
                <a:gd name="connsiteX4" fmla="*/ 349529 w 362312"/>
                <a:gd name="connsiteY4" fmla="*/ 180667 h 361971"/>
                <a:gd name="connsiteX5" fmla="*/ 181474 w 362312"/>
                <a:gd name="connsiteY5" fmla="*/ 349204 h 361971"/>
                <a:gd name="connsiteX6" fmla="*/ 181474 w 362312"/>
                <a:gd name="connsiteY6" fmla="*/ 0 h 361971"/>
                <a:gd name="connsiteX7" fmla="*/ 0 w 362312"/>
                <a:gd name="connsiteY7" fmla="*/ 180667 h 361971"/>
                <a:gd name="connsiteX8" fmla="*/ 180836 w 362312"/>
                <a:gd name="connsiteY8" fmla="*/ 361972 h 361971"/>
                <a:gd name="connsiteX9" fmla="*/ 362309 w 362312"/>
                <a:gd name="connsiteY9" fmla="*/ 181305 h 361971"/>
                <a:gd name="connsiteX10" fmla="*/ 362309 w 362312"/>
                <a:gd name="connsiteY10" fmla="*/ 181305 h 361971"/>
                <a:gd name="connsiteX11" fmla="*/ 181474 w 362312"/>
                <a:gd name="connsiteY11"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349204"/>
                  </a:moveTo>
                  <a:cubicBezTo>
                    <a:pt x="88181" y="349204"/>
                    <a:pt x="13419" y="273873"/>
                    <a:pt x="13419" y="181305"/>
                  </a:cubicBezTo>
                  <a:cubicBezTo>
                    <a:pt x="13419" y="88737"/>
                    <a:pt x="88820" y="12768"/>
                    <a:pt x="181474" y="12768"/>
                  </a:cubicBezTo>
                  <a:cubicBezTo>
                    <a:pt x="274767" y="12768"/>
                    <a:pt x="349529" y="88099"/>
                    <a:pt x="349529" y="180667"/>
                  </a:cubicBezTo>
                  <a:cubicBezTo>
                    <a:pt x="349529" y="180667"/>
                    <a:pt x="349529" y="180667"/>
                    <a:pt x="349529" y="180667"/>
                  </a:cubicBezTo>
                  <a:cubicBezTo>
                    <a:pt x="350169" y="273873"/>
                    <a:pt x="274767" y="348565"/>
                    <a:pt x="181474" y="349204"/>
                  </a:cubicBezTo>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path>
              </a:pathLst>
            </a:custGeom>
            <a:solidFill>
              <a:srgbClr val="0097A9"/>
            </a:solidFill>
            <a:ln w="6390" cap="flat">
              <a:noFill/>
              <a:prstDash val="solid"/>
              <a:miter/>
            </a:ln>
          </p:spPr>
          <p:txBody>
            <a:bodyPr rtlCol="0" anchor="ctr"/>
            <a:lstStyle/>
            <a:p>
              <a:endParaRPr lang="en-US"/>
            </a:p>
          </p:txBody>
        </p:sp>
        <p:sp>
          <p:nvSpPr>
            <p:cNvPr id="694" name="Graphic 4">
              <a:extLst>
                <a:ext uri="{FF2B5EF4-FFF2-40B4-BE49-F238E27FC236}">
                  <a16:creationId xmlns:a16="http://schemas.microsoft.com/office/drawing/2014/main" id="{F67E067F-7F0A-464B-9B37-B6CD7B13E5C2}"/>
                </a:ext>
              </a:extLst>
            </p:cNvPr>
            <p:cNvSpPr/>
            <p:nvPr/>
          </p:nvSpPr>
          <p:spPr>
            <a:xfrm>
              <a:off x="8923547" y="999894"/>
              <a:ext cx="200005" cy="197903"/>
            </a:xfrm>
            <a:custGeom>
              <a:avLst/>
              <a:gdLst>
                <a:gd name="connsiteX0" fmla="*/ 180835 w 200005"/>
                <a:gd name="connsiteY0" fmla="*/ 43411 h 197903"/>
                <a:gd name="connsiteX1" fmla="*/ 168694 w 200005"/>
                <a:gd name="connsiteY1" fmla="*/ 51072 h 197903"/>
                <a:gd name="connsiteX2" fmla="*/ 120131 w 200005"/>
                <a:gd name="connsiteY2" fmla="*/ 104697 h 197903"/>
                <a:gd name="connsiteX3" fmla="*/ 116936 w 200005"/>
                <a:gd name="connsiteY3" fmla="*/ 112996 h 197903"/>
                <a:gd name="connsiteX4" fmla="*/ 100961 w 200005"/>
                <a:gd name="connsiteY4" fmla="*/ 97037 h 197903"/>
                <a:gd name="connsiteX5" fmla="*/ 84986 w 200005"/>
                <a:gd name="connsiteY5" fmla="*/ 81077 h 197903"/>
                <a:gd name="connsiteX6" fmla="*/ 93293 w 200005"/>
                <a:gd name="connsiteY6" fmla="*/ 77885 h 197903"/>
                <a:gd name="connsiteX7" fmla="*/ 146968 w 200005"/>
                <a:gd name="connsiteY7" fmla="*/ 29366 h 197903"/>
                <a:gd name="connsiteX8" fmla="*/ 153997 w 200005"/>
                <a:gd name="connsiteY8" fmla="*/ 17875 h 197903"/>
                <a:gd name="connsiteX9" fmla="*/ 160387 w 200005"/>
                <a:gd name="connsiteY9" fmla="*/ 13406 h 197903"/>
                <a:gd name="connsiteX10" fmla="*/ 184669 w 200005"/>
                <a:gd name="connsiteY10" fmla="*/ 37665 h 197903"/>
                <a:gd name="connsiteX11" fmla="*/ 180835 w 200005"/>
                <a:gd name="connsiteY11" fmla="*/ 43411 h 197903"/>
                <a:gd name="connsiteX12" fmla="*/ 31311 w 200005"/>
                <a:gd name="connsiteY12" fmla="*/ 180667 h 197903"/>
                <a:gd name="connsiteX13" fmla="*/ 21087 w 200005"/>
                <a:gd name="connsiteY13" fmla="*/ 183220 h 197903"/>
                <a:gd name="connsiteX14" fmla="*/ 13419 w 200005"/>
                <a:gd name="connsiteY14" fmla="*/ 183859 h 197903"/>
                <a:gd name="connsiteX15" fmla="*/ 14057 w 200005"/>
                <a:gd name="connsiteY15" fmla="*/ 176198 h 197903"/>
                <a:gd name="connsiteX16" fmla="*/ 16614 w 200005"/>
                <a:gd name="connsiteY16" fmla="*/ 165984 h 197903"/>
                <a:gd name="connsiteX17" fmla="*/ 84347 w 200005"/>
                <a:gd name="connsiteY17" fmla="*/ 98313 h 197903"/>
                <a:gd name="connsiteX18" fmla="*/ 92015 w 200005"/>
                <a:gd name="connsiteY18" fmla="*/ 105974 h 197903"/>
                <a:gd name="connsiteX19" fmla="*/ 99044 w 200005"/>
                <a:gd name="connsiteY19" fmla="*/ 112996 h 197903"/>
                <a:gd name="connsiteX20" fmla="*/ 31311 w 200005"/>
                <a:gd name="connsiteY20" fmla="*/ 180667 h 197903"/>
                <a:gd name="connsiteX21" fmla="*/ 159748 w 200005"/>
                <a:gd name="connsiteY21" fmla="*/ 0 h 197903"/>
                <a:gd name="connsiteX22" fmla="*/ 143773 w 200005"/>
                <a:gd name="connsiteY22" fmla="*/ 10214 h 197903"/>
                <a:gd name="connsiteX23" fmla="*/ 136745 w 200005"/>
                <a:gd name="connsiteY23" fmla="*/ 21706 h 197903"/>
                <a:gd name="connsiteX24" fmla="*/ 88181 w 200005"/>
                <a:gd name="connsiteY24" fmla="*/ 65755 h 197903"/>
                <a:gd name="connsiteX25" fmla="*/ 87542 w 200005"/>
                <a:gd name="connsiteY25" fmla="*/ 66393 h 197903"/>
                <a:gd name="connsiteX26" fmla="*/ 71567 w 200005"/>
                <a:gd name="connsiteY26" fmla="*/ 71501 h 197903"/>
                <a:gd name="connsiteX27" fmla="*/ 67094 w 200005"/>
                <a:gd name="connsiteY27" fmla="*/ 79161 h 197903"/>
                <a:gd name="connsiteX28" fmla="*/ 69012 w 200005"/>
                <a:gd name="connsiteY28" fmla="*/ 81715 h 197903"/>
                <a:gd name="connsiteX29" fmla="*/ 76040 w 200005"/>
                <a:gd name="connsiteY29" fmla="*/ 88737 h 197903"/>
                <a:gd name="connsiteX30" fmla="*/ 8307 w 200005"/>
                <a:gd name="connsiteY30" fmla="*/ 156408 h 197903"/>
                <a:gd name="connsiteX31" fmla="*/ 1917 w 200005"/>
                <a:gd name="connsiteY31" fmla="*/ 178113 h 197903"/>
                <a:gd name="connsiteX32" fmla="*/ 1278 w 200005"/>
                <a:gd name="connsiteY32" fmla="*/ 181305 h 197903"/>
                <a:gd name="connsiteX33" fmla="*/ 2556 w 200005"/>
                <a:gd name="connsiteY33" fmla="*/ 195350 h 197903"/>
                <a:gd name="connsiteX34" fmla="*/ 8946 w 200005"/>
                <a:gd name="connsiteY34" fmla="*/ 197903 h 197903"/>
                <a:gd name="connsiteX35" fmla="*/ 16614 w 200005"/>
                <a:gd name="connsiteY35" fmla="*/ 196627 h 197903"/>
                <a:gd name="connsiteX36" fmla="*/ 19809 w 200005"/>
                <a:gd name="connsiteY36" fmla="*/ 195988 h 197903"/>
                <a:gd name="connsiteX37" fmla="*/ 41534 w 200005"/>
                <a:gd name="connsiteY37" fmla="*/ 189604 h 197903"/>
                <a:gd name="connsiteX38" fmla="*/ 109268 w 200005"/>
                <a:gd name="connsiteY38" fmla="*/ 121934 h 197903"/>
                <a:gd name="connsiteX39" fmla="*/ 116936 w 200005"/>
                <a:gd name="connsiteY39" fmla="*/ 129595 h 197903"/>
                <a:gd name="connsiteX40" fmla="*/ 121409 w 200005"/>
                <a:gd name="connsiteY40" fmla="*/ 131510 h 197903"/>
                <a:gd name="connsiteX41" fmla="*/ 123326 w 200005"/>
                <a:gd name="connsiteY41" fmla="*/ 131510 h 197903"/>
                <a:gd name="connsiteX42" fmla="*/ 127799 w 200005"/>
                <a:gd name="connsiteY42" fmla="*/ 127041 h 197903"/>
                <a:gd name="connsiteX43" fmla="*/ 132911 w 200005"/>
                <a:gd name="connsiteY43" fmla="*/ 111720 h 197903"/>
                <a:gd name="connsiteX44" fmla="*/ 133550 w 200005"/>
                <a:gd name="connsiteY44" fmla="*/ 110443 h 197903"/>
                <a:gd name="connsiteX45" fmla="*/ 177640 w 200005"/>
                <a:gd name="connsiteY45" fmla="*/ 61925 h 197903"/>
                <a:gd name="connsiteX46" fmla="*/ 189781 w 200005"/>
                <a:gd name="connsiteY46" fmla="*/ 54264 h 197903"/>
                <a:gd name="connsiteX47" fmla="*/ 200005 w 200005"/>
                <a:gd name="connsiteY47" fmla="*/ 38304 h 197903"/>
                <a:gd name="connsiteX48" fmla="*/ 159748 w 200005"/>
                <a:gd name="connsiteY48" fmla="*/ 0 h 19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00005" h="197903">
                  <a:moveTo>
                    <a:pt x="180835" y="43411"/>
                  </a:moveTo>
                  <a:lnTo>
                    <a:pt x="168694" y="51072"/>
                  </a:lnTo>
                  <a:cubicBezTo>
                    <a:pt x="148246" y="64478"/>
                    <a:pt x="131632" y="82992"/>
                    <a:pt x="120131" y="104697"/>
                  </a:cubicBezTo>
                  <a:cubicBezTo>
                    <a:pt x="118853" y="107251"/>
                    <a:pt x="117575" y="110443"/>
                    <a:pt x="116936" y="112996"/>
                  </a:cubicBezTo>
                  <a:lnTo>
                    <a:pt x="100961" y="97037"/>
                  </a:lnTo>
                  <a:lnTo>
                    <a:pt x="84986" y="81077"/>
                  </a:lnTo>
                  <a:cubicBezTo>
                    <a:pt x="88181" y="80438"/>
                    <a:pt x="90737" y="79161"/>
                    <a:pt x="93293" y="77885"/>
                  </a:cubicBezTo>
                  <a:cubicBezTo>
                    <a:pt x="115019" y="66393"/>
                    <a:pt x="133550" y="49795"/>
                    <a:pt x="146968" y="29366"/>
                  </a:cubicBezTo>
                  <a:lnTo>
                    <a:pt x="153997" y="17875"/>
                  </a:lnTo>
                  <a:cubicBezTo>
                    <a:pt x="155276" y="15322"/>
                    <a:pt x="157831" y="14045"/>
                    <a:pt x="160387" y="13406"/>
                  </a:cubicBezTo>
                  <a:cubicBezTo>
                    <a:pt x="173167" y="15322"/>
                    <a:pt x="182752" y="25536"/>
                    <a:pt x="184669" y="37665"/>
                  </a:cubicBezTo>
                  <a:cubicBezTo>
                    <a:pt x="184669" y="40219"/>
                    <a:pt x="183391" y="42134"/>
                    <a:pt x="180835" y="43411"/>
                  </a:cubicBezTo>
                  <a:moveTo>
                    <a:pt x="31311" y="180667"/>
                  </a:moveTo>
                  <a:cubicBezTo>
                    <a:pt x="28755" y="183220"/>
                    <a:pt x="24921" y="184497"/>
                    <a:pt x="21087" y="183220"/>
                  </a:cubicBezTo>
                  <a:cubicBezTo>
                    <a:pt x="18531" y="182582"/>
                    <a:pt x="15336" y="183220"/>
                    <a:pt x="13419" y="183859"/>
                  </a:cubicBezTo>
                  <a:cubicBezTo>
                    <a:pt x="14697" y="181305"/>
                    <a:pt x="14697" y="178752"/>
                    <a:pt x="14057" y="176198"/>
                  </a:cubicBezTo>
                  <a:cubicBezTo>
                    <a:pt x="13419" y="172368"/>
                    <a:pt x="14057" y="169176"/>
                    <a:pt x="16614" y="165984"/>
                  </a:cubicBezTo>
                  <a:lnTo>
                    <a:pt x="84347" y="98313"/>
                  </a:lnTo>
                  <a:lnTo>
                    <a:pt x="92015" y="105974"/>
                  </a:lnTo>
                  <a:lnTo>
                    <a:pt x="99044" y="112996"/>
                  </a:lnTo>
                  <a:lnTo>
                    <a:pt x="31311" y="180667"/>
                  </a:lnTo>
                  <a:close/>
                  <a:moveTo>
                    <a:pt x="159748" y="0"/>
                  </a:moveTo>
                  <a:cubicBezTo>
                    <a:pt x="153358" y="638"/>
                    <a:pt x="146968" y="4469"/>
                    <a:pt x="143773" y="10214"/>
                  </a:cubicBezTo>
                  <a:lnTo>
                    <a:pt x="136745" y="21706"/>
                  </a:lnTo>
                  <a:cubicBezTo>
                    <a:pt x="124604" y="40219"/>
                    <a:pt x="107990" y="55541"/>
                    <a:pt x="88181" y="65755"/>
                  </a:cubicBezTo>
                  <a:cubicBezTo>
                    <a:pt x="88181" y="65755"/>
                    <a:pt x="87542" y="65755"/>
                    <a:pt x="87542" y="66393"/>
                  </a:cubicBezTo>
                  <a:cubicBezTo>
                    <a:pt x="82430" y="68309"/>
                    <a:pt x="76679" y="70224"/>
                    <a:pt x="71567" y="71501"/>
                  </a:cubicBezTo>
                  <a:cubicBezTo>
                    <a:pt x="68372" y="72139"/>
                    <a:pt x="66455" y="75969"/>
                    <a:pt x="67094" y="79161"/>
                  </a:cubicBezTo>
                  <a:cubicBezTo>
                    <a:pt x="67094" y="80438"/>
                    <a:pt x="67733" y="81077"/>
                    <a:pt x="69012" y="81715"/>
                  </a:cubicBezTo>
                  <a:lnTo>
                    <a:pt x="76040" y="88737"/>
                  </a:lnTo>
                  <a:lnTo>
                    <a:pt x="8307" y="156408"/>
                  </a:lnTo>
                  <a:cubicBezTo>
                    <a:pt x="2556" y="162153"/>
                    <a:pt x="0" y="170452"/>
                    <a:pt x="1917" y="178113"/>
                  </a:cubicBezTo>
                  <a:cubicBezTo>
                    <a:pt x="1917" y="178752"/>
                    <a:pt x="1278" y="180028"/>
                    <a:pt x="1278" y="181305"/>
                  </a:cubicBezTo>
                  <a:cubicBezTo>
                    <a:pt x="0" y="185774"/>
                    <a:pt x="-1278" y="191519"/>
                    <a:pt x="2556" y="195350"/>
                  </a:cubicBezTo>
                  <a:cubicBezTo>
                    <a:pt x="4473" y="197265"/>
                    <a:pt x="6390" y="197903"/>
                    <a:pt x="8946" y="197903"/>
                  </a:cubicBezTo>
                  <a:cubicBezTo>
                    <a:pt x="11502" y="197903"/>
                    <a:pt x="14057" y="197265"/>
                    <a:pt x="16614" y="196627"/>
                  </a:cubicBezTo>
                  <a:lnTo>
                    <a:pt x="19809" y="195988"/>
                  </a:lnTo>
                  <a:cubicBezTo>
                    <a:pt x="27477" y="197903"/>
                    <a:pt x="35783" y="195350"/>
                    <a:pt x="41534" y="189604"/>
                  </a:cubicBezTo>
                  <a:lnTo>
                    <a:pt x="109268" y="121934"/>
                  </a:lnTo>
                  <a:lnTo>
                    <a:pt x="116936" y="129595"/>
                  </a:lnTo>
                  <a:cubicBezTo>
                    <a:pt x="118214" y="130872"/>
                    <a:pt x="119491" y="131510"/>
                    <a:pt x="121409" y="131510"/>
                  </a:cubicBezTo>
                  <a:cubicBezTo>
                    <a:pt x="122048" y="131510"/>
                    <a:pt x="122686" y="131510"/>
                    <a:pt x="123326" y="131510"/>
                  </a:cubicBezTo>
                  <a:cubicBezTo>
                    <a:pt x="125243" y="130872"/>
                    <a:pt x="127160" y="128956"/>
                    <a:pt x="127799" y="127041"/>
                  </a:cubicBezTo>
                  <a:cubicBezTo>
                    <a:pt x="129076" y="121934"/>
                    <a:pt x="130994" y="116188"/>
                    <a:pt x="132911" y="111720"/>
                  </a:cubicBezTo>
                  <a:cubicBezTo>
                    <a:pt x="132911" y="111081"/>
                    <a:pt x="133550" y="111081"/>
                    <a:pt x="133550" y="110443"/>
                  </a:cubicBezTo>
                  <a:cubicBezTo>
                    <a:pt x="144412" y="91291"/>
                    <a:pt x="159110" y="74693"/>
                    <a:pt x="177640" y="61925"/>
                  </a:cubicBezTo>
                  <a:lnTo>
                    <a:pt x="189781" y="54264"/>
                  </a:lnTo>
                  <a:cubicBezTo>
                    <a:pt x="195532" y="51072"/>
                    <a:pt x="198727" y="44688"/>
                    <a:pt x="200005" y="38304"/>
                  </a:cubicBezTo>
                  <a:cubicBezTo>
                    <a:pt x="196171" y="17875"/>
                    <a:pt x="180196" y="1915"/>
                    <a:pt x="159748" y="0"/>
                  </a:cubicBezTo>
                </a:path>
              </a:pathLst>
            </a:custGeom>
            <a:solidFill>
              <a:srgbClr val="0097A9"/>
            </a:solidFill>
            <a:ln w="6390" cap="flat">
              <a:noFill/>
              <a:prstDash val="solid"/>
              <a:miter/>
            </a:ln>
          </p:spPr>
          <p:txBody>
            <a:bodyPr rtlCol="0" anchor="ctr"/>
            <a:lstStyle/>
            <a:p>
              <a:endParaRPr lang="en-US"/>
            </a:p>
          </p:txBody>
        </p:sp>
      </p:grpSp>
      <p:grpSp>
        <p:nvGrpSpPr>
          <p:cNvPr id="695" name="Graphic 4">
            <a:extLst>
              <a:ext uri="{FF2B5EF4-FFF2-40B4-BE49-F238E27FC236}">
                <a16:creationId xmlns:a16="http://schemas.microsoft.com/office/drawing/2014/main" id="{7179554F-EE78-2B41-8CC5-2823099752C9}"/>
              </a:ext>
            </a:extLst>
          </p:cNvPr>
          <p:cNvGrpSpPr>
            <a:grpSpLocks noChangeAspect="1"/>
          </p:cNvGrpSpPr>
          <p:nvPr/>
        </p:nvGrpSpPr>
        <p:grpSpPr>
          <a:xfrm>
            <a:off x="9278827" y="917540"/>
            <a:ext cx="362309" cy="361971"/>
            <a:chOff x="9278827" y="917540"/>
            <a:chExt cx="362309" cy="361971"/>
          </a:xfrm>
          <a:solidFill>
            <a:srgbClr val="0097A9"/>
          </a:solidFill>
        </p:grpSpPr>
        <p:sp>
          <p:nvSpPr>
            <p:cNvPr id="696" name="Graphic 4">
              <a:extLst>
                <a:ext uri="{FF2B5EF4-FFF2-40B4-BE49-F238E27FC236}">
                  <a16:creationId xmlns:a16="http://schemas.microsoft.com/office/drawing/2014/main" id="{48BAE815-B2AE-9C41-ADA2-E45676281473}"/>
                </a:ext>
              </a:extLst>
            </p:cNvPr>
            <p:cNvSpPr/>
            <p:nvPr/>
          </p:nvSpPr>
          <p:spPr>
            <a:xfrm>
              <a:off x="9374676" y="1098207"/>
              <a:ext cx="85625" cy="85545"/>
            </a:xfrm>
            <a:custGeom>
              <a:avLst/>
              <a:gdLst>
                <a:gd name="connsiteX0" fmla="*/ 70928 w 85625"/>
                <a:gd name="connsiteY0" fmla="*/ 0 h 85545"/>
                <a:gd name="connsiteX1" fmla="*/ 3195 w 85625"/>
                <a:gd name="connsiteY1" fmla="*/ 67670 h 85545"/>
                <a:gd name="connsiteX2" fmla="*/ 639 w 85625"/>
                <a:gd name="connsiteY2" fmla="*/ 77885 h 85545"/>
                <a:gd name="connsiteX3" fmla="*/ 0 w 85625"/>
                <a:gd name="connsiteY3" fmla="*/ 85545 h 85545"/>
                <a:gd name="connsiteX4" fmla="*/ 7668 w 85625"/>
                <a:gd name="connsiteY4" fmla="*/ 84907 h 85545"/>
                <a:gd name="connsiteX5" fmla="*/ 17892 w 85625"/>
                <a:gd name="connsiteY5" fmla="*/ 82353 h 85545"/>
                <a:gd name="connsiteX6" fmla="*/ 85625 w 85625"/>
                <a:gd name="connsiteY6" fmla="*/ 14683 h 85545"/>
                <a:gd name="connsiteX7" fmla="*/ 78597 w 85625"/>
                <a:gd name="connsiteY7" fmla="*/ 7661 h 85545"/>
                <a:gd name="connsiteX8" fmla="*/ 70928 w 85625"/>
                <a:gd name="connsiteY8" fmla="*/ 0 h 85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625" h="85545">
                  <a:moveTo>
                    <a:pt x="70928" y="0"/>
                  </a:moveTo>
                  <a:lnTo>
                    <a:pt x="3195" y="67670"/>
                  </a:lnTo>
                  <a:cubicBezTo>
                    <a:pt x="639" y="70224"/>
                    <a:pt x="-639" y="74054"/>
                    <a:pt x="639" y="77885"/>
                  </a:cubicBezTo>
                  <a:cubicBezTo>
                    <a:pt x="1278" y="80438"/>
                    <a:pt x="639" y="83630"/>
                    <a:pt x="0" y="85545"/>
                  </a:cubicBezTo>
                  <a:cubicBezTo>
                    <a:pt x="2556" y="84269"/>
                    <a:pt x="5112" y="84269"/>
                    <a:pt x="7668" y="84907"/>
                  </a:cubicBezTo>
                  <a:cubicBezTo>
                    <a:pt x="11502" y="85545"/>
                    <a:pt x="14697" y="84907"/>
                    <a:pt x="17892" y="82353"/>
                  </a:cubicBezTo>
                  <a:lnTo>
                    <a:pt x="85625" y="14683"/>
                  </a:lnTo>
                  <a:lnTo>
                    <a:pt x="78597" y="7661"/>
                  </a:lnTo>
                  <a:lnTo>
                    <a:pt x="70928" y="0"/>
                  </a:lnTo>
                  <a:close/>
                </a:path>
              </a:pathLst>
            </a:custGeom>
            <a:solidFill>
              <a:srgbClr val="0097A9"/>
            </a:solidFill>
            <a:ln w="6390" cap="flat">
              <a:noFill/>
              <a:prstDash val="solid"/>
              <a:miter/>
            </a:ln>
          </p:spPr>
          <p:txBody>
            <a:bodyPr rtlCol="0" anchor="ctr"/>
            <a:lstStyle/>
            <a:p>
              <a:endParaRPr lang="en-US"/>
            </a:p>
          </p:txBody>
        </p:sp>
        <p:sp>
          <p:nvSpPr>
            <p:cNvPr id="697" name="Graphic 4">
              <a:extLst>
                <a:ext uri="{FF2B5EF4-FFF2-40B4-BE49-F238E27FC236}">
                  <a16:creationId xmlns:a16="http://schemas.microsoft.com/office/drawing/2014/main" id="{8ADE3704-BF44-044D-9777-73635CB40686}"/>
                </a:ext>
              </a:extLst>
            </p:cNvPr>
            <p:cNvSpPr/>
            <p:nvPr/>
          </p:nvSpPr>
          <p:spPr>
            <a:xfrm>
              <a:off x="9278827" y="917540"/>
              <a:ext cx="362309" cy="361971"/>
            </a:xfrm>
            <a:custGeom>
              <a:avLst/>
              <a:gdLst>
                <a:gd name="connsiteX0" fmla="*/ 280518 w 362309"/>
                <a:gd name="connsiteY0" fmla="*/ 120657 h 361971"/>
                <a:gd name="connsiteX1" fmla="*/ 270295 w 362309"/>
                <a:gd name="connsiteY1" fmla="*/ 136617 h 361971"/>
                <a:gd name="connsiteX2" fmla="*/ 258154 w 362309"/>
                <a:gd name="connsiteY2" fmla="*/ 144278 h 361971"/>
                <a:gd name="connsiteX3" fmla="*/ 214063 w 362309"/>
                <a:gd name="connsiteY3" fmla="*/ 192796 h 361971"/>
                <a:gd name="connsiteX4" fmla="*/ 213424 w 362309"/>
                <a:gd name="connsiteY4" fmla="*/ 194073 h 361971"/>
                <a:gd name="connsiteX5" fmla="*/ 213424 w 362309"/>
                <a:gd name="connsiteY5" fmla="*/ 194073 h 361971"/>
                <a:gd name="connsiteX6" fmla="*/ 208312 w 362309"/>
                <a:gd name="connsiteY6" fmla="*/ 210033 h 361971"/>
                <a:gd name="connsiteX7" fmla="*/ 203839 w 362309"/>
                <a:gd name="connsiteY7" fmla="*/ 214502 h 361971"/>
                <a:gd name="connsiteX8" fmla="*/ 201922 w 362309"/>
                <a:gd name="connsiteY8" fmla="*/ 214502 h 361971"/>
                <a:gd name="connsiteX9" fmla="*/ 197449 w 362309"/>
                <a:gd name="connsiteY9" fmla="*/ 212587 h 361971"/>
                <a:gd name="connsiteX10" fmla="*/ 189782 w 362309"/>
                <a:gd name="connsiteY10" fmla="*/ 204926 h 361971"/>
                <a:gd name="connsiteX11" fmla="*/ 122048 w 362309"/>
                <a:gd name="connsiteY11" fmla="*/ 272596 h 361971"/>
                <a:gd name="connsiteX12" fmla="*/ 100322 w 362309"/>
                <a:gd name="connsiteY12" fmla="*/ 278980 h 361971"/>
                <a:gd name="connsiteX13" fmla="*/ 97128 w 362309"/>
                <a:gd name="connsiteY13" fmla="*/ 279618 h 361971"/>
                <a:gd name="connsiteX14" fmla="*/ 89459 w 362309"/>
                <a:gd name="connsiteY14" fmla="*/ 280895 h 361971"/>
                <a:gd name="connsiteX15" fmla="*/ 83069 w 362309"/>
                <a:gd name="connsiteY15" fmla="*/ 278342 h 361971"/>
                <a:gd name="connsiteX16" fmla="*/ 81792 w 362309"/>
                <a:gd name="connsiteY16" fmla="*/ 264297 h 361971"/>
                <a:gd name="connsiteX17" fmla="*/ 82430 w 362309"/>
                <a:gd name="connsiteY17" fmla="*/ 261105 h 361971"/>
                <a:gd name="connsiteX18" fmla="*/ 88820 w 362309"/>
                <a:gd name="connsiteY18" fmla="*/ 239399 h 361971"/>
                <a:gd name="connsiteX19" fmla="*/ 156553 w 362309"/>
                <a:gd name="connsiteY19" fmla="*/ 171729 h 361971"/>
                <a:gd name="connsiteX20" fmla="*/ 149525 w 362309"/>
                <a:gd name="connsiteY20" fmla="*/ 164707 h 361971"/>
                <a:gd name="connsiteX21" fmla="*/ 147607 w 362309"/>
                <a:gd name="connsiteY21" fmla="*/ 158323 h 361971"/>
                <a:gd name="connsiteX22" fmla="*/ 152081 w 362309"/>
                <a:gd name="connsiteY22" fmla="*/ 153854 h 361971"/>
                <a:gd name="connsiteX23" fmla="*/ 168056 w 362309"/>
                <a:gd name="connsiteY23" fmla="*/ 148747 h 361971"/>
                <a:gd name="connsiteX24" fmla="*/ 168695 w 362309"/>
                <a:gd name="connsiteY24" fmla="*/ 148108 h 361971"/>
                <a:gd name="connsiteX25" fmla="*/ 217258 w 362309"/>
                <a:gd name="connsiteY25" fmla="*/ 104059 h 361971"/>
                <a:gd name="connsiteX26" fmla="*/ 224287 w 362309"/>
                <a:gd name="connsiteY26" fmla="*/ 92568 h 361971"/>
                <a:gd name="connsiteX27" fmla="*/ 240261 w 362309"/>
                <a:gd name="connsiteY27" fmla="*/ 82353 h 361971"/>
                <a:gd name="connsiteX28" fmla="*/ 280518 w 362309"/>
                <a:gd name="connsiteY28" fmla="*/ 120657 h 361971"/>
                <a:gd name="connsiteX29" fmla="*/ 181474 w 362309"/>
                <a:gd name="connsiteY29" fmla="*/ 0 h 361971"/>
                <a:gd name="connsiteX30" fmla="*/ 0 w 362309"/>
                <a:gd name="connsiteY30" fmla="*/ 180667 h 361971"/>
                <a:gd name="connsiteX31" fmla="*/ 180836 w 362309"/>
                <a:gd name="connsiteY31" fmla="*/ 361972 h 361971"/>
                <a:gd name="connsiteX32" fmla="*/ 362310 w 362309"/>
                <a:gd name="connsiteY32" fmla="*/ 181305 h 361971"/>
                <a:gd name="connsiteX33" fmla="*/ 362310 w 362309"/>
                <a:gd name="connsiteY33" fmla="*/ 181305 h 361971"/>
                <a:gd name="connsiteX34" fmla="*/ 181474 w 362309"/>
                <a:gd name="connsiteY34"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2309" h="361971">
                  <a:moveTo>
                    <a:pt x="280518" y="120657"/>
                  </a:moveTo>
                  <a:cubicBezTo>
                    <a:pt x="279880" y="127041"/>
                    <a:pt x="276046" y="132787"/>
                    <a:pt x="270295" y="136617"/>
                  </a:cubicBezTo>
                  <a:lnTo>
                    <a:pt x="258154" y="144278"/>
                  </a:lnTo>
                  <a:cubicBezTo>
                    <a:pt x="239623" y="156408"/>
                    <a:pt x="224287" y="173006"/>
                    <a:pt x="214063" y="192796"/>
                  </a:cubicBezTo>
                  <a:lnTo>
                    <a:pt x="213424" y="194073"/>
                  </a:lnTo>
                  <a:lnTo>
                    <a:pt x="213424" y="194073"/>
                  </a:lnTo>
                  <a:cubicBezTo>
                    <a:pt x="211507" y="199180"/>
                    <a:pt x="209590" y="204287"/>
                    <a:pt x="208312" y="210033"/>
                  </a:cubicBezTo>
                  <a:cubicBezTo>
                    <a:pt x="207673" y="211948"/>
                    <a:pt x="205756" y="213863"/>
                    <a:pt x="203839" y="214502"/>
                  </a:cubicBezTo>
                  <a:cubicBezTo>
                    <a:pt x="203200" y="214502"/>
                    <a:pt x="202561" y="214502"/>
                    <a:pt x="201922" y="214502"/>
                  </a:cubicBezTo>
                  <a:cubicBezTo>
                    <a:pt x="200005" y="214502"/>
                    <a:pt x="198727" y="213863"/>
                    <a:pt x="197449" y="212587"/>
                  </a:cubicBezTo>
                  <a:lnTo>
                    <a:pt x="189782" y="204926"/>
                  </a:lnTo>
                  <a:lnTo>
                    <a:pt x="122048" y="272596"/>
                  </a:lnTo>
                  <a:cubicBezTo>
                    <a:pt x="116297" y="278342"/>
                    <a:pt x="108629" y="280895"/>
                    <a:pt x="100322" y="278980"/>
                  </a:cubicBezTo>
                  <a:cubicBezTo>
                    <a:pt x="99683" y="278980"/>
                    <a:pt x="98405" y="279618"/>
                    <a:pt x="97128" y="279618"/>
                  </a:cubicBezTo>
                  <a:cubicBezTo>
                    <a:pt x="94571" y="280257"/>
                    <a:pt x="92015" y="280895"/>
                    <a:pt x="89459" y="280895"/>
                  </a:cubicBezTo>
                  <a:cubicBezTo>
                    <a:pt x="86903" y="280895"/>
                    <a:pt x="84986" y="280257"/>
                    <a:pt x="83069" y="278342"/>
                  </a:cubicBezTo>
                  <a:cubicBezTo>
                    <a:pt x="79235" y="274511"/>
                    <a:pt x="80513" y="268766"/>
                    <a:pt x="81792" y="264297"/>
                  </a:cubicBezTo>
                  <a:cubicBezTo>
                    <a:pt x="81792" y="263658"/>
                    <a:pt x="82430" y="261743"/>
                    <a:pt x="82430" y="261105"/>
                  </a:cubicBezTo>
                  <a:cubicBezTo>
                    <a:pt x="80513" y="253444"/>
                    <a:pt x="83069" y="245145"/>
                    <a:pt x="88820" y="239399"/>
                  </a:cubicBezTo>
                  <a:lnTo>
                    <a:pt x="156553" y="171729"/>
                  </a:lnTo>
                  <a:lnTo>
                    <a:pt x="149525" y="164707"/>
                  </a:lnTo>
                  <a:cubicBezTo>
                    <a:pt x="147607" y="162792"/>
                    <a:pt x="146969" y="160876"/>
                    <a:pt x="147607" y="158323"/>
                  </a:cubicBezTo>
                  <a:cubicBezTo>
                    <a:pt x="148247" y="156408"/>
                    <a:pt x="150164" y="154492"/>
                    <a:pt x="152081" y="153854"/>
                  </a:cubicBezTo>
                  <a:cubicBezTo>
                    <a:pt x="157832" y="152577"/>
                    <a:pt x="162943" y="150662"/>
                    <a:pt x="168056" y="148747"/>
                  </a:cubicBezTo>
                  <a:cubicBezTo>
                    <a:pt x="168056" y="148747"/>
                    <a:pt x="168695" y="148747"/>
                    <a:pt x="168695" y="148108"/>
                  </a:cubicBezTo>
                  <a:cubicBezTo>
                    <a:pt x="188503" y="137256"/>
                    <a:pt x="205117" y="122572"/>
                    <a:pt x="217258" y="104059"/>
                  </a:cubicBezTo>
                  <a:lnTo>
                    <a:pt x="224287" y="92568"/>
                  </a:lnTo>
                  <a:cubicBezTo>
                    <a:pt x="227482" y="86822"/>
                    <a:pt x="233872" y="83630"/>
                    <a:pt x="240261" y="82353"/>
                  </a:cubicBezTo>
                  <a:cubicBezTo>
                    <a:pt x="262626" y="83630"/>
                    <a:pt x="279241" y="100229"/>
                    <a:pt x="280518" y="120657"/>
                  </a:cubicBezTo>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path>
              </a:pathLst>
            </a:custGeom>
            <a:solidFill>
              <a:srgbClr val="0097A9"/>
            </a:solidFill>
            <a:ln w="6390" cap="flat">
              <a:noFill/>
              <a:prstDash val="solid"/>
              <a:miter/>
            </a:ln>
          </p:spPr>
          <p:txBody>
            <a:bodyPr rtlCol="0" anchor="ctr"/>
            <a:lstStyle/>
            <a:p>
              <a:endParaRPr lang="en-US"/>
            </a:p>
          </p:txBody>
        </p:sp>
        <p:sp>
          <p:nvSpPr>
            <p:cNvPr id="698" name="Graphic 4">
              <a:extLst>
                <a:ext uri="{FF2B5EF4-FFF2-40B4-BE49-F238E27FC236}">
                  <a16:creationId xmlns:a16="http://schemas.microsoft.com/office/drawing/2014/main" id="{1C4061FE-9E26-F04A-85BE-55D0BC399E25}"/>
                </a:ext>
              </a:extLst>
            </p:cNvPr>
            <p:cNvSpPr/>
            <p:nvPr/>
          </p:nvSpPr>
          <p:spPr>
            <a:xfrm>
              <a:off x="9446883" y="1012662"/>
              <a:ext cx="100321" cy="99590"/>
            </a:xfrm>
            <a:custGeom>
              <a:avLst/>
              <a:gdLst>
                <a:gd name="connsiteX0" fmla="*/ 75401 w 100321"/>
                <a:gd name="connsiteY0" fmla="*/ 0 h 99590"/>
                <a:gd name="connsiteX1" fmla="*/ 69011 w 100321"/>
                <a:gd name="connsiteY1" fmla="*/ 4469 h 99590"/>
                <a:gd name="connsiteX2" fmla="*/ 61982 w 100321"/>
                <a:gd name="connsiteY2" fmla="*/ 15960 h 99590"/>
                <a:gd name="connsiteX3" fmla="*/ 8306 w 100321"/>
                <a:gd name="connsiteY3" fmla="*/ 64478 h 99590"/>
                <a:gd name="connsiteX4" fmla="*/ 0 w 100321"/>
                <a:gd name="connsiteY4" fmla="*/ 67670 h 99590"/>
                <a:gd name="connsiteX5" fmla="*/ 15975 w 100321"/>
                <a:gd name="connsiteY5" fmla="*/ 83630 h 99590"/>
                <a:gd name="connsiteX6" fmla="*/ 31950 w 100321"/>
                <a:gd name="connsiteY6" fmla="*/ 99590 h 99590"/>
                <a:gd name="connsiteX7" fmla="*/ 35145 w 100321"/>
                <a:gd name="connsiteY7" fmla="*/ 91291 h 99590"/>
                <a:gd name="connsiteX8" fmla="*/ 83708 w 100321"/>
                <a:gd name="connsiteY8" fmla="*/ 37665 h 99590"/>
                <a:gd name="connsiteX9" fmla="*/ 95849 w 100321"/>
                <a:gd name="connsiteY9" fmla="*/ 30005 h 99590"/>
                <a:gd name="connsiteX10" fmla="*/ 100322 w 100321"/>
                <a:gd name="connsiteY10" fmla="*/ 23621 h 99590"/>
                <a:gd name="connsiteX11" fmla="*/ 75401 w 100321"/>
                <a:gd name="connsiteY11" fmla="*/ 0 h 99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321" h="99590">
                  <a:moveTo>
                    <a:pt x="75401" y="0"/>
                  </a:moveTo>
                  <a:cubicBezTo>
                    <a:pt x="72845" y="638"/>
                    <a:pt x="70289" y="1915"/>
                    <a:pt x="69011" y="4469"/>
                  </a:cubicBezTo>
                  <a:lnTo>
                    <a:pt x="61982" y="15960"/>
                  </a:lnTo>
                  <a:cubicBezTo>
                    <a:pt x="48563" y="36389"/>
                    <a:pt x="30032" y="52987"/>
                    <a:pt x="8306" y="64478"/>
                  </a:cubicBezTo>
                  <a:cubicBezTo>
                    <a:pt x="5751" y="65755"/>
                    <a:pt x="2556" y="67032"/>
                    <a:pt x="0" y="67670"/>
                  </a:cubicBezTo>
                  <a:lnTo>
                    <a:pt x="15975" y="83630"/>
                  </a:lnTo>
                  <a:lnTo>
                    <a:pt x="31950" y="99590"/>
                  </a:lnTo>
                  <a:cubicBezTo>
                    <a:pt x="32589" y="96398"/>
                    <a:pt x="33866" y="93845"/>
                    <a:pt x="35145" y="91291"/>
                  </a:cubicBezTo>
                  <a:cubicBezTo>
                    <a:pt x="46646" y="69585"/>
                    <a:pt x="63261" y="51710"/>
                    <a:pt x="83708" y="37665"/>
                  </a:cubicBezTo>
                  <a:lnTo>
                    <a:pt x="95849" y="30005"/>
                  </a:lnTo>
                  <a:cubicBezTo>
                    <a:pt x="98405" y="28728"/>
                    <a:pt x="99683" y="26174"/>
                    <a:pt x="100322" y="23621"/>
                  </a:cubicBezTo>
                  <a:cubicBezTo>
                    <a:pt x="97766" y="12130"/>
                    <a:pt x="88181" y="1915"/>
                    <a:pt x="75401" y="0"/>
                  </a:cubicBezTo>
                </a:path>
              </a:pathLst>
            </a:custGeom>
            <a:solidFill>
              <a:srgbClr val="0097A9"/>
            </a:solidFill>
            <a:ln w="6390" cap="flat">
              <a:noFill/>
              <a:prstDash val="solid"/>
              <a:miter/>
            </a:ln>
          </p:spPr>
          <p:txBody>
            <a:bodyPr rtlCol="0" anchor="ctr"/>
            <a:lstStyle/>
            <a:p>
              <a:endParaRPr lang="en-US"/>
            </a:p>
          </p:txBody>
        </p:sp>
      </p:grpSp>
      <p:grpSp>
        <p:nvGrpSpPr>
          <p:cNvPr id="699" name="Graphic 4">
            <a:extLst>
              <a:ext uri="{FF2B5EF4-FFF2-40B4-BE49-F238E27FC236}">
                <a16:creationId xmlns:a16="http://schemas.microsoft.com/office/drawing/2014/main" id="{82DFF5F1-360E-A341-8505-E63CC57DCEA4}"/>
              </a:ext>
            </a:extLst>
          </p:cNvPr>
          <p:cNvGrpSpPr>
            <a:grpSpLocks noChangeAspect="1"/>
          </p:cNvGrpSpPr>
          <p:nvPr/>
        </p:nvGrpSpPr>
        <p:grpSpPr>
          <a:xfrm>
            <a:off x="8840477" y="2371173"/>
            <a:ext cx="362312" cy="361971"/>
            <a:chOff x="8840477" y="2371173"/>
            <a:chExt cx="362312" cy="361971"/>
          </a:xfrm>
          <a:solidFill>
            <a:srgbClr val="0097A9"/>
          </a:solidFill>
        </p:grpSpPr>
        <p:sp>
          <p:nvSpPr>
            <p:cNvPr id="700" name="Graphic 4">
              <a:extLst>
                <a:ext uri="{FF2B5EF4-FFF2-40B4-BE49-F238E27FC236}">
                  <a16:creationId xmlns:a16="http://schemas.microsoft.com/office/drawing/2014/main" id="{0A6A236D-CF2B-C84E-B89A-0D889035E128}"/>
                </a:ext>
              </a:extLst>
            </p:cNvPr>
            <p:cNvSpPr/>
            <p:nvPr/>
          </p:nvSpPr>
          <p:spPr>
            <a:xfrm>
              <a:off x="8840477" y="2371173"/>
              <a:ext cx="362312" cy="361971"/>
            </a:xfrm>
            <a:custGeom>
              <a:avLst/>
              <a:gdLst>
                <a:gd name="connsiteX0" fmla="*/ 181474 w 362312"/>
                <a:gd name="connsiteY0" fmla="*/ 349204 h 361971"/>
                <a:gd name="connsiteX1" fmla="*/ 12780 w 362312"/>
                <a:gd name="connsiteY1" fmla="*/ 181305 h 361971"/>
                <a:gd name="connsiteX2" fmla="*/ 180836 w 362312"/>
                <a:gd name="connsiteY2" fmla="*/ 12768 h 361971"/>
                <a:gd name="connsiteX3" fmla="*/ 349529 w 362312"/>
                <a:gd name="connsiteY3" fmla="*/ 180667 h 361971"/>
                <a:gd name="connsiteX4" fmla="*/ 349529 w 362312"/>
                <a:gd name="connsiteY4" fmla="*/ 180667 h 361971"/>
                <a:gd name="connsiteX5" fmla="*/ 181474 w 362312"/>
                <a:gd name="connsiteY5" fmla="*/ 349204 h 361971"/>
                <a:gd name="connsiteX6" fmla="*/ 181474 w 362312"/>
                <a:gd name="connsiteY6" fmla="*/ 0 h 361971"/>
                <a:gd name="connsiteX7" fmla="*/ 0 w 362312"/>
                <a:gd name="connsiteY7" fmla="*/ 180667 h 361971"/>
                <a:gd name="connsiteX8" fmla="*/ 180836 w 362312"/>
                <a:gd name="connsiteY8" fmla="*/ 361972 h 361971"/>
                <a:gd name="connsiteX9" fmla="*/ 362309 w 362312"/>
                <a:gd name="connsiteY9" fmla="*/ 181305 h 361971"/>
                <a:gd name="connsiteX10" fmla="*/ 362309 w 362312"/>
                <a:gd name="connsiteY10" fmla="*/ 181305 h 361971"/>
                <a:gd name="connsiteX11" fmla="*/ 181474 w 362312"/>
                <a:gd name="connsiteY11"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9204"/>
                    <a:pt x="181474" y="349204"/>
                  </a:cubicBezTo>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path>
              </a:pathLst>
            </a:custGeom>
            <a:solidFill>
              <a:srgbClr val="0097A9"/>
            </a:solidFill>
            <a:ln w="6390" cap="flat">
              <a:noFill/>
              <a:prstDash val="solid"/>
              <a:miter/>
            </a:ln>
          </p:spPr>
          <p:txBody>
            <a:bodyPr rtlCol="0" anchor="ctr"/>
            <a:lstStyle/>
            <a:p>
              <a:endParaRPr lang="en-US"/>
            </a:p>
          </p:txBody>
        </p:sp>
        <p:sp>
          <p:nvSpPr>
            <p:cNvPr id="701" name="Graphic 4">
              <a:extLst>
                <a:ext uri="{FF2B5EF4-FFF2-40B4-BE49-F238E27FC236}">
                  <a16:creationId xmlns:a16="http://schemas.microsoft.com/office/drawing/2014/main" id="{1855993E-02BC-214F-B9C6-34DB26082661}"/>
                </a:ext>
              </a:extLst>
            </p:cNvPr>
            <p:cNvSpPr/>
            <p:nvPr/>
          </p:nvSpPr>
          <p:spPr>
            <a:xfrm>
              <a:off x="8931009" y="2446504"/>
              <a:ext cx="179763" cy="213863"/>
            </a:xfrm>
            <a:custGeom>
              <a:avLst/>
              <a:gdLst>
                <a:gd name="connsiteX0" fmla="*/ 169539 w 179763"/>
                <a:gd name="connsiteY0" fmla="*/ 143001 h 213863"/>
                <a:gd name="connsiteX1" fmla="*/ 37906 w 179763"/>
                <a:gd name="connsiteY1" fmla="*/ 140448 h 213863"/>
                <a:gd name="connsiteX2" fmla="*/ 37906 w 179763"/>
                <a:gd name="connsiteY2" fmla="*/ 10853 h 213863"/>
                <a:gd name="connsiteX3" fmla="*/ 37906 w 179763"/>
                <a:gd name="connsiteY3" fmla="*/ 1915 h 213863"/>
                <a:gd name="connsiteX4" fmla="*/ 28960 w 179763"/>
                <a:gd name="connsiteY4" fmla="*/ 1915 h 213863"/>
                <a:gd name="connsiteX5" fmla="*/ 28960 w 179763"/>
                <a:gd name="connsiteY5" fmla="*/ 1915 h 213863"/>
                <a:gd name="connsiteX6" fmla="*/ 33434 w 179763"/>
                <a:gd name="connsiteY6" fmla="*/ 151939 h 213863"/>
                <a:gd name="connsiteX7" fmla="*/ 97972 w 179763"/>
                <a:gd name="connsiteY7" fmla="*/ 180667 h 213863"/>
                <a:gd name="connsiteX8" fmla="*/ 97972 w 179763"/>
                <a:gd name="connsiteY8" fmla="*/ 201095 h 213863"/>
                <a:gd name="connsiteX9" fmla="*/ 55160 w 179763"/>
                <a:gd name="connsiteY9" fmla="*/ 201095 h 213863"/>
                <a:gd name="connsiteX10" fmla="*/ 48770 w 179763"/>
                <a:gd name="connsiteY10" fmla="*/ 207479 h 213863"/>
                <a:gd name="connsiteX11" fmla="*/ 55160 w 179763"/>
                <a:gd name="connsiteY11" fmla="*/ 213863 h 213863"/>
                <a:gd name="connsiteX12" fmla="*/ 152925 w 179763"/>
                <a:gd name="connsiteY12" fmla="*/ 213863 h 213863"/>
                <a:gd name="connsiteX13" fmla="*/ 159315 w 179763"/>
                <a:gd name="connsiteY13" fmla="*/ 207479 h 213863"/>
                <a:gd name="connsiteX14" fmla="*/ 152925 w 179763"/>
                <a:gd name="connsiteY14" fmla="*/ 201095 h 213863"/>
                <a:gd name="connsiteX15" fmla="*/ 110113 w 179763"/>
                <a:gd name="connsiteY15" fmla="*/ 201095 h 213863"/>
                <a:gd name="connsiteX16" fmla="*/ 110113 w 179763"/>
                <a:gd name="connsiteY16" fmla="*/ 181305 h 213863"/>
                <a:gd name="connsiteX17" fmla="*/ 177846 w 179763"/>
                <a:gd name="connsiteY17" fmla="*/ 152577 h 213863"/>
                <a:gd name="connsiteX18" fmla="*/ 177846 w 179763"/>
                <a:gd name="connsiteY18" fmla="*/ 143640 h 213863"/>
                <a:gd name="connsiteX19" fmla="*/ 169539 w 179763"/>
                <a:gd name="connsiteY19" fmla="*/ 143001 h 21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9763" h="213863">
                  <a:moveTo>
                    <a:pt x="169539" y="143001"/>
                  </a:moveTo>
                  <a:cubicBezTo>
                    <a:pt x="132478" y="178752"/>
                    <a:pt x="73690" y="177475"/>
                    <a:pt x="37906" y="140448"/>
                  </a:cubicBezTo>
                  <a:cubicBezTo>
                    <a:pt x="2762" y="104059"/>
                    <a:pt x="2762" y="47241"/>
                    <a:pt x="37906" y="10853"/>
                  </a:cubicBezTo>
                  <a:cubicBezTo>
                    <a:pt x="40463" y="8299"/>
                    <a:pt x="40463" y="4469"/>
                    <a:pt x="37906" y="1915"/>
                  </a:cubicBezTo>
                  <a:cubicBezTo>
                    <a:pt x="35350" y="-638"/>
                    <a:pt x="31516" y="-638"/>
                    <a:pt x="28960" y="1915"/>
                  </a:cubicBezTo>
                  <a:cubicBezTo>
                    <a:pt x="28960" y="1915"/>
                    <a:pt x="28960" y="1915"/>
                    <a:pt x="28960" y="1915"/>
                  </a:cubicBezTo>
                  <a:cubicBezTo>
                    <a:pt x="-11296" y="44688"/>
                    <a:pt x="-9379" y="111720"/>
                    <a:pt x="33434" y="151939"/>
                  </a:cubicBezTo>
                  <a:cubicBezTo>
                    <a:pt x="51325" y="168537"/>
                    <a:pt x="73690" y="178752"/>
                    <a:pt x="97972" y="180667"/>
                  </a:cubicBezTo>
                  <a:lnTo>
                    <a:pt x="97972" y="201095"/>
                  </a:lnTo>
                  <a:lnTo>
                    <a:pt x="55160" y="201095"/>
                  </a:lnTo>
                  <a:cubicBezTo>
                    <a:pt x="51325" y="201095"/>
                    <a:pt x="48770" y="203649"/>
                    <a:pt x="48770" y="207479"/>
                  </a:cubicBezTo>
                  <a:cubicBezTo>
                    <a:pt x="48770" y="211310"/>
                    <a:pt x="51325" y="213863"/>
                    <a:pt x="55160" y="213863"/>
                  </a:cubicBezTo>
                  <a:lnTo>
                    <a:pt x="152925" y="213863"/>
                  </a:lnTo>
                  <a:cubicBezTo>
                    <a:pt x="156759" y="213863"/>
                    <a:pt x="159315" y="211310"/>
                    <a:pt x="159315" y="207479"/>
                  </a:cubicBezTo>
                  <a:cubicBezTo>
                    <a:pt x="159315" y="203649"/>
                    <a:pt x="156759" y="201095"/>
                    <a:pt x="152925" y="201095"/>
                  </a:cubicBezTo>
                  <a:lnTo>
                    <a:pt x="110113" y="201095"/>
                  </a:lnTo>
                  <a:lnTo>
                    <a:pt x="110113" y="181305"/>
                  </a:lnTo>
                  <a:cubicBezTo>
                    <a:pt x="135673" y="180028"/>
                    <a:pt x="159315" y="169814"/>
                    <a:pt x="177846" y="152577"/>
                  </a:cubicBezTo>
                  <a:cubicBezTo>
                    <a:pt x="180402" y="150024"/>
                    <a:pt x="180402" y="146193"/>
                    <a:pt x="177846" y="143640"/>
                  </a:cubicBezTo>
                  <a:cubicBezTo>
                    <a:pt x="175929" y="140448"/>
                    <a:pt x="172095" y="140448"/>
                    <a:pt x="169539" y="143001"/>
                  </a:cubicBezTo>
                </a:path>
              </a:pathLst>
            </a:custGeom>
            <a:solidFill>
              <a:srgbClr val="0097A9"/>
            </a:solidFill>
            <a:ln w="6390" cap="flat">
              <a:noFill/>
              <a:prstDash val="solid"/>
              <a:miter/>
            </a:ln>
          </p:spPr>
          <p:txBody>
            <a:bodyPr rtlCol="0" anchor="ctr"/>
            <a:lstStyle/>
            <a:p>
              <a:endParaRPr lang="en-US"/>
            </a:p>
          </p:txBody>
        </p:sp>
        <p:sp>
          <p:nvSpPr>
            <p:cNvPr id="702" name="Graphic 4">
              <a:extLst>
                <a:ext uri="{FF2B5EF4-FFF2-40B4-BE49-F238E27FC236}">
                  <a16:creationId xmlns:a16="http://schemas.microsoft.com/office/drawing/2014/main" id="{DBC07C80-E130-0E42-923B-F2E3CF13FAF7}"/>
                </a:ext>
              </a:extLst>
            </p:cNvPr>
            <p:cNvSpPr/>
            <p:nvPr/>
          </p:nvSpPr>
          <p:spPr>
            <a:xfrm>
              <a:off x="8958052" y="2443951"/>
              <a:ext cx="155914" cy="155769"/>
            </a:xfrm>
            <a:custGeom>
              <a:avLst/>
              <a:gdLst>
                <a:gd name="connsiteX0" fmla="*/ 77957 w 155914"/>
                <a:gd name="connsiteY0" fmla="*/ 143001 h 155769"/>
                <a:gd name="connsiteX1" fmla="*/ 12780 w 155914"/>
                <a:gd name="connsiteY1" fmla="*/ 77884 h 155769"/>
                <a:gd name="connsiteX2" fmla="*/ 77957 w 155914"/>
                <a:gd name="connsiteY2" fmla="*/ 12768 h 155769"/>
                <a:gd name="connsiteX3" fmla="*/ 143135 w 155914"/>
                <a:gd name="connsiteY3" fmla="*/ 77884 h 155769"/>
                <a:gd name="connsiteX4" fmla="*/ 77957 w 155914"/>
                <a:gd name="connsiteY4" fmla="*/ 143001 h 155769"/>
                <a:gd name="connsiteX5" fmla="*/ 77957 w 155914"/>
                <a:gd name="connsiteY5" fmla="*/ 0 h 155769"/>
                <a:gd name="connsiteX6" fmla="*/ 0 w 155914"/>
                <a:gd name="connsiteY6" fmla="*/ 77884 h 155769"/>
                <a:gd name="connsiteX7" fmla="*/ 77957 w 155914"/>
                <a:gd name="connsiteY7" fmla="*/ 155769 h 155769"/>
                <a:gd name="connsiteX8" fmla="*/ 155915 w 155914"/>
                <a:gd name="connsiteY8" fmla="*/ 77884 h 155769"/>
                <a:gd name="connsiteX9" fmla="*/ 77957 w 155914"/>
                <a:gd name="connsiteY9" fmla="*/ 0 h 155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5914" h="155769">
                  <a:moveTo>
                    <a:pt x="77957" y="143001"/>
                  </a:moveTo>
                  <a:cubicBezTo>
                    <a:pt x="42173" y="143001"/>
                    <a:pt x="12780" y="113635"/>
                    <a:pt x="12780" y="77884"/>
                  </a:cubicBezTo>
                  <a:cubicBezTo>
                    <a:pt x="12780" y="42134"/>
                    <a:pt x="42173" y="12768"/>
                    <a:pt x="77957" y="12768"/>
                  </a:cubicBezTo>
                  <a:cubicBezTo>
                    <a:pt x="113740" y="12768"/>
                    <a:pt x="143135" y="42134"/>
                    <a:pt x="143135" y="77884"/>
                  </a:cubicBezTo>
                  <a:cubicBezTo>
                    <a:pt x="143135" y="113635"/>
                    <a:pt x="114380" y="143001"/>
                    <a:pt x="77957" y="143001"/>
                  </a:cubicBezTo>
                  <a:moveTo>
                    <a:pt x="77957" y="0"/>
                  </a:moveTo>
                  <a:cubicBezTo>
                    <a:pt x="35145" y="0"/>
                    <a:pt x="0" y="35112"/>
                    <a:pt x="0" y="77884"/>
                  </a:cubicBezTo>
                  <a:cubicBezTo>
                    <a:pt x="0" y="120657"/>
                    <a:pt x="35145" y="155769"/>
                    <a:pt x="77957" y="155769"/>
                  </a:cubicBezTo>
                  <a:cubicBezTo>
                    <a:pt x="120770" y="155769"/>
                    <a:pt x="155915" y="120657"/>
                    <a:pt x="155915" y="77884"/>
                  </a:cubicBezTo>
                  <a:cubicBezTo>
                    <a:pt x="155915" y="34473"/>
                    <a:pt x="121409" y="0"/>
                    <a:pt x="77957" y="0"/>
                  </a:cubicBezTo>
                </a:path>
              </a:pathLst>
            </a:custGeom>
            <a:solidFill>
              <a:srgbClr val="0097A9"/>
            </a:solidFill>
            <a:ln w="6390" cap="flat">
              <a:noFill/>
              <a:prstDash val="solid"/>
              <a:miter/>
            </a:ln>
          </p:spPr>
          <p:txBody>
            <a:bodyPr rtlCol="0" anchor="ctr"/>
            <a:lstStyle/>
            <a:p>
              <a:endParaRPr lang="en-US"/>
            </a:p>
          </p:txBody>
        </p:sp>
      </p:grpSp>
      <p:grpSp>
        <p:nvGrpSpPr>
          <p:cNvPr id="703" name="Graphic 4">
            <a:extLst>
              <a:ext uri="{FF2B5EF4-FFF2-40B4-BE49-F238E27FC236}">
                <a16:creationId xmlns:a16="http://schemas.microsoft.com/office/drawing/2014/main" id="{E02BD7F0-F401-A740-ACE3-EEF196B4433D}"/>
              </a:ext>
            </a:extLst>
          </p:cNvPr>
          <p:cNvGrpSpPr>
            <a:grpSpLocks noChangeAspect="1"/>
          </p:cNvGrpSpPr>
          <p:nvPr/>
        </p:nvGrpSpPr>
        <p:grpSpPr>
          <a:xfrm>
            <a:off x="9279466" y="2371173"/>
            <a:ext cx="361674" cy="361971"/>
            <a:chOff x="9279466" y="2371173"/>
            <a:chExt cx="361674" cy="361971"/>
          </a:xfrm>
          <a:solidFill>
            <a:srgbClr val="0097A9"/>
          </a:solidFill>
        </p:grpSpPr>
        <p:sp>
          <p:nvSpPr>
            <p:cNvPr id="704" name="Graphic 4">
              <a:extLst>
                <a:ext uri="{FF2B5EF4-FFF2-40B4-BE49-F238E27FC236}">
                  <a16:creationId xmlns:a16="http://schemas.microsoft.com/office/drawing/2014/main" id="{B13C299C-2E38-5C4C-8016-13EC9206DC6B}"/>
                </a:ext>
              </a:extLst>
            </p:cNvPr>
            <p:cNvSpPr/>
            <p:nvPr/>
          </p:nvSpPr>
          <p:spPr>
            <a:xfrm>
              <a:off x="9279466" y="2371173"/>
              <a:ext cx="361674" cy="361971"/>
            </a:xfrm>
            <a:custGeom>
              <a:avLst/>
              <a:gdLst>
                <a:gd name="connsiteX0" fmla="*/ 194893 w 361674"/>
                <a:gd name="connsiteY0" fmla="*/ 228547 h 361971"/>
                <a:gd name="connsiteX1" fmla="*/ 116936 w 361674"/>
                <a:gd name="connsiteY1" fmla="*/ 150662 h 361971"/>
                <a:gd name="connsiteX2" fmla="*/ 194893 w 361674"/>
                <a:gd name="connsiteY2" fmla="*/ 72778 h 361971"/>
                <a:gd name="connsiteX3" fmla="*/ 272851 w 361674"/>
                <a:gd name="connsiteY3" fmla="*/ 150662 h 361971"/>
                <a:gd name="connsiteX4" fmla="*/ 272851 w 361674"/>
                <a:gd name="connsiteY4" fmla="*/ 150662 h 361971"/>
                <a:gd name="connsiteX5" fmla="*/ 194893 w 361674"/>
                <a:gd name="connsiteY5" fmla="*/ 228547 h 361971"/>
                <a:gd name="connsiteX6" fmla="*/ 267739 w 361674"/>
                <a:gd name="connsiteY6" fmla="*/ 227270 h 361971"/>
                <a:gd name="connsiteX7" fmla="*/ 200005 w 361674"/>
                <a:gd name="connsiteY7" fmla="*/ 255998 h 361971"/>
                <a:gd name="connsiteX8" fmla="*/ 200005 w 361674"/>
                <a:gd name="connsiteY8" fmla="*/ 275788 h 361971"/>
                <a:gd name="connsiteX9" fmla="*/ 242818 w 361674"/>
                <a:gd name="connsiteY9" fmla="*/ 275788 h 361971"/>
                <a:gd name="connsiteX10" fmla="*/ 249208 w 361674"/>
                <a:gd name="connsiteY10" fmla="*/ 282172 h 361971"/>
                <a:gd name="connsiteX11" fmla="*/ 242818 w 361674"/>
                <a:gd name="connsiteY11" fmla="*/ 288556 h 361971"/>
                <a:gd name="connsiteX12" fmla="*/ 144413 w 361674"/>
                <a:gd name="connsiteY12" fmla="*/ 288556 h 361971"/>
                <a:gd name="connsiteX13" fmla="*/ 138023 w 361674"/>
                <a:gd name="connsiteY13" fmla="*/ 282172 h 361971"/>
                <a:gd name="connsiteX14" fmla="*/ 144413 w 361674"/>
                <a:gd name="connsiteY14" fmla="*/ 275788 h 361971"/>
                <a:gd name="connsiteX15" fmla="*/ 187225 w 361674"/>
                <a:gd name="connsiteY15" fmla="*/ 275788 h 361971"/>
                <a:gd name="connsiteX16" fmla="*/ 187225 w 361674"/>
                <a:gd name="connsiteY16" fmla="*/ 255359 h 361971"/>
                <a:gd name="connsiteX17" fmla="*/ 89459 w 361674"/>
                <a:gd name="connsiteY17" fmla="*/ 141724 h 361971"/>
                <a:gd name="connsiteX18" fmla="*/ 118214 w 361674"/>
                <a:gd name="connsiteY18" fmla="*/ 77246 h 361971"/>
                <a:gd name="connsiteX19" fmla="*/ 127160 w 361674"/>
                <a:gd name="connsiteY19" fmla="*/ 77246 h 361971"/>
                <a:gd name="connsiteX20" fmla="*/ 127160 w 361674"/>
                <a:gd name="connsiteY20" fmla="*/ 77246 h 361971"/>
                <a:gd name="connsiteX21" fmla="*/ 127160 w 361674"/>
                <a:gd name="connsiteY21" fmla="*/ 86184 h 361971"/>
                <a:gd name="connsiteX22" fmla="*/ 129716 w 361674"/>
                <a:gd name="connsiteY22" fmla="*/ 217694 h 361971"/>
                <a:gd name="connsiteX23" fmla="*/ 259432 w 361674"/>
                <a:gd name="connsiteY23" fmla="*/ 217694 h 361971"/>
                <a:gd name="connsiteX24" fmla="*/ 268377 w 361674"/>
                <a:gd name="connsiteY24" fmla="*/ 217694 h 361971"/>
                <a:gd name="connsiteX25" fmla="*/ 267739 w 361674"/>
                <a:gd name="connsiteY25" fmla="*/ 227270 h 361971"/>
                <a:gd name="connsiteX26" fmla="*/ 267739 w 361674"/>
                <a:gd name="connsiteY26" fmla="*/ 227270 h 361971"/>
                <a:gd name="connsiteX27" fmla="*/ 180836 w 361674"/>
                <a:gd name="connsiteY27" fmla="*/ 0 h 361971"/>
                <a:gd name="connsiteX28" fmla="*/ 0 w 361674"/>
                <a:gd name="connsiteY28" fmla="*/ 180667 h 361971"/>
                <a:gd name="connsiteX29" fmla="*/ 180836 w 361674"/>
                <a:gd name="connsiteY29" fmla="*/ 361972 h 361971"/>
                <a:gd name="connsiteX30" fmla="*/ 361671 w 361674"/>
                <a:gd name="connsiteY30" fmla="*/ 181305 h 361971"/>
                <a:gd name="connsiteX31" fmla="*/ 361671 w 361674"/>
                <a:gd name="connsiteY31" fmla="*/ 181305 h 361971"/>
                <a:gd name="connsiteX32" fmla="*/ 180836 w 361674"/>
                <a:gd name="connsiteY32" fmla="*/ 0 h 361971"/>
                <a:gd name="connsiteX33" fmla="*/ 180836 w 361674"/>
                <a:gd name="connsiteY33"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1674" h="361971">
                  <a:moveTo>
                    <a:pt x="194893" y="228547"/>
                  </a:moveTo>
                  <a:cubicBezTo>
                    <a:pt x="152081" y="228547"/>
                    <a:pt x="116936" y="193435"/>
                    <a:pt x="116936" y="150662"/>
                  </a:cubicBezTo>
                  <a:cubicBezTo>
                    <a:pt x="116936" y="107889"/>
                    <a:pt x="152081" y="72778"/>
                    <a:pt x="194893" y="72778"/>
                  </a:cubicBezTo>
                  <a:cubicBezTo>
                    <a:pt x="237706" y="72778"/>
                    <a:pt x="272851" y="107889"/>
                    <a:pt x="272851" y="150662"/>
                  </a:cubicBezTo>
                  <a:lnTo>
                    <a:pt x="272851" y="150662"/>
                  </a:lnTo>
                  <a:cubicBezTo>
                    <a:pt x="272851" y="193435"/>
                    <a:pt x="237706" y="228547"/>
                    <a:pt x="194893" y="228547"/>
                  </a:cubicBezTo>
                  <a:moveTo>
                    <a:pt x="267739" y="227270"/>
                  </a:moveTo>
                  <a:cubicBezTo>
                    <a:pt x="249208" y="244507"/>
                    <a:pt x="224926" y="254721"/>
                    <a:pt x="200005" y="255998"/>
                  </a:cubicBezTo>
                  <a:lnTo>
                    <a:pt x="200005" y="275788"/>
                  </a:lnTo>
                  <a:lnTo>
                    <a:pt x="242818" y="275788"/>
                  </a:lnTo>
                  <a:cubicBezTo>
                    <a:pt x="246652" y="275788"/>
                    <a:pt x="249208" y="278342"/>
                    <a:pt x="249208" y="282172"/>
                  </a:cubicBezTo>
                  <a:cubicBezTo>
                    <a:pt x="249208" y="286003"/>
                    <a:pt x="246652" y="288556"/>
                    <a:pt x="242818" y="288556"/>
                  </a:cubicBezTo>
                  <a:lnTo>
                    <a:pt x="144413" y="288556"/>
                  </a:lnTo>
                  <a:cubicBezTo>
                    <a:pt x="140579" y="288556"/>
                    <a:pt x="138023" y="286003"/>
                    <a:pt x="138023" y="282172"/>
                  </a:cubicBezTo>
                  <a:cubicBezTo>
                    <a:pt x="138023" y="278342"/>
                    <a:pt x="140579" y="275788"/>
                    <a:pt x="144413" y="275788"/>
                  </a:cubicBezTo>
                  <a:lnTo>
                    <a:pt x="187225" y="275788"/>
                  </a:lnTo>
                  <a:lnTo>
                    <a:pt x="187225" y="255359"/>
                  </a:lnTo>
                  <a:cubicBezTo>
                    <a:pt x="129077" y="250891"/>
                    <a:pt x="84986" y="199819"/>
                    <a:pt x="89459" y="141724"/>
                  </a:cubicBezTo>
                  <a:cubicBezTo>
                    <a:pt x="91376" y="117465"/>
                    <a:pt x="101600" y="94483"/>
                    <a:pt x="118214" y="77246"/>
                  </a:cubicBezTo>
                  <a:cubicBezTo>
                    <a:pt x="120770" y="74693"/>
                    <a:pt x="124604" y="74693"/>
                    <a:pt x="127160" y="77246"/>
                  </a:cubicBezTo>
                  <a:cubicBezTo>
                    <a:pt x="127160" y="77246"/>
                    <a:pt x="127160" y="77246"/>
                    <a:pt x="127160" y="77246"/>
                  </a:cubicBezTo>
                  <a:cubicBezTo>
                    <a:pt x="129716" y="79800"/>
                    <a:pt x="129716" y="83630"/>
                    <a:pt x="127160" y="86184"/>
                  </a:cubicBezTo>
                  <a:cubicBezTo>
                    <a:pt x="91376" y="123211"/>
                    <a:pt x="92654" y="181944"/>
                    <a:pt x="129716" y="217694"/>
                  </a:cubicBezTo>
                  <a:cubicBezTo>
                    <a:pt x="166138" y="252167"/>
                    <a:pt x="223009" y="252167"/>
                    <a:pt x="259432" y="217694"/>
                  </a:cubicBezTo>
                  <a:cubicBezTo>
                    <a:pt x="261987" y="215140"/>
                    <a:pt x="265822" y="215140"/>
                    <a:pt x="268377" y="217694"/>
                  </a:cubicBezTo>
                  <a:cubicBezTo>
                    <a:pt x="270295" y="220886"/>
                    <a:pt x="270295" y="224716"/>
                    <a:pt x="267739" y="227270"/>
                  </a:cubicBezTo>
                  <a:cubicBezTo>
                    <a:pt x="267739" y="227270"/>
                    <a:pt x="267739" y="227270"/>
                    <a:pt x="267739" y="227270"/>
                  </a:cubicBezTo>
                  <a:moveTo>
                    <a:pt x="180836" y="0"/>
                  </a:moveTo>
                  <a:cubicBezTo>
                    <a:pt x="80514" y="0"/>
                    <a:pt x="0" y="81077"/>
                    <a:pt x="0" y="180667"/>
                  </a:cubicBezTo>
                  <a:cubicBezTo>
                    <a:pt x="0" y="280895"/>
                    <a:pt x="81153" y="361972"/>
                    <a:pt x="180836" y="361972"/>
                  </a:cubicBezTo>
                  <a:cubicBezTo>
                    <a:pt x="281157" y="361972"/>
                    <a:pt x="361671" y="280895"/>
                    <a:pt x="361671" y="181305"/>
                  </a:cubicBezTo>
                  <a:cubicBezTo>
                    <a:pt x="361671" y="181305"/>
                    <a:pt x="361671" y="181305"/>
                    <a:pt x="361671" y="181305"/>
                  </a:cubicBezTo>
                  <a:cubicBezTo>
                    <a:pt x="362310" y="80438"/>
                    <a:pt x="281157" y="0"/>
                    <a:pt x="180836" y="0"/>
                  </a:cubicBezTo>
                  <a:cubicBezTo>
                    <a:pt x="180836" y="0"/>
                    <a:pt x="180836" y="0"/>
                    <a:pt x="180836" y="0"/>
                  </a:cubicBezTo>
                </a:path>
              </a:pathLst>
            </a:custGeom>
            <a:solidFill>
              <a:srgbClr val="0097A9"/>
            </a:solidFill>
            <a:ln w="6390" cap="flat">
              <a:noFill/>
              <a:prstDash val="solid"/>
              <a:miter/>
            </a:ln>
          </p:spPr>
          <p:txBody>
            <a:bodyPr rtlCol="0" anchor="ctr"/>
            <a:lstStyle/>
            <a:p>
              <a:endParaRPr lang="en-US"/>
            </a:p>
          </p:txBody>
        </p:sp>
        <p:sp>
          <p:nvSpPr>
            <p:cNvPr id="705" name="Graphic 4">
              <a:extLst>
                <a:ext uri="{FF2B5EF4-FFF2-40B4-BE49-F238E27FC236}">
                  <a16:creationId xmlns:a16="http://schemas.microsoft.com/office/drawing/2014/main" id="{6DCE9DDD-75D8-FB49-BE81-C82E6B37E135}"/>
                </a:ext>
              </a:extLst>
            </p:cNvPr>
            <p:cNvSpPr/>
            <p:nvPr/>
          </p:nvSpPr>
          <p:spPr>
            <a:xfrm>
              <a:off x="9409182" y="2456719"/>
              <a:ext cx="130354" cy="130233"/>
            </a:xfrm>
            <a:custGeom>
              <a:avLst/>
              <a:gdLst>
                <a:gd name="connsiteX0" fmla="*/ 65177 w 130354"/>
                <a:gd name="connsiteY0" fmla="*/ 0 h 130233"/>
                <a:gd name="connsiteX1" fmla="*/ 0 w 130354"/>
                <a:gd name="connsiteY1" fmla="*/ 65117 h 130233"/>
                <a:gd name="connsiteX2" fmla="*/ 65177 w 130354"/>
                <a:gd name="connsiteY2" fmla="*/ 130233 h 130233"/>
                <a:gd name="connsiteX3" fmla="*/ 130355 w 130354"/>
                <a:gd name="connsiteY3" fmla="*/ 65117 h 130233"/>
                <a:gd name="connsiteX4" fmla="*/ 130355 w 130354"/>
                <a:gd name="connsiteY4" fmla="*/ 65117 h 130233"/>
                <a:gd name="connsiteX5" fmla="*/ 65177 w 130354"/>
                <a:gd name="connsiteY5" fmla="*/ 0 h 13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354" h="130233">
                  <a:moveTo>
                    <a:pt x="65177" y="0"/>
                  </a:moveTo>
                  <a:cubicBezTo>
                    <a:pt x="29394" y="0"/>
                    <a:pt x="0" y="29366"/>
                    <a:pt x="0" y="65117"/>
                  </a:cubicBezTo>
                  <a:cubicBezTo>
                    <a:pt x="0" y="100867"/>
                    <a:pt x="29394" y="130233"/>
                    <a:pt x="65177" y="130233"/>
                  </a:cubicBezTo>
                  <a:cubicBezTo>
                    <a:pt x="100961" y="130233"/>
                    <a:pt x="130355" y="100867"/>
                    <a:pt x="130355" y="65117"/>
                  </a:cubicBezTo>
                  <a:lnTo>
                    <a:pt x="130355" y="65117"/>
                  </a:lnTo>
                  <a:cubicBezTo>
                    <a:pt x="130355" y="28728"/>
                    <a:pt x="100961" y="0"/>
                    <a:pt x="65177" y="0"/>
                  </a:cubicBezTo>
                </a:path>
              </a:pathLst>
            </a:custGeom>
            <a:solidFill>
              <a:srgbClr val="0097A9"/>
            </a:solidFill>
            <a:ln w="6390" cap="flat">
              <a:noFill/>
              <a:prstDash val="solid"/>
              <a:miter/>
            </a:ln>
          </p:spPr>
          <p:txBody>
            <a:bodyPr rtlCol="0" anchor="ctr"/>
            <a:lstStyle/>
            <a:p>
              <a:endParaRPr lang="en-US"/>
            </a:p>
          </p:txBody>
        </p:sp>
      </p:grpSp>
      <p:grpSp>
        <p:nvGrpSpPr>
          <p:cNvPr id="706" name="Graphic 4">
            <a:extLst>
              <a:ext uri="{FF2B5EF4-FFF2-40B4-BE49-F238E27FC236}">
                <a16:creationId xmlns:a16="http://schemas.microsoft.com/office/drawing/2014/main" id="{C33FF72A-D7CC-B444-AC38-81399AE68DF0}"/>
              </a:ext>
            </a:extLst>
          </p:cNvPr>
          <p:cNvGrpSpPr>
            <a:grpSpLocks noChangeAspect="1"/>
          </p:cNvGrpSpPr>
          <p:nvPr/>
        </p:nvGrpSpPr>
        <p:grpSpPr>
          <a:xfrm>
            <a:off x="3607758" y="2855717"/>
            <a:ext cx="362309" cy="361971"/>
            <a:chOff x="3607758" y="2855717"/>
            <a:chExt cx="362309" cy="361971"/>
          </a:xfrm>
          <a:solidFill>
            <a:srgbClr val="00ABAB"/>
          </a:solidFill>
        </p:grpSpPr>
        <p:sp>
          <p:nvSpPr>
            <p:cNvPr id="707" name="Graphic 4">
              <a:extLst>
                <a:ext uri="{FF2B5EF4-FFF2-40B4-BE49-F238E27FC236}">
                  <a16:creationId xmlns:a16="http://schemas.microsoft.com/office/drawing/2014/main" id="{4AAA5051-53CC-A04C-AFE6-7E581EF97A1A}"/>
                </a:ext>
              </a:extLst>
            </p:cNvPr>
            <p:cNvSpPr/>
            <p:nvPr/>
          </p:nvSpPr>
          <p:spPr>
            <a:xfrm>
              <a:off x="3607758" y="28557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0667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0438"/>
                    <a:pt x="0" y="180667"/>
                  </a:cubicBezTo>
                  <a:cubicBezTo>
                    <a:pt x="0" y="280895"/>
                    <a:pt x="80513" y="361972"/>
                    <a:pt x="180836" y="361972"/>
                  </a:cubicBezTo>
                  <a:cubicBezTo>
                    <a:pt x="281157" y="361972"/>
                    <a:pt x="362310" y="281533"/>
                    <a:pt x="362310" y="181305"/>
                  </a:cubicBezTo>
                  <a:cubicBezTo>
                    <a:pt x="362310" y="181305"/>
                    <a:pt x="362310" y="181305"/>
                    <a:pt x="362310" y="180667"/>
                  </a:cubicBezTo>
                  <a:cubicBezTo>
                    <a:pt x="362310" y="81076"/>
                    <a:pt x="281157" y="0"/>
                    <a:pt x="181474" y="0"/>
                  </a:cubicBezTo>
                  <a:close/>
                  <a:moveTo>
                    <a:pt x="181474" y="349204"/>
                  </a:moveTo>
                  <a:cubicBezTo>
                    <a:pt x="88181" y="349204"/>
                    <a:pt x="12780" y="274511"/>
                    <a:pt x="12780" y="181305"/>
                  </a:cubicBezTo>
                  <a:cubicBezTo>
                    <a:pt x="12780" y="88099"/>
                    <a:pt x="87542" y="12768"/>
                    <a:pt x="180836" y="12768"/>
                  </a:cubicBezTo>
                  <a:cubicBezTo>
                    <a:pt x="274128" y="12768"/>
                    <a:pt x="349530" y="87460"/>
                    <a:pt x="349530" y="180667"/>
                  </a:cubicBezTo>
                  <a:cubicBezTo>
                    <a:pt x="349530" y="180667"/>
                    <a:pt x="349530" y="180667"/>
                    <a:pt x="349530" y="180667"/>
                  </a:cubicBezTo>
                  <a:cubicBezTo>
                    <a:pt x="349530" y="273234"/>
                    <a:pt x="274128" y="348565"/>
                    <a:pt x="181474" y="349204"/>
                  </a:cubicBezTo>
                  <a:close/>
                </a:path>
              </a:pathLst>
            </a:custGeom>
            <a:solidFill>
              <a:srgbClr val="00ABAB"/>
            </a:solidFill>
            <a:ln w="6390" cap="flat">
              <a:noFill/>
              <a:prstDash val="solid"/>
              <a:miter/>
            </a:ln>
          </p:spPr>
          <p:txBody>
            <a:bodyPr rtlCol="0" anchor="ctr"/>
            <a:lstStyle/>
            <a:p>
              <a:endParaRPr lang="en-US"/>
            </a:p>
          </p:txBody>
        </p:sp>
        <p:sp>
          <p:nvSpPr>
            <p:cNvPr id="708" name="Graphic 4">
              <a:extLst>
                <a:ext uri="{FF2B5EF4-FFF2-40B4-BE49-F238E27FC236}">
                  <a16:creationId xmlns:a16="http://schemas.microsoft.com/office/drawing/2014/main" id="{CC3A8145-0B63-844E-8AD9-0C4D8A5926E0}"/>
                </a:ext>
              </a:extLst>
            </p:cNvPr>
            <p:cNvSpPr/>
            <p:nvPr/>
          </p:nvSpPr>
          <p:spPr>
            <a:xfrm>
              <a:off x="3767506" y="2938709"/>
              <a:ext cx="43451" cy="43411"/>
            </a:xfrm>
            <a:custGeom>
              <a:avLst/>
              <a:gdLst>
                <a:gd name="connsiteX0" fmla="*/ 21726 w 43451"/>
                <a:gd name="connsiteY0" fmla="*/ 43411 h 43411"/>
                <a:gd name="connsiteX1" fmla="*/ 43452 w 43451"/>
                <a:gd name="connsiteY1" fmla="*/ 21706 h 43411"/>
                <a:gd name="connsiteX2" fmla="*/ 21726 w 43451"/>
                <a:gd name="connsiteY2" fmla="*/ 0 h 43411"/>
                <a:gd name="connsiteX3" fmla="*/ 0 w 43451"/>
                <a:gd name="connsiteY3" fmla="*/ 21706 h 43411"/>
                <a:gd name="connsiteX4" fmla="*/ 0 w 43451"/>
                <a:gd name="connsiteY4" fmla="*/ 21706 h 43411"/>
                <a:gd name="connsiteX5" fmla="*/ 21726 w 43451"/>
                <a:gd name="connsiteY5" fmla="*/ 43411 h 43411"/>
                <a:gd name="connsiteX6" fmla="*/ 21726 w 43451"/>
                <a:gd name="connsiteY6" fmla="*/ 12768 h 43411"/>
                <a:gd name="connsiteX7" fmla="*/ 31311 w 43451"/>
                <a:gd name="connsiteY7" fmla="*/ 21067 h 43411"/>
                <a:gd name="connsiteX8" fmla="*/ 23004 w 43451"/>
                <a:gd name="connsiteY8" fmla="*/ 30643 h 43411"/>
                <a:gd name="connsiteX9" fmla="*/ 21726 w 43451"/>
                <a:gd name="connsiteY9" fmla="*/ 30643 h 43411"/>
                <a:gd name="connsiteX10" fmla="*/ 13419 w 43451"/>
                <a:gd name="connsiteY10" fmla="*/ 21067 h 43411"/>
                <a:gd name="connsiteX11" fmla="*/ 21726 w 43451"/>
                <a:gd name="connsiteY11" fmla="*/ 12768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51" h="43411">
                  <a:moveTo>
                    <a:pt x="21726" y="43411"/>
                  </a:moveTo>
                  <a:cubicBezTo>
                    <a:pt x="33867" y="43411"/>
                    <a:pt x="43452" y="33835"/>
                    <a:pt x="43452" y="21706"/>
                  </a:cubicBezTo>
                  <a:cubicBezTo>
                    <a:pt x="43452" y="9576"/>
                    <a:pt x="33867" y="0"/>
                    <a:pt x="21726" y="0"/>
                  </a:cubicBezTo>
                  <a:cubicBezTo>
                    <a:pt x="9585" y="0"/>
                    <a:pt x="0" y="9576"/>
                    <a:pt x="0" y="21706"/>
                  </a:cubicBezTo>
                  <a:cubicBezTo>
                    <a:pt x="0" y="21706"/>
                    <a:pt x="0" y="21706"/>
                    <a:pt x="0" y="21706"/>
                  </a:cubicBezTo>
                  <a:cubicBezTo>
                    <a:pt x="0" y="33835"/>
                    <a:pt x="9585" y="43411"/>
                    <a:pt x="21726" y="43411"/>
                  </a:cubicBezTo>
                  <a:close/>
                  <a:moveTo>
                    <a:pt x="21726" y="12768"/>
                  </a:moveTo>
                  <a:cubicBezTo>
                    <a:pt x="26838" y="12130"/>
                    <a:pt x="30672" y="15960"/>
                    <a:pt x="31311" y="21067"/>
                  </a:cubicBezTo>
                  <a:cubicBezTo>
                    <a:pt x="31950" y="26174"/>
                    <a:pt x="28116" y="30005"/>
                    <a:pt x="23004" y="30643"/>
                  </a:cubicBezTo>
                  <a:cubicBezTo>
                    <a:pt x="22365" y="30643"/>
                    <a:pt x="21726" y="30643"/>
                    <a:pt x="21726" y="30643"/>
                  </a:cubicBezTo>
                  <a:cubicBezTo>
                    <a:pt x="16614" y="30005"/>
                    <a:pt x="13419" y="26174"/>
                    <a:pt x="13419" y="21067"/>
                  </a:cubicBezTo>
                  <a:cubicBezTo>
                    <a:pt x="14058" y="16598"/>
                    <a:pt x="17253" y="13406"/>
                    <a:pt x="21726" y="12768"/>
                  </a:cubicBezTo>
                  <a:close/>
                </a:path>
              </a:pathLst>
            </a:custGeom>
            <a:solidFill>
              <a:srgbClr val="00ABAB"/>
            </a:solidFill>
            <a:ln w="6390" cap="flat">
              <a:noFill/>
              <a:prstDash val="solid"/>
              <a:miter/>
            </a:ln>
          </p:spPr>
          <p:txBody>
            <a:bodyPr rtlCol="0" anchor="ctr"/>
            <a:lstStyle/>
            <a:p>
              <a:endParaRPr lang="en-US"/>
            </a:p>
          </p:txBody>
        </p:sp>
        <p:sp>
          <p:nvSpPr>
            <p:cNvPr id="709" name="Graphic 4">
              <a:extLst>
                <a:ext uri="{FF2B5EF4-FFF2-40B4-BE49-F238E27FC236}">
                  <a16:creationId xmlns:a16="http://schemas.microsoft.com/office/drawing/2014/main" id="{521C4FFA-1F94-9B42-BDB3-C286FA59D8AC}"/>
                </a:ext>
              </a:extLst>
            </p:cNvPr>
            <p:cNvSpPr/>
            <p:nvPr/>
          </p:nvSpPr>
          <p:spPr>
            <a:xfrm>
              <a:off x="3676130" y="2999357"/>
              <a:ext cx="225564" cy="134701"/>
            </a:xfrm>
            <a:custGeom>
              <a:avLst/>
              <a:gdLst>
                <a:gd name="connsiteX0" fmla="*/ 219175 w 225564"/>
                <a:gd name="connsiteY0" fmla="*/ 121934 h 134701"/>
                <a:gd name="connsiteX1" fmla="*/ 210229 w 225564"/>
                <a:gd name="connsiteY1" fmla="*/ 121934 h 134701"/>
                <a:gd name="connsiteX2" fmla="*/ 210229 w 225564"/>
                <a:gd name="connsiteY2" fmla="*/ 44688 h 134701"/>
                <a:gd name="connsiteX3" fmla="*/ 203839 w 225564"/>
                <a:gd name="connsiteY3" fmla="*/ 38304 h 134701"/>
                <a:gd name="connsiteX4" fmla="*/ 149525 w 225564"/>
                <a:gd name="connsiteY4" fmla="*/ 38304 h 134701"/>
                <a:gd name="connsiteX5" fmla="*/ 149525 w 225564"/>
                <a:gd name="connsiteY5" fmla="*/ 6384 h 134701"/>
                <a:gd name="connsiteX6" fmla="*/ 143135 w 225564"/>
                <a:gd name="connsiteY6" fmla="*/ 0 h 134701"/>
                <a:gd name="connsiteX7" fmla="*/ 82430 w 225564"/>
                <a:gd name="connsiteY7" fmla="*/ 0 h 134701"/>
                <a:gd name="connsiteX8" fmla="*/ 76040 w 225564"/>
                <a:gd name="connsiteY8" fmla="*/ 6384 h 134701"/>
                <a:gd name="connsiteX9" fmla="*/ 76040 w 225564"/>
                <a:gd name="connsiteY9" fmla="*/ 38304 h 134701"/>
                <a:gd name="connsiteX10" fmla="*/ 21726 w 225564"/>
                <a:gd name="connsiteY10" fmla="*/ 38304 h 134701"/>
                <a:gd name="connsiteX11" fmla="*/ 15336 w 225564"/>
                <a:gd name="connsiteY11" fmla="*/ 44688 h 134701"/>
                <a:gd name="connsiteX12" fmla="*/ 15336 w 225564"/>
                <a:gd name="connsiteY12" fmla="*/ 121934 h 134701"/>
                <a:gd name="connsiteX13" fmla="*/ 6390 w 225564"/>
                <a:gd name="connsiteY13" fmla="*/ 121934 h 134701"/>
                <a:gd name="connsiteX14" fmla="*/ 0 w 225564"/>
                <a:gd name="connsiteY14" fmla="*/ 128318 h 134701"/>
                <a:gd name="connsiteX15" fmla="*/ 6390 w 225564"/>
                <a:gd name="connsiteY15" fmla="*/ 134702 h 134701"/>
                <a:gd name="connsiteX16" fmla="*/ 219175 w 225564"/>
                <a:gd name="connsiteY16" fmla="*/ 134702 h 134701"/>
                <a:gd name="connsiteX17" fmla="*/ 225565 w 225564"/>
                <a:gd name="connsiteY17" fmla="*/ 128318 h 134701"/>
                <a:gd name="connsiteX18" fmla="*/ 219175 w 225564"/>
                <a:gd name="connsiteY18" fmla="*/ 121934 h 134701"/>
                <a:gd name="connsiteX19" fmla="*/ 88820 w 225564"/>
                <a:gd name="connsiteY19" fmla="*/ 13406 h 134701"/>
                <a:gd name="connsiteX20" fmla="*/ 136745 w 225564"/>
                <a:gd name="connsiteY20" fmla="*/ 13406 h 134701"/>
                <a:gd name="connsiteX21" fmla="*/ 136745 w 225564"/>
                <a:gd name="connsiteY21" fmla="*/ 38942 h 134701"/>
                <a:gd name="connsiteX22" fmla="*/ 88820 w 225564"/>
                <a:gd name="connsiteY22" fmla="*/ 38942 h 134701"/>
                <a:gd name="connsiteX23" fmla="*/ 88820 w 225564"/>
                <a:gd name="connsiteY23" fmla="*/ 13406 h 134701"/>
                <a:gd name="connsiteX24" fmla="*/ 28116 w 225564"/>
                <a:gd name="connsiteY24" fmla="*/ 51072 h 134701"/>
                <a:gd name="connsiteX25" fmla="*/ 197449 w 225564"/>
                <a:gd name="connsiteY25" fmla="*/ 51072 h 134701"/>
                <a:gd name="connsiteX26" fmla="*/ 197449 w 225564"/>
                <a:gd name="connsiteY26" fmla="*/ 121934 h 134701"/>
                <a:gd name="connsiteX27" fmla="*/ 28116 w 225564"/>
                <a:gd name="connsiteY27" fmla="*/ 121934 h 134701"/>
                <a:gd name="connsiteX28" fmla="*/ 28116 w 225564"/>
                <a:gd name="connsiteY28" fmla="*/ 51072 h 134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25564" h="134701">
                  <a:moveTo>
                    <a:pt x="219175" y="121934"/>
                  </a:moveTo>
                  <a:lnTo>
                    <a:pt x="210229" y="121934"/>
                  </a:lnTo>
                  <a:lnTo>
                    <a:pt x="210229" y="44688"/>
                  </a:lnTo>
                  <a:cubicBezTo>
                    <a:pt x="210229" y="40857"/>
                    <a:pt x="207673" y="38304"/>
                    <a:pt x="203839" y="38304"/>
                  </a:cubicBezTo>
                  <a:lnTo>
                    <a:pt x="149525" y="38304"/>
                  </a:lnTo>
                  <a:lnTo>
                    <a:pt x="149525" y="6384"/>
                  </a:lnTo>
                  <a:cubicBezTo>
                    <a:pt x="149525" y="2554"/>
                    <a:pt x="146969" y="0"/>
                    <a:pt x="143135" y="0"/>
                  </a:cubicBezTo>
                  <a:lnTo>
                    <a:pt x="82430" y="0"/>
                  </a:lnTo>
                  <a:cubicBezTo>
                    <a:pt x="78596" y="0"/>
                    <a:pt x="76040" y="2554"/>
                    <a:pt x="76040" y="6384"/>
                  </a:cubicBezTo>
                  <a:lnTo>
                    <a:pt x="76040" y="38304"/>
                  </a:lnTo>
                  <a:lnTo>
                    <a:pt x="21726" y="38304"/>
                  </a:lnTo>
                  <a:cubicBezTo>
                    <a:pt x="17892" y="38304"/>
                    <a:pt x="15336" y="40857"/>
                    <a:pt x="15336" y="44688"/>
                  </a:cubicBezTo>
                  <a:lnTo>
                    <a:pt x="15336" y="121934"/>
                  </a:lnTo>
                  <a:lnTo>
                    <a:pt x="6390" y="121934"/>
                  </a:lnTo>
                  <a:cubicBezTo>
                    <a:pt x="2556" y="121934"/>
                    <a:pt x="0" y="124488"/>
                    <a:pt x="0" y="128318"/>
                  </a:cubicBezTo>
                  <a:cubicBezTo>
                    <a:pt x="0" y="132148"/>
                    <a:pt x="2556" y="134702"/>
                    <a:pt x="6390" y="134702"/>
                  </a:cubicBezTo>
                  <a:lnTo>
                    <a:pt x="219175" y="134702"/>
                  </a:lnTo>
                  <a:cubicBezTo>
                    <a:pt x="223009" y="134702"/>
                    <a:pt x="225565" y="132148"/>
                    <a:pt x="225565" y="128318"/>
                  </a:cubicBezTo>
                  <a:cubicBezTo>
                    <a:pt x="225565" y="124488"/>
                    <a:pt x="223009" y="121934"/>
                    <a:pt x="219175" y="121934"/>
                  </a:cubicBezTo>
                  <a:close/>
                  <a:moveTo>
                    <a:pt x="88820" y="13406"/>
                  </a:moveTo>
                  <a:lnTo>
                    <a:pt x="136745" y="13406"/>
                  </a:lnTo>
                  <a:lnTo>
                    <a:pt x="136745" y="38942"/>
                  </a:lnTo>
                  <a:lnTo>
                    <a:pt x="88820" y="38942"/>
                  </a:lnTo>
                  <a:lnTo>
                    <a:pt x="88820" y="13406"/>
                  </a:lnTo>
                  <a:close/>
                  <a:moveTo>
                    <a:pt x="28116" y="51072"/>
                  </a:moveTo>
                  <a:lnTo>
                    <a:pt x="197449" y="51072"/>
                  </a:lnTo>
                  <a:lnTo>
                    <a:pt x="197449" y="121934"/>
                  </a:lnTo>
                  <a:lnTo>
                    <a:pt x="28116" y="121934"/>
                  </a:lnTo>
                  <a:lnTo>
                    <a:pt x="28116" y="51072"/>
                  </a:lnTo>
                  <a:close/>
                </a:path>
              </a:pathLst>
            </a:custGeom>
            <a:solidFill>
              <a:srgbClr val="00ABAB"/>
            </a:solidFill>
            <a:ln w="6390" cap="flat">
              <a:noFill/>
              <a:prstDash val="solid"/>
              <a:miter/>
            </a:ln>
          </p:spPr>
          <p:txBody>
            <a:bodyPr rtlCol="0" anchor="ctr"/>
            <a:lstStyle/>
            <a:p>
              <a:endParaRPr lang="en-US"/>
            </a:p>
          </p:txBody>
        </p:sp>
      </p:grpSp>
      <p:grpSp>
        <p:nvGrpSpPr>
          <p:cNvPr id="710" name="Graphic 4">
            <a:extLst>
              <a:ext uri="{FF2B5EF4-FFF2-40B4-BE49-F238E27FC236}">
                <a16:creationId xmlns:a16="http://schemas.microsoft.com/office/drawing/2014/main" id="{DE2CCBC9-4A23-8940-8300-91FE6D2B0C5B}"/>
              </a:ext>
            </a:extLst>
          </p:cNvPr>
          <p:cNvGrpSpPr>
            <a:grpSpLocks noChangeAspect="1"/>
          </p:cNvGrpSpPr>
          <p:nvPr/>
        </p:nvGrpSpPr>
        <p:grpSpPr>
          <a:xfrm>
            <a:off x="4045469" y="2855717"/>
            <a:ext cx="362309" cy="361971"/>
            <a:chOff x="4045469" y="2855717"/>
            <a:chExt cx="362309" cy="361971"/>
          </a:xfrm>
          <a:solidFill>
            <a:srgbClr val="00ABAB"/>
          </a:solidFill>
        </p:grpSpPr>
        <p:sp>
          <p:nvSpPr>
            <p:cNvPr id="711" name="Graphic 4">
              <a:extLst>
                <a:ext uri="{FF2B5EF4-FFF2-40B4-BE49-F238E27FC236}">
                  <a16:creationId xmlns:a16="http://schemas.microsoft.com/office/drawing/2014/main" id="{594D6C08-15D9-5544-9E2F-5D6E26988352}"/>
                </a:ext>
              </a:extLst>
            </p:cNvPr>
            <p:cNvSpPr/>
            <p:nvPr/>
          </p:nvSpPr>
          <p:spPr>
            <a:xfrm>
              <a:off x="4141957" y="3050429"/>
              <a:ext cx="169972" cy="70862"/>
            </a:xfrm>
            <a:custGeom>
              <a:avLst/>
              <a:gdLst>
                <a:gd name="connsiteX0" fmla="*/ 169972 w 169972"/>
                <a:gd name="connsiteY0" fmla="*/ 0 h 70862"/>
                <a:gd name="connsiteX1" fmla="*/ 115658 w 169972"/>
                <a:gd name="connsiteY1" fmla="*/ 0 h 70862"/>
                <a:gd name="connsiteX2" fmla="*/ 54314 w 169972"/>
                <a:gd name="connsiteY2" fmla="*/ 0 h 70862"/>
                <a:gd name="connsiteX3" fmla="*/ 0 w 169972"/>
                <a:gd name="connsiteY3" fmla="*/ 0 h 70862"/>
                <a:gd name="connsiteX4" fmla="*/ 0 w 169972"/>
                <a:gd name="connsiteY4" fmla="*/ 70862 h 70862"/>
                <a:gd name="connsiteX5" fmla="*/ 169972 w 169972"/>
                <a:gd name="connsiteY5" fmla="*/ 70862 h 7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972" h="70862">
                  <a:moveTo>
                    <a:pt x="169972" y="0"/>
                  </a:moveTo>
                  <a:lnTo>
                    <a:pt x="115658" y="0"/>
                  </a:lnTo>
                  <a:lnTo>
                    <a:pt x="54314" y="0"/>
                  </a:lnTo>
                  <a:lnTo>
                    <a:pt x="0" y="0"/>
                  </a:lnTo>
                  <a:lnTo>
                    <a:pt x="0" y="70862"/>
                  </a:lnTo>
                  <a:lnTo>
                    <a:pt x="169972" y="70862"/>
                  </a:lnTo>
                  <a:close/>
                </a:path>
              </a:pathLst>
            </a:custGeom>
            <a:solidFill>
              <a:srgbClr val="00ABAB"/>
            </a:solidFill>
            <a:ln w="6390" cap="flat">
              <a:noFill/>
              <a:prstDash val="solid"/>
              <a:miter/>
            </a:ln>
          </p:spPr>
          <p:txBody>
            <a:bodyPr rtlCol="0" anchor="ctr"/>
            <a:lstStyle/>
            <a:p>
              <a:endParaRPr lang="en-US"/>
            </a:p>
          </p:txBody>
        </p:sp>
        <p:sp>
          <p:nvSpPr>
            <p:cNvPr id="712" name="Graphic 4">
              <a:extLst>
                <a:ext uri="{FF2B5EF4-FFF2-40B4-BE49-F238E27FC236}">
                  <a16:creationId xmlns:a16="http://schemas.microsoft.com/office/drawing/2014/main" id="{C98584E8-709E-C24B-B50B-9289BE2AB8A6}"/>
                </a:ext>
              </a:extLst>
            </p:cNvPr>
            <p:cNvSpPr/>
            <p:nvPr/>
          </p:nvSpPr>
          <p:spPr>
            <a:xfrm>
              <a:off x="4202661" y="3012125"/>
              <a:ext cx="47924" cy="25535"/>
            </a:xfrm>
            <a:custGeom>
              <a:avLst/>
              <a:gdLst>
                <a:gd name="connsiteX0" fmla="*/ 0 w 47924"/>
                <a:gd name="connsiteY0" fmla="*/ 0 h 25535"/>
                <a:gd name="connsiteX1" fmla="*/ 47925 w 47924"/>
                <a:gd name="connsiteY1" fmla="*/ 0 h 25535"/>
                <a:gd name="connsiteX2" fmla="*/ 47925 w 47924"/>
                <a:gd name="connsiteY2" fmla="*/ 25536 h 25535"/>
                <a:gd name="connsiteX3" fmla="*/ 0 w 47924"/>
                <a:gd name="connsiteY3" fmla="*/ 25536 h 25535"/>
              </a:gdLst>
              <a:ahLst/>
              <a:cxnLst>
                <a:cxn ang="0">
                  <a:pos x="connsiteX0" y="connsiteY0"/>
                </a:cxn>
                <a:cxn ang="0">
                  <a:pos x="connsiteX1" y="connsiteY1"/>
                </a:cxn>
                <a:cxn ang="0">
                  <a:pos x="connsiteX2" y="connsiteY2"/>
                </a:cxn>
                <a:cxn ang="0">
                  <a:pos x="connsiteX3" y="connsiteY3"/>
                </a:cxn>
              </a:cxnLst>
              <a:rect l="l" t="t" r="r" b="b"/>
              <a:pathLst>
                <a:path w="47924" h="25535">
                  <a:moveTo>
                    <a:pt x="0" y="0"/>
                  </a:moveTo>
                  <a:lnTo>
                    <a:pt x="47925" y="0"/>
                  </a:lnTo>
                  <a:lnTo>
                    <a:pt x="47925" y="25536"/>
                  </a:lnTo>
                  <a:lnTo>
                    <a:pt x="0" y="25536"/>
                  </a:lnTo>
                  <a:close/>
                </a:path>
              </a:pathLst>
            </a:custGeom>
            <a:solidFill>
              <a:srgbClr val="00ABAB"/>
            </a:solidFill>
            <a:ln w="6390" cap="flat">
              <a:noFill/>
              <a:prstDash val="solid"/>
              <a:miter/>
            </a:ln>
          </p:spPr>
          <p:txBody>
            <a:bodyPr rtlCol="0" anchor="ctr"/>
            <a:lstStyle/>
            <a:p>
              <a:endParaRPr lang="en-US"/>
            </a:p>
          </p:txBody>
        </p:sp>
        <p:sp>
          <p:nvSpPr>
            <p:cNvPr id="713" name="Graphic 4">
              <a:extLst>
                <a:ext uri="{FF2B5EF4-FFF2-40B4-BE49-F238E27FC236}">
                  <a16:creationId xmlns:a16="http://schemas.microsoft.com/office/drawing/2014/main" id="{959D2B0B-D312-BA46-B89F-78201903336F}"/>
                </a:ext>
              </a:extLst>
            </p:cNvPr>
            <p:cNvSpPr/>
            <p:nvPr/>
          </p:nvSpPr>
          <p:spPr>
            <a:xfrm>
              <a:off x="4217997" y="2951477"/>
              <a:ext cx="17892" cy="17875"/>
            </a:xfrm>
            <a:custGeom>
              <a:avLst/>
              <a:gdLst>
                <a:gd name="connsiteX0" fmla="*/ 8946 w 17892"/>
                <a:gd name="connsiteY0" fmla="*/ 17875 h 17875"/>
                <a:gd name="connsiteX1" fmla="*/ 17892 w 17892"/>
                <a:gd name="connsiteY1" fmla="*/ 8938 h 17875"/>
                <a:gd name="connsiteX2" fmla="*/ 8946 w 17892"/>
                <a:gd name="connsiteY2" fmla="*/ 0 h 17875"/>
                <a:gd name="connsiteX3" fmla="*/ 0 w 17892"/>
                <a:gd name="connsiteY3" fmla="*/ 8938 h 17875"/>
                <a:gd name="connsiteX4" fmla="*/ 0 w 17892"/>
                <a:gd name="connsiteY4" fmla="*/ 8938 h 17875"/>
                <a:gd name="connsiteX5" fmla="*/ 8946 w 17892"/>
                <a:gd name="connsiteY5" fmla="*/ 17875 h 17875"/>
                <a:gd name="connsiteX6" fmla="*/ 8946 w 17892"/>
                <a:gd name="connsiteY6" fmla="*/ 17875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92" h="17875">
                  <a:moveTo>
                    <a:pt x="8946" y="17875"/>
                  </a:moveTo>
                  <a:cubicBezTo>
                    <a:pt x="14058" y="17875"/>
                    <a:pt x="17892" y="14045"/>
                    <a:pt x="17892" y="8938"/>
                  </a:cubicBezTo>
                  <a:cubicBezTo>
                    <a:pt x="17892" y="3830"/>
                    <a:pt x="14058" y="0"/>
                    <a:pt x="8946" y="0"/>
                  </a:cubicBezTo>
                  <a:cubicBezTo>
                    <a:pt x="3834" y="0"/>
                    <a:pt x="0" y="3830"/>
                    <a:pt x="0" y="8938"/>
                  </a:cubicBezTo>
                  <a:cubicBezTo>
                    <a:pt x="0" y="8938"/>
                    <a:pt x="0" y="8938"/>
                    <a:pt x="0" y="8938"/>
                  </a:cubicBezTo>
                  <a:cubicBezTo>
                    <a:pt x="0" y="14045"/>
                    <a:pt x="3834" y="17875"/>
                    <a:pt x="8946" y="17875"/>
                  </a:cubicBezTo>
                  <a:cubicBezTo>
                    <a:pt x="8946" y="17875"/>
                    <a:pt x="8946" y="17875"/>
                    <a:pt x="8946" y="17875"/>
                  </a:cubicBezTo>
                  <a:close/>
                </a:path>
              </a:pathLst>
            </a:custGeom>
            <a:solidFill>
              <a:srgbClr val="00ABAB"/>
            </a:solidFill>
            <a:ln w="6390" cap="flat">
              <a:noFill/>
              <a:prstDash val="solid"/>
              <a:miter/>
            </a:ln>
          </p:spPr>
          <p:txBody>
            <a:bodyPr rtlCol="0" anchor="ctr"/>
            <a:lstStyle/>
            <a:p>
              <a:endParaRPr lang="en-US"/>
            </a:p>
          </p:txBody>
        </p:sp>
        <p:sp>
          <p:nvSpPr>
            <p:cNvPr id="714" name="Graphic 4">
              <a:extLst>
                <a:ext uri="{FF2B5EF4-FFF2-40B4-BE49-F238E27FC236}">
                  <a16:creationId xmlns:a16="http://schemas.microsoft.com/office/drawing/2014/main" id="{D1F85717-F887-CA4D-82DC-879E32CC3A28}"/>
                </a:ext>
              </a:extLst>
            </p:cNvPr>
            <p:cNvSpPr/>
            <p:nvPr/>
          </p:nvSpPr>
          <p:spPr>
            <a:xfrm>
              <a:off x="4045469" y="28557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82992 h 361971"/>
                <a:gd name="connsiteX7" fmla="*/ 203200 w 362309"/>
                <a:gd name="connsiteY7" fmla="*/ 104697 h 361971"/>
                <a:gd name="connsiteX8" fmla="*/ 181474 w 362309"/>
                <a:gd name="connsiteY8" fmla="*/ 126403 h 361971"/>
                <a:gd name="connsiteX9" fmla="*/ 159748 w 362309"/>
                <a:gd name="connsiteY9" fmla="*/ 104697 h 361971"/>
                <a:gd name="connsiteX10" fmla="*/ 181474 w 362309"/>
                <a:gd name="connsiteY10" fmla="*/ 82992 h 361971"/>
                <a:gd name="connsiteX11" fmla="*/ 181474 w 362309"/>
                <a:gd name="connsiteY11" fmla="*/ 82992 h 361971"/>
                <a:gd name="connsiteX12" fmla="*/ 288186 w 362309"/>
                <a:gd name="connsiteY12" fmla="*/ 278341 h 361971"/>
                <a:gd name="connsiteX13" fmla="*/ 75402 w 362309"/>
                <a:gd name="connsiteY13" fmla="*/ 278341 h 361971"/>
                <a:gd name="connsiteX14" fmla="*/ 69012 w 362309"/>
                <a:gd name="connsiteY14" fmla="*/ 271958 h 361971"/>
                <a:gd name="connsiteX15" fmla="*/ 75402 w 362309"/>
                <a:gd name="connsiteY15" fmla="*/ 265574 h 361971"/>
                <a:gd name="connsiteX16" fmla="*/ 84347 w 362309"/>
                <a:gd name="connsiteY16" fmla="*/ 265574 h 361971"/>
                <a:gd name="connsiteX17" fmla="*/ 84347 w 362309"/>
                <a:gd name="connsiteY17" fmla="*/ 188327 h 361971"/>
                <a:gd name="connsiteX18" fmla="*/ 90737 w 362309"/>
                <a:gd name="connsiteY18" fmla="*/ 181944 h 361971"/>
                <a:gd name="connsiteX19" fmla="*/ 145052 w 362309"/>
                <a:gd name="connsiteY19" fmla="*/ 181944 h 361971"/>
                <a:gd name="connsiteX20" fmla="*/ 145052 w 362309"/>
                <a:gd name="connsiteY20" fmla="*/ 150024 h 361971"/>
                <a:gd name="connsiteX21" fmla="*/ 151442 w 362309"/>
                <a:gd name="connsiteY21" fmla="*/ 143640 h 361971"/>
                <a:gd name="connsiteX22" fmla="*/ 212146 w 362309"/>
                <a:gd name="connsiteY22" fmla="*/ 143640 h 361971"/>
                <a:gd name="connsiteX23" fmla="*/ 218536 w 362309"/>
                <a:gd name="connsiteY23" fmla="*/ 150024 h 361971"/>
                <a:gd name="connsiteX24" fmla="*/ 218536 w 362309"/>
                <a:gd name="connsiteY24" fmla="*/ 181944 h 361971"/>
                <a:gd name="connsiteX25" fmla="*/ 272850 w 362309"/>
                <a:gd name="connsiteY25" fmla="*/ 181944 h 361971"/>
                <a:gd name="connsiteX26" fmla="*/ 279240 w 362309"/>
                <a:gd name="connsiteY26" fmla="*/ 188327 h 361971"/>
                <a:gd name="connsiteX27" fmla="*/ 279240 w 362309"/>
                <a:gd name="connsiteY27" fmla="*/ 265574 h 361971"/>
                <a:gd name="connsiteX28" fmla="*/ 288186 w 362309"/>
                <a:gd name="connsiteY28" fmla="*/ 265574 h 361971"/>
                <a:gd name="connsiteX29" fmla="*/ 294576 w 362309"/>
                <a:gd name="connsiteY29" fmla="*/ 271958 h 361971"/>
                <a:gd name="connsiteX30" fmla="*/ 288186 w 362309"/>
                <a:gd name="connsiteY30" fmla="*/ 278341 h 361971"/>
                <a:gd name="connsiteX31" fmla="*/ 288186 w 362309"/>
                <a:gd name="connsiteY31" fmla="*/ 27834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2309" h="361971">
                  <a:moveTo>
                    <a:pt x="181474" y="0"/>
                  </a:moveTo>
                  <a:cubicBezTo>
                    <a:pt x="81152" y="0"/>
                    <a:pt x="0" y="81076"/>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lose/>
                  <a:moveTo>
                    <a:pt x="181474" y="82992"/>
                  </a:moveTo>
                  <a:cubicBezTo>
                    <a:pt x="193615" y="82992"/>
                    <a:pt x="203200" y="92568"/>
                    <a:pt x="203200" y="104697"/>
                  </a:cubicBezTo>
                  <a:cubicBezTo>
                    <a:pt x="203200" y="116827"/>
                    <a:pt x="193615" y="126403"/>
                    <a:pt x="181474" y="126403"/>
                  </a:cubicBezTo>
                  <a:cubicBezTo>
                    <a:pt x="169333" y="126403"/>
                    <a:pt x="159748" y="116827"/>
                    <a:pt x="159748" y="104697"/>
                  </a:cubicBezTo>
                  <a:cubicBezTo>
                    <a:pt x="159748" y="92568"/>
                    <a:pt x="169333" y="82992"/>
                    <a:pt x="181474" y="82992"/>
                  </a:cubicBezTo>
                  <a:lnTo>
                    <a:pt x="181474" y="82992"/>
                  </a:lnTo>
                  <a:close/>
                  <a:moveTo>
                    <a:pt x="288186" y="278341"/>
                  </a:moveTo>
                  <a:lnTo>
                    <a:pt x="75402" y="278341"/>
                  </a:lnTo>
                  <a:cubicBezTo>
                    <a:pt x="71567" y="278341"/>
                    <a:pt x="69012" y="275788"/>
                    <a:pt x="69012" y="271958"/>
                  </a:cubicBezTo>
                  <a:cubicBezTo>
                    <a:pt x="69012" y="268127"/>
                    <a:pt x="71567" y="265574"/>
                    <a:pt x="75402" y="265574"/>
                  </a:cubicBezTo>
                  <a:lnTo>
                    <a:pt x="84347" y="265574"/>
                  </a:lnTo>
                  <a:lnTo>
                    <a:pt x="84347" y="188327"/>
                  </a:lnTo>
                  <a:cubicBezTo>
                    <a:pt x="84347" y="184497"/>
                    <a:pt x="86903" y="181944"/>
                    <a:pt x="90737" y="181944"/>
                  </a:cubicBezTo>
                  <a:lnTo>
                    <a:pt x="145052" y="181944"/>
                  </a:lnTo>
                  <a:lnTo>
                    <a:pt x="145052" y="150024"/>
                  </a:lnTo>
                  <a:cubicBezTo>
                    <a:pt x="145052" y="146193"/>
                    <a:pt x="147608" y="143640"/>
                    <a:pt x="151442" y="143640"/>
                  </a:cubicBezTo>
                  <a:lnTo>
                    <a:pt x="212146" y="143640"/>
                  </a:lnTo>
                  <a:cubicBezTo>
                    <a:pt x="215980" y="143640"/>
                    <a:pt x="218536" y="146193"/>
                    <a:pt x="218536" y="150024"/>
                  </a:cubicBezTo>
                  <a:lnTo>
                    <a:pt x="218536" y="181944"/>
                  </a:lnTo>
                  <a:lnTo>
                    <a:pt x="272850" y="181944"/>
                  </a:lnTo>
                  <a:cubicBezTo>
                    <a:pt x="276685" y="181944"/>
                    <a:pt x="279240" y="184497"/>
                    <a:pt x="279240" y="188327"/>
                  </a:cubicBezTo>
                  <a:lnTo>
                    <a:pt x="279240" y="265574"/>
                  </a:lnTo>
                  <a:lnTo>
                    <a:pt x="288186" y="265574"/>
                  </a:lnTo>
                  <a:cubicBezTo>
                    <a:pt x="292020" y="265574"/>
                    <a:pt x="294576" y="268127"/>
                    <a:pt x="294576" y="271958"/>
                  </a:cubicBezTo>
                  <a:cubicBezTo>
                    <a:pt x="294576" y="275788"/>
                    <a:pt x="291381" y="278341"/>
                    <a:pt x="288186" y="278341"/>
                  </a:cubicBezTo>
                  <a:lnTo>
                    <a:pt x="288186" y="278341"/>
                  </a:lnTo>
                  <a:close/>
                </a:path>
              </a:pathLst>
            </a:custGeom>
            <a:solidFill>
              <a:srgbClr val="00ABAB"/>
            </a:solidFill>
            <a:ln w="6390" cap="flat">
              <a:noFill/>
              <a:prstDash val="solid"/>
              <a:miter/>
            </a:ln>
          </p:spPr>
          <p:txBody>
            <a:bodyPr rtlCol="0" anchor="ctr"/>
            <a:lstStyle/>
            <a:p>
              <a:endParaRPr lang="en-US"/>
            </a:p>
          </p:txBody>
        </p:sp>
      </p:grpSp>
    </p:spTree>
    <p:extLst>
      <p:ext uri="{BB962C8B-B14F-4D97-AF65-F5344CB8AC3E}">
        <p14:creationId xmlns:p14="http://schemas.microsoft.com/office/powerpoint/2010/main" val="4055777343"/>
      </p:ext>
    </p:extLst>
  </p:cSld>
  <p:clrMapOvr>
    <a:masterClrMapping/>
  </p:clrMapOvr>
  <p:transition>
    <p:fade/>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0AB181-1E9F-2244-B53A-BC8E2F101DA6}"/>
              </a:ext>
            </a:extLst>
          </p:cNvPr>
          <p:cNvSpPr>
            <a:spLocks noGrp="1"/>
          </p:cNvSpPr>
          <p:nvPr>
            <p:ph type="title"/>
          </p:nvPr>
        </p:nvSpPr>
        <p:spPr/>
        <p:txBody>
          <a:bodyPr/>
          <a:lstStyle/>
          <a:p>
            <a:r>
              <a:rPr lang="en-US" dirty="0"/>
              <a:t>BUSINESS &amp; OFFICE</a:t>
            </a:r>
          </a:p>
        </p:txBody>
      </p:sp>
      <p:sp>
        <p:nvSpPr>
          <p:cNvPr id="4" name="Content Placeholder 3">
            <a:extLst>
              <a:ext uri="{FF2B5EF4-FFF2-40B4-BE49-F238E27FC236}">
                <a16:creationId xmlns:a16="http://schemas.microsoft.com/office/drawing/2014/main" id="{DB57E314-8EE4-694B-B268-A9071E1D395E}"/>
              </a:ext>
            </a:extLst>
          </p:cNvPr>
          <p:cNvSpPr>
            <a:spLocks noGrp="1"/>
          </p:cNvSpPr>
          <p:nvPr>
            <p:ph idx="10"/>
          </p:nvPr>
        </p:nvSpPr>
        <p:spPr>
          <a:xfrm>
            <a:off x="463297" y="5473209"/>
            <a:ext cx="4463810" cy="1114021"/>
          </a:xfrm>
        </p:spPr>
        <p:txBody>
          <a:bodyPr/>
          <a:lstStyle/>
          <a:p>
            <a:r>
              <a:rPr lang="en-US" dirty="0"/>
              <a:t>Sales &amp; Strategy</a:t>
            </a:r>
          </a:p>
          <a:p>
            <a:r>
              <a:rPr lang="en-US" sz="900" dirty="0"/>
              <a:t>Keywords:</a:t>
            </a:r>
            <a:br>
              <a:rPr lang="en-US" sz="900" dirty="0"/>
            </a:br>
            <a:r>
              <a:rPr lang="en-US" sz="850" b="0" dirty="0"/>
              <a:t>Bullseye, Bulls eye, Radar, Correct, Check list, Opportunity, Proposal, Brainstorming, Target demographic, Corporate, Agile Methodology, King, Crown, Product Release, Conceptualizer, Ideation, Satchel, Flowchart, Process Diagram, AB Testing, CAD Design, Progress, Loading, Pursuit, Global Location, Agile, Process, Timeline, Leader, Flow chart, CAM, Tie, Software Launch, Cogs, Briefcase, Publish, Bullet List, Target Area, Processing, Checklist, RFP, Idea, Check box, Office Location, Processing, Numbered List, Find Job, Job search, Settings, Target, Scope, Radar, Tick, Correct</a:t>
            </a:r>
          </a:p>
        </p:txBody>
      </p:sp>
      <p:sp>
        <p:nvSpPr>
          <p:cNvPr id="10" name="Content Placeholder 3">
            <a:extLst>
              <a:ext uri="{FF2B5EF4-FFF2-40B4-BE49-F238E27FC236}">
                <a16:creationId xmlns:a16="http://schemas.microsoft.com/office/drawing/2014/main" id="{F6F1EA66-4F59-DE4A-ABF1-B392433220F7}"/>
              </a:ext>
            </a:extLst>
          </p:cNvPr>
          <p:cNvSpPr txBox="1">
            <a:spLocks/>
          </p:cNvSpPr>
          <p:nvPr/>
        </p:nvSpPr>
        <p:spPr>
          <a:xfrm>
            <a:off x="5707867" y="5473209"/>
            <a:ext cx="3462765"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Schedules &amp; Meetings</a:t>
            </a:r>
          </a:p>
          <a:p>
            <a:r>
              <a:rPr lang="en-US" sz="900" dirty="0"/>
              <a:t>Keywords:</a:t>
            </a:r>
            <a:br>
              <a:rPr lang="en-US" sz="900" dirty="0"/>
            </a:br>
            <a:r>
              <a:rPr lang="en-US" sz="850" b="0" dirty="0"/>
              <a:t>Time, Whiteboard, No dates, Delete Meeting, Delete Appointment, Accept Appointment, Clear Calendar, Remove Appointment, Bulletin, Bulletin board, Presenter, Presentation, White Board, Cancel Meeting, Notification, Add Meeting, Blank Calendar, Accept Meeting, Clock, Remove Meeting, Presenting, Calendar, Stopwatch, Alarm</a:t>
            </a:r>
          </a:p>
        </p:txBody>
      </p:sp>
      <p:grpSp>
        <p:nvGrpSpPr>
          <p:cNvPr id="6" name="Graphic 4">
            <a:extLst>
              <a:ext uri="{FF2B5EF4-FFF2-40B4-BE49-F238E27FC236}">
                <a16:creationId xmlns:a16="http://schemas.microsoft.com/office/drawing/2014/main" id="{5A3C23D0-EFB6-644D-B513-2D5DC5F38199}"/>
              </a:ext>
            </a:extLst>
          </p:cNvPr>
          <p:cNvGrpSpPr>
            <a:grpSpLocks noChangeAspect="1"/>
          </p:cNvGrpSpPr>
          <p:nvPr/>
        </p:nvGrpSpPr>
        <p:grpSpPr>
          <a:xfrm>
            <a:off x="6753524" y="1402723"/>
            <a:ext cx="361674" cy="361971"/>
            <a:chOff x="6753524" y="1402723"/>
            <a:chExt cx="361674" cy="361971"/>
          </a:xfrm>
          <a:solidFill>
            <a:srgbClr val="43B02A"/>
          </a:solidFill>
        </p:grpSpPr>
        <p:sp>
          <p:nvSpPr>
            <p:cNvPr id="7" name="Graphic 4">
              <a:extLst>
                <a:ext uri="{FF2B5EF4-FFF2-40B4-BE49-F238E27FC236}">
                  <a16:creationId xmlns:a16="http://schemas.microsoft.com/office/drawing/2014/main" id="{AE8600F2-E3BC-3E47-8BF1-C52EF1FE362A}"/>
                </a:ext>
              </a:extLst>
            </p:cNvPr>
            <p:cNvSpPr/>
            <p:nvPr/>
          </p:nvSpPr>
          <p:spPr>
            <a:xfrm>
              <a:off x="6753524" y="1402723"/>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8565 h 361971"/>
                <a:gd name="connsiteX8" fmla="*/ 12780 w 361674"/>
                <a:gd name="connsiteY8" fmla="*/ 180667 h 361971"/>
                <a:gd name="connsiteX9" fmla="*/ 180835 w 361674"/>
                <a:gd name="connsiteY9" fmla="*/ 12130 h 361971"/>
                <a:gd name="connsiteX10" fmla="*/ 348890 w 361674"/>
                <a:gd name="connsiteY10" fmla="*/ 180028 h 361971"/>
                <a:gd name="connsiteX11" fmla="*/ 348890 w 361674"/>
                <a:gd name="connsiteY11" fmla="*/ 180028 h 361971"/>
                <a:gd name="connsiteX12" fmla="*/ 180835 w 361674"/>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2309" y="80438"/>
                    <a:pt x="281157" y="0"/>
                    <a:pt x="180835" y="0"/>
                  </a:cubicBezTo>
                  <a:cubicBezTo>
                    <a:pt x="181474" y="0"/>
                    <a:pt x="181474" y="0"/>
                    <a:pt x="180835" y="0"/>
                  </a:cubicBezTo>
                  <a:close/>
                  <a:moveTo>
                    <a:pt x="180835" y="348565"/>
                  </a:moveTo>
                  <a:cubicBezTo>
                    <a:pt x="87542" y="348565"/>
                    <a:pt x="12780" y="273234"/>
                    <a:pt x="12780" y="180667"/>
                  </a:cubicBezTo>
                  <a:cubicBezTo>
                    <a:pt x="12780" y="87461"/>
                    <a:pt x="88181" y="12130"/>
                    <a:pt x="180835" y="12130"/>
                  </a:cubicBezTo>
                  <a:cubicBezTo>
                    <a:pt x="274128" y="12130"/>
                    <a:pt x="348890" y="87461"/>
                    <a:pt x="348890" y="180028"/>
                  </a:cubicBezTo>
                  <a:lnTo>
                    <a:pt x="348890" y="180028"/>
                  </a:lnTo>
                  <a:cubicBezTo>
                    <a:pt x="349529" y="273234"/>
                    <a:pt x="274128" y="348565"/>
                    <a:pt x="180835" y="348565"/>
                  </a:cubicBezTo>
                  <a:close/>
                </a:path>
              </a:pathLst>
            </a:custGeom>
            <a:solidFill>
              <a:srgbClr val="43B02A"/>
            </a:solidFill>
            <a:ln w="6390" cap="flat">
              <a:noFill/>
              <a:prstDash val="solid"/>
              <a:miter/>
            </a:ln>
          </p:spPr>
          <p:txBody>
            <a:bodyPr rtlCol="0" anchor="ctr"/>
            <a:lstStyle/>
            <a:p>
              <a:endParaRPr lang="en-US"/>
            </a:p>
          </p:txBody>
        </p:sp>
        <p:sp>
          <p:nvSpPr>
            <p:cNvPr id="8" name="Graphic 4">
              <a:extLst>
                <a:ext uri="{FF2B5EF4-FFF2-40B4-BE49-F238E27FC236}">
                  <a16:creationId xmlns:a16="http://schemas.microsoft.com/office/drawing/2014/main" id="{A0ED4C12-D866-364C-B287-7ABE6B49D73F}"/>
                </a:ext>
              </a:extLst>
            </p:cNvPr>
            <p:cNvSpPr/>
            <p:nvPr/>
          </p:nvSpPr>
          <p:spPr>
            <a:xfrm>
              <a:off x="6851929" y="1497206"/>
              <a:ext cx="205116" cy="129594"/>
            </a:xfrm>
            <a:custGeom>
              <a:avLst/>
              <a:gdLst>
                <a:gd name="connsiteX0" fmla="*/ 198727 w 205116"/>
                <a:gd name="connsiteY0" fmla="*/ 0 h 129594"/>
                <a:gd name="connsiteX1" fmla="*/ 6390 w 205116"/>
                <a:gd name="connsiteY1" fmla="*/ 0 h 129594"/>
                <a:gd name="connsiteX2" fmla="*/ 0 w 205116"/>
                <a:gd name="connsiteY2" fmla="*/ 6384 h 129594"/>
                <a:gd name="connsiteX3" fmla="*/ 0 w 205116"/>
                <a:gd name="connsiteY3" fmla="*/ 22982 h 129594"/>
                <a:gd name="connsiteX4" fmla="*/ 6390 w 205116"/>
                <a:gd name="connsiteY4" fmla="*/ 29366 h 129594"/>
                <a:gd name="connsiteX5" fmla="*/ 12780 w 205116"/>
                <a:gd name="connsiteY5" fmla="*/ 22982 h 129594"/>
                <a:gd name="connsiteX6" fmla="*/ 12780 w 205116"/>
                <a:gd name="connsiteY6" fmla="*/ 12768 h 129594"/>
                <a:gd name="connsiteX7" fmla="*/ 192337 w 205116"/>
                <a:gd name="connsiteY7" fmla="*/ 12768 h 129594"/>
                <a:gd name="connsiteX8" fmla="*/ 192337 w 205116"/>
                <a:gd name="connsiteY8" fmla="*/ 116827 h 129594"/>
                <a:gd name="connsiteX9" fmla="*/ 56870 w 205116"/>
                <a:gd name="connsiteY9" fmla="*/ 116827 h 129594"/>
                <a:gd name="connsiteX10" fmla="*/ 50480 w 205116"/>
                <a:gd name="connsiteY10" fmla="*/ 123211 h 129594"/>
                <a:gd name="connsiteX11" fmla="*/ 56870 w 205116"/>
                <a:gd name="connsiteY11" fmla="*/ 129595 h 129594"/>
                <a:gd name="connsiteX12" fmla="*/ 198727 w 205116"/>
                <a:gd name="connsiteY12" fmla="*/ 129595 h 129594"/>
                <a:gd name="connsiteX13" fmla="*/ 205117 w 205116"/>
                <a:gd name="connsiteY13" fmla="*/ 123211 h 129594"/>
                <a:gd name="connsiteX14" fmla="*/ 205117 w 205116"/>
                <a:gd name="connsiteY14" fmla="*/ 6384 h 129594"/>
                <a:gd name="connsiteX15" fmla="*/ 198727 w 205116"/>
                <a:gd name="connsiteY15" fmla="*/ 0 h 129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5116" h="129594">
                  <a:moveTo>
                    <a:pt x="198727" y="0"/>
                  </a:moveTo>
                  <a:lnTo>
                    <a:pt x="6390" y="0"/>
                  </a:lnTo>
                  <a:cubicBezTo>
                    <a:pt x="2555" y="0"/>
                    <a:pt x="0" y="2554"/>
                    <a:pt x="0" y="6384"/>
                  </a:cubicBezTo>
                  <a:lnTo>
                    <a:pt x="0" y="22982"/>
                  </a:lnTo>
                  <a:cubicBezTo>
                    <a:pt x="0" y="26813"/>
                    <a:pt x="2555" y="29366"/>
                    <a:pt x="6390" y="29366"/>
                  </a:cubicBezTo>
                  <a:cubicBezTo>
                    <a:pt x="10224" y="29366"/>
                    <a:pt x="12780" y="26813"/>
                    <a:pt x="12780" y="22982"/>
                  </a:cubicBezTo>
                  <a:lnTo>
                    <a:pt x="12780" y="12768"/>
                  </a:lnTo>
                  <a:lnTo>
                    <a:pt x="192337" y="12768"/>
                  </a:lnTo>
                  <a:lnTo>
                    <a:pt x="192337" y="116827"/>
                  </a:lnTo>
                  <a:lnTo>
                    <a:pt x="56870" y="116827"/>
                  </a:lnTo>
                  <a:cubicBezTo>
                    <a:pt x="53036" y="116827"/>
                    <a:pt x="50480" y="119381"/>
                    <a:pt x="50480" y="123211"/>
                  </a:cubicBezTo>
                  <a:cubicBezTo>
                    <a:pt x="50480" y="127041"/>
                    <a:pt x="53036" y="129595"/>
                    <a:pt x="56870" y="129595"/>
                  </a:cubicBezTo>
                  <a:lnTo>
                    <a:pt x="198727" y="129595"/>
                  </a:lnTo>
                  <a:cubicBezTo>
                    <a:pt x="202561" y="129595"/>
                    <a:pt x="205117" y="127041"/>
                    <a:pt x="205117" y="123211"/>
                  </a:cubicBezTo>
                  <a:lnTo>
                    <a:pt x="205117" y="6384"/>
                  </a:lnTo>
                  <a:cubicBezTo>
                    <a:pt x="205117" y="3192"/>
                    <a:pt x="202561" y="0"/>
                    <a:pt x="198727" y="0"/>
                  </a:cubicBezTo>
                  <a:close/>
                </a:path>
              </a:pathLst>
            </a:custGeom>
            <a:solidFill>
              <a:srgbClr val="43B02A"/>
            </a:solidFill>
            <a:ln w="6390" cap="flat">
              <a:noFill/>
              <a:prstDash val="solid"/>
              <a:miter/>
            </a:ln>
          </p:spPr>
          <p:txBody>
            <a:bodyPr rtlCol="0" anchor="ctr"/>
            <a:lstStyle/>
            <a:p>
              <a:endParaRPr lang="en-US"/>
            </a:p>
          </p:txBody>
        </p:sp>
        <p:sp>
          <p:nvSpPr>
            <p:cNvPr id="9" name="Graphic 4">
              <a:extLst>
                <a:ext uri="{FF2B5EF4-FFF2-40B4-BE49-F238E27FC236}">
                  <a16:creationId xmlns:a16="http://schemas.microsoft.com/office/drawing/2014/main" id="{FE42DE8A-85AD-904D-ABCB-C291C9828F98}"/>
                </a:ext>
              </a:extLst>
            </p:cNvPr>
            <p:cNvSpPr/>
            <p:nvPr/>
          </p:nvSpPr>
          <p:spPr>
            <a:xfrm>
              <a:off x="6812519" y="1543171"/>
              <a:ext cx="102380" cy="128028"/>
            </a:xfrm>
            <a:custGeom>
              <a:avLst/>
              <a:gdLst>
                <a:gd name="connsiteX0" fmla="*/ 75194 w 102380"/>
                <a:gd name="connsiteY0" fmla="*/ 107251 h 128028"/>
                <a:gd name="connsiteX1" fmla="*/ 64970 w 102380"/>
                <a:gd name="connsiteY1" fmla="*/ 105336 h 128028"/>
                <a:gd name="connsiteX2" fmla="*/ 59858 w 102380"/>
                <a:gd name="connsiteY2" fmla="*/ 89376 h 128028"/>
                <a:gd name="connsiteX3" fmla="*/ 73276 w 102380"/>
                <a:gd name="connsiteY3" fmla="*/ 58094 h 128028"/>
                <a:gd name="connsiteX4" fmla="*/ 67525 w 102380"/>
                <a:gd name="connsiteY4" fmla="*/ 13406 h 128028"/>
                <a:gd name="connsiteX5" fmla="*/ 38132 w 102380"/>
                <a:gd name="connsiteY5" fmla="*/ 0 h 128028"/>
                <a:gd name="connsiteX6" fmla="*/ 38132 w 102380"/>
                <a:gd name="connsiteY6" fmla="*/ 0 h 128028"/>
                <a:gd name="connsiteX7" fmla="*/ 8099 w 102380"/>
                <a:gd name="connsiteY7" fmla="*/ 13406 h 128028"/>
                <a:gd name="connsiteX8" fmla="*/ 2348 w 102380"/>
                <a:gd name="connsiteY8" fmla="*/ 58094 h 128028"/>
                <a:gd name="connsiteX9" fmla="*/ 15767 w 102380"/>
                <a:gd name="connsiteY9" fmla="*/ 89376 h 128028"/>
                <a:gd name="connsiteX10" fmla="*/ 10655 w 102380"/>
                <a:gd name="connsiteY10" fmla="*/ 105336 h 128028"/>
                <a:gd name="connsiteX11" fmla="*/ 6821 w 102380"/>
                <a:gd name="connsiteY11" fmla="*/ 113635 h 128028"/>
                <a:gd name="connsiteX12" fmla="*/ 6821 w 102380"/>
                <a:gd name="connsiteY12" fmla="*/ 113635 h 128028"/>
                <a:gd name="connsiteX13" fmla="*/ 12572 w 102380"/>
                <a:gd name="connsiteY13" fmla="*/ 117465 h 128028"/>
                <a:gd name="connsiteX14" fmla="*/ 15128 w 102380"/>
                <a:gd name="connsiteY14" fmla="*/ 116827 h 128028"/>
                <a:gd name="connsiteX15" fmla="*/ 26630 w 102380"/>
                <a:gd name="connsiteY15" fmla="*/ 100867 h 128028"/>
                <a:gd name="connsiteX16" fmla="*/ 25991 w 102380"/>
                <a:gd name="connsiteY16" fmla="*/ 82353 h 128028"/>
                <a:gd name="connsiteX17" fmla="*/ 14489 w 102380"/>
                <a:gd name="connsiteY17" fmla="*/ 55541 h 128028"/>
                <a:gd name="connsiteX18" fmla="*/ 17684 w 102380"/>
                <a:gd name="connsiteY18" fmla="*/ 22344 h 128028"/>
                <a:gd name="connsiteX19" fmla="*/ 37493 w 102380"/>
                <a:gd name="connsiteY19" fmla="*/ 13406 h 128028"/>
                <a:gd name="connsiteX20" fmla="*/ 37493 w 102380"/>
                <a:gd name="connsiteY20" fmla="*/ 13406 h 128028"/>
                <a:gd name="connsiteX21" fmla="*/ 57301 w 102380"/>
                <a:gd name="connsiteY21" fmla="*/ 22344 h 128028"/>
                <a:gd name="connsiteX22" fmla="*/ 60496 w 102380"/>
                <a:gd name="connsiteY22" fmla="*/ 56179 h 128028"/>
                <a:gd name="connsiteX23" fmla="*/ 48995 w 102380"/>
                <a:gd name="connsiteY23" fmla="*/ 82992 h 128028"/>
                <a:gd name="connsiteX24" fmla="*/ 48355 w 102380"/>
                <a:gd name="connsiteY24" fmla="*/ 101505 h 128028"/>
                <a:gd name="connsiteX25" fmla="*/ 60496 w 102380"/>
                <a:gd name="connsiteY25" fmla="*/ 118104 h 128028"/>
                <a:gd name="connsiteX26" fmla="*/ 73276 w 102380"/>
                <a:gd name="connsiteY26" fmla="*/ 121296 h 128028"/>
                <a:gd name="connsiteX27" fmla="*/ 91807 w 102380"/>
                <a:gd name="connsiteY27" fmla="*/ 126403 h 128028"/>
                <a:gd name="connsiteX28" fmla="*/ 100753 w 102380"/>
                <a:gd name="connsiteY28" fmla="*/ 125764 h 128028"/>
                <a:gd name="connsiteX29" fmla="*/ 100115 w 102380"/>
                <a:gd name="connsiteY29" fmla="*/ 116827 h 128028"/>
                <a:gd name="connsiteX30" fmla="*/ 75194 w 102380"/>
                <a:gd name="connsiteY30" fmla="*/ 107251 h 12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2380" h="128028">
                  <a:moveTo>
                    <a:pt x="75194" y="107251"/>
                  </a:moveTo>
                  <a:cubicBezTo>
                    <a:pt x="71999" y="106612"/>
                    <a:pt x="68165" y="105974"/>
                    <a:pt x="64970" y="105336"/>
                  </a:cubicBezTo>
                  <a:cubicBezTo>
                    <a:pt x="61135" y="100867"/>
                    <a:pt x="59219" y="95121"/>
                    <a:pt x="59858" y="89376"/>
                  </a:cubicBezTo>
                  <a:cubicBezTo>
                    <a:pt x="66248" y="79800"/>
                    <a:pt x="70720" y="69585"/>
                    <a:pt x="73276" y="58094"/>
                  </a:cubicBezTo>
                  <a:cubicBezTo>
                    <a:pt x="77750" y="38942"/>
                    <a:pt x="75832" y="23621"/>
                    <a:pt x="67525" y="13406"/>
                  </a:cubicBezTo>
                  <a:cubicBezTo>
                    <a:pt x="59858" y="5107"/>
                    <a:pt x="48995" y="0"/>
                    <a:pt x="38132" y="0"/>
                  </a:cubicBezTo>
                  <a:lnTo>
                    <a:pt x="38132" y="0"/>
                  </a:lnTo>
                  <a:cubicBezTo>
                    <a:pt x="26630" y="0"/>
                    <a:pt x="15767" y="5107"/>
                    <a:pt x="8099" y="13406"/>
                  </a:cubicBezTo>
                  <a:cubicBezTo>
                    <a:pt x="-208" y="23621"/>
                    <a:pt x="-2124" y="38942"/>
                    <a:pt x="2348" y="58094"/>
                  </a:cubicBezTo>
                  <a:cubicBezTo>
                    <a:pt x="4904" y="68947"/>
                    <a:pt x="9377" y="79800"/>
                    <a:pt x="15767" y="89376"/>
                  </a:cubicBezTo>
                  <a:cubicBezTo>
                    <a:pt x="15767" y="95121"/>
                    <a:pt x="13850" y="100867"/>
                    <a:pt x="10655" y="105336"/>
                  </a:cubicBezTo>
                  <a:cubicBezTo>
                    <a:pt x="7460" y="106612"/>
                    <a:pt x="5543" y="110443"/>
                    <a:pt x="6821" y="113635"/>
                  </a:cubicBezTo>
                  <a:cubicBezTo>
                    <a:pt x="6821" y="113635"/>
                    <a:pt x="6821" y="113635"/>
                    <a:pt x="6821" y="113635"/>
                  </a:cubicBezTo>
                  <a:cubicBezTo>
                    <a:pt x="7460" y="116188"/>
                    <a:pt x="10016" y="117465"/>
                    <a:pt x="12572" y="117465"/>
                  </a:cubicBezTo>
                  <a:cubicBezTo>
                    <a:pt x="13211" y="117465"/>
                    <a:pt x="13850" y="117465"/>
                    <a:pt x="15128" y="116827"/>
                  </a:cubicBezTo>
                  <a:cubicBezTo>
                    <a:pt x="20879" y="113635"/>
                    <a:pt x="25352" y="107251"/>
                    <a:pt x="26630" y="100867"/>
                  </a:cubicBezTo>
                  <a:cubicBezTo>
                    <a:pt x="27908" y="97036"/>
                    <a:pt x="29825" y="87461"/>
                    <a:pt x="25991" y="82353"/>
                  </a:cubicBezTo>
                  <a:cubicBezTo>
                    <a:pt x="20879" y="74054"/>
                    <a:pt x="17045" y="65117"/>
                    <a:pt x="14489" y="55541"/>
                  </a:cubicBezTo>
                  <a:cubicBezTo>
                    <a:pt x="10655" y="40219"/>
                    <a:pt x="11933" y="29366"/>
                    <a:pt x="17684" y="22344"/>
                  </a:cubicBezTo>
                  <a:cubicBezTo>
                    <a:pt x="22796" y="16598"/>
                    <a:pt x="29825" y="13406"/>
                    <a:pt x="37493" y="13406"/>
                  </a:cubicBezTo>
                  <a:lnTo>
                    <a:pt x="37493" y="13406"/>
                  </a:lnTo>
                  <a:cubicBezTo>
                    <a:pt x="45160" y="13406"/>
                    <a:pt x="52190" y="16598"/>
                    <a:pt x="57301" y="22344"/>
                  </a:cubicBezTo>
                  <a:cubicBezTo>
                    <a:pt x="63053" y="29366"/>
                    <a:pt x="64330" y="40857"/>
                    <a:pt x="60496" y="56179"/>
                  </a:cubicBezTo>
                  <a:cubicBezTo>
                    <a:pt x="57940" y="65755"/>
                    <a:pt x="54107" y="74693"/>
                    <a:pt x="48995" y="82992"/>
                  </a:cubicBezTo>
                  <a:cubicBezTo>
                    <a:pt x="46439" y="88737"/>
                    <a:pt x="46439" y="95121"/>
                    <a:pt x="48355" y="101505"/>
                  </a:cubicBezTo>
                  <a:cubicBezTo>
                    <a:pt x="49634" y="105336"/>
                    <a:pt x="53468" y="114912"/>
                    <a:pt x="60496" y="118104"/>
                  </a:cubicBezTo>
                  <a:cubicBezTo>
                    <a:pt x="64970" y="119380"/>
                    <a:pt x="68804" y="120657"/>
                    <a:pt x="73276" y="121296"/>
                  </a:cubicBezTo>
                  <a:cubicBezTo>
                    <a:pt x="79666" y="121934"/>
                    <a:pt x="86056" y="123849"/>
                    <a:pt x="91807" y="126403"/>
                  </a:cubicBezTo>
                  <a:cubicBezTo>
                    <a:pt x="94363" y="128956"/>
                    <a:pt x="98197" y="128318"/>
                    <a:pt x="100753" y="125764"/>
                  </a:cubicBezTo>
                  <a:cubicBezTo>
                    <a:pt x="103310" y="123211"/>
                    <a:pt x="102670" y="119380"/>
                    <a:pt x="100115" y="116827"/>
                  </a:cubicBezTo>
                  <a:cubicBezTo>
                    <a:pt x="95002" y="110443"/>
                    <a:pt x="84779" y="108528"/>
                    <a:pt x="75194" y="107251"/>
                  </a:cubicBezTo>
                  <a:close/>
                </a:path>
              </a:pathLst>
            </a:custGeom>
            <a:solidFill>
              <a:srgbClr val="43B02A"/>
            </a:solidFill>
            <a:ln w="6390" cap="flat">
              <a:noFill/>
              <a:prstDash val="solid"/>
              <a:miter/>
            </a:ln>
          </p:spPr>
          <p:txBody>
            <a:bodyPr rtlCol="0" anchor="ctr"/>
            <a:lstStyle/>
            <a:p>
              <a:endParaRPr lang="en-US"/>
            </a:p>
          </p:txBody>
        </p:sp>
        <p:sp>
          <p:nvSpPr>
            <p:cNvPr id="11" name="Graphic 4">
              <a:extLst>
                <a:ext uri="{FF2B5EF4-FFF2-40B4-BE49-F238E27FC236}">
                  <a16:creationId xmlns:a16="http://schemas.microsoft.com/office/drawing/2014/main" id="{B42C7516-8953-9D4B-BC21-C85E68CCF076}"/>
                </a:ext>
              </a:extLst>
            </p:cNvPr>
            <p:cNvSpPr/>
            <p:nvPr/>
          </p:nvSpPr>
          <p:spPr>
            <a:xfrm>
              <a:off x="6910716" y="1539340"/>
              <a:ext cx="113101" cy="12767"/>
            </a:xfrm>
            <a:custGeom>
              <a:avLst/>
              <a:gdLst>
                <a:gd name="connsiteX0" fmla="*/ 6390 w 113101"/>
                <a:gd name="connsiteY0" fmla="*/ 12768 h 12767"/>
                <a:gd name="connsiteX1" fmla="*/ 106712 w 113101"/>
                <a:gd name="connsiteY1" fmla="*/ 12768 h 12767"/>
                <a:gd name="connsiteX2" fmla="*/ 113102 w 113101"/>
                <a:gd name="connsiteY2" fmla="*/ 6384 h 12767"/>
                <a:gd name="connsiteX3" fmla="*/ 106712 w 113101"/>
                <a:gd name="connsiteY3" fmla="*/ 0 h 12767"/>
                <a:gd name="connsiteX4" fmla="*/ 6390 w 113101"/>
                <a:gd name="connsiteY4" fmla="*/ 0 h 12767"/>
                <a:gd name="connsiteX5" fmla="*/ 0 w 113101"/>
                <a:gd name="connsiteY5" fmla="*/ 6384 h 12767"/>
                <a:gd name="connsiteX6" fmla="*/ 6390 w 113101"/>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101" h="12767">
                  <a:moveTo>
                    <a:pt x="6390" y="12768"/>
                  </a:moveTo>
                  <a:lnTo>
                    <a:pt x="106712" y="12768"/>
                  </a:lnTo>
                  <a:cubicBezTo>
                    <a:pt x="110546" y="12768"/>
                    <a:pt x="113102" y="10214"/>
                    <a:pt x="113102" y="6384"/>
                  </a:cubicBezTo>
                  <a:cubicBezTo>
                    <a:pt x="113102" y="2554"/>
                    <a:pt x="110546" y="0"/>
                    <a:pt x="106712" y="0"/>
                  </a:cubicBezTo>
                  <a:lnTo>
                    <a:pt x="6390" y="0"/>
                  </a:lnTo>
                  <a:cubicBezTo>
                    <a:pt x="2556" y="0"/>
                    <a:pt x="0" y="2554"/>
                    <a:pt x="0" y="6384"/>
                  </a:cubicBezTo>
                  <a:cubicBezTo>
                    <a:pt x="0" y="10214"/>
                    <a:pt x="2556" y="12768"/>
                    <a:pt x="6390" y="12768"/>
                  </a:cubicBezTo>
                  <a:close/>
                </a:path>
              </a:pathLst>
            </a:custGeom>
            <a:solidFill>
              <a:srgbClr val="43B02A"/>
            </a:solidFill>
            <a:ln w="6390" cap="flat">
              <a:noFill/>
              <a:prstDash val="solid"/>
              <a:miter/>
            </a:ln>
          </p:spPr>
          <p:txBody>
            <a:bodyPr rtlCol="0" anchor="ctr"/>
            <a:lstStyle/>
            <a:p>
              <a:endParaRPr lang="en-US"/>
            </a:p>
          </p:txBody>
        </p:sp>
        <p:sp>
          <p:nvSpPr>
            <p:cNvPr id="12" name="Graphic 4">
              <a:extLst>
                <a:ext uri="{FF2B5EF4-FFF2-40B4-BE49-F238E27FC236}">
                  <a16:creationId xmlns:a16="http://schemas.microsoft.com/office/drawing/2014/main" id="{CDCDD29D-A517-2C4E-9BDD-3D3CF7229FCF}"/>
                </a:ext>
              </a:extLst>
            </p:cNvPr>
            <p:cNvSpPr/>
            <p:nvPr/>
          </p:nvSpPr>
          <p:spPr>
            <a:xfrm>
              <a:off x="6910716" y="1572537"/>
              <a:ext cx="113101" cy="12767"/>
            </a:xfrm>
            <a:custGeom>
              <a:avLst/>
              <a:gdLst>
                <a:gd name="connsiteX0" fmla="*/ 6390 w 113101"/>
                <a:gd name="connsiteY0" fmla="*/ 12768 h 12767"/>
                <a:gd name="connsiteX1" fmla="*/ 106712 w 113101"/>
                <a:gd name="connsiteY1" fmla="*/ 12768 h 12767"/>
                <a:gd name="connsiteX2" fmla="*/ 113102 w 113101"/>
                <a:gd name="connsiteY2" fmla="*/ 6384 h 12767"/>
                <a:gd name="connsiteX3" fmla="*/ 106712 w 113101"/>
                <a:gd name="connsiteY3" fmla="*/ 0 h 12767"/>
                <a:gd name="connsiteX4" fmla="*/ 6390 w 113101"/>
                <a:gd name="connsiteY4" fmla="*/ 0 h 12767"/>
                <a:gd name="connsiteX5" fmla="*/ 0 w 113101"/>
                <a:gd name="connsiteY5" fmla="*/ 6384 h 12767"/>
                <a:gd name="connsiteX6" fmla="*/ 6390 w 113101"/>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101" h="12767">
                  <a:moveTo>
                    <a:pt x="6390" y="12768"/>
                  </a:moveTo>
                  <a:lnTo>
                    <a:pt x="106712" y="12768"/>
                  </a:lnTo>
                  <a:cubicBezTo>
                    <a:pt x="110546" y="12768"/>
                    <a:pt x="113102" y="10214"/>
                    <a:pt x="113102" y="6384"/>
                  </a:cubicBezTo>
                  <a:cubicBezTo>
                    <a:pt x="113102" y="2554"/>
                    <a:pt x="110546" y="0"/>
                    <a:pt x="106712" y="0"/>
                  </a:cubicBezTo>
                  <a:lnTo>
                    <a:pt x="6390" y="0"/>
                  </a:lnTo>
                  <a:cubicBezTo>
                    <a:pt x="2556" y="0"/>
                    <a:pt x="0" y="2554"/>
                    <a:pt x="0" y="6384"/>
                  </a:cubicBezTo>
                  <a:cubicBezTo>
                    <a:pt x="0" y="10214"/>
                    <a:pt x="2556" y="12768"/>
                    <a:pt x="6390" y="12768"/>
                  </a:cubicBezTo>
                  <a:close/>
                </a:path>
              </a:pathLst>
            </a:custGeom>
            <a:solidFill>
              <a:srgbClr val="43B02A"/>
            </a:solidFill>
            <a:ln w="6390" cap="flat">
              <a:noFill/>
              <a:prstDash val="solid"/>
              <a:miter/>
            </a:ln>
          </p:spPr>
          <p:txBody>
            <a:bodyPr rtlCol="0" anchor="ctr"/>
            <a:lstStyle/>
            <a:p>
              <a:endParaRPr lang="en-US"/>
            </a:p>
          </p:txBody>
        </p:sp>
      </p:grpSp>
      <p:grpSp>
        <p:nvGrpSpPr>
          <p:cNvPr id="13" name="Graphic 4">
            <a:extLst>
              <a:ext uri="{FF2B5EF4-FFF2-40B4-BE49-F238E27FC236}">
                <a16:creationId xmlns:a16="http://schemas.microsoft.com/office/drawing/2014/main" id="{D21D4435-B67C-B942-B820-92AF579A4A08}"/>
              </a:ext>
            </a:extLst>
          </p:cNvPr>
          <p:cNvGrpSpPr>
            <a:grpSpLocks noChangeAspect="1"/>
          </p:cNvGrpSpPr>
          <p:nvPr/>
        </p:nvGrpSpPr>
        <p:grpSpPr>
          <a:xfrm>
            <a:off x="467104" y="2371173"/>
            <a:ext cx="362309" cy="362610"/>
            <a:chOff x="467104" y="2371173"/>
            <a:chExt cx="362309" cy="362610"/>
          </a:xfrm>
          <a:solidFill>
            <a:srgbClr val="046A38"/>
          </a:solidFill>
        </p:grpSpPr>
        <p:sp>
          <p:nvSpPr>
            <p:cNvPr id="14" name="Graphic 4">
              <a:extLst>
                <a:ext uri="{FF2B5EF4-FFF2-40B4-BE49-F238E27FC236}">
                  <a16:creationId xmlns:a16="http://schemas.microsoft.com/office/drawing/2014/main" id="{054CFC2C-2F82-FE4D-9ABD-915472E1EB19}"/>
                </a:ext>
              </a:extLst>
            </p:cNvPr>
            <p:cNvSpPr/>
            <p:nvPr/>
          </p:nvSpPr>
          <p:spPr>
            <a:xfrm>
              <a:off x="467104" y="2371173"/>
              <a:ext cx="362309" cy="362610"/>
            </a:xfrm>
            <a:custGeom>
              <a:avLst/>
              <a:gdLst>
                <a:gd name="connsiteX0" fmla="*/ 181474 w 362309"/>
                <a:gd name="connsiteY0" fmla="*/ 0 h 362610"/>
                <a:gd name="connsiteX1" fmla="*/ 0 w 362309"/>
                <a:gd name="connsiteY1" fmla="*/ 181305 h 362610"/>
                <a:gd name="connsiteX2" fmla="*/ 181474 w 362309"/>
                <a:gd name="connsiteY2" fmla="*/ 362610 h 362610"/>
                <a:gd name="connsiteX3" fmla="*/ 362309 w 362309"/>
                <a:gd name="connsiteY3" fmla="*/ 181305 h 362610"/>
                <a:gd name="connsiteX4" fmla="*/ 181474 w 362309"/>
                <a:gd name="connsiteY4" fmla="*/ 0 h 362610"/>
                <a:gd name="connsiteX5" fmla="*/ 181474 w 362309"/>
                <a:gd name="connsiteY5" fmla="*/ 0 h 362610"/>
                <a:gd name="connsiteX6" fmla="*/ 181474 w 362309"/>
                <a:gd name="connsiteY6" fmla="*/ 349204 h 362610"/>
                <a:gd name="connsiteX7" fmla="*/ 13419 w 362309"/>
                <a:gd name="connsiteY7" fmla="*/ 180667 h 362610"/>
                <a:gd name="connsiteX8" fmla="*/ 181474 w 362309"/>
                <a:gd name="connsiteY8" fmla="*/ 12130 h 362610"/>
                <a:gd name="connsiteX9" fmla="*/ 349530 w 362309"/>
                <a:gd name="connsiteY9" fmla="*/ 180667 h 362610"/>
                <a:gd name="connsiteX10" fmla="*/ 349530 w 362309"/>
                <a:gd name="connsiteY10" fmla="*/ 180667 h 362610"/>
                <a:gd name="connsiteX11" fmla="*/ 181474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1474" y="0"/>
                  </a:moveTo>
                  <a:cubicBezTo>
                    <a:pt x="81152" y="0"/>
                    <a:pt x="0" y="81077"/>
                    <a:pt x="0" y="181305"/>
                  </a:cubicBezTo>
                  <a:cubicBezTo>
                    <a:pt x="0" y="281534"/>
                    <a:pt x="81152" y="362610"/>
                    <a:pt x="181474" y="362610"/>
                  </a:cubicBezTo>
                  <a:cubicBezTo>
                    <a:pt x="281796" y="362610"/>
                    <a:pt x="362309" y="281534"/>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130"/>
                    <a:pt x="181474" y="12130"/>
                  </a:cubicBezTo>
                  <a:cubicBezTo>
                    <a:pt x="274128" y="12130"/>
                    <a:pt x="349530" y="87461"/>
                    <a:pt x="349530" y="180667"/>
                  </a:cubicBezTo>
                  <a:cubicBezTo>
                    <a:pt x="349530" y="180667"/>
                    <a:pt x="349530" y="180667"/>
                    <a:pt x="349530" y="180667"/>
                  </a:cubicBezTo>
                  <a:cubicBezTo>
                    <a:pt x="349530" y="273873"/>
                    <a:pt x="274128"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15" name="Graphic 4">
              <a:extLst>
                <a:ext uri="{FF2B5EF4-FFF2-40B4-BE49-F238E27FC236}">
                  <a16:creationId xmlns:a16="http://schemas.microsoft.com/office/drawing/2014/main" id="{956E68D8-B00C-9846-AB86-46E542B70A9F}"/>
                </a:ext>
              </a:extLst>
            </p:cNvPr>
            <p:cNvSpPr/>
            <p:nvPr/>
          </p:nvSpPr>
          <p:spPr>
            <a:xfrm>
              <a:off x="537393" y="2456080"/>
              <a:ext cx="221380" cy="192157"/>
            </a:xfrm>
            <a:custGeom>
              <a:avLst/>
              <a:gdLst>
                <a:gd name="connsiteX0" fmla="*/ 215980 w 221380"/>
                <a:gd name="connsiteY0" fmla="*/ 30005 h 192157"/>
                <a:gd name="connsiteX1" fmla="*/ 147608 w 221380"/>
                <a:gd name="connsiteY1" fmla="*/ 30005 h 192157"/>
                <a:gd name="connsiteX2" fmla="*/ 147608 w 221380"/>
                <a:gd name="connsiteY2" fmla="*/ 6384 h 192157"/>
                <a:gd name="connsiteX3" fmla="*/ 141218 w 221380"/>
                <a:gd name="connsiteY3" fmla="*/ 0 h 192157"/>
                <a:gd name="connsiteX4" fmla="*/ 81791 w 221380"/>
                <a:gd name="connsiteY4" fmla="*/ 0 h 192157"/>
                <a:gd name="connsiteX5" fmla="*/ 75401 w 221380"/>
                <a:gd name="connsiteY5" fmla="*/ 6384 h 192157"/>
                <a:gd name="connsiteX6" fmla="*/ 75401 w 221380"/>
                <a:gd name="connsiteY6" fmla="*/ 30005 h 192157"/>
                <a:gd name="connsiteX7" fmla="*/ 6390 w 221380"/>
                <a:gd name="connsiteY7" fmla="*/ 30005 h 192157"/>
                <a:gd name="connsiteX8" fmla="*/ 0 w 221380"/>
                <a:gd name="connsiteY8" fmla="*/ 36389 h 192157"/>
                <a:gd name="connsiteX9" fmla="*/ 0 w 221380"/>
                <a:gd name="connsiteY9" fmla="*/ 111081 h 192157"/>
                <a:gd name="connsiteX10" fmla="*/ 6390 w 221380"/>
                <a:gd name="connsiteY10" fmla="*/ 117465 h 192157"/>
                <a:gd name="connsiteX11" fmla="*/ 14697 w 221380"/>
                <a:gd name="connsiteY11" fmla="*/ 117465 h 192157"/>
                <a:gd name="connsiteX12" fmla="*/ 14697 w 221380"/>
                <a:gd name="connsiteY12" fmla="*/ 185774 h 192157"/>
                <a:gd name="connsiteX13" fmla="*/ 21087 w 221380"/>
                <a:gd name="connsiteY13" fmla="*/ 192158 h 192157"/>
                <a:gd name="connsiteX14" fmla="*/ 200005 w 221380"/>
                <a:gd name="connsiteY14" fmla="*/ 192158 h 192157"/>
                <a:gd name="connsiteX15" fmla="*/ 206395 w 221380"/>
                <a:gd name="connsiteY15" fmla="*/ 185774 h 192157"/>
                <a:gd name="connsiteX16" fmla="*/ 206395 w 221380"/>
                <a:gd name="connsiteY16" fmla="*/ 117465 h 192157"/>
                <a:gd name="connsiteX17" fmla="*/ 214702 w 221380"/>
                <a:gd name="connsiteY17" fmla="*/ 117465 h 192157"/>
                <a:gd name="connsiteX18" fmla="*/ 221092 w 221380"/>
                <a:gd name="connsiteY18" fmla="*/ 111081 h 192157"/>
                <a:gd name="connsiteX19" fmla="*/ 221092 w 221380"/>
                <a:gd name="connsiteY19" fmla="*/ 36389 h 192157"/>
                <a:gd name="connsiteX20" fmla="*/ 215980 w 221380"/>
                <a:gd name="connsiteY20" fmla="*/ 30005 h 192157"/>
                <a:gd name="connsiteX21" fmla="*/ 88181 w 221380"/>
                <a:gd name="connsiteY21" fmla="*/ 12768 h 192157"/>
                <a:gd name="connsiteX22" fmla="*/ 134828 w 221380"/>
                <a:gd name="connsiteY22" fmla="*/ 12768 h 192157"/>
                <a:gd name="connsiteX23" fmla="*/ 134828 w 221380"/>
                <a:gd name="connsiteY23" fmla="*/ 30005 h 192157"/>
                <a:gd name="connsiteX24" fmla="*/ 87542 w 221380"/>
                <a:gd name="connsiteY24" fmla="*/ 30005 h 192157"/>
                <a:gd name="connsiteX25" fmla="*/ 88181 w 221380"/>
                <a:gd name="connsiteY25" fmla="*/ 12768 h 192157"/>
                <a:gd name="connsiteX26" fmla="*/ 194893 w 221380"/>
                <a:gd name="connsiteY26" fmla="*/ 179390 h 192157"/>
                <a:gd name="connsiteX27" fmla="*/ 28755 w 221380"/>
                <a:gd name="connsiteY27" fmla="*/ 179390 h 192157"/>
                <a:gd name="connsiteX28" fmla="*/ 28755 w 221380"/>
                <a:gd name="connsiteY28" fmla="*/ 117465 h 192157"/>
                <a:gd name="connsiteX29" fmla="*/ 60704 w 221380"/>
                <a:gd name="connsiteY29" fmla="*/ 117465 h 192157"/>
                <a:gd name="connsiteX30" fmla="*/ 60704 w 221380"/>
                <a:gd name="connsiteY30" fmla="*/ 125764 h 192157"/>
                <a:gd name="connsiteX31" fmla="*/ 67094 w 221380"/>
                <a:gd name="connsiteY31" fmla="*/ 132148 h 192157"/>
                <a:gd name="connsiteX32" fmla="*/ 73484 w 221380"/>
                <a:gd name="connsiteY32" fmla="*/ 125764 h 192157"/>
                <a:gd name="connsiteX33" fmla="*/ 73484 w 221380"/>
                <a:gd name="connsiteY33" fmla="*/ 117465 h 192157"/>
                <a:gd name="connsiteX34" fmla="*/ 150164 w 221380"/>
                <a:gd name="connsiteY34" fmla="*/ 117465 h 192157"/>
                <a:gd name="connsiteX35" fmla="*/ 150164 w 221380"/>
                <a:gd name="connsiteY35" fmla="*/ 125764 h 192157"/>
                <a:gd name="connsiteX36" fmla="*/ 156553 w 221380"/>
                <a:gd name="connsiteY36" fmla="*/ 132148 h 192157"/>
                <a:gd name="connsiteX37" fmla="*/ 162943 w 221380"/>
                <a:gd name="connsiteY37" fmla="*/ 125764 h 192157"/>
                <a:gd name="connsiteX38" fmla="*/ 162943 w 221380"/>
                <a:gd name="connsiteY38" fmla="*/ 117465 h 192157"/>
                <a:gd name="connsiteX39" fmla="*/ 194893 w 221380"/>
                <a:gd name="connsiteY39" fmla="*/ 117465 h 192157"/>
                <a:gd name="connsiteX40" fmla="*/ 194893 w 221380"/>
                <a:gd name="connsiteY40" fmla="*/ 179390 h 192157"/>
                <a:gd name="connsiteX41" fmla="*/ 209590 w 221380"/>
                <a:gd name="connsiteY41" fmla="*/ 104697 h 192157"/>
                <a:gd name="connsiteX42" fmla="*/ 162943 w 221380"/>
                <a:gd name="connsiteY42" fmla="*/ 104697 h 192157"/>
                <a:gd name="connsiteX43" fmla="*/ 162943 w 221380"/>
                <a:gd name="connsiteY43" fmla="*/ 96398 h 192157"/>
                <a:gd name="connsiteX44" fmla="*/ 156553 w 221380"/>
                <a:gd name="connsiteY44" fmla="*/ 90014 h 192157"/>
                <a:gd name="connsiteX45" fmla="*/ 150164 w 221380"/>
                <a:gd name="connsiteY45" fmla="*/ 96398 h 192157"/>
                <a:gd name="connsiteX46" fmla="*/ 150164 w 221380"/>
                <a:gd name="connsiteY46" fmla="*/ 104697 h 192157"/>
                <a:gd name="connsiteX47" fmla="*/ 73484 w 221380"/>
                <a:gd name="connsiteY47" fmla="*/ 104697 h 192157"/>
                <a:gd name="connsiteX48" fmla="*/ 73484 w 221380"/>
                <a:gd name="connsiteY48" fmla="*/ 96398 h 192157"/>
                <a:gd name="connsiteX49" fmla="*/ 67094 w 221380"/>
                <a:gd name="connsiteY49" fmla="*/ 90014 h 192157"/>
                <a:gd name="connsiteX50" fmla="*/ 60704 w 221380"/>
                <a:gd name="connsiteY50" fmla="*/ 96398 h 192157"/>
                <a:gd name="connsiteX51" fmla="*/ 60704 w 221380"/>
                <a:gd name="connsiteY51" fmla="*/ 104697 h 192157"/>
                <a:gd name="connsiteX52" fmla="*/ 13419 w 221380"/>
                <a:gd name="connsiteY52" fmla="*/ 104697 h 192157"/>
                <a:gd name="connsiteX53" fmla="*/ 13419 w 221380"/>
                <a:gd name="connsiteY53" fmla="*/ 42773 h 192157"/>
                <a:gd name="connsiteX54" fmla="*/ 209590 w 221380"/>
                <a:gd name="connsiteY54" fmla="*/ 42773 h 192157"/>
                <a:gd name="connsiteX55" fmla="*/ 209590 w 221380"/>
                <a:gd name="connsiteY55" fmla="*/ 104697 h 192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221380" h="192157">
                  <a:moveTo>
                    <a:pt x="215980" y="30005"/>
                  </a:moveTo>
                  <a:lnTo>
                    <a:pt x="147608" y="30005"/>
                  </a:lnTo>
                  <a:lnTo>
                    <a:pt x="147608" y="6384"/>
                  </a:lnTo>
                  <a:cubicBezTo>
                    <a:pt x="147608" y="2554"/>
                    <a:pt x="145052" y="0"/>
                    <a:pt x="141218" y="0"/>
                  </a:cubicBezTo>
                  <a:lnTo>
                    <a:pt x="81791" y="0"/>
                  </a:lnTo>
                  <a:cubicBezTo>
                    <a:pt x="77957" y="0"/>
                    <a:pt x="75401" y="2554"/>
                    <a:pt x="75401" y="6384"/>
                  </a:cubicBezTo>
                  <a:lnTo>
                    <a:pt x="75401" y="30005"/>
                  </a:lnTo>
                  <a:lnTo>
                    <a:pt x="6390" y="30005"/>
                  </a:lnTo>
                  <a:cubicBezTo>
                    <a:pt x="2556" y="30005"/>
                    <a:pt x="0" y="32558"/>
                    <a:pt x="0" y="36389"/>
                  </a:cubicBezTo>
                  <a:lnTo>
                    <a:pt x="0" y="111081"/>
                  </a:lnTo>
                  <a:cubicBezTo>
                    <a:pt x="0" y="114912"/>
                    <a:pt x="2556" y="117465"/>
                    <a:pt x="6390" y="117465"/>
                  </a:cubicBezTo>
                  <a:lnTo>
                    <a:pt x="14697" y="117465"/>
                  </a:lnTo>
                  <a:lnTo>
                    <a:pt x="14697" y="185774"/>
                  </a:lnTo>
                  <a:cubicBezTo>
                    <a:pt x="14697" y="189604"/>
                    <a:pt x="17253" y="192158"/>
                    <a:pt x="21087" y="192158"/>
                  </a:cubicBezTo>
                  <a:lnTo>
                    <a:pt x="200005" y="192158"/>
                  </a:lnTo>
                  <a:cubicBezTo>
                    <a:pt x="203839" y="192158"/>
                    <a:pt x="206395" y="189604"/>
                    <a:pt x="206395" y="185774"/>
                  </a:cubicBezTo>
                  <a:lnTo>
                    <a:pt x="206395" y="117465"/>
                  </a:lnTo>
                  <a:lnTo>
                    <a:pt x="214702" y="117465"/>
                  </a:lnTo>
                  <a:cubicBezTo>
                    <a:pt x="218536" y="117465"/>
                    <a:pt x="221092" y="114912"/>
                    <a:pt x="221092" y="111081"/>
                  </a:cubicBezTo>
                  <a:lnTo>
                    <a:pt x="221092" y="36389"/>
                  </a:lnTo>
                  <a:cubicBezTo>
                    <a:pt x="222370" y="32558"/>
                    <a:pt x="219175" y="30005"/>
                    <a:pt x="215980" y="30005"/>
                  </a:cubicBezTo>
                  <a:close/>
                  <a:moveTo>
                    <a:pt x="88181" y="12768"/>
                  </a:moveTo>
                  <a:lnTo>
                    <a:pt x="134828" y="12768"/>
                  </a:lnTo>
                  <a:lnTo>
                    <a:pt x="134828" y="30005"/>
                  </a:lnTo>
                  <a:lnTo>
                    <a:pt x="87542" y="30005"/>
                  </a:lnTo>
                  <a:lnTo>
                    <a:pt x="88181" y="12768"/>
                  </a:lnTo>
                  <a:close/>
                  <a:moveTo>
                    <a:pt x="194893" y="179390"/>
                  </a:moveTo>
                  <a:lnTo>
                    <a:pt x="28755" y="179390"/>
                  </a:lnTo>
                  <a:lnTo>
                    <a:pt x="28755" y="117465"/>
                  </a:lnTo>
                  <a:lnTo>
                    <a:pt x="60704" y="117465"/>
                  </a:lnTo>
                  <a:lnTo>
                    <a:pt x="60704" y="125764"/>
                  </a:lnTo>
                  <a:cubicBezTo>
                    <a:pt x="60704" y="129595"/>
                    <a:pt x="63260" y="132148"/>
                    <a:pt x="67094" y="132148"/>
                  </a:cubicBezTo>
                  <a:cubicBezTo>
                    <a:pt x="70928" y="132148"/>
                    <a:pt x="73484" y="129595"/>
                    <a:pt x="73484" y="125764"/>
                  </a:cubicBezTo>
                  <a:lnTo>
                    <a:pt x="73484" y="117465"/>
                  </a:lnTo>
                  <a:lnTo>
                    <a:pt x="150164" y="117465"/>
                  </a:lnTo>
                  <a:lnTo>
                    <a:pt x="150164" y="125764"/>
                  </a:lnTo>
                  <a:cubicBezTo>
                    <a:pt x="150164" y="129595"/>
                    <a:pt x="152720" y="132148"/>
                    <a:pt x="156553" y="132148"/>
                  </a:cubicBezTo>
                  <a:cubicBezTo>
                    <a:pt x="160387" y="132148"/>
                    <a:pt x="162943" y="129595"/>
                    <a:pt x="162943" y="125764"/>
                  </a:cubicBezTo>
                  <a:lnTo>
                    <a:pt x="162943" y="117465"/>
                  </a:lnTo>
                  <a:lnTo>
                    <a:pt x="194893" y="117465"/>
                  </a:lnTo>
                  <a:lnTo>
                    <a:pt x="194893" y="179390"/>
                  </a:lnTo>
                  <a:close/>
                  <a:moveTo>
                    <a:pt x="209590" y="104697"/>
                  </a:moveTo>
                  <a:lnTo>
                    <a:pt x="162943" y="104697"/>
                  </a:lnTo>
                  <a:lnTo>
                    <a:pt x="162943" y="96398"/>
                  </a:lnTo>
                  <a:cubicBezTo>
                    <a:pt x="162943" y="92568"/>
                    <a:pt x="160387" y="90014"/>
                    <a:pt x="156553" y="90014"/>
                  </a:cubicBezTo>
                  <a:cubicBezTo>
                    <a:pt x="152720" y="90014"/>
                    <a:pt x="150164" y="92568"/>
                    <a:pt x="150164" y="96398"/>
                  </a:cubicBezTo>
                  <a:lnTo>
                    <a:pt x="150164" y="104697"/>
                  </a:lnTo>
                  <a:lnTo>
                    <a:pt x="73484" y="104697"/>
                  </a:lnTo>
                  <a:lnTo>
                    <a:pt x="73484" y="96398"/>
                  </a:lnTo>
                  <a:cubicBezTo>
                    <a:pt x="73484" y="92568"/>
                    <a:pt x="70928" y="90014"/>
                    <a:pt x="67094" y="90014"/>
                  </a:cubicBezTo>
                  <a:cubicBezTo>
                    <a:pt x="63260" y="90014"/>
                    <a:pt x="60704" y="92568"/>
                    <a:pt x="60704" y="96398"/>
                  </a:cubicBezTo>
                  <a:lnTo>
                    <a:pt x="60704" y="104697"/>
                  </a:lnTo>
                  <a:lnTo>
                    <a:pt x="13419" y="104697"/>
                  </a:lnTo>
                  <a:lnTo>
                    <a:pt x="13419" y="42773"/>
                  </a:lnTo>
                  <a:lnTo>
                    <a:pt x="209590" y="42773"/>
                  </a:lnTo>
                  <a:lnTo>
                    <a:pt x="209590" y="104697"/>
                  </a:lnTo>
                  <a:close/>
                </a:path>
              </a:pathLst>
            </a:custGeom>
            <a:solidFill>
              <a:srgbClr val="046A38"/>
            </a:solidFill>
            <a:ln w="6390" cap="flat">
              <a:noFill/>
              <a:prstDash val="solid"/>
              <a:miter/>
            </a:ln>
          </p:spPr>
          <p:txBody>
            <a:bodyPr rtlCol="0" anchor="ctr"/>
            <a:lstStyle/>
            <a:p>
              <a:endParaRPr lang="en-US"/>
            </a:p>
          </p:txBody>
        </p:sp>
      </p:grpSp>
      <p:grpSp>
        <p:nvGrpSpPr>
          <p:cNvPr id="16" name="Graphic 4">
            <a:extLst>
              <a:ext uri="{FF2B5EF4-FFF2-40B4-BE49-F238E27FC236}">
                <a16:creationId xmlns:a16="http://schemas.microsoft.com/office/drawing/2014/main" id="{F5FF5B9D-F68D-DF41-941E-850352A4E780}"/>
              </a:ext>
            </a:extLst>
          </p:cNvPr>
          <p:cNvGrpSpPr>
            <a:grpSpLocks noChangeAspect="1"/>
          </p:cNvGrpSpPr>
          <p:nvPr/>
        </p:nvGrpSpPr>
        <p:grpSpPr>
          <a:xfrm>
            <a:off x="467104" y="1885990"/>
            <a:ext cx="362309" cy="362610"/>
            <a:chOff x="467104" y="1885990"/>
            <a:chExt cx="362309" cy="362610"/>
          </a:xfrm>
          <a:solidFill>
            <a:srgbClr val="046A38"/>
          </a:solidFill>
        </p:grpSpPr>
        <p:sp>
          <p:nvSpPr>
            <p:cNvPr id="17" name="Graphic 4">
              <a:extLst>
                <a:ext uri="{FF2B5EF4-FFF2-40B4-BE49-F238E27FC236}">
                  <a16:creationId xmlns:a16="http://schemas.microsoft.com/office/drawing/2014/main" id="{82035779-A9ED-8045-9D19-A4C70E9DCA60}"/>
                </a:ext>
              </a:extLst>
            </p:cNvPr>
            <p:cNvSpPr/>
            <p:nvPr/>
          </p:nvSpPr>
          <p:spPr>
            <a:xfrm>
              <a:off x="467104" y="1885990"/>
              <a:ext cx="362309" cy="362610"/>
            </a:xfrm>
            <a:custGeom>
              <a:avLst/>
              <a:gdLst>
                <a:gd name="connsiteX0" fmla="*/ 181474 w 362309"/>
                <a:gd name="connsiteY0" fmla="*/ 0 h 362610"/>
                <a:gd name="connsiteX1" fmla="*/ 0 w 362309"/>
                <a:gd name="connsiteY1" fmla="*/ 181305 h 362610"/>
                <a:gd name="connsiteX2" fmla="*/ 181474 w 362309"/>
                <a:gd name="connsiteY2" fmla="*/ 362610 h 362610"/>
                <a:gd name="connsiteX3" fmla="*/ 362309 w 362309"/>
                <a:gd name="connsiteY3" fmla="*/ 181305 h 362610"/>
                <a:gd name="connsiteX4" fmla="*/ 181474 w 362309"/>
                <a:gd name="connsiteY4" fmla="*/ 0 h 362610"/>
                <a:gd name="connsiteX5" fmla="*/ 181474 w 362309"/>
                <a:gd name="connsiteY5" fmla="*/ 0 h 362610"/>
                <a:gd name="connsiteX6" fmla="*/ 181474 w 362309"/>
                <a:gd name="connsiteY6" fmla="*/ 348565 h 362610"/>
                <a:gd name="connsiteX7" fmla="*/ 13419 w 362309"/>
                <a:gd name="connsiteY7" fmla="*/ 180028 h 362610"/>
                <a:gd name="connsiteX8" fmla="*/ 181474 w 362309"/>
                <a:gd name="connsiteY8" fmla="*/ 11491 h 362610"/>
                <a:gd name="connsiteX9" fmla="*/ 349530 w 362309"/>
                <a:gd name="connsiteY9" fmla="*/ 180028 h 362610"/>
                <a:gd name="connsiteX10" fmla="*/ 349530 w 362309"/>
                <a:gd name="connsiteY10" fmla="*/ 180028 h 362610"/>
                <a:gd name="connsiteX11" fmla="*/ 181474 w 362309"/>
                <a:gd name="connsiteY11" fmla="*/ 348565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1474" y="0"/>
                  </a:moveTo>
                  <a:cubicBezTo>
                    <a:pt x="81152" y="0"/>
                    <a:pt x="0" y="81077"/>
                    <a:pt x="0" y="181305"/>
                  </a:cubicBezTo>
                  <a:cubicBezTo>
                    <a:pt x="0" y="281534"/>
                    <a:pt x="81152" y="362610"/>
                    <a:pt x="181474" y="362610"/>
                  </a:cubicBezTo>
                  <a:cubicBezTo>
                    <a:pt x="281796" y="362610"/>
                    <a:pt x="362309" y="281534"/>
                    <a:pt x="362309" y="181305"/>
                  </a:cubicBezTo>
                  <a:cubicBezTo>
                    <a:pt x="362309" y="80438"/>
                    <a:pt x="281796" y="0"/>
                    <a:pt x="181474" y="0"/>
                  </a:cubicBezTo>
                  <a:cubicBezTo>
                    <a:pt x="181474" y="0"/>
                    <a:pt x="181474" y="0"/>
                    <a:pt x="181474" y="0"/>
                  </a:cubicBezTo>
                  <a:close/>
                  <a:moveTo>
                    <a:pt x="181474" y="348565"/>
                  </a:moveTo>
                  <a:cubicBezTo>
                    <a:pt x="88181" y="348565"/>
                    <a:pt x="13419" y="273235"/>
                    <a:pt x="13419" y="180028"/>
                  </a:cubicBezTo>
                  <a:cubicBezTo>
                    <a:pt x="13419" y="86822"/>
                    <a:pt x="88820" y="11491"/>
                    <a:pt x="181474" y="11491"/>
                  </a:cubicBezTo>
                  <a:cubicBezTo>
                    <a:pt x="274128" y="11491"/>
                    <a:pt x="349530" y="86822"/>
                    <a:pt x="349530" y="180028"/>
                  </a:cubicBezTo>
                  <a:cubicBezTo>
                    <a:pt x="349530" y="180028"/>
                    <a:pt x="349530" y="180028"/>
                    <a:pt x="349530" y="180028"/>
                  </a:cubicBezTo>
                  <a:cubicBezTo>
                    <a:pt x="349530" y="273235"/>
                    <a:pt x="274128" y="348565"/>
                    <a:pt x="181474" y="348565"/>
                  </a:cubicBezTo>
                  <a:close/>
                </a:path>
              </a:pathLst>
            </a:custGeom>
            <a:solidFill>
              <a:srgbClr val="046A38"/>
            </a:solidFill>
            <a:ln w="6390" cap="flat">
              <a:noFill/>
              <a:prstDash val="solid"/>
              <a:miter/>
            </a:ln>
          </p:spPr>
          <p:txBody>
            <a:bodyPr rtlCol="0" anchor="ctr"/>
            <a:lstStyle/>
            <a:p>
              <a:endParaRPr lang="en-US"/>
            </a:p>
          </p:txBody>
        </p:sp>
        <p:sp>
          <p:nvSpPr>
            <p:cNvPr id="18" name="Graphic 4">
              <a:extLst>
                <a:ext uri="{FF2B5EF4-FFF2-40B4-BE49-F238E27FC236}">
                  <a16:creationId xmlns:a16="http://schemas.microsoft.com/office/drawing/2014/main" id="{C985F1B8-67F5-3847-A279-D529CE153DB1}"/>
                </a:ext>
              </a:extLst>
            </p:cNvPr>
            <p:cNvSpPr/>
            <p:nvPr/>
          </p:nvSpPr>
          <p:spPr>
            <a:xfrm>
              <a:off x="610877" y="1951107"/>
              <a:ext cx="75401" cy="231100"/>
            </a:xfrm>
            <a:custGeom>
              <a:avLst/>
              <a:gdLst>
                <a:gd name="connsiteX0" fmla="*/ 67094 w 75401"/>
                <a:gd name="connsiteY0" fmla="*/ 7661 h 231100"/>
                <a:gd name="connsiteX1" fmla="*/ 62621 w 75401"/>
                <a:gd name="connsiteY1" fmla="*/ 0 h 231100"/>
                <a:gd name="connsiteX2" fmla="*/ 60704 w 75401"/>
                <a:gd name="connsiteY2" fmla="*/ 0 h 231100"/>
                <a:gd name="connsiteX3" fmla="*/ 14058 w 75401"/>
                <a:gd name="connsiteY3" fmla="*/ 0 h 231100"/>
                <a:gd name="connsiteX4" fmla="*/ 8946 w 75401"/>
                <a:gd name="connsiteY4" fmla="*/ 2554 h 231100"/>
                <a:gd name="connsiteX5" fmla="*/ 7668 w 75401"/>
                <a:gd name="connsiteY5" fmla="*/ 8299 h 231100"/>
                <a:gd name="connsiteX6" fmla="*/ 15336 w 75401"/>
                <a:gd name="connsiteY6" fmla="*/ 38304 h 231100"/>
                <a:gd name="connsiteX7" fmla="*/ 0 w 75401"/>
                <a:gd name="connsiteY7" fmla="*/ 185135 h 231100"/>
                <a:gd name="connsiteX8" fmla="*/ 1278 w 75401"/>
                <a:gd name="connsiteY8" fmla="*/ 189604 h 231100"/>
                <a:gd name="connsiteX9" fmla="*/ 32589 w 75401"/>
                <a:gd name="connsiteY9" fmla="*/ 228546 h 231100"/>
                <a:gd name="connsiteX10" fmla="*/ 37701 w 75401"/>
                <a:gd name="connsiteY10" fmla="*/ 231100 h 231100"/>
                <a:gd name="connsiteX11" fmla="*/ 42813 w 75401"/>
                <a:gd name="connsiteY11" fmla="*/ 228546 h 231100"/>
                <a:gd name="connsiteX12" fmla="*/ 74123 w 75401"/>
                <a:gd name="connsiteY12" fmla="*/ 189604 h 231100"/>
                <a:gd name="connsiteX13" fmla="*/ 75401 w 75401"/>
                <a:gd name="connsiteY13" fmla="*/ 185135 h 231100"/>
                <a:gd name="connsiteX14" fmla="*/ 60704 w 75401"/>
                <a:gd name="connsiteY14" fmla="*/ 38304 h 231100"/>
                <a:gd name="connsiteX15" fmla="*/ 67094 w 75401"/>
                <a:gd name="connsiteY15" fmla="*/ 7661 h 231100"/>
                <a:gd name="connsiteX16" fmla="*/ 53036 w 75401"/>
                <a:gd name="connsiteY16" fmla="*/ 12768 h 231100"/>
                <a:gd name="connsiteX17" fmla="*/ 48564 w 75401"/>
                <a:gd name="connsiteY17" fmla="*/ 31281 h 231100"/>
                <a:gd name="connsiteX18" fmla="*/ 27477 w 75401"/>
                <a:gd name="connsiteY18" fmla="*/ 31281 h 231100"/>
                <a:gd name="connsiteX19" fmla="*/ 23004 w 75401"/>
                <a:gd name="connsiteY19" fmla="*/ 12768 h 231100"/>
                <a:gd name="connsiteX20" fmla="*/ 53036 w 75401"/>
                <a:gd name="connsiteY20" fmla="*/ 12768 h 231100"/>
                <a:gd name="connsiteX21" fmla="*/ 37701 w 75401"/>
                <a:gd name="connsiteY21" fmla="*/ 214502 h 231100"/>
                <a:gd name="connsiteX22" fmla="*/ 13419 w 75401"/>
                <a:gd name="connsiteY22" fmla="*/ 183859 h 231100"/>
                <a:gd name="connsiteX23" fmla="*/ 28755 w 75401"/>
                <a:gd name="connsiteY23" fmla="*/ 44049 h 231100"/>
                <a:gd name="connsiteX24" fmla="*/ 47925 w 75401"/>
                <a:gd name="connsiteY24" fmla="*/ 44049 h 231100"/>
                <a:gd name="connsiteX25" fmla="*/ 62621 w 75401"/>
                <a:gd name="connsiteY25" fmla="*/ 183859 h 231100"/>
                <a:gd name="connsiteX26" fmla="*/ 37701 w 75401"/>
                <a:gd name="connsiteY26" fmla="*/ 214502 h 23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5401" h="231100">
                  <a:moveTo>
                    <a:pt x="67094" y="7661"/>
                  </a:moveTo>
                  <a:cubicBezTo>
                    <a:pt x="67733" y="4469"/>
                    <a:pt x="65816" y="638"/>
                    <a:pt x="62621" y="0"/>
                  </a:cubicBezTo>
                  <a:cubicBezTo>
                    <a:pt x="61982" y="0"/>
                    <a:pt x="61343" y="0"/>
                    <a:pt x="60704" y="0"/>
                  </a:cubicBezTo>
                  <a:lnTo>
                    <a:pt x="14058" y="0"/>
                  </a:lnTo>
                  <a:cubicBezTo>
                    <a:pt x="12141" y="0"/>
                    <a:pt x="10224" y="638"/>
                    <a:pt x="8946" y="2554"/>
                  </a:cubicBezTo>
                  <a:cubicBezTo>
                    <a:pt x="7668" y="3830"/>
                    <a:pt x="7029" y="6384"/>
                    <a:pt x="7668" y="8299"/>
                  </a:cubicBezTo>
                  <a:lnTo>
                    <a:pt x="15336" y="38304"/>
                  </a:lnTo>
                  <a:lnTo>
                    <a:pt x="0" y="185135"/>
                  </a:lnTo>
                  <a:cubicBezTo>
                    <a:pt x="0" y="187051"/>
                    <a:pt x="0" y="188327"/>
                    <a:pt x="1278" y="189604"/>
                  </a:cubicBezTo>
                  <a:lnTo>
                    <a:pt x="32589" y="228546"/>
                  </a:lnTo>
                  <a:cubicBezTo>
                    <a:pt x="33867" y="229823"/>
                    <a:pt x="35784" y="231100"/>
                    <a:pt x="37701" y="231100"/>
                  </a:cubicBezTo>
                  <a:cubicBezTo>
                    <a:pt x="39618" y="231100"/>
                    <a:pt x="41535" y="230462"/>
                    <a:pt x="42813" y="228546"/>
                  </a:cubicBezTo>
                  <a:lnTo>
                    <a:pt x="74123" y="189604"/>
                  </a:lnTo>
                  <a:cubicBezTo>
                    <a:pt x="75401" y="188327"/>
                    <a:pt x="75401" y="186412"/>
                    <a:pt x="75401" y="185135"/>
                  </a:cubicBezTo>
                  <a:lnTo>
                    <a:pt x="60704" y="38304"/>
                  </a:lnTo>
                  <a:lnTo>
                    <a:pt x="67094" y="7661"/>
                  </a:lnTo>
                  <a:close/>
                  <a:moveTo>
                    <a:pt x="53036" y="12768"/>
                  </a:moveTo>
                  <a:lnTo>
                    <a:pt x="48564" y="31281"/>
                  </a:lnTo>
                  <a:lnTo>
                    <a:pt x="27477" y="31281"/>
                  </a:lnTo>
                  <a:lnTo>
                    <a:pt x="23004" y="12768"/>
                  </a:lnTo>
                  <a:lnTo>
                    <a:pt x="53036" y="12768"/>
                  </a:lnTo>
                  <a:close/>
                  <a:moveTo>
                    <a:pt x="37701" y="214502"/>
                  </a:moveTo>
                  <a:lnTo>
                    <a:pt x="13419" y="183859"/>
                  </a:lnTo>
                  <a:lnTo>
                    <a:pt x="28755" y="44049"/>
                  </a:lnTo>
                  <a:lnTo>
                    <a:pt x="47925" y="44049"/>
                  </a:lnTo>
                  <a:lnTo>
                    <a:pt x="62621" y="183859"/>
                  </a:lnTo>
                  <a:lnTo>
                    <a:pt x="37701" y="214502"/>
                  </a:lnTo>
                  <a:close/>
                </a:path>
              </a:pathLst>
            </a:custGeom>
            <a:solidFill>
              <a:srgbClr val="046A38"/>
            </a:solidFill>
            <a:ln w="6390" cap="flat">
              <a:noFill/>
              <a:prstDash val="solid"/>
              <a:miter/>
            </a:ln>
          </p:spPr>
          <p:txBody>
            <a:bodyPr rtlCol="0" anchor="ctr"/>
            <a:lstStyle/>
            <a:p>
              <a:endParaRPr lang="en-US"/>
            </a:p>
          </p:txBody>
        </p:sp>
      </p:grpSp>
      <p:grpSp>
        <p:nvGrpSpPr>
          <p:cNvPr id="19" name="Graphic 4">
            <a:extLst>
              <a:ext uri="{FF2B5EF4-FFF2-40B4-BE49-F238E27FC236}">
                <a16:creationId xmlns:a16="http://schemas.microsoft.com/office/drawing/2014/main" id="{6136D93C-8674-6D4A-B7D9-8CA9E80B462D}"/>
              </a:ext>
            </a:extLst>
          </p:cNvPr>
          <p:cNvGrpSpPr>
            <a:grpSpLocks noChangeAspect="1"/>
          </p:cNvGrpSpPr>
          <p:nvPr/>
        </p:nvGrpSpPr>
        <p:grpSpPr>
          <a:xfrm>
            <a:off x="5708130" y="1402723"/>
            <a:ext cx="362313" cy="361971"/>
            <a:chOff x="5708130" y="1402723"/>
            <a:chExt cx="362313" cy="361971"/>
          </a:xfrm>
          <a:solidFill>
            <a:srgbClr val="43B02A"/>
          </a:solidFill>
        </p:grpSpPr>
        <p:sp>
          <p:nvSpPr>
            <p:cNvPr id="20" name="Graphic 4">
              <a:extLst>
                <a:ext uri="{FF2B5EF4-FFF2-40B4-BE49-F238E27FC236}">
                  <a16:creationId xmlns:a16="http://schemas.microsoft.com/office/drawing/2014/main" id="{F9DEFD95-A151-0845-A8AC-B36B67E1F7DE}"/>
                </a:ext>
              </a:extLst>
            </p:cNvPr>
            <p:cNvSpPr/>
            <p:nvPr/>
          </p:nvSpPr>
          <p:spPr>
            <a:xfrm>
              <a:off x="5708130" y="14027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8565 h 361971"/>
                <a:gd name="connsiteX7" fmla="*/ 12780 w 362313"/>
                <a:gd name="connsiteY7" fmla="*/ 180667 h 361971"/>
                <a:gd name="connsiteX8" fmla="*/ 180835 w 362313"/>
                <a:gd name="connsiteY8" fmla="*/ 12130 h 361971"/>
                <a:gd name="connsiteX9" fmla="*/ 349530 w 362313"/>
                <a:gd name="connsiteY9" fmla="*/ 180028 h 361971"/>
                <a:gd name="connsiteX10" fmla="*/ 349530 w 362313"/>
                <a:gd name="connsiteY10" fmla="*/ 180028 h 361971"/>
                <a:gd name="connsiteX11" fmla="*/ 181474 w 362313"/>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181474" y="348565"/>
                  </a:moveTo>
                  <a:cubicBezTo>
                    <a:pt x="88181" y="348565"/>
                    <a:pt x="12780" y="273234"/>
                    <a:pt x="12780" y="180667"/>
                  </a:cubicBezTo>
                  <a:cubicBezTo>
                    <a:pt x="12780" y="88099"/>
                    <a:pt x="88181" y="12130"/>
                    <a:pt x="180835" y="12130"/>
                  </a:cubicBezTo>
                  <a:cubicBezTo>
                    <a:pt x="274128" y="12130"/>
                    <a:pt x="349530" y="87461"/>
                    <a:pt x="349530" y="180028"/>
                  </a:cubicBezTo>
                  <a:lnTo>
                    <a:pt x="349530" y="180028"/>
                  </a:lnTo>
                  <a:cubicBezTo>
                    <a:pt x="349530" y="273234"/>
                    <a:pt x="274767" y="348565"/>
                    <a:pt x="181474" y="348565"/>
                  </a:cubicBezTo>
                  <a:close/>
                </a:path>
              </a:pathLst>
            </a:custGeom>
            <a:solidFill>
              <a:srgbClr val="43B02A"/>
            </a:solidFill>
            <a:ln w="6390" cap="flat">
              <a:noFill/>
              <a:prstDash val="solid"/>
              <a:miter/>
            </a:ln>
          </p:spPr>
          <p:txBody>
            <a:bodyPr rtlCol="0" anchor="ctr"/>
            <a:lstStyle/>
            <a:p>
              <a:endParaRPr lang="en-US"/>
            </a:p>
          </p:txBody>
        </p:sp>
        <p:sp>
          <p:nvSpPr>
            <p:cNvPr id="21" name="Graphic 4">
              <a:extLst>
                <a:ext uri="{FF2B5EF4-FFF2-40B4-BE49-F238E27FC236}">
                  <a16:creationId xmlns:a16="http://schemas.microsoft.com/office/drawing/2014/main" id="{D08F8DF4-D190-3441-BF6B-29D732A22FEE}"/>
                </a:ext>
              </a:extLst>
            </p:cNvPr>
            <p:cNvSpPr/>
            <p:nvPr/>
          </p:nvSpPr>
          <p:spPr>
            <a:xfrm>
              <a:off x="5794394" y="1483161"/>
              <a:ext cx="189879" cy="213348"/>
            </a:xfrm>
            <a:custGeom>
              <a:avLst/>
              <a:gdLst>
                <a:gd name="connsiteX0" fmla="*/ 184030 w 189879"/>
                <a:gd name="connsiteY0" fmla="*/ 7661 h 213348"/>
                <a:gd name="connsiteX1" fmla="*/ 101600 w 189879"/>
                <a:gd name="connsiteY1" fmla="*/ 7661 h 213348"/>
                <a:gd name="connsiteX2" fmla="*/ 101600 w 189879"/>
                <a:gd name="connsiteY2" fmla="*/ 6384 h 213348"/>
                <a:gd name="connsiteX3" fmla="*/ 95210 w 189879"/>
                <a:gd name="connsiteY3" fmla="*/ 0 h 213348"/>
                <a:gd name="connsiteX4" fmla="*/ 88820 w 189879"/>
                <a:gd name="connsiteY4" fmla="*/ 6384 h 213348"/>
                <a:gd name="connsiteX5" fmla="*/ 88820 w 189879"/>
                <a:gd name="connsiteY5" fmla="*/ 7661 h 213348"/>
                <a:gd name="connsiteX6" fmla="*/ 6390 w 189879"/>
                <a:gd name="connsiteY6" fmla="*/ 7661 h 213348"/>
                <a:gd name="connsiteX7" fmla="*/ 0 w 189879"/>
                <a:gd name="connsiteY7" fmla="*/ 14045 h 213348"/>
                <a:gd name="connsiteX8" fmla="*/ 0 w 189879"/>
                <a:gd name="connsiteY8" fmla="*/ 147470 h 213348"/>
                <a:gd name="connsiteX9" fmla="*/ 6390 w 189879"/>
                <a:gd name="connsiteY9" fmla="*/ 153854 h 213348"/>
                <a:gd name="connsiteX10" fmla="*/ 56231 w 189879"/>
                <a:gd name="connsiteY10" fmla="*/ 153854 h 213348"/>
                <a:gd name="connsiteX11" fmla="*/ 37062 w 189879"/>
                <a:gd name="connsiteY11" fmla="*/ 204288 h 213348"/>
                <a:gd name="connsiteX12" fmla="*/ 40896 w 189879"/>
                <a:gd name="connsiteY12" fmla="*/ 212587 h 213348"/>
                <a:gd name="connsiteX13" fmla="*/ 40896 w 189879"/>
                <a:gd name="connsiteY13" fmla="*/ 212587 h 213348"/>
                <a:gd name="connsiteX14" fmla="*/ 43451 w 189879"/>
                <a:gd name="connsiteY14" fmla="*/ 213225 h 213348"/>
                <a:gd name="connsiteX15" fmla="*/ 49203 w 189879"/>
                <a:gd name="connsiteY15" fmla="*/ 209395 h 213348"/>
                <a:gd name="connsiteX16" fmla="*/ 69650 w 189879"/>
                <a:gd name="connsiteY16" fmla="*/ 154492 h 213348"/>
                <a:gd name="connsiteX17" fmla="*/ 88820 w 189879"/>
                <a:gd name="connsiteY17" fmla="*/ 154492 h 213348"/>
                <a:gd name="connsiteX18" fmla="*/ 88820 w 189879"/>
                <a:gd name="connsiteY18" fmla="*/ 185136 h 213348"/>
                <a:gd name="connsiteX19" fmla="*/ 95210 w 189879"/>
                <a:gd name="connsiteY19" fmla="*/ 191520 h 213348"/>
                <a:gd name="connsiteX20" fmla="*/ 101600 w 189879"/>
                <a:gd name="connsiteY20" fmla="*/ 185136 h 213348"/>
                <a:gd name="connsiteX21" fmla="*/ 101600 w 189879"/>
                <a:gd name="connsiteY21" fmla="*/ 154492 h 213348"/>
                <a:gd name="connsiteX22" fmla="*/ 120770 w 189879"/>
                <a:gd name="connsiteY22" fmla="*/ 154492 h 213348"/>
                <a:gd name="connsiteX23" fmla="*/ 141218 w 189879"/>
                <a:gd name="connsiteY23" fmla="*/ 209395 h 213348"/>
                <a:gd name="connsiteX24" fmla="*/ 146969 w 189879"/>
                <a:gd name="connsiteY24" fmla="*/ 213225 h 213348"/>
                <a:gd name="connsiteX25" fmla="*/ 148885 w 189879"/>
                <a:gd name="connsiteY25" fmla="*/ 212587 h 213348"/>
                <a:gd name="connsiteX26" fmla="*/ 152720 w 189879"/>
                <a:gd name="connsiteY26" fmla="*/ 204288 h 213348"/>
                <a:gd name="connsiteX27" fmla="*/ 152720 w 189879"/>
                <a:gd name="connsiteY27" fmla="*/ 204288 h 213348"/>
                <a:gd name="connsiteX28" fmla="*/ 133550 w 189879"/>
                <a:gd name="connsiteY28" fmla="*/ 153854 h 213348"/>
                <a:gd name="connsiteX29" fmla="*/ 183391 w 189879"/>
                <a:gd name="connsiteY29" fmla="*/ 153854 h 213348"/>
                <a:gd name="connsiteX30" fmla="*/ 189781 w 189879"/>
                <a:gd name="connsiteY30" fmla="*/ 147470 h 213348"/>
                <a:gd name="connsiteX31" fmla="*/ 189781 w 189879"/>
                <a:gd name="connsiteY31" fmla="*/ 14045 h 213348"/>
                <a:gd name="connsiteX32" fmla="*/ 184030 w 189879"/>
                <a:gd name="connsiteY32" fmla="*/ 7661 h 213348"/>
                <a:gd name="connsiteX33" fmla="*/ 177640 w 189879"/>
                <a:gd name="connsiteY33" fmla="*/ 141086 h 213348"/>
                <a:gd name="connsiteX34" fmla="*/ 12141 w 189879"/>
                <a:gd name="connsiteY34" fmla="*/ 141086 h 213348"/>
                <a:gd name="connsiteX35" fmla="*/ 12141 w 189879"/>
                <a:gd name="connsiteY35" fmla="*/ 20429 h 213348"/>
                <a:gd name="connsiteX36" fmla="*/ 177640 w 189879"/>
                <a:gd name="connsiteY36" fmla="*/ 20429 h 213348"/>
                <a:gd name="connsiteX37" fmla="*/ 177640 w 189879"/>
                <a:gd name="connsiteY37" fmla="*/ 141086 h 21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89879" h="213348">
                  <a:moveTo>
                    <a:pt x="184030" y="7661"/>
                  </a:moveTo>
                  <a:lnTo>
                    <a:pt x="101600" y="7661"/>
                  </a:lnTo>
                  <a:lnTo>
                    <a:pt x="101600" y="6384"/>
                  </a:lnTo>
                  <a:cubicBezTo>
                    <a:pt x="101600" y="2554"/>
                    <a:pt x="99044" y="0"/>
                    <a:pt x="95210" y="0"/>
                  </a:cubicBezTo>
                  <a:cubicBezTo>
                    <a:pt x="91376" y="0"/>
                    <a:pt x="88820" y="2554"/>
                    <a:pt x="88820" y="6384"/>
                  </a:cubicBezTo>
                  <a:lnTo>
                    <a:pt x="88820" y="7661"/>
                  </a:lnTo>
                  <a:lnTo>
                    <a:pt x="6390" y="7661"/>
                  </a:lnTo>
                  <a:cubicBezTo>
                    <a:pt x="2556" y="7661"/>
                    <a:pt x="0" y="10214"/>
                    <a:pt x="0" y="14045"/>
                  </a:cubicBezTo>
                  <a:lnTo>
                    <a:pt x="0" y="147470"/>
                  </a:lnTo>
                  <a:cubicBezTo>
                    <a:pt x="0" y="151300"/>
                    <a:pt x="2556" y="153854"/>
                    <a:pt x="6390" y="153854"/>
                  </a:cubicBezTo>
                  <a:lnTo>
                    <a:pt x="56231" y="153854"/>
                  </a:lnTo>
                  <a:lnTo>
                    <a:pt x="37062" y="204288"/>
                  </a:lnTo>
                  <a:cubicBezTo>
                    <a:pt x="35784" y="207480"/>
                    <a:pt x="37701" y="211310"/>
                    <a:pt x="40896" y="212587"/>
                  </a:cubicBezTo>
                  <a:cubicBezTo>
                    <a:pt x="40896" y="212587"/>
                    <a:pt x="40896" y="212587"/>
                    <a:pt x="40896" y="212587"/>
                  </a:cubicBezTo>
                  <a:cubicBezTo>
                    <a:pt x="41535" y="212587"/>
                    <a:pt x="42174" y="213225"/>
                    <a:pt x="43451" y="213225"/>
                  </a:cubicBezTo>
                  <a:cubicBezTo>
                    <a:pt x="46008" y="213225"/>
                    <a:pt x="48564" y="211310"/>
                    <a:pt x="49203" y="209395"/>
                  </a:cubicBezTo>
                  <a:lnTo>
                    <a:pt x="69650" y="154492"/>
                  </a:lnTo>
                  <a:lnTo>
                    <a:pt x="88820" y="154492"/>
                  </a:lnTo>
                  <a:lnTo>
                    <a:pt x="88820" y="185136"/>
                  </a:lnTo>
                  <a:cubicBezTo>
                    <a:pt x="88820" y="188966"/>
                    <a:pt x="91376" y="191520"/>
                    <a:pt x="95210" y="191520"/>
                  </a:cubicBezTo>
                  <a:cubicBezTo>
                    <a:pt x="99044" y="191520"/>
                    <a:pt x="101600" y="188966"/>
                    <a:pt x="101600" y="185136"/>
                  </a:cubicBezTo>
                  <a:lnTo>
                    <a:pt x="101600" y="154492"/>
                  </a:lnTo>
                  <a:lnTo>
                    <a:pt x="120770" y="154492"/>
                  </a:lnTo>
                  <a:lnTo>
                    <a:pt x="141218" y="209395"/>
                  </a:lnTo>
                  <a:cubicBezTo>
                    <a:pt x="141857" y="211948"/>
                    <a:pt x="144413" y="213864"/>
                    <a:pt x="146969" y="213225"/>
                  </a:cubicBezTo>
                  <a:cubicBezTo>
                    <a:pt x="147608" y="213225"/>
                    <a:pt x="148247" y="213225"/>
                    <a:pt x="148885" y="212587"/>
                  </a:cubicBezTo>
                  <a:cubicBezTo>
                    <a:pt x="152080" y="211310"/>
                    <a:pt x="153998" y="207480"/>
                    <a:pt x="152720" y="204288"/>
                  </a:cubicBezTo>
                  <a:cubicBezTo>
                    <a:pt x="152720" y="204288"/>
                    <a:pt x="152720" y="204288"/>
                    <a:pt x="152720" y="204288"/>
                  </a:cubicBezTo>
                  <a:lnTo>
                    <a:pt x="133550" y="153854"/>
                  </a:lnTo>
                  <a:lnTo>
                    <a:pt x="183391" y="153854"/>
                  </a:lnTo>
                  <a:cubicBezTo>
                    <a:pt x="187225" y="153854"/>
                    <a:pt x="189781" y="151300"/>
                    <a:pt x="189781" y="147470"/>
                  </a:cubicBezTo>
                  <a:lnTo>
                    <a:pt x="189781" y="14045"/>
                  </a:lnTo>
                  <a:cubicBezTo>
                    <a:pt x="190420" y="10214"/>
                    <a:pt x="187864" y="7661"/>
                    <a:pt x="184030" y="7661"/>
                  </a:cubicBezTo>
                  <a:close/>
                  <a:moveTo>
                    <a:pt x="177640" y="141086"/>
                  </a:moveTo>
                  <a:lnTo>
                    <a:pt x="12141" y="141086"/>
                  </a:lnTo>
                  <a:lnTo>
                    <a:pt x="12141" y="20429"/>
                  </a:lnTo>
                  <a:lnTo>
                    <a:pt x="177640" y="20429"/>
                  </a:lnTo>
                  <a:lnTo>
                    <a:pt x="177640" y="141086"/>
                  </a:lnTo>
                  <a:close/>
                </a:path>
              </a:pathLst>
            </a:custGeom>
            <a:solidFill>
              <a:srgbClr val="43B02A"/>
            </a:solidFill>
            <a:ln w="6390" cap="flat">
              <a:noFill/>
              <a:prstDash val="solid"/>
              <a:miter/>
            </a:ln>
          </p:spPr>
          <p:txBody>
            <a:bodyPr rtlCol="0" anchor="ctr"/>
            <a:lstStyle/>
            <a:p>
              <a:endParaRPr lang="en-US"/>
            </a:p>
          </p:txBody>
        </p:sp>
      </p:grpSp>
      <p:grpSp>
        <p:nvGrpSpPr>
          <p:cNvPr id="22" name="Graphic 4">
            <a:extLst>
              <a:ext uri="{FF2B5EF4-FFF2-40B4-BE49-F238E27FC236}">
                <a16:creationId xmlns:a16="http://schemas.microsoft.com/office/drawing/2014/main" id="{A2C65004-032D-9445-8697-0D799E8DDDA8}"/>
              </a:ext>
            </a:extLst>
          </p:cNvPr>
          <p:cNvGrpSpPr>
            <a:grpSpLocks noChangeAspect="1"/>
          </p:cNvGrpSpPr>
          <p:nvPr/>
        </p:nvGrpSpPr>
        <p:grpSpPr>
          <a:xfrm>
            <a:off x="5708130" y="4793256"/>
            <a:ext cx="362313" cy="361971"/>
            <a:chOff x="5708130" y="4793256"/>
            <a:chExt cx="362313" cy="361971"/>
          </a:xfrm>
          <a:solidFill>
            <a:srgbClr val="43B02A"/>
          </a:solidFill>
        </p:grpSpPr>
        <p:sp>
          <p:nvSpPr>
            <p:cNvPr id="23" name="Graphic 4">
              <a:extLst>
                <a:ext uri="{FF2B5EF4-FFF2-40B4-BE49-F238E27FC236}">
                  <a16:creationId xmlns:a16="http://schemas.microsoft.com/office/drawing/2014/main" id="{5C9C975E-3DC3-C445-82D9-38549B5DA31E}"/>
                </a:ext>
              </a:extLst>
            </p:cNvPr>
            <p:cNvSpPr/>
            <p:nvPr/>
          </p:nvSpPr>
          <p:spPr>
            <a:xfrm>
              <a:off x="5708130" y="4793256"/>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8565 h 361971"/>
                <a:gd name="connsiteX7" fmla="*/ 12780 w 362313"/>
                <a:gd name="connsiteY7" fmla="*/ 180667 h 361971"/>
                <a:gd name="connsiteX8" fmla="*/ 180835 w 362313"/>
                <a:gd name="connsiteY8" fmla="*/ 12129 h 361971"/>
                <a:gd name="connsiteX9" fmla="*/ 349530 w 362313"/>
                <a:gd name="connsiteY9" fmla="*/ 180028 h 361971"/>
                <a:gd name="connsiteX10" fmla="*/ 349530 w 362313"/>
                <a:gd name="connsiteY10" fmla="*/ 180028 h 361971"/>
                <a:gd name="connsiteX11" fmla="*/ 181474 w 362313"/>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948" y="80438"/>
                    <a:pt x="281796" y="0"/>
                    <a:pt x="181474" y="0"/>
                  </a:cubicBezTo>
                  <a:close/>
                  <a:moveTo>
                    <a:pt x="181474" y="348565"/>
                  </a:moveTo>
                  <a:cubicBezTo>
                    <a:pt x="88181" y="348565"/>
                    <a:pt x="12780" y="273234"/>
                    <a:pt x="12780" y="180667"/>
                  </a:cubicBezTo>
                  <a:cubicBezTo>
                    <a:pt x="12780" y="88099"/>
                    <a:pt x="88181" y="12129"/>
                    <a:pt x="180835" y="12129"/>
                  </a:cubicBezTo>
                  <a:cubicBezTo>
                    <a:pt x="274128" y="12129"/>
                    <a:pt x="349530" y="87461"/>
                    <a:pt x="349530" y="180028"/>
                  </a:cubicBezTo>
                  <a:lnTo>
                    <a:pt x="349530" y="180028"/>
                  </a:lnTo>
                  <a:cubicBezTo>
                    <a:pt x="349530" y="273234"/>
                    <a:pt x="274767" y="348565"/>
                    <a:pt x="181474" y="348565"/>
                  </a:cubicBezTo>
                  <a:close/>
                </a:path>
              </a:pathLst>
            </a:custGeom>
            <a:solidFill>
              <a:srgbClr val="43B02A"/>
            </a:solidFill>
            <a:ln w="6390" cap="flat">
              <a:noFill/>
              <a:prstDash val="solid"/>
              <a:miter/>
            </a:ln>
          </p:spPr>
          <p:txBody>
            <a:bodyPr rtlCol="0" anchor="ctr"/>
            <a:lstStyle/>
            <a:p>
              <a:endParaRPr lang="en-US"/>
            </a:p>
          </p:txBody>
        </p:sp>
        <p:sp>
          <p:nvSpPr>
            <p:cNvPr id="24" name="Graphic 4">
              <a:extLst>
                <a:ext uri="{FF2B5EF4-FFF2-40B4-BE49-F238E27FC236}">
                  <a16:creationId xmlns:a16="http://schemas.microsoft.com/office/drawing/2014/main" id="{372D82A4-7C7B-ED4B-A28B-217057552600}"/>
                </a:ext>
              </a:extLst>
            </p:cNvPr>
            <p:cNvSpPr/>
            <p:nvPr/>
          </p:nvSpPr>
          <p:spPr>
            <a:xfrm>
              <a:off x="5828900" y="4855181"/>
              <a:ext cx="121408" cy="236845"/>
            </a:xfrm>
            <a:custGeom>
              <a:avLst/>
              <a:gdLst>
                <a:gd name="connsiteX0" fmla="*/ 115019 w 121408"/>
                <a:gd name="connsiteY0" fmla="*/ 0 h 236845"/>
                <a:gd name="connsiteX1" fmla="*/ 6390 w 121408"/>
                <a:gd name="connsiteY1" fmla="*/ 0 h 236845"/>
                <a:gd name="connsiteX2" fmla="*/ 0 w 121408"/>
                <a:gd name="connsiteY2" fmla="*/ 6384 h 236845"/>
                <a:gd name="connsiteX3" fmla="*/ 0 w 121408"/>
                <a:gd name="connsiteY3" fmla="*/ 153216 h 236845"/>
                <a:gd name="connsiteX4" fmla="*/ 6390 w 121408"/>
                <a:gd name="connsiteY4" fmla="*/ 159600 h 236845"/>
                <a:gd name="connsiteX5" fmla="*/ 7668 w 121408"/>
                <a:gd name="connsiteY5" fmla="*/ 159600 h 236845"/>
                <a:gd name="connsiteX6" fmla="*/ 7668 w 121408"/>
                <a:gd name="connsiteY6" fmla="*/ 230462 h 236845"/>
                <a:gd name="connsiteX7" fmla="*/ 14058 w 121408"/>
                <a:gd name="connsiteY7" fmla="*/ 236846 h 236845"/>
                <a:gd name="connsiteX8" fmla="*/ 20448 w 121408"/>
                <a:gd name="connsiteY8" fmla="*/ 230462 h 236845"/>
                <a:gd name="connsiteX9" fmla="*/ 20448 w 121408"/>
                <a:gd name="connsiteY9" fmla="*/ 159600 h 236845"/>
                <a:gd name="connsiteX10" fmla="*/ 54314 w 121408"/>
                <a:gd name="connsiteY10" fmla="*/ 159600 h 236845"/>
                <a:gd name="connsiteX11" fmla="*/ 54314 w 121408"/>
                <a:gd name="connsiteY11" fmla="*/ 199819 h 236845"/>
                <a:gd name="connsiteX12" fmla="*/ 60704 w 121408"/>
                <a:gd name="connsiteY12" fmla="*/ 206203 h 236845"/>
                <a:gd name="connsiteX13" fmla="*/ 67094 w 121408"/>
                <a:gd name="connsiteY13" fmla="*/ 199819 h 236845"/>
                <a:gd name="connsiteX14" fmla="*/ 67094 w 121408"/>
                <a:gd name="connsiteY14" fmla="*/ 159600 h 236845"/>
                <a:gd name="connsiteX15" fmla="*/ 100961 w 121408"/>
                <a:gd name="connsiteY15" fmla="*/ 159600 h 236845"/>
                <a:gd name="connsiteX16" fmla="*/ 100961 w 121408"/>
                <a:gd name="connsiteY16" fmla="*/ 230462 h 236845"/>
                <a:gd name="connsiteX17" fmla="*/ 107351 w 121408"/>
                <a:gd name="connsiteY17" fmla="*/ 236846 h 236845"/>
                <a:gd name="connsiteX18" fmla="*/ 113741 w 121408"/>
                <a:gd name="connsiteY18" fmla="*/ 230462 h 236845"/>
                <a:gd name="connsiteX19" fmla="*/ 113741 w 121408"/>
                <a:gd name="connsiteY19" fmla="*/ 159600 h 236845"/>
                <a:gd name="connsiteX20" fmla="*/ 115019 w 121408"/>
                <a:gd name="connsiteY20" fmla="*/ 159600 h 236845"/>
                <a:gd name="connsiteX21" fmla="*/ 121409 w 121408"/>
                <a:gd name="connsiteY21" fmla="*/ 153216 h 236845"/>
                <a:gd name="connsiteX22" fmla="*/ 121409 w 121408"/>
                <a:gd name="connsiteY22" fmla="*/ 6384 h 236845"/>
                <a:gd name="connsiteX23" fmla="*/ 115019 w 121408"/>
                <a:gd name="connsiteY23" fmla="*/ 0 h 236845"/>
                <a:gd name="connsiteX24" fmla="*/ 115019 w 121408"/>
                <a:gd name="connsiteY24" fmla="*/ 0 h 236845"/>
                <a:gd name="connsiteX25" fmla="*/ 108629 w 121408"/>
                <a:gd name="connsiteY25" fmla="*/ 12768 h 236845"/>
                <a:gd name="connsiteX26" fmla="*/ 108629 w 121408"/>
                <a:gd name="connsiteY26" fmla="*/ 22982 h 236845"/>
                <a:gd name="connsiteX27" fmla="*/ 12780 w 121408"/>
                <a:gd name="connsiteY27" fmla="*/ 22982 h 236845"/>
                <a:gd name="connsiteX28" fmla="*/ 12780 w 121408"/>
                <a:gd name="connsiteY28" fmla="*/ 12768 h 236845"/>
                <a:gd name="connsiteX29" fmla="*/ 108629 w 121408"/>
                <a:gd name="connsiteY29" fmla="*/ 12768 h 236845"/>
                <a:gd name="connsiteX30" fmla="*/ 108629 w 121408"/>
                <a:gd name="connsiteY30" fmla="*/ 146832 h 236845"/>
                <a:gd name="connsiteX31" fmla="*/ 12780 w 121408"/>
                <a:gd name="connsiteY31" fmla="*/ 146832 h 236845"/>
                <a:gd name="connsiteX32" fmla="*/ 12780 w 121408"/>
                <a:gd name="connsiteY32" fmla="*/ 35750 h 236845"/>
                <a:gd name="connsiteX33" fmla="*/ 108629 w 121408"/>
                <a:gd name="connsiteY33" fmla="*/ 35750 h 236845"/>
                <a:gd name="connsiteX34" fmla="*/ 108629 w 121408"/>
                <a:gd name="connsiteY34" fmla="*/ 146832 h 23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1408" h="236845">
                  <a:moveTo>
                    <a:pt x="115019" y="0"/>
                  </a:moveTo>
                  <a:lnTo>
                    <a:pt x="6390" y="0"/>
                  </a:lnTo>
                  <a:cubicBezTo>
                    <a:pt x="2556" y="0"/>
                    <a:pt x="0" y="2553"/>
                    <a:pt x="0" y="6384"/>
                  </a:cubicBezTo>
                  <a:lnTo>
                    <a:pt x="0" y="153216"/>
                  </a:lnTo>
                  <a:cubicBezTo>
                    <a:pt x="0" y="157046"/>
                    <a:pt x="2556" y="159600"/>
                    <a:pt x="6390" y="159600"/>
                  </a:cubicBezTo>
                  <a:lnTo>
                    <a:pt x="7668" y="159600"/>
                  </a:lnTo>
                  <a:lnTo>
                    <a:pt x="7668" y="230462"/>
                  </a:lnTo>
                  <a:cubicBezTo>
                    <a:pt x="7668" y="234292"/>
                    <a:pt x="10224" y="236846"/>
                    <a:pt x="14058" y="236846"/>
                  </a:cubicBezTo>
                  <a:cubicBezTo>
                    <a:pt x="17892" y="236846"/>
                    <a:pt x="20448" y="234292"/>
                    <a:pt x="20448" y="230462"/>
                  </a:cubicBezTo>
                  <a:lnTo>
                    <a:pt x="20448" y="159600"/>
                  </a:lnTo>
                  <a:lnTo>
                    <a:pt x="54314" y="159600"/>
                  </a:lnTo>
                  <a:lnTo>
                    <a:pt x="54314" y="199819"/>
                  </a:lnTo>
                  <a:cubicBezTo>
                    <a:pt x="54314" y="203649"/>
                    <a:pt x="56870" y="206203"/>
                    <a:pt x="60704" y="206203"/>
                  </a:cubicBezTo>
                  <a:cubicBezTo>
                    <a:pt x="64538" y="206203"/>
                    <a:pt x="67094" y="203649"/>
                    <a:pt x="67094" y="199819"/>
                  </a:cubicBezTo>
                  <a:lnTo>
                    <a:pt x="67094" y="159600"/>
                  </a:lnTo>
                  <a:lnTo>
                    <a:pt x="100961" y="159600"/>
                  </a:lnTo>
                  <a:lnTo>
                    <a:pt x="100961" y="230462"/>
                  </a:lnTo>
                  <a:cubicBezTo>
                    <a:pt x="100961" y="234292"/>
                    <a:pt x="103517" y="236846"/>
                    <a:pt x="107351" y="236846"/>
                  </a:cubicBezTo>
                  <a:cubicBezTo>
                    <a:pt x="111185" y="236846"/>
                    <a:pt x="113741" y="234292"/>
                    <a:pt x="113741" y="230462"/>
                  </a:cubicBezTo>
                  <a:lnTo>
                    <a:pt x="113741" y="159600"/>
                  </a:lnTo>
                  <a:lnTo>
                    <a:pt x="115019" y="159600"/>
                  </a:lnTo>
                  <a:cubicBezTo>
                    <a:pt x="118853" y="159600"/>
                    <a:pt x="121409" y="157046"/>
                    <a:pt x="121409" y="153216"/>
                  </a:cubicBezTo>
                  <a:lnTo>
                    <a:pt x="121409" y="6384"/>
                  </a:lnTo>
                  <a:cubicBezTo>
                    <a:pt x="121409" y="3192"/>
                    <a:pt x="118853" y="0"/>
                    <a:pt x="115019" y="0"/>
                  </a:cubicBezTo>
                  <a:cubicBezTo>
                    <a:pt x="115019" y="0"/>
                    <a:pt x="115019" y="0"/>
                    <a:pt x="115019" y="0"/>
                  </a:cubicBezTo>
                  <a:close/>
                  <a:moveTo>
                    <a:pt x="108629" y="12768"/>
                  </a:moveTo>
                  <a:lnTo>
                    <a:pt x="108629" y="22982"/>
                  </a:lnTo>
                  <a:lnTo>
                    <a:pt x="12780" y="22982"/>
                  </a:lnTo>
                  <a:lnTo>
                    <a:pt x="12780" y="12768"/>
                  </a:lnTo>
                  <a:lnTo>
                    <a:pt x="108629" y="12768"/>
                  </a:lnTo>
                  <a:close/>
                  <a:moveTo>
                    <a:pt x="108629" y="146832"/>
                  </a:moveTo>
                  <a:lnTo>
                    <a:pt x="12780" y="146832"/>
                  </a:lnTo>
                  <a:lnTo>
                    <a:pt x="12780" y="35750"/>
                  </a:lnTo>
                  <a:lnTo>
                    <a:pt x="108629" y="35750"/>
                  </a:lnTo>
                  <a:lnTo>
                    <a:pt x="108629" y="146832"/>
                  </a:lnTo>
                  <a:close/>
                </a:path>
              </a:pathLst>
            </a:custGeom>
            <a:solidFill>
              <a:srgbClr val="43B02A"/>
            </a:solidFill>
            <a:ln w="6390" cap="flat">
              <a:noFill/>
              <a:prstDash val="solid"/>
              <a:miter/>
            </a:ln>
          </p:spPr>
          <p:txBody>
            <a:bodyPr rtlCol="0" anchor="ctr"/>
            <a:lstStyle/>
            <a:p>
              <a:endParaRPr lang="en-US"/>
            </a:p>
          </p:txBody>
        </p:sp>
      </p:grpSp>
      <p:grpSp>
        <p:nvGrpSpPr>
          <p:cNvPr id="25" name="Graphic 4">
            <a:extLst>
              <a:ext uri="{FF2B5EF4-FFF2-40B4-BE49-F238E27FC236}">
                <a16:creationId xmlns:a16="http://schemas.microsoft.com/office/drawing/2014/main" id="{EBFA0405-80B4-F44D-9ADD-5AE53C7A1CDA}"/>
              </a:ext>
            </a:extLst>
          </p:cNvPr>
          <p:cNvGrpSpPr>
            <a:grpSpLocks noChangeAspect="1"/>
          </p:cNvGrpSpPr>
          <p:nvPr/>
        </p:nvGrpSpPr>
        <p:grpSpPr>
          <a:xfrm>
            <a:off x="6753524" y="918179"/>
            <a:ext cx="361674" cy="361971"/>
            <a:chOff x="6753524" y="918179"/>
            <a:chExt cx="361674" cy="361971"/>
          </a:xfrm>
          <a:solidFill>
            <a:srgbClr val="43B02A"/>
          </a:solidFill>
        </p:grpSpPr>
        <p:sp>
          <p:nvSpPr>
            <p:cNvPr id="26" name="Graphic 4">
              <a:extLst>
                <a:ext uri="{FF2B5EF4-FFF2-40B4-BE49-F238E27FC236}">
                  <a16:creationId xmlns:a16="http://schemas.microsoft.com/office/drawing/2014/main" id="{36FE4066-0B12-4549-BC96-C0CE45902E15}"/>
                </a:ext>
              </a:extLst>
            </p:cNvPr>
            <p:cNvSpPr/>
            <p:nvPr/>
          </p:nvSpPr>
          <p:spPr>
            <a:xfrm>
              <a:off x="6753524" y="918179"/>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2309" y="81077"/>
                    <a:pt x="281157" y="0"/>
                    <a:pt x="180835" y="0"/>
                  </a:cubicBezTo>
                  <a:cubicBezTo>
                    <a:pt x="181474" y="0"/>
                    <a:pt x="181474" y="0"/>
                    <a:pt x="180835" y="0"/>
                  </a:cubicBezTo>
                  <a:close/>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lnTo>
                    <a:pt x="348890" y="180667"/>
                  </a:lnTo>
                  <a:cubicBezTo>
                    <a:pt x="349529" y="273873"/>
                    <a:pt x="274128" y="349204"/>
                    <a:pt x="180835" y="349204"/>
                  </a:cubicBezTo>
                  <a:close/>
                </a:path>
              </a:pathLst>
            </a:custGeom>
            <a:solidFill>
              <a:srgbClr val="43B02A"/>
            </a:solidFill>
            <a:ln w="6390" cap="flat">
              <a:noFill/>
              <a:prstDash val="solid"/>
              <a:miter/>
            </a:ln>
          </p:spPr>
          <p:txBody>
            <a:bodyPr rtlCol="0" anchor="ctr"/>
            <a:lstStyle/>
            <a:p>
              <a:endParaRPr lang="en-US"/>
            </a:p>
          </p:txBody>
        </p:sp>
        <p:sp>
          <p:nvSpPr>
            <p:cNvPr id="27" name="Graphic 4">
              <a:extLst>
                <a:ext uri="{FF2B5EF4-FFF2-40B4-BE49-F238E27FC236}">
                  <a16:creationId xmlns:a16="http://schemas.microsoft.com/office/drawing/2014/main" id="{596181FE-0FFF-6847-AF5A-8B75BF1A31D2}"/>
                </a:ext>
              </a:extLst>
            </p:cNvPr>
            <p:cNvSpPr/>
            <p:nvPr/>
          </p:nvSpPr>
          <p:spPr>
            <a:xfrm>
              <a:off x="6920301" y="1021599"/>
              <a:ext cx="33227" cy="33196"/>
            </a:xfrm>
            <a:custGeom>
              <a:avLst/>
              <a:gdLst>
                <a:gd name="connsiteX0" fmla="*/ 26837 w 33227"/>
                <a:gd name="connsiteY0" fmla="*/ 0 h 33196"/>
                <a:gd name="connsiteX1" fmla="*/ 6390 w 33227"/>
                <a:gd name="connsiteY1" fmla="*/ 0 h 33196"/>
                <a:gd name="connsiteX2" fmla="*/ 0 w 33227"/>
                <a:gd name="connsiteY2" fmla="*/ 6384 h 33196"/>
                <a:gd name="connsiteX3" fmla="*/ 0 w 33227"/>
                <a:gd name="connsiteY3" fmla="*/ 26813 h 33196"/>
                <a:gd name="connsiteX4" fmla="*/ 6390 w 33227"/>
                <a:gd name="connsiteY4" fmla="*/ 33197 h 33196"/>
                <a:gd name="connsiteX5" fmla="*/ 26837 w 33227"/>
                <a:gd name="connsiteY5" fmla="*/ 33197 h 33196"/>
                <a:gd name="connsiteX6" fmla="*/ 33227 w 33227"/>
                <a:gd name="connsiteY6" fmla="*/ 26813 h 33196"/>
                <a:gd name="connsiteX7" fmla="*/ 33227 w 33227"/>
                <a:gd name="connsiteY7" fmla="*/ 6384 h 33196"/>
                <a:gd name="connsiteX8" fmla="*/ 26837 w 33227"/>
                <a:gd name="connsiteY8" fmla="*/ 0 h 33196"/>
                <a:gd name="connsiteX9" fmla="*/ 26837 w 33227"/>
                <a:gd name="connsiteY9" fmla="*/ 0 h 33196"/>
                <a:gd name="connsiteX10" fmla="*/ 20447 w 33227"/>
                <a:gd name="connsiteY10" fmla="*/ 20429 h 33196"/>
                <a:gd name="connsiteX11" fmla="*/ 12780 w 33227"/>
                <a:gd name="connsiteY11" fmla="*/ 20429 h 33196"/>
                <a:gd name="connsiteX12" fmla="*/ 12780 w 33227"/>
                <a:gd name="connsiteY12" fmla="*/ 12768 h 33196"/>
                <a:gd name="connsiteX13" fmla="*/ 20447 w 33227"/>
                <a:gd name="connsiteY13" fmla="*/ 12768 h 33196"/>
                <a:gd name="connsiteX14" fmla="*/ 20447 w 33227"/>
                <a:gd name="connsiteY14" fmla="*/ 20429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227" h="33196">
                  <a:moveTo>
                    <a:pt x="26837" y="0"/>
                  </a:moveTo>
                  <a:lnTo>
                    <a:pt x="6390" y="0"/>
                  </a:lnTo>
                  <a:cubicBezTo>
                    <a:pt x="2556" y="0"/>
                    <a:pt x="0" y="2554"/>
                    <a:pt x="0" y="6384"/>
                  </a:cubicBezTo>
                  <a:lnTo>
                    <a:pt x="0" y="26813"/>
                  </a:lnTo>
                  <a:cubicBezTo>
                    <a:pt x="0" y="30643"/>
                    <a:pt x="2556" y="33197"/>
                    <a:pt x="6390" y="33197"/>
                  </a:cubicBezTo>
                  <a:lnTo>
                    <a:pt x="26837" y="33197"/>
                  </a:lnTo>
                  <a:cubicBezTo>
                    <a:pt x="30672" y="33197"/>
                    <a:pt x="33227" y="30643"/>
                    <a:pt x="33227" y="26813"/>
                  </a:cubicBezTo>
                  <a:lnTo>
                    <a:pt x="33227" y="6384"/>
                  </a:lnTo>
                  <a:cubicBezTo>
                    <a:pt x="33227" y="2554"/>
                    <a:pt x="30032" y="0"/>
                    <a:pt x="26837" y="0"/>
                  </a:cubicBezTo>
                  <a:cubicBezTo>
                    <a:pt x="26837" y="0"/>
                    <a:pt x="26837" y="0"/>
                    <a:pt x="26837" y="0"/>
                  </a:cubicBezTo>
                  <a:close/>
                  <a:moveTo>
                    <a:pt x="20447" y="20429"/>
                  </a:moveTo>
                  <a:lnTo>
                    <a:pt x="12780" y="20429"/>
                  </a:lnTo>
                  <a:lnTo>
                    <a:pt x="12780" y="12768"/>
                  </a:lnTo>
                  <a:lnTo>
                    <a:pt x="20447" y="12768"/>
                  </a:lnTo>
                  <a:lnTo>
                    <a:pt x="20447" y="20429"/>
                  </a:lnTo>
                  <a:close/>
                </a:path>
              </a:pathLst>
            </a:custGeom>
            <a:solidFill>
              <a:srgbClr val="43B02A"/>
            </a:solidFill>
            <a:ln w="6390" cap="flat">
              <a:noFill/>
              <a:prstDash val="solid"/>
              <a:miter/>
            </a:ln>
          </p:spPr>
          <p:txBody>
            <a:bodyPr rtlCol="0" anchor="ctr"/>
            <a:lstStyle/>
            <a:p>
              <a:endParaRPr lang="en-US"/>
            </a:p>
          </p:txBody>
        </p:sp>
        <p:sp>
          <p:nvSpPr>
            <p:cNvPr id="28" name="Graphic 4">
              <a:extLst>
                <a:ext uri="{FF2B5EF4-FFF2-40B4-BE49-F238E27FC236}">
                  <a16:creationId xmlns:a16="http://schemas.microsoft.com/office/drawing/2014/main" id="{28174715-7AB6-CF40-B32A-F7E160741BCC}"/>
                </a:ext>
              </a:extLst>
            </p:cNvPr>
            <p:cNvSpPr/>
            <p:nvPr/>
          </p:nvSpPr>
          <p:spPr>
            <a:xfrm>
              <a:off x="6965031" y="1021599"/>
              <a:ext cx="81791" cy="12767"/>
            </a:xfrm>
            <a:custGeom>
              <a:avLst/>
              <a:gdLst>
                <a:gd name="connsiteX0" fmla="*/ 75402 w 81791"/>
                <a:gd name="connsiteY0" fmla="*/ 0 h 12767"/>
                <a:gd name="connsiteX1" fmla="*/ 6390 w 81791"/>
                <a:gd name="connsiteY1" fmla="*/ 0 h 12767"/>
                <a:gd name="connsiteX2" fmla="*/ 0 w 81791"/>
                <a:gd name="connsiteY2" fmla="*/ 6384 h 12767"/>
                <a:gd name="connsiteX3" fmla="*/ 6390 w 81791"/>
                <a:gd name="connsiteY3" fmla="*/ 12768 h 12767"/>
                <a:gd name="connsiteX4" fmla="*/ 75402 w 81791"/>
                <a:gd name="connsiteY4" fmla="*/ 12768 h 12767"/>
                <a:gd name="connsiteX5" fmla="*/ 81792 w 81791"/>
                <a:gd name="connsiteY5" fmla="*/ 6384 h 12767"/>
                <a:gd name="connsiteX6" fmla="*/ 75402 w 81791"/>
                <a:gd name="connsiteY6" fmla="*/ 0 h 12767"/>
                <a:gd name="connsiteX7" fmla="*/ 75402 w 81791"/>
                <a:gd name="connsiteY7"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791" h="12767">
                  <a:moveTo>
                    <a:pt x="75402" y="0"/>
                  </a:moveTo>
                  <a:lnTo>
                    <a:pt x="6390" y="0"/>
                  </a:lnTo>
                  <a:cubicBezTo>
                    <a:pt x="2556" y="0"/>
                    <a:pt x="0" y="2554"/>
                    <a:pt x="0" y="6384"/>
                  </a:cubicBezTo>
                  <a:cubicBezTo>
                    <a:pt x="0" y="10214"/>
                    <a:pt x="2556" y="12768"/>
                    <a:pt x="6390" y="12768"/>
                  </a:cubicBezTo>
                  <a:lnTo>
                    <a:pt x="75402" y="12768"/>
                  </a:lnTo>
                  <a:cubicBezTo>
                    <a:pt x="79235" y="12768"/>
                    <a:pt x="81792" y="10214"/>
                    <a:pt x="81792" y="6384"/>
                  </a:cubicBezTo>
                  <a:cubicBezTo>
                    <a:pt x="81792" y="2554"/>
                    <a:pt x="79235" y="0"/>
                    <a:pt x="75402" y="0"/>
                  </a:cubicBezTo>
                  <a:lnTo>
                    <a:pt x="75402" y="0"/>
                  </a:lnTo>
                  <a:close/>
                </a:path>
              </a:pathLst>
            </a:custGeom>
            <a:solidFill>
              <a:srgbClr val="43B02A"/>
            </a:solidFill>
            <a:ln w="6390" cap="flat">
              <a:noFill/>
              <a:prstDash val="solid"/>
              <a:miter/>
            </a:ln>
          </p:spPr>
          <p:txBody>
            <a:bodyPr rtlCol="0" anchor="ctr"/>
            <a:lstStyle/>
            <a:p>
              <a:endParaRPr lang="en-US"/>
            </a:p>
          </p:txBody>
        </p:sp>
        <p:sp>
          <p:nvSpPr>
            <p:cNvPr id="29" name="Graphic 4">
              <a:extLst>
                <a:ext uri="{FF2B5EF4-FFF2-40B4-BE49-F238E27FC236}">
                  <a16:creationId xmlns:a16="http://schemas.microsoft.com/office/drawing/2014/main" id="{BCFD82DA-32C2-E24F-875A-84E42F27A344}"/>
                </a:ext>
              </a:extLst>
            </p:cNvPr>
            <p:cNvSpPr/>
            <p:nvPr/>
          </p:nvSpPr>
          <p:spPr>
            <a:xfrm>
              <a:off x="6965031" y="1042028"/>
              <a:ext cx="81791" cy="12767"/>
            </a:xfrm>
            <a:custGeom>
              <a:avLst/>
              <a:gdLst>
                <a:gd name="connsiteX0" fmla="*/ 75402 w 81791"/>
                <a:gd name="connsiteY0" fmla="*/ 0 h 12767"/>
                <a:gd name="connsiteX1" fmla="*/ 6390 w 81791"/>
                <a:gd name="connsiteY1" fmla="*/ 0 h 12767"/>
                <a:gd name="connsiteX2" fmla="*/ 0 w 81791"/>
                <a:gd name="connsiteY2" fmla="*/ 6384 h 12767"/>
                <a:gd name="connsiteX3" fmla="*/ 6390 w 81791"/>
                <a:gd name="connsiteY3" fmla="*/ 12768 h 12767"/>
                <a:gd name="connsiteX4" fmla="*/ 75402 w 81791"/>
                <a:gd name="connsiteY4" fmla="*/ 12768 h 12767"/>
                <a:gd name="connsiteX5" fmla="*/ 81792 w 81791"/>
                <a:gd name="connsiteY5" fmla="*/ 6384 h 12767"/>
                <a:gd name="connsiteX6" fmla="*/ 75402 w 81791"/>
                <a:gd name="connsiteY6" fmla="*/ 0 h 12767"/>
                <a:gd name="connsiteX7" fmla="*/ 75402 w 81791"/>
                <a:gd name="connsiteY7"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791" h="12767">
                  <a:moveTo>
                    <a:pt x="75402" y="0"/>
                  </a:moveTo>
                  <a:lnTo>
                    <a:pt x="6390" y="0"/>
                  </a:lnTo>
                  <a:cubicBezTo>
                    <a:pt x="2556" y="0"/>
                    <a:pt x="0" y="2554"/>
                    <a:pt x="0" y="6384"/>
                  </a:cubicBezTo>
                  <a:cubicBezTo>
                    <a:pt x="0" y="10214"/>
                    <a:pt x="2556" y="12768"/>
                    <a:pt x="6390" y="12768"/>
                  </a:cubicBezTo>
                  <a:lnTo>
                    <a:pt x="75402" y="12768"/>
                  </a:lnTo>
                  <a:cubicBezTo>
                    <a:pt x="79235" y="12768"/>
                    <a:pt x="81792" y="10214"/>
                    <a:pt x="81792" y="6384"/>
                  </a:cubicBezTo>
                  <a:cubicBezTo>
                    <a:pt x="81792" y="2554"/>
                    <a:pt x="79235" y="0"/>
                    <a:pt x="75402" y="0"/>
                  </a:cubicBezTo>
                  <a:lnTo>
                    <a:pt x="75402" y="0"/>
                  </a:lnTo>
                  <a:close/>
                </a:path>
              </a:pathLst>
            </a:custGeom>
            <a:solidFill>
              <a:srgbClr val="43B02A"/>
            </a:solidFill>
            <a:ln w="6390" cap="flat">
              <a:noFill/>
              <a:prstDash val="solid"/>
              <a:miter/>
            </a:ln>
          </p:spPr>
          <p:txBody>
            <a:bodyPr rtlCol="0" anchor="ctr"/>
            <a:lstStyle/>
            <a:p>
              <a:endParaRPr lang="en-US"/>
            </a:p>
          </p:txBody>
        </p:sp>
        <p:sp>
          <p:nvSpPr>
            <p:cNvPr id="30" name="Graphic 4">
              <a:extLst>
                <a:ext uri="{FF2B5EF4-FFF2-40B4-BE49-F238E27FC236}">
                  <a16:creationId xmlns:a16="http://schemas.microsoft.com/office/drawing/2014/main" id="{63384BBA-F2B9-4D46-976C-F103795E7C65}"/>
                </a:ext>
              </a:extLst>
            </p:cNvPr>
            <p:cNvSpPr/>
            <p:nvPr/>
          </p:nvSpPr>
          <p:spPr>
            <a:xfrm>
              <a:off x="6920301" y="1073948"/>
              <a:ext cx="33227" cy="33196"/>
            </a:xfrm>
            <a:custGeom>
              <a:avLst/>
              <a:gdLst>
                <a:gd name="connsiteX0" fmla="*/ 26837 w 33227"/>
                <a:gd name="connsiteY0" fmla="*/ 0 h 33196"/>
                <a:gd name="connsiteX1" fmla="*/ 6390 w 33227"/>
                <a:gd name="connsiteY1" fmla="*/ 0 h 33196"/>
                <a:gd name="connsiteX2" fmla="*/ 0 w 33227"/>
                <a:gd name="connsiteY2" fmla="*/ 6384 h 33196"/>
                <a:gd name="connsiteX3" fmla="*/ 0 w 33227"/>
                <a:gd name="connsiteY3" fmla="*/ 26813 h 33196"/>
                <a:gd name="connsiteX4" fmla="*/ 6390 w 33227"/>
                <a:gd name="connsiteY4" fmla="*/ 33197 h 33196"/>
                <a:gd name="connsiteX5" fmla="*/ 26837 w 33227"/>
                <a:gd name="connsiteY5" fmla="*/ 33197 h 33196"/>
                <a:gd name="connsiteX6" fmla="*/ 33227 w 33227"/>
                <a:gd name="connsiteY6" fmla="*/ 26813 h 33196"/>
                <a:gd name="connsiteX7" fmla="*/ 33227 w 33227"/>
                <a:gd name="connsiteY7" fmla="*/ 6384 h 33196"/>
                <a:gd name="connsiteX8" fmla="*/ 26837 w 33227"/>
                <a:gd name="connsiteY8" fmla="*/ 0 h 33196"/>
                <a:gd name="connsiteX9" fmla="*/ 26837 w 33227"/>
                <a:gd name="connsiteY9" fmla="*/ 0 h 33196"/>
                <a:gd name="connsiteX10" fmla="*/ 20447 w 33227"/>
                <a:gd name="connsiteY10" fmla="*/ 20429 h 33196"/>
                <a:gd name="connsiteX11" fmla="*/ 12780 w 33227"/>
                <a:gd name="connsiteY11" fmla="*/ 20429 h 33196"/>
                <a:gd name="connsiteX12" fmla="*/ 12780 w 33227"/>
                <a:gd name="connsiteY12" fmla="*/ 12768 h 33196"/>
                <a:gd name="connsiteX13" fmla="*/ 20447 w 33227"/>
                <a:gd name="connsiteY13" fmla="*/ 12768 h 33196"/>
                <a:gd name="connsiteX14" fmla="*/ 20447 w 33227"/>
                <a:gd name="connsiteY14" fmla="*/ 20429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227" h="33196">
                  <a:moveTo>
                    <a:pt x="26837" y="0"/>
                  </a:moveTo>
                  <a:lnTo>
                    <a:pt x="6390" y="0"/>
                  </a:lnTo>
                  <a:cubicBezTo>
                    <a:pt x="2556" y="0"/>
                    <a:pt x="0" y="2554"/>
                    <a:pt x="0" y="6384"/>
                  </a:cubicBezTo>
                  <a:lnTo>
                    <a:pt x="0" y="26813"/>
                  </a:lnTo>
                  <a:cubicBezTo>
                    <a:pt x="0" y="30643"/>
                    <a:pt x="2556" y="33197"/>
                    <a:pt x="6390" y="33197"/>
                  </a:cubicBezTo>
                  <a:lnTo>
                    <a:pt x="26837" y="33197"/>
                  </a:lnTo>
                  <a:cubicBezTo>
                    <a:pt x="30672" y="33197"/>
                    <a:pt x="33227" y="30643"/>
                    <a:pt x="33227" y="26813"/>
                  </a:cubicBezTo>
                  <a:lnTo>
                    <a:pt x="33227" y="6384"/>
                  </a:lnTo>
                  <a:cubicBezTo>
                    <a:pt x="33227" y="3192"/>
                    <a:pt x="30032" y="0"/>
                    <a:pt x="26837" y="0"/>
                  </a:cubicBezTo>
                  <a:cubicBezTo>
                    <a:pt x="26837" y="0"/>
                    <a:pt x="26837" y="0"/>
                    <a:pt x="26837" y="0"/>
                  </a:cubicBezTo>
                  <a:close/>
                  <a:moveTo>
                    <a:pt x="20447" y="20429"/>
                  </a:moveTo>
                  <a:lnTo>
                    <a:pt x="12780" y="20429"/>
                  </a:lnTo>
                  <a:lnTo>
                    <a:pt x="12780" y="12768"/>
                  </a:lnTo>
                  <a:lnTo>
                    <a:pt x="20447" y="12768"/>
                  </a:lnTo>
                  <a:lnTo>
                    <a:pt x="20447" y="20429"/>
                  </a:lnTo>
                  <a:close/>
                </a:path>
              </a:pathLst>
            </a:custGeom>
            <a:solidFill>
              <a:srgbClr val="43B02A"/>
            </a:solidFill>
            <a:ln w="6390" cap="flat">
              <a:noFill/>
              <a:prstDash val="solid"/>
              <a:miter/>
            </a:ln>
          </p:spPr>
          <p:txBody>
            <a:bodyPr rtlCol="0" anchor="ctr"/>
            <a:lstStyle/>
            <a:p>
              <a:endParaRPr lang="en-US"/>
            </a:p>
          </p:txBody>
        </p:sp>
        <p:sp>
          <p:nvSpPr>
            <p:cNvPr id="31" name="Graphic 4">
              <a:extLst>
                <a:ext uri="{FF2B5EF4-FFF2-40B4-BE49-F238E27FC236}">
                  <a16:creationId xmlns:a16="http://schemas.microsoft.com/office/drawing/2014/main" id="{2FF16FC5-3AFB-604E-9F4E-69D88800E467}"/>
                </a:ext>
              </a:extLst>
            </p:cNvPr>
            <p:cNvSpPr/>
            <p:nvPr/>
          </p:nvSpPr>
          <p:spPr>
            <a:xfrm>
              <a:off x="6965031" y="1073948"/>
              <a:ext cx="81791" cy="12767"/>
            </a:xfrm>
            <a:custGeom>
              <a:avLst/>
              <a:gdLst>
                <a:gd name="connsiteX0" fmla="*/ 75402 w 81791"/>
                <a:gd name="connsiteY0" fmla="*/ 0 h 12767"/>
                <a:gd name="connsiteX1" fmla="*/ 6390 w 81791"/>
                <a:gd name="connsiteY1" fmla="*/ 0 h 12767"/>
                <a:gd name="connsiteX2" fmla="*/ 0 w 81791"/>
                <a:gd name="connsiteY2" fmla="*/ 6384 h 12767"/>
                <a:gd name="connsiteX3" fmla="*/ 6390 w 81791"/>
                <a:gd name="connsiteY3" fmla="*/ 12768 h 12767"/>
                <a:gd name="connsiteX4" fmla="*/ 75402 w 81791"/>
                <a:gd name="connsiteY4" fmla="*/ 12768 h 12767"/>
                <a:gd name="connsiteX5" fmla="*/ 81792 w 81791"/>
                <a:gd name="connsiteY5" fmla="*/ 6384 h 12767"/>
                <a:gd name="connsiteX6" fmla="*/ 75402 w 81791"/>
                <a:gd name="connsiteY6" fmla="*/ 0 h 12767"/>
                <a:gd name="connsiteX7" fmla="*/ 75402 w 81791"/>
                <a:gd name="connsiteY7"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791" h="12767">
                  <a:moveTo>
                    <a:pt x="75402" y="0"/>
                  </a:moveTo>
                  <a:lnTo>
                    <a:pt x="6390" y="0"/>
                  </a:lnTo>
                  <a:cubicBezTo>
                    <a:pt x="2556" y="0"/>
                    <a:pt x="0" y="2554"/>
                    <a:pt x="0" y="6384"/>
                  </a:cubicBezTo>
                  <a:cubicBezTo>
                    <a:pt x="0" y="10214"/>
                    <a:pt x="2556" y="12768"/>
                    <a:pt x="6390" y="12768"/>
                  </a:cubicBezTo>
                  <a:lnTo>
                    <a:pt x="75402" y="12768"/>
                  </a:lnTo>
                  <a:cubicBezTo>
                    <a:pt x="79235" y="12768"/>
                    <a:pt x="81792" y="10214"/>
                    <a:pt x="81792" y="6384"/>
                  </a:cubicBezTo>
                  <a:cubicBezTo>
                    <a:pt x="81792" y="2554"/>
                    <a:pt x="79235" y="0"/>
                    <a:pt x="75402" y="0"/>
                  </a:cubicBezTo>
                  <a:lnTo>
                    <a:pt x="75402" y="0"/>
                  </a:lnTo>
                  <a:close/>
                </a:path>
              </a:pathLst>
            </a:custGeom>
            <a:solidFill>
              <a:srgbClr val="43B02A"/>
            </a:solidFill>
            <a:ln w="6390" cap="flat">
              <a:noFill/>
              <a:prstDash val="solid"/>
              <a:miter/>
            </a:ln>
          </p:spPr>
          <p:txBody>
            <a:bodyPr rtlCol="0" anchor="ctr"/>
            <a:lstStyle/>
            <a:p>
              <a:endParaRPr lang="en-US"/>
            </a:p>
          </p:txBody>
        </p:sp>
        <p:sp>
          <p:nvSpPr>
            <p:cNvPr id="32" name="Graphic 4">
              <a:extLst>
                <a:ext uri="{FF2B5EF4-FFF2-40B4-BE49-F238E27FC236}">
                  <a16:creationId xmlns:a16="http://schemas.microsoft.com/office/drawing/2014/main" id="{1F12814F-1050-1C42-B37E-239FE3A31C00}"/>
                </a:ext>
              </a:extLst>
            </p:cNvPr>
            <p:cNvSpPr/>
            <p:nvPr/>
          </p:nvSpPr>
          <p:spPr>
            <a:xfrm>
              <a:off x="6965031" y="1094377"/>
              <a:ext cx="81791" cy="12767"/>
            </a:xfrm>
            <a:custGeom>
              <a:avLst/>
              <a:gdLst>
                <a:gd name="connsiteX0" fmla="*/ 75402 w 81791"/>
                <a:gd name="connsiteY0" fmla="*/ 0 h 12767"/>
                <a:gd name="connsiteX1" fmla="*/ 6390 w 81791"/>
                <a:gd name="connsiteY1" fmla="*/ 0 h 12767"/>
                <a:gd name="connsiteX2" fmla="*/ 0 w 81791"/>
                <a:gd name="connsiteY2" fmla="*/ 6384 h 12767"/>
                <a:gd name="connsiteX3" fmla="*/ 6390 w 81791"/>
                <a:gd name="connsiteY3" fmla="*/ 12768 h 12767"/>
                <a:gd name="connsiteX4" fmla="*/ 75402 w 81791"/>
                <a:gd name="connsiteY4" fmla="*/ 12768 h 12767"/>
                <a:gd name="connsiteX5" fmla="*/ 81792 w 81791"/>
                <a:gd name="connsiteY5" fmla="*/ 6384 h 12767"/>
                <a:gd name="connsiteX6" fmla="*/ 75402 w 81791"/>
                <a:gd name="connsiteY6" fmla="*/ 0 h 12767"/>
                <a:gd name="connsiteX7" fmla="*/ 75402 w 81791"/>
                <a:gd name="connsiteY7"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791" h="12767">
                  <a:moveTo>
                    <a:pt x="75402" y="0"/>
                  </a:moveTo>
                  <a:lnTo>
                    <a:pt x="6390" y="0"/>
                  </a:lnTo>
                  <a:cubicBezTo>
                    <a:pt x="2556" y="0"/>
                    <a:pt x="0" y="2554"/>
                    <a:pt x="0" y="6384"/>
                  </a:cubicBezTo>
                  <a:cubicBezTo>
                    <a:pt x="0" y="10214"/>
                    <a:pt x="2556" y="12768"/>
                    <a:pt x="6390" y="12768"/>
                  </a:cubicBezTo>
                  <a:lnTo>
                    <a:pt x="75402" y="12768"/>
                  </a:lnTo>
                  <a:cubicBezTo>
                    <a:pt x="79235" y="12768"/>
                    <a:pt x="81792" y="10214"/>
                    <a:pt x="81792" y="6384"/>
                  </a:cubicBezTo>
                  <a:cubicBezTo>
                    <a:pt x="81792" y="2554"/>
                    <a:pt x="79235" y="0"/>
                    <a:pt x="75402" y="0"/>
                  </a:cubicBezTo>
                  <a:lnTo>
                    <a:pt x="75402" y="0"/>
                  </a:lnTo>
                  <a:close/>
                </a:path>
              </a:pathLst>
            </a:custGeom>
            <a:solidFill>
              <a:srgbClr val="43B02A"/>
            </a:solidFill>
            <a:ln w="6390" cap="flat">
              <a:noFill/>
              <a:prstDash val="solid"/>
              <a:miter/>
            </a:ln>
          </p:spPr>
          <p:txBody>
            <a:bodyPr rtlCol="0" anchor="ctr"/>
            <a:lstStyle/>
            <a:p>
              <a:endParaRPr lang="en-US"/>
            </a:p>
          </p:txBody>
        </p:sp>
        <p:sp>
          <p:nvSpPr>
            <p:cNvPr id="33" name="Graphic 4">
              <a:extLst>
                <a:ext uri="{FF2B5EF4-FFF2-40B4-BE49-F238E27FC236}">
                  <a16:creationId xmlns:a16="http://schemas.microsoft.com/office/drawing/2014/main" id="{044E847C-605B-1E42-9CD1-EF7325A3C679}"/>
                </a:ext>
              </a:extLst>
            </p:cNvPr>
            <p:cNvSpPr/>
            <p:nvPr/>
          </p:nvSpPr>
          <p:spPr>
            <a:xfrm>
              <a:off x="6822535" y="1106506"/>
              <a:ext cx="112173" cy="69585"/>
            </a:xfrm>
            <a:custGeom>
              <a:avLst/>
              <a:gdLst>
                <a:gd name="connsiteX0" fmla="*/ 98405 w 112173"/>
                <a:gd name="connsiteY0" fmla="*/ 2554 h 69585"/>
                <a:gd name="connsiteX1" fmla="*/ 95210 w 112173"/>
                <a:gd name="connsiteY1" fmla="*/ 3192 h 69585"/>
                <a:gd name="connsiteX2" fmla="*/ 83709 w 112173"/>
                <a:gd name="connsiteY2" fmla="*/ 13406 h 69585"/>
                <a:gd name="connsiteX3" fmla="*/ 77958 w 112173"/>
                <a:gd name="connsiteY3" fmla="*/ 28728 h 69585"/>
                <a:gd name="connsiteX4" fmla="*/ 77958 w 112173"/>
                <a:gd name="connsiteY4" fmla="*/ 26813 h 69585"/>
                <a:gd name="connsiteX5" fmla="*/ 51759 w 112173"/>
                <a:gd name="connsiteY5" fmla="*/ 0 h 69585"/>
                <a:gd name="connsiteX6" fmla="*/ 51119 w 112173"/>
                <a:gd name="connsiteY6" fmla="*/ 0 h 69585"/>
                <a:gd name="connsiteX7" fmla="*/ 26838 w 112173"/>
                <a:gd name="connsiteY7" fmla="*/ 0 h 69585"/>
                <a:gd name="connsiteX8" fmla="*/ 0 w 112173"/>
                <a:gd name="connsiteY8" fmla="*/ 26174 h 69585"/>
                <a:gd name="connsiteX9" fmla="*/ 0 w 112173"/>
                <a:gd name="connsiteY9" fmla="*/ 26813 h 69585"/>
                <a:gd name="connsiteX10" fmla="*/ 0 w 112173"/>
                <a:gd name="connsiteY10" fmla="*/ 63201 h 69585"/>
                <a:gd name="connsiteX11" fmla="*/ 6390 w 112173"/>
                <a:gd name="connsiteY11" fmla="*/ 69585 h 69585"/>
                <a:gd name="connsiteX12" fmla="*/ 12780 w 112173"/>
                <a:gd name="connsiteY12" fmla="*/ 63201 h 69585"/>
                <a:gd name="connsiteX13" fmla="*/ 12780 w 112173"/>
                <a:gd name="connsiteY13" fmla="*/ 26813 h 69585"/>
                <a:gd name="connsiteX14" fmla="*/ 26199 w 112173"/>
                <a:gd name="connsiteY14" fmla="*/ 12768 h 69585"/>
                <a:gd name="connsiteX15" fmla="*/ 26199 w 112173"/>
                <a:gd name="connsiteY15" fmla="*/ 12768 h 69585"/>
                <a:gd name="connsiteX16" fmla="*/ 50481 w 112173"/>
                <a:gd name="connsiteY16" fmla="*/ 12768 h 69585"/>
                <a:gd name="connsiteX17" fmla="*/ 64539 w 112173"/>
                <a:gd name="connsiteY17" fmla="*/ 26174 h 69585"/>
                <a:gd name="connsiteX18" fmla="*/ 64539 w 112173"/>
                <a:gd name="connsiteY18" fmla="*/ 26813 h 69585"/>
                <a:gd name="connsiteX19" fmla="*/ 64539 w 112173"/>
                <a:gd name="connsiteY19" fmla="*/ 63201 h 69585"/>
                <a:gd name="connsiteX20" fmla="*/ 70929 w 112173"/>
                <a:gd name="connsiteY20" fmla="*/ 69585 h 69585"/>
                <a:gd name="connsiteX21" fmla="*/ 76679 w 112173"/>
                <a:gd name="connsiteY21" fmla="*/ 65755 h 69585"/>
                <a:gd name="connsiteX22" fmla="*/ 88181 w 112173"/>
                <a:gd name="connsiteY22" fmla="*/ 36389 h 69585"/>
                <a:gd name="connsiteX23" fmla="*/ 81153 w 112173"/>
                <a:gd name="connsiteY23" fmla="*/ 61925 h 69585"/>
                <a:gd name="connsiteX24" fmla="*/ 85625 w 112173"/>
                <a:gd name="connsiteY24" fmla="*/ 69585 h 69585"/>
                <a:gd name="connsiteX25" fmla="*/ 87543 w 112173"/>
                <a:gd name="connsiteY25" fmla="*/ 69585 h 69585"/>
                <a:gd name="connsiteX26" fmla="*/ 93933 w 112173"/>
                <a:gd name="connsiteY26" fmla="*/ 65117 h 69585"/>
                <a:gd name="connsiteX27" fmla="*/ 105434 w 112173"/>
                <a:gd name="connsiteY27" fmla="*/ 22344 h 69585"/>
                <a:gd name="connsiteX28" fmla="*/ 108629 w 112173"/>
                <a:gd name="connsiteY28" fmla="*/ 19790 h 69585"/>
                <a:gd name="connsiteX29" fmla="*/ 109907 w 112173"/>
                <a:gd name="connsiteY29" fmla="*/ 18514 h 69585"/>
                <a:gd name="connsiteX30" fmla="*/ 110546 w 112173"/>
                <a:gd name="connsiteY30" fmla="*/ 7022 h 69585"/>
                <a:gd name="connsiteX31" fmla="*/ 98405 w 112173"/>
                <a:gd name="connsiteY31" fmla="*/ 2554 h 69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2173" h="69585">
                  <a:moveTo>
                    <a:pt x="98405" y="2554"/>
                  </a:moveTo>
                  <a:lnTo>
                    <a:pt x="95210" y="3192"/>
                  </a:lnTo>
                  <a:cubicBezTo>
                    <a:pt x="90099" y="4469"/>
                    <a:pt x="85625" y="8299"/>
                    <a:pt x="83709" y="13406"/>
                  </a:cubicBezTo>
                  <a:lnTo>
                    <a:pt x="77958" y="28728"/>
                  </a:lnTo>
                  <a:lnTo>
                    <a:pt x="77958" y="26813"/>
                  </a:lnTo>
                  <a:cubicBezTo>
                    <a:pt x="77958" y="12130"/>
                    <a:pt x="66456" y="0"/>
                    <a:pt x="51759" y="0"/>
                  </a:cubicBezTo>
                  <a:cubicBezTo>
                    <a:pt x="51759" y="0"/>
                    <a:pt x="51119" y="0"/>
                    <a:pt x="51119" y="0"/>
                  </a:cubicBezTo>
                  <a:lnTo>
                    <a:pt x="26838" y="0"/>
                  </a:lnTo>
                  <a:cubicBezTo>
                    <a:pt x="12141" y="0"/>
                    <a:pt x="0" y="11491"/>
                    <a:pt x="0" y="26174"/>
                  </a:cubicBezTo>
                  <a:cubicBezTo>
                    <a:pt x="0" y="26174"/>
                    <a:pt x="0" y="26813"/>
                    <a:pt x="0" y="26813"/>
                  </a:cubicBezTo>
                  <a:lnTo>
                    <a:pt x="0" y="63201"/>
                  </a:lnTo>
                  <a:cubicBezTo>
                    <a:pt x="0" y="67032"/>
                    <a:pt x="2556" y="69585"/>
                    <a:pt x="6390" y="69585"/>
                  </a:cubicBezTo>
                  <a:cubicBezTo>
                    <a:pt x="10225" y="69585"/>
                    <a:pt x="12780" y="67032"/>
                    <a:pt x="12780" y="63201"/>
                  </a:cubicBezTo>
                  <a:lnTo>
                    <a:pt x="12780" y="26813"/>
                  </a:lnTo>
                  <a:cubicBezTo>
                    <a:pt x="12780" y="19152"/>
                    <a:pt x="18531" y="12768"/>
                    <a:pt x="26199" y="12768"/>
                  </a:cubicBezTo>
                  <a:cubicBezTo>
                    <a:pt x="26199" y="12768"/>
                    <a:pt x="26199" y="12768"/>
                    <a:pt x="26199" y="12768"/>
                  </a:cubicBezTo>
                  <a:lnTo>
                    <a:pt x="50481" y="12768"/>
                  </a:lnTo>
                  <a:cubicBezTo>
                    <a:pt x="58149" y="12768"/>
                    <a:pt x="64539" y="18514"/>
                    <a:pt x="64539" y="26174"/>
                  </a:cubicBezTo>
                  <a:cubicBezTo>
                    <a:pt x="64539" y="26174"/>
                    <a:pt x="64539" y="26174"/>
                    <a:pt x="64539" y="26813"/>
                  </a:cubicBezTo>
                  <a:lnTo>
                    <a:pt x="64539" y="63201"/>
                  </a:lnTo>
                  <a:cubicBezTo>
                    <a:pt x="64539" y="67032"/>
                    <a:pt x="67734" y="69585"/>
                    <a:pt x="70929" y="69585"/>
                  </a:cubicBezTo>
                  <a:cubicBezTo>
                    <a:pt x="73484" y="69585"/>
                    <a:pt x="76040" y="67670"/>
                    <a:pt x="76679" y="65755"/>
                  </a:cubicBezTo>
                  <a:lnTo>
                    <a:pt x="88181" y="36389"/>
                  </a:lnTo>
                  <a:lnTo>
                    <a:pt x="81153" y="61925"/>
                  </a:lnTo>
                  <a:cubicBezTo>
                    <a:pt x="80514" y="65117"/>
                    <a:pt x="82430" y="68947"/>
                    <a:pt x="85625" y="69585"/>
                  </a:cubicBezTo>
                  <a:cubicBezTo>
                    <a:pt x="86264" y="69585"/>
                    <a:pt x="86904" y="69585"/>
                    <a:pt x="87543" y="69585"/>
                  </a:cubicBezTo>
                  <a:cubicBezTo>
                    <a:pt x="90738" y="69585"/>
                    <a:pt x="93294" y="67670"/>
                    <a:pt x="93933" y="65117"/>
                  </a:cubicBezTo>
                  <a:lnTo>
                    <a:pt x="105434" y="22344"/>
                  </a:lnTo>
                  <a:lnTo>
                    <a:pt x="108629" y="19790"/>
                  </a:lnTo>
                  <a:cubicBezTo>
                    <a:pt x="109269" y="19152"/>
                    <a:pt x="109907" y="19152"/>
                    <a:pt x="109907" y="18514"/>
                  </a:cubicBezTo>
                  <a:cubicBezTo>
                    <a:pt x="112464" y="15322"/>
                    <a:pt x="113102" y="10214"/>
                    <a:pt x="110546" y="7022"/>
                  </a:cubicBezTo>
                  <a:cubicBezTo>
                    <a:pt x="107990" y="3192"/>
                    <a:pt x="102879" y="1277"/>
                    <a:pt x="98405" y="2554"/>
                  </a:cubicBezTo>
                  <a:close/>
                </a:path>
              </a:pathLst>
            </a:custGeom>
            <a:solidFill>
              <a:srgbClr val="43B02A"/>
            </a:solidFill>
            <a:ln w="6390" cap="flat">
              <a:noFill/>
              <a:prstDash val="solid"/>
              <a:miter/>
            </a:ln>
          </p:spPr>
          <p:txBody>
            <a:bodyPr rtlCol="0" anchor="ctr"/>
            <a:lstStyle/>
            <a:p>
              <a:endParaRPr lang="en-US"/>
            </a:p>
          </p:txBody>
        </p:sp>
        <p:sp>
          <p:nvSpPr>
            <p:cNvPr id="34" name="Graphic 4">
              <a:extLst>
                <a:ext uri="{FF2B5EF4-FFF2-40B4-BE49-F238E27FC236}">
                  <a16:creationId xmlns:a16="http://schemas.microsoft.com/office/drawing/2014/main" id="{0E2C7A34-03FB-8F49-A6CA-26A0B37413C2}"/>
                </a:ext>
              </a:extLst>
            </p:cNvPr>
            <p:cNvSpPr/>
            <p:nvPr/>
          </p:nvSpPr>
          <p:spPr>
            <a:xfrm>
              <a:off x="6834676" y="1049689"/>
              <a:ext cx="53675" cy="53625"/>
            </a:xfrm>
            <a:custGeom>
              <a:avLst/>
              <a:gdLst>
                <a:gd name="connsiteX0" fmla="*/ 26838 w 53675"/>
                <a:gd name="connsiteY0" fmla="*/ 53625 h 53625"/>
                <a:gd name="connsiteX1" fmla="*/ 53676 w 53675"/>
                <a:gd name="connsiteY1" fmla="*/ 26813 h 53625"/>
                <a:gd name="connsiteX2" fmla="*/ 26838 w 53675"/>
                <a:gd name="connsiteY2" fmla="*/ 0 h 53625"/>
                <a:gd name="connsiteX3" fmla="*/ 0 w 53675"/>
                <a:gd name="connsiteY3" fmla="*/ 26813 h 53625"/>
                <a:gd name="connsiteX4" fmla="*/ 0 w 53675"/>
                <a:gd name="connsiteY4" fmla="*/ 26813 h 53625"/>
                <a:gd name="connsiteX5" fmla="*/ 26838 w 53675"/>
                <a:gd name="connsiteY5" fmla="*/ 53625 h 53625"/>
                <a:gd name="connsiteX6" fmla="*/ 26838 w 53675"/>
                <a:gd name="connsiteY6" fmla="*/ 12768 h 53625"/>
                <a:gd name="connsiteX7" fmla="*/ 40896 w 53675"/>
                <a:gd name="connsiteY7" fmla="*/ 26813 h 53625"/>
                <a:gd name="connsiteX8" fmla="*/ 26838 w 53675"/>
                <a:gd name="connsiteY8" fmla="*/ 40857 h 53625"/>
                <a:gd name="connsiteX9" fmla="*/ 12780 w 53675"/>
                <a:gd name="connsiteY9" fmla="*/ 26813 h 53625"/>
                <a:gd name="connsiteX10" fmla="*/ 12780 w 53675"/>
                <a:gd name="connsiteY10" fmla="*/ 26813 h 53625"/>
                <a:gd name="connsiteX11" fmla="*/ 26838 w 53675"/>
                <a:gd name="connsiteY11" fmla="*/ 12768 h 5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675" h="53625">
                  <a:moveTo>
                    <a:pt x="26838" y="53625"/>
                  </a:moveTo>
                  <a:cubicBezTo>
                    <a:pt x="41535" y="53625"/>
                    <a:pt x="53676" y="41496"/>
                    <a:pt x="53676" y="26813"/>
                  </a:cubicBezTo>
                  <a:cubicBezTo>
                    <a:pt x="53676" y="12130"/>
                    <a:pt x="41535" y="0"/>
                    <a:pt x="26838" y="0"/>
                  </a:cubicBezTo>
                  <a:cubicBezTo>
                    <a:pt x="12141" y="0"/>
                    <a:pt x="0" y="12130"/>
                    <a:pt x="0" y="26813"/>
                  </a:cubicBezTo>
                  <a:cubicBezTo>
                    <a:pt x="0" y="26813"/>
                    <a:pt x="0" y="26813"/>
                    <a:pt x="0" y="26813"/>
                  </a:cubicBezTo>
                  <a:cubicBezTo>
                    <a:pt x="0" y="41496"/>
                    <a:pt x="12141" y="53625"/>
                    <a:pt x="26838" y="53625"/>
                  </a:cubicBezTo>
                  <a:close/>
                  <a:moveTo>
                    <a:pt x="26838" y="12768"/>
                  </a:moveTo>
                  <a:cubicBezTo>
                    <a:pt x="34506" y="12768"/>
                    <a:pt x="40896" y="19152"/>
                    <a:pt x="40896" y="26813"/>
                  </a:cubicBezTo>
                  <a:cubicBezTo>
                    <a:pt x="40896" y="34473"/>
                    <a:pt x="34506" y="40857"/>
                    <a:pt x="26838" y="40857"/>
                  </a:cubicBezTo>
                  <a:cubicBezTo>
                    <a:pt x="19170" y="40857"/>
                    <a:pt x="12780" y="34473"/>
                    <a:pt x="12780" y="26813"/>
                  </a:cubicBezTo>
                  <a:cubicBezTo>
                    <a:pt x="12780" y="26813"/>
                    <a:pt x="12780" y="26813"/>
                    <a:pt x="12780" y="26813"/>
                  </a:cubicBezTo>
                  <a:cubicBezTo>
                    <a:pt x="12780" y="19152"/>
                    <a:pt x="19170" y="12768"/>
                    <a:pt x="26838" y="12768"/>
                  </a:cubicBezTo>
                  <a:close/>
                </a:path>
              </a:pathLst>
            </a:custGeom>
            <a:solidFill>
              <a:srgbClr val="43B02A"/>
            </a:solidFill>
            <a:ln w="6390" cap="flat">
              <a:noFill/>
              <a:prstDash val="solid"/>
              <a:miter/>
            </a:ln>
          </p:spPr>
          <p:txBody>
            <a:bodyPr rtlCol="0" anchor="ctr"/>
            <a:lstStyle/>
            <a:p>
              <a:endParaRPr lang="en-US"/>
            </a:p>
          </p:txBody>
        </p:sp>
      </p:grpSp>
      <p:sp>
        <p:nvSpPr>
          <p:cNvPr id="35" name="Graphic 4">
            <a:extLst>
              <a:ext uri="{FF2B5EF4-FFF2-40B4-BE49-F238E27FC236}">
                <a16:creationId xmlns:a16="http://schemas.microsoft.com/office/drawing/2014/main" id="{E4D1F02E-1364-024F-899F-B7DC3A551CCA}"/>
              </a:ext>
            </a:extLst>
          </p:cNvPr>
          <p:cNvSpPr>
            <a:spLocks noChangeAspect="1"/>
          </p:cNvSpPr>
          <p:nvPr/>
        </p:nvSpPr>
        <p:spPr>
          <a:xfrm>
            <a:off x="7191874" y="140272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60387 w 362312"/>
              <a:gd name="connsiteY6" fmla="*/ 264297 h 361971"/>
              <a:gd name="connsiteX7" fmla="*/ 155276 w 362312"/>
              <a:gd name="connsiteY7" fmla="*/ 266212 h 361971"/>
              <a:gd name="connsiteX8" fmla="*/ 150802 w 362312"/>
              <a:gd name="connsiteY8" fmla="*/ 264935 h 361971"/>
              <a:gd name="connsiteX9" fmla="*/ 132271 w 362312"/>
              <a:gd name="connsiteY9" fmla="*/ 259828 h 361971"/>
              <a:gd name="connsiteX10" fmla="*/ 119492 w 362312"/>
              <a:gd name="connsiteY10" fmla="*/ 256636 h 361971"/>
              <a:gd name="connsiteX11" fmla="*/ 107351 w 362312"/>
              <a:gd name="connsiteY11" fmla="*/ 240038 h 361971"/>
              <a:gd name="connsiteX12" fmla="*/ 107990 w 362312"/>
              <a:gd name="connsiteY12" fmla="*/ 221524 h 361971"/>
              <a:gd name="connsiteX13" fmla="*/ 119492 w 362312"/>
              <a:gd name="connsiteY13" fmla="*/ 194711 h 361971"/>
              <a:gd name="connsiteX14" fmla="*/ 116297 w 362312"/>
              <a:gd name="connsiteY14" fmla="*/ 160876 h 361971"/>
              <a:gd name="connsiteX15" fmla="*/ 96488 w 362312"/>
              <a:gd name="connsiteY15" fmla="*/ 151939 h 361971"/>
              <a:gd name="connsiteX16" fmla="*/ 96488 w 362312"/>
              <a:gd name="connsiteY16" fmla="*/ 151939 h 361971"/>
              <a:gd name="connsiteX17" fmla="*/ 76679 w 362312"/>
              <a:gd name="connsiteY17" fmla="*/ 160876 h 361971"/>
              <a:gd name="connsiteX18" fmla="*/ 73484 w 362312"/>
              <a:gd name="connsiteY18" fmla="*/ 194073 h 361971"/>
              <a:gd name="connsiteX19" fmla="*/ 84986 w 362312"/>
              <a:gd name="connsiteY19" fmla="*/ 220886 h 361971"/>
              <a:gd name="connsiteX20" fmla="*/ 85625 w 362312"/>
              <a:gd name="connsiteY20" fmla="*/ 239399 h 361971"/>
              <a:gd name="connsiteX21" fmla="*/ 74123 w 362312"/>
              <a:gd name="connsiteY21" fmla="*/ 255359 h 361971"/>
              <a:gd name="connsiteX22" fmla="*/ 71567 w 362312"/>
              <a:gd name="connsiteY22" fmla="*/ 255998 h 361971"/>
              <a:gd name="connsiteX23" fmla="*/ 65817 w 362312"/>
              <a:gd name="connsiteY23" fmla="*/ 252167 h 361971"/>
              <a:gd name="connsiteX24" fmla="*/ 69650 w 362312"/>
              <a:gd name="connsiteY24" fmla="*/ 243868 h 361971"/>
              <a:gd name="connsiteX25" fmla="*/ 74762 w 362312"/>
              <a:gd name="connsiteY25" fmla="*/ 227908 h 361971"/>
              <a:gd name="connsiteX26" fmla="*/ 61343 w 362312"/>
              <a:gd name="connsiteY26" fmla="*/ 196627 h 361971"/>
              <a:gd name="connsiteX27" fmla="*/ 67094 w 362312"/>
              <a:gd name="connsiteY27" fmla="*/ 151939 h 361971"/>
              <a:gd name="connsiteX28" fmla="*/ 97127 w 362312"/>
              <a:gd name="connsiteY28" fmla="*/ 138532 h 361971"/>
              <a:gd name="connsiteX29" fmla="*/ 97127 w 362312"/>
              <a:gd name="connsiteY29" fmla="*/ 138532 h 361971"/>
              <a:gd name="connsiteX30" fmla="*/ 126521 w 362312"/>
              <a:gd name="connsiteY30" fmla="*/ 151939 h 361971"/>
              <a:gd name="connsiteX31" fmla="*/ 132271 w 362312"/>
              <a:gd name="connsiteY31" fmla="*/ 196627 h 361971"/>
              <a:gd name="connsiteX32" fmla="*/ 118853 w 362312"/>
              <a:gd name="connsiteY32" fmla="*/ 227908 h 361971"/>
              <a:gd name="connsiteX33" fmla="*/ 123965 w 362312"/>
              <a:gd name="connsiteY33" fmla="*/ 243868 h 361971"/>
              <a:gd name="connsiteX34" fmla="*/ 134189 w 362312"/>
              <a:gd name="connsiteY34" fmla="*/ 245783 h 361971"/>
              <a:gd name="connsiteX35" fmla="*/ 159110 w 362312"/>
              <a:gd name="connsiteY35" fmla="*/ 253444 h 361971"/>
              <a:gd name="connsiteX36" fmla="*/ 160387 w 362312"/>
              <a:gd name="connsiteY36" fmla="*/ 264297 h 361971"/>
              <a:gd name="connsiteX37" fmla="*/ 160387 w 362312"/>
              <a:gd name="connsiteY37" fmla="*/ 264297 h 361971"/>
              <a:gd name="connsiteX38" fmla="*/ 160387 w 362312"/>
              <a:gd name="connsiteY38" fmla="*/ 264297 h 361971"/>
              <a:gd name="connsiteX39" fmla="*/ 304161 w 362312"/>
              <a:gd name="connsiteY39" fmla="*/ 217694 h 361971"/>
              <a:gd name="connsiteX40" fmla="*/ 297771 w 362312"/>
              <a:gd name="connsiteY40" fmla="*/ 224078 h 361971"/>
              <a:gd name="connsiteX41" fmla="*/ 155915 w 362312"/>
              <a:gd name="connsiteY41" fmla="*/ 224078 h 361971"/>
              <a:gd name="connsiteX42" fmla="*/ 149525 w 362312"/>
              <a:gd name="connsiteY42" fmla="*/ 217694 h 361971"/>
              <a:gd name="connsiteX43" fmla="*/ 155915 w 362312"/>
              <a:gd name="connsiteY43" fmla="*/ 211310 h 361971"/>
              <a:gd name="connsiteX44" fmla="*/ 291381 w 362312"/>
              <a:gd name="connsiteY44" fmla="*/ 211310 h 361971"/>
              <a:gd name="connsiteX45" fmla="*/ 291381 w 362312"/>
              <a:gd name="connsiteY45" fmla="*/ 107251 h 361971"/>
              <a:gd name="connsiteX46" fmla="*/ 111824 w 362312"/>
              <a:gd name="connsiteY46" fmla="*/ 107251 h 361971"/>
              <a:gd name="connsiteX47" fmla="*/ 111824 w 362312"/>
              <a:gd name="connsiteY47" fmla="*/ 117465 h 361971"/>
              <a:gd name="connsiteX48" fmla="*/ 105434 w 362312"/>
              <a:gd name="connsiteY48" fmla="*/ 123849 h 361971"/>
              <a:gd name="connsiteX49" fmla="*/ 99044 w 362312"/>
              <a:gd name="connsiteY49" fmla="*/ 117465 h 361971"/>
              <a:gd name="connsiteX50" fmla="*/ 99044 w 362312"/>
              <a:gd name="connsiteY50" fmla="*/ 100867 h 361971"/>
              <a:gd name="connsiteX51" fmla="*/ 105434 w 362312"/>
              <a:gd name="connsiteY51" fmla="*/ 94483 h 361971"/>
              <a:gd name="connsiteX52" fmla="*/ 297771 w 362312"/>
              <a:gd name="connsiteY52" fmla="*/ 94483 h 361971"/>
              <a:gd name="connsiteX53" fmla="*/ 304161 w 362312"/>
              <a:gd name="connsiteY53" fmla="*/ 100867 h 361971"/>
              <a:gd name="connsiteX54" fmla="*/ 304161 w 362312"/>
              <a:gd name="connsiteY54" fmla="*/ 217694 h 361971"/>
              <a:gd name="connsiteX55" fmla="*/ 164221 w 362312"/>
              <a:gd name="connsiteY55" fmla="*/ 169814 h 361971"/>
              <a:gd name="connsiteX56" fmla="*/ 264544 w 362312"/>
              <a:gd name="connsiteY56" fmla="*/ 169814 h 361971"/>
              <a:gd name="connsiteX57" fmla="*/ 270934 w 362312"/>
              <a:gd name="connsiteY57" fmla="*/ 176198 h 361971"/>
              <a:gd name="connsiteX58" fmla="*/ 264544 w 362312"/>
              <a:gd name="connsiteY58" fmla="*/ 182582 h 361971"/>
              <a:gd name="connsiteX59" fmla="*/ 164221 w 362312"/>
              <a:gd name="connsiteY59" fmla="*/ 182582 h 361971"/>
              <a:gd name="connsiteX60" fmla="*/ 157831 w 362312"/>
              <a:gd name="connsiteY60" fmla="*/ 176198 h 361971"/>
              <a:gd name="connsiteX61" fmla="*/ 164221 w 362312"/>
              <a:gd name="connsiteY61" fmla="*/ 169814 h 361971"/>
              <a:gd name="connsiteX62" fmla="*/ 157831 w 362312"/>
              <a:gd name="connsiteY62" fmla="*/ 143001 h 361971"/>
              <a:gd name="connsiteX63" fmla="*/ 164221 w 362312"/>
              <a:gd name="connsiteY63" fmla="*/ 136617 h 361971"/>
              <a:gd name="connsiteX64" fmla="*/ 264544 w 362312"/>
              <a:gd name="connsiteY64" fmla="*/ 136617 h 361971"/>
              <a:gd name="connsiteX65" fmla="*/ 270934 w 362312"/>
              <a:gd name="connsiteY65" fmla="*/ 143001 h 361971"/>
              <a:gd name="connsiteX66" fmla="*/ 264544 w 362312"/>
              <a:gd name="connsiteY66" fmla="*/ 149385 h 361971"/>
              <a:gd name="connsiteX67" fmla="*/ 164221 w 362312"/>
              <a:gd name="connsiteY67" fmla="*/ 149385 h 361971"/>
              <a:gd name="connsiteX68" fmla="*/ 157831 w 362312"/>
              <a:gd name="connsiteY68" fmla="*/ 143001 h 361971"/>
              <a:gd name="connsiteX69" fmla="*/ 157831 w 362312"/>
              <a:gd name="connsiteY69" fmla="*/ 143001 h 361971"/>
              <a:gd name="connsiteX70" fmla="*/ 157831 w 362312"/>
              <a:gd name="connsiteY70" fmla="*/ 14300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0438"/>
                  <a:pt x="281796" y="0"/>
                  <a:pt x="181474" y="0"/>
                </a:cubicBezTo>
                <a:close/>
                <a:moveTo>
                  <a:pt x="160387" y="264297"/>
                </a:moveTo>
                <a:cubicBezTo>
                  <a:pt x="159110" y="265574"/>
                  <a:pt x="157192" y="266212"/>
                  <a:pt x="155276" y="266212"/>
                </a:cubicBezTo>
                <a:cubicBezTo>
                  <a:pt x="153997" y="266212"/>
                  <a:pt x="152081" y="265574"/>
                  <a:pt x="150802" y="264935"/>
                </a:cubicBezTo>
                <a:cubicBezTo>
                  <a:pt x="145051" y="262382"/>
                  <a:pt x="138661" y="260466"/>
                  <a:pt x="132271" y="259828"/>
                </a:cubicBezTo>
                <a:cubicBezTo>
                  <a:pt x="127799" y="259190"/>
                  <a:pt x="123965" y="258551"/>
                  <a:pt x="119492" y="256636"/>
                </a:cubicBezTo>
                <a:cubicBezTo>
                  <a:pt x="112463" y="254082"/>
                  <a:pt x="108629" y="244506"/>
                  <a:pt x="107351" y="240038"/>
                </a:cubicBezTo>
                <a:cubicBezTo>
                  <a:pt x="106073" y="235569"/>
                  <a:pt x="104156" y="226631"/>
                  <a:pt x="107990" y="221524"/>
                </a:cubicBezTo>
                <a:cubicBezTo>
                  <a:pt x="113102" y="213225"/>
                  <a:pt x="116936" y="204287"/>
                  <a:pt x="119492" y="194711"/>
                </a:cubicBezTo>
                <a:cubicBezTo>
                  <a:pt x="123326" y="179390"/>
                  <a:pt x="122048" y="168537"/>
                  <a:pt x="116297" y="160876"/>
                </a:cubicBezTo>
                <a:cubicBezTo>
                  <a:pt x="111185" y="155131"/>
                  <a:pt x="104156" y="151939"/>
                  <a:pt x="96488" y="151939"/>
                </a:cubicBezTo>
                <a:lnTo>
                  <a:pt x="96488" y="151939"/>
                </a:lnTo>
                <a:cubicBezTo>
                  <a:pt x="88820" y="151939"/>
                  <a:pt x="81792" y="155131"/>
                  <a:pt x="76679" y="160876"/>
                </a:cubicBezTo>
                <a:cubicBezTo>
                  <a:pt x="70928" y="167899"/>
                  <a:pt x="70289" y="179390"/>
                  <a:pt x="73484" y="194073"/>
                </a:cubicBezTo>
                <a:cubicBezTo>
                  <a:pt x="76040" y="203649"/>
                  <a:pt x="79874" y="212587"/>
                  <a:pt x="84986" y="220886"/>
                </a:cubicBezTo>
                <a:cubicBezTo>
                  <a:pt x="88820" y="225993"/>
                  <a:pt x="86903" y="235569"/>
                  <a:pt x="85625" y="239399"/>
                </a:cubicBezTo>
                <a:cubicBezTo>
                  <a:pt x="84347" y="246422"/>
                  <a:pt x="79874" y="252167"/>
                  <a:pt x="74123" y="255359"/>
                </a:cubicBezTo>
                <a:cubicBezTo>
                  <a:pt x="73484" y="255359"/>
                  <a:pt x="72845" y="255998"/>
                  <a:pt x="71567" y="255998"/>
                </a:cubicBezTo>
                <a:cubicBezTo>
                  <a:pt x="69012" y="255998"/>
                  <a:pt x="66456" y="254082"/>
                  <a:pt x="65817" y="252167"/>
                </a:cubicBezTo>
                <a:cubicBezTo>
                  <a:pt x="64538" y="248975"/>
                  <a:pt x="66456" y="245145"/>
                  <a:pt x="69650" y="243868"/>
                </a:cubicBezTo>
                <a:cubicBezTo>
                  <a:pt x="73484" y="239399"/>
                  <a:pt x="74762" y="233654"/>
                  <a:pt x="74762" y="227908"/>
                </a:cubicBezTo>
                <a:cubicBezTo>
                  <a:pt x="68372" y="218332"/>
                  <a:pt x="63899" y="208118"/>
                  <a:pt x="61343" y="196627"/>
                </a:cubicBezTo>
                <a:cubicBezTo>
                  <a:pt x="56871" y="177475"/>
                  <a:pt x="58787" y="162153"/>
                  <a:pt x="67094" y="151939"/>
                </a:cubicBezTo>
                <a:cubicBezTo>
                  <a:pt x="74762" y="143640"/>
                  <a:pt x="85625" y="138532"/>
                  <a:pt x="97127" y="138532"/>
                </a:cubicBezTo>
                <a:lnTo>
                  <a:pt x="97127" y="138532"/>
                </a:lnTo>
                <a:cubicBezTo>
                  <a:pt x="108629" y="138532"/>
                  <a:pt x="118853" y="143640"/>
                  <a:pt x="126521" y="151939"/>
                </a:cubicBezTo>
                <a:cubicBezTo>
                  <a:pt x="134828" y="162153"/>
                  <a:pt x="136745" y="177475"/>
                  <a:pt x="132271" y="196627"/>
                </a:cubicBezTo>
                <a:cubicBezTo>
                  <a:pt x="129716" y="207479"/>
                  <a:pt x="125243" y="218332"/>
                  <a:pt x="118853" y="227908"/>
                </a:cubicBezTo>
                <a:cubicBezTo>
                  <a:pt x="118853" y="233654"/>
                  <a:pt x="120770" y="239399"/>
                  <a:pt x="123965" y="243868"/>
                </a:cubicBezTo>
                <a:cubicBezTo>
                  <a:pt x="127160" y="245145"/>
                  <a:pt x="130994" y="245783"/>
                  <a:pt x="134189" y="245783"/>
                </a:cubicBezTo>
                <a:cubicBezTo>
                  <a:pt x="143774" y="247698"/>
                  <a:pt x="153997" y="248975"/>
                  <a:pt x="159110" y="253444"/>
                </a:cubicBezTo>
                <a:cubicBezTo>
                  <a:pt x="162305" y="257913"/>
                  <a:pt x="162943" y="261743"/>
                  <a:pt x="160387" y="264297"/>
                </a:cubicBezTo>
                <a:cubicBezTo>
                  <a:pt x="160387" y="264297"/>
                  <a:pt x="160387" y="264297"/>
                  <a:pt x="160387" y="264297"/>
                </a:cubicBezTo>
                <a:lnTo>
                  <a:pt x="160387" y="264297"/>
                </a:lnTo>
                <a:close/>
                <a:moveTo>
                  <a:pt x="304161" y="217694"/>
                </a:moveTo>
                <a:cubicBezTo>
                  <a:pt x="304161" y="221524"/>
                  <a:pt x="301605" y="224078"/>
                  <a:pt x="297771" y="224078"/>
                </a:cubicBezTo>
                <a:lnTo>
                  <a:pt x="155915" y="224078"/>
                </a:lnTo>
                <a:cubicBezTo>
                  <a:pt x="152081" y="224078"/>
                  <a:pt x="149525" y="221524"/>
                  <a:pt x="149525" y="217694"/>
                </a:cubicBezTo>
                <a:cubicBezTo>
                  <a:pt x="149525" y="213863"/>
                  <a:pt x="152081" y="211310"/>
                  <a:pt x="155915" y="211310"/>
                </a:cubicBezTo>
                <a:lnTo>
                  <a:pt x="291381" y="211310"/>
                </a:lnTo>
                <a:lnTo>
                  <a:pt x="291381" y="107251"/>
                </a:lnTo>
                <a:lnTo>
                  <a:pt x="111824" y="107251"/>
                </a:lnTo>
                <a:lnTo>
                  <a:pt x="111824" y="117465"/>
                </a:lnTo>
                <a:cubicBezTo>
                  <a:pt x="111824" y="121296"/>
                  <a:pt x="109268" y="123849"/>
                  <a:pt x="105434" y="123849"/>
                </a:cubicBezTo>
                <a:cubicBezTo>
                  <a:pt x="101600" y="123849"/>
                  <a:pt x="99044" y="121296"/>
                  <a:pt x="99044" y="117465"/>
                </a:cubicBezTo>
                <a:lnTo>
                  <a:pt x="99044" y="100867"/>
                </a:lnTo>
                <a:cubicBezTo>
                  <a:pt x="99044" y="97037"/>
                  <a:pt x="101600" y="94483"/>
                  <a:pt x="105434" y="94483"/>
                </a:cubicBezTo>
                <a:lnTo>
                  <a:pt x="297771" y="94483"/>
                </a:lnTo>
                <a:cubicBezTo>
                  <a:pt x="301605" y="94483"/>
                  <a:pt x="304161" y="97037"/>
                  <a:pt x="304161" y="100867"/>
                </a:cubicBezTo>
                <a:lnTo>
                  <a:pt x="304161" y="217694"/>
                </a:lnTo>
                <a:close/>
                <a:moveTo>
                  <a:pt x="164221" y="169814"/>
                </a:moveTo>
                <a:lnTo>
                  <a:pt x="264544" y="169814"/>
                </a:lnTo>
                <a:cubicBezTo>
                  <a:pt x="268377" y="169814"/>
                  <a:pt x="270934" y="172368"/>
                  <a:pt x="270934" y="176198"/>
                </a:cubicBezTo>
                <a:cubicBezTo>
                  <a:pt x="270934" y="180028"/>
                  <a:pt x="268377" y="182582"/>
                  <a:pt x="264544" y="182582"/>
                </a:cubicBezTo>
                <a:lnTo>
                  <a:pt x="164221" y="182582"/>
                </a:lnTo>
                <a:cubicBezTo>
                  <a:pt x="160387" y="182582"/>
                  <a:pt x="157831" y="180028"/>
                  <a:pt x="157831" y="176198"/>
                </a:cubicBezTo>
                <a:cubicBezTo>
                  <a:pt x="157831" y="172368"/>
                  <a:pt x="160387" y="169814"/>
                  <a:pt x="164221" y="169814"/>
                </a:cubicBezTo>
                <a:close/>
                <a:moveTo>
                  <a:pt x="157831" y="143001"/>
                </a:moveTo>
                <a:cubicBezTo>
                  <a:pt x="157831" y="139171"/>
                  <a:pt x="160387" y="136617"/>
                  <a:pt x="164221" y="136617"/>
                </a:cubicBezTo>
                <a:lnTo>
                  <a:pt x="264544" y="136617"/>
                </a:lnTo>
                <a:cubicBezTo>
                  <a:pt x="268377" y="136617"/>
                  <a:pt x="270934" y="139171"/>
                  <a:pt x="270934" y="143001"/>
                </a:cubicBezTo>
                <a:cubicBezTo>
                  <a:pt x="270934" y="146832"/>
                  <a:pt x="268377" y="149385"/>
                  <a:pt x="264544" y="149385"/>
                </a:cubicBezTo>
                <a:lnTo>
                  <a:pt x="164221" y="149385"/>
                </a:lnTo>
                <a:cubicBezTo>
                  <a:pt x="160387" y="149385"/>
                  <a:pt x="157831" y="146193"/>
                  <a:pt x="157831" y="143001"/>
                </a:cubicBezTo>
                <a:cubicBezTo>
                  <a:pt x="157831" y="143001"/>
                  <a:pt x="157831" y="143001"/>
                  <a:pt x="157831" y="143001"/>
                </a:cubicBezTo>
                <a:lnTo>
                  <a:pt x="157831" y="143001"/>
                </a:lnTo>
                <a:close/>
              </a:path>
            </a:pathLst>
          </a:custGeom>
          <a:solidFill>
            <a:srgbClr val="43B02A"/>
          </a:solidFill>
          <a:ln w="6390" cap="flat">
            <a:noFill/>
            <a:prstDash val="solid"/>
            <a:miter/>
          </a:ln>
        </p:spPr>
        <p:txBody>
          <a:bodyPr rtlCol="0" anchor="ctr"/>
          <a:lstStyle/>
          <a:p>
            <a:endParaRPr lang="en-US"/>
          </a:p>
        </p:txBody>
      </p:sp>
      <p:grpSp>
        <p:nvGrpSpPr>
          <p:cNvPr id="5" name="Group 4">
            <a:extLst>
              <a:ext uri="{FF2B5EF4-FFF2-40B4-BE49-F238E27FC236}">
                <a16:creationId xmlns:a16="http://schemas.microsoft.com/office/drawing/2014/main" id="{3D85F5A6-3ABB-1E4F-BC59-E19A7CE698B0}"/>
              </a:ext>
            </a:extLst>
          </p:cNvPr>
          <p:cNvGrpSpPr>
            <a:grpSpLocks noChangeAspect="1"/>
          </p:cNvGrpSpPr>
          <p:nvPr/>
        </p:nvGrpSpPr>
        <p:grpSpPr>
          <a:xfrm>
            <a:off x="905454" y="2371173"/>
            <a:ext cx="362309" cy="362610"/>
            <a:chOff x="905454" y="2371173"/>
            <a:chExt cx="362309" cy="362610"/>
          </a:xfrm>
        </p:grpSpPr>
        <p:sp>
          <p:nvSpPr>
            <p:cNvPr id="36" name="Graphic 4">
              <a:extLst>
                <a:ext uri="{FF2B5EF4-FFF2-40B4-BE49-F238E27FC236}">
                  <a16:creationId xmlns:a16="http://schemas.microsoft.com/office/drawing/2014/main" id="{0652EC5D-4B68-CF4E-80C0-40B8D7ADD672}"/>
                </a:ext>
              </a:extLst>
            </p:cNvPr>
            <p:cNvSpPr/>
            <p:nvPr/>
          </p:nvSpPr>
          <p:spPr>
            <a:xfrm>
              <a:off x="1063285" y="2468848"/>
              <a:ext cx="47285" cy="17236"/>
            </a:xfrm>
            <a:custGeom>
              <a:avLst/>
              <a:gdLst>
                <a:gd name="connsiteX0" fmla="*/ 0 w 47285"/>
                <a:gd name="connsiteY0" fmla="*/ 0 h 17236"/>
                <a:gd name="connsiteX1" fmla="*/ 47285 w 47285"/>
                <a:gd name="connsiteY1" fmla="*/ 0 h 17236"/>
                <a:gd name="connsiteX2" fmla="*/ 47285 w 47285"/>
                <a:gd name="connsiteY2" fmla="*/ 17237 h 17236"/>
                <a:gd name="connsiteX3" fmla="*/ 0 w 47285"/>
                <a:gd name="connsiteY3" fmla="*/ 17237 h 17236"/>
              </a:gdLst>
              <a:ahLst/>
              <a:cxnLst>
                <a:cxn ang="0">
                  <a:pos x="connsiteX0" y="connsiteY0"/>
                </a:cxn>
                <a:cxn ang="0">
                  <a:pos x="connsiteX1" y="connsiteY1"/>
                </a:cxn>
                <a:cxn ang="0">
                  <a:pos x="connsiteX2" y="connsiteY2"/>
                </a:cxn>
                <a:cxn ang="0">
                  <a:pos x="connsiteX3" y="connsiteY3"/>
                </a:cxn>
              </a:cxnLst>
              <a:rect l="l" t="t" r="r" b="b"/>
              <a:pathLst>
                <a:path w="47285" h="17236">
                  <a:moveTo>
                    <a:pt x="0" y="0"/>
                  </a:moveTo>
                  <a:lnTo>
                    <a:pt x="47285" y="0"/>
                  </a:lnTo>
                  <a:lnTo>
                    <a:pt x="47285" y="17237"/>
                  </a:lnTo>
                  <a:lnTo>
                    <a:pt x="0" y="17237"/>
                  </a:lnTo>
                  <a:close/>
                </a:path>
              </a:pathLst>
            </a:custGeom>
            <a:solidFill>
              <a:srgbClr val="046A38"/>
            </a:solidFill>
            <a:ln w="6390" cap="flat">
              <a:noFill/>
              <a:prstDash val="solid"/>
              <a:miter/>
            </a:ln>
          </p:spPr>
          <p:txBody>
            <a:bodyPr rtlCol="0" anchor="ctr"/>
            <a:lstStyle/>
            <a:p>
              <a:endParaRPr lang="en-US"/>
            </a:p>
          </p:txBody>
        </p:sp>
        <p:sp>
          <p:nvSpPr>
            <p:cNvPr id="37" name="Graphic 4">
              <a:extLst>
                <a:ext uri="{FF2B5EF4-FFF2-40B4-BE49-F238E27FC236}">
                  <a16:creationId xmlns:a16="http://schemas.microsoft.com/office/drawing/2014/main" id="{A74E2988-B1F7-BE4C-99A5-96EC72430618}"/>
                </a:ext>
              </a:extLst>
            </p:cNvPr>
            <p:cNvSpPr/>
            <p:nvPr/>
          </p:nvSpPr>
          <p:spPr>
            <a:xfrm>
              <a:off x="905454" y="237117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292020 w 362309"/>
                <a:gd name="connsiteY6" fmla="*/ 195988 h 362610"/>
                <a:gd name="connsiteX7" fmla="*/ 285630 w 362309"/>
                <a:gd name="connsiteY7" fmla="*/ 202372 h 362610"/>
                <a:gd name="connsiteX8" fmla="*/ 276684 w 362309"/>
                <a:gd name="connsiteY8" fmla="*/ 202372 h 362610"/>
                <a:gd name="connsiteX9" fmla="*/ 276684 w 362309"/>
                <a:gd name="connsiteY9" fmla="*/ 270681 h 362610"/>
                <a:gd name="connsiteX10" fmla="*/ 270294 w 362309"/>
                <a:gd name="connsiteY10" fmla="*/ 277065 h 362610"/>
                <a:gd name="connsiteX11" fmla="*/ 91376 w 362309"/>
                <a:gd name="connsiteY11" fmla="*/ 277065 h 362610"/>
                <a:gd name="connsiteX12" fmla="*/ 84986 w 362309"/>
                <a:gd name="connsiteY12" fmla="*/ 270681 h 362610"/>
                <a:gd name="connsiteX13" fmla="*/ 84986 w 362309"/>
                <a:gd name="connsiteY13" fmla="*/ 202372 h 362610"/>
                <a:gd name="connsiteX14" fmla="*/ 76679 w 362309"/>
                <a:gd name="connsiteY14" fmla="*/ 202372 h 362610"/>
                <a:gd name="connsiteX15" fmla="*/ 70289 w 362309"/>
                <a:gd name="connsiteY15" fmla="*/ 195988 h 362610"/>
                <a:gd name="connsiteX16" fmla="*/ 70289 w 362309"/>
                <a:gd name="connsiteY16" fmla="*/ 121296 h 362610"/>
                <a:gd name="connsiteX17" fmla="*/ 76679 w 362309"/>
                <a:gd name="connsiteY17" fmla="*/ 114912 h 362610"/>
                <a:gd name="connsiteX18" fmla="*/ 145052 w 362309"/>
                <a:gd name="connsiteY18" fmla="*/ 114912 h 362610"/>
                <a:gd name="connsiteX19" fmla="*/ 145052 w 362309"/>
                <a:gd name="connsiteY19" fmla="*/ 91291 h 362610"/>
                <a:gd name="connsiteX20" fmla="*/ 151441 w 362309"/>
                <a:gd name="connsiteY20" fmla="*/ 84907 h 362610"/>
                <a:gd name="connsiteX21" fmla="*/ 211507 w 362309"/>
                <a:gd name="connsiteY21" fmla="*/ 84907 h 362610"/>
                <a:gd name="connsiteX22" fmla="*/ 217897 w 362309"/>
                <a:gd name="connsiteY22" fmla="*/ 91291 h 362610"/>
                <a:gd name="connsiteX23" fmla="*/ 217897 w 362309"/>
                <a:gd name="connsiteY23" fmla="*/ 114912 h 362610"/>
                <a:gd name="connsiteX24" fmla="*/ 286269 w 362309"/>
                <a:gd name="connsiteY24" fmla="*/ 114912 h 362610"/>
                <a:gd name="connsiteX25" fmla="*/ 292659 w 362309"/>
                <a:gd name="connsiteY25" fmla="*/ 121296 h 362610"/>
                <a:gd name="connsiteX26" fmla="*/ 292020 w 362309"/>
                <a:gd name="connsiteY26" fmla="*/ 195988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81077"/>
                    <a:pt x="281157" y="0"/>
                    <a:pt x="180835" y="0"/>
                  </a:cubicBezTo>
                  <a:cubicBezTo>
                    <a:pt x="180835" y="0"/>
                    <a:pt x="180835" y="0"/>
                    <a:pt x="180835" y="0"/>
                  </a:cubicBezTo>
                  <a:close/>
                  <a:moveTo>
                    <a:pt x="292020" y="195988"/>
                  </a:moveTo>
                  <a:cubicBezTo>
                    <a:pt x="292020" y="199819"/>
                    <a:pt x="289464" y="202372"/>
                    <a:pt x="285630" y="202372"/>
                  </a:cubicBezTo>
                  <a:lnTo>
                    <a:pt x="276684" y="202372"/>
                  </a:lnTo>
                  <a:lnTo>
                    <a:pt x="276684" y="270681"/>
                  </a:lnTo>
                  <a:cubicBezTo>
                    <a:pt x="276684" y="274511"/>
                    <a:pt x="274128" y="277065"/>
                    <a:pt x="270294" y="277065"/>
                  </a:cubicBezTo>
                  <a:lnTo>
                    <a:pt x="91376" y="277065"/>
                  </a:lnTo>
                  <a:cubicBezTo>
                    <a:pt x="87542" y="277065"/>
                    <a:pt x="84986" y="274511"/>
                    <a:pt x="84986" y="270681"/>
                  </a:cubicBezTo>
                  <a:lnTo>
                    <a:pt x="84986" y="202372"/>
                  </a:lnTo>
                  <a:lnTo>
                    <a:pt x="76679" y="202372"/>
                  </a:lnTo>
                  <a:cubicBezTo>
                    <a:pt x="72845" y="202372"/>
                    <a:pt x="70289" y="199819"/>
                    <a:pt x="70289" y="195988"/>
                  </a:cubicBezTo>
                  <a:lnTo>
                    <a:pt x="70289" y="121296"/>
                  </a:lnTo>
                  <a:cubicBezTo>
                    <a:pt x="70289" y="117465"/>
                    <a:pt x="72845" y="114912"/>
                    <a:pt x="76679" y="114912"/>
                  </a:cubicBezTo>
                  <a:lnTo>
                    <a:pt x="145052" y="114912"/>
                  </a:lnTo>
                  <a:lnTo>
                    <a:pt x="145052" y="91291"/>
                  </a:lnTo>
                  <a:cubicBezTo>
                    <a:pt x="145052" y="87461"/>
                    <a:pt x="147608" y="84907"/>
                    <a:pt x="151441" y="84907"/>
                  </a:cubicBezTo>
                  <a:lnTo>
                    <a:pt x="211507" y="84907"/>
                  </a:lnTo>
                  <a:cubicBezTo>
                    <a:pt x="215341" y="84907"/>
                    <a:pt x="217897" y="87461"/>
                    <a:pt x="217897" y="91291"/>
                  </a:cubicBezTo>
                  <a:lnTo>
                    <a:pt x="217897" y="114912"/>
                  </a:lnTo>
                  <a:lnTo>
                    <a:pt x="286269" y="114912"/>
                  </a:lnTo>
                  <a:cubicBezTo>
                    <a:pt x="290103" y="114912"/>
                    <a:pt x="292659" y="117465"/>
                    <a:pt x="292659" y="121296"/>
                  </a:cubicBezTo>
                  <a:lnTo>
                    <a:pt x="292020" y="195988"/>
                  </a:lnTo>
                  <a:close/>
                </a:path>
              </a:pathLst>
            </a:custGeom>
            <a:solidFill>
              <a:srgbClr val="046A38"/>
            </a:solidFill>
            <a:ln w="6390" cap="flat">
              <a:noFill/>
              <a:prstDash val="solid"/>
              <a:miter/>
            </a:ln>
          </p:spPr>
          <p:txBody>
            <a:bodyPr rtlCol="0" anchor="ctr"/>
            <a:lstStyle/>
            <a:p>
              <a:endParaRPr lang="en-US"/>
            </a:p>
          </p:txBody>
        </p:sp>
        <p:sp>
          <p:nvSpPr>
            <p:cNvPr id="38" name="Graphic 4">
              <a:extLst>
                <a:ext uri="{FF2B5EF4-FFF2-40B4-BE49-F238E27FC236}">
                  <a16:creationId xmlns:a16="http://schemas.microsoft.com/office/drawing/2014/main" id="{C5E1829A-50F3-214B-BCDD-787BADE60E64}"/>
                </a:ext>
              </a:extLst>
            </p:cNvPr>
            <p:cNvSpPr/>
            <p:nvPr/>
          </p:nvSpPr>
          <p:spPr>
            <a:xfrm>
              <a:off x="1003220" y="2573545"/>
              <a:ext cx="166138" cy="61924"/>
            </a:xfrm>
            <a:custGeom>
              <a:avLst/>
              <a:gdLst>
                <a:gd name="connsiteX0" fmla="*/ 134828 w 166138"/>
                <a:gd name="connsiteY0" fmla="*/ 8299 h 61924"/>
                <a:gd name="connsiteX1" fmla="*/ 128438 w 166138"/>
                <a:gd name="connsiteY1" fmla="*/ 14683 h 61924"/>
                <a:gd name="connsiteX2" fmla="*/ 122048 w 166138"/>
                <a:gd name="connsiteY2" fmla="*/ 8299 h 61924"/>
                <a:gd name="connsiteX3" fmla="*/ 122048 w 166138"/>
                <a:gd name="connsiteY3" fmla="*/ 0 h 61924"/>
                <a:gd name="connsiteX4" fmla="*/ 44730 w 166138"/>
                <a:gd name="connsiteY4" fmla="*/ 0 h 61924"/>
                <a:gd name="connsiteX5" fmla="*/ 44730 w 166138"/>
                <a:gd name="connsiteY5" fmla="*/ 8299 h 61924"/>
                <a:gd name="connsiteX6" fmla="*/ 38340 w 166138"/>
                <a:gd name="connsiteY6" fmla="*/ 14683 h 61924"/>
                <a:gd name="connsiteX7" fmla="*/ 31950 w 166138"/>
                <a:gd name="connsiteY7" fmla="*/ 8299 h 61924"/>
                <a:gd name="connsiteX8" fmla="*/ 31950 w 166138"/>
                <a:gd name="connsiteY8" fmla="*/ 0 h 61924"/>
                <a:gd name="connsiteX9" fmla="*/ 0 w 166138"/>
                <a:gd name="connsiteY9" fmla="*/ 0 h 61924"/>
                <a:gd name="connsiteX10" fmla="*/ 0 w 166138"/>
                <a:gd name="connsiteY10" fmla="*/ 61925 h 61924"/>
                <a:gd name="connsiteX11" fmla="*/ 166138 w 166138"/>
                <a:gd name="connsiteY11" fmla="*/ 61925 h 61924"/>
                <a:gd name="connsiteX12" fmla="*/ 166138 w 166138"/>
                <a:gd name="connsiteY12" fmla="*/ 0 h 61924"/>
                <a:gd name="connsiteX13" fmla="*/ 134189 w 166138"/>
                <a:gd name="connsiteY13" fmla="*/ 0 h 61924"/>
                <a:gd name="connsiteX14" fmla="*/ 134828 w 166138"/>
                <a:gd name="connsiteY14" fmla="*/ 8299 h 6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6138" h="61924">
                  <a:moveTo>
                    <a:pt x="134828" y="8299"/>
                  </a:moveTo>
                  <a:cubicBezTo>
                    <a:pt x="134828" y="12130"/>
                    <a:pt x="132272" y="14683"/>
                    <a:pt x="128438" y="14683"/>
                  </a:cubicBezTo>
                  <a:cubicBezTo>
                    <a:pt x="124604" y="14683"/>
                    <a:pt x="122048" y="12130"/>
                    <a:pt x="122048" y="8299"/>
                  </a:cubicBezTo>
                  <a:lnTo>
                    <a:pt x="122048" y="0"/>
                  </a:lnTo>
                  <a:lnTo>
                    <a:pt x="44730" y="0"/>
                  </a:lnTo>
                  <a:lnTo>
                    <a:pt x="44730" y="8299"/>
                  </a:lnTo>
                  <a:cubicBezTo>
                    <a:pt x="44730" y="12130"/>
                    <a:pt x="42174" y="14683"/>
                    <a:pt x="38340" y="14683"/>
                  </a:cubicBezTo>
                  <a:cubicBezTo>
                    <a:pt x="34506" y="14683"/>
                    <a:pt x="31950" y="12130"/>
                    <a:pt x="31950" y="8299"/>
                  </a:cubicBezTo>
                  <a:lnTo>
                    <a:pt x="31950" y="0"/>
                  </a:lnTo>
                  <a:lnTo>
                    <a:pt x="0" y="0"/>
                  </a:lnTo>
                  <a:lnTo>
                    <a:pt x="0" y="61925"/>
                  </a:lnTo>
                  <a:lnTo>
                    <a:pt x="166138" y="61925"/>
                  </a:lnTo>
                  <a:lnTo>
                    <a:pt x="166138" y="0"/>
                  </a:lnTo>
                  <a:lnTo>
                    <a:pt x="134189" y="0"/>
                  </a:lnTo>
                  <a:lnTo>
                    <a:pt x="134828" y="8299"/>
                  </a:lnTo>
                  <a:close/>
                </a:path>
              </a:pathLst>
            </a:custGeom>
            <a:solidFill>
              <a:srgbClr val="046A38"/>
            </a:solidFill>
            <a:ln w="6390" cap="flat">
              <a:noFill/>
              <a:prstDash val="solid"/>
              <a:miter/>
            </a:ln>
          </p:spPr>
          <p:txBody>
            <a:bodyPr rtlCol="0" anchor="ctr"/>
            <a:lstStyle/>
            <a:p>
              <a:endParaRPr lang="en-US"/>
            </a:p>
          </p:txBody>
        </p:sp>
        <p:sp>
          <p:nvSpPr>
            <p:cNvPr id="39" name="Graphic 4">
              <a:extLst>
                <a:ext uri="{FF2B5EF4-FFF2-40B4-BE49-F238E27FC236}">
                  <a16:creationId xmlns:a16="http://schemas.microsoft.com/office/drawing/2014/main" id="{8647750A-D49E-8240-9EC8-BCE8A337A4DE}"/>
                </a:ext>
              </a:extLst>
            </p:cNvPr>
            <p:cNvSpPr/>
            <p:nvPr/>
          </p:nvSpPr>
          <p:spPr>
            <a:xfrm>
              <a:off x="988523" y="2498853"/>
              <a:ext cx="196171" cy="61924"/>
            </a:xfrm>
            <a:custGeom>
              <a:avLst/>
              <a:gdLst>
                <a:gd name="connsiteX0" fmla="*/ 0 w 196171"/>
                <a:gd name="connsiteY0" fmla="*/ 61925 h 61924"/>
                <a:gd name="connsiteX1" fmla="*/ 46647 w 196171"/>
                <a:gd name="connsiteY1" fmla="*/ 61925 h 61924"/>
                <a:gd name="connsiteX2" fmla="*/ 46647 w 196171"/>
                <a:gd name="connsiteY2" fmla="*/ 53626 h 61924"/>
                <a:gd name="connsiteX3" fmla="*/ 53036 w 196171"/>
                <a:gd name="connsiteY3" fmla="*/ 47242 h 61924"/>
                <a:gd name="connsiteX4" fmla="*/ 59426 w 196171"/>
                <a:gd name="connsiteY4" fmla="*/ 53626 h 61924"/>
                <a:gd name="connsiteX5" fmla="*/ 59426 w 196171"/>
                <a:gd name="connsiteY5" fmla="*/ 61925 h 61924"/>
                <a:gd name="connsiteX6" fmla="*/ 136106 w 196171"/>
                <a:gd name="connsiteY6" fmla="*/ 61925 h 61924"/>
                <a:gd name="connsiteX7" fmla="*/ 136106 w 196171"/>
                <a:gd name="connsiteY7" fmla="*/ 53626 h 61924"/>
                <a:gd name="connsiteX8" fmla="*/ 142496 w 196171"/>
                <a:gd name="connsiteY8" fmla="*/ 47242 h 61924"/>
                <a:gd name="connsiteX9" fmla="*/ 148886 w 196171"/>
                <a:gd name="connsiteY9" fmla="*/ 53626 h 61924"/>
                <a:gd name="connsiteX10" fmla="*/ 148886 w 196171"/>
                <a:gd name="connsiteY10" fmla="*/ 61925 h 61924"/>
                <a:gd name="connsiteX11" fmla="*/ 196171 w 196171"/>
                <a:gd name="connsiteY11" fmla="*/ 61925 h 61924"/>
                <a:gd name="connsiteX12" fmla="*/ 196171 w 196171"/>
                <a:gd name="connsiteY12" fmla="*/ 0 h 61924"/>
                <a:gd name="connsiteX13" fmla="*/ 0 w 196171"/>
                <a:gd name="connsiteY13" fmla="*/ 0 h 61924"/>
                <a:gd name="connsiteX14" fmla="*/ 0 w 196171"/>
                <a:gd name="connsiteY14" fmla="*/ 61925 h 6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6171" h="61924">
                  <a:moveTo>
                    <a:pt x="0" y="61925"/>
                  </a:moveTo>
                  <a:lnTo>
                    <a:pt x="46647" y="61925"/>
                  </a:lnTo>
                  <a:lnTo>
                    <a:pt x="46647" y="53626"/>
                  </a:lnTo>
                  <a:cubicBezTo>
                    <a:pt x="46647" y="49795"/>
                    <a:pt x="49202" y="47242"/>
                    <a:pt x="53036" y="47242"/>
                  </a:cubicBezTo>
                  <a:cubicBezTo>
                    <a:pt x="56871" y="47242"/>
                    <a:pt x="59426" y="49795"/>
                    <a:pt x="59426" y="53626"/>
                  </a:cubicBezTo>
                  <a:lnTo>
                    <a:pt x="59426" y="61925"/>
                  </a:lnTo>
                  <a:lnTo>
                    <a:pt x="136106" y="61925"/>
                  </a:lnTo>
                  <a:lnTo>
                    <a:pt x="136106" y="53626"/>
                  </a:lnTo>
                  <a:cubicBezTo>
                    <a:pt x="136106" y="49795"/>
                    <a:pt x="138662" y="47242"/>
                    <a:pt x="142496" y="47242"/>
                  </a:cubicBezTo>
                  <a:cubicBezTo>
                    <a:pt x="146330" y="47242"/>
                    <a:pt x="148886" y="49795"/>
                    <a:pt x="148886" y="53626"/>
                  </a:cubicBezTo>
                  <a:lnTo>
                    <a:pt x="148886" y="61925"/>
                  </a:lnTo>
                  <a:lnTo>
                    <a:pt x="196171" y="61925"/>
                  </a:lnTo>
                  <a:lnTo>
                    <a:pt x="196171" y="0"/>
                  </a:lnTo>
                  <a:lnTo>
                    <a:pt x="0" y="0"/>
                  </a:lnTo>
                  <a:lnTo>
                    <a:pt x="0" y="61925"/>
                  </a:lnTo>
                  <a:close/>
                </a:path>
              </a:pathLst>
            </a:custGeom>
            <a:solidFill>
              <a:srgbClr val="046A38"/>
            </a:solidFill>
            <a:ln w="6390" cap="flat">
              <a:noFill/>
              <a:prstDash val="solid"/>
              <a:miter/>
            </a:ln>
          </p:spPr>
          <p:txBody>
            <a:bodyPr rtlCol="0" anchor="ctr"/>
            <a:lstStyle/>
            <a:p>
              <a:endParaRPr lang="en-US"/>
            </a:p>
          </p:txBody>
        </p:sp>
      </p:grpSp>
      <p:grpSp>
        <p:nvGrpSpPr>
          <p:cNvPr id="2" name="Group 1">
            <a:extLst>
              <a:ext uri="{FF2B5EF4-FFF2-40B4-BE49-F238E27FC236}">
                <a16:creationId xmlns:a16="http://schemas.microsoft.com/office/drawing/2014/main" id="{E4FB63C6-8214-1A4A-AA35-595978068396}"/>
              </a:ext>
            </a:extLst>
          </p:cNvPr>
          <p:cNvGrpSpPr>
            <a:grpSpLocks noChangeAspect="1"/>
          </p:cNvGrpSpPr>
          <p:nvPr/>
        </p:nvGrpSpPr>
        <p:grpSpPr>
          <a:xfrm>
            <a:off x="905454" y="1885990"/>
            <a:ext cx="362309" cy="362610"/>
            <a:chOff x="905454" y="1885990"/>
            <a:chExt cx="362309" cy="362610"/>
          </a:xfrm>
        </p:grpSpPr>
        <p:sp>
          <p:nvSpPr>
            <p:cNvPr id="40" name="Graphic 4">
              <a:extLst>
                <a:ext uri="{FF2B5EF4-FFF2-40B4-BE49-F238E27FC236}">
                  <a16:creationId xmlns:a16="http://schemas.microsoft.com/office/drawing/2014/main" id="{FE7B48E4-EC02-A940-A924-E3FCBA7CD810}"/>
                </a:ext>
              </a:extLst>
            </p:cNvPr>
            <p:cNvSpPr/>
            <p:nvPr/>
          </p:nvSpPr>
          <p:spPr>
            <a:xfrm>
              <a:off x="1062007" y="1995157"/>
              <a:ext cx="49202" cy="170452"/>
            </a:xfrm>
            <a:custGeom>
              <a:avLst/>
              <a:gdLst>
                <a:gd name="connsiteX0" fmla="*/ 14697 w 49202"/>
                <a:gd name="connsiteY0" fmla="*/ 0 h 170452"/>
                <a:gd name="connsiteX1" fmla="*/ 0 w 49202"/>
                <a:gd name="connsiteY1" fmla="*/ 139809 h 170452"/>
                <a:gd name="connsiteX2" fmla="*/ 24282 w 49202"/>
                <a:gd name="connsiteY2" fmla="*/ 170452 h 170452"/>
                <a:gd name="connsiteX3" fmla="*/ 49202 w 49202"/>
                <a:gd name="connsiteY3" fmla="*/ 139809 h 170452"/>
                <a:gd name="connsiteX4" fmla="*/ 34506 w 49202"/>
                <a:gd name="connsiteY4" fmla="*/ 0 h 170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02" h="170452">
                  <a:moveTo>
                    <a:pt x="14697" y="0"/>
                  </a:moveTo>
                  <a:lnTo>
                    <a:pt x="0" y="139809"/>
                  </a:lnTo>
                  <a:lnTo>
                    <a:pt x="24282" y="170452"/>
                  </a:lnTo>
                  <a:lnTo>
                    <a:pt x="49202" y="139809"/>
                  </a:lnTo>
                  <a:lnTo>
                    <a:pt x="34506" y="0"/>
                  </a:lnTo>
                  <a:close/>
                </a:path>
              </a:pathLst>
            </a:custGeom>
            <a:solidFill>
              <a:srgbClr val="046A38"/>
            </a:solidFill>
            <a:ln w="6390" cap="flat">
              <a:noFill/>
              <a:prstDash val="solid"/>
              <a:miter/>
            </a:ln>
          </p:spPr>
          <p:txBody>
            <a:bodyPr rtlCol="0" anchor="ctr"/>
            <a:lstStyle/>
            <a:p>
              <a:endParaRPr lang="en-US"/>
            </a:p>
          </p:txBody>
        </p:sp>
        <p:sp>
          <p:nvSpPr>
            <p:cNvPr id="41" name="Graphic 4">
              <a:extLst>
                <a:ext uri="{FF2B5EF4-FFF2-40B4-BE49-F238E27FC236}">
                  <a16:creationId xmlns:a16="http://schemas.microsoft.com/office/drawing/2014/main" id="{70DF606F-A14F-0940-A019-8C1FC0127976}"/>
                </a:ext>
              </a:extLst>
            </p:cNvPr>
            <p:cNvSpPr/>
            <p:nvPr/>
          </p:nvSpPr>
          <p:spPr>
            <a:xfrm>
              <a:off x="1071592" y="1963875"/>
              <a:ext cx="30032" cy="18513"/>
            </a:xfrm>
            <a:custGeom>
              <a:avLst/>
              <a:gdLst>
                <a:gd name="connsiteX0" fmla="*/ 25560 w 30032"/>
                <a:gd name="connsiteY0" fmla="*/ 18514 h 18513"/>
                <a:gd name="connsiteX1" fmla="*/ 30033 w 30032"/>
                <a:gd name="connsiteY1" fmla="*/ 0 h 18513"/>
                <a:gd name="connsiteX2" fmla="*/ 0 w 30032"/>
                <a:gd name="connsiteY2" fmla="*/ 0 h 18513"/>
                <a:gd name="connsiteX3" fmla="*/ 4473 w 30032"/>
                <a:gd name="connsiteY3" fmla="*/ 18514 h 18513"/>
              </a:gdLst>
              <a:ahLst/>
              <a:cxnLst>
                <a:cxn ang="0">
                  <a:pos x="connsiteX0" y="connsiteY0"/>
                </a:cxn>
                <a:cxn ang="0">
                  <a:pos x="connsiteX1" y="connsiteY1"/>
                </a:cxn>
                <a:cxn ang="0">
                  <a:pos x="connsiteX2" y="connsiteY2"/>
                </a:cxn>
                <a:cxn ang="0">
                  <a:pos x="connsiteX3" y="connsiteY3"/>
                </a:cxn>
              </a:cxnLst>
              <a:rect l="l" t="t" r="r" b="b"/>
              <a:pathLst>
                <a:path w="30032" h="18513">
                  <a:moveTo>
                    <a:pt x="25560" y="18514"/>
                  </a:moveTo>
                  <a:lnTo>
                    <a:pt x="30033" y="0"/>
                  </a:lnTo>
                  <a:lnTo>
                    <a:pt x="0" y="0"/>
                  </a:lnTo>
                  <a:lnTo>
                    <a:pt x="4473" y="18514"/>
                  </a:lnTo>
                  <a:close/>
                </a:path>
              </a:pathLst>
            </a:custGeom>
            <a:solidFill>
              <a:srgbClr val="046A38"/>
            </a:solidFill>
            <a:ln w="6390" cap="flat">
              <a:noFill/>
              <a:prstDash val="solid"/>
              <a:miter/>
            </a:ln>
          </p:spPr>
          <p:txBody>
            <a:bodyPr rtlCol="0" anchor="ctr"/>
            <a:lstStyle/>
            <a:p>
              <a:endParaRPr lang="en-US"/>
            </a:p>
          </p:txBody>
        </p:sp>
        <p:sp>
          <p:nvSpPr>
            <p:cNvPr id="42" name="Graphic 4">
              <a:extLst>
                <a:ext uri="{FF2B5EF4-FFF2-40B4-BE49-F238E27FC236}">
                  <a16:creationId xmlns:a16="http://schemas.microsoft.com/office/drawing/2014/main" id="{9662FE54-1BE4-6C49-A57C-D24F68E1430D}"/>
                </a:ext>
              </a:extLst>
            </p:cNvPr>
            <p:cNvSpPr/>
            <p:nvPr/>
          </p:nvSpPr>
          <p:spPr>
            <a:xfrm>
              <a:off x="905454" y="1885990"/>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217258 w 362309"/>
                <a:gd name="connsiteY6" fmla="*/ 255359 h 362610"/>
                <a:gd name="connsiteX7" fmla="*/ 185947 w 362309"/>
                <a:gd name="connsiteY7" fmla="*/ 294302 h 362610"/>
                <a:gd name="connsiteX8" fmla="*/ 177001 w 362309"/>
                <a:gd name="connsiteY8" fmla="*/ 295579 h 362610"/>
                <a:gd name="connsiteX9" fmla="*/ 175723 w 362309"/>
                <a:gd name="connsiteY9" fmla="*/ 294302 h 362610"/>
                <a:gd name="connsiteX10" fmla="*/ 144413 w 362309"/>
                <a:gd name="connsiteY10" fmla="*/ 255359 h 362610"/>
                <a:gd name="connsiteX11" fmla="*/ 143135 w 362309"/>
                <a:gd name="connsiteY11" fmla="*/ 250891 h 362610"/>
                <a:gd name="connsiteX12" fmla="*/ 158470 w 362309"/>
                <a:gd name="connsiteY12" fmla="*/ 104059 h 362610"/>
                <a:gd name="connsiteX13" fmla="*/ 150803 w 362309"/>
                <a:gd name="connsiteY13" fmla="*/ 74054 h 362610"/>
                <a:gd name="connsiteX14" fmla="*/ 152081 w 362309"/>
                <a:gd name="connsiteY14" fmla="*/ 68309 h 362610"/>
                <a:gd name="connsiteX15" fmla="*/ 157192 w 362309"/>
                <a:gd name="connsiteY15" fmla="*/ 65755 h 362610"/>
                <a:gd name="connsiteX16" fmla="*/ 203839 w 362309"/>
                <a:gd name="connsiteY16" fmla="*/ 65755 h 362610"/>
                <a:gd name="connsiteX17" fmla="*/ 208951 w 362309"/>
                <a:gd name="connsiteY17" fmla="*/ 68309 h 362610"/>
                <a:gd name="connsiteX18" fmla="*/ 210229 w 362309"/>
                <a:gd name="connsiteY18" fmla="*/ 74054 h 362610"/>
                <a:gd name="connsiteX19" fmla="*/ 203200 w 362309"/>
                <a:gd name="connsiteY19" fmla="*/ 104059 h 362610"/>
                <a:gd name="connsiteX20" fmla="*/ 218536 w 362309"/>
                <a:gd name="connsiteY20" fmla="*/ 250891 h 362610"/>
                <a:gd name="connsiteX21" fmla="*/ 217258 w 362309"/>
                <a:gd name="connsiteY21" fmla="*/ 255359 h 362610"/>
                <a:gd name="connsiteX22" fmla="*/ 217258 w 362309"/>
                <a:gd name="connsiteY22" fmla="*/ 255359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80438"/>
                    <a:pt x="281157" y="0"/>
                    <a:pt x="180835" y="0"/>
                  </a:cubicBezTo>
                  <a:cubicBezTo>
                    <a:pt x="180835" y="0"/>
                    <a:pt x="180835" y="0"/>
                    <a:pt x="180835" y="0"/>
                  </a:cubicBezTo>
                  <a:close/>
                  <a:moveTo>
                    <a:pt x="217258" y="255359"/>
                  </a:moveTo>
                  <a:lnTo>
                    <a:pt x="185947" y="294302"/>
                  </a:lnTo>
                  <a:cubicBezTo>
                    <a:pt x="184030" y="296855"/>
                    <a:pt x="179557" y="297494"/>
                    <a:pt x="177001" y="295579"/>
                  </a:cubicBezTo>
                  <a:cubicBezTo>
                    <a:pt x="176362" y="295579"/>
                    <a:pt x="176362" y="294940"/>
                    <a:pt x="175723" y="294302"/>
                  </a:cubicBezTo>
                  <a:lnTo>
                    <a:pt x="144413" y="255359"/>
                  </a:lnTo>
                  <a:cubicBezTo>
                    <a:pt x="143135" y="254083"/>
                    <a:pt x="143135" y="252167"/>
                    <a:pt x="143135" y="250891"/>
                  </a:cubicBezTo>
                  <a:lnTo>
                    <a:pt x="158470" y="104059"/>
                  </a:lnTo>
                  <a:lnTo>
                    <a:pt x="150803" y="74054"/>
                  </a:lnTo>
                  <a:cubicBezTo>
                    <a:pt x="150164" y="72139"/>
                    <a:pt x="150803" y="70224"/>
                    <a:pt x="152081" y="68309"/>
                  </a:cubicBezTo>
                  <a:cubicBezTo>
                    <a:pt x="153358" y="67032"/>
                    <a:pt x="155275" y="65755"/>
                    <a:pt x="157192" y="65755"/>
                  </a:cubicBezTo>
                  <a:lnTo>
                    <a:pt x="203839" y="65755"/>
                  </a:lnTo>
                  <a:cubicBezTo>
                    <a:pt x="205756" y="65755"/>
                    <a:pt x="207673" y="66394"/>
                    <a:pt x="208951" y="68309"/>
                  </a:cubicBezTo>
                  <a:cubicBezTo>
                    <a:pt x="210229" y="69586"/>
                    <a:pt x="210868" y="72139"/>
                    <a:pt x="210229" y="74054"/>
                  </a:cubicBezTo>
                  <a:lnTo>
                    <a:pt x="203200" y="104059"/>
                  </a:lnTo>
                  <a:lnTo>
                    <a:pt x="218536" y="250891"/>
                  </a:lnTo>
                  <a:cubicBezTo>
                    <a:pt x="218536" y="252167"/>
                    <a:pt x="218536" y="253444"/>
                    <a:pt x="217258" y="255359"/>
                  </a:cubicBezTo>
                  <a:lnTo>
                    <a:pt x="217258" y="255359"/>
                  </a:lnTo>
                  <a:close/>
                </a:path>
              </a:pathLst>
            </a:custGeom>
            <a:solidFill>
              <a:srgbClr val="046A38"/>
            </a:solidFill>
            <a:ln w="6390" cap="flat">
              <a:noFill/>
              <a:prstDash val="solid"/>
              <a:miter/>
            </a:ln>
          </p:spPr>
          <p:txBody>
            <a:bodyPr rtlCol="0" anchor="ctr"/>
            <a:lstStyle/>
            <a:p>
              <a:endParaRPr lang="en-US"/>
            </a:p>
          </p:txBody>
        </p:sp>
      </p:grpSp>
      <p:grpSp>
        <p:nvGrpSpPr>
          <p:cNvPr id="43" name="Graphic 4">
            <a:extLst>
              <a:ext uri="{FF2B5EF4-FFF2-40B4-BE49-F238E27FC236}">
                <a16:creationId xmlns:a16="http://schemas.microsoft.com/office/drawing/2014/main" id="{DE4F9668-AFF3-ED41-87F7-0DB078A15DAE}"/>
              </a:ext>
            </a:extLst>
          </p:cNvPr>
          <p:cNvGrpSpPr>
            <a:grpSpLocks noChangeAspect="1"/>
          </p:cNvGrpSpPr>
          <p:nvPr/>
        </p:nvGrpSpPr>
        <p:grpSpPr>
          <a:xfrm>
            <a:off x="6146480" y="1402723"/>
            <a:ext cx="362309" cy="361971"/>
            <a:chOff x="6146480" y="1402723"/>
            <a:chExt cx="362309" cy="361971"/>
          </a:xfrm>
          <a:solidFill>
            <a:srgbClr val="43B02A"/>
          </a:solidFill>
        </p:grpSpPr>
        <p:sp>
          <p:nvSpPr>
            <p:cNvPr id="44" name="Graphic 4">
              <a:extLst>
                <a:ext uri="{FF2B5EF4-FFF2-40B4-BE49-F238E27FC236}">
                  <a16:creationId xmlns:a16="http://schemas.microsoft.com/office/drawing/2014/main" id="{03A099FF-C1B3-F143-AB37-9069F238033A}"/>
                </a:ext>
              </a:extLst>
            </p:cNvPr>
            <p:cNvSpPr/>
            <p:nvPr/>
          </p:nvSpPr>
          <p:spPr>
            <a:xfrm>
              <a:off x="6244885" y="1503590"/>
              <a:ext cx="165499" cy="120657"/>
            </a:xfrm>
            <a:custGeom>
              <a:avLst/>
              <a:gdLst>
                <a:gd name="connsiteX0" fmla="*/ 0 w 165499"/>
                <a:gd name="connsiteY0" fmla="*/ 0 h 120657"/>
                <a:gd name="connsiteX1" fmla="*/ 165499 w 165499"/>
                <a:gd name="connsiteY1" fmla="*/ 0 h 120657"/>
                <a:gd name="connsiteX2" fmla="*/ 165499 w 165499"/>
                <a:gd name="connsiteY2" fmla="*/ 120657 h 120657"/>
                <a:gd name="connsiteX3" fmla="*/ 0 w 165499"/>
                <a:gd name="connsiteY3" fmla="*/ 120657 h 120657"/>
              </a:gdLst>
              <a:ahLst/>
              <a:cxnLst>
                <a:cxn ang="0">
                  <a:pos x="connsiteX0" y="connsiteY0"/>
                </a:cxn>
                <a:cxn ang="0">
                  <a:pos x="connsiteX1" y="connsiteY1"/>
                </a:cxn>
                <a:cxn ang="0">
                  <a:pos x="connsiteX2" y="connsiteY2"/>
                </a:cxn>
                <a:cxn ang="0">
                  <a:pos x="connsiteX3" y="connsiteY3"/>
                </a:cxn>
              </a:cxnLst>
              <a:rect l="l" t="t" r="r" b="b"/>
              <a:pathLst>
                <a:path w="165499" h="120657">
                  <a:moveTo>
                    <a:pt x="0" y="0"/>
                  </a:moveTo>
                  <a:lnTo>
                    <a:pt x="165499" y="0"/>
                  </a:lnTo>
                  <a:lnTo>
                    <a:pt x="165499" y="120657"/>
                  </a:lnTo>
                  <a:lnTo>
                    <a:pt x="0" y="120657"/>
                  </a:lnTo>
                  <a:close/>
                </a:path>
              </a:pathLst>
            </a:custGeom>
            <a:solidFill>
              <a:srgbClr val="43B02A"/>
            </a:solidFill>
            <a:ln w="6390" cap="flat">
              <a:noFill/>
              <a:prstDash val="solid"/>
              <a:miter/>
            </a:ln>
          </p:spPr>
          <p:txBody>
            <a:bodyPr rtlCol="0" anchor="ctr"/>
            <a:lstStyle/>
            <a:p>
              <a:endParaRPr lang="en-US"/>
            </a:p>
          </p:txBody>
        </p:sp>
        <p:sp>
          <p:nvSpPr>
            <p:cNvPr id="45" name="Graphic 4">
              <a:extLst>
                <a:ext uri="{FF2B5EF4-FFF2-40B4-BE49-F238E27FC236}">
                  <a16:creationId xmlns:a16="http://schemas.microsoft.com/office/drawing/2014/main" id="{96286210-0520-D945-B530-0FD5F413ADAA}"/>
                </a:ext>
              </a:extLst>
            </p:cNvPr>
            <p:cNvSpPr/>
            <p:nvPr/>
          </p:nvSpPr>
          <p:spPr>
            <a:xfrm>
              <a:off x="6146480" y="14027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276684 w 362309"/>
                <a:gd name="connsiteY7" fmla="*/ 227908 h 361971"/>
                <a:gd name="connsiteX8" fmla="*/ 270294 w 362309"/>
                <a:gd name="connsiteY8" fmla="*/ 234292 h 361971"/>
                <a:gd name="connsiteX9" fmla="*/ 220453 w 362309"/>
                <a:gd name="connsiteY9" fmla="*/ 234292 h 361971"/>
                <a:gd name="connsiteX10" fmla="*/ 239623 w 362309"/>
                <a:gd name="connsiteY10" fmla="*/ 284726 h 361971"/>
                <a:gd name="connsiteX11" fmla="*/ 235788 w 362309"/>
                <a:gd name="connsiteY11" fmla="*/ 293025 h 361971"/>
                <a:gd name="connsiteX12" fmla="*/ 235788 w 362309"/>
                <a:gd name="connsiteY12" fmla="*/ 293025 h 361971"/>
                <a:gd name="connsiteX13" fmla="*/ 233872 w 362309"/>
                <a:gd name="connsiteY13" fmla="*/ 293663 h 361971"/>
                <a:gd name="connsiteX14" fmla="*/ 228120 w 362309"/>
                <a:gd name="connsiteY14" fmla="*/ 289833 h 361971"/>
                <a:gd name="connsiteX15" fmla="*/ 207673 w 362309"/>
                <a:gd name="connsiteY15" fmla="*/ 234930 h 361971"/>
                <a:gd name="connsiteX16" fmla="*/ 188503 w 362309"/>
                <a:gd name="connsiteY16" fmla="*/ 234930 h 361971"/>
                <a:gd name="connsiteX17" fmla="*/ 188503 w 362309"/>
                <a:gd name="connsiteY17" fmla="*/ 265574 h 361971"/>
                <a:gd name="connsiteX18" fmla="*/ 182113 w 362309"/>
                <a:gd name="connsiteY18" fmla="*/ 271958 h 361971"/>
                <a:gd name="connsiteX19" fmla="*/ 175723 w 362309"/>
                <a:gd name="connsiteY19" fmla="*/ 265574 h 361971"/>
                <a:gd name="connsiteX20" fmla="*/ 175723 w 362309"/>
                <a:gd name="connsiteY20" fmla="*/ 234930 h 361971"/>
                <a:gd name="connsiteX21" fmla="*/ 156553 w 362309"/>
                <a:gd name="connsiteY21" fmla="*/ 234930 h 361971"/>
                <a:gd name="connsiteX22" fmla="*/ 136106 w 362309"/>
                <a:gd name="connsiteY22" fmla="*/ 289833 h 361971"/>
                <a:gd name="connsiteX23" fmla="*/ 130354 w 362309"/>
                <a:gd name="connsiteY23" fmla="*/ 293663 h 361971"/>
                <a:gd name="connsiteX24" fmla="*/ 128438 w 362309"/>
                <a:gd name="connsiteY24" fmla="*/ 293025 h 361971"/>
                <a:gd name="connsiteX25" fmla="*/ 124604 w 362309"/>
                <a:gd name="connsiteY25" fmla="*/ 284726 h 361971"/>
                <a:gd name="connsiteX26" fmla="*/ 124604 w 362309"/>
                <a:gd name="connsiteY26" fmla="*/ 284726 h 361971"/>
                <a:gd name="connsiteX27" fmla="*/ 143774 w 362309"/>
                <a:gd name="connsiteY27" fmla="*/ 234292 h 361971"/>
                <a:gd name="connsiteX28" fmla="*/ 93932 w 362309"/>
                <a:gd name="connsiteY28" fmla="*/ 234292 h 361971"/>
                <a:gd name="connsiteX29" fmla="*/ 87542 w 362309"/>
                <a:gd name="connsiteY29" fmla="*/ 227908 h 361971"/>
                <a:gd name="connsiteX30" fmla="*/ 87542 w 362309"/>
                <a:gd name="connsiteY30" fmla="*/ 94483 h 361971"/>
                <a:gd name="connsiteX31" fmla="*/ 93932 w 362309"/>
                <a:gd name="connsiteY31" fmla="*/ 88099 h 361971"/>
                <a:gd name="connsiteX32" fmla="*/ 176362 w 362309"/>
                <a:gd name="connsiteY32" fmla="*/ 88099 h 361971"/>
                <a:gd name="connsiteX33" fmla="*/ 176362 w 362309"/>
                <a:gd name="connsiteY33" fmla="*/ 86822 h 361971"/>
                <a:gd name="connsiteX34" fmla="*/ 182752 w 362309"/>
                <a:gd name="connsiteY34" fmla="*/ 80438 h 361971"/>
                <a:gd name="connsiteX35" fmla="*/ 189142 w 362309"/>
                <a:gd name="connsiteY35" fmla="*/ 86822 h 361971"/>
                <a:gd name="connsiteX36" fmla="*/ 189142 w 362309"/>
                <a:gd name="connsiteY36" fmla="*/ 88099 h 361971"/>
                <a:gd name="connsiteX37" fmla="*/ 271572 w 362309"/>
                <a:gd name="connsiteY37" fmla="*/ 88099 h 361971"/>
                <a:gd name="connsiteX38" fmla="*/ 277962 w 362309"/>
                <a:gd name="connsiteY38" fmla="*/ 94483 h 361971"/>
                <a:gd name="connsiteX39" fmla="*/ 276684 w 362309"/>
                <a:gd name="connsiteY39" fmla="*/ 22790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0438"/>
                    <a:pt x="281157" y="0"/>
                    <a:pt x="181474" y="0"/>
                  </a:cubicBezTo>
                  <a:lnTo>
                    <a:pt x="181474" y="0"/>
                  </a:lnTo>
                  <a:close/>
                  <a:moveTo>
                    <a:pt x="276684" y="227908"/>
                  </a:moveTo>
                  <a:cubicBezTo>
                    <a:pt x="276684" y="231738"/>
                    <a:pt x="274128" y="234292"/>
                    <a:pt x="270294" y="234292"/>
                  </a:cubicBezTo>
                  <a:lnTo>
                    <a:pt x="220453" y="234292"/>
                  </a:lnTo>
                  <a:lnTo>
                    <a:pt x="239623" y="284726"/>
                  </a:lnTo>
                  <a:cubicBezTo>
                    <a:pt x="240900" y="287918"/>
                    <a:pt x="238983" y="291748"/>
                    <a:pt x="235788" y="293025"/>
                  </a:cubicBezTo>
                  <a:cubicBezTo>
                    <a:pt x="235788" y="293025"/>
                    <a:pt x="235788" y="293025"/>
                    <a:pt x="235788" y="293025"/>
                  </a:cubicBezTo>
                  <a:cubicBezTo>
                    <a:pt x="235150" y="293025"/>
                    <a:pt x="234510" y="293663"/>
                    <a:pt x="233872" y="293663"/>
                  </a:cubicBezTo>
                  <a:cubicBezTo>
                    <a:pt x="231315" y="293663"/>
                    <a:pt x="228760" y="291748"/>
                    <a:pt x="228120" y="289833"/>
                  </a:cubicBezTo>
                  <a:lnTo>
                    <a:pt x="207673" y="234930"/>
                  </a:lnTo>
                  <a:lnTo>
                    <a:pt x="188503" y="234930"/>
                  </a:lnTo>
                  <a:lnTo>
                    <a:pt x="188503" y="265574"/>
                  </a:lnTo>
                  <a:cubicBezTo>
                    <a:pt x="188503" y="269404"/>
                    <a:pt x="185947" y="271958"/>
                    <a:pt x="182113" y="271958"/>
                  </a:cubicBezTo>
                  <a:cubicBezTo>
                    <a:pt x="178279" y="271958"/>
                    <a:pt x="175723" y="269404"/>
                    <a:pt x="175723" y="265574"/>
                  </a:cubicBezTo>
                  <a:lnTo>
                    <a:pt x="175723" y="234930"/>
                  </a:lnTo>
                  <a:lnTo>
                    <a:pt x="156553" y="234930"/>
                  </a:lnTo>
                  <a:lnTo>
                    <a:pt x="136106" y="289833"/>
                  </a:lnTo>
                  <a:cubicBezTo>
                    <a:pt x="135466" y="292386"/>
                    <a:pt x="132911" y="294302"/>
                    <a:pt x="130354" y="293663"/>
                  </a:cubicBezTo>
                  <a:cubicBezTo>
                    <a:pt x="129716" y="293663"/>
                    <a:pt x="129076" y="293663"/>
                    <a:pt x="128438" y="293025"/>
                  </a:cubicBezTo>
                  <a:cubicBezTo>
                    <a:pt x="125243" y="291748"/>
                    <a:pt x="123326" y="287918"/>
                    <a:pt x="124604" y="284726"/>
                  </a:cubicBezTo>
                  <a:cubicBezTo>
                    <a:pt x="124604" y="284726"/>
                    <a:pt x="124604" y="284726"/>
                    <a:pt x="124604" y="284726"/>
                  </a:cubicBezTo>
                  <a:lnTo>
                    <a:pt x="143774" y="234292"/>
                  </a:lnTo>
                  <a:lnTo>
                    <a:pt x="93932" y="234292"/>
                  </a:lnTo>
                  <a:cubicBezTo>
                    <a:pt x="90098" y="234292"/>
                    <a:pt x="87542" y="231738"/>
                    <a:pt x="87542" y="227908"/>
                  </a:cubicBezTo>
                  <a:lnTo>
                    <a:pt x="87542" y="94483"/>
                  </a:lnTo>
                  <a:cubicBezTo>
                    <a:pt x="87542" y="90653"/>
                    <a:pt x="90098" y="88099"/>
                    <a:pt x="93932" y="88099"/>
                  </a:cubicBezTo>
                  <a:lnTo>
                    <a:pt x="176362" y="88099"/>
                  </a:lnTo>
                  <a:lnTo>
                    <a:pt x="176362" y="86822"/>
                  </a:lnTo>
                  <a:cubicBezTo>
                    <a:pt x="176362" y="82992"/>
                    <a:pt x="178918" y="80438"/>
                    <a:pt x="182752" y="80438"/>
                  </a:cubicBezTo>
                  <a:cubicBezTo>
                    <a:pt x="186586" y="80438"/>
                    <a:pt x="189142" y="82992"/>
                    <a:pt x="189142" y="86822"/>
                  </a:cubicBezTo>
                  <a:lnTo>
                    <a:pt x="189142" y="88099"/>
                  </a:lnTo>
                  <a:lnTo>
                    <a:pt x="271572" y="88099"/>
                  </a:lnTo>
                  <a:cubicBezTo>
                    <a:pt x="275406" y="88099"/>
                    <a:pt x="277962" y="90653"/>
                    <a:pt x="277962" y="94483"/>
                  </a:cubicBezTo>
                  <a:lnTo>
                    <a:pt x="276684" y="227908"/>
                  </a:lnTo>
                  <a:close/>
                </a:path>
              </a:pathLst>
            </a:custGeom>
            <a:solidFill>
              <a:srgbClr val="43B02A"/>
            </a:solidFill>
            <a:ln w="6390" cap="flat">
              <a:noFill/>
              <a:prstDash val="solid"/>
              <a:miter/>
            </a:ln>
          </p:spPr>
          <p:txBody>
            <a:bodyPr rtlCol="0" anchor="ctr"/>
            <a:lstStyle/>
            <a:p>
              <a:endParaRPr lang="en-US"/>
            </a:p>
          </p:txBody>
        </p:sp>
      </p:grpSp>
      <p:grpSp>
        <p:nvGrpSpPr>
          <p:cNvPr id="46" name="Graphic 4">
            <a:extLst>
              <a:ext uri="{FF2B5EF4-FFF2-40B4-BE49-F238E27FC236}">
                <a16:creationId xmlns:a16="http://schemas.microsoft.com/office/drawing/2014/main" id="{1548557D-E430-FF4D-980F-973B0CF51BB2}"/>
              </a:ext>
            </a:extLst>
          </p:cNvPr>
          <p:cNvGrpSpPr>
            <a:grpSpLocks noChangeAspect="1"/>
          </p:cNvGrpSpPr>
          <p:nvPr/>
        </p:nvGrpSpPr>
        <p:grpSpPr>
          <a:xfrm>
            <a:off x="6146480" y="4793256"/>
            <a:ext cx="362309" cy="361971"/>
            <a:chOff x="6146480" y="4793256"/>
            <a:chExt cx="362309" cy="361971"/>
          </a:xfrm>
          <a:solidFill>
            <a:srgbClr val="43B02A"/>
          </a:solidFill>
        </p:grpSpPr>
        <p:sp>
          <p:nvSpPr>
            <p:cNvPr id="47" name="Graphic 4">
              <a:extLst>
                <a:ext uri="{FF2B5EF4-FFF2-40B4-BE49-F238E27FC236}">
                  <a16:creationId xmlns:a16="http://schemas.microsoft.com/office/drawing/2014/main" id="{5CEED2EA-9389-2949-90EF-47D55727EDA6}"/>
                </a:ext>
              </a:extLst>
            </p:cNvPr>
            <p:cNvSpPr/>
            <p:nvPr/>
          </p:nvSpPr>
          <p:spPr>
            <a:xfrm>
              <a:off x="6280030" y="4867949"/>
              <a:ext cx="95849" cy="10214"/>
            </a:xfrm>
            <a:custGeom>
              <a:avLst/>
              <a:gdLst>
                <a:gd name="connsiteX0" fmla="*/ 0 w 95849"/>
                <a:gd name="connsiteY0" fmla="*/ 0 h 10214"/>
                <a:gd name="connsiteX1" fmla="*/ 95849 w 95849"/>
                <a:gd name="connsiteY1" fmla="*/ 0 h 10214"/>
                <a:gd name="connsiteX2" fmla="*/ 95849 w 95849"/>
                <a:gd name="connsiteY2" fmla="*/ 10214 h 10214"/>
                <a:gd name="connsiteX3" fmla="*/ 0 w 95849"/>
                <a:gd name="connsiteY3" fmla="*/ 10214 h 10214"/>
              </a:gdLst>
              <a:ahLst/>
              <a:cxnLst>
                <a:cxn ang="0">
                  <a:pos x="connsiteX0" y="connsiteY0"/>
                </a:cxn>
                <a:cxn ang="0">
                  <a:pos x="connsiteX1" y="connsiteY1"/>
                </a:cxn>
                <a:cxn ang="0">
                  <a:pos x="connsiteX2" y="connsiteY2"/>
                </a:cxn>
                <a:cxn ang="0">
                  <a:pos x="connsiteX3" y="connsiteY3"/>
                </a:cxn>
              </a:cxnLst>
              <a:rect l="l" t="t" r="r" b="b"/>
              <a:pathLst>
                <a:path w="95849" h="10214">
                  <a:moveTo>
                    <a:pt x="0" y="0"/>
                  </a:moveTo>
                  <a:lnTo>
                    <a:pt x="95849" y="0"/>
                  </a:lnTo>
                  <a:lnTo>
                    <a:pt x="95849" y="10214"/>
                  </a:lnTo>
                  <a:lnTo>
                    <a:pt x="0" y="10214"/>
                  </a:lnTo>
                  <a:close/>
                </a:path>
              </a:pathLst>
            </a:custGeom>
            <a:solidFill>
              <a:srgbClr val="43B02A"/>
            </a:solidFill>
            <a:ln w="6390" cap="flat">
              <a:noFill/>
              <a:prstDash val="solid"/>
              <a:miter/>
            </a:ln>
          </p:spPr>
          <p:txBody>
            <a:bodyPr rtlCol="0" anchor="ctr"/>
            <a:lstStyle/>
            <a:p>
              <a:endParaRPr lang="en-US"/>
            </a:p>
          </p:txBody>
        </p:sp>
        <p:sp>
          <p:nvSpPr>
            <p:cNvPr id="48" name="Graphic 4">
              <a:extLst>
                <a:ext uri="{FF2B5EF4-FFF2-40B4-BE49-F238E27FC236}">
                  <a16:creationId xmlns:a16="http://schemas.microsoft.com/office/drawing/2014/main" id="{3C13EDBD-0648-DC40-B8B2-96FA00E8D755}"/>
                </a:ext>
              </a:extLst>
            </p:cNvPr>
            <p:cNvSpPr/>
            <p:nvPr/>
          </p:nvSpPr>
          <p:spPr>
            <a:xfrm>
              <a:off x="6280030" y="4891569"/>
              <a:ext cx="95849" cy="111081"/>
            </a:xfrm>
            <a:custGeom>
              <a:avLst/>
              <a:gdLst>
                <a:gd name="connsiteX0" fmla="*/ 0 w 95849"/>
                <a:gd name="connsiteY0" fmla="*/ 0 h 111081"/>
                <a:gd name="connsiteX1" fmla="*/ 95849 w 95849"/>
                <a:gd name="connsiteY1" fmla="*/ 0 h 111081"/>
                <a:gd name="connsiteX2" fmla="*/ 95849 w 95849"/>
                <a:gd name="connsiteY2" fmla="*/ 111081 h 111081"/>
                <a:gd name="connsiteX3" fmla="*/ 0 w 95849"/>
                <a:gd name="connsiteY3" fmla="*/ 111081 h 111081"/>
              </a:gdLst>
              <a:ahLst/>
              <a:cxnLst>
                <a:cxn ang="0">
                  <a:pos x="connsiteX0" y="connsiteY0"/>
                </a:cxn>
                <a:cxn ang="0">
                  <a:pos x="connsiteX1" y="connsiteY1"/>
                </a:cxn>
                <a:cxn ang="0">
                  <a:pos x="connsiteX2" y="connsiteY2"/>
                </a:cxn>
                <a:cxn ang="0">
                  <a:pos x="connsiteX3" y="connsiteY3"/>
                </a:cxn>
              </a:cxnLst>
              <a:rect l="l" t="t" r="r" b="b"/>
              <a:pathLst>
                <a:path w="95849" h="111081">
                  <a:moveTo>
                    <a:pt x="0" y="0"/>
                  </a:moveTo>
                  <a:lnTo>
                    <a:pt x="95849" y="0"/>
                  </a:lnTo>
                  <a:lnTo>
                    <a:pt x="95849" y="111081"/>
                  </a:lnTo>
                  <a:lnTo>
                    <a:pt x="0" y="111081"/>
                  </a:lnTo>
                  <a:close/>
                </a:path>
              </a:pathLst>
            </a:custGeom>
            <a:solidFill>
              <a:srgbClr val="43B02A"/>
            </a:solidFill>
            <a:ln w="6390" cap="flat">
              <a:noFill/>
              <a:prstDash val="solid"/>
              <a:miter/>
            </a:ln>
          </p:spPr>
          <p:txBody>
            <a:bodyPr rtlCol="0" anchor="ctr"/>
            <a:lstStyle/>
            <a:p>
              <a:endParaRPr lang="en-US"/>
            </a:p>
          </p:txBody>
        </p:sp>
        <p:sp>
          <p:nvSpPr>
            <p:cNvPr id="49" name="Graphic 4">
              <a:extLst>
                <a:ext uri="{FF2B5EF4-FFF2-40B4-BE49-F238E27FC236}">
                  <a16:creationId xmlns:a16="http://schemas.microsoft.com/office/drawing/2014/main" id="{F068BFEE-4430-5343-94EA-7EECEE3EB1CE}"/>
                </a:ext>
              </a:extLst>
            </p:cNvPr>
            <p:cNvSpPr/>
            <p:nvPr/>
          </p:nvSpPr>
          <p:spPr>
            <a:xfrm>
              <a:off x="6146480" y="479325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241540 w 362309"/>
                <a:gd name="connsiteY7" fmla="*/ 215140 h 361971"/>
                <a:gd name="connsiteX8" fmla="*/ 235150 w 362309"/>
                <a:gd name="connsiteY8" fmla="*/ 221524 h 361971"/>
                <a:gd name="connsiteX9" fmla="*/ 233872 w 362309"/>
                <a:gd name="connsiteY9" fmla="*/ 221524 h 361971"/>
                <a:gd name="connsiteX10" fmla="*/ 233872 w 362309"/>
                <a:gd name="connsiteY10" fmla="*/ 292386 h 361971"/>
                <a:gd name="connsiteX11" fmla="*/ 227482 w 362309"/>
                <a:gd name="connsiteY11" fmla="*/ 298770 h 361971"/>
                <a:gd name="connsiteX12" fmla="*/ 221092 w 362309"/>
                <a:gd name="connsiteY12" fmla="*/ 292386 h 361971"/>
                <a:gd name="connsiteX13" fmla="*/ 221092 w 362309"/>
                <a:gd name="connsiteY13" fmla="*/ 221524 h 361971"/>
                <a:gd name="connsiteX14" fmla="*/ 187225 w 362309"/>
                <a:gd name="connsiteY14" fmla="*/ 221524 h 361971"/>
                <a:gd name="connsiteX15" fmla="*/ 187225 w 362309"/>
                <a:gd name="connsiteY15" fmla="*/ 261743 h 361971"/>
                <a:gd name="connsiteX16" fmla="*/ 180835 w 362309"/>
                <a:gd name="connsiteY16" fmla="*/ 268127 h 361971"/>
                <a:gd name="connsiteX17" fmla="*/ 174445 w 362309"/>
                <a:gd name="connsiteY17" fmla="*/ 261743 h 361971"/>
                <a:gd name="connsiteX18" fmla="*/ 174445 w 362309"/>
                <a:gd name="connsiteY18" fmla="*/ 221524 h 361971"/>
                <a:gd name="connsiteX19" fmla="*/ 141217 w 362309"/>
                <a:gd name="connsiteY19" fmla="*/ 221524 h 361971"/>
                <a:gd name="connsiteX20" fmla="*/ 141217 w 362309"/>
                <a:gd name="connsiteY20" fmla="*/ 292386 h 361971"/>
                <a:gd name="connsiteX21" fmla="*/ 134828 w 362309"/>
                <a:gd name="connsiteY21" fmla="*/ 298770 h 361971"/>
                <a:gd name="connsiteX22" fmla="*/ 128438 w 362309"/>
                <a:gd name="connsiteY22" fmla="*/ 292386 h 361971"/>
                <a:gd name="connsiteX23" fmla="*/ 128438 w 362309"/>
                <a:gd name="connsiteY23" fmla="*/ 221524 h 361971"/>
                <a:gd name="connsiteX24" fmla="*/ 127160 w 362309"/>
                <a:gd name="connsiteY24" fmla="*/ 221524 h 361971"/>
                <a:gd name="connsiteX25" fmla="*/ 120770 w 362309"/>
                <a:gd name="connsiteY25" fmla="*/ 215140 h 361971"/>
                <a:gd name="connsiteX26" fmla="*/ 120770 w 362309"/>
                <a:gd name="connsiteY26" fmla="*/ 68309 h 361971"/>
                <a:gd name="connsiteX27" fmla="*/ 127160 w 362309"/>
                <a:gd name="connsiteY27" fmla="*/ 61925 h 361971"/>
                <a:gd name="connsiteX28" fmla="*/ 235788 w 362309"/>
                <a:gd name="connsiteY28" fmla="*/ 61925 h 361971"/>
                <a:gd name="connsiteX29" fmla="*/ 242178 w 362309"/>
                <a:gd name="connsiteY29" fmla="*/ 68309 h 361971"/>
                <a:gd name="connsiteX30" fmla="*/ 241540 w 362309"/>
                <a:gd name="connsiteY30" fmla="*/ 215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0438"/>
                    <a:pt x="281157" y="0"/>
                    <a:pt x="181474" y="0"/>
                  </a:cubicBezTo>
                  <a:lnTo>
                    <a:pt x="181474" y="0"/>
                  </a:lnTo>
                  <a:close/>
                  <a:moveTo>
                    <a:pt x="241540" y="215140"/>
                  </a:moveTo>
                  <a:cubicBezTo>
                    <a:pt x="241540" y="218971"/>
                    <a:pt x="238983" y="221524"/>
                    <a:pt x="235150" y="221524"/>
                  </a:cubicBezTo>
                  <a:lnTo>
                    <a:pt x="233872" y="221524"/>
                  </a:lnTo>
                  <a:lnTo>
                    <a:pt x="233872" y="292386"/>
                  </a:lnTo>
                  <a:cubicBezTo>
                    <a:pt x="233872" y="296217"/>
                    <a:pt x="231315" y="298770"/>
                    <a:pt x="227482" y="298770"/>
                  </a:cubicBezTo>
                  <a:cubicBezTo>
                    <a:pt x="223648" y="298770"/>
                    <a:pt x="221092" y="296217"/>
                    <a:pt x="221092" y="292386"/>
                  </a:cubicBezTo>
                  <a:lnTo>
                    <a:pt x="221092" y="221524"/>
                  </a:lnTo>
                  <a:lnTo>
                    <a:pt x="187225" y="221524"/>
                  </a:lnTo>
                  <a:lnTo>
                    <a:pt x="187225" y="261743"/>
                  </a:lnTo>
                  <a:cubicBezTo>
                    <a:pt x="187225" y="265574"/>
                    <a:pt x="184669" y="268127"/>
                    <a:pt x="180835" y="268127"/>
                  </a:cubicBezTo>
                  <a:cubicBezTo>
                    <a:pt x="177001" y="268127"/>
                    <a:pt x="174445" y="265574"/>
                    <a:pt x="174445" y="261743"/>
                  </a:cubicBezTo>
                  <a:lnTo>
                    <a:pt x="174445" y="221524"/>
                  </a:lnTo>
                  <a:lnTo>
                    <a:pt x="141217" y="221524"/>
                  </a:lnTo>
                  <a:lnTo>
                    <a:pt x="141217" y="292386"/>
                  </a:lnTo>
                  <a:cubicBezTo>
                    <a:pt x="141217" y="296217"/>
                    <a:pt x="138661" y="298770"/>
                    <a:pt x="134828" y="298770"/>
                  </a:cubicBezTo>
                  <a:cubicBezTo>
                    <a:pt x="130994" y="298770"/>
                    <a:pt x="128438" y="296217"/>
                    <a:pt x="128438" y="292386"/>
                  </a:cubicBezTo>
                  <a:lnTo>
                    <a:pt x="128438" y="221524"/>
                  </a:lnTo>
                  <a:lnTo>
                    <a:pt x="127160" y="221524"/>
                  </a:lnTo>
                  <a:cubicBezTo>
                    <a:pt x="123326" y="221524"/>
                    <a:pt x="120770" y="218971"/>
                    <a:pt x="120770" y="215140"/>
                  </a:cubicBezTo>
                  <a:lnTo>
                    <a:pt x="120770" y="68309"/>
                  </a:lnTo>
                  <a:cubicBezTo>
                    <a:pt x="120770" y="64478"/>
                    <a:pt x="123326" y="61925"/>
                    <a:pt x="127160" y="61925"/>
                  </a:cubicBezTo>
                  <a:lnTo>
                    <a:pt x="235788" y="61925"/>
                  </a:lnTo>
                  <a:cubicBezTo>
                    <a:pt x="239623" y="61925"/>
                    <a:pt x="242178" y="64478"/>
                    <a:pt x="242178" y="68309"/>
                  </a:cubicBezTo>
                  <a:lnTo>
                    <a:pt x="241540" y="215140"/>
                  </a:lnTo>
                  <a:close/>
                </a:path>
              </a:pathLst>
            </a:custGeom>
            <a:solidFill>
              <a:srgbClr val="43B02A"/>
            </a:solidFill>
            <a:ln w="6390" cap="flat">
              <a:noFill/>
              <a:prstDash val="solid"/>
              <a:miter/>
            </a:ln>
          </p:spPr>
          <p:txBody>
            <a:bodyPr rtlCol="0" anchor="ctr"/>
            <a:lstStyle/>
            <a:p>
              <a:endParaRPr lang="en-US"/>
            </a:p>
          </p:txBody>
        </p:sp>
      </p:grpSp>
      <p:grpSp>
        <p:nvGrpSpPr>
          <p:cNvPr id="50" name="Graphic 4">
            <a:extLst>
              <a:ext uri="{FF2B5EF4-FFF2-40B4-BE49-F238E27FC236}">
                <a16:creationId xmlns:a16="http://schemas.microsoft.com/office/drawing/2014/main" id="{184C437A-E351-6947-B985-8D2FF1368E6A}"/>
              </a:ext>
            </a:extLst>
          </p:cNvPr>
          <p:cNvGrpSpPr>
            <a:grpSpLocks noChangeAspect="1"/>
          </p:cNvGrpSpPr>
          <p:nvPr/>
        </p:nvGrpSpPr>
        <p:grpSpPr>
          <a:xfrm>
            <a:off x="7191874" y="918179"/>
            <a:ext cx="362312" cy="361971"/>
            <a:chOff x="7191874" y="918179"/>
            <a:chExt cx="362312" cy="361971"/>
          </a:xfrm>
          <a:solidFill>
            <a:srgbClr val="43B02A"/>
          </a:solidFill>
        </p:grpSpPr>
        <p:sp>
          <p:nvSpPr>
            <p:cNvPr id="51" name="Graphic 4">
              <a:extLst>
                <a:ext uri="{FF2B5EF4-FFF2-40B4-BE49-F238E27FC236}">
                  <a16:creationId xmlns:a16="http://schemas.microsoft.com/office/drawing/2014/main" id="{33977D26-C71B-A64C-A5F1-5435DD6A5A26}"/>
                </a:ext>
              </a:extLst>
            </p:cNvPr>
            <p:cNvSpPr/>
            <p:nvPr/>
          </p:nvSpPr>
          <p:spPr>
            <a:xfrm>
              <a:off x="7286445" y="1062457"/>
              <a:ext cx="28115" cy="28089"/>
            </a:xfrm>
            <a:custGeom>
              <a:avLst/>
              <a:gdLst>
                <a:gd name="connsiteX0" fmla="*/ 14058 w 28115"/>
                <a:gd name="connsiteY0" fmla="*/ 28089 h 28089"/>
                <a:gd name="connsiteX1" fmla="*/ 28115 w 28115"/>
                <a:gd name="connsiteY1" fmla="*/ 14045 h 28089"/>
                <a:gd name="connsiteX2" fmla="*/ 14058 w 28115"/>
                <a:gd name="connsiteY2" fmla="*/ 0 h 28089"/>
                <a:gd name="connsiteX3" fmla="*/ 0 w 28115"/>
                <a:gd name="connsiteY3" fmla="*/ 14045 h 28089"/>
                <a:gd name="connsiteX4" fmla="*/ 0 w 28115"/>
                <a:gd name="connsiteY4" fmla="*/ 14045 h 28089"/>
                <a:gd name="connsiteX5" fmla="*/ 14058 w 28115"/>
                <a:gd name="connsiteY5" fmla="*/ 28089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115" h="28089">
                  <a:moveTo>
                    <a:pt x="14058" y="28089"/>
                  </a:moveTo>
                  <a:cubicBezTo>
                    <a:pt x="21725" y="28089"/>
                    <a:pt x="28115" y="21706"/>
                    <a:pt x="28115" y="14045"/>
                  </a:cubicBezTo>
                  <a:cubicBezTo>
                    <a:pt x="28115" y="6384"/>
                    <a:pt x="21725" y="0"/>
                    <a:pt x="14058" y="0"/>
                  </a:cubicBezTo>
                  <a:cubicBezTo>
                    <a:pt x="6390" y="0"/>
                    <a:pt x="0" y="6384"/>
                    <a:pt x="0" y="14045"/>
                  </a:cubicBezTo>
                  <a:cubicBezTo>
                    <a:pt x="0" y="14045"/>
                    <a:pt x="0" y="14045"/>
                    <a:pt x="0" y="14045"/>
                  </a:cubicBezTo>
                  <a:cubicBezTo>
                    <a:pt x="0" y="21706"/>
                    <a:pt x="6390" y="28089"/>
                    <a:pt x="14058" y="28089"/>
                  </a:cubicBezTo>
                  <a:close/>
                </a:path>
              </a:pathLst>
            </a:custGeom>
            <a:solidFill>
              <a:srgbClr val="43B02A"/>
            </a:solidFill>
            <a:ln w="6390" cap="flat">
              <a:noFill/>
              <a:prstDash val="solid"/>
              <a:miter/>
            </a:ln>
          </p:spPr>
          <p:txBody>
            <a:bodyPr rtlCol="0" anchor="ctr"/>
            <a:lstStyle/>
            <a:p>
              <a:endParaRPr lang="en-US"/>
            </a:p>
          </p:txBody>
        </p:sp>
        <p:sp>
          <p:nvSpPr>
            <p:cNvPr id="52" name="Graphic 4">
              <a:extLst>
                <a:ext uri="{FF2B5EF4-FFF2-40B4-BE49-F238E27FC236}">
                  <a16:creationId xmlns:a16="http://schemas.microsoft.com/office/drawing/2014/main" id="{46B527EB-BC36-8741-9F40-60ECEEC818CE}"/>
                </a:ext>
              </a:extLst>
            </p:cNvPr>
            <p:cNvSpPr/>
            <p:nvPr/>
          </p:nvSpPr>
          <p:spPr>
            <a:xfrm>
              <a:off x="7372070" y="1086716"/>
              <a:ext cx="7667" cy="7660"/>
            </a:xfrm>
            <a:custGeom>
              <a:avLst/>
              <a:gdLst>
                <a:gd name="connsiteX0" fmla="*/ 0 w 7667"/>
                <a:gd name="connsiteY0" fmla="*/ 0 h 7660"/>
                <a:gd name="connsiteX1" fmla="*/ 7667 w 7667"/>
                <a:gd name="connsiteY1" fmla="*/ 0 h 7660"/>
                <a:gd name="connsiteX2" fmla="*/ 7667 w 7667"/>
                <a:gd name="connsiteY2" fmla="*/ 7661 h 7660"/>
                <a:gd name="connsiteX3" fmla="*/ 0 w 7667"/>
                <a:gd name="connsiteY3" fmla="*/ 7661 h 7660"/>
              </a:gdLst>
              <a:ahLst/>
              <a:cxnLst>
                <a:cxn ang="0">
                  <a:pos x="connsiteX0" y="connsiteY0"/>
                </a:cxn>
                <a:cxn ang="0">
                  <a:pos x="connsiteX1" y="connsiteY1"/>
                </a:cxn>
                <a:cxn ang="0">
                  <a:pos x="connsiteX2" y="connsiteY2"/>
                </a:cxn>
                <a:cxn ang="0">
                  <a:pos x="connsiteX3" y="connsiteY3"/>
                </a:cxn>
              </a:cxnLst>
              <a:rect l="l" t="t" r="r" b="b"/>
              <a:pathLst>
                <a:path w="7667" h="7660">
                  <a:moveTo>
                    <a:pt x="0" y="0"/>
                  </a:moveTo>
                  <a:lnTo>
                    <a:pt x="7667" y="0"/>
                  </a:lnTo>
                  <a:lnTo>
                    <a:pt x="7667" y="7661"/>
                  </a:lnTo>
                  <a:lnTo>
                    <a:pt x="0" y="7661"/>
                  </a:lnTo>
                  <a:close/>
                </a:path>
              </a:pathLst>
            </a:custGeom>
            <a:solidFill>
              <a:srgbClr val="43B02A"/>
            </a:solidFill>
            <a:ln w="6390" cap="flat">
              <a:noFill/>
              <a:prstDash val="solid"/>
              <a:miter/>
            </a:ln>
          </p:spPr>
          <p:txBody>
            <a:bodyPr rtlCol="0" anchor="ctr"/>
            <a:lstStyle/>
            <a:p>
              <a:endParaRPr lang="en-US"/>
            </a:p>
          </p:txBody>
        </p:sp>
        <p:sp>
          <p:nvSpPr>
            <p:cNvPr id="53" name="Graphic 4">
              <a:extLst>
                <a:ext uri="{FF2B5EF4-FFF2-40B4-BE49-F238E27FC236}">
                  <a16:creationId xmlns:a16="http://schemas.microsoft.com/office/drawing/2014/main" id="{415D706E-E97D-5543-8A61-75C5FCBA9CD8}"/>
                </a:ext>
              </a:extLst>
            </p:cNvPr>
            <p:cNvSpPr/>
            <p:nvPr/>
          </p:nvSpPr>
          <p:spPr>
            <a:xfrm>
              <a:off x="7191874" y="918179"/>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08629 w 362312"/>
                <a:gd name="connsiteY6" fmla="*/ 131510 h 361971"/>
                <a:gd name="connsiteX7" fmla="*/ 135466 w 362312"/>
                <a:gd name="connsiteY7" fmla="*/ 158323 h 361971"/>
                <a:gd name="connsiteX8" fmla="*/ 108629 w 362312"/>
                <a:gd name="connsiteY8" fmla="*/ 185135 h 361971"/>
                <a:gd name="connsiteX9" fmla="*/ 81792 w 362312"/>
                <a:gd name="connsiteY9" fmla="*/ 158323 h 361971"/>
                <a:gd name="connsiteX10" fmla="*/ 81792 w 362312"/>
                <a:gd name="connsiteY10" fmla="*/ 158323 h 361971"/>
                <a:gd name="connsiteX11" fmla="*/ 108629 w 362312"/>
                <a:gd name="connsiteY11" fmla="*/ 131510 h 361971"/>
                <a:gd name="connsiteX12" fmla="*/ 108629 w 362312"/>
                <a:gd name="connsiteY12" fmla="*/ 131510 h 361971"/>
                <a:gd name="connsiteX13" fmla="*/ 179557 w 362312"/>
                <a:gd name="connsiteY13" fmla="*/ 207479 h 361971"/>
                <a:gd name="connsiteX14" fmla="*/ 178279 w 362312"/>
                <a:gd name="connsiteY14" fmla="*/ 208756 h 361971"/>
                <a:gd name="connsiteX15" fmla="*/ 175084 w 362312"/>
                <a:gd name="connsiteY15" fmla="*/ 211310 h 361971"/>
                <a:gd name="connsiteX16" fmla="*/ 163582 w 362312"/>
                <a:gd name="connsiteY16" fmla="*/ 254083 h 361971"/>
                <a:gd name="connsiteX17" fmla="*/ 157192 w 362312"/>
                <a:gd name="connsiteY17" fmla="*/ 258551 h 361971"/>
                <a:gd name="connsiteX18" fmla="*/ 155276 w 362312"/>
                <a:gd name="connsiteY18" fmla="*/ 258551 h 361971"/>
                <a:gd name="connsiteX19" fmla="*/ 150802 w 362312"/>
                <a:gd name="connsiteY19" fmla="*/ 250891 h 361971"/>
                <a:gd name="connsiteX20" fmla="*/ 157831 w 362312"/>
                <a:gd name="connsiteY20" fmla="*/ 225355 h 361971"/>
                <a:gd name="connsiteX21" fmla="*/ 146330 w 362312"/>
                <a:gd name="connsiteY21" fmla="*/ 254721 h 361971"/>
                <a:gd name="connsiteX22" fmla="*/ 138022 w 362312"/>
                <a:gd name="connsiteY22" fmla="*/ 258551 h 361971"/>
                <a:gd name="connsiteX23" fmla="*/ 133550 w 362312"/>
                <a:gd name="connsiteY23" fmla="*/ 252806 h 361971"/>
                <a:gd name="connsiteX24" fmla="*/ 133550 w 362312"/>
                <a:gd name="connsiteY24" fmla="*/ 216417 h 361971"/>
                <a:gd name="connsiteX25" fmla="*/ 120131 w 362312"/>
                <a:gd name="connsiteY25" fmla="*/ 202372 h 361971"/>
                <a:gd name="connsiteX26" fmla="*/ 120131 w 362312"/>
                <a:gd name="connsiteY26" fmla="*/ 202372 h 361971"/>
                <a:gd name="connsiteX27" fmla="*/ 95849 w 362312"/>
                <a:gd name="connsiteY27" fmla="*/ 202372 h 361971"/>
                <a:gd name="connsiteX28" fmla="*/ 81792 w 362312"/>
                <a:gd name="connsiteY28" fmla="*/ 215779 h 361971"/>
                <a:gd name="connsiteX29" fmla="*/ 81792 w 362312"/>
                <a:gd name="connsiteY29" fmla="*/ 216417 h 361971"/>
                <a:gd name="connsiteX30" fmla="*/ 81792 w 362312"/>
                <a:gd name="connsiteY30" fmla="*/ 252806 h 361971"/>
                <a:gd name="connsiteX31" fmla="*/ 75402 w 362312"/>
                <a:gd name="connsiteY31" fmla="*/ 259190 h 361971"/>
                <a:gd name="connsiteX32" fmla="*/ 69012 w 362312"/>
                <a:gd name="connsiteY32" fmla="*/ 252806 h 361971"/>
                <a:gd name="connsiteX33" fmla="*/ 69012 w 362312"/>
                <a:gd name="connsiteY33" fmla="*/ 216417 h 361971"/>
                <a:gd name="connsiteX34" fmla="*/ 95210 w 362312"/>
                <a:gd name="connsiteY34" fmla="*/ 189604 h 361971"/>
                <a:gd name="connsiteX35" fmla="*/ 95849 w 362312"/>
                <a:gd name="connsiteY35" fmla="*/ 189604 h 361971"/>
                <a:gd name="connsiteX36" fmla="*/ 120131 w 362312"/>
                <a:gd name="connsiteY36" fmla="*/ 189604 h 361971"/>
                <a:gd name="connsiteX37" fmla="*/ 146969 w 362312"/>
                <a:gd name="connsiteY37" fmla="*/ 215779 h 361971"/>
                <a:gd name="connsiteX38" fmla="*/ 146969 w 362312"/>
                <a:gd name="connsiteY38" fmla="*/ 216417 h 361971"/>
                <a:gd name="connsiteX39" fmla="*/ 146969 w 362312"/>
                <a:gd name="connsiteY39" fmla="*/ 218332 h 361971"/>
                <a:gd name="connsiteX40" fmla="*/ 152720 w 362312"/>
                <a:gd name="connsiteY40" fmla="*/ 203011 h 361971"/>
                <a:gd name="connsiteX41" fmla="*/ 164221 w 362312"/>
                <a:gd name="connsiteY41" fmla="*/ 192796 h 361971"/>
                <a:gd name="connsiteX42" fmla="*/ 167416 w 362312"/>
                <a:gd name="connsiteY42" fmla="*/ 192158 h 361971"/>
                <a:gd name="connsiteX43" fmla="*/ 180196 w 362312"/>
                <a:gd name="connsiteY43" fmla="*/ 197265 h 361971"/>
                <a:gd name="connsiteX44" fmla="*/ 179557 w 362312"/>
                <a:gd name="connsiteY44" fmla="*/ 207479 h 361971"/>
                <a:gd name="connsiteX45" fmla="*/ 179557 w 362312"/>
                <a:gd name="connsiteY45" fmla="*/ 207479 h 361971"/>
                <a:gd name="connsiteX46" fmla="*/ 200005 w 362312"/>
                <a:gd name="connsiteY46" fmla="*/ 182582 h 361971"/>
                <a:gd name="connsiteX47" fmla="*/ 193615 w 362312"/>
                <a:gd name="connsiteY47" fmla="*/ 188966 h 361971"/>
                <a:gd name="connsiteX48" fmla="*/ 173167 w 362312"/>
                <a:gd name="connsiteY48" fmla="*/ 188966 h 361971"/>
                <a:gd name="connsiteX49" fmla="*/ 166777 w 362312"/>
                <a:gd name="connsiteY49" fmla="*/ 182582 h 361971"/>
                <a:gd name="connsiteX50" fmla="*/ 166777 w 362312"/>
                <a:gd name="connsiteY50" fmla="*/ 162153 h 361971"/>
                <a:gd name="connsiteX51" fmla="*/ 173167 w 362312"/>
                <a:gd name="connsiteY51" fmla="*/ 155769 h 361971"/>
                <a:gd name="connsiteX52" fmla="*/ 193615 w 362312"/>
                <a:gd name="connsiteY52" fmla="*/ 155769 h 361971"/>
                <a:gd name="connsiteX53" fmla="*/ 200005 w 362312"/>
                <a:gd name="connsiteY53" fmla="*/ 162153 h 361971"/>
                <a:gd name="connsiteX54" fmla="*/ 200005 w 362312"/>
                <a:gd name="connsiteY54" fmla="*/ 182582 h 361971"/>
                <a:gd name="connsiteX55" fmla="*/ 200005 w 362312"/>
                <a:gd name="connsiteY55" fmla="*/ 130233 h 361971"/>
                <a:gd name="connsiteX56" fmla="*/ 193615 w 362312"/>
                <a:gd name="connsiteY56" fmla="*/ 136617 h 361971"/>
                <a:gd name="connsiteX57" fmla="*/ 173167 w 362312"/>
                <a:gd name="connsiteY57" fmla="*/ 136617 h 361971"/>
                <a:gd name="connsiteX58" fmla="*/ 166777 w 362312"/>
                <a:gd name="connsiteY58" fmla="*/ 130233 h 361971"/>
                <a:gd name="connsiteX59" fmla="*/ 166777 w 362312"/>
                <a:gd name="connsiteY59" fmla="*/ 109804 h 361971"/>
                <a:gd name="connsiteX60" fmla="*/ 173167 w 362312"/>
                <a:gd name="connsiteY60" fmla="*/ 103420 h 361971"/>
                <a:gd name="connsiteX61" fmla="*/ 193615 w 362312"/>
                <a:gd name="connsiteY61" fmla="*/ 103420 h 361971"/>
                <a:gd name="connsiteX62" fmla="*/ 200005 w 362312"/>
                <a:gd name="connsiteY62" fmla="*/ 109804 h 361971"/>
                <a:gd name="connsiteX63" fmla="*/ 200005 w 362312"/>
                <a:gd name="connsiteY63" fmla="*/ 130233 h 361971"/>
                <a:gd name="connsiteX64" fmla="*/ 287547 w 362312"/>
                <a:gd name="connsiteY64" fmla="*/ 188966 h 361971"/>
                <a:gd name="connsiteX65" fmla="*/ 218536 w 362312"/>
                <a:gd name="connsiteY65" fmla="*/ 188966 h 361971"/>
                <a:gd name="connsiteX66" fmla="*/ 212146 w 362312"/>
                <a:gd name="connsiteY66" fmla="*/ 182582 h 361971"/>
                <a:gd name="connsiteX67" fmla="*/ 218536 w 362312"/>
                <a:gd name="connsiteY67" fmla="*/ 176198 h 361971"/>
                <a:gd name="connsiteX68" fmla="*/ 287547 w 362312"/>
                <a:gd name="connsiteY68" fmla="*/ 176198 h 361971"/>
                <a:gd name="connsiteX69" fmla="*/ 293937 w 362312"/>
                <a:gd name="connsiteY69" fmla="*/ 182582 h 361971"/>
                <a:gd name="connsiteX70" fmla="*/ 287547 w 362312"/>
                <a:gd name="connsiteY70" fmla="*/ 188966 h 361971"/>
                <a:gd name="connsiteX71" fmla="*/ 287547 w 362312"/>
                <a:gd name="connsiteY71" fmla="*/ 169176 h 361971"/>
                <a:gd name="connsiteX72" fmla="*/ 218536 w 362312"/>
                <a:gd name="connsiteY72" fmla="*/ 169176 h 361971"/>
                <a:gd name="connsiteX73" fmla="*/ 212146 w 362312"/>
                <a:gd name="connsiteY73" fmla="*/ 162792 h 361971"/>
                <a:gd name="connsiteX74" fmla="*/ 218536 w 362312"/>
                <a:gd name="connsiteY74" fmla="*/ 156408 h 361971"/>
                <a:gd name="connsiteX75" fmla="*/ 287547 w 362312"/>
                <a:gd name="connsiteY75" fmla="*/ 156408 h 361971"/>
                <a:gd name="connsiteX76" fmla="*/ 293937 w 362312"/>
                <a:gd name="connsiteY76" fmla="*/ 162792 h 361971"/>
                <a:gd name="connsiteX77" fmla="*/ 287547 w 362312"/>
                <a:gd name="connsiteY77" fmla="*/ 169176 h 361971"/>
                <a:gd name="connsiteX78" fmla="*/ 287547 w 362312"/>
                <a:gd name="connsiteY78" fmla="*/ 136617 h 361971"/>
                <a:gd name="connsiteX79" fmla="*/ 218536 w 362312"/>
                <a:gd name="connsiteY79" fmla="*/ 136617 h 361971"/>
                <a:gd name="connsiteX80" fmla="*/ 212146 w 362312"/>
                <a:gd name="connsiteY80" fmla="*/ 130233 h 361971"/>
                <a:gd name="connsiteX81" fmla="*/ 218536 w 362312"/>
                <a:gd name="connsiteY81" fmla="*/ 123849 h 361971"/>
                <a:gd name="connsiteX82" fmla="*/ 287547 w 362312"/>
                <a:gd name="connsiteY82" fmla="*/ 123849 h 361971"/>
                <a:gd name="connsiteX83" fmla="*/ 293937 w 362312"/>
                <a:gd name="connsiteY83" fmla="*/ 130233 h 361971"/>
                <a:gd name="connsiteX84" fmla="*/ 287547 w 362312"/>
                <a:gd name="connsiteY84" fmla="*/ 136617 h 361971"/>
                <a:gd name="connsiteX85" fmla="*/ 287547 w 362312"/>
                <a:gd name="connsiteY85" fmla="*/ 116188 h 361971"/>
                <a:gd name="connsiteX86" fmla="*/ 218536 w 362312"/>
                <a:gd name="connsiteY86" fmla="*/ 116188 h 361971"/>
                <a:gd name="connsiteX87" fmla="*/ 212146 w 362312"/>
                <a:gd name="connsiteY87" fmla="*/ 109804 h 361971"/>
                <a:gd name="connsiteX88" fmla="*/ 218536 w 362312"/>
                <a:gd name="connsiteY88" fmla="*/ 103420 h 361971"/>
                <a:gd name="connsiteX89" fmla="*/ 287547 w 362312"/>
                <a:gd name="connsiteY89" fmla="*/ 103420 h 361971"/>
                <a:gd name="connsiteX90" fmla="*/ 293937 w 362312"/>
                <a:gd name="connsiteY90" fmla="*/ 109804 h 361971"/>
                <a:gd name="connsiteX91" fmla="*/ 287547 w 362312"/>
                <a:gd name="connsiteY91" fmla="*/ 11618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08629" y="131510"/>
                  </a:moveTo>
                  <a:cubicBezTo>
                    <a:pt x="123326" y="131510"/>
                    <a:pt x="135466" y="143640"/>
                    <a:pt x="135466" y="158323"/>
                  </a:cubicBezTo>
                  <a:cubicBezTo>
                    <a:pt x="135466" y="173006"/>
                    <a:pt x="123326" y="185135"/>
                    <a:pt x="108629" y="185135"/>
                  </a:cubicBezTo>
                  <a:cubicBezTo>
                    <a:pt x="93932" y="185135"/>
                    <a:pt x="81792" y="173006"/>
                    <a:pt x="81792" y="158323"/>
                  </a:cubicBezTo>
                  <a:cubicBezTo>
                    <a:pt x="81792" y="158323"/>
                    <a:pt x="81792" y="158323"/>
                    <a:pt x="81792" y="158323"/>
                  </a:cubicBezTo>
                  <a:cubicBezTo>
                    <a:pt x="81792" y="143640"/>
                    <a:pt x="93293" y="131510"/>
                    <a:pt x="108629" y="131510"/>
                  </a:cubicBezTo>
                  <a:lnTo>
                    <a:pt x="108629" y="131510"/>
                  </a:lnTo>
                  <a:close/>
                  <a:moveTo>
                    <a:pt x="179557" y="207479"/>
                  </a:moveTo>
                  <a:cubicBezTo>
                    <a:pt x="178918" y="208118"/>
                    <a:pt x="178918" y="208756"/>
                    <a:pt x="178279" y="208756"/>
                  </a:cubicBezTo>
                  <a:lnTo>
                    <a:pt x="175084" y="211310"/>
                  </a:lnTo>
                  <a:lnTo>
                    <a:pt x="163582" y="254083"/>
                  </a:lnTo>
                  <a:cubicBezTo>
                    <a:pt x="162943" y="256636"/>
                    <a:pt x="160387" y="259190"/>
                    <a:pt x="157192" y="258551"/>
                  </a:cubicBezTo>
                  <a:cubicBezTo>
                    <a:pt x="156553" y="258551"/>
                    <a:pt x="155915" y="258551"/>
                    <a:pt x="155276" y="258551"/>
                  </a:cubicBezTo>
                  <a:cubicBezTo>
                    <a:pt x="152081" y="257913"/>
                    <a:pt x="150164" y="254083"/>
                    <a:pt x="150802" y="250891"/>
                  </a:cubicBezTo>
                  <a:lnTo>
                    <a:pt x="157831" y="225355"/>
                  </a:lnTo>
                  <a:lnTo>
                    <a:pt x="146330" y="254721"/>
                  </a:lnTo>
                  <a:cubicBezTo>
                    <a:pt x="145051" y="257913"/>
                    <a:pt x="141217" y="259828"/>
                    <a:pt x="138022" y="258551"/>
                  </a:cubicBezTo>
                  <a:cubicBezTo>
                    <a:pt x="135466" y="257913"/>
                    <a:pt x="133550" y="255359"/>
                    <a:pt x="133550" y="252806"/>
                  </a:cubicBezTo>
                  <a:lnTo>
                    <a:pt x="133550" y="216417"/>
                  </a:lnTo>
                  <a:cubicBezTo>
                    <a:pt x="133550" y="208756"/>
                    <a:pt x="127799" y="202372"/>
                    <a:pt x="120131" y="202372"/>
                  </a:cubicBezTo>
                  <a:cubicBezTo>
                    <a:pt x="120131" y="202372"/>
                    <a:pt x="120131" y="202372"/>
                    <a:pt x="120131" y="202372"/>
                  </a:cubicBezTo>
                  <a:lnTo>
                    <a:pt x="95849" y="202372"/>
                  </a:lnTo>
                  <a:cubicBezTo>
                    <a:pt x="88181" y="202372"/>
                    <a:pt x="81792" y="208118"/>
                    <a:pt x="81792" y="215779"/>
                  </a:cubicBezTo>
                  <a:cubicBezTo>
                    <a:pt x="81792" y="215779"/>
                    <a:pt x="81792" y="215779"/>
                    <a:pt x="81792" y="216417"/>
                  </a:cubicBezTo>
                  <a:lnTo>
                    <a:pt x="81792" y="252806"/>
                  </a:lnTo>
                  <a:cubicBezTo>
                    <a:pt x="81792" y="256636"/>
                    <a:pt x="79235" y="259190"/>
                    <a:pt x="75402" y="259190"/>
                  </a:cubicBezTo>
                  <a:cubicBezTo>
                    <a:pt x="71567" y="259190"/>
                    <a:pt x="69012" y="256636"/>
                    <a:pt x="69012" y="252806"/>
                  </a:cubicBezTo>
                  <a:lnTo>
                    <a:pt x="69012" y="216417"/>
                  </a:lnTo>
                  <a:cubicBezTo>
                    <a:pt x="69012" y="201734"/>
                    <a:pt x="80513" y="189604"/>
                    <a:pt x="95210" y="189604"/>
                  </a:cubicBezTo>
                  <a:cubicBezTo>
                    <a:pt x="95210" y="189604"/>
                    <a:pt x="95849" y="189604"/>
                    <a:pt x="95849" y="189604"/>
                  </a:cubicBezTo>
                  <a:lnTo>
                    <a:pt x="120131" y="189604"/>
                  </a:lnTo>
                  <a:cubicBezTo>
                    <a:pt x="134828" y="189604"/>
                    <a:pt x="146969" y="201095"/>
                    <a:pt x="146969" y="215779"/>
                  </a:cubicBezTo>
                  <a:cubicBezTo>
                    <a:pt x="146969" y="215779"/>
                    <a:pt x="146969" y="216417"/>
                    <a:pt x="146969" y="216417"/>
                  </a:cubicBezTo>
                  <a:lnTo>
                    <a:pt x="146969" y="218332"/>
                  </a:lnTo>
                  <a:lnTo>
                    <a:pt x="152720" y="203011"/>
                  </a:lnTo>
                  <a:cubicBezTo>
                    <a:pt x="154636" y="197903"/>
                    <a:pt x="159110" y="194711"/>
                    <a:pt x="164221" y="192796"/>
                  </a:cubicBezTo>
                  <a:lnTo>
                    <a:pt x="167416" y="192158"/>
                  </a:lnTo>
                  <a:cubicBezTo>
                    <a:pt x="172528" y="190881"/>
                    <a:pt x="177001" y="192796"/>
                    <a:pt x="180196" y="197265"/>
                  </a:cubicBezTo>
                  <a:cubicBezTo>
                    <a:pt x="182113" y="199819"/>
                    <a:pt x="182113" y="204287"/>
                    <a:pt x="179557" y="207479"/>
                  </a:cubicBezTo>
                  <a:lnTo>
                    <a:pt x="179557" y="207479"/>
                  </a:lnTo>
                  <a:close/>
                  <a:moveTo>
                    <a:pt x="200005" y="182582"/>
                  </a:moveTo>
                  <a:cubicBezTo>
                    <a:pt x="200005" y="186412"/>
                    <a:pt x="197449" y="188966"/>
                    <a:pt x="193615" y="188966"/>
                  </a:cubicBezTo>
                  <a:lnTo>
                    <a:pt x="173167" y="188966"/>
                  </a:lnTo>
                  <a:cubicBezTo>
                    <a:pt x="169333" y="188966"/>
                    <a:pt x="166777" y="186412"/>
                    <a:pt x="166777" y="182582"/>
                  </a:cubicBezTo>
                  <a:lnTo>
                    <a:pt x="166777" y="162153"/>
                  </a:lnTo>
                  <a:cubicBezTo>
                    <a:pt x="166777" y="158323"/>
                    <a:pt x="169333" y="155769"/>
                    <a:pt x="173167" y="155769"/>
                  </a:cubicBezTo>
                  <a:lnTo>
                    <a:pt x="193615" y="155769"/>
                  </a:lnTo>
                  <a:cubicBezTo>
                    <a:pt x="197449" y="155769"/>
                    <a:pt x="200005" y="158323"/>
                    <a:pt x="200005" y="162153"/>
                  </a:cubicBezTo>
                  <a:lnTo>
                    <a:pt x="200005" y="182582"/>
                  </a:lnTo>
                  <a:close/>
                  <a:moveTo>
                    <a:pt x="200005" y="130233"/>
                  </a:moveTo>
                  <a:cubicBezTo>
                    <a:pt x="200005" y="134064"/>
                    <a:pt x="197449" y="136617"/>
                    <a:pt x="193615" y="136617"/>
                  </a:cubicBezTo>
                  <a:lnTo>
                    <a:pt x="173167" y="136617"/>
                  </a:lnTo>
                  <a:cubicBezTo>
                    <a:pt x="169333" y="136617"/>
                    <a:pt x="166777" y="134064"/>
                    <a:pt x="166777" y="130233"/>
                  </a:cubicBezTo>
                  <a:lnTo>
                    <a:pt x="166777" y="109804"/>
                  </a:lnTo>
                  <a:cubicBezTo>
                    <a:pt x="166777" y="105974"/>
                    <a:pt x="169333" y="103420"/>
                    <a:pt x="173167" y="103420"/>
                  </a:cubicBezTo>
                  <a:lnTo>
                    <a:pt x="193615" y="103420"/>
                  </a:lnTo>
                  <a:cubicBezTo>
                    <a:pt x="197449" y="103420"/>
                    <a:pt x="200005" y="105974"/>
                    <a:pt x="200005" y="109804"/>
                  </a:cubicBezTo>
                  <a:lnTo>
                    <a:pt x="200005" y="130233"/>
                  </a:lnTo>
                  <a:close/>
                  <a:moveTo>
                    <a:pt x="287547" y="188966"/>
                  </a:moveTo>
                  <a:lnTo>
                    <a:pt x="218536" y="188966"/>
                  </a:lnTo>
                  <a:cubicBezTo>
                    <a:pt x="214702" y="188966"/>
                    <a:pt x="212146" y="186412"/>
                    <a:pt x="212146" y="182582"/>
                  </a:cubicBezTo>
                  <a:cubicBezTo>
                    <a:pt x="212146" y="178752"/>
                    <a:pt x="214702" y="176198"/>
                    <a:pt x="218536" y="176198"/>
                  </a:cubicBezTo>
                  <a:lnTo>
                    <a:pt x="287547" y="176198"/>
                  </a:lnTo>
                  <a:cubicBezTo>
                    <a:pt x="291381" y="176198"/>
                    <a:pt x="293937" y="178752"/>
                    <a:pt x="293937" y="182582"/>
                  </a:cubicBezTo>
                  <a:cubicBezTo>
                    <a:pt x="293937" y="186412"/>
                    <a:pt x="290742" y="188966"/>
                    <a:pt x="287547" y="188966"/>
                  </a:cubicBezTo>
                  <a:close/>
                  <a:moveTo>
                    <a:pt x="287547" y="169176"/>
                  </a:moveTo>
                  <a:lnTo>
                    <a:pt x="218536" y="169176"/>
                  </a:lnTo>
                  <a:cubicBezTo>
                    <a:pt x="214702" y="169176"/>
                    <a:pt x="212146" y="166622"/>
                    <a:pt x="212146" y="162792"/>
                  </a:cubicBezTo>
                  <a:cubicBezTo>
                    <a:pt x="212146" y="158961"/>
                    <a:pt x="214702" y="156408"/>
                    <a:pt x="218536" y="156408"/>
                  </a:cubicBezTo>
                  <a:lnTo>
                    <a:pt x="287547" y="156408"/>
                  </a:lnTo>
                  <a:cubicBezTo>
                    <a:pt x="291381" y="156408"/>
                    <a:pt x="293937" y="158961"/>
                    <a:pt x="293937" y="162792"/>
                  </a:cubicBezTo>
                  <a:cubicBezTo>
                    <a:pt x="293937" y="166622"/>
                    <a:pt x="290742" y="169176"/>
                    <a:pt x="287547" y="169176"/>
                  </a:cubicBezTo>
                  <a:close/>
                  <a:moveTo>
                    <a:pt x="287547" y="136617"/>
                  </a:moveTo>
                  <a:lnTo>
                    <a:pt x="218536" y="136617"/>
                  </a:lnTo>
                  <a:cubicBezTo>
                    <a:pt x="214702" y="136617"/>
                    <a:pt x="212146" y="134064"/>
                    <a:pt x="212146" y="130233"/>
                  </a:cubicBezTo>
                  <a:cubicBezTo>
                    <a:pt x="212146" y="126403"/>
                    <a:pt x="214702" y="123849"/>
                    <a:pt x="218536" y="123849"/>
                  </a:cubicBezTo>
                  <a:lnTo>
                    <a:pt x="287547" y="123849"/>
                  </a:lnTo>
                  <a:cubicBezTo>
                    <a:pt x="291381" y="123849"/>
                    <a:pt x="293937" y="126403"/>
                    <a:pt x="293937" y="130233"/>
                  </a:cubicBezTo>
                  <a:cubicBezTo>
                    <a:pt x="293937" y="134064"/>
                    <a:pt x="290742" y="136617"/>
                    <a:pt x="287547" y="136617"/>
                  </a:cubicBezTo>
                  <a:close/>
                  <a:moveTo>
                    <a:pt x="287547" y="116188"/>
                  </a:moveTo>
                  <a:lnTo>
                    <a:pt x="218536" y="116188"/>
                  </a:lnTo>
                  <a:cubicBezTo>
                    <a:pt x="214702" y="116188"/>
                    <a:pt x="212146" y="113635"/>
                    <a:pt x="212146" y="109804"/>
                  </a:cubicBezTo>
                  <a:cubicBezTo>
                    <a:pt x="212146" y="105974"/>
                    <a:pt x="214702" y="103420"/>
                    <a:pt x="218536" y="103420"/>
                  </a:cubicBezTo>
                  <a:lnTo>
                    <a:pt x="287547" y="103420"/>
                  </a:lnTo>
                  <a:cubicBezTo>
                    <a:pt x="291381" y="103420"/>
                    <a:pt x="293937" y="105974"/>
                    <a:pt x="293937" y="109804"/>
                  </a:cubicBezTo>
                  <a:cubicBezTo>
                    <a:pt x="293937" y="113635"/>
                    <a:pt x="290742" y="116188"/>
                    <a:pt x="287547" y="116188"/>
                  </a:cubicBezTo>
                  <a:close/>
                </a:path>
              </a:pathLst>
            </a:custGeom>
            <a:solidFill>
              <a:srgbClr val="43B02A"/>
            </a:solidFill>
            <a:ln w="6390" cap="flat">
              <a:noFill/>
              <a:prstDash val="solid"/>
              <a:miter/>
            </a:ln>
          </p:spPr>
          <p:txBody>
            <a:bodyPr rtlCol="0" anchor="ctr"/>
            <a:lstStyle/>
            <a:p>
              <a:endParaRPr lang="en-US"/>
            </a:p>
          </p:txBody>
        </p:sp>
        <p:sp>
          <p:nvSpPr>
            <p:cNvPr id="54" name="Graphic 4">
              <a:extLst>
                <a:ext uri="{FF2B5EF4-FFF2-40B4-BE49-F238E27FC236}">
                  <a16:creationId xmlns:a16="http://schemas.microsoft.com/office/drawing/2014/main" id="{84470891-7E6D-9F47-A08F-EA0B5E273CE8}"/>
                </a:ext>
              </a:extLst>
            </p:cNvPr>
            <p:cNvSpPr/>
            <p:nvPr/>
          </p:nvSpPr>
          <p:spPr>
            <a:xfrm>
              <a:off x="7372070" y="1034367"/>
              <a:ext cx="7667" cy="7660"/>
            </a:xfrm>
            <a:custGeom>
              <a:avLst/>
              <a:gdLst>
                <a:gd name="connsiteX0" fmla="*/ 0 w 7667"/>
                <a:gd name="connsiteY0" fmla="*/ 0 h 7660"/>
                <a:gd name="connsiteX1" fmla="*/ 7667 w 7667"/>
                <a:gd name="connsiteY1" fmla="*/ 0 h 7660"/>
                <a:gd name="connsiteX2" fmla="*/ 7667 w 7667"/>
                <a:gd name="connsiteY2" fmla="*/ 7661 h 7660"/>
                <a:gd name="connsiteX3" fmla="*/ 0 w 7667"/>
                <a:gd name="connsiteY3" fmla="*/ 7661 h 7660"/>
              </a:gdLst>
              <a:ahLst/>
              <a:cxnLst>
                <a:cxn ang="0">
                  <a:pos x="connsiteX0" y="connsiteY0"/>
                </a:cxn>
                <a:cxn ang="0">
                  <a:pos x="connsiteX1" y="connsiteY1"/>
                </a:cxn>
                <a:cxn ang="0">
                  <a:pos x="connsiteX2" y="connsiteY2"/>
                </a:cxn>
                <a:cxn ang="0">
                  <a:pos x="connsiteX3" y="connsiteY3"/>
                </a:cxn>
              </a:cxnLst>
              <a:rect l="l" t="t" r="r" b="b"/>
              <a:pathLst>
                <a:path w="7667" h="7660">
                  <a:moveTo>
                    <a:pt x="0" y="0"/>
                  </a:moveTo>
                  <a:lnTo>
                    <a:pt x="7667" y="0"/>
                  </a:lnTo>
                  <a:lnTo>
                    <a:pt x="7667" y="7661"/>
                  </a:lnTo>
                  <a:lnTo>
                    <a:pt x="0" y="7661"/>
                  </a:lnTo>
                  <a:close/>
                </a:path>
              </a:pathLst>
            </a:custGeom>
            <a:solidFill>
              <a:srgbClr val="43B02A"/>
            </a:solidFill>
            <a:ln w="6390" cap="flat">
              <a:noFill/>
              <a:prstDash val="solid"/>
              <a:miter/>
            </a:ln>
          </p:spPr>
          <p:txBody>
            <a:bodyPr rtlCol="0" anchor="ctr"/>
            <a:lstStyle/>
            <a:p>
              <a:endParaRPr lang="en-US"/>
            </a:p>
          </p:txBody>
        </p:sp>
      </p:grpSp>
      <p:grpSp>
        <p:nvGrpSpPr>
          <p:cNvPr id="55" name="Graphic 4">
            <a:extLst>
              <a:ext uri="{FF2B5EF4-FFF2-40B4-BE49-F238E27FC236}">
                <a16:creationId xmlns:a16="http://schemas.microsoft.com/office/drawing/2014/main" id="{26E0C639-38AE-DE4F-847C-0A4451A69740}"/>
              </a:ext>
            </a:extLst>
          </p:cNvPr>
          <p:cNvGrpSpPr>
            <a:grpSpLocks noChangeAspect="1"/>
          </p:cNvGrpSpPr>
          <p:nvPr/>
        </p:nvGrpSpPr>
        <p:grpSpPr>
          <a:xfrm>
            <a:off x="467104" y="3824168"/>
            <a:ext cx="362309" cy="361971"/>
            <a:chOff x="467104" y="3824168"/>
            <a:chExt cx="362309" cy="361971"/>
          </a:xfrm>
          <a:solidFill>
            <a:srgbClr val="046A38"/>
          </a:solidFill>
        </p:grpSpPr>
        <p:sp>
          <p:nvSpPr>
            <p:cNvPr id="56" name="Graphic 4">
              <a:extLst>
                <a:ext uri="{FF2B5EF4-FFF2-40B4-BE49-F238E27FC236}">
                  <a16:creationId xmlns:a16="http://schemas.microsoft.com/office/drawing/2014/main" id="{98E577F5-ACA9-F745-9B32-42936043CA14}"/>
                </a:ext>
              </a:extLst>
            </p:cNvPr>
            <p:cNvSpPr/>
            <p:nvPr/>
          </p:nvSpPr>
          <p:spPr>
            <a:xfrm>
              <a:off x="467104" y="3824168"/>
              <a:ext cx="362309" cy="361971"/>
            </a:xfrm>
            <a:custGeom>
              <a:avLst/>
              <a:gdLst>
                <a:gd name="connsiteX0" fmla="*/ 181474 w 362309"/>
                <a:gd name="connsiteY0" fmla="*/ 0 h 361971"/>
                <a:gd name="connsiteX1" fmla="*/ 0 w 362309"/>
                <a:gd name="connsiteY1" fmla="*/ 180667 h 361971"/>
                <a:gd name="connsiteX2" fmla="*/ 181474 w 362309"/>
                <a:gd name="connsiteY2" fmla="*/ 361971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349204 h 361971"/>
                <a:gd name="connsiteX7" fmla="*/ 13419 w 362309"/>
                <a:gd name="connsiteY7" fmla="*/ 181305 h 361971"/>
                <a:gd name="connsiteX8" fmla="*/ 181474 w 362309"/>
                <a:gd name="connsiteY8" fmla="*/ 12768 h 361971"/>
                <a:gd name="connsiteX9" fmla="*/ 349530 w 362309"/>
                <a:gd name="connsiteY9" fmla="*/ 181305 h 361971"/>
                <a:gd name="connsiteX10" fmla="*/ 349530 w 362309"/>
                <a:gd name="connsiteY10" fmla="*/ 181305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895"/>
                    <a:pt x="81152" y="361971"/>
                    <a:pt x="181474" y="361971"/>
                  </a:cubicBezTo>
                  <a:cubicBezTo>
                    <a:pt x="281796" y="361971"/>
                    <a:pt x="362309" y="280895"/>
                    <a:pt x="362309" y="180667"/>
                  </a:cubicBezTo>
                  <a:lnTo>
                    <a:pt x="362309" y="180667"/>
                  </a:lnTo>
                  <a:cubicBezTo>
                    <a:pt x="362309" y="81076"/>
                    <a:pt x="281157"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lnTo>
                    <a:pt x="181474" y="349204"/>
                  </a:lnTo>
                  <a:close/>
                </a:path>
              </a:pathLst>
            </a:custGeom>
            <a:solidFill>
              <a:srgbClr val="046A38"/>
            </a:solidFill>
            <a:ln w="6390" cap="flat">
              <a:noFill/>
              <a:prstDash val="solid"/>
              <a:miter/>
            </a:ln>
          </p:spPr>
          <p:txBody>
            <a:bodyPr rtlCol="0" anchor="ctr"/>
            <a:lstStyle/>
            <a:p>
              <a:endParaRPr lang="en-US"/>
            </a:p>
          </p:txBody>
        </p:sp>
        <p:sp>
          <p:nvSpPr>
            <p:cNvPr id="57" name="Graphic 4">
              <a:extLst>
                <a:ext uri="{FF2B5EF4-FFF2-40B4-BE49-F238E27FC236}">
                  <a16:creationId xmlns:a16="http://schemas.microsoft.com/office/drawing/2014/main" id="{338EA86D-B237-3141-89FE-E10390801EA1}"/>
                </a:ext>
              </a:extLst>
            </p:cNvPr>
            <p:cNvSpPr/>
            <p:nvPr/>
          </p:nvSpPr>
          <p:spPr>
            <a:xfrm>
              <a:off x="542505" y="3902033"/>
              <a:ext cx="74780" cy="99608"/>
            </a:xfrm>
            <a:custGeom>
              <a:avLst/>
              <a:gdLst>
                <a:gd name="connsiteX0" fmla="*/ 37701 w 74780"/>
                <a:gd name="connsiteY0" fmla="*/ 99609 h 99608"/>
                <a:gd name="connsiteX1" fmla="*/ 42174 w 74780"/>
                <a:gd name="connsiteY1" fmla="*/ 97694 h 99608"/>
                <a:gd name="connsiteX2" fmla="*/ 74762 w 74780"/>
                <a:gd name="connsiteY2" fmla="*/ 38961 h 99608"/>
                <a:gd name="connsiteX3" fmla="*/ 38979 w 74780"/>
                <a:gd name="connsiteY3" fmla="*/ 18 h 99608"/>
                <a:gd name="connsiteX4" fmla="*/ 0 w 74780"/>
                <a:gd name="connsiteY4" fmla="*/ 35769 h 99608"/>
                <a:gd name="connsiteX5" fmla="*/ 0 w 74780"/>
                <a:gd name="connsiteY5" fmla="*/ 38961 h 99608"/>
                <a:gd name="connsiteX6" fmla="*/ 32589 w 74780"/>
                <a:gd name="connsiteY6" fmla="*/ 97694 h 99608"/>
                <a:gd name="connsiteX7" fmla="*/ 37701 w 74780"/>
                <a:gd name="connsiteY7" fmla="*/ 99609 h 99608"/>
                <a:gd name="connsiteX8" fmla="*/ 37701 w 74780"/>
                <a:gd name="connsiteY8" fmla="*/ 14063 h 99608"/>
                <a:gd name="connsiteX9" fmla="*/ 61982 w 74780"/>
                <a:gd name="connsiteY9" fmla="*/ 38322 h 99608"/>
                <a:gd name="connsiteX10" fmla="*/ 37701 w 74780"/>
                <a:gd name="connsiteY10" fmla="*/ 83010 h 99608"/>
                <a:gd name="connsiteX11" fmla="*/ 13419 w 74780"/>
                <a:gd name="connsiteY11" fmla="*/ 38322 h 99608"/>
                <a:gd name="connsiteX12" fmla="*/ 37701 w 74780"/>
                <a:gd name="connsiteY12" fmla="*/ 14063 h 99608"/>
                <a:gd name="connsiteX13" fmla="*/ 37701 w 74780"/>
                <a:gd name="connsiteY13" fmla="*/ 14063 h 9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780" h="99608">
                  <a:moveTo>
                    <a:pt x="37701" y="99609"/>
                  </a:moveTo>
                  <a:cubicBezTo>
                    <a:pt x="39618" y="99609"/>
                    <a:pt x="40896" y="98970"/>
                    <a:pt x="42174" y="97694"/>
                  </a:cubicBezTo>
                  <a:cubicBezTo>
                    <a:pt x="74762" y="65135"/>
                    <a:pt x="74762" y="40238"/>
                    <a:pt x="74762" y="38961"/>
                  </a:cubicBezTo>
                  <a:cubicBezTo>
                    <a:pt x="75401" y="18532"/>
                    <a:pt x="59426" y="657"/>
                    <a:pt x="38979" y="18"/>
                  </a:cubicBezTo>
                  <a:cubicBezTo>
                    <a:pt x="18531" y="-620"/>
                    <a:pt x="639" y="15340"/>
                    <a:pt x="0" y="35769"/>
                  </a:cubicBezTo>
                  <a:cubicBezTo>
                    <a:pt x="0" y="37046"/>
                    <a:pt x="0" y="37684"/>
                    <a:pt x="0" y="38961"/>
                  </a:cubicBezTo>
                  <a:cubicBezTo>
                    <a:pt x="0" y="40238"/>
                    <a:pt x="0" y="65135"/>
                    <a:pt x="32589" y="97694"/>
                  </a:cubicBezTo>
                  <a:cubicBezTo>
                    <a:pt x="34506" y="98970"/>
                    <a:pt x="36423" y="99609"/>
                    <a:pt x="37701" y="99609"/>
                  </a:cubicBezTo>
                  <a:close/>
                  <a:moveTo>
                    <a:pt x="37701" y="14063"/>
                  </a:moveTo>
                  <a:cubicBezTo>
                    <a:pt x="51119" y="14063"/>
                    <a:pt x="61982" y="24916"/>
                    <a:pt x="61982" y="38322"/>
                  </a:cubicBezTo>
                  <a:cubicBezTo>
                    <a:pt x="61982" y="38322"/>
                    <a:pt x="61343" y="57474"/>
                    <a:pt x="37701" y="83010"/>
                  </a:cubicBezTo>
                  <a:cubicBezTo>
                    <a:pt x="13419" y="56836"/>
                    <a:pt x="13419" y="38322"/>
                    <a:pt x="13419" y="38322"/>
                  </a:cubicBezTo>
                  <a:cubicBezTo>
                    <a:pt x="13419" y="25554"/>
                    <a:pt x="24282" y="14063"/>
                    <a:pt x="37701" y="14063"/>
                  </a:cubicBezTo>
                  <a:lnTo>
                    <a:pt x="37701" y="14063"/>
                  </a:lnTo>
                  <a:close/>
                </a:path>
              </a:pathLst>
            </a:custGeom>
            <a:solidFill>
              <a:srgbClr val="046A38"/>
            </a:solidFill>
            <a:ln w="6390" cap="flat">
              <a:noFill/>
              <a:prstDash val="solid"/>
              <a:miter/>
            </a:ln>
          </p:spPr>
          <p:txBody>
            <a:bodyPr rtlCol="0" anchor="ctr"/>
            <a:lstStyle/>
            <a:p>
              <a:endParaRPr lang="en-US"/>
            </a:p>
          </p:txBody>
        </p:sp>
        <p:sp>
          <p:nvSpPr>
            <p:cNvPr id="58" name="Graphic 4">
              <a:extLst>
                <a:ext uri="{FF2B5EF4-FFF2-40B4-BE49-F238E27FC236}">
                  <a16:creationId xmlns:a16="http://schemas.microsoft.com/office/drawing/2014/main" id="{D04B2BE8-CDDD-AB4A-85E9-8329D2DF138D}"/>
                </a:ext>
              </a:extLst>
            </p:cNvPr>
            <p:cNvSpPr/>
            <p:nvPr/>
          </p:nvSpPr>
          <p:spPr>
            <a:xfrm>
              <a:off x="569982" y="3930780"/>
              <a:ext cx="20447" cy="20428"/>
            </a:xfrm>
            <a:custGeom>
              <a:avLst/>
              <a:gdLst>
                <a:gd name="connsiteX0" fmla="*/ 10224 w 20447"/>
                <a:gd name="connsiteY0" fmla="*/ 20429 h 20428"/>
                <a:gd name="connsiteX1" fmla="*/ 20448 w 20447"/>
                <a:gd name="connsiteY1" fmla="*/ 10215 h 20428"/>
                <a:gd name="connsiteX2" fmla="*/ 10224 w 20447"/>
                <a:gd name="connsiteY2" fmla="*/ 0 h 20428"/>
                <a:gd name="connsiteX3" fmla="*/ 0 w 20447"/>
                <a:gd name="connsiteY3" fmla="*/ 10215 h 20428"/>
                <a:gd name="connsiteX4" fmla="*/ 10224 w 20447"/>
                <a:gd name="connsiteY4" fmla="*/ 20429 h 20428"/>
                <a:gd name="connsiteX5" fmla="*/ 10224 w 20447"/>
                <a:gd name="connsiteY5" fmla="*/ 20429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47" h="20428">
                  <a:moveTo>
                    <a:pt x="10224" y="20429"/>
                  </a:moveTo>
                  <a:cubicBezTo>
                    <a:pt x="15975" y="20429"/>
                    <a:pt x="20448" y="15960"/>
                    <a:pt x="20448" y="10215"/>
                  </a:cubicBezTo>
                  <a:cubicBezTo>
                    <a:pt x="20448" y="4469"/>
                    <a:pt x="15975" y="0"/>
                    <a:pt x="10224" y="0"/>
                  </a:cubicBezTo>
                  <a:cubicBezTo>
                    <a:pt x="4473" y="0"/>
                    <a:pt x="0" y="4469"/>
                    <a:pt x="0" y="10215"/>
                  </a:cubicBezTo>
                  <a:cubicBezTo>
                    <a:pt x="0" y="15960"/>
                    <a:pt x="5112" y="20429"/>
                    <a:pt x="10224" y="20429"/>
                  </a:cubicBezTo>
                  <a:cubicBezTo>
                    <a:pt x="10224" y="20429"/>
                    <a:pt x="10224" y="20429"/>
                    <a:pt x="10224" y="20429"/>
                  </a:cubicBezTo>
                  <a:close/>
                </a:path>
              </a:pathLst>
            </a:custGeom>
            <a:solidFill>
              <a:srgbClr val="046A38"/>
            </a:solidFill>
            <a:ln w="6390" cap="flat">
              <a:noFill/>
              <a:prstDash val="solid"/>
              <a:miter/>
            </a:ln>
          </p:spPr>
          <p:txBody>
            <a:bodyPr rtlCol="0" anchor="ctr"/>
            <a:lstStyle/>
            <a:p>
              <a:endParaRPr lang="en-US"/>
            </a:p>
          </p:txBody>
        </p:sp>
        <p:sp>
          <p:nvSpPr>
            <p:cNvPr id="59" name="Graphic 4">
              <a:extLst>
                <a:ext uri="{FF2B5EF4-FFF2-40B4-BE49-F238E27FC236}">
                  <a16:creationId xmlns:a16="http://schemas.microsoft.com/office/drawing/2014/main" id="{5D6498F2-FEAD-884D-BEB8-E4E11098CF3C}"/>
                </a:ext>
              </a:extLst>
            </p:cNvPr>
            <p:cNvSpPr/>
            <p:nvPr/>
          </p:nvSpPr>
          <p:spPr>
            <a:xfrm>
              <a:off x="571162" y="3923758"/>
              <a:ext cx="183215" cy="182947"/>
            </a:xfrm>
            <a:custGeom>
              <a:avLst/>
              <a:gdLst>
                <a:gd name="connsiteX0" fmla="*/ 91474 w 183215"/>
                <a:gd name="connsiteY0" fmla="*/ 0 h 182947"/>
                <a:gd name="connsiteX1" fmla="*/ 66553 w 183215"/>
                <a:gd name="connsiteY1" fmla="*/ 3192 h 182947"/>
                <a:gd name="connsiteX2" fmla="*/ 62719 w 183215"/>
                <a:gd name="connsiteY2" fmla="*/ 11491 h 182947"/>
                <a:gd name="connsiteX3" fmla="*/ 69109 w 183215"/>
                <a:gd name="connsiteY3" fmla="*/ 15322 h 182947"/>
                <a:gd name="connsiteX4" fmla="*/ 56329 w 183215"/>
                <a:gd name="connsiteY4" fmla="*/ 53626 h 182947"/>
                <a:gd name="connsiteX5" fmla="*/ 52495 w 183215"/>
                <a:gd name="connsiteY5" fmla="*/ 53626 h 182947"/>
                <a:gd name="connsiteX6" fmla="*/ 46105 w 183215"/>
                <a:gd name="connsiteY6" fmla="*/ 60010 h 182947"/>
                <a:gd name="connsiteX7" fmla="*/ 52495 w 183215"/>
                <a:gd name="connsiteY7" fmla="*/ 66394 h 182947"/>
                <a:gd name="connsiteX8" fmla="*/ 54412 w 183215"/>
                <a:gd name="connsiteY8" fmla="*/ 66394 h 182947"/>
                <a:gd name="connsiteX9" fmla="*/ 54412 w 183215"/>
                <a:gd name="connsiteY9" fmla="*/ 115550 h 182947"/>
                <a:gd name="connsiteX10" fmla="*/ 16712 w 183215"/>
                <a:gd name="connsiteY10" fmla="*/ 115550 h 182947"/>
                <a:gd name="connsiteX11" fmla="*/ 12878 w 183215"/>
                <a:gd name="connsiteY11" fmla="*/ 98313 h 182947"/>
                <a:gd name="connsiteX12" fmla="*/ 5849 w 183215"/>
                <a:gd name="connsiteY12" fmla="*/ 92568 h 182947"/>
                <a:gd name="connsiteX13" fmla="*/ 98 w 183215"/>
                <a:gd name="connsiteY13" fmla="*/ 99590 h 182947"/>
                <a:gd name="connsiteX14" fmla="*/ 99781 w 183215"/>
                <a:gd name="connsiteY14" fmla="*/ 182582 h 182947"/>
                <a:gd name="connsiteX15" fmla="*/ 182850 w 183215"/>
                <a:gd name="connsiteY15" fmla="*/ 82992 h 182947"/>
                <a:gd name="connsiteX16" fmla="*/ 91474 w 183215"/>
                <a:gd name="connsiteY16" fmla="*/ 0 h 182947"/>
                <a:gd name="connsiteX17" fmla="*/ 160485 w 183215"/>
                <a:gd name="connsiteY17" fmla="*/ 54264 h 182947"/>
                <a:gd name="connsiteX18" fmla="*/ 125980 w 183215"/>
                <a:gd name="connsiteY18" fmla="*/ 54264 h 182947"/>
                <a:gd name="connsiteX19" fmla="*/ 113200 w 183215"/>
                <a:gd name="connsiteY19" fmla="*/ 15960 h 182947"/>
                <a:gd name="connsiteX20" fmla="*/ 160485 w 183215"/>
                <a:gd name="connsiteY20" fmla="*/ 54264 h 182947"/>
                <a:gd name="connsiteX21" fmla="*/ 160485 w 183215"/>
                <a:gd name="connsiteY21" fmla="*/ 54264 h 182947"/>
                <a:gd name="connsiteX22" fmla="*/ 166236 w 183215"/>
                <a:gd name="connsiteY22" fmla="*/ 116189 h 182947"/>
                <a:gd name="connsiteX23" fmla="*/ 128536 w 183215"/>
                <a:gd name="connsiteY23" fmla="*/ 116189 h 182947"/>
                <a:gd name="connsiteX24" fmla="*/ 128536 w 183215"/>
                <a:gd name="connsiteY24" fmla="*/ 67032 h 182947"/>
                <a:gd name="connsiteX25" fmla="*/ 166236 w 183215"/>
                <a:gd name="connsiteY25" fmla="*/ 67032 h 182947"/>
                <a:gd name="connsiteX26" fmla="*/ 166236 w 183215"/>
                <a:gd name="connsiteY26" fmla="*/ 116189 h 182947"/>
                <a:gd name="connsiteX27" fmla="*/ 91474 w 183215"/>
                <a:gd name="connsiteY27" fmla="*/ 12768 h 182947"/>
                <a:gd name="connsiteX28" fmla="*/ 113839 w 183215"/>
                <a:gd name="connsiteY28" fmla="*/ 54264 h 182947"/>
                <a:gd name="connsiteX29" fmla="*/ 69109 w 183215"/>
                <a:gd name="connsiteY29" fmla="*/ 54264 h 182947"/>
                <a:gd name="connsiteX30" fmla="*/ 91474 w 183215"/>
                <a:gd name="connsiteY30" fmla="*/ 12768 h 182947"/>
                <a:gd name="connsiteX31" fmla="*/ 65914 w 183215"/>
                <a:gd name="connsiteY31" fmla="*/ 91291 h 182947"/>
                <a:gd name="connsiteX32" fmla="*/ 67192 w 183215"/>
                <a:gd name="connsiteY32" fmla="*/ 67032 h 182947"/>
                <a:gd name="connsiteX33" fmla="*/ 115756 w 183215"/>
                <a:gd name="connsiteY33" fmla="*/ 67032 h 182947"/>
                <a:gd name="connsiteX34" fmla="*/ 115756 w 183215"/>
                <a:gd name="connsiteY34" fmla="*/ 116189 h 182947"/>
                <a:gd name="connsiteX35" fmla="*/ 67192 w 183215"/>
                <a:gd name="connsiteY35" fmla="*/ 116189 h 182947"/>
                <a:gd name="connsiteX36" fmla="*/ 65914 w 183215"/>
                <a:gd name="connsiteY36" fmla="*/ 91291 h 182947"/>
                <a:gd name="connsiteX37" fmla="*/ 65914 w 183215"/>
                <a:gd name="connsiteY37" fmla="*/ 91291 h 182947"/>
                <a:gd name="connsiteX38" fmla="*/ 91474 w 183215"/>
                <a:gd name="connsiteY38" fmla="*/ 170452 h 182947"/>
                <a:gd name="connsiteX39" fmla="*/ 69109 w 183215"/>
                <a:gd name="connsiteY39" fmla="*/ 128957 h 182947"/>
                <a:gd name="connsiteX40" fmla="*/ 113839 w 183215"/>
                <a:gd name="connsiteY40" fmla="*/ 128957 h 182947"/>
                <a:gd name="connsiteX41" fmla="*/ 91474 w 183215"/>
                <a:gd name="connsiteY41" fmla="*/ 170452 h 182947"/>
                <a:gd name="connsiteX42" fmla="*/ 91474 w 183215"/>
                <a:gd name="connsiteY42" fmla="*/ 170452 h 182947"/>
                <a:gd name="connsiteX43" fmla="*/ 21824 w 183215"/>
                <a:gd name="connsiteY43" fmla="*/ 128957 h 182947"/>
                <a:gd name="connsiteX44" fmla="*/ 56329 w 183215"/>
                <a:gd name="connsiteY44" fmla="*/ 128957 h 182947"/>
                <a:gd name="connsiteX45" fmla="*/ 69109 w 183215"/>
                <a:gd name="connsiteY45" fmla="*/ 167260 h 182947"/>
                <a:gd name="connsiteX46" fmla="*/ 21824 w 183215"/>
                <a:gd name="connsiteY46" fmla="*/ 128957 h 182947"/>
                <a:gd name="connsiteX47" fmla="*/ 113839 w 183215"/>
                <a:gd name="connsiteY47" fmla="*/ 167260 h 182947"/>
                <a:gd name="connsiteX48" fmla="*/ 126619 w 183215"/>
                <a:gd name="connsiteY48" fmla="*/ 128957 h 182947"/>
                <a:gd name="connsiteX49" fmla="*/ 161124 w 183215"/>
                <a:gd name="connsiteY49" fmla="*/ 128957 h 182947"/>
                <a:gd name="connsiteX50" fmla="*/ 113839 w 183215"/>
                <a:gd name="connsiteY50" fmla="*/ 167260 h 182947"/>
                <a:gd name="connsiteX51" fmla="*/ 113839 w 183215"/>
                <a:gd name="connsiteY51" fmla="*/ 167260 h 182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83215" h="182947">
                  <a:moveTo>
                    <a:pt x="91474" y="0"/>
                  </a:moveTo>
                  <a:cubicBezTo>
                    <a:pt x="83167" y="0"/>
                    <a:pt x="74860" y="1277"/>
                    <a:pt x="66553" y="3192"/>
                  </a:cubicBezTo>
                  <a:cubicBezTo>
                    <a:pt x="63358" y="4469"/>
                    <a:pt x="61441" y="8299"/>
                    <a:pt x="62719" y="11491"/>
                  </a:cubicBezTo>
                  <a:cubicBezTo>
                    <a:pt x="63997" y="14045"/>
                    <a:pt x="66553" y="15960"/>
                    <a:pt x="69109" y="15322"/>
                  </a:cubicBezTo>
                  <a:cubicBezTo>
                    <a:pt x="62719" y="27451"/>
                    <a:pt x="58246" y="40219"/>
                    <a:pt x="56329" y="53626"/>
                  </a:cubicBezTo>
                  <a:lnTo>
                    <a:pt x="52495" y="53626"/>
                  </a:lnTo>
                  <a:cubicBezTo>
                    <a:pt x="48661" y="53626"/>
                    <a:pt x="46105" y="56179"/>
                    <a:pt x="46105" y="60010"/>
                  </a:cubicBezTo>
                  <a:cubicBezTo>
                    <a:pt x="46105" y="63840"/>
                    <a:pt x="48661" y="66394"/>
                    <a:pt x="52495" y="66394"/>
                  </a:cubicBezTo>
                  <a:lnTo>
                    <a:pt x="54412" y="66394"/>
                  </a:lnTo>
                  <a:cubicBezTo>
                    <a:pt x="52495" y="82992"/>
                    <a:pt x="52495" y="98952"/>
                    <a:pt x="54412" y="115550"/>
                  </a:cubicBezTo>
                  <a:lnTo>
                    <a:pt x="16712" y="115550"/>
                  </a:lnTo>
                  <a:cubicBezTo>
                    <a:pt x="14795" y="109805"/>
                    <a:pt x="13517" y="104059"/>
                    <a:pt x="12878" y="98313"/>
                  </a:cubicBezTo>
                  <a:cubicBezTo>
                    <a:pt x="12878" y="94483"/>
                    <a:pt x="9683" y="91930"/>
                    <a:pt x="5849" y="92568"/>
                  </a:cubicBezTo>
                  <a:cubicBezTo>
                    <a:pt x="2015" y="92568"/>
                    <a:pt x="-541" y="95760"/>
                    <a:pt x="98" y="99590"/>
                  </a:cubicBezTo>
                  <a:cubicBezTo>
                    <a:pt x="4571" y="150024"/>
                    <a:pt x="49300" y="187051"/>
                    <a:pt x="99781" y="182582"/>
                  </a:cubicBezTo>
                  <a:cubicBezTo>
                    <a:pt x="150261" y="178113"/>
                    <a:pt x="187323" y="133425"/>
                    <a:pt x="182850" y="82992"/>
                  </a:cubicBezTo>
                  <a:cubicBezTo>
                    <a:pt x="178377" y="35750"/>
                    <a:pt x="138759" y="0"/>
                    <a:pt x="91474" y="0"/>
                  </a:cubicBezTo>
                  <a:close/>
                  <a:moveTo>
                    <a:pt x="160485" y="54264"/>
                  </a:moveTo>
                  <a:lnTo>
                    <a:pt x="125980" y="54264"/>
                  </a:lnTo>
                  <a:cubicBezTo>
                    <a:pt x="124063" y="40858"/>
                    <a:pt x="119590" y="28090"/>
                    <a:pt x="113200" y="15960"/>
                  </a:cubicBezTo>
                  <a:cubicBezTo>
                    <a:pt x="133648" y="21706"/>
                    <a:pt x="150900" y="35750"/>
                    <a:pt x="160485" y="54264"/>
                  </a:cubicBezTo>
                  <a:lnTo>
                    <a:pt x="160485" y="54264"/>
                  </a:lnTo>
                  <a:close/>
                  <a:moveTo>
                    <a:pt x="166236" y="116189"/>
                  </a:moveTo>
                  <a:lnTo>
                    <a:pt x="128536" y="116189"/>
                  </a:lnTo>
                  <a:cubicBezTo>
                    <a:pt x="130453" y="99590"/>
                    <a:pt x="130453" y="83630"/>
                    <a:pt x="128536" y="67032"/>
                  </a:cubicBezTo>
                  <a:lnTo>
                    <a:pt x="166236" y="67032"/>
                  </a:lnTo>
                  <a:cubicBezTo>
                    <a:pt x="171348" y="82992"/>
                    <a:pt x="171348" y="100229"/>
                    <a:pt x="166236" y="116189"/>
                  </a:cubicBezTo>
                  <a:close/>
                  <a:moveTo>
                    <a:pt x="91474" y="12768"/>
                  </a:moveTo>
                  <a:cubicBezTo>
                    <a:pt x="99142" y="12768"/>
                    <a:pt x="108727" y="28090"/>
                    <a:pt x="113839" y="54264"/>
                  </a:cubicBezTo>
                  <a:lnTo>
                    <a:pt x="69109" y="54264"/>
                  </a:lnTo>
                  <a:cubicBezTo>
                    <a:pt x="74221" y="28090"/>
                    <a:pt x="83806" y="12768"/>
                    <a:pt x="91474" y="12768"/>
                  </a:cubicBezTo>
                  <a:close/>
                  <a:moveTo>
                    <a:pt x="65914" y="91291"/>
                  </a:moveTo>
                  <a:cubicBezTo>
                    <a:pt x="65914" y="82992"/>
                    <a:pt x="66553" y="74693"/>
                    <a:pt x="67192" y="67032"/>
                  </a:cubicBezTo>
                  <a:lnTo>
                    <a:pt x="115756" y="67032"/>
                  </a:lnTo>
                  <a:cubicBezTo>
                    <a:pt x="117673" y="83630"/>
                    <a:pt x="117673" y="99590"/>
                    <a:pt x="115756" y="116189"/>
                  </a:cubicBezTo>
                  <a:lnTo>
                    <a:pt x="67192" y="116189"/>
                  </a:lnTo>
                  <a:cubicBezTo>
                    <a:pt x="65914" y="107889"/>
                    <a:pt x="65914" y="99590"/>
                    <a:pt x="65914" y="91291"/>
                  </a:cubicBezTo>
                  <a:lnTo>
                    <a:pt x="65914" y="91291"/>
                  </a:lnTo>
                  <a:close/>
                  <a:moveTo>
                    <a:pt x="91474" y="170452"/>
                  </a:moveTo>
                  <a:cubicBezTo>
                    <a:pt x="83806" y="170452"/>
                    <a:pt x="74221" y="155131"/>
                    <a:pt x="69109" y="128957"/>
                  </a:cubicBezTo>
                  <a:lnTo>
                    <a:pt x="113839" y="128957"/>
                  </a:lnTo>
                  <a:cubicBezTo>
                    <a:pt x="108727" y="155131"/>
                    <a:pt x="98503" y="170452"/>
                    <a:pt x="91474" y="170452"/>
                  </a:cubicBezTo>
                  <a:lnTo>
                    <a:pt x="91474" y="170452"/>
                  </a:lnTo>
                  <a:close/>
                  <a:moveTo>
                    <a:pt x="21824" y="128957"/>
                  </a:moveTo>
                  <a:lnTo>
                    <a:pt x="56329" y="128957"/>
                  </a:lnTo>
                  <a:cubicBezTo>
                    <a:pt x="58246" y="142363"/>
                    <a:pt x="62719" y="155131"/>
                    <a:pt x="69109" y="167260"/>
                  </a:cubicBezTo>
                  <a:cubicBezTo>
                    <a:pt x="48661" y="161515"/>
                    <a:pt x="31409" y="147470"/>
                    <a:pt x="21824" y="128957"/>
                  </a:cubicBezTo>
                  <a:close/>
                  <a:moveTo>
                    <a:pt x="113839" y="167260"/>
                  </a:moveTo>
                  <a:cubicBezTo>
                    <a:pt x="120229" y="155131"/>
                    <a:pt x="124702" y="142363"/>
                    <a:pt x="126619" y="128957"/>
                  </a:cubicBezTo>
                  <a:lnTo>
                    <a:pt x="161124" y="128957"/>
                  </a:lnTo>
                  <a:cubicBezTo>
                    <a:pt x="150261" y="147470"/>
                    <a:pt x="133648" y="160876"/>
                    <a:pt x="113839" y="167260"/>
                  </a:cubicBezTo>
                  <a:lnTo>
                    <a:pt x="113839" y="167260"/>
                  </a:lnTo>
                  <a:close/>
                </a:path>
              </a:pathLst>
            </a:custGeom>
            <a:solidFill>
              <a:srgbClr val="046A38"/>
            </a:solidFill>
            <a:ln w="6390" cap="flat">
              <a:noFill/>
              <a:prstDash val="solid"/>
              <a:miter/>
            </a:ln>
          </p:spPr>
          <p:txBody>
            <a:bodyPr rtlCol="0" anchor="ctr"/>
            <a:lstStyle/>
            <a:p>
              <a:endParaRPr lang="en-US"/>
            </a:p>
          </p:txBody>
        </p:sp>
      </p:grpSp>
      <p:grpSp>
        <p:nvGrpSpPr>
          <p:cNvPr id="60" name="Graphic 4">
            <a:extLst>
              <a:ext uri="{FF2B5EF4-FFF2-40B4-BE49-F238E27FC236}">
                <a16:creationId xmlns:a16="http://schemas.microsoft.com/office/drawing/2014/main" id="{C26FEBB5-B1A1-5E4C-9DCB-B68F21C682FB}"/>
              </a:ext>
            </a:extLst>
          </p:cNvPr>
          <p:cNvGrpSpPr>
            <a:grpSpLocks noChangeAspect="1"/>
          </p:cNvGrpSpPr>
          <p:nvPr/>
        </p:nvGrpSpPr>
        <p:grpSpPr>
          <a:xfrm>
            <a:off x="467743" y="4308712"/>
            <a:ext cx="361670" cy="361971"/>
            <a:chOff x="467743" y="4308712"/>
            <a:chExt cx="361670" cy="361971"/>
          </a:xfrm>
          <a:solidFill>
            <a:srgbClr val="046A38"/>
          </a:solidFill>
        </p:grpSpPr>
        <p:sp>
          <p:nvSpPr>
            <p:cNvPr id="61" name="Graphic 4">
              <a:extLst>
                <a:ext uri="{FF2B5EF4-FFF2-40B4-BE49-F238E27FC236}">
                  <a16:creationId xmlns:a16="http://schemas.microsoft.com/office/drawing/2014/main" id="{8A9F3DF3-EFE7-6048-8ABF-4B4EE64762AF}"/>
                </a:ext>
              </a:extLst>
            </p:cNvPr>
            <p:cNvSpPr/>
            <p:nvPr/>
          </p:nvSpPr>
          <p:spPr>
            <a:xfrm>
              <a:off x="467743" y="4308712"/>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0667 h 361971"/>
                <a:gd name="connsiteX4" fmla="*/ 361670 w 361670"/>
                <a:gd name="connsiteY4" fmla="*/ 180667 h 361971"/>
                <a:gd name="connsiteX5" fmla="*/ 180835 w 361670"/>
                <a:gd name="connsiteY5" fmla="*/ 0 h 361971"/>
                <a:gd name="connsiteX6" fmla="*/ 180835 w 361670"/>
                <a:gd name="connsiteY6" fmla="*/ 0 h 361971"/>
                <a:gd name="connsiteX7" fmla="*/ 180835 w 361670"/>
                <a:gd name="connsiteY7" fmla="*/ 349204 h 361971"/>
                <a:gd name="connsiteX8" fmla="*/ 12780 w 361670"/>
                <a:gd name="connsiteY8" fmla="*/ 181305 h 361971"/>
                <a:gd name="connsiteX9" fmla="*/ 180835 w 361670"/>
                <a:gd name="connsiteY9" fmla="*/ 12768 h 361971"/>
                <a:gd name="connsiteX10" fmla="*/ 348891 w 361670"/>
                <a:gd name="connsiteY10" fmla="*/ 181305 h 361971"/>
                <a:gd name="connsiteX11" fmla="*/ 348891 w 361670"/>
                <a:gd name="connsiteY11" fmla="*/ 181305 h 361971"/>
                <a:gd name="connsiteX12" fmla="*/ 180835 w 361670"/>
                <a:gd name="connsiteY12" fmla="*/ 349204 h 361971"/>
                <a:gd name="connsiteX13" fmla="*/ 180835 w 361670"/>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0" h="361971">
                  <a:moveTo>
                    <a:pt x="180835" y="0"/>
                  </a:moveTo>
                  <a:cubicBezTo>
                    <a:pt x="80513" y="0"/>
                    <a:pt x="0" y="81077"/>
                    <a:pt x="0" y="180667"/>
                  </a:cubicBezTo>
                  <a:cubicBezTo>
                    <a:pt x="0" y="280895"/>
                    <a:pt x="81152" y="361972"/>
                    <a:pt x="180835" y="361972"/>
                  </a:cubicBezTo>
                  <a:cubicBezTo>
                    <a:pt x="280518" y="361972"/>
                    <a:pt x="361670" y="280895"/>
                    <a:pt x="361670" y="180667"/>
                  </a:cubicBezTo>
                  <a:cubicBezTo>
                    <a:pt x="361670" y="180667"/>
                    <a:pt x="361670" y="180667"/>
                    <a:pt x="361670" y="180667"/>
                  </a:cubicBezTo>
                  <a:cubicBezTo>
                    <a:pt x="361670" y="81077"/>
                    <a:pt x="281157" y="0"/>
                    <a:pt x="180835" y="0"/>
                  </a:cubicBezTo>
                  <a:cubicBezTo>
                    <a:pt x="180835" y="0"/>
                    <a:pt x="180835" y="0"/>
                    <a:pt x="180835" y="0"/>
                  </a:cubicBezTo>
                  <a:close/>
                  <a:moveTo>
                    <a:pt x="180835" y="349204"/>
                  </a:moveTo>
                  <a:cubicBezTo>
                    <a:pt x="87542" y="349204"/>
                    <a:pt x="12780" y="273873"/>
                    <a:pt x="12780" y="181305"/>
                  </a:cubicBezTo>
                  <a:cubicBezTo>
                    <a:pt x="12780" y="88099"/>
                    <a:pt x="88181" y="12768"/>
                    <a:pt x="180835" y="12768"/>
                  </a:cubicBezTo>
                  <a:cubicBezTo>
                    <a:pt x="273489" y="12768"/>
                    <a:pt x="348891" y="88099"/>
                    <a:pt x="348891" y="181305"/>
                  </a:cubicBezTo>
                  <a:lnTo>
                    <a:pt x="348891" y="181305"/>
                  </a:lnTo>
                  <a:cubicBezTo>
                    <a:pt x="348891" y="273873"/>
                    <a:pt x="273489" y="349204"/>
                    <a:pt x="180835" y="349204"/>
                  </a:cubicBezTo>
                  <a:lnTo>
                    <a:pt x="180835" y="349204"/>
                  </a:lnTo>
                  <a:close/>
                </a:path>
              </a:pathLst>
            </a:custGeom>
            <a:solidFill>
              <a:srgbClr val="046A38"/>
            </a:solidFill>
            <a:ln w="6390" cap="flat">
              <a:noFill/>
              <a:prstDash val="solid"/>
              <a:miter/>
            </a:ln>
          </p:spPr>
          <p:txBody>
            <a:bodyPr rtlCol="0" anchor="ctr"/>
            <a:lstStyle/>
            <a:p>
              <a:endParaRPr lang="en-US"/>
            </a:p>
          </p:txBody>
        </p:sp>
        <p:sp>
          <p:nvSpPr>
            <p:cNvPr id="62" name="Graphic 4">
              <a:extLst>
                <a:ext uri="{FF2B5EF4-FFF2-40B4-BE49-F238E27FC236}">
                  <a16:creationId xmlns:a16="http://schemas.microsoft.com/office/drawing/2014/main" id="{6B0E0DFD-ACF2-A346-BEA8-2CF84345A167}"/>
                </a:ext>
              </a:extLst>
            </p:cNvPr>
            <p:cNvSpPr/>
            <p:nvPr/>
          </p:nvSpPr>
          <p:spPr>
            <a:xfrm>
              <a:off x="532281" y="4453628"/>
              <a:ext cx="136842" cy="128956"/>
            </a:xfrm>
            <a:custGeom>
              <a:avLst/>
              <a:gdLst>
                <a:gd name="connsiteX0" fmla="*/ 130994 w 136842"/>
                <a:gd name="connsiteY0" fmla="*/ 33197 h 128956"/>
                <a:gd name="connsiteX1" fmla="*/ 104156 w 136842"/>
                <a:gd name="connsiteY1" fmla="*/ 33197 h 128956"/>
                <a:gd name="connsiteX2" fmla="*/ 104156 w 136842"/>
                <a:gd name="connsiteY2" fmla="*/ 6384 h 128956"/>
                <a:gd name="connsiteX3" fmla="*/ 97766 w 136842"/>
                <a:gd name="connsiteY3" fmla="*/ 0 h 128956"/>
                <a:gd name="connsiteX4" fmla="*/ 39618 w 136842"/>
                <a:gd name="connsiteY4" fmla="*/ 0 h 128956"/>
                <a:gd name="connsiteX5" fmla="*/ 33228 w 136842"/>
                <a:gd name="connsiteY5" fmla="*/ 6384 h 128956"/>
                <a:gd name="connsiteX6" fmla="*/ 33228 w 136842"/>
                <a:gd name="connsiteY6" fmla="*/ 33197 h 128956"/>
                <a:gd name="connsiteX7" fmla="*/ 6390 w 136842"/>
                <a:gd name="connsiteY7" fmla="*/ 33197 h 128956"/>
                <a:gd name="connsiteX8" fmla="*/ 0 w 136842"/>
                <a:gd name="connsiteY8" fmla="*/ 39581 h 128956"/>
                <a:gd name="connsiteX9" fmla="*/ 0 w 136842"/>
                <a:gd name="connsiteY9" fmla="*/ 122573 h 128956"/>
                <a:gd name="connsiteX10" fmla="*/ 6390 w 136842"/>
                <a:gd name="connsiteY10" fmla="*/ 128957 h 128956"/>
                <a:gd name="connsiteX11" fmla="*/ 130355 w 136842"/>
                <a:gd name="connsiteY11" fmla="*/ 128957 h 128956"/>
                <a:gd name="connsiteX12" fmla="*/ 136745 w 136842"/>
                <a:gd name="connsiteY12" fmla="*/ 122573 h 128956"/>
                <a:gd name="connsiteX13" fmla="*/ 136745 w 136842"/>
                <a:gd name="connsiteY13" fmla="*/ 39581 h 128956"/>
                <a:gd name="connsiteX14" fmla="*/ 130994 w 136842"/>
                <a:gd name="connsiteY14" fmla="*/ 33197 h 128956"/>
                <a:gd name="connsiteX15" fmla="*/ 130994 w 136842"/>
                <a:gd name="connsiteY15" fmla="*/ 33197 h 128956"/>
                <a:gd name="connsiteX16" fmla="*/ 46008 w 136842"/>
                <a:gd name="connsiteY16" fmla="*/ 45965 h 128956"/>
                <a:gd name="connsiteX17" fmla="*/ 91376 w 136842"/>
                <a:gd name="connsiteY17" fmla="*/ 45965 h 128956"/>
                <a:gd name="connsiteX18" fmla="*/ 91376 w 136842"/>
                <a:gd name="connsiteY18" fmla="*/ 116189 h 128956"/>
                <a:gd name="connsiteX19" fmla="*/ 46008 w 136842"/>
                <a:gd name="connsiteY19" fmla="*/ 116189 h 128956"/>
                <a:gd name="connsiteX20" fmla="*/ 46008 w 136842"/>
                <a:gd name="connsiteY20" fmla="*/ 45965 h 128956"/>
                <a:gd name="connsiteX21" fmla="*/ 91376 w 136842"/>
                <a:gd name="connsiteY21" fmla="*/ 12768 h 128956"/>
                <a:gd name="connsiteX22" fmla="*/ 91376 w 136842"/>
                <a:gd name="connsiteY22" fmla="*/ 33197 h 128956"/>
                <a:gd name="connsiteX23" fmla="*/ 46008 w 136842"/>
                <a:gd name="connsiteY23" fmla="*/ 33197 h 128956"/>
                <a:gd name="connsiteX24" fmla="*/ 46008 w 136842"/>
                <a:gd name="connsiteY24" fmla="*/ 12768 h 128956"/>
                <a:gd name="connsiteX25" fmla="*/ 91376 w 136842"/>
                <a:gd name="connsiteY25" fmla="*/ 12768 h 128956"/>
                <a:gd name="connsiteX26" fmla="*/ 13419 w 136842"/>
                <a:gd name="connsiteY26" fmla="*/ 45965 h 128956"/>
                <a:gd name="connsiteX27" fmla="*/ 33867 w 136842"/>
                <a:gd name="connsiteY27" fmla="*/ 45965 h 128956"/>
                <a:gd name="connsiteX28" fmla="*/ 33867 w 136842"/>
                <a:gd name="connsiteY28" fmla="*/ 116189 h 128956"/>
                <a:gd name="connsiteX29" fmla="*/ 13419 w 136842"/>
                <a:gd name="connsiteY29" fmla="*/ 116189 h 128956"/>
                <a:gd name="connsiteX30" fmla="*/ 13419 w 136842"/>
                <a:gd name="connsiteY30" fmla="*/ 45965 h 128956"/>
                <a:gd name="connsiteX31" fmla="*/ 124604 w 136842"/>
                <a:gd name="connsiteY31" fmla="*/ 116189 h 128956"/>
                <a:gd name="connsiteX32" fmla="*/ 104156 w 136842"/>
                <a:gd name="connsiteY32" fmla="*/ 116189 h 128956"/>
                <a:gd name="connsiteX33" fmla="*/ 104156 w 136842"/>
                <a:gd name="connsiteY33" fmla="*/ 45965 h 128956"/>
                <a:gd name="connsiteX34" fmla="*/ 124604 w 136842"/>
                <a:gd name="connsiteY34" fmla="*/ 45965 h 128956"/>
                <a:gd name="connsiteX35" fmla="*/ 124604 w 136842"/>
                <a:gd name="connsiteY35" fmla="*/ 116189 h 128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6842" h="128956">
                  <a:moveTo>
                    <a:pt x="130994" y="33197"/>
                  </a:moveTo>
                  <a:lnTo>
                    <a:pt x="104156" y="33197"/>
                  </a:lnTo>
                  <a:lnTo>
                    <a:pt x="104156" y="6384"/>
                  </a:lnTo>
                  <a:cubicBezTo>
                    <a:pt x="104156" y="2554"/>
                    <a:pt x="101600" y="0"/>
                    <a:pt x="97766" y="0"/>
                  </a:cubicBezTo>
                  <a:lnTo>
                    <a:pt x="39618" y="0"/>
                  </a:lnTo>
                  <a:cubicBezTo>
                    <a:pt x="35784" y="0"/>
                    <a:pt x="33228" y="2554"/>
                    <a:pt x="33228" y="6384"/>
                  </a:cubicBezTo>
                  <a:lnTo>
                    <a:pt x="33228" y="33197"/>
                  </a:lnTo>
                  <a:lnTo>
                    <a:pt x="6390" y="33197"/>
                  </a:lnTo>
                  <a:cubicBezTo>
                    <a:pt x="2556" y="33197"/>
                    <a:pt x="0" y="35750"/>
                    <a:pt x="0" y="39581"/>
                  </a:cubicBezTo>
                  <a:lnTo>
                    <a:pt x="0" y="122573"/>
                  </a:lnTo>
                  <a:cubicBezTo>
                    <a:pt x="0" y="126403"/>
                    <a:pt x="2556" y="128957"/>
                    <a:pt x="6390" y="128957"/>
                  </a:cubicBezTo>
                  <a:lnTo>
                    <a:pt x="130355" y="128957"/>
                  </a:lnTo>
                  <a:cubicBezTo>
                    <a:pt x="134189" y="128957"/>
                    <a:pt x="136745" y="126403"/>
                    <a:pt x="136745" y="122573"/>
                  </a:cubicBezTo>
                  <a:lnTo>
                    <a:pt x="136745" y="39581"/>
                  </a:lnTo>
                  <a:cubicBezTo>
                    <a:pt x="137384" y="35750"/>
                    <a:pt x="134828" y="33197"/>
                    <a:pt x="130994" y="33197"/>
                  </a:cubicBezTo>
                  <a:cubicBezTo>
                    <a:pt x="130994" y="33197"/>
                    <a:pt x="130994" y="33197"/>
                    <a:pt x="130994" y="33197"/>
                  </a:cubicBezTo>
                  <a:close/>
                  <a:moveTo>
                    <a:pt x="46008" y="45965"/>
                  </a:moveTo>
                  <a:lnTo>
                    <a:pt x="91376" y="45965"/>
                  </a:lnTo>
                  <a:lnTo>
                    <a:pt x="91376" y="116189"/>
                  </a:lnTo>
                  <a:lnTo>
                    <a:pt x="46008" y="116189"/>
                  </a:lnTo>
                  <a:lnTo>
                    <a:pt x="46008" y="45965"/>
                  </a:lnTo>
                  <a:close/>
                  <a:moveTo>
                    <a:pt x="91376" y="12768"/>
                  </a:moveTo>
                  <a:lnTo>
                    <a:pt x="91376" y="33197"/>
                  </a:lnTo>
                  <a:lnTo>
                    <a:pt x="46008" y="33197"/>
                  </a:lnTo>
                  <a:lnTo>
                    <a:pt x="46008" y="12768"/>
                  </a:lnTo>
                  <a:lnTo>
                    <a:pt x="91376" y="12768"/>
                  </a:lnTo>
                  <a:close/>
                  <a:moveTo>
                    <a:pt x="13419" y="45965"/>
                  </a:moveTo>
                  <a:lnTo>
                    <a:pt x="33867" y="45965"/>
                  </a:lnTo>
                  <a:lnTo>
                    <a:pt x="33867" y="116189"/>
                  </a:lnTo>
                  <a:lnTo>
                    <a:pt x="13419" y="116189"/>
                  </a:lnTo>
                  <a:lnTo>
                    <a:pt x="13419" y="45965"/>
                  </a:lnTo>
                  <a:close/>
                  <a:moveTo>
                    <a:pt x="124604" y="116189"/>
                  </a:moveTo>
                  <a:lnTo>
                    <a:pt x="104156" y="116189"/>
                  </a:lnTo>
                  <a:lnTo>
                    <a:pt x="104156" y="45965"/>
                  </a:lnTo>
                  <a:lnTo>
                    <a:pt x="124604" y="45965"/>
                  </a:lnTo>
                  <a:lnTo>
                    <a:pt x="124604" y="116189"/>
                  </a:lnTo>
                  <a:close/>
                </a:path>
              </a:pathLst>
            </a:custGeom>
            <a:solidFill>
              <a:srgbClr val="046A38"/>
            </a:solidFill>
            <a:ln w="6390" cap="flat">
              <a:noFill/>
              <a:prstDash val="solid"/>
              <a:miter/>
            </a:ln>
          </p:spPr>
          <p:txBody>
            <a:bodyPr rtlCol="0" anchor="ctr"/>
            <a:lstStyle/>
            <a:p>
              <a:endParaRPr lang="en-US"/>
            </a:p>
          </p:txBody>
        </p:sp>
        <p:sp>
          <p:nvSpPr>
            <p:cNvPr id="63" name="Graphic 4">
              <a:extLst>
                <a:ext uri="{FF2B5EF4-FFF2-40B4-BE49-F238E27FC236}">
                  <a16:creationId xmlns:a16="http://schemas.microsoft.com/office/drawing/2014/main" id="{D412084E-7E9A-D941-8EF6-66EE360EFF2B}"/>
                </a:ext>
              </a:extLst>
            </p:cNvPr>
            <p:cNvSpPr/>
            <p:nvPr/>
          </p:nvSpPr>
          <p:spPr>
            <a:xfrm>
              <a:off x="653690" y="4384876"/>
              <a:ext cx="123414" cy="124292"/>
            </a:xfrm>
            <a:custGeom>
              <a:avLst/>
              <a:gdLst>
                <a:gd name="connsiteX0" fmla="*/ 121409 w 123414"/>
                <a:gd name="connsiteY0" fmla="*/ 112163 h 124292"/>
                <a:gd name="connsiteX1" fmla="*/ 81791 w 123414"/>
                <a:gd name="connsiteY1" fmla="*/ 72583 h 124292"/>
                <a:gd name="connsiteX2" fmla="*/ 72845 w 123414"/>
                <a:gd name="connsiteY2" fmla="*/ 9381 h 124292"/>
                <a:gd name="connsiteX3" fmla="*/ 13419 w 123414"/>
                <a:gd name="connsiteY3" fmla="*/ 13850 h 124292"/>
                <a:gd name="connsiteX4" fmla="*/ 13419 w 123414"/>
                <a:gd name="connsiteY4" fmla="*/ 77690 h 124292"/>
                <a:gd name="connsiteX5" fmla="*/ 72845 w 123414"/>
                <a:gd name="connsiteY5" fmla="*/ 82159 h 124292"/>
                <a:gd name="connsiteX6" fmla="*/ 113102 w 123414"/>
                <a:gd name="connsiteY6" fmla="*/ 122378 h 124292"/>
                <a:gd name="connsiteX7" fmla="*/ 122048 w 123414"/>
                <a:gd name="connsiteY7" fmla="*/ 122378 h 124292"/>
                <a:gd name="connsiteX8" fmla="*/ 121409 w 123414"/>
                <a:gd name="connsiteY8" fmla="*/ 112163 h 124292"/>
                <a:gd name="connsiteX9" fmla="*/ 121409 w 123414"/>
                <a:gd name="connsiteY9" fmla="*/ 112163 h 124292"/>
                <a:gd name="connsiteX10" fmla="*/ 22365 w 123414"/>
                <a:gd name="connsiteY10" fmla="*/ 67475 h 124292"/>
                <a:gd name="connsiteX11" fmla="*/ 22365 w 123414"/>
                <a:gd name="connsiteY11" fmla="*/ 21511 h 124292"/>
                <a:gd name="connsiteX12" fmla="*/ 68372 w 123414"/>
                <a:gd name="connsiteY12" fmla="*/ 21511 h 124292"/>
                <a:gd name="connsiteX13" fmla="*/ 68372 w 123414"/>
                <a:gd name="connsiteY13" fmla="*/ 67475 h 124292"/>
                <a:gd name="connsiteX14" fmla="*/ 45369 w 123414"/>
                <a:gd name="connsiteY14" fmla="*/ 77051 h 124292"/>
                <a:gd name="connsiteX15" fmla="*/ 22365 w 123414"/>
                <a:gd name="connsiteY15" fmla="*/ 67475 h 124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3414" h="124292">
                  <a:moveTo>
                    <a:pt x="121409" y="112163"/>
                  </a:moveTo>
                  <a:lnTo>
                    <a:pt x="81791" y="72583"/>
                  </a:lnTo>
                  <a:cubicBezTo>
                    <a:pt x="97127" y="52792"/>
                    <a:pt x="93293" y="24064"/>
                    <a:pt x="72845" y="9381"/>
                  </a:cubicBezTo>
                  <a:cubicBezTo>
                    <a:pt x="54953" y="-4663"/>
                    <a:pt x="29394" y="-2748"/>
                    <a:pt x="13419" y="13850"/>
                  </a:cubicBezTo>
                  <a:cubicBezTo>
                    <a:pt x="-4473" y="31725"/>
                    <a:pt x="-4473" y="60453"/>
                    <a:pt x="13419" y="77690"/>
                  </a:cubicBezTo>
                  <a:cubicBezTo>
                    <a:pt x="29394" y="93650"/>
                    <a:pt x="54314" y="95565"/>
                    <a:pt x="72845" y="82159"/>
                  </a:cubicBezTo>
                  <a:lnTo>
                    <a:pt x="113102" y="122378"/>
                  </a:lnTo>
                  <a:cubicBezTo>
                    <a:pt x="115658" y="124931"/>
                    <a:pt x="119492" y="124931"/>
                    <a:pt x="122048" y="122378"/>
                  </a:cubicBezTo>
                  <a:cubicBezTo>
                    <a:pt x="123965" y="118547"/>
                    <a:pt x="123965" y="114078"/>
                    <a:pt x="121409" y="112163"/>
                  </a:cubicBezTo>
                  <a:lnTo>
                    <a:pt x="121409" y="112163"/>
                  </a:lnTo>
                  <a:close/>
                  <a:moveTo>
                    <a:pt x="22365" y="67475"/>
                  </a:moveTo>
                  <a:cubicBezTo>
                    <a:pt x="9585" y="54707"/>
                    <a:pt x="9585" y="34279"/>
                    <a:pt x="22365" y="21511"/>
                  </a:cubicBezTo>
                  <a:cubicBezTo>
                    <a:pt x="35145" y="8743"/>
                    <a:pt x="55592" y="8743"/>
                    <a:pt x="68372" y="21511"/>
                  </a:cubicBezTo>
                  <a:cubicBezTo>
                    <a:pt x="81152" y="34279"/>
                    <a:pt x="81152" y="54707"/>
                    <a:pt x="68372" y="67475"/>
                  </a:cubicBezTo>
                  <a:cubicBezTo>
                    <a:pt x="61982" y="73221"/>
                    <a:pt x="54314" y="77051"/>
                    <a:pt x="45369" y="77051"/>
                  </a:cubicBezTo>
                  <a:cubicBezTo>
                    <a:pt x="36423" y="77051"/>
                    <a:pt x="28116" y="73859"/>
                    <a:pt x="22365" y="67475"/>
                  </a:cubicBezTo>
                  <a:close/>
                </a:path>
              </a:pathLst>
            </a:custGeom>
            <a:solidFill>
              <a:srgbClr val="046A38"/>
            </a:solidFill>
            <a:ln w="6390" cap="flat">
              <a:noFill/>
              <a:prstDash val="solid"/>
              <a:miter/>
            </a:ln>
          </p:spPr>
          <p:txBody>
            <a:bodyPr rtlCol="0" anchor="ctr"/>
            <a:lstStyle/>
            <a:p>
              <a:endParaRPr lang="en-US"/>
            </a:p>
          </p:txBody>
        </p:sp>
      </p:grpSp>
      <p:grpSp>
        <p:nvGrpSpPr>
          <p:cNvPr id="557" name="Graphic 4">
            <a:extLst>
              <a:ext uri="{FF2B5EF4-FFF2-40B4-BE49-F238E27FC236}">
                <a16:creationId xmlns:a16="http://schemas.microsoft.com/office/drawing/2014/main" id="{CE6B57C4-801C-8248-BD19-490E3CBB059C}"/>
              </a:ext>
            </a:extLst>
          </p:cNvPr>
          <p:cNvGrpSpPr>
            <a:grpSpLocks noChangeAspect="1"/>
          </p:cNvGrpSpPr>
          <p:nvPr/>
        </p:nvGrpSpPr>
        <p:grpSpPr>
          <a:xfrm>
            <a:off x="467104" y="3339623"/>
            <a:ext cx="362309" cy="361971"/>
            <a:chOff x="467104" y="3339623"/>
            <a:chExt cx="362309" cy="361971"/>
          </a:xfrm>
          <a:solidFill>
            <a:srgbClr val="046A38"/>
          </a:solidFill>
        </p:grpSpPr>
        <p:sp>
          <p:nvSpPr>
            <p:cNvPr id="558" name="Graphic 4">
              <a:extLst>
                <a:ext uri="{FF2B5EF4-FFF2-40B4-BE49-F238E27FC236}">
                  <a16:creationId xmlns:a16="http://schemas.microsoft.com/office/drawing/2014/main" id="{FF744CF5-B925-1F40-ADC5-01030625DDB3}"/>
                </a:ext>
              </a:extLst>
            </p:cNvPr>
            <p:cNvSpPr/>
            <p:nvPr/>
          </p:nvSpPr>
          <p:spPr>
            <a:xfrm>
              <a:off x="467104" y="3339623"/>
              <a:ext cx="362309" cy="361971"/>
            </a:xfrm>
            <a:custGeom>
              <a:avLst/>
              <a:gdLst>
                <a:gd name="connsiteX0" fmla="*/ 181474 w 362309"/>
                <a:gd name="connsiteY0" fmla="*/ 0 h 361971"/>
                <a:gd name="connsiteX1" fmla="*/ 0 w 362309"/>
                <a:gd name="connsiteY1" fmla="*/ 180667 h 361971"/>
                <a:gd name="connsiteX2" fmla="*/ 181474 w 362309"/>
                <a:gd name="connsiteY2" fmla="*/ 361972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0 h 361971"/>
                <a:gd name="connsiteX7" fmla="*/ 181474 w 362309"/>
                <a:gd name="connsiteY7" fmla="*/ 349204 h 361971"/>
                <a:gd name="connsiteX8" fmla="*/ 13419 w 362309"/>
                <a:gd name="connsiteY8" fmla="*/ 181305 h 361971"/>
                <a:gd name="connsiteX9" fmla="*/ 181474 w 362309"/>
                <a:gd name="connsiteY9" fmla="*/ 12768 h 361971"/>
                <a:gd name="connsiteX10" fmla="*/ 349530 w 362309"/>
                <a:gd name="connsiteY10" fmla="*/ 181305 h 361971"/>
                <a:gd name="connsiteX11" fmla="*/ 349530 w 362309"/>
                <a:gd name="connsiteY11" fmla="*/ 181305 h 361971"/>
                <a:gd name="connsiteX12" fmla="*/ 181474 w 362309"/>
                <a:gd name="connsiteY12" fmla="*/ 349204 h 361971"/>
                <a:gd name="connsiteX13" fmla="*/ 181474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1474" y="0"/>
                  </a:moveTo>
                  <a:cubicBezTo>
                    <a:pt x="81152" y="0"/>
                    <a:pt x="0" y="81077"/>
                    <a:pt x="0" y="180667"/>
                  </a:cubicBezTo>
                  <a:cubicBezTo>
                    <a:pt x="0" y="280895"/>
                    <a:pt x="81152" y="361972"/>
                    <a:pt x="181474" y="361972"/>
                  </a:cubicBezTo>
                  <a:cubicBezTo>
                    <a:pt x="281796" y="361972"/>
                    <a:pt x="362309" y="280895"/>
                    <a:pt x="362309" y="180667"/>
                  </a:cubicBezTo>
                  <a:lnTo>
                    <a:pt x="362309" y="180667"/>
                  </a:lnTo>
                  <a:cubicBezTo>
                    <a:pt x="362309" y="81077"/>
                    <a:pt x="281796" y="0"/>
                    <a:pt x="181474" y="0"/>
                  </a:cubicBezTo>
                  <a:cubicBezTo>
                    <a:pt x="181474" y="0"/>
                    <a:pt x="181474"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lnTo>
                    <a:pt x="181474" y="349204"/>
                  </a:lnTo>
                  <a:close/>
                </a:path>
              </a:pathLst>
            </a:custGeom>
            <a:solidFill>
              <a:srgbClr val="046A38"/>
            </a:solidFill>
            <a:ln w="6390" cap="flat">
              <a:noFill/>
              <a:prstDash val="solid"/>
              <a:miter/>
            </a:ln>
          </p:spPr>
          <p:txBody>
            <a:bodyPr rtlCol="0" anchor="ctr"/>
            <a:lstStyle/>
            <a:p>
              <a:endParaRPr lang="en-US"/>
            </a:p>
          </p:txBody>
        </p:sp>
        <p:sp>
          <p:nvSpPr>
            <p:cNvPr id="559" name="Graphic 4">
              <a:extLst>
                <a:ext uri="{FF2B5EF4-FFF2-40B4-BE49-F238E27FC236}">
                  <a16:creationId xmlns:a16="http://schemas.microsoft.com/office/drawing/2014/main" id="{01A0944B-CBB6-BC43-9DAE-70C292557358}"/>
                </a:ext>
              </a:extLst>
            </p:cNvPr>
            <p:cNvSpPr/>
            <p:nvPr/>
          </p:nvSpPr>
          <p:spPr>
            <a:xfrm>
              <a:off x="553368" y="3421977"/>
              <a:ext cx="189781" cy="196626"/>
            </a:xfrm>
            <a:custGeom>
              <a:avLst/>
              <a:gdLst>
                <a:gd name="connsiteX0" fmla="*/ 183391 w 189781"/>
                <a:gd name="connsiteY0" fmla="*/ 22344 h 196626"/>
                <a:gd name="connsiteX1" fmla="*/ 152720 w 189781"/>
                <a:gd name="connsiteY1" fmla="*/ 22344 h 196626"/>
                <a:gd name="connsiteX2" fmla="*/ 152720 w 189781"/>
                <a:gd name="connsiteY2" fmla="*/ 6384 h 196626"/>
                <a:gd name="connsiteX3" fmla="*/ 146330 w 189781"/>
                <a:gd name="connsiteY3" fmla="*/ 0 h 196626"/>
                <a:gd name="connsiteX4" fmla="*/ 43452 w 189781"/>
                <a:gd name="connsiteY4" fmla="*/ 0 h 196626"/>
                <a:gd name="connsiteX5" fmla="*/ 37062 w 189781"/>
                <a:gd name="connsiteY5" fmla="*/ 6384 h 196626"/>
                <a:gd name="connsiteX6" fmla="*/ 37062 w 189781"/>
                <a:gd name="connsiteY6" fmla="*/ 22344 h 196626"/>
                <a:gd name="connsiteX7" fmla="*/ 6390 w 189781"/>
                <a:gd name="connsiteY7" fmla="*/ 22344 h 196626"/>
                <a:gd name="connsiteX8" fmla="*/ 0 w 189781"/>
                <a:gd name="connsiteY8" fmla="*/ 28728 h 196626"/>
                <a:gd name="connsiteX9" fmla="*/ 0 w 189781"/>
                <a:gd name="connsiteY9" fmla="*/ 190243 h 196626"/>
                <a:gd name="connsiteX10" fmla="*/ 6390 w 189781"/>
                <a:gd name="connsiteY10" fmla="*/ 196627 h 196626"/>
                <a:gd name="connsiteX11" fmla="*/ 183391 w 189781"/>
                <a:gd name="connsiteY11" fmla="*/ 196627 h 196626"/>
                <a:gd name="connsiteX12" fmla="*/ 189781 w 189781"/>
                <a:gd name="connsiteY12" fmla="*/ 190243 h 196626"/>
                <a:gd name="connsiteX13" fmla="*/ 189781 w 189781"/>
                <a:gd name="connsiteY13" fmla="*/ 28728 h 196626"/>
                <a:gd name="connsiteX14" fmla="*/ 183391 w 189781"/>
                <a:gd name="connsiteY14" fmla="*/ 22344 h 196626"/>
                <a:gd name="connsiteX15" fmla="*/ 49842 w 189781"/>
                <a:gd name="connsiteY15" fmla="*/ 13406 h 196626"/>
                <a:gd name="connsiteX16" fmla="*/ 139940 w 189781"/>
                <a:gd name="connsiteY16" fmla="*/ 13406 h 196626"/>
                <a:gd name="connsiteX17" fmla="*/ 139940 w 189781"/>
                <a:gd name="connsiteY17" fmla="*/ 72139 h 196626"/>
                <a:gd name="connsiteX18" fmla="*/ 94571 w 189781"/>
                <a:gd name="connsiteY18" fmla="*/ 96398 h 196626"/>
                <a:gd name="connsiteX19" fmla="*/ 49842 w 189781"/>
                <a:gd name="connsiteY19" fmla="*/ 72139 h 196626"/>
                <a:gd name="connsiteX20" fmla="*/ 49842 w 189781"/>
                <a:gd name="connsiteY20" fmla="*/ 13406 h 196626"/>
                <a:gd name="connsiteX21" fmla="*/ 177001 w 189781"/>
                <a:gd name="connsiteY21" fmla="*/ 184497 h 196626"/>
                <a:gd name="connsiteX22" fmla="*/ 13419 w 189781"/>
                <a:gd name="connsiteY22" fmla="*/ 184497 h 196626"/>
                <a:gd name="connsiteX23" fmla="*/ 13419 w 189781"/>
                <a:gd name="connsiteY23" fmla="*/ 35750 h 196626"/>
                <a:gd name="connsiteX24" fmla="*/ 37701 w 189781"/>
                <a:gd name="connsiteY24" fmla="*/ 35750 h 196626"/>
                <a:gd name="connsiteX25" fmla="*/ 37701 w 189781"/>
                <a:gd name="connsiteY25" fmla="*/ 73416 h 196626"/>
                <a:gd name="connsiteX26" fmla="*/ 38340 w 189781"/>
                <a:gd name="connsiteY26" fmla="*/ 75969 h 196626"/>
                <a:gd name="connsiteX27" fmla="*/ 95210 w 189781"/>
                <a:gd name="connsiteY27" fmla="*/ 109166 h 196626"/>
                <a:gd name="connsiteX28" fmla="*/ 152720 w 189781"/>
                <a:gd name="connsiteY28" fmla="*/ 75969 h 196626"/>
                <a:gd name="connsiteX29" fmla="*/ 153358 w 189781"/>
                <a:gd name="connsiteY29" fmla="*/ 73416 h 196626"/>
                <a:gd name="connsiteX30" fmla="*/ 153358 w 189781"/>
                <a:gd name="connsiteY30" fmla="*/ 35750 h 196626"/>
                <a:gd name="connsiteX31" fmla="*/ 177640 w 189781"/>
                <a:gd name="connsiteY31" fmla="*/ 35750 h 196626"/>
                <a:gd name="connsiteX32" fmla="*/ 177001 w 189781"/>
                <a:gd name="connsiteY32" fmla="*/ 184497 h 196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89781" h="196626">
                  <a:moveTo>
                    <a:pt x="183391" y="22344"/>
                  </a:moveTo>
                  <a:lnTo>
                    <a:pt x="152720" y="22344"/>
                  </a:lnTo>
                  <a:lnTo>
                    <a:pt x="152720" y="6384"/>
                  </a:lnTo>
                  <a:cubicBezTo>
                    <a:pt x="152720" y="2553"/>
                    <a:pt x="150164" y="0"/>
                    <a:pt x="146330" y="0"/>
                  </a:cubicBezTo>
                  <a:lnTo>
                    <a:pt x="43452" y="0"/>
                  </a:lnTo>
                  <a:cubicBezTo>
                    <a:pt x="39618" y="0"/>
                    <a:pt x="37062" y="2553"/>
                    <a:pt x="37062" y="6384"/>
                  </a:cubicBezTo>
                  <a:lnTo>
                    <a:pt x="37062" y="22344"/>
                  </a:lnTo>
                  <a:lnTo>
                    <a:pt x="6390" y="22344"/>
                  </a:lnTo>
                  <a:cubicBezTo>
                    <a:pt x="2556" y="22344"/>
                    <a:pt x="0" y="24897"/>
                    <a:pt x="0" y="28728"/>
                  </a:cubicBezTo>
                  <a:lnTo>
                    <a:pt x="0" y="190243"/>
                  </a:lnTo>
                  <a:cubicBezTo>
                    <a:pt x="0" y="194073"/>
                    <a:pt x="2556" y="196627"/>
                    <a:pt x="6390" y="196627"/>
                  </a:cubicBezTo>
                  <a:lnTo>
                    <a:pt x="183391" y="196627"/>
                  </a:lnTo>
                  <a:cubicBezTo>
                    <a:pt x="187225" y="196627"/>
                    <a:pt x="189781" y="194073"/>
                    <a:pt x="189781" y="190243"/>
                  </a:cubicBezTo>
                  <a:lnTo>
                    <a:pt x="189781" y="28728"/>
                  </a:lnTo>
                  <a:cubicBezTo>
                    <a:pt x="189781" y="25536"/>
                    <a:pt x="187225" y="22344"/>
                    <a:pt x="183391" y="22344"/>
                  </a:cubicBezTo>
                  <a:close/>
                  <a:moveTo>
                    <a:pt x="49842" y="13406"/>
                  </a:moveTo>
                  <a:lnTo>
                    <a:pt x="139940" y="13406"/>
                  </a:lnTo>
                  <a:lnTo>
                    <a:pt x="139940" y="72139"/>
                  </a:lnTo>
                  <a:cubicBezTo>
                    <a:pt x="132911" y="86822"/>
                    <a:pt x="114380" y="96398"/>
                    <a:pt x="94571" y="96398"/>
                  </a:cubicBezTo>
                  <a:cubicBezTo>
                    <a:pt x="76040" y="97036"/>
                    <a:pt x="58787" y="87460"/>
                    <a:pt x="49842" y="72139"/>
                  </a:cubicBezTo>
                  <a:lnTo>
                    <a:pt x="49842" y="13406"/>
                  </a:lnTo>
                  <a:close/>
                  <a:moveTo>
                    <a:pt x="177001" y="184497"/>
                  </a:moveTo>
                  <a:lnTo>
                    <a:pt x="13419" y="184497"/>
                  </a:lnTo>
                  <a:lnTo>
                    <a:pt x="13419" y="35750"/>
                  </a:lnTo>
                  <a:lnTo>
                    <a:pt x="37701" y="35750"/>
                  </a:lnTo>
                  <a:lnTo>
                    <a:pt x="37701" y="73416"/>
                  </a:lnTo>
                  <a:cubicBezTo>
                    <a:pt x="37701" y="74054"/>
                    <a:pt x="37701" y="75331"/>
                    <a:pt x="38340" y="75969"/>
                  </a:cubicBezTo>
                  <a:cubicBezTo>
                    <a:pt x="47286" y="95760"/>
                    <a:pt x="70289" y="109166"/>
                    <a:pt x="95210" y="109166"/>
                  </a:cubicBezTo>
                  <a:cubicBezTo>
                    <a:pt x="120131" y="109166"/>
                    <a:pt x="143774" y="95760"/>
                    <a:pt x="152720" y="75969"/>
                  </a:cubicBezTo>
                  <a:cubicBezTo>
                    <a:pt x="153358" y="75331"/>
                    <a:pt x="153358" y="74054"/>
                    <a:pt x="153358" y="73416"/>
                  </a:cubicBezTo>
                  <a:lnTo>
                    <a:pt x="153358" y="35750"/>
                  </a:lnTo>
                  <a:lnTo>
                    <a:pt x="177640" y="35750"/>
                  </a:lnTo>
                  <a:lnTo>
                    <a:pt x="177001" y="184497"/>
                  </a:lnTo>
                  <a:close/>
                </a:path>
              </a:pathLst>
            </a:custGeom>
            <a:solidFill>
              <a:srgbClr val="046A38"/>
            </a:solidFill>
            <a:ln w="6390" cap="flat">
              <a:noFill/>
              <a:prstDash val="solid"/>
              <a:miter/>
            </a:ln>
          </p:spPr>
          <p:txBody>
            <a:bodyPr rtlCol="0" anchor="ctr"/>
            <a:lstStyle/>
            <a:p>
              <a:endParaRPr lang="en-US"/>
            </a:p>
          </p:txBody>
        </p:sp>
        <p:sp>
          <p:nvSpPr>
            <p:cNvPr id="560" name="Graphic 4">
              <a:extLst>
                <a:ext uri="{FF2B5EF4-FFF2-40B4-BE49-F238E27FC236}">
                  <a16:creationId xmlns:a16="http://schemas.microsoft.com/office/drawing/2014/main" id="{E4E1DB2D-7364-2A46-ADD0-C6E5E92B78D2}"/>
                </a:ext>
              </a:extLst>
            </p:cNvPr>
            <p:cNvSpPr/>
            <p:nvPr/>
          </p:nvSpPr>
          <p:spPr>
            <a:xfrm>
              <a:off x="619823" y="3451981"/>
              <a:ext cx="57509" cy="49156"/>
            </a:xfrm>
            <a:custGeom>
              <a:avLst/>
              <a:gdLst>
                <a:gd name="connsiteX0" fmla="*/ 24282 w 57509"/>
                <a:gd name="connsiteY0" fmla="*/ 47242 h 49156"/>
                <a:gd name="connsiteX1" fmla="*/ 33228 w 57509"/>
                <a:gd name="connsiteY1" fmla="*/ 47242 h 49156"/>
                <a:gd name="connsiteX2" fmla="*/ 55592 w 57509"/>
                <a:gd name="connsiteY2" fmla="*/ 24898 h 49156"/>
                <a:gd name="connsiteX3" fmla="*/ 55592 w 57509"/>
                <a:gd name="connsiteY3" fmla="*/ 15960 h 49156"/>
                <a:gd name="connsiteX4" fmla="*/ 46647 w 57509"/>
                <a:gd name="connsiteY4" fmla="*/ 15960 h 49156"/>
                <a:gd name="connsiteX5" fmla="*/ 35145 w 57509"/>
                <a:gd name="connsiteY5" fmla="*/ 27451 h 49156"/>
                <a:gd name="connsiteX6" fmla="*/ 35145 w 57509"/>
                <a:gd name="connsiteY6" fmla="*/ 6384 h 49156"/>
                <a:gd name="connsiteX7" fmla="*/ 28755 w 57509"/>
                <a:gd name="connsiteY7" fmla="*/ 0 h 49156"/>
                <a:gd name="connsiteX8" fmla="*/ 22365 w 57509"/>
                <a:gd name="connsiteY8" fmla="*/ 6384 h 49156"/>
                <a:gd name="connsiteX9" fmla="*/ 22365 w 57509"/>
                <a:gd name="connsiteY9" fmla="*/ 27451 h 49156"/>
                <a:gd name="connsiteX10" fmla="*/ 10863 w 57509"/>
                <a:gd name="connsiteY10" fmla="*/ 15960 h 49156"/>
                <a:gd name="connsiteX11" fmla="*/ 1917 w 57509"/>
                <a:gd name="connsiteY11" fmla="*/ 15960 h 49156"/>
                <a:gd name="connsiteX12" fmla="*/ 1917 w 57509"/>
                <a:gd name="connsiteY12" fmla="*/ 24898 h 49156"/>
                <a:gd name="connsiteX13" fmla="*/ 1917 w 57509"/>
                <a:gd name="connsiteY13" fmla="*/ 24898 h 49156"/>
                <a:gd name="connsiteX14" fmla="*/ 24282 w 57509"/>
                <a:gd name="connsiteY14" fmla="*/ 47242 h 49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7509" h="49156">
                  <a:moveTo>
                    <a:pt x="24282" y="47242"/>
                  </a:moveTo>
                  <a:cubicBezTo>
                    <a:pt x="26838" y="49795"/>
                    <a:pt x="30672" y="49795"/>
                    <a:pt x="33228" y="47242"/>
                  </a:cubicBezTo>
                  <a:lnTo>
                    <a:pt x="55592" y="24898"/>
                  </a:lnTo>
                  <a:cubicBezTo>
                    <a:pt x="58148" y="22344"/>
                    <a:pt x="58148" y="18514"/>
                    <a:pt x="55592" y="15960"/>
                  </a:cubicBezTo>
                  <a:cubicBezTo>
                    <a:pt x="53036" y="13407"/>
                    <a:pt x="49202" y="13407"/>
                    <a:pt x="46647" y="15960"/>
                  </a:cubicBezTo>
                  <a:lnTo>
                    <a:pt x="35145" y="27451"/>
                  </a:lnTo>
                  <a:lnTo>
                    <a:pt x="35145" y="6384"/>
                  </a:lnTo>
                  <a:cubicBezTo>
                    <a:pt x="35145" y="2554"/>
                    <a:pt x="32589" y="0"/>
                    <a:pt x="28755" y="0"/>
                  </a:cubicBezTo>
                  <a:cubicBezTo>
                    <a:pt x="24921" y="0"/>
                    <a:pt x="22365" y="2554"/>
                    <a:pt x="22365" y="6384"/>
                  </a:cubicBezTo>
                  <a:lnTo>
                    <a:pt x="22365" y="27451"/>
                  </a:lnTo>
                  <a:lnTo>
                    <a:pt x="10863" y="15960"/>
                  </a:lnTo>
                  <a:cubicBezTo>
                    <a:pt x="8307" y="13407"/>
                    <a:pt x="4473" y="13407"/>
                    <a:pt x="1917" y="15960"/>
                  </a:cubicBezTo>
                  <a:cubicBezTo>
                    <a:pt x="-639" y="18514"/>
                    <a:pt x="-639" y="22344"/>
                    <a:pt x="1917" y="24898"/>
                  </a:cubicBezTo>
                  <a:cubicBezTo>
                    <a:pt x="1917" y="24898"/>
                    <a:pt x="1917" y="24898"/>
                    <a:pt x="1917" y="24898"/>
                  </a:cubicBezTo>
                  <a:lnTo>
                    <a:pt x="24282" y="47242"/>
                  </a:lnTo>
                  <a:close/>
                </a:path>
              </a:pathLst>
            </a:custGeom>
            <a:solidFill>
              <a:srgbClr val="046A38"/>
            </a:solidFill>
            <a:ln w="6390" cap="flat">
              <a:noFill/>
              <a:prstDash val="solid"/>
              <a:miter/>
            </a:ln>
          </p:spPr>
          <p:txBody>
            <a:bodyPr rtlCol="0" anchor="ctr"/>
            <a:lstStyle/>
            <a:p>
              <a:endParaRPr lang="en-US"/>
            </a:p>
          </p:txBody>
        </p:sp>
        <p:sp>
          <p:nvSpPr>
            <p:cNvPr id="561" name="Graphic 4">
              <a:extLst>
                <a:ext uri="{FF2B5EF4-FFF2-40B4-BE49-F238E27FC236}">
                  <a16:creationId xmlns:a16="http://schemas.microsoft.com/office/drawing/2014/main" id="{010589E4-A414-C940-B249-2ABC47681C90}"/>
                </a:ext>
              </a:extLst>
            </p:cNvPr>
            <p:cNvSpPr/>
            <p:nvPr/>
          </p:nvSpPr>
          <p:spPr>
            <a:xfrm>
              <a:off x="583401" y="3547741"/>
              <a:ext cx="130354" cy="12767"/>
            </a:xfrm>
            <a:custGeom>
              <a:avLst/>
              <a:gdLst>
                <a:gd name="connsiteX0" fmla="*/ 6390 w 130354"/>
                <a:gd name="connsiteY0" fmla="*/ 0 h 12767"/>
                <a:gd name="connsiteX1" fmla="*/ 0 w 130354"/>
                <a:gd name="connsiteY1" fmla="*/ 6384 h 12767"/>
                <a:gd name="connsiteX2" fmla="*/ 6390 w 130354"/>
                <a:gd name="connsiteY2" fmla="*/ 12768 h 12767"/>
                <a:gd name="connsiteX3" fmla="*/ 123965 w 130354"/>
                <a:gd name="connsiteY3" fmla="*/ 12768 h 12767"/>
                <a:gd name="connsiteX4" fmla="*/ 130355 w 130354"/>
                <a:gd name="connsiteY4" fmla="*/ 6384 h 12767"/>
                <a:gd name="connsiteX5" fmla="*/ 123965 w 130354"/>
                <a:gd name="connsiteY5" fmla="*/ 0 h 12767"/>
                <a:gd name="connsiteX6" fmla="*/ 6390 w 13035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354" h="12767">
                  <a:moveTo>
                    <a:pt x="6390" y="0"/>
                  </a:moveTo>
                  <a:cubicBezTo>
                    <a:pt x="2556" y="0"/>
                    <a:pt x="0" y="2554"/>
                    <a:pt x="0" y="6384"/>
                  </a:cubicBezTo>
                  <a:cubicBezTo>
                    <a:pt x="0" y="10215"/>
                    <a:pt x="2556" y="12768"/>
                    <a:pt x="6390" y="12768"/>
                  </a:cubicBezTo>
                  <a:lnTo>
                    <a:pt x="123965" y="12768"/>
                  </a:lnTo>
                  <a:cubicBezTo>
                    <a:pt x="127799" y="12768"/>
                    <a:pt x="130355" y="10215"/>
                    <a:pt x="130355" y="6384"/>
                  </a:cubicBezTo>
                  <a:cubicBezTo>
                    <a:pt x="130355" y="2554"/>
                    <a:pt x="127799" y="0"/>
                    <a:pt x="123965" y="0"/>
                  </a:cubicBezTo>
                  <a:lnTo>
                    <a:pt x="6390" y="0"/>
                  </a:lnTo>
                  <a:close/>
                </a:path>
              </a:pathLst>
            </a:custGeom>
            <a:solidFill>
              <a:srgbClr val="046A38"/>
            </a:solidFill>
            <a:ln w="6390" cap="flat">
              <a:noFill/>
              <a:prstDash val="solid"/>
              <a:miter/>
            </a:ln>
          </p:spPr>
          <p:txBody>
            <a:bodyPr rtlCol="0" anchor="ctr"/>
            <a:lstStyle/>
            <a:p>
              <a:endParaRPr lang="en-US"/>
            </a:p>
          </p:txBody>
        </p:sp>
        <p:sp>
          <p:nvSpPr>
            <p:cNvPr id="562" name="Graphic 4">
              <a:extLst>
                <a:ext uri="{FF2B5EF4-FFF2-40B4-BE49-F238E27FC236}">
                  <a16:creationId xmlns:a16="http://schemas.microsoft.com/office/drawing/2014/main" id="{351604E2-6A23-2042-B051-5FDC14D80424}"/>
                </a:ext>
              </a:extLst>
            </p:cNvPr>
            <p:cNvSpPr/>
            <p:nvPr/>
          </p:nvSpPr>
          <p:spPr>
            <a:xfrm>
              <a:off x="583401" y="3577107"/>
              <a:ext cx="130354" cy="12767"/>
            </a:xfrm>
            <a:custGeom>
              <a:avLst/>
              <a:gdLst>
                <a:gd name="connsiteX0" fmla="*/ 123965 w 130354"/>
                <a:gd name="connsiteY0" fmla="*/ 0 h 12767"/>
                <a:gd name="connsiteX1" fmla="*/ 6390 w 130354"/>
                <a:gd name="connsiteY1" fmla="*/ 0 h 12767"/>
                <a:gd name="connsiteX2" fmla="*/ 0 w 130354"/>
                <a:gd name="connsiteY2" fmla="*/ 6384 h 12767"/>
                <a:gd name="connsiteX3" fmla="*/ 6390 w 130354"/>
                <a:gd name="connsiteY3" fmla="*/ 12768 h 12767"/>
                <a:gd name="connsiteX4" fmla="*/ 123965 w 130354"/>
                <a:gd name="connsiteY4" fmla="*/ 12768 h 12767"/>
                <a:gd name="connsiteX5" fmla="*/ 130355 w 130354"/>
                <a:gd name="connsiteY5" fmla="*/ 6384 h 12767"/>
                <a:gd name="connsiteX6" fmla="*/ 123965 w 13035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354" h="12767">
                  <a:moveTo>
                    <a:pt x="123965" y="0"/>
                  </a:moveTo>
                  <a:lnTo>
                    <a:pt x="6390" y="0"/>
                  </a:lnTo>
                  <a:cubicBezTo>
                    <a:pt x="2556" y="0"/>
                    <a:pt x="0" y="2553"/>
                    <a:pt x="0" y="6384"/>
                  </a:cubicBezTo>
                  <a:cubicBezTo>
                    <a:pt x="0" y="10214"/>
                    <a:pt x="2556" y="12768"/>
                    <a:pt x="6390" y="12768"/>
                  </a:cubicBezTo>
                  <a:lnTo>
                    <a:pt x="123965" y="12768"/>
                  </a:lnTo>
                  <a:cubicBezTo>
                    <a:pt x="127799" y="12768"/>
                    <a:pt x="130355" y="10214"/>
                    <a:pt x="130355" y="6384"/>
                  </a:cubicBezTo>
                  <a:cubicBezTo>
                    <a:pt x="130355" y="2553"/>
                    <a:pt x="127799" y="0"/>
                    <a:pt x="123965" y="0"/>
                  </a:cubicBezTo>
                  <a:close/>
                </a:path>
              </a:pathLst>
            </a:custGeom>
            <a:solidFill>
              <a:srgbClr val="046A38"/>
            </a:solidFill>
            <a:ln w="6390" cap="flat">
              <a:noFill/>
              <a:prstDash val="solid"/>
              <a:miter/>
            </a:ln>
          </p:spPr>
          <p:txBody>
            <a:bodyPr rtlCol="0" anchor="ctr"/>
            <a:lstStyle/>
            <a:p>
              <a:endParaRPr lang="en-US"/>
            </a:p>
          </p:txBody>
        </p:sp>
      </p:grpSp>
      <p:grpSp>
        <p:nvGrpSpPr>
          <p:cNvPr id="563" name="Graphic 4">
            <a:extLst>
              <a:ext uri="{FF2B5EF4-FFF2-40B4-BE49-F238E27FC236}">
                <a16:creationId xmlns:a16="http://schemas.microsoft.com/office/drawing/2014/main" id="{E9310B3A-E4E8-D540-956D-C0550A3F1FBF}"/>
              </a:ext>
            </a:extLst>
          </p:cNvPr>
          <p:cNvGrpSpPr>
            <a:grpSpLocks noChangeAspect="1"/>
          </p:cNvGrpSpPr>
          <p:nvPr/>
        </p:nvGrpSpPr>
        <p:grpSpPr>
          <a:xfrm>
            <a:off x="905454" y="3824168"/>
            <a:ext cx="362309" cy="361971"/>
            <a:chOff x="905454" y="3824168"/>
            <a:chExt cx="362309" cy="361971"/>
          </a:xfrm>
          <a:solidFill>
            <a:srgbClr val="046A38"/>
          </a:solidFill>
        </p:grpSpPr>
        <p:sp>
          <p:nvSpPr>
            <p:cNvPr id="564" name="Graphic 4">
              <a:extLst>
                <a:ext uri="{FF2B5EF4-FFF2-40B4-BE49-F238E27FC236}">
                  <a16:creationId xmlns:a16="http://schemas.microsoft.com/office/drawing/2014/main" id="{9B3171DC-D456-3C49-B90A-F660BFB16810}"/>
                </a:ext>
              </a:extLst>
            </p:cNvPr>
            <p:cNvSpPr/>
            <p:nvPr/>
          </p:nvSpPr>
          <p:spPr>
            <a:xfrm>
              <a:off x="1137408" y="3990789"/>
              <a:ext cx="41534" cy="49156"/>
            </a:xfrm>
            <a:custGeom>
              <a:avLst/>
              <a:gdLst>
                <a:gd name="connsiteX0" fmla="*/ 37701 w 41534"/>
                <a:gd name="connsiteY0" fmla="*/ 0 h 49156"/>
                <a:gd name="connsiteX1" fmla="*/ 0 w 41534"/>
                <a:gd name="connsiteY1" fmla="*/ 0 h 49156"/>
                <a:gd name="connsiteX2" fmla="*/ 0 w 41534"/>
                <a:gd name="connsiteY2" fmla="*/ 49157 h 49156"/>
                <a:gd name="connsiteX3" fmla="*/ 37701 w 41534"/>
                <a:gd name="connsiteY3" fmla="*/ 49157 h 49156"/>
                <a:gd name="connsiteX4" fmla="*/ 37701 w 41534"/>
                <a:gd name="connsiteY4" fmla="*/ 0 h 49156"/>
                <a:gd name="connsiteX5" fmla="*/ 37701 w 41534"/>
                <a:gd name="connsiteY5" fmla="*/ 0 h 49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4" h="49156">
                  <a:moveTo>
                    <a:pt x="37701" y="0"/>
                  </a:moveTo>
                  <a:lnTo>
                    <a:pt x="0" y="0"/>
                  </a:lnTo>
                  <a:cubicBezTo>
                    <a:pt x="1917" y="16598"/>
                    <a:pt x="1917" y="32558"/>
                    <a:pt x="0" y="49157"/>
                  </a:cubicBezTo>
                  <a:lnTo>
                    <a:pt x="37701" y="49157"/>
                  </a:lnTo>
                  <a:cubicBezTo>
                    <a:pt x="42813" y="33197"/>
                    <a:pt x="42813" y="15960"/>
                    <a:pt x="37701" y="0"/>
                  </a:cubicBezTo>
                  <a:lnTo>
                    <a:pt x="37701" y="0"/>
                  </a:lnTo>
                  <a:close/>
                </a:path>
              </a:pathLst>
            </a:custGeom>
            <a:solidFill>
              <a:srgbClr val="046A38"/>
            </a:solidFill>
            <a:ln w="6390" cap="flat">
              <a:noFill/>
              <a:prstDash val="solid"/>
              <a:miter/>
            </a:ln>
          </p:spPr>
          <p:txBody>
            <a:bodyPr rtlCol="0" anchor="ctr"/>
            <a:lstStyle/>
            <a:p>
              <a:endParaRPr lang="en-US"/>
            </a:p>
          </p:txBody>
        </p:sp>
        <p:sp>
          <p:nvSpPr>
            <p:cNvPr id="565" name="Graphic 4">
              <a:extLst>
                <a:ext uri="{FF2B5EF4-FFF2-40B4-BE49-F238E27FC236}">
                  <a16:creationId xmlns:a16="http://schemas.microsoft.com/office/drawing/2014/main" id="{E42B3CC5-C725-4549-B183-D64D03E1A37F}"/>
                </a:ext>
              </a:extLst>
            </p:cNvPr>
            <p:cNvSpPr/>
            <p:nvPr/>
          </p:nvSpPr>
          <p:spPr>
            <a:xfrm>
              <a:off x="1122711" y="3939718"/>
              <a:ext cx="47285" cy="38303"/>
            </a:xfrm>
            <a:custGeom>
              <a:avLst/>
              <a:gdLst>
                <a:gd name="connsiteX0" fmla="*/ 12780 w 47285"/>
                <a:gd name="connsiteY0" fmla="*/ 38304 h 38303"/>
                <a:gd name="connsiteX1" fmla="*/ 47286 w 47285"/>
                <a:gd name="connsiteY1" fmla="*/ 38304 h 38303"/>
                <a:gd name="connsiteX2" fmla="*/ 0 w 47285"/>
                <a:gd name="connsiteY2" fmla="*/ 0 h 38303"/>
                <a:gd name="connsiteX3" fmla="*/ 12780 w 47285"/>
                <a:gd name="connsiteY3" fmla="*/ 38304 h 38303"/>
              </a:gdLst>
              <a:ahLst/>
              <a:cxnLst>
                <a:cxn ang="0">
                  <a:pos x="connsiteX0" y="connsiteY0"/>
                </a:cxn>
                <a:cxn ang="0">
                  <a:pos x="connsiteX1" y="connsiteY1"/>
                </a:cxn>
                <a:cxn ang="0">
                  <a:pos x="connsiteX2" y="connsiteY2"/>
                </a:cxn>
                <a:cxn ang="0">
                  <a:pos x="connsiteX3" y="connsiteY3"/>
                </a:cxn>
              </a:cxnLst>
              <a:rect l="l" t="t" r="r" b="b"/>
              <a:pathLst>
                <a:path w="47285" h="38303">
                  <a:moveTo>
                    <a:pt x="12780" y="38304"/>
                  </a:moveTo>
                  <a:lnTo>
                    <a:pt x="47286" y="38304"/>
                  </a:lnTo>
                  <a:cubicBezTo>
                    <a:pt x="37062" y="19790"/>
                    <a:pt x="20448" y="5746"/>
                    <a:pt x="0" y="0"/>
                  </a:cubicBezTo>
                  <a:cubicBezTo>
                    <a:pt x="6390" y="12130"/>
                    <a:pt x="10863" y="24898"/>
                    <a:pt x="12780" y="38304"/>
                  </a:cubicBezTo>
                  <a:close/>
                </a:path>
              </a:pathLst>
            </a:custGeom>
            <a:solidFill>
              <a:srgbClr val="046A38"/>
            </a:solidFill>
            <a:ln w="6390" cap="flat">
              <a:noFill/>
              <a:prstDash val="solid"/>
              <a:miter/>
            </a:ln>
          </p:spPr>
          <p:txBody>
            <a:bodyPr rtlCol="0" anchor="ctr"/>
            <a:lstStyle/>
            <a:p>
              <a:endParaRPr lang="en-US"/>
            </a:p>
          </p:txBody>
        </p:sp>
        <p:sp>
          <p:nvSpPr>
            <p:cNvPr id="566" name="Graphic 4">
              <a:extLst>
                <a:ext uri="{FF2B5EF4-FFF2-40B4-BE49-F238E27FC236}">
                  <a16:creationId xmlns:a16="http://schemas.microsoft.com/office/drawing/2014/main" id="{61FD0B7B-8F27-934B-BD86-C7C0D7BA8A8C}"/>
                </a:ext>
              </a:extLst>
            </p:cNvPr>
            <p:cNvSpPr/>
            <p:nvPr/>
          </p:nvSpPr>
          <p:spPr>
            <a:xfrm>
              <a:off x="1077982" y="3936526"/>
              <a:ext cx="44729" cy="41495"/>
            </a:xfrm>
            <a:custGeom>
              <a:avLst/>
              <a:gdLst>
                <a:gd name="connsiteX0" fmla="*/ 22365 w 44729"/>
                <a:gd name="connsiteY0" fmla="*/ 0 h 41495"/>
                <a:gd name="connsiteX1" fmla="*/ 0 w 44729"/>
                <a:gd name="connsiteY1" fmla="*/ 41496 h 41495"/>
                <a:gd name="connsiteX2" fmla="*/ 44730 w 44729"/>
                <a:gd name="connsiteY2" fmla="*/ 41496 h 41495"/>
                <a:gd name="connsiteX3" fmla="*/ 22365 w 44729"/>
                <a:gd name="connsiteY3" fmla="*/ 0 h 41495"/>
              </a:gdLst>
              <a:ahLst/>
              <a:cxnLst>
                <a:cxn ang="0">
                  <a:pos x="connsiteX0" y="connsiteY0"/>
                </a:cxn>
                <a:cxn ang="0">
                  <a:pos x="connsiteX1" y="connsiteY1"/>
                </a:cxn>
                <a:cxn ang="0">
                  <a:pos x="connsiteX2" y="connsiteY2"/>
                </a:cxn>
                <a:cxn ang="0">
                  <a:pos x="connsiteX3" y="connsiteY3"/>
                </a:cxn>
              </a:cxnLst>
              <a:rect l="l" t="t" r="r" b="b"/>
              <a:pathLst>
                <a:path w="44729" h="41495">
                  <a:moveTo>
                    <a:pt x="22365" y="0"/>
                  </a:moveTo>
                  <a:cubicBezTo>
                    <a:pt x="14697" y="0"/>
                    <a:pt x="5112" y="15322"/>
                    <a:pt x="0" y="41496"/>
                  </a:cubicBezTo>
                  <a:lnTo>
                    <a:pt x="44730" y="41496"/>
                  </a:lnTo>
                  <a:cubicBezTo>
                    <a:pt x="39618" y="15322"/>
                    <a:pt x="30033" y="0"/>
                    <a:pt x="22365" y="0"/>
                  </a:cubicBezTo>
                  <a:close/>
                </a:path>
              </a:pathLst>
            </a:custGeom>
            <a:solidFill>
              <a:srgbClr val="046A38"/>
            </a:solidFill>
            <a:ln w="6390" cap="flat">
              <a:noFill/>
              <a:prstDash val="solid"/>
              <a:miter/>
            </a:ln>
          </p:spPr>
          <p:txBody>
            <a:bodyPr rtlCol="0" anchor="ctr"/>
            <a:lstStyle/>
            <a:p>
              <a:endParaRPr lang="en-US"/>
            </a:p>
          </p:txBody>
        </p:sp>
        <p:sp>
          <p:nvSpPr>
            <p:cNvPr id="567" name="Graphic 4">
              <a:extLst>
                <a:ext uri="{FF2B5EF4-FFF2-40B4-BE49-F238E27FC236}">
                  <a16:creationId xmlns:a16="http://schemas.microsoft.com/office/drawing/2014/main" id="{CB20722F-3010-C04A-9FC6-EABD8132AAC7}"/>
                </a:ext>
              </a:extLst>
            </p:cNvPr>
            <p:cNvSpPr/>
            <p:nvPr/>
          </p:nvSpPr>
          <p:spPr>
            <a:xfrm>
              <a:off x="994274" y="3915430"/>
              <a:ext cx="48591" cy="70252"/>
            </a:xfrm>
            <a:custGeom>
              <a:avLst/>
              <a:gdLst>
                <a:gd name="connsiteX0" fmla="*/ 48563 w 48591"/>
                <a:gd name="connsiteY0" fmla="*/ 25564 h 70252"/>
                <a:gd name="connsiteX1" fmla="*/ 25560 w 48591"/>
                <a:gd name="connsiteY1" fmla="*/ 28 h 70252"/>
                <a:gd name="connsiteX2" fmla="*/ 0 w 48591"/>
                <a:gd name="connsiteY2" fmla="*/ 23011 h 70252"/>
                <a:gd name="connsiteX3" fmla="*/ 0 w 48591"/>
                <a:gd name="connsiteY3" fmla="*/ 25564 h 70252"/>
                <a:gd name="connsiteX4" fmla="*/ 24921 w 48591"/>
                <a:gd name="connsiteY4" fmla="*/ 70252 h 70252"/>
                <a:gd name="connsiteX5" fmla="*/ 48563 w 48591"/>
                <a:gd name="connsiteY5" fmla="*/ 25564 h 70252"/>
                <a:gd name="connsiteX6" fmla="*/ 24282 w 48591"/>
                <a:gd name="connsiteY6" fmla="*/ 15350 h 70252"/>
                <a:gd name="connsiteX7" fmla="*/ 34506 w 48591"/>
                <a:gd name="connsiteY7" fmla="*/ 25564 h 70252"/>
                <a:gd name="connsiteX8" fmla="*/ 24282 w 48591"/>
                <a:gd name="connsiteY8" fmla="*/ 35779 h 70252"/>
                <a:gd name="connsiteX9" fmla="*/ 14058 w 48591"/>
                <a:gd name="connsiteY9" fmla="*/ 25564 h 70252"/>
                <a:gd name="connsiteX10" fmla="*/ 24282 w 48591"/>
                <a:gd name="connsiteY10" fmla="*/ 15350 h 70252"/>
                <a:gd name="connsiteX11" fmla="*/ 24282 w 48591"/>
                <a:gd name="connsiteY11" fmla="*/ 15350 h 70252"/>
                <a:gd name="connsiteX12" fmla="*/ 24282 w 48591"/>
                <a:gd name="connsiteY12" fmla="*/ 15350 h 70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591" h="70252">
                  <a:moveTo>
                    <a:pt x="48563" y="25564"/>
                  </a:moveTo>
                  <a:cubicBezTo>
                    <a:pt x="49202" y="12158"/>
                    <a:pt x="38979" y="667"/>
                    <a:pt x="25560" y="28"/>
                  </a:cubicBezTo>
                  <a:cubicBezTo>
                    <a:pt x="12141" y="-610"/>
                    <a:pt x="639" y="9604"/>
                    <a:pt x="0" y="23011"/>
                  </a:cubicBezTo>
                  <a:cubicBezTo>
                    <a:pt x="0" y="23649"/>
                    <a:pt x="0" y="24926"/>
                    <a:pt x="0" y="25564"/>
                  </a:cubicBezTo>
                  <a:cubicBezTo>
                    <a:pt x="0" y="25564"/>
                    <a:pt x="639" y="44716"/>
                    <a:pt x="24921" y="70252"/>
                  </a:cubicBezTo>
                  <a:cubicBezTo>
                    <a:pt x="48563" y="44078"/>
                    <a:pt x="48563" y="25564"/>
                    <a:pt x="48563" y="25564"/>
                  </a:cubicBezTo>
                  <a:close/>
                  <a:moveTo>
                    <a:pt x="24282" y="15350"/>
                  </a:moveTo>
                  <a:cubicBezTo>
                    <a:pt x="30033" y="15350"/>
                    <a:pt x="34506" y="19819"/>
                    <a:pt x="34506" y="25564"/>
                  </a:cubicBezTo>
                  <a:cubicBezTo>
                    <a:pt x="34506" y="31310"/>
                    <a:pt x="30033" y="35779"/>
                    <a:pt x="24282" y="35779"/>
                  </a:cubicBezTo>
                  <a:cubicBezTo>
                    <a:pt x="18531" y="35779"/>
                    <a:pt x="14058" y="31310"/>
                    <a:pt x="14058" y="25564"/>
                  </a:cubicBezTo>
                  <a:cubicBezTo>
                    <a:pt x="14058" y="19819"/>
                    <a:pt x="18531" y="15350"/>
                    <a:pt x="24282" y="15350"/>
                  </a:cubicBezTo>
                  <a:cubicBezTo>
                    <a:pt x="24282" y="15350"/>
                    <a:pt x="24282" y="15350"/>
                    <a:pt x="24282" y="15350"/>
                  </a:cubicBezTo>
                  <a:lnTo>
                    <a:pt x="24282" y="15350"/>
                  </a:lnTo>
                  <a:close/>
                </a:path>
              </a:pathLst>
            </a:custGeom>
            <a:solidFill>
              <a:srgbClr val="046A38"/>
            </a:solidFill>
            <a:ln w="6390" cap="flat">
              <a:noFill/>
              <a:prstDash val="solid"/>
              <a:miter/>
            </a:ln>
          </p:spPr>
          <p:txBody>
            <a:bodyPr rtlCol="0" anchor="ctr"/>
            <a:lstStyle/>
            <a:p>
              <a:endParaRPr lang="en-US"/>
            </a:p>
          </p:txBody>
        </p:sp>
        <p:sp>
          <p:nvSpPr>
            <p:cNvPr id="568" name="Graphic 4">
              <a:extLst>
                <a:ext uri="{FF2B5EF4-FFF2-40B4-BE49-F238E27FC236}">
                  <a16:creationId xmlns:a16="http://schemas.microsoft.com/office/drawing/2014/main" id="{FDED897C-EED0-574A-84B4-6CB9142E53E7}"/>
                </a:ext>
              </a:extLst>
            </p:cNvPr>
            <p:cNvSpPr/>
            <p:nvPr/>
          </p:nvSpPr>
          <p:spPr>
            <a:xfrm>
              <a:off x="1030696" y="4052714"/>
              <a:ext cx="47285" cy="38303"/>
            </a:xfrm>
            <a:custGeom>
              <a:avLst/>
              <a:gdLst>
                <a:gd name="connsiteX0" fmla="*/ 34506 w 47285"/>
                <a:gd name="connsiteY0" fmla="*/ 0 h 38303"/>
                <a:gd name="connsiteX1" fmla="*/ 0 w 47285"/>
                <a:gd name="connsiteY1" fmla="*/ 0 h 38303"/>
                <a:gd name="connsiteX2" fmla="*/ 47285 w 47285"/>
                <a:gd name="connsiteY2" fmla="*/ 38304 h 38303"/>
                <a:gd name="connsiteX3" fmla="*/ 34506 w 47285"/>
                <a:gd name="connsiteY3" fmla="*/ 0 h 38303"/>
              </a:gdLst>
              <a:ahLst/>
              <a:cxnLst>
                <a:cxn ang="0">
                  <a:pos x="connsiteX0" y="connsiteY0"/>
                </a:cxn>
                <a:cxn ang="0">
                  <a:pos x="connsiteX1" y="connsiteY1"/>
                </a:cxn>
                <a:cxn ang="0">
                  <a:pos x="connsiteX2" y="connsiteY2"/>
                </a:cxn>
                <a:cxn ang="0">
                  <a:pos x="connsiteX3" y="connsiteY3"/>
                </a:cxn>
              </a:cxnLst>
              <a:rect l="l" t="t" r="r" b="b"/>
              <a:pathLst>
                <a:path w="47285" h="38303">
                  <a:moveTo>
                    <a:pt x="34506" y="0"/>
                  </a:moveTo>
                  <a:lnTo>
                    <a:pt x="0" y="0"/>
                  </a:lnTo>
                  <a:cubicBezTo>
                    <a:pt x="10224" y="18513"/>
                    <a:pt x="26838" y="32558"/>
                    <a:pt x="47285" y="38304"/>
                  </a:cubicBezTo>
                  <a:cubicBezTo>
                    <a:pt x="40896" y="26174"/>
                    <a:pt x="36423" y="13406"/>
                    <a:pt x="34506" y="0"/>
                  </a:cubicBezTo>
                  <a:close/>
                </a:path>
              </a:pathLst>
            </a:custGeom>
            <a:solidFill>
              <a:srgbClr val="046A38"/>
            </a:solidFill>
            <a:ln w="6390" cap="flat">
              <a:noFill/>
              <a:prstDash val="solid"/>
              <a:miter/>
            </a:ln>
          </p:spPr>
          <p:txBody>
            <a:bodyPr rtlCol="0" anchor="ctr"/>
            <a:lstStyle/>
            <a:p>
              <a:endParaRPr lang="en-US"/>
            </a:p>
          </p:txBody>
        </p:sp>
        <p:sp>
          <p:nvSpPr>
            <p:cNvPr id="569" name="Graphic 4">
              <a:extLst>
                <a:ext uri="{FF2B5EF4-FFF2-40B4-BE49-F238E27FC236}">
                  <a16:creationId xmlns:a16="http://schemas.microsoft.com/office/drawing/2014/main" id="{736233BA-2E88-BC44-9E24-986F11ECCEB4}"/>
                </a:ext>
              </a:extLst>
            </p:cNvPr>
            <p:cNvSpPr/>
            <p:nvPr/>
          </p:nvSpPr>
          <p:spPr>
            <a:xfrm>
              <a:off x="1122711" y="4052714"/>
              <a:ext cx="47285" cy="38303"/>
            </a:xfrm>
            <a:custGeom>
              <a:avLst/>
              <a:gdLst>
                <a:gd name="connsiteX0" fmla="*/ 12780 w 47285"/>
                <a:gd name="connsiteY0" fmla="*/ 0 h 38303"/>
                <a:gd name="connsiteX1" fmla="*/ 0 w 47285"/>
                <a:gd name="connsiteY1" fmla="*/ 38304 h 38303"/>
                <a:gd name="connsiteX2" fmla="*/ 47286 w 47285"/>
                <a:gd name="connsiteY2" fmla="*/ 0 h 38303"/>
                <a:gd name="connsiteX3" fmla="*/ 12780 w 47285"/>
                <a:gd name="connsiteY3" fmla="*/ 0 h 38303"/>
              </a:gdLst>
              <a:ahLst/>
              <a:cxnLst>
                <a:cxn ang="0">
                  <a:pos x="connsiteX0" y="connsiteY0"/>
                </a:cxn>
                <a:cxn ang="0">
                  <a:pos x="connsiteX1" y="connsiteY1"/>
                </a:cxn>
                <a:cxn ang="0">
                  <a:pos x="connsiteX2" y="connsiteY2"/>
                </a:cxn>
                <a:cxn ang="0">
                  <a:pos x="connsiteX3" y="connsiteY3"/>
                </a:cxn>
              </a:cxnLst>
              <a:rect l="l" t="t" r="r" b="b"/>
              <a:pathLst>
                <a:path w="47285" h="38303">
                  <a:moveTo>
                    <a:pt x="12780" y="0"/>
                  </a:moveTo>
                  <a:cubicBezTo>
                    <a:pt x="10863" y="13406"/>
                    <a:pt x="6390" y="26174"/>
                    <a:pt x="0" y="38304"/>
                  </a:cubicBezTo>
                  <a:cubicBezTo>
                    <a:pt x="20448" y="32558"/>
                    <a:pt x="37062" y="18513"/>
                    <a:pt x="47286" y="0"/>
                  </a:cubicBezTo>
                  <a:lnTo>
                    <a:pt x="12780" y="0"/>
                  </a:lnTo>
                  <a:close/>
                </a:path>
              </a:pathLst>
            </a:custGeom>
            <a:solidFill>
              <a:srgbClr val="046A38"/>
            </a:solidFill>
            <a:ln w="6390" cap="flat">
              <a:noFill/>
              <a:prstDash val="solid"/>
              <a:miter/>
            </a:ln>
          </p:spPr>
          <p:txBody>
            <a:bodyPr rtlCol="0" anchor="ctr"/>
            <a:lstStyle/>
            <a:p>
              <a:endParaRPr lang="en-US"/>
            </a:p>
          </p:txBody>
        </p:sp>
        <p:sp>
          <p:nvSpPr>
            <p:cNvPr id="570" name="Graphic 4">
              <a:extLst>
                <a:ext uri="{FF2B5EF4-FFF2-40B4-BE49-F238E27FC236}">
                  <a16:creationId xmlns:a16="http://schemas.microsoft.com/office/drawing/2014/main" id="{A625DDB7-E734-0F49-81CB-3E7B410CB7C9}"/>
                </a:ext>
              </a:extLst>
            </p:cNvPr>
            <p:cNvSpPr/>
            <p:nvPr/>
          </p:nvSpPr>
          <p:spPr>
            <a:xfrm>
              <a:off x="905454" y="3824168"/>
              <a:ext cx="362309" cy="361971"/>
            </a:xfrm>
            <a:custGeom>
              <a:avLst/>
              <a:gdLst>
                <a:gd name="connsiteX0" fmla="*/ 180835 w 362309"/>
                <a:gd name="connsiteY0" fmla="*/ 0 h 361971"/>
                <a:gd name="connsiteX1" fmla="*/ 0 w 362309"/>
                <a:gd name="connsiteY1" fmla="*/ 180667 h 361971"/>
                <a:gd name="connsiteX2" fmla="*/ 180835 w 362309"/>
                <a:gd name="connsiteY2" fmla="*/ 361971 h 361971"/>
                <a:gd name="connsiteX3" fmla="*/ 362309 w 362309"/>
                <a:gd name="connsiteY3" fmla="*/ 180667 h 361971"/>
                <a:gd name="connsiteX4" fmla="*/ 362309 w 362309"/>
                <a:gd name="connsiteY4" fmla="*/ 180667 h 361971"/>
                <a:gd name="connsiteX5" fmla="*/ 180835 w 362309"/>
                <a:gd name="connsiteY5" fmla="*/ 0 h 361971"/>
                <a:gd name="connsiteX6" fmla="*/ 113102 w 362309"/>
                <a:gd name="connsiteY6" fmla="*/ 79161 h 361971"/>
                <a:gd name="connsiteX7" fmla="*/ 150164 w 362309"/>
                <a:gd name="connsiteY7" fmla="*/ 116188 h 361971"/>
                <a:gd name="connsiteX8" fmla="*/ 117575 w 362309"/>
                <a:gd name="connsiteY8" fmla="*/ 174921 h 361971"/>
                <a:gd name="connsiteX9" fmla="*/ 108629 w 362309"/>
                <a:gd name="connsiteY9" fmla="*/ 174921 h 361971"/>
                <a:gd name="connsiteX10" fmla="*/ 76040 w 362309"/>
                <a:gd name="connsiteY10" fmla="*/ 116188 h 361971"/>
                <a:gd name="connsiteX11" fmla="*/ 113102 w 362309"/>
                <a:gd name="connsiteY11" fmla="*/ 79161 h 361971"/>
                <a:gd name="connsiteX12" fmla="*/ 194893 w 362309"/>
                <a:gd name="connsiteY12" fmla="*/ 282810 h 361971"/>
                <a:gd name="connsiteX13" fmla="*/ 103517 w 362309"/>
                <a:gd name="connsiteY13" fmla="*/ 199819 h 361971"/>
                <a:gd name="connsiteX14" fmla="*/ 109268 w 362309"/>
                <a:gd name="connsiteY14" fmla="*/ 192796 h 361971"/>
                <a:gd name="connsiteX15" fmla="*/ 116297 w 362309"/>
                <a:gd name="connsiteY15" fmla="*/ 198542 h 361971"/>
                <a:gd name="connsiteX16" fmla="*/ 120131 w 362309"/>
                <a:gd name="connsiteY16" fmla="*/ 215779 h 361971"/>
                <a:gd name="connsiteX17" fmla="*/ 157831 w 362309"/>
                <a:gd name="connsiteY17" fmla="*/ 215779 h 361971"/>
                <a:gd name="connsiteX18" fmla="*/ 157831 w 362309"/>
                <a:gd name="connsiteY18" fmla="*/ 166622 h 361971"/>
                <a:gd name="connsiteX19" fmla="*/ 155915 w 362309"/>
                <a:gd name="connsiteY19" fmla="*/ 166622 h 361971"/>
                <a:gd name="connsiteX20" fmla="*/ 149525 w 362309"/>
                <a:gd name="connsiteY20" fmla="*/ 160238 h 361971"/>
                <a:gd name="connsiteX21" fmla="*/ 155915 w 362309"/>
                <a:gd name="connsiteY21" fmla="*/ 153854 h 361971"/>
                <a:gd name="connsiteX22" fmla="*/ 159748 w 362309"/>
                <a:gd name="connsiteY22" fmla="*/ 153854 h 361971"/>
                <a:gd name="connsiteX23" fmla="*/ 172528 w 362309"/>
                <a:gd name="connsiteY23" fmla="*/ 115550 h 361971"/>
                <a:gd name="connsiteX24" fmla="*/ 165499 w 362309"/>
                <a:gd name="connsiteY24" fmla="*/ 109804 h 361971"/>
                <a:gd name="connsiteX25" fmla="*/ 169333 w 362309"/>
                <a:gd name="connsiteY25" fmla="*/ 103420 h 361971"/>
                <a:gd name="connsiteX26" fmla="*/ 282435 w 362309"/>
                <a:gd name="connsiteY26" fmla="*/ 165984 h 361971"/>
                <a:gd name="connsiteX27" fmla="*/ 219814 w 362309"/>
                <a:gd name="connsiteY27" fmla="*/ 278980 h 361971"/>
                <a:gd name="connsiteX28" fmla="*/ 194893 w 362309"/>
                <a:gd name="connsiteY28" fmla="*/ 282810 h 361971"/>
                <a:gd name="connsiteX29" fmla="*/ 194893 w 362309"/>
                <a:gd name="connsiteY29" fmla="*/ 28281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2309" h="361971">
                  <a:moveTo>
                    <a:pt x="180835" y="0"/>
                  </a:moveTo>
                  <a:cubicBezTo>
                    <a:pt x="80513" y="0"/>
                    <a:pt x="0" y="81076"/>
                    <a:pt x="0" y="180667"/>
                  </a:cubicBezTo>
                  <a:cubicBezTo>
                    <a:pt x="0" y="280895"/>
                    <a:pt x="81152" y="361971"/>
                    <a:pt x="180835" y="361971"/>
                  </a:cubicBezTo>
                  <a:cubicBezTo>
                    <a:pt x="280518" y="361971"/>
                    <a:pt x="362309" y="280895"/>
                    <a:pt x="362309" y="180667"/>
                  </a:cubicBezTo>
                  <a:lnTo>
                    <a:pt x="362309" y="180667"/>
                  </a:lnTo>
                  <a:cubicBezTo>
                    <a:pt x="361670" y="81076"/>
                    <a:pt x="281157" y="0"/>
                    <a:pt x="180835" y="0"/>
                  </a:cubicBezTo>
                  <a:close/>
                  <a:moveTo>
                    <a:pt x="113102" y="79161"/>
                  </a:moveTo>
                  <a:cubicBezTo>
                    <a:pt x="133550" y="79161"/>
                    <a:pt x="150164" y="95760"/>
                    <a:pt x="150164" y="116188"/>
                  </a:cubicBezTo>
                  <a:cubicBezTo>
                    <a:pt x="150164" y="117465"/>
                    <a:pt x="150164" y="142363"/>
                    <a:pt x="117575" y="174921"/>
                  </a:cubicBezTo>
                  <a:cubicBezTo>
                    <a:pt x="115019" y="177475"/>
                    <a:pt x="111185" y="177475"/>
                    <a:pt x="108629" y="174921"/>
                  </a:cubicBezTo>
                  <a:cubicBezTo>
                    <a:pt x="76040" y="142363"/>
                    <a:pt x="76040" y="117465"/>
                    <a:pt x="76040" y="116188"/>
                  </a:cubicBezTo>
                  <a:cubicBezTo>
                    <a:pt x="76040" y="95760"/>
                    <a:pt x="92654" y="79161"/>
                    <a:pt x="113102" y="79161"/>
                  </a:cubicBezTo>
                  <a:close/>
                  <a:moveTo>
                    <a:pt x="194893" y="282810"/>
                  </a:moveTo>
                  <a:cubicBezTo>
                    <a:pt x="147608" y="282810"/>
                    <a:pt x="107990" y="247060"/>
                    <a:pt x="103517" y="199819"/>
                  </a:cubicBezTo>
                  <a:cubicBezTo>
                    <a:pt x="103517" y="195988"/>
                    <a:pt x="106073" y="193435"/>
                    <a:pt x="109268" y="192796"/>
                  </a:cubicBezTo>
                  <a:cubicBezTo>
                    <a:pt x="113102" y="192796"/>
                    <a:pt x="115658" y="195350"/>
                    <a:pt x="116297" y="198542"/>
                  </a:cubicBezTo>
                  <a:cubicBezTo>
                    <a:pt x="116936" y="204287"/>
                    <a:pt x="118214" y="210033"/>
                    <a:pt x="120131" y="215779"/>
                  </a:cubicBezTo>
                  <a:lnTo>
                    <a:pt x="157831" y="215779"/>
                  </a:lnTo>
                  <a:cubicBezTo>
                    <a:pt x="155915" y="199180"/>
                    <a:pt x="155915" y="183220"/>
                    <a:pt x="157831" y="166622"/>
                  </a:cubicBezTo>
                  <a:lnTo>
                    <a:pt x="155915" y="166622"/>
                  </a:lnTo>
                  <a:cubicBezTo>
                    <a:pt x="152081" y="166622"/>
                    <a:pt x="149525" y="164068"/>
                    <a:pt x="149525" y="160238"/>
                  </a:cubicBezTo>
                  <a:cubicBezTo>
                    <a:pt x="149525" y="156408"/>
                    <a:pt x="152081" y="153854"/>
                    <a:pt x="155915" y="153854"/>
                  </a:cubicBezTo>
                  <a:lnTo>
                    <a:pt x="159748" y="153854"/>
                  </a:lnTo>
                  <a:cubicBezTo>
                    <a:pt x="161665" y="140448"/>
                    <a:pt x="166138" y="127680"/>
                    <a:pt x="172528" y="115550"/>
                  </a:cubicBezTo>
                  <a:cubicBezTo>
                    <a:pt x="168694" y="115550"/>
                    <a:pt x="166138" y="112996"/>
                    <a:pt x="165499" y="109804"/>
                  </a:cubicBezTo>
                  <a:cubicBezTo>
                    <a:pt x="165499" y="107251"/>
                    <a:pt x="166777" y="104059"/>
                    <a:pt x="169333" y="103420"/>
                  </a:cubicBezTo>
                  <a:cubicBezTo>
                    <a:pt x="217897" y="89376"/>
                    <a:pt x="268377" y="117465"/>
                    <a:pt x="282435" y="165984"/>
                  </a:cubicBezTo>
                  <a:cubicBezTo>
                    <a:pt x="296493" y="214502"/>
                    <a:pt x="268377" y="264935"/>
                    <a:pt x="219814" y="278980"/>
                  </a:cubicBezTo>
                  <a:cubicBezTo>
                    <a:pt x="212146" y="281533"/>
                    <a:pt x="203200" y="282810"/>
                    <a:pt x="194893" y="282810"/>
                  </a:cubicBezTo>
                  <a:lnTo>
                    <a:pt x="194893" y="282810"/>
                  </a:lnTo>
                  <a:close/>
                </a:path>
              </a:pathLst>
            </a:custGeom>
            <a:solidFill>
              <a:srgbClr val="046A38"/>
            </a:solidFill>
            <a:ln w="6390" cap="flat">
              <a:noFill/>
              <a:prstDash val="solid"/>
              <a:miter/>
            </a:ln>
          </p:spPr>
          <p:txBody>
            <a:bodyPr rtlCol="0" anchor="ctr"/>
            <a:lstStyle/>
            <a:p>
              <a:endParaRPr lang="en-US"/>
            </a:p>
          </p:txBody>
        </p:sp>
        <p:sp>
          <p:nvSpPr>
            <p:cNvPr id="571" name="Graphic 4">
              <a:extLst>
                <a:ext uri="{FF2B5EF4-FFF2-40B4-BE49-F238E27FC236}">
                  <a16:creationId xmlns:a16="http://schemas.microsoft.com/office/drawing/2014/main" id="{A452AC79-6EE8-D146-BDF4-D78823E1493D}"/>
                </a:ext>
              </a:extLst>
            </p:cNvPr>
            <p:cNvSpPr/>
            <p:nvPr/>
          </p:nvSpPr>
          <p:spPr>
            <a:xfrm>
              <a:off x="1074627" y="3990789"/>
              <a:ext cx="51279" cy="49156"/>
            </a:xfrm>
            <a:custGeom>
              <a:avLst/>
              <a:gdLst>
                <a:gd name="connsiteX0" fmla="*/ 51279 w 51279"/>
                <a:gd name="connsiteY0" fmla="*/ 24259 h 49156"/>
                <a:gd name="connsiteX1" fmla="*/ 50001 w 51279"/>
                <a:gd name="connsiteY1" fmla="*/ 0 h 49156"/>
                <a:gd name="connsiteX2" fmla="*/ 1438 w 51279"/>
                <a:gd name="connsiteY2" fmla="*/ 0 h 49156"/>
                <a:gd name="connsiteX3" fmla="*/ 1438 w 51279"/>
                <a:gd name="connsiteY3" fmla="*/ 49157 h 49156"/>
                <a:gd name="connsiteX4" fmla="*/ 50001 w 51279"/>
                <a:gd name="connsiteY4" fmla="*/ 49157 h 49156"/>
                <a:gd name="connsiteX5" fmla="*/ 51279 w 51279"/>
                <a:gd name="connsiteY5" fmla="*/ 24259 h 49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279" h="49156">
                  <a:moveTo>
                    <a:pt x="51279" y="24259"/>
                  </a:moveTo>
                  <a:cubicBezTo>
                    <a:pt x="51279" y="15960"/>
                    <a:pt x="50640" y="7661"/>
                    <a:pt x="50001" y="0"/>
                  </a:cubicBezTo>
                  <a:lnTo>
                    <a:pt x="1438" y="0"/>
                  </a:lnTo>
                  <a:cubicBezTo>
                    <a:pt x="-479" y="16598"/>
                    <a:pt x="-479" y="32558"/>
                    <a:pt x="1438" y="49157"/>
                  </a:cubicBezTo>
                  <a:lnTo>
                    <a:pt x="50001" y="49157"/>
                  </a:lnTo>
                  <a:cubicBezTo>
                    <a:pt x="50640" y="40858"/>
                    <a:pt x="51279" y="32558"/>
                    <a:pt x="51279" y="24259"/>
                  </a:cubicBezTo>
                  <a:close/>
                </a:path>
              </a:pathLst>
            </a:custGeom>
            <a:solidFill>
              <a:srgbClr val="046A38"/>
            </a:solidFill>
            <a:ln w="6390" cap="flat">
              <a:noFill/>
              <a:prstDash val="solid"/>
              <a:miter/>
            </a:ln>
          </p:spPr>
          <p:txBody>
            <a:bodyPr rtlCol="0" anchor="ctr"/>
            <a:lstStyle/>
            <a:p>
              <a:endParaRPr lang="en-US"/>
            </a:p>
          </p:txBody>
        </p:sp>
        <p:sp>
          <p:nvSpPr>
            <p:cNvPr id="572" name="Graphic 4">
              <a:extLst>
                <a:ext uri="{FF2B5EF4-FFF2-40B4-BE49-F238E27FC236}">
                  <a16:creationId xmlns:a16="http://schemas.microsoft.com/office/drawing/2014/main" id="{CDBBE22A-01A3-6D4B-B4D6-10BC75CCB5C5}"/>
                </a:ext>
              </a:extLst>
            </p:cNvPr>
            <p:cNvSpPr/>
            <p:nvPr/>
          </p:nvSpPr>
          <p:spPr>
            <a:xfrm>
              <a:off x="1077982" y="4052714"/>
              <a:ext cx="44729" cy="41495"/>
            </a:xfrm>
            <a:custGeom>
              <a:avLst/>
              <a:gdLst>
                <a:gd name="connsiteX0" fmla="*/ 0 w 44729"/>
                <a:gd name="connsiteY0" fmla="*/ 0 h 41495"/>
                <a:gd name="connsiteX1" fmla="*/ 22365 w 44729"/>
                <a:gd name="connsiteY1" fmla="*/ 41496 h 41495"/>
                <a:gd name="connsiteX2" fmla="*/ 44730 w 44729"/>
                <a:gd name="connsiteY2" fmla="*/ 0 h 41495"/>
                <a:gd name="connsiteX3" fmla="*/ 0 w 44729"/>
                <a:gd name="connsiteY3" fmla="*/ 0 h 41495"/>
              </a:gdLst>
              <a:ahLst/>
              <a:cxnLst>
                <a:cxn ang="0">
                  <a:pos x="connsiteX0" y="connsiteY0"/>
                </a:cxn>
                <a:cxn ang="0">
                  <a:pos x="connsiteX1" y="connsiteY1"/>
                </a:cxn>
                <a:cxn ang="0">
                  <a:pos x="connsiteX2" y="connsiteY2"/>
                </a:cxn>
                <a:cxn ang="0">
                  <a:pos x="connsiteX3" y="connsiteY3"/>
                </a:cxn>
              </a:cxnLst>
              <a:rect l="l" t="t" r="r" b="b"/>
              <a:pathLst>
                <a:path w="44729" h="41495">
                  <a:moveTo>
                    <a:pt x="0" y="0"/>
                  </a:moveTo>
                  <a:cubicBezTo>
                    <a:pt x="5112" y="26174"/>
                    <a:pt x="14697" y="41496"/>
                    <a:pt x="22365" y="41496"/>
                  </a:cubicBezTo>
                  <a:cubicBezTo>
                    <a:pt x="30033" y="41496"/>
                    <a:pt x="39618" y="26174"/>
                    <a:pt x="44730" y="0"/>
                  </a:cubicBezTo>
                  <a:lnTo>
                    <a:pt x="0" y="0"/>
                  </a:lnTo>
                  <a:close/>
                </a:path>
              </a:pathLst>
            </a:custGeom>
            <a:solidFill>
              <a:srgbClr val="046A38"/>
            </a:solidFill>
            <a:ln w="6390" cap="flat">
              <a:noFill/>
              <a:prstDash val="solid"/>
              <a:miter/>
            </a:ln>
          </p:spPr>
          <p:txBody>
            <a:bodyPr rtlCol="0" anchor="ctr"/>
            <a:lstStyle/>
            <a:p>
              <a:endParaRPr lang="en-US"/>
            </a:p>
          </p:txBody>
        </p:sp>
      </p:grpSp>
      <p:grpSp>
        <p:nvGrpSpPr>
          <p:cNvPr id="573" name="Graphic 4">
            <a:extLst>
              <a:ext uri="{FF2B5EF4-FFF2-40B4-BE49-F238E27FC236}">
                <a16:creationId xmlns:a16="http://schemas.microsoft.com/office/drawing/2014/main" id="{7ABBA147-BB6F-DF4C-A9ED-F493F459DB9E}"/>
              </a:ext>
            </a:extLst>
          </p:cNvPr>
          <p:cNvGrpSpPr>
            <a:grpSpLocks noChangeAspect="1"/>
          </p:cNvGrpSpPr>
          <p:nvPr/>
        </p:nvGrpSpPr>
        <p:grpSpPr>
          <a:xfrm>
            <a:off x="905454" y="4308712"/>
            <a:ext cx="362309" cy="361971"/>
            <a:chOff x="905454" y="4308712"/>
            <a:chExt cx="362309" cy="361971"/>
          </a:xfrm>
          <a:solidFill>
            <a:srgbClr val="046A38"/>
          </a:solidFill>
        </p:grpSpPr>
        <p:sp>
          <p:nvSpPr>
            <p:cNvPr id="574" name="Graphic 4">
              <a:extLst>
                <a:ext uri="{FF2B5EF4-FFF2-40B4-BE49-F238E27FC236}">
                  <a16:creationId xmlns:a16="http://schemas.microsoft.com/office/drawing/2014/main" id="{FA829079-C9CD-5440-93DC-62085909A854}"/>
                </a:ext>
              </a:extLst>
            </p:cNvPr>
            <p:cNvSpPr/>
            <p:nvPr/>
          </p:nvSpPr>
          <p:spPr>
            <a:xfrm>
              <a:off x="983411" y="4499593"/>
              <a:ext cx="20447" cy="70223"/>
            </a:xfrm>
            <a:custGeom>
              <a:avLst/>
              <a:gdLst>
                <a:gd name="connsiteX0" fmla="*/ 0 w 20447"/>
                <a:gd name="connsiteY0" fmla="*/ 0 h 70223"/>
                <a:gd name="connsiteX1" fmla="*/ 20448 w 20447"/>
                <a:gd name="connsiteY1" fmla="*/ 0 h 70223"/>
                <a:gd name="connsiteX2" fmla="*/ 20448 w 20447"/>
                <a:gd name="connsiteY2" fmla="*/ 70224 h 70223"/>
                <a:gd name="connsiteX3" fmla="*/ 0 w 20447"/>
                <a:gd name="connsiteY3" fmla="*/ 70224 h 70223"/>
              </a:gdLst>
              <a:ahLst/>
              <a:cxnLst>
                <a:cxn ang="0">
                  <a:pos x="connsiteX0" y="connsiteY0"/>
                </a:cxn>
                <a:cxn ang="0">
                  <a:pos x="connsiteX1" y="connsiteY1"/>
                </a:cxn>
                <a:cxn ang="0">
                  <a:pos x="connsiteX2" y="connsiteY2"/>
                </a:cxn>
                <a:cxn ang="0">
                  <a:pos x="connsiteX3" y="connsiteY3"/>
                </a:cxn>
              </a:cxnLst>
              <a:rect l="l" t="t" r="r" b="b"/>
              <a:pathLst>
                <a:path w="20447" h="70223">
                  <a:moveTo>
                    <a:pt x="0" y="0"/>
                  </a:moveTo>
                  <a:lnTo>
                    <a:pt x="20448" y="0"/>
                  </a:lnTo>
                  <a:lnTo>
                    <a:pt x="20448" y="70224"/>
                  </a:lnTo>
                  <a:lnTo>
                    <a:pt x="0" y="70224"/>
                  </a:lnTo>
                  <a:close/>
                </a:path>
              </a:pathLst>
            </a:custGeom>
            <a:solidFill>
              <a:srgbClr val="046A38"/>
            </a:solidFill>
            <a:ln w="6390" cap="flat">
              <a:noFill/>
              <a:prstDash val="solid"/>
              <a:miter/>
            </a:ln>
          </p:spPr>
          <p:txBody>
            <a:bodyPr rtlCol="0" anchor="ctr"/>
            <a:lstStyle/>
            <a:p>
              <a:endParaRPr lang="en-US"/>
            </a:p>
          </p:txBody>
        </p:sp>
        <p:sp>
          <p:nvSpPr>
            <p:cNvPr id="575" name="Graphic 4">
              <a:extLst>
                <a:ext uri="{FF2B5EF4-FFF2-40B4-BE49-F238E27FC236}">
                  <a16:creationId xmlns:a16="http://schemas.microsoft.com/office/drawing/2014/main" id="{ED275085-854B-BC4F-833C-42AA29A58B5D}"/>
                </a:ext>
              </a:extLst>
            </p:cNvPr>
            <p:cNvSpPr/>
            <p:nvPr/>
          </p:nvSpPr>
          <p:spPr>
            <a:xfrm>
              <a:off x="1016638" y="4466396"/>
              <a:ext cx="45368" cy="20428"/>
            </a:xfrm>
            <a:custGeom>
              <a:avLst/>
              <a:gdLst>
                <a:gd name="connsiteX0" fmla="*/ 0 w 45368"/>
                <a:gd name="connsiteY0" fmla="*/ 0 h 20428"/>
                <a:gd name="connsiteX1" fmla="*/ 45369 w 45368"/>
                <a:gd name="connsiteY1" fmla="*/ 0 h 20428"/>
                <a:gd name="connsiteX2" fmla="*/ 45369 w 45368"/>
                <a:gd name="connsiteY2" fmla="*/ 20429 h 20428"/>
                <a:gd name="connsiteX3" fmla="*/ 0 w 45368"/>
                <a:gd name="connsiteY3" fmla="*/ 20429 h 20428"/>
              </a:gdLst>
              <a:ahLst/>
              <a:cxnLst>
                <a:cxn ang="0">
                  <a:pos x="connsiteX0" y="connsiteY0"/>
                </a:cxn>
                <a:cxn ang="0">
                  <a:pos x="connsiteX1" y="connsiteY1"/>
                </a:cxn>
                <a:cxn ang="0">
                  <a:pos x="connsiteX2" y="connsiteY2"/>
                </a:cxn>
                <a:cxn ang="0">
                  <a:pos x="connsiteX3" y="connsiteY3"/>
                </a:cxn>
              </a:cxnLst>
              <a:rect l="l" t="t" r="r" b="b"/>
              <a:pathLst>
                <a:path w="45368" h="20428">
                  <a:moveTo>
                    <a:pt x="0" y="0"/>
                  </a:moveTo>
                  <a:lnTo>
                    <a:pt x="45369" y="0"/>
                  </a:lnTo>
                  <a:lnTo>
                    <a:pt x="45369" y="20429"/>
                  </a:lnTo>
                  <a:lnTo>
                    <a:pt x="0" y="20429"/>
                  </a:lnTo>
                  <a:close/>
                </a:path>
              </a:pathLst>
            </a:custGeom>
            <a:solidFill>
              <a:srgbClr val="046A38"/>
            </a:solidFill>
            <a:ln w="6390" cap="flat">
              <a:noFill/>
              <a:prstDash val="solid"/>
              <a:miter/>
            </a:ln>
          </p:spPr>
          <p:txBody>
            <a:bodyPr rtlCol="0" anchor="ctr"/>
            <a:lstStyle/>
            <a:p>
              <a:endParaRPr lang="en-US"/>
            </a:p>
          </p:txBody>
        </p:sp>
        <p:sp>
          <p:nvSpPr>
            <p:cNvPr id="576" name="Graphic 4">
              <a:extLst>
                <a:ext uri="{FF2B5EF4-FFF2-40B4-BE49-F238E27FC236}">
                  <a16:creationId xmlns:a16="http://schemas.microsoft.com/office/drawing/2014/main" id="{24C59B56-E71C-4544-AEFF-1919D23F7044}"/>
                </a:ext>
              </a:extLst>
            </p:cNvPr>
            <p:cNvSpPr/>
            <p:nvPr/>
          </p:nvSpPr>
          <p:spPr>
            <a:xfrm>
              <a:off x="1016638" y="4499593"/>
              <a:ext cx="45368" cy="70223"/>
            </a:xfrm>
            <a:custGeom>
              <a:avLst/>
              <a:gdLst>
                <a:gd name="connsiteX0" fmla="*/ 0 w 45368"/>
                <a:gd name="connsiteY0" fmla="*/ 0 h 70223"/>
                <a:gd name="connsiteX1" fmla="*/ 45369 w 45368"/>
                <a:gd name="connsiteY1" fmla="*/ 0 h 70223"/>
                <a:gd name="connsiteX2" fmla="*/ 45369 w 45368"/>
                <a:gd name="connsiteY2" fmla="*/ 70224 h 70223"/>
                <a:gd name="connsiteX3" fmla="*/ 0 w 45368"/>
                <a:gd name="connsiteY3" fmla="*/ 70224 h 70223"/>
              </a:gdLst>
              <a:ahLst/>
              <a:cxnLst>
                <a:cxn ang="0">
                  <a:pos x="connsiteX0" y="connsiteY0"/>
                </a:cxn>
                <a:cxn ang="0">
                  <a:pos x="connsiteX1" y="connsiteY1"/>
                </a:cxn>
                <a:cxn ang="0">
                  <a:pos x="connsiteX2" y="connsiteY2"/>
                </a:cxn>
                <a:cxn ang="0">
                  <a:pos x="connsiteX3" y="connsiteY3"/>
                </a:cxn>
              </a:cxnLst>
              <a:rect l="l" t="t" r="r" b="b"/>
              <a:pathLst>
                <a:path w="45368" h="70223">
                  <a:moveTo>
                    <a:pt x="0" y="0"/>
                  </a:moveTo>
                  <a:lnTo>
                    <a:pt x="45369" y="0"/>
                  </a:lnTo>
                  <a:lnTo>
                    <a:pt x="45369" y="70224"/>
                  </a:lnTo>
                  <a:lnTo>
                    <a:pt x="0" y="70224"/>
                  </a:lnTo>
                  <a:close/>
                </a:path>
              </a:pathLst>
            </a:custGeom>
            <a:solidFill>
              <a:srgbClr val="046A38"/>
            </a:solidFill>
            <a:ln w="6390" cap="flat">
              <a:noFill/>
              <a:prstDash val="solid"/>
              <a:miter/>
            </a:ln>
          </p:spPr>
          <p:txBody>
            <a:bodyPr rtlCol="0" anchor="ctr"/>
            <a:lstStyle/>
            <a:p>
              <a:endParaRPr lang="en-US"/>
            </a:p>
          </p:txBody>
        </p:sp>
        <p:sp>
          <p:nvSpPr>
            <p:cNvPr id="577" name="Graphic 4">
              <a:extLst>
                <a:ext uri="{FF2B5EF4-FFF2-40B4-BE49-F238E27FC236}">
                  <a16:creationId xmlns:a16="http://schemas.microsoft.com/office/drawing/2014/main" id="{1585CAB7-858B-D04E-A1DF-1C5807308D69}"/>
                </a:ext>
              </a:extLst>
            </p:cNvPr>
            <p:cNvSpPr/>
            <p:nvPr/>
          </p:nvSpPr>
          <p:spPr>
            <a:xfrm>
              <a:off x="1074148" y="4499593"/>
              <a:ext cx="20447" cy="70223"/>
            </a:xfrm>
            <a:custGeom>
              <a:avLst/>
              <a:gdLst>
                <a:gd name="connsiteX0" fmla="*/ 0 w 20447"/>
                <a:gd name="connsiteY0" fmla="*/ 0 h 70223"/>
                <a:gd name="connsiteX1" fmla="*/ 20448 w 20447"/>
                <a:gd name="connsiteY1" fmla="*/ 0 h 70223"/>
                <a:gd name="connsiteX2" fmla="*/ 20448 w 20447"/>
                <a:gd name="connsiteY2" fmla="*/ 70224 h 70223"/>
                <a:gd name="connsiteX3" fmla="*/ 0 w 20447"/>
                <a:gd name="connsiteY3" fmla="*/ 70224 h 70223"/>
              </a:gdLst>
              <a:ahLst/>
              <a:cxnLst>
                <a:cxn ang="0">
                  <a:pos x="connsiteX0" y="connsiteY0"/>
                </a:cxn>
                <a:cxn ang="0">
                  <a:pos x="connsiteX1" y="connsiteY1"/>
                </a:cxn>
                <a:cxn ang="0">
                  <a:pos x="connsiteX2" y="connsiteY2"/>
                </a:cxn>
                <a:cxn ang="0">
                  <a:pos x="connsiteX3" y="connsiteY3"/>
                </a:cxn>
              </a:cxnLst>
              <a:rect l="l" t="t" r="r" b="b"/>
              <a:pathLst>
                <a:path w="20447" h="70223">
                  <a:moveTo>
                    <a:pt x="0" y="0"/>
                  </a:moveTo>
                  <a:lnTo>
                    <a:pt x="20448" y="0"/>
                  </a:lnTo>
                  <a:lnTo>
                    <a:pt x="20448" y="70224"/>
                  </a:lnTo>
                  <a:lnTo>
                    <a:pt x="0" y="70224"/>
                  </a:lnTo>
                  <a:close/>
                </a:path>
              </a:pathLst>
            </a:custGeom>
            <a:solidFill>
              <a:srgbClr val="046A38"/>
            </a:solidFill>
            <a:ln w="6390" cap="flat">
              <a:noFill/>
              <a:prstDash val="solid"/>
              <a:miter/>
            </a:ln>
          </p:spPr>
          <p:txBody>
            <a:bodyPr rtlCol="0" anchor="ctr"/>
            <a:lstStyle/>
            <a:p>
              <a:endParaRPr lang="en-US"/>
            </a:p>
          </p:txBody>
        </p:sp>
        <p:sp>
          <p:nvSpPr>
            <p:cNvPr id="578" name="Graphic 4">
              <a:extLst>
                <a:ext uri="{FF2B5EF4-FFF2-40B4-BE49-F238E27FC236}">
                  <a16:creationId xmlns:a16="http://schemas.microsoft.com/office/drawing/2014/main" id="{A2CCDE58-0432-4C4E-B449-2605F6EFEAFE}"/>
                </a:ext>
              </a:extLst>
            </p:cNvPr>
            <p:cNvSpPr/>
            <p:nvPr/>
          </p:nvSpPr>
          <p:spPr>
            <a:xfrm>
              <a:off x="1104820" y="4396811"/>
              <a:ext cx="65177" cy="65116"/>
            </a:xfrm>
            <a:custGeom>
              <a:avLst/>
              <a:gdLst>
                <a:gd name="connsiteX0" fmla="*/ 55593 w 65177"/>
                <a:gd name="connsiteY0" fmla="*/ 9576 h 65116"/>
                <a:gd name="connsiteX1" fmla="*/ 9585 w 65177"/>
                <a:gd name="connsiteY1" fmla="*/ 9576 h 65116"/>
                <a:gd name="connsiteX2" fmla="*/ 9585 w 65177"/>
                <a:gd name="connsiteY2" fmla="*/ 55541 h 65116"/>
                <a:gd name="connsiteX3" fmla="*/ 55593 w 65177"/>
                <a:gd name="connsiteY3" fmla="*/ 55541 h 65116"/>
                <a:gd name="connsiteX4" fmla="*/ 55593 w 65177"/>
                <a:gd name="connsiteY4" fmla="*/ 55541 h 65116"/>
                <a:gd name="connsiteX5" fmla="*/ 55593 w 65177"/>
                <a:gd name="connsiteY5" fmla="*/ 9576 h 65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77" h="65116">
                  <a:moveTo>
                    <a:pt x="55593" y="9576"/>
                  </a:moveTo>
                  <a:cubicBezTo>
                    <a:pt x="42813" y="-3192"/>
                    <a:pt x="22365" y="-3192"/>
                    <a:pt x="9585" y="9576"/>
                  </a:cubicBezTo>
                  <a:cubicBezTo>
                    <a:pt x="-3195" y="22344"/>
                    <a:pt x="-3195" y="42773"/>
                    <a:pt x="9585" y="55541"/>
                  </a:cubicBezTo>
                  <a:cubicBezTo>
                    <a:pt x="22365" y="68309"/>
                    <a:pt x="42813" y="68309"/>
                    <a:pt x="55593" y="55541"/>
                  </a:cubicBezTo>
                  <a:cubicBezTo>
                    <a:pt x="55593" y="55541"/>
                    <a:pt x="55593" y="55541"/>
                    <a:pt x="55593" y="55541"/>
                  </a:cubicBezTo>
                  <a:cubicBezTo>
                    <a:pt x="68372" y="42773"/>
                    <a:pt x="68372" y="22344"/>
                    <a:pt x="55593" y="9576"/>
                  </a:cubicBezTo>
                  <a:close/>
                </a:path>
              </a:pathLst>
            </a:custGeom>
            <a:solidFill>
              <a:srgbClr val="046A38"/>
            </a:solidFill>
            <a:ln w="6390" cap="flat">
              <a:noFill/>
              <a:prstDash val="solid"/>
              <a:miter/>
            </a:ln>
          </p:spPr>
          <p:txBody>
            <a:bodyPr rtlCol="0" anchor="ctr"/>
            <a:lstStyle/>
            <a:p>
              <a:endParaRPr lang="en-US"/>
            </a:p>
          </p:txBody>
        </p:sp>
        <p:sp>
          <p:nvSpPr>
            <p:cNvPr id="579" name="Graphic 4">
              <a:extLst>
                <a:ext uri="{FF2B5EF4-FFF2-40B4-BE49-F238E27FC236}">
                  <a16:creationId xmlns:a16="http://schemas.microsoft.com/office/drawing/2014/main" id="{7AF02EE7-CB1E-3544-890C-66D240ED2031}"/>
                </a:ext>
              </a:extLst>
            </p:cNvPr>
            <p:cNvSpPr/>
            <p:nvPr/>
          </p:nvSpPr>
          <p:spPr>
            <a:xfrm>
              <a:off x="905454" y="4308712"/>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01922 w 362309"/>
                <a:gd name="connsiteY6" fmla="*/ 266850 h 361971"/>
                <a:gd name="connsiteX7" fmla="*/ 195532 w 362309"/>
                <a:gd name="connsiteY7" fmla="*/ 273234 h 361971"/>
                <a:gd name="connsiteX8" fmla="*/ 71567 w 362309"/>
                <a:gd name="connsiteY8" fmla="*/ 273234 h 361971"/>
                <a:gd name="connsiteX9" fmla="*/ 65177 w 362309"/>
                <a:gd name="connsiteY9" fmla="*/ 266850 h 361971"/>
                <a:gd name="connsiteX10" fmla="*/ 65177 w 362309"/>
                <a:gd name="connsiteY10" fmla="*/ 183859 h 361971"/>
                <a:gd name="connsiteX11" fmla="*/ 71567 w 362309"/>
                <a:gd name="connsiteY11" fmla="*/ 177475 h 361971"/>
                <a:gd name="connsiteX12" fmla="*/ 98405 w 362309"/>
                <a:gd name="connsiteY12" fmla="*/ 177475 h 361971"/>
                <a:gd name="connsiteX13" fmla="*/ 98405 w 362309"/>
                <a:gd name="connsiteY13" fmla="*/ 151300 h 361971"/>
                <a:gd name="connsiteX14" fmla="*/ 104795 w 362309"/>
                <a:gd name="connsiteY14" fmla="*/ 144916 h 361971"/>
                <a:gd name="connsiteX15" fmla="*/ 162943 w 362309"/>
                <a:gd name="connsiteY15" fmla="*/ 144916 h 361971"/>
                <a:gd name="connsiteX16" fmla="*/ 169333 w 362309"/>
                <a:gd name="connsiteY16" fmla="*/ 151300 h 361971"/>
                <a:gd name="connsiteX17" fmla="*/ 169333 w 362309"/>
                <a:gd name="connsiteY17" fmla="*/ 178113 h 361971"/>
                <a:gd name="connsiteX18" fmla="*/ 196171 w 362309"/>
                <a:gd name="connsiteY18" fmla="*/ 178113 h 361971"/>
                <a:gd name="connsiteX19" fmla="*/ 202561 w 362309"/>
                <a:gd name="connsiteY19" fmla="*/ 184497 h 361971"/>
                <a:gd name="connsiteX20" fmla="*/ 201922 w 362309"/>
                <a:gd name="connsiteY20" fmla="*/ 266850 h 361971"/>
                <a:gd name="connsiteX21" fmla="*/ 307356 w 362309"/>
                <a:gd name="connsiteY21" fmla="*/ 197265 h 361971"/>
                <a:gd name="connsiteX22" fmla="*/ 302883 w 362309"/>
                <a:gd name="connsiteY22" fmla="*/ 199180 h 361971"/>
                <a:gd name="connsiteX23" fmla="*/ 298410 w 362309"/>
                <a:gd name="connsiteY23" fmla="*/ 197265 h 361971"/>
                <a:gd name="connsiteX24" fmla="*/ 258154 w 362309"/>
                <a:gd name="connsiteY24" fmla="*/ 157046 h 361971"/>
                <a:gd name="connsiteX25" fmla="*/ 194254 w 362309"/>
                <a:gd name="connsiteY25" fmla="*/ 148108 h 361971"/>
                <a:gd name="connsiteX26" fmla="*/ 203200 w 362309"/>
                <a:gd name="connsiteY26" fmla="*/ 84269 h 361971"/>
                <a:gd name="connsiteX27" fmla="*/ 267099 w 362309"/>
                <a:gd name="connsiteY27" fmla="*/ 93206 h 361971"/>
                <a:gd name="connsiteX28" fmla="*/ 267099 w 362309"/>
                <a:gd name="connsiteY28" fmla="*/ 147470 h 361971"/>
                <a:gd name="connsiteX29" fmla="*/ 307356 w 362309"/>
                <a:gd name="connsiteY29" fmla="*/ 187051 h 361971"/>
                <a:gd name="connsiteX30" fmla="*/ 307356 w 362309"/>
                <a:gd name="connsiteY30" fmla="*/ 197265 h 361971"/>
                <a:gd name="connsiteX31" fmla="*/ 307356 w 362309"/>
                <a:gd name="connsiteY31" fmla="*/ 197265 h 361971"/>
                <a:gd name="connsiteX32" fmla="*/ 307356 w 362309"/>
                <a:gd name="connsiteY32" fmla="*/ 1972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1077"/>
                    <a:pt x="281157" y="0"/>
                    <a:pt x="180835" y="0"/>
                  </a:cubicBezTo>
                  <a:close/>
                  <a:moveTo>
                    <a:pt x="201922" y="266850"/>
                  </a:moveTo>
                  <a:cubicBezTo>
                    <a:pt x="201922" y="270681"/>
                    <a:pt x="199366" y="273234"/>
                    <a:pt x="195532" y="273234"/>
                  </a:cubicBezTo>
                  <a:lnTo>
                    <a:pt x="71567" y="273234"/>
                  </a:lnTo>
                  <a:cubicBezTo>
                    <a:pt x="67733" y="273234"/>
                    <a:pt x="65177" y="270681"/>
                    <a:pt x="65177" y="266850"/>
                  </a:cubicBezTo>
                  <a:lnTo>
                    <a:pt x="65177" y="183859"/>
                  </a:lnTo>
                  <a:cubicBezTo>
                    <a:pt x="65177" y="180028"/>
                    <a:pt x="67733" y="177475"/>
                    <a:pt x="71567" y="177475"/>
                  </a:cubicBezTo>
                  <a:lnTo>
                    <a:pt x="98405" y="177475"/>
                  </a:lnTo>
                  <a:lnTo>
                    <a:pt x="98405" y="151300"/>
                  </a:lnTo>
                  <a:cubicBezTo>
                    <a:pt x="98405" y="147470"/>
                    <a:pt x="100961" y="144916"/>
                    <a:pt x="104795" y="144916"/>
                  </a:cubicBezTo>
                  <a:lnTo>
                    <a:pt x="162943" y="144916"/>
                  </a:lnTo>
                  <a:cubicBezTo>
                    <a:pt x="166777" y="144916"/>
                    <a:pt x="169333" y="147470"/>
                    <a:pt x="169333" y="151300"/>
                  </a:cubicBezTo>
                  <a:lnTo>
                    <a:pt x="169333" y="178113"/>
                  </a:lnTo>
                  <a:lnTo>
                    <a:pt x="196171" y="178113"/>
                  </a:lnTo>
                  <a:cubicBezTo>
                    <a:pt x="200005" y="178113"/>
                    <a:pt x="202561" y="180667"/>
                    <a:pt x="202561" y="184497"/>
                  </a:cubicBezTo>
                  <a:lnTo>
                    <a:pt x="201922" y="266850"/>
                  </a:lnTo>
                  <a:close/>
                  <a:moveTo>
                    <a:pt x="307356" y="197265"/>
                  </a:moveTo>
                  <a:cubicBezTo>
                    <a:pt x="306078" y="198542"/>
                    <a:pt x="304800" y="199180"/>
                    <a:pt x="302883" y="199180"/>
                  </a:cubicBezTo>
                  <a:cubicBezTo>
                    <a:pt x="300966" y="199180"/>
                    <a:pt x="299688" y="198542"/>
                    <a:pt x="298410" y="197265"/>
                  </a:cubicBezTo>
                  <a:lnTo>
                    <a:pt x="258154" y="157046"/>
                  </a:lnTo>
                  <a:cubicBezTo>
                    <a:pt x="238345" y="172368"/>
                    <a:pt x="209590" y="167899"/>
                    <a:pt x="194254" y="148108"/>
                  </a:cubicBezTo>
                  <a:cubicBezTo>
                    <a:pt x="178918" y="128318"/>
                    <a:pt x="183391" y="99590"/>
                    <a:pt x="203200" y="84269"/>
                  </a:cubicBezTo>
                  <a:cubicBezTo>
                    <a:pt x="223009" y="68947"/>
                    <a:pt x="251764" y="73416"/>
                    <a:pt x="267099" y="93206"/>
                  </a:cubicBezTo>
                  <a:cubicBezTo>
                    <a:pt x="279240" y="109166"/>
                    <a:pt x="279240" y="131510"/>
                    <a:pt x="267099" y="147470"/>
                  </a:cubicBezTo>
                  <a:lnTo>
                    <a:pt x="307356" y="187051"/>
                  </a:lnTo>
                  <a:cubicBezTo>
                    <a:pt x="309912" y="190243"/>
                    <a:pt x="310551" y="194711"/>
                    <a:pt x="307356" y="197265"/>
                  </a:cubicBezTo>
                  <a:cubicBezTo>
                    <a:pt x="307995" y="197265"/>
                    <a:pt x="307995" y="197265"/>
                    <a:pt x="307356" y="197265"/>
                  </a:cubicBezTo>
                  <a:lnTo>
                    <a:pt x="307356" y="197265"/>
                  </a:lnTo>
                  <a:close/>
                </a:path>
              </a:pathLst>
            </a:custGeom>
            <a:solidFill>
              <a:srgbClr val="046A38"/>
            </a:solidFill>
            <a:ln w="6390" cap="flat">
              <a:noFill/>
              <a:prstDash val="solid"/>
              <a:miter/>
            </a:ln>
          </p:spPr>
          <p:txBody>
            <a:bodyPr rtlCol="0" anchor="ctr"/>
            <a:lstStyle/>
            <a:p>
              <a:endParaRPr lang="en-US"/>
            </a:p>
          </p:txBody>
        </p:sp>
      </p:grpSp>
      <p:grpSp>
        <p:nvGrpSpPr>
          <p:cNvPr id="515" name="Group 514">
            <a:extLst>
              <a:ext uri="{FF2B5EF4-FFF2-40B4-BE49-F238E27FC236}">
                <a16:creationId xmlns:a16="http://schemas.microsoft.com/office/drawing/2014/main" id="{17EE73C7-2415-B24E-BE11-85EF2C9D5BD6}"/>
              </a:ext>
            </a:extLst>
          </p:cNvPr>
          <p:cNvGrpSpPr>
            <a:grpSpLocks noChangeAspect="1"/>
          </p:cNvGrpSpPr>
          <p:nvPr/>
        </p:nvGrpSpPr>
        <p:grpSpPr>
          <a:xfrm>
            <a:off x="905454" y="3339623"/>
            <a:ext cx="362309" cy="361971"/>
            <a:chOff x="905454" y="3339623"/>
            <a:chExt cx="362309" cy="361971"/>
          </a:xfrm>
        </p:grpSpPr>
        <p:sp>
          <p:nvSpPr>
            <p:cNvPr id="580" name="Graphic 4">
              <a:extLst>
                <a:ext uri="{FF2B5EF4-FFF2-40B4-BE49-F238E27FC236}">
                  <a16:creationId xmlns:a16="http://schemas.microsoft.com/office/drawing/2014/main" id="{4CB2E988-81DF-D441-A4A1-7FD1BA6C7B6C}"/>
                </a:ext>
              </a:extLst>
            </p:cNvPr>
            <p:cNvSpPr/>
            <p:nvPr/>
          </p:nvSpPr>
          <p:spPr>
            <a:xfrm>
              <a:off x="1004498" y="3457089"/>
              <a:ext cx="164221" cy="148746"/>
            </a:xfrm>
            <a:custGeom>
              <a:avLst/>
              <a:gdLst>
                <a:gd name="connsiteX0" fmla="*/ 139940 w 164221"/>
                <a:gd name="connsiteY0" fmla="*/ 37665 h 148746"/>
                <a:gd name="connsiteX1" fmla="*/ 139301 w 164221"/>
                <a:gd name="connsiteY1" fmla="*/ 40219 h 148746"/>
                <a:gd name="connsiteX2" fmla="*/ 81791 w 164221"/>
                <a:gd name="connsiteY2" fmla="*/ 73416 h 148746"/>
                <a:gd name="connsiteX3" fmla="*/ 24921 w 164221"/>
                <a:gd name="connsiteY3" fmla="*/ 40219 h 148746"/>
                <a:gd name="connsiteX4" fmla="*/ 24282 w 164221"/>
                <a:gd name="connsiteY4" fmla="*/ 37665 h 148746"/>
                <a:gd name="connsiteX5" fmla="*/ 24282 w 164221"/>
                <a:gd name="connsiteY5" fmla="*/ 0 h 148746"/>
                <a:gd name="connsiteX6" fmla="*/ 0 w 164221"/>
                <a:gd name="connsiteY6" fmla="*/ 0 h 148746"/>
                <a:gd name="connsiteX7" fmla="*/ 0 w 164221"/>
                <a:gd name="connsiteY7" fmla="*/ 148747 h 148746"/>
                <a:gd name="connsiteX8" fmla="*/ 164221 w 164221"/>
                <a:gd name="connsiteY8" fmla="*/ 148747 h 148746"/>
                <a:gd name="connsiteX9" fmla="*/ 164221 w 164221"/>
                <a:gd name="connsiteY9" fmla="*/ 0 h 148746"/>
                <a:gd name="connsiteX10" fmla="*/ 139940 w 164221"/>
                <a:gd name="connsiteY10" fmla="*/ 0 h 148746"/>
                <a:gd name="connsiteX11" fmla="*/ 139940 w 164221"/>
                <a:gd name="connsiteY11" fmla="*/ 37665 h 148746"/>
                <a:gd name="connsiteX12" fmla="*/ 141218 w 164221"/>
                <a:gd name="connsiteY12" fmla="*/ 132787 h 148746"/>
                <a:gd name="connsiteX13" fmla="*/ 23643 w 164221"/>
                <a:gd name="connsiteY13" fmla="*/ 132787 h 148746"/>
                <a:gd name="connsiteX14" fmla="*/ 17253 w 164221"/>
                <a:gd name="connsiteY14" fmla="*/ 126403 h 148746"/>
                <a:gd name="connsiteX15" fmla="*/ 23643 w 164221"/>
                <a:gd name="connsiteY15" fmla="*/ 120019 h 148746"/>
                <a:gd name="connsiteX16" fmla="*/ 141218 w 164221"/>
                <a:gd name="connsiteY16" fmla="*/ 120019 h 148746"/>
                <a:gd name="connsiteX17" fmla="*/ 147608 w 164221"/>
                <a:gd name="connsiteY17" fmla="*/ 126403 h 148746"/>
                <a:gd name="connsiteX18" fmla="*/ 141218 w 164221"/>
                <a:gd name="connsiteY18" fmla="*/ 132787 h 148746"/>
                <a:gd name="connsiteX19" fmla="*/ 141218 w 164221"/>
                <a:gd name="connsiteY19" fmla="*/ 132787 h 148746"/>
                <a:gd name="connsiteX20" fmla="*/ 147608 w 164221"/>
                <a:gd name="connsiteY20" fmla="*/ 97036 h 148746"/>
                <a:gd name="connsiteX21" fmla="*/ 141218 w 164221"/>
                <a:gd name="connsiteY21" fmla="*/ 103420 h 148746"/>
                <a:gd name="connsiteX22" fmla="*/ 23643 w 164221"/>
                <a:gd name="connsiteY22" fmla="*/ 103420 h 148746"/>
                <a:gd name="connsiteX23" fmla="*/ 17253 w 164221"/>
                <a:gd name="connsiteY23" fmla="*/ 97036 h 148746"/>
                <a:gd name="connsiteX24" fmla="*/ 23643 w 164221"/>
                <a:gd name="connsiteY24" fmla="*/ 90652 h 148746"/>
                <a:gd name="connsiteX25" fmla="*/ 141218 w 164221"/>
                <a:gd name="connsiteY25" fmla="*/ 90652 h 148746"/>
                <a:gd name="connsiteX26" fmla="*/ 147608 w 164221"/>
                <a:gd name="connsiteY26" fmla="*/ 97036 h 148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64221" h="148746">
                  <a:moveTo>
                    <a:pt x="139940" y="37665"/>
                  </a:moveTo>
                  <a:cubicBezTo>
                    <a:pt x="139940" y="38304"/>
                    <a:pt x="139940" y="39580"/>
                    <a:pt x="139301" y="40219"/>
                  </a:cubicBezTo>
                  <a:cubicBezTo>
                    <a:pt x="130355" y="60009"/>
                    <a:pt x="107351" y="73416"/>
                    <a:pt x="81791" y="73416"/>
                  </a:cubicBezTo>
                  <a:cubicBezTo>
                    <a:pt x="56231" y="73416"/>
                    <a:pt x="33867" y="60009"/>
                    <a:pt x="24921" y="40219"/>
                  </a:cubicBezTo>
                  <a:cubicBezTo>
                    <a:pt x="24282" y="39580"/>
                    <a:pt x="24282" y="38304"/>
                    <a:pt x="24282" y="37665"/>
                  </a:cubicBezTo>
                  <a:lnTo>
                    <a:pt x="24282" y="0"/>
                  </a:lnTo>
                  <a:lnTo>
                    <a:pt x="0" y="0"/>
                  </a:lnTo>
                  <a:lnTo>
                    <a:pt x="0" y="148747"/>
                  </a:lnTo>
                  <a:lnTo>
                    <a:pt x="164221" y="148747"/>
                  </a:lnTo>
                  <a:lnTo>
                    <a:pt x="164221" y="0"/>
                  </a:lnTo>
                  <a:lnTo>
                    <a:pt x="139940" y="0"/>
                  </a:lnTo>
                  <a:lnTo>
                    <a:pt x="139940" y="37665"/>
                  </a:lnTo>
                  <a:close/>
                  <a:moveTo>
                    <a:pt x="141218" y="132787"/>
                  </a:moveTo>
                  <a:lnTo>
                    <a:pt x="23643" y="132787"/>
                  </a:lnTo>
                  <a:cubicBezTo>
                    <a:pt x="19809" y="132787"/>
                    <a:pt x="17253" y="130233"/>
                    <a:pt x="17253" y="126403"/>
                  </a:cubicBezTo>
                  <a:cubicBezTo>
                    <a:pt x="17253" y="122572"/>
                    <a:pt x="19809" y="120019"/>
                    <a:pt x="23643" y="120019"/>
                  </a:cubicBezTo>
                  <a:lnTo>
                    <a:pt x="141218" y="120019"/>
                  </a:lnTo>
                  <a:cubicBezTo>
                    <a:pt x="145052" y="120019"/>
                    <a:pt x="147608" y="122572"/>
                    <a:pt x="147608" y="126403"/>
                  </a:cubicBezTo>
                  <a:cubicBezTo>
                    <a:pt x="147608" y="130233"/>
                    <a:pt x="144413" y="132787"/>
                    <a:pt x="141218" y="132787"/>
                  </a:cubicBezTo>
                  <a:lnTo>
                    <a:pt x="141218" y="132787"/>
                  </a:lnTo>
                  <a:close/>
                  <a:moveTo>
                    <a:pt x="147608" y="97036"/>
                  </a:moveTo>
                  <a:cubicBezTo>
                    <a:pt x="147608" y="100867"/>
                    <a:pt x="145052" y="103420"/>
                    <a:pt x="141218" y="103420"/>
                  </a:cubicBezTo>
                  <a:lnTo>
                    <a:pt x="23643" y="103420"/>
                  </a:lnTo>
                  <a:cubicBezTo>
                    <a:pt x="19809" y="103420"/>
                    <a:pt x="17253" y="100867"/>
                    <a:pt x="17253" y="97036"/>
                  </a:cubicBezTo>
                  <a:cubicBezTo>
                    <a:pt x="17253" y="93206"/>
                    <a:pt x="19809" y="90652"/>
                    <a:pt x="23643" y="90652"/>
                  </a:cubicBezTo>
                  <a:lnTo>
                    <a:pt x="141218" y="90652"/>
                  </a:lnTo>
                  <a:cubicBezTo>
                    <a:pt x="144413" y="90652"/>
                    <a:pt x="147608" y="93206"/>
                    <a:pt x="147608" y="97036"/>
                  </a:cubicBezTo>
                  <a:close/>
                </a:path>
              </a:pathLst>
            </a:custGeom>
            <a:solidFill>
              <a:srgbClr val="046A38"/>
            </a:solidFill>
            <a:ln w="6390" cap="flat">
              <a:noFill/>
              <a:prstDash val="solid"/>
              <a:miter/>
            </a:ln>
          </p:spPr>
          <p:txBody>
            <a:bodyPr rtlCol="0" anchor="ctr"/>
            <a:lstStyle/>
            <a:p>
              <a:endParaRPr lang="en-US"/>
            </a:p>
          </p:txBody>
        </p:sp>
        <p:sp>
          <p:nvSpPr>
            <p:cNvPr id="581" name="Graphic 4">
              <a:extLst>
                <a:ext uri="{FF2B5EF4-FFF2-40B4-BE49-F238E27FC236}">
                  <a16:creationId xmlns:a16="http://schemas.microsoft.com/office/drawing/2014/main" id="{74316CD4-D8EA-5940-BD83-C33EBA786E30}"/>
                </a:ext>
              </a:extLst>
            </p:cNvPr>
            <p:cNvSpPr/>
            <p:nvPr/>
          </p:nvSpPr>
          <p:spPr>
            <a:xfrm>
              <a:off x="1041559" y="3435383"/>
              <a:ext cx="90098" cy="83021"/>
            </a:xfrm>
            <a:custGeom>
              <a:avLst/>
              <a:gdLst>
                <a:gd name="connsiteX0" fmla="*/ 44730 w 90098"/>
                <a:gd name="connsiteY0" fmla="*/ 82992 h 83021"/>
                <a:gd name="connsiteX1" fmla="*/ 90098 w 90098"/>
                <a:gd name="connsiteY1" fmla="*/ 58733 h 83021"/>
                <a:gd name="connsiteX2" fmla="*/ 90098 w 90098"/>
                <a:gd name="connsiteY2" fmla="*/ 0 h 83021"/>
                <a:gd name="connsiteX3" fmla="*/ 0 w 90098"/>
                <a:gd name="connsiteY3" fmla="*/ 0 h 83021"/>
                <a:gd name="connsiteX4" fmla="*/ 0 w 90098"/>
                <a:gd name="connsiteY4" fmla="*/ 58733 h 83021"/>
                <a:gd name="connsiteX5" fmla="*/ 44730 w 90098"/>
                <a:gd name="connsiteY5" fmla="*/ 82992 h 83021"/>
                <a:gd name="connsiteX6" fmla="*/ 18531 w 90098"/>
                <a:gd name="connsiteY6" fmla="*/ 33197 h 83021"/>
                <a:gd name="connsiteX7" fmla="*/ 27477 w 90098"/>
                <a:gd name="connsiteY7" fmla="*/ 33197 h 83021"/>
                <a:gd name="connsiteX8" fmla="*/ 38979 w 90098"/>
                <a:gd name="connsiteY8" fmla="*/ 44688 h 83021"/>
                <a:gd name="connsiteX9" fmla="*/ 38979 w 90098"/>
                <a:gd name="connsiteY9" fmla="*/ 23621 h 83021"/>
                <a:gd name="connsiteX10" fmla="*/ 45369 w 90098"/>
                <a:gd name="connsiteY10" fmla="*/ 17237 h 83021"/>
                <a:gd name="connsiteX11" fmla="*/ 51759 w 90098"/>
                <a:gd name="connsiteY11" fmla="*/ 23621 h 83021"/>
                <a:gd name="connsiteX12" fmla="*/ 51759 w 90098"/>
                <a:gd name="connsiteY12" fmla="*/ 44688 h 83021"/>
                <a:gd name="connsiteX13" fmla="*/ 63260 w 90098"/>
                <a:gd name="connsiteY13" fmla="*/ 33197 h 83021"/>
                <a:gd name="connsiteX14" fmla="*/ 72206 w 90098"/>
                <a:gd name="connsiteY14" fmla="*/ 33197 h 83021"/>
                <a:gd name="connsiteX15" fmla="*/ 72206 w 90098"/>
                <a:gd name="connsiteY15" fmla="*/ 42134 h 83021"/>
                <a:gd name="connsiteX16" fmla="*/ 50480 w 90098"/>
                <a:gd name="connsiteY16" fmla="*/ 64478 h 83021"/>
                <a:gd name="connsiteX17" fmla="*/ 41535 w 90098"/>
                <a:gd name="connsiteY17" fmla="*/ 64478 h 83021"/>
                <a:gd name="connsiteX18" fmla="*/ 41535 w 90098"/>
                <a:gd name="connsiteY18" fmla="*/ 64478 h 83021"/>
                <a:gd name="connsiteX19" fmla="*/ 19809 w 90098"/>
                <a:gd name="connsiteY19" fmla="*/ 42134 h 83021"/>
                <a:gd name="connsiteX20" fmla="*/ 10863 w 90098"/>
                <a:gd name="connsiteY20" fmla="*/ 37666 h 83021"/>
                <a:gd name="connsiteX21" fmla="*/ 18531 w 90098"/>
                <a:gd name="connsiteY21" fmla="*/ 33197 h 8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0098" h="83021">
                  <a:moveTo>
                    <a:pt x="44730" y="82992"/>
                  </a:moveTo>
                  <a:cubicBezTo>
                    <a:pt x="64538" y="82992"/>
                    <a:pt x="83069" y="72778"/>
                    <a:pt x="90098" y="58733"/>
                  </a:cubicBezTo>
                  <a:lnTo>
                    <a:pt x="90098" y="0"/>
                  </a:lnTo>
                  <a:lnTo>
                    <a:pt x="0" y="0"/>
                  </a:lnTo>
                  <a:lnTo>
                    <a:pt x="0" y="58733"/>
                  </a:lnTo>
                  <a:cubicBezTo>
                    <a:pt x="8946" y="74054"/>
                    <a:pt x="26199" y="83630"/>
                    <a:pt x="44730" y="82992"/>
                  </a:cubicBezTo>
                  <a:close/>
                  <a:moveTo>
                    <a:pt x="18531" y="33197"/>
                  </a:moveTo>
                  <a:cubicBezTo>
                    <a:pt x="21087" y="30643"/>
                    <a:pt x="24921" y="30643"/>
                    <a:pt x="27477" y="33197"/>
                  </a:cubicBezTo>
                  <a:lnTo>
                    <a:pt x="38979" y="44688"/>
                  </a:lnTo>
                  <a:lnTo>
                    <a:pt x="38979" y="23621"/>
                  </a:lnTo>
                  <a:cubicBezTo>
                    <a:pt x="38979" y="19790"/>
                    <a:pt x="41535" y="17237"/>
                    <a:pt x="45369" y="17237"/>
                  </a:cubicBezTo>
                  <a:cubicBezTo>
                    <a:pt x="49202" y="17237"/>
                    <a:pt x="51759" y="19790"/>
                    <a:pt x="51759" y="23621"/>
                  </a:cubicBezTo>
                  <a:lnTo>
                    <a:pt x="51759" y="44688"/>
                  </a:lnTo>
                  <a:lnTo>
                    <a:pt x="63260" y="33197"/>
                  </a:lnTo>
                  <a:cubicBezTo>
                    <a:pt x="65816" y="30643"/>
                    <a:pt x="69650" y="30643"/>
                    <a:pt x="72206" y="33197"/>
                  </a:cubicBezTo>
                  <a:cubicBezTo>
                    <a:pt x="74762" y="35750"/>
                    <a:pt x="74762" y="39581"/>
                    <a:pt x="72206" y="42134"/>
                  </a:cubicBezTo>
                  <a:lnTo>
                    <a:pt x="50480" y="64478"/>
                  </a:lnTo>
                  <a:cubicBezTo>
                    <a:pt x="47925" y="67032"/>
                    <a:pt x="44091" y="67032"/>
                    <a:pt x="41535" y="64478"/>
                  </a:cubicBezTo>
                  <a:cubicBezTo>
                    <a:pt x="41535" y="64478"/>
                    <a:pt x="41535" y="64478"/>
                    <a:pt x="41535" y="64478"/>
                  </a:cubicBezTo>
                  <a:lnTo>
                    <a:pt x="19809" y="42134"/>
                  </a:lnTo>
                  <a:cubicBezTo>
                    <a:pt x="14697" y="42134"/>
                    <a:pt x="10863" y="42773"/>
                    <a:pt x="10863" y="37666"/>
                  </a:cubicBezTo>
                  <a:cubicBezTo>
                    <a:pt x="9585" y="32558"/>
                    <a:pt x="13419" y="28728"/>
                    <a:pt x="18531" y="33197"/>
                  </a:cubicBezTo>
                  <a:close/>
                </a:path>
              </a:pathLst>
            </a:custGeom>
            <a:solidFill>
              <a:srgbClr val="046A38"/>
            </a:solidFill>
            <a:ln w="6390" cap="flat">
              <a:noFill/>
              <a:prstDash val="solid"/>
              <a:miter/>
            </a:ln>
          </p:spPr>
          <p:txBody>
            <a:bodyPr rtlCol="0" anchor="ctr"/>
            <a:lstStyle/>
            <a:p>
              <a:endParaRPr lang="en-US"/>
            </a:p>
          </p:txBody>
        </p:sp>
        <p:sp>
          <p:nvSpPr>
            <p:cNvPr id="582" name="Graphic 4">
              <a:extLst>
                <a:ext uri="{FF2B5EF4-FFF2-40B4-BE49-F238E27FC236}">
                  <a16:creationId xmlns:a16="http://schemas.microsoft.com/office/drawing/2014/main" id="{1C282BDD-71E5-B64F-AA5E-8D8FD90D4BFE}"/>
                </a:ext>
              </a:extLst>
            </p:cNvPr>
            <p:cNvSpPr/>
            <p:nvPr/>
          </p:nvSpPr>
          <p:spPr>
            <a:xfrm>
              <a:off x="905454" y="3339623"/>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75406 w 362309"/>
                <a:gd name="connsiteY6" fmla="*/ 273234 h 361971"/>
                <a:gd name="connsiteX7" fmla="*/ 269016 w 362309"/>
                <a:gd name="connsiteY7" fmla="*/ 279618 h 361971"/>
                <a:gd name="connsiteX8" fmla="*/ 92654 w 362309"/>
                <a:gd name="connsiteY8" fmla="*/ 279618 h 361971"/>
                <a:gd name="connsiteX9" fmla="*/ 86264 w 362309"/>
                <a:gd name="connsiteY9" fmla="*/ 273234 h 361971"/>
                <a:gd name="connsiteX10" fmla="*/ 86264 w 362309"/>
                <a:gd name="connsiteY10" fmla="*/ 111081 h 361971"/>
                <a:gd name="connsiteX11" fmla="*/ 92654 w 362309"/>
                <a:gd name="connsiteY11" fmla="*/ 104697 h 361971"/>
                <a:gd name="connsiteX12" fmla="*/ 123326 w 362309"/>
                <a:gd name="connsiteY12" fmla="*/ 104697 h 361971"/>
                <a:gd name="connsiteX13" fmla="*/ 123326 w 362309"/>
                <a:gd name="connsiteY13" fmla="*/ 88738 h 361971"/>
                <a:gd name="connsiteX14" fmla="*/ 129716 w 362309"/>
                <a:gd name="connsiteY14" fmla="*/ 82354 h 361971"/>
                <a:gd name="connsiteX15" fmla="*/ 232594 w 362309"/>
                <a:gd name="connsiteY15" fmla="*/ 82354 h 361971"/>
                <a:gd name="connsiteX16" fmla="*/ 238984 w 362309"/>
                <a:gd name="connsiteY16" fmla="*/ 88738 h 361971"/>
                <a:gd name="connsiteX17" fmla="*/ 238984 w 362309"/>
                <a:gd name="connsiteY17" fmla="*/ 104697 h 361971"/>
                <a:gd name="connsiteX18" fmla="*/ 269655 w 362309"/>
                <a:gd name="connsiteY18" fmla="*/ 104697 h 361971"/>
                <a:gd name="connsiteX19" fmla="*/ 276045 w 362309"/>
                <a:gd name="connsiteY19" fmla="*/ 111081 h 361971"/>
                <a:gd name="connsiteX20" fmla="*/ 275406 w 362309"/>
                <a:gd name="connsiteY20" fmla="*/ 27323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1157" y="0"/>
                    <a:pt x="180835" y="0"/>
                  </a:cubicBezTo>
                  <a:close/>
                  <a:moveTo>
                    <a:pt x="275406" y="273234"/>
                  </a:moveTo>
                  <a:cubicBezTo>
                    <a:pt x="275406" y="277065"/>
                    <a:pt x="272850" y="279618"/>
                    <a:pt x="269016" y="279618"/>
                  </a:cubicBezTo>
                  <a:lnTo>
                    <a:pt x="92654" y="279618"/>
                  </a:lnTo>
                  <a:cubicBezTo>
                    <a:pt x="88820" y="279618"/>
                    <a:pt x="86264" y="277065"/>
                    <a:pt x="86264" y="273234"/>
                  </a:cubicBezTo>
                  <a:lnTo>
                    <a:pt x="86264" y="111081"/>
                  </a:lnTo>
                  <a:cubicBezTo>
                    <a:pt x="86264" y="107251"/>
                    <a:pt x="88820" y="104697"/>
                    <a:pt x="92654" y="104697"/>
                  </a:cubicBezTo>
                  <a:lnTo>
                    <a:pt x="123326" y="104697"/>
                  </a:lnTo>
                  <a:lnTo>
                    <a:pt x="123326" y="88738"/>
                  </a:lnTo>
                  <a:cubicBezTo>
                    <a:pt x="123326" y="84907"/>
                    <a:pt x="125882" y="82354"/>
                    <a:pt x="129716" y="82354"/>
                  </a:cubicBezTo>
                  <a:lnTo>
                    <a:pt x="232594" y="82354"/>
                  </a:lnTo>
                  <a:cubicBezTo>
                    <a:pt x="236428" y="82354"/>
                    <a:pt x="238984" y="84907"/>
                    <a:pt x="238984" y="88738"/>
                  </a:cubicBezTo>
                  <a:lnTo>
                    <a:pt x="238984" y="104697"/>
                  </a:lnTo>
                  <a:lnTo>
                    <a:pt x="269655" y="104697"/>
                  </a:lnTo>
                  <a:cubicBezTo>
                    <a:pt x="273489" y="104697"/>
                    <a:pt x="276045" y="107251"/>
                    <a:pt x="276045" y="111081"/>
                  </a:cubicBezTo>
                  <a:lnTo>
                    <a:pt x="275406" y="273234"/>
                  </a:lnTo>
                  <a:close/>
                </a:path>
              </a:pathLst>
            </a:custGeom>
            <a:solidFill>
              <a:srgbClr val="046A38"/>
            </a:solidFill>
            <a:ln w="6390" cap="flat">
              <a:noFill/>
              <a:prstDash val="solid"/>
              <a:miter/>
            </a:ln>
          </p:spPr>
          <p:txBody>
            <a:bodyPr rtlCol="0" anchor="ctr"/>
            <a:lstStyle/>
            <a:p>
              <a:endParaRPr lang="en-US"/>
            </a:p>
          </p:txBody>
        </p:sp>
      </p:grpSp>
      <p:grpSp>
        <p:nvGrpSpPr>
          <p:cNvPr id="583" name="Graphic 4">
            <a:extLst>
              <a:ext uri="{FF2B5EF4-FFF2-40B4-BE49-F238E27FC236}">
                <a16:creationId xmlns:a16="http://schemas.microsoft.com/office/drawing/2014/main" id="{0C724559-3CE3-F146-910F-2C03D1943107}"/>
              </a:ext>
            </a:extLst>
          </p:cNvPr>
          <p:cNvGrpSpPr>
            <a:grpSpLocks noChangeAspect="1"/>
          </p:cNvGrpSpPr>
          <p:nvPr/>
        </p:nvGrpSpPr>
        <p:grpSpPr>
          <a:xfrm>
            <a:off x="5708130" y="2855717"/>
            <a:ext cx="362313" cy="361971"/>
            <a:chOff x="5708130" y="2855717"/>
            <a:chExt cx="362313" cy="361971"/>
          </a:xfrm>
          <a:solidFill>
            <a:srgbClr val="43B02A"/>
          </a:solidFill>
        </p:grpSpPr>
        <p:sp>
          <p:nvSpPr>
            <p:cNvPr id="584" name="Graphic 4">
              <a:extLst>
                <a:ext uri="{FF2B5EF4-FFF2-40B4-BE49-F238E27FC236}">
                  <a16:creationId xmlns:a16="http://schemas.microsoft.com/office/drawing/2014/main" id="{ABD80B29-77D2-7F47-966C-58EB3E8F934F}"/>
                </a:ext>
              </a:extLst>
            </p:cNvPr>
            <p:cNvSpPr/>
            <p:nvPr/>
          </p:nvSpPr>
          <p:spPr>
            <a:xfrm>
              <a:off x="5708130" y="285571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49530" y="273234"/>
                    <a:pt x="274767" y="348565"/>
                    <a:pt x="181474" y="349204"/>
                  </a:cubicBezTo>
                  <a:close/>
                </a:path>
              </a:pathLst>
            </a:custGeom>
            <a:solidFill>
              <a:srgbClr val="43B02A"/>
            </a:solidFill>
            <a:ln w="6390" cap="flat">
              <a:noFill/>
              <a:prstDash val="solid"/>
              <a:miter/>
            </a:ln>
          </p:spPr>
          <p:txBody>
            <a:bodyPr rtlCol="0" anchor="ctr"/>
            <a:lstStyle/>
            <a:p>
              <a:endParaRPr lang="en-US"/>
            </a:p>
          </p:txBody>
        </p:sp>
        <p:sp>
          <p:nvSpPr>
            <p:cNvPr id="585" name="Graphic 4">
              <a:extLst>
                <a:ext uri="{FF2B5EF4-FFF2-40B4-BE49-F238E27FC236}">
                  <a16:creationId xmlns:a16="http://schemas.microsoft.com/office/drawing/2014/main" id="{B4875E86-7D25-774F-9C23-33CCDD50A718}"/>
                </a:ext>
              </a:extLst>
            </p:cNvPr>
            <p:cNvSpPr/>
            <p:nvPr/>
          </p:nvSpPr>
          <p:spPr>
            <a:xfrm>
              <a:off x="5803340" y="2951477"/>
              <a:ext cx="173167" cy="188327"/>
            </a:xfrm>
            <a:custGeom>
              <a:avLst/>
              <a:gdLst>
                <a:gd name="connsiteX0" fmla="*/ 173167 w 173167"/>
                <a:gd name="connsiteY0" fmla="*/ 86822 h 188327"/>
                <a:gd name="connsiteX1" fmla="*/ 86903 w 173167"/>
                <a:gd name="connsiteY1" fmla="*/ 0 h 188327"/>
                <a:gd name="connsiteX2" fmla="*/ 0 w 173167"/>
                <a:gd name="connsiteY2" fmla="*/ 86184 h 188327"/>
                <a:gd name="connsiteX3" fmla="*/ 30672 w 173167"/>
                <a:gd name="connsiteY3" fmla="*/ 151939 h 188327"/>
                <a:gd name="connsiteX4" fmla="*/ 16614 w 173167"/>
                <a:gd name="connsiteY4" fmla="*/ 179390 h 188327"/>
                <a:gd name="connsiteX5" fmla="*/ 19170 w 173167"/>
                <a:gd name="connsiteY5" fmla="*/ 187689 h 188327"/>
                <a:gd name="connsiteX6" fmla="*/ 22365 w 173167"/>
                <a:gd name="connsiteY6" fmla="*/ 188327 h 188327"/>
                <a:gd name="connsiteX7" fmla="*/ 28115 w 173167"/>
                <a:gd name="connsiteY7" fmla="*/ 185135 h 188327"/>
                <a:gd name="connsiteX8" fmla="*/ 40895 w 173167"/>
                <a:gd name="connsiteY8" fmla="*/ 159600 h 188327"/>
                <a:gd name="connsiteX9" fmla="*/ 132272 w 173167"/>
                <a:gd name="connsiteY9" fmla="*/ 159600 h 188327"/>
                <a:gd name="connsiteX10" fmla="*/ 145052 w 173167"/>
                <a:gd name="connsiteY10" fmla="*/ 185135 h 188327"/>
                <a:gd name="connsiteX11" fmla="*/ 150802 w 173167"/>
                <a:gd name="connsiteY11" fmla="*/ 188327 h 188327"/>
                <a:gd name="connsiteX12" fmla="*/ 153997 w 173167"/>
                <a:gd name="connsiteY12" fmla="*/ 187689 h 188327"/>
                <a:gd name="connsiteX13" fmla="*/ 156553 w 173167"/>
                <a:gd name="connsiteY13" fmla="*/ 179390 h 188327"/>
                <a:gd name="connsiteX14" fmla="*/ 142496 w 173167"/>
                <a:gd name="connsiteY14" fmla="*/ 151939 h 188327"/>
                <a:gd name="connsiteX15" fmla="*/ 173167 w 173167"/>
                <a:gd name="connsiteY15" fmla="*/ 86822 h 188327"/>
                <a:gd name="connsiteX16" fmla="*/ 12780 w 173167"/>
                <a:gd name="connsiteY16" fmla="*/ 86822 h 188327"/>
                <a:gd name="connsiteX17" fmla="*/ 86903 w 173167"/>
                <a:gd name="connsiteY17" fmla="*/ 12768 h 188327"/>
                <a:gd name="connsiteX18" fmla="*/ 161027 w 173167"/>
                <a:gd name="connsiteY18" fmla="*/ 86822 h 188327"/>
                <a:gd name="connsiteX19" fmla="*/ 86903 w 173167"/>
                <a:gd name="connsiteY19" fmla="*/ 160876 h 188327"/>
                <a:gd name="connsiteX20" fmla="*/ 86903 w 173167"/>
                <a:gd name="connsiteY20" fmla="*/ 160876 h 188327"/>
                <a:gd name="connsiteX21" fmla="*/ 12780 w 173167"/>
                <a:gd name="connsiteY21" fmla="*/ 86822 h 18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3167" h="188327">
                  <a:moveTo>
                    <a:pt x="173167" y="86822"/>
                  </a:moveTo>
                  <a:cubicBezTo>
                    <a:pt x="173167" y="38942"/>
                    <a:pt x="134189" y="0"/>
                    <a:pt x="86903" y="0"/>
                  </a:cubicBezTo>
                  <a:cubicBezTo>
                    <a:pt x="38978" y="0"/>
                    <a:pt x="0" y="38942"/>
                    <a:pt x="0" y="86184"/>
                  </a:cubicBezTo>
                  <a:cubicBezTo>
                    <a:pt x="0" y="111720"/>
                    <a:pt x="10863" y="135979"/>
                    <a:pt x="30672" y="151939"/>
                  </a:cubicBezTo>
                  <a:lnTo>
                    <a:pt x="16614" y="179390"/>
                  </a:lnTo>
                  <a:cubicBezTo>
                    <a:pt x="15336" y="182582"/>
                    <a:pt x="15975" y="186412"/>
                    <a:pt x="19170" y="187689"/>
                  </a:cubicBezTo>
                  <a:cubicBezTo>
                    <a:pt x="19809" y="188327"/>
                    <a:pt x="21087" y="188327"/>
                    <a:pt x="22365" y="188327"/>
                  </a:cubicBezTo>
                  <a:cubicBezTo>
                    <a:pt x="24921" y="188327"/>
                    <a:pt x="26838" y="187051"/>
                    <a:pt x="28115" y="185135"/>
                  </a:cubicBezTo>
                  <a:lnTo>
                    <a:pt x="40895" y="159600"/>
                  </a:lnTo>
                  <a:cubicBezTo>
                    <a:pt x="69011" y="176836"/>
                    <a:pt x="104156" y="176836"/>
                    <a:pt x="132272" y="159600"/>
                  </a:cubicBezTo>
                  <a:lnTo>
                    <a:pt x="145052" y="185135"/>
                  </a:lnTo>
                  <a:cubicBezTo>
                    <a:pt x="146329" y="187051"/>
                    <a:pt x="148247" y="188327"/>
                    <a:pt x="150802" y="188327"/>
                  </a:cubicBezTo>
                  <a:cubicBezTo>
                    <a:pt x="152080" y="188327"/>
                    <a:pt x="152719" y="188327"/>
                    <a:pt x="153997" y="187689"/>
                  </a:cubicBezTo>
                  <a:cubicBezTo>
                    <a:pt x="157192" y="186412"/>
                    <a:pt x="158470" y="182582"/>
                    <a:pt x="156553" y="179390"/>
                  </a:cubicBezTo>
                  <a:lnTo>
                    <a:pt x="142496" y="151939"/>
                  </a:lnTo>
                  <a:cubicBezTo>
                    <a:pt x="161665" y="135979"/>
                    <a:pt x="173167" y="112358"/>
                    <a:pt x="173167" y="86822"/>
                  </a:cubicBezTo>
                  <a:close/>
                  <a:moveTo>
                    <a:pt x="12780" y="86822"/>
                  </a:moveTo>
                  <a:cubicBezTo>
                    <a:pt x="12780" y="45965"/>
                    <a:pt x="46008" y="12768"/>
                    <a:pt x="86903" y="12768"/>
                  </a:cubicBezTo>
                  <a:cubicBezTo>
                    <a:pt x="127799" y="12768"/>
                    <a:pt x="161027" y="45965"/>
                    <a:pt x="161027" y="86822"/>
                  </a:cubicBezTo>
                  <a:cubicBezTo>
                    <a:pt x="161027" y="127680"/>
                    <a:pt x="127799" y="160876"/>
                    <a:pt x="86903" y="160876"/>
                  </a:cubicBezTo>
                  <a:lnTo>
                    <a:pt x="86903" y="160876"/>
                  </a:lnTo>
                  <a:cubicBezTo>
                    <a:pt x="45368" y="160238"/>
                    <a:pt x="12780" y="127680"/>
                    <a:pt x="12780" y="86822"/>
                  </a:cubicBezTo>
                  <a:close/>
                </a:path>
              </a:pathLst>
            </a:custGeom>
            <a:solidFill>
              <a:srgbClr val="43B02A"/>
            </a:solidFill>
            <a:ln w="6390" cap="flat">
              <a:noFill/>
              <a:prstDash val="solid"/>
              <a:miter/>
            </a:ln>
          </p:spPr>
          <p:txBody>
            <a:bodyPr rtlCol="0" anchor="ctr"/>
            <a:lstStyle/>
            <a:p>
              <a:endParaRPr lang="en-US"/>
            </a:p>
          </p:txBody>
        </p:sp>
        <p:sp>
          <p:nvSpPr>
            <p:cNvPr id="586" name="Graphic 4">
              <a:extLst>
                <a:ext uri="{FF2B5EF4-FFF2-40B4-BE49-F238E27FC236}">
                  <a16:creationId xmlns:a16="http://schemas.microsoft.com/office/drawing/2014/main" id="{035843C6-4671-3145-A28E-4FC58789C093}"/>
                </a:ext>
              </a:extLst>
            </p:cNvPr>
            <p:cNvSpPr/>
            <p:nvPr/>
          </p:nvSpPr>
          <p:spPr>
            <a:xfrm>
              <a:off x="5851265" y="3007656"/>
              <a:ext cx="60704" cy="44049"/>
            </a:xfrm>
            <a:custGeom>
              <a:avLst/>
              <a:gdLst>
                <a:gd name="connsiteX0" fmla="*/ 49842 w 60704"/>
                <a:gd name="connsiteY0" fmla="*/ 17875 h 44049"/>
                <a:gd name="connsiteX1" fmla="*/ 38340 w 60704"/>
                <a:gd name="connsiteY1" fmla="*/ 29366 h 44049"/>
                <a:gd name="connsiteX2" fmla="*/ 10863 w 60704"/>
                <a:gd name="connsiteY2" fmla="*/ 1915 h 44049"/>
                <a:gd name="connsiteX3" fmla="*/ 1917 w 60704"/>
                <a:gd name="connsiteY3" fmla="*/ 1915 h 44049"/>
                <a:gd name="connsiteX4" fmla="*/ 1917 w 60704"/>
                <a:gd name="connsiteY4" fmla="*/ 1915 h 44049"/>
                <a:gd name="connsiteX5" fmla="*/ 1917 w 60704"/>
                <a:gd name="connsiteY5" fmla="*/ 10853 h 44049"/>
                <a:gd name="connsiteX6" fmla="*/ 33867 w 60704"/>
                <a:gd name="connsiteY6" fmla="*/ 42134 h 44049"/>
                <a:gd name="connsiteX7" fmla="*/ 35145 w 60704"/>
                <a:gd name="connsiteY7" fmla="*/ 42773 h 44049"/>
                <a:gd name="connsiteX8" fmla="*/ 35784 w 60704"/>
                <a:gd name="connsiteY8" fmla="*/ 43411 h 44049"/>
                <a:gd name="connsiteX9" fmla="*/ 38340 w 60704"/>
                <a:gd name="connsiteY9" fmla="*/ 44049 h 44049"/>
                <a:gd name="connsiteX10" fmla="*/ 40896 w 60704"/>
                <a:gd name="connsiteY10" fmla="*/ 43411 h 44049"/>
                <a:gd name="connsiteX11" fmla="*/ 41535 w 60704"/>
                <a:gd name="connsiteY11" fmla="*/ 42773 h 44049"/>
                <a:gd name="connsiteX12" fmla="*/ 42813 w 60704"/>
                <a:gd name="connsiteY12" fmla="*/ 42134 h 44049"/>
                <a:gd name="connsiteX13" fmla="*/ 42813 w 60704"/>
                <a:gd name="connsiteY13" fmla="*/ 42134 h 44049"/>
                <a:gd name="connsiteX14" fmla="*/ 42813 w 60704"/>
                <a:gd name="connsiteY14" fmla="*/ 42134 h 44049"/>
                <a:gd name="connsiteX15" fmla="*/ 58788 w 60704"/>
                <a:gd name="connsiteY15" fmla="*/ 26813 h 44049"/>
                <a:gd name="connsiteX16" fmla="*/ 58788 w 60704"/>
                <a:gd name="connsiteY16" fmla="*/ 17875 h 44049"/>
                <a:gd name="connsiteX17" fmla="*/ 49842 w 60704"/>
                <a:gd name="connsiteY17" fmla="*/ 17875 h 44049"/>
                <a:gd name="connsiteX18" fmla="*/ 49842 w 60704"/>
                <a:gd name="connsiteY18" fmla="*/ 17875 h 44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704" h="44049">
                  <a:moveTo>
                    <a:pt x="49842" y="17875"/>
                  </a:moveTo>
                  <a:lnTo>
                    <a:pt x="38340" y="29366"/>
                  </a:lnTo>
                  <a:lnTo>
                    <a:pt x="10863" y="1915"/>
                  </a:lnTo>
                  <a:cubicBezTo>
                    <a:pt x="8307" y="-638"/>
                    <a:pt x="4473" y="-638"/>
                    <a:pt x="1917" y="1915"/>
                  </a:cubicBezTo>
                  <a:cubicBezTo>
                    <a:pt x="1917" y="1915"/>
                    <a:pt x="1917" y="1915"/>
                    <a:pt x="1917" y="1915"/>
                  </a:cubicBezTo>
                  <a:cubicBezTo>
                    <a:pt x="-639" y="4469"/>
                    <a:pt x="-639" y="8299"/>
                    <a:pt x="1917" y="10853"/>
                  </a:cubicBezTo>
                  <a:lnTo>
                    <a:pt x="33867" y="42134"/>
                  </a:lnTo>
                  <a:cubicBezTo>
                    <a:pt x="34506" y="42773"/>
                    <a:pt x="34506" y="42773"/>
                    <a:pt x="35145" y="42773"/>
                  </a:cubicBezTo>
                  <a:lnTo>
                    <a:pt x="35784" y="43411"/>
                  </a:lnTo>
                  <a:cubicBezTo>
                    <a:pt x="36423" y="43411"/>
                    <a:pt x="37062" y="44049"/>
                    <a:pt x="38340" y="44049"/>
                  </a:cubicBezTo>
                  <a:cubicBezTo>
                    <a:pt x="38979" y="44049"/>
                    <a:pt x="40257" y="44049"/>
                    <a:pt x="40896" y="43411"/>
                  </a:cubicBezTo>
                  <a:cubicBezTo>
                    <a:pt x="40896" y="43411"/>
                    <a:pt x="41535" y="43411"/>
                    <a:pt x="41535" y="42773"/>
                  </a:cubicBezTo>
                  <a:cubicBezTo>
                    <a:pt x="42174" y="42773"/>
                    <a:pt x="42174" y="42134"/>
                    <a:pt x="42813" y="42134"/>
                  </a:cubicBezTo>
                  <a:lnTo>
                    <a:pt x="42813" y="42134"/>
                  </a:lnTo>
                  <a:lnTo>
                    <a:pt x="42813" y="42134"/>
                  </a:lnTo>
                  <a:lnTo>
                    <a:pt x="58788" y="26813"/>
                  </a:lnTo>
                  <a:cubicBezTo>
                    <a:pt x="61343" y="24259"/>
                    <a:pt x="61343" y="20429"/>
                    <a:pt x="58788" y="17875"/>
                  </a:cubicBezTo>
                  <a:cubicBezTo>
                    <a:pt x="56232" y="15322"/>
                    <a:pt x="52398" y="15322"/>
                    <a:pt x="49842" y="17875"/>
                  </a:cubicBezTo>
                  <a:lnTo>
                    <a:pt x="49842" y="17875"/>
                  </a:lnTo>
                  <a:close/>
                </a:path>
              </a:pathLst>
            </a:custGeom>
            <a:solidFill>
              <a:srgbClr val="43B02A"/>
            </a:solidFill>
            <a:ln w="6390" cap="flat">
              <a:noFill/>
              <a:prstDash val="solid"/>
              <a:miter/>
            </a:ln>
          </p:spPr>
          <p:txBody>
            <a:bodyPr rtlCol="0" anchor="ctr"/>
            <a:lstStyle/>
            <a:p>
              <a:endParaRPr lang="en-US"/>
            </a:p>
          </p:txBody>
        </p:sp>
        <p:sp>
          <p:nvSpPr>
            <p:cNvPr id="587" name="Graphic 4">
              <a:extLst>
                <a:ext uri="{FF2B5EF4-FFF2-40B4-BE49-F238E27FC236}">
                  <a16:creationId xmlns:a16="http://schemas.microsoft.com/office/drawing/2014/main" id="{316D9FB5-2B40-DF4E-8A2E-DCE81E5A9AB0}"/>
                </a:ext>
              </a:extLst>
            </p:cNvPr>
            <p:cNvSpPr/>
            <p:nvPr/>
          </p:nvSpPr>
          <p:spPr>
            <a:xfrm>
              <a:off x="5791596" y="2932325"/>
              <a:ext cx="55994" cy="56179"/>
            </a:xfrm>
            <a:custGeom>
              <a:avLst/>
              <a:gdLst>
                <a:gd name="connsiteX0" fmla="*/ 14939 w 55994"/>
                <a:gd name="connsiteY0" fmla="*/ 45326 h 56179"/>
                <a:gd name="connsiteX1" fmla="*/ 14939 w 55994"/>
                <a:gd name="connsiteY1" fmla="*/ 34474 h 56179"/>
                <a:gd name="connsiteX2" fmla="*/ 34748 w 55994"/>
                <a:gd name="connsiteY2" fmla="*/ 14683 h 56179"/>
                <a:gd name="connsiteX3" fmla="*/ 45611 w 55994"/>
                <a:gd name="connsiteY3" fmla="*/ 14683 h 56179"/>
                <a:gd name="connsiteX4" fmla="*/ 54557 w 55994"/>
                <a:gd name="connsiteY4" fmla="*/ 14045 h 56179"/>
                <a:gd name="connsiteX5" fmla="*/ 54557 w 55994"/>
                <a:gd name="connsiteY5" fmla="*/ 5746 h 56179"/>
                <a:gd name="connsiteX6" fmla="*/ 25802 w 55994"/>
                <a:gd name="connsiteY6" fmla="*/ 5746 h 56179"/>
                <a:gd name="connsiteX7" fmla="*/ 5993 w 55994"/>
                <a:gd name="connsiteY7" fmla="*/ 25536 h 56179"/>
                <a:gd name="connsiteX8" fmla="*/ 5993 w 55994"/>
                <a:gd name="connsiteY8" fmla="*/ 54264 h 56179"/>
                <a:gd name="connsiteX9" fmla="*/ 5993 w 55994"/>
                <a:gd name="connsiteY9" fmla="*/ 54264 h 56179"/>
                <a:gd name="connsiteX10" fmla="*/ 14939 w 55994"/>
                <a:gd name="connsiteY10" fmla="*/ 54264 h 56179"/>
                <a:gd name="connsiteX11" fmla="*/ 14939 w 55994"/>
                <a:gd name="connsiteY11" fmla="*/ 45326 h 5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994" h="56179">
                  <a:moveTo>
                    <a:pt x="14939" y="45326"/>
                  </a:moveTo>
                  <a:cubicBezTo>
                    <a:pt x="11744" y="42134"/>
                    <a:pt x="11744" y="37666"/>
                    <a:pt x="14939" y="34474"/>
                  </a:cubicBezTo>
                  <a:lnTo>
                    <a:pt x="34748" y="14683"/>
                  </a:lnTo>
                  <a:cubicBezTo>
                    <a:pt x="37943" y="12130"/>
                    <a:pt x="42416" y="12130"/>
                    <a:pt x="45611" y="14683"/>
                  </a:cubicBezTo>
                  <a:cubicBezTo>
                    <a:pt x="48167" y="17237"/>
                    <a:pt x="52639" y="16598"/>
                    <a:pt x="54557" y="14045"/>
                  </a:cubicBezTo>
                  <a:cubicBezTo>
                    <a:pt x="56474" y="11491"/>
                    <a:pt x="56474" y="8299"/>
                    <a:pt x="54557" y="5746"/>
                  </a:cubicBezTo>
                  <a:cubicBezTo>
                    <a:pt x="46249" y="-1915"/>
                    <a:pt x="33470" y="-1915"/>
                    <a:pt x="25802" y="5746"/>
                  </a:cubicBezTo>
                  <a:lnTo>
                    <a:pt x="5993" y="25536"/>
                  </a:lnTo>
                  <a:cubicBezTo>
                    <a:pt x="-1675" y="33197"/>
                    <a:pt x="-2314" y="46603"/>
                    <a:pt x="5993" y="54264"/>
                  </a:cubicBezTo>
                  <a:cubicBezTo>
                    <a:pt x="5993" y="54264"/>
                    <a:pt x="5993" y="54264"/>
                    <a:pt x="5993" y="54264"/>
                  </a:cubicBezTo>
                  <a:cubicBezTo>
                    <a:pt x="8549" y="56818"/>
                    <a:pt x="12383" y="56818"/>
                    <a:pt x="14939" y="54264"/>
                  </a:cubicBezTo>
                  <a:cubicBezTo>
                    <a:pt x="16856" y="51710"/>
                    <a:pt x="16856" y="47880"/>
                    <a:pt x="14939" y="45326"/>
                  </a:cubicBezTo>
                  <a:close/>
                </a:path>
              </a:pathLst>
            </a:custGeom>
            <a:solidFill>
              <a:srgbClr val="43B02A"/>
            </a:solidFill>
            <a:ln w="6390" cap="flat">
              <a:noFill/>
              <a:prstDash val="solid"/>
              <a:miter/>
            </a:ln>
          </p:spPr>
          <p:txBody>
            <a:bodyPr rtlCol="0" anchor="ctr"/>
            <a:lstStyle/>
            <a:p>
              <a:endParaRPr lang="en-US"/>
            </a:p>
          </p:txBody>
        </p:sp>
        <p:sp>
          <p:nvSpPr>
            <p:cNvPr id="588" name="Graphic 4">
              <a:extLst>
                <a:ext uri="{FF2B5EF4-FFF2-40B4-BE49-F238E27FC236}">
                  <a16:creationId xmlns:a16="http://schemas.microsoft.com/office/drawing/2014/main" id="{8E638103-BAF1-E644-B9DE-C4E7496B037B}"/>
                </a:ext>
              </a:extLst>
            </p:cNvPr>
            <p:cNvSpPr/>
            <p:nvPr/>
          </p:nvSpPr>
          <p:spPr>
            <a:xfrm>
              <a:off x="5931778" y="2932325"/>
              <a:ext cx="56473" cy="56179"/>
            </a:xfrm>
            <a:custGeom>
              <a:avLst/>
              <a:gdLst>
                <a:gd name="connsiteX0" fmla="*/ 30672 w 56473"/>
                <a:gd name="connsiteY0" fmla="*/ 5746 h 56179"/>
                <a:gd name="connsiteX1" fmla="*/ 1917 w 56473"/>
                <a:gd name="connsiteY1" fmla="*/ 5746 h 56179"/>
                <a:gd name="connsiteX2" fmla="*/ 1917 w 56473"/>
                <a:gd name="connsiteY2" fmla="*/ 14683 h 56179"/>
                <a:gd name="connsiteX3" fmla="*/ 10863 w 56473"/>
                <a:gd name="connsiteY3" fmla="*/ 14683 h 56179"/>
                <a:gd name="connsiteX4" fmla="*/ 10863 w 56473"/>
                <a:gd name="connsiteY4" fmla="*/ 14683 h 56179"/>
                <a:gd name="connsiteX5" fmla="*/ 21726 w 56473"/>
                <a:gd name="connsiteY5" fmla="*/ 14683 h 56179"/>
                <a:gd name="connsiteX6" fmla="*/ 41534 w 56473"/>
                <a:gd name="connsiteY6" fmla="*/ 34474 h 56179"/>
                <a:gd name="connsiteX7" fmla="*/ 41534 w 56473"/>
                <a:gd name="connsiteY7" fmla="*/ 45326 h 56179"/>
                <a:gd name="connsiteX8" fmla="*/ 41534 w 56473"/>
                <a:gd name="connsiteY8" fmla="*/ 54264 h 56179"/>
                <a:gd name="connsiteX9" fmla="*/ 50481 w 56473"/>
                <a:gd name="connsiteY9" fmla="*/ 54264 h 56179"/>
                <a:gd name="connsiteX10" fmla="*/ 50481 w 56473"/>
                <a:gd name="connsiteY10" fmla="*/ 25536 h 56179"/>
                <a:gd name="connsiteX11" fmla="*/ 50481 w 56473"/>
                <a:gd name="connsiteY11" fmla="*/ 25536 h 56179"/>
                <a:gd name="connsiteX12" fmla="*/ 30672 w 56473"/>
                <a:gd name="connsiteY12" fmla="*/ 5746 h 5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6473" h="56179">
                  <a:moveTo>
                    <a:pt x="30672" y="5746"/>
                  </a:moveTo>
                  <a:cubicBezTo>
                    <a:pt x="22365" y="-1915"/>
                    <a:pt x="9585" y="-1915"/>
                    <a:pt x="1917" y="5746"/>
                  </a:cubicBezTo>
                  <a:cubicBezTo>
                    <a:pt x="-639" y="8299"/>
                    <a:pt x="-639" y="12130"/>
                    <a:pt x="1917" y="14683"/>
                  </a:cubicBezTo>
                  <a:cubicBezTo>
                    <a:pt x="4473" y="17237"/>
                    <a:pt x="8307" y="17237"/>
                    <a:pt x="10863" y="14683"/>
                  </a:cubicBezTo>
                  <a:cubicBezTo>
                    <a:pt x="10863" y="14683"/>
                    <a:pt x="10863" y="14683"/>
                    <a:pt x="10863" y="14683"/>
                  </a:cubicBezTo>
                  <a:cubicBezTo>
                    <a:pt x="14058" y="12130"/>
                    <a:pt x="18531" y="12130"/>
                    <a:pt x="21726" y="14683"/>
                  </a:cubicBezTo>
                  <a:lnTo>
                    <a:pt x="41534" y="34474"/>
                  </a:lnTo>
                  <a:cubicBezTo>
                    <a:pt x="44729" y="37666"/>
                    <a:pt x="44729" y="42134"/>
                    <a:pt x="41534" y="45326"/>
                  </a:cubicBezTo>
                  <a:cubicBezTo>
                    <a:pt x="38979" y="47880"/>
                    <a:pt x="38979" y="51710"/>
                    <a:pt x="41534" y="54264"/>
                  </a:cubicBezTo>
                  <a:cubicBezTo>
                    <a:pt x="44091" y="56818"/>
                    <a:pt x="47924" y="56818"/>
                    <a:pt x="50481" y="54264"/>
                  </a:cubicBezTo>
                  <a:cubicBezTo>
                    <a:pt x="58149" y="46603"/>
                    <a:pt x="58787" y="33197"/>
                    <a:pt x="50481" y="25536"/>
                  </a:cubicBezTo>
                  <a:cubicBezTo>
                    <a:pt x="50481" y="25536"/>
                    <a:pt x="50481" y="25536"/>
                    <a:pt x="50481" y="25536"/>
                  </a:cubicBezTo>
                  <a:lnTo>
                    <a:pt x="30672" y="5746"/>
                  </a:lnTo>
                  <a:close/>
                </a:path>
              </a:pathLst>
            </a:custGeom>
            <a:solidFill>
              <a:srgbClr val="43B02A"/>
            </a:solidFill>
            <a:ln w="6390" cap="flat">
              <a:noFill/>
              <a:prstDash val="solid"/>
              <a:miter/>
            </a:ln>
          </p:spPr>
          <p:txBody>
            <a:bodyPr rtlCol="0" anchor="ctr"/>
            <a:lstStyle/>
            <a:p>
              <a:endParaRPr lang="en-US"/>
            </a:p>
          </p:txBody>
        </p:sp>
      </p:grpSp>
      <p:grpSp>
        <p:nvGrpSpPr>
          <p:cNvPr id="589" name="Graphic 4">
            <a:extLst>
              <a:ext uri="{FF2B5EF4-FFF2-40B4-BE49-F238E27FC236}">
                <a16:creationId xmlns:a16="http://schemas.microsoft.com/office/drawing/2014/main" id="{D9F70583-7831-6C46-BDD0-1644684665D7}"/>
              </a:ext>
            </a:extLst>
          </p:cNvPr>
          <p:cNvGrpSpPr>
            <a:grpSpLocks noChangeAspect="1"/>
          </p:cNvGrpSpPr>
          <p:nvPr/>
        </p:nvGrpSpPr>
        <p:grpSpPr>
          <a:xfrm>
            <a:off x="6753524" y="2855717"/>
            <a:ext cx="361674" cy="361971"/>
            <a:chOff x="6753524" y="2855717"/>
            <a:chExt cx="361674" cy="361971"/>
          </a:xfrm>
          <a:solidFill>
            <a:srgbClr val="43B02A"/>
          </a:solidFill>
        </p:grpSpPr>
        <p:sp>
          <p:nvSpPr>
            <p:cNvPr id="590" name="Graphic 4">
              <a:extLst>
                <a:ext uri="{FF2B5EF4-FFF2-40B4-BE49-F238E27FC236}">
                  <a16:creationId xmlns:a16="http://schemas.microsoft.com/office/drawing/2014/main" id="{594CBA05-C2AC-FB47-82E8-56FE6FC2F0A6}"/>
                </a:ext>
              </a:extLst>
            </p:cNvPr>
            <p:cNvSpPr/>
            <p:nvPr/>
          </p:nvSpPr>
          <p:spPr>
            <a:xfrm>
              <a:off x="6753524" y="2855717"/>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6"/>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2309" y="80438"/>
                    <a:pt x="281157" y="0"/>
                    <a:pt x="180835" y="0"/>
                  </a:cubicBezTo>
                  <a:cubicBezTo>
                    <a:pt x="181474" y="0"/>
                    <a:pt x="181474" y="0"/>
                    <a:pt x="180835" y="0"/>
                  </a:cubicBezTo>
                  <a:close/>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cubicBezTo>
                    <a:pt x="348890" y="180667"/>
                    <a:pt x="348890" y="180667"/>
                    <a:pt x="348890" y="180667"/>
                  </a:cubicBezTo>
                  <a:cubicBezTo>
                    <a:pt x="349529" y="273234"/>
                    <a:pt x="274128" y="348565"/>
                    <a:pt x="180835" y="349204"/>
                  </a:cubicBezTo>
                  <a:close/>
                </a:path>
              </a:pathLst>
            </a:custGeom>
            <a:solidFill>
              <a:srgbClr val="43B02A"/>
            </a:solidFill>
            <a:ln w="6390" cap="flat">
              <a:noFill/>
              <a:prstDash val="solid"/>
              <a:miter/>
            </a:ln>
          </p:spPr>
          <p:txBody>
            <a:bodyPr rtlCol="0" anchor="ctr"/>
            <a:lstStyle/>
            <a:p>
              <a:endParaRPr lang="en-US"/>
            </a:p>
          </p:txBody>
        </p:sp>
        <p:sp>
          <p:nvSpPr>
            <p:cNvPr id="591" name="Graphic 4">
              <a:extLst>
                <a:ext uri="{FF2B5EF4-FFF2-40B4-BE49-F238E27FC236}">
                  <a16:creationId xmlns:a16="http://schemas.microsoft.com/office/drawing/2014/main" id="{73A29A52-CCE3-CA45-A68F-91633ED2BA8C}"/>
                </a:ext>
              </a:extLst>
            </p:cNvPr>
            <p:cNvSpPr/>
            <p:nvPr/>
          </p:nvSpPr>
          <p:spPr>
            <a:xfrm>
              <a:off x="6837232" y="2931048"/>
              <a:ext cx="194893" cy="210032"/>
            </a:xfrm>
            <a:custGeom>
              <a:avLst/>
              <a:gdLst>
                <a:gd name="connsiteX0" fmla="*/ 188503 w 194893"/>
                <a:gd name="connsiteY0" fmla="*/ 15322 h 210032"/>
                <a:gd name="connsiteX1" fmla="*/ 149525 w 194893"/>
                <a:gd name="connsiteY1" fmla="*/ 15322 h 210032"/>
                <a:gd name="connsiteX2" fmla="*/ 149525 w 194893"/>
                <a:gd name="connsiteY2" fmla="*/ 6384 h 210032"/>
                <a:gd name="connsiteX3" fmla="*/ 143135 w 194893"/>
                <a:gd name="connsiteY3" fmla="*/ 0 h 210032"/>
                <a:gd name="connsiteX4" fmla="*/ 136745 w 194893"/>
                <a:gd name="connsiteY4" fmla="*/ 6384 h 210032"/>
                <a:gd name="connsiteX5" fmla="*/ 136745 w 194893"/>
                <a:gd name="connsiteY5" fmla="*/ 15322 h 210032"/>
                <a:gd name="connsiteX6" fmla="*/ 58148 w 194893"/>
                <a:gd name="connsiteY6" fmla="*/ 15322 h 210032"/>
                <a:gd name="connsiteX7" fmla="*/ 58148 w 194893"/>
                <a:gd name="connsiteY7" fmla="*/ 6384 h 210032"/>
                <a:gd name="connsiteX8" fmla="*/ 51758 w 194893"/>
                <a:gd name="connsiteY8" fmla="*/ 0 h 210032"/>
                <a:gd name="connsiteX9" fmla="*/ 45368 w 194893"/>
                <a:gd name="connsiteY9" fmla="*/ 6384 h 210032"/>
                <a:gd name="connsiteX10" fmla="*/ 45368 w 194893"/>
                <a:gd name="connsiteY10" fmla="*/ 15322 h 210032"/>
                <a:gd name="connsiteX11" fmla="*/ 6390 w 194893"/>
                <a:gd name="connsiteY11" fmla="*/ 15322 h 210032"/>
                <a:gd name="connsiteX12" fmla="*/ 0 w 194893"/>
                <a:gd name="connsiteY12" fmla="*/ 21706 h 210032"/>
                <a:gd name="connsiteX13" fmla="*/ 0 w 194893"/>
                <a:gd name="connsiteY13" fmla="*/ 203649 h 210032"/>
                <a:gd name="connsiteX14" fmla="*/ 6390 w 194893"/>
                <a:gd name="connsiteY14" fmla="*/ 210033 h 210032"/>
                <a:gd name="connsiteX15" fmla="*/ 188503 w 194893"/>
                <a:gd name="connsiteY15" fmla="*/ 210033 h 210032"/>
                <a:gd name="connsiteX16" fmla="*/ 194893 w 194893"/>
                <a:gd name="connsiteY16" fmla="*/ 203649 h 210032"/>
                <a:gd name="connsiteX17" fmla="*/ 194893 w 194893"/>
                <a:gd name="connsiteY17" fmla="*/ 21706 h 210032"/>
                <a:gd name="connsiteX18" fmla="*/ 188503 w 194893"/>
                <a:gd name="connsiteY18" fmla="*/ 15322 h 210032"/>
                <a:gd name="connsiteX19" fmla="*/ 188503 w 194893"/>
                <a:gd name="connsiteY19" fmla="*/ 15322 h 210032"/>
                <a:gd name="connsiteX20" fmla="*/ 182113 w 194893"/>
                <a:gd name="connsiteY20" fmla="*/ 197903 h 210032"/>
                <a:gd name="connsiteX21" fmla="*/ 12780 w 194893"/>
                <a:gd name="connsiteY21" fmla="*/ 197903 h 210032"/>
                <a:gd name="connsiteX22" fmla="*/ 12780 w 194893"/>
                <a:gd name="connsiteY22" fmla="*/ 28728 h 210032"/>
                <a:gd name="connsiteX23" fmla="*/ 45368 w 194893"/>
                <a:gd name="connsiteY23" fmla="*/ 28728 h 210032"/>
                <a:gd name="connsiteX24" fmla="*/ 45368 w 194893"/>
                <a:gd name="connsiteY24" fmla="*/ 37665 h 210032"/>
                <a:gd name="connsiteX25" fmla="*/ 51758 w 194893"/>
                <a:gd name="connsiteY25" fmla="*/ 44049 h 210032"/>
                <a:gd name="connsiteX26" fmla="*/ 58148 w 194893"/>
                <a:gd name="connsiteY26" fmla="*/ 37665 h 210032"/>
                <a:gd name="connsiteX27" fmla="*/ 58148 w 194893"/>
                <a:gd name="connsiteY27" fmla="*/ 28728 h 210032"/>
                <a:gd name="connsiteX28" fmla="*/ 136745 w 194893"/>
                <a:gd name="connsiteY28" fmla="*/ 28728 h 210032"/>
                <a:gd name="connsiteX29" fmla="*/ 136745 w 194893"/>
                <a:gd name="connsiteY29" fmla="*/ 37665 h 210032"/>
                <a:gd name="connsiteX30" fmla="*/ 143135 w 194893"/>
                <a:gd name="connsiteY30" fmla="*/ 44049 h 210032"/>
                <a:gd name="connsiteX31" fmla="*/ 149525 w 194893"/>
                <a:gd name="connsiteY31" fmla="*/ 37665 h 210032"/>
                <a:gd name="connsiteX32" fmla="*/ 149525 w 194893"/>
                <a:gd name="connsiteY32" fmla="*/ 28728 h 210032"/>
                <a:gd name="connsiteX33" fmla="*/ 182113 w 194893"/>
                <a:gd name="connsiteY33" fmla="*/ 28728 h 210032"/>
                <a:gd name="connsiteX34" fmla="*/ 182113 w 194893"/>
                <a:gd name="connsiteY34" fmla="*/ 197903 h 210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4893" h="210032">
                  <a:moveTo>
                    <a:pt x="188503" y="15322"/>
                  </a:moveTo>
                  <a:lnTo>
                    <a:pt x="149525" y="15322"/>
                  </a:lnTo>
                  <a:lnTo>
                    <a:pt x="149525" y="6384"/>
                  </a:lnTo>
                  <a:cubicBezTo>
                    <a:pt x="149525" y="2554"/>
                    <a:pt x="146969" y="0"/>
                    <a:pt x="143135" y="0"/>
                  </a:cubicBezTo>
                  <a:cubicBezTo>
                    <a:pt x="139301" y="0"/>
                    <a:pt x="136745" y="2554"/>
                    <a:pt x="136745" y="6384"/>
                  </a:cubicBezTo>
                  <a:lnTo>
                    <a:pt x="136745" y="15322"/>
                  </a:lnTo>
                  <a:lnTo>
                    <a:pt x="58148" y="15322"/>
                  </a:lnTo>
                  <a:lnTo>
                    <a:pt x="58148" y="6384"/>
                  </a:lnTo>
                  <a:cubicBezTo>
                    <a:pt x="58148" y="2554"/>
                    <a:pt x="55592" y="0"/>
                    <a:pt x="51758" y="0"/>
                  </a:cubicBezTo>
                  <a:cubicBezTo>
                    <a:pt x="47925" y="0"/>
                    <a:pt x="45368" y="2554"/>
                    <a:pt x="45368" y="6384"/>
                  </a:cubicBezTo>
                  <a:lnTo>
                    <a:pt x="45368" y="15322"/>
                  </a:lnTo>
                  <a:lnTo>
                    <a:pt x="6390" y="15322"/>
                  </a:lnTo>
                  <a:cubicBezTo>
                    <a:pt x="2556" y="15322"/>
                    <a:pt x="0" y="17875"/>
                    <a:pt x="0" y="21706"/>
                  </a:cubicBezTo>
                  <a:lnTo>
                    <a:pt x="0" y="203649"/>
                  </a:lnTo>
                  <a:cubicBezTo>
                    <a:pt x="0" y="207479"/>
                    <a:pt x="2556" y="210033"/>
                    <a:pt x="6390" y="210033"/>
                  </a:cubicBezTo>
                  <a:lnTo>
                    <a:pt x="188503" y="210033"/>
                  </a:lnTo>
                  <a:cubicBezTo>
                    <a:pt x="192337" y="210033"/>
                    <a:pt x="194893" y="207479"/>
                    <a:pt x="194893" y="203649"/>
                  </a:cubicBezTo>
                  <a:lnTo>
                    <a:pt x="194893" y="21706"/>
                  </a:lnTo>
                  <a:cubicBezTo>
                    <a:pt x="194893" y="18514"/>
                    <a:pt x="192337" y="15322"/>
                    <a:pt x="188503" y="15322"/>
                  </a:cubicBezTo>
                  <a:cubicBezTo>
                    <a:pt x="188503" y="15322"/>
                    <a:pt x="188503" y="15322"/>
                    <a:pt x="188503" y="15322"/>
                  </a:cubicBezTo>
                  <a:close/>
                  <a:moveTo>
                    <a:pt x="182113" y="197903"/>
                  </a:moveTo>
                  <a:lnTo>
                    <a:pt x="12780" y="197903"/>
                  </a:lnTo>
                  <a:lnTo>
                    <a:pt x="12780" y="28728"/>
                  </a:lnTo>
                  <a:lnTo>
                    <a:pt x="45368" y="28728"/>
                  </a:lnTo>
                  <a:lnTo>
                    <a:pt x="45368" y="37665"/>
                  </a:lnTo>
                  <a:cubicBezTo>
                    <a:pt x="45368" y="41496"/>
                    <a:pt x="47925" y="44049"/>
                    <a:pt x="51758" y="44049"/>
                  </a:cubicBezTo>
                  <a:cubicBezTo>
                    <a:pt x="55592" y="44049"/>
                    <a:pt x="58148" y="41496"/>
                    <a:pt x="58148" y="37665"/>
                  </a:cubicBezTo>
                  <a:lnTo>
                    <a:pt x="58148" y="28728"/>
                  </a:lnTo>
                  <a:lnTo>
                    <a:pt x="136745" y="28728"/>
                  </a:lnTo>
                  <a:lnTo>
                    <a:pt x="136745" y="37665"/>
                  </a:lnTo>
                  <a:cubicBezTo>
                    <a:pt x="136745" y="41496"/>
                    <a:pt x="139301" y="44049"/>
                    <a:pt x="143135" y="44049"/>
                  </a:cubicBezTo>
                  <a:cubicBezTo>
                    <a:pt x="146969" y="44049"/>
                    <a:pt x="149525" y="41496"/>
                    <a:pt x="149525" y="37665"/>
                  </a:cubicBezTo>
                  <a:lnTo>
                    <a:pt x="149525" y="28728"/>
                  </a:lnTo>
                  <a:lnTo>
                    <a:pt x="182113" y="28728"/>
                  </a:lnTo>
                  <a:lnTo>
                    <a:pt x="182113" y="197903"/>
                  </a:lnTo>
                  <a:close/>
                </a:path>
              </a:pathLst>
            </a:custGeom>
            <a:solidFill>
              <a:srgbClr val="43B02A"/>
            </a:solidFill>
            <a:ln w="6390" cap="flat">
              <a:noFill/>
              <a:prstDash val="solid"/>
              <a:miter/>
            </a:ln>
          </p:spPr>
          <p:txBody>
            <a:bodyPr rtlCol="0" anchor="ctr"/>
            <a:lstStyle/>
            <a:p>
              <a:endParaRPr lang="en-US"/>
            </a:p>
          </p:txBody>
        </p:sp>
        <p:sp>
          <p:nvSpPr>
            <p:cNvPr id="592" name="Graphic 4">
              <a:extLst>
                <a:ext uri="{FF2B5EF4-FFF2-40B4-BE49-F238E27FC236}">
                  <a16:creationId xmlns:a16="http://schemas.microsoft.com/office/drawing/2014/main" id="{E0D92FE6-465C-474A-9D6E-8FFF94DBE941}"/>
                </a:ext>
              </a:extLst>
            </p:cNvPr>
            <p:cNvSpPr/>
            <p:nvPr/>
          </p:nvSpPr>
          <p:spPr>
            <a:xfrm>
              <a:off x="6890269" y="3037661"/>
              <a:ext cx="88819" cy="12767"/>
            </a:xfrm>
            <a:custGeom>
              <a:avLst/>
              <a:gdLst>
                <a:gd name="connsiteX0" fmla="*/ 82430 w 88819"/>
                <a:gd name="connsiteY0" fmla="*/ 0 h 12767"/>
                <a:gd name="connsiteX1" fmla="*/ 6390 w 88819"/>
                <a:gd name="connsiteY1" fmla="*/ 0 h 12767"/>
                <a:gd name="connsiteX2" fmla="*/ 0 w 88819"/>
                <a:gd name="connsiteY2" fmla="*/ 6384 h 12767"/>
                <a:gd name="connsiteX3" fmla="*/ 6390 w 88819"/>
                <a:gd name="connsiteY3" fmla="*/ 12768 h 12767"/>
                <a:gd name="connsiteX4" fmla="*/ 82430 w 88819"/>
                <a:gd name="connsiteY4" fmla="*/ 12768 h 12767"/>
                <a:gd name="connsiteX5" fmla="*/ 88820 w 88819"/>
                <a:gd name="connsiteY5" fmla="*/ 6384 h 12767"/>
                <a:gd name="connsiteX6" fmla="*/ 82430 w 8881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819" h="12767">
                  <a:moveTo>
                    <a:pt x="82430" y="0"/>
                  </a:moveTo>
                  <a:lnTo>
                    <a:pt x="6390" y="0"/>
                  </a:lnTo>
                  <a:cubicBezTo>
                    <a:pt x="2555" y="0"/>
                    <a:pt x="0" y="2554"/>
                    <a:pt x="0" y="6384"/>
                  </a:cubicBezTo>
                  <a:cubicBezTo>
                    <a:pt x="0" y="10214"/>
                    <a:pt x="2555" y="12768"/>
                    <a:pt x="6390" y="12768"/>
                  </a:cubicBezTo>
                  <a:lnTo>
                    <a:pt x="82430" y="12768"/>
                  </a:lnTo>
                  <a:cubicBezTo>
                    <a:pt x="86264" y="12768"/>
                    <a:pt x="88820" y="10214"/>
                    <a:pt x="88820" y="6384"/>
                  </a:cubicBezTo>
                  <a:cubicBezTo>
                    <a:pt x="88820" y="2554"/>
                    <a:pt x="86264" y="0"/>
                    <a:pt x="82430" y="0"/>
                  </a:cubicBezTo>
                  <a:close/>
                </a:path>
              </a:pathLst>
            </a:custGeom>
            <a:solidFill>
              <a:srgbClr val="43B02A"/>
            </a:solidFill>
            <a:ln w="6390" cap="flat">
              <a:noFill/>
              <a:prstDash val="solid"/>
              <a:miter/>
            </a:ln>
          </p:spPr>
          <p:txBody>
            <a:bodyPr rtlCol="0" anchor="ctr"/>
            <a:lstStyle/>
            <a:p>
              <a:endParaRPr lang="en-US"/>
            </a:p>
          </p:txBody>
        </p:sp>
      </p:grpSp>
      <p:grpSp>
        <p:nvGrpSpPr>
          <p:cNvPr id="593" name="Graphic 4">
            <a:extLst>
              <a:ext uri="{FF2B5EF4-FFF2-40B4-BE49-F238E27FC236}">
                <a16:creationId xmlns:a16="http://schemas.microsoft.com/office/drawing/2014/main" id="{22D70AB7-EDBC-5A43-A658-568C5A393C62}"/>
              </a:ext>
            </a:extLst>
          </p:cNvPr>
          <p:cNvGrpSpPr>
            <a:grpSpLocks noChangeAspect="1"/>
          </p:cNvGrpSpPr>
          <p:nvPr/>
        </p:nvGrpSpPr>
        <p:grpSpPr>
          <a:xfrm>
            <a:off x="6753524" y="2371173"/>
            <a:ext cx="361674" cy="361971"/>
            <a:chOff x="6753524" y="2371173"/>
            <a:chExt cx="361674" cy="361971"/>
          </a:xfrm>
          <a:solidFill>
            <a:srgbClr val="43B02A"/>
          </a:solidFill>
        </p:grpSpPr>
        <p:sp>
          <p:nvSpPr>
            <p:cNvPr id="594" name="Graphic 4">
              <a:extLst>
                <a:ext uri="{FF2B5EF4-FFF2-40B4-BE49-F238E27FC236}">
                  <a16:creationId xmlns:a16="http://schemas.microsoft.com/office/drawing/2014/main" id="{99852B2E-87E4-1D4C-9DC7-179818EDD4A4}"/>
                </a:ext>
              </a:extLst>
            </p:cNvPr>
            <p:cNvSpPr/>
            <p:nvPr/>
          </p:nvSpPr>
          <p:spPr>
            <a:xfrm>
              <a:off x="6753524" y="2371173"/>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7"/>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2309" y="81077"/>
                    <a:pt x="281157" y="0"/>
                    <a:pt x="180835" y="0"/>
                  </a:cubicBezTo>
                  <a:cubicBezTo>
                    <a:pt x="181474" y="0"/>
                    <a:pt x="181474" y="0"/>
                    <a:pt x="180835" y="0"/>
                  </a:cubicBezTo>
                  <a:close/>
                  <a:moveTo>
                    <a:pt x="180835" y="349204"/>
                  </a:moveTo>
                  <a:cubicBezTo>
                    <a:pt x="87542" y="349204"/>
                    <a:pt x="12780" y="273873"/>
                    <a:pt x="12780" y="181305"/>
                  </a:cubicBezTo>
                  <a:cubicBezTo>
                    <a:pt x="12780" y="88738"/>
                    <a:pt x="88181" y="12768"/>
                    <a:pt x="180835" y="12768"/>
                  </a:cubicBezTo>
                  <a:cubicBezTo>
                    <a:pt x="274128" y="12768"/>
                    <a:pt x="348890" y="88099"/>
                    <a:pt x="348890" y="180667"/>
                  </a:cubicBezTo>
                  <a:cubicBezTo>
                    <a:pt x="348890" y="180667"/>
                    <a:pt x="348890" y="180667"/>
                    <a:pt x="348890" y="180667"/>
                  </a:cubicBezTo>
                  <a:cubicBezTo>
                    <a:pt x="349529" y="273873"/>
                    <a:pt x="274128" y="349204"/>
                    <a:pt x="180835" y="349204"/>
                  </a:cubicBezTo>
                  <a:close/>
                </a:path>
              </a:pathLst>
            </a:custGeom>
            <a:solidFill>
              <a:srgbClr val="43B02A"/>
            </a:solidFill>
            <a:ln w="6390" cap="flat">
              <a:noFill/>
              <a:prstDash val="solid"/>
              <a:miter/>
            </a:ln>
          </p:spPr>
          <p:txBody>
            <a:bodyPr rtlCol="0" anchor="ctr"/>
            <a:lstStyle/>
            <a:p>
              <a:endParaRPr lang="en-US"/>
            </a:p>
          </p:txBody>
        </p:sp>
        <p:sp>
          <p:nvSpPr>
            <p:cNvPr id="595" name="Graphic 4">
              <a:extLst>
                <a:ext uri="{FF2B5EF4-FFF2-40B4-BE49-F238E27FC236}">
                  <a16:creationId xmlns:a16="http://schemas.microsoft.com/office/drawing/2014/main" id="{3A967A41-ADAF-3C4B-8835-DE3AD6810C72}"/>
                </a:ext>
              </a:extLst>
            </p:cNvPr>
            <p:cNvSpPr/>
            <p:nvPr/>
          </p:nvSpPr>
          <p:spPr>
            <a:xfrm>
              <a:off x="6837232" y="2446504"/>
              <a:ext cx="194893" cy="210671"/>
            </a:xfrm>
            <a:custGeom>
              <a:avLst/>
              <a:gdLst>
                <a:gd name="connsiteX0" fmla="*/ 188503 w 194893"/>
                <a:gd name="connsiteY0" fmla="*/ 15322 h 210671"/>
                <a:gd name="connsiteX1" fmla="*/ 149525 w 194893"/>
                <a:gd name="connsiteY1" fmla="*/ 15322 h 210671"/>
                <a:gd name="connsiteX2" fmla="*/ 149525 w 194893"/>
                <a:gd name="connsiteY2" fmla="*/ 6384 h 210671"/>
                <a:gd name="connsiteX3" fmla="*/ 143135 w 194893"/>
                <a:gd name="connsiteY3" fmla="*/ 0 h 210671"/>
                <a:gd name="connsiteX4" fmla="*/ 136745 w 194893"/>
                <a:gd name="connsiteY4" fmla="*/ 6384 h 210671"/>
                <a:gd name="connsiteX5" fmla="*/ 136745 w 194893"/>
                <a:gd name="connsiteY5" fmla="*/ 15322 h 210671"/>
                <a:gd name="connsiteX6" fmla="*/ 58148 w 194893"/>
                <a:gd name="connsiteY6" fmla="*/ 15322 h 210671"/>
                <a:gd name="connsiteX7" fmla="*/ 58148 w 194893"/>
                <a:gd name="connsiteY7" fmla="*/ 6384 h 210671"/>
                <a:gd name="connsiteX8" fmla="*/ 51758 w 194893"/>
                <a:gd name="connsiteY8" fmla="*/ 0 h 210671"/>
                <a:gd name="connsiteX9" fmla="*/ 45368 w 194893"/>
                <a:gd name="connsiteY9" fmla="*/ 6384 h 210671"/>
                <a:gd name="connsiteX10" fmla="*/ 45368 w 194893"/>
                <a:gd name="connsiteY10" fmla="*/ 15322 h 210671"/>
                <a:gd name="connsiteX11" fmla="*/ 6390 w 194893"/>
                <a:gd name="connsiteY11" fmla="*/ 15322 h 210671"/>
                <a:gd name="connsiteX12" fmla="*/ 0 w 194893"/>
                <a:gd name="connsiteY12" fmla="*/ 21706 h 210671"/>
                <a:gd name="connsiteX13" fmla="*/ 0 w 194893"/>
                <a:gd name="connsiteY13" fmla="*/ 204287 h 210671"/>
                <a:gd name="connsiteX14" fmla="*/ 6390 w 194893"/>
                <a:gd name="connsiteY14" fmla="*/ 210671 h 210671"/>
                <a:gd name="connsiteX15" fmla="*/ 188503 w 194893"/>
                <a:gd name="connsiteY15" fmla="*/ 210671 h 210671"/>
                <a:gd name="connsiteX16" fmla="*/ 194893 w 194893"/>
                <a:gd name="connsiteY16" fmla="*/ 204287 h 210671"/>
                <a:gd name="connsiteX17" fmla="*/ 194893 w 194893"/>
                <a:gd name="connsiteY17" fmla="*/ 21706 h 210671"/>
                <a:gd name="connsiteX18" fmla="*/ 188503 w 194893"/>
                <a:gd name="connsiteY18" fmla="*/ 15322 h 210671"/>
                <a:gd name="connsiteX19" fmla="*/ 188503 w 194893"/>
                <a:gd name="connsiteY19" fmla="*/ 15322 h 210671"/>
                <a:gd name="connsiteX20" fmla="*/ 182113 w 194893"/>
                <a:gd name="connsiteY20" fmla="*/ 197903 h 210671"/>
                <a:gd name="connsiteX21" fmla="*/ 12780 w 194893"/>
                <a:gd name="connsiteY21" fmla="*/ 197903 h 210671"/>
                <a:gd name="connsiteX22" fmla="*/ 12780 w 194893"/>
                <a:gd name="connsiteY22" fmla="*/ 28089 h 210671"/>
                <a:gd name="connsiteX23" fmla="*/ 45368 w 194893"/>
                <a:gd name="connsiteY23" fmla="*/ 28089 h 210671"/>
                <a:gd name="connsiteX24" fmla="*/ 45368 w 194893"/>
                <a:gd name="connsiteY24" fmla="*/ 37027 h 210671"/>
                <a:gd name="connsiteX25" fmla="*/ 51758 w 194893"/>
                <a:gd name="connsiteY25" fmla="*/ 43411 h 210671"/>
                <a:gd name="connsiteX26" fmla="*/ 58148 w 194893"/>
                <a:gd name="connsiteY26" fmla="*/ 37027 h 210671"/>
                <a:gd name="connsiteX27" fmla="*/ 58148 w 194893"/>
                <a:gd name="connsiteY27" fmla="*/ 28089 h 210671"/>
                <a:gd name="connsiteX28" fmla="*/ 136745 w 194893"/>
                <a:gd name="connsiteY28" fmla="*/ 28089 h 210671"/>
                <a:gd name="connsiteX29" fmla="*/ 136745 w 194893"/>
                <a:gd name="connsiteY29" fmla="*/ 37027 h 210671"/>
                <a:gd name="connsiteX30" fmla="*/ 143135 w 194893"/>
                <a:gd name="connsiteY30" fmla="*/ 43411 h 210671"/>
                <a:gd name="connsiteX31" fmla="*/ 149525 w 194893"/>
                <a:gd name="connsiteY31" fmla="*/ 37027 h 210671"/>
                <a:gd name="connsiteX32" fmla="*/ 149525 w 194893"/>
                <a:gd name="connsiteY32" fmla="*/ 28089 h 210671"/>
                <a:gd name="connsiteX33" fmla="*/ 182113 w 194893"/>
                <a:gd name="connsiteY33" fmla="*/ 28089 h 210671"/>
                <a:gd name="connsiteX34" fmla="*/ 182113 w 194893"/>
                <a:gd name="connsiteY34" fmla="*/ 197903 h 210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4893" h="210671">
                  <a:moveTo>
                    <a:pt x="188503" y="15322"/>
                  </a:moveTo>
                  <a:lnTo>
                    <a:pt x="149525" y="15322"/>
                  </a:lnTo>
                  <a:lnTo>
                    <a:pt x="149525" y="6384"/>
                  </a:lnTo>
                  <a:cubicBezTo>
                    <a:pt x="149525" y="2554"/>
                    <a:pt x="146969" y="0"/>
                    <a:pt x="143135" y="0"/>
                  </a:cubicBezTo>
                  <a:cubicBezTo>
                    <a:pt x="139301" y="0"/>
                    <a:pt x="136745" y="2554"/>
                    <a:pt x="136745" y="6384"/>
                  </a:cubicBezTo>
                  <a:lnTo>
                    <a:pt x="136745" y="15322"/>
                  </a:lnTo>
                  <a:lnTo>
                    <a:pt x="58148" y="15322"/>
                  </a:lnTo>
                  <a:lnTo>
                    <a:pt x="58148" y="6384"/>
                  </a:lnTo>
                  <a:cubicBezTo>
                    <a:pt x="58148" y="2554"/>
                    <a:pt x="55592" y="0"/>
                    <a:pt x="51758" y="0"/>
                  </a:cubicBezTo>
                  <a:cubicBezTo>
                    <a:pt x="47925" y="0"/>
                    <a:pt x="45368" y="2554"/>
                    <a:pt x="45368" y="6384"/>
                  </a:cubicBezTo>
                  <a:lnTo>
                    <a:pt x="45368" y="15322"/>
                  </a:lnTo>
                  <a:lnTo>
                    <a:pt x="6390" y="15322"/>
                  </a:lnTo>
                  <a:cubicBezTo>
                    <a:pt x="2556" y="15322"/>
                    <a:pt x="0" y="17875"/>
                    <a:pt x="0" y="21706"/>
                  </a:cubicBezTo>
                  <a:lnTo>
                    <a:pt x="0" y="204287"/>
                  </a:lnTo>
                  <a:cubicBezTo>
                    <a:pt x="0" y="208118"/>
                    <a:pt x="2556" y="210671"/>
                    <a:pt x="6390" y="210671"/>
                  </a:cubicBezTo>
                  <a:lnTo>
                    <a:pt x="188503" y="210671"/>
                  </a:lnTo>
                  <a:cubicBezTo>
                    <a:pt x="192337" y="210671"/>
                    <a:pt x="194893" y="208118"/>
                    <a:pt x="194893" y="204287"/>
                  </a:cubicBezTo>
                  <a:lnTo>
                    <a:pt x="194893" y="21706"/>
                  </a:lnTo>
                  <a:cubicBezTo>
                    <a:pt x="194893" y="18514"/>
                    <a:pt x="192337" y="15322"/>
                    <a:pt x="188503" y="15322"/>
                  </a:cubicBezTo>
                  <a:cubicBezTo>
                    <a:pt x="188503" y="15322"/>
                    <a:pt x="188503" y="15322"/>
                    <a:pt x="188503" y="15322"/>
                  </a:cubicBezTo>
                  <a:close/>
                  <a:moveTo>
                    <a:pt x="182113" y="197903"/>
                  </a:moveTo>
                  <a:lnTo>
                    <a:pt x="12780" y="197903"/>
                  </a:lnTo>
                  <a:lnTo>
                    <a:pt x="12780" y="28089"/>
                  </a:lnTo>
                  <a:lnTo>
                    <a:pt x="45368" y="28089"/>
                  </a:lnTo>
                  <a:lnTo>
                    <a:pt x="45368" y="37027"/>
                  </a:lnTo>
                  <a:cubicBezTo>
                    <a:pt x="45368" y="40857"/>
                    <a:pt x="47925" y="43411"/>
                    <a:pt x="51758" y="43411"/>
                  </a:cubicBezTo>
                  <a:cubicBezTo>
                    <a:pt x="55592" y="43411"/>
                    <a:pt x="58148" y="40857"/>
                    <a:pt x="58148" y="37027"/>
                  </a:cubicBezTo>
                  <a:lnTo>
                    <a:pt x="58148" y="28089"/>
                  </a:lnTo>
                  <a:lnTo>
                    <a:pt x="136745" y="28089"/>
                  </a:lnTo>
                  <a:lnTo>
                    <a:pt x="136745" y="37027"/>
                  </a:lnTo>
                  <a:cubicBezTo>
                    <a:pt x="136745" y="40857"/>
                    <a:pt x="139301" y="43411"/>
                    <a:pt x="143135" y="43411"/>
                  </a:cubicBezTo>
                  <a:cubicBezTo>
                    <a:pt x="146969" y="43411"/>
                    <a:pt x="149525" y="40857"/>
                    <a:pt x="149525" y="37027"/>
                  </a:cubicBezTo>
                  <a:lnTo>
                    <a:pt x="149525" y="28089"/>
                  </a:lnTo>
                  <a:lnTo>
                    <a:pt x="182113" y="28089"/>
                  </a:lnTo>
                  <a:lnTo>
                    <a:pt x="182113" y="197903"/>
                  </a:lnTo>
                  <a:close/>
                </a:path>
              </a:pathLst>
            </a:custGeom>
            <a:solidFill>
              <a:srgbClr val="43B02A"/>
            </a:solidFill>
            <a:ln w="6390" cap="flat">
              <a:noFill/>
              <a:prstDash val="solid"/>
              <a:miter/>
            </a:ln>
          </p:spPr>
          <p:txBody>
            <a:bodyPr rtlCol="0" anchor="ctr"/>
            <a:lstStyle/>
            <a:p>
              <a:endParaRPr lang="en-US"/>
            </a:p>
          </p:txBody>
        </p:sp>
        <p:sp>
          <p:nvSpPr>
            <p:cNvPr id="596" name="Graphic 4">
              <a:extLst>
                <a:ext uri="{FF2B5EF4-FFF2-40B4-BE49-F238E27FC236}">
                  <a16:creationId xmlns:a16="http://schemas.microsoft.com/office/drawing/2014/main" id="{857AEB7A-B4AC-C744-B4ED-B8A4236CB990}"/>
                </a:ext>
              </a:extLst>
            </p:cNvPr>
            <p:cNvSpPr/>
            <p:nvPr/>
          </p:nvSpPr>
          <p:spPr>
            <a:xfrm>
              <a:off x="6889629" y="2515451"/>
              <a:ext cx="89459" cy="88737"/>
            </a:xfrm>
            <a:custGeom>
              <a:avLst/>
              <a:gdLst>
                <a:gd name="connsiteX0" fmla="*/ 83069 w 89459"/>
                <a:gd name="connsiteY0" fmla="*/ 37665 h 88737"/>
                <a:gd name="connsiteX1" fmla="*/ 51119 w 89459"/>
                <a:gd name="connsiteY1" fmla="*/ 37665 h 88737"/>
                <a:gd name="connsiteX2" fmla="*/ 51119 w 89459"/>
                <a:gd name="connsiteY2" fmla="*/ 6384 h 88737"/>
                <a:gd name="connsiteX3" fmla="*/ 44730 w 89459"/>
                <a:gd name="connsiteY3" fmla="*/ 0 h 88737"/>
                <a:gd name="connsiteX4" fmla="*/ 38340 w 89459"/>
                <a:gd name="connsiteY4" fmla="*/ 6384 h 88737"/>
                <a:gd name="connsiteX5" fmla="*/ 38340 w 89459"/>
                <a:gd name="connsiteY5" fmla="*/ 37665 h 88737"/>
                <a:gd name="connsiteX6" fmla="*/ 6390 w 89459"/>
                <a:gd name="connsiteY6" fmla="*/ 37665 h 88737"/>
                <a:gd name="connsiteX7" fmla="*/ 0 w 89459"/>
                <a:gd name="connsiteY7" fmla="*/ 44049 h 88737"/>
                <a:gd name="connsiteX8" fmla="*/ 6390 w 89459"/>
                <a:gd name="connsiteY8" fmla="*/ 50433 h 88737"/>
                <a:gd name="connsiteX9" fmla="*/ 38340 w 89459"/>
                <a:gd name="connsiteY9" fmla="*/ 50433 h 88737"/>
                <a:gd name="connsiteX10" fmla="*/ 38340 w 89459"/>
                <a:gd name="connsiteY10" fmla="*/ 82353 h 88737"/>
                <a:gd name="connsiteX11" fmla="*/ 44730 w 89459"/>
                <a:gd name="connsiteY11" fmla="*/ 88737 h 88737"/>
                <a:gd name="connsiteX12" fmla="*/ 51119 w 89459"/>
                <a:gd name="connsiteY12" fmla="*/ 82353 h 88737"/>
                <a:gd name="connsiteX13" fmla="*/ 51119 w 89459"/>
                <a:gd name="connsiteY13" fmla="*/ 50433 h 88737"/>
                <a:gd name="connsiteX14" fmla="*/ 83069 w 89459"/>
                <a:gd name="connsiteY14" fmla="*/ 50433 h 88737"/>
                <a:gd name="connsiteX15" fmla="*/ 89459 w 89459"/>
                <a:gd name="connsiteY15" fmla="*/ 44049 h 88737"/>
                <a:gd name="connsiteX16" fmla="*/ 83069 w 89459"/>
                <a:gd name="connsiteY16" fmla="*/ 37665 h 88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9459" h="88737">
                  <a:moveTo>
                    <a:pt x="83069" y="37665"/>
                  </a:moveTo>
                  <a:lnTo>
                    <a:pt x="51119" y="37665"/>
                  </a:lnTo>
                  <a:lnTo>
                    <a:pt x="51119" y="6384"/>
                  </a:lnTo>
                  <a:cubicBezTo>
                    <a:pt x="51119" y="2554"/>
                    <a:pt x="48564" y="0"/>
                    <a:pt x="44730" y="0"/>
                  </a:cubicBezTo>
                  <a:cubicBezTo>
                    <a:pt x="40896" y="0"/>
                    <a:pt x="38340" y="2554"/>
                    <a:pt x="38340" y="6384"/>
                  </a:cubicBezTo>
                  <a:lnTo>
                    <a:pt x="38340" y="37665"/>
                  </a:lnTo>
                  <a:lnTo>
                    <a:pt x="6390" y="37665"/>
                  </a:lnTo>
                  <a:cubicBezTo>
                    <a:pt x="2556" y="37665"/>
                    <a:pt x="0" y="40219"/>
                    <a:pt x="0" y="44049"/>
                  </a:cubicBezTo>
                  <a:cubicBezTo>
                    <a:pt x="0" y="47880"/>
                    <a:pt x="2556" y="50433"/>
                    <a:pt x="6390" y="50433"/>
                  </a:cubicBezTo>
                  <a:lnTo>
                    <a:pt x="38340" y="50433"/>
                  </a:lnTo>
                  <a:lnTo>
                    <a:pt x="38340" y="82353"/>
                  </a:lnTo>
                  <a:cubicBezTo>
                    <a:pt x="38340" y="86184"/>
                    <a:pt x="40896" y="88737"/>
                    <a:pt x="44730" y="88737"/>
                  </a:cubicBezTo>
                  <a:cubicBezTo>
                    <a:pt x="48564" y="88737"/>
                    <a:pt x="51119" y="86184"/>
                    <a:pt x="51119" y="82353"/>
                  </a:cubicBezTo>
                  <a:lnTo>
                    <a:pt x="51119" y="50433"/>
                  </a:lnTo>
                  <a:lnTo>
                    <a:pt x="83069" y="50433"/>
                  </a:lnTo>
                  <a:cubicBezTo>
                    <a:pt x="86904" y="50433"/>
                    <a:pt x="89459" y="47880"/>
                    <a:pt x="89459" y="44049"/>
                  </a:cubicBezTo>
                  <a:cubicBezTo>
                    <a:pt x="89459" y="40219"/>
                    <a:pt x="86904" y="37665"/>
                    <a:pt x="83069" y="37665"/>
                  </a:cubicBezTo>
                  <a:close/>
                </a:path>
              </a:pathLst>
            </a:custGeom>
            <a:solidFill>
              <a:srgbClr val="43B02A"/>
            </a:solidFill>
            <a:ln w="6390" cap="flat">
              <a:noFill/>
              <a:prstDash val="solid"/>
              <a:miter/>
            </a:ln>
          </p:spPr>
          <p:txBody>
            <a:bodyPr rtlCol="0" anchor="ctr"/>
            <a:lstStyle/>
            <a:p>
              <a:endParaRPr lang="en-US"/>
            </a:p>
          </p:txBody>
        </p:sp>
      </p:grpSp>
      <p:grpSp>
        <p:nvGrpSpPr>
          <p:cNvPr id="597" name="Graphic 4">
            <a:extLst>
              <a:ext uri="{FF2B5EF4-FFF2-40B4-BE49-F238E27FC236}">
                <a16:creationId xmlns:a16="http://schemas.microsoft.com/office/drawing/2014/main" id="{AADBAD4A-9B55-034A-99D6-BFCC33FC1280}"/>
              </a:ext>
            </a:extLst>
          </p:cNvPr>
          <p:cNvGrpSpPr>
            <a:grpSpLocks noChangeAspect="1"/>
          </p:cNvGrpSpPr>
          <p:nvPr/>
        </p:nvGrpSpPr>
        <p:grpSpPr>
          <a:xfrm>
            <a:off x="6753524" y="3339623"/>
            <a:ext cx="361674" cy="361971"/>
            <a:chOff x="6753524" y="3339623"/>
            <a:chExt cx="361674" cy="361971"/>
          </a:xfrm>
          <a:solidFill>
            <a:srgbClr val="43B02A"/>
          </a:solidFill>
        </p:grpSpPr>
        <p:sp>
          <p:nvSpPr>
            <p:cNvPr id="598" name="Graphic 4">
              <a:extLst>
                <a:ext uri="{FF2B5EF4-FFF2-40B4-BE49-F238E27FC236}">
                  <a16:creationId xmlns:a16="http://schemas.microsoft.com/office/drawing/2014/main" id="{E1F775E0-194A-0647-B69C-934E908104BB}"/>
                </a:ext>
              </a:extLst>
            </p:cNvPr>
            <p:cNvSpPr/>
            <p:nvPr/>
          </p:nvSpPr>
          <p:spPr>
            <a:xfrm>
              <a:off x="6753524" y="3339623"/>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 name="connsiteX13" fmla="*/ 180835 w 361674"/>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4" h="361971">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2309" y="81077"/>
                    <a:pt x="281157" y="0"/>
                    <a:pt x="180835" y="0"/>
                  </a:cubicBezTo>
                  <a:cubicBezTo>
                    <a:pt x="181474" y="0"/>
                    <a:pt x="181474" y="0"/>
                    <a:pt x="180835" y="0"/>
                  </a:cubicBezTo>
                  <a:close/>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lnTo>
                    <a:pt x="348890" y="180667"/>
                  </a:lnTo>
                  <a:cubicBezTo>
                    <a:pt x="349529" y="273873"/>
                    <a:pt x="274128" y="349204"/>
                    <a:pt x="180835" y="349204"/>
                  </a:cubicBezTo>
                  <a:lnTo>
                    <a:pt x="180835" y="349204"/>
                  </a:lnTo>
                  <a:close/>
                </a:path>
              </a:pathLst>
            </a:custGeom>
            <a:solidFill>
              <a:srgbClr val="43B02A"/>
            </a:solidFill>
            <a:ln w="6390" cap="flat">
              <a:noFill/>
              <a:prstDash val="solid"/>
              <a:miter/>
            </a:ln>
          </p:spPr>
          <p:txBody>
            <a:bodyPr rtlCol="0" anchor="ctr"/>
            <a:lstStyle/>
            <a:p>
              <a:endParaRPr lang="en-US"/>
            </a:p>
          </p:txBody>
        </p:sp>
        <p:sp>
          <p:nvSpPr>
            <p:cNvPr id="599" name="Graphic 4">
              <a:extLst>
                <a:ext uri="{FF2B5EF4-FFF2-40B4-BE49-F238E27FC236}">
                  <a16:creationId xmlns:a16="http://schemas.microsoft.com/office/drawing/2014/main" id="{761D89EA-20B5-C643-93A6-E99A6C1B83BF}"/>
                </a:ext>
              </a:extLst>
            </p:cNvPr>
            <p:cNvSpPr/>
            <p:nvPr/>
          </p:nvSpPr>
          <p:spPr>
            <a:xfrm>
              <a:off x="6837232" y="3415593"/>
              <a:ext cx="194893" cy="210032"/>
            </a:xfrm>
            <a:custGeom>
              <a:avLst/>
              <a:gdLst>
                <a:gd name="connsiteX0" fmla="*/ 188503 w 194893"/>
                <a:gd name="connsiteY0" fmla="*/ 15321 h 210032"/>
                <a:gd name="connsiteX1" fmla="*/ 149525 w 194893"/>
                <a:gd name="connsiteY1" fmla="*/ 15321 h 210032"/>
                <a:gd name="connsiteX2" fmla="*/ 149525 w 194893"/>
                <a:gd name="connsiteY2" fmla="*/ 6384 h 210032"/>
                <a:gd name="connsiteX3" fmla="*/ 143135 w 194893"/>
                <a:gd name="connsiteY3" fmla="*/ 0 h 210032"/>
                <a:gd name="connsiteX4" fmla="*/ 136745 w 194893"/>
                <a:gd name="connsiteY4" fmla="*/ 6384 h 210032"/>
                <a:gd name="connsiteX5" fmla="*/ 136745 w 194893"/>
                <a:gd name="connsiteY5" fmla="*/ 15321 h 210032"/>
                <a:gd name="connsiteX6" fmla="*/ 58148 w 194893"/>
                <a:gd name="connsiteY6" fmla="*/ 15321 h 210032"/>
                <a:gd name="connsiteX7" fmla="*/ 58148 w 194893"/>
                <a:gd name="connsiteY7" fmla="*/ 6384 h 210032"/>
                <a:gd name="connsiteX8" fmla="*/ 51758 w 194893"/>
                <a:gd name="connsiteY8" fmla="*/ 0 h 210032"/>
                <a:gd name="connsiteX9" fmla="*/ 45368 w 194893"/>
                <a:gd name="connsiteY9" fmla="*/ 6384 h 210032"/>
                <a:gd name="connsiteX10" fmla="*/ 45368 w 194893"/>
                <a:gd name="connsiteY10" fmla="*/ 15321 h 210032"/>
                <a:gd name="connsiteX11" fmla="*/ 6390 w 194893"/>
                <a:gd name="connsiteY11" fmla="*/ 15321 h 210032"/>
                <a:gd name="connsiteX12" fmla="*/ 0 w 194893"/>
                <a:gd name="connsiteY12" fmla="*/ 21705 h 210032"/>
                <a:gd name="connsiteX13" fmla="*/ 0 w 194893"/>
                <a:gd name="connsiteY13" fmla="*/ 203649 h 210032"/>
                <a:gd name="connsiteX14" fmla="*/ 6390 w 194893"/>
                <a:gd name="connsiteY14" fmla="*/ 210033 h 210032"/>
                <a:gd name="connsiteX15" fmla="*/ 188503 w 194893"/>
                <a:gd name="connsiteY15" fmla="*/ 210033 h 210032"/>
                <a:gd name="connsiteX16" fmla="*/ 194893 w 194893"/>
                <a:gd name="connsiteY16" fmla="*/ 203649 h 210032"/>
                <a:gd name="connsiteX17" fmla="*/ 194893 w 194893"/>
                <a:gd name="connsiteY17" fmla="*/ 21705 h 210032"/>
                <a:gd name="connsiteX18" fmla="*/ 188503 w 194893"/>
                <a:gd name="connsiteY18" fmla="*/ 15321 h 210032"/>
                <a:gd name="connsiteX19" fmla="*/ 188503 w 194893"/>
                <a:gd name="connsiteY19" fmla="*/ 15321 h 210032"/>
                <a:gd name="connsiteX20" fmla="*/ 182113 w 194893"/>
                <a:gd name="connsiteY20" fmla="*/ 197265 h 210032"/>
                <a:gd name="connsiteX21" fmla="*/ 12780 w 194893"/>
                <a:gd name="connsiteY21" fmla="*/ 197265 h 210032"/>
                <a:gd name="connsiteX22" fmla="*/ 12780 w 194893"/>
                <a:gd name="connsiteY22" fmla="*/ 28089 h 210032"/>
                <a:gd name="connsiteX23" fmla="*/ 45368 w 194893"/>
                <a:gd name="connsiteY23" fmla="*/ 28089 h 210032"/>
                <a:gd name="connsiteX24" fmla="*/ 45368 w 194893"/>
                <a:gd name="connsiteY24" fmla="*/ 37027 h 210032"/>
                <a:gd name="connsiteX25" fmla="*/ 51758 w 194893"/>
                <a:gd name="connsiteY25" fmla="*/ 43411 h 210032"/>
                <a:gd name="connsiteX26" fmla="*/ 58148 w 194893"/>
                <a:gd name="connsiteY26" fmla="*/ 37027 h 210032"/>
                <a:gd name="connsiteX27" fmla="*/ 58148 w 194893"/>
                <a:gd name="connsiteY27" fmla="*/ 28089 h 210032"/>
                <a:gd name="connsiteX28" fmla="*/ 136745 w 194893"/>
                <a:gd name="connsiteY28" fmla="*/ 28089 h 210032"/>
                <a:gd name="connsiteX29" fmla="*/ 136745 w 194893"/>
                <a:gd name="connsiteY29" fmla="*/ 37027 h 210032"/>
                <a:gd name="connsiteX30" fmla="*/ 143135 w 194893"/>
                <a:gd name="connsiteY30" fmla="*/ 43411 h 210032"/>
                <a:gd name="connsiteX31" fmla="*/ 149525 w 194893"/>
                <a:gd name="connsiteY31" fmla="*/ 37027 h 210032"/>
                <a:gd name="connsiteX32" fmla="*/ 149525 w 194893"/>
                <a:gd name="connsiteY32" fmla="*/ 28089 h 210032"/>
                <a:gd name="connsiteX33" fmla="*/ 182113 w 194893"/>
                <a:gd name="connsiteY33" fmla="*/ 28089 h 210032"/>
                <a:gd name="connsiteX34" fmla="*/ 182113 w 194893"/>
                <a:gd name="connsiteY34" fmla="*/ 197265 h 210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4893" h="210032">
                  <a:moveTo>
                    <a:pt x="188503" y="15321"/>
                  </a:moveTo>
                  <a:lnTo>
                    <a:pt x="149525" y="15321"/>
                  </a:lnTo>
                  <a:lnTo>
                    <a:pt x="149525" y="6384"/>
                  </a:lnTo>
                  <a:cubicBezTo>
                    <a:pt x="149525" y="2553"/>
                    <a:pt x="146969" y="0"/>
                    <a:pt x="143135" y="0"/>
                  </a:cubicBezTo>
                  <a:cubicBezTo>
                    <a:pt x="139301" y="0"/>
                    <a:pt x="136745" y="2553"/>
                    <a:pt x="136745" y="6384"/>
                  </a:cubicBezTo>
                  <a:lnTo>
                    <a:pt x="136745" y="15321"/>
                  </a:lnTo>
                  <a:lnTo>
                    <a:pt x="58148" y="15321"/>
                  </a:lnTo>
                  <a:lnTo>
                    <a:pt x="58148" y="6384"/>
                  </a:lnTo>
                  <a:cubicBezTo>
                    <a:pt x="58148" y="2553"/>
                    <a:pt x="55592" y="0"/>
                    <a:pt x="51758" y="0"/>
                  </a:cubicBezTo>
                  <a:cubicBezTo>
                    <a:pt x="47925" y="0"/>
                    <a:pt x="45368" y="2553"/>
                    <a:pt x="45368" y="6384"/>
                  </a:cubicBezTo>
                  <a:lnTo>
                    <a:pt x="45368" y="15321"/>
                  </a:lnTo>
                  <a:lnTo>
                    <a:pt x="6390" y="15321"/>
                  </a:lnTo>
                  <a:cubicBezTo>
                    <a:pt x="2556" y="15321"/>
                    <a:pt x="0" y="17875"/>
                    <a:pt x="0" y="21705"/>
                  </a:cubicBezTo>
                  <a:lnTo>
                    <a:pt x="0" y="203649"/>
                  </a:lnTo>
                  <a:cubicBezTo>
                    <a:pt x="0" y="207479"/>
                    <a:pt x="2556" y="210033"/>
                    <a:pt x="6390" y="210033"/>
                  </a:cubicBezTo>
                  <a:lnTo>
                    <a:pt x="188503" y="210033"/>
                  </a:lnTo>
                  <a:cubicBezTo>
                    <a:pt x="192337" y="210033"/>
                    <a:pt x="194893" y="207479"/>
                    <a:pt x="194893" y="203649"/>
                  </a:cubicBezTo>
                  <a:lnTo>
                    <a:pt x="194893" y="21705"/>
                  </a:lnTo>
                  <a:cubicBezTo>
                    <a:pt x="194893" y="17875"/>
                    <a:pt x="192337" y="15321"/>
                    <a:pt x="188503" y="15321"/>
                  </a:cubicBezTo>
                  <a:cubicBezTo>
                    <a:pt x="188503" y="15321"/>
                    <a:pt x="188503" y="15321"/>
                    <a:pt x="188503" y="15321"/>
                  </a:cubicBezTo>
                  <a:close/>
                  <a:moveTo>
                    <a:pt x="182113" y="197265"/>
                  </a:moveTo>
                  <a:lnTo>
                    <a:pt x="12780" y="197265"/>
                  </a:lnTo>
                  <a:lnTo>
                    <a:pt x="12780" y="28089"/>
                  </a:lnTo>
                  <a:lnTo>
                    <a:pt x="45368" y="28089"/>
                  </a:lnTo>
                  <a:lnTo>
                    <a:pt x="45368" y="37027"/>
                  </a:lnTo>
                  <a:cubicBezTo>
                    <a:pt x="45368" y="40857"/>
                    <a:pt x="47925" y="43411"/>
                    <a:pt x="51758" y="43411"/>
                  </a:cubicBezTo>
                  <a:cubicBezTo>
                    <a:pt x="55592" y="43411"/>
                    <a:pt x="58148" y="40857"/>
                    <a:pt x="58148" y="37027"/>
                  </a:cubicBezTo>
                  <a:lnTo>
                    <a:pt x="58148" y="28089"/>
                  </a:lnTo>
                  <a:lnTo>
                    <a:pt x="136745" y="28089"/>
                  </a:lnTo>
                  <a:lnTo>
                    <a:pt x="136745" y="37027"/>
                  </a:lnTo>
                  <a:cubicBezTo>
                    <a:pt x="136745" y="40857"/>
                    <a:pt x="139301" y="43411"/>
                    <a:pt x="143135" y="43411"/>
                  </a:cubicBezTo>
                  <a:cubicBezTo>
                    <a:pt x="146969" y="43411"/>
                    <a:pt x="149525" y="40857"/>
                    <a:pt x="149525" y="37027"/>
                  </a:cubicBezTo>
                  <a:lnTo>
                    <a:pt x="149525" y="28089"/>
                  </a:lnTo>
                  <a:lnTo>
                    <a:pt x="182113" y="28089"/>
                  </a:lnTo>
                  <a:lnTo>
                    <a:pt x="182113" y="197265"/>
                  </a:lnTo>
                  <a:close/>
                </a:path>
              </a:pathLst>
            </a:custGeom>
            <a:solidFill>
              <a:srgbClr val="43B02A"/>
            </a:solidFill>
            <a:ln w="6390" cap="flat">
              <a:noFill/>
              <a:prstDash val="solid"/>
              <a:miter/>
            </a:ln>
          </p:spPr>
          <p:txBody>
            <a:bodyPr rtlCol="0" anchor="ctr"/>
            <a:lstStyle/>
            <a:p>
              <a:endParaRPr lang="en-US"/>
            </a:p>
          </p:txBody>
        </p:sp>
        <p:sp>
          <p:nvSpPr>
            <p:cNvPr id="600" name="Graphic 4">
              <a:extLst>
                <a:ext uri="{FF2B5EF4-FFF2-40B4-BE49-F238E27FC236}">
                  <a16:creationId xmlns:a16="http://schemas.microsoft.com/office/drawing/2014/main" id="{2A5641D9-6C34-684C-BC53-5DBC4CEBC4EC}"/>
                </a:ext>
              </a:extLst>
            </p:cNvPr>
            <p:cNvSpPr/>
            <p:nvPr/>
          </p:nvSpPr>
          <p:spPr>
            <a:xfrm>
              <a:off x="6897298" y="3492839"/>
              <a:ext cx="74122" cy="74053"/>
            </a:xfrm>
            <a:custGeom>
              <a:avLst/>
              <a:gdLst>
                <a:gd name="connsiteX0" fmla="*/ 72206 w 74122"/>
                <a:gd name="connsiteY0" fmla="*/ 1915 h 74053"/>
                <a:gd name="connsiteX1" fmla="*/ 63261 w 74122"/>
                <a:gd name="connsiteY1" fmla="*/ 1915 h 74053"/>
                <a:gd name="connsiteX2" fmla="*/ 63261 w 74122"/>
                <a:gd name="connsiteY2" fmla="*/ 1915 h 74053"/>
                <a:gd name="connsiteX3" fmla="*/ 37061 w 74122"/>
                <a:gd name="connsiteY3" fmla="*/ 28090 h 74053"/>
                <a:gd name="connsiteX4" fmla="*/ 10863 w 74122"/>
                <a:gd name="connsiteY4" fmla="*/ 1915 h 74053"/>
                <a:gd name="connsiteX5" fmla="*/ 1917 w 74122"/>
                <a:gd name="connsiteY5" fmla="*/ 1915 h 74053"/>
                <a:gd name="connsiteX6" fmla="*/ 1917 w 74122"/>
                <a:gd name="connsiteY6" fmla="*/ 10853 h 74053"/>
                <a:gd name="connsiteX7" fmla="*/ 28116 w 74122"/>
                <a:gd name="connsiteY7" fmla="*/ 37027 h 74053"/>
                <a:gd name="connsiteX8" fmla="*/ 1917 w 74122"/>
                <a:gd name="connsiteY8" fmla="*/ 63201 h 74053"/>
                <a:gd name="connsiteX9" fmla="*/ 1917 w 74122"/>
                <a:gd name="connsiteY9" fmla="*/ 72139 h 74053"/>
                <a:gd name="connsiteX10" fmla="*/ 6390 w 74122"/>
                <a:gd name="connsiteY10" fmla="*/ 74054 h 74053"/>
                <a:gd name="connsiteX11" fmla="*/ 10863 w 74122"/>
                <a:gd name="connsiteY11" fmla="*/ 72139 h 74053"/>
                <a:gd name="connsiteX12" fmla="*/ 37061 w 74122"/>
                <a:gd name="connsiteY12" fmla="*/ 45965 h 74053"/>
                <a:gd name="connsiteX13" fmla="*/ 63261 w 74122"/>
                <a:gd name="connsiteY13" fmla="*/ 72139 h 74053"/>
                <a:gd name="connsiteX14" fmla="*/ 67733 w 74122"/>
                <a:gd name="connsiteY14" fmla="*/ 74054 h 74053"/>
                <a:gd name="connsiteX15" fmla="*/ 72206 w 74122"/>
                <a:gd name="connsiteY15" fmla="*/ 72139 h 74053"/>
                <a:gd name="connsiteX16" fmla="*/ 72206 w 74122"/>
                <a:gd name="connsiteY16" fmla="*/ 63201 h 74053"/>
                <a:gd name="connsiteX17" fmla="*/ 46007 w 74122"/>
                <a:gd name="connsiteY17" fmla="*/ 37027 h 74053"/>
                <a:gd name="connsiteX18" fmla="*/ 72206 w 74122"/>
                <a:gd name="connsiteY18" fmla="*/ 10853 h 74053"/>
                <a:gd name="connsiteX19" fmla="*/ 72206 w 74122"/>
                <a:gd name="connsiteY19" fmla="*/ 1915 h 74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4122" h="74053">
                  <a:moveTo>
                    <a:pt x="72206" y="1915"/>
                  </a:moveTo>
                  <a:cubicBezTo>
                    <a:pt x="69650" y="-638"/>
                    <a:pt x="65816" y="-638"/>
                    <a:pt x="63261" y="1915"/>
                  </a:cubicBezTo>
                  <a:cubicBezTo>
                    <a:pt x="63261" y="1915"/>
                    <a:pt x="63261" y="1915"/>
                    <a:pt x="63261" y="1915"/>
                  </a:cubicBezTo>
                  <a:lnTo>
                    <a:pt x="37061" y="28090"/>
                  </a:lnTo>
                  <a:lnTo>
                    <a:pt x="10863" y="1915"/>
                  </a:lnTo>
                  <a:cubicBezTo>
                    <a:pt x="8306" y="-638"/>
                    <a:pt x="4473" y="-638"/>
                    <a:pt x="1917" y="1915"/>
                  </a:cubicBezTo>
                  <a:cubicBezTo>
                    <a:pt x="-639" y="4469"/>
                    <a:pt x="-639" y="8299"/>
                    <a:pt x="1917" y="10853"/>
                  </a:cubicBezTo>
                  <a:lnTo>
                    <a:pt x="28116" y="37027"/>
                  </a:lnTo>
                  <a:lnTo>
                    <a:pt x="1917" y="63201"/>
                  </a:lnTo>
                  <a:cubicBezTo>
                    <a:pt x="-639" y="65755"/>
                    <a:pt x="-639" y="69585"/>
                    <a:pt x="1917" y="72139"/>
                  </a:cubicBezTo>
                  <a:cubicBezTo>
                    <a:pt x="3195" y="73416"/>
                    <a:pt x="4473" y="74054"/>
                    <a:pt x="6390" y="74054"/>
                  </a:cubicBezTo>
                  <a:cubicBezTo>
                    <a:pt x="8306" y="74054"/>
                    <a:pt x="9585" y="73416"/>
                    <a:pt x="10863" y="72139"/>
                  </a:cubicBezTo>
                  <a:lnTo>
                    <a:pt x="37061" y="45965"/>
                  </a:lnTo>
                  <a:lnTo>
                    <a:pt x="63261" y="72139"/>
                  </a:lnTo>
                  <a:cubicBezTo>
                    <a:pt x="64538" y="73416"/>
                    <a:pt x="65816" y="74054"/>
                    <a:pt x="67733" y="74054"/>
                  </a:cubicBezTo>
                  <a:cubicBezTo>
                    <a:pt x="69650" y="74054"/>
                    <a:pt x="70928" y="73416"/>
                    <a:pt x="72206" y="72139"/>
                  </a:cubicBezTo>
                  <a:cubicBezTo>
                    <a:pt x="74762" y="69585"/>
                    <a:pt x="74762" y="65755"/>
                    <a:pt x="72206" y="63201"/>
                  </a:cubicBezTo>
                  <a:lnTo>
                    <a:pt x="46007" y="37027"/>
                  </a:lnTo>
                  <a:lnTo>
                    <a:pt x="72206" y="10853"/>
                  </a:lnTo>
                  <a:cubicBezTo>
                    <a:pt x="74762" y="8299"/>
                    <a:pt x="74762" y="4469"/>
                    <a:pt x="72206" y="1915"/>
                  </a:cubicBezTo>
                  <a:close/>
                </a:path>
              </a:pathLst>
            </a:custGeom>
            <a:solidFill>
              <a:srgbClr val="43B02A"/>
            </a:solidFill>
            <a:ln w="6390" cap="flat">
              <a:noFill/>
              <a:prstDash val="solid"/>
              <a:miter/>
            </a:ln>
          </p:spPr>
          <p:txBody>
            <a:bodyPr rtlCol="0" anchor="ctr"/>
            <a:lstStyle/>
            <a:p>
              <a:endParaRPr lang="en-US"/>
            </a:p>
          </p:txBody>
        </p:sp>
      </p:grpSp>
      <p:grpSp>
        <p:nvGrpSpPr>
          <p:cNvPr id="601" name="Graphic 4">
            <a:extLst>
              <a:ext uri="{FF2B5EF4-FFF2-40B4-BE49-F238E27FC236}">
                <a16:creationId xmlns:a16="http://schemas.microsoft.com/office/drawing/2014/main" id="{D65A4F04-157D-584D-B118-CAF90D6F2FAE}"/>
              </a:ext>
            </a:extLst>
          </p:cNvPr>
          <p:cNvGrpSpPr>
            <a:grpSpLocks noChangeAspect="1"/>
          </p:cNvGrpSpPr>
          <p:nvPr/>
        </p:nvGrpSpPr>
        <p:grpSpPr>
          <a:xfrm>
            <a:off x="6753524" y="3824168"/>
            <a:ext cx="361674" cy="361971"/>
            <a:chOff x="6753524" y="3824168"/>
            <a:chExt cx="361674" cy="361971"/>
          </a:xfrm>
          <a:solidFill>
            <a:srgbClr val="43B02A"/>
          </a:solidFill>
        </p:grpSpPr>
        <p:sp>
          <p:nvSpPr>
            <p:cNvPr id="602" name="Graphic 4">
              <a:extLst>
                <a:ext uri="{FF2B5EF4-FFF2-40B4-BE49-F238E27FC236}">
                  <a16:creationId xmlns:a16="http://schemas.microsoft.com/office/drawing/2014/main" id="{6AF846D4-6DD2-DE41-9767-82D1F87ADE0C}"/>
                </a:ext>
              </a:extLst>
            </p:cNvPr>
            <p:cNvSpPr/>
            <p:nvPr/>
          </p:nvSpPr>
          <p:spPr>
            <a:xfrm>
              <a:off x="6753524" y="3824168"/>
              <a:ext cx="361674" cy="361971"/>
            </a:xfrm>
            <a:custGeom>
              <a:avLst/>
              <a:gdLst>
                <a:gd name="connsiteX0" fmla="*/ 180835 w 361674"/>
                <a:gd name="connsiteY0" fmla="*/ 0 h 361971"/>
                <a:gd name="connsiteX1" fmla="*/ 0 w 361674"/>
                <a:gd name="connsiteY1" fmla="*/ 180667 h 361971"/>
                <a:gd name="connsiteX2" fmla="*/ 180835 w 361674"/>
                <a:gd name="connsiteY2" fmla="*/ 361971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349204 h 361971"/>
                <a:gd name="connsiteX7" fmla="*/ 12780 w 361674"/>
                <a:gd name="connsiteY7" fmla="*/ 181305 h 361971"/>
                <a:gd name="connsiteX8" fmla="*/ 180835 w 361674"/>
                <a:gd name="connsiteY8" fmla="*/ 12768 h 361971"/>
                <a:gd name="connsiteX9" fmla="*/ 348890 w 361674"/>
                <a:gd name="connsiteY9" fmla="*/ 180667 h 361971"/>
                <a:gd name="connsiteX10" fmla="*/ 348890 w 361674"/>
                <a:gd name="connsiteY10" fmla="*/ 180667 h 361971"/>
                <a:gd name="connsiteX11" fmla="*/ 180835 w 361674"/>
                <a:gd name="connsiteY11" fmla="*/ 349204 h 361971"/>
                <a:gd name="connsiteX12" fmla="*/ 180835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6"/>
                    <a:pt x="0" y="180667"/>
                  </a:cubicBezTo>
                  <a:cubicBezTo>
                    <a:pt x="0" y="280895"/>
                    <a:pt x="81152" y="361971"/>
                    <a:pt x="180835" y="361971"/>
                  </a:cubicBezTo>
                  <a:cubicBezTo>
                    <a:pt x="281157" y="361971"/>
                    <a:pt x="361670" y="280895"/>
                    <a:pt x="361670" y="181305"/>
                  </a:cubicBezTo>
                  <a:lnTo>
                    <a:pt x="361670" y="181305"/>
                  </a:lnTo>
                  <a:cubicBezTo>
                    <a:pt x="362309" y="81076"/>
                    <a:pt x="281157" y="0"/>
                    <a:pt x="180835" y="0"/>
                  </a:cubicBezTo>
                  <a:close/>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lnTo>
                    <a:pt x="348890" y="180667"/>
                  </a:lnTo>
                  <a:cubicBezTo>
                    <a:pt x="349529" y="273873"/>
                    <a:pt x="274128" y="349204"/>
                    <a:pt x="180835" y="349204"/>
                  </a:cubicBezTo>
                  <a:lnTo>
                    <a:pt x="180835" y="349204"/>
                  </a:lnTo>
                  <a:close/>
                </a:path>
              </a:pathLst>
            </a:custGeom>
            <a:solidFill>
              <a:srgbClr val="43B02A"/>
            </a:solidFill>
            <a:ln w="6390" cap="flat">
              <a:noFill/>
              <a:prstDash val="solid"/>
              <a:miter/>
            </a:ln>
          </p:spPr>
          <p:txBody>
            <a:bodyPr rtlCol="0" anchor="ctr"/>
            <a:lstStyle/>
            <a:p>
              <a:endParaRPr lang="en-US"/>
            </a:p>
          </p:txBody>
        </p:sp>
        <p:sp>
          <p:nvSpPr>
            <p:cNvPr id="603" name="Graphic 4">
              <a:extLst>
                <a:ext uri="{FF2B5EF4-FFF2-40B4-BE49-F238E27FC236}">
                  <a16:creationId xmlns:a16="http://schemas.microsoft.com/office/drawing/2014/main" id="{C35C487E-A5F2-B546-AAA8-FBA67F089102}"/>
                </a:ext>
              </a:extLst>
            </p:cNvPr>
            <p:cNvSpPr/>
            <p:nvPr/>
          </p:nvSpPr>
          <p:spPr>
            <a:xfrm>
              <a:off x="6837232" y="3900137"/>
              <a:ext cx="194893" cy="210033"/>
            </a:xfrm>
            <a:custGeom>
              <a:avLst/>
              <a:gdLst>
                <a:gd name="connsiteX0" fmla="*/ 188503 w 194893"/>
                <a:gd name="connsiteY0" fmla="*/ 15322 h 210033"/>
                <a:gd name="connsiteX1" fmla="*/ 149525 w 194893"/>
                <a:gd name="connsiteY1" fmla="*/ 15322 h 210033"/>
                <a:gd name="connsiteX2" fmla="*/ 149525 w 194893"/>
                <a:gd name="connsiteY2" fmla="*/ 6384 h 210033"/>
                <a:gd name="connsiteX3" fmla="*/ 143135 w 194893"/>
                <a:gd name="connsiteY3" fmla="*/ 0 h 210033"/>
                <a:gd name="connsiteX4" fmla="*/ 136745 w 194893"/>
                <a:gd name="connsiteY4" fmla="*/ 6384 h 210033"/>
                <a:gd name="connsiteX5" fmla="*/ 136745 w 194893"/>
                <a:gd name="connsiteY5" fmla="*/ 15322 h 210033"/>
                <a:gd name="connsiteX6" fmla="*/ 58148 w 194893"/>
                <a:gd name="connsiteY6" fmla="*/ 15322 h 210033"/>
                <a:gd name="connsiteX7" fmla="*/ 58148 w 194893"/>
                <a:gd name="connsiteY7" fmla="*/ 6384 h 210033"/>
                <a:gd name="connsiteX8" fmla="*/ 51758 w 194893"/>
                <a:gd name="connsiteY8" fmla="*/ 0 h 210033"/>
                <a:gd name="connsiteX9" fmla="*/ 45368 w 194893"/>
                <a:gd name="connsiteY9" fmla="*/ 6384 h 210033"/>
                <a:gd name="connsiteX10" fmla="*/ 45368 w 194893"/>
                <a:gd name="connsiteY10" fmla="*/ 15322 h 210033"/>
                <a:gd name="connsiteX11" fmla="*/ 6390 w 194893"/>
                <a:gd name="connsiteY11" fmla="*/ 15322 h 210033"/>
                <a:gd name="connsiteX12" fmla="*/ 0 w 194893"/>
                <a:gd name="connsiteY12" fmla="*/ 21706 h 210033"/>
                <a:gd name="connsiteX13" fmla="*/ 0 w 194893"/>
                <a:gd name="connsiteY13" fmla="*/ 203649 h 210033"/>
                <a:gd name="connsiteX14" fmla="*/ 6390 w 194893"/>
                <a:gd name="connsiteY14" fmla="*/ 210033 h 210033"/>
                <a:gd name="connsiteX15" fmla="*/ 188503 w 194893"/>
                <a:gd name="connsiteY15" fmla="*/ 210033 h 210033"/>
                <a:gd name="connsiteX16" fmla="*/ 194893 w 194893"/>
                <a:gd name="connsiteY16" fmla="*/ 203649 h 210033"/>
                <a:gd name="connsiteX17" fmla="*/ 194893 w 194893"/>
                <a:gd name="connsiteY17" fmla="*/ 21706 h 210033"/>
                <a:gd name="connsiteX18" fmla="*/ 188503 w 194893"/>
                <a:gd name="connsiteY18" fmla="*/ 15322 h 210033"/>
                <a:gd name="connsiteX19" fmla="*/ 188503 w 194893"/>
                <a:gd name="connsiteY19" fmla="*/ 15322 h 210033"/>
                <a:gd name="connsiteX20" fmla="*/ 182113 w 194893"/>
                <a:gd name="connsiteY20" fmla="*/ 197265 h 210033"/>
                <a:gd name="connsiteX21" fmla="*/ 12780 w 194893"/>
                <a:gd name="connsiteY21" fmla="*/ 197265 h 210033"/>
                <a:gd name="connsiteX22" fmla="*/ 12780 w 194893"/>
                <a:gd name="connsiteY22" fmla="*/ 28090 h 210033"/>
                <a:gd name="connsiteX23" fmla="*/ 45368 w 194893"/>
                <a:gd name="connsiteY23" fmla="*/ 28090 h 210033"/>
                <a:gd name="connsiteX24" fmla="*/ 45368 w 194893"/>
                <a:gd name="connsiteY24" fmla="*/ 37027 h 210033"/>
                <a:gd name="connsiteX25" fmla="*/ 51758 w 194893"/>
                <a:gd name="connsiteY25" fmla="*/ 43411 h 210033"/>
                <a:gd name="connsiteX26" fmla="*/ 58148 w 194893"/>
                <a:gd name="connsiteY26" fmla="*/ 37027 h 210033"/>
                <a:gd name="connsiteX27" fmla="*/ 58148 w 194893"/>
                <a:gd name="connsiteY27" fmla="*/ 28090 h 210033"/>
                <a:gd name="connsiteX28" fmla="*/ 136745 w 194893"/>
                <a:gd name="connsiteY28" fmla="*/ 28090 h 210033"/>
                <a:gd name="connsiteX29" fmla="*/ 136745 w 194893"/>
                <a:gd name="connsiteY29" fmla="*/ 37027 h 210033"/>
                <a:gd name="connsiteX30" fmla="*/ 143135 w 194893"/>
                <a:gd name="connsiteY30" fmla="*/ 43411 h 210033"/>
                <a:gd name="connsiteX31" fmla="*/ 149525 w 194893"/>
                <a:gd name="connsiteY31" fmla="*/ 37027 h 210033"/>
                <a:gd name="connsiteX32" fmla="*/ 149525 w 194893"/>
                <a:gd name="connsiteY32" fmla="*/ 28090 h 210033"/>
                <a:gd name="connsiteX33" fmla="*/ 182113 w 194893"/>
                <a:gd name="connsiteY33" fmla="*/ 28090 h 210033"/>
                <a:gd name="connsiteX34" fmla="*/ 182113 w 194893"/>
                <a:gd name="connsiteY34" fmla="*/ 197265 h 210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4893" h="210033">
                  <a:moveTo>
                    <a:pt x="188503" y="15322"/>
                  </a:moveTo>
                  <a:lnTo>
                    <a:pt x="149525" y="15322"/>
                  </a:lnTo>
                  <a:lnTo>
                    <a:pt x="149525" y="6384"/>
                  </a:lnTo>
                  <a:cubicBezTo>
                    <a:pt x="149525" y="2554"/>
                    <a:pt x="146969" y="0"/>
                    <a:pt x="143135" y="0"/>
                  </a:cubicBezTo>
                  <a:cubicBezTo>
                    <a:pt x="139301" y="0"/>
                    <a:pt x="136745" y="2554"/>
                    <a:pt x="136745" y="6384"/>
                  </a:cubicBezTo>
                  <a:lnTo>
                    <a:pt x="136745" y="15322"/>
                  </a:lnTo>
                  <a:lnTo>
                    <a:pt x="58148" y="15322"/>
                  </a:lnTo>
                  <a:lnTo>
                    <a:pt x="58148" y="6384"/>
                  </a:lnTo>
                  <a:cubicBezTo>
                    <a:pt x="58148" y="2554"/>
                    <a:pt x="55592" y="0"/>
                    <a:pt x="51758" y="0"/>
                  </a:cubicBezTo>
                  <a:cubicBezTo>
                    <a:pt x="47925" y="0"/>
                    <a:pt x="45368" y="2554"/>
                    <a:pt x="45368" y="6384"/>
                  </a:cubicBezTo>
                  <a:lnTo>
                    <a:pt x="45368" y="15322"/>
                  </a:lnTo>
                  <a:lnTo>
                    <a:pt x="6390" y="15322"/>
                  </a:lnTo>
                  <a:cubicBezTo>
                    <a:pt x="2556" y="15322"/>
                    <a:pt x="0" y="17875"/>
                    <a:pt x="0" y="21706"/>
                  </a:cubicBezTo>
                  <a:lnTo>
                    <a:pt x="0" y="203649"/>
                  </a:lnTo>
                  <a:cubicBezTo>
                    <a:pt x="0" y="207479"/>
                    <a:pt x="2556" y="210033"/>
                    <a:pt x="6390" y="210033"/>
                  </a:cubicBezTo>
                  <a:lnTo>
                    <a:pt x="188503" y="210033"/>
                  </a:lnTo>
                  <a:cubicBezTo>
                    <a:pt x="192337" y="210033"/>
                    <a:pt x="194893" y="207479"/>
                    <a:pt x="194893" y="203649"/>
                  </a:cubicBezTo>
                  <a:lnTo>
                    <a:pt x="194893" y="21706"/>
                  </a:lnTo>
                  <a:cubicBezTo>
                    <a:pt x="194893" y="17875"/>
                    <a:pt x="192337" y="15322"/>
                    <a:pt x="188503" y="15322"/>
                  </a:cubicBezTo>
                  <a:cubicBezTo>
                    <a:pt x="188503" y="15322"/>
                    <a:pt x="188503" y="15322"/>
                    <a:pt x="188503" y="15322"/>
                  </a:cubicBezTo>
                  <a:close/>
                  <a:moveTo>
                    <a:pt x="182113" y="197265"/>
                  </a:moveTo>
                  <a:lnTo>
                    <a:pt x="12780" y="197265"/>
                  </a:lnTo>
                  <a:lnTo>
                    <a:pt x="12780" y="28090"/>
                  </a:lnTo>
                  <a:lnTo>
                    <a:pt x="45368" y="28090"/>
                  </a:lnTo>
                  <a:lnTo>
                    <a:pt x="45368" y="37027"/>
                  </a:lnTo>
                  <a:cubicBezTo>
                    <a:pt x="45368" y="40858"/>
                    <a:pt x="47925" y="43411"/>
                    <a:pt x="51758" y="43411"/>
                  </a:cubicBezTo>
                  <a:cubicBezTo>
                    <a:pt x="55592" y="43411"/>
                    <a:pt x="58148" y="40858"/>
                    <a:pt x="58148" y="37027"/>
                  </a:cubicBezTo>
                  <a:lnTo>
                    <a:pt x="58148" y="28090"/>
                  </a:lnTo>
                  <a:lnTo>
                    <a:pt x="136745" y="28090"/>
                  </a:lnTo>
                  <a:lnTo>
                    <a:pt x="136745" y="37027"/>
                  </a:lnTo>
                  <a:cubicBezTo>
                    <a:pt x="136745" y="40858"/>
                    <a:pt x="139301" y="43411"/>
                    <a:pt x="143135" y="43411"/>
                  </a:cubicBezTo>
                  <a:cubicBezTo>
                    <a:pt x="146969" y="43411"/>
                    <a:pt x="149525" y="40858"/>
                    <a:pt x="149525" y="37027"/>
                  </a:cubicBezTo>
                  <a:lnTo>
                    <a:pt x="149525" y="28090"/>
                  </a:lnTo>
                  <a:lnTo>
                    <a:pt x="182113" y="28090"/>
                  </a:lnTo>
                  <a:lnTo>
                    <a:pt x="182113" y="197265"/>
                  </a:lnTo>
                  <a:close/>
                </a:path>
              </a:pathLst>
            </a:custGeom>
            <a:solidFill>
              <a:srgbClr val="43B02A"/>
            </a:solidFill>
            <a:ln w="6390" cap="flat">
              <a:noFill/>
              <a:prstDash val="solid"/>
              <a:miter/>
            </a:ln>
          </p:spPr>
          <p:txBody>
            <a:bodyPr rtlCol="0" anchor="ctr"/>
            <a:lstStyle/>
            <a:p>
              <a:endParaRPr lang="en-US"/>
            </a:p>
          </p:txBody>
        </p:sp>
        <p:sp>
          <p:nvSpPr>
            <p:cNvPr id="604" name="Graphic 4">
              <a:extLst>
                <a:ext uri="{FF2B5EF4-FFF2-40B4-BE49-F238E27FC236}">
                  <a16:creationId xmlns:a16="http://schemas.microsoft.com/office/drawing/2014/main" id="{530813B1-90E7-FC4F-B15E-305C7A9D514A}"/>
                </a:ext>
              </a:extLst>
            </p:cNvPr>
            <p:cNvSpPr/>
            <p:nvPr/>
          </p:nvSpPr>
          <p:spPr>
            <a:xfrm>
              <a:off x="6877489" y="3977383"/>
              <a:ext cx="107351" cy="75969"/>
            </a:xfrm>
            <a:custGeom>
              <a:avLst/>
              <a:gdLst>
                <a:gd name="connsiteX0" fmla="*/ 96488 w 107351"/>
                <a:gd name="connsiteY0" fmla="*/ 1915 h 75969"/>
                <a:gd name="connsiteX1" fmla="*/ 37701 w 107351"/>
                <a:gd name="connsiteY1" fmla="*/ 60648 h 75969"/>
                <a:gd name="connsiteX2" fmla="*/ 10863 w 107351"/>
                <a:gd name="connsiteY2" fmla="*/ 33835 h 75969"/>
                <a:gd name="connsiteX3" fmla="*/ 1917 w 107351"/>
                <a:gd name="connsiteY3" fmla="*/ 33835 h 75969"/>
                <a:gd name="connsiteX4" fmla="*/ 1917 w 107351"/>
                <a:gd name="connsiteY4" fmla="*/ 33835 h 75969"/>
                <a:gd name="connsiteX5" fmla="*/ 1917 w 107351"/>
                <a:gd name="connsiteY5" fmla="*/ 42773 h 75969"/>
                <a:gd name="connsiteX6" fmla="*/ 33228 w 107351"/>
                <a:gd name="connsiteY6" fmla="*/ 74054 h 75969"/>
                <a:gd name="connsiteX7" fmla="*/ 42174 w 107351"/>
                <a:gd name="connsiteY7" fmla="*/ 74054 h 75969"/>
                <a:gd name="connsiteX8" fmla="*/ 42174 w 107351"/>
                <a:gd name="connsiteY8" fmla="*/ 74054 h 75969"/>
                <a:gd name="connsiteX9" fmla="*/ 105435 w 107351"/>
                <a:gd name="connsiteY9" fmla="*/ 10853 h 75969"/>
                <a:gd name="connsiteX10" fmla="*/ 105435 w 107351"/>
                <a:gd name="connsiteY10" fmla="*/ 1915 h 75969"/>
                <a:gd name="connsiteX11" fmla="*/ 96488 w 107351"/>
                <a:gd name="connsiteY11" fmla="*/ 1915 h 75969"/>
                <a:gd name="connsiteX12" fmla="*/ 96488 w 107351"/>
                <a:gd name="connsiteY12" fmla="*/ 1915 h 7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7351" h="75969">
                  <a:moveTo>
                    <a:pt x="96488" y="1915"/>
                  </a:moveTo>
                  <a:lnTo>
                    <a:pt x="37701" y="60648"/>
                  </a:lnTo>
                  <a:lnTo>
                    <a:pt x="10863" y="33835"/>
                  </a:lnTo>
                  <a:cubicBezTo>
                    <a:pt x="8307" y="31281"/>
                    <a:pt x="4473" y="31281"/>
                    <a:pt x="1917" y="33835"/>
                  </a:cubicBezTo>
                  <a:cubicBezTo>
                    <a:pt x="1917" y="33835"/>
                    <a:pt x="1917" y="33835"/>
                    <a:pt x="1917" y="33835"/>
                  </a:cubicBezTo>
                  <a:cubicBezTo>
                    <a:pt x="-639" y="36389"/>
                    <a:pt x="-639" y="40219"/>
                    <a:pt x="1917" y="42773"/>
                  </a:cubicBezTo>
                  <a:lnTo>
                    <a:pt x="33228" y="74054"/>
                  </a:lnTo>
                  <a:cubicBezTo>
                    <a:pt x="35784" y="76608"/>
                    <a:pt x="39618" y="76608"/>
                    <a:pt x="42174" y="74054"/>
                  </a:cubicBezTo>
                  <a:cubicBezTo>
                    <a:pt x="42174" y="74054"/>
                    <a:pt x="42174" y="74054"/>
                    <a:pt x="42174" y="74054"/>
                  </a:cubicBezTo>
                  <a:lnTo>
                    <a:pt x="105435" y="10853"/>
                  </a:lnTo>
                  <a:cubicBezTo>
                    <a:pt x="107990" y="8299"/>
                    <a:pt x="107990" y="4469"/>
                    <a:pt x="105435" y="1915"/>
                  </a:cubicBezTo>
                  <a:cubicBezTo>
                    <a:pt x="102878" y="-638"/>
                    <a:pt x="99045" y="-638"/>
                    <a:pt x="96488" y="1915"/>
                  </a:cubicBezTo>
                  <a:cubicBezTo>
                    <a:pt x="96488" y="1277"/>
                    <a:pt x="96488" y="1277"/>
                    <a:pt x="96488" y="1915"/>
                  </a:cubicBezTo>
                  <a:close/>
                </a:path>
              </a:pathLst>
            </a:custGeom>
            <a:solidFill>
              <a:srgbClr val="43B02A"/>
            </a:solidFill>
            <a:ln w="6390" cap="flat">
              <a:noFill/>
              <a:prstDash val="solid"/>
              <a:miter/>
            </a:ln>
          </p:spPr>
          <p:txBody>
            <a:bodyPr rtlCol="0" anchor="ctr"/>
            <a:lstStyle/>
            <a:p>
              <a:endParaRPr lang="en-US"/>
            </a:p>
          </p:txBody>
        </p:sp>
      </p:grpSp>
      <p:grpSp>
        <p:nvGrpSpPr>
          <p:cNvPr id="605" name="Graphic 4">
            <a:extLst>
              <a:ext uri="{FF2B5EF4-FFF2-40B4-BE49-F238E27FC236}">
                <a16:creationId xmlns:a16="http://schemas.microsoft.com/office/drawing/2014/main" id="{414F2ACA-0E91-6741-9510-905A98B65242}"/>
              </a:ext>
            </a:extLst>
          </p:cNvPr>
          <p:cNvGrpSpPr>
            <a:grpSpLocks noChangeAspect="1"/>
          </p:cNvGrpSpPr>
          <p:nvPr/>
        </p:nvGrpSpPr>
        <p:grpSpPr>
          <a:xfrm>
            <a:off x="6753524" y="4308712"/>
            <a:ext cx="361674" cy="361971"/>
            <a:chOff x="6753524" y="4308712"/>
            <a:chExt cx="361674" cy="361971"/>
          </a:xfrm>
          <a:solidFill>
            <a:srgbClr val="43B02A"/>
          </a:solidFill>
        </p:grpSpPr>
        <p:sp>
          <p:nvSpPr>
            <p:cNvPr id="606" name="Graphic 4">
              <a:extLst>
                <a:ext uri="{FF2B5EF4-FFF2-40B4-BE49-F238E27FC236}">
                  <a16:creationId xmlns:a16="http://schemas.microsoft.com/office/drawing/2014/main" id="{DB13C3D7-1939-6548-AA15-C7E287EF5837}"/>
                </a:ext>
              </a:extLst>
            </p:cNvPr>
            <p:cNvSpPr/>
            <p:nvPr/>
          </p:nvSpPr>
          <p:spPr>
            <a:xfrm>
              <a:off x="6753524" y="4308712"/>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 name="connsiteX13" fmla="*/ 180835 w 361674"/>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4"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2309" y="81077"/>
                    <a:pt x="281157" y="0"/>
                    <a:pt x="180835" y="0"/>
                  </a:cubicBezTo>
                  <a:cubicBezTo>
                    <a:pt x="181474" y="0"/>
                    <a:pt x="181474" y="0"/>
                    <a:pt x="180835" y="0"/>
                  </a:cubicBezTo>
                  <a:close/>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lnTo>
                    <a:pt x="348890" y="180667"/>
                  </a:lnTo>
                  <a:cubicBezTo>
                    <a:pt x="349529" y="273873"/>
                    <a:pt x="274128" y="349204"/>
                    <a:pt x="180835" y="349204"/>
                  </a:cubicBezTo>
                  <a:lnTo>
                    <a:pt x="180835" y="349204"/>
                  </a:lnTo>
                  <a:close/>
                </a:path>
              </a:pathLst>
            </a:custGeom>
            <a:solidFill>
              <a:srgbClr val="43B02A"/>
            </a:solidFill>
            <a:ln w="6390" cap="flat">
              <a:noFill/>
              <a:prstDash val="solid"/>
              <a:miter/>
            </a:ln>
          </p:spPr>
          <p:txBody>
            <a:bodyPr rtlCol="0" anchor="ctr"/>
            <a:lstStyle/>
            <a:p>
              <a:endParaRPr lang="en-US"/>
            </a:p>
          </p:txBody>
        </p:sp>
        <p:sp>
          <p:nvSpPr>
            <p:cNvPr id="607" name="Graphic 4">
              <a:extLst>
                <a:ext uri="{FF2B5EF4-FFF2-40B4-BE49-F238E27FC236}">
                  <a16:creationId xmlns:a16="http://schemas.microsoft.com/office/drawing/2014/main" id="{238E1384-1C2E-8F4A-9C27-54043A50B3DD}"/>
                </a:ext>
              </a:extLst>
            </p:cNvPr>
            <p:cNvSpPr/>
            <p:nvPr/>
          </p:nvSpPr>
          <p:spPr>
            <a:xfrm>
              <a:off x="6837232" y="4384043"/>
              <a:ext cx="194893" cy="210033"/>
            </a:xfrm>
            <a:custGeom>
              <a:avLst/>
              <a:gdLst>
                <a:gd name="connsiteX0" fmla="*/ 188503 w 194893"/>
                <a:gd name="connsiteY0" fmla="*/ 15322 h 210033"/>
                <a:gd name="connsiteX1" fmla="*/ 149525 w 194893"/>
                <a:gd name="connsiteY1" fmla="*/ 15322 h 210033"/>
                <a:gd name="connsiteX2" fmla="*/ 149525 w 194893"/>
                <a:gd name="connsiteY2" fmla="*/ 6384 h 210033"/>
                <a:gd name="connsiteX3" fmla="*/ 143135 w 194893"/>
                <a:gd name="connsiteY3" fmla="*/ 0 h 210033"/>
                <a:gd name="connsiteX4" fmla="*/ 136745 w 194893"/>
                <a:gd name="connsiteY4" fmla="*/ 6384 h 210033"/>
                <a:gd name="connsiteX5" fmla="*/ 136745 w 194893"/>
                <a:gd name="connsiteY5" fmla="*/ 15322 h 210033"/>
                <a:gd name="connsiteX6" fmla="*/ 58148 w 194893"/>
                <a:gd name="connsiteY6" fmla="*/ 15322 h 210033"/>
                <a:gd name="connsiteX7" fmla="*/ 58148 w 194893"/>
                <a:gd name="connsiteY7" fmla="*/ 6384 h 210033"/>
                <a:gd name="connsiteX8" fmla="*/ 51758 w 194893"/>
                <a:gd name="connsiteY8" fmla="*/ 0 h 210033"/>
                <a:gd name="connsiteX9" fmla="*/ 45368 w 194893"/>
                <a:gd name="connsiteY9" fmla="*/ 6384 h 210033"/>
                <a:gd name="connsiteX10" fmla="*/ 45368 w 194893"/>
                <a:gd name="connsiteY10" fmla="*/ 15322 h 210033"/>
                <a:gd name="connsiteX11" fmla="*/ 6390 w 194893"/>
                <a:gd name="connsiteY11" fmla="*/ 15322 h 210033"/>
                <a:gd name="connsiteX12" fmla="*/ 0 w 194893"/>
                <a:gd name="connsiteY12" fmla="*/ 21706 h 210033"/>
                <a:gd name="connsiteX13" fmla="*/ 0 w 194893"/>
                <a:gd name="connsiteY13" fmla="*/ 203649 h 210033"/>
                <a:gd name="connsiteX14" fmla="*/ 6390 w 194893"/>
                <a:gd name="connsiteY14" fmla="*/ 210033 h 210033"/>
                <a:gd name="connsiteX15" fmla="*/ 188503 w 194893"/>
                <a:gd name="connsiteY15" fmla="*/ 210033 h 210033"/>
                <a:gd name="connsiteX16" fmla="*/ 194893 w 194893"/>
                <a:gd name="connsiteY16" fmla="*/ 203649 h 210033"/>
                <a:gd name="connsiteX17" fmla="*/ 194893 w 194893"/>
                <a:gd name="connsiteY17" fmla="*/ 21706 h 210033"/>
                <a:gd name="connsiteX18" fmla="*/ 188503 w 194893"/>
                <a:gd name="connsiteY18" fmla="*/ 15322 h 210033"/>
                <a:gd name="connsiteX19" fmla="*/ 188503 w 194893"/>
                <a:gd name="connsiteY19" fmla="*/ 15322 h 210033"/>
                <a:gd name="connsiteX20" fmla="*/ 182113 w 194893"/>
                <a:gd name="connsiteY20" fmla="*/ 197903 h 210033"/>
                <a:gd name="connsiteX21" fmla="*/ 12780 w 194893"/>
                <a:gd name="connsiteY21" fmla="*/ 197903 h 210033"/>
                <a:gd name="connsiteX22" fmla="*/ 12780 w 194893"/>
                <a:gd name="connsiteY22" fmla="*/ 28728 h 210033"/>
                <a:gd name="connsiteX23" fmla="*/ 45368 w 194893"/>
                <a:gd name="connsiteY23" fmla="*/ 28728 h 210033"/>
                <a:gd name="connsiteX24" fmla="*/ 45368 w 194893"/>
                <a:gd name="connsiteY24" fmla="*/ 37666 h 210033"/>
                <a:gd name="connsiteX25" fmla="*/ 51758 w 194893"/>
                <a:gd name="connsiteY25" fmla="*/ 44050 h 210033"/>
                <a:gd name="connsiteX26" fmla="*/ 58148 w 194893"/>
                <a:gd name="connsiteY26" fmla="*/ 37666 h 210033"/>
                <a:gd name="connsiteX27" fmla="*/ 58148 w 194893"/>
                <a:gd name="connsiteY27" fmla="*/ 28728 h 210033"/>
                <a:gd name="connsiteX28" fmla="*/ 136745 w 194893"/>
                <a:gd name="connsiteY28" fmla="*/ 28728 h 210033"/>
                <a:gd name="connsiteX29" fmla="*/ 136745 w 194893"/>
                <a:gd name="connsiteY29" fmla="*/ 37666 h 210033"/>
                <a:gd name="connsiteX30" fmla="*/ 143135 w 194893"/>
                <a:gd name="connsiteY30" fmla="*/ 44050 h 210033"/>
                <a:gd name="connsiteX31" fmla="*/ 149525 w 194893"/>
                <a:gd name="connsiteY31" fmla="*/ 37666 h 210033"/>
                <a:gd name="connsiteX32" fmla="*/ 149525 w 194893"/>
                <a:gd name="connsiteY32" fmla="*/ 28728 h 210033"/>
                <a:gd name="connsiteX33" fmla="*/ 182113 w 194893"/>
                <a:gd name="connsiteY33" fmla="*/ 28728 h 210033"/>
                <a:gd name="connsiteX34" fmla="*/ 182113 w 194893"/>
                <a:gd name="connsiteY34" fmla="*/ 197903 h 210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4893" h="210033">
                  <a:moveTo>
                    <a:pt x="188503" y="15322"/>
                  </a:moveTo>
                  <a:lnTo>
                    <a:pt x="149525" y="15322"/>
                  </a:lnTo>
                  <a:lnTo>
                    <a:pt x="149525" y="6384"/>
                  </a:lnTo>
                  <a:cubicBezTo>
                    <a:pt x="149525" y="2554"/>
                    <a:pt x="146969" y="0"/>
                    <a:pt x="143135" y="0"/>
                  </a:cubicBezTo>
                  <a:cubicBezTo>
                    <a:pt x="139301" y="0"/>
                    <a:pt x="136745" y="2554"/>
                    <a:pt x="136745" y="6384"/>
                  </a:cubicBezTo>
                  <a:lnTo>
                    <a:pt x="136745" y="15322"/>
                  </a:lnTo>
                  <a:lnTo>
                    <a:pt x="58148" y="15322"/>
                  </a:lnTo>
                  <a:lnTo>
                    <a:pt x="58148" y="6384"/>
                  </a:lnTo>
                  <a:cubicBezTo>
                    <a:pt x="58148" y="2554"/>
                    <a:pt x="55592" y="0"/>
                    <a:pt x="51758" y="0"/>
                  </a:cubicBezTo>
                  <a:cubicBezTo>
                    <a:pt x="47925" y="0"/>
                    <a:pt x="45368" y="2554"/>
                    <a:pt x="45368" y="6384"/>
                  </a:cubicBezTo>
                  <a:lnTo>
                    <a:pt x="45368" y="15322"/>
                  </a:lnTo>
                  <a:lnTo>
                    <a:pt x="6390" y="15322"/>
                  </a:lnTo>
                  <a:cubicBezTo>
                    <a:pt x="2556" y="15322"/>
                    <a:pt x="0" y="17875"/>
                    <a:pt x="0" y="21706"/>
                  </a:cubicBezTo>
                  <a:lnTo>
                    <a:pt x="0" y="203649"/>
                  </a:lnTo>
                  <a:cubicBezTo>
                    <a:pt x="0" y="207479"/>
                    <a:pt x="2556" y="210033"/>
                    <a:pt x="6390" y="210033"/>
                  </a:cubicBezTo>
                  <a:lnTo>
                    <a:pt x="188503" y="210033"/>
                  </a:lnTo>
                  <a:cubicBezTo>
                    <a:pt x="192337" y="210033"/>
                    <a:pt x="194893" y="207479"/>
                    <a:pt x="194893" y="203649"/>
                  </a:cubicBezTo>
                  <a:lnTo>
                    <a:pt x="194893" y="21706"/>
                  </a:lnTo>
                  <a:cubicBezTo>
                    <a:pt x="194893" y="18514"/>
                    <a:pt x="192337" y="15322"/>
                    <a:pt x="188503" y="15322"/>
                  </a:cubicBezTo>
                  <a:cubicBezTo>
                    <a:pt x="188503" y="15322"/>
                    <a:pt x="188503" y="15322"/>
                    <a:pt x="188503" y="15322"/>
                  </a:cubicBezTo>
                  <a:close/>
                  <a:moveTo>
                    <a:pt x="182113" y="197903"/>
                  </a:moveTo>
                  <a:lnTo>
                    <a:pt x="12780" y="197903"/>
                  </a:lnTo>
                  <a:lnTo>
                    <a:pt x="12780" y="28728"/>
                  </a:lnTo>
                  <a:lnTo>
                    <a:pt x="45368" y="28728"/>
                  </a:lnTo>
                  <a:lnTo>
                    <a:pt x="45368" y="37666"/>
                  </a:lnTo>
                  <a:cubicBezTo>
                    <a:pt x="45368" y="41496"/>
                    <a:pt x="47925" y="44050"/>
                    <a:pt x="51758" y="44050"/>
                  </a:cubicBezTo>
                  <a:cubicBezTo>
                    <a:pt x="55592" y="44050"/>
                    <a:pt x="58148" y="41496"/>
                    <a:pt x="58148" y="37666"/>
                  </a:cubicBezTo>
                  <a:lnTo>
                    <a:pt x="58148" y="28728"/>
                  </a:lnTo>
                  <a:lnTo>
                    <a:pt x="136745" y="28728"/>
                  </a:lnTo>
                  <a:lnTo>
                    <a:pt x="136745" y="37666"/>
                  </a:lnTo>
                  <a:cubicBezTo>
                    <a:pt x="136745" y="41496"/>
                    <a:pt x="139301" y="44050"/>
                    <a:pt x="143135" y="44050"/>
                  </a:cubicBezTo>
                  <a:cubicBezTo>
                    <a:pt x="146969" y="44050"/>
                    <a:pt x="149525" y="41496"/>
                    <a:pt x="149525" y="37666"/>
                  </a:cubicBezTo>
                  <a:lnTo>
                    <a:pt x="149525" y="28728"/>
                  </a:lnTo>
                  <a:lnTo>
                    <a:pt x="182113" y="28728"/>
                  </a:lnTo>
                  <a:lnTo>
                    <a:pt x="182113" y="197903"/>
                  </a:lnTo>
                  <a:close/>
                </a:path>
              </a:pathLst>
            </a:custGeom>
            <a:solidFill>
              <a:srgbClr val="43B02A"/>
            </a:solidFill>
            <a:ln w="6390" cap="flat">
              <a:noFill/>
              <a:prstDash val="solid"/>
              <a:miter/>
            </a:ln>
          </p:spPr>
          <p:txBody>
            <a:bodyPr rtlCol="0" anchor="ctr"/>
            <a:lstStyle/>
            <a:p>
              <a:endParaRPr lang="en-US"/>
            </a:p>
          </p:txBody>
        </p:sp>
        <p:sp>
          <p:nvSpPr>
            <p:cNvPr id="608" name="Graphic 4">
              <a:extLst>
                <a:ext uri="{FF2B5EF4-FFF2-40B4-BE49-F238E27FC236}">
                  <a16:creationId xmlns:a16="http://schemas.microsoft.com/office/drawing/2014/main" id="{E565C519-472E-7B4C-A249-87E30DBB83C2}"/>
                </a:ext>
              </a:extLst>
            </p:cNvPr>
            <p:cNvSpPr/>
            <p:nvPr/>
          </p:nvSpPr>
          <p:spPr>
            <a:xfrm>
              <a:off x="6865348" y="4448521"/>
              <a:ext cx="15336" cy="15321"/>
            </a:xfrm>
            <a:custGeom>
              <a:avLst/>
              <a:gdLst>
                <a:gd name="connsiteX0" fmla="*/ 7668 w 15336"/>
                <a:gd name="connsiteY0" fmla="*/ 0 h 15321"/>
                <a:gd name="connsiteX1" fmla="*/ 0 w 15336"/>
                <a:gd name="connsiteY1" fmla="*/ 7661 h 15321"/>
                <a:gd name="connsiteX2" fmla="*/ 7668 w 15336"/>
                <a:gd name="connsiteY2" fmla="*/ 15321 h 15321"/>
                <a:gd name="connsiteX3" fmla="*/ 15336 w 15336"/>
                <a:gd name="connsiteY3" fmla="*/ 7661 h 15321"/>
                <a:gd name="connsiteX4" fmla="*/ 15336 w 15336"/>
                <a:gd name="connsiteY4" fmla="*/ 7661 h 15321"/>
                <a:gd name="connsiteX5" fmla="*/ 7668 w 15336"/>
                <a:gd name="connsiteY5"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6" h="15321">
                  <a:moveTo>
                    <a:pt x="7668" y="0"/>
                  </a:moveTo>
                  <a:cubicBezTo>
                    <a:pt x="3195" y="0"/>
                    <a:pt x="0" y="3192"/>
                    <a:pt x="0" y="7661"/>
                  </a:cubicBezTo>
                  <a:cubicBezTo>
                    <a:pt x="0" y="12129"/>
                    <a:pt x="3195" y="15321"/>
                    <a:pt x="7668" y="15321"/>
                  </a:cubicBezTo>
                  <a:cubicBezTo>
                    <a:pt x="12141" y="15321"/>
                    <a:pt x="15336" y="12129"/>
                    <a:pt x="15336" y="7661"/>
                  </a:cubicBezTo>
                  <a:lnTo>
                    <a:pt x="15336" y="7661"/>
                  </a:lnTo>
                  <a:cubicBezTo>
                    <a:pt x="15336" y="3830"/>
                    <a:pt x="12141" y="0"/>
                    <a:pt x="7668" y="0"/>
                  </a:cubicBezTo>
                  <a:close/>
                </a:path>
              </a:pathLst>
            </a:custGeom>
            <a:solidFill>
              <a:srgbClr val="43B02A"/>
            </a:solidFill>
            <a:ln w="6390" cap="flat">
              <a:noFill/>
              <a:prstDash val="solid"/>
              <a:miter/>
            </a:ln>
          </p:spPr>
          <p:txBody>
            <a:bodyPr rtlCol="0" anchor="ctr"/>
            <a:lstStyle/>
            <a:p>
              <a:endParaRPr lang="en-US"/>
            </a:p>
          </p:txBody>
        </p:sp>
        <p:sp>
          <p:nvSpPr>
            <p:cNvPr id="609" name="Graphic 4">
              <a:extLst>
                <a:ext uri="{FF2B5EF4-FFF2-40B4-BE49-F238E27FC236}">
                  <a16:creationId xmlns:a16="http://schemas.microsoft.com/office/drawing/2014/main" id="{E6B8FC4B-40F7-5349-A104-0C9C33D00545}"/>
                </a:ext>
              </a:extLst>
            </p:cNvPr>
            <p:cNvSpPr/>
            <p:nvPr/>
          </p:nvSpPr>
          <p:spPr>
            <a:xfrm>
              <a:off x="6896019" y="4448521"/>
              <a:ext cx="15405" cy="15321"/>
            </a:xfrm>
            <a:custGeom>
              <a:avLst/>
              <a:gdLst>
                <a:gd name="connsiteX0" fmla="*/ 7668 w 15405"/>
                <a:gd name="connsiteY0" fmla="*/ 0 h 15321"/>
                <a:gd name="connsiteX1" fmla="*/ 0 w 15405"/>
                <a:gd name="connsiteY1" fmla="*/ 7661 h 15321"/>
                <a:gd name="connsiteX2" fmla="*/ 7668 w 15405"/>
                <a:gd name="connsiteY2" fmla="*/ 15321 h 15321"/>
                <a:gd name="connsiteX3" fmla="*/ 15336 w 15405"/>
                <a:gd name="connsiteY3" fmla="*/ 7661 h 15321"/>
                <a:gd name="connsiteX4" fmla="*/ 15336 w 15405"/>
                <a:gd name="connsiteY4" fmla="*/ 7661 h 15321"/>
                <a:gd name="connsiteX5" fmla="*/ 7668 w 15405"/>
                <a:gd name="connsiteY5"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05" h="15321">
                  <a:moveTo>
                    <a:pt x="7668" y="0"/>
                  </a:moveTo>
                  <a:cubicBezTo>
                    <a:pt x="3195" y="0"/>
                    <a:pt x="0" y="3192"/>
                    <a:pt x="0" y="7661"/>
                  </a:cubicBezTo>
                  <a:cubicBezTo>
                    <a:pt x="0" y="12129"/>
                    <a:pt x="3195" y="15321"/>
                    <a:pt x="7668" y="15321"/>
                  </a:cubicBezTo>
                  <a:cubicBezTo>
                    <a:pt x="12141" y="15321"/>
                    <a:pt x="15336" y="12129"/>
                    <a:pt x="15336" y="7661"/>
                  </a:cubicBezTo>
                  <a:lnTo>
                    <a:pt x="15336" y="7661"/>
                  </a:lnTo>
                  <a:cubicBezTo>
                    <a:pt x="15975" y="3830"/>
                    <a:pt x="12141" y="0"/>
                    <a:pt x="7668" y="0"/>
                  </a:cubicBezTo>
                  <a:close/>
                </a:path>
              </a:pathLst>
            </a:custGeom>
            <a:solidFill>
              <a:srgbClr val="43B02A"/>
            </a:solidFill>
            <a:ln w="6390" cap="flat">
              <a:noFill/>
              <a:prstDash val="solid"/>
              <a:miter/>
            </a:ln>
          </p:spPr>
          <p:txBody>
            <a:bodyPr rtlCol="0" anchor="ctr"/>
            <a:lstStyle/>
            <a:p>
              <a:endParaRPr lang="en-US"/>
            </a:p>
          </p:txBody>
        </p:sp>
        <p:sp>
          <p:nvSpPr>
            <p:cNvPr id="610" name="Graphic 4">
              <a:extLst>
                <a:ext uri="{FF2B5EF4-FFF2-40B4-BE49-F238E27FC236}">
                  <a16:creationId xmlns:a16="http://schemas.microsoft.com/office/drawing/2014/main" id="{D3C092AE-BC4A-2C48-8A49-45472CDB7AD5}"/>
                </a:ext>
              </a:extLst>
            </p:cNvPr>
            <p:cNvSpPr/>
            <p:nvPr/>
          </p:nvSpPr>
          <p:spPr>
            <a:xfrm>
              <a:off x="6926691" y="4448521"/>
              <a:ext cx="15405" cy="15321"/>
            </a:xfrm>
            <a:custGeom>
              <a:avLst/>
              <a:gdLst>
                <a:gd name="connsiteX0" fmla="*/ 7668 w 15405"/>
                <a:gd name="connsiteY0" fmla="*/ 0 h 15321"/>
                <a:gd name="connsiteX1" fmla="*/ 0 w 15405"/>
                <a:gd name="connsiteY1" fmla="*/ 7661 h 15321"/>
                <a:gd name="connsiteX2" fmla="*/ 7668 w 15405"/>
                <a:gd name="connsiteY2" fmla="*/ 15321 h 15321"/>
                <a:gd name="connsiteX3" fmla="*/ 15336 w 15405"/>
                <a:gd name="connsiteY3" fmla="*/ 7661 h 15321"/>
                <a:gd name="connsiteX4" fmla="*/ 15336 w 15405"/>
                <a:gd name="connsiteY4" fmla="*/ 7661 h 15321"/>
                <a:gd name="connsiteX5" fmla="*/ 7668 w 15405"/>
                <a:gd name="connsiteY5"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05" h="15321">
                  <a:moveTo>
                    <a:pt x="7668" y="0"/>
                  </a:moveTo>
                  <a:cubicBezTo>
                    <a:pt x="3195" y="0"/>
                    <a:pt x="0" y="3192"/>
                    <a:pt x="0" y="7661"/>
                  </a:cubicBezTo>
                  <a:cubicBezTo>
                    <a:pt x="0" y="12129"/>
                    <a:pt x="3195" y="15321"/>
                    <a:pt x="7668" y="15321"/>
                  </a:cubicBezTo>
                  <a:cubicBezTo>
                    <a:pt x="12141" y="15321"/>
                    <a:pt x="15336" y="12129"/>
                    <a:pt x="15336" y="7661"/>
                  </a:cubicBezTo>
                  <a:lnTo>
                    <a:pt x="15336" y="7661"/>
                  </a:lnTo>
                  <a:cubicBezTo>
                    <a:pt x="15975" y="3830"/>
                    <a:pt x="12141" y="0"/>
                    <a:pt x="7668" y="0"/>
                  </a:cubicBezTo>
                  <a:close/>
                </a:path>
              </a:pathLst>
            </a:custGeom>
            <a:solidFill>
              <a:srgbClr val="43B02A"/>
            </a:solidFill>
            <a:ln w="6390" cap="flat">
              <a:noFill/>
              <a:prstDash val="solid"/>
              <a:miter/>
            </a:ln>
          </p:spPr>
          <p:txBody>
            <a:bodyPr rtlCol="0" anchor="ctr"/>
            <a:lstStyle/>
            <a:p>
              <a:endParaRPr lang="en-US"/>
            </a:p>
          </p:txBody>
        </p:sp>
        <p:sp>
          <p:nvSpPr>
            <p:cNvPr id="611" name="Graphic 4">
              <a:extLst>
                <a:ext uri="{FF2B5EF4-FFF2-40B4-BE49-F238E27FC236}">
                  <a16:creationId xmlns:a16="http://schemas.microsoft.com/office/drawing/2014/main" id="{66CFDF2D-17A8-3644-9019-BF001E5B03CE}"/>
                </a:ext>
              </a:extLst>
            </p:cNvPr>
            <p:cNvSpPr/>
            <p:nvPr/>
          </p:nvSpPr>
          <p:spPr>
            <a:xfrm>
              <a:off x="6958002" y="4448521"/>
              <a:ext cx="15336" cy="15321"/>
            </a:xfrm>
            <a:custGeom>
              <a:avLst/>
              <a:gdLst>
                <a:gd name="connsiteX0" fmla="*/ 7668 w 15336"/>
                <a:gd name="connsiteY0" fmla="*/ 0 h 15321"/>
                <a:gd name="connsiteX1" fmla="*/ 0 w 15336"/>
                <a:gd name="connsiteY1" fmla="*/ 7661 h 15321"/>
                <a:gd name="connsiteX2" fmla="*/ 7668 w 15336"/>
                <a:gd name="connsiteY2" fmla="*/ 15321 h 15321"/>
                <a:gd name="connsiteX3" fmla="*/ 15336 w 15336"/>
                <a:gd name="connsiteY3" fmla="*/ 7661 h 15321"/>
                <a:gd name="connsiteX4" fmla="*/ 15336 w 15336"/>
                <a:gd name="connsiteY4" fmla="*/ 7661 h 15321"/>
                <a:gd name="connsiteX5" fmla="*/ 7668 w 15336"/>
                <a:gd name="connsiteY5"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6" h="15321">
                  <a:moveTo>
                    <a:pt x="7668" y="0"/>
                  </a:moveTo>
                  <a:cubicBezTo>
                    <a:pt x="3195" y="0"/>
                    <a:pt x="0" y="3192"/>
                    <a:pt x="0" y="7661"/>
                  </a:cubicBezTo>
                  <a:cubicBezTo>
                    <a:pt x="0" y="12129"/>
                    <a:pt x="3195" y="15321"/>
                    <a:pt x="7668" y="15321"/>
                  </a:cubicBezTo>
                  <a:cubicBezTo>
                    <a:pt x="12141" y="15321"/>
                    <a:pt x="15336" y="12129"/>
                    <a:pt x="15336" y="7661"/>
                  </a:cubicBezTo>
                  <a:lnTo>
                    <a:pt x="15336" y="7661"/>
                  </a:lnTo>
                  <a:cubicBezTo>
                    <a:pt x="15336" y="3830"/>
                    <a:pt x="11501" y="0"/>
                    <a:pt x="7668" y="0"/>
                  </a:cubicBezTo>
                  <a:close/>
                </a:path>
              </a:pathLst>
            </a:custGeom>
            <a:solidFill>
              <a:srgbClr val="43B02A"/>
            </a:solidFill>
            <a:ln w="6390" cap="flat">
              <a:noFill/>
              <a:prstDash val="solid"/>
              <a:miter/>
            </a:ln>
          </p:spPr>
          <p:txBody>
            <a:bodyPr rtlCol="0" anchor="ctr"/>
            <a:lstStyle/>
            <a:p>
              <a:endParaRPr lang="en-US"/>
            </a:p>
          </p:txBody>
        </p:sp>
        <p:sp>
          <p:nvSpPr>
            <p:cNvPr id="612" name="Graphic 4">
              <a:extLst>
                <a:ext uri="{FF2B5EF4-FFF2-40B4-BE49-F238E27FC236}">
                  <a16:creationId xmlns:a16="http://schemas.microsoft.com/office/drawing/2014/main" id="{7D4F7826-813B-304F-874F-1D68952B8DA7}"/>
                </a:ext>
              </a:extLst>
            </p:cNvPr>
            <p:cNvSpPr/>
            <p:nvPr/>
          </p:nvSpPr>
          <p:spPr>
            <a:xfrm>
              <a:off x="6988673" y="4449159"/>
              <a:ext cx="15336" cy="15321"/>
            </a:xfrm>
            <a:custGeom>
              <a:avLst/>
              <a:gdLst>
                <a:gd name="connsiteX0" fmla="*/ 7668 w 15336"/>
                <a:gd name="connsiteY0" fmla="*/ 15322 h 15321"/>
                <a:gd name="connsiteX1" fmla="*/ 15336 w 15336"/>
                <a:gd name="connsiteY1" fmla="*/ 7661 h 15321"/>
                <a:gd name="connsiteX2" fmla="*/ 7668 w 15336"/>
                <a:gd name="connsiteY2" fmla="*/ 0 h 15321"/>
                <a:gd name="connsiteX3" fmla="*/ 0 w 15336"/>
                <a:gd name="connsiteY3" fmla="*/ 7661 h 15321"/>
                <a:gd name="connsiteX4" fmla="*/ 0 w 15336"/>
                <a:gd name="connsiteY4" fmla="*/ 7661 h 15321"/>
                <a:gd name="connsiteX5" fmla="*/ 7668 w 15336"/>
                <a:gd name="connsiteY5" fmla="*/ 15322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6" h="15321">
                  <a:moveTo>
                    <a:pt x="7668" y="15322"/>
                  </a:moveTo>
                  <a:cubicBezTo>
                    <a:pt x="12141" y="15322"/>
                    <a:pt x="15336" y="12130"/>
                    <a:pt x="15336" y="7661"/>
                  </a:cubicBezTo>
                  <a:cubicBezTo>
                    <a:pt x="15336" y="3192"/>
                    <a:pt x="12141" y="0"/>
                    <a:pt x="7668" y="0"/>
                  </a:cubicBezTo>
                  <a:cubicBezTo>
                    <a:pt x="3195" y="0"/>
                    <a:pt x="0" y="3192"/>
                    <a:pt x="0" y="7661"/>
                  </a:cubicBezTo>
                  <a:lnTo>
                    <a:pt x="0" y="7661"/>
                  </a:lnTo>
                  <a:cubicBezTo>
                    <a:pt x="0" y="11491"/>
                    <a:pt x="3195" y="15322"/>
                    <a:pt x="7668" y="15322"/>
                  </a:cubicBezTo>
                  <a:close/>
                </a:path>
              </a:pathLst>
            </a:custGeom>
            <a:solidFill>
              <a:srgbClr val="43B02A"/>
            </a:solidFill>
            <a:ln w="6390" cap="flat">
              <a:noFill/>
              <a:prstDash val="solid"/>
              <a:miter/>
            </a:ln>
          </p:spPr>
          <p:txBody>
            <a:bodyPr rtlCol="0" anchor="ctr"/>
            <a:lstStyle/>
            <a:p>
              <a:endParaRPr lang="en-US"/>
            </a:p>
          </p:txBody>
        </p:sp>
        <p:sp>
          <p:nvSpPr>
            <p:cNvPr id="613" name="Graphic 4">
              <a:extLst>
                <a:ext uri="{FF2B5EF4-FFF2-40B4-BE49-F238E27FC236}">
                  <a16:creationId xmlns:a16="http://schemas.microsoft.com/office/drawing/2014/main" id="{A1B97F69-D224-9546-8BDF-8B31D368FC22}"/>
                </a:ext>
              </a:extLst>
            </p:cNvPr>
            <p:cNvSpPr/>
            <p:nvPr/>
          </p:nvSpPr>
          <p:spPr>
            <a:xfrm>
              <a:off x="6865348" y="4479164"/>
              <a:ext cx="15405" cy="15321"/>
            </a:xfrm>
            <a:custGeom>
              <a:avLst/>
              <a:gdLst>
                <a:gd name="connsiteX0" fmla="*/ 7668 w 15405"/>
                <a:gd name="connsiteY0" fmla="*/ 0 h 15321"/>
                <a:gd name="connsiteX1" fmla="*/ 0 w 15405"/>
                <a:gd name="connsiteY1" fmla="*/ 7661 h 15321"/>
                <a:gd name="connsiteX2" fmla="*/ 7668 w 15405"/>
                <a:gd name="connsiteY2" fmla="*/ 15322 h 15321"/>
                <a:gd name="connsiteX3" fmla="*/ 15336 w 15405"/>
                <a:gd name="connsiteY3" fmla="*/ 7661 h 15321"/>
                <a:gd name="connsiteX4" fmla="*/ 15336 w 15405"/>
                <a:gd name="connsiteY4" fmla="*/ 7661 h 15321"/>
                <a:gd name="connsiteX5" fmla="*/ 7668 w 15405"/>
                <a:gd name="connsiteY5" fmla="*/ 0 h 15321"/>
                <a:gd name="connsiteX6" fmla="*/ 7668 w 15405"/>
                <a:gd name="connsiteY6"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05" h="15321">
                  <a:moveTo>
                    <a:pt x="7668" y="0"/>
                  </a:moveTo>
                  <a:cubicBezTo>
                    <a:pt x="3195" y="0"/>
                    <a:pt x="0" y="3192"/>
                    <a:pt x="0" y="7661"/>
                  </a:cubicBezTo>
                  <a:cubicBezTo>
                    <a:pt x="0" y="12130"/>
                    <a:pt x="3195" y="15322"/>
                    <a:pt x="7668" y="15322"/>
                  </a:cubicBezTo>
                  <a:cubicBezTo>
                    <a:pt x="12141" y="15322"/>
                    <a:pt x="15336" y="12130"/>
                    <a:pt x="15336" y="7661"/>
                  </a:cubicBezTo>
                  <a:lnTo>
                    <a:pt x="15336" y="7661"/>
                  </a:lnTo>
                  <a:cubicBezTo>
                    <a:pt x="15975" y="3830"/>
                    <a:pt x="12141" y="0"/>
                    <a:pt x="7668" y="0"/>
                  </a:cubicBezTo>
                  <a:cubicBezTo>
                    <a:pt x="7668" y="0"/>
                    <a:pt x="7668" y="0"/>
                    <a:pt x="7668" y="0"/>
                  </a:cubicBezTo>
                  <a:close/>
                </a:path>
              </a:pathLst>
            </a:custGeom>
            <a:solidFill>
              <a:srgbClr val="43B02A"/>
            </a:solidFill>
            <a:ln w="6390" cap="flat">
              <a:noFill/>
              <a:prstDash val="solid"/>
              <a:miter/>
            </a:ln>
          </p:spPr>
          <p:txBody>
            <a:bodyPr rtlCol="0" anchor="ctr"/>
            <a:lstStyle/>
            <a:p>
              <a:endParaRPr lang="en-US"/>
            </a:p>
          </p:txBody>
        </p:sp>
        <p:sp>
          <p:nvSpPr>
            <p:cNvPr id="614" name="Graphic 4">
              <a:extLst>
                <a:ext uri="{FF2B5EF4-FFF2-40B4-BE49-F238E27FC236}">
                  <a16:creationId xmlns:a16="http://schemas.microsoft.com/office/drawing/2014/main" id="{B25CD774-AA63-EE4E-AE4D-E0D9B3C1BC41}"/>
                </a:ext>
              </a:extLst>
            </p:cNvPr>
            <p:cNvSpPr/>
            <p:nvPr/>
          </p:nvSpPr>
          <p:spPr>
            <a:xfrm>
              <a:off x="6896019" y="4479164"/>
              <a:ext cx="15405" cy="15321"/>
            </a:xfrm>
            <a:custGeom>
              <a:avLst/>
              <a:gdLst>
                <a:gd name="connsiteX0" fmla="*/ 7668 w 15405"/>
                <a:gd name="connsiteY0" fmla="*/ 0 h 15321"/>
                <a:gd name="connsiteX1" fmla="*/ 0 w 15405"/>
                <a:gd name="connsiteY1" fmla="*/ 7661 h 15321"/>
                <a:gd name="connsiteX2" fmla="*/ 7668 w 15405"/>
                <a:gd name="connsiteY2" fmla="*/ 15322 h 15321"/>
                <a:gd name="connsiteX3" fmla="*/ 15336 w 15405"/>
                <a:gd name="connsiteY3" fmla="*/ 7661 h 15321"/>
                <a:gd name="connsiteX4" fmla="*/ 15336 w 15405"/>
                <a:gd name="connsiteY4" fmla="*/ 7661 h 15321"/>
                <a:gd name="connsiteX5" fmla="*/ 7668 w 15405"/>
                <a:gd name="connsiteY5"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05" h="15321">
                  <a:moveTo>
                    <a:pt x="7668" y="0"/>
                  </a:moveTo>
                  <a:cubicBezTo>
                    <a:pt x="3195" y="0"/>
                    <a:pt x="0" y="3192"/>
                    <a:pt x="0" y="7661"/>
                  </a:cubicBezTo>
                  <a:cubicBezTo>
                    <a:pt x="0" y="12130"/>
                    <a:pt x="3195" y="15322"/>
                    <a:pt x="7668" y="15322"/>
                  </a:cubicBezTo>
                  <a:cubicBezTo>
                    <a:pt x="12141" y="15322"/>
                    <a:pt x="15336" y="12130"/>
                    <a:pt x="15336" y="7661"/>
                  </a:cubicBezTo>
                  <a:lnTo>
                    <a:pt x="15336" y="7661"/>
                  </a:lnTo>
                  <a:cubicBezTo>
                    <a:pt x="15975" y="3192"/>
                    <a:pt x="12141" y="0"/>
                    <a:pt x="7668" y="0"/>
                  </a:cubicBezTo>
                  <a:close/>
                </a:path>
              </a:pathLst>
            </a:custGeom>
            <a:solidFill>
              <a:srgbClr val="43B02A"/>
            </a:solidFill>
            <a:ln w="6390" cap="flat">
              <a:noFill/>
              <a:prstDash val="solid"/>
              <a:miter/>
            </a:ln>
          </p:spPr>
          <p:txBody>
            <a:bodyPr rtlCol="0" anchor="ctr"/>
            <a:lstStyle/>
            <a:p>
              <a:endParaRPr lang="en-US"/>
            </a:p>
          </p:txBody>
        </p:sp>
        <p:sp>
          <p:nvSpPr>
            <p:cNvPr id="615" name="Graphic 4">
              <a:extLst>
                <a:ext uri="{FF2B5EF4-FFF2-40B4-BE49-F238E27FC236}">
                  <a16:creationId xmlns:a16="http://schemas.microsoft.com/office/drawing/2014/main" id="{86733E1D-770C-4B4D-9EE1-EA1EAAB8ECC7}"/>
                </a:ext>
              </a:extLst>
            </p:cNvPr>
            <p:cNvSpPr/>
            <p:nvPr/>
          </p:nvSpPr>
          <p:spPr>
            <a:xfrm>
              <a:off x="6926691" y="4479164"/>
              <a:ext cx="15405" cy="15321"/>
            </a:xfrm>
            <a:custGeom>
              <a:avLst/>
              <a:gdLst>
                <a:gd name="connsiteX0" fmla="*/ 7668 w 15405"/>
                <a:gd name="connsiteY0" fmla="*/ 0 h 15321"/>
                <a:gd name="connsiteX1" fmla="*/ 0 w 15405"/>
                <a:gd name="connsiteY1" fmla="*/ 7661 h 15321"/>
                <a:gd name="connsiteX2" fmla="*/ 7668 w 15405"/>
                <a:gd name="connsiteY2" fmla="*/ 15322 h 15321"/>
                <a:gd name="connsiteX3" fmla="*/ 15336 w 15405"/>
                <a:gd name="connsiteY3" fmla="*/ 7661 h 15321"/>
                <a:gd name="connsiteX4" fmla="*/ 15336 w 15405"/>
                <a:gd name="connsiteY4" fmla="*/ 7661 h 15321"/>
                <a:gd name="connsiteX5" fmla="*/ 7668 w 15405"/>
                <a:gd name="connsiteY5"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05" h="15321">
                  <a:moveTo>
                    <a:pt x="7668" y="0"/>
                  </a:moveTo>
                  <a:cubicBezTo>
                    <a:pt x="3195" y="0"/>
                    <a:pt x="0" y="3192"/>
                    <a:pt x="0" y="7661"/>
                  </a:cubicBezTo>
                  <a:cubicBezTo>
                    <a:pt x="0" y="12130"/>
                    <a:pt x="3195" y="15322"/>
                    <a:pt x="7668" y="15322"/>
                  </a:cubicBezTo>
                  <a:cubicBezTo>
                    <a:pt x="12141" y="15322"/>
                    <a:pt x="15336" y="12130"/>
                    <a:pt x="15336" y="7661"/>
                  </a:cubicBezTo>
                  <a:lnTo>
                    <a:pt x="15336" y="7661"/>
                  </a:lnTo>
                  <a:cubicBezTo>
                    <a:pt x="15975" y="3192"/>
                    <a:pt x="12141" y="0"/>
                    <a:pt x="7668" y="0"/>
                  </a:cubicBezTo>
                  <a:close/>
                </a:path>
              </a:pathLst>
            </a:custGeom>
            <a:solidFill>
              <a:srgbClr val="43B02A"/>
            </a:solidFill>
            <a:ln w="6390" cap="flat">
              <a:noFill/>
              <a:prstDash val="solid"/>
              <a:miter/>
            </a:ln>
          </p:spPr>
          <p:txBody>
            <a:bodyPr rtlCol="0" anchor="ctr"/>
            <a:lstStyle/>
            <a:p>
              <a:endParaRPr lang="en-US"/>
            </a:p>
          </p:txBody>
        </p:sp>
        <p:sp>
          <p:nvSpPr>
            <p:cNvPr id="616" name="Graphic 4">
              <a:extLst>
                <a:ext uri="{FF2B5EF4-FFF2-40B4-BE49-F238E27FC236}">
                  <a16:creationId xmlns:a16="http://schemas.microsoft.com/office/drawing/2014/main" id="{9C3AEDA2-B021-8440-9B54-346DBA108DB3}"/>
                </a:ext>
              </a:extLst>
            </p:cNvPr>
            <p:cNvSpPr/>
            <p:nvPr/>
          </p:nvSpPr>
          <p:spPr>
            <a:xfrm>
              <a:off x="6958002" y="4479164"/>
              <a:ext cx="15336" cy="15321"/>
            </a:xfrm>
            <a:custGeom>
              <a:avLst/>
              <a:gdLst>
                <a:gd name="connsiteX0" fmla="*/ 7668 w 15336"/>
                <a:gd name="connsiteY0" fmla="*/ 0 h 15321"/>
                <a:gd name="connsiteX1" fmla="*/ 0 w 15336"/>
                <a:gd name="connsiteY1" fmla="*/ 7661 h 15321"/>
                <a:gd name="connsiteX2" fmla="*/ 7668 w 15336"/>
                <a:gd name="connsiteY2" fmla="*/ 15322 h 15321"/>
                <a:gd name="connsiteX3" fmla="*/ 15336 w 15336"/>
                <a:gd name="connsiteY3" fmla="*/ 7661 h 15321"/>
                <a:gd name="connsiteX4" fmla="*/ 15336 w 15336"/>
                <a:gd name="connsiteY4" fmla="*/ 7661 h 15321"/>
                <a:gd name="connsiteX5" fmla="*/ 7668 w 15336"/>
                <a:gd name="connsiteY5"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6" h="15321">
                  <a:moveTo>
                    <a:pt x="7668" y="0"/>
                  </a:moveTo>
                  <a:cubicBezTo>
                    <a:pt x="3195" y="0"/>
                    <a:pt x="0" y="3192"/>
                    <a:pt x="0" y="7661"/>
                  </a:cubicBezTo>
                  <a:cubicBezTo>
                    <a:pt x="0" y="12130"/>
                    <a:pt x="3195" y="15322"/>
                    <a:pt x="7668" y="15322"/>
                  </a:cubicBezTo>
                  <a:cubicBezTo>
                    <a:pt x="12141" y="15322"/>
                    <a:pt x="15336" y="12130"/>
                    <a:pt x="15336" y="7661"/>
                  </a:cubicBezTo>
                  <a:lnTo>
                    <a:pt x="15336" y="7661"/>
                  </a:lnTo>
                  <a:cubicBezTo>
                    <a:pt x="15336" y="3192"/>
                    <a:pt x="11501" y="0"/>
                    <a:pt x="7668" y="0"/>
                  </a:cubicBezTo>
                  <a:close/>
                </a:path>
              </a:pathLst>
            </a:custGeom>
            <a:solidFill>
              <a:srgbClr val="43B02A"/>
            </a:solidFill>
            <a:ln w="6390" cap="flat">
              <a:noFill/>
              <a:prstDash val="solid"/>
              <a:miter/>
            </a:ln>
          </p:spPr>
          <p:txBody>
            <a:bodyPr rtlCol="0" anchor="ctr"/>
            <a:lstStyle/>
            <a:p>
              <a:endParaRPr lang="en-US"/>
            </a:p>
          </p:txBody>
        </p:sp>
        <p:sp>
          <p:nvSpPr>
            <p:cNvPr id="617" name="Graphic 4">
              <a:extLst>
                <a:ext uri="{FF2B5EF4-FFF2-40B4-BE49-F238E27FC236}">
                  <a16:creationId xmlns:a16="http://schemas.microsoft.com/office/drawing/2014/main" id="{75BA8777-8386-384F-ACB0-B4E5D3EBA597}"/>
                </a:ext>
              </a:extLst>
            </p:cNvPr>
            <p:cNvSpPr/>
            <p:nvPr/>
          </p:nvSpPr>
          <p:spPr>
            <a:xfrm>
              <a:off x="6988673" y="4479802"/>
              <a:ext cx="15336" cy="15321"/>
            </a:xfrm>
            <a:custGeom>
              <a:avLst/>
              <a:gdLst>
                <a:gd name="connsiteX0" fmla="*/ 7668 w 15336"/>
                <a:gd name="connsiteY0" fmla="*/ 15322 h 15321"/>
                <a:gd name="connsiteX1" fmla="*/ 15336 w 15336"/>
                <a:gd name="connsiteY1" fmla="*/ 7661 h 15321"/>
                <a:gd name="connsiteX2" fmla="*/ 7668 w 15336"/>
                <a:gd name="connsiteY2" fmla="*/ 0 h 15321"/>
                <a:gd name="connsiteX3" fmla="*/ 0 w 15336"/>
                <a:gd name="connsiteY3" fmla="*/ 7661 h 15321"/>
                <a:gd name="connsiteX4" fmla="*/ 0 w 15336"/>
                <a:gd name="connsiteY4" fmla="*/ 7661 h 15321"/>
                <a:gd name="connsiteX5" fmla="*/ 7668 w 15336"/>
                <a:gd name="connsiteY5" fmla="*/ 15322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6" h="15321">
                  <a:moveTo>
                    <a:pt x="7668" y="15322"/>
                  </a:moveTo>
                  <a:cubicBezTo>
                    <a:pt x="12141" y="15322"/>
                    <a:pt x="15336" y="12130"/>
                    <a:pt x="15336" y="7661"/>
                  </a:cubicBezTo>
                  <a:cubicBezTo>
                    <a:pt x="15336" y="3192"/>
                    <a:pt x="12141" y="0"/>
                    <a:pt x="7668" y="0"/>
                  </a:cubicBezTo>
                  <a:cubicBezTo>
                    <a:pt x="3195" y="0"/>
                    <a:pt x="0" y="3192"/>
                    <a:pt x="0" y="7661"/>
                  </a:cubicBezTo>
                  <a:lnTo>
                    <a:pt x="0" y="7661"/>
                  </a:lnTo>
                  <a:cubicBezTo>
                    <a:pt x="0" y="11491"/>
                    <a:pt x="3195" y="15322"/>
                    <a:pt x="7668" y="15322"/>
                  </a:cubicBezTo>
                  <a:close/>
                </a:path>
              </a:pathLst>
            </a:custGeom>
            <a:solidFill>
              <a:srgbClr val="43B02A"/>
            </a:solidFill>
            <a:ln w="6390" cap="flat">
              <a:noFill/>
              <a:prstDash val="solid"/>
              <a:miter/>
            </a:ln>
          </p:spPr>
          <p:txBody>
            <a:bodyPr rtlCol="0" anchor="ctr"/>
            <a:lstStyle/>
            <a:p>
              <a:endParaRPr lang="en-US"/>
            </a:p>
          </p:txBody>
        </p:sp>
        <p:sp>
          <p:nvSpPr>
            <p:cNvPr id="618" name="Graphic 4">
              <a:extLst>
                <a:ext uri="{FF2B5EF4-FFF2-40B4-BE49-F238E27FC236}">
                  <a16:creationId xmlns:a16="http://schemas.microsoft.com/office/drawing/2014/main" id="{2FADD02C-84C7-064B-AEF7-55148A9EB30C}"/>
                </a:ext>
              </a:extLst>
            </p:cNvPr>
            <p:cNvSpPr/>
            <p:nvPr/>
          </p:nvSpPr>
          <p:spPr>
            <a:xfrm>
              <a:off x="6865348" y="4509807"/>
              <a:ext cx="15405" cy="15321"/>
            </a:xfrm>
            <a:custGeom>
              <a:avLst/>
              <a:gdLst>
                <a:gd name="connsiteX0" fmla="*/ 7668 w 15405"/>
                <a:gd name="connsiteY0" fmla="*/ 0 h 15321"/>
                <a:gd name="connsiteX1" fmla="*/ 0 w 15405"/>
                <a:gd name="connsiteY1" fmla="*/ 7661 h 15321"/>
                <a:gd name="connsiteX2" fmla="*/ 7668 w 15405"/>
                <a:gd name="connsiteY2" fmla="*/ 15322 h 15321"/>
                <a:gd name="connsiteX3" fmla="*/ 15336 w 15405"/>
                <a:gd name="connsiteY3" fmla="*/ 7661 h 15321"/>
                <a:gd name="connsiteX4" fmla="*/ 15336 w 15405"/>
                <a:gd name="connsiteY4" fmla="*/ 7661 h 15321"/>
                <a:gd name="connsiteX5" fmla="*/ 7668 w 15405"/>
                <a:gd name="connsiteY5" fmla="*/ 0 h 15321"/>
                <a:gd name="connsiteX6" fmla="*/ 7668 w 15405"/>
                <a:gd name="connsiteY6"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05" h="15321">
                  <a:moveTo>
                    <a:pt x="7668" y="0"/>
                  </a:moveTo>
                  <a:cubicBezTo>
                    <a:pt x="3195" y="0"/>
                    <a:pt x="0" y="3192"/>
                    <a:pt x="0" y="7661"/>
                  </a:cubicBezTo>
                  <a:cubicBezTo>
                    <a:pt x="0" y="12130"/>
                    <a:pt x="3195" y="15322"/>
                    <a:pt x="7668" y="15322"/>
                  </a:cubicBezTo>
                  <a:cubicBezTo>
                    <a:pt x="12141" y="15322"/>
                    <a:pt x="15336" y="12130"/>
                    <a:pt x="15336" y="7661"/>
                  </a:cubicBezTo>
                  <a:lnTo>
                    <a:pt x="15336" y="7661"/>
                  </a:lnTo>
                  <a:cubicBezTo>
                    <a:pt x="15975" y="3831"/>
                    <a:pt x="12141" y="639"/>
                    <a:pt x="7668" y="0"/>
                  </a:cubicBezTo>
                  <a:cubicBezTo>
                    <a:pt x="7668" y="0"/>
                    <a:pt x="7668" y="0"/>
                    <a:pt x="7668" y="0"/>
                  </a:cubicBezTo>
                  <a:close/>
                </a:path>
              </a:pathLst>
            </a:custGeom>
            <a:solidFill>
              <a:srgbClr val="43B02A"/>
            </a:solidFill>
            <a:ln w="6390" cap="flat">
              <a:noFill/>
              <a:prstDash val="solid"/>
              <a:miter/>
            </a:ln>
          </p:spPr>
          <p:txBody>
            <a:bodyPr rtlCol="0" anchor="ctr"/>
            <a:lstStyle/>
            <a:p>
              <a:endParaRPr lang="en-US"/>
            </a:p>
          </p:txBody>
        </p:sp>
        <p:sp>
          <p:nvSpPr>
            <p:cNvPr id="619" name="Graphic 4">
              <a:extLst>
                <a:ext uri="{FF2B5EF4-FFF2-40B4-BE49-F238E27FC236}">
                  <a16:creationId xmlns:a16="http://schemas.microsoft.com/office/drawing/2014/main" id="{7DDBD470-C3F7-9B4F-9889-CB38DD61FBCB}"/>
                </a:ext>
              </a:extLst>
            </p:cNvPr>
            <p:cNvSpPr/>
            <p:nvPr/>
          </p:nvSpPr>
          <p:spPr>
            <a:xfrm>
              <a:off x="6896019" y="4509807"/>
              <a:ext cx="15405" cy="15321"/>
            </a:xfrm>
            <a:custGeom>
              <a:avLst/>
              <a:gdLst>
                <a:gd name="connsiteX0" fmla="*/ 7668 w 15405"/>
                <a:gd name="connsiteY0" fmla="*/ 0 h 15321"/>
                <a:gd name="connsiteX1" fmla="*/ 0 w 15405"/>
                <a:gd name="connsiteY1" fmla="*/ 7661 h 15321"/>
                <a:gd name="connsiteX2" fmla="*/ 7668 w 15405"/>
                <a:gd name="connsiteY2" fmla="*/ 15322 h 15321"/>
                <a:gd name="connsiteX3" fmla="*/ 15336 w 15405"/>
                <a:gd name="connsiteY3" fmla="*/ 7661 h 15321"/>
                <a:gd name="connsiteX4" fmla="*/ 15336 w 15405"/>
                <a:gd name="connsiteY4" fmla="*/ 7661 h 15321"/>
                <a:gd name="connsiteX5" fmla="*/ 7668 w 15405"/>
                <a:gd name="connsiteY5"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05" h="15321">
                  <a:moveTo>
                    <a:pt x="7668" y="0"/>
                  </a:moveTo>
                  <a:cubicBezTo>
                    <a:pt x="3195" y="0"/>
                    <a:pt x="0" y="3192"/>
                    <a:pt x="0" y="7661"/>
                  </a:cubicBezTo>
                  <a:cubicBezTo>
                    <a:pt x="0" y="12130"/>
                    <a:pt x="3195" y="15322"/>
                    <a:pt x="7668" y="15322"/>
                  </a:cubicBezTo>
                  <a:cubicBezTo>
                    <a:pt x="12141" y="15322"/>
                    <a:pt x="15336" y="12130"/>
                    <a:pt x="15336" y="7661"/>
                  </a:cubicBezTo>
                  <a:lnTo>
                    <a:pt x="15336" y="7661"/>
                  </a:lnTo>
                  <a:cubicBezTo>
                    <a:pt x="15975" y="3831"/>
                    <a:pt x="12141" y="0"/>
                    <a:pt x="7668" y="0"/>
                  </a:cubicBezTo>
                  <a:close/>
                </a:path>
              </a:pathLst>
            </a:custGeom>
            <a:solidFill>
              <a:srgbClr val="43B02A"/>
            </a:solidFill>
            <a:ln w="6390" cap="flat">
              <a:noFill/>
              <a:prstDash val="solid"/>
              <a:miter/>
            </a:ln>
          </p:spPr>
          <p:txBody>
            <a:bodyPr rtlCol="0" anchor="ctr"/>
            <a:lstStyle/>
            <a:p>
              <a:endParaRPr lang="en-US"/>
            </a:p>
          </p:txBody>
        </p:sp>
        <p:sp>
          <p:nvSpPr>
            <p:cNvPr id="620" name="Graphic 4">
              <a:extLst>
                <a:ext uri="{FF2B5EF4-FFF2-40B4-BE49-F238E27FC236}">
                  <a16:creationId xmlns:a16="http://schemas.microsoft.com/office/drawing/2014/main" id="{8E867338-92B8-6248-B7BE-88AE9A7DE6AA}"/>
                </a:ext>
              </a:extLst>
            </p:cNvPr>
            <p:cNvSpPr/>
            <p:nvPr/>
          </p:nvSpPr>
          <p:spPr>
            <a:xfrm>
              <a:off x="6926691" y="4509807"/>
              <a:ext cx="15405" cy="15321"/>
            </a:xfrm>
            <a:custGeom>
              <a:avLst/>
              <a:gdLst>
                <a:gd name="connsiteX0" fmla="*/ 7668 w 15405"/>
                <a:gd name="connsiteY0" fmla="*/ 0 h 15321"/>
                <a:gd name="connsiteX1" fmla="*/ 0 w 15405"/>
                <a:gd name="connsiteY1" fmla="*/ 7661 h 15321"/>
                <a:gd name="connsiteX2" fmla="*/ 7668 w 15405"/>
                <a:gd name="connsiteY2" fmla="*/ 15322 h 15321"/>
                <a:gd name="connsiteX3" fmla="*/ 15336 w 15405"/>
                <a:gd name="connsiteY3" fmla="*/ 7661 h 15321"/>
                <a:gd name="connsiteX4" fmla="*/ 15336 w 15405"/>
                <a:gd name="connsiteY4" fmla="*/ 7661 h 15321"/>
                <a:gd name="connsiteX5" fmla="*/ 7668 w 15405"/>
                <a:gd name="connsiteY5"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05" h="15321">
                  <a:moveTo>
                    <a:pt x="7668" y="0"/>
                  </a:moveTo>
                  <a:cubicBezTo>
                    <a:pt x="3195" y="0"/>
                    <a:pt x="0" y="3192"/>
                    <a:pt x="0" y="7661"/>
                  </a:cubicBezTo>
                  <a:cubicBezTo>
                    <a:pt x="0" y="12130"/>
                    <a:pt x="3195" y="15322"/>
                    <a:pt x="7668" y="15322"/>
                  </a:cubicBezTo>
                  <a:cubicBezTo>
                    <a:pt x="12141" y="15322"/>
                    <a:pt x="15336" y="12130"/>
                    <a:pt x="15336" y="7661"/>
                  </a:cubicBezTo>
                  <a:lnTo>
                    <a:pt x="15336" y="7661"/>
                  </a:lnTo>
                  <a:cubicBezTo>
                    <a:pt x="15975" y="3831"/>
                    <a:pt x="12141" y="0"/>
                    <a:pt x="7668" y="0"/>
                  </a:cubicBezTo>
                  <a:close/>
                </a:path>
              </a:pathLst>
            </a:custGeom>
            <a:solidFill>
              <a:srgbClr val="43B02A"/>
            </a:solidFill>
            <a:ln w="6390" cap="flat">
              <a:noFill/>
              <a:prstDash val="solid"/>
              <a:miter/>
            </a:ln>
          </p:spPr>
          <p:txBody>
            <a:bodyPr rtlCol="0" anchor="ctr"/>
            <a:lstStyle/>
            <a:p>
              <a:endParaRPr lang="en-US"/>
            </a:p>
          </p:txBody>
        </p:sp>
        <p:sp>
          <p:nvSpPr>
            <p:cNvPr id="621" name="Graphic 4">
              <a:extLst>
                <a:ext uri="{FF2B5EF4-FFF2-40B4-BE49-F238E27FC236}">
                  <a16:creationId xmlns:a16="http://schemas.microsoft.com/office/drawing/2014/main" id="{5F4A87B9-A0EB-A34D-9350-453EB5B6C5C8}"/>
                </a:ext>
              </a:extLst>
            </p:cNvPr>
            <p:cNvSpPr/>
            <p:nvPr/>
          </p:nvSpPr>
          <p:spPr>
            <a:xfrm>
              <a:off x="6958002" y="4509807"/>
              <a:ext cx="15336" cy="15321"/>
            </a:xfrm>
            <a:custGeom>
              <a:avLst/>
              <a:gdLst>
                <a:gd name="connsiteX0" fmla="*/ 7668 w 15336"/>
                <a:gd name="connsiteY0" fmla="*/ 0 h 15321"/>
                <a:gd name="connsiteX1" fmla="*/ 0 w 15336"/>
                <a:gd name="connsiteY1" fmla="*/ 7661 h 15321"/>
                <a:gd name="connsiteX2" fmla="*/ 7668 w 15336"/>
                <a:gd name="connsiteY2" fmla="*/ 15322 h 15321"/>
                <a:gd name="connsiteX3" fmla="*/ 15336 w 15336"/>
                <a:gd name="connsiteY3" fmla="*/ 7661 h 15321"/>
                <a:gd name="connsiteX4" fmla="*/ 15336 w 15336"/>
                <a:gd name="connsiteY4" fmla="*/ 7661 h 15321"/>
                <a:gd name="connsiteX5" fmla="*/ 7668 w 15336"/>
                <a:gd name="connsiteY5"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6" h="15321">
                  <a:moveTo>
                    <a:pt x="7668" y="0"/>
                  </a:moveTo>
                  <a:cubicBezTo>
                    <a:pt x="3195" y="0"/>
                    <a:pt x="0" y="3192"/>
                    <a:pt x="0" y="7661"/>
                  </a:cubicBezTo>
                  <a:cubicBezTo>
                    <a:pt x="0" y="12130"/>
                    <a:pt x="3195" y="15322"/>
                    <a:pt x="7668" y="15322"/>
                  </a:cubicBezTo>
                  <a:cubicBezTo>
                    <a:pt x="12141" y="15322"/>
                    <a:pt x="15336" y="12130"/>
                    <a:pt x="15336" y="7661"/>
                  </a:cubicBezTo>
                  <a:lnTo>
                    <a:pt x="15336" y="7661"/>
                  </a:lnTo>
                  <a:cubicBezTo>
                    <a:pt x="15336" y="3831"/>
                    <a:pt x="11501" y="0"/>
                    <a:pt x="7668" y="0"/>
                  </a:cubicBezTo>
                  <a:close/>
                </a:path>
              </a:pathLst>
            </a:custGeom>
            <a:solidFill>
              <a:srgbClr val="43B02A"/>
            </a:solidFill>
            <a:ln w="6390" cap="flat">
              <a:noFill/>
              <a:prstDash val="solid"/>
              <a:miter/>
            </a:ln>
          </p:spPr>
          <p:txBody>
            <a:bodyPr rtlCol="0" anchor="ctr"/>
            <a:lstStyle/>
            <a:p>
              <a:endParaRPr lang="en-US"/>
            </a:p>
          </p:txBody>
        </p:sp>
        <p:sp>
          <p:nvSpPr>
            <p:cNvPr id="622" name="Graphic 4">
              <a:extLst>
                <a:ext uri="{FF2B5EF4-FFF2-40B4-BE49-F238E27FC236}">
                  <a16:creationId xmlns:a16="http://schemas.microsoft.com/office/drawing/2014/main" id="{856B5794-3CAB-DC42-8675-E994460B1A2C}"/>
                </a:ext>
              </a:extLst>
            </p:cNvPr>
            <p:cNvSpPr/>
            <p:nvPr/>
          </p:nvSpPr>
          <p:spPr>
            <a:xfrm>
              <a:off x="6988673" y="4509807"/>
              <a:ext cx="15336" cy="15321"/>
            </a:xfrm>
            <a:custGeom>
              <a:avLst/>
              <a:gdLst>
                <a:gd name="connsiteX0" fmla="*/ 7668 w 15336"/>
                <a:gd name="connsiteY0" fmla="*/ 0 h 15321"/>
                <a:gd name="connsiteX1" fmla="*/ 0 w 15336"/>
                <a:gd name="connsiteY1" fmla="*/ 7661 h 15321"/>
                <a:gd name="connsiteX2" fmla="*/ 7668 w 15336"/>
                <a:gd name="connsiteY2" fmla="*/ 15322 h 15321"/>
                <a:gd name="connsiteX3" fmla="*/ 15336 w 15336"/>
                <a:gd name="connsiteY3" fmla="*/ 7661 h 15321"/>
                <a:gd name="connsiteX4" fmla="*/ 15336 w 15336"/>
                <a:gd name="connsiteY4" fmla="*/ 7661 h 15321"/>
                <a:gd name="connsiteX5" fmla="*/ 7668 w 15336"/>
                <a:gd name="connsiteY5"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6" h="15321">
                  <a:moveTo>
                    <a:pt x="7668" y="0"/>
                  </a:moveTo>
                  <a:cubicBezTo>
                    <a:pt x="3195" y="0"/>
                    <a:pt x="0" y="3192"/>
                    <a:pt x="0" y="7661"/>
                  </a:cubicBezTo>
                  <a:cubicBezTo>
                    <a:pt x="0" y="12130"/>
                    <a:pt x="3195" y="15322"/>
                    <a:pt x="7668" y="15322"/>
                  </a:cubicBezTo>
                  <a:cubicBezTo>
                    <a:pt x="12141" y="15322"/>
                    <a:pt x="15336" y="12130"/>
                    <a:pt x="15336" y="7661"/>
                  </a:cubicBezTo>
                  <a:lnTo>
                    <a:pt x="15336" y="7661"/>
                  </a:lnTo>
                  <a:cubicBezTo>
                    <a:pt x="15336" y="3831"/>
                    <a:pt x="11502" y="0"/>
                    <a:pt x="7668" y="0"/>
                  </a:cubicBezTo>
                  <a:close/>
                </a:path>
              </a:pathLst>
            </a:custGeom>
            <a:solidFill>
              <a:srgbClr val="43B02A"/>
            </a:solidFill>
            <a:ln w="6390" cap="flat">
              <a:noFill/>
              <a:prstDash val="solid"/>
              <a:miter/>
            </a:ln>
          </p:spPr>
          <p:txBody>
            <a:bodyPr rtlCol="0" anchor="ctr"/>
            <a:lstStyle/>
            <a:p>
              <a:endParaRPr lang="en-US"/>
            </a:p>
          </p:txBody>
        </p:sp>
        <p:sp>
          <p:nvSpPr>
            <p:cNvPr id="623" name="Graphic 4">
              <a:extLst>
                <a:ext uri="{FF2B5EF4-FFF2-40B4-BE49-F238E27FC236}">
                  <a16:creationId xmlns:a16="http://schemas.microsoft.com/office/drawing/2014/main" id="{6DB16EA3-D83F-4443-BE2A-56CBB30990B7}"/>
                </a:ext>
              </a:extLst>
            </p:cNvPr>
            <p:cNvSpPr/>
            <p:nvPr/>
          </p:nvSpPr>
          <p:spPr>
            <a:xfrm>
              <a:off x="6865348" y="4541089"/>
              <a:ext cx="15336" cy="15321"/>
            </a:xfrm>
            <a:custGeom>
              <a:avLst/>
              <a:gdLst>
                <a:gd name="connsiteX0" fmla="*/ 7668 w 15336"/>
                <a:gd name="connsiteY0" fmla="*/ 0 h 15321"/>
                <a:gd name="connsiteX1" fmla="*/ 0 w 15336"/>
                <a:gd name="connsiteY1" fmla="*/ 7661 h 15321"/>
                <a:gd name="connsiteX2" fmla="*/ 7668 w 15336"/>
                <a:gd name="connsiteY2" fmla="*/ 15321 h 15321"/>
                <a:gd name="connsiteX3" fmla="*/ 15336 w 15336"/>
                <a:gd name="connsiteY3" fmla="*/ 7661 h 15321"/>
                <a:gd name="connsiteX4" fmla="*/ 15336 w 15336"/>
                <a:gd name="connsiteY4" fmla="*/ 7661 h 15321"/>
                <a:gd name="connsiteX5" fmla="*/ 7668 w 15336"/>
                <a:gd name="connsiteY5" fmla="*/ 0 h 15321"/>
                <a:gd name="connsiteX6" fmla="*/ 7668 w 15336"/>
                <a:gd name="connsiteY6"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336" h="15321">
                  <a:moveTo>
                    <a:pt x="7668" y="0"/>
                  </a:moveTo>
                  <a:cubicBezTo>
                    <a:pt x="3195" y="0"/>
                    <a:pt x="0" y="3192"/>
                    <a:pt x="0" y="7661"/>
                  </a:cubicBezTo>
                  <a:cubicBezTo>
                    <a:pt x="0" y="12129"/>
                    <a:pt x="3195" y="15321"/>
                    <a:pt x="7668" y="15321"/>
                  </a:cubicBezTo>
                  <a:cubicBezTo>
                    <a:pt x="12141" y="15321"/>
                    <a:pt x="15336" y="12129"/>
                    <a:pt x="15336" y="7661"/>
                  </a:cubicBezTo>
                  <a:cubicBezTo>
                    <a:pt x="15336" y="7661"/>
                    <a:pt x="15336" y="7661"/>
                    <a:pt x="15336" y="7661"/>
                  </a:cubicBezTo>
                  <a:cubicBezTo>
                    <a:pt x="15336" y="3192"/>
                    <a:pt x="12141" y="0"/>
                    <a:pt x="7668" y="0"/>
                  </a:cubicBezTo>
                  <a:cubicBezTo>
                    <a:pt x="7668" y="0"/>
                    <a:pt x="7668" y="0"/>
                    <a:pt x="7668" y="0"/>
                  </a:cubicBezTo>
                  <a:close/>
                </a:path>
              </a:pathLst>
            </a:custGeom>
            <a:solidFill>
              <a:srgbClr val="43B02A"/>
            </a:solidFill>
            <a:ln w="6390" cap="flat">
              <a:noFill/>
              <a:prstDash val="solid"/>
              <a:miter/>
            </a:ln>
          </p:spPr>
          <p:txBody>
            <a:bodyPr rtlCol="0" anchor="ctr"/>
            <a:lstStyle/>
            <a:p>
              <a:endParaRPr lang="en-US"/>
            </a:p>
          </p:txBody>
        </p:sp>
        <p:sp>
          <p:nvSpPr>
            <p:cNvPr id="624" name="Graphic 4">
              <a:extLst>
                <a:ext uri="{FF2B5EF4-FFF2-40B4-BE49-F238E27FC236}">
                  <a16:creationId xmlns:a16="http://schemas.microsoft.com/office/drawing/2014/main" id="{26C88F6D-98F4-A74E-8200-57AEE650BCF1}"/>
                </a:ext>
              </a:extLst>
            </p:cNvPr>
            <p:cNvSpPr/>
            <p:nvPr/>
          </p:nvSpPr>
          <p:spPr>
            <a:xfrm>
              <a:off x="6896019" y="4541089"/>
              <a:ext cx="15405" cy="15321"/>
            </a:xfrm>
            <a:custGeom>
              <a:avLst/>
              <a:gdLst>
                <a:gd name="connsiteX0" fmla="*/ 7668 w 15405"/>
                <a:gd name="connsiteY0" fmla="*/ 0 h 15321"/>
                <a:gd name="connsiteX1" fmla="*/ 0 w 15405"/>
                <a:gd name="connsiteY1" fmla="*/ 7661 h 15321"/>
                <a:gd name="connsiteX2" fmla="*/ 7668 w 15405"/>
                <a:gd name="connsiteY2" fmla="*/ 15321 h 15321"/>
                <a:gd name="connsiteX3" fmla="*/ 15336 w 15405"/>
                <a:gd name="connsiteY3" fmla="*/ 7661 h 15321"/>
                <a:gd name="connsiteX4" fmla="*/ 15336 w 15405"/>
                <a:gd name="connsiteY4" fmla="*/ 7661 h 15321"/>
                <a:gd name="connsiteX5" fmla="*/ 7668 w 15405"/>
                <a:gd name="connsiteY5"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05" h="15321">
                  <a:moveTo>
                    <a:pt x="7668" y="0"/>
                  </a:moveTo>
                  <a:cubicBezTo>
                    <a:pt x="3195" y="0"/>
                    <a:pt x="0" y="3192"/>
                    <a:pt x="0" y="7661"/>
                  </a:cubicBezTo>
                  <a:cubicBezTo>
                    <a:pt x="0" y="12129"/>
                    <a:pt x="3195" y="15321"/>
                    <a:pt x="7668" y="15321"/>
                  </a:cubicBezTo>
                  <a:cubicBezTo>
                    <a:pt x="12141" y="15321"/>
                    <a:pt x="15336" y="12129"/>
                    <a:pt x="15336" y="7661"/>
                  </a:cubicBezTo>
                  <a:cubicBezTo>
                    <a:pt x="15336" y="7661"/>
                    <a:pt x="15336" y="7661"/>
                    <a:pt x="15336" y="7661"/>
                  </a:cubicBezTo>
                  <a:cubicBezTo>
                    <a:pt x="15975" y="3192"/>
                    <a:pt x="12141" y="0"/>
                    <a:pt x="7668" y="0"/>
                  </a:cubicBezTo>
                  <a:close/>
                </a:path>
              </a:pathLst>
            </a:custGeom>
            <a:solidFill>
              <a:srgbClr val="43B02A"/>
            </a:solidFill>
            <a:ln w="6390" cap="flat">
              <a:noFill/>
              <a:prstDash val="solid"/>
              <a:miter/>
            </a:ln>
          </p:spPr>
          <p:txBody>
            <a:bodyPr rtlCol="0" anchor="ctr"/>
            <a:lstStyle/>
            <a:p>
              <a:endParaRPr lang="en-US"/>
            </a:p>
          </p:txBody>
        </p:sp>
        <p:sp>
          <p:nvSpPr>
            <p:cNvPr id="625" name="Graphic 4">
              <a:extLst>
                <a:ext uri="{FF2B5EF4-FFF2-40B4-BE49-F238E27FC236}">
                  <a16:creationId xmlns:a16="http://schemas.microsoft.com/office/drawing/2014/main" id="{62CB434C-AC54-2242-B773-41C565F3A8FA}"/>
                </a:ext>
              </a:extLst>
            </p:cNvPr>
            <p:cNvSpPr/>
            <p:nvPr/>
          </p:nvSpPr>
          <p:spPr>
            <a:xfrm>
              <a:off x="6926691" y="4541089"/>
              <a:ext cx="15405" cy="15321"/>
            </a:xfrm>
            <a:custGeom>
              <a:avLst/>
              <a:gdLst>
                <a:gd name="connsiteX0" fmla="*/ 7668 w 15405"/>
                <a:gd name="connsiteY0" fmla="*/ 0 h 15321"/>
                <a:gd name="connsiteX1" fmla="*/ 0 w 15405"/>
                <a:gd name="connsiteY1" fmla="*/ 7661 h 15321"/>
                <a:gd name="connsiteX2" fmla="*/ 7668 w 15405"/>
                <a:gd name="connsiteY2" fmla="*/ 15321 h 15321"/>
                <a:gd name="connsiteX3" fmla="*/ 15336 w 15405"/>
                <a:gd name="connsiteY3" fmla="*/ 7661 h 15321"/>
                <a:gd name="connsiteX4" fmla="*/ 15336 w 15405"/>
                <a:gd name="connsiteY4" fmla="*/ 7661 h 15321"/>
                <a:gd name="connsiteX5" fmla="*/ 7668 w 15405"/>
                <a:gd name="connsiteY5"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05" h="15321">
                  <a:moveTo>
                    <a:pt x="7668" y="0"/>
                  </a:moveTo>
                  <a:cubicBezTo>
                    <a:pt x="3195" y="0"/>
                    <a:pt x="0" y="3192"/>
                    <a:pt x="0" y="7661"/>
                  </a:cubicBezTo>
                  <a:cubicBezTo>
                    <a:pt x="0" y="12129"/>
                    <a:pt x="3195" y="15321"/>
                    <a:pt x="7668" y="15321"/>
                  </a:cubicBezTo>
                  <a:cubicBezTo>
                    <a:pt x="12141" y="15321"/>
                    <a:pt x="15336" y="12129"/>
                    <a:pt x="15336" y="7661"/>
                  </a:cubicBezTo>
                  <a:cubicBezTo>
                    <a:pt x="15336" y="7661"/>
                    <a:pt x="15336" y="7661"/>
                    <a:pt x="15336" y="7661"/>
                  </a:cubicBezTo>
                  <a:cubicBezTo>
                    <a:pt x="15975" y="3192"/>
                    <a:pt x="12141" y="0"/>
                    <a:pt x="7668" y="0"/>
                  </a:cubicBezTo>
                  <a:close/>
                </a:path>
              </a:pathLst>
            </a:custGeom>
            <a:solidFill>
              <a:srgbClr val="43B02A"/>
            </a:solidFill>
            <a:ln w="6390" cap="flat">
              <a:noFill/>
              <a:prstDash val="solid"/>
              <a:miter/>
            </a:ln>
          </p:spPr>
          <p:txBody>
            <a:bodyPr rtlCol="0" anchor="ctr"/>
            <a:lstStyle/>
            <a:p>
              <a:endParaRPr lang="en-US"/>
            </a:p>
          </p:txBody>
        </p:sp>
        <p:sp>
          <p:nvSpPr>
            <p:cNvPr id="626" name="Graphic 4">
              <a:extLst>
                <a:ext uri="{FF2B5EF4-FFF2-40B4-BE49-F238E27FC236}">
                  <a16:creationId xmlns:a16="http://schemas.microsoft.com/office/drawing/2014/main" id="{0B82C1CB-BBC4-4042-BAAA-C38B7D7AD350}"/>
                </a:ext>
              </a:extLst>
            </p:cNvPr>
            <p:cNvSpPr/>
            <p:nvPr/>
          </p:nvSpPr>
          <p:spPr>
            <a:xfrm>
              <a:off x="6958002" y="4541089"/>
              <a:ext cx="15336" cy="15321"/>
            </a:xfrm>
            <a:custGeom>
              <a:avLst/>
              <a:gdLst>
                <a:gd name="connsiteX0" fmla="*/ 7668 w 15336"/>
                <a:gd name="connsiteY0" fmla="*/ 0 h 15321"/>
                <a:gd name="connsiteX1" fmla="*/ 0 w 15336"/>
                <a:gd name="connsiteY1" fmla="*/ 7661 h 15321"/>
                <a:gd name="connsiteX2" fmla="*/ 7668 w 15336"/>
                <a:gd name="connsiteY2" fmla="*/ 15321 h 15321"/>
                <a:gd name="connsiteX3" fmla="*/ 15336 w 15336"/>
                <a:gd name="connsiteY3" fmla="*/ 7661 h 15321"/>
                <a:gd name="connsiteX4" fmla="*/ 15336 w 15336"/>
                <a:gd name="connsiteY4" fmla="*/ 7661 h 15321"/>
                <a:gd name="connsiteX5" fmla="*/ 7668 w 15336"/>
                <a:gd name="connsiteY5"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6" h="15321">
                  <a:moveTo>
                    <a:pt x="7668" y="0"/>
                  </a:moveTo>
                  <a:cubicBezTo>
                    <a:pt x="3195" y="0"/>
                    <a:pt x="0" y="3192"/>
                    <a:pt x="0" y="7661"/>
                  </a:cubicBezTo>
                  <a:cubicBezTo>
                    <a:pt x="0" y="12129"/>
                    <a:pt x="3195" y="15321"/>
                    <a:pt x="7668" y="15321"/>
                  </a:cubicBezTo>
                  <a:cubicBezTo>
                    <a:pt x="12141" y="15321"/>
                    <a:pt x="15336" y="12129"/>
                    <a:pt x="15336" y="7661"/>
                  </a:cubicBezTo>
                  <a:cubicBezTo>
                    <a:pt x="15336" y="7661"/>
                    <a:pt x="15336" y="7661"/>
                    <a:pt x="15336" y="7661"/>
                  </a:cubicBezTo>
                  <a:cubicBezTo>
                    <a:pt x="15336" y="3192"/>
                    <a:pt x="11501" y="0"/>
                    <a:pt x="7668" y="0"/>
                  </a:cubicBezTo>
                  <a:close/>
                </a:path>
              </a:pathLst>
            </a:custGeom>
            <a:solidFill>
              <a:srgbClr val="43B02A"/>
            </a:solidFill>
            <a:ln w="6390" cap="flat">
              <a:noFill/>
              <a:prstDash val="solid"/>
              <a:miter/>
            </a:ln>
          </p:spPr>
          <p:txBody>
            <a:bodyPr rtlCol="0" anchor="ctr"/>
            <a:lstStyle/>
            <a:p>
              <a:endParaRPr lang="en-US"/>
            </a:p>
          </p:txBody>
        </p:sp>
      </p:grpSp>
      <p:grpSp>
        <p:nvGrpSpPr>
          <p:cNvPr id="627" name="Graphic 4">
            <a:extLst>
              <a:ext uri="{FF2B5EF4-FFF2-40B4-BE49-F238E27FC236}">
                <a16:creationId xmlns:a16="http://schemas.microsoft.com/office/drawing/2014/main" id="{D5535FA3-87D4-DA4A-BE7B-4582976FFB0E}"/>
              </a:ext>
            </a:extLst>
          </p:cNvPr>
          <p:cNvGrpSpPr>
            <a:grpSpLocks noChangeAspect="1"/>
          </p:cNvGrpSpPr>
          <p:nvPr/>
        </p:nvGrpSpPr>
        <p:grpSpPr>
          <a:xfrm>
            <a:off x="5708130" y="4308712"/>
            <a:ext cx="362313" cy="361971"/>
            <a:chOff x="5708130" y="4308712"/>
            <a:chExt cx="362313" cy="361971"/>
          </a:xfrm>
          <a:solidFill>
            <a:srgbClr val="43B02A"/>
          </a:solidFill>
        </p:grpSpPr>
        <p:sp>
          <p:nvSpPr>
            <p:cNvPr id="628" name="Graphic 4">
              <a:extLst>
                <a:ext uri="{FF2B5EF4-FFF2-40B4-BE49-F238E27FC236}">
                  <a16:creationId xmlns:a16="http://schemas.microsoft.com/office/drawing/2014/main" id="{9D488AAD-2A5F-5247-886E-3A3C30BD7EF3}"/>
                </a:ext>
              </a:extLst>
            </p:cNvPr>
            <p:cNvSpPr/>
            <p:nvPr/>
          </p:nvSpPr>
          <p:spPr>
            <a:xfrm>
              <a:off x="5708130" y="4308712"/>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lnTo>
                    <a:pt x="349530" y="180667"/>
                  </a:lnTo>
                  <a:cubicBezTo>
                    <a:pt x="350168" y="273873"/>
                    <a:pt x="274767" y="349204"/>
                    <a:pt x="181474" y="349204"/>
                  </a:cubicBezTo>
                  <a:lnTo>
                    <a:pt x="181474" y="349204"/>
                  </a:lnTo>
                  <a:close/>
                </a:path>
              </a:pathLst>
            </a:custGeom>
            <a:solidFill>
              <a:srgbClr val="43B02A"/>
            </a:solidFill>
            <a:ln w="6390" cap="flat">
              <a:noFill/>
              <a:prstDash val="solid"/>
              <a:miter/>
            </a:ln>
          </p:spPr>
          <p:txBody>
            <a:bodyPr rtlCol="0" anchor="ctr"/>
            <a:lstStyle/>
            <a:p>
              <a:endParaRPr lang="en-US"/>
            </a:p>
          </p:txBody>
        </p:sp>
        <p:sp>
          <p:nvSpPr>
            <p:cNvPr id="629" name="Graphic 4">
              <a:extLst>
                <a:ext uri="{FF2B5EF4-FFF2-40B4-BE49-F238E27FC236}">
                  <a16:creationId xmlns:a16="http://schemas.microsoft.com/office/drawing/2014/main" id="{0885B4F5-3B57-F446-A88B-43F9B945F42D}"/>
                </a:ext>
              </a:extLst>
            </p:cNvPr>
            <p:cNvSpPr/>
            <p:nvPr/>
          </p:nvSpPr>
          <p:spPr>
            <a:xfrm>
              <a:off x="5768196" y="4368721"/>
              <a:ext cx="242817" cy="242591"/>
            </a:xfrm>
            <a:custGeom>
              <a:avLst/>
              <a:gdLst>
                <a:gd name="connsiteX0" fmla="*/ 121409 w 242817"/>
                <a:gd name="connsiteY0" fmla="*/ 0 h 242591"/>
                <a:gd name="connsiteX1" fmla="*/ 0 w 242817"/>
                <a:gd name="connsiteY1" fmla="*/ 121296 h 242591"/>
                <a:gd name="connsiteX2" fmla="*/ 121409 w 242817"/>
                <a:gd name="connsiteY2" fmla="*/ 242591 h 242591"/>
                <a:gd name="connsiteX3" fmla="*/ 242818 w 242817"/>
                <a:gd name="connsiteY3" fmla="*/ 121296 h 242591"/>
                <a:gd name="connsiteX4" fmla="*/ 121409 w 242817"/>
                <a:gd name="connsiteY4" fmla="*/ 0 h 242591"/>
                <a:gd name="connsiteX5" fmla="*/ 121409 w 242817"/>
                <a:gd name="connsiteY5" fmla="*/ 0 h 242591"/>
                <a:gd name="connsiteX6" fmla="*/ 121409 w 242817"/>
                <a:gd name="connsiteY6" fmla="*/ 229185 h 242591"/>
                <a:gd name="connsiteX7" fmla="*/ 12780 w 242817"/>
                <a:gd name="connsiteY7" fmla="*/ 120657 h 242591"/>
                <a:gd name="connsiteX8" fmla="*/ 121409 w 242817"/>
                <a:gd name="connsiteY8" fmla="*/ 12129 h 242591"/>
                <a:gd name="connsiteX9" fmla="*/ 230038 w 242817"/>
                <a:gd name="connsiteY9" fmla="*/ 120657 h 242591"/>
                <a:gd name="connsiteX10" fmla="*/ 230038 w 242817"/>
                <a:gd name="connsiteY10" fmla="*/ 120657 h 242591"/>
                <a:gd name="connsiteX11" fmla="*/ 121409 w 242817"/>
                <a:gd name="connsiteY11" fmla="*/ 229185 h 242591"/>
                <a:gd name="connsiteX12" fmla="*/ 121409 w 242817"/>
                <a:gd name="connsiteY12" fmla="*/ 229185 h 242591"/>
                <a:gd name="connsiteX13" fmla="*/ 121409 w 242817"/>
                <a:gd name="connsiteY13" fmla="*/ 229185 h 24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2817" h="242591">
                  <a:moveTo>
                    <a:pt x="121409" y="0"/>
                  </a:moveTo>
                  <a:cubicBezTo>
                    <a:pt x="54314" y="0"/>
                    <a:pt x="0" y="54264"/>
                    <a:pt x="0" y="121296"/>
                  </a:cubicBezTo>
                  <a:cubicBezTo>
                    <a:pt x="0" y="188327"/>
                    <a:pt x="54314" y="242591"/>
                    <a:pt x="121409" y="242591"/>
                  </a:cubicBezTo>
                  <a:cubicBezTo>
                    <a:pt x="188503" y="242591"/>
                    <a:pt x="242818" y="188327"/>
                    <a:pt x="242818" y="121296"/>
                  </a:cubicBezTo>
                  <a:cubicBezTo>
                    <a:pt x="242818" y="54264"/>
                    <a:pt x="188503" y="0"/>
                    <a:pt x="121409" y="0"/>
                  </a:cubicBezTo>
                  <a:lnTo>
                    <a:pt x="121409" y="0"/>
                  </a:lnTo>
                  <a:close/>
                  <a:moveTo>
                    <a:pt x="121409" y="229185"/>
                  </a:moveTo>
                  <a:cubicBezTo>
                    <a:pt x="61343" y="229185"/>
                    <a:pt x="12780" y="180667"/>
                    <a:pt x="12780" y="120657"/>
                  </a:cubicBezTo>
                  <a:cubicBezTo>
                    <a:pt x="12780" y="60648"/>
                    <a:pt x="61343" y="12129"/>
                    <a:pt x="121409" y="12129"/>
                  </a:cubicBezTo>
                  <a:cubicBezTo>
                    <a:pt x="181474" y="12129"/>
                    <a:pt x="230038" y="60648"/>
                    <a:pt x="230038" y="120657"/>
                  </a:cubicBezTo>
                  <a:lnTo>
                    <a:pt x="230038" y="120657"/>
                  </a:lnTo>
                  <a:cubicBezTo>
                    <a:pt x="230038" y="180667"/>
                    <a:pt x="181474" y="229185"/>
                    <a:pt x="121409" y="229185"/>
                  </a:cubicBezTo>
                  <a:lnTo>
                    <a:pt x="121409" y="229185"/>
                  </a:lnTo>
                  <a:lnTo>
                    <a:pt x="121409" y="229185"/>
                  </a:lnTo>
                  <a:close/>
                </a:path>
              </a:pathLst>
            </a:custGeom>
            <a:solidFill>
              <a:srgbClr val="43B02A"/>
            </a:solidFill>
            <a:ln w="6390" cap="flat">
              <a:noFill/>
              <a:prstDash val="solid"/>
              <a:miter/>
            </a:ln>
          </p:spPr>
          <p:txBody>
            <a:bodyPr rtlCol="0" anchor="ctr"/>
            <a:lstStyle/>
            <a:p>
              <a:endParaRPr lang="en-US"/>
            </a:p>
          </p:txBody>
        </p:sp>
        <p:sp>
          <p:nvSpPr>
            <p:cNvPr id="630" name="Graphic 4">
              <a:extLst>
                <a:ext uri="{FF2B5EF4-FFF2-40B4-BE49-F238E27FC236}">
                  <a16:creationId xmlns:a16="http://schemas.microsoft.com/office/drawing/2014/main" id="{85D4FBAE-84F7-BB4A-90B7-D607D6B4EBBD}"/>
                </a:ext>
              </a:extLst>
            </p:cNvPr>
            <p:cNvSpPr/>
            <p:nvPr/>
          </p:nvSpPr>
          <p:spPr>
            <a:xfrm>
              <a:off x="5825356" y="4433489"/>
              <a:ext cx="103227" cy="70572"/>
            </a:xfrm>
            <a:custGeom>
              <a:avLst/>
              <a:gdLst>
                <a:gd name="connsiteX0" fmla="*/ 92364 w 103227"/>
                <a:gd name="connsiteY0" fmla="*/ 27161 h 70572"/>
                <a:gd name="connsiteX1" fmla="*/ 64249 w 103227"/>
                <a:gd name="connsiteY1" fmla="*/ 55251 h 70572"/>
                <a:gd name="connsiteX2" fmla="*/ 11212 w 103227"/>
                <a:gd name="connsiteY2" fmla="*/ 2264 h 70572"/>
                <a:gd name="connsiteX3" fmla="*/ 2266 w 103227"/>
                <a:gd name="connsiteY3" fmla="*/ 1625 h 70572"/>
                <a:gd name="connsiteX4" fmla="*/ 1627 w 103227"/>
                <a:gd name="connsiteY4" fmla="*/ 10563 h 70572"/>
                <a:gd name="connsiteX5" fmla="*/ 2266 w 103227"/>
                <a:gd name="connsiteY5" fmla="*/ 11201 h 70572"/>
                <a:gd name="connsiteX6" fmla="*/ 59776 w 103227"/>
                <a:gd name="connsiteY6" fmla="*/ 68657 h 70572"/>
                <a:gd name="connsiteX7" fmla="*/ 68722 w 103227"/>
                <a:gd name="connsiteY7" fmla="*/ 68657 h 70572"/>
                <a:gd name="connsiteX8" fmla="*/ 68722 w 103227"/>
                <a:gd name="connsiteY8" fmla="*/ 68657 h 70572"/>
                <a:gd name="connsiteX9" fmla="*/ 101310 w 103227"/>
                <a:gd name="connsiteY9" fmla="*/ 36099 h 70572"/>
                <a:gd name="connsiteX10" fmla="*/ 101310 w 103227"/>
                <a:gd name="connsiteY10" fmla="*/ 27161 h 70572"/>
                <a:gd name="connsiteX11" fmla="*/ 92364 w 103227"/>
                <a:gd name="connsiteY11" fmla="*/ 27161 h 70572"/>
                <a:gd name="connsiteX12" fmla="*/ 92364 w 103227"/>
                <a:gd name="connsiteY12" fmla="*/ 27161 h 70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3227" h="70572">
                  <a:moveTo>
                    <a:pt x="92364" y="27161"/>
                  </a:moveTo>
                  <a:lnTo>
                    <a:pt x="64249" y="55251"/>
                  </a:lnTo>
                  <a:lnTo>
                    <a:pt x="11212" y="2264"/>
                  </a:lnTo>
                  <a:cubicBezTo>
                    <a:pt x="8656" y="-290"/>
                    <a:pt x="4822" y="-928"/>
                    <a:pt x="2266" y="1625"/>
                  </a:cubicBezTo>
                  <a:cubicBezTo>
                    <a:pt x="-290" y="4179"/>
                    <a:pt x="-929" y="8009"/>
                    <a:pt x="1627" y="10563"/>
                  </a:cubicBezTo>
                  <a:cubicBezTo>
                    <a:pt x="1627" y="10563"/>
                    <a:pt x="2266" y="11201"/>
                    <a:pt x="2266" y="11201"/>
                  </a:cubicBezTo>
                  <a:lnTo>
                    <a:pt x="59776" y="68657"/>
                  </a:lnTo>
                  <a:cubicBezTo>
                    <a:pt x="62332" y="71211"/>
                    <a:pt x="66166" y="71211"/>
                    <a:pt x="68722" y="68657"/>
                  </a:cubicBezTo>
                  <a:cubicBezTo>
                    <a:pt x="68722" y="68657"/>
                    <a:pt x="68722" y="68657"/>
                    <a:pt x="68722" y="68657"/>
                  </a:cubicBezTo>
                  <a:lnTo>
                    <a:pt x="101310" y="36099"/>
                  </a:lnTo>
                  <a:cubicBezTo>
                    <a:pt x="103866" y="33545"/>
                    <a:pt x="103866" y="29715"/>
                    <a:pt x="101310" y="27161"/>
                  </a:cubicBezTo>
                  <a:cubicBezTo>
                    <a:pt x="99393" y="24608"/>
                    <a:pt x="95559" y="24608"/>
                    <a:pt x="92364" y="27161"/>
                  </a:cubicBezTo>
                  <a:cubicBezTo>
                    <a:pt x="93003" y="26523"/>
                    <a:pt x="92364" y="27161"/>
                    <a:pt x="92364" y="27161"/>
                  </a:cubicBezTo>
                  <a:close/>
                </a:path>
              </a:pathLst>
            </a:custGeom>
            <a:solidFill>
              <a:srgbClr val="43B02A"/>
            </a:solidFill>
            <a:ln w="6390" cap="flat">
              <a:noFill/>
              <a:prstDash val="solid"/>
              <a:miter/>
            </a:ln>
          </p:spPr>
          <p:txBody>
            <a:bodyPr rtlCol="0" anchor="ctr"/>
            <a:lstStyle/>
            <a:p>
              <a:endParaRPr lang="en-US"/>
            </a:p>
          </p:txBody>
        </p:sp>
        <p:sp>
          <p:nvSpPr>
            <p:cNvPr id="631" name="Graphic 4">
              <a:extLst>
                <a:ext uri="{FF2B5EF4-FFF2-40B4-BE49-F238E27FC236}">
                  <a16:creationId xmlns:a16="http://schemas.microsoft.com/office/drawing/2014/main" id="{2FE9B463-414D-EF44-B42F-4F07CDB1C738}"/>
                </a:ext>
              </a:extLst>
            </p:cNvPr>
            <p:cNvSpPr/>
            <p:nvPr/>
          </p:nvSpPr>
          <p:spPr>
            <a:xfrm>
              <a:off x="5883215" y="4401279"/>
              <a:ext cx="12779" cy="21067"/>
            </a:xfrm>
            <a:custGeom>
              <a:avLst/>
              <a:gdLst>
                <a:gd name="connsiteX0" fmla="*/ 6390 w 12779"/>
                <a:gd name="connsiteY0" fmla="*/ 21067 h 21067"/>
                <a:gd name="connsiteX1" fmla="*/ 12780 w 12779"/>
                <a:gd name="connsiteY1" fmla="*/ 14683 h 21067"/>
                <a:gd name="connsiteX2" fmla="*/ 12780 w 12779"/>
                <a:gd name="connsiteY2" fmla="*/ 6384 h 21067"/>
                <a:gd name="connsiteX3" fmla="*/ 6390 w 12779"/>
                <a:gd name="connsiteY3" fmla="*/ 0 h 21067"/>
                <a:gd name="connsiteX4" fmla="*/ 0 w 12779"/>
                <a:gd name="connsiteY4" fmla="*/ 6384 h 21067"/>
                <a:gd name="connsiteX5" fmla="*/ 0 w 12779"/>
                <a:gd name="connsiteY5" fmla="*/ 14683 h 21067"/>
                <a:gd name="connsiteX6" fmla="*/ 6390 w 12779"/>
                <a:gd name="connsiteY6" fmla="*/ 21067 h 2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1067">
                  <a:moveTo>
                    <a:pt x="6390" y="21067"/>
                  </a:moveTo>
                  <a:cubicBezTo>
                    <a:pt x="10224" y="21067"/>
                    <a:pt x="12780" y="18514"/>
                    <a:pt x="12780" y="14683"/>
                  </a:cubicBezTo>
                  <a:lnTo>
                    <a:pt x="12780" y="6384"/>
                  </a:lnTo>
                  <a:cubicBezTo>
                    <a:pt x="12780" y="2554"/>
                    <a:pt x="10224" y="0"/>
                    <a:pt x="6390" y="0"/>
                  </a:cubicBezTo>
                  <a:cubicBezTo>
                    <a:pt x="2556" y="0"/>
                    <a:pt x="0" y="2554"/>
                    <a:pt x="0" y="6384"/>
                  </a:cubicBezTo>
                  <a:lnTo>
                    <a:pt x="0" y="14683"/>
                  </a:lnTo>
                  <a:cubicBezTo>
                    <a:pt x="0" y="17875"/>
                    <a:pt x="3195" y="21067"/>
                    <a:pt x="6390" y="21067"/>
                  </a:cubicBezTo>
                  <a:close/>
                </a:path>
              </a:pathLst>
            </a:custGeom>
            <a:solidFill>
              <a:srgbClr val="43B02A"/>
            </a:solidFill>
            <a:ln w="6390" cap="flat">
              <a:noFill/>
              <a:prstDash val="solid"/>
              <a:miter/>
            </a:ln>
          </p:spPr>
          <p:txBody>
            <a:bodyPr rtlCol="0" anchor="ctr"/>
            <a:lstStyle/>
            <a:p>
              <a:endParaRPr lang="en-US"/>
            </a:p>
          </p:txBody>
        </p:sp>
        <p:sp>
          <p:nvSpPr>
            <p:cNvPr id="632" name="Graphic 4">
              <a:extLst>
                <a:ext uri="{FF2B5EF4-FFF2-40B4-BE49-F238E27FC236}">
                  <a16:creationId xmlns:a16="http://schemas.microsoft.com/office/drawing/2014/main" id="{A145473A-05F5-C148-958B-065C362B15A2}"/>
                </a:ext>
              </a:extLst>
            </p:cNvPr>
            <p:cNvSpPr/>
            <p:nvPr/>
          </p:nvSpPr>
          <p:spPr>
            <a:xfrm>
              <a:off x="5883215" y="4557049"/>
              <a:ext cx="12779" cy="21067"/>
            </a:xfrm>
            <a:custGeom>
              <a:avLst/>
              <a:gdLst>
                <a:gd name="connsiteX0" fmla="*/ 6390 w 12779"/>
                <a:gd name="connsiteY0" fmla="*/ 0 h 21067"/>
                <a:gd name="connsiteX1" fmla="*/ 0 w 12779"/>
                <a:gd name="connsiteY1" fmla="*/ 6384 h 21067"/>
                <a:gd name="connsiteX2" fmla="*/ 0 w 12779"/>
                <a:gd name="connsiteY2" fmla="*/ 14683 h 21067"/>
                <a:gd name="connsiteX3" fmla="*/ 6390 w 12779"/>
                <a:gd name="connsiteY3" fmla="*/ 21067 h 21067"/>
                <a:gd name="connsiteX4" fmla="*/ 12780 w 12779"/>
                <a:gd name="connsiteY4" fmla="*/ 14683 h 21067"/>
                <a:gd name="connsiteX5" fmla="*/ 12780 w 12779"/>
                <a:gd name="connsiteY5" fmla="*/ 6384 h 21067"/>
                <a:gd name="connsiteX6" fmla="*/ 6390 w 12779"/>
                <a:gd name="connsiteY6" fmla="*/ 0 h 2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1067">
                  <a:moveTo>
                    <a:pt x="6390" y="0"/>
                  </a:moveTo>
                  <a:cubicBezTo>
                    <a:pt x="2556" y="0"/>
                    <a:pt x="0" y="2553"/>
                    <a:pt x="0" y="6384"/>
                  </a:cubicBezTo>
                  <a:lnTo>
                    <a:pt x="0" y="14683"/>
                  </a:lnTo>
                  <a:cubicBezTo>
                    <a:pt x="0" y="18513"/>
                    <a:pt x="2556" y="21067"/>
                    <a:pt x="6390" y="21067"/>
                  </a:cubicBezTo>
                  <a:cubicBezTo>
                    <a:pt x="10224" y="21067"/>
                    <a:pt x="12780" y="18513"/>
                    <a:pt x="12780" y="14683"/>
                  </a:cubicBezTo>
                  <a:lnTo>
                    <a:pt x="12780" y="6384"/>
                  </a:lnTo>
                  <a:cubicBezTo>
                    <a:pt x="12780" y="2553"/>
                    <a:pt x="10224" y="0"/>
                    <a:pt x="6390" y="0"/>
                  </a:cubicBezTo>
                  <a:close/>
                </a:path>
              </a:pathLst>
            </a:custGeom>
            <a:solidFill>
              <a:srgbClr val="43B02A"/>
            </a:solidFill>
            <a:ln w="6390" cap="flat">
              <a:noFill/>
              <a:prstDash val="solid"/>
              <a:miter/>
            </a:ln>
          </p:spPr>
          <p:txBody>
            <a:bodyPr rtlCol="0" anchor="ctr"/>
            <a:lstStyle/>
            <a:p>
              <a:endParaRPr lang="en-US"/>
            </a:p>
          </p:txBody>
        </p:sp>
        <p:sp>
          <p:nvSpPr>
            <p:cNvPr id="633" name="Graphic 4">
              <a:extLst>
                <a:ext uri="{FF2B5EF4-FFF2-40B4-BE49-F238E27FC236}">
                  <a16:creationId xmlns:a16="http://schemas.microsoft.com/office/drawing/2014/main" id="{D69ACB80-0B17-F248-A38E-2FBEA3E22E88}"/>
                </a:ext>
              </a:extLst>
            </p:cNvPr>
            <p:cNvSpPr/>
            <p:nvPr/>
          </p:nvSpPr>
          <p:spPr>
            <a:xfrm>
              <a:off x="5956699" y="4482994"/>
              <a:ext cx="21086" cy="12767"/>
            </a:xfrm>
            <a:custGeom>
              <a:avLst/>
              <a:gdLst>
                <a:gd name="connsiteX0" fmla="*/ 14697 w 21086"/>
                <a:gd name="connsiteY0" fmla="*/ 0 h 12767"/>
                <a:gd name="connsiteX1" fmla="*/ 6390 w 21086"/>
                <a:gd name="connsiteY1" fmla="*/ 0 h 12767"/>
                <a:gd name="connsiteX2" fmla="*/ 0 w 21086"/>
                <a:gd name="connsiteY2" fmla="*/ 6384 h 12767"/>
                <a:gd name="connsiteX3" fmla="*/ 6390 w 21086"/>
                <a:gd name="connsiteY3" fmla="*/ 12768 h 12767"/>
                <a:gd name="connsiteX4" fmla="*/ 14697 w 21086"/>
                <a:gd name="connsiteY4" fmla="*/ 12768 h 12767"/>
                <a:gd name="connsiteX5" fmla="*/ 21087 w 21086"/>
                <a:gd name="connsiteY5" fmla="*/ 6384 h 12767"/>
                <a:gd name="connsiteX6" fmla="*/ 14697 w 21086"/>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86" h="12767">
                  <a:moveTo>
                    <a:pt x="14697" y="0"/>
                  </a:moveTo>
                  <a:lnTo>
                    <a:pt x="6390" y="0"/>
                  </a:lnTo>
                  <a:cubicBezTo>
                    <a:pt x="2556" y="0"/>
                    <a:pt x="0" y="2554"/>
                    <a:pt x="0" y="6384"/>
                  </a:cubicBezTo>
                  <a:cubicBezTo>
                    <a:pt x="0" y="10215"/>
                    <a:pt x="2556" y="12768"/>
                    <a:pt x="6390" y="12768"/>
                  </a:cubicBezTo>
                  <a:lnTo>
                    <a:pt x="14697" y="12768"/>
                  </a:lnTo>
                  <a:cubicBezTo>
                    <a:pt x="18531" y="12768"/>
                    <a:pt x="21087" y="10215"/>
                    <a:pt x="21087" y="6384"/>
                  </a:cubicBezTo>
                  <a:cubicBezTo>
                    <a:pt x="21087" y="2554"/>
                    <a:pt x="18531" y="0"/>
                    <a:pt x="14697" y="0"/>
                  </a:cubicBezTo>
                  <a:close/>
                </a:path>
              </a:pathLst>
            </a:custGeom>
            <a:solidFill>
              <a:srgbClr val="43B02A"/>
            </a:solidFill>
            <a:ln w="6390" cap="flat">
              <a:noFill/>
              <a:prstDash val="solid"/>
              <a:miter/>
            </a:ln>
          </p:spPr>
          <p:txBody>
            <a:bodyPr rtlCol="0" anchor="ctr"/>
            <a:lstStyle/>
            <a:p>
              <a:endParaRPr lang="en-US"/>
            </a:p>
          </p:txBody>
        </p:sp>
        <p:sp>
          <p:nvSpPr>
            <p:cNvPr id="634" name="Graphic 4">
              <a:extLst>
                <a:ext uri="{FF2B5EF4-FFF2-40B4-BE49-F238E27FC236}">
                  <a16:creationId xmlns:a16="http://schemas.microsoft.com/office/drawing/2014/main" id="{C9D5F0E1-74BE-1144-B7E4-98DDD053CDC8}"/>
                </a:ext>
              </a:extLst>
            </p:cNvPr>
            <p:cNvSpPr/>
            <p:nvPr/>
          </p:nvSpPr>
          <p:spPr>
            <a:xfrm>
              <a:off x="5801424" y="4482994"/>
              <a:ext cx="21086" cy="12767"/>
            </a:xfrm>
            <a:custGeom>
              <a:avLst/>
              <a:gdLst>
                <a:gd name="connsiteX0" fmla="*/ 14697 w 21086"/>
                <a:gd name="connsiteY0" fmla="*/ 0 h 12767"/>
                <a:gd name="connsiteX1" fmla="*/ 6390 w 21086"/>
                <a:gd name="connsiteY1" fmla="*/ 0 h 12767"/>
                <a:gd name="connsiteX2" fmla="*/ 0 w 21086"/>
                <a:gd name="connsiteY2" fmla="*/ 6384 h 12767"/>
                <a:gd name="connsiteX3" fmla="*/ 6390 w 21086"/>
                <a:gd name="connsiteY3" fmla="*/ 12768 h 12767"/>
                <a:gd name="connsiteX4" fmla="*/ 14697 w 21086"/>
                <a:gd name="connsiteY4" fmla="*/ 12768 h 12767"/>
                <a:gd name="connsiteX5" fmla="*/ 21087 w 21086"/>
                <a:gd name="connsiteY5" fmla="*/ 6384 h 12767"/>
                <a:gd name="connsiteX6" fmla="*/ 14697 w 21086"/>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86" h="12767">
                  <a:moveTo>
                    <a:pt x="14697" y="0"/>
                  </a:moveTo>
                  <a:lnTo>
                    <a:pt x="6390" y="0"/>
                  </a:lnTo>
                  <a:cubicBezTo>
                    <a:pt x="2556" y="0"/>
                    <a:pt x="0" y="2554"/>
                    <a:pt x="0" y="6384"/>
                  </a:cubicBezTo>
                  <a:cubicBezTo>
                    <a:pt x="0" y="10215"/>
                    <a:pt x="2556" y="12768"/>
                    <a:pt x="6390" y="12768"/>
                  </a:cubicBezTo>
                  <a:lnTo>
                    <a:pt x="14697" y="12768"/>
                  </a:lnTo>
                  <a:cubicBezTo>
                    <a:pt x="18531" y="12768"/>
                    <a:pt x="21087" y="10215"/>
                    <a:pt x="21087" y="6384"/>
                  </a:cubicBezTo>
                  <a:cubicBezTo>
                    <a:pt x="21087" y="2554"/>
                    <a:pt x="17892" y="0"/>
                    <a:pt x="14697" y="0"/>
                  </a:cubicBezTo>
                  <a:close/>
                </a:path>
              </a:pathLst>
            </a:custGeom>
            <a:solidFill>
              <a:srgbClr val="43B02A"/>
            </a:solidFill>
            <a:ln w="6390" cap="flat">
              <a:noFill/>
              <a:prstDash val="solid"/>
              <a:miter/>
            </a:ln>
          </p:spPr>
          <p:txBody>
            <a:bodyPr rtlCol="0" anchor="ctr"/>
            <a:lstStyle/>
            <a:p>
              <a:endParaRPr lang="en-US"/>
            </a:p>
          </p:txBody>
        </p:sp>
      </p:grpSp>
      <p:grpSp>
        <p:nvGrpSpPr>
          <p:cNvPr id="713" name="Graphic 4">
            <a:extLst>
              <a:ext uri="{FF2B5EF4-FFF2-40B4-BE49-F238E27FC236}">
                <a16:creationId xmlns:a16="http://schemas.microsoft.com/office/drawing/2014/main" id="{65AE4333-FEA5-1E4F-BF77-EDE6D6163F03}"/>
              </a:ext>
            </a:extLst>
          </p:cNvPr>
          <p:cNvGrpSpPr>
            <a:grpSpLocks noChangeAspect="1"/>
          </p:cNvGrpSpPr>
          <p:nvPr/>
        </p:nvGrpSpPr>
        <p:grpSpPr>
          <a:xfrm>
            <a:off x="5708130" y="3339623"/>
            <a:ext cx="362313" cy="361971"/>
            <a:chOff x="5708130" y="3339623"/>
            <a:chExt cx="362313" cy="361971"/>
          </a:xfrm>
          <a:solidFill>
            <a:srgbClr val="43B02A"/>
          </a:solidFill>
        </p:grpSpPr>
        <p:sp>
          <p:nvSpPr>
            <p:cNvPr id="714" name="Graphic 4">
              <a:extLst>
                <a:ext uri="{FF2B5EF4-FFF2-40B4-BE49-F238E27FC236}">
                  <a16:creationId xmlns:a16="http://schemas.microsoft.com/office/drawing/2014/main" id="{61E14BDD-D0E8-8B4B-B522-25647BCBD412}"/>
                </a:ext>
              </a:extLst>
            </p:cNvPr>
            <p:cNvSpPr/>
            <p:nvPr/>
          </p:nvSpPr>
          <p:spPr>
            <a:xfrm>
              <a:off x="5708130" y="33396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lnTo>
                    <a:pt x="349530" y="180667"/>
                  </a:lnTo>
                  <a:cubicBezTo>
                    <a:pt x="349530" y="273873"/>
                    <a:pt x="274767" y="349204"/>
                    <a:pt x="181474" y="349204"/>
                  </a:cubicBezTo>
                  <a:lnTo>
                    <a:pt x="181474" y="349204"/>
                  </a:lnTo>
                  <a:close/>
                </a:path>
              </a:pathLst>
            </a:custGeom>
            <a:solidFill>
              <a:srgbClr val="43B02A"/>
            </a:solidFill>
            <a:ln w="6390" cap="flat">
              <a:noFill/>
              <a:prstDash val="solid"/>
              <a:miter/>
            </a:ln>
          </p:spPr>
          <p:txBody>
            <a:bodyPr rtlCol="0" anchor="ctr"/>
            <a:lstStyle/>
            <a:p>
              <a:endParaRPr lang="en-US"/>
            </a:p>
          </p:txBody>
        </p:sp>
        <p:sp>
          <p:nvSpPr>
            <p:cNvPr id="715" name="Graphic 4">
              <a:extLst>
                <a:ext uri="{FF2B5EF4-FFF2-40B4-BE49-F238E27FC236}">
                  <a16:creationId xmlns:a16="http://schemas.microsoft.com/office/drawing/2014/main" id="{8C37B5C9-59AD-2A4E-B85A-04026DE85BD2}"/>
                </a:ext>
              </a:extLst>
            </p:cNvPr>
            <p:cNvSpPr/>
            <p:nvPr/>
          </p:nvSpPr>
          <p:spPr>
            <a:xfrm>
              <a:off x="5881298" y="3474325"/>
              <a:ext cx="12779" cy="68947"/>
            </a:xfrm>
            <a:custGeom>
              <a:avLst/>
              <a:gdLst>
                <a:gd name="connsiteX0" fmla="*/ 6390 w 12779"/>
                <a:gd name="connsiteY0" fmla="*/ 0 h 68947"/>
                <a:gd name="connsiteX1" fmla="*/ 0 w 12779"/>
                <a:gd name="connsiteY1" fmla="*/ 6384 h 68947"/>
                <a:gd name="connsiteX2" fmla="*/ 0 w 12779"/>
                <a:gd name="connsiteY2" fmla="*/ 62563 h 68947"/>
                <a:gd name="connsiteX3" fmla="*/ 6390 w 12779"/>
                <a:gd name="connsiteY3" fmla="*/ 68947 h 68947"/>
                <a:gd name="connsiteX4" fmla="*/ 12780 w 12779"/>
                <a:gd name="connsiteY4" fmla="*/ 62563 h 68947"/>
                <a:gd name="connsiteX5" fmla="*/ 12780 w 12779"/>
                <a:gd name="connsiteY5" fmla="*/ 6384 h 68947"/>
                <a:gd name="connsiteX6" fmla="*/ 6390 w 12779"/>
                <a:gd name="connsiteY6" fmla="*/ 0 h 68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68947">
                  <a:moveTo>
                    <a:pt x="6390" y="0"/>
                  </a:moveTo>
                  <a:cubicBezTo>
                    <a:pt x="2556" y="0"/>
                    <a:pt x="0" y="2554"/>
                    <a:pt x="0" y="6384"/>
                  </a:cubicBezTo>
                  <a:lnTo>
                    <a:pt x="0" y="62563"/>
                  </a:lnTo>
                  <a:cubicBezTo>
                    <a:pt x="0" y="66394"/>
                    <a:pt x="2556" y="68947"/>
                    <a:pt x="6390" y="68947"/>
                  </a:cubicBezTo>
                  <a:cubicBezTo>
                    <a:pt x="10224" y="68947"/>
                    <a:pt x="12780" y="66394"/>
                    <a:pt x="12780" y="62563"/>
                  </a:cubicBezTo>
                  <a:lnTo>
                    <a:pt x="12780" y="6384"/>
                  </a:lnTo>
                  <a:cubicBezTo>
                    <a:pt x="12780" y="3192"/>
                    <a:pt x="9585" y="0"/>
                    <a:pt x="6390" y="0"/>
                  </a:cubicBezTo>
                  <a:close/>
                </a:path>
              </a:pathLst>
            </a:custGeom>
            <a:solidFill>
              <a:srgbClr val="43B02A"/>
            </a:solidFill>
            <a:ln w="6390" cap="flat">
              <a:noFill/>
              <a:prstDash val="solid"/>
              <a:miter/>
            </a:ln>
          </p:spPr>
          <p:txBody>
            <a:bodyPr rtlCol="0" anchor="ctr"/>
            <a:lstStyle/>
            <a:p>
              <a:endParaRPr lang="en-US"/>
            </a:p>
          </p:txBody>
        </p:sp>
        <p:sp>
          <p:nvSpPr>
            <p:cNvPr id="716" name="Graphic 4">
              <a:extLst>
                <a:ext uri="{FF2B5EF4-FFF2-40B4-BE49-F238E27FC236}">
                  <a16:creationId xmlns:a16="http://schemas.microsoft.com/office/drawing/2014/main" id="{84880276-8F29-034F-8168-57365FA9449E}"/>
                </a:ext>
              </a:extLst>
            </p:cNvPr>
            <p:cNvSpPr/>
            <p:nvPr/>
          </p:nvSpPr>
          <p:spPr>
            <a:xfrm>
              <a:off x="5786559" y="3402186"/>
              <a:ext cx="208479" cy="235736"/>
            </a:xfrm>
            <a:custGeom>
              <a:avLst/>
              <a:gdLst>
                <a:gd name="connsiteX0" fmla="*/ 172057 w 208479"/>
                <a:gd name="connsiteY0" fmla="*/ 14045 h 235736"/>
                <a:gd name="connsiteX1" fmla="*/ 163111 w 208479"/>
                <a:gd name="connsiteY1" fmla="*/ 14045 h 235736"/>
                <a:gd name="connsiteX2" fmla="*/ 163111 w 208479"/>
                <a:gd name="connsiteY2" fmla="*/ 14045 h 235736"/>
                <a:gd name="connsiteX3" fmla="*/ 163111 w 208479"/>
                <a:gd name="connsiteY3" fmla="*/ 22983 h 235736"/>
                <a:gd name="connsiteX4" fmla="*/ 175891 w 208479"/>
                <a:gd name="connsiteY4" fmla="*/ 35112 h 235736"/>
                <a:gd name="connsiteX5" fmla="*/ 160555 w 208479"/>
                <a:gd name="connsiteY5" fmla="*/ 50434 h 235736"/>
                <a:gd name="connsiteX6" fmla="*/ 108158 w 208479"/>
                <a:gd name="connsiteY6" fmla="*/ 31920 h 235736"/>
                <a:gd name="connsiteX7" fmla="*/ 108158 w 208479"/>
                <a:gd name="connsiteY7" fmla="*/ 12768 h 235736"/>
                <a:gd name="connsiteX8" fmla="*/ 126050 w 208479"/>
                <a:gd name="connsiteY8" fmla="*/ 12768 h 235736"/>
                <a:gd name="connsiteX9" fmla="*/ 132440 w 208479"/>
                <a:gd name="connsiteY9" fmla="*/ 6384 h 235736"/>
                <a:gd name="connsiteX10" fmla="*/ 126050 w 208479"/>
                <a:gd name="connsiteY10" fmla="*/ 0 h 235736"/>
                <a:gd name="connsiteX11" fmla="*/ 78125 w 208479"/>
                <a:gd name="connsiteY11" fmla="*/ 0 h 235736"/>
                <a:gd name="connsiteX12" fmla="*/ 71735 w 208479"/>
                <a:gd name="connsiteY12" fmla="*/ 6384 h 235736"/>
                <a:gd name="connsiteX13" fmla="*/ 78125 w 208479"/>
                <a:gd name="connsiteY13" fmla="*/ 12768 h 235736"/>
                <a:gd name="connsiteX14" fmla="*/ 96017 w 208479"/>
                <a:gd name="connsiteY14" fmla="*/ 12768 h 235736"/>
                <a:gd name="connsiteX15" fmla="*/ 96017 w 208479"/>
                <a:gd name="connsiteY15" fmla="*/ 31920 h 235736"/>
                <a:gd name="connsiteX16" fmla="*/ 168 w 208479"/>
                <a:gd name="connsiteY16" fmla="*/ 139809 h 235736"/>
                <a:gd name="connsiteX17" fmla="*/ 108158 w 208479"/>
                <a:gd name="connsiteY17" fmla="*/ 235569 h 235736"/>
                <a:gd name="connsiteX18" fmla="*/ 204007 w 208479"/>
                <a:gd name="connsiteY18" fmla="*/ 127680 h 235736"/>
                <a:gd name="connsiteX19" fmla="*/ 170779 w 208479"/>
                <a:gd name="connsiteY19" fmla="*/ 58094 h 235736"/>
                <a:gd name="connsiteX20" fmla="*/ 185476 w 208479"/>
                <a:gd name="connsiteY20" fmla="*/ 43411 h 235736"/>
                <a:gd name="connsiteX21" fmla="*/ 197617 w 208479"/>
                <a:gd name="connsiteY21" fmla="*/ 55541 h 235736"/>
                <a:gd name="connsiteX22" fmla="*/ 202090 w 208479"/>
                <a:gd name="connsiteY22" fmla="*/ 57456 h 235736"/>
                <a:gd name="connsiteX23" fmla="*/ 206563 w 208479"/>
                <a:gd name="connsiteY23" fmla="*/ 55541 h 235736"/>
                <a:gd name="connsiteX24" fmla="*/ 206563 w 208479"/>
                <a:gd name="connsiteY24" fmla="*/ 46603 h 235736"/>
                <a:gd name="connsiteX25" fmla="*/ 172057 w 208479"/>
                <a:gd name="connsiteY25" fmla="*/ 14045 h 235736"/>
                <a:gd name="connsiteX26" fmla="*/ 190588 w 208479"/>
                <a:gd name="connsiteY26" fmla="*/ 134702 h 235736"/>
                <a:gd name="connsiteX27" fmla="*/ 101129 w 208479"/>
                <a:gd name="connsiteY27" fmla="*/ 224078 h 235736"/>
                <a:gd name="connsiteX28" fmla="*/ 11670 w 208479"/>
                <a:gd name="connsiteY28" fmla="*/ 134702 h 235736"/>
                <a:gd name="connsiteX29" fmla="*/ 101129 w 208479"/>
                <a:gd name="connsiteY29" fmla="*/ 45327 h 235736"/>
                <a:gd name="connsiteX30" fmla="*/ 190588 w 208479"/>
                <a:gd name="connsiteY30" fmla="*/ 134702 h 2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08479" h="235736">
                  <a:moveTo>
                    <a:pt x="172057" y="14045"/>
                  </a:moveTo>
                  <a:cubicBezTo>
                    <a:pt x="169501" y="11491"/>
                    <a:pt x="165667" y="11491"/>
                    <a:pt x="163111" y="14045"/>
                  </a:cubicBezTo>
                  <a:cubicBezTo>
                    <a:pt x="163111" y="14045"/>
                    <a:pt x="163111" y="14045"/>
                    <a:pt x="163111" y="14045"/>
                  </a:cubicBezTo>
                  <a:cubicBezTo>
                    <a:pt x="160555" y="16599"/>
                    <a:pt x="160555" y="20429"/>
                    <a:pt x="163111" y="22983"/>
                  </a:cubicBezTo>
                  <a:lnTo>
                    <a:pt x="175891" y="35112"/>
                  </a:lnTo>
                  <a:lnTo>
                    <a:pt x="160555" y="50434"/>
                  </a:lnTo>
                  <a:cubicBezTo>
                    <a:pt x="145219" y="39581"/>
                    <a:pt x="127328" y="33197"/>
                    <a:pt x="108158" y="31920"/>
                  </a:cubicBezTo>
                  <a:lnTo>
                    <a:pt x="108158" y="12768"/>
                  </a:lnTo>
                  <a:lnTo>
                    <a:pt x="126050" y="12768"/>
                  </a:lnTo>
                  <a:cubicBezTo>
                    <a:pt x="129884" y="12768"/>
                    <a:pt x="132440" y="10215"/>
                    <a:pt x="132440" y="6384"/>
                  </a:cubicBezTo>
                  <a:cubicBezTo>
                    <a:pt x="132440" y="2554"/>
                    <a:pt x="129884" y="0"/>
                    <a:pt x="126050" y="0"/>
                  </a:cubicBezTo>
                  <a:lnTo>
                    <a:pt x="78125" y="0"/>
                  </a:lnTo>
                  <a:cubicBezTo>
                    <a:pt x="74291" y="0"/>
                    <a:pt x="71735" y="2554"/>
                    <a:pt x="71735" y="6384"/>
                  </a:cubicBezTo>
                  <a:cubicBezTo>
                    <a:pt x="71735" y="10215"/>
                    <a:pt x="74291" y="12768"/>
                    <a:pt x="78125" y="12768"/>
                  </a:cubicBezTo>
                  <a:lnTo>
                    <a:pt x="96017" y="12768"/>
                  </a:lnTo>
                  <a:lnTo>
                    <a:pt x="96017" y="31920"/>
                  </a:lnTo>
                  <a:cubicBezTo>
                    <a:pt x="39785" y="35112"/>
                    <a:pt x="-3027" y="83630"/>
                    <a:pt x="168" y="139809"/>
                  </a:cubicBezTo>
                  <a:cubicBezTo>
                    <a:pt x="3363" y="195988"/>
                    <a:pt x="51927" y="238761"/>
                    <a:pt x="108158" y="235569"/>
                  </a:cubicBezTo>
                  <a:cubicBezTo>
                    <a:pt x="164389" y="232377"/>
                    <a:pt x="207202" y="183859"/>
                    <a:pt x="204007" y="127680"/>
                  </a:cubicBezTo>
                  <a:cubicBezTo>
                    <a:pt x="202090" y="100867"/>
                    <a:pt x="190588" y="75970"/>
                    <a:pt x="170779" y="58094"/>
                  </a:cubicBezTo>
                  <a:lnTo>
                    <a:pt x="185476" y="43411"/>
                  </a:lnTo>
                  <a:lnTo>
                    <a:pt x="197617" y="55541"/>
                  </a:lnTo>
                  <a:cubicBezTo>
                    <a:pt x="198895" y="56818"/>
                    <a:pt x="200173" y="57456"/>
                    <a:pt x="202090" y="57456"/>
                  </a:cubicBezTo>
                  <a:cubicBezTo>
                    <a:pt x="204007" y="57456"/>
                    <a:pt x="205285" y="56818"/>
                    <a:pt x="206563" y="55541"/>
                  </a:cubicBezTo>
                  <a:cubicBezTo>
                    <a:pt x="209119" y="52987"/>
                    <a:pt x="209119" y="49157"/>
                    <a:pt x="206563" y="46603"/>
                  </a:cubicBezTo>
                  <a:lnTo>
                    <a:pt x="172057" y="14045"/>
                  </a:lnTo>
                  <a:close/>
                  <a:moveTo>
                    <a:pt x="190588" y="134702"/>
                  </a:moveTo>
                  <a:cubicBezTo>
                    <a:pt x="190588" y="183859"/>
                    <a:pt x="150331" y="224078"/>
                    <a:pt x="101129" y="224078"/>
                  </a:cubicBezTo>
                  <a:cubicBezTo>
                    <a:pt x="51927" y="224078"/>
                    <a:pt x="11670" y="183859"/>
                    <a:pt x="11670" y="134702"/>
                  </a:cubicBezTo>
                  <a:cubicBezTo>
                    <a:pt x="11670" y="85546"/>
                    <a:pt x="51927" y="45327"/>
                    <a:pt x="101129" y="45327"/>
                  </a:cubicBezTo>
                  <a:cubicBezTo>
                    <a:pt x="150331" y="45327"/>
                    <a:pt x="190588" y="84907"/>
                    <a:pt x="190588" y="134702"/>
                  </a:cubicBezTo>
                  <a:close/>
                </a:path>
              </a:pathLst>
            </a:custGeom>
            <a:solidFill>
              <a:srgbClr val="43B02A"/>
            </a:solidFill>
            <a:ln w="6390" cap="flat">
              <a:noFill/>
              <a:prstDash val="solid"/>
              <a:miter/>
            </a:ln>
          </p:spPr>
          <p:txBody>
            <a:bodyPr rtlCol="0" anchor="ctr"/>
            <a:lstStyle/>
            <a:p>
              <a:endParaRPr lang="en-US"/>
            </a:p>
          </p:txBody>
        </p:sp>
      </p:grpSp>
      <p:grpSp>
        <p:nvGrpSpPr>
          <p:cNvPr id="717" name="Graphic 4">
            <a:extLst>
              <a:ext uri="{FF2B5EF4-FFF2-40B4-BE49-F238E27FC236}">
                <a16:creationId xmlns:a16="http://schemas.microsoft.com/office/drawing/2014/main" id="{6CE7D955-A1B9-EF41-B71F-81A7F0355BFA}"/>
              </a:ext>
            </a:extLst>
          </p:cNvPr>
          <p:cNvGrpSpPr>
            <a:grpSpLocks noChangeAspect="1"/>
          </p:cNvGrpSpPr>
          <p:nvPr/>
        </p:nvGrpSpPr>
        <p:grpSpPr>
          <a:xfrm>
            <a:off x="5708130" y="2371173"/>
            <a:ext cx="362313" cy="361971"/>
            <a:chOff x="5708130" y="2371173"/>
            <a:chExt cx="362313" cy="361971"/>
          </a:xfrm>
          <a:solidFill>
            <a:srgbClr val="43B02A"/>
          </a:solidFill>
        </p:grpSpPr>
        <p:sp>
          <p:nvSpPr>
            <p:cNvPr id="718" name="Graphic 4">
              <a:extLst>
                <a:ext uri="{FF2B5EF4-FFF2-40B4-BE49-F238E27FC236}">
                  <a16:creationId xmlns:a16="http://schemas.microsoft.com/office/drawing/2014/main" id="{A82FDE1D-3600-EF4C-96FE-E91D656FF6BD}"/>
                </a:ext>
              </a:extLst>
            </p:cNvPr>
            <p:cNvSpPr/>
            <p:nvPr/>
          </p:nvSpPr>
          <p:spPr>
            <a:xfrm>
              <a:off x="5708130" y="237117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cubicBezTo>
                    <a:pt x="349530" y="180667"/>
                    <a:pt x="349530" y="180667"/>
                    <a:pt x="349530" y="180667"/>
                  </a:cubicBezTo>
                  <a:cubicBezTo>
                    <a:pt x="349530" y="273873"/>
                    <a:pt x="274767" y="349204"/>
                    <a:pt x="181474" y="349204"/>
                  </a:cubicBezTo>
                  <a:close/>
                </a:path>
              </a:pathLst>
            </a:custGeom>
            <a:solidFill>
              <a:srgbClr val="43B02A"/>
            </a:solidFill>
            <a:ln w="6390" cap="flat">
              <a:noFill/>
              <a:prstDash val="solid"/>
              <a:miter/>
            </a:ln>
          </p:spPr>
          <p:txBody>
            <a:bodyPr rtlCol="0" anchor="ctr"/>
            <a:lstStyle/>
            <a:p>
              <a:endParaRPr lang="en-US"/>
            </a:p>
          </p:txBody>
        </p:sp>
        <p:sp>
          <p:nvSpPr>
            <p:cNvPr id="719" name="Graphic 4">
              <a:extLst>
                <a:ext uri="{FF2B5EF4-FFF2-40B4-BE49-F238E27FC236}">
                  <a16:creationId xmlns:a16="http://schemas.microsoft.com/office/drawing/2014/main" id="{EEFCF84A-C09F-A144-B3E9-375BBFF7722A}"/>
                </a:ext>
              </a:extLst>
            </p:cNvPr>
            <p:cNvSpPr/>
            <p:nvPr/>
          </p:nvSpPr>
          <p:spPr>
            <a:xfrm>
              <a:off x="5808188" y="2445227"/>
              <a:ext cx="163608" cy="213944"/>
            </a:xfrm>
            <a:custGeom>
              <a:avLst/>
              <a:gdLst>
                <a:gd name="connsiteX0" fmla="*/ 149150 w 163608"/>
                <a:gd name="connsiteY0" fmla="*/ 95760 h 213944"/>
                <a:gd name="connsiteX1" fmla="*/ 133175 w 163608"/>
                <a:gd name="connsiteY1" fmla="*/ 49795 h 213944"/>
                <a:gd name="connsiteX2" fmla="*/ 99947 w 163608"/>
                <a:gd name="connsiteY2" fmla="*/ 31920 h 213944"/>
                <a:gd name="connsiteX3" fmla="*/ 103142 w 163608"/>
                <a:gd name="connsiteY3" fmla="*/ 21067 h 213944"/>
                <a:gd name="connsiteX4" fmla="*/ 82056 w 163608"/>
                <a:gd name="connsiteY4" fmla="*/ 0 h 213944"/>
                <a:gd name="connsiteX5" fmla="*/ 60969 w 163608"/>
                <a:gd name="connsiteY5" fmla="*/ 21067 h 213944"/>
                <a:gd name="connsiteX6" fmla="*/ 64164 w 163608"/>
                <a:gd name="connsiteY6" fmla="*/ 31920 h 213944"/>
                <a:gd name="connsiteX7" fmla="*/ 33492 w 163608"/>
                <a:gd name="connsiteY7" fmla="*/ 47880 h 213944"/>
                <a:gd name="connsiteX8" fmla="*/ 16878 w 163608"/>
                <a:gd name="connsiteY8" fmla="*/ 93845 h 213944"/>
                <a:gd name="connsiteX9" fmla="*/ 903 w 163608"/>
                <a:gd name="connsiteY9" fmla="*/ 168537 h 213944"/>
                <a:gd name="connsiteX10" fmla="*/ 265 w 163608"/>
                <a:gd name="connsiteY10" fmla="*/ 173644 h 213944"/>
                <a:gd name="connsiteX11" fmla="*/ 3460 w 163608"/>
                <a:gd name="connsiteY11" fmla="*/ 177475 h 213944"/>
                <a:gd name="connsiteX12" fmla="*/ 53301 w 163608"/>
                <a:gd name="connsiteY12" fmla="*/ 189604 h 213944"/>
                <a:gd name="connsiteX13" fmla="*/ 82695 w 163608"/>
                <a:gd name="connsiteY13" fmla="*/ 213863 h 213944"/>
                <a:gd name="connsiteX14" fmla="*/ 103142 w 163608"/>
                <a:gd name="connsiteY14" fmla="*/ 206203 h 213944"/>
                <a:gd name="connsiteX15" fmla="*/ 110810 w 163608"/>
                <a:gd name="connsiteY15" fmla="*/ 188966 h 213944"/>
                <a:gd name="connsiteX16" fmla="*/ 159374 w 163608"/>
                <a:gd name="connsiteY16" fmla="*/ 177475 h 213944"/>
                <a:gd name="connsiteX17" fmla="*/ 163208 w 163608"/>
                <a:gd name="connsiteY17" fmla="*/ 169176 h 213944"/>
                <a:gd name="connsiteX18" fmla="*/ 163208 w 163608"/>
                <a:gd name="connsiteY18" fmla="*/ 169176 h 213944"/>
                <a:gd name="connsiteX19" fmla="*/ 149150 w 163608"/>
                <a:gd name="connsiteY19" fmla="*/ 95760 h 213944"/>
                <a:gd name="connsiteX20" fmla="*/ 81417 w 163608"/>
                <a:gd name="connsiteY20" fmla="*/ 12768 h 213944"/>
                <a:gd name="connsiteX21" fmla="*/ 89724 w 163608"/>
                <a:gd name="connsiteY21" fmla="*/ 21067 h 213944"/>
                <a:gd name="connsiteX22" fmla="*/ 81417 w 163608"/>
                <a:gd name="connsiteY22" fmla="*/ 29366 h 213944"/>
                <a:gd name="connsiteX23" fmla="*/ 73110 w 163608"/>
                <a:gd name="connsiteY23" fmla="*/ 21067 h 213944"/>
                <a:gd name="connsiteX24" fmla="*/ 81417 w 163608"/>
                <a:gd name="connsiteY24" fmla="*/ 12768 h 213944"/>
                <a:gd name="connsiteX25" fmla="*/ 81417 w 163608"/>
                <a:gd name="connsiteY25" fmla="*/ 12768 h 213944"/>
                <a:gd name="connsiteX26" fmla="*/ 92919 w 163608"/>
                <a:gd name="connsiteY26" fmla="*/ 196627 h 213944"/>
                <a:gd name="connsiteX27" fmla="*/ 82056 w 163608"/>
                <a:gd name="connsiteY27" fmla="*/ 200457 h 213944"/>
                <a:gd name="connsiteX28" fmla="*/ 66081 w 163608"/>
                <a:gd name="connsiteY28" fmla="*/ 190243 h 213944"/>
                <a:gd name="connsiteX29" fmla="*/ 78861 w 163608"/>
                <a:gd name="connsiteY29" fmla="*/ 190881 h 213944"/>
                <a:gd name="connsiteX30" fmla="*/ 96753 w 163608"/>
                <a:gd name="connsiteY30" fmla="*/ 190243 h 213944"/>
                <a:gd name="connsiteX31" fmla="*/ 92919 w 163608"/>
                <a:gd name="connsiteY31" fmla="*/ 196627 h 213944"/>
                <a:gd name="connsiteX32" fmla="*/ 92919 w 163608"/>
                <a:gd name="connsiteY32" fmla="*/ 196627 h 213944"/>
                <a:gd name="connsiteX33" fmla="*/ 14961 w 163608"/>
                <a:gd name="connsiteY33" fmla="*/ 167899 h 213944"/>
                <a:gd name="connsiteX34" fmla="*/ 29019 w 163608"/>
                <a:gd name="connsiteY34" fmla="*/ 93845 h 213944"/>
                <a:gd name="connsiteX35" fmla="*/ 41799 w 163608"/>
                <a:gd name="connsiteY35" fmla="*/ 57456 h 213944"/>
                <a:gd name="connsiteX36" fmla="*/ 82056 w 163608"/>
                <a:gd name="connsiteY36" fmla="*/ 43411 h 213944"/>
                <a:gd name="connsiteX37" fmla="*/ 123590 w 163608"/>
                <a:gd name="connsiteY37" fmla="*/ 58733 h 213944"/>
                <a:gd name="connsiteX38" fmla="*/ 136370 w 163608"/>
                <a:gd name="connsiteY38" fmla="*/ 95760 h 213944"/>
                <a:gd name="connsiteX39" fmla="*/ 149150 w 163608"/>
                <a:gd name="connsiteY39" fmla="*/ 167899 h 213944"/>
                <a:gd name="connsiteX40" fmla="*/ 14961 w 163608"/>
                <a:gd name="connsiteY40" fmla="*/ 167899 h 213944"/>
                <a:gd name="connsiteX41" fmla="*/ 14961 w 163608"/>
                <a:gd name="connsiteY41" fmla="*/ 167899 h 213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63608" h="213944">
                  <a:moveTo>
                    <a:pt x="149150" y="95760"/>
                  </a:moveTo>
                  <a:cubicBezTo>
                    <a:pt x="150428" y="78523"/>
                    <a:pt x="144677" y="61925"/>
                    <a:pt x="133175" y="49795"/>
                  </a:cubicBezTo>
                  <a:cubicBezTo>
                    <a:pt x="124230" y="40857"/>
                    <a:pt x="112727" y="34473"/>
                    <a:pt x="99947" y="31920"/>
                  </a:cubicBezTo>
                  <a:cubicBezTo>
                    <a:pt x="101865" y="28728"/>
                    <a:pt x="103142" y="24897"/>
                    <a:pt x="103142" y="21067"/>
                  </a:cubicBezTo>
                  <a:cubicBezTo>
                    <a:pt x="103142" y="9576"/>
                    <a:pt x="93558" y="0"/>
                    <a:pt x="82056" y="0"/>
                  </a:cubicBezTo>
                  <a:cubicBezTo>
                    <a:pt x="70554" y="0"/>
                    <a:pt x="60969" y="9576"/>
                    <a:pt x="60969" y="21067"/>
                  </a:cubicBezTo>
                  <a:cubicBezTo>
                    <a:pt x="60969" y="24897"/>
                    <a:pt x="62247" y="28728"/>
                    <a:pt x="64164" y="31920"/>
                  </a:cubicBezTo>
                  <a:cubicBezTo>
                    <a:pt x="52662" y="33835"/>
                    <a:pt x="41799" y="39581"/>
                    <a:pt x="33492" y="47880"/>
                  </a:cubicBezTo>
                  <a:cubicBezTo>
                    <a:pt x="21991" y="60009"/>
                    <a:pt x="16239" y="76608"/>
                    <a:pt x="16878" y="93845"/>
                  </a:cubicBezTo>
                  <a:cubicBezTo>
                    <a:pt x="16878" y="119381"/>
                    <a:pt x="11766" y="144916"/>
                    <a:pt x="903" y="168537"/>
                  </a:cubicBezTo>
                  <a:cubicBezTo>
                    <a:pt x="265" y="169814"/>
                    <a:pt x="-374" y="171729"/>
                    <a:pt x="265" y="173644"/>
                  </a:cubicBezTo>
                  <a:cubicBezTo>
                    <a:pt x="903" y="175560"/>
                    <a:pt x="2182" y="176836"/>
                    <a:pt x="3460" y="177475"/>
                  </a:cubicBezTo>
                  <a:cubicBezTo>
                    <a:pt x="19434" y="183859"/>
                    <a:pt x="36048" y="188327"/>
                    <a:pt x="53301" y="189604"/>
                  </a:cubicBezTo>
                  <a:cubicBezTo>
                    <a:pt x="55218" y="203649"/>
                    <a:pt x="67998" y="214502"/>
                    <a:pt x="82695" y="213863"/>
                  </a:cubicBezTo>
                  <a:cubicBezTo>
                    <a:pt x="90363" y="214502"/>
                    <a:pt x="97392" y="211310"/>
                    <a:pt x="103142" y="206203"/>
                  </a:cubicBezTo>
                  <a:cubicBezTo>
                    <a:pt x="107615" y="201734"/>
                    <a:pt x="110172" y="195350"/>
                    <a:pt x="110810" y="188966"/>
                  </a:cubicBezTo>
                  <a:cubicBezTo>
                    <a:pt x="127425" y="187051"/>
                    <a:pt x="144038" y="183220"/>
                    <a:pt x="159374" y="177475"/>
                  </a:cubicBezTo>
                  <a:cubicBezTo>
                    <a:pt x="162569" y="176198"/>
                    <a:pt x="164486" y="173006"/>
                    <a:pt x="163208" y="169176"/>
                  </a:cubicBezTo>
                  <a:cubicBezTo>
                    <a:pt x="163208" y="169176"/>
                    <a:pt x="163208" y="169176"/>
                    <a:pt x="163208" y="169176"/>
                  </a:cubicBezTo>
                  <a:cubicBezTo>
                    <a:pt x="163208" y="168537"/>
                    <a:pt x="147233" y="123849"/>
                    <a:pt x="149150" y="95760"/>
                  </a:cubicBezTo>
                  <a:close/>
                  <a:moveTo>
                    <a:pt x="81417" y="12768"/>
                  </a:moveTo>
                  <a:cubicBezTo>
                    <a:pt x="85890" y="12768"/>
                    <a:pt x="89724" y="16598"/>
                    <a:pt x="89724" y="21067"/>
                  </a:cubicBezTo>
                  <a:cubicBezTo>
                    <a:pt x="89724" y="25536"/>
                    <a:pt x="85890" y="29366"/>
                    <a:pt x="81417" y="29366"/>
                  </a:cubicBezTo>
                  <a:cubicBezTo>
                    <a:pt x="76944" y="29366"/>
                    <a:pt x="73110" y="25536"/>
                    <a:pt x="73110" y="21067"/>
                  </a:cubicBezTo>
                  <a:cubicBezTo>
                    <a:pt x="73110" y="16598"/>
                    <a:pt x="76944" y="12768"/>
                    <a:pt x="81417" y="12768"/>
                  </a:cubicBezTo>
                  <a:lnTo>
                    <a:pt x="81417" y="12768"/>
                  </a:lnTo>
                  <a:close/>
                  <a:moveTo>
                    <a:pt x="92919" y="196627"/>
                  </a:moveTo>
                  <a:cubicBezTo>
                    <a:pt x="89724" y="199180"/>
                    <a:pt x="85890" y="201095"/>
                    <a:pt x="82056" y="200457"/>
                  </a:cubicBezTo>
                  <a:cubicBezTo>
                    <a:pt x="75027" y="201095"/>
                    <a:pt x="68637" y="196627"/>
                    <a:pt x="66081" y="190243"/>
                  </a:cubicBezTo>
                  <a:cubicBezTo>
                    <a:pt x="70554" y="190243"/>
                    <a:pt x="74388" y="190881"/>
                    <a:pt x="78861" y="190881"/>
                  </a:cubicBezTo>
                  <a:cubicBezTo>
                    <a:pt x="84612" y="190881"/>
                    <a:pt x="90363" y="190881"/>
                    <a:pt x="96753" y="190243"/>
                  </a:cubicBezTo>
                  <a:cubicBezTo>
                    <a:pt x="96114" y="192796"/>
                    <a:pt x="94836" y="194711"/>
                    <a:pt x="92919" y="196627"/>
                  </a:cubicBezTo>
                  <a:lnTo>
                    <a:pt x="92919" y="196627"/>
                  </a:lnTo>
                  <a:close/>
                  <a:moveTo>
                    <a:pt x="14961" y="167899"/>
                  </a:moveTo>
                  <a:cubicBezTo>
                    <a:pt x="23907" y="144278"/>
                    <a:pt x="29019" y="119381"/>
                    <a:pt x="29019" y="93845"/>
                  </a:cubicBezTo>
                  <a:cubicBezTo>
                    <a:pt x="28380" y="80438"/>
                    <a:pt x="32853" y="67032"/>
                    <a:pt x="41799" y="57456"/>
                  </a:cubicBezTo>
                  <a:cubicBezTo>
                    <a:pt x="52662" y="47241"/>
                    <a:pt x="67359" y="42134"/>
                    <a:pt x="82056" y="43411"/>
                  </a:cubicBezTo>
                  <a:cubicBezTo>
                    <a:pt x="97392" y="42773"/>
                    <a:pt x="112089" y="47880"/>
                    <a:pt x="123590" y="58733"/>
                  </a:cubicBezTo>
                  <a:cubicBezTo>
                    <a:pt x="132536" y="68947"/>
                    <a:pt x="137648" y="81715"/>
                    <a:pt x="136370" y="95760"/>
                  </a:cubicBezTo>
                  <a:cubicBezTo>
                    <a:pt x="135092" y="120657"/>
                    <a:pt x="144677" y="154492"/>
                    <a:pt x="149150" y="167899"/>
                  </a:cubicBezTo>
                  <a:cubicBezTo>
                    <a:pt x="105060" y="181305"/>
                    <a:pt x="58413" y="181305"/>
                    <a:pt x="14961" y="167899"/>
                  </a:cubicBezTo>
                  <a:lnTo>
                    <a:pt x="14961" y="167899"/>
                  </a:lnTo>
                  <a:close/>
                </a:path>
              </a:pathLst>
            </a:custGeom>
            <a:solidFill>
              <a:srgbClr val="43B02A"/>
            </a:solidFill>
            <a:ln w="6390" cap="flat">
              <a:noFill/>
              <a:prstDash val="solid"/>
              <a:miter/>
            </a:ln>
          </p:spPr>
          <p:txBody>
            <a:bodyPr rtlCol="0" anchor="ctr"/>
            <a:lstStyle/>
            <a:p>
              <a:endParaRPr lang="en-US"/>
            </a:p>
          </p:txBody>
        </p:sp>
      </p:grpSp>
      <p:grpSp>
        <p:nvGrpSpPr>
          <p:cNvPr id="720" name="Graphic 4">
            <a:extLst>
              <a:ext uri="{FF2B5EF4-FFF2-40B4-BE49-F238E27FC236}">
                <a16:creationId xmlns:a16="http://schemas.microsoft.com/office/drawing/2014/main" id="{0D067A5C-62BF-FE47-BC9A-914E620E45C4}"/>
              </a:ext>
            </a:extLst>
          </p:cNvPr>
          <p:cNvGrpSpPr>
            <a:grpSpLocks noChangeAspect="1"/>
          </p:cNvGrpSpPr>
          <p:nvPr/>
        </p:nvGrpSpPr>
        <p:grpSpPr>
          <a:xfrm>
            <a:off x="6146480" y="2855717"/>
            <a:ext cx="362309" cy="361971"/>
            <a:chOff x="6146480" y="2855717"/>
            <a:chExt cx="362309" cy="361971"/>
          </a:xfrm>
          <a:solidFill>
            <a:srgbClr val="43B02A"/>
          </a:solidFill>
        </p:grpSpPr>
        <p:sp>
          <p:nvSpPr>
            <p:cNvPr id="721" name="Graphic 4">
              <a:extLst>
                <a:ext uri="{FF2B5EF4-FFF2-40B4-BE49-F238E27FC236}">
                  <a16:creationId xmlns:a16="http://schemas.microsoft.com/office/drawing/2014/main" id="{BAE69A23-48D8-844F-89DF-175BC4C9EC95}"/>
                </a:ext>
              </a:extLst>
            </p:cNvPr>
            <p:cNvSpPr/>
            <p:nvPr/>
          </p:nvSpPr>
          <p:spPr>
            <a:xfrm>
              <a:off x="6253192" y="2964245"/>
              <a:ext cx="148246" cy="148108"/>
            </a:xfrm>
            <a:custGeom>
              <a:avLst/>
              <a:gdLst>
                <a:gd name="connsiteX0" fmla="*/ 148247 w 148246"/>
                <a:gd name="connsiteY0" fmla="*/ 74054 h 148108"/>
                <a:gd name="connsiteX1" fmla="*/ 74124 w 148246"/>
                <a:gd name="connsiteY1" fmla="*/ 0 h 148108"/>
                <a:gd name="connsiteX2" fmla="*/ 0 w 148246"/>
                <a:gd name="connsiteY2" fmla="*/ 74054 h 148108"/>
                <a:gd name="connsiteX3" fmla="*/ 74124 w 148246"/>
                <a:gd name="connsiteY3" fmla="*/ 148108 h 148108"/>
                <a:gd name="connsiteX4" fmla="*/ 74124 w 148246"/>
                <a:gd name="connsiteY4" fmla="*/ 148108 h 148108"/>
                <a:gd name="connsiteX5" fmla="*/ 148247 w 148246"/>
                <a:gd name="connsiteY5" fmla="*/ 74054 h 148108"/>
                <a:gd name="connsiteX6" fmla="*/ 95210 w 148246"/>
                <a:gd name="connsiteY6" fmla="*/ 70862 h 148108"/>
                <a:gd name="connsiteX7" fmla="*/ 79235 w 148246"/>
                <a:gd name="connsiteY7" fmla="*/ 86184 h 148108"/>
                <a:gd name="connsiteX8" fmla="*/ 79235 w 148246"/>
                <a:gd name="connsiteY8" fmla="*/ 86184 h 148108"/>
                <a:gd name="connsiteX9" fmla="*/ 79235 w 148246"/>
                <a:gd name="connsiteY9" fmla="*/ 86184 h 148108"/>
                <a:gd name="connsiteX10" fmla="*/ 77957 w 148246"/>
                <a:gd name="connsiteY10" fmla="*/ 86822 h 148108"/>
                <a:gd name="connsiteX11" fmla="*/ 77318 w 148246"/>
                <a:gd name="connsiteY11" fmla="*/ 87460 h 148108"/>
                <a:gd name="connsiteX12" fmla="*/ 74762 w 148246"/>
                <a:gd name="connsiteY12" fmla="*/ 88099 h 148108"/>
                <a:gd name="connsiteX13" fmla="*/ 72207 w 148246"/>
                <a:gd name="connsiteY13" fmla="*/ 87460 h 148108"/>
                <a:gd name="connsiteX14" fmla="*/ 71567 w 148246"/>
                <a:gd name="connsiteY14" fmla="*/ 86822 h 148108"/>
                <a:gd name="connsiteX15" fmla="*/ 70289 w 148246"/>
                <a:gd name="connsiteY15" fmla="*/ 86184 h 148108"/>
                <a:gd name="connsiteX16" fmla="*/ 38340 w 148246"/>
                <a:gd name="connsiteY16" fmla="*/ 54902 h 148108"/>
                <a:gd name="connsiteX17" fmla="*/ 38340 w 148246"/>
                <a:gd name="connsiteY17" fmla="*/ 45965 h 148108"/>
                <a:gd name="connsiteX18" fmla="*/ 47286 w 148246"/>
                <a:gd name="connsiteY18" fmla="*/ 45965 h 148108"/>
                <a:gd name="connsiteX19" fmla="*/ 74762 w 148246"/>
                <a:gd name="connsiteY19" fmla="*/ 73416 h 148108"/>
                <a:gd name="connsiteX20" fmla="*/ 86264 w 148246"/>
                <a:gd name="connsiteY20" fmla="*/ 61925 h 148108"/>
                <a:gd name="connsiteX21" fmla="*/ 95210 w 148246"/>
                <a:gd name="connsiteY21" fmla="*/ 61286 h 148108"/>
                <a:gd name="connsiteX22" fmla="*/ 95849 w 148246"/>
                <a:gd name="connsiteY22" fmla="*/ 70224 h 148108"/>
                <a:gd name="connsiteX23" fmla="*/ 95210 w 148246"/>
                <a:gd name="connsiteY23" fmla="*/ 70862 h 148108"/>
                <a:gd name="connsiteX24" fmla="*/ 95210 w 148246"/>
                <a:gd name="connsiteY24" fmla="*/ 70862 h 148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8246" h="148108">
                  <a:moveTo>
                    <a:pt x="148247" y="74054"/>
                  </a:moveTo>
                  <a:cubicBezTo>
                    <a:pt x="148247" y="33197"/>
                    <a:pt x="115019" y="0"/>
                    <a:pt x="74124" y="0"/>
                  </a:cubicBezTo>
                  <a:cubicBezTo>
                    <a:pt x="33228" y="0"/>
                    <a:pt x="0" y="33197"/>
                    <a:pt x="0" y="74054"/>
                  </a:cubicBezTo>
                  <a:cubicBezTo>
                    <a:pt x="0" y="114912"/>
                    <a:pt x="33228" y="148108"/>
                    <a:pt x="74124" y="148108"/>
                  </a:cubicBezTo>
                  <a:lnTo>
                    <a:pt x="74124" y="148108"/>
                  </a:lnTo>
                  <a:cubicBezTo>
                    <a:pt x="115019" y="147470"/>
                    <a:pt x="148247" y="114912"/>
                    <a:pt x="148247" y="74054"/>
                  </a:cubicBezTo>
                  <a:close/>
                  <a:moveTo>
                    <a:pt x="95210" y="70862"/>
                  </a:moveTo>
                  <a:lnTo>
                    <a:pt x="79235" y="86184"/>
                  </a:lnTo>
                  <a:lnTo>
                    <a:pt x="79235" y="86184"/>
                  </a:lnTo>
                  <a:lnTo>
                    <a:pt x="79235" y="86184"/>
                  </a:lnTo>
                  <a:cubicBezTo>
                    <a:pt x="78597" y="86822"/>
                    <a:pt x="78597" y="86822"/>
                    <a:pt x="77957" y="86822"/>
                  </a:cubicBezTo>
                  <a:lnTo>
                    <a:pt x="77318" y="87460"/>
                  </a:lnTo>
                  <a:cubicBezTo>
                    <a:pt x="76679" y="87460"/>
                    <a:pt x="76040" y="88099"/>
                    <a:pt x="74762" y="88099"/>
                  </a:cubicBezTo>
                  <a:cubicBezTo>
                    <a:pt x="74124" y="88099"/>
                    <a:pt x="72845" y="88099"/>
                    <a:pt x="72207" y="87460"/>
                  </a:cubicBezTo>
                  <a:lnTo>
                    <a:pt x="71567" y="86822"/>
                  </a:lnTo>
                  <a:cubicBezTo>
                    <a:pt x="70929" y="86822"/>
                    <a:pt x="70289" y="86184"/>
                    <a:pt x="70289" y="86184"/>
                  </a:cubicBezTo>
                  <a:lnTo>
                    <a:pt x="38340" y="54902"/>
                  </a:lnTo>
                  <a:cubicBezTo>
                    <a:pt x="35784" y="52349"/>
                    <a:pt x="35784" y="48518"/>
                    <a:pt x="38340" y="45965"/>
                  </a:cubicBezTo>
                  <a:cubicBezTo>
                    <a:pt x="40896" y="43411"/>
                    <a:pt x="44730" y="43411"/>
                    <a:pt x="47286" y="45965"/>
                  </a:cubicBezTo>
                  <a:lnTo>
                    <a:pt x="74762" y="73416"/>
                  </a:lnTo>
                  <a:lnTo>
                    <a:pt x="86264" y="61925"/>
                  </a:lnTo>
                  <a:cubicBezTo>
                    <a:pt x="88820" y="59371"/>
                    <a:pt x="92654" y="59371"/>
                    <a:pt x="95210" y="61286"/>
                  </a:cubicBezTo>
                  <a:cubicBezTo>
                    <a:pt x="97766" y="63201"/>
                    <a:pt x="97766" y="67670"/>
                    <a:pt x="95849" y="70224"/>
                  </a:cubicBezTo>
                  <a:cubicBezTo>
                    <a:pt x="95849" y="70224"/>
                    <a:pt x="95210" y="70224"/>
                    <a:pt x="95210" y="70862"/>
                  </a:cubicBezTo>
                  <a:lnTo>
                    <a:pt x="95210" y="70862"/>
                  </a:lnTo>
                  <a:close/>
                </a:path>
              </a:pathLst>
            </a:custGeom>
            <a:solidFill>
              <a:srgbClr val="43B02A"/>
            </a:solidFill>
            <a:ln w="6390" cap="flat">
              <a:noFill/>
              <a:prstDash val="solid"/>
              <a:miter/>
            </a:ln>
          </p:spPr>
          <p:txBody>
            <a:bodyPr rtlCol="0" anchor="ctr"/>
            <a:lstStyle/>
            <a:p>
              <a:endParaRPr lang="en-US"/>
            </a:p>
          </p:txBody>
        </p:sp>
        <p:sp>
          <p:nvSpPr>
            <p:cNvPr id="722" name="Graphic 4">
              <a:extLst>
                <a:ext uri="{FF2B5EF4-FFF2-40B4-BE49-F238E27FC236}">
                  <a16:creationId xmlns:a16="http://schemas.microsoft.com/office/drawing/2014/main" id="{61944E62-F47F-B846-BE30-24C60F278A2B}"/>
                </a:ext>
              </a:extLst>
            </p:cNvPr>
            <p:cNvSpPr/>
            <p:nvPr/>
          </p:nvSpPr>
          <p:spPr>
            <a:xfrm>
              <a:off x="6146480" y="2855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88820 w 362309"/>
                <a:gd name="connsiteY6" fmla="*/ 130872 h 361971"/>
                <a:gd name="connsiteX7" fmla="*/ 88820 w 362309"/>
                <a:gd name="connsiteY7" fmla="*/ 102144 h 361971"/>
                <a:gd name="connsiteX8" fmla="*/ 88820 w 362309"/>
                <a:gd name="connsiteY8" fmla="*/ 102144 h 361971"/>
                <a:gd name="connsiteX9" fmla="*/ 108629 w 362309"/>
                <a:gd name="connsiteY9" fmla="*/ 82353 h 361971"/>
                <a:gd name="connsiteX10" fmla="*/ 137384 w 362309"/>
                <a:gd name="connsiteY10" fmla="*/ 82353 h 361971"/>
                <a:gd name="connsiteX11" fmla="*/ 137384 w 362309"/>
                <a:gd name="connsiteY11" fmla="*/ 91291 h 361971"/>
                <a:gd name="connsiteX12" fmla="*/ 128438 w 362309"/>
                <a:gd name="connsiteY12" fmla="*/ 91291 h 361971"/>
                <a:gd name="connsiteX13" fmla="*/ 128438 w 362309"/>
                <a:gd name="connsiteY13" fmla="*/ 91291 h 361971"/>
                <a:gd name="connsiteX14" fmla="*/ 117575 w 362309"/>
                <a:gd name="connsiteY14" fmla="*/ 91291 h 361971"/>
                <a:gd name="connsiteX15" fmla="*/ 97766 w 362309"/>
                <a:gd name="connsiteY15" fmla="*/ 111081 h 361971"/>
                <a:gd name="connsiteX16" fmla="*/ 97766 w 362309"/>
                <a:gd name="connsiteY16" fmla="*/ 121934 h 361971"/>
                <a:gd name="connsiteX17" fmla="*/ 97766 w 362309"/>
                <a:gd name="connsiteY17" fmla="*/ 121934 h 361971"/>
                <a:gd name="connsiteX18" fmla="*/ 97766 w 362309"/>
                <a:gd name="connsiteY18" fmla="*/ 130872 h 361971"/>
                <a:gd name="connsiteX19" fmla="*/ 93293 w 362309"/>
                <a:gd name="connsiteY19" fmla="*/ 132787 h 361971"/>
                <a:gd name="connsiteX20" fmla="*/ 88820 w 362309"/>
                <a:gd name="connsiteY20" fmla="*/ 130872 h 361971"/>
                <a:gd name="connsiteX21" fmla="*/ 251124 w 362309"/>
                <a:gd name="connsiteY21" fmla="*/ 275788 h 361971"/>
                <a:gd name="connsiteX22" fmla="*/ 247929 w 362309"/>
                <a:gd name="connsiteY22" fmla="*/ 284087 h 361971"/>
                <a:gd name="connsiteX23" fmla="*/ 245373 w 362309"/>
                <a:gd name="connsiteY23" fmla="*/ 284725 h 361971"/>
                <a:gd name="connsiteX24" fmla="*/ 239623 w 362309"/>
                <a:gd name="connsiteY24" fmla="*/ 281533 h 361971"/>
                <a:gd name="connsiteX25" fmla="*/ 226843 w 362309"/>
                <a:gd name="connsiteY25" fmla="*/ 255998 h 361971"/>
                <a:gd name="connsiteX26" fmla="*/ 135466 w 362309"/>
                <a:gd name="connsiteY26" fmla="*/ 255998 h 361971"/>
                <a:gd name="connsiteX27" fmla="*/ 122686 w 362309"/>
                <a:gd name="connsiteY27" fmla="*/ 281533 h 361971"/>
                <a:gd name="connsiteX28" fmla="*/ 116936 w 362309"/>
                <a:gd name="connsiteY28" fmla="*/ 284725 h 361971"/>
                <a:gd name="connsiteX29" fmla="*/ 113741 w 362309"/>
                <a:gd name="connsiteY29" fmla="*/ 284087 h 361971"/>
                <a:gd name="connsiteX30" fmla="*/ 110546 w 362309"/>
                <a:gd name="connsiteY30" fmla="*/ 275788 h 361971"/>
                <a:gd name="connsiteX31" fmla="*/ 124604 w 362309"/>
                <a:gd name="connsiteY31" fmla="*/ 248337 h 361971"/>
                <a:gd name="connsiteX32" fmla="*/ 114380 w 362309"/>
                <a:gd name="connsiteY32" fmla="*/ 126403 h 361971"/>
                <a:gd name="connsiteX33" fmla="*/ 236428 w 362309"/>
                <a:gd name="connsiteY33" fmla="*/ 116188 h 361971"/>
                <a:gd name="connsiteX34" fmla="*/ 246651 w 362309"/>
                <a:gd name="connsiteY34" fmla="*/ 238122 h 361971"/>
                <a:gd name="connsiteX35" fmla="*/ 236428 w 362309"/>
                <a:gd name="connsiteY35" fmla="*/ 248337 h 361971"/>
                <a:gd name="connsiteX36" fmla="*/ 251124 w 362309"/>
                <a:gd name="connsiteY36" fmla="*/ 275788 h 361971"/>
                <a:gd name="connsiteX37" fmla="*/ 273489 w 362309"/>
                <a:gd name="connsiteY37" fmla="*/ 130872 h 361971"/>
                <a:gd name="connsiteX38" fmla="*/ 264543 w 362309"/>
                <a:gd name="connsiteY38" fmla="*/ 130872 h 361971"/>
                <a:gd name="connsiteX39" fmla="*/ 264543 w 362309"/>
                <a:gd name="connsiteY39" fmla="*/ 121934 h 361971"/>
                <a:gd name="connsiteX40" fmla="*/ 264543 w 362309"/>
                <a:gd name="connsiteY40" fmla="*/ 111081 h 361971"/>
                <a:gd name="connsiteX41" fmla="*/ 244735 w 362309"/>
                <a:gd name="connsiteY41" fmla="*/ 91291 h 361971"/>
                <a:gd name="connsiteX42" fmla="*/ 233872 w 362309"/>
                <a:gd name="connsiteY42" fmla="*/ 91291 h 361971"/>
                <a:gd name="connsiteX43" fmla="*/ 224925 w 362309"/>
                <a:gd name="connsiteY43" fmla="*/ 90652 h 361971"/>
                <a:gd name="connsiteX44" fmla="*/ 224925 w 362309"/>
                <a:gd name="connsiteY44" fmla="*/ 82353 h 361971"/>
                <a:gd name="connsiteX45" fmla="*/ 253680 w 362309"/>
                <a:gd name="connsiteY45" fmla="*/ 82353 h 361971"/>
                <a:gd name="connsiteX46" fmla="*/ 273489 w 362309"/>
                <a:gd name="connsiteY46" fmla="*/ 102144 h 361971"/>
                <a:gd name="connsiteX47" fmla="*/ 273489 w 362309"/>
                <a:gd name="connsiteY47" fmla="*/ 130872 h 361971"/>
                <a:gd name="connsiteX48" fmla="*/ 273489 w 362309"/>
                <a:gd name="connsiteY48" fmla="*/ 13087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62309" h="361971">
                  <a:moveTo>
                    <a:pt x="181474" y="0"/>
                  </a:moveTo>
                  <a:cubicBezTo>
                    <a:pt x="81152" y="0"/>
                    <a:pt x="0" y="81076"/>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309" y="81076"/>
                    <a:pt x="281157" y="0"/>
                    <a:pt x="181474" y="0"/>
                  </a:cubicBezTo>
                  <a:close/>
                  <a:moveTo>
                    <a:pt x="88820" y="130872"/>
                  </a:moveTo>
                  <a:cubicBezTo>
                    <a:pt x="81152" y="123211"/>
                    <a:pt x="80513" y="109804"/>
                    <a:pt x="88820" y="102144"/>
                  </a:cubicBezTo>
                  <a:cubicBezTo>
                    <a:pt x="88820" y="102144"/>
                    <a:pt x="88820" y="102144"/>
                    <a:pt x="88820" y="102144"/>
                  </a:cubicBezTo>
                  <a:lnTo>
                    <a:pt x="108629" y="82353"/>
                  </a:lnTo>
                  <a:cubicBezTo>
                    <a:pt x="116936" y="74692"/>
                    <a:pt x="129716" y="74692"/>
                    <a:pt x="137384" y="82353"/>
                  </a:cubicBezTo>
                  <a:cubicBezTo>
                    <a:pt x="139939" y="84907"/>
                    <a:pt x="139939" y="88737"/>
                    <a:pt x="137384" y="91291"/>
                  </a:cubicBezTo>
                  <a:cubicBezTo>
                    <a:pt x="134828" y="93844"/>
                    <a:pt x="130994" y="93844"/>
                    <a:pt x="128438" y="91291"/>
                  </a:cubicBezTo>
                  <a:cubicBezTo>
                    <a:pt x="128438" y="91291"/>
                    <a:pt x="128438" y="91291"/>
                    <a:pt x="128438" y="91291"/>
                  </a:cubicBezTo>
                  <a:cubicBezTo>
                    <a:pt x="125243" y="88737"/>
                    <a:pt x="120770" y="88737"/>
                    <a:pt x="117575" y="91291"/>
                  </a:cubicBezTo>
                  <a:lnTo>
                    <a:pt x="97766" y="111081"/>
                  </a:lnTo>
                  <a:cubicBezTo>
                    <a:pt x="94571" y="114273"/>
                    <a:pt x="94571" y="118742"/>
                    <a:pt x="97766" y="121934"/>
                  </a:cubicBezTo>
                  <a:cubicBezTo>
                    <a:pt x="97766" y="121934"/>
                    <a:pt x="97766" y="121934"/>
                    <a:pt x="97766" y="121934"/>
                  </a:cubicBezTo>
                  <a:cubicBezTo>
                    <a:pt x="100322" y="124488"/>
                    <a:pt x="100322" y="128318"/>
                    <a:pt x="97766" y="130872"/>
                  </a:cubicBezTo>
                  <a:cubicBezTo>
                    <a:pt x="96488" y="132148"/>
                    <a:pt x="95210" y="132787"/>
                    <a:pt x="93293" y="132787"/>
                  </a:cubicBezTo>
                  <a:cubicBezTo>
                    <a:pt x="91376" y="132787"/>
                    <a:pt x="90098" y="132148"/>
                    <a:pt x="88820" y="130872"/>
                  </a:cubicBezTo>
                  <a:close/>
                  <a:moveTo>
                    <a:pt x="251124" y="275788"/>
                  </a:moveTo>
                  <a:cubicBezTo>
                    <a:pt x="252403" y="278980"/>
                    <a:pt x="251124" y="282810"/>
                    <a:pt x="247929" y="284087"/>
                  </a:cubicBezTo>
                  <a:cubicBezTo>
                    <a:pt x="247290" y="284725"/>
                    <a:pt x="246013" y="284725"/>
                    <a:pt x="245373" y="284725"/>
                  </a:cubicBezTo>
                  <a:cubicBezTo>
                    <a:pt x="242818" y="284725"/>
                    <a:pt x="240900" y="283449"/>
                    <a:pt x="239623" y="281533"/>
                  </a:cubicBezTo>
                  <a:lnTo>
                    <a:pt x="226843" y="255998"/>
                  </a:lnTo>
                  <a:cubicBezTo>
                    <a:pt x="198727" y="273234"/>
                    <a:pt x="163582" y="273234"/>
                    <a:pt x="135466" y="255998"/>
                  </a:cubicBezTo>
                  <a:lnTo>
                    <a:pt x="122686" y="281533"/>
                  </a:lnTo>
                  <a:cubicBezTo>
                    <a:pt x="121409" y="283449"/>
                    <a:pt x="119492" y="284725"/>
                    <a:pt x="116936" y="284725"/>
                  </a:cubicBezTo>
                  <a:cubicBezTo>
                    <a:pt x="115658" y="284725"/>
                    <a:pt x="115019" y="284725"/>
                    <a:pt x="113741" y="284087"/>
                  </a:cubicBezTo>
                  <a:cubicBezTo>
                    <a:pt x="110546" y="282810"/>
                    <a:pt x="109268" y="278980"/>
                    <a:pt x="110546" y="275788"/>
                  </a:cubicBezTo>
                  <a:lnTo>
                    <a:pt x="124604" y="248337"/>
                  </a:lnTo>
                  <a:cubicBezTo>
                    <a:pt x="88181" y="217055"/>
                    <a:pt x="83708" y="162792"/>
                    <a:pt x="114380" y="126403"/>
                  </a:cubicBezTo>
                  <a:cubicBezTo>
                    <a:pt x="145051" y="90014"/>
                    <a:pt x="200005" y="85545"/>
                    <a:pt x="236428" y="116188"/>
                  </a:cubicBezTo>
                  <a:cubicBezTo>
                    <a:pt x="272850" y="147470"/>
                    <a:pt x="277323" y="201734"/>
                    <a:pt x="246651" y="238122"/>
                  </a:cubicBezTo>
                  <a:cubicBezTo>
                    <a:pt x="243456" y="241953"/>
                    <a:pt x="240261" y="245145"/>
                    <a:pt x="236428" y="248337"/>
                  </a:cubicBezTo>
                  <a:lnTo>
                    <a:pt x="251124" y="275788"/>
                  </a:lnTo>
                  <a:close/>
                  <a:moveTo>
                    <a:pt x="273489" y="130872"/>
                  </a:moveTo>
                  <a:cubicBezTo>
                    <a:pt x="270933" y="133425"/>
                    <a:pt x="267099" y="133425"/>
                    <a:pt x="264543" y="130872"/>
                  </a:cubicBezTo>
                  <a:cubicBezTo>
                    <a:pt x="261987" y="128318"/>
                    <a:pt x="261987" y="124488"/>
                    <a:pt x="264543" y="121934"/>
                  </a:cubicBezTo>
                  <a:cubicBezTo>
                    <a:pt x="267738" y="118742"/>
                    <a:pt x="267738" y="114273"/>
                    <a:pt x="264543" y="111081"/>
                  </a:cubicBezTo>
                  <a:lnTo>
                    <a:pt x="244735" y="91291"/>
                  </a:lnTo>
                  <a:cubicBezTo>
                    <a:pt x="241540" y="88737"/>
                    <a:pt x="237067" y="88737"/>
                    <a:pt x="233872" y="91291"/>
                  </a:cubicBezTo>
                  <a:cubicBezTo>
                    <a:pt x="231315" y="93844"/>
                    <a:pt x="226843" y="93206"/>
                    <a:pt x="224925" y="90652"/>
                  </a:cubicBezTo>
                  <a:cubicBezTo>
                    <a:pt x="223009" y="88099"/>
                    <a:pt x="223009" y="84907"/>
                    <a:pt x="224925" y="82353"/>
                  </a:cubicBezTo>
                  <a:cubicBezTo>
                    <a:pt x="233233" y="74692"/>
                    <a:pt x="246013" y="74692"/>
                    <a:pt x="253680" y="82353"/>
                  </a:cubicBezTo>
                  <a:lnTo>
                    <a:pt x="273489" y="102144"/>
                  </a:lnTo>
                  <a:cubicBezTo>
                    <a:pt x="281796" y="109804"/>
                    <a:pt x="281796" y="123211"/>
                    <a:pt x="273489" y="130872"/>
                  </a:cubicBezTo>
                  <a:lnTo>
                    <a:pt x="273489" y="130872"/>
                  </a:lnTo>
                  <a:close/>
                </a:path>
              </a:pathLst>
            </a:custGeom>
            <a:solidFill>
              <a:srgbClr val="43B02A"/>
            </a:solidFill>
            <a:ln w="6390" cap="flat">
              <a:noFill/>
              <a:prstDash val="solid"/>
              <a:miter/>
            </a:ln>
          </p:spPr>
          <p:txBody>
            <a:bodyPr rtlCol="0" anchor="ctr"/>
            <a:lstStyle/>
            <a:p>
              <a:endParaRPr lang="en-US"/>
            </a:p>
          </p:txBody>
        </p:sp>
      </p:grpSp>
      <p:grpSp>
        <p:nvGrpSpPr>
          <p:cNvPr id="723" name="Graphic 4">
            <a:extLst>
              <a:ext uri="{FF2B5EF4-FFF2-40B4-BE49-F238E27FC236}">
                <a16:creationId xmlns:a16="http://schemas.microsoft.com/office/drawing/2014/main" id="{8029F873-ED6B-A24C-827A-23148C92C6C0}"/>
              </a:ext>
            </a:extLst>
          </p:cNvPr>
          <p:cNvGrpSpPr>
            <a:grpSpLocks noChangeAspect="1"/>
          </p:cNvGrpSpPr>
          <p:nvPr/>
        </p:nvGrpSpPr>
        <p:grpSpPr>
          <a:xfrm>
            <a:off x="7191874" y="2855717"/>
            <a:ext cx="362312" cy="361971"/>
            <a:chOff x="7191874" y="2855717"/>
            <a:chExt cx="362312" cy="361971"/>
          </a:xfrm>
          <a:solidFill>
            <a:srgbClr val="43B02A"/>
          </a:solidFill>
        </p:grpSpPr>
        <p:sp>
          <p:nvSpPr>
            <p:cNvPr id="724" name="Graphic 4">
              <a:extLst>
                <a:ext uri="{FF2B5EF4-FFF2-40B4-BE49-F238E27FC236}">
                  <a16:creationId xmlns:a16="http://schemas.microsoft.com/office/drawing/2014/main" id="{A5B8149F-29C3-1146-868F-71A574E1932C}"/>
                </a:ext>
              </a:extLst>
            </p:cNvPr>
            <p:cNvSpPr/>
            <p:nvPr/>
          </p:nvSpPr>
          <p:spPr>
            <a:xfrm>
              <a:off x="7289000" y="2959138"/>
              <a:ext cx="169972" cy="169175"/>
            </a:xfrm>
            <a:custGeom>
              <a:avLst/>
              <a:gdLst>
                <a:gd name="connsiteX0" fmla="*/ 136745 w 169972"/>
                <a:gd name="connsiteY0" fmla="*/ 8938 h 169175"/>
                <a:gd name="connsiteX1" fmla="*/ 130355 w 169972"/>
                <a:gd name="connsiteY1" fmla="*/ 15322 h 169175"/>
                <a:gd name="connsiteX2" fmla="*/ 123965 w 169972"/>
                <a:gd name="connsiteY2" fmla="*/ 8938 h 169175"/>
                <a:gd name="connsiteX3" fmla="*/ 123965 w 169972"/>
                <a:gd name="connsiteY3" fmla="*/ 0 h 169175"/>
                <a:gd name="connsiteX4" fmla="*/ 45369 w 169972"/>
                <a:gd name="connsiteY4" fmla="*/ 0 h 169175"/>
                <a:gd name="connsiteX5" fmla="*/ 45369 w 169972"/>
                <a:gd name="connsiteY5" fmla="*/ 8938 h 169175"/>
                <a:gd name="connsiteX6" fmla="*/ 38979 w 169972"/>
                <a:gd name="connsiteY6" fmla="*/ 15322 h 169175"/>
                <a:gd name="connsiteX7" fmla="*/ 32589 w 169972"/>
                <a:gd name="connsiteY7" fmla="*/ 8938 h 169175"/>
                <a:gd name="connsiteX8" fmla="*/ 32589 w 169972"/>
                <a:gd name="connsiteY8" fmla="*/ 0 h 169175"/>
                <a:gd name="connsiteX9" fmla="*/ 0 w 169972"/>
                <a:gd name="connsiteY9" fmla="*/ 0 h 169175"/>
                <a:gd name="connsiteX10" fmla="*/ 0 w 169972"/>
                <a:gd name="connsiteY10" fmla="*/ 169176 h 169175"/>
                <a:gd name="connsiteX11" fmla="*/ 169973 w 169972"/>
                <a:gd name="connsiteY11" fmla="*/ 169176 h 169175"/>
                <a:gd name="connsiteX12" fmla="*/ 169973 w 169972"/>
                <a:gd name="connsiteY12" fmla="*/ 0 h 169175"/>
                <a:gd name="connsiteX13" fmla="*/ 137384 w 169972"/>
                <a:gd name="connsiteY13" fmla="*/ 0 h 169175"/>
                <a:gd name="connsiteX14" fmla="*/ 137384 w 169972"/>
                <a:gd name="connsiteY14" fmla="*/ 8938 h 169175"/>
                <a:gd name="connsiteX15" fmla="*/ 122687 w 169972"/>
                <a:gd name="connsiteY15" fmla="*/ 91291 h 169175"/>
                <a:gd name="connsiteX16" fmla="*/ 46647 w 169972"/>
                <a:gd name="connsiteY16" fmla="*/ 91291 h 169175"/>
                <a:gd name="connsiteX17" fmla="*/ 40257 w 169972"/>
                <a:gd name="connsiteY17" fmla="*/ 84907 h 169175"/>
                <a:gd name="connsiteX18" fmla="*/ 46647 w 169972"/>
                <a:gd name="connsiteY18" fmla="*/ 78523 h 169175"/>
                <a:gd name="connsiteX19" fmla="*/ 122687 w 169972"/>
                <a:gd name="connsiteY19" fmla="*/ 78523 h 169175"/>
                <a:gd name="connsiteX20" fmla="*/ 129077 w 169972"/>
                <a:gd name="connsiteY20" fmla="*/ 84907 h 169175"/>
                <a:gd name="connsiteX21" fmla="*/ 122687 w 169972"/>
                <a:gd name="connsiteY21" fmla="*/ 91291 h 169175"/>
                <a:gd name="connsiteX22" fmla="*/ 122687 w 169972"/>
                <a:gd name="connsiteY22" fmla="*/ 91291 h 16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9972" h="169175">
                  <a:moveTo>
                    <a:pt x="136745" y="8938"/>
                  </a:moveTo>
                  <a:cubicBezTo>
                    <a:pt x="136745" y="12768"/>
                    <a:pt x="134189" y="15322"/>
                    <a:pt x="130355" y="15322"/>
                  </a:cubicBezTo>
                  <a:cubicBezTo>
                    <a:pt x="126521" y="15322"/>
                    <a:pt x="123965" y="12768"/>
                    <a:pt x="123965" y="8938"/>
                  </a:cubicBezTo>
                  <a:lnTo>
                    <a:pt x="123965" y="0"/>
                  </a:lnTo>
                  <a:lnTo>
                    <a:pt x="45369" y="0"/>
                  </a:lnTo>
                  <a:lnTo>
                    <a:pt x="45369" y="8938"/>
                  </a:lnTo>
                  <a:cubicBezTo>
                    <a:pt x="45369" y="12768"/>
                    <a:pt x="42813" y="15322"/>
                    <a:pt x="38979" y="15322"/>
                  </a:cubicBezTo>
                  <a:cubicBezTo>
                    <a:pt x="35145" y="15322"/>
                    <a:pt x="32589" y="12768"/>
                    <a:pt x="32589" y="8938"/>
                  </a:cubicBezTo>
                  <a:lnTo>
                    <a:pt x="32589" y="0"/>
                  </a:lnTo>
                  <a:lnTo>
                    <a:pt x="0" y="0"/>
                  </a:lnTo>
                  <a:lnTo>
                    <a:pt x="0" y="169176"/>
                  </a:lnTo>
                  <a:lnTo>
                    <a:pt x="169973" y="169176"/>
                  </a:lnTo>
                  <a:lnTo>
                    <a:pt x="169973" y="0"/>
                  </a:lnTo>
                  <a:lnTo>
                    <a:pt x="137384" y="0"/>
                  </a:lnTo>
                  <a:lnTo>
                    <a:pt x="137384" y="8938"/>
                  </a:lnTo>
                  <a:close/>
                  <a:moveTo>
                    <a:pt x="122687" y="91291"/>
                  </a:moveTo>
                  <a:lnTo>
                    <a:pt x="46647" y="91291"/>
                  </a:lnTo>
                  <a:cubicBezTo>
                    <a:pt x="42813" y="91291"/>
                    <a:pt x="40257" y="88737"/>
                    <a:pt x="40257" y="84907"/>
                  </a:cubicBezTo>
                  <a:cubicBezTo>
                    <a:pt x="40257" y="81077"/>
                    <a:pt x="42813" y="78523"/>
                    <a:pt x="46647" y="78523"/>
                  </a:cubicBezTo>
                  <a:lnTo>
                    <a:pt x="122687" y="78523"/>
                  </a:lnTo>
                  <a:cubicBezTo>
                    <a:pt x="126521" y="78523"/>
                    <a:pt x="129077" y="81077"/>
                    <a:pt x="129077" y="84907"/>
                  </a:cubicBezTo>
                  <a:cubicBezTo>
                    <a:pt x="129077" y="88737"/>
                    <a:pt x="125882" y="91291"/>
                    <a:pt x="122687" y="91291"/>
                  </a:cubicBezTo>
                  <a:lnTo>
                    <a:pt x="122687" y="91291"/>
                  </a:lnTo>
                  <a:close/>
                </a:path>
              </a:pathLst>
            </a:custGeom>
            <a:solidFill>
              <a:srgbClr val="43B02A"/>
            </a:solidFill>
            <a:ln w="6390" cap="flat">
              <a:noFill/>
              <a:prstDash val="solid"/>
              <a:miter/>
            </a:ln>
          </p:spPr>
          <p:txBody>
            <a:bodyPr rtlCol="0" anchor="ctr"/>
            <a:lstStyle/>
            <a:p>
              <a:endParaRPr lang="en-US"/>
            </a:p>
          </p:txBody>
        </p:sp>
        <p:sp>
          <p:nvSpPr>
            <p:cNvPr id="725" name="Graphic 4">
              <a:extLst>
                <a:ext uri="{FF2B5EF4-FFF2-40B4-BE49-F238E27FC236}">
                  <a16:creationId xmlns:a16="http://schemas.microsoft.com/office/drawing/2014/main" id="{2B87C4D0-C319-3440-BA5F-2B5C040F7DA6}"/>
                </a:ext>
              </a:extLst>
            </p:cNvPr>
            <p:cNvSpPr/>
            <p:nvPr/>
          </p:nvSpPr>
          <p:spPr>
            <a:xfrm>
              <a:off x="7191874" y="2855717"/>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79240 w 362312"/>
                <a:gd name="connsiteY6" fmla="*/ 279618 h 361971"/>
                <a:gd name="connsiteX7" fmla="*/ 272850 w 362312"/>
                <a:gd name="connsiteY7" fmla="*/ 286002 h 361971"/>
                <a:gd name="connsiteX8" fmla="*/ 90098 w 362312"/>
                <a:gd name="connsiteY8" fmla="*/ 286002 h 361971"/>
                <a:gd name="connsiteX9" fmla="*/ 83708 w 362312"/>
                <a:gd name="connsiteY9" fmla="*/ 279618 h 361971"/>
                <a:gd name="connsiteX10" fmla="*/ 83708 w 362312"/>
                <a:gd name="connsiteY10" fmla="*/ 97675 h 361971"/>
                <a:gd name="connsiteX11" fmla="*/ 90098 w 362312"/>
                <a:gd name="connsiteY11" fmla="*/ 91291 h 361971"/>
                <a:gd name="connsiteX12" fmla="*/ 129076 w 362312"/>
                <a:gd name="connsiteY12" fmla="*/ 91291 h 361971"/>
                <a:gd name="connsiteX13" fmla="*/ 129076 w 362312"/>
                <a:gd name="connsiteY13" fmla="*/ 82353 h 361971"/>
                <a:gd name="connsiteX14" fmla="*/ 135466 w 362312"/>
                <a:gd name="connsiteY14" fmla="*/ 75969 h 361971"/>
                <a:gd name="connsiteX15" fmla="*/ 141856 w 362312"/>
                <a:gd name="connsiteY15" fmla="*/ 82353 h 361971"/>
                <a:gd name="connsiteX16" fmla="*/ 141856 w 362312"/>
                <a:gd name="connsiteY16" fmla="*/ 91291 h 361971"/>
                <a:gd name="connsiteX17" fmla="*/ 220453 w 362312"/>
                <a:gd name="connsiteY17" fmla="*/ 91291 h 361971"/>
                <a:gd name="connsiteX18" fmla="*/ 220453 w 362312"/>
                <a:gd name="connsiteY18" fmla="*/ 82353 h 361971"/>
                <a:gd name="connsiteX19" fmla="*/ 226843 w 362312"/>
                <a:gd name="connsiteY19" fmla="*/ 75969 h 361971"/>
                <a:gd name="connsiteX20" fmla="*/ 233233 w 362312"/>
                <a:gd name="connsiteY20" fmla="*/ 82353 h 361971"/>
                <a:gd name="connsiteX21" fmla="*/ 233233 w 362312"/>
                <a:gd name="connsiteY21" fmla="*/ 91291 h 361971"/>
                <a:gd name="connsiteX22" fmla="*/ 272211 w 362312"/>
                <a:gd name="connsiteY22" fmla="*/ 91291 h 361971"/>
                <a:gd name="connsiteX23" fmla="*/ 278601 w 362312"/>
                <a:gd name="connsiteY23" fmla="*/ 97675 h 361971"/>
                <a:gd name="connsiteX24" fmla="*/ 278601 w 362312"/>
                <a:gd name="connsiteY24" fmla="*/ 27961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312" h="361971">
                  <a:moveTo>
                    <a:pt x="181474" y="0"/>
                  </a:moveTo>
                  <a:cubicBezTo>
                    <a:pt x="81152" y="0"/>
                    <a:pt x="0" y="81076"/>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6"/>
                    <a:pt x="281796" y="0"/>
                    <a:pt x="181474" y="0"/>
                  </a:cubicBezTo>
                  <a:close/>
                  <a:moveTo>
                    <a:pt x="279240" y="279618"/>
                  </a:moveTo>
                  <a:cubicBezTo>
                    <a:pt x="279240" y="283449"/>
                    <a:pt x="276685" y="286002"/>
                    <a:pt x="272850" y="286002"/>
                  </a:cubicBezTo>
                  <a:lnTo>
                    <a:pt x="90098" y="286002"/>
                  </a:lnTo>
                  <a:cubicBezTo>
                    <a:pt x="86264" y="286002"/>
                    <a:pt x="83708" y="283449"/>
                    <a:pt x="83708" y="279618"/>
                  </a:cubicBezTo>
                  <a:lnTo>
                    <a:pt x="83708" y="97675"/>
                  </a:lnTo>
                  <a:cubicBezTo>
                    <a:pt x="83708" y="93844"/>
                    <a:pt x="86264" y="91291"/>
                    <a:pt x="90098" y="91291"/>
                  </a:cubicBezTo>
                  <a:lnTo>
                    <a:pt x="129076" y="91291"/>
                  </a:lnTo>
                  <a:lnTo>
                    <a:pt x="129076" y="82353"/>
                  </a:lnTo>
                  <a:cubicBezTo>
                    <a:pt x="129076" y="78523"/>
                    <a:pt x="131633" y="75969"/>
                    <a:pt x="135466" y="75969"/>
                  </a:cubicBezTo>
                  <a:cubicBezTo>
                    <a:pt x="139301" y="75969"/>
                    <a:pt x="141856" y="78523"/>
                    <a:pt x="141856" y="82353"/>
                  </a:cubicBezTo>
                  <a:lnTo>
                    <a:pt x="141856" y="91291"/>
                  </a:lnTo>
                  <a:lnTo>
                    <a:pt x="220453" y="91291"/>
                  </a:lnTo>
                  <a:lnTo>
                    <a:pt x="220453" y="82353"/>
                  </a:lnTo>
                  <a:cubicBezTo>
                    <a:pt x="220453" y="78523"/>
                    <a:pt x="223009" y="75969"/>
                    <a:pt x="226843" y="75969"/>
                  </a:cubicBezTo>
                  <a:cubicBezTo>
                    <a:pt x="230677" y="75969"/>
                    <a:pt x="233233" y="78523"/>
                    <a:pt x="233233" y="82353"/>
                  </a:cubicBezTo>
                  <a:lnTo>
                    <a:pt x="233233" y="91291"/>
                  </a:lnTo>
                  <a:lnTo>
                    <a:pt x="272211" y="91291"/>
                  </a:lnTo>
                  <a:cubicBezTo>
                    <a:pt x="276045" y="91291"/>
                    <a:pt x="278601" y="93844"/>
                    <a:pt x="278601" y="97675"/>
                  </a:cubicBezTo>
                  <a:lnTo>
                    <a:pt x="278601" y="279618"/>
                  </a:lnTo>
                  <a:close/>
                </a:path>
              </a:pathLst>
            </a:custGeom>
            <a:solidFill>
              <a:srgbClr val="43B02A"/>
            </a:solidFill>
            <a:ln w="6390" cap="flat">
              <a:noFill/>
              <a:prstDash val="solid"/>
              <a:miter/>
            </a:ln>
          </p:spPr>
          <p:txBody>
            <a:bodyPr rtlCol="0" anchor="ctr"/>
            <a:lstStyle/>
            <a:p>
              <a:endParaRPr lang="en-US"/>
            </a:p>
          </p:txBody>
        </p:sp>
      </p:grpSp>
      <p:grpSp>
        <p:nvGrpSpPr>
          <p:cNvPr id="726" name="Graphic 4">
            <a:extLst>
              <a:ext uri="{FF2B5EF4-FFF2-40B4-BE49-F238E27FC236}">
                <a16:creationId xmlns:a16="http://schemas.microsoft.com/office/drawing/2014/main" id="{7C30DBBE-24E4-174A-8B6A-0F93301AA7A3}"/>
              </a:ext>
            </a:extLst>
          </p:cNvPr>
          <p:cNvGrpSpPr>
            <a:grpSpLocks noChangeAspect="1"/>
          </p:cNvGrpSpPr>
          <p:nvPr/>
        </p:nvGrpSpPr>
        <p:grpSpPr>
          <a:xfrm>
            <a:off x="7191874" y="2371173"/>
            <a:ext cx="362312" cy="361971"/>
            <a:chOff x="7191874" y="2371173"/>
            <a:chExt cx="362312" cy="361971"/>
          </a:xfrm>
          <a:solidFill>
            <a:srgbClr val="43B02A"/>
          </a:solidFill>
        </p:grpSpPr>
        <p:sp>
          <p:nvSpPr>
            <p:cNvPr id="727" name="Graphic 4">
              <a:extLst>
                <a:ext uri="{FF2B5EF4-FFF2-40B4-BE49-F238E27FC236}">
                  <a16:creationId xmlns:a16="http://schemas.microsoft.com/office/drawing/2014/main" id="{7CD56EF7-0C16-234E-BA11-4D6CC57D3950}"/>
                </a:ext>
              </a:extLst>
            </p:cNvPr>
            <p:cNvSpPr/>
            <p:nvPr/>
          </p:nvSpPr>
          <p:spPr>
            <a:xfrm>
              <a:off x="7289000" y="2474594"/>
              <a:ext cx="169972" cy="169813"/>
            </a:xfrm>
            <a:custGeom>
              <a:avLst/>
              <a:gdLst>
                <a:gd name="connsiteX0" fmla="*/ 136745 w 169972"/>
                <a:gd name="connsiteY0" fmla="*/ 8938 h 169813"/>
                <a:gd name="connsiteX1" fmla="*/ 130355 w 169972"/>
                <a:gd name="connsiteY1" fmla="*/ 15322 h 169813"/>
                <a:gd name="connsiteX2" fmla="*/ 123965 w 169972"/>
                <a:gd name="connsiteY2" fmla="*/ 8938 h 169813"/>
                <a:gd name="connsiteX3" fmla="*/ 123965 w 169972"/>
                <a:gd name="connsiteY3" fmla="*/ 0 h 169813"/>
                <a:gd name="connsiteX4" fmla="*/ 45369 w 169972"/>
                <a:gd name="connsiteY4" fmla="*/ 0 h 169813"/>
                <a:gd name="connsiteX5" fmla="*/ 45369 w 169972"/>
                <a:gd name="connsiteY5" fmla="*/ 8938 h 169813"/>
                <a:gd name="connsiteX6" fmla="*/ 38979 w 169972"/>
                <a:gd name="connsiteY6" fmla="*/ 15322 h 169813"/>
                <a:gd name="connsiteX7" fmla="*/ 32589 w 169972"/>
                <a:gd name="connsiteY7" fmla="*/ 8938 h 169813"/>
                <a:gd name="connsiteX8" fmla="*/ 32589 w 169972"/>
                <a:gd name="connsiteY8" fmla="*/ 0 h 169813"/>
                <a:gd name="connsiteX9" fmla="*/ 0 w 169972"/>
                <a:gd name="connsiteY9" fmla="*/ 0 h 169813"/>
                <a:gd name="connsiteX10" fmla="*/ 0 w 169972"/>
                <a:gd name="connsiteY10" fmla="*/ 169814 h 169813"/>
                <a:gd name="connsiteX11" fmla="*/ 169973 w 169972"/>
                <a:gd name="connsiteY11" fmla="*/ 169814 h 169813"/>
                <a:gd name="connsiteX12" fmla="*/ 169973 w 169972"/>
                <a:gd name="connsiteY12" fmla="*/ 0 h 169813"/>
                <a:gd name="connsiteX13" fmla="*/ 137384 w 169972"/>
                <a:gd name="connsiteY13" fmla="*/ 0 h 169813"/>
                <a:gd name="connsiteX14" fmla="*/ 137384 w 169972"/>
                <a:gd name="connsiteY14" fmla="*/ 8938 h 169813"/>
                <a:gd name="connsiteX15" fmla="*/ 122687 w 169972"/>
                <a:gd name="connsiteY15" fmla="*/ 91291 h 169813"/>
                <a:gd name="connsiteX16" fmla="*/ 91376 w 169972"/>
                <a:gd name="connsiteY16" fmla="*/ 91291 h 169813"/>
                <a:gd name="connsiteX17" fmla="*/ 91376 w 169972"/>
                <a:gd name="connsiteY17" fmla="*/ 123211 h 169813"/>
                <a:gd name="connsiteX18" fmla="*/ 84986 w 169972"/>
                <a:gd name="connsiteY18" fmla="*/ 129595 h 169813"/>
                <a:gd name="connsiteX19" fmla="*/ 78597 w 169972"/>
                <a:gd name="connsiteY19" fmla="*/ 123211 h 169813"/>
                <a:gd name="connsiteX20" fmla="*/ 78597 w 169972"/>
                <a:gd name="connsiteY20" fmla="*/ 91291 h 169813"/>
                <a:gd name="connsiteX21" fmla="*/ 46647 w 169972"/>
                <a:gd name="connsiteY21" fmla="*/ 91291 h 169813"/>
                <a:gd name="connsiteX22" fmla="*/ 40257 w 169972"/>
                <a:gd name="connsiteY22" fmla="*/ 84907 h 169813"/>
                <a:gd name="connsiteX23" fmla="*/ 46647 w 169972"/>
                <a:gd name="connsiteY23" fmla="*/ 78523 h 169813"/>
                <a:gd name="connsiteX24" fmla="*/ 78597 w 169972"/>
                <a:gd name="connsiteY24" fmla="*/ 78523 h 169813"/>
                <a:gd name="connsiteX25" fmla="*/ 78597 w 169972"/>
                <a:gd name="connsiteY25" fmla="*/ 47241 h 169813"/>
                <a:gd name="connsiteX26" fmla="*/ 84986 w 169972"/>
                <a:gd name="connsiteY26" fmla="*/ 40857 h 169813"/>
                <a:gd name="connsiteX27" fmla="*/ 91376 w 169972"/>
                <a:gd name="connsiteY27" fmla="*/ 47241 h 169813"/>
                <a:gd name="connsiteX28" fmla="*/ 91376 w 169972"/>
                <a:gd name="connsiteY28" fmla="*/ 78523 h 169813"/>
                <a:gd name="connsiteX29" fmla="*/ 122687 w 169972"/>
                <a:gd name="connsiteY29" fmla="*/ 78523 h 169813"/>
                <a:gd name="connsiteX30" fmla="*/ 129077 w 169972"/>
                <a:gd name="connsiteY30" fmla="*/ 84907 h 169813"/>
                <a:gd name="connsiteX31" fmla="*/ 122687 w 169972"/>
                <a:gd name="connsiteY31" fmla="*/ 91291 h 16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69972" h="169813">
                  <a:moveTo>
                    <a:pt x="136745" y="8938"/>
                  </a:moveTo>
                  <a:cubicBezTo>
                    <a:pt x="136745" y="12768"/>
                    <a:pt x="134189" y="15322"/>
                    <a:pt x="130355" y="15322"/>
                  </a:cubicBezTo>
                  <a:cubicBezTo>
                    <a:pt x="126521" y="15322"/>
                    <a:pt x="123965" y="12768"/>
                    <a:pt x="123965" y="8938"/>
                  </a:cubicBezTo>
                  <a:lnTo>
                    <a:pt x="123965" y="0"/>
                  </a:lnTo>
                  <a:lnTo>
                    <a:pt x="45369" y="0"/>
                  </a:lnTo>
                  <a:lnTo>
                    <a:pt x="45369" y="8938"/>
                  </a:lnTo>
                  <a:cubicBezTo>
                    <a:pt x="45369" y="12768"/>
                    <a:pt x="42813" y="15322"/>
                    <a:pt x="38979" y="15322"/>
                  </a:cubicBezTo>
                  <a:cubicBezTo>
                    <a:pt x="35145" y="15322"/>
                    <a:pt x="32589" y="12768"/>
                    <a:pt x="32589" y="8938"/>
                  </a:cubicBezTo>
                  <a:lnTo>
                    <a:pt x="32589" y="0"/>
                  </a:lnTo>
                  <a:lnTo>
                    <a:pt x="0" y="0"/>
                  </a:lnTo>
                  <a:lnTo>
                    <a:pt x="0" y="169814"/>
                  </a:lnTo>
                  <a:lnTo>
                    <a:pt x="169973" y="169814"/>
                  </a:lnTo>
                  <a:lnTo>
                    <a:pt x="169973" y="0"/>
                  </a:lnTo>
                  <a:lnTo>
                    <a:pt x="137384" y="0"/>
                  </a:lnTo>
                  <a:lnTo>
                    <a:pt x="137384" y="8938"/>
                  </a:lnTo>
                  <a:close/>
                  <a:moveTo>
                    <a:pt x="122687" y="91291"/>
                  </a:moveTo>
                  <a:lnTo>
                    <a:pt x="91376" y="91291"/>
                  </a:lnTo>
                  <a:lnTo>
                    <a:pt x="91376" y="123211"/>
                  </a:lnTo>
                  <a:cubicBezTo>
                    <a:pt x="91376" y="127041"/>
                    <a:pt x="88820" y="129595"/>
                    <a:pt x="84986" y="129595"/>
                  </a:cubicBezTo>
                  <a:cubicBezTo>
                    <a:pt x="81153" y="129595"/>
                    <a:pt x="78597" y="127041"/>
                    <a:pt x="78597" y="123211"/>
                  </a:cubicBezTo>
                  <a:lnTo>
                    <a:pt x="78597" y="91291"/>
                  </a:lnTo>
                  <a:lnTo>
                    <a:pt x="46647" y="91291"/>
                  </a:lnTo>
                  <a:cubicBezTo>
                    <a:pt x="42813" y="91291"/>
                    <a:pt x="40257" y="88737"/>
                    <a:pt x="40257" y="84907"/>
                  </a:cubicBezTo>
                  <a:cubicBezTo>
                    <a:pt x="40257" y="81077"/>
                    <a:pt x="42813" y="78523"/>
                    <a:pt x="46647" y="78523"/>
                  </a:cubicBezTo>
                  <a:lnTo>
                    <a:pt x="78597" y="78523"/>
                  </a:lnTo>
                  <a:lnTo>
                    <a:pt x="78597" y="47241"/>
                  </a:lnTo>
                  <a:cubicBezTo>
                    <a:pt x="78597" y="43411"/>
                    <a:pt x="81153" y="40857"/>
                    <a:pt x="84986" y="40857"/>
                  </a:cubicBezTo>
                  <a:cubicBezTo>
                    <a:pt x="88820" y="40857"/>
                    <a:pt x="91376" y="43411"/>
                    <a:pt x="91376" y="47241"/>
                  </a:cubicBezTo>
                  <a:lnTo>
                    <a:pt x="91376" y="78523"/>
                  </a:lnTo>
                  <a:lnTo>
                    <a:pt x="122687" y="78523"/>
                  </a:lnTo>
                  <a:cubicBezTo>
                    <a:pt x="126521" y="78523"/>
                    <a:pt x="129077" y="81077"/>
                    <a:pt x="129077" y="84907"/>
                  </a:cubicBezTo>
                  <a:cubicBezTo>
                    <a:pt x="129077" y="88737"/>
                    <a:pt x="125882" y="91291"/>
                    <a:pt x="122687" y="91291"/>
                  </a:cubicBezTo>
                  <a:close/>
                </a:path>
              </a:pathLst>
            </a:custGeom>
            <a:solidFill>
              <a:srgbClr val="43B02A"/>
            </a:solidFill>
            <a:ln w="6390" cap="flat">
              <a:noFill/>
              <a:prstDash val="solid"/>
              <a:miter/>
            </a:ln>
          </p:spPr>
          <p:txBody>
            <a:bodyPr rtlCol="0" anchor="ctr"/>
            <a:lstStyle/>
            <a:p>
              <a:endParaRPr lang="en-US"/>
            </a:p>
          </p:txBody>
        </p:sp>
        <p:sp>
          <p:nvSpPr>
            <p:cNvPr id="728" name="Graphic 4">
              <a:extLst>
                <a:ext uri="{FF2B5EF4-FFF2-40B4-BE49-F238E27FC236}">
                  <a16:creationId xmlns:a16="http://schemas.microsoft.com/office/drawing/2014/main" id="{53BDD80D-14F5-104D-B6B2-23FEFF35B969}"/>
                </a:ext>
              </a:extLst>
            </p:cNvPr>
            <p:cNvSpPr/>
            <p:nvPr/>
          </p:nvSpPr>
          <p:spPr>
            <a:xfrm>
              <a:off x="7191874" y="237117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79240 w 362312"/>
                <a:gd name="connsiteY6" fmla="*/ 279619 h 361971"/>
                <a:gd name="connsiteX7" fmla="*/ 272850 w 362312"/>
                <a:gd name="connsiteY7" fmla="*/ 286003 h 361971"/>
                <a:gd name="connsiteX8" fmla="*/ 90098 w 362312"/>
                <a:gd name="connsiteY8" fmla="*/ 286003 h 361971"/>
                <a:gd name="connsiteX9" fmla="*/ 83708 w 362312"/>
                <a:gd name="connsiteY9" fmla="*/ 279619 h 361971"/>
                <a:gd name="connsiteX10" fmla="*/ 83708 w 362312"/>
                <a:gd name="connsiteY10" fmla="*/ 97037 h 361971"/>
                <a:gd name="connsiteX11" fmla="*/ 90098 w 362312"/>
                <a:gd name="connsiteY11" fmla="*/ 90653 h 361971"/>
                <a:gd name="connsiteX12" fmla="*/ 129076 w 362312"/>
                <a:gd name="connsiteY12" fmla="*/ 90653 h 361971"/>
                <a:gd name="connsiteX13" fmla="*/ 129076 w 362312"/>
                <a:gd name="connsiteY13" fmla="*/ 81715 h 361971"/>
                <a:gd name="connsiteX14" fmla="*/ 135466 w 362312"/>
                <a:gd name="connsiteY14" fmla="*/ 75331 h 361971"/>
                <a:gd name="connsiteX15" fmla="*/ 141856 w 362312"/>
                <a:gd name="connsiteY15" fmla="*/ 81715 h 361971"/>
                <a:gd name="connsiteX16" fmla="*/ 141856 w 362312"/>
                <a:gd name="connsiteY16" fmla="*/ 90653 h 361971"/>
                <a:gd name="connsiteX17" fmla="*/ 220453 w 362312"/>
                <a:gd name="connsiteY17" fmla="*/ 90653 h 361971"/>
                <a:gd name="connsiteX18" fmla="*/ 220453 w 362312"/>
                <a:gd name="connsiteY18" fmla="*/ 81715 h 361971"/>
                <a:gd name="connsiteX19" fmla="*/ 226843 w 362312"/>
                <a:gd name="connsiteY19" fmla="*/ 75331 h 361971"/>
                <a:gd name="connsiteX20" fmla="*/ 233233 w 362312"/>
                <a:gd name="connsiteY20" fmla="*/ 81715 h 361971"/>
                <a:gd name="connsiteX21" fmla="*/ 233233 w 362312"/>
                <a:gd name="connsiteY21" fmla="*/ 90653 h 361971"/>
                <a:gd name="connsiteX22" fmla="*/ 272211 w 362312"/>
                <a:gd name="connsiteY22" fmla="*/ 90653 h 361971"/>
                <a:gd name="connsiteX23" fmla="*/ 278601 w 362312"/>
                <a:gd name="connsiteY23" fmla="*/ 97037 h 361971"/>
                <a:gd name="connsiteX24" fmla="*/ 278601 w 362312"/>
                <a:gd name="connsiteY24" fmla="*/ 27961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279240" y="279619"/>
                  </a:moveTo>
                  <a:cubicBezTo>
                    <a:pt x="279240" y="283449"/>
                    <a:pt x="276685" y="286003"/>
                    <a:pt x="272850" y="286003"/>
                  </a:cubicBezTo>
                  <a:lnTo>
                    <a:pt x="90098" y="286003"/>
                  </a:lnTo>
                  <a:cubicBezTo>
                    <a:pt x="86264" y="286003"/>
                    <a:pt x="83708" y="283449"/>
                    <a:pt x="83708" y="279619"/>
                  </a:cubicBezTo>
                  <a:lnTo>
                    <a:pt x="83708" y="97037"/>
                  </a:lnTo>
                  <a:cubicBezTo>
                    <a:pt x="83708" y="93206"/>
                    <a:pt x="86264" y="90653"/>
                    <a:pt x="90098" y="90653"/>
                  </a:cubicBezTo>
                  <a:lnTo>
                    <a:pt x="129076" y="90653"/>
                  </a:lnTo>
                  <a:lnTo>
                    <a:pt x="129076" y="81715"/>
                  </a:lnTo>
                  <a:cubicBezTo>
                    <a:pt x="129076" y="77885"/>
                    <a:pt x="131633" y="75331"/>
                    <a:pt x="135466" y="75331"/>
                  </a:cubicBezTo>
                  <a:cubicBezTo>
                    <a:pt x="139301" y="75331"/>
                    <a:pt x="141856" y="77885"/>
                    <a:pt x="141856" y="81715"/>
                  </a:cubicBezTo>
                  <a:lnTo>
                    <a:pt x="141856" y="90653"/>
                  </a:lnTo>
                  <a:lnTo>
                    <a:pt x="220453" y="90653"/>
                  </a:lnTo>
                  <a:lnTo>
                    <a:pt x="220453" y="81715"/>
                  </a:lnTo>
                  <a:cubicBezTo>
                    <a:pt x="220453" y="77885"/>
                    <a:pt x="223009" y="75331"/>
                    <a:pt x="226843" y="75331"/>
                  </a:cubicBezTo>
                  <a:cubicBezTo>
                    <a:pt x="230677" y="75331"/>
                    <a:pt x="233233" y="77885"/>
                    <a:pt x="233233" y="81715"/>
                  </a:cubicBezTo>
                  <a:lnTo>
                    <a:pt x="233233" y="90653"/>
                  </a:lnTo>
                  <a:lnTo>
                    <a:pt x="272211" y="90653"/>
                  </a:lnTo>
                  <a:cubicBezTo>
                    <a:pt x="276045" y="90653"/>
                    <a:pt x="278601" y="93206"/>
                    <a:pt x="278601" y="97037"/>
                  </a:cubicBezTo>
                  <a:lnTo>
                    <a:pt x="278601" y="279619"/>
                  </a:lnTo>
                  <a:close/>
                </a:path>
              </a:pathLst>
            </a:custGeom>
            <a:solidFill>
              <a:srgbClr val="43B02A"/>
            </a:solidFill>
            <a:ln w="6390" cap="flat">
              <a:noFill/>
              <a:prstDash val="solid"/>
              <a:miter/>
            </a:ln>
          </p:spPr>
          <p:txBody>
            <a:bodyPr rtlCol="0" anchor="ctr"/>
            <a:lstStyle/>
            <a:p>
              <a:endParaRPr lang="en-US"/>
            </a:p>
          </p:txBody>
        </p:sp>
      </p:grpSp>
      <p:grpSp>
        <p:nvGrpSpPr>
          <p:cNvPr id="729" name="Graphic 4">
            <a:extLst>
              <a:ext uri="{FF2B5EF4-FFF2-40B4-BE49-F238E27FC236}">
                <a16:creationId xmlns:a16="http://schemas.microsoft.com/office/drawing/2014/main" id="{DBFAFF64-765D-A641-81D1-744AB31631C7}"/>
              </a:ext>
            </a:extLst>
          </p:cNvPr>
          <p:cNvGrpSpPr>
            <a:grpSpLocks noChangeAspect="1"/>
          </p:cNvGrpSpPr>
          <p:nvPr/>
        </p:nvGrpSpPr>
        <p:grpSpPr>
          <a:xfrm>
            <a:off x="7191874" y="3339623"/>
            <a:ext cx="362312" cy="361971"/>
            <a:chOff x="7191874" y="3339623"/>
            <a:chExt cx="362312" cy="361971"/>
          </a:xfrm>
          <a:solidFill>
            <a:srgbClr val="43B02A"/>
          </a:solidFill>
        </p:grpSpPr>
        <p:sp>
          <p:nvSpPr>
            <p:cNvPr id="730" name="Graphic 4">
              <a:extLst>
                <a:ext uri="{FF2B5EF4-FFF2-40B4-BE49-F238E27FC236}">
                  <a16:creationId xmlns:a16="http://schemas.microsoft.com/office/drawing/2014/main" id="{4EE2DE2A-C003-7745-A069-CBAB552BC0D3}"/>
                </a:ext>
              </a:extLst>
            </p:cNvPr>
            <p:cNvSpPr/>
            <p:nvPr/>
          </p:nvSpPr>
          <p:spPr>
            <a:xfrm>
              <a:off x="7289000" y="3443682"/>
              <a:ext cx="169972" cy="169175"/>
            </a:xfrm>
            <a:custGeom>
              <a:avLst/>
              <a:gdLst>
                <a:gd name="connsiteX0" fmla="*/ 136745 w 169972"/>
                <a:gd name="connsiteY0" fmla="*/ 8938 h 169175"/>
                <a:gd name="connsiteX1" fmla="*/ 130355 w 169972"/>
                <a:gd name="connsiteY1" fmla="*/ 15322 h 169175"/>
                <a:gd name="connsiteX2" fmla="*/ 123965 w 169972"/>
                <a:gd name="connsiteY2" fmla="*/ 8938 h 169175"/>
                <a:gd name="connsiteX3" fmla="*/ 123965 w 169972"/>
                <a:gd name="connsiteY3" fmla="*/ 0 h 169175"/>
                <a:gd name="connsiteX4" fmla="*/ 45369 w 169972"/>
                <a:gd name="connsiteY4" fmla="*/ 0 h 169175"/>
                <a:gd name="connsiteX5" fmla="*/ 45369 w 169972"/>
                <a:gd name="connsiteY5" fmla="*/ 8938 h 169175"/>
                <a:gd name="connsiteX6" fmla="*/ 38979 w 169972"/>
                <a:gd name="connsiteY6" fmla="*/ 15322 h 169175"/>
                <a:gd name="connsiteX7" fmla="*/ 32589 w 169972"/>
                <a:gd name="connsiteY7" fmla="*/ 8938 h 169175"/>
                <a:gd name="connsiteX8" fmla="*/ 32589 w 169972"/>
                <a:gd name="connsiteY8" fmla="*/ 0 h 169175"/>
                <a:gd name="connsiteX9" fmla="*/ 0 w 169972"/>
                <a:gd name="connsiteY9" fmla="*/ 0 h 169175"/>
                <a:gd name="connsiteX10" fmla="*/ 0 w 169972"/>
                <a:gd name="connsiteY10" fmla="*/ 169176 h 169175"/>
                <a:gd name="connsiteX11" fmla="*/ 169973 w 169972"/>
                <a:gd name="connsiteY11" fmla="*/ 169176 h 169175"/>
                <a:gd name="connsiteX12" fmla="*/ 169973 w 169972"/>
                <a:gd name="connsiteY12" fmla="*/ 0 h 169175"/>
                <a:gd name="connsiteX13" fmla="*/ 137384 w 169972"/>
                <a:gd name="connsiteY13" fmla="*/ 0 h 169175"/>
                <a:gd name="connsiteX14" fmla="*/ 137384 w 169972"/>
                <a:gd name="connsiteY14" fmla="*/ 8938 h 169175"/>
                <a:gd name="connsiteX15" fmla="*/ 119492 w 169972"/>
                <a:gd name="connsiteY15" fmla="*/ 111720 h 169175"/>
                <a:gd name="connsiteX16" fmla="*/ 119492 w 169972"/>
                <a:gd name="connsiteY16" fmla="*/ 120657 h 169175"/>
                <a:gd name="connsiteX17" fmla="*/ 110546 w 169972"/>
                <a:gd name="connsiteY17" fmla="*/ 120657 h 169175"/>
                <a:gd name="connsiteX18" fmla="*/ 84348 w 169972"/>
                <a:gd name="connsiteY18" fmla="*/ 94483 h 169175"/>
                <a:gd name="connsiteX19" fmla="*/ 58149 w 169972"/>
                <a:gd name="connsiteY19" fmla="*/ 120657 h 169175"/>
                <a:gd name="connsiteX20" fmla="*/ 49203 w 169972"/>
                <a:gd name="connsiteY20" fmla="*/ 120657 h 169175"/>
                <a:gd name="connsiteX21" fmla="*/ 49203 w 169972"/>
                <a:gd name="connsiteY21" fmla="*/ 111720 h 169175"/>
                <a:gd name="connsiteX22" fmla="*/ 75402 w 169972"/>
                <a:gd name="connsiteY22" fmla="*/ 85546 h 169175"/>
                <a:gd name="connsiteX23" fmla="*/ 49203 w 169972"/>
                <a:gd name="connsiteY23" fmla="*/ 59371 h 169175"/>
                <a:gd name="connsiteX24" fmla="*/ 49842 w 169972"/>
                <a:gd name="connsiteY24" fmla="*/ 50434 h 169175"/>
                <a:gd name="connsiteX25" fmla="*/ 58149 w 169972"/>
                <a:gd name="connsiteY25" fmla="*/ 50434 h 169175"/>
                <a:gd name="connsiteX26" fmla="*/ 84348 w 169972"/>
                <a:gd name="connsiteY26" fmla="*/ 76608 h 169175"/>
                <a:gd name="connsiteX27" fmla="*/ 110546 w 169972"/>
                <a:gd name="connsiteY27" fmla="*/ 50434 h 169175"/>
                <a:gd name="connsiteX28" fmla="*/ 119492 w 169972"/>
                <a:gd name="connsiteY28" fmla="*/ 49795 h 169175"/>
                <a:gd name="connsiteX29" fmla="*/ 120131 w 169972"/>
                <a:gd name="connsiteY29" fmla="*/ 58733 h 169175"/>
                <a:gd name="connsiteX30" fmla="*/ 119492 w 169972"/>
                <a:gd name="connsiteY30" fmla="*/ 59371 h 169175"/>
                <a:gd name="connsiteX31" fmla="*/ 93294 w 169972"/>
                <a:gd name="connsiteY31" fmla="*/ 85546 h 169175"/>
                <a:gd name="connsiteX32" fmla="*/ 119492 w 169972"/>
                <a:gd name="connsiteY32" fmla="*/ 111720 h 16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69972" h="169175">
                  <a:moveTo>
                    <a:pt x="136745" y="8938"/>
                  </a:moveTo>
                  <a:cubicBezTo>
                    <a:pt x="136745" y="12768"/>
                    <a:pt x="134189" y="15322"/>
                    <a:pt x="130355" y="15322"/>
                  </a:cubicBezTo>
                  <a:cubicBezTo>
                    <a:pt x="126521" y="15322"/>
                    <a:pt x="123965" y="12768"/>
                    <a:pt x="123965" y="8938"/>
                  </a:cubicBezTo>
                  <a:lnTo>
                    <a:pt x="123965" y="0"/>
                  </a:lnTo>
                  <a:lnTo>
                    <a:pt x="45369" y="0"/>
                  </a:lnTo>
                  <a:lnTo>
                    <a:pt x="45369" y="8938"/>
                  </a:lnTo>
                  <a:cubicBezTo>
                    <a:pt x="45369" y="12768"/>
                    <a:pt x="42813" y="15322"/>
                    <a:pt x="38979" y="15322"/>
                  </a:cubicBezTo>
                  <a:cubicBezTo>
                    <a:pt x="35145" y="15322"/>
                    <a:pt x="32589" y="12768"/>
                    <a:pt x="32589" y="8938"/>
                  </a:cubicBezTo>
                  <a:lnTo>
                    <a:pt x="32589" y="0"/>
                  </a:lnTo>
                  <a:lnTo>
                    <a:pt x="0" y="0"/>
                  </a:lnTo>
                  <a:lnTo>
                    <a:pt x="0" y="169176"/>
                  </a:lnTo>
                  <a:lnTo>
                    <a:pt x="169973" y="169176"/>
                  </a:lnTo>
                  <a:lnTo>
                    <a:pt x="169973" y="0"/>
                  </a:lnTo>
                  <a:lnTo>
                    <a:pt x="137384" y="0"/>
                  </a:lnTo>
                  <a:lnTo>
                    <a:pt x="137384" y="8938"/>
                  </a:lnTo>
                  <a:close/>
                  <a:moveTo>
                    <a:pt x="119492" y="111720"/>
                  </a:moveTo>
                  <a:cubicBezTo>
                    <a:pt x="122048" y="114273"/>
                    <a:pt x="122048" y="118104"/>
                    <a:pt x="119492" y="120657"/>
                  </a:cubicBezTo>
                  <a:cubicBezTo>
                    <a:pt x="116936" y="123211"/>
                    <a:pt x="113102" y="123211"/>
                    <a:pt x="110546" y="120657"/>
                  </a:cubicBezTo>
                  <a:lnTo>
                    <a:pt x="84348" y="94483"/>
                  </a:lnTo>
                  <a:lnTo>
                    <a:pt x="58149" y="120657"/>
                  </a:lnTo>
                  <a:cubicBezTo>
                    <a:pt x="55593" y="123211"/>
                    <a:pt x="51759" y="123211"/>
                    <a:pt x="49203" y="120657"/>
                  </a:cubicBezTo>
                  <a:cubicBezTo>
                    <a:pt x="46647" y="118104"/>
                    <a:pt x="46647" y="114273"/>
                    <a:pt x="49203" y="111720"/>
                  </a:cubicBezTo>
                  <a:lnTo>
                    <a:pt x="75402" y="85546"/>
                  </a:lnTo>
                  <a:lnTo>
                    <a:pt x="49203" y="59371"/>
                  </a:lnTo>
                  <a:cubicBezTo>
                    <a:pt x="46647" y="56818"/>
                    <a:pt x="47286" y="52349"/>
                    <a:pt x="49842" y="50434"/>
                  </a:cubicBezTo>
                  <a:cubicBezTo>
                    <a:pt x="52398" y="48519"/>
                    <a:pt x="55593" y="48519"/>
                    <a:pt x="58149" y="50434"/>
                  </a:cubicBezTo>
                  <a:lnTo>
                    <a:pt x="84348" y="76608"/>
                  </a:lnTo>
                  <a:lnTo>
                    <a:pt x="110546" y="50434"/>
                  </a:lnTo>
                  <a:cubicBezTo>
                    <a:pt x="113102" y="47880"/>
                    <a:pt x="116936" y="47242"/>
                    <a:pt x="119492" y="49795"/>
                  </a:cubicBezTo>
                  <a:cubicBezTo>
                    <a:pt x="122048" y="52349"/>
                    <a:pt x="122687" y="56179"/>
                    <a:pt x="120131" y="58733"/>
                  </a:cubicBezTo>
                  <a:cubicBezTo>
                    <a:pt x="120131" y="58733"/>
                    <a:pt x="119492" y="59371"/>
                    <a:pt x="119492" y="59371"/>
                  </a:cubicBezTo>
                  <a:lnTo>
                    <a:pt x="93294" y="85546"/>
                  </a:lnTo>
                  <a:lnTo>
                    <a:pt x="119492" y="111720"/>
                  </a:lnTo>
                  <a:close/>
                </a:path>
              </a:pathLst>
            </a:custGeom>
            <a:solidFill>
              <a:srgbClr val="43B02A"/>
            </a:solidFill>
            <a:ln w="6390" cap="flat">
              <a:noFill/>
              <a:prstDash val="solid"/>
              <a:miter/>
            </a:ln>
          </p:spPr>
          <p:txBody>
            <a:bodyPr rtlCol="0" anchor="ctr"/>
            <a:lstStyle/>
            <a:p>
              <a:endParaRPr lang="en-US"/>
            </a:p>
          </p:txBody>
        </p:sp>
        <p:sp>
          <p:nvSpPr>
            <p:cNvPr id="731" name="Graphic 4">
              <a:extLst>
                <a:ext uri="{FF2B5EF4-FFF2-40B4-BE49-F238E27FC236}">
                  <a16:creationId xmlns:a16="http://schemas.microsoft.com/office/drawing/2014/main" id="{5B653DA0-F55A-AF42-89B2-605998E8D127}"/>
                </a:ext>
              </a:extLst>
            </p:cNvPr>
            <p:cNvSpPr/>
            <p:nvPr/>
          </p:nvSpPr>
          <p:spPr>
            <a:xfrm>
              <a:off x="7191874" y="333962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79240 w 362312"/>
                <a:gd name="connsiteY6" fmla="*/ 279618 h 361971"/>
                <a:gd name="connsiteX7" fmla="*/ 272850 w 362312"/>
                <a:gd name="connsiteY7" fmla="*/ 286002 h 361971"/>
                <a:gd name="connsiteX8" fmla="*/ 90098 w 362312"/>
                <a:gd name="connsiteY8" fmla="*/ 286002 h 361971"/>
                <a:gd name="connsiteX9" fmla="*/ 83708 w 362312"/>
                <a:gd name="connsiteY9" fmla="*/ 279618 h 361971"/>
                <a:gd name="connsiteX10" fmla="*/ 83708 w 362312"/>
                <a:gd name="connsiteY10" fmla="*/ 97675 h 361971"/>
                <a:gd name="connsiteX11" fmla="*/ 90098 w 362312"/>
                <a:gd name="connsiteY11" fmla="*/ 91291 h 361971"/>
                <a:gd name="connsiteX12" fmla="*/ 129076 w 362312"/>
                <a:gd name="connsiteY12" fmla="*/ 91291 h 361971"/>
                <a:gd name="connsiteX13" fmla="*/ 129076 w 362312"/>
                <a:gd name="connsiteY13" fmla="*/ 82354 h 361971"/>
                <a:gd name="connsiteX14" fmla="*/ 135466 w 362312"/>
                <a:gd name="connsiteY14" fmla="*/ 75970 h 361971"/>
                <a:gd name="connsiteX15" fmla="*/ 141856 w 362312"/>
                <a:gd name="connsiteY15" fmla="*/ 82354 h 361971"/>
                <a:gd name="connsiteX16" fmla="*/ 141856 w 362312"/>
                <a:gd name="connsiteY16" fmla="*/ 91291 h 361971"/>
                <a:gd name="connsiteX17" fmla="*/ 220453 w 362312"/>
                <a:gd name="connsiteY17" fmla="*/ 91291 h 361971"/>
                <a:gd name="connsiteX18" fmla="*/ 220453 w 362312"/>
                <a:gd name="connsiteY18" fmla="*/ 82354 h 361971"/>
                <a:gd name="connsiteX19" fmla="*/ 226843 w 362312"/>
                <a:gd name="connsiteY19" fmla="*/ 75970 h 361971"/>
                <a:gd name="connsiteX20" fmla="*/ 233233 w 362312"/>
                <a:gd name="connsiteY20" fmla="*/ 82354 h 361971"/>
                <a:gd name="connsiteX21" fmla="*/ 233233 w 362312"/>
                <a:gd name="connsiteY21" fmla="*/ 91291 h 361971"/>
                <a:gd name="connsiteX22" fmla="*/ 272211 w 362312"/>
                <a:gd name="connsiteY22" fmla="*/ 91291 h 361971"/>
                <a:gd name="connsiteX23" fmla="*/ 278601 w 362312"/>
                <a:gd name="connsiteY23" fmla="*/ 97675 h 361971"/>
                <a:gd name="connsiteX24" fmla="*/ 278601 w 362312"/>
                <a:gd name="connsiteY24" fmla="*/ 27961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279240" y="279618"/>
                  </a:moveTo>
                  <a:cubicBezTo>
                    <a:pt x="279240" y="283449"/>
                    <a:pt x="276685" y="286002"/>
                    <a:pt x="272850" y="286002"/>
                  </a:cubicBezTo>
                  <a:lnTo>
                    <a:pt x="90098" y="286002"/>
                  </a:lnTo>
                  <a:cubicBezTo>
                    <a:pt x="86264" y="286002"/>
                    <a:pt x="83708" y="283449"/>
                    <a:pt x="83708" y="279618"/>
                  </a:cubicBezTo>
                  <a:lnTo>
                    <a:pt x="83708" y="97675"/>
                  </a:lnTo>
                  <a:cubicBezTo>
                    <a:pt x="83708" y="93845"/>
                    <a:pt x="86264" y="91291"/>
                    <a:pt x="90098" y="91291"/>
                  </a:cubicBezTo>
                  <a:lnTo>
                    <a:pt x="129076" y="91291"/>
                  </a:lnTo>
                  <a:lnTo>
                    <a:pt x="129076" y="82354"/>
                  </a:lnTo>
                  <a:cubicBezTo>
                    <a:pt x="129076" y="78523"/>
                    <a:pt x="131633" y="75970"/>
                    <a:pt x="135466" y="75970"/>
                  </a:cubicBezTo>
                  <a:cubicBezTo>
                    <a:pt x="139301" y="75970"/>
                    <a:pt x="141856" y="78523"/>
                    <a:pt x="141856" y="82354"/>
                  </a:cubicBezTo>
                  <a:lnTo>
                    <a:pt x="141856" y="91291"/>
                  </a:lnTo>
                  <a:lnTo>
                    <a:pt x="220453" y="91291"/>
                  </a:lnTo>
                  <a:lnTo>
                    <a:pt x="220453" y="82354"/>
                  </a:lnTo>
                  <a:cubicBezTo>
                    <a:pt x="220453" y="78523"/>
                    <a:pt x="223009" y="75970"/>
                    <a:pt x="226843" y="75970"/>
                  </a:cubicBezTo>
                  <a:cubicBezTo>
                    <a:pt x="230677" y="75970"/>
                    <a:pt x="233233" y="78523"/>
                    <a:pt x="233233" y="82354"/>
                  </a:cubicBezTo>
                  <a:lnTo>
                    <a:pt x="233233" y="91291"/>
                  </a:lnTo>
                  <a:lnTo>
                    <a:pt x="272211" y="91291"/>
                  </a:lnTo>
                  <a:cubicBezTo>
                    <a:pt x="276045" y="91291"/>
                    <a:pt x="278601" y="93845"/>
                    <a:pt x="278601" y="97675"/>
                  </a:cubicBezTo>
                  <a:lnTo>
                    <a:pt x="278601" y="279618"/>
                  </a:lnTo>
                  <a:close/>
                </a:path>
              </a:pathLst>
            </a:custGeom>
            <a:solidFill>
              <a:srgbClr val="43B02A"/>
            </a:solidFill>
            <a:ln w="6390" cap="flat">
              <a:noFill/>
              <a:prstDash val="solid"/>
              <a:miter/>
            </a:ln>
          </p:spPr>
          <p:txBody>
            <a:bodyPr rtlCol="0" anchor="ctr"/>
            <a:lstStyle/>
            <a:p>
              <a:endParaRPr lang="en-US"/>
            </a:p>
          </p:txBody>
        </p:sp>
      </p:grpSp>
      <p:grpSp>
        <p:nvGrpSpPr>
          <p:cNvPr id="512" name="Group 511">
            <a:extLst>
              <a:ext uri="{FF2B5EF4-FFF2-40B4-BE49-F238E27FC236}">
                <a16:creationId xmlns:a16="http://schemas.microsoft.com/office/drawing/2014/main" id="{5B5E0606-325C-384A-A0EF-C70E871DDA8A}"/>
              </a:ext>
            </a:extLst>
          </p:cNvPr>
          <p:cNvGrpSpPr>
            <a:grpSpLocks noChangeAspect="1"/>
          </p:cNvGrpSpPr>
          <p:nvPr/>
        </p:nvGrpSpPr>
        <p:grpSpPr>
          <a:xfrm>
            <a:off x="7191874" y="3824168"/>
            <a:ext cx="362312" cy="361971"/>
            <a:chOff x="7191874" y="3824168"/>
            <a:chExt cx="362312" cy="361971"/>
          </a:xfrm>
        </p:grpSpPr>
        <p:sp>
          <p:nvSpPr>
            <p:cNvPr id="732" name="Graphic 4">
              <a:extLst>
                <a:ext uri="{FF2B5EF4-FFF2-40B4-BE49-F238E27FC236}">
                  <a16:creationId xmlns:a16="http://schemas.microsoft.com/office/drawing/2014/main" id="{D0E807E8-3496-3345-8117-A3C641C0DB37}"/>
                </a:ext>
              </a:extLst>
            </p:cNvPr>
            <p:cNvSpPr/>
            <p:nvPr/>
          </p:nvSpPr>
          <p:spPr>
            <a:xfrm>
              <a:off x="7289000" y="3927588"/>
              <a:ext cx="169972" cy="169175"/>
            </a:xfrm>
            <a:custGeom>
              <a:avLst/>
              <a:gdLst>
                <a:gd name="connsiteX0" fmla="*/ 136745 w 169972"/>
                <a:gd name="connsiteY0" fmla="*/ 8938 h 169175"/>
                <a:gd name="connsiteX1" fmla="*/ 130355 w 169972"/>
                <a:gd name="connsiteY1" fmla="*/ 15322 h 169175"/>
                <a:gd name="connsiteX2" fmla="*/ 123965 w 169972"/>
                <a:gd name="connsiteY2" fmla="*/ 8938 h 169175"/>
                <a:gd name="connsiteX3" fmla="*/ 123965 w 169972"/>
                <a:gd name="connsiteY3" fmla="*/ 0 h 169175"/>
                <a:gd name="connsiteX4" fmla="*/ 45369 w 169972"/>
                <a:gd name="connsiteY4" fmla="*/ 0 h 169175"/>
                <a:gd name="connsiteX5" fmla="*/ 45369 w 169972"/>
                <a:gd name="connsiteY5" fmla="*/ 8938 h 169175"/>
                <a:gd name="connsiteX6" fmla="*/ 38979 w 169972"/>
                <a:gd name="connsiteY6" fmla="*/ 15322 h 169175"/>
                <a:gd name="connsiteX7" fmla="*/ 32589 w 169972"/>
                <a:gd name="connsiteY7" fmla="*/ 8938 h 169175"/>
                <a:gd name="connsiteX8" fmla="*/ 32589 w 169972"/>
                <a:gd name="connsiteY8" fmla="*/ 0 h 169175"/>
                <a:gd name="connsiteX9" fmla="*/ 0 w 169972"/>
                <a:gd name="connsiteY9" fmla="*/ 0 h 169175"/>
                <a:gd name="connsiteX10" fmla="*/ 0 w 169972"/>
                <a:gd name="connsiteY10" fmla="*/ 169176 h 169175"/>
                <a:gd name="connsiteX11" fmla="*/ 169973 w 169972"/>
                <a:gd name="connsiteY11" fmla="*/ 169176 h 169175"/>
                <a:gd name="connsiteX12" fmla="*/ 169973 w 169972"/>
                <a:gd name="connsiteY12" fmla="*/ 0 h 169175"/>
                <a:gd name="connsiteX13" fmla="*/ 137384 w 169972"/>
                <a:gd name="connsiteY13" fmla="*/ 0 h 169175"/>
                <a:gd name="connsiteX14" fmla="*/ 137384 w 169972"/>
                <a:gd name="connsiteY14" fmla="*/ 8938 h 169175"/>
                <a:gd name="connsiteX15" fmla="*/ 132911 w 169972"/>
                <a:gd name="connsiteY15" fmla="*/ 60010 h 169175"/>
                <a:gd name="connsiteX16" fmla="*/ 69650 w 169972"/>
                <a:gd name="connsiteY16" fmla="*/ 123211 h 169175"/>
                <a:gd name="connsiteX17" fmla="*/ 65178 w 169972"/>
                <a:gd name="connsiteY17" fmla="*/ 125126 h 169175"/>
                <a:gd name="connsiteX18" fmla="*/ 60704 w 169972"/>
                <a:gd name="connsiteY18" fmla="*/ 123211 h 169175"/>
                <a:gd name="connsiteX19" fmla="*/ 29394 w 169972"/>
                <a:gd name="connsiteY19" fmla="*/ 91930 h 169175"/>
                <a:gd name="connsiteX20" fmla="*/ 30033 w 169972"/>
                <a:gd name="connsiteY20" fmla="*/ 82992 h 169175"/>
                <a:gd name="connsiteX21" fmla="*/ 38340 w 169972"/>
                <a:gd name="connsiteY21" fmla="*/ 82992 h 169175"/>
                <a:gd name="connsiteX22" fmla="*/ 65178 w 169972"/>
                <a:gd name="connsiteY22" fmla="*/ 109805 h 169175"/>
                <a:gd name="connsiteX23" fmla="*/ 123965 w 169972"/>
                <a:gd name="connsiteY23" fmla="*/ 51072 h 169175"/>
                <a:gd name="connsiteX24" fmla="*/ 132911 w 169972"/>
                <a:gd name="connsiteY24" fmla="*/ 51710 h 169175"/>
                <a:gd name="connsiteX25" fmla="*/ 132911 w 169972"/>
                <a:gd name="connsiteY25" fmla="*/ 60010 h 169175"/>
                <a:gd name="connsiteX26" fmla="*/ 132911 w 169972"/>
                <a:gd name="connsiteY26" fmla="*/ 60010 h 16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69972" h="169175">
                  <a:moveTo>
                    <a:pt x="136745" y="8938"/>
                  </a:moveTo>
                  <a:cubicBezTo>
                    <a:pt x="136745" y="12768"/>
                    <a:pt x="134189" y="15322"/>
                    <a:pt x="130355" y="15322"/>
                  </a:cubicBezTo>
                  <a:cubicBezTo>
                    <a:pt x="126521" y="15322"/>
                    <a:pt x="123965" y="12768"/>
                    <a:pt x="123965" y="8938"/>
                  </a:cubicBezTo>
                  <a:lnTo>
                    <a:pt x="123965" y="0"/>
                  </a:lnTo>
                  <a:lnTo>
                    <a:pt x="45369" y="0"/>
                  </a:lnTo>
                  <a:lnTo>
                    <a:pt x="45369" y="8938"/>
                  </a:lnTo>
                  <a:cubicBezTo>
                    <a:pt x="45369" y="12768"/>
                    <a:pt x="42813" y="15322"/>
                    <a:pt x="38979" y="15322"/>
                  </a:cubicBezTo>
                  <a:cubicBezTo>
                    <a:pt x="35145" y="15322"/>
                    <a:pt x="32589" y="12768"/>
                    <a:pt x="32589" y="8938"/>
                  </a:cubicBezTo>
                  <a:lnTo>
                    <a:pt x="32589" y="0"/>
                  </a:lnTo>
                  <a:lnTo>
                    <a:pt x="0" y="0"/>
                  </a:lnTo>
                  <a:lnTo>
                    <a:pt x="0" y="169176"/>
                  </a:lnTo>
                  <a:lnTo>
                    <a:pt x="169973" y="169176"/>
                  </a:lnTo>
                  <a:lnTo>
                    <a:pt x="169973" y="0"/>
                  </a:lnTo>
                  <a:lnTo>
                    <a:pt x="137384" y="0"/>
                  </a:lnTo>
                  <a:lnTo>
                    <a:pt x="137384" y="8938"/>
                  </a:lnTo>
                  <a:close/>
                  <a:moveTo>
                    <a:pt x="132911" y="60010"/>
                  </a:moveTo>
                  <a:lnTo>
                    <a:pt x="69650" y="123211"/>
                  </a:lnTo>
                  <a:cubicBezTo>
                    <a:pt x="68373" y="124488"/>
                    <a:pt x="67094" y="125126"/>
                    <a:pt x="65178" y="125126"/>
                  </a:cubicBezTo>
                  <a:cubicBezTo>
                    <a:pt x="63261" y="125126"/>
                    <a:pt x="61983" y="124488"/>
                    <a:pt x="60704" y="123211"/>
                  </a:cubicBezTo>
                  <a:lnTo>
                    <a:pt x="29394" y="91930"/>
                  </a:lnTo>
                  <a:cubicBezTo>
                    <a:pt x="26838" y="89376"/>
                    <a:pt x="27477" y="84907"/>
                    <a:pt x="30033" y="82992"/>
                  </a:cubicBezTo>
                  <a:cubicBezTo>
                    <a:pt x="32589" y="81077"/>
                    <a:pt x="35784" y="81077"/>
                    <a:pt x="38340" y="82992"/>
                  </a:cubicBezTo>
                  <a:lnTo>
                    <a:pt x="65178" y="109805"/>
                  </a:lnTo>
                  <a:lnTo>
                    <a:pt x="123965" y="51072"/>
                  </a:lnTo>
                  <a:cubicBezTo>
                    <a:pt x="126521" y="48519"/>
                    <a:pt x="130994" y="49157"/>
                    <a:pt x="132911" y="51710"/>
                  </a:cubicBezTo>
                  <a:cubicBezTo>
                    <a:pt x="134828" y="54264"/>
                    <a:pt x="134828" y="58094"/>
                    <a:pt x="132911" y="60010"/>
                  </a:cubicBezTo>
                  <a:lnTo>
                    <a:pt x="132911" y="60010"/>
                  </a:lnTo>
                  <a:close/>
                </a:path>
              </a:pathLst>
            </a:custGeom>
            <a:solidFill>
              <a:srgbClr val="43B02A"/>
            </a:solidFill>
            <a:ln w="6390" cap="flat">
              <a:noFill/>
              <a:prstDash val="solid"/>
              <a:miter/>
            </a:ln>
          </p:spPr>
          <p:txBody>
            <a:bodyPr rtlCol="0" anchor="ctr"/>
            <a:lstStyle/>
            <a:p>
              <a:endParaRPr lang="en-US"/>
            </a:p>
          </p:txBody>
        </p:sp>
        <p:sp>
          <p:nvSpPr>
            <p:cNvPr id="733" name="Graphic 4">
              <a:extLst>
                <a:ext uri="{FF2B5EF4-FFF2-40B4-BE49-F238E27FC236}">
                  <a16:creationId xmlns:a16="http://schemas.microsoft.com/office/drawing/2014/main" id="{82CB9010-5F5F-5B47-84F9-398473E39A78}"/>
                </a:ext>
              </a:extLst>
            </p:cNvPr>
            <p:cNvSpPr/>
            <p:nvPr/>
          </p:nvSpPr>
          <p:spPr>
            <a:xfrm>
              <a:off x="7191874" y="3824168"/>
              <a:ext cx="362312" cy="361971"/>
            </a:xfrm>
            <a:custGeom>
              <a:avLst/>
              <a:gdLst>
                <a:gd name="connsiteX0" fmla="*/ 181474 w 362312"/>
                <a:gd name="connsiteY0" fmla="*/ 0 h 361971"/>
                <a:gd name="connsiteX1" fmla="*/ 0 w 362312"/>
                <a:gd name="connsiteY1" fmla="*/ 180667 h 361971"/>
                <a:gd name="connsiteX2" fmla="*/ 180836 w 362312"/>
                <a:gd name="connsiteY2" fmla="*/ 361971 h 361971"/>
                <a:gd name="connsiteX3" fmla="*/ 362309 w 362312"/>
                <a:gd name="connsiteY3" fmla="*/ 181305 h 361971"/>
                <a:gd name="connsiteX4" fmla="*/ 362309 w 362312"/>
                <a:gd name="connsiteY4" fmla="*/ 181305 h 361971"/>
                <a:gd name="connsiteX5" fmla="*/ 181474 w 362312"/>
                <a:gd name="connsiteY5" fmla="*/ 0 h 361971"/>
                <a:gd name="connsiteX6" fmla="*/ 279240 w 362312"/>
                <a:gd name="connsiteY6" fmla="*/ 279618 h 361971"/>
                <a:gd name="connsiteX7" fmla="*/ 272850 w 362312"/>
                <a:gd name="connsiteY7" fmla="*/ 286002 h 361971"/>
                <a:gd name="connsiteX8" fmla="*/ 90098 w 362312"/>
                <a:gd name="connsiteY8" fmla="*/ 286002 h 361971"/>
                <a:gd name="connsiteX9" fmla="*/ 83708 w 362312"/>
                <a:gd name="connsiteY9" fmla="*/ 279618 h 361971"/>
                <a:gd name="connsiteX10" fmla="*/ 83708 w 362312"/>
                <a:gd name="connsiteY10" fmla="*/ 97675 h 361971"/>
                <a:gd name="connsiteX11" fmla="*/ 90098 w 362312"/>
                <a:gd name="connsiteY11" fmla="*/ 91291 h 361971"/>
                <a:gd name="connsiteX12" fmla="*/ 129076 w 362312"/>
                <a:gd name="connsiteY12" fmla="*/ 91291 h 361971"/>
                <a:gd name="connsiteX13" fmla="*/ 129076 w 362312"/>
                <a:gd name="connsiteY13" fmla="*/ 82353 h 361971"/>
                <a:gd name="connsiteX14" fmla="*/ 135466 w 362312"/>
                <a:gd name="connsiteY14" fmla="*/ 75969 h 361971"/>
                <a:gd name="connsiteX15" fmla="*/ 141856 w 362312"/>
                <a:gd name="connsiteY15" fmla="*/ 82353 h 361971"/>
                <a:gd name="connsiteX16" fmla="*/ 141856 w 362312"/>
                <a:gd name="connsiteY16" fmla="*/ 91291 h 361971"/>
                <a:gd name="connsiteX17" fmla="*/ 220453 w 362312"/>
                <a:gd name="connsiteY17" fmla="*/ 91291 h 361971"/>
                <a:gd name="connsiteX18" fmla="*/ 220453 w 362312"/>
                <a:gd name="connsiteY18" fmla="*/ 82353 h 361971"/>
                <a:gd name="connsiteX19" fmla="*/ 226843 w 362312"/>
                <a:gd name="connsiteY19" fmla="*/ 75969 h 361971"/>
                <a:gd name="connsiteX20" fmla="*/ 233233 w 362312"/>
                <a:gd name="connsiteY20" fmla="*/ 82353 h 361971"/>
                <a:gd name="connsiteX21" fmla="*/ 233233 w 362312"/>
                <a:gd name="connsiteY21" fmla="*/ 91291 h 361971"/>
                <a:gd name="connsiteX22" fmla="*/ 272211 w 362312"/>
                <a:gd name="connsiteY22" fmla="*/ 91291 h 361971"/>
                <a:gd name="connsiteX23" fmla="*/ 278601 w 362312"/>
                <a:gd name="connsiteY23" fmla="*/ 97675 h 361971"/>
                <a:gd name="connsiteX24" fmla="*/ 278601 w 362312"/>
                <a:gd name="connsiteY24" fmla="*/ 27961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312" h="361971">
                  <a:moveTo>
                    <a:pt x="181474" y="0"/>
                  </a:moveTo>
                  <a:cubicBezTo>
                    <a:pt x="81152" y="0"/>
                    <a:pt x="0" y="81076"/>
                    <a:pt x="0" y="180667"/>
                  </a:cubicBezTo>
                  <a:cubicBezTo>
                    <a:pt x="0" y="280895"/>
                    <a:pt x="81152" y="361971"/>
                    <a:pt x="180836" y="361971"/>
                  </a:cubicBezTo>
                  <a:cubicBezTo>
                    <a:pt x="281157" y="361971"/>
                    <a:pt x="362309" y="280895"/>
                    <a:pt x="362309" y="181305"/>
                  </a:cubicBezTo>
                  <a:cubicBezTo>
                    <a:pt x="362309" y="181305"/>
                    <a:pt x="362309" y="181305"/>
                    <a:pt x="362309" y="181305"/>
                  </a:cubicBezTo>
                  <a:cubicBezTo>
                    <a:pt x="362949" y="81076"/>
                    <a:pt x="281796" y="0"/>
                    <a:pt x="181474" y="0"/>
                  </a:cubicBezTo>
                  <a:close/>
                  <a:moveTo>
                    <a:pt x="279240" y="279618"/>
                  </a:moveTo>
                  <a:cubicBezTo>
                    <a:pt x="279240" y="283449"/>
                    <a:pt x="276685" y="286002"/>
                    <a:pt x="272850" y="286002"/>
                  </a:cubicBezTo>
                  <a:lnTo>
                    <a:pt x="90098" y="286002"/>
                  </a:lnTo>
                  <a:cubicBezTo>
                    <a:pt x="86264" y="286002"/>
                    <a:pt x="83708" y="283449"/>
                    <a:pt x="83708" y="279618"/>
                  </a:cubicBezTo>
                  <a:lnTo>
                    <a:pt x="83708" y="97675"/>
                  </a:lnTo>
                  <a:cubicBezTo>
                    <a:pt x="83708" y="93844"/>
                    <a:pt x="86264" y="91291"/>
                    <a:pt x="90098" y="91291"/>
                  </a:cubicBezTo>
                  <a:lnTo>
                    <a:pt x="129076" y="91291"/>
                  </a:lnTo>
                  <a:lnTo>
                    <a:pt x="129076" y="82353"/>
                  </a:lnTo>
                  <a:cubicBezTo>
                    <a:pt x="129076" y="78523"/>
                    <a:pt x="131633" y="75969"/>
                    <a:pt x="135466" y="75969"/>
                  </a:cubicBezTo>
                  <a:cubicBezTo>
                    <a:pt x="139301" y="75969"/>
                    <a:pt x="141856" y="78523"/>
                    <a:pt x="141856" y="82353"/>
                  </a:cubicBezTo>
                  <a:lnTo>
                    <a:pt x="141856" y="91291"/>
                  </a:lnTo>
                  <a:lnTo>
                    <a:pt x="220453" y="91291"/>
                  </a:lnTo>
                  <a:lnTo>
                    <a:pt x="220453" y="82353"/>
                  </a:lnTo>
                  <a:cubicBezTo>
                    <a:pt x="220453" y="78523"/>
                    <a:pt x="223009" y="75969"/>
                    <a:pt x="226843" y="75969"/>
                  </a:cubicBezTo>
                  <a:cubicBezTo>
                    <a:pt x="230677" y="75969"/>
                    <a:pt x="233233" y="78523"/>
                    <a:pt x="233233" y="82353"/>
                  </a:cubicBezTo>
                  <a:lnTo>
                    <a:pt x="233233" y="91291"/>
                  </a:lnTo>
                  <a:lnTo>
                    <a:pt x="272211" y="91291"/>
                  </a:lnTo>
                  <a:cubicBezTo>
                    <a:pt x="276045" y="91291"/>
                    <a:pt x="278601" y="93844"/>
                    <a:pt x="278601" y="97675"/>
                  </a:cubicBezTo>
                  <a:lnTo>
                    <a:pt x="278601" y="279618"/>
                  </a:lnTo>
                  <a:close/>
                </a:path>
              </a:pathLst>
            </a:custGeom>
            <a:solidFill>
              <a:srgbClr val="43B02A"/>
            </a:solidFill>
            <a:ln w="6390" cap="flat">
              <a:noFill/>
              <a:prstDash val="solid"/>
              <a:miter/>
            </a:ln>
          </p:spPr>
          <p:txBody>
            <a:bodyPr rtlCol="0" anchor="ctr"/>
            <a:lstStyle/>
            <a:p>
              <a:endParaRPr lang="en-US"/>
            </a:p>
          </p:txBody>
        </p:sp>
      </p:grpSp>
      <p:grpSp>
        <p:nvGrpSpPr>
          <p:cNvPr id="734" name="Graphic 4">
            <a:extLst>
              <a:ext uri="{FF2B5EF4-FFF2-40B4-BE49-F238E27FC236}">
                <a16:creationId xmlns:a16="http://schemas.microsoft.com/office/drawing/2014/main" id="{631E1B78-EB33-5C4B-B8B6-97A5624FC74B}"/>
              </a:ext>
            </a:extLst>
          </p:cNvPr>
          <p:cNvGrpSpPr>
            <a:grpSpLocks noChangeAspect="1"/>
          </p:cNvGrpSpPr>
          <p:nvPr/>
        </p:nvGrpSpPr>
        <p:grpSpPr>
          <a:xfrm>
            <a:off x="7191874" y="4308712"/>
            <a:ext cx="362312" cy="361971"/>
            <a:chOff x="7191874" y="4308712"/>
            <a:chExt cx="362312" cy="361971"/>
          </a:xfrm>
          <a:solidFill>
            <a:srgbClr val="43B02A"/>
          </a:solidFill>
        </p:grpSpPr>
        <p:sp>
          <p:nvSpPr>
            <p:cNvPr id="735" name="Graphic 4">
              <a:extLst>
                <a:ext uri="{FF2B5EF4-FFF2-40B4-BE49-F238E27FC236}">
                  <a16:creationId xmlns:a16="http://schemas.microsoft.com/office/drawing/2014/main" id="{389E3FFC-B0C7-4D48-83AA-047C9B979921}"/>
                </a:ext>
              </a:extLst>
            </p:cNvPr>
            <p:cNvSpPr/>
            <p:nvPr/>
          </p:nvSpPr>
          <p:spPr>
            <a:xfrm>
              <a:off x="7289000" y="4412132"/>
              <a:ext cx="169972" cy="169175"/>
            </a:xfrm>
            <a:custGeom>
              <a:avLst/>
              <a:gdLst>
                <a:gd name="connsiteX0" fmla="*/ 136745 w 169972"/>
                <a:gd name="connsiteY0" fmla="*/ 8938 h 169175"/>
                <a:gd name="connsiteX1" fmla="*/ 130355 w 169972"/>
                <a:gd name="connsiteY1" fmla="*/ 15322 h 169175"/>
                <a:gd name="connsiteX2" fmla="*/ 123965 w 169972"/>
                <a:gd name="connsiteY2" fmla="*/ 8938 h 169175"/>
                <a:gd name="connsiteX3" fmla="*/ 123965 w 169972"/>
                <a:gd name="connsiteY3" fmla="*/ 0 h 169175"/>
                <a:gd name="connsiteX4" fmla="*/ 45369 w 169972"/>
                <a:gd name="connsiteY4" fmla="*/ 0 h 169175"/>
                <a:gd name="connsiteX5" fmla="*/ 45369 w 169972"/>
                <a:gd name="connsiteY5" fmla="*/ 8938 h 169175"/>
                <a:gd name="connsiteX6" fmla="*/ 38979 w 169972"/>
                <a:gd name="connsiteY6" fmla="*/ 15322 h 169175"/>
                <a:gd name="connsiteX7" fmla="*/ 32589 w 169972"/>
                <a:gd name="connsiteY7" fmla="*/ 8938 h 169175"/>
                <a:gd name="connsiteX8" fmla="*/ 32589 w 169972"/>
                <a:gd name="connsiteY8" fmla="*/ 0 h 169175"/>
                <a:gd name="connsiteX9" fmla="*/ 0 w 169972"/>
                <a:gd name="connsiteY9" fmla="*/ 0 h 169175"/>
                <a:gd name="connsiteX10" fmla="*/ 0 w 169972"/>
                <a:gd name="connsiteY10" fmla="*/ 169176 h 169175"/>
                <a:gd name="connsiteX11" fmla="*/ 169973 w 169972"/>
                <a:gd name="connsiteY11" fmla="*/ 169176 h 169175"/>
                <a:gd name="connsiteX12" fmla="*/ 169973 w 169972"/>
                <a:gd name="connsiteY12" fmla="*/ 0 h 169175"/>
                <a:gd name="connsiteX13" fmla="*/ 137384 w 169972"/>
                <a:gd name="connsiteY13" fmla="*/ 0 h 169175"/>
                <a:gd name="connsiteX14" fmla="*/ 137384 w 169972"/>
                <a:gd name="connsiteY14" fmla="*/ 8938 h 169175"/>
                <a:gd name="connsiteX15" fmla="*/ 23004 w 169972"/>
                <a:gd name="connsiteY15" fmla="*/ 144278 h 169175"/>
                <a:gd name="connsiteX16" fmla="*/ 15336 w 169972"/>
                <a:gd name="connsiteY16" fmla="*/ 136617 h 169175"/>
                <a:gd name="connsiteX17" fmla="*/ 23004 w 169972"/>
                <a:gd name="connsiteY17" fmla="*/ 128957 h 169175"/>
                <a:gd name="connsiteX18" fmla="*/ 30672 w 169972"/>
                <a:gd name="connsiteY18" fmla="*/ 136617 h 169175"/>
                <a:gd name="connsiteX19" fmla="*/ 30672 w 169972"/>
                <a:gd name="connsiteY19" fmla="*/ 136617 h 169175"/>
                <a:gd name="connsiteX20" fmla="*/ 23004 w 169972"/>
                <a:gd name="connsiteY20" fmla="*/ 144278 h 169175"/>
                <a:gd name="connsiteX21" fmla="*/ 23004 w 169972"/>
                <a:gd name="connsiteY21" fmla="*/ 144278 h 169175"/>
                <a:gd name="connsiteX22" fmla="*/ 23004 w 169972"/>
                <a:gd name="connsiteY22" fmla="*/ 144278 h 169175"/>
                <a:gd name="connsiteX23" fmla="*/ 23004 w 169972"/>
                <a:gd name="connsiteY23" fmla="*/ 113635 h 169175"/>
                <a:gd name="connsiteX24" fmla="*/ 15336 w 169972"/>
                <a:gd name="connsiteY24" fmla="*/ 105974 h 169175"/>
                <a:gd name="connsiteX25" fmla="*/ 23004 w 169972"/>
                <a:gd name="connsiteY25" fmla="*/ 98313 h 169175"/>
                <a:gd name="connsiteX26" fmla="*/ 30672 w 169972"/>
                <a:gd name="connsiteY26" fmla="*/ 105974 h 169175"/>
                <a:gd name="connsiteX27" fmla="*/ 30672 w 169972"/>
                <a:gd name="connsiteY27" fmla="*/ 105974 h 169175"/>
                <a:gd name="connsiteX28" fmla="*/ 23004 w 169972"/>
                <a:gd name="connsiteY28" fmla="*/ 113635 h 169175"/>
                <a:gd name="connsiteX29" fmla="*/ 23004 w 169972"/>
                <a:gd name="connsiteY29" fmla="*/ 113635 h 169175"/>
                <a:gd name="connsiteX30" fmla="*/ 23004 w 169972"/>
                <a:gd name="connsiteY30" fmla="*/ 82992 h 169175"/>
                <a:gd name="connsiteX31" fmla="*/ 15336 w 169972"/>
                <a:gd name="connsiteY31" fmla="*/ 75331 h 169175"/>
                <a:gd name="connsiteX32" fmla="*/ 23004 w 169972"/>
                <a:gd name="connsiteY32" fmla="*/ 67670 h 169175"/>
                <a:gd name="connsiteX33" fmla="*/ 30672 w 169972"/>
                <a:gd name="connsiteY33" fmla="*/ 75331 h 169175"/>
                <a:gd name="connsiteX34" fmla="*/ 30672 w 169972"/>
                <a:gd name="connsiteY34" fmla="*/ 75331 h 169175"/>
                <a:gd name="connsiteX35" fmla="*/ 23004 w 169972"/>
                <a:gd name="connsiteY35" fmla="*/ 82992 h 169175"/>
                <a:gd name="connsiteX36" fmla="*/ 23004 w 169972"/>
                <a:gd name="connsiteY36" fmla="*/ 52349 h 169175"/>
                <a:gd name="connsiteX37" fmla="*/ 15336 w 169972"/>
                <a:gd name="connsiteY37" fmla="*/ 44688 h 169175"/>
                <a:gd name="connsiteX38" fmla="*/ 23004 w 169972"/>
                <a:gd name="connsiteY38" fmla="*/ 37027 h 169175"/>
                <a:gd name="connsiteX39" fmla="*/ 30672 w 169972"/>
                <a:gd name="connsiteY39" fmla="*/ 44688 h 169175"/>
                <a:gd name="connsiteX40" fmla="*/ 30672 w 169972"/>
                <a:gd name="connsiteY40" fmla="*/ 44688 h 169175"/>
                <a:gd name="connsiteX41" fmla="*/ 23004 w 169972"/>
                <a:gd name="connsiteY41" fmla="*/ 52349 h 169175"/>
                <a:gd name="connsiteX42" fmla="*/ 53676 w 169972"/>
                <a:gd name="connsiteY42" fmla="*/ 144278 h 169175"/>
                <a:gd name="connsiteX43" fmla="*/ 46008 w 169972"/>
                <a:gd name="connsiteY43" fmla="*/ 136617 h 169175"/>
                <a:gd name="connsiteX44" fmla="*/ 53676 w 169972"/>
                <a:gd name="connsiteY44" fmla="*/ 128957 h 169175"/>
                <a:gd name="connsiteX45" fmla="*/ 61344 w 169972"/>
                <a:gd name="connsiteY45" fmla="*/ 136617 h 169175"/>
                <a:gd name="connsiteX46" fmla="*/ 61344 w 169972"/>
                <a:gd name="connsiteY46" fmla="*/ 136617 h 169175"/>
                <a:gd name="connsiteX47" fmla="*/ 53676 w 169972"/>
                <a:gd name="connsiteY47" fmla="*/ 144278 h 169175"/>
                <a:gd name="connsiteX48" fmla="*/ 53676 w 169972"/>
                <a:gd name="connsiteY48" fmla="*/ 144278 h 169175"/>
                <a:gd name="connsiteX49" fmla="*/ 53676 w 169972"/>
                <a:gd name="connsiteY49" fmla="*/ 144278 h 169175"/>
                <a:gd name="connsiteX50" fmla="*/ 53676 w 169972"/>
                <a:gd name="connsiteY50" fmla="*/ 113635 h 169175"/>
                <a:gd name="connsiteX51" fmla="*/ 46008 w 169972"/>
                <a:gd name="connsiteY51" fmla="*/ 105974 h 169175"/>
                <a:gd name="connsiteX52" fmla="*/ 53676 w 169972"/>
                <a:gd name="connsiteY52" fmla="*/ 98313 h 169175"/>
                <a:gd name="connsiteX53" fmla="*/ 61344 w 169972"/>
                <a:gd name="connsiteY53" fmla="*/ 105974 h 169175"/>
                <a:gd name="connsiteX54" fmla="*/ 61344 w 169972"/>
                <a:gd name="connsiteY54" fmla="*/ 105974 h 169175"/>
                <a:gd name="connsiteX55" fmla="*/ 53676 w 169972"/>
                <a:gd name="connsiteY55" fmla="*/ 113635 h 169175"/>
                <a:gd name="connsiteX56" fmla="*/ 53676 w 169972"/>
                <a:gd name="connsiteY56" fmla="*/ 113635 h 169175"/>
                <a:gd name="connsiteX57" fmla="*/ 53676 w 169972"/>
                <a:gd name="connsiteY57" fmla="*/ 113635 h 169175"/>
                <a:gd name="connsiteX58" fmla="*/ 53676 w 169972"/>
                <a:gd name="connsiteY58" fmla="*/ 82992 h 169175"/>
                <a:gd name="connsiteX59" fmla="*/ 46008 w 169972"/>
                <a:gd name="connsiteY59" fmla="*/ 75331 h 169175"/>
                <a:gd name="connsiteX60" fmla="*/ 53676 w 169972"/>
                <a:gd name="connsiteY60" fmla="*/ 67670 h 169175"/>
                <a:gd name="connsiteX61" fmla="*/ 61344 w 169972"/>
                <a:gd name="connsiteY61" fmla="*/ 75331 h 169175"/>
                <a:gd name="connsiteX62" fmla="*/ 61344 w 169972"/>
                <a:gd name="connsiteY62" fmla="*/ 75331 h 169175"/>
                <a:gd name="connsiteX63" fmla="*/ 53676 w 169972"/>
                <a:gd name="connsiteY63" fmla="*/ 82992 h 169175"/>
                <a:gd name="connsiteX64" fmla="*/ 53676 w 169972"/>
                <a:gd name="connsiteY64" fmla="*/ 82992 h 169175"/>
                <a:gd name="connsiteX65" fmla="*/ 53676 w 169972"/>
                <a:gd name="connsiteY65" fmla="*/ 82992 h 169175"/>
                <a:gd name="connsiteX66" fmla="*/ 53676 w 169972"/>
                <a:gd name="connsiteY66" fmla="*/ 52349 h 169175"/>
                <a:gd name="connsiteX67" fmla="*/ 46008 w 169972"/>
                <a:gd name="connsiteY67" fmla="*/ 44688 h 169175"/>
                <a:gd name="connsiteX68" fmla="*/ 53676 w 169972"/>
                <a:gd name="connsiteY68" fmla="*/ 37027 h 169175"/>
                <a:gd name="connsiteX69" fmla="*/ 61344 w 169972"/>
                <a:gd name="connsiteY69" fmla="*/ 44688 h 169175"/>
                <a:gd name="connsiteX70" fmla="*/ 61344 w 169972"/>
                <a:gd name="connsiteY70" fmla="*/ 44688 h 169175"/>
                <a:gd name="connsiteX71" fmla="*/ 53676 w 169972"/>
                <a:gd name="connsiteY71" fmla="*/ 52349 h 169175"/>
                <a:gd name="connsiteX72" fmla="*/ 53676 w 169972"/>
                <a:gd name="connsiteY72" fmla="*/ 52349 h 169175"/>
                <a:gd name="connsiteX73" fmla="*/ 53676 w 169972"/>
                <a:gd name="connsiteY73" fmla="*/ 52349 h 169175"/>
                <a:gd name="connsiteX74" fmla="*/ 84348 w 169972"/>
                <a:gd name="connsiteY74" fmla="*/ 144278 h 169175"/>
                <a:gd name="connsiteX75" fmla="*/ 76679 w 169972"/>
                <a:gd name="connsiteY75" fmla="*/ 136617 h 169175"/>
                <a:gd name="connsiteX76" fmla="*/ 84348 w 169972"/>
                <a:gd name="connsiteY76" fmla="*/ 128957 h 169175"/>
                <a:gd name="connsiteX77" fmla="*/ 92015 w 169972"/>
                <a:gd name="connsiteY77" fmla="*/ 136617 h 169175"/>
                <a:gd name="connsiteX78" fmla="*/ 92015 w 169972"/>
                <a:gd name="connsiteY78" fmla="*/ 136617 h 169175"/>
                <a:gd name="connsiteX79" fmla="*/ 84348 w 169972"/>
                <a:gd name="connsiteY79" fmla="*/ 144278 h 169175"/>
                <a:gd name="connsiteX80" fmla="*/ 84348 w 169972"/>
                <a:gd name="connsiteY80" fmla="*/ 144278 h 169175"/>
                <a:gd name="connsiteX81" fmla="*/ 84348 w 169972"/>
                <a:gd name="connsiteY81" fmla="*/ 144278 h 169175"/>
                <a:gd name="connsiteX82" fmla="*/ 84348 w 169972"/>
                <a:gd name="connsiteY82" fmla="*/ 113635 h 169175"/>
                <a:gd name="connsiteX83" fmla="*/ 76679 w 169972"/>
                <a:gd name="connsiteY83" fmla="*/ 105974 h 169175"/>
                <a:gd name="connsiteX84" fmla="*/ 84348 w 169972"/>
                <a:gd name="connsiteY84" fmla="*/ 98313 h 169175"/>
                <a:gd name="connsiteX85" fmla="*/ 92015 w 169972"/>
                <a:gd name="connsiteY85" fmla="*/ 105974 h 169175"/>
                <a:gd name="connsiteX86" fmla="*/ 92015 w 169972"/>
                <a:gd name="connsiteY86" fmla="*/ 105974 h 169175"/>
                <a:gd name="connsiteX87" fmla="*/ 84348 w 169972"/>
                <a:gd name="connsiteY87" fmla="*/ 113635 h 169175"/>
                <a:gd name="connsiteX88" fmla="*/ 84348 w 169972"/>
                <a:gd name="connsiteY88" fmla="*/ 113635 h 169175"/>
                <a:gd name="connsiteX89" fmla="*/ 84348 w 169972"/>
                <a:gd name="connsiteY89" fmla="*/ 113635 h 169175"/>
                <a:gd name="connsiteX90" fmla="*/ 84348 w 169972"/>
                <a:gd name="connsiteY90" fmla="*/ 82992 h 169175"/>
                <a:gd name="connsiteX91" fmla="*/ 76679 w 169972"/>
                <a:gd name="connsiteY91" fmla="*/ 75331 h 169175"/>
                <a:gd name="connsiteX92" fmla="*/ 84348 w 169972"/>
                <a:gd name="connsiteY92" fmla="*/ 67670 h 169175"/>
                <a:gd name="connsiteX93" fmla="*/ 92015 w 169972"/>
                <a:gd name="connsiteY93" fmla="*/ 75331 h 169175"/>
                <a:gd name="connsiteX94" fmla="*/ 92015 w 169972"/>
                <a:gd name="connsiteY94" fmla="*/ 75331 h 169175"/>
                <a:gd name="connsiteX95" fmla="*/ 84348 w 169972"/>
                <a:gd name="connsiteY95" fmla="*/ 82992 h 169175"/>
                <a:gd name="connsiteX96" fmla="*/ 84348 w 169972"/>
                <a:gd name="connsiteY96" fmla="*/ 82992 h 169175"/>
                <a:gd name="connsiteX97" fmla="*/ 84348 w 169972"/>
                <a:gd name="connsiteY97" fmla="*/ 52349 h 169175"/>
                <a:gd name="connsiteX98" fmla="*/ 76679 w 169972"/>
                <a:gd name="connsiteY98" fmla="*/ 44688 h 169175"/>
                <a:gd name="connsiteX99" fmla="*/ 84348 w 169972"/>
                <a:gd name="connsiteY99" fmla="*/ 37027 h 169175"/>
                <a:gd name="connsiteX100" fmla="*/ 92015 w 169972"/>
                <a:gd name="connsiteY100" fmla="*/ 44688 h 169175"/>
                <a:gd name="connsiteX101" fmla="*/ 92015 w 169972"/>
                <a:gd name="connsiteY101" fmla="*/ 44688 h 169175"/>
                <a:gd name="connsiteX102" fmla="*/ 84348 w 169972"/>
                <a:gd name="connsiteY102" fmla="*/ 52349 h 169175"/>
                <a:gd name="connsiteX103" fmla="*/ 84348 w 169972"/>
                <a:gd name="connsiteY103" fmla="*/ 52349 h 169175"/>
                <a:gd name="connsiteX104" fmla="*/ 115019 w 169972"/>
                <a:gd name="connsiteY104" fmla="*/ 144278 h 169175"/>
                <a:gd name="connsiteX105" fmla="*/ 107351 w 169972"/>
                <a:gd name="connsiteY105" fmla="*/ 136617 h 169175"/>
                <a:gd name="connsiteX106" fmla="*/ 115019 w 169972"/>
                <a:gd name="connsiteY106" fmla="*/ 128957 h 169175"/>
                <a:gd name="connsiteX107" fmla="*/ 122687 w 169972"/>
                <a:gd name="connsiteY107" fmla="*/ 136617 h 169175"/>
                <a:gd name="connsiteX108" fmla="*/ 122687 w 169972"/>
                <a:gd name="connsiteY108" fmla="*/ 136617 h 169175"/>
                <a:gd name="connsiteX109" fmla="*/ 115019 w 169972"/>
                <a:gd name="connsiteY109" fmla="*/ 144278 h 169175"/>
                <a:gd name="connsiteX110" fmla="*/ 115019 w 169972"/>
                <a:gd name="connsiteY110" fmla="*/ 144278 h 169175"/>
                <a:gd name="connsiteX111" fmla="*/ 115019 w 169972"/>
                <a:gd name="connsiteY111" fmla="*/ 144278 h 169175"/>
                <a:gd name="connsiteX112" fmla="*/ 115019 w 169972"/>
                <a:gd name="connsiteY112" fmla="*/ 113635 h 169175"/>
                <a:gd name="connsiteX113" fmla="*/ 107351 w 169972"/>
                <a:gd name="connsiteY113" fmla="*/ 105974 h 169175"/>
                <a:gd name="connsiteX114" fmla="*/ 115019 w 169972"/>
                <a:gd name="connsiteY114" fmla="*/ 98313 h 169175"/>
                <a:gd name="connsiteX115" fmla="*/ 122687 w 169972"/>
                <a:gd name="connsiteY115" fmla="*/ 105974 h 169175"/>
                <a:gd name="connsiteX116" fmla="*/ 122687 w 169972"/>
                <a:gd name="connsiteY116" fmla="*/ 105974 h 169175"/>
                <a:gd name="connsiteX117" fmla="*/ 115019 w 169972"/>
                <a:gd name="connsiteY117" fmla="*/ 113635 h 169175"/>
                <a:gd name="connsiteX118" fmla="*/ 115019 w 169972"/>
                <a:gd name="connsiteY118" fmla="*/ 113635 h 169175"/>
                <a:gd name="connsiteX119" fmla="*/ 115019 w 169972"/>
                <a:gd name="connsiteY119" fmla="*/ 113635 h 169175"/>
                <a:gd name="connsiteX120" fmla="*/ 115019 w 169972"/>
                <a:gd name="connsiteY120" fmla="*/ 82992 h 169175"/>
                <a:gd name="connsiteX121" fmla="*/ 107351 w 169972"/>
                <a:gd name="connsiteY121" fmla="*/ 75331 h 169175"/>
                <a:gd name="connsiteX122" fmla="*/ 115019 w 169972"/>
                <a:gd name="connsiteY122" fmla="*/ 67670 h 169175"/>
                <a:gd name="connsiteX123" fmla="*/ 122687 w 169972"/>
                <a:gd name="connsiteY123" fmla="*/ 75331 h 169175"/>
                <a:gd name="connsiteX124" fmla="*/ 122687 w 169972"/>
                <a:gd name="connsiteY124" fmla="*/ 75331 h 169175"/>
                <a:gd name="connsiteX125" fmla="*/ 115019 w 169972"/>
                <a:gd name="connsiteY125" fmla="*/ 82992 h 169175"/>
                <a:gd name="connsiteX126" fmla="*/ 115019 w 169972"/>
                <a:gd name="connsiteY126" fmla="*/ 82992 h 169175"/>
                <a:gd name="connsiteX127" fmla="*/ 115019 w 169972"/>
                <a:gd name="connsiteY127" fmla="*/ 52349 h 169175"/>
                <a:gd name="connsiteX128" fmla="*/ 107351 w 169972"/>
                <a:gd name="connsiteY128" fmla="*/ 44688 h 169175"/>
                <a:gd name="connsiteX129" fmla="*/ 115019 w 169972"/>
                <a:gd name="connsiteY129" fmla="*/ 37027 h 169175"/>
                <a:gd name="connsiteX130" fmla="*/ 122687 w 169972"/>
                <a:gd name="connsiteY130" fmla="*/ 44688 h 169175"/>
                <a:gd name="connsiteX131" fmla="*/ 122687 w 169972"/>
                <a:gd name="connsiteY131" fmla="*/ 44688 h 169175"/>
                <a:gd name="connsiteX132" fmla="*/ 115019 w 169972"/>
                <a:gd name="connsiteY132" fmla="*/ 52349 h 169175"/>
                <a:gd name="connsiteX133" fmla="*/ 115019 w 169972"/>
                <a:gd name="connsiteY133" fmla="*/ 52349 h 169175"/>
                <a:gd name="connsiteX134" fmla="*/ 145691 w 169972"/>
                <a:gd name="connsiteY134" fmla="*/ 113635 h 169175"/>
                <a:gd name="connsiteX135" fmla="*/ 138023 w 169972"/>
                <a:gd name="connsiteY135" fmla="*/ 105974 h 169175"/>
                <a:gd name="connsiteX136" fmla="*/ 145691 w 169972"/>
                <a:gd name="connsiteY136" fmla="*/ 98313 h 169175"/>
                <a:gd name="connsiteX137" fmla="*/ 153358 w 169972"/>
                <a:gd name="connsiteY137" fmla="*/ 105974 h 169175"/>
                <a:gd name="connsiteX138" fmla="*/ 153358 w 169972"/>
                <a:gd name="connsiteY138" fmla="*/ 105974 h 169175"/>
                <a:gd name="connsiteX139" fmla="*/ 145691 w 169972"/>
                <a:gd name="connsiteY139" fmla="*/ 113635 h 169175"/>
                <a:gd name="connsiteX140" fmla="*/ 145691 w 169972"/>
                <a:gd name="connsiteY140" fmla="*/ 113635 h 169175"/>
                <a:gd name="connsiteX141" fmla="*/ 145691 w 169972"/>
                <a:gd name="connsiteY141" fmla="*/ 113635 h 169175"/>
                <a:gd name="connsiteX142" fmla="*/ 145691 w 169972"/>
                <a:gd name="connsiteY142" fmla="*/ 37027 h 169175"/>
                <a:gd name="connsiteX143" fmla="*/ 153358 w 169972"/>
                <a:gd name="connsiteY143" fmla="*/ 44688 h 169175"/>
                <a:gd name="connsiteX144" fmla="*/ 145691 w 169972"/>
                <a:gd name="connsiteY144" fmla="*/ 52349 h 169175"/>
                <a:gd name="connsiteX145" fmla="*/ 138023 w 169972"/>
                <a:gd name="connsiteY145" fmla="*/ 44688 h 169175"/>
                <a:gd name="connsiteX146" fmla="*/ 138023 w 169972"/>
                <a:gd name="connsiteY146" fmla="*/ 44688 h 169175"/>
                <a:gd name="connsiteX147" fmla="*/ 145691 w 169972"/>
                <a:gd name="connsiteY147" fmla="*/ 37027 h 169175"/>
                <a:gd name="connsiteX148" fmla="*/ 145691 w 169972"/>
                <a:gd name="connsiteY148" fmla="*/ 37027 h 169175"/>
                <a:gd name="connsiteX149" fmla="*/ 145691 w 169972"/>
                <a:gd name="connsiteY149" fmla="*/ 37027 h 169175"/>
                <a:gd name="connsiteX150" fmla="*/ 145691 w 169972"/>
                <a:gd name="connsiteY150" fmla="*/ 67670 h 169175"/>
                <a:gd name="connsiteX151" fmla="*/ 153358 w 169972"/>
                <a:gd name="connsiteY151" fmla="*/ 75331 h 169175"/>
                <a:gd name="connsiteX152" fmla="*/ 145691 w 169972"/>
                <a:gd name="connsiteY152" fmla="*/ 82992 h 169175"/>
                <a:gd name="connsiteX153" fmla="*/ 138023 w 169972"/>
                <a:gd name="connsiteY153" fmla="*/ 75331 h 169175"/>
                <a:gd name="connsiteX154" fmla="*/ 138023 w 169972"/>
                <a:gd name="connsiteY154" fmla="*/ 75331 h 169175"/>
                <a:gd name="connsiteX155" fmla="*/ 145052 w 169972"/>
                <a:gd name="connsiteY155" fmla="*/ 67032 h 169175"/>
                <a:gd name="connsiteX156" fmla="*/ 145691 w 169972"/>
                <a:gd name="connsiteY156" fmla="*/ 67670 h 169175"/>
                <a:gd name="connsiteX157" fmla="*/ 145691 w 169972"/>
                <a:gd name="connsiteY157" fmla="*/ 67670 h 16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169972" h="169175">
                  <a:moveTo>
                    <a:pt x="136745" y="8938"/>
                  </a:moveTo>
                  <a:cubicBezTo>
                    <a:pt x="136745" y="12768"/>
                    <a:pt x="134189" y="15322"/>
                    <a:pt x="130355" y="15322"/>
                  </a:cubicBezTo>
                  <a:cubicBezTo>
                    <a:pt x="126521" y="15322"/>
                    <a:pt x="123965" y="12768"/>
                    <a:pt x="123965" y="8938"/>
                  </a:cubicBezTo>
                  <a:lnTo>
                    <a:pt x="123965" y="0"/>
                  </a:lnTo>
                  <a:lnTo>
                    <a:pt x="45369" y="0"/>
                  </a:lnTo>
                  <a:lnTo>
                    <a:pt x="45369" y="8938"/>
                  </a:lnTo>
                  <a:cubicBezTo>
                    <a:pt x="45369" y="12768"/>
                    <a:pt x="42813" y="15322"/>
                    <a:pt x="38979" y="15322"/>
                  </a:cubicBezTo>
                  <a:cubicBezTo>
                    <a:pt x="35145" y="15322"/>
                    <a:pt x="32589" y="12768"/>
                    <a:pt x="32589" y="8938"/>
                  </a:cubicBezTo>
                  <a:lnTo>
                    <a:pt x="32589" y="0"/>
                  </a:lnTo>
                  <a:lnTo>
                    <a:pt x="0" y="0"/>
                  </a:lnTo>
                  <a:lnTo>
                    <a:pt x="0" y="169176"/>
                  </a:lnTo>
                  <a:lnTo>
                    <a:pt x="169973" y="169176"/>
                  </a:lnTo>
                  <a:lnTo>
                    <a:pt x="169973" y="0"/>
                  </a:lnTo>
                  <a:lnTo>
                    <a:pt x="137384" y="0"/>
                  </a:lnTo>
                  <a:lnTo>
                    <a:pt x="137384" y="8938"/>
                  </a:lnTo>
                  <a:close/>
                  <a:moveTo>
                    <a:pt x="23004" y="144278"/>
                  </a:moveTo>
                  <a:cubicBezTo>
                    <a:pt x="18531" y="144278"/>
                    <a:pt x="15336" y="141086"/>
                    <a:pt x="15336" y="136617"/>
                  </a:cubicBezTo>
                  <a:cubicBezTo>
                    <a:pt x="15336" y="132149"/>
                    <a:pt x="18531" y="128957"/>
                    <a:pt x="23004" y="128957"/>
                  </a:cubicBezTo>
                  <a:cubicBezTo>
                    <a:pt x="27477" y="128957"/>
                    <a:pt x="30672" y="132149"/>
                    <a:pt x="30672" y="136617"/>
                  </a:cubicBezTo>
                  <a:lnTo>
                    <a:pt x="30672" y="136617"/>
                  </a:lnTo>
                  <a:cubicBezTo>
                    <a:pt x="30672" y="140448"/>
                    <a:pt x="27477" y="144278"/>
                    <a:pt x="23004" y="144278"/>
                  </a:cubicBezTo>
                  <a:lnTo>
                    <a:pt x="23004" y="144278"/>
                  </a:lnTo>
                  <a:lnTo>
                    <a:pt x="23004" y="144278"/>
                  </a:lnTo>
                  <a:close/>
                  <a:moveTo>
                    <a:pt x="23004" y="113635"/>
                  </a:moveTo>
                  <a:cubicBezTo>
                    <a:pt x="18531" y="113635"/>
                    <a:pt x="15336" y="110443"/>
                    <a:pt x="15336" y="105974"/>
                  </a:cubicBezTo>
                  <a:cubicBezTo>
                    <a:pt x="15336" y="101505"/>
                    <a:pt x="18531" y="98313"/>
                    <a:pt x="23004" y="98313"/>
                  </a:cubicBezTo>
                  <a:cubicBezTo>
                    <a:pt x="27477" y="98313"/>
                    <a:pt x="30672" y="101505"/>
                    <a:pt x="30672" y="105974"/>
                  </a:cubicBezTo>
                  <a:cubicBezTo>
                    <a:pt x="30672" y="105974"/>
                    <a:pt x="30672" y="105974"/>
                    <a:pt x="30672" y="105974"/>
                  </a:cubicBezTo>
                  <a:cubicBezTo>
                    <a:pt x="30672" y="109805"/>
                    <a:pt x="27477" y="113635"/>
                    <a:pt x="23004" y="113635"/>
                  </a:cubicBezTo>
                  <a:lnTo>
                    <a:pt x="23004" y="113635"/>
                  </a:lnTo>
                  <a:close/>
                  <a:moveTo>
                    <a:pt x="23004" y="82992"/>
                  </a:moveTo>
                  <a:cubicBezTo>
                    <a:pt x="18531" y="82992"/>
                    <a:pt x="15336" y="79800"/>
                    <a:pt x="15336" y="75331"/>
                  </a:cubicBezTo>
                  <a:cubicBezTo>
                    <a:pt x="15336" y="70862"/>
                    <a:pt x="18531" y="67670"/>
                    <a:pt x="23004" y="67670"/>
                  </a:cubicBezTo>
                  <a:cubicBezTo>
                    <a:pt x="27477" y="67670"/>
                    <a:pt x="30672" y="70862"/>
                    <a:pt x="30672" y="75331"/>
                  </a:cubicBezTo>
                  <a:lnTo>
                    <a:pt x="30672" y="75331"/>
                  </a:lnTo>
                  <a:cubicBezTo>
                    <a:pt x="30672" y="79162"/>
                    <a:pt x="27477" y="82992"/>
                    <a:pt x="23004" y="82992"/>
                  </a:cubicBezTo>
                  <a:close/>
                  <a:moveTo>
                    <a:pt x="23004" y="52349"/>
                  </a:moveTo>
                  <a:cubicBezTo>
                    <a:pt x="18531" y="52349"/>
                    <a:pt x="15336" y="49157"/>
                    <a:pt x="15336" y="44688"/>
                  </a:cubicBezTo>
                  <a:cubicBezTo>
                    <a:pt x="15336" y="40219"/>
                    <a:pt x="18531" y="37027"/>
                    <a:pt x="23004" y="37027"/>
                  </a:cubicBezTo>
                  <a:cubicBezTo>
                    <a:pt x="27477" y="37027"/>
                    <a:pt x="30672" y="40219"/>
                    <a:pt x="30672" y="44688"/>
                  </a:cubicBezTo>
                  <a:lnTo>
                    <a:pt x="30672" y="44688"/>
                  </a:lnTo>
                  <a:cubicBezTo>
                    <a:pt x="30672" y="48518"/>
                    <a:pt x="27477" y="52349"/>
                    <a:pt x="23004" y="52349"/>
                  </a:cubicBezTo>
                  <a:close/>
                  <a:moveTo>
                    <a:pt x="53676" y="144278"/>
                  </a:moveTo>
                  <a:cubicBezTo>
                    <a:pt x="49203" y="144278"/>
                    <a:pt x="46008" y="141086"/>
                    <a:pt x="46008" y="136617"/>
                  </a:cubicBezTo>
                  <a:cubicBezTo>
                    <a:pt x="46008" y="132149"/>
                    <a:pt x="49203" y="128957"/>
                    <a:pt x="53676" y="128957"/>
                  </a:cubicBezTo>
                  <a:cubicBezTo>
                    <a:pt x="58149" y="128957"/>
                    <a:pt x="61344" y="132149"/>
                    <a:pt x="61344" y="136617"/>
                  </a:cubicBezTo>
                  <a:lnTo>
                    <a:pt x="61344" y="136617"/>
                  </a:lnTo>
                  <a:cubicBezTo>
                    <a:pt x="61344" y="140448"/>
                    <a:pt x="58149" y="144278"/>
                    <a:pt x="53676" y="144278"/>
                  </a:cubicBezTo>
                  <a:cubicBezTo>
                    <a:pt x="53676" y="144278"/>
                    <a:pt x="53676" y="144278"/>
                    <a:pt x="53676" y="144278"/>
                  </a:cubicBezTo>
                  <a:lnTo>
                    <a:pt x="53676" y="144278"/>
                  </a:lnTo>
                  <a:close/>
                  <a:moveTo>
                    <a:pt x="53676" y="113635"/>
                  </a:moveTo>
                  <a:cubicBezTo>
                    <a:pt x="49203" y="113635"/>
                    <a:pt x="46008" y="110443"/>
                    <a:pt x="46008" y="105974"/>
                  </a:cubicBezTo>
                  <a:cubicBezTo>
                    <a:pt x="46008" y="101505"/>
                    <a:pt x="49203" y="98313"/>
                    <a:pt x="53676" y="98313"/>
                  </a:cubicBezTo>
                  <a:cubicBezTo>
                    <a:pt x="58149" y="98313"/>
                    <a:pt x="61344" y="101505"/>
                    <a:pt x="61344" y="105974"/>
                  </a:cubicBezTo>
                  <a:cubicBezTo>
                    <a:pt x="61344" y="105974"/>
                    <a:pt x="61344" y="105974"/>
                    <a:pt x="61344" y="105974"/>
                  </a:cubicBezTo>
                  <a:cubicBezTo>
                    <a:pt x="61344" y="109805"/>
                    <a:pt x="58149" y="113635"/>
                    <a:pt x="53676" y="113635"/>
                  </a:cubicBezTo>
                  <a:cubicBezTo>
                    <a:pt x="53676" y="113635"/>
                    <a:pt x="53676" y="113635"/>
                    <a:pt x="53676" y="113635"/>
                  </a:cubicBezTo>
                  <a:lnTo>
                    <a:pt x="53676" y="113635"/>
                  </a:lnTo>
                  <a:close/>
                  <a:moveTo>
                    <a:pt x="53676" y="82992"/>
                  </a:moveTo>
                  <a:cubicBezTo>
                    <a:pt x="49203" y="82992"/>
                    <a:pt x="46008" y="79800"/>
                    <a:pt x="46008" y="75331"/>
                  </a:cubicBezTo>
                  <a:cubicBezTo>
                    <a:pt x="46008" y="70862"/>
                    <a:pt x="49203" y="67670"/>
                    <a:pt x="53676" y="67670"/>
                  </a:cubicBezTo>
                  <a:cubicBezTo>
                    <a:pt x="58149" y="67670"/>
                    <a:pt x="61344" y="70862"/>
                    <a:pt x="61344" y="75331"/>
                  </a:cubicBezTo>
                  <a:lnTo>
                    <a:pt x="61344" y="75331"/>
                  </a:lnTo>
                  <a:cubicBezTo>
                    <a:pt x="61344" y="79162"/>
                    <a:pt x="58149" y="82992"/>
                    <a:pt x="53676" y="82992"/>
                  </a:cubicBezTo>
                  <a:cubicBezTo>
                    <a:pt x="53676" y="82992"/>
                    <a:pt x="53676" y="82992"/>
                    <a:pt x="53676" y="82992"/>
                  </a:cubicBezTo>
                  <a:lnTo>
                    <a:pt x="53676" y="82992"/>
                  </a:lnTo>
                  <a:close/>
                  <a:moveTo>
                    <a:pt x="53676" y="52349"/>
                  </a:moveTo>
                  <a:cubicBezTo>
                    <a:pt x="49203" y="52349"/>
                    <a:pt x="46008" y="49157"/>
                    <a:pt x="46008" y="44688"/>
                  </a:cubicBezTo>
                  <a:cubicBezTo>
                    <a:pt x="46008" y="40219"/>
                    <a:pt x="49203" y="37027"/>
                    <a:pt x="53676" y="37027"/>
                  </a:cubicBezTo>
                  <a:cubicBezTo>
                    <a:pt x="58149" y="37027"/>
                    <a:pt x="61344" y="40219"/>
                    <a:pt x="61344" y="44688"/>
                  </a:cubicBezTo>
                  <a:lnTo>
                    <a:pt x="61344" y="44688"/>
                  </a:lnTo>
                  <a:cubicBezTo>
                    <a:pt x="61344" y="48518"/>
                    <a:pt x="58149" y="52349"/>
                    <a:pt x="53676" y="52349"/>
                  </a:cubicBezTo>
                  <a:cubicBezTo>
                    <a:pt x="53676" y="52349"/>
                    <a:pt x="53676" y="52349"/>
                    <a:pt x="53676" y="52349"/>
                  </a:cubicBezTo>
                  <a:lnTo>
                    <a:pt x="53676" y="52349"/>
                  </a:lnTo>
                  <a:close/>
                  <a:moveTo>
                    <a:pt x="84348" y="144278"/>
                  </a:moveTo>
                  <a:cubicBezTo>
                    <a:pt x="79874" y="144278"/>
                    <a:pt x="76679" y="141086"/>
                    <a:pt x="76679" y="136617"/>
                  </a:cubicBezTo>
                  <a:cubicBezTo>
                    <a:pt x="76679" y="132149"/>
                    <a:pt x="79874" y="128957"/>
                    <a:pt x="84348" y="128957"/>
                  </a:cubicBezTo>
                  <a:cubicBezTo>
                    <a:pt x="88820" y="128957"/>
                    <a:pt x="92015" y="132149"/>
                    <a:pt x="92015" y="136617"/>
                  </a:cubicBezTo>
                  <a:cubicBezTo>
                    <a:pt x="92015" y="136617"/>
                    <a:pt x="92015" y="136617"/>
                    <a:pt x="92015" y="136617"/>
                  </a:cubicBezTo>
                  <a:cubicBezTo>
                    <a:pt x="92015" y="140448"/>
                    <a:pt x="88820" y="144278"/>
                    <a:pt x="84348" y="144278"/>
                  </a:cubicBezTo>
                  <a:cubicBezTo>
                    <a:pt x="84348" y="144278"/>
                    <a:pt x="84348" y="144278"/>
                    <a:pt x="84348" y="144278"/>
                  </a:cubicBezTo>
                  <a:lnTo>
                    <a:pt x="84348" y="144278"/>
                  </a:lnTo>
                  <a:close/>
                  <a:moveTo>
                    <a:pt x="84348" y="113635"/>
                  </a:moveTo>
                  <a:cubicBezTo>
                    <a:pt x="79874" y="113635"/>
                    <a:pt x="76679" y="110443"/>
                    <a:pt x="76679" y="105974"/>
                  </a:cubicBezTo>
                  <a:cubicBezTo>
                    <a:pt x="76679" y="101505"/>
                    <a:pt x="79874" y="98313"/>
                    <a:pt x="84348" y="98313"/>
                  </a:cubicBezTo>
                  <a:cubicBezTo>
                    <a:pt x="88820" y="98313"/>
                    <a:pt x="92015" y="101505"/>
                    <a:pt x="92015" y="105974"/>
                  </a:cubicBezTo>
                  <a:cubicBezTo>
                    <a:pt x="92015" y="105974"/>
                    <a:pt x="92015" y="105974"/>
                    <a:pt x="92015" y="105974"/>
                  </a:cubicBezTo>
                  <a:cubicBezTo>
                    <a:pt x="92015" y="109805"/>
                    <a:pt x="88820" y="113635"/>
                    <a:pt x="84348" y="113635"/>
                  </a:cubicBezTo>
                  <a:lnTo>
                    <a:pt x="84348" y="113635"/>
                  </a:lnTo>
                  <a:lnTo>
                    <a:pt x="84348" y="113635"/>
                  </a:lnTo>
                  <a:close/>
                  <a:moveTo>
                    <a:pt x="84348" y="82992"/>
                  </a:moveTo>
                  <a:cubicBezTo>
                    <a:pt x="79874" y="82992"/>
                    <a:pt x="76679" y="79800"/>
                    <a:pt x="76679" y="75331"/>
                  </a:cubicBezTo>
                  <a:cubicBezTo>
                    <a:pt x="76679" y="70862"/>
                    <a:pt x="79874" y="67670"/>
                    <a:pt x="84348" y="67670"/>
                  </a:cubicBezTo>
                  <a:cubicBezTo>
                    <a:pt x="88820" y="67670"/>
                    <a:pt x="92015" y="70862"/>
                    <a:pt x="92015" y="75331"/>
                  </a:cubicBezTo>
                  <a:cubicBezTo>
                    <a:pt x="92015" y="75331"/>
                    <a:pt x="92015" y="75331"/>
                    <a:pt x="92015" y="75331"/>
                  </a:cubicBezTo>
                  <a:cubicBezTo>
                    <a:pt x="92015" y="79162"/>
                    <a:pt x="88820" y="82992"/>
                    <a:pt x="84348" y="82992"/>
                  </a:cubicBezTo>
                  <a:lnTo>
                    <a:pt x="84348" y="82992"/>
                  </a:lnTo>
                  <a:close/>
                  <a:moveTo>
                    <a:pt x="84348" y="52349"/>
                  </a:moveTo>
                  <a:cubicBezTo>
                    <a:pt x="79874" y="52349"/>
                    <a:pt x="76679" y="49157"/>
                    <a:pt x="76679" y="44688"/>
                  </a:cubicBezTo>
                  <a:cubicBezTo>
                    <a:pt x="76679" y="40219"/>
                    <a:pt x="79874" y="37027"/>
                    <a:pt x="84348" y="37027"/>
                  </a:cubicBezTo>
                  <a:cubicBezTo>
                    <a:pt x="88820" y="37027"/>
                    <a:pt x="92015" y="40219"/>
                    <a:pt x="92015" y="44688"/>
                  </a:cubicBezTo>
                  <a:cubicBezTo>
                    <a:pt x="92015" y="44688"/>
                    <a:pt x="92015" y="44688"/>
                    <a:pt x="92015" y="44688"/>
                  </a:cubicBezTo>
                  <a:cubicBezTo>
                    <a:pt x="92015" y="48518"/>
                    <a:pt x="88820" y="52349"/>
                    <a:pt x="84348" y="52349"/>
                  </a:cubicBezTo>
                  <a:lnTo>
                    <a:pt x="84348" y="52349"/>
                  </a:lnTo>
                  <a:close/>
                  <a:moveTo>
                    <a:pt x="115019" y="144278"/>
                  </a:moveTo>
                  <a:cubicBezTo>
                    <a:pt x="110546" y="144278"/>
                    <a:pt x="107351" y="141086"/>
                    <a:pt x="107351" y="136617"/>
                  </a:cubicBezTo>
                  <a:cubicBezTo>
                    <a:pt x="107351" y="132149"/>
                    <a:pt x="110546" y="128957"/>
                    <a:pt x="115019" y="128957"/>
                  </a:cubicBezTo>
                  <a:cubicBezTo>
                    <a:pt x="119492" y="128957"/>
                    <a:pt x="122687" y="132149"/>
                    <a:pt x="122687" y="136617"/>
                  </a:cubicBezTo>
                  <a:cubicBezTo>
                    <a:pt x="122687" y="136617"/>
                    <a:pt x="122687" y="136617"/>
                    <a:pt x="122687" y="136617"/>
                  </a:cubicBezTo>
                  <a:cubicBezTo>
                    <a:pt x="123326" y="140448"/>
                    <a:pt x="119492" y="144278"/>
                    <a:pt x="115019" y="144278"/>
                  </a:cubicBezTo>
                  <a:cubicBezTo>
                    <a:pt x="115019" y="144278"/>
                    <a:pt x="115019" y="144278"/>
                    <a:pt x="115019" y="144278"/>
                  </a:cubicBezTo>
                  <a:lnTo>
                    <a:pt x="115019" y="144278"/>
                  </a:lnTo>
                  <a:close/>
                  <a:moveTo>
                    <a:pt x="115019" y="113635"/>
                  </a:moveTo>
                  <a:cubicBezTo>
                    <a:pt x="110546" y="113635"/>
                    <a:pt x="107351" y="110443"/>
                    <a:pt x="107351" y="105974"/>
                  </a:cubicBezTo>
                  <a:cubicBezTo>
                    <a:pt x="107351" y="101505"/>
                    <a:pt x="110546" y="98313"/>
                    <a:pt x="115019" y="98313"/>
                  </a:cubicBezTo>
                  <a:cubicBezTo>
                    <a:pt x="119492" y="98313"/>
                    <a:pt x="122687" y="101505"/>
                    <a:pt x="122687" y="105974"/>
                  </a:cubicBezTo>
                  <a:cubicBezTo>
                    <a:pt x="122687" y="105974"/>
                    <a:pt x="122687" y="105974"/>
                    <a:pt x="122687" y="105974"/>
                  </a:cubicBezTo>
                  <a:cubicBezTo>
                    <a:pt x="123326" y="109805"/>
                    <a:pt x="119492" y="113635"/>
                    <a:pt x="115019" y="113635"/>
                  </a:cubicBezTo>
                  <a:cubicBezTo>
                    <a:pt x="115019" y="113635"/>
                    <a:pt x="115019" y="113635"/>
                    <a:pt x="115019" y="113635"/>
                  </a:cubicBezTo>
                  <a:lnTo>
                    <a:pt x="115019" y="113635"/>
                  </a:lnTo>
                  <a:close/>
                  <a:moveTo>
                    <a:pt x="115019" y="82992"/>
                  </a:moveTo>
                  <a:cubicBezTo>
                    <a:pt x="110546" y="82992"/>
                    <a:pt x="107351" y="79800"/>
                    <a:pt x="107351" y="75331"/>
                  </a:cubicBezTo>
                  <a:cubicBezTo>
                    <a:pt x="107351" y="70862"/>
                    <a:pt x="110546" y="67670"/>
                    <a:pt x="115019" y="67670"/>
                  </a:cubicBezTo>
                  <a:cubicBezTo>
                    <a:pt x="119492" y="67670"/>
                    <a:pt x="122687" y="70862"/>
                    <a:pt x="122687" y="75331"/>
                  </a:cubicBezTo>
                  <a:cubicBezTo>
                    <a:pt x="122687" y="75331"/>
                    <a:pt x="122687" y="75331"/>
                    <a:pt x="122687" y="75331"/>
                  </a:cubicBezTo>
                  <a:cubicBezTo>
                    <a:pt x="123326" y="79162"/>
                    <a:pt x="119492" y="82992"/>
                    <a:pt x="115019" y="82992"/>
                  </a:cubicBezTo>
                  <a:lnTo>
                    <a:pt x="115019" y="82992"/>
                  </a:lnTo>
                  <a:close/>
                  <a:moveTo>
                    <a:pt x="115019" y="52349"/>
                  </a:moveTo>
                  <a:cubicBezTo>
                    <a:pt x="110546" y="52349"/>
                    <a:pt x="107351" y="49157"/>
                    <a:pt x="107351" y="44688"/>
                  </a:cubicBezTo>
                  <a:cubicBezTo>
                    <a:pt x="107351" y="40219"/>
                    <a:pt x="110546" y="37027"/>
                    <a:pt x="115019" y="37027"/>
                  </a:cubicBezTo>
                  <a:cubicBezTo>
                    <a:pt x="119492" y="37027"/>
                    <a:pt x="122687" y="40219"/>
                    <a:pt x="122687" y="44688"/>
                  </a:cubicBezTo>
                  <a:cubicBezTo>
                    <a:pt x="122687" y="44688"/>
                    <a:pt x="122687" y="44688"/>
                    <a:pt x="122687" y="44688"/>
                  </a:cubicBezTo>
                  <a:cubicBezTo>
                    <a:pt x="123326" y="48518"/>
                    <a:pt x="119492" y="52349"/>
                    <a:pt x="115019" y="52349"/>
                  </a:cubicBezTo>
                  <a:lnTo>
                    <a:pt x="115019" y="52349"/>
                  </a:lnTo>
                  <a:close/>
                  <a:moveTo>
                    <a:pt x="145691" y="113635"/>
                  </a:moveTo>
                  <a:cubicBezTo>
                    <a:pt x="141218" y="113635"/>
                    <a:pt x="138023" y="110443"/>
                    <a:pt x="138023" y="105974"/>
                  </a:cubicBezTo>
                  <a:cubicBezTo>
                    <a:pt x="138023" y="101505"/>
                    <a:pt x="141218" y="98313"/>
                    <a:pt x="145691" y="98313"/>
                  </a:cubicBezTo>
                  <a:cubicBezTo>
                    <a:pt x="150164" y="98313"/>
                    <a:pt x="153358" y="101505"/>
                    <a:pt x="153358" y="105974"/>
                  </a:cubicBezTo>
                  <a:cubicBezTo>
                    <a:pt x="153358" y="105974"/>
                    <a:pt x="153358" y="105974"/>
                    <a:pt x="153358" y="105974"/>
                  </a:cubicBezTo>
                  <a:cubicBezTo>
                    <a:pt x="153998" y="109805"/>
                    <a:pt x="150164" y="113635"/>
                    <a:pt x="145691" y="113635"/>
                  </a:cubicBezTo>
                  <a:cubicBezTo>
                    <a:pt x="145691" y="113635"/>
                    <a:pt x="145691" y="113635"/>
                    <a:pt x="145691" y="113635"/>
                  </a:cubicBezTo>
                  <a:lnTo>
                    <a:pt x="145691" y="113635"/>
                  </a:lnTo>
                  <a:close/>
                  <a:moveTo>
                    <a:pt x="145691" y="37027"/>
                  </a:moveTo>
                  <a:cubicBezTo>
                    <a:pt x="150164" y="37027"/>
                    <a:pt x="153358" y="40219"/>
                    <a:pt x="153358" y="44688"/>
                  </a:cubicBezTo>
                  <a:cubicBezTo>
                    <a:pt x="153358" y="49157"/>
                    <a:pt x="150164" y="52349"/>
                    <a:pt x="145691" y="52349"/>
                  </a:cubicBezTo>
                  <a:cubicBezTo>
                    <a:pt x="141218" y="52349"/>
                    <a:pt x="138023" y="49157"/>
                    <a:pt x="138023" y="44688"/>
                  </a:cubicBezTo>
                  <a:cubicBezTo>
                    <a:pt x="138023" y="44688"/>
                    <a:pt x="138023" y="44688"/>
                    <a:pt x="138023" y="44688"/>
                  </a:cubicBezTo>
                  <a:cubicBezTo>
                    <a:pt x="138023" y="40219"/>
                    <a:pt x="141218" y="37027"/>
                    <a:pt x="145691" y="37027"/>
                  </a:cubicBezTo>
                  <a:cubicBezTo>
                    <a:pt x="145691" y="36389"/>
                    <a:pt x="145691" y="36389"/>
                    <a:pt x="145691" y="37027"/>
                  </a:cubicBezTo>
                  <a:lnTo>
                    <a:pt x="145691" y="37027"/>
                  </a:lnTo>
                  <a:close/>
                  <a:moveTo>
                    <a:pt x="145691" y="67670"/>
                  </a:moveTo>
                  <a:cubicBezTo>
                    <a:pt x="150164" y="67670"/>
                    <a:pt x="153358" y="70862"/>
                    <a:pt x="153358" y="75331"/>
                  </a:cubicBezTo>
                  <a:cubicBezTo>
                    <a:pt x="153358" y="79800"/>
                    <a:pt x="150164" y="82992"/>
                    <a:pt x="145691" y="82992"/>
                  </a:cubicBezTo>
                  <a:cubicBezTo>
                    <a:pt x="141218" y="82992"/>
                    <a:pt x="138023" y="79800"/>
                    <a:pt x="138023" y="75331"/>
                  </a:cubicBezTo>
                  <a:cubicBezTo>
                    <a:pt x="138023" y="75331"/>
                    <a:pt x="138023" y="75331"/>
                    <a:pt x="138023" y="75331"/>
                  </a:cubicBezTo>
                  <a:cubicBezTo>
                    <a:pt x="137384" y="70862"/>
                    <a:pt x="140579" y="67032"/>
                    <a:pt x="145052" y="67032"/>
                  </a:cubicBezTo>
                  <a:cubicBezTo>
                    <a:pt x="145691" y="67032"/>
                    <a:pt x="145691" y="67032"/>
                    <a:pt x="145691" y="67670"/>
                  </a:cubicBezTo>
                  <a:lnTo>
                    <a:pt x="145691" y="67670"/>
                  </a:lnTo>
                  <a:close/>
                </a:path>
              </a:pathLst>
            </a:custGeom>
            <a:solidFill>
              <a:srgbClr val="43B02A"/>
            </a:solidFill>
            <a:ln w="6390" cap="flat">
              <a:noFill/>
              <a:prstDash val="solid"/>
              <a:miter/>
            </a:ln>
          </p:spPr>
          <p:txBody>
            <a:bodyPr rtlCol="0" anchor="ctr"/>
            <a:lstStyle/>
            <a:p>
              <a:endParaRPr lang="en-US"/>
            </a:p>
          </p:txBody>
        </p:sp>
        <p:sp>
          <p:nvSpPr>
            <p:cNvPr id="736" name="Graphic 4">
              <a:extLst>
                <a:ext uri="{FF2B5EF4-FFF2-40B4-BE49-F238E27FC236}">
                  <a16:creationId xmlns:a16="http://schemas.microsoft.com/office/drawing/2014/main" id="{88A62293-AD3B-1041-B403-B9ABF30217F0}"/>
                </a:ext>
              </a:extLst>
            </p:cNvPr>
            <p:cNvSpPr/>
            <p:nvPr/>
          </p:nvSpPr>
          <p:spPr>
            <a:xfrm>
              <a:off x="7191874" y="4308712"/>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79240 w 362312"/>
                <a:gd name="connsiteY6" fmla="*/ 279618 h 361971"/>
                <a:gd name="connsiteX7" fmla="*/ 272850 w 362312"/>
                <a:gd name="connsiteY7" fmla="*/ 286002 h 361971"/>
                <a:gd name="connsiteX8" fmla="*/ 90098 w 362312"/>
                <a:gd name="connsiteY8" fmla="*/ 286002 h 361971"/>
                <a:gd name="connsiteX9" fmla="*/ 83708 w 362312"/>
                <a:gd name="connsiteY9" fmla="*/ 279618 h 361971"/>
                <a:gd name="connsiteX10" fmla="*/ 83708 w 362312"/>
                <a:gd name="connsiteY10" fmla="*/ 97675 h 361971"/>
                <a:gd name="connsiteX11" fmla="*/ 90098 w 362312"/>
                <a:gd name="connsiteY11" fmla="*/ 91291 h 361971"/>
                <a:gd name="connsiteX12" fmla="*/ 129076 w 362312"/>
                <a:gd name="connsiteY12" fmla="*/ 91291 h 361971"/>
                <a:gd name="connsiteX13" fmla="*/ 129076 w 362312"/>
                <a:gd name="connsiteY13" fmla="*/ 82354 h 361971"/>
                <a:gd name="connsiteX14" fmla="*/ 135466 w 362312"/>
                <a:gd name="connsiteY14" fmla="*/ 75970 h 361971"/>
                <a:gd name="connsiteX15" fmla="*/ 141856 w 362312"/>
                <a:gd name="connsiteY15" fmla="*/ 82354 h 361971"/>
                <a:gd name="connsiteX16" fmla="*/ 141856 w 362312"/>
                <a:gd name="connsiteY16" fmla="*/ 91291 h 361971"/>
                <a:gd name="connsiteX17" fmla="*/ 220453 w 362312"/>
                <a:gd name="connsiteY17" fmla="*/ 91291 h 361971"/>
                <a:gd name="connsiteX18" fmla="*/ 220453 w 362312"/>
                <a:gd name="connsiteY18" fmla="*/ 82354 h 361971"/>
                <a:gd name="connsiteX19" fmla="*/ 226843 w 362312"/>
                <a:gd name="connsiteY19" fmla="*/ 75970 h 361971"/>
                <a:gd name="connsiteX20" fmla="*/ 233233 w 362312"/>
                <a:gd name="connsiteY20" fmla="*/ 82354 h 361971"/>
                <a:gd name="connsiteX21" fmla="*/ 233233 w 362312"/>
                <a:gd name="connsiteY21" fmla="*/ 91291 h 361971"/>
                <a:gd name="connsiteX22" fmla="*/ 272211 w 362312"/>
                <a:gd name="connsiteY22" fmla="*/ 91291 h 361971"/>
                <a:gd name="connsiteX23" fmla="*/ 278601 w 362312"/>
                <a:gd name="connsiteY23" fmla="*/ 97675 h 361971"/>
                <a:gd name="connsiteX24" fmla="*/ 278601 w 362312"/>
                <a:gd name="connsiteY24" fmla="*/ 27961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279240" y="279618"/>
                  </a:moveTo>
                  <a:cubicBezTo>
                    <a:pt x="279240" y="283449"/>
                    <a:pt x="276685" y="286002"/>
                    <a:pt x="272850" y="286002"/>
                  </a:cubicBezTo>
                  <a:lnTo>
                    <a:pt x="90098" y="286002"/>
                  </a:lnTo>
                  <a:cubicBezTo>
                    <a:pt x="86264" y="286002"/>
                    <a:pt x="83708" y="283449"/>
                    <a:pt x="83708" y="279618"/>
                  </a:cubicBezTo>
                  <a:lnTo>
                    <a:pt x="83708" y="97675"/>
                  </a:lnTo>
                  <a:cubicBezTo>
                    <a:pt x="83708" y="93845"/>
                    <a:pt x="86264" y="91291"/>
                    <a:pt x="90098" y="91291"/>
                  </a:cubicBezTo>
                  <a:lnTo>
                    <a:pt x="129076" y="91291"/>
                  </a:lnTo>
                  <a:lnTo>
                    <a:pt x="129076" y="82354"/>
                  </a:lnTo>
                  <a:cubicBezTo>
                    <a:pt x="129076" y="78523"/>
                    <a:pt x="131633" y="75970"/>
                    <a:pt x="135466" y="75970"/>
                  </a:cubicBezTo>
                  <a:cubicBezTo>
                    <a:pt x="139301" y="75970"/>
                    <a:pt x="141856" y="78523"/>
                    <a:pt x="141856" y="82354"/>
                  </a:cubicBezTo>
                  <a:lnTo>
                    <a:pt x="141856" y="91291"/>
                  </a:lnTo>
                  <a:lnTo>
                    <a:pt x="220453" y="91291"/>
                  </a:lnTo>
                  <a:lnTo>
                    <a:pt x="220453" y="82354"/>
                  </a:lnTo>
                  <a:cubicBezTo>
                    <a:pt x="220453" y="78523"/>
                    <a:pt x="223009" y="75970"/>
                    <a:pt x="226843" y="75970"/>
                  </a:cubicBezTo>
                  <a:cubicBezTo>
                    <a:pt x="230677" y="75970"/>
                    <a:pt x="233233" y="78523"/>
                    <a:pt x="233233" y="82354"/>
                  </a:cubicBezTo>
                  <a:lnTo>
                    <a:pt x="233233" y="91291"/>
                  </a:lnTo>
                  <a:lnTo>
                    <a:pt x="272211" y="91291"/>
                  </a:lnTo>
                  <a:cubicBezTo>
                    <a:pt x="276045" y="91291"/>
                    <a:pt x="278601" y="93845"/>
                    <a:pt x="278601" y="97675"/>
                  </a:cubicBezTo>
                  <a:lnTo>
                    <a:pt x="278601" y="279618"/>
                  </a:lnTo>
                  <a:close/>
                </a:path>
              </a:pathLst>
            </a:custGeom>
            <a:solidFill>
              <a:srgbClr val="43B02A"/>
            </a:solidFill>
            <a:ln w="6390" cap="flat">
              <a:noFill/>
              <a:prstDash val="solid"/>
              <a:miter/>
            </a:ln>
          </p:spPr>
          <p:txBody>
            <a:bodyPr rtlCol="0" anchor="ctr"/>
            <a:lstStyle/>
            <a:p>
              <a:endParaRPr lang="en-US"/>
            </a:p>
          </p:txBody>
        </p:sp>
      </p:grpSp>
      <p:grpSp>
        <p:nvGrpSpPr>
          <p:cNvPr id="737" name="Graphic 4">
            <a:extLst>
              <a:ext uri="{FF2B5EF4-FFF2-40B4-BE49-F238E27FC236}">
                <a16:creationId xmlns:a16="http://schemas.microsoft.com/office/drawing/2014/main" id="{AE1B9E4D-96B5-E941-8D4B-3B60819DDBEB}"/>
              </a:ext>
            </a:extLst>
          </p:cNvPr>
          <p:cNvGrpSpPr>
            <a:grpSpLocks noChangeAspect="1"/>
          </p:cNvGrpSpPr>
          <p:nvPr/>
        </p:nvGrpSpPr>
        <p:grpSpPr>
          <a:xfrm>
            <a:off x="6146480" y="4308712"/>
            <a:ext cx="362309" cy="361971"/>
            <a:chOff x="6146480" y="4308712"/>
            <a:chExt cx="362309" cy="361971"/>
          </a:xfrm>
          <a:solidFill>
            <a:srgbClr val="43B02A"/>
          </a:solidFill>
        </p:grpSpPr>
        <p:sp>
          <p:nvSpPr>
            <p:cNvPr id="738" name="Graphic 4">
              <a:extLst>
                <a:ext uri="{FF2B5EF4-FFF2-40B4-BE49-F238E27FC236}">
                  <a16:creationId xmlns:a16="http://schemas.microsoft.com/office/drawing/2014/main" id="{D69F34A8-9CB4-054C-92C8-7355D6A3CED3}"/>
                </a:ext>
              </a:extLst>
            </p:cNvPr>
            <p:cNvSpPr/>
            <p:nvPr/>
          </p:nvSpPr>
          <p:spPr>
            <a:xfrm>
              <a:off x="6219325" y="4381489"/>
              <a:ext cx="217257" cy="217055"/>
            </a:xfrm>
            <a:custGeom>
              <a:avLst/>
              <a:gdLst>
                <a:gd name="connsiteX0" fmla="*/ 108629 w 217257"/>
                <a:gd name="connsiteY0" fmla="*/ 0 h 217055"/>
                <a:gd name="connsiteX1" fmla="*/ 0 w 217257"/>
                <a:gd name="connsiteY1" fmla="*/ 108528 h 217055"/>
                <a:gd name="connsiteX2" fmla="*/ 108629 w 217257"/>
                <a:gd name="connsiteY2" fmla="*/ 217055 h 217055"/>
                <a:gd name="connsiteX3" fmla="*/ 217258 w 217257"/>
                <a:gd name="connsiteY3" fmla="*/ 108528 h 217055"/>
                <a:gd name="connsiteX4" fmla="*/ 108629 w 217257"/>
                <a:gd name="connsiteY4" fmla="*/ 0 h 217055"/>
                <a:gd name="connsiteX5" fmla="*/ 108629 w 217257"/>
                <a:gd name="connsiteY5" fmla="*/ 0 h 217055"/>
                <a:gd name="connsiteX6" fmla="*/ 102239 w 217257"/>
                <a:gd name="connsiteY6" fmla="*/ 26174 h 217055"/>
                <a:gd name="connsiteX7" fmla="*/ 108629 w 217257"/>
                <a:gd name="connsiteY7" fmla="*/ 19790 h 217055"/>
                <a:gd name="connsiteX8" fmla="*/ 115019 w 217257"/>
                <a:gd name="connsiteY8" fmla="*/ 26174 h 217055"/>
                <a:gd name="connsiteX9" fmla="*/ 115019 w 217257"/>
                <a:gd name="connsiteY9" fmla="*/ 34473 h 217055"/>
                <a:gd name="connsiteX10" fmla="*/ 108629 w 217257"/>
                <a:gd name="connsiteY10" fmla="*/ 40857 h 217055"/>
                <a:gd name="connsiteX11" fmla="*/ 102239 w 217257"/>
                <a:gd name="connsiteY11" fmla="*/ 34473 h 217055"/>
                <a:gd name="connsiteX12" fmla="*/ 102239 w 217257"/>
                <a:gd name="connsiteY12" fmla="*/ 26174 h 217055"/>
                <a:gd name="connsiteX13" fmla="*/ 34506 w 217257"/>
                <a:gd name="connsiteY13" fmla="*/ 114273 h 217055"/>
                <a:gd name="connsiteX14" fmla="*/ 26199 w 217257"/>
                <a:gd name="connsiteY14" fmla="*/ 114273 h 217055"/>
                <a:gd name="connsiteX15" fmla="*/ 19809 w 217257"/>
                <a:gd name="connsiteY15" fmla="*/ 107889 h 217055"/>
                <a:gd name="connsiteX16" fmla="*/ 26199 w 217257"/>
                <a:gd name="connsiteY16" fmla="*/ 101505 h 217055"/>
                <a:gd name="connsiteX17" fmla="*/ 34506 w 217257"/>
                <a:gd name="connsiteY17" fmla="*/ 101505 h 217055"/>
                <a:gd name="connsiteX18" fmla="*/ 40896 w 217257"/>
                <a:gd name="connsiteY18" fmla="*/ 107889 h 217055"/>
                <a:gd name="connsiteX19" fmla="*/ 34506 w 217257"/>
                <a:gd name="connsiteY19" fmla="*/ 114273 h 217055"/>
                <a:gd name="connsiteX20" fmla="*/ 115019 w 217257"/>
                <a:gd name="connsiteY20" fmla="*/ 190243 h 217055"/>
                <a:gd name="connsiteX21" fmla="*/ 108629 w 217257"/>
                <a:gd name="connsiteY21" fmla="*/ 196627 h 217055"/>
                <a:gd name="connsiteX22" fmla="*/ 102239 w 217257"/>
                <a:gd name="connsiteY22" fmla="*/ 190243 h 217055"/>
                <a:gd name="connsiteX23" fmla="*/ 102239 w 217257"/>
                <a:gd name="connsiteY23" fmla="*/ 181944 h 217055"/>
                <a:gd name="connsiteX24" fmla="*/ 108629 w 217257"/>
                <a:gd name="connsiteY24" fmla="*/ 175560 h 217055"/>
                <a:gd name="connsiteX25" fmla="*/ 115019 w 217257"/>
                <a:gd name="connsiteY25" fmla="*/ 181944 h 217055"/>
                <a:gd name="connsiteX26" fmla="*/ 115019 w 217257"/>
                <a:gd name="connsiteY26" fmla="*/ 190243 h 217055"/>
                <a:gd name="connsiteX27" fmla="*/ 145690 w 217257"/>
                <a:gd name="connsiteY27" fmla="*/ 88099 h 217055"/>
                <a:gd name="connsiteX28" fmla="*/ 113102 w 217257"/>
                <a:gd name="connsiteY28" fmla="*/ 121296 h 217055"/>
                <a:gd name="connsiteX29" fmla="*/ 108629 w 217257"/>
                <a:gd name="connsiteY29" fmla="*/ 123211 h 217055"/>
                <a:gd name="connsiteX30" fmla="*/ 104156 w 217257"/>
                <a:gd name="connsiteY30" fmla="*/ 121296 h 217055"/>
                <a:gd name="connsiteX31" fmla="*/ 46646 w 217257"/>
                <a:gd name="connsiteY31" fmla="*/ 63840 h 217055"/>
                <a:gd name="connsiteX32" fmla="*/ 46646 w 217257"/>
                <a:gd name="connsiteY32" fmla="*/ 54902 h 217055"/>
                <a:gd name="connsiteX33" fmla="*/ 55593 w 217257"/>
                <a:gd name="connsiteY33" fmla="*/ 54902 h 217055"/>
                <a:gd name="connsiteX34" fmla="*/ 55593 w 217257"/>
                <a:gd name="connsiteY34" fmla="*/ 54902 h 217055"/>
                <a:gd name="connsiteX35" fmla="*/ 108629 w 217257"/>
                <a:gd name="connsiteY35" fmla="*/ 107889 h 217055"/>
                <a:gd name="connsiteX36" fmla="*/ 136745 w 217257"/>
                <a:gd name="connsiteY36" fmla="*/ 79800 h 217055"/>
                <a:gd name="connsiteX37" fmla="*/ 145690 w 217257"/>
                <a:gd name="connsiteY37" fmla="*/ 79800 h 217055"/>
                <a:gd name="connsiteX38" fmla="*/ 145690 w 217257"/>
                <a:gd name="connsiteY38" fmla="*/ 79800 h 217055"/>
                <a:gd name="connsiteX39" fmla="*/ 145690 w 217257"/>
                <a:gd name="connsiteY39" fmla="*/ 88099 h 217055"/>
                <a:gd name="connsiteX40" fmla="*/ 145690 w 217257"/>
                <a:gd name="connsiteY40" fmla="*/ 88099 h 217055"/>
                <a:gd name="connsiteX41" fmla="*/ 145690 w 217257"/>
                <a:gd name="connsiteY41" fmla="*/ 88099 h 217055"/>
                <a:gd name="connsiteX42" fmla="*/ 196810 w 217257"/>
                <a:gd name="connsiteY42" fmla="*/ 107889 h 217055"/>
                <a:gd name="connsiteX43" fmla="*/ 190420 w 217257"/>
                <a:gd name="connsiteY43" fmla="*/ 114273 h 217055"/>
                <a:gd name="connsiteX44" fmla="*/ 182113 w 217257"/>
                <a:gd name="connsiteY44" fmla="*/ 114273 h 217055"/>
                <a:gd name="connsiteX45" fmla="*/ 175723 w 217257"/>
                <a:gd name="connsiteY45" fmla="*/ 107889 h 217055"/>
                <a:gd name="connsiteX46" fmla="*/ 182113 w 217257"/>
                <a:gd name="connsiteY46" fmla="*/ 101505 h 217055"/>
                <a:gd name="connsiteX47" fmla="*/ 190420 w 217257"/>
                <a:gd name="connsiteY47" fmla="*/ 101505 h 217055"/>
                <a:gd name="connsiteX48" fmla="*/ 196810 w 217257"/>
                <a:gd name="connsiteY48" fmla="*/ 107889 h 217055"/>
                <a:gd name="connsiteX49" fmla="*/ 196810 w 217257"/>
                <a:gd name="connsiteY49" fmla="*/ 107889 h 217055"/>
                <a:gd name="connsiteX50" fmla="*/ 196810 w 217257"/>
                <a:gd name="connsiteY50" fmla="*/ 107889 h 217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17257" h="217055">
                  <a:moveTo>
                    <a:pt x="108629" y="0"/>
                  </a:moveTo>
                  <a:cubicBezTo>
                    <a:pt x="48564" y="0"/>
                    <a:pt x="0" y="48518"/>
                    <a:pt x="0" y="108528"/>
                  </a:cubicBezTo>
                  <a:cubicBezTo>
                    <a:pt x="0" y="168537"/>
                    <a:pt x="48564" y="217055"/>
                    <a:pt x="108629" y="217055"/>
                  </a:cubicBezTo>
                  <a:cubicBezTo>
                    <a:pt x="168695" y="217055"/>
                    <a:pt x="217258" y="168537"/>
                    <a:pt x="217258" y="108528"/>
                  </a:cubicBezTo>
                  <a:cubicBezTo>
                    <a:pt x="217258" y="48518"/>
                    <a:pt x="168055" y="0"/>
                    <a:pt x="108629" y="0"/>
                  </a:cubicBezTo>
                  <a:lnTo>
                    <a:pt x="108629" y="0"/>
                  </a:lnTo>
                  <a:close/>
                  <a:moveTo>
                    <a:pt x="102239" y="26174"/>
                  </a:moveTo>
                  <a:cubicBezTo>
                    <a:pt x="102239" y="22344"/>
                    <a:pt x="104795" y="19790"/>
                    <a:pt x="108629" y="19790"/>
                  </a:cubicBezTo>
                  <a:cubicBezTo>
                    <a:pt x="112463" y="19790"/>
                    <a:pt x="115019" y="22344"/>
                    <a:pt x="115019" y="26174"/>
                  </a:cubicBezTo>
                  <a:lnTo>
                    <a:pt x="115019" y="34473"/>
                  </a:lnTo>
                  <a:cubicBezTo>
                    <a:pt x="115019" y="38304"/>
                    <a:pt x="112463" y="40857"/>
                    <a:pt x="108629" y="40857"/>
                  </a:cubicBezTo>
                  <a:cubicBezTo>
                    <a:pt x="104795" y="40857"/>
                    <a:pt x="102239" y="38304"/>
                    <a:pt x="102239" y="34473"/>
                  </a:cubicBezTo>
                  <a:lnTo>
                    <a:pt x="102239" y="26174"/>
                  </a:lnTo>
                  <a:close/>
                  <a:moveTo>
                    <a:pt x="34506" y="114273"/>
                  </a:moveTo>
                  <a:lnTo>
                    <a:pt x="26199" y="114273"/>
                  </a:lnTo>
                  <a:cubicBezTo>
                    <a:pt x="22365" y="114273"/>
                    <a:pt x="19809" y="111720"/>
                    <a:pt x="19809" y="107889"/>
                  </a:cubicBezTo>
                  <a:cubicBezTo>
                    <a:pt x="19809" y="104059"/>
                    <a:pt x="22365" y="101505"/>
                    <a:pt x="26199" y="101505"/>
                  </a:cubicBezTo>
                  <a:lnTo>
                    <a:pt x="34506" y="101505"/>
                  </a:lnTo>
                  <a:cubicBezTo>
                    <a:pt x="38340" y="101505"/>
                    <a:pt x="40896" y="104059"/>
                    <a:pt x="40896" y="107889"/>
                  </a:cubicBezTo>
                  <a:cubicBezTo>
                    <a:pt x="40896" y="111720"/>
                    <a:pt x="38340" y="114273"/>
                    <a:pt x="34506" y="114273"/>
                  </a:cubicBezTo>
                  <a:close/>
                  <a:moveTo>
                    <a:pt x="115019" y="190243"/>
                  </a:moveTo>
                  <a:cubicBezTo>
                    <a:pt x="115019" y="194073"/>
                    <a:pt x="112463" y="196627"/>
                    <a:pt x="108629" y="196627"/>
                  </a:cubicBezTo>
                  <a:cubicBezTo>
                    <a:pt x="104795" y="196627"/>
                    <a:pt x="102239" y="194073"/>
                    <a:pt x="102239" y="190243"/>
                  </a:cubicBezTo>
                  <a:lnTo>
                    <a:pt x="102239" y="181944"/>
                  </a:lnTo>
                  <a:cubicBezTo>
                    <a:pt x="102239" y="178113"/>
                    <a:pt x="104795" y="175560"/>
                    <a:pt x="108629" y="175560"/>
                  </a:cubicBezTo>
                  <a:cubicBezTo>
                    <a:pt x="112463" y="175560"/>
                    <a:pt x="115019" y="178113"/>
                    <a:pt x="115019" y="181944"/>
                  </a:cubicBezTo>
                  <a:lnTo>
                    <a:pt x="115019" y="190243"/>
                  </a:lnTo>
                  <a:close/>
                  <a:moveTo>
                    <a:pt x="145690" y="88099"/>
                  </a:moveTo>
                  <a:lnTo>
                    <a:pt x="113102" y="121296"/>
                  </a:lnTo>
                  <a:cubicBezTo>
                    <a:pt x="111824" y="122573"/>
                    <a:pt x="110546" y="123211"/>
                    <a:pt x="108629" y="123211"/>
                  </a:cubicBezTo>
                  <a:cubicBezTo>
                    <a:pt x="106712" y="123211"/>
                    <a:pt x="105434" y="122573"/>
                    <a:pt x="104156" y="121296"/>
                  </a:cubicBezTo>
                  <a:lnTo>
                    <a:pt x="46646" y="63840"/>
                  </a:lnTo>
                  <a:cubicBezTo>
                    <a:pt x="44091" y="61286"/>
                    <a:pt x="44091" y="57456"/>
                    <a:pt x="46646" y="54902"/>
                  </a:cubicBezTo>
                  <a:cubicBezTo>
                    <a:pt x="49203" y="52349"/>
                    <a:pt x="53036" y="52349"/>
                    <a:pt x="55593" y="54902"/>
                  </a:cubicBezTo>
                  <a:cubicBezTo>
                    <a:pt x="55593" y="54902"/>
                    <a:pt x="55593" y="54902"/>
                    <a:pt x="55593" y="54902"/>
                  </a:cubicBezTo>
                  <a:lnTo>
                    <a:pt x="108629" y="107889"/>
                  </a:lnTo>
                  <a:lnTo>
                    <a:pt x="136745" y="79800"/>
                  </a:lnTo>
                  <a:cubicBezTo>
                    <a:pt x="139301" y="77246"/>
                    <a:pt x="143135" y="77246"/>
                    <a:pt x="145690" y="79800"/>
                  </a:cubicBezTo>
                  <a:cubicBezTo>
                    <a:pt x="145690" y="79800"/>
                    <a:pt x="145690" y="79800"/>
                    <a:pt x="145690" y="79800"/>
                  </a:cubicBezTo>
                  <a:cubicBezTo>
                    <a:pt x="148247" y="81077"/>
                    <a:pt x="148247" y="85545"/>
                    <a:pt x="145690" y="88099"/>
                  </a:cubicBezTo>
                  <a:cubicBezTo>
                    <a:pt x="145690" y="88099"/>
                    <a:pt x="145690" y="88099"/>
                    <a:pt x="145690" y="88099"/>
                  </a:cubicBezTo>
                  <a:lnTo>
                    <a:pt x="145690" y="88099"/>
                  </a:lnTo>
                  <a:close/>
                  <a:moveTo>
                    <a:pt x="196810" y="107889"/>
                  </a:moveTo>
                  <a:cubicBezTo>
                    <a:pt x="196810" y="111720"/>
                    <a:pt x="194254" y="114273"/>
                    <a:pt x="190420" y="114273"/>
                  </a:cubicBezTo>
                  <a:lnTo>
                    <a:pt x="182113" y="114273"/>
                  </a:lnTo>
                  <a:cubicBezTo>
                    <a:pt x="178279" y="114273"/>
                    <a:pt x="175723" y="111720"/>
                    <a:pt x="175723" y="107889"/>
                  </a:cubicBezTo>
                  <a:cubicBezTo>
                    <a:pt x="175723" y="104059"/>
                    <a:pt x="178279" y="101505"/>
                    <a:pt x="182113" y="101505"/>
                  </a:cubicBezTo>
                  <a:lnTo>
                    <a:pt x="190420" y="101505"/>
                  </a:lnTo>
                  <a:cubicBezTo>
                    <a:pt x="194254" y="101505"/>
                    <a:pt x="196810" y="104697"/>
                    <a:pt x="196810" y="107889"/>
                  </a:cubicBezTo>
                  <a:cubicBezTo>
                    <a:pt x="196810" y="107889"/>
                    <a:pt x="196810" y="107889"/>
                    <a:pt x="196810" y="107889"/>
                  </a:cubicBezTo>
                  <a:lnTo>
                    <a:pt x="196810" y="107889"/>
                  </a:lnTo>
                  <a:close/>
                </a:path>
              </a:pathLst>
            </a:custGeom>
            <a:solidFill>
              <a:srgbClr val="43B02A"/>
            </a:solidFill>
            <a:ln w="6390" cap="flat">
              <a:noFill/>
              <a:prstDash val="solid"/>
              <a:miter/>
            </a:ln>
          </p:spPr>
          <p:txBody>
            <a:bodyPr rtlCol="0" anchor="ctr"/>
            <a:lstStyle/>
            <a:p>
              <a:endParaRPr lang="en-US"/>
            </a:p>
          </p:txBody>
        </p:sp>
        <p:sp>
          <p:nvSpPr>
            <p:cNvPr id="739" name="Graphic 4">
              <a:extLst>
                <a:ext uri="{FF2B5EF4-FFF2-40B4-BE49-F238E27FC236}">
                  <a16:creationId xmlns:a16="http://schemas.microsoft.com/office/drawing/2014/main" id="{0108DEEB-AAD1-4C45-B313-C6EC3194E006}"/>
                </a:ext>
              </a:extLst>
            </p:cNvPr>
            <p:cNvSpPr/>
            <p:nvPr/>
          </p:nvSpPr>
          <p:spPr>
            <a:xfrm>
              <a:off x="6146480" y="430871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181474 w 362309"/>
                <a:gd name="connsiteY7" fmla="*/ 301962 h 361971"/>
                <a:gd name="connsiteX8" fmla="*/ 60065 w 362309"/>
                <a:gd name="connsiteY8" fmla="*/ 180667 h 361971"/>
                <a:gd name="connsiteX9" fmla="*/ 181474 w 362309"/>
                <a:gd name="connsiteY9" fmla="*/ 59371 h 361971"/>
                <a:gd name="connsiteX10" fmla="*/ 302883 w 362309"/>
                <a:gd name="connsiteY10" fmla="*/ 180667 h 361971"/>
                <a:gd name="connsiteX11" fmla="*/ 302883 w 362309"/>
                <a:gd name="connsiteY11" fmla="*/ 180667 h 361971"/>
                <a:gd name="connsiteX12" fmla="*/ 181474 w 362309"/>
                <a:gd name="connsiteY12" fmla="*/ 30196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1077"/>
                    <a:pt x="281157" y="0"/>
                    <a:pt x="181474" y="0"/>
                  </a:cubicBezTo>
                  <a:lnTo>
                    <a:pt x="181474" y="0"/>
                  </a:lnTo>
                  <a:close/>
                  <a:moveTo>
                    <a:pt x="181474" y="301962"/>
                  </a:moveTo>
                  <a:cubicBezTo>
                    <a:pt x="114380" y="301962"/>
                    <a:pt x="60065" y="247698"/>
                    <a:pt x="60065" y="180667"/>
                  </a:cubicBezTo>
                  <a:cubicBezTo>
                    <a:pt x="60065" y="113635"/>
                    <a:pt x="114380" y="59371"/>
                    <a:pt x="181474" y="59371"/>
                  </a:cubicBezTo>
                  <a:cubicBezTo>
                    <a:pt x="248568" y="59371"/>
                    <a:pt x="302883" y="113635"/>
                    <a:pt x="302883" y="180667"/>
                  </a:cubicBezTo>
                  <a:lnTo>
                    <a:pt x="302883" y="180667"/>
                  </a:lnTo>
                  <a:cubicBezTo>
                    <a:pt x="302883" y="247698"/>
                    <a:pt x="248568" y="301962"/>
                    <a:pt x="181474" y="301962"/>
                  </a:cubicBezTo>
                  <a:close/>
                </a:path>
              </a:pathLst>
            </a:custGeom>
            <a:solidFill>
              <a:srgbClr val="43B02A"/>
            </a:solidFill>
            <a:ln w="6390" cap="flat">
              <a:noFill/>
              <a:prstDash val="solid"/>
              <a:miter/>
            </a:ln>
          </p:spPr>
          <p:txBody>
            <a:bodyPr rtlCol="0" anchor="ctr"/>
            <a:lstStyle/>
            <a:p>
              <a:endParaRPr lang="en-US"/>
            </a:p>
          </p:txBody>
        </p:sp>
      </p:grpSp>
      <p:grpSp>
        <p:nvGrpSpPr>
          <p:cNvPr id="740" name="Graphic 4">
            <a:extLst>
              <a:ext uri="{FF2B5EF4-FFF2-40B4-BE49-F238E27FC236}">
                <a16:creationId xmlns:a16="http://schemas.microsoft.com/office/drawing/2014/main" id="{A099F11D-6042-834E-A32B-B6A4C81A7E89}"/>
              </a:ext>
            </a:extLst>
          </p:cNvPr>
          <p:cNvGrpSpPr>
            <a:grpSpLocks noChangeAspect="1"/>
          </p:cNvGrpSpPr>
          <p:nvPr/>
        </p:nvGrpSpPr>
        <p:grpSpPr>
          <a:xfrm>
            <a:off x="6146480" y="3339623"/>
            <a:ext cx="362309" cy="361971"/>
            <a:chOff x="6146480" y="3339623"/>
            <a:chExt cx="362309" cy="361971"/>
          </a:xfrm>
          <a:solidFill>
            <a:srgbClr val="43B02A"/>
          </a:solidFill>
        </p:grpSpPr>
        <p:sp>
          <p:nvSpPr>
            <p:cNvPr id="741" name="Graphic 4">
              <a:extLst>
                <a:ext uri="{FF2B5EF4-FFF2-40B4-BE49-F238E27FC236}">
                  <a16:creationId xmlns:a16="http://schemas.microsoft.com/office/drawing/2014/main" id="{172736BF-95CF-C44E-AB33-17B25B4F1FBF}"/>
                </a:ext>
              </a:extLst>
            </p:cNvPr>
            <p:cNvSpPr/>
            <p:nvPr/>
          </p:nvSpPr>
          <p:spPr>
            <a:xfrm>
              <a:off x="6235939" y="3447513"/>
              <a:ext cx="178918" cy="178751"/>
            </a:xfrm>
            <a:custGeom>
              <a:avLst/>
              <a:gdLst>
                <a:gd name="connsiteX0" fmla="*/ 89459 w 178918"/>
                <a:gd name="connsiteY0" fmla="*/ 0 h 178751"/>
                <a:gd name="connsiteX1" fmla="*/ 0 w 178918"/>
                <a:gd name="connsiteY1" fmla="*/ 89376 h 178751"/>
                <a:gd name="connsiteX2" fmla="*/ 89459 w 178918"/>
                <a:gd name="connsiteY2" fmla="*/ 178752 h 178751"/>
                <a:gd name="connsiteX3" fmla="*/ 178918 w 178918"/>
                <a:gd name="connsiteY3" fmla="*/ 89376 h 178751"/>
                <a:gd name="connsiteX4" fmla="*/ 89459 w 178918"/>
                <a:gd name="connsiteY4" fmla="*/ 0 h 178751"/>
                <a:gd name="connsiteX5" fmla="*/ 95849 w 178918"/>
                <a:gd name="connsiteY5" fmla="*/ 89376 h 178751"/>
                <a:gd name="connsiteX6" fmla="*/ 89459 w 178918"/>
                <a:gd name="connsiteY6" fmla="*/ 95760 h 178751"/>
                <a:gd name="connsiteX7" fmla="*/ 83069 w 178918"/>
                <a:gd name="connsiteY7" fmla="*/ 89376 h 178751"/>
                <a:gd name="connsiteX8" fmla="*/ 83069 w 178918"/>
                <a:gd name="connsiteY8" fmla="*/ 33196 h 178751"/>
                <a:gd name="connsiteX9" fmla="*/ 89459 w 178918"/>
                <a:gd name="connsiteY9" fmla="*/ 26812 h 178751"/>
                <a:gd name="connsiteX10" fmla="*/ 95849 w 178918"/>
                <a:gd name="connsiteY10" fmla="*/ 33196 h 178751"/>
                <a:gd name="connsiteX11" fmla="*/ 95849 w 178918"/>
                <a:gd name="connsiteY11" fmla="*/ 89376 h 178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8918" h="178751">
                  <a:moveTo>
                    <a:pt x="89459" y="0"/>
                  </a:moveTo>
                  <a:cubicBezTo>
                    <a:pt x="40257" y="0"/>
                    <a:pt x="0" y="40219"/>
                    <a:pt x="0" y="89376"/>
                  </a:cubicBezTo>
                  <a:cubicBezTo>
                    <a:pt x="0" y="138532"/>
                    <a:pt x="40257" y="178752"/>
                    <a:pt x="89459" y="178752"/>
                  </a:cubicBezTo>
                  <a:cubicBezTo>
                    <a:pt x="138661" y="178752"/>
                    <a:pt x="178918" y="138532"/>
                    <a:pt x="178918" y="89376"/>
                  </a:cubicBezTo>
                  <a:cubicBezTo>
                    <a:pt x="178918" y="40219"/>
                    <a:pt x="139301" y="0"/>
                    <a:pt x="89459" y="0"/>
                  </a:cubicBezTo>
                  <a:close/>
                  <a:moveTo>
                    <a:pt x="95849" y="89376"/>
                  </a:moveTo>
                  <a:cubicBezTo>
                    <a:pt x="95849" y="93206"/>
                    <a:pt x="93293" y="95760"/>
                    <a:pt x="89459" y="95760"/>
                  </a:cubicBezTo>
                  <a:cubicBezTo>
                    <a:pt x="85625" y="95760"/>
                    <a:pt x="83069" y="93206"/>
                    <a:pt x="83069" y="89376"/>
                  </a:cubicBezTo>
                  <a:lnTo>
                    <a:pt x="83069" y="33196"/>
                  </a:lnTo>
                  <a:cubicBezTo>
                    <a:pt x="83069" y="29366"/>
                    <a:pt x="85625" y="26812"/>
                    <a:pt x="89459" y="26812"/>
                  </a:cubicBezTo>
                  <a:cubicBezTo>
                    <a:pt x="93293" y="26812"/>
                    <a:pt x="95849" y="29366"/>
                    <a:pt x="95849" y="33196"/>
                  </a:cubicBezTo>
                  <a:lnTo>
                    <a:pt x="95849" y="89376"/>
                  </a:lnTo>
                  <a:close/>
                </a:path>
              </a:pathLst>
            </a:custGeom>
            <a:solidFill>
              <a:srgbClr val="43B02A"/>
            </a:solidFill>
            <a:ln w="6390" cap="flat">
              <a:noFill/>
              <a:prstDash val="solid"/>
              <a:miter/>
            </a:ln>
          </p:spPr>
          <p:txBody>
            <a:bodyPr rtlCol="0" anchor="ctr"/>
            <a:lstStyle/>
            <a:p>
              <a:endParaRPr lang="en-US"/>
            </a:p>
          </p:txBody>
        </p:sp>
        <p:sp>
          <p:nvSpPr>
            <p:cNvPr id="742" name="Graphic 4">
              <a:extLst>
                <a:ext uri="{FF2B5EF4-FFF2-40B4-BE49-F238E27FC236}">
                  <a16:creationId xmlns:a16="http://schemas.microsoft.com/office/drawing/2014/main" id="{FB56DC6D-4FB5-8044-9967-E08CFABEBC4E}"/>
                </a:ext>
              </a:extLst>
            </p:cNvPr>
            <p:cNvSpPr/>
            <p:nvPr/>
          </p:nvSpPr>
          <p:spPr>
            <a:xfrm>
              <a:off x="6146480" y="33396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83713 w 362309"/>
                <a:gd name="connsiteY6" fmla="*/ 119381 h 361971"/>
                <a:gd name="connsiteX7" fmla="*/ 279240 w 362309"/>
                <a:gd name="connsiteY7" fmla="*/ 121296 h 361971"/>
                <a:gd name="connsiteX8" fmla="*/ 274767 w 362309"/>
                <a:gd name="connsiteY8" fmla="*/ 119381 h 361971"/>
                <a:gd name="connsiteX9" fmla="*/ 262626 w 362309"/>
                <a:gd name="connsiteY9" fmla="*/ 107251 h 361971"/>
                <a:gd name="connsiteX10" fmla="*/ 247929 w 362309"/>
                <a:gd name="connsiteY10" fmla="*/ 121934 h 361971"/>
                <a:gd name="connsiteX11" fmla="*/ 254958 w 362309"/>
                <a:gd name="connsiteY11" fmla="*/ 266212 h 361971"/>
                <a:gd name="connsiteX12" fmla="*/ 110546 w 362309"/>
                <a:gd name="connsiteY12" fmla="*/ 273234 h 361971"/>
                <a:gd name="connsiteX13" fmla="*/ 103517 w 362309"/>
                <a:gd name="connsiteY13" fmla="*/ 128957 h 361971"/>
                <a:gd name="connsiteX14" fmla="*/ 173167 w 362309"/>
                <a:gd name="connsiteY14" fmla="*/ 95760 h 361971"/>
                <a:gd name="connsiteX15" fmla="*/ 173167 w 362309"/>
                <a:gd name="connsiteY15" fmla="*/ 76608 h 361971"/>
                <a:gd name="connsiteX16" fmla="*/ 155275 w 362309"/>
                <a:gd name="connsiteY16" fmla="*/ 76608 h 361971"/>
                <a:gd name="connsiteX17" fmla="*/ 148885 w 362309"/>
                <a:gd name="connsiteY17" fmla="*/ 70224 h 361971"/>
                <a:gd name="connsiteX18" fmla="*/ 155275 w 362309"/>
                <a:gd name="connsiteY18" fmla="*/ 63840 h 361971"/>
                <a:gd name="connsiteX19" fmla="*/ 203200 w 362309"/>
                <a:gd name="connsiteY19" fmla="*/ 63840 h 361971"/>
                <a:gd name="connsiteX20" fmla="*/ 209590 w 362309"/>
                <a:gd name="connsiteY20" fmla="*/ 70224 h 361971"/>
                <a:gd name="connsiteX21" fmla="*/ 203200 w 362309"/>
                <a:gd name="connsiteY21" fmla="*/ 76608 h 361971"/>
                <a:gd name="connsiteX22" fmla="*/ 185308 w 362309"/>
                <a:gd name="connsiteY22" fmla="*/ 76608 h 361971"/>
                <a:gd name="connsiteX23" fmla="*/ 185308 w 362309"/>
                <a:gd name="connsiteY23" fmla="*/ 95760 h 361971"/>
                <a:gd name="connsiteX24" fmla="*/ 237705 w 362309"/>
                <a:gd name="connsiteY24" fmla="*/ 114273 h 361971"/>
                <a:gd name="connsiteX25" fmla="*/ 253041 w 362309"/>
                <a:gd name="connsiteY25" fmla="*/ 98952 h 361971"/>
                <a:gd name="connsiteX26" fmla="*/ 240900 w 362309"/>
                <a:gd name="connsiteY26" fmla="*/ 86822 h 361971"/>
                <a:gd name="connsiteX27" fmla="*/ 241540 w 362309"/>
                <a:gd name="connsiteY27" fmla="*/ 77885 h 361971"/>
                <a:gd name="connsiteX28" fmla="*/ 249846 w 362309"/>
                <a:gd name="connsiteY28" fmla="*/ 77885 h 361971"/>
                <a:gd name="connsiteX29" fmla="*/ 283713 w 362309"/>
                <a:gd name="connsiteY29" fmla="*/ 111720 h 361971"/>
                <a:gd name="connsiteX30" fmla="*/ 283713 w 362309"/>
                <a:gd name="connsiteY30" fmla="*/ 119381 h 361971"/>
                <a:gd name="connsiteX31" fmla="*/ 283713 w 362309"/>
                <a:gd name="connsiteY31" fmla="*/ 11938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1077"/>
                    <a:pt x="281157" y="0"/>
                    <a:pt x="181474" y="0"/>
                  </a:cubicBezTo>
                  <a:close/>
                  <a:moveTo>
                    <a:pt x="283713" y="119381"/>
                  </a:moveTo>
                  <a:cubicBezTo>
                    <a:pt x="282435" y="120657"/>
                    <a:pt x="281157" y="121296"/>
                    <a:pt x="279240" y="121296"/>
                  </a:cubicBezTo>
                  <a:cubicBezTo>
                    <a:pt x="277323" y="121296"/>
                    <a:pt x="276045" y="120657"/>
                    <a:pt x="274767" y="119381"/>
                  </a:cubicBezTo>
                  <a:lnTo>
                    <a:pt x="262626" y="107251"/>
                  </a:lnTo>
                  <a:lnTo>
                    <a:pt x="247929" y="121934"/>
                  </a:lnTo>
                  <a:cubicBezTo>
                    <a:pt x="289464" y="159600"/>
                    <a:pt x="292659" y="224716"/>
                    <a:pt x="254958" y="266212"/>
                  </a:cubicBezTo>
                  <a:cubicBezTo>
                    <a:pt x="217258" y="307708"/>
                    <a:pt x="152080" y="310900"/>
                    <a:pt x="110546" y="273234"/>
                  </a:cubicBezTo>
                  <a:cubicBezTo>
                    <a:pt x="69011" y="235569"/>
                    <a:pt x="65816" y="170452"/>
                    <a:pt x="103517" y="128957"/>
                  </a:cubicBezTo>
                  <a:cubicBezTo>
                    <a:pt x="121409" y="109166"/>
                    <a:pt x="146329" y="97037"/>
                    <a:pt x="173167" y="95760"/>
                  </a:cubicBezTo>
                  <a:lnTo>
                    <a:pt x="173167" y="76608"/>
                  </a:lnTo>
                  <a:lnTo>
                    <a:pt x="155275" y="76608"/>
                  </a:lnTo>
                  <a:cubicBezTo>
                    <a:pt x="151441" y="76608"/>
                    <a:pt x="148885" y="74054"/>
                    <a:pt x="148885" y="70224"/>
                  </a:cubicBezTo>
                  <a:cubicBezTo>
                    <a:pt x="148885" y="66394"/>
                    <a:pt x="151441" y="63840"/>
                    <a:pt x="155275" y="63840"/>
                  </a:cubicBezTo>
                  <a:lnTo>
                    <a:pt x="203200" y="63840"/>
                  </a:lnTo>
                  <a:cubicBezTo>
                    <a:pt x="207034" y="63840"/>
                    <a:pt x="209590" y="66394"/>
                    <a:pt x="209590" y="70224"/>
                  </a:cubicBezTo>
                  <a:cubicBezTo>
                    <a:pt x="209590" y="74054"/>
                    <a:pt x="207034" y="76608"/>
                    <a:pt x="203200" y="76608"/>
                  </a:cubicBezTo>
                  <a:lnTo>
                    <a:pt x="185308" y="76608"/>
                  </a:lnTo>
                  <a:lnTo>
                    <a:pt x="185308" y="95760"/>
                  </a:lnTo>
                  <a:cubicBezTo>
                    <a:pt x="203839" y="97037"/>
                    <a:pt x="222370" y="103421"/>
                    <a:pt x="237705" y="114273"/>
                  </a:cubicBezTo>
                  <a:lnTo>
                    <a:pt x="253041" y="98952"/>
                  </a:lnTo>
                  <a:lnTo>
                    <a:pt x="240900" y="86822"/>
                  </a:lnTo>
                  <a:cubicBezTo>
                    <a:pt x="238345" y="84269"/>
                    <a:pt x="238983" y="79800"/>
                    <a:pt x="241540" y="77885"/>
                  </a:cubicBezTo>
                  <a:cubicBezTo>
                    <a:pt x="244095" y="75970"/>
                    <a:pt x="247290" y="75970"/>
                    <a:pt x="249846" y="77885"/>
                  </a:cubicBezTo>
                  <a:lnTo>
                    <a:pt x="283713" y="111720"/>
                  </a:lnTo>
                  <a:cubicBezTo>
                    <a:pt x="286269" y="112997"/>
                    <a:pt x="286269" y="116827"/>
                    <a:pt x="283713" y="119381"/>
                  </a:cubicBezTo>
                  <a:lnTo>
                    <a:pt x="283713" y="119381"/>
                  </a:lnTo>
                  <a:close/>
                </a:path>
              </a:pathLst>
            </a:custGeom>
            <a:solidFill>
              <a:srgbClr val="43B02A"/>
            </a:solidFill>
            <a:ln w="6390" cap="flat">
              <a:noFill/>
              <a:prstDash val="solid"/>
              <a:miter/>
            </a:ln>
          </p:spPr>
          <p:txBody>
            <a:bodyPr rtlCol="0" anchor="ctr"/>
            <a:lstStyle/>
            <a:p>
              <a:endParaRPr lang="en-US"/>
            </a:p>
          </p:txBody>
        </p:sp>
      </p:grpSp>
      <p:grpSp>
        <p:nvGrpSpPr>
          <p:cNvPr id="743" name="Graphic 4">
            <a:extLst>
              <a:ext uri="{FF2B5EF4-FFF2-40B4-BE49-F238E27FC236}">
                <a16:creationId xmlns:a16="http://schemas.microsoft.com/office/drawing/2014/main" id="{229B8A31-EE38-DA49-9BDC-CC090320CA32}"/>
              </a:ext>
            </a:extLst>
          </p:cNvPr>
          <p:cNvGrpSpPr>
            <a:grpSpLocks noChangeAspect="1"/>
          </p:cNvGrpSpPr>
          <p:nvPr/>
        </p:nvGrpSpPr>
        <p:grpSpPr>
          <a:xfrm>
            <a:off x="2559808" y="918179"/>
            <a:ext cx="362313" cy="361971"/>
            <a:chOff x="2559808" y="918179"/>
            <a:chExt cx="362313" cy="361971"/>
          </a:xfrm>
          <a:solidFill>
            <a:srgbClr val="046A38"/>
          </a:solidFill>
        </p:grpSpPr>
        <p:sp>
          <p:nvSpPr>
            <p:cNvPr id="744" name="Graphic 4">
              <a:extLst>
                <a:ext uri="{FF2B5EF4-FFF2-40B4-BE49-F238E27FC236}">
                  <a16:creationId xmlns:a16="http://schemas.microsoft.com/office/drawing/2014/main" id="{FB9DB89A-070B-5B42-BA07-8BA68C5D681B}"/>
                </a:ext>
              </a:extLst>
            </p:cNvPr>
            <p:cNvSpPr/>
            <p:nvPr/>
          </p:nvSpPr>
          <p:spPr>
            <a:xfrm>
              <a:off x="2559808" y="918179"/>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362309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29 w 362313"/>
                <a:gd name="connsiteY9" fmla="*/ 180667 h 361971"/>
                <a:gd name="connsiteX10" fmla="*/ 349529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3489" y="12768"/>
                    <a:pt x="349529" y="88099"/>
                    <a:pt x="349529" y="180667"/>
                  </a:cubicBezTo>
                  <a:cubicBezTo>
                    <a:pt x="349529" y="180667"/>
                    <a:pt x="349529" y="180667"/>
                    <a:pt x="349529" y="180667"/>
                  </a:cubicBezTo>
                  <a:cubicBezTo>
                    <a:pt x="350168" y="273873"/>
                    <a:pt x="274767" y="348565"/>
                    <a:pt x="181474" y="349204"/>
                  </a:cubicBezTo>
                  <a:close/>
                </a:path>
              </a:pathLst>
            </a:custGeom>
            <a:solidFill>
              <a:srgbClr val="046A38"/>
            </a:solidFill>
            <a:ln w="6390" cap="flat">
              <a:noFill/>
              <a:prstDash val="solid"/>
              <a:miter/>
            </a:ln>
          </p:spPr>
          <p:txBody>
            <a:bodyPr rtlCol="0" anchor="ctr"/>
            <a:lstStyle/>
            <a:p>
              <a:endParaRPr lang="en-US"/>
            </a:p>
          </p:txBody>
        </p:sp>
        <p:sp>
          <p:nvSpPr>
            <p:cNvPr id="745" name="Graphic 4">
              <a:extLst>
                <a:ext uri="{FF2B5EF4-FFF2-40B4-BE49-F238E27FC236}">
                  <a16:creationId xmlns:a16="http://schemas.microsoft.com/office/drawing/2014/main" id="{E6381216-0D87-814E-BD6B-9D0317ED5AAC}"/>
                </a:ext>
              </a:extLst>
            </p:cNvPr>
            <p:cNvSpPr/>
            <p:nvPr/>
          </p:nvSpPr>
          <p:spPr>
            <a:xfrm>
              <a:off x="2724179" y="990477"/>
              <a:ext cx="35634" cy="17715"/>
            </a:xfrm>
            <a:custGeom>
              <a:avLst/>
              <a:gdLst>
                <a:gd name="connsiteX0" fmla="*/ 31800 w 35634"/>
                <a:gd name="connsiteY0" fmla="*/ 5586 h 17715"/>
                <a:gd name="connsiteX1" fmla="*/ 20299 w 35634"/>
                <a:gd name="connsiteY1" fmla="*/ 479 h 17715"/>
                <a:gd name="connsiteX2" fmla="*/ 15187 w 35634"/>
                <a:gd name="connsiteY2" fmla="*/ 479 h 17715"/>
                <a:gd name="connsiteX3" fmla="*/ 3685 w 35634"/>
                <a:gd name="connsiteY3" fmla="*/ 5586 h 17715"/>
                <a:gd name="connsiteX4" fmla="*/ 490 w 35634"/>
                <a:gd name="connsiteY4" fmla="*/ 13885 h 17715"/>
                <a:gd name="connsiteX5" fmla="*/ 8797 w 35634"/>
                <a:gd name="connsiteY5" fmla="*/ 17077 h 17715"/>
                <a:gd name="connsiteX6" fmla="*/ 17743 w 35634"/>
                <a:gd name="connsiteY6" fmla="*/ 13247 h 17715"/>
                <a:gd name="connsiteX7" fmla="*/ 26688 w 35634"/>
                <a:gd name="connsiteY7" fmla="*/ 17077 h 17715"/>
                <a:gd name="connsiteX8" fmla="*/ 29244 w 35634"/>
                <a:gd name="connsiteY8" fmla="*/ 17716 h 17715"/>
                <a:gd name="connsiteX9" fmla="*/ 35634 w 35634"/>
                <a:gd name="connsiteY9" fmla="*/ 11332 h 17715"/>
                <a:gd name="connsiteX10" fmla="*/ 31800 w 35634"/>
                <a:gd name="connsiteY10" fmla="*/ 5586 h 17715"/>
                <a:gd name="connsiteX11" fmla="*/ 31800 w 35634"/>
                <a:gd name="connsiteY11" fmla="*/ 5586 h 17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634" h="17715">
                  <a:moveTo>
                    <a:pt x="31800" y="5586"/>
                  </a:moveTo>
                  <a:lnTo>
                    <a:pt x="20299" y="479"/>
                  </a:lnTo>
                  <a:cubicBezTo>
                    <a:pt x="18382" y="-160"/>
                    <a:pt x="16465" y="-160"/>
                    <a:pt x="15187" y="479"/>
                  </a:cubicBezTo>
                  <a:lnTo>
                    <a:pt x="3685" y="5586"/>
                  </a:lnTo>
                  <a:cubicBezTo>
                    <a:pt x="490" y="6863"/>
                    <a:pt x="-788" y="10693"/>
                    <a:pt x="490" y="13885"/>
                  </a:cubicBezTo>
                  <a:cubicBezTo>
                    <a:pt x="1768" y="17077"/>
                    <a:pt x="5602" y="18354"/>
                    <a:pt x="8797" y="17077"/>
                  </a:cubicBezTo>
                  <a:lnTo>
                    <a:pt x="17743" y="13247"/>
                  </a:lnTo>
                  <a:lnTo>
                    <a:pt x="26688" y="17077"/>
                  </a:lnTo>
                  <a:cubicBezTo>
                    <a:pt x="27327" y="17716"/>
                    <a:pt x="28605" y="17716"/>
                    <a:pt x="29244" y="17716"/>
                  </a:cubicBezTo>
                  <a:cubicBezTo>
                    <a:pt x="33078" y="17716"/>
                    <a:pt x="35634" y="15162"/>
                    <a:pt x="35634" y="11332"/>
                  </a:cubicBezTo>
                  <a:cubicBezTo>
                    <a:pt x="35634" y="8778"/>
                    <a:pt x="33717" y="6224"/>
                    <a:pt x="31800" y="5586"/>
                  </a:cubicBezTo>
                  <a:lnTo>
                    <a:pt x="31800" y="5586"/>
                  </a:lnTo>
                  <a:close/>
                </a:path>
              </a:pathLst>
            </a:custGeom>
            <a:solidFill>
              <a:srgbClr val="046A38"/>
            </a:solidFill>
            <a:ln w="6390" cap="flat">
              <a:noFill/>
              <a:prstDash val="solid"/>
              <a:miter/>
            </a:ln>
          </p:spPr>
          <p:txBody>
            <a:bodyPr rtlCol="0" anchor="ctr"/>
            <a:lstStyle/>
            <a:p>
              <a:endParaRPr lang="en-US"/>
            </a:p>
          </p:txBody>
        </p:sp>
        <p:sp>
          <p:nvSpPr>
            <p:cNvPr id="746" name="Graphic 4">
              <a:extLst>
                <a:ext uri="{FF2B5EF4-FFF2-40B4-BE49-F238E27FC236}">
                  <a16:creationId xmlns:a16="http://schemas.microsoft.com/office/drawing/2014/main" id="{D05872D8-A6F7-C64B-9D15-EA781133E1FE}"/>
                </a:ext>
              </a:extLst>
            </p:cNvPr>
            <p:cNvSpPr/>
            <p:nvPr/>
          </p:nvSpPr>
          <p:spPr>
            <a:xfrm>
              <a:off x="2671142" y="1007155"/>
              <a:ext cx="39229" cy="25297"/>
            </a:xfrm>
            <a:custGeom>
              <a:avLst/>
              <a:gdLst>
                <a:gd name="connsiteX0" fmla="*/ 5602 w 39229"/>
                <a:gd name="connsiteY0" fmla="*/ 25298 h 25297"/>
                <a:gd name="connsiteX1" fmla="*/ 8158 w 39229"/>
                <a:gd name="connsiteY1" fmla="*/ 24659 h 25297"/>
                <a:gd name="connsiteX2" fmla="*/ 34995 w 39229"/>
                <a:gd name="connsiteY2" fmla="*/ 12530 h 25297"/>
                <a:gd name="connsiteX3" fmla="*/ 38829 w 39229"/>
                <a:gd name="connsiteY3" fmla="*/ 4230 h 25297"/>
                <a:gd name="connsiteX4" fmla="*/ 30522 w 39229"/>
                <a:gd name="connsiteY4" fmla="*/ 400 h 25297"/>
                <a:gd name="connsiteX5" fmla="*/ 29884 w 39229"/>
                <a:gd name="connsiteY5" fmla="*/ 1038 h 25297"/>
                <a:gd name="connsiteX6" fmla="*/ 3685 w 39229"/>
                <a:gd name="connsiteY6" fmla="*/ 13168 h 25297"/>
                <a:gd name="connsiteX7" fmla="*/ 490 w 39229"/>
                <a:gd name="connsiteY7" fmla="*/ 21467 h 25297"/>
                <a:gd name="connsiteX8" fmla="*/ 5602 w 39229"/>
                <a:gd name="connsiteY8" fmla="*/ 25298 h 25297"/>
                <a:gd name="connsiteX9" fmla="*/ 5602 w 39229"/>
                <a:gd name="connsiteY9" fmla="*/ 25298 h 25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229" h="25297">
                  <a:moveTo>
                    <a:pt x="5602" y="25298"/>
                  </a:moveTo>
                  <a:cubicBezTo>
                    <a:pt x="6241" y="25298"/>
                    <a:pt x="7519" y="25298"/>
                    <a:pt x="8158" y="24659"/>
                  </a:cubicBezTo>
                  <a:lnTo>
                    <a:pt x="34995" y="12530"/>
                  </a:lnTo>
                  <a:cubicBezTo>
                    <a:pt x="38190" y="11253"/>
                    <a:pt x="40107" y="7422"/>
                    <a:pt x="38829" y="4230"/>
                  </a:cubicBezTo>
                  <a:cubicBezTo>
                    <a:pt x="37551" y="1038"/>
                    <a:pt x="33717" y="-877"/>
                    <a:pt x="30522" y="400"/>
                  </a:cubicBezTo>
                  <a:cubicBezTo>
                    <a:pt x="30522" y="400"/>
                    <a:pt x="29884" y="400"/>
                    <a:pt x="29884" y="1038"/>
                  </a:cubicBezTo>
                  <a:lnTo>
                    <a:pt x="3685" y="13168"/>
                  </a:lnTo>
                  <a:cubicBezTo>
                    <a:pt x="490" y="14445"/>
                    <a:pt x="-788" y="18275"/>
                    <a:pt x="490" y="21467"/>
                  </a:cubicBezTo>
                  <a:cubicBezTo>
                    <a:pt x="1129" y="24021"/>
                    <a:pt x="3046" y="25298"/>
                    <a:pt x="5602" y="25298"/>
                  </a:cubicBezTo>
                  <a:lnTo>
                    <a:pt x="5602" y="25298"/>
                  </a:lnTo>
                  <a:close/>
                </a:path>
              </a:pathLst>
            </a:custGeom>
            <a:solidFill>
              <a:srgbClr val="046A38"/>
            </a:solidFill>
            <a:ln w="6390" cap="flat">
              <a:noFill/>
              <a:prstDash val="solid"/>
              <a:miter/>
            </a:ln>
          </p:spPr>
          <p:txBody>
            <a:bodyPr rtlCol="0" anchor="ctr"/>
            <a:lstStyle/>
            <a:p>
              <a:endParaRPr lang="en-US"/>
            </a:p>
          </p:txBody>
        </p:sp>
        <p:sp>
          <p:nvSpPr>
            <p:cNvPr id="747" name="Graphic 4">
              <a:extLst>
                <a:ext uri="{FF2B5EF4-FFF2-40B4-BE49-F238E27FC236}">
                  <a16:creationId xmlns:a16="http://schemas.microsoft.com/office/drawing/2014/main" id="{9E133FB6-A86C-084C-A1DC-E3B332283198}"/>
                </a:ext>
              </a:extLst>
            </p:cNvPr>
            <p:cNvSpPr/>
            <p:nvPr/>
          </p:nvSpPr>
          <p:spPr>
            <a:xfrm>
              <a:off x="2632654" y="1031963"/>
              <a:ext cx="24281" cy="31132"/>
            </a:xfrm>
            <a:custGeom>
              <a:avLst/>
              <a:gdLst>
                <a:gd name="connsiteX0" fmla="*/ 23643 w 24281"/>
                <a:gd name="connsiteY0" fmla="*/ 3681 h 31132"/>
                <a:gd name="connsiteX1" fmla="*/ 15336 w 24281"/>
                <a:gd name="connsiteY1" fmla="*/ 489 h 31132"/>
                <a:gd name="connsiteX2" fmla="*/ 15336 w 24281"/>
                <a:gd name="connsiteY2" fmla="*/ 489 h 31132"/>
                <a:gd name="connsiteX3" fmla="*/ 3834 w 24281"/>
                <a:gd name="connsiteY3" fmla="*/ 5596 h 31132"/>
                <a:gd name="connsiteX4" fmla="*/ 1917 w 24281"/>
                <a:gd name="connsiteY4" fmla="*/ 6873 h 31132"/>
                <a:gd name="connsiteX5" fmla="*/ 1278 w 24281"/>
                <a:gd name="connsiteY5" fmla="*/ 7512 h 31132"/>
                <a:gd name="connsiteX6" fmla="*/ 639 w 24281"/>
                <a:gd name="connsiteY6" fmla="*/ 8788 h 31132"/>
                <a:gd name="connsiteX7" fmla="*/ 639 w 24281"/>
                <a:gd name="connsiteY7" fmla="*/ 9427 h 31132"/>
                <a:gd name="connsiteX8" fmla="*/ 0 w 24281"/>
                <a:gd name="connsiteY8" fmla="*/ 11980 h 31132"/>
                <a:gd name="connsiteX9" fmla="*/ 0 w 24281"/>
                <a:gd name="connsiteY9" fmla="*/ 24748 h 31132"/>
                <a:gd name="connsiteX10" fmla="*/ 6390 w 24281"/>
                <a:gd name="connsiteY10" fmla="*/ 31132 h 31132"/>
                <a:gd name="connsiteX11" fmla="*/ 12780 w 24281"/>
                <a:gd name="connsiteY11" fmla="*/ 24748 h 31132"/>
                <a:gd name="connsiteX12" fmla="*/ 12780 w 24281"/>
                <a:gd name="connsiteY12" fmla="*/ 22195 h 31132"/>
                <a:gd name="connsiteX13" fmla="*/ 15336 w 24281"/>
                <a:gd name="connsiteY13" fmla="*/ 23472 h 31132"/>
                <a:gd name="connsiteX14" fmla="*/ 17892 w 24281"/>
                <a:gd name="connsiteY14" fmla="*/ 24110 h 31132"/>
                <a:gd name="connsiteX15" fmla="*/ 24282 w 24281"/>
                <a:gd name="connsiteY15" fmla="*/ 17726 h 31132"/>
                <a:gd name="connsiteX16" fmla="*/ 21726 w 24281"/>
                <a:gd name="connsiteY16" fmla="*/ 12619 h 31132"/>
                <a:gd name="connsiteX17" fmla="*/ 23643 w 24281"/>
                <a:gd name="connsiteY17" fmla="*/ 3681 h 31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281" h="31132">
                  <a:moveTo>
                    <a:pt x="23643" y="3681"/>
                  </a:moveTo>
                  <a:cubicBezTo>
                    <a:pt x="22365" y="489"/>
                    <a:pt x="18531" y="-788"/>
                    <a:pt x="15336" y="489"/>
                  </a:cubicBezTo>
                  <a:cubicBezTo>
                    <a:pt x="15336" y="489"/>
                    <a:pt x="15336" y="489"/>
                    <a:pt x="15336" y="489"/>
                  </a:cubicBezTo>
                  <a:lnTo>
                    <a:pt x="3834" y="5596"/>
                  </a:lnTo>
                  <a:cubicBezTo>
                    <a:pt x="3195" y="5596"/>
                    <a:pt x="2556" y="6235"/>
                    <a:pt x="1917" y="6873"/>
                  </a:cubicBezTo>
                  <a:lnTo>
                    <a:pt x="1278" y="7512"/>
                  </a:lnTo>
                  <a:cubicBezTo>
                    <a:pt x="639" y="8150"/>
                    <a:pt x="639" y="8150"/>
                    <a:pt x="639" y="8788"/>
                  </a:cubicBezTo>
                  <a:cubicBezTo>
                    <a:pt x="639" y="8788"/>
                    <a:pt x="639" y="9427"/>
                    <a:pt x="639" y="9427"/>
                  </a:cubicBezTo>
                  <a:cubicBezTo>
                    <a:pt x="639" y="10065"/>
                    <a:pt x="0" y="10704"/>
                    <a:pt x="0" y="11980"/>
                  </a:cubicBezTo>
                  <a:lnTo>
                    <a:pt x="0" y="24748"/>
                  </a:lnTo>
                  <a:cubicBezTo>
                    <a:pt x="0" y="28579"/>
                    <a:pt x="2556" y="31132"/>
                    <a:pt x="6390" y="31132"/>
                  </a:cubicBezTo>
                  <a:cubicBezTo>
                    <a:pt x="10224" y="31132"/>
                    <a:pt x="12780" y="28579"/>
                    <a:pt x="12780" y="24748"/>
                  </a:cubicBezTo>
                  <a:lnTo>
                    <a:pt x="12780" y="22195"/>
                  </a:lnTo>
                  <a:lnTo>
                    <a:pt x="15336" y="23472"/>
                  </a:lnTo>
                  <a:cubicBezTo>
                    <a:pt x="15975" y="24110"/>
                    <a:pt x="17253" y="24110"/>
                    <a:pt x="17892" y="24110"/>
                  </a:cubicBezTo>
                  <a:cubicBezTo>
                    <a:pt x="21726" y="24110"/>
                    <a:pt x="24282" y="20918"/>
                    <a:pt x="24282" y="17726"/>
                  </a:cubicBezTo>
                  <a:cubicBezTo>
                    <a:pt x="24282" y="15811"/>
                    <a:pt x="23004" y="13896"/>
                    <a:pt x="21726" y="12619"/>
                  </a:cubicBezTo>
                  <a:cubicBezTo>
                    <a:pt x="24282" y="10065"/>
                    <a:pt x="24921" y="6235"/>
                    <a:pt x="23643" y="3681"/>
                  </a:cubicBezTo>
                  <a:close/>
                </a:path>
              </a:pathLst>
            </a:custGeom>
            <a:solidFill>
              <a:srgbClr val="046A38"/>
            </a:solidFill>
            <a:ln w="6390" cap="flat">
              <a:noFill/>
              <a:prstDash val="solid"/>
              <a:miter/>
            </a:ln>
          </p:spPr>
          <p:txBody>
            <a:bodyPr rtlCol="0" anchor="ctr"/>
            <a:lstStyle/>
            <a:p>
              <a:endParaRPr lang="en-US"/>
            </a:p>
          </p:txBody>
        </p:sp>
        <p:sp>
          <p:nvSpPr>
            <p:cNvPr id="748" name="Graphic 4">
              <a:extLst>
                <a:ext uri="{FF2B5EF4-FFF2-40B4-BE49-F238E27FC236}">
                  <a16:creationId xmlns:a16="http://schemas.microsoft.com/office/drawing/2014/main" id="{8A1133BC-7DA3-134F-AE1C-C3E912C36AA0}"/>
                </a:ext>
              </a:extLst>
            </p:cNvPr>
            <p:cNvSpPr/>
            <p:nvPr/>
          </p:nvSpPr>
          <p:spPr>
            <a:xfrm>
              <a:off x="2670503" y="1054945"/>
              <a:ext cx="38992" cy="24748"/>
            </a:xfrm>
            <a:custGeom>
              <a:avLst/>
              <a:gdLst>
                <a:gd name="connsiteX0" fmla="*/ 35634 w 38992"/>
                <a:gd name="connsiteY0" fmla="*/ 12619 h 24748"/>
                <a:gd name="connsiteX1" fmla="*/ 8797 w 38992"/>
                <a:gd name="connsiteY1" fmla="*/ 489 h 24748"/>
                <a:gd name="connsiteX2" fmla="*/ 490 w 38992"/>
                <a:gd name="connsiteY2" fmla="*/ 3681 h 24748"/>
                <a:gd name="connsiteX3" fmla="*/ 3685 w 38992"/>
                <a:gd name="connsiteY3" fmla="*/ 11980 h 24748"/>
                <a:gd name="connsiteX4" fmla="*/ 29884 w 38992"/>
                <a:gd name="connsiteY4" fmla="*/ 24110 h 24748"/>
                <a:gd name="connsiteX5" fmla="*/ 32439 w 38992"/>
                <a:gd name="connsiteY5" fmla="*/ 24748 h 24748"/>
                <a:gd name="connsiteX6" fmla="*/ 38829 w 38992"/>
                <a:gd name="connsiteY6" fmla="*/ 18364 h 24748"/>
                <a:gd name="connsiteX7" fmla="*/ 35634 w 38992"/>
                <a:gd name="connsiteY7" fmla="*/ 12619 h 24748"/>
                <a:gd name="connsiteX8" fmla="*/ 35634 w 38992"/>
                <a:gd name="connsiteY8" fmla="*/ 12619 h 24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92" h="24748">
                  <a:moveTo>
                    <a:pt x="35634" y="12619"/>
                  </a:moveTo>
                  <a:lnTo>
                    <a:pt x="8797" y="489"/>
                  </a:lnTo>
                  <a:cubicBezTo>
                    <a:pt x="5602" y="-788"/>
                    <a:pt x="1768" y="489"/>
                    <a:pt x="490" y="3681"/>
                  </a:cubicBezTo>
                  <a:cubicBezTo>
                    <a:pt x="-788" y="6873"/>
                    <a:pt x="490" y="10704"/>
                    <a:pt x="3685" y="11980"/>
                  </a:cubicBezTo>
                  <a:lnTo>
                    <a:pt x="29884" y="24110"/>
                  </a:lnTo>
                  <a:cubicBezTo>
                    <a:pt x="30523" y="24748"/>
                    <a:pt x="31800" y="24748"/>
                    <a:pt x="32439" y="24748"/>
                  </a:cubicBezTo>
                  <a:cubicBezTo>
                    <a:pt x="36273" y="24748"/>
                    <a:pt x="38829" y="22195"/>
                    <a:pt x="38829" y="18364"/>
                  </a:cubicBezTo>
                  <a:cubicBezTo>
                    <a:pt x="39468" y="15811"/>
                    <a:pt x="38190" y="13896"/>
                    <a:pt x="35634" y="12619"/>
                  </a:cubicBezTo>
                  <a:lnTo>
                    <a:pt x="35634" y="12619"/>
                  </a:lnTo>
                  <a:close/>
                </a:path>
              </a:pathLst>
            </a:custGeom>
            <a:solidFill>
              <a:srgbClr val="046A38"/>
            </a:solidFill>
            <a:ln w="6390" cap="flat">
              <a:noFill/>
              <a:prstDash val="solid"/>
              <a:miter/>
            </a:ln>
          </p:spPr>
          <p:txBody>
            <a:bodyPr rtlCol="0" anchor="ctr"/>
            <a:lstStyle/>
            <a:p>
              <a:endParaRPr lang="en-US"/>
            </a:p>
          </p:txBody>
        </p:sp>
        <p:sp>
          <p:nvSpPr>
            <p:cNvPr id="749" name="Graphic 4">
              <a:extLst>
                <a:ext uri="{FF2B5EF4-FFF2-40B4-BE49-F238E27FC236}">
                  <a16:creationId xmlns:a16="http://schemas.microsoft.com/office/drawing/2014/main" id="{9201B430-1D8B-1944-9691-2F6FBC8A76D1}"/>
                </a:ext>
              </a:extLst>
            </p:cNvPr>
            <p:cNvSpPr/>
            <p:nvPr/>
          </p:nvSpPr>
          <p:spPr>
            <a:xfrm>
              <a:off x="2722490" y="1078794"/>
              <a:ext cx="35896" cy="32181"/>
            </a:xfrm>
            <a:custGeom>
              <a:avLst/>
              <a:gdLst>
                <a:gd name="connsiteX0" fmla="*/ 27738 w 35896"/>
                <a:gd name="connsiteY0" fmla="*/ 900 h 32181"/>
                <a:gd name="connsiteX1" fmla="*/ 18792 w 35896"/>
                <a:gd name="connsiteY1" fmla="*/ 4730 h 32181"/>
                <a:gd name="connsiteX2" fmla="*/ 9847 w 35896"/>
                <a:gd name="connsiteY2" fmla="*/ 900 h 32181"/>
                <a:gd name="connsiteX3" fmla="*/ 901 w 35896"/>
                <a:gd name="connsiteY3" fmla="*/ 3453 h 32181"/>
                <a:gd name="connsiteX4" fmla="*/ 3457 w 35896"/>
                <a:gd name="connsiteY4" fmla="*/ 12391 h 32181"/>
                <a:gd name="connsiteX5" fmla="*/ 4096 w 35896"/>
                <a:gd name="connsiteY5" fmla="*/ 13029 h 32181"/>
                <a:gd name="connsiteX6" fmla="*/ 11764 w 35896"/>
                <a:gd name="connsiteY6" fmla="*/ 16860 h 32181"/>
                <a:gd name="connsiteX7" fmla="*/ 11764 w 35896"/>
                <a:gd name="connsiteY7" fmla="*/ 25797 h 32181"/>
                <a:gd name="connsiteX8" fmla="*/ 18153 w 35896"/>
                <a:gd name="connsiteY8" fmla="*/ 32181 h 32181"/>
                <a:gd name="connsiteX9" fmla="*/ 24543 w 35896"/>
                <a:gd name="connsiteY9" fmla="*/ 25797 h 32181"/>
                <a:gd name="connsiteX10" fmla="*/ 24543 w 35896"/>
                <a:gd name="connsiteY10" fmla="*/ 16860 h 32181"/>
                <a:gd name="connsiteX11" fmla="*/ 32211 w 35896"/>
                <a:gd name="connsiteY11" fmla="*/ 13029 h 32181"/>
                <a:gd name="connsiteX12" fmla="*/ 35406 w 35896"/>
                <a:gd name="connsiteY12" fmla="*/ 4730 h 32181"/>
                <a:gd name="connsiteX13" fmla="*/ 35406 w 35896"/>
                <a:gd name="connsiteY13" fmla="*/ 4730 h 32181"/>
                <a:gd name="connsiteX14" fmla="*/ 27738 w 35896"/>
                <a:gd name="connsiteY14" fmla="*/ 900 h 32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896" h="32181">
                  <a:moveTo>
                    <a:pt x="27738" y="900"/>
                  </a:moveTo>
                  <a:lnTo>
                    <a:pt x="18792" y="4730"/>
                  </a:lnTo>
                  <a:lnTo>
                    <a:pt x="9847" y="900"/>
                  </a:lnTo>
                  <a:cubicBezTo>
                    <a:pt x="6652" y="-1015"/>
                    <a:pt x="2818" y="261"/>
                    <a:pt x="901" y="3453"/>
                  </a:cubicBezTo>
                  <a:cubicBezTo>
                    <a:pt x="-1016" y="6645"/>
                    <a:pt x="262" y="10476"/>
                    <a:pt x="3457" y="12391"/>
                  </a:cubicBezTo>
                  <a:cubicBezTo>
                    <a:pt x="3457" y="12391"/>
                    <a:pt x="4096" y="12391"/>
                    <a:pt x="4096" y="13029"/>
                  </a:cubicBezTo>
                  <a:lnTo>
                    <a:pt x="11764" y="16860"/>
                  </a:lnTo>
                  <a:lnTo>
                    <a:pt x="11764" y="25797"/>
                  </a:lnTo>
                  <a:cubicBezTo>
                    <a:pt x="11764" y="29628"/>
                    <a:pt x="14319" y="32181"/>
                    <a:pt x="18153" y="32181"/>
                  </a:cubicBezTo>
                  <a:cubicBezTo>
                    <a:pt x="21987" y="32181"/>
                    <a:pt x="24543" y="29628"/>
                    <a:pt x="24543" y="25797"/>
                  </a:cubicBezTo>
                  <a:lnTo>
                    <a:pt x="24543" y="16860"/>
                  </a:lnTo>
                  <a:lnTo>
                    <a:pt x="32211" y="13029"/>
                  </a:lnTo>
                  <a:cubicBezTo>
                    <a:pt x="35406" y="11753"/>
                    <a:pt x="36684" y="7922"/>
                    <a:pt x="35406" y="4730"/>
                  </a:cubicBezTo>
                  <a:cubicBezTo>
                    <a:pt x="35406" y="4730"/>
                    <a:pt x="35406" y="4730"/>
                    <a:pt x="35406" y="4730"/>
                  </a:cubicBezTo>
                  <a:cubicBezTo>
                    <a:pt x="34767" y="900"/>
                    <a:pt x="30933" y="-377"/>
                    <a:pt x="27738" y="900"/>
                  </a:cubicBezTo>
                  <a:close/>
                </a:path>
              </a:pathLst>
            </a:custGeom>
            <a:solidFill>
              <a:srgbClr val="046A38"/>
            </a:solidFill>
            <a:ln w="6390" cap="flat">
              <a:noFill/>
              <a:prstDash val="solid"/>
              <a:miter/>
            </a:ln>
          </p:spPr>
          <p:txBody>
            <a:bodyPr rtlCol="0" anchor="ctr"/>
            <a:lstStyle/>
            <a:p>
              <a:endParaRPr lang="en-US"/>
            </a:p>
          </p:txBody>
        </p:sp>
        <p:sp>
          <p:nvSpPr>
            <p:cNvPr id="750" name="Graphic 4">
              <a:extLst>
                <a:ext uri="{FF2B5EF4-FFF2-40B4-BE49-F238E27FC236}">
                  <a16:creationId xmlns:a16="http://schemas.microsoft.com/office/drawing/2014/main" id="{41B0056D-823A-9D40-AA14-AEA29F465978}"/>
                </a:ext>
              </a:extLst>
            </p:cNvPr>
            <p:cNvSpPr/>
            <p:nvPr/>
          </p:nvSpPr>
          <p:spPr>
            <a:xfrm>
              <a:off x="2774021" y="1054945"/>
              <a:ext cx="38680" cy="24748"/>
            </a:xfrm>
            <a:custGeom>
              <a:avLst/>
              <a:gdLst>
                <a:gd name="connsiteX0" fmla="*/ 29883 w 38680"/>
                <a:gd name="connsiteY0" fmla="*/ 489 h 24748"/>
                <a:gd name="connsiteX1" fmla="*/ 3685 w 38680"/>
                <a:gd name="connsiteY1" fmla="*/ 12619 h 24748"/>
                <a:gd name="connsiteX2" fmla="*/ 490 w 38680"/>
                <a:gd name="connsiteY2" fmla="*/ 20918 h 24748"/>
                <a:gd name="connsiteX3" fmla="*/ 6241 w 38680"/>
                <a:gd name="connsiteY3" fmla="*/ 24748 h 24748"/>
                <a:gd name="connsiteX4" fmla="*/ 8797 w 38680"/>
                <a:gd name="connsiteY4" fmla="*/ 24110 h 24748"/>
                <a:gd name="connsiteX5" fmla="*/ 34995 w 38680"/>
                <a:gd name="connsiteY5" fmla="*/ 11980 h 24748"/>
                <a:gd name="connsiteX6" fmla="*/ 38190 w 38680"/>
                <a:gd name="connsiteY6" fmla="*/ 3681 h 24748"/>
                <a:gd name="connsiteX7" fmla="*/ 29883 w 38680"/>
                <a:gd name="connsiteY7" fmla="*/ 489 h 24748"/>
                <a:gd name="connsiteX8" fmla="*/ 29883 w 38680"/>
                <a:gd name="connsiteY8" fmla="*/ 489 h 24748"/>
                <a:gd name="connsiteX9" fmla="*/ 29883 w 38680"/>
                <a:gd name="connsiteY9" fmla="*/ 489 h 24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680" h="24748">
                  <a:moveTo>
                    <a:pt x="29883" y="489"/>
                  </a:moveTo>
                  <a:lnTo>
                    <a:pt x="3685" y="12619"/>
                  </a:lnTo>
                  <a:cubicBezTo>
                    <a:pt x="490" y="13896"/>
                    <a:pt x="-788" y="17726"/>
                    <a:pt x="490" y="20918"/>
                  </a:cubicBezTo>
                  <a:cubicBezTo>
                    <a:pt x="1768" y="23472"/>
                    <a:pt x="3685" y="24748"/>
                    <a:pt x="6241" y="24748"/>
                  </a:cubicBezTo>
                  <a:cubicBezTo>
                    <a:pt x="6880" y="24748"/>
                    <a:pt x="8158" y="24748"/>
                    <a:pt x="8797" y="24110"/>
                  </a:cubicBezTo>
                  <a:lnTo>
                    <a:pt x="34995" y="11980"/>
                  </a:lnTo>
                  <a:cubicBezTo>
                    <a:pt x="38190" y="10704"/>
                    <a:pt x="39468" y="6873"/>
                    <a:pt x="38190" y="3681"/>
                  </a:cubicBezTo>
                  <a:cubicBezTo>
                    <a:pt x="36273" y="489"/>
                    <a:pt x="33078" y="-788"/>
                    <a:pt x="29883" y="489"/>
                  </a:cubicBezTo>
                  <a:lnTo>
                    <a:pt x="29883" y="489"/>
                  </a:lnTo>
                  <a:lnTo>
                    <a:pt x="29883" y="489"/>
                  </a:lnTo>
                  <a:close/>
                </a:path>
              </a:pathLst>
            </a:custGeom>
            <a:solidFill>
              <a:srgbClr val="046A38"/>
            </a:solidFill>
            <a:ln w="6390" cap="flat">
              <a:noFill/>
              <a:prstDash val="solid"/>
              <a:miter/>
            </a:ln>
          </p:spPr>
          <p:txBody>
            <a:bodyPr rtlCol="0" anchor="ctr"/>
            <a:lstStyle/>
            <a:p>
              <a:endParaRPr lang="en-US"/>
            </a:p>
          </p:txBody>
        </p:sp>
        <p:sp>
          <p:nvSpPr>
            <p:cNvPr id="751" name="Graphic 4">
              <a:extLst>
                <a:ext uri="{FF2B5EF4-FFF2-40B4-BE49-F238E27FC236}">
                  <a16:creationId xmlns:a16="http://schemas.microsoft.com/office/drawing/2014/main" id="{AC51E453-C66C-394F-9352-780B9F353097}"/>
                </a:ext>
              </a:extLst>
            </p:cNvPr>
            <p:cNvSpPr/>
            <p:nvPr/>
          </p:nvSpPr>
          <p:spPr>
            <a:xfrm>
              <a:off x="2772970" y="1007293"/>
              <a:ext cx="39502" cy="25797"/>
            </a:xfrm>
            <a:custGeom>
              <a:avLst/>
              <a:gdLst>
                <a:gd name="connsiteX0" fmla="*/ 36045 w 39502"/>
                <a:gd name="connsiteY0" fmla="*/ 13029 h 25797"/>
                <a:gd name="connsiteX1" fmla="*/ 9847 w 39502"/>
                <a:gd name="connsiteY1" fmla="*/ 900 h 25797"/>
                <a:gd name="connsiteX2" fmla="*/ 901 w 39502"/>
                <a:gd name="connsiteY2" fmla="*/ 3453 h 25797"/>
                <a:gd name="connsiteX3" fmla="*/ 3457 w 39502"/>
                <a:gd name="connsiteY3" fmla="*/ 12391 h 25797"/>
                <a:gd name="connsiteX4" fmla="*/ 4096 w 39502"/>
                <a:gd name="connsiteY4" fmla="*/ 13029 h 25797"/>
                <a:gd name="connsiteX5" fmla="*/ 30294 w 39502"/>
                <a:gd name="connsiteY5" fmla="*/ 25159 h 25797"/>
                <a:gd name="connsiteX6" fmla="*/ 32850 w 39502"/>
                <a:gd name="connsiteY6" fmla="*/ 25797 h 25797"/>
                <a:gd name="connsiteX7" fmla="*/ 38601 w 39502"/>
                <a:gd name="connsiteY7" fmla="*/ 21967 h 25797"/>
                <a:gd name="connsiteX8" fmla="*/ 36045 w 39502"/>
                <a:gd name="connsiteY8" fmla="*/ 13029 h 25797"/>
                <a:gd name="connsiteX9" fmla="*/ 36045 w 39502"/>
                <a:gd name="connsiteY9" fmla="*/ 13029 h 25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02" h="25797">
                  <a:moveTo>
                    <a:pt x="36045" y="13029"/>
                  </a:moveTo>
                  <a:lnTo>
                    <a:pt x="9847" y="900"/>
                  </a:lnTo>
                  <a:cubicBezTo>
                    <a:pt x="6652" y="-1015"/>
                    <a:pt x="2818" y="261"/>
                    <a:pt x="901" y="3453"/>
                  </a:cubicBezTo>
                  <a:cubicBezTo>
                    <a:pt x="-1016" y="6645"/>
                    <a:pt x="262" y="10476"/>
                    <a:pt x="3457" y="12391"/>
                  </a:cubicBezTo>
                  <a:cubicBezTo>
                    <a:pt x="3457" y="12391"/>
                    <a:pt x="4096" y="12391"/>
                    <a:pt x="4096" y="13029"/>
                  </a:cubicBezTo>
                  <a:lnTo>
                    <a:pt x="30294" y="25159"/>
                  </a:lnTo>
                  <a:cubicBezTo>
                    <a:pt x="30933" y="25797"/>
                    <a:pt x="32211" y="25797"/>
                    <a:pt x="32850" y="25797"/>
                  </a:cubicBezTo>
                  <a:cubicBezTo>
                    <a:pt x="35406" y="25797"/>
                    <a:pt x="37323" y="24521"/>
                    <a:pt x="38601" y="21967"/>
                  </a:cubicBezTo>
                  <a:cubicBezTo>
                    <a:pt x="40518" y="18137"/>
                    <a:pt x="39240" y="14306"/>
                    <a:pt x="36045" y="13029"/>
                  </a:cubicBezTo>
                  <a:cubicBezTo>
                    <a:pt x="36045" y="13029"/>
                    <a:pt x="36045" y="13029"/>
                    <a:pt x="36045" y="13029"/>
                  </a:cubicBezTo>
                  <a:close/>
                </a:path>
              </a:pathLst>
            </a:custGeom>
            <a:solidFill>
              <a:srgbClr val="046A38"/>
            </a:solidFill>
            <a:ln w="6390" cap="flat">
              <a:noFill/>
              <a:prstDash val="solid"/>
              <a:miter/>
            </a:ln>
          </p:spPr>
          <p:txBody>
            <a:bodyPr rtlCol="0" anchor="ctr"/>
            <a:lstStyle/>
            <a:p>
              <a:endParaRPr lang="en-US"/>
            </a:p>
          </p:txBody>
        </p:sp>
        <p:sp>
          <p:nvSpPr>
            <p:cNvPr id="752" name="Graphic 4">
              <a:extLst>
                <a:ext uri="{FF2B5EF4-FFF2-40B4-BE49-F238E27FC236}">
                  <a16:creationId xmlns:a16="http://schemas.microsoft.com/office/drawing/2014/main" id="{CDE8DD52-7B9F-2848-96E7-893AE3C39608}"/>
                </a:ext>
              </a:extLst>
            </p:cNvPr>
            <p:cNvSpPr/>
            <p:nvPr/>
          </p:nvSpPr>
          <p:spPr>
            <a:xfrm>
              <a:off x="2632654" y="1075863"/>
              <a:ext cx="12779" cy="38303"/>
            </a:xfrm>
            <a:custGeom>
              <a:avLst/>
              <a:gdLst>
                <a:gd name="connsiteX0" fmla="*/ 6390 w 12779"/>
                <a:gd name="connsiteY0" fmla="*/ 38304 h 38303"/>
                <a:gd name="connsiteX1" fmla="*/ 12780 w 12779"/>
                <a:gd name="connsiteY1" fmla="*/ 31920 h 38303"/>
                <a:gd name="connsiteX2" fmla="*/ 12780 w 12779"/>
                <a:gd name="connsiteY2" fmla="*/ 6384 h 38303"/>
                <a:gd name="connsiteX3" fmla="*/ 6390 w 12779"/>
                <a:gd name="connsiteY3" fmla="*/ 0 h 38303"/>
                <a:gd name="connsiteX4" fmla="*/ 0 w 12779"/>
                <a:gd name="connsiteY4" fmla="*/ 6384 h 38303"/>
                <a:gd name="connsiteX5" fmla="*/ 0 w 12779"/>
                <a:gd name="connsiteY5" fmla="*/ 31920 h 38303"/>
                <a:gd name="connsiteX6" fmla="*/ 6390 w 12779"/>
                <a:gd name="connsiteY6" fmla="*/ 38304 h 3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38303">
                  <a:moveTo>
                    <a:pt x="6390" y="38304"/>
                  </a:moveTo>
                  <a:cubicBezTo>
                    <a:pt x="10224" y="38304"/>
                    <a:pt x="12780" y="35750"/>
                    <a:pt x="12780" y="31920"/>
                  </a:cubicBezTo>
                  <a:lnTo>
                    <a:pt x="12780" y="6384"/>
                  </a:lnTo>
                  <a:cubicBezTo>
                    <a:pt x="12780" y="2554"/>
                    <a:pt x="10224" y="0"/>
                    <a:pt x="6390" y="0"/>
                  </a:cubicBezTo>
                  <a:cubicBezTo>
                    <a:pt x="2556" y="0"/>
                    <a:pt x="0" y="2554"/>
                    <a:pt x="0" y="6384"/>
                  </a:cubicBezTo>
                  <a:lnTo>
                    <a:pt x="0" y="31920"/>
                  </a:lnTo>
                  <a:cubicBezTo>
                    <a:pt x="0" y="35750"/>
                    <a:pt x="2556" y="38304"/>
                    <a:pt x="6390" y="38304"/>
                  </a:cubicBezTo>
                  <a:close/>
                </a:path>
              </a:pathLst>
            </a:custGeom>
            <a:solidFill>
              <a:srgbClr val="046A38"/>
            </a:solidFill>
            <a:ln w="6390" cap="flat">
              <a:noFill/>
              <a:prstDash val="solid"/>
              <a:miter/>
            </a:ln>
          </p:spPr>
          <p:txBody>
            <a:bodyPr rtlCol="0" anchor="ctr"/>
            <a:lstStyle/>
            <a:p>
              <a:endParaRPr lang="en-US"/>
            </a:p>
          </p:txBody>
        </p:sp>
        <p:sp>
          <p:nvSpPr>
            <p:cNvPr id="753" name="Graphic 4">
              <a:extLst>
                <a:ext uri="{FF2B5EF4-FFF2-40B4-BE49-F238E27FC236}">
                  <a16:creationId xmlns:a16="http://schemas.microsoft.com/office/drawing/2014/main" id="{590421D8-7597-1443-9742-0C2A24F67270}"/>
                </a:ext>
              </a:extLst>
            </p:cNvPr>
            <p:cNvSpPr/>
            <p:nvPr/>
          </p:nvSpPr>
          <p:spPr>
            <a:xfrm>
              <a:off x="2632654" y="1127573"/>
              <a:ext cx="24132" cy="31281"/>
            </a:xfrm>
            <a:custGeom>
              <a:avLst/>
              <a:gdLst>
                <a:gd name="connsiteX0" fmla="*/ 20448 w 24132"/>
                <a:gd name="connsiteY0" fmla="*/ 19152 h 31281"/>
                <a:gd name="connsiteX1" fmla="*/ 12780 w 24132"/>
                <a:gd name="connsiteY1" fmla="*/ 14683 h 31281"/>
                <a:gd name="connsiteX2" fmla="*/ 12780 w 24132"/>
                <a:gd name="connsiteY2" fmla="*/ 6384 h 31281"/>
                <a:gd name="connsiteX3" fmla="*/ 6390 w 24132"/>
                <a:gd name="connsiteY3" fmla="*/ 0 h 31281"/>
                <a:gd name="connsiteX4" fmla="*/ 0 w 24132"/>
                <a:gd name="connsiteY4" fmla="*/ 6384 h 31281"/>
                <a:gd name="connsiteX5" fmla="*/ 0 w 24132"/>
                <a:gd name="connsiteY5" fmla="*/ 19152 h 31281"/>
                <a:gd name="connsiteX6" fmla="*/ 3195 w 24132"/>
                <a:gd name="connsiteY6" fmla="*/ 24897 h 31281"/>
                <a:gd name="connsiteX7" fmla="*/ 14697 w 24132"/>
                <a:gd name="connsiteY7" fmla="*/ 30643 h 31281"/>
                <a:gd name="connsiteX8" fmla="*/ 17892 w 24132"/>
                <a:gd name="connsiteY8" fmla="*/ 31281 h 31281"/>
                <a:gd name="connsiteX9" fmla="*/ 23643 w 24132"/>
                <a:gd name="connsiteY9" fmla="*/ 28089 h 31281"/>
                <a:gd name="connsiteX10" fmla="*/ 20448 w 24132"/>
                <a:gd name="connsiteY10" fmla="*/ 19152 h 31281"/>
                <a:gd name="connsiteX11" fmla="*/ 20448 w 24132"/>
                <a:gd name="connsiteY11" fmla="*/ 19152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32" h="31281">
                  <a:moveTo>
                    <a:pt x="20448" y="19152"/>
                  </a:moveTo>
                  <a:lnTo>
                    <a:pt x="12780" y="14683"/>
                  </a:lnTo>
                  <a:lnTo>
                    <a:pt x="12780" y="6384"/>
                  </a:lnTo>
                  <a:cubicBezTo>
                    <a:pt x="12780" y="2554"/>
                    <a:pt x="10224" y="0"/>
                    <a:pt x="6390" y="0"/>
                  </a:cubicBezTo>
                  <a:cubicBezTo>
                    <a:pt x="2556" y="0"/>
                    <a:pt x="0" y="2554"/>
                    <a:pt x="0" y="6384"/>
                  </a:cubicBezTo>
                  <a:lnTo>
                    <a:pt x="0" y="19152"/>
                  </a:lnTo>
                  <a:cubicBezTo>
                    <a:pt x="0" y="21706"/>
                    <a:pt x="1278" y="23621"/>
                    <a:pt x="3195" y="24897"/>
                  </a:cubicBezTo>
                  <a:lnTo>
                    <a:pt x="14697" y="30643"/>
                  </a:lnTo>
                  <a:cubicBezTo>
                    <a:pt x="15336" y="31281"/>
                    <a:pt x="16614" y="31281"/>
                    <a:pt x="17892" y="31281"/>
                  </a:cubicBezTo>
                  <a:cubicBezTo>
                    <a:pt x="20448" y="31281"/>
                    <a:pt x="22365" y="30005"/>
                    <a:pt x="23643" y="28089"/>
                  </a:cubicBezTo>
                  <a:cubicBezTo>
                    <a:pt x="24921" y="24897"/>
                    <a:pt x="23643" y="21067"/>
                    <a:pt x="20448" y="19152"/>
                  </a:cubicBezTo>
                  <a:cubicBezTo>
                    <a:pt x="20448" y="19152"/>
                    <a:pt x="20448" y="19152"/>
                    <a:pt x="20448" y="19152"/>
                  </a:cubicBezTo>
                  <a:close/>
                </a:path>
              </a:pathLst>
            </a:custGeom>
            <a:solidFill>
              <a:srgbClr val="046A38"/>
            </a:solidFill>
            <a:ln w="6390" cap="flat">
              <a:noFill/>
              <a:prstDash val="solid"/>
              <a:miter/>
            </a:ln>
          </p:spPr>
          <p:txBody>
            <a:bodyPr rtlCol="0" anchor="ctr"/>
            <a:lstStyle/>
            <a:p>
              <a:endParaRPr lang="en-US"/>
            </a:p>
          </p:txBody>
        </p:sp>
        <p:sp>
          <p:nvSpPr>
            <p:cNvPr id="754" name="Graphic 4">
              <a:extLst>
                <a:ext uri="{FF2B5EF4-FFF2-40B4-BE49-F238E27FC236}">
                  <a16:creationId xmlns:a16="http://schemas.microsoft.com/office/drawing/2014/main" id="{EC10C195-1D7B-9D46-80FE-A2E182294E45}"/>
                </a:ext>
              </a:extLst>
            </p:cNvPr>
            <p:cNvSpPr/>
            <p:nvPr/>
          </p:nvSpPr>
          <p:spPr>
            <a:xfrm>
              <a:off x="2670093" y="1159870"/>
              <a:ext cx="39879" cy="27712"/>
            </a:xfrm>
            <a:custGeom>
              <a:avLst/>
              <a:gdLst>
                <a:gd name="connsiteX0" fmla="*/ 36684 w 39879"/>
                <a:gd name="connsiteY0" fmla="*/ 15583 h 27712"/>
                <a:gd name="connsiteX1" fmla="*/ 9847 w 39879"/>
                <a:gd name="connsiteY1" fmla="*/ 900 h 27712"/>
                <a:gd name="connsiteX2" fmla="*/ 901 w 39879"/>
                <a:gd name="connsiteY2" fmla="*/ 3453 h 27712"/>
                <a:gd name="connsiteX3" fmla="*/ 3457 w 39879"/>
                <a:gd name="connsiteY3" fmla="*/ 12391 h 27712"/>
                <a:gd name="connsiteX4" fmla="*/ 30294 w 39879"/>
                <a:gd name="connsiteY4" fmla="*/ 27074 h 27712"/>
                <a:gd name="connsiteX5" fmla="*/ 33489 w 39879"/>
                <a:gd name="connsiteY5" fmla="*/ 27713 h 27712"/>
                <a:gd name="connsiteX6" fmla="*/ 39879 w 39879"/>
                <a:gd name="connsiteY6" fmla="*/ 21329 h 27712"/>
                <a:gd name="connsiteX7" fmla="*/ 36684 w 39879"/>
                <a:gd name="connsiteY7" fmla="*/ 15583 h 27712"/>
                <a:gd name="connsiteX8" fmla="*/ 36684 w 39879"/>
                <a:gd name="connsiteY8" fmla="*/ 15583 h 2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879" h="27712">
                  <a:moveTo>
                    <a:pt x="36684" y="15583"/>
                  </a:moveTo>
                  <a:lnTo>
                    <a:pt x="9847" y="900"/>
                  </a:lnTo>
                  <a:cubicBezTo>
                    <a:pt x="6652" y="-1015"/>
                    <a:pt x="2818" y="262"/>
                    <a:pt x="901" y="3453"/>
                  </a:cubicBezTo>
                  <a:cubicBezTo>
                    <a:pt x="-1016" y="6645"/>
                    <a:pt x="262" y="10476"/>
                    <a:pt x="3457" y="12391"/>
                  </a:cubicBezTo>
                  <a:lnTo>
                    <a:pt x="30294" y="27074"/>
                  </a:lnTo>
                  <a:cubicBezTo>
                    <a:pt x="30933" y="27713"/>
                    <a:pt x="32211" y="27713"/>
                    <a:pt x="33489" y="27713"/>
                  </a:cubicBezTo>
                  <a:cubicBezTo>
                    <a:pt x="37323" y="27713"/>
                    <a:pt x="39879" y="24521"/>
                    <a:pt x="39879" y="21329"/>
                  </a:cubicBezTo>
                  <a:cubicBezTo>
                    <a:pt x="39879" y="18775"/>
                    <a:pt x="38601" y="16860"/>
                    <a:pt x="36684" y="15583"/>
                  </a:cubicBezTo>
                  <a:lnTo>
                    <a:pt x="36684" y="15583"/>
                  </a:lnTo>
                  <a:close/>
                </a:path>
              </a:pathLst>
            </a:custGeom>
            <a:solidFill>
              <a:srgbClr val="046A38"/>
            </a:solidFill>
            <a:ln w="6390" cap="flat">
              <a:noFill/>
              <a:prstDash val="solid"/>
              <a:miter/>
            </a:ln>
          </p:spPr>
          <p:txBody>
            <a:bodyPr rtlCol="0" anchor="ctr"/>
            <a:lstStyle/>
            <a:p>
              <a:endParaRPr lang="en-US"/>
            </a:p>
          </p:txBody>
        </p:sp>
        <p:sp>
          <p:nvSpPr>
            <p:cNvPr id="755" name="Graphic 4">
              <a:extLst>
                <a:ext uri="{FF2B5EF4-FFF2-40B4-BE49-F238E27FC236}">
                  <a16:creationId xmlns:a16="http://schemas.microsoft.com/office/drawing/2014/main" id="{07E840E4-696D-1E4A-89CF-A034D2316D4B}"/>
                </a:ext>
              </a:extLst>
            </p:cNvPr>
            <p:cNvSpPr/>
            <p:nvPr/>
          </p:nvSpPr>
          <p:spPr>
            <a:xfrm>
              <a:off x="2734893" y="1126297"/>
              <a:ext cx="12779" cy="40857"/>
            </a:xfrm>
            <a:custGeom>
              <a:avLst/>
              <a:gdLst>
                <a:gd name="connsiteX0" fmla="*/ 6390 w 12779"/>
                <a:gd name="connsiteY0" fmla="*/ 40857 h 40857"/>
                <a:gd name="connsiteX1" fmla="*/ 12780 w 12779"/>
                <a:gd name="connsiteY1" fmla="*/ 34473 h 40857"/>
                <a:gd name="connsiteX2" fmla="*/ 12780 w 12779"/>
                <a:gd name="connsiteY2" fmla="*/ 6384 h 40857"/>
                <a:gd name="connsiteX3" fmla="*/ 6390 w 12779"/>
                <a:gd name="connsiteY3" fmla="*/ 0 h 40857"/>
                <a:gd name="connsiteX4" fmla="*/ 0 w 12779"/>
                <a:gd name="connsiteY4" fmla="*/ 6384 h 40857"/>
                <a:gd name="connsiteX5" fmla="*/ 0 w 12779"/>
                <a:gd name="connsiteY5" fmla="*/ 34473 h 40857"/>
                <a:gd name="connsiteX6" fmla="*/ 6390 w 12779"/>
                <a:gd name="connsiteY6" fmla="*/ 40857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40857">
                  <a:moveTo>
                    <a:pt x="6390" y="40857"/>
                  </a:moveTo>
                  <a:cubicBezTo>
                    <a:pt x="10224" y="40857"/>
                    <a:pt x="12780" y="38304"/>
                    <a:pt x="12780" y="34473"/>
                  </a:cubicBezTo>
                  <a:lnTo>
                    <a:pt x="12780" y="6384"/>
                  </a:lnTo>
                  <a:cubicBezTo>
                    <a:pt x="12780" y="2554"/>
                    <a:pt x="10224" y="0"/>
                    <a:pt x="6390" y="0"/>
                  </a:cubicBezTo>
                  <a:cubicBezTo>
                    <a:pt x="2556" y="0"/>
                    <a:pt x="0" y="2554"/>
                    <a:pt x="0" y="6384"/>
                  </a:cubicBezTo>
                  <a:lnTo>
                    <a:pt x="0" y="34473"/>
                  </a:lnTo>
                  <a:cubicBezTo>
                    <a:pt x="0" y="37665"/>
                    <a:pt x="3195" y="40857"/>
                    <a:pt x="6390" y="40857"/>
                  </a:cubicBezTo>
                  <a:close/>
                </a:path>
              </a:pathLst>
            </a:custGeom>
            <a:solidFill>
              <a:srgbClr val="046A38"/>
            </a:solidFill>
            <a:ln w="6390" cap="flat">
              <a:noFill/>
              <a:prstDash val="solid"/>
              <a:miter/>
            </a:ln>
          </p:spPr>
          <p:txBody>
            <a:bodyPr rtlCol="0" anchor="ctr"/>
            <a:lstStyle/>
            <a:p>
              <a:endParaRPr lang="en-US"/>
            </a:p>
          </p:txBody>
        </p:sp>
        <p:sp>
          <p:nvSpPr>
            <p:cNvPr id="756" name="Graphic 4">
              <a:extLst>
                <a:ext uri="{FF2B5EF4-FFF2-40B4-BE49-F238E27FC236}">
                  <a16:creationId xmlns:a16="http://schemas.microsoft.com/office/drawing/2014/main" id="{BA837C8E-8BC7-EA4B-9691-F6447660B652}"/>
                </a:ext>
              </a:extLst>
            </p:cNvPr>
            <p:cNvSpPr/>
            <p:nvPr/>
          </p:nvSpPr>
          <p:spPr>
            <a:xfrm>
              <a:off x="2723129" y="1183114"/>
              <a:ext cx="35896" cy="24897"/>
            </a:xfrm>
            <a:custGeom>
              <a:avLst/>
              <a:gdLst>
                <a:gd name="connsiteX0" fmla="*/ 27099 w 35896"/>
                <a:gd name="connsiteY0" fmla="*/ 7661 h 24897"/>
                <a:gd name="connsiteX1" fmla="*/ 24543 w 35896"/>
                <a:gd name="connsiteY1" fmla="*/ 8938 h 24897"/>
                <a:gd name="connsiteX2" fmla="*/ 24543 w 35896"/>
                <a:gd name="connsiteY2" fmla="*/ 6384 h 24897"/>
                <a:gd name="connsiteX3" fmla="*/ 18154 w 35896"/>
                <a:gd name="connsiteY3" fmla="*/ 0 h 24897"/>
                <a:gd name="connsiteX4" fmla="*/ 11764 w 35896"/>
                <a:gd name="connsiteY4" fmla="*/ 6384 h 24897"/>
                <a:gd name="connsiteX5" fmla="*/ 11764 w 35896"/>
                <a:gd name="connsiteY5" fmla="*/ 8299 h 24897"/>
                <a:gd name="connsiteX6" fmla="*/ 9847 w 35896"/>
                <a:gd name="connsiteY6" fmla="*/ 7022 h 24897"/>
                <a:gd name="connsiteX7" fmla="*/ 901 w 35896"/>
                <a:gd name="connsiteY7" fmla="*/ 9576 h 24897"/>
                <a:gd name="connsiteX8" fmla="*/ 3457 w 35896"/>
                <a:gd name="connsiteY8" fmla="*/ 18514 h 24897"/>
                <a:gd name="connsiteX9" fmla="*/ 14959 w 35896"/>
                <a:gd name="connsiteY9" fmla="*/ 24898 h 24897"/>
                <a:gd name="connsiteX10" fmla="*/ 15598 w 35896"/>
                <a:gd name="connsiteY10" fmla="*/ 24898 h 24897"/>
                <a:gd name="connsiteX11" fmla="*/ 16237 w 35896"/>
                <a:gd name="connsiteY11" fmla="*/ 24898 h 24897"/>
                <a:gd name="connsiteX12" fmla="*/ 18154 w 35896"/>
                <a:gd name="connsiteY12" fmla="*/ 24898 h 24897"/>
                <a:gd name="connsiteX13" fmla="*/ 18154 w 35896"/>
                <a:gd name="connsiteY13" fmla="*/ 24898 h 24897"/>
                <a:gd name="connsiteX14" fmla="*/ 20709 w 35896"/>
                <a:gd name="connsiteY14" fmla="*/ 24259 h 24897"/>
                <a:gd name="connsiteX15" fmla="*/ 20709 w 35896"/>
                <a:gd name="connsiteY15" fmla="*/ 24259 h 24897"/>
                <a:gd name="connsiteX16" fmla="*/ 32211 w 35896"/>
                <a:gd name="connsiteY16" fmla="*/ 19152 h 24897"/>
                <a:gd name="connsiteX17" fmla="*/ 35406 w 35896"/>
                <a:gd name="connsiteY17" fmla="*/ 10853 h 24897"/>
                <a:gd name="connsiteX18" fmla="*/ 27099 w 35896"/>
                <a:gd name="connsiteY18" fmla="*/ 7661 h 24897"/>
                <a:gd name="connsiteX19" fmla="*/ 27099 w 35896"/>
                <a:gd name="connsiteY19" fmla="*/ 7661 h 24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896" h="24897">
                  <a:moveTo>
                    <a:pt x="27099" y="7661"/>
                  </a:moveTo>
                  <a:lnTo>
                    <a:pt x="24543" y="8938"/>
                  </a:lnTo>
                  <a:lnTo>
                    <a:pt x="24543" y="6384"/>
                  </a:lnTo>
                  <a:cubicBezTo>
                    <a:pt x="24543" y="2554"/>
                    <a:pt x="21988" y="0"/>
                    <a:pt x="18154" y="0"/>
                  </a:cubicBezTo>
                  <a:cubicBezTo>
                    <a:pt x="14320" y="0"/>
                    <a:pt x="11764" y="2554"/>
                    <a:pt x="11764" y="6384"/>
                  </a:cubicBezTo>
                  <a:lnTo>
                    <a:pt x="11764" y="8299"/>
                  </a:lnTo>
                  <a:lnTo>
                    <a:pt x="9847" y="7022"/>
                  </a:lnTo>
                  <a:cubicBezTo>
                    <a:pt x="6652" y="5107"/>
                    <a:pt x="2818" y="6384"/>
                    <a:pt x="901" y="9576"/>
                  </a:cubicBezTo>
                  <a:cubicBezTo>
                    <a:pt x="-1016" y="12768"/>
                    <a:pt x="262" y="16598"/>
                    <a:pt x="3457" y="18514"/>
                  </a:cubicBezTo>
                  <a:lnTo>
                    <a:pt x="14959" y="24898"/>
                  </a:lnTo>
                  <a:lnTo>
                    <a:pt x="15598" y="24898"/>
                  </a:lnTo>
                  <a:cubicBezTo>
                    <a:pt x="15598" y="24898"/>
                    <a:pt x="16237" y="24898"/>
                    <a:pt x="16237" y="24898"/>
                  </a:cubicBezTo>
                  <a:cubicBezTo>
                    <a:pt x="16875" y="24898"/>
                    <a:pt x="17514" y="24898"/>
                    <a:pt x="18154" y="24898"/>
                  </a:cubicBezTo>
                  <a:lnTo>
                    <a:pt x="18154" y="24898"/>
                  </a:lnTo>
                  <a:cubicBezTo>
                    <a:pt x="18793" y="24898"/>
                    <a:pt x="20070" y="24898"/>
                    <a:pt x="20709" y="24259"/>
                  </a:cubicBezTo>
                  <a:lnTo>
                    <a:pt x="20709" y="24259"/>
                  </a:lnTo>
                  <a:lnTo>
                    <a:pt x="32211" y="19152"/>
                  </a:lnTo>
                  <a:cubicBezTo>
                    <a:pt x="35406" y="17875"/>
                    <a:pt x="36684" y="14045"/>
                    <a:pt x="35406" y="10853"/>
                  </a:cubicBezTo>
                  <a:cubicBezTo>
                    <a:pt x="34128" y="7022"/>
                    <a:pt x="30294" y="5746"/>
                    <a:pt x="27099" y="7661"/>
                  </a:cubicBezTo>
                  <a:lnTo>
                    <a:pt x="27099" y="7661"/>
                  </a:lnTo>
                  <a:close/>
                </a:path>
              </a:pathLst>
            </a:custGeom>
            <a:solidFill>
              <a:srgbClr val="046A38"/>
            </a:solidFill>
            <a:ln w="6390" cap="flat">
              <a:noFill/>
              <a:prstDash val="solid"/>
              <a:miter/>
            </a:ln>
          </p:spPr>
          <p:txBody>
            <a:bodyPr rtlCol="0" anchor="ctr"/>
            <a:lstStyle/>
            <a:p>
              <a:endParaRPr lang="en-US"/>
            </a:p>
          </p:txBody>
        </p:sp>
        <p:sp>
          <p:nvSpPr>
            <p:cNvPr id="757" name="Graphic 4">
              <a:extLst>
                <a:ext uri="{FF2B5EF4-FFF2-40B4-BE49-F238E27FC236}">
                  <a16:creationId xmlns:a16="http://schemas.microsoft.com/office/drawing/2014/main" id="{60C8A10C-8DE9-F448-AEE6-66A5C916038F}"/>
                </a:ext>
              </a:extLst>
            </p:cNvPr>
            <p:cNvSpPr/>
            <p:nvPr/>
          </p:nvSpPr>
          <p:spPr>
            <a:xfrm>
              <a:off x="2774021" y="1165477"/>
              <a:ext cx="38680" cy="25297"/>
            </a:xfrm>
            <a:custGeom>
              <a:avLst/>
              <a:gdLst>
                <a:gd name="connsiteX0" fmla="*/ 29883 w 38680"/>
                <a:gd name="connsiteY0" fmla="*/ 400 h 25297"/>
                <a:gd name="connsiteX1" fmla="*/ 3685 w 38680"/>
                <a:gd name="connsiteY1" fmla="*/ 13168 h 25297"/>
                <a:gd name="connsiteX2" fmla="*/ 490 w 38680"/>
                <a:gd name="connsiteY2" fmla="*/ 21467 h 25297"/>
                <a:gd name="connsiteX3" fmla="*/ 6241 w 38680"/>
                <a:gd name="connsiteY3" fmla="*/ 25297 h 25297"/>
                <a:gd name="connsiteX4" fmla="*/ 8797 w 38680"/>
                <a:gd name="connsiteY4" fmla="*/ 24659 h 25297"/>
                <a:gd name="connsiteX5" fmla="*/ 34995 w 38680"/>
                <a:gd name="connsiteY5" fmla="*/ 12529 h 25297"/>
                <a:gd name="connsiteX6" fmla="*/ 38190 w 38680"/>
                <a:gd name="connsiteY6" fmla="*/ 4230 h 25297"/>
                <a:gd name="connsiteX7" fmla="*/ 29883 w 38680"/>
                <a:gd name="connsiteY7" fmla="*/ 400 h 25297"/>
                <a:gd name="connsiteX8" fmla="*/ 29883 w 38680"/>
                <a:gd name="connsiteY8" fmla="*/ 400 h 25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680" h="25297">
                  <a:moveTo>
                    <a:pt x="29883" y="400"/>
                  </a:moveTo>
                  <a:lnTo>
                    <a:pt x="3685" y="13168"/>
                  </a:lnTo>
                  <a:cubicBezTo>
                    <a:pt x="490" y="14445"/>
                    <a:pt x="-788" y="18275"/>
                    <a:pt x="490" y="21467"/>
                  </a:cubicBezTo>
                  <a:cubicBezTo>
                    <a:pt x="1768" y="24021"/>
                    <a:pt x="3685" y="25297"/>
                    <a:pt x="6241" y="25297"/>
                  </a:cubicBezTo>
                  <a:cubicBezTo>
                    <a:pt x="6880" y="25297"/>
                    <a:pt x="8158" y="25297"/>
                    <a:pt x="8797" y="24659"/>
                  </a:cubicBezTo>
                  <a:lnTo>
                    <a:pt x="34995" y="12529"/>
                  </a:lnTo>
                  <a:cubicBezTo>
                    <a:pt x="38190" y="11253"/>
                    <a:pt x="39468" y="7422"/>
                    <a:pt x="38190" y="4230"/>
                  </a:cubicBezTo>
                  <a:cubicBezTo>
                    <a:pt x="36273" y="1038"/>
                    <a:pt x="33078" y="-877"/>
                    <a:pt x="29883" y="400"/>
                  </a:cubicBezTo>
                  <a:lnTo>
                    <a:pt x="29883" y="400"/>
                  </a:lnTo>
                  <a:close/>
                </a:path>
              </a:pathLst>
            </a:custGeom>
            <a:solidFill>
              <a:srgbClr val="046A38"/>
            </a:solidFill>
            <a:ln w="6390" cap="flat">
              <a:noFill/>
              <a:prstDash val="solid"/>
              <a:miter/>
            </a:ln>
          </p:spPr>
          <p:txBody>
            <a:bodyPr rtlCol="0" anchor="ctr"/>
            <a:lstStyle/>
            <a:p>
              <a:endParaRPr lang="en-US"/>
            </a:p>
          </p:txBody>
        </p:sp>
        <p:sp>
          <p:nvSpPr>
            <p:cNvPr id="758" name="Graphic 4">
              <a:extLst>
                <a:ext uri="{FF2B5EF4-FFF2-40B4-BE49-F238E27FC236}">
                  <a16:creationId xmlns:a16="http://schemas.microsoft.com/office/drawing/2014/main" id="{09DD7828-8510-DA4A-B6B5-BEEF293FDE2C}"/>
                </a:ext>
              </a:extLst>
            </p:cNvPr>
            <p:cNvSpPr/>
            <p:nvPr/>
          </p:nvSpPr>
          <p:spPr>
            <a:xfrm>
              <a:off x="2826418" y="1135234"/>
              <a:ext cx="24132" cy="31281"/>
            </a:xfrm>
            <a:custGeom>
              <a:avLst/>
              <a:gdLst>
                <a:gd name="connsiteX0" fmla="*/ 17743 w 24132"/>
                <a:gd name="connsiteY0" fmla="*/ 0 h 31281"/>
                <a:gd name="connsiteX1" fmla="*/ 11353 w 24132"/>
                <a:gd name="connsiteY1" fmla="*/ 6384 h 31281"/>
                <a:gd name="connsiteX2" fmla="*/ 11353 w 24132"/>
                <a:gd name="connsiteY2" fmla="*/ 15322 h 31281"/>
                <a:gd name="connsiteX3" fmla="*/ 3685 w 24132"/>
                <a:gd name="connsiteY3" fmla="*/ 19152 h 31281"/>
                <a:gd name="connsiteX4" fmla="*/ 490 w 24132"/>
                <a:gd name="connsiteY4" fmla="*/ 27451 h 31281"/>
                <a:gd name="connsiteX5" fmla="*/ 490 w 24132"/>
                <a:gd name="connsiteY5" fmla="*/ 27451 h 31281"/>
                <a:gd name="connsiteX6" fmla="*/ 6241 w 24132"/>
                <a:gd name="connsiteY6" fmla="*/ 31282 h 31281"/>
                <a:gd name="connsiteX7" fmla="*/ 8797 w 24132"/>
                <a:gd name="connsiteY7" fmla="*/ 30643 h 31281"/>
                <a:gd name="connsiteX8" fmla="*/ 20299 w 24132"/>
                <a:gd name="connsiteY8" fmla="*/ 25536 h 31281"/>
                <a:gd name="connsiteX9" fmla="*/ 24133 w 24132"/>
                <a:gd name="connsiteY9" fmla="*/ 19790 h 31281"/>
                <a:gd name="connsiteX10" fmla="*/ 24133 w 24132"/>
                <a:gd name="connsiteY10" fmla="*/ 7022 h 31281"/>
                <a:gd name="connsiteX11" fmla="*/ 17743 w 24132"/>
                <a:gd name="connsiteY11" fmla="*/ 0 h 31281"/>
                <a:gd name="connsiteX12" fmla="*/ 17743 w 24132"/>
                <a:gd name="connsiteY12" fmla="*/ 0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32" h="31281">
                  <a:moveTo>
                    <a:pt x="17743" y="0"/>
                  </a:moveTo>
                  <a:cubicBezTo>
                    <a:pt x="13909" y="0"/>
                    <a:pt x="11353" y="2554"/>
                    <a:pt x="11353" y="6384"/>
                  </a:cubicBezTo>
                  <a:lnTo>
                    <a:pt x="11353" y="15322"/>
                  </a:lnTo>
                  <a:lnTo>
                    <a:pt x="3685" y="19152"/>
                  </a:lnTo>
                  <a:cubicBezTo>
                    <a:pt x="490" y="20429"/>
                    <a:pt x="-788" y="24259"/>
                    <a:pt x="490" y="27451"/>
                  </a:cubicBezTo>
                  <a:cubicBezTo>
                    <a:pt x="490" y="27451"/>
                    <a:pt x="490" y="27451"/>
                    <a:pt x="490" y="27451"/>
                  </a:cubicBezTo>
                  <a:cubicBezTo>
                    <a:pt x="1768" y="30005"/>
                    <a:pt x="3685" y="31282"/>
                    <a:pt x="6241" y="31282"/>
                  </a:cubicBezTo>
                  <a:cubicBezTo>
                    <a:pt x="6880" y="31282"/>
                    <a:pt x="8158" y="31282"/>
                    <a:pt x="8797" y="30643"/>
                  </a:cubicBezTo>
                  <a:lnTo>
                    <a:pt x="20299" y="25536"/>
                  </a:lnTo>
                  <a:cubicBezTo>
                    <a:pt x="22854" y="24259"/>
                    <a:pt x="24133" y="22344"/>
                    <a:pt x="24133" y="19790"/>
                  </a:cubicBezTo>
                  <a:lnTo>
                    <a:pt x="24133" y="7022"/>
                  </a:lnTo>
                  <a:cubicBezTo>
                    <a:pt x="24133" y="2554"/>
                    <a:pt x="21577" y="0"/>
                    <a:pt x="17743" y="0"/>
                  </a:cubicBezTo>
                  <a:cubicBezTo>
                    <a:pt x="17743" y="0"/>
                    <a:pt x="17743" y="0"/>
                    <a:pt x="17743" y="0"/>
                  </a:cubicBezTo>
                  <a:close/>
                </a:path>
              </a:pathLst>
            </a:custGeom>
            <a:solidFill>
              <a:srgbClr val="046A38"/>
            </a:solidFill>
            <a:ln w="6390" cap="flat">
              <a:noFill/>
              <a:prstDash val="solid"/>
              <a:miter/>
            </a:ln>
          </p:spPr>
          <p:txBody>
            <a:bodyPr rtlCol="0" anchor="ctr"/>
            <a:lstStyle/>
            <a:p>
              <a:endParaRPr lang="en-US"/>
            </a:p>
          </p:txBody>
        </p:sp>
        <p:sp>
          <p:nvSpPr>
            <p:cNvPr id="759" name="Graphic 4">
              <a:extLst>
                <a:ext uri="{FF2B5EF4-FFF2-40B4-BE49-F238E27FC236}">
                  <a16:creationId xmlns:a16="http://schemas.microsoft.com/office/drawing/2014/main" id="{A46BB932-8B1C-AB48-AE92-A9FC37AA90FB}"/>
                </a:ext>
              </a:extLst>
            </p:cNvPr>
            <p:cNvSpPr/>
            <p:nvPr/>
          </p:nvSpPr>
          <p:spPr>
            <a:xfrm>
              <a:off x="2837771" y="1078417"/>
              <a:ext cx="12779" cy="40857"/>
            </a:xfrm>
            <a:custGeom>
              <a:avLst/>
              <a:gdLst>
                <a:gd name="connsiteX0" fmla="*/ 6390 w 12779"/>
                <a:gd name="connsiteY0" fmla="*/ 0 h 40857"/>
                <a:gd name="connsiteX1" fmla="*/ 0 w 12779"/>
                <a:gd name="connsiteY1" fmla="*/ 6384 h 40857"/>
                <a:gd name="connsiteX2" fmla="*/ 0 w 12779"/>
                <a:gd name="connsiteY2" fmla="*/ 34473 h 40857"/>
                <a:gd name="connsiteX3" fmla="*/ 6390 w 12779"/>
                <a:gd name="connsiteY3" fmla="*/ 40857 h 40857"/>
                <a:gd name="connsiteX4" fmla="*/ 12780 w 12779"/>
                <a:gd name="connsiteY4" fmla="*/ 34473 h 40857"/>
                <a:gd name="connsiteX5" fmla="*/ 12780 w 12779"/>
                <a:gd name="connsiteY5" fmla="*/ 6384 h 40857"/>
                <a:gd name="connsiteX6" fmla="*/ 6390 w 12779"/>
                <a:gd name="connsiteY6" fmla="*/ 0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40857">
                  <a:moveTo>
                    <a:pt x="6390" y="0"/>
                  </a:moveTo>
                  <a:cubicBezTo>
                    <a:pt x="2556" y="0"/>
                    <a:pt x="0" y="2554"/>
                    <a:pt x="0" y="6384"/>
                  </a:cubicBezTo>
                  <a:lnTo>
                    <a:pt x="0" y="34473"/>
                  </a:lnTo>
                  <a:cubicBezTo>
                    <a:pt x="0" y="38304"/>
                    <a:pt x="2556" y="40857"/>
                    <a:pt x="6390" y="40857"/>
                  </a:cubicBezTo>
                  <a:cubicBezTo>
                    <a:pt x="10224" y="40857"/>
                    <a:pt x="12780" y="38304"/>
                    <a:pt x="12780" y="34473"/>
                  </a:cubicBezTo>
                  <a:lnTo>
                    <a:pt x="12780" y="6384"/>
                  </a:lnTo>
                  <a:cubicBezTo>
                    <a:pt x="12780" y="2554"/>
                    <a:pt x="10224" y="0"/>
                    <a:pt x="6390" y="0"/>
                  </a:cubicBezTo>
                  <a:close/>
                </a:path>
              </a:pathLst>
            </a:custGeom>
            <a:solidFill>
              <a:srgbClr val="046A38"/>
            </a:solidFill>
            <a:ln w="6390" cap="flat">
              <a:noFill/>
              <a:prstDash val="solid"/>
              <a:miter/>
            </a:ln>
          </p:spPr>
          <p:txBody>
            <a:bodyPr rtlCol="0" anchor="ctr"/>
            <a:lstStyle/>
            <a:p>
              <a:endParaRPr lang="en-US"/>
            </a:p>
          </p:txBody>
        </p:sp>
        <p:sp>
          <p:nvSpPr>
            <p:cNvPr id="760" name="Graphic 4">
              <a:extLst>
                <a:ext uri="{FF2B5EF4-FFF2-40B4-BE49-F238E27FC236}">
                  <a16:creationId xmlns:a16="http://schemas.microsoft.com/office/drawing/2014/main" id="{DC8DB8A8-D5AF-DD44-97E5-9EC762B3E01D}"/>
                </a:ext>
              </a:extLst>
            </p:cNvPr>
            <p:cNvSpPr/>
            <p:nvPr/>
          </p:nvSpPr>
          <p:spPr>
            <a:xfrm>
              <a:off x="2825368" y="1031552"/>
              <a:ext cx="24827" cy="30904"/>
            </a:xfrm>
            <a:custGeom>
              <a:avLst/>
              <a:gdLst>
                <a:gd name="connsiteX0" fmla="*/ 24543 w 24827"/>
                <a:gd name="connsiteY0" fmla="*/ 9199 h 30904"/>
                <a:gd name="connsiteX1" fmla="*/ 23904 w 24827"/>
                <a:gd name="connsiteY1" fmla="*/ 7922 h 30904"/>
                <a:gd name="connsiteX2" fmla="*/ 23265 w 24827"/>
                <a:gd name="connsiteY2" fmla="*/ 7284 h 30904"/>
                <a:gd name="connsiteX3" fmla="*/ 21348 w 24827"/>
                <a:gd name="connsiteY3" fmla="*/ 6007 h 30904"/>
                <a:gd name="connsiteX4" fmla="*/ 9847 w 24827"/>
                <a:gd name="connsiteY4" fmla="*/ 900 h 30904"/>
                <a:gd name="connsiteX5" fmla="*/ 901 w 24827"/>
                <a:gd name="connsiteY5" fmla="*/ 3453 h 30904"/>
                <a:gd name="connsiteX6" fmla="*/ 3457 w 24827"/>
                <a:gd name="connsiteY6" fmla="*/ 12391 h 30904"/>
                <a:gd name="connsiteX7" fmla="*/ 1540 w 24827"/>
                <a:gd name="connsiteY7" fmla="*/ 21329 h 30904"/>
                <a:gd name="connsiteX8" fmla="*/ 6652 w 24827"/>
                <a:gd name="connsiteY8" fmla="*/ 23882 h 30904"/>
                <a:gd name="connsiteX9" fmla="*/ 9208 w 24827"/>
                <a:gd name="connsiteY9" fmla="*/ 23244 h 30904"/>
                <a:gd name="connsiteX10" fmla="*/ 11764 w 24827"/>
                <a:gd name="connsiteY10" fmla="*/ 21967 h 30904"/>
                <a:gd name="connsiteX11" fmla="*/ 11764 w 24827"/>
                <a:gd name="connsiteY11" fmla="*/ 24521 h 30904"/>
                <a:gd name="connsiteX12" fmla="*/ 18154 w 24827"/>
                <a:gd name="connsiteY12" fmla="*/ 30905 h 30904"/>
                <a:gd name="connsiteX13" fmla="*/ 24543 w 24827"/>
                <a:gd name="connsiteY13" fmla="*/ 24521 h 30904"/>
                <a:gd name="connsiteX14" fmla="*/ 24543 w 24827"/>
                <a:gd name="connsiteY14" fmla="*/ 11753 h 30904"/>
                <a:gd name="connsiteX15" fmla="*/ 24543 w 24827"/>
                <a:gd name="connsiteY15" fmla="*/ 9199 h 30904"/>
                <a:gd name="connsiteX16" fmla="*/ 24543 w 24827"/>
                <a:gd name="connsiteY16" fmla="*/ 9199 h 30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827" h="30904">
                  <a:moveTo>
                    <a:pt x="24543" y="9199"/>
                  </a:moveTo>
                  <a:cubicBezTo>
                    <a:pt x="24543" y="8561"/>
                    <a:pt x="23904" y="7922"/>
                    <a:pt x="23904" y="7922"/>
                  </a:cubicBezTo>
                  <a:lnTo>
                    <a:pt x="23265" y="7284"/>
                  </a:lnTo>
                  <a:cubicBezTo>
                    <a:pt x="22627" y="6645"/>
                    <a:pt x="21988" y="6645"/>
                    <a:pt x="21348" y="6007"/>
                  </a:cubicBezTo>
                  <a:lnTo>
                    <a:pt x="9847" y="900"/>
                  </a:lnTo>
                  <a:cubicBezTo>
                    <a:pt x="6652" y="-1015"/>
                    <a:pt x="2818" y="261"/>
                    <a:pt x="901" y="3453"/>
                  </a:cubicBezTo>
                  <a:cubicBezTo>
                    <a:pt x="-1016" y="6645"/>
                    <a:pt x="262" y="10476"/>
                    <a:pt x="3457" y="12391"/>
                  </a:cubicBezTo>
                  <a:cubicBezTo>
                    <a:pt x="262" y="14306"/>
                    <a:pt x="-377" y="18137"/>
                    <a:pt x="1540" y="21329"/>
                  </a:cubicBezTo>
                  <a:cubicBezTo>
                    <a:pt x="2818" y="23244"/>
                    <a:pt x="4735" y="23882"/>
                    <a:pt x="6652" y="23882"/>
                  </a:cubicBezTo>
                  <a:cubicBezTo>
                    <a:pt x="7291" y="23882"/>
                    <a:pt x="8569" y="23882"/>
                    <a:pt x="9208" y="23244"/>
                  </a:cubicBezTo>
                  <a:lnTo>
                    <a:pt x="11764" y="21967"/>
                  </a:lnTo>
                  <a:lnTo>
                    <a:pt x="11764" y="24521"/>
                  </a:lnTo>
                  <a:cubicBezTo>
                    <a:pt x="11764" y="28351"/>
                    <a:pt x="14320" y="30905"/>
                    <a:pt x="18154" y="30905"/>
                  </a:cubicBezTo>
                  <a:cubicBezTo>
                    <a:pt x="21988" y="30905"/>
                    <a:pt x="24543" y="28351"/>
                    <a:pt x="24543" y="24521"/>
                  </a:cubicBezTo>
                  <a:lnTo>
                    <a:pt x="24543" y="11753"/>
                  </a:lnTo>
                  <a:cubicBezTo>
                    <a:pt x="25182" y="11114"/>
                    <a:pt x="24543" y="10476"/>
                    <a:pt x="24543" y="9199"/>
                  </a:cubicBezTo>
                  <a:lnTo>
                    <a:pt x="24543" y="9199"/>
                  </a:lnTo>
                  <a:close/>
                </a:path>
              </a:pathLst>
            </a:custGeom>
            <a:solidFill>
              <a:srgbClr val="046A38"/>
            </a:solidFill>
            <a:ln w="6390" cap="flat">
              <a:noFill/>
              <a:prstDash val="solid"/>
              <a:miter/>
            </a:ln>
          </p:spPr>
          <p:txBody>
            <a:bodyPr rtlCol="0" anchor="ctr"/>
            <a:lstStyle/>
            <a:p>
              <a:endParaRPr lang="en-US"/>
            </a:p>
          </p:txBody>
        </p:sp>
      </p:grpSp>
      <p:sp>
        <p:nvSpPr>
          <p:cNvPr id="761" name="Graphic 4">
            <a:extLst>
              <a:ext uri="{FF2B5EF4-FFF2-40B4-BE49-F238E27FC236}">
                <a16:creationId xmlns:a16="http://schemas.microsoft.com/office/drawing/2014/main" id="{3F0D20BA-AF9E-5541-BA1B-0C83D9F66987}"/>
              </a:ext>
            </a:extLst>
          </p:cNvPr>
          <p:cNvSpPr>
            <a:spLocks noChangeAspect="1"/>
          </p:cNvSpPr>
          <p:nvPr/>
        </p:nvSpPr>
        <p:spPr>
          <a:xfrm>
            <a:off x="2998797" y="918179"/>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1305 h 361971"/>
              <a:gd name="connsiteX4" fmla="*/ 180835 w 362309"/>
              <a:gd name="connsiteY4" fmla="*/ 0 h 361971"/>
              <a:gd name="connsiteX5" fmla="*/ 180835 w 362309"/>
              <a:gd name="connsiteY5" fmla="*/ 0 h 361971"/>
              <a:gd name="connsiteX6" fmla="*/ 113741 w 362309"/>
              <a:gd name="connsiteY6" fmla="*/ 102144 h 361971"/>
              <a:gd name="connsiteX7" fmla="*/ 140579 w 362309"/>
              <a:gd name="connsiteY7" fmla="*/ 90014 h 361971"/>
              <a:gd name="connsiteX8" fmla="*/ 149525 w 362309"/>
              <a:gd name="connsiteY8" fmla="*/ 92568 h 361971"/>
              <a:gd name="connsiteX9" fmla="*/ 146969 w 362309"/>
              <a:gd name="connsiteY9" fmla="*/ 101505 h 361971"/>
              <a:gd name="connsiteX10" fmla="*/ 145691 w 362309"/>
              <a:gd name="connsiteY10" fmla="*/ 102144 h 361971"/>
              <a:gd name="connsiteX11" fmla="*/ 119492 w 362309"/>
              <a:gd name="connsiteY11" fmla="*/ 114273 h 361971"/>
              <a:gd name="connsiteX12" fmla="*/ 116936 w 362309"/>
              <a:gd name="connsiteY12" fmla="*/ 114912 h 361971"/>
              <a:gd name="connsiteX13" fmla="*/ 110546 w 362309"/>
              <a:gd name="connsiteY13" fmla="*/ 108528 h 361971"/>
              <a:gd name="connsiteX14" fmla="*/ 113741 w 362309"/>
              <a:gd name="connsiteY14" fmla="*/ 102144 h 361971"/>
              <a:gd name="connsiteX15" fmla="*/ 113741 w 362309"/>
              <a:gd name="connsiteY15" fmla="*/ 102144 h 361971"/>
              <a:gd name="connsiteX16" fmla="*/ 148247 w 362309"/>
              <a:gd name="connsiteY16" fmla="*/ 157684 h 361971"/>
              <a:gd name="connsiteX17" fmla="*/ 139940 w 362309"/>
              <a:gd name="connsiteY17" fmla="*/ 160876 h 361971"/>
              <a:gd name="connsiteX18" fmla="*/ 139940 w 362309"/>
              <a:gd name="connsiteY18" fmla="*/ 160876 h 361971"/>
              <a:gd name="connsiteX19" fmla="*/ 113102 w 362309"/>
              <a:gd name="connsiteY19" fmla="*/ 148747 h 361971"/>
              <a:gd name="connsiteX20" fmla="*/ 109907 w 362309"/>
              <a:gd name="connsiteY20" fmla="*/ 140448 h 361971"/>
              <a:gd name="connsiteX21" fmla="*/ 118214 w 362309"/>
              <a:gd name="connsiteY21" fmla="*/ 137256 h 361971"/>
              <a:gd name="connsiteX22" fmla="*/ 145052 w 362309"/>
              <a:gd name="connsiteY22" fmla="*/ 149385 h 361971"/>
              <a:gd name="connsiteX23" fmla="*/ 148247 w 362309"/>
              <a:gd name="connsiteY23" fmla="*/ 157684 h 361971"/>
              <a:gd name="connsiteX24" fmla="*/ 148247 w 362309"/>
              <a:gd name="connsiteY24" fmla="*/ 157684 h 361971"/>
              <a:gd name="connsiteX25" fmla="*/ 148247 w 362309"/>
              <a:gd name="connsiteY25" fmla="*/ 157684 h 361971"/>
              <a:gd name="connsiteX26" fmla="*/ 71567 w 362309"/>
              <a:gd name="connsiteY26" fmla="*/ 164068 h 361971"/>
              <a:gd name="connsiteX27" fmla="*/ 77957 w 362309"/>
              <a:gd name="connsiteY27" fmla="*/ 157684 h 361971"/>
              <a:gd name="connsiteX28" fmla="*/ 84347 w 362309"/>
              <a:gd name="connsiteY28" fmla="*/ 164068 h 361971"/>
              <a:gd name="connsiteX29" fmla="*/ 84347 w 362309"/>
              <a:gd name="connsiteY29" fmla="*/ 189604 h 361971"/>
              <a:gd name="connsiteX30" fmla="*/ 77957 w 362309"/>
              <a:gd name="connsiteY30" fmla="*/ 195988 h 361971"/>
              <a:gd name="connsiteX31" fmla="*/ 71567 w 362309"/>
              <a:gd name="connsiteY31" fmla="*/ 189604 h 361971"/>
              <a:gd name="connsiteX32" fmla="*/ 71567 w 362309"/>
              <a:gd name="connsiteY32" fmla="*/ 164068 h 361971"/>
              <a:gd name="connsiteX33" fmla="*/ 95210 w 362309"/>
              <a:gd name="connsiteY33" fmla="*/ 236846 h 361971"/>
              <a:gd name="connsiteX34" fmla="*/ 89459 w 362309"/>
              <a:gd name="connsiteY34" fmla="*/ 240038 h 361971"/>
              <a:gd name="connsiteX35" fmla="*/ 86264 w 362309"/>
              <a:gd name="connsiteY35" fmla="*/ 239399 h 361971"/>
              <a:gd name="connsiteX36" fmla="*/ 74762 w 362309"/>
              <a:gd name="connsiteY36" fmla="*/ 233654 h 361971"/>
              <a:gd name="connsiteX37" fmla="*/ 71567 w 362309"/>
              <a:gd name="connsiteY37" fmla="*/ 227908 h 361971"/>
              <a:gd name="connsiteX38" fmla="*/ 71567 w 362309"/>
              <a:gd name="connsiteY38" fmla="*/ 215140 h 361971"/>
              <a:gd name="connsiteX39" fmla="*/ 77957 w 362309"/>
              <a:gd name="connsiteY39" fmla="*/ 208756 h 361971"/>
              <a:gd name="connsiteX40" fmla="*/ 84347 w 362309"/>
              <a:gd name="connsiteY40" fmla="*/ 215140 h 361971"/>
              <a:gd name="connsiteX41" fmla="*/ 84347 w 362309"/>
              <a:gd name="connsiteY41" fmla="*/ 224078 h 361971"/>
              <a:gd name="connsiteX42" fmla="*/ 92015 w 362309"/>
              <a:gd name="connsiteY42" fmla="*/ 228547 h 361971"/>
              <a:gd name="connsiteX43" fmla="*/ 95210 w 362309"/>
              <a:gd name="connsiteY43" fmla="*/ 236846 h 361971"/>
              <a:gd name="connsiteX44" fmla="*/ 95210 w 362309"/>
              <a:gd name="connsiteY44" fmla="*/ 236846 h 361971"/>
              <a:gd name="connsiteX45" fmla="*/ 95210 w 362309"/>
              <a:gd name="connsiteY45" fmla="*/ 236846 h 361971"/>
              <a:gd name="connsiteX46" fmla="*/ 95849 w 362309"/>
              <a:gd name="connsiteY46" fmla="*/ 133425 h 361971"/>
              <a:gd name="connsiteX47" fmla="*/ 90098 w 362309"/>
              <a:gd name="connsiteY47" fmla="*/ 137256 h 361971"/>
              <a:gd name="connsiteX48" fmla="*/ 87542 w 362309"/>
              <a:gd name="connsiteY48" fmla="*/ 136617 h 361971"/>
              <a:gd name="connsiteX49" fmla="*/ 84986 w 362309"/>
              <a:gd name="connsiteY49" fmla="*/ 135340 h 361971"/>
              <a:gd name="connsiteX50" fmla="*/ 84986 w 362309"/>
              <a:gd name="connsiteY50" fmla="*/ 137894 h 361971"/>
              <a:gd name="connsiteX51" fmla="*/ 78596 w 362309"/>
              <a:gd name="connsiteY51" fmla="*/ 144278 h 361971"/>
              <a:gd name="connsiteX52" fmla="*/ 72206 w 362309"/>
              <a:gd name="connsiteY52" fmla="*/ 137894 h 361971"/>
              <a:gd name="connsiteX53" fmla="*/ 72206 w 362309"/>
              <a:gd name="connsiteY53" fmla="*/ 125126 h 361971"/>
              <a:gd name="connsiteX54" fmla="*/ 72845 w 362309"/>
              <a:gd name="connsiteY54" fmla="*/ 122572 h 361971"/>
              <a:gd name="connsiteX55" fmla="*/ 72845 w 362309"/>
              <a:gd name="connsiteY55" fmla="*/ 121934 h 361971"/>
              <a:gd name="connsiteX56" fmla="*/ 73484 w 362309"/>
              <a:gd name="connsiteY56" fmla="*/ 120657 h 361971"/>
              <a:gd name="connsiteX57" fmla="*/ 74123 w 362309"/>
              <a:gd name="connsiteY57" fmla="*/ 120019 h 361971"/>
              <a:gd name="connsiteX58" fmla="*/ 76040 w 362309"/>
              <a:gd name="connsiteY58" fmla="*/ 118742 h 361971"/>
              <a:gd name="connsiteX59" fmla="*/ 87542 w 362309"/>
              <a:gd name="connsiteY59" fmla="*/ 113635 h 361971"/>
              <a:gd name="connsiteX60" fmla="*/ 96488 w 362309"/>
              <a:gd name="connsiteY60" fmla="*/ 116188 h 361971"/>
              <a:gd name="connsiteX61" fmla="*/ 93932 w 362309"/>
              <a:gd name="connsiteY61" fmla="*/ 125126 h 361971"/>
              <a:gd name="connsiteX62" fmla="*/ 95849 w 362309"/>
              <a:gd name="connsiteY62" fmla="*/ 133425 h 361971"/>
              <a:gd name="connsiteX63" fmla="*/ 95849 w 362309"/>
              <a:gd name="connsiteY63" fmla="*/ 133425 h 361971"/>
              <a:gd name="connsiteX64" fmla="*/ 148886 w 362309"/>
              <a:gd name="connsiteY64" fmla="*/ 266212 h 361971"/>
              <a:gd name="connsiteX65" fmla="*/ 143135 w 362309"/>
              <a:gd name="connsiteY65" fmla="*/ 269404 h 361971"/>
              <a:gd name="connsiteX66" fmla="*/ 139940 w 362309"/>
              <a:gd name="connsiteY66" fmla="*/ 268766 h 361971"/>
              <a:gd name="connsiteX67" fmla="*/ 113102 w 362309"/>
              <a:gd name="connsiteY67" fmla="*/ 254083 h 361971"/>
              <a:gd name="connsiteX68" fmla="*/ 110546 w 362309"/>
              <a:gd name="connsiteY68" fmla="*/ 245145 h 361971"/>
              <a:gd name="connsiteX69" fmla="*/ 119492 w 362309"/>
              <a:gd name="connsiteY69" fmla="*/ 242591 h 361971"/>
              <a:gd name="connsiteX70" fmla="*/ 146330 w 362309"/>
              <a:gd name="connsiteY70" fmla="*/ 257275 h 361971"/>
              <a:gd name="connsiteX71" fmla="*/ 148886 w 362309"/>
              <a:gd name="connsiteY71" fmla="*/ 266212 h 361971"/>
              <a:gd name="connsiteX72" fmla="*/ 148886 w 362309"/>
              <a:gd name="connsiteY72" fmla="*/ 266212 h 361971"/>
              <a:gd name="connsiteX73" fmla="*/ 148886 w 362309"/>
              <a:gd name="connsiteY73" fmla="*/ 266212 h 361971"/>
              <a:gd name="connsiteX74" fmla="*/ 195532 w 362309"/>
              <a:gd name="connsiteY74" fmla="*/ 284087 h 361971"/>
              <a:gd name="connsiteX75" fmla="*/ 184030 w 362309"/>
              <a:gd name="connsiteY75" fmla="*/ 289194 h 361971"/>
              <a:gd name="connsiteX76" fmla="*/ 184030 w 362309"/>
              <a:gd name="connsiteY76" fmla="*/ 289194 h 361971"/>
              <a:gd name="connsiteX77" fmla="*/ 181474 w 362309"/>
              <a:gd name="connsiteY77" fmla="*/ 289833 h 361971"/>
              <a:gd name="connsiteX78" fmla="*/ 181474 w 362309"/>
              <a:gd name="connsiteY78" fmla="*/ 289833 h 361971"/>
              <a:gd name="connsiteX79" fmla="*/ 179557 w 362309"/>
              <a:gd name="connsiteY79" fmla="*/ 289833 h 361971"/>
              <a:gd name="connsiteX80" fmla="*/ 178918 w 362309"/>
              <a:gd name="connsiteY80" fmla="*/ 289833 h 361971"/>
              <a:gd name="connsiteX81" fmla="*/ 178279 w 362309"/>
              <a:gd name="connsiteY81" fmla="*/ 289833 h 361971"/>
              <a:gd name="connsiteX82" fmla="*/ 166777 w 362309"/>
              <a:gd name="connsiteY82" fmla="*/ 283449 h 361971"/>
              <a:gd name="connsiteX83" fmla="*/ 164221 w 362309"/>
              <a:gd name="connsiteY83" fmla="*/ 274511 h 361971"/>
              <a:gd name="connsiteX84" fmla="*/ 173167 w 362309"/>
              <a:gd name="connsiteY84" fmla="*/ 271958 h 361971"/>
              <a:gd name="connsiteX85" fmla="*/ 175084 w 362309"/>
              <a:gd name="connsiteY85" fmla="*/ 273234 h 361971"/>
              <a:gd name="connsiteX86" fmla="*/ 175084 w 362309"/>
              <a:gd name="connsiteY86" fmla="*/ 271319 h 361971"/>
              <a:gd name="connsiteX87" fmla="*/ 181474 w 362309"/>
              <a:gd name="connsiteY87" fmla="*/ 264935 h 361971"/>
              <a:gd name="connsiteX88" fmla="*/ 187864 w 362309"/>
              <a:gd name="connsiteY88" fmla="*/ 271319 h 361971"/>
              <a:gd name="connsiteX89" fmla="*/ 187864 w 362309"/>
              <a:gd name="connsiteY89" fmla="*/ 273873 h 361971"/>
              <a:gd name="connsiteX90" fmla="*/ 190420 w 362309"/>
              <a:gd name="connsiteY90" fmla="*/ 272596 h 361971"/>
              <a:gd name="connsiteX91" fmla="*/ 198727 w 362309"/>
              <a:gd name="connsiteY91" fmla="*/ 275788 h 361971"/>
              <a:gd name="connsiteX92" fmla="*/ 195532 w 362309"/>
              <a:gd name="connsiteY92" fmla="*/ 284087 h 361971"/>
              <a:gd name="connsiteX93" fmla="*/ 195532 w 362309"/>
              <a:gd name="connsiteY93" fmla="*/ 284087 h 361971"/>
              <a:gd name="connsiteX94" fmla="*/ 195532 w 362309"/>
              <a:gd name="connsiteY94" fmla="*/ 284087 h 361971"/>
              <a:gd name="connsiteX95" fmla="*/ 174445 w 362309"/>
              <a:gd name="connsiteY95" fmla="*/ 242591 h 361971"/>
              <a:gd name="connsiteX96" fmla="*/ 174445 w 362309"/>
              <a:gd name="connsiteY96" fmla="*/ 214502 h 361971"/>
              <a:gd name="connsiteX97" fmla="*/ 180835 w 362309"/>
              <a:gd name="connsiteY97" fmla="*/ 208118 h 361971"/>
              <a:gd name="connsiteX98" fmla="*/ 187225 w 362309"/>
              <a:gd name="connsiteY98" fmla="*/ 214502 h 361971"/>
              <a:gd name="connsiteX99" fmla="*/ 187225 w 362309"/>
              <a:gd name="connsiteY99" fmla="*/ 242591 h 361971"/>
              <a:gd name="connsiteX100" fmla="*/ 180835 w 362309"/>
              <a:gd name="connsiteY100" fmla="*/ 248975 h 361971"/>
              <a:gd name="connsiteX101" fmla="*/ 174445 w 362309"/>
              <a:gd name="connsiteY101" fmla="*/ 242591 h 361971"/>
              <a:gd name="connsiteX102" fmla="*/ 195532 w 362309"/>
              <a:gd name="connsiteY102" fmla="*/ 173006 h 361971"/>
              <a:gd name="connsiteX103" fmla="*/ 187864 w 362309"/>
              <a:gd name="connsiteY103" fmla="*/ 176836 h 361971"/>
              <a:gd name="connsiteX104" fmla="*/ 187864 w 362309"/>
              <a:gd name="connsiteY104" fmla="*/ 185774 h 361971"/>
              <a:gd name="connsiteX105" fmla="*/ 181474 w 362309"/>
              <a:gd name="connsiteY105" fmla="*/ 192158 h 361971"/>
              <a:gd name="connsiteX106" fmla="*/ 175084 w 362309"/>
              <a:gd name="connsiteY106" fmla="*/ 185774 h 361971"/>
              <a:gd name="connsiteX107" fmla="*/ 175084 w 362309"/>
              <a:gd name="connsiteY107" fmla="*/ 176836 h 361971"/>
              <a:gd name="connsiteX108" fmla="*/ 167416 w 362309"/>
              <a:gd name="connsiteY108" fmla="*/ 173006 h 361971"/>
              <a:gd name="connsiteX109" fmla="*/ 163582 w 362309"/>
              <a:gd name="connsiteY109" fmla="*/ 164707 h 361971"/>
              <a:gd name="connsiteX110" fmla="*/ 171889 w 362309"/>
              <a:gd name="connsiteY110" fmla="*/ 160876 h 361971"/>
              <a:gd name="connsiteX111" fmla="*/ 172528 w 362309"/>
              <a:gd name="connsiteY111" fmla="*/ 161515 h 361971"/>
              <a:gd name="connsiteX112" fmla="*/ 181474 w 362309"/>
              <a:gd name="connsiteY112" fmla="*/ 165345 h 361971"/>
              <a:gd name="connsiteX113" fmla="*/ 190420 w 362309"/>
              <a:gd name="connsiteY113" fmla="*/ 161515 h 361971"/>
              <a:gd name="connsiteX114" fmla="*/ 198727 w 362309"/>
              <a:gd name="connsiteY114" fmla="*/ 164707 h 361971"/>
              <a:gd name="connsiteX115" fmla="*/ 195532 w 362309"/>
              <a:gd name="connsiteY115" fmla="*/ 173006 h 361971"/>
              <a:gd name="connsiteX116" fmla="*/ 195532 w 362309"/>
              <a:gd name="connsiteY116" fmla="*/ 173006 h 361971"/>
              <a:gd name="connsiteX117" fmla="*/ 195532 w 362309"/>
              <a:gd name="connsiteY117" fmla="*/ 173006 h 361971"/>
              <a:gd name="connsiteX118" fmla="*/ 198727 w 362309"/>
              <a:gd name="connsiteY118" fmla="*/ 86184 h 361971"/>
              <a:gd name="connsiteX119" fmla="*/ 192976 w 362309"/>
              <a:gd name="connsiteY119" fmla="*/ 90014 h 361971"/>
              <a:gd name="connsiteX120" fmla="*/ 190420 w 362309"/>
              <a:gd name="connsiteY120" fmla="*/ 89376 h 361971"/>
              <a:gd name="connsiteX121" fmla="*/ 181474 w 362309"/>
              <a:gd name="connsiteY121" fmla="*/ 85545 h 361971"/>
              <a:gd name="connsiteX122" fmla="*/ 172528 w 362309"/>
              <a:gd name="connsiteY122" fmla="*/ 89376 h 361971"/>
              <a:gd name="connsiteX123" fmla="*/ 164221 w 362309"/>
              <a:gd name="connsiteY123" fmla="*/ 86184 h 361971"/>
              <a:gd name="connsiteX124" fmla="*/ 167416 w 362309"/>
              <a:gd name="connsiteY124" fmla="*/ 77885 h 361971"/>
              <a:gd name="connsiteX125" fmla="*/ 178918 w 362309"/>
              <a:gd name="connsiteY125" fmla="*/ 72777 h 361971"/>
              <a:gd name="connsiteX126" fmla="*/ 184030 w 362309"/>
              <a:gd name="connsiteY126" fmla="*/ 72777 h 361971"/>
              <a:gd name="connsiteX127" fmla="*/ 195532 w 362309"/>
              <a:gd name="connsiteY127" fmla="*/ 77885 h 361971"/>
              <a:gd name="connsiteX128" fmla="*/ 198727 w 362309"/>
              <a:gd name="connsiteY128" fmla="*/ 86184 h 361971"/>
              <a:gd name="connsiteX129" fmla="*/ 198727 w 362309"/>
              <a:gd name="connsiteY129" fmla="*/ 86184 h 361971"/>
              <a:gd name="connsiteX130" fmla="*/ 198727 w 362309"/>
              <a:gd name="connsiteY130" fmla="*/ 86184 h 361971"/>
              <a:gd name="connsiteX131" fmla="*/ 248569 w 362309"/>
              <a:gd name="connsiteY131" fmla="*/ 259190 h 361971"/>
              <a:gd name="connsiteX132" fmla="*/ 221731 w 362309"/>
              <a:gd name="connsiteY132" fmla="*/ 271319 h 361971"/>
              <a:gd name="connsiteX133" fmla="*/ 219175 w 362309"/>
              <a:gd name="connsiteY133" fmla="*/ 271958 h 361971"/>
              <a:gd name="connsiteX134" fmla="*/ 212785 w 362309"/>
              <a:gd name="connsiteY134" fmla="*/ 265574 h 361971"/>
              <a:gd name="connsiteX135" fmla="*/ 216619 w 362309"/>
              <a:gd name="connsiteY135" fmla="*/ 259828 h 361971"/>
              <a:gd name="connsiteX136" fmla="*/ 243457 w 362309"/>
              <a:gd name="connsiteY136" fmla="*/ 247699 h 361971"/>
              <a:gd name="connsiteX137" fmla="*/ 251764 w 362309"/>
              <a:gd name="connsiteY137" fmla="*/ 250891 h 361971"/>
              <a:gd name="connsiteX138" fmla="*/ 248569 w 362309"/>
              <a:gd name="connsiteY138" fmla="*/ 259190 h 361971"/>
              <a:gd name="connsiteX139" fmla="*/ 248569 w 362309"/>
              <a:gd name="connsiteY139" fmla="*/ 259190 h 361971"/>
              <a:gd name="connsiteX140" fmla="*/ 248569 w 362309"/>
              <a:gd name="connsiteY140" fmla="*/ 148747 h 361971"/>
              <a:gd name="connsiteX141" fmla="*/ 221731 w 362309"/>
              <a:gd name="connsiteY141" fmla="*/ 160876 h 361971"/>
              <a:gd name="connsiteX142" fmla="*/ 219175 w 362309"/>
              <a:gd name="connsiteY142" fmla="*/ 161515 h 361971"/>
              <a:gd name="connsiteX143" fmla="*/ 212785 w 362309"/>
              <a:gd name="connsiteY143" fmla="*/ 155131 h 361971"/>
              <a:gd name="connsiteX144" fmla="*/ 216619 w 362309"/>
              <a:gd name="connsiteY144" fmla="*/ 149385 h 361971"/>
              <a:gd name="connsiteX145" fmla="*/ 243457 w 362309"/>
              <a:gd name="connsiteY145" fmla="*/ 137256 h 361971"/>
              <a:gd name="connsiteX146" fmla="*/ 251764 w 362309"/>
              <a:gd name="connsiteY146" fmla="*/ 140448 h 361971"/>
              <a:gd name="connsiteX147" fmla="*/ 248569 w 362309"/>
              <a:gd name="connsiteY147" fmla="*/ 148747 h 361971"/>
              <a:gd name="connsiteX148" fmla="*/ 248569 w 362309"/>
              <a:gd name="connsiteY148" fmla="*/ 148747 h 361971"/>
              <a:gd name="connsiteX149" fmla="*/ 248569 w 362309"/>
              <a:gd name="connsiteY149" fmla="*/ 148747 h 361971"/>
              <a:gd name="connsiteX150" fmla="*/ 251764 w 362309"/>
              <a:gd name="connsiteY150" fmla="*/ 110443 h 361971"/>
              <a:gd name="connsiteX151" fmla="*/ 246013 w 362309"/>
              <a:gd name="connsiteY151" fmla="*/ 114273 h 361971"/>
              <a:gd name="connsiteX152" fmla="*/ 243457 w 362309"/>
              <a:gd name="connsiteY152" fmla="*/ 113635 h 361971"/>
              <a:gd name="connsiteX153" fmla="*/ 216619 w 362309"/>
              <a:gd name="connsiteY153" fmla="*/ 101505 h 361971"/>
              <a:gd name="connsiteX154" fmla="*/ 214063 w 362309"/>
              <a:gd name="connsiteY154" fmla="*/ 92568 h 361971"/>
              <a:gd name="connsiteX155" fmla="*/ 221731 w 362309"/>
              <a:gd name="connsiteY155" fmla="*/ 89376 h 361971"/>
              <a:gd name="connsiteX156" fmla="*/ 248569 w 362309"/>
              <a:gd name="connsiteY156" fmla="*/ 101505 h 361971"/>
              <a:gd name="connsiteX157" fmla="*/ 251764 w 362309"/>
              <a:gd name="connsiteY157" fmla="*/ 110443 h 361971"/>
              <a:gd name="connsiteX158" fmla="*/ 251764 w 362309"/>
              <a:gd name="connsiteY158" fmla="*/ 110443 h 361971"/>
              <a:gd name="connsiteX159" fmla="*/ 251764 w 362309"/>
              <a:gd name="connsiteY159" fmla="*/ 110443 h 361971"/>
              <a:gd name="connsiteX160" fmla="*/ 290103 w 362309"/>
              <a:gd name="connsiteY160" fmla="*/ 236207 h 361971"/>
              <a:gd name="connsiteX161" fmla="*/ 286269 w 362309"/>
              <a:gd name="connsiteY161" fmla="*/ 241953 h 361971"/>
              <a:gd name="connsiteX162" fmla="*/ 274767 w 362309"/>
              <a:gd name="connsiteY162" fmla="*/ 247060 h 361971"/>
              <a:gd name="connsiteX163" fmla="*/ 272211 w 362309"/>
              <a:gd name="connsiteY163" fmla="*/ 247699 h 361971"/>
              <a:gd name="connsiteX164" fmla="*/ 266460 w 362309"/>
              <a:gd name="connsiteY164" fmla="*/ 243868 h 361971"/>
              <a:gd name="connsiteX165" fmla="*/ 269655 w 362309"/>
              <a:gd name="connsiteY165" fmla="*/ 235569 h 361971"/>
              <a:gd name="connsiteX166" fmla="*/ 269655 w 362309"/>
              <a:gd name="connsiteY166" fmla="*/ 235569 h 361971"/>
              <a:gd name="connsiteX167" fmla="*/ 277323 w 362309"/>
              <a:gd name="connsiteY167" fmla="*/ 231739 h 361971"/>
              <a:gd name="connsiteX168" fmla="*/ 277323 w 362309"/>
              <a:gd name="connsiteY168" fmla="*/ 222801 h 361971"/>
              <a:gd name="connsiteX169" fmla="*/ 283713 w 362309"/>
              <a:gd name="connsiteY169" fmla="*/ 216417 h 361971"/>
              <a:gd name="connsiteX170" fmla="*/ 290103 w 362309"/>
              <a:gd name="connsiteY170" fmla="*/ 222801 h 361971"/>
              <a:gd name="connsiteX171" fmla="*/ 290103 w 362309"/>
              <a:gd name="connsiteY171" fmla="*/ 236207 h 361971"/>
              <a:gd name="connsiteX172" fmla="*/ 290103 w 362309"/>
              <a:gd name="connsiteY172" fmla="*/ 194711 h 361971"/>
              <a:gd name="connsiteX173" fmla="*/ 283713 w 362309"/>
              <a:gd name="connsiteY173" fmla="*/ 201095 h 361971"/>
              <a:gd name="connsiteX174" fmla="*/ 277323 w 362309"/>
              <a:gd name="connsiteY174" fmla="*/ 194711 h 361971"/>
              <a:gd name="connsiteX175" fmla="*/ 277323 w 362309"/>
              <a:gd name="connsiteY175" fmla="*/ 166622 h 361971"/>
              <a:gd name="connsiteX176" fmla="*/ 283713 w 362309"/>
              <a:gd name="connsiteY176" fmla="*/ 160238 h 361971"/>
              <a:gd name="connsiteX177" fmla="*/ 290103 w 362309"/>
              <a:gd name="connsiteY177" fmla="*/ 166622 h 361971"/>
              <a:gd name="connsiteX178" fmla="*/ 290103 w 362309"/>
              <a:gd name="connsiteY178" fmla="*/ 194711 h 361971"/>
              <a:gd name="connsiteX179" fmla="*/ 290103 w 362309"/>
              <a:gd name="connsiteY179" fmla="*/ 137894 h 361971"/>
              <a:gd name="connsiteX180" fmla="*/ 283713 w 362309"/>
              <a:gd name="connsiteY180" fmla="*/ 144278 h 361971"/>
              <a:gd name="connsiteX181" fmla="*/ 277323 w 362309"/>
              <a:gd name="connsiteY181" fmla="*/ 137894 h 361971"/>
              <a:gd name="connsiteX182" fmla="*/ 277323 w 362309"/>
              <a:gd name="connsiteY182" fmla="*/ 135340 h 361971"/>
              <a:gd name="connsiteX183" fmla="*/ 274767 w 362309"/>
              <a:gd name="connsiteY183" fmla="*/ 136617 h 361971"/>
              <a:gd name="connsiteX184" fmla="*/ 272211 w 362309"/>
              <a:gd name="connsiteY184" fmla="*/ 137256 h 361971"/>
              <a:gd name="connsiteX185" fmla="*/ 265821 w 362309"/>
              <a:gd name="connsiteY185" fmla="*/ 130872 h 361971"/>
              <a:gd name="connsiteX186" fmla="*/ 268377 w 362309"/>
              <a:gd name="connsiteY186" fmla="*/ 125764 h 361971"/>
              <a:gd name="connsiteX187" fmla="*/ 265821 w 362309"/>
              <a:gd name="connsiteY187" fmla="*/ 116827 h 361971"/>
              <a:gd name="connsiteX188" fmla="*/ 274767 w 362309"/>
              <a:gd name="connsiteY188" fmla="*/ 114273 h 361971"/>
              <a:gd name="connsiteX189" fmla="*/ 286269 w 362309"/>
              <a:gd name="connsiteY189" fmla="*/ 119380 h 361971"/>
              <a:gd name="connsiteX190" fmla="*/ 288186 w 362309"/>
              <a:gd name="connsiteY190" fmla="*/ 120657 h 361971"/>
              <a:gd name="connsiteX191" fmla="*/ 288825 w 362309"/>
              <a:gd name="connsiteY191" fmla="*/ 121296 h 361971"/>
              <a:gd name="connsiteX192" fmla="*/ 289464 w 362309"/>
              <a:gd name="connsiteY192" fmla="*/ 122572 h 361971"/>
              <a:gd name="connsiteX193" fmla="*/ 289464 w 362309"/>
              <a:gd name="connsiteY193" fmla="*/ 123211 h 361971"/>
              <a:gd name="connsiteX194" fmla="*/ 290103 w 362309"/>
              <a:gd name="connsiteY194" fmla="*/ 125764 h 361971"/>
              <a:gd name="connsiteX195" fmla="*/ 290103 w 362309"/>
              <a:gd name="connsiteY195" fmla="*/ 13789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1305"/>
                </a:cubicBezTo>
                <a:cubicBezTo>
                  <a:pt x="362310" y="81077"/>
                  <a:pt x="281157" y="0"/>
                  <a:pt x="180835" y="0"/>
                </a:cubicBezTo>
                <a:cubicBezTo>
                  <a:pt x="180835" y="0"/>
                  <a:pt x="180835" y="0"/>
                  <a:pt x="180835" y="0"/>
                </a:cubicBezTo>
                <a:close/>
                <a:moveTo>
                  <a:pt x="113741" y="102144"/>
                </a:moveTo>
                <a:lnTo>
                  <a:pt x="140579" y="90014"/>
                </a:lnTo>
                <a:cubicBezTo>
                  <a:pt x="143774" y="88099"/>
                  <a:pt x="147608" y="89376"/>
                  <a:pt x="149525" y="92568"/>
                </a:cubicBezTo>
                <a:cubicBezTo>
                  <a:pt x="151442" y="95760"/>
                  <a:pt x="150164" y="99590"/>
                  <a:pt x="146969" y="101505"/>
                </a:cubicBezTo>
                <a:cubicBezTo>
                  <a:pt x="146330" y="101505"/>
                  <a:pt x="146330" y="102144"/>
                  <a:pt x="145691" y="102144"/>
                </a:cubicBezTo>
                <a:lnTo>
                  <a:pt x="119492" y="114273"/>
                </a:lnTo>
                <a:cubicBezTo>
                  <a:pt x="118853" y="114912"/>
                  <a:pt x="117575" y="114912"/>
                  <a:pt x="116936" y="114912"/>
                </a:cubicBezTo>
                <a:cubicBezTo>
                  <a:pt x="113102" y="114912"/>
                  <a:pt x="110546" y="112358"/>
                  <a:pt x="110546" y="108528"/>
                </a:cubicBezTo>
                <a:cubicBezTo>
                  <a:pt x="109907" y="105336"/>
                  <a:pt x="111185" y="102782"/>
                  <a:pt x="113741" y="102144"/>
                </a:cubicBezTo>
                <a:lnTo>
                  <a:pt x="113741" y="102144"/>
                </a:lnTo>
                <a:close/>
                <a:moveTo>
                  <a:pt x="148247" y="157684"/>
                </a:moveTo>
                <a:cubicBezTo>
                  <a:pt x="146969" y="160876"/>
                  <a:pt x="143135" y="162153"/>
                  <a:pt x="139940" y="160876"/>
                </a:cubicBezTo>
                <a:cubicBezTo>
                  <a:pt x="139940" y="160876"/>
                  <a:pt x="139940" y="160876"/>
                  <a:pt x="139940" y="160876"/>
                </a:cubicBezTo>
                <a:lnTo>
                  <a:pt x="113102" y="148747"/>
                </a:lnTo>
                <a:cubicBezTo>
                  <a:pt x="109907" y="147470"/>
                  <a:pt x="108629" y="143640"/>
                  <a:pt x="109907" y="140448"/>
                </a:cubicBezTo>
                <a:cubicBezTo>
                  <a:pt x="111185" y="137256"/>
                  <a:pt x="115019" y="135979"/>
                  <a:pt x="118214" y="137256"/>
                </a:cubicBezTo>
                <a:lnTo>
                  <a:pt x="145052" y="149385"/>
                </a:lnTo>
                <a:cubicBezTo>
                  <a:pt x="148886" y="150662"/>
                  <a:pt x="150164" y="154492"/>
                  <a:pt x="148247" y="157684"/>
                </a:cubicBezTo>
                <a:cubicBezTo>
                  <a:pt x="148886" y="157684"/>
                  <a:pt x="148886" y="158323"/>
                  <a:pt x="148247" y="157684"/>
                </a:cubicBezTo>
                <a:lnTo>
                  <a:pt x="148247" y="157684"/>
                </a:lnTo>
                <a:close/>
                <a:moveTo>
                  <a:pt x="71567" y="164068"/>
                </a:moveTo>
                <a:cubicBezTo>
                  <a:pt x="71567" y="160238"/>
                  <a:pt x="74123" y="157684"/>
                  <a:pt x="77957" y="157684"/>
                </a:cubicBezTo>
                <a:cubicBezTo>
                  <a:pt x="81791" y="157684"/>
                  <a:pt x="84347" y="160238"/>
                  <a:pt x="84347" y="164068"/>
                </a:cubicBezTo>
                <a:lnTo>
                  <a:pt x="84347" y="189604"/>
                </a:lnTo>
                <a:cubicBezTo>
                  <a:pt x="84347" y="193435"/>
                  <a:pt x="81791" y="195988"/>
                  <a:pt x="77957" y="195988"/>
                </a:cubicBezTo>
                <a:cubicBezTo>
                  <a:pt x="74123" y="195988"/>
                  <a:pt x="71567" y="193435"/>
                  <a:pt x="71567" y="189604"/>
                </a:cubicBezTo>
                <a:lnTo>
                  <a:pt x="71567" y="164068"/>
                </a:lnTo>
                <a:close/>
                <a:moveTo>
                  <a:pt x="95210" y="236846"/>
                </a:moveTo>
                <a:cubicBezTo>
                  <a:pt x="93932" y="238761"/>
                  <a:pt x="92015" y="240038"/>
                  <a:pt x="89459" y="240038"/>
                </a:cubicBezTo>
                <a:cubicBezTo>
                  <a:pt x="88181" y="240038"/>
                  <a:pt x="87542" y="240038"/>
                  <a:pt x="86264" y="239399"/>
                </a:cubicBezTo>
                <a:lnTo>
                  <a:pt x="74762" y="233654"/>
                </a:lnTo>
                <a:cubicBezTo>
                  <a:pt x="72845" y="232377"/>
                  <a:pt x="71567" y="230462"/>
                  <a:pt x="71567" y="227908"/>
                </a:cubicBezTo>
                <a:lnTo>
                  <a:pt x="71567" y="215140"/>
                </a:lnTo>
                <a:cubicBezTo>
                  <a:pt x="71567" y="211310"/>
                  <a:pt x="74123" y="208756"/>
                  <a:pt x="77957" y="208756"/>
                </a:cubicBezTo>
                <a:cubicBezTo>
                  <a:pt x="81791" y="208756"/>
                  <a:pt x="84347" y="211310"/>
                  <a:pt x="84347" y="215140"/>
                </a:cubicBezTo>
                <a:lnTo>
                  <a:pt x="84347" y="224078"/>
                </a:lnTo>
                <a:lnTo>
                  <a:pt x="92015" y="228547"/>
                </a:lnTo>
                <a:cubicBezTo>
                  <a:pt x="95849" y="230462"/>
                  <a:pt x="96488" y="234292"/>
                  <a:pt x="95210" y="236846"/>
                </a:cubicBezTo>
                <a:cubicBezTo>
                  <a:pt x="95210" y="237484"/>
                  <a:pt x="95210" y="237484"/>
                  <a:pt x="95210" y="236846"/>
                </a:cubicBezTo>
                <a:lnTo>
                  <a:pt x="95210" y="236846"/>
                </a:lnTo>
                <a:close/>
                <a:moveTo>
                  <a:pt x="95849" y="133425"/>
                </a:moveTo>
                <a:cubicBezTo>
                  <a:pt x="94571" y="135979"/>
                  <a:pt x="92654" y="137256"/>
                  <a:pt x="90098" y="137256"/>
                </a:cubicBezTo>
                <a:cubicBezTo>
                  <a:pt x="89459" y="137256"/>
                  <a:pt x="88181" y="137256"/>
                  <a:pt x="87542" y="136617"/>
                </a:cubicBezTo>
                <a:lnTo>
                  <a:pt x="84986" y="135340"/>
                </a:lnTo>
                <a:lnTo>
                  <a:pt x="84986" y="137894"/>
                </a:lnTo>
                <a:cubicBezTo>
                  <a:pt x="84986" y="141724"/>
                  <a:pt x="82430" y="144278"/>
                  <a:pt x="78596" y="144278"/>
                </a:cubicBezTo>
                <a:cubicBezTo>
                  <a:pt x="74762" y="144278"/>
                  <a:pt x="72206" y="141724"/>
                  <a:pt x="72206" y="137894"/>
                </a:cubicBezTo>
                <a:lnTo>
                  <a:pt x="72206" y="125126"/>
                </a:lnTo>
                <a:cubicBezTo>
                  <a:pt x="72206" y="124488"/>
                  <a:pt x="72206" y="123849"/>
                  <a:pt x="72845" y="122572"/>
                </a:cubicBezTo>
                <a:lnTo>
                  <a:pt x="72845" y="121934"/>
                </a:lnTo>
                <a:cubicBezTo>
                  <a:pt x="72845" y="121296"/>
                  <a:pt x="73484" y="120657"/>
                  <a:pt x="73484" y="120657"/>
                </a:cubicBezTo>
                <a:lnTo>
                  <a:pt x="74123" y="120019"/>
                </a:lnTo>
                <a:cubicBezTo>
                  <a:pt x="74762" y="119380"/>
                  <a:pt x="75401" y="119380"/>
                  <a:pt x="76040" y="118742"/>
                </a:cubicBezTo>
                <a:lnTo>
                  <a:pt x="87542" y="113635"/>
                </a:lnTo>
                <a:cubicBezTo>
                  <a:pt x="90737" y="111720"/>
                  <a:pt x="94571" y="112996"/>
                  <a:pt x="96488" y="116188"/>
                </a:cubicBezTo>
                <a:cubicBezTo>
                  <a:pt x="98405" y="119380"/>
                  <a:pt x="97127" y="123211"/>
                  <a:pt x="93932" y="125126"/>
                </a:cubicBezTo>
                <a:cubicBezTo>
                  <a:pt x="95849" y="127041"/>
                  <a:pt x="97127" y="130872"/>
                  <a:pt x="95849" y="133425"/>
                </a:cubicBezTo>
                <a:lnTo>
                  <a:pt x="95849" y="133425"/>
                </a:lnTo>
                <a:close/>
                <a:moveTo>
                  <a:pt x="148886" y="266212"/>
                </a:moveTo>
                <a:cubicBezTo>
                  <a:pt x="147608" y="268127"/>
                  <a:pt x="145691" y="269404"/>
                  <a:pt x="143135" y="269404"/>
                </a:cubicBezTo>
                <a:cubicBezTo>
                  <a:pt x="141857" y="269404"/>
                  <a:pt x="141218" y="269404"/>
                  <a:pt x="139940" y="268766"/>
                </a:cubicBezTo>
                <a:lnTo>
                  <a:pt x="113102" y="254083"/>
                </a:lnTo>
                <a:cubicBezTo>
                  <a:pt x="109907" y="252167"/>
                  <a:pt x="108629" y="248337"/>
                  <a:pt x="110546" y="245145"/>
                </a:cubicBezTo>
                <a:cubicBezTo>
                  <a:pt x="112463" y="241953"/>
                  <a:pt x="116297" y="240676"/>
                  <a:pt x="119492" y="242591"/>
                </a:cubicBezTo>
                <a:lnTo>
                  <a:pt x="146330" y="257275"/>
                </a:lnTo>
                <a:cubicBezTo>
                  <a:pt x="148886" y="259190"/>
                  <a:pt x="150164" y="263020"/>
                  <a:pt x="148886" y="266212"/>
                </a:cubicBezTo>
                <a:cubicBezTo>
                  <a:pt x="148886" y="266212"/>
                  <a:pt x="148247" y="266212"/>
                  <a:pt x="148886" y="266212"/>
                </a:cubicBezTo>
                <a:lnTo>
                  <a:pt x="148886" y="266212"/>
                </a:lnTo>
                <a:close/>
                <a:moveTo>
                  <a:pt x="195532" y="284087"/>
                </a:moveTo>
                <a:lnTo>
                  <a:pt x="184030" y="289194"/>
                </a:lnTo>
                <a:lnTo>
                  <a:pt x="184030" y="289194"/>
                </a:lnTo>
                <a:cubicBezTo>
                  <a:pt x="183391" y="289194"/>
                  <a:pt x="182752" y="289833"/>
                  <a:pt x="181474" y="289833"/>
                </a:cubicBezTo>
                <a:lnTo>
                  <a:pt x="181474" y="289833"/>
                </a:lnTo>
                <a:cubicBezTo>
                  <a:pt x="180835" y="289833"/>
                  <a:pt x="180196" y="289833"/>
                  <a:pt x="179557" y="289833"/>
                </a:cubicBezTo>
                <a:lnTo>
                  <a:pt x="178918" y="289833"/>
                </a:lnTo>
                <a:lnTo>
                  <a:pt x="178279" y="289833"/>
                </a:lnTo>
                <a:lnTo>
                  <a:pt x="166777" y="283449"/>
                </a:lnTo>
                <a:cubicBezTo>
                  <a:pt x="163582" y="281534"/>
                  <a:pt x="162305" y="277703"/>
                  <a:pt x="164221" y="274511"/>
                </a:cubicBezTo>
                <a:cubicBezTo>
                  <a:pt x="166138" y="271319"/>
                  <a:pt x="169972" y="270042"/>
                  <a:pt x="173167" y="271958"/>
                </a:cubicBezTo>
                <a:lnTo>
                  <a:pt x="175084" y="273234"/>
                </a:lnTo>
                <a:lnTo>
                  <a:pt x="175084" y="271319"/>
                </a:lnTo>
                <a:cubicBezTo>
                  <a:pt x="175084" y="267489"/>
                  <a:pt x="177640" y="264935"/>
                  <a:pt x="181474" y="264935"/>
                </a:cubicBezTo>
                <a:cubicBezTo>
                  <a:pt x="185308" y="264935"/>
                  <a:pt x="187864" y="267489"/>
                  <a:pt x="187864" y="271319"/>
                </a:cubicBezTo>
                <a:lnTo>
                  <a:pt x="187864" y="273873"/>
                </a:lnTo>
                <a:lnTo>
                  <a:pt x="190420" y="272596"/>
                </a:lnTo>
                <a:cubicBezTo>
                  <a:pt x="193615" y="271319"/>
                  <a:pt x="197449" y="272596"/>
                  <a:pt x="198727" y="275788"/>
                </a:cubicBezTo>
                <a:cubicBezTo>
                  <a:pt x="200644" y="278980"/>
                  <a:pt x="198727" y="282810"/>
                  <a:pt x="195532" y="284087"/>
                </a:cubicBezTo>
                <a:lnTo>
                  <a:pt x="195532" y="284087"/>
                </a:lnTo>
                <a:lnTo>
                  <a:pt x="195532" y="284087"/>
                </a:lnTo>
                <a:close/>
                <a:moveTo>
                  <a:pt x="174445" y="242591"/>
                </a:moveTo>
                <a:lnTo>
                  <a:pt x="174445" y="214502"/>
                </a:lnTo>
                <a:cubicBezTo>
                  <a:pt x="174445" y="210671"/>
                  <a:pt x="177001" y="208118"/>
                  <a:pt x="180835" y="208118"/>
                </a:cubicBezTo>
                <a:cubicBezTo>
                  <a:pt x="184669" y="208118"/>
                  <a:pt x="187225" y="210671"/>
                  <a:pt x="187225" y="214502"/>
                </a:cubicBezTo>
                <a:lnTo>
                  <a:pt x="187225" y="242591"/>
                </a:lnTo>
                <a:cubicBezTo>
                  <a:pt x="187225" y="246422"/>
                  <a:pt x="184669" y="248975"/>
                  <a:pt x="180835" y="248975"/>
                </a:cubicBezTo>
                <a:cubicBezTo>
                  <a:pt x="177001" y="248975"/>
                  <a:pt x="174445" y="245783"/>
                  <a:pt x="174445" y="242591"/>
                </a:cubicBezTo>
                <a:close/>
                <a:moveTo>
                  <a:pt x="195532" y="173006"/>
                </a:moveTo>
                <a:lnTo>
                  <a:pt x="187864" y="176836"/>
                </a:lnTo>
                <a:lnTo>
                  <a:pt x="187864" y="185774"/>
                </a:lnTo>
                <a:cubicBezTo>
                  <a:pt x="187864" y="189604"/>
                  <a:pt x="185308" y="192158"/>
                  <a:pt x="181474" y="192158"/>
                </a:cubicBezTo>
                <a:cubicBezTo>
                  <a:pt x="177640" y="192158"/>
                  <a:pt x="175084" y="189604"/>
                  <a:pt x="175084" y="185774"/>
                </a:cubicBezTo>
                <a:lnTo>
                  <a:pt x="175084" y="176836"/>
                </a:lnTo>
                <a:lnTo>
                  <a:pt x="167416" y="173006"/>
                </a:lnTo>
                <a:cubicBezTo>
                  <a:pt x="164221" y="171729"/>
                  <a:pt x="162305" y="167899"/>
                  <a:pt x="163582" y="164707"/>
                </a:cubicBezTo>
                <a:cubicBezTo>
                  <a:pt x="164861" y="161515"/>
                  <a:pt x="168695" y="159600"/>
                  <a:pt x="171889" y="160876"/>
                </a:cubicBezTo>
                <a:cubicBezTo>
                  <a:pt x="171889" y="160876"/>
                  <a:pt x="172528" y="160876"/>
                  <a:pt x="172528" y="161515"/>
                </a:cubicBezTo>
                <a:lnTo>
                  <a:pt x="181474" y="165345"/>
                </a:lnTo>
                <a:lnTo>
                  <a:pt x="190420" y="161515"/>
                </a:lnTo>
                <a:cubicBezTo>
                  <a:pt x="193615" y="160238"/>
                  <a:pt x="197449" y="161515"/>
                  <a:pt x="198727" y="164707"/>
                </a:cubicBezTo>
                <a:cubicBezTo>
                  <a:pt x="200005" y="167899"/>
                  <a:pt x="198727" y="171729"/>
                  <a:pt x="195532" y="173006"/>
                </a:cubicBezTo>
                <a:cubicBezTo>
                  <a:pt x="195532" y="173006"/>
                  <a:pt x="195532" y="173006"/>
                  <a:pt x="195532" y="173006"/>
                </a:cubicBezTo>
                <a:lnTo>
                  <a:pt x="195532" y="173006"/>
                </a:lnTo>
                <a:close/>
                <a:moveTo>
                  <a:pt x="198727" y="86184"/>
                </a:moveTo>
                <a:cubicBezTo>
                  <a:pt x="197449" y="88737"/>
                  <a:pt x="195532" y="90014"/>
                  <a:pt x="192976" y="90014"/>
                </a:cubicBezTo>
                <a:cubicBezTo>
                  <a:pt x="192337" y="90014"/>
                  <a:pt x="191059" y="90014"/>
                  <a:pt x="190420" y="89376"/>
                </a:cubicBezTo>
                <a:lnTo>
                  <a:pt x="181474" y="85545"/>
                </a:lnTo>
                <a:lnTo>
                  <a:pt x="172528" y="89376"/>
                </a:lnTo>
                <a:cubicBezTo>
                  <a:pt x="169333" y="90653"/>
                  <a:pt x="165500" y="89376"/>
                  <a:pt x="164221" y="86184"/>
                </a:cubicBezTo>
                <a:cubicBezTo>
                  <a:pt x="162943" y="82992"/>
                  <a:pt x="164221" y="79161"/>
                  <a:pt x="167416" y="77885"/>
                </a:cubicBezTo>
                <a:lnTo>
                  <a:pt x="178918" y="72777"/>
                </a:lnTo>
                <a:cubicBezTo>
                  <a:pt x="180835" y="72139"/>
                  <a:pt x="182752" y="72139"/>
                  <a:pt x="184030" y="72777"/>
                </a:cubicBezTo>
                <a:lnTo>
                  <a:pt x="195532" y="77885"/>
                </a:lnTo>
                <a:cubicBezTo>
                  <a:pt x="198727" y="79161"/>
                  <a:pt x="200005" y="82992"/>
                  <a:pt x="198727" y="86184"/>
                </a:cubicBezTo>
                <a:cubicBezTo>
                  <a:pt x="198088" y="86184"/>
                  <a:pt x="198088" y="86184"/>
                  <a:pt x="198727" y="86184"/>
                </a:cubicBezTo>
                <a:lnTo>
                  <a:pt x="198727" y="86184"/>
                </a:lnTo>
                <a:close/>
                <a:moveTo>
                  <a:pt x="248569" y="259190"/>
                </a:moveTo>
                <a:lnTo>
                  <a:pt x="221731" y="271319"/>
                </a:lnTo>
                <a:cubicBezTo>
                  <a:pt x="221092" y="271958"/>
                  <a:pt x="219814" y="271958"/>
                  <a:pt x="219175" y="271958"/>
                </a:cubicBezTo>
                <a:cubicBezTo>
                  <a:pt x="215341" y="271958"/>
                  <a:pt x="212785" y="269404"/>
                  <a:pt x="212785" y="265574"/>
                </a:cubicBezTo>
                <a:cubicBezTo>
                  <a:pt x="212785" y="263020"/>
                  <a:pt x="214063" y="260467"/>
                  <a:pt x="216619" y="259828"/>
                </a:cubicBezTo>
                <a:lnTo>
                  <a:pt x="243457" y="247699"/>
                </a:lnTo>
                <a:cubicBezTo>
                  <a:pt x="246652" y="246422"/>
                  <a:pt x="250486" y="247699"/>
                  <a:pt x="251764" y="250891"/>
                </a:cubicBezTo>
                <a:cubicBezTo>
                  <a:pt x="253042" y="254083"/>
                  <a:pt x="251764" y="257913"/>
                  <a:pt x="248569" y="259190"/>
                </a:cubicBezTo>
                <a:lnTo>
                  <a:pt x="248569" y="259190"/>
                </a:lnTo>
                <a:close/>
                <a:moveTo>
                  <a:pt x="248569" y="148747"/>
                </a:moveTo>
                <a:lnTo>
                  <a:pt x="221731" y="160876"/>
                </a:lnTo>
                <a:cubicBezTo>
                  <a:pt x="221092" y="161515"/>
                  <a:pt x="219814" y="161515"/>
                  <a:pt x="219175" y="161515"/>
                </a:cubicBezTo>
                <a:cubicBezTo>
                  <a:pt x="215341" y="161515"/>
                  <a:pt x="212785" y="158961"/>
                  <a:pt x="212785" y="155131"/>
                </a:cubicBezTo>
                <a:cubicBezTo>
                  <a:pt x="212785" y="152577"/>
                  <a:pt x="214063" y="150024"/>
                  <a:pt x="216619" y="149385"/>
                </a:cubicBezTo>
                <a:lnTo>
                  <a:pt x="243457" y="137256"/>
                </a:lnTo>
                <a:cubicBezTo>
                  <a:pt x="246652" y="135979"/>
                  <a:pt x="250486" y="137256"/>
                  <a:pt x="251764" y="140448"/>
                </a:cubicBezTo>
                <a:cubicBezTo>
                  <a:pt x="253042" y="143640"/>
                  <a:pt x="251764" y="147470"/>
                  <a:pt x="248569" y="148747"/>
                </a:cubicBezTo>
                <a:lnTo>
                  <a:pt x="248569" y="148747"/>
                </a:lnTo>
                <a:lnTo>
                  <a:pt x="248569" y="148747"/>
                </a:lnTo>
                <a:close/>
                <a:moveTo>
                  <a:pt x="251764" y="110443"/>
                </a:moveTo>
                <a:cubicBezTo>
                  <a:pt x="250486" y="112996"/>
                  <a:pt x="248569" y="114273"/>
                  <a:pt x="246013" y="114273"/>
                </a:cubicBezTo>
                <a:cubicBezTo>
                  <a:pt x="245374" y="114273"/>
                  <a:pt x="244096" y="114273"/>
                  <a:pt x="243457" y="113635"/>
                </a:cubicBezTo>
                <a:lnTo>
                  <a:pt x="216619" y="101505"/>
                </a:lnTo>
                <a:cubicBezTo>
                  <a:pt x="213424" y="99590"/>
                  <a:pt x="212146" y="95760"/>
                  <a:pt x="214063" y="92568"/>
                </a:cubicBezTo>
                <a:cubicBezTo>
                  <a:pt x="215341" y="90014"/>
                  <a:pt x="219175" y="88737"/>
                  <a:pt x="221731" y="89376"/>
                </a:cubicBezTo>
                <a:lnTo>
                  <a:pt x="248569" y="101505"/>
                </a:lnTo>
                <a:cubicBezTo>
                  <a:pt x="251764" y="103420"/>
                  <a:pt x="253042" y="107251"/>
                  <a:pt x="251764" y="110443"/>
                </a:cubicBezTo>
                <a:cubicBezTo>
                  <a:pt x="251125" y="110443"/>
                  <a:pt x="251125" y="110443"/>
                  <a:pt x="251764" y="110443"/>
                </a:cubicBezTo>
                <a:lnTo>
                  <a:pt x="251764" y="110443"/>
                </a:lnTo>
                <a:close/>
                <a:moveTo>
                  <a:pt x="290103" y="236207"/>
                </a:moveTo>
                <a:cubicBezTo>
                  <a:pt x="290103" y="238761"/>
                  <a:pt x="288825" y="240676"/>
                  <a:pt x="286269" y="241953"/>
                </a:cubicBezTo>
                <a:lnTo>
                  <a:pt x="274767" y="247060"/>
                </a:lnTo>
                <a:cubicBezTo>
                  <a:pt x="274128" y="247699"/>
                  <a:pt x="272850" y="247699"/>
                  <a:pt x="272211" y="247699"/>
                </a:cubicBezTo>
                <a:cubicBezTo>
                  <a:pt x="269655" y="247699"/>
                  <a:pt x="267739" y="246422"/>
                  <a:pt x="266460" y="243868"/>
                </a:cubicBezTo>
                <a:cubicBezTo>
                  <a:pt x="265182" y="240676"/>
                  <a:pt x="266460" y="236846"/>
                  <a:pt x="269655" y="235569"/>
                </a:cubicBezTo>
                <a:cubicBezTo>
                  <a:pt x="269655" y="235569"/>
                  <a:pt x="269655" y="235569"/>
                  <a:pt x="269655" y="235569"/>
                </a:cubicBezTo>
                <a:lnTo>
                  <a:pt x="277323" y="231739"/>
                </a:lnTo>
                <a:lnTo>
                  <a:pt x="277323" y="222801"/>
                </a:lnTo>
                <a:cubicBezTo>
                  <a:pt x="277323" y="218971"/>
                  <a:pt x="279879" y="216417"/>
                  <a:pt x="283713" y="216417"/>
                </a:cubicBezTo>
                <a:cubicBezTo>
                  <a:pt x="287547" y="216417"/>
                  <a:pt x="290103" y="218971"/>
                  <a:pt x="290103" y="222801"/>
                </a:cubicBezTo>
                <a:lnTo>
                  <a:pt x="290103" y="236207"/>
                </a:lnTo>
                <a:close/>
                <a:moveTo>
                  <a:pt x="290103" y="194711"/>
                </a:moveTo>
                <a:cubicBezTo>
                  <a:pt x="290103" y="198542"/>
                  <a:pt x="287547" y="201095"/>
                  <a:pt x="283713" y="201095"/>
                </a:cubicBezTo>
                <a:cubicBezTo>
                  <a:pt x="279879" y="201095"/>
                  <a:pt x="277323" y="198542"/>
                  <a:pt x="277323" y="194711"/>
                </a:cubicBezTo>
                <a:lnTo>
                  <a:pt x="277323" y="166622"/>
                </a:lnTo>
                <a:cubicBezTo>
                  <a:pt x="277323" y="162792"/>
                  <a:pt x="279879" y="160238"/>
                  <a:pt x="283713" y="160238"/>
                </a:cubicBezTo>
                <a:cubicBezTo>
                  <a:pt x="287547" y="160238"/>
                  <a:pt x="290103" y="162792"/>
                  <a:pt x="290103" y="166622"/>
                </a:cubicBezTo>
                <a:lnTo>
                  <a:pt x="290103" y="194711"/>
                </a:lnTo>
                <a:close/>
                <a:moveTo>
                  <a:pt x="290103" y="137894"/>
                </a:moveTo>
                <a:cubicBezTo>
                  <a:pt x="290103" y="141724"/>
                  <a:pt x="287547" y="144278"/>
                  <a:pt x="283713" y="144278"/>
                </a:cubicBezTo>
                <a:cubicBezTo>
                  <a:pt x="279879" y="144278"/>
                  <a:pt x="277323" y="141724"/>
                  <a:pt x="277323" y="137894"/>
                </a:cubicBezTo>
                <a:lnTo>
                  <a:pt x="277323" y="135340"/>
                </a:lnTo>
                <a:lnTo>
                  <a:pt x="274767" y="136617"/>
                </a:lnTo>
                <a:cubicBezTo>
                  <a:pt x="274128" y="137256"/>
                  <a:pt x="272850" y="137256"/>
                  <a:pt x="272211" y="137256"/>
                </a:cubicBezTo>
                <a:cubicBezTo>
                  <a:pt x="268377" y="137256"/>
                  <a:pt x="265821" y="134064"/>
                  <a:pt x="265821" y="130872"/>
                </a:cubicBezTo>
                <a:cubicBezTo>
                  <a:pt x="265821" y="128956"/>
                  <a:pt x="267100" y="127041"/>
                  <a:pt x="268377" y="125764"/>
                </a:cubicBezTo>
                <a:cubicBezTo>
                  <a:pt x="265182" y="123849"/>
                  <a:pt x="263905" y="120019"/>
                  <a:pt x="265821" y="116827"/>
                </a:cubicBezTo>
                <a:cubicBezTo>
                  <a:pt x="267739" y="113635"/>
                  <a:pt x="271572" y="112358"/>
                  <a:pt x="274767" y="114273"/>
                </a:cubicBezTo>
                <a:lnTo>
                  <a:pt x="286269" y="119380"/>
                </a:lnTo>
                <a:cubicBezTo>
                  <a:pt x="286908" y="119380"/>
                  <a:pt x="287547" y="120019"/>
                  <a:pt x="288186" y="120657"/>
                </a:cubicBezTo>
                <a:lnTo>
                  <a:pt x="288825" y="121296"/>
                </a:lnTo>
                <a:cubicBezTo>
                  <a:pt x="289464" y="121934"/>
                  <a:pt x="289464" y="121934"/>
                  <a:pt x="289464" y="122572"/>
                </a:cubicBezTo>
                <a:lnTo>
                  <a:pt x="289464" y="123211"/>
                </a:lnTo>
                <a:cubicBezTo>
                  <a:pt x="289464" y="123849"/>
                  <a:pt x="290103" y="124488"/>
                  <a:pt x="290103" y="125764"/>
                </a:cubicBezTo>
                <a:lnTo>
                  <a:pt x="290103" y="137894"/>
                </a:lnTo>
                <a:close/>
              </a:path>
            </a:pathLst>
          </a:custGeom>
          <a:solidFill>
            <a:srgbClr val="046A38"/>
          </a:solidFill>
          <a:ln w="6390" cap="flat">
            <a:noFill/>
            <a:prstDash val="solid"/>
            <a:miter/>
          </a:ln>
        </p:spPr>
        <p:txBody>
          <a:bodyPr rtlCol="0" anchor="ctr"/>
          <a:lstStyle/>
          <a:p>
            <a:endParaRPr lang="en-US"/>
          </a:p>
        </p:txBody>
      </p:sp>
      <p:grpSp>
        <p:nvGrpSpPr>
          <p:cNvPr id="762" name="Graphic 4">
            <a:extLst>
              <a:ext uri="{FF2B5EF4-FFF2-40B4-BE49-F238E27FC236}">
                <a16:creationId xmlns:a16="http://schemas.microsoft.com/office/drawing/2014/main" id="{00ACC8F5-A9EF-AE41-A0EF-51B606D99B02}"/>
              </a:ext>
            </a:extLst>
          </p:cNvPr>
          <p:cNvGrpSpPr>
            <a:grpSpLocks noChangeAspect="1"/>
          </p:cNvGrpSpPr>
          <p:nvPr/>
        </p:nvGrpSpPr>
        <p:grpSpPr>
          <a:xfrm>
            <a:off x="2559808" y="2855717"/>
            <a:ext cx="362313" cy="361971"/>
            <a:chOff x="2559808" y="2855717"/>
            <a:chExt cx="362313" cy="361971"/>
          </a:xfrm>
          <a:solidFill>
            <a:srgbClr val="046A38"/>
          </a:solidFill>
        </p:grpSpPr>
        <p:sp>
          <p:nvSpPr>
            <p:cNvPr id="763" name="Graphic 4">
              <a:extLst>
                <a:ext uri="{FF2B5EF4-FFF2-40B4-BE49-F238E27FC236}">
                  <a16:creationId xmlns:a16="http://schemas.microsoft.com/office/drawing/2014/main" id="{030D345B-DB5A-7C4F-92A2-156709C3733D}"/>
                </a:ext>
              </a:extLst>
            </p:cNvPr>
            <p:cNvSpPr/>
            <p:nvPr/>
          </p:nvSpPr>
          <p:spPr>
            <a:xfrm>
              <a:off x="2559808" y="285571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362309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29 w 362313"/>
                <a:gd name="connsiteY9" fmla="*/ 180667 h 361971"/>
                <a:gd name="connsiteX10" fmla="*/ 349529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6"/>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1076"/>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50168" y="273234"/>
                    <a:pt x="274767" y="348565"/>
                    <a:pt x="181474" y="349204"/>
                  </a:cubicBezTo>
                  <a:close/>
                </a:path>
              </a:pathLst>
            </a:custGeom>
            <a:solidFill>
              <a:srgbClr val="046A38"/>
            </a:solidFill>
            <a:ln w="6390" cap="flat">
              <a:noFill/>
              <a:prstDash val="solid"/>
              <a:miter/>
            </a:ln>
          </p:spPr>
          <p:txBody>
            <a:bodyPr rtlCol="0" anchor="ctr"/>
            <a:lstStyle/>
            <a:p>
              <a:endParaRPr lang="en-US"/>
            </a:p>
          </p:txBody>
        </p:sp>
        <p:sp>
          <p:nvSpPr>
            <p:cNvPr id="764" name="Graphic 4">
              <a:extLst>
                <a:ext uri="{FF2B5EF4-FFF2-40B4-BE49-F238E27FC236}">
                  <a16:creationId xmlns:a16="http://schemas.microsoft.com/office/drawing/2014/main" id="{4427C518-0EC6-4043-871F-0BB85FF8ECCE}"/>
                </a:ext>
              </a:extLst>
            </p:cNvPr>
            <p:cNvSpPr/>
            <p:nvPr/>
          </p:nvSpPr>
          <p:spPr>
            <a:xfrm>
              <a:off x="2642878" y="2955307"/>
              <a:ext cx="197798" cy="162153"/>
            </a:xfrm>
            <a:custGeom>
              <a:avLst/>
              <a:gdLst>
                <a:gd name="connsiteX0" fmla="*/ 187225 w 197798"/>
                <a:gd name="connsiteY0" fmla="*/ 15960 h 162153"/>
                <a:gd name="connsiteX1" fmla="*/ 162304 w 197798"/>
                <a:gd name="connsiteY1" fmla="*/ 37666 h 162153"/>
                <a:gd name="connsiteX2" fmla="*/ 162304 w 197798"/>
                <a:gd name="connsiteY2" fmla="*/ 6384 h 162153"/>
                <a:gd name="connsiteX3" fmla="*/ 155914 w 197798"/>
                <a:gd name="connsiteY3" fmla="*/ 0 h 162153"/>
                <a:gd name="connsiteX4" fmla="*/ 6390 w 197798"/>
                <a:gd name="connsiteY4" fmla="*/ 0 h 162153"/>
                <a:gd name="connsiteX5" fmla="*/ 0 w 197798"/>
                <a:gd name="connsiteY5" fmla="*/ 6384 h 162153"/>
                <a:gd name="connsiteX6" fmla="*/ 0 w 197798"/>
                <a:gd name="connsiteY6" fmla="*/ 155769 h 162153"/>
                <a:gd name="connsiteX7" fmla="*/ 6390 w 197798"/>
                <a:gd name="connsiteY7" fmla="*/ 162153 h 162153"/>
                <a:gd name="connsiteX8" fmla="*/ 155914 w 197798"/>
                <a:gd name="connsiteY8" fmla="*/ 162153 h 162153"/>
                <a:gd name="connsiteX9" fmla="*/ 162304 w 197798"/>
                <a:gd name="connsiteY9" fmla="*/ 155769 h 162153"/>
                <a:gd name="connsiteX10" fmla="*/ 162304 w 197798"/>
                <a:gd name="connsiteY10" fmla="*/ 54264 h 162153"/>
                <a:gd name="connsiteX11" fmla="*/ 195532 w 197798"/>
                <a:gd name="connsiteY11" fmla="*/ 24898 h 162153"/>
                <a:gd name="connsiteX12" fmla="*/ 196171 w 197798"/>
                <a:gd name="connsiteY12" fmla="*/ 15960 h 162153"/>
                <a:gd name="connsiteX13" fmla="*/ 196171 w 197798"/>
                <a:gd name="connsiteY13" fmla="*/ 15960 h 162153"/>
                <a:gd name="connsiteX14" fmla="*/ 187225 w 197798"/>
                <a:gd name="connsiteY14" fmla="*/ 15960 h 162153"/>
                <a:gd name="connsiteX15" fmla="*/ 187225 w 197798"/>
                <a:gd name="connsiteY15" fmla="*/ 15960 h 162153"/>
                <a:gd name="connsiteX16" fmla="*/ 149524 w 197798"/>
                <a:gd name="connsiteY16" fmla="*/ 149385 h 162153"/>
                <a:gd name="connsiteX17" fmla="*/ 12780 w 197798"/>
                <a:gd name="connsiteY17" fmla="*/ 149385 h 162153"/>
                <a:gd name="connsiteX18" fmla="*/ 12780 w 197798"/>
                <a:gd name="connsiteY18" fmla="*/ 12768 h 162153"/>
                <a:gd name="connsiteX19" fmla="*/ 149524 w 197798"/>
                <a:gd name="connsiteY19" fmla="*/ 12768 h 162153"/>
                <a:gd name="connsiteX20" fmla="*/ 149524 w 197798"/>
                <a:gd name="connsiteY20" fmla="*/ 49157 h 162153"/>
                <a:gd name="connsiteX21" fmla="*/ 78596 w 197798"/>
                <a:gd name="connsiteY21" fmla="*/ 111720 h 162153"/>
                <a:gd name="connsiteX22" fmla="*/ 47285 w 197798"/>
                <a:gd name="connsiteY22" fmla="*/ 74054 h 162153"/>
                <a:gd name="connsiteX23" fmla="*/ 38340 w 197798"/>
                <a:gd name="connsiteY23" fmla="*/ 73416 h 162153"/>
                <a:gd name="connsiteX24" fmla="*/ 37701 w 197798"/>
                <a:gd name="connsiteY24" fmla="*/ 82354 h 162153"/>
                <a:gd name="connsiteX25" fmla="*/ 73484 w 197798"/>
                <a:gd name="connsiteY25" fmla="*/ 125126 h 162153"/>
                <a:gd name="connsiteX26" fmla="*/ 73484 w 197798"/>
                <a:gd name="connsiteY26" fmla="*/ 125126 h 162153"/>
                <a:gd name="connsiteX27" fmla="*/ 74762 w 197798"/>
                <a:gd name="connsiteY27" fmla="*/ 126403 h 162153"/>
                <a:gd name="connsiteX28" fmla="*/ 75401 w 197798"/>
                <a:gd name="connsiteY28" fmla="*/ 127041 h 162153"/>
                <a:gd name="connsiteX29" fmla="*/ 77957 w 197798"/>
                <a:gd name="connsiteY29" fmla="*/ 127680 h 162153"/>
                <a:gd name="connsiteX30" fmla="*/ 77957 w 197798"/>
                <a:gd name="connsiteY30" fmla="*/ 127680 h 162153"/>
                <a:gd name="connsiteX31" fmla="*/ 79874 w 197798"/>
                <a:gd name="connsiteY31" fmla="*/ 127041 h 162153"/>
                <a:gd name="connsiteX32" fmla="*/ 80513 w 197798"/>
                <a:gd name="connsiteY32" fmla="*/ 126403 h 162153"/>
                <a:gd name="connsiteX33" fmla="*/ 81791 w 197798"/>
                <a:gd name="connsiteY33" fmla="*/ 125765 h 162153"/>
                <a:gd name="connsiteX34" fmla="*/ 81791 w 197798"/>
                <a:gd name="connsiteY34" fmla="*/ 125765 h 162153"/>
                <a:gd name="connsiteX35" fmla="*/ 149524 w 197798"/>
                <a:gd name="connsiteY35" fmla="*/ 66394 h 162153"/>
                <a:gd name="connsiteX36" fmla="*/ 149524 w 197798"/>
                <a:gd name="connsiteY36" fmla="*/ 149385 h 1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7798" h="162153">
                  <a:moveTo>
                    <a:pt x="187225" y="15960"/>
                  </a:moveTo>
                  <a:lnTo>
                    <a:pt x="162304" y="37666"/>
                  </a:lnTo>
                  <a:lnTo>
                    <a:pt x="162304" y="6384"/>
                  </a:lnTo>
                  <a:cubicBezTo>
                    <a:pt x="162304" y="2554"/>
                    <a:pt x="159748" y="0"/>
                    <a:pt x="155914" y="0"/>
                  </a:cubicBezTo>
                  <a:lnTo>
                    <a:pt x="6390" y="0"/>
                  </a:lnTo>
                  <a:cubicBezTo>
                    <a:pt x="2556" y="0"/>
                    <a:pt x="0" y="2554"/>
                    <a:pt x="0" y="6384"/>
                  </a:cubicBezTo>
                  <a:lnTo>
                    <a:pt x="0" y="155769"/>
                  </a:lnTo>
                  <a:cubicBezTo>
                    <a:pt x="0" y="159600"/>
                    <a:pt x="2556" y="162153"/>
                    <a:pt x="6390" y="162153"/>
                  </a:cubicBezTo>
                  <a:lnTo>
                    <a:pt x="155914" y="162153"/>
                  </a:lnTo>
                  <a:cubicBezTo>
                    <a:pt x="159748" y="162153"/>
                    <a:pt x="162304" y="159600"/>
                    <a:pt x="162304" y="155769"/>
                  </a:cubicBezTo>
                  <a:lnTo>
                    <a:pt x="162304" y="54264"/>
                  </a:lnTo>
                  <a:lnTo>
                    <a:pt x="195532" y="24898"/>
                  </a:lnTo>
                  <a:cubicBezTo>
                    <a:pt x="198088" y="22344"/>
                    <a:pt x="198727" y="18514"/>
                    <a:pt x="196171" y="15960"/>
                  </a:cubicBezTo>
                  <a:cubicBezTo>
                    <a:pt x="196171" y="15960"/>
                    <a:pt x="196171" y="15960"/>
                    <a:pt x="196171" y="15960"/>
                  </a:cubicBezTo>
                  <a:cubicBezTo>
                    <a:pt x="194254" y="13406"/>
                    <a:pt x="189781" y="13406"/>
                    <a:pt x="187225" y="15960"/>
                  </a:cubicBezTo>
                  <a:cubicBezTo>
                    <a:pt x="187225" y="15960"/>
                    <a:pt x="187225" y="15960"/>
                    <a:pt x="187225" y="15960"/>
                  </a:cubicBezTo>
                  <a:close/>
                  <a:moveTo>
                    <a:pt x="149524" y="149385"/>
                  </a:moveTo>
                  <a:lnTo>
                    <a:pt x="12780" y="149385"/>
                  </a:lnTo>
                  <a:lnTo>
                    <a:pt x="12780" y="12768"/>
                  </a:lnTo>
                  <a:lnTo>
                    <a:pt x="149524" y="12768"/>
                  </a:lnTo>
                  <a:lnTo>
                    <a:pt x="149524" y="49157"/>
                  </a:lnTo>
                  <a:lnTo>
                    <a:pt x="78596" y="111720"/>
                  </a:lnTo>
                  <a:lnTo>
                    <a:pt x="47285" y="74054"/>
                  </a:lnTo>
                  <a:cubicBezTo>
                    <a:pt x="44730" y="71501"/>
                    <a:pt x="40896" y="70862"/>
                    <a:pt x="38340" y="73416"/>
                  </a:cubicBezTo>
                  <a:cubicBezTo>
                    <a:pt x="35784" y="75970"/>
                    <a:pt x="35145" y="79800"/>
                    <a:pt x="37701" y="82354"/>
                  </a:cubicBezTo>
                  <a:lnTo>
                    <a:pt x="73484" y="125126"/>
                  </a:lnTo>
                  <a:lnTo>
                    <a:pt x="73484" y="125126"/>
                  </a:lnTo>
                  <a:cubicBezTo>
                    <a:pt x="74123" y="125765"/>
                    <a:pt x="74123" y="125765"/>
                    <a:pt x="74762" y="126403"/>
                  </a:cubicBezTo>
                  <a:lnTo>
                    <a:pt x="75401" y="127041"/>
                  </a:lnTo>
                  <a:cubicBezTo>
                    <a:pt x="76040" y="127680"/>
                    <a:pt x="77318" y="127680"/>
                    <a:pt x="77957" y="127680"/>
                  </a:cubicBezTo>
                  <a:lnTo>
                    <a:pt x="77957" y="127680"/>
                  </a:lnTo>
                  <a:cubicBezTo>
                    <a:pt x="78596" y="127680"/>
                    <a:pt x="79235" y="127680"/>
                    <a:pt x="79874" y="127041"/>
                  </a:cubicBezTo>
                  <a:lnTo>
                    <a:pt x="80513" y="126403"/>
                  </a:lnTo>
                  <a:cubicBezTo>
                    <a:pt x="81152" y="126403"/>
                    <a:pt x="81152" y="125765"/>
                    <a:pt x="81791" y="125765"/>
                  </a:cubicBezTo>
                  <a:lnTo>
                    <a:pt x="81791" y="125765"/>
                  </a:lnTo>
                  <a:lnTo>
                    <a:pt x="149524" y="66394"/>
                  </a:lnTo>
                  <a:lnTo>
                    <a:pt x="149524" y="149385"/>
                  </a:lnTo>
                  <a:close/>
                </a:path>
              </a:pathLst>
            </a:custGeom>
            <a:solidFill>
              <a:srgbClr val="046A38"/>
            </a:solidFill>
            <a:ln w="6390" cap="flat">
              <a:noFill/>
              <a:prstDash val="solid"/>
              <a:miter/>
            </a:ln>
          </p:spPr>
          <p:txBody>
            <a:bodyPr rtlCol="0" anchor="ctr"/>
            <a:lstStyle/>
            <a:p>
              <a:endParaRPr lang="en-US"/>
            </a:p>
          </p:txBody>
        </p:sp>
      </p:grpSp>
      <p:grpSp>
        <p:nvGrpSpPr>
          <p:cNvPr id="765" name="Graphic 4">
            <a:extLst>
              <a:ext uri="{FF2B5EF4-FFF2-40B4-BE49-F238E27FC236}">
                <a16:creationId xmlns:a16="http://schemas.microsoft.com/office/drawing/2014/main" id="{D7F6F6A8-5770-404E-8C40-47A4D3F31801}"/>
              </a:ext>
            </a:extLst>
          </p:cNvPr>
          <p:cNvGrpSpPr>
            <a:grpSpLocks noChangeAspect="1"/>
          </p:cNvGrpSpPr>
          <p:nvPr/>
        </p:nvGrpSpPr>
        <p:grpSpPr>
          <a:xfrm>
            <a:off x="2559808" y="1402723"/>
            <a:ext cx="362313" cy="361971"/>
            <a:chOff x="2559808" y="1402723"/>
            <a:chExt cx="362313" cy="361971"/>
          </a:xfrm>
          <a:solidFill>
            <a:srgbClr val="046A38"/>
          </a:solidFill>
        </p:grpSpPr>
        <p:sp>
          <p:nvSpPr>
            <p:cNvPr id="766" name="Graphic 4">
              <a:extLst>
                <a:ext uri="{FF2B5EF4-FFF2-40B4-BE49-F238E27FC236}">
                  <a16:creationId xmlns:a16="http://schemas.microsoft.com/office/drawing/2014/main" id="{5655C79F-F3CD-6043-BD37-78F1D555154C}"/>
                </a:ext>
              </a:extLst>
            </p:cNvPr>
            <p:cNvSpPr/>
            <p:nvPr/>
          </p:nvSpPr>
          <p:spPr>
            <a:xfrm>
              <a:off x="2559808" y="14027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362309 w 362313"/>
                <a:gd name="connsiteY4" fmla="*/ 181305 h 361971"/>
                <a:gd name="connsiteX5" fmla="*/ 181474 w 362313"/>
                <a:gd name="connsiteY5" fmla="*/ 0 h 361971"/>
                <a:gd name="connsiteX6" fmla="*/ 181474 w 362313"/>
                <a:gd name="connsiteY6" fmla="*/ 348565 h 361971"/>
                <a:gd name="connsiteX7" fmla="*/ 12780 w 362313"/>
                <a:gd name="connsiteY7" fmla="*/ 180667 h 361971"/>
                <a:gd name="connsiteX8" fmla="*/ 181474 w 362313"/>
                <a:gd name="connsiteY8" fmla="*/ 12130 h 361971"/>
                <a:gd name="connsiteX9" fmla="*/ 350168 w 362313"/>
                <a:gd name="connsiteY9" fmla="*/ 180028 h 361971"/>
                <a:gd name="connsiteX10" fmla="*/ 350168 w 362313"/>
                <a:gd name="connsiteY10" fmla="*/ 180028 h 361971"/>
                <a:gd name="connsiteX11" fmla="*/ 181474 w 362313"/>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0438"/>
                    <a:pt x="281796" y="0"/>
                    <a:pt x="181474" y="0"/>
                  </a:cubicBezTo>
                  <a:close/>
                  <a:moveTo>
                    <a:pt x="181474" y="348565"/>
                  </a:moveTo>
                  <a:cubicBezTo>
                    <a:pt x="88181" y="348565"/>
                    <a:pt x="12780" y="273234"/>
                    <a:pt x="12780" y="180667"/>
                  </a:cubicBezTo>
                  <a:cubicBezTo>
                    <a:pt x="12780" y="88099"/>
                    <a:pt x="88820" y="12130"/>
                    <a:pt x="181474" y="12130"/>
                  </a:cubicBezTo>
                  <a:cubicBezTo>
                    <a:pt x="274128" y="12130"/>
                    <a:pt x="350168" y="87461"/>
                    <a:pt x="350168" y="180028"/>
                  </a:cubicBezTo>
                  <a:cubicBezTo>
                    <a:pt x="350168" y="180028"/>
                    <a:pt x="350168" y="180028"/>
                    <a:pt x="350168" y="180028"/>
                  </a:cubicBezTo>
                  <a:cubicBezTo>
                    <a:pt x="350168" y="273234"/>
                    <a:pt x="274767" y="348565"/>
                    <a:pt x="181474" y="348565"/>
                  </a:cubicBezTo>
                  <a:close/>
                </a:path>
              </a:pathLst>
            </a:custGeom>
            <a:solidFill>
              <a:srgbClr val="046A38"/>
            </a:solidFill>
            <a:ln w="6390" cap="flat">
              <a:noFill/>
              <a:prstDash val="solid"/>
              <a:miter/>
            </a:ln>
          </p:spPr>
          <p:txBody>
            <a:bodyPr rtlCol="0" anchor="ctr"/>
            <a:lstStyle/>
            <a:p>
              <a:endParaRPr lang="en-US"/>
            </a:p>
          </p:txBody>
        </p:sp>
        <p:sp>
          <p:nvSpPr>
            <p:cNvPr id="767" name="Graphic 4">
              <a:extLst>
                <a:ext uri="{FF2B5EF4-FFF2-40B4-BE49-F238E27FC236}">
                  <a16:creationId xmlns:a16="http://schemas.microsoft.com/office/drawing/2014/main" id="{C31DC91F-53E8-5843-921F-EF912788E3BA}"/>
                </a:ext>
              </a:extLst>
            </p:cNvPr>
            <p:cNvSpPr/>
            <p:nvPr/>
          </p:nvSpPr>
          <p:spPr>
            <a:xfrm>
              <a:off x="2621152" y="1569595"/>
              <a:ext cx="136744" cy="133175"/>
            </a:xfrm>
            <a:custGeom>
              <a:avLst/>
              <a:gdLst>
                <a:gd name="connsiteX0" fmla="*/ 127160 w 136744"/>
                <a:gd name="connsiteY0" fmla="*/ 54014 h 133175"/>
                <a:gd name="connsiteX1" fmla="*/ 122687 w 136744"/>
                <a:gd name="connsiteY1" fmla="*/ 49545 h 133175"/>
                <a:gd name="connsiteX2" fmla="*/ 123965 w 136744"/>
                <a:gd name="connsiteY2" fmla="*/ 43161 h 133175"/>
                <a:gd name="connsiteX3" fmla="*/ 123965 w 136744"/>
                <a:gd name="connsiteY3" fmla="*/ 26563 h 133175"/>
                <a:gd name="connsiteX4" fmla="*/ 107990 w 136744"/>
                <a:gd name="connsiteY4" fmla="*/ 20817 h 133175"/>
                <a:gd name="connsiteX5" fmla="*/ 102239 w 136744"/>
                <a:gd name="connsiteY5" fmla="*/ 20179 h 133175"/>
                <a:gd name="connsiteX6" fmla="*/ 99683 w 136744"/>
                <a:gd name="connsiteY6" fmla="*/ 14433 h 133175"/>
                <a:gd name="connsiteX7" fmla="*/ 90098 w 136744"/>
                <a:gd name="connsiteY7" fmla="*/ 1027 h 133175"/>
                <a:gd name="connsiteX8" fmla="*/ 74123 w 136744"/>
                <a:gd name="connsiteY8" fmla="*/ 5496 h 133175"/>
                <a:gd name="connsiteX9" fmla="*/ 69011 w 136744"/>
                <a:gd name="connsiteY9" fmla="*/ 8688 h 133175"/>
                <a:gd name="connsiteX10" fmla="*/ 63899 w 136744"/>
                <a:gd name="connsiteY10" fmla="*/ 5496 h 133175"/>
                <a:gd name="connsiteX11" fmla="*/ 47925 w 136744"/>
                <a:gd name="connsiteY11" fmla="*/ 388 h 133175"/>
                <a:gd name="connsiteX12" fmla="*/ 37701 w 136744"/>
                <a:gd name="connsiteY12" fmla="*/ 13795 h 133175"/>
                <a:gd name="connsiteX13" fmla="*/ 35145 w 136744"/>
                <a:gd name="connsiteY13" fmla="*/ 19540 h 133175"/>
                <a:gd name="connsiteX14" fmla="*/ 28755 w 136744"/>
                <a:gd name="connsiteY14" fmla="*/ 20179 h 133175"/>
                <a:gd name="connsiteX15" fmla="*/ 10863 w 136744"/>
                <a:gd name="connsiteY15" fmla="*/ 30393 h 133175"/>
                <a:gd name="connsiteX16" fmla="*/ 12780 w 136744"/>
                <a:gd name="connsiteY16" fmla="*/ 42523 h 133175"/>
                <a:gd name="connsiteX17" fmla="*/ 14058 w 136744"/>
                <a:gd name="connsiteY17" fmla="*/ 48268 h 133175"/>
                <a:gd name="connsiteX18" fmla="*/ 9585 w 136744"/>
                <a:gd name="connsiteY18" fmla="*/ 52099 h 133175"/>
                <a:gd name="connsiteX19" fmla="*/ 0 w 136744"/>
                <a:gd name="connsiteY19" fmla="*/ 65505 h 133175"/>
                <a:gd name="connsiteX20" fmla="*/ 9585 w 136744"/>
                <a:gd name="connsiteY20" fmla="*/ 78911 h 133175"/>
                <a:gd name="connsiteX21" fmla="*/ 14058 w 136744"/>
                <a:gd name="connsiteY21" fmla="*/ 83380 h 133175"/>
                <a:gd name="connsiteX22" fmla="*/ 12780 w 136744"/>
                <a:gd name="connsiteY22" fmla="*/ 89764 h 133175"/>
                <a:gd name="connsiteX23" fmla="*/ 12780 w 136744"/>
                <a:gd name="connsiteY23" fmla="*/ 106362 h 133175"/>
                <a:gd name="connsiteX24" fmla="*/ 28755 w 136744"/>
                <a:gd name="connsiteY24" fmla="*/ 112108 h 133175"/>
                <a:gd name="connsiteX25" fmla="*/ 34506 w 136744"/>
                <a:gd name="connsiteY25" fmla="*/ 112746 h 133175"/>
                <a:gd name="connsiteX26" fmla="*/ 37062 w 136744"/>
                <a:gd name="connsiteY26" fmla="*/ 118492 h 133175"/>
                <a:gd name="connsiteX27" fmla="*/ 46646 w 136744"/>
                <a:gd name="connsiteY27" fmla="*/ 131898 h 133175"/>
                <a:gd name="connsiteX28" fmla="*/ 62621 w 136744"/>
                <a:gd name="connsiteY28" fmla="*/ 127430 h 133175"/>
                <a:gd name="connsiteX29" fmla="*/ 67733 w 136744"/>
                <a:gd name="connsiteY29" fmla="*/ 124238 h 133175"/>
                <a:gd name="connsiteX30" fmla="*/ 72845 w 136744"/>
                <a:gd name="connsiteY30" fmla="*/ 127430 h 133175"/>
                <a:gd name="connsiteX31" fmla="*/ 85625 w 136744"/>
                <a:gd name="connsiteY31" fmla="*/ 133175 h 133175"/>
                <a:gd name="connsiteX32" fmla="*/ 89459 w 136744"/>
                <a:gd name="connsiteY32" fmla="*/ 132537 h 133175"/>
                <a:gd name="connsiteX33" fmla="*/ 99683 w 136744"/>
                <a:gd name="connsiteY33" fmla="*/ 119130 h 133175"/>
                <a:gd name="connsiteX34" fmla="*/ 102239 w 136744"/>
                <a:gd name="connsiteY34" fmla="*/ 114023 h 133175"/>
                <a:gd name="connsiteX35" fmla="*/ 108629 w 136744"/>
                <a:gd name="connsiteY35" fmla="*/ 113385 h 133175"/>
                <a:gd name="connsiteX36" fmla="*/ 126521 w 136744"/>
                <a:gd name="connsiteY36" fmla="*/ 103170 h 133175"/>
                <a:gd name="connsiteX37" fmla="*/ 124604 w 136744"/>
                <a:gd name="connsiteY37" fmla="*/ 91041 h 133175"/>
                <a:gd name="connsiteX38" fmla="*/ 123326 w 136744"/>
                <a:gd name="connsiteY38" fmla="*/ 85295 h 133175"/>
                <a:gd name="connsiteX39" fmla="*/ 127160 w 136744"/>
                <a:gd name="connsiteY39" fmla="*/ 81465 h 133175"/>
                <a:gd name="connsiteX40" fmla="*/ 136745 w 136744"/>
                <a:gd name="connsiteY40" fmla="*/ 68058 h 133175"/>
                <a:gd name="connsiteX41" fmla="*/ 127160 w 136744"/>
                <a:gd name="connsiteY41" fmla="*/ 54014 h 133175"/>
                <a:gd name="connsiteX42" fmla="*/ 119492 w 136744"/>
                <a:gd name="connsiteY42" fmla="*/ 71250 h 133175"/>
                <a:gd name="connsiteX43" fmla="*/ 110546 w 136744"/>
                <a:gd name="connsiteY43" fmla="*/ 81465 h 133175"/>
                <a:gd name="connsiteX44" fmla="*/ 111824 w 136744"/>
                <a:gd name="connsiteY44" fmla="*/ 94871 h 133175"/>
                <a:gd name="connsiteX45" fmla="*/ 113102 w 136744"/>
                <a:gd name="connsiteY45" fmla="*/ 99978 h 133175"/>
                <a:gd name="connsiteX46" fmla="*/ 107351 w 136744"/>
                <a:gd name="connsiteY46" fmla="*/ 100617 h 133175"/>
                <a:gd name="connsiteX47" fmla="*/ 93932 w 136744"/>
                <a:gd name="connsiteY47" fmla="*/ 103809 h 133175"/>
                <a:gd name="connsiteX48" fmla="*/ 86903 w 136744"/>
                <a:gd name="connsiteY48" fmla="*/ 115300 h 133175"/>
                <a:gd name="connsiteX49" fmla="*/ 84347 w 136744"/>
                <a:gd name="connsiteY49" fmla="*/ 121046 h 133175"/>
                <a:gd name="connsiteX50" fmla="*/ 79235 w 136744"/>
                <a:gd name="connsiteY50" fmla="*/ 117854 h 133175"/>
                <a:gd name="connsiteX51" fmla="*/ 67094 w 136744"/>
                <a:gd name="connsiteY51" fmla="*/ 112108 h 133175"/>
                <a:gd name="connsiteX52" fmla="*/ 67094 w 136744"/>
                <a:gd name="connsiteY52" fmla="*/ 112108 h 133175"/>
                <a:gd name="connsiteX53" fmla="*/ 54314 w 136744"/>
                <a:gd name="connsiteY53" fmla="*/ 117215 h 133175"/>
                <a:gd name="connsiteX54" fmla="*/ 49841 w 136744"/>
                <a:gd name="connsiteY54" fmla="*/ 119769 h 133175"/>
                <a:gd name="connsiteX55" fmla="*/ 47925 w 136744"/>
                <a:gd name="connsiteY55" fmla="*/ 114662 h 133175"/>
                <a:gd name="connsiteX56" fmla="*/ 40896 w 136744"/>
                <a:gd name="connsiteY56" fmla="*/ 102532 h 133175"/>
                <a:gd name="connsiteX57" fmla="*/ 27477 w 136744"/>
                <a:gd name="connsiteY57" fmla="*/ 99340 h 133175"/>
                <a:gd name="connsiteX58" fmla="*/ 21726 w 136744"/>
                <a:gd name="connsiteY58" fmla="*/ 99340 h 133175"/>
                <a:gd name="connsiteX59" fmla="*/ 23004 w 136744"/>
                <a:gd name="connsiteY59" fmla="*/ 94233 h 133175"/>
                <a:gd name="connsiteX60" fmla="*/ 15975 w 136744"/>
                <a:gd name="connsiteY60" fmla="*/ 69974 h 133175"/>
                <a:gd name="connsiteX61" fmla="*/ 15336 w 136744"/>
                <a:gd name="connsiteY61" fmla="*/ 69335 h 133175"/>
                <a:gd name="connsiteX62" fmla="*/ 11502 w 136744"/>
                <a:gd name="connsiteY62" fmla="*/ 65505 h 133175"/>
                <a:gd name="connsiteX63" fmla="*/ 15975 w 136744"/>
                <a:gd name="connsiteY63" fmla="*/ 61674 h 133175"/>
                <a:gd name="connsiteX64" fmla="*/ 24921 w 136744"/>
                <a:gd name="connsiteY64" fmla="*/ 51460 h 133175"/>
                <a:gd name="connsiteX65" fmla="*/ 23643 w 136744"/>
                <a:gd name="connsiteY65" fmla="*/ 38054 h 133175"/>
                <a:gd name="connsiteX66" fmla="*/ 22365 w 136744"/>
                <a:gd name="connsiteY66" fmla="*/ 32308 h 133175"/>
                <a:gd name="connsiteX67" fmla="*/ 28116 w 136744"/>
                <a:gd name="connsiteY67" fmla="*/ 31670 h 133175"/>
                <a:gd name="connsiteX68" fmla="*/ 41535 w 136744"/>
                <a:gd name="connsiteY68" fmla="*/ 29116 h 133175"/>
                <a:gd name="connsiteX69" fmla="*/ 48563 w 136744"/>
                <a:gd name="connsiteY69" fmla="*/ 17625 h 133175"/>
                <a:gd name="connsiteX70" fmla="*/ 51119 w 136744"/>
                <a:gd name="connsiteY70" fmla="*/ 11879 h 133175"/>
                <a:gd name="connsiteX71" fmla="*/ 56231 w 136744"/>
                <a:gd name="connsiteY71" fmla="*/ 15071 h 133175"/>
                <a:gd name="connsiteX72" fmla="*/ 68372 w 136744"/>
                <a:gd name="connsiteY72" fmla="*/ 20817 h 133175"/>
                <a:gd name="connsiteX73" fmla="*/ 81152 w 136744"/>
                <a:gd name="connsiteY73" fmla="*/ 15710 h 133175"/>
                <a:gd name="connsiteX74" fmla="*/ 85625 w 136744"/>
                <a:gd name="connsiteY74" fmla="*/ 13156 h 133175"/>
                <a:gd name="connsiteX75" fmla="*/ 87542 w 136744"/>
                <a:gd name="connsiteY75" fmla="*/ 18263 h 133175"/>
                <a:gd name="connsiteX76" fmla="*/ 94571 w 136744"/>
                <a:gd name="connsiteY76" fmla="*/ 30393 h 133175"/>
                <a:gd name="connsiteX77" fmla="*/ 107990 w 136744"/>
                <a:gd name="connsiteY77" fmla="*/ 33585 h 133175"/>
                <a:gd name="connsiteX78" fmla="*/ 113741 w 136744"/>
                <a:gd name="connsiteY78" fmla="*/ 34223 h 133175"/>
                <a:gd name="connsiteX79" fmla="*/ 112463 w 136744"/>
                <a:gd name="connsiteY79" fmla="*/ 39331 h 133175"/>
                <a:gd name="connsiteX80" fmla="*/ 111185 w 136744"/>
                <a:gd name="connsiteY80" fmla="*/ 53375 h 133175"/>
                <a:gd name="connsiteX81" fmla="*/ 120131 w 136744"/>
                <a:gd name="connsiteY81" fmla="*/ 64228 h 133175"/>
                <a:gd name="connsiteX82" fmla="*/ 123965 w 136744"/>
                <a:gd name="connsiteY82" fmla="*/ 68058 h 133175"/>
                <a:gd name="connsiteX83" fmla="*/ 119492 w 136744"/>
                <a:gd name="connsiteY83" fmla="*/ 71250 h 133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36744" h="133175">
                  <a:moveTo>
                    <a:pt x="127160" y="54014"/>
                  </a:moveTo>
                  <a:cubicBezTo>
                    <a:pt x="125243" y="52737"/>
                    <a:pt x="123965" y="51460"/>
                    <a:pt x="122687" y="49545"/>
                  </a:cubicBezTo>
                  <a:cubicBezTo>
                    <a:pt x="122687" y="47630"/>
                    <a:pt x="123326" y="45076"/>
                    <a:pt x="123965" y="43161"/>
                  </a:cubicBezTo>
                  <a:cubicBezTo>
                    <a:pt x="126521" y="38054"/>
                    <a:pt x="126521" y="31670"/>
                    <a:pt x="123965" y="26563"/>
                  </a:cubicBezTo>
                  <a:cubicBezTo>
                    <a:pt x="120131" y="22094"/>
                    <a:pt x="113741" y="20179"/>
                    <a:pt x="107990" y="20817"/>
                  </a:cubicBezTo>
                  <a:cubicBezTo>
                    <a:pt x="106073" y="20817"/>
                    <a:pt x="104156" y="20817"/>
                    <a:pt x="102239" y="20179"/>
                  </a:cubicBezTo>
                  <a:cubicBezTo>
                    <a:pt x="100961" y="18263"/>
                    <a:pt x="100322" y="16348"/>
                    <a:pt x="99683" y="14433"/>
                  </a:cubicBezTo>
                  <a:cubicBezTo>
                    <a:pt x="97766" y="9326"/>
                    <a:pt x="95849" y="2942"/>
                    <a:pt x="90098" y="1027"/>
                  </a:cubicBezTo>
                  <a:cubicBezTo>
                    <a:pt x="84347" y="-250"/>
                    <a:pt x="78596" y="1665"/>
                    <a:pt x="74123" y="5496"/>
                  </a:cubicBezTo>
                  <a:cubicBezTo>
                    <a:pt x="72206" y="6772"/>
                    <a:pt x="70928" y="8049"/>
                    <a:pt x="69011" y="8688"/>
                  </a:cubicBezTo>
                  <a:cubicBezTo>
                    <a:pt x="67094" y="8049"/>
                    <a:pt x="65177" y="6772"/>
                    <a:pt x="63899" y="5496"/>
                  </a:cubicBezTo>
                  <a:cubicBezTo>
                    <a:pt x="59426" y="1027"/>
                    <a:pt x="53675" y="-888"/>
                    <a:pt x="47925" y="388"/>
                  </a:cubicBezTo>
                  <a:cubicBezTo>
                    <a:pt x="41535" y="2304"/>
                    <a:pt x="39617" y="8688"/>
                    <a:pt x="37701" y="13795"/>
                  </a:cubicBezTo>
                  <a:cubicBezTo>
                    <a:pt x="37062" y="15710"/>
                    <a:pt x="36423" y="17625"/>
                    <a:pt x="35145" y="19540"/>
                  </a:cubicBezTo>
                  <a:cubicBezTo>
                    <a:pt x="33228" y="20179"/>
                    <a:pt x="30672" y="20179"/>
                    <a:pt x="28755" y="20179"/>
                  </a:cubicBezTo>
                  <a:cubicBezTo>
                    <a:pt x="21087" y="17625"/>
                    <a:pt x="12780" y="22094"/>
                    <a:pt x="10863" y="30393"/>
                  </a:cubicBezTo>
                  <a:cubicBezTo>
                    <a:pt x="9585" y="34223"/>
                    <a:pt x="10224" y="38692"/>
                    <a:pt x="12780" y="42523"/>
                  </a:cubicBezTo>
                  <a:cubicBezTo>
                    <a:pt x="13419" y="44438"/>
                    <a:pt x="14058" y="46353"/>
                    <a:pt x="14058" y="48268"/>
                  </a:cubicBezTo>
                  <a:cubicBezTo>
                    <a:pt x="12780" y="49545"/>
                    <a:pt x="10863" y="51460"/>
                    <a:pt x="9585" y="52099"/>
                  </a:cubicBezTo>
                  <a:cubicBezTo>
                    <a:pt x="5112" y="55290"/>
                    <a:pt x="0" y="59121"/>
                    <a:pt x="0" y="65505"/>
                  </a:cubicBezTo>
                  <a:cubicBezTo>
                    <a:pt x="0" y="71889"/>
                    <a:pt x="5112" y="75719"/>
                    <a:pt x="9585" y="78911"/>
                  </a:cubicBezTo>
                  <a:cubicBezTo>
                    <a:pt x="11502" y="80188"/>
                    <a:pt x="12780" y="81465"/>
                    <a:pt x="14058" y="83380"/>
                  </a:cubicBezTo>
                  <a:cubicBezTo>
                    <a:pt x="14058" y="85295"/>
                    <a:pt x="13419" y="87849"/>
                    <a:pt x="12780" y="89764"/>
                  </a:cubicBezTo>
                  <a:cubicBezTo>
                    <a:pt x="10224" y="94871"/>
                    <a:pt x="10224" y="101255"/>
                    <a:pt x="12780" y="106362"/>
                  </a:cubicBezTo>
                  <a:cubicBezTo>
                    <a:pt x="16614" y="110831"/>
                    <a:pt x="23004" y="112746"/>
                    <a:pt x="28755" y="112108"/>
                  </a:cubicBezTo>
                  <a:cubicBezTo>
                    <a:pt x="30672" y="112108"/>
                    <a:pt x="32589" y="112108"/>
                    <a:pt x="34506" y="112746"/>
                  </a:cubicBezTo>
                  <a:cubicBezTo>
                    <a:pt x="35783" y="114662"/>
                    <a:pt x="36423" y="116577"/>
                    <a:pt x="37062" y="118492"/>
                  </a:cubicBezTo>
                  <a:cubicBezTo>
                    <a:pt x="38978" y="123599"/>
                    <a:pt x="40896" y="129983"/>
                    <a:pt x="46646" y="131898"/>
                  </a:cubicBezTo>
                  <a:cubicBezTo>
                    <a:pt x="52397" y="133175"/>
                    <a:pt x="58148" y="131260"/>
                    <a:pt x="62621" y="127430"/>
                  </a:cubicBezTo>
                  <a:cubicBezTo>
                    <a:pt x="64538" y="126153"/>
                    <a:pt x="65816" y="124876"/>
                    <a:pt x="67733" y="124238"/>
                  </a:cubicBezTo>
                  <a:cubicBezTo>
                    <a:pt x="69650" y="124876"/>
                    <a:pt x="71567" y="126153"/>
                    <a:pt x="72845" y="127430"/>
                  </a:cubicBezTo>
                  <a:cubicBezTo>
                    <a:pt x="76679" y="130622"/>
                    <a:pt x="81152" y="132537"/>
                    <a:pt x="85625" y="133175"/>
                  </a:cubicBezTo>
                  <a:cubicBezTo>
                    <a:pt x="86903" y="133175"/>
                    <a:pt x="88181" y="133175"/>
                    <a:pt x="89459" y="132537"/>
                  </a:cubicBezTo>
                  <a:cubicBezTo>
                    <a:pt x="95849" y="130622"/>
                    <a:pt x="97766" y="124238"/>
                    <a:pt x="99683" y="119130"/>
                  </a:cubicBezTo>
                  <a:cubicBezTo>
                    <a:pt x="100322" y="117215"/>
                    <a:pt x="100961" y="115300"/>
                    <a:pt x="102239" y="114023"/>
                  </a:cubicBezTo>
                  <a:cubicBezTo>
                    <a:pt x="104156" y="113385"/>
                    <a:pt x="106712" y="113385"/>
                    <a:pt x="108629" y="113385"/>
                  </a:cubicBezTo>
                  <a:cubicBezTo>
                    <a:pt x="116297" y="115938"/>
                    <a:pt x="124604" y="111470"/>
                    <a:pt x="126521" y="103170"/>
                  </a:cubicBezTo>
                  <a:cubicBezTo>
                    <a:pt x="127799" y="99340"/>
                    <a:pt x="127160" y="94871"/>
                    <a:pt x="124604" y="91041"/>
                  </a:cubicBezTo>
                  <a:cubicBezTo>
                    <a:pt x="123965" y="89126"/>
                    <a:pt x="123326" y="87210"/>
                    <a:pt x="123326" y="85295"/>
                  </a:cubicBezTo>
                  <a:cubicBezTo>
                    <a:pt x="124604" y="84018"/>
                    <a:pt x="125882" y="82742"/>
                    <a:pt x="127160" y="81465"/>
                  </a:cubicBezTo>
                  <a:cubicBezTo>
                    <a:pt x="131633" y="78273"/>
                    <a:pt x="136745" y="74442"/>
                    <a:pt x="136745" y="68058"/>
                  </a:cubicBezTo>
                  <a:cubicBezTo>
                    <a:pt x="136745" y="61674"/>
                    <a:pt x="131633" y="57206"/>
                    <a:pt x="127160" y="54014"/>
                  </a:cubicBezTo>
                  <a:close/>
                  <a:moveTo>
                    <a:pt x="119492" y="71250"/>
                  </a:moveTo>
                  <a:cubicBezTo>
                    <a:pt x="115658" y="73804"/>
                    <a:pt x="112463" y="76996"/>
                    <a:pt x="110546" y="81465"/>
                  </a:cubicBezTo>
                  <a:cubicBezTo>
                    <a:pt x="109268" y="85934"/>
                    <a:pt x="109907" y="91041"/>
                    <a:pt x="111824" y="94871"/>
                  </a:cubicBezTo>
                  <a:cubicBezTo>
                    <a:pt x="112463" y="96786"/>
                    <a:pt x="112463" y="98702"/>
                    <a:pt x="113102" y="99978"/>
                  </a:cubicBezTo>
                  <a:cubicBezTo>
                    <a:pt x="111185" y="99978"/>
                    <a:pt x="109268" y="100617"/>
                    <a:pt x="107351" y="100617"/>
                  </a:cubicBezTo>
                  <a:cubicBezTo>
                    <a:pt x="102878" y="99978"/>
                    <a:pt x="97766" y="101255"/>
                    <a:pt x="93932" y="103809"/>
                  </a:cubicBezTo>
                  <a:cubicBezTo>
                    <a:pt x="90737" y="107001"/>
                    <a:pt x="88181" y="110831"/>
                    <a:pt x="86903" y="115300"/>
                  </a:cubicBezTo>
                  <a:cubicBezTo>
                    <a:pt x="86264" y="117215"/>
                    <a:pt x="85625" y="119130"/>
                    <a:pt x="84347" y="121046"/>
                  </a:cubicBezTo>
                  <a:cubicBezTo>
                    <a:pt x="82430" y="120407"/>
                    <a:pt x="81152" y="119130"/>
                    <a:pt x="79235" y="117854"/>
                  </a:cubicBezTo>
                  <a:cubicBezTo>
                    <a:pt x="76040" y="114662"/>
                    <a:pt x="71567" y="112746"/>
                    <a:pt x="67094" y="112108"/>
                  </a:cubicBezTo>
                  <a:lnTo>
                    <a:pt x="67094" y="112108"/>
                  </a:lnTo>
                  <a:cubicBezTo>
                    <a:pt x="62621" y="112746"/>
                    <a:pt x="58148" y="114662"/>
                    <a:pt x="54314" y="117215"/>
                  </a:cubicBezTo>
                  <a:cubicBezTo>
                    <a:pt x="53036" y="118492"/>
                    <a:pt x="51119" y="119130"/>
                    <a:pt x="49841" y="119769"/>
                  </a:cubicBezTo>
                  <a:cubicBezTo>
                    <a:pt x="49202" y="117854"/>
                    <a:pt x="48563" y="116577"/>
                    <a:pt x="47925" y="114662"/>
                  </a:cubicBezTo>
                  <a:cubicBezTo>
                    <a:pt x="46646" y="110193"/>
                    <a:pt x="44730" y="105724"/>
                    <a:pt x="40896" y="102532"/>
                  </a:cubicBezTo>
                  <a:cubicBezTo>
                    <a:pt x="37062" y="99978"/>
                    <a:pt x="32589" y="99340"/>
                    <a:pt x="27477" y="99340"/>
                  </a:cubicBezTo>
                  <a:cubicBezTo>
                    <a:pt x="25560" y="99340"/>
                    <a:pt x="23004" y="99340"/>
                    <a:pt x="21726" y="99340"/>
                  </a:cubicBezTo>
                  <a:cubicBezTo>
                    <a:pt x="22365" y="97425"/>
                    <a:pt x="22365" y="95510"/>
                    <a:pt x="23004" y="94233"/>
                  </a:cubicBezTo>
                  <a:cubicBezTo>
                    <a:pt x="27477" y="85934"/>
                    <a:pt x="24921" y="75081"/>
                    <a:pt x="15975" y="69974"/>
                  </a:cubicBezTo>
                  <a:cubicBezTo>
                    <a:pt x="15975" y="69974"/>
                    <a:pt x="15336" y="69974"/>
                    <a:pt x="15336" y="69335"/>
                  </a:cubicBezTo>
                  <a:cubicBezTo>
                    <a:pt x="14058" y="68058"/>
                    <a:pt x="12780" y="66782"/>
                    <a:pt x="11502" y="65505"/>
                  </a:cubicBezTo>
                  <a:cubicBezTo>
                    <a:pt x="12780" y="64228"/>
                    <a:pt x="14058" y="62951"/>
                    <a:pt x="15975" y="61674"/>
                  </a:cubicBezTo>
                  <a:cubicBezTo>
                    <a:pt x="19809" y="59121"/>
                    <a:pt x="23004" y="55929"/>
                    <a:pt x="24921" y="51460"/>
                  </a:cubicBezTo>
                  <a:cubicBezTo>
                    <a:pt x="26199" y="46991"/>
                    <a:pt x="25560" y="41884"/>
                    <a:pt x="23643" y="38054"/>
                  </a:cubicBezTo>
                  <a:cubicBezTo>
                    <a:pt x="23004" y="36139"/>
                    <a:pt x="22365" y="34223"/>
                    <a:pt x="22365" y="32308"/>
                  </a:cubicBezTo>
                  <a:cubicBezTo>
                    <a:pt x="24282" y="32308"/>
                    <a:pt x="26199" y="32308"/>
                    <a:pt x="28116" y="31670"/>
                  </a:cubicBezTo>
                  <a:cubicBezTo>
                    <a:pt x="32589" y="32308"/>
                    <a:pt x="37701" y="31031"/>
                    <a:pt x="41535" y="29116"/>
                  </a:cubicBezTo>
                  <a:cubicBezTo>
                    <a:pt x="44730" y="25924"/>
                    <a:pt x="47285" y="22094"/>
                    <a:pt x="48563" y="17625"/>
                  </a:cubicBezTo>
                  <a:cubicBezTo>
                    <a:pt x="49202" y="15710"/>
                    <a:pt x="49841" y="13795"/>
                    <a:pt x="51119" y="11879"/>
                  </a:cubicBezTo>
                  <a:cubicBezTo>
                    <a:pt x="53036" y="12518"/>
                    <a:pt x="54314" y="13795"/>
                    <a:pt x="56231" y="15071"/>
                  </a:cubicBezTo>
                  <a:cubicBezTo>
                    <a:pt x="59426" y="18263"/>
                    <a:pt x="63899" y="20179"/>
                    <a:pt x="68372" y="20817"/>
                  </a:cubicBezTo>
                  <a:cubicBezTo>
                    <a:pt x="72845" y="20179"/>
                    <a:pt x="77318" y="18263"/>
                    <a:pt x="81152" y="15710"/>
                  </a:cubicBezTo>
                  <a:cubicBezTo>
                    <a:pt x="82430" y="14433"/>
                    <a:pt x="84347" y="13795"/>
                    <a:pt x="85625" y="13156"/>
                  </a:cubicBezTo>
                  <a:cubicBezTo>
                    <a:pt x="86264" y="15071"/>
                    <a:pt x="86903" y="16348"/>
                    <a:pt x="87542" y="18263"/>
                  </a:cubicBezTo>
                  <a:cubicBezTo>
                    <a:pt x="88820" y="22732"/>
                    <a:pt x="90737" y="27201"/>
                    <a:pt x="94571" y="30393"/>
                  </a:cubicBezTo>
                  <a:cubicBezTo>
                    <a:pt x="98405" y="32947"/>
                    <a:pt x="102878" y="33585"/>
                    <a:pt x="107990" y="33585"/>
                  </a:cubicBezTo>
                  <a:cubicBezTo>
                    <a:pt x="109907" y="33585"/>
                    <a:pt x="112463" y="33585"/>
                    <a:pt x="113741" y="34223"/>
                  </a:cubicBezTo>
                  <a:cubicBezTo>
                    <a:pt x="113102" y="36139"/>
                    <a:pt x="113102" y="38054"/>
                    <a:pt x="112463" y="39331"/>
                  </a:cubicBezTo>
                  <a:cubicBezTo>
                    <a:pt x="110546" y="43799"/>
                    <a:pt x="109907" y="48268"/>
                    <a:pt x="111185" y="53375"/>
                  </a:cubicBezTo>
                  <a:cubicBezTo>
                    <a:pt x="113102" y="57844"/>
                    <a:pt x="116297" y="61674"/>
                    <a:pt x="120131" y="64228"/>
                  </a:cubicBezTo>
                  <a:cubicBezTo>
                    <a:pt x="121409" y="65505"/>
                    <a:pt x="123326" y="66782"/>
                    <a:pt x="123965" y="68058"/>
                  </a:cubicBezTo>
                  <a:cubicBezTo>
                    <a:pt x="122048" y="68697"/>
                    <a:pt x="120770" y="69974"/>
                    <a:pt x="119492" y="71250"/>
                  </a:cubicBezTo>
                  <a:close/>
                </a:path>
              </a:pathLst>
            </a:custGeom>
            <a:solidFill>
              <a:srgbClr val="046A38"/>
            </a:solidFill>
            <a:ln w="6390" cap="flat">
              <a:noFill/>
              <a:prstDash val="solid"/>
              <a:miter/>
            </a:ln>
          </p:spPr>
          <p:txBody>
            <a:bodyPr rtlCol="0" anchor="ctr"/>
            <a:lstStyle/>
            <a:p>
              <a:endParaRPr lang="en-US"/>
            </a:p>
          </p:txBody>
        </p:sp>
        <p:sp>
          <p:nvSpPr>
            <p:cNvPr id="384" name="Graphic 4">
              <a:extLst>
                <a:ext uri="{FF2B5EF4-FFF2-40B4-BE49-F238E27FC236}">
                  <a16:creationId xmlns:a16="http://schemas.microsoft.com/office/drawing/2014/main" id="{99B29F02-14E5-4149-9D6E-CC443DC6AB4D}"/>
                </a:ext>
              </a:extLst>
            </p:cNvPr>
            <p:cNvSpPr/>
            <p:nvPr/>
          </p:nvSpPr>
          <p:spPr>
            <a:xfrm>
              <a:off x="2662886" y="1611148"/>
              <a:ext cx="50682" cy="50765"/>
            </a:xfrm>
            <a:custGeom>
              <a:avLst/>
              <a:gdLst>
                <a:gd name="connsiteX0" fmla="*/ 37501 w 50682"/>
                <a:gd name="connsiteY0" fmla="*/ 2885 h 50765"/>
                <a:gd name="connsiteX1" fmla="*/ 2995 w 50682"/>
                <a:gd name="connsiteY1" fmla="*/ 13738 h 50765"/>
                <a:gd name="connsiteX2" fmla="*/ 1078 w 50682"/>
                <a:gd name="connsiteY2" fmla="*/ 32890 h 50765"/>
                <a:gd name="connsiteX3" fmla="*/ 25360 w 50682"/>
                <a:gd name="connsiteY3" fmla="*/ 50765 h 50765"/>
                <a:gd name="connsiteX4" fmla="*/ 33028 w 50682"/>
                <a:gd name="connsiteY4" fmla="*/ 49488 h 50765"/>
                <a:gd name="connsiteX5" fmla="*/ 49642 w 50682"/>
                <a:gd name="connsiteY5" fmla="*/ 17568 h 50765"/>
                <a:gd name="connsiteX6" fmla="*/ 37501 w 50682"/>
                <a:gd name="connsiteY6" fmla="*/ 2885 h 50765"/>
                <a:gd name="connsiteX7" fmla="*/ 37501 w 50682"/>
                <a:gd name="connsiteY7" fmla="*/ 2885 h 50765"/>
                <a:gd name="connsiteX8" fmla="*/ 29194 w 50682"/>
                <a:gd name="connsiteY8" fmla="*/ 37359 h 50765"/>
                <a:gd name="connsiteX9" fmla="*/ 13219 w 50682"/>
                <a:gd name="connsiteY9" fmla="*/ 29059 h 50765"/>
                <a:gd name="connsiteX10" fmla="*/ 22165 w 50682"/>
                <a:gd name="connsiteY10" fmla="*/ 13099 h 50765"/>
                <a:gd name="connsiteX11" fmla="*/ 25360 w 50682"/>
                <a:gd name="connsiteY11" fmla="*/ 12461 h 50765"/>
                <a:gd name="connsiteX12" fmla="*/ 37501 w 50682"/>
                <a:gd name="connsiteY12" fmla="*/ 21399 h 50765"/>
                <a:gd name="connsiteX13" fmla="*/ 29194 w 50682"/>
                <a:gd name="connsiteY13" fmla="*/ 37359 h 50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682" h="50765">
                  <a:moveTo>
                    <a:pt x="37501" y="2885"/>
                  </a:moveTo>
                  <a:cubicBezTo>
                    <a:pt x="25360" y="-3499"/>
                    <a:pt x="10024" y="970"/>
                    <a:pt x="2995" y="13738"/>
                  </a:cubicBezTo>
                  <a:cubicBezTo>
                    <a:pt x="-200" y="19483"/>
                    <a:pt x="-839" y="26506"/>
                    <a:pt x="1078" y="32890"/>
                  </a:cubicBezTo>
                  <a:cubicBezTo>
                    <a:pt x="4273" y="43743"/>
                    <a:pt x="14497" y="50765"/>
                    <a:pt x="25360" y="50765"/>
                  </a:cubicBezTo>
                  <a:cubicBezTo>
                    <a:pt x="27916" y="50765"/>
                    <a:pt x="30472" y="50127"/>
                    <a:pt x="33028" y="49488"/>
                  </a:cubicBezTo>
                  <a:cubicBezTo>
                    <a:pt x="46447" y="45019"/>
                    <a:pt x="53476" y="30975"/>
                    <a:pt x="49642" y="17568"/>
                  </a:cubicBezTo>
                  <a:cubicBezTo>
                    <a:pt x="47725" y="10546"/>
                    <a:pt x="43252" y="5439"/>
                    <a:pt x="37501" y="2885"/>
                  </a:cubicBezTo>
                  <a:lnTo>
                    <a:pt x="37501" y="2885"/>
                  </a:lnTo>
                  <a:close/>
                  <a:moveTo>
                    <a:pt x="29194" y="37359"/>
                  </a:moveTo>
                  <a:cubicBezTo>
                    <a:pt x="22804" y="39274"/>
                    <a:pt x="15775" y="35443"/>
                    <a:pt x="13219" y="29059"/>
                  </a:cubicBezTo>
                  <a:cubicBezTo>
                    <a:pt x="11302" y="22037"/>
                    <a:pt x="15136" y="15015"/>
                    <a:pt x="22165" y="13099"/>
                  </a:cubicBezTo>
                  <a:cubicBezTo>
                    <a:pt x="23443" y="12461"/>
                    <a:pt x="24721" y="12461"/>
                    <a:pt x="25360" y="12461"/>
                  </a:cubicBezTo>
                  <a:cubicBezTo>
                    <a:pt x="31111" y="12461"/>
                    <a:pt x="35584" y="16291"/>
                    <a:pt x="37501" y="21399"/>
                  </a:cubicBezTo>
                  <a:cubicBezTo>
                    <a:pt x="39418" y="27783"/>
                    <a:pt x="36223" y="34805"/>
                    <a:pt x="29194" y="37359"/>
                  </a:cubicBezTo>
                  <a:close/>
                </a:path>
              </a:pathLst>
            </a:custGeom>
            <a:solidFill>
              <a:srgbClr val="046A38"/>
            </a:solidFill>
            <a:ln w="6390" cap="flat">
              <a:noFill/>
              <a:prstDash val="solid"/>
              <a:miter/>
            </a:ln>
          </p:spPr>
          <p:txBody>
            <a:bodyPr rtlCol="0" anchor="ctr"/>
            <a:lstStyle/>
            <a:p>
              <a:endParaRPr lang="en-US"/>
            </a:p>
          </p:txBody>
        </p:sp>
        <p:sp>
          <p:nvSpPr>
            <p:cNvPr id="385" name="Graphic 4">
              <a:extLst>
                <a:ext uri="{FF2B5EF4-FFF2-40B4-BE49-F238E27FC236}">
                  <a16:creationId xmlns:a16="http://schemas.microsoft.com/office/drawing/2014/main" id="{F78A0871-91D5-F242-8D0D-C80047A61AEF}"/>
                </a:ext>
              </a:extLst>
            </p:cNvPr>
            <p:cNvSpPr/>
            <p:nvPr/>
          </p:nvSpPr>
          <p:spPr>
            <a:xfrm>
              <a:off x="2725947" y="1463621"/>
              <a:ext cx="138022" cy="133175"/>
            </a:xfrm>
            <a:custGeom>
              <a:avLst/>
              <a:gdLst>
                <a:gd name="connsiteX0" fmla="*/ 128438 w 138022"/>
                <a:gd name="connsiteY0" fmla="*/ 54014 h 133175"/>
                <a:gd name="connsiteX1" fmla="*/ 123326 w 138022"/>
                <a:gd name="connsiteY1" fmla="*/ 49545 h 133175"/>
                <a:gd name="connsiteX2" fmla="*/ 124604 w 138022"/>
                <a:gd name="connsiteY2" fmla="*/ 43161 h 133175"/>
                <a:gd name="connsiteX3" fmla="*/ 120770 w 138022"/>
                <a:gd name="connsiteY3" fmla="*/ 22732 h 133175"/>
                <a:gd name="connsiteX4" fmla="*/ 108629 w 138022"/>
                <a:gd name="connsiteY4" fmla="*/ 20817 h 133175"/>
                <a:gd name="connsiteX5" fmla="*/ 102878 w 138022"/>
                <a:gd name="connsiteY5" fmla="*/ 20179 h 133175"/>
                <a:gd name="connsiteX6" fmla="*/ 100322 w 138022"/>
                <a:gd name="connsiteY6" fmla="*/ 14433 h 133175"/>
                <a:gd name="connsiteX7" fmla="*/ 90737 w 138022"/>
                <a:gd name="connsiteY7" fmla="*/ 1027 h 133175"/>
                <a:gd name="connsiteX8" fmla="*/ 74762 w 138022"/>
                <a:gd name="connsiteY8" fmla="*/ 5495 h 133175"/>
                <a:gd name="connsiteX9" fmla="*/ 66455 w 138022"/>
                <a:gd name="connsiteY9" fmla="*/ 8049 h 133175"/>
                <a:gd name="connsiteX10" fmla="*/ 63899 w 138022"/>
                <a:gd name="connsiteY10" fmla="*/ 5495 h 133175"/>
                <a:gd name="connsiteX11" fmla="*/ 47925 w 138022"/>
                <a:gd name="connsiteY11" fmla="*/ 388 h 133175"/>
                <a:gd name="connsiteX12" fmla="*/ 37701 w 138022"/>
                <a:gd name="connsiteY12" fmla="*/ 13795 h 133175"/>
                <a:gd name="connsiteX13" fmla="*/ 35145 w 138022"/>
                <a:gd name="connsiteY13" fmla="*/ 19540 h 133175"/>
                <a:gd name="connsiteX14" fmla="*/ 28755 w 138022"/>
                <a:gd name="connsiteY14" fmla="*/ 20179 h 133175"/>
                <a:gd name="connsiteX15" fmla="*/ 10863 w 138022"/>
                <a:gd name="connsiteY15" fmla="*/ 30393 h 133175"/>
                <a:gd name="connsiteX16" fmla="*/ 12780 w 138022"/>
                <a:gd name="connsiteY16" fmla="*/ 42523 h 133175"/>
                <a:gd name="connsiteX17" fmla="*/ 14058 w 138022"/>
                <a:gd name="connsiteY17" fmla="*/ 48268 h 133175"/>
                <a:gd name="connsiteX18" fmla="*/ 9585 w 138022"/>
                <a:gd name="connsiteY18" fmla="*/ 52099 h 133175"/>
                <a:gd name="connsiteX19" fmla="*/ 0 w 138022"/>
                <a:gd name="connsiteY19" fmla="*/ 65505 h 133175"/>
                <a:gd name="connsiteX20" fmla="*/ 9585 w 138022"/>
                <a:gd name="connsiteY20" fmla="*/ 78911 h 133175"/>
                <a:gd name="connsiteX21" fmla="*/ 14697 w 138022"/>
                <a:gd name="connsiteY21" fmla="*/ 83380 h 133175"/>
                <a:gd name="connsiteX22" fmla="*/ 13419 w 138022"/>
                <a:gd name="connsiteY22" fmla="*/ 89764 h 133175"/>
                <a:gd name="connsiteX23" fmla="*/ 17253 w 138022"/>
                <a:gd name="connsiteY23" fmla="*/ 110193 h 133175"/>
                <a:gd name="connsiteX24" fmla="*/ 29394 w 138022"/>
                <a:gd name="connsiteY24" fmla="*/ 112108 h 133175"/>
                <a:gd name="connsiteX25" fmla="*/ 35145 w 138022"/>
                <a:gd name="connsiteY25" fmla="*/ 112746 h 133175"/>
                <a:gd name="connsiteX26" fmla="*/ 37701 w 138022"/>
                <a:gd name="connsiteY26" fmla="*/ 118492 h 133175"/>
                <a:gd name="connsiteX27" fmla="*/ 47285 w 138022"/>
                <a:gd name="connsiteY27" fmla="*/ 131898 h 133175"/>
                <a:gd name="connsiteX28" fmla="*/ 63260 w 138022"/>
                <a:gd name="connsiteY28" fmla="*/ 127430 h 133175"/>
                <a:gd name="connsiteX29" fmla="*/ 68372 w 138022"/>
                <a:gd name="connsiteY29" fmla="*/ 124238 h 133175"/>
                <a:gd name="connsiteX30" fmla="*/ 73484 w 138022"/>
                <a:gd name="connsiteY30" fmla="*/ 127430 h 133175"/>
                <a:gd name="connsiteX31" fmla="*/ 86264 w 138022"/>
                <a:gd name="connsiteY31" fmla="*/ 133175 h 133175"/>
                <a:gd name="connsiteX32" fmla="*/ 89459 w 138022"/>
                <a:gd name="connsiteY32" fmla="*/ 132537 h 133175"/>
                <a:gd name="connsiteX33" fmla="*/ 99683 w 138022"/>
                <a:gd name="connsiteY33" fmla="*/ 119130 h 133175"/>
                <a:gd name="connsiteX34" fmla="*/ 102239 w 138022"/>
                <a:gd name="connsiteY34" fmla="*/ 114023 h 133175"/>
                <a:gd name="connsiteX35" fmla="*/ 108629 w 138022"/>
                <a:gd name="connsiteY35" fmla="*/ 113385 h 133175"/>
                <a:gd name="connsiteX36" fmla="*/ 126521 w 138022"/>
                <a:gd name="connsiteY36" fmla="*/ 103170 h 133175"/>
                <a:gd name="connsiteX37" fmla="*/ 125243 w 138022"/>
                <a:gd name="connsiteY37" fmla="*/ 91679 h 133175"/>
                <a:gd name="connsiteX38" fmla="*/ 123965 w 138022"/>
                <a:gd name="connsiteY38" fmla="*/ 85934 h 133175"/>
                <a:gd name="connsiteX39" fmla="*/ 128438 w 138022"/>
                <a:gd name="connsiteY39" fmla="*/ 82103 h 133175"/>
                <a:gd name="connsiteX40" fmla="*/ 138023 w 138022"/>
                <a:gd name="connsiteY40" fmla="*/ 68697 h 133175"/>
                <a:gd name="connsiteX41" fmla="*/ 128438 w 138022"/>
                <a:gd name="connsiteY41" fmla="*/ 54014 h 133175"/>
                <a:gd name="connsiteX42" fmla="*/ 120131 w 138022"/>
                <a:gd name="connsiteY42" fmla="*/ 71251 h 133175"/>
                <a:gd name="connsiteX43" fmla="*/ 111824 w 138022"/>
                <a:gd name="connsiteY43" fmla="*/ 94233 h 133175"/>
                <a:gd name="connsiteX44" fmla="*/ 112463 w 138022"/>
                <a:gd name="connsiteY44" fmla="*/ 94871 h 133175"/>
                <a:gd name="connsiteX45" fmla="*/ 113741 w 138022"/>
                <a:gd name="connsiteY45" fmla="*/ 100617 h 133175"/>
                <a:gd name="connsiteX46" fmla="*/ 107990 w 138022"/>
                <a:gd name="connsiteY46" fmla="*/ 101255 h 133175"/>
                <a:gd name="connsiteX47" fmla="*/ 94571 w 138022"/>
                <a:gd name="connsiteY47" fmla="*/ 103809 h 133175"/>
                <a:gd name="connsiteX48" fmla="*/ 87542 w 138022"/>
                <a:gd name="connsiteY48" fmla="*/ 115300 h 133175"/>
                <a:gd name="connsiteX49" fmla="*/ 84986 w 138022"/>
                <a:gd name="connsiteY49" fmla="*/ 120407 h 133175"/>
                <a:gd name="connsiteX50" fmla="*/ 79874 w 138022"/>
                <a:gd name="connsiteY50" fmla="*/ 117215 h 133175"/>
                <a:gd name="connsiteX51" fmla="*/ 67733 w 138022"/>
                <a:gd name="connsiteY51" fmla="*/ 111470 h 133175"/>
                <a:gd name="connsiteX52" fmla="*/ 67733 w 138022"/>
                <a:gd name="connsiteY52" fmla="*/ 111470 h 133175"/>
                <a:gd name="connsiteX53" fmla="*/ 54954 w 138022"/>
                <a:gd name="connsiteY53" fmla="*/ 116577 h 133175"/>
                <a:gd name="connsiteX54" fmla="*/ 50480 w 138022"/>
                <a:gd name="connsiteY54" fmla="*/ 119130 h 133175"/>
                <a:gd name="connsiteX55" fmla="*/ 48564 w 138022"/>
                <a:gd name="connsiteY55" fmla="*/ 114023 h 133175"/>
                <a:gd name="connsiteX56" fmla="*/ 29394 w 138022"/>
                <a:gd name="connsiteY56" fmla="*/ 98702 h 133175"/>
                <a:gd name="connsiteX57" fmla="*/ 28116 w 138022"/>
                <a:gd name="connsiteY57" fmla="*/ 98702 h 133175"/>
                <a:gd name="connsiteX58" fmla="*/ 22365 w 138022"/>
                <a:gd name="connsiteY58" fmla="*/ 98702 h 133175"/>
                <a:gd name="connsiteX59" fmla="*/ 23643 w 138022"/>
                <a:gd name="connsiteY59" fmla="*/ 92956 h 133175"/>
                <a:gd name="connsiteX60" fmla="*/ 16614 w 138022"/>
                <a:gd name="connsiteY60" fmla="*/ 68697 h 133175"/>
                <a:gd name="connsiteX61" fmla="*/ 15975 w 138022"/>
                <a:gd name="connsiteY61" fmla="*/ 68059 h 133175"/>
                <a:gd name="connsiteX62" fmla="*/ 12141 w 138022"/>
                <a:gd name="connsiteY62" fmla="*/ 64228 h 133175"/>
                <a:gd name="connsiteX63" fmla="*/ 16614 w 138022"/>
                <a:gd name="connsiteY63" fmla="*/ 60398 h 133175"/>
                <a:gd name="connsiteX64" fmla="*/ 25560 w 138022"/>
                <a:gd name="connsiteY64" fmla="*/ 50183 h 133175"/>
                <a:gd name="connsiteX65" fmla="*/ 24282 w 138022"/>
                <a:gd name="connsiteY65" fmla="*/ 36777 h 133175"/>
                <a:gd name="connsiteX66" fmla="*/ 23004 w 138022"/>
                <a:gd name="connsiteY66" fmla="*/ 31031 h 133175"/>
                <a:gd name="connsiteX67" fmla="*/ 28755 w 138022"/>
                <a:gd name="connsiteY67" fmla="*/ 31031 h 133175"/>
                <a:gd name="connsiteX68" fmla="*/ 42174 w 138022"/>
                <a:gd name="connsiteY68" fmla="*/ 28478 h 133175"/>
                <a:gd name="connsiteX69" fmla="*/ 49202 w 138022"/>
                <a:gd name="connsiteY69" fmla="*/ 16987 h 133175"/>
                <a:gd name="connsiteX70" fmla="*/ 51759 w 138022"/>
                <a:gd name="connsiteY70" fmla="*/ 11879 h 133175"/>
                <a:gd name="connsiteX71" fmla="*/ 56870 w 138022"/>
                <a:gd name="connsiteY71" fmla="*/ 15071 h 133175"/>
                <a:gd name="connsiteX72" fmla="*/ 69011 w 138022"/>
                <a:gd name="connsiteY72" fmla="*/ 20817 h 133175"/>
                <a:gd name="connsiteX73" fmla="*/ 81791 w 138022"/>
                <a:gd name="connsiteY73" fmla="*/ 15710 h 133175"/>
                <a:gd name="connsiteX74" fmla="*/ 86264 w 138022"/>
                <a:gd name="connsiteY74" fmla="*/ 13156 h 133175"/>
                <a:gd name="connsiteX75" fmla="*/ 88181 w 138022"/>
                <a:gd name="connsiteY75" fmla="*/ 18263 h 133175"/>
                <a:gd name="connsiteX76" fmla="*/ 107351 w 138022"/>
                <a:gd name="connsiteY76" fmla="*/ 33585 h 133175"/>
                <a:gd name="connsiteX77" fmla="*/ 107990 w 138022"/>
                <a:gd name="connsiteY77" fmla="*/ 33585 h 133175"/>
                <a:gd name="connsiteX78" fmla="*/ 113741 w 138022"/>
                <a:gd name="connsiteY78" fmla="*/ 33585 h 133175"/>
                <a:gd name="connsiteX79" fmla="*/ 112463 w 138022"/>
                <a:gd name="connsiteY79" fmla="*/ 38692 h 133175"/>
                <a:gd name="connsiteX80" fmla="*/ 119492 w 138022"/>
                <a:gd name="connsiteY80" fmla="*/ 62951 h 133175"/>
                <a:gd name="connsiteX81" fmla="*/ 120131 w 138022"/>
                <a:gd name="connsiteY81" fmla="*/ 63590 h 133175"/>
                <a:gd name="connsiteX82" fmla="*/ 123965 w 138022"/>
                <a:gd name="connsiteY82" fmla="*/ 67420 h 133175"/>
                <a:gd name="connsiteX83" fmla="*/ 120131 w 138022"/>
                <a:gd name="connsiteY83" fmla="*/ 71251 h 133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38022" h="133175">
                  <a:moveTo>
                    <a:pt x="128438" y="54014"/>
                  </a:moveTo>
                  <a:cubicBezTo>
                    <a:pt x="126521" y="52737"/>
                    <a:pt x="125243" y="51460"/>
                    <a:pt x="123326" y="49545"/>
                  </a:cubicBezTo>
                  <a:cubicBezTo>
                    <a:pt x="123326" y="47630"/>
                    <a:pt x="123965" y="45076"/>
                    <a:pt x="124604" y="43161"/>
                  </a:cubicBezTo>
                  <a:cubicBezTo>
                    <a:pt x="129077" y="36777"/>
                    <a:pt x="127160" y="27201"/>
                    <a:pt x="120770" y="22732"/>
                  </a:cubicBezTo>
                  <a:cubicBezTo>
                    <a:pt x="116936" y="20179"/>
                    <a:pt x="112463" y="19540"/>
                    <a:pt x="108629" y="20817"/>
                  </a:cubicBezTo>
                  <a:cubicBezTo>
                    <a:pt x="106712" y="20817"/>
                    <a:pt x="104795" y="20817"/>
                    <a:pt x="102878" y="20179"/>
                  </a:cubicBezTo>
                  <a:cubicBezTo>
                    <a:pt x="101600" y="18263"/>
                    <a:pt x="100961" y="16348"/>
                    <a:pt x="100322" y="14433"/>
                  </a:cubicBezTo>
                  <a:cubicBezTo>
                    <a:pt x="98405" y="9326"/>
                    <a:pt x="96488" y="2942"/>
                    <a:pt x="90737" y="1027"/>
                  </a:cubicBezTo>
                  <a:cubicBezTo>
                    <a:pt x="84986" y="-250"/>
                    <a:pt x="79235" y="1665"/>
                    <a:pt x="74762" y="5495"/>
                  </a:cubicBezTo>
                  <a:cubicBezTo>
                    <a:pt x="73484" y="8687"/>
                    <a:pt x="69650" y="9326"/>
                    <a:pt x="66455" y="8049"/>
                  </a:cubicBezTo>
                  <a:cubicBezTo>
                    <a:pt x="65177" y="7411"/>
                    <a:pt x="64538" y="6772"/>
                    <a:pt x="63899" y="5495"/>
                  </a:cubicBezTo>
                  <a:cubicBezTo>
                    <a:pt x="59426" y="1027"/>
                    <a:pt x="53675" y="-888"/>
                    <a:pt x="47925" y="388"/>
                  </a:cubicBezTo>
                  <a:cubicBezTo>
                    <a:pt x="41535" y="2304"/>
                    <a:pt x="38979" y="8687"/>
                    <a:pt x="37701" y="13795"/>
                  </a:cubicBezTo>
                  <a:cubicBezTo>
                    <a:pt x="37062" y="15710"/>
                    <a:pt x="36423" y="17625"/>
                    <a:pt x="35145" y="19540"/>
                  </a:cubicBezTo>
                  <a:cubicBezTo>
                    <a:pt x="33228" y="20179"/>
                    <a:pt x="30672" y="20179"/>
                    <a:pt x="28755" y="20179"/>
                  </a:cubicBezTo>
                  <a:cubicBezTo>
                    <a:pt x="21087" y="17625"/>
                    <a:pt x="12780" y="22732"/>
                    <a:pt x="10863" y="30393"/>
                  </a:cubicBezTo>
                  <a:cubicBezTo>
                    <a:pt x="9585" y="34223"/>
                    <a:pt x="10224" y="38692"/>
                    <a:pt x="12780" y="42523"/>
                  </a:cubicBezTo>
                  <a:cubicBezTo>
                    <a:pt x="13419" y="44438"/>
                    <a:pt x="14058" y="46353"/>
                    <a:pt x="14058" y="48268"/>
                  </a:cubicBezTo>
                  <a:cubicBezTo>
                    <a:pt x="12780" y="49545"/>
                    <a:pt x="10863" y="50822"/>
                    <a:pt x="9585" y="52099"/>
                  </a:cubicBezTo>
                  <a:cubicBezTo>
                    <a:pt x="5112" y="55291"/>
                    <a:pt x="0" y="59121"/>
                    <a:pt x="0" y="65505"/>
                  </a:cubicBezTo>
                  <a:cubicBezTo>
                    <a:pt x="0" y="71889"/>
                    <a:pt x="5112" y="75719"/>
                    <a:pt x="9585" y="78911"/>
                  </a:cubicBezTo>
                  <a:cubicBezTo>
                    <a:pt x="11502" y="80188"/>
                    <a:pt x="12780" y="81465"/>
                    <a:pt x="14697" y="83380"/>
                  </a:cubicBezTo>
                  <a:cubicBezTo>
                    <a:pt x="14697" y="85295"/>
                    <a:pt x="14058" y="87849"/>
                    <a:pt x="13419" y="89764"/>
                  </a:cubicBezTo>
                  <a:cubicBezTo>
                    <a:pt x="8946" y="96786"/>
                    <a:pt x="10863" y="105724"/>
                    <a:pt x="17253" y="110193"/>
                  </a:cubicBezTo>
                  <a:cubicBezTo>
                    <a:pt x="20448" y="112746"/>
                    <a:pt x="24921" y="113385"/>
                    <a:pt x="29394" y="112108"/>
                  </a:cubicBezTo>
                  <a:cubicBezTo>
                    <a:pt x="31311" y="112108"/>
                    <a:pt x="33228" y="112108"/>
                    <a:pt x="35145" y="112746"/>
                  </a:cubicBezTo>
                  <a:cubicBezTo>
                    <a:pt x="36423" y="114662"/>
                    <a:pt x="37062" y="116577"/>
                    <a:pt x="37701" y="118492"/>
                  </a:cubicBezTo>
                  <a:cubicBezTo>
                    <a:pt x="39617" y="123599"/>
                    <a:pt x="41535" y="129983"/>
                    <a:pt x="47285" y="131898"/>
                  </a:cubicBezTo>
                  <a:cubicBezTo>
                    <a:pt x="53036" y="133175"/>
                    <a:pt x="58787" y="131260"/>
                    <a:pt x="63260" y="127430"/>
                  </a:cubicBezTo>
                  <a:cubicBezTo>
                    <a:pt x="65177" y="126153"/>
                    <a:pt x="66455" y="124876"/>
                    <a:pt x="68372" y="124238"/>
                  </a:cubicBezTo>
                  <a:cubicBezTo>
                    <a:pt x="70289" y="124876"/>
                    <a:pt x="72206" y="126153"/>
                    <a:pt x="73484" y="127430"/>
                  </a:cubicBezTo>
                  <a:cubicBezTo>
                    <a:pt x="77318" y="130622"/>
                    <a:pt x="81791" y="132537"/>
                    <a:pt x="86264" y="133175"/>
                  </a:cubicBezTo>
                  <a:cubicBezTo>
                    <a:pt x="87542" y="133175"/>
                    <a:pt x="88820" y="133175"/>
                    <a:pt x="89459" y="132537"/>
                  </a:cubicBezTo>
                  <a:cubicBezTo>
                    <a:pt x="95849" y="130622"/>
                    <a:pt x="97766" y="124238"/>
                    <a:pt x="99683" y="119130"/>
                  </a:cubicBezTo>
                  <a:cubicBezTo>
                    <a:pt x="100322" y="117215"/>
                    <a:pt x="100961" y="115300"/>
                    <a:pt x="102239" y="114023"/>
                  </a:cubicBezTo>
                  <a:cubicBezTo>
                    <a:pt x="104156" y="113385"/>
                    <a:pt x="106712" y="113385"/>
                    <a:pt x="108629" y="113385"/>
                  </a:cubicBezTo>
                  <a:cubicBezTo>
                    <a:pt x="116297" y="115300"/>
                    <a:pt x="124604" y="110831"/>
                    <a:pt x="126521" y="103170"/>
                  </a:cubicBezTo>
                  <a:cubicBezTo>
                    <a:pt x="127799" y="99340"/>
                    <a:pt x="127160" y="94871"/>
                    <a:pt x="125243" y="91679"/>
                  </a:cubicBezTo>
                  <a:cubicBezTo>
                    <a:pt x="124604" y="89764"/>
                    <a:pt x="123965" y="87849"/>
                    <a:pt x="123965" y="85934"/>
                  </a:cubicBezTo>
                  <a:cubicBezTo>
                    <a:pt x="125243" y="84657"/>
                    <a:pt x="127160" y="83380"/>
                    <a:pt x="128438" y="82103"/>
                  </a:cubicBezTo>
                  <a:cubicBezTo>
                    <a:pt x="133550" y="79550"/>
                    <a:pt x="137384" y="74443"/>
                    <a:pt x="138023" y="68697"/>
                  </a:cubicBezTo>
                  <a:cubicBezTo>
                    <a:pt x="138023" y="61675"/>
                    <a:pt x="132911" y="57206"/>
                    <a:pt x="128438" y="54014"/>
                  </a:cubicBezTo>
                  <a:close/>
                  <a:moveTo>
                    <a:pt x="120131" y="71251"/>
                  </a:moveTo>
                  <a:cubicBezTo>
                    <a:pt x="111185" y="75081"/>
                    <a:pt x="107990" y="85934"/>
                    <a:pt x="111824" y="94233"/>
                  </a:cubicBezTo>
                  <a:cubicBezTo>
                    <a:pt x="111824" y="94233"/>
                    <a:pt x="111824" y="94871"/>
                    <a:pt x="112463" y="94871"/>
                  </a:cubicBezTo>
                  <a:cubicBezTo>
                    <a:pt x="113102" y="96786"/>
                    <a:pt x="113741" y="98702"/>
                    <a:pt x="113741" y="100617"/>
                  </a:cubicBezTo>
                  <a:cubicBezTo>
                    <a:pt x="111824" y="100617"/>
                    <a:pt x="109907" y="101255"/>
                    <a:pt x="107990" y="101255"/>
                  </a:cubicBezTo>
                  <a:cubicBezTo>
                    <a:pt x="103517" y="100617"/>
                    <a:pt x="98405" y="101894"/>
                    <a:pt x="94571" y="103809"/>
                  </a:cubicBezTo>
                  <a:cubicBezTo>
                    <a:pt x="91376" y="107001"/>
                    <a:pt x="88820" y="110831"/>
                    <a:pt x="87542" y="115300"/>
                  </a:cubicBezTo>
                  <a:cubicBezTo>
                    <a:pt x="86903" y="117215"/>
                    <a:pt x="86264" y="119130"/>
                    <a:pt x="84986" y="120407"/>
                  </a:cubicBezTo>
                  <a:cubicBezTo>
                    <a:pt x="83069" y="119769"/>
                    <a:pt x="81791" y="118492"/>
                    <a:pt x="79874" y="117215"/>
                  </a:cubicBezTo>
                  <a:cubicBezTo>
                    <a:pt x="76679" y="114023"/>
                    <a:pt x="72206" y="112108"/>
                    <a:pt x="67733" y="111470"/>
                  </a:cubicBezTo>
                  <a:lnTo>
                    <a:pt x="67733" y="111470"/>
                  </a:lnTo>
                  <a:cubicBezTo>
                    <a:pt x="63260" y="112108"/>
                    <a:pt x="58787" y="114023"/>
                    <a:pt x="54954" y="116577"/>
                  </a:cubicBezTo>
                  <a:cubicBezTo>
                    <a:pt x="53675" y="117854"/>
                    <a:pt x="51759" y="118492"/>
                    <a:pt x="50480" y="119130"/>
                  </a:cubicBezTo>
                  <a:cubicBezTo>
                    <a:pt x="49841" y="117215"/>
                    <a:pt x="49202" y="115938"/>
                    <a:pt x="48564" y="114023"/>
                  </a:cubicBezTo>
                  <a:cubicBezTo>
                    <a:pt x="47285" y="104447"/>
                    <a:pt x="38979" y="98063"/>
                    <a:pt x="29394" y="98702"/>
                  </a:cubicBezTo>
                  <a:cubicBezTo>
                    <a:pt x="28755" y="98702"/>
                    <a:pt x="28755" y="98702"/>
                    <a:pt x="28116" y="98702"/>
                  </a:cubicBezTo>
                  <a:lnTo>
                    <a:pt x="22365" y="98702"/>
                  </a:lnTo>
                  <a:cubicBezTo>
                    <a:pt x="22365" y="96786"/>
                    <a:pt x="23004" y="94871"/>
                    <a:pt x="23643" y="92956"/>
                  </a:cubicBezTo>
                  <a:cubicBezTo>
                    <a:pt x="28116" y="84657"/>
                    <a:pt x="25560" y="73804"/>
                    <a:pt x="16614" y="68697"/>
                  </a:cubicBezTo>
                  <a:cubicBezTo>
                    <a:pt x="16614" y="68697"/>
                    <a:pt x="15975" y="68697"/>
                    <a:pt x="15975" y="68059"/>
                  </a:cubicBezTo>
                  <a:cubicBezTo>
                    <a:pt x="14697" y="66782"/>
                    <a:pt x="13419" y="65505"/>
                    <a:pt x="12141" y="64228"/>
                  </a:cubicBezTo>
                  <a:cubicBezTo>
                    <a:pt x="13419" y="62951"/>
                    <a:pt x="14697" y="61675"/>
                    <a:pt x="16614" y="60398"/>
                  </a:cubicBezTo>
                  <a:cubicBezTo>
                    <a:pt x="20448" y="57844"/>
                    <a:pt x="23643" y="54652"/>
                    <a:pt x="25560" y="50183"/>
                  </a:cubicBezTo>
                  <a:cubicBezTo>
                    <a:pt x="26838" y="45715"/>
                    <a:pt x="26199" y="40607"/>
                    <a:pt x="24282" y="36777"/>
                  </a:cubicBezTo>
                  <a:cubicBezTo>
                    <a:pt x="23643" y="34862"/>
                    <a:pt x="23004" y="32947"/>
                    <a:pt x="23004" y="31031"/>
                  </a:cubicBezTo>
                  <a:cubicBezTo>
                    <a:pt x="24921" y="31031"/>
                    <a:pt x="26838" y="31031"/>
                    <a:pt x="28755" y="31031"/>
                  </a:cubicBezTo>
                  <a:cubicBezTo>
                    <a:pt x="33228" y="31670"/>
                    <a:pt x="38340" y="30393"/>
                    <a:pt x="42174" y="28478"/>
                  </a:cubicBezTo>
                  <a:cubicBezTo>
                    <a:pt x="45369" y="25286"/>
                    <a:pt x="47925" y="21455"/>
                    <a:pt x="49202" y="16987"/>
                  </a:cubicBezTo>
                  <a:cubicBezTo>
                    <a:pt x="49841" y="15071"/>
                    <a:pt x="50480" y="13156"/>
                    <a:pt x="51759" y="11879"/>
                  </a:cubicBezTo>
                  <a:cubicBezTo>
                    <a:pt x="53675" y="12518"/>
                    <a:pt x="54954" y="13795"/>
                    <a:pt x="56870" y="15071"/>
                  </a:cubicBezTo>
                  <a:cubicBezTo>
                    <a:pt x="60065" y="18263"/>
                    <a:pt x="64538" y="20179"/>
                    <a:pt x="69011" y="20817"/>
                  </a:cubicBezTo>
                  <a:cubicBezTo>
                    <a:pt x="73484" y="20179"/>
                    <a:pt x="77957" y="18263"/>
                    <a:pt x="81791" y="15710"/>
                  </a:cubicBezTo>
                  <a:cubicBezTo>
                    <a:pt x="83069" y="14433"/>
                    <a:pt x="84986" y="13795"/>
                    <a:pt x="86264" y="13156"/>
                  </a:cubicBezTo>
                  <a:cubicBezTo>
                    <a:pt x="86903" y="15071"/>
                    <a:pt x="87542" y="16348"/>
                    <a:pt x="88181" y="18263"/>
                  </a:cubicBezTo>
                  <a:cubicBezTo>
                    <a:pt x="89459" y="27839"/>
                    <a:pt x="97766" y="34862"/>
                    <a:pt x="107351" y="33585"/>
                  </a:cubicBezTo>
                  <a:cubicBezTo>
                    <a:pt x="107351" y="33585"/>
                    <a:pt x="107990" y="33585"/>
                    <a:pt x="107990" y="33585"/>
                  </a:cubicBezTo>
                  <a:cubicBezTo>
                    <a:pt x="109907" y="33585"/>
                    <a:pt x="112463" y="33585"/>
                    <a:pt x="113741" y="33585"/>
                  </a:cubicBezTo>
                  <a:cubicBezTo>
                    <a:pt x="113102" y="35500"/>
                    <a:pt x="113102" y="37415"/>
                    <a:pt x="112463" y="38692"/>
                  </a:cubicBezTo>
                  <a:cubicBezTo>
                    <a:pt x="107990" y="46991"/>
                    <a:pt x="110546" y="57844"/>
                    <a:pt x="119492" y="62951"/>
                  </a:cubicBezTo>
                  <a:cubicBezTo>
                    <a:pt x="119492" y="62951"/>
                    <a:pt x="120131" y="62951"/>
                    <a:pt x="120131" y="63590"/>
                  </a:cubicBezTo>
                  <a:cubicBezTo>
                    <a:pt x="121409" y="64867"/>
                    <a:pt x="122687" y="66143"/>
                    <a:pt x="123965" y="67420"/>
                  </a:cubicBezTo>
                  <a:cubicBezTo>
                    <a:pt x="123326" y="69335"/>
                    <a:pt x="122048" y="69974"/>
                    <a:pt x="120131" y="71251"/>
                  </a:cubicBezTo>
                  <a:close/>
                </a:path>
              </a:pathLst>
            </a:custGeom>
            <a:solidFill>
              <a:srgbClr val="046A38"/>
            </a:solidFill>
            <a:ln w="6390" cap="flat">
              <a:noFill/>
              <a:prstDash val="solid"/>
              <a:miter/>
            </a:ln>
          </p:spPr>
          <p:txBody>
            <a:bodyPr rtlCol="0" anchor="ctr"/>
            <a:lstStyle/>
            <a:p>
              <a:endParaRPr lang="en-US"/>
            </a:p>
          </p:txBody>
        </p:sp>
        <p:sp>
          <p:nvSpPr>
            <p:cNvPr id="386" name="Graphic 4">
              <a:extLst>
                <a:ext uri="{FF2B5EF4-FFF2-40B4-BE49-F238E27FC236}">
                  <a16:creationId xmlns:a16="http://schemas.microsoft.com/office/drawing/2014/main" id="{93A387D7-4072-CA48-B420-4ABEFACADA46}"/>
                </a:ext>
              </a:extLst>
            </p:cNvPr>
            <p:cNvSpPr/>
            <p:nvPr/>
          </p:nvSpPr>
          <p:spPr>
            <a:xfrm>
              <a:off x="2769705" y="1505030"/>
              <a:ext cx="51144" cy="50601"/>
            </a:xfrm>
            <a:custGeom>
              <a:avLst/>
              <a:gdLst>
                <a:gd name="connsiteX0" fmla="*/ 17585 w 51144"/>
                <a:gd name="connsiteY0" fmla="*/ 1114 h 50601"/>
                <a:gd name="connsiteX1" fmla="*/ 2888 w 51144"/>
                <a:gd name="connsiteY1" fmla="*/ 13243 h 50601"/>
                <a:gd name="connsiteX2" fmla="*/ 13751 w 51144"/>
                <a:gd name="connsiteY2" fmla="*/ 47717 h 50601"/>
                <a:gd name="connsiteX3" fmla="*/ 48256 w 51144"/>
                <a:gd name="connsiteY3" fmla="*/ 36864 h 50601"/>
                <a:gd name="connsiteX4" fmla="*/ 37393 w 51144"/>
                <a:gd name="connsiteY4" fmla="*/ 2390 h 50601"/>
                <a:gd name="connsiteX5" fmla="*/ 17585 w 51144"/>
                <a:gd name="connsiteY5" fmla="*/ 1114 h 50601"/>
                <a:gd name="connsiteX6" fmla="*/ 28447 w 51144"/>
                <a:gd name="connsiteY6" fmla="*/ 37502 h 50601"/>
                <a:gd name="connsiteX7" fmla="*/ 13751 w 51144"/>
                <a:gd name="connsiteY7" fmla="*/ 26650 h 50601"/>
                <a:gd name="connsiteX8" fmla="*/ 20780 w 51144"/>
                <a:gd name="connsiteY8" fmla="*/ 13243 h 50601"/>
                <a:gd name="connsiteX9" fmla="*/ 24613 w 51144"/>
                <a:gd name="connsiteY9" fmla="*/ 12605 h 50601"/>
                <a:gd name="connsiteX10" fmla="*/ 36755 w 51144"/>
                <a:gd name="connsiteY10" fmla="*/ 26011 h 50601"/>
                <a:gd name="connsiteX11" fmla="*/ 28447 w 51144"/>
                <a:gd name="connsiteY11" fmla="*/ 37502 h 5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144" h="50601">
                  <a:moveTo>
                    <a:pt x="17585" y="1114"/>
                  </a:moveTo>
                  <a:cubicBezTo>
                    <a:pt x="11195" y="3029"/>
                    <a:pt x="5444" y="7498"/>
                    <a:pt x="2888" y="13243"/>
                  </a:cubicBezTo>
                  <a:cubicBezTo>
                    <a:pt x="-3502" y="26011"/>
                    <a:pt x="971" y="41333"/>
                    <a:pt x="13751" y="47717"/>
                  </a:cubicBezTo>
                  <a:cubicBezTo>
                    <a:pt x="26531" y="54101"/>
                    <a:pt x="41866" y="49632"/>
                    <a:pt x="48256" y="36864"/>
                  </a:cubicBezTo>
                  <a:cubicBezTo>
                    <a:pt x="54646" y="24096"/>
                    <a:pt x="50173" y="8774"/>
                    <a:pt x="37393" y="2390"/>
                  </a:cubicBezTo>
                  <a:cubicBezTo>
                    <a:pt x="31003" y="-163"/>
                    <a:pt x="23975" y="-802"/>
                    <a:pt x="17585" y="1114"/>
                  </a:cubicBezTo>
                  <a:close/>
                  <a:moveTo>
                    <a:pt x="28447" y="37502"/>
                  </a:moveTo>
                  <a:cubicBezTo>
                    <a:pt x="21419" y="38779"/>
                    <a:pt x="15029" y="33672"/>
                    <a:pt x="13751" y="26650"/>
                  </a:cubicBezTo>
                  <a:cubicBezTo>
                    <a:pt x="13112" y="20904"/>
                    <a:pt x="15668" y="15797"/>
                    <a:pt x="20780" y="13243"/>
                  </a:cubicBezTo>
                  <a:cubicBezTo>
                    <a:pt x="22058" y="12605"/>
                    <a:pt x="23336" y="12605"/>
                    <a:pt x="24613" y="12605"/>
                  </a:cubicBezTo>
                  <a:cubicBezTo>
                    <a:pt x="31642" y="13243"/>
                    <a:pt x="36755" y="18989"/>
                    <a:pt x="36755" y="26011"/>
                  </a:cubicBezTo>
                  <a:cubicBezTo>
                    <a:pt x="36755" y="31118"/>
                    <a:pt x="33560" y="35587"/>
                    <a:pt x="28447" y="37502"/>
                  </a:cubicBezTo>
                  <a:close/>
                </a:path>
              </a:pathLst>
            </a:custGeom>
            <a:solidFill>
              <a:srgbClr val="046A38"/>
            </a:solidFill>
            <a:ln w="6390" cap="flat">
              <a:noFill/>
              <a:prstDash val="solid"/>
              <a:miter/>
            </a:ln>
          </p:spPr>
          <p:txBody>
            <a:bodyPr rtlCol="0" anchor="ctr"/>
            <a:lstStyle/>
            <a:p>
              <a:endParaRPr lang="en-US"/>
            </a:p>
          </p:txBody>
        </p:sp>
      </p:grpSp>
      <p:grpSp>
        <p:nvGrpSpPr>
          <p:cNvPr id="387" name="Graphic 4">
            <a:extLst>
              <a:ext uri="{FF2B5EF4-FFF2-40B4-BE49-F238E27FC236}">
                <a16:creationId xmlns:a16="http://schemas.microsoft.com/office/drawing/2014/main" id="{E59011C3-FCD6-9B44-98B4-C3D6437F3CE8}"/>
              </a:ext>
            </a:extLst>
          </p:cNvPr>
          <p:cNvGrpSpPr>
            <a:grpSpLocks noChangeAspect="1"/>
          </p:cNvGrpSpPr>
          <p:nvPr/>
        </p:nvGrpSpPr>
        <p:grpSpPr>
          <a:xfrm>
            <a:off x="2559808" y="3824168"/>
            <a:ext cx="362313" cy="361971"/>
            <a:chOff x="2559808" y="3824168"/>
            <a:chExt cx="362313" cy="361971"/>
          </a:xfrm>
          <a:solidFill>
            <a:srgbClr val="046A38"/>
          </a:solidFill>
        </p:grpSpPr>
        <p:sp>
          <p:nvSpPr>
            <p:cNvPr id="388" name="Graphic 4">
              <a:extLst>
                <a:ext uri="{FF2B5EF4-FFF2-40B4-BE49-F238E27FC236}">
                  <a16:creationId xmlns:a16="http://schemas.microsoft.com/office/drawing/2014/main" id="{F63EB624-A53E-0A4A-87AE-091DAB1EABCD}"/>
                </a:ext>
              </a:extLst>
            </p:cNvPr>
            <p:cNvSpPr/>
            <p:nvPr/>
          </p:nvSpPr>
          <p:spPr>
            <a:xfrm>
              <a:off x="2559808" y="3824168"/>
              <a:ext cx="362313" cy="361971"/>
            </a:xfrm>
            <a:custGeom>
              <a:avLst/>
              <a:gdLst>
                <a:gd name="connsiteX0" fmla="*/ 181474 w 362313"/>
                <a:gd name="connsiteY0" fmla="*/ 0 h 361971"/>
                <a:gd name="connsiteX1" fmla="*/ 0 w 362313"/>
                <a:gd name="connsiteY1" fmla="*/ 180667 h 361971"/>
                <a:gd name="connsiteX2" fmla="*/ 180835 w 362313"/>
                <a:gd name="connsiteY2" fmla="*/ 361971 h 361971"/>
                <a:gd name="connsiteX3" fmla="*/ 362309 w 362313"/>
                <a:gd name="connsiteY3" fmla="*/ 181305 h 361971"/>
                <a:gd name="connsiteX4" fmla="*/ 362309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29 w 362313"/>
                <a:gd name="connsiteY9" fmla="*/ 180667 h 361971"/>
                <a:gd name="connsiteX10" fmla="*/ 349529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6"/>
                    <a:pt x="0" y="180667"/>
                  </a:cubicBezTo>
                  <a:cubicBezTo>
                    <a:pt x="0" y="280895"/>
                    <a:pt x="81152" y="361971"/>
                    <a:pt x="180835" y="361971"/>
                  </a:cubicBezTo>
                  <a:cubicBezTo>
                    <a:pt x="281157" y="361971"/>
                    <a:pt x="362309" y="280895"/>
                    <a:pt x="362309" y="181305"/>
                  </a:cubicBezTo>
                  <a:cubicBezTo>
                    <a:pt x="362309" y="181305"/>
                    <a:pt x="362309" y="181305"/>
                    <a:pt x="362309" y="181305"/>
                  </a:cubicBezTo>
                  <a:cubicBezTo>
                    <a:pt x="362948" y="81076"/>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lnTo>
                    <a:pt x="181474" y="349204"/>
                  </a:lnTo>
                  <a:close/>
                </a:path>
              </a:pathLst>
            </a:custGeom>
            <a:solidFill>
              <a:srgbClr val="046A38"/>
            </a:solidFill>
            <a:ln w="6390" cap="flat">
              <a:noFill/>
              <a:prstDash val="solid"/>
              <a:miter/>
            </a:ln>
          </p:spPr>
          <p:txBody>
            <a:bodyPr rtlCol="0" anchor="ctr"/>
            <a:lstStyle/>
            <a:p>
              <a:endParaRPr lang="en-US"/>
            </a:p>
          </p:txBody>
        </p:sp>
        <p:sp>
          <p:nvSpPr>
            <p:cNvPr id="389" name="Graphic 4">
              <a:extLst>
                <a:ext uri="{FF2B5EF4-FFF2-40B4-BE49-F238E27FC236}">
                  <a16:creationId xmlns:a16="http://schemas.microsoft.com/office/drawing/2014/main" id="{DDF418BD-4AB5-A949-98BE-E174FED0F5A4}"/>
                </a:ext>
              </a:extLst>
            </p:cNvPr>
            <p:cNvSpPr/>
            <p:nvPr/>
          </p:nvSpPr>
          <p:spPr>
            <a:xfrm>
              <a:off x="2635849" y="4023986"/>
              <a:ext cx="210867" cy="12767"/>
            </a:xfrm>
            <a:custGeom>
              <a:avLst/>
              <a:gdLst>
                <a:gd name="connsiteX0" fmla="*/ 204478 w 210867"/>
                <a:gd name="connsiteY0" fmla="*/ 0 h 12767"/>
                <a:gd name="connsiteX1" fmla="*/ 6390 w 210867"/>
                <a:gd name="connsiteY1" fmla="*/ 0 h 12767"/>
                <a:gd name="connsiteX2" fmla="*/ 0 w 210867"/>
                <a:gd name="connsiteY2" fmla="*/ 6384 h 12767"/>
                <a:gd name="connsiteX3" fmla="*/ 6390 w 210867"/>
                <a:gd name="connsiteY3" fmla="*/ 12768 h 12767"/>
                <a:gd name="connsiteX4" fmla="*/ 204478 w 210867"/>
                <a:gd name="connsiteY4" fmla="*/ 12768 h 12767"/>
                <a:gd name="connsiteX5" fmla="*/ 210868 w 210867"/>
                <a:gd name="connsiteY5" fmla="*/ 6384 h 12767"/>
                <a:gd name="connsiteX6" fmla="*/ 204478 w 210867"/>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867" h="12767">
                  <a:moveTo>
                    <a:pt x="204478" y="0"/>
                  </a:moveTo>
                  <a:lnTo>
                    <a:pt x="6390" y="0"/>
                  </a:lnTo>
                  <a:cubicBezTo>
                    <a:pt x="2556" y="0"/>
                    <a:pt x="0" y="2553"/>
                    <a:pt x="0" y="6384"/>
                  </a:cubicBezTo>
                  <a:cubicBezTo>
                    <a:pt x="0" y="10214"/>
                    <a:pt x="2556" y="12768"/>
                    <a:pt x="6390" y="12768"/>
                  </a:cubicBezTo>
                  <a:lnTo>
                    <a:pt x="204478" y="12768"/>
                  </a:lnTo>
                  <a:cubicBezTo>
                    <a:pt x="208312" y="12768"/>
                    <a:pt x="210868" y="10214"/>
                    <a:pt x="210868" y="6384"/>
                  </a:cubicBezTo>
                  <a:cubicBezTo>
                    <a:pt x="210868" y="2553"/>
                    <a:pt x="208312" y="0"/>
                    <a:pt x="204478" y="0"/>
                  </a:cubicBezTo>
                  <a:close/>
                </a:path>
              </a:pathLst>
            </a:custGeom>
            <a:solidFill>
              <a:srgbClr val="046A38"/>
            </a:solidFill>
            <a:ln w="6390" cap="flat">
              <a:noFill/>
              <a:prstDash val="solid"/>
              <a:miter/>
            </a:ln>
          </p:spPr>
          <p:txBody>
            <a:bodyPr rtlCol="0" anchor="ctr"/>
            <a:lstStyle/>
            <a:p>
              <a:endParaRPr lang="en-US"/>
            </a:p>
          </p:txBody>
        </p:sp>
        <p:sp>
          <p:nvSpPr>
            <p:cNvPr id="390" name="Graphic 4">
              <a:extLst>
                <a:ext uri="{FF2B5EF4-FFF2-40B4-BE49-F238E27FC236}">
                  <a16:creationId xmlns:a16="http://schemas.microsoft.com/office/drawing/2014/main" id="{07B644A5-8CF8-F342-B43D-00D0E29DECE4}"/>
                </a:ext>
              </a:extLst>
            </p:cNvPr>
            <p:cNvSpPr/>
            <p:nvPr/>
          </p:nvSpPr>
          <p:spPr>
            <a:xfrm>
              <a:off x="2635849" y="3973553"/>
              <a:ext cx="210867" cy="12767"/>
            </a:xfrm>
            <a:custGeom>
              <a:avLst/>
              <a:gdLst>
                <a:gd name="connsiteX0" fmla="*/ 204478 w 210867"/>
                <a:gd name="connsiteY0" fmla="*/ 0 h 12767"/>
                <a:gd name="connsiteX1" fmla="*/ 6390 w 210867"/>
                <a:gd name="connsiteY1" fmla="*/ 0 h 12767"/>
                <a:gd name="connsiteX2" fmla="*/ 0 w 210867"/>
                <a:gd name="connsiteY2" fmla="*/ 6384 h 12767"/>
                <a:gd name="connsiteX3" fmla="*/ 6390 w 210867"/>
                <a:gd name="connsiteY3" fmla="*/ 12768 h 12767"/>
                <a:gd name="connsiteX4" fmla="*/ 204478 w 210867"/>
                <a:gd name="connsiteY4" fmla="*/ 12768 h 12767"/>
                <a:gd name="connsiteX5" fmla="*/ 210868 w 210867"/>
                <a:gd name="connsiteY5" fmla="*/ 6384 h 12767"/>
                <a:gd name="connsiteX6" fmla="*/ 204478 w 210867"/>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867" h="12767">
                  <a:moveTo>
                    <a:pt x="204478" y="0"/>
                  </a:moveTo>
                  <a:lnTo>
                    <a:pt x="6390" y="0"/>
                  </a:lnTo>
                  <a:cubicBezTo>
                    <a:pt x="2556" y="0"/>
                    <a:pt x="0" y="2554"/>
                    <a:pt x="0" y="6384"/>
                  </a:cubicBezTo>
                  <a:cubicBezTo>
                    <a:pt x="0" y="10215"/>
                    <a:pt x="2556" y="12768"/>
                    <a:pt x="6390" y="12768"/>
                  </a:cubicBezTo>
                  <a:lnTo>
                    <a:pt x="204478" y="12768"/>
                  </a:lnTo>
                  <a:cubicBezTo>
                    <a:pt x="208312" y="12768"/>
                    <a:pt x="210868" y="10215"/>
                    <a:pt x="210868" y="6384"/>
                  </a:cubicBezTo>
                  <a:cubicBezTo>
                    <a:pt x="210868" y="2554"/>
                    <a:pt x="208312" y="0"/>
                    <a:pt x="204478" y="0"/>
                  </a:cubicBezTo>
                  <a:close/>
                </a:path>
              </a:pathLst>
            </a:custGeom>
            <a:solidFill>
              <a:srgbClr val="046A38"/>
            </a:solidFill>
            <a:ln w="6390" cap="flat">
              <a:noFill/>
              <a:prstDash val="solid"/>
              <a:miter/>
            </a:ln>
          </p:spPr>
          <p:txBody>
            <a:bodyPr rtlCol="0" anchor="ctr"/>
            <a:lstStyle/>
            <a:p>
              <a:endParaRPr lang="en-US"/>
            </a:p>
          </p:txBody>
        </p:sp>
        <p:sp>
          <p:nvSpPr>
            <p:cNvPr id="391" name="Graphic 4">
              <a:extLst>
                <a:ext uri="{FF2B5EF4-FFF2-40B4-BE49-F238E27FC236}">
                  <a16:creationId xmlns:a16="http://schemas.microsoft.com/office/drawing/2014/main" id="{95594A07-86DE-B54E-ADB0-4A12B7538095}"/>
                </a:ext>
              </a:extLst>
            </p:cNvPr>
            <p:cNvSpPr/>
            <p:nvPr/>
          </p:nvSpPr>
          <p:spPr>
            <a:xfrm>
              <a:off x="2635849" y="3923758"/>
              <a:ext cx="210867" cy="12767"/>
            </a:xfrm>
            <a:custGeom>
              <a:avLst/>
              <a:gdLst>
                <a:gd name="connsiteX0" fmla="*/ 204478 w 210867"/>
                <a:gd name="connsiteY0" fmla="*/ 0 h 12767"/>
                <a:gd name="connsiteX1" fmla="*/ 6390 w 210867"/>
                <a:gd name="connsiteY1" fmla="*/ 0 h 12767"/>
                <a:gd name="connsiteX2" fmla="*/ 0 w 210867"/>
                <a:gd name="connsiteY2" fmla="*/ 6384 h 12767"/>
                <a:gd name="connsiteX3" fmla="*/ 6390 w 210867"/>
                <a:gd name="connsiteY3" fmla="*/ 12768 h 12767"/>
                <a:gd name="connsiteX4" fmla="*/ 204478 w 210867"/>
                <a:gd name="connsiteY4" fmla="*/ 12768 h 12767"/>
                <a:gd name="connsiteX5" fmla="*/ 210868 w 210867"/>
                <a:gd name="connsiteY5" fmla="*/ 6384 h 12767"/>
                <a:gd name="connsiteX6" fmla="*/ 204478 w 210867"/>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867" h="12767">
                  <a:moveTo>
                    <a:pt x="204478" y="0"/>
                  </a:moveTo>
                  <a:lnTo>
                    <a:pt x="6390" y="0"/>
                  </a:lnTo>
                  <a:cubicBezTo>
                    <a:pt x="2556" y="0"/>
                    <a:pt x="0" y="2554"/>
                    <a:pt x="0" y="6384"/>
                  </a:cubicBezTo>
                  <a:cubicBezTo>
                    <a:pt x="0" y="10214"/>
                    <a:pt x="2556" y="12768"/>
                    <a:pt x="6390" y="12768"/>
                  </a:cubicBezTo>
                  <a:lnTo>
                    <a:pt x="204478" y="12768"/>
                  </a:lnTo>
                  <a:cubicBezTo>
                    <a:pt x="208312" y="12768"/>
                    <a:pt x="210868" y="10214"/>
                    <a:pt x="210868" y="6384"/>
                  </a:cubicBezTo>
                  <a:cubicBezTo>
                    <a:pt x="210868" y="2554"/>
                    <a:pt x="208312" y="0"/>
                    <a:pt x="204478" y="0"/>
                  </a:cubicBezTo>
                  <a:close/>
                </a:path>
              </a:pathLst>
            </a:custGeom>
            <a:solidFill>
              <a:srgbClr val="046A38"/>
            </a:solidFill>
            <a:ln w="6390" cap="flat">
              <a:noFill/>
              <a:prstDash val="solid"/>
              <a:miter/>
            </a:ln>
          </p:spPr>
          <p:txBody>
            <a:bodyPr rtlCol="0" anchor="ctr"/>
            <a:lstStyle/>
            <a:p>
              <a:endParaRPr lang="en-US"/>
            </a:p>
          </p:txBody>
        </p:sp>
        <p:sp>
          <p:nvSpPr>
            <p:cNvPr id="392" name="Graphic 4">
              <a:extLst>
                <a:ext uri="{FF2B5EF4-FFF2-40B4-BE49-F238E27FC236}">
                  <a16:creationId xmlns:a16="http://schemas.microsoft.com/office/drawing/2014/main" id="{514E5551-3248-8746-BDF2-B8B1AAFE3591}"/>
                </a:ext>
              </a:extLst>
            </p:cNvPr>
            <p:cNvSpPr/>
            <p:nvPr/>
          </p:nvSpPr>
          <p:spPr>
            <a:xfrm>
              <a:off x="2635849" y="4073781"/>
              <a:ext cx="210867" cy="12767"/>
            </a:xfrm>
            <a:custGeom>
              <a:avLst/>
              <a:gdLst>
                <a:gd name="connsiteX0" fmla="*/ 204478 w 210867"/>
                <a:gd name="connsiteY0" fmla="*/ 0 h 12767"/>
                <a:gd name="connsiteX1" fmla="*/ 6390 w 210867"/>
                <a:gd name="connsiteY1" fmla="*/ 0 h 12767"/>
                <a:gd name="connsiteX2" fmla="*/ 0 w 210867"/>
                <a:gd name="connsiteY2" fmla="*/ 6384 h 12767"/>
                <a:gd name="connsiteX3" fmla="*/ 6390 w 210867"/>
                <a:gd name="connsiteY3" fmla="*/ 12768 h 12767"/>
                <a:gd name="connsiteX4" fmla="*/ 204478 w 210867"/>
                <a:gd name="connsiteY4" fmla="*/ 12768 h 12767"/>
                <a:gd name="connsiteX5" fmla="*/ 210868 w 210867"/>
                <a:gd name="connsiteY5" fmla="*/ 6384 h 12767"/>
                <a:gd name="connsiteX6" fmla="*/ 204478 w 210867"/>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867" h="12767">
                  <a:moveTo>
                    <a:pt x="204478" y="0"/>
                  </a:moveTo>
                  <a:lnTo>
                    <a:pt x="6390" y="0"/>
                  </a:lnTo>
                  <a:cubicBezTo>
                    <a:pt x="2556" y="0"/>
                    <a:pt x="0" y="2554"/>
                    <a:pt x="0" y="6384"/>
                  </a:cubicBezTo>
                  <a:cubicBezTo>
                    <a:pt x="0" y="10214"/>
                    <a:pt x="2556" y="12768"/>
                    <a:pt x="6390" y="12768"/>
                  </a:cubicBezTo>
                  <a:lnTo>
                    <a:pt x="204478" y="12768"/>
                  </a:lnTo>
                  <a:cubicBezTo>
                    <a:pt x="208312" y="12768"/>
                    <a:pt x="210868" y="10214"/>
                    <a:pt x="210868" y="6384"/>
                  </a:cubicBezTo>
                  <a:cubicBezTo>
                    <a:pt x="210868" y="2554"/>
                    <a:pt x="208312" y="0"/>
                    <a:pt x="204478" y="0"/>
                  </a:cubicBezTo>
                  <a:close/>
                </a:path>
              </a:pathLst>
            </a:custGeom>
            <a:solidFill>
              <a:srgbClr val="046A38"/>
            </a:solidFill>
            <a:ln w="6390" cap="flat">
              <a:noFill/>
              <a:prstDash val="solid"/>
              <a:miter/>
            </a:ln>
          </p:spPr>
          <p:txBody>
            <a:bodyPr rtlCol="0" anchor="ctr"/>
            <a:lstStyle/>
            <a:p>
              <a:endParaRPr lang="en-US"/>
            </a:p>
          </p:txBody>
        </p:sp>
      </p:grpSp>
      <p:grpSp>
        <p:nvGrpSpPr>
          <p:cNvPr id="393" name="Graphic 4">
            <a:extLst>
              <a:ext uri="{FF2B5EF4-FFF2-40B4-BE49-F238E27FC236}">
                <a16:creationId xmlns:a16="http://schemas.microsoft.com/office/drawing/2014/main" id="{52D88D34-23A9-A143-B029-FAF56BB12882}"/>
              </a:ext>
            </a:extLst>
          </p:cNvPr>
          <p:cNvGrpSpPr>
            <a:grpSpLocks noChangeAspect="1"/>
          </p:cNvGrpSpPr>
          <p:nvPr/>
        </p:nvGrpSpPr>
        <p:grpSpPr>
          <a:xfrm>
            <a:off x="2559808" y="1885990"/>
            <a:ext cx="362313" cy="361971"/>
            <a:chOff x="2559808" y="1885990"/>
            <a:chExt cx="362313" cy="361971"/>
          </a:xfrm>
          <a:solidFill>
            <a:srgbClr val="046A38"/>
          </a:solidFill>
        </p:grpSpPr>
        <p:sp>
          <p:nvSpPr>
            <p:cNvPr id="394" name="Graphic 4">
              <a:extLst>
                <a:ext uri="{FF2B5EF4-FFF2-40B4-BE49-F238E27FC236}">
                  <a16:creationId xmlns:a16="http://schemas.microsoft.com/office/drawing/2014/main" id="{2D9F256B-C885-1A4B-AF3C-4751479E3EAA}"/>
                </a:ext>
              </a:extLst>
            </p:cNvPr>
            <p:cNvSpPr/>
            <p:nvPr/>
          </p:nvSpPr>
          <p:spPr>
            <a:xfrm>
              <a:off x="2559808" y="1885990"/>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362309 w 362313"/>
                <a:gd name="connsiteY4" fmla="*/ 181305 h 361971"/>
                <a:gd name="connsiteX5" fmla="*/ 181474 w 362313"/>
                <a:gd name="connsiteY5" fmla="*/ 0 h 361971"/>
                <a:gd name="connsiteX6" fmla="*/ 181474 w 362313"/>
                <a:gd name="connsiteY6" fmla="*/ 348565 h 361971"/>
                <a:gd name="connsiteX7" fmla="*/ 12780 w 362313"/>
                <a:gd name="connsiteY7" fmla="*/ 180667 h 361971"/>
                <a:gd name="connsiteX8" fmla="*/ 180835 w 362313"/>
                <a:gd name="connsiteY8" fmla="*/ 12130 h 361971"/>
                <a:gd name="connsiteX9" fmla="*/ 349529 w 362313"/>
                <a:gd name="connsiteY9" fmla="*/ 180028 h 361971"/>
                <a:gd name="connsiteX10" fmla="*/ 349529 w 362313"/>
                <a:gd name="connsiteY10" fmla="*/ 180028 h 361971"/>
                <a:gd name="connsiteX11" fmla="*/ 181474 w 362313"/>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0438"/>
                    <a:pt x="281796" y="0"/>
                    <a:pt x="181474" y="0"/>
                  </a:cubicBezTo>
                  <a:close/>
                  <a:moveTo>
                    <a:pt x="181474" y="348565"/>
                  </a:moveTo>
                  <a:cubicBezTo>
                    <a:pt x="88181" y="348565"/>
                    <a:pt x="12780" y="273235"/>
                    <a:pt x="12780" y="180667"/>
                  </a:cubicBezTo>
                  <a:cubicBezTo>
                    <a:pt x="12780" y="87461"/>
                    <a:pt x="88181" y="12130"/>
                    <a:pt x="180835" y="12130"/>
                  </a:cubicBezTo>
                  <a:cubicBezTo>
                    <a:pt x="274128" y="12130"/>
                    <a:pt x="349529" y="87461"/>
                    <a:pt x="349529" y="180028"/>
                  </a:cubicBezTo>
                  <a:cubicBezTo>
                    <a:pt x="349529" y="180028"/>
                    <a:pt x="349529" y="180028"/>
                    <a:pt x="349529" y="180028"/>
                  </a:cubicBezTo>
                  <a:cubicBezTo>
                    <a:pt x="350168" y="273235"/>
                    <a:pt x="274767" y="348565"/>
                    <a:pt x="181474" y="348565"/>
                  </a:cubicBezTo>
                  <a:close/>
                </a:path>
              </a:pathLst>
            </a:custGeom>
            <a:solidFill>
              <a:srgbClr val="046A38"/>
            </a:solidFill>
            <a:ln w="6390" cap="flat">
              <a:noFill/>
              <a:prstDash val="solid"/>
              <a:miter/>
            </a:ln>
          </p:spPr>
          <p:txBody>
            <a:bodyPr rtlCol="0" anchor="ctr"/>
            <a:lstStyle/>
            <a:p>
              <a:endParaRPr lang="en-US"/>
            </a:p>
          </p:txBody>
        </p:sp>
        <p:sp>
          <p:nvSpPr>
            <p:cNvPr id="395" name="Graphic 4">
              <a:extLst>
                <a:ext uri="{FF2B5EF4-FFF2-40B4-BE49-F238E27FC236}">
                  <a16:creationId xmlns:a16="http://schemas.microsoft.com/office/drawing/2014/main" id="{EED06D65-0776-6447-B169-228BA0DEC645}"/>
                </a:ext>
              </a:extLst>
            </p:cNvPr>
            <p:cNvSpPr/>
            <p:nvPr/>
          </p:nvSpPr>
          <p:spPr>
            <a:xfrm>
              <a:off x="2626264" y="1990049"/>
              <a:ext cx="51758" cy="51710"/>
            </a:xfrm>
            <a:custGeom>
              <a:avLst/>
              <a:gdLst>
                <a:gd name="connsiteX0" fmla="*/ 45369 w 51758"/>
                <a:gd name="connsiteY0" fmla="*/ 0 h 51710"/>
                <a:gd name="connsiteX1" fmla="*/ 6390 w 51758"/>
                <a:gd name="connsiteY1" fmla="*/ 0 h 51710"/>
                <a:gd name="connsiteX2" fmla="*/ 0 w 51758"/>
                <a:gd name="connsiteY2" fmla="*/ 6384 h 51710"/>
                <a:gd name="connsiteX3" fmla="*/ 0 w 51758"/>
                <a:gd name="connsiteY3" fmla="*/ 45326 h 51710"/>
                <a:gd name="connsiteX4" fmla="*/ 6390 w 51758"/>
                <a:gd name="connsiteY4" fmla="*/ 51710 h 51710"/>
                <a:gd name="connsiteX5" fmla="*/ 45369 w 51758"/>
                <a:gd name="connsiteY5" fmla="*/ 51710 h 51710"/>
                <a:gd name="connsiteX6" fmla="*/ 51759 w 51758"/>
                <a:gd name="connsiteY6" fmla="*/ 45326 h 51710"/>
                <a:gd name="connsiteX7" fmla="*/ 51759 w 51758"/>
                <a:gd name="connsiteY7" fmla="*/ 6384 h 51710"/>
                <a:gd name="connsiteX8" fmla="*/ 45369 w 51758"/>
                <a:gd name="connsiteY8" fmla="*/ 0 h 51710"/>
                <a:gd name="connsiteX9" fmla="*/ 38979 w 51758"/>
                <a:gd name="connsiteY9" fmla="*/ 38942 h 51710"/>
                <a:gd name="connsiteX10" fmla="*/ 12780 w 51758"/>
                <a:gd name="connsiteY10" fmla="*/ 38942 h 51710"/>
                <a:gd name="connsiteX11" fmla="*/ 12780 w 51758"/>
                <a:gd name="connsiteY11" fmla="*/ 12768 h 51710"/>
                <a:gd name="connsiteX12" fmla="*/ 38979 w 51758"/>
                <a:gd name="connsiteY12" fmla="*/ 12768 h 51710"/>
                <a:gd name="connsiteX13" fmla="*/ 38979 w 51758"/>
                <a:gd name="connsiteY13" fmla="*/ 38942 h 5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758" h="51710">
                  <a:moveTo>
                    <a:pt x="45369" y="0"/>
                  </a:moveTo>
                  <a:lnTo>
                    <a:pt x="6390" y="0"/>
                  </a:lnTo>
                  <a:cubicBezTo>
                    <a:pt x="2556" y="0"/>
                    <a:pt x="0" y="2554"/>
                    <a:pt x="0" y="6384"/>
                  </a:cubicBezTo>
                  <a:lnTo>
                    <a:pt x="0" y="45326"/>
                  </a:lnTo>
                  <a:cubicBezTo>
                    <a:pt x="0" y="49157"/>
                    <a:pt x="2556" y="51710"/>
                    <a:pt x="6390" y="51710"/>
                  </a:cubicBezTo>
                  <a:lnTo>
                    <a:pt x="45369" y="51710"/>
                  </a:lnTo>
                  <a:cubicBezTo>
                    <a:pt x="49203" y="51710"/>
                    <a:pt x="51759" y="49157"/>
                    <a:pt x="51759" y="45326"/>
                  </a:cubicBezTo>
                  <a:lnTo>
                    <a:pt x="51759" y="6384"/>
                  </a:lnTo>
                  <a:cubicBezTo>
                    <a:pt x="51759" y="3192"/>
                    <a:pt x="48564" y="0"/>
                    <a:pt x="45369" y="0"/>
                  </a:cubicBezTo>
                  <a:close/>
                  <a:moveTo>
                    <a:pt x="38979" y="38942"/>
                  </a:moveTo>
                  <a:lnTo>
                    <a:pt x="12780" y="38942"/>
                  </a:lnTo>
                  <a:lnTo>
                    <a:pt x="12780" y="12768"/>
                  </a:lnTo>
                  <a:lnTo>
                    <a:pt x="38979" y="12768"/>
                  </a:lnTo>
                  <a:lnTo>
                    <a:pt x="38979" y="38942"/>
                  </a:lnTo>
                  <a:close/>
                </a:path>
              </a:pathLst>
            </a:custGeom>
            <a:solidFill>
              <a:srgbClr val="046A38"/>
            </a:solidFill>
            <a:ln w="6390" cap="flat">
              <a:noFill/>
              <a:prstDash val="solid"/>
              <a:miter/>
            </a:ln>
          </p:spPr>
          <p:txBody>
            <a:bodyPr rtlCol="0" anchor="ctr"/>
            <a:lstStyle/>
            <a:p>
              <a:endParaRPr lang="en-US"/>
            </a:p>
          </p:txBody>
        </p:sp>
        <p:sp>
          <p:nvSpPr>
            <p:cNvPr id="396" name="Graphic 4">
              <a:extLst>
                <a:ext uri="{FF2B5EF4-FFF2-40B4-BE49-F238E27FC236}">
                  <a16:creationId xmlns:a16="http://schemas.microsoft.com/office/drawing/2014/main" id="{D488DB90-CB54-B54E-BA4F-AC87DCBBBD5B}"/>
                </a:ext>
              </a:extLst>
            </p:cNvPr>
            <p:cNvSpPr/>
            <p:nvPr/>
          </p:nvSpPr>
          <p:spPr>
            <a:xfrm>
              <a:off x="2711889" y="1990049"/>
              <a:ext cx="145051" cy="12767"/>
            </a:xfrm>
            <a:custGeom>
              <a:avLst/>
              <a:gdLst>
                <a:gd name="connsiteX0" fmla="*/ 138662 w 145051"/>
                <a:gd name="connsiteY0" fmla="*/ 0 h 12767"/>
                <a:gd name="connsiteX1" fmla="*/ 6390 w 145051"/>
                <a:gd name="connsiteY1" fmla="*/ 0 h 12767"/>
                <a:gd name="connsiteX2" fmla="*/ 0 w 145051"/>
                <a:gd name="connsiteY2" fmla="*/ 6384 h 12767"/>
                <a:gd name="connsiteX3" fmla="*/ 6390 w 145051"/>
                <a:gd name="connsiteY3" fmla="*/ 12768 h 12767"/>
                <a:gd name="connsiteX4" fmla="*/ 138662 w 145051"/>
                <a:gd name="connsiteY4" fmla="*/ 12768 h 12767"/>
                <a:gd name="connsiteX5" fmla="*/ 145052 w 145051"/>
                <a:gd name="connsiteY5" fmla="*/ 6384 h 12767"/>
                <a:gd name="connsiteX6" fmla="*/ 138662 w 145051"/>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5051" h="12767">
                  <a:moveTo>
                    <a:pt x="138662" y="0"/>
                  </a:moveTo>
                  <a:lnTo>
                    <a:pt x="6390" y="0"/>
                  </a:lnTo>
                  <a:cubicBezTo>
                    <a:pt x="2556" y="0"/>
                    <a:pt x="0" y="2554"/>
                    <a:pt x="0" y="6384"/>
                  </a:cubicBezTo>
                  <a:cubicBezTo>
                    <a:pt x="0" y="10214"/>
                    <a:pt x="2556" y="12768"/>
                    <a:pt x="6390" y="12768"/>
                  </a:cubicBezTo>
                  <a:lnTo>
                    <a:pt x="138662" y="12768"/>
                  </a:lnTo>
                  <a:cubicBezTo>
                    <a:pt x="142496" y="12768"/>
                    <a:pt x="145052" y="10214"/>
                    <a:pt x="145052" y="6384"/>
                  </a:cubicBezTo>
                  <a:cubicBezTo>
                    <a:pt x="145052" y="2554"/>
                    <a:pt x="142496" y="0"/>
                    <a:pt x="138662" y="0"/>
                  </a:cubicBezTo>
                  <a:close/>
                </a:path>
              </a:pathLst>
            </a:custGeom>
            <a:solidFill>
              <a:srgbClr val="046A38"/>
            </a:solidFill>
            <a:ln w="6390" cap="flat">
              <a:noFill/>
              <a:prstDash val="solid"/>
              <a:miter/>
            </a:ln>
          </p:spPr>
          <p:txBody>
            <a:bodyPr rtlCol="0" anchor="ctr"/>
            <a:lstStyle/>
            <a:p>
              <a:endParaRPr lang="en-US"/>
            </a:p>
          </p:txBody>
        </p:sp>
        <p:sp>
          <p:nvSpPr>
            <p:cNvPr id="397" name="Graphic 4">
              <a:extLst>
                <a:ext uri="{FF2B5EF4-FFF2-40B4-BE49-F238E27FC236}">
                  <a16:creationId xmlns:a16="http://schemas.microsoft.com/office/drawing/2014/main" id="{9F9447D3-0CB2-7F46-9EE8-13AB0CB21D90}"/>
                </a:ext>
              </a:extLst>
            </p:cNvPr>
            <p:cNvSpPr/>
            <p:nvPr/>
          </p:nvSpPr>
          <p:spPr>
            <a:xfrm>
              <a:off x="2711889" y="2028992"/>
              <a:ext cx="145051" cy="12767"/>
            </a:xfrm>
            <a:custGeom>
              <a:avLst/>
              <a:gdLst>
                <a:gd name="connsiteX0" fmla="*/ 138662 w 145051"/>
                <a:gd name="connsiteY0" fmla="*/ 0 h 12767"/>
                <a:gd name="connsiteX1" fmla="*/ 6390 w 145051"/>
                <a:gd name="connsiteY1" fmla="*/ 0 h 12767"/>
                <a:gd name="connsiteX2" fmla="*/ 0 w 145051"/>
                <a:gd name="connsiteY2" fmla="*/ 6384 h 12767"/>
                <a:gd name="connsiteX3" fmla="*/ 6390 w 145051"/>
                <a:gd name="connsiteY3" fmla="*/ 12768 h 12767"/>
                <a:gd name="connsiteX4" fmla="*/ 138662 w 145051"/>
                <a:gd name="connsiteY4" fmla="*/ 12768 h 12767"/>
                <a:gd name="connsiteX5" fmla="*/ 145052 w 145051"/>
                <a:gd name="connsiteY5" fmla="*/ 6384 h 12767"/>
                <a:gd name="connsiteX6" fmla="*/ 138662 w 145051"/>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5051" h="12767">
                  <a:moveTo>
                    <a:pt x="138662" y="0"/>
                  </a:moveTo>
                  <a:lnTo>
                    <a:pt x="6390" y="0"/>
                  </a:lnTo>
                  <a:cubicBezTo>
                    <a:pt x="2556" y="0"/>
                    <a:pt x="0" y="2554"/>
                    <a:pt x="0" y="6384"/>
                  </a:cubicBezTo>
                  <a:cubicBezTo>
                    <a:pt x="0" y="10214"/>
                    <a:pt x="2556" y="12768"/>
                    <a:pt x="6390" y="12768"/>
                  </a:cubicBezTo>
                  <a:lnTo>
                    <a:pt x="138662" y="12768"/>
                  </a:lnTo>
                  <a:cubicBezTo>
                    <a:pt x="142496" y="12768"/>
                    <a:pt x="145052" y="10214"/>
                    <a:pt x="145052" y="6384"/>
                  </a:cubicBezTo>
                  <a:cubicBezTo>
                    <a:pt x="145052" y="2554"/>
                    <a:pt x="142496" y="0"/>
                    <a:pt x="138662" y="0"/>
                  </a:cubicBezTo>
                  <a:close/>
                </a:path>
              </a:pathLst>
            </a:custGeom>
            <a:solidFill>
              <a:srgbClr val="046A38"/>
            </a:solidFill>
            <a:ln w="6390" cap="flat">
              <a:noFill/>
              <a:prstDash val="solid"/>
              <a:miter/>
            </a:ln>
          </p:spPr>
          <p:txBody>
            <a:bodyPr rtlCol="0" anchor="ctr"/>
            <a:lstStyle/>
            <a:p>
              <a:endParaRPr lang="en-US"/>
            </a:p>
          </p:txBody>
        </p:sp>
        <p:sp>
          <p:nvSpPr>
            <p:cNvPr id="398" name="Graphic 4">
              <a:extLst>
                <a:ext uri="{FF2B5EF4-FFF2-40B4-BE49-F238E27FC236}">
                  <a16:creationId xmlns:a16="http://schemas.microsoft.com/office/drawing/2014/main" id="{4A3026BB-DCA9-1F49-A018-0C53513C3C69}"/>
                </a:ext>
              </a:extLst>
            </p:cNvPr>
            <p:cNvSpPr/>
            <p:nvPr/>
          </p:nvSpPr>
          <p:spPr>
            <a:xfrm>
              <a:off x="2626264" y="2091555"/>
              <a:ext cx="51758" cy="51710"/>
            </a:xfrm>
            <a:custGeom>
              <a:avLst/>
              <a:gdLst>
                <a:gd name="connsiteX0" fmla="*/ 45369 w 51758"/>
                <a:gd name="connsiteY0" fmla="*/ 0 h 51710"/>
                <a:gd name="connsiteX1" fmla="*/ 6390 w 51758"/>
                <a:gd name="connsiteY1" fmla="*/ 0 h 51710"/>
                <a:gd name="connsiteX2" fmla="*/ 0 w 51758"/>
                <a:gd name="connsiteY2" fmla="*/ 6384 h 51710"/>
                <a:gd name="connsiteX3" fmla="*/ 0 w 51758"/>
                <a:gd name="connsiteY3" fmla="*/ 45326 h 51710"/>
                <a:gd name="connsiteX4" fmla="*/ 6390 w 51758"/>
                <a:gd name="connsiteY4" fmla="*/ 51710 h 51710"/>
                <a:gd name="connsiteX5" fmla="*/ 45369 w 51758"/>
                <a:gd name="connsiteY5" fmla="*/ 51710 h 51710"/>
                <a:gd name="connsiteX6" fmla="*/ 51759 w 51758"/>
                <a:gd name="connsiteY6" fmla="*/ 45326 h 51710"/>
                <a:gd name="connsiteX7" fmla="*/ 51759 w 51758"/>
                <a:gd name="connsiteY7" fmla="*/ 6384 h 51710"/>
                <a:gd name="connsiteX8" fmla="*/ 45369 w 51758"/>
                <a:gd name="connsiteY8" fmla="*/ 0 h 51710"/>
                <a:gd name="connsiteX9" fmla="*/ 38979 w 51758"/>
                <a:gd name="connsiteY9" fmla="*/ 38942 h 51710"/>
                <a:gd name="connsiteX10" fmla="*/ 12780 w 51758"/>
                <a:gd name="connsiteY10" fmla="*/ 38942 h 51710"/>
                <a:gd name="connsiteX11" fmla="*/ 12780 w 51758"/>
                <a:gd name="connsiteY11" fmla="*/ 12768 h 51710"/>
                <a:gd name="connsiteX12" fmla="*/ 38979 w 51758"/>
                <a:gd name="connsiteY12" fmla="*/ 12768 h 51710"/>
                <a:gd name="connsiteX13" fmla="*/ 38979 w 51758"/>
                <a:gd name="connsiteY13" fmla="*/ 38942 h 5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758" h="51710">
                  <a:moveTo>
                    <a:pt x="45369" y="0"/>
                  </a:moveTo>
                  <a:lnTo>
                    <a:pt x="6390" y="0"/>
                  </a:lnTo>
                  <a:cubicBezTo>
                    <a:pt x="2556" y="0"/>
                    <a:pt x="0" y="2554"/>
                    <a:pt x="0" y="6384"/>
                  </a:cubicBezTo>
                  <a:lnTo>
                    <a:pt x="0" y="45326"/>
                  </a:lnTo>
                  <a:cubicBezTo>
                    <a:pt x="0" y="49157"/>
                    <a:pt x="2556" y="51710"/>
                    <a:pt x="6390" y="51710"/>
                  </a:cubicBezTo>
                  <a:lnTo>
                    <a:pt x="45369" y="51710"/>
                  </a:lnTo>
                  <a:cubicBezTo>
                    <a:pt x="49203" y="51710"/>
                    <a:pt x="51759" y="49157"/>
                    <a:pt x="51759" y="45326"/>
                  </a:cubicBezTo>
                  <a:lnTo>
                    <a:pt x="51759" y="6384"/>
                  </a:lnTo>
                  <a:cubicBezTo>
                    <a:pt x="51759" y="2554"/>
                    <a:pt x="48564" y="0"/>
                    <a:pt x="45369" y="0"/>
                  </a:cubicBezTo>
                  <a:close/>
                  <a:moveTo>
                    <a:pt x="38979" y="38942"/>
                  </a:moveTo>
                  <a:lnTo>
                    <a:pt x="12780" y="38942"/>
                  </a:lnTo>
                  <a:lnTo>
                    <a:pt x="12780" y="12768"/>
                  </a:lnTo>
                  <a:lnTo>
                    <a:pt x="38979" y="12768"/>
                  </a:lnTo>
                  <a:lnTo>
                    <a:pt x="38979" y="38942"/>
                  </a:lnTo>
                  <a:close/>
                </a:path>
              </a:pathLst>
            </a:custGeom>
            <a:solidFill>
              <a:srgbClr val="046A38"/>
            </a:solidFill>
            <a:ln w="6390" cap="flat">
              <a:noFill/>
              <a:prstDash val="solid"/>
              <a:miter/>
            </a:ln>
          </p:spPr>
          <p:txBody>
            <a:bodyPr rtlCol="0" anchor="ctr"/>
            <a:lstStyle/>
            <a:p>
              <a:endParaRPr lang="en-US"/>
            </a:p>
          </p:txBody>
        </p:sp>
        <p:sp>
          <p:nvSpPr>
            <p:cNvPr id="399" name="Graphic 4">
              <a:extLst>
                <a:ext uri="{FF2B5EF4-FFF2-40B4-BE49-F238E27FC236}">
                  <a16:creationId xmlns:a16="http://schemas.microsoft.com/office/drawing/2014/main" id="{45124C69-809B-E04D-996A-7A587D1EF3A8}"/>
                </a:ext>
              </a:extLst>
            </p:cNvPr>
            <p:cNvSpPr/>
            <p:nvPr/>
          </p:nvSpPr>
          <p:spPr>
            <a:xfrm>
              <a:off x="2711889" y="2091555"/>
              <a:ext cx="145051" cy="12767"/>
            </a:xfrm>
            <a:custGeom>
              <a:avLst/>
              <a:gdLst>
                <a:gd name="connsiteX0" fmla="*/ 138662 w 145051"/>
                <a:gd name="connsiteY0" fmla="*/ 0 h 12767"/>
                <a:gd name="connsiteX1" fmla="*/ 6390 w 145051"/>
                <a:gd name="connsiteY1" fmla="*/ 0 h 12767"/>
                <a:gd name="connsiteX2" fmla="*/ 0 w 145051"/>
                <a:gd name="connsiteY2" fmla="*/ 6384 h 12767"/>
                <a:gd name="connsiteX3" fmla="*/ 6390 w 145051"/>
                <a:gd name="connsiteY3" fmla="*/ 12768 h 12767"/>
                <a:gd name="connsiteX4" fmla="*/ 138662 w 145051"/>
                <a:gd name="connsiteY4" fmla="*/ 12768 h 12767"/>
                <a:gd name="connsiteX5" fmla="*/ 145052 w 145051"/>
                <a:gd name="connsiteY5" fmla="*/ 6384 h 12767"/>
                <a:gd name="connsiteX6" fmla="*/ 138662 w 145051"/>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5051" h="12767">
                  <a:moveTo>
                    <a:pt x="138662" y="0"/>
                  </a:moveTo>
                  <a:lnTo>
                    <a:pt x="6390" y="0"/>
                  </a:lnTo>
                  <a:cubicBezTo>
                    <a:pt x="2556" y="0"/>
                    <a:pt x="0" y="2554"/>
                    <a:pt x="0" y="6384"/>
                  </a:cubicBezTo>
                  <a:cubicBezTo>
                    <a:pt x="0" y="10214"/>
                    <a:pt x="2556" y="12768"/>
                    <a:pt x="6390" y="12768"/>
                  </a:cubicBezTo>
                  <a:lnTo>
                    <a:pt x="138662" y="12768"/>
                  </a:lnTo>
                  <a:cubicBezTo>
                    <a:pt x="142496" y="12768"/>
                    <a:pt x="145052" y="10214"/>
                    <a:pt x="145052" y="6384"/>
                  </a:cubicBezTo>
                  <a:cubicBezTo>
                    <a:pt x="145052" y="2554"/>
                    <a:pt x="142496" y="0"/>
                    <a:pt x="138662" y="0"/>
                  </a:cubicBezTo>
                  <a:close/>
                </a:path>
              </a:pathLst>
            </a:custGeom>
            <a:solidFill>
              <a:srgbClr val="046A38"/>
            </a:solidFill>
            <a:ln w="6390" cap="flat">
              <a:noFill/>
              <a:prstDash val="solid"/>
              <a:miter/>
            </a:ln>
          </p:spPr>
          <p:txBody>
            <a:bodyPr rtlCol="0" anchor="ctr"/>
            <a:lstStyle/>
            <a:p>
              <a:endParaRPr lang="en-US"/>
            </a:p>
          </p:txBody>
        </p:sp>
        <p:sp>
          <p:nvSpPr>
            <p:cNvPr id="400" name="Graphic 4">
              <a:extLst>
                <a:ext uri="{FF2B5EF4-FFF2-40B4-BE49-F238E27FC236}">
                  <a16:creationId xmlns:a16="http://schemas.microsoft.com/office/drawing/2014/main" id="{F1CC3DAE-B6E7-0B49-9A80-8718DA63E7A6}"/>
                </a:ext>
              </a:extLst>
            </p:cNvPr>
            <p:cNvSpPr/>
            <p:nvPr/>
          </p:nvSpPr>
          <p:spPr>
            <a:xfrm>
              <a:off x="2711889" y="2130497"/>
              <a:ext cx="145051" cy="12767"/>
            </a:xfrm>
            <a:custGeom>
              <a:avLst/>
              <a:gdLst>
                <a:gd name="connsiteX0" fmla="*/ 138662 w 145051"/>
                <a:gd name="connsiteY0" fmla="*/ 0 h 12767"/>
                <a:gd name="connsiteX1" fmla="*/ 6390 w 145051"/>
                <a:gd name="connsiteY1" fmla="*/ 0 h 12767"/>
                <a:gd name="connsiteX2" fmla="*/ 0 w 145051"/>
                <a:gd name="connsiteY2" fmla="*/ 6384 h 12767"/>
                <a:gd name="connsiteX3" fmla="*/ 6390 w 145051"/>
                <a:gd name="connsiteY3" fmla="*/ 12768 h 12767"/>
                <a:gd name="connsiteX4" fmla="*/ 138662 w 145051"/>
                <a:gd name="connsiteY4" fmla="*/ 12768 h 12767"/>
                <a:gd name="connsiteX5" fmla="*/ 145052 w 145051"/>
                <a:gd name="connsiteY5" fmla="*/ 6384 h 12767"/>
                <a:gd name="connsiteX6" fmla="*/ 138662 w 145051"/>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5051" h="12767">
                  <a:moveTo>
                    <a:pt x="138662" y="0"/>
                  </a:moveTo>
                  <a:lnTo>
                    <a:pt x="6390" y="0"/>
                  </a:lnTo>
                  <a:cubicBezTo>
                    <a:pt x="2556" y="0"/>
                    <a:pt x="0" y="2554"/>
                    <a:pt x="0" y="6384"/>
                  </a:cubicBezTo>
                  <a:cubicBezTo>
                    <a:pt x="0" y="10214"/>
                    <a:pt x="2556" y="12768"/>
                    <a:pt x="6390" y="12768"/>
                  </a:cubicBezTo>
                  <a:lnTo>
                    <a:pt x="138662" y="12768"/>
                  </a:lnTo>
                  <a:cubicBezTo>
                    <a:pt x="142496" y="12768"/>
                    <a:pt x="145052" y="10214"/>
                    <a:pt x="145052" y="6384"/>
                  </a:cubicBezTo>
                  <a:cubicBezTo>
                    <a:pt x="145052" y="2554"/>
                    <a:pt x="142496" y="0"/>
                    <a:pt x="138662" y="0"/>
                  </a:cubicBezTo>
                  <a:close/>
                </a:path>
              </a:pathLst>
            </a:custGeom>
            <a:solidFill>
              <a:srgbClr val="046A38"/>
            </a:solidFill>
            <a:ln w="6390" cap="flat">
              <a:noFill/>
              <a:prstDash val="solid"/>
              <a:miter/>
            </a:ln>
          </p:spPr>
          <p:txBody>
            <a:bodyPr rtlCol="0" anchor="ctr"/>
            <a:lstStyle/>
            <a:p>
              <a:endParaRPr lang="en-US"/>
            </a:p>
          </p:txBody>
        </p:sp>
      </p:grpSp>
      <p:grpSp>
        <p:nvGrpSpPr>
          <p:cNvPr id="401" name="Graphic 4">
            <a:extLst>
              <a:ext uri="{FF2B5EF4-FFF2-40B4-BE49-F238E27FC236}">
                <a16:creationId xmlns:a16="http://schemas.microsoft.com/office/drawing/2014/main" id="{668EF795-5847-8D40-B618-F0AD2D9CCA04}"/>
              </a:ext>
            </a:extLst>
          </p:cNvPr>
          <p:cNvGrpSpPr>
            <a:grpSpLocks noChangeAspect="1"/>
          </p:cNvGrpSpPr>
          <p:nvPr/>
        </p:nvGrpSpPr>
        <p:grpSpPr>
          <a:xfrm>
            <a:off x="2559808" y="4308712"/>
            <a:ext cx="362313" cy="361971"/>
            <a:chOff x="2559808" y="4308712"/>
            <a:chExt cx="362313" cy="361971"/>
          </a:xfrm>
          <a:solidFill>
            <a:srgbClr val="046A38"/>
          </a:solidFill>
        </p:grpSpPr>
        <p:sp>
          <p:nvSpPr>
            <p:cNvPr id="402" name="Graphic 4">
              <a:extLst>
                <a:ext uri="{FF2B5EF4-FFF2-40B4-BE49-F238E27FC236}">
                  <a16:creationId xmlns:a16="http://schemas.microsoft.com/office/drawing/2014/main" id="{0540CE45-BD28-6245-95F5-AEFA81FB58F9}"/>
                </a:ext>
              </a:extLst>
            </p:cNvPr>
            <p:cNvSpPr/>
            <p:nvPr/>
          </p:nvSpPr>
          <p:spPr>
            <a:xfrm>
              <a:off x="2559808" y="4308712"/>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362309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5 w 362313"/>
                <a:gd name="connsiteY9" fmla="*/ 12768 h 361971"/>
                <a:gd name="connsiteX10" fmla="*/ 349529 w 362313"/>
                <a:gd name="connsiteY10" fmla="*/ 180667 h 361971"/>
                <a:gd name="connsiteX11" fmla="*/ 349529 w 362313"/>
                <a:gd name="connsiteY11" fmla="*/ 180667 h 361971"/>
                <a:gd name="connsiteX12" fmla="*/ 181474 w 362313"/>
                <a:gd name="connsiteY12" fmla="*/ 349204 h 361971"/>
                <a:gd name="connsiteX13" fmla="*/ 181474 w 362313"/>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lnTo>
                    <a:pt x="181474" y="0"/>
                  </a:ln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lnTo>
                    <a:pt x="181474" y="349204"/>
                  </a:lnTo>
                  <a:close/>
                </a:path>
              </a:pathLst>
            </a:custGeom>
            <a:solidFill>
              <a:srgbClr val="046A38"/>
            </a:solidFill>
            <a:ln w="6390" cap="flat">
              <a:noFill/>
              <a:prstDash val="solid"/>
              <a:miter/>
            </a:ln>
          </p:spPr>
          <p:txBody>
            <a:bodyPr rtlCol="0" anchor="ctr"/>
            <a:lstStyle/>
            <a:p>
              <a:endParaRPr lang="en-US"/>
            </a:p>
          </p:txBody>
        </p:sp>
        <p:sp>
          <p:nvSpPr>
            <p:cNvPr id="403" name="Graphic 4">
              <a:extLst>
                <a:ext uri="{FF2B5EF4-FFF2-40B4-BE49-F238E27FC236}">
                  <a16:creationId xmlns:a16="http://schemas.microsoft.com/office/drawing/2014/main" id="{824FB28C-219B-A742-AB87-595AC5240D59}"/>
                </a:ext>
              </a:extLst>
            </p:cNvPr>
            <p:cNvSpPr/>
            <p:nvPr/>
          </p:nvSpPr>
          <p:spPr>
            <a:xfrm>
              <a:off x="2637127" y="4410855"/>
              <a:ext cx="208311" cy="157684"/>
            </a:xfrm>
            <a:custGeom>
              <a:avLst/>
              <a:gdLst>
                <a:gd name="connsiteX0" fmla="*/ 197449 w 208311"/>
                <a:gd name="connsiteY0" fmla="*/ 1915 h 157684"/>
                <a:gd name="connsiteX1" fmla="*/ 56870 w 208311"/>
                <a:gd name="connsiteY1" fmla="*/ 142363 h 157684"/>
                <a:gd name="connsiteX2" fmla="*/ 10863 w 208311"/>
                <a:gd name="connsiteY2" fmla="*/ 96398 h 157684"/>
                <a:gd name="connsiteX3" fmla="*/ 1917 w 208311"/>
                <a:gd name="connsiteY3" fmla="*/ 96398 h 157684"/>
                <a:gd name="connsiteX4" fmla="*/ 1917 w 208311"/>
                <a:gd name="connsiteY4" fmla="*/ 105336 h 157684"/>
                <a:gd name="connsiteX5" fmla="*/ 1917 w 208311"/>
                <a:gd name="connsiteY5" fmla="*/ 105336 h 157684"/>
                <a:gd name="connsiteX6" fmla="*/ 52397 w 208311"/>
                <a:gd name="connsiteY6" fmla="*/ 155769 h 157684"/>
                <a:gd name="connsiteX7" fmla="*/ 56870 w 208311"/>
                <a:gd name="connsiteY7" fmla="*/ 157684 h 157684"/>
                <a:gd name="connsiteX8" fmla="*/ 61343 w 208311"/>
                <a:gd name="connsiteY8" fmla="*/ 155769 h 157684"/>
                <a:gd name="connsiteX9" fmla="*/ 206395 w 208311"/>
                <a:gd name="connsiteY9" fmla="*/ 10853 h 157684"/>
                <a:gd name="connsiteX10" fmla="*/ 206395 w 208311"/>
                <a:gd name="connsiteY10" fmla="*/ 1915 h 157684"/>
                <a:gd name="connsiteX11" fmla="*/ 197449 w 208311"/>
                <a:gd name="connsiteY11" fmla="*/ 1915 h 15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8311" h="157684">
                  <a:moveTo>
                    <a:pt x="197449" y="1915"/>
                  </a:moveTo>
                  <a:lnTo>
                    <a:pt x="56870" y="142363"/>
                  </a:lnTo>
                  <a:lnTo>
                    <a:pt x="10863" y="96398"/>
                  </a:lnTo>
                  <a:cubicBezTo>
                    <a:pt x="8307" y="93845"/>
                    <a:pt x="4473" y="93845"/>
                    <a:pt x="1917" y="96398"/>
                  </a:cubicBezTo>
                  <a:cubicBezTo>
                    <a:pt x="-639" y="98952"/>
                    <a:pt x="-639" y="102782"/>
                    <a:pt x="1917" y="105336"/>
                  </a:cubicBezTo>
                  <a:lnTo>
                    <a:pt x="1917" y="105336"/>
                  </a:lnTo>
                  <a:lnTo>
                    <a:pt x="52397" y="155769"/>
                  </a:lnTo>
                  <a:cubicBezTo>
                    <a:pt x="53675" y="157046"/>
                    <a:pt x="54953" y="157684"/>
                    <a:pt x="56870" y="157684"/>
                  </a:cubicBezTo>
                  <a:cubicBezTo>
                    <a:pt x="58787" y="157684"/>
                    <a:pt x="60065" y="157046"/>
                    <a:pt x="61343" y="155769"/>
                  </a:cubicBezTo>
                  <a:lnTo>
                    <a:pt x="206395" y="10853"/>
                  </a:lnTo>
                  <a:cubicBezTo>
                    <a:pt x="208951" y="8299"/>
                    <a:pt x="208951" y="4469"/>
                    <a:pt x="206395" y="1915"/>
                  </a:cubicBezTo>
                  <a:cubicBezTo>
                    <a:pt x="204478" y="-638"/>
                    <a:pt x="200005" y="-638"/>
                    <a:pt x="197449" y="1915"/>
                  </a:cubicBezTo>
                  <a:close/>
                </a:path>
              </a:pathLst>
            </a:custGeom>
            <a:solidFill>
              <a:srgbClr val="046A38"/>
            </a:solidFill>
            <a:ln w="6390" cap="flat">
              <a:noFill/>
              <a:prstDash val="solid"/>
              <a:miter/>
            </a:ln>
          </p:spPr>
          <p:txBody>
            <a:bodyPr rtlCol="0" anchor="ctr"/>
            <a:lstStyle/>
            <a:p>
              <a:endParaRPr lang="en-US"/>
            </a:p>
          </p:txBody>
        </p:sp>
      </p:grpSp>
      <p:grpSp>
        <p:nvGrpSpPr>
          <p:cNvPr id="404" name="Graphic 4">
            <a:extLst>
              <a:ext uri="{FF2B5EF4-FFF2-40B4-BE49-F238E27FC236}">
                <a16:creationId xmlns:a16="http://schemas.microsoft.com/office/drawing/2014/main" id="{963D883B-0D68-4346-9A39-AD806DB687E2}"/>
              </a:ext>
            </a:extLst>
          </p:cNvPr>
          <p:cNvGrpSpPr>
            <a:grpSpLocks noChangeAspect="1"/>
          </p:cNvGrpSpPr>
          <p:nvPr/>
        </p:nvGrpSpPr>
        <p:grpSpPr>
          <a:xfrm>
            <a:off x="2559808" y="3339623"/>
            <a:ext cx="362313" cy="361971"/>
            <a:chOff x="2559808" y="3339623"/>
            <a:chExt cx="362313" cy="361971"/>
          </a:xfrm>
          <a:solidFill>
            <a:srgbClr val="046A38"/>
          </a:solidFill>
        </p:grpSpPr>
        <p:sp>
          <p:nvSpPr>
            <p:cNvPr id="405" name="Graphic 4">
              <a:extLst>
                <a:ext uri="{FF2B5EF4-FFF2-40B4-BE49-F238E27FC236}">
                  <a16:creationId xmlns:a16="http://schemas.microsoft.com/office/drawing/2014/main" id="{F90931CA-E33B-C845-97B4-66D68AE24904}"/>
                </a:ext>
              </a:extLst>
            </p:cNvPr>
            <p:cNvSpPr/>
            <p:nvPr/>
          </p:nvSpPr>
          <p:spPr>
            <a:xfrm>
              <a:off x="2559808" y="33396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362309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29 w 362313"/>
                <a:gd name="connsiteY9" fmla="*/ 180667 h 361971"/>
                <a:gd name="connsiteX10" fmla="*/ 349529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lnTo>
                    <a:pt x="181474" y="349204"/>
                  </a:lnTo>
                  <a:close/>
                </a:path>
              </a:pathLst>
            </a:custGeom>
            <a:solidFill>
              <a:srgbClr val="046A38"/>
            </a:solidFill>
            <a:ln w="6390" cap="flat">
              <a:noFill/>
              <a:prstDash val="solid"/>
              <a:miter/>
            </a:ln>
          </p:spPr>
          <p:txBody>
            <a:bodyPr rtlCol="0" anchor="ctr"/>
            <a:lstStyle/>
            <a:p>
              <a:endParaRPr lang="en-US"/>
            </a:p>
          </p:txBody>
        </p:sp>
        <p:sp>
          <p:nvSpPr>
            <p:cNvPr id="406" name="Graphic 4">
              <a:extLst>
                <a:ext uri="{FF2B5EF4-FFF2-40B4-BE49-F238E27FC236}">
                  <a16:creationId xmlns:a16="http://schemas.microsoft.com/office/drawing/2014/main" id="{CB86E729-A74B-5744-990D-58F18B6492C6}"/>
                </a:ext>
              </a:extLst>
            </p:cNvPr>
            <p:cNvSpPr/>
            <p:nvPr/>
          </p:nvSpPr>
          <p:spPr>
            <a:xfrm>
              <a:off x="2638404" y="3490285"/>
              <a:ext cx="28754" cy="12767"/>
            </a:xfrm>
            <a:custGeom>
              <a:avLst/>
              <a:gdLst>
                <a:gd name="connsiteX0" fmla="*/ 22365 w 28754"/>
                <a:gd name="connsiteY0" fmla="*/ 0 h 12767"/>
                <a:gd name="connsiteX1" fmla="*/ 6390 w 28754"/>
                <a:gd name="connsiteY1" fmla="*/ 0 h 12767"/>
                <a:gd name="connsiteX2" fmla="*/ 0 w 28754"/>
                <a:gd name="connsiteY2" fmla="*/ 6384 h 12767"/>
                <a:gd name="connsiteX3" fmla="*/ 6390 w 28754"/>
                <a:gd name="connsiteY3" fmla="*/ 12768 h 12767"/>
                <a:gd name="connsiteX4" fmla="*/ 22365 w 28754"/>
                <a:gd name="connsiteY4" fmla="*/ 12768 h 12767"/>
                <a:gd name="connsiteX5" fmla="*/ 28755 w 28754"/>
                <a:gd name="connsiteY5" fmla="*/ 6384 h 12767"/>
                <a:gd name="connsiteX6" fmla="*/ 22365 w 2875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54" h="12767">
                  <a:moveTo>
                    <a:pt x="22365" y="0"/>
                  </a:moveTo>
                  <a:lnTo>
                    <a:pt x="6390" y="0"/>
                  </a:lnTo>
                  <a:cubicBezTo>
                    <a:pt x="2556" y="0"/>
                    <a:pt x="0" y="2554"/>
                    <a:pt x="0" y="6384"/>
                  </a:cubicBezTo>
                  <a:cubicBezTo>
                    <a:pt x="0" y="10215"/>
                    <a:pt x="2556" y="12768"/>
                    <a:pt x="6390" y="12768"/>
                  </a:cubicBezTo>
                  <a:lnTo>
                    <a:pt x="22365" y="12768"/>
                  </a:lnTo>
                  <a:cubicBezTo>
                    <a:pt x="26199" y="12768"/>
                    <a:pt x="28755" y="10215"/>
                    <a:pt x="28755" y="6384"/>
                  </a:cubicBezTo>
                  <a:cubicBezTo>
                    <a:pt x="28755" y="2554"/>
                    <a:pt x="25560" y="0"/>
                    <a:pt x="22365" y="0"/>
                  </a:cubicBezTo>
                  <a:close/>
                </a:path>
              </a:pathLst>
            </a:custGeom>
            <a:solidFill>
              <a:srgbClr val="046A38"/>
            </a:solidFill>
            <a:ln w="6390" cap="flat">
              <a:noFill/>
              <a:prstDash val="solid"/>
              <a:miter/>
            </a:ln>
          </p:spPr>
          <p:txBody>
            <a:bodyPr rtlCol="0" anchor="ctr"/>
            <a:lstStyle/>
            <a:p>
              <a:endParaRPr lang="en-US"/>
            </a:p>
          </p:txBody>
        </p:sp>
        <p:sp>
          <p:nvSpPr>
            <p:cNvPr id="407" name="Graphic 4">
              <a:extLst>
                <a:ext uri="{FF2B5EF4-FFF2-40B4-BE49-F238E27FC236}">
                  <a16:creationId xmlns:a16="http://schemas.microsoft.com/office/drawing/2014/main" id="{B0EF6A45-8081-3C44-9B4F-389222B1B14B}"/>
                </a:ext>
              </a:extLst>
            </p:cNvPr>
            <p:cNvSpPr/>
            <p:nvPr/>
          </p:nvSpPr>
          <p:spPr>
            <a:xfrm>
              <a:off x="2638404" y="3441767"/>
              <a:ext cx="28754" cy="12767"/>
            </a:xfrm>
            <a:custGeom>
              <a:avLst/>
              <a:gdLst>
                <a:gd name="connsiteX0" fmla="*/ 22365 w 28754"/>
                <a:gd name="connsiteY0" fmla="*/ 0 h 12767"/>
                <a:gd name="connsiteX1" fmla="*/ 6390 w 28754"/>
                <a:gd name="connsiteY1" fmla="*/ 0 h 12767"/>
                <a:gd name="connsiteX2" fmla="*/ 0 w 28754"/>
                <a:gd name="connsiteY2" fmla="*/ 6384 h 12767"/>
                <a:gd name="connsiteX3" fmla="*/ 6390 w 28754"/>
                <a:gd name="connsiteY3" fmla="*/ 12768 h 12767"/>
                <a:gd name="connsiteX4" fmla="*/ 22365 w 28754"/>
                <a:gd name="connsiteY4" fmla="*/ 12768 h 12767"/>
                <a:gd name="connsiteX5" fmla="*/ 28755 w 28754"/>
                <a:gd name="connsiteY5" fmla="*/ 6384 h 12767"/>
                <a:gd name="connsiteX6" fmla="*/ 22365 w 2875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54" h="12767">
                  <a:moveTo>
                    <a:pt x="22365" y="0"/>
                  </a:moveTo>
                  <a:lnTo>
                    <a:pt x="6390" y="0"/>
                  </a:lnTo>
                  <a:cubicBezTo>
                    <a:pt x="2556" y="0"/>
                    <a:pt x="0" y="2554"/>
                    <a:pt x="0" y="6384"/>
                  </a:cubicBezTo>
                  <a:cubicBezTo>
                    <a:pt x="0" y="10214"/>
                    <a:pt x="2556" y="12768"/>
                    <a:pt x="6390" y="12768"/>
                  </a:cubicBezTo>
                  <a:lnTo>
                    <a:pt x="22365" y="12768"/>
                  </a:lnTo>
                  <a:cubicBezTo>
                    <a:pt x="26199" y="12768"/>
                    <a:pt x="28755" y="10214"/>
                    <a:pt x="28755" y="6384"/>
                  </a:cubicBezTo>
                  <a:cubicBezTo>
                    <a:pt x="28755" y="2554"/>
                    <a:pt x="25560" y="0"/>
                    <a:pt x="22365" y="0"/>
                  </a:cubicBezTo>
                  <a:close/>
                </a:path>
              </a:pathLst>
            </a:custGeom>
            <a:solidFill>
              <a:srgbClr val="046A38"/>
            </a:solidFill>
            <a:ln w="6390" cap="flat">
              <a:noFill/>
              <a:prstDash val="solid"/>
              <a:miter/>
            </a:ln>
          </p:spPr>
          <p:txBody>
            <a:bodyPr rtlCol="0" anchor="ctr"/>
            <a:lstStyle/>
            <a:p>
              <a:endParaRPr lang="en-US"/>
            </a:p>
          </p:txBody>
        </p:sp>
        <p:sp>
          <p:nvSpPr>
            <p:cNvPr id="408" name="Graphic 4">
              <a:extLst>
                <a:ext uri="{FF2B5EF4-FFF2-40B4-BE49-F238E27FC236}">
                  <a16:creationId xmlns:a16="http://schemas.microsoft.com/office/drawing/2014/main" id="{1D2BB253-2000-B142-9443-892734C66A84}"/>
                </a:ext>
              </a:extLst>
            </p:cNvPr>
            <p:cNvSpPr/>
            <p:nvPr/>
          </p:nvSpPr>
          <p:spPr>
            <a:xfrm>
              <a:off x="2638404" y="3538804"/>
              <a:ext cx="28754" cy="12767"/>
            </a:xfrm>
            <a:custGeom>
              <a:avLst/>
              <a:gdLst>
                <a:gd name="connsiteX0" fmla="*/ 22365 w 28754"/>
                <a:gd name="connsiteY0" fmla="*/ 0 h 12767"/>
                <a:gd name="connsiteX1" fmla="*/ 6390 w 28754"/>
                <a:gd name="connsiteY1" fmla="*/ 0 h 12767"/>
                <a:gd name="connsiteX2" fmla="*/ 0 w 28754"/>
                <a:gd name="connsiteY2" fmla="*/ 6384 h 12767"/>
                <a:gd name="connsiteX3" fmla="*/ 6390 w 28754"/>
                <a:gd name="connsiteY3" fmla="*/ 12768 h 12767"/>
                <a:gd name="connsiteX4" fmla="*/ 22365 w 28754"/>
                <a:gd name="connsiteY4" fmla="*/ 12768 h 12767"/>
                <a:gd name="connsiteX5" fmla="*/ 28755 w 28754"/>
                <a:gd name="connsiteY5" fmla="*/ 6384 h 12767"/>
                <a:gd name="connsiteX6" fmla="*/ 22365 w 2875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54" h="12767">
                  <a:moveTo>
                    <a:pt x="22365" y="0"/>
                  </a:moveTo>
                  <a:lnTo>
                    <a:pt x="6390" y="0"/>
                  </a:lnTo>
                  <a:cubicBezTo>
                    <a:pt x="2556" y="0"/>
                    <a:pt x="0" y="2553"/>
                    <a:pt x="0" y="6384"/>
                  </a:cubicBezTo>
                  <a:cubicBezTo>
                    <a:pt x="0" y="10214"/>
                    <a:pt x="2556" y="12768"/>
                    <a:pt x="6390" y="12768"/>
                  </a:cubicBezTo>
                  <a:lnTo>
                    <a:pt x="22365" y="12768"/>
                  </a:lnTo>
                  <a:cubicBezTo>
                    <a:pt x="26199" y="12768"/>
                    <a:pt x="28755" y="10214"/>
                    <a:pt x="28755" y="6384"/>
                  </a:cubicBezTo>
                  <a:cubicBezTo>
                    <a:pt x="28755" y="2553"/>
                    <a:pt x="25560" y="0"/>
                    <a:pt x="22365" y="0"/>
                  </a:cubicBezTo>
                  <a:close/>
                </a:path>
              </a:pathLst>
            </a:custGeom>
            <a:solidFill>
              <a:srgbClr val="046A38"/>
            </a:solidFill>
            <a:ln w="6390" cap="flat">
              <a:noFill/>
              <a:prstDash val="solid"/>
              <a:miter/>
            </a:ln>
          </p:spPr>
          <p:txBody>
            <a:bodyPr rtlCol="0" anchor="ctr"/>
            <a:lstStyle/>
            <a:p>
              <a:endParaRPr lang="en-US"/>
            </a:p>
          </p:txBody>
        </p:sp>
        <p:sp>
          <p:nvSpPr>
            <p:cNvPr id="409" name="Graphic 4">
              <a:extLst>
                <a:ext uri="{FF2B5EF4-FFF2-40B4-BE49-F238E27FC236}">
                  <a16:creationId xmlns:a16="http://schemas.microsoft.com/office/drawing/2014/main" id="{2101859F-35CD-A743-9532-B05BAF9EB527}"/>
                </a:ext>
              </a:extLst>
            </p:cNvPr>
            <p:cNvSpPr/>
            <p:nvPr/>
          </p:nvSpPr>
          <p:spPr>
            <a:xfrm>
              <a:off x="2694636" y="3490285"/>
              <a:ext cx="150163" cy="12767"/>
            </a:xfrm>
            <a:custGeom>
              <a:avLst/>
              <a:gdLst>
                <a:gd name="connsiteX0" fmla="*/ 144412 w 150163"/>
                <a:gd name="connsiteY0" fmla="*/ 0 h 12767"/>
                <a:gd name="connsiteX1" fmla="*/ 6390 w 150163"/>
                <a:gd name="connsiteY1" fmla="*/ 0 h 12767"/>
                <a:gd name="connsiteX2" fmla="*/ 0 w 150163"/>
                <a:gd name="connsiteY2" fmla="*/ 6384 h 12767"/>
                <a:gd name="connsiteX3" fmla="*/ 6390 w 150163"/>
                <a:gd name="connsiteY3" fmla="*/ 12768 h 12767"/>
                <a:gd name="connsiteX4" fmla="*/ 143774 w 150163"/>
                <a:gd name="connsiteY4" fmla="*/ 12768 h 12767"/>
                <a:gd name="connsiteX5" fmla="*/ 150164 w 150163"/>
                <a:gd name="connsiteY5" fmla="*/ 6384 h 12767"/>
                <a:gd name="connsiteX6" fmla="*/ 144412 w 150163"/>
                <a:gd name="connsiteY6" fmla="*/ 0 h 12767"/>
                <a:gd name="connsiteX7" fmla="*/ 144412 w 150163"/>
                <a:gd name="connsiteY7"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163" h="12767">
                  <a:moveTo>
                    <a:pt x="144412" y="0"/>
                  </a:moveTo>
                  <a:lnTo>
                    <a:pt x="6390" y="0"/>
                  </a:lnTo>
                  <a:cubicBezTo>
                    <a:pt x="2556" y="0"/>
                    <a:pt x="0" y="2554"/>
                    <a:pt x="0" y="6384"/>
                  </a:cubicBezTo>
                  <a:cubicBezTo>
                    <a:pt x="0" y="10215"/>
                    <a:pt x="2556" y="12768"/>
                    <a:pt x="6390" y="12768"/>
                  </a:cubicBezTo>
                  <a:lnTo>
                    <a:pt x="143774" y="12768"/>
                  </a:lnTo>
                  <a:cubicBezTo>
                    <a:pt x="147607" y="12768"/>
                    <a:pt x="150164" y="10215"/>
                    <a:pt x="150164" y="6384"/>
                  </a:cubicBezTo>
                  <a:cubicBezTo>
                    <a:pt x="150164" y="2554"/>
                    <a:pt x="147607" y="0"/>
                    <a:pt x="144412" y="0"/>
                  </a:cubicBezTo>
                  <a:lnTo>
                    <a:pt x="144412" y="0"/>
                  </a:lnTo>
                  <a:close/>
                </a:path>
              </a:pathLst>
            </a:custGeom>
            <a:solidFill>
              <a:srgbClr val="046A38"/>
            </a:solidFill>
            <a:ln w="6390" cap="flat">
              <a:noFill/>
              <a:prstDash val="solid"/>
              <a:miter/>
            </a:ln>
          </p:spPr>
          <p:txBody>
            <a:bodyPr rtlCol="0" anchor="ctr"/>
            <a:lstStyle/>
            <a:p>
              <a:endParaRPr lang="en-US"/>
            </a:p>
          </p:txBody>
        </p:sp>
        <p:sp>
          <p:nvSpPr>
            <p:cNvPr id="410" name="Graphic 4">
              <a:extLst>
                <a:ext uri="{FF2B5EF4-FFF2-40B4-BE49-F238E27FC236}">
                  <a16:creationId xmlns:a16="http://schemas.microsoft.com/office/drawing/2014/main" id="{06A1FC65-A157-EF44-8C01-B2EED9D0CC46}"/>
                </a:ext>
              </a:extLst>
            </p:cNvPr>
            <p:cNvSpPr/>
            <p:nvPr/>
          </p:nvSpPr>
          <p:spPr>
            <a:xfrm>
              <a:off x="2694636" y="3441767"/>
              <a:ext cx="150163" cy="12767"/>
            </a:xfrm>
            <a:custGeom>
              <a:avLst/>
              <a:gdLst>
                <a:gd name="connsiteX0" fmla="*/ 144412 w 150163"/>
                <a:gd name="connsiteY0" fmla="*/ 0 h 12767"/>
                <a:gd name="connsiteX1" fmla="*/ 6390 w 150163"/>
                <a:gd name="connsiteY1" fmla="*/ 0 h 12767"/>
                <a:gd name="connsiteX2" fmla="*/ 0 w 150163"/>
                <a:gd name="connsiteY2" fmla="*/ 6384 h 12767"/>
                <a:gd name="connsiteX3" fmla="*/ 6390 w 150163"/>
                <a:gd name="connsiteY3" fmla="*/ 12768 h 12767"/>
                <a:gd name="connsiteX4" fmla="*/ 143774 w 150163"/>
                <a:gd name="connsiteY4" fmla="*/ 12768 h 12767"/>
                <a:gd name="connsiteX5" fmla="*/ 150164 w 150163"/>
                <a:gd name="connsiteY5" fmla="*/ 6384 h 12767"/>
                <a:gd name="connsiteX6" fmla="*/ 144412 w 150163"/>
                <a:gd name="connsiteY6" fmla="*/ 0 h 12767"/>
                <a:gd name="connsiteX7" fmla="*/ 144412 w 150163"/>
                <a:gd name="connsiteY7"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163" h="12767">
                  <a:moveTo>
                    <a:pt x="144412" y="0"/>
                  </a:moveTo>
                  <a:lnTo>
                    <a:pt x="6390" y="0"/>
                  </a:lnTo>
                  <a:cubicBezTo>
                    <a:pt x="2556" y="0"/>
                    <a:pt x="0" y="2554"/>
                    <a:pt x="0" y="6384"/>
                  </a:cubicBezTo>
                  <a:cubicBezTo>
                    <a:pt x="0" y="10214"/>
                    <a:pt x="2556" y="12768"/>
                    <a:pt x="6390" y="12768"/>
                  </a:cubicBezTo>
                  <a:lnTo>
                    <a:pt x="143774" y="12768"/>
                  </a:lnTo>
                  <a:cubicBezTo>
                    <a:pt x="147607" y="12768"/>
                    <a:pt x="150164" y="10214"/>
                    <a:pt x="150164" y="6384"/>
                  </a:cubicBezTo>
                  <a:cubicBezTo>
                    <a:pt x="150164" y="2554"/>
                    <a:pt x="147607" y="0"/>
                    <a:pt x="144412" y="0"/>
                  </a:cubicBezTo>
                  <a:lnTo>
                    <a:pt x="144412" y="0"/>
                  </a:lnTo>
                  <a:close/>
                </a:path>
              </a:pathLst>
            </a:custGeom>
            <a:solidFill>
              <a:srgbClr val="046A38"/>
            </a:solidFill>
            <a:ln w="6390" cap="flat">
              <a:noFill/>
              <a:prstDash val="solid"/>
              <a:miter/>
            </a:ln>
          </p:spPr>
          <p:txBody>
            <a:bodyPr rtlCol="0" anchor="ctr"/>
            <a:lstStyle/>
            <a:p>
              <a:endParaRPr lang="en-US"/>
            </a:p>
          </p:txBody>
        </p:sp>
        <p:sp>
          <p:nvSpPr>
            <p:cNvPr id="411" name="Graphic 4">
              <a:extLst>
                <a:ext uri="{FF2B5EF4-FFF2-40B4-BE49-F238E27FC236}">
                  <a16:creationId xmlns:a16="http://schemas.microsoft.com/office/drawing/2014/main" id="{B2524388-5754-C84D-9881-2003FAF03098}"/>
                </a:ext>
              </a:extLst>
            </p:cNvPr>
            <p:cNvSpPr/>
            <p:nvPr/>
          </p:nvSpPr>
          <p:spPr>
            <a:xfrm>
              <a:off x="2694636" y="3538804"/>
              <a:ext cx="150163" cy="12767"/>
            </a:xfrm>
            <a:custGeom>
              <a:avLst/>
              <a:gdLst>
                <a:gd name="connsiteX0" fmla="*/ 144412 w 150163"/>
                <a:gd name="connsiteY0" fmla="*/ 0 h 12767"/>
                <a:gd name="connsiteX1" fmla="*/ 6390 w 150163"/>
                <a:gd name="connsiteY1" fmla="*/ 0 h 12767"/>
                <a:gd name="connsiteX2" fmla="*/ 0 w 150163"/>
                <a:gd name="connsiteY2" fmla="*/ 6384 h 12767"/>
                <a:gd name="connsiteX3" fmla="*/ 6390 w 150163"/>
                <a:gd name="connsiteY3" fmla="*/ 12768 h 12767"/>
                <a:gd name="connsiteX4" fmla="*/ 143774 w 150163"/>
                <a:gd name="connsiteY4" fmla="*/ 12768 h 12767"/>
                <a:gd name="connsiteX5" fmla="*/ 150164 w 150163"/>
                <a:gd name="connsiteY5" fmla="*/ 6384 h 12767"/>
                <a:gd name="connsiteX6" fmla="*/ 144412 w 150163"/>
                <a:gd name="connsiteY6" fmla="*/ 0 h 12767"/>
                <a:gd name="connsiteX7" fmla="*/ 144412 w 150163"/>
                <a:gd name="connsiteY7"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163" h="12767">
                  <a:moveTo>
                    <a:pt x="144412" y="0"/>
                  </a:moveTo>
                  <a:lnTo>
                    <a:pt x="6390" y="0"/>
                  </a:lnTo>
                  <a:cubicBezTo>
                    <a:pt x="2556" y="0"/>
                    <a:pt x="0" y="2553"/>
                    <a:pt x="0" y="6384"/>
                  </a:cubicBezTo>
                  <a:cubicBezTo>
                    <a:pt x="0" y="10214"/>
                    <a:pt x="2556" y="12768"/>
                    <a:pt x="6390" y="12768"/>
                  </a:cubicBezTo>
                  <a:lnTo>
                    <a:pt x="143774" y="12768"/>
                  </a:lnTo>
                  <a:cubicBezTo>
                    <a:pt x="147607" y="12768"/>
                    <a:pt x="150164" y="10214"/>
                    <a:pt x="150164" y="6384"/>
                  </a:cubicBezTo>
                  <a:cubicBezTo>
                    <a:pt x="150164" y="2553"/>
                    <a:pt x="147607" y="0"/>
                    <a:pt x="144412" y="0"/>
                  </a:cubicBezTo>
                  <a:lnTo>
                    <a:pt x="144412" y="0"/>
                  </a:lnTo>
                  <a:close/>
                </a:path>
              </a:pathLst>
            </a:custGeom>
            <a:solidFill>
              <a:srgbClr val="046A38"/>
            </a:solidFill>
            <a:ln w="6390" cap="flat">
              <a:noFill/>
              <a:prstDash val="solid"/>
              <a:miter/>
            </a:ln>
          </p:spPr>
          <p:txBody>
            <a:bodyPr rtlCol="0" anchor="ctr"/>
            <a:lstStyle/>
            <a:p>
              <a:endParaRPr lang="en-US"/>
            </a:p>
          </p:txBody>
        </p:sp>
        <p:sp>
          <p:nvSpPr>
            <p:cNvPr id="412" name="Graphic 4">
              <a:extLst>
                <a:ext uri="{FF2B5EF4-FFF2-40B4-BE49-F238E27FC236}">
                  <a16:creationId xmlns:a16="http://schemas.microsoft.com/office/drawing/2014/main" id="{1116D51D-6DCA-8042-9564-EB4B7F60302D}"/>
                </a:ext>
              </a:extLst>
            </p:cNvPr>
            <p:cNvSpPr/>
            <p:nvPr/>
          </p:nvSpPr>
          <p:spPr>
            <a:xfrm>
              <a:off x="2638404" y="3587322"/>
              <a:ext cx="28754" cy="12767"/>
            </a:xfrm>
            <a:custGeom>
              <a:avLst/>
              <a:gdLst>
                <a:gd name="connsiteX0" fmla="*/ 22365 w 28754"/>
                <a:gd name="connsiteY0" fmla="*/ 0 h 12767"/>
                <a:gd name="connsiteX1" fmla="*/ 6390 w 28754"/>
                <a:gd name="connsiteY1" fmla="*/ 0 h 12767"/>
                <a:gd name="connsiteX2" fmla="*/ 0 w 28754"/>
                <a:gd name="connsiteY2" fmla="*/ 6384 h 12767"/>
                <a:gd name="connsiteX3" fmla="*/ 6390 w 28754"/>
                <a:gd name="connsiteY3" fmla="*/ 12768 h 12767"/>
                <a:gd name="connsiteX4" fmla="*/ 22365 w 28754"/>
                <a:gd name="connsiteY4" fmla="*/ 12768 h 12767"/>
                <a:gd name="connsiteX5" fmla="*/ 28755 w 28754"/>
                <a:gd name="connsiteY5" fmla="*/ 6384 h 12767"/>
                <a:gd name="connsiteX6" fmla="*/ 22365 w 2875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54" h="12767">
                  <a:moveTo>
                    <a:pt x="22365" y="0"/>
                  </a:moveTo>
                  <a:lnTo>
                    <a:pt x="6390" y="0"/>
                  </a:lnTo>
                  <a:cubicBezTo>
                    <a:pt x="2556" y="0"/>
                    <a:pt x="0" y="2554"/>
                    <a:pt x="0" y="6384"/>
                  </a:cubicBezTo>
                  <a:cubicBezTo>
                    <a:pt x="0" y="10215"/>
                    <a:pt x="2556" y="12768"/>
                    <a:pt x="6390" y="12768"/>
                  </a:cubicBezTo>
                  <a:lnTo>
                    <a:pt x="22365" y="12768"/>
                  </a:lnTo>
                  <a:cubicBezTo>
                    <a:pt x="26199" y="12768"/>
                    <a:pt x="28755" y="10215"/>
                    <a:pt x="28755" y="6384"/>
                  </a:cubicBezTo>
                  <a:cubicBezTo>
                    <a:pt x="28755" y="2554"/>
                    <a:pt x="25560" y="0"/>
                    <a:pt x="22365" y="0"/>
                  </a:cubicBezTo>
                  <a:close/>
                </a:path>
              </a:pathLst>
            </a:custGeom>
            <a:solidFill>
              <a:srgbClr val="046A38"/>
            </a:solidFill>
            <a:ln w="6390" cap="flat">
              <a:noFill/>
              <a:prstDash val="solid"/>
              <a:miter/>
            </a:ln>
          </p:spPr>
          <p:txBody>
            <a:bodyPr rtlCol="0" anchor="ctr"/>
            <a:lstStyle/>
            <a:p>
              <a:endParaRPr lang="en-US"/>
            </a:p>
          </p:txBody>
        </p:sp>
        <p:sp>
          <p:nvSpPr>
            <p:cNvPr id="413" name="Graphic 4">
              <a:extLst>
                <a:ext uri="{FF2B5EF4-FFF2-40B4-BE49-F238E27FC236}">
                  <a16:creationId xmlns:a16="http://schemas.microsoft.com/office/drawing/2014/main" id="{01186D6A-F9F4-FF40-900C-45C22766D132}"/>
                </a:ext>
              </a:extLst>
            </p:cNvPr>
            <p:cNvSpPr/>
            <p:nvPr/>
          </p:nvSpPr>
          <p:spPr>
            <a:xfrm>
              <a:off x="2694636" y="3587322"/>
              <a:ext cx="150163" cy="12767"/>
            </a:xfrm>
            <a:custGeom>
              <a:avLst/>
              <a:gdLst>
                <a:gd name="connsiteX0" fmla="*/ 144412 w 150163"/>
                <a:gd name="connsiteY0" fmla="*/ 0 h 12767"/>
                <a:gd name="connsiteX1" fmla="*/ 6390 w 150163"/>
                <a:gd name="connsiteY1" fmla="*/ 0 h 12767"/>
                <a:gd name="connsiteX2" fmla="*/ 0 w 150163"/>
                <a:gd name="connsiteY2" fmla="*/ 6384 h 12767"/>
                <a:gd name="connsiteX3" fmla="*/ 6390 w 150163"/>
                <a:gd name="connsiteY3" fmla="*/ 12768 h 12767"/>
                <a:gd name="connsiteX4" fmla="*/ 143774 w 150163"/>
                <a:gd name="connsiteY4" fmla="*/ 12768 h 12767"/>
                <a:gd name="connsiteX5" fmla="*/ 150164 w 150163"/>
                <a:gd name="connsiteY5" fmla="*/ 6384 h 12767"/>
                <a:gd name="connsiteX6" fmla="*/ 144412 w 150163"/>
                <a:gd name="connsiteY6" fmla="*/ 0 h 12767"/>
                <a:gd name="connsiteX7" fmla="*/ 144412 w 150163"/>
                <a:gd name="connsiteY7"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163" h="12767">
                  <a:moveTo>
                    <a:pt x="144412" y="0"/>
                  </a:moveTo>
                  <a:lnTo>
                    <a:pt x="6390" y="0"/>
                  </a:lnTo>
                  <a:cubicBezTo>
                    <a:pt x="2556" y="0"/>
                    <a:pt x="0" y="2554"/>
                    <a:pt x="0" y="6384"/>
                  </a:cubicBezTo>
                  <a:cubicBezTo>
                    <a:pt x="0" y="10215"/>
                    <a:pt x="2556" y="12768"/>
                    <a:pt x="6390" y="12768"/>
                  </a:cubicBezTo>
                  <a:lnTo>
                    <a:pt x="143774" y="12768"/>
                  </a:lnTo>
                  <a:cubicBezTo>
                    <a:pt x="147607" y="12768"/>
                    <a:pt x="150164" y="10215"/>
                    <a:pt x="150164" y="6384"/>
                  </a:cubicBezTo>
                  <a:cubicBezTo>
                    <a:pt x="150164" y="2554"/>
                    <a:pt x="147607" y="0"/>
                    <a:pt x="144412" y="0"/>
                  </a:cubicBezTo>
                  <a:lnTo>
                    <a:pt x="144412" y="0"/>
                  </a:lnTo>
                  <a:close/>
                </a:path>
              </a:pathLst>
            </a:custGeom>
            <a:solidFill>
              <a:srgbClr val="046A38"/>
            </a:solidFill>
            <a:ln w="6390" cap="flat">
              <a:noFill/>
              <a:prstDash val="solid"/>
              <a:miter/>
            </a:ln>
          </p:spPr>
          <p:txBody>
            <a:bodyPr rtlCol="0" anchor="ctr"/>
            <a:lstStyle/>
            <a:p>
              <a:endParaRPr lang="en-US"/>
            </a:p>
          </p:txBody>
        </p:sp>
      </p:grpSp>
      <p:grpSp>
        <p:nvGrpSpPr>
          <p:cNvPr id="414" name="Graphic 4">
            <a:extLst>
              <a:ext uri="{FF2B5EF4-FFF2-40B4-BE49-F238E27FC236}">
                <a16:creationId xmlns:a16="http://schemas.microsoft.com/office/drawing/2014/main" id="{E0849CD7-2E2B-F940-AC1F-0E95CAE13B70}"/>
              </a:ext>
            </a:extLst>
          </p:cNvPr>
          <p:cNvGrpSpPr>
            <a:grpSpLocks noChangeAspect="1"/>
          </p:cNvGrpSpPr>
          <p:nvPr/>
        </p:nvGrpSpPr>
        <p:grpSpPr>
          <a:xfrm>
            <a:off x="2559808" y="2371173"/>
            <a:ext cx="362313" cy="361971"/>
            <a:chOff x="2559808" y="2371173"/>
            <a:chExt cx="362313" cy="361971"/>
          </a:xfrm>
          <a:solidFill>
            <a:srgbClr val="046A38"/>
          </a:solidFill>
        </p:grpSpPr>
        <p:sp>
          <p:nvSpPr>
            <p:cNvPr id="415" name="Graphic 4">
              <a:extLst>
                <a:ext uri="{FF2B5EF4-FFF2-40B4-BE49-F238E27FC236}">
                  <a16:creationId xmlns:a16="http://schemas.microsoft.com/office/drawing/2014/main" id="{3E8C0913-81CC-E941-8C6A-F9C5EACB24C8}"/>
                </a:ext>
              </a:extLst>
            </p:cNvPr>
            <p:cNvSpPr/>
            <p:nvPr/>
          </p:nvSpPr>
          <p:spPr>
            <a:xfrm>
              <a:off x="2559808" y="237117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362309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29 w 362313"/>
                <a:gd name="connsiteY9" fmla="*/ 180667 h 361971"/>
                <a:gd name="connsiteX10" fmla="*/ 349529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416" name="Graphic 4">
              <a:extLst>
                <a:ext uri="{FF2B5EF4-FFF2-40B4-BE49-F238E27FC236}">
                  <a16:creationId xmlns:a16="http://schemas.microsoft.com/office/drawing/2014/main" id="{521B05A3-67A5-B940-8260-8C4469B72797}"/>
                </a:ext>
              </a:extLst>
            </p:cNvPr>
            <p:cNvSpPr/>
            <p:nvPr/>
          </p:nvSpPr>
          <p:spPr>
            <a:xfrm>
              <a:off x="2709972" y="2639939"/>
              <a:ext cx="124603" cy="12767"/>
            </a:xfrm>
            <a:custGeom>
              <a:avLst/>
              <a:gdLst>
                <a:gd name="connsiteX0" fmla="*/ 118853 w 124603"/>
                <a:gd name="connsiteY0" fmla="*/ 0 h 12767"/>
                <a:gd name="connsiteX1" fmla="*/ 6390 w 124603"/>
                <a:gd name="connsiteY1" fmla="*/ 0 h 12767"/>
                <a:gd name="connsiteX2" fmla="*/ 0 w 124603"/>
                <a:gd name="connsiteY2" fmla="*/ 6384 h 12767"/>
                <a:gd name="connsiteX3" fmla="*/ 6390 w 124603"/>
                <a:gd name="connsiteY3" fmla="*/ 12768 h 12767"/>
                <a:gd name="connsiteX4" fmla="*/ 118214 w 124603"/>
                <a:gd name="connsiteY4" fmla="*/ 12768 h 12767"/>
                <a:gd name="connsiteX5" fmla="*/ 124604 w 124603"/>
                <a:gd name="connsiteY5" fmla="*/ 6384 h 12767"/>
                <a:gd name="connsiteX6" fmla="*/ 118853 w 124603"/>
                <a:gd name="connsiteY6" fmla="*/ 0 h 12767"/>
                <a:gd name="connsiteX7" fmla="*/ 118853 w 124603"/>
                <a:gd name="connsiteY7"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603" h="12767">
                  <a:moveTo>
                    <a:pt x="118853" y="0"/>
                  </a:moveTo>
                  <a:lnTo>
                    <a:pt x="6390" y="0"/>
                  </a:lnTo>
                  <a:cubicBezTo>
                    <a:pt x="2556" y="0"/>
                    <a:pt x="0" y="2554"/>
                    <a:pt x="0" y="6384"/>
                  </a:cubicBezTo>
                  <a:cubicBezTo>
                    <a:pt x="0" y="10214"/>
                    <a:pt x="2556" y="12768"/>
                    <a:pt x="6390" y="12768"/>
                  </a:cubicBezTo>
                  <a:lnTo>
                    <a:pt x="118214" y="12768"/>
                  </a:lnTo>
                  <a:cubicBezTo>
                    <a:pt x="122048" y="12768"/>
                    <a:pt x="124604" y="10214"/>
                    <a:pt x="124604" y="6384"/>
                  </a:cubicBezTo>
                  <a:cubicBezTo>
                    <a:pt x="124604" y="2554"/>
                    <a:pt x="122687" y="0"/>
                    <a:pt x="118853" y="0"/>
                  </a:cubicBezTo>
                  <a:lnTo>
                    <a:pt x="118853" y="0"/>
                  </a:lnTo>
                  <a:close/>
                </a:path>
              </a:pathLst>
            </a:custGeom>
            <a:solidFill>
              <a:srgbClr val="046A38"/>
            </a:solidFill>
            <a:ln w="6390" cap="flat">
              <a:noFill/>
              <a:prstDash val="solid"/>
              <a:miter/>
            </a:ln>
          </p:spPr>
          <p:txBody>
            <a:bodyPr rtlCol="0" anchor="ctr"/>
            <a:lstStyle/>
            <a:p>
              <a:endParaRPr lang="en-US"/>
            </a:p>
          </p:txBody>
        </p:sp>
        <p:sp>
          <p:nvSpPr>
            <p:cNvPr id="417" name="Graphic 4">
              <a:extLst>
                <a:ext uri="{FF2B5EF4-FFF2-40B4-BE49-F238E27FC236}">
                  <a16:creationId xmlns:a16="http://schemas.microsoft.com/office/drawing/2014/main" id="{E23797AD-A870-8D4B-BCBA-5D15246F83D2}"/>
                </a:ext>
              </a:extLst>
            </p:cNvPr>
            <p:cNvSpPr/>
            <p:nvPr/>
          </p:nvSpPr>
          <p:spPr>
            <a:xfrm>
              <a:off x="2709972" y="2570992"/>
              <a:ext cx="124603" cy="12767"/>
            </a:xfrm>
            <a:custGeom>
              <a:avLst/>
              <a:gdLst>
                <a:gd name="connsiteX0" fmla="*/ 118853 w 124603"/>
                <a:gd name="connsiteY0" fmla="*/ 0 h 12767"/>
                <a:gd name="connsiteX1" fmla="*/ 6390 w 124603"/>
                <a:gd name="connsiteY1" fmla="*/ 0 h 12767"/>
                <a:gd name="connsiteX2" fmla="*/ 0 w 124603"/>
                <a:gd name="connsiteY2" fmla="*/ 6384 h 12767"/>
                <a:gd name="connsiteX3" fmla="*/ 6390 w 124603"/>
                <a:gd name="connsiteY3" fmla="*/ 12768 h 12767"/>
                <a:gd name="connsiteX4" fmla="*/ 118214 w 124603"/>
                <a:gd name="connsiteY4" fmla="*/ 12768 h 12767"/>
                <a:gd name="connsiteX5" fmla="*/ 124604 w 124603"/>
                <a:gd name="connsiteY5" fmla="*/ 6384 h 12767"/>
                <a:gd name="connsiteX6" fmla="*/ 118853 w 124603"/>
                <a:gd name="connsiteY6" fmla="*/ 0 h 12767"/>
                <a:gd name="connsiteX7" fmla="*/ 118853 w 124603"/>
                <a:gd name="connsiteY7"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603" h="12767">
                  <a:moveTo>
                    <a:pt x="118853" y="0"/>
                  </a:moveTo>
                  <a:lnTo>
                    <a:pt x="6390" y="0"/>
                  </a:lnTo>
                  <a:cubicBezTo>
                    <a:pt x="2556" y="0"/>
                    <a:pt x="0" y="2554"/>
                    <a:pt x="0" y="6384"/>
                  </a:cubicBezTo>
                  <a:cubicBezTo>
                    <a:pt x="0" y="10214"/>
                    <a:pt x="2556" y="12768"/>
                    <a:pt x="6390" y="12768"/>
                  </a:cubicBezTo>
                  <a:lnTo>
                    <a:pt x="118214" y="12768"/>
                  </a:lnTo>
                  <a:cubicBezTo>
                    <a:pt x="122048" y="12768"/>
                    <a:pt x="124604" y="10214"/>
                    <a:pt x="124604" y="6384"/>
                  </a:cubicBezTo>
                  <a:cubicBezTo>
                    <a:pt x="124604" y="2554"/>
                    <a:pt x="122687" y="0"/>
                    <a:pt x="118853" y="0"/>
                  </a:cubicBezTo>
                  <a:lnTo>
                    <a:pt x="118853" y="0"/>
                  </a:lnTo>
                  <a:close/>
                </a:path>
              </a:pathLst>
            </a:custGeom>
            <a:solidFill>
              <a:srgbClr val="046A38"/>
            </a:solidFill>
            <a:ln w="6390" cap="flat">
              <a:noFill/>
              <a:prstDash val="solid"/>
              <a:miter/>
            </a:ln>
          </p:spPr>
          <p:txBody>
            <a:bodyPr rtlCol="0" anchor="ctr"/>
            <a:lstStyle/>
            <a:p>
              <a:endParaRPr lang="en-US"/>
            </a:p>
          </p:txBody>
        </p:sp>
        <p:sp>
          <p:nvSpPr>
            <p:cNvPr id="418" name="Graphic 4">
              <a:extLst>
                <a:ext uri="{FF2B5EF4-FFF2-40B4-BE49-F238E27FC236}">
                  <a16:creationId xmlns:a16="http://schemas.microsoft.com/office/drawing/2014/main" id="{465ABB25-384E-AE48-8D81-F63E1AC50F99}"/>
                </a:ext>
              </a:extLst>
            </p:cNvPr>
            <p:cNvSpPr/>
            <p:nvPr/>
          </p:nvSpPr>
          <p:spPr>
            <a:xfrm>
              <a:off x="2709972" y="2502683"/>
              <a:ext cx="124603" cy="12767"/>
            </a:xfrm>
            <a:custGeom>
              <a:avLst/>
              <a:gdLst>
                <a:gd name="connsiteX0" fmla="*/ 118853 w 124603"/>
                <a:gd name="connsiteY0" fmla="*/ 0 h 12767"/>
                <a:gd name="connsiteX1" fmla="*/ 6390 w 124603"/>
                <a:gd name="connsiteY1" fmla="*/ 0 h 12767"/>
                <a:gd name="connsiteX2" fmla="*/ 0 w 124603"/>
                <a:gd name="connsiteY2" fmla="*/ 6384 h 12767"/>
                <a:gd name="connsiteX3" fmla="*/ 6390 w 124603"/>
                <a:gd name="connsiteY3" fmla="*/ 12768 h 12767"/>
                <a:gd name="connsiteX4" fmla="*/ 118214 w 124603"/>
                <a:gd name="connsiteY4" fmla="*/ 12768 h 12767"/>
                <a:gd name="connsiteX5" fmla="*/ 124604 w 124603"/>
                <a:gd name="connsiteY5" fmla="*/ 6384 h 12767"/>
                <a:gd name="connsiteX6" fmla="*/ 118853 w 124603"/>
                <a:gd name="connsiteY6" fmla="*/ 0 h 12767"/>
                <a:gd name="connsiteX7" fmla="*/ 118853 w 124603"/>
                <a:gd name="connsiteY7"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603" h="12767">
                  <a:moveTo>
                    <a:pt x="118853" y="0"/>
                  </a:moveTo>
                  <a:lnTo>
                    <a:pt x="6390" y="0"/>
                  </a:lnTo>
                  <a:cubicBezTo>
                    <a:pt x="2556" y="0"/>
                    <a:pt x="0" y="2554"/>
                    <a:pt x="0" y="6384"/>
                  </a:cubicBezTo>
                  <a:cubicBezTo>
                    <a:pt x="0" y="10214"/>
                    <a:pt x="2556" y="12768"/>
                    <a:pt x="6390" y="12768"/>
                  </a:cubicBezTo>
                  <a:lnTo>
                    <a:pt x="118214" y="12768"/>
                  </a:lnTo>
                  <a:cubicBezTo>
                    <a:pt x="122048" y="12768"/>
                    <a:pt x="124604" y="10214"/>
                    <a:pt x="124604" y="6384"/>
                  </a:cubicBezTo>
                  <a:cubicBezTo>
                    <a:pt x="124604" y="2554"/>
                    <a:pt x="122687" y="0"/>
                    <a:pt x="118853" y="0"/>
                  </a:cubicBezTo>
                  <a:lnTo>
                    <a:pt x="118853" y="0"/>
                  </a:lnTo>
                  <a:close/>
                </a:path>
              </a:pathLst>
            </a:custGeom>
            <a:solidFill>
              <a:srgbClr val="046A38"/>
            </a:solidFill>
            <a:ln w="6390" cap="flat">
              <a:noFill/>
              <a:prstDash val="solid"/>
              <a:miter/>
            </a:ln>
          </p:spPr>
          <p:txBody>
            <a:bodyPr rtlCol="0" anchor="ctr"/>
            <a:lstStyle/>
            <a:p>
              <a:endParaRPr lang="en-US"/>
            </a:p>
          </p:txBody>
        </p:sp>
        <p:sp>
          <p:nvSpPr>
            <p:cNvPr id="419" name="Graphic 4">
              <a:extLst>
                <a:ext uri="{FF2B5EF4-FFF2-40B4-BE49-F238E27FC236}">
                  <a16:creationId xmlns:a16="http://schemas.microsoft.com/office/drawing/2014/main" id="{F2A884A1-D4CA-F742-A5E9-7FFAEED49D36}"/>
                </a:ext>
              </a:extLst>
            </p:cNvPr>
            <p:cNvSpPr/>
            <p:nvPr/>
          </p:nvSpPr>
          <p:spPr>
            <a:xfrm>
              <a:off x="2647350" y="2451611"/>
              <a:ext cx="78045" cy="63839"/>
            </a:xfrm>
            <a:custGeom>
              <a:avLst/>
              <a:gdLst>
                <a:gd name="connsiteX0" fmla="*/ 15975 w 78045"/>
                <a:gd name="connsiteY0" fmla="*/ 63840 h 63839"/>
                <a:gd name="connsiteX1" fmla="*/ 39618 w 78045"/>
                <a:gd name="connsiteY1" fmla="*/ 63840 h 63839"/>
                <a:gd name="connsiteX2" fmla="*/ 55593 w 78045"/>
                <a:gd name="connsiteY2" fmla="*/ 47880 h 63839"/>
                <a:gd name="connsiteX3" fmla="*/ 55593 w 78045"/>
                <a:gd name="connsiteY3" fmla="*/ 30005 h 63839"/>
                <a:gd name="connsiteX4" fmla="*/ 76040 w 78045"/>
                <a:gd name="connsiteY4" fmla="*/ 10853 h 63839"/>
                <a:gd name="connsiteX5" fmla="*/ 76679 w 78045"/>
                <a:gd name="connsiteY5" fmla="*/ 1915 h 63839"/>
                <a:gd name="connsiteX6" fmla="*/ 76679 w 78045"/>
                <a:gd name="connsiteY6" fmla="*/ 1915 h 63839"/>
                <a:gd name="connsiteX7" fmla="*/ 67733 w 78045"/>
                <a:gd name="connsiteY7" fmla="*/ 1915 h 63839"/>
                <a:gd name="connsiteX8" fmla="*/ 51759 w 78045"/>
                <a:gd name="connsiteY8" fmla="*/ 16598 h 63839"/>
                <a:gd name="connsiteX9" fmla="*/ 39618 w 78045"/>
                <a:gd name="connsiteY9" fmla="*/ 10853 h 63839"/>
                <a:gd name="connsiteX10" fmla="*/ 15975 w 78045"/>
                <a:gd name="connsiteY10" fmla="*/ 10853 h 63839"/>
                <a:gd name="connsiteX11" fmla="*/ 0 w 78045"/>
                <a:gd name="connsiteY11" fmla="*/ 26813 h 63839"/>
                <a:gd name="connsiteX12" fmla="*/ 0 w 78045"/>
                <a:gd name="connsiteY12" fmla="*/ 48518 h 63839"/>
                <a:gd name="connsiteX13" fmla="*/ 15975 w 78045"/>
                <a:gd name="connsiteY13" fmla="*/ 63840 h 63839"/>
                <a:gd name="connsiteX14" fmla="*/ 15975 w 78045"/>
                <a:gd name="connsiteY14" fmla="*/ 63840 h 63839"/>
                <a:gd name="connsiteX15" fmla="*/ 42813 w 78045"/>
                <a:gd name="connsiteY15" fmla="*/ 47880 h 63839"/>
                <a:gd name="connsiteX16" fmla="*/ 39618 w 78045"/>
                <a:gd name="connsiteY16" fmla="*/ 51072 h 63839"/>
                <a:gd name="connsiteX17" fmla="*/ 15975 w 78045"/>
                <a:gd name="connsiteY17" fmla="*/ 51072 h 63839"/>
                <a:gd name="connsiteX18" fmla="*/ 12780 w 78045"/>
                <a:gd name="connsiteY18" fmla="*/ 47880 h 63839"/>
                <a:gd name="connsiteX19" fmla="*/ 12780 w 78045"/>
                <a:gd name="connsiteY19" fmla="*/ 37027 h 63839"/>
                <a:gd name="connsiteX20" fmla="*/ 25560 w 78045"/>
                <a:gd name="connsiteY20" fmla="*/ 49157 h 63839"/>
                <a:gd name="connsiteX21" fmla="*/ 30033 w 78045"/>
                <a:gd name="connsiteY21" fmla="*/ 51072 h 63839"/>
                <a:gd name="connsiteX22" fmla="*/ 34506 w 78045"/>
                <a:gd name="connsiteY22" fmla="*/ 49157 h 63839"/>
                <a:gd name="connsiteX23" fmla="*/ 42174 w 78045"/>
                <a:gd name="connsiteY23" fmla="*/ 42134 h 63839"/>
                <a:gd name="connsiteX24" fmla="*/ 42174 w 78045"/>
                <a:gd name="connsiteY24" fmla="*/ 47880 h 63839"/>
                <a:gd name="connsiteX25" fmla="*/ 15975 w 78045"/>
                <a:gd name="connsiteY25" fmla="*/ 23621 h 63839"/>
                <a:gd name="connsiteX26" fmla="*/ 39618 w 78045"/>
                <a:gd name="connsiteY26" fmla="*/ 23621 h 63839"/>
                <a:gd name="connsiteX27" fmla="*/ 42174 w 78045"/>
                <a:gd name="connsiteY27" fmla="*/ 24897 h 63839"/>
                <a:gd name="connsiteX28" fmla="*/ 30672 w 78045"/>
                <a:gd name="connsiteY28" fmla="*/ 35750 h 63839"/>
                <a:gd name="connsiteX29" fmla="*/ 21087 w 78045"/>
                <a:gd name="connsiteY29" fmla="*/ 26813 h 63839"/>
                <a:gd name="connsiteX30" fmla="*/ 13419 w 78045"/>
                <a:gd name="connsiteY30" fmla="*/ 26174 h 63839"/>
                <a:gd name="connsiteX31" fmla="*/ 13419 w 78045"/>
                <a:gd name="connsiteY31" fmla="*/ 26174 h 63839"/>
                <a:gd name="connsiteX32" fmla="*/ 15975 w 78045"/>
                <a:gd name="connsiteY32" fmla="*/ 23621 h 63839"/>
                <a:gd name="connsiteX33" fmla="*/ 15975 w 78045"/>
                <a:gd name="connsiteY33" fmla="*/ 23621 h 63839"/>
                <a:gd name="connsiteX34" fmla="*/ 15975 w 78045"/>
                <a:gd name="connsiteY34" fmla="*/ 23621 h 6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8045" h="63839">
                  <a:moveTo>
                    <a:pt x="15975" y="63840"/>
                  </a:moveTo>
                  <a:lnTo>
                    <a:pt x="39618" y="63840"/>
                  </a:lnTo>
                  <a:cubicBezTo>
                    <a:pt x="48564" y="63840"/>
                    <a:pt x="55593" y="56817"/>
                    <a:pt x="55593" y="47880"/>
                  </a:cubicBezTo>
                  <a:lnTo>
                    <a:pt x="55593" y="30005"/>
                  </a:lnTo>
                  <a:lnTo>
                    <a:pt x="76040" y="10853"/>
                  </a:lnTo>
                  <a:cubicBezTo>
                    <a:pt x="78596" y="8299"/>
                    <a:pt x="78596" y="4469"/>
                    <a:pt x="76679" y="1915"/>
                  </a:cubicBezTo>
                  <a:cubicBezTo>
                    <a:pt x="76679" y="1915"/>
                    <a:pt x="76679" y="1915"/>
                    <a:pt x="76679" y="1915"/>
                  </a:cubicBezTo>
                  <a:cubicBezTo>
                    <a:pt x="74123" y="-638"/>
                    <a:pt x="70289" y="-638"/>
                    <a:pt x="67733" y="1915"/>
                  </a:cubicBezTo>
                  <a:lnTo>
                    <a:pt x="51759" y="16598"/>
                  </a:lnTo>
                  <a:cubicBezTo>
                    <a:pt x="48564" y="12768"/>
                    <a:pt x="44730" y="10853"/>
                    <a:pt x="39618" y="10853"/>
                  </a:cubicBezTo>
                  <a:lnTo>
                    <a:pt x="15975" y="10853"/>
                  </a:lnTo>
                  <a:cubicBezTo>
                    <a:pt x="7029" y="10853"/>
                    <a:pt x="0" y="17875"/>
                    <a:pt x="0" y="26813"/>
                  </a:cubicBezTo>
                  <a:lnTo>
                    <a:pt x="0" y="48518"/>
                  </a:lnTo>
                  <a:cubicBezTo>
                    <a:pt x="639" y="56817"/>
                    <a:pt x="7668" y="63840"/>
                    <a:pt x="15975" y="63840"/>
                  </a:cubicBezTo>
                  <a:lnTo>
                    <a:pt x="15975" y="63840"/>
                  </a:lnTo>
                  <a:close/>
                  <a:moveTo>
                    <a:pt x="42813" y="47880"/>
                  </a:moveTo>
                  <a:cubicBezTo>
                    <a:pt x="42813" y="49795"/>
                    <a:pt x="41535" y="51072"/>
                    <a:pt x="39618" y="51072"/>
                  </a:cubicBezTo>
                  <a:lnTo>
                    <a:pt x="15975" y="51072"/>
                  </a:lnTo>
                  <a:cubicBezTo>
                    <a:pt x="14058" y="51072"/>
                    <a:pt x="12780" y="49795"/>
                    <a:pt x="12780" y="47880"/>
                  </a:cubicBezTo>
                  <a:lnTo>
                    <a:pt x="12780" y="37027"/>
                  </a:lnTo>
                  <a:lnTo>
                    <a:pt x="25560" y="49157"/>
                  </a:lnTo>
                  <a:cubicBezTo>
                    <a:pt x="26838" y="50433"/>
                    <a:pt x="28116" y="51072"/>
                    <a:pt x="30033" y="51072"/>
                  </a:cubicBezTo>
                  <a:cubicBezTo>
                    <a:pt x="31950" y="51072"/>
                    <a:pt x="33228" y="50433"/>
                    <a:pt x="34506" y="49157"/>
                  </a:cubicBezTo>
                  <a:lnTo>
                    <a:pt x="42174" y="42134"/>
                  </a:lnTo>
                  <a:lnTo>
                    <a:pt x="42174" y="47880"/>
                  </a:lnTo>
                  <a:close/>
                  <a:moveTo>
                    <a:pt x="15975" y="23621"/>
                  </a:moveTo>
                  <a:lnTo>
                    <a:pt x="39618" y="23621"/>
                  </a:lnTo>
                  <a:cubicBezTo>
                    <a:pt x="40896" y="23621"/>
                    <a:pt x="41535" y="24259"/>
                    <a:pt x="42174" y="24897"/>
                  </a:cubicBezTo>
                  <a:lnTo>
                    <a:pt x="30672" y="35750"/>
                  </a:lnTo>
                  <a:lnTo>
                    <a:pt x="21087" y="26813"/>
                  </a:lnTo>
                  <a:cubicBezTo>
                    <a:pt x="19170" y="24897"/>
                    <a:pt x="15336" y="24897"/>
                    <a:pt x="13419" y="26174"/>
                  </a:cubicBezTo>
                  <a:lnTo>
                    <a:pt x="13419" y="26174"/>
                  </a:lnTo>
                  <a:cubicBezTo>
                    <a:pt x="13419" y="24897"/>
                    <a:pt x="14697" y="23621"/>
                    <a:pt x="15975" y="23621"/>
                  </a:cubicBezTo>
                  <a:cubicBezTo>
                    <a:pt x="15975" y="23621"/>
                    <a:pt x="15975" y="23621"/>
                    <a:pt x="15975" y="23621"/>
                  </a:cubicBezTo>
                  <a:lnTo>
                    <a:pt x="15975" y="23621"/>
                  </a:lnTo>
                  <a:close/>
                </a:path>
              </a:pathLst>
            </a:custGeom>
            <a:solidFill>
              <a:srgbClr val="046A38"/>
            </a:solidFill>
            <a:ln w="6390" cap="flat">
              <a:noFill/>
              <a:prstDash val="solid"/>
              <a:miter/>
            </a:ln>
          </p:spPr>
          <p:txBody>
            <a:bodyPr rtlCol="0" anchor="ctr"/>
            <a:lstStyle/>
            <a:p>
              <a:endParaRPr lang="en-US"/>
            </a:p>
          </p:txBody>
        </p:sp>
        <p:sp>
          <p:nvSpPr>
            <p:cNvPr id="420" name="Graphic 4">
              <a:extLst>
                <a:ext uri="{FF2B5EF4-FFF2-40B4-BE49-F238E27FC236}">
                  <a16:creationId xmlns:a16="http://schemas.microsoft.com/office/drawing/2014/main" id="{2D57A288-B39D-7642-B7BF-F827B4224DFD}"/>
                </a:ext>
              </a:extLst>
            </p:cNvPr>
            <p:cNvSpPr/>
            <p:nvPr/>
          </p:nvSpPr>
          <p:spPr>
            <a:xfrm>
              <a:off x="2647350" y="2519832"/>
              <a:ext cx="78045" cy="63928"/>
            </a:xfrm>
            <a:custGeom>
              <a:avLst/>
              <a:gdLst>
                <a:gd name="connsiteX0" fmla="*/ 15975 w 78045"/>
                <a:gd name="connsiteY0" fmla="*/ 63928 h 63928"/>
                <a:gd name="connsiteX1" fmla="*/ 39618 w 78045"/>
                <a:gd name="connsiteY1" fmla="*/ 63928 h 63928"/>
                <a:gd name="connsiteX2" fmla="*/ 55593 w 78045"/>
                <a:gd name="connsiteY2" fmla="*/ 47968 h 63928"/>
                <a:gd name="connsiteX3" fmla="*/ 55593 w 78045"/>
                <a:gd name="connsiteY3" fmla="*/ 30093 h 63928"/>
                <a:gd name="connsiteX4" fmla="*/ 76040 w 78045"/>
                <a:gd name="connsiteY4" fmla="*/ 10941 h 63928"/>
                <a:gd name="connsiteX5" fmla="*/ 76679 w 78045"/>
                <a:gd name="connsiteY5" fmla="*/ 2004 h 63928"/>
                <a:gd name="connsiteX6" fmla="*/ 67733 w 78045"/>
                <a:gd name="connsiteY6" fmla="*/ 1365 h 63928"/>
                <a:gd name="connsiteX7" fmla="*/ 67733 w 78045"/>
                <a:gd name="connsiteY7" fmla="*/ 1365 h 63928"/>
                <a:gd name="connsiteX8" fmla="*/ 51759 w 78045"/>
                <a:gd name="connsiteY8" fmla="*/ 16048 h 63928"/>
                <a:gd name="connsiteX9" fmla="*/ 39618 w 78045"/>
                <a:gd name="connsiteY9" fmla="*/ 10303 h 63928"/>
                <a:gd name="connsiteX10" fmla="*/ 15975 w 78045"/>
                <a:gd name="connsiteY10" fmla="*/ 10303 h 63928"/>
                <a:gd name="connsiteX11" fmla="*/ 0 w 78045"/>
                <a:gd name="connsiteY11" fmla="*/ 26263 h 63928"/>
                <a:gd name="connsiteX12" fmla="*/ 0 w 78045"/>
                <a:gd name="connsiteY12" fmla="*/ 47968 h 63928"/>
                <a:gd name="connsiteX13" fmla="*/ 15975 w 78045"/>
                <a:gd name="connsiteY13" fmla="*/ 63928 h 63928"/>
                <a:gd name="connsiteX14" fmla="*/ 42813 w 78045"/>
                <a:gd name="connsiteY14" fmla="*/ 48607 h 63928"/>
                <a:gd name="connsiteX15" fmla="*/ 39618 w 78045"/>
                <a:gd name="connsiteY15" fmla="*/ 51799 h 63928"/>
                <a:gd name="connsiteX16" fmla="*/ 15975 w 78045"/>
                <a:gd name="connsiteY16" fmla="*/ 51799 h 63928"/>
                <a:gd name="connsiteX17" fmla="*/ 12780 w 78045"/>
                <a:gd name="connsiteY17" fmla="*/ 48607 h 63928"/>
                <a:gd name="connsiteX18" fmla="*/ 12780 w 78045"/>
                <a:gd name="connsiteY18" fmla="*/ 37754 h 63928"/>
                <a:gd name="connsiteX19" fmla="*/ 25560 w 78045"/>
                <a:gd name="connsiteY19" fmla="*/ 49883 h 63928"/>
                <a:gd name="connsiteX20" fmla="*/ 34506 w 78045"/>
                <a:gd name="connsiteY20" fmla="*/ 49883 h 63928"/>
                <a:gd name="connsiteX21" fmla="*/ 42174 w 78045"/>
                <a:gd name="connsiteY21" fmla="*/ 42861 h 63928"/>
                <a:gd name="connsiteX22" fmla="*/ 42813 w 78045"/>
                <a:gd name="connsiteY22" fmla="*/ 48607 h 63928"/>
                <a:gd name="connsiteX23" fmla="*/ 15975 w 78045"/>
                <a:gd name="connsiteY23" fmla="*/ 23709 h 63928"/>
                <a:gd name="connsiteX24" fmla="*/ 39618 w 78045"/>
                <a:gd name="connsiteY24" fmla="*/ 23709 h 63928"/>
                <a:gd name="connsiteX25" fmla="*/ 42174 w 78045"/>
                <a:gd name="connsiteY25" fmla="*/ 24986 h 63928"/>
                <a:gd name="connsiteX26" fmla="*/ 30033 w 78045"/>
                <a:gd name="connsiteY26" fmla="*/ 35839 h 63928"/>
                <a:gd name="connsiteX27" fmla="*/ 20448 w 78045"/>
                <a:gd name="connsiteY27" fmla="*/ 26901 h 63928"/>
                <a:gd name="connsiteX28" fmla="*/ 12780 w 78045"/>
                <a:gd name="connsiteY28" fmla="*/ 26263 h 63928"/>
                <a:gd name="connsiteX29" fmla="*/ 12780 w 78045"/>
                <a:gd name="connsiteY29" fmla="*/ 26263 h 63928"/>
                <a:gd name="connsiteX30" fmla="*/ 15975 w 78045"/>
                <a:gd name="connsiteY30" fmla="*/ 23709 h 63928"/>
                <a:gd name="connsiteX31" fmla="*/ 15975 w 78045"/>
                <a:gd name="connsiteY31" fmla="*/ 23709 h 63928"/>
                <a:gd name="connsiteX32" fmla="*/ 15975 w 78045"/>
                <a:gd name="connsiteY32" fmla="*/ 23709 h 63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8045" h="63928">
                  <a:moveTo>
                    <a:pt x="15975" y="63928"/>
                  </a:moveTo>
                  <a:lnTo>
                    <a:pt x="39618" y="63928"/>
                  </a:lnTo>
                  <a:cubicBezTo>
                    <a:pt x="48564" y="63928"/>
                    <a:pt x="55593" y="56906"/>
                    <a:pt x="55593" y="47968"/>
                  </a:cubicBezTo>
                  <a:lnTo>
                    <a:pt x="55593" y="30093"/>
                  </a:lnTo>
                  <a:lnTo>
                    <a:pt x="76040" y="10941"/>
                  </a:lnTo>
                  <a:cubicBezTo>
                    <a:pt x="78596" y="8388"/>
                    <a:pt x="78596" y="4557"/>
                    <a:pt x="76679" y="2004"/>
                  </a:cubicBezTo>
                  <a:cubicBezTo>
                    <a:pt x="74123" y="-550"/>
                    <a:pt x="70289" y="-550"/>
                    <a:pt x="67733" y="1365"/>
                  </a:cubicBezTo>
                  <a:lnTo>
                    <a:pt x="67733" y="1365"/>
                  </a:lnTo>
                  <a:lnTo>
                    <a:pt x="51759" y="16048"/>
                  </a:lnTo>
                  <a:cubicBezTo>
                    <a:pt x="48564" y="12218"/>
                    <a:pt x="44730" y="10303"/>
                    <a:pt x="39618" y="10303"/>
                  </a:cubicBezTo>
                  <a:lnTo>
                    <a:pt x="15975" y="10303"/>
                  </a:lnTo>
                  <a:cubicBezTo>
                    <a:pt x="7029" y="10303"/>
                    <a:pt x="0" y="17325"/>
                    <a:pt x="0" y="26263"/>
                  </a:cubicBezTo>
                  <a:lnTo>
                    <a:pt x="0" y="47968"/>
                  </a:lnTo>
                  <a:cubicBezTo>
                    <a:pt x="639" y="56906"/>
                    <a:pt x="7668" y="63928"/>
                    <a:pt x="15975" y="63928"/>
                  </a:cubicBezTo>
                  <a:close/>
                  <a:moveTo>
                    <a:pt x="42813" y="48607"/>
                  </a:moveTo>
                  <a:cubicBezTo>
                    <a:pt x="42813" y="50522"/>
                    <a:pt x="41535" y="51799"/>
                    <a:pt x="39618" y="51799"/>
                  </a:cubicBezTo>
                  <a:lnTo>
                    <a:pt x="15975" y="51799"/>
                  </a:lnTo>
                  <a:cubicBezTo>
                    <a:pt x="14058" y="51799"/>
                    <a:pt x="12780" y="50522"/>
                    <a:pt x="12780" y="48607"/>
                  </a:cubicBezTo>
                  <a:lnTo>
                    <a:pt x="12780" y="37754"/>
                  </a:lnTo>
                  <a:lnTo>
                    <a:pt x="25560" y="49883"/>
                  </a:lnTo>
                  <a:cubicBezTo>
                    <a:pt x="28116" y="51799"/>
                    <a:pt x="31950" y="51799"/>
                    <a:pt x="34506" y="49883"/>
                  </a:cubicBezTo>
                  <a:lnTo>
                    <a:pt x="42174" y="42861"/>
                  </a:lnTo>
                  <a:lnTo>
                    <a:pt x="42813" y="48607"/>
                  </a:lnTo>
                  <a:close/>
                  <a:moveTo>
                    <a:pt x="15975" y="23709"/>
                  </a:moveTo>
                  <a:lnTo>
                    <a:pt x="39618" y="23709"/>
                  </a:lnTo>
                  <a:cubicBezTo>
                    <a:pt x="40896" y="23709"/>
                    <a:pt x="41535" y="24347"/>
                    <a:pt x="42174" y="24986"/>
                  </a:cubicBezTo>
                  <a:lnTo>
                    <a:pt x="30033" y="35839"/>
                  </a:lnTo>
                  <a:lnTo>
                    <a:pt x="20448" y="26901"/>
                  </a:lnTo>
                  <a:cubicBezTo>
                    <a:pt x="18531" y="24986"/>
                    <a:pt x="14697" y="24986"/>
                    <a:pt x="12780" y="26263"/>
                  </a:cubicBezTo>
                  <a:lnTo>
                    <a:pt x="12780" y="26263"/>
                  </a:lnTo>
                  <a:cubicBezTo>
                    <a:pt x="12780" y="25624"/>
                    <a:pt x="14058" y="23709"/>
                    <a:pt x="15975" y="23709"/>
                  </a:cubicBezTo>
                  <a:cubicBezTo>
                    <a:pt x="15975" y="23709"/>
                    <a:pt x="15975" y="23709"/>
                    <a:pt x="15975" y="23709"/>
                  </a:cubicBezTo>
                  <a:lnTo>
                    <a:pt x="15975" y="23709"/>
                  </a:lnTo>
                  <a:close/>
                </a:path>
              </a:pathLst>
            </a:custGeom>
            <a:solidFill>
              <a:srgbClr val="046A38"/>
            </a:solidFill>
            <a:ln w="6390" cap="flat">
              <a:noFill/>
              <a:prstDash val="solid"/>
              <a:miter/>
            </a:ln>
          </p:spPr>
          <p:txBody>
            <a:bodyPr rtlCol="0" anchor="ctr"/>
            <a:lstStyle/>
            <a:p>
              <a:endParaRPr lang="en-US"/>
            </a:p>
          </p:txBody>
        </p:sp>
        <p:sp>
          <p:nvSpPr>
            <p:cNvPr id="421" name="Graphic 4">
              <a:extLst>
                <a:ext uri="{FF2B5EF4-FFF2-40B4-BE49-F238E27FC236}">
                  <a16:creationId xmlns:a16="http://schemas.microsoft.com/office/drawing/2014/main" id="{D9CADEC1-E852-9349-975E-131498F5192B}"/>
                </a:ext>
              </a:extLst>
            </p:cNvPr>
            <p:cNvSpPr/>
            <p:nvPr/>
          </p:nvSpPr>
          <p:spPr>
            <a:xfrm>
              <a:off x="2647350" y="2588779"/>
              <a:ext cx="78045" cy="63928"/>
            </a:xfrm>
            <a:custGeom>
              <a:avLst/>
              <a:gdLst>
                <a:gd name="connsiteX0" fmla="*/ 76040 w 78045"/>
                <a:gd name="connsiteY0" fmla="*/ 10941 h 63928"/>
                <a:gd name="connsiteX1" fmla="*/ 76679 w 78045"/>
                <a:gd name="connsiteY1" fmla="*/ 2004 h 63928"/>
                <a:gd name="connsiteX2" fmla="*/ 67733 w 78045"/>
                <a:gd name="connsiteY2" fmla="*/ 1365 h 63928"/>
                <a:gd name="connsiteX3" fmla="*/ 67733 w 78045"/>
                <a:gd name="connsiteY3" fmla="*/ 1365 h 63928"/>
                <a:gd name="connsiteX4" fmla="*/ 51759 w 78045"/>
                <a:gd name="connsiteY4" fmla="*/ 16048 h 63928"/>
                <a:gd name="connsiteX5" fmla="*/ 39618 w 78045"/>
                <a:gd name="connsiteY5" fmla="*/ 10303 h 63928"/>
                <a:gd name="connsiteX6" fmla="*/ 15975 w 78045"/>
                <a:gd name="connsiteY6" fmla="*/ 10303 h 63928"/>
                <a:gd name="connsiteX7" fmla="*/ 0 w 78045"/>
                <a:gd name="connsiteY7" fmla="*/ 26263 h 63928"/>
                <a:gd name="connsiteX8" fmla="*/ 0 w 78045"/>
                <a:gd name="connsiteY8" fmla="*/ 47968 h 63928"/>
                <a:gd name="connsiteX9" fmla="*/ 15975 w 78045"/>
                <a:gd name="connsiteY9" fmla="*/ 63928 h 63928"/>
                <a:gd name="connsiteX10" fmla="*/ 39618 w 78045"/>
                <a:gd name="connsiteY10" fmla="*/ 63928 h 63928"/>
                <a:gd name="connsiteX11" fmla="*/ 55593 w 78045"/>
                <a:gd name="connsiteY11" fmla="*/ 47968 h 63928"/>
                <a:gd name="connsiteX12" fmla="*/ 55593 w 78045"/>
                <a:gd name="connsiteY12" fmla="*/ 30093 h 63928"/>
                <a:gd name="connsiteX13" fmla="*/ 76040 w 78045"/>
                <a:gd name="connsiteY13" fmla="*/ 10941 h 63928"/>
                <a:gd name="connsiteX14" fmla="*/ 15975 w 78045"/>
                <a:gd name="connsiteY14" fmla="*/ 23071 h 63928"/>
                <a:gd name="connsiteX15" fmla="*/ 39618 w 78045"/>
                <a:gd name="connsiteY15" fmla="*/ 23071 h 63928"/>
                <a:gd name="connsiteX16" fmla="*/ 42174 w 78045"/>
                <a:gd name="connsiteY16" fmla="*/ 24348 h 63928"/>
                <a:gd name="connsiteX17" fmla="*/ 30033 w 78045"/>
                <a:gd name="connsiteY17" fmla="*/ 35200 h 63928"/>
                <a:gd name="connsiteX18" fmla="*/ 20448 w 78045"/>
                <a:gd name="connsiteY18" fmla="*/ 26263 h 63928"/>
                <a:gd name="connsiteX19" fmla="*/ 12780 w 78045"/>
                <a:gd name="connsiteY19" fmla="*/ 25624 h 63928"/>
                <a:gd name="connsiteX20" fmla="*/ 12780 w 78045"/>
                <a:gd name="connsiteY20" fmla="*/ 25624 h 63928"/>
                <a:gd name="connsiteX21" fmla="*/ 15975 w 78045"/>
                <a:gd name="connsiteY21" fmla="*/ 23071 h 63928"/>
                <a:gd name="connsiteX22" fmla="*/ 15975 w 78045"/>
                <a:gd name="connsiteY22" fmla="*/ 23071 h 63928"/>
                <a:gd name="connsiteX23" fmla="*/ 42813 w 78045"/>
                <a:gd name="connsiteY23" fmla="*/ 47968 h 63928"/>
                <a:gd name="connsiteX24" fmla="*/ 39618 w 78045"/>
                <a:gd name="connsiteY24" fmla="*/ 51160 h 63928"/>
                <a:gd name="connsiteX25" fmla="*/ 15975 w 78045"/>
                <a:gd name="connsiteY25" fmla="*/ 51160 h 63928"/>
                <a:gd name="connsiteX26" fmla="*/ 12780 w 78045"/>
                <a:gd name="connsiteY26" fmla="*/ 47968 h 63928"/>
                <a:gd name="connsiteX27" fmla="*/ 12780 w 78045"/>
                <a:gd name="connsiteY27" fmla="*/ 37116 h 63928"/>
                <a:gd name="connsiteX28" fmla="*/ 25560 w 78045"/>
                <a:gd name="connsiteY28" fmla="*/ 49245 h 63928"/>
                <a:gd name="connsiteX29" fmla="*/ 34506 w 78045"/>
                <a:gd name="connsiteY29" fmla="*/ 49245 h 63928"/>
                <a:gd name="connsiteX30" fmla="*/ 42174 w 78045"/>
                <a:gd name="connsiteY30" fmla="*/ 42223 h 63928"/>
                <a:gd name="connsiteX31" fmla="*/ 42813 w 78045"/>
                <a:gd name="connsiteY31" fmla="*/ 47968 h 63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8045" h="63928">
                  <a:moveTo>
                    <a:pt x="76040" y="10941"/>
                  </a:moveTo>
                  <a:cubicBezTo>
                    <a:pt x="78596" y="8388"/>
                    <a:pt x="78596" y="4557"/>
                    <a:pt x="76679" y="2004"/>
                  </a:cubicBezTo>
                  <a:cubicBezTo>
                    <a:pt x="74123" y="-550"/>
                    <a:pt x="70289" y="-550"/>
                    <a:pt x="67733" y="1365"/>
                  </a:cubicBezTo>
                  <a:lnTo>
                    <a:pt x="67733" y="1365"/>
                  </a:lnTo>
                  <a:lnTo>
                    <a:pt x="51759" y="16048"/>
                  </a:lnTo>
                  <a:cubicBezTo>
                    <a:pt x="48564" y="12218"/>
                    <a:pt x="44730" y="10303"/>
                    <a:pt x="39618" y="10303"/>
                  </a:cubicBezTo>
                  <a:lnTo>
                    <a:pt x="15975" y="10303"/>
                  </a:lnTo>
                  <a:cubicBezTo>
                    <a:pt x="7029" y="10303"/>
                    <a:pt x="0" y="17325"/>
                    <a:pt x="0" y="26263"/>
                  </a:cubicBezTo>
                  <a:lnTo>
                    <a:pt x="0" y="47968"/>
                  </a:lnTo>
                  <a:cubicBezTo>
                    <a:pt x="0" y="56906"/>
                    <a:pt x="7029" y="63928"/>
                    <a:pt x="15975" y="63928"/>
                  </a:cubicBezTo>
                  <a:lnTo>
                    <a:pt x="39618" y="63928"/>
                  </a:lnTo>
                  <a:cubicBezTo>
                    <a:pt x="48564" y="63928"/>
                    <a:pt x="55593" y="56906"/>
                    <a:pt x="55593" y="47968"/>
                  </a:cubicBezTo>
                  <a:lnTo>
                    <a:pt x="55593" y="30093"/>
                  </a:lnTo>
                  <a:lnTo>
                    <a:pt x="76040" y="10941"/>
                  </a:lnTo>
                  <a:close/>
                  <a:moveTo>
                    <a:pt x="15975" y="23071"/>
                  </a:moveTo>
                  <a:lnTo>
                    <a:pt x="39618" y="23071"/>
                  </a:lnTo>
                  <a:cubicBezTo>
                    <a:pt x="40896" y="23071"/>
                    <a:pt x="41535" y="23709"/>
                    <a:pt x="42174" y="24348"/>
                  </a:cubicBezTo>
                  <a:lnTo>
                    <a:pt x="30033" y="35200"/>
                  </a:lnTo>
                  <a:lnTo>
                    <a:pt x="20448" y="26263"/>
                  </a:lnTo>
                  <a:cubicBezTo>
                    <a:pt x="18531" y="24348"/>
                    <a:pt x="14697" y="24348"/>
                    <a:pt x="12780" y="25624"/>
                  </a:cubicBezTo>
                  <a:lnTo>
                    <a:pt x="12780" y="25624"/>
                  </a:lnTo>
                  <a:cubicBezTo>
                    <a:pt x="12780" y="24986"/>
                    <a:pt x="14058" y="23709"/>
                    <a:pt x="15975" y="23071"/>
                  </a:cubicBezTo>
                  <a:cubicBezTo>
                    <a:pt x="15975" y="23709"/>
                    <a:pt x="15975" y="23709"/>
                    <a:pt x="15975" y="23071"/>
                  </a:cubicBezTo>
                  <a:close/>
                  <a:moveTo>
                    <a:pt x="42813" y="47968"/>
                  </a:moveTo>
                  <a:cubicBezTo>
                    <a:pt x="42813" y="49884"/>
                    <a:pt x="41535" y="51160"/>
                    <a:pt x="39618" y="51160"/>
                  </a:cubicBezTo>
                  <a:lnTo>
                    <a:pt x="15975" y="51160"/>
                  </a:lnTo>
                  <a:cubicBezTo>
                    <a:pt x="14058" y="51160"/>
                    <a:pt x="12780" y="49884"/>
                    <a:pt x="12780" y="47968"/>
                  </a:cubicBezTo>
                  <a:lnTo>
                    <a:pt x="12780" y="37116"/>
                  </a:lnTo>
                  <a:lnTo>
                    <a:pt x="25560" y="49245"/>
                  </a:lnTo>
                  <a:cubicBezTo>
                    <a:pt x="28116" y="51160"/>
                    <a:pt x="31950" y="51160"/>
                    <a:pt x="34506" y="49245"/>
                  </a:cubicBezTo>
                  <a:lnTo>
                    <a:pt x="42174" y="42223"/>
                  </a:lnTo>
                  <a:lnTo>
                    <a:pt x="42813" y="47968"/>
                  </a:lnTo>
                  <a:close/>
                </a:path>
              </a:pathLst>
            </a:custGeom>
            <a:solidFill>
              <a:srgbClr val="046A38"/>
            </a:solidFill>
            <a:ln w="6390" cap="flat">
              <a:noFill/>
              <a:prstDash val="solid"/>
              <a:miter/>
            </a:ln>
          </p:spPr>
          <p:txBody>
            <a:bodyPr rtlCol="0" anchor="ctr"/>
            <a:lstStyle/>
            <a:p>
              <a:endParaRPr lang="en-US"/>
            </a:p>
          </p:txBody>
        </p:sp>
      </p:grpSp>
      <p:grpSp>
        <p:nvGrpSpPr>
          <p:cNvPr id="422" name="Graphic 4">
            <a:extLst>
              <a:ext uri="{FF2B5EF4-FFF2-40B4-BE49-F238E27FC236}">
                <a16:creationId xmlns:a16="http://schemas.microsoft.com/office/drawing/2014/main" id="{BBBA6BDB-E17F-4A4E-A8F1-055B06A970F9}"/>
              </a:ext>
            </a:extLst>
          </p:cNvPr>
          <p:cNvGrpSpPr>
            <a:grpSpLocks noChangeAspect="1"/>
          </p:cNvGrpSpPr>
          <p:nvPr/>
        </p:nvGrpSpPr>
        <p:grpSpPr>
          <a:xfrm>
            <a:off x="2998797" y="2855717"/>
            <a:ext cx="362309" cy="361971"/>
            <a:chOff x="2998797" y="2855717"/>
            <a:chExt cx="362309" cy="361971"/>
          </a:xfrm>
          <a:solidFill>
            <a:srgbClr val="046A38"/>
          </a:solidFill>
        </p:grpSpPr>
        <p:sp>
          <p:nvSpPr>
            <p:cNvPr id="423" name="Graphic 4">
              <a:extLst>
                <a:ext uri="{FF2B5EF4-FFF2-40B4-BE49-F238E27FC236}">
                  <a16:creationId xmlns:a16="http://schemas.microsoft.com/office/drawing/2014/main" id="{4CF117A3-96A7-6345-B5B9-A58ECFC5B2AD}"/>
                </a:ext>
              </a:extLst>
            </p:cNvPr>
            <p:cNvSpPr/>
            <p:nvPr/>
          </p:nvSpPr>
          <p:spPr>
            <a:xfrm>
              <a:off x="3093368" y="2968075"/>
              <a:ext cx="136744" cy="136617"/>
            </a:xfrm>
            <a:custGeom>
              <a:avLst/>
              <a:gdLst>
                <a:gd name="connsiteX0" fmla="*/ 69011 w 136744"/>
                <a:gd name="connsiteY0" fmla="*/ 112358 h 136617"/>
                <a:gd name="connsiteX1" fmla="*/ 69011 w 136744"/>
                <a:gd name="connsiteY1" fmla="*/ 112358 h 136617"/>
                <a:gd name="connsiteX2" fmla="*/ 67733 w 136744"/>
                <a:gd name="connsiteY2" fmla="*/ 112997 h 136617"/>
                <a:gd name="connsiteX3" fmla="*/ 67094 w 136744"/>
                <a:gd name="connsiteY3" fmla="*/ 113635 h 136617"/>
                <a:gd name="connsiteX4" fmla="*/ 65177 w 136744"/>
                <a:gd name="connsiteY4" fmla="*/ 114273 h 136617"/>
                <a:gd name="connsiteX5" fmla="*/ 65177 w 136744"/>
                <a:gd name="connsiteY5" fmla="*/ 114273 h 136617"/>
                <a:gd name="connsiteX6" fmla="*/ 62621 w 136744"/>
                <a:gd name="connsiteY6" fmla="*/ 113635 h 136617"/>
                <a:gd name="connsiteX7" fmla="*/ 61982 w 136744"/>
                <a:gd name="connsiteY7" fmla="*/ 112997 h 136617"/>
                <a:gd name="connsiteX8" fmla="*/ 60704 w 136744"/>
                <a:gd name="connsiteY8" fmla="*/ 111720 h 136617"/>
                <a:gd name="connsiteX9" fmla="*/ 60704 w 136744"/>
                <a:gd name="connsiteY9" fmla="*/ 111720 h 136617"/>
                <a:gd name="connsiteX10" fmla="*/ 24921 w 136744"/>
                <a:gd name="connsiteY10" fmla="*/ 68947 h 136617"/>
                <a:gd name="connsiteX11" fmla="*/ 25560 w 136744"/>
                <a:gd name="connsiteY11" fmla="*/ 60010 h 136617"/>
                <a:gd name="connsiteX12" fmla="*/ 34506 w 136744"/>
                <a:gd name="connsiteY12" fmla="*/ 60648 h 136617"/>
                <a:gd name="connsiteX13" fmla="*/ 34506 w 136744"/>
                <a:gd name="connsiteY13" fmla="*/ 60648 h 136617"/>
                <a:gd name="connsiteX14" fmla="*/ 65816 w 136744"/>
                <a:gd name="connsiteY14" fmla="*/ 98313 h 136617"/>
                <a:gd name="connsiteX15" fmla="*/ 136745 w 136744"/>
                <a:gd name="connsiteY15" fmla="*/ 36389 h 136617"/>
                <a:gd name="connsiteX16" fmla="*/ 136745 w 136744"/>
                <a:gd name="connsiteY16" fmla="*/ 0 h 136617"/>
                <a:gd name="connsiteX17" fmla="*/ 0 w 136744"/>
                <a:gd name="connsiteY17" fmla="*/ 0 h 136617"/>
                <a:gd name="connsiteX18" fmla="*/ 0 w 136744"/>
                <a:gd name="connsiteY18" fmla="*/ 136617 h 136617"/>
                <a:gd name="connsiteX19" fmla="*/ 136745 w 136744"/>
                <a:gd name="connsiteY19" fmla="*/ 136617 h 136617"/>
                <a:gd name="connsiteX20" fmla="*/ 136745 w 136744"/>
                <a:gd name="connsiteY20" fmla="*/ 52987 h 136617"/>
                <a:gd name="connsiteX21" fmla="*/ 69011 w 136744"/>
                <a:gd name="connsiteY21" fmla="*/ 112358 h 136617"/>
                <a:gd name="connsiteX22" fmla="*/ 69011 w 136744"/>
                <a:gd name="connsiteY22" fmla="*/ 112358 h 136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6744" h="136617">
                  <a:moveTo>
                    <a:pt x="69011" y="112358"/>
                  </a:moveTo>
                  <a:lnTo>
                    <a:pt x="69011" y="112358"/>
                  </a:lnTo>
                  <a:cubicBezTo>
                    <a:pt x="68372" y="112358"/>
                    <a:pt x="68372" y="112997"/>
                    <a:pt x="67733" y="112997"/>
                  </a:cubicBezTo>
                  <a:lnTo>
                    <a:pt x="67094" y="113635"/>
                  </a:lnTo>
                  <a:cubicBezTo>
                    <a:pt x="66455" y="113635"/>
                    <a:pt x="65816" y="114273"/>
                    <a:pt x="65177" y="114273"/>
                  </a:cubicBezTo>
                  <a:lnTo>
                    <a:pt x="65177" y="114273"/>
                  </a:lnTo>
                  <a:cubicBezTo>
                    <a:pt x="64538" y="114273"/>
                    <a:pt x="63260" y="114273"/>
                    <a:pt x="62621" y="113635"/>
                  </a:cubicBezTo>
                  <a:cubicBezTo>
                    <a:pt x="62621" y="113635"/>
                    <a:pt x="61982" y="112997"/>
                    <a:pt x="61982" y="112997"/>
                  </a:cubicBezTo>
                  <a:cubicBezTo>
                    <a:pt x="61343" y="112997"/>
                    <a:pt x="60704" y="112358"/>
                    <a:pt x="60704" y="111720"/>
                  </a:cubicBezTo>
                  <a:lnTo>
                    <a:pt x="60704" y="111720"/>
                  </a:lnTo>
                  <a:lnTo>
                    <a:pt x="24921" y="68947"/>
                  </a:lnTo>
                  <a:cubicBezTo>
                    <a:pt x="22365" y="66394"/>
                    <a:pt x="23004" y="61925"/>
                    <a:pt x="25560" y="60010"/>
                  </a:cubicBezTo>
                  <a:cubicBezTo>
                    <a:pt x="28116" y="58094"/>
                    <a:pt x="32589" y="58094"/>
                    <a:pt x="34506" y="60648"/>
                  </a:cubicBezTo>
                  <a:lnTo>
                    <a:pt x="34506" y="60648"/>
                  </a:lnTo>
                  <a:lnTo>
                    <a:pt x="65816" y="98313"/>
                  </a:lnTo>
                  <a:lnTo>
                    <a:pt x="136745" y="36389"/>
                  </a:lnTo>
                  <a:lnTo>
                    <a:pt x="136745" y="0"/>
                  </a:lnTo>
                  <a:lnTo>
                    <a:pt x="0" y="0"/>
                  </a:lnTo>
                  <a:lnTo>
                    <a:pt x="0" y="136617"/>
                  </a:lnTo>
                  <a:lnTo>
                    <a:pt x="136745" y="136617"/>
                  </a:lnTo>
                  <a:lnTo>
                    <a:pt x="136745" y="52987"/>
                  </a:lnTo>
                  <a:lnTo>
                    <a:pt x="69011" y="112358"/>
                  </a:lnTo>
                  <a:lnTo>
                    <a:pt x="69011" y="112358"/>
                  </a:lnTo>
                  <a:close/>
                </a:path>
              </a:pathLst>
            </a:custGeom>
            <a:solidFill>
              <a:srgbClr val="046A38"/>
            </a:solidFill>
            <a:ln w="6390" cap="flat">
              <a:noFill/>
              <a:prstDash val="solid"/>
              <a:miter/>
            </a:ln>
          </p:spPr>
          <p:txBody>
            <a:bodyPr rtlCol="0" anchor="ctr"/>
            <a:lstStyle/>
            <a:p>
              <a:endParaRPr lang="en-US"/>
            </a:p>
          </p:txBody>
        </p:sp>
        <p:sp>
          <p:nvSpPr>
            <p:cNvPr id="424" name="Graphic 4">
              <a:extLst>
                <a:ext uri="{FF2B5EF4-FFF2-40B4-BE49-F238E27FC236}">
                  <a16:creationId xmlns:a16="http://schemas.microsoft.com/office/drawing/2014/main" id="{E1D6DF3A-9791-A949-B0CD-F34C4C7725B5}"/>
                </a:ext>
              </a:extLst>
            </p:cNvPr>
            <p:cNvSpPr/>
            <p:nvPr/>
          </p:nvSpPr>
          <p:spPr>
            <a:xfrm>
              <a:off x="2998797" y="28557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277962 w 362309"/>
                <a:gd name="connsiteY6" fmla="*/ 125126 h 361971"/>
                <a:gd name="connsiteX7" fmla="*/ 244735 w 362309"/>
                <a:gd name="connsiteY7" fmla="*/ 154492 h 361971"/>
                <a:gd name="connsiteX8" fmla="*/ 244735 w 362309"/>
                <a:gd name="connsiteY8" fmla="*/ 255998 h 361971"/>
                <a:gd name="connsiteX9" fmla="*/ 238345 w 362309"/>
                <a:gd name="connsiteY9" fmla="*/ 262382 h 361971"/>
                <a:gd name="connsiteX10" fmla="*/ 88820 w 362309"/>
                <a:gd name="connsiteY10" fmla="*/ 262382 h 361971"/>
                <a:gd name="connsiteX11" fmla="*/ 82430 w 362309"/>
                <a:gd name="connsiteY11" fmla="*/ 255998 h 361971"/>
                <a:gd name="connsiteX12" fmla="*/ 82430 w 362309"/>
                <a:gd name="connsiteY12" fmla="*/ 106612 h 361971"/>
                <a:gd name="connsiteX13" fmla="*/ 88820 w 362309"/>
                <a:gd name="connsiteY13" fmla="*/ 100228 h 361971"/>
                <a:gd name="connsiteX14" fmla="*/ 238345 w 362309"/>
                <a:gd name="connsiteY14" fmla="*/ 100228 h 361971"/>
                <a:gd name="connsiteX15" fmla="*/ 244735 w 362309"/>
                <a:gd name="connsiteY15" fmla="*/ 106612 h 361971"/>
                <a:gd name="connsiteX16" fmla="*/ 244735 w 362309"/>
                <a:gd name="connsiteY16" fmla="*/ 137894 h 361971"/>
                <a:gd name="connsiteX17" fmla="*/ 269655 w 362309"/>
                <a:gd name="connsiteY17" fmla="*/ 116188 h 361971"/>
                <a:gd name="connsiteX18" fmla="*/ 278602 w 362309"/>
                <a:gd name="connsiteY18" fmla="*/ 116827 h 361971"/>
                <a:gd name="connsiteX19" fmla="*/ 277962 w 362309"/>
                <a:gd name="connsiteY19" fmla="*/ 125126 h 361971"/>
                <a:gd name="connsiteX20" fmla="*/ 277962 w 362309"/>
                <a:gd name="connsiteY20" fmla="*/ 12512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2309" h="361971">
                  <a:moveTo>
                    <a:pt x="180835" y="0"/>
                  </a:moveTo>
                  <a:cubicBezTo>
                    <a:pt x="80513" y="0"/>
                    <a:pt x="0" y="81076"/>
                    <a:pt x="0" y="181305"/>
                  </a:cubicBezTo>
                  <a:cubicBezTo>
                    <a:pt x="0" y="281533"/>
                    <a:pt x="81152" y="361972"/>
                    <a:pt x="181474" y="361972"/>
                  </a:cubicBezTo>
                  <a:cubicBezTo>
                    <a:pt x="281157" y="361972"/>
                    <a:pt x="362310" y="280895"/>
                    <a:pt x="362310" y="180667"/>
                  </a:cubicBezTo>
                  <a:cubicBezTo>
                    <a:pt x="362310" y="80438"/>
                    <a:pt x="281157" y="0"/>
                    <a:pt x="180835" y="0"/>
                  </a:cubicBezTo>
                  <a:cubicBezTo>
                    <a:pt x="180835" y="0"/>
                    <a:pt x="180835" y="0"/>
                    <a:pt x="180835" y="0"/>
                  </a:cubicBezTo>
                  <a:close/>
                  <a:moveTo>
                    <a:pt x="277962" y="125126"/>
                  </a:moveTo>
                  <a:lnTo>
                    <a:pt x="244735" y="154492"/>
                  </a:lnTo>
                  <a:lnTo>
                    <a:pt x="244735" y="255998"/>
                  </a:lnTo>
                  <a:cubicBezTo>
                    <a:pt x="244735" y="259828"/>
                    <a:pt x="242179" y="262382"/>
                    <a:pt x="238345" y="262382"/>
                  </a:cubicBezTo>
                  <a:lnTo>
                    <a:pt x="88820" y="262382"/>
                  </a:lnTo>
                  <a:cubicBezTo>
                    <a:pt x="84986" y="262382"/>
                    <a:pt x="82430" y="259828"/>
                    <a:pt x="82430" y="255998"/>
                  </a:cubicBezTo>
                  <a:lnTo>
                    <a:pt x="82430" y="106612"/>
                  </a:lnTo>
                  <a:cubicBezTo>
                    <a:pt x="82430" y="102782"/>
                    <a:pt x="84986" y="100228"/>
                    <a:pt x="88820" y="100228"/>
                  </a:cubicBezTo>
                  <a:lnTo>
                    <a:pt x="238345" y="100228"/>
                  </a:lnTo>
                  <a:cubicBezTo>
                    <a:pt x="242179" y="100228"/>
                    <a:pt x="244735" y="102782"/>
                    <a:pt x="244735" y="106612"/>
                  </a:cubicBezTo>
                  <a:lnTo>
                    <a:pt x="244735" y="137894"/>
                  </a:lnTo>
                  <a:lnTo>
                    <a:pt x="269655" y="116188"/>
                  </a:lnTo>
                  <a:cubicBezTo>
                    <a:pt x="272211" y="113635"/>
                    <a:pt x="276045" y="114273"/>
                    <a:pt x="278602" y="116827"/>
                  </a:cubicBezTo>
                  <a:cubicBezTo>
                    <a:pt x="280518" y="118104"/>
                    <a:pt x="280518" y="122572"/>
                    <a:pt x="277962" y="125126"/>
                  </a:cubicBezTo>
                  <a:cubicBezTo>
                    <a:pt x="277962" y="125126"/>
                    <a:pt x="277962" y="125126"/>
                    <a:pt x="277962" y="125126"/>
                  </a:cubicBezTo>
                  <a:close/>
                </a:path>
              </a:pathLst>
            </a:custGeom>
            <a:solidFill>
              <a:srgbClr val="046A38"/>
            </a:solidFill>
            <a:ln w="6390" cap="flat">
              <a:noFill/>
              <a:prstDash val="solid"/>
              <a:miter/>
            </a:ln>
          </p:spPr>
          <p:txBody>
            <a:bodyPr rtlCol="0" anchor="ctr"/>
            <a:lstStyle/>
            <a:p>
              <a:endParaRPr lang="en-US"/>
            </a:p>
          </p:txBody>
        </p:sp>
      </p:grpSp>
      <p:grpSp>
        <p:nvGrpSpPr>
          <p:cNvPr id="425" name="Graphic 4">
            <a:extLst>
              <a:ext uri="{FF2B5EF4-FFF2-40B4-BE49-F238E27FC236}">
                <a16:creationId xmlns:a16="http://schemas.microsoft.com/office/drawing/2014/main" id="{C94EF5B8-C019-3B44-8E49-E371F32F1C55}"/>
              </a:ext>
            </a:extLst>
          </p:cNvPr>
          <p:cNvGrpSpPr>
            <a:grpSpLocks noChangeAspect="1"/>
          </p:cNvGrpSpPr>
          <p:nvPr/>
        </p:nvGrpSpPr>
        <p:grpSpPr>
          <a:xfrm>
            <a:off x="2998797" y="1402244"/>
            <a:ext cx="362309" cy="362450"/>
            <a:chOff x="2998797" y="1402244"/>
            <a:chExt cx="362309" cy="362450"/>
          </a:xfrm>
          <a:solidFill>
            <a:srgbClr val="046A38"/>
          </a:solidFill>
        </p:grpSpPr>
        <p:sp>
          <p:nvSpPr>
            <p:cNvPr id="426" name="Graphic 4">
              <a:extLst>
                <a:ext uri="{FF2B5EF4-FFF2-40B4-BE49-F238E27FC236}">
                  <a16:creationId xmlns:a16="http://schemas.microsoft.com/office/drawing/2014/main" id="{97AA1360-4DBB-BC40-A86B-9A416E9F5A40}"/>
                </a:ext>
              </a:extLst>
            </p:cNvPr>
            <p:cNvSpPr/>
            <p:nvPr/>
          </p:nvSpPr>
          <p:spPr>
            <a:xfrm>
              <a:off x="2998797" y="1402244"/>
              <a:ext cx="362309" cy="362450"/>
            </a:xfrm>
            <a:custGeom>
              <a:avLst/>
              <a:gdLst>
                <a:gd name="connsiteX0" fmla="*/ 180835 w 362309"/>
                <a:gd name="connsiteY0" fmla="*/ 479 h 362450"/>
                <a:gd name="connsiteX1" fmla="*/ 0 w 362309"/>
                <a:gd name="connsiteY1" fmla="*/ 181784 h 362450"/>
                <a:gd name="connsiteX2" fmla="*/ 181474 w 362309"/>
                <a:gd name="connsiteY2" fmla="*/ 362451 h 362450"/>
                <a:gd name="connsiteX3" fmla="*/ 362310 w 362309"/>
                <a:gd name="connsiteY3" fmla="*/ 181145 h 362450"/>
                <a:gd name="connsiteX4" fmla="*/ 180835 w 362309"/>
                <a:gd name="connsiteY4" fmla="*/ 479 h 362450"/>
                <a:gd name="connsiteX5" fmla="*/ 180835 w 362309"/>
                <a:gd name="connsiteY5" fmla="*/ 479 h 362450"/>
                <a:gd name="connsiteX6" fmla="*/ 187225 w 362309"/>
                <a:gd name="connsiteY6" fmla="*/ 248816 h 362450"/>
                <a:gd name="connsiteX7" fmla="*/ 182752 w 362309"/>
                <a:gd name="connsiteY7" fmla="*/ 252646 h 362450"/>
                <a:gd name="connsiteX8" fmla="*/ 184030 w 362309"/>
                <a:gd name="connsiteY8" fmla="*/ 258392 h 362450"/>
                <a:gd name="connsiteX9" fmla="*/ 179557 w 362309"/>
                <a:gd name="connsiteY9" fmla="*/ 278821 h 362450"/>
                <a:gd name="connsiteX10" fmla="*/ 167416 w 362309"/>
                <a:gd name="connsiteY10" fmla="*/ 280736 h 362450"/>
                <a:gd name="connsiteX11" fmla="*/ 161027 w 362309"/>
                <a:gd name="connsiteY11" fmla="*/ 281374 h 362450"/>
                <a:gd name="connsiteX12" fmla="*/ 158471 w 362309"/>
                <a:gd name="connsiteY12" fmla="*/ 286481 h 362450"/>
                <a:gd name="connsiteX13" fmla="*/ 148247 w 362309"/>
                <a:gd name="connsiteY13" fmla="*/ 299888 h 362450"/>
                <a:gd name="connsiteX14" fmla="*/ 145052 w 362309"/>
                <a:gd name="connsiteY14" fmla="*/ 300526 h 362450"/>
                <a:gd name="connsiteX15" fmla="*/ 132272 w 362309"/>
                <a:gd name="connsiteY15" fmla="*/ 294780 h 362450"/>
                <a:gd name="connsiteX16" fmla="*/ 127160 w 362309"/>
                <a:gd name="connsiteY16" fmla="*/ 291588 h 362450"/>
                <a:gd name="connsiteX17" fmla="*/ 122048 w 362309"/>
                <a:gd name="connsiteY17" fmla="*/ 294780 h 362450"/>
                <a:gd name="connsiteX18" fmla="*/ 106073 w 362309"/>
                <a:gd name="connsiteY18" fmla="*/ 299249 h 362450"/>
                <a:gd name="connsiteX19" fmla="*/ 95849 w 362309"/>
                <a:gd name="connsiteY19" fmla="*/ 285843 h 362450"/>
                <a:gd name="connsiteX20" fmla="*/ 93293 w 362309"/>
                <a:gd name="connsiteY20" fmla="*/ 280097 h 362450"/>
                <a:gd name="connsiteX21" fmla="*/ 87542 w 362309"/>
                <a:gd name="connsiteY21" fmla="*/ 279459 h 362450"/>
                <a:gd name="connsiteX22" fmla="*/ 69650 w 362309"/>
                <a:gd name="connsiteY22" fmla="*/ 269245 h 362450"/>
                <a:gd name="connsiteX23" fmla="*/ 71567 w 362309"/>
                <a:gd name="connsiteY23" fmla="*/ 257115 h 362450"/>
                <a:gd name="connsiteX24" fmla="*/ 72845 w 362309"/>
                <a:gd name="connsiteY24" fmla="*/ 250731 h 362450"/>
                <a:gd name="connsiteX25" fmla="*/ 68372 w 362309"/>
                <a:gd name="connsiteY25" fmla="*/ 246262 h 362450"/>
                <a:gd name="connsiteX26" fmla="*/ 58788 w 362309"/>
                <a:gd name="connsiteY26" fmla="*/ 232856 h 362450"/>
                <a:gd name="connsiteX27" fmla="*/ 68372 w 362309"/>
                <a:gd name="connsiteY27" fmla="*/ 219449 h 362450"/>
                <a:gd name="connsiteX28" fmla="*/ 72845 w 362309"/>
                <a:gd name="connsiteY28" fmla="*/ 215619 h 362450"/>
                <a:gd name="connsiteX29" fmla="*/ 71567 w 362309"/>
                <a:gd name="connsiteY29" fmla="*/ 209873 h 362450"/>
                <a:gd name="connsiteX30" fmla="*/ 76040 w 362309"/>
                <a:gd name="connsiteY30" fmla="*/ 189445 h 362450"/>
                <a:gd name="connsiteX31" fmla="*/ 88181 w 362309"/>
                <a:gd name="connsiteY31" fmla="*/ 187529 h 362450"/>
                <a:gd name="connsiteX32" fmla="*/ 94571 w 362309"/>
                <a:gd name="connsiteY32" fmla="*/ 186891 h 362450"/>
                <a:gd name="connsiteX33" fmla="*/ 97127 w 362309"/>
                <a:gd name="connsiteY33" fmla="*/ 181145 h 362450"/>
                <a:gd name="connsiteX34" fmla="*/ 107351 w 362309"/>
                <a:gd name="connsiteY34" fmla="*/ 167739 h 362450"/>
                <a:gd name="connsiteX35" fmla="*/ 123326 w 362309"/>
                <a:gd name="connsiteY35" fmla="*/ 172846 h 362450"/>
                <a:gd name="connsiteX36" fmla="*/ 128438 w 362309"/>
                <a:gd name="connsiteY36" fmla="*/ 176038 h 362450"/>
                <a:gd name="connsiteX37" fmla="*/ 133550 w 362309"/>
                <a:gd name="connsiteY37" fmla="*/ 172846 h 362450"/>
                <a:gd name="connsiteX38" fmla="*/ 149525 w 362309"/>
                <a:gd name="connsiteY38" fmla="*/ 168377 h 362450"/>
                <a:gd name="connsiteX39" fmla="*/ 159110 w 362309"/>
                <a:gd name="connsiteY39" fmla="*/ 181784 h 362450"/>
                <a:gd name="connsiteX40" fmla="*/ 161666 w 362309"/>
                <a:gd name="connsiteY40" fmla="*/ 187529 h 362450"/>
                <a:gd name="connsiteX41" fmla="*/ 167416 w 362309"/>
                <a:gd name="connsiteY41" fmla="*/ 188168 h 362450"/>
                <a:gd name="connsiteX42" fmla="*/ 183391 w 362309"/>
                <a:gd name="connsiteY42" fmla="*/ 193913 h 362450"/>
                <a:gd name="connsiteX43" fmla="*/ 183391 w 362309"/>
                <a:gd name="connsiteY43" fmla="*/ 210512 h 362450"/>
                <a:gd name="connsiteX44" fmla="*/ 182113 w 362309"/>
                <a:gd name="connsiteY44" fmla="*/ 216896 h 362450"/>
                <a:gd name="connsiteX45" fmla="*/ 187225 w 362309"/>
                <a:gd name="connsiteY45" fmla="*/ 221365 h 362450"/>
                <a:gd name="connsiteX46" fmla="*/ 196810 w 362309"/>
                <a:gd name="connsiteY46" fmla="*/ 234771 h 362450"/>
                <a:gd name="connsiteX47" fmla="*/ 187225 w 362309"/>
                <a:gd name="connsiteY47" fmla="*/ 248816 h 362450"/>
                <a:gd name="connsiteX48" fmla="*/ 187225 w 362309"/>
                <a:gd name="connsiteY48" fmla="*/ 248816 h 362450"/>
                <a:gd name="connsiteX49" fmla="*/ 293298 w 362309"/>
                <a:gd name="connsiteY49" fmla="*/ 142842 h 362450"/>
                <a:gd name="connsiteX50" fmla="*/ 288825 w 362309"/>
                <a:gd name="connsiteY50" fmla="*/ 146672 h 362450"/>
                <a:gd name="connsiteX51" fmla="*/ 290103 w 362309"/>
                <a:gd name="connsiteY51" fmla="*/ 152418 h 362450"/>
                <a:gd name="connsiteX52" fmla="*/ 286269 w 362309"/>
                <a:gd name="connsiteY52" fmla="*/ 172846 h 362450"/>
                <a:gd name="connsiteX53" fmla="*/ 274128 w 362309"/>
                <a:gd name="connsiteY53" fmla="*/ 174761 h 362450"/>
                <a:gd name="connsiteX54" fmla="*/ 267739 w 362309"/>
                <a:gd name="connsiteY54" fmla="*/ 175400 h 362450"/>
                <a:gd name="connsiteX55" fmla="*/ 265182 w 362309"/>
                <a:gd name="connsiteY55" fmla="*/ 180507 h 362450"/>
                <a:gd name="connsiteX56" fmla="*/ 254959 w 362309"/>
                <a:gd name="connsiteY56" fmla="*/ 193913 h 362450"/>
                <a:gd name="connsiteX57" fmla="*/ 251764 w 362309"/>
                <a:gd name="connsiteY57" fmla="*/ 194552 h 362450"/>
                <a:gd name="connsiteX58" fmla="*/ 238984 w 362309"/>
                <a:gd name="connsiteY58" fmla="*/ 188806 h 362450"/>
                <a:gd name="connsiteX59" fmla="*/ 233872 w 362309"/>
                <a:gd name="connsiteY59" fmla="*/ 185614 h 362450"/>
                <a:gd name="connsiteX60" fmla="*/ 228760 w 362309"/>
                <a:gd name="connsiteY60" fmla="*/ 188806 h 362450"/>
                <a:gd name="connsiteX61" fmla="*/ 212785 w 362309"/>
                <a:gd name="connsiteY61" fmla="*/ 193275 h 362450"/>
                <a:gd name="connsiteX62" fmla="*/ 203200 w 362309"/>
                <a:gd name="connsiteY62" fmla="*/ 179869 h 362450"/>
                <a:gd name="connsiteX63" fmla="*/ 200644 w 362309"/>
                <a:gd name="connsiteY63" fmla="*/ 174123 h 362450"/>
                <a:gd name="connsiteX64" fmla="*/ 194893 w 362309"/>
                <a:gd name="connsiteY64" fmla="*/ 173485 h 362450"/>
                <a:gd name="connsiteX65" fmla="*/ 178918 w 362309"/>
                <a:gd name="connsiteY65" fmla="*/ 167739 h 362450"/>
                <a:gd name="connsiteX66" fmla="*/ 178918 w 362309"/>
                <a:gd name="connsiteY66" fmla="*/ 151141 h 362450"/>
                <a:gd name="connsiteX67" fmla="*/ 180196 w 362309"/>
                <a:gd name="connsiteY67" fmla="*/ 144757 h 362450"/>
                <a:gd name="connsiteX68" fmla="*/ 175723 w 362309"/>
                <a:gd name="connsiteY68" fmla="*/ 140288 h 362450"/>
                <a:gd name="connsiteX69" fmla="*/ 166138 w 362309"/>
                <a:gd name="connsiteY69" fmla="*/ 126882 h 362450"/>
                <a:gd name="connsiteX70" fmla="*/ 175723 w 362309"/>
                <a:gd name="connsiteY70" fmla="*/ 113475 h 362450"/>
                <a:gd name="connsiteX71" fmla="*/ 180196 w 362309"/>
                <a:gd name="connsiteY71" fmla="*/ 109645 h 362450"/>
                <a:gd name="connsiteX72" fmla="*/ 178918 w 362309"/>
                <a:gd name="connsiteY72" fmla="*/ 103899 h 362450"/>
                <a:gd name="connsiteX73" fmla="*/ 179557 w 362309"/>
                <a:gd name="connsiteY73" fmla="*/ 87301 h 362450"/>
                <a:gd name="connsiteX74" fmla="*/ 195532 w 362309"/>
                <a:gd name="connsiteY74" fmla="*/ 82194 h 362450"/>
                <a:gd name="connsiteX75" fmla="*/ 201922 w 362309"/>
                <a:gd name="connsiteY75" fmla="*/ 81555 h 362450"/>
                <a:gd name="connsiteX76" fmla="*/ 204478 w 362309"/>
                <a:gd name="connsiteY76" fmla="*/ 75810 h 362450"/>
                <a:gd name="connsiteX77" fmla="*/ 214702 w 362309"/>
                <a:gd name="connsiteY77" fmla="*/ 62403 h 362450"/>
                <a:gd name="connsiteX78" fmla="*/ 230677 w 362309"/>
                <a:gd name="connsiteY78" fmla="*/ 67511 h 362450"/>
                <a:gd name="connsiteX79" fmla="*/ 235789 w 362309"/>
                <a:gd name="connsiteY79" fmla="*/ 70703 h 362450"/>
                <a:gd name="connsiteX80" fmla="*/ 240901 w 362309"/>
                <a:gd name="connsiteY80" fmla="*/ 67511 h 362450"/>
                <a:gd name="connsiteX81" fmla="*/ 256876 w 362309"/>
                <a:gd name="connsiteY81" fmla="*/ 63042 h 362450"/>
                <a:gd name="connsiteX82" fmla="*/ 267100 w 362309"/>
                <a:gd name="connsiteY82" fmla="*/ 76448 h 362450"/>
                <a:gd name="connsiteX83" fmla="*/ 269655 w 362309"/>
                <a:gd name="connsiteY83" fmla="*/ 82194 h 362450"/>
                <a:gd name="connsiteX84" fmla="*/ 275407 w 362309"/>
                <a:gd name="connsiteY84" fmla="*/ 82832 h 362450"/>
                <a:gd name="connsiteX85" fmla="*/ 293298 w 362309"/>
                <a:gd name="connsiteY85" fmla="*/ 93047 h 362450"/>
                <a:gd name="connsiteX86" fmla="*/ 291381 w 362309"/>
                <a:gd name="connsiteY86" fmla="*/ 105176 h 362450"/>
                <a:gd name="connsiteX87" fmla="*/ 290103 w 362309"/>
                <a:gd name="connsiteY87" fmla="*/ 111560 h 362450"/>
                <a:gd name="connsiteX88" fmla="*/ 294576 w 362309"/>
                <a:gd name="connsiteY88" fmla="*/ 116029 h 362450"/>
                <a:gd name="connsiteX89" fmla="*/ 304161 w 362309"/>
                <a:gd name="connsiteY89" fmla="*/ 129435 h 362450"/>
                <a:gd name="connsiteX90" fmla="*/ 293298 w 362309"/>
                <a:gd name="connsiteY90" fmla="*/ 142842 h 362450"/>
                <a:gd name="connsiteX91" fmla="*/ 293298 w 362309"/>
                <a:gd name="connsiteY91" fmla="*/ 142842 h 36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362309" h="362450">
                  <a:moveTo>
                    <a:pt x="180835" y="479"/>
                  </a:moveTo>
                  <a:cubicBezTo>
                    <a:pt x="80513" y="479"/>
                    <a:pt x="0" y="81555"/>
                    <a:pt x="0" y="181784"/>
                  </a:cubicBezTo>
                  <a:cubicBezTo>
                    <a:pt x="0" y="282013"/>
                    <a:pt x="81152" y="362451"/>
                    <a:pt x="181474" y="362451"/>
                  </a:cubicBezTo>
                  <a:cubicBezTo>
                    <a:pt x="281157" y="362451"/>
                    <a:pt x="362310" y="281374"/>
                    <a:pt x="362310" y="181145"/>
                  </a:cubicBezTo>
                  <a:cubicBezTo>
                    <a:pt x="362310" y="80917"/>
                    <a:pt x="281157" y="-160"/>
                    <a:pt x="180835" y="479"/>
                  </a:cubicBezTo>
                  <a:cubicBezTo>
                    <a:pt x="180835" y="-160"/>
                    <a:pt x="180835" y="-160"/>
                    <a:pt x="180835" y="479"/>
                  </a:cubicBezTo>
                  <a:close/>
                  <a:moveTo>
                    <a:pt x="187225" y="248816"/>
                  </a:moveTo>
                  <a:cubicBezTo>
                    <a:pt x="185308" y="250093"/>
                    <a:pt x="184030" y="251369"/>
                    <a:pt x="182752" y="252646"/>
                  </a:cubicBezTo>
                  <a:cubicBezTo>
                    <a:pt x="182752" y="254561"/>
                    <a:pt x="183391" y="256477"/>
                    <a:pt x="184030" y="258392"/>
                  </a:cubicBezTo>
                  <a:cubicBezTo>
                    <a:pt x="188503" y="265414"/>
                    <a:pt x="186586" y="274352"/>
                    <a:pt x="179557" y="278821"/>
                  </a:cubicBezTo>
                  <a:cubicBezTo>
                    <a:pt x="175723" y="281374"/>
                    <a:pt x="171250" y="282013"/>
                    <a:pt x="167416" y="280736"/>
                  </a:cubicBezTo>
                  <a:cubicBezTo>
                    <a:pt x="165500" y="280736"/>
                    <a:pt x="162943" y="280736"/>
                    <a:pt x="161027" y="281374"/>
                  </a:cubicBezTo>
                  <a:cubicBezTo>
                    <a:pt x="159748" y="283289"/>
                    <a:pt x="159110" y="284566"/>
                    <a:pt x="158471" y="286481"/>
                  </a:cubicBezTo>
                  <a:cubicBezTo>
                    <a:pt x="156553" y="291588"/>
                    <a:pt x="153998" y="297972"/>
                    <a:pt x="148247" y="299888"/>
                  </a:cubicBezTo>
                  <a:cubicBezTo>
                    <a:pt x="146969" y="300526"/>
                    <a:pt x="145691" y="300526"/>
                    <a:pt x="145052" y="300526"/>
                  </a:cubicBezTo>
                  <a:cubicBezTo>
                    <a:pt x="140579" y="299888"/>
                    <a:pt x="136106" y="297972"/>
                    <a:pt x="132272" y="294780"/>
                  </a:cubicBezTo>
                  <a:cubicBezTo>
                    <a:pt x="130994" y="293504"/>
                    <a:pt x="129077" y="292227"/>
                    <a:pt x="127160" y="291588"/>
                  </a:cubicBezTo>
                  <a:cubicBezTo>
                    <a:pt x="125243" y="292227"/>
                    <a:pt x="123326" y="293504"/>
                    <a:pt x="122048" y="294780"/>
                  </a:cubicBezTo>
                  <a:cubicBezTo>
                    <a:pt x="117575" y="298611"/>
                    <a:pt x="111824" y="300526"/>
                    <a:pt x="106073" y="299249"/>
                  </a:cubicBezTo>
                  <a:cubicBezTo>
                    <a:pt x="99683" y="297334"/>
                    <a:pt x="97766" y="290950"/>
                    <a:pt x="95849" y="285843"/>
                  </a:cubicBezTo>
                  <a:cubicBezTo>
                    <a:pt x="95210" y="283928"/>
                    <a:pt x="94571" y="282013"/>
                    <a:pt x="93293" y="280097"/>
                  </a:cubicBezTo>
                  <a:cubicBezTo>
                    <a:pt x="91376" y="279459"/>
                    <a:pt x="89459" y="279459"/>
                    <a:pt x="87542" y="279459"/>
                  </a:cubicBezTo>
                  <a:cubicBezTo>
                    <a:pt x="79874" y="281374"/>
                    <a:pt x="71567" y="276905"/>
                    <a:pt x="69650" y="269245"/>
                  </a:cubicBezTo>
                  <a:cubicBezTo>
                    <a:pt x="68372" y="265414"/>
                    <a:pt x="69011" y="260945"/>
                    <a:pt x="71567" y="257115"/>
                  </a:cubicBezTo>
                  <a:cubicBezTo>
                    <a:pt x="72206" y="255200"/>
                    <a:pt x="72845" y="252646"/>
                    <a:pt x="72845" y="250731"/>
                  </a:cubicBezTo>
                  <a:cubicBezTo>
                    <a:pt x="71567" y="248816"/>
                    <a:pt x="69650" y="247539"/>
                    <a:pt x="68372" y="246262"/>
                  </a:cubicBezTo>
                  <a:cubicBezTo>
                    <a:pt x="63899" y="243070"/>
                    <a:pt x="58788" y="238601"/>
                    <a:pt x="58788" y="232856"/>
                  </a:cubicBezTo>
                  <a:cubicBezTo>
                    <a:pt x="58788" y="227110"/>
                    <a:pt x="64538" y="222641"/>
                    <a:pt x="68372" y="219449"/>
                  </a:cubicBezTo>
                  <a:cubicBezTo>
                    <a:pt x="70289" y="218173"/>
                    <a:pt x="71567" y="216896"/>
                    <a:pt x="72845" y="215619"/>
                  </a:cubicBezTo>
                  <a:cubicBezTo>
                    <a:pt x="72845" y="213704"/>
                    <a:pt x="72206" y="211789"/>
                    <a:pt x="71567" y="209873"/>
                  </a:cubicBezTo>
                  <a:cubicBezTo>
                    <a:pt x="67094" y="202851"/>
                    <a:pt x="69011" y="193913"/>
                    <a:pt x="76040" y="189445"/>
                  </a:cubicBezTo>
                  <a:cubicBezTo>
                    <a:pt x="79874" y="186891"/>
                    <a:pt x="84347" y="186253"/>
                    <a:pt x="88181" y="187529"/>
                  </a:cubicBezTo>
                  <a:cubicBezTo>
                    <a:pt x="90098" y="187529"/>
                    <a:pt x="92654" y="187529"/>
                    <a:pt x="94571" y="186891"/>
                  </a:cubicBezTo>
                  <a:cubicBezTo>
                    <a:pt x="95210" y="184976"/>
                    <a:pt x="96488" y="183061"/>
                    <a:pt x="97127" y="181145"/>
                  </a:cubicBezTo>
                  <a:cubicBezTo>
                    <a:pt x="99044" y="176038"/>
                    <a:pt x="101600" y="169654"/>
                    <a:pt x="107351" y="167739"/>
                  </a:cubicBezTo>
                  <a:cubicBezTo>
                    <a:pt x="113102" y="167101"/>
                    <a:pt x="119492" y="169016"/>
                    <a:pt x="123326" y="172846"/>
                  </a:cubicBezTo>
                  <a:cubicBezTo>
                    <a:pt x="124604" y="174123"/>
                    <a:pt x="126521" y="175400"/>
                    <a:pt x="128438" y="176038"/>
                  </a:cubicBezTo>
                  <a:cubicBezTo>
                    <a:pt x="130355" y="175400"/>
                    <a:pt x="132272" y="174123"/>
                    <a:pt x="133550" y="172846"/>
                  </a:cubicBezTo>
                  <a:cubicBezTo>
                    <a:pt x="138023" y="169016"/>
                    <a:pt x="143774" y="167101"/>
                    <a:pt x="149525" y="168377"/>
                  </a:cubicBezTo>
                  <a:cubicBezTo>
                    <a:pt x="155915" y="170293"/>
                    <a:pt x="157832" y="176677"/>
                    <a:pt x="159110" y="181784"/>
                  </a:cubicBezTo>
                  <a:cubicBezTo>
                    <a:pt x="159748" y="183699"/>
                    <a:pt x="160387" y="185614"/>
                    <a:pt x="161666" y="187529"/>
                  </a:cubicBezTo>
                  <a:cubicBezTo>
                    <a:pt x="163582" y="188168"/>
                    <a:pt x="165500" y="188168"/>
                    <a:pt x="167416" y="188168"/>
                  </a:cubicBezTo>
                  <a:cubicBezTo>
                    <a:pt x="173167" y="187529"/>
                    <a:pt x="178918" y="189445"/>
                    <a:pt x="183391" y="193913"/>
                  </a:cubicBezTo>
                  <a:cubicBezTo>
                    <a:pt x="185947" y="199021"/>
                    <a:pt x="185947" y="205405"/>
                    <a:pt x="183391" y="210512"/>
                  </a:cubicBezTo>
                  <a:cubicBezTo>
                    <a:pt x="182752" y="212427"/>
                    <a:pt x="182113" y="214981"/>
                    <a:pt x="182113" y="216896"/>
                  </a:cubicBezTo>
                  <a:cubicBezTo>
                    <a:pt x="183391" y="218811"/>
                    <a:pt x="185308" y="220088"/>
                    <a:pt x="187225" y="221365"/>
                  </a:cubicBezTo>
                  <a:cubicBezTo>
                    <a:pt x="191059" y="224557"/>
                    <a:pt x="196810" y="229025"/>
                    <a:pt x="196810" y="234771"/>
                  </a:cubicBezTo>
                  <a:cubicBezTo>
                    <a:pt x="196810" y="241155"/>
                    <a:pt x="191698" y="245624"/>
                    <a:pt x="187225" y="248816"/>
                  </a:cubicBezTo>
                  <a:lnTo>
                    <a:pt x="187225" y="248816"/>
                  </a:lnTo>
                  <a:close/>
                  <a:moveTo>
                    <a:pt x="293298" y="142842"/>
                  </a:moveTo>
                  <a:cubicBezTo>
                    <a:pt x="291381" y="144118"/>
                    <a:pt x="290103" y="145395"/>
                    <a:pt x="288825" y="146672"/>
                  </a:cubicBezTo>
                  <a:cubicBezTo>
                    <a:pt x="288825" y="148587"/>
                    <a:pt x="289464" y="150502"/>
                    <a:pt x="290103" y="152418"/>
                  </a:cubicBezTo>
                  <a:cubicBezTo>
                    <a:pt x="294576" y="159440"/>
                    <a:pt x="292659" y="168377"/>
                    <a:pt x="286269" y="172846"/>
                  </a:cubicBezTo>
                  <a:cubicBezTo>
                    <a:pt x="282435" y="175400"/>
                    <a:pt x="277962" y="176038"/>
                    <a:pt x="274128" y="174761"/>
                  </a:cubicBezTo>
                  <a:cubicBezTo>
                    <a:pt x="272211" y="174761"/>
                    <a:pt x="269655" y="174761"/>
                    <a:pt x="267739" y="175400"/>
                  </a:cubicBezTo>
                  <a:cubicBezTo>
                    <a:pt x="267100" y="177315"/>
                    <a:pt x="265821" y="178592"/>
                    <a:pt x="265182" y="180507"/>
                  </a:cubicBezTo>
                  <a:cubicBezTo>
                    <a:pt x="263266" y="185614"/>
                    <a:pt x="260710" y="191998"/>
                    <a:pt x="254959" y="193913"/>
                  </a:cubicBezTo>
                  <a:cubicBezTo>
                    <a:pt x="253681" y="194552"/>
                    <a:pt x="253042" y="194552"/>
                    <a:pt x="251764" y="194552"/>
                  </a:cubicBezTo>
                  <a:cubicBezTo>
                    <a:pt x="247291" y="193913"/>
                    <a:pt x="242818" y="191998"/>
                    <a:pt x="238984" y="188806"/>
                  </a:cubicBezTo>
                  <a:cubicBezTo>
                    <a:pt x="237706" y="187529"/>
                    <a:pt x="235789" y="186253"/>
                    <a:pt x="233872" y="185614"/>
                  </a:cubicBezTo>
                  <a:cubicBezTo>
                    <a:pt x="231955" y="186253"/>
                    <a:pt x="230038" y="187529"/>
                    <a:pt x="228760" y="188806"/>
                  </a:cubicBezTo>
                  <a:cubicBezTo>
                    <a:pt x="224287" y="192637"/>
                    <a:pt x="218536" y="194552"/>
                    <a:pt x="212785" y="193275"/>
                  </a:cubicBezTo>
                  <a:cubicBezTo>
                    <a:pt x="207034" y="191360"/>
                    <a:pt x="204478" y="184976"/>
                    <a:pt x="203200" y="179869"/>
                  </a:cubicBezTo>
                  <a:cubicBezTo>
                    <a:pt x="202561" y="177953"/>
                    <a:pt x="201922" y="176038"/>
                    <a:pt x="200644" y="174123"/>
                  </a:cubicBezTo>
                  <a:cubicBezTo>
                    <a:pt x="198727" y="173485"/>
                    <a:pt x="196810" y="173485"/>
                    <a:pt x="194893" y="173485"/>
                  </a:cubicBezTo>
                  <a:cubicBezTo>
                    <a:pt x="189142" y="174123"/>
                    <a:pt x="183391" y="172208"/>
                    <a:pt x="178918" y="167739"/>
                  </a:cubicBezTo>
                  <a:cubicBezTo>
                    <a:pt x="176362" y="162632"/>
                    <a:pt x="176362" y="156248"/>
                    <a:pt x="178918" y="151141"/>
                  </a:cubicBezTo>
                  <a:cubicBezTo>
                    <a:pt x="179557" y="149226"/>
                    <a:pt x="180196" y="146672"/>
                    <a:pt x="180196" y="144757"/>
                  </a:cubicBezTo>
                  <a:cubicBezTo>
                    <a:pt x="178918" y="142842"/>
                    <a:pt x="177001" y="141565"/>
                    <a:pt x="175723" y="140288"/>
                  </a:cubicBezTo>
                  <a:cubicBezTo>
                    <a:pt x="171889" y="137096"/>
                    <a:pt x="166138" y="132627"/>
                    <a:pt x="166138" y="126882"/>
                  </a:cubicBezTo>
                  <a:cubicBezTo>
                    <a:pt x="166777" y="121136"/>
                    <a:pt x="170611" y="116029"/>
                    <a:pt x="175723" y="113475"/>
                  </a:cubicBezTo>
                  <a:cubicBezTo>
                    <a:pt x="177640" y="112199"/>
                    <a:pt x="178918" y="110922"/>
                    <a:pt x="180196" y="109645"/>
                  </a:cubicBezTo>
                  <a:cubicBezTo>
                    <a:pt x="180196" y="107730"/>
                    <a:pt x="179557" y="105815"/>
                    <a:pt x="178918" y="103899"/>
                  </a:cubicBezTo>
                  <a:cubicBezTo>
                    <a:pt x="176362" y="98792"/>
                    <a:pt x="176362" y="92408"/>
                    <a:pt x="179557" y="87301"/>
                  </a:cubicBezTo>
                  <a:cubicBezTo>
                    <a:pt x="183391" y="82832"/>
                    <a:pt x="189781" y="80917"/>
                    <a:pt x="195532" y="82194"/>
                  </a:cubicBezTo>
                  <a:cubicBezTo>
                    <a:pt x="197449" y="82194"/>
                    <a:pt x="200005" y="82194"/>
                    <a:pt x="201922" y="81555"/>
                  </a:cubicBezTo>
                  <a:cubicBezTo>
                    <a:pt x="202561" y="79640"/>
                    <a:pt x="203839" y="77725"/>
                    <a:pt x="204478" y="75810"/>
                  </a:cubicBezTo>
                  <a:cubicBezTo>
                    <a:pt x="206395" y="70703"/>
                    <a:pt x="208951" y="64319"/>
                    <a:pt x="214702" y="62403"/>
                  </a:cubicBezTo>
                  <a:cubicBezTo>
                    <a:pt x="220453" y="61765"/>
                    <a:pt x="226843" y="63680"/>
                    <a:pt x="230677" y="67511"/>
                  </a:cubicBezTo>
                  <a:cubicBezTo>
                    <a:pt x="232594" y="68787"/>
                    <a:pt x="233872" y="70064"/>
                    <a:pt x="235789" y="70703"/>
                  </a:cubicBezTo>
                  <a:cubicBezTo>
                    <a:pt x="237706" y="70064"/>
                    <a:pt x="239623" y="68787"/>
                    <a:pt x="240901" y="67511"/>
                  </a:cubicBezTo>
                  <a:cubicBezTo>
                    <a:pt x="245374" y="63680"/>
                    <a:pt x="251125" y="61765"/>
                    <a:pt x="256876" y="63042"/>
                  </a:cubicBezTo>
                  <a:cubicBezTo>
                    <a:pt x="263266" y="64957"/>
                    <a:pt x="265182" y="71341"/>
                    <a:pt x="267100" y="76448"/>
                  </a:cubicBezTo>
                  <a:cubicBezTo>
                    <a:pt x="267739" y="78363"/>
                    <a:pt x="268377" y="80279"/>
                    <a:pt x="269655" y="82194"/>
                  </a:cubicBezTo>
                  <a:cubicBezTo>
                    <a:pt x="271572" y="82832"/>
                    <a:pt x="273489" y="82832"/>
                    <a:pt x="275407" y="82832"/>
                  </a:cubicBezTo>
                  <a:cubicBezTo>
                    <a:pt x="283074" y="80917"/>
                    <a:pt x="291381" y="85386"/>
                    <a:pt x="293298" y="93047"/>
                  </a:cubicBezTo>
                  <a:cubicBezTo>
                    <a:pt x="294576" y="96877"/>
                    <a:pt x="293937" y="101346"/>
                    <a:pt x="291381" y="105176"/>
                  </a:cubicBezTo>
                  <a:cubicBezTo>
                    <a:pt x="290742" y="107091"/>
                    <a:pt x="290103" y="109645"/>
                    <a:pt x="290103" y="111560"/>
                  </a:cubicBezTo>
                  <a:cubicBezTo>
                    <a:pt x="291381" y="113475"/>
                    <a:pt x="293298" y="114752"/>
                    <a:pt x="294576" y="116029"/>
                  </a:cubicBezTo>
                  <a:cubicBezTo>
                    <a:pt x="299049" y="119221"/>
                    <a:pt x="304161" y="123051"/>
                    <a:pt x="304161" y="129435"/>
                  </a:cubicBezTo>
                  <a:cubicBezTo>
                    <a:pt x="304161" y="135819"/>
                    <a:pt x="297771" y="139650"/>
                    <a:pt x="293298" y="142842"/>
                  </a:cubicBezTo>
                  <a:lnTo>
                    <a:pt x="293298" y="142842"/>
                  </a:lnTo>
                  <a:close/>
                </a:path>
              </a:pathLst>
            </a:custGeom>
            <a:solidFill>
              <a:srgbClr val="046A38"/>
            </a:solidFill>
            <a:ln w="6390" cap="flat">
              <a:noFill/>
              <a:prstDash val="solid"/>
              <a:miter/>
            </a:ln>
          </p:spPr>
          <p:txBody>
            <a:bodyPr rtlCol="0" anchor="ctr"/>
            <a:lstStyle/>
            <a:p>
              <a:endParaRPr lang="en-US"/>
            </a:p>
          </p:txBody>
        </p:sp>
        <p:sp>
          <p:nvSpPr>
            <p:cNvPr id="427" name="Graphic 4">
              <a:extLst>
                <a:ext uri="{FF2B5EF4-FFF2-40B4-BE49-F238E27FC236}">
                  <a16:creationId xmlns:a16="http://schemas.microsoft.com/office/drawing/2014/main" id="{F500774B-E354-5141-B30A-EF6B8ACB4811}"/>
                </a:ext>
              </a:extLst>
            </p:cNvPr>
            <p:cNvSpPr/>
            <p:nvPr/>
          </p:nvSpPr>
          <p:spPr>
            <a:xfrm>
              <a:off x="3070364" y="1581475"/>
              <a:ext cx="113101" cy="109166"/>
            </a:xfrm>
            <a:custGeom>
              <a:avLst/>
              <a:gdLst>
                <a:gd name="connsiteX0" fmla="*/ 99044 w 113101"/>
                <a:gd name="connsiteY0" fmla="*/ 41496 h 109166"/>
                <a:gd name="connsiteX1" fmla="*/ 99044 w 113101"/>
                <a:gd name="connsiteY1" fmla="*/ 41496 h 109166"/>
                <a:gd name="connsiteX2" fmla="*/ 100322 w 113101"/>
                <a:gd name="connsiteY2" fmla="*/ 27451 h 109166"/>
                <a:gd name="connsiteX3" fmla="*/ 101600 w 113101"/>
                <a:gd name="connsiteY3" fmla="*/ 22344 h 109166"/>
                <a:gd name="connsiteX4" fmla="*/ 95849 w 113101"/>
                <a:gd name="connsiteY4" fmla="*/ 21706 h 109166"/>
                <a:gd name="connsiteX5" fmla="*/ 76040 w 113101"/>
                <a:gd name="connsiteY5" fmla="*/ 7661 h 109166"/>
                <a:gd name="connsiteX6" fmla="*/ 76040 w 113101"/>
                <a:gd name="connsiteY6" fmla="*/ 6384 h 109166"/>
                <a:gd name="connsiteX7" fmla="*/ 74123 w 113101"/>
                <a:gd name="connsiteY7" fmla="*/ 1277 h 109166"/>
                <a:gd name="connsiteX8" fmla="*/ 69650 w 113101"/>
                <a:gd name="connsiteY8" fmla="*/ 3830 h 109166"/>
                <a:gd name="connsiteX9" fmla="*/ 56870 w 113101"/>
                <a:gd name="connsiteY9" fmla="*/ 8938 h 109166"/>
                <a:gd name="connsiteX10" fmla="*/ 44730 w 113101"/>
                <a:gd name="connsiteY10" fmla="*/ 3192 h 109166"/>
                <a:gd name="connsiteX11" fmla="*/ 39618 w 113101"/>
                <a:gd name="connsiteY11" fmla="*/ 0 h 109166"/>
                <a:gd name="connsiteX12" fmla="*/ 37062 w 113101"/>
                <a:gd name="connsiteY12" fmla="*/ 5746 h 109166"/>
                <a:gd name="connsiteX13" fmla="*/ 30033 w 113101"/>
                <a:gd name="connsiteY13" fmla="*/ 17237 h 109166"/>
                <a:gd name="connsiteX14" fmla="*/ 16614 w 113101"/>
                <a:gd name="connsiteY14" fmla="*/ 19790 h 109166"/>
                <a:gd name="connsiteX15" fmla="*/ 10863 w 113101"/>
                <a:gd name="connsiteY15" fmla="*/ 20429 h 109166"/>
                <a:gd name="connsiteX16" fmla="*/ 12141 w 113101"/>
                <a:gd name="connsiteY16" fmla="*/ 26174 h 109166"/>
                <a:gd name="connsiteX17" fmla="*/ 13419 w 113101"/>
                <a:gd name="connsiteY17" fmla="*/ 39581 h 109166"/>
                <a:gd name="connsiteX18" fmla="*/ 4473 w 113101"/>
                <a:gd name="connsiteY18" fmla="*/ 49795 h 109166"/>
                <a:gd name="connsiteX19" fmla="*/ 0 w 113101"/>
                <a:gd name="connsiteY19" fmla="*/ 53625 h 109166"/>
                <a:gd name="connsiteX20" fmla="*/ 3834 w 113101"/>
                <a:gd name="connsiteY20" fmla="*/ 57456 h 109166"/>
                <a:gd name="connsiteX21" fmla="*/ 12780 w 113101"/>
                <a:gd name="connsiteY21" fmla="*/ 68308 h 109166"/>
                <a:gd name="connsiteX22" fmla="*/ 11502 w 113101"/>
                <a:gd name="connsiteY22" fmla="*/ 82353 h 109166"/>
                <a:gd name="connsiteX23" fmla="*/ 10224 w 113101"/>
                <a:gd name="connsiteY23" fmla="*/ 87460 h 109166"/>
                <a:gd name="connsiteX24" fmla="*/ 15975 w 113101"/>
                <a:gd name="connsiteY24" fmla="*/ 87460 h 109166"/>
                <a:gd name="connsiteX25" fmla="*/ 29394 w 113101"/>
                <a:gd name="connsiteY25" fmla="*/ 90652 h 109166"/>
                <a:gd name="connsiteX26" fmla="*/ 36423 w 113101"/>
                <a:gd name="connsiteY26" fmla="*/ 102782 h 109166"/>
                <a:gd name="connsiteX27" fmla="*/ 38340 w 113101"/>
                <a:gd name="connsiteY27" fmla="*/ 107889 h 109166"/>
                <a:gd name="connsiteX28" fmla="*/ 42813 w 113101"/>
                <a:gd name="connsiteY28" fmla="*/ 105336 h 109166"/>
                <a:gd name="connsiteX29" fmla="*/ 55593 w 113101"/>
                <a:gd name="connsiteY29" fmla="*/ 100228 h 109166"/>
                <a:gd name="connsiteX30" fmla="*/ 55593 w 113101"/>
                <a:gd name="connsiteY30" fmla="*/ 100228 h 109166"/>
                <a:gd name="connsiteX31" fmla="*/ 67733 w 113101"/>
                <a:gd name="connsiteY31" fmla="*/ 105974 h 109166"/>
                <a:gd name="connsiteX32" fmla="*/ 72845 w 113101"/>
                <a:gd name="connsiteY32" fmla="*/ 109166 h 109166"/>
                <a:gd name="connsiteX33" fmla="*/ 75401 w 113101"/>
                <a:gd name="connsiteY33" fmla="*/ 103420 h 109166"/>
                <a:gd name="connsiteX34" fmla="*/ 82430 w 113101"/>
                <a:gd name="connsiteY34" fmla="*/ 91929 h 109166"/>
                <a:gd name="connsiteX35" fmla="*/ 95849 w 113101"/>
                <a:gd name="connsiteY35" fmla="*/ 88737 h 109166"/>
                <a:gd name="connsiteX36" fmla="*/ 101600 w 113101"/>
                <a:gd name="connsiteY36" fmla="*/ 88099 h 109166"/>
                <a:gd name="connsiteX37" fmla="*/ 100322 w 113101"/>
                <a:gd name="connsiteY37" fmla="*/ 82992 h 109166"/>
                <a:gd name="connsiteX38" fmla="*/ 107990 w 113101"/>
                <a:gd name="connsiteY38" fmla="*/ 59371 h 109166"/>
                <a:gd name="connsiteX39" fmla="*/ 108629 w 113101"/>
                <a:gd name="connsiteY39" fmla="*/ 58733 h 109166"/>
                <a:gd name="connsiteX40" fmla="*/ 113102 w 113101"/>
                <a:gd name="connsiteY40" fmla="*/ 54902 h 109166"/>
                <a:gd name="connsiteX41" fmla="*/ 109268 w 113101"/>
                <a:gd name="connsiteY41" fmla="*/ 51072 h 109166"/>
                <a:gd name="connsiteX42" fmla="*/ 99044 w 113101"/>
                <a:gd name="connsiteY42" fmla="*/ 41496 h 109166"/>
                <a:gd name="connsiteX43" fmla="*/ 63899 w 113101"/>
                <a:gd name="connsiteY43" fmla="*/ 79161 h 109166"/>
                <a:gd name="connsiteX44" fmla="*/ 56231 w 113101"/>
                <a:gd name="connsiteY44" fmla="*/ 80438 h 109166"/>
                <a:gd name="connsiteX45" fmla="*/ 30672 w 113101"/>
                <a:gd name="connsiteY45" fmla="*/ 54902 h 109166"/>
                <a:gd name="connsiteX46" fmla="*/ 56231 w 113101"/>
                <a:gd name="connsiteY46" fmla="*/ 29366 h 109166"/>
                <a:gd name="connsiteX47" fmla="*/ 81791 w 113101"/>
                <a:gd name="connsiteY47" fmla="*/ 54902 h 109166"/>
                <a:gd name="connsiteX48" fmla="*/ 63899 w 113101"/>
                <a:gd name="connsiteY48" fmla="*/ 79161 h 109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13101" h="109166">
                  <a:moveTo>
                    <a:pt x="99044" y="41496"/>
                  </a:moveTo>
                  <a:lnTo>
                    <a:pt x="99044" y="41496"/>
                  </a:lnTo>
                  <a:cubicBezTo>
                    <a:pt x="98405" y="37027"/>
                    <a:pt x="98405" y="31920"/>
                    <a:pt x="100322" y="27451"/>
                  </a:cubicBezTo>
                  <a:cubicBezTo>
                    <a:pt x="100961" y="25536"/>
                    <a:pt x="101600" y="23621"/>
                    <a:pt x="101600" y="22344"/>
                  </a:cubicBezTo>
                  <a:cubicBezTo>
                    <a:pt x="100322" y="22344"/>
                    <a:pt x="97766" y="22344"/>
                    <a:pt x="95849" y="21706"/>
                  </a:cubicBezTo>
                  <a:cubicBezTo>
                    <a:pt x="86264" y="23621"/>
                    <a:pt x="77318" y="17237"/>
                    <a:pt x="76040" y="7661"/>
                  </a:cubicBezTo>
                  <a:cubicBezTo>
                    <a:pt x="76040" y="7022"/>
                    <a:pt x="76040" y="7022"/>
                    <a:pt x="76040" y="6384"/>
                  </a:cubicBezTo>
                  <a:cubicBezTo>
                    <a:pt x="75401" y="4469"/>
                    <a:pt x="74762" y="3192"/>
                    <a:pt x="74123" y="1277"/>
                  </a:cubicBezTo>
                  <a:cubicBezTo>
                    <a:pt x="72206" y="1915"/>
                    <a:pt x="70928" y="3192"/>
                    <a:pt x="69650" y="3830"/>
                  </a:cubicBezTo>
                  <a:cubicBezTo>
                    <a:pt x="65816" y="7022"/>
                    <a:pt x="61343" y="8938"/>
                    <a:pt x="56870" y="8938"/>
                  </a:cubicBezTo>
                  <a:cubicBezTo>
                    <a:pt x="52398" y="8299"/>
                    <a:pt x="47925" y="6384"/>
                    <a:pt x="44730" y="3192"/>
                  </a:cubicBezTo>
                  <a:cubicBezTo>
                    <a:pt x="42813" y="1915"/>
                    <a:pt x="41535" y="1277"/>
                    <a:pt x="39618" y="0"/>
                  </a:cubicBezTo>
                  <a:cubicBezTo>
                    <a:pt x="38979" y="1915"/>
                    <a:pt x="37701" y="3830"/>
                    <a:pt x="37062" y="5746"/>
                  </a:cubicBezTo>
                  <a:cubicBezTo>
                    <a:pt x="35784" y="10214"/>
                    <a:pt x="33228" y="14045"/>
                    <a:pt x="30033" y="17237"/>
                  </a:cubicBezTo>
                  <a:cubicBezTo>
                    <a:pt x="26199" y="19790"/>
                    <a:pt x="21087" y="20429"/>
                    <a:pt x="16614" y="19790"/>
                  </a:cubicBezTo>
                  <a:cubicBezTo>
                    <a:pt x="14697" y="19790"/>
                    <a:pt x="12780" y="19790"/>
                    <a:pt x="10863" y="20429"/>
                  </a:cubicBezTo>
                  <a:cubicBezTo>
                    <a:pt x="10863" y="22344"/>
                    <a:pt x="11502" y="24259"/>
                    <a:pt x="12141" y="26174"/>
                  </a:cubicBezTo>
                  <a:cubicBezTo>
                    <a:pt x="14058" y="30643"/>
                    <a:pt x="14058" y="35112"/>
                    <a:pt x="13419" y="39581"/>
                  </a:cubicBezTo>
                  <a:cubicBezTo>
                    <a:pt x="11502" y="44049"/>
                    <a:pt x="8307" y="47241"/>
                    <a:pt x="4473" y="49795"/>
                  </a:cubicBezTo>
                  <a:cubicBezTo>
                    <a:pt x="3195" y="51072"/>
                    <a:pt x="1278" y="52349"/>
                    <a:pt x="0" y="53625"/>
                  </a:cubicBezTo>
                  <a:cubicBezTo>
                    <a:pt x="1278" y="54902"/>
                    <a:pt x="2556" y="56179"/>
                    <a:pt x="3834" y="57456"/>
                  </a:cubicBezTo>
                  <a:cubicBezTo>
                    <a:pt x="7668" y="60009"/>
                    <a:pt x="10863" y="63840"/>
                    <a:pt x="12780" y="68308"/>
                  </a:cubicBezTo>
                  <a:cubicBezTo>
                    <a:pt x="13419" y="72777"/>
                    <a:pt x="13419" y="77884"/>
                    <a:pt x="11502" y="82353"/>
                  </a:cubicBezTo>
                  <a:cubicBezTo>
                    <a:pt x="10863" y="84268"/>
                    <a:pt x="10224" y="86184"/>
                    <a:pt x="10224" y="87460"/>
                  </a:cubicBezTo>
                  <a:cubicBezTo>
                    <a:pt x="10863" y="87460"/>
                    <a:pt x="14058" y="87460"/>
                    <a:pt x="15975" y="87460"/>
                  </a:cubicBezTo>
                  <a:cubicBezTo>
                    <a:pt x="20448" y="86822"/>
                    <a:pt x="24921" y="88099"/>
                    <a:pt x="29394" y="90652"/>
                  </a:cubicBezTo>
                  <a:cubicBezTo>
                    <a:pt x="32589" y="93844"/>
                    <a:pt x="35145" y="97675"/>
                    <a:pt x="36423" y="102782"/>
                  </a:cubicBezTo>
                  <a:cubicBezTo>
                    <a:pt x="37062" y="104697"/>
                    <a:pt x="37701" y="105974"/>
                    <a:pt x="38340" y="107889"/>
                  </a:cubicBezTo>
                  <a:cubicBezTo>
                    <a:pt x="40257" y="107251"/>
                    <a:pt x="41535" y="105974"/>
                    <a:pt x="42813" y="105336"/>
                  </a:cubicBezTo>
                  <a:cubicBezTo>
                    <a:pt x="46646" y="102144"/>
                    <a:pt x="51119" y="100228"/>
                    <a:pt x="55593" y="100228"/>
                  </a:cubicBezTo>
                  <a:lnTo>
                    <a:pt x="55593" y="100228"/>
                  </a:lnTo>
                  <a:cubicBezTo>
                    <a:pt x="60065" y="100867"/>
                    <a:pt x="64538" y="102782"/>
                    <a:pt x="67733" y="105974"/>
                  </a:cubicBezTo>
                  <a:cubicBezTo>
                    <a:pt x="69011" y="107251"/>
                    <a:pt x="70928" y="107889"/>
                    <a:pt x="72845" y="109166"/>
                  </a:cubicBezTo>
                  <a:cubicBezTo>
                    <a:pt x="73484" y="107251"/>
                    <a:pt x="74762" y="105336"/>
                    <a:pt x="75401" y="103420"/>
                  </a:cubicBezTo>
                  <a:cubicBezTo>
                    <a:pt x="76679" y="98952"/>
                    <a:pt x="78596" y="95121"/>
                    <a:pt x="82430" y="91929"/>
                  </a:cubicBezTo>
                  <a:cubicBezTo>
                    <a:pt x="86264" y="89376"/>
                    <a:pt x="91376" y="88737"/>
                    <a:pt x="95849" y="88737"/>
                  </a:cubicBezTo>
                  <a:cubicBezTo>
                    <a:pt x="97766" y="88737"/>
                    <a:pt x="99683" y="88737"/>
                    <a:pt x="101600" y="88099"/>
                  </a:cubicBezTo>
                  <a:cubicBezTo>
                    <a:pt x="101600" y="86184"/>
                    <a:pt x="100961" y="84268"/>
                    <a:pt x="100322" y="82992"/>
                  </a:cubicBezTo>
                  <a:cubicBezTo>
                    <a:pt x="95849" y="74692"/>
                    <a:pt x="99044" y="63840"/>
                    <a:pt x="107990" y="59371"/>
                  </a:cubicBezTo>
                  <a:cubicBezTo>
                    <a:pt x="107990" y="59371"/>
                    <a:pt x="108629" y="59371"/>
                    <a:pt x="108629" y="58733"/>
                  </a:cubicBezTo>
                  <a:cubicBezTo>
                    <a:pt x="109907" y="57456"/>
                    <a:pt x="111824" y="56179"/>
                    <a:pt x="113102" y="54902"/>
                  </a:cubicBezTo>
                  <a:cubicBezTo>
                    <a:pt x="111824" y="53625"/>
                    <a:pt x="110546" y="52349"/>
                    <a:pt x="109268" y="51072"/>
                  </a:cubicBezTo>
                  <a:cubicBezTo>
                    <a:pt x="104156" y="49795"/>
                    <a:pt x="100961" y="45965"/>
                    <a:pt x="99044" y="41496"/>
                  </a:cubicBezTo>
                  <a:close/>
                  <a:moveTo>
                    <a:pt x="63899" y="79161"/>
                  </a:moveTo>
                  <a:cubicBezTo>
                    <a:pt x="61343" y="79800"/>
                    <a:pt x="58788" y="80438"/>
                    <a:pt x="56231" y="80438"/>
                  </a:cubicBezTo>
                  <a:cubicBezTo>
                    <a:pt x="42174" y="80438"/>
                    <a:pt x="30672" y="68947"/>
                    <a:pt x="30672" y="54902"/>
                  </a:cubicBezTo>
                  <a:cubicBezTo>
                    <a:pt x="30672" y="40857"/>
                    <a:pt x="42174" y="29366"/>
                    <a:pt x="56231" y="29366"/>
                  </a:cubicBezTo>
                  <a:cubicBezTo>
                    <a:pt x="70289" y="29366"/>
                    <a:pt x="81791" y="40857"/>
                    <a:pt x="81791" y="54902"/>
                  </a:cubicBezTo>
                  <a:cubicBezTo>
                    <a:pt x="81791" y="65755"/>
                    <a:pt x="74123" y="75969"/>
                    <a:pt x="63899" y="79161"/>
                  </a:cubicBezTo>
                  <a:close/>
                </a:path>
              </a:pathLst>
            </a:custGeom>
            <a:solidFill>
              <a:srgbClr val="046A38"/>
            </a:solidFill>
            <a:ln w="6390" cap="flat">
              <a:noFill/>
              <a:prstDash val="solid"/>
              <a:miter/>
            </a:ln>
          </p:spPr>
          <p:txBody>
            <a:bodyPr rtlCol="0" anchor="ctr"/>
            <a:lstStyle/>
            <a:p>
              <a:endParaRPr lang="en-US"/>
            </a:p>
          </p:txBody>
        </p:sp>
        <p:sp>
          <p:nvSpPr>
            <p:cNvPr id="428" name="Graphic 4">
              <a:extLst>
                <a:ext uri="{FF2B5EF4-FFF2-40B4-BE49-F238E27FC236}">
                  <a16:creationId xmlns:a16="http://schemas.microsoft.com/office/drawing/2014/main" id="{DD95477E-A670-8A4D-9596-40F383D2B08B}"/>
                </a:ext>
              </a:extLst>
            </p:cNvPr>
            <p:cNvSpPr/>
            <p:nvPr/>
          </p:nvSpPr>
          <p:spPr>
            <a:xfrm>
              <a:off x="3219637" y="1518273"/>
              <a:ext cx="25869" cy="25633"/>
            </a:xfrm>
            <a:custGeom>
              <a:avLst/>
              <a:gdLst>
                <a:gd name="connsiteX0" fmla="*/ 18782 w 25869"/>
                <a:gd name="connsiteY0" fmla="*/ 1277 h 25633"/>
                <a:gd name="connsiteX1" fmla="*/ 13032 w 25869"/>
                <a:gd name="connsiteY1" fmla="*/ 0 h 25633"/>
                <a:gd name="connsiteX2" fmla="*/ 9198 w 25869"/>
                <a:gd name="connsiteY2" fmla="*/ 638 h 25633"/>
                <a:gd name="connsiteX3" fmla="*/ 1530 w 25869"/>
                <a:gd name="connsiteY3" fmla="*/ 7022 h 25633"/>
                <a:gd name="connsiteX4" fmla="*/ 891 w 25869"/>
                <a:gd name="connsiteY4" fmla="*/ 16598 h 25633"/>
                <a:gd name="connsiteX5" fmla="*/ 7281 w 25869"/>
                <a:gd name="connsiteY5" fmla="*/ 24259 h 25633"/>
                <a:gd name="connsiteX6" fmla="*/ 24534 w 25869"/>
                <a:gd name="connsiteY6" fmla="*/ 18514 h 25633"/>
                <a:gd name="connsiteX7" fmla="*/ 25172 w 25869"/>
                <a:gd name="connsiteY7" fmla="*/ 9576 h 25633"/>
                <a:gd name="connsiteX8" fmla="*/ 18782 w 25869"/>
                <a:gd name="connsiteY8" fmla="*/ 1277 h 2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869" h="25633">
                  <a:moveTo>
                    <a:pt x="18782" y="1277"/>
                  </a:moveTo>
                  <a:cubicBezTo>
                    <a:pt x="16866" y="638"/>
                    <a:pt x="14949" y="0"/>
                    <a:pt x="13032" y="0"/>
                  </a:cubicBezTo>
                  <a:cubicBezTo>
                    <a:pt x="11754" y="0"/>
                    <a:pt x="10476" y="0"/>
                    <a:pt x="9198" y="638"/>
                  </a:cubicBezTo>
                  <a:cubicBezTo>
                    <a:pt x="6003" y="1915"/>
                    <a:pt x="3447" y="3830"/>
                    <a:pt x="1530" y="7022"/>
                  </a:cubicBezTo>
                  <a:cubicBezTo>
                    <a:pt x="-387" y="10214"/>
                    <a:pt x="-387" y="13406"/>
                    <a:pt x="891" y="16598"/>
                  </a:cubicBezTo>
                  <a:cubicBezTo>
                    <a:pt x="2169" y="19790"/>
                    <a:pt x="4086" y="22344"/>
                    <a:pt x="7281" y="24259"/>
                  </a:cubicBezTo>
                  <a:cubicBezTo>
                    <a:pt x="13671" y="27451"/>
                    <a:pt x="21339" y="24898"/>
                    <a:pt x="24534" y="18514"/>
                  </a:cubicBezTo>
                  <a:cubicBezTo>
                    <a:pt x="25811" y="15960"/>
                    <a:pt x="26450" y="12130"/>
                    <a:pt x="25172" y="9576"/>
                  </a:cubicBezTo>
                  <a:cubicBezTo>
                    <a:pt x="24534" y="5107"/>
                    <a:pt x="21977" y="2554"/>
                    <a:pt x="18782" y="1277"/>
                  </a:cubicBezTo>
                  <a:close/>
                </a:path>
              </a:pathLst>
            </a:custGeom>
            <a:solidFill>
              <a:srgbClr val="046A38"/>
            </a:solidFill>
            <a:ln w="6390" cap="flat">
              <a:noFill/>
              <a:prstDash val="solid"/>
              <a:miter/>
            </a:ln>
          </p:spPr>
          <p:txBody>
            <a:bodyPr rtlCol="0" anchor="ctr"/>
            <a:lstStyle/>
            <a:p>
              <a:endParaRPr lang="en-US"/>
            </a:p>
          </p:txBody>
        </p:sp>
        <p:sp>
          <p:nvSpPr>
            <p:cNvPr id="429" name="Graphic 4">
              <a:extLst>
                <a:ext uri="{FF2B5EF4-FFF2-40B4-BE49-F238E27FC236}">
                  <a16:creationId xmlns:a16="http://schemas.microsoft.com/office/drawing/2014/main" id="{443E79DE-A30B-CA4D-83B9-7F5D0503C7FE}"/>
                </a:ext>
              </a:extLst>
            </p:cNvPr>
            <p:cNvSpPr/>
            <p:nvPr/>
          </p:nvSpPr>
          <p:spPr>
            <a:xfrm>
              <a:off x="3113907" y="1623609"/>
              <a:ext cx="25377" cy="25444"/>
            </a:xfrm>
            <a:custGeom>
              <a:avLst/>
              <a:gdLst>
                <a:gd name="connsiteX0" fmla="*/ 12689 w 25377"/>
                <a:gd name="connsiteY0" fmla="*/ 0 h 25444"/>
                <a:gd name="connsiteX1" fmla="*/ 8855 w 25377"/>
                <a:gd name="connsiteY1" fmla="*/ 638 h 25444"/>
                <a:gd name="connsiteX2" fmla="*/ 548 w 25377"/>
                <a:gd name="connsiteY2" fmla="*/ 16598 h 25444"/>
                <a:gd name="connsiteX3" fmla="*/ 16523 w 25377"/>
                <a:gd name="connsiteY3" fmla="*/ 24898 h 25444"/>
                <a:gd name="connsiteX4" fmla="*/ 24830 w 25377"/>
                <a:gd name="connsiteY4" fmla="*/ 8938 h 25444"/>
                <a:gd name="connsiteX5" fmla="*/ 12689 w 25377"/>
                <a:gd name="connsiteY5" fmla="*/ 0 h 2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77" h="25444">
                  <a:moveTo>
                    <a:pt x="12689" y="0"/>
                  </a:moveTo>
                  <a:cubicBezTo>
                    <a:pt x="11411" y="0"/>
                    <a:pt x="10133" y="0"/>
                    <a:pt x="8855" y="638"/>
                  </a:cubicBezTo>
                  <a:cubicBezTo>
                    <a:pt x="1826" y="2554"/>
                    <a:pt x="-1369" y="9576"/>
                    <a:pt x="548" y="16598"/>
                  </a:cubicBezTo>
                  <a:cubicBezTo>
                    <a:pt x="2465" y="23621"/>
                    <a:pt x="9494" y="26813"/>
                    <a:pt x="16523" y="24898"/>
                  </a:cubicBezTo>
                  <a:cubicBezTo>
                    <a:pt x="23552" y="22982"/>
                    <a:pt x="26747" y="15960"/>
                    <a:pt x="24830" y="8938"/>
                  </a:cubicBezTo>
                  <a:cubicBezTo>
                    <a:pt x="23552" y="3830"/>
                    <a:pt x="18440" y="0"/>
                    <a:pt x="12689" y="0"/>
                  </a:cubicBezTo>
                  <a:close/>
                </a:path>
              </a:pathLst>
            </a:custGeom>
            <a:solidFill>
              <a:srgbClr val="046A38"/>
            </a:solidFill>
            <a:ln w="6390" cap="flat">
              <a:noFill/>
              <a:prstDash val="solid"/>
              <a:miter/>
            </a:ln>
          </p:spPr>
          <p:txBody>
            <a:bodyPr rtlCol="0" anchor="ctr"/>
            <a:lstStyle/>
            <a:p>
              <a:endParaRPr lang="en-US"/>
            </a:p>
          </p:txBody>
        </p:sp>
        <p:sp>
          <p:nvSpPr>
            <p:cNvPr id="430" name="Graphic 4">
              <a:extLst>
                <a:ext uri="{FF2B5EF4-FFF2-40B4-BE49-F238E27FC236}">
                  <a16:creationId xmlns:a16="http://schemas.microsoft.com/office/drawing/2014/main" id="{9FB93599-3530-4F43-BB4C-3C719058D1A4}"/>
                </a:ext>
              </a:extLst>
            </p:cNvPr>
            <p:cNvSpPr/>
            <p:nvPr/>
          </p:nvSpPr>
          <p:spPr>
            <a:xfrm>
              <a:off x="3175798" y="1476139"/>
              <a:ext cx="111823" cy="107250"/>
            </a:xfrm>
            <a:custGeom>
              <a:avLst/>
              <a:gdLst>
                <a:gd name="connsiteX0" fmla="*/ 99683 w 111823"/>
                <a:gd name="connsiteY0" fmla="*/ 40857 h 107250"/>
                <a:gd name="connsiteX1" fmla="*/ 100961 w 111823"/>
                <a:gd name="connsiteY1" fmla="*/ 26813 h 107250"/>
                <a:gd name="connsiteX2" fmla="*/ 102239 w 111823"/>
                <a:gd name="connsiteY2" fmla="*/ 21706 h 107250"/>
                <a:gd name="connsiteX3" fmla="*/ 96488 w 111823"/>
                <a:gd name="connsiteY3" fmla="*/ 21706 h 107250"/>
                <a:gd name="connsiteX4" fmla="*/ 76040 w 111823"/>
                <a:gd name="connsiteY4" fmla="*/ 7661 h 107250"/>
                <a:gd name="connsiteX5" fmla="*/ 76040 w 111823"/>
                <a:gd name="connsiteY5" fmla="*/ 6384 h 107250"/>
                <a:gd name="connsiteX6" fmla="*/ 74123 w 111823"/>
                <a:gd name="connsiteY6" fmla="*/ 1277 h 107250"/>
                <a:gd name="connsiteX7" fmla="*/ 69650 w 111823"/>
                <a:gd name="connsiteY7" fmla="*/ 3830 h 107250"/>
                <a:gd name="connsiteX8" fmla="*/ 56870 w 111823"/>
                <a:gd name="connsiteY8" fmla="*/ 8938 h 107250"/>
                <a:gd name="connsiteX9" fmla="*/ 44730 w 111823"/>
                <a:gd name="connsiteY9" fmla="*/ 3192 h 107250"/>
                <a:gd name="connsiteX10" fmla="*/ 39618 w 111823"/>
                <a:gd name="connsiteY10" fmla="*/ 0 h 107250"/>
                <a:gd name="connsiteX11" fmla="*/ 37062 w 111823"/>
                <a:gd name="connsiteY11" fmla="*/ 5107 h 107250"/>
                <a:gd name="connsiteX12" fmla="*/ 30033 w 111823"/>
                <a:gd name="connsiteY12" fmla="*/ 16598 h 107250"/>
                <a:gd name="connsiteX13" fmla="*/ 16614 w 111823"/>
                <a:gd name="connsiteY13" fmla="*/ 19152 h 107250"/>
                <a:gd name="connsiteX14" fmla="*/ 10863 w 111823"/>
                <a:gd name="connsiteY14" fmla="*/ 19152 h 107250"/>
                <a:gd name="connsiteX15" fmla="*/ 12141 w 111823"/>
                <a:gd name="connsiteY15" fmla="*/ 24897 h 107250"/>
                <a:gd name="connsiteX16" fmla="*/ 13419 w 111823"/>
                <a:gd name="connsiteY16" fmla="*/ 38304 h 107250"/>
                <a:gd name="connsiteX17" fmla="*/ 4473 w 111823"/>
                <a:gd name="connsiteY17" fmla="*/ 48518 h 107250"/>
                <a:gd name="connsiteX18" fmla="*/ 0 w 111823"/>
                <a:gd name="connsiteY18" fmla="*/ 52349 h 107250"/>
                <a:gd name="connsiteX19" fmla="*/ 3834 w 111823"/>
                <a:gd name="connsiteY19" fmla="*/ 56179 h 107250"/>
                <a:gd name="connsiteX20" fmla="*/ 12141 w 111823"/>
                <a:gd name="connsiteY20" fmla="*/ 79800 h 107250"/>
                <a:gd name="connsiteX21" fmla="*/ 11502 w 111823"/>
                <a:gd name="connsiteY21" fmla="*/ 80438 h 107250"/>
                <a:gd name="connsiteX22" fmla="*/ 10224 w 111823"/>
                <a:gd name="connsiteY22" fmla="*/ 86184 h 107250"/>
                <a:gd name="connsiteX23" fmla="*/ 15975 w 111823"/>
                <a:gd name="connsiteY23" fmla="*/ 86184 h 107250"/>
                <a:gd name="connsiteX24" fmla="*/ 35784 w 111823"/>
                <a:gd name="connsiteY24" fmla="*/ 100229 h 107250"/>
                <a:gd name="connsiteX25" fmla="*/ 35784 w 111823"/>
                <a:gd name="connsiteY25" fmla="*/ 100867 h 107250"/>
                <a:gd name="connsiteX26" fmla="*/ 37701 w 111823"/>
                <a:gd name="connsiteY26" fmla="*/ 105974 h 107250"/>
                <a:gd name="connsiteX27" fmla="*/ 42174 w 111823"/>
                <a:gd name="connsiteY27" fmla="*/ 103420 h 107250"/>
                <a:gd name="connsiteX28" fmla="*/ 54954 w 111823"/>
                <a:gd name="connsiteY28" fmla="*/ 98313 h 107250"/>
                <a:gd name="connsiteX29" fmla="*/ 54954 w 111823"/>
                <a:gd name="connsiteY29" fmla="*/ 98313 h 107250"/>
                <a:gd name="connsiteX30" fmla="*/ 67094 w 111823"/>
                <a:gd name="connsiteY30" fmla="*/ 104059 h 107250"/>
                <a:gd name="connsiteX31" fmla="*/ 72206 w 111823"/>
                <a:gd name="connsiteY31" fmla="*/ 107251 h 107250"/>
                <a:gd name="connsiteX32" fmla="*/ 74762 w 111823"/>
                <a:gd name="connsiteY32" fmla="*/ 102144 h 107250"/>
                <a:gd name="connsiteX33" fmla="*/ 81791 w 111823"/>
                <a:gd name="connsiteY33" fmla="*/ 90653 h 107250"/>
                <a:gd name="connsiteX34" fmla="*/ 95210 w 111823"/>
                <a:gd name="connsiteY34" fmla="*/ 88099 h 107250"/>
                <a:gd name="connsiteX35" fmla="*/ 100961 w 111823"/>
                <a:gd name="connsiteY35" fmla="*/ 87461 h 107250"/>
                <a:gd name="connsiteX36" fmla="*/ 99683 w 111823"/>
                <a:gd name="connsiteY36" fmla="*/ 81715 h 107250"/>
                <a:gd name="connsiteX37" fmla="*/ 98405 w 111823"/>
                <a:gd name="connsiteY37" fmla="*/ 68309 h 107250"/>
                <a:gd name="connsiteX38" fmla="*/ 107351 w 111823"/>
                <a:gd name="connsiteY38" fmla="*/ 58094 h 107250"/>
                <a:gd name="connsiteX39" fmla="*/ 111824 w 111823"/>
                <a:gd name="connsiteY39" fmla="*/ 54264 h 107250"/>
                <a:gd name="connsiteX40" fmla="*/ 107990 w 111823"/>
                <a:gd name="connsiteY40" fmla="*/ 50433 h 107250"/>
                <a:gd name="connsiteX41" fmla="*/ 99683 w 111823"/>
                <a:gd name="connsiteY41" fmla="*/ 40857 h 107250"/>
                <a:gd name="connsiteX42" fmla="*/ 79235 w 111823"/>
                <a:gd name="connsiteY42" fmla="*/ 65755 h 107250"/>
                <a:gd name="connsiteX43" fmla="*/ 56870 w 111823"/>
                <a:gd name="connsiteY43" fmla="*/ 79161 h 107250"/>
                <a:gd name="connsiteX44" fmla="*/ 44730 w 111823"/>
                <a:gd name="connsiteY44" fmla="*/ 75969 h 107250"/>
                <a:gd name="connsiteX45" fmla="*/ 34506 w 111823"/>
                <a:gd name="connsiteY45" fmla="*/ 41496 h 107250"/>
                <a:gd name="connsiteX46" fmla="*/ 49203 w 111823"/>
                <a:gd name="connsiteY46" fmla="*/ 29366 h 107250"/>
                <a:gd name="connsiteX47" fmla="*/ 68372 w 111823"/>
                <a:gd name="connsiteY47" fmla="*/ 31281 h 107250"/>
                <a:gd name="connsiteX48" fmla="*/ 79235 w 111823"/>
                <a:gd name="connsiteY48" fmla="*/ 65755 h 107250"/>
                <a:gd name="connsiteX49" fmla="*/ 79235 w 111823"/>
                <a:gd name="connsiteY49" fmla="*/ 65755 h 1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11823" h="107250">
                  <a:moveTo>
                    <a:pt x="99683" y="40857"/>
                  </a:moveTo>
                  <a:cubicBezTo>
                    <a:pt x="99044" y="36389"/>
                    <a:pt x="99044" y="31281"/>
                    <a:pt x="100961" y="26813"/>
                  </a:cubicBezTo>
                  <a:cubicBezTo>
                    <a:pt x="101600" y="24897"/>
                    <a:pt x="102239" y="22982"/>
                    <a:pt x="102239" y="21706"/>
                  </a:cubicBezTo>
                  <a:cubicBezTo>
                    <a:pt x="100961" y="21706"/>
                    <a:pt x="98405" y="21706"/>
                    <a:pt x="96488" y="21706"/>
                  </a:cubicBezTo>
                  <a:cubicBezTo>
                    <a:pt x="86903" y="23621"/>
                    <a:pt x="77957" y="17237"/>
                    <a:pt x="76040" y="7661"/>
                  </a:cubicBezTo>
                  <a:cubicBezTo>
                    <a:pt x="76040" y="7022"/>
                    <a:pt x="76040" y="7022"/>
                    <a:pt x="76040" y="6384"/>
                  </a:cubicBezTo>
                  <a:cubicBezTo>
                    <a:pt x="75401" y="4469"/>
                    <a:pt x="74762" y="3192"/>
                    <a:pt x="74123" y="1277"/>
                  </a:cubicBezTo>
                  <a:cubicBezTo>
                    <a:pt x="72206" y="1915"/>
                    <a:pt x="70928" y="3192"/>
                    <a:pt x="69650" y="3830"/>
                  </a:cubicBezTo>
                  <a:cubicBezTo>
                    <a:pt x="65816" y="6384"/>
                    <a:pt x="61343" y="8299"/>
                    <a:pt x="56870" y="8938"/>
                  </a:cubicBezTo>
                  <a:cubicBezTo>
                    <a:pt x="52398" y="8299"/>
                    <a:pt x="47925" y="6384"/>
                    <a:pt x="44730" y="3192"/>
                  </a:cubicBezTo>
                  <a:cubicBezTo>
                    <a:pt x="43451" y="1915"/>
                    <a:pt x="41535" y="638"/>
                    <a:pt x="39618" y="0"/>
                  </a:cubicBezTo>
                  <a:cubicBezTo>
                    <a:pt x="38979" y="1915"/>
                    <a:pt x="37701" y="3830"/>
                    <a:pt x="37062" y="5107"/>
                  </a:cubicBezTo>
                  <a:cubicBezTo>
                    <a:pt x="35784" y="9576"/>
                    <a:pt x="33867" y="13406"/>
                    <a:pt x="30033" y="16598"/>
                  </a:cubicBezTo>
                  <a:cubicBezTo>
                    <a:pt x="26199" y="19152"/>
                    <a:pt x="21087" y="19790"/>
                    <a:pt x="16614" y="19152"/>
                  </a:cubicBezTo>
                  <a:cubicBezTo>
                    <a:pt x="14697" y="19152"/>
                    <a:pt x="12780" y="19152"/>
                    <a:pt x="10863" y="19152"/>
                  </a:cubicBezTo>
                  <a:cubicBezTo>
                    <a:pt x="10863" y="21067"/>
                    <a:pt x="11502" y="22982"/>
                    <a:pt x="12141" y="24897"/>
                  </a:cubicBezTo>
                  <a:cubicBezTo>
                    <a:pt x="14058" y="29366"/>
                    <a:pt x="14058" y="33835"/>
                    <a:pt x="13419" y="38304"/>
                  </a:cubicBezTo>
                  <a:cubicBezTo>
                    <a:pt x="11502" y="42773"/>
                    <a:pt x="8307" y="45965"/>
                    <a:pt x="4473" y="48518"/>
                  </a:cubicBezTo>
                  <a:cubicBezTo>
                    <a:pt x="3195" y="49795"/>
                    <a:pt x="1278" y="51072"/>
                    <a:pt x="0" y="52349"/>
                  </a:cubicBezTo>
                  <a:cubicBezTo>
                    <a:pt x="1278" y="53625"/>
                    <a:pt x="2556" y="54902"/>
                    <a:pt x="3834" y="56179"/>
                  </a:cubicBezTo>
                  <a:cubicBezTo>
                    <a:pt x="12780" y="60648"/>
                    <a:pt x="15975" y="70862"/>
                    <a:pt x="12141" y="79800"/>
                  </a:cubicBezTo>
                  <a:cubicBezTo>
                    <a:pt x="12141" y="79800"/>
                    <a:pt x="12141" y="80438"/>
                    <a:pt x="11502" y="80438"/>
                  </a:cubicBezTo>
                  <a:cubicBezTo>
                    <a:pt x="10863" y="82353"/>
                    <a:pt x="10224" y="84269"/>
                    <a:pt x="10224" y="86184"/>
                  </a:cubicBezTo>
                  <a:lnTo>
                    <a:pt x="15975" y="86184"/>
                  </a:lnTo>
                  <a:cubicBezTo>
                    <a:pt x="25560" y="84269"/>
                    <a:pt x="34506" y="90653"/>
                    <a:pt x="35784" y="100229"/>
                  </a:cubicBezTo>
                  <a:cubicBezTo>
                    <a:pt x="35784" y="100229"/>
                    <a:pt x="35784" y="100867"/>
                    <a:pt x="35784" y="100867"/>
                  </a:cubicBezTo>
                  <a:cubicBezTo>
                    <a:pt x="36423" y="102782"/>
                    <a:pt x="37062" y="104059"/>
                    <a:pt x="37701" y="105974"/>
                  </a:cubicBezTo>
                  <a:cubicBezTo>
                    <a:pt x="39618" y="105336"/>
                    <a:pt x="40896" y="104059"/>
                    <a:pt x="42174" y="103420"/>
                  </a:cubicBezTo>
                  <a:cubicBezTo>
                    <a:pt x="46008" y="100229"/>
                    <a:pt x="50480" y="98313"/>
                    <a:pt x="54954" y="98313"/>
                  </a:cubicBezTo>
                  <a:lnTo>
                    <a:pt x="54954" y="98313"/>
                  </a:lnTo>
                  <a:cubicBezTo>
                    <a:pt x="59426" y="98952"/>
                    <a:pt x="63899" y="100867"/>
                    <a:pt x="67094" y="104059"/>
                  </a:cubicBezTo>
                  <a:cubicBezTo>
                    <a:pt x="68372" y="105336"/>
                    <a:pt x="70289" y="105974"/>
                    <a:pt x="72206" y="107251"/>
                  </a:cubicBezTo>
                  <a:cubicBezTo>
                    <a:pt x="72845" y="105336"/>
                    <a:pt x="74123" y="104059"/>
                    <a:pt x="74762" y="102144"/>
                  </a:cubicBezTo>
                  <a:cubicBezTo>
                    <a:pt x="76040" y="97675"/>
                    <a:pt x="78596" y="93845"/>
                    <a:pt x="81791" y="90653"/>
                  </a:cubicBezTo>
                  <a:cubicBezTo>
                    <a:pt x="85625" y="88099"/>
                    <a:pt x="90737" y="87461"/>
                    <a:pt x="95210" y="88099"/>
                  </a:cubicBezTo>
                  <a:cubicBezTo>
                    <a:pt x="97127" y="88099"/>
                    <a:pt x="99044" y="88099"/>
                    <a:pt x="100961" y="87461"/>
                  </a:cubicBezTo>
                  <a:cubicBezTo>
                    <a:pt x="100961" y="85545"/>
                    <a:pt x="100322" y="83630"/>
                    <a:pt x="99683" y="81715"/>
                  </a:cubicBezTo>
                  <a:cubicBezTo>
                    <a:pt x="97766" y="77246"/>
                    <a:pt x="97766" y="72777"/>
                    <a:pt x="98405" y="68309"/>
                  </a:cubicBezTo>
                  <a:cubicBezTo>
                    <a:pt x="100322" y="63840"/>
                    <a:pt x="103517" y="60648"/>
                    <a:pt x="107351" y="58094"/>
                  </a:cubicBezTo>
                  <a:cubicBezTo>
                    <a:pt x="108629" y="56817"/>
                    <a:pt x="110546" y="56179"/>
                    <a:pt x="111824" y="54264"/>
                  </a:cubicBezTo>
                  <a:cubicBezTo>
                    <a:pt x="110546" y="52987"/>
                    <a:pt x="109268" y="51710"/>
                    <a:pt x="107990" y="50433"/>
                  </a:cubicBezTo>
                  <a:cubicBezTo>
                    <a:pt x="104795" y="48518"/>
                    <a:pt x="101600" y="45326"/>
                    <a:pt x="99683" y="40857"/>
                  </a:cubicBezTo>
                  <a:close/>
                  <a:moveTo>
                    <a:pt x="79235" y="65755"/>
                  </a:moveTo>
                  <a:cubicBezTo>
                    <a:pt x="74762" y="74054"/>
                    <a:pt x="66455" y="79161"/>
                    <a:pt x="56870" y="79161"/>
                  </a:cubicBezTo>
                  <a:cubicBezTo>
                    <a:pt x="53036" y="79161"/>
                    <a:pt x="48564" y="77885"/>
                    <a:pt x="44730" y="75969"/>
                  </a:cubicBezTo>
                  <a:cubicBezTo>
                    <a:pt x="32589" y="68947"/>
                    <a:pt x="27477" y="53625"/>
                    <a:pt x="34506" y="41496"/>
                  </a:cubicBezTo>
                  <a:cubicBezTo>
                    <a:pt x="37701" y="35750"/>
                    <a:pt x="42813" y="31281"/>
                    <a:pt x="49203" y="29366"/>
                  </a:cubicBezTo>
                  <a:cubicBezTo>
                    <a:pt x="55593" y="27451"/>
                    <a:pt x="62621" y="28089"/>
                    <a:pt x="68372" y="31281"/>
                  </a:cubicBezTo>
                  <a:cubicBezTo>
                    <a:pt x="81152" y="38304"/>
                    <a:pt x="85625" y="53625"/>
                    <a:pt x="79235" y="65755"/>
                  </a:cubicBezTo>
                  <a:lnTo>
                    <a:pt x="79235" y="65755"/>
                  </a:lnTo>
                  <a:close/>
                </a:path>
              </a:pathLst>
            </a:custGeom>
            <a:solidFill>
              <a:srgbClr val="046A38"/>
            </a:solidFill>
            <a:ln w="6390" cap="flat">
              <a:noFill/>
              <a:prstDash val="solid"/>
              <a:miter/>
            </a:ln>
          </p:spPr>
          <p:txBody>
            <a:bodyPr rtlCol="0" anchor="ctr"/>
            <a:lstStyle/>
            <a:p>
              <a:endParaRPr lang="en-US"/>
            </a:p>
          </p:txBody>
        </p:sp>
      </p:grpSp>
      <p:sp>
        <p:nvSpPr>
          <p:cNvPr id="431" name="Graphic 4">
            <a:extLst>
              <a:ext uri="{FF2B5EF4-FFF2-40B4-BE49-F238E27FC236}">
                <a16:creationId xmlns:a16="http://schemas.microsoft.com/office/drawing/2014/main" id="{8483D677-CDF7-5A48-BA77-425D09F6D954}"/>
              </a:ext>
            </a:extLst>
          </p:cNvPr>
          <p:cNvSpPr>
            <a:spLocks noChangeAspect="1"/>
          </p:cNvSpPr>
          <p:nvPr/>
        </p:nvSpPr>
        <p:spPr>
          <a:xfrm>
            <a:off x="2998797" y="3824168"/>
            <a:ext cx="362309" cy="361971"/>
          </a:xfrm>
          <a:custGeom>
            <a:avLst/>
            <a:gdLst>
              <a:gd name="connsiteX0" fmla="*/ 180835 w 362309"/>
              <a:gd name="connsiteY0" fmla="*/ 0 h 361971"/>
              <a:gd name="connsiteX1" fmla="*/ 0 w 362309"/>
              <a:gd name="connsiteY1" fmla="*/ 181305 h 361971"/>
              <a:gd name="connsiteX2" fmla="*/ 181474 w 362309"/>
              <a:gd name="connsiteY2" fmla="*/ 361971 h 361971"/>
              <a:gd name="connsiteX3" fmla="*/ 362310 w 362309"/>
              <a:gd name="connsiteY3" fmla="*/ 181305 h 361971"/>
              <a:gd name="connsiteX4" fmla="*/ 180835 w 362309"/>
              <a:gd name="connsiteY4" fmla="*/ 0 h 361971"/>
              <a:gd name="connsiteX5" fmla="*/ 180835 w 362309"/>
              <a:gd name="connsiteY5" fmla="*/ 0 h 361971"/>
              <a:gd name="connsiteX6" fmla="*/ 279879 w 362309"/>
              <a:gd name="connsiteY6" fmla="*/ 262382 h 361971"/>
              <a:gd name="connsiteX7" fmla="*/ 81791 w 362309"/>
              <a:gd name="connsiteY7" fmla="*/ 262382 h 361971"/>
              <a:gd name="connsiteX8" fmla="*/ 75401 w 362309"/>
              <a:gd name="connsiteY8" fmla="*/ 255998 h 361971"/>
              <a:gd name="connsiteX9" fmla="*/ 81791 w 362309"/>
              <a:gd name="connsiteY9" fmla="*/ 249614 h 361971"/>
              <a:gd name="connsiteX10" fmla="*/ 279879 w 362309"/>
              <a:gd name="connsiteY10" fmla="*/ 249614 h 361971"/>
              <a:gd name="connsiteX11" fmla="*/ 286269 w 362309"/>
              <a:gd name="connsiteY11" fmla="*/ 255998 h 361971"/>
              <a:gd name="connsiteX12" fmla="*/ 279879 w 362309"/>
              <a:gd name="connsiteY12" fmla="*/ 262382 h 361971"/>
              <a:gd name="connsiteX13" fmla="*/ 279879 w 362309"/>
              <a:gd name="connsiteY13" fmla="*/ 212587 h 361971"/>
              <a:gd name="connsiteX14" fmla="*/ 81791 w 362309"/>
              <a:gd name="connsiteY14" fmla="*/ 212587 h 361971"/>
              <a:gd name="connsiteX15" fmla="*/ 75401 w 362309"/>
              <a:gd name="connsiteY15" fmla="*/ 206203 h 361971"/>
              <a:gd name="connsiteX16" fmla="*/ 81791 w 362309"/>
              <a:gd name="connsiteY16" fmla="*/ 199819 h 361971"/>
              <a:gd name="connsiteX17" fmla="*/ 279879 w 362309"/>
              <a:gd name="connsiteY17" fmla="*/ 199819 h 361971"/>
              <a:gd name="connsiteX18" fmla="*/ 286269 w 362309"/>
              <a:gd name="connsiteY18" fmla="*/ 206203 h 361971"/>
              <a:gd name="connsiteX19" fmla="*/ 279879 w 362309"/>
              <a:gd name="connsiteY19" fmla="*/ 212587 h 361971"/>
              <a:gd name="connsiteX20" fmla="*/ 279879 w 362309"/>
              <a:gd name="connsiteY20" fmla="*/ 162153 h 361971"/>
              <a:gd name="connsiteX21" fmla="*/ 81791 w 362309"/>
              <a:gd name="connsiteY21" fmla="*/ 162153 h 361971"/>
              <a:gd name="connsiteX22" fmla="*/ 75401 w 362309"/>
              <a:gd name="connsiteY22" fmla="*/ 155769 h 361971"/>
              <a:gd name="connsiteX23" fmla="*/ 81791 w 362309"/>
              <a:gd name="connsiteY23" fmla="*/ 149385 h 361971"/>
              <a:gd name="connsiteX24" fmla="*/ 279879 w 362309"/>
              <a:gd name="connsiteY24" fmla="*/ 149385 h 361971"/>
              <a:gd name="connsiteX25" fmla="*/ 286269 w 362309"/>
              <a:gd name="connsiteY25" fmla="*/ 155769 h 361971"/>
              <a:gd name="connsiteX26" fmla="*/ 279879 w 362309"/>
              <a:gd name="connsiteY26" fmla="*/ 162153 h 361971"/>
              <a:gd name="connsiteX27" fmla="*/ 279879 w 362309"/>
              <a:gd name="connsiteY27" fmla="*/ 112358 h 361971"/>
              <a:gd name="connsiteX28" fmla="*/ 81791 w 362309"/>
              <a:gd name="connsiteY28" fmla="*/ 112358 h 361971"/>
              <a:gd name="connsiteX29" fmla="*/ 75401 w 362309"/>
              <a:gd name="connsiteY29" fmla="*/ 105974 h 361971"/>
              <a:gd name="connsiteX30" fmla="*/ 81791 w 362309"/>
              <a:gd name="connsiteY30" fmla="*/ 99590 h 361971"/>
              <a:gd name="connsiteX31" fmla="*/ 279879 w 362309"/>
              <a:gd name="connsiteY31" fmla="*/ 99590 h 361971"/>
              <a:gd name="connsiteX32" fmla="*/ 286269 w 362309"/>
              <a:gd name="connsiteY32" fmla="*/ 105974 h 361971"/>
              <a:gd name="connsiteX33" fmla="*/ 279879 w 362309"/>
              <a:gd name="connsiteY33" fmla="*/ 11235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2309" h="361971">
                <a:moveTo>
                  <a:pt x="180835" y="0"/>
                </a:moveTo>
                <a:cubicBezTo>
                  <a:pt x="80513" y="0"/>
                  <a:pt x="0" y="81076"/>
                  <a:pt x="0" y="181305"/>
                </a:cubicBezTo>
                <a:cubicBezTo>
                  <a:pt x="0" y="281533"/>
                  <a:pt x="81152" y="361971"/>
                  <a:pt x="181474" y="361971"/>
                </a:cubicBezTo>
                <a:cubicBezTo>
                  <a:pt x="281157" y="361971"/>
                  <a:pt x="362310" y="280895"/>
                  <a:pt x="362310" y="181305"/>
                </a:cubicBezTo>
                <a:cubicBezTo>
                  <a:pt x="362310" y="81076"/>
                  <a:pt x="281157" y="0"/>
                  <a:pt x="180835" y="0"/>
                </a:cubicBezTo>
                <a:cubicBezTo>
                  <a:pt x="180835" y="0"/>
                  <a:pt x="180835" y="0"/>
                  <a:pt x="180835" y="0"/>
                </a:cubicBezTo>
                <a:close/>
                <a:moveTo>
                  <a:pt x="279879" y="262382"/>
                </a:moveTo>
                <a:lnTo>
                  <a:pt x="81791" y="262382"/>
                </a:lnTo>
                <a:cubicBezTo>
                  <a:pt x="77957" y="262382"/>
                  <a:pt x="75401" y="259828"/>
                  <a:pt x="75401" y="255998"/>
                </a:cubicBezTo>
                <a:cubicBezTo>
                  <a:pt x="75401" y="252167"/>
                  <a:pt x="77957" y="249614"/>
                  <a:pt x="81791" y="249614"/>
                </a:cubicBezTo>
                <a:lnTo>
                  <a:pt x="279879" y="249614"/>
                </a:lnTo>
                <a:cubicBezTo>
                  <a:pt x="283713" y="249614"/>
                  <a:pt x="286269" y="252167"/>
                  <a:pt x="286269" y="255998"/>
                </a:cubicBezTo>
                <a:cubicBezTo>
                  <a:pt x="286269" y="259828"/>
                  <a:pt x="283713" y="262382"/>
                  <a:pt x="279879" y="262382"/>
                </a:cubicBezTo>
                <a:close/>
                <a:moveTo>
                  <a:pt x="279879" y="212587"/>
                </a:moveTo>
                <a:lnTo>
                  <a:pt x="81791" y="212587"/>
                </a:lnTo>
                <a:cubicBezTo>
                  <a:pt x="77957" y="212587"/>
                  <a:pt x="75401" y="210033"/>
                  <a:pt x="75401" y="206203"/>
                </a:cubicBezTo>
                <a:cubicBezTo>
                  <a:pt x="75401" y="202372"/>
                  <a:pt x="77957" y="199819"/>
                  <a:pt x="81791" y="199819"/>
                </a:cubicBezTo>
                <a:lnTo>
                  <a:pt x="279879" y="199819"/>
                </a:lnTo>
                <a:cubicBezTo>
                  <a:pt x="283713" y="199819"/>
                  <a:pt x="286269" y="202372"/>
                  <a:pt x="286269" y="206203"/>
                </a:cubicBezTo>
                <a:cubicBezTo>
                  <a:pt x="286269" y="210033"/>
                  <a:pt x="283713" y="212587"/>
                  <a:pt x="279879" y="212587"/>
                </a:cubicBezTo>
                <a:close/>
                <a:moveTo>
                  <a:pt x="279879" y="162153"/>
                </a:moveTo>
                <a:lnTo>
                  <a:pt x="81791" y="162153"/>
                </a:lnTo>
                <a:cubicBezTo>
                  <a:pt x="77957" y="162153"/>
                  <a:pt x="75401" y="159600"/>
                  <a:pt x="75401" y="155769"/>
                </a:cubicBezTo>
                <a:cubicBezTo>
                  <a:pt x="75401" y="151939"/>
                  <a:pt x="77957" y="149385"/>
                  <a:pt x="81791" y="149385"/>
                </a:cubicBezTo>
                <a:lnTo>
                  <a:pt x="279879" y="149385"/>
                </a:lnTo>
                <a:cubicBezTo>
                  <a:pt x="283713" y="149385"/>
                  <a:pt x="286269" y="151939"/>
                  <a:pt x="286269" y="155769"/>
                </a:cubicBezTo>
                <a:cubicBezTo>
                  <a:pt x="286269" y="159600"/>
                  <a:pt x="283713" y="162153"/>
                  <a:pt x="279879" y="162153"/>
                </a:cubicBezTo>
                <a:close/>
                <a:moveTo>
                  <a:pt x="279879" y="112358"/>
                </a:moveTo>
                <a:lnTo>
                  <a:pt x="81791" y="112358"/>
                </a:lnTo>
                <a:cubicBezTo>
                  <a:pt x="77957" y="112358"/>
                  <a:pt x="75401" y="109804"/>
                  <a:pt x="75401" y="105974"/>
                </a:cubicBezTo>
                <a:cubicBezTo>
                  <a:pt x="75401" y="102144"/>
                  <a:pt x="77957" y="99590"/>
                  <a:pt x="81791" y="99590"/>
                </a:cubicBezTo>
                <a:lnTo>
                  <a:pt x="279879" y="99590"/>
                </a:lnTo>
                <a:cubicBezTo>
                  <a:pt x="283713" y="99590"/>
                  <a:pt x="286269" y="102144"/>
                  <a:pt x="286269" y="105974"/>
                </a:cubicBezTo>
                <a:cubicBezTo>
                  <a:pt x="286269" y="109804"/>
                  <a:pt x="283713" y="112358"/>
                  <a:pt x="279879" y="112358"/>
                </a:cubicBezTo>
                <a:close/>
              </a:path>
            </a:pathLst>
          </a:custGeom>
          <a:solidFill>
            <a:srgbClr val="046A38"/>
          </a:solidFill>
          <a:ln w="6390" cap="flat">
            <a:noFill/>
            <a:prstDash val="solid"/>
            <a:miter/>
          </a:ln>
        </p:spPr>
        <p:txBody>
          <a:bodyPr rtlCol="0" anchor="ctr"/>
          <a:lstStyle/>
          <a:p>
            <a:endParaRPr lang="en-US"/>
          </a:p>
        </p:txBody>
      </p:sp>
      <p:grpSp>
        <p:nvGrpSpPr>
          <p:cNvPr id="432" name="Graphic 4">
            <a:extLst>
              <a:ext uri="{FF2B5EF4-FFF2-40B4-BE49-F238E27FC236}">
                <a16:creationId xmlns:a16="http://schemas.microsoft.com/office/drawing/2014/main" id="{F981DC6E-3A99-FE4C-9F8B-F90E8310A1BF}"/>
              </a:ext>
            </a:extLst>
          </p:cNvPr>
          <p:cNvGrpSpPr>
            <a:grpSpLocks noChangeAspect="1"/>
          </p:cNvGrpSpPr>
          <p:nvPr/>
        </p:nvGrpSpPr>
        <p:grpSpPr>
          <a:xfrm>
            <a:off x="2998797" y="1885512"/>
            <a:ext cx="362309" cy="362450"/>
            <a:chOff x="2998797" y="1885512"/>
            <a:chExt cx="362309" cy="362450"/>
          </a:xfrm>
          <a:solidFill>
            <a:srgbClr val="046A38"/>
          </a:solidFill>
        </p:grpSpPr>
        <p:sp>
          <p:nvSpPr>
            <p:cNvPr id="433" name="Graphic 4">
              <a:extLst>
                <a:ext uri="{FF2B5EF4-FFF2-40B4-BE49-F238E27FC236}">
                  <a16:creationId xmlns:a16="http://schemas.microsoft.com/office/drawing/2014/main" id="{BFA886AD-0F3E-6F4E-8078-5E2BBE7A0687}"/>
                </a:ext>
              </a:extLst>
            </p:cNvPr>
            <p:cNvSpPr/>
            <p:nvPr/>
          </p:nvSpPr>
          <p:spPr>
            <a:xfrm>
              <a:off x="3077393" y="2002817"/>
              <a:ext cx="26198" cy="26174"/>
            </a:xfrm>
            <a:custGeom>
              <a:avLst/>
              <a:gdLst>
                <a:gd name="connsiteX0" fmla="*/ 0 w 26198"/>
                <a:gd name="connsiteY0" fmla="*/ 0 h 26174"/>
                <a:gd name="connsiteX1" fmla="*/ 26199 w 26198"/>
                <a:gd name="connsiteY1" fmla="*/ 0 h 26174"/>
                <a:gd name="connsiteX2" fmla="*/ 26199 w 26198"/>
                <a:gd name="connsiteY2" fmla="*/ 26174 h 26174"/>
                <a:gd name="connsiteX3" fmla="*/ 0 w 26198"/>
                <a:gd name="connsiteY3" fmla="*/ 26174 h 26174"/>
              </a:gdLst>
              <a:ahLst/>
              <a:cxnLst>
                <a:cxn ang="0">
                  <a:pos x="connsiteX0" y="connsiteY0"/>
                </a:cxn>
                <a:cxn ang="0">
                  <a:pos x="connsiteX1" y="connsiteY1"/>
                </a:cxn>
                <a:cxn ang="0">
                  <a:pos x="connsiteX2" y="connsiteY2"/>
                </a:cxn>
                <a:cxn ang="0">
                  <a:pos x="connsiteX3" y="connsiteY3"/>
                </a:cxn>
              </a:cxnLst>
              <a:rect l="l" t="t" r="r" b="b"/>
              <a:pathLst>
                <a:path w="26198" h="26174">
                  <a:moveTo>
                    <a:pt x="0" y="0"/>
                  </a:moveTo>
                  <a:lnTo>
                    <a:pt x="26199" y="0"/>
                  </a:lnTo>
                  <a:lnTo>
                    <a:pt x="26199" y="26174"/>
                  </a:lnTo>
                  <a:lnTo>
                    <a:pt x="0" y="26174"/>
                  </a:lnTo>
                  <a:close/>
                </a:path>
              </a:pathLst>
            </a:custGeom>
            <a:solidFill>
              <a:srgbClr val="046A38"/>
            </a:solidFill>
            <a:ln w="6390" cap="flat">
              <a:noFill/>
              <a:prstDash val="solid"/>
              <a:miter/>
            </a:ln>
          </p:spPr>
          <p:txBody>
            <a:bodyPr rtlCol="0" anchor="ctr"/>
            <a:lstStyle/>
            <a:p>
              <a:endParaRPr lang="en-US"/>
            </a:p>
          </p:txBody>
        </p:sp>
        <p:sp>
          <p:nvSpPr>
            <p:cNvPr id="434" name="Graphic 4">
              <a:extLst>
                <a:ext uri="{FF2B5EF4-FFF2-40B4-BE49-F238E27FC236}">
                  <a16:creationId xmlns:a16="http://schemas.microsoft.com/office/drawing/2014/main" id="{1E636409-E21F-5C4B-889B-83BC339321F1}"/>
                </a:ext>
              </a:extLst>
            </p:cNvPr>
            <p:cNvSpPr/>
            <p:nvPr/>
          </p:nvSpPr>
          <p:spPr>
            <a:xfrm>
              <a:off x="3077393" y="2104323"/>
              <a:ext cx="26198" cy="26174"/>
            </a:xfrm>
            <a:custGeom>
              <a:avLst/>
              <a:gdLst>
                <a:gd name="connsiteX0" fmla="*/ 0 w 26198"/>
                <a:gd name="connsiteY0" fmla="*/ 0 h 26174"/>
                <a:gd name="connsiteX1" fmla="*/ 26199 w 26198"/>
                <a:gd name="connsiteY1" fmla="*/ 0 h 26174"/>
                <a:gd name="connsiteX2" fmla="*/ 26199 w 26198"/>
                <a:gd name="connsiteY2" fmla="*/ 26174 h 26174"/>
                <a:gd name="connsiteX3" fmla="*/ 0 w 26198"/>
                <a:gd name="connsiteY3" fmla="*/ 26174 h 26174"/>
              </a:gdLst>
              <a:ahLst/>
              <a:cxnLst>
                <a:cxn ang="0">
                  <a:pos x="connsiteX0" y="connsiteY0"/>
                </a:cxn>
                <a:cxn ang="0">
                  <a:pos x="connsiteX1" y="connsiteY1"/>
                </a:cxn>
                <a:cxn ang="0">
                  <a:pos x="connsiteX2" y="connsiteY2"/>
                </a:cxn>
                <a:cxn ang="0">
                  <a:pos x="connsiteX3" y="connsiteY3"/>
                </a:cxn>
              </a:cxnLst>
              <a:rect l="l" t="t" r="r" b="b"/>
              <a:pathLst>
                <a:path w="26198" h="26174">
                  <a:moveTo>
                    <a:pt x="0" y="0"/>
                  </a:moveTo>
                  <a:lnTo>
                    <a:pt x="26199" y="0"/>
                  </a:lnTo>
                  <a:lnTo>
                    <a:pt x="26199" y="26174"/>
                  </a:lnTo>
                  <a:lnTo>
                    <a:pt x="0" y="26174"/>
                  </a:lnTo>
                  <a:close/>
                </a:path>
              </a:pathLst>
            </a:custGeom>
            <a:solidFill>
              <a:srgbClr val="046A38"/>
            </a:solidFill>
            <a:ln w="6390" cap="flat">
              <a:noFill/>
              <a:prstDash val="solid"/>
              <a:miter/>
            </a:ln>
          </p:spPr>
          <p:txBody>
            <a:bodyPr rtlCol="0" anchor="ctr"/>
            <a:lstStyle/>
            <a:p>
              <a:endParaRPr lang="en-US"/>
            </a:p>
          </p:txBody>
        </p:sp>
        <p:sp>
          <p:nvSpPr>
            <p:cNvPr id="435" name="Graphic 4">
              <a:extLst>
                <a:ext uri="{FF2B5EF4-FFF2-40B4-BE49-F238E27FC236}">
                  <a16:creationId xmlns:a16="http://schemas.microsoft.com/office/drawing/2014/main" id="{BBF6E624-607F-614A-9586-B36F1CFF7D43}"/>
                </a:ext>
              </a:extLst>
            </p:cNvPr>
            <p:cNvSpPr/>
            <p:nvPr/>
          </p:nvSpPr>
          <p:spPr>
            <a:xfrm>
              <a:off x="2998797" y="1885512"/>
              <a:ext cx="362309" cy="362450"/>
            </a:xfrm>
            <a:custGeom>
              <a:avLst/>
              <a:gdLst>
                <a:gd name="connsiteX0" fmla="*/ 180835 w 362309"/>
                <a:gd name="connsiteY0" fmla="*/ 479 h 362450"/>
                <a:gd name="connsiteX1" fmla="*/ 0 w 362309"/>
                <a:gd name="connsiteY1" fmla="*/ 181784 h 362450"/>
                <a:gd name="connsiteX2" fmla="*/ 181474 w 362309"/>
                <a:gd name="connsiteY2" fmla="*/ 362451 h 362450"/>
                <a:gd name="connsiteX3" fmla="*/ 362310 w 362309"/>
                <a:gd name="connsiteY3" fmla="*/ 181784 h 362450"/>
                <a:gd name="connsiteX4" fmla="*/ 180835 w 362309"/>
                <a:gd name="connsiteY4" fmla="*/ 479 h 362450"/>
                <a:gd name="connsiteX5" fmla="*/ 180835 w 362309"/>
                <a:gd name="connsiteY5" fmla="*/ 479 h 362450"/>
                <a:gd name="connsiteX6" fmla="*/ 116936 w 362309"/>
                <a:gd name="connsiteY6" fmla="*/ 251369 h 362450"/>
                <a:gd name="connsiteX7" fmla="*/ 110546 w 362309"/>
                <a:gd name="connsiteY7" fmla="*/ 257753 h 362450"/>
                <a:gd name="connsiteX8" fmla="*/ 71567 w 362309"/>
                <a:gd name="connsiteY8" fmla="*/ 257753 h 362450"/>
                <a:gd name="connsiteX9" fmla="*/ 65177 w 362309"/>
                <a:gd name="connsiteY9" fmla="*/ 251369 h 362450"/>
                <a:gd name="connsiteX10" fmla="*/ 65177 w 362309"/>
                <a:gd name="connsiteY10" fmla="*/ 212427 h 362450"/>
                <a:gd name="connsiteX11" fmla="*/ 71567 w 362309"/>
                <a:gd name="connsiteY11" fmla="*/ 206043 h 362450"/>
                <a:gd name="connsiteX12" fmla="*/ 110546 w 362309"/>
                <a:gd name="connsiteY12" fmla="*/ 206043 h 362450"/>
                <a:gd name="connsiteX13" fmla="*/ 116936 w 362309"/>
                <a:gd name="connsiteY13" fmla="*/ 212427 h 362450"/>
                <a:gd name="connsiteX14" fmla="*/ 116936 w 362309"/>
                <a:gd name="connsiteY14" fmla="*/ 251369 h 362450"/>
                <a:gd name="connsiteX15" fmla="*/ 116936 w 362309"/>
                <a:gd name="connsiteY15" fmla="*/ 149864 h 362450"/>
                <a:gd name="connsiteX16" fmla="*/ 110546 w 362309"/>
                <a:gd name="connsiteY16" fmla="*/ 156248 h 362450"/>
                <a:gd name="connsiteX17" fmla="*/ 71567 w 362309"/>
                <a:gd name="connsiteY17" fmla="*/ 156248 h 362450"/>
                <a:gd name="connsiteX18" fmla="*/ 65177 w 362309"/>
                <a:gd name="connsiteY18" fmla="*/ 149864 h 362450"/>
                <a:gd name="connsiteX19" fmla="*/ 65177 w 362309"/>
                <a:gd name="connsiteY19" fmla="*/ 110922 h 362450"/>
                <a:gd name="connsiteX20" fmla="*/ 71567 w 362309"/>
                <a:gd name="connsiteY20" fmla="*/ 104538 h 362450"/>
                <a:gd name="connsiteX21" fmla="*/ 110546 w 362309"/>
                <a:gd name="connsiteY21" fmla="*/ 104538 h 362450"/>
                <a:gd name="connsiteX22" fmla="*/ 116936 w 362309"/>
                <a:gd name="connsiteY22" fmla="*/ 110922 h 362450"/>
                <a:gd name="connsiteX23" fmla="*/ 116936 w 362309"/>
                <a:gd name="connsiteY23" fmla="*/ 149864 h 362450"/>
                <a:gd name="connsiteX24" fmla="*/ 289464 w 362309"/>
                <a:gd name="connsiteY24" fmla="*/ 257753 h 362450"/>
                <a:gd name="connsiteX25" fmla="*/ 157832 w 362309"/>
                <a:gd name="connsiteY25" fmla="*/ 257753 h 362450"/>
                <a:gd name="connsiteX26" fmla="*/ 151442 w 362309"/>
                <a:gd name="connsiteY26" fmla="*/ 251369 h 362450"/>
                <a:gd name="connsiteX27" fmla="*/ 157832 w 362309"/>
                <a:gd name="connsiteY27" fmla="*/ 244985 h 362450"/>
                <a:gd name="connsiteX28" fmla="*/ 290103 w 362309"/>
                <a:gd name="connsiteY28" fmla="*/ 244985 h 362450"/>
                <a:gd name="connsiteX29" fmla="*/ 296493 w 362309"/>
                <a:gd name="connsiteY29" fmla="*/ 251369 h 362450"/>
                <a:gd name="connsiteX30" fmla="*/ 289464 w 362309"/>
                <a:gd name="connsiteY30" fmla="*/ 257753 h 362450"/>
                <a:gd name="connsiteX31" fmla="*/ 289464 w 362309"/>
                <a:gd name="connsiteY31" fmla="*/ 257753 h 362450"/>
                <a:gd name="connsiteX32" fmla="*/ 289464 w 362309"/>
                <a:gd name="connsiteY32" fmla="*/ 218811 h 362450"/>
                <a:gd name="connsiteX33" fmla="*/ 157832 w 362309"/>
                <a:gd name="connsiteY33" fmla="*/ 218811 h 362450"/>
                <a:gd name="connsiteX34" fmla="*/ 151442 w 362309"/>
                <a:gd name="connsiteY34" fmla="*/ 212427 h 362450"/>
                <a:gd name="connsiteX35" fmla="*/ 157832 w 362309"/>
                <a:gd name="connsiteY35" fmla="*/ 206043 h 362450"/>
                <a:gd name="connsiteX36" fmla="*/ 290103 w 362309"/>
                <a:gd name="connsiteY36" fmla="*/ 206043 h 362450"/>
                <a:gd name="connsiteX37" fmla="*/ 296493 w 362309"/>
                <a:gd name="connsiteY37" fmla="*/ 212427 h 362450"/>
                <a:gd name="connsiteX38" fmla="*/ 289464 w 362309"/>
                <a:gd name="connsiteY38" fmla="*/ 218811 h 362450"/>
                <a:gd name="connsiteX39" fmla="*/ 289464 w 362309"/>
                <a:gd name="connsiteY39" fmla="*/ 218811 h 362450"/>
                <a:gd name="connsiteX40" fmla="*/ 289464 w 362309"/>
                <a:gd name="connsiteY40" fmla="*/ 156248 h 362450"/>
                <a:gd name="connsiteX41" fmla="*/ 157832 w 362309"/>
                <a:gd name="connsiteY41" fmla="*/ 156248 h 362450"/>
                <a:gd name="connsiteX42" fmla="*/ 151442 w 362309"/>
                <a:gd name="connsiteY42" fmla="*/ 149864 h 362450"/>
                <a:gd name="connsiteX43" fmla="*/ 157832 w 362309"/>
                <a:gd name="connsiteY43" fmla="*/ 143480 h 362450"/>
                <a:gd name="connsiteX44" fmla="*/ 290103 w 362309"/>
                <a:gd name="connsiteY44" fmla="*/ 143480 h 362450"/>
                <a:gd name="connsiteX45" fmla="*/ 296493 w 362309"/>
                <a:gd name="connsiteY45" fmla="*/ 149864 h 362450"/>
                <a:gd name="connsiteX46" fmla="*/ 289464 w 362309"/>
                <a:gd name="connsiteY46" fmla="*/ 156248 h 362450"/>
                <a:gd name="connsiteX47" fmla="*/ 289464 w 362309"/>
                <a:gd name="connsiteY47" fmla="*/ 156248 h 362450"/>
                <a:gd name="connsiteX48" fmla="*/ 289464 w 362309"/>
                <a:gd name="connsiteY48" fmla="*/ 117306 h 362450"/>
                <a:gd name="connsiteX49" fmla="*/ 157832 w 362309"/>
                <a:gd name="connsiteY49" fmla="*/ 117306 h 362450"/>
                <a:gd name="connsiteX50" fmla="*/ 151442 w 362309"/>
                <a:gd name="connsiteY50" fmla="*/ 110922 h 362450"/>
                <a:gd name="connsiteX51" fmla="*/ 157832 w 362309"/>
                <a:gd name="connsiteY51" fmla="*/ 104538 h 362450"/>
                <a:gd name="connsiteX52" fmla="*/ 290103 w 362309"/>
                <a:gd name="connsiteY52" fmla="*/ 104538 h 362450"/>
                <a:gd name="connsiteX53" fmla="*/ 296493 w 362309"/>
                <a:gd name="connsiteY53" fmla="*/ 110922 h 362450"/>
                <a:gd name="connsiteX54" fmla="*/ 289464 w 362309"/>
                <a:gd name="connsiteY54" fmla="*/ 117306 h 362450"/>
                <a:gd name="connsiteX55" fmla="*/ 289464 w 362309"/>
                <a:gd name="connsiteY55" fmla="*/ 117306 h 36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62309" h="362450">
                  <a:moveTo>
                    <a:pt x="180835" y="479"/>
                  </a:moveTo>
                  <a:cubicBezTo>
                    <a:pt x="80513" y="479"/>
                    <a:pt x="0" y="81555"/>
                    <a:pt x="0" y="181784"/>
                  </a:cubicBezTo>
                  <a:cubicBezTo>
                    <a:pt x="0" y="282012"/>
                    <a:pt x="81152" y="362451"/>
                    <a:pt x="181474" y="362451"/>
                  </a:cubicBezTo>
                  <a:cubicBezTo>
                    <a:pt x="281157" y="362451"/>
                    <a:pt x="362310" y="281374"/>
                    <a:pt x="362310" y="181784"/>
                  </a:cubicBezTo>
                  <a:cubicBezTo>
                    <a:pt x="362310" y="80917"/>
                    <a:pt x="281157" y="479"/>
                    <a:pt x="180835" y="479"/>
                  </a:cubicBezTo>
                  <a:cubicBezTo>
                    <a:pt x="180835" y="-160"/>
                    <a:pt x="180835" y="-160"/>
                    <a:pt x="180835" y="479"/>
                  </a:cubicBezTo>
                  <a:close/>
                  <a:moveTo>
                    <a:pt x="116936" y="251369"/>
                  </a:moveTo>
                  <a:cubicBezTo>
                    <a:pt x="116936" y="255200"/>
                    <a:pt x="114380" y="257753"/>
                    <a:pt x="110546" y="257753"/>
                  </a:cubicBezTo>
                  <a:lnTo>
                    <a:pt x="71567" y="257753"/>
                  </a:lnTo>
                  <a:cubicBezTo>
                    <a:pt x="67733" y="257753"/>
                    <a:pt x="65177" y="255200"/>
                    <a:pt x="65177" y="251369"/>
                  </a:cubicBezTo>
                  <a:lnTo>
                    <a:pt x="65177" y="212427"/>
                  </a:lnTo>
                  <a:cubicBezTo>
                    <a:pt x="65177" y="208597"/>
                    <a:pt x="67733" y="206043"/>
                    <a:pt x="71567" y="206043"/>
                  </a:cubicBezTo>
                  <a:lnTo>
                    <a:pt x="110546" y="206043"/>
                  </a:lnTo>
                  <a:cubicBezTo>
                    <a:pt x="114380" y="206043"/>
                    <a:pt x="116936" y="208597"/>
                    <a:pt x="116936" y="212427"/>
                  </a:cubicBezTo>
                  <a:lnTo>
                    <a:pt x="116936" y="251369"/>
                  </a:lnTo>
                  <a:close/>
                  <a:moveTo>
                    <a:pt x="116936" y="149864"/>
                  </a:moveTo>
                  <a:cubicBezTo>
                    <a:pt x="116936" y="153694"/>
                    <a:pt x="114380" y="156248"/>
                    <a:pt x="110546" y="156248"/>
                  </a:cubicBezTo>
                  <a:lnTo>
                    <a:pt x="71567" y="156248"/>
                  </a:lnTo>
                  <a:cubicBezTo>
                    <a:pt x="67733" y="156248"/>
                    <a:pt x="65177" y="153694"/>
                    <a:pt x="65177" y="149864"/>
                  </a:cubicBezTo>
                  <a:lnTo>
                    <a:pt x="65177" y="110922"/>
                  </a:lnTo>
                  <a:cubicBezTo>
                    <a:pt x="65177" y="107091"/>
                    <a:pt x="67733" y="104538"/>
                    <a:pt x="71567" y="104538"/>
                  </a:cubicBezTo>
                  <a:lnTo>
                    <a:pt x="110546" y="104538"/>
                  </a:lnTo>
                  <a:cubicBezTo>
                    <a:pt x="114380" y="104538"/>
                    <a:pt x="116936" y="107091"/>
                    <a:pt x="116936" y="110922"/>
                  </a:cubicBezTo>
                  <a:lnTo>
                    <a:pt x="116936" y="149864"/>
                  </a:lnTo>
                  <a:close/>
                  <a:moveTo>
                    <a:pt x="289464" y="257753"/>
                  </a:moveTo>
                  <a:lnTo>
                    <a:pt x="157832" y="257753"/>
                  </a:lnTo>
                  <a:cubicBezTo>
                    <a:pt x="153998" y="257753"/>
                    <a:pt x="151442" y="255200"/>
                    <a:pt x="151442" y="251369"/>
                  </a:cubicBezTo>
                  <a:cubicBezTo>
                    <a:pt x="151442" y="247539"/>
                    <a:pt x="153998" y="244985"/>
                    <a:pt x="157832" y="244985"/>
                  </a:cubicBezTo>
                  <a:lnTo>
                    <a:pt x="290103" y="244985"/>
                  </a:lnTo>
                  <a:cubicBezTo>
                    <a:pt x="293937" y="244985"/>
                    <a:pt x="296493" y="247539"/>
                    <a:pt x="296493" y="251369"/>
                  </a:cubicBezTo>
                  <a:cubicBezTo>
                    <a:pt x="296493" y="255200"/>
                    <a:pt x="293937" y="257753"/>
                    <a:pt x="289464" y="257753"/>
                  </a:cubicBezTo>
                  <a:lnTo>
                    <a:pt x="289464" y="257753"/>
                  </a:lnTo>
                  <a:close/>
                  <a:moveTo>
                    <a:pt x="289464" y="218811"/>
                  </a:moveTo>
                  <a:lnTo>
                    <a:pt x="157832" y="218811"/>
                  </a:lnTo>
                  <a:cubicBezTo>
                    <a:pt x="153998" y="218811"/>
                    <a:pt x="151442" y="216257"/>
                    <a:pt x="151442" y="212427"/>
                  </a:cubicBezTo>
                  <a:cubicBezTo>
                    <a:pt x="151442" y="208597"/>
                    <a:pt x="153998" y="206043"/>
                    <a:pt x="157832" y="206043"/>
                  </a:cubicBezTo>
                  <a:lnTo>
                    <a:pt x="290103" y="206043"/>
                  </a:lnTo>
                  <a:cubicBezTo>
                    <a:pt x="293937" y="206043"/>
                    <a:pt x="296493" y="208597"/>
                    <a:pt x="296493" y="212427"/>
                  </a:cubicBezTo>
                  <a:cubicBezTo>
                    <a:pt x="296493" y="216257"/>
                    <a:pt x="293937" y="218811"/>
                    <a:pt x="289464" y="218811"/>
                  </a:cubicBezTo>
                  <a:lnTo>
                    <a:pt x="289464" y="218811"/>
                  </a:lnTo>
                  <a:close/>
                  <a:moveTo>
                    <a:pt x="289464" y="156248"/>
                  </a:moveTo>
                  <a:lnTo>
                    <a:pt x="157832" y="156248"/>
                  </a:lnTo>
                  <a:cubicBezTo>
                    <a:pt x="153998" y="156248"/>
                    <a:pt x="151442" y="153694"/>
                    <a:pt x="151442" y="149864"/>
                  </a:cubicBezTo>
                  <a:cubicBezTo>
                    <a:pt x="151442" y="146034"/>
                    <a:pt x="153998" y="143480"/>
                    <a:pt x="157832" y="143480"/>
                  </a:cubicBezTo>
                  <a:lnTo>
                    <a:pt x="290103" y="143480"/>
                  </a:lnTo>
                  <a:cubicBezTo>
                    <a:pt x="293937" y="143480"/>
                    <a:pt x="296493" y="146034"/>
                    <a:pt x="296493" y="149864"/>
                  </a:cubicBezTo>
                  <a:cubicBezTo>
                    <a:pt x="296493" y="153694"/>
                    <a:pt x="293937" y="156248"/>
                    <a:pt x="289464" y="156248"/>
                  </a:cubicBezTo>
                  <a:lnTo>
                    <a:pt x="289464" y="156248"/>
                  </a:lnTo>
                  <a:close/>
                  <a:moveTo>
                    <a:pt x="289464" y="117306"/>
                  </a:moveTo>
                  <a:lnTo>
                    <a:pt x="157832" y="117306"/>
                  </a:lnTo>
                  <a:cubicBezTo>
                    <a:pt x="153998" y="117306"/>
                    <a:pt x="151442" y="114752"/>
                    <a:pt x="151442" y="110922"/>
                  </a:cubicBezTo>
                  <a:cubicBezTo>
                    <a:pt x="151442" y="107091"/>
                    <a:pt x="153998" y="104538"/>
                    <a:pt x="157832" y="104538"/>
                  </a:cubicBezTo>
                  <a:lnTo>
                    <a:pt x="290103" y="104538"/>
                  </a:lnTo>
                  <a:cubicBezTo>
                    <a:pt x="293937" y="104538"/>
                    <a:pt x="296493" y="107091"/>
                    <a:pt x="296493" y="110922"/>
                  </a:cubicBezTo>
                  <a:cubicBezTo>
                    <a:pt x="296493" y="114752"/>
                    <a:pt x="293937" y="117306"/>
                    <a:pt x="289464" y="117306"/>
                  </a:cubicBezTo>
                  <a:lnTo>
                    <a:pt x="289464" y="117306"/>
                  </a:lnTo>
                  <a:close/>
                </a:path>
              </a:pathLst>
            </a:custGeom>
            <a:solidFill>
              <a:srgbClr val="046A38"/>
            </a:solidFill>
            <a:ln w="6390" cap="flat">
              <a:noFill/>
              <a:prstDash val="solid"/>
              <a:miter/>
            </a:ln>
          </p:spPr>
          <p:txBody>
            <a:bodyPr rtlCol="0" anchor="ctr"/>
            <a:lstStyle/>
            <a:p>
              <a:endParaRPr lang="en-US"/>
            </a:p>
          </p:txBody>
        </p:sp>
      </p:grpSp>
      <p:sp>
        <p:nvSpPr>
          <p:cNvPr id="436" name="Graphic 4">
            <a:extLst>
              <a:ext uri="{FF2B5EF4-FFF2-40B4-BE49-F238E27FC236}">
                <a16:creationId xmlns:a16="http://schemas.microsoft.com/office/drawing/2014/main" id="{70717A30-D81A-5A4D-8CF2-D9502AE2585B}"/>
              </a:ext>
            </a:extLst>
          </p:cNvPr>
          <p:cNvSpPr>
            <a:spLocks noChangeAspect="1"/>
          </p:cNvSpPr>
          <p:nvPr/>
        </p:nvSpPr>
        <p:spPr>
          <a:xfrm>
            <a:off x="2998797" y="4308712"/>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283074 w 362309"/>
              <a:gd name="connsiteY6" fmla="*/ 112997 h 361971"/>
              <a:gd name="connsiteX7" fmla="*/ 138662 w 362309"/>
              <a:gd name="connsiteY7" fmla="*/ 257913 h 361971"/>
              <a:gd name="connsiteX8" fmla="*/ 129716 w 362309"/>
              <a:gd name="connsiteY8" fmla="*/ 257913 h 361971"/>
              <a:gd name="connsiteX9" fmla="*/ 129716 w 362309"/>
              <a:gd name="connsiteY9" fmla="*/ 257913 h 361971"/>
              <a:gd name="connsiteX10" fmla="*/ 79235 w 362309"/>
              <a:gd name="connsiteY10" fmla="*/ 207479 h 361971"/>
              <a:gd name="connsiteX11" fmla="*/ 79235 w 362309"/>
              <a:gd name="connsiteY11" fmla="*/ 198542 h 361971"/>
              <a:gd name="connsiteX12" fmla="*/ 88181 w 362309"/>
              <a:gd name="connsiteY12" fmla="*/ 198542 h 361971"/>
              <a:gd name="connsiteX13" fmla="*/ 88181 w 362309"/>
              <a:gd name="connsiteY13" fmla="*/ 198542 h 361971"/>
              <a:gd name="connsiteX14" fmla="*/ 134189 w 362309"/>
              <a:gd name="connsiteY14" fmla="*/ 244506 h 361971"/>
              <a:gd name="connsiteX15" fmla="*/ 274767 w 362309"/>
              <a:gd name="connsiteY15" fmla="*/ 104059 h 361971"/>
              <a:gd name="connsiteX16" fmla="*/ 283713 w 362309"/>
              <a:gd name="connsiteY16" fmla="*/ 104059 h 361971"/>
              <a:gd name="connsiteX17" fmla="*/ 283713 w 362309"/>
              <a:gd name="connsiteY17" fmla="*/ 112997 h 361971"/>
              <a:gd name="connsiteX18" fmla="*/ 283713 w 362309"/>
              <a:gd name="connsiteY18" fmla="*/ 112997 h 361971"/>
              <a:gd name="connsiteX19" fmla="*/ 283074 w 362309"/>
              <a:gd name="connsiteY19" fmla="*/ 11299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0667"/>
                </a:cubicBezTo>
                <a:cubicBezTo>
                  <a:pt x="362310" y="81077"/>
                  <a:pt x="281157" y="0"/>
                  <a:pt x="180835" y="0"/>
                </a:cubicBezTo>
                <a:cubicBezTo>
                  <a:pt x="180835" y="0"/>
                  <a:pt x="180835" y="0"/>
                  <a:pt x="180835" y="0"/>
                </a:cubicBezTo>
                <a:close/>
                <a:moveTo>
                  <a:pt x="283074" y="112997"/>
                </a:moveTo>
                <a:lnTo>
                  <a:pt x="138662" y="257913"/>
                </a:lnTo>
                <a:cubicBezTo>
                  <a:pt x="136106" y="260466"/>
                  <a:pt x="132272" y="260466"/>
                  <a:pt x="129716" y="257913"/>
                </a:cubicBezTo>
                <a:cubicBezTo>
                  <a:pt x="129716" y="257913"/>
                  <a:pt x="129716" y="257913"/>
                  <a:pt x="129716" y="257913"/>
                </a:cubicBezTo>
                <a:lnTo>
                  <a:pt x="79235" y="207479"/>
                </a:lnTo>
                <a:cubicBezTo>
                  <a:pt x="76679" y="204926"/>
                  <a:pt x="76679" y="201095"/>
                  <a:pt x="79235" y="198542"/>
                </a:cubicBezTo>
                <a:cubicBezTo>
                  <a:pt x="81791" y="195988"/>
                  <a:pt x="85625" y="195988"/>
                  <a:pt x="88181" y="198542"/>
                </a:cubicBezTo>
                <a:lnTo>
                  <a:pt x="88181" y="198542"/>
                </a:lnTo>
                <a:lnTo>
                  <a:pt x="134189" y="244506"/>
                </a:lnTo>
                <a:lnTo>
                  <a:pt x="274767" y="104059"/>
                </a:lnTo>
                <a:cubicBezTo>
                  <a:pt x="277323" y="101505"/>
                  <a:pt x="281157" y="101505"/>
                  <a:pt x="283713" y="104059"/>
                </a:cubicBezTo>
                <a:cubicBezTo>
                  <a:pt x="286269" y="106613"/>
                  <a:pt x="286269" y="110443"/>
                  <a:pt x="283713" y="112997"/>
                </a:cubicBezTo>
                <a:lnTo>
                  <a:pt x="283713" y="112997"/>
                </a:lnTo>
                <a:lnTo>
                  <a:pt x="283074" y="112997"/>
                </a:lnTo>
                <a:close/>
              </a:path>
            </a:pathLst>
          </a:custGeom>
          <a:solidFill>
            <a:srgbClr val="046A38"/>
          </a:solidFill>
          <a:ln w="6390" cap="flat">
            <a:noFill/>
            <a:prstDash val="solid"/>
            <a:miter/>
          </a:ln>
        </p:spPr>
        <p:txBody>
          <a:bodyPr rtlCol="0" anchor="ctr"/>
          <a:lstStyle/>
          <a:p>
            <a:endParaRPr lang="en-US"/>
          </a:p>
        </p:txBody>
      </p:sp>
      <p:sp>
        <p:nvSpPr>
          <p:cNvPr id="437" name="Graphic 4">
            <a:extLst>
              <a:ext uri="{FF2B5EF4-FFF2-40B4-BE49-F238E27FC236}">
                <a16:creationId xmlns:a16="http://schemas.microsoft.com/office/drawing/2014/main" id="{67F32382-B518-5F42-97B7-0E9ECF856045}"/>
              </a:ext>
            </a:extLst>
          </p:cNvPr>
          <p:cNvSpPr>
            <a:spLocks noChangeAspect="1"/>
          </p:cNvSpPr>
          <p:nvPr/>
        </p:nvSpPr>
        <p:spPr>
          <a:xfrm>
            <a:off x="2998797" y="333962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1305 h 361971"/>
              <a:gd name="connsiteX4" fmla="*/ 180835 w 362309"/>
              <a:gd name="connsiteY4" fmla="*/ 0 h 361971"/>
              <a:gd name="connsiteX5" fmla="*/ 180835 w 362309"/>
              <a:gd name="connsiteY5" fmla="*/ 0 h 361971"/>
              <a:gd name="connsiteX6" fmla="*/ 99683 w 362309"/>
              <a:gd name="connsiteY6" fmla="*/ 260466 h 361971"/>
              <a:gd name="connsiteX7" fmla="*/ 83708 w 362309"/>
              <a:gd name="connsiteY7" fmla="*/ 260466 h 361971"/>
              <a:gd name="connsiteX8" fmla="*/ 77318 w 362309"/>
              <a:gd name="connsiteY8" fmla="*/ 254082 h 361971"/>
              <a:gd name="connsiteX9" fmla="*/ 83708 w 362309"/>
              <a:gd name="connsiteY9" fmla="*/ 247698 h 361971"/>
              <a:gd name="connsiteX10" fmla="*/ 99683 w 362309"/>
              <a:gd name="connsiteY10" fmla="*/ 247698 h 361971"/>
              <a:gd name="connsiteX11" fmla="*/ 106073 w 362309"/>
              <a:gd name="connsiteY11" fmla="*/ 254082 h 361971"/>
              <a:gd name="connsiteX12" fmla="*/ 99683 w 362309"/>
              <a:gd name="connsiteY12" fmla="*/ 260466 h 361971"/>
              <a:gd name="connsiteX13" fmla="*/ 99683 w 362309"/>
              <a:gd name="connsiteY13" fmla="*/ 211948 h 361971"/>
              <a:gd name="connsiteX14" fmla="*/ 83708 w 362309"/>
              <a:gd name="connsiteY14" fmla="*/ 211948 h 361971"/>
              <a:gd name="connsiteX15" fmla="*/ 77318 w 362309"/>
              <a:gd name="connsiteY15" fmla="*/ 205564 h 361971"/>
              <a:gd name="connsiteX16" fmla="*/ 83708 w 362309"/>
              <a:gd name="connsiteY16" fmla="*/ 199180 h 361971"/>
              <a:gd name="connsiteX17" fmla="*/ 99683 w 362309"/>
              <a:gd name="connsiteY17" fmla="*/ 199180 h 361971"/>
              <a:gd name="connsiteX18" fmla="*/ 106073 w 362309"/>
              <a:gd name="connsiteY18" fmla="*/ 205564 h 361971"/>
              <a:gd name="connsiteX19" fmla="*/ 99683 w 362309"/>
              <a:gd name="connsiteY19" fmla="*/ 211948 h 361971"/>
              <a:gd name="connsiteX20" fmla="*/ 99683 w 362309"/>
              <a:gd name="connsiteY20" fmla="*/ 163430 h 361971"/>
              <a:gd name="connsiteX21" fmla="*/ 83708 w 362309"/>
              <a:gd name="connsiteY21" fmla="*/ 163430 h 361971"/>
              <a:gd name="connsiteX22" fmla="*/ 77318 w 362309"/>
              <a:gd name="connsiteY22" fmla="*/ 157046 h 361971"/>
              <a:gd name="connsiteX23" fmla="*/ 83708 w 362309"/>
              <a:gd name="connsiteY23" fmla="*/ 150662 h 361971"/>
              <a:gd name="connsiteX24" fmla="*/ 99683 w 362309"/>
              <a:gd name="connsiteY24" fmla="*/ 150662 h 361971"/>
              <a:gd name="connsiteX25" fmla="*/ 106073 w 362309"/>
              <a:gd name="connsiteY25" fmla="*/ 157046 h 361971"/>
              <a:gd name="connsiteX26" fmla="*/ 99683 w 362309"/>
              <a:gd name="connsiteY26" fmla="*/ 163430 h 361971"/>
              <a:gd name="connsiteX27" fmla="*/ 99683 w 362309"/>
              <a:gd name="connsiteY27" fmla="*/ 114912 h 361971"/>
              <a:gd name="connsiteX28" fmla="*/ 83708 w 362309"/>
              <a:gd name="connsiteY28" fmla="*/ 114912 h 361971"/>
              <a:gd name="connsiteX29" fmla="*/ 77318 w 362309"/>
              <a:gd name="connsiteY29" fmla="*/ 108528 h 361971"/>
              <a:gd name="connsiteX30" fmla="*/ 83708 w 362309"/>
              <a:gd name="connsiteY30" fmla="*/ 102144 h 361971"/>
              <a:gd name="connsiteX31" fmla="*/ 99683 w 362309"/>
              <a:gd name="connsiteY31" fmla="*/ 102144 h 361971"/>
              <a:gd name="connsiteX32" fmla="*/ 106073 w 362309"/>
              <a:gd name="connsiteY32" fmla="*/ 108528 h 361971"/>
              <a:gd name="connsiteX33" fmla="*/ 99683 w 362309"/>
              <a:gd name="connsiteY33" fmla="*/ 114912 h 361971"/>
              <a:gd name="connsiteX34" fmla="*/ 277962 w 362309"/>
              <a:gd name="connsiteY34" fmla="*/ 260466 h 361971"/>
              <a:gd name="connsiteX35" fmla="*/ 139940 w 362309"/>
              <a:gd name="connsiteY35" fmla="*/ 260466 h 361971"/>
              <a:gd name="connsiteX36" fmla="*/ 133550 w 362309"/>
              <a:gd name="connsiteY36" fmla="*/ 254082 h 361971"/>
              <a:gd name="connsiteX37" fmla="*/ 139940 w 362309"/>
              <a:gd name="connsiteY37" fmla="*/ 247698 h 361971"/>
              <a:gd name="connsiteX38" fmla="*/ 277962 w 362309"/>
              <a:gd name="connsiteY38" fmla="*/ 247698 h 361971"/>
              <a:gd name="connsiteX39" fmla="*/ 284352 w 362309"/>
              <a:gd name="connsiteY39" fmla="*/ 254082 h 361971"/>
              <a:gd name="connsiteX40" fmla="*/ 277962 w 362309"/>
              <a:gd name="connsiteY40" fmla="*/ 260466 h 361971"/>
              <a:gd name="connsiteX41" fmla="*/ 277962 w 362309"/>
              <a:gd name="connsiteY41" fmla="*/ 211948 h 361971"/>
              <a:gd name="connsiteX42" fmla="*/ 139940 w 362309"/>
              <a:gd name="connsiteY42" fmla="*/ 211948 h 361971"/>
              <a:gd name="connsiteX43" fmla="*/ 133550 w 362309"/>
              <a:gd name="connsiteY43" fmla="*/ 205564 h 361971"/>
              <a:gd name="connsiteX44" fmla="*/ 139940 w 362309"/>
              <a:gd name="connsiteY44" fmla="*/ 199180 h 361971"/>
              <a:gd name="connsiteX45" fmla="*/ 277962 w 362309"/>
              <a:gd name="connsiteY45" fmla="*/ 199180 h 361971"/>
              <a:gd name="connsiteX46" fmla="*/ 284352 w 362309"/>
              <a:gd name="connsiteY46" fmla="*/ 205564 h 361971"/>
              <a:gd name="connsiteX47" fmla="*/ 277962 w 362309"/>
              <a:gd name="connsiteY47" fmla="*/ 211948 h 361971"/>
              <a:gd name="connsiteX48" fmla="*/ 277962 w 362309"/>
              <a:gd name="connsiteY48" fmla="*/ 163430 h 361971"/>
              <a:gd name="connsiteX49" fmla="*/ 139940 w 362309"/>
              <a:gd name="connsiteY49" fmla="*/ 163430 h 361971"/>
              <a:gd name="connsiteX50" fmla="*/ 133550 w 362309"/>
              <a:gd name="connsiteY50" fmla="*/ 157046 h 361971"/>
              <a:gd name="connsiteX51" fmla="*/ 139940 w 362309"/>
              <a:gd name="connsiteY51" fmla="*/ 150662 h 361971"/>
              <a:gd name="connsiteX52" fmla="*/ 277962 w 362309"/>
              <a:gd name="connsiteY52" fmla="*/ 150662 h 361971"/>
              <a:gd name="connsiteX53" fmla="*/ 284352 w 362309"/>
              <a:gd name="connsiteY53" fmla="*/ 157046 h 361971"/>
              <a:gd name="connsiteX54" fmla="*/ 277962 w 362309"/>
              <a:gd name="connsiteY54" fmla="*/ 163430 h 361971"/>
              <a:gd name="connsiteX55" fmla="*/ 277962 w 362309"/>
              <a:gd name="connsiteY55" fmla="*/ 114912 h 361971"/>
              <a:gd name="connsiteX56" fmla="*/ 139940 w 362309"/>
              <a:gd name="connsiteY56" fmla="*/ 114912 h 361971"/>
              <a:gd name="connsiteX57" fmla="*/ 133550 w 362309"/>
              <a:gd name="connsiteY57" fmla="*/ 108528 h 361971"/>
              <a:gd name="connsiteX58" fmla="*/ 139940 w 362309"/>
              <a:gd name="connsiteY58" fmla="*/ 102144 h 361971"/>
              <a:gd name="connsiteX59" fmla="*/ 277962 w 362309"/>
              <a:gd name="connsiteY59" fmla="*/ 102144 h 361971"/>
              <a:gd name="connsiteX60" fmla="*/ 284352 w 362309"/>
              <a:gd name="connsiteY60" fmla="*/ 108528 h 361971"/>
              <a:gd name="connsiteX61" fmla="*/ 277962 w 362309"/>
              <a:gd name="connsiteY61" fmla="*/ 11491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2309" h="361971">
                <a:moveTo>
                  <a:pt x="180835" y="0"/>
                </a:moveTo>
                <a:cubicBezTo>
                  <a:pt x="80513" y="0"/>
                  <a:pt x="0" y="81077"/>
                  <a:pt x="0" y="181305"/>
                </a:cubicBezTo>
                <a:cubicBezTo>
                  <a:pt x="0" y="281533"/>
                  <a:pt x="81152" y="361972"/>
                  <a:pt x="181474" y="361972"/>
                </a:cubicBezTo>
                <a:cubicBezTo>
                  <a:pt x="281157" y="361972"/>
                  <a:pt x="362310" y="280895"/>
                  <a:pt x="362310" y="181305"/>
                </a:cubicBezTo>
                <a:cubicBezTo>
                  <a:pt x="362310" y="81077"/>
                  <a:pt x="281157" y="0"/>
                  <a:pt x="180835" y="0"/>
                </a:cubicBezTo>
                <a:cubicBezTo>
                  <a:pt x="180835" y="0"/>
                  <a:pt x="180835" y="0"/>
                  <a:pt x="180835" y="0"/>
                </a:cubicBezTo>
                <a:close/>
                <a:moveTo>
                  <a:pt x="99683" y="260466"/>
                </a:moveTo>
                <a:lnTo>
                  <a:pt x="83708" y="260466"/>
                </a:lnTo>
                <a:cubicBezTo>
                  <a:pt x="79874" y="260466"/>
                  <a:pt x="77318" y="257913"/>
                  <a:pt x="77318" y="254082"/>
                </a:cubicBezTo>
                <a:cubicBezTo>
                  <a:pt x="77318" y="250252"/>
                  <a:pt x="79874" y="247698"/>
                  <a:pt x="83708" y="247698"/>
                </a:cubicBezTo>
                <a:lnTo>
                  <a:pt x="99683" y="247698"/>
                </a:lnTo>
                <a:cubicBezTo>
                  <a:pt x="103517" y="247698"/>
                  <a:pt x="106073" y="250252"/>
                  <a:pt x="106073" y="254082"/>
                </a:cubicBezTo>
                <a:cubicBezTo>
                  <a:pt x="106073" y="257913"/>
                  <a:pt x="103517" y="260466"/>
                  <a:pt x="99683" y="260466"/>
                </a:cubicBezTo>
                <a:close/>
                <a:moveTo>
                  <a:pt x="99683" y="211948"/>
                </a:moveTo>
                <a:lnTo>
                  <a:pt x="83708" y="211948"/>
                </a:lnTo>
                <a:cubicBezTo>
                  <a:pt x="79874" y="211948"/>
                  <a:pt x="77318" y="209395"/>
                  <a:pt x="77318" y="205564"/>
                </a:cubicBezTo>
                <a:cubicBezTo>
                  <a:pt x="77318" y="201734"/>
                  <a:pt x="79874" y="199180"/>
                  <a:pt x="83708" y="199180"/>
                </a:cubicBezTo>
                <a:lnTo>
                  <a:pt x="99683" y="199180"/>
                </a:lnTo>
                <a:cubicBezTo>
                  <a:pt x="103517" y="199180"/>
                  <a:pt x="106073" y="201734"/>
                  <a:pt x="106073" y="205564"/>
                </a:cubicBezTo>
                <a:cubicBezTo>
                  <a:pt x="106073" y="209395"/>
                  <a:pt x="103517" y="211948"/>
                  <a:pt x="99683" y="211948"/>
                </a:cubicBezTo>
                <a:close/>
                <a:moveTo>
                  <a:pt x="99683" y="163430"/>
                </a:moveTo>
                <a:lnTo>
                  <a:pt x="83708" y="163430"/>
                </a:lnTo>
                <a:cubicBezTo>
                  <a:pt x="79874" y="163430"/>
                  <a:pt x="77318" y="160876"/>
                  <a:pt x="77318" y="157046"/>
                </a:cubicBezTo>
                <a:cubicBezTo>
                  <a:pt x="77318" y="153216"/>
                  <a:pt x="79874" y="150662"/>
                  <a:pt x="83708" y="150662"/>
                </a:cubicBezTo>
                <a:lnTo>
                  <a:pt x="99683" y="150662"/>
                </a:lnTo>
                <a:cubicBezTo>
                  <a:pt x="103517" y="150662"/>
                  <a:pt x="106073" y="153216"/>
                  <a:pt x="106073" y="157046"/>
                </a:cubicBezTo>
                <a:cubicBezTo>
                  <a:pt x="106073" y="160876"/>
                  <a:pt x="103517" y="163430"/>
                  <a:pt x="99683" y="163430"/>
                </a:cubicBezTo>
                <a:close/>
                <a:moveTo>
                  <a:pt x="99683" y="114912"/>
                </a:moveTo>
                <a:lnTo>
                  <a:pt x="83708" y="114912"/>
                </a:lnTo>
                <a:cubicBezTo>
                  <a:pt x="79874" y="114912"/>
                  <a:pt x="77318" y="112358"/>
                  <a:pt x="77318" y="108528"/>
                </a:cubicBezTo>
                <a:cubicBezTo>
                  <a:pt x="77318" y="104697"/>
                  <a:pt x="79874" y="102144"/>
                  <a:pt x="83708" y="102144"/>
                </a:cubicBezTo>
                <a:lnTo>
                  <a:pt x="99683" y="102144"/>
                </a:lnTo>
                <a:cubicBezTo>
                  <a:pt x="103517" y="102144"/>
                  <a:pt x="106073" y="104697"/>
                  <a:pt x="106073" y="108528"/>
                </a:cubicBezTo>
                <a:cubicBezTo>
                  <a:pt x="106073" y="112358"/>
                  <a:pt x="103517" y="114912"/>
                  <a:pt x="99683" y="114912"/>
                </a:cubicBezTo>
                <a:close/>
                <a:moveTo>
                  <a:pt x="277962" y="260466"/>
                </a:moveTo>
                <a:lnTo>
                  <a:pt x="139940" y="260466"/>
                </a:lnTo>
                <a:cubicBezTo>
                  <a:pt x="136106" y="260466"/>
                  <a:pt x="133550" y="257913"/>
                  <a:pt x="133550" y="254082"/>
                </a:cubicBezTo>
                <a:cubicBezTo>
                  <a:pt x="133550" y="250252"/>
                  <a:pt x="136106" y="247698"/>
                  <a:pt x="139940" y="247698"/>
                </a:cubicBezTo>
                <a:lnTo>
                  <a:pt x="277962" y="247698"/>
                </a:lnTo>
                <a:cubicBezTo>
                  <a:pt x="281796" y="247698"/>
                  <a:pt x="284352" y="250252"/>
                  <a:pt x="284352" y="254082"/>
                </a:cubicBezTo>
                <a:cubicBezTo>
                  <a:pt x="284352" y="257913"/>
                  <a:pt x="281796" y="260466"/>
                  <a:pt x="277962" y="260466"/>
                </a:cubicBezTo>
                <a:close/>
                <a:moveTo>
                  <a:pt x="277962" y="211948"/>
                </a:moveTo>
                <a:lnTo>
                  <a:pt x="139940" y="211948"/>
                </a:lnTo>
                <a:cubicBezTo>
                  <a:pt x="136106" y="211948"/>
                  <a:pt x="133550" y="209395"/>
                  <a:pt x="133550" y="205564"/>
                </a:cubicBezTo>
                <a:cubicBezTo>
                  <a:pt x="133550" y="201734"/>
                  <a:pt x="136106" y="199180"/>
                  <a:pt x="139940" y="199180"/>
                </a:cubicBezTo>
                <a:lnTo>
                  <a:pt x="277962" y="199180"/>
                </a:lnTo>
                <a:cubicBezTo>
                  <a:pt x="281796" y="199180"/>
                  <a:pt x="284352" y="201734"/>
                  <a:pt x="284352" y="205564"/>
                </a:cubicBezTo>
                <a:cubicBezTo>
                  <a:pt x="284352" y="209395"/>
                  <a:pt x="281796" y="211948"/>
                  <a:pt x="277962" y="211948"/>
                </a:cubicBezTo>
                <a:close/>
                <a:moveTo>
                  <a:pt x="277962" y="163430"/>
                </a:moveTo>
                <a:lnTo>
                  <a:pt x="139940" y="163430"/>
                </a:lnTo>
                <a:cubicBezTo>
                  <a:pt x="136106" y="163430"/>
                  <a:pt x="133550" y="160876"/>
                  <a:pt x="133550" y="157046"/>
                </a:cubicBezTo>
                <a:cubicBezTo>
                  <a:pt x="133550" y="153216"/>
                  <a:pt x="136106" y="150662"/>
                  <a:pt x="139940" y="150662"/>
                </a:cubicBezTo>
                <a:lnTo>
                  <a:pt x="277962" y="150662"/>
                </a:lnTo>
                <a:cubicBezTo>
                  <a:pt x="281796" y="150662"/>
                  <a:pt x="284352" y="153216"/>
                  <a:pt x="284352" y="157046"/>
                </a:cubicBezTo>
                <a:cubicBezTo>
                  <a:pt x="284352" y="160876"/>
                  <a:pt x="281796" y="163430"/>
                  <a:pt x="277962" y="163430"/>
                </a:cubicBezTo>
                <a:close/>
                <a:moveTo>
                  <a:pt x="277962" y="114912"/>
                </a:moveTo>
                <a:lnTo>
                  <a:pt x="139940" y="114912"/>
                </a:lnTo>
                <a:cubicBezTo>
                  <a:pt x="136106" y="114912"/>
                  <a:pt x="133550" y="112358"/>
                  <a:pt x="133550" y="108528"/>
                </a:cubicBezTo>
                <a:cubicBezTo>
                  <a:pt x="133550" y="104697"/>
                  <a:pt x="136106" y="102144"/>
                  <a:pt x="139940" y="102144"/>
                </a:cubicBezTo>
                <a:lnTo>
                  <a:pt x="277962" y="102144"/>
                </a:lnTo>
                <a:cubicBezTo>
                  <a:pt x="281796" y="102144"/>
                  <a:pt x="284352" y="104697"/>
                  <a:pt x="284352" y="108528"/>
                </a:cubicBezTo>
                <a:cubicBezTo>
                  <a:pt x="284352" y="112358"/>
                  <a:pt x="281796" y="114912"/>
                  <a:pt x="277962" y="114912"/>
                </a:cubicBezTo>
                <a:close/>
              </a:path>
            </a:pathLst>
          </a:custGeom>
          <a:solidFill>
            <a:srgbClr val="046A38"/>
          </a:solidFill>
          <a:ln w="6390" cap="flat">
            <a:noFill/>
            <a:prstDash val="solid"/>
            <a:miter/>
          </a:ln>
        </p:spPr>
        <p:txBody>
          <a:bodyPr rtlCol="0" anchor="ctr"/>
          <a:lstStyle/>
          <a:p>
            <a:endParaRPr lang="en-US"/>
          </a:p>
        </p:txBody>
      </p:sp>
      <p:grpSp>
        <p:nvGrpSpPr>
          <p:cNvPr id="438" name="Graphic 4">
            <a:extLst>
              <a:ext uri="{FF2B5EF4-FFF2-40B4-BE49-F238E27FC236}">
                <a16:creationId xmlns:a16="http://schemas.microsoft.com/office/drawing/2014/main" id="{35BB5ADE-C34B-4F4F-AA3E-B7C995A6CD1B}"/>
              </a:ext>
            </a:extLst>
          </p:cNvPr>
          <p:cNvGrpSpPr>
            <a:grpSpLocks noChangeAspect="1"/>
          </p:cNvGrpSpPr>
          <p:nvPr/>
        </p:nvGrpSpPr>
        <p:grpSpPr>
          <a:xfrm>
            <a:off x="2998797" y="2371173"/>
            <a:ext cx="362309" cy="361971"/>
            <a:chOff x="2998797" y="2371173"/>
            <a:chExt cx="362309" cy="361971"/>
          </a:xfrm>
          <a:solidFill>
            <a:srgbClr val="046A38"/>
          </a:solidFill>
        </p:grpSpPr>
        <p:sp>
          <p:nvSpPr>
            <p:cNvPr id="439" name="Graphic 4">
              <a:extLst>
                <a:ext uri="{FF2B5EF4-FFF2-40B4-BE49-F238E27FC236}">
                  <a16:creationId xmlns:a16="http://schemas.microsoft.com/office/drawing/2014/main" id="{B2FC1BEA-8AEB-3848-9601-82C97982F96A}"/>
                </a:ext>
              </a:extLst>
            </p:cNvPr>
            <p:cNvSpPr/>
            <p:nvPr/>
          </p:nvSpPr>
          <p:spPr>
            <a:xfrm>
              <a:off x="3098480" y="2556947"/>
              <a:ext cx="30032" cy="14044"/>
            </a:xfrm>
            <a:custGeom>
              <a:avLst/>
              <a:gdLst>
                <a:gd name="connsiteX0" fmla="*/ 17253 w 30032"/>
                <a:gd name="connsiteY0" fmla="*/ 14045 h 14044"/>
                <a:gd name="connsiteX1" fmla="*/ 12780 w 30032"/>
                <a:gd name="connsiteY1" fmla="*/ 12130 h 14044"/>
                <a:gd name="connsiteX2" fmla="*/ 0 w 30032"/>
                <a:gd name="connsiteY2" fmla="*/ 0 h 14044"/>
                <a:gd name="connsiteX3" fmla="*/ 0 w 30032"/>
                <a:gd name="connsiteY3" fmla="*/ 10853 h 14044"/>
                <a:gd name="connsiteX4" fmla="*/ 3195 w 30032"/>
                <a:gd name="connsiteY4" fmla="*/ 14045 h 14044"/>
                <a:gd name="connsiteX5" fmla="*/ 26838 w 30032"/>
                <a:gd name="connsiteY5" fmla="*/ 14045 h 14044"/>
                <a:gd name="connsiteX6" fmla="*/ 30033 w 30032"/>
                <a:gd name="connsiteY6" fmla="*/ 10853 h 14044"/>
                <a:gd name="connsiteX7" fmla="*/ 30033 w 30032"/>
                <a:gd name="connsiteY7" fmla="*/ 4469 h 14044"/>
                <a:gd name="connsiteX8" fmla="*/ 22365 w 30032"/>
                <a:gd name="connsiteY8" fmla="*/ 11491 h 14044"/>
                <a:gd name="connsiteX9" fmla="*/ 17253 w 30032"/>
                <a:gd name="connsiteY9" fmla="*/ 14045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32" h="14044">
                  <a:moveTo>
                    <a:pt x="17253" y="14045"/>
                  </a:moveTo>
                  <a:cubicBezTo>
                    <a:pt x="15336" y="14045"/>
                    <a:pt x="14058" y="13406"/>
                    <a:pt x="12780" y="12130"/>
                  </a:cubicBezTo>
                  <a:lnTo>
                    <a:pt x="0" y="0"/>
                  </a:lnTo>
                  <a:lnTo>
                    <a:pt x="0" y="10853"/>
                  </a:lnTo>
                  <a:cubicBezTo>
                    <a:pt x="0" y="12768"/>
                    <a:pt x="1278" y="14045"/>
                    <a:pt x="3195" y="14045"/>
                  </a:cubicBezTo>
                  <a:lnTo>
                    <a:pt x="26838" y="14045"/>
                  </a:lnTo>
                  <a:cubicBezTo>
                    <a:pt x="28755" y="14045"/>
                    <a:pt x="30033" y="12768"/>
                    <a:pt x="30033" y="10853"/>
                  </a:cubicBezTo>
                  <a:lnTo>
                    <a:pt x="30033" y="4469"/>
                  </a:lnTo>
                  <a:lnTo>
                    <a:pt x="22365" y="11491"/>
                  </a:lnTo>
                  <a:cubicBezTo>
                    <a:pt x="21087" y="13406"/>
                    <a:pt x="19170" y="14045"/>
                    <a:pt x="17253" y="14045"/>
                  </a:cubicBezTo>
                  <a:close/>
                </a:path>
              </a:pathLst>
            </a:custGeom>
            <a:solidFill>
              <a:srgbClr val="046A38"/>
            </a:solidFill>
            <a:ln w="6390" cap="flat">
              <a:noFill/>
              <a:prstDash val="solid"/>
              <a:miter/>
            </a:ln>
          </p:spPr>
          <p:txBody>
            <a:bodyPr rtlCol="0" anchor="ctr"/>
            <a:lstStyle/>
            <a:p>
              <a:endParaRPr lang="en-US"/>
            </a:p>
          </p:txBody>
        </p:sp>
        <p:sp>
          <p:nvSpPr>
            <p:cNvPr id="768" name="Graphic 4">
              <a:extLst>
                <a:ext uri="{FF2B5EF4-FFF2-40B4-BE49-F238E27FC236}">
                  <a16:creationId xmlns:a16="http://schemas.microsoft.com/office/drawing/2014/main" id="{701EC3A6-1813-F44E-9BD7-D1FC32B02A83}"/>
                </a:ext>
              </a:extLst>
            </p:cNvPr>
            <p:cNvSpPr/>
            <p:nvPr/>
          </p:nvSpPr>
          <p:spPr>
            <a:xfrm>
              <a:off x="3099119" y="2544179"/>
              <a:ext cx="29393" cy="12129"/>
            </a:xfrm>
            <a:custGeom>
              <a:avLst/>
              <a:gdLst>
                <a:gd name="connsiteX0" fmla="*/ 7668 w 29393"/>
                <a:gd name="connsiteY0" fmla="*/ 3192 h 12129"/>
                <a:gd name="connsiteX1" fmla="*/ 17253 w 29393"/>
                <a:gd name="connsiteY1" fmla="*/ 12130 h 12129"/>
                <a:gd name="connsiteX2" fmla="*/ 29394 w 29393"/>
                <a:gd name="connsiteY2" fmla="*/ 1277 h 12129"/>
                <a:gd name="connsiteX3" fmla="*/ 26838 w 29393"/>
                <a:gd name="connsiteY3" fmla="*/ 0 h 12129"/>
                <a:gd name="connsiteX4" fmla="*/ 3195 w 29393"/>
                <a:gd name="connsiteY4" fmla="*/ 0 h 12129"/>
                <a:gd name="connsiteX5" fmla="*/ 0 w 29393"/>
                <a:gd name="connsiteY5" fmla="*/ 2554 h 12129"/>
                <a:gd name="connsiteX6" fmla="*/ 0 w 29393"/>
                <a:gd name="connsiteY6" fmla="*/ 2554 h 12129"/>
                <a:gd name="connsiteX7" fmla="*/ 0 w 29393"/>
                <a:gd name="connsiteY7" fmla="*/ 2554 h 12129"/>
                <a:gd name="connsiteX8" fmla="*/ 7668 w 29393"/>
                <a:gd name="connsiteY8" fmla="*/ 3192 h 12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393" h="12129">
                  <a:moveTo>
                    <a:pt x="7668" y="3192"/>
                  </a:moveTo>
                  <a:lnTo>
                    <a:pt x="17253" y="12130"/>
                  </a:lnTo>
                  <a:lnTo>
                    <a:pt x="29394" y="1277"/>
                  </a:lnTo>
                  <a:cubicBezTo>
                    <a:pt x="28755" y="638"/>
                    <a:pt x="28116" y="0"/>
                    <a:pt x="26838" y="0"/>
                  </a:cubicBezTo>
                  <a:lnTo>
                    <a:pt x="3195" y="0"/>
                  </a:lnTo>
                  <a:cubicBezTo>
                    <a:pt x="1917" y="0"/>
                    <a:pt x="0" y="1277"/>
                    <a:pt x="0" y="2554"/>
                  </a:cubicBezTo>
                  <a:cubicBezTo>
                    <a:pt x="0" y="2554"/>
                    <a:pt x="0" y="2554"/>
                    <a:pt x="0" y="2554"/>
                  </a:cubicBezTo>
                  <a:lnTo>
                    <a:pt x="0" y="2554"/>
                  </a:lnTo>
                  <a:cubicBezTo>
                    <a:pt x="1917" y="638"/>
                    <a:pt x="5112" y="1277"/>
                    <a:pt x="7668" y="3192"/>
                  </a:cubicBezTo>
                  <a:close/>
                </a:path>
              </a:pathLst>
            </a:custGeom>
            <a:solidFill>
              <a:srgbClr val="046A38"/>
            </a:solidFill>
            <a:ln w="6390" cap="flat">
              <a:noFill/>
              <a:prstDash val="solid"/>
              <a:miter/>
            </a:ln>
          </p:spPr>
          <p:txBody>
            <a:bodyPr rtlCol="0" anchor="ctr"/>
            <a:lstStyle/>
            <a:p>
              <a:endParaRPr lang="en-US"/>
            </a:p>
          </p:txBody>
        </p:sp>
        <p:sp>
          <p:nvSpPr>
            <p:cNvPr id="769" name="Graphic 4">
              <a:extLst>
                <a:ext uri="{FF2B5EF4-FFF2-40B4-BE49-F238E27FC236}">
                  <a16:creationId xmlns:a16="http://schemas.microsoft.com/office/drawing/2014/main" id="{42EF68E9-0DC8-8142-8FE2-8D564E73B778}"/>
                </a:ext>
              </a:extLst>
            </p:cNvPr>
            <p:cNvSpPr/>
            <p:nvPr/>
          </p:nvSpPr>
          <p:spPr>
            <a:xfrm>
              <a:off x="2998797" y="237117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1305 h 361971"/>
                <a:gd name="connsiteX4" fmla="*/ 180835 w 362309"/>
                <a:gd name="connsiteY4" fmla="*/ 0 h 361971"/>
                <a:gd name="connsiteX5" fmla="*/ 180835 w 362309"/>
                <a:gd name="connsiteY5" fmla="*/ 0 h 361971"/>
                <a:gd name="connsiteX6" fmla="*/ 86903 w 362309"/>
                <a:gd name="connsiteY6" fmla="*/ 106613 h 361971"/>
                <a:gd name="connsiteX7" fmla="*/ 102878 w 362309"/>
                <a:gd name="connsiteY7" fmla="*/ 90653 h 361971"/>
                <a:gd name="connsiteX8" fmla="*/ 126521 w 362309"/>
                <a:gd name="connsiteY8" fmla="*/ 90653 h 361971"/>
                <a:gd name="connsiteX9" fmla="*/ 138662 w 362309"/>
                <a:gd name="connsiteY9" fmla="*/ 96398 h 361971"/>
                <a:gd name="connsiteX10" fmla="*/ 154637 w 362309"/>
                <a:gd name="connsiteY10" fmla="*/ 81715 h 361971"/>
                <a:gd name="connsiteX11" fmla="*/ 163582 w 362309"/>
                <a:gd name="connsiteY11" fmla="*/ 81715 h 361971"/>
                <a:gd name="connsiteX12" fmla="*/ 162943 w 362309"/>
                <a:gd name="connsiteY12" fmla="*/ 90653 h 361971"/>
                <a:gd name="connsiteX13" fmla="*/ 162943 w 362309"/>
                <a:gd name="connsiteY13" fmla="*/ 90653 h 361971"/>
                <a:gd name="connsiteX14" fmla="*/ 142496 w 362309"/>
                <a:gd name="connsiteY14" fmla="*/ 109805 h 361971"/>
                <a:gd name="connsiteX15" fmla="*/ 142496 w 362309"/>
                <a:gd name="connsiteY15" fmla="*/ 127680 h 361971"/>
                <a:gd name="connsiteX16" fmla="*/ 126521 w 362309"/>
                <a:gd name="connsiteY16" fmla="*/ 143640 h 361971"/>
                <a:gd name="connsiteX17" fmla="*/ 102878 w 362309"/>
                <a:gd name="connsiteY17" fmla="*/ 143640 h 361971"/>
                <a:gd name="connsiteX18" fmla="*/ 86903 w 362309"/>
                <a:gd name="connsiteY18" fmla="*/ 127680 h 361971"/>
                <a:gd name="connsiteX19" fmla="*/ 86903 w 362309"/>
                <a:gd name="connsiteY19" fmla="*/ 106613 h 361971"/>
                <a:gd name="connsiteX20" fmla="*/ 86903 w 362309"/>
                <a:gd name="connsiteY20" fmla="*/ 175560 h 361971"/>
                <a:gd name="connsiteX21" fmla="*/ 102878 w 362309"/>
                <a:gd name="connsiteY21" fmla="*/ 159600 h 361971"/>
                <a:gd name="connsiteX22" fmla="*/ 126521 w 362309"/>
                <a:gd name="connsiteY22" fmla="*/ 159600 h 361971"/>
                <a:gd name="connsiteX23" fmla="*/ 138662 w 362309"/>
                <a:gd name="connsiteY23" fmla="*/ 165345 h 361971"/>
                <a:gd name="connsiteX24" fmla="*/ 154637 w 362309"/>
                <a:gd name="connsiteY24" fmla="*/ 150662 h 361971"/>
                <a:gd name="connsiteX25" fmla="*/ 163582 w 362309"/>
                <a:gd name="connsiteY25" fmla="*/ 151939 h 361971"/>
                <a:gd name="connsiteX26" fmla="*/ 162943 w 362309"/>
                <a:gd name="connsiteY26" fmla="*/ 160238 h 361971"/>
                <a:gd name="connsiteX27" fmla="*/ 142496 w 362309"/>
                <a:gd name="connsiteY27" fmla="*/ 179390 h 361971"/>
                <a:gd name="connsiteX28" fmla="*/ 142496 w 362309"/>
                <a:gd name="connsiteY28" fmla="*/ 197265 h 361971"/>
                <a:gd name="connsiteX29" fmla="*/ 126521 w 362309"/>
                <a:gd name="connsiteY29" fmla="*/ 213225 h 361971"/>
                <a:gd name="connsiteX30" fmla="*/ 102878 w 362309"/>
                <a:gd name="connsiteY30" fmla="*/ 213225 h 361971"/>
                <a:gd name="connsiteX31" fmla="*/ 86903 w 362309"/>
                <a:gd name="connsiteY31" fmla="*/ 197265 h 361971"/>
                <a:gd name="connsiteX32" fmla="*/ 86903 w 362309"/>
                <a:gd name="connsiteY32" fmla="*/ 175560 h 361971"/>
                <a:gd name="connsiteX33" fmla="*/ 126521 w 362309"/>
                <a:gd name="connsiteY33" fmla="*/ 281534 h 361971"/>
                <a:gd name="connsiteX34" fmla="*/ 102878 w 362309"/>
                <a:gd name="connsiteY34" fmla="*/ 281534 h 361971"/>
                <a:gd name="connsiteX35" fmla="*/ 86903 w 362309"/>
                <a:gd name="connsiteY35" fmla="*/ 265574 h 361971"/>
                <a:gd name="connsiteX36" fmla="*/ 86903 w 362309"/>
                <a:gd name="connsiteY36" fmla="*/ 243868 h 361971"/>
                <a:gd name="connsiteX37" fmla="*/ 102878 w 362309"/>
                <a:gd name="connsiteY37" fmla="*/ 227908 h 361971"/>
                <a:gd name="connsiteX38" fmla="*/ 126521 w 362309"/>
                <a:gd name="connsiteY38" fmla="*/ 227908 h 361971"/>
                <a:gd name="connsiteX39" fmla="*/ 138662 w 362309"/>
                <a:gd name="connsiteY39" fmla="*/ 233654 h 361971"/>
                <a:gd name="connsiteX40" fmla="*/ 154637 w 362309"/>
                <a:gd name="connsiteY40" fmla="*/ 218971 h 361971"/>
                <a:gd name="connsiteX41" fmla="*/ 163582 w 362309"/>
                <a:gd name="connsiteY41" fmla="*/ 220247 h 361971"/>
                <a:gd name="connsiteX42" fmla="*/ 162943 w 362309"/>
                <a:gd name="connsiteY42" fmla="*/ 228547 h 361971"/>
                <a:gd name="connsiteX43" fmla="*/ 142496 w 362309"/>
                <a:gd name="connsiteY43" fmla="*/ 247699 h 361971"/>
                <a:gd name="connsiteX44" fmla="*/ 142496 w 362309"/>
                <a:gd name="connsiteY44" fmla="*/ 265574 h 361971"/>
                <a:gd name="connsiteX45" fmla="*/ 126521 w 362309"/>
                <a:gd name="connsiteY45" fmla="*/ 281534 h 361971"/>
                <a:gd name="connsiteX46" fmla="*/ 126521 w 362309"/>
                <a:gd name="connsiteY46" fmla="*/ 281534 h 361971"/>
                <a:gd name="connsiteX47" fmla="*/ 268377 w 362309"/>
                <a:gd name="connsiteY47" fmla="*/ 281534 h 361971"/>
                <a:gd name="connsiteX48" fmla="*/ 156553 w 362309"/>
                <a:gd name="connsiteY48" fmla="*/ 281534 h 361971"/>
                <a:gd name="connsiteX49" fmla="*/ 150164 w 362309"/>
                <a:gd name="connsiteY49" fmla="*/ 275150 h 361971"/>
                <a:gd name="connsiteX50" fmla="*/ 156553 w 362309"/>
                <a:gd name="connsiteY50" fmla="*/ 268766 h 361971"/>
                <a:gd name="connsiteX51" fmla="*/ 268377 w 362309"/>
                <a:gd name="connsiteY51" fmla="*/ 268766 h 361971"/>
                <a:gd name="connsiteX52" fmla="*/ 274767 w 362309"/>
                <a:gd name="connsiteY52" fmla="*/ 275150 h 361971"/>
                <a:gd name="connsiteX53" fmla="*/ 268377 w 362309"/>
                <a:gd name="connsiteY53" fmla="*/ 281534 h 361971"/>
                <a:gd name="connsiteX54" fmla="*/ 268377 w 362309"/>
                <a:gd name="connsiteY54" fmla="*/ 212587 h 361971"/>
                <a:gd name="connsiteX55" fmla="*/ 156553 w 362309"/>
                <a:gd name="connsiteY55" fmla="*/ 212587 h 361971"/>
                <a:gd name="connsiteX56" fmla="*/ 150164 w 362309"/>
                <a:gd name="connsiteY56" fmla="*/ 206203 h 361971"/>
                <a:gd name="connsiteX57" fmla="*/ 156553 w 362309"/>
                <a:gd name="connsiteY57" fmla="*/ 199819 h 361971"/>
                <a:gd name="connsiteX58" fmla="*/ 268377 w 362309"/>
                <a:gd name="connsiteY58" fmla="*/ 199819 h 361971"/>
                <a:gd name="connsiteX59" fmla="*/ 274767 w 362309"/>
                <a:gd name="connsiteY59" fmla="*/ 206203 h 361971"/>
                <a:gd name="connsiteX60" fmla="*/ 268377 w 362309"/>
                <a:gd name="connsiteY60" fmla="*/ 212587 h 361971"/>
                <a:gd name="connsiteX61" fmla="*/ 268377 w 362309"/>
                <a:gd name="connsiteY61" fmla="*/ 144278 h 361971"/>
                <a:gd name="connsiteX62" fmla="*/ 156553 w 362309"/>
                <a:gd name="connsiteY62" fmla="*/ 144278 h 361971"/>
                <a:gd name="connsiteX63" fmla="*/ 150164 w 362309"/>
                <a:gd name="connsiteY63" fmla="*/ 137894 h 361971"/>
                <a:gd name="connsiteX64" fmla="*/ 156553 w 362309"/>
                <a:gd name="connsiteY64" fmla="*/ 131510 h 361971"/>
                <a:gd name="connsiteX65" fmla="*/ 268377 w 362309"/>
                <a:gd name="connsiteY65" fmla="*/ 131510 h 361971"/>
                <a:gd name="connsiteX66" fmla="*/ 274767 w 362309"/>
                <a:gd name="connsiteY66" fmla="*/ 137894 h 361971"/>
                <a:gd name="connsiteX67" fmla="*/ 268377 w 362309"/>
                <a:gd name="connsiteY67" fmla="*/ 14427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1305"/>
                  </a:cubicBezTo>
                  <a:cubicBezTo>
                    <a:pt x="362310" y="81077"/>
                    <a:pt x="281157" y="0"/>
                    <a:pt x="180835" y="0"/>
                  </a:cubicBezTo>
                  <a:cubicBezTo>
                    <a:pt x="180835" y="0"/>
                    <a:pt x="180835" y="0"/>
                    <a:pt x="180835" y="0"/>
                  </a:cubicBezTo>
                  <a:close/>
                  <a:moveTo>
                    <a:pt x="86903" y="106613"/>
                  </a:moveTo>
                  <a:cubicBezTo>
                    <a:pt x="86903" y="97675"/>
                    <a:pt x="93932" y="90653"/>
                    <a:pt x="102878" y="90653"/>
                  </a:cubicBezTo>
                  <a:lnTo>
                    <a:pt x="126521" y="90653"/>
                  </a:lnTo>
                  <a:cubicBezTo>
                    <a:pt x="130994" y="90653"/>
                    <a:pt x="135467" y="92568"/>
                    <a:pt x="138662" y="96398"/>
                  </a:cubicBezTo>
                  <a:lnTo>
                    <a:pt x="154637" y="81715"/>
                  </a:lnTo>
                  <a:cubicBezTo>
                    <a:pt x="157192" y="79162"/>
                    <a:pt x="161027" y="79162"/>
                    <a:pt x="163582" y="81715"/>
                  </a:cubicBezTo>
                  <a:cubicBezTo>
                    <a:pt x="166138" y="84269"/>
                    <a:pt x="166138" y="88099"/>
                    <a:pt x="162943" y="90653"/>
                  </a:cubicBezTo>
                  <a:cubicBezTo>
                    <a:pt x="162943" y="90653"/>
                    <a:pt x="162943" y="90653"/>
                    <a:pt x="162943" y="90653"/>
                  </a:cubicBezTo>
                  <a:lnTo>
                    <a:pt x="142496" y="109805"/>
                  </a:lnTo>
                  <a:lnTo>
                    <a:pt x="142496" y="127680"/>
                  </a:lnTo>
                  <a:cubicBezTo>
                    <a:pt x="142496" y="136617"/>
                    <a:pt x="135467" y="143640"/>
                    <a:pt x="126521" y="143640"/>
                  </a:cubicBezTo>
                  <a:lnTo>
                    <a:pt x="102878" y="143640"/>
                  </a:lnTo>
                  <a:cubicBezTo>
                    <a:pt x="93932" y="143640"/>
                    <a:pt x="86903" y="136617"/>
                    <a:pt x="86903" y="127680"/>
                  </a:cubicBezTo>
                  <a:lnTo>
                    <a:pt x="86903" y="106613"/>
                  </a:lnTo>
                  <a:close/>
                  <a:moveTo>
                    <a:pt x="86903" y="175560"/>
                  </a:moveTo>
                  <a:cubicBezTo>
                    <a:pt x="86903" y="166622"/>
                    <a:pt x="93932" y="159600"/>
                    <a:pt x="102878" y="159600"/>
                  </a:cubicBezTo>
                  <a:lnTo>
                    <a:pt x="126521" y="159600"/>
                  </a:lnTo>
                  <a:cubicBezTo>
                    <a:pt x="130994" y="159600"/>
                    <a:pt x="135467" y="161515"/>
                    <a:pt x="138662" y="165345"/>
                  </a:cubicBezTo>
                  <a:lnTo>
                    <a:pt x="154637" y="150662"/>
                  </a:lnTo>
                  <a:cubicBezTo>
                    <a:pt x="157192" y="148747"/>
                    <a:pt x="161666" y="148747"/>
                    <a:pt x="163582" y="151939"/>
                  </a:cubicBezTo>
                  <a:cubicBezTo>
                    <a:pt x="165500" y="154492"/>
                    <a:pt x="165500" y="158323"/>
                    <a:pt x="162943" y="160238"/>
                  </a:cubicBezTo>
                  <a:lnTo>
                    <a:pt x="142496" y="179390"/>
                  </a:lnTo>
                  <a:lnTo>
                    <a:pt x="142496" y="197265"/>
                  </a:lnTo>
                  <a:cubicBezTo>
                    <a:pt x="142496" y="206203"/>
                    <a:pt x="135467" y="213225"/>
                    <a:pt x="126521" y="213225"/>
                  </a:cubicBezTo>
                  <a:lnTo>
                    <a:pt x="102878" y="213225"/>
                  </a:lnTo>
                  <a:cubicBezTo>
                    <a:pt x="93932" y="213225"/>
                    <a:pt x="86903" y="206203"/>
                    <a:pt x="86903" y="197265"/>
                  </a:cubicBezTo>
                  <a:lnTo>
                    <a:pt x="86903" y="175560"/>
                  </a:lnTo>
                  <a:close/>
                  <a:moveTo>
                    <a:pt x="126521" y="281534"/>
                  </a:moveTo>
                  <a:lnTo>
                    <a:pt x="102878" y="281534"/>
                  </a:lnTo>
                  <a:cubicBezTo>
                    <a:pt x="93932" y="281534"/>
                    <a:pt x="86903" y="274511"/>
                    <a:pt x="86903" y="265574"/>
                  </a:cubicBezTo>
                  <a:lnTo>
                    <a:pt x="86903" y="243868"/>
                  </a:lnTo>
                  <a:cubicBezTo>
                    <a:pt x="86903" y="234931"/>
                    <a:pt x="93932" y="227908"/>
                    <a:pt x="102878" y="227908"/>
                  </a:cubicBezTo>
                  <a:lnTo>
                    <a:pt x="126521" y="227908"/>
                  </a:lnTo>
                  <a:cubicBezTo>
                    <a:pt x="130994" y="227908"/>
                    <a:pt x="135467" y="229823"/>
                    <a:pt x="138662" y="233654"/>
                  </a:cubicBezTo>
                  <a:lnTo>
                    <a:pt x="154637" y="218971"/>
                  </a:lnTo>
                  <a:cubicBezTo>
                    <a:pt x="157192" y="217055"/>
                    <a:pt x="161666" y="217055"/>
                    <a:pt x="163582" y="220247"/>
                  </a:cubicBezTo>
                  <a:cubicBezTo>
                    <a:pt x="165500" y="222801"/>
                    <a:pt x="165500" y="226631"/>
                    <a:pt x="162943" y="228547"/>
                  </a:cubicBezTo>
                  <a:lnTo>
                    <a:pt x="142496" y="247699"/>
                  </a:lnTo>
                  <a:lnTo>
                    <a:pt x="142496" y="265574"/>
                  </a:lnTo>
                  <a:cubicBezTo>
                    <a:pt x="142496" y="274511"/>
                    <a:pt x="135467" y="281534"/>
                    <a:pt x="126521" y="281534"/>
                  </a:cubicBezTo>
                  <a:cubicBezTo>
                    <a:pt x="126521" y="281534"/>
                    <a:pt x="126521" y="281534"/>
                    <a:pt x="126521" y="281534"/>
                  </a:cubicBezTo>
                  <a:close/>
                  <a:moveTo>
                    <a:pt x="268377" y="281534"/>
                  </a:moveTo>
                  <a:lnTo>
                    <a:pt x="156553" y="281534"/>
                  </a:lnTo>
                  <a:cubicBezTo>
                    <a:pt x="152720" y="281534"/>
                    <a:pt x="150164" y="278980"/>
                    <a:pt x="150164" y="275150"/>
                  </a:cubicBezTo>
                  <a:cubicBezTo>
                    <a:pt x="150164" y="271319"/>
                    <a:pt x="152720" y="268766"/>
                    <a:pt x="156553" y="268766"/>
                  </a:cubicBezTo>
                  <a:lnTo>
                    <a:pt x="268377" y="268766"/>
                  </a:lnTo>
                  <a:cubicBezTo>
                    <a:pt x="272211" y="268766"/>
                    <a:pt x="274767" y="271319"/>
                    <a:pt x="274767" y="275150"/>
                  </a:cubicBezTo>
                  <a:cubicBezTo>
                    <a:pt x="274767" y="278980"/>
                    <a:pt x="271572" y="281534"/>
                    <a:pt x="268377" y="281534"/>
                  </a:cubicBezTo>
                  <a:close/>
                  <a:moveTo>
                    <a:pt x="268377" y="212587"/>
                  </a:moveTo>
                  <a:lnTo>
                    <a:pt x="156553" y="212587"/>
                  </a:lnTo>
                  <a:cubicBezTo>
                    <a:pt x="152720" y="212587"/>
                    <a:pt x="150164" y="210033"/>
                    <a:pt x="150164" y="206203"/>
                  </a:cubicBezTo>
                  <a:cubicBezTo>
                    <a:pt x="150164" y="202372"/>
                    <a:pt x="152720" y="199819"/>
                    <a:pt x="156553" y="199819"/>
                  </a:cubicBezTo>
                  <a:lnTo>
                    <a:pt x="268377" y="199819"/>
                  </a:lnTo>
                  <a:cubicBezTo>
                    <a:pt x="272211" y="199819"/>
                    <a:pt x="274767" y="202372"/>
                    <a:pt x="274767" y="206203"/>
                  </a:cubicBezTo>
                  <a:cubicBezTo>
                    <a:pt x="274767" y="210033"/>
                    <a:pt x="271572" y="212587"/>
                    <a:pt x="268377" y="212587"/>
                  </a:cubicBezTo>
                  <a:close/>
                  <a:moveTo>
                    <a:pt x="268377" y="144278"/>
                  </a:moveTo>
                  <a:lnTo>
                    <a:pt x="156553" y="144278"/>
                  </a:lnTo>
                  <a:cubicBezTo>
                    <a:pt x="152720" y="144278"/>
                    <a:pt x="150164" y="141724"/>
                    <a:pt x="150164" y="137894"/>
                  </a:cubicBezTo>
                  <a:cubicBezTo>
                    <a:pt x="150164" y="134064"/>
                    <a:pt x="152720" y="131510"/>
                    <a:pt x="156553" y="131510"/>
                  </a:cubicBezTo>
                  <a:lnTo>
                    <a:pt x="268377" y="131510"/>
                  </a:lnTo>
                  <a:cubicBezTo>
                    <a:pt x="272211" y="131510"/>
                    <a:pt x="274767" y="134064"/>
                    <a:pt x="274767" y="137894"/>
                  </a:cubicBezTo>
                  <a:cubicBezTo>
                    <a:pt x="274767" y="141724"/>
                    <a:pt x="271572" y="144278"/>
                    <a:pt x="268377" y="144278"/>
                  </a:cubicBezTo>
                  <a:close/>
                </a:path>
              </a:pathLst>
            </a:custGeom>
            <a:solidFill>
              <a:srgbClr val="046A38"/>
            </a:solidFill>
            <a:ln w="6390" cap="flat">
              <a:noFill/>
              <a:prstDash val="solid"/>
              <a:miter/>
            </a:ln>
          </p:spPr>
          <p:txBody>
            <a:bodyPr rtlCol="0" anchor="ctr"/>
            <a:lstStyle/>
            <a:p>
              <a:endParaRPr lang="en-US"/>
            </a:p>
          </p:txBody>
        </p:sp>
        <p:sp>
          <p:nvSpPr>
            <p:cNvPr id="770" name="Graphic 4">
              <a:extLst>
                <a:ext uri="{FF2B5EF4-FFF2-40B4-BE49-F238E27FC236}">
                  <a16:creationId xmlns:a16="http://schemas.microsoft.com/office/drawing/2014/main" id="{55244686-8E8E-BE43-A4F8-50627BBD79A8}"/>
                </a:ext>
              </a:extLst>
            </p:cNvPr>
            <p:cNvSpPr/>
            <p:nvPr/>
          </p:nvSpPr>
          <p:spPr>
            <a:xfrm>
              <a:off x="3099119" y="2475232"/>
              <a:ext cx="29393" cy="12129"/>
            </a:xfrm>
            <a:custGeom>
              <a:avLst/>
              <a:gdLst>
                <a:gd name="connsiteX0" fmla="*/ 7668 w 29393"/>
                <a:gd name="connsiteY0" fmla="*/ 3192 h 12129"/>
                <a:gd name="connsiteX1" fmla="*/ 17253 w 29393"/>
                <a:gd name="connsiteY1" fmla="*/ 12130 h 12129"/>
                <a:gd name="connsiteX2" fmla="*/ 29394 w 29393"/>
                <a:gd name="connsiteY2" fmla="*/ 1277 h 12129"/>
                <a:gd name="connsiteX3" fmla="*/ 26838 w 29393"/>
                <a:gd name="connsiteY3" fmla="*/ 0 h 12129"/>
                <a:gd name="connsiteX4" fmla="*/ 3195 w 29393"/>
                <a:gd name="connsiteY4" fmla="*/ 0 h 12129"/>
                <a:gd name="connsiteX5" fmla="*/ 0 w 29393"/>
                <a:gd name="connsiteY5" fmla="*/ 3192 h 12129"/>
                <a:gd name="connsiteX6" fmla="*/ 0 w 29393"/>
                <a:gd name="connsiteY6" fmla="*/ 3192 h 12129"/>
                <a:gd name="connsiteX7" fmla="*/ 7668 w 29393"/>
                <a:gd name="connsiteY7" fmla="*/ 3192 h 12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393" h="12129">
                  <a:moveTo>
                    <a:pt x="7668" y="3192"/>
                  </a:moveTo>
                  <a:lnTo>
                    <a:pt x="17253" y="12130"/>
                  </a:lnTo>
                  <a:lnTo>
                    <a:pt x="29394" y="1277"/>
                  </a:lnTo>
                  <a:cubicBezTo>
                    <a:pt x="28755" y="638"/>
                    <a:pt x="28116" y="0"/>
                    <a:pt x="26838" y="0"/>
                  </a:cubicBezTo>
                  <a:lnTo>
                    <a:pt x="3195" y="0"/>
                  </a:lnTo>
                  <a:cubicBezTo>
                    <a:pt x="1278" y="0"/>
                    <a:pt x="0" y="1277"/>
                    <a:pt x="0" y="3192"/>
                  </a:cubicBezTo>
                  <a:lnTo>
                    <a:pt x="0" y="3192"/>
                  </a:lnTo>
                  <a:cubicBezTo>
                    <a:pt x="1917" y="1277"/>
                    <a:pt x="5112" y="1277"/>
                    <a:pt x="7668" y="3192"/>
                  </a:cubicBezTo>
                  <a:close/>
                </a:path>
              </a:pathLst>
            </a:custGeom>
            <a:solidFill>
              <a:srgbClr val="046A38"/>
            </a:solidFill>
            <a:ln w="6390" cap="flat">
              <a:noFill/>
              <a:prstDash val="solid"/>
              <a:miter/>
            </a:ln>
          </p:spPr>
          <p:txBody>
            <a:bodyPr rtlCol="0" anchor="ctr"/>
            <a:lstStyle/>
            <a:p>
              <a:endParaRPr lang="en-US"/>
            </a:p>
          </p:txBody>
        </p:sp>
        <p:sp>
          <p:nvSpPr>
            <p:cNvPr id="771" name="Graphic 4">
              <a:extLst>
                <a:ext uri="{FF2B5EF4-FFF2-40B4-BE49-F238E27FC236}">
                  <a16:creationId xmlns:a16="http://schemas.microsoft.com/office/drawing/2014/main" id="{C45F2B85-D914-9145-AF5C-213CB84962E0}"/>
                </a:ext>
              </a:extLst>
            </p:cNvPr>
            <p:cNvSpPr/>
            <p:nvPr/>
          </p:nvSpPr>
          <p:spPr>
            <a:xfrm>
              <a:off x="3098480" y="2488638"/>
              <a:ext cx="29393" cy="14044"/>
            </a:xfrm>
            <a:custGeom>
              <a:avLst/>
              <a:gdLst>
                <a:gd name="connsiteX0" fmla="*/ 17253 w 29393"/>
                <a:gd name="connsiteY0" fmla="*/ 14045 h 14044"/>
                <a:gd name="connsiteX1" fmla="*/ 12780 w 29393"/>
                <a:gd name="connsiteY1" fmla="*/ 12130 h 14044"/>
                <a:gd name="connsiteX2" fmla="*/ 0 w 29393"/>
                <a:gd name="connsiteY2" fmla="*/ 0 h 14044"/>
                <a:gd name="connsiteX3" fmla="*/ 0 w 29393"/>
                <a:gd name="connsiteY3" fmla="*/ 10853 h 14044"/>
                <a:gd name="connsiteX4" fmla="*/ 2556 w 29393"/>
                <a:gd name="connsiteY4" fmla="*/ 14045 h 14044"/>
                <a:gd name="connsiteX5" fmla="*/ 2556 w 29393"/>
                <a:gd name="connsiteY5" fmla="*/ 14045 h 14044"/>
                <a:gd name="connsiteX6" fmla="*/ 26199 w 29393"/>
                <a:gd name="connsiteY6" fmla="*/ 14045 h 14044"/>
                <a:gd name="connsiteX7" fmla="*/ 29394 w 29393"/>
                <a:gd name="connsiteY7" fmla="*/ 11491 h 14044"/>
                <a:gd name="connsiteX8" fmla="*/ 29394 w 29393"/>
                <a:gd name="connsiteY8" fmla="*/ 11491 h 14044"/>
                <a:gd name="connsiteX9" fmla="*/ 29394 w 29393"/>
                <a:gd name="connsiteY9" fmla="*/ 5107 h 14044"/>
                <a:gd name="connsiteX10" fmla="*/ 21726 w 29393"/>
                <a:gd name="connsiteY10" fmla="*/ 12130 h 14044"/>
                <a:gd name="connsiteX11" fmla="*/ 17253 w 29393"/>
                <a:gd name="connsiteY11" fmla="*/ 14045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393" h="14044">
                  <a:moveTo>
                    <a:pt x="17253" y="14045"/>
                  </a:moveTo>
                  <a:cubicBezTo>
                    <a:pt x="15336" y="14045"/>
                    <a:pt x="14058" y="13406"/>
                    <a:pt x="12780" y="12130"/>
                  </a:cubicBezTo>
                  <a:lnTo>
                    <a:pt x="0" y="0"/>
                  </a:lnTo>
                  <a:lnTo>
                    <a:pt x="0" y="10853"/>
                  </a:lnTo>
                  <a:cubicBezTo>
                    <a:pt x="0" y="12130"/>
                    <a:pt x="1278" y="14045"/>
                    <a:pt x="2556" y="14045"/>
                  </a:cubicBezTo>
                  <a:cubicBezTo>
                    <a:pt x="2556" y="14045"/>
                    <a:pt x="2556" y="14045"/>
                    <a:pt x="2556" y="14045"/>
                  </a:cubicBezTo>
                  <a:lnTo>
                    <a:pt x="26199" y="14045"/>
                  </a:lnTo>
                  <a:cubicBezTo>
                    <a:pt x="28116" y="14045"/>
                    <a:pt x="29394" y="12768"/>
                    <a:pt x="29394" y="11491"/>
                  </a:cubicBezTo>
                  <a:cubicBezTo>
                    <a:pt x="29394" y="11491"/>
                    <a:pt x="29394" y="11491"/>
                    <a:pt x="29394" y="11491"/>
                  </a:cubicBezTo>
                  <a:lnTo>
                    <a:pt x="29394" y="5107"/>
                  </a:lnTo>
                  <a:lnTo>
                    <a:pt x="21726" y="12130"/>
                  </a:lnTo>
                  <a:cubicBezTo>
                    <a:pt x="21087" y="13406"/>
                    <a:pt x="19170" y="14045"/>
                    <a:pt x="17253" y="14045"/>
                  </a:cubicBezTo>
                  <a:close/>
                </a:path>
              </a:pathLst>
            </a:custGeom>
            <a:solidFill>
              <a:srgbClr val="046A38"/>
            </a:solidFill>
            <a:ln w="6390" cap="flat">
              <a:noFill/>
              <a:prstDash val="solid"/>
              <a:miter/>
            </a:ln>
          </p:spPr>
          <p:txBody>
            <a:bodyPr rtlCol="0" anchor="ctr"/>
            <a:lstStyle/>
            <a:p>
              <a:endParaRPr lang="en-US"/>
            </a:p>
          </p:txBody>
        </p:sp>
        <p:sp>
          <p:nvSpPr>
            <p:cNvPr id="772" name="Graphic 4">
              <a:extLst>
                <a:ext uri="{FF2B5EF4-FFF2-40B4-BE49-F238E27FC236}">
                  <a16:creationId xmlns:a16="http://schemas.microsoft.com/office/drawing/2014/main" id="{873FD165-4917-D641-B85D-6B062891D195}"/>
                </a:ext>
              </a:extLst>
            </p:cNvPr>
            <p:cNvSpPr/>
            <p:nvPr/>
          </p:nvSpPr>
          <p:spPr>
            <a:xfrm>
              <a:off x="3099119" y="2612237"/>
              <a:ext cx="29393" cy="12379"/>
            </a:xfrm>
            <a:custGeom>
              <a:avLst/>
              <a:gdLst>
                <a:gd name="connsiteX0" fmla="*/ 7668 w 29393"/>
                <a:gd name="connsiteY0" fmla="*/ 3442 h 12379"/>
                <a:gd name="connsiteX1" fmla="*/ 17253 w 29393"/>
                <a:gd name="connsiteY1" fmla="*/ 12380 h 12379"/>
                <a:gd name="connsiteX2" fmla="*/ 29394 w 29393"/>
                <a:gd name="connsiteY2" fmla="*/ 1527 h 12379"/>
                <a:gd name="connsiteX3" fmla="*/ 26838 w 29393"/>
                <a:gd name="connsiteY3" fmla="*/ 250 h 12379"/>
                <a:gd name="connsiteX4" fmla="*/ 3195 w 29393"/>
                <a:gd name="connsiteY4" fmla="*/ 250 h 12379"/>
                <a:gd name="connsiteX5" fmla="*/ 0 w 29393"/>
                <a:gd name="connsiteY5" fmla="*/ 3442 h 12379"/>
                <a:gd name="connsiteX6" fmla="*/ 0 w 29393"/>
                <a:gd name="connsiteY6" fmla="*/ 3442 h 12379"/>
                <a:gd name="connsiteX7" fmla="*/ 0 w 29393"/>
                <a:gd name="connsiteY7" fmla="*/ 3442 h 12379"/>
                <a:gd name="connsiteX8" fmla="*/ 7668 w 29393"/>
                <a:gd name="connsiteY8" fmla="*/ 3442 h 12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393" h="12379">
                  <a:moveTo>
                    <a:pt x="7668" y="3442"/>
                  </a:moveTo>
                  <a:lnTo>
                    <a:pt x="17253" y="12380"/>
                  </a:lnTo>
                  <a:lnTo>
                    <a:pt x="29394" y="1527"/>
                  </a:lnTo>
                  <a:cubicBezTo>
                    <a:pt x="28755" y="250"/>
                    <a:pt x="28116" y="-388"/>
                    <a:pt x="26838" y="250"/>
                  </a:cubicBezTo>
                  <a:lnTo>
                    <a:pt x="3195" y="250"/>
                  </a:lnTo>
                  <a:cubicBezTo>
                    <a:pt x="1278" y="250"/>
                    <a:pt x="0" y="1527"/>
                    <a:pt x="0" y="3442"/>
                  </a:cubicBezTo>
                  <a:cubicBezTo>
                    <a:pt x="0" y="3442"/>
                    <a:pt x="0" y="3442"/>
                    <a:pt x="0" y="3442"/>
                  </a:cubicBezTo>
                  <a:lnTo>
                    <a:pt x="0" y="3442"/>
                  </a:lnTo>
                  <a:cubicBezTo>
                    <a:pt x="1917" y="1527"/>
                    <a:pt x="5112" y="1527"/>
                    <a:pt x="7668" y="3442"/>
                  </a:cubicBezTo>
                  <a:close/>
                </a:path>
              </a:pathLst>
            </a:custGeom>
            <a:solidFill>
              <a:srgbClr val="046A38"/>
            </a:solidFill>
            <a:ln w="6390" cap="flat">
              <a:noFill/>
              <a:prstDash val="solid"/>
              <a:miter/>
            </a:ln>
          </p:spPr>
          <p:txBody>
            <a:bodyPr rtlCol="0" anchor="ctr"/>
            <a:lstStyle/>
            <a:p>
              <a:endParaRPr lang="en-US"/>
            </a:p>
          </p:txBody>
        </p:sp>
        <p:sp>
          <p:nvSpPr>
            <p:cNvPr id="773" name="Graphic 4">
              <a:extLst>
                <a:ext uri="{FF2B5EF4-FFF2-40B4-BE49-F238E27FC236}">
                  <a16:creationId xmlns:a16="http://schemas.microsoft.com/office/drawing/2014/main" id="{BCE990A9-41E7-C845-A12F-76A9A02B5EBF}"/>
                </a:ext>
              </a:extLst>
            </p:cNvPr>
            <p:cNvSpPr/>
            <p:nvPr/>
          </p:nvSpPr>
          <p:spPr>
            <a:xfrm>
              <a:off x="3098480" y="2625894"/>
              <a:ext cx="30032" cy="14044"/>
            </a:xfrm>
            <a:custGeom>
              <a:avLst/>
              <a:gdLst>
                <a:gd name="connsiteX0" fmla="*/ 17253 w 30032"/>
                <a:gd name="connsiteY0" fmla="*/ 14045 h 14044"/>
                <a:gd name="connsiteX1" fmla="*/ 12780 w 30032"/>
                <a:gd name="connsiteY1" fmla="*/ 12130 h 14044"/>
                <a:gd name="connsiteX2" fmla="*/ 0 w 30032"/>
                <a:gd name="connsiteY2" fmla="*/ 0 h 14044"/>
                <a:gd name="connsiteX3" fmla="*/ 0 w 30032"/>
                <a:gd name="connsiteY3" fmla="*/ 10853 h 14044"/>
                <a:gd name="connsiteX4" fmla="*/ 3195 w 30032"/>
                <a:gd name="connsiteY4" fmla="*/ 14045 h 14044"/>
                <a:gd name="connsiteX5" fmla="*/ 26838 w 30032"/>
                <a:gd name="connsiteY5" fmla="*/ 14045 h 14044"/>
                <a:gd name="connsiteX6" fmla="*/ 30033 w 30032"/>
                <a:gd name="connsiteY6" fmla="*/ 10853 h 14044"/>
                <a:gd name="connsiteX7" fmla="*/ 30033 w 30032"/>
                <a:gd name="connsiteY7" fmla="*/ 4469 h 14044"/>
                <a:gd name="connsiteX8" fmla="*/ 22365 w 30032"/>
                <a:gd name="connsiteY8" fmla="*/ 11491 h 14044"/>
                <a:gd name="connsiteX9" fmla="*/ 17253 w 30032"/>
                <a:gd name="connsiteY9" fmla="*/ 14045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32" h="14044">
                  <a:moveTo>
                    <a:pt x="17253" y="14045"/>
                  </a:moveTo>
                  <a:cubicBezTo>
                    <a:pt x="15336" y="14045"/>
                    <a:pt x="14058" y="13406"/>
                    <a:pt x="12780" y="12130"/>
                  </a:cubicBezTo>
                  <a:lnTo>
                    <a:pt x="0" y="0"/>
                  </a:lnTo>
                  <a:lnTo>
                    <a:pt x="0" y="10853"/>
                  </a:lnTo>
                  <a:cubicBezTo>
                    <a:pt x="0" y="12768"/>
                    <a:pt x="1278" y="14045"/>
                    <a:pt x="3195" y="14045"/>
                  </a:cubicBezTo>
                  <a:lnTo>
                    <a:pt x="26838" y="14045"/>
                  </a:lnTo>
                  <a:cubicBezTo>
                    <a:pt x="28755" y="14045"/>
                    <a:pt x="30033" y="12768"/>
                    <a:pt x="30033" y="10853"/>
                  </a:cubicBezTo>
                  <a:lnTo>
                    <a:pt x="30033" y="4469"/>
                  </a:lnTo>
                  <a:lnTo>
                    <a:pt x="22365" y="11491"/>
                  </a:lnTo>
                  <a:cubicBezTo>
                    <a:pt x="21087" y="13406"/>
                    <a:pt x="19170" y="14045"/>
                    <a:pt x="17253" y="14045"/>
                  </a:cubicBezTo>
                  <a:close/>
                </a:path>
              </a:pathLst>
            </a:custGeom>
            <a:solidFill>
              <a:srgbClr val="046A38"/>
            </a:solidFill>
            <a:ln w="6390" cap="flat">
              <a:noFill/>
              <a:prstDash val="solid"/>
              <a:miter/>
            </a:ln>
          </p:spPr>
          <p:txBody>
            <a:bodyPr rtlCol="0" anchor="ctr"/>
            <a:lstStyle/>
            <a:p>
              <a:endParaRPr lang="en-US"/>
            </a:p>
          </p:txBody>
        </p:sp>
      </p:grpSp>
      <p:grpSp>
        <p:nvGrpSpPr>
          <p:cNvPr id="774" name="Graphic 4">
            <a:extLst>
              <a:ext uri="{FF2B5EF4-FFF2-40B4-BE49-F238E27FC236}">
                <a16:creationId xmlns:a16="http://schemas.microsoft.com/office/drawing/2014/main" id="{29383DC2-B447-6D44-9094-53E1B1066D04}"/>
              </a:ext>
            </a:extLst>
          </p:cNvPr>
          <p:cNvGrpSpPr>
            <a:grpSpLocks noChangeAspect="1"/>
          </p:cNvGrpSpPr>
          <p:nvPr/>
        </p:nvGrpSpPr>
        <p:grpSpPr>
          <a:xfrm>
            <a:off x="6146480" y="2371173"/>
            <a:ext cx="362309" cy="361971"/>
            <a:chOff x="6146480" y="2371173"/>
            <a:chExt cx="362309" cy="361971"/>
          </a:xfrm>
          <a:solidFill>
            <a:srgbClr val="43B02A"/>
          </a:solidFill>
        </p:grpSpPr>
        <p:sp>
          <p:nvSpPr>
            <p:cNvPr id="775" name="Graphic 4">
              <a:extLst>
                <a:ext uri="{FF2B5EF4-FFF2-40B4-BE49-F238E27FC236}">
                  <a16:creationId xmlns:a16="http://schemas.microsoft.com/office/drawing/2014/main" id="{3B3B016B-CA80-564C-9FE1-E1C4C1FE6D37}"/>
                </a:ext>
              </a:extLst>
            </p:cNvPr>
            <p:cNvSpPr/>
            <p:nvPr/>
          </p:nvSpPr>
          <p:spPr>
            <a:xfrm>
              <a:off x="6319647" y="2457995"/>
              <a:ext cx="16613" cy="16598"/>
            </a:xfrm>
            <a:custGeom>
              <a:avLst/>
              <a:gdLst>
                <a:gd name="connsiteX0" fmla="*/ 16614 w 16613"/>
                <a:gd name="connsiteY0" fmla="*/ 8299 h 16598"/>
                <a:gd name="connsiteX1" fmla="*/ 8307 w 16613"/>
                <a:gd name="connsiteY1" fmla="*/ 16598 h 16598"/>
                <a:gd name="connsiteX2" fmla="*/ 0 w 16613"/>
                <a:gd name="connsiteY2" fmla="*/ 8299 h 16598"/>
                <a:gd name="connsiteX3" fmla="*/ 8307 w 16613"/>
                <a:gd name="connsiteY3" fmla="*/ 0 h 16598"/>
                <a:gd name="connsiteX4" fmla="*/ 16614 w 16613"/>
                <a:gd name="connsiteY4" fmla="*/ 8299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16598">
                  <a:moveTo>
                    <a:pt x="16614" y="8299"/>
                  </a:moveTo>
                  <a:cubicBezTo>
                    <a:pt x="16614" y="12883"/>
                    <a:pt x="12895" y="16598"/>
                    <a:pt x="8307" y="16598"/>
                  </a:cubicBezTo>
                  <a:cubicBezTo>
                    <a:pt x="3719" y="16598"/>
                    <a:pt x="0" y="12883"/>
                    <a:pt x="0" y="8299"/>
                  </a:cubicBezTo>
                  <a:cubicBezTo>
                    <a:pt x="0" y="3716"/>
                    <a:pt x="3719" y="0"/>
                    <a:pt x="8307" y="0"/>
                  </a:cubicBezTo>
                  <a:cubicBezTo>
                    <a:pt x="12895" y="0"/>
                    <a:pt x="16614" y="3716"/>
                    <a:pt x="16614" y="8299"/>
                  </a:cubicBezTo>
                  <a:close/>
                </a:path>
              </a:pathLst>
            </a:custGeom>
            <a:solidFill>
              <a:srgbClr val="43B02A"/>
            </a:solidFill>
            <a:ln w="6390" cap="flat">
              <a:noFill/>
              <a:prstDash val="solid"/>
              <a:miter/>
            </a:ln>
          </p:spPr>
          <p:txBody>
            <a:bodyPr rtlCol="0" anchor="ctr"/>
            <a:lstStyle/>
            <a:p>
              <a:endParaRPr lang="en-US"/>
            </a:p>
          </p:txBody>
        </p:sp>
        <p:sp>
          <p:nvSpPr>
            <p:cNvPr id="776" name="Graphic 4">
              <a:extLst>
                <a:ext uri="{FF2B5EF4-FFF2-40B4-BE49-F238E27FC236}">
                  <a16:creationId xmlns:a16="http://schemas.microsoft.com/office/drawing/2014/main" id="{4286A1A1-42AF-E143-85AE-5C37BBA06125}"/>
                </a:ext>
              </a:extLst>
            </p:cNvPr>
            <p:cNvSpPr/>
            <p:nvPr/>
          </p:nvSpPr>
          <p:spPr>
            <a:xfrm>
              <a:off x="6312619" y="2635470"/>
              <a:ext cx="30671" cy="10274"/>
            </a:xfrm>
            <a:custGeom>
              <a:avLst/>
              <a:gdLst>
                <a:gd name="connsiteX0" fmla="*/ 0 w 30671"/>
                <a:gd name="connsiteY0" fmla="*/ 0 h 10274"/>
                <a:gd name="connsiteX1" fmla="*/ 15975 w 30671"/>
                <a:gd name="connsiteY1" fmla="*/ 10214 h 10274"/>
                <a:gd name="connsiteX2" fmla="*/ 26837 w 30671"/>
                <a:gd name="connsiteY2" fmla="*/ 6384 h 10274"/>
                <a:gd name="connsiteX3" fmla="*/ 30672 w 30671"/>
                <a:gd name="connsiteY3" fmla="*/ 0 h 10274"/>
                <a:gd name="connsiteX4" fmla="*/ 13419 w 30671"/>
                <a:gd name="connsiteY4" fmla="*/ 638 h 10274"/>
                <a:gd name="connsiteX5" fmla="*/ 0 w 30671"/>
                <a:gd name="connsiteY5" fmla="*/ 0 h 10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71" h="10274">
                  <a:moveTo>
                    <a:pt x="0" y="0"/>
                  </a:moveTo>
                  <a:cubicBezTo>
                    <a:pt x="2556" y="6384"/>
                    <a:pt x="8946" y="10853"/>
                    <a:pt x="15975" y="10214"/>
                  </a:cubicBezTo>
                  <a:cubicBezTo>
                    <a:pt x="19809" y="10214"/>
                    <a:pt x="24282" y="8938"/>
                    <a:pt x="26837" y="6384"/>
                  </a:cubicBezTo>
                  <a:cubicBezTo>
                    <a:pt x="28755" y="4469"/>
                    <a:pt x="30032" y="2554"/>
                    <a:pt x="30672" y="0"/>
                  </a:cubicBezTo>
                  <a:cubicBezTo>
                    <a:pt x="24282" y="638"/>
                    <a:pt x="18531" y="638"/>
                    <a:pt x="13419" y="638"/>
                  </a:cubicBezTo>
                  <a:cubicBezTo>
                    <a:pt x="8307" y="638"/>
                    <a:pt x="4473" y="638"/>
                    <a:pt x="0" y="0"/>
                  </a:cubicBezTo>
                  <a:close/>
                </a:path>
              </a:pathLst>
            </a:custGeom>
            <a:solidFill>
              <a:srgbClr val="43B02A"/>
            </a:solidFill>
            <a:ln w="6390" cap="flat">
              <a:noFill/>
              <a:prstDash val="solid"/>
              <a:miter/>
            </a:ln>
          </p:spPr>
          <p:txBody>
            <a:bodyPr rtlCol="0" anchor="ctr"/>
            <a:lstStyle/>
            <a:p>
              <a:endParaRPr lang="en-US"/>
            </a:p>
          </p:txBody>
        </p:sp>
        <p:sp>
          <p:nvSpPr>
            <p:cNvPr id="777" name="Graphic 4">
              <a:extLst>
                <a:ext uri="{FF2B5EF4-FFF2-40B4-BE49-F238E27FC236}">
                  <a16:creationId xmlns:a16="http://schemas.microsoft.com/office/drawing/2014/main" id="{6126A74D-BF57-9E43-8844-3A6CC730E073}"/>
                </a:ext>
              </a:extLst>
            </p:cNvPr>
            <p:cNvSpPr/>
            <p:nvPr/>
          </p:nvSpPr>
          <p:spPr>
            <a:xfrm>
              <a:off x="6260860" y="2487807"/>
              <a:ext cx="134188" cy="134900"/>
            </a:xfrm>
            <a:custGeom>
              <a:avLst/>
              <a:gdLst>
                <a:gd name="connsiteX0" fmla="*/ 121409 w 134188"/>
                <a:gd name="connsiteY0" fmla="*/ 52541 h 134900"/>
                <a:gd name="connsiteX1" fmla="*/ 108629 w 134188"/>
                <a:gd name="connsiteY1" fmla="*/ 15514 h 134900"/>
                <a:gd name="connsiteX2" fmla="*/ 67094 w 134188"/>
                <a:gd name="connsiteY2" fmla="*/ 193 h 134900"/>
                <a:gd name="connsiteX3" fmla="*/ 26838 w 134188"/>
                <a:gd name="connsiteY3" fmla="*/ 14237 h 134900"/>
                <a:gd name="connsiteX4" fmla="*/ 14058 w 134188"/>
                <a:gd name="connsiteY4" fmla="*/ 50626 h 134900"/>
                <a:gd name="connsiteX5" fmla="*/ 0 w 134188"/>
                <a:gd name="connsiteY5" fmla="*/ 124680 h 134900"/>
                <a:gd name="connsiteX6" fmla="*/ 134189 w 134188"/>
                <a:gd name="connsiteY6" fmla="*/ 124042 h 134900"/>
                <a:gd name="connsiteX7" fmla="*/ 121409 w 134188"/>
                <a:gd name="connsiteY7" fmla="*/ 52541 h 13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188" h="134900">
                  <a:moveTo>
                    <a:pt x="121409" y="52541"/>
                  </a:moveTo>
                  <a:cubicBezTo>
                    <a:pt x="122687" y="39135"/>
                    <a:pt x="117575" y="25729"/>
                    <a:pt x="108629" y="15514"/>
                  </a:cubicBezTo>
                  <a:cubicBezTo>
                    <a:pt x="97766" y="4662"/>
                    <a:pt x="82430" y="-446"/>
                    <a:pt x="67094" y="193"/>
                  </a:cubicBezTo>
                  <a:cubicBezTo>
                    <a:pt x="52398" y="-1084"/>
                    <a:pt x="37701" y="4023"/>
                    <a:pt x="26838" y="14237"/>
                  </a:cubicBezTo>
                  <a:cubicBezTo>
                    <a:pt x="17892" y="24452"/>
                    <a:pt x="13419" y="37220"/>
                    <a:pt x="14058" y="50626"/>
                  </a:cubicBezTo>
                  <a:cubicBezTo>
                    <a:pt x="14058" y="76162"/>
                    <a:pt x="8946" y="101060"/>
                    <a:pt x="0" y="124680"/>
                  </a:cubicBezTo>
                  <a:cubicBezTo>
                    <a:pt x="43451" y="138725"/>
                    <a:pt x="90737" y="138087"/>
                    <a:pt x="134189" y="124042"/>
                  </a:cubicBezTo>
                  <a:cubicBezTo>
                    <a:pt x="129716" y="110636"/>
                    <a:pt x="120131" y="76801"/>
                    <a:pt x="121409" y="52541"/>
                  </a:cubicBezTo>
                  <a:close/>
                </a:path>
              </a:pathLst>
            </a:custGeom>
            <a:solidFill>
              <a:srgbClr val="43B02A"/>
            </a:solidFill>
            <a:ln w="6390" cap="flat">
              <a:noFill/>
              <a:prstDash val="solid"/>
              <a:miter/>
            </a:ln>
          </p:spPr>
          <p:txBody>
            <a:bodyPr rtlCol="0" anchor="ctr"/>
            <a:lstStyle/>
            <a:p>
              <a:endParaRPr lang="en-US"/>
            </a:p>
          </p:txBody>
        </p:sp>
        <p:sp>
          <p:nvSpPr>
            <p:cNvPr id="778" name="Graphic 4">
              <a:extLst>
                <a:ext uri="{FF2B5EF4-FFF2-40B4-BE49-F238E27FC236}">
                  <a16:creationId xmlns:a16="http://schemas.microsoft.com/office/drawing/2014/main" id="{282937AE-8488-5848-A986-3259FFF3D101}"/>
                </a:ext>
              </a:extLst>
            </p:cNvPr>
            <p:cNvSpPr/>
            <p:nvPr/>
          </p:nvSpPr>
          <p:spPr>
            <a:xfrm>
              <a:off x="6146480"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62626 w 362309"/>
                <a:gd name="connsiteY6" fmla="*/ 248337 h 361971"/>
                <a:gd name="connsiteX7" fmla="*/ 258792 w 362309"/>
                <a:gd name="connsiteY7" fmla="*/ 251529 h 361971"/>
                <a:gd name="connsiteX8" fmla="*/ 210229 w 362309"/>
                <a:gd name="connsiteY8" fmla="*/ 263020 h 361971"/>
                <a:gd name="connsiteX9" fmla="*/ 202561 w 362309"/>
                <a:gd name="connsiteY9" fmla="*/ 280257 h 361971"/>
                <a:gd name="connsiteX10" fmla="*/ 182113 w 362309"/>
                <a:gd name="connsiteY10" fmla="*/ 287918 h 361971"/>
                <a:gd name="connsiteX11" fmla="*/ 152719 w 362309"/>
                <a:gd name="connsiteY11" fmla="*/ 263659 h 361971"/>
                <a:gd name="connsiteX12" fmla="*/ 102878 w 362309"/>
                <a:gd name="connsiteY12" fmla="*/ 251529 h 361971"/>
                <a:gd name="connsiteX13" fmla="*/ 99683 w 362309"/>
                <a:gd name="connsiteY13" fmla="*/ 243230 h 361971"/>
                <a:gd name="connsiteX14" fmla="*/ 99683 w 362309"/>
                <a:gd name="connsiteY14" fmla="*/ 242591 h 361971"/>
                <a:gd name="connsiteX15" fmla="*/ 115019 w 362309"/>
                <a:gd name="connsiteY15" fmla="*/ 167899 h 361971"/>
                <a:gd name="connsiteX16" fmla="*/ 131633 w 362309"/>
                <a:gd name="connsiteY16" fmla="*/ 121934 h 361971"/>
                <a:gd name="connsiteX17" fmla="*/ 162304 w 362309"/>
                <a:gd name="connsiteY17" fmla="*/ 105974 h 361971"/>
                <a:gd name="connsiteX18" fmla="*/ 169333 w 362309"/>
                <a:gd name="connsiteY18" fmla="*/ 77246 h 361971"/>
                <a:gd name="connsiteX19" fmla="*/ 198088 w 362309"/>
                <a:gd name="connsiteY19" fmla="*/ 84269 h 361971"/>
                <a:gd name="connsiteX20" fmla="*/ 198088 w 362309"/>
                <a:gd name="connsiteY20" fmla="*/ 105974 h 361971"/>
                <a:gd name="connsiteX21" fmla="*/ 247290 w 362309"/>
                <a:gd name="connsiteY21" fmla="*/ 169814 h 361971"/>
                <a:gd name="connsiteX22" fmla="*/ 261348 w 362309"/>
                <a:gd name="connsiteY22" fmla="*/ 243230 h 361971"/>
                <a:gd name="connsiteX23" fmla="*/ 262626 w 362309"/>
                <a:gd name="connsiteY23" fmla="*/ 24833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262626" y="248337"/>
                  </a:moveTo>
                  <a:cubicBezTo>
                    <a:pt x="261987" y="249614"/>
                    <a:pt x="260709" y="250891"/>
                    <a:pt x="258792" y="251529"/>
                  </a:cubicBezTo>
                  <a:cubicBezTo>
                    <a:pt x="242818" y="256636"/>
                    <a:pt x="226843" y="260467"/>
                    <a:pt x="210229" y="263020"/>
                  </a:cubicBezTo>
                  <a:cubicBezTo>
                    <a:pt x="209590" y="269404"/>
                    <a:pt x="206395" y="275150"/>
                    <a:pt x="202561" y="280257"/>
                  </a:cubicBezTo>
                  <a:cubicBezTo>
                    <a:pt x="197449" y="285364"/>
                    <a:pt x="189781" y="288556"/>
                    <a:pt x="182113" y="287918"/>
                  </a:cubicBezTo>
                  <a:cubicBezTo>
                    <a:pt x="167416" y="288556"/>
                    <a:pt x="155275" y="277703"/>
                    <a:pt x="152719" y="263659"/>
                  </a:cubicBezTo>
                  <a:cubicBezTo>
                    <a:pt x="135466" y="261743"/>
                    <a:pt x="118853" y="257913"/>
                    <a:pt x="102878" y="251529"/>
                  </a:cubicBezTo>
                  <a:cubicBezTo>
                    <a:pt x="99683" y="250252"/>
                    <a:pt x="98405" y="246422"/>
                    <a:pt x="99683" y="243230"/>
                  </a:cubicBezTo>
                  <a:cubicBezTo>
                    <a:pt x="99683" y="243230"/>
                    <a:pt x="99683" y="243230"/>
                    <a:pt x="99683" y="242591"/>
                  </a:cubicBezTo>
                  <a:cubicBezTo>
                    <a:pt x="109907" y="218971"/>
                    <a:pt x="115019" y="193435"/>
                    <a:pt x="115019" y="167899"/>
                  </a:cubicBezTo>
                  <a:cubicBezTo>
                    <a:pt x="114380" y="151300"/>
                    <a:pt x="120131" y="134702"/>
                    <a:pt x="131633" y="121934"/>
                  </a:cubicBezTo>
                  <a:cubicBezTo>
                    <a:pt x="139939" y="113635"/>
                    <a:pt x="150802" y="107889"/>
                    <a:pt x="162304" y="105974"/>
                  </a:cubicBezTo>
                  <a:cubicBezTo>
                    <a:pt x="156553" y="96398"/>
                    <a:pt x="159748" y="82992"/>
                    <a:pt x="169333" y="77246"/>
                  </a:cubicBezTo>
                  <a:cubicBezTo>
                    <a:pt x="178918" y="71501"/>
                    <a:pt x="192337" y="74693"/>
                    <a:pt x="198088" y="84269"/>
                  </a:cubicBezTo>
                  <a:cubicBezTo>
                    <a:pt x="201922" y="90653"/>
                    <a:pt x="201922" y="99590"/>
                    <a:pt x="198088" y="105974"/>
                  </a:cubicBezTo>
                  <a:cubicBezTo>
                    <a:pt x="228760" y="111081"/>
                    <a:pt x="250485" y="138533"/>
                    <a:pt x="247290" y="169814"/>
                  </a:cubicBezTo>
                  <a:cubicBezTo>
                    <a:pt x="246013" y="198542"/>
                    <a:pt x="261348" y="243230"/>
                    <a:pt x="261348" y="243230"/>
                  </a:cubicBezTo>
                  <a:cubicBezTo>
                    <a:pt x="263265" y="245145"/>
                    <a:pt x="263265" y="246422"/>
                    <a:pt x="262626" y="248337"/>
                  </a:cubicBezTo>
                  <a:close/>
                </a:path>
              </a:pathLst>
            </a:custGeom>
            <a:solidFill>
              <a:srgbClr val="43B02A"/>
            </a:solidFill>
            <a:ln w="6390" cap="flat">
              <a:noFill/>
              <a:prstDash val="solid"/>
              <a:miter/>
            </a:ln>
          </p:spPr>
          <p:txBody>
            <a:bodyPr rtlCol="0" anchor="ctr"/>
            <a:lstStyle/>
            <a:p>
              <a:endParaRPr lang="en-US"/>
            </a:p>
          </p:txBody>
        </p:sp>
      </p:grpSp>
      <p:grpSp>
        <p:nvGrpSpPr>
          <p:cNvPr id="779" name="Graphic 4">
            <a:extLst>
              <a:ext uri="{FF2B5EF4-FFF2-40B4-BE49-F238E27FC236}">
                <a16:creationId xmlns:a16="http://schemas.microsoft.com/office/drawing/2014/main" id="{FDE991CE-C730-F142-B2B4-40C9C94FBAF9}"/>
              </a:ext>
            </a:extLst>
          </p:cNvPr>
          <p:cNvGrpSpPr>
            <a:grpSpLocks noChangeAspect="1"/>
          </p:cNvGrpSpPr>
          <p:nvPr/>
        </p:nvGrpSpPr>
        <p:grpSpPr>
          <a:xfrm>
            <a:off x="6753524" y="1885990"/>
            <a:ext cx="361674" cy="361971"/>
            <a:chOff x="6753524" y="1885990"/>
            <a:chExt cx="361674" cy="361971"/>
          </a:xfrm>
          <a:solidFill>
            <a:srgbClr val="43B02A"/>
          </a:solidFill>
        </p:grpSpPr>
        <p:sp>
          <p:nvSpPr>
            <p:cNvPr id="780" name="Graphic 4">
              <a:extLst>
                <a:ext uri="{FF2B5EF4-FFF2-40B4-BE49-F238E27FC236}">
                  <a16:creationId xmlns:a16="http://schemas.microsoft.com/office/drawing/2014/main" id="{B6FA467F-C833-5F4C-ADBB-5C8AF0A5634D}"/>
                </a:ext>
              </a:extLst>
            </p:cNvPr>
            <p:cNvSpPr/>
            <p:nvPr/>
          </p:nvSpPr>
          <p:spPr>
            <a:xfrm>
              <a:off x="6753524" y="1885990"/>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8565 h 361971"/>
                <a:gd name="connsiteX8" fmla="*/ 12780 w 361674"/>
                <a:gd name="connsiteY8" fmla="*/ 180667 h 361971"/>
                <a:gd name="connsiteX9" fmla="*/ 180835 w 361674"/>
                <a:gd name="connsiteY9" fmla="*/ 12130 h 361971"/>
                <a:gd name="connsiteX10" fmla="*/ 348890 w 361674"/>
                <a:gd name="connsiteY10" fmla="*/ 180028 h 361971"/>
                <a:gd name="connsiteX11" fmla="*/ 348890 w 361674"/>
                <a:gd name="connsiteY11" fmla="*/ 180028 h 361971"/>
                <a:gd name="connsiteX12" fmla="*/ 180835 w 361674"/>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7"/>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2309" y="80438"/>
                    <a:pt x="281157" y="0"/>
                    <a:pt x="180835" y="0"/>
                  </a:cubicBezTo>
                  <a:cubicBezTo>
                    <a:pt x="181474" y="0"/>
                    <a:pt x="181474" y="0"/>
                    <a:pt x="180835" y="0"/>
                  </a:cubicBezTo>
                  <a:close/>
                  <a:moveTo>
                    <a:pt x="180835" y="348565"/>
                  </a:moveTo>
                  <a:cubicBezTo>
                    <a:pt x="87542" y="348565"/>
                    <a:pt x="12780" y="273235"/>
                    <a:pt x="12780" y="180667"/>
                  </a:cubicBezTo>
                  <a:cubicBezTo>
                    <a:pt x="12780" y="88099"/>
                    <a:pt x="88181" y="12130"/>
                    <a:pt x="180835" y="12130"/>
                  </a:cubicBezTo>
                  <a:cubicBezTo>
                    <a:pt x="274128" y="12130"/>
                    <a:pt x="348890" y="87461"/>
                    <a:pt x="348890" y="180028"/>
                  </a:cubicBezTo>
                  <a:cubicBezTo>
                    <a:pt x="348890" y="180028"/>
                    <a:pt x="348890" y="180028"/>
                    <a:pt x="348890" y="180028"/>
                  </a:cubicBezTo>
                  <a:cubicBezTo>
                    <a:pt x="349529" y="273235"/>
                    <a:pt x="274128" y="348565"/>
                    <a:pt x="180835" y="348565"/>
                  </a:cubicBezTo>
                  <a:close/>
                </a:path>
              </a:pathLst>
            </a:custGeom>
            <a:solidFill>
              <a:srgbClr val="43B02A"/>
            </a:solidFill>
            <a:ln w="6390" cap="flat">
              <a:noFill/>
              <a:prstDash val="solid"/>
              <a:miter/>
            </a:ln>
          </p:spPr>
          <p:txBody>
            <a:bodyPr rtlCol="0" anchor="ctr"/>
            <a:lstStyle/>
            <a:p>
              <a:endParaRPr lang="en-US"/>
            </a:p>
          </p:txBody>
        </p:sp>
        <p:sp>
          <p:nvSpPr>
            <p:cNvPr id="781" name="Graphic 4">
              <a:extLst>
                <a:ext uri="{FF2B5EF4-FFF2-40B4-BE49-F238E27FC236}">
                  <a16:creationId xmlns:a16="http://schemas.microsoft.com/office/drawing/2014/main" id="{B17FA8DC-2BE4-444F-89C6-BB0352FD09CE}"/>
                </a:ext>
              </a:extLst>
            </p:cNvPr>
            <p:cNvSpPr/>
            <p:nvPr/>
          </p:nvSpPr>
          <p:spPr>
            <a:xfrm>
              <a:off x="6839149" y="1963875"/>
              <a:ext cx="190419" cy="205564"/>
            </a:xfrm>
            <a:custGeom>
              <a:avLst/>
              <a:gdLst>
                <a:gd name="connsiteX0" fmla="*/ 184669 w 190419"/>
                <a:gd name="connsiteY0" fmla="*/ 14683 h 205564"/>
                <a:gd name="connsiteX1" fmla="*/ 146329 w 190419"/>
                <a:gd name="connsiteY1" fmla="*/ 14683 h 205564"/>
                <a:gd name="connsiteX2" fmla="*/ 146329 w 190419"/>
                <a:gd name="connsiteY2" fmla="*/ 6384 h 205564"/>
                <a:gd name="connsiteX3" fmla="*/ 139939 w 190419"/>
                <a:gd name="connsiteY3" fmla="*/ 0 h 205564"/>
                <a:gd name="connsiteX4" fmla="*/ 133549 w 190419"/>
                <a:gd name="connsiteY4" fmla="*/ 6384 h 205564"/>
                <a:gd name="connsiteX5" fmla="*/ 133549 w 190419"/>
                <a:gd name="connsiteY5" fmla="*/ 14683 h 205564"/>
                <a:gd name="connsiteX6" fmla="*/ 57509 w 190419"/>
                <a:gd name="connsiteY6" fmla="*/ 14683 h 205564"/>
                <a:gd name="connsiteX7" fmla="*/ 57509 w 190419"/>
                <a:gd name="connsiteY7" fmla="*/ 6384 h 205564"/>
                <a:gd name="connsiteX8" fmla="*/ 51119 w 190419"/>
                <a:gd name="connsiteY8" fmla="*/ 0 h 205564"/>
                <a:gd name="connsiteX9" fmla="*/ 44730 w 190419"/>
                <a:gd name="connsiteY9" fmla="*/ 6384 h 205564"/>
                <a:gd name="connsiteX10" fmla="*/ 44730 w 190419"/>
                <a:gd name="connsiteY10" fmla="*/ 14683 h 205564"/>
                <a:gd name="connsiteX11" fmla="*/ 6390 w 190419"/>
                <a:gd name="connsiteY11" fmla="*/ 14683 h 205564"/>
                <a:gd name="connsiteX12" fmla="*/ 0 w 190419"/>
                <a:gd name="connsiteY12" fmla="*/ 21067 h 205564"/>
                <a:gd name="connsiteX13" fmla="*/ 0 w 190419"/>
                <a:gd name="connsiteY13" fmla="*/ 199180 h 205564"/>
                <a:gd name="connsiteX14" fmla="*/ 6390 w 190419"/>
                <a:gd name="connsiteY14" fmla="*/ 205564 h 205564"/>
                <a:gd name="connsiteX15" fmla="*/ 184030 w 190419"/>
                <a:gd name="connsiteY15" fmla="*/ 205564 h 205564"/>
                <a:gd name="connsiteX16" fmla="*/ 190420 w 190419"/>
                <a:gd name="connsiteY16" fmla="*/ 199180 h 205564"/>
                <a:gd name="connsiteX17" fmla="*/ 190420 w 190419"/>
                <a:gd name="connsiteY17" fmla="*/ 21706 h 205564"/>
                <a:gd name="connsiteX18" fmla="*/ 184669 w 190419"/>
                <a:gd name="connsiteY18" fmla="*/ 14683 h 205564"/>
                <a:gd name="connsiteX19" fmla="*/ 178279 w 190419"/>
                <a:gd name="connsiteY19" fmla="*/ 192796 h 205564"/>
                <a:gd name="connsiteX20" fmla="*/ 13419 w 190419"/>
                <a:gd name="connsiteY20" fmla="*/ 192796 h 205564"/>
                <a:gd name="connsiteX21" fmla="*/ 13419 w 190419"/>
                <a:gd name="connsiteY21" fmla="*/ 27451 h 205564"/>
                <a:gd name="connsiteX22" fmla="*/ 45368 w 190419"/>
                <a:gd name="connsiteY22" fmla="*/ 27451 h 205564"/>
                <a:gd name="connsiteX23" fmla="*/ 45368 w 190419"/>
                <a:gd name="connsiteY23" fmla="*/ 35750 h 205564"/>
                <a:gd name="connsiteX24" fmla="*/ 51758 w 190419"/>
                <a:gd name="connsiteY24" fmla="*/ 42134 h 205564"/>
                <a:gd name="connsiteX25" fmla="*/ 58148 w 190419"/>
                <a:gd name="connsiteY25" fmla="*/ 35750 h 205564"/>
                <a:gd name="connsiteX26" fmla="*/ 58148 w 190419"/>
                <a:gd name="connsiteY26" fmla="*/ 27451 h 205564"/>
                <a:gd name="connsiteX27" fmla="*/ 134189 w 190419"/>
                <a:gd name="connsiteY27" fmla="*/ 27451 h 205564"/>
                <a:gd name="connsiteX28" fmla="*/ 134189 w 190419"/>
                <a:gd name="connsiteY28" fmla="*/ 35750 h 205564"/>
                <a:gd name="connsiteX29" fmla="*/ 140579 w 190419"/>
                <a:gd name="connsiteY29" fmla="*/ 42134 h 205564"/>
                <a:gd name="connsiteX30" fmla="*/ 146969 w 190419"/>
                <a:gd name="connsiteY30" fmla="*/ 35750 h 205564"/>
                <a:gd name="connsiteX31" fmla="*/ 146969 w 190419"/>
                <a:gd name="connsiteY31" fmla="*/ 27451 h 205564"/>
                <a:gd name="connsiteX32" fmla="*/ 178918 w 190419"/>
                <a:gd name="connsiteY32" fmla="*/ 27451 h 205564"/>
                <a:gd name="connsiteX33" fmla="*/ 178279 w 190419"/>
                <a:gd name="connsiteY33" fmla="*/ 192796 h 205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90419" h="205564">
                  <a:moveTo>
                    <a:pt x="184669" y="14683"/>
                  </a:moveTo>
                  <a:lnTo>
                    <a:pt x="146329" y="14683"/>
                  </a:lnTo>
                  <a:lnTo>
                    <a:pt x="146329" y="6384"/>
                  </a:lnTo>
                  <a:cubicBezTo>
                    <a:pt x="146329" y="2554"/>
                    <a:pt x="143774" y="0"/>
                    <a:pt x="139939" y="0"/>
                  </a:cubicBezTo>
                  <a:cubicBezTo>
                    <a:pt x="136105" y="0"/>
                    <a:pt x="133549" y="2554"/>
                    <a:pt x="133549" y="6384"/>
                  </a:cubicBezTo>
                  <a:lnTo>
                    <a:pt x="133549" y="14683"/>
                  </a:lnTo>
                  <a:lnTo>
                    <a:pt x="57509" y="14683"/>
                  </a:lnTo>
                  <a:lnTo>
                    <a:pt x="57509" y="6384"/>
                  </a:lnTo>
                  <a:cubicBezTo>
                    <a:pt x="57509" y="2554"/>
                    <a:pt x="54953" y="0"/>
                    <a:pt x="51119" y="0"/>
                  </a:cubicBezTo>
                  <a:cubicBezTo>
                    <a:pt x="47285" y="0"/>
                    <a:pt x="44730" y="2554"/>
                    <a:pt x="44730" y="6384"/>
                  </a:cubicBezTo>
                  <a:lnTo>
                    <a:pt x="44730" y="14683"/>
                  </a:lnTo>
                  <a:lnTo>
                    <a:pt x="6390" y="14683"/>
                  </a:lnTo>
                  <a:cubicBezTo>
                    <a:pt x="2555" y="14683"/>
                    <a:pt x="0" y="17237"/>
                    <a:pt x="0" y="21067"/>
                  </a:cubicBezTo>
                  <a:lnTo>
                    <a:pt x="0" y="199180"/>
                  </a:lnTo>
                  <a:cubicBezTo>
                    <a:pt x="0" y="203011"/>
                    <a:pt x="2555" y="205564"/>
                    <a:pt x="6390" y="205564"/>
                  </a:cubicBezTo>
                  <a:lnTo>
                    <a:pt x="184030" y="205564"/>
                  </a:lnTo>
                  <a:cubicBezTo>
                    <a:pt x="187864" y="205564"/>
                    <a:pt x="190420" y="203011"/>
                    <a:pt x="190420" y="199180"/>
                  </a:cubicBezTo>
                  <a:lnTo>
                    <a:pt x="190420" y="21706"/>
                  </a:lnTo>
                  <a:cubicBezTo>
                    <a:pt x="190420" y="17875"/>
                    <a:pt x="187864" y="15322"/>
                    <a:pt x="184669" y="14683"/>
                  </a:cubicBezTo>
                  <a:close/>
                  <a:moveTo>
                    <a:pt x="178279" y="192796"/>
                  </a:moveTo>
                  <a:lnTo>
                    <a:pt x="13419" y="192796"/>
                  </a:lnTo>
                  <a:lnTo>
                    <a:pt x="13419" y="27451"/>
                  </a:lnTo>
                  <a:lnTo>
                    <a:pt x="45368" y="27451"/>
                  </a:lnTo>
                  <a:lnTo>
                    <a:pt x="45368" y="35750"/>
                  </a:lnTo>
                  <a:cubicBezTo>
                    <a:pt x="45368" y="39581"/>
                    <a:pt x="47925" y="42134"/>
                    <a:pt x="51758" y="42134"/>
                  </a:cubicBezTo>
                  <a:cubicBezTo>
                    <a:pt x="55592" y="42134"/>
                    <a:pt x="58148" y="39581"/>
                    <a:pt x="58148" y="35750"/>
                  </a:cubicBezTo>
                  <a:lnTo>
                    <a:pt x="58148" y="27451"/>
                  </a:lnTo>
                  <a:lnTo>
                    <a:pt x="134189" y="27451"/>
                  </a:lnTo>
                  <a:lnTo>
                    <a:pt x="134189" y="35750"/>
                  </a:lnTo>
                  <a:cubicBezTo>
                    <a:pt x="134189" y="39581"/>
                    <a:pt x="136744" y="42134"/>
                    <a:pt x="140579" y="42134"/>
                  </a:cubicBezTo>
                  <a:cubicBezTo>
                    <a:pt x="144412" y="42134"/>
                    <a:pt x="146969" y="39581"/>
                    <a:pt x="146969" y="35750"/>
                  </a:cubicBezTo>
                  <a:lnTo>
                    <a:pt x="146969" y="27451"/>
                  </a:lnTo>
                  <a:lnTo>
                    <a:pt x="178918" y="27451"/>
                  </a:lnTo>
                  <a:lnTo>
                    <a:pt x="178279" y="192796"/>
                  </a:lnTo>
                  <a:close/>
                </a:path>
              </a:pathLst>
            </a:custGeom>
            <a:solidFill>
              <a:srgbClr val="43B02A"/>
            </a:solidFill>
            <a:ln w="6390" cap="flat">
              <a:noFill/>
              <a:prstDash val="solid"/>
              <a:miter/>
            </a:ln>
          </p:spPr>
          <p:txBody>
            <a:bodyPr rtlCol="0" anchor="ctr"/>
            <a:lstStyle/>
            <a:p>
              <a:endParaRPr lang="en-US"/>
            </a:p>
          </p:txBody>
        </p:sp>
      </p:grpSp>
      <p:grpSp>
        <p:nvGrpSpPr>
          <p:cNvPr id="782" name="Graphic 4">
            <a:extLst>
              <a:ext uri="{FF2B5EF4-FFF2-40B4-BE49-F238E27FC236}">
                <a16:creationId xmlns:a16="http://schemas.microsoft.com/office/drawing/2014/main" id="{E44200A0-1D65-0C4A-B620-4F0BB7486455}"/>
              </a:ext>
            </a:extLst>
          </p:cNvPr>
          <p:cNvGrpSpPr>
            <a:grpSpLocks noChangeAspect="1"/>
          </p:cNvGrpSpPr>
          <p:nvPr/>
        </p:nvGrpSpPr>
        <p:grpSpPr>
          <a:xfrm>
            <a:off x="5708130" y="3824168"/>
            <a:ext cx="362313" cy="361971"/>
            <a:chOff x="5708130" y="3824168"/>
            <a:chExt cx="362313" cy="361971"/>
          </a:xfrm>
          <a:solidFill>
            <a:srgbClr val="43B02A"/>
          </a:solidFill>
        </p:grpSpPr>
        <p:sp>
          <p:nvSpPr>
            <p:cNvPr id="783" name="Graphic 4">
              <a:extLst>
                <a:ext uri="{FF2B5EF4-FFF2-40B4-BE49-F238E27FC236}">
                  <a16:creationId xmlns:a16="http://schemas.microsoft.com/office/drawing/2014/main" id="{9001A6AA-9C8C-EF4E-904A-28C03B885658}"/>
                </a:ext>
              </a:extLst>
            </p:cNvPr>
            <p:cNvSpPr/>
            <p:nvPr/>
          </p:nvSpPr>
          <p:spPr>
            <a:xfrm>
              <a:off x="5708130" y="3824168"/>
              <a:ext cx="362313" cy="361971"/>
            </a:xfrm>
            <a:custGeom>
              <a:avLst/>
              <a:gdLst>
                <a:gd name="connsiteX0" fmla="*/ 181474 w 362313"/>
                <a:gd name="connsiteY0" fmla="*/ 0 h 361971"/>
                <a:gd name="connsiteX1" fmla="*/ 0 w 362313"/>
                <a:gd name="connsiteY1" fmla="*/ 180667 h 361971"/>
                <a:gd name="connsiteX2" fmla="*/ 180835 w 362313"/>
                <a:gd name="connsiteY2" fmla="*/ 361971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6"/>
                    <a:pt x="0" y="180667"/>
                  </a:cubicBezTo>
                  <a:cubicBezTo>
                    <a:pt x="0" y="280257"/>
                    <a:pt x="81152" y="361971"/>
                    <a:pt x="180835" y="361971"/>
                  </a:cubicBezTo>
                  <a:cubicBezTo>
                    <a:pt x="280518" y="361971"/>
                    <a:pt x="362310" y="280895"/>
                    <a:pt x="362310" y="181305"/>
                  </a:cubicBezTo>
                  <a:lnTo>
                    <a:pt x="362310" y="181305"/>
                  </a:lnTo>
                  <a:cubicBezTo>
                    <a:pt x="362948" y="81076"/>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lnTo>
                    <a:pt x="349530" y="180667"/>
                  </a:lnTo>
                  <a:cubicBezTo>
                    <a:pt x="349530" y="273873"/>
                    <a:pt x="274767" y="349204"/>
                    <a:pt x="181474" y="349204"/>
                  </a:cubicBezTo>
                  <a:lnTo>
                    <a:pt x="181474" y="349204"/>
                  </a:lnTo>
                  <a:close/>
                </a:path>
              </a:pathLst>
            </a:custGeom>
            <a:solidFill>
              <a:srgbClr val="43B02A"/>
            </a:solidFill>
            <a:ln w="6390" cap="flat">
              <a:noFill/>
              <a:prstDash val="solid"/>
              <a:miter/>
            </a:ln>
          </p:spPr>
          <p:txBody>
            <a:bodyPr rtlCol="0" anchor="ctr"/>
            <a:lstStyle/>
            <a:p>
              <a:endParaRPr lang="en-US"/>
            </a:p>
          </p:txBody>
        </p:sp>
        <p:sp>
          <p:nvSpPr>
            <p:cNvPr id="784" name="Graphic 4">
              <a:extLst>
                <a:ext uri="{FF2B5EF4-FFF2-40B4-BE49-F238E27FC236}">
                  <a16:creationId xmlns:a16="http://schemas.microsoft.com/office/drawing/2014/main" id="{12F46184-1EDC-AC46-9806-CA4C4386CD2E}"/>
                </a:ext>
              </a:extLst>
            </p:cNvPr>
            <p:cNvSpPr/>
            <p:nvPr/>
          </p:nvSpPr>
          <p:spPr>
            <a:xfrm>
              <a:off x="5782254" y="3898222"/>
              <a:ext cx="214701" cy="214501"/>
            </a:xfrm>
            <a:custGeom>
              <a:avLst/>
              <a:gdLst>
                <a:gd name="connsiteX0" fmla="*/ 107351 w 214701"/>
                <a:gd name="connsiteY0" fmla="*/ 0 h 214501"/>
                <a:gd name="connsiteX1" fmla="*/ 0 w 214701"/>
                <a:gd name="connsiteY1" fmla="*/ 107251 h 214501"/>
                <a:gd name="connsiteX2" fmla="*/ 107351 w 214701"/>
                <a:gd name="connsiteY2" fmla="*/ 214502 h 214501"/>
                <a:gd name="connsiteX3" fmla="*/ 214702 w 214701"/>
                <a:gd name="connsiteY3" fmla="*/ 107251 h 214501"/>
                <a:gd name="connsiteX4" fmla="*/ 214702 w 214701"/>
                <a:gd name="connsiteY4" fmla="*/ 107251 h 214501"/>
                <a:gd name="connsiteX5" fmla="*/ 107351 w 214701"/>
                <a:gd name="connsiteY5" fmla="*/ 0 h 214501"/>
                <a:gd name="connsiteX6" fmla="*/ 107351 w 214701"/>
                <a:gd name="connsiteY6" fmla="*/ 201734 h 214501"/>
                <a:gd name="connsiteX7" fmla="*/ 12780 w 214701"/>
                <a:gd name="connsiteY7" fmla="*/ 107251 h 214501"/>
                <a:gd name="connsiteX8" fmla="*/ 107351 w 214701"/>
                <a:gd name="connsiteY8" fmla="*/ 12768 h 214501"/>
                <a:gd name="connsiteX9" fmla="*/ 201922 w 214701"/>
                <a:gd name="connsiteY9" fmla="*/ 107251 h 214501"/>
                <a:gd name="connsiteX10" fmla="*/ 201922 w 214701"/>
                <a:gd name="connsiteY10" fmla="*/ 107251 h 214501"/>
                <a:gd name="connsiteX11" fmla="*/ 107351 w 214701"/>
                <a:gd name="connsiteY11" fmla="*/ 201734 h 214501"/>
                <a:gd name="connsiteX12" fmla="*/ 107351 w 214701"/>
                <a:gd name="connsiteY12" fmla="*/ 201734 h 214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4701" h="214501">
                  <a:moveTo>
                    <a:pt x="107351" y="0"/>
                  </a:moveTo>
                  <a:cubicBezTo>
                    <a:pt x="47925" y="0"/>
                    <a:pt x="0" y="47880"/>
                    <a:pt x="0" y="107251"/>
                  </a:cubicBezTo>
                  <a:cubicBezTo>
                    <a:pt x="0" y="166622"/>
                    <a:pt x="47925" y="214502"/>
                    <a:pt x="107351" y="214502"/>
                  </a:cubicBezTo>
                  <a:cubicBezTo>
                    <a:pt x="166777" y="214502"/>
                    <a:pt x="214702" y="166622"/>
                    <a:pt x="214702" y="107251"/>
                  </a:cubicBezTo>
                  <a:lnTo>
                    <a:pt x="214702" y="107251"/>
                  </a:lnTo>
                  <a:cubicBezTo>
                    <a:pt x="214702" y="47880"/>
                    <a:pt x="166777" y="0"/>
                    <a:pt x="107351" y="0"/>
                  </a:cubicBezTo>
                  <a:close/>
                  <a:moveTo>
                    <a:pt x="107351" y="201734"/>
                  </a:moveTo>
                  <a:cubicBezTo>
                    <a:pt x="54953" y="201734"/>
                    <a:pt x="12780" y="159600"/>
                    <a:pt x="12780" y="107251"/>
                  </a:cubicBezTo>
                  <a:cubicBezTo>
                    <a:pt x="12780" y="54902"/>
                    <a:pt x="54953" y="12768"/>
                    <a:pt x="107351" y="12768"/>
                  </a:cubicBezTo>
                  <a:cubicBezTo>
                    <a:pt x="159748" y="12768"/>
                    <a:pt x="201922" y="54902"/>
                    <a:pt x="201922" y="107251"/>
                  </a:cubicBezTo>
                  <a:lnTo>
                    <a:pt x="201922" y="107251"/>
                  </a:lnTo>
                  <a:cubicBezTo>
                    <a:pt x="201922" y="158961"/>
                    <a:pt x="159748" y="201095"/>
                    <a:pt x="107351" y="201734"/>
                  </a:cubicBezTo>
                  <a:lnTo>
                    <a:pt x="107351" y="201734"/>
                  </a:lnTo>
                  <a:close/>
                </a:path>
              </a:pathLst>
            </a:custGeom>
            <a:solidFill>
              <a:srgbClr val="43B02A"/>
            </a:solidFill>
            <a:ln w="6390" cap="flat">
              <a:noFill/>
              <a:prstDash val="solid"/>
              <a:miter/>
            </a:ln>
          </p:spPr>
          <p:txBody>
            <a:bodyPr rtlCol="0" anchor="ctr"/>
            <a:lstStyle/>
            <a:p>
              <a:endParaRPr lang="en-US"/>
            </a:p>
          </p:txBody>
        </p:sp>
        <p:sp>
          <p:nvSpPr>
            <p:cNvPr id="785" name="Graphic 4">
              <a:extLst>
                <a:ext uri="{FF2B5EF4-FFF2-40B4-BE49-F238E27FC236}">
                  <a16:creationId xmlns:a16="http://schemas.microsoft.com/office/drawing/2014/main" id="{438F43DE-0517-EB4F-A615-8626E9E4A6DB}"/>
                </a:ext>
              </a:extLst>
            </p:cNvPr>
            <p:cNvSpPr/>
            <p:nvPr/>
          </p:nvSpPr>
          <p:spPr>
            <a:xfrm>
              <a:off x="5883215" y="3921204"/>
              <a:ext cx="84347" cy="90652"/>
            </a:xfrm>
            <a:custGeom>
              <a:avLst/>
              <a:gdLst>
                <a:gd name="connsiteX0" fmla="*/ 12780 w 84347"/>
                <a:gd name="connsiteY0" fmla="*/ 6384 h 90652"/>
                <a:gd name="connsiteX1" fmla="*/ 6390 w 84347"/>
                <a:gd name="connsiteY1" fmla="*/ 0 h 90652"/>
                <a:gd name="connsiteX2" fmla="*/ 0 w 84347"/>
                <a:gd name="connsiteY2" fmla="*/ 6384 h 90652"/>
                <a:gd name="connsiteX3" fmla="*/ 0 w 84347"/>
                <a:gd name="connsiteY3" fmla="*/ 82992 h 90652"/>
                <a:gd name="connsiteX4" fmla="*/ 0 w 84347"/>
                <a:gd name="connsiteY4" fmla="*/ 84269 h 90652"/>
                <a:gd name="connsiteX5" fmla="*/ 0 w 84347"/>
                <a:gd name="connsiteY5" fmla="*/ 84269 h 90652"/>
                <a:gd name="connsiteX6" fmla="*/ 6390 w 84347"/>
                <a:gd name="connsiteY6" fmla="*/ 90653 h 90652"/>
                <a:gd name="connsiteX7" fmla="*/ 77957 w 84347"/>
                <a:gd name="connsiteY7" fmla="*/ 90653 h 90652"/>
                <a:gd name="connsiteX8" fmla="*/ 84347 w 84347"/>
                <a:gd name="connsiteY8" fmla="*/ 84269 h 90652"/>
                <a:gd name="connsiteX9" fmla="*/ 77957 w 84347"/>
                <a:gd name="connsiteY9" fmla="*/ 77885 h 90652"/>
                <a:gd name="connsiteX10" fmla="*/ 12780 w 84347"/>
                <a:gd name="connsiteY10" fmla="*/ 77885 h 90652"/>
                <a:gd name="connsiteX11" fmla="*/ 12780 w 84347"/>
                <a:gd name="connsiteY11" fmla="*/ 6384 h 90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347" h="90652">
                  <a:moveTo>
                    <a:pt x="12780" y="6384"/>
                  </a:moveTo>
                  <a:cubicBezTo>
                    <a:pt x="12780" y="2554"/>
                    <a:pt x="10224" y="0"/>
                    <a:pt x="6390" y="0"/>
                  </a:cubicBezTo>
                  <a:cubicBezTo>
                    <a:pt x="2556" y="0"/>
                    <a:pt x="0" y="2554"/>
                    <a:pt x="0" y="6384"/>
                  </a:cubicBezTo>
                  <a:lnTo>
                    <a:pt x="0" y="82992"/>
                  </a:lnTo>
                  <a:cubicBezTo>
                    <a:pt x="0" y="83630"/>
                    <a:pt x="0" y="83630"/>
                    <a:pt x="0" y="84269"/>
                  </a:cubicBezTo>
                  <a:cubicBezTo>
                    <a:pt x="0" y="84269"/>
                    <a:pt x="0" y="84269"/>
                    <a:pt x="0" y="84269"/>
                  </a:cubicBezTo>
                  <a:cubicBezTo>
                    <a:pt x="0" y="88099"/>
                    <a:pt x="2556" y="90653"/>
                    <a:pt x="6390" y="90653"/>
                  </a:cubicBezTo>
                  <a:lnTo>
                    <a:pt x="77957" y="90653"/>
                  </a:lnTo>
                  <a:cubicBezTo>
                    <a:pt x="81791" y="90653"/>
                    <a:pt x="84347" y="88099"/>
                    <a:pt x="84347" y="84269"/>
                  </a:cubicBezTo>
                  <a:cubicBezTo>
                    <a:pt x="84347" y="80438"/>
                    <a:pt x="81791" y="77885"/>
                    <a:pt x="77957" y="77885"/>
                  </a:cubicBezTo>
                  <a:lnTo>
                    <a:pt x="12780" y="77885"/>
                  </a:lnTo>
                  <a:lnTo>
                    <a:pt x="12780" y="6384"/>
                  </a:lnTo>
                  <a:close/>
                </a:path>
              </a:pathLst>
            </a:custGeom>
            <a:solidFill>
              <a:srgbClr val="43B02A"/>
            </a:solidFill>
            <a:ln w="6390" cap="flat">
              <a:noFill/>
              <a:prstDash val="solid"/>
              <a:miter/>
            </a:ln>
          </p:spPr>
          <p:txBody>
            <a:bodyPr rtlCol="0" anchor="ctr"/>
            <a:lstStyle/>
            <a:p>
              <a:endParaRPr lang="en-US"/>
            </a:p>
          </p:txBody>
        </p:sp>
        <p:sp>
          <p:nvSpPr>
            <p:cNvPr id="786" name="Graphic 4">
              <a:extLst>
                <a:ext uri="{FF2B5EF4-FFF2-40B4-BE49-F238E27FC236}">
                  <a16:creationId xmlns:a16="http://schemas.microsoft.com/office/drawing/2014/main" id="{A0C8B9AD-B79E-0A47-BEC6-19C55B56916A}"/>
                </a:ext>
              </a:extLst>
            </p:cNvPr>
            <p:cNvSpPr/>
            <p:nvPr/>
          </p:nvSpPr>
          <p:spPr>
            <a:xfrm>
              <a:off x="5883215" y="4061013"/>
              <a:ext cx="12779" cy="30004"/>
            </a:xfrm>
            <a:custGeom>
              <a:avLst/>
              <a:gdLst>
                <a:gd name="connsiteX0" fmla="*/ 6390 w 12779"/>
                <a:gd name="connsiteY0" fmla="*/ 0 h 30004"/>
                <a:gd name="connsiteX1" fmla="*/ 0 w 12779"/>
                <a:gd name="connsiteY1" fmla="*/ 6384 h 30004"/>
                <a:gd name="connsiteX2" fmla="*/ 0 w 12779"/>
                <a:gd name="connsiteY2" fmla="*/ 23621 h 30004"/>
                <a:gd name="connsiteX3" fmla="*/ 6390 w 12779"/>
                <a:gd name="connsiteY3" fmla="*/ 30005 h 30004"/>
                <a:gd name="connsiteX4" fmla="*/ 12780 w 12779"/>
                <a:gd name="connsiteY4" fmla="*/ 23621 h 30004"/>
                <a:gd name="connsiteX5" fmla="*/ 12780 w 12779"/>
                <a:gd name="connsiteY5" fmla="*/ 6384 h 30004"/>
                <a:gd name="connsiteX6" fmla="*/ 6390 w 12779"/>
                <a:gd name="connsiteY6" fmla="*/ 0 h 30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30004">
                  <a:moveTo>
                    <a:pt x="6390" y="0"/>
                  </a:moveTo>
                  <a:cubicBezTo>
                    <a:pt x="2556" y="0"/>
                    <a:pt x="0" y="2554"/>
                    <a:pt x="0" y="6384"/>
                  </a:cubicBezTo>
                  <a:lnTo>
                    <a:pt x="0" y="23621"/>
                  </a:lnTo>
                  <a:cubicBezTo>
                    <a:pt x="0" y="27451"/>
                    <a:pt x="2556" y="30005"/>
                    <a:pt x="6390" y="30005"/>
                  </a:cubicBezTo>
                  <a:cubicBezTo>
                    <a:pt x="10224" y="30005"/>
                    <a:pt x="12780" y="27451"/>
                    <a:pt x="12780" y="23621"/>
                  </a:cubicBezTo>
                  <a:lnTo>
                    <a:pt x="12780" y="6384"/>
                  </a:lnTo>
                  <a:cubicBezTo>
                    <a:pt x="12780" y="2554"/>
                    <a:pt x="9585" y="0"/>
                    <a:pt x="6390" y="0"/>
                  </a:cubicBezTo>
                  <a:close/>
                </a:path>
              </a:pathLst>
            </a:custGeom>
            <a:solidFill>
              <a:srgbClr val="43B02A"/>
            </a:solidFill>
            <a:ln w="6390" cap="flat">
              <a:noFill/>
              <a:prstDash val="solid"/>
              <a:miter/>
            </a:ln>
          </p:spPr>
          <p:txBody>
            <a:bodyPr rtlCol="0" anchor="ctr"/>
            <a:lstStyle/>
            <a:p>
              <a:endParaRPr lang="en-US"/>
            </a:p>
          </p:txBody>
        </p:sp>
        <p:sp>
          <p:nvSpPr>
            <p:cNvPr id="787" name="Graphic 4">
              <a:extLst>
                <a:ext uri="{FF2B5EF4-FFF2-40B4-BE49-F238E27FC236}">
                  <a16:creationId xmlns:a16="http://schemas.microsoft.com/office/drawing/2014/main" id="{026CD9FB-4B0C-B049-B8DF-A5A4F582A469}"/>
                </a:ext>
              </a:extLst>
            </p:cNvPr>
            <p:cNvSpPr/>
            <p:nvPr/>
          </p:nvSpPr>
          <p:spPr>
            <a:xfrm>
              <a:off x="5800784" y="3999089"/>
              <a:ext cx="28115" cy="12767"/>
            </a:xfrm>
            <a:custGeom>
              <a:avLst/>
              <a:gdLst>
                <a:gd name="connsiteX0" fmla="*/ 21726 w 28115"/>
                <a:gd name="connsiteY0" fmla="*/ 0 h 12767"/>
                <a:gd name="connsiteX1" fmla="*/ 6390 w 28115"/>
                <a:gd name="connsiteY1" fmla="*/ 0 h 12767"/>
                <a:gd name="connsiteX2" fmla="*/ 0 w 28115"/>
                <a:gd name="connsiteY2" fmla="*/ 6384 h 12767"/>
                <a:gd name="connsiteX3" fmla="*/ 6390 w 28115"/>
                <a:gd name="connsiteY3" fmla="*/ 12768 h 12767"/>
                <a:gd name="connsiteX4" fmla="*/ 21726 w 28115"/>
                <a:gd name="connsiteY4" fmla="*/ 12768 h 12767"/>
                <a:gd name="connsiteX5" fmla="*/ 28116 w 28115"/>
                <a:gd name="connsiteY5" fmla="*/ 6384 h 12767"/>
                <a:gd name="connsiteX6" fmla="*/ 21726 w 28115"/>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15" h="12767">
                  <a:moveTo>
                    <a:pt x="21726" y="0"/>
                  </a:moveTo>
                  <a:lnTo>
                    <a:pt x="6390" y="0"/>
                  </a:lnTo>
                  <a:cubicBezTo>
                    <a:pt x="2556" y="0"/>
                    <a:pt x="0" y="2554"/>
                    <a:pt x="0" y="6384"/>
                  </a:cubicBezTo>
                  <a:cubicBezTo>
                    <a:pt x="0" y="10215"/>
                    <a:pt x="2556" y="12768"/>
                    <a:pt x="6390" y="12768"/>
                  </a:cubicBezTo>
                  <a:lnTo>
                    <a:pt x="21726" y="12768"/>
                  </a:lnTo>
                  <a:cubicBezTo>
                    <a:pt x="25560" y="12768"/>
                    <a:pt x="28116" y="10215"/>
                    <a:pt x="28116" y="6384"/>
                  </a:cubicBezTo>
                  <a:cubicBezTo>
                    <a:pt x="28116" y="2554"/>
                    <a:pt x="25560" y="0"/>
                    <a:pt x="21726" y="0"/>
                  </a:cubicBezTo>
                  <a:close/>
                </a:path>
              </a:pathLst>
            </a:custGeom>
            <a:solidFill>
              <a:srgbClr val="43B02A"/>
            </a:solidFill>
            <a:ln w="6390" cap="flat">
              <a:noFill/>
              <a:prstDash val="solid"/>
              <a:miter/>
            </a:ln>
          </p:spPr>
          <p:txBody>
            <a:bodyPr rtlCol="0" anchor="ctr"/>
            <a:lstStyle/>
            <a:p>
              <a:endParaRPr lang="en-US"/>
            </a:p>
          </p:txBody>
        </p:sp>
      </p:grpSp>
      <p:grpSp>
        <p:nvGrpSpPr>
          <p:cNvPr id="788" name="Graphic 4">
            <a:extLst>
              <a:ext uri="{FF2B5EF4-FFF2-40B4-BE49-F238E27FC236}">
                <a16:creationId xmlns:a16="http://schemas.microsoft.com/office/drawing/2014/main" id="{12AFD224-5748-CC45-8DF6-61D203F27263}"/>
              </a:ext>
            </a:extLst>
          </p:cNvPr>
          <p:cNvGrpSpPr>
            <a:grpSpLocks noChangeAspect="1"/>
          </p:cNvGrpSpPr>
          <p:nvPr/>
        </p:nvGrpSpPr>
        <p:grpSpPr>
          <a:xfrm>
            <a:off x="7191874" y="1885990"/>
            <a:ext cx="362312" cy="361971"/>
            <a:chOff x="7191874" y="1885990"/>
            <a:chExt cx="362312" cy="361971"/>
          </a:xfrm>
          <a:solidFill>
            <a:srgbClr val="43B02A"/>
          </a:solidFill>
        </p:grpSpPr>
        <p:sp>
          <p:nvSpPr>
            <p:cNvPr id="789" name="Graphic 4">
              <a:extLst>
                <a:ext uri="{FF2B5EF4-FFF2-40B4-BE49-F238E27FC236}">
                  <a16:creationId xmlns:a16="http://schemas.microsoft.com/office/drawing/2014/main" id="{8A6F438D-632B-B544-8ADE-E5BEF6045B4F}"/>
                </a:ext>
              </a:extLst>
            </p:cNvPr>
            <p:cNvSpPr/>
            <p:nvPr/>
          </p:nvSpPr>
          <p:spPr>
            <a:xfrm>
              <a:off x="7290918" y="1991965"/>
              <a:ext cx="164860" cy="165345"/>
            </a:xfrm>
            <a:custGeom>
              <a:avLst/>
              <a:gdLst>
                <a:gd name="connsiteX0" fmla="*/ 133550 w 164860"/>
                <a:gd name="connsiteY0" fmla="*/ 8299 h 165345"/>
                <a:gd name="connsiteX1" fmla="*/ 127160 w 164860"/>
                <a:gd name="connsiteY1" fmla="*/ 14683 h 165345"/>
                <a:gd name="connsiteX2" fmla="*/ 120770 w 164860"/>
                <a:gd name="connsiteY2" fmla="*/ 8299 h 165345"/>
                <a:gd name="connsiteX3" fmla="*/ 120770 w 164860"/>
                <a:gd name="connsiteY3" fmla="*/ 0 h 165345"/>
                <a:gd name="connsiteX4" fmla="*/ 44730 w 164860"/>
                <a:gd name="connsiteY4" fmla="*/ 0 h 165345"/>
                <a:gd name="connsiteX5" fmla="*/ 44730 w 164860"/>
                <a:gd name="connsiteY5" fmla="*/ 8299 h 165345"/>
                <a:gd name="connsiteX6" fmla="*/ 38340 w 164860"/>
                <a:gd name="connsiteY6" fmla="*/ 14683 h 165345"/>
                <a:gd name="connsiteX7" fmla="*/ 31950 w 164860"/>
                <a:gd name="connsiteY7" fmla="*/ 8299 h 165345"/>
                <a:gd name="connsiteX8" fmla="*/ 31950 w 164860"/>
                <a:gd name="connsiteY8" fmla="*/ 0 h 165345"/>
                <a:gd name="connsiteX9" fmla="*/ 0 w 164860"/>
                <a:gd name="connsiteY9" fmla="*/ 0 h 165345"/>
                <a:gd name="connsiteX10" fmla="*/ 0 w 164860"/>
                <a:gd name="connsiteY10" fmla="*/ 165345 h 165345"/>
                <a:gd name="connsiteX11" fmla="*/ 164861 w 164860"/>
                <a:gd name="connsiteY11" fmla="*/ 165345 h 165345"/>
                <a:gd name="connsiteX12" fmla="*/ 164861 w 164860"/>
                <a:gd name="connsiteY12" fmla="*/ 0 h 165345"/>
                <a:gd name="connsiteX13" fmla="*/ 132911 w 164860"/>
                <a:gd name="connsiteY13" fmla="*/ 0 h 165345"/>
                <a:gd name="connsiteX14" fmla="*/ 133550 w 164860"/>
                <a:gd name="connsiteY14" fmla="*/ 8299 h 165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4860" h="165345">
                  <a:moveTo>
                    <a:pt x="133550" y="8299"/>
                  </a:moveTo>
                  <a:cubicBezTo>
                    <a:pt x="133550" y="12130"/>
                    <a:pt x="130994" y="14683"/>
                    <a:pt x="127160" y="14683"/>
                  </a:cubicBezTo>
                  <a:cubicBezTo>
                    <a:pt x="123326" y="14683"/>
                    <a:pt x="120770" y="12130"/>
                    <a:pt x="120770" y="8299"/>
                  </a:cubicBezTo>
                  <a:lnTo>
                    <a:pt x="120770" y="0"/>
                  </a:lnTo>
                  <a:lnTo>
                    <a:pt x="44730" y="0"/>
                  </a:lnTo>
                  <a:lnTo>
                    <a:pt x="44730" y="8299"/>
                  </a:lnTo>
                  <a:cubicBezTo>
                    <a:pt x="44730" y="12130"/>
                    <a:pt x="42173" y="14683"/>
                    <a:pt x="38340" y="14683"/>
                  </a:cubicBezTo>
                  <a:cubicBezTo>
                    <a:pt x="34506" y="14683"/>
                    <a:pt x="31950" y="12130"/>
                    <a:pt x="31950" y="8299"/>
                  </a:cubicBezTo>
                  <a:lnTo>
                    <a:pt x="31950" y="0"/>
                  </a:lnTo>
                  <a:lnTo>
                    <a:pt x="0" y="0"/>
                  </a:lnTo>
                  <a:lnTo>
                    <a:pt x="0" y="165345"/>
                  </a:lnTo>
                  <a:lnTo>
                    <a:pt x="164861" y="165345"/>
                  </a:lnTo>
                  <a:lnTo>
                    <a:pt x="164861" y="0"/>
                  </a:lnTo>
                  <a:lnTo>
                    <a:pt x="132911" y="0"/>
                  </a:lnTo>
                  <a:lnTo>
                    <a:pt x="133550" y="8299"/>
                  </a:lnTo>
                  <a:close/>
                </a:path>
              </a:pathLst>
            </a:custGeom>
            <a:solidFill>
              <a:srgbClr val="43B02A"/>
            </a:solidFill>
            <a:ln w="6390" cap="flat">
              <a:noFill/>
              <a:prstDash val="solid"/>
              <a:miter/>
            </a:ln>
          </p:spPr>
          <p:txBody>
            <a:bodyPr rtlCol="0" anchor="ctr"/>
            <a:lstStyle/>
            <a:p>
              <a:endParaRPr lang="en-US"/>
            </a:p>
          </p:txBody>
        </p:sp>
        <p:sp>
          <p:nvSpPr>
            <p:cNvPr id="790" name="Graphic 4">
              <a:extLst>
                <a:ext uri="{FF2B5EF4-FFF2-40B4-BE49-F238E27FC236}">
                  <a16:creationId xmlns:a16="http://schemas.microsoft.com/office/drawing/2014/main" id="{ACB41C9B-B6FB-3041-B7D9-F43C0BA57789}"/>
                </a:ext>
              </a:extLst>
            </p:cNvPr>
            <p:cNvSpPr/>
            <p:nvPr/>
          </p:nvSpPr>
          <p:spPr>
            <a:xfrm>
              <a:off x="7191874" y="1885990"/>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77323 w 362312"/>
                <a:gd name="connsiteY6" fmla="*/ 277065 h 361971"/>
                <a:gd name="connsiteX7" fmla="*/ 270934 w 362312"/>
                <a:gd name="connsiteY7" fmla="*/ 283449 h 361971"/>
                <a:gd name="connsiteX8" fmla="*/ 92654 w 362312"/>
                <a:gd name="connsiteY8" fmla="*/ 283449 h 361971"/>
                <a:gd name="connsiteX9" fmla="*/ 86264 w 362312"/>
                <a:gd name="connsiteY9" fmla="*/ 277065 h 361971"/>
                <a:gd name="connsiteX10" fmla="*/ 86264 w 362312"/>
                <a:gd name="connsiteY10" fmla="*/ 98952 h 361971"/>
                <a:gd name="connsiteX11" fmla="*/ 92654 w 362312"/>
                <a:gd name="connsiteY11" fmla="*/ 92568 h 361971"/>
                <a:gd name="connsiteX12" fmla="*/ 130994 w 362312"/>
                <a:gd name="connsiteY12" fmla="*/ 92568 h 361971"/>
                <a:gd name="connsiteX13" fmla="*/ 130994 w 362312"/>
                <a:gd name="connsiteY13" fmla="*/ 84269 h 361971"/>
                <a:gd name="connsiteX14" fmla="*/ 137384 w 362312"/>
                <a:gd name="connsiteY14" fmla="*/ 77885 h 361971"/>
                <a:gd name="connsiteX15" fmla="*/ 143774 w 362312"/>
                <a:gd name="connsiteY15" fmla="*/ 84269 h 361971"/>
                <a:gd name="connsiteX16" fmla="*/ 143774 w 362312"/>
                <a:gd name="connsiteY16" fmla="*/ 92568 h 361971"/>
                <a:gd name="connsiteX17" fmla="*/ 219814 w 362312"/>
                <a:gd name="connsiteY17" fmla="*/ 92568 h 361971"/>
                <a:gd name="connsiteX18" fmla="*/ 219814 w 362312"/>
                <a:gd name="connsiteY18" fmla="*/ 84269 h 361971"/>
                <a:gd name="connsiteX19" fmla="*/ 226204 w 362312"/>
                <a:gd name="connsiteY19" fmla="*/ 77885 h 361971"/>
                <a:gd name="connsiteX20" fmla="*/ 232594 w 362312"/>
                <a:gd name="connsiteY20" fmla="*/ 84269 h 361971"/>
                <a:gd name="connsiteX21" fmla="*/ 232594 w 362312"/>
                <a:gd name="connsiteY21" fmla="*/ 92568 h 361971"/>
                <a:gd name="connsiteX22" fmla="*/ 270934 w 362312"/>
                <a:gd name="connsiteY22" fmla="*/ 92568 h 361971"/>
                <a:gd name="connsiteX23" fmla="*/ 277323 w 362312"/>
                <a:gd name="connsiteY23" fmla="*/ 98952 h 361971"/>
                <a:gd name="connsiteX24" fmla="*/ 277323 w 362312"/>
                <a:gd name="connsiteY24" fmla="*/ 2770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0438"/>
                    <a:pt x="281796" y="0"/>
                    <a:pt x="181474" y="0"/>
                  </a:cubicBezTo>
                  <a:close/>
                  <a:moveTo>
                    <a:pt x="277323" y="277065"/>
                  </a:moveTo>
                  <a:cubicBezTo>
                    <a:pt x="277323" y="280895"/>
                    <a:pt x="274767" y="283449"/>
                    <a:pt x="270934" y="283449"/>
                  </a:cubicBezTo>
                  <a:lnTo>
                    <a:pt x="92654" y="283449"/>
                  </a:lnTo>
                  <a:cubicBezTo>
                    <a:pt x="88820" y="283449"/>
                    <a:pt x="86264" y="280895"/>
                    <a:pt x="86264" y="277065"/>
                  </a:cubicBezTo>
                  <a:lnTo>
                    <a:pt x="86264" y="98952"/>
                  </a:lnTo>
                  <a:cubicBezTo>
                    <a:pt x="86264" y="95121"/>
                    <a:pt x="88820" y="92568"/>
                    <a:pt x="92654" y="92568"/>
                  </a:cubicBezTo>
                  <a:lnTo>
                    <a:pt x="130994" y="92568"/>
                  </a:lnTo>
                  <a:lnTo>
                    <a:pt x="130994" y="84269"/>
                  </a:lnTo>
                  <a:cubicBezTo>
                    <a:pt x="130994" y="80438"/>
                    <a:pt x="133550" y="77885"/>
                    <a:pt x="137384" y="77885"/>
                  </a:cubicBezTo>
                  <a:cubicBezTo>
                    <a:pt x="141217" y="77885"/>
                    <a:pt x="143774" y="80438"/>
                    <a:pt x="143774" y="84269"/>
                  </a:cubicBezTo>
                  <a:lnTo>
                    <a:pt x="143774" y="92568"/>
                  </a:lnTo>
                  <a:lnTo>
                    <a:pt x="219814" y="92568"/>
                  </a:lnTo>
                  <a:lnTo>
                    <a:pt x="219814" y="84269"/>
                  </a:lnTo>
                  <a:cubicBezTo>
                    <a:pt x="219814" y="80438"/>
                    <a:pt x="222370" y="77885"/>
                    <a:pt x="226204" y="77885"/>
                  </a:cubicBezTo>
                  <a:cubicBezTo>
                    <a:pt x="230038" y="77885"/>
                    <a:pt x="232594" y="80438"/>
                    <a:pt x="232594" y="84269"/>
                  </a:cubicBezTo>
                  <a:lnTo>
                    <a:pt x="232594" y="92568"/>
                  </a:lnTo>
                  <a:lnTo>
                    <a:pt x="270934" y="92568"/>
                  </a:lnTo>
                  <a:cubicBezTo>
                    <a:pt x="274767" y="92568"/>
                    <a:pt x="277323" y="95121"/>
                    <a:pt x="277323" y="98952"/>
                  </a:cubicBezTo>
                  <a:lnTo>
                    <a:pt x="277323" y="277065"/>
                  </a:lnTo>
                  <a:close/>
                </a:path>
              </a:pathLst>
            </a:custGeom>
            <a:solidFill>
              <a:srgbClr val="43B02A"/>
            </a:solidFill>
            <a:ln w="6390" cap="flat">
              <a:noFill/>
              <a:prstDash val="solid"/>
              <a:miter/>
            </a:ln>
          </p:spPr>
          <p:txBody>
            <a:bodyPr rtlCol="0" anchor="ctr"/>
            <a:lstStyle/>
            <a:p>
              <a:endParaRPr lang="en-US"/>
            </a:p>
          </p:txBody>
        </p:sp>
      </p:grpSp>
      <p:grpSp>
        <p:nvGrpSpPr>
          <p:cNvPr id="791" name="Graphic 4">
            <a:extLst>
              <a:ext uri="{FF2B5EF4-FFF2-40B4-BE49-F238E27FC236}">
                <a16:creationId xmlns:a16="http://schemas.microsoft.com/office/drawing/2014/main" id="{28F99035-BFF3-BE44-8896-B95DC94308DB}"/>
              </a:ext>
            </a:extLst>
          </p:cNvPr>
          <p:cNvGrpSpPr>
            <a:grpSpLocks noChangeAspect="1"/>
          </p:cNvGrpSpPr>
          <p:nvPr/>
        </p:nvGrpSpPr>
        <p:grpSpPr>
          <a:xfrm>
            <a:off x="6146480" y="3824168"/>
            <a:ext cx="362309" cy="361971"/>
            <a:chOff x="6146480" y="3824168"/>
            <a:chExt cx="362309" cy="361971"/>
          </a:xfrm>
          <a:solidFill>
            <a:srgbClr val="43B02A"/>
          </a:solidFill>
        </p:grpSpPr>
        <p:sp>
          <p:nvSpPr>
            <p:cNvPr id="792" name="Graphic 4">
              <a:extLst>
                <a:ext uri="{FF2B5EF4-FFF2-40B4-BE49-F238E27FC236}">
                  <a16:creationId xmlns:a16="http://schemas.microsoft.com/office/drawing/2014/main" id="{96CD1B24-1424-CF49-9814-C69A24952279}"/>
                </a:ext>
              </a:extLst>
            </p:cNvPr>
            <p:cNvSpPr/>
            <p:nvPr/>
          </p:nvSpPr>
          <p:spPr>
            <a:xfrm>
              <a:off x="6233383" y="3910990"/>
              <a:ext cx="189141" cy="188965"/>
            </a:xfrm>
            <a:custGeom>
              <a:avLst/>
              <a:gdLst>
                <a:gd name="connsiteX0" fmla="*/ 94571 w 189141"/>
                <a:gd name="connsiteY0" fmla="*/ 0 h 188965"/>
                <a:gd name="connsiteX1" fmla="*/ 0 w 189141"/>
                <a:gd name="connsiteY1" fmla="*/ 94483 h 188965"/>
                <a:gd name="connsiteX2" fmla="*/ 94571 w 189141"/>
                <a:gd name="connsiteY2" fmla="*/ 188966 h 188965"/>
                <a:gd name="connsiteX3" fmla="*/ 189142 w 189141"/>
                <a:gd name="connsiteY3" fmla="*/ 94483 h 188965"/>
                <a:gd name="connsiteX4" fmla="*/ 189142 w 189141"/>
                <a:gd name="connsiteY4" fmla="*/ 94483 h 188965"/>
                <a:gd name="connsiteX5" fmla="*/ 94571 w 189141"/>
                <a:gd name="connsiteY5" fmla="*/ 0 h 188965"/>
                <a:gd name="connsiteX6" fmla="*/ 27477 w 189141"/>
                <a:gd name="connsiteY6" fmla="*/ 100867 h 188965"/>
                <a:gd name="connsiteX7" fmla="*/ 12141 w 189141"/>
                <a:gd name="connsiteY7" fmla="*/ 100867 h 188965"/>
                <a:gd name="connsiteX8" fmla="*/ 5751 w 189141"/>
                <a:gd name="connsiteY8" fmla="*/ 94483 h 188965"/>
                <a:gd name="connsiteX9" fmla="*/ 12141 w 189141"/>
                <a:gd name="connsiteY9" fmla="*/ 88099 h 188965"/>
                <a:gd name="connsiteX10" fmla="*/ 27477 w 189141"/>
                <a:gd name="connsiteY10" fmla="*/ 88099 h 188965"/>
                <a:gd name="connsiteX11" fmla="*/ 33867 w 189141"/>
                <a:gd name="connsiteY11" fmla="*/ 94483 h 188965"/>
                <a:gd name="connsiteX12" fmla="*/ 27477 w 189141"/>
                <a:gd name="connsiteY12" fmla="*/ 100867 h 188965"/>
                <a:gd name="connsiteX13" fmla="*/ 100322 w 189141"/>
                <a:gd name="connsiteY13" fmla="*/ 173006 h 188965"/>
                <a:gd name="connsiteX14" fmla="*/ 93932 w 189141"/>
                <a:gd name="connsiteY14" fmla="*/ 179390 h 188965"/>
                <a:gd name="connsiteX15" fmla="*/ 87542 w 189141"/>
                <a:gd name="connsiteY15" fmla="*/ 173006 h 188965"/>
                <a:gd name="connsiteX16" fmla="*/ 87542 w 189141"/>
                <a:gd name="connsiteY16" fmla="*/ 155769 h 188965"/>
                <a:gd name="connsiteX17" fmla="*/ 93932 w 189141"/>
                <a:gd name="connsiteY17" fmla="*/ 149385 h 188965"/>
                <a:gd name="connsiteX18" fmla="*/ 100322 w 189141"/>
                <a:gd name="connsiteY18" fmla="*/ 155769 h 188965"/>
                <a:gd name="connsiteX19" fmla="*/ 100322 w 189141"/>
                <a:gd name="connsiteY19" fmla="*/ 173006 h 188965"/>
                <a:gd name="connsiteX20" fmla="*/ 172528 w 189141"/>
                <a:gd name="connsiteY20" fmla="*/ 94483 h 188965"/>
                <a:gd name="connsiteX21" fmla="*/ 166138 w 189141"/>
                <a:gd name="connsiteY21" fmla="*/ 100867 h 188965"/>
                <a:gd name="connsiteX22" fmla="*/ 94571 w 189141"/>
                <a:gd name="connsiteY22" fmla="*/ 100867 h 188965"/>
                <a:gd name="connsiteX23" fmla="*/ 88181 w 189141"/>
                <a:gd name="connsiteY23" fmla="*/ 94483 h 188965"/>
                <a:gd name="connsiteX24" fmla="*/ 88181 w 189141"/>
                <a:gd name="connsiteY24" fmla="*/ 94483 h 188965"/>
                <a:gd name="connsiteX25" fmla="*/ 88181 w 189141"/>
                <a:gd name="connsiteY25" fmla="*/ 93206 h 188965"/>
                <a:gd name="connsiteX26" fmla="*/ 88181 w 189141"/>
                <a:gd name="connsiteY26" fmla="*/ 16598 h 188965"/>
                <a:gd name="connsiteX27" fmla="*/ 94571 w 189141"/>
                <a:gd name="connsiteY27" fmla="*/ 10214 h 188965"/>
                <a:gd name="connsiteX28" fmla="*/ 100961 w 189141"/>
                <a:gd name="connsiteY28" fmla="*/ 16598 h 188965"/>
                <a:gd name="connsiteX29" fmla="*/ 100961 w 189141"/>
                <a:gd name="connsiteY29" fmla="*/ 88099 h 188965"/>
                <a:gd name="connsiteX30" fmla="*/ 166777 w 189141"/>
                <a:gd name="connsiteY30" fmla="*/ 88099 h 188965"/>
                <a:gd name="connsiteX31" fmla="*/ 172528 w 189141"/>
                <a:gd name="connsiteY31" fmla="*/ 94483 h 188965"/>
                <a:gd name="connsiteX32" fmla="*/ 172528 w 189141"/>
                <a:gd name="connsiteY32" fmla="*/ 94483 h 188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89141" h="188965">
                  <a:moveTo>
                    <a:pt x="94571" y="0"/>
                  </a:moveTo>
                  <a:cubicBezTo>
                    <a:pt x="42173" y="0"/>
                    <a:pt x="0" y="42134"/>
                    <a:pt x="0" y="94483"/>
                  </a:cubicBezTo>
                  <a:cubicBezTo>
                    <a:pt x="0" y="146832"/>
                    <a:pt x="42173" y="188966"/>
                    <a:pt x="94571" y="188966"/>
                  </a:cubicBezTo>
                  <a:cubicBezTo>
                    <a:pt x="146969" y="188966"/>
                    <a:pt x="189142" y="146832"/>
                    <a:pt x="189142" y="94483"/>
                  </a:cubicBezTo>
                  <a:lnTo>
                    <a:pt x="189142" y="94483"/>
                  </a:lnTo>
                  <a:cubicBezTo>
                    <a:pt x="188503" y="42134"/>
                    <a:pt x="146330" y="0"/>
                    <a:pt x="94571" y="0"/>
                  </a:cubicBezTo>
                  <a:close/>
                  <a:moveTo>
                    <a:pt x="27477" y="100867"/>
                  </a:moveTo>
                  <a:lnTo>
                    <a:pt x="12141" y="100867"/>
                  </a:lnTo>
                  <a:cubicBezTo>
                    <a:pt x="8307" y="100867"/>
                    <a:pt x="5751" y="98313"/>
                    <a:pt x="5751" y="94483"/>
                  </a:cubicBezTo>
                  <a:cubicBezTo>
                    <a:pt x="5751" y="90653"/>
                    <a:pt x="8307" y="88099"/>
                    <a:pt x="12141" y="88099"/>
                  </a:cubicBezTo>
                  <a:lnTo>
                    <a:pt x="27477" y="88099"/>
                  </a:lnTo>
                  <a:cubicBezTo>
                    <a:pt x="31311" y="88099"/>
                    <a:pt x="33867" y="90653"/>
                    <a:pt x="33867" y="94483"/>
                  </a:cubicBezTo>
                  <a:cubicBezTo>
                    <a:pt x="33867" y="98313"/>
                    <a:pt x="31311" y="100867"/>
                    <a:pt x="27477" y="100867"/>
                  </a:cubicBezTo>
                  <a:close/>
                  <a:moveTo>
                    <a:pt x="100322" y="173006"/>
                  </a:moveTo>
                  <a:cubicBezTo>
                    <a:pt x="100322" y="176836"/>
                    <a:pt x="97766" y="179390"/>
                    <a:pt x="93932" y="179390"/>
                  </a:cubicBezTo>
                  <a:cubicBezTo>
                    <a:pt x="90098" y="179390"/>
                    <a:pt x="87542" y="176836"/>
                    <a:pt x="87542" y="173006"/>
                  </a:cubicBezTo>
                  <a:lnTo>
                    <a:pt x="87542" y="155769"/>
                  </a:lnTo>
                  <a:cubicBezTo>
                    <a:pt x="87542" y="151939"/>
                    <a:pt x="90098" y="149385"/>
                    <a:pt x="93932" y="149385"/>
                  </a:cubicBezTo>
                  <a:cubicBezTo>
                    <a:pt x="97766" y="149385"/>
                    <a:pt x="100322" y="151939"/>
                    <a:pt x="100322" y="155769"/>
                  </a:cubicBezTo>
                  <a:lnTo>
                    <a:pt x="100322" y="173006"/>
                  </a:lnTo>
                  <a:close/>
                  <a:moveTo>
                    <a:pt x="172528" y="94483"/>
                  </a:moveTo>
                  <a:cubicBezTo>
                    <a:pt x="172528" y="98313"/>
                    <a:pt x="169972" y="100867"/>
                    <a:pt x="166138" y="100867"/>
                  </a:cubicBezTo>
                  <a:lnTo>
                    <a:pt x="94571" y="100867"/>
                  </a:lnTo>
                  <a:cubicBezTo>
                    <a:pt x="90737" y="100867"/>
                    <a:pt x="88181" y="98313"/>
                    <a:pt x="88181" y="94483"/>
                  </a:cubicBezTo>
                  <a:cubicBezTo>
                    <a:pt x="88181" y="94483"/>
                    <a:pt x="88181" y="94483"/>
                    <a:pt x="88181" y="94483"/>
                  </a:cubicBezTo>
                  <a:cubicBezTo>
                    <a:pt x="88181" y="93845"/>
                    <a:pt x="88181" y="93845"/>
                    <a:pt x="88181" y="93206"/>
                  </a:cubicBezTo>
                  <a:lnTo>
                    <a:pt x="88181" y="16598"/>
                  </a:lnTo>
                  <a:cubicBezTo>
                    <a:pt x="88181" y="12768"/>
                    <a:pt x="90737" y="10214"/>
                    <a:pt x="94571" y="10214"/>
                  </a:cubicBezTo>
                  <a:cubicBezTo>
                    <a:pt x="98405" y="10214"/>
                    <a:pt x="100961" y="12768"/>
                    <a:pt x="100961" y="16598"/>
                  </a:cubicBezTo>
                  <a:lnTo>
                    <a:pt x="100961" y="88099"/>
                  </a:lnTo>
                  <a:lnTo>
                    <a:pt x="166777" y="88099"/>
                  </a:lnTo>
                  <a:cubicBezTo>
                    <a:pt x="169972" y="88099"/>
                    <a:pt x="172528" y="91291"/>
                    <a:pt x="172528" y="94483"/>
                  </a:cubicBezTo>
                  <a:cubicBezTo>
                    <a:pt x="172528" y="94483"/>
                    <a:pt x="172528" y="94483"/>
                    <a:pt x="172528" y="94483"/>
                  </a:cubicBezTo>
                  <a:close/>
                </a:path>
              </a:pathLst>
            </a:custGeom>
            <a:solidFill>
              <a:srgbClr val="43B02A"/>
            </a:solidFill>
            <a:ln w="6390" cap="flat">
              <a:noFill/>
              <a:prstDash val="solid"/>
              <a:miter/>
            </a:ln>
          </p:spPr>
          <p:txBody>
            <a:bodyPr rtlCol="0" anchor="ctr"/>
            <a:lstStyle/>
            <a:p>
              <a:endParaRPr lang="en-US"/>
            </a:p>
          </p:txBody>
        </p:sp>
        <p:sp>
          <p:nvSpPr>
            <p:cNvPr id="793" name="Graphic 4">
              <a:extLst>
                <a:ext uri="{FF2B5EF4-FFF2-40B4-BE49-F238E27FC236}">
                  <a16:creationId xmlns:a16="http://schemas.microsoft.com/office/drawing/2014/main" id="{4D0DC3DA-AF6C-5F4C-939A-D640EFBEC88D}"/>
                </a:ext>
              </a:extLst>
            </p:cNvPr>
            <p:cNvSpPr/>
            <p:nvPr/>
          </p:nvSpPr>
          <p:spPr>
            <a:xfrm>
              <a:off x="6146480" y="3824168"/>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288556 h 361971"/>
                <a:gd name="connsiteX7" fmla="*/ 74123 w 362309"/>
                <a:gd name="connsiteY7" fmla="*/ 181305 h 361971"/>
                <a:gd name="connsiteX8" fmla="*/ 181474 w 362309"/>
                <a:gd name="connsiteY8" fmla="*/ 74054 h 361971"/>
                <a:gd name="connsiteX9" fmla="*/ 288825 w 362309"/>
                <a:gd name="connsiteY9" fmla="*/ 181305 h 361971"/>
                <a:gd name="connsiteX10" fmla="*/ 288825 w 362309"/>
                <a:gd name="connsiteY10" fmla="*/ 181305 h 361971"/>
                <a:gd name="connsiteX11" fmla="*/ 181474 w 362309"/>
                <a:gd name="connsiteY11" fmla="*/ 288556 h 361971"/>
                <a:gd name="connsiteX12" fmla="*/ 181474 w 362309"/>
                <a:gd name="connsiteY12" fmla="*/ 28855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257"/>
                    <a:pt x="81152" y="361971"/>
                    <a:pt x="180835" y="361971"/>
                  </a:cubicBezTo>
                  <a:cubicBezTo>
                    <a:pt x="280518" y="361971"/>
                    <a:pt x="362309" y="280895"/>
                    <a:pt x="362309" y="181305"/>
                  </a:cubicBezTo>
                  <a:cubicBezTo>
                    <a:pt x="362309" y="181305"/>
                    <a:pt x="362309" y="181305"/>
                    <a:pt x="362309" y="181305"/>
                  </a:cubicBezTo>
                  <a:cubicBezTo>
                    <a:pt x="362309" y="81076"/>
                    <a:pt x="281157" y="0"/>
                    <a:pt x="181474" y="0"/>
                  </a:cubicBezTo>
                  <a:close/>
                  <a:moveTo>
                    <a:pt x="181474" y="288556"/>
                  </a:moveTo>
                  <a:cubicBezTo>
                    <a:pt x="122048" y="288556"/>
                    <a:pt x="74123" y="240676"/>
                    <a:pt x="74123" y="181305"/>
                  </a:cubicBezTo>
                  <a:cubicBezTo>
                    <a:pt x="74123" y="121934"/>
                    <a:pt x="122048" y="74054"/>
                    <a:pt x="181474" y="74054"/>
                  </a:cubicBezTo>
                  <a:cubicBezTo>
                    <a:pt x="240900" y="74054"/>
                    <a:pt x="288825" y="121934"/>
                    <a:pt x="288825" y="181305"/>
                  </a:cubicBezTo>
                  <a:lnTo>
                    <a:pt x="288825" y="181305"/>
                  </a:lnTo>
                  <a:cubicBezTo>
                    <a:pt x="288825" y="240038"/>
                    <a:pt x="240261" y="287917"/>
                    <a:pt x="181474" y="288556"/>
                  </a:cubicBezTo>
                  <a:lnTo>
                    <a:pt x="181474" y="288556"/>
                  </a:lnTo>
                  <a:close/>
                </a:path>
              </a:pathLst>
            </a:custGeom>
            <a:solidFill>
              <a:srgbClr val="43B02A"/>
            </a:solidFill>
            <a:ln w="6390" cap="flat">
              <a:noFill/>
              <a:prstDash val="solid"/>
              <a:miter/>
            </a:ln>
          </p:spPr>
          <p:txBody>
            <a:bodyPr rtlCol="0" anchor="ctr"/>
            <a:lstStyle/>
            <a:p>
              <a:endParaRPr lang="en-US"/>
            </a:p>
          </p:txBody>
        </p:sp>
      </p:grpSp>
      <p:grpSp>
        <p:nvGrpSpPr>
          <p:cNvPr id="794" name="Graphic 4">
            <a:extLst>
              <a:ext uri="{FF2B5EF4-FFF2-40B4-BE49-F238E27FC236}">
                <a16:creationId xmlns:a16="http://schemas.microsoft.com/office/drawing/2014/main" id="{2E94970D-5282-1F48-92FF-BF0D5C1F1C0B}"/>
              </a:ext>
            </a:extLst>
          </p:cNvPr>
          <p:cNvGrpSpPr>
            <a:grpSpLocks noChangeAspect="1"/>
          </p:cNvGrpSpPr>
          <p:nvPr/>
        </p:nvGrpSpPr>
        <p:grpSpPr>
          <a:xfrm>
            <a:off x="1515054" y="2371173"/>
            <a:ext cx="362309" cy="362610"/>
            <a:chOff x="1515054" y="2371173"/>
            <a:chExt cx="362309" cy="362610"/>
          </a:xfrm>
          <a:solidFill>
            <a:srgbClr val="046A38"/>
          </a:solidFill>
        </p:grpSpPr>
        <p:sp>
          <p:nvSpPr>
            <p:cNvPr id="795" name="Graphic 4">
              <a:extLst>
                <a:ext uri="{FF2B5EF4-FFF2-40B4-BE49-F238E27FC236}">
                  <a16:creationId xmlns:a16="http://schemas.microsoft.com/office/drawing/2014/main" id="{C4E71A30-73FC-F34D-8240-683814C97D1A}"/>
                </a:ext>
              </a:extLst>
            </p:cNvPr>
            <p:cNvSpPr/>
            <p:nvPr/>
          </p:nvSpPr>
          <p:spPr>
            <a:xfrm>
              <a:off x="1515054" y="237117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180835 w 362309"/>
                <a:gd name="connsiteY6" fmla="*/ 349204 h 362610"/>
                <a:gd name="connsiteX7" fmla="*/ 12780 w 362309"/>
                <a:gd name="connsiteY7" fmla="*/ 180667 h 362610"/>
                <a:gd name="connsiteX8" fmla="*/ 181474 w 362309"/>
                <a:gd name="connsiteY8" fmla="*/ 12130 h 362610"/>
                <a:gd name="connsiteX9" fmla="*/ 349529 w 362309"/>
                <a:gd name="connsiteY9" fmla="*/ 180667 h 362610"/>
                <a:gd name="connsiteX10" fmla="*/ 349529 w 362309"/>
                <a:gd name="connsiteY10" fmla="*/ 180667 h 362610"/>
                <a:gd name="connsiteX11" fmla="*/ 180835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1670" y="81077"/>
                    <a:pt x="280518" y="0"/>
                    <a:pt x="180835" y="0"/>
                  </a:cubicBezTo>
                  <a:lnTo>
                    <a:pt x="180835" y="0"/>
                  </a:lnTo>
                  <a:close/>
                  <a:moveTo>
                    <a:pt x="180835" y="349204"/>
                  </a:moveTo>
                  <a:cubicBezTo>
                    <a:pt x="87542" y="349204"/>
                    <a:pt x="12780" y="273873"/>
                    <a:pt x="12780" y="180667"/>
                  </a:cubicBezTo>
                  <a:cubicBezTo>
                    <a:pt x="12780" y="87461"/>
                    <a:pt x="88181" y="12130"/>
                    <a:pt x="181474" y="12130"/>
                  </a:cubicBezTo>
                  <a:cubicBezTo>
                    <a:pt x="274767" y="12130"/>
                    <a:pt x="349529" y="87461"/>
                    <a:pt x="349529" y="180667"/>
                  </a:cubicBezTo>
                  <a:cubicBezTo>
                    <a:pt x="349529" y="180667"/>
                    <a:pt x="349529" y="180667"/>
                    <a:pt x="349529" y="180667"/>
                  </a:cubicBezTo>
                  <a:cubicBezTo>
                    <a:pt x="348891"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796" name="Graphic 4">
              <a:extLst>
                <a:ext uri="{FF2B5EF4-FFF2-40B4-BE49-F238E27FC236}">
                  <a16:creationId xmlns:a16="http://schemas.microsoft.com/office/drawing/2014/main" id="{CFED4270-6A24-3C43-9A16-6F41B49B1A98}"/>
                </a:ext>
              </a:extLst>
            </p:cNvPr>
            <p:cNvSpPr/>
            <p:nvPr/>
          </p:nvSpPr>
          <p:spPr>
            <a:xfrm>
              <a:off x="1584544" y="2436439"/>
              <a:ext cx="133192" cy="133276"/>
            </a:xfrm>
            <a:custGeom>
              <a:avLst/>
              <a:gdLst>
                <a:gd name="connsiteX0" fmla="*/ 96009 w 133192"/>
                <a:gd name="connsiteY0" fmla="*/ 121147 h 133276"/>
                <a:gd name="connsiteX1" fmla="*/ 105594 w 133192"/>
                <a:gd name="connsiteY1" fmla="*/ 119870 h 133276"/>
                <a:gd name="connsiteX2" fmla="*/ 115179 w 133192"/>
                <a:gd name="connsiteY2" fmla="*/ 111571 h 133276"/>
                <a:gd name="connsiteX3" fmla="*/ 117096 w 133192"/>
                <a:gd name="connsiteY3" fmla="*/ 101995 h 133276"/>
                <a:gd name="connsiteX4" fmla="*/ 114540 w 133192"/>
                <a:gd name="connsiteY4" fmla="*/ 95611 h 133276"/>
                <a:gd name="connsiteX5" fmla="*/ 117096 w 133192"/>
                <a:gd name="connsiteY5" fmla="*/ 90503 h 133276"/>
                <a:gd name="connsiteX6" fmla="*/ 124125 w 133192"/>
                <a:gd name="connsiteY6" fmla="*/ 89227 h 133276"/>
                <a:gd name="connsiteX7" fmla="*/ 131153 w 133192"/>
                <a:gd name="connsiteY7" fmla="*/ 82204 h 133276"/>
                <a:gd name="connsiteX8" fmla="*/ 133070 w 133192"/>
                <a:gd name="connsiteY8" fmla="*/ 69436 h 133276"/>
                <a:gd name="connsiteX9" fmla="*/ 128598 w 133192"/>
                <a:gd name="connsiteY9" fmla="*/ 60499 h 133276"/>
                <a:gd name="connsiteX10" fmla="*/ 122208 w 133192"/>
                <a:gd name="connsiteY10" fmla="*/ 57307 h 133276"/>
                <a:gd name="connsiteX11" fmla="*/ 120930 w 133192"/>
                <a:gd name="connsiteY11" fmla="*/ 51561 h 133276"/>
                <a:gd name="connsiteX12" fmla="*/ 125403 w 133192"/>
                <a:gd name="connsiteY12" fmla="*/ 45816 h 133276"/>
                <a:gd name="connsiteX13" fmla="*/ 126042 w 133192"/>
                <a:gd name="connsiteY13" fmla="*/ 35601 h 133276"/>
                <a:gd name="connsiteX14" fmla="*/ 119652 w 133192"/>
                <a:gd name="connsiteY14" fmla="*/ 24748 h 133276"/>
                <a:gd name="connsiteX15" fmla="*/ 110067 w 133192"/>
                <a:gd name="connsiteY15" fmla="*/ 20918 h 133276"/>
                <a:gd name="connsiteX16" fmla="*/ 103038 w 133192"/>
                <a:gd name="connsiteY16" fmla="*/ 22833 h 133276"/>
                <a:gd name="connsiteX17" fmla="*/ 98565 w 133192"/>
                <a:gd name="connsiteY17" fmla="*/ 19641 h 133276"/>
                <a:gd name="connsiteX18" fmla="*/ 98565 w 133192"/>
                <a:gd name="connsiteY18" fmla="*/ 12619 h 133276"/>
                <a:gd name="connsiteX19" fmla="*/ 92814 w 133192"/>
                <a:gd name="connsiteY19" fmla="*/ 4320 h 133276"/>
                <a:gd name="connsiteX20" fmla="*/ 80673 w 133192"/>
                <a:gd name="connsiteY20" fmla="*/ 489 h 133276"/>
                <a:gd name="connsiteX21" fmla="*/ 71088 w 133192"/>
                <a:gd name="connsiteY21" fmla="*/ 3681 h 133276"/>
                <a:gd name="connsiteX22" fmla="*/ 66615 w 133192"/>
                <a:gd name="connsiteY22" fmla="*/ 9427 h 133276"/>
                <a:gd name="connsiteX23" fmla="*/ 60864 w 133192"/>
                <a:gd name="connsiteY23" fmla="*/ 9427 h 133276"/>
                <a:gd name="connsiteX24" fmla="*/ 56391 w 133192"/>
                <a:gd name="connsiteY24" fmla="*/ 3681 h 133276"/>
                <a:gd name="connsiteX25" fmla="*/ 46806 w 133192"/>
                <a:gd name="connsiteY25" fmla="*/ 1128 h 133276"/>
                <a:gd name="connsiteX26" fmla="*/ 35304 w 133192"/>
                <a:gd name="connsiteY26" fmla="*/ 5596 h 133276"/>
                <a:gd name="connsiteX27" fmla="*/ 30192 w 133192"/>
                <a:gd name="connsiteY27" fmla="*/ 13896 h 133276"/>
                <a:gd name="connsiteX28" fmla="*/ 30831 w 133192"/>
                <a:gd name="connsiteY28" fmla="*/ 20918 h 133276"/>
                <a:gd name="connsiteX29" fmla="*/ 26359 w 133192"/>
                <a:gd name="connsiteY29" fmla="*/ 24748 h 133276"/>
                <a:gd name="connsiteX30" fmla="*/ 19330 w 133192"/>
                <a:gd name="connsiteY30" fmla="*/ 23472 h 133276"/>
                <a:gd name="connsiteX31" fmla="*/ 10384 w 133192"/>
                <a:gd name="connsiteY31" fmla="*/ 27940 h 133276"/>
                <a:gd name="connsiteX32" fmla="*/ 4633 w 133192"/>
                <a:gd name="connsiteY32" fmla="*/ 38793 h 133276"/>
                <a:gd name="connsiteX33" fmla="*/ 5911 w 133192"/>
                <a:gd name="connsiteY33" fmla="*/ 49008 h 133276"/>
                <a:gd name="connsiteX34" fmla="*/ 11023 w 133192"/>
                <a:gd name="connsiteY34" fmla="*/ 54115 h 133276"/>
                <a:gd name="connsiteX35" fmla="*/ 10384 w 133192"/>
                <a:gd name="connsiteY35" fmla="*/ 59860 h 133276"/>
                <a:gd name="connsiteX36" fmla="*/ 3994 w 133192"/>
                <a:gd name="connsiteY36" fmla="*/ 63691 h 133276"/>
                <a:gd name="connsiteX37" fmla="*/ 160 w 133192"/>
                <a:gd name="connsiteY37" fmla="*/ 72628 h 133276"/>
                <a:gd name="connsiteX38" fmla="*/ 2716 w 133192"/>
                <a:gd name="connsiteY38" fmla="*/ 84758 h 133276"/>
                <a:gd name="connsiteX39" fmla="*/ 9745 w 133192"/>
                <a:gd name="connsiteY39" fmla="*/ 91780 h 133276"/>
                <a:gd name="connsiteX40" fmla="*/ 16774 w 133192"/>
                <a:gd name="connsiteY40" fmla="*/ 92419 h 133276"/>
                <a:gd name="connsiteX41" fmla="*/ 19969 w 133192"/>
                <a:gd name="connsiteY41" fmla="*/ 97526 h 133276"/>
                <a:gd name="connsiteX42" fmla="*/ 17413 w 133192"/>
                <a:gd name="connsiteY42" fmla="*/ 104548 h 133276"/>
                <a:gd name="connsiteX43" fmla="*/ 19969 w 133192"/>
                <a:gd name="connsiteY43" fmla="*/ 114124 h 133276"/>
                <a:gd name="connsiteX44" fmla="*/ 30192 w 133192"/>
                <a:gd name="connsiteY44" fmla="*/ 121785 h 133276"/>
                <a:gd name="connsiteX45" fmla="*/ 40416 w 133192"/>
                <a:gd name="connsiteY45" fmla="*/ 122423 h 133276"/>
                <a:gd name="connsiteX46" fmla="*/ 46806 w 133192"/>
                <a:gd name="connsiteY46" fmla="*/ 118593 h 133276"/>
                <a:gd name="connsiteX47" fmla="*/ 51918 w 133192"/>
                <a:gd name="connsiteY47" fmla="*/ 120508 h 133276"/>
                <a:gd name="connsiteX48" fmla="*/ 54474 w 133192"/>
                <a:gd name="connsiteY48" fmla="*/ 127531 h 133276"/>
                <a:gd name="connsiteX49" fmla="*/ 62781 w 133192"/>
                <a:gd name="connsiteY49" fmla="*/ 133276 h 133276"/>
                <a:gd name="connsiteX50" fmla="*/ 62781 w 133192"/>
                <a:gd name="connsiteY50" fmla="*/ 133276 h 133276"/>
                <a:gd name="connsiteX51" fmla="*/ 75561 w 133192"/>
                <a:gd name="connsiteY51" fmla="*/ 132638 h 133276"/>
                <a:gd name="connsiteX52" fmla="*/ 83229 w 133192"/>
                <a:gd name="connsiteY52" fmla="*/ 126254 h 133276"/>
                <a:gd name="connsiteX53" fmla="*/ 85146 w 133192"/>
                <a:gd name="connsiteY53" fmla="*/ 119231 h 133276"/>
                <a:gd name="connsiteX54" fmla="*/ 90258 w 133192"/>
                <a:gd name="connsiteY54" fmla="*/ 117316 h 133276"/>
                <a:gd name="connsiteX55" fmla="*/ 96009 w 133192"/>
                <a:gd name="connsiteY55" fmla="*/ 121147 h 133276"/>
                <a:gd name="connsiteX56" fmla="*/ 76839 w 133192"/>
                <a:gd name="connsiteY56" fmla="*/ 109017 h 133276"/>
                <a:gd name="connsiteX57" fmla="*/ 73005 w 133192"/>
                <a:gd name="connsiteY57" fmla="*/ 112847 h 133276"/>
                <a:gd name="connsiteX58" fmla="*/ 71088 w 133192"/>
                <a:gd name="connsiteY58" fmla="*/ 119870 h 133276"/>
                <a:gd name="connsiteX59" fmla="*/ 64698 w 133192"/>
                <a:gd name="connsiteY59" fmla="*/ 119870 h 133276"/>
                <a:gd name="connsiteX60" fmla="*/ 62142 w 133192"/>
                <a:gd name="connsiteY60" fmla="*/ 112847 h 133276"/>
                <a:gd name="connsiteX61" fmla="*/ 58308 w 133192"/>
                <a:gd name="connsiteY61" fmla="*/ 109017 h 133276"/>
                <a:gd name="connsiteX62" fmla="*/ 46806 w 133192"/>
                <a:gd name="connsiteY62" fmla="*/ 105187 h 133276"/>
                <a:gd name="connsiteX63" fmla="*/ 44889 w 133192"/>
                <a:gd name="connsiteY63" fmla="*/ 105187 h 133276"/>
                <a:gd name="connsiteX64" fmla="*/ 41055 w 133192"/>
                <a:gd name="connsiteY64" fmla="*/ 106463 h 133276"/>
                <a:gd name="connsiteX65" fmla="*/ 35304 w 133192"/>
                <a:gd name="connsiteY65" fmla="*/ 110294 h 133276"/>
                <a:gd name="connsiteX66" fmla="*/ 30192 w 133192"/>
                <a:gd name="connsiteY66" fmla="*/ 106463 h 133276"/>
                <a:gd name="connsiteX67" fmla="*/ 32748 w 133192"/>
                <a:gd name="connsiteY67" fmla="*/ 99441 h 133276"/>
                <a:gd name="connsiteX68" fmla="*/ 32109 w 133192"/>
                <a:gd name="connsiteY68" fmla="*/ 93695 h 133276"/>
                <a:gd name="connsiteX69" fmla="*/ 25720 w 133192"/>
                <a:gd name="connsiteY69" fmla="*/ 83481 h 133276"/>
                <a:gd name="connsiteX70" fmla="*/ 21247 w 133192"/>
                <a:gd name="connsiteY70" fmla="*/ 80289 h 133276"/>
                <a:gd name="connsiteX71" fmla="*/ 14218 w 133192"/>
                <a:gd name="connsiteY71" fmla="*/ 79651 h 133276"/>
                <a:gd name="connsiteX72" fmla="*/ 12940 w 133192"/>
                <a:gd name="connsiteY72" fmla="*/ 73267 h 133276"/>
                <a:gd name="connsiteX73" fmla="*/ 19330 w 133192"/>
                <a:gd name="connsiteY73" fmla="*/ 69436 h 133276"/>
                <a:gd name="connsiteX74" fmla="*/ 22525 w 133192"/>
                <a:gd name="connsiteY74" fmla="*/ 64968 h 133276"/>
                <a:gd name="connsiteX75" fmla="*/ 24442 w 133192"/>
                <a:gd name="connsiteY75" fmla="*/ 53476 h 133276"/>
                <a:gd name="connsiteX76" fmla="*/ 22525 w 133192"/>
                <a:gd name="connsiteY76" fmla="*/ 48369 h 133276"/>
                <a:gd name="connsiteX77" fmla="*/ 17413 w 133192"/>
                <a:gd name="connsiteY77" fmla="*/ 43262 h 133276"/>
                <a:gd name="connsiteX78" fmla="*/ 20608 w 133192"/>
                <a:gd name="connsiteY78" fmla="*/ 37516 h 133276"/>
                <a:gd name="connsiteX79" fmla="*/ 27637 w 133192"/>
                <a:gd name="connsiteY79" fmla="*/ 38793 h 133276"/>
                <a:gd name="connsiteX80" fmla="*/ 32748 w 133192"/>
                <a:gd name="connsiteY80" fmla="*/ 37516 h 133276"/>
                <a:gd name="connsiteX81" fmla="*/ 41694 w 133192"/>
                <a:gd name="connsiteY81" fmla="*/ 29856 h 133276"/>
                <a:gd name="connsiteX82" fmla="*/ 43611 w 133192"/>
                <a:gd name="connsiteY82" fmla="*/ 24748 h 133276"/>
                <a:gd name="connsiteX83" fmla="*/ 42972 w 133192"/>
                <a:gd name="connsiteY83" fmla="*/ 17726 h 133276"/>
                <a:gd name="connsiteX84" fmla="*/ 49362 w 133192"/>
                <a:gd name="connsiteY84" fmla="*/ 15172 h 133276"/>
                <a:gd name="connsiteX85" fmla="*/ 53835 w 133192"/>
                <a:gd name="connsiteY85" fmla="*/ 20918 h 133276"/>
                <a:gd name="connsiteX86" fmla="*/ 58947 w 133192"/>
                <a:gd name="connsiteY86" fmla="*/ 22833 h 133276"/>
                <a:gd name="connsiteX87" fmla="*/ 71088 w 133192"/>
                <a:gd name="connsiteY87" fmla="*/ 22195 h 133276"/>
                <a:gd name="connsiteX88" fmla="*/ 76200 w 133192"/>
                <a:gd name="connsiteY88" fmla="*/ 19641 h 133276"/>
                <a:gd name="connsiteX89" fmla="*/ 80673 w 133192"/>
                <a:gd name="connsiteY89" fmla="*/ 13896 h 133276"/>
                <a:gd name="connsiteX90" fmla="*/ 87063 w 133192"/>
                <a:gd name="connsiteY90" fmla="*/ 15811 h 133276"/>
                <a:gd name="connsiteX91" fmla="*/ 87063 w 133192"/>
                <a:gd name="connsiteY91" fmla="*/ 22833 h 133276"/>
                <a:gd name="connsiteX92" fmla="*/ 89619 w 133192"/>
                <a:gd name="connsiteY92" fmla="*/ 27940 h 133276"/>
                <a:gd name="connsiteX93" fmla="*/ 99204 w 133192"/>
                <a:gd name="connsiteY93" fmla="*/ 34963 h 133276"/>
                <a:gd name="connsiteX94" fmla="*/ 104955 w 133192"/>
                <a:gd name="connsiteY94" fmla="*/ 36240 h 133276"/>
                <a:gd name="connsiteX95" fmla="*/ 111984 w 133192"/>
                <a:gd name="connsiteY95" fmla="*/ 34324 h 133276"/>
                <a:gd name="connsiteX96" fmla="*/ 115179 w 133192"/>
                <a:gd name="connsiteY96" fmla="*/ 40070 h 133276"/>
                <a:gd name="connsiteX97" fmla="*/ 110706 w 133192"/>
                <a:gd name="connsiteY97" fmla="*/ 45816 h 133276"/>
                <a:gd name="connsiteX98" fmla="*/ 109428 w 133192"/>
                <a:gd name="connsiteY98" fmla="*/ 50923 h 133276"/>
                <a:gd name="connsiteX99" fmla="*/ 111984 w 133192"/>
                <a:gd name="connsiteY99" fmla="*/ 62414 h 133276"/>
                <a:gd name="connsiteX100" fmla="*/ 115179 w 133192"/>
                <a:gd name="connsiteY100" fmla="*/ 66883 h 133276"/>
                <a:gd name="connsiteX101" fmla="*/ 121569 w 133192"/>
                <a:gd name="connsiteY101" fmla="*/ 70075 h 133276"/>
                <a:gd name="connsiteX102" fmla="*/ 120930 w 133192"/>
                <a:gd name="connsiteY102" fmla="*/ 76459 h 133276"/>
                <a:gd name="connsiteX103" fmla="*/ 113901 w 133192"/>
                <a:gd name="connsiteY103" fmla="*/ 77736 h 133276"/>
                <a:gd name="connsiteX104" fmla="*/ 109428 w 133192"/>
                <a:gd name="connsiteY104" fmla="*/ 80928 h 133276"/>
                <a:gd name="connsiteX105" fmla="*/ 103677 w 133192"/>
                <a:gd name="connsiteY105" fmla="*/ 91142 h 133276"/>
                <a:gd name="connsiteX106" fmla="*/ 103677 w 133192"/>
                <a:gd name="connsiteY106" fmla="*/ 96887 h 133276"/>
                <a:gd name="connsiteX107" fmla="*/ 106872 w 133192"/>
                <a:gd name="connsiteY107" fmla="*/ 103910 h 133276"/>
                <a:gd name="connsiteX108" fmla="*/ 101760 w 133192"/>
                <a:gd name="connsiteY108" fmla="*/ 108379 h 133276"/>
                <a:gd name="connsiteX109" fmla="*/ 95370 w 133192"/>
                <a:gd name="connsiteY109" fmla="*/ 104548 h 133276"/>
                <a:gd name="connsiteX110" fmla="*/ 89619 w 133192"/>
                <a:gd name="connsiteY110" fmla="*/ 103910 h 133276"/>
                <a:gd name="connsiteX111" fmla="*/ 76839 w 133192"/>
                <a:gd name="connsiteY111" fmla="*/ 109017 h 13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33192" h="133276">
                  <a:moveTo>
                    <a:pt x="96009" y="121147"/>
                  </a:moveTo>
                  <a:cubicBezTo>
                    <a:pt x="99204" y="123062"/>
                    <a:pt x="103038" y="122423"/>
                    <a:pt x="105594" y="119870"/>
                  </a:cubicBezTo>
                  <a:lnTo>
                    <a:pt x="115179" y="111571"/>
                  </a:lnTo>
                  <a:cubicBezTo>
                    <a:pt x="117735" y="109017"/>
                    <a:pt x="119013" y="105187"/>
                    <a:pt x="117096" y="101995"/>
                  </a:cubicBezTo>
                  <a:lnTo>
                    <a:pt x="114540" y="95611"/>
                  </a:lnTo>
                  <a:lnTo>
                    <a:pt x="117096" y="90503"/>
                  </a:lnTo>
                  <a:lnTo>
                    <a:pt x="124125" y="89227"/>
                  </a:lnTo>
                  <a:cubicBezTo>
                    <a:pt x="127959" y="88588"/>
                    <a:pt x="130514" y="85396"/>
                    <a:pt x="131153" y="82204"/>
                  </a:cubicBezTo>
                  <a:lnTo>
                    <a:pt x="133070" y="69436"/>
                  </a:lnTo>
                  <a:cubicBezTo>
                    <a:pt x="133709" y="65606"/>
                    <a:pt x="131793" y="62414"/>
                    <a:pt x="128598" y="60499"/>
                  </a:cubicBezTo>
                  <a:lnTo>
                    <a:pt x="122208" y="57307"/>
                  </a:lnTo>
                  <a:lnTo>
                    <a:pt x="120930" y="51561"/>
                  </a:lnTo>
                  <a:lnTo>
                    <a:pt x="125403" y="45816"/>
                  </a:lnTo>
                  <a:cubicBezTo>
                    <a:pt x="127959" y="43262"/>
                    <a:pt x="127959" y="38793"/>
                    <a:pt x="126042" y="35601"/>
                  </a:cubicBezTo>
                  <a:lnTo>
                    <a:pt x="119652" y="24748"/>
                  </a:lnTo>
                  <a:cubicBezTo>
                    <a:pt x="117735" y="21556"/>
                    <a:pt x="113901" y="20280"/>
                    <a:pt x="110067" y="20918"/>
                  </a:cubicBezTo>
                  <a:lnTo>
                    <a:pt x="103038" y="22833"/>
                  </a:lnTo>
                  <a:lnTo>
                    <a:pt x="98565" y="19641"/>
                  </a:lnTo>
                  <a:lnTo>
                    <a:pt x="98565" y="12619"/>
                  </a:lnTo>
                  <a:cubicBezTo>
                    <a:pt x="98565" y="8788"/>
                    <a:pt x="96009" y="5596"/>
                    <a:pt x="92814" y="4320"/>
                  </a:cubicBezTo>
                  <a:lnTo>
                    <a:pt x="80673" y="489"/>
                  </a:lnTo>
                  <a:cubicBezTo>
                    <a:pt x="77478" y="-788"/>
                    <a:pt x="73644" y="489"/>
                    <a:pt x="71088" y="3681"/>
                  </a:cubicBezTo>
                  <a:lnTo>
                    <a:pt x="66615" y="9427"/>
                  </a:lnTo>
                  <a:lnTo>
                    <a:pt x="60864" y="9427"/>
                  </a:lnTo>
                  <a:lnTo>
                    <a:pt x="56391" y="3681"/>
                  </a:lnTo>
                  <a:cubicBezTo>
                    <a:pt x="53835" y="1128"/>
                    <a:pt x="50001" y="-149"/>
                    <a:pt x="46806" y="1128"/>
                  </a:cubicBezTo>
                  <a:lnTo>
                    <a:pt x="35304" y="5596"/>
                  </a:lnTo>
                  <a:cubicBezTo>
                    <a:pt x="32109" y="6873"/>
                    <a:pt x="29554" y="10704"/>
                    <a:pt x="30192" y="13896"/>
                  </a:cubicBezTo>
                  <a:lnTo>
                    <a:pt x="30831" y="20918"/>
                  </a:lnTo>
                  <a:lnTo>
                    <a:pt x="26359" y="24748"/>
                  </a:lnTo>
                  <a:lnTo>
                    <a:pt x="19330" y="23472"/>
                  </a:lnTo>
                  <a:cubicBezTo>
                    <a:pt x="15496" y="22833"/>
                    <a:pt x="12301" y="24748"/>
                    <a:pt x="10384" y="27940"/>
                  </a:cubicBezTo>
                  <a:lnTo>
                    <a:pt x="4633" y="38793"/>
                  </a:lnTo>
                  <a:cubicBezTo>
                    <a:pt x="2716" y="41985"/>
                    <a:pt x="3355" y="45816"/>
                    <a:pt x="5911" y="49008"/>
                  </a:cubicBezTo>
                  <a:lnTo>
                    <a:pt x="11023" y="54115"/>
                  </a:lnTo>
                  <a:lnTo>
                    <a:pt x="10384" y="59860"/>
                  </a:lnTo>
                  <a:lnTo>
                    <a:pt x="3994" y="63691"/>
                  </a:lnTo>
                  <a:cubicBezTo>
                    <a:pt x="799" y="65606"/>
                    <a:pt x="-479" y="69436"/>
                    <a:pt x="160" y="72628"/>
                  </a:cubicBezTo>
                  <a:lnTo>
                    <a:pt x="2716" y="84758"/>
                  </a:lnTo>
                  <a:cubicBezTo>
                    <a:pt x="3355" y="88588"/>
                    <a:pt x="6550" y="91142"/>
                    <a:pt x="9745" y="91780"/>
                  </a:cubicBezTo>
                  <a:lnTo>
                    <a:pt x="16774" y="92419"/>
                  </a:lnTo>
                  <a:lnTo>
                    <a:pt x="19969" y="97526"/>
                  </a:lnTo>
                  <a:lnTo>
                    <a:pt x="17413" y="104548"/>
                  </a:lnTo>
                  <a:cubicBezTo>
                    <a:pt x="16135" y="107740"/>
                    <a:pt x="17413" y="111571"/>
                    <a:pt x="19969" y="114124"/>
                  </a:cubicBezTo>
                  <a:lnTo>
                    <a:pt x="30192" y="121785"/>
                  </a:lnTo>
                  <a:cubicBezTo>
                    <a:pt x="33387" y="124339"/>
                    <a:pt x="37221" y="124339"/>
                    <a:pt x="40416" y="122423"/>
                  </a:cubicBezTo>
                  <a:lnTo>
                    <a:pt x="46806" y="118593"/>
                  </a:lnTo>
                  <a:lnTo>
                    <a:pt x="51918" y="120508"/>
                  </a:lnTo>
                  <a:lnTo>
                    <a:pt x="54474" y="127531"/>
                  </a:lnTo>
                  <a:cubicBezTo>
                    <a:pt x="55752" y="130723"/>
                    <a:pt x="58947" y="133276"/>
                    <a:pt x="62781" y="133276"/>
                  </a:cubicBezTo>
                  <a:lnTo>
                    <a:pt x="62781" y="133276"/>
                  </a:lnTo>
                  <a:lnTo>
                    <a:pt x="75561" y="132638"/>
                  </a:lnTo>
                  <a:cubicBezTo>
                    <a:pt x="79395" y="132638"/>
                    <a:pt x="82590" y="130084"/>
                    <a:pt x="83229" y="126254"/>
                  </a:cubicBezTo>
                  <a:lnTo>
                    <a:pt x="85146" y="119231"/>
                  </a:lnTo>
                  <a:lnTo>
                    <a:pt x="90258" y="117316"/>
                  </a:lnTo>
                  <a:lnTo>
                    <a:pt x="96009" y="121147"/>
                  </a:lnTo>
                  <a:close/>
                  <a:moveTo>
                    <a:pt x="76839" y="109017"/>
                  </a:moveTo>
                  <a:cubicBezTo>
                    <a:pt x="74922" y="109655"/>
                    <a:pt x="73644" y="110932"/>
                    <a:pt x="73005" y="112847"/>
                  </a:cubicBezTo>
                  <a:lnTo>
                    <a:pt x="71088" y="119870"/>
                  </a:lnTo>
                  <a:lnTo>
                    <a:pt x="64698" y="119870"/>
                  </a:lnTo>
                  <a:lnTo>
                    <a:pt x="62142" y="112847"/>
                  </a:lnTo>
                  <a:cubicBezTo>
                    <a:pt x="61503" y="110932"/>
                    <a:pt x="60225" y="109655"/>
                    <a:pt x="58308" y="109017"/>
                  </a:cubicBezTo>
                  <a:lnTo>
                    <a:pt x="46806" y="105187"/>
                  </a:lnTo>
                  <a:cubicBezTo>
                    <a:pt x="46167" y="105187"/>
                    <a:pt x="45528" y="104548"/>
                    <a:pt x="44889" y="105187"/>
                  </a:cubicBezTo>
                  <a:cubicBezTo>
                    <a:pt x="43611" y="105187"/>
                    <a:pt x="42333" y="105825"/>
                    <a:pt x="41055" y="106463"/>
                  </a:cubicBezTo>
                  <a:lnTo>
                    <a:pt x="35304" y="110294"/>
                  </a:lnTo>
                  <a:lnTo>
                    <a:pt x="30192" y="106463"/>
                  </a:lnTo>
                  <a:lnTo>
                    <a:pt x="32748" y="99441"/>
                  </a:lnTo>
                  <a:cubicBezTo>
                    <a:pt x="33387" y="97526"/>
                    <a:pt x="33387" y="95611"/>
                    <a:pt x="32109" y="93695"/>
                  </a:cubicBezTo>
                  <a:lnTo>
                    <a:pt x="25720" y="83481"/>
                  </a:lnTo>
                  <a:cubicBezTo>
                    <a:pt x="24442" y="81566"/>
                    <a:pt x="23164" y="80928"/>
                    <a:pt x="21247" y="80289"/>
                  </a:cubicBezTo>
                  <a:lnTo>
                    <a:pt x="14218" y="79651"/>
                  </a:lnTo>
                  <a:lnTo>
                    <a:pt x="12940" y="73267"/>
                  </a:lnTo>
                  <a:lnTo>
                    <a:pt x="19330" y="69436"/>
                  </a:lnTo>
                  <a:cubicBezTo>
                    <a:pt x="21247" y="68160"/>
                    <a:pt x="21886" y="66883"/>
                    <a:pt x="22525" y="64968"/>
                  </a:cubicBezTo>
                  <a:lnTo>
                    <a:pt x="24442" y="53476"/>
                  </a:lnTo>
                  <a:cubicBezTo>
                    <a:pt x="24442" y="51561"/>
                    <a:pt x="23803" y="49646"/>
                    <a:pt x="22525" y="48369"/>
                  </a:cubicBezTo>
                  <a:lnTo>
                    <a:pt x="17413" y="43262"/>
                  </a:lnTo>
                  <a:lnTo>
                    <a:pt x="20608" y="37516"/>
                  </a:lnTo>
                  <a:lnTo>
                    <a:pt x="27637" y="38793"/>
                  </a:lnTo>
                  <a:cubicBezTo>
                    <a:pt x="29554" y="38793"/>
                    <a:pt x="31470" y="38793"/>
                    <a:pt x="32748" y="37516"/>
                  </a:cubicBezTo>
                  <a:lnTo>
                    <a:pt x="41694" y="29856"/>
                  </a:lnTo>
                  <a:cubicBezTo>
                    <a:pt x="42972" y="28579"/>
                    <a:pt x="43611" y="26664"/>
                    <a:pt x="43611" y="24748"/>
                  </a:cubicBezTo>
                  <a:lnTo>
                    <a:pt x="42972" y="17726"/>
                  </a:lnTo>
                  <a:lnTo>
                    <a:pt x="49362" y="15172"/>
                  </a:lnTo>
                  <a:lnTo>
                    <a:pt x="53835" y="20918"/>
                  </a:lnTo>
                  <a:cubicBezTo>
                    <a:pt x="55113" y="22195"/>
                    <a:pt x="57030" y="23472"/>
                    <a:pt x="58947" y="22833"/>
                  </a:cubicBezTo>
                  <a:lnTo>
                    <a:pt x="71088" y="22195"/>
                  </a:lnTo>
                  <a:cubicBezTo>
                    <a:pt x="73005" y="22195"/>
                    <a:pt x="74922" y="20918"/>
                    <a:pt x="76200" y="19641"/>
                  </a:cubicBezTo>
                  <a:lnTo>
                    <a:pt x="80673" y="13896"/>
                  </a:lnTo>
                  <a:lnTo>
                    <a:pt x="87063" y="15811"/>
                  </a:lnTo>
                  <a:lnTo>
                    <a:pt x="87063" y="22833"/>
                  </a:lnTo>
                  <a:cubicBezTo>
                    <a:pt x="87063" y="24748"/>
                    <a:pt x="87702" y="26664"/>
                    <a:pt x="89619" y="27940"/>
                  </a:cubicBezTo>
                  <a:lnTo>
                    <a:pt x="99204" y="34963"/>
                  </a:lnTo>
                  <a:cubicBezTo>
                    <a:pt x="100482" y="36240"/>
                    <a:pt x="103038" y="36878"/>
                    <a:pt x="104955" y="36240"/>
                  </a:cubicBezTo>
                  <a:lnTo>
                    <a:pt x="111984" y="34324"/>
                  </a:lnTo>
                  <a:lnTo>
                    <a:pt x="115179" y="40070"/>
                  </a:lnTo>
                  <a:lnTo>
                    <a:pt x="110706" y="45816"/>
                  </a:lnTo>
                  <a:cubicBezTo>
                    <a:pt x="109428" y="47092"/>
                    <a:pt x="108789" y="49008"/>
                    <a:pt x="109428" y="50923"/>
                  </a:cubicBezTo>
                  <a:lnTo>
                    <a:pt x="111984" y="62414"/>
                  </a:lnTo>
                  <a:cubicBezTo>
                    <a:pt x="112623" y="64329"/>
                    <a:pt x="113901" y="66244"/>
                    <a:pt x="115179" y="66883"/>
                  </a:cubicBezTo>
                  <a:lnTo>
                    <a:pt x="121569" y="70075"/>
                  </a:lnTo>
                  <a:lnTo>
                    <a:pt x="120930" y="76459"/>
                  </a:lnTo>
                  <a:lnTo>
                    <a:pt x="113901" y="77736"/>
                  </a:lnTo>
                  <a:cubicBezTo>
                    <a:pt x="111984" y="78374"/>
                    <a:pt x="110067" y="79012"/>
                    <a:pt x="109428" y="80928"/>
                  </a:cubicBezTo>
                  <a:lnTo>
                    <a:pt x="103677" y="91142"/>
                  </a:lnTo>
                  <a:cubicBezTo>
                    <a:pt x="103038" y="93057"/>
                    <a:pt x="103038" y="94972"/>
                    <a:pt x="103677" y="96887"/>
                  </a:cubicBezTo>
                  <a:lnTo>
                    <a:pt x="106872" y="103910"/>
                  </a:lnTo>
                  <a:lnTo>
                    <a:pt x="101760" y="108379"/>
                  </a:lnTo>
                  <a:lnTo>
                    <a:pt x="95370" y="104548"/>
                  </a:lnTo>
                  <a:cubicBezTo>
                    <a:pt x="93453" y="103271"/>
                    <a:pt x="91536" y="103271"/>
                    <a:pt x="89619" y="103910"/>
                  </a:cubicBezTo>
                  <a:lnTo>
                    <a:pt x="76839" y="109017"/>
                  </a:lnTo>
                  <a:close/>
                </a:path>
              </a:pathLst>
            </a:custGeom>
            <a:solidFill>
              <a:srgbClr val="046A38"/>
            </a:solidFill>
            <a:ln w="6390" cap="flat">
              <a:noFill/>
              <a:prstDash val="solid"/>
              <a:miter/>
            </a:ln>
          </p:spPr>
          <p:txBody>
            <a:bodyPr rtlCol="0" anchor="ctr"/>
            <a:lstStyle/>
            <a:p>
              <a:endParaRPr lang="en-US"/>
            </a:p>
          </p:txBody>
        </p:sp>
        <p:sp>
          <p:nvSpPr>
            <p:cNvPr id="797" name="Graphic 4">
              <a:extLst>
                <a:ext uri="{FF2B5EF4-FFF2-40B4-BE49-F238E27FC236}">
                  <a16:creationId xmlns:a16="http://schemas.microsoft.com/office/drawing/2014/main" id="{F567B0BD-F01E-9E4C-9E76-FF7CBF380A9C}"/>
                </a:ext>
              </a:extLst>
            </p:cNvPr>
            <p:cNvSpPr/>
            <p:nvPr/>
          </p:nvSpPr>
          <p:spPr>
            <a:xfrm>
              <a:off x="1607940" y="2460143"/>
              <a:ext cx="85159" cy="85312"/>
            </a:xfrm>
            <a:custGeom>
              <a:avLst/>
              <a:gdLst>
                <a:gd name="connsiteX0" fmla="*/ 84753 w 85159"/>
                <a:gd name="connsiteY0" fmla="*/ 48286 h 85312"/>
                <a:gd name="connsiteX1" fmla="*/ 48331 w 85159"/>
                <a:gd name="connsiteY1" fmla="*/ 406 h 85312"/>
                <a:gd name="connsiteX2" fmla="*/ 406 w 85159"/>
                <a:gd name="connsiteY2" fmla="*/ 36795 h 85312"/>
                <a:gd name="connsiteX3" fmla="*/ 36829 w 85159"/>
                <a:gd name="connsiteY3" fmla="*/ 84675 h 85312"/>
                <a:gd name="connsiteX4" fmla="*/ 43219 w 85159"/>
                <a:gd name="connsiteY4" fmla="*/ 85313 h 85312"/>
                <a:gd name="connsiteX5" fmla="*/ 84753 w 85159"/>
                <a:gd name="connsiteY5" fmla="*/ 48286 h 85312"/>
                <a:gd name="connsiteX6" fmla="*/ 60472 w 85159"/>
                <a:gd name="connsiteY6" fmla="*/ 66161 h 85312"/>
                <a:gd name="connsiteX7" fmla="*/ 18937 w 85159"/>
                <a:gd name="connsiteY7" fmla="*/ 60416 h 85312"/>
                <a:gd name="connsiteX8" fmla="*/ 13186 w 85159"/>
                <a:gd name="connsiteY8" fmla="*/ 38072 h 85312"/>
                <a:gd name="connsiteX9" fmla="*/ 24688 w 85159"/>
                <a:gd name="connsiteY9" fmla="*/ 18281 h 85312"/>
                <a:gd name="connsiteX10" fmla="*/ 42580 w 85159"/>
                <a:gd name="connsiteY10" fmla="*/ 12536 h 85312"/>
                <a:gd name="connsiteX11" fmla="*/ 47053 w 85159"/>
                <a:gd name="connsiteY11" fmla="*/ 12536 h 85312"/>
                <a:gd name="connsiteX12" fmla="*/ 72613 w 85159"/>
                <a:gd name="connsiteY12" fmla="*/ 46371 h 85312"/>
                <a:gd name="connsiteX13" fmla="*/ 60472 w 85159"/>
                <a:gd name="connsiteY13" fmla="*/ 66161 h 85312"/>
                <a:gd name="connsiteX14" fmla="*/ 60472 w 85159"/>
                <a:gd name="connsiteY14" fmla="*/ 66161 h 85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159" h="85312">
                  <a:moveTo>
                    <a:pt x="84753" y="48286"/>
                  </a:moveTo>
                  <a:cubicBezTo>
                    <a:pt x="87948" y="25304"/>
                    <a:pt x="71974" y="3598"/>
                    <a:pt x="48331" y="406"/>
                  </a:cubicBezTo>
                  <a:cubicBezTo>
                    <a:pt x="25327" y="-2786"/>
                    <a:pt x="3601" y="13174"/>
                    <a:pt x="406" y="36795"/>
                  </a:cubicBezTo>
                  <a:cubicBezTo>
                    <a:pt x="-2789" y="59777"/>
                    <a:pt x="13186" y="81483"/>
                    <a:pt x="36829" y="84675"/>
                  </a:cubicBezTo>
                  <a:cubicBezTo>
                    <a:pt x="38746" y="84675"/>
                    <a:pt x="40663" y="85313"/>
                    <a:pt x="43219" y="85313"/>
                  </a:cubicBezTo>
                  <a:cubicBezTo>
                    <a:pt x="63667" y="84675"/>
                    <a:pt x="81558" y="69353"/>
                    <a:pt x="84753" y="48286"/>
                  </a:cubicBezTo>
                  <a:close/>
                  <a:moveTo>
                    <a:pt x="60472" y="66161"/>
                  </a:moveTo>
                  <a:cubicBezTo>
                    <a:pt x="47053" y="75737"/>
                    <a:pt x="28522" y="73183"/>
                    <a:pt x="18937" y="60416"/>
                  </a:cubicBezTo>
                  <a:cubicBezTo>
                    <a:pt x="14464" y="54032"/>
                    <a:pt x="11908" y="46371"/>
                    <a:pt x="13186" y="38072"/>
                  </a:cubicBezTo>
                  <a:cubicBezTo>
                    <a:pt x="14464" y="30411"/>
                    <a:pt x="18298" y="23388"/>
                    <a:pt x="24688" y="18281"/>
                  </a:cubicBezTo>
                  <a:cubicBezTo>
                    <a:pt x="29800" y="14451"/>
                    <a:pt x="36190" y="12536"/>
                    <a:pt x="42580" y="12536"/>
                  </a:cubicBezTo>
                  <a:cubicBezTo>
                    <a:pt x="43858" y="12536"/>
                    <a:pt x="45136" y="12536"/>
                    <a:pt x="47053" y="12536"/>
                  </a:cubicBezTo>
                  <a:cubicBezTo>
                    <a:pt x="63028" y="15089"/>
                    <a:pt x="74530" y="29772"/>
                    <a:pt x="72613" y="46371"/>
                  </a:cubicBezTo>
                  <a:cubicBezTo>
                    <a:pt x="70696" y="54032"/>
                    <a:pt x="66862" y="61054"/>
                    <a:pt x="60472" y="66161"/>
                  </a:cubicBezTo>
                  <a:lnTo>
                    <a:pt x="60472" y="66161"/>
                  </a:lnTo>
                  <a:close/>
                </a:path>
              </a:pathLst>
            </a:custGeom>
            <a:solidFill>
              <a:srgbClr val="046A38"/>
            </a:solidFill>
            <a:ln w="6390" cap="flat">
              <a:noFill/>
              <a:prstDash val="solid"/>
              <a:miter/>
            </a:ln>
          </p:spPr>
          <p:txBody>
            <a:bodyPr rtlCol="0" anchor="ctr"/>
            <a:lstStyle/>
            <a:p>
              <a:endParaRPr lang="en-US"/>
            </a:p>
          </p:txBody>
        </p:sp>
        <p:sp>
          <p:nvSpPr>
            <p:cNvPr id="798" name="Graphic 4">
              <a:extLst>
                <a:ext uri="{FF2B5EF4-FFF2-40B4-BE49-F238E27FC236}">
                  <a16:creationId xmlns:a16="http://schemas.microsoft.com/office/drawing/2014/main" id="{2894DF5C-D129-C440-8D48-89DE935D487E}"/>
                </a:ext>
              </a:extLst>
            </p:cNvPr>
            <p:cNvSpPr/>
            <p:nvPr/>
          </p:nvSpPr>
          <p:spPr>
            <a:xfrm>
              <a:off x="1675281" y="2533475"/>
              <a:ext cx="134987" cy="133914"/>
            </a:xfrm>
            <a:custGeom>
              <a:avLst/>
              <a:gdLst>
                <a:gd name="connsiteX0" fmla="*/ 127959 w 134987"/>
                <a:gd name="connsiteY0" fmla="*/ 61137 h 133914"/>
                <a:gd name="connsiteX1" fmla="*/ 121569 w 134987"/>
                <a:gd name="connsiteY1" fmla="*/ 57945 h 133914"/>
                <a:gd name="connsiteX2" fmla="*/ 120291 w 134987"/>
                <a:gd name="connsiteY2" fmla="*/ 52200 h 133914"/>
                <a:gd name="connsiteX3" fmla="*/ 124764 w 134987"/>
                <a:gd name="connsiteY3" fmla="*/ 46454 h 133914"/>
                <a:gd name="connsiteX4" fmla="*/ 125402 w 134987"/>
                <a:gd name="connsiteY4" fmla="*/ 36240 h 133914"/>
                <a:gd name="connsiteX5" fmla="*/ 119012 w 134987"/>
                <a:gd name="connsiteY5" fmla="*/ 25387 h 133914"/>
                <a:gd name="connsiteX6" fmla="*/ 109428 w 134987"/>
                <a:gd name="connsiteY6" fmla="*/ 21556 h 133914"/>
                <a:gd name="connsiteX7" fmla="*/ 102399 w 134987"/>
                <a:gd name="connsiteY7" fmla="*/ 22833 h 133914"/>
                <a:gd name="connsiteX8" fmla="*/ 97926 w 134987"/>
                <a:gd name="connsiteY8" fmla="*/ 19641 h 133914"/>
                <a:gd name="connsiteX9" fmla="*/ 97926 w 134987"/>
                <a:gd name="connsiteY9" fmla="*/ 12619 h 133914"/>
                <a:gd name="connsiteX10" fmla="*/ 92175 w 134987"/>
                <a:gd name="connsiteY10" fmla="*/ 4320 h 133914"/>
                <a:gd name="connsiteX11" fmla="*/ 80034 w 134987"/>
                <a:gd name="connsiteY11" fmla="*/ 489 h 133914"/>
                <a:gd name="connsiteX12" fmla="*/ 70449 w 134987"/>
                <a:gd name="connsiteY12" fmla="*/ 3681 h 133914"/>
                <a:gd name="connsiteX13" fmla="*/ 65976 w 134987"/>
                <a:gd name="connsiteY13" fmla="*/ 9427 h 133914"/>
                <a:gd name="connsiteX14" fmla="*/ 60225 w 134987"/>
                <a:gd name="connsiteY14" fmla="*/ 9427 h 133914"/>
                <a:gd name="connsiteX15" fmla="*/ 56391 w 134987"/>
                <a:gd name="connsiteY15" fmla="*/ 4958 h 133914"/>
                <a:gd name="connsiteX16" fmla="*/ 46806 w 134987"/>
                <a:gd name="connsiteY16" fmla="*/ 2405 h 133914"/>
                <a:gd name="connsiteX17" fmla="*/ 35304 w 134987"/>
                <a:gd name="connsiteY17" fmla="*/ 6873 h 133914"/>
                <a:gd name="connsiteX18" fmla="*/ 30192 w 134987"/>
                <a:gd name="connsiteY18" fmla="*/ 15172 h 133914"/>
                <a:gd name="connsiteX19" fmla="*/ 30831 w 134987"/>
                <a:gd name="connsiteY19" fmla="*/ 22195 h 133914"/>
                <a:gd name="connsiteX20" fmla="*/ 26358 w 134987"/>
                <a:gd name="connsiteY20" fmla="*/ 26025 h 133914"/>
                <a:gd name="connsiteX21" fmla="*/ 19330 w 134987"/>
                <a:gd name="connsiteY21" fmla="*/ 24748 h 133914"/>
                <a:gd name="connsiteX22" fmla="*/ 10384 w 134987"/>
                <a:gd name="connsiteY22" fmla="*/ 29217 h 133914"/>
                <a:gd name="connsiteX23" fmla="*/ 4633 w 134987"/>
                <a:gd name="connsiteY23" fmla="*/ 40070 h 133914"/>
                <a:gd name="connsiteX24" fmla="*/ 5911 w 134987"/>
                <a:gd name="connsiteY24" fmla="*/ 50284 h 133914"/>
                <a:gd name="connsiteX25" fmla="*/ 11023 w 134987"/>
                <a:gd name="connsiteY25" fmla="*/ 55392 h 133914"/>
                <a:gd name="connsiteX26" fmla="*/ 10384 w 134987"/>
                <a:gd name="connsiteY26" fmla="*/ 61137 h 133914"/>
                <a:gd name="connsiteX27" fmla="*/ 3994 w 134987"/>
                <a:gd name="connsiteY27" fmla="*/ 64967 h 133914"/>
                <a:gd name="connsiteX28" fmla="*/ 160 w 134987"/>
                <a:gd name="connsiteY28" fmla="*/ 73905 h 133914"/>
                <a:gd name="connsiteX29" fmla="*/ 2716 w 134987"/>
                <a:gd name="connsiteY29" fmla="*/ 86035 h 133914"/>
                <a:gd name="connsiteX30" fmla="*/ 9745 w 134987"/>
                <a:gd name="connsiteY30" fmla="*/ 93057 h 133914"/>
                <a:gd name="connsiteX31" fmla="*/ 16773 w 134987"/>
                <a:gd name="connsiteY31" fmla="*/ 93695 h 133914"/>
                <a:gd name="connsiteX32" fmla="*/ 19968 w 134987"/>
                <a:gd name="connsiteY32" fmla="*/ 98803 h 133914"/>
                <a:gd name="connsiteX33" fmla="*/ 17412 w 134987"/>
                <a:gd name="connsiteY33" fmla="*/ 105825 h 133914"/>
                <a:gd name="connsiteX34" fmla="*/ 19968 w 134987"/>
                <a:gd name="connsiteY34" fmla="*/ 115401 h 133914"/>
                <a:gd name="connsiteX35" fmla="*/ 30192 w 134987"/>
                <a:gd name="connsiteY35" fmla="*/ 123062 h 133914"/>
                <a:gd name="connsiteX36" fmla="*/ 40416 w 134987"/>
                <a:gd name="connsiteY36" fmla="*/ 123700 h 133914"/>
                <a:gd name="connsiteX37" fmla="*/ 46806 w 134987"/>
                <a:gd name="connsiteY37" fmla="*/ 119870 h 133914"/>
                <a:gd name="connsiteX38" fmla="*/ 52557 w 134987"/>
                <a:gd name="connsiteY38" fmla="*/ 121785 h 133914"/>
                <a:gd name="connsiteX39" fmla="*/ 55113 w 134987"/>
                <a:gd name="connsiteY39" fmla="*/ 128169 h 133914"/>
                <a:gd name="connsiteX40" fmla="*/ 63420 w 134987"/>
                <a:gd name="connsiteY40" fmla="*/ 133915 h 133914"/>
                <a:gd name="connsiteX41" fmla="*/ 63420 w 134987"/>
                <a:gd name="connsiteY41" fmla="*/ 133915 h 133914"/>
                <a:gd name="connsiteX42" fmla="*/ 76200 w 134987"/>
                <a:gd name="connsiteY42" fmla="*/ 133276 h 133914"/>
                <a:gd name="connsiteX43" fmla="*/ 83868 w 134987"/>
                <a:gd name="connsiteY43" fmla="*/ 126892 h 133914"/>
                <a:gd name="connsiteX44" fmla="*/ 85785 w 134987"/>
                <a:gd name="connsiteY44" fmla="*/ 119870 h 133914"/>
                <a:gd name="connsiteX45" fmla="*/ 90897 w 134987"/>
                <a:gd name="connsiteY45" fmla="*/ 117955 h 133914"/>
                <a:gd name="connsiteX46" fmla="*/ 97287 w 134987"/>
                <a:gd name="connsiteY46" fmla="*/ 121785 h 133914"/>
                <a:gd name="connsiteX47" fmla="*/ 107511 w 134987"/>
                <a:gd name="connsiteY47" fmla="*/ 120508 h 133914"/>
                <a:gd name="connsiteX48" fmla="*/ 117096 w 134987"/>
                <a:gd name="connsiteY48" fmla="*/ 112209 h 133914"/>
                <a:gd name="connsiteX49" fmla="*/ 119012 w 134987"/>
                <a:gd name="connsiteY49" fmla="*/ 102633 h 133914"/>
                <a:gd name="connsiteX50" fmla="*/ 116457 w 134987"/>
                <a:gd name="connsiteY50" fmla="*/ 96249 h 133914"/>
                <a:gd name="connsiteX51" fmla="*/ 119012 w 134987"/>
                <a:gd name="connsiteY51" fmla="*/ 91142 h 133914"/>
                <a:gd name="connsiteX52" fmla="*/ 126041 w 134987"/>
                <a:gd name="connsiteY52" fmla="*/ 89865 h 133914"/>
                <a:gd name="connsiteX53" fmla="*/ 133070 w 134987"/>
                <a:gd name="connsiteY53" fmla="*/ 82843 h 133914"/>
                <a:gd name="connsiteX54" fmla="*/ 134987 w 134987"/>
                <a:gd name="connsiteY54" fmla="*/ 70075 h 133914"/>
                <a:gd name="connsiteX55" fmla="*/ 127959 w 134987"/>
                <a:gd name="connsiteY55" fmla="*/ 61137 h 133914"/>
                <a:gd name="connsiteX56" fmla="*/ 119012 w 134987"/>
                <a:gd name="connsiteY56" fmla="*/ 77735 h 133914"/>
                <a:gd name="connsiteX57" fmla="*/ 111984 w 134987"/>
                <a:gd name="connsiteY57" fmla="*/ 79012 h 133914"/>
                <a:gd name="connsiteX58" fmla="*/ 107511 w 134987"/>
                <a:gd name="connsiteY58" fmla="*/ 82204 h 133914"/>
                <a:gd name="connsiteX59" fmla="*/ 101760 w 134987"/>
                <a:gd name="connsiteY59" fmla="*/ 92419 h 133914"/>
                <a:gd name="connsiteX60" fmla="*/ 101760 w 134987"/>
                <a:gd name="connsiteY60" fmla="*/ 98164 h 133914"/>
                <a:gd name="connsiteX61" fmla="*/ 104955 w 134987"/>
                <a:gd name="connsiteY61" fmla="*/ 105187 h 133914"/>
                <a:gd name="connsiteX62" fmla="*/ 99843 w 134987"/>
                <a:gd name="connsiteY62" fmla="*/ 109655 h 133914"/>
                <a:gd name="connsiteX63" fmla="*/ 93453 w 134987"/>
                <a:gd name="connsiteY63" fmla="*/ 105825 h 133914"/>
                <a:gd name="connsiteX64" fmla="*/ 87702 w 134987"/>
                <a:gd name="connsiteY64" fmla="*/ 105825 h 133914"/>
                <a:gd name="connsiteX65" fmla="*/ 76839 w 134987"/>
                <a:gd name="connsiteY65" fmla="*/ 110294 h 133914"/>
                <a:gd name="connsiteX66" fmla="*/ 73005 w 134987"/>
                <a:gd name="connsiteY66" fmla="*/ 114124 h 133914"/>
                <a:gd name="connsiteX67" fmla="*/ 71088 w 134987"/>
                <a:gd name="connsiteY67" fmla="*/ 121147 h 133914"/>
                <a:gd name="connsiteX68" fmla="*/ 64698 w 134987"/>
                <a:gd name="connsiteY68" fmla="*/ 121147 h 133914"/>
                <a:gd name="connsiteX69" fmla="*/ 62142 w 134987"/>
                <a:gd name="connsiteY69" fmla="*/ 114124 h 133914"/>
                <a:gd name="connsiteX70" fmla="*/ 58308 w 134987"/>
                <a:gd name="connsiteY70" fmla="*/ 110294 h 133914"/>
                <a:gd name="connsiteX71" fmla="*/ 46806 w 134987"/>
                <a:gd name="connsiteY71" fmla="*/ 106463 h 133914"/>
                <a:gd name="connsiteX72" fmla="*/ 44889 w 134987"/>
                <a:gd name="connsiteY72" fmla="*/ 106463 h 133914"/>
                <a:gd name="connsiteX73" fmla="*/ 41694 w 134987"/>
                <a:gd name="connsiteY73" fmla="*/ 107740 h 133914"/>
                <a:gd name="connsiteX74" fmla="*/ 35304 w 134987"/>
                <a:gd name="connsiteY74" fmla="*/ 111571 h 133914"/>
                <a:gd name="connsiteX75" fmla="*/ 30192 w 134987"/>
                <a:gd name="connsiteY75" fmla="*/ 107740 h 133914"/>
                <a:gd name="connsiteX76" fmla="*/ 32748 w 134987"/>
                <a:gd name="connsiteY76" fmla="*/ 100718 h 133914"/>
                <a:gd name="connsiteX77" fmla="*/ 32109 w 134987"/>
                <a:gd name="connsiteY77" fmla="*/ 94972 h 133914"/>
                <a:gd name="connsiteX78" fmla="*/ 25720 w 134987"/>
                <a:gd name="connsiteY78" fmla="*/ 84758 h 133914"/>
                <a:gd name="connsiteX79" fmla="*/ 21246 w 134987"/>
                <a:gd name="connsiteY79" fmla="*/ 81566 h 133914"/>
                <a:gd name="connsiteX80" fmla="*/ 14218 w 134987"/>
                <a:gd name="connsiteY80" fmla="*/ 80927 h 133914"/>
                <a:gd name="connsiteX81" fmla="*/ 12940 w 134987"/>
                <a:gd name="connsiteY81" fmla="*/ 74543 h 133914"/>
                <a:gd name="connsiteX82" fmla="*/ 19330 w 134987"/>
                <a:gd name="connsiteY82" fmla="*/ 70713 h 133914"/>
                <a:gd name="connsiteX83" fmla="*/ 22525 w 134987"/>
                <a:gd name="connsiteY83" fmla="*/ 66244 h 133914"/>
                <a:gd name="connsiteX84" fmla="*/ 24441 w 134987"/>
                <a:gd name="connsiteY84" fmla="*/ 54753 h 133914"/>
                <a:gd name="connsiteX85" fmla="*/ 22525 w 134987"/>
                <a:gd name="connsiteY85" fmla="*/ 49646 h 133914"/>
                <a:gd name="connsiteX86" fmla="*/ 17412 w 134987"/>
                <a:gd name="connsiteY86" fmla="*/ 44539 h 133914"/>
                <a:gd name="connsiteX87" fmla="*/ 20607 w 134987"/>
                <a:gd name="connsiteY87" fmla="*/ 38793 h 133914"/>
                <a:gd name="connsiteX88" fmla="*/ 27636 w 134987"/>
                <a:gd name="connsiteY88" fmla="*/ 40070 h 133914"/>
                <a:gd name="connsiteX89" fmla="*/ 32748 w 134987"/>
                <a:gd name="connsiteY89" fmla="*/ 38793 h 133914"/>
                <a:gd name="connsiteX90" fmla="*/ 41694 w 134987"/>
                <a:gd name="connsiteY90" fmla="*/ 31132 h 133914"/>
                <a:gd name="connsiteX91" fmla="*/ 43611 w 134987"/>
                <a:gd name="connsiteY91" fmla="*/ 26025 h 133914"/>
                <a:gd name="connsiteX92" fmla="*/ 42972 w 134987"/>
                <a:gd name="connsiteY92" fmla="*/ 19003 h 133914"/>
                <a:gd name="connsiteX93" fmla="*/ 49362 w 134987"/>
                <a:gd name="connsiteY93" fmla="*/ 16449 h 133914"/>
                <a:gd name="connsiteX94" fmla="*/ 53835 w 134987"/>
                <a:gd name="connsiteY94" fmla="*/ 22195 h 133914"/>
                <a:gd name="connsiteX95" fmla="*/ 58947 w 134987"/>
                <a:gd name="connsiteY95" fmla="*/ 24110 h 133914"/>
                <a:gd name="connsiteX96" fmla="*/ 71088 w 134987"/>
                <a:gd name="connsiteY96" fmla="*/ 23472 h 133914"/>
                <a:gd name="connsiteX97" fmla="*/ 76200 w 134987"/>
                <a:gd name="connsiteY97" fmla="*/ 20918 h 133914"/>
                <a:gd name="connsiteX98" fmla="*/ 80673 w 134987"/>
                <a:gd name="connsiteY98" fmla="*/ 15172 h 133914"/>
                <a:gd name="connsiteX99" fmla="*/ 87063 w 134987"/>
                <a:gd name="connsiteY99" fmla="*/ 17088 h 133914"/>
                <a:gd name="connsiteX100" fmla="*/ 87063 w 134987"/>
                <a:gd name="connsiteY100" fmla="*/ 24110 h 133914"/>
                <a:gd name="connsiteX101" fmla="*/ 89619 w 134987"/>
                <a:gd name="connsiteY101" fmla="*/ 29217 h 133914"/>
                <a:gd name="connsiteX102" fmla="*/ 99204 w 134987"/>
                <a:gd name="connsiteY102" fmla="*/ 36240 h 133914"/>
                <a:gd name="connsiteX103" fmla="*/ 104316 w 134987"/>
                <a:gd name="connsiteY103" fmla="*/ 37516 h 133914"/>
                <a:gd name="connsiteX104" fmla="*/ 111345 w 134987"/>
                <a:gd name="connsiteY104" fmla="*/ 35601 h 133914"/>
                <a:gd name="connsiteX105" fmla="*/ 114540 w 134987"/>
                <a:gd name="connsiteY105" fmla="*/ 41347 h 133914"/>
                <a:gd name="connsiteX106" fmla="*/ 110067 w 134987"/>
                <a:gd name="connsiteY106" fmla="*/ 47092 h 133914"/>
                <a:gd name="connsiteX107" fmla="*/ 108789 w 134987"/>
                <a:gd name="connsiteY107" fmla="*/ 52200 h 133914"/>
                <a:gd name="connsiteX108" fmla="*/ 111345 w 134987"/>
                <a:gd name="connsiteY108" fmla="*/ 63691 h 133914"/>
                <a:gd name="connsiteX109" fmla="*/ 114540 w 134987"/>
                <a:gd name="connsiteY109" fmla="*/ 68159 h 133914"/>
                <a:gd name="connsiteX110" fmla="*/ 120930 w 134987"/>
                <a:gd name="connsiteY110" fmla="*/ 71351 h 133914"/>
                <a:gd name="connsiteX111" fmla="*/ 119012 w 134987"/>
                <a:gd name="connsiteY111" fmla="*/ 77735 h 133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34987" h="133914">
                  <a:moveTo>
                    <a:pt x="127959" y="61137"/>
                  </a:moveTo>
                  <a:lnTo>
                    <a:pt x="121569" y="57945"/>
                  </a:lnTo>
                  <a:lnTo>
                    <a:pt x="120291" y="52200"/>
                  </a:lnTo>
                  <a:lnTo>
                    <a:pt x="124764" y="46454"/>
                  </a:lnTo>
                  <a:cubicBezTo>
                    <a:pt x="127319" y="43900"/>
                    <a:pt x="127319" y="39432"/>
                    <a:pt x="125402" y="36240"/>
                  </a:cubicBezTo>
                  <a:lnTo>
                    <a:pt x="119012" y="25387"/>
                  </a:lnTo>
                  <a:cubicBezTo>
                    <a:pt x="117096" y="22195"/>
                    <a:pt x="113262" y="20918"/>
                    <a:pt x="109428" y="21556"/>
                  </a:cubicBezTo>
                  <a:lnTo>
                    <a:pt x="102399" y="22833"/>
                  </a:lnTo>
                  <a:lnTo>
                    <a:pt x="97926" y="19641"/>
                  </a:lnTo>
                  <a:lnTo>
                    <a:pt x="97926" y="12619"/>
                  </a:lnTo>
                  <a:cubicBezTo>
                    <a:pt x="97926" y="8789"/>
                    <a:pt x="95370" y="5597"/>
                    <a:pt x="92175" y="4320"/>
                  </a:cubicBezTo>
                  <a:lnTo>
                    <a:pt x="80034" y="489"/>
                  </a:lnTo>
                  <a:cubicBezTo>
                    <a:pt x="76839" y="-787"/>
                    <a:pt x="72366" y="489"/>
                    <a:pt x="70449" y="3681"/>
                  </a:cubicBezTo>
                  <a:lnTo>
                    <a:pt x="65976" y="9427"/>
                  </a:lnTo>
                  <a:lnTo>
                    <a:pt x="60225" y="9427"/>
                  </a:lnTo>
                  <a:lnTo>
                    <a:pt x="56391" y="4958"/>
                  </a:lnTo>
                  <a:cubicBezTo>
                    <a:pt x="53835" y="2405"/>
                    <a:pt x="50001" y="1128"/>
                    <a:pt x="46806" y="2405"/>
                  </a:cubicBezTo>
                  <a:lnTo>
                    <a:pt x="35304" y="6873"/>
                  </a:lnTo>
                  <a:cubicBezTo>
                    <a:pt x="32109" y="8150"/>
                    <a:pt x="29553" y="11342"/>
                    <a:pt x="30192" y="15172"/>
                  </a:cubicBezTo>
                  <a:lnTo>
                    <a:pt x="30831" y="22195"/>
                  </a:lnTo>
                  <a:lnTo>
                    <a:pt x="26358" y="26025"/>
                  </a:lnTo>
                  <a:lnTo>
                    <a:pt x="19330" y="24748"/>
                  </a:lnTo>
                  <a:cubicBezTo>
                    <a:pt x="15496" y="24110"/>
                    <a:pt x="12301" y="26025"/>
                    <a:pt x="10384" y="29217"/>
                  </a:cubicBezTo>
                  <a:lnTo>
                    <a:pt x="4633" y="40070"/>
                  </a:lnTo>
                  <a:cubicBezTo>
                    <a:pt x="2716" y="43262"/>
                    <a:pt x="3355" y="47092"/>
                    <a:pt x="5911" y="50284"/>
                  </a:cubicBezTo>
                  <a:lnTo>
                    <a:pt x="11023" y="55392"/>
                  </a:lnTo>
                  <a:lnTo>
                    <a:pt x="10384" y="61137"/>
                  </a:lnTo>
                  <a:lnTo>
                    <a:pt x="3994" y="64967"/>
                  </a:lnTo>
                  <a:cubicBezTo>
                    <a:pt x="799" y="66883"/>
                    <a:pt x="-479" y="70713"/>
                    <a:pt x="160" y="73905"/>
                  </a:cubicBezTo>
                  <a:lnTo>
                    <a:pt x="2716" y="86035"/>
                  </a:lnTo>
                  <a:cubicBezTo>
                    <a:pt x="3355" y="89865"/>
                    <a:pt x="6550" y="92419"/>
                    <a:pt x="9745" y="93057"/>
                  </a:cubicBezTo>
                  <a:lnTo>
                    <a:pt x="16773" y="93695"/>
                  </a:lnTo>
                  <a:lnTo>
                    <a:pt x="19968" y="98803"/>
                  </a:lnTo>
                  <a:lnTo>
                    <a:pt x="17412" y="105825"/>
                  </a:lnTo>
                  <a:cubicBezTo>
                    <a:pt x="16135" y="109017"/>
                    <a:pt x="17412" y="112847"/>
                    <a:pt x="19968" y="115401"/>
                  </a:cubicBezTo>
                  <a:lnTo>
                    <a:pt x="30192" y="123062"/>
                  </a:lnTo>
                  <a:cubicBezTo>
                    <a:pt x="33387" y="125615"/>
                    <a:pt x="37221" y="125615"/>
                    <a:pt x="40416" y="123700"/>
                  </a:cubicBezTo>
                  <a:lnTo>
                    <a:pt x="46806" y="119870"/>
                  </a:lnTo>
                  <a:lnTo>
                    <a:pt x="52557" y="121785"/>
                  </a:lnTo>
                  <a:lnTo>
                    <a:pt x="55113" y="128169"/>
                  </a:lnTo>
                  <a:cubicBezTo>
                    <a:pt x="56391" y="131361"/>
                    <a:pt x="59586" y="133915"/>
                    <a:pt x="63420" y="133915"/>
                  </a:cubicBezTo>
                  <a:lnTo>
                    <a:pt x="63420" y="133915"/>
                  </a:lnTo>
                  <a:lnTo>
                    <a:pt x="76200" y="133276"/>
                  </a:lnTo>
                  <a:cubicBezTo>
                    <a:pt x="80034" y="133276"/>
                    <a:pt x="83229" y="130723"/>
                    <a:pt x="83868" y="126892"/>
                  </a:cubicBezTo>
                  <a:lnTo>
                    <a:pt x="85785" y="119870"/>
                  </a:lnTo>
                  <a:lnTo>
                    <a:pt x="90897" y="117955"/>
                  </a:lnTo>
                  <a:lnTo>
                    <a:pt x="97287" y="121785"/>
                  </a:lnTo>
                  <a:cubicBezTo>
                    <a:pt x="100482" y="123700"/>
                    <a:pt x="104316" y="123062"/>
                    <a:pt x="107511" y="120508"/>
                  </a:cubicBezTo>
                  <a:lnTo>
                    <a:pt x="117096" y="112209"/>
                  </a:lnTo>
                  <a:cubicBezTo>
                    <a:pt x="119651" y="109655"/>
                    <a:pt x="120930" y="105825"/>
                    <a:pt x="119012" y="102633"/>
                  </a:cubicBezTo>
                  <a:lnTo>
                    <a:pt x="116457" y="96249"/>
                  </a:lnTo>
                  <a:lnTo>
                    <a:pt x="119012" y="91142"/>
                  </a:lnTo>
                  <a:lnTo>
                    <a:pt x="126041" y="89865"/>
                  </a:lnTo>
                  <a:cubicBezTo>
                    <a:pt x="129875" y="89227"/>
                    <a:pt x="132431" y="86035"/>
                    <a:pt x="133070" y="82843"/>
                  </a:cubicBezTo>
                  <a:lnTo>
                    <a:pt x="134987" y="70075"/>
                  </a:lnTo>
                  <a:cubicBezTo>
                    <a:pt x="133709" y="66883"/>
                    <a:pt x="131792" y="63052"/>
                    <a:pt x="127959" y="61137"/>
                  </a:cubicBezTo>
                  <a:close/>
                  <a:moveTo>
                    <a:pt x="119012" y="77735"/>
                  </a:moveTo>
                  <a:lnTo>
                    <a:pt x="111984" y="79012"/>
                  </a:lnTo>
                  <a:cubicBezTo>
                    <a:pt x="110067" y="79651"/>
                    <a:pt x="108789" y="80289"/>
                    <a:pt x="107511" y="82204"/>
                  </a:cubicBezTo>
                  <a:lnTo>
                    <a:pt x="101760" y="92419"/>
                  </a:lnTo>
                  <a:cubicBezTo>
                    <a:pt x="101121" y="94334"/>
                    <a:pt x="101121" y="96249"/>
                    <a:pt x="101760" y="98164"/>
                  </a:cubicBezTo>
                  <a:lnTo>
                    <a:pt x="104955" y="105187"/>
                  </a:lnTo>
                  <a:lnTo>
                    <a:pt x="99843" y="109655"/>
                  </a:lnTo>
                  <a:lnTo>
                    <a:pt x="93453" y="105825"/>
                  </a:lnTo>
                  <a:cubicBezTo>
                    <a:pt x="91536" y="105187"/>
                    <a:pt x="89619" y="104548"/>
                    <a:pt x="87702" y="105825"/>
                  </a:cubicBezTo>
                  <a:lnTo>
                    <a:pt x="76839" y="110294"/>
                  </a:lnTo>
                  <a:cubicBezTo>
                    <a:pt x="74922" y="110932"/>
                    <a:pt x="73644" y="112209"/>
                    <a:pt x="73005" y="114124"/>
                  </a:cubicBezTo>
                  <a:lnTo>
                    <a:pt x="71088" y="121147"/>
                  </a:lnTo>
                  <a:lnTo>
                    <a:pt x="64698" y="121147"/>
                  </a:lnTo>
                  <a:lnTo>
                    <a:pt x="62142" y="114124"/>
                  </a:lnTo>
                  <a:cubicBezTo>
                    <a:pt x="61503" y="112209"/>
                    <a:pt x="60225" y="110932"/>
                    <a:pt x="58308" y="110294"/>
                  </a:cubicBezTo>
                  <a:lnTo>
                    <a:pt x="46806" y="106463"/>
                  </a:lnTo>
                  <a:cubicBezTo>
                    <a:pt x="46167" y="106463"/>
                    <a:pt x="45528" y="106463"/>
                    <a:pt x="44889" y="106463"/>
                  </a:cubicBezTo>
                  <a:cubicBezTo>
                    <a:pt x="43611" y="106463"/>
                    <a:pt x="42333" y="107102"/>
                    <a:pt x="41694" y="107740"/>
                  </a:cubicBezTo>
                  <a:lnTo>
                    <a:pt x="35304" y="111571"/>
                  </a:lnTo>
                  <a:lnTo>
                    <a:pt x="30192" y="107740"/>
                  </a:lnTo>
                  <a:lnTo>
                    <a:pt x="32748" y="100718"/>
                  </a:lnTo>
                  <a:cubicBezTo>
                    <a:pt x="33387" y="98803"/>
                    <a:pt x="33387" y="96887"/>
                    <a:pt x="32109" y="94972"/>
                  </a:cubicBezTo>
                  <a:lnTo>
                    <a:pt x="25720" y="84758"/>
                  </a:lnTo>
                  <a:cubicBezTo>
                    <a:pt x="24441" y="82843"/>
                    <a:pt x="23163" y="82204"/>
                    <a:pt x="21246" y="81566"/>
                  </a:cubicBezTo>
                  <a:lnTo>
                    <a:pt x="14218" y="80927"/>
                  </a:lnTo>
                  <a:lnTo>
                    <a:pt x="12940" y="74543"/>
                  </a:lnTo>
                  <a:lnTo>
                    <a:pt x="19330" y="70713"/>
                  </a:lnTo>
                  <a:cubicBezTo>
                    <a:pt x="21246" y="69436"/>
                    <a:pt x="21886" y="68159"/>
                    <a:pt x="22525" y="66244"/>
                  </a:cubicBezTo>
                  <a:lnTo>
                    <a:pt x="24441" y="54753"/>
                  </a:lnTo>
                  <a:cubicBezTo>
                    <a:pt x="24441" y="52838"/>
                    <a:pt x="23802" y="50923"/>
                    <a:pt x="22525" y="49646"/>
                  </a:cubicBezTo>
                  <a:lnTo>
                    <a:pt x="17412" y="44539"/>
                  </a:lnTo>
                  <a:lnTo>
                    <a:pt x="20607" y="38793"/>
                  </a:lnTo>
                  <a:lnTo>
                    <a:pt x="27636" y="40070"/>
                  </a:lnTo>
                  <a:cubicBezTo>
                    <a:pt x="29553" y="40070"/>
                    <a:pt x="31470" y="40070"/>
                    <a:pt x="32748" y="38793"/>
                  </a:cubicBezTo>
                  <a:lnTo>
                    <a:pt x="41694" y="31132"/>
                  </a:lnTo>
                  <a:cubicBezTo>
                    <a:pt x="42972" y="29856"/>
                    <a:pt x="43611" y="27940"/>
                    <a:pt x="43611" y="26025"/>
                  </a:cubicBezTo>
                  <a:lnTo>
                    <a:pt x="42972" y="19003"/>
                  </a:lnTo>
                  <a:lnTo>
                    <a:pt x="49362" y="16449"/>
                  </a:lnTo>
                  <a:lnTo>
                    <a:pt x="53835" y="22195"/>
                  </a:lnTo>
                  <a:cubicBezTo>
                    <a:pt x="55113" y="23472"/>
                    <a:pt x="57030" y="24748"/>
                    <a:pt x="58947" y="24110"/>
                  </a:cubicBezTo>
                  <a:lnTo>
                    <a:pt x="71088" y="23472"/>
                  </a:lnTo>
                  <a:cubicBezTo>
                    <a:pt x="73005" y="23472"/>
                    <a:pt x="74922" y="22195"/>
                    <a:pt x="76200" y="20918"/>
                  </a:cubicBezTo>
                  <a:lnTo>
                    <a:pt x="80673" y="15172"/>
                  </a:lnTo>
                  <a:lnTo>
                    <a:pt x="87063" y="17088"/>
                  </a:lnTo>
                  <a:lnTo>
                    <a:pt x="87063" y="24110"/>
                  </a:lnTo>
                  <a:cubicBezTo>
                    <a:pt x="87063" y="26025"/>
                    <a:pt x="87702" y="27940"/>
                    <a:pt x="89619" y="29217"/>
                  </a:cubicBezTo>
                  <a:lnTo>
                    <a:pt x="99204" y="36240"/>
                  </a:lnTo>
                  <a:cubicBezTo>
                    <a:pt x="100482" y="37516"/>
                    <a:pt x="102399" y="38155"/>
                    <a:pt x="104316" y="37516"/>
                  </a:cubicBezTo>
                  <a:lnTo>
                    <a:pt x="111345" y="35601"/>
                  </a:lnTo>
                  <a:lnTo>
                    <a:pt x="114540" y="41347"/>
                  </a:lnTo>
                  <a:lnTo>
                    <a:pt x="110067" y="47092"/>
                  </a:lnTo>
                  <a:cubicBezTo>
                    <a:pt x="108789" y="48369"/>
                    <a:pt x="108150" y="50284"/>
                    <a:pt x="108789" y="52200"/>
                  </a:cubicBezTo>
                  <a:lnTo>
                    <a:pt x="111345" y="63691"/>
                  </a:lnTo>
                  <a:cubicBezTo>
                    <a:pt x="111984" y="65606"/>
                    <a:pt x="113262" y="66883"/>
                    <a:pt x="114540" y="68159"/>
                  </a:cubicBezTo>
                  <a:lnTo>
                    <a:pt x="120930" y="71351"/>
                  </a:lnTo>
                  <a:lnTo>
                    <a:pt x="119012" y="77735"/>
                  </a:lnTo>
                  <a:close/>
                </a:path>
              </a:pathLst>
            </a:custGeom>
            <a:solidFill>
              <a:srgbClr val="046A38"/>
            </a:solidFill>
            <a:ln w="6390" cap="flat">
              <a:noFill/>
              <a:prstDash val="solid"/>
              <a:miter/>
            </a:ln>
          </p:spPr>
          <p:txBody>
            <a:bodyPr rtlCol="0" anchor="ctr"/>
            <a:lstStyle/>
            <a:p>
              <a:endParaRPr lang="en-US"/>
            </a:p>
          </p:txBody>
        </p:sp>
        <p:sp>
          <p:nvSpPr>
            <p:cNvPr id="799" name="Graphic 4">
              <a:extLst>
                <a:ext uri="{FF2B5EF4-FFF2-40B4-BE49-F238E27FC236}">
                  <a16:creationId xmlns:a16="http://schemas.microsoft.com/office/drawing/2014/main" id="{6C36DCE6-A3AE-A24C-8095-A27F063BCAC9}"/>
                </a:ext>
              </a:extLst>
            </p:cNvPr>
            <p:cNvSpPr/>
            <p:nvPr/>
          </p:nvSpPr>
          <p:spPr>
            <a:xfrm>
              <a:off x="1698677" y="2557818"/>
              <a:ext cx="85392" cy="85312"/>
            </a:xfrm>
            <a:custGeom>
              <a:avLst/>
              <a:gdLst>
                <a:gd name="connsiteX0" fmla="*/ 48331 w 85392"/>
                <a:gd name="connsiteY0" fmla="*/ 406 h 85312"/>
                <a:gd name="connsiteX1" fmla="*/ 406 w 85392"/>
                <a:gd name="connsiteY1" fmla="*/ 36794 h 85312"/>
                <a:gd name="connsiteX2" fmla="*/ 36829 w 85392"/>
                <a:gd name="connsiteY2" fmla="*/ 84674 h 85312"/>
                <a:gd name="connsiteX3" fmla="*/ 43219 w 85392"/>
                <a:gd name="connsiteY3" fmla="*/ 85313 h 85312"/>
                <a:gd name="connsiteX4" fmla="*/ 85393 w 85392"/>
                <a:gd name="connsiteY4" fmla="*/ 42540 h 85312"/>
                <a:gd name="connsiteX5" fmla="*/ 48331 w 85392"/>
                <a:gd name="connsiteY5" fmla="*/ 406 h 85312"/>
                <a:gd name="connsiteX6" fmla="*/ 71335 w 85392"/>
                <a:gd name="connsiteY6" fmla="*/ 47009 h 85312"/>
                <a:gd name="connsiteX7" fmla="*/ 37468 w 85392"/>
                <a:gd name="connsiteY7" fmla="*/ 72545 h 85312"/>
                <a:gd name="connsiteX8" fmla="*/ 37468 w 85392"/>
                <a:gd name="connsiteY8" fmla="*/ 72545 h 85312"/>
                <a:gd name="connsiteX9" fmla="*/ 11908 w 85392"/>
                <a:gd name="connsiteY9" fmla="*/ 39348 h 85312"/>
                <a:gd name="connsiteX10" fmla="*/ 41941 w 85392"/>
                <a:gd name="connsiteY10" fmla="*/ 13174 h 85312"/>
                <a:gd name="connsiteX11" fmla="*/ 46414 w 85392"/>
                <a:gd name="connsiteY11" fmla="*/ 13174 h 85312"/>
                <a:gd name="connsiteX12" fmla="*/ 71335 w 85392"/>
                <a:gd name="connsiteY12" fmla="*/ 47009 h 85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392" h="85312">
                  <a:moveTo>
                    <a:pt x="48331" y="406"/>
                  </a:moveTo>
                  <a:cubicBezTo>
                    <a:pt x="25327" y="-2786"/>
                    <a:pt x="3601" y="13174"/>
                    <a:pt x="406" y="36794"/>
                  </a:cubicBezTo>
                  <a:cubicBezTo>
                    <a:pt x="-2789" y="60415"/>
                    <a:pt x="13186" y="81482"/>
                    <a:pt x="36829" y="84674"/>
                  </a:cubicBezTo>
                  <a:cubicBezTo>
                    <a:pt x="38746" y="84674"/>
                    <a:pt x="40663" y="85313"/>
                    <a:pt x="43219" y="85313"/>
                  </a:cubicBezTo>
                  <a:cubicBezTo>
                    <a:pt x="66862" y="85313"/>
                    <a:pt x="85393" y="66161"/>
                    <a:pt x="85393" y="42540"/>
                  </a:cubicBezTo>
                  <a:cubicBezTo>
                    <a:pt x="84754" y="21473"/>
                    <a:pt x="68779" y="3598"/>
                    <a:pt x="48331" y="406"/>
                  </a:cubicBezTo>
                  <a:close/>
                  <a:moveTo>
                    <a:pt x="71335" y="47009"/>
                  </a:moveTo>
                  <a:cubicBezTo>
                    <a:pt x="69418" y="63607"/>
                    <a:pt x="54082" y="74460"/>
                    <a:pt x="37468" y="72545"/>
                  </a:cubicBezTo>
                  <a:cubicBezTo>
                    <a:pt x="37468" y="72545"/>
                    <a:pt x="37468" y="72545"/>
                    <a:pt x="37468" y="72545"/>
                  </a:cubicBezTo>
                  <a:cubicBezTo>
                    <a:pt x="20854" y="70630"/>
                    <a:pt x="9991" y="55308"/>
                    <a:pt x="11908" y="39348"/>
                  </a:cubicBezTo>
                  <a:cubicBezTo>
                    <a:pt x="13825" y="24665"/>
                    <a:pt x="26605" y="13174"/>
                    <a:pt x="41941" y="13174"/>
                  </a:cubicBezTo>
                  <a:cubicBezTo>
                    <a:pt x="43219" y="13174"/>
                    <a:pt x="44497" y="13174"/>
                    <a:pt x="46414" y="13174"/>
                  </a:cubicBezTo>
                  <a:cubicBezTo>
                    <a:pt x="62389" y="15089"/>
                    <a:pt x="73891" y="30411"/>
                    <a:pt x="71335" y="47009"/>
                  </a:cubicBezTo>
                  <a:close/>
                </a:path>
              </a:pathLst>
            </a:custGeom>
            <a:solidFill>
              <a:srgbClr val="046A38"/>
            </a:solidFill>
            <a:ln w="6390" cap="flat">
              <a:noFill/>
              <a:prstDash val="solid"/>
              <a:miter/>
            </a:ln>
          </p:spPr>
          <p:txBody>
            <a:bodyPr rtlCol="0" anchor="ctr"/>
            <a:lstStyle/>
            <a:p>
              <a:endParaRPr lang="en-US"/>
            </a:p>
          </p:txBody>
        </p:sp>
      </p:grpSp>
      <p:grpSp>
        <p:nvGrpSpPr>
          <p:cNvPr id="800" name="Graphic 4">
            <a:extLst>
              <a:ext uri="{FF2B5EF4-FFF2-40B4-BE49-F238E27FC236}">
                <a16:creationId xmlns:a16="http://schemas.microsoft.com/office/drawing/2014/main" id="{98E23F7F-9ED1-864B-9EDC-C8C0F93913FC}"/>
              </a:ext>
            </a:extLst>
          </p:cNvPr>
          <p:cNvGrpSpPr>
            <a:grpSpLocks noChangeAspect="1"/>
          </p:cNvGrpSpPr>
          <p:nvPr/>
        </p:nvGrpSpPr>
        <p:grpSpPr>
          <a:xfrm>
            <a:off x="1514415" y="2855717"/>
            <a:ext cx="362309" cy="361971"/>
            <a:chOff x="1514415" y="2855717"/>
            <a:chExt cx="362309" cy="361971"/>
          </a:xfrm>
          <a:solidFill>
            <a:srgbClr val="046A38"/>
          </a:solidFill>
        </p:grpSpPr>
        <p:sp>
          <p:nvSpPr>
            <p:cNvPr id="801" name="Graphic 4">
              <a:extLst>
                <a:ext uri="{FF2B5EF4-FFF2-40B4-BE49-F238E27FC236}">
                  <a16:creationId xmlns:a16="http://schemas.microsoft.com/office/drawing/2014/main" id="{7165CCAA-BAC2-B349-8E9E-77440E282B5E}"/>
                </a:ext>
              </a:extLst>
            </p:cNvPr>
            <p:cNvSpPr/>
            <p:nvPr/>
          </p:nvSpPr>
          <p:spPr>
            <a:xfrm>
              <a:off x="1514415" y="2855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0438"/>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49530" y="273234"/>
                    <a:pt x="274128" y="348565"/>
                    <a:pt x="181474" y="349204"/>
                  </a:cubicBezTo>
                  <a:close/>
                </a:path>
              </a:pathLst>
            </a:custGeom>
            <a:solidFill>
              <a:srgbClr val="046A38"/>
            </a:solidFill>
            <a:ln w="6390" cap="flat">
              <a:noFill/>
              <a:prstDash val="solid"/>
              <a:miter/>
            </a:ln>
          </p:spPr>
          <p:txBody>
            <a:bodyPr rtlCol="0" anchor="ctr"/>
            <a:lstStyle/>
            <a:p>
              <a:endParaRPr lang="en-US"/>
            </a:p>
          </p:txBody>
        </p:sp>
        <p:sp>
          <p:nvSpPr>
            <p:cNvPr id="802" name="Graphic 4">
              <a:extLst>
                <a:ext uri="{FF2B5EF4-FFF2-40B4-BE49-F238E27FC236}">
                  <a16:creationId xmlns:a16="http://schemas.microsoft.com/office/drawing/2014/main" id="{DDF12FFB-2D61-F142-91D2-6257E3F281A8}"/>
                </a:ext>
              </a:extLst>
            </p:cNvPr>
            <p:cNvSpPr/>
            <p:nvPr/>
          </p:nvSpPr>
          <p:spPr>
            <a:xfrm>
              <a:off x="1711374" y="2965400"/>
              <a:ext cx="108479" cy="109288"/>
            </a:xfrm>
            <a:custGeom>
              <a:avLst/>
              <a:gdLst>
                <a:gd name="connsiteX0" fmla="*/ 107841 w 108479"/>
                <a:gd name="connsiteY0" fmla="*/ 47364 h 109288"/>
                <a:gd name="connsiteX1" fmla="*/ 102090 w 108479"/>
                <a:gd name="connsiteY1" fmla="*/ 39703 h 109288"/>
                <a:gd name="connsiteX2" fmla="*/ 96978 w 108479"/>
                <a:gd name="connsiteY2" fmla="*/ 38426 h 109288"/>
                <a:gd name="connsiteX3" fmla="*/ 95700 w 108479"/>
                <a:gd name="connsiteY3" fmla="*/ 35234 h 109288"/>
                <a:gd name="connsiteX4" fmla="*/ 98256 w 108479"/>
                <a:gd name="connsiteY4" fmla="*/ 30766 h 109288"/>
                <a:gd name="connsiteX5" fmla="*/ 96978 w 108479"/>
                <a:gd name="connsiteY5" fmla="*/ 21190 h 109288"/>
                <a:gd name="connsiteX6" fmla="*/ 90588 w 108479"/>
                <a:gd name="connsiteY6" fmla="*/ 14167 h 109288"/>
                <a:gd name="connsiteX7" fmla="*/ 81003 w 108479"/>
                <a:gd name="connsiteY7" fmla="*/ 12252 h 109288"/>
                <a:gd name="connsiteX8" fmla="*/ 76530 w 108479"/>
                <a:gd name="connsiteY8" fmla="*/ 14167 h 109288"/>
                <a:gd name="connsiteX9" fmla="*/ 73974 w 108479"/>
                <a:gd name="connsiteY9" fmla="*/ 12890 h 109288"/>
                <a:gd name="connsiteX10" fmla="*/ 73335 w 108479"/>
                <a:gd name="connsiteY10" fmla="*/ 7783 h 109288"/>
                <a:gd name="connsiteX11" fmla="*/ 66306 w 108479"/>
                <a:gd name="connsiteY11" fmla="*/ 1399 h 109288"/>
                <a:gd name="connsiteX12" fmla="*/ 56721 w 108479"/>
                <a:gd name="connsiteY12" fmla="*/ 122 h 109288"/>
                <a:gd name="connsiteX13" fmla="*/ 48414 w 108479"/>
                <a:gd name="connsiteY13" fmla="*/ 4591 h 109288"/>
                <a:gd name="connsiteX14" fmla="*/ 45858 w 108479"/>
                <a:gd name="connsiteY14" fmla="*/ 9060 h 109288"/>
                <a:gd name="connsiteX15" fmla="*/ 42663 w 108479"/>
                <a:gd name="connsiteY15" fmla="*/ 9698 h 109288"/>
                <a:gd name="connsiteX16" fmla="*/ 38829 w 108479"/>
                <a:gd name="connsiteY16" fmla="*/ 6506 h 109288"/>
                <a:gd name="connsiteX17" fmla="*/ 29244 w 108479"/>
                <a:gd name="connsiteY17" fmla="*/ 5868 h 109288"/>
                <a:gd name="connsiteX18" fmla="*/ 20938 w 108479"/>
                <a:gd name="connsiteY18" fmla="*/ 10975 h 109288"/>
                <a:gd name="connsiteX19" fmla="*/ 17104 w 108479"/>
                <a:gd name="connsiteY19" fmla="*/ 19913 h 109288"/>
                <a:gd name="connsiteX20" fmla="*/ 18382 w 108479"/>
                <a:gd name="connsiteY20" fmla="*/ 25020 h 109288"/>
                <a:gd name="connsiteX21" fmla="*/ 16465 w 108479"/>
                <a:gd name="connsiteY21" fmla="*/ 27574 h 109288"/>
                <a:gd name="connsiteX22" fmla="*/ 11353 w 108479"/>
                <a:gd name="connsiteY22" fmla="*/ 27574 h 109288"/>
                <a:gd name="connsiteX23" fmla="*/ 3685 w 108479"/>
                <a:gd name="connsiteY23" fmla="*/ 33319 h 109288"/>
                <a:gd name="connsiteX24" fmla="*/ 490 w 108479"/>
                <a:gd name="connsiteY24" fmla="*/ 42895 h 109288"/>
                <a:gd name="connsiteX25" fmla="*/ 3685 w 108479"/>
                <a:gd name="connsiteY25" fmla="*/ 51833 h 109288"/>
                <a:gd name="connsiteX26" fmla="*/ 7519 w 108479"/>
                <a:gd name="connsiteY26" fmla="*/ 55025 h 109288"/>
                <a:gd name="connsiteX27" fmla="*/ 7519 w 108479"/>
                <a:gd name="connsiteY27" fmla="*/ 58217 h 109288"/>
                <a:gd name="connsiteX28" fmla="*/ 3685 w 108479"/>
                <a:gd name="connsiteY28" fmla="*/ 61409 h 109288"/>
                <a:gd name="connsiteX29" fmla="*/ 1768 w 108479"/>
                <a:gd name="connsiteY29" fmla="*/ 70346 h 109288"/>
                <a:gd name="connsiteX30" fmla="*/ 5602 w 108479"/>
                <a:gd name="connsiteY30" fmla="*/ 79284 h 109288"/>
                <a:gd name="connsiteX31" fmla="*/ 13270 w 108479"/>
                <a:gd name="connsiteY31" fmla="*/ 84391 h 109288"/>
                <a:gd name="connsiteX32" fmla="*/ 18382 w 108479"/>
                <a:gd name="connsiteY32" fmla="*/ 84391 h 109288"/>
                <a:gd name="connsiteX33" fmla="*/ 20299 w 108479"/>
                <a:gd name="connsiteY33" fmla="*/ 86945 h 109288"/>
                <a:gd name="connsiteX34" fmla="*/ 19659 w 108479"/>
                <a:gd name="connsiteY34" fmla="*/ 92052 h 109288"/>
                <a:gd name="connsiteX35" fmla="*/ 24133 w 108479"/>
                <a:gd name="connsiteY35" fmla="*/ 100351 h 109288"/>
                <a:gd name="connsiteX36" fmla="*/ 33078 w 108479"/>
                <a:gd name="connsiteY36" fmla="*/ 104820 h 109288"/>
                <a:gd name="connsiteX37" fmla="*/ 42663 w 108479"/>
                <a:gd name="connsiteY37" fmla="*/ 103543 h 109288"/>
                <a:gd name="connsiteX38" fmla="*/ 46497 w 108479"/>
                <a:gd name="connsiteY38" fmla="*/ 100351 h 109288"/>
                <a:gd name="connsiteX39" fmla="*/ 49692 w 108479"/>
                <a:gd name="connsiteY39" fmla="*/ 100989 h 109288"/>
                <a:gd name="connsiteX40" fmla="*/ 52248 w 108479"/>
                <a:gd name="connsiteY40" fmla="*/ 105458 h 109288"/>
                <a:gd name="connsiteX41" fmla="*/ 59277 w 108479"/>
                <a:gd name="connsiteY41" fmla="*/ 109288 h 109288"/>
                <a:gd name="connsiteX42" fmla="*/ 61194 w 108479"/>
                <a:gd name="connsiteY42" fmla="*/ 109288 h 109288"/>
                <a:gd name="connsiteX43" fmla="*/ 70779 w 108479"/>
                <a:gd name="connsiteY43" fmla="*/ 107373 h 109288"/>
                <a:gd name="connsiteX44" fmla="*/ 77169 w 108479"/>
                <a:gd name="connsiteY44" fmla="*/ 100351 h 109288"/>
                <a:gd name="connsiteX45" fmla="*/ 77808 w 108479"/>
                <a:gd name="connsiteY45" fmla="*/ 95244 h 109288"/>
                <a:gd name="connsiteX46" fmla="*/ 80364 w 108479"/>
                <a:gd name="connsiteY46" fmla="*/ 93329 h 109288"/>
                <a:gd name="connsiteX47" fmla="*/ 85476 w 108479"/>
                <a:gd name="connsiteY47" fmla="*/ 95244 h 109288"/>
                <a:gd name="connsiteX48" fmla="*/ 94422 w 108479"/>
                <a:gd name="connsiteY48" fmla="*/ 92690 h 109288"/>
                <a:gd name="connsiteX49" fmla="*/ 100812 w 108479"/>
                <a:gd name="connsiteY49" fmla="*/ 85029 h 109288"/>
                <a:gd name="connsiteX50" fmla="*/ 100812 w 108479"/>
                <a:gd name="connsiteY50" fmla="*/ 75453 h 109288"/>
                <a:gd name="connsiteX51" fmla="*/ 98256 w 108479"/>
                <a:gd name="connsiteY51" fmla="*/ 70985 h 109288"/>
                <a:gd name="connsiteX52" fmla="*/ 98895 w 108479"/>
                <a:gd name="connsiteY52" fmla="*/ 67793 h 109288"/>
                <a:gd name="connsiteX53" fmla="*/ 103368 w 108479"/>
                <a:gd name="connsiteY53" fmla="*/ 65877 h 109288"/>
                <a:gd name="connsiteX54" fmla="*/ 108480 w 108479"/>
                <a:gd name="connsiteY54" fmla="*/ 58217 h 109288"/>
                <a:gd name="connsiteX55" fmla="*/ 107841 w 108479"/>
                <a:gd name="connsiteY55" fmla="*/ 47364 h 109288"/>
                <a:gd name="connsiteX56" fmla="*/ 90588 w 108479"/>
                <a:gd name="connsiteY56" fmla="*/ 56301 h 109288"/>
                <a:gd name="connsiteX57" fmla="*/ 86754 w 108479"/>
                <a:gd name="connsiteY57" fmla="*/ 60132 h 109288"/>
                <a:gd name="connsiteX58" fmla="*/ 84198 w 108479"/>
                <a:gd name="connsiteY58" fmla="*/ 69069 h 109288"/>
                <a:gd name="connsiteX59" fmla="*/ 84837 w 108479"/>
                <a:gd name="connsiteY59" fmla="*/ 74815 h 109288"/>
                <a:gd name="connsiteX60" fmla="*/ 87393 w 108479"/>
                <a:gd name="connsiteY60" fmla="*/ 78645 h 109288"/>
                <a:gd name="connsiteX61" fmla="*/ 85476 w 108479"/>
                <a:gd name="connsiteY61" fmla="*/ 81199 h 109288"/>
                <a:gd name="connsiteX62" fmla="*/ 81003 w 108479"/>
                <a:gd name="connsiteY62" fmla="*/ 79922 h 109288"/>
                <a:gd name="connsiteX63" fmla="*/ 75252 w 108479"/>
                <a:gd name="connsiteY63" fmla="*/ 80561 h 109288"/>
                <a:gd name="connsiteX64" fmla="*/ 67584 w 108479"/>
                <a:gd name="connsiteY64" fmla="*/ 85668 h 109288"/>
                <a:gd name="connsiteX65" fmla="*/ 64389 w 108479"/>
                <a:gd name="connsiteY65" fmla="*/ 90137 h 109288"/>
                <a:gd name="connsiteX66" fmla="*/ 63750 w 108479"/>
                <a:gd name="connsiteY66" fmla="*/ 94605 h 109288"/>
                <a:gd name="connsiteX67" fmla="*/ 60555 w 108479"/>
                <a:gd name="connsiteY67" fmla="*/ 95244 h 109288"/>
                <a:gd name="connsiteX68" fmla="*/ 57999 w 108479"/>
                <a:gd name="connsiteY68" fmla="*/ 91413 h 109288"/>
                <a:gd name="connsiteX69" fmla="*/ 53526 w 108479"/>
                <a:gd name="connsiteY69" fmla="*/ 88221 h 109288"/>
                <a:gd name="connsiteX70" fmla="*/ 43941 w 108479"/>
                <a:gd name="connsiteY70" fmla="*/ 86945 h 109288"/>
                <a:gd name="connsiteX71" fmla="*/ 43302 w 108479"/>
                <a:gd name="connsiteY71" fmla="*/ 86945 h 109288"/>
                <a:gd name="connsiteX72" fmla="*/ 38829 w 108479"/>
                <a:gd name="connsiteY72" fmla="*/ 88860 h 109288"/>
                <a:gd name="connsiteX73" fmla="*/ 35634 w 108479"/>
                <a:gd name="connsiteY73" fmla="*/ 92052 h 109288"/>
                <a:gd name="connsiteX74" fmla="*/ 32439 w 108479"/>
                <a:gd name="connsiteY74" fmla="*/ 90775 h 109288"/>
                <a:gd name="connsiteX75" fmla="*/ 33078 w 108479"/>
                <a:gd name="connsiteY75" fmla="*/ 86306 h 109288"/>
                <a:gd name="connsiteX76" fmla="*/ 31800 w 108479"/>
                <a:gd name="connsiteY76" fmla="*/ 81199 h 109288"/>
                <a:gd name="connsiteX77" fmla="*/ 25410 w 108479"/>
                <a:gd name="connsiteY77" fmla="*/ 74177 h 109288"/>
                <a:gd name="connsiteX78" fmla="*/ 20299 w 108479"/>
                <a:gd name="connsiteY78" fmla="*/ 72261 h 109288"/>
                <a:gd name="connsiteX79" fmla="*/ 15187 w 108479"/>
                <a:gd name="connsiteY79" fmla="*/ 72261 h 109288"/>
                <a:gd name="connsiteX80" fmla="*/ 13909 w 108479"/>
                <a:gd name="connsiteY80" fmla="*/ 69069 h 109288"/>
                <a:gd name="connsiteX81" fmla="*/ 17743 w 108479"/>
                <a:gd name="connsiteY81" fmla="*/ 65877 h 109288"/>
                <a:gd name="connsiteX82" fmla="*/ 19659 w 108479"/>
                <a:gd name="connsiteY82" fmla="*/ 60770 h 109288"/>
                <a:gd name="connsiteX83" fmla="*/ 19659 w 108479"/>
                <a:gd name="connsiteY83" fmla="*/ 51833 h 109288"/>
                <a:gd name="connsiteX84" fmla="*/ 17104 w 108479"/>
                <a:gd name="connsiteY84" fmla="*/ 46726 h 109288"/>
                <a:gd name="connsiteX85" fmla="*/ 13270 w 108479"/>
                <a:gd name="connsiteY85" fmla="*/ 44172 h 109288"/>
                <a:gd name="connsiteX86" fmla="*/ 14548 w 108479"/>
                <a:gd name="connsiteY86" fmla="*/ 40980 h 109288"/>
                <a:gd name="connsiteX87" fmla="*/ 19659 w 108479"/>
                <a:gd name="connsiteY87" fmla="*/ 40980 h 109288"/>
                <a:gd name="connsiteX88" fmla="*/ 24772 w 108479"/>
                <a:gd name="connsiteY88" fmla="*/ 38426 h 109288"/>
                <a:gd name="connsiteX89" fmla="*/ 30522 w 108479"/>
                <a:gd name="connsiteY89" fmla="*/ 31404 h 109288"/>
                <a:gd name="connsiteX90" fmla="*/ 31800 w 108479"/>
                <a:gd name="connsiteY90" fmla="*/ 25658 h 109288"/>
                <a:gd name="connsiteX91" fmla="*/ 30522 w 108479"/>
                <a:gd name="connsiteY91" fmla="*/ 21190 h 109288"/>
                <a:gd name="connsiteX92" fmla="*/ 33078 w 108479"/>
                <a:gd name="connsiteY92" fmla="*/ 19274 h 109288"/>
                <a:gd name="connsiteX93" fmla="*/ 36912 w 108479"/>
                <a:gd name="connsiteY93" fmla="*/ 22466 h 109288"/>
                <a:gd name="connsiteX94" fmla="*/ 42024 w 108479"/>
                <a:gd name="connsiteY94" fmla="*/ 23743 h 109288"/>
                <a:gd name="connsiteX95" fmla="*/ 50970 w 108479"/>
                <a:gd name="connsiteY95" fmla="*/ 21828 h 109288"/>
                <a:gd name="connsiteX96" fmla="*/ 55443 w 108479"/>
                <a:gd name="connsiteY96" fmla="*/ 18636 h 109288"/>
                <a:gd name="connsiteX97" fmla="*/ 57360 w 108479"/>
                <a:gd name="connsiteY97" fmla="*/ 14167 h 109288"/>
                <a:gd name="connsiteX98" fmla="*/ 60555 w 108479"/>
                <a:gd name="connsiteY98" fmla="*/ 14806 h 109288"/>
                <a:gd name="connsiteX99" fmla="*/ 61194 w 108479"/>
                <a:gd name="connsiteY99" fmla="*/ 19274 h 109288"/>
                <a:gd name="connsiteX100" fmla="*/ 64389 w 108479"/>
                <a:gd name="connsiteY100" fmla="*/ 23743 h 109288"/>
                <a:gd name="connsiteX101" fmla="*/ 72696 w 108479"/>
                <a:gd name="connsiteY101" fmla="*/ 28212 h 109288"/>
                <a:gd name="connsiteX102" fmla="*/ 78447 w 108479"/>
                <a:gd name="connsiteY102" fmla="*/ 28212 h 109288"/>
                <a:gd name="connsiteX103" fmla="*/ 82920 w 108479"/>
                <a:gd name="connsiteY103" fmla="*/ 26297 h 109288"/>
                <a:gd name="connsiteX104" fmla="*/ 85476 w 108479"/>
                <a:gd name="connsiteY104" fmla="*/ 28850 h 109288"/>
                <a:gd name="connsiteX105" fmla="*/ 82920 w 108479"/>
                <a:gd name="connsiteY105" fmla="*/ 33319 h 109288"/>
                <a:gd name="connsiteX106" fmla="*/ 82920 w 108479"/>
                <a:gd name="connsiteY106" fmla="*/ 39065 h 109288"/>
                <a:gd name="connsiteX107" fmla="*/ 86754 w 108479"/>
                <a:gd name="connsiteY107" fmla="*/ 48002 h 109288"/>
                <a:gd name="connsiteX108" fmla="*/ 90588 w 108479"/>
                <a:gd name="connsiteY108" fmla="*/ 51833 h 109288"/>
                <a:gd name="connsiteX109" fmla="*/ 95061 w 108479"/>
                <a:gd name="connsiteY109" fmla="*/ 53109 h 109288"/>
                <a:gd name="connsiteX110" fmla="*/ 95061 w 108479"/>
                <a:gd name="connsiteY110" fmla="*/ 56301 h 109288"/>
                <a:gd name="connsiteX111" fmla="*/ 90588 w 108479"/>
                <a:gd name="connsiteY111" fmla="*/ 56301 h 109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8479" h="109288">
                  <a:moveTo>
                    <a:pt x="107841" y="47364"/>
                  </a:moveTo>
                  <a:cubicBezTo>
                    <a:pt x="107841" y="44172"/>
                    <a:pt x="105285" y="40980"/>
                    <a:pt x="102090" y="39703"/>
                  </a:cubicBezTo>
                  <a:lnTo>
                    <a:pt x="96978" y="38426"/>
                  </a:lnTo>
                  <a:lnTo>
                    <a:pt x="95700" y="35234"/>
                  </a:lnTo>
                  <a:lnTo>
                    <a:pt x="98256" y="30766"/>
                  </a:lnTo>
                  <a:cubicBezTo>
                    <a:pt x="100173" y="27574"/>
                    <a:pt x="99534" y="23743"/>
                    <a:pt x="96978" y="21190"/>
                  </a:cubicBezTo>
                  <a:lnTo>
                    <a:pt x="90588" y="14167"/>
                  </a:lnTo>
                  <a:cubicBezTo>
                    <a:pt x="88032" y="11614"/>
                    <a:pt x="84837" y="10975"/>
                    <a:pt x="81003" y="12252"/>
                  </a:cubicBezTo>
                  <a:lnTo>
                    <a:pt x="76530" y="14167"/>
                  </a:lnTo>
                  <a:lnTo>
                    <a:pt x="73974" y="12890"/>
                  </a:lnTo>
                  <a:lnTo>
                    <a:pt x="73335" y="7783"/>
                  </a:lnTo>
                  <a:cubicBezTo>
                    <a:pt x="72696" y="4591"/>
                    <a:pt x="70140" y="2038"/>
                    <a:pt x="66306" y="1399"/>
                  </a:cubicBezTo>
                  <a:lnTo>
                    <a:pt x="56721" y="122"/>
                  </a:lnTo>
                  <a:cubicBezTo>
                    <a:pt x="53526" y="-516"/>
                    <a:pt x="49692" y="1399"/>
                    <a:pt x="48414" y="4591"/>
                  </a:cubicBezTo>
                  <a:lnTo>
                    <a:pt x="45858" y="9060"/>
                  </a:lnTo>
                  <a:lnTo>
                    <a:pt x="42663" y="9698"/>
                  </a:lnTo>
                  <a:lnTo>
                    <a:pt x="38829" y="6506"/>
                  </a:lnTo>
                  <a:cubicBezTo>
                    <a:pt x="36273" y="4591"/>
                    <a:pt x="32439" y="3953"/>
                    <a:pt x="29244" y="5868"/>
                  </a:cubicBezTo>
                  <a:lnTo>
                    <a:pt x="20938" y="10975"/>
                  </a:lnTo>
                  <a:cubicBezTo>
                    <a:pt x="17743" y="12890"/>
                    <a:pt x="16465" y="16082"/>
                    <a:pt x="17104" y="19913"/>
                  </a:cubicBezTo>
                  <a:lnTo>
                    <a:pt x="18382" y="25020"/>
                  </a:lnTo>
                  <a:lnTo>
                    <a:pt x="16465" y="27574"/>
                  </a:lnTo>
                  <a:lnTo>
                    <a:pt x="11353" y="27574"/>
                  </a:lnTo>
                  <a:cubicBezTo>
                    <a:pt x="8158" y="27574"/>
                    <a:pt x="4963" y="30127"/>
                    <a:pt x="3685" y="33319"/>
                  </a:cubicBezTo>
                  <a:lnTo>
                    <a:pt x="490" y="42895"/>
                  </a:lnTo>
                  <a:cubicBezTo>
                    <a:pt x="-788" y="46087"/>
                    <a:pt x="490" y="49918"/>
                    <a:pt x="3685" y="51833"/>
                  </a:cubicBezTo>
                  <a:lnTo>
                    <a:pt x="7519" y="55025"/>
                  </a:lnTo>
                  <a:lnTo>
                    <a:pt x="7519" y="58217"/>
                  </a:lnTo>
                  <a:lnTo>
                    <a:pt x="3685" y="61409"/>
                  </a:lnTo>
                  <a:cubicBezTo>
                    <a:pt x="1129" y="63962"/>
                    <a:pt x="-149" y="67154"/>
                    <a:pt x="1768" y="70346"/>
                  </a:cubicBezTo>
                  <a:lnTo>
                    <a:pt x="5602" y="79284"/>
                  </a:lnTo>
                  <a:cubicBezTo>
                    <a:pt x="6880" y="82476"/>
                    <a:pt x="10075" y="84391"/>
                    <a:pt x="13270" y="84391"/>
                  </a:cubicBezTo>
                  <a:lnTo>
                    <a:pt x="18382" y="84391"/>
                  </a:lnTo>
                  <a:lnTo>
                    <a:pt x="20299" y="86945"/>
                  </a:lnTo>
                  <a:lnTo>
                    <a:pt x="19659" y="92052"/>
                  </a:lnTo>
                  <a:cubicBezTo>
                    <a:pt x="19020" y="95244"/>
                    <a:pt x="20938" y="99074"/>
                    <a:pt x="24133" y="100351"/>
                  </a:cubicBezTo>
                  <a:lnTo>
                    <a:pt x="33078" y="104820"/>
                  </a:lnTo>
                  <a:cubicBezTo>
                    <a:pt x="36273" y="106735"/>
                    <a:pt x="40107" y="106096"/>
                    <a:pt x="42663" y="103543"/>
                  </a:cubicBezTo>
                  <a:lnTo>
                    <a:pt x="46497" y="100351"/>
                  </a:lnTo>
                  <a:lnTo>
                    <a:pt x="49692" y="100989"/>
                  </a:lnTo>
                  <a:lnTo>
                    <a:pt x="52248" y="105458"/>
                  </a:lnTo>
                  <a:cubicBezTo>
                    <a:pt x="53526" y="108012"/>
                    <a:pt x="56082" y="109288"/>
                    <a:pt x="59277" y="109288"/>
                  </a:cubicBezTo>
                  <a:lnTo>
                    <a:pt x="61194" y="109288"/>
                  </a:lnTo>
                  <a:lnTo>
                    <a:pt x="70779" y="107373"/>
                  </a:lnTo>
                  <a:cubicBezTo>
                    <a:pt x="73974" y="106735"/>
                    <a:pt x="76530" y="103543"/>
                    <a:pt x="77169" y="100351"/>
                  </a:cubicBezTo>
                  <a:lnTo>
                    <a:pt x="77808" y="95244"/>
                  </a:lnTo>
                  <a:lnTo>
                    <a:pt x="80364" y="93329"/>
                  </a:lnTo>
                  <a:lnTo>
                    <a:pt x="85476" y="95244"/>
                  </a:lnTo>
                  <a:cubicBezTo>
                    <a:pt x="88671" y="96521"/>
                    <a:pt x="92505" y="95244"/>
                    <a:pt x="94422" y="92690"/>
                  </a:cubicBezTo>
                  <a:lnTo>
                    <a:pt x="100812" y="85029"/>
                  </a:lnTo>
                  <a:cubicBezTo>
                    <a:pt x="102729" y="82476"/>
                    <a:pt x="102729" y="78645"/>
                    <a:pt x="100812" y="75453"/>
                  </a:cubicBezTo>
                  <a:lnTo>
                    <a:pt x="98256" y="70985"/>
                  </a:lnTo>
                  <a:lnTo>
                    <a:pt x="98895" y="67793"/>
                  </a:lnTo>
                  <a:lnTo>
                    <a:pt x="103368" y="65877"/>
                  </a:lnTo>
                  <a:cubicBezTo>
                    <a:pt x="106563" y="64601"/>
                    <a:pt x="108480" y="61409"/>
                    <a:pt x="108480" y="58217"/>
                  </a:cubicBezTo>
                  <a:lnTo>
                    <a:pt x="107841" y="47364"/>
                  </a:lnTo>
                  <a:close/>
                  <a:moveTo>
                    <a:pt x="90588" y="56301"/>
                  </a:moveTo>
                  <a:cubicBezTo>
                    <a:pt x="88671" y="56940"/>
                    <a:pt x="87393" y="58217"/>
                    <a:pt x="86754" y="60132"/>
                  </a:cubicBezTo>
                  <a:lnTo>
                    <a:pt x="84198" y="69069"/>
                  </a:lnTo>
                  <a:cubicBezTo>
                    <a:pt x="83559" y="70985"/>
                    <a:pt x="84198" y="72900"/>
                    <a:pt x="84837" y="74815"/>
                  </a:cubicBezTo>
                  <a:lnTo>
                    <a:pt x="87393" y="78645"/>
                  </a:lnTo>
                  <a:lnTo>
                    <a:pt x="85476" y="81199"/>
                  </a:lnTo>
                  <a:lnTo>
                    <a:pt x="81003" y="79922"/>
                  </a:lnTo>
                  <a:cubicBezTo>
                    <a:pt x="79086" y="79284"/>
                    <a:pt x="77169" y="79284"/>
                    <a:pt x="75252" y="80561"/>
                  </a:cubicBezTo>
                  <a:lnTo>
                    <a:pt x="67584" y="85668"/>
                  </a:lnTo>
                  <a:cubicBezTo>
                    <a:pt x="65667" y="86945"/>
                    <a:pt x="65028" y="88221"/>
                    <a:pt x="64389" y="90137"/>
                  </a:cubicBezTo>
                  <a:lnTo>
                    <a:pt x="63750" y="94605"/>
                  </a:lnTo>
                  <a:lnTo>
                    <a:pt x="60555" y="95244"/>
                  </a:lnTo>
                  <a:lnTo>
                    <a:pt x="57999" y="91413"/>
                  </a:lnTo>
                  <a:cubicBezTo>
                    <a:pt x="56721" y="89498"/>
                    <a:pt x="55443" y="88860"/>
                    <a:pt x="53526" y="88221"/>
                  </a:cubicBezTo>
                  <a:lnTo>
                    <a:pt x="43941" y="86945"/>
                  </a:lnTo>
                  <a:lnTo>
                    <a:pt x="43302" y="86945"/>
                  </a:lnTo>
                  <a:cubicBezTo>
                    <a:pt x="41385" y="86945"/>
                    <a:pt x="40107" y="87583"/>
                    <a:pt x="38829" y="88860"/>
                  </a:cubicBezTo>
                  <a:lnTo>
                    <a:pt x="35634" y="92052"/>
                  </a:lnTo>
                  <a:lnTo>
                    <a:pt x="32439" y="90775"/>
                  </a:lnTo>
                  <a:lnTo>
                    <a:pt x="33078" y="86306"/>
                  </a:lnTo>
                  <a:cubicBezTo>
                    <a:pt x="33078" y="84391"/>
                    <a:pt x="33078" y="82476"/>
                    <a:pt x="31800" y="81199"/>
                  </a:cubicBezTo>
                  <a:lnTo>
                    <a:pt x="25410" y="74177"/>
                  </a:lnTo>
                  <a:cubicBezTo>
                    <a:pt x="24133" y="72900"/>
                    <a:pt x="22215" y="72261"/>
                    <a:pt x="20299" y="72261"/>
                  </a:cubicBezTo>
                  <a:lnTo>
                    <a:pt x="15187" y="72261"/>
                  </a:lnTo>
                  <a:lnTo>
                    <a:pt x="13909" y="69069"/>
                  </a:lnTo>
                  <a:lnTo>
                    <a:pt x="17743" y="65877"/>
                  </a:lnTo>
                  <a:cubicBezTo>
                    <a:pt x="19020" y="64601"/>
                    <a:pt x="20299" y="62685"/>
                    <a:pt x="19659" y="60770"/>
                  </a:cubicBezTo>
                  <a:lnTo>
                    <a:pt x="19659" y="51833"/>
                  </a:lnTo>
                  <a:cubicBezTo>
                    <a:pt x="19659" y="49918"/>
                    <a:pt x="18382" y="48002"/>
                    <a:pt x="17104" y="46726"/>
                  </a:cubicBezTo>
                  <a:lnTo>
                    <a:pt x="13270" y="44172"/>
                  </a:lnTo>
                  <a:lnTo>
                    <a:pt x="14548" y="40980"/>
                  </a:lnTo>
                  <a:lnTo>
                    <a:pt x="19659" y="40980"/>
                  </a:lnTo>
                  <a:cubicBezTo>
                    <a:pt x="21577" y="40980"/>
                    <a:pt x="23493" y="39703"/>
                    <a:pt x="24772" y="38426"/>
                  </a:cubicBezTo>
                  <a:lnTo>
                    <a:pt x="30522" y="31404"/>
                  </a:lnTo>
                  <a:cubicBezTo>
                    <a:pt x="31800" y="30127"/>
                    <a:pt x="32439" y="27574"/>
                    <a:pt x="31800" y="25658"/>
                  </a:cubicBezTo>
                  <a:lnTo>
                    <a:pt x="30522" y="21190"/>
                  </a:lnTo>
                  <a:lnTo>
                    <a:pt x="33078" y="19274"/>
                  </a:lnTo>
                  <a:lnTo>
                    <a:pt x="36912" y="22466"/>
                  </a:lnTo>
                  <a:cubicBezTo>
                    <a:pt x="38190" y="23743"/>
                    <a:pt x="40107" y="24382"/>
                    <a:pt x="42024" y="23743"/>
                  </a:cubicBezTo>
                  <a:lnTo>
                    <a:pt x="50970" y="21828"/>
                  </a:lnTo>
                  <a:cubicBezTo>
                    <a:pt x="52887" y="21190"/>
                    <a:pt x="54165" y="19913"/>
                    <a:pt x="55443" y="18636"/>
                  </a:cubicBezTo>
                  <a:lnTo>
                    <a:pt x="57360" y="14167"/>
                  </a:lnTo>
                  <a:lnTo>
                    <a:pt x="60555" y="14806"/>
                  </a:lnTo>
                  <a:lnTo>
                    <a:pt x="61194" y="19274"/>
                  </a:lnTo>
                  <a:cubicBezTo>
                    <a:pt x="61833" y="21190"/>
                    <a:pt x="63111" y="23105"/>
                    <a:pt x="64389" y="23743"/>
                  </a:cubicBezTo>
                  <a:lnTo>
                    <a:pt x="72696" y="28212"/>
                  </a:lnTo>
                  <a:cubicBezTo>
                    <a:pt x="74613" y="28850"/>
                    <a:pt x="76530" y="28850"/>
                    <a:pt x="78447" y="28212"/>
                  </a:cubicBezTo>
                  <a:lnTo>
                    <a:pt x="82920" y="26297"/>
                  </a:lnTo>
                  <a:lnTo>
                    <a:pt x="85476" y="28850"/>
                  </a:lnTo>
                  <a:lnTo>
                    <a:pt x="82920" y="33319"/>
                  </a:lnTo>
                  <a:cubicBezTo>
                    <a:pt x="82281" y="35234"/>
                    <a:pt x="81642" y="37150"/>
                    <a:pt x="82920" y="39065"/>
                  </a:cubicBezTo>
                  <a:lnTo>
                    <a:pt x="86754" y="48002"/>
                  </a:lnTo>
                  <a:cubicBezTo>
                    <a:pt x="87393" y="49918"/>
                    <a:pt x="88671" y="51194"/>
                    <a:pt x="90588" y="51833"/>
                  </a:cubicBezTo>
                  <a:lnTo>
                    <a:pt x="95061" y="53109"/>
                  </a:lnTo>
                  <a:lnTo>
                    <a:pt x="95061" y="56301"/>
                  </a:lnTo>
                  <a:lnTo>
                    <a:pt x="90588" y="56301"/>
                  </a:lnTo>
                  <a:close/>
                </a:path>
              </a:pathLst>
            </a:custGeom>
            <a:solidFill>
              <a:srgbClr val="046A38"/>
            </a:solidFill>
            <a:ln w="6390" cap="flat">
              <a:noFill/>
              <a:prstDash val="solid"/>
              <a:miter/>
            </a:ln>
          </p:spPr>
          <p:txBody>
            <a:bodyPr rtlCol="0" anchor="ctr"/>
            <a:lstStyle/>
            <a:p>
              <a:endParaRPr lang="en-US"/>
            </a:p>
          </p:txBody>
        </p:sp>
        <p:sp>
          <p:nvSpPr>
            <p:cNvPr id="803" name="Graphic 4">
              <a:extLst>
                <a:ext uri="{FF2B5EF4-FFF2-40B4-BE49-F238E27FC236}">
                  <a16:creationId xmlns:a16="http://schemas.microsoft.com/office/drawing/2014/main" id="{ADC4CBED-AC78-5B4D-8080-97C7F035E232}"/>
                </a:ext>
              </a:extLst>
            </p:cNvPr>
            <p:cNvSpPr/>
            <p:nvPr/>
          </p:nvSpPr>
          <p:spPr>
            <a:xfrm>
              <a:off x="1732290" y="2987227"/>
              <a:ext cx="65859" cy="66393"/>
            </a:xfrm>
            <a:custGeom>
              <a:avLst/>
              <a:gdLst>
                <a:gd name="connsiteX0" fmla="*/ 31333 w 65859"/>
                <a:gd name="connsiteY0" fmla="*/ 0 h 66393"/>
                <a:gd name="connsiteX1" fmla="*/ 31333 w 65859"/>
                <a:gd name="connsiteY1" fmla="*/ 0 h 66393"/>
                <a:gd name="connsiteX2" fmla="*/ 22 w 65859"/>
                <a:gd name="connsiteY2" fmla="*/ 35112 h 66393"/>
                <a:gd name="connsiteX3" fmla="*/ 32611 w 65859"/>
                <a:gd name="connsiteY3" fmla="*/ 66394 h 66393"/>
                <a:gd name="connsiteX4" fmla="*/ 33888 w 65859"/>
                <a:gd name="connsiteY4" fmla="*/ 66394 h 66393"/>
                <a:gd name="connsiteX5" fmla="*/ 65838 w 65859"/>
                <a:gd name="connsiteY5" fmla="*/ 32558 h 66393"/>
                <a:gd name="connsiteX6" fmla="*/ 31972 w 65859"/>
                <a:gd name="connsiteY6" fmla="*/ 638 h 66393"/>
                <a:gd name="connsiteX7" fmla="*/ 31333 w 65859"/>
                <a:gd name="connsiteY7" fmla="*/ 0 h 66393"/>
                <a:gd name="connsiteX8" fmla="*/ 33888 w 65859"/>
                <a:gd name="connsiteY8" fmla="*/ 52987 h 66393"/>
                <a:gd name="connsiteX9" fmla="*/ 12802 w 65859"/>
                <a:gd name="connsiteY9" fmla="*/ 33835 h 66393"/>
                <a:gd name="connsiteX10" fmla="*/ 17914 w 65859"/>
                <a:gd name="connsiteY10" fmla="*/ 19152 h 66393"/>
                <a:gd name="connsiteX11" fmla="*/ 46668 w 65859"/>
                <a:gd name="connsiteY11" fmla="*/ 17875 h 66393"/>
                <a:gd name="connsiteX12" fmla="*/ 53058 w 65859"/>
                <a:gd name="connsiteY12" fmla="*/ 31920 h 66393"/>
                <a:gd name="connsiteX13" fmla="*/ 33888 w 65859"/>
                <a:gd name="connsiteY13" fmla="*/ 52987 h 66393"/>
                <a:gd name="connsiteX14" fmla="*/ 33888 w 65859"/>
                <a:gd name="connsiteY14" fmla="*/ 52987 h 66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5859" h="66393">
                  <a:moveTo>
                    <a:pt x="31333" y="0"/>
                  </a:moveTo>
                  <a:lnTo>
                    <a:pt x="31333" y="0"/>
                  </a:lnTo>
                  <a:cubicBezTo>
                    <a:pt x="12802" y="1277"/>
                    <a:pt x="-617" y="16598"/>
                    <a:pt x="22" y="35112"/>
                  </a:cubicBezTo>
                  <a:cubicBezTo>
                    <a:pt x="1300" y="52349"/>
                    <a:pt x="15358" y="65755"/>
                    <a:pt x="32611" y="66394"/>
                  </a:cubicBezTo>
                  <a:lnTo>
                    <a:pt x="33888" y="66394"/>
                  </a:lnTo>
                  <a:cubicBezTo>
                    <a:pt x="52419" y="65755"/>
                    <a:pt x="66477" y="50434"/>
                    <a:pt x="65838" y="32558"/>
                  </a:cubicBezTo>
                  <a:cubicBezTo>
                    <a:pt x="65199" y="14045"/>
                    <a:pt x="49863" y="0"/>
                    <a:pt x="31972" y="638"/>
                  </a:cubicBezTo>
                  <a:cubicBezTo>
                    <a:pt x="31972" y="0"/>
                    <a:pt x="31333" y="0"/>
                    <a:pt x="31333" y="0"/>
                  </a:cubicBezTo>
                  <a:close/>
                  <a:moveTo>
                    <a:pt x="33888" y="52987"/>
                  </a:moveTo>
                  <a:cubicBezTo>
                    <a:pt x="22387" y="53626"/>
                    <a:pt x="13441" y="44688"/>
                    <a:pt x="12802" y="33835"/>
                  </a:cubicBezTo>
                  <a:cubicBezTo>
                    <a:pt x="12802" y="28728"/>
                    <a:pt x="14719" y="22982"/>
                    <a:pt x="17914" y="19152"/>
                  </a:cubicBezTo>
                  <a:cubicBezTo>
                    <a:pt x="25582" y="10853"/>
                    <a:pt x="38362" y="10214"/>
                    <a:pt x="46668" y="17875"/>
                  </a:cubicBezTo>
                  <a:cubicBezTo>
                    <a:pt x="50502" y="21706"/>
                    <a:pt x="53058" y="26813"/>
                    <a:pt x="53058" y="31920"/>
                  </a:cubicBezTo>
                  <a:cubicBezTo>
                    <a:pt x="53697" y="42773"/>
                    <a:pt x="44751" y="52349"/>
                    <a:pt x="33888" y="52987"/>
                  </a:cubicBezTo>
                  <a:lnTo>
                    <a:pt x="33888" y="52987"/>
                  </a:lnTo>
                  <a:close/>
                </a:path>
              </a:pathLst>
            </a:custGeom>
            <a:solidFill>
              <a:srgbClr val="046A38"/>
            </a:solidFill>
            <a:ln w="6390" cap="flat">
              <a:noFill/>
              <a:prstDash val="solid"/>
              <a:miter/>
            </a:ln>
          </p:spPr>
          <p:txBody>
            <a:bodyPr rtlCol="0" anchor="ctr"/>
            <a:lstStyle/>
            <a:p>
              <a:endParaRPr lang="en-US"/>
            </a:p>
          </p:txBody>
        </p:sp>
        <p:sp>
          <p:nvSpPr>
            <p:cNvPr id="804" name="Graphic 4">
              <a:extLst>
                <a:ext uri="{FF2B5EF4-FFF2-40B4-BE49-F238E27FC236}">
                  <a16:creationId xmlns:a16="http://schemas.microsoft.com/office/drawing/2014/main" id="{60AFD417-71A1-9D4E-A265-1FCA7C87A3BF}"/>
                </a:ext>
              </a:extLst>
            </p:cNvPr>
            <p:cNvSpPr/>
            <p:nvPr/>
          </p:nvSpPr>
          <p:spPr>
            <a:xfrm>
              <a:off x="1637251" y="3045838"/>
              <a:ext cx="108479" cy="109288"/>
            </a:xfrm>
            <a:custGeom>
              <a:avLst/>
              <a:gdLst>
                <a:gd name="connsiteX0" fmla="*/ 102090 w 108479"/>
                <a:gd name="connsiteY0" fmla="*/ 39703 h 109288"/>
                <a:gd name="connsiteX1" fmla="*/ 96978 w 108479"/>
                <a:gd name="connsiteY1" fmla="*/ 38426 h 109288"/>
                <a:gd name="connsiteX2" fmla="*/ 95700 w 108479"/>
                <a:gd name="connsiteY2" fmla="*/ 35234 h 109288"/>
                <a:gd name="connsiteX3" fmla="*/ 98256 w 108479"/>
                <a:gd name="connsiteY3" fmla="*/ 30765 h 109288"/>
                <a:gd name="connsiteX4" fmla="*/ 96978 w 108479"/>
                <a:gd name="connsiteY4" fmla="*/ 21189 h 109288"/>
                <a:gd name="connsiteX5" fmla="*/ 90588 w 108479"/>
                <a:gd name="connsiteY5" fmla="*/ 14167 h 109288"/>
                <a:gd name="connsiteX6" fmla="*/ 81003 w 108479"/>
                <a:gd name="connsiteY6" fmla="*/ 12252 h 109288"/>
                <a:gd name="connsiteX7" fmla="*/ 76530 w 108479"/>
                <a:gd name="connsiteY7" fmla="*/ 14167 h 109288"/>
                <a:gd name="connsiteX8" fmla="*/ 73335 w 108479"/>
                <a:gd name="connsiteY8" fmla="*/ 12890 h 109288"/>
                <a:gd name="connsiteX9" fmla="*/ 72696 w 108479"/>
                <a:gd name="connsiteY9" fmla="*/ 7783 h 109288"/>
                <a:gd name="connsiteX10" fmla="*/ 65667 w 108479"/>
                <a:gd name="connsiteY10" fmla="*/ 1399 h 109288"/>
                <a:gd name="connsiteX11" fmla="*/ 56082 w 108479"/>
                <a:gd name="connsiteY11" fmla="*/ 122 h 109288"/>
                <a:gd name="connsiteX12" fmla="*/ 47775 w 108479"/>
                <a:gd name="connsiteY12" fmla="*/ 4591 h 109288"/>
                <a:gd name="connsiteX13" fmla="*/ 45219 w 108479"/>
                <a:gd name="connsiteY13" fmla="*/ 9060 h 109288"/>
                <a:gd name="connsiteX14" fmla="*/ 42024 w 108479"/>
                <a:gd name="connsiteY14" fmla="*/ 9698 h 109288"/>
                <a:gd name="connsiteX15" fmla="*/ 38190 w 108479"/>
                <a:gd name="connsiteY15" fmla="*/ 6506 h 109288"/>
                <a:gd name="connsiteX16" fmla="*/ 28606 w 108479"/>
                <a:gd name="connsiteY16" fmla="*/ 5868 h 109288"/>
                <a:gd name="connsiteX17" fmla="*/ 20299 w 108479"/>
                <a:gd name="connsiteY17" fmla="*/ 10975 h 109288"/>
                <a:gd name="connsiteX18" fmla="*/ 16465 w 108479"/>
                <a:gd name="connsiteY18" fmla="*/ 19913 h 109288"/>
                <a:gd name="connsiteX19" fmla="*/ 17743 w 108479"/>
                <a:gd name="connsiteY19" fmla="*/ 25020 h 109288"/>
                <a:gd name="connsiteX20" fmla="*/ 15826 w 108479"/>
                <a:gd name="connsiteY20" fmla="*/ 27573 h 109288"/>
                <a:gd name="connsiteX21" fmla="*/ 11353 w 108479"/>
                <a:gd name="connsiteY21" fmla="*/ 27573 h 109288"/>
                <a:gd name="connsiteX22" fmla="*/ 3685 w 108479"/>
                <a:gd name="connsiteY22" fmla="*/ 33319 h 109288"/>
                <a:gd name="connsiteX23" fmla="*/ 490 w 108479"/>
                <a:gd name="connsiteY23" fmla="*/ 42895 h 109288"/>
                <a:gd name="connsiteX24" fmla="*/ 3685 w 108479"/>
                <a:gd name="connsiteY24" fmla="*/ 51833 h 109288"/>
                <a:gd name="connsiteX25" fmla="*/ 7519 w 108479"/>
                <a:gd name="connsiteY25" fmla="*/ 55025 h 109288"/>
                <a:gd name="connsiteX26" fmla="*/ 7519 w 108479"/>
                <a:gd name="connsiteY26" fmla="*/ 58217 h 109288"/>
                <a:gd name="connsiteX27" fmla="*/ 3685 w 108479"/>
                <a:gd name="connsiteY27" fmla="*/ 61409 h 109288"/>
                <a:gd name="connsiteX28" fmla="*/ 1768 w 108479"/>
                <a:gd name="connsiteY28" fmla="*/ 70346 h 109288"/>
                <a:gd name="connsiteX29" fmla="*/ 5602 w 108479"/>
                <a:gd name="connsiteY29" fmla="*/ 79284 h 109288"/>
                <a:gd name="connsiteX30" fmla="*/ 13270 w 108479"/>
                <a:gd name="connsiteY30" fmla="*/ 84391 h 109288"/>
                <a:gd name="connsiteX31" fmla="*/ 18382 w 108479"/>
                <a:gd name="connsiteY31" fmla="*/ 84391 h 109288"/>
                <a:gd name="connsiteX32" fmla="*/ 20299 w 108479"/>
                <a:gd name="connsiteY32" fmla="*/ 86945 h 109288"/>
                <a:gd name="connsiteX33" fmla="*/ 19659 w 108479"/>
                <a:gd name="connsiteY33" fmla="*/ 92052 h 109288"/>
                <a:gd name="connsiteX34" fmla="*/ 24133 w 108479"/>
                <a:gd name="connsiteY34" fmla="*/ 100351 h 109288"/>
                <a:gd name="connsiteX35" fmla="*/ 33078 w 108479"/>
                <a:gd name="connsiteY35" fmla="*/ 104820 h 109288"/>
                <a:gd name="connsiteX36" fmla="*/ 42663 w 108479"/>
                <a:gd name="connsiteY36" fmla="*/ 103543 h 109288"/>
                <a:gd name="connsiteX37" fmla="*/ 46497 w 108479"/>
                <a:gd name="connsiteY37" fmla="*/ 100351 h 109288"/>
                <a:gd name="connsiteX38" fmla="*/ 49692 w 108479"/>
                <a:gd name="connsiteY38" fmla="*/ 100989 h 109288"/>
                <a:gd name="connsiteX39" fmla="*/ 52248 w 108479"/>
                <a:gd name="connsiteY39" fmla="*/ 105458 h 109288"/>
                <a:gd name="connsiteX40" fmla="*/ 59277 w 108479"/>
                <a:gd name="connsiteY40" fmla="*/ 109288 h 109288"/>
                <a:gd name="connsiteX41" fmla="*/ 61194 w 108479"/>
                <a:gd name="connsiteY41" fmla="*/ 109288 h 109288"/>
                <a:gd name="connsiteX42" fmla="*/ 70779 w 108479"/>
                <a:gd name="connsiteY42" fmla="*/ 107373 h 109288"/>
                <a:gd name="connsiteX43" fmla="*/ 77169 w 108479"/>
                <a:gd name="connsiteY43" fmla="*/ 100351 h 109288"/>
                <a:gd name="connsiteX44" fmla="*/ 77808 w 108479"/>
                <a:gd name="connsiteY44" fmla="*/ 95244 h 109288"/>
                <a:gd name="connsiteX45" fmla="*/ 80364 w 108479"/>
                <a:gd name="connsiteY45" fmla="*/ 93329 h 109288"/>
                <a:gd name="connsiteX46" fmla="*/ 85476 w 108479"/>
                <a:gd name="connsiteY46" fmla="*/ 94605 h 109288"/>
                <a:gd name="connsiteX47" fmla="*/ 94422 w 108479"/>
                <a:gd name="connsiteY47" fmla="*/ 92052 h 109288"/>
                <a:gd name="connsiteX48" fmla="*/ 100812 w 108479"/>
                <a:gd name="connsiteY48" fmla="*/ 84391 h 109288"/>
                <a:gd name="connsiteX49" fmla="*/ 100812 w 108479"/>
                <a:gd name="connsiteY49" fmla="*/ 74815 h 109288"/>
                <a:gd name="connsiteX50" fmla="*/ 98256 w 108479"/>
                <a:gd name="connsiteY50" fmla="*/ 70346 h 109288"/>
                <a:gd name="connsiteX51" fmla="*/ 98895 w 108479"/>
                <a:gd name="connsiteY51" fmla="*/ 67154 h 109288"/>
                <a:gd name="connsiteX52" fmla="*/ 103368 w 108479"/>
                <a:gd name="connsiteY52" fmla="*/ 65239 h 109288"/>
                <a:gd name="connsiteX53" fmla="*/ 108480 w 108479"/>
                <a:gd name="connsiteY53" fmla="*/ 57578 h 109288"/>
                <a:gd name="connsiteX54" fmla="*/ 107841 w 108479"/>
                <a:gd name="connsiteY54" fmla="*/ 47364 h 109288"/>
                <a:gd name="connsiteX55" fmla="*/ 102090 w 108479"/>
                <a:gd name="connsiteY55" fmla="*/ 39703 h 109288"/>
                <a:gd name="connsiteX56" fmla="*/ 91227 w 108479"/>
                <a:gd name="connsiteY56" fmla="*/ 56301 h 109288"/>
                <a:gd name="connsiteX57" fmla="*/ 87393 w 108479"/>
                <a:gd name="connsiteY57" fmla="*/ 60132 h 109288"/>
                <a:gd name="connsiteX58" fmla="*/ 84837 w 108479"/>
                <a:gd name="connsiteY58" fmla="*/ 69069 h 109288"/>
                <a:gd name="connsiteX59" fmla="*/ 85476 w 108479"/>
                <a:gd name="connsiteY59" fmla="*/ 74815 h 109288"/>
                <a:gd name="connsiteX60" fmla="*/ 88032 w 108479"/>
                <a:gd name="connsiteY60" fmla="*/ 78645 h 109288"/>
                <a:gd name="connsiteX61" fmla="*/ 86115 w 108479"/>
                <a:gd name="connsiteY61" fmla="*/ 81199 h 109288"/>
                <a:gd name="connsiteX62" fmla="*/ 81642 w 108479"/>
                <a:gd name="connsiteY62" fmla="*/ 79922 h 109288"/>
                <a:gd name="connsiteX63" fmla="*/ 75891 w 108479"/>
                <a:gd name="connsiteY63" fmla="*/ 80561 h 109288"/>
                <a:gd name="connsiteX64" fmla="*/ 68223 w 108479"/>
                <a:gd name="connsiteY64" fmla="*/ 85668 h 109288"/>
                <a:gd name="connsiteX65" fmla="*/ 65028 w 108479"/>
                <a:gd name="connsiteY65" fmla="*/ 90137 h 109288"/>
                <a:gd name="connsiteX66" fmla="*/ 64389 w 108479"/>
                <a:gd name="connsiteY66" fmla="*/ 95244 h 109288"/>
                <a:gd name="connsiteX67" fmla="*/ 61194 w 108479"/>
                <a:gd name="connsiteY67" fmla="*/ 95882 h 109288"/>
                <a:gd name="connsiteX68" fmla="*/ 58638 w 108479"/>
                <a:gd name="connsiteY68" fmla="*/ 92052 h 109288"/>
                <a:gd name="connsiteX69" fmla="*/ 54165 w 108479"/>
                <a:gd name="connsiteY69" fmla="*/ 88860 h 109288"/>
                <a:gd name="connsiteX70" fmla="*/ 45219 w 108479"/>
                <a:gd name="connsiteY70" fmla="*/ 87583 h 109288"/>
                <a:gd name="connsiteX71" fmla="*/ 44580 w 108479"/>
                <a:gd name="connsiteY71" fmla="*/ 87583 h 109288"/>
                <a:gd name="connsiteX72" fmla="*/ 40107 w 108479"/>
                <a:gd name="connsiteY72" fmla="*/ 89498 h 109288"/>
                <a:gd name="connsiteX73" fmla="*/ 36912 w 108479"/>
                <a:gd name="connsiteY73" fmla="*/ 92690 h 109288"/>
                <a:gd name="connsiteX74" fmla="*/ 33717 w 108479"/>
                <a:gd name="connsiteY74" fmla="*/ 91413 h 109288"/>
                <a:gd name="connsiteX75" fmla="*/ 34356 w 108479"/>
                <a:gd name="connsiteY75" fmla="*/ 86306 h 109288"/>
                <a:gd name="connsiteX76" fmla="*/ 33078 w 108479"/>
                <a:gd name="connsiteY76" fmla="*/ 81199 h 109288"/>
                <a:gd name="connsiteX77" fmla="*/ 26688 w 108479"/>
                <a:gd name="connsiteY77" fmla="*/ 74177 h 109288"/>
                <a:gd name="connsiteX78" fmla="*/ 21577 w 108479"/>
                <a:gd name="connsiteY78" fmla="*/ 72261 h 109288"/>
                <a:gd name="connsiteX79" fmla="*/ 16465 w 108479"/>
                <a:gd name="connsiteY79" fmla="*/ 72261 h 109288"/>
                <a:gd name="connsiteX80" fmla="*/ 15187 w 108479"/>
                <a:gd name="connsiteY80" fmla="*/ 69069 h 109288"/>
                <a:gd name="connsiteX81" fmla="*/ 19021 w 108479"/>
                <a:gd name="connsiteY81" fmla="*/ 65877 h 109288"/>
                <a:gd name="connsiteX82" fmla="*/ 20938 w 108479"/>
                <a:gd name="connsiteY82" fmla="*/ 60770 h 109288"/>
                <a:gd name="connsiteX83" fmla="*/ 20299 w 108479"/>
                <a:gd name="connsiteY83" fmla="*/ 51194 h 109288"/>
                <a:gd name="connsiteX84" fmla="*/ 17743 w 108479"/>
                <a:gd name="connsiteY84" fmla="*/ 46087 h 109288"/>
                <a:gd name="connsiteX85" fmla="*/ 13909 w 108479"/>
                <a:gd name="connsiteY85" fmla="*/ 43533 h 109288"/>
                <a:gd name="connsiteX86" fmla="*/ 15187 w 108479"/>
                <a:gd name="connsiteY86" fmla="*/ 40341 h 109288"/>
                <a:gd name="connsiteX87" fmla="*/ 20299 w 108479"/>
                <a:gd name="connsiteY87" fmla="*/ 40341 h 109288"/>
                <a:gd name="connsiteX88" fmla="*/ 25411 w 108479"/>
                <a:gd name="connsiteY88" fmla="*/ 37788 h 109288"/>
                <a:gd name="connsiteX89" fmla="*/ 31161 w 108479"/>
                <a:gd name="connsiteY89" fmla="*/ 30765 h 109288"/>
                <a:gd name="connsiteX90" fmla="*/ 32439 w 108479"/>
                <a:gd name="connsiteY90" fmla="*/ 25020 h 109288"/>
                <a:gd name="connsiteX91" fmla="*/ 31161 w 108479"/>
                <a:gd name="connsiteY91" fmla="*/ 20551 h 109288"/>
                <a:gd name="connsiteX92" fmla="*/ 33717 w 108479"/>
                <a:gd name="connsiteY92" fmla="*/ 18636 h 109288"/>
                <a:gd name="connsiteX93" fmla="*/ 37551 w 108479"/>
                <a:gd name="connsiteY93" fmla="*/ 21828 h 109288"/>
                <a:gd name="connsiteX94" fmla="*/ 42663 w 108479"/>
                <a:gd name="connsiteY94" fmla="*/ 23105 h 109288"/>
                <a:gd name="connsiteX95" fmla="*/ 51609 w 108479"/>
                <a:gd name="connsiteY95" fmla="*/ 21189 h 109288"/>
                <a:gd name="connsiteX96" fmla="*/ 56082 w 108479"/>
                <a:gd name="connsiteY96" fmla="*/ 17997 h 109288"/>
                <a:gd name="connsiteX97" fmla="*/ 57999 w 108479"/>
                <a:gd name="connsiteY97" fmla="*/ 13529 h 109288"/>
                <a:gd name="connsiteX98" fmla="*/ 61194 w 108479"/>
                <a:gd name="connsiteY98" fmla="*/ 14167 h 109288"/>
                <a:gd name="connsiteX99" fmla="*/ 61833 w 108479"/>
                <a:gd name="connsiteY99" fmla="*/ 18636 h 109288"/>
                <a:gd name="connsiteX100" fmla="*/ 65028 w 108479"/>
                <a:gd name="connsiteY100" fmla="*/ 23105 h 109288"/>
                <a:gd name="connsiteX101" fmla="*/ 73335 w 108479"/>
                <a:gd name="connsiteY101" fmla="*/ 27573 h 109288"/>
                <a:gd name="connsiteX102" fmla="*/ 79086 w 108479"/>
                <a:gd name="connsiteY102" fmla="*/ 27573 h 109288"/>
                <a:gd name="connsiteX103" fmla="*/ 83559 w 108479"/>
                <a:gd name="connsiteY103" fmla="*/ 25658 h 109288"/>
                <a:gd name="connsiteX104" fmla="*/ 86115 w 108479"/>
                <a:gd name="connsiteY104" fmla="*/ 28212 h 109288"/>
                <a:gd name="connsiteX105" fmla="*/ 83559 w 108479"/>
                <a:gd name="connsiteY105" fmla="*/ 32681 h 109288"/>
                <a:gd name="connsiteX106" fmla="*/ 83559 w 108479"/>
                <a:gd name="connsiteY106" fmla="*/ 38426 h 109288"/>
                <a:gd name="connsiteX107" fmla="*/ 87393 w 108479"/>
                <a:gd name="connsiteY107" fmla="*/ 46725 h 109288"/>
                <a:gd name="connsiteX108" fmla="*/ 91227 w 108479"/>
                <a:gd name="connsiteY108" fmla="*/ 50556 h 109288"/>
                <a:gd name="connsiteX109" fmla="*/ 95700 w 108479"/>
                <a:gd name="connsiteY109" fmla="*/ 51833 h 109288"/>
                <a:gd name="connsiteX110" fmla="*/ 95700 w 108479"/>
                <a:gd name="connsiteY110" fmla="*/ 55025 h 109288"/>
                <a:gd name="connsiteX111" fmla="*/ 91227 w 108479"/>
                <a:gd name="connsiteY111" fmla="*/ 56301 h 109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8479" h="109288">
                  <a:moveTo>
                    <a:pt x="102090" y="39703"/>
                  </a:moveTo>
                  <a:lnTo>
                    <a:pt x="96978" y="38426"/>
                  </a:lnTo>
                  <a:lnTo>
                    <a:pt x="95700" y="35234"/>
                  </a:lnTo>
                  <a:lnTo>
                    <a:pt x="98256" y="30765"/>
                  </a:lnTo>
                  <a:cubicBezTo>
                    <a:pt x="100173" y="27573"/>
                    <a:pt x="99534" y="23743"/>
                    <a:pt x="96978" y="21189"/>
                  </a:cubicBezTo>
                  <a:lnTo>
                    <a:pt x="90588" y="14167"/>
                  </a:lnTo>
                  <a:cubicBezTo>
                    <a:pt x="88032" y="11613"/>
                    <a:pt x="84837" y="10975"/>
                    <a:pt x="81003" y="12252"/>
                  </a:cubicBezTo>
                  <a:lnTo>
                    <a:pt x="76530" y="14167"/>
                  </a:lnTo>
                  <a:lnTo>
                    <a:pt x="73335" y="12890"/>
                  </a:lnTo>
                  <a:lnTo>
                    <a:pt x="72696" y="7783"/>
                  </a:lnTo>
                  <a:cubicBezTo>
                    <a:pt x="72057" y="4591"/>
                    <a:pt x="69501" y="2037"/>
                    <a:pt x="65667" y="1399"/>
                  </a:cubicBezTo>
                  <a:lnTo>
                    <a:pt x="56082" y="122"/>
                  </a:lnTo>
                  <a:cubicBezTo>
                    <a:pt x="52887" y="-516"/>
                    <a:pt x="49053" y="1399"/>
                    <a:pt x="47775" y="4591"/>
                  </a:cubicBezTo>
                  <a:lnTo>
                    <a:pt x="45219" y="9060"/>
                  </a:lnTo>
                  <a:lnTo>
                    <a:pt x="42024" y="9698"/>
                  </a:lnTo>
                  <a:lnTo>
                    <a:pt x="38190" y="6506"/>
                  </a:lnTo>
                  <a:cubicBezTo>
                    <a:pt x="35634" y="4591"/>
                    <a:pt x="31801" y="3953"/>
                    <a:pt x="28606" y="5868"/>
                  </a:cubicBezTo>
                  <a:lnTo>
                    <a:pt x="20299" y="10975"/>
                  </a:lnTo>
                  <a:cubicBezTo>
                    <a:pt x="17104" y="12890"/>
                    <a:pt x="15826" y="16082"/>
                    <a:pt x="16465" y="19913"/>
                  </a:cubicBezTo>
                  <a:lnTo>
                    <a:pt x="17743" y="25020"/>
                  </a:lnTo>
                  <a:lnTo>
                    <a:pt x="15826" y="27573"/>
                  </a:lnTo>
                  <a:lnTo>
                    <a:pt x="11353" y="27573"/>
                  </a:lnTo>
                  <a:cubicBezTo>
                    <a:pt x="8158" y="27573"/>
                    <a:pt x="4963" y="30127"/>
                    <a:pt x="3685" y="33319"/>
                  </a:cubicBezTo>
                  <a:lnTo>
                    <a:pt x="490" y="42895"/>
                  </a:lnTo>
                  <a:cubicBezTo>
                    <a:pt x="-788" y="46087"/>
                    <a:pt x="490" y="49917"/>
                    <a:pt x="3685" y="51833"/>
                  </a:cubicBezTo>
                  <a:lnTo>
                    <a:pt x="7519" y="55025"/>
                  </a:lnTo>
                  <a:lnTo>
                    <a:pt x="7519" y="58217"/>
                  </a:lnTo>
                  <a:lnTo>
                    <a:pt x="3685" y="61409"/>
                  </a:lnTo>
                  <a:cubicBezTo>
                    <a:pt x="1129" y="63962"/>
                    <a:pt x="490" y="67154"/>
                    <a:pt x="1768" y="70346"/>
                  </a:cubicBezTo>
                  <a:lnTo>
                    <a:pt x="5602" y="79284"/>
                  </a:lnTo>
                  <a:cubicBezTo>
                    <a:pt x="6880" y="82476"/>
                    <a:pt x="10075" y="84391"/>
                    <a:pt x="13270" y="84391"/>
                  </a:cubicBezTo>
                  <a:lnTo>
                    <a:pt x="18382" y="84391"/>
                  </a:lnTo>
                  <a:lnTo>
                    <a:pt x="20299" y="86945"/>
                  </a:lnTo>
                  <a:lnTo>
                    <a:pt x="19659" y="92052"/>
                  </a:lnTo>
                  <a:cubicBezTo>
                    <a:pt x="19021" y="95244"/>
                    <a:pt x="20938" y="99074"/>
                    <a:pt x="24133" y="100351"/>
                  </a:cubicBezTo>
                  <a:lnTo>
                    <a:pt x="33078" y="104820"/>
                  </a:lnTo>
                  <a:cubicBezTo>
                    <a:pt x="36273" y="106735"/>
                    <a:pt x="40107" y="106096"/>
                    <a:pt x="42663" y="103543"/>
                  </a:cubicBezTo>
                  <a:lnTo>
                    <a:pt x="46497" y="100351"/>
                  </a:lnTo>
                  <a:lnTo>
                    <a:pt x="49692" y="100989"/>
                  </a:lnTo>
                  <a:lnTo>
                    <a:pt x="52248" y="105458"/>
                  </a:lnTo>
                  <a:cubicBezTo>
                    <a:pt x="53526" y="108012"/>
                    <a:pt x="56082" y="109288"/>
                    <a:pt x="59277" y="109288"/>
                  </a:cubicBezTo>
                  <a:cubicBezTo>
                    <a:pt x="59916" y="109288"/>
                    <a:pt x="60555" y="109288"/>
                    <a:pt x="61194" y="109288"/>
                  </a:cubicBezTo>
                  <a:lnTo>
                    <a:pt x="70779" y="107373"/>
                  </a:lnTo>
                  <a:cubicBezTo>
                    <a:pt x="73974" y="106735"/>
                    <a:pt x="76530" y="103543"/>
                    <a:pt x="77169" y="100351"/>
                  </a:cubicBezTo>
                  <a:lnTo>
                    <a:pt x="77808" y="95244"/>
                  </a:lnTo>
                  <a:lnTo>
                    <a:pt x="80364" y="93329"/>
                  </a:lnTo>
                  <a:lnTo>
                    <a:pt x="85476" y="94605"/>
                  </a:lnTo>
                  <a:cubicBezTo>
                    <a:pt x="88671" y="95882"/>
                    <a:pt x="92505" y="94605"/>
                    <a:pt x="94422" y="92052"/>
                  </a:cubicBezTo>
                  <a:lnTo>
                    <a:pt x="100812" y="84391"/>
                  </a:lnTo>
                  <a:cubicBezTo>
                    <a:pt x="102729" y="81837"/>
                    <a:pt x="102729" y="78007"/>
                    <a:pt x="100812" y="74815"/>
                  </a:cubicBezTo>
                  <a:lnTo>
                    <a:pt x="98256" y="70346"/>
                  </a:lnTo>
                  <a:lnTo>
                    <a:pt x="98895" y="67154"/>
                  </a:lnTo>
                  <a:lnTo>
                    <a:pt x="103368" y="65239"/>
                  </a:lnTo>
                  <a:cubicBezTo>
                    <a:pt x="106563" y="63962"/>
                    <a:pt x="108480" y="60770"/>
                    <a:pt x="108480" y="57578"/>
                  </a:cubicBezTo>
                  <a:lnTo>
                    <a:pt x="107841" y="47364"/>
                  </a:lnTo>
                  <a:cubicBezTo>
                    <a:pt x="107841" y="43533"/>
                    <a:pt x="105924" y="40980"/>
                    <a:pt x="102090" y="39703"/>
                  </a:cubicBezTo>
                  <a:close/>
                  <a:moveTo>
                    <a:pt x="91227" y="56301"/>
                  </a:moveTo>
                  <a:cubicBezTo>
                    <a:pt x="89310" y="56940"/>
                    <a:pt x="88032" y="58217"/>
                    <a:pt x="87393" y="60132"/>
                  </a:cubicBezTo>
                  <a:lnTo>
                    <a:pt x="84837" y="69069"/>
                  </a:lnTo>
                  <a:cubicBezTo>
                    <a:pt x="84198" y="70985"/>
                    <a:pt x="84837" y="72900"/>
                    <a:pt x="85476" y="74815"/>
                  </a:cubicBezTo>
                  <a:lnTo>
                    <a:pt x="88032" y="78645"/>
                  </a:lnTo>
                  <a:lnTo>
                    <a:pt x="86115" y="81199"/>
                  </a:lnTo>
                  <a:lnTo>
                    <a:pt x="81642" y="79922"/>
                  </a:lnTo>
                  <a:cubicBezTo>
                    <a:pt x="79725" y="79284"/>
                    <a:pt x="77808" y="79284"/>
                    <a:pt x="75891" y="80561"/>
                  </a:cubicBezTo>
                  <a:lnTo>
                    <a:pt x="68223" y="85668"/>
                  </a:lnTo>
                  <a:cubicBezTo>
                    <a:pt x="66306" y="86945"/>
                    <a:pt x="65667" y="88221"/>
                    <a:pt x="65028" y="90137"/>
                  </a:cubicBezTo>
                  <a:lnTo>
                    <a:pt x="64389" y="95244"/>
                  </a:lnTo>
                  <a:lnTo>
                    <a:pt x="61194" y="95882"/>
                  </a:lnTo>
                  <a:lnTo>
                    <a:pt x="58638" y="92052"/>
                  </a:lnTo>
                  <a:cubicBezTo>
                    <a:pt x="57360" y="90137"/>
                    <a:pt x="56082" y="89498"/>
                    <a:pt x="54165" y="88860"/>
                  </a:cubicBezTo>
                  <a:lnTo>
                    <a:pt x="45219" y="87583"/>
                  </a:lnTo>
                  <a:lnTo>
                    <a:pt x="44580" y="87583"/>
                  </a:lnTo>
                  <a:cubicBezTo>
                    <a:pt x="42663" y="87583"/>
                    <a:pt x="41385" y="88221"/>
                    <a:pt x="40107" y="89498"/>
                  </a:cubicBezTo>
                  <a:lnTo>
                    <a:pt x="36912" y="92690"/>
                  </a:lnTo>
                  <a:lnTo>
                    <a:pt x="33717" y="91413"/>
                  </a:lnTo>
                  <a:lnTo>
                    <a:pt x="34356" y="86306"/>
                  </a:lnTo>
                  <a:cubicBezTo>
                    <a:pt x="34356" y="84391"/>
                    <a:pt x="34356" y="82476"/>
                    <a:pt x="33078" y="81199"/>
                  </a:cubicBezTo>
                  <a:lnTo>
                    <a:pt x="26688" y="74177"/>
                  </a:lnTo>
                  <a:cubicBezTo>
                    <a:pt x="25411" y="72900"/>
                    <a:pt x="23493" y="72261"/>
                    <a:pt x="21577" y="72261"/>
                  </a:cubicBezTo>
                  <a:lnTo>
                    <a:pt x="16465" y="72261"/>
                  </a:lnTo>
                  <a:lnTo>
                    <a:pt x="15187" y="69069"/>
                  </a:lnTo>
                  <a:lnTo>
                    <a:pt x="19021" y="65877"/>
                  </a:lnTo>
                  <a:cubicBezTo>
                    <a:pt x="20299" y="64601"/>
                    <a:pt x="21577" y="62685"/>
                    <a:pt x="20938" y="60770"/>
                  </a:cubicBezTo>
                  <a:lnTo>
                    <a:pt x="20299" y="51194"/>
                  </a:lnTo>
                  <a:cubicBezTo>
                    <a:pt x="20299" y="49279"/>
                    <a:pt x="19021" y="47364"/>
                    <a:pt x="17743" y="46087"/>
                  </a:cubicBezTo>
                  <a:lnTo>
                    <a:pt x="13909" y="43533"/>
                  </a:lnTo>
                  <a:lnTo>
                    <a:pt x="15187" y="40341"/>
                  </a:lnTo>
                  <a:lnTo>
                    <a:pt x="20299" y="40341"/>
                  </a:lnTo>
                  <a:cubicBezTo>
                    <a:pt x="22216" y="40341"/>
                    <a:pt x="24133" y="39065"/>
                    <a:pt x="25411" y="37788"/>
                  </a:cubicBezTo>
                  <a:lnTo>
                    <a:pt x="31161" y="30765"/>
                  </a:lnTo>
                  <a:cubicBezTo>
                    <a:pt x="32439" y="29489"/>
                    <a:pt x="33078" y="26935"/>
                    <a:pt x="32439" y="25020"/>
                  </a:cubicBezTo>
                  <a:lnTo>
                    <a:pt x="31161" y="20551"/>
                  </a:lnTo>
                  <a:lnTo>
                    <a:pt x="33717" y="18636"/>
                  </a:lnTo>
                  <a:lnTo>
                    <a:pt x="37551" y="21828"/>
                  </a:lnTo>
                  <a:cubicBezTo>
                    <a:pt x="38829" y="23105"/>
                    <a:pt x="40746" y="23743"/>
                    <a:pt x="42663" y="23105"/>
                  </a:cubicBezTo>
                  <a:lnTo>
                    <a:pt x="51609" y="21189"/>
                  </a:lnTo>
                  <a:cubicBezTo>
                    <a:pt x="53526" y="20551"/>
                    <a:pt x="54804" y="19274"/>
                    <a:pt x="56082" y="17997"/>
                  </a:cubicBezTo>
                  <a:lnTo>
                    <a:pt x="57999" y="13529"/>
                  </a:lnTo>
                  <a:lnTo>
                    <a:pt x="61194" y="14167"/>
                  </a:lnTo>
                  <a:lnTo>
                    <a:pt x="61833" y="18636"/>
                  </a:lnTo>
                  <a:cubicBezTo>
                    <a:pt x="62472" y="20551"/>
                    <a:pt x="63111" y="21828"/>
                    <a:pt x="65028" y="23105"/>
                  </a:cubicBezTo>
                  <a:lnTo>
                    <a:pt x="73335" y="27573"/>
                  </a:lnTo>
                  <a:cubicBezTo>
                    <a:pt x="75252" y="28212"/>
                    <a:pt x="77169" y="28212"/>
                    <a:pt x="79086" y="27573"/>
                  </a:cubicBezTo>
                  <a:lnTo>
                    <a:pt x="83559" y="25658"/>
                  </a:lnTo>
                  <a:lnTo>
                    <a:pt x="86115" y="28212"/>
                  </a:lnTo>
                  <a:lnTo>
                    <a:pt x="83559" y="32681"/>
                  </a:lnTo>
                  <a:cubicBezTo>
                    <a:pt x="82920" y="34596"/>
                    <a:pt x="82281" y="36511"/>
                    <a:pt x="83559" y="38426"/>
                  </a:cubicBezTo>
                  <a:lnTo>
                    <a:pt x="87393" y="46725"/>
                  </a:lnTo>
                  <a:cubicBezTo>
                    <a:pt x="88032" y="48641"/>
                    <a:pt x="89310" y="49917"/>
                    <a:pt x="91227" y="50556"/>
                  </a:cubicBezTo>
                  <a:lnTo>
                    <a:pt x="95700" y="51833"/>
                  </a:lnTo>
                  <a:lnTo>
                    <a:pt x="95700" y="55025"/>
                  </a:lnTo>
                  <a:lnTo>
                    <a:pt x="91227" y="56301"/>
                  </a:lnTo>
                  <a:close/>
                </a:path>
              </a:pathLst>
            </a:custGeom>
            <a:solidFill>
              <a:srgbClr val="046A38"/>
            </a:solidFill>
            <a:ln w="6390" cap="flat">
              <a:noFill/>
              <a:prstDash val="solid"/>
              <a:miter/>
            </a:ln>
          </p:spPr>
          <p:txBody>
            <a:bodyPr rtlCol="0" anchor="ctr"/>
            <a:lstStyle/>
            <a:p>
              <a:endParaRPr lang="en-US"/>
            </a:p>
          </p:txBody>
        </p:sp>
        <p:sp>
          <p:nvSpPr>
            <p:cNvPr id="805" name="Graphic 4">
              <a:extLst>
                <a:ext uri="{FF2B5EF4-FFF2-40B4-BE49-F238E27FC236}">
                  <a16:creationId xmlns:a16="http://schemas.microsoft.com/office/drawing/2014/main" id="{BF35A290-1A96-F441-823E-427F6D73C0A4}"/>
                </a:ext>
              </a:extLst>
            </p:cNvPr>
            <p:cNvSpPr/>
            <p:nvPr/>
          </p:nvSpPr>
          <p:spPr>
            <a:xfrm>
              <a:off x="1658805" y="3067006"/>
              <a:ext cx="65221" cy="66414"/>
            </a:xfrm>
            <a:custGeom>
              <a:avLst/>
              <a:gdLst>
                <a:gd name="connsiteX0" fmla="*/ 31333 w 65221"/>
                <a:gd name="connsiteY0" fmla="*/ 21 h 66414"/>
                <a:gd name="connsiteX1" fmla="*/ 22 w 65221"/>
                <a:gd name="connsiteY1" fmla="*/ 35133 h 66414"/>
                <a:gd name="connsiteX2" fmla="*/ 32611 w 65221"/>
                <a:gd name="connsiteY2" fmla="*/ 66414 h 66414"/>
                <a:gd name="connsiteX3" fmla="*/ 33888 w 65221"/>
                <a:gd name="connsiteY3" fmla="*/ 66414 h 66414"/>
                <a:gd name="connsiteX4" fmla="*/ 65199 w 65221"/>
                <a:gd name="connsiteY4" fmla="*/ 31303 h 66414"/>
                <a:gd name="connsiteX5" fmla="*/ 31333 w 65221"/>
                <a:gd name="connsiteY5" fmla="*/ 21 h 66414"/>
                <a:gd name="connsiteX6" fmla="*/ 33249 w 65221"/>
                <a:gd name="connsiteY6" fmla="*/ 53647 h 66414"/>
                <a:gd name="connsiteX7" fmla="*/ 12802 w 65221"/>
                <a:gd name="connsiteY7" fmla="*/ 33218 h 66414"/>
                <a:gd name="connsiteX8" fmla="*/ 31333 w 65221"/>
                <a:gd name="connsiteY8" fmla="*/ 12789 h 66414"/>
                <a:gd name="connsiteX9" fmla="*/ 31972 w 65221"/>
                <a:gd name="connsiteY9" fmla="*/ 12789 h 66414"/>
                <a:gd name="connsiteX10" fmla="*/ 52419 w 65221"/>
                <a:gd name="connsiteY10" fmla="*/ 32579 h 66414"/>
                <a:gd name="connsiteX11" fmla="*/ 33249 w 65221"/>
                <a:gd name="connsiteY11" fmla="*/ 53647 h 66414"/>
                <a:gd name="connsiteX12" fmla="*/ 33249 w 65221"/>
                <a:gd name="connsiteY12" fmla="*/ 53647 h 66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221" h="66414">
                  <a:moveTo>
                    <a:pt x="31333" y="21"/>
                  </a:moveTo>
                  <a:cubicBezTo>
                    <a:pt x="12802" y="1298"/>
                    <a:pt x="-617" y="16619"/>
                    <a:pt x="22" y="35133"/>
                  </a:cubicBezTo>
                  <a:cubicBezTo>
                    <a:pt x="1300" y="52370"/>
                    <a:pt x="15358" y="65776"/>
                    <a:pt x="32611" y="66414"/>
                  </a:cubicBezTo>
                  <a:lnTo>
                    <a:pt x="33888" y="66414"/>
                  </a:lnTo>
                  <a:cubicBezTo>
                    <a:pt x="52419" y="65138"/>
                    <a:pt x="65838" y="49816"/>
                    <a:pt x="65199" y="31303"/>
                  </a:cubicBezTo>
                  <a:cubicBezTo>
                    <a:pt x="64560" y="13427"/>
                    <a:pt x="49224" y="-617"/>
                    <a:pt x="31333" y="21"/>
                  </a:cubicBezTo>
                  <a:close/>
                  <a:moveTo>
                    <a:pt x="33249" y="53647"/>
                  </a:moveTo>
                  <a:cubicBezTo>
                    <a:pt x="21748" y="53647"/>
                    <a:pt x="12802" y="44709"/>
                    <a:pt x="12802" y="33218"/>
                  </a:cubicBezTo>
                  <a:cubicBezTo>
                    <a:pt x="12802" y="22365"/>
                    <a:pt x="21109" y="13427"/>
                    <a:pt x="31333" y="12789"/>
                  </a:cubicBezTo>
                  <a:lnTo>
                    <a:pt x="31972" y="12789"/>
                  </a:lnTo>
                  <a:cubicBezTo>
                    <a:pt x="43473" y="12789"/>
                    <a:pt x="52419" y="21727"/>
                    <a:pt x="52419" y="32579"/>
                  </a:cubicBezTo>
                  <a:cubicBezTo>
                    <a:pt x="52419" y="43432"/>
                    <a:pt x="44751" y="53647"/>
                    <a:pt x="33249" y="53647"/>
                  </a:cubicBezTo>
                  <a:lnTo>
                    <a:pt x="33249" y="53647"/>
                  </a:lnTo>
                  <a:close/>
                </a:path>
              </a:pathLst>
            </a:custGeom>
            <a:solidFill>
              <a:srgbClr val="046A38"/>
            </a:solidFill>
            <a:ln w="6390" cap="flat">
              <a:noFill/>
              <a:prstDash val="solid"/>
              <a:miter/>
            </a:ln>
          </p:spPr>
          <p:txBody>
            <a:bodyPr rtlCol="0" anchor="ctr"/>
            <a:lstStyle/>
            <a:p>
              <a:endParaRPr lang="en-US"/>
            </a:p>
          </p:txBody>
        </p:sp>
        <p:sp>
          <p:nvSpPr>
            <p:cNvPr id="806" name="Graphic 4">
              <a:extLst>
                <a:ext uri="{FF2B5EF4-FFF2-40B4-BE49-F238E27FC236}">
                  <a16:creationId xmlns:a16="http://schemas.microsoft.com/office/drawing/2014/main" id="{2AD4A0DE-5A10-7F48-BC2E-B502B6BBBB17}"/>
                </a:ext>
              </a:extLst>
            </p:cNvPr>
            <p:cNvSpPr/>
            <p:nvPr/>
          </p:nvSpPr>
          <p:spPr>
            <a:xfrm>
              <a:off x="1573681" y="2918430"/>
              <a:ext cx="135748" cy="135829"/>
            </a:xfrm>
            <a:custGeom>
              <a:avLst/>
              <a:gdLst>
                <a:gd name="connsiteX0" fmla="*/ 83868 w 135748"/>
                <a:gd name="connsiteY0" fmla="*/ 129446 h 135829"/>
                <a:gd name="connsiteX1" fmla="*/ 85785 w 135748"/>
                <a:gd name="connsiteY1" fmla="*/ 122423 h 135829"/>
                <a:gd name="connsiteX2" fmla="*/ 91536 w 135748"/>
                <a:gd name="connsiteY2" fmla="*/ 119870 h 135829"/>
                <a:gd name="connsiteX3" fmla="*/ 97926 w 135748"/>
                <a:gd name="connsiteY3" fmla="*/ 123700 h 135829"/>
                <a:gd name="connsiteX4" fmla="*/ 108150 w 135748"/>
                <a:gd name="connsiteY4" fmla="*/ 122423 h 135829"/>
                <a:gd name="connsiteX5" fmla="*/ 117735 w 135748"/>
                <a:gd name="connsiteY5" fmla="*/ 113486 h 135829"/>
                <a:gd name="connsiteX6" fmla="*/ 119652 w 135748"/>
                <a:gd name="connsiteY6" fmla="*/ 103910 h 135829"/>
                <a:gd name="connsiteX7" fmla="*/ 116457 w 135748"/>
                <a:gd name="connsiteY7" fmla="*/ 96887 h 135829"/>
                <a:gd name="connsiteX8" fmla="*/ 119652 w 135748"/>
                <a:gd name="connsiteY8" fmla="*/ 91780 h 135829"/>
                <a:gd name="connsiteX9" fmla="*/ 126681 w 135748"/>
                <a:gd name="connsiteY9" fmla="*/ 90503 h 135829"/>
                <a:gd name="connsiteX10" fmla="*/ 133710 w 135748"/>
                <a:gd name="connsiteY10" fmla="*/ 83481 h 135829"/>
                <a:gd name="connsiteX11" fmla="*/ 135626 w 135748"/>
                <a:gd name="connsiteY11" fmla="*/ 70713 h 135829"/>
                <a:gd name="connsiteX12" fmla="*/ 131153 w 135748"/>
                <a:gd name="connsiteY12" fmla="*/ 61776 h 135829"/>
                <a:gd name="connsiteX13" fmla="*/ 124763 w 135748"/>
                <a:gd name="connsiteY13" fmla="*/ 58584 h 135829"/>
                <a:gd name="connsiteX14" fmla="*/ 123486 w 135748"/>
                <a:gd name="connsiteY14" fmla="*/ 52838 h 135829"/>
                <a:gd name="connsiteX15" fmla="*/ 127958 w 135748"/>
                <a:gd name="connsiteY15" fmla="*/ 47092 h 135829"/>
                <a:gd name="connsiteX16" fmla="*/ 128597 w 135748"/>
                <a:gd name="connsiteY16" fmla="*/ 36878 h 135829"/>
                <a:gd name="connsiteX17" fmla="*/ 121568 w 135748"/>
                <a:gd name="connsiteY17" fmla="*/ 26025 h 135829"/>
                <a:gd name="connsiteX18" fmla="*/ 111984 w 135748"/>
                <a:gd name="connsiteY18" fmla="*/ 22195 h 135829"/>
                <a:gd name="connsiteX19" fmla="*/ 104955 w 135748"/>
                <a:gd name="connsiteY19" fmla="*/ 24110 h 135829"/>
                <a:gd name="connsiteX20" fmla="*/ 100482 w 135748"/>
                <a:gd name="connsiteY20" fmla="*/ 20280 h 135829"/>
                <a:gd name="connsiteX21" fmla="*/ 100482 w 135748"/>
                <a:gd name="connsiteY21" fmla="*/ 12619 h 135829"/>
                <a:gd name="connsiteX22" fmla="*/ 94731 w 135748"/>
                <a:gd name="connsiteY22" fmla="*/ 4320 h 135829"/>
                <a:gd name="connsiteX23" fmla="*/ 82590 w 135748"/>
                <a:gd name="connsiteY23" fmla="*/ 489 h 135829"/>
                <a:gd name="connsiteX24" fmla="*/ 73005 w 135748"/>
                <a:gd name="connsiteY24" fmla="*/ 3681 h 135829"/>
                <a:gd name="connsiteX25" fmla="*/ 68532 w 135748"/>
                <a:gd name="connsiteY25" fmla="*/ 9427 h 135829"/>
                <a:gd name="connsiteX26" fmla="*/ 62781 w 135748"/>
                <a:gd name="connsiteY26" fmla="*/ 9427 h 135829"/>
                <a:gd name="connsiteX27" fmla="*/ 57669 w 135748"/>
                <a:gd name="connsiteY27" fmla="*/ 3681 h 135829"/>
                <a:gd name="connsiteX28" fmla="*/ 48084 w 135748"/>
                <a:gd name="connsiteY28" fmla="*/ 1128 h 135829"/>
                <a:gd name="connsiteX29" fmla="*/ 35943 w 135748"/>
                <a:gd name="connsiteY29" fmla="*/ 6235 h 135829"/>
                <a:gd name="connsiteX30" fmla="*/ 30831 w 135748"/>
                <a:gd name="connsiteY30" fmla="*/ 14534 h 135829"/>
                <a:gd name="connsiteX31" fmla="*/ 30831 w 135748"/>
                <a:gd name="connsiteY31" fmla="*/ 21556 h 135829"/>
                <a:gd name="connsiteX32" fmla="*/ 26358 w 135748"/>
                <a:gd name="connsiteY32" fmla="*/ 25387 h 135829"/>
                <a:gd name="connsiteX33" fmla="*/ 19330 w 135748"/>
                <a:gd name="connsiteY33" fmla="*/ 24110 h 135829"/>
                <a:gd name="connsiteX34" fmla="*/ 10384 w 135748"/>
                <a:gd name="connsiteY34" fmla="*/ 28579 h 135829"/>
                <a:gd name="connsiteX35" fmla="*/ 4633 w 135748"/>
                <a:gd name="connsiteY35" fmla="*/ 40070 h 135829"/>
                <a:gd name="connsiteX36" fmla="*/ 5911 w 135748"/>
                <a:gd name="connsiteY36" fmla="*/ 50284 h 135829"/>
                <a:gd name="connsiteX37" fmla="*/ 11023 w 135748"/>
                <a:gd name="connsiteY37" fmla="*/ 56030 h 135829"/>
                <a:gd name="connsiteX38" fmla="*/ 10384 w 135748"/>
                <a:gd name="connsiteY38" fmla="*/ 61776 h 135829"/>
                <a:gd name="connsiteX39" fmla="*/ 3994 w 135748"/>
                <a:gd name="connsiteY39" fmla="*/ 65606 h 135829"/>
                <a:gd name="connsiteX40" fmla="*/ 160 w 135748"/>
                <a:gd name="connsiteY40" fmla="*/ 74544 h 135829"/>
                <a:gd name="connsiteX41" fmla="*/ 2716 w 135748"/>
                <a:gd name="connsiteY41" fmla="*/ 87312 h 135829"/>
                <a:gd name="connsiteX42" fmla="*/ 10384 w 135748"/>
                <a:gd name="connsiteY42" fmla="*/ 94334 h 135829"/>
                <a:gd name="connsiteX43" fmla="*/ 18052 w 135748"/>
                <a:gd name="connsiteY43" fmla="*/ 94972 h 135829"/>
                <a:gd name="connsiteX44" fmla="*/ 21247 w 135748"/>
                <a:gd name="connsiteY44" fmla="*/ 100079 h 135829"/>
                <a:gd name="connsiteX45" fmla="*/ 18691 w 135748"/>
                <a:gd name="connsiteY45" fmla="*/ 107102 h 135829"/>
                <a:gd name="connsiteX46" fmla="*/ 21247 w 135748"/>
                <a:gd name="connsiteY46" fmla="*/ 116678 h 135829"/>
                <a:gd name="connsiteX47" fmla="*/ 31470 w 135748"/>
                <a:gd name="connsiteY47" fmla="*/ 124339 h 135829"/>
                <a:gd name="connsiteX48" fmla="*/ 41694 w 135748"/>
                <a:gd name="connsiteY48" fmla="*/ 124977 h 135829"/>
                <a:gd name="connsiteX49" fmla="*/ 48084 w 135748"/>
                <a:gd name="connsiteY49" fmla="*/ 121147 h 135829"/>
                <a:gd name="connsiteX50" fmla="*/ 53835 w 135748"/>
                <a:gd name="connsiteY50" fmla="*/ 123062 h 135829"/>
                <a:gd name="connsiteX51" fmla="*/ 56391 w 135748"/>
                <a:gd name="connsiteY51" fmla="*/ 130084 h 135829"/>
                <a:gd name="connsiteX52" fmla="*/ 64698 w 135748"/>
                <a:gd name="connsiteY52" fmla="*/ 135830 h 135829"/>
                <a:gd name="connsiteX53" fmla="*/ 64698 w 135748"/>
                <a:gd name="connsiteY53" fmla="*/ 135830 h 135829"/>
                <a:gd name="connsiteX54" fmla="*/ 77478 w 135748"/>
                <a:gd name="connsiteY54" fmla="*/ 135191 h 135829"/>
                <a:gd name="connsiteX55" fmla="*/ 83868 w 135748"/>
                <a:gd name="connsiteY55" fmla="*/ 129446 h 135829"/>
                <a:gd name="connsiteX56" fmla="*/ 72366 w 135748"/>
                <a:gd name="connsiteY56" fmla="*/ 123062 h 135829"/>
                <a:gd name="connsiteX57" fmla="*/ 65337 w 135748"/>
                <a:gd name="connsiteY57" fmla="*/ 123062 h 135829"/>
                <a:gd name="connsiteX58" fmla="*/ 62781 w 135748"/>
                <a:gd name="connsiteY58" fmla="*/ 116039 h 135829"/>
                <a:gd name="connsiteX59" fmla="*/ 58947 w 135748"/>
                <a:gd name="connsiteY59" fmla="*/ 112209 h 135829"/>
                <a:gd name="connsiteX60" fmla="*/ 47445 w 135748"/>
                <a:gd name="connsiteY60" fmla="*/ 108379 h 135829"/>
                <a:gd name="connsiteX61" fmla="*/ 45528 w 135748"/>
                <a:gd name="connsiteY61" fmla="*/ 108379 h 135829"/>
                <a:gd name="connsiteX62" fmla="*/ 41694 w 135748"/>
                <a:gd name="connsiteY62" fmla="*/ 109655 h 135829"/>
                <a:gd name="connsiteX63" fmla="*/ 35304 w 135748"/>
                <a:gd name="connsiteY63" fmla="*/ 113486 h 135829"/>
                <a:gd name="connsiteX64" fmla="*/ 29553 w 135748"/>
                <a:gd name="connsiteY64" fmla="*/ 109017 h 135829"/>
                <a:gd name="connsiteX65" fmla="*/ 32109 w 135748"/>
                <a:gd name="connsiteY65" fmla="*/ 101995 h 135829"/>
                <a:gd name="connsiteX66" fmla="*/ 31470 w 135748"/>
                <a:gd name="connsiteY66" fmla="*/ 96249 h 135829"/>
                <a:gd name="connsiteX67" fmla="*/ 25080 w 135748"/>
                <a:gd name="connsiteY67" fmla="*/ 86035 h 135829"/>
                <a:gd name="connsiteX68" fmla="*/ 20608 w 135748"/>
                <a:gd name="connsiteY68" fmla="*/ 82843 h 135829"/>
                <a:gd name="connsiteX69" fmla="*/ 12940 w 135748"/>
                <a:gd name="connsiteY69" fmla="*/ 82204 h 135829"/>
                <a:gd name="connsiteX70" fmla="*/ 11662 w 135748"/>
                <a:gd name="connsiteY70" fmla="*/ 75182 h 135829"/>
                <a:gd name="connsiteX71" fmla="*/ 18052 w 135748"/>
                <a:gd name="connsiteY71" fmla="*/ 71352 h 135829"/>
                <a:gd name="connsiteX72" fmla="*/ 21247 w 135748"/>
                <a:gd name="connsiteY72" fmla="*/ 66883 h 135829"/>
                <a:gd name="connsiteX73" fmla="*/ 23163 w 135748"/>
                <a:gd name="connsiteY73" fmla="*/ 54753 h 135829"/>
                <a:gd name="connsiteX74" fmla="*/ 21247 w 135748"/>
                <a:gd name="connsiteY74" fmla="*/ 49646 h 135829"/>
                <a:gd name="connsiteX75" fmla="*/ 16135 w 135748"/>
                <a:gd name="connsiteY75" fmla="*/ 43900 h 135829"/>
                <a:gd name="connsiteX76" fmla="*/ 19330 w 135748"/>
                <a:gd name="connsiteY76" fmla="*/ 37516 h 135829"/>
                <a:gd name="connsiteX77" fmla="*/ 26997 w 135748"/>
                <a:gd name="connsiteY77" fmla="*/ 38793 h 135829"/>
                <a:gd name="connsiteX78" fmla="*/ 32109 w 135748"/>
                <a:gd name="connsiteY78" fmla="*/ 37516 h 135829"/>
                <a:gd name="connsiteX79" fmla="*/ 41055 w 135748"/>
                <a:gd name="connsiteY79" fmla="*/ 29217 h 135829"/>
                <a:gd name="connsiteX80" fmla="*/ 42972 w 135748"/>
                <a:gd name="connsiteY80" fmla="*/ 24110 h 135829"/>
                <a:gd name="connsiteX81" fmla="*/ 42972 w 135748"/>
                <a:gd name="connsiteY81" fmla="*/ 16449 h 135829"/>
                <a:gd name="connsiteX82" fmla="*/ 49362 w 135748"/>
                <a:gd name="connsiteY82" fmla="*/ 13896 h 135829"/>
                <a:gd name="connsiteX83" fmla="*/ 54474 w 135748"/>
                <a:gd name="connsiteY83" fmla="*/ 19641 h 135829"/>
                <a:gd name="connsiteX84" fmla="*/ 59586 w 135748"/>
                <a:gd name="connsiteY84" fmla="*/ 21556 h 135829"/>
                <a:gd name="connsiteX85" fmla="*/ 71727 w 135748"/>
                <a:gd name="connsiteY85" fmla="*/ 20918 h 135829"/>
                <a:gd name="connsiteX86" fmla="*/ 76839 w 135748"/>
                <a:gd name="connsiteY86" fmla="*/ 18364 h 135829"/>
                <a:gd name="connsiteX87" fmla="*/ 81312 w 135748"/>
                <a:gd name="connsiteY87" fmla="*/ 12619 h 135829"/>
                <a:gd name="connsiteX88" fmla="*/ 87702 w 135748"/>
                <a:gd name="connsiteY88" fmla="*/ 14534 h 135829"/>
                <a:gd name="connsiteX89" fmla="*/ 87702 w 135748"/>
                <a:gd name="connsiteY89" fmla="*/ 22195 h 135829"/>
                <a:gd name="connsiteX90" fmla="*/ 90258 w 135748"/>
                <a:gd name="connsiteY90" fmla="*/ 27302 h 135829"/>
                <a:gd name="connsiteX91" fmla="*/ 99843 w 135748"/>
                <a:gd name="connsiteY91" fmla="*/ 34963 h 135829"/>
                <a:gd name="connsiteX92" fmla="*/ 105594 w 135748"/>
                <a:gd name="connsiteY92" fmla="*/ 36240 h 135829"/>
                <a:gd name="connsiteX93" fmla="*/ 112623 w 135748"/>
                <a:gd name="connsiteY93" fmla="*/ 34324 h 135829"/>
                <a:gd name="connsiteX94" fmla="*/ 116457 w 135748"/>
                <a:gd name="connsiteY94" fmla="*/ 40070 h 135829"/>
                <a:gd name="connsiteX95" fmla="*/ 111345 w 135748"/>
                <a:gd name="connsiteY95" fmla="*/ 45816 h 135829"/>
                <a:gd name="connsiteX96" fmla="*/ 110067 w 135748"/>
                <a:gd name="connsiteY96" fmla="*/ 50923 h 135829"/>
                <a:gd name="connsiteX97" fmla="*/ 112623 w 135748"/>
                <a:gd name="connsiteY97" fmla="*/ 63052 h 135829"/>
                <a:gd name="connsiteX98" fmla="*/ 115818 w 135748"/>
                <a:gd name="connsiteY98" fmla="*/ 67521 h 135829"/>
                <a:gd name="connsiteX99" fmla="*/ 122208 w 135748"/>
                <a:gd name="connsiteY99" fmla="*/ 70713 h 135829"/>
                <a:gd name="connsiteX100" fmla="*/ 121568 w 135748"/>
                <a:gd name="connsiteY100" fmla="*/ 77736 h 135829"/>
                <a:gd name="connsiteX101" fmla="*/ 113901 w 135748"/>
                <a:gd name="connsiteY101" fmla="*/ 79012 h 135829"/>
                <a:gd name="connsiteX102" fmla="*/ 109428 w 135748"/>
                <a:gd name="connsiteY102" fmla="*/ 82204 h 135829"/>
                <a:gd name="connsiteX103" fmla="*/ 103677 w 135748"/>
                <a:gd name="connsiteY103" fmla="*/ 93057 h 135829"/>
                <a:gd name="connsiteX104" fmla="*/ 103677 w 135748"/>
                <a:gd name="connsiteY104" fmla="*/ 98803 h 135829"/>
                <a:gd name="connsiteX105" fmla="*/ 106872 w 135748"/>
                <a:gd name="connsiteY105" fmla="*/ 105825 h 135829"/>
                <a:gd name="connsiteX106" fmla="*/ 101760 w 135748"/>
                <a:gd name="connsiteY106" fmla="*/ 110294 h 135829"/>
                <a:gd name="connsiteX107" fmla="*/ 95370 w 135748"/>
                <a:gd name="connsiteY107" fmla="*/ 106463 h 135829"/>
                <a:gd name="connsiteX108" fmla="*/ 89619 w 135748"/>
                <a:gd name="connsiteY108" fmla="*/ 106463 h 135829"/>
                <a:gd name="connsiteX109" fmla="*/ 78117 w 135748"/>
                <a:gd name="connsiteY109" fmla="*/ 110932 h 135829"/>
                <a:gd name="connsiteX110" fmla="*/ 74283 w 135748"/>
                <a:gd name="connsiteY110" fmla="*/ 114763 h 135829"/>
                <a:gd name="connsiteX111" fmla="*/ 72366 w 135748"/>
                <a:gd name="connsiteY111" fmla="*/ 123062 h 135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35748" h="135829">
                  <a:moveTo>
                    <a:pt x="83868" y="129446"/>
                  </a:moveTo>
                  <a:lnTo>
                    <a:pt x="85785" y="122423"/>
                  </a:lnTo>
                  <a:lnTo>
                    <a:pt x="91536" y="119870"/>
                  </a:lnTo>
                  <a:lnTo>
                    <a:pt x="97926" y="123700"/>
                  </a:lnTo>
                  <a:cubicBezTo>
                    <a:pt x="101121" y="125615"/>
                    <a:pt x="104955" y="124977"/>
                    <a:pt x="108150" y="122423"/>
                  </a:cubicBezTo>
                  <a:lnTo>
                    <a:pt x="117735" y="113486"/>
                  </a:lnTo>
                  <a:cubicBezTo>
                    <a:pt x="120291" y="110932"/>
                    <a:pt x="121568" y="107102"/>
                    <a:pt x="119652" y="103910"/>
                  </a:cubicBezTo>
                  <a:lnTo>
                    <a:pt x="116457" y="96887"/>
                  </a:lnTo>
                  <a:lnTo>
                    <a:pt x="119652" y="91780"/>
                  </a:lnTo>
                  <a:lnTo>
                    <a:pt x="126681" y="90503"/>
                  </a:lnTo>
                  <a:cubicBezTo>
                    <a:pt x="130515" y="89865"/>
                    <a:pt x="133070" y="86673"/>
                    <a:pt x="133710" y="83481"/>
                  </a:cubicBezTo>
                  <a:lnTo>
                    <a:pt x="135626" y="70713"/>
                  </a:lnTo>
                  <a:cubicBezTo>
                    <a:pt x="136265" y="66883"/>
                    <a:pt x="134348" y="63691"/>
                    <a:pt x="131153" y="61776"/>
                  </a:cubicBezTo>
                  <a:lnTo>
                    <a:pt x="124763" y="58584"/>
                  </a:lnTo>
                  <a:lnTo>
                    <a:pt x="123486" y="52838"/>
                  </a:lnTo>
                  <a:lnTo>
                    <a:pt x="127958" y="47092"/>
                  </a:lnTo>
                  <a:cubicBezTo>
                    <a:pt x="130515" y="44539"/>
                    <a:pt x="130515" y="40070"/>
                    <a:pt x="128597" y="36878"/>
                  </a:cubicBezTo>
                  <a:lnTo>
                    <a:pt x="121568" y="26025"/>
                  </a:lnTo>
                  <a:cubicBezTo>
                    <a:pt x="119652" y="22833"/>
                    <a:pt x="115818" y="21556"/>
                    <a:pt x="111984" y="22195"/>
                  </a:cubicBezTo>
                  <a:lnTo>
                    <a:pt x="104955" y="24110"/>
                  </a:lnTo>
                  <a:lnTo>
                    <a:pt x="100482" y="20280"/>
                  </a:lnTo>
                  <a:lnTo>
                    <a:pt x="100482" y="12619"/>
                  </a:lnTo>
                  <a:cubicBezTo>
                    <a:pt x="100482" y="8788"/>
                    <a:pt x="97926" y="5596"/>
                    <a:pt x="94731" y="4320"/>
                  </a:cubicBezTo>
                  <a:lnTo>
                    <a:pt x="82590" y="489"/>
                  </a:lnTo>
                  <a:cubicBezTo>
                    <a:pt x="79395" y="-788"/>
                    <a:pt x="74922" y="489"/>
                    <a:pt x="73005" y="3681"/>
                  </a:cubicBezTo>
                  <a:lnTo>
                    <a:pt x="68532" y="9427"/>
                  </a:lnTo>
                  <a:lnTo>
                    <a:pt x="62781" y="9427"/>
                  </a:lnTo>
                  <a:lnTo>
                    <a:pt x="57669" y="3681"/>
                  </a:lnTo>
                  <a:cubicBezTo>
                    <a:pt x="55113" y="1128"/>
                    <a:pt x="51279" y="-149"/>
                    <a:pt x="48084" y="1128"/>
                  </a:cubicBezTo>
                  <a:lnTo>
                    <a:pt x="35943" y="6235"/>
                  </a:lnTo>
                  <a:cubicBezTo>
                    <a:pt x="32748" y="7512"/>
                    <a:pt x="30192" y="11342"/>
                    <a:pt x="30831" y="14534"/>
                  </a:cubicBezTo>
                  <a:lnTo>
                    <a:pt x="30831" y="21556"/>
                  </a:lnTo>
                  <a:lnTo>
                    <a:pt x="26358" y="25387"/>
                  </a:lnTo>
                  <a:lnTo>
                    <a:pt x="19330" y="24110"/>
                  </a:lnTo>
                  <a:cubicBezTo>
                    <a:pt x="15496" y="23472"/>
                    <a:pt x="12301" y="25387"/>
                    <a:pt x="10384" y="28579"/>
                  </a:cubicBezTo>
                  <a:lnTo>
                    <a:pt x="4633" y="40070"/>
                  </a:lnTo>
                  <a:cubicBezTo>
                    <a:pt x="2716" y="43262"/>
                    <a:pt x="3355" y="47092"/>
                    <a:pt x="5911" y="50284"/>
                  </a:cubicBezTo>
                  <a:lnTo>
                    <a:pt x="11023" y="56030"/>
                  </a:lnTo>
                  <a:lnTo>
                    <a:pt x="10384" y="61776"/>
                  </a:lnTo>
                  <a:lnTo>
                    <a:pt x="3994" y="65606"/>
                  </a:lnTo>
                  <a:cubicBezTo>
                    <a:pt x="799" y="67521"/>
                    <a:pt x="-479" y="71352"/>
                    <a:pt x="160" y="74544"/>
                  </a:cubicBezTo>
                  <a:lnTo>
                    <a:pt x="2716" y="87312"/>
                  </a:lnTo>
                  <a:cubicBezTo>
                    <a:pt x="3355" y="91142"/>
                    <a:pt x="6550" y="93695"/>
                    <a:pt x="10384" y="94334"/>
                  </a:cubicBezTo>
                  <a:lnTo>
                    <a:pt x="18052" y="94972"/>
                  </a:lnTo>
                  <a:lnTo>
                    <a:pt x="21247" y="100079"/>
                  </a:lnTo>
                  <a:lnTo>
                    <a:pt x="18691" y="107102"/>
                  </a:lnTo>
                  <a:cubicBezTo>
                    <a:pt x="17413" y="110294"/>
                    <a:pt x="18691" y="114763"/>
                    <a:pt x="21247" y="116678"/>
                  </a:cubicBezTo>
                  <a:lnTo>
                    <a:pt x="31470" y="124339"/>
                  </a:lnTo>
                  <a:cubicBezTo>
                    <a:pt x="34665" y="126892"/>
                    <a:pt x="38499" y="126892"/>
                    <a:pt x="41694" y="124977"/>
                  </a:cubicBezTo>
                  <a:lnTo>
                    <a:pt x="48084" y="121147"/>
                  </a:lnTo>
                  <a:lnTo>
                    <a:pt x="53835" y="123062"/>
                  </a:lnTo>
                  <a:lnTo>
                    <a:pt x="56391" y="130084"/>
                  </a:lnTo>
                  <a:cubicBezTo>
                    <a:pt x="57669" y="133276"/>
                    <a:pt x="60864" y="135830"/>
                    <a:pt x="64698" y="135830"/>
                  </a:cubicBezTo>
                  <a:lnTo>
                    <a:pt x="64698" y="135830"/>
                  </a:lnTo>
                  <a:lnTo>
                    <a:pt x="77478" y="135191"/>
                  </a:lnTo>
                  <a:cubicBezTo>
                    <a:pt x="79395" y="135191"/>
                    <a:pt x="82590" y="133276"/>
                    <a:pt x="83868" y="129446"/>
                  </a:cubicBezTo>
                  <a:close/>
                  <a:moveTo>
                    <a:pt x="72366" y="123062"/>
                  </a:moveTo>
                  <a:lnTo>
                    <a:pt x="65337" y="123062"/>
                  </a:lnTo>
                  <a:lnTo>
                    <a:pt x="62781" y="116039"/>
                  </a:lnTo>
                  <a:cubicBezTo>
                    <a:pt x="62142" y="114124"/>
                    <a:pt x="60864" y="112847"/>
                    <a:pt x="58947" y="112209"/>
                  </a:cubicBezTo>
                  <a:lnTo>
                    <a:pt x="47445" y="108379"/>
                  </a:lnTo>
                  <a:cubicBezTo>
                    <a:pt x="46806" y="108379"/>
                    <a:pt x="46167" y="108379"/>
                    <a:pt x="45528" y="108379"/>
                  </a:cubicBezTo>
                  <a:cubicBezTo>
                    <a:pt x="44250" y="108379"/>
                    <a:pt x="42972" y="109017"/>
                    <a:pt x="41694" y="109655"/>
                  </a:cubicBezTo>
                  <a:lnTo>
                    <a:pt x="35304" y="113486"/>
                  </a:lnTo>
                  <a:lnTo>
                    <a:pt x="29553" y="109017"/>
                  </a:lnTo>
                  <a:lnTo>
                    <a:pt x="32109" y="101995"/>
                  </a:lnTo>
                  <a:cubicBezTo>
                    <a:pt x="32748" y="100079"/>
                    <a:pt x="32748" y="98164"/>
                    <a:pt x="31470" y="96249"/>
                  </a:cubicBezTo>
                  <a:lnTo>
                    <a:pt x="25080" y="86035"/>
                  </a:lnTo>
                  <a:cubicBezTo>
                    <a:pt x="23803" y="84120"/>
                    <a:pt x="22525" y="83481"/>
                    <a:pt x="20608" y="82843"/>
                  </a:cubicBezTo>
                  <a:lnTo>
                    <a:pt x="12940" y="82204"/>
                  </a:lnTo>
                  <a:lnTo>
                    <a:pt x="11662" y="75182"/>
                  </a:lnTo>
                  <a:lnTo>
                    <a:pt x="18052" y="71352"/>
                  </a:lnTo>
                  <a:cubicBezTo>
                    <a:pt x="19969" y="70075"/>
                    <a:pt x="20608" y="68798"/>
                    <a:pt x="21247" y="66883"/>
                  </a:cubicBezTo>
                  <a:lnTo>
                    <a:pt x="23163" y="54753"/>
                  </a:lnTo>
                  <a:cubicBezTo>
                    <a:pt x="23163" y="52838"/>
                    <a:pt x="22525" y="50923"/>
                    <a:pt x="21247" y="49646"/>
                  </a:cubicBezTo>
                  <a:lnTo>
                    <a:pt x="16135" y="43900"/>
                  </a:lnTo>
                  <a:lnTo>
                    <a:pt x="19330" y="37516"/>
                  </a:lnTo>
                  <a:lnTo>
                    <a:pt x="26997" y="38793"/>
                  </a:lnTo>
                  <a:cubicBezTo>
                    <a:pt x="28914" y="38793"/>
                    <a:pt x="30831" y="38793"/>
                    <a:pt x="32109" y="37516"/>
                  </a:cubicBezTo>
                  <a:lnTo>
                    <a:pt x="41055" y="29217"/>
                  </a:lnTo>
                  <a:cubicBezTo>
                    <a:pt x="42333" y="27940"/>
                    <a:pt x="42972" y="26025"/>
                    <a:pt x="42972" y="24110"/>
                  </a:cubicBezTo>
                  <a:lnTo>
                    <a:pt x="42972" y="16449"/>
                  </a:lnTo>
                  <a:lnTo>
                    <a:pt x="49362" y="13896"/>
                  </a:lnTo>
                  <a:lnTo>
                    <a:pt x="54474" y="19641"/>
                  </a:lnTo>
                  <a:cubicBezTo>
                    <a:pt x="55752" y="20918"/>
                    <a:pt x="57669" y="22195"/>
                    <a:pt x="59586" y="21556"/>
                  </a:cubicBezTo>
                  <a:lnTo>
                    <a:pt x="71727" y="20918"/>
                  </a:lnTo>
                  <a:cubicBezTo>
                    <a:pt x="73644" y="20918"/>
                    <a:pt x="75561" y="19641"/>
                    <a:pt x="76839" y="18364"/>
                  </a:cubicBezTo>
                  <a:lnTo>
                    <a:pt x="81312" y="12619"/>
                  </a:lnTo>
                  <a:lnTo>
                    <a:pt x="87702" y="14534"/>
                  </a:lnTo>
                  <a:lnTo>
                    <a:pt x="87702" y="22195"/>
                  </a:lnTo>
                  <a:cubicBezTo>
                    <a:pt x="87702" y="24110"/>
                    <a:pt x="88341" y="26025"/>
                    <a:pt x="90258" y="27302"/>
                  </a:cubicBezTo>
                  <a:lnTo>
                    <a:pt x="99843" y="34963"/>
                  </a:lnTo>
                  <a:cubicBezTo>
                    <a:pt x="101121" y="36240"/>
                    <a:pt x="103677" y="36878"/>
                    <a:pt x="105594" y="36240"/>
                  </a:cubicBezTo>
                  <a:lnTo>
                    <a:pt x="112623" y="34324"/>
                  </a:lnTo>
                  <a:lnTo>
                    <a:pt x="116457" y="40070"/>
                  </a:lnTo>
                  <a:lnTo>
                    <a:pt x="111345" y="45816"/>
                  </a:lnTo>
                  <a:cubicBezTo>
                    <a:pt x="110067" y="47092"/>
                    <a:pt x="109428" y="49008"/>
                    <a:pt x="110067" y="50923"/>
                  </a:cubicBezTo>
                  <a:lnTo>
                    <a:pt x="112623" y="63052"/>
                  </a:lnTo>
                  <a:cubicBezTo>
                    <a:pt x="113262" y="64968"/>
                    <a:pt x="114540" y="66244"/>
                    <a:pt x="115818" y="67521"/>
                  </a:cubicBezTo>
                  <a:lnTo>
                    <a:pt x="122208" y="70713"/>
                  </a:lnTo>
                  <a:lnTo>
                    <a:pt x="121568" y="77736"/>
                  </a:lnTo>
                  <a:lnTo>
                    <a:pt x="113901" y="79012"/>
                  </a:lnTo>
                  <a:cubicBezTo>
                    <a:pt x="111984" y="79651"/>
                    <a:pt x="110067" y="80289"/>
                    <a:pt x="109428" y="82204"/>
                  </a:cubicBezTo>
                  <a:lnTo>
                    <a:pt x="103677" y="93057"/>
                  </a:lnTo>
                  <a:cubicBezTo>
                    <a:pt x="103038" y="94972"/>
                    <a:pt x="103038" y="96887"/>
                    <a:pt x="103677" y="98803"/>
                  </a:cubicBezTo>
                  <a:lnTo>
                    <a:pt x="106872" y="105825"/>
                  </a:lnTo>
                  <a:lnTo>
                    <a:pt x="101760" y="110294"/>
                  </a:lnTo>
                  <a:lnTo>
                    <a:pt x="95370" y="106463"/>
                  </a:lnTo>
                  <a:cubicBezTo>
                    <a:pt x="93453" y="105825"/>
                    <a:pt x="91536" y="105187"/>
                    <a:pt x="89619" y="106463"/>
                  </a:cubicBezTo>
                  <a:lnTo>
                    <a:pt x="78117" y="110932"/>
                  </a:lnTo>
                  <a:cubicBezTo>
                    <a:pt x="76200" y="111571"/>
                    <a:pt x="74922" y="112847"/>
                    <a:pt x="74283" y="114763"/>
                  </a:cubicBezTo>
                  <a:lnTo>
                    <a:pt x="72366" y="123062"/>
                  </a:lnTo>
                  <a:close/>
                </a:path>
              </a:pathLst>
            </a:custGeom>
            <a:solidFill>
              <a:srgbClr val="046A38"/>
            </a:solidFill>
            <a:ln w="6390" cap="flat">
              <a:noFill/>
              <a:prstDash val="solid"/>
              <a:miter/>
            </a:ln>
          </p:spPr>
          <p:txBody>
            <a:bodyPr rtlCol="0" anchor="ctr"/>
            <a:lstStyle/>
            <a:p>
              <a:endParaRPr lang="en-US"/>
            </a:p>
          </p:txBody>
        </p:sp>
        <p:sp>
          <p:nvSpPr>
            <p:cNvPr id="807" name="Graphic 4">
              <a:extLst>
                <a:ext uri="{FF2B5EF4-FFF2-40B4-BE49-F238E27FC236}">
                  <a16:creationId xmlns:a16="http://schemas.microsoft.com/office/drawing/2014/main" id="{2614FDB4-2D2A-354A-A51B-EF1CCF76D681}"/>
                </a:ext>
              </a:extLst>
            </p:cNvPr>
            <p:cNvSpPr/>
            <p:nvPr/>
          </p:nvSpPr>
          <p:spPr>
            <a:xfrm>
              <a:off x="1596936" y="2942006"/>
              <a:ext cx="87205" cy="86717"/>
            </a:xfrm>
            <a:custGeom>
              <a:avLst/>
              <a:gdLst>
                <a:gd name="connsiteX0" fmla="*/ 86812 w 87205"/>
                <a:gd name="connsiteY0" fmla="*/ 49691 h 86717"/>
                <a:gd name="connsiteX1" fmla="*/ 49750 w 87205"/>
                <a:gd name="connsiteY1" fmla="*/ 534 h 86717"/>
                <a:gd name="connsiteX2" fmla="*/ 548 w 87205"/>
                <a:gd name="connsiteY2" fmla="*/ 37561 h 86717"/>
                <a:gd name="connsiteX3" fmla="*/ 8855 w 87205"/>
                <a:gd name="connsiteY3" fmla="*/ 69481 h 86717"/>
                <a:gd name="connsiteX4" fmla="*/ 37610 w 87205"/>
                <a:gd name="connsiteY4" fmla="*/ 86079 h 86717"/>
                <a:gd name="connsiteX5" fmla="*/ 43999 w 87205"/>
                <a:gd name="connsiteY5" fmla="*/ 86718 h 86717"/>
                <a:gd name="connsiteX6" fmla="*/ 86812 w 87205"/>
                <a:gd name="connsiteY6" fmla="*/ 49691 h 86717"/>
                <a:gd name="connsiteX7" fmla="*/ 86812 w 87205"/>
                <a:gd name="connsiteY7" fmla="*/ 49691 h 86717"/>
                <a:gd name="connsiteX8" fmla="*/ 61891 w 87205"/>
                <a:gd name="connsiteY8" fmla="*/ 68204 h 86717"/>
                <a:gd name="connsiteX9" fmla="*/ 19079 w 87205"/>
                <a:gd name="connsiteY9" fmla="*/ 62459 h 86717"/>
                <a:gd name="connsiteX10" fmla="*/ 24830 w 87205"/>
                <a:gd name="connsiteY10" fmla="*/ 19686 h 86717"/>
                <a:gd name="connsiteX11" fmla="*/ 43361 w 87205"/>
                <a:gd name="connsiteY11" fmla="*/ 13302 h 86717"/>
                <a:gd name="connsiteX12" fmla="*/ 47833 w 87205"/>
                <a:gd name="connsiteY12" fmla="*/ 13302 h 86717"/>
                <a:gd name="connsiteX13" fmla="*/ 74032 w 87205"/>
                <a:gd name="connsiteY13" fmla="*/ 47776 h 86717"/>
                <a:gd name="connsiteX14" fmla="*/ 61891 w 87205"/>
                <a:gd name="connsiteY14" fmla="*/ 68204 h 86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7205" h="86717">
                  <a:moveTo>
                    <a:pt x="86812" y="49691"/>
                  </a:moveTo>
                  <a:cubicBezTo>
                    <a:pt x="90007" y="26070"/>
                    <a:pt x="73393" y="4364"/>
                    <a:pt x="49750" y="534"/>
                  </a:cubicBezTo>
                  <a:cubicBezTo>
                    <a:pt x="26108" y="-3296"/>
                    <a:pt x="4382" y="13940"/>
                    <a:pt x="548" y="37561"/>
                  </a:cubicBezTo>
                  <a:cubicBezTo>
                    <a:pt x="-1369" y="49052"/>
                    <a:pt x="1826" y="60543"/>
                    <a:pt x="8855" y="69481"/>
                  </a:cubicBezTo>
                  <a:cubicBezTo>
                    <a:pt x="15884" y="78419"/>
                    <a:pt x="26108" y="84803"/>
                    <a:pt x="37610" y="86079"/>
                  </a:cubicBezTo>
                  <a:cubicBezTo>
                    <a:pt x="39527" y="86079"/>
                    <a:pt x="42082" y="86718"/>
                    <a:pt x="43999" y="86718"/>
                  </a:cubicBezTo>
                  <a:cubicBezTo>
                    <a:pt x="65086" y="86718"/>
                    <a:pt x="83617" y="71396"/>
                    <a:pt x="86812" y="49691"/>
                  </a:cubicBezTo>
                  <a:lnTo>
                    <a:pt x="86812" y="49691"/>
                  </a:lnTo>
                  <a:close/>
                  <a:moveTo>
                    <a:pt x="61891" y="68204"/>
                  </a:moveTo>
                  <a:cubicBezTo>
                    <a:pt x="48472" y="78419"/>
                    <a:pt x="29303" y="75865"/>
                    <a:pt x="19079" y="62459"/>
                  </a:cubicBezTo>
                  <a:cubicBezTo>
                    <a:pt x="8855" y="49052"/>
                    <a:pt x="11411" y="29900"/>
                    <a:pt x="24830" y="19686"/>
                  </a:cubicBezTo>
                  <a:cubicBezTo>
                    <a:pt x="29942" y="15856"/>
                    <a:pt x="36332" y="13302"/>
                    <a:pt x="43361" y="13302"/>
                  </a:cubicBezTo>
                  <a:cubicBezTo>
                    <a:pt x="44638" y="13302"/>
                    <a:pt x="46556" y="13302"/>
                    <a:pt x="47833" y="13302"/>
                  </a:cubicBezTo>
                  <a:cubicBezTo>
                    <a:pt x="64447" y="15856"/>
                    <a:pt x="75949" y="31177"/>
                    <a:pt x="74032" y="47776"/>
                  </a:cubicBezTo>
                  <a:cubicBezTo>
                    <a:pt x="72754" y="56075"/>
                    <a:pt x="68281" y="63097"/>
                    <a:pt x="61891" y="68204"/>
                  </a:cubicBezTo>
                  <a:close/>
                </a:path>
              </a:pathLst>
            </a:custGeom>
            <a:solidFill>
              <a:srgbClr val="046A38"/>
            </a:solidFill>
            <a:ln w="6390" cap="flat">
              <a:noFill/>
              <a:prstDash val="solid"/>
              <a:miter/>
            </a:ln>
          </p:spPr>
          <p:txBody>
            <a:bodyPr rtlCol="0" anchor="ctr"/>
            <a:lstStyle/>
            <a:p>
              <a:endParaRPr lang="en-US"/>
            </a:p>
          </p:txBody>
        </p:sp>
      </p:grpSp>
      <p:grpSp>
        <p:nvGrpSpPr>
          <p:cNvPr id="808" name="Graphic 4">
            <a:extLst>
              <a:ext uri="{FF2B5EF4-FFF2-40B4-BE49-F238E27FC236}">
                <a16:creationId xmlns:a16="http://schemas.microsoft.com/office/drawing/2014/main" id="{F00196FE-427F-3C42-BA0D-5A5274AA0074}"/>
              </a:ext>
            </a:extLst>
          </p:cNvPr>
          <p:cNvGrpSpPr>
            <a:grpSpLocks noChangeAspect="1"/>
          </p:cNvGrpSpPr>
          <p:nvPr/>
        </p:nvGrpSpPr>
        <p:grpSpPr>
          <a:xfrm>
            <a:off x="1515054" y="3824168"/>
            <a:ext cx="362309" cy="361971"/>
            <a:chOff x="1515054" y="3824168"/>
            <a:chExt cx="362309" cy="361971"/>
          </a:xfrm>
          <a:solidFill>
            <a:srgbClr val="046A38"/>
          </a:solidFill>
        </p:grpSpPr>
        <p:sp>
          <p:nvSpPr>
            <p:cNvPr id="809" name="Graphic 4">
              <a:extLst>
                <a:ext uri="{FF2B5EF4-FFF2-40B4-BE49-F238E27FC236}">
                  <a16:creationId xmlns:a16="http://schemas.microsoft.com/office/drawing/2014/main" id="{03DF1746-006F-9044-90EE-1FB03BACA4A8}"/>
                </a:ext>
              </a:extLst>
            </p:cNvPr>
            <p:cNvSpPr/>
            <p:nvPr/>
          </p:nvSpPr>
          <p:spPr>
            <a:xfrm>
              <a:off x="1515054" y="3824168"/>
              <a:ext cx="362309" cy="361971"/>
            </a:xfrm>
            <a:custGeom>
              <a:avLst/>
              <a:gdLst>
                <a:gd name="connsiteX0" fmla="*/ 180835 w 362309"/>
                <a:gd name="connsiteY0" fmla="*/ 0 h 361971"/>
                <a:gd name="connsiteX1" fmla="*/ 0 w 362309"/>
                <a:gd name="connsiteY1" fmla="*/ 180667 h 361971"/>
                <a:gd name="connsiteX2" fmla="*/ 180835 w 362309"/>
                <a:gd name="connsiteY2" fmla="*/ 361971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1305 h 361971"/>
                <a:gd name="connsiteX10" fmla="*/ 349529 w 362309"/>
                <a:gd name="connsiteY10" fmla="*/ 181305 h 361971"/>
                <a:gd name="connsiteX11" fmla="*/ 180835 w 362309"/>
                <a:gd name="connsiteY11" fmla="*/ 349204 h 361971"/>
                <a:gd name="connsiteX12" fmla="*/ 180835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6"/>
                    <a:pt x="0" y="180667"/>
                  </a:cubicBezTo>
                  <a:cubicBezTo>
                    <a:pt x="0" y="280895"/>
                    <a:pt x="81152" y="361971"/>
                    <a:pt x="180835" y="361971"/>
                  </a:cubicBezTo>
                  <a:cubicBezTo>
                    <a:pt x="280518" y="361971"/>
                    <a:pt x="362309" y="280895"/>
                    <a:pt x="362309" y="180667"/>
                  </a:cubicBezTo>
                  <a:lnTo>
                    <a:pt x="362309" y="180667"/>
                  </a:lnTo>
                  <a:cubicBezTo>
                    <a:pt x="361670" y="81076"/>
                    <a:pt x="280518" y="0"/>
                    <a:pt x="180835" y="0"/>
                  </a:cubicBezTo>
                  <a:close/>
                  <a:moveTo>
                    <a:pt x="180835" y="349204"/>
                  </a:moveTo>
                  <a:cubicBezTo>
                    <a:pt x="87542" y="349204"/>
                    <a:pt x="12780" y="273873"/>
                    <a:pt x="12780" y="180667"/>
                  </a:cubicBezTo>
                  <a:cubicBezTo>
                    <a:pt x="12780" y="87460"/>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046A38"/>
            </a:solidFill>
            <a:ln w="6390" cap="flat">
              <a:noFill/>
              <a:prstDash val="solid"/>
              <a:miter/>
            </a:ln>
          </p:spPr>
          <p:txBody>
            <a:bodyPr rtlCol="0" anchor="ctr"/>
            <a:lstStyle/>
            <a:p>
              <a:endParaRPr lang="en-US"/>
            </a:p>
          </p:txBody>
        </p:sp>
        <p:sp>
          <p:nvSpPr>
            <p:cNvPr id="810" name="Graphic 4">
              <a:extLst>
                <a:ext uri="{FF2B5EF4-FFF2-40B4-BE49-F238E27FC236}">
                  <a16:creationId xmlns:a16="http://schemas.microsoft.com/office/drawing/2014/main" id="{68540030-4BBC-1E42-B338-D40E01D0AADF}"/>
                </a:ext>
              </a:extLst>
            </p:cNvPr>
            <p:cNvSpPr/>
            <p:nvPr/>
          </p:nvSpPr>
          <p:spPr>
            <a:xfrm>
              <a:off x="1650520" y="3934610"/>
              <a:ext cx="90737" cy="91290"/>
            </a:xfrm>
            <a:custGeom>
              <a:avLst/>
              <a:gdLst>
                <a:gd name="connsiteX0" fmla="*/ 45369 w 90737"/>
                <a:gd name="connsiteY0" fmla="*/ 0 h 91290"/>
                <a:gd name="connsiteX1" fmla="*/ 0 w 90737"/>
                <a:gd name="connsiteY1" fmla="*/ 45965 h 91290"/>
                <a:gd name="connsiteX2" fmla="*/ 45369 w 90737"/>
                <a:gd name="connsiteY2" fmla="*/ 91291 h 91290"/>
                <a:gd name="connsiteX3" fmla="*/ 90737 w 90737"/>
                <a:gd name="connsiteY3" fmla="*/ 45965 h 91290"/>
                <a:gd name="connsiteX4" fmla="*/ 45369 w 90737"/>
                <a:gd name="connsiteY4" fmla="*/ 0 h 91290"/>
                <a:gd name="connsiteX5" fmla="*/ 45369 w 90737"/>
                <a:gd name="connsiteY5" fmla="*/ 78523 h 91290"/>
                <a:gd name="connsiteX6" fmla="*/ 12780 w 90737"/>
                <a:gd name="connsiteY6" fmla="*/ 45326 h 91290"/>
                <a:gd name="connsiteX7" fmla="*/ 45369 w 90737"/>
                <a:gd name="connsiteY7" fmla="*/ 12768 h 91290"/>
                <a:gd name="connsiteX8" fmla="*/ 77957 w 90737"/>
                <a:gd name="connsiteY8" fmla="*/ 45326 h 91290"/>
                <a:gd name="connsiteX9" fmla="*/ 77957 w 90737"/>
                <a:gd name="connsiteY9" fmla="*/ 45326 h 91290"/>
                <a:gd name="connsiteX10" fmla="*/ 45369 w 90737"/>
                <a:gd name="connsiteY10" fmla="*/ 78523 h 91290"/>
                <a:gd name="connsiteX11" fmla="*/ 45369 w 90737"/>
                <a:gd name="connsiteY11" fmla="*/ 78523 h 91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737" h="91290">
                  <a:moveTo>
                    <a:pt x="45369" y="0"/>
                  </a:moveTo>
                  <a:cubicBezTo>
                    <a:pt x="20448" y="0"/>
                    <a:pt x="0" y="20429"/>
                    <a:pt x="0" y="45965"/>
                  </a:cubicBezTo>
                  <a:cubicBezTo>
                    <a:pt x="0" y="70862"/>
                    <a:pt x="20448" y="91291"/>
                    <a:pt x="45369" y="91291"/>
                  </a:cubicBezTo>
                  <a:cubicBezTo>
                    <a:pt x="70289" y="91291"/>
                    <a:pt x="90737" y="70862"/>
                    <a:pt x="90737" y="45965"/>
                  </a:cubicBezTo>
                  <a:cubicBezTo>
                    <a:pt x="90737" y="20429"/>
                    <a:pt x="70289" y="0"/>
                    <a:pt x="45369" y="0"/>
                  </a:cubicBezTo>
                  <a:close/>
                  <a:moveTo>
                    <a:pt x="45369" y="78523"/>
                  </a:moveTo>
                  <a:cubicBezTo>
                    <a:pt x="27477" y="78523"/>
                    <a:pt x="12780" y="63840"/>
                    <a:pt x="12780" y="45326"/>
                  </a:cubicBezTo>
                  <a:cubicBezTo>
                    <a:pt x="12780" y="27451"/>
                    <a:pt x="27477" y="12768"/>
                    <a:pt x="45369" y="12768"/>
                  </a:cubicBezTo>
                  <a:cubicBezTo>
                    <a:pt x="63261" y="12768"/>
                    <a:pt x="77957" y="27451"/>
                    <a:pt x="77957" y="45326"/>
                  </a:cubicBezTo>
                  <a:cubicBezTo>
                    <a:pt x="77957" y="45326"/>
                    <a:pt x="77957" y="45326"/>
                    <a:pt x="77957" y="45326"/>
                  </a:cubicBezTo>
                  <a:cubicBezTo>
                    <a:pt x="77957" y="63840"/>
                    <a:pt x="63261" y="78523"/>
                    <a:pt x="45369" y="78523"/>
                  </a:cubicBezTo>
                  <a:lnTo>
                    <a:pt x="45369" y="78523"/>
                  </a:lnTo>
                  <a:close/>
                </a:path>
              </a:pathLst>
            </a:custGeom>
            <a:solidFill>
              <a:srgbClr val="046A38"/>
            </a:solidFill>
            <a:ln w="6390" cap="flat">
              <a:noFill/>
              <a:prstDash val="solid"/>
              <a:miter/>
            </a:ln>
          </p:spPr>
          <p:txBody>
            <a:bodyPr rtlCol="0" anchor="ctr"/>
            <a:lstStyle/>
            <a:p>
              <a:endParaRPr lang="en-US"/>
            </a:p>
          </p:txBody>
        </p:sp>
        <p:sp>
          <p:nvSpPr>
            <p:cNvPr id="811" name="Graphic 4">
              <a:extLst>
                <a:ext uri="{FF2B5EF4-FFF2-40B4-BE49-F238E27FC236}">
                  <a16:creationId xmlns:a16="http://schemas.microsoft.com/office/drawing/2014/main" id="{F928A443-53C6-444A-B39F-712A71606100}"/>
                </a:ext>
              </a:extLst>
            </p:cNvPr>
            <p:cNvSpPr/>
            <p:nvPr/>
          </p:nvSpPr>
          <p:spPr>
            <a:xfrm>
              <a:off x="1603874" y="3889284"/>
              <a:ext cx="183489" cy="182582"/>
            </a:xfrm>
            <a:custGeom>
              <a:avLst/>
              <a:gdLst>
                <a:gd name="connsiteX0" fmla="*/ 177640 w 183489"/>
                <a:gd name="connsiteY0" fmla="*/ 70862 h 182582"/>
                <a:gd name="connsiteX1" fmla="*/ 166777 w 183489"/>
                <a:gd name="connsiteY1" fmla="*/ 70862 h 182582"/>
                <a:gd name="connsiteX2" fmla="*/ 159748 w 183489"/>
                <a:gd name="connsiteY2" fmla="*/ 53626 h 182582"/>
                <a:gd name="connsiteX3" fmla="*/ 167416 w 183489"/>
                <a:gd name="connsiteY3" fmla="*/ 45965 h 182582"/>
                <a:gd name="connsiteX4" fmla="*/ 167416 w 183489"/>
                <a:gd name="connsiteY4" fmla="*/ 37027 h 182582"/>
                <a:gd name="connsiteX5" fmla="*/ 167416 w 183489"/>
                <a:gd name="connsiteY5" fmla="*/ 37027 h 182582"/>
                <a:gd name="connsiteX6" fmla="*/ 146969 w 183489"/>
                <a:gd name="connsiteY6" fmla="*/ 16599 h 182582"/>
                <a:gd name="connsiteX7" fmla="*/ 138023 w 183489"/>
                <a:gd name="connsiteY7" fmla="*/ 16599 h 182582"/>
                <a:gd name="connsiteX8" fmla="*/ 138023 w 183489"/>
                <a:gd name="connsiteY8" fmla="*/ 16599 h 182582"/>
                <a:gd name="connsiteX9" fmla="*/ 130355 w 183489"/>
                <a:gd name="connsiteY9" fmla="*/ 24259 h 182582"/>
                <a:gd name="connsiteX10" fmla="*/ 113741 w 183489"/>
                <a:gd name="connsiteY10" fmla="*/ 17237 h 182582"/>
                <a:gd name="connsiteX11" fmla="*/ 113741 w 183489"/>
                <a:gd name="connsiteY11" fmla="*/ 6384 h 182582"/>
                <a:gd name="connsiteX12" fmla="*/ 107351 w 183489"/>
                <a:gd name="connsiteY12" fmla="*/ 0 h 182582"/>
                <a:gd name="connsiteX13" fmla="*/ 77957 w 183489"/>
                <a:gd name="connsiteY13" fmla="*/ 0 h 182582"/>
                <a:gd name="connsiteX14" fmla="*/ 71567 w 183489"/>
                <a:gd name="connsiteY14" fmla="*/ 6384 h 182582"/>
                <a:gd name="connsiteX15" fmla="*/ 71567 w 183489"/>
                <a:gd name="connsiteY15" fmla="*/ 17237 h 182582"/>
                <a:gd name="connsiteX16" fmla="*/ 54954 w 183489"/>
                <a:gd name="connsiteY16" fmla="*/ 24259 h 182582"/>
                <a:gd name="connsiteX17" fmla="*/ 47285 w 183489"/>
                <a:gd name="connsiteY17" fmla="*/ 15960 h 182582"/>
                <a:gd name="connsiteX18" fmla="*/ 38340 w 183489"/>
                <a:gd name="connsiteY18" fmla="*/ 15960 h 182582"/>
                <a:gd name="connsiteX19" fmla="*/ 17892 w 183489"/>
                <a:gd name="connsiteY19" fmla="*/ 36389 h 182582"/>
                <a:gd name="connsiteX20" fmla="*/ 17892 w 183489"/>
                <a:gd name="connsiteY20" fmla="*/ 45327 h 182582"/>
                <a:gd name="connsiteX21" fmla="*/ 25560 w 183489"/>
                <a:gd name="connsiteY21" fmla="*/ 52987 h 182582"/>
                <a:gd name="connsiteX22" fmla="*/ 18531 w 183489"/>
                <a:gd name="connsiteY22" fmla="*/ 69586 h 182582"/>
                <a:gd name="connsiteX23" fmla="*/ 6390 w 183489"/>
                <a:gd name="connsiteY23" fmla="*/ 69586 h 182582"/>
                <a:gd name="connsiteX24" fmla="*/ 0 w 183489"/>
                <a:gd name="connsiteY24" fmla="*/ 75970 h 182582"/>
                <a:gd name="connsiteX25" fmla="*/ 0 w 183489"/>
                <a:gd name="connsiteY25" fmla="*/ 105336 h 182582"/>
                <a:gd name="connsiteX26" fmla="*/ 6390 w 183489"/>
                <a:gd name="connsiteY26" fmla="*/ 111720 h 182582"/>
                <a:gd name="connsiteX27" fmla="*/ 17253 w 183489"/>
                <a:gd name="connsiteY27" fmla="*/ 111720 h 182582"/>
                <a:gd name="connsiteX28" fmla="*/ 24282 w 183489"/>
                <a:gd name="connsiteY28" fmla="*/ 128318 h 182582"/>
                <a:gd name="connsiteX29" fmla="*/ 16614 w 183489"/>
                <a:gd name="connsiteY29" fmla="*/ 136617 h 182582"/>
                <a:gd name="connsiteX30" fmla="*/ 14697 w 183489"/>
                <a:gd name="connsiteY30" fmla="*/ 141086 h 182582"/>
                <a:gd name="connsiteX31" fmla="*/ 16614 w 183489"/>
                <a:gd name="connsiteY31" fmla="*/ 145555 h 182582"/>
                <a:gd name="connsiteX32" fmla="*/ 37062 w 183489"/>
                <a:gd name="connsiteY32" fmla="*/ 165984 h 182582"/>
                <a:gd name="connsiteX33" fmla="*/ 46008 w 183489"/>
                <a:gd name="connsiteY33" fmla="*/ 165984 h 182582"/>
                <a:gd name="connsiteX34" fmla="*/ 46008 w 183489"/>
                <a:gd name="connsiteY34" fmla="*/ 165984 h 182582"/>
                <a:gd name="connsiteX35" fmla="*/ 53675 w 183489"/>
                <a:gd name="connsiteY35" fmla="*/ 158323 h 182582"/>
                <a:gd name="connsiteX36" fmla="*/ 70289 w 183489"/>
                <a:gd name="connsiteY36" fmla="*/ 165345 h 182582"/>
                <a:gd name="connsiteX37" fmla="*/ 70289 w 183489"/>
                <a:gd name="connsiteY37" fmla="*/ 176198 h 182582"/>
                <a:gd name="connsiteX38" fmla="*/ 76679 w 183489"/>
                <a:gd name="connsiteY38" fmla="*/ 182582 h 182582"/>
                <a:gd name="connsiteX39" fmla="*/ 106073 w 183489"/>
                <a:gd name="connsiteY39" fmla="*/ 182582 h 182582"/>
                <a:gd name="connsiteX40" fmla="*/ 112463 w 183489"/>
                <a:gd name="connsiteY40" fmla="*/ 176198 h 182582"/>
                <a:gd name="connsiteX41" fmla="*/ 112463 w 183489"/>
                <a:gd name="connsiteY41" fmla="*/ 165345 h 182582"/>
                <a:gd name="connsiteX42" fmla="*/ 129077 w 183489"/>
                <a:gd name="connsiteY42" fmla="*/ 158323 h 182582"/>
                <a:gd name="connsiteX43" fmla="*/ 136745 w 183489"/>
                <a:gd name="connsiteY43" fmla="*/ 165984 h 182582"/>
                <a:gd name="connsiteX44" fmla="*/ 145690 w 183489"/>
                <a:gd name="connsiteY44" fmla="*/ 165984 h 182582"/>
                <a:gd name="connsiteX45" fmla="*/ 166138 w 183489"/>
                <a:gd name="connsiteY45" fmla="*/ 145555 h 182582"/>
                <a:gd name="connsiteX46" fmla="*/ 166138 w 183489"/>
                <a:gd name="connsiteY46" fmla="*/ 136617 h 182582"/>
                <a:gd name="connsiteX47" fmla="*/ 159109 w 183489"/>
                <a:gd name="connsiteY47" fmla="*/ 128957 h 182582"/>
                <a:gd name="connsiteX48" fmla="*/ 166138 w 183489"/>
                <a:gd name="connsiteY48" fmla="*/ 112358 h 182582"/>
                <a:gd name="connsiteX49" fmla="*/ 177001 w 183489"/>
                <a:gd name="connsiteY49" fmla="*/ 112358 h 182582"/>
                <a:gd name="connsiteX50" fmla="*/ 183391 w 183489"/>
                <a:gd name="connsiteY50" fmla="*/ 105974 h 182582"/>
                <a:gd name="connsiteX51" fmla="*/ 183391 w 183489"/>
                <a:gd name="connsiteY51" fmla="*/ 76608 h 182582"/>
                <a:gd name="connsiteX52" fmla="*/ 177640 w 183489"/>
                <a:gd name="connsiteY52" fmla="*/ 70862 h 182582"/>
                <a:gd name="connsiteX53" fmla="*/ 177640 w 183489"/>
                <a:gd name="connsiteY53" fmla="*/ 70862 h 182582"/>
                <a:gd name="connsiteX54" fmla="*/ 171250 w 183489"/>
                <a:gd name="connsiteY54" fmla="*/ 99590 h 182582"/>
                <a:gd name="connsiteX55" fmla="*/ 161665 w 183489"/>
                <a:gd name="connsiteY55" fmla="*/ 99590 h 182582"/>
                <a:gd name="connsiteX56" fmla="*/ 155275 w 183489"/>
                <a:gd name="connsiteY56" fmla="*/ 104697 h 182582"/>
                <a:gd name="connsiteX57" fmla="*/ 145690 w 183489"/>
                <a:gd name="connsiteY57" fmla="*/ 127041 h 182582"/>
                <a:gd name="connsiteX58" fmla="*/ 146330 w 183489"/>
                <a:gd name="connsiteY58" fmla="*/ 135341 h 182582"/>
                <a:gd name="connsiteX59" fmla="*/ 152719 w 183489"/>
                <a:gd name="connsiteY59" fmla="*/ 141724 h 182582"/>
                <a:gd name="connsiteX60" fmla="*/ 141218 w 183489"/>
                <a:gd name="connsiteY60" fmla="*/ 153216 h 182582"/>
                <a:gd name="connsiteX61" fmla="*/ 134189 w 183489"/>
                <a:gd name="connsiteY61" fmla="*/ 146193 h 182582"/>
                <a:gd name="connsiteX62" fmla="*/ 126521 w 183489"/>
                <a:gd name="connsiteY62" fmla="*/ 145555 h 182582"/>
                <a:gd name="connsiteX63" fmla="*/ 104156 w 183489"/>
                <a:gd name="connsiteY63" fmla="*/ 154492 h 182582"/>
                <a:gd name="connsiteX64" fmla="*/ 99044 w 183489"/>
                <a:gd name="connsiteY64" fmla="*/ 160876 h 182582"/>
                <a:gd name="connsiteX65" fmla="*/ 99044 w 183489"/>
                <a:gd name="connsiteY65" fmla="*/ 170452 h 182582"/>
                <a:gd name="connsiteX66" fmla="*/ 83069 w 183489"/>
                <a:gd name="connsiteY66" fmla="*/ 170452 h 182582"/>
                <a:gd name="connsiteX67" fmla="*/ 83069 w 183489"/>
                <a:gd name="connsiteY67" fmla="*/ 160876 h 182582"/>
                <a:gd name="connsiteX68" fmla="*/ 77957 w 183489"/>
                <a:gd name="connsiteY68" fmla="*/ 154492 h 182582"/>
                <a:gd name="connsiteX69" fmla="*/ 56231 w 183489"/>
                <a:gd name="connsiteY69" fmla="*/ 144916 h 182582"/>
                <a:gd name="connsiteX70" fmla="*/ 47925 w 183489"/>
                <a:gd name="connsiteY70" fmla="*/ 145555 h 182582"/>
                <a:gd name="connsiteX71" fmla="*/ 41535 w 183489"/>
                <a:gd name="connsiteY71" fmla="*/ 151939 h 182582"/>
                <a:gd name="connsiteX72" fmla="*/ 30033 w 183489"/>
                <a:gd name="connsiteY72" fmla="*/ 140448 h 182582"/>
                <a:gd name="connsiteX73" fmla="*/ 37062 w 183489"/>
                <a:gd name="connsiteY73" fmla="*/ 133425 h 182582"/>
                <a:gd name="connsiteX74" fmla="*/ 37701 w 183489"/>
                <a:gd name="connsiteY74" fmla="*/ 125765 h 182582"/>
                <a:gd name="connsiteX75" fmla="*/ 28755 w 183489"/>
                <a:gd name="connsiteY75" fmla="*/ 103421 h 182582"/>
                <a:gd name="connsiteX76" fmla="*/ 22365 w 183489"/>
                <a:gd name="connsiteY76" fmla="*/ 98313 h 182582"/>
                <a:gd name="connsiteX77" fmla="*/ 12780 w 183489"/>
                <a:gd name="connsiteY77" fmla="*/ 98313 h 182582"/>
                <a:gd name="connsiteX78" fmla="*/ 12780 w 183489"/>
                <a:gd name="connsiteY78" fmla="*/ 81715 h 182582"/>
                <a:gd name="connsiteX79" fmla="*/ 22365 w 183489"/>
                <a:gd name="connsiteY79" fmla="*/ 81715 h 182582"/>
                <a:gd name="connsiteX80" fmla="*/ 28755 w 183489"/>
                <a:gd name="connsiteY80" fmla="*/ 76608 h 182582"/>
                <a:gd name="connsiteX81" fmla="*/ 38340 w 183489"/>
                <a:gd name="connsiteY81" fmla="*/ 54902 h 182582"/>
                <a:gd name="connsiteX82" fmla="*/ 37701 w 183489"/>
                <a:gd name="connsiteY82" fmla="*/ 46603 h 182582"/>
                <a:gd name="connsiteX83" fmla="*/ 31311 w 183489"/>
                <a:gd name="connsiteY83" fmla="*/ 40219 h 182582"/>
                <a:gd name="connsiteX84" fmla="*/ 42813 w 183489"/>
                <a:gd name="connsiteY84" fmla="*/ 28728 h 182582"/>
                <a:gd name="connsiteX85" fmla="*/ 49841 w 183489"/>
                <a:gd name="connsiteY85" fmla="*/ 35751 h 182582"/>
                <a:gd name="connsiteX86" fmla="*/ 57509 w 183489"/>
                <a:gd name="connsiteY86" fmla="*/ 36389 h 182582"/>
                <a:gd name="connsiteX87" fmla="*/ 79874 w 183489"/>
                <a:gd name="connsiteY87" fmla="*/ 27451 h 182582"/>
                <a:gd name="connsiteX88" fmla="*/ 84986 w 183489"/>
                <a:gd name="connsiteY88" fmla="*/ 21067 h 182582"/>
                <a:gd name="connsiteX89" fmla="*/ 84986 w 183489"/>
                <a:gd name="connsiteY89" fmla="*/ 11491 h 182582"/>
                <a:gd name="connsiteX90" fmla="*/ 101600 w 183489"/>
                <a:gd name="connsiteY90" fmla="*/ 11491 h 182582"/>
                <a:gd name="connsiteX91" fmla="*/ 101600 w 183489"/>
                <a:gd name="connsiteY91" fmla="*/ 21706 h 182582"/>
                <a:gd name="connsiteX92" fmla="*/ 106712 w 183489"/>
                <a:gd name="connsiteY92" fmla="*/ 28090 h 182582"/>
                <a:gd name="connsiteX93" fmla="*/ 129077 w 183489"/>
                <a:gd name="connsiteY93" fmla="*/ 37666 h 182582"/>
                <a:gd name="connsiteX94" fmla="*/ 137384 w 183489"/>
                <a:gd name="connsiteY94" fmla="*/ 37027 h 182582"/>
                <a:gd name="connsiteX95" fmla="*/ 143774 w 183489"/>
                <a:gd name="connsiteY95" fmla="*/ 30643 h 182582"/>
                <a:gd name="connsiteX96" fmla="*/ 155275 w 183489"/>
                <a:gd name="connsiteY96" fmla="*/ 42135 h 182582"/>
                <a:gd name="connsiteX97" fmla="*/ 148247 w 183489"/>
                <a:gd name="connsiteY97" fmla="*/ 49157 h 182582"/>
                <a:gd name="connsiteX98" fmla="*/ 147608 w 183489"/>
                <a:gd name="connsiteY98" fmla="*/ 56818 h 182582"/>
                <a:gd name="connsiteX99" fmla="*/ 156553 w 183489"/>
                <a:gd name="connsiteY99" fmla="*/ 79162 h 182582"/>
                <a:gd name="connsiteX100" fmla="*/ 162943 w 183489"/>
                <a:gd name="connsiteY100" fmla="*/ 84269 h 182582"/>
                <a:gd name="connsiteX101" fmla="*/ 172528 w 183489"/>
                <a:gd name="connsiteY101" fmla="*/ 84269 h 182582"/>
                <a:gd name="connsiteX102" fmla="*/ 171250 w 183489"/>
                <a:gd name="connsiteY102" fmla="*/ 99590 h 18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183489" h="182582">
                  <a:moveTo>
                    <a:pt x="177640" y="70862"/>
                  </a:moveTo>
                  <a:lnTo>
                    <a:pt x="166777" y="70862"/>
                  </a:lnTo>
                  <a:cubicBezTo>
                    <a:pt x="164860" y="65117"/>
                    <a:pt x="162943" y="59371"/>
                    <a:pt x="159748" y="53626"/>
                  </a:cubicBezTo>
                  <a:lnTo>
                    <a:pt x="167416" y="45965"/>
                  </a:lnTo>
                  <a:cubicBezTo>
                    <a:pt x="169972" y="43411"/>
                    <a:pt x="169972" y="39581"/>
                    <a:pt x="167416" y="37027"/>
                  </a:cubicBezTo>
                  <a:cubicBezTo>
                    <a:pt x="167416" y="37027"/>
                    <a:pt x="167416" y="37027"/>
                    <a:pt x="167416" y="37027"/>
                  </a:cubicBezTo>
                  <a:lnTo>
                    <a:pt x="146969" y="16599"/>
                  </a:lnTo>
                  <a:cubicBezTo>
                    <a:pt x="144413" y="14045"/>
                    <a:pt x="140579" y="14045"/>
                    <a:pt x="138023" y="16599"/>
                  </a:cubicBezTo>
                  <a:cubicBezTo>
                    <a:pt x="138023" y="16599"/>
                    <a:pt x="138023" y="16599"/>
                    <a:pt x="138023" y="16599"/>
                  </a:cubicBezTo>
                  <a:lnTo>
                    <a:pt x="130355" y="24259"/>
                  </a:lnTo>
                  <a:cubicBezTo>
                    <a:pt x="125243" y="21067"/>
                    <a:pt x="119492" y="18514"/>
                    <a:pt x="113741" y="17237"/>
                  </a:cubicBezTo>
                  <a:lnTo>
                    <a:pt x="113741" y="6384"/>
                  </a:lnTo>
                  <a:cubicBezTo>
                    <a:pt x="113741" y="2554"/>
                    <a:pt x="111185" y="0"/>
                    <a:pt x="107351" y="0"/>
                  </a:cubicBezTo>
                  <a:lnTo>
                    <a:pt x="77957" y="0"/>
                  </a:lnTo>
                  <a:cubicBezTo>
                    <a:pt x="74123" y="0"/>
                    <a:pt x="71567" y="2554"/>
                    <a:pt x="71567" y="6384"/>
                  </a:cubicBezTo>
                  <a:lnTo>
                    <a:pt x="71567" y="17237"/>
                  </a:lnTo>
                  <a:cubicBezTo>
                    <a:pt x="65816" y="19152"/>
                    <a:pt x="60065" y="21067"/>
                    <a:pt x="54954" y="24259"/>
                  </a:cubicBezTo>
                  <a:lnTo>
                    <a:pt x="47285" y="15960"/>
                  </a:lnTo>
                  <a:cubicBezTo>
                    <a:pt x="44730" y="13407"/>
                    <a:pt x="40896" y="13407"/>
                    <a:pt x="38340" y="15960"/>
                  </a:cubicBezTo>
                  <a:lnTo>
                    <a:pt x="17892" y="36389"/>
                  </a:lnTo>
                  <a:cubicBezTo>
                    <a:pt x="15336" y="38943"/>
                    <a:pt x="15336" y="42773"/>
                    <a:pt x="17892" y="45327"/>
                  </a:cubicBezTo>
                  <a:lnTo>
                    <a:pt x="25560" y="52987"/>
                  </a:lnTo>
                  <a:cubicBezTo>
                    <a:pt x="22365" y="58094"/>
                    <a:pt x="20448" y="63840"/>
                    <a:pt x="18531" y="69586"/>
                  </a:cubicBezTo>
                  <a:lnTo>
                    <a:pt x="6390" y="69586"/>
                  </a:lnTo>
                  <a:cubicBezTo>
                    <a:pt x="2556" y="69586"/>
                    <a:pt x="0" y="72139"/>
                    <a:pt x="0" y="75970"/>
                  </a:cubicBezTo>
                  <a:lnTo>
                    <a:pt x="0" y="105336"/>
                  </a:lnTo>
                  <a:cubicBezTo>
                    <a:pt x="0" y="109166"/>
                    <a:pt x="2556" y="111720"/>
                    <a:pt x="6390" y="111720"/>
                  </a:cubicBezTo>
                  <a:lnTo>
                    <a:pt x="17253" y="111720"/>
                  </a:lnTo>
                  <a:cubicBezTo>
                    <a:pt x="19170" y="117465"/>
                    <a:pt x="21087" y="123211"/>
                    <a:pt x="24282" y="128318"/>
                  </a:cubicBezTo>
                  <a:lnTo>
                    <a:pt x="16614" y="136617"/>
                  </a:lnTo>
                  <a:cubicBezTo>
                    <a:pt x="15336" y="137894"/>
                    <a:pt x="14697" y="139171"/>
                    <a:pt x="14697" y="141086"/>
                  </a:cubicBezTo>
                  <a:cubicBezTo>
                    <a:pt x="14697" y="143001"/>
                    <a:pt x="15336" y="144278"/>
                    <a:pt x="16614" y="145555"/>
                  </a:cubicBezTo>
                  <a:lnTo>
                    <a:pt x="37062" y="165984"/>
                  </a:lnTo>
                  <a:cubicBezTo>
                    <a:pt x="39618" y="168537"/>
                    <a:pt x="43451" y="168537"/>
                    <a:pt x="46008" y="165984"/>
                  </a:cubicBezTo>
                  <a:cubicBezTo>
                    <a:pt x="46008" y="165984"/>
                    <a:pt x="46008" y="165984"/>
                    <a:pt x="46008" y="165984"/>
                  </a:cubicBezTo>
                  <a:lnTo>
                    <a:pt x="53675" y="158323"/>
                  </a:lnTo>
                  <a:cubicBezTo>
                    <a:pt x="58788" y="161515"/>
                    <a:pt x="64538" y="164068"/>
                    <a:pt x="70289" y="165345"/>
                  </a:cubicBezTo>
                  <a:lnTo>
                    <a:pt x="70289" y="176198"/>
                  </a:lnTo>
                  <a:cubicBezTo>
                    <a:pt x="70289" y="180028"/>
                    <a:pt x="72845" y="182582"/>
                    <a:pt x="76679" y="182582"/>
                  </a:cubicBezTo>
                  <a:lnTo>
                    <a:pt x="106073" y="182582"/>
                  </a:lnTo>
                  <a:cubicBezTo>
                    <a:pt x="109907" y="182582"/>
                    <a:pt x="112463" y="180028"/>
                    <a:pt x="112463" y="176198"/>
                  </a:cubicBezTo>
                  <a:lnTo>
                    <a:pt x="112463" y="165345"/>
                  </a:lnTo>
                  <a:cubicBezTo>
                    <a:pt x="118214" y="163430"/>
                    <a:pt x="123965" y="161515"/>
                    <a:pt x="129077" y="158323"/>
                  </a:cubicBezTo>
                  <a:lnTo>
                    <a:pt x="136745" y="165984"/>
                  </a:lnTo>
                  <a:cubicBezTo>
                    <a:pt x="139301" y="168537"/>
                    <a:pt x="143135" y="168537"/>
                    <a:pt x="145690" y="165984"/>
                  </a:cubicBezTo>
                  <a:lnTo>
                    <a:pt x="166138" y="145555"/>
                  </a:lnTo>
                  <a:cubicBezTo>
                    <a:pt x="168694" y="143001"/>
                    <a:pt x="168694" y="139171"/>
                    <a:pt x="166138" y="136617"/>
                  </a:cubicBezTo>
                  <a:lnTo>
                    <a:pt x="159109" y="128957"/>
                  </a:lnTo>
                  <a:cubicBezTo>
                    <a:pt x="162304" y="123849"/>
                    <a:pt x="164221" y="118104"/>
                    <a:pt x="166138" y="112358"/>
                  </a:cubicBezTo>
                  <a:lnTo>
                    <a:pt x="177001" y="112358"/>
                  </a:lnTo>
                  <a:cubicBezTo>
                    <a:pt x="180835" y="112358"/>
                    <a:pt x="183391" y="109805"/>
                    <a:pt x="183391" y="105974"/>
                  </a:cubicBezTo>
                  <a:lnTo>
                    <a:pt x="183391" y="76608"/>
                  </a:lnTo>
                  <a:cubicBezTo>
                    <a:pt x="184030" y="73416"/>
                    <a:pt x="181474" y="70862"/>
                    <a:pt x="177640" y="70862"/>
                  </a:cubicBezTo>
                  <a:cubicBezTo>
                    <a:pt x="177640" y="70862"/>
                    <a:pt x="177640" y="70862"/>
                    <a:pt x="177640" y="70862"/>
                  </a:cubicBezTo>
                  <a:close/>
                  <a:moveTo>
                    <a:pt x="171250" y="99590"/>
                  </a:moveTo>
                  <a:lnTo>
                    <a:pt x="161665" y="99590"/>
                  </a:lnTo>
                  <a:cubicBezTo>
                    <a:pt x="158470" y="99590"/>
                    <a:pt x="155914" y="101505"/>
                    <a:pt x="155275" y="104697"/>
                  </a:cubicBezTo>
                  <a:cubicBezTo>
                    <a:pt x="153358" y="112358"/>
                    <a:pt x="150164" y="120019"/>
                    <a:pt x="145690" y="127041"/>
                  </a:cubicBezTo>
                  <a:cubicBezTo>
                    <a:pt x="143774" y="129595"/>
                    <a:pt x="144413" y="132787"/>
                    <a:pt x="146330" y="135341"/>
                  </a:cubicBezTo>
                  <a:lnTo>
                    <a:pt x="152719" y="141724"/>
                  </a:lnTo>
                  <a:lnTo>
                    <a:pt x="141218" y="153216"/>
                  </a:lnTo>
                  <a:lnTo>
                    <a:pt x="134189" y="146193"/>
                  </a:lnTo>
                  <a:cubicBezTo>
                    <a:pt x="132272" y="144278"/>
                    <a:pt x="128438" y="143640"/>
                    <a:pt x="126521" y="145555"/>
                  </a:cubicBezTo>
                  <a:cubicBezTo>
                    <a:pt x="119492" y="150024"/>
                    <a:pt x="112463" y="153216"/>
                    <a:pt x="104156" y="154492"/>
                  </a:cubicBezTo>
                  <a:cubicBezTo>
                    <a:pt x="100961" y="155131"/>
                    <a:pt x="99044" y="157684"/>
                    <a:pt x="99044" y="160876"/>
                  </a:cubicBezTo>
                  <a:lnTo>
                    <a:pt x="99044" y="170452"/>
                  </a:lnTo>
                  <a:lnTo>
                    <a:pt x="83069" y="170452"/>
                  </a:lnTo>
                  <a:lnTo>
                    <a:pt x="83069" y="160876"/>
                  </a:lnTo>
                  <a:cubicBezTo>
                    <a:pt x="83069" y="157684"/>
                    <a:pt x="81152" y="155131"/>
                    <a:pt x="77957" y="154492"/>
                  </a:cubicBezTo>
                  <a:cubicBezTo>
                    <a:pt x="70289" y="152577"/>
                    <a:pt x="62621" y="149385"/>
                    <a:pt x="56231" y="144916"/>
                  </a:cubicBezTo>
                  <a:cubicBezTo>
                    <a:pt x="53675" y="143001"/>
                    <a:pt x="50480" y="143640"/>
                    <a:pt x="47925" y="145555"/>
                  </a:cubicBezTo>
                  <a:lnTo>
                    <a:pt x="41535" y="151939"/>
                  </a:lnTo>
                  <a:lnTo>
                    <a:pt x="30033" y="140448"/>
                  </a:lnTo>
                  <a:lnTo>
                    <a:pt x="37062" y="133425"/>
                  </a:lnTo>
                  <a:cubicBezTo>
                    <a:pt x="38979" y="131510"/>
                    <a:pt x="39618" y="127680"/>
                    <a:pt x="37701" y="125765"/>
                  </a:cubicBezTo>
                  <a:cubicBezTo>
                    <a:pt x="33228" y="118742"/>
                    <a:pt x="30033" y="111720"/>
                    <a:pt x="28755" y="103421"/>
                  </a:cubicBezTo>
                  <a:cubicBezTo>
                    <a:pt x="28116" y="100229"/>
                    <a:pt x="25560" y="98313"/>
                    <a:pt x="22365" y="98313"/>
                  </a:cubicBezTo>
                  <a:lnTo>
                    <a:pt x="12780" y="98313"/>
                  </a:lnTo>
                  <a:lnTo>
                    <a:pt x="12780" y="81715"/>
                  </a:lnTo>
                  <a:lnTo>
                    <a:pt x="22365" y="81715"/>
                  </a:lnTo>
                  <a:cubicBezTo>
                    <a:pt x="25560" y="81715"/>
                    <a:pt x="28116" y="79800"/>
                    <a:pt x="28755" y="76608"/>
                  </a:cubicBezTo>
                  <a:cubicBezTo>
                    <a:pt x="30672" y="68947"/>
                    <a:pt x="33867" y="61286"/>
                    <a:pt x="38340" y="54902"/>
                  </a:cubicBezTo>
                  <a:cubicBezTo>
                    <a:pt x="40257" y="52349"/>
                    <a:pt x="39618" y="49157"/>
                    <a:pt x="37701" y="46603"/>
                  </a:cubicBezTo>
                  <a:lnTo>
                    <a:pt x="31311" y="40219"/>
                  </a:lnTo>
                  <a:lnTo>
                    <a:pt x="42813" y="28728"/>
                  </a:lnTo>
                  <a:lnTo>
                    <a:pt x="49841" y="35751"/>
                  </a:lnTo>
                  <a:cubicBezTo>
                    <a:pt x="51759" y="37666"/>
                    <a:pt x="55593" y="38304"/>
                    <a:pt x="57509" y="36389"/>
                  </a:cubicBezTo>
                  <a:cubicBezTo>
                    <a:pt x="64538" y="31920"/>
                    <a:pt x="71567" y="28728"/>
                    <a:pt x="79874" y="27451"/>
                  </a:cubicBezTo>
                  <a:cubicBezTo>
                    <a:pt x="83069" y="26813"/>
                    <a:pt x="84986" y="24259"/>
                    <a:pt x="84986" y="21067"/>
                  </a:cubicBezTo>
                  <a:lnTo>
                    <a:pt x="84986" y="11491"/>
                  </a:lnTo>
                  <a:lnTo>
                    <a:pt x="101600" y="11491"/>
                  </a:lnTo>
                  <a:lnTo>
                    <a:pt x="101600" y="21706"/>
                  </a:lnTo>
                  <a:cubicBezTo>
                    <a:pt x="101600" y="24898"/>
                    <a:pt x="103517" y="27451"/>
                    <a:pt x="106712" y="28090"/>
                  </a:cubicBezTo>
                  <a:cubicBezTo>
                    <a:pt x="114380" y="30005"/>
                    <a:pt x="122048" y="33197"/>
                    <a:pt x="129077" y="37666"/>
                  </a:cubicBezTo>
                  <a:cubicBezTo>
                    <a:pt x="131633" y="39581"/>
                    <a:pt x="134828" y="38943"/>
                    <a:pt x="137384" y="37027"/>
                  </a:cubicBezTo>
                  <a:lnTo>
                    <a:pt x="143774" y="30643"/>
                  </a:lnTo>
                  <a:lnTo>
                    <a:pt x="155275" y="42135"/>
                  </a:lnTo>
                  <a:lnTo>
                    <a:pt x="148247" y="49157"/>
                  </a:lnTo>
                  <a:cubicBezTo>
                    <a:pt x="146330" y="51072"/>
                    <a:pt x="145690" y="54264"/>
                    <a:pt x="147608" y="56818"/>
                  </a:cubicBezTo>
                  <a:cubicBezTo>
                    <a:pt x="152080" y="63840"/>
                    <a:pt x="155275" y="70862"/>
                    <a:pt x="156553" y="79162"/>
                  </a:cubicBezTo>
                  <a:cubicBezTo>
                    <a:pt x="157192" y="82354"/>
                    <a:pt x="159748" y="84269"/>
                    <a:pt x="162943" y="84269"/>
                  </a:cubicBezTo>
                  <a:lnTo>
                    <a:pt x="172528" y="84269"/>
                  </a:lnTo>
                  <a:lnTo>
                    <a:pt x="171250" y="99590"/>
                  </a:lnTo>
                  <a:close/>
                </a:path>
              </a:pathLst>
            </a:custGeom>
            <a:solidFill>
              <a:srgbClr val="046A38"/>
            </a:solidFill>
            <a:ln w="6390" cap="flat">
              <a:noFill/>
              <a:prstDash val="solid"/>
              <a:miter/>
            </a:ln>
          </p:spPr>
          <p:txBody>
            <a:bodyPr rtlCol="0" anchor="ctr"/>
            <a:lstStyle/>
            <a:p>
              <a:endParaRPr lang="en-US"/>
            </a:p>
          </p:txBody>
        </p:sp>
        <p:sp>
          <p:nvSpPr>
            <p:cNvPr id="812" name="Graphic 4">
              <a:extLst>
                <a:ext uri="{FF2B5EF4-FFF2-40B4-BE49-F238E27FC236}">
                  <a16:creationId xmlns:a16="http://schemas.microsoft.com/office/drawing/2014/main" id="{C463597B-AB1A-1745-B179-F28CD99B8903}"/>
                </a:ext>
              </a:extLst>
            </p:cNvPr>
            <p:cNvSpPr/>
            <p:nvPr/>
          </p:nvSpPr>
          <p:spPr>
            <a:xfrm>
              <a:off x="1603874" y="4086549"/>
              <a:ext cx="183391" cy="34473"/>
            </a:xfrm>
            <a:custGeom>
              <a:avLst/>
              <a:gdLst>
                <a:gd name="connsiteX0" fmla="*/ 166138 w 183391"/>
                <a:gd name="connsiteY0" fmla="*/ 0 h 34473"/>
                <a:gd name="connsiteX1" fmla="*/ 17253 w 183391"/>
                <a:gd name="connsiteY1" fmla="*/ 0 h 34473"/>
                <a:gd name="connsiteX2" fmla="*/ 0 w 183391"/>
                <a:gd name="connsiteY2" fmla="*/ 17237 h 34473"/>
                <a:gd name="connsiteX3" fmla="*/ 17253 w 183391"/>
                <a:gd name="connsiteY3" fmla="*/ 34474 h 34473"/>
                <a:gd name="connsiteX4" fmla="*/ 166138 w 183391"/>
                <a:gd name="connsiteY4" fmla="*/ 34474 h 34473"/>
                <a:gd name="connsiteX5" fmla="*/ 183391 w 183391"/>
                <a:gd name="connsiteY5" fmla="*/ 17237 h 34473"/>
                <a:gd name="connsiteX6" fmla="*/ 166138 w 183391"/>
                <a:gd name="connsiteY6" fmla="*/ 0 h 34473"/>
                <a:gd name="connsiteX7" fmla="*/ 79874 w 183391"/>
                <a:gd name="connsiteY7" fmla="*/ 22344 h 34473"/>
                <a:gd name="connsiteX8" fmla="*/ 83069 w 183391"/>
                <a:gd name="connsiteY8" fmla="*/ 12768 h 34473"/>
                <a:gd name="connsiteX9" fmla="*/ 86264 w 183391"/>
                <a:gd name="connsiteY9" fmla="*/ 12768 h 34473"/>
                <a:gd name="connsiteX10" fmla="*/ 83069 w 183391"/>
                <a:gd name="connsiteY10" fmla="*/ 22344 h 34473"/>
                <a:gd name="connsiteX11" fmla="*/ 79874 w 183391"/>
                <a:gd name="connsiteY11" fmla="*/ 22344 h 34473"/>
                <a:gd name="connsiteX12" fmla="*/ 62621 w 183391"/>
                <a:gd name="connsiteY12" fmla="*/ 22344 h 34473"/>
                <a:gd name="connsiteX13" fmla="*/ 65816 w 183391"/>
                <a:gd name="connsiteY13" fmla="*/ 12768 h 34473"/>
                <a:gd name="connsiteX14" fmla="*/ 69011 w 183391"/>
                <a:gd name="connsiteY14" fmla="*/ 12768 h 34473"/>
                <a:gd name="connsiteX15" fmla="*/ 65816 w 183391"/>
                <a:gd name="connsiteY15" fmla="*/ 22344 h 34473"/>
                <a:gd name="connsiteX16" fmla="*/ 62621 w 183391"/>
                <a:gd name="connsiteY16" fmla="*/ 22344 h 34473"/>
                <a:gd name="connsiteX17" fmla="*/ 46008 w 183391"/>
                <a:gd name="connsiteY17" fmla="*/ 22344 h 34473"/>
                <a:gd name="connsiteX18" fmla="*/ 49203 w 183391"/>
                <a:gd name="connsiteY18" fmla="*/ 12768 h 34473"/>
                <a:gd name="connsiteX19" fmla="*/ 52398 w 183391"/>
                <a:gd name="connsiteY19" fmla="*/ 12768 h 34473"/>
                <a:gd name="connsiteX20" fmla="*/ 49203 w 183391"/>
                <a:gd name="connsiteY20" fmla="*/ 22344 h 34473"/>
                <a:gd name="connsiteX21" fmla="*/ 46008 w 183391"/>
                <a:gd name="connsiteY21" fmla="*/ 22344 h 34473"/>
                <a:gd name="connsiteX22" fmla="*/ 28755 w 183391"/>
                <a:gd name="connsiteY22" fmla="*/ 22344 h 34473"/>
                <a:gd name="connsiteX23" fmla="*/ 31950 w 183391"/>
                <a:gd name="connsiteY23" fmla="*/ 12768 h 34473"/>
                <a:gd name="connsiteX24" fmla="*/ 35145 w 183391"/>
                <a:gd name="connsiteY24" fmla="*/ 12768 h 34473"/>
                <a:gd name="connsiteX25" fmla="*/ 31950 w 183391"/>
                <a:gd name="connsiteY25" fmla="*/ 22344 h 34473"/>
                <a:gd name="connsiteX26" fmla="*/ 28755 w 183391"/>
                <a:gd name="connsiteY26" fmla="*/ 22344 h 34473"/>
                <a:gd name="connsiteX27" fmla="*/ 17253 w 183391"/>
                <a:gd name="connsiteY27" fmla="*/ 12768 h 34473"/>
                <a:gd name="connsiteX28" fmla="*/ 17892 w 183391"/>
                <a:gd name="connsiteY28" fmla="*/ 12768 h 34473"/>
                <a:gd name="connsiteX29" fmla="*/ 14697 w 183391"/>
                <a:gd name="connsiteY29" fmla="*/ 21706 h 34473"/>
                <a:gd name="connsiteX30" fmla="*/ 12141 w 183391"/>
                <a:gd name="connsiteY30" fmla="*/ 17875 h 34473"/>
                <a:gd name="connsiteX31" fmla="*/ 17253 w 183391"/>
                <a:gd name="connsiteY31" fmla="*/ 12768 h 34473"/>
                <a:gd name="connsiteX32" fmla="*/ 17253 w 183391"/>
                <a:gd name="connsiteY32" fmla="*/ 12768 h 34473"/>
                <a:gd name="connsiteX33" fmla="*/ 166138 w 183391"/>
                <a:gd name="connsiteY33" fmla="*/ 22344 h 34473"/>
                <a:gd name="connsiteX34" fmla="*/ 97127 w 183391"/>
                <a:gd name="connsiteY34" fmla="*/ 22344 h 34473"/>
                <a:gd name="connsiteX35" fmla="*/ 100322 w 183391"/>
                <a:gd name="connsiteY35" fmla="*/ 12768 h 34473"/>
                <a:gd name="connsiteX36" fmla="*/ 166138 w 183391"/>
                <a:gd name="connsiteY36" fmla="*/ 12768 h 34473"/>
                <a:gd name="connsiteX37" fmla="*/ 170611 w 183391"/>
                <a:gd name="connsiteY37" fmla="*/ 17237 h 34473"/>
                <a:gd name="connsiteX38" fmla="*/ 166138 w 183391"/>
                <a:gd name="connsiteY38" fmla="*/ 22344 h 34473"/>
                <a:gd name="connsiteX39" fmla="*/ 166138 w 183391"/>
                <a:gd name="connsiteY39" fmla="*/ 22344 h 3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83391" h="34473">
                  <a:moveTo>
                    <a:pt x="166138" y="0"/>
                  </a:moveTo>
                  <a:lnTo>
                    <a:pt x="17253" y="0"/>
                  </a:lnTo>
                  <a:cubicBezTo>
                    <a:pt x="7668" y="0"/>
                    <a:pt x="0" y="7661"/>
                    <a:pt x="0" y="17237"/>
                  </a:cubicBezTo>
                  <a:cubicBezTo>
                    <a:pt x="0" y="26813"/>
                    <a:pt x="7668" y="34474"/>
                    <a:pt x="17253" y="34474"/>
                  </a:cubicBezTo>
                  <a:lnTo>
                    <a:pt x="166138" y="34474"/>
                  </a:lnTo>
                  <a:cubicBezTo>
                    <a:pt x="175723" y="34474"/>
                    <a:pt x="183391" y="26813"/>
                    <a:pt x="183391" y="17237"/>
                  </a:cubicBezTo>
                  <a:cubicBezTo>
                    <a:pt x="183391" y="8299"/>
                    <a:pt x="175723" y="0"/>
                    <a:pt x="166138" y="0"/>
                  </a:cubicBezTo>
                  <a:close/>
                  <a:moveTo>
                    <a:pt x="79874" y="22344"/>
                  </a:moveTo>
                  <a:lnTo>
                    <a:pt x="83069" y="12768"/>
                  </a:lnTo>
                  <a:lnTo>
                    <a:pt x="86264" y="12768"/>
                  </a:lnTo>
                  <a:lnTo>
                    <a:pt x="83069" y="22344"/>
                  </a:lnTo>
                  <a:lnTo>
                    <a:pt x="79874" y="22344"/>
                  </a:lnTo>
                  <a:close/>
                  <a:moveTo>
                    <a:pt x="62621" y="22344"/>
                  </a:moveTo>
                  <a:lnTo>
                    <a:pt x="65816" y="12768"/>
                  </a:lnTo>
                  <a:lnTo>
                    <a:pt x="69011" y="12768"/>
                  </a:lnTo>
                  <a:lnTo>
                    <a:pt x="65816" y="22344"/>
                  </a:lnTo>
                  <a:lnTo>
                    <a:pt x="62621" y="22344"/>
                  </a:lnTo>
                  <a:close/>
                  <a:moveTo>
                    <a:pt x="46008" y="22344"/>
                  </a:moveTo>
                  <a:lnTo>
                    <a:pt x="49203" y="12768"/>
                  </a:lnTo>
                  <a:lnTo>
                    <a:pt x="52398" y="12768"/>
                  </a:lnTo>
                  <a:lnTo>
                    <a:pt x="49203" y="22344"/>
                  </a:lnTo>
                  <a:lnTo>
                    <a:pt x="46008" y="22344"/>
                  </a:lnTo>
                  <a:close/>
                  <a:moveTo>
                    <a:pt x="28755" y="22344"/>
                  </a:moveTo>
                  <a:lnTo>
                    <a:pt x="31950" y="12768"/>
                  </a:lnTo>
                  <a:lnTo>
                    <a:pt x="35145" y="12768"/>
                  </a:lnTo>
                  <a:lnTo>
                    <a:pt x="31950" y="22344"/>
                  </a:lnTo>
                  <a:lnTo>
                    <a:pt x="28755" y="22344"/>
                  </a:lnTo>
                  <a:close/>
                  <a:moveTo>
                    <a:pt x="17253" y="12768"/>
                  </a:moveTo>
                  <a:lnTo>
                    <a:pt x="17892" y="12768"/>
                  </a:lnTo>
                  <a:lnTo>
                    <a:pt x="14697" y="21706"/>
                  </a:lnTo>
                  <a:cubicBezTo>
                    <a:pt x="13419" y="21067"/>
                    <a:pt x="12141" y="19152"/>
                    <a:pt x="12141" y="17875"/>
                  </a:cubicBezTo>
                  <a:cubicBezTo>
                    <a:pt x="12780" y="15322"/>
                    <a:pt x="14697" y="12768"/>
                    <a:pt x="17253" y="12768"/>
                  </a:cubicBezTo>
                  <a:lnTo>
                    <a:pt x="17253" y="12768"/>
                  </a:lnTo>
                  <a:close/>
                  <a:moveTo>
                    <a:pt x="166138" y="22344"/>
                  </a:moveTo>
                  <a:lnTo>
                    <a:pt x="97127" y="22344"/>
                  </a:lnTo>
                  <a:lnTo>
                    <a:pt x="100322" y="12768"/>
                  </a:lnTo>
                  <a:lnTo>
                    <a:pt x="166138" y="12768"/>
                  </a:lnTo>
                  <a:cubicBezTo>
                    <a:pt x="168694" y="12768"/>
                    <a:pt x="170611" y="14683"/>
                    <a:pt x="170611" y="17237"/>
                  </a:cubicBezTo>
                  <a:cubicBezTo>
                    <a:pt x="170611" y="19790"/>
                    <a:pt x="168694" y="22344"/>
                    <a:pt x="166138" y="22344"/>
                  </a:cubicBezTo>
                  <a:cubicBezTo>
                    <a:pt x="166138" y="22344"/>
                    <a:pt x="166138" y="22344"/>
                    <a:pt x="166138" y="22344"/>
                  </a:cubicBezTo>
                  <a:close/>
                </a:path>
              </a:pathLst>
            </a:custGeom>
            <a:solidFill>
              <a:srgbClr val="046A38"/>
            </a:solidFill>
            <a:ln w="6390" cap="flat">
              <a:noFill/>
              <a:prstDash val="solid"/>
              <a:miter/>
            </a:ln>
          </p:spPr>
          <p:txBody>
            <a:bodyPr rtlCol="0" anchor="ctr"/>
            <a:lstStyle/>
            <a:p>
              <a:endParaRPr lang="en-US"/>
            </a:p>
          </p:txBody>
        </p:sp>
      </p:grpSp>
      <p:grpSp>
        <p:nvGrpSpPr>
          <p:cNvPr id="813" name="Graphic 4">
            <a:extLst>
              <a:ext uri="{FF2B5EF4-FFF2-40B4-BE49-F238E27FC236}">
                <a16:creationId xmlns:a16="http://schemas.microsoft.com/office/drawing/2014/main" id="{A4DAE041-AA30-3C46-8249-9B20039E46F8}"/>
              </a:ext>
            </a:extLst>
          </p:cNvPr>
          <p:cNvGrpSpPr>
            <a:grpSpLocks noChangeAspect="1"/>
          </p:cNvGrpSpPr>
          <p:nvPr/>
        </p:nvGrpSpPr>
        <p:grpSpPr>
          <a:xfrm>
            <a:off x="1515054" y="4308712"/>
            <a:ext cx="362309" cy="361971"/>
            <a:chOff x="1515054" y="4308712"/>
            <a:chExt cx="362309" cy="361971"/>
          </a:xfrm>
          <a:solidFill>
            <a:srgbClr val="046A38"/>
          </a:solidFill>
        </p:grpSpPr>
        <p:sp>
          <p:nvSpPr>
            <p:cNvPr id="814" name="Graphic 4">
              <a:extLst>
                <a:ext uri="{FF2B5EF4-FFF2-40B4-BE49-F238E27FC236}">
                  <a16:creationId xmlns:a16="http://schemas.microsoft.com/office/drawing/2014/main" id="{04CE57AA-AFC4-344C-94CD-BB0EEA87FA11}"/>
                </a:ext>
              </a:extLst>
            </p:cNvPr>
            <p:cNvSpPr/>
            <p:nvPr/>
          </p:nvSpPr>
          <p:spPr>
            <a:xfrm>
              <a:off x="1515054" y="4308712"/>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0 h 361971"/>
                <a:gd name="connsiteX7" fmla="*/ 180835 w 362309"/>
                <a:gd name="connsiteY7" fmla="*/ 349204 h 361971"/>
                <a:gd name="connsiteX8" fmla="*/ 12780 w 362309"/>
                <a:gd name="connsiteY8" fmla="*/ 180667 h 361971"/>
                <a:gd name="connsiteX9" fmla="*/ 180835 w 362309"/>
                <a:gd name="connsiteY9" fmla="*/ 12768 h 361971"/>
                <a:gd name="connsiteX10" fmla="*/ 349529 w 362309"/>
                <a:gd name="connsiteY10" fmla="*/ 181305 h 361971"/>
                <a:gd name="connsiteX11" fmla="*/ 349529 w 362309"/>
                <a:gd name="connsiteY11" fmla="*/ 181305 h 361971"/>
                <a:gd name="connsiteX12" fmla="*/ 180835 w 362309"/>
                <a:gd name="connsiteY12" fmla="*/ 349204 h 361971"/>
                <a:gd name="connsiteX13" fmla="*/ 180835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046A38"/>
            </a:solidFill>
            <a:ln w="6390" cap="flat">
              <a:noFill/>
              <a:prstDash val="solid"/>
              <a:miter/>
            </a:ln>
          </p:spPr>
          <p:txBody>
            <a:bodyPr rtlCol="0" anchor="ctr"/>
            <a:lstStyle/>
            <a:p>
              <a:endParaRPr lang="en-US"/>
            </a:p>
          </p:txBody>
        </p:sp>
        <p:sp>
          <p:nvSpPr>
            <p:cNvPr id="815" name="Graphic 4">
              <a:extLst>
                <a:ext uri="{FF2B5EF4-FFF2-40B4-BE49-F238E27FC236}">
                  <a16:creationId xmlns:a16="http://schemas.microsoft.com/office/drawing/2014/main" id="{F339EBF5-D1E6-5C46-B766-38438A9C0BC3}"/>
                </a:ext>
              </a:extLst>
            </p:cNvPr>
            <p:cNvSpPr/>
            <p:nvPr/>
          </p:nvSpPr>
          <p:spPr>
            <a:xfrm>
              <a:off x="1611542" y="4406387"/>
              <a:ext cx="166138" cy="165983"/>
            </a:xfrm>
            <a:custGeom>
              <a:avLst/>
              <a:gdLst>
                <a:gd name="connsiteX0" fmla="*/ 83069 w 166138"/>
                <a:gd name="connsiteY0" fmla="*/ 0 h 165983"/>
                <a:gd name="connsiteX1" fmla="*/ 0 w 166138"/>
                <a:gd name="connsiteY1" fmla="*/ 82992 h 165983"/>
                <a:gd name="connsiteX2" fmla="*/ 83069 w 166138"/>
                <a:gd name="connsiteY2" fmla="*/ 165984 h 165983"/>
                <a:gd name="connsiteX3" fmla="*/ 166138 w 166138"/>
                <a:gd name="connsiteY3" fmla="*/ 82992 h 165983"/>
                <a:gd name="connsiteX4" fmla="*/ 83069 w 166138"/>
                <a:gd name="connsiteY4" fmla="*/ 0 h 165983"/>
                <a:gd name="connsiteX5" fmla="*/ 83069 w 166138"/>
                <a:gd name="connsiteY5" fmla="*/ 0 h 165983"/>
                <a:gd name="connsiteX6" fmla="*/ 27477 w 166138"/>
                <a:gd name="connsiteY6" fmla="*/ 125765 h 165983"/>
                <a:gd name="connsiteX7" fmla="*/ 58787 w 166138"/>
                <a:gd name="connsiteY7" fmla="*/ 94483 h 165983"/>
                <a:gd name="connsiteX8" fmla="*/ 60065 w 166138"/>
                <a:gd name="connsiteY8" fmla="*/ 87461 h 165983"/>
                <a:gd name="connsiteX9" fmla="*/ 58787 w 166138"/>
                <a:gd name="connsiteY9" fmla="*/ 82992 h 165983"/>
                <a:gd name="connsiteX10" fmla="*/ 58787 w 166138"/>
                <a:gd name="connsiteY10" fmla="*/ 81715 h 165983"/>
                <a:gd name="connsiteX11" fmla="*/ 64538 w 166138"/>
                <a:gd name="connsiteY11" fmla="*/ 53626 h 165983"/>
                <a:gd name="connsiteX12" fmla="*/ 85625 w 166138"/>
                <a:gd name="connsiteY12" fmla="*/ 39581 h 165983"/>
                <a:gd name="connsiteX13" fmla="*/ 71567 w 166138"/>
                <a:gd name="connsiteY13" fmla="*/ 52987 h 165983"/>
                <a:gd name="connsiteX14" fmla="*/ 69650 w 166138"/>
                <a:gd name="connsiteY14" fmla="*/ 58733 h 165983"/>
                <a:gd name="connsiteX15" fmla="*/ 76040 w 166138"/>
                <a:gd name="connsiteY15" fmla="*/ 85546 h 165983"/>
                <a:gd name="connsiteX16" fmla="*/ 81152 w 166138"/>
                <a:gd name="connsiteY16" fmla="*/ 90653 h 165983"/>
                <a:gd name="connsiteX17" fmla="*/ 107990 w 166138"/>
                <a:gd name="connsiteY17" fmla="*/ 97037 h 165983"/>
                <a:gd name="connsiteX18" fmla="*/ 113741 w 166138"/>
                <a:gd name="connsiteY18" fmla="*/ 95121 h 165983"/>
                <a:gd name="connsiteX19" fmla="*/ 127160 w 166138"/>
                <a:gd name="connsiteY19" fmla="*/ 81715 h 165983"/>
                <a:gd name="connsiteX20" fmla="*/ 117575 w 166138"/>
                <a:gd name="connsiteY20" fmla="*/ 98952 h 165983"/>
                <a:gd name="connsiteX21" fmla="*/ 84347 w 166138"/>
                <a:gd name="connsiteY21" fmla="*/ 108528 h 165983"/>
                <a:gd name="connsiteX22" fmla="*/ 83708 w 166138"/>
                <a:gd name="connsiteY22" fmla="*/ 108528 h 165983"/>
                <a:gd name="connsiteX23" fmla="*/ 79235 w 166138"/>
                <a:gd name="connsiteY23" fmla="*/ 107251 h 165983"/>
                <a:gd name="connsiteX24" fmla="*/ 72206 w 166138"/>
                <a:gd name="connsiteY24" fmla="*/ 108528 h 165983"/>
                <a:gd name="connsiteX25" fmla="*/ 40896 w 166138"/>
                <a:gd name="connsiteY25" fmla="*/ 139809 h 165983"/>
                <a:gd name="connsiteX26" fmla="*/ 27477 w 166138"/>
                <a:gd name="connsiteY26" fmla="*/ 125765 h 165983"/>
                <a:gd name="connsiteX27" fmla="*/ 27477 w 166138"/>
                <a:gd name="connsiteY27" fmla="*/ 125765 h 165983"/>
                <a:gd name="connsiteX28" fmla="*/ 83069 w 166138"/>
                <a:gd name="connsiteY28" fmla="*/ 153216 h 165983"/>
                <a:gd name="connsiteX29" fmla="*/ 52397 w 166138"/>
                <a:gd name="connsiteY29" fmla="*/ 146193 h 165983"/>
                <a:gd name="connsiteX30" fmla="*/ 78596 w 166138"/>
                <a:gd name="connsiteY30" fmla="*/ 120019 h 165983"/>
                <a:gd name="connsiteX31" fmla="*/ 80513 w 166138"/>
                <a:gd name="connsiteY31" fmla="*/ 120657 h 165983"/>
                <a:gd name="connsiteX32" fmla="*/ 81152 w 166138"/>
                <a:gd name="connsiteY32" fmla="*/ 120657 h 165983"/>
                <a:gd name="connsiteX33" fmla="*/ 139301 w 166138"/>
                <a:gd name="connsiteY33" fmla="*/ 86184 h 165983"/>
                <a:gd name="connsiteX34" fmla="*/ 140579 w 166138"/>
                <a:gd name="connsiteY34" fmla="*/ 70862 h 165983"/>
                <a:gd name="connsiteX35" fmla="*/ 134828 w 166138"/>
                <a:gd name="connsiteY35" fmla="*/ 63202 h 165983"/>
                <a:gd name="connsiteX36" fmla="*/ 125243 w 166138"/>
                <a:gd name="connsiteY36" fmla="*/ 65117 h 165983"/>
                <a:gd name="connsiteX37" fmla="*/ 106712 w 166138"/>
                <a:gd name="connsiteY37" fmla="*/ 83630 h 165983"/>
                <a:gd name="connsiteX38" fmla="*/ 87542 w 166138"/>
                <a:gd name="connsiteY38" fmla="*/ 79162 h 165983"/>
                <a:gd name="connsiteX39" fmla="*/ 83069 w 166138"/>
                <a:gd name="connsiteY39" fmla="*/ 60010 h 165983"/>
                <a:gd name="connsiteX40" fmla="*/ 101600 w 166138"/>
                <a:gd name="connsiteY40" fmla="*/ 41496 h 165983"/>
                <a:gd name="connsiteX41" fmla="*/ 103517 w 166138"/>
                <a:gd name="connsiteY41" fmla="*/ 31920 h 165983"/>
                <a:gd name="connsiteX42" fmla="*/ 95849 w 166138"/>
                <a:gd name="connsiteY42" fmla="*/ 26175 h 165983"/>
                <a:gd name="connsiteX43" fmla="*/ 44730 w 166138"/>
                <a:gd name="connsiteY43" fmla="*/ 70862 h 165983"/>
                <a:gd name="connsiteX44" fmla="*/ 46008 w 166138"/>
                <a:gd name="connsiteY44" fmla="*/ 86184 h 165983"/>
                <a:gd name="connsiteX45" fmla="*/ 46647 w 166138"/>
                <a:gd name="connsiteY45" fmla="*/ 87461 h 165983"/>
                <a:gd name="connsiteX46" fmla="*/ 46647 w 166138"/>
                <a:gd name="connsiteY46" fmla="*/ 88738 h 165983"/>
                <a:gd name="connsiteX47" fmla="*/ 20448 w 166138"/>
                <a:gd name="connsiteY47" fmla="*/ 114912 h 165983"/>
                <a:gd name="connsiteX48" fmla="*/ 12780 w 166138"/>
                <a:gd name="connsiteY48" fmla="*/ 82992 h 165983"/>
                <a:gd name="connsiteX49" fmla="*/ 83069 w 166138"/>
                <a:gd name="connsiteY49" fmla="*/ 12768 h 165983"/>
                <a:gd name="connsiteX50" fmla="*/ 153359 w 166138"/>
                <a:gd name="connsiteY50" fmla="*/ 82992 h 165983"/>
                <a:gd name="connsiteX51" fmla="*/ 83069 w 166138"/>
                <a:gd name="connsiteY51" fmla="*/ 153216 h 165983"/>
                <a:gd name="connsiteX52" fmla="*/ 83069 w 166138"/>
                <a:gd name="connsiteY52" fmla="*/ 153216 h 165983"/>
                <a:gd name="connsiteX53" fmla="*/ 83069 w 166138"/>
                <a:gd name="connsiteY53" fmla="*/ 153216 h 165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66138" h="165983">
                  <a:moveTo>
                    <a:pt x="83069" y="0"/>
                  </a:moveTo>
                  <a:cubicBezTo>
                    <a:pt x="37062" y="0"/>
                    <a:pt x="0" y="37027"/>
                    <a:pt x="0" y="82992"/>
                  </a:cubicBezTo>
                  <a:cubicBezTo>
                    <a:pt x="0" y="128957"/>
                    <a:pt x="37062" y="165984"/>
                    <a:pt x="83069" y="165984"/>
                  </a:cubicBezTo>
                  <a:cubicBezTo>
                    <a:pt x="129077" y="165984"/>
                    <a:pt x="166138" y="128957"/>
                    <a:pt x="166138" y="82992"/>
                  </a:cubicBezTo>
                  <a:cubicBezTo>
                    <a:pt x="166138" y="37027"/>
                    <a:pt x="129077" y="0"/>
                    <a:pt x="83069" y="0"/>
                  </a:cubicBezTo>
                  <a:lnTo>
                    <a:pt x="83069" y="0"/>
                  </a:lnTo>
                  <a:close/>
                  <a:moveTo>
                    <a:pt x="27477" y="125765"/>
                  </a:moveTo>
                  <a:lnTo>
                    <a:pt x="58787" y="94483"/>
                  </a:lnTo>
                  <a:cubicBezTo>
                    <a:pt x="60705" y="92568"/>
                    <a:pt x="61343" y="90014"/>
                    <a:pt x="60065" y="87461"/>
                  </a:cubicBezTo>
                  <a:cubicBezTo>
                    <a:pt x="59426" y="86184"/>
                    <a:pt x="58787" y="84269"/>
                    <a:pt x="58787" y="82992"/>
                  </a:cubicBezTo>
                  <a:cubicBezTo>
                    <a:pt x="58787" y="82992"/>
                    <a:pt x="58787" y="82354"/>
                    <a:pt x="58787" y="81715"/>
                  </a:cubicBezTo>
                  <a:cubicBezTo>
                    <a:pt x="56871" y="72139"/>
                    <a:pt x="58787" y="61925"/>
                    <a:pt x="64538" y="53626"/>
                  </a:cubicBezTo>
                  <a:cubicBezTo>
                    <a:pt x="69650" y="46603"/>
                    <a:pt x="77318" y="41496"/>
                    <a:pt x="85625" y="39581"/>
                  </a:cubicBezTo>
                  <a:lnTo>
                    <a:pt x="71567" y="52987"/>
                  </a:lnTo>
                  <a:cubicBezTo>
                    <a:pt x="70289" y="54264"/>
                    <a:pt x="69650" y="56818"/>
                    <a:pt x="69650" y="58733"/>
                  </a:cubicBezTo>
                  <a:lnTo>
                    <a:pt x="76040" y="85546"/>
                  </a:lnTo>
                  <a:cubicBezTo>
                    <a:pt x="76679" y="88099"/>
                    <a:pt x="78596" y="90014"/>
                    <a:pt x="81152" y="90653"/>
                  </a:cubicBezTo>
                  <a:lnTo>
                    <a:pt x="107990" y="97037"/>
                  </a:lnTo>
                  <a:cubicBezTo>
                    <a:pt x="109907" y="97675"/>
                    <a:pt x="112463" y="97037"/>
                    <a:pt x="113741" y="95121"/>
                  </a:cubicBezTo>
                  <a:lnTo>
                    <a:pt x="127160" y="81715"/>
                  </a:lnTo>
                  <a:cubicBezTo>
                    <a:pt x="125882" y="88099"/>
                    <a:pt x="122687" y="94483"/>
                    <a:pt x="117575" y="98952"/>
                  </a:cubicBezTo>
                  <a:cubicBezTo>
                    <a:pt x="109268" y="107889"/>
                    <a:pt x="96488" y="111081"/>
                    <a:pt x="84347" y="108528"/>
                  </a:cubicBezTo>
                  <a:lnTo>
                    <a:pt x="83708" y="108528"/>
                  </a:lnTo>
                  <a:cubicBezTo>
                    <a:pt x="82430" y="107889"/>
                    <a:pt x="80513" y="107889"/>
                    <a:pt x="79235" y="107251"/>
                  </a:cubicBezTo>
                  <a:cubicBezTo>
                    <a:pt x="76679" y="105974"/>
                    <a:pt x="74123" y="106613"/>
                    <a:pt x="72206" y="108528"/>
                  </a:cubicBezTo>
                  <a:lnTo>
                    <a:pt x="40896" y="139809"/>
                  </a:lnTo>
                  <a:cubicBezTo>
                    <a:pt x="35784" y="135979"/>
                    <a:pt x="31311" y="130872"/>
                    <a:pt x="27477" y="125765"/>
                  </a:cubicBezTo>
                  <a:lnTo>
                    <a:pt x="27477" y="125765"/>
                  </a:lnTo>
                  <a:close/>
                  <a:moveTo>
                    <a:pt x="83069" y="153216"/>
                  </a:moveTo>
                  <a:cubicBezTo>
                    <a:pt x="72206" y="153216"/>
                    <a:pt x="61982" y="150662"/>
                    <a:pt x="52397" y="146193"/>
                  </a:cubicBezTo>
                  <a:lnTo>
                    <a:pt x="78596" y="120019"/>
                  </a:lnTo>
                  <a:lnTo>
                    <a:pt x="80513" y="120657"/>
                  </a:lnTo>
                  <a:lnTo>
                    <a:pt x="81152" y="120657"/>
                  </a:lnTo>
                  <a:cubicBezTo>
                    <a:pt x="106712" y="127041"/>
                    <a:pt x="132911" y="111720"/>
                    <a:pt x="139301" y="86184"/>
                  </a:cubicBezTo>
                  <a:cubicBezTo>
                    <a:pt x="140579" y="81077"/>
                    <a:pt x="141218" y="75970"/>
                    <a:pt x="140579" y="70862"/>
                  </a:cubicBezTo>
                  <a:cubicBezTo>
                    <a:pt x="140579" y="67670"/>
                    <a:pt x="138023" y="64478"/>
                    <a:pt x="134828" y="63202"/>
                  </a:cubicBezTo>
                  <a:cubicBezTo>
                    <a:pt x="131633" y="61925"/>
                    <a:pt x="127799" y="62563"/>
                    <a:pt x="125243" y="65117"/>
                  </a:cubicBezTo>
                  <a:lnTo>
                    <a:pt x="106712" y="83630"/>
                  </a:lnTo>
                  <a:lnTo>
                    <a:pt x="87542" y="79162"/>
                  </a:lnTo>
                  <a:lnTo>
                    <a:pt x="83069" y="60010"/>
                  </a:lnTo>
                  <a:lnTo>
                    <a:pt x="101600" y="41496"/>
                  </a:lnTo>
                  <a:cubicBezTo>
                    <a:pt x="104156" y="38943"/>
                    <a:pt x="104795" y="35751"/>
                    <a:pt x="103517" y="31920"/>
                  </a:cubicBezTo>
                  <a:cubicBezTo>
                    <a:pt x="102239" y="28728"/>
                    <a:pt x="99044" y="26175"/>
                    <a:pt x="95849" y="26175"/>
                  </a:cubicBezTo>
                  <a:cubicBezTo>
                    <a:pt x="69650" y="24259"/>
                    <a:pt x="46647" y="44050"/>
                    <a:pt x="44730" y="70862"/>
                  </a:cubicBezTo>
                  <a:cubicBezTo>
                    <a:pt x="44091" y="75970"/>
                    <a:pt x="44730" y="81077"/>
                    <a:pt x="46008" y="86184"/>
                  </a:cubicBezTo>
                  <a:cubicBezTo>
                    <a:pt x="46008" y="86822"/>
                    <a:pt x="46008" y="86822"/>
                    <a:pt x="46647" y="87461"/>
                  </a:cubicBezTo>
                  <a:lnTo>
                    <a:pt x="46647" y="88738"/>
                  </a:lnTo>
                  <a:lnTo>
                    <a:pt x="20448" y="114912"/>
                  </a:lnTo>
                  <a:cubicBezTo>
                    <a:pt x="15336" y="105336"/>
                    <a:pt x="12780" y="93845"/>
                    <a:pt x="12780" y="82992"/>
                  </a:cubicBezTo>
                  <a:cubicBezTo>
                    <a:pt x="12780" y="44050"/>
                    <a:pt x="44091" y="12768"/>
                    <a:pt x="83069" y="12768"/>
                  </a:cubicBezTo>
                  <a:cubicBezTo>
                    <a:pt x="122048" y="12768"/>
                    <a:pt x="153359" y="44050"/>
                    <a:pt x="153359" y="82992"/>
                  </a:cubicBezTo>
                  <a:cubicBezTo>
                    <a:pt x="153359" y="121934"/>
                    <a:pt x="122048" y="153216"/>
                    <a:pt x="83069" y="153216"/>
                  </a:cubicBezTo>
                  <a:cubicBezTo>
                    <a:pt x="83069" y="153216"/>
                    <a:pt x="83069" y="153216"/>
                    <a:pt x="83069" y="153216"/>
                  </a:cubicBezTo>
                  <a:lnTo>
                    <a:pt x="83069" y="153216"/>
                  </a:lnTo>
                  <a:close/>
                </a:path>
              </a:pathLst>
            </a:custGeom>
            <a:solidFill>
              <a:srgbClr val="046A38"/>
            </a:solidFill>
            <a:ln w="6390" cap="flat">
              <a:noFill/>
              <a:prstDash val="solid"/>
              <a:miter/>
            </a:ln>
          </p:spPr>
          <p:txBody>
            <a:bodyPr rtlCol="0" anchor="ctr"/>
            <a:lstStyle/>
            <a:p>
              <a:endParaRPr lang="en-US"/>
            </a:p>
          </p:txBody>
        </p:sp>
        <p:sp>
          <p:nvSpPr>
            <p:cNvPr id="816" name="Graphic 4">
              <a:extLst>
                <a:ext uri="{FF2B5EF4-FFF2-40B4-BE49-F238E27FC236}">
                  <a16:creationId xmlns:a16="http://schemas.microsoft.com/office/drawing/2014/main" id="{F6E2CE2B-E8E9-254F-8906-ED19E9795575}"/>
                </a:ext>
              </a:extLst>
            </p:cNvPr>
            <p:cNvSpPr/>
            <p:nvPr/>
          </p:nvSpPr>
          <p:spPr>
            <a:xfrm>
              <a:off x="1572321" y="4364131"/>
              <a:ext cx="247532" cy="250373"/>
            </a:xfrm>
            <a:custGeom>
              <a:avLst/>
              <a:gdLst>
                <a:gd name="connsiteX0" fmla="*/ 240503 w 247532"/>
                <a:gd name="connsiteY0" fmla="*/ 102903 h 250373"/>
                <a:gd name="connsiteX1" fmla="*/ 224529 w 247532"/>
                <a:gd name="connsiteY1" fmla="*/ 97158 h 250373"/>
                <a:gd name="connsiteX2" fmla="*/ 218778 w 247532"/>
                <a:gd name="connsiteY2" fmla="*/ 81198 h 250373"/>
                <a:gd name="connsiteX3" fmla="*/ 227724 w 247532"/>
                <a:gd name="connsiteY3" fmla="*/ 66515 h 250373"/>
                <a:gd name="connsiteX4" fmla="*/ 227085 w 247532"/>
                <a:gd name="connsiteY4" fmla="*/ 54385 h 250373"/>
                <a:gd name="connsiteX5" fmla="*/ 211110 w 247532"/>
                <a:gd name="connsiteY5" fmla="*/ 35233 h 250373"/>
                <a:gd name="connsiteX6" fmla="*/ 198969 w 247532"/>
                <a:gd name="connsiteY6" fmla="*/ 32041 h 250373"/>
                <a:gd name="connsiteX7" fmla="*/ 182994 w 247532"/>
                <a:gd name="connsiteY7" fmla="*/ 38425 h 250373"/>
                <a:gd name="connsiteX8" fmla="*/ 168297 w 247532"/>
                <a:gd name="connsiteY8" fmla="*/ 30126 h 250373"/>
                <a:gd name="connsiteX9" fmla="*/ 165741 w 247532"/>
                <a:gd name="connsiteY9" fmla="*/ 13527 h 250373"/>
                <a:gd name="connsiteX10" fmla="*/ 156795 w 247532"/>
                <a:gd name="connsiteY10" fmla="*/ 4590 h 250373"/>
                <a:gd name="connsiteX11" fmla="*/ 132513 w 247532"/>
                <a:gd name="connsiteY11" fmla="*/ 121 h 250373"/>
                <a:gd name="connsiteX12" fmla="*/ 121012 w 247532"/>
                <a:gd name="connsiteY12" fmla="*/ 5228 h 250373"/>
                <a:gd name="connsiteX13" fmla="*/ 112705 w 247532"/>
                <a:gd name="connsiteY13" fmla="*/ 19911 h 250373"/>
                <a:gd name="connsiteX14" fmla="*/ 96091 w 247532"/>
                <a:gd name="connsiteY14" fmla="*/ 23103 h 250373"/>
                <a:gd name="connsiteX15" fmla="*/ 83311 w 247532"/>
                <a:gd name="connsiteY15" fmla="*/ 11612 h 250373"/>
                <a:gd name="connsiteX16" fmla="*/ 71170 w 247532"/>
                <a:gd name="connsiteY16" fmla="*/ 10335 h 250373"/>
                <a:gd name="connsiteX17" fmla="*/ 49444 w 247532"/>
                <a:gd name="connsiteY17" fmla="*/ 22465 h 250373"/>
                <a:gd name="connsiteX18" fmla="*/ 44332 w 247532"/>
                <a:gd name="connsiteY18" fmla="*/ 33956 h 250373"/>
                <a:gd name="connsiteX19" fmla="*/ 47527 w 247532"/>
                <a:gd name="connsiteY19" fmla="*/ 50555 h 250373"/>
                <a:gd name="connsiteX20" fmla="*/ 36664 w 247532"/>
                <a:gd name="connsiteY20" fmla="*/ 63323 h 250373"/>
                <a:gd name="connsiteX21" fmla="*/ 19412 w 247532"/>
                <a:gd name="connsiteY21" fmla="*/ 63323 h 250373"/>
                <a:gd name="connsiteX22" fmla="*/ 9188 w 247532"/>
                <a:gd name="connsiteY22" fmla="*/ 70345 h 250373"/>
                <a:gd name="connsiteX23" fmla="*/ 881 w 247532"/>
                <a:gd name="connsiteY23" fmla="*/ 93327 h 250373"/>
                <a:gd name="connsiteX24" fmla="*/ 4076 w 247532"/>
                <a:gd name="connsiteY24" fmla="*/ 105457 h 250373"/>
                <a:gd name="connsiteX25" fmla="*/ 17495 w 247532"/>
                <a:gd name="connsiteY25" fmla="*/ 116309 h 250373"/>
                <a:gd name="connsiteX26" fmla="*/ 17495 w 247532"/>
                <a:gd name="connsiteY26" fmla="*/ 133546 h 250373"/>
                <a:gd name="connsiteX27" fmla="*/ 4076 w 247532"/>
                <a:gd name="connsiteY27" fmla="*/ 144399 h 250373"/>
                <a:gd name="connsiteX28" fmla="*/ 881 w 247532"/>
                <a:gd name="connsiteY28" fmla="*/ 156529 h 250373"/>
                <a:gd name="connsiteX29" fmla="*/ 9188 w 247532"/>
                <a:gd name="connsiteY29" fmla="*/ 179511 h 250373"/>
                <a:gd name="connsiteX30" fmla="*/ 19412 w 247532"/>
                <a:gd name="connsiteY30" fmla="*/ 186533 h 250373"/>
                <a:gd name="connsiteX31" fmla="*/ 36664 w 247532"/>
                <a:gd name="connsiteY31" fmla="*/ 186533 h 250373"/>
                <a:gd name="connsiteX32" fmla="*/ 47527 w 247532"/>
                <a:gd name="connsiteY32" fmla="*/ 199301 h 250373"/>
                <a:gd name="connsiteX33" fmla="*/ 44332 w 247532"/>
                <a:gd name="connsiteY33" fmla="*/ 215899 h 250373"/>
                <a:gd name="connsiteX34" fmla="*/ 49444 w 247532"/>
                <a:gd name="connsiteY34" fmla="*/ 227391 h 250373"/>
                <a:gd name="connsiteX35" fmla="*/ 71170 w 247532"/>
                <a:gd name="connsiteY35" fmla="*/ 239520 h 250373"/>
                <a:gd name="connsiteX36" fmla="*/ 83311 w 247532"/>
                <a:gd name="connsiteY36" fmla="*/ 238243 h 250373"/>
                <a:gd name="connsiteX37" fmla="*/ 96091 w 247532"/>
                <a:gd name="connsiteY37" fmla="*/ 226752 h 250373"/>
                <a:gd name="connsiteX38" fmla="*/ 112705 w 247532"/>
                <a:gd name="connsiteY38" fmla="*/ 229944 h 250373"/>
                <a:gd name="connsiteX39" fmla="*/ 121012 w 247532"/>
                <a:gd name="connsiteY39" fmla="*/ 244627 h 250373"/>
                <a:gd name="connsiteX40" fmla="*/ 130596 w 247532"/>
                <a:gd name="connsiteY40" fmla="*/ 250373 h 250373"/>
                <a:gd name="connsiteX41" fmla="*/ 132513 w 247532"/>
                <a:gd name="connsiteY41" fmla="*/ 250373 h 250373"/>
                <a:gd name="connsiteX42" fmla="*/ 156795 w 247532"/>
                <a:gd name="connsiteY42" fmla="*/ 245904 h 250373"/>
                <a:gd name="connsiteX43" fmla="*/ 165741 w 247532"/>
                <a:gd name="connsiteY43" fmla="*/ 236967 h 250373"/>
                <a:gd name="connsiteX44" fmla="*/ 168297 w 247532"/>
                <a:gd name="connsiteY44" fmla="*/ 219730 h 250373"/>
                <a:gd name="connsiteX45" fmla="*/ 182994 w 247532"/>
                <a:gd name="connsiteY45" fmla="*/ 211431 h 250373"/>
                <a:gd name="connsiteX46" fmla="*/ 198969 w 247532"/>
                <a:gd name="connsiteY46" fmla="*/ 217815 h 250373"/>
                <a:gd name="connsiteX47" fmla="*/ 211110 w 247532"/>
                <a:gd name="connsiteY47" fmla="*/ 214623 h 250373"/>
                <a:gd name="connsiteX48" fmla="*/ 227085 w 247532"/>
                <a:gd name="connsiteY48" fmla="*/ 195471 h 250373"/>
                <a:gd name="connsiteX49" fmla="*/ 227724 w 247532"/>
                <a:gd name="connsiteY49" fmla="*/ 182703 h 250373"/>
                <a:gd name="connsiteX50" fmla="*/ 218778 w 247532"/>
                <a:gd name="connsiteY50" fmla="*/ 168020 h 250373"/>
                <a:gd name="connsiteX51" fmla="*/ 224529 w 247532"/>
                <a:gd name="connsiteY51" fmla="*/ 152060 h 250373"/>
                <a:gd name="connsiteX52" fmla="*/ 240503 w 247532"/>
                <a:gd name="connsiteY52" fmla="*/ 146314 h 250373"/>
                <a:gd name="connsiteX53" fmla="*/ 247532 w 247532"/>
                <a:gd name="connsiteY53" fmla="*/ 136100 h 250373"/>
                <a:gd name="connsiteX54" fmla="*/ 247532 w 247532"/>
                <a:gd name="connsiteY54" fmla="*/ 111202 h 250373"/>
                <a:gd name="connsiteX55" fmla="*/ 240503 w 247532"/>
                <a:gd name="connsiteY55" fmla="*/ 102903 h 250373"/>
                <a:gd name="connsiteX56" fmla="*/ 234752 w 247532"/>
                <a:gd name="connsiteY56" fmla="*/ 136100 h 250373"/>
                <a:gd name="connsiteX57" fmla="*/ 216861 w 247532"/>
                <a:gd name="connsiteY57" fmla="*/ 141845 h 250373"/>
                <a:gd name="connsiteX58" fmla="*/ 213027 w 247532"/>
                <a:gd name="connsiteY58" fmla="*/ 145676 h 250373"/>
                <a:gd name="connsiteX59" fmla="*/ 205359 w 247532"/>
                <a:gd name="connsiteY59" fmla="*/ 167381 h 250373"/>
                <a:gd name="connsiteX60" fmla="*/ 205998 w 247532"/>
                <a:gd name="connsiteY60" fmla="*/ 173127 h 250373"/>
                <a:gd name="connsiteX61" fmla="*/ 215583 w 247532"/>
                <a:gd name="connsiteY61" fmla="*/ 189087 h 250373"/>
                <a:gd name="connsiteX62" fmla="*/ 201525 w 247532"/>
                <a:gd name="connsiteY62" fmla="*/ 205685 h 250373"/>
                <a:gd name="connsiteX63" fmla="*/ 184272 w 247532"/>
                <a:gd name="connsiteY63" fmla="*/ 198663 h 250373"/>
                <a:gd name="connsiteX64" fmla="*/ 178521 w 247532"/>
                <a:gd name="connsiteY64" fmla="*/ 199301 h 250373"/>
                <a:gd name="connsiteX65" fmla="*/ 158712 w 247532"/>
                <a:gd name="connsiteY65" fmla="*/ 210792 h 250373"/>
                <a:gd name="connsiteX66" fmla="*/ 155517 w 247532"/>
                <a:gd name="connsiteY66" fmla="*/ 215261 h 250373"/>
                <a:gd name="connsiteX67" fmla="*/ 152322 w 247532"/>
                <a:gd name="connsiteY67" fmla="*/ 233775 h 250373"/>
                <a:gd name="connsiteX68" fmla="*/ 130596 w 247532"/>
                <a:gd name="connsiteY68" fmla="*/ 237605 h 250373"/>
                <a:gd name="connsiteX69" fmla="*/ 121651 w 247532"/>
                <a:gd name="connsiteY69" fmla="*/ 221007 h 250373"/>
                <a:gd name="connsiteX70" fmla="*/ 117178 w 247532"/>
                <a:gd name="connsiteY70" fmla="*/ 217815 h 250373"/>
                <a:gd name="connsiteX71" fmla="*/ 94174 w 247532"/>
                <a:gd name="connsiteY71" fmla="*/ 213984 h 250373"/>
                <a:gd name="connsiteX72" fmla="*/ 92896 w 247532"/>
                <a:gd name="connsiteY72" fmla="*/ 213984 h 250373"/>
                <a:gd name="connsiteX73" fmla="*/ 88423 w 247532"/>
                <a:gd name="connsiteY73" fmla="*/ 215261 h 250373"/>
                <a:gd name="connsiteX74" fmla="*/ 74365 w 247532"/>
                <a:gd name="connsiteY74" fmla="*/ 227391 h 250373"/>
                <a:gd name="connsiteX75" fmla="*/ 55195 w 247532"/>
                <a:gd name="connsiteY75" fmla="*/ 216538 h 250373"/>
                <a:gd name="connsiteX76" fmla="*/ 59029 w 247532"/>
                <a:gd name="connsiteY76" fmla="*/ 198024 h 250373"/>
                <a:gd name="connsiteX77" fmla="*/ 57751 w 247532"/>
                <a:gd name="connsiteY77" fmla="*/ 192917 h 250373"/>
                <a:gd name="connsiteX78" fmla="*/ 43054 w 247532"/>
                <a:gd name="connsiteY78" fmla="*/ 175042 h 250373"/>
                <a:gd name="connsiteX79" fmla="*/ 37942 w 247532"/>
                <a:gd name="connsiteY79" fmla="*/ 172488 h 250373"/>
                <a:gd name="connsiteX80" fmla="*/ 19412 w 247532"/>
                <a:gd name="connsiteY80" fmla="*/ 173127 h 250373"/>
                <a:gd name="connsiteX81" fmla="*/ 12383 w 247532"/>
                <a:gd name="connsiteY81" fmla="*/ 153337 h 250373"/>
                <a:gd name="connsiteX82" fmla="*/ 27079 w 247532"/>
                <a:gd name="connsiteY82" fmla="*/ 141845 h 250373"/>
                <a:gd name="connsiteX83" fmla="*/ 29635 w 247532"/>
                <a:gd name="connsiteY83" fmla="*/ 136738 h 250373"/>
                <a:gd name="connsiteX84" fmla="*/ 29635 w 247532"/>
                <a:gd name="connsiteY84" fmla="*/ 113756 h 250373"/>
                <a:gd name="connsiteX85" fmla="*/ 27079 w 247532"/>
                <a:gd name="connsiteY85" fmla="*/ 108649 h 250373"/>
                <a:gd name="connsiteX86" fmla="*/ 12383 w 247532"/>
                <a:gd name="connsiteY86" fmla="*/ 97158 h 250373"/>
                <a:gd name="connsiteX87" fmla="*/ 20051 w 247532"/>
                <a:gd name="connsiteY87" fmla="*/ 76729 h 250373"/>
                <a:gd name="connsiteX88" fmla="*/ 38581 w 247532"/>
                <a:gd name="connsiteY88" fmla="*/ 77367 h 250373"/>
                <a:gd name="connsiteX89" fmla="*/ 43693 w 247532"/>
                <a:gd name="connsiteY89" fmla="*/ 74814 h 250373"/>
                <a:gd name="connsiteX90" fmla="*/ 58390 w 247532"/>
                <a:gd name="connsiteY90" fmla="*/ 56939 h 250373"/>
                <a:gd name="connsiteX91" fmla="*/ 59668 w 247532"/>
                <a:gd name="connsiteY91" fmla="*/ 51831 h 250373"/>
                <a:gd name="connsiteX92" fmla="*/ 55834 w 247532"/>
                <a:gd name="connsiteY92" fmla="*/ 33318 h 250373"/>
                <a:gd name="connsiteX93" fmla="*/ 75004 w 247532"/>
                <a:gd name="connsiteY93" fmla="*/ 22465 h 250373"/>
                <a:gd name="connsiteX94" fmla="*/ 89062 w 247532"/>
                <a:gd name="connsiteY94" fmla="*/ 34595 h 250373"/>
                <a:gd name="connsiteX95" fmla="*/ 94174 w 247532"/>
                <a:gd name="connsiteY95" fmla="*/ 35871 h 250373"/>
                <a:gd name="connsiteX96" fmla="*/ 117178 w 247532"/>
                <a:gd name="connsiteY96" fmla="*/ 32041 h 250373"/>
                <a:gd name="connsiteX97" fmla="*/ 121651 w 247532"/>
                <a:gd name="connsiteY97" fmla="*/ 28849 h 250373"/>
                <a:gd name="connsiteX98" fmla="*/ 130596 w 247532"/>
                <a:gd name="connsiteY98" fmla="*/ 12251 h 250373"/>
                <a:gd name="connsiteX99" fmla="*/ 152322 w 247532"/>
                <a:gd name="connsiteY99" fmla="*/ 16081 h 250373"/>
                <a:gd name="connsiteX100" fmla="*/ 155517 w 247532"/>
                <a:gd name="connsiteY100" fmla="*/ 34595 h 250373"/>
                <a:gd name="connsiteX101" fmla="*/ 158712 w 247532"/>
                <a:gd name="connsiteY101" fmla="*/ 39063 h 250373"/>
                <a:gd name="connsiteX102" fmla="*/ 178521 w 247532"/>
                <a:gd name="connsiteY102" fmla="*/ 50555 h 250373"/>
                <a:gd name="connsiteX103" fmla="*/ 184272 w 247532"/>
                <a:gd name="connsiteY103" fmla="*/ 51193 h 250373"/>
                <a:gd name="connsiteX104" fmla="*/ 201525 w 247532"/>
                <a:gd name="connsiteY104" fmla="*/ 44171 h 250373"/>
                <a:gd name="connsiteX105" fmla="*/ 215583 w 247532"/>
                <a:gd name="connsiteY105" fmla="*/ 60769 h 250373"/>
                <a:gd name="connsiteX106" fmla="*/ 205998 w 247532"/>
                <a:gd name="connsiteY106" fmla="*/ 76729 h 250373"/>
                <a:gd name="connsiteX107" fmla="*/ 205359 w 247532"/>
                <a:gd name="connsiteY107" fmla="*/ 82474 h 250373"/>
                <a:gd name="connsiteX108" fmla="*/ 213027 w 247532"/>
                <a:gd name="connsiteY108" fmla="*/ 104180 h 250373"/>
                <a:gd name="connsiteX109" fmla="*/ 216861 w 247532"/>
                <a:gd name="connsiteY109" fmla="*/ 108010 h 250373"/>
                <a:gd name="connsiteX110" fmla="*/ 234752 w 247532"/>
                <a:gd name="connsiteY110" fmla="*/ 114394 h 250373"/>
                <a:gd name="connsiteX111" fmla="*/ 234752 w 247532"/>
                <a:gd name="connsiteY111" fmla="*/ 136100 h 25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247532" h="250373">
                  <a:moveTo>
                    <a:pt x="240503" y="102903"/>
                  </a:moveTo>
                  <a:lnTo>
                    <a:pt x="224529" y="97158"/>
                  </a:lnTo>
                  <a:lnTo>
                    <a:pt x="218778" y="81198"/>
                  </a:lnTo>
                  <a:lnTo>
                    <a:pt x="227724" y="66515"/>
                  </a:lnTo>
                  <a:cubicBezTo>
                    <a:pt x="230280" y="62684"/>
                    <a:pt x="229640" y="57577"/>
                    <a:pt x="227085" y="54385"/>
                  </a:cubicBezTo>
                  <a:lnTo>
                    <a:pt x="211110" y="35233"/>
                  </a:lnTo>
                  <a:cubicBezTo>
                    <a:pt x="207915" y="32041"/>
                    <a:pt x="203442" y="30764"/>
                    <a:pt x="198969" y="32041"/>
                  </a:cubicBezTo>
                  <a:lnTo>
                    <a:pt x="182994" y="38425"/>
                  </a:lnTo>
                  <a:lnTo>
                    <a:pt x="168297" y="30126"/>
                  </a:lnTo>
                  <a:lnTo>
                    <a:pt x="165741" y="13527"/>
                  </a:lnTo>
                  <a:cubicBezTo>
                    <a:pt x="165102" y="9059"/>
                    <a:pt x="161268" y="5228"/>
                    <a:pt x="156795" y="4590"/>
                  </a:cubicBezTo>
                  <a:lnTo>
                    <a:pt x="132513" y="121"/>
                  </a:lnTo>
                  <a:cubicBezTo>
                    <a:pt x="128041" y="-517"/>
                    <a:pt x="123567" y="1398"/>
                    <a:pt x="121012" y="5228"/>
                  </a:cubicBezTo>
                  <a:lnTo>
                    <a:pt x="112705" y="19911"/>
                  </a:lnTo>
                  <a:lnTo>
                    <a:pt x="96091" y="23103"/>
                  </a:lnTo>
                  <a:lnTo>
                    <a:pt x="83311" y="11612"/>
                  </a:lnTo>
                  <a:cubicBezTo>
                    <a:pt x="80116" y="8420"/>
                    <a:pt x="75004" y="8420"/>
                    <a:pt x="71170" y="10335"/>
                  </a:cubicBezTo>
                  <a:lnTo>
                    <a:pt x="49444" y="22465"/>
                  </a:lnTo>
                  <a:cubicBezTo>
                    <a:pt x="45610" y="25019"/>
                    <a:pt x="43693" y="29487"/>
                    <a:pt x="44332" y="33956"/>
                  </a:cubicBezTo>
                  <a:lnTo>
                    <a:pt x="47527" y="50555"/>
                  </a:lnTo>
                  <a:lnTo>
                    <a:pt x="36664" y="63323"/>
                  </a:lnTo>
                  <a:lnTo>
                    <a:pt x="19412" y="63323"/>
                  </a:lnTo>
                  <a:cubicBezTo>
                    <a:pt x="14939" y="63323"/>
                    <a:pt x="10466" y="65876"/>
                    <a:pt x="9188" y="70345"/>
                  </a:cubicBezTo>
                  <a:lnTo>
                    <a:pt x="881" y="93327"/>
                  </a:lnTo>
                  <a:cubicBezTo>
                    <a:pt x="-1036" y="97796"/>
                    <a:pt x="881" y="102265"/>
                    <a:pt x="4076" y="105457"/>
                  </a:cubicBezTo>
                  <a:lnTo>
                    <a:pt x="17495" y="116309"/>
                  </a:lnTo>
                  <a:lnTo>
                    <a:pt x="17495" y="133546"/>
                  </a:lnTo>
                  <a:lnTo>
                    <a:pt x="4076" y="144399"/>
                  </a:lnTo>
                  <a:cubicBezTo>
                    <a:pt x="242" y="146953"/>
                    <a:pt x="-1036" y="152060"/>
                    <a:pt x="881" y="156529"/>
                  </a:cubicBezTo>
                  <a:lnTo>
                    <a:pt x="9188" y="179511"/>
                  </a:lnTo>
                  <a:cubicBezTo>
                    <a:pt x="11105" y="183980"/>
                    <a:pt x="14939" y="186533"/>
                    <a:pt x="19412" y="186533"/>
                  </a:cubicBezTo>
                  <a:lnTo>
                    <a:pt x="36664" y="186533"/>
                  </a:lnTo>
                  <a:lnTo>
                    <a:pt x="47527" y="199301"/>
                  </a:lnTo>
                  <a:lnTo>
                    <a:pt x="44332" y="215899"/>
                  </a:lnTo>
                  <a:cubicBezTo>
                    <a:pt x="43693" y="220368"/>
                    <a:pt x="45610" y="224837"/>
                    <a:pt x="49444" y="227391"/>
                  </a:cubicBezTo>
                  <a:lnTo>
                    <a:pt x="71170" y="239520"/>
                  </a:lnTo>
                  <a:cubicBezTo>
                    <a:pt x="75004" y="242074"/>
                    <a:pt x="80116" y="241435"/>
                    <a:pt x="83311" y="238243"/>
                  </a:cubicBezTo>
                  <a:lnTo>
                    <a:pt x="96091" y="226752"/>
                  </a:lnTo>
                  <a:lnTo>
                    <a:pt x="112705" y="229944"/>
                  </a:lnTo>
                  <a:lnTo>
                    <a:pt x="121012" y="244627"/>
                  </a:lnTo>
                  <a:cubicBezTo>
                    <a:pt x="122928" y="247819"/>
                    <a:pt x="126762" y="250373"/>
                    <a:pt x="130596" y="250373"/>
                  </a:cubicBezTo>
                  <a:lnTo>
                    <a:pt x="132513" y="250373"/>
                  </a:lnTo>
                  <a:lnTo>
                    <a:pt x="156795" y="245904"/>
                  </a:lnTo>
                  <a:cubicBezTo>
                    <a:pt x="161268" y="245266"/>
                    <a:pt x="165102" y="241435"/>
                    <a:pt x="165741" y="236967"/>
                  </a:cubicBezTo>
                  <a:lnTo>
                    <a:pt x="168297" y="219730"/>
                  </a:lnTo>
                  <a:lnTo>
                    <a:pt x="182994" y="211431"/>
                  </a:lnTo>
                  <a:lnTo>
                    <a:pt x="198969" y="217815"/>
                  </a:lnTo>
                  <a:cubicBezTo>
                    <a:pt x="203442" y="219730"/>
                    <a:pt x="207915" y="218453"/>
                    <a:pt x="211110" y="214623"/>
                  </a:cubicBezTo>
                  <a:lnTo>
                    <a:pt x="227085" y="195471"/>
                  </a:lnTo>
                  <a:cubicBezTo>
                    <a:pt x="230280" y="191640"/>
                    <a:pt x="230280" y="186533"/>
                    <a:pt x="227724" y="182703"/>
                  </a:cubicBezTo>
                  <a:lnTo>
                    <a:pt x="218778" y="168020"/>
                  </a:lnTo>
                  <a:lnTo>
                    <a:pt x="224529" y="152060"/>
                  </a:lnTo>
                  <a:lnTo>
                    <a:pt x="240503" y="146314"/>
                  </a:lnTo>
                  <a:cubicBezTo>
                    <a:pt x="244976" y="145037"/>
                    <a:pt x="247532" y="140569"/>
                    <a:pt x="247532" y="136100"/>
                  </a:cubicBezTo>
                  <a:lnTo>
                    <a:pt x="247532" y="111202"/>
                  </a:lnTo>
                  <a:cubicBezTo>
                    <a:pt x="247532" y="108649"/>
                    <a:pt x="244337" y="104180"/>
                    <a:pt x="240503" y="102903"/>
                  </a:cubicBezTo>
                  <a:close/>
                  <a:moveTo>
                    <a:pt x="234752" y="136100"/>
                  </a:moveTo>
                  <a:lnTo>
                    <a:pt x="216861" y="141845"/>
                  </a:lnTo>
                  <a:cubicBezTo>
                    <a:pt x="214944" y="142484"/>
                    <a:pt x="213666" y="143761"/>
                    <a:pt x="213027" y="145676"/>
                  </a:cubicBezTo>
                  <a:lnTo>
                    <a:pt x="205359" y="167381"/>
                  </a:lnTo>
                  <a:cubicBezTo>
                    <a:pt x="204720" y="169296"/>
                    <a:pt x="204720" y="171212"/>
                    <a:pt x="205998" y="173127"/>
                  </a:cubicBezTo>
                  <a:lnTo>
                    <a:pt x="215583" y="189087"/>
                  </a:lnTo>
                  <a:lnTo>
                    <a:pt x="201525" y="205685"/>
                  </a:lnTo>
                  <a:lnTo>
                    <a:pt x="184272" y="198663"/>
                  </a:lnTo>
                  <a:cubicBezTo>
                    <a:pt x="182355" y="198024"/>
                    <a:pt x="180438" y="198024"/>
                    <a:pt x="178521" y="199301"/>
                  </a:cubicBezTo>
                  <a:lnTo>
                    <a:pt x="158712" y="210792"/>
                  </a:lnTo>
                  <a:cubicBezTo>
                    <a:pt x="156795" y="212069"/>
                    <a:pt x="156156" y="213346"/>
                    <a:pt x="155517" y="215261"/>
                  </a:cubicBezTo>
                  <a:lnTo>
                    <a:pt x="152322" y="233775"/>
                  </a:lnTo>
                  <a:lnTo>
                    <a:pt x="130596" y="237605"/>
                  </a:lnTo>
                  <a:lnTo>
                    <a:pt x="121651" y="221007"/>
                  </a:lnTo>
                  <a:cubicBezTo>
                    <a:pt x="121012" y="219091"/>
                    <a:pt x="119095" y="218453"/>
                    <a:pt x="117178" y="217815"/>
                  </a:cubicBezTo>
                  <a:lnTo>
                    <a:pt x="94174" y="213984"/>
                  </a:lnTo>
                  <a:lnTo>
                    <a:pt x="92896" y="213984"/>
                  </a:lnTo>
                  <a:cubicBezTo>
                    <a:pt x="91618" y="213984"/>
                    <a:pt x="89701" y="214623"/>
                    <a:pt x="88423" y="215261"/>
                  </a:cubicBezTo>
                  <a:lnTo>
                    <a:pt x="74365" y="227391"/>
                  </a:lnTo>
                  <a:lnTo>
                    <a:pt x="55195" y="216538"/>
                  </a:lnTo>
                  <a:lnTo>
                    <a:pt x="59029" y="198024"/>
                  </a:lnTo>
                  <a:cubicBezTo>
                    <a:pt x="59668" y="196109"/>
                    <a:pt x="59029" y="194194"/>
                    <a:pt x="57751" y="192917"/>
                  </a:cubicBezTo>
                  <a:lnTo>
                    <a:pt x="43054" y="175042"/>
                  </a:lnTo>
                  <a:cubicBezTo>
                    <a:pt x="41776" y="173765"/>
                    <a:pt x="39859" y="172488"/>
                    <a:pt x="37942" y="172488"/>
                  </a:cubicBezTo>
                  <a:lnTo>
                    <a:pt x="19412" y="173127"/>
                  </a:lnTo>
                  <a:lnTo>
                    <a:pt x="12383" y="153337"/>
                  </a:lnTo>
                  <a:lnTo>
                    <a:pt x="27079" y="141845"/>
                  </a:lnTo>
                  <a:cubicBezTo>
                    <a:pt x="28357" y="140569"/>
                    <a:pt x="29635" y="138653"/>
                    <a:pt x="29635" y="136738"/>
                  </a:cubicBezTo>
                  <a:lnTo>
                    <a:pt x="29635" y="113756"/>
                  </a:lnTo>
                  <a:cubicBezTo>
                    <a:pt x="29635" y="111841"/>
                    <a:pt x="28997" y="109926"/>
                    <a:pt x="27079" y="108649"/>
                  </a:cubicBezTo>
                  <a:lnTo>
                    <a:pt x="12383" y="97158"/>
                  </a:lnTo>
                  <a:lnTo>
                    <a:pt x="20051" y="76729"/>
                  </a:lnTo>
                  <a:lnTo>
                    <a:pt x="38581" y="77367"/>
                  </a:lnTo>
                  <a:cubicBezTo>
                    <a:pt x="40498" y="77367"/>
                    <a:pt x="42415" y="76729"/>
                    <a:pt x="43693" y="74814"/>
                  </a:cubicBezTo>
                  <a:lnTo>
                    <a:pt x="58390" y="56939"/>
                  </a:lnTo>
                  <a:cubicBezTo>
                    <a:pt x="59668" y="55662"/>
                    <a:pt x="60307" y="53747"/>
                    <a:pt x="59668" y="51831"/>
                  </a:cubicBezTo>
                  <a:lnTo>
                    <a:pt x="55834" y="33318"/>
                  </a:lnTo>
                  <a:lnTo>
                    <a:pt x="75004" y="22465"/>
                  </a:lnTo>
                  <a:lnTo>
                    <a:pt x="89062" y="34595"/>
                  </a:lnTo>
                  <a:cubicBezTo>
                    <a:pt x="90340" y="35871"/>
                    <a:pt x="92257" y="36510"/>
                    <a:pt x="94174" y="35871"/>
                  </a:cubicBezTo>
                  <a:lnTo>
                    <a:pt x="117178" y="32041"/>
                  </a:lnTo>
                  <a:cubicBezTo>
                    <a:pt x="119095" y="31403"/>
                    <a:pt x="121012" y="30764"/>
                    <a:pt x="121651" y="28849"/>
                  </a:cubicBezTo>
                  <a:lnTo>
                    <a:pt x="130596" y="12251"/>
                  </a:lnTo>
                  <a:lnTo>
                    <a:pt x="152322" y="16081"/>
                  </a:lnTo>
                  <a:lnTo>
                    <a:pt x="155517" y="34595"/>
                  </a:lnTo>
                  <a:cubicBezTo>
                    <a:pt x="155517" y="36510"/>
                    <a:pt x="156795" y="38425"/>
                    <a:pt x="158712" y="39063"/>
                  </a:cubicBezTo>
                  <a:lnTo>
                    <a:pt x="178521" y="50555"/>
                  </a:lnTo>
                  <a:cubicBezTo>
                    <a:pt x="180438" y="51831"/>
                    <a:pt x="182355" y="51831"/>
                    <a:pt x="184272" y="51193"/>
                  </a:cubicBezTo>
                  <a:lnTo>
                    <a:pt x="201525" y="44171"/>
                  </a:lnTo>
                  <a:lnTo>
                    <a:pt x="215583" y="60769"/>
                  </a:lnTo>
                  <a:lnTo>
                    <a:pt x="205998" y="76729"/>
                  </a:lnTo>
                  <a:cubicBezTo>
                    <a:pt x="204720" y="78644"/>
                    <a:pt x="204720" y="80559"/>
                    <a:pt x="205359" y="82474"/>
                  </a:cubicBezTo>
                  <a:lnTo>
                    <a:pt x="213027" y="104180"/>
                  </a:lnTo>
                  <a:cubicBezTo>
                    <a:pt x="213666" y="106095"/>
                    <a:pt x="214944" y="107372"/>
                    <a:pt x="216861" y="108010"/>
                  </a:cubicBezTo>
                  <a:lnTo>
                    <a:pt x="234752" y="114394"/>
                  </a:lnTo>
                  <a:lnTo>
                    <a:pt x="234752" y="136100"/>
                  </a:lnTo>
                  <a:close/>
                </a:path>
              </a:pathLst>
            </a:custGeom>
            <a:solidFill>
              <a:srgbClr val="046A38"/>
            </a:solidFill>
            <a:ln w="6390" cap="flat">
              <a:noFill/>
              <a:prstDash val="solid"/>
              <a:miter/>
            </a:ln>
          </p:spPr>
          <p:txBody>
            <a:bodyPr rtlCol="0" anchor="ctr"/>
            <a:lstStyle/>
            <a:p>
              <a:endParaRPr lang="en-US"/>
            </a:p>
          </p:txBody>
        </p:sp>
      </p:grpSp>
      <p:grpSp>
        <p:nvGrpSpPr>
          <p:cNvPr id="817" name="Graphic 4">
            <a:extLst>
              <a:ext uri="{FF2B5EF4-FFF2-40B4-BE49-F238E27FC236}">
                <a16:creationId xmlns:a16="http://schemas.microsoft.com/office/drawing/2014/main" id="{9768D1A2-DEDF-FB44-9B88-A0DAB078FD75}"/>
              </a:ext>
            </a:extLst>
          </p:cNvPr>
          <p:cNvGrpSpPr>
            <a:grpSpLocks noChangeAspect="1"/>
          </p:cNvGrpSpPr>
          <p:nvPr/>
        </p:nvGrpSpPr>
        <p:grpSpPr>
          <a:xfrm>
            <a:off x="1515054" y="3339623"/>
            <a:ext cx="362309" cy="361971"/>
            <a:chOff x="1515054" y="3339623"/>
            <a:chExt cx="362309" cy="361971"/>
          </a:xfrm>
          <a:solidFill>
            <a:srgbClr val="046A38"/>
          </a:solidFill>
        </p:grpSpPr>
        <p:sp>
          <p:nvSpPr>
            <p:cNvPr id="818" name="Graphic 4">
              <a:extLst>
                <a:ext uri="{FF2B5EF4-FFF2-40B4-BE49-F238E27FC236}">
                  <a16:creationId xmlns:a16="http://schemas.microsoft.com/office/drawing/2014/main" id="{ECBBCD3E-4761-3B42-AAEC-F95C5241F7B3}"/>
                </a:ext>
              </a:extLst>
            </p:cNvPr>
            <p:cNvSpPr/>
            <p:nvPr/>
          </p:nvSpPr>
          <p:spPr>
            <a:xfrm>
              <a:off x="1515054" y="3339623"/>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1305 h 361971"/>
                <a:gd name="connsiteX10" fmla="*/ 349529 w 362309"/>
                <a:gd name="connsiteY10" fmla="*/ 181305 h 361971"/>
                <a:gd name="connsiteX11" fmla="*/ 180835 w 362309"/>
                <a:gd name="connsiteY11" fmla="*/ 349204 h 361971"/>
                <a:gd name="connsiteX12" fmla="*/ 180835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0518" y="0"/>
                    <a:pt x="180835" y="0"/>
                  </a:cubicBezTo>
                  <a:close/>
                  <a:moveTo>
                    <a:pt x="180835" y="349204"/>
                  </a:moveTo>
                  <a:cubicBezTo>
                    <a:pt x="87542" y="349204"/>
                    <a:pt x="12780" y="273873"/>
                    <a:pt x="12780" y="180667"/>
                  </a:cubicBezTo>
                  <a:cubicBezTo>
                    <a:pt x="12780" y="87461"/>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046A38"/>
            </a:solidFill>
            <a:ln w="6390" cap="flat">
              <a:noFill/>
              <a:prstDash val="solid"/>
              <a:miter/>
            </a:ln>
          </p:spPr>
          <p:txBody>
            <a:bodyPr rtlCol="0" anchor="ctr"/>
            <a:lstStyle/>
            <a:p>
              <a:endParaRPr lang="en-US"/>
            </a:p>
          </p:txBody>
        </p:sp>
        <p:sp>
          <p:nvSpPr>
            <p:cNvPr id="819" name="Graphic 4">
              <a:extLst>
                <a:ext uri="{FF2B5EF4-FFF2-40B4-BE49-F238E27FC236}">
                  <a16:creationId xmlns:a16="http://schemas.microsoft.com/office/drawing/2014/main" id="{02028FBC-ACE6-1D4A-A98C-9E5010843805}"/>
                </a:ext>
              </a:extLst>
            </p:cNvPr>
            <p:cNvSpPr/>
            <p:nvPr/>
          </p:nvSpPr>
          <p:spPr>
            <a:xfrm>
              <a:off x="1655387" y="3442979"/>
              <a:ext cx="81466" cy="93909"/>
            </a:xfrm>
            <a:custGeom>
              <a:avLst/>
              <a:gdLst>
                <a:gd name="connsiteX0" fmla="*/ 9191 w 81466"/>
                <a:gd name="connsiteY0" fmla="*/ 65819 h 93909"/>
                <a:gd name="connsiteX1" fmla="*/ 16859 w 81466"/>
                <a:gd name="connsiteY1" fmla="*/ 87525 h 93909"/>
                <a:gd name="connsiteX2" fmla="*/ 23249 w 81466"/>
                <a:gd name="connsiteY2" fmla="*/ 93909 h 93909"/>
                <a:gd name="connsiteX3" fmla="*/ 57754 w 81466"/>
                <a:gd name="connsiteY3" fmla="*/ 93909 h 93909"/>
                <a:gd name="connsiteX4" fmla="*/ 64144 w 81466"/>
                <a:gd name="connsiteY4" fmla="*/ 87525 h 93909"/>
                <a:gd name="connsiteX5" fmla="*/ 71812 w 81466"/>
                <a:gd name="connsiteY5" fmla="*/ 65819 h 93909"/>
                <a:gd name="connsiteX6" fmla="*/ 81397 w 81466"/>
                <a:gd name="connsiteY6" fmla="*/ 39007 h 93909"/>
                <a:gd name="connsiteX7" fmla="*/ 39224 w 81466"/>
                <a:gd name="connsiteY7" fmla="*/ 64 h 93909"/>
                <a:gd name="connsiteX8" fmla="*/ 245 w 81466"/>
                <a:gd name="connsiteY8" fmla="*/ 39007 h 93909"/>
                <a:gd name="connsiteX9" fmla="*/ 9191 w 81466"/>
                <a:gd name="connsiteY9" fmla="*/ 65819 h 93909"/>
                <a:gd name="connsiteX10" fmla="*/ 40501 w 81466"/>
                <a:gd name="connsiteY10" fmla="*/ 11555 h 93909"/>
                <a:gd name="connsiteX11" fmla="*/ 68617 w 81466"/>
                <a:gd name="connsiteY11" fmla="*/ 37730 h 93909"/>
                <a:gd name="connsiteX12" fmla="*/ 68617 w 81466"/>
                <a:gd name="connsiteY12" fmla="*/ 39007 h 93909"/>
                <a:gd name="connsiteX13" fmla="*/ 61588 w 81466"/>
                <a:gd name="connsiteY13" fmla="*/ 58158 h 93909"/>
                <a:gd name="connsiteX14" fmla="*/ 51364 w 81466"/>
                <a:gd name="connsiteY14" fmla="*/ 81141 h 93909"/>
                <a:gd name="connsiteX15" fmla="*/ 29000 w 81466"/>
                <a:gd name="connsiteY15" fmla="*/ 81141 h 93909"/>
                <a:gd name="connsiteX16" fmla="*/ 18776 w 81466"/>
                <a:gd name="connsiteY16" fmla="*/ 58158 h 93909"/>
                <a:gd name="connsiteX17" fmla="*/ 11747 w 81466"/>
                <a:gd name="connsiteY17" fmla="*/ 39007 h 93909"/>
                <a:gd name="connsiteX18" fmla="*/ 38585 w 81466"/>
                <a:gd name="connsiteY18" fmla="*/ 12194 h 93909"/>
                <a:gd name="connsiteX19" fmla="*/ 40501 w 81466"/>
                <a:gd name="connsiteY19" fmla="*/ 11555 h 93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466" h="93909">
                  <a:moveTo>
                    <a:pt x="9191" y="65819"/>
                  </a:moveTo>
                  <a:cubicBezTo>
                    <a:pt x="14303" y="71565"/>
                    <a:pt x="17498" y="79864"/>
                    <a:pt x="16859" y="87525"/>
                  </a:cubicBezTo>
                  <a:cubicBezTo>
                    <a:pt x="16859" y="91355"/>
                    <a:pt x="19415" y="93909"/>
                    <a:pt x="23249" y="93909"/>
                  </a:cubicBezTo>
                  <a:lnTo>
                    <a:pt x="57754" y="93909"/>
                  </a:lnTo>
                  <a:cubicBezTo>
                    <a:pt x="61588" y="93909"/>
                    <a:pt x="64144" y="91355"/>
                    <a:pt x="64144" y="87525"/>
                  </a:cubicBezTo>
                  <a:cubicBezTo>
                    <a:pt x="63505" y="79226"/>
                    <a:pt x="66700" y="71565"/>
                    <a:pt x="71812" y="65819"/>
                  </a:cubicBezTo>
                  <a:cubicBezTo>
                    <a:pt x="78202" y="58158"/>
                    <a:pt x="82036" y="48583"/>
                    <a:pt x="81397" y="39007"/>
                  </a:cubicBezTo>
                  <a:cubicBezTo>
                    <a:pt x="80758" y="16663"/>
                    <a:pt x="61588" y="-1212"/>
                    <a:pt x="39224" y="64"/>
                  </a:cubicBezTo>
                  <a:cubicBezTo>
                    <a:pt x="18137" y="703"/>
                    <a:pt x="884" y="17939"/>
                    <a:pt x="245" y="39007"/>
                  </a:cubicBezTo>
                  <a:cubicBezTo>
                    <a:pt x="-1033" y="48583"/>
                    <a:pt x="2801" y="58158"/>
                    <a:pt x="9191" y="65819"/>
                  </a:cubicBezTo>
                  <a:close/>
                  <a:moveTo>
                    <a:pt x="40501" y="11555"/>
                  </a:moveTo>
                  <a:cubicBezTo>
                    <a:pt x="55198" y="10917"/>
                    <a:pt x="67978" y="22408"/>
                    <a:pt x="68617" y="37730"/>
                  </a:cubicBezTo>
                  <a:cubicBezTo>
                    <a:pt x="68617" y="38368"/>
                    <a:pt x="68617" y="38368"/>
                    <a:pt x="68617" y="39007"/>
                  </a:cubicBezTo>
                  <a:cubicBezTo>
                    <a:pt x="69256" y="46029"/>
                    <a:pt x="66700" y="53051"/>
                    <a:pt x="61588" y="58158"/>
                  </a:cubicBezTo>
                  <a:cubicBezTo>
                    <a:pt x="55837" y="64542"/>
                    <a:pt x="52642" y="72842"/>
                    <a:pt x="51364" y="81141"/>
                  </a:cubicBezTo>
                  <a:lnTo>
                    <a:pt x="29000" y="81141"/>
                  </a:lnTo>
                  <a:cubicBezTo>
                    <a:pt x="28361" y="72842"/>
                    <a:pt x="24527" y="64542"/>
                    <a:pt x="18776" y="58158"/>
                  </a:cubicBezTo>
                  <a:cubicBezTo>
                    <a:pt x="13664" y="53051"/>
                    <a:pt x="11747" y="46029"/>
                    <a:pt x="11747" y="39007"/>
                  </a:cubicBezTo>
                  <a:cubicBezTo>
                    <a:pt x="11747" y="24323"/>
                    <a:pt x="23888" y="12194"/>
                    <a:pt x="38585" y="12194"/>
                  </a:cubicBezTo>
                  <a:cubicBezTo>
                    <a:pt x="39862" y="11555"/>
                    <a:pt x="39862" y="11555"/>
                    <a:pt x="40501" y="11555"/>
                  </a:cubicBezTo>
                  <a:close/>
                </a:path>
              </a:pathLst>
            </a:custGeom>
            <a:solidFill>
              <a:srgbClr val="046A38"/>
            </a:solidFill>
            <a:ln w="6390" cap="flat">
              <a:noFill/>
              <a:prstDash val="solid"/>
              <a:miter/>
            </a:ln>
          </p:spPr>
          <p:txBody>
            <a:bodyPr rtlCol="0" anchor="ctr"/>
            <a:lstStyle/>
            <a:p>
              <a:endParaRPr lang="en-US"/>
            </a:p>
          </p:txBody>
        </p:sp>
        <p:sp>
          <p:nvSpPr>
            <p:cNvPr id="820" name="Graphic 4">
              <a:extLst>
                <a:ext uri="{FF2B5EF4-FFF2-40B4-BE49-F238E27FC236}">
                  <a16:creationId xmlns:a16="http://schemas.microsoft.com/office/drawing/2014/main" id="{1638C15A-5344-3649-A11D-87BEDDC64658}"/>
                </a:ext>
              </a:extLst>
            </p:cNvPr>
            <p:cNvSpPr/>
            <p:nvPr/>
          </p:nvSpPr>
          <p:spPr>
            <a:xfrm>
              <a:off x="1672885" y="3542634"/>
              <a:ext cx="45368" cy="12767"/>
            </a:xfrm>
            <a:custGeom>
              <a:avLst/>
              <a:gdLst>
                <a:gd name="connsiteX0" fmla="*/ 38979 w 45368"/>
                <a:gd name="connsiteY0" fmla="*/ 0 h 12767"/>
                <a:gd name="connsiteX1" fmla="*/ 6390 w 45368"/>
                <a:gd name="connsiteY1" fmla="*/ 0 h 12767"/>
                <a:gd name="connsiteX2" fmla="*/ 0 w 45368"/>
                <a:gd name="connsiteY2" fmla="*/ 6384 h 12767"/>
                <a:gd name="connsiteX3" fmla="*/ 6390 w 45368"/>
                <a:gd name="connsiteY3" fmla="*/ 12768 h 12767"/>
                <a:gd name="connsiteX4" fmla="*/ 38979 w 45368"/>
                <a:gd name="connsiteY4" fmla="*/ 12768 h 12767"/>
                <a:gd name="connsiteX5" fmla="*/ 45369 w 45368"/>
                <a:gd name="connsiteY5" fmla="*/ 6384 h 12767"/>
                <a:gd name="connsiteX6" fmla="*/ 38979 w 45368"/>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8" h="12767">
                  <a:moveTo>
                    <a:pt x="38979" y="0"/>
                  </a:moveTo>
                  <a:lnTo>
                    <a:pt x="6390" y="0"/>
                  </a:lnTo>
                  <a:cubicBezTo>
                    <a:pt x="2556" y="0"/>
                    <a:pt x="0" y="2554"/>
                    <a:pt x="0" y="6384"/>
                  </a:cubicBezTo>
                  <a:cubicBezTo>
                    <a:pt x="0" y="10215"/>
                    <a:pt x="2556" y="12768"/>
                    <a:pt x="6390" y="12768"/>
                  </a:cubicBezTo>
                  <a:lnTo>
                    <a:pt x="38979" y="12768"/>
                  </a:lnTo>
                  <a:cubicBezTo>
                    <a:pt x="42813" y="12768"/>
                    <a:pt x="45369" y="10215"/>
                    <a:pt x="45369" y="6384"/>
                  </a:cubicBezTo>
                  <a:cubicBezTo>
                    <a:pt x="45369" y="2554"/>
                    <a:pt x="42813" y="0"/>
                    <a:pt x="38979" y="0"/>
                  </a:cubicBezTo>
                  <a:close/>
                </a:path>
              </a:pathLst>
            </a:custGeom>
            <a:solidFill>
              <a:srgbClr val="046A38"/>
            </a:solidFill>
            <a:ln w="6390" cap="flat">
              <a:noFill/>
              <a:prstDash val="solid"/>
              <a:miter/>
            </a:ln>
          </p:spPr>
          <p:txBody>
            <a:bodyPr rtlCol="0" anchor="ctr"/>
            <a:lstStyle/>
            <a:p>
              <a:endParaRPr lang="en-US"/>
            </a:p>
          </p:txBody>
        </p:sp>
        <p:sp>
          <p:nvSpPr>
            <p:cNvPr id="821" name="Graphic 4">
              <a:extLst>
                <a:ext uri="{FF2B5EF4-FFF2-40B4-BE49-F238E27FC236}">
                  <a16:creationId xmlns:a16="http://schemas.microsoft.com/office/drawing/2014/main" id="{C82FD278-F24E-854C-A568-EFE7EFFE0B75}"/>
                </a:ext>
              </a:extLst>
            </p:cNvPr>
            <p:cNvSpPr/>
            <p:nvPr/>
          </p:nvSpPr>
          <p:spPr>
            <a:xfrm>
              <a:off x="1689499" y="3399633"/>
              <a:ext cx="12779" cy="26812"/>
            </a:xfrm>
            <a:custGeom>
              <a:avLst/>
              <a:gdLst>
                <a:gd name="connsiteX0" fmla="*/ 6390 w 12779"/>
                <a:gd name="connsiteY0" fmla="*/ 26812 h 26812"/>
                <a:gd name="connsiteX1" fmla="*/ 12780 w 12779"/>
                <a:gd name="connsiteY1" fmla="*/ 20428 h 26812"/>
                <a:gd name="connsiteX2" fmla="*/ 12780 w 12779"/>
                <a:gd name="connsiteY2" fmla="*/ 6384 h 26812"/>
                <a:gd name="connsiteX3" fmla="*/ 6390 w 12779"/>
                <a:gd name="connsiteY3" fmla="*/ 0 h 26812"/>
                <a:gd name="connsiteX4" fmla="*/ 0 w 12779"/>
                <a:gd name="connsiteY4" fmla="*/ 6384 h 26812"/>
                <a:gd name="connsiteX5" fmla="*/ 0 w 12779"/>
                <a:gd name="connsiteY5" fmla="*/ 20428 h 26812"/>
                <a:gd name="connsiteX6" fmla="*/ 6390 w 12779"/>
                <a:gd name="connsiteY6" fmla="*/ 26812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6812">
                  <a:moveTo>
                    <a:pt x="6390" y="26812"/>
                  </a:moveTo>
                  <a:cubicBezTo>
                    <a:pt x="10224" y="26812"/>
                    <a:pt x="12780" y="24259"/>
                    <a:pt x="12780" y="20428"/>
                  </a:cubicBezTo>
                  <a:lnTo>
                    <a:pt x="12780" y="6384"/>
                  </a:lnTo>
                  <a:cubicBezTo>
                    <a:pt x="12780" y="2553"/>
                    <a:pt x="10224" y="0"/>
                    <a:pt x="6390" y="0"/>
                  </a:cubicBezTo>
                  <a:cubicBezTo>
                    <a:pt x="2556" y="0"/>
                    <a:pt x="0" y="2553"/>
                    <a:pt x="0" y="6384"/>
                  </a:cubicBezTo>
                  <a:lnTo>
                    <a:pt x="0" y="20428"/>
                  </a:lnTo>
                  <a:cubicBezTo>
                    <a:pt x="0" y="24259"/>
                    <a:pt x="2556" y="26812"/>
                    <a:pt x="6390" y="26812"/>
                  </a:cubicBezTo>
                  <a:close/>
                </a:path>
              </a:pathLst>
            </a:custGeom>
            <a:solidFill>
              <a:srgbClr val="046A38"/>
            </a:solidFill>
            <a:ln w="6390" cap="flat">
              <a:noFill/>
              <a:prstDash val="solid"/>
              <a:miter/>
            </a:ln>
          </p:spPr>
          <p:txBody>
            <a:bodyPr rtlCol="0" anchor="ctr"/>
            <a:lstStyle/>
            <a:p>
              <a:endParaRPr lang="en-US"/>
            </a:p>
          </p:txBody>
        </p:sp>
        <p:sp>
          <p:nvSpPr>
            <p:cNvPr id="822" name="Graphic 4">
              <a:extLst>
                <a:ext uri="{FF2B5EF4-FFF2-40B4-BE49-F238E27FC236}">
                  <a16:creationId xmlns:a16="http://schemas.microsoft.com/office/drawing/2014/main" id="{45390ADF-395A-9C4D-A691-ED882D6E5F3C}"/>
                </a:ext>
              </a:extLst>
            </p:cNvPr>
            <p:cNvSpPr/>
            <p:nvPr/>
          </p:nvSpPr>
          <p:spPr>
            <a:xfrm>
              <a:off x="1628994" y="3431752"/>
              <a:ext cx="25999" cy="21505"/>
            </a:xfrm>
            <a:custGeom>
              <a:avLst/>
              <a:gdLst>
                <a:gd name="connsiteX0" fmla="*/ 16414 w 25999"/>
                <a:gd name="connsiteY0" fmla="*/ 20229 h 21505"/>
                <a:gd name="connsiteX1" fmla="*/ 19609 w 25999"/>
                <a:gd name="connsiteY1" fmla="*/ 21506 h 21505"/>
                <a:gd name="connsiteX2" fmla="*/ 25999 w 25999"/>
                <a:gd name="connsiteY2" fmla="*/ 15122 h 21505"/>
                <a:gd name="connsiteX3" fmla="*/ 22804 w 25999"/>
                <a:gd name="connsiteY3" fmla="*/ 9377 h 21505"/>
                <a:gd name="connsiteX4" fmla="*/ 10024 w 25999"/>
                <a:gd name="connsiteY4" fmla="*/ 1077 h 21505"/>
                <a:gd name="connsiteX5" fmla="*/ 1078 w 25999"/>
                <a:gd name="connsiteY5" fmla="*/ 2993 h 21505"/>
                <a:gd name="connsiteX6" fmla="*/ 2995 w 25999"/>
                <a:gd name="connsiteY6" fmla="*/ 11930 h 21505"/>
                <a:gd name="connsiteX7" fmla="*/ 2995 w 25999"/>
                <a:gd name="connsiteY7" fmla="*/ 11930 h 21505"/>
                <a:gd name="connsiteX8" fmla="*/ 16414 w 25999"/>
                <a:gd name="connsiteY8" fmla="*/ 20229 h 21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99" h="21505">
                  <a:moveTo>
                    <a:pt x="16414" y="20229"/>
                  </a:moveTo>
                  <a:cubicBezTo>
                    <a:pt x="17692" y="20868"/>
                    <a:pt x="18970" y="21506"/>
                    <a:pt x="19609" y="21506"/>
                  </a:cubicBezTo>
                  <a:cubicBezTo>
                    <a:pt x="23443" y="21506"/>
                    <a:pt x="25999" y="18953"/>
                    <a:pt x="25999" y="15122"/>
                  </a:cubicBezTo>
                  <a:cubicBezTo>
                    <a:pt x="25999" y="13207"/>
                    <a:pt x="24721" y="10653"/>
                    <a:pt x="22804" y="9377"/>
                  </a:cubicBezTo>
                  <a:lnTo>
                    <a:pt x="10024" y="1077"/>
                  </a:lnTo>
                  <a:cubicBezTo>
                    <a:pt x="6829" y="-838"/>
                    <a:pt x="2995" y="-199"/>
                    <a:pt x="1078" y="2993"/>
                  </a:cubicBezTo>
                  <a:cubicBezTo>
                    <a:pt x="-839" y="6185"/>
                    <a:pt x="-200" y="10015"/>
                    <a:pt x="2995" y="11930"/>
                  </a:cubicBezTo>
                  <a:lnTo>
                    <a:pt x="2995" y="11930"/>
                  </a:lnTo>
                  <a:lnTo>
                    <a:pt x="16414" y="20229"/>
                  </a:lnTo>
                  <a:close/>
                </a:path>
              </a:pathLst>
            </a:custGeom>
            <a:solidFill>
              <a:srgbClr val="046A38"/>
            </a:solidFill>
            <a:ln w="6390" cap="flat">
              <a:noFill/>
              <a:prstDash val="solid"/>
              <a:miter/>
            </a:ln>
          </p:spPr>
          <p:txBody>
            <a:bodyPr rtlCol="0" anchor="ctr"/>
            <a:lstStyle/>
            <a:p>
              <a:endParaRPr lang="en-US"/>
            </a:p>
          </p:txBody>
        </p:sp>
        <p:sp>
          <p:nvSpPr>
            <p:cNvPr id="823" name="Graphic 4">
              <a:extLst>
                <a:ext uri="{FF2B5EF4-FFF2-40B4-BE49-F238E27FC236}">
                  <a16:creationId xmlns:a16="http://schemas.microsoft.com/office/drawing/2014/main" id="{5E4E7A93-838B-AE48-9D1E-77DDFDBB64E8}"/>
                </a:ext>
              </a:extLst>
            </p:cNvPr>
            <p:cNvSpPr/>
            <p:nvPr/>
          </p:nvSpPr>
          <p:spPr>
            <a:xfrm>
              <a:off x="1617932" y="3490924"/>
              <a:ext cx="28115" cy="12767"/>
            </a:xfrm>
            <a:custGeom>
              <a:avLst/>
              <a:gdLst>
                <a:gd name="connsiteX0" fmla="*/ 21726 w 28115"/>
                <a:gd name="connsiteY0" fmla="*/ 12768 h 12767"/>
                <a:gd name="connsiteX1" fmla="*/ 28116 w 28115"/>
                <a:gd name="connsiteY1" fmla="*/ 6384 h 12767"/>
                <a:gd name="connsiteX2" fmla="*/ 21726 w 28115"/>
                <a:gd name="connsiteY2" fmla="*/ 0 h 12767"/>
                <a:gd name="connsiteX3" fmla="*/ 6390 w 28115"/>
                <a:gd name="connsiteY3" fmla="*/ 0 h 12767"/>
                <a:gd name="connsiteX4" fmla="*/ 0 w 28115"/>
                <a:gd name="connsiteY4" fmla="*/ 6384 h 12767"/>
                <a:gd name="connsiteX5" fmla="*/ 6390 w 28115"/>
                <a:gd name="connsiteY5" fmla="*/ 12768 h 12767"/>
                <a:gd name="connsiteX6" fmla="*/ 21726 w 28115"/>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15" h="12767">
                  <a:moveTo>
                    <a:pt x="21726" y="12768"/>
                  </a:moveTo>
                  <a:cubicBezTo>
                    <a:pt x="25560" y="12768"/>
                    <a:pt x="28116" y="10214"/>
                    <a:pt x="28116" y="6384"/>
                  </a:cubicBezTo>
                  <a:cubicBezTo>
                    <a:pt x="28116" y="2553"/>
                    <a:pt x="25560" y="0"/>
                    <a:pt x="21726" y="0"/>
                  </a:cubicBezTo>
                  <a:lnTo>
                    <a:pt x="6390" y="0"/>
                  </a:lnTo>
                  <a:cubicBezTo>
                    <a:pt x="2556" y="0"/>
                    <a:pt x="0" y="2553"/>
                    <a:pt x="0" y="6384"/>
                  </a:cubicBezTo>
                  <a:cubicBezTo>
                    <a:pt x="0" y="10214"/>
                    <a:pt x="2556" y="12768"/>
                    <a:pt x="6390" y="12768"/>
                  </a:cubicBezTo>
                  <a:lnTo>
                    <a:pt x="21726" y="12768"/>
                  </a:lnTo>
                  <a:close/>
                </a:path>
              </a:pathLst>
            </a:custGeom>
            <a:solidFill>
              <a:srgbClr val="046A38"/>
            </a:solidFill>
            <a:ln w="6390" cap="flat">
              <a:noFill/>
              <a:prstDash val="solid"/>
              <a:miter/>
            </a:ln>
          </p:spPr>
          <p:txBody>
            <a:bodyPr rtlCol="0" anchor="ctr"/>
            <a:lstStyle/>
            <a:p>
              <a:endParaRPr lang="en-US"/>
            </a:p>
          </p:txBody>
        </p:sp>
        <p:sp>
          <p:nvSpPr>
            <p:cNvPr id="824" name="Graphic 4">
              <a:extLst>
                <a:ext uri="{FF2B5EF4-FFF2-40B4-BE49-F238E27FC236}">
                  <a16:creationId xmlns:a16="http://schemas.microsoft.com/office/drawing/2014/main" id="{4188A1AE-C043-0544-AD10-312BEA288EC3}"/>
                </a:ext>
              </a:extLst>
            </p:cNvPr>
            <p:cNvSpPr/>
            <p:nvPr/>
          </p:nvSpPr>
          <p:spPr>
            <a:xfrm>
              <a:off x="1735706" y="3431752"/>
              <a:ext cx="25799" cy="21505"/>
            </a:xfrm>
            <a:custGeom>
              <a:avLst/>
              <a:gdLst>
                <a:gd name="connsiteX0" fmla="*/ 6829 w 25799"/>
                <a:gd name="connsiteY0" fmla="*/ 21506 h 21505"/>
                <a:gd name="connsiteX1" fmla="*/ 10024 w 25799"/>
                <a:gd name="connsiteY1" fmla="*/ 20229 h 21505"/>
                <a:gd name="connsiteX2" fmla="*/ 22804 w 25799"/>
                <a:gd name="connsiteY2" fmla="*/ 11930 h 21505"/>
                <a:gd name="connsiteX3" fmla="*/ 24721 w 25799"/>
                <a:gd name="connsiteY3" fmla="*/ 2993 h 21505"/>
                <a:gd name="connsiteX4" fmla="*/ 15775 w 25799"/>
                <a:gd name="connsiteY4" fmla="*/ 1077 h 21505"/>
                <a:gd name="connsiteX5" fmla="*/ 2995 w 25799"/>
                <a:gd name="connsiteY5" fmla="*/ 9377 h 21505"/>
                <a:gd name="connsiteX6" fmla="*/ 1078 w 25799"/>
                <a:gd name="connsiteY6" fmla="*/ 18314 h 21505"/>
                <a:gd name="connsiteX7" fmla="*/ 6829 w 25799"/>
                <a:gd name="connsiteY7" fmla="*/ 21506 h 21505"/>
                <a:gd name="connsiteX8" fmla="*/ 6829 w 25799"/>
                <a:gd name="connsiteY8" fmla="*/ 21506 h 21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799" h="21505">
                  <a:moveTo>
                    <a:pt x="6829" y="21506"/>
                  </a:moveTo>
                  <a:cubicBezTo>
                    <a:pt x="8107" y="21506"/>
                    <a:pt x="9385" y="20868"/>
                    <a:pt x="10024" y="20229"/>
                  </a:cubicBezTo>
                  <a:lnTo>
                    <a:pt x="22804" y="11930"/>
                  </a:lnTo>
                  <a:cubicBezTo>
                    <a:pt x="25999" y="10015"/>
                    <a:pt x="26638" y="6185"/>
                    <a:pt x="24721" y="2993"/>
                  </a:cubicBezTo>
                  <a:cubicBezTo>
                    <a:pt x="22804" y="-199"/>
                    <a:pt x="18970" y="-838"/>
                    <a:pt x="15775" y="1077"/>
                  </a:cubicBezTo>
                  <a:lnTo>
                    <a:pt x="2995" y="9377"/>
                  </a:lnTo>
                  <a:cubicBezTo>
                    <a:pt x="-200" y="11292"/>
                    <a:pt x="-839" y="15122"/>
                    <a:pt x="1078" y="18314"/>
                  </a:cubicBezTo>
                  <a:cubicBezTo>
                    <a:pt x="2356" y="20229"/>
                    <a:pt x="4912" y="21506"/>
                    <a:pt x="6829" y="21506"/>
                  </a:cubicBezTo>
                  <a:lnTo>
                    <a:pt x="6829" y="21506"/>
                  </a:lnTo>
                  <a:close/>
                </a:path>
              </a:pathLst>
            </a:custGeom>
            <a:solidFill>
              <a:srgbClr val="046A38"/>
            </a:solidFill>
            <a:ln w="6390" cap="flat">
              <a:noFill/>
              <a:prstDash val="solid"/>
              <a:miter/>
            </a:ln>
          </p:spPr>
          <p:txBody>
            <a:bodyPr rtlCol="0" anchor="ctr"/>
            <a:lstStyle/>
            <a:p>
              <a:endParaRPr lang="en-US"/>
            </a:p>
          </p:txBody>
        </p:sp>
        <p:sp>
          <p:nvSpPr>
            <p:cNvPr id="825" name="Graphic 4">
              <a:extLst>
                <a:ext uri="{FF2B5EF4-FFF2-40B4-BE49-F238E27FC236}">
                  <a16:creationId xmlns:a16="http://schemas.microsoft.com/office/drawing/2014/main" id="{F08F1A80-C764-4546-B78F-3A82A15F4051}"/>
                </a:ext>
              </a:extLst>
            </p:cNvPr>
            <p:cNvSpPr/>
            <p:nvPr/>
          </p:nvSpPr>
          <p:spPr>
            <a:xfrm>
              <a:off x="1745091" y="3490924"/>
              <a:ext cx="28115" cy="12767"/>
            </a:xfrm>
            <a:custGeom>
              <a:avLst/>
              <a:gdLst>
                <a:gd name="connsiteX0" fmla="*/ 21726 w 28115"/>
                <a:gd name="connsiteY0" fmla="*/ 0 h 12767"/>
                <a:gd name="connsiteX1" fmla="*/ 6390 w 28115"/>
                <a:gd name="connsiteY1" fmla="*/ 0 h 12767"/>
                <a:gd name="connsiteX2" fmla="*/ 0 w 28115"/>
                <a:gd name="connsiteY2" fmla="*/ 6384 h 12767"/>
                <a:gd name="connsiteX3" fmla="*/ 6390 w 28115"/>
                <a:gd name="connsiteY3" fmla="*/ 12768 h 12767"/>
                <a:gd name="connsiteX4" fmla="*/ 21726 w 28115"/>
                <a:gd name="connsiteY4" fmla="*/ 12768 h 12767"/>
                <a:gd name="connsiteX5" fmla="*/ 28116 w 28115"/>
                <a:gd name="connsiteY5" fmla="*/ 6384 h 12767"/>
                <a:gd name="connsiteX6" fmla="*/ 21726 w 28115"/>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15" h="12767">
                  <a:moveTo>
                    <a:pt x="21726" y="0"/>
                  </a:moveTo>
                  <a:lnTo>
                    <a:pt x="6390" y="0"/>
                  </a:lnTo>
                  <a:cubicBezTo>
                    <a:pt x="2556" y="0"/>
                    <a:pt x="0" y="2553"/>
                    <a:pt x="0" y="6384"/>
                  </a:cubicBezTo>
                  <a:cubicBezTo>
                    <a:pt x="0" y="10214"/>
                    <a:pt x="2556" y="12768"/>
                    <a:pt x="6390" y="12768"/>
                  </a:cubicBezTo>
                  <a:lnTo>
                    <a:pt x="21726" y="12768"/>
                  </a:lnTo>
                  <a:cubicBezTo>
                    <a:pt x="25560" y="12768"/>
                    <a:pt x="28116" y="10214"/>
                    <a:pt x="28116" y="6384"/>
                  </a:cubicBezTo>
                  <a:cubicBezTo>
                    <a:pt x="28116" y="2553"/>
                    <a:pt x="25560" y="0"/>
                    <a:pt x="21726" y="0"/>
                  </a:cubicBezTo>
                  <a:close/>
                </a:path>
              </a:pathLst>
            </a:custGeom>
            <a:solidFill>
              <a:srgbClr val="046A38"/>
            </a:solidFill>
            <a:ln w="6390" cap="flat">
              <a:noFill/>
              <a:prstDash val="solid"/>
              <a:miter/>
            </a:ln>
          </p:spPr>
          <p:txBody>
            <a:bodyPr rtlCol="0" anchor="ctr"/>
            <a:lstStyle/>
            <a:p>
              <a:endParaRPr lang="en-US"/>
            </a:p>
          </p:txBody>
        </p:sp>
        <p:sp>
          <p:nvSpPr>
            <p:cNvPr id="826" name="Graphic 4">
              <a:extLst>
                <a:ext uri="{FF2B5EF4-FFF2-40B4-BE49-F238E27FC236}">
                  <a16:creationId xmlns:a16="http://schemas.microsoft.com/office/drawing/2014/main" id="{7F6B8D3C-843C-1842-B171-7D16021F959A}"/>
                </a:ext>
              </a:extLst>
            </p:cNvPr>
            <p:cNvSpPr/>
            <p:nvPr/>
          </p:nvSpPr>
          <p:spPr>
            <a:xfrm>
              <a:off x="1620488" y="3563701"/>
              <a:ext cx="150802" cy="77884"/>
            </a:xfrm>
            <a:custGeom>
              <a:avLst/>
              <a:gdLst>
                <a:gd name="connsiteX0" fmla="*/ 94571 w 150802"/>
                <a:gd name="connsiteY0" fmla="*/ 0 h 77884"/>
                <a:gd name="connsiteX1" fmla="*/ 56231 w 150802"/>
                <a:gd name="connsiteY1" fmla="*/ 0 h 77884"/>
                <a:gd name="connsiteX2" fmla="*/ 0 w 150802"/>
                <a:gd name="connsiteY2" fmla="*/ 60010 h 77884"/>
                <a:gd name="connsiteX3" fmla="*/ 0 w 150802"/>
                <a:gd name="connsiteY3" fmla="*/ 71501 h 77884"/>
                <a:gd name="connsiteX4" fmla="*/ 6390 w 150802"/>
                <a:gd name="connsiteY4" fmla="*/ 77885 h 77884"/>
                <a:gd name="connsiteX5" fmla="*/ 12780 w 150802"/>
                <a:gd name="connsiteY5" fmla="*/ 71501 h 77884"/>
                <a:gd name="connsiteX6" fmla="*/ 12780 w 150802"/>
                <a:gd name="connsiteY6" fmla="*/ 60010 h 77884"/>
                <a:gd name="connsiteX7" fmla="*/ 56231 w 150802"/>
                <a:gd name="connsiteY7" fmla="*/ 12768 h 77884"/>
                <a:gd name="connsiteX8" fmla="*/ 94571 w 150802"/>
                <a:gd name="connsiteY8" fmla="*/ 12768 h 77884"/>
                <a:gd name="connsiteX9" fmla="*/ 138023 w 150802"/>
                <a:gd name="connsiteY9" fmla="*/ 60010 h 77884"/>
                <a:gd name="connsiteX10" fmla="*/ 138023 w 150802"/>
                <a:gd name="connsiteY10" fmla="*/ 71501 h 77884"/>
                <a:gd name="connsiteX11" fmla="*/ 144413 w 150802"/>
                <a:gd name="connsiteY11" fmla="*/ 77885 h 77884"/>
                <a:gd name="connsiteX12" fmla="*/ 150803 w 150802"/>
                <a:gd name="connsiteY12" fmla="*/ 71501 h 77884"/>
                <a:gd name="connsiteX13" fmla="*/ 150803 w 150802"/>
                <a:gd name="connsiteY13" fmla="*/ 60010 h 77884"/>
                <a:gd name="connsiteX14" fmla="*/ 94571 w 150802"/>
                <a:gd name="connsiteY14" fmla="*/ 0 h 77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802" h="77884">
                  <a:moveTo>
                    <a:pt x="94571" y="0"/>
                  </a:moveTo>
                  <a:lnTo>
                    <a:pt x="56231" y="0"/>
                  </a:lnTo>
                  <a:cubicBezTo>
                    <a:pt x="24921" y="0"/>
                    <a:pt x="0" y="26813"/>
                    <a:pt x="0" y="60010"/>
                  </a:cubicBezTo>
                  <a:lnTo>
                    <a:pt x="0" y="71501"/>
                  </a:lnTo>
                  <a:cubicBezTo>
                    <a:pt x="0" y="75331"/>
                    <a:pt x="2556" y="77885"/>
                    <a:pt x="6390" y="77885"/>
                  </a:cubicBezTo>
                  <a:cubicBezTo>
                    <a:pt x="10224" y="77885"/>
                    <a:pt x="12780" y="75331"/>
                    <a:pt x="12780" y="71501"/>
                  </a:cubicBezTo>
                  <a:lnTo>
                    <a:pt x="12780" y="60010"/>
                  </a:lnTo>
                  <a:cubicBezTo>
                    <a:pt x="12780" y="33835"/>
                    <a:pt x="31950" y="12768"/>
                    <a:pt x="56231" y="12768"/>
                  </a:cubicBezTo>
                  <a:lnTo>
                    <a:pt x="94571" y="12768"/>
                  </a:lnTo>
                  <a:cubicBezTo>
                    <a:pt x="118853" y="12768"/>
                    <a:pt x="138023" y="33835"/>
                    <a:pt x="138023" y="60010"/>
                  </a:cubicBezTo>
                  <a:lnTo>
                    <a:pt x="138023" y="71501"/>
                  </a:lnTo>
                  <a:cubicBezTo>
                    <a:pt x="138023" y="75331"/>
                    <a:pt x="140579" y="77885"/>
                    <a:pt x="144413" y="77885"/>
                  </a:cubicBezTo>
                  <a:cubicBezTo>
                    <a:pt x="148246" y="77885"/>
                    <a:pt x="150803" y="75331"/>
                    <a:pt x="150803" y="71501"/>
                  </a:cubicBezTo>
                  <a:lnTo>
                    <a:pt x="150803" y="60010"/>
                  </a:lnTo>
                  <a:cubicBezTo>
                    <a:pt x="150803" y="26813"/>
                    <a:pt x="125243" y="0"/>
                    <a:pt x="94571" y="0"/>
                  </a:cubicBezTo>
                  <a:close/>
                </a:path>
              </a:pathLst>
            </a:custGeom>
            <a:solidFill>
              <a:srgbClr val="046A38"/>
            </a:solidFill>
            <a:ln w="6390" cap="flat">
              <a:noFill/>
              <a:prstDash val="solid"/>
              <a:miter/>
            </a:ln>
          </p:spPr>
          <p:txBody>
            <a:bodyPr rtlCol="0" anchor="ctr"/>
            <a:lstStyle/>
            <a:p>
              <a:endParaRPr lang="en-US"/>
            </a:p>
          </p:txBody>
        </p:sp>
      </p:grpSp>
      <p:grpSp>
        <p:nvGrpSpPr>
          <p:cNvPr id="827" name="Graphic 4">
            <a:extLst>
              <a:ext uri="{FF2B5EF4-FFF2-40B4-BE49-F238E27FC236}">
                <a16:creationId xmlns:a16="http://schemas.microsoft.com/office/drawing/2014/main" id="{C03ED52A-82E3-6846-B630-C28B26DD7B4F}"/>
              </a:ext>
            </a:extLst>
          </p:cNvPr>
          <p:cNvGrpSpPr>
            <a:grpSpLocks noChangeAspect="1"/>
          </p:cNvGrpSpPr>
          <p:nvPr/>
        </p:nvGrpSpPr>
        <p:grpSpPr>
          <a:xfrm>
            <a:off x="5708130" y="918179"/>
            <a:ext cx="362313" cy="361971"/>
            <a:chOff x="5708130" y="918179"/>
            <a:chExt cx="362313" cy="361971"/>
          </a:xfrm>
          <a:solidFill>
            <a:srgbClr val="43B02A"/>
          </a:solidFill>
        </p:grpSpPr>
        <p:sp>
          <p:nvSpPr>
            <p:cNvPr id="828" name="Graphic 4">
              <a:extLst>
                <a:ext uri="{FF2B5EF4-FFF2-40B4-BE49-F238E27FC236}">
                  <a16:creationId xmlns:a16="http://schemas.microsoft.com/office/drawing/2014/main" id="{B0C6FC11-DBD5-744E-9EF9-076C2A2E8118}"/>
                </a:ext>
              </a:extLst>
            </p:cNvPr>
            <p:cNvSpPr/>
            <p:nvPr/>
          </p:nvSpPr>
          <p:spPr>
            <a:xfrm>
              <a:off x="5708130" y="918179"/>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lnTo>
                    <a:pt x="349530" y="180667"/>
                  </a:lnTo>
                  <a:cubicBezTo>
                    <a:pt x="349530" y="273873"/>
                    <a:pt x="274767" y="349204"/>
                    <a:pt x="181474" y="349204"/>
                  </a:cubicBezTo>
                  <a:close/>
                </a:path>
              </a:pathLst>
            </a:custGeom>
            <a:solidFill>
              <a:srgbClr val="43B02A"/>
            </a:solidFill>
            <a:ln w="6390" cap="flat">
              <a:noFill/>
              <a:prstDash val="solid"/>
              <a:miter/>
            </a:ln>
          </p:spPr>
          <p:txBody>
            <a:bodyPr rtlCol="0" anchor="ctr"/>
            <a:lstStyle/>
            <a:p>
              <a:endParaRPr lang="en-US"/>
            </a:p>
          </p:txBody>
        </p:sp>
        <p:sp>
          <p:nvSpPr>
            <p:cNvPr id="829" name="Graphic 4">
              <a:extLst>
                <a:ext uri="{FF2B5EF4-FFF2-40B4-BE49-F238E27FC236}">
                  <a16:creationId xmlns:a16="http://schemas.microsoft.com/office/drawing/2014/main" id="{28D654D9-D380-7F4D-A53D-8B5121DDFAA8}"/>
                </a:ext>
              </a:extLst>
            </p:cNvPr>
            <p:cNvSpPr/>
            <p:nvPr/>
          </p:nvSpPr>
          <p:spPr>
            <a:xfrm>
              <a:off x="5876186" y="1016492"/>
              <a:ext cx="125243" cy="164706"/>
            </a:xfrm>
            <a:custGeom>
              <a:avLst/>
              <a:gdLst>
                <a:gd name="connsiteX0" fmla="*/ 118853 w 125243"/>
                <a:gd name="connsiteY0" fmla="*/ 0 h 164706"/>
                <a:gd name="connsiteX1" fmla="*/ 6390 w 125243"/>
                <a:gd name="connsiteY1" fmla="*/ 0 h 164706"/>
                <a:gd name="connsiteX2" fmla="*/ 0 w 125243"/>
                <a:gd name="connsiteY2" fmla="*/ 6384 h 164706"/>
                <a:gd name="connsiteX3" fmla="*/ 0 w 125243"/>
                <a:gd name="connsiteY3" fmla="*/ 67032 h 164706"/>
                <a:gd name="connsiteX4" fmla="*/ 6390 w 125243"/>
                <a:gd name="connsiteY4" fmla="*/ 73416 h 164706"/>
                <a:gd name="connsiteX5" fmla="*/ 12780 w 125243"/>
                <a:gd name="connsiteY5" fmla="*/ 67032 h 164706"/>
                <a:gd name="connsiteX6" fmla="*/ 12780 w 125243"/>
                <a:gd name="connsiteY6" fmla="*/ 12768 h 164706"/>
                <a:gd name="connsiteX7" fmla="*/ 112463 w 125243"/>
                <a:gd name="connsiteY7" fmla="*/ 12768 h 164706"/>
                <a:gd name="connsiteX8" fmla="*/ 112463 w 125243"/>
                <a:gd name="connsiteY8" fmla="*/ 151939 h 164706"/>
                <a:gd name="connsiteX9" fmla="*/ 12780 w 125243"/>
                <a:gd name="connsiteY9" fmla="*/ 151939 h 164706"/>
                <a:gd name="connsiteX10" fmla="*/ 12780 w 125243"/>
                <a:gd name="connsiteY10" fmla="*/ 143001 h 164706"/>
                <a:gd name="connsiteX11" fmla="*/ 6390 w 125243"/>
                <a:gd name="connsiteY11" fmla="*/ 136617 h 164706"/>
                <a:gd name="connsiteX12" fmla="*/ 0 w 125243"/>
                <a:gd name="connsiteY12" fmla="*/ 143001 h 164706"/>
                <a:gd name="connsiteX13" fmla="*/ 0 w 125243"/>
                <a:gd name="connsiteY13" fmla="*/ 158323 h 164706"/>
                <a:gd name="connsiteX14" fmla="*/ 6390 w 125243"/>
                <a:gd name="connsiteY14" fmla="*/ 164707 h 164706"/>
                <a:gd name="connsiteX15" fmla="*/ 118853 w 125243"/>
                <a:gd name="connsiteY15" fmla="*/ 164707 h 164706"/>
                <a:gd name="connsiteX16" fmla="*/ 125243 w 125243"/>
                <a:gd name="connsiteY16" fmla="*/ 158323 h 164706"/>
                <a:gd name="connsiteX17" fmla="*/ 125243 w 125243"/>
                <a:gd name="connsiteY17" fmla="*/ 6384 h 164706"/>
                <a:gd name="connsiteX18" fmla="*/ 118853 w 125243"/>
                <a:gd name="connsiteY18" fmla="*/ 0 h 16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5243" h="164706">
                  <a:moveTo>
                    <a:pt x="118853" y="0"/>
                  </a:moveTo>
                  <a:lnTo>
                    <a:pt x="6390" y="0"/>
                  </a:lnTo>
                  <a:cubicBezTo>
                    <a:pt x="2556" y="0"/>
                    <a:pt x="0" y="2554"/>
                    <a:pt x="0" y="6384"/>
                  </a:cubicBezTo>
                  <a:lnTo>
                    <a:pt x="0" y="67032"/>
                  </a:lnTo>
                  <a:cubicBezTo>
                    <a:pt x="0" y="70862"/>
                    <a:pt x="2556" y="73416"/>
                    <a:pt x="6390" y="73416"/>
                  </a:cubicBezTo>
                  <a:cubicBezTo>
                    <a:pt x="10224" y="73416"/>
                    <a:pt x="12780" y="70862"/>
                    <a:pt x="12780" y="67032"/>
                  </a:cubicBezTo>
                  <a:lnTo>
                    <a:pt x="12780" y="12768"/>
                  </a:lnTo>
                  <a:lnTo>
                    <a:pt x="112463" y="12768"/>
                  </a:lnTo>
                  <a:lnTo>
                    <a:pt x="112463" y="151939"/>
                  </a:lnTo>
                  <a:lnTo>
                    <a:pt x="12780" y="151939"/>
                  </a:lnTo>
                  <a:lnTo>
                    <a:pt x="12780" y="143001"/>
                  </a:lnTo>
                  <a:cubicBezTo>
                    <a:pt x="12780" y="139171"/>
                    <a:pt x="10224" y="136617"/>
                    <a:pt x="6390" y="136617"/>
                  </a:cubicBezTo>
                  <a:cubicBezTo>
                    <a:pt x="2556" y="136617"/>
                    <a:pt x="0" y="139171"/>
                    <a:pt x="0" y="143001"/>
                  </a:cubicBezTo>
                  <a:lnTo>
                    <a:pt x="0" y="158323"/>
                  </a:lnTo>
                  <a:cubicBezTo>
                    <a:pt x="0" y="162153"/>
                    <a:pt x="2556" y="164707"/>
                    <a:pt x="6390" y="164707"/>
                  </a:cubicBezTo>
                  <a:lnTo>
                    <a:pt x="118853" y="164707"/>
                  </a:lnTo>
                  <a:cubicBezTo>
                    <a:pt x="122687" y="164707"/>
                    <a:pt x="125243" y="162153"/>
                    <a:pt x="125243" y="158323"/>
                  </a:cubicBezTo>
                  <a:lnTo>
                    <a:pt x="125243" y="6384"/>
                  </a:lnTo>
                  <a:cubicBezTo>
                    <a:pt x="125243" y="3192"/>
                    <a:pt x="122048" y="0"/>
                    <a:pt x="118853" y="0"/>
                  </a:cubicBezTo>
                  <a:close/>
                </a:path>
              </a:pathLst>
            </a:custGeom>
            <a:solidFill>
              <a:srgbClr val="43B02A"/>
            </a:solidFill>
            <a:ln w="6390" cap="flat">
              <a:noFill/>
              <a:prstDash val="solid"/>
              <a:miter/>
            </a:ln>
          </p:spPr>
          <p:txBody>
            <a:bodyPr rtlCol="0" anchor="ctr"/>
            <a:lstStyle/>
            <a:p>
              <a:endParaRPr lang="en-US"/>
            </a:p>
          </p:txBody>
        </p:sp>
        <p:sp>
          <p:nvSpPr>
            <p:cNvPr id="830" name="Graphic 4">
              <a:extLst>
                <a:ext uri="{FF2B5EF4-FFF2-40B4-BE49-F238E27FC236}">
                  <a16:creationId xmlns:a16="http://schemas.microsoft.com/office/drawing/2014/main" id="{F5CC4C0E-E94D-7043-9A7E-8FF38CA98C6B}"/>
                </a:ext>
              </a:extLst>
            </p:cNvPr>
            <p:cNvSpPr/>
            <p:nvPr/>
          </p:nvSpPr>
          <p:spPr>
            <a:xfrm>
              <a:off x="5791175" y="1022876"/>
              <a:ext cx="52421" cy="52986"/>
            </a:xfrm>
            <a:custGeom>
              <a:avLst/>
              <a:gdLst>
                <a:gd name="connsiteX0" fmla="*/ 26223 w 52421"/>
                <a:gd name="connsiteY0" fmla="*/ 52987 h 52986"/>
                <a:gd name="connsiteX1" fmla="*/ 52422 w 52421"/>
                <a:gd name="connsiteY1" fmla="*/ 26174 h 52986"/>
                <a:gd name="connsiteX2" fmla="*/ 26223 w 52421"/>
                <a:gd name="connsiteY2" fmla="*/ 0 h 52986"/>
                <a:gd name="connsiteX3" fmla="*/ 24 w 52421"/>
                <a:gd name="connsiteY3" fmla="*/ 26174 h 52986"/>
                <a:gd name="connsiteX4" fmla="*/ 26223 w 52421"/>
                <a:gd name="connsiteY4" fmla="*/ 52987 h 52986"/>
                <a:gd name="connsiteX5" fmla="*/ 26223 w 52421"/>
                <a:gd name="connsiteY5" fmla="*/ 12768 h 52986"/>
                <a:gd name="connsiteX6" fmla="*/ 39642 w 52421"/>
                <a:gd name="connsiteY6" fmla="*/ 26174 h 52986"/>
                <a:gd name="connsiteX7" fmla="*/ 26223 w 52421"/>
                <a:gd name="connsiteY7" fmla="*/ 39581 h 52986"/>
                <a:gd name="connsiteX8" fmla="*/ 12804 w 52421"/>
                <a:gd name="connsiteY8" fmla="*/ 26174 h 52986"/>
                <a:gd name="connsiteX9" fmla="*/ 26223 w 52421"/>
                <a:gd name="connsiteY9" fmla="*/ 12768 h 52986"/>
                <a:gd name="connsiteX10" fmla="*/ 26223 w 52421"/>
                <a:gd name="connsiteY10" fmla="*/ 12768 h 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21" h="52986">
                  <a:moveTo>
                    <a:pt x="26223" y="52987"/>
                  </a:moveTo>
                  <a:cubicBezTo>
                    <a:pt x="40920" y="52987"/>
                    <a:pt x="52422" y="40857"/>
                    <a:pt x="52422" y="26174"/>
                  </a:cubicBezTo>
                  <a:cubicBezTo>
                    <a:pt x="52422" y="11491"/>
                    <a:pt x="40281" y="0"/>
                    <a:pt x="26223" y="0"/>
                  </a:cubicBezTo>
                  <a:cubicBezTo>
                    <a:pt x="11526" y="0"/>
                    <a:pt x="24" y="12130"/>
                    <a:pt x="24" y="26174"/>
                  </a:cubicBezTo>
                  <a:cubicBezTo>
                    <a:pt x="-615" y="40857"/>
                    <a:pt x="11526" y="52987"/>
                    <a:pt x="26223" y="52987"/>
                  </a:cubicBezTo>
                  <a:close/>
                  <a:moveTo>
                    <a:pt x="26223" y="12768"/>
                  </a:moveTo>
                  <a:cubicBezTo>
                    <a:pt x="33891" y="12768"/>
                    <a:pt x="39642" y="19152"/>
                    <a:pt x="39642" y="26174"/>
                  </a:cubicBezTo>
                  <a:cubicBezTo>
                    <a:pt x="39642" y="33835"/>
                    <a:pt x="33252" y="39581"/>
                    <a:pt x="26223" y="39581"/>
                  </a:cubicBezTo>
                  <a:cubicBezTo>
                    <a:pt x="18555" y="39581"/>
                    <a:pt x="12804" y="33197"/>
                    <a:pt x="12804" y="26174"/>
                  </a:cubicBezTo>
                  <a:cubicBezTo>
                    <a:pt x="12165" y="19152"/>
                    <a:pt x="18555" y="12768"/>
                    <a:pt x="26223" y="12768"/>
                  </a:cubicBezTo>
                  <a:cubicBezTo>
                    <a:pt x="26223" y="12768"/>
                    <a:pt x="26223" y="12768"/>
                    <a:pt x="26223" y="12768"/>
                  </a:cubicBezTo>
                  <a:close/>
                </a:path>
              </a:pathLst>
            </a:custGeom>
            <a:solidFill>
              <a:srgbClr val="43B02A"/>
            </a:solidFill>
            <a:ln w="6390" cap="flat">
              <a:noFill/>
              <a:prstDash val="solid"/>
              <a:miter/>
            </a:ln>
          </p:spPr>
          <p:txBody>
            <a:bodyPr rtlCol="0" anchor="ctr"/>
            <a:lstStyle/>
            <a:p>
              <a:endParaRPr lang="en-US"/>
            </a:p>
          </p:txBody>
        </p:sp>
        <p:sp>
          <p:nvSpPr>
            <p:cNvPr id="831" name="Graphic 4">
              <a:extLst>
                <a:ext uri="{FF2B5EF4-FFF2-40B4-BE49-F238E27FC236}">
                  <a16:creationId xmlns:a16="http://schemas.microsoft.com/office/drawing/2014/main" id="{F4748C3B-0A23-034B-AE8A-9DEAE8A49BDD}"/>
                </a:ext>
              </a:extLst>
            </p:cNvPr>
            <p:cNvSpPr/>
            <p:nvPr/>
          </p:nvSpPr>
          <p:spPr>
            <a:xfrm>
              <a:off x="5778420" y="1091787"/>
              <a:ext cx="146968" cy="90049"/>
            </a:xfrm>
            <a:custGeom>
              <a:avLst/>
              <a:gdLst>
                <a:gd name="connsiteX0" fmla="*/ 107351 w 146968"/>
                <a:gd name="connsiteY0" fmla="*/ 49831 h 90049"/>
                <a:gd name="connsiteX1" fmla="*/ 115658 w 146968"/>
                <a:gd name="connsiteY1" fmla="*/ 49192 h 90049"/>
                <a:gd name="connsiteX2" fmla="*/ 145052 w 146968"/>
                <a:gd name="connsiteY2" fmla="*/ 18549 h 90049"/>
                <a:gd name="connsiteX3" fmla="*/ 145052 w 146968"/>
                <a:gd name="connsiteY3" fmla="*/ 9612 h 90049"/>
                <a:gd name="connsiteX4" fmla="*/ 136106 w 146968"/>
                <a:gd name="connsiteY4" fmla="*/ 9612 h 90049"/>
                <a:gd name="connsiteX5" fmla="*/ 110546 w 146968"/>
                <a:gd name="connsiteY5" fmla="*/ 36424 h 90049"/>
                <a:gd name="connsiteX6" fmla="*/ 77957 w 146968"/>
                <a:gd name="connsiteY6" fmla="*/ 11527 h 90049"/>
                <a:gd name="connsiteX7" fmla="*/ 77957 w 146968"/>
                <a:gd name="connsiteY7" fmla="*/ 11527 h 90049"/>
                <a:gd name="connsiteX8" fmla="*/ 77957 w 146968"/>
                <a:gd name="connsiteY8" fmla="*/ 11527 h 90049"/>
                <a:gd name="connsiteX9" fmla="*/ 3195 w 146968"/>
                <a:gd name="connsiteY9" fmla="*/ 8973 h 90049"/>
                <a:gd name="connsiteX10" fmla="*/ 0 w 146968"/>
                <a:gd name="connsiteY10" fmla="*/ 14719 h 90049"/>
                <a:gd name="connsiteX11" fmla="*/ 0 w 146968"/>
                <a:gd name="connsiteY11" fmla="*/ 83666 h 90049"/>
                <a:gd name="connsiteX12" fmla="*/ 6390 w 146968"/>
                <a:gd name="connsiteY12" fmla="*/ 90050 h 90049"/>
                <a:gd name="connsiteX13" fmla="*/ 12780 w 146968"/>
                <a:gd name="connsiteY13" fmla="*/ 83666 h 90049"/>
                <a:gd name="connsiteX14" fmla="*/ 12780 w 146968"/>
                <a:gd name="connsiteY14" fmla="*/ 18549 h 90049"/>
                <a:gd name="connsiteX15" fmla="*/ 67734 w 146968"/>
                <a:gd name="connsiteY15" fmla="*/ 20464 h 90049"/>
                <a:gd name="connsiteX16" fmla="*/ 67734 w 146968"/>
                <a:gd name="connsiteY16" fmla="*/ 83666 h 90049"/>
                <a:gd name="connsiteX17" fmla="*/ 74124 w 146968"/>
                <a:gd name="connsiteY17" fmla="*/ 90050 h 90049"/>
                <a:gd name="connsiteX18" fmla="*/ 80513 w 146968"/>
                <a:gd name="connsiteY18" fmla="*/ 83666 h 90049"/>
                <a:gd name="connsiteX19" fmla="*/ 80513 w 146968"/>
                <a:gd name="connsiteY19" fmla="*/ 29402 h 90049"/>
                <a:gd name="connsiteX20" fmla="*/ 107351 w 146968"/>
                <a:gd name="connsiteY20" fmla="*/ 49831 h 90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6968" h="90049">
                  <a:moveTo>
                    <a:pt x="107351" y="49831"/>
                  </a:moveTo>
                  <a:cubicBezTo>
                    <a:pt x="109907" y="51746"/>
                    <a:pt x="113741" y="51746"/>
                    <a:pt x="115658" y="49192"/>
                  </a:cubicBezTo>
                  <a:lnTo>
                    <a:pt x="145052" y="18549"/>
                  </a:lnTo>
                  <a:cubicBezTo>
                    <a:pt x="147608" y="15996"/>
                    <a:pt x="147608" y="12165"/>
                    <a:pt x="145052" y="9612"/>
                  </a:cubicBezTo>
                  <a:cubicBezTo>
                    <a:pt x="142496" y="7058"/>
                    <a:pt x="138662" y="7058"/>
                    <a:pt x="136106" y="9612"/>
                  </a:cubicBezTo>
                  <a:lnTo>
                    <a:pt x="110546" y="36424"/>
                  </a:lnTo>
                  <a:lnTo>
                    <a:pt x="77957" y="11527"/>
                  </a:lnTo>
                  <a:lnTo>
                    <a:pt x="77957" y="11527"/>
                  </a:lnTo>
                  <a:lnTo>
                    <a:pt x="77957" y="11527"/>
                  </a:lnTo>
                  <a:cubicBezTo>
                    <a:pt x="43451" y="-12094"/>
                    <a:pt x="5112" y="7696"/>
                    <a:pt x="3195" y="8973"/>
                  </a:cubicBezTo>
                  <a:cubicBezTo>
                    <a:pt x="1278" y="10250"/>
                    <a:pt x="0" y="12165"/>
                    <a:pt x="0" y="14719"/>
                  </a:cubicBezTo>
                  <a:lnTo>
                    <a:pt x="0" y="83666"/>
                  </a:lnTo>
                  <a:cubicBezTo>
                    <a:pt x="0" y="87496"/>
                    <a:pt x="2556" y="90050"/>
                    <a:pt x="6390" y="90050"/>
                  </a:cubicBezTo>
                  <a:cubicBezTo>
                    <a:pt x="10224" y="90050"/>
                    <a:pt x="12780" y="87496"/>
                    <a:pt x="12780" y="83666"/>
                  </a:cubicBezTo>
                  <a:lnTo>
                    <a:pt x="12780" y="18549"/>
                  </a:lnTo>
                  <a:cubicBezTo>
                    <a:pt x="21726" y="14719"/>
                    <a:pt x="45369" y="7058"/>
                    <a:pt x="67734" y="20464"/>
                  </a:cubicBezTo>
                  <a:lnTo>
                    <a:pt x="67734" y="83666"/>
                  </a:lnTo>
                  <a:cubicBezTo>
                    <a:pt x="67734" y="87496"/>
                    <a:pt x="70289" y="90050"/>
                    <a:pt x="74124" y="90050"/>
                  </a:cubicBezTo>
                  <a:cubicBezTo>
                    <a:pt x="77957" y="90050"/>
                    <a:pt x="80513" y="87496"/>
                    <a:pt x="80513" y="83666"/>
                  </a:cubicBezTo>
                  <a:lnTo>
                    <a:pt x="80513" y="29402"/>
                  </a:lnTo>
                  <a:lnTo>
                    <a:pt x="107351" y="49831"/>
                  </a:lnTo>
                  <a:close/>
                </a:path>
              </a:pathLst>
            </a:custGeom>
            <a:solidFill>
              <a:srgbClr val="43B02A"/>
            </a:solidFill>
            <a:ln w="6390" cap="flat">
              <a:noFill/>
              <a:prstDash val="solid"/>
              <a:miter/>
            </a:ln>
          </p:spPr>
          <p:txBody>
            <a:bodyPr rtlCol="0" anchor="ctr"/>
            <a:lstStyle/>
            <a:p>
              <a:endParaRPr lang="en-US"/>
            </a:p>
          </p:txBody>
        </p:sp>
      </p:grpSp>
      <p:grpSp>
        <p:nvGrpSpPr>
          <p:cNvPr id="832" name="Graphic 4">
            <a:extLst>
              <a:ext uri="{FF2B5EF4-FFF2-40B4-BE49-F238E27FC236}">
                <a16:creationId xmlns:a16="http://schemas.microsoft.com/office/drawing/2014/main" id="{7FA47F1C-A3B4-4347-850B-5E23594CC8C4}"/>
              </a:ext>
            </a:extLst>
          </p:cNvPr>
          <p:cNvGrpSpPr>
            <a:grpSpLocks noChangeAspect="1"/>
          </p:cNvGrpSpPr>
          <p:nvPr/>
        </p:nvGrpSpPr>
        <p:grpSpPr>
          <a:xfrm>
            <a:off x="1515054" y="1885990"/>
            <a:ext cx="362309" cy="362610"/>
            <a:chOff x="1515054" y="1885990"/>
            <a:chExt cx="362309" cy="362610"/>
          </a:xfrm>
          <a:solidFill>
            <a:srgbClr val="046A38"/>
          </a:solidFill>
        </p:grpSpPr>
        <p:sp>
          <p:nvSpPr>
            <p:cNvPr id="833" name="Graphic 4">
              <a:extLst>
                <a:ext uri="{FF2B5EF4-FFF2-40B4-BE49-F238E27FC236}">
                  <a16:creationId xmlns:a16="http://schemas.microsoft.com/office/drawing/2014/main" id="{39847D4B-6D1B-2247-8B59-F4D7BF053E5B}"/>
                </a:ext>
              </a:extLst>
            </p:cNvPr>
            <p:cNvSpPr/>
            <p:nvPr/>
          </p:nvSpPr>
          <p:spPr>
            <a:xfrm>
              <a:off x="1515054" y="1885990"/>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180835 w 362309"/>
                <a:gd name="connsiteY6" fmla="*/ 348565 h 362610"/>
                <a:gd name="connsiteX7" fmla="*/ 12780 w 362309"/>
                <a:gd name="connsiteY7" fmla="*/ 180028 h 362610"/>
                <a:gd name="connsiteX8" fmla="*/ 181474 w 362309"/>
                <a:gd name="connsiteY8" fmla="*/ 11491 h 362610"/>
                <a:gd name="connsiteX9" fmla="*/ 349529 w 362309"/>
                <a:gd name="connsiteY9" fmla="*/ 180028 h 362610"/>
                <a:gd name="connsiteX10" fmla="*/ 349529 w 362309"/>
                <a:gd name="connsiteY10" fmla="*/ 180028 h 362610"/>
                <a:gd name="connsiteX11" fmla="*/ 180835 w 362309"/>
                <a:gd name="connsiteY11" fmla="*/ 348565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1670" y="80438"/>
                    <a:pt x="280518" y="0"/>
                    <a:pt x="180835" y="0"/>
                  </a:cubicBezTo>
                  <a:lnTo>
                    <a:pt x="180835" y="0"/>
                  </a:lnTo>
                  <a:close/>
                  <a:moveTo>
                    <a:pt x="180835" y="348565"/>
                  </a:moveTo>
                  <a:cubicBezTo>
                    <a:pt x="87542" y="348565"/>
                    <a:pt x="12780" y="273235"/>
                    <a:pt x="12780" y="180028"/>
                  </a:cubicBezTo>
                  <a:cubicBezTo>
                    <a:pt x="12780" y="86822"/>
                    <a:pt x="88181" y="11491"/>
                    <a:pt x="181474" y="11491"/>
                  </a:cubicBezTo>
                  <a:cubicBezTo>
                    <a:pt x="274767" y="11491"/>
                    <a:pt x="349529" y="86822"/>
                    <a:pt x="349529" y="180028"/>
                  </a:cubicBezTo>
                  <a:cubicBezTo>
                    <a:pt x="349529" y="180028"/>
                    <a:pt x="349529" y="180028"/>
                    <a:pt x="349529" y="180028"/>
                  </a:cubicBezTo>
                  <a:cubicBezTo>
                    <a:pt x="348891" y="273235"/>
                    <a:pt x="273489" y="348565"/>
                    <a:pt x="180835" y="348565"/>
                  </a:cubicBezTo>
                  <a:close/>
                </a:path>
              </a:pathLst>
            </a:custGeom>
            <a:solidFill>
              <a:srgbClr val="046A38"/>
            </a:solidFill>
            <a:ln w="6390" cap="flat">
              <a:noFill/>
              <a:prstDash val="solid"/>
              <a:miter/>
            </a:ln>
          </p:spPr>
          <p:txBody>
            <a:bodyPr rtlCol="0" anchor="ctr"/>
            <a:lstStyle/>
            <a:p>
              <a:endParaRPr lang="en-US"/>
            </a:p>
          </p:txBody>
        </p:sp>
        <p:sp>
          <p:nvSpPr>
            <p:cNvPr id="834" name="Graphic 4">
              <a:extLst>
                <a:ext uri="{FF2B5EF4-FFF2-40B4-BE49-F238E27FC236}">
                  <a16:creationId xmlns:a16="http://schemas.microsoft.com/office/drawing/2014/main" id="{377D532A-B2A2-E94E-8E74-E1DE2BDE54ED}"/>
                </a:ext>
              </a:extLst>
            </p:cNvPr>
            <p:cNvSpPr/>
            <p:nvPr/>
          </p:nvSpPr>
          <p:spPr>
            <a:xfrm>
              <a:off x="1578831" y="1971376"/>
              <a:ext cx="233355" cy="190402"/>
            </a:xfrm>
            <a:custGeom>
              <a:avLst/>
              <a:gdLst>
                <a:gd name="connsiteX0" fmla="*/ 225687 w 233355"/>
                <a:gd name="connsiteY0" fmla="*/ 160 h 190402"/>
                <a:gd name="connsiteX1" fmla="*/ 4595 w 233355"/>
                <a:gd name="connsiteY1" fmla="*/ 61446 h 190402"/>
                <a:gd name="connsiteX2" fmla="*/ 122 w 233355"/>
                <a:gd name="connsiteY2" fmla="*/ 69107 h 190402"/>
                <a:gd name="connsiteX3" fmla="*/ 2678 w 233355"/>
                <a:gd name="connsiteY3" fmla="*/ 72937 h 190402"/>
                <a:gd name="connsiteX4" fmla="*/ 65300 w 233355"/>
                <a:gd name="connsiteY4" fmla="*/ 116348 h 190402"/>
                <a:gd name="connsiteX5" fmla="*/ 44213 w 233355"/>
                <a:gd name="connsiteY5" fmla="*/ 177634 h 190402"/>
                <a:gd name="connsiteX6" fmla="*/ 46769 w 233355"/>
                <a:gd name="connsiteY6" fmla="*/ 184657 h 190402"/>
                <a:gd name="connsiteX7" fmla="*/ 50603 w 233355"/>
                <a:gd name="connsiteY7" fmla="*/ 185933 h 190402"/>
                <a:gd name="connsiteX8" fmla="*/ 54437 w 233355"/>
                <a:gd name="connsiteY8" fmla="*/ 184657 h 190402"/>
                <a:gd name="connsiteX9" fmla="*/ 92777 w 233355"/>
                <a:gd name="connsiteY9" fmla="*/ 152737 h 190402"/>
                <a:gd name="connsiteX10" fmla="*/ 116419 w 233355"/>
                <a:gd name="connsiteY10" fmla="*/ 187849 h 190402"/>
                <a:gd name="connsiteX11" fmla="*/ 121531 w 233355"/>
                <a:gd name="connsiteY11" fmla="*/ 190402 h 190402"/>
                <a:gd name="connsiteX12" fmla="*/ 121531 w 233355"/>
                <a:gd name="connsiteY12" fmla="*/ 190402 h 190402"/>
                <a:gd name="connsiteX13" fmla="*/ 126643 w 233355"/>
                <a:gd name="connsiteY13" fmla="*/ 187210 h 190402"/>
                <a:gd name="connsiteX14" fmla="*/ 230799 w 233355"/>
                <a:gd name="connsiteY14" fmla="*/ 11651 h 190402"/>
                <a:gd name="connsiteX15" fmla="*/ 230799 w 233355"/>
                <a:gd name="connsiteY15" fmla="*/ 11651 h 190402"/>
                <a:gd name="connsiteX16" fmla="*/ 232716 w 233355"/>
                <a:gd name="connsiteY16" fmla="*/ 3990 h 190402"/>
                <a:gd name="connsiteX17" fmla="*/ 225687 w 233355"/>
                <a:gd name="connsiteY17" fmla="*/ 160 h 190402"/>
                <a:gd name="connsiteX18" fmla="*/ 193098 w 233355"/>
                <a:gd name="connsiteY18" fmla="*/ 22504 h 190402"/>
                <a:gd name="connsiteX19" fmla="*/ 72968 w 233355"/>
                <a:gd name="connsiteY19" fmla="*/ 105495 h 190402"/>
                <a:gd name="connsiteX20" fmla="*/ 21209 w 233355"/>
                <a:gd name="connsiteY20" fmla="*/ 69745 h 190402"/>
                <a:gd name="connsiteX21" fmla="*/ 193098 w 233355"/>
                <a:gd name="connsiteY21" fmla="*/ 22504 h 190402"/>
                <a:gd name="connsiteX22" fmla="*/ 75524 w 233355"/>
                <a:gd name="connsiteY22" fmla="*/ 125924 h 190402"/>
                <a:gd name="connsiteX23" fmla="*/ 85748 w 233355"/>
                <a:gd name="connsiteY23" fmla="*/ 141884 h 190402"/>
                <a:gd name="connsiteX24" fmla="*/ 64022 w 233355"/>
                <a:gd name="connsiteY24" fmla="*/ 160397 h 190402"/>
                <a:gd name="connsiteX25" fmla="*/ 75524 w 233355"/>
                <a:gd name="connsiteY25" fmla="*/ 125924 h 190402"/>
                <a:gd name="connsiteX26" fmla="*/ 121531 w 233355"/>
                <a:gd name="connsiteY26" fmla="*/ 171889 h 190402"/>
                <a:gd name="connsiteX27" fmla="*/ 99806 w 233355"/>
                <a:gd name="connsiteY27" fmla="*/ 139969 h 190402"/>
                <a:gd name="connsiteX28" fmla="*/ 83192 w 233355"/>
                <a:gd name="connsiteY28" fmla="*/ 114433 h 190402"/>
                <a:gd name="connsiteX29" fmla="*/ 205878 w 233355"/>
                <a:gd name="connsiteY29" fmla="*/ 29526 h 190402"/>
                <a:gd name="connsiteX30" fmla="*/ 121531 w 233355"/>
                <a:gd name="connsiteY30" fmla="*/ 171889 h 19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33355" h="190402">
                  <a:moveTo>
                    <a:pt x="225687" y="160"/>
                  </a:moveTo>
                  <a:lnTo>
                    <a:pt x="4595" y="61446"/>
                  </a:lnTo>
                  <a:cubicBezTo>
                    <a:pt x="1400" y="62084"/>
                    <a:pt x="-517" y="65915"/>
                    <a:pt x="122" y="69107"/>
                  </a:cubicBezTo>
                  <a:cubicBezTo>
                    <a:pt x="761" y="70383"/>
                    <a:pt x="1400" y="71660"/>
                    <a:pt x="2678" y="72937"/>
                  </a:cubicBezTo>
                  <a:lnTo>
                    <a:pt x="65300" y="116348"/>
                  </a:lnTo>
                  <a:lnTo>
                    <a:pt x="44213" y="177634"/>
                  </a:lnTo>
                  <a:cubicBezTo>
                    <a:pt x="43574" y="180188"/>
                    <a:pt x="44213" y="183380"/>
                    <a:pt x="46769" y="184657"/>
                  </a:cubicBezTo>
                  <a:cubicBezTo>
                    <a:pt x="48047" y="185295"/>
                    <a:pt x="49325" y="185933"/>
                    <a:pt x="50603" y="185933"/>
                  </a:cubicBezTo>
                  <a:cubicBezTo>
                    <a:pt x="51881" y="185933"/>
                    <a:pt x="53798" y="185295"/>
                    <a:pt x="54437" y="184657"/>
                  </a:cubicBezTo>
                  <a:lnTo>
                    <a:pt x="92777" y="152737"/>
                  </a:lnTo>
                  <a:lnTo>
                    <a:pt x="116419" y="187849"/>
                  </a:lnTo>
                  <a:cubicBezTo>
                    <a:pt x="117697" y="189764"/>
                    <a:pt x="119614" y="190402"/>
                    <a:pt x="121531" y="190402"/>
                  </a:cubicBezTo>
                  <a:lnTo>
                    <a:pt x="121531" y="190402"/>
                  </a:lnTo>
                  <a:cubicBezTo>
                    <a:pt x="123448" y="190402"/>
                    <a:pt x="126004" y="189125"/>
                    <a:pt x="126643" y="187210"/>
                  </a:cubicBezTo>
                  <a:lnTo>
                    <a:pt x="230799" y="11651"/>
                  </a:lnTo>
                  <a:lnTo>
                    <a:pt x="230799" y="11651"/>
                  </a:lnTo>
                  <a:cubicBezTo>
                    <a:pt x="233355" y="9736"/>
                    <a:pt x="233994" y="6544"/>
                    <a:pt x="232716" y="3990"/>
                  </a:cubicBezTo>
                  <a:cubicBezTo>
                    <a:pt x="232077" y="798"/>
                    <a:pt x="228882" y="-479"/>
                    <a:pt x="225687" y="160"/>
                  </a:cubicBezTo>
                  <a:close/>
                  <a:moveTo>
                    <a:pt x="193098" y="22504"/>
                  </a:moveTo>
                  <a:lnTo>
                    <a:pt x="72968" y="105495"/>
                  </a:lnTo>
                  <a:lnTo>
                    <a:pt x="21209" y="69745"/>
                  </a:lnTo>
                  <a:lnTo>
                    <a:pt x="193098" y="22504"/>
                  </a:lnTo>
                  <a:close/>
                  <a:moveTo>
                    <a:pt x="75524" y="125924"/>
                  </a:moveTo>
                  <a:lnTo>
                    <a:pt x="85748" y="141884"/>
                  </a:lnTo>
                  <a:lnTo>
                    <a:pt x="64022" y="160397"/>
                  </a:lnTo>
                  <a:lnTo>
                    <a:pt x="75524" y="125924"/>
                  </a:lnTo>
                  <a:close/>
                  <a:moveTo>
                    <a:pt x="121531" y="171889"/>
                  </a:moveTo>
                  <a:lnTo>
                    <a:pt x="99806" y="139969"/>
                  </a:lnTo>
                  <a:lnTo>
                    <a:pt x="83192" y="114433"/>
                  </a:lnTo>
                  <a:lnTo>
                    <a:pt x="205878" y="29526"/>
                  </a:lnTo>
                  <a:lnTo>
                    <a:pt x="121531" y="171889"/>
                  </a:lnTo>
                  <a:close/>
                </a:path>
              </a:pathLst>
            </a:custGeom>
            <a:solidFill>
              <a:srgbClr val="046A38"/>
            </a:solidFill>
            <a:ln w="6390" cap="flat">
              <a:noFill/>
              <a:prstDash val="solid"/>
              <a:miter/>
            </a:ln>
          </p:spPr>
          <p:txBody>
            <a:bodyPr rtlCol="0" anchor="ctr"/>
            <a:lstStyle/>
            <a:p>
              <a:endParaRPr lang="en-US"/>
            </a:p>
          </p:txBody>
        </p:sp>
      </p:grpSp>
      <p:grpSp>
        <p:nvGrpSpPr>
          <p:cNvPr id="835" name="Graphic 4">
            <a:extLst>
              <a:ext uri="{FF2B5EF4-FFF2-40B4-BE49-F238E27FC236}">
                <a16:creationId xmlns:a16="http://schemas.microsoft.com/office/drawing/2014/main" id="{5B9D09E2-30F9-494D-A85D-1DE0CEE023E0}"/>
              </a:ext>
            </a:extLst>
          </p:cNvPr>
          <p:cNvGrpSpPr>
            <a:grpSpLocks noChangeAspect="1"/>
          </p:cNvGrpSpPr>
          <p:nvPr/>
        </p:nvGrpSpPr>
        <p:grpSpPr>
          <a:xfrm>
            <a:off x="467743" y="2855717"/>
            <a:ext cx="361670" cy="362610"/>
            <a:chOff x="467743" y="2855717"/>
            <a:chExt cx="361670" cy="362610"/>
          </a:xfrm>
          <a:solidFill>
            <a:srgbClr val="046A38"/>
          </a:solidFill>
        </p:grpSpPr>
        <p:sp>
          <p:nvSpPr>
            <p:cNvPr id="836" name="Graphic 4">
              <a:extLst>
                <a:ext uri="{FF2B5EF4-FFF2-40B4-BE49-F238E27FC236}">
                  <a16:creationId xmlns:a16="http://schemas.microsoft.com/office/drawing/2014/main" id="{348392B1-8556-2145-9C21-D00F63D2A95E}"/>
                </a:ext>
              </a:extLst>
            </p:cNvPr>
            <p:cNvSpPr/>
            <p:nvPr/>
          </p:nvSpPr>
          <p:spPr>
            <a:xfrm>
              <a:off x="467743" y="2855717"/>
              <a:ext cx="361670" cy="362610"/>
            </a:xfrm>
            <a:custGeom>
              <a:avLst/>
              <a:gdLst>
                <a:gd name="connsiteX0" fmla="*/ 180835 w 361670"/>
                <a:gd name="connsiteY0" fmla="*/ 0 h 362610"/>
                <a:gd name="connsiteX1" fmla="*/ 0 w 361670"/>
                <a:gd name="connsiteY1" fmla="*/ 181305 h 362610"/>
                <a:gd name="connsiteX2" fmla="*/ 180835 w 361670"/>
                <a:gd name="connsiteY2" fmla="*/ 362610 h 362610"/>
                <a:gd name="connsiteX3" fmla="*/ 361670 w 361670"/>
                <a:gd name="connsiteY3" fmla="*/ 181305 h 362610"/>
                <a:gd name="connsiteX4" fmla="*/ 361670 w 361670"/>
                <a:gd name="connsiteY4" fmla="*/ 181305 h 362610"/>
                <a:gd name="connsiteX5" fmla="*/ 180835 w 361670"/>
                <a:gd name="connsiteY5" fmla="*/ 0 h 362610"/>
                <a:gd name="connsiteX6" fmla="*/ 180835 w 361670"/>
                <a:gd name="connsiteY6" fmla="*/ 0 h 362610"/>
                <a:gd name="connsiteX7" fmla="*/ 180835 w 361670"/>
                <a:gd name="connsiteY7" fmla="*/ 349204 h 362610"/>
                <a:gd name="connsiteX8" fmla="*/ 12780 w 361670"/>
                <a:gd name="connsiteY8" fmla="*/ 180667 h 362610"/>
                <a:gd name="connsiteX9" fmla="*/ 180835 w 361670"/>
                <a:gd name="connsiteY9" fmla="*/ 12130 h 362610"/>
                <a:gd name="connsiteX10" fmla="*/ 348891 w 361670"/>
                <a:gd name="connsiteY10" fmla="*/ 180667 h 362610"/>
                <a:gd name="connsiteX11" fmla="*/ 180835 w 361670"/>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2610">
                  <a:moveTo>
                    <a:pt x="180835" y="0"/>
                  </a:moveTo>
                  <a:cubicBezTo>
                    <a:pt x="80513" y="0"/>
                    <a:pt x="0" y="81076"/>
                    <a:pt x="0" y="181305"/>
                  </a:cubicBezTo>
                  <a:cubicBezTo>
                    <a:pt x="0" y="281533"/>
                    <a:pt x="81152" y="362610"/>
                    <a:pt x="180835" y="362610"/>
                  </a:cubicBezTo>
                  <a:cubicBezTo>
                    <a:pt x="280518" y="362610"/>
                    <a:pt x="361670" y="281533"/>
                    <a:pt x="361670" y="181305"/>
                  </a:cubicBezTo>
                  <a:cubicBezTo>
                    <a:pt x="361670" y="181305"/>
                    <a:pt x="361670" y="181305"/>
                    <a:pt x="361670" y="181305"/>
                  </a:cubicBezTo>
                  <a:cubicBezTo>
                    <a:pt x="361670" y="80438"/>
                    <a:pt x="281157" y="0"/>
                    <a:pt x="180835" y="0"/>
                  </a:cubicBezTo>
                  <a:cubicBezTo>
                    <a:pt x="180835" y="0"/>
                    <a:pt x="180835" y="0"/>
                    <a:pt x="180835" y="0"/>
                  </a:cubicBezTo>
                  <a:close/>
                  <a:moveTo>
                    <a:pt x="180835" y="349204"/>
                  </a:moveTo>
                  <a:cubicBezTo>
                    <a:pt x="87542" y="349204"/>
                    <a:pt x="12780" y="273873"/>
                    <a:pt x="12780" y="180667"/>
                  </a:cubicBezTo>
                  <a:cubicBezTo>
                    <a:pt x="12780" y="87460"/>
                    <a:pt x="88181" y="12130"/>
                    <a:pt x="180835" y="12130"/>
                  </a:cubicBezTo>
                  <a:cubicBezTo>
                    <a:pt x="273489" y="12130"/>
                    <a:pt x="348891" y="87460"/>
                    <a:pt x="348891" y="180667"/>
                  </a:cubicBezTo>
                  <a:cubicBezTo>
                    <a:pt x="348891" y="273234"/>
                    <a:pt x="273489" y="348565"/>
                    <a:pt x="180835" y="349204"/>
                  </a:cubicBezTo>
                  <a:close/>
                </a:path>
              </a:pathLst>
            </a:custGeom>
            <a:solidFill>
              <a:srgbClr val="046A38"/>
            </a:solidFill>
            <a:ln w="6390" cap="flat">
              <a:noFill/>
              <a:prstDash val="solid"/>
              <a:miter/>
            </a:ln>
          </p:spPr>
          <p:txBody>
            <a:bodyPr rtlCol="0" anchor="ctr"/>
            <a:lstStyle/>
            <a:p>
              <a:endParaRPr lang="en-US"/>
            </a:p>
          </p:txBody>
        </p:sp>
        <p:sp>
          <p:nvSpPr>
            <p:cNvPr id="837" name="Graphic 4">
              <a:extLst>
                <a:ext uri="{FF2B5EF4-FFF2-40B4-BE49-F238E27FC236}">
                  <a16:creationId xmlns:a16="http://schemas.microsoft.com/office/drawing/2014/main" id="{881634B5-D472-824A-A425-EBDEAEDE21A8}"/>
                </a:ext>
              </a:extLst>
            </p:cNvPr>
            <p:cNvSpPr/>
            <p:nvPr/>
          </p:nvSpPr>
          <p:spPr>
            <a:xfrm>
              <a:off x="603210" y="2977651"/>
              <a:ext cx="92015" cy="121295"/>
            </a:xfrm>
            <a:custGeom>
              <a:avLst/>
              <a:gdLst>
                <a:gd name="connsiteX0" fmla="*/ 92015 w 92015"/>
                <a:gd name="connsiteY0" fmla="*/ 45965 h 121295"/>
                <a:gd name="connsiteX1" fmla="*/ 46008 w 92015"/>
                <a:gd name="connsiteY1" fmla="*/ 0 h 121295"/>
                <a:gd name="connsiteX2" fmla="*/ 46008 w 92015"/>
                <a:gd name="connsiteY2" fmla="*/ 0 h 121295"/>
                <a:gd name="connsiteX3" fmla="*/ 0 w 92015"/>
                <a:gd name="connsiteY3" fmla="*/ 45965 h 121295"/>
                <a:gd name="connsiteX4" fmla="*/ 6390 w 92015"/>
                <a:gd name="connsiteY4" fmla="*/ 69586 h 121295"/>
                <a:gd name="connsiteX5" fmla="*/ 37701 w 92015"/>
                <a:gd name="connsiteY5" fmla="*/ 116827 h 121295"/>
                <a:gd name="connsiteX6" fmla="*/ 46008 w 92015"/>
                <a:gd name="connsiteY6" fmla="*/ 121296 h 121295"/>
                <a:gd name="connsiteX7" fmla="*/ 46008 w 92015"/>
                <a:gd name="connsiteY7" fmla="*/ 121296 h 121295"/>
                <a:gd name="connsiteX8" fmla="*/ 54314 w 92015"/>
                <a:gd name="connsiteY8" fmla="*/ 116827 h 121295"/>
                <a:gd name="connsiteX9" fmla="*/ 85625 w 92015"/>
                <a:gd name="connsiteY9" fmla="*/ 69586 h 121295"/>
                <a:gd name="connsiteX10" fmla="*/ 92015 w 92015"/>
                <a:gd name="connsiteY10" fmla="*/ 45965 h 121295"/>
                <a:gd name="connsiteX11" fmla="*/ 74762 w 92015"/>
                <a:gd name="connsiteY11" fmla="*/ 62563 h 121295"/>
                <a:gd name="connsiteX12" fmla="*/ 46008 w 92015"/>
                <a:gd name="connsiteY12" fmla="*/ 106613 h 121295"/>
                <a:gd name="connsiteX13" fmla="*/ 17253 w 92015"/>
                <a:gd name="connsiteY13" fmla="*/ 63202 h 121295"/>
                <a:gd name="connsiteX14" fmla="*/ 12780 w 92015"/>
                <a:gd name="connsiteY14" fmla="*/ 46603 h 121295"/>
                <a:gd name="connsiteX15" fmla="*/ 46008 w 92015"/>
                <a:gd name="connsiteY15" fmla="*/ 13406 h 121295"/>
                <a:gd name="connsiteX16" fmla="*/ 46647 w 92015"/>
                <a:gd name="connsiteY16" fmla="*/ 13406 h 121295"/>
                <a:gd name="connsiteX17" fmla="*/ 79874 w 92015"/>
                <a:gd name="connsiteY17" fmla="*/ 46603 h 121295"/>
                <a:gd name="connsiteX18" fmla="*/ 74762 w 92015"/>
                <a:gd name="connsiteY18" fmla="*/ 62563 h 121295"/>
                <a:gd name="connsiteX19" fmla="*/ 74762 w 92015"/>
                <a:gd name="connsiteY19" fmla="*/ 62563 h 12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2015" h="121295">
                  <a:moveTo>
                    <a:pt x="92015" y="45965"/>
                  </a:moveTo>
                  <a:cubicBezTo>
                    <a:pt x="92015" y="20429"/>
                    <a:pt x="71567" y="0"/>
                    <a:pt x="46008" y="0"/>
                  </a:cubicBezTo>
                  <a:lnTo>
                    <a:pt x="46008" y="0"/>
                  </a:lnTo>
                  <a:cubicBezTo>
                    <a:pt x="20448" y="0"/>
                    <a:pt x="0" y="20429"/>
                    <a:pt x="0" y="45965"/>
                  </a:cubicBezTo>
                  <a:cubicBezTo>
                    <a:pt x="0" y="54264"/>
                    <a:pt x="1917" y="62563"/>
                    <a:pt x="6390" y="69586"/>
                  </a:cubicBezTo>
                  <a:lnTo>
                    <a:pt x="37701" y="116827"/>
                  </a:lnTo>
                  <a:cubicBezTo>
                    <a:pt x="39618" y="119381"/>
                    <a:pt x="42813" y="121296"/>
                    <a:pt x="46008" y="121296"/>
                  </a:cubicBezTo>
                  <a:lnTo>
                    <a:pt x="46008" y="121296"/>
                  </a:lnTo>
                  <a:cubicBezTo>
                    <a:pt x="49202" y="121296"/>
                    <a:pt x="52397" y="119381"/>
                    <a:pt x="54314" y="116827"/>
                  </a:cubicBezTo>
                  <a:lnTo>
                    <a:pt x="85625" y="69586"/>
                  </a:lnTo>
                  <a:cubicBezTo>
                    <a:pt x="89459" y="61925"/>
                    <a:pt x="92015" y="54264"/>
                    <a:pt x="92015" y="45965"/>
                  </a:cubicBezTo>
                  <a:close/>
                  <a:moveTo>
                    <a:pt x="74762" y="62563"/>
                  </a:moveTo>
                  <a:lnTo>
                    <a:pt x="46008" y="106613"/>
                  </a:lnTo>
                  <a:lnTo>
                    <a:pt x="17253" y="63202"/>
                  </a:lnTo>
                  <a:cubicBezTo>
                    <a:pt x="14058" y="58094"/>
                    <a:pt x="12141" y="52349"/>
                    <a:pt x="12780" y="46603"/>
                  </a:cubicBezTo>
                  <a:cubicBezTo>
                    <a:pt x="12780" y="28090"/>
                    <a:pt x="27477" y="13406"/>
                    <a:pt x="46008" y="13406"/>
                  </a:cubicBezTo>
                  <a:lnTo>
                    <a:pt x="46647" y="13406"/>
                  </a:lnTo>
                  <a:cubicBezTo>
                    <a:pt x="65177" y="13406"/>
                    <a:pt x="79874" y="28728"/>
                    <a:pt x="79874" y="46603"/>
                  </a:cubicBezTo>
                  <a:cubicBezTo>
                    <a:pt x="79235" y="51710"/>
                    <a:pt x="77957" y="57456"/>
                    <a:pt x="74762" y="62563"/>
                  </a:cubicBezTo>
                  <a:lnTo>
                    <a:pt x="74762" y="62563"/>
                  </a:lnTo>
                  <a:close/>
                </a:path>
              </a:pathLst>
            </a:custGeom>
            <a:solidFill>
              <a:srgbClr val="046A38"/>
            </a:solidFill>
            <a:ln w="6390" cap="flat">
              <a:noFill/>
              <a:prstDash val="solid"/>
              <a:miter/>
            </a:ln>
          </p:spPr>
          <p:txBody>
            <a:bodyPr rtlCol="0" anchor="ctr"/>
            <a:lstStyle/>
            <a:p>
              <a:endParaRPr lang="en-US"/>
            </a:p>
          </p:txBody>
        </p:sp>
        <p:sp>
          <p:nvSpPr>
            <p:cNvPr id="838" name="Graphic 4">
              <a:extLst>
                <a:ext uri="{FF2B5EF4-FFF2-40B4-BE49-F238E27FC236}">
                  <a16:creationId xmlns:a16="http://schemas.microsoft.com/office/drawing/2014/main" id="{983F9E5E-A924-C84F-949A-7AD6C781B8A1}"/>
                </a:ext>
              </a:extLst>
            </p:cNvPr>
            <p:cNvSpPr/>
            <p:nvPr/>
          </p:nvSpPr>
          <p:spPr>
            <a:xfrm>
              <a:off x="624935" y="2999357"/>
              <a:ext cx="48563" cy="48518"/>
            </a:xfrm>
            <a:custGeom>
              <a:avLst/>
              <a:gdLst>
                <a:gd name="connsiteX0" fmla="*/ 24282 w 48563"/>
                <a:gd name="connsiteY0" fmla="*/ 0 h 48518"/>
                <a:gd name="connsiteX1" fmla="*/ 0 w 48563"/>
                <a:gd name="connsiteY1" fmla="*/ 24259 h 48518"/>
                <a:gd name="connsiteX2" fmla="*/ 24282 w 48563"/>
                <a:gd name="connsiteY2" fmla="*/ 48518 h 48518"/>
                <a:gd name="connsiteX3" fmla="*/ 48564 w 48563"/>
                <a:gd name="connsiteY3" fmla="*/ 24259 h 48518"/>
                <a:gd name="connsiteX4" fmla="*/ 48564 w 48563"/>
                <a:gd name="connsiteY4" fmla="*/ 24259 h 48518"/>
                <a:gd name="connsiteX5" fmla="*/ 24282 w 48563"/>
                <a:gd name="connsiteY5" fmla="*/ 0 h 48518"/>
                <a:gd name="connsiteX6" fmla="*/ 24282 w 48563"/>
                <a:gd name="connsiteY6" fmla="*/ 36389 h 48518"/>
                <a:gd name="connsiteX7" fmla="*/ 12780 w 48563"/>
                <a:gd name="connsiteY7" fmla="*/ 24897 h 48518"/>
                <a:gd name="connsiteX8" fmla="*/ 24282 w 48563"/>
                <a:gd name="connsiteY8" fmla="*/ 13406 h 48518"/>
                <a:gd name="connsiteX9" fmla="*/ 35784 w 48563"/>
                <a:gd name="connsiteY9" fmla="*/ 24897 h 48518"/>
                <a:gd name="connsiteX10" fmla="*/ 24282 w 48563"/>
                <a:gd name="connsiteY10" fmla="*/ 36389 h 48518"/>
                <a:gd name="connsiteX11" fmla="*/ 24282 w 48563"/>
                <a:gd name="connsiteY11" fmla="*/ 36389 h 4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563" h="48518">
                  <a:moveTo>
                    <a:pt x="24282" y="0"/>
                  </a:moveTo>
                  <a:cubicBezTo>
                    <a:pt x="10863" y="0"/>
                    <a:pt x="0" y="10853"/>
                    <a:pt x="0" y="24259"/>
                  </a:cubicBezTo>
                  <a:cubicBezTo>
                    <a:pt x="0" y="37665"/>
                    <a:pt x="10863" y="48518"/>
                    <a:pt x="24282" y="48518"/>
                  </a:cubicBezTo>
                  <a:cubicBezTo>
                    <a:pt x="37701" y="48518"/>
                    <a:pt x="48564" y="37665"/>
                    <a:pt x="48564" y="24259"/>
                  </a:cubicBezTo>
                  <a:cubicBezTo>
                    <a:pt x="48564" y="24259"/>
                    <a:pt x="48564" y="24259"/>
                    <a:pt x="48564" y="24259"/>
                  </a:cubicBezTo>
                  <a:cubicBezTo>
                    <a:pt x="48564" y="10853"/>
                    <a:pt x="37701" y="0"/>
                    <a:pt x="24282" y="0"/>
                  </a:cubicBezTo>
                  <a:close/>
                  <a:moveTo>
                    <a:pt x="24282" y="36389"/>
                  </a:moveTo>
                  <a:cubicBezTo>
                    <a:pt x="17892" y="36389"/>
                    <a:pt x="12780" y="31281"/>
                    <a:pt x="12780" y="24897"/>
                  </a:cubicBezTo>
                  <a:cubicBezTo>
                    <a:pt x="12780" y="18514"/>
                    <a:pt x="17892" y="13406"/>
                    <a:pt x="24282" y="13406"/>
                  </a:cubicBezTo>
                  <a:cubicBezTo>
                    <a:pt x="30672" y="13406"/>
                    <a:pt x="35784" y="18514"/>
                    <a:pt x="35784" y="24897"/>
                  </a:cubicBezTo>
                  <a:cubicBezTo>
                    <a:pt x="35784" y="30643"/>
                    <a:pt x="30672" y="35750"/>
                    <a:pt x="24282" y="36389"/>
                  </a:cubicBezTo>
                  <a:cubicBezTo>
                    <a:pt x="24282" y="36389"/>
                    <a:pt x="24282" y="36389"/>
                    <a:pt x="24282" y="36389"/>
                  </a:cubicBezTo>
                  <a:close/>
                </a:path>
              </a:pathLst>
            </a:custGeom>
            <a:solidFill>
              <a:srgbClr val="046A38"/>
            </a:solidFill>
            <a:ln w="6390" cap="flat">
              <a:noFill/>
              <a:prstDash val="solid"/>
              <a:miter/>
            </a:ln>
          </p:spPr>
          <p:txBody>
            <a:bodyPr rtlCol="0" anchor="ctr"/>
            <a:lstStyle/>
            <a:p>
              <a:endParaRPr lang="en-US"/>
            </a:p>
          </p:txBody>
        </p:sp>
        <p:sp>
          <p:nvSpPr>
            <p:cNvPr id="839" name="Graphic 4">
              <a:extLst>
                <a:ext uri="{FF2B5EF4-FFF2-40B4-BE49-F238E27FC236}">
                  <a16:creationId xmlns:a16="http://schemas.microsoft.com/office/drawing/2014/main" id="{95DE2A93-A0DB-5640-81D3-E57C4C2290FD}"/>
                </a:ext>
              </a:extLst>
            </p:cNvPr>
            <p:cNvSpPr/>
            <p:nvPr/>
          </p:nvSpPr>
          <p:spPr>
            <a:xfrm>
              <a:off x="527808" y="3030000"/>
              <a:ext cx="44729" cy="12767"/>
            </a:xfrm>
            <a:custGeom>
              <a:avLst/>
              <a:gdLst>
                <a:gd name="connsiteX0" fmla="*/ 44730 w 44729"/>
                <a:gd name="connsiteY0" fmla="*/ 6384 h 12767"/>
                <a:gd name="connsiteX1" fmla="*/ 38340 w 44729"/>
                <a:gd name="connsiteY1" fmla="*/ 0 h 12767"/>
                <a:gd name="connsiteX2" fmla="*/ 6390 w 44729"/>
                <a:gd name="connsiteY2" fmla="*/ 0 h 12767"/>
                <a:gd name="connsiteX3" fmla="*/ 0 w 44729"/>
                <a:gd name="connsiteY3" fmla="*/ 6384 h 12767"/>
                <a:gd name="connsiteX4" fmla="*/ 6390 w 44729"/>
                <a:gd name="connsiteY4" fmla="*/ 12768 h 12767"/>
                <a:gd name="connsiteX5" fmla="*/ 38340 w 44729"/>
                <a:gd name="connsiteY5" fmla="*/ 12768 h 12767"/>
                <a:gd name="connsiteX6" fmla="*/ 44730 w 44729"/>
                <a:gd name="connsiteY6" fmla="*/ 638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29" h="12767">
                  <a:moveTo>
                    <a:pt x="44730" y="6384"/>
                  </a:moveTo>
                  <a:cubicBezTo>
                    <a:pt x="44730" y="2554"/>
                    <a:pt x="42174" y="0"/>
                    <a:pt x="38340" y="0"/>
                  </a:cubicBezTo>
                  <a:lnTo>
                    <a:pt x="6390" y="0"/>
                  </a:lnTo>
                  <a:cubicBezTo>
                    <a:pt x="2556" y="0"/>
                    <a:pt x="0" y="2554"/>
                    <a:pt x="0" y="6384"/>
                  </a:cubicBezTo>
                  <a:cubicBezTo>
                    <a:pt x="0" y="10214"/>
                    <a:pt x="2556" y="12768"/>
                    <a:pt x="6390" y="12768"/>
                  </a:cubicBezTo>
                  <a:lnTo>
                    <a:pt x="38340" y="12768"/>
                  </a:lnTo>
                  <a:cubicBezTo>
                    <a:pt x="41535" y="12768"/>
                    <a:pt x="44730" y="10214"/>
                    <a:pt x="44730" y="6384"/>
                  </a:cubicBezTo>
                  <a:close/>
                </a:path>
              </a:pathLst>
            </a:custGeom>
            <a:solidFill>
              <a:srgbClr val="046A38"/>
            </a:solidFill>
            <a:ln w="6390" cap="flat">
              <a:noFill/>
              <a:prstDash val="solid"/>
              <a:miter/>
            </a:ln>
          </p:spPr>
          <p:txBody>
            <a:bodyPr rtlCol="0" anchor="ctr"/>
            <a:lstStyle/>
            <a:p>
              <a:endParaRPr lang="en-US"/>
            </a:p>
          </p:txBody>
        </p:sp>
        <p:sp>
          <p:nvSpPr>
            <p:cNvPr id="840" name="Graphic 4">
              <a:extLst>
                <a:ext uri="{FF2B5EF4-FFF2-40B4-BE49-F238E27FC236}">
                  <a16:creationId xmlns:a16="http://schemas.microsoft.com/office/drawing/2014/main" id="{CB8BD740-4B52-654B-A907-AE11314F824F}"/>
                </a:ext>
              </a:extLst>
            </p:cNvPr>
            <p:cNvSpPr/>
            <p:nvPr/>
          </p:nvSpPr>
          <p:spPr>
            <a:xfrm>
              <a:off x="724618" y="3030000"/>
              <a:ext cx="44729" cy="12767"/>
            </a:xfrm>
            <a:custGeom>
              <a:avLst/>
              <a:gdLst>
                <a:gd name="connsiteX0" fmla="*/ 38340 w 44729"/>
                <a:gd name="connsiteY0" fmla="*/ 0 h 12767"/>
                <a:gd name="connsiteX1" fmla="*/ 6390 w 44729"/>
                <a:gd name="connsiteY1" fmla="*/ 0 h 12767"/>
                <a:gd name="connsiteX2" fmla="*/ 0 w 44729"/>
                <a:gd name="connsiteY2" fmla="*/ 6384 h 12767"/>
                <a:gd name="connsiteX3" fmla="*/ 6390 w 44729"/>
                <a:gd name="connsiteY3" fmla="*/ 12768 h 12767"/>
                <a:gd name="connsiteX4" fmla="*/ 38340 w 44729"/>
                <a:gd name="connsiteY4" fmla="*/ 12768 h 12767"/>
                <a:gd name="connsiteX5" fmla="*/ 44730 w 44729"/>
                <a:gd name="connsiteY5" fmla="*/ 6384 h 12767"/>
                <a:gd name="connsiteX6" fmla="*/ 38340 w 4472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29" h="12767">
                  <a:moveTo>
                    <a:pt x="38340" y="0"/>
                  </a:moveTo>
                  <a:lnTo>
                    <a:pt x="6390" y="0"/>
                  </a:lnTo>
                  <a:cubicBezTo>
                    <a:pt x="2556" y="0"/>
                    <a:pt x="0" y="2554"/>
                    <a:pt x="0" y="6384"/>
                  </a:cubicBezTo>
                  <a:cubicBezTo>
                    <a:pt x="0" y="10214"/>
                    <a:pt x="2556" y="12768"/>
                    <a:pt x="6390" y="12768"/>
                  </a:cubicBezTo>
                  <a:lnTo>
                    <a:pt x="38340" y="12768"/>
                  </a:lnTo>
                  <a:cubicBezTo>
                    <a:pt x="42174" y="12768"/>
                    <a:pt x="44730" y="10214"/>
                    <a:pt x="44730" y="6384"/>
                  </a:cubicBezTo>
                  <a:cubicBezTo>
                    <a:pt x="44730" y="2554"/>
                    <a:pt x="42174" y="0"/>
                    <a:pt x="38340" y="0"/>
                  </a:cubicBezTo>
                  <a:close/>
                </a:path>
              </a:pathLst>
            </a:custGeom>
            <a:solidFill>
              <a:srgbClr val="046A38"/>
            </a:solidFill>
            <a:ln w="6390" cap="flat">
              <a:noFill/>
              <a:prstDash val="solid"/>
              <a:miter/>
            </a:ln>
          </p:spPr>
          <p:txBody>
            <a:bodyPr rtlCol="0" anchor="ctr"/>
            <a:lstStyle/>
            <a:p>
              <a:endParaRPr lang="en-US"/>
            </a:p>
          </p:txBody>
        </p:sp>
        <p:sp>
          <p:nvSpPr>
            <p:cNvPr id="841" name="Graphic 4">
              <a:extLst>
                <a:ext uri="{FF2B5EF4-FFF2-40B4-BE49-F238E27FC236}">
                  <a16:creationId xmlns:a16="http://schemas.microsoft.com/office/drawing/2014/main" id="{AE00ED5A-0A58-D840-AF15-2373A8C2BAC0}"/>
                </a:ext>
              </a:extLst>
            </p:cNvPr>
            <p:cNvSpPr/>
            <p:nvPr/>
          </p:nvSpPr>
          <p:spPr>
            <a:xfrm>
              <a:off x="642188" y="2915088"/>
              <a:ext cx="12779" cy="44687"/>
            </a:xfrm>
            <a:custGeom>
              <a:avLst/>
              <a:gdLst>
                <a:gd name="connsiteX0" fmla="*/ 6390 w 12779"/>
                <a:gd name="connsiteY0" fmla="*/ 44688 h 44687"/>
                <a:gd name="connsiteX1" fmla="*/ 12780 w 12779"/>
                <a:gd name="connsiteY1" fmla="*/ 38304 h 44687"/>
                <a:gd name="connsiteX2" fmla="*/ 12780 w 12779"/>
                <a:gd name="connsiteY2" fmla="*/ 6384 h 44687"/>
                <a:gd name="connsiteX3" fmla="*/ 6390 w 12779"/>
                <a:gd name="connsiteY3" fmla="*/ 0 h 44687"/>
                <a:gd name="connsiteX4" fmla="*/ 0 w 12779"/>
                <a:gd name="connsiteY4" fmla="*/ 6384 h 44687"/>
                <a:gd name="connsiteX5" fmla="*/ 0 w 12779"/>
                <a:gd name="connsiteY5" fmla="*/ 38304 h 44687"/>
                <a:gd name="connsiteX6" fmla="*/ 6390 w 12779"/>
                <a:gd name="connsiteY6" fmla="*/ 44688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44687">
                  <a:moveTo>
                    <a:pt x="6390" y="44688"/>
                  </a:moveTo>
                  <a:cubicBezTo>
                    <a:pt x="10224" y="44688"/>
                    <a:pt x="12780" y="42134"/>
                    <a:pt x="12780" y="38304"/>
                  </a:cubicBezTo>
                  <a:lnTo>
                    <a:pt x="12780" y="6384"/>
                  </a:lnTo>
                  <a:cubicBezTo>
                    <a:pt x="12780" y="2554"/>
                    <a:pt x="10224" y="0"/>
                    <a:pt x="6390" y="0"/>
                  </a:cubicBezTo>
                  <a:cubicBezTo>
                    <a:pt x="2556" y="0"/>
                    <a:pt x="0" y="2554"/>
                    <a:pt x="0" y="6384"/>
                  </a:cubicBezTo>
                  <a:lnTo>
                    <a:pt x="0" y="38304"/>
                  </a:lnTo>
                  <a:cubicBezTo>
                    <a:pt x="0" y="42134"/>
                    <a:pt x="2556" y="44688"/>
                    <a:pt x="6390" y="44688"/>
                  </a:cubicBezTo>
                  <a:close/>
                </a:path>
              </a:pathLst>
            </a:custGeom>
            <a:solidFill>
              <a:srgbClr val="046A38"/>
            </a:solidFill>
            <a:ln w="6390" cap="flat">
              <a:noFill/>
              <a:prstDash val="solid"/>
              <a:miter/>
            </a:ln>
          </p:spPr>
          <p:txBody>
            <a:bodyPr rtlCol="0" anchor="ctr"/>
            <a:lstStyle/>
            <a:p>
              <a:endParaRPr lang="en-US"/>
            </a:p>
          </p:txBody>
        </p:sp>
        <p:sp>
          <p:nvSpPr>
            <p:cNvPr id="842" name="Graphic 4">
              <a:extLst>
                <a:ext uri="{FF2B5EF4-FFF2-40B4-BE49-F238E27FC236}">
                  <a16:creationId xmlns:a16="http://schemas.microsoft.com/office/drawing/2014/main" id="{83263CD3-D7F2-E24A-87A0-ABACF796EF1D}"/>
                </a:ext>
              </a:extLst>
            </p:cNvPr>
            <p:cNvSpPr/>
            <p:nvPr/>
          </p:nvSpPr>
          <p:spPr>
            <a:xfrm>
              <a:off x="642827" y="3112992"/>
              <a:ext cx="12779" cy="44687"/>
            </a:xfrm>
            <a:custGeom>
              <a:avLst/>
              <a:gdLst>
                <a:gd name="connsiteX0" fmla="*/ 6390 w 12779"/>
                <a:gd name="connsiteY0" fmla="*/ 0 h 44687"/>
                <a:gd name="connsiteX1" fmla="*/ 0 w 12779"/>
                <a:gd name="connsiteY1" fmla="*/ 6384 h 44687"/>
                <a:gd name="connsiteX2" fmla="*/ 0 w 12779"/>
                <a:gd name="connsiteY2" fmla="*/ 38304 h 44687"/>
                <a:gd name="connsiteX3" fmla="*/ 6390 w 12779"/>
                <a:gd name="connsiteY3" fmla="*/ 44688 h 44687"/>
                <a:gd name="connsiteX4" fmla="*/ 12780 w 12779"/>
                <a:gd name="connsiteY4" fmla="*/ 38304 h 44687"/>
                <a:gd name="connsiteX5" fmla="*/ 12780 w 12779"/>
                <a:gd name="connsiteY5" fmla="*/ 6384 h 44687"/>
                <a:gd name="connsiteX6" fmla="*/ 6390 w 12779"/>
                <a:gd name="connsiteY6" fmla="*/ 0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44687">
                  <a:moveTo>
                    <a:pt x="6390" y="0"/>
                  </a:moveTo>
                  <a:cubicBezTo>
                    <a:pt x="2556" y="0"/>
                    <a:pt x="0" y="2554"/>
                    <a:pt x="0" y="6384"/>
                  </a:cubicBezTo>
                  <a:lnTo>
                    <a:pt x="0" y="38304"/>
                  </a:lnTo>
                  <a:cubicBezTo>
                    <a:pt x="0" y="42134"/>
                    <a:pt x="2556" y="44688"/>
                    <a:pt x="6390" y="44688"/>
                  </a:cubicBezTo>
                  <a:cubicBezTo>
                    <a:pt x="10224" y="44688"/>
                    <a:pt x="12780" y="42134"/>
                    <a:pt x="12780" y="38304"/>
                  </a:cubicBezTo>
                  <a:lnTo>
                    <a:pt x="12780" y="6384"/>
                  </a:lnTo>
                  <a:cubicBezTo>
                    <a:pt x="12780" y="2554"/>
                    <a:pt x="10224" y="0"/>
                    <a:pt x="6390" y="0"/>
                  </a:cubicBezTo>
                  <a:close/>
                </a:path>
              </a:pathLst>
            </a:custGeom>
            <a:solidFill>
              <a:srgbClr val="046A38"/>
            </a:solidFill>
            <a:ln w="6390" cap="flat">
              <a:noFill/>
              <a:prstDash val="solid"/>
              <a:miter/>
            </a:ln>
          </p:spPr>
          <p:txBody>
            <a:bodyPr rtlCol="0" anchor="ctr"/>
            <a:lstStyle/>
            <a:p>
              <a:endParaRPr lang="en-US"/>
            </a:p>
          </p:txBody>
        </p:sp>
        <p:sp>
          <p:nvSpPr>
            <p:cNvPr id="843" name="Graphic 4">
              <a:extLst>
                <a:ext uri="{FF2B5EF4-FFF2-40B4-BE49-F238E27FC236}">
                  <a16:creationId xmlns:a16="http://schemas.microsoft.com/office/drawing/2014/main" id="{6B637347-0A8A-7946-A648-A255EB4253AD}"/>
                </a:ext>
              </a:extLst>
            </p:cNvPr>
            <p:cNvSpPr/>
            <p:nvPr/>
          </p:nvSpPr>
          <p:spPr>
            <a:xfrm>
              <a:off x="552729" y="3051067"/>
              <a:ext cx="81152" cy="81076"/>
            </a:xfrm>
            <a:custGeom>
              <a:avLst/>
              <a:gdLst>
                <a:gd name="connsiteX0" fmla="*/ 74762 w 81152"/>
                <a:gd name="connsiteY0" fmla="*/ 68309 h 81076"/>
                <a:gd name="connsiteX1" fmla="*/ 12780 w 81152"/>
                <a:gd name="connsiteY1" fmla="*/ 68309 h 81076"/>
                <a:gd name="connsiteX2" fmla="*/ 12780 w 81152"/>
                <a:gd name="connsiteY2" fmla="*/ 6384 h 81076"/>
                <a:gd name="connsiteX3" fmla="*/ 6390 w 81152"/>
                <a:gd name="connsiteY3" fmla="*/ 0 h 81076"/>
                <a:gd name="connsiteX4" fmla="*/ 0 w 81152"/>
                <a:gd name="connsiteY4" fmla="*/ 6384 h 81076"/>
                <a:gd name="connsiteX5" fmla="*/ 0 w 81152"/>
                <a:gd name="connsiteY5" fmla="*/ 74693 h 81076"/>
                <a:gd name="connsiteX6" fmla="*/ 6390 w 81152"/>
                <a:gd name="connsiteY6" fmla="*/ 81077 h 81076"/>
                <a:gd name="connsiteX7" fmla="*/ 74762 w 81152"/>
                <a:gd name="connsiteY7" fmla="*/ 81077 h 81076"/>
                <a:gd name="connsiteX8" fmla="*/ 81152 w 81152"/>
                <a:gd name="connsiteY8" fmla="*/ 74693 h 81076"/>
                <a:gd name="connsiteX9" fmla="*/ 74762 w 81152"/>
                <a:gd name="connsiteY9" fmla="*/ 68309 h 81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152" h="81076">
                  <a:moveTo>
                    <a:pt x="74762" y="68309"/>
                  </a:moveTo>
                  <a:lnTo>
                    <a:pt x="12780" y="68309"/>
                  </a:lnTo>
                  <a:lnTo>
                    <a:pt x="12780" y="6384"/>
                  </a:lnTo>
                  <a:cubicBezTo>
                    <a:pt x="12780" y="2554"/>
                    <a:pt x="10224" y="0"/>
                    <a:pt x="6390" y="0"/>
                  </a:cubicBezTo>
                  <a:cubicBezTo>
                    <a:pt x="2556" y="0"/>
                    <a:pt x="0" y="2554"/>
                    <a:pt x="0" y="6384"/>
                  </a:cubicBezTo>
                  <a:lnTo>
                    <a:pt x="0" y="74693"/>
                  </a:lnTo>
                  <a:cubicBezTo>
                    <a:pt x="0" y="78523"/>
                    <a:pt x="2556" y="81077"/>
                    <a:pt x="6390" y="81077"/>
                  </a:cubicBezTo>
                  <a:lnTo>
                    <a:pt x="74762" y="81077"/>
                  </a:lnTo>
                  <a:cubicBezTo>
                    <a:pt x="78596" y="81077"/>
                    <a:pt x="81152" y="78523"/>
                    <a:pt x="81152" y="74693"/>
                  </a:cubicBezTo>
                  <a:cubicBezTo>
                    <a:pt x="81152" y="70862"/>
                    <a:pt x="77957" y="68309"/>
                    <a:pt x="74762" y="68309"/>
                  </a:cubicBezTo>
                  <a:close/>
                </a:path>
              </a:pathLst>
            </a:custGeom>
            <a:solidFill>
              <a:srgbClr val="046A38"/>
            </a:solidFill>
            <a:ln w="6390" cap="flat">
              <a:noFill/>
              <a:prstDash val="solid"/>
              <a:miter/>
            </a:ln>
          </p:spPr>
          <p:txBody>
            <a:bodyPr rtlCol="0" anchor="ctr"/>
            <a:lstStyle/>
            <a:p>
              <a:endParaRPr lang="en-US"/>
            </a:p>
          </p:txBody>
        </p:sp>
        <p:sp>
          <p:nvSpPr>
            <p:cNvPr id="844" name="Graphic 4">
              <a:extLst>
                <a:ext uri="{FF2B5EF4-FFF2-40B4-BE49-F238E27FC236}">
                  <a16:creationId xmlns:a16="http://schemas.microsoft.com/office/drawing/2014/main" id="{2E26ADCE-7183-C94F-83F1-801EAD3F0782}"/>
                </a:ext>
              </a:extLst>
            </p:cNvPr>
            <p:cNvSpPr/>
            <p:nvPr/>
          </p:nvSpPr>
          <p:spPr>
            <a:xfrm>
              <a:off x="663275" y="3051067"/>
              <a:ext cx="81152" cy="81076"/>
            </a:xfrm>
            <a:custGeom>
              <a:avLst/>
              <a:gdLst>
                <a:gd name="connsiteX0" fmla="*/ 74762 w 81152"/>
                <a:gd name="connsiteY0" fmla="*/ 0 h 81076"/>
                <a:gd name="connsiteX1" fmla="*/ 68372 w 81152"/>
                <a:gd name="connsiteY1" fmla="*/ 6384 h 81076"/>
                <a:gd name="connsiteX2" fmla="*/ 68372 w 81152"/>
                <a:gd name="connsiteY2" fmla="*/ 68309 h 81076"/>
                <a:gd name="connsiteX3" fmla="*/ 6390 w 81152"/>
                <a:gd name="connsiteY3" fmla="*/ 68309 h 81076"/>
                <a:gd name="connsiteX4" fmla="*/ 0 w 81152"/>
                <a:gd name="connsiteY4" fmla="*/ 74693 h 81076"/>
                <a:gd name="connsiteX5" fmla="*/ 6390 w 81152"/>
                <a:gd name="connsiteY5" fmla="*/ 81077 h 81076"/>
                <a:gd name="connsiteX6" fmla="*/ 74762 w 81152"/>
                <a:gd name="connsiteY6" fmla="*/ 81077 h 81076"/>
                <a:gd name="connsiteX7" fmla="*/ 81152 w 81152"/>
                <a:gd name="connsiteY7" fmla="*/ 74693 h 81076"/>
                <a:gd name="connsiteX8" fmla="*/ 81152 w 81152"/>
                <a:gd name="connsiteY8" fmla="*/ 6384 h 81076"/>
                <a:gd name="connsiteX9" fmla="*/ 74762 w 81152"/>
                <a:gd name="connsiteY9" fmla="*/ 0 h 81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152" h="81076">
                  <a:moveTo>
                    <a:pt x="74762" y="0"/>
                  </a:moveTo>
                  <a:cubicBezTo>
                    <a:pt x="70928" y="0"/>
                    <a:pt x="68372" y="2554"/>
                    <a:pt x="68372" y="6384"/>
                  </a:cubicBezTo>
                  <a:lnTo>
                    <a:pt x="68372" y="68309"/>
                  </a:lnTo>
                  <a:lnTo>
                    <a:pt x="6390" y="68309"/>
                  </a:lnTo>
                  <a:cubicBezTo>
                    <a:pt x="2556" y="68309"/>
                    <a:pt x="0" y="70862"/>
                    <a:pt x="0" y="74693"/>
                  </a:cubicBezTo>
                  <a:cubicBezTo>
                    <a:pt x="0" y="78523"/>
                    <a:pt x="2556" y="81077"/>
                    <a:pt x="6390" y="81077"/>
                  </a:cubicBezTo>
                  <a:lnTo>
                    <a:pt x="74762" y="81077"/>
                  </a:lnTo>
                  <a:cubicBezTo>
                    <a:pt x="78596" y="81077"/>
                    <a:pt x="81152" y="78523"/>
                    <a:pt x="81152" y="74693"/>
                  </a:cubicBezTo>
                  <a:lnTo>
                    <a:pt x="81152" y="6384"/>
                  </a:lnTo>
                  <a:cubicBezTo>
                    <a:pt x="81152" y="2554"/>
                    <a:pt x="78596" y="0"/>
                    <a:pt x="74762" y="0"/>
                  </a:cubicBezTo>
                  <a:close/>
                </a:path>
              </a:pathLst>
            </a:custGeom>
            <a:solidFill>
              <a:srgbClr val="046A38"/>
            </a:solidFill>
            <a:ln w="6390" cap="flat">
              <a:noFill/>
              <a:prstDash val="solid"/>
              <a:miter/>
            </a:ln>
          </p:spPr>
          <p:txBody>
            <a:bodyPr rtlCol="0" anchor="ctr"/>
            <a:lstStyle/>
            <a:p>
              <a:endParaRPr lang="en-US"/>
            </a:p>
          </p:txBody>
        </p:sp>
        <p:sp>
          <p:nvSpPr>
            <p:cNvPr id="845" name="Graphic 4">
              <a:extLst>
                <a:ext uri="{FF2B5EF4-FFF2-40B4-BE49-F238E27FC236}">
                  <a16:creationId xmlns:a16="http://schemas.microsoft.com/office/drawing/2014/main" id="{E6FEDE2F-7075-7A49-B894-07D5B3E0E072}"/>
                </a:ext>
              </a:extLst>
            </p:cNvPr>
            <p:cNvSpPr/>
            <p:nvPr/>
          </p:nvSpPr>
          <p:spPr>
            <a:xfrm>
              <a:off x="663275" y="2939986"/>
              <a:ext cx="81152" cy="81076"/>
            </a:xfrm>
            <a:custGeom>
              <a:avLst/>
              <a:gdLst>
                <a:gd name="connsiteX0" fmla="*/ 6390 w 81152"/>
                <a:gd name="connsiteY0" fmla="*/ 12768 h 81076"/>
                <a:gd name="connsiteX1" fmla="*/ 68372 w 81152"/>
                <a:gd name="connsiteY1" fmla="*/ 12768 h 81076"/>
                <a:gd name="connsiteX2" fmla="*/ 68372 w 81152"/>
                <a:gd name="connsiteY2" fmla="*/ 74693 h 81076"/>
                <a:gd name="connsiteX3" fmla="*/ 74762 w 81152"/>
                <a:gd name="connsiteY3" fmla="*/ 81077 h 81076"/>
                <a:gd name="connsiteX4" fmla="*/ 81152 w 81152"/>
                <a:gd name="connsiteY4" fmla="*/ 74693 h 81076"/>
                <a:gd name="connsiteX5" fmla="*/ 81152 w 81152"/>
                <a:gd name="connsiteY5" fmla="*/ 6384 h 81076"/>
                <a:gd name="connsiteX6" fmla="*/ 74762 w 81152"/>
                <a:gd name="connsiteY6" fmla="*/ 0 h 81076"/>
                <a:gd name="connsiteX7" fmla="*/ 6390 w 81152"/>
                <a:gd name="connsiteY7" fmla="*/ 0 h 81076"/>
                <a:gd name="connsiteX8" fmla="*/ 0 w 81152"/>
                <a:gd name="connsiteY8" fmla="*/ 6384 h 81076"/>
                <a:gd name="connsiteX9" fmla="*/ 6390 w 81152"/>
                <a:gd name="connsiteY9" fmla="*/ 12768 h 81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152" h="81076">
                  <a:moveTo>
                    <a:pt x="6390" y="12768"/>
                  </a:moveTo>
                  <a:lnTo>
                    <a:pt x="68372" y="12768"/>
                  </a:lnTo>
                  <a:lnTo>
                    <a:pt x="68372" y="74693"/>
                  </a:lnTo>
                  <a:cubicBezTo>
                    <a:pt x="68372" y="78523"/>
                    <a:pt x="70928" y="81077"/>
                    <a:pt x="74762" y="81077"/>
                  </a:cubicBezTo>
                  <a:cubicBezTo>
                    <a:pt x="78596" y="81077"/>
                    <a:pt x="81152" y="78523"/>
                    <a:pt x="81152" y="74693"/>
                  </a:cubicBezTo>
                  <a:lnTo>
                    <a:pt x="81152" y="6384"/>
                  </a:lnTo>
                  <a:cubicBezTo>
                    <a:pt x="81152" y="2554"/>
                    <a:pt x="78596" y="0"/>
                    <a:pt x="74762" y="0"/>
                  </a:cubicBezTo>
                  <a:lnTo>
                    <a:pt x="6390" y="0"/>
                  </a:lnTo>
                  <a:cubicBezTo>
                    <a:pt x="2556" y="0"/>
                    <a:pt x="0" y="2554"/>
                    <a:pt x="0" y="6384"/>
                  </a:cubicBezTo>
                  <a:cubicBezTo>
                    <a:pt x="0" y="10214"/>
                    <a:pt x="2556" y="12768"/>
                    <a:pt x="6390" y="12768"/>
                  </a:cubicBezTo>
                  <a:close/>
                </a:path>
              </a:pathLst>
            </a:custGeom>
            <a:solidFill>
              <a:srgbClr val="046A38"/>
            </a:solidFill>
            <a:ln w="6390" cap="flat">
              <a:noFill/>
              <a:prstDash val="solid"/>
              <a:miter/>
            </a:ln>
          </p:spPr>
          <p:txBody>
            <a:bodyPr rtlCol="0" anchor="ctr"/>
            <a:lstStyle/>
            <a:p>
              <a:endParaRPr lang="en-US"/>
            </a:p>
          </p:txBody>
        </p:sp>
        <p:sp>
          <p:nvSpPr>
            <p:cNvPr id="846" name="Graphic 4">
              <a:extLst>
                <a:ext uri="{FF2B5EF4-FFF2-40B4-BE49-F238E27FC236}">
                  <a16:creationId xmlns:a16="http://schemas.microsoft.com/office/drawing/2014/main" id="{5D919DD8-71EA-6148-9C69-A3E77FBEE70A}"/>
                </a:ext>
              </a:extLst>
            </p:cNvPr>
            <p:cNvSpPr/>
            <p:nvPr/>
          </p:nvSpPr>
          <p:spPr>
            <a:xfrm>
              <a:off x="552090" y="2939986"/>
              <a:ext cx="81152" cy="81076"/>
            </a:xfrm>
            <a:custGeom>
              <a:avLst/>
              <a:gdLst>
                <a:gd name="connsiteX0" fmla="*/ 6390 w 81152"/>
                <a:gd name="connsiteY0" fmla="*/ 81077 h 81076"/>
                <a:gd name="connsiteX1" fmla="*/ 12780 w 81152"/>
                <a:gd name="connsiteY1" fmla="*/ 74693 h 81076"/>
                <a:gd name="connsiteX2" fmla="*/ 12780 w 81152"/>
                <a:gd name="connsiteY2" fmla="*/ 12768 h 81076"/>
                <a:gd name="connsiteX3" fmla="*/ 74762 w 81152"/>
                <a:gd name="connsiteY3" fmla="*/ 12768 h 81076"/>
                <a:gd name="connsiteX4" fmla="*/ 81152 w 81152"/>
                <a:gd name="connsiteY4" fmla="*/ 6384 h 81076"/>
                <a:gd name="connsiteX5" fmla="*/ 74762 w 81152"/>
                <a:gd name="connsiteY5" fmla="*/ 0 h 81076"/>
                <a:gd name="connsiteX6" fmla="*/ 6390 w 81152"/>
                <a:gd name="connsiteY6" fmla="*/ 0 h 81076"/>
                <a:gd name="connsiteX7" fmla="*/ 0 w 81152"/>
                <a:gd name="connsiteY7" fmla="*/ 6384 h 81076"/>
                <a:gd name="connsiteX8" fmla="*/ 0 w 81152"/>
                <a:gd name="connsiteY8" fmla="*/ 74693 h 81076"/>
                <a:gd name="connsiteX9" fmla="*/ 6390 w 81152"/>
                <a:gd name="connsiteY9" fmla="*/ 81077 h 81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152" h="81076">
                  <a:moveTo>
                    <a:pt x="6390" y="81077"/>
                  </a:moveTo>
                  <a:cubicBezTo>
                    <a:pt x="10224" y="81077"/>
                    <a:pt x="12780" y="78523"/>
                    <a:pt x="12780" y="74693"/>
                  </a:cubicBezTo>
                  <a:lnTo>
                    <a:pt x="12780" y="12768"/>
                  </a:lnTo>
                  <a:lnTo>
                    <a:pt x="74762" y="12768"/>
                  </a:lnTo>
                  <a:cubicBezTo>
                    <a:pt x="78596" y="12768"/>
                    <a:pt x="81152" y="10214"/>
                    <a:pt x="81152" y="6384"/>
                  </a:cubicBezTo>
                  <a:cubicBezTo>
                    <a:pt x="81152" y="2554"/>
                    <a:pt x="78596" y="0"/>
                    <a:pt x="74762" y="0"/>
                  </a:cubicBezTo>
                  <a:lnTo>
                    <a:pt x="6390" y="0"/>
                  </a:lnTo>
                  <a:cubicBezTo>
                    <a:pt x="2556" y="0"/>
                    <a:pt x="0" y="2554"/>
                    <a:pt x="0" y="6384"/>
                  </a:cubicBezTo>
                  <a:lnTo>
                    <a:pt x="0" y="74693"/>
                  </a:lnTo>
                  <a:cubicBezTo>
                    <a:pt x="0" y="78523"/>
                    <a:pt x="3195" y="81077"/>
                    <a:pt x="6390" y="81077"/>
                  </a:cubicBezTo>
                  <a:close/>
                </a:path>
              </a:pathLst>
            </a:custGeom>
            <a:solidFill>
              <a:srgbClr val="046A38"/>
            </a:solidFill>
            <a:ln w="6390" cap="flat">
              <a:noFill/>
              <a:prstDash val="solid"/>
              <a:miter/>
            </a:ln>
          </p:spPr>
          <p:txBody>
            <a:bodyPr rtlCol="0" anchor="ctr"/>
            <a:lstStyle/>
            <a:p>
              <a:endParaRPr lang="en-US"/>
            </a:p>
          </p:txBody>
        </p:sp>
      </p:grpSp>
      <p:grpSp>
        <p:nvGrpSpPr>
          <p:cNvPr id="847" name="Graphic 4">
            <a:extLst>
              <a:ext uri="{FF2B5EF4-FFF2-40B4-BE49-F238E27FC236}">
                <a16:creationId xmlns:a16="http://schemas.microsoft.com/office/drawing/2014/main" id="{A7A08BBD-AC4B-2A47-A420-F514F7D2B561}"/>
              </a:ext>
            </a:extLst>
          </p:cNvPr>
          <p:cNvGrpSpPr>
            <a:grpSpLocks noChangeAspect="1"/>
          </p:cNvGrpSpPr>
          <p:nvPr/>
        </p:nvGrpSpPr>
        <p:grpSpPr>
          <a:xfrm>
            <a:off x="1515054" y="918179"/>
            <a:ext cx="362309" cy="361971"/>
            <a:chOff x="1515054" y="918179"/>
            <a:chExt cx="362309" cy="361971"/>
          </a:xfrm>
          <a:solidFill>
            <a:srgbClr val="046A38"/>
          </a:solidFill>
        </p:grpSpPr>
        <p:sp>
          <p:nvSpPr>
            <p:cNvPr id="848" name="Graphic 4">
              <a:extLst>
                <a:ext uri="{FF2B5EF4-FFF2-40B4-BE49-F238E27FC236}">
                  <a16:creationId xmlns:a16="http://schemas.microsoft.com/office/drawing/2014/main" id="{FAFBBDC5-E3D6-3A40-9067-924E15DFC886}"/>
                </a:ext>
              </a:extLst>
            </p:cNvPr>
            <p:cNvSpPr/>
            <p:nvPr/>
          </p:nvSpPr>
          <p:spPr>
            <a:xfrm>
              <a:off x="1515054" y="918179"/>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0667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0518" y="0"/>
                    <a:pt x="180835" y="0"/>
                  </a:cubicBezTo>
                  <a:lnTo>
                    <a:pt x="180835" y="0"/>
                  </a:lnTo>
                  <a:close/>
                  <a:moveTo>
                    <a:pt x="180835" y="349204"/>
                  </a:moveTo>
                  <a:cubicBezTo>
                    <a:pt x="87542" y="349204"/>
                    <a:pt x="12780" y="273873"/>
                    <a:pt x="12780" y="180667"/>
                  </a:cubicBezTo>
                  <a:cubicBezTo>
                    <a:pt x="12780" y="87461"/>
                    <a:pt x="88181" y="12768"/>
                    <a:pt x="180835" y="12768"/>
                  </a:cubicBezTo>
                  <a:cubicBezTo>
                    <a:pt x="274128" y="12768"/>
                    <a:pt x="349529" y="88099"/>
                    <a:pt x="349529" y="180667"/>
                  </a:cubicBezTo>
                  <a:cubicBezTo>
                    <a:pt x="348891"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849" name="Graphic 4">
              <a:extLst>
                <a:ext uri="{FF2B5EF4-FFF2-40B4-BE49-F238E27FC236}">
                  <a16:creationId xmlns:a16="http://schemas.microsoft.com/office/drawing/2014/main" id="{86B0B316-6AFA-734A-8499-DE0C15D5CB22}"/>
                </a:ext>
              </a:extLst>
            </p:cNvPr>
            <p:cNvSpPr/>
            <p:nvPr/>
          </p:nvSpPr>
          <p:spPr>
            <a:xfrm>
              <a:off x="1589177" y="981380"/>
              <a:ext cx="214062" cy="234930"/>
            </a:xfrm>
            <a:custGeom>
              <a:avLst/>
              <a:gdLst>
                <a:gd name="connsiteX0" fmla="*/ 198727 w 214062"/>
                <a:gd name="connsiteY0" fmla="*/ 28089 h 234930"/>
                <a:gd name="connsiteX1" fmla="*/ 163582 w 214062"/>
                <a:gd name="connsiteY1" fmla="*/ 28089 h 234930"/>
                <a:gd name="connsiteX2" fmla="*/ 163582 w 214062"/>
                <a:gd name="connsiteY2" fmla="*/ 6384 h 234930"/>
                <a:gd name="connsiteX3" fmla="*/ 157192 w 214062"/>
                <a:gd name="connsiteY3" fmla="*/ 0 h 234930"/>
                <a:gd name="connsiteX4" fmla="*/ 54953 w 214062"/>
                <a:gd name="connsiteY4" fmla="*/ 0 h 234930"/>
                <a:gd name="connsiteX5" fmla="*/ 48563 w 214062"/>
                <a:gd name="connsiteY5" fmla="*/ 6384 h 234930"/>
                <a:gd name="connsiteX6" fmla="*/ 48563 w 214062"/>
                <a:gd name="connsiteY6" fmla="*/ 62563 h 234930"/>
                <a:gd name="connsiteX7" fmla="*/ 54953 w 214062"/>
                <a:gd name="connsiteY7" fmla="*/ 68947 h 234930"/>
                <a:gd name="connsiteX8" fmla="*/ 99683 w 214062"/>
                <a:gd name="connsiteY8" fmla="*/ 68947 h 234930"/>
                <a:gd name="connsiteX9" fmla="*/ 99683 w 214062"/>
                <a:gd name="connsiteY9" fmla="*/ 82992 h 234930"/>
                <a:gd name="connsiteX10" fmla="*/ 54953 w 214062"/>
                <a:gd name="connsiteY10" fmla="*/ 82992 h 234930"/>
                <a:gd name="connsiteX11" fmla="*/ 48563 w 214062"/>
                <a:gd name="connsiteY11" fmla="*/ 89376 h 234930"/>
                <a:gd name="connsiteX12" fmla="*/ 48563 w 214062"/>
                <a:gd name="connsiteY12" fmla="*/ 145555 h 234930"/>
                <a:gd name="connsiteX13" fmla="*/ 54953 w 214062"/>
                <a:gd name="connsiteY13" fmla="*/ 151939 h 234930"/>
                <a:gd name="connsiteX14" fmla="*/ 99683 w 214062"/>
                <a:gd name="connsiteY14" fmla="*/ 151939 h 234930"/>
                <a:gd name="connsiteX15" fmla="*/ 99683 w 214062"/>
                <a:gd name="connsiteY15" fmla="*/ 165984 h 234930"/>
                <a:gd name="connsiteX16" fmla="*/ 54953 w 214062"/>
                <a:gd name="connsiteY16" fmla="*/ 165984 h 234930"/>
                <a:gd name="connsiteX17" fmla="*/ 48563 w 214062"/>
                <a:gd name="connsiteY17" fmla="*/ 172368 h 234930"/>
                <a:gd name="connsiteX18" fmla="*/ 48563 w 214062"/>
                <a:gd name="connsiteY18" fmla="*/ 194073 h 234930"/>
                <a:gd name="connsiteX19" fmla="*/ 14697 w 214062"/>
                <a:gd name="connsiteY19" fmla="*/ 194073 h 234930"/>
                <a:gd name="connsiteX20" fmla="*/ 12780 w 214062"/>
                <a:gd name="connsiteY20" fmla="*/ 192158 h 234930"/>
                <a:gd name="connsiteX21" fmla="*/ 12780 w 214062"/>
                <a:gd name="connsiteY21" fmla="*/ 42134 h 234930"/>
                <a:gd name="connsiteX22" fmla="*/ 14697 w 214062"/>
                <a:gd name="connsiteY22" fmla="*/ 40219 h 234930"/>
                <a:gd name="connsiteX23" fmla="*/ 24282 w 214062"/>
                <a:gd name="connsiteY23" fmla="*/ 40219 h 234930"/>
                <a:gd name="connsiteX24" fmla="*/ 22365 w 214062"/>
                <a:gd name="connsiteY24" fmla="*/ 42134 h 234930"/>
                <a:gd name="connsiteX25" fmla="*/ 22365 w 214062"/>
                <a:gd name="connsiteY25" fmla="*/ 51072 h 234930"/>
                <a:gd name="connsiteX26" fmla="*/ 31311 w 214062"/>
                <a:gd name="connsiteY26" fmla="*/ 51072 h 234930"/>
                <a:gd name="connsiteX27" fmla="*/ 31311 w 214062"/>
                <a:gd name="connsiteY27" fmla="*/ 51072 h 234930"/>
                <a:gd name="connsiteX28" fmla="*/ 44091 w 214062"/>
                <a:gd name="connsiteY28" fmla="*/ 38304 h 234930"/>
                <a:gd name="connsiteX29" fmla="*/ 44091 w 214062"/>
                <a:gd name="connsiteY29" fmla="*/ 29366 h 234930"/>
                <a:gd name="connsiteX30" fmla="*/ 44091 w 214062"/>
                <a:gd name="connsiteY30" fmla="*/ 29366 h 234930"/>
                <a:gd name="connsiteX31" fmla="*/ 31311 w 214062"/>
                <a:gd name="connsiteY31" fmla="*/ 16598 h 234930"/>
                <a:gd name="connsiteX32" fmla="*/ 22365 w 214062"/>
                <a:gd name="connsiteY32" fmla="*/ 16598 h 234930"/>
                <a:gd name="connsiteX33" fmla="*/ 22365 w 214062"/>
                <a:gd name="connsiteY33" fmla="*/ 16598 h 234930"/>
                <a:gd name="connsiteX34" fmla="*/ 22365 w 214062"/>
                <a:gd name="connsiteY34" fmla="*/ 25536 h 234930"/>
                <a:gd name="connsiteX35" fmla="*/ 24282 w 214062"/>
                <a:gd name="connsiteY35" fmla="*/ 27451 h 234930"/>
                <a:gd name="connsiteX36" fmla="*/ 14697 w 214062"/>
                <a:gd name="connsiteY36" fmla="*/ 27451 h 234930"/>
                <a:gd name="connsiteX37" fmla="*/ 0 w 214062"/>
                <a:gd name="connsiteY37" fmla="*/ 42134 h 234930"/>
                <a:gd name="connsiteX38" fmla="*/ 0 w 214062"/>
                <a:gd name="connsiteY38" fmla="*/ 192158 h 234930"/>
                <a:gd name="connsiteX39" fmla="*/ 14697 w 214062"/>
                <a:gd name="connsiteY39" fmla="*/ 206841 h 234930"/>
                <a:gd name="connsiteX40" fmla="*/ 49202 w 214062"/>
                <a:gd name="connsiteY40" fmla="*/ 206841 h 234930"/>
                <a:gd name="connsiteX41" fmla="*/ 49202 w 214062"/>
                <a:gd name="connsiteY41" fmla="*/ 228546 h 234930"/>
                <a:gd name="connsiteX42" fmla="*/ 55592 w 214062"/>
                <a:gd name="connsiteY42" fmla="*/ 234930 h 234930"/>
                <a:gd name="connsiteX43" fmla="*/ 157831 w 214062"/>
                <a:gd name="connsiteY43" fmla="*/ 234930 h 234930"/>
                <a:gd name="connsiteX44" fmla="*/ 164221 w 214062"/>
                <a:gd name="connsiteY44" fmla="*/ 228546 h 234930"/>
                <a:gd name="connsiteX45" fmla="*/ 164221 w 214062"/>
                <a:gd name="connsiteY45" fmla="*/ 172368 h 234930"/>
                <a:gd name="connsiteX46" fmla="*/ 157831 w 214062"/>
                <a:gd name="connsiteY46" fmla="*/ 165984 h 234930"/>
                <a:gd name="connsiteX47" fmla="*/ 113102 w 214062"/>
                <a:gd name="connsiteY47" fmla="*/ 165984 h 234930"/>
                <a:gd name="connsiteX48" fmla="*/ 113102 w 214062"/>
                <a:gd name="connsiteY48" fmla="*/ 151939 h 234930"/>
                <a:gd name="connsiteX49" fmla="*/ 157831 w 214062"/>
                <a:gd name="connsiteY49" fmla="*/ 151939 h 234930"/>
                <a:gd name="connsiteX50" fmla="*/ 164221 w 214062"/>
                <a:gd name="connsiteY50" fmla="*/ 145555 h 234930"/>
                <a:gd name="connsiteX51" fmla="*/ 164221 w 214062"/>
                <a:gd name="connsiteY51" fmla="*/ 89376 h 234930"/>
                <a:gd name="connsiteX52" fmla="*/ 157831 w 214062"/>
                <a:gd name="connsiteY52" fmla="*/ 82992 h 234930"/>
                <a:gd name="connsiteX53" fmla="*/ 113102 w 214062"/>
                <a:gd name="connsiteY53" fmla="*/ 82992 h 234930"/>
                <a:gd name="connsiteX54" fmla="*/ 113102 w 214062"/>
                <a:gd name="connsiteY54" fmla="*/ 68947 h 234930"/>
                <a:gd name="connsiteX55" fmla="*/ 157831 w 214062"/>
                <a:gd name="connsiteY55" fmla="*/ 68947 h 234930"/>
                <a:gd name="connsiteX56" fmla="*/ 164221 w 214062"/>
                <a:gd name="connsiteY56" fmla="*/ 62563 h 234930"/>
                <a:gd name="connsiteX57" fmla="*/ 164221 w 214062"/>
                <a:gd name="connsiteY57" fmla="*/ 40857 h 234930"/>
                <a:gd name="connsiteX58" fmla="*/ 199366 w 214062"/>
                <a:gd name="connsiteY58" fmla="*/ 40857 h 234930"/>
                <a:gd name="connsiteX59" fmla="*/ 201283 w 214062"/>
                <a:gd name="connsiteY59" fmla="*/ 42773 h 234930"/>
                <a:gd name="connsiteX60" fmla="*/ 201283 w 214062"/>
                <a:gd name="connsiteY60" fmla="*/ 42773 h 234930"/>
                <a:gd name="connsiteX61" fmla="*/ 201283 w 214062"/>
                <a:gd name="connsiteY61" fmla="*/ 192796 h 234930"/>
                <a:gd name="connsiteX62" fmla="*/ 199366 w 214062"/>
                <a:gd name="connsiteY62" fmla="*/ 194711 h 234930"/>
                <a:gd name="connsiteX63" fmla="*/ 199366 w 214062"/>
                <a:gd name="connsiteY63" fmla="*/ 194711 h 234930"/>
                <a:gd name="connsiteX64" fmla="*/ 189781 w 214062"/>
                <a:gd name="connsiteY64" fmla="*/ 194711 h 234930"/>
                <a:gd name="connsiteX65" fmla="*/ 191698 w 214062"/>
                <a:gd name="connsiteY65" fmla="*/ 192796 h 234930"/>
                <a:gd name="connsiteX66" fmla="*/ 191698 w 214062"/>
                <a:gd name="connsiteY66" fmla="*/ 183859 h 234930"/>
                <a:gd name="connsiteX67" fmla="*/ 182752 w 214062"/>
                <a:gd name="connsiteY67" fmla="*/ 183859 h 234930"/>
                <a:gd name="connsiteX68" fmla="*/ 169972 w 214062"/>
                <a:gd name="connsiteY68" fmla="*/ 196627 h 234930"/>
                <a:gd name="connsiteX69" fmla="*/ 169972 w 214062"/>
                <a:gd name="connsiteY69" fmla="*/ 205564 h 234930"/>
                <a:gd name="connsiteX70" fmla="*/ 169972 w 214062"/>
                <a:gd name="connsiteY70" fmla="*/ 205564 h 234930"/>
                <a:gd name="connsiteX71" fmla="*/ 182752 w 214062"/>
                <a:gd name="connsiteY71" fmla="*/ 218332 h 234930"/>
                <a:gd name="connsiteX72" fmla="*/ 187225 w 214062"/>
                <a:gd name="connsiteY72" fmla="*/ 220247 h 234930"/>
                <a:gd name="connsiteX73" fmla="*/ 193615 w 214062"/>
                <a:gd name="connsiteY73" fmla="*/ 213863 h 234930"/>
                <a:gd name="connsiteX74" fmla="*/ 191698 w 214062"/>
                <a:gd name="connsiteY74" fmla="*/ 209395 h 234930"/>
                <a:gd name="connsiteX75" fmla="*/ 189781 w 214062"/>
                <a:gd name="connsiteY75" fmla="*/ 207479 h 234930"/>
                <a:gd name="connsiteX76" fmla="*/ 199366 w 214062"/>
                <a:gd name="connsiteY76" fmla="*/ 207479 h 234930"/>
                <a:gd name="connsiteX77" fmla="*/ 214063 w 214062"/>
                <a:gd name="connsiteY77" fmla="*/ 192796 h 234930"/>
                <a:gd name="connsiteX78" fmla="*/ 214063 w 214062"/>
                <a:gd name="connsiteY78" fmla="*/ 192796 h 234930"/>
                <a:gd name="connsiteX79" fmla="*/ 214063 w 214062"/>
                <a:gd name="connsiteY79" fmla="*/ 42773 h 234930"/>
                <a:gd name="connsiteX80" fmla="*/ 198727 w 214062"/>
                <a:gd name="connsiteY80" fmla="*/ 28089 h 234930"/>
                <a:gd name="connsiteX81" fmla="*/ 198727 w 214062"/>
                <a:gd name="connsiteY81" fmla="*/ 28089 h 234930"/>
                <a:gd name="connsiteX82" fmla="*/ 151441 w 214062"/>
                <a:gd name="connsiteY82" fmla="*/ 222163 h 234930"/>
                <a:gd name="connsiteX83" fmla="*/ 61982 w 214062"/>
                <a:gd name="connsiteY83" fmla="*/ 222163 h 234930"/>
                <a:gd name="connsiteX84" fmla="*/ 61982 w 214062"/>
                <a:gd name="connsiteY84" fmla="*/ 178752 h 234930"/>
                <a:gd name="connsiteX85" fmla="*/ 151441 w 214062"/>
                <a:gd name="connsiteY85" fmla="*/ 178752 h 234930"/>
                <a:gd name="connsiteX86" fmla="*/ 151441 w 214062"/>
                <a:gd name="connsiteY86" fmla="*/ 222163 h 234930"/>
                <a:gd name="connsiteX87" fmla="*/ 151441 w 214062"/>
                <a:gd name="connsiteY87" fmla="*/ 139171 h 234930"/>
                <a:gd name="connsiteX88" fmla="*/ 61982 w 214062"/>
                <a:gd name="connsiteY88" fmla="*/ 139171 h 234930"/>
                <a:gd name="connsiteX89" fmla="*/ 61982 w 214062"/>
                <a:gd name="connsiteY89" fmla="*/ 95760 h 234930"/>
                <a:gd name="connsiteX90" fmla="*/ 151441 w 214062"/>
                <a:gd name="connsiteY90" fmla="*/ 95760 h 234930"/>
                <a:gd name="connsiteX91" fmla="*/ 151441 w 214062"/>
                <a:gd name="connsiteY91" fmla="*/ 139171 h 234930"/>
                <a:gd name="connsiteX92" fmla="*/ 151441 w 214062"/>
                <a:gd name="connsiteY92" fmla="*/ 56179 h 234930"/>
                <a:gd name="connsiteX93" fmla="*/ 61982 w 214062"/>
                <a:gd name="connsiteY93" fmla="*/ 56179 h 234930"/>
                <a:gd name="connsiteX94" fmla="*/ 61982 w 214062"/>
                <a:gd name="connsiteY94" fmla="*/ 12768 h 234930"/>
                <a:gd name="connsiteX95" fmla="*/ 151441 w 214062"/>
                <a:gd name="connsiteY95" fmla="*/ 12768 h 234930"/>
                <a:gd name="connsiteX96" fmla="*/ 151441 w 214062"/>
                <a:gd name="connsiteY96" fmla="*/ 56179 h 234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214062" h="234930">
                  <a:moveTo>
                    <a:pt x="198727" y="28089"/>
                  </a:moveTo>
                  <a:lnTo>
                    <a:pt x="163582" y="28089"/>
                  </a:lnTo>
                  <a:lnTo>
                    <a:pt x="163582" y="6384"/>
                  </a:lnTo>
                  <a:cubicBezTo>
                    <a:pt x="163582" y="2554"/>
                    <a:pt x="161026" y="0"/>
                    <a:pt x="157192" y="0"/>
                  </a:cubicBezTo>
                  <a:lnTo>
                    <a:pt x="54953" y="0"/>
                  </a:lnTo>
                  <a:cubicBezTo>
                    <a:pt x="51120" y="0"/>
                    <a:pt x="48563" y="2554"/>
                    <a:pt x="48563" y="6384"/>
                  </a:cubicBezTo>
                  <a:lnTo>
                    <a:pt x="48563" y="62563"/>
                  </a:lnTo>
                  <a:cubicBezTo>
                    <a:pt x="48563" y="66393"/>
                    <a:pt x="51120" y="68947"/>
                    <a:pt x="54953" y="68947"/>
                  </a:cubicBezTo>
                  <a:lnTo>
                    <a:pt x="99683" y="68947"/>
                  </a:lnTo>
                  <a:lnTo>
                    <a:pt x="99683" y="82992"/>
                  </a:lnTo>
                  <a:lnTo>
                    <a:pt x="54953" y="82992"/>
                  </a:lnTo>
                  <a:cubicBezTo>
                    <a:pt x="51120" y="82992"/>
                    <a:pt x="48563" y="85545"/>
                    <a:pt x="48563" y="89376"/>
                  </a:cubicBezTo>
                  <a:lnTo>
                    <a:pt x="48563" y="145555"/>
                  </a:lnTo>
                  <a:cubicBezTo>
                    <a:pt x="48563" y="149385"/>
                    <a:pt x="51120" y="151939"/>
                    <a:pt x="54953" y="151939"/>
                  </a:cubicBezTo>
                  <a:lnTo>
                    <a:pt x="99683" y="151939"/>
                  </a:lnTo>
                  <a:lnTo>
                    <a:pt x="99683" y="165984"/>
                  </a:lnTo>
                  <a:lnTo>
                    <a:pt x="54953" y="165984"/>
                  </a:lnTo>
                  <a:cubicBezTo>
                    <a:pt x="51120" y="165984"/>
                    <a:pt x="48563" y="168537"/>
                    <a:pt x="48563" y="172368"/>
                  </a:cubicBezTo>
                  <a:lnTo>
                    <a:pt x="48563" y="194073"/>
                  </a:lnTo>
                  <a:lnTo>
                    <a:pt x="14697" y="194073"/>
                  </a:lnTo>
                  <a:cubicBezTo>
                    <a:pt x="14058" y="194073"/>
                    <a:pt x="12780" y="193435"/>
                    <a:pt x="12780" y="192158"/>
                  </a:cubicBezTo>
                  <a:lnTo>
                    <a:pt x="12780" y="42134"/>
                  </a:lnTo>
                  <a:cubicBezTo>
                    <a:pt x="12780" y="41496"/>
                    <a:pt x="13419" y="40219"/>
                    <a:pt x="14697" y="40219"/>
                  </a:cubicBezTo>
                  <a:lnTo>
                    <a:pt x="24282" y="40219"/>
                  </a:lnTo>
                  <a:lnTo>
                    <a:pt x="22365" y="42134"/>
                  </a:lnTo>
                  <a:cubicBezTo>
                    <a:pt x="19809" y="44688"/>
                    <a:pt x="19809" y="48518"/>
                    <a:pt x="22365" y="51072"/>
                  </a:cubicBezTo>
                  <a:cubicBezTo>
                    <a:pt x="24921" y="53625"/>
                    <a:pt x="28755" y="53625"/>
                    <a:pt x="31311" y="51072"/>
                  </a:cubicBezTo>
                  <a:cubicBezTo>
                    <a:pt x="31311" y="51072"/>
                    <a:pt x="31311" y="51072"/>
                    <a:pt x="31311" y="51072"/>
                  </a:cubicBezTo>
                  <a:lnTo>
                    <a:pt x="44091" y="38304"/>
                  </a:lnTo>
                  <a:cubicBezTo>
                    <a:pt x="46647" y="35750"/>
                    <a:pt x="46647" y="31920"/>
                    <a:pt x="44091" y="29366"/>
                  </a:cubicBezTo>
                  <a:cubicBezTo>
                    <a:pt x="44091" y="29366"/>
                    <a:pt x="44091" y="29366"/>
                    <a:pt x="44091" y="29366"/>
                  </a:cubicBezTo>
                  <a:lnTo>
                    <a:pt x="31311" y="16598"/>
                  </a:lnTo>
                  <a:cubicBezTo>
                    <a:pt x="28755" y="14045"/>
                    <a:pt x="24921" y="14045"/>
                    <a:pt x="22365" y="16598"/>
                  </a:cubicBezTo>
                  <a:cubicBezTo>
                    <a:pt x="22365" y="16598"/>
                    <a:pt x="22365" y="16598"/>
                    <a:pt x="22365" y="16598"/>
                  </a:cubicBezTo>
                  <a:cubicBezTo>
                    <a:pt x="19809" y="19152"/>
                    <a:pt x="19809" y="22982"/>
                    <a:pt x="22365" y="25536"/>
                  </a:cubicBezTo>
                  <a:lnTo>
                    <a:pt x="24282" y="27451"/>
                  </a:lnTo>
                  <a:lnTo>
                    <a:pt x="14697" y="27451"/>
                  </a:lnTo>
                  <a:cubicBezTo>
                    <a:pt x="7029" y="27451"/>
                    <a:pt x="0" y="33835"/>
                    <a:pt x="0" y="42134"/>
                  </a:cubicBezTo>
                  <a:lnTo>
                    <a:pt x="0" y="192158"/>
                  </a:lnTo>
                  <a:cubicBezTo>
                    <a:pt x="0" y="199819"/>
                    <a:pt x="6390" y="206841"/>
                    <a:pt x="14697" y="206841"/>
                  </a:cubicBezTo>
                  <a:lnTo>
                    <a:pt x="49202" y="206841"/>
                  </a:lnTo>
                  <a:lnTo>
                    <a:pt x="49202" y="228546"/>
                  </a:lnTo>
                  <a:cubicBezTo>
                    <a:pt x="49202" y="232377"/>
                    <a:pt x="51758" y="234930"/>
                    <a:pt x="55592" y="234930"/>
                  </a:cubicBezTo>
                  <a:lnTo>
                    <a:pt x="157831" y="234930"/>
                  </a:lnTo>
                  <a:cubicBezTo>
                    <a:pt x="161665" y="234930"/>
                    <a:pt x="164221" y="232377"/>
                    <a:pt x="164221" y="228546"/>
                  </a:cubicBezTo>
                  <a:lnTo>
                    <a:pt x="164221" y="172368"/>
                  </a:lnTo>
                  <a:cubicBezTo>
                    <a:pt x="164221" y="168537"/>
                    <a:pt x="161665" y="165984"/>
                    <a:pt x="157831" y="165984"/>
                  </a:cubicBezTo>
                  <a:lnTo>
                    <a:pt x="113102" y="165984"/>
                  </a:lnTo>
                  <a:lnTo>
                    <a:pt x="113102" y="151939"/>
                  </a:lnTo>
                  <a:lnTo>
                    <a:pt x="157831" y="151939"/>
                  </a:lnTo>
                  <a:cubicBezTo>
                    <a:pt x="161665" y="151939"/>
                    <a:pt x="164221" y="149385"/>
                    <a:pt x="164221" y="145555"/>
                  </a:cubicBezTo>
                  <a:lnTo>
                    <a:pt x="164221" y="89376"/>
                  </a:lnTo>
                  <a:cubicBezTo>
                    <a:pt x="164221" y="85545"/>
                    <a:pt x="161665" y="82992"/>
                    <a:pt x="157831" y="82992"/>
                  </a:cubicBezTo>
                  <a:lnTo>
                    <a:pt x="113102" y="82992"/>
                  </a:lnTo>
                  <a:lnTo>
                    <a:pt x="113102" y="68947"/>
                  </a:lnTo>
                  <a:lnTo>
                    <a:pt x="157831" y="68947"/>
                  </a:lnTo>
                  <a:cubicBezTo>
                    <a:pt x="161665" y="68947"/>
                    <a:pt x="164221" y="66393"/>
                    <a:pt x="164221" y="62563"/>
                  </a:cubicBezTo>
                  <a:lnTo>
                    <a:pt x="164221" y="40857"/>
                  </a:lnTo>
                  <a:lnTo>
                    <a:pt x="199366" y="40857"/>
                  </a:lnTo>
                  <a:cubicBezTo>
                    <a:pt x="200005" y="40857"/>
                    <a:pt x="201283" y="41496"/>
                    <a:pt x="201283" y="42773"/>
                  </a:cubicBezTo>
                  <a:lnTo>
                    <a:pt x="201283" y="42773"/>
                  </a:lnTo>
                  <a:lnTo>
                    <a:pt x="201283" y="192796"/>
                  </a:lnTo>
                  <a:cubicBezTo>
                    <a:pt x="201283" y="193435"/>
                    <a:pt x="200644" y="194711"/>
                    <a:pt x="199366" y="194711"/>
                  </a:cubicBezTo>
                  <a:lnTo>
                    <a:pt x="199366" y="194711"/>
                  </a:lnTo>
                  <a:lnTo>
                    <a:pt x="189781" y="194711"/>
                  </a:lnTo>
                  <a:lnTo>
                    <a:pt x="191698" y="192796"/>
                  </a:lnTo>
                  <a:cubicBezTo>
                    <a:pt x="194254" y="190243"/>
                    <a:pt x="194254" y="186412"/>
                    <a:pt x="191698" y="183859"/>
                  </a:cubicBezTo>
                  <a:cubicBezTo>
                    <a:pt x="189142" y="181305"/>
                    <a:pt x="185308" y="181305"/>
                    <a:pt x="182752" y="183859"/>
                  </a:cubicBezTo>
                  <a:lnTo>
                    <a:pt x="169972" y="196627"/>
                  </a:lnTo>
                  <a:cubicBezTo>
                    <a:pt x="167416" y="199180"/>
                    <a:pt x="167416" y="203011"/>
                    <a:pt x="169972" y="205564"/>
                  </a:cubicBezTo>
                  <a:cubicBezTo>
                    <a:pt x="169972" y="205564"/>
                    <a:pt x="169972" y="205564"/>
                    <a:pt x="169972" y="205564"/>
                  </a:cubicBezTo>
                  <a:lnTo>
                    <a:pt x="182752" y="218332"/>
                  </a:lnTo>
                  <a:cubicBezTo>
                    <a:pt x="184030" y="219609"/>
                    <a:pt x="185308" y="220247"/>
                    <a:pt x="187225" y="220247"/>
                  </a:cubicBezTo>
                  <a:cubicBezTo>
                    <a:pt x="191059" y="220247"/>
                    <a:pt x="193615" y="217055"/>
                    <a:pt x="193615" y="213863"/>
                  </a:cubicBezTo>
                  <a:cubicBezTo>
                    <a:pt x="193615" y="211948"/>
                    <a:pt x="192976" y="210671"/>
                    <a:pt x="191698" y="209395"/>
                  </a:cubicBezTo>
                  <a:lnTo>
                    <a:pt x="189781" y="207479"/>
                  </a:lnTo>
                  <a:lnTo>
                    <a:pt x="199366" y="207479"/>
                  </a:lnTo>
                  <a:cubicBezTo>
                    <a:pt x="207034" y="207479"/>
                    <a:pt x="214063" y="201095"/>
                    <a:pt x="214063" y="192796"/>
                  </a:cubicBezTo>
                  <a:lnTo>
                    <a:pt x="214063" y="192796"/>
                  </a:lnTo>
                  <a:lnTo>
                    <a:pt x="214063" y="42773"/>
                  </a:lnTo>
                  <a:cubicBezTo>
                    <a:pt x="213424" y="34473"/>
                    <a:pt x="207034" y="28089"/>
                    <a:pt x="198727" y="28089"/>
                  </a:cubicBezTo>
                  <a:lnTo>
                    <a:pt x="198727" y="28089"/>
                  </a:lnTo>
                  <a:close/>
                  <a:moveTo>
                    <a:pt x="151441" y="222163"/>
                  </a:moveTo>
                  <a:lnTo>
                    <a:pt x="61982" y="222163"/>
                  </a:lnTo>
                  <a:lnTo>
                    <a:pt x="61982" y="178752"/>
                  </a:lnTo>
                  <a:lnTo>
                    <a:pt x="151441" y="178752"/>
                  </a:lnTo>
                  <a:lnTo>
                    <a:pt x="151441" y="222163"/>
                  </a:lnTo>
                  <a:close/>
                  <a:moveTo>
                    <a:pt x="151441" y="139171"/>
                  </a:moveTo>
                  <a:lnTo>
                    <a:pt x="61982" y="139171"/>
                  </a:lnTo>
                  <a:lnTo>
                    <a:pt x="61982" y="95760"/>
                  </a:lnTo>
                  <a:lnTo>
                    <a:pt x="151441" y="95760"/>
                  </a:lnTo>
                  <a:lnTo>
                    <a:pt x="151441" y="139171"/>
                  </a:lnTo>
                  <a:close/>
                  <a:moveTo>
                    <a:pt x="151441" y="56179"/>
                  </a:moveTo>
                  <a:lnTo>
                    <a:pt x="61982" y="56179"/>
                  </a:lnTo>
                  <a:lnTo>
                    <a:pt x="61982" y="12768"/>
                  </a:lnTo>
                  <a:lnTo>
                    <a:pt x="151441" y="12768"/>
                  </a:lnTo>
                  <a:lnTo>
                    <a:pt x="151441" y="56179"/>
                  </a:lnTo>
                  <a:close/>
                </a:path>
              </a:pathLst>
            </a:custGeom>
            <a:solidFill>
              <a:srgbClr val="046A38"/>
            </a:solidFill>
            <a:ln w="6390" cap="flat">
              <a:noFill/>
              <a:prstDash val="solid"/>
              <a:miter/>
            </a:ln>
          </p:spPr>
          <p:txBody>
            <a:bodyPr rtlCol="0" anchor="ctr"/>
            <a:lstStyle/>
            <a:p>
              <a:endParaRPr lang="en-US"/>
            </a:p>
          </p:txBody>
        </p:sp>
        <p:sp>
          <p:nvSpPr>
            <p:cNvPr id="850" name="Graphic 4">
              <a:extLst>
                <a:ext uri="{FF2B5EF4-FFF2-40B4-BE49-F238E27FC236}">
                  <a16:creationId xmlns:a16="http://schemas.microsoft.com/office/drawing/2014/main" id="{BAA81939-07FD-B840-A2A6-048FCBA06D35}"/>
                </a:ext>
              </a:extLst>
            </p:cNvPr>
            <p:cNvSpPr/>
            <p:nvPr/>
          </p:nvSpPr>
          <p:spPr>
            <a:xfrm>
              <a:off x="1674163" y="1089269"/>
              <a:ext cx="20447" cy="20428"/>
            </a:xfrm>
            <a:custGeom>
              <a:avLst/>
              <a:gdLst>
                <a:gd name="connsiteX0" fmla="*/ 10224 w 20447"/>
                <a:gd name="connsiteY0" fmla="*/ 0 h 20428"/>
                <a:gd name="connsiteX1" fmla="*/ 0 w 20447"/>
                <a:gd name="connsiteY1" fmla="*/ 10214 h 20428"/>
                <a:gd name="connsiteX2" fmla="*/ 10224 w 20447"/>
                <a:gd name="connsiteY2" fmla="*/ 20429 h 20428"/>
                <a:gd name="connsiteX3" fmla="*/ 20448 w 20447"/>
                <a:gd name="connsiteY3" fmla="*/ 10214 h 20428"/>
                <a:gd name="connsiteX4" fmla="*/ 20448 w 20447"/>
                <a:gd name="connsiteY4" fmla="*/ 10214 h 20428"/>
                <a:gd name="connsiteX5" fmla="*/ 10224 w 20447"/>
                <a:gd name="connsiteY5" fmla="*/ 0 h 20428"/>
                <a:gd name="connsiteX6" fmla="*/ 10224 w 20447"/>
                <a:gd name="connsiteY6" fmla="*/ 12768 h 20428"/>
                <a:gd name="connsiteX7" fmla="*/ 7668 w 20447"/>
                <a:gd name="connsiteY7" fmla="*/ 10214 h 20428"/>
                <a:gd name="connsiteX8" fmla="*/ 10224 w 20447"/>
                <a:gd name="connsiteY8" fmla="*/ 7661 h 20428"/>
                <a:gd name="connsiteX9" fmla="*/ 10224 w 20447"/>
                <a:gd name="connsiteY9" fmla="*/ 7661 h 20428"/>
                <a:gd name="connsiteX10" fmla="*/ 12780 w 20447"/>
                <a:gd name="connsiteY10" fmla="*/ 10214 h 20428"/>
                <a:gd name="connsiteX11" fmla="*/ 10224 w 20447"/>
                <a:gd name="connsiteY11" fmla="*/ 12768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447" h="20428">
                  <a:moveTo>
                    <a:pt x="10224" y="0"/>
                  </a:moveTo>
                  <a:cubicBezTo>
                    <a:pt x="4473" y="0"/>
                    <a:pt x="0" y="4469"/>
                    <a:pt x="0" y="10214"/>
                  </a:cubicBezTo>
                  <a:cubicBezTo>
                    <a:pt x="0" y="15960"/>
                    <a:pt x="4473" y="20429"/>
                    <a:pt x="10224" y="20429"/>
                  </a:cubicBezTo>
                  <a:cubicBezTo>
                    <a:pt x="15975" y="20429"/>
                    <a:pt x="20448" y="15960"/>
                    <a:pt x="20448" y="10214"/>
                  </a:cubicBezTo>
                  <a:cubicBezTo>
                    <a:pt x="20448" y="10214"/>
                    <a:pt x="20448" y="10214"/>
                    <a:pt x="20448" y="10214"/>
                  </a:cubicBezTo>
                  <a:cubicBezTo>
                    <a:pt x="19809" y="4469"/>
                    <a:pt x="15336" y="0"/>
                    <a:pt x="10224" y="0"/>
                  </a:cubicBezTo>
                  <a:close/>
                  <a:moveTo>
                    <a:pt x="10224" y="12768"/>
                  </a:moveTo>
                  <a:cubicBezTo>
                    <a:pt x="8946" y="12768"/>
                    <a:pt x="7668" y="11491"/>
                    <a:pt x="7668" y="10214"/>
                  </a:cubicBezTo>
                  <a:cubicBezTo>
                    <a:pt x="7668" y="8938"/>
                    <a:pt x="8946" y="7661"/>
                    <a:pt x="10224" y="7661"/>
                  </a:cubicBezTo>
                  <a:lnTo>
                    <a:pt x="10224" y="7661"/>
                  </a:lnTo>
                  <a:cubicBezTo>
                    <a:pt x="11502" y="7661"/>
                    <a:pt x="12780" y="8938"/>
                    <a:pt x="12780" y="10214"/>
                  </a:cubicBezTo>
                  <a:cubicBezTo>
                    <a:pt x="12780" y="11491"/>
                    <a:pt x="11502" y="12768"/>
                    <a:pt x="10224" y="12768"/>
                  </a:cubicBezTo>
                  <a:close/>
                </a:path>
              </a:pathLst>
            </a:custGeom>
            <a:solidFill>
              <a:srgbClr val="046A38"/>
            </a:solidFill>
            <a:ln w="6390" cap="flat">
              <a:noFill/>
              <a:prstDash val="solid"/>
              <a:miter/>
            </a:ln>
          </p:spPr>
          <p:txBody>
            <a:bodyPr rtlCol="0" anchor="ctr"/>
            <a:lstStyle/>
            <a:p>
              <a:endParaRPr lang="en-US"/>
            </a:p>
          </p:txBody>
        </p:sp>
        <p:sp>
          <p:nvSpPr>
            <p:cNvPr id="851" name="Graphic 4">
              <a:extLst>
                <a:ext uri="{FF2B5EF4-FFF2-40B4-BE49-F238E27FC236}">
                  <a16:creationId xmlns:a16="http://schemas.microsoft.com/office/drawing/2014/main" id="{E88FE401-3034-E849-BBD5-E2D4131EC648}"/>
                </a:ext>
              </a:extLst>
            </p:cNvPr>
            <p:cNvSpPr/>
            <p:nvPr/>
          </p:nvSpPr>
          <p:spPr>
            <a:xfrm>
              <a:off x="1685665" y="1005639"/>
              <a:ext cx="20447" cy="20428"/>
            </a:xfrm>
            <a:custGeom>
              <a:avLst/>
              <a:gdLst>
                <a:gd name="connsiteX0" fmla="*/ 10224 w 20447"/>
                <a:gd name="connsiteY0" fmla="*/ 20429 h 20428"/>
                <a:gd name="connsiteX1" fmla="*/ 20448 w 20447"/>
                <a:gd name="connsiteY1" fmla="*/ 10214 h 20428"/>
                <a:gd name="connsiteX2" fmla="*/ 10224 w 20447"/>
                <a:gd name="connsiteY2" fmla="*/ 0 h 20428"/>
                <a:gd name="connsiteX3" fmla="*/ 0 w 20447"/>
                <a:gd name="connsiteY3" fmla="*/ 10214 h 20428"/>
                <a:gd name="connsiteX4" fmla="*/ 0 w 20447"/>
                <a:gd name="connsiteY4" fmla="*/ 10214 h 20428"/>
                <a:gd name="connsiteX5" fmla="*/ 10224 w 20447"/>
                <a:gd name="connsiteY5" fmla="*/ 20429 h 20428"/>
                <a:gd name="connsiteX6" fmla="*/ 10224 w 20447"/>
                <a:gd name="connsiteY6" fmla="*/ 7661 h 20428"/>
                <a:gd name="connsiteX7" fmla="*/ 12780 w 20447"/>
                <a:gd name="connsiteY7" fmla="*/ 10214 h 20428"/>
                <a:gd name="connsiteX8" fmla="*/ 12780 w 20447"/>
                <a:gd name="connsiteY8" fmla="*/ 10214 h 20428"/>
                <a:gd name="connsiteX9" fmla="*/ 10224 w 20447"/>
                <a:gd name="connsiteY9" fmla="*/ 12768 h 20428"/>
                <a:gd name="connsiteX10" fmla="*/ 7668 w 20447"/>
                <a:gd name="connsiteY10" fmla="*/ 10214 h 20428"/>
                <a:gd name="connsiteX11" fmla="*/ 10224 w 20447"/>
                <a:gd name="connsiteY11" fmla="*/ 7661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447" h="20428">
                  <a:moveTo>
                    <a:pt x="10224" y="20429"/>
                  </a:moveTo>
                  <a:cubicBezTo>
                    <a:pt x="15975" y="20429"/>
                    <a:pt x="20448" y="15960"/>
                    <a:pt x="20448" y="10214"/>
                  </a:cubicBezTo>
                  <a:cubicBezTo>
                    <a:pt x="20448" y="4469"/>
                    <a:pt x="15975" y="0"/>
                    <a:pt x="10224" y="0"/>
                  </a:cubicBezTo>
                  <a:cubicBezTo>
                    <a:pt x="4473" y="0"/>
                    <a:pt x="0" y="4469"/>
                    <a:pt x="0" y="10214"/>
                  </a:cubicBezTo>
                  <a:cubicBezTo>
                    <a:pt x="0" y="10214"/>
                    <a:pt x="0" y="10214"/>
                    <a:pt x="0" y="10214"/>
                  </a:cubicBezTo>
                  <a:cubicBezTo>
                    <a:pt x="0" y="15960"/>
                    <a:pt x="4473" y="20429"/>
                    <a:pt x="10224" y="20429"/>
                  </a:cubicBezTo>
                  <a:close/>
                  <a:moveTo>
                    <a:pt x="10224" y="7661"/>
                  </a:moveTo>
                  <a:cubicBezTo>
                    <a:pt x="11502" y="7661"/>
                    <a:pt x="12780" y="8938"/>
                    <a:pt x="12780" y="10214"/>
                  </a:cubicBezTo>
                  <a:lnTo>
                    <a:pt x="12780" y="10214"/>
                  </a:lnTo>
                  <a:cubicBezTo>
                    <a:pt x="12780" y="11491"/>
                    <a:pt x="11502" y="12768"/>
                    <a:pt x="10224" y="12768"/>
                  </a:cubicBezTo>
                  <a:cubicBezTo>
                    <a:pt x="8946" y="12768"/>
                    <a:pt x="7668" y="11491"/>
                    <a:pt x="7668" y="10214"/>
                  </a:cubicBezTo>
                  <a:cubicBezTo>
                    <a:pt x="7029" y="8938"/>
                    <a:pt x="8307" y="7661"/>
                    <a:pt x="10224" y="7661"/>
                  </a:cubicBezTo>
                  <a:close/>
                </a:path>
              </a:pathLst>
            </a:custGeom>
            <a:solidFill>
              <a:srgbClr val="046A38"/>
            </a:solidFill>
            <a:ln w="6390" cap="flat">
              <a:noFill/>
              <a:prstDash val="solid"/>
              <a:miter/>
            </a:ln>
          </p:spPr>
          <p:txBody>
            <a:bodyPr rtlCol="0" anchor="ctr"/>
            <a:lstStyle/>
            <a:p>
              <a:endParaRPr lang="en-US"/>
            </a:p>
          </p:txBody>
        </p:sp>
        <p:sp>
          <p:nvSpPr>
            <p:cNvPr id="852" name="Graphic 4">
              <a:extLst>
                <a:ext uri="{FF2B5EF4-FFF2-40B4-BE49-F238E27FC236}">
                  <a16:creationId xmlns:a16="http://schemas.microsoft.com/office/drawing/2014/main" id="{419E644D-9A6D-744C-939E-83592A451CAE}"/>
                </a:ext>
              </a:extLst>
            </p:cNvPr>
            <p:cNvSpPr/>
            <p:nvPr/>
          </p:nvSpPr>
          <p:spPr>
            <a:xfrm>
              <a:off x="1696528" y="1088631"/>
              <a:ext cx="20447" cy="20428"/>
            </a:xfrm>
            <a:custGeom>
              <a:avLst/>
              <a:gdLst>
                <a:gd name="connsiteX0" fmla="*/ 10224 w 20447"/>
                <a:gd name="connsiteY0" fmla="*/ 20429 h 20428"/>
                <a:gd name="connsiteX1" fmla="*/ 20448 w 20447"/>
                <a:gd name="connsiteY1" fmla="*/ 10214 h 20428"/>
                <a:gd name="connsiteX2" fmla="*/ 10224 w 20447"/>
                <a:gd name="connsiteY2" fmla="*/ 0 h 20428"/>
                <a:gd name="connsiteX3" fmla="*/ 0 w 20447"/>
                <a:gd name="connsiteY3" fmla="*/ 10214 h 20428"/>
                <a:gd name="connsiteX4" fmla="*/ 0 w 20447"/>
                <a:gd name="connsiteY4" fmla="*/ 10214 h 20428"/>
                <a:gd name="connsiteX5" fmla="*/ 10224 w 20447"/>
                <a:gd name="connsiteY5" fmla="*/ 20429 h 20428"/>
                <a:gd name="connsiteX6" fmla="*/ 10224 w 20447"/>
                <a:gd name="connsiteY6" fmla="*/ 20429 h 20428"/>
                <a:gd name="connsiteX7" fmla="*/ 10224 w 20447"/>
                <a:gd name="connsiteY7" fmla="*/ 7661 h 20428"/>
                <a:gd name="connsiteX8" fmla="*/ 12780 w 20447"/>
                <a:gd name="connsiteY8" fmla="*/ 10214 h 20428"/>
                <a:gd name="connsiteX9" fmla="*/ 10224 w 20447"/>
                <a:gd name="connsiteY9" fmla="*/ 12768 h 20428"/>
                <a:gd name="connsiteX10" fmla="*/ 7668 w 20447"/>
                <a:gd name="connsiteY10" fmla="*/ 10214 h 20428"/>
                <a:gd name="connsiteX11" fmla="*/ 10224 w 20447"/>
                <a:gd name="connsiteY11" fmla="*/ 7661 h 20428"/>
                <a:gd name="connsiteX12" fmla="*/ 10224 w 20447"/>
                <a:gd name="connsiteY12" fmla="*/ 7661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447" h="20428">
                  <a:moveTo>
                    <a:pt x="10224" y="20429"/>
                  </a:moveTo>
                  <a:cubicBezTo>
                    <a:pt x="15975" y="20429"/>
                    <a:pt x="20448" y="15960"/>
                    <a:pt x="20448" y="10214"/>
                  </a:cubicBezTo>
                  <a:cubicBezTo>
                    <a:pt x="20448" y="4469"/>
                    <a:pt x="15975" y="0"/>
                    <a:pt x="10224" y="0"/>
                  </a:cubicBezTo>
                  <a:cubicBezTo>
                    <a:pt x="4473" y="0"/>
                    <a:pt x="0" y="4469"/>
                    <a:pt x="0" y="10214"/>
                  </a:cubicBezTo>
                  <a:cubicBezTo>
                    <a:pt x="0" y="10214"/>
                    <a:pt x="0" y="10214"/>
                    <a:pt x="0" y="10214"/>
                  </a:cubicBezTo>
                  <a:cubicBezTo>
                    <a:pt x="639" y="15960"/>
                    <a:pt x="5112" y="20429"/>
                    <a:pt x="10224" y="20429"/>
                  </a:cubicBezTo>
                  <a:cubicBezTo>
                    <a:pt x="10224" y="20429"/>
                    <a:pt x="10224" y="20429"/>
                    <a:pt x="10224" y="20429"/>
                  </a:cubicBezTo>
                  <a:close/>
                  <a:moveTo>
                    <a:pt x="10224" y="7661"/>
                  </a:moveTo>
                  <a:cubicBezTo>
                    <a:pt x="11502" y="7661"/>
                    <a:pt x="12780" y="8938"/>
                    <a:pt x="12780" y="10214"/>
                  </a:cubicBezTo>
                  <a:cubicBezTo>
                    <a:pt x="12780" y="11491"/>
                    <a:pt x="11502" y="12768"/>
                    <a:pt x="10224" y="12768"/>
                  </a:cubicBezTo>
                  <a:cubicBezTo>
                    <a:pt x="8946" y="12768"/>
                    <a:pt x="7668" y="11491"/>
                    <a:pt x="7668" y="10214"/>
                  </a:cubicBezTo>
                  <a:cubicBezTo>
                    <a:pt x="7668" y="8938"/>
                    <a:pt x="8946" y="7661"/>
                    <a:pt x="10224" y="7661"/>
                  </a:cubicBezTo>
                  <a:lnTo>
                    <a:pt x="10224" y="7661"/>
                  </a:lnTo>
                  <a:close/>
                </a:path>
              </a:pathLst>
            </a:custGeom>
            <a:solidFill>
              <a:srgbClr val="046A38"/>
            </a:solidFill>
            <a:ln w="6390" cap="flat">
              <a:noFill/>
              <a:prstDash val="solid"/>
              <a:miter/>
            </a:ln>
          </p:spPr>
          <p:txBody>
            <a:bodyPr rtlCol="0" anchor="ctr"/>
            <a:lstStyle/>
            <a:p>
              <a:endParaRPr lang="en-US"/>
            </a:p>
          </p:txBody>
        </p:sp>
        <p:sp>
          <p:nvSpPr>
            <p:cNvPr id="853" name="Graphic 4">
              <a:extLst>
                <a:ext uri="{FF2B5EF4-FFF2-40B4-BE49-F238E27FC236}">
                  <a16:creationId xmlns:a16="http://schemas.microsoft.com/office/drawing/2014/main" id="{BA39E2DF-4688-DC43-B6FD-A44BA3486FBF}"/>
                </a:ext>
              </a:extLst>
            </p:cNvPr>
            <p:cNvSpPr/>
            <p:nvPr/>
          </p:nvSpPr>
          <p:spPr>
            <a:xfrm>
              <a:off x="1685665" y="1171623"/>
              <a:ext cx="20447" cy="20428"/>
            </a:xfrm>
            <a:custGeom>
              <a:avLst/>
              <a:gdLst>
                <a:gd name="connsiteX0" fmla="*/ 10224 w 20447"/>
                <a:gd name="connsiteY0" fmla="*/ 20429 h 20428"/>
                <a:gd name="connsiteX1" fmla="*/ 20448 w 20447"/>
                <a:gd name="connsiteY1" fmla="*/ 10214 h 20428"/>
                <a:gd name="connsiteX2" fmla="*/ 10224 w 20447"/>
                <a:gd name="connsiteY2" fmla="*/ 0 h 20428"/>
                <a:gd name="connsiteX3" fmla="*/ 0 w 20447"/>
                <a:gd name="connsiteY3" fmla="*/ 10214 h 20428"/>
                <a:gd name="connsiteX4" fmla="*/ 0 w 20447"/>
                <a:gd name="connsiteY4" fmla="*/ 10214 h 20428"/>
                <a:gd name="connsiteX5" fmla="*/ 10224 w 20447"/>
                <a:gd name="connsiteY5" fmla="*/ 20429 h 20428"/>
                <a:gd name="connsiteX6" fmla="*/ 10224 w 20447"/>
                <a:gd name="connsiteY6" fmla="*/ 7661 h 20428"/>
                <a:gd name="connsiteX7" fmla="*/ 12780 w 20447"/>
                <a:gd name="connsiteY7" fmla="*/ 10214 h 20428"/>
                <a:gd name="connsiteX8" fmla="*/ 10224 w 20447"/>
                <a:gd name="connsiteY8" fmla="*/ 12768 h 20428"/>
                <a:gd name="connsiteX9" fmla="*/ 10224 w 20447"/>
                <a:gd name="connsiteY9" fmla="*/ 12768 h 20428"/>
                <a:gd name="connsiteX10" fmla="*/ 7668 w 20447"/>
                <a:gd name="connsiteY10" fmla="*/ 10214 h 20428"/>
                <a:gd name="connsiteX11" fmla="*/ 10224 w 20447"/>
                <a:gd name="connsiteY11" fmla="*/ 7661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447" h="20428">
                  <a:moveTo>
                    <a:pt x="10224" y="20429"/>
                  </a:moveTo>
                  <a:cubicBezTo>
                    <a:pt x="15975" y="20429"/>
                    <a:pt x="20448" y="15960"/>
                    <a:pt x="20448" y="10214"/>
                  </a:cubicBezTo>
                  <a:cubicBezTo>
                    <a:pt x="20448" y="4469"/>
                    <a:pt x="15975" y="0"/>
                    <a:pt x="10224" y="0"/>
                  </a:cubicBezTo>
                  <a:cubicBezTo>
                    <a:pt x="4473" y="0"/>
                    <a:pt x="0" y="4469"/>
                    <a:pt x="0" y="10214"/>
                  </a:cubicBezTo>
                  <a:cubicBezTo>
                    <a:pt x="0" y="10214"/>
                    <a:pt x="0" y="10214"/>
                    <a:pt x="0" y="10214"/>
                  </a:cubicBezTo>
                  <a:cubicBezTo>
                    <a:pt x="0" y="15960"/>
                    <a:pt x="4473" y="20429"/>
                    <a:pt x="10224" y="20429"/>
                  </a:cubicBezTo>
                  <a:close/>
                  <a:moveTo>
                    <a:pt x="10224" y="7661"/>
                  </a:moveTo>
                  <a:cubicBezTo>
                    <a:pt x="11502" y="7661"/>
                    <a:pt x="12780" y="8938"/>
                    <a:pt x="12780" y="10214"/>
                  </a:cubicBezTo>
                  <a:cubicBezTo>
                    <a:pt x="12780" y="11491"/>
                    <a:pt x="11502" y="12768"/>
                    <a:pt x="10224" y="12768"/>
                  </a:cubicBezTo>
                  <a:lnTo>
                    <a:pt x="10224" y="12768"/>
                  </a:lnTo>
                  <a:cubicBezTo>
                    <a:pt x="8946" y="12768"/>
                    <a:pt x="7668" y="11491"/>
                    <a:pt x="7668" y="10214"/>
                  </a:cubicBezTo>
                  <a:cubicBezTo>
                    <a:pt x="7668" y="8938"/>
                    <a:pt x="8307" y="7661"/>
                    <a:pt x="10224" y="7661"/>
                  </a:cubicBezTo>
                  <a:close/>
                </a:path>
              </a:pathLst>
            </a:custGeom>
            <a:solidFill>
              <a:srgbClr val="046A38"/>
            </a:solidFill>
            <a:ln w="6390" cap="flat">
              <a:noFill/>
              <a:prstDash val="solid"/>
              <a:miter/>
            </a:ln>
          </p:spPr>
          <p:txBody>
            <a:bodyPr rtlCol="0" anchor="ctr"/>
            <a:lstStyle/>
            <a:p>
              <a:endParaRPr lang="en-US"/>
            </a:p>
          </p:txBody>
        </p:sp>
        <p:sp>
          <p:nvSpPr>
            <p:cNvPr id="854" name="Graphic 4">
              <a:extLst>
                <a:ext uri="{FF2B5EF4-FFF2-40B4-BE49-F238E27FC236}">
                  <a16:creationId xmlns:a16="http://schemas.microsoft.com/office/drawing/2014/main" id="{056085E5-DA5F-2F42-95D0-570EE75B7A1D}"/>
                </a:ext>
              </a:extLst>
            </p:cNvPr>
            <p:cNvSpPr/>
            <p:nvPr/>
          </p:nvSpPr>
          <p:spPr>
            <a:xfrm>
              <a:off x="1660744" y="1171623"/>
              <a:ext cx="20447" cy="20428"/>
            </a:xfrm>
            <a:custGeom>
              <a:avLst/>
              <a:gdLst>
                <a:gd name="connsiteX0" fmla="*/ 10224 w 20447"/>
                <a:gd name="connsiteY0" fmla="*/ 20429 h 20428"/>
                <a:gd name="connsiteX1" fmla="*/ 20448 w 20447"/>
                <a:gd name="connsiteY1" fmla="*/ 10214 h 20428"/>
                <a:gd name="connsiteX2" fmla="*/ 10224 w 20447"/>
                <a:gd name="connsiteY2" fmla="*/ 0 h 20428"/>
                <a:gd name="connsiteX3" fmla="*/ 0 w 20447"/>
                <a:gd name="connsiteY3" fmla="*/ 10214 h 20428"/>
                <a:gd name="connsiteX4" fmla="*/ 10224 w 20447"/>
                <a:gd name="connsiteY4" fmla="*/ 20429 h 20428"/>
                <a:gd name="connsiteX5" fmla="*/ 10224 w 20447"/>
                <a:gd name="connsiteY5" fmla="*/ 20429 h 20428"/>
                <a:gd name="connsiteX6" fmla="*/ 10224 w 20447"/>
                <a:gd name="connsiteY6" fmla="*/ 7661 h 20428"/>
                <a:gd name="connsiteX7" fmla="*/ 12780 w 20447"/>
                <a:gd name="connsiteY7" fmla="*/ 10214 h 20428"/>
                <a:gd name="connsiteX8" fmla="*/ 10224 w 20447"/>
                <a:gd name="connsiteY8" fmla="*/ 12768 h 20428"/>
                <a:gd name="connsiteX9" fmla="*/ 7668 w 20447"/>
                <a:gd name="connsiteY9" fmla="*/ 10214 h 20428"/>
                <a:gd name="connsiteX10" fmla="*/ 7668 w 20447"/>
                <a:gd name="connsiteY10" fmla="*/ 10214 h 20428"/>
                <a:gd name="connsiteX11" fmla="*/ 10224 w 20447"/>
                <a:gd name="connsiteY11" fmla="*/ 7661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447" h="20428">
                  <a:moveTo>
                    <a:pt x="10224" y="20429"/>
                  </a:moveTo>
                  <a:cubicBezTo>
                    <a:pt x="15975" y="20429"/>
                    <a:pt x="20448" y="15960"/>
                    <a:pt x="20448" y="10214"/>
                  </a:cubicBezTo>
                  <a:cubicBezTo>
                    <a:pt x="20448" y="4469"/>
                    <a:pt x="15975" y="0"/>
                    <a:pt x="10224" y="0"/>
                  </a:cubicBezTo>
                  <a:cubicBezTo>
                    <a:pt x="4473" y="0"/>
                    <a:pt x="0" y="4469"/>
                    <a:pt x="0" y="10214"/>
                  </a:cubicBezTo>
                  <a:cubicBezTo>
                    <a:pt x="0" y="15960"/>
                    <a:pt x="4473" y="20429"/>
                    <a:pt x="10224" y="20429"/>
                  </a:cubicBezTo>
                  <a:lnTo>
                    <a:pt x="10224" y="20429"/>
                  </a:lnTo>
                  <a:close/>
                  <a:moveTo>
                    <a:pt x="10224" y="7661"/>
                  </a:moveTo>
                  <a:cubicBezTo>
                    <a:pt x="11502" y="7661"/>
                    <a:pt x="12780" y="8938"/>
                    <a:pt x="12780" y="10214"/>
                  </a:cubicBezTo>
                  <a:cubicBezTo>
                    <a:pt x="12780" y="11491"/>
                    <a:pt x="11502" y="12768"/>
                    <a:pt x="10224" y="12768"/>
                  </a:cubicBezTo>
                  <a:cubicBezTo>
                    <a:pt x="8946" y="12768"/>
                    <a:pt x="7668" y="11491"/>
                    <a:pt x="7668" y="10214"/>
                  </a:cubicBezTo>
                  <a:lnTo>
                    <a:pt x="7668" y="10214"/>
                  </a:lnTo>
                  <a:cubicBezTo>
                    <a:pt x="7668" y="8938"/>
                    <a:pt x="8946" y="7661"/>
                    <a:pt x="10224" y="7661"/>
                  </a:cubicBezTo>
                  <a:close/>
                </a:path>
              </a:pathLst>
            </a:custGeom>
            <a:solidFill>
              <a:srgbClr val="046A38"/>
            </a:solidFill>
            <a:ln w="6390" cap="flat">
              <a:noFill/>
              <a:prstDash val="solid"/>
              <a:miter/>
            </a:ln>
          </p:spPr>
          <p:txBody>
            <a:bodyPr rtlCol="0" anchor="ctr"/>
            <a:lstStyle/>
            <a:p>
              <a:endParaRPr lang="en-US"/>
            </a:p>
          </p:txBody>
        </p:sp>
        <p:sp>
          <p:nvSpPr>
            <p:cNvPr id="855" name="Graphic 4">
              <a:extLst>
                <a:ext uri="{FF2B5EF4-FFF2-40B4-BE49-F238E27FC236}">
                  <a16:creationId xmlns:a16="http://schemas.microsoft.com/office/drawing/2014/main" id="{3531BDBB-1524-8B42-ABEF-B1AD6AF8BF1C}"/>
                </a:ext>
              </a:extLst>
            </p:cNvPr>
            <p:cNvSpPr/>
            <p:nvPr/>
          </p:nvSpPr>
          <p:spPr>
            <a:xfrm>
              <a:off x="1710586" y="1171623"/>
              <a:ext cx="20447" cy="20428"/>
            </a:xfrm>
            <a:custGeom>
              <a:avLst/>
              <a:gdLst>
                <a:gd name="connsiteX0" fmla="*/ 10224 w 20447"/>
                <a:gd name="connsiteY0" fmla="*/ 20429 h 20428"/>
                <a:gd name="connsiteX1" fmla="*/ 20448 w 20447"/>
                <a:gd name="connsiteY1" fmla="*/ 10214 h 20428"/>
                <a:gd name="connsiteX2" fmla="*/ 10224 w 20447"/>
                <a:gd name="connsiteY2" fmla="*/ 0 h 20428"/>
                <a:gd name="connsiteX3" fmla="*/ 0 w 20447"/>
                <a:gd name="connsiteY3" fmla="*/ 10214 h 20428"/>
                <a:gd name="connsiteX4" fmla="*/ 0 w 20447"/>
                <a:gd name="connsiteY4" fmla="*/ 10214 h 20428"/>
                <a:gd name="connsiteX5" fmla="*/ 10224 w 20447"/>
                <a:gd name="connsiteY5" fmla="*/ 20429 h 20428"/>
                <a:gd name="connsiteX6" fmla="*/ 10224 w 20447"/>
                <a:gd name="connsiteY6" fmla="*/ 7661 h 20428"/>
                <a:gd name="connsiteX7" fmla="*/ 12780 w 20447"/>
                <a:gd name="connsiteY7" fmla="*/ 10214 h 20428"/>
                <a:gd name="connsiteX8" fmla="*/ 10224 w 20447"/>
                <a:gd name="connsiteY8" fmla="*/ 12768 h 20428"/>
                <a:gd name="connsiteX9" fmla="*/ 10224 w 20447"/>
                <a:gd name="connsiteY9" fmla="*/ 12768 h 20428"/>
                <a:gd name="connsiteX10" fmla="*/ 7668 w 20447"/>
                <a:gd name="connsiteY10" fmla="*/ 10214 h 20428"/>
                <a:gd name="connsiteX11" fmla="*/ 10224 w 20447"/>
                <a:gd name="connsiteY11" fmla="*/ 7661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447" h="20428">
                  <a:moveTo>
                    <a:pt x="10224" y="20429"/>
                  </a:moveTo>
                  <a:cubicBezTo>
                    <a:pt x="15975" y="20429"/>
                    <a:pt x="20448" y="15960"/>
                    <a:pt x="20448" y="10214"/>
                  </a:cubicBezTo>
                  <a:cubicBezTo>
                    <a:pt x="20448" y="4469"/>
                    <a:pt x="15975" y="0"/>
                    <a:pt x="10224" y="0"/>
                  </a:cubicBezTo>
                  <a:cubicBezTo>
                    <a:pt x="4473" y="0"/>
                    <a:pt x="0" y="4469"/>
                    <a:pt x="0" y="10214"/>
                  </a:cubicBezTo>
                  <a:cubicBezTo>
                    <a:pt x="0" y="10214"/>
                    <a:pt x="0" y="10214"/>
                    <a:pt x="0" y="10214"/>
                  </a:cubicBezTo>
                  <a:cubicBezTo>
                    <a:pt x="0" y="15960"/>
                    <a:pt x="4473" y="20429"/>
                    <a:pt x="10224" y="20429"/>
                  </a:cubicBezTo>
                  <a:close/>
                  <a:moveTo>
                    <a:pt x="10224" y="7661"/>
                  </a:moveTo>
                  <a:cubicBezTo>
                    <a:pt x="11502" y="7661"/>
                    <a:pt x="12780" y="8938"/>
                    <a:pt x="12780" y="10214"/>
                  </a:cubicBezTo>
                  <a:cubicBezTo>
                    <a:pt x="12780" y="11491"/>
                    <a:pt x="11502" y="12768"/>
                    <a:pt x="10224" y="12768"/>
                  </a:cubicBezTo>
                  <a:lnTo>
                    <a:pt x="10224" y="12768"/>
                  </a:lnTo>
                  <a:cubicBezTo>
                    <a:pt x="8946" y="12768"/>
                    <a:pt x="7668" y="11491"/>
                    <a:pt x="7668" y="10214"/>
                  </a:cubicBezTo>
                  <a:cubicBezTo>
                    <a:pt x="7029" y="8938"/>
                    <a:pt x="8307" y="7661"/>
                    <a:pt x="10224" y="7661"/>
                  </a:cubicBezTo>
                  <a:close/>
                </a:path>
              </a:pathLst>
            </a:custGeom>
            <a:solidFill>
              <a:srgbClr val="046A38"/>
            </a:solidFill>
            <a:ln w="6390" cap="flat">
              <a:noFill/>
              <a:prstDash val="solid"/>
              <a:miter/>
            </a:ln>
          </p:spPr>
          <p:txBody>
            <a:bodyPr rtlCol="0" anchor="ctr"/>
            <a:lstStyle/>
            <a:p>
              <a:endParaRPr lang="en-US"/>
            </a:p>
          </p:txBody>
        </p:sp>
      </p:grpSp>
      <p:grpSp>
        <p:nvGrpSpPr>
          <p:cNvPr id="856" name="Graphic 4">
            <a:extLst>
              <a:ext uri="{FF2B5EF4-FFF2-40B4-BE49-F238E27FC236}">
                <a16:creationId xmlns:a16="http://schemas.microsoft.com/office/drawing/2014/main" id="{A7A9F869-97C7-9944-ADF6-8A0099A55613}"/>
              </a:ext>
            </a:extLst>
          </p:cNvPr>
          <p:cNvGrpSpPr>
            <a:grpSpLocks noChangeAspect="1"/>
          </p:cNvGrpSpPr>
          <p:nvPr/>
        </p:nvGrpSpPr>
        <p:grpSpPr>
          <a:xfrm>
            <a:off x="1515054" y="1402723"/>
            <a:ext cx="362309" cy="361971"/>
            <a:chOff x="1515054" y="1402723"/>
            <a:chExt cx="362309" cy="361971"/>
          </a:xfrm>
          <a:solidFill>
            <a:srgbClr val="046A38"/>
          </a:solidFill>
        </p:grpSpPr>
        <p:sp>
          <p:nvSpPr>
            <p:cNvPr id="857" name="Graphic 4">
              <a:extLst>
                <a:ext uri="{FF2B5EF4-FFF2-40B4-BE49-F238E27FC236}">
                  <a16:creationId xmlns:a16="http://schemas.microsoft.com/office/drawing/2014/main" id="{3E325024-09C8-8144-96C2-DDF094542BCC}"/>
                </a:ext>
              </a:extLst>
            </p:cNvPr>
            <p:cNvSpPr/>
            <p:nvPr/>
          </p:nvSpPr>
          <p:spPr>
            <a:xfrm>
              <a:off x="1515054" y="1402723"/>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362309 w 362309"/>
                <a:gd name="connsiteY4" fmla="*/ 181305 h 361971"/>
                <a:gd name="connsiteX5" fmla="*/ 180835 w 362309"/>
                <a:gd name="connsiteY5" fmla="*/ 0 h 361971"/>
                <a:gd name="connsiteX6" fmla="*/ 180835 w 362309"/>
                <a:gd name="connsiteY6" fmla="*/ 0 h 361971"/>
                <a:gd name="connsiteX7" fmla="*/ 180835 w 362309"/>
                <a:gd name="connsiteY7" fmla="*/ 348565 h 361971"/>
                <a:gd name="connsiteX8" fmla="*/ 12780 w 362309"/>
                <a:gd name="connsiteY8" fmla="*/ 180028 h 361971"/>
                <a:gd name="connsiteX9" fmla="*/ 180835 w 362309"/>
                <a:gd name="connsiteY9" fmla="*/ 12130 h 361971"/>
                <a:gd name="connsiteX10" fmla="*/ 349529 w 362309"/>
                <a:gd name="connsiteY10" fmla="*/ 180028 h 361971"/>
                <a:gd name="connsiteX11" fmla="*/ 180835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181305"/>
                    <a:pt x="362309" y="181305"/>
                    <a:pt x="362309" y="181305"/>
                  </a:cubicBezTo>
                  <a:cubicBezTo>
                    <a:pt x="361670" y="80438"/>
                    <a:pt x="281157" y="0"/>
                    <a:pt x="180835" y="0"/>
                  </a:cubicBezTo>
                  <a:cubicBezTo>
                    <a:pt x="180835" y="0"/>
                    <a:pt x="180835" y="0"/>
                    <a:pt x="180835" y="0"/>
                  </a:cubicBezTo>
                  <a:close/>
                  <a:moveTo>
                    <a:pt x="180835" y="348565"/>
                  </a:moveTo>
                  <a:cubicBezTo>
                    <a:pt x="87542" y="348565"/>
                    <a:pt x="12780" y="273234"/>
                    <a:pt x="12780" y="180028"/>
                  </a:cubicBezTo>
                  <a:cubicBezTo>
                    <a:pt x="12780" y="86822"/>
                    <a:pt x="88181" y="12130"/>
                    <a:pt x="180835" y="12130"/>
                  </a:cubicBezTo>
                  <a:cubicBezTo>
                    <a:pt x="274128" y="12130"/>
                    <a:pt x="349529" y="87461"/>
                    <a:pt x="349529" y="180028"/>
                  </a:cubicBezTo>
                  <a:cubicBezTo>
                    <a:pt x="348891" y="273234"/>
                    <a:pt x="273489" y="348565"/>
                    <a:pt x="180835" y="348565"/>
                  </a:cubicBezTo>
                  <a:close/>
                </a:path>
              </a:pathLst>
            </a:custGeom>
            <a:solidFill>
              <a:srgbClr val="046A38"/>
            </a:solidFill>
            <a:ln w="6390" cap="flat">
              <a:noFill/>
              <a:prstDash val="solid"/>
              <a:miter/>
            </a:ln>
          </p:spPr>
          <p:txBody>
            <a:bodyPr rtlCol="0" anchor="ctr"/>
            <a:lstStyle/>
            <a:p>
              <a:endParaRPr lang="en-US"/>
            </a:p>
          </p:txBody>
        </p:sp>
        <p:sp>
          <p:nvSpPr>
            <p:cNvPr id="858" name="Graphic 4">
              <a:extLst>
                <a:ext uri="{FF2B5EF4-FFF2-40B4-BE49-F238E27FC236}">
                  <a16:creationId xmlns:a16="http://schemas.microsoft.com/office/drawing/2014/main" id="{14CCE534-2C2E-2D43-B5DF-5462C525B6EB}"/>
                </a:ext>
              </a:extLst>
            </p:cNvPr>
            <p:cNvSpPr/>
            <p:nvPr/>
          </p:nvSpPr>
          <p:spPr>
            <a:xfrm>
              <a:off x="1579592" y="1458902"/>
              <a:ext cx="232036" cy="222800"/>
            </a:xfrm>
            <a:custGeom>
              <a:avLst/>
              <a:gdLst>
                <a:gd name="connsiteX0" fmla="*/ 225565 w 232036"/>
                <a:gd name="connsiteY0" fmla="*/ 194711 h 222800"/>
                <a:gd name="connsiteX1" fmla="*/ 219175 w 232036"/>
                <a:gd name="connsiteY1" fmla="*/ 194711 h 222800"/>
                <a:gd name="connsiteX2" fmla="*/ 219175 w 232036"/>
                <a:gd name="connsiteY2" fmla="*/ 74054 h 222800"/>
                <a:gd name="connsiteX3" fmla="*/ 200644 w 232036"/>
                <a:gd name="connsiteY3" fmla="*/ 55541 h 222800"/>
                <a:gd name="connsiteX4" fmla="*/ 200644 w 232036"/>
                <a:gd name="connsiteY4" fmla="*/ 55541 h 222800"/>
                <a:gd name="connsiteX5" fmla="*/ 189781 w 232036"/>
                <a:gd name="connsiteY5" fmla="*/ 55541 h 222800"/>
                <a:gd name="connsiteX6" fmla="*/ 178279 w 232036"/>
                <a:gd name="connsiteY6" fmla="*/ 3830 h 222800"/>
                <a:gd name="connsiteX7" fmla="*/ 171889 w 232036"/>
                <a:gd name="connsiteY7" fmla="*/ 0 h 222800"/>
                <a:gd name="connsiteX8" fmla="*/ 93932 w 232036"/>
                <a:gd name="connsiteY8" fmla="*/ 54902 h 222800"/>
                <a:gd name="connsiteX9" fmla="*/ 31311 w 232036"/>
                <a:gd name="connsiteY9" fmla="*/ 54902 h 222800"/>
                <a:gd name="connsiteX10" fmla="*/ 12780 w 232036"/>
                <a:gd name="connsiteY10" fmla="*/ 73416 h 222800"/>
                <a:gd name="connsiteX11" fmla="*/ 12780 w 232036"/>
                <a:gd name="connsiteY11" fmla="*/ 73416 h 222800"/>
                <a:gd name="connsiteX12" fmla="*/ 12780 w 232036"/>
                <a:gd name="connsiteY12" fmla="*/ 194073 h 222800"/>
                <a:gd name="connsiteX13" fmla="*/ 6390 w 232036"/>
                <a:gd name="connsiteY13" fmla="*/ 194073 h 222800"/>
                <a:gd name="connsiteX14" fmla="*/ 0 w 232036"/>
                <a:gd name="connsiteY14" fmla="*/ 200457 h 222800"/>
                <a:gd name="connsiteX15" fmla="*/ 22365 w 232036"/>
                <a:gd name="connsiteY15" fmla="*/ 222801 h 222800"/>
                <a:gd name="connsiteX16" fmla="*/ 209590 w 232036"/>
                <a:gd name="connsiteY16" fmla="*/ 222801 h 222800"/>
                <a:gd name="connsiteX17" fmla="*/ 231955 w 232036"/>
                <a:gd name="connsiteY17" fmla="*/ 200457 h 222800"/>
                <a:gd name="connsiteX18" fmla="*/ 225565 w 232036"/>
                <a:gd name="connsiteY18" fmla="*/ 194711 h 222800"/>
                <a:gd name="connsiteX19" fmla="*/ 225565 w 232036"/>
                <a:gd name="connsiteY19" fmla="*/ 194711 h 222800"/>
                <a:gd name="connsiteX20" fmla="*/ 168694 w 232036"/>
                <a:gd name="connsiteY20" fmla="*/ 13406 h 222800"/>
                <a:gd name="connsiteX21" fmla="*/ 162304 w 232036"/>
                <a:gd name="connsiteY21" fmla="*/ 118104 h 222800"/>
                <a:gd name="connsiteX22" fmla="*/ 162304 w 232036"/>
                <a:gd name="connsiteY22" fmla="*/ 123849 h 222800"/>
                <a:gd name="connsiteX23" fmla="*/ 159110 w 232036"/>
                <a:gd name="connsiteY23" fmla="*/ 171729 h 222800"/>
                <a:gd name="connsiteX24" fmla="*/ 125882 w 232036"/>
                <a:gd name="connsiteY24" fmla="*/ 156408 h 222800"/>
                <a:gd name="connsiteX25" fmla="*/ 123326 w 232036"/>
                <a:gd name="connsiteY25" fmla="*/ 155769 h 222800"/>
                <a:gd name="connsiteX26" fmla="*/ 118214 w 232036"/>
                <a:gd name="connsiteY26" fmla="*/ 158323 h 222800"/>
                <a:gd name="connsiteX27" fmla="*/ 95849 w 232036"/>
                <a:gd name="connsiteY27" fmla="*/ 165345 h 222800"/>
                <a:gd name="connsiteX28" fmla="*/ 86264 w 232036"/>
                <a:gd name="connsiteY28" fmla="*/ 141724 h 222800"/>
                <a:gd name="connsiteX29" fmla="*/ 82430 w 232036"/>
                <a:gd name="connsiteY29" fmla="*/ 134702 h 222800"/>
                <a:gd name="connsiteX30" fmla="*/ 49842 w 232036"/>
                <a:gd name="connsiteY30" fmla="*/ 119381 h 222800"/>
                <a:gd name="connsiteX31" fmla="*/ 84986 w 232036"/>
                <a:gd name="connsiteY31" fmla="*/ 89376 h 222800"/>
                <a:gd name="connsiteX32" fmla="*/ 90737 w 232036"/>
                <a:gd name="connsiteY32" fmla="*/ 85545 h 222800"/>
                <a:gd name="connsiteX33" fmla="*/ 100322 w 232036"/>
                <a:gd name="connsiteY33" fmla="*/ 67032 h 222800"/>
                <a:gd name="connsiteX34" fmla="*/ 102878 w 232036"/>
                <a:gd name="connsiteY34" fmla="*/ 63201 h 222800"/>
                <a:gd name="connsiteX35" fmla="*/ 168694 w 232036"/>
                <a:gd name="connsiteY35" fmla="*/ 13406 h 222800"/>
                <a:gd name="connsiteX36" fmla="*/ 25560 w 232036"/>
                <a:gd name="connsiteY36" fmla="*/ 73416 h 222800"/>
                <a:gd name="connsiteX37" fmla="*/ 31311 w 232036"/>
                <a:gd name="connsiteY37" fmla="*/ 67670 h 222800"/>
                <a:gd name="connsiteX38" fmla="*/ 31311 w 232036"/>
                <a:gd name="connsiteY38" fmla="*/ 67670 h 222800"/>
                <a:gd name="connsiteX39" fmla="*/ 86264 w 232036"/>
                <a:gd name="connsiteY39" fmla="*/ 67670 h 222800"/>
                <a:gd name="connsiteX40" fmla="*/ 82430 w 232036"/>
                <a:gd name="connsiteY40" fmla="*/ 75969 h 222800"/>
                <a:gd name="connsiteX41" fmla="*/ 37701 w 232036"/>
                <a:gd name="connsiteY41" fmla="*/ 120657 h 222800"/>
                <a:gd name="connsiteX42" fmla="*/ 41535 w 232036"/>
                <a:gd name="connsiteY42" fmla="*/ 127680 h 222800"/>
                <a:gd name="connsiteX43" fmla="*/ 74762 w 232036"/>
                <a:gd name="connsiteY43" fmla="*/ 143640 h 222800"/>
                <a:gd name="connsiteX44" fmla="*/ 92015 w 232036"/>
                <a:gd name="connsiteY44" fmla="*/ 176198 h 222800"/>
                <a:gd name="connsiteX45" fmla="*/ 125882 w 232036"/>
                <a:gd name="connsiteY45" fmla="*/ 169176 h 222800"/>
                <a:gd name="connsiteX46" fmla="*/ 159749 w 232036"/>
                <a:gd name="connsiteY46" fmla="*/ 185135 h 222800"/>
                <a:gd name="connsiteX47" fmla="*/ 162304 w 232036"/>
                <a:gd name="connsiteY47" fmla="*/ 185774 h 222800"/>
                <a:gd name="connsiteX48" fmla="*/ 167416 w 232036"/>
                <a:gd name="connsiteY48" fmla="*/ 183220 h 222800"/>
                <a:gd name="connsiteX49" fmla="*/ 176362 w 232036"/>
                <a:gd name="connsiteY49" fmla="*/ 120657 h 222800"/>
                <a:gd name="connsiteX50" fmla="*/ 190420 w 232036"/>
                <a:gd name="connsiteY50" fmla="*/ 67670 h 222800"/>
                <a:gd name="connsiteX51" fmla="*/ 201922 w 232036"/>
                <a:gd name="connsiteY51" fmla="*/ 67670 h 222800"/>
                <a:gd name="connsiteX52" fmla="*/ 207673 w 232036"/>
                <a:gd name="connsiteY52" fmla="*/ 73416 h 222800"/>
                <a:gd name="connsiteX53" fmla="*/ 207673 w 232036"/>
                <a:gd name="connsiteY53" fmla="*/ 73416 h 222800"/>
                <a:gd name="connsiteX54" fmla="*/ 207673 w 232036"/>
                <a:gd name="connsiteY54" fmla="*/ 194073 h 222800"/>
                <a:gd name="connsiteX55" fmla="*/ 26838 w 232036"/>
                <a:gd name="connsiteY55" fmla="*/ 194073 h 222800"/>
                <a:gd name="connsiteX56" fmla="*/ 25560 w 232036"/>
                <a:gd name="connsiteY56" fmla="*/ 73416 h 222800"/>
                <a:gd name="connsiteX57" fmla="*/ 209590 w 232036"/>
                <a:gd name="connsiteY57" fmla="*/ 210033 h 222800"/>
                <a:gd name="connsiteX58" fmla="*/ 22365 w 232036"/>
                <a:gd name="connsiteY58" fmla="*/ 210033 h 222800"/>
                <a:gd name="connsiteX59" fmla="*/ 15336 w 232036"/>
                <a:gd name="connsiteY59" fmla="*/ 206841 h 222800"/>
                <a:gd name="connsiteX60" fmla="*/ 216619 w 232036"/>
                <a:gd name="connsiteY60" fmla="*/ 206841 h 222800"/>
                <a:gd name="connsiteX61" fmla="*/ 209590 w 232036"/>
                <a:gd name="connsiteY61" fmla="*/ 210033 h 222800"/>
                <a:gd name="connsiteX62" fmla="*/ 209590 w 232036"/>
                <a:gd name="connsiteY62" fmla="*/ 210033 h 22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232036" h="222800">
                  <a:moveTo>
                    <a:pt x="225565" y="194711"/>
                  </a:moveTo>
                  <a:lnTo>
                    <a:pt x="219175" y="194711"/>
                  </a:lnTo>
                  <a:lnTo>
                    <a:pt x="219175" y="74054"/>
                  </a:lnTo>
                  <a:cubicBezTo>
                    <a:pt x="219175" y="63840"/>
                    <a:pt x="210868" y="55541"/>
                    <a:pt x="200644" y="55541"/>
                  </a:cubicBezTo>
                  <a:cubicBezTo>
                    <a:pt x="200644" y="55541"/>
                    <a:pt x="200644" y="55541"/>
                    <a:pt x="200644" y="55541"/>
                  </a:cubicBezTo>
                  <a:lnTo>
                    <a:pt x="189781" y="55541"/>
                  </a:lnTo>
                  <a:cubicBezTo>
                    <a:pt x="189781" y="37666"/>
                    <a:pt x="185947" y="19790"/>
                    <a:pt x="178279" y="3830"/>
                  </a:cubicBezTo>
                  <a:cubicBezTo>
                    <a:pt x="177001" y="1277"/>
                    <a:pt x="174445" y="0"/>
                    <a:pt x="171889" y="0"/>
                  </a:cubicBezTo>
                  <a:cubicBezTo>
                    <a:pt x="169972" y="0"/>
                    <a:pt x="125882" y="5107"/>
                    <a:pt x="93932" y="54902"/>
                  </a:cubicBezTo>
                  <a:lnTo>
                    <a:pt x="31311" y="54902"/>
                  </a:lnTo>
                  <a:cubicBezTo>
                    <a:pt x="21087" y="54902"/>
                    <a:pt x="12780" y="63201"/>
                    <a:pt x="12780" y="73416"/>
                  </a:cubicBezTo>
                  <a:lnTo>
                    <a:pt x="12780" y="73416"/>
                  </a:lnTo>
                  <a:lnTo>
                    <a:pt x="12780" y="194073"/>
                  </a:lnTo>
                  <a:lnTo>
                    <a:pt x="6390" y="194073"/>
                  </a:lnTo>
                  <a:cubicBezTo>
                    <a:pt x="2556" y="194073"/>
                    <a:pt x="0" y="196627"/>
                    <a:pt x="0" y="200457"/>
                  </a:cubicBezTo>
                  <a:cubicBezTo>
                    <a:pt x="0" y="212587"/>
                    <a:pt x="10224" y="222801"/>
                    <a:pt x="22365" y="222801"/>
                  </a:cubicBezTo>
                  <a:lnTo>
                    <a:pt x="209590" y="222801"/>
                  </a:lnTo>
                  <a:cubicBezTo>
                    <a:pt x="221731" y="222801"/>
                    <a:pt x="231955" y="212587"/>
                    <a:pt x="231955" y="200457"/>
                  </a:cubicBezTo>
                  <a:cubicBezTo>
                    <a:pt x="232594" y="197265"/>
                    <a:pt x="229399" y="194711"/>
                    <a:pt x="225565" y="194711"/>
                  </a:cubicBezTo>
                  <a:cubicBezTo>
                    <a:pt x="226204" y="194711"/>
                    <a:pt x="226204" y="194711"/>
                    <a:pt x="225565" y="194711"/>
                  </a:cubicBezTo>
                  <a:close/>
                  <a:moveTo>
                    <a:pt x="168694" y="13406"/>
                  </a:moveTo>
                  <a:cubicBezTo>
                    <a:pt x="189781" y="62563"/>
                    <a:pt x="162944" y="117465"/>
                    <a:pt x="162304" y="118104"/>
                  </a:cubicBezTo>
                  <a:cubicBezTo>
                    <a:pt x="161665" y="120019"/>
                    <a:pt x="161665" y="121934"/>
                    <a:pt x="162304" y="123849"/>
                  </a:cubicBezTo>
                  <a:cubicBezTo>
                    <a:pt x="169333" y="139171"/>
                    <a:pt x="168055" y="157046"/>
                    <a:pt x="159110" y="171729"/>
                  </a:cubicBezTo>
                  <a:lnTo>
                    <a:pt x="125882" y="156408"/>
                  </a:lnTo>
                  <a:cubicBezTo>
                    <a:pt x="125243" y="155769"/>
                    <a:pt x="123965" y="155769"/>
                    <a:pt x="123326" y="155769"/>
                  </a:cubicBezTo>
                  <a:cubicBezTo>
                    <a:pt x="121409" y="155769"/>
                    <a:pt x="119492" y="156408"/>
                    <a:pt x="118214" y="158323"/>
                  </a:cubicBezTo>
                  <a:cubicBezTo>
                    <a:pt x="118214" y="158323"/>
                    <a:pt x="107990" y="170452"/>
                    <a:pt x="95849" y="165345"/>
                  </a:cubicBezTo>
                  <a:cubicBezTo>
                    <a:pt x="83708" y="160238"/>
                    <a:pt x="86264" y="141724"/>
                    <a:pt x="86264" y="141724"/>
                  </a:cubicBezTo>
                  <a:cubicBezTo>
                    <a:pt x="86903" y="139171"/>
                    <a:pt x="84986" y="135979"/>
                    <a:pt x="82430" y="134702"/>
                  </a:cubicBezTo>
                  <a:lnTo>
                    <a:pt x="49842" y="119381"/>
                  </a:lnTo>
                  <a:cubicBezTo>
                    <a:pt x="53676" y="102782"/>
                    <a:pt x="67733" y="90014"/>
                    <a:pt x="84986" y="89376"/>
                  </a:cubicBezTo>
                  <a:cubicBezTo>
                    <a:pt x="87542" y="89376"/>
                    <a:pt x="90098" y="88099"/>
                    <a:pt x="90737" y="85545"/>
                  </a:cubicBezTo>
                  <a:cubicBezTo>
                    <a:pt x="93293" y="79161"/>
                    <a:pt x="96488" y="72777"/>
                    <a:pt x="100322" y="67032"/>
                  </a:cubicBezTo>
                  <a:cubicBezTo>
                    <a:pt x="101600" y="66393"/>
                    <a:pt x="102239" y="65117"/>
                    <a:pt x="102878" y="63201"/>
                  </a:cubicBezTo>
                  <a:cubicBezTo>
                    <a:pt x="127799" y="26174"/>
                    <a:pt x="157831" y="15960"/>
                    <a:pt x="168694" y="13406"/>
                  </a:cubicBezTo>
                  <a:close/>
                  <a:moveTo>
                    <a:pt x="25560" y="73416"/>
                  </a:moveTo>
                  <a:cubicBezTo>
                    <a:pt x="25560" y="70224"/>
                    <a:pt x="28116" y="67670"/>
                    <a:pt x="31311" y="67670"/>
                  </a:cubicBezTo>
                  <a:lnTo>
                    <a:pt x="31311" y="67670"/>
                  </a:lnTo>
                  <a:lnTo>
                    <a:pt x="86264" y="67670"/>
                  </a:lnTo>
                  <a:cubicBezTo>
                    <a:pt x="84986" y="70224"/>
                    <a:pt x="83708" y="72777"/>
                    <a:pt x="82430" y="75969"/>
                  </a:cubicBezTo>
                  <a:cubicBezTo>
                    <a:pt x="67733" y="77246"/>
                    <a:pt x="44091" y="88099"/>
                    <a:pt x="37701" y="120657"/>
                  </a:cubicBezTo>
                  <a:cubicBezTo>
                    <a:pt x="37062" y="123211"/>
                    <a:pt x="38340" y="126403"/>
                    <a:pt x="41535" y="127680"/>
                  </a:cubicBezTo>
                  <a:lnTo>
                    <a:pt x="74762" y="143640"/>
                  </a:lnTo>
                  <a:cubicBezTo>
                    <a:pt x="74762" y="151939"/>
                    <a:pt x="76040" y="169176"/>
                    <a:pt x="92015" y="176198"/>
                  </a:cubicBezTo>
                  <a:cubicBezTo>
                    <a:pt x="103517" y="181305"/>
                    <a:pt x="116936" y="178752"/>
                    <a:pt x="125882" y="169176"/>
                  </a:cubicBezTo>
                  <a:lnTo>
                    <a:pt x="159749" y="185135"/>
                  </a:lnTo>
                  <a:cubicBezTo>
                    <a:pt x="160387" y="185774"/>
                    <a:pt x="161665" y="185774"/>
                    <a:pt x="162304" y="185774"/>
                  </a:cubicBezTo>
                  <a:cubicBezTo>
                    <a:pt x="164221" y="185774"/>
                    <a:pt x="166138" y="185135"/>
                    <a:pt x="167416" y="183220"/>
                  </a:cubicBezTo>
                  <a:cubicBezTo>
                    <a:pt x="180835" y="165345"/>
                    <a:pt x="184669" y="141724"/>
                    <a:pt x="176362" y="120657"/>
                  </a:cubicBezTo>
                  <a:cubicBezTo>
                    <a:pt x="184030" y="104059"/>
                    <a:pt x="188503" y="86184"/>
                    <a:pt x="190420" y="67670"/>
                  </a:cubicBezTo>
                  <a:lnTo>
                    <a:pt x="201922" y="67670"/>
                  </a:lnTo>
                  <a:cubicBezTo>
                    <a:pt x="205117" y="67670"/>
                    <a:pt x="207673" y="70224"/>
                    <a:pt x="207673" y="73416"/>
                  </a:cubicBezTo>
                  <a:cubicBezTo>
                    <a:pt x="207673" y="73416"/>
                    <a:pt x="207673" y="73416"/>
                    <a:pt x="207673" y="73416"/>
                  </a:cubicBezTo>
                  <a:lnTo>
                    <a:pt x="207673" y="194073"/>
                  </a:lnTo>
                  <a:lnTo>
                    <a:pt x="26838" y="194073"/>
                  </a:lnTo>
                  <a:lnTo>
                    <a:pt x="25560" y="73416"/>
                  </a:lnTo>
                  <a:close/>
                  <a:moveTo>
                    <a:pt x="209590" y="210033"/>
                  </a:moveTo>
                  <a:lnTo>
                    <a:pt x="22365" y="210033"/>
                  </a:lnTo>
                  <a:cubicBezTo>
                    <a:pt x="19809" y="210033"/>
                    <a:pt x="17253" y="208756"/>
                    <a:pt x="15336" y="206841"/>
                  </a:cubicBezTo>
                  <a:lnTo>
                    <a:pt x="216619" y="206841"/>
                  </a:lnTo>
                  <a:cubicBezTo>
                    <a:pt x="215341" y="209395"/>
                    <a:pt x="212785" y="210671"/>
                    <a:pt x="209590" y="210033"/>
                  </a:cubicBezTo>
                  <a:lnTo>
                    <a:pt x="209590" y="210033"/>
                  </a:lnTo>
                  <a:close/>
                </a:path>
              </a:pathLst>
            </a:custGeom>
            <a:solidFill>
              <a:srgbClr val="046A38"/>
            </a:solidFill>
            <a:ln w="6390" cap="flat">
              <a:noFill/>
              <a:prstDash val="solid"/>
              <a:miter/>
            </a:ln>
          </p:spPr>
          <p:txBody>
            <a:bodyPr rtlCol="0" anchor="ctr"/>
            <a:lstStyle/>
            <a:p>
              <a:endParaRPr lang="en-US"/>
            </a:p>
          </p:txBody>
        </p:sp>
        <p:sp>
          <p:nvSpPr>
            <p:cNvPr id="859" name="Graphic 4">
              <a:extLst>
                <a:ext uri="{FF2B5EF4-FFF2-40B4-BE49-F238E27FC236}">
                  <a16:creationId xmlns:a16="http://schemas.microsoft.com/office/drawing/2014/main" id="{8A8467E8-5C81-7C4B-BFD1-75D784D2950B}"/>
                </a:ext>
              </a:extLst>
            </p:cNvPr>
            <p:cNvSpPr/>
            <p:nvPr/>
          </p:nvSpPr>
          <p:spPr>
            <a:xfrm>
              <a:off x="1675441" y="1536787"/>
              <a:ext cx="54953" cy="54902"/>
            </a:xfrm>
            <a:custGeom>
              <a:avLst/>
              <a:gdLst>
                <a:gd name="connsiteX0" fmla="*/ 0 w 54953"/>
                <a:gd name="connsiteY0" fmla="*/ 27451 h 54902"/>
                <a:gd name="connsiteX1" fmla="*/ 27477 w 54953"/>
                <a:gd name="connsiteY1" fmla="*/ 54902 h 54902"/>
                <a:gd name="connsiteX2" fmla="*/ 54953 w 54953"/>
                <a:gd name="connsiteY2" fmla="*/ 27451 h 54902"/>
                <a:gd name="connsiteX3" fmla="*/ 27477 w 54953"/>
                <a:gd name="connsiteY3" fmla="*/ 0 h 54902"/>
                <a:gd name="connsiteX4" fmla="*/ 0 w 54953"/>
                <a:gd name="connsiteY4" fmla="*/ 27451 h 54902"/>
                <a:gd name="connsiteX5" fmla="*/ 27477 w 54953"/>
                <a:gd name="connsiteY5" fmla="*/ 12768 h 54902"/>
                <a:gd name="connsiteX6" fmla="*/ 42173 w 54953"/>
                <a:gd name="connsiteY6" fmla="*/ 27451 h 54902"/>
                <a:gd name="connsiteX7" fmla="*/ 27477 w 54953"/>
                <a:gd name="connsiteY7" fmla="*/ 42134 h 54902"/>
                <a:gd name="connsiteX8" fmla="*/ 12780 w 54953"/>
                <a:gd name="connsiteY8" fmla="*/ 27451 h 54902"/>
                <a:gd name="connsiteX9" fmla="*/ 27477 w 54953"/>
                <a:gd name="connsiteY9" fmla="*/ 12768 h 5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953" h="54902">
                  <a:moveTo>
                    <a:pt x="0" y="27451"/>
                  </a:moveTo>
                  <a:cubicBezTo>
                    <a:pt x="0" y="42773"/>
                    <a:pt x="12141" y="54902"/>
                    <a:pt x="27477" y="54902"/>
                  </a:cubicBezTo>
                  <a:cubicBezTo>
                    <a:pt x="42812" y="54902"/>
                    <a:pt x="54953" y="42773"/>
                    <a:pt x="54953" y="27451"/>
                  </a:cubicBezTo>
                  <a:cubicBezTo>
                    <a:pt x="54953" y="12130"/>
                    <a:pt x="42812" y="0"/>
                    <a:pt x="27477" y="0"/>
                  </a:cubicBezTo>
                  <a:cubicBezTo>
                    <a:pt x="12780" y="0"/>
                    <a:pt x="639" y="12130"/>
                    <a:pt x="0" y="27451"/>
                  </a:cubicBezTo>
                  <a:close/>
                  <a:moveTo>
                    <a:pt x="27477" y="12768"/>
                  </a:moveTo>
                  <a:cubicBezTo>
                    <a:pt x="35783" y="12768"/>
                    <a:pt x="42173" y="19152"/>
                    <a:pt x="42173" y="27451"/>
                  </a:cubicBezTo>
                  <a:cubicBezTo>
                    <a:pt x="42173" y="35750"/>
                    <a:pt x="35783" y="42134"/>
                    <a:pt x="27477" y="42134"/>
                  </a:cubicBezTo>
                  <a:cubicBezTo>
                    <a:pt x="19170" y="42134"/>
                    <a:pt x="12780" y="35750"/>
                    <a:pt x="12780" y="27451"/>
                  </a:cubicBezTo>
                  <a:cubicBezTo>
                    <a:pt x="13419" y="19152"/>
                    <a:pt x="19809" y="12768"/>
                    <a:pt x="27477" y="12768"/>
                  </a:cubicBezTo>
                  <a:close/>
                </a:path>
              </a:pathLst>
            </a:custGeom>
            <a:solidFill>
              <a:srgbClr val="046A38"/>
            </a:solidFill>
            <a:ln w="6390" cap="flat">
              <a:noFill/>
              <a:prstDash val="solid"/>
              <a:miter/>
            </a:ln>
          </p:spPr>
          <p:txBody>
            <a:bodyPr rtlCol="0" anchor="ctr"/>
            <a:lstStyle/>
            <a:p>
              <a:endParaRPr lang="en-US"/>
            </a:p>
          </p:txBody>
        </p:sp>
      </p:grpSp>
      <p:grpSp>
        <p:nvGrpSpPr>
          <p:cNvPr id="860" name="Graphic 4">
            <a:extLst>
              <a:ext uri="{FF2B5EF4-FFF2-40B4-BE49-F238E27FC236}">
                <a16:creationId xmlns:a16="http://schemas.microsoft.com/office/drawing/2014/main" id="{683A0934-DC58-2B43-89EB-7E042712AD05}"/>
              </a:ext>
            </a:extLst>
          </p:cNvPr>
          <p:cNvGrpSpPr>
            <a:grpSpLocks noChangeAspect="1"/>
          </p:cNvGrpSpPr>
          <p:nvPr/>
        </p:nvGrpSpPr>
        <p:grpSpPr>
          <a:xfrm>
            <a:off x="1952125" y="2371173"/>
            <a:ext cx="362313" cy="361971"/>
            <a:chOff x="1952125" y="2371173"/>
            <a:chExt cx="362313" cy="361971"/>
          </a:xfrm>
          <a:solidFill>
            <a:srgbClr val="046A38"/>
          </a:solidFill>
        </p:grpSpPr>
        <p:sp>
          <p:nvSpPr>
            <p:cNvPr id="861" name="Graphic 4">
              <a:extLst>
                <a:ext uri="{FF2B5EF4-FFF2-40B4-BE49-F238E27FC236}">
                  <a16:creationId xmlns:a16="http://schemas.microsoft.com/office/drawing/2014/main" id="{7710A5A0-1CD3-B543-A504-A2B3C4631B9A}"/>
                </a:ext>
              </a:extLst>
            </p:cNvPr>
            <p:cNvSpPr/>
            <p:nvPr/>
          </p:nvSpPr>
          <p:spPr>
            <a:xfrm>
              <a:off x="2148727" y="2570992"/>
              <a:ext cx="59368" cy="58941"/>
            </a:xfrm>
            <a:custGeom>
              <a:avLst/>
              <a:gdLst>
                <a:gd name="connsiteX0" fmla="*/ 34076 w 59368"/>
                <a:gd name="connsiteY0" fmla="*/ 0 h 58941"/>
                <a:gd name="connsiteX1" fmla="*/ 29603 w 59368"/>
                <a:gd name="connsiteY1" fmla="*/ 0 h 58941"/>
                <a:gd name="connsiteX2" fmla="*/ 11711 w 59368"/>
                <a:gd name="connsiteY2" fmla="*/ 5746 h 58941"/>
                <a:gd name="connsiteX3" fmla="*/ 209 w 59368"/>
                <a:gd name="connsiteY3" fmla="*/ 25536 h 58941"/>
                <a:gd name="connsiteX4" fmla="*/ 25769 w 59368"/>
                <a:gd name="connsiteY4" fmla="*/ 58733 h 58941"/>
                <a:gd name="connsiteX5" fmla="*/ 58996 w 59368"/>
                <a:gd name="connsiteY5" fmla="*/ 33197 h 58941"/>
                <a:gd name="connsiteX6" fmla="*/ 34076 w 59368"/>
                <a:gd name="connsiteY6" fmla="*/ 0 h 58941"/>
                <a:gd name="connsiteX7" fmla="*/ 34076 w 59368"/>
                <a:gd name="connsiteY7" fmla="*/ 0 h 5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368" h="58941">
                  <a:moveTo>
                    <a:pt x="34076" y="0"/>
                  </a:moveTo>
                  <a:cubicBezTo>
                    <a:pt x="32797" y="0"/>
                    <a:pt x="31520" y="0"/>
                    <a:pt x="29603" y="0"/>
                  </a:cubicBezTo>
                  <a:cubicBezTo>
                    <a:pt x="23213" y="0"/>
                    <a:pt x="16823" y="1915"/>
                    <a:pt x="11711" y="5746"/>
                  </a:cubicBezTo>
                  <a:cubicBezTo>
                    <a:pt x="5321" y="10214"/>
                    <a:pt x="1487" y="17237"/>
                    <a:pt x="209" y="25536"/>
                  </a:cubicBezTo>
                  <a:cubicBezTo>
                    <a:pt x="-1708" y="42134"/>
                    <a:pt x="9794" y="56817"/>
                    <a:pt x="25769" y="58733"/>
                  </a:cubicBezTo>
                  <a:cubicBezTo>
                    <a:pt x="41743" y="60648"/>
                    <a:pt x="57079" y="49157"/>
                    <a:pt x="58996" y="33197"/>
                  </a:cubicBezTo>
                  <a:cubicBezTo>
                    <a:pt x="61552" y="17237"/>
                    <a:pt x="50689" y="2554"/>
                    <a:pt x="34076" y="0"/>
                  </a:cubicBezTo>
                  <a:lnTo>
                    <a:pt x="34076" y="0"/>
                  </a:lnTo>
                  <a:close/>
                </a:path>
              </a:pathLst>
            </a:custGeom>
            <a:solidFill>
              <a:srgbClr val="046A38"/>
            </a:solidFill>
            <a:ln w="6390" cap="flat">
              <a:noFill/>
              <a:prstDash val="solid"/>
              <a:miter/>
            </a:ln>
          </p:spPr>
          <p:txBody>
            <a:bodyPr rtlCol="0" anchor="ctr"/>
            <a:lstStyle/>
            <a:p>
              <a:endParaRPr lang="en-US"/>
            </a:p>
          </p:txBody>
        </p:sp>
        <p:sp>
          <p:nvSpPr>
            <p:cNvPr id="862" name="Graphic 4">
              <a:extLst>
                <a:ext uri="{FF2B5EF4-FFF2-40B4-BE49-F238E27FC236}">
                  <a16:creationId xmlns:a16="http://schemas.microsoft.com/office/drawing/2014/main" id="{61909DBE-88C3-3D4A-9D91-5C0A8D02D762}"/>
                </a:ext>
              </a:extLst>
            </p:cNvPr>
            <p:cNvSpPr/>
            <p:nvPr/>
          </p:nvSpPr>
          <p:spPr>
            <a:xfrm>
              <a:off x="2033278" y="2450973"/>
              <a:ext cx="108628" cy="105974"/>
            </a:xfrm>
            <a:custGeom>
              <a:avLst/>
              <a:gdLst>
                <a:gd name="connsiteX0" fmla="*/ 82430 w 108628"/>
                <a:gd name="connsiteY0" fmla="*/ 90653 h 105974"/>
                <a:gd name="connsiteX1" fmla="*/ 88820 w 108628"/>
                <a:gd name="connsiteY1" fmla="*/ 94483 h 105974"/>
                <a:gd name="connsiteX2" fmla="*/ 93932 w 108628"/>
                <a:gd name="connsiteY2" fmla="*/ 90014 h 105974"/>
                <a:gd name="connsiteX3" fmla="*/ 90737 w 108628"/>
                <a:gd name="connsiteY3" fmla="*/ 82992 h 105974"/>
                <a:gd name="connsiteX4" fmla="*/ 90737 w 108628"/>
                <a:gd name="connsiteY4" fmla="*/ 77246 h 105974"/>
                <a:gd name="connsiteX5" fmla="*/ 96488 w 108628"/>
                <a:gd name="connsiteY5" fmla="*/ 67032 h 105974"/>
                <a:gd name="connsiteX6" fmla="*/ 100961 w 108628"/>
                <a:gd name="connsiteY6" fmla="*/ 63840 h 105974"/>
                <a:gd name="connsiteX7" fmla="*/ 107990 w 108628"/>
                <a:gd name="connsiteY7" fmla="*/ 62563 h 105974"/>
                <a:gd name="connsiteX8" fmla="*/ 108629 w 108628"/>
                <a:gd name="connsiteY8" fmla="*/ 56179 h 105974"/>
                <a:gd name="connsiteX9" fmla="*/ 102239 w 108628"/>
                <a:gd name="connsiteY9" fmla="*/ 52987 h 105974"/>
                <a:gd name="connsiteX10" fmla="*/ 99044 w 108628"/>
                <a:gd name="connsiteY10" fmla="*/ 48518 h 105974"/>
                <a:gd name="connsiteX11" fmla="*/ 96488 w 108628"/>
                <a:gd name="connsiteY11" fmla="*/ 37027 h 105974"/>
                <a:gd name="connsiteX12" fmla="*/ 97766 w 108628"/>
                <a:gd name="connsiteY12" fmla="*/ 31920 h 105974"/>
                <a:gd name="connsiteX13" fmla="*/ 102239 w 108628"/>
                <a:gd name="connsiteY13" fmla="*/ 26174 h 105974"/>
                <a:gd name="connsiteX14" fmla="*/ 99044 w 108628"/>
                <a:gd name="connsiteY14" fmla="*/ 20429 h 105974"/>
                <a:gd name="connsiteX15" fmla="*/ 92015 w 108628"/>
                <a:gd name="connsiteY15" fmla="*/ 22344 h 105974"/>
                <a:gd name="connsiteX16" fmla="*/ 86903 w 108628"/>
                <a:gd name="connsiteY16" fmla="*/ 21067 h 105974"/>
                <a:gd name="connsiteX17" fmla="*/ 77318 w 108628"/>
                <a:gd name="connsiteY17" fmla="*/ 14045 h 105974"/>
                <a:gd name="connsiteX18" fmla="*/ 74762 w 108628"/>
                <a:gd name="connsiteY18" fmla="*/ 8938 h 105974"/>
                <a:gd name="connsiteX19" fmla="*/ 74762 w 108628"/>
                <a:gd name="connsiteY19" fmla="*/ 1915 h 105974"/>
                <a:gd name="connsiteX20" fmla="*/ 68372 w 108628"/>
                <a:gd name="connsiteY20" fmla="*/ 0 h 105974"/>
                <a:gd name="connsiteX21" fmla="*/ 63899 w 108628"/>
                <a:gd name="connsiteY21" fmla="*/ 5746 h 105974"/>
                <a:gd name="connsiteX22" fmla="*/ 58787 w 108628"/>
                <a:gd name="connsiteY22" fmla="*/ 8299 h 105974"/>
                <a:gd name="connsiteX23" fmla="*/ 46646 w 108628"/>
                <a:gd name="connsiteY23" fmla="*/ 8938 h 105974"/>
                <a:gd name="connsiteX24" fmla="*/ 41535 w 108628"/>
                <a:gd name="connsiteY24" fmla="*/ 7022 h 105974"/>
                <a:gd name="connsiteX25" fmla="*/ 36423 w 108628"/>
                <a:gd name="connsiteY25" fmla="*/ 1277 h 105974"/>
                <a:gd name="connsiteX26" fmla="*/ 30033 w 108628"/>
                <a:gd name="connsiteY26" fmla="*/ 3830 h 105974"/>
                <a:gd name="connsiteX27" fmla="*/ 30672 w 108628"/>
                <a:gd name="connsiteY27" fmla="*/ 10853 h 105974"/>
                <a:gd name="connsiteX28" fmla="*/ 28755 w 108628"/>
                <a:gd name="connsiteY28" fmla="*/ 15960 h 105974"/>
                <a:gd name="connsiteX29" fmla="*/ 19809 w 108628"/>
                <a:gd name="connsiteY29" fmla="*/ 23621 h 105974"/>
                <a:gd name="connsiteX30" fmla="*/ 14697 w 108628"/>
                <a:gd name="connsiteY30" fmla="*/ 24898 h 105974"/>
                <a:gd name="connsiteX31" fmla="*/ 7668 w 108628"/>
                <a:gd name="connsiteY31" fmla="*/ 23621 h 105974"/>
                <a:gd name="connsiteX32" fmla="*/ 4473 w 108628"/>
                <a:gd name="connsiteY32" fmla="*/ 29366 h 105974"/>
                <a:gd name="connsiteX33" fmla="*/ 9585 w 108628"/>
                <a:gd name="connsiteY33" fmla="*/ 34474 h 105974"/>
                <a:gd name="connsiteX34" fmla="*/ 11502 w 108628"/>
                <a:gd name="connsiteY34" fmla="*/ 39581 h 105974"/>
                <a:gd name="connsiteX35" fmla="*/ 9585 w 108628"/>
                <a:gd name="connsiteY35" fmla="*/ 51072 h 105974"/>
                <a:gd name="connsiteX36" fmla="*/ 6390 w 108628"/>
                <a:gd name="connsiteY36" fmla="*/ 55541 h 105974"/>
                <a:gd name="connsiteX37" fmla="*/ 0 w 108628"/>
                <a:gd name="connsiteY37" fmla="*/ 59371 h 105974"/>
                <a:gd name="connsiteX38" fmla="*/ 1278 w 108628"/>
                <a:gd name="connsiteY38" fmla="*/ 65755 h 105974"/>
                <a:gd name="connsiteX39" fmla="*/ 8307 w 108628"/>
                <a:gd name="connsiteY39" fmla="*/ 66394 h 105974"/>
                <a:gd name="connsiteX40" fmla="*/ 12780 w 108628"/>
                <a:gd name="connsiteY40" fmla="*/ 69586 h 105974"/>
                <a:gd name="connsiteX41" fmla="*/ 19170 w 108628"/>
                <a:gd name="connsiteY41" fmla="*/ 79800 h 105974"/>
                <a:gd name="connsiteX42" fmla="*/ 19809 w 108628"/>
                <a:gd name="connsiteY42" fmla="*/ 85546 h 105974"/>
                <a:gd name="connsiteX43" fmla="*/ 17253 w 108628"/>
                <a:gd name="connsiteY43" fmla="*/ 92568 h 105974"/>
                <a:gd name="connsiteX44" fmla="*/ 22365 w 108628"/>
                <a:gd name="connsiteY44" fmla="*/ 96398 h 105974"/>
                <a:gd name="connsiteX45" fmla="*/ 28755 w 108628"/>
                <a:gd name="connsiteY45" fmla="*/ 92568 h 105974"/>
                <a:gd name="connsiteX46" fmla="*/ 31950 w 108628"/>
                <a:gd name="connsiteY46" fmla="*/ 91291 h 105974"/>
                <a:gd name="connsiteX47" fmla="*/ 33867 w 108628"/>
                <a:gd name="connsiteY47" fmla="*/ 91291 h 105974"/>
                <a:gd name="connsiteX48" fmla="*/ 45368 w 108628"/>
                <a:gd name="connsiteY48" fmla="*/ 95121 h 105974"/>
                <a:gd name="connsiteX49" fmla="*/ 49202 w 108628"/>
                <a:gd name="connsiteY49" fmla="*/ 98952 h 105974"/>
                <a:gd name="connsiteX50" fmla="*/ 51758 w 108628"/>
                <a:gd name="connsiteY50" fmla="*/ 105974 h 105974"/>
                <a:gd name="connsiteX51" fmla="*/ 58148 w 108628"/>
                <a:gd name="connsiteY51" fmla="*/ 105974 h 105974"/>
                <a:gd name="connsiteX52" fmla="*/ 60065 w 108628"/>
                <a:gd name="connsiteY52" fmla="*/ 98952 h 105974"/>
                <a:gd name="connsiteX53" fmla="*/ 63899 w 108628"/>
                <a:gd name="connsiteY53" fmla="*/ 95121 h 105974"/>
                <a:gd name="connsiteX54" fmla="*/ 74762 w 108628"/>
                <a:gd name="connsiteY54" fmla="*/ 90653 h 105974"/>
                <a:gd name="connsiteX55" fmla="*/ 82430 w 108628"/>
                <a:gd name="connsiteY55" fmla="*/ 90653 h 105974"/>
                <a:gd name="connsiteX56" fmla="*/ 55592 w 108628"/>
                <a:gd name="connsiteY56" fmla="*/ 94483 h 105974"/>
                <a:gd name="connsiteX57" fmla="*/ 49202 w 108628"/>
                <a:gd name="connsiteY57" fmla="*/ 93845 h 105974"/>
                <a:gd name="connsiteX58" fmla="*/ 12780 w 108628"/>
                <a:gd name="connsiteY58" fmla="*/ 45965 h 105974"/>
                <a:gd name="connsiteX59" fmla="*/ 60704 w 108628"/>
                <a:gd name="connsiteY59" fmla="*/ 9576 h 105974"/>
                <a:gd name="connsiteX60" fmla="*/ 96488 w 108628"/>
                <a:gd name="connsiteY60" fmla="*/ 58094 h 105974"/>
                <a:gd name="connsiteX61" fmla="*/ 55592 w 108628"/>
                <a:gd name="connsiteY61" fmla="*/ 94483 h 105974"/>
                <a:gd name="connsiteX62" fmla="*/ 55592 w 108628"/>
                <a:gd name="connsiteY62" fmla="*/ 94483 h 105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08628" h="105974">
                  <a:moveTo>
                    <a:pt x="82430" y="90653"/>
                  </a:moveTo>
                  <a:lnTo>
                    <a:pt x="88820" y="94483"/>
                  </a:lnTo>
                  <a:lnTo>
                    <a:pt x="93932" y="90014"/>
                  </a:lnTo>
                  <a:lnTo>
                    <a:pt x="90737" y="82992"/>
                  </a:lnTo>
                  <a:cubicBezTo>
                    <a:pt x="90098" y="81077"/>
                    <a:pt x="90098" y="79162"/>
                    <a:pt x="90737" y="77246"/>
                  </a:cubicBezTo>
                  <a:lnTo>
                    <a:pt x="96488" y="67032"/>
                  </a:lnTo>
                  <a:cubicBezTo>
                    <a:pt x="97127" y="65117"/>
                    <a:pt x="99044" y="63840"/>
                    <a:pt x="100961" y="63840"/>
                  </a:cubicBezTo>
                  <a:lnTo>
                    <a:pt x="107990" y="62563"/>
                  </a:lnTo>
                  <a:lnTo>
                    <a:pt x="108629" y="56179"/>
                  </a:lnTo>
                  <a:lnTo>
                    <a:pt x="102239" y="52987"/>
                  </a:lnTo>
                  <a:cubicBezTo>
                    <a:pt x="100322" y="52349"/>
                    <a:pt x="99044" y="50434"/>
                    <a:pt x="99044" y="48518"/>
                  </a:cubicBezTo>
                  <a:lnTo>
                    <a:pt x="96488" y="37027"/>
                  </a:lnTo>
                  <a:cubicBezTo>
                    <a:pt x="95849" y="35112"/>
                    <a:pt x="96488" y="33197"/>
                    <a:pt x="97766" y="31920"/>
                  </a:cubicBezTo>
                  <a:lnTo>
                    <a:pt x="102239" y="26174"/>
                  </a:lnTo>
                  <a:lnTo>
                    <a:pt x="99044" y="20429"/>
                  </a:lnTo>
                  <a:lnTo>
                    <a:pt x="92015" y="22344"/>
                  </a:lnTo>
                  <a:cubicBezTo>
                    <a:pt x="90098" y="22982"/>
                    <a:pt x="88181" y="22344"/>
                    <a:pt x="86903" y="21067"/>
                  </a:cubicBezTo>
                  <a:lnTo>
                    <a:pt x="77318" y="14045"/>
                  </a:lnTo>
                  <a:cubicBezTo>
                    <a:pt x="76040" y="12768"/>
                    <a:pt x="74762" y="10853"/>
                    <a:pt x="74762" y="8938"/>
                  </a:cubicBezTo>
                  <a:lnTo>
                    <a:pt x="74762" y="1915"/>
                  </a:lnTo>
                  <a:lnTo>
                    <a:pt x="68372" y="0"/>
                  </a:lnTo>
                  <a:lnTo>
                    <a:pt x="63899" y="5746"/>
                  </a:lnTo>
                  <a:cubicBezTo>
                    <a:pt x="62621" y="7022"/>
                    <a:pt x="60704" y="8299"/>
                    <a:pt x="58787" y="8299"/>
                  </a:cubicBezTo>
                  <a:lnTo>
                    <a:pt x="46646" y="8938"/>
                  </a:lnTo>
                  <a:cubicBezTo>
                    <a:pt x="44730" y="8938"/>
                    <a:pt x="42812" y="8299"/>
                    <a:pt x="41535" y="7022"/>
                  </a:cubicBezTo>
                  <a:lnTo>
                    <a:pt x="36423" y="1277"/>
                  </a:lnTo>
                  <a:lnTo>
                    <a:pt x="30033" y="3830"/>
                  </a:lnTo>
                  <a:lnTo>
                    <a:pt x="30672" y="10853"/>
                  </a:lnTo>
                  <a:cubicBezTo>
                    <a:pt x="30672" y="12768"/>
                    <a:pt x="30033" y="14683"/>
                    <a:pt x="28755" y="15960"/>
                  </a:cubicBezTo>
                  <a:lnTo>
                    <a:pt x="19809" y="23621"/>
                  </a:lnTo>
                  <a:cubicBezTo>
                    <a:pt x="18531" y="24898"/>
                    <a:pt x="16614" y="25536"/>
                    <a:pt x="14697" y="24898"/>
                  </a:cubicBezTo>
                  <a:lnTo>
                    <a:pt x="7668" y="23621"/>
                  </a:lnTo>
                  <a:lnTo>
                    <a:pt x="4473" y="29366"/>
                  </a:lnTo>
                  <a:lnTo>
                    <a:pt x="9585" y="34474"/>
                  </a:lnTo>
                  <a:cubicBezTo>
                    <a:pt x="10863" y="35750"/>
                    <a:pt x="11502" y="37666"/>
                    <a:pt x="11502" y="39581"/>
                  </a:cubicBezTo>
                  <a:lnTo>
                    <a:pt x="9585" y="51072"/>
                  </a:lnTo>
                  <a:cubicBezTo>
                    <a:pt x="9585" y="52987"/>
                    <a:pt x="8307" y="54902"/>
                    <a:pt x="6390" y="55541"/>
                  </a:cubicBezTo>
                  <a:lnTo>
                    <a:pt x="0" y="59371"/>
                  </a:lnTo>
                  <a:lnTo>
                    <a:pt x="1278" y="65755"/>
                  </a:lnTo>
                  <a:lnTo>
                    <a:pt x="8307" y="66394"/>
                  </a:lnTo>
                  <a:cubicBezTo>
                    <a:pt x="10224" y="66394"/>
                    <a:pt x="12141" y="67670"/>
                    <a:pt x="12780" y="69586"/>
                  </a:cubicBezTo>
                  <a:lnTo>
                    <a:pt x="19170" y="79800"/>
                  </a:lnTo>
                  <a:cubicBezTo>
                    <a:pt x="20448" y="81715"/>
                    <a:pt x="20448" y="83630"/>
                    <a:pt x="19809" y="85546"/>
                  </a:cubicBezTo>
                  <a:lnTo>
                    <a:pt x="17253" y="92568"/>
                  </a:lnTo>
                  <a:lnTo>
                    <a:pt x="22365" y="96398"/>
                  </a:lnTo>
                  <a:lnTo>
                    <a:pt x="28755" y="92568"/>
                  </a:lnTo>
                  <a:cubicBezTo>
                    <a:pt x="30033" y="91930"/>
                    <a:pt x="31311" y="91291"/>
                    <a:pt x="31950" y="91291"/>
                  </a:cubicBezTo>
                  <a:cubicBezTo>
                    <a:pt x="32589" y="91291"/>
                    <a:pt x="33228" y="91291"/>
                    <a:pt x="33867" y="91291"/>
                  </a:cubicBezTo>
                  <a:lnTo>
                    <a:pt x="45368" y="95121"/>
                  </a:lnTo>
                  <a:cubicBezTo>
                    <a:pt x="47285" y="95760"/>
                    <a:pt x="48563" y="97037"/>
                    <a:pt x="49202" y="98952"/>
                  </a:cubicBezTo>
                  <a:lnTo>
                    <a:pt x="51758" y="105974"/>
                  </a:lnTo>
                  <a:lnTo>
                    <a:pt x="58148" y="105974"/>
                  </a:lnTo>
                  <a:lnTo>
                    <a:pt x="60065" y="98952"/>
                  </a:lnTo>
                  <a:cubicBezTo>
                    <a:pt x="60704" y="97037"/>
                    <a:pt x="61982" y="95760"/>
                    <a:pt x="63899" y="95121"/>
                  </a:cubicBezTo>
                  <a:lnTo>
                    <a:pt x="74762" y="90653"/>
                  </a:lnTo>
                  <a:cubicBezTo>
                    <a:pt x="78596" y="90014"/>
                    <a:pt x="81152" y="90014"/>
                    <a:pt x="82430" y="90653"/>
                  </a:cubicBezTo>
                  <a:close/>
                  <a:moveTo>
                    <a:pt x="55592" y="94483"/>
                  </a:moveTo>
                  <a:cubicBezTo>
                    <a:pt x="53675" y="94483"/>
                    <a:pt x="51119" y="94483"/>
                    <a:pt x="49202" y="93845"/>
                  </a:cubicBezTo>
                  <a:cubicBezTo>
                    <a:pt x="26199" y="90653"/>
                    <a:pt x="9585" y="68947"/>
                    <a:pt x="12780" y="45965"/>
                  </a:cubicBezTo>
                  <a:cubicBezTo>
                    <a:pt x="15975" y="22982"/>
                    <a:pt x="37701" y="6384"/>
                    <a:pt x="60704" y="9576"/>
                  </a:cubicBezTo>
                  <a:cubicBezTo>
                    <a:pt x="83708" y="12768"/>
                    <a:pt x="100322" y="34474"/>
                    <a:pt x="96488" y="58094"/>
                  </a:cubicBezTo>
                  <a:cubicBezTo>
                    <a:pt x="93932" y="78523"/>
                    <a:pt x="76040" y="93845"/>
                    <a:pt x="55592" y="94483"/>
                  </a:cubicBezTo>
                  <a:lnTo>
                    <a:pt x="55592" y="94483"/>
                  </a:lnTo>
                  <a:close/>
                </a:path>
              </a:pathLst>
            </a:custGeom>
            <a:solidFill>
              <a:srgbClr val="046A38"/>
            </a:solidFill>
            <a:ln w="6390" cap="flat">
              <a:noFill/>
              <a:prstDash val="solid"/>
              <a:miter/>
            </a:ln>
          </p:spPr>
          <p:txBody>
            <a:bodyPr rtlCol="0" anchor="ctr"/>
            <a:lstStyle/>
            <a:p>
              <a:endParaRPr lang="en-US"/>
            </a:p>
          </p:txBody>
        </p:sp>
        <p:sp>
          <p:nvSpPr>
            <p:cNvPr id="863" name="Graphic 4">
              <a:extLst>
                <a:ext uri="{FF2B5EF4-FFF2-40B4-BE49-F238E27FC236}">
                  <a16:creationId xmlns:a16="http://schemas.microsoft.com/office/drawing/2014/main" id="{0719AB81-6133-014C-AC03-340334858E32}"/>
                </a:ext>
              </a:extLst>
            </p:cNvPr>
            <p:cNvSpPr/>
            <p:nvPr/>
          </p:nvSpPr>
          <p:spPr>
            <a:xfrm>
              <a:off x="1952125" y="237117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52719 w 362313"/>
                <a:gd name="connsiteY6" fmla="*/ 192158 h 361971"/>
                <a:gd name="connsiteX7" fmla="*/ 145052 w 362313"/>
                <a:gd name="connsiteY7" fmla="*/ 198542 h 361971"/>
                <a:gd name="connsiteX8" fmla="*/ 132272 w 362313"/>
                <a:gd name="connsiteY8" fmla="*/ 199180 h 361971"/>
                <a:gd name="connsiteX9" fmla="*/ 132272 w 362313"/>
                <a:gd name="connsiteY9" fmla="*/ 199180 h 361971"/>
                <a:gd name="connsiteX10" fmla="*/ 124604 w 362313"/>
                <a:gd name="connsiteY10" fmla="*/ 193435 h 361971"/>
                <a:gd name="connsiteX11" fmla="*/ 122048 w 362313"/>
                <a:gd name="connsiteY11" fmla="*/ 186412 h 361971"/>
                <a:gd name="connsiteX12" fmla="*/ 116297 w 362313"/>
                <a:gd name="connsiteY12" fmla="*/ 184497 h 361971"/>
                <a:gd name="connsiteX13" fmla="*/ 109907 w 362313"/>
                <a:gd name="connsiteY13" fmla="*/ 188327 h 361971"/>
                <a:gd name="connsiteX14" fmla="*/ 99683 w 362313"/>
                <a:gd name="connsiteY14" fmla="*/ 187689 h 361971"/>
                <a:gd name="connsiteX15" fmla="*/ 89459 w 362313"/>
                <a:gd name="connsiteY15" fmla="*/ 180028 h 361971"/>
                <a:gd name="connsiteX16" fmla="*/ 86903 w 362313"/>
                <a:gd name="connsiteY16" fmla="*/ 170452 h 361971"/>
                <a:gd name="connsiteX17" fmla="*/ 89459 w 362313"/>
                <a:gd name="connsiteY17" fmla="*/ 163430 h 361971"/>
                <a:gd name="connsiteX18" fmla="*/ 86264 w 362313"/>
                <a:gd name="connsiteY18" fmla="*/ 158323 h 361971"/>
                <a:gd name="connsiteX19" fmla="*/ 79235 w 362313"/>
                <a:gd name="connsiteY19" fmla="*/ 157684 h 361971"/>
                <a:gd name="connsiteX20" fmla="*/ 72206 w 362313"/>
                <a:gd name="connsiteY20" fmla="*/ 150662 h 361971"/>
                <a:gd name="connsiteX21" fmla="*/ 69650 w 362313"/>
                <a:gd name="connsiteY21" fmla="*/ 138533 h 361971"/>
                <a:gd name="connsiteX22" fmla="*/ 73484 w 362313"/>
                <a:gd name="connsiteY22" fmla="*/ 129595 h 361971"/>
                <a:gd name="connsiteX23" fmla="*/ 79874 w 362313"/>
                <a:gd name="connsiteY23" fmla="*/ 125765 h 361971"/>
                <a:gd name="connsiteX24" fmla="*/ 80513 w 362313"/>
                <a:gd name="connsiteY24" fmla="*/ 120019 h 361971"/>
                <a:gd name="connsiteX25" fmla="*/ 75401 w 362313"/>
                <a:gd name="connsiteY25" fmla="*/ 114912 h 361971"/>
                <a:gd name="connsiteX26" fmla="*/ 74123 w 362313"/>
                <a:gd name="connsiteY26" fmla="*/ 105336 h 361971"/>
                <a:gd name="connsiteX27" fmla="*/ 79874 w 362313"/>
                <a:gd name="connsiteY27" fmla="*/ 93845 h 361971"/>
                <a:gd name="connsiteX28" fmla="*/ 88820 w 362313"/>
                <a:gd name="connsiteY28" fmla="*/ 89376 h 361971"/>
                <a:gd name="connsiteX29" fmla="*/ 95849 w 362313"/>
                <a:gd name="connsiteY29" fmla="*/ 90653 h 361971"/>
                <a:gd name="connsiteX30" fmla="*/ 100322 w 362313"/>
                <a:gd name="connsiteY30" fmla="*/ 86822 h 361971"/>
                <a:gd name="connsiteX31" fmla="*/ 99683 w 362313"/>
                <a:gd name="connsiteY31" fmla="*/ 79800 h 361971"/>
                <a:gd name="connsiteX32" fmla="*/ 104795 w 362313"/>
                <a:gd name="connsiteY32" fmla="*/ 70862 h 361971"/>
                <a:gd name="connsiteX33" fmla="*/ 116297 w 362313"/>
                <a:gd name="connsiteY33" fmla="*/ 66394 h 361971"/>
                <a:gd name="connsiteX34" fmla="*/ 125882 w 362313"/>
                <a:gd name="connsiteY34" fmla="*/ 68947 h 361971"/>
                <a:gd name="connsiteX35" fmla="*/ 130355 w 362313"/>
                <a:gd name="connsiteY35" fmla="*/ 74693 h 361971"/>
                <a:gd name="connsiteX36" fmla="*/ 136106 w 362313"/>
                <a:gd name="connsiteY36" fmla="*/ 74693 h 361971"/>
                <a:gd name="connsiteX37" fmla="*/ 140579 w 362313"/>
                <a:gd name="connsiteY37" fmla="*/ 68947 h 361971"/>
                <a:gd name="connsiteX38" fmla="*/ 150164 w 362313"/>
                <a:gd name="connsiteY38" fmla="*/ 65755 h 361971"/>
                <a:gd name="connsiteX39" fmla="*/ 162304 w 362313"/>
                <a:gd name="connsiteY39" fmla="*/ 69586 h 361971"/>
                <a:gd name="connsiteX40" fmla="*/ 168694 w 362313"/>
                <a:gd name="connsiteY40" fmla="*/ 77885 h 361971"/>
                <a:gd name="connsiteX41" fmla="*/ 168694 w 362313"/>
                <a:gd name="connsiteY41" fmla="*/ 84907 h 361971"/>
                <a:gd name="connsiteX42" fmla="*/ 173167 w 362313"/>
                <a:gd name="connsiteY42" fmla="*/ 88099 h 361971"/>
                <a:gd name="connsiteX43" fmla="*/ 180196 w 362313"/>
                <a:gd name="connsiteY43" fmla="*/ 86184 h 361971"/>
                <a:gd name="connsiteX44" fmla="*/ 189781 w 362313"/>
                <a:gd name="connsiteY44" fmla="*/ 90014 h 361971"/>
                <a:gd name="connsiteX45" fmla="*/ 196171 w 362313"/>
                <a:gd name="connsiteY45" fmla="*/ 100867 h 361971"/>
                <a:gd name="connsiteX46" fmla="*/ 195532 w 362313"/>
                <a:gd name="connsiteY46" fmla="*/ 111081 h 361971"/>
                <a:gd name="connsiteX47" fmla="*/ 191059 w 362313"/>
                <a:gd name="connsiteY47" fmla="*/ 116827 h 361971"/>
                <a:gd name="connsiteX48" fmla="*/ 192337 w 362313"/>
                <a:gd name="connsiteY48" fmla="*/ 122573 h 361971"/>
                <a:gd name="connsiteX49" fmla="*/ 198727 w 362313"/>
                <a:gd name="connsiteY49" fmla="*/ 125765 h 361971"/>
                <a:gd name="connsiteX50" fmla="*/ 203200 w 362313"/>
                <a:gd name="connsiteY50" fmla="*/ 134702 h 361971"/>
                <a:gd name="connsiteX51" fmla="*/ 201283 w 362313"/>
                <a:gd name="connsiteY51" fmla="*/ 147470 h 361971"/>
                <a:gd name="connsiteX52" fmla="*/ 194254 w 362313"/>
                <a:gd name="connsiteY52" fmla="*/ 154492 h 361971"/>
                <a:gd name="connsiteX53" fmla="*/ 187225 w 362313"/>
                <a:gd name="connsiteY53" fmla="*/ 155769 h 361971"/>
                <a:gd name="connsiteX54" fmla="*/ 184669 w 362313"/>
                <a:gd name="connsiteY54" fmla="*/ 160876 h 361971"/>
                <a:gd name="connsiteX55" fmla="*/ 187225 w 362313"/>
                <a:gd name="connsiteY55" fmla="*/ 167260 h 361971"/>
                <a:gd name="connsiteX56" fmla="*/ 185308 w 362313"/>
                <a:gd name="connsiteY56" fmla="*/ 176836 h 361971"/>
                <a:gd name="connsiteX57" fmla="*/ 175723 w 362313"/>
                <a:gd name="connsiteY57" fmla="*/ 185135 h 361971"/>
                <a:gd name="connsiteX58" fmla="*/ 165499 w 362313"/>
                <a:gd name="connsiteY58" fmla="*/ 186412 h 361971"/>
                <a:gd name="connsiteX59" fmla="*/ 159109 w 362313"/>
                <a:gd name="connsiteY59" fmla="*/ 183220 h 361971"/>
                <a:gd name="connsiteX60" fmla="*/ 153998 w 362313"/>
                <a:gd name="connsiteY60" fmla="*/ 185135 h 361971"/>
                <a:gd name="connsiteX61" fmla="*/ 152719 w 362313"/>
                <a:gd name="connsiteY61" fmla="*/ 192158 h 361971"/>
                <a:gd name="connsiteX62" fmla="*/ 292020 w 362313"/>
                <a:gd name="connsiteY62" fmla="*/ 245145 h 361971"/>
                <a:gd name="connsiteX63" fmla="*/ 284991 w 362313"/>
                <a:gd name="connsiteY63" fmla="*/ 252167 h 361971"/>
                <a:gd name="connsiteX64" fmla="*/ 277962 w 362313"/>
                <a:gd name="connsiteY64" fmla="*/ 253444 h 361971"/>
                <a:gd name="connsiteX65" fmla="*/ 275406 w 362313"/>
                <a:gd name="connsiteY65" fmla="*/ 258551 h 361971"/>
                <a:gd name="connsiteX66" fmla="*/ 278601 w 362313"/>
                <a:gd name="connsiteY66" fmla="*/ 264935 h 361971"/>
                <a:gd name="connsiteX67" fmla="*/ 276684 w 362313"/>
                <a:gd name="connsiteY67" fmla="*/ 274511 h 361971"/>
                <a:gd name="connsiteX68" fmla="*/ 267099 w 362313"/>
                <a:gd name="connsiteY68" fmla="*/ 282811 h 361971"/>
                <a:gd name="connsiteX69" fmla="*/ 256876 w 362313"/>
                <a:gd name="connsiteY69" fmla="*/ 284087 h 361971"/>
                <a:gd name="connsiteX70" fmla="*/ 250486 w 362313"/>
                <a:gd name="connsiteY70" fmla="*/ 280257 h 361971"/>
                <a:gd name="connsiteX71" fmla="*/ 245374 w 362313"/>
                <a:gd name="connsiteY71" fmla="*/ 282172 h 361971"/>
                <a:gd name="connsiteX72" fmla="*/ 243457 w 362313"/>
                <a:gd name="connsiteY72" fmla="*/ 289195 h 361971"/>
                <a:gd name="connsiteX73" fmla="*/ 235789 w 362313"/>
                <a:gd name="connsiteY73" fmla="*/ 295579 h 361971"/>
                <a:gd name="connsiteX74" fmla="*/ 223009 w 362313"/>
                <a:gd name="connsiteY74" fmla="*/ 296217 h 361971"/>
                <a:gd name="connsiteX75" fmla="*/ 223009 w 362313"/>
                <a:gd name="connsiteY75" fmla="*/ 296217 h 361971"/>
                <a:gd name="connsiteX76" fmla="*/ 215341 w 362313"/>
                <a:gd name="connsiteY76" fmla="*/ 290471 h 361971"/>
                <a:gd name="connsiteX77" fmla="*/ 212785 w 362313"/>
                <a:gd name="connsiteY77" fmla="*/ 284087 h 361971"/>
                <a:gd name="connsiteX78" fmla="*/ 207673 w 362313"/>
                <a:gd name="connsiteY78" fmla="*/ 282172 h 361971"/>
                <a:gd name="connsiteX79" fmla="*/ 201283 w 362313"/>
                <a:gd name="connsiteY79" fmla="*/ 286003 h 361971"/>
                <a:gd name="connsiteX80" fmla="*/ 191059 w 362313"/>
                <a:gd name="connsiteY80" fmla="*/ 285364 h 361971"/>
                <a:gd name="connsiteX81" fmla="*/ 180835 w 362313"/>
                <a:gd name="connsiteY81" fmla="*/ 277703 h 361971"/>
                <a:gd name="connsiteX82" fmla="*/ 178279 w 362313"/>
                <a:gd name="connsiteY82" fmla="*/ 268127 h 361971"/>
                <a:gd name="connsiteX83" fmla="*/ 180835 w 362313"/>
                <a:gd name="connsiteY83" fmla="*/ 261105 h 361971"/>
                <a:gd name="connsiteX84" fmla="*/ 177640 w 362313"/>
                <a:gd name="connsiteY84" fmla="*/ 255998 h 361971"/>
                <a:gd name="connsiteX85" fmla="*/ 170611 w 362313"/>
                <a:gd name="connsiteY85" fmla="*/ 255359 h 361971"/>
                <a:gd name="connsiteX86" fmla="*/ 163582 w 362313"/>
                <a:gd name="connsiteY86" fmla="*/ 248337 h 361971"/>
                <a:gd name="connsiteX87" fmla="*/ 161027 w 362313"/>
                <a:gd name="connsiteY87" fmla="*/ 236207 h 361971"/>
                <a:gd name="connsiteX88" fmla="*/ 164860 w 362313"/>
                <a:gd name="connsiteY88" fmla="*/ 227270 h 361971"/>
                <a:gd name="connsiteX89" fmla="*/ 171250 w 362313"/>
                <a:gd name="connsiteY89" fmla="*/ 223439 h 361971"/>
                <a:gd name="connsiteX90" fmla="*/ 171889 w 362313"/>
                <a:gd name="connsiteY90" fmla="*/ 217694 h 361971"/>
                <a:gd name="connsiteX91" fmla="*/ 166777 w 362313"/>
                <a:gd name="connsiteY91" fmla="*/ 212587 h 361971"/>
                <a:gd name="connsiteX92" fmla="*/ 165499 w 362313"/>
                <a:gd name="connsiteY92" fmla="*/ 203011 h 361971"/>
                <a:gd name="connsiteX93" fmla="*/ 171250 w 362313"/>
                <a:gd name="connsiteY93" fmla="*/ 191519 h 361971"/>
                <a:gd name="connsiteX94" fmla="*/ 180196 w 362313"/>
                <a:gd name="connsiteY94" fmla="*/ 187051 h 361971"/>
                <a:gd name="connsiteX95" fmla="*/ 187225 w 362313"/>
                <a:gd name="connsiteY95" fmla="*/ 188327 h 361971"/>
                <a:gd name="connsiteX96" fmla="*/ 191698 w 362313"/>
                <a:gd name="connsiteY96" fmla="*/ 184497 h 361971"/>
                <a:gd name="connsiteX97" fmla="*/ 191059 w 362313"/>
                <a:gd name="connsiteY97" fmla="*/ 177475 h 361971"/>
                <a:gd name="connsiteX98" fmla="*/ 196171 w 362313"/>
                <a:gd name="connsiteY98" fmla="*/ 169176 h 361971"/>
                <a:gd name="connsiteX99" fmla="*/ 207673 w 362313"/>
                <a:gd name="connsiteY99" fmla="*/ 164707 h 361971"/>
                <a:gd name="connsiteX100" fmla="*/ 217258 w 362313"/>
                <a:gd name="connsiteY100" fmla="*/ 167260 h 361971"/>
                <a:gd name="connsiteX101" fmla="*/ 221731 w 362313"/>
                <a:gd name="connsiteY101" fmla="*/ 173006 h 361971"/>
                <a:gd name="connsiteX102" fmla="*/ 227482 w 362313"/>
                <a:gd name="connsiteY102" fmla="*/ 173006 h 361971"/>
                <a:gd name="connsiteX103" fmla="*/ 231955 w 362313"/>
                <a:gd name="connsiteY103" fmla="*/ 167260 h 361971"/>
                <a:gd name="connsiteX104" fmla="*/ 241540 w 362313"/>
                <a:gd name="connsiteY104" fmla="*/ 164068 h 361971"/>
                <a:gd name="connsiteX105" fmla="*/ 253681 w 362313"/>
                <a:gd name="connsiteY105" fmla="*/ 167899 h 361971"/>
                <a:gd name="connsiteX106" fmla="*/ 259431 w 362313"/>
                <a:gd name="connsiteY106" fmla="*/ 176198 h 361971"/>
                <a:gd name="connsiteX107" fmla="*/ 259431 w 362313"/>
                <a:gd name="connsiteY107" fmla="*/ 183220 h 361971"/>
                <a:gd name="connsiteX108" fmla="*/ 263904 w 362313"/>
                <a:gd name="connsiteY108" fmla="*/ 186412 h 361971"/>
                <a:gd name="connsiteX109" fmla="*/ 270933 w 362313"/>
                <a:gd name="connsiteY109" fmla="*/ 185135 h 361971"/>
                <a:gd name="connsiteX110" fmla="*/ 280518 w 362313"/>
                <a:gd name="connsiteY110" fmla="*/ 188966 h 361971"/>
                <a:gd name="connsiteX111" fmla="*/ 286908 w 362313"/>
                <a:gd name="connsiteY111" fmla="*/ 199819 h 361971"/>
                <a:gd name="connsiteX112" fmla="*/ 286269 w 362313"/>
                <a:gd name="connsiteY112" fmla="*/ 210033 h 361971"/>
                <a:gd name="connsiteX113" fmla="*/ 281796 w 362313"/>
                <a:gd name="connsiteY113" fmla="*/ 215779 h 361971"/>
                <a:gd name="connsiteX114" fmla="*/ 283074 w 362313"/>
                <a:gd name="connsiteY114" fmla="*/ 221524 h 361971"/>
                <a:gd name="connsiteX115" fmla="*/ 289464 w 362313"/>
                <a:gd name="connsiteY115" fmla="*/ 224716 h 361971"/>
                <a:gd name="connsiteX116" fmla="*/ 293937 w 362313"/>
                <a:gd name="connsiteY116" fmla="*/ 233654 h 361971"/>
                <a:gd name="connsiteX117" fmla="*/ 292020 w 362313"/>
                <a:gd name="connsiteY117" fmla="*/ 24514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152719" y="192158"/>
                  </a:moveTo>
                  <a:cubicBezTo>
                    <a:pt x="151442" y="195988"/>
                    <a:pt x="148247" y="198542"/>
                    <a:pt x="145052" y="198542"/>
                  </a:cubicBezTo>
                  <a:lnTo>
                    <a:pt x="132272" y="199180"/>
                  </a:lnTo>
                  <a:lnTo>
                    <a:pt x="132272" y="199180"/>
                  </a:lnTo>
                  <a:cubicBezTo>
                    <a:pt x="128438" y="199180"/>
                    <a:pt x="125243" y="197265"/>
                    <a:pt x="124604" y="193435"/>
                  </a:cubicBezTo>
                  <a:lnTo>
                    <a:pt x="122048" y="186412"/>
                  </a:lnTo>
                  <a:lnTo>
                    <a:pt x="116297" y="184497"/>
                  </a:lnTo>
                  <a:lnTo>
                    <a:pt x="109907" y="188327"/>
                  </a:lnTo>
                  <a:cubicBezTo>
                    <a:pt x="106712" y="190243"/>
                    <a:pt x="102878" y="190243"/>
                    <a:pt x="99683" y="187689"/>
                  </a:cubicBezTo>
                  <a:lnTo>
                    <a:pt x="89459" y="180028"/>
                  </a:lnTo>
                  <a:cubicBezTo>
                    <a:pt x="86264" y="177475"/>
                    <a:pt x="85625" y="173644"/>
                    <a:pt x="86903" y="170452"/>
                  </a:cubicBezTo>
                  <a:lnTo>
                    <a:pt x="89459" y="163430"/>
                  </a:lnTo>
                  <a:lnTo>
                    <a:pt x="86264" y="158323"/>
                  </a:lnTo>
                  <a:lnTo>
                    <a:pt x="79235" y="157684"/>
                  </a:lnTo>
                  <a:cubicBezTo>
                    <a:pt x="75401" y="157046"/>
                    <a:pt x="72845" y="154492"/>
                    <a:pt x="72206" y="150662"/>
                  </a:cubicBezTo>
                  <a:lnTo>
                    <a:pt x="69650" y="138533"/>
                  </a:lnTo>
                  <a:cubicBezTo>
                    <a:pt x="69011" y="134702"/>
                    <a:pt x="70289" y="131510"/>
                    <a:pt x="73484" y="129595"/>
                  </a:cubicBezTo>
                  <a:lnTo>
                    <a:pt x="79874" y="125765"/>
                  </a:lnTo>
                  <a:lnTo>
                    <a:pt x="80513" y="120019"/>
                  </a:lnTo>
                  <a:lnTo>
                    <a:pt x="75401" y="114912"/>
                  </a:lnTo>
                  <a:cubicBezTo>
                    <a:pt x="72845" y="112358"/>
                    <a:pt x="72206" y="108528"/>
                    <a:pt x="74123" y="105336"/>
                  </a:cubicBezTo>
                  <a:lnTo>
                    <a:pt x="79874" y="93845"/>
                  </a:lnTo>
                  <a:cubicBezTo>
                    <a:pt x="81791" y="90653"/>
                    <a:pt x="84986" y="88738"/>
                    <a:pt x="88820" y="89376"/>
                  </a:cubicBezTo>
                  <a:lnTo>
                    <a:pt x="95849" y="90653"/>
                  </a:lnTo>
                  <a:lnTo>
                    <a:pt x="100322" y="86822"/>
                  </a:lnTo>
                  <a:lnTo>
                    <a:pt x="99683" y="79800"/>
                  </a:lnTo>
                  <a:cubicBezTo>
                    <a:pt x="99044" y="75970"/>
                    <a:pt x="101600" y="72778"/>
                    <a:pt x="104795" y="70862"/>
                  </a:cubicBezTo>
                  <a:lnTo>
                    <a:pt x="116297" y="66394"/>
                  </a:lnTo>
                  <a:cubicBezTo>
                    <a:pt x="119492" y="65117"/>
                    <a:pt x="123326" y="65755"/>
                    <a:pt x="125882" y="68947"/>
                  </a:cubicBezTo>
                  <a:lnTo>
                    <a:pt x="130355" y="74693"/>
                  </a:lnTo>
                  <a:lnTo>
                    <a:pt x="136106" y="74693"/>
                  </a:lnTo>
                  <a:lnTo>
                    <a:pt x="140579" y="68947"/>
                  </a:lnTo>
                  <a:cubicBezTo>
                    <a:pt x="142496" y="65755"/>
                    <a:pt x="146969" y="64478"/>
                    <a:pt x="150164" y="65755"/>
                  </a:cubicBezTo>
                  <a:lnTo>
                    <a:pt x="162304" y="69586"/>
                  </a:lnTo>
                  <a:cubicBezTo>
                    <a:pt x="166138" y="70862"/>
                    <a:pt x="168694" y="74054"/>
                    <a:pt x="168694" y="77885"/>
                  </a:cubicBezTo>
                  <a:lnTo>
                    <a:pt x="168694" y="84907"/>
                  </a:lnTo>
                  <a:lnTo>
                    <a:pt x="173167" y="88099"/>
                  </a:lnTo>
                  <a:lnTo>
                    <a:pt x="180196" y="86184"/>
                  </a:lnTo>
                  <a:cubicBezTo>
                    <a:pt x="184030" y="85546"/>
                    <a:pt x="187225" y="86822"/>
                    <a:pt x="189781" y="90014"/>
                  </a:cubicBezTo>
                  <a:lnTo>
                    <a:pt x="196171" y="100867"/>
                  </a:lnTo>
                  <a:cubicBezTo>
                    <a:pt x="198088" y="104059"/>
                    <a:pt x="198088" y="107889"/>
                    <a:pt x="195532" y="111081"/>
                  </a:cubicBezTo>
                  <a:lnTo>
                    <a:pt x="191059" y="116827"/>
                  </a:lnTo>
                  <a:lnTo>
                    <a:pt x="192337" y="122573"/>
                  </a:lnTo>
                  <a:lnTo>
                    <a:pt x="198727" y="125765"/>
                  </a:lnTo>
                  <a:cubicBezTo>
                    <a:pt x="201922" y="127680"/>
                    <a:pt x="203839" y="130872"/>
                    <a:pt x="203200" y="134702"/>
                  </a:cubicBezTo>
                  <a:lnTo>
                    <a:pt x="201283" y="147470"/>
                  </a:lnTo>
                  <a:cubicBezTo>
                    <a:pt x="200644" y="150662"/>
                    <a:pt x="198088" y="153854"/>
                    <a:pt x="194254" y="154492"/>
                  </a:cubicBezTo>
                  <a:lnTo>
                    <a:pt x="187225" y="155769"/>
                  </a:lnTo>
                  <a:lnTo>
                    <a:pt x="184669" y="160876"/>
                  </a:lnTo>
                  <a:lnTo>
                    <a:pt x="187225" y="167260"/>
                  </a:lnTo>
                  <a:cubicBezTo>
                    <a:pt x="188503" y="170452"/>
                    <a:pt x="187864" y="174283"/>
                    <a:pt x="185308" y="176836"/>
                  </a:cubicBezTo>
                  <a:lnTo>
                    <a:pt x="175723" y="185135"/>
                  </a:lnTo>
                  <a:cubicBezTo>
                    <a:pt x="173167" y="187689"/>
                    <a:pt x="168694" y="188327"/>
                    <a:pt x="165499" y="186412"/>
                  </a:cubicBezTo>
                  <a:lnTo>
                    <a:pt x="159109" y="183220"/>
                  </a:lnTo>
                  <a:lnTo>
                    <a:pt x="153998" y="185135"/>
                  </a:lnTo>
                  <a:lnTo>
                    <a:pt x="152719" y="192158"/>
                  </a:lnTo>
                  <a:close/>
                  <a:moveTo>
                    <a:pt x="292020" y="245145"/>
                  </a:moveTo>
                  <a:cubicBezTo>
                    <a:pt x="291381" y="248975"/>
                    <a:pt x="288825" y="251529"/>
                    <a:pt x="284991" y="252167"/>
                  </a:cubicBezTo>
                  <a:lnTo>
                    <a:pt x="277962" y="253444"/>
                  </a:lnTo>
                  <a:lnTo>
                    <a:pt x="275406" y="258551"/>
                  </a:lnTo>
                  <a:lnTo>
                    <a:pt x="278601" y="264935"/>
                  </a:lnTo>
                  <a:cubicBezTo>
                    <a:pt x="279879" y="268127"/>
                    <a:pt x="279240" y="271958"/>
                    <a:pt x="276684" y="274511"/>
                  </a:cubicBezTo>
                  <a:lnTo>
                    <a:pt x="267099" y="282811"/>
                  </a:lnTo>
                  <a:cubicBezTo>
                    <a:pt x="264543" y="285364"/>
                    <a:pt x="260071" y="286003"/>
                    <a:pt x="256876" y="284087"/>
                  </a:cubicBezTo>
                  <a:lnTo>
                    <a:pt x="250486" y="280257"/>
                  </a:lnTo>
                  <a:lnTo>
                    <a:pt x="245374" y="282172"/>
                  </a:lnTo>
                  <a:lnTo>
                    <a:pt x="243457" y="289195"/>
                  </a:lnTo>
                  <a:cubicBezTo>
                    <a:pt x="242179" y="292387"/>
                    <a:pt x="238984" y="294940"/>
                    <a:pt x="235789" y="295579"/>
                  </a:cubicBezTo>
                  <a:lnTo>
                    <a:pt x="223009" y="296217"/>
                  </a:lnTo>
                  <a:lnTo>
                    <a:pt x="223009" y="296217"/>
                  </a:lnTo>
                  <a:cubicBezTo>
                    <a:pt x="219175" y="296217"/>
                    <a:pt x="215980" y="293663"/>
                    <a:pt x="215341" y="290471"/>
                  </a:cubicBezTo>
                  <a:lnTo>
                    <a:pt x="212785" y="284087"/>
                  </a:lnTo>
                  <a:lnTo>
                    <a:pt x="207673" y="282172"/>
                  </a:lnTo>
                  <a:lnTo>
                    <a:pt x="201283" y="286003"/>
                  </a:lnTo>
                  <a:cubicBezTo>
                    <a:pt x="198088" y="287918"/>
                    <a:pt x="194254" y="287918"/>
                    <a:pt x="191059" y="285364"/>
                  </a:cubicBezTo>
                  <a:lnTo>
                    <a:pt x="180835" y="277703"/>
                  </a:lnTo>
                  <a:cubicBezTo>
                    <a:pt x="177640" y="275150"/>
                    <a:pt x="177001" y="271319"/>
                    <a:pt x="178279" y="268127"/>
                  </a:cubicBezTo>
                  <a:lnTo>
                    <a:pt x="180835" y="261105"/>
                  </a:lnTo>
                  <a:lnTo>
                    <a:pt x="177640" y="255998"/>
                  </a:lnTo>
                  <a:lnTo>
                    <a:pt x="170611" y="255359"/>
                  </a:lnTo>
                  <a:cubicBezTo>
                    <a:pt x="166777" y="254721"/>
                    <a:pt x="164221" y="252167"/>
                    <a:pt x="163582" y="248337"/>
                  </a:cubicBezTo>
                  <a:lnTo>
                    <a:pt x="161027" y="236207"/>
                  </a:lnTo>
                  <a:cubicBezTo>
                    <a:pt x="160387" y="232377"/>
                    <a:pt x="161665" y="229185"/>
                    <a:pt x="164860" y="227270"/>
                  </a:cubicBezTo>
                  <a:lnTo>
                    <a:pt x="171250" y="223439"/>
                  </a:lnTo>
                  <a:lnTo>
                    <a:pt x="171889" y="217694"/>
                  </a:lnTo>
                  <a:lnTo>
                    <a:pt x="166777" y="212587"/>
                  </a:lnTo>
                  <a:cubicBezTo>
                    <a:pt x="164221" y="210033"/>
                    <a:pt x="163582" y="206203"/>
                    <a:pt x="165499" y="203011"/>
                  </a:cubicBezTo>
                  <a:lnTo>
                    <a:pt x="171250" y="191519"/>
                  </a:lnTo>
                  <a:cubicBezTo>
                    <a:pt x="173167" y="188327"/>
                    <a:pt x="176362" y="186412"/>
                    <a:pt x="180196" y="187051"/>
                  </a:cubicBezTo>
                  <a:lnTo>
                    <a:pt x="187225" y="188327"/>
                  </a:lnTo>
                  <a:lnTo>
                    <a:pt x="191698" y="184497"/>
                  </a:lnTo>
                  <a:lnTo>
                    <a:pt x="191059" y="177475"/>
                  </a:lnTo>
                  <a:cubicBezTo>
                    <a:pt x="191059" y="173644"/>
                    <a:pt x="192976" y="170452"/>
                    <a:pt x="196171" y="169176"/>
                  </a:cubicBezTo>
                  <a:lnTo>
                    <a:pt x="207673" y="164707"/>
                  </a:lnTo>
                  <a:cubicBezTo>
                    <a:pt x="210868" y="163430"/>
                    <a:pt x="214702" y="164068"/>
                    <a:pt x="217258" y="167260"/>
                  </a:cubicBezTo>
                  <a:lnTo>
                    <a:pt x="221731" y="173006"/>
                  </a:lnTo>
                  <a:lnTo>
                    <a:pt x="227482" y="173006"/>
                  </a:lnTo>
                  <a:lnTo>
                    <a:pt x="231955" y="167260"/>
                  </a:lnTo>
                  <a:cubicBezTo>
                    <a:pt x="233872" y="164068"/>
                    <a:pt x="238345" y="163430"/>
                    <a:pt x="241540" y="164068"/>
                  </a:cubicBezTo>
                  <a:lnTo>
                    <a:pt x="253681" y="167899"/>
                  </a:lnTo>
                  <a:cubicBezTo>
                    <a:pt x="256876" y="169176"/>
                    <a:pt x="259431" y="172368"/>
                    <a:pt x="259431" y="176198"/>
                  </a:cubicBezTo>
                  <a:lnTo>
                    <a:pt x="259431" y="183220"/>
                  </a:lnTo>
                  <a:lnTo>
                    <a:pt x="263904" y="186412"/>
                  </a:lnTo>
                  <a:lnTo>
                    <a:pt x="270933" y="185135"/>
                  </a:lnTo>
                  <a:cubicBezTo>
                    <a:pt x="274767" y="184497"/>
                    <a:pt x="277962" y="185774"/>
                    <a:pt x="280518" y="188966"/>
                  </a:cubicBezTo>
                  <a:lnTo>
                    <a:pt x="286908" y="199819"/>
                  </a:lnTo>
                  <a:cubicBezTo>
                    <a:pt x="288825" y="203011"/>
                    <a:pt x="288825" y="206841"/>
                    <a:pt x="286269" y="210033"/>
                  </a:cubicBezTo>
                  <a:lnTo>
                    <a:pt x="281796" y="215779"/>
                  </a:lnTo>
                  <a:lnTo>
                    <a:pt x="283074" y="221524"/>
                  </a:lnTo>
                  <a:lnTo>
                    <a:pt x="289464" y="224716"/>
                  </a:lnTo>
                  <a:cubicBezTo>
                    <a:pt x="292659" y="226631"/>
                    <a:pt x="294576" y="229823"/>
                    <a:pt x="293937" y="233654"/>
                  </a:cubicBezTo>
                  <a:lnTo>
                    <a:pt x="292020" y="245145"/>
                  </a:lnTo>
                  <a:close/>
                </a:path>
              </a:pathLst>
            </a:custGeom>
            <a:solidFill>
              <a:srgbClr val="046A38"/>
            </a:solidFill>
            <a:ln w="6390" cap="flat">
              <a:noFill/>
              <a:prstDash val="solid"/>
              <a:miter/>
            </a:ln>
          </p:spPr>
          <p:txBody>
            <a:bodyPr rtlCol="0" anchor="ctr"/>
            <a:lstStyle/>
            <a:p>
              <a:endParaRPr lang="en-US"/>
            </a:p>
          </p:txBody>
        </p:sp>
        <p:sp>
          <p:nvSpPr>
            <p:cNvPr id="864" name="Graphic 4">
              <a:extLst>
                <a:ext uri="{FF2B5EF4-FFF2-40B4-BE49-F238E27FC236}">
                  <a16:creationId xmlns:a16="http://schemas.microsoft.com/office/drawing/2014/main" id="{5DA96212-C91D-B64D-86D0-564E377BC93F}"/>
                </a:ext>
              </a:extLst>
            </p:cNvPr>
            <p:cNvSpPr/>
            <p:nvPr/>
          </p:nvSpPr>
          <p:spPr>
            <a:xfrm>
              <a:off x="2058482" y="2473317"/>
              <a:ext cx="60110" cy="59726"/>
            </a:xfrm>
            <a:custGeom>
              <a:avLst/>
              <a:gdLst>
                <a:gd name="connsiteX0" fmla="*/ 54031 w 60110"/>
                <a:gd name="connsiteY0" fmla="*/ 11491 h 59726"/>
                <a:gd name="connsiteX1" fmla="*/ 34222 w 60110"/>
                <a:gd name="connsiteY1" fmla="*/ 0 h 59726"/>
                <a:gd name="connsiteX2" fmla="*/ 29749 w 60110"/>
                <a:gd name="connsiteY2" fmla="*/ 0 h 59726"/>
                <a:gd name="connsiteX3" fmla="*/ 356 w 60110"/>
                <a:gd name="connsiteY3" fmla="*/ 25536 h 59726"/>
                <a:gd name="connsiteX4" fmla="*/ 25915 w 60110"/>
                <a:gd name="connsiteY4" fmla="*/ 59371 h 59726"/>
                <a:gd name="connsiteX5" fmla="*/ 59782 w 60110"/>
                <a:gd name="connsiteY5" fmla="*/ 33835 h 59726"/>
                <a:gd name="connsiteX6" fmla="*/ 54031 w 60110"/>
                <a:gd name="connsiteY6" fmla="*/ 11491 h 59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110" h="59726">
                  <a:moveTo>
                    <a:pt x="54031" y="11491"/>
                  </a:moveTo>
                  <a:cubicBezTo>
                    <a:pt x="49558" y="5107"/>
                    <a:pt x="42529" y="638"/>
                    <a:pt x="34222" y="0"/>
                  </a:cubicBezTo>
                  <a:cubicBezTo>
                    <a:pt x="32944" y="0"/>
                    <a:pt x="31666" y="0"/>
                    <a:pt x="29749" y="0"/>
                  </a:cubicBezTo>
                  <a:cubicBezTo>
                    <a:pt x="15052" y="0"/>
                    <a:pt x="2273" y="10853"/>
                    <a:pt x="356" y="25536"/>
                  </a:cubicBezTo>
                  <a:cubicBezTo>
                    <a:pt x="-2201" y="41496"/>
                    <a:pt x="9301" y="56818"/>
                    <a:pt x="25915" y="59371"/>
                  </a:cubicBezTo>
                  <a:cubicBezTo>
                    <a:pt x="41890" y="61925"/>
                    <a:pt x="57226" y="50434"/>
                    <a:pt x="59782" y="33835"/>
                  </a:cubicBezTo>
                  <a:cubicBezTo>
                    <a:pt x="61060" y="26174"/>
                    <a:pt x="58504" y="17875"/>
                    <a:pt x="54031" y="11491"/>
                  </a:cubicBezTo>
                  <a:close/>
                </a:path>
              </a:pathLst>
            </a:custGeom>
            <a:solidFill>
              <a:srgbClr val="046A38"/>
            </a:solidFill>
            <a:ln w="6390" cap="flat">
              <a:noFill/>
              <a:prstDash val="solid"/>
              <a:miter/>
            </a:ln>
          </p:spPr>
          <p:txBody>
            <a:bodyPr rtlCol="0" anchor="ctr"/>
            <a:lstStyle/>
            <a:p>
              <a:endParaRPr lang="en-US"/>
            </a:p>
          </p:txBody>
        </p:sp>
        <p:sp>
          <p:nvSpPr>
            <p:cNvPr id="865" name="Graphic 4">
              <a:extLst>
                <a:ext uri="{FF2B5EF4-FFF2-40B4-BE49-F238E27FC236}">
                  <a16:creationId xmlns:a16="http://schemas.microsoft.com/office/drawing/2014/main" id="{38D91556-2460-9D42-8F3D-E3BE8D262154}"/>
                </a:ext>
              </a:extLst>
            </p:cNvPr>
            <p:cNvSpPr/>
            <p:nvPr/>
          </p:nvSpPr>
          <p:spPr>
            <a:xfrm>
              <a:off x="2124015" y="2548648"/>
              <a:ext cx="106712" cy="105974"/>
            </a:xfrm>
            <a:custGeom>
              <a:avLst/>
              <a:gdLst>
                <a:gd name="connsiteX0" fmla="*/ 99044 w 106712"/>
                <a:gd name="connsiteY0" fmla="*/ 48518 h 105974"/>
                <a:gd name="connsiteX1" fmla="*/ 96488 w 106712"/>
                <a:gd name="connsiteY1" fmla="*/ 37027 h 105974"/>
                <a:gd name="connsiteX2" fmla="*/ 97766 w 106712"/>
                <a:gd name="connsiteY2" fmla="*/ 31920 h 105974"/>
                <a:gd name="connsiteX3" fmla="*/ 102239 w 106712"/>
                <a:gd name="connsiteY3" fmla="*/ 26174 h 105974"/>
                <a:gd name="connsiteX4" fmla="*/ 99044 w 106712"/>
                <a:gd name="connsiteY4" fmla="*/ 20429 h 105974"/>
                <a:gd name="connsiteX5" fmla="*/ 92015 w 106712"/>
                <a:gd name="connsiteY5" fmla="*/ 22344 h 105974"/>
                <a:gd name="connsiteX6" fmla="*/ 86903 w 106712"/>
                <a:gd name="connsiteY6" fmla="*/ 21067 h 105974"/>
                <a:gd name="connsiteX7" fmla="*/ 77318 w 106712"/>
                <a:gd name="connsiteY7" fmla="*/ 14045 h 105974"/>
                <a:gd name="connsiteX8" fmla="*/ 74762 w 106712"/>
                <a:gd name="connsiteY8" fmla="*/ 8938 h 105974"/>
                <a:gd name="connsiteX9" fmla="*/ 74762 w 106712"/>
                <a:gd name="connsiteY9" fmla="*/ 1915 h 105974"/>
                <a:gd name="connsiteX10" fmla="*/ 68372 w 106712"/>
                <a:gd name="connsiteY10" fmla="*/ 0 h 105974"/>
                <a:gd name="connsiteX11" fmla="*/ 63899 w 106712"/>
                <a:gd name="connsiteY11" fmla="*/ 5746 h 105974"/>
                <a:gd name="connsiteX12" fmla="*/ 58788 w 106712"/>
                <a:gd name="connsiteY12" fmla="*/ 8299 h 105974"/>
                <a:gd name="connsiteX13" fmla="*/ 46647 w 106712"/>
                <a:gd name="connsiteY13" fmla="*/ 8938 h 105974"/>
                <a:gd name="connsiteX14" fmla="*/ 41535 w 106712"/>
                <a:gd name="connsiteY14" fmla="*/ 7022 h 105974"/>
                <a:gd name="connsiteX15" fmla="*/ 36423 w 106712"/>
                <a:gd name="connsiteY15" fmla="*/ 1277 h 105974"/>
                <a:gd name="connsiteX16" fmla="*/ 30033 w 106712"/>
                <a:gd name="connsiteY16" fmla="*/ 3830 h 105974"/>
                <a:gd name="connsiteX17" fmla="*/ 30672 w 106712"/>
                <a:gd name="connsiteY17" fmla="*/ 10853 h 105974"/>
                <a:gd name="connsiteX18" fmla="*/ 28755 w 106712"/>
                <a:gd name="connsiteY18" fmla="*/ 15960 h 105974"/>
                <a:gd name="connsiteX19" fmla="*/ 19809 w 106712"/>
                <a:gd name="connsiteY19" fmla="*/ 23621 h 105974"/>
                <a:gd name="connsiteX20" fmla="*/ 14697 w 106712"/>
                <a:gd name="connsiteY20" fmla="*/ 24897 h 105974"/>
                <a:gd name="connsiteX21" fmla="*/ 7668 w 106712"/>
                <a:gd name="connsiteY21" fmla="*/ 23621 h 105974"/>
                <a:gd name="connsiteX22" fmla="*/ 4473 w 106712"/>
                <a:gd name="connsiteY22" fmla="*/ 29366 h 105974"/>
                <a:gd name="connsiteX23" fmla="*/ 9585 w 106712"/>
                <a:gd name="connsiteY23" fmla="*/ 34473 h 105974"/>
                <a:gd name="connsiteX24" fmla="*/ 11502 w 106712"/>
                <a:gd name="connsiteY24" fmla="*/ 39581 h 105974"/>
                <a:gd name="connsiteX25" fmla="*/ 9585 w 106712"/>
                <a:gd name="connsiteY25" fmla="*/ 51072 h 105974"/>
                <a:gd name="connsiteX26" fmla="*/ 6390 w 106712"/>
                <a:gd name="connsiteY26" fmla="*/ 55541 h 105974"/>
                <a:gd name="connsiteX27" fmla="*/ 0 w 106712"/>
                <a:gd name="connsiteY27" fmla="*/ 59371 h 105974"/>
                <a:gd name="connsiteX28" fmla="*/ 1278 w 106712"/>
                <a:gd name="connsiteY28" fmla="*/ 65755 h 105974"/>
                <a:gd name="connsiteX29" fmla="*/ 8307 w 106712"/>
                <a:gd name="connsiteY29" fmla="*/ 66393 h 105974"/>
                <a:gd name="connsiteX30" fmla="*/ 12780 w 106712"/>
                <a:gd name="connsiteY30" fmla="*/ 69585 h 105974"/>
                <a:gd name="connsiteX31" fmla="*/ 19170 w 106712"/>
                <a:gd name="connsiteY31" fmla="*/ 79800 h 105974"/>
                <a:gd name="connsiteX32" fmla="*/ 19809 w 106712"/>
                <a:gd name="connsiteY32" fmla="*/ 85545 h 105974"/>
                <a:gd name="connsiteX33" fmla="*/ 17253 w 106712"/>
                <a:gd name="connsiteY33" fmla="*/ 92568 h 105974"/>
                <a:gd name="connsiteX34" fmla="*/ 22365 w 106712"/>
                <a:gd name="connsiteY34" fmla="*/ 96398 h 105974"/>
                <a:gd name="connsiteX35" fmla="*/ 28755 w 106712"/>
                <a:gd name="connsiteY35" fmla="*/ 92568 h 105974"/>
                <a:gd name="connsiteX36" fmla="*/ 31950 w 106712"/>
                <a:gd name="connsiteY36" fmla="*/ 91291 h 105974"/>
                <a:gd name="connsiteX37" fmla="*/ 33867 w 106712"/>
                <a:gd name="connsiteY37" fmla="*/ 91291 h 105974"/>
                <a:gd name="connsiteX38" fmla="*/ 45369 w 106712"/>
                <a:gd name="connsiteY38" fmla="*/ 95121 h 105974"/>
                <a:gd name="connsiteX39" fmla="*/ 49203 w 106712"/>
                <a:gd name="connsiteY39" fmla="*/ 98952 h 105974"/>
                <a:gd name="connsiteX40" fmla="*/ 51759 w 106712"/>
                <a:gd name="connsiteY40" fmla="*/ 105974 h 105974"/>
                <a:gd name="connsiteX41" fmla="*/ 58148 w 106712"/>
                <a:gd name="connsiteY41" fmla="*/ 105974 h 105974"/>
                <a:gd name="connsiteX42" fmla="*/ 60065 w 106712"/>
                <a:gd name="connsiteY42" fmla="*/ 98952 h 105974"/>
                <a:gd name="connsiteX43" fmla="*/ 63899 w 106712"/>
                <a:gd name="connsiteY43" fmla="*/ 95121 h 105974"/>
                <a:gd name="connsiteX44" fmla="*/ 74762 w 106712"/>
                <a:gd name="connsiteY44" fmla="*/ 90652 h 105974"/>
                <a:gd name="connsiteX45" fmla="*/ 80513 w 106712"/>
                <a:gd name="connsiteY45" fmla="*/ 90652 h 105974"/>
                <a:gd name="connsiteX46" fmla="*/ 86903 w 106712"/>
                <a:gd name="connsiteY46" fmla="*/ 94483 h 105974"/>
                <a:gd name="connsiteX47" fmla="*/ 92015 w 106712"/>
                <a:gd name="connsiteY47" fmla="*/ 90014 h 105974"/>
                <a:gd name="connsiteX48" fmla="*/ 88820 w 106712"/>
                <a:gd name="connsiteY48" fmla="*/ 82992 h 105974"/>
                <a:gd name="connsiteX49" fmla="*/ 88820 w 106712"/>
                <a:gd name="connsiteY49" fmla="*/ 77246 h 105974"/>
                <a:gd name="connsiteX50" fmla="*/ 94571 w 106712"/>
                <a:gd name="connsiteY50" fmla="*/ 67032 h 105974"/>
                <a:gd name="connsiteX51" fmla="*/ 99044 w 106712"/>
                <a:gd name="connsiteY51" fmla="*/ 63840 h 105974"/>
                <a:gd name="connsiteX52" fmla="*/ 106073 w 106712"/>
                <a:gd name="connsiteY52" fmla="*/ 62563 h 105974"/>
                <a:gd name="connsiteX53" fmla="*/ 106712 w 106712"/>
                <a:gd name="connsiteY53" fmla="*/ 56179 h 105974"/>
                <a:gd name="connsiteX54" fmla="*/ 100322 w 106712"/>
                <a:gd name="connsiteY54" fmla="*/ 52987 h 105974"/>
                <a:gd name="connsiteX55" fmla="*/ 99044 w 106712"/>
                <a:gd name="connsiteY55" fmla="*/ 48518 h 105974"/>
                <a:gd name="connsiteX56" fmla="*/ 97127 w 106712"/>
                <a:gd name="connsiteY56" fmla="*/ 57456 h 105974"/>
                <a:gd name="connsiteX57" fmla="*/ 54954 w 106712"/>
                <a:gd name="connsiteY57" fmla="*/ 93844 h 105974"/>
                <a:gd name="connsiteX58" fmla="*/ 49203 w 106712"/>
                <a:gd name="connsiteY58" fmla="*/ 93206 h 105974"/>
                <a:gd name="connsiteX59" fmla="*/ 12780 w 106712"/>
                <a:gd name="connsiteY59" fmla="*/ 45326 h 105974"/>
                <a:gd name="connsiteX60" fmla="*/ 60704 w 106712"/>
                <a:gd name="connsiteY60" fmla="*/ 8938 h 105974"/>
                <a:gd name="connsiteX61" fmla="*/ 97127 w 106712"/>
                <a:gd name="connsiteY61" fmla="*/ 57456 h 105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06712" h="105974">
                  <a:moveTo>
                    <a:pt x="99044" y="48518"/>
                  </a:moveTo>
                  <a:lnTo>
                    <a:pt x="96488" y="37027"/>
                  </a:lnTo>
                  <a:cubicBezTo>
                    <a:pt x="95849" y="35112"/>
                    <a:pt x="96488" y="33197"/>
                    <a:pt x="97766" y="31920"/>
                  </a:cubicBezTo>
                  <a:lnTo>
                    <a:pt x="102239" y="26174"/>
                  </a:lnTo>
                  <a:lnTo>
                    <a:pt x="99044" y="20429"/>
                  </a:lnTo>
                  <a:lnTo>
                    <a:pt x="92015" y="22344"/>
                  </a:lnTo>
                  <a:cubicBezTo>
                    <a:pt x="90098" y="22982"/>
                    <a:pt x="88181" y="22344"/>
                    <a:pt x="86903" y="21067"/>
                  </a:cubicBezTo>
                  <a:lnTo>
                    <a:pt x="77318" y="14045"/>
                  </a:lnTo>
                  <a:cubicBezTo>
                    <a:pt x="76040" y="12768"/>
                    <a:pt x="74762" y="10853"/>
                    <a:pt x="74762" y="8938"/>
                  </a:cubicBezTo>
                  <a:lnTo>
                    <a:pt x="74762" y="1915"/>
                  </a:lnTo>
                  <a:lnTo>
                    <a:pt x="68372" y="0"/>
                  </a:lnTo>
                  <a:lnTo>
                    <a:pt x="63899" y="5746"/>
                  </a:lnTo>
                  <a:cubicBezTo>
                    <a:pt x="62622" y="7022"/>
                    <a:pt x="60704" y="8299"/>
                    <a:pt x="58788" y="8299"/>
                  </a:cubicBezTo>
                  <a:lnTo>
                    <a:pt x="46647" y="8938"/>
                  </a:lnTo>
                  <a:cubicBezTo>
                    <a:pt x="44730" y="8938"/>
                    <a:pt x="42813" y="8299"/>
                    <a:pt x="41535" y="7022"/>
                  </a:cubicBezTo>
                  <a:lnTo>
                    <a:pt x="36423" y="1277"/>
                  </a:lnTo>
                  <a:lnTo>
                    <a:pt x="30033" y="3830"/>
                  </a:lnTo>
                  <a:lnTo>
                    <a:pt x="30672" y="10853"/>
                  </a:lnTo>
                  <a:cubicBezTo>
                    <a:pt x="30672" y="12768"/>
                    <a:pt x="30033" y="14683"/>
                    <a:pt x="28755" y="15960"/>
                  </a:cubicBezTo>
                  <a:lnTo>
                    <a:pt x="19809" y="23621"/>
                  </a:lnTo>
                  <a:cubicBezTo>
                    <a:pt x="18531" y="24897"/>
                    <a:pt x="16614" y="25536"/>
                    <a:pt x="14697" y="24897"/>
                  </a:cubicBezTo>
                  <a:lnTo>
                    <a:pt x="7668" y="23621"/>
                  </a:lnTo>
                  <a:lnTo>
                    <a:pt x="4473" y="29366"/>
                  </a:lnTo>
                  <a:lnTo>
                    <a:pt x="9585" y="34473"/>
                  </a:lnTo>
                  <a:cubicBezTo>
                    <a:pt x="10863" y="35750"/>
                    <a:pt x="11502" y="37665"/>
                    <a:pt x="11502" y="39581"/>
                  </a:cubicBezTo>
                  <a:lnTo>
                    <a:pt x="9585" y="51072"/>
                  </a:lnTo>
                  <a:cubicBezTo>
                    <a:pt x="9585" y="52987"/>
                    <a:pt x="8307" y="54902"/>
                    <a:pt x="6390" y="55541"/>
                  </a:cubicBezTo>
                  <a:lnTo>
                    <a:pt x="0" y="59371"/>
                  </a:lnTo>
                  <a:lnTo>
                    <a:pt x="1278" y="65755"/>
                  </a:lnTo>
                  <a:lnTo>
                    <a:pt x="8307" y="66393"/>
                  </a:lnTo>
                  <a:cubicBezTo>
                    <a:pt x="10224" y="66393"/>
                    <a:pt x="12141" y="67670"/>
                    <a:pt x="12780" y="69585"/>
                  </a:cubicBezTo>
                  <a:lnTo>
                    <a:pt x="19170" y="79800"/>
                  </a:lnTo>
                  <a:cubicBezTo>
                    <a:pt x="20448" y="81715"/>
                    <a:pt x="20448" y="83630"/>
                    <a:pt x="19809" y="85545"/>
                  </a:cubicBezTo>
                  <a:lnTo>
                    <a:pt x="17253" y="92568"/>
                  </a:lnTo>
                  <a:lnTo>
                    <a:pt x="22365" y="96398"/>
                  </a:lnTo>
                  <a:lnTo>
                    <a:pt x="28755" y="92568"/>
                  </a:lnTo>
                  <a:cubicBezTo>
                    <a:pt x="30033" y="91929"/>
                    <a:pt x="31311" y="91291"/>
                    <a:pt x="31950" y="91291"/>
                  </a:cubicBezTo>
                  <a:cubicBezTo>
                    <a:pt x="32589" y="91291"/>
                    <a:pt x="33228" y="91291"/>
                    <a:pt x="33867" y="91291"/>
                  </a:cubicBezTo>
                  <a:lnTo>
                    <a:pt x="45369" y="95121"/>
                  </a:lnTo>
                  <a:cubicBezTo>
                    <a:pt x="47285" y="95760"/>
                    <a:pt x="48564" y="97036"/>
                    <a:pt x="49203" y="98952"/>
                  </a:cubicBezTo>
                  <a:lnTo>
                    <a:pt x="51759" y="105974"/>
                  </a:lnTo>
                  <a:lnTo>
                    <a:pt x="58148" y="105974"/>
                  </a:lnTo>
                  <a:lnTo>
                    <a:pt x="60065" y="98952"/>
                  </a:lnTo>
                  <a:cubicBezTo>
                    <a:pt x="60704" y="97036"/>
                    <a:pt x="61982" y="95760"/>
                    <a:pt x="63899" y="95121"/>
                  </a:cubicBezTo>
                  <a:lnTo>
                    <a:pt x="74762" y="90652"/>
                  </a:lnTo>
                  <a:cubicBezTo>
                    <a:pt x="76679" y="90014"/>
                    <a:pt x="78596" y="90014"/>
                    <a:pt x="80513" y="90652"/>
                  </a:cubicBezTo>
                  <a:lnTo>
                    <a:pt x="86903" y="94483"/>
                  </a:lnTo>
                  <a:lnTo>
                    <a:pt x="92015" y="90014"/>
                  </a:lnTo>
                  <a:lnTo>
                    <a:pt x="88820" y="82992"/>
                  </a:lnTo>
                  <a:cubicBezTo>
                    <a:pt x="88181" y="81076"/>
                    <a:pt x="88181" y="79161"/>
                    <a:pt x="88820" y="77246"/>
                  </a:cubicBezTo>
                  <a:lnTo>
                    <a:pt x="94571" y="67032"/>
                  </a:lnTo>
                  <a:cubicBezTo>
                    <a:pt x="95210" y="65117"/>
                    <a:pt x="97127" y="63840"/>
                    <a:pt x="99044" y="63840"/>
                  </a:cubicBezTo>
                  <a:lnTo>
                    <a:pt x="106073" y="62563"/>
                  </a:lnTo>
                  <a:lnTo>
                    <a:pt x="106712" y="56179"/>
                  </a:lnTo>
                  <a:lnTo>
                    <a:pt x="100322" y="52987"/>
                  </a:lnTo>
                  <a:cubicBezTo>
                    <a:pt x="100322" y="52349"/>
                    <a:pt x="99683" y="50433"/>
                    <a:pt x="99044" y="48518"/>
                  </a:cubicBezTo>
                  <a:close/>
                  <a:moveTo>
                    <a:pt x="97127" y="57456"/>
                  </a:moveTo>
                  <a:cubicBezTo>
                    <a:pt x="93932" y="78523"/>
                    <a:pt x="76040" y="93844"/>
                    <a:pt x="54954" y="93844"/>
                  </a:cubicBezTo>
                  <a:cubicBezTo>
                    <a:pt x="53037" y="93844"/>
                    <a:pt x="51119" y="93844"/>
                    <a:pt x="49203" y="93206"/>
                  </a:cubicBezTo>
                  <a:cubicBezTo>
                    <a:pt x="26199" y="90014"/>
                    <a:pt x="9585" y="68308"/>
                    <a:pt x="12780" y="45326"/>
                  </a:cubicBezTo>
                  <a:cubicBezTo>
                    <a:pt x="15975" y="22344"/>
                    <a:pt x="37701" y="5746"/>
                    <a:pt x="60704" y="8938"/>
                  </a:cubicBezTo>
                  <a:cubicBezTo>
                    <a:pt x="84347" y="12768"/>
                    <a:pt x="100322" y="34473"/>
                    <a:pt x="97127" y="57456"/>
                  </a:cubicBezTo>
                  <a:close/>
                </a:path>
              </a:pathLst>
            </a:custGeom>
            <a:solidFill>
              <a:srgbClr val="046A38"/>
            </a:solidFill>
            <a:ln w="6390" cap="flat">
              <a:noFill/>
              <a:prstDash val="solid"/>
              <a:miter/>
            </a:ln>
          </p:spPr>
          <p:txBody>
            <a:bodyPr rtlCol="0" anchor="ctr"/>
            <a:lstStyle/>
            <a:p>
              <a:endParaRPr lang="en-US"/>
            </a:p>
          </p:txBody>
        </p:sp>
      </p:grpSp>
      <p:grpSp>
        <p:nvGrpSpPr>
          <p:cNvPr id="866" name="Graphic 4">
            <a:extLst>
              <a:ext uri="{FF2B5EF4-FFF2-40B4-BE49-F238E27FC236}">
                <a16:creationId xmlns:a16="http://schemas.microsoft.com/office/drawing/2014/main" id="{733BF5FA-EEA3-C74A-8EBA-604BE814AD14}"/>
              </a:ext>
            </a:extLst>
          </p:cNvPr>
          <p:cNvGrpSpPr>
            <a:grpSpLocks noChangeAspect="1"/>
          </p:cNvGrpSpPr>
          <p:nvPr/>
        </p:nvGrpSpPr>
        <p:grpSpPr>
          <a:xfrm>
            <a:off x="1952125" y="2855717"/>
            <a:ext cx="362313" cy="361971"/>
            <a:chOff x="1952125" y="2855717"/>
            <a:chExt cx="362313" cy="361971"/>
          </a:xfrm>
          <a:solidFill>
            <a:srgbClr val="046A38"/>
          </a:solidFill>
        </p:grpSpPr>
        <p:sp>
          <p:nvSpPr>
            <p:cNvPr id="867" name="Graphic 4">
              <a:extLst>
                <a:ext uri="{FF2B5EF4-FFF2-40B4-BE49-F238E27FC236}">
                  <a16:creationId xmlns:a16="http://schemas.microsoft.com/office/drawing/2014/main" id="{42D94DEF-779F-074C-835F-EAAB5CFCBBD1}"/>
                </a:ext>
              </a:extLst>
            </p:cNvPr>
            <p:cNvSpPr/>
            <p:nvPr/>
          </p:nvSpPr>
          <p:spPr>
            <a:xfrm>
              <a:off x="2047974" y="2955307"/>
              <a:ext cx="61087" cy="61286"/>
            </a:xfrm>
            <a:custGeom>
              <a:avLst/>
              <a:gdLst>
                <a:gd name="connsiteX0" fmla="*/ 54954 w 61087"/>
                <a:gd name="connsiteY0" fmla="*/ 12130 h 61286"/>
                <a:gd name="connsiteX1" fmla="*/ 35145 w 61087"/>
                <a:gd name="connsiteY1" fmla="*/ 0 h 61286"/>
                <a:gd name="connsiteX2" fmla="*/ 30672 w 61087"/>
                <a:gd name="connsiteY2" fmla="*/ 0 h 61286"/>
                <a:gd name="connsiteX3" fmla="*/ 0 w 61087"/>
                <a:gd name="connsiteY3" fmla="*/ 30643 h 61286"/>
                <a:gd name="connsiteX4" fmla="*/ 30672 w 61087"/>
                <a:gd name="connsiteY4" fmla="*/ 61286 h 61286"/>
                <a:gd name="connsiteX5" fmla="*/ 60704 w 61087"/>
                <a:gd name="connsiteY5" fmla="*/ 35112 h 61286"/>
                <a:gd name="connsiteX6" fmla="*/ 54954 w 61087"/>
                <a:gd name="connsiteY6" fmla="*/ 12130 h 61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087" h="61286">
                  <a:moveTo>
                    <a:pt x="54954" y="12130"/>
                  </a:moveTo>
                  <a:cubicBezTo>
                    <a:pt x="49841" y="5746"/>
                    <a:pt x="42813" y="1277"/>
                    <a:pt x="35145" y="0"/>
                  </a:cubicBezTo>
                  <a:cubicBezTo>
                    <a:pt x="33867" y="0"/>
                    <a:pt x="31950" y="0"/>
                    <a:pt x="30672" y="0"/>
                  </a:cubicBezTo>
                  <a:cubicBezTo>
                    <a:pt x="14058" y="0"/>
                    <a:pt x="0" y="14045"/>
                    <a:pt x="0" y="30643"/>
                  </a:cubicBezTo>
                  <a:cubicBezTo>
                    <a:pt x="0" y="47242"/>
                    <a:pt x="14058" y="61286"/>
                    <a:pt x="30672" y="61286"/>
                  </a:cubicBezTo>
                  <a:cubicBezTo>
                    <a:pt x="46008" y="61286"/>
                    <a:pt x="58788" y="49795"/>
                    <a:pt x="60704" y="35112"/>
                  </a:cubicBezTo>
                  <a:cubicBezTo>
                    <a:pt x="61982" y="26813"/>
                    <a:pt x="60065" y="18514"/>
                    <a:pt x="54954" y="12130"/>
                  </a:cubicBezTo>
                  <a:close/>
                </a:path>
              </a:pathLst>
            </a:custGeom>
            <a:solidFill>
              <a:srgbClr val="046A38"/>
            </a:solidFill>
            <a:ln w="6390" cap="flat">
              <a:noFill/>
              <a:prstDash val="solid"/>
              <a:miter/>
            </a:ln>
          </p:spPr>
          <p:txBody>
            <a:bodyPr rtlCol="0" anchor="ctr"/>
            <a:lstStyle/>
            <a:p>
              <a:endParaRPr lang="en-US"/>
            </a:p>
          </p:txBody>
        </p:sp>
        <p:sp>
          <p:nvSpPr>
            <p:cNvPr id="868" name="Graphic 4">
              <a:extLst>
                <a:ext uri="{FF2B5EF4-FFF2-40B4-BE49-F238E27FC236}">
                  <a16:creationId xmlns:a16="http://schemas.microsoft.com/office/drawing/2014/main" id="{B84503FE-3983-EF4A-81B4-AD471B9B8994}"/>
                </a:ext>
              </a:extLst>
            </p:cNvPr>
            <p:cNvSpPr/>
            <p:nvPr/>
          </p:nvSpPr>
          <p:spPr>
            <a:xfrm>
              <a:off x="2183407" y="2999963"/>
              <a:ext cx="40325" cy="40285"/>
            </a:xfrm>
            <a:custGeom>
              <a:avLst/>
              <a:gdLst>
                <a:gd name="connsiteX0" fmla="*/ 19204 w 40325"/>
                <a:gd name="connsiteY0" fmla="*/ 32 h 40285"/>
                <a:gd name="connsiteX1" fmla="*/ 35 w 40325"/>
                <a:gd name="connsiteY1" fmla="*/ 21099 h 40285"/>
                <a:gd name="connsiteX2" fmla="*/ 21121 w 40325"/>
                <a:gd name="connsiteY2" fmla="*/ 40251 h 40285"/>
                <a:gd name="connsiteX3" fmla="*/ 40291 w 40325"/>
                <a:gd name="connsiteY3" fmla="*/ 19184 h 40285"/>
                <a:gd name="connsiteX4" fmla="*/ 19204 w 40325"/>
                <a:gd name="connsiteY4" fmla="*/ 32 h 40285"/>
                <a:gd name="connsiteX5" fmla="*/ 19204 w 40325"/>
                <a:gd name="connsiteY5" fmla="*/ 32 h 40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325" h="40285">
                  <a:moveTo>
                    <a:pt x="19204" y="32"/>
                  </a:moveTo>
                  <a:cubicBezTo>
                    <a:pt x="7702" y="671"/>
                    <a:pt x="-605" y="10247"/>
                    <a:pt x="35" y="21099"/>
                  </a:cubicBezTo>
                  <a:cubicBezTo>
                    <a:pt x="673" y="32591"/>
                    <a:pt x="10258" y="40890"/>
                    <a:pt x="21121" y="40251"/>
                  </a:cubicBezTo>
                  <a:cubicBezTo>
                    <a:pt x="32623" y="39613"/>
                    <a:pt x="40930" y="30037"/>
                    <a:pt x="40291" y="19184"/>
                  </a:cubicBezTo>
                  <a:cubicBezTo>
                    <a:pt x="39652" y="8331"/>
                    <a:pt x="30067" y="-606"/>
                    <a:pt x="19204" y="32"/>
                  </a:cubicBezTo>
                  <a:cubicBezTo>
                    <a:pt x="19204" y="32"/>
                    <a:pt x="19204" y="32"/>
                    <a:pt x="19204" y="32"/>
                  </a:cubicBezTo>
                  <a:close/>
                </a:path>
              </a:pathLst>
            </a:custGeom>
            <a:solidFill>
              <a:srgbClr val="046A38"/>
            </a:solidFill>
            <a:ln w="6390" cap="flat">
              <a:noFill/>
              <a:prstDash val="solid"/>
              <a:miter/>
            </a:ln>
          </p:spPr>
          <p:txBody>
            <a:bodyPr rtlCol="0" anchor="ctr"/>
            <a:lstStyle/>
            <a:p>
              <a:endParaRPr lang="en-US"/>
            </a:p>
          </p:txBody>
        </p:sp>
        <p:sp>
          <p:nvSpPr>
            <p:cNvPr id="869" name="Graphic 4">
              <a:extLst>
                <a:ext uri="{FF2B5EF4-FFF2-40B4-BE49-F238E27FC236}">
                  <a16:creationId xmlns:a16="http://schemas.microsoft.com/office/drawing/2014/main" id="{B6FD764A-97C6-FA4E-A10D-88DA21A8B70A}"/>
                </a:ext>
              </a:extLst>
            </p:cNvPr>
            <p:cNvSpPr/>
            <p:nvPr/>
          </p:nvSpPr>
          <p:spPr>
            <a:xfrm>
              <a:off x="2109922" y="3079795"/>
              <a:ext cx="38408" cy="38338"/>
            </a:xfrm>
            <a:custGeom>
              <a:avLst/>
              <a:gdLst>
                <a:gd name="connsiteX0" fmla="*/ 19204 w 38408"/>
                <a:gd name="connsiteY0" fmla="*/ 0 h 38338"/>
                <a:gd name="connsiteX1" fmla="*/ 18565 w 38408"/>
                <a:gd name="connsiteY1" fmla="*/ 0 h 38338"/>
                <a:gd name="connsiteX2" fmla="*/ 35 w 38408"/>
                <a:gd name="connsiteY2" fmla="*/ 19790 h 38338"/>
                <a:gd name="connsiteX3" fmla="*/ 19843 w 38408"/>
                <a:gd name="connsiteY3" fmla="*/ 38304 h 38338"/>
                <a:gd name="connsiteX4" fmla="*/ 38374 w 38408"/>
                <a:gd name="connsiteY4" fmla="*/ 18514 h 38338"/>
                <a:gd name="connsiteX5" fmla="*/ 19204 w 38408"/>
                <a:gd name="connsiteY5" fmla="*/ 0 h 38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408" h="38338">
                  <a:moveTo>
                    <a:pt x="19204" y="0"/>
                  </a:moveTo>
                  <a:lnTo>
                    <a:pt x="18565" y="0"/>
                  </a:lnTo>
                  <a:cubicBezTo>
                    <a:pt x="7702" y="0"/>
                    <a:pt x="-604" y="8938"/>
                    <a:pt x="35" y="19790"/>
                  </a:cubicBezTo>
                  <a:cubicBezTo>
                    <a:pt x="673" y="30643"/>
                    <a:pt x="8980" y="38942"/>
                    <a:pt x="19843" y="38304"/>
                  </a:cubicBezTo>
                  <a:cubicBezTo>
                    <a:pt x="30706" y="38304"/>
                    <a:pt x="39013" y="29366"/>
                    <a:pt x="38374" y="18514"/>
                  </a:cubicBezTo>
                  <a:cubicBezTo>
                    <a:pt x="37735" y="8299"/>
                    <a:pt x="30067" y="638"/>
                    <a:pt x="19204" y="0"/>
                  </a:cubicBezTo>
                  <a:close/>
                </a:path>
              </a:pathLst>
            </a:custGeom>
            <a:solidFill>
              <a:srgbClr val="046A38"/>
            </a:solidFill>
            <a:ln w="6390" cap="flat">
              <a:noFill/>
              <a:prstDash val="solid"/>
              <a:miter/>
            </a:ln>
          </p:spPr>
          <p:txBody>
            <a:bodyPr rtlCol="0" anchor="ctr"/>
            <a:lstStyle/>
            <a:p>
              <a:endParaRPr lang="en-US"/>
            </a:p>
          </p:txBody>
        </p:sp>
        <p:sp>
          <p:nvSpPr>
            <p:cNvPr id="870" name="Graphic 4">
              <a:extLst>
                <a:ext uri="{FF2B5EF4-FFF2-40B4-BE49-F238E27FC236}">
                  <a16:creationId xmlns:a16="http://schemas.microsoft.com/office/drawing/2014/main" id="{EE915418-1C7B-FB49-BF66-B42CE70C6C80}"/>
                </a:ext>
              </a:extLst>
            </p:cNvPr>
            <p:cNvSpPr/>
            <p:nvPr/>
          </p:nvSpPr>
          <p:spPr>
            <a:xfrm>
              <a:off x="2024331" y="2932325"/>
              <a:ext cx="109267" cy="110442"/>
            </a:xfrm>
            <a:custGeom>
              <a:avLst/>
              <a:gdLst>
                <a:gd name="connsiteX0" fmla="*/ 65177 w 109267"/>
                <a:gd name="connsiteY0" fmla="*/ 97675 h 110442"/>
                <a:gd name="connsiteX1" fmla="*/ 76679 w 109267"/>
                <a:gd name="connsiteY1" fmla="*/ 93206 h 110442"/>
                <a:gd name="connsiteX2" fmla="*/ 82430 w 109267"/>
                <a:gd name="connsiteY2" fmla="*/ 93206 h 110442"/>
                <a:gd name="connsiteX3" fmla="*/ 88820 w 109267"/>
                <a:gd name="connsiteY3" fmla="*/ 97036 h 110442"/>
                <a:gd name="connsiteX4" fmla="*/ 93932 w 109267"/>
                <a:gd name="connsiteY4" fmla="*/ 92568 h 110442"/>
                <a:gd name="connsiteX5" fmla="*/ 90737 w 109267"/>
                <a:gd name="connsiteY5" fmla="*/ 85545 h 110442"/>
                <a:gd name="connsiteX6" fmla="*/ 90737 w 109267"/>
                <a:gd name="connsiteY6" fmla="*/ 79800 h 110442"/>
                <a:gd name="connsiteX7" fmla="*/ 96488 w 109267"/>
                <a:gd name="connsiteY7" fmla="*/ 68947 h 110442"/>
                <a:gd name="connsiteX8" fmla="*/ 100961 w 109267"/>
                <a:gd name="connsiteY8" fmla="*/ 65755 h 110442"/>
                <a:gd name="connsiteX9" fmla="*/ 108629 w 109267"/>
                <a:gd name="connsiteY9" fmla="*/ 64478 h 110442"/>
                <a:gd name="connsiteX10" fmla="*/ 109268 w 109267"/>
                <a:gd name="connsiteY10" fmla="*/ 57456 h 110442"/>
                <a:gd name="connsiteX11" fmla="*/ 102878 w 109267"/>
                <a:gd name="connsiteY11" fmla="*/ 54264 h 110442"/>
                <a:gd name="connsiteX12" fmla="*/ 99683 w 109267"/>
                <a:gd name="connsiteY12" fmla="*/ 49795 h 110442"/>
                <a:gd name="connsiteX13" fmla="*/ 97766 w 109267"/>
                <a:gd name="connsiteY13" fmla="*/ 38304 h 110442"/>
                <a:gd name="connsiteX14" fmla="*/ 99044 w 109267"/>
                <a:gd name="connsiteY14" fmla="*/ 33197 h 110442"/>
                <a:gd name="connsiteX15" fmla="*/ 104156 w 109267"/>
                <a:gd name="connsiteY15" fmla="*/ 27451 h 110442"/>
                <a:gd name="connsiteX16" fmla="*/ 100322 w 109267"/>
                <a:gd name="connsiteY16" fmla="*/ 21706 h 110442"/>
                <a:gd name="connsiteX17" fmla="*/ 92654 w 109267"/>
                <a:gd name="connsiteY17" fmla="*/ 23621 h 110442"/>
                <a:gd name="connsiteX18" fmla="*/ 87542 w 109267"/>
                <a:gd name="connsiteY18" fmla="*/ 22344 h 110442"/>
                <a:gd name="connsiteX19" fmla="*/ 77957 w 109267"/>
                <a:gd name="connsiteY19" fmla="*/ 14683 h 110442"/>
                <a:gd name="connsiteX20" fmla="*/ 75401 w 109267"/>
                <a:gd name="connsiteY20" fmla="*/ 9576 h 110442"/>
                <a:gd name="connsiteX21" fmla="*/ 75401 w 109267"/>
                <a:gd name="connsiteY21" fmla="*/ 1915 h 110442"/>
                <a:gd name="connsiteX22" fmla="*/ 69011 w 109267"/>
                <a:gd name="connsiteY22" fmla="*/ 0 h 110442"/>
                <a:gd name="connsiteX23" fmla="*/ 64538 w 109267"/>
                <a:gd name="connsiteY23" fmla="*/ 5746 h 110442"/>
                <a:gd name="connsiteX24" fmla="*/ 59427 w 109267"/>
                <a:gd name="connsiteY24" fmla="*/ 8299 h 110442"/>
                <a:gd name="connsiteX25" fmla="*/ 47286 w 109267"/>
                <a:gd name="connsiteY25" fmla="*/ 8938 h 110442"/>
                <a:gd name="connsiteX26" fmla="*/ 42174 w 109267"/>
                <a:gd name="connsiteY26" fmla="*/ 7022 h 110442"/>
                <a:gd name="connsiteX27" fmla="*/ 37062 w 109267"/>
                <a:gd name="connsiteY27" fmla="*/ 1277 h 110442"/>
                <a:gd name="connsiteX28" fmla="*/ 30672 w 109267"/>
                <a:gd name="connsiteY28" fmla="*/ 3830 h 110442"/>
                <a:gd name="connsiteX29" fmla="*/ 31311 w 109267"/>
                <a:gd name="connsiteY29" fmla="*/ 11491 h 110442"/>
                <a:gd name="connsiteX30" fmla="*/ 29394 w 109267"/>
                <a:gd name="connsiteY30" fmla="*/ 16598 h 110442"/>
                <a:gd name="connsiteX31" fmla="*/ 20448 w 109267"/>
                <a:gd name="connsiteY31" fmla="*/ 24897 h 110442"/>
                <a:gd name="connsiteX32" fmla="*/ 15336 w 109267"/>
                <a:gd name="connsiteY32" fmla="*/ 26174 h 110442"/>
                <a:gd name="connsiteX33" fmla="*/ 7668 w 109267"/>
                <a:gd name="connsiteY33" fmla="*/ 24897 h 110442"/>
                <a:gd name="connsiteX34" fmla="*/ 4473 w 109267"/>
                <a:gd name="connsiteY34" fmla="*/ 31281 h 110442"/>
                <a:gd name="connsiteX35" fmla="*/ 9585 w 109267"/>
                <a:gd name="connsiteY35" fmla="*/ 37027 h 110442"/>
                <a:gd name="connsiteX36" fmla="*/ 11502 w 109267"/>
                <a:gd name="connsiteY36" fmla="*/ 42134 h 110442"/>
                <a:gd name="connsiteX37" fmla="*/ 9585 w 109267"/>
                <a:gd name="connsiteY37" fmla="*/ 54264 h 110442"/>
                <a:gd name="connsiteX38" fmla="*/ 6390 w 109267"/>
                <a:gd name="connsiteY38" fmla="*/ 58733 h 110442"/>
                <a:gd name="connsiteX39" fmla="*/ 0 w 109267"/>
                <a:gd name="connsiteY39" fmla="*/ 62563 h 110442"/>
                <a:gd name="connsiteX40" fmla="*/ 1278 w 109267"/>
                <a:gd name="connsiteY40" fmla="*/ 69585 h 110442"/>
                <a:gd name="connsiteX41" fmla="*/ 8946 w 109267"/>
                <a:gd name="connsiteY41" fmla="*/ 70224 h 110442"/>
                <a:gd name="connsiteX42" fmla="*/ 13419 w 109267"/>
                <a:gd name="connsiteY42" fmla="*/ 73416 h 110442"/>
                <a:gd name="connsiteX43" fmla="*/ 19809 w 109267"/>
                <a:gd name="connsiteY43" fmla="*/ 83630 h 110442"/>
                <a:gd name="connsiteX44" fmla="*/ 20448 w 109267"/>
                <a:gd name="connsiteY44" fmla="*/ 89376 h 110442"/>
                <a:gd name="connsiteX45" fmla="*/ 17892 w 109267"/>
                <a:gd name="connsiteY45" fmla="*/ 96398 h 110442"/>
                <a:gd name="connsiteX46" fmla="*/ 23643 w 109267"/>
                <a:gd name="connsiteY46" fmla="*/ 100867 h 110442"/>
                <a:gd name="connsiteX47" fmla="*/ 30033 w 109267"/>
                <a:gd name="connsiteY47" fmla="*/ 97036 h 110442"/>
                <a:gd name="connsiteX48" fmla="*/ 33228 w 109267"/>
                <a:gd name="connsiteY48" fmla="*/ 95760 h 110442"/>
                <a:gd name="connsiteX49" fmla="*/ 35145 w 109267"/>
                <a:gd name="connsiteY49" fmla="*/ 95760 h 110442"/>
                <a:gd name="connsiteX50" fmla="*/ 46647 w 109267"/>
                <a:gd name="connsiteY50" fmla="*/ 99590 h 110442"/>
                <a:gd name="connsiteX51" fmla="*/ 50481 w 109267"/>
                <a:gd name="connsiteY51" fmla="*/ 103420 h 110442"/>
                <a:gd name="connsiteX52" fmla="*/ 53037 w 109267"/>
                <a:gd name="connsiteY52" fmla="*/ 110443 h 110442"/>
                <a:gd name="connsiteX53" fmla="*/ 60066 w 109267"/>
                <a:gd name="connsiteY53" fmla="*/ 110443 h 110442"/>
                <a:gd name="connsiteX54" fmla="*/ 62622 w 109267"/>
                <a:gd name="connsiteY54" fmla="*/ 103420 h 110442"/>
                <a:gd name="connsiteX55" fmla="*/ 65177 w 109267"/>
                <a:gd name="connsiteY55" fmla="*/ 97675 h 110442"/>
                <a:gd name="connsiteX56" fmla="*/ 54314 w 109267"/>
                <a:gd name="connsiteY56" fmla="*/ 97036 h 110442"/>
                <a:gd name="connsiteX57" fmla="*/ 47925 w 109267"/>
                <a:gd name="connsiteY57" fmla="*/ 96398 h 110442"/>
                <a:gd name="connsiteX58" fmla="*/ 12141 w 109267"/>
                <a:gd name="connsiteY58" fmla="*/ 47241 h 110442"/>
                <a:gd name="connsiteX59" fmla="*/ 61343 w 109267"/>
                <a:gd name="connsiteY59" fmla="*/ 11491 h 110442"/>
                <a:gd name="connsiteX60" fmla="*/ 88820 w 109267"/>
                <a:gd name="connsiteY60" fmla="*/ 28089 h 110442"/>
                <a:gd name="connsiteX61" fmla="*/ 79874 w 109267"/>
                <a:gd name="connsiteY61" fmla="*/ 88737 h 110442"/>
                <a:gd name="connsiteX62" fmla="*/ 79874 w 109267"/>
                <a:gd name="connsiteY62" fmla="*/ 88737 h 110442"/>
                <a:gd name="connsiteX63" fmla="*/ 54314 w 109267"/>
                <a:gd name="connsiteY63" fmla="*/ 97036 h 110442"/>
                <a:gd name="connsiteX64" fmla="*/ 54314 w 109267"/>
                <a:gd name="connsiteY64" fmla="*/ 97036 h 110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09267" h="110442">
                  <a:moveTo>
                    <a:pt x="65177" y="97675"/>
                  </a:moveTo>
                  <a:lnTo>
                    <a:pt x="76679" y="93206"/>
                  </a:lnTo>
                  <a:cubicBezTo>
                    <a:pt x="78596" y="92568"/>
                    <a:pt x="80513" y="92568"/>
                    <a:pt x="82430" y="93206"/>
                  </a:cubicBezTo>
                  <a:lnTo>
                    <a:pt x="88820" y="97036"/>
                  </a:lnTo>
                  <a:lnTo>
                    <a:pt x="93932" y="92568"/>
                  </a:lnTo>
                  <a:lnTo>
                    <a:pt x="90737" y="85545"/>
                  </a:lnTo>
                  <a:cubicBezTo>
                    <a:pt x="90098" y="83630"/>
                    <a:pt x="90098" y="81715"/>
                    <a:pt x="90737" y="79800"/>
                  </a:cubicBezTo>
                  <a:lnTo>
                    <a:pt x="96488" y="68947"/>
                  </a:lnTo>
                  <a:cubicBezTo>
                    <a:pt x="97127" y="67032"/>
                    <a:pt x="99044" y="65755"/>
                    <a:pt x="100961" y="65755"/>
                  </a:cubicBezTo>
                  <a:lnTo>
                    <a:pt x="108629" y="64478"/>
                  </a:lnTo>
                  <a:lnTo>
                    <a:pt x="109268" y="57456"/>
                  </a:lnTo>
                  <a:lnTo>
                    <a:pt x="102878" y="54264"/>
                  </a:lnTo>
                  <a:cubicBezTo>
                    <a:pt x="100961" y="53625"/>
                    <a:pt x="99683" y="51710"/>
                    <a:pt x="99683" y="49795"/>
                  </a:cubicBezTo>
                  <a:lnTo>
                    <a:pt x="97766" y="38304"/>
                  </a:lnTo>
                  <a:cubicBezTo>
                    <a:pt x="97127" y="36389"/>
                    <a:pt x="97766" y="34473"/>
                    <a:pt x="99044" y="33197"/>
                  </a:cubicBezTo>
                  <a:lnTo>
                    <a:pt x="104156" y="27451"/>
                  </a:lnTo>
                  <a:lnTo>
                    <a:pt x="100322" y="21706"/>
                  </a:lnTo>
                  <a:lnTo>
                    <a:pt x="92654" y="23621"/>
                  </a:lnTo>
                  <a:cubicBezTo>
                    <a:pt x="90737" y="24259"/>
                    <a:pt x="88820" y="23621"/>
                    <a:pt x="87542" y="22344"/>
                  </a:cubicBezTo>
                  <a:lnTo>
                    <a:pt x="77957" y="14683"/>
                  </a:lnTo>
                  <a:cubicBezTo>
                    <a:pt x="76679" y="13406"/>
                    <a:pt x="75401" y="11491"/>
                    <a:pt x="75401" y="9576"/>
                  </a:cubicBezTo>
                  <a:lnTo>
                    <a:pt x="75401" y="1915"/>
                  </a:lnTo>
                  <a:lnTo>
                    <a:pt x="69011" y="0"/>
                  </a:lnTo>
                  <a:lnTo>
                    <a:pt x="64538" y="5746"/>
                  </a:lnTo>
                  <a:cubicBezTo>
                    <a:pt x="63261" y="7022"/>
                    <a:pt x="61343" y="8299"/>
                    <a:pt x="59427" y="8299"/>
                  </a:cubicBezTo>
                  <a:lnTo>
                    <a:pt x="47286" y="8938"/>
                  </a:lnTo>
                  <a:cubicBezTo>
                    <a:pt x="45369" y="8938"/>
                    <a:pt x="43452" y="8299"/>
                    <a:pt x="42174" y="7022"/>
                  </a:cubicBezTo>
                  <a:lnTo>
                    <a:pt x="37062" y="1277"/>
                  </a:lnTo>
                  <a:lnTo>
                    <a:pt x="30672" y="3830"/>
                  </a:lnTo>
                  <a:lnTo>
                    <a:pt x="31311" y="11491"/>
                  </a:lnTo>
                  <a:cubicBezTo>
                    <a:pt x="31311" y="13406"/>
                    <a:pt x="30672" y="15322"/>
                    <a:pt x="29394" y="16598"/>
                  </a:cubicBezTo>
                  <a:lnTo>
                    <a:pt x="20448" y="24897"/>
                  </a:lnTo>
                  <a:cubicBezTo>
                    <a:pt x="19170" y="26174"/>
                    <a:pt x="17253" y="26813"/>
                    <a:pt x="15336" y="26174"/>
                  </a:cubicBezTo>
                  <a:lnTo>
                    <a:pt x="7668" y="24897"/>
                  </a:lnTo>
                  <a:lnTo>
                    <a:pt x="4473" y="31281"/>
                  </a:lnTo>
                  <a:lnTo>
                    <a:pt x="9585" y="37027"/>
                  </a:lnTo>
                  <a:cubicBezTo>
                    <a:pt x="10863" y="38304"/>
                    <a:pt x="11502" y="40219"/>
                    <a:pt x="11502" y="42134"/>
                  </a:cubicBezTo>
                  <a:lnTo>
                    <a:pt x="9585" y="54264"/>
                  </a:lnTo>
                  <a:cubicBezTo>
                    <a:pt x="9585" y="56179"/>
                    <a:pt x="8307" y="58094"/>
                    <a:pt x="6390" y="58733"/>
                  </a:cubicBezTo>
                  <a:lnTo>
                    <a:pt x="0" y="62563"/>
                  </a:lnTo>
                  <a:lnTo>
                    <a:pt x="1278" y="69585"/>
                  </a:lnTo>
                  <a:lnTo>
                    <a:pt x="8946" y="70224"/>
                  </a:lnTo>
                  <a:cubicBezTo>
                    <a:pt x="10863" y="70224"/>
                    <a:pt x="12780" y="71500"/>
                    <a:pt x="13419" y="73416"/>
                  </a:cubicBezTo>
                  <a:lnTo>
                    <a:pt x="19809" y="83630"/>
                  </a:lnTo>
                  <a:cubicBezTo>
                    <a:pt x="21087" y="85545"/>
                    <a:pt x="21087" y="87460"/>
                    <a:pt x="20448" y="89376"/>
                  </a:cubicBezTo>
                  <a:lnTo>
                    <a:pt x="17892" y="96398"/>
                  </a:lnTo>
                  <a:lnTo>
                    <a:pt x="23643" y="100867"/>
                  </a:lnTo>
                  <a:lnTo>
                    <a:pt x="30033" y="97036"/>
                  </a:lnTo>
                  <a:cubicBezTo>
                    <a:pt x="31311" y="96398"/>
                    <a:pt x="31950" y="95760"/>
                    <a:pt x="33228" y="95760"/>
                  </a:cubicBezTo>
                  <a:cubicBezTo>
                    <a:pt x="33867" y="95760"/>
                    <a:pt x="34506" y="95760"/>
                    <a:pt x="35145" y="95760"/>
                  </a:cubicBezTo>
                  <a:lnTo>
                    <a:pt x="46647" y="99590"/>
                  </a:lnTo>
                  <a:cubicBezTo>
                    <a:pt x="48564" y="100228"/>
                    <a:pt x="49842" y="101505"/>
                    <a:pt x="50481" y="103420"/>
                  </a:cubicBezTo>
                  <a:lnTo>
                    <a:pt x="53037" y="110443"/>
                  </a:lnTo>
                  <a:lnTo>
                    <a:pt x="60066" y="110443"/>
                  </a:lnTo>
                  <a:lnTo>
                    <a:pt x="62622" y="103420"/>
                  </a:lnTo>
                  <a:cubicBezTo>
                    <a:pt x="62622" y="100228"/>
                    <a:pt x="63899" y="98952"/>
                    <a:pt x="65177" y="97675"/>
                  </a:cubicBezTo>
                  <a:close/>
                  <a:moveTo>
                    <a:pt x="54314" y="97036"/>
                  </a:moveTo>
                  <a:cubicBezTo>
                    <a:pt x="52398" y="97036"/>
                    <a:pt x="49842" y="97036"/>
                    <a:pt x="47925" y="96398"/>
                  </a:cubicBezTo>
                  <a:cubicBezTo>
                    <a:pt x="24282" y="92568"/>
                    <a:pt x="8307" y="70224"/>
                    <a:pt x="12141" y="47241"/>
                  </a:cubicBezTo>
                  <a:cubicBezTo>
                    <a:pt x="15975" y="23621"/>
                    <a:pt x="38340" y="7661"/>
                    <a:pt x="61343" y="11491"/>
                  </a:cubicBezTo>
                  <a:cubicBezTo>
                    <a:pt x="72206" y="13406"/>
                    <a:pt x="82430" y="19152"/>
                    <a:pt x="88820" y="28089"/>
                  </a:cubicBezTo>
                  <a:cubicBezTo>
                    <a:pt x="102878" y="47241"/>
                    <a:pt x="99044" y="74054"/>
                    <a:pt x="79874" y="88737"/>
                  </a:cubicBezTo>
                  <a:cubicBezTo>
                    <a:pt x="79874" y="88737"/>
                    <a:pt x="79874" y="88737"/>
                    <a:pt x="79874" y="88737"/>
                  </a:cubicBezTo>
                  <a:cubicBezTo>
                    <a:pt x="72845" y="93844"/>
                    <a:pt x="63899" y="97036"/>
                    <a:pt x="54314" y="97036"/>
                  </a:cubicBezTo>
                  <a:lnTo>
                    <a:pt x="54314" y="97036"/>
                  </a:lnTo>
                  <a:close/>
                </a:path>
              </a:pathLst>
            </a:custGeom>
            <a:solidFill>
              <a:srgbClr val="046A38"/>
            </a:solidFill>
            <a:ln w="6390" cap="flat">
              <a:noFill/>
              <a:prstDash val="solid"/>
              <a:miter/>
            </a:ln>
          </p:spPr>
          <p:txBody>
            <a:bodyPr rtlCol="0" anchor="ctr"/>
            <a:lstStyle/>
            <a:p>
              <a:endParaRPr lang="en-US"/>
            </a:p>
          </p:txBody>
        </p:sp>
        <p:sp>
          <p:nvSpPr>
            <p:cNvPr id="871" name="Graphic 4">
              <a:extLst>
                <a:ext uri="{FF2B5EF4-FFF2-40B4-BE49-F238E27FC236}">
                  <a16:creationId xmlns:a16="http://schemas.microsoft.com/office/drawing/2014/main" id="{DAFDBC0D-35E3-A744-B5CE-69D2953BE68A}"/>
                </a:ext>
              </a:extLst>
            </p:cNvPr>
            <p:cNvSpPr/>
            <p:nvPr/>
          </p:nvSpPr>
          <p:spPr>
            <a:xfrm>
              <a:off x="2089509" y="3058728"/>
              <a:ext cx="82430" cy="82353"/>
            </a:xfrm>
            <a:custGeom>
              <a:avLst/>
              <a:gdLst>
                <a:gd name="connsiteX0" fmla="*/ 76679 w 82430"/>
                <a:gd name="connsiteY0" fmla="*/ 37027 h 82353"/>
                <a:gd name="connsiteX1" fmla="*/ 72845 w 82430"/>
                <a:gd name="connsiteY1" fmla="*/ 33197 h 82353"/>
                <a:gd name="connsiteX2" fmla="*/ 69011 w 82430"/>
                <a:gd name="connsiteY2" fmla="*/ 24897 h 82353"/>
                <a:gd name="connsiteX3" fmla="*/ 69011 w 82430"/>
                <a:gd name="connsiteY3" fmla="*/ 19152 h 82353"/>
                <a:gd name="connsiteX4" fmla="*/ 71567 w 82430"/>
                <a:gd name="connsiteY4" fmla="*/ 14683 h 82353"/>
                <a:gd name="connsiteX5" fmla="*/ 69011 w 82430"/>
                <a:gd name="connsiteY5" fmla="*/ 12130 h 82353"/>
                <a:gd name="connsiteX6" fmla="*/ 64538 w 82430"/>
                <a:gd name="connsiteY6" fmla="*/ 14045 h 82353"/>
                <a:gd name="connsiteX7" fmla="*/ 58788 w 82430"/>
                <a:gd name="connsiteY7" fmla="*/ 14045 h 82353"/>
                <a:gd name="connsiteX8" fmla="*/ 51119 w 82430"/>
                <a:gd name="connsiteY8" fmla="*/ 9576 h 82353"/>
                <a:gd name="connsiteX9" fmla="*/ 47925 w 82430"/>
                <a:gd name="connsiteY9" fmla="*/ 5107 h 82353"/>
                <a:gd name="connsiteX10" fmla="*/ 47285 w 82430"/>
                <a:gd name="connsiteY10" fmla="*/ 638 h 82353"/>
                <a:gd name="connsiteX11" fmla="*/ 44091 w 82430"/>
                <a:gd name="connsiteY11" fmla="*/ 0 h 82353"/>
                <a:gd name="connsiteX12" fmla="*/ 42174 w 82430"/>
                <a:gd name="connsiteY12" fmla="*/ 4469 h 82353"/>
                <a:gd name="connsiteX13" fmla="*/ 37701 w 82430"/>
                <a:gd name="connsiteY13" fmla="*/ 7661 h 82353"/>
                <a:gd name="connsiteX14" fmla="*/ 28755 w 82430"/>
                <a:gd name="connsiteY14" fmla="*/ 9576 h 82353"/>
                <a:gd name="connsiteX15" fmla="*/ 23643 w 82430"/>
                <a:gd name="connsiteY15" fmla="*/ 8299 h 82353"/>
                <a:gd name="connsiteX16" fmla="*/ 19809 w 82430"/>
                <a:gd name="connsiteY16" fmla="*/ 5107 h 82353"/>
                <a:gd name="connsiteX17" fmla="*/ 17253 w 82430"/>
                <a:gd name="connsiteY17" fmla="*/ 7022 h 82353"/>
                <a:gd name="connsiteX18" fmla="*/ 18531 w 82430"/>
                <a:gd name="connsiteY18" fmla="*/ 11491 h 82353"/>
                <a:gd name="connsiteX19" fmla="*/ 17253 w 82430"/>
                <a:gd name="connsiteY19" fmla="*/ 17237 h 82353"/>
                <a:gd name="connsiteX20" fmla="*/ 11502 w 82430"/>
                <a:gd name="connsiteY20" fmla="*/ 24259 h 82353"/>
                <a:gd name="connsiteX21" fmla="*/ 6390 w 82430"/>
                <a:gd name="connsiteY21" fmla="*/ 26813 h 82353"/>
                <a:gd name="connsiteX22" fmla="*/ 1278 w 82430"/>
                <a:gd name="connsiteY22" fmla="*/ 26813 h 82353"/>
                <a:gd name="connsiteX23" fmla="*/ 0 w 82430"/>
                <a:gd name="connsiteY23" fmla="*/ 30005 h 82353"/>
                <a:gd name="connsiteX24" fmla="*/ 3834 w 82430"/>
                <a:gd name="connsiteY24" fmla="*/ 32558 h 82353"/>
                <a:gd name="connsiteX25" fmla="*/ 6390 w 82430"/>
                <a:gd name="connsiteY25" fmla="*/ 37665 h 82353"/>
                <a:gd name="connsiteX26" fmla="*/ 7029 w 82430"/>
                <a:gd name="connsiteY26" fmla="*/ 47241 h 82353"/>
                <a:gd name="connsiteX27" fmla="*/ 5112 w 82430"/>
                <a:gd name="connsiteY27" fmla="*/ 52349 h 82353"/>
                <a:gd name="connsiteX28" fmla="*/ 1278 w 82430"/>
                <a:gd name="connsiteY28" fmla="*/ 55541 h 82353"/>
                <a:gd name="connsiteX29" fmla="*/ 2556 w 82430"/>
                <a:gd name="connsiteY29" fmla="*/ 58733 h 82353"/>
                <a:gd name="connsiteX30" fmla="*/ 7668 w 82430"/>
                <a:gd name="connsiteY30" fmla="*/ 58733 h 82353"/>
                <a:gd name="connsiteX31" fmla="*/ 12780 w 82430"/>
                <a:gd name="connsiteY31" fmla="*/ 60648 h 82353"/>
                <a:gd name="connsiteX32" fmla="*/ 19170 w 82430"/>
                <a:gd name="connsiteY32" fmla="*/ 67670 h 82353"/>
                <a:gd name="connsiteX33" fmla="*/ 20448 w 82430"/>
                <a:gd name="connsiteY33" fmla="*/ 72777 h 82353"/>
                <a:gd name="connsiteX34" fmla="*/ 19809 w 82430"/>
                <a:gd name="connsiteY34" fmla="*/ 77885 h 82353"/>
                <a:gd name="connsiteX35" fmla="*/ 23004 w 82430"/>
                <a:gd name="connsiteY35" fmla="*/ 79161 h 82353"/>
                <a:gd name="connsiteX36" fmla="*/ 26199 w 82430"/>
                <a:gd name="connsiteY36" fmla="*/ 75969 h 82353"/>
                <a:gd name="connsiteX37" fmla="*/ 30672 w 82430"/>
                <a:gd name="connsiteY37" fmla="*/ 74054 h 82353"/>
                <a:gd name="connsiteX38" fmla="*/ 31311 w 82430"/>
                <a:gd name="connsiteY38" fmla="*/ 74054 h 82353"/>
                <a:gd name="connsiteX39" fmla="*/ 40896 w 82430"/>
                <a:gd name="connsiteY39" fmla="*/ 75331 h 82353"/>
                <a:gd name="connsiteX40" fmla="*/ 45369 w 82430"/>
                <a:gd name="connsiteY40" fmla="*/ 78523 h 82353"/>
                <a:gd name="connsiteX41" fmla="*/ 47925 w 82430"/>
                <a:gd name="connsiteY41" fmla="*/ 82353 h 82353"/>
                <a:gd name="connsiteX42" fmla="*/ 51119 w 82430"/>
                <a:gd name="connsiteY42" fmla="*/ 81715 h 82353"/>
                <a:gd name="connsiteX43" fmla="*/ 51759 w 82430"/>
                <a:gd name="connsiteY43" fmla="*/ 76608 h 82353"/>
                <a:gd name="connsiteX44" fmla="*/ 54954 w 82430"/>
                <a:gd name="connsiteY44" fmla="*/ 72139 h 82353"/>
                <a:gd name="connsiteX45" fmla="*/ 62621 w 82430"/>
                <a:gd name="connsiteY45" fmla="*/ 67032 h 82353"/>
                <a:gd name="connsiteX46" fmla="*/ 68372 w 82430"/>
                <a:gd name="connsiteY46" fmla="*/ 66393 h 82353"/>
                <a:gd name="connsiteX47" fmla="*/ 72845 w 82430"/>
                <a:gd name="connsiteY47" fmla="*/ 67670 h 82353"/>
                <a:gd name="connsiteX48" fmla="*/ 74762 w 82430"/>
                <a:gd name="connsiteY48" fmla="*/ 65117 h 82353"/>
                <a:gd name="connsiteX49" fmla="*/ 72206 w 82430"/>
                <a:gd name="connsiteY49" fmla="*/ 61286 h 82353"/>
                <a:gd name="connsiteX50" fmla="*/ 71567 w 82430"/>
                <a:gd name="connsiteY50" fmla="*/ 55541 h 82353"/>
                <a:gd name="connsiteX51" fmla="*/ 74123 w 82430"/>
                <a:gd name="connsiteY51" fmla="*/ 46603 h 82353"/>
                <a:gd name="connsiteX52" fmla="*/ 77957 w 82430"/>
                <a:gd name="connsiteY52" fmla="*/ 42773 h 82353"/>
                <a:gd name="connsiteX53" fmla="*/ 82430 w 82430"/>
                <a:gd name="connsiteY53" fmla="*/ 40857 h 82353"/>
                <a:gd name="connsiteX54" fmla="*/ 82430 w 82430"/>
                <a:gd name="connsiteY54" fmla="*/ 37665 h 82353"/>
                <a:gd name="connsiteX55" fmla="*/ 76679 w 82430"/>
                <a:gd name="connsiteY55" fmla="*/ 37027 h 82353"/>
                <a:gd name="connsiteX56" fmla="*/ 41535 w 82430"/>
                <a:gd name="connsiteY56" fmla="*/ 74693 h 82353"/>
                <a:gd name="connsiteX57" fmla="*/ 40257 w 82430"/>
                <a:gd name="connsiteY57" fmla="*/ 74693 h 82353"/>
                <a:gd name="connsiteX58" fmla="*/ 7668 w 82430"/>
                <a:gd name="connsiteY58" fmla="*/ 40857 h 82353"/>
                <a:gd name="connsiteX59" fmla="*/ 38979 w 82430"/>
                <a:gd name="connsiteY59" fmla="*/ 8299 h 82353"/>
                <a:gd name="connsiteX60" fmla="*/ 73484 w 82430"/>
                <a:gd name="connsiteY60" fmla="*/ 40219 h 82353"/>
                <a:gd name="connsiteX61" fmla="*/ 41535 w 82430"/>
                <a:gd name="connsiteY61" fmla="*/ 74693 h 82353"/>
                <a:gd name="connsiteX62" fmla="*/ 41535 w 82430"/>
                <a:gd name="connsiteY62" fmla="*/ 74693 h 8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82430" h="82353">
                  <a:moveTo>
                    <a:pt x="76679" y="37027"/>
                  </a:moveTo>
                  <a:cubicBezTo>
                    <a:pt x="74762" y="36389"/>
                    <a:pt x="73484" y="35112"/>
                    <a:pt x="72845" y="33197"/>
                  </a:cubicBezTo>
                  <a:lnTo>
                    <a:pt x="69011" y="24897"/>
                  </a:lnTo>
                  <a:cubicBezTo>
                    <a:pt x="68372" y="22982"/>
                    <a:pt x="68372" y="21067"/>
                    <a:pt x="69011" y="19152"/>
                  </a:cubicBezTo>
                  <a:lnTo>
                    <a:pt x="71567" y="14683"/>
                  </a:lnTo>
                  <a:lnTo>
                    <a:pt x="69011" y="12130"/>
                  </a:lnTo>
                  <a:lnTo>
                    <a:pt x="64538" y="14045"/>
                  </a:lnTo>
                  <a:cubicBezTo>
                    <a:pt x="62621" y="14683"/>
                    <a:pt x="60704" y="14683"/>
                    <a:pt x="58788" y="14045"/>
                  </a:cubicBezTo>
                  <a:lnTo>
                    <a:pt x="51119" y="9576"/>
                  </a:lnTo>
                  <a:cubicBezTo>
                    <a:pt x="49203" y="8938"/>
                    <a:pt x="47925" y="7022"/>
                    <a:pt x="47925" y="5107"/>
                  </a:cubicBezTo>
                  <a:lnTo>
                    <a:pt x="47285" y="638"/>
                  </a:lnTo>
                  <a:lnTo>
                    <a:pt x="44091" y="0"/>
                  </a:lnTo>
                  <a:lnTo>
                    <a:pt x="42174" y="4469"/>
                  </a:lnTo>
                  <a:cubicBezTo>
                    <a:pt x="41535" y="6384"/>
                    <a:pt x="39618" y="7661"/>
                    <a:pt x="37701" y="7661"/>
                  </a:cubicBezTo>
                  <a:lnTo>
                    <a:pt x="28755" y="9576"/>
                  </a:lnTo>
                  <a:cubicBezTo>
                    <a:pt x="26838" y="10214"/>
                    <a:pt x="24921" y="9576"/>
                    <a:pt x="23643" y="8299"/>
                  </a:cubicBezTo>
                  <a:lnTo>
                    <a:pt x="19809" y="5107"/>
                  </a:lnTo>
                  <a:lnTo>
                    <a:pt x="17253" y="7022"/>
                  </a:lnTo>
                  <a:lnTo>
                    <a:pt x="18531" y="11491"/>
                  </a:lnTo>
                  <a:cubicBezTo>
                    <a:pt x="19170" y="13406"/>
                    <a:pt x="18531" y="15322"/>
                    <a:pt x="17253" y="17237"/>
                  </a:cubicBezTo>
                  <a:lnTo>
                    <a:pt x="11502" y="24259"/>
                  </a:lnTo>
                  <a:cubicBezTo>
                    <a:pt x="10224" y="25536"/>
                    <a:pt x="8307" y="26813"/>
                    <a:pt x="6390" y="26813"/>
                  </a:cubicBezTo>
                  <a:lnTo>
                    <a:pt x="1278" y="26813"/>
                  </a:lnTo>
                  <a:lnTo>
                    <a:pt x="0" y="30005"/>
                  </a:lnTo>
                  <a:lnTo>
                    <a:pt x="3834" y="32558"/>
                  </a:lnTo>
                  <a:cubicBezTo>
                    <a:pt x="5112" y="33835"/>
                    <a:pt x="6390" y="35750"/>
                    <a:pt x="6390" y="37665"/>
                  </a:cubicBezTo>
                  <a:lnTo>
                    <a:pt x="7029" y="47241"/>
                  </a:lnTo>
                  <a:cubicBezTo>
                    <a:pt x="7029" y="49157"/>
                    <a:pt x="6390" y="51072"/>
                    <a:pt x="5112" y="52349"/>
                  </a:cubicBezTo>
                  <a:lnTo>
                    <a:pt x="1278" y="55541"/>
                  </a:lnTo>
                  <a:lnTo>
                    <a:pt x="2556" y="58733"/>
                  </a:lnTo>
                  <a:lnTo>
                    <a:pt x="7668" y="58733"/>
                  </a:lnTo>
                  <a:cubicBezTo>
                    <a:pt x="9585" y="58733"/>
                    <a:pt x="11502" y="59371"/>
                    <a:pt x="12780" y="60648"/>
                  </a:cubicBezTo>
                  <a:lnTo>
                    <a:pt x="19170" y="67670"/>
                  </a:lnTo>
                  <a:cubicBezTo>
                    <a:pt x="20448" y="68947"/>
                    <a:pt x="21087" y="70862"/>
                    <a:pt x="20448" y="72777"/>
                  </a:cubicBezTo>
                  <a:lnTo>
                    <a:pt x="19809" y="77885"/>
                  </a:lnTo>
                  <a:lnTo>
                    <a:pt x="23004" y="79161"/>
                  </a:lnTo>
                  <a:lnTo>
                    <a:pt x="26199" y="75969"/>
                  </a:lnTo>
                  <a:cubicBezTo>
                    <a:pt x="27477" y="74693"/>
                    <a:pt x="28755" y="74054"/>
                    <a:pt x="30672" y="74054"/>
                  </a:cubicBezTo>
                  <a:lnTo>
                    <a:pt x="31311" y="74054"/>
                  </a:lnTo>
                  <a:lnTo>
                    <a:pt x="40896" y="75331"/>
                  </a:lnTo>
                  <a:cubicBezTo>
                    <a:pt x="42813" y="75331"/>
                    <a:pt x="44730" y="76608"/>
                    <a:pt x="45369" y="78523"/>
                  </a:cubicBezTo>
                  <a:lnTo>
                    <a:pt x="47925" y="82353"/>
                  </a:lnTo>
                  <a:lnTo>
                    <a:pt x="51119" y="81715"/>
                  </a:lnTo>
                  <a:lnTo>
                    <a:pt x="51759" y="76608"/>
                  </a:lnTo>
                  <a:cubicBezTo>
                    <a:pt x="51759" y="74693"/>
                    <a:pt x="53036" y="72777"/>
                    <a:pt x="54954" y="72139"/>
                  </a:cubicBezTo>
                  <a:lnTo>
                    <a:pt x="62621" y="67032"/>
                  </a:lnTo>
                  <a:cubicBezTo>
                    <a:pt x="64538" y="65755"/>
                    <a:pt x="66455" y="65755"/>
                    <a:pt x="68372" y="66393"/>
                  </a:cubicBezTo>
                  <a:lnTo>
                    <a:pt x="72845" y="67670"/>
                  </a:lnTo>
                  <a:lnTo>
                    <a:pt x="74762" y="65117"/>
                  </a:lnTo>
                  <a:lnTo>
                    <a:pt x="72206" y="61286"/>
                  </a:lnTo>
                  <a:cubicBezTo>
                    <a:pt x="70928" y="59371"/>
                    <a:pt x="70928" y="57456"/>
                    <a:pt x="71567" y="55541"/>
                  </a:cubicBezTo>
                  <a:lnTo>
                    <a:pt x="74123" y="46603"/>
                  </a:lnTo>
                  <a:cubicBezTo>
                    <a:pt x="74762" y="44688"/>
                    <a:pt x="76040" y="43411"/>
                    <a:pt x="77957" y="42773"/>
                  </a:cubicBezTo>
                  <a:lnTo>
                    <a:pt x="82430" y="40857"/>
                  </a:lnTo>
                  <a:lnTo>
                    <a:pt x="82430" y="37665"/>
                  </a:lnTo>
                  <a:lnTo>
                    <a:pt x="76679" y="37027"/>
                  </a:lnTo>
                  <a:close/>
                  <a:moveTo>
                    <a:pt x="41535" y="74693"/>
                  </a:moveTo>
                  <a:lnTo>
                    <a:pt x="40257" y="74693"/>
                  </a:lnTo>
                  <a:cubicBezTo>
                    <a:pt x="21726" y="74054"/>
                    <a:pt x="7668" y="59371"/>
                    <a:pt x="7668" y="40857"/>
                  </a:cubicBezTo>
                  <a:cubicBezTo>
                    <a:pt x="8307" y="23621"/>
                    <a:pt x="21726" y="9576"/>
                    <a:pt x="38979" y="8299"/>
                  </a:cubicBezTo>
                  <a:cubicBezTo>
                    <a:pt x="57509" y="7661"/>
                    <a:pt x="72845" y="21706"/>
                    <a:pt x="73484" y="40219"/>
                  </a:cubicBezTo>
                  <a:cubicBezTo>
                    <a:pt x="73484" y="58094"/>
                    <a:pt x="59426" y="74054"/>
                    <a:pt x="41535" y="74693"/>
                  </a:cubicBezTo>
                  <a:lnTo>
                    <a:pt x="41535" y="74693"/>
                  </a:lnTo>
                  <a:close/>
                </a:path>
              </a:pathLst>
            </a:custGeom>
            <a:solidFill>
              <a:srgbClr val="046A38"/>
            </a:solidFill>
            <a:ln w="6390" cap="flat">
              <a:noFill/>
              <a:prstDash val="solid"/>
              <a:miter/>
            </a:ln>
          </p:spPr>
          <p:txBody>
            <a:bodyPr rtlCol="0" anchor="ctr"/>
            <a:lstStyle/>
            <a:p>
              <a:endParaRPr lang="en-US"/>
            </a:p>
          </p:txBody>
        </p:sp>
        <p:sp>
          <p:nvSpPr>
            <p:cNvPr id="872" name="Graphic 4">
              <a:extLst>
                <a:ext uri="{FF2B5EF4-FFF2-40B4-BE49-F238E27FC236}">
                  <a16:creationId xmlns:a16="http://schemas.microsoft.com/office/drawing/2014/main" id="{D208472A-D174-9E48-B0AF-2716233F4A7B}"/>
                </a:ext>
              </a:extLst>
            </p:cNvPr>
            <p:cNvSpPr/>
            <p:nvPr/>
          </p:nvSpPr>
          <p:spPr>
            <a:xfrm>
              <a:off x="1952125" y="285571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22048 w 362313"/>
                <a:gd name="connsiteY6" fmla="*/ 198542 h 361971"/>
                <a:gd name="connsiteX7" fmla="*/ 113741 w 362313"/>
                <a:gd name="connsiteY7" fmla="*/ 192796 h 361971"/>
                <a:gd name="connsiteX8" fmla="*/ 111185 w 362313"/>
                <a:gd name="connsiteY8" fmla="*/ 185774 h 361971"/>
                <a:gd name="connsiteX9" fmla="*/ 105434 w 362313"/>
                <a:gd name="connsiteY9" fmla="*/ 183859 h 361971"/>
                <a:gd name="connsiteX10" fmla="*/ 99044 w 362313"/>
                <a:gd name="connsiteY10" fmla="*/ 187689 h 361971"/>
                <a:gd name="connsiteX11" fmla="*/ 88820 w 362313"/>
                <a:gd name="connsiteY11" fmla="*/ 187051 h 361971"/>
                <a:gd name="connsiteX12" fmla="*/ 78596 w 362313"/>
                <a:gd name="connsiteY12" fmla="*/ 179390 h 361971"/>
                <a:gd name="connsiteX13" fmla="*/ 75401 w 362313"/>
                <a:gd name="connsiteY13" fmla="*/ 169814 h 361971"/>
                <a:gd name="connsiteX14" fmla="*/ 77957 w 362313"/>
                <a:gd name="connsiteY14" fmla="*/ 162792 h 361971"/>
                <a:gd name="connsiteX15" fmla="*/ 74762 w 362313"/>
                <a:gd name="connsiteY15" fmla="*/ 157684 h 361971"/>
                <a:gd name="connsiteX16" fmla="*/ 67094 w 362313"/>
                <a:gd name="connsiteY16" fmla="*/ 157046 h 361971"/>
                <a:gd name="connsiteX17" fmla="*/ 59426 w 362313"/>
                <a:gd name="connsiteY17" fmla="*/ 150024 h 361971"/>
                <a:gd name="connsiteX18" fmla="*/ 56870 w 362313"/>
                <a:gd name="connsiteY18" fmla="*/ 137256 h 361971"/>
                <a:gd name="connsiteX19" fmla="*/ 60704 w 362313"/>
                <a:gd name="connsiteY19" fmla="*/ 128318 h 361971"/>
                <a:gd name="connsiteX20" fmla="*/ 67094 w 362313"/>
                <a:gd name="connsiteY20" fmla="*/ 124488 h 361971"/>
                <a:gd name="connsiteX21" fmla="*/ 67733 w 362313"/>
                <a:gd name="connsiteY21" fmla="*/ 118742 h 361971"/>
                <a:gd name="connsiteX22" fmla="*/ 62621 w 362313"/>
                <a:gd name="connsiteY22" fmla="*/ 112996 h 361971"/>
                <a:gd name="connsiteX23" fmla="*/ 61343 w 362313"/>
                <a:gd name="connsiteY23" fmla="*/ 102782 h 361971"/>
                <a:gd name="connsiteX24" fmla="*/ 67733 w 362313"/>
                <a:gd name="connsiteY24" fmla="*/ 91291 h 361971"/>
                <a:gd name="connsiteX25" fmla="*/ 76679 w 362313"/>
                <a:gd name="connsiteY25" fmla="*/ 86822 h 361971"/>
                <a:gd name="connsiteX26" fmla="*/ 84347 w 362313"/>
                <a:gd name="connsiteY26" fmla="*/ 88099 h 361971"/>
                <a:gd name="connsiteX27" fmla="*/ 88820 w 362313"/>
                <a:gd name="connsiteY27" fmla="*/ 84268 h 361971"/>
                <a:gd name="connsiteX28" fmla="*/ 88181 w 362313"/>
                <a:gd name="connsiteY28" fmla="*/ 76608 h 361971"/>
                <a:gd name="connsiteX29" fmla="*/ 93293 w 362313"/>
                <a:gd name="connsiteY29" fmla="*/ 68308 h 361971"/>
                <a:gd name="connsiteX30" fmla="*/ 105434 w 362313"/>
                <a:gd name="connsiteY30" fmla="*/ 63201 h 361971"/>
                <a:gd name="connsiteX31" fmla="*/ 115019 w 362313"/>
                <a:gd name="connsiteY31" fmla="*/ 65755 h 361971"/>
                <a:gd name="connsiteX32" fmla="*/ 120131 w 362313"/>
                <a:gd name="connsiteY32" fmla="*/ 71500 h 361971"/>
                <a:gd name="connsiteX33" fmla="*/ 125882 w 362313"/>
                <a:gd name="connsiteY33" fmla="*/ 71500 h 361971"/>
                <a:gd name="connsiteX34" fmla="*/ 130355 w 362313"/>
                <a:gd name="connsiteY34" fmla="*/ 65755 h 361971"/>
                <a:gd name="connsiteX35" fmla="*/ 139940 w 362313"/>
                <a:gd name="connsiteY35" fmla="*/ 62563 h 361971"/>
                <a:gd name="connsiteX36" fmla="*/ 152080 w 362313"/>
                <a:gd name="connsiteY36" fmla="*/ 66393 h 361971"/>
                <a:gd name="connsiteX37" fmla="*/ 157832 w 362313"/>
                <a:gd name="connsiteY37" fmla="*/ 74692 h 361971"/>
                <a:gd name="connsiteX38" fmla="*/ 157832 w 362313"/>
                <a:gd name="connsiteY38" fmla="*/ 82353 h 361971"/>
                <a:gd name="connsiteX39" fmla="*/ 162304 w 362313"/>
                <a:gd name="connsiteY39" fmla="*/ 86184 h 361971"/>
                <a:gd name="connsiteX40" fmla="*/ 169333 w 362313"/>
                <a:gd name="connsiteY40" fmla="*/ 84268 h 361971"/>
                <a:gd name="connsiteX41" fmla="*/ 178918 w 362313"/>
                <a:gd name="connsiteY41" fmla="*/ 88099 h 361971"/>
                <a:gd name="connsiteX42" fmla="*/ 185947 w 362313"/>
                <a:gd name="connsiteY42" fmla="*/ 98952 h 361971"/>
                <a:gd name="connsiteX43" fmla="*/ 185308 w 362313"/>
                <a:gd name="connsiteY43" fmla="*/ 109166 h 361971"/>
                <a:gd name="connsiteX44" fmla="*/ 180835 w 362313"/>
                <a:gd name="connsiteY44" fmla="*/ 114912 h 361971"/>
                <a:gd name="connsiteX45" fmla="*/ 182113 w 362313"/>
                <a:gd name="connsiteY45" fmla="*/ 120657 h 361971"/>
                <a:gd name="connsiteX46" fmla="*/ 188503 w 362313"/>
                <a:gd name="connsiteY46" fmla="*/ 123849 h 361971"/>
                <a:gd name="connsiteX47" fmla="*/ 192976 w 362313"/>
                <a:gd name="connsiteY47" fmla="*/ 132787 h 361971"/>
                <a:gd name="connsiteX48" fmla="*/ 191059 w 362313"/>
                <a:gd name="connsiteY48" fmla="*/ 145555 h 361971"/>
                <a:gd name="connsiteX49" fmla="*/ 184030 w 362313"/>
                <a:gd name="connsiteY49" fmla="*/ 152577 h 361971"/>
                <a:gd name="connsiteX50" fmla="*/ 177001 w 362313"/>
                <a:gd name="connsiteY50" fmla="*/ 153854 h 361971"/>
                <a:gd name="connsiteX51" fmla="*/ 174445 w 362313"/>
                <a:gd name="connsiteY51" fmla="*/ 158961 h 361971"/>
                <a:gd name="connsiteX52" fmla="*/ 177640 w 362313"/>
                <a:gd name="connsiteY52" fmla="*/ 165984 h 361971"/>
                <a:gd name="connsiteX53" fmla="*/ 175723 w 362313"/>
                <a:gd name="connsiteY53" fmla="*/ 175560 h 361971"/>
                <a:gd name="connsiteX54" fmla="*/ 166138 w 362313"/>
                <a:gd name="connsiteY54" fmla="*/ 184497 h 361971"/>
                <a:gd name="connsiteX55" fmla="*/ 155914 w 362313"/>
                <a:gd name="connsiteY55" fmla="*/ 185774 h 361971"/>
                <a:gd name="connsiteX56" fmla="*/ 149524 w 362313"/>
                <a:gd name="connsiteY56" fmla="*/ 181944 h 361971"/>
                <a:gd name="connsiteX57" fmla="*/ 143774 w 362313"/>
                <a:gd name="connsiteY57" fmla="*/ 184497 h 361971"/>
                <a:gd name="connsiteX58" fmla="*/ 141857 w 362313"/>
                <a:gd name="connsiteY58" fmla="*/ 191519 h 361971"/>
                <a:gd name="connsiteX59" fmla="*/ 134189 w 362313"/>
                <a:gd name="connsiteY59" fmla="*/ 197903 h 361971"/>
                <a:gd name="connsiteX60" fmla="*/ 122048 w 362313"/>
                <a:gd name="connsiteY60" fmla="*/ 198542 h 361971"/>
                <a:gd name="connsiteX61" fmla="*/ 122048 w 362313"/>
                <a:gd name="connsiteY61" fmla="*/ 198542 h 361971"/>
                <a:gd name="connsiteX62" fmla="*/ 226843 w 362313"/>
                <a:gd name="connsiteY62" fmla="*/ 255359 h 361971"/>
                <a:gd name="connsiteX63" fmla="*/ 222370 w 362313"/>
                <a:gd name="connsiteY63" fmla="*/ 257274 h 361971"/>
                <a:gd name="connsiteX64" fmla="*/ 221731 w 362313"/>
                <a:gd name="connsiteY64" fmla="*/ 260466 h 361971"/>
                <a:gd name="connsiteX65" fmla="*/ 224287 w 362313"/>
                <a:gd name="connsiteY65" fmla="*/ 264935 h 361971"/>
                <a:gd name="connsiteX66" fmla="*/ 224287 w 362313"/>
                <a:gd name="connsiteY66" fmla="*/ 274511 h 361971"/>
                <a:gd name="connsiteX67" fmla="*/ 217897 w 362313"/>
                <a:gd name="connsiteY67" fmla="*/ 282172 h 361971"/>
                <a:gd name="connsiteX68" fmla="*/ 208951 w 362313"/>
                <a:gd name="connsiteY68" fmla="*/ 284725 h 361971"/>
                <a:gd name="connsiteX69" fmla="*/ 203839 w 362313"/>
                <a:gd name="connsiteY69" fmla="*/ 283449 h 361971"/>
                <a:gd name="connsiteX70" fmla="*/ 201283 w 362313"/>
                <a:gd name="connsiteY70" fmla="*/ 285364 h 361971"/>
                <a:gd name="connsiteX71" fmla="*/ 200644 w 362313"/>
                <a:gd name="connsiteY71" fmla="*/ 290471 h 361971"/>
                <a:gd name="connsiteX72" fmla="*/ 194254 w 362313"/>
                <a:gd name="connsiteY72" fmla="*/ 297493 h 361971"/>
                <a:gd name="connsiteX73" fmla="*/ 184669 w 362313"/>
                <a:gd name="connsiteY73" fmla="*/ 299409 h 361971"/>
                <a:gd name="connsiteX74" fmla="*/ 182752 w 362313"/>
                <a:gd name="connsiteY74" fmla="*/ 299409 h 361971"/>
                <a:gd name="connsiteX75" fmla="*/ 175723 w 362313"/>
                <a:gd name="connsiteY75" fmla="*/ 295578 h 361971"/>
                <a:gd name="connsiteX76" fmla="*/ 173167 w 362313"/>
                <a:gd name="connsiteY76" fmla="*/ 291109 h 361971"/>
                <a:gd name="connsiteX77" fmla="*/ 169972 w 362313"/>
                <a:gd name="connsiteY77" fmla="*/ 290471 h 361971"/>
                <a:gd name="connsiteX78" fmla="*/ 166138 w 362313"/>
                <a:gd name="connsiteY78" fmla="*/ 293663 h 361971"/>
                <a:gd name="connsiteX79" fmla="*/ 156553 w 362313"/>
                <a:gd name="connsiteY79" fmla="*/ 294940 h 361971"/>
                <a:gd name="connsiteX80" fmla="*/ 147608 w 362313"/>
                <a:gd name="connsiteY80" fmla="*/ 290471 h 361971"/>
                <a:gd name="connsiteX81" fmla="*/ 143135 w 362313"/>
                <a:gd name="connsiteY81" fmla="*/ 282172 h 361971"/>
                <a:gd name="connsiteX82" fmla="*/ 143774 w 362313"/>
                <a:gd name="connsiteY82" fmla="*/ 277065 h 361971"/>
                <a:gd name="connsiteX83" fmla="*/ 141857 w 362313"/>
                <a:gd name="connsiteY83" fmla="*/ 274511 h 361971"/>
                <a:gd name="connsiteX84" fmla="*/ 136745 w 362313"/>
                <a:gd name="connsiteY84" fmla="*/ 274511 h 361971"/>
                <a:gd name="connsiteX85" fmla="*/ 128438 w 362313"/>
                <a:gd name="connsiteY85" fmla="*/ 269404 h 361971"/>
                <a:gd name="connsiteX86" fmla="*/ 124604 w 362313"/>
                <a:gd name="connsiteY86" fmla="*/ 260466 h 361971"/>
                <a:gd name="connsiteX87" fmla="*/ 126521 w 362313"/>
                <a:gd name="connsiteY87" fmla="*/ 251529 h 361971"/>
                <a:gd name="connsiteX88" fmla="*/ 130355 w 362313"/>
                <a:gd name="connsiteY88" fmla="*/ 248337 h 361971"/>
                <a:gd name="connsiteX89" fmla="*/ 130355 w 362313"/>
                <a:gd name="connsiteY89" fmla="*/ 244506 h 361971"/>
                <a:gd name="connsiteX90" fmla="*/ 126521 w 362313"/>
                <a:gd name="connsiteY90" fmla="*/ 241314 h 361971"/>
                <a:gd name="connsiteX91" fmla="*/ 123326 w 362313"/>
                <a:gd name="connsiteY91" fmla="*/ 232377 h 361971"/>
                <a:gd name="connsiteX92" fmla="*/ 126521 w 362313"/>
                <a:gd name="connsiteY92" fmla="*/ 222801 h 361971"/>
                <a:gd name="connsiteX93" fmla="*/ 134189 w 362313"/>
                <a:gd name="connsiteY93" fmla="*/ 217055 h 361971"/>
                <a:gd name="connsiteX94" fmla="*/ 139301 w 362313"/>
                <a:gd name="connsiteY94" fmla="*/ 217055 h 361971"/>
                <a:gd name="connsiteX95" fmla="*/ 141218 w 362313"/>
                <a:gd name="connsiteY95" fmla="*/ 214502 h 361971"/>
                <a:gd name="connsiteX96" fmla="*/ 139940 w 362313"/>
                <a:gd name="connsiteY96" fmla="*/ 209395 h 361971"/>
                <a:gd name="connsiteX97" fmla="*/ 143774 w 362313"/>
                <a:gd name="connsiteY97" fmla="*/ 200457 h 361971"/>
                <a:gd name="connsiteX98" fmla="*/ 152080 w 362313"/>
                <a:gd name="connsiteY98" fmla="*/ 195350 h 361971"/>
                <a:gd name="connsiteX99" fmla="*/ 161665 w 362313"/>
                <a:gd name="connsiteY99" fmla="*/ 195988 h 361971"/>
                <a:gd name="connsiteX100" fmla="*/ 165499 w 362313"/>
                <a:gd name="connsiteY100" fmla="*/ 199180 h 361971"/>
                <a:gd name="connsiteX101" fmla="*/ 168694 w 362313"/>
                <a:gd name="connsiteY101" fmla="*/ 198542 h 361971"/>
                <a:gd name="connsiteX102" fmla="*/ 171250 w 362313"/>
                <a:gd name="connsiteY102" fmla="*/ 194073 h 361971"/>
                <a:gd name="connsiteX103" fmla="*/ 179557 w 362313"/>
                <a:gd name="connsiteY103" fmla="*/ 189604 h 361971"/>
                <a:gd name="connsiteX104" fmla="*/ 189142 w 362313"/>
                <a:gd name="connsiteY104" fmla="*/ 190881 h 361971"/>
                <a:gd name="connsiteX105" fmla="*/ 196171 w 362313"/>
                <a:gd name="connsiteY105" fmla="*/ 197265 h 361971"/>
                <a:gd name="connsiteX106" fmla="*/ 196810 w 362313"/>
                <a:gd name="connsiteY106" fmla="*/ 202372 h 361971"/>
                <a:gd name="connsiteX107" fmla="*/ 199366 w 362313"/>
                <a:gd name="connsiteY107" fmla="*/ 203649 h 361971"/>
                <a:gd name="connsiteX108" fmla="*/ 203839 w 362313"/>
                <a:gd name="connsiteY108" fmla="*/ 201734 h 361971"/>
                <a:gd name="connsiteX109" fmla="*/ 213424 w 362313"/>
                <a:gd name="connsiteY109" fmla="*/ 203649 h 361971"/>
                <a:gd name="connsiteX110" fmla="*/ 219814 w 362313"/>
                <a:gd name="connsiteY110" fmla="*/ 210671 h 361971"/>
                <a:gd name="connsiteX111" fmla="*/ 221092 w 362313"/>
                <a:gd name="connsiteY111" fmla="*/ 220247 h 361971"/>
                <a:gd name="connsiteX112" fmla="*/ 218536 w 362313"/>
                <a:gd name="connsiteY112" fmla="*/ 224716 h 361971"/>
                <a:gd name="connsiteX113" fmla="*/ 219814 w 362313"/>
                <a:gd name="connsiteY113" fmla="*/ 227908 h 361971"/>
                <a:gd name="connsiteX114" fmla="*/ 224926 w 362313"/>
                <a:gd name="connsiteY114" fmla="*/ 229185 h 361971"/>
                <a:gd name="connsiteX115" fmla="*/ 230677 w 362313"/>
                <a:gd name="connsiteY115" fmla="*/ 236846 h 361971"/>
                <a:gd name="connsiteX116" fmla="*/ 231316 w 362313"/>
                <a:gd name="connsiteY116" fmla="*/ 247060 h 361971"/>
                <a:gd name="connsiteX117" fmla="*/ 226843 w 362313"/>
                <a:gd name="connsiteY117" fmla="*/ 255359 h 361971"/>
                <a:gd name="connsiteX118" fmla="*/ 300327 w 362313"/>
                <a:gd name="connsiteY118" fmla="*/ 174921 h 361971"/>
                <a:gd name="connsiteX119" fmla="*/ 295854 w 362313"/>
                <a:gd name="connsiteY119" fmla="*/ 176836 h 361971"/>
                <a:gd name="connsiteX120" fmla="*/ 295215 w 362313"/>
                <a:gd name="connsiteY120" fmla="*/ 180028 h 361971"/>
                <a:gd name="connsiteX121" fmla="*/ 297771 w 362313"/>
                <a:gd name="connsiteY121" fmla="*/ 184497 h 361971"/>
                <a:gd name="connsiteX122" fmla="*/ 297132 w 362313"/>
                <a:gd name="connsiteY122" fmla="*/ 194073 h 361971"/>
                <a:gd name="connsiteX123" fmla="*/ 290742 w 362313"/>
                <a:gd name="connsiteY123" fmla="*/ 201734 h 361971"/>
                <a:gd name="connsiteX124" fmla="*/ 281796 w 362313"/>
                <a:gd name="connsiteY124" fmla="*/ 204287 h 361971"/>
                <a:gd name="connsiteX125" fmla="*/ 276684 w 362313"/>
                <a:gd name="connsiteY125" fmla="*/ 202372 h 361971"/>
                <a:gd name="connsiteX126" fmla="*/ 274128 w 362313"/>
                <a:gd name="connsiteY126" fmla="*/ 204287 h 361971"/>
                <a:gd name="connsiteX127" fmla="*/ 273489 w 362313"/>
                <a:gd name="connsiteY127" fmla="*/ 209395 h 361971"/>
                <a:gd name="connsiteX128" fmla="*/ 267099 w 362313"/>
                <a:gd name="connsiteY128" fmla="*/ 216417 h 361971"/>
                <a:gd name="connsiteX129" fmla="*/ 257514 w 362313"/>
                <a:gd name="connsiteY129" fmla="*/ 218332 h 361971"/>
                <a:gd name="connsiteX130" fmla="*/ 255597 w 362313"/>
                <a:gd name="connsiteY130" fmla="*/ 218332 h 361971"/>
                <a:gd name="connsiteX131" fmla="*/ 248569 w 362313"/>
                <a:gd name="connsiteY131" fmla="*/ 214502 h 361971"/>
                <a:gd name="connsiteX132" fmla="*/ 246013 w 362313"/>
                <a:gd name="connsiteY132" fmla="*/ 210033 h 361971"/>
                <a:gd name="connsiteX133" fmla="*/ 242818 w 362313"/>
                <a:gd name="connsiteY133" fmla="*/ 209395 h 361971"/>
                <a:gd name="connsiteX134" fmla="*/ 238984 w 362313"/>
                <a:gd name="connsiteY134" fmla="*/ 212587 h 361971"/>
                <a:gd name="connsiteX135" fmla="*/ 229399 w 362313"/>
                <a:gd name="connsiteY135" fmla="*/ 213863 h 361971"/>
                <a:gd name="connsiteX136" fmla="*/ 220453 w 362313"/>
                <a:gd name="connsiteY136" fmla="*/ 209395 h 361971"/>
                <a:gd name="connsiteX137" fmla="*/ 215980 w 362313"/>
                <a:gd name="connsiteY137" fmla="*/ 201095 h 361971"/>
                <a:gd name="connsiteX138" fmla="*/ 216619 w 362313"/>
                <a:gd name="connsiteY138" fmla="*/ 195988 h 361971"/>
                <a:gd name="connsiteX139" fmla="*/ 214702 w 362313"/>
                <a:gd name="connsiteY139" fmla="*/ 193435 h 361971"/>
                <a:gd name="connsiteX140" fmla="*/ 209590 w 362313"/>
                <a:gd name="connsiteY140" fmla="*/ 193435 h 361971"/>
                <a:gd name="connsiteX141" fmla="*/ 201283 w 362313"/>
                <a:gd name="connsiteY141" fmla="*/ 188327 h 361971"/>
                <a:gd name="connsiteX142" fmla="*/ 197449 w 362313"/>
                <a:gd name="connsiteY142" fmla="*/ 179390 h 361971"/>
                <a:gd name="connsiteX143" fmla="*/ 199366 w 362313"/>
                <a:gd name="connsiteY143" fmla="*/ 169814 h 361971"/>
                <a:gd name="connsiteX144" fmla="*/ 203200 w 362313"/>
                <a:gd name="connsiteY144" fmla="*/ 166622 h 361971"/>
                <a:gd name="connsiteX145" fmla="*/ 203200 w 362313"/>
                <a:gd name="connsiteY145" fmla="*/ 163430 h 361971"/>
                <a:gd name="connsiteX146" fmla="*/ 199366 w 362313"/>
                <a:gd name="connsiteY146" fmla="*/ 160238 h 361971"/>
                <a:gd name="connsiteX147" fmla="*/ 196171 w 362313"/>
                <a:gd name="connsiteY147" fmla="*/ 151300 h 361971"/>
                <a:gd name="connsiteX148" fmla="*/ 199366 w 362313"/>
                <a:gd name="connsiteY148" fmla="*/ 141724 h 361971"/>
                <a:gd name="connsiteX149" fmla="*/ 207034 w 362313"/>
                <a:gd name="connsiteY149" fmla="*/ 135979 h 361971"/>
                <a:gd name="connsiteX150" fmla="*/ 212146 w 362313"/>
                <a:gd name="connsiteY150" fmla="*/ 135979 h 361971"/>
                <a:gd name="connsiteX151" fmla="*/ 214063 w 362313"/>
                <a:gd name="connsiteY151" fmla="*/ 133425 h 361971"/>
                <a:gd name="connsiteX152" fmla="*/ 212785 w 362313"/>
                <a:gd name="connsiteY152" fmla="*/ 128318 h 361971"/>
                <a:gd name="connsiteX153" fmla="*/ 215980 w 362313"/>
                <a:gd name="connsiteY153" fmla="*/ 119380 h 361971"/>
                <a:gd name="connsiteX154" fmla="*/ 224287 w 362313"/>
                <a:gd name="connsiteY154" fmla="*/ 114273 h 361971"/>
                <a:gd name="connsiteX155" fmla="*/ 233872 w 362313"/>
                <a:gd name="connsiteY155" fmla="*/ 114912 h 361971"/>
                <a:gd name="connsiteX156" fmla="*/ 237706 w 362313"/>
                <a:gd name="connsiteY156" fmla="*/ 118104 h 361971"/>
                <a:gd name="connsiteX157" fmla="*/ 240901 w 362313"/>
                <a:gd name="connsiteY157" fmla="*/ 117465 h 361971"/>
                <a:gd name="connsiteX158" fmla="*/ 243457 w 362313"/>
                <a:gd name="connsiteY158" fmla="*/ 112996 h 361971"/>
                <a:gd name="connsiteX159" fmla="*/ 251763 w 362313"/>
                <a:gd name="connsiteY159" fmla="*/ 108528 h 361971"/>
                <a:gd name="connsiteX160" fmla="*/ 261348 w 362313"/>
                <a:gd name="connsiteY160" fmla="*/ 109804 h 361971"/>
                <a:gd name="connsiteX161" fmla="*/ 268377 w 362313"/>
                <a:gd name="connsiteY161" fmla="*/ 116188 h 361971"/>
                <a:gd name="connsiteX162" fmla="*/ 269655 w 362313"/>
                <a:gd name="connsiteY162" fmla="*/ 121296 h 361971"/>
                <a:gd name="connsiteX163" fmla="*/ 272211 w 362313"/>
                <a:gd name="connsiteY163" fmla="*/ 122572 h 361971"/>
                <a:gd name="connsiteX164" fmla="*/ 276684 w 362313"/>
                <a:gd name="connsiteY164" fmla="*/ 120657 h 361971"/>
                <a:gd name="connsiteX165" fmla="*/ 285630 w 362313"/>
                <a:gd name="connsiteY165" fmla="*/ 122572 h 361971"/>
                <a:gd name="connsiteX166" fmla="*/ 292659 w 362313"/>
                <a:gd name="connsiteY166" fmla="*/ 129595 h 361971"/>
                <a:gd name="connsiteX167" fmla="*/ 293937 w 362313"/>
                <a:gd name="connsiteY167" fmla="*/ 139171 h 361971"/>
                <a:gd name="connsiteX168" fmla="*/ 291381 w 362313"/>
                <a:gd name="connsiteY168" fmla="*/ 143640 h 361971"/>
                <a:gd name="connsiteX169" fmla="*/ 292659 w 362313"/>
                <a:gd name="connsiteY169" fmla="*/ 146832 h 361971"/>
                <a:gd name="connsiteX170" fmla="*/ 297771 w 362313"/>
                <a:gd name="connsiteY170" fmla="*/ 148108 h 361971"/>
                <a:gd name="connsiteX171" fmla="*/ 303522 w 362313"/>
                <a:gd name="connsiteY171" fmla="*/ 155769 h 361971"/>
                <a:gd name="connsiteX172" fmla="*/ 304161 w 362313"/>
                <a:gd name="connsiteY172" fmla="*/ 165984 h 361971"/>
                <a:gd name="connsiteX173" fmla="*/ 300327 w 362313"/>
                <a:gd name="connsiteY173" fmla="*/ 174921 h 361971"/>
                <a:gd name="connsiteX174" fmla="*/ 300327 w 362313"/>
                <a:gd name="connsiteY174" fmla="*/ 17492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Lst>
              <a:rect l="l" t="t" r="r" b="b"/>
              <a:pathLst>
                <a:path w="362313"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6"/>
                    <a:pt x="281796" y="0"/>
                    <a:pt x="181474" y="0"/>
                  </a:cubicBezTo>
                  <a:close/>
                  <a:moveTo>
                    <a:pt x="122048" y="198542"/>
                  </a:moveTo>
                  <a:cubicBezTo>
                    <a:pt x="118214" y="198542"/>
                    <a:pt x="115019" y="196627"/>
                    <a:pt x="113741" y="192796"/>
                  </a:cubicBezTo>
                  <a:lnTo>
                    <a:pt x="111185" y="185774"/>
                  </a:lnTo>
                  <a:lnTo>
                    <a:pt x="105434" y="183859"/>
                  </a:lnTo>
                  <a:lnTo>
                    <a:pt x="99044" y="187689"/>
                  </a:lnTo>
                  <a:cubicBezTo>
                    <a:pt x="95849" y="189604"/>
                    <a:pt x="92015" y="189604"/>
                    <a:pt x="88820" y="187051"/>
                  </a:cubicBezTo>
                  <a:lnTo>
                    <a:pt x="78596" y="179390"/>
                  </a:lnTo>
                  <a:cubicBezTo>
                    <a:pt x="75401" y="176836"/>
                    <a:pt x="74762" y="173006"/>
                    <a:pt x="75401" y="169814"/>
                  </a:cubicBezTo>
                  <a:lnTo>
                    <a:pt x="77957" y="162792"/>
                  </a:lnTo>
                  <a:lnTo>
                    <a:pt x="74762" y="157684"/>
                  </a:lnTo>
                  <a:lnTo>
                    <a:pt x="67094" y="157046"/>
                  </a:lnTo>
                  <a:cubicBezTo>
                    <a:pt x="63260" y="156408"/>
                    <a:pt x="60704" y="153854"/>
                    <a:pt x="59426" y="150024"/>
                  </a:cubicBezTo>
                  <a:lnTo>
                    <a:pt x="56870" y="137256"/>
                  </a:lnTo>
                  <a:cubicBezTo>
                    <a:pt x="56231" y="133425"/>
                    <a:pt x="57509" y="130233"/>
                    <a:pt x="60704" y="128318"/>
                  </a:cubicBezTo>
                  <a:lnTo>
                    <a:pt x="67094" y="124488"/>
                  </a:lnTo>
                  <a:lnTo>
                    <a:pt x="67733" y="118742"/>
                  </a:lnTo>
                  <a:lnTo>
                    <a:pt x="62621" y="112996"/>
                  </a:lnTo>
                  <a:cubicBezTo>
                    <a:pt x="60065" y="110443"/>
                    <a:pt x="59426" y="105974"/>
                    <a:pt x="61343" y="102782"/>
                  </a:cubicBezTo>
                  <a:lnTo>
                    <a:pt x="67733" y="91291"/>
                  </a:lnTo>
                  <a:cubicBezTo>
                    <a:pt x="69650" y="88099"/>
                    <a:pt x="72845" y="86184"/>
                    <a:pt x="76679" y="86822"/>
                  </a:cubicBezTo>
                  <a:lnTo>
                    <a:pt x="84347" y="88099"/>
                  </a:lnTo>
                  <a:lnTo>
                    <a:pt x="88820" y="84268"/>
                  </a:lnTo>
                  <a:lnTo>
                    <a:pt x="88181" y="76608"/>
                  </a:lnTo>
                  <a:cubicBezTo>
                    <a:pt x="88181" y="72777"/>
                    <a:pt x="90098" y="69585"/>
                    <a:pt x="93293" y="68308"/>
                  </a:cubicBezTo>
                  <a:lnTo>
                    <a:pt x="105434" y="63201"/>
                  </a:lnTo>
                  <a:cubicBezTo>
                    <a:pt x="108629" y="61925"/>
                    <a:pt x="113102" y="62563"/>
                    <a:pt x="115019" y="65755"/>
                  </a:cubicBezTo>
                  <a:lnTo>
                    <a:pt x="120131" y="71500"/>
                  </a:lnTo>
                  <a:lnTo>
                    <a:pt x="125882" y="71500"/>
                  </a:lnTo>
                  <a:lnTo>
                    <a:pt x="130355" y="65755"/>
                  </a:lnTo>
                  <a:cubicBezTo>
                    <a:pt x="132272" y="62563"/>
                    <a:pt x="136745" y="61286"/>
                    <a:pt x="139940" y="62563"/>
                  </a:cubicBezTo>
                  <a:lnTo>
                    <a:pt x="152080" y="66393"/>
                  </a:lnTo>
                  <a:cubicBezTo>
                    <a:pt x="155914" y="67670"/>
                    <a:pt x="157832" y="70862"/>
                    <a:pt x="157832" y="74692"/>
                  </a:cubicBezTo>
                  <a:lnTo>
                    <a:pt x="157832" y="82353"/>
                  </a:lnTo>
                  <a:lnTo>
                    <a:pt x="162304" y="86184"/>
                  </a:lnTo>
                  <a:lnTo>
                    <a:pt x="169333" y="84268"/>
                  </a:lnTo>
                  <a:cubicBezTo>
                    <a:pt x="173167" y="83630"/>
                    <a:pt x="176362" y="84907"/>
                    <a:pt x="178918" y="88099"/>
                  </a:cubicBezTo>
                  <a:lnTo>
                    <a:pt x="185947" y="98952"/>
                  </a:lnTo>
                  <a:cubicBezTo>
                    <a:pt x="187864" y="102144"/>
                    <a:pt x="187864" y="105974"/>
                    <a:pt x="185308" y="109166"/>
                  </a:cubicBezTo>
                  <a:lnTo>
                    <a:pt x="180835" y="114912"/>
                  </a:lnTo>
                  <a:lnTo>
                    <a:pt x="182113" y="120657"/>
                  </a:lnTo>
                  <a:lnTo>
                    <a:pt x="188503" y="123849"/>
                  </a:lnTo>
                  <a:cubicBezTo>
                    <a:pt x="191698" y="125764"/>
                    <a:pt x="193615" y="128956"/>
                    <a:pt x="192976" y="132787"/>
                  </a:cubicBezTo>
                  <a:lnTo>
                    <a:pt x="191059" y="145555"/>
                  </a:lnTo>
                  <a:cubicBezTo>
                    <a:pt x="190420" y="149385"/>
                    <a:pt x="187864" y="151939"/>
                    <a:pt x="184030" y="152577"/>
                  </a:cubicBezTo>
                  <a:lnTo>
                    <a:pt x="177001" y="153854"/>
                  </a:lnTo>
                  <a:lnTo>
                    <a:pt x="174445" y="158961"/>
                  </a:lnTo>
                  <a:lnTo>
                    <a:pt x="177640" y="165984"/>
                  </a:lnTo>
                  <a:cubicBezTo>
                    <a:pt x="178918" y="169176"/>
                    <a:pt x="178279" y="173006"/>
                    <a:pt x="175723" y="175560"/>
                  </a:cubicBezTo>
                  <a:lnTo>
                    <a:pt x="166138" y="184497"/>
                  </a:lnTo>
                  <a:cubicBezTo>
                    <a:pt x="163582" y="187051"/>
                    <a:pt x="159109" y="187689"/>
                    <a:pt x="155914" y="185774"/>
                  </a:cubicBezTo>
                  <a:lnTo>
                    <a:pt x="149524" y="181944"/>
                  </a:lnTo>
                  <a:lnTo>
                    <a:pt x="143774" y="184497"/>
                  </a:lnTo>
                  <a:lnTo>
                    <a:pt x="141857" y="191519"/>
                  </a:lnTo>
                  <a:cubicBezTo>
                    <a:pt x="140579" y="195350"/>
                    <a:pt x="137384" y="197265"/>
                    <a:pt x="134189" y="197903"/>
                  </a:cubicBezTo>
                  <a:lnTo>
                    <a:pt x="122048" y="198542"/>
                  </a:lnTo>
                  <a:lnTo>
                    <a:pt x="122048" y="198542"/>
                  </a:lnTo>
                  <a:close/>
                  <a:moveTo>
                    <a:pt x="226843" y="255359"/>
                  </a:moveTo>
                  <a:lnTo>
                    <a:pt x="222370" y="257274"/>
                  </a:lnTo>
                  <a:lnTo>
                    <a:pt x="221731" y="260466"/>
                  </a:lnTo>
                  <a:lnTo>
                    <a:pt x="224287" y="264935"/>
                  </a:lnTo>
                  <a:cubicBezTo>
                    <a:pt x="226204" y="268127"/>
                    <a:pt x="226204" y="271319"/>
                    <a:pt x="224287" y="274511"/>
                  </a:cubicBezTo>
                  <a:lnTo>
                    <a:pt x="217897" y="282172"/>
                  </a:lnTo>
                  <a:cubicBezTo>
                    <a:pt x="215980" y="284725"/>
                    <a:pt x="212146" y="286002"/>
                    <a:pt x="208951" y="284725"/>
                  </a:cubicBezTo>
                  <a:lnTo>
                    <a:pt x="203839" y="283449"/>
                  </a:lnTo>
                  <a:lnTo>
                    <a:pt x="201283" y="285364"/>
                  </a:lnTo>
                  <a:lnTo>
                    <a:pt x="200644" y="290471"/>
                  </a:lnTo>
                  <a:cubicBezTo>
                    <a:pt x="200005" y="293663"/>
                    <a:pt x="197449" y="296855"/>
                    <a:pt x="194254" y="297493"/>
                  </a:cubicBezTo>
                  <a:lnTo>
                    <a:pt x="184669" y="299409"/>
                  </a:lnTo>
                  <a:cubicBezTo>
                    <a:pt x="184030" y="299409"/>
                    <a:pt x="183391" y="299409"/>
                    <a:pt x="182752" y="299409"/>
                  </a:cubicBezTo>
                  <a:cubicBezTo>
                    <a:pt x="180196" y="299409"/>
                    <a:pt x="177001" y="298132"/>
                    <a:pt x="175723" y="295578"/>
                  </a:cubicBezTo>
                  <a:lnTo>
                    <a:pt x="173167" y="291109"/>
                  </a:lnTo>
                  <a:lnTo>
                    <a:pt x="169972" y="290471"/>
                  </a:lnTo>
                  <a:lnTo>
                    <a:pt x="166138" y="293663"/>
                  </a:lnTo>
                  <a:cubicBezTo>
                    <a:pt x="163582" y="296217"/>
                    <a:pt x="159748" y="296855"/>
                    <a:pt x="156553" y="294940"/>
                  </a:cubicBezTo>
                  <a:lnTo>
                    <a:pt x="147608" y="290471"/>
                  </a:lnTo>
                  <a:cubicBezTo>
                    <a:pt x="144413" y="288556"/>
                    <a:pt x="143135" y="285364"/>
                    <a:pt x="143135" y="282172"/>
                  </a:cubicBezTo>
                  <a:lnTo>
                    <a:pt x="143774" y="277065"/>
                  </a:lnTo>
                  <a:lnTo>
                    <a:pt x="141857" y="274511"/>
                  </a:lnTo>
                  <a:lnTo>
                    <a:pt x="136745" y="274511"/>
                  </a:lnTo>
                  <a:cubicBezTo>
                    <a:pt x="133550" y="274511"/>
                    <a:pt x="129716" y="272596"/>
                    <a:pt x="128438" y="269404"/>
                  </a:cubicBezTo>
                  <a:lnTo>
                    <a:pt x="124604" y="260466"/>
                  </a:lnTo>
                  <a:cubicBezTo>
                    <a:pt x="123326" y="257274"/>
                    <a:pt x="123965" y="253444"/>
                    <a:pt x="126521" y="251529"/>
                  </a:cubicBezTo>
                  <a:lnTo>
                    <a:pt x="130355" y="248337"/>
                  </a:lnTo>
                  <a:lnTo>
                    <a:pt x="130355" y="244506"/>
                  </a:lnTo>
                  <a:lnTo>
                    <a:pt x="126521" y="241314"/>
                  </a:lnTo>
                  <a:cubicBezTo>
                    <a:pt x="123965" y="239399"/>
                    <a:pt x="122687" y="235569"/>
                    <a:pt x="123326" y="232377"/>
                  </a:cubicBezTo>
                  <a:lnTo>
                    <a:pt x="126521" y="222801"/>
                  </a:lnTo>
                  <a:cubicBezTo>
                    <a:pt x="127799" y="219609"/>
                    <a:pt x="130355" y="217055"/>
                    <a:pt x="134189" y="217055"/>
                  </a:cubicBezTo>
                  <a:lnTo>
                    <a:pt x="139301" y="217055"/>
                  </a:lnTo>
                  <a:lnTo>
                    <a:pt x="141218" y="214502"/>
                  </a:lnTo>
                  <a:lnTo>
                    <a:pt x="139940" y="209395"/>
                  </a:lnTo>
                  <a:cubicBezTo>
                    <a:pt x="139301" y="206203"/>
                    <a:pt x="140579" y="202372"/>
                    <a:pt x="143774" y="200457"/>
                  </a:cubicBezTo>
                  <a:lnTo>
                    <a:pt x="152080" y="195350"/>
                  </a:lnTo>
                  <a:cubicBezTo>
                    <a:pt x="155275" y="193435"/>
                    <a:pt x="159109" y="193435"/>
                    <a:pt x="161665" y="195988"/>
                  </a:cubicBezTo>
                  <a:lnTo>
                    <a:pt x="165499" y="199180"/>
                  </a:lnTo>
                  <a:lnTo>
                    <a:pt x="168694" y="198542"/>
                  </a:lnTo>
                  <a:lnTo>
                    <a:pt x="171250" y="194073"/>
                  </a:lnTo>
                  <a:cubicBezTo>
                    <a:pt x="172528" y="190881"/>
                    <a:pt x="176362" y="188966"/>
                    <a:pt x="179557" y="189604"/>
                  </a:cubicBezTo>
                  <a:lnTo>
                    <a:pt x="189142" y="190881"/>
                  </a:lnTo>
                  <a:cubicBezTo>
                    <a:pt x="192337" y="191519"/>
                    <a:pt x="195532" y="194073"/>
                    <a:pt x="196171" y="197265"/>
                  </a:cubicBezTo>
                  <a:lnTo>
                    <a:pt x="196810" y="202372"/>
                  </a:lnTo>
                  <a:lnTo>
                    <a:pt x="199366" y="203649"/>
                  </a:lnTo>
                  <a:lnTo>
                    <a:pt x="203839" y="201734"/>
                  </a:lnTo>
                  <a:cubicBezTo>
                    <a:pt x="207034" y="200457"/>
                    <a:pt x="210868" y="201095"/>
                    <a:pt x="213424" y="203649"/>
                  </a:cubicBezTo>
                  <a:lnTo>
                    <a:pt x="219814" y="210671"/>
                  </a:lnTo>
                  <a:cubicBezTo>
                    <a:pt x="222370" y="213225"/>
                    <a:pt x="222370" y="217055"/>
                    <a:pt x="221092" y="220247"/>
                  </a:cubicBezTo>
                  <a:lnTo>
                    <a:pt x="218536" y="224716"/>
                  </a:lnTo>
                  <a:lnTo>
                    <a:pt x="219814" y="227908"/>
                  </a:lnTo>
                  <a:lnTo>
                    <a:pt x="224926" y="229185"/>
                  </a:lnTo>
                  <a:cubicBezTo>
                    <a:pt x="228121" y="230462"/>
                    <a:pt x="230677" y="233015"/>
                    <a:pt x="230677" y="236846"/>
                  </a:cubicBezTo>
                  <a:lnTo>
                    <a:pt x="231316" y="247060"/>
                  </a:lnTo>
                  <a:cubicBezTo>
                    <a:pt x="231955" y="250890"/>
                    <a:pt x="230038" y="254082"/>
                    <a:pt x="226843" y="255359"/>
                  </a:cubicBezTo>
                  <a:close/>
                  <a:moveTo>
                    <a:pt x="300327" y="174921"/>
                  </a:moveTo>
                  <a:lnTo>
                    <a:pt x="295854" y="176836"/>
                  </a:lnTo>
                  <a:lnTo>
                    <a:pt x="295215" y="180028"/>
                  </a:lnTo>
                  <a:lnTo>
                    <a:pt x="297771" y="184497"/>
                  </a:lnTo>
                  <a:cubicBezTo>
                    <a:pt x="299688" y="187689"/>
                    <a:pt x="299049" y="191519"/>
                    <a:pt x="297132" y="194073"/>
                  </a:cubicBezTo>
                  <a:lnTo>
                    <a:pt x="290742" y="201734"/>
                  </a:lnTo>
                  <a:cubicBezTo>
                    <a:pt x="288825" y="204287"/>
                    <a:pt x="284991" y="205564"/>
                    <a:pt x="281796" y="204287"/>
                  </a:cubicBezTo>
                  <a:lnTo>
                    <a:pt x="276684" y="202372"/>
                  </a:lnTo>
                  <a:lnTo>
                    <a:pt x="274128" y="204287"/>
                  </a:lnTo>
                  <a:lnTo>
                    <a:pt x="273489" y="209395"/>
                  </a:lnTo>
                  <a:cubicBezTo>
                    <a:pt x="272850" y="212587"/>
                    <a:pt x="270294" y="215779"/>
                    <a:pt x="267099" y="216417"/>
                  </a:cubicBezTo>
                  <a:lnTo>
                    <a:pt x="257514" y="218332"/>
                  </a:lnTo>
                  <a:cubicBezTo>
                    <a:pt x="256876" y="218332"/>
                    <a:pt x="256237" y="218332"/>
                    <a:pt x="255597" y="218332"/>
                  </a:cubicBezTo>
                  <a:cubicBezTo>
                    <a:pt x="253042" y="218332"/>
                    <a:pt x="249847" y="217055"/>
                    <a:pt x="248569" y="214502"/>
                  </a:cubicBezTo>
                  <a:lnTo>
                    <a:pt x="246013" y="210033"/>
                  </a:lnTo>
                  <a:lnTo>
                    <a:pt x="242818" y="209395"/>
                  </a:lnTo>
                  <a:lnTo>
                    <a:pt x="238984" y="212587"/>
                  </a:lnTo>
                  <a:cubicBezTo>
                    <a:pt x="236428" y="215140"/>
                    <a:pt x="232594" y="215779"/>
                    <a:pt x="229399" y="213863"/>
                  </a:cubicBezTo>
                  <a:lnTo>
                    <a:pt x="220453" y="209395"/>
                  </a:lnTo>
                  <a:cubicBezTo>
                    <a:pt x="217258" y="207479"/>
                    <a:pt x="215980" y="204287"/>
                    <a:pt x="215980" y="201095"/>
                  </a:cubicBezTo>
                  <a:lnTo>
                    <a:pt x="216619" y="195988"/>
                  </a:lnTo>
                  <a:lnTo>
                    <a:pt x="214702" y="193435"/>
                  </a:lnTo>
                  <a:lnTo>
                    <a:pt x="209590" y="193435"/>
                  </a:lnTo>
                  <a:cubicBezTo>
                    <a:pt x="206395" y="193435"/>
                    <a:pt x="203200" y="191519"/>
                    <a:pt x="201283" y="188327"/>
                  </a:cubicBezTo>
                  <a:lnTo>
                    <a:pt x="197449" y="179390"/>
                  </a:lnTo>
                  <a:cubicBezTo>
                    <a:pt x="196171" y="176198"/>
                    <a:pt x="196810" y="172368"/>
                    <a:pt x="199366" y="169814"/>
                  </a:cubicBezTo>
                  <a:lnTo>
                    <a:pt x="203200" y="166622"/>
                  </a:lnTo>
                  <a:lnTo>
                    <a:pt x="203200" y="163430"/>
                  </a:lnTo>
                  <a:lnTo>
                    <a:pt x="199366" y="160238"/>
                  </a:lnTo>
                  <a:cubicBezTo>
                    <a:pt x="196810" y="158323"/>
                    <a:pt x="195532" y="154492"/>
                    <a:pt x="196171" y="151300"/>
                  </a:cubicBezTo>
                  <a:lnTo>
                    <a:pt x="199366" y="141724"/>
                  </a:lnTo>
                  <a:cubicBezTo>
                    <a:pt x="200644" y="138532"/>
                    <a:pt x="203200" y="135979"/>
                    <a:pt x="207034" y="135979"/>
                  </a:cubicBezTo>
                  <a:lnTo>
                    <a:pt x="212146" y="135979"/>
                  </a:lnTo>
                  <a:lnTo>
                    <a:pt x="214063" y="133425"/>
                  </a:lnTo>
                  <a:lnTo>
                    <a:pt x="212785" y="128318"/>
                  </a:lnTo>
                  <a:cubicBezTo>
                    <a:pt x="212146" y="125126"/>
                    <a:pt x="213424" y="121296"/>
                    <a:pt x="215980" y="119380"/>
                  </a:cubicBezTo>
                  <a:lnTo>
                    <a:pt x="224287" y="114273"/>
                  </a:lnTo>
                  <a:cubicBezTo>
                    <a:pt x="227482" y="112358"/>
                    <a:pt x="231316" y="112358"/>
                    <a:pt x="233872" y="114912"/>
                  </a:cubicBezTo>
                  <a:lnTo>
                    <a:pt x="237706" y="118104"/>
                  </a:lnTo>
                  <a:lnTo>
                    <a:pt x="240901" y="117465"/>
                  </a:lnTo>
                  <a:lnTo>
                    <a:pt x="243457" y="112996"/>
                  </a:lnTo>
                  <a:cubicBezTo>
                    <a:pt x="244735" y="109804"/>
                    <a:pt x="248569" y="107889"/>
                    <a:pt x="251763" y="108528"/>
                  </a:cubicBezTo>
                  <a:lnTo>
                    <a:pt x="261348" y="109804"/>
                  </a:lnTo>
                  <a:cubicBezTo>
                    <a:pt x="264543" y="110443"/>
                    <a:pt x="267738" y="112996"/>
                    <a:pt x="268377" y="116188"/>
                  </a:cubicBezTo>
                  <a:lnTo>
                    <a:pt x="269655" y="121296"/>
                  </a:lnTo>
                  <a:lnTo>
                    <a:pt x="272211" y="122572"/>
                  </a:lnTo>
                  <a:lnTo>
                    <a:pt x="276684" y="120657"/>
                  </a:lnTo>
                  <a:cubicBezTo>
                    <a:pt x="279879" y="119380"/>
                    <a:pt x="283713" y="120019"/>
                    <a:pt x="285630" y="122572"/>
                  </a:cubicBezTo>
                  <a:lnTo>
                    <a:pt x="292659" y="129595"/>
                  </a:lnTo>
                  <a:cubicBezTo>
                    <a:pt x="295215" y="132148"/>
                    <a:pt x="295215" y="135979"/>
                    <a:pt x="293937" y="139171"/>
                  </a:cubicBezTo>
                  <a:lnTo>
                    <a:pt x="291381" y="143640"/>
                  </a:lnTo>
                  <a:lnTo>
                    <a:pt x="292659" y="146832"/>
                  </a:lnTo>
                  <a:lnTo>
                    <a:pt x="297771" y="148108"/>
                  </a:lnTo>
                  <a:cubicBezTo>
                    <a:pt x="300966" y="149385"/>
                    <a:pt x="303522" y="151939"/>
                    <a:pt x="303522" y="155769"/>
                  </a:cubicBezTo>
                  <a:lnTo>
                    <a:pt x="304161" y="165984"/>
                  </a:lnTo>
                  <a:cubicBezTo>
                    <a:pt x="306078" y="170452"/>
                    <a:pt x="303522" y="173644"/>
                    <a:pt x="300327" y="174921"/>
                  </a:cubicBezTo>
                  <a:lnTo>
                    <a:pt x="300327" y="174921"/>
                  </a:lnTo>
                  <a:close/>
                </a:path>
              </a:pathLst>
            </a:custGeom>
            <a:solidFill>
              <a:srgbClr val="046A38"/>
            </a:solidFill>
            <a:ln w="6390" cap="flat">
              <a:noFill/>
              <a:prstDash val="solid"/>
              <a:miter/>
            </a:ln>
          </p:spPr>
          <p:txBody>
            <a:bodyPr rtlCol="0" anchor="ctr"/>
            <a:lstStyle/>
            <a:p>
              <a:endParaRPr lang="en-US"/>
            </a:p>
          </p:txBody>
        </p:sp>
        <p:sp>
          <p:nvSpPr>
            <p:cNvPr id="873" name="Graphic 4">
              <a:extLst>
                <a:ext uri="{FF2B5EF4-FFF2-40B4-BE49-F238E27FC236}">
                  <a16:creationId xmlns:a16="http://schemas.microsoft.com/office/drawing/2014/main" id="{BD970F98-5CF2-5A43-907E-A872180CE4A1}"/>
                </a:ext>
              </a:extLst>
            </p:cNvPr>
            <p:cNvSpPr/>
            <p:nvPr/>
          </p:nvSpPr>
          <p:spPr>
            <a:xfrm>
              <a:off x="2163632" y="2977651"/>
              <a:ext cx="81791" cy="81715"/>
            </a:xfrm>
            <a:custGeom>
              <a:avLst/>
              <a:gdLst>
                <a:gd name="connsiteX0" fmla="*/ 76040 w 81791"/>
                <a:gd name="connsiteY0" fmla="*/ 37666 h 81715"/>
                <a:gd name="connsiteX1" fmla="*/ 72206 w 81791"/>
                <a:gd name="connsiteY1" fmla="*/ 33835 h 81715"/>
                <a:gd name="connsiteX2" fmla="*/ 69011 w 81791"/>
                <a:gd name="connsiteY2" fmla="*/ 24898 h 81715"/>
                <a:gd name="connsiteX3" fmla="*/ 69011 w 81791"/>
                <a:gd name="connsiteY3" fmla="*/ 19152 h 81715"/>
                <a:gd name="connsiteX4" fmla="*/ 71567 w 81791"/>
                <a:gd name="connsiteY4" fmla="*/ 14683 h 81715"/>
                <a:gd name="connsiteX5" fmla="*/ 69011 w 81791"/>
                <a:gd name="connsiteY5" fmla="*/ 12130 h 81715"/>
                <a:gd name="connsiteX6" fmla="*/ 64538 w 81791"/>
                <a:gd name="connsiteY6" fmla="*/ 14045 h 81715"/>
                <a:gd name="connsiteX7" fmla="*/ 58787 w 81791"/>
                <a:gd name="connsiteY7" fmla="*/ 14045 h 81715"/>
                <a:gd name="connsiteX8" fmla="*/ 50480 w 81791"/>
                <a:gd name="connsiteY8" fmla="*/ 9576 h 81715"/>
                <a:gd name="connsiteX9" fmla="*/ 47285 w 81791"/>
                <a:gd name="connsiteY9" fmla="*/ 5107 h 81715"/>
                <a:gd name="connsiteX10" fmla="*/ 46646 w 81791"/>
                <a:gd name="connsiteY10" fmla="*/ 638 h 81715"/>
                <a:gd name="connsiteX11" fmla="*/ 43451 w 81791"/>
                <a:gd name="connsiteY11" fmla="*/ 0 h 81715"/>
                <a:gd name="connsiteX12" fmla="*/ 41535 w 81791"/>
                <a:gd name="connsiteY12" fmla="*/ 4469 h 81715"/>
                <a:gd name="connsiteX13" fmla="*/ 37062 w 81791"/>
                <a:gd name="connsiteY13" fmla="*/ 7661 h 81715"/>
                <a:gd name="connsiteX14" fmla="*/ 28116 w 81791"/>
                <a:gd name="connsiteY14" fmla="*/ 9576 h 81715"/>
                <a:gd name="connsiteX15" fmla="*/ 23004 w 81791"/>
                <a:gd name="connsiteY15" fmla="*/ 8299 h 81715"/>
                <a:gd name="connsiteX16" fmla="*/ 19170 w 81791"/>
                <a:gd name="connsiteY16" fmla="*/ 5107 h 81715"/>
                <a:gd name="connsiteX17" fmla="*/ 16614 w 81791"/>
                <a:gd name="connsiteY17" fmla="*/ 7022 h 81715"/>
                <a:gd name="connsiteX18" fmla="*/ 17892 w 81791"/>
                <a:gd name="connsiteY18" fmla="*/ 11491 h 81715"/>
                <a:gd name="connsiteX19" fmla="*/ 16614 w 81791"/>
                <a:gd name="connsiteY19" fmla="*/ 17237 h 81715"/>
                <a:gd name="connsiteX20" fmla="*/ 10863 w 81791"/>
                <a:gd name="connsiteY20" fmla="*/ 24259 h 81715"/>
                <a:gd name="connsiteX21" fmla="*/ 5751 w 81791"/>
                <a:gd name="connsiteY21" fmla="*/ 26813 h 81715"/>
                <a:gd name="connsiteX22" fmla="*/ 639 w 81791"/>
                <a:gd name="connsiteY22" fmla="*/ 26813 h 81715"/>
                <a:gd name="connsiteX23" fmla="*/ 0 w 81791"/>
                <a:gd name="connsiteY23" fmla="*/ 30005 h 81715"/>
                <a:gd name="connsiteX24" fmla="*/ 3834 w 81791"/>
                <a:gd name="connsiteY24" fmla="*/ 32558 h 81715"/>
                <a:gd name="connsiteX25" fmla="*/ 6390 w 81791"/>
                <a:gd name="connsiteY25" fmla="*/ 37666 h 81715"/>
                <a:gd name="connsiteX26" fmla="*/ 7029 w 81791"/>
                <a:gd name="connsiteY26" fmla="*/ 47242 h 81715"/>
                <a:gd name="connsiteX27" fmla="*/ 5112 w 81791"/>
                <a:gd name="connsiteY27" fmla="*/ 52349 h 81715"/>
                <a:gd name="connsiteX28" fmla="*/ 1278 w 81791"/>
                <a:gd name="connsiteY28" fmla="*/ 55541 h 81715"/>
                <a:gd name="connsiteX29" fmla="*/ 2556 w 81791"/>
                <a:gd name="connsiteY29" fmla="*/ 58733 h 81715"/>
                <a:gd name="connsiteX30" fmla="*/ 7668 w 81791"/>
                <a:gd name="connsiteY30" fmla="*/ 58733 h 81715"/>
                <a:gd name="connsiteX31" fmla="*/ 12780 w 81791"/>
                <a:gd name="connsiteY31" fmla="*/ 60648 h 81715"/>
                <a:gd name="connsiteX32" fmla="*/ 19170 w 81791"/>
                <a:gd name="connsiteY32" fmla="*/ 67670 h 81715"/>
                <a:gd name="connsiteX33" fmla="*/ 20448 w 81791"/>
                <a:gd name="connsiteY33" fmla="*/ 72778 h 81715"/>
                <a:gd name="connsiteX34" fmla="*/ 19809 w 81791"/>
                <a:gd name="connsiteY34" fmla="*/ 77246 h 81715"/>
                <a:gd name="connsiteX35" fmla="*/ 23004 w 81791"/>
                <a:gd name="connsiteY35" fmla="*/ 78523 h 81715"/>
                <a:gd name="connsiteX36" fmla="*/ 26199 w 81791"/>
                <a:gd name="connsiteY36" fmla="*/ 75331 h 81715"/>
                <a:gd name="connsiteX37" fmla="*/ 30672 w 81791"/>
                <a:gd name="connsiteY37" fmla="*/ 73416 h 81715"/>
                <a:gd name="connsiteX38" fmla="*/ 31311 w 81791"/>
                <a:gd name="connsiteY38" fmla="*/ 73416 h 81715"/>
                <a:gd name="connsiteX39" fmla="*/ 40257 w 81791"/>
                <a:gd name="connsiteY39" fmla="*/ 74693 h 81715"/>
                <a:gd name="connsiteX40" fmla="*/ 44730 w 81791"/>
                <a:gd name="connsiteY40" fmla="*/ 77885 h 81715"/>
                <a:gd name="connsiteX41" fmla="*/ 47285 w 81791"/>
                <a:gd name="connsiteY41" fmla="*/ 81715 h 81715"/>
                <a:gd name="connsiteX42" fmla="*/ 50480 w 81791"/>
                <a:gd name="connsiteY42" fmla="*/ 81077 h 81715"/>
                <a:gd name="connsiteX43" fmla="*/ 51119 w 81791"/>
                <a:gd name="connsiteY43" fmla="*/ 76608 h 81715"/>
                <a:gd name="connsiteX44" fmla="*/ 54314 w 81791"/>
                <a:gd name="connsiteY44" fmla="*/ 72139 h 81715"/>
                <a:gd name="connsiteX45" fmla="*/ 61982 w 81791"/>
                <a:gd name="connsiteY45" fmla="*/ 67032 h 81715"/>
                <a:gd name="connsiteX46" fmla="*/ 67733 w 81791"/>
                <a:gd name="connsiteY46" fmla="*/ 66394 h 81715"/>
                <a:gd name="connsiteX47" fmla="*/ 72206 w 81791"/>
                <a:gd name="connsiteY47" fmla="*/ 67670 h 81715"/>
                <a:gd name="connsiteX48" fmla="*/ 74123 w 81791"/>
                <a:gd name="connsiteY48" fmla="*/ 65117 h 81715"/>
                <a:gd name="connsiteX49" fmla="*/ 71567 w 81791"/>
                <a:gd name="connsiteY49" fmla="*/ 61286 h 81715"/>
                <a:gd name="connsiteX50" fmla="*/ 70928 w 81791"/>
                <a:gd name="connsiteY50" fmla="*/ 55541 h 81715"/>
                <a:gd name="connsiteX51" fmla="*/ 73484 w 81791"/>
                <a:gd name="connsiteY51" fmla="*/ 46603 h 81715"/>
                <a:gd name="connsiteX52" fmla="*/ 77318 w 81791"/>
                <a:gd name="connsiteY52" fmla="*/ 42773 h 81715"/>
                <a:gd name="connsiteX53" fmla="*/ 81791 w 81791"/>
                <a:gd name="connsiteY53" fmla="*/ 40858 h 81715"/>
                <a:gd name="connsiteX54" fmla="*/ 81791 w 81791"/>
                <a:gd name="connsiteY54" fmla="*/ 37666 h 81715"/>
                <a:gd name="connsiteX55" fmla="*/ 76040 w 81791"/>
                <a:gd name="connsiteY55" fmla="*/ 37666 h 81715"/>
                <a:gd name="connsiteX56" fmla="*/ 40896 w 81791"/>
                <a:gd name="connsiteY56" fmla="*/ 75331 h 81715"/>
                <a:gd name="connsiteX57" fmla="*/ 39617 w 81791"/>
                <a:gd name="connsiteY57" fmla="*/ 75331 h 81715"/>
                <a:gd name="connsiteX58" fmla="*/ 6390 w 81791"/>
                <a:gd name="connsiteY58" fmla="*/ 43411 h 81715"/>
                <a:gd name="connsiteX59" fmla="*/ 38340 w 81791"/>
                <a:gd name="connsiteY59" fmla="*/ 8938 h 81715"/>
                <a:gd name="connsiteX60" fmla="*/ 38340 w 81791"/>
                <a:gd name="connsiteY60" fmla="*/ 8938 h 81715"/>
                <a:gd name="connsiteX61" fmla="*/ 73484 w 81791"/>
                <a:gd name="connsiteY61" fmla="*/ 40219 h 81715"/>
                <a:gd name="connsiteX62" fmla="*/ 42174 w 81791"/>
                <a:gd name="connsiteY62" fmla="*/ 75331 h 81715"/>
                <a:gd name="connsiteX63" fmla="*/ 40896 w 81791"/>
                <a:gd name="connsiteY63" fmla="*/ 75331 h 81715"/>
                <a:gd name="connsiteX64" fmla="*/ 40896 w 81791"/>
                <a:gd name="connsiteY64" fmla="*/ 75331 h 81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81791" h="81715">
                  <a:moveTo>
                    <a:pt x="76040" y="37666"/>
                  </a:moveTo>
                  <a:cubicBezTo>
                    <a:pt x="74123" y="37027"/>
                    <a:pt x="72845" y="35750"/>
                    <a:pt x="72206" y="33835"/>
                  </a:cubicBezTo>
                  <a:lnTo>
                    <a:pt x="69011" y="24898"/>
                  </a:lnTo>
                  <a:cubicBezTo>
                    <a:pt x="68372" y="22982"/>
                    <a:pt x="68372" y="21067"/>
                    <a:pt x="69011" y="19152"/>
                  </a:cubicBezTo>
                  <a:lnTo>
                    <a:pt x="71567" y="14683"/>
                  </a:lnTo>
                  <a:lnTo>
                    <a:pt x="69011" y="12130"/>
                  </a:lnTo>
                  <a:lnTo>
                    <a:pt x="64538" y="14045"/>
                  </a:lnTo>
                  <a:cubicBezTo>
                    <a:pt x="62621" y="14683"/>
                    <a:pt x="60704" y="14683"/>
                    <a:pt x="58787" y="14045"/>
                  </a:cubicBezTo>
                  <a:lnTo>
                    <a:pt x="50480" y="9576"/>
                  </a:lnTo>
                  <a:cubicBezTo>
                    <a:pt x="48564" y="8938"/>
                    <a:pt x="47285" y="7022"/>
                    <a:pt x="47285" y="5107"/>
                  </a:cubicBezTo>
                  <a:lnTo>
                    <a:pt x="46646" y="638"/>
                  </a:lnTo>
                  <a:lnTo>
                    <a:pt x="43451" y="0"/>
                  </a:lnTo>
                  <a:lnTo>
                    <a:pt x="41535" y="4469"/>
                  </a:lnTo>
                  <a:cubicBezTo>
                    <a:pt x="40896" y="6384"/>
                    <a:pt x="38979" y="7661"/>
                    <a:pt x="37062" y="7661"/>
                  </a:cubicBezTo>
                  <a:lnTo>
                    <a:pt x="28116" y="9576"/>
                  </a:lnTo>
                  <a:cubicBezTo>
                    <a:pt x="26199" y="10214"/>
                    <a:pt x="24282" y="9576"/>
                    <a:pt x="23004" y="8299"/>
                  </a:cubicBezTo>
                  <a:lnTo>
                    <a:pt x="19170" y="5107"/>
                  </a:lnTo>
                  <a:lnTo>
                    <a:pt x="16614" y="7022"/>
                  </a:lnTo>
                  <a:lnTo>
                    <a:pt x="17892" y="11491"/>
                  </a:lnTo>
                  <a:cubicBezTo>
                    <a:pt x="18531" y="13406"/>
                    <a:pt x="17892" y="15322"/>
                    <a:pt x="16614" y="17237"/>
                  </a:cubicBezTo>
                  <a:lnTo>
                    <a:pt x="10863" y="24259"/>
                  </a:lnTo>
                  <a:cubicBezTo>
                    <a:pt x="9585" y="25536"/>
                    <a:pt x="7668" y="26813"/>
                    <a:pt x="5751" y="26813"/>
                  </a:cubicBezTo>
                  <a:lnTo>
                    <a:pt x="639" y="26813"/>
                  </a:lnTo>
                  <a:lnTo>
                    <a:pt x="0" y="30005"/>
                  </a:lnTo>
                  <a:lnTo>
                    <a:pt x="3834" y="32558"/>
                  </a:lnTo>
                  <a:cubicBezTo>
                    <a:pt x="5112" y="33835"/>
                    <a:pt x="6390" y="35750"/>
                    <a:pt x="6390" y="37666"/>
                  </a:cubicBezTo>
                  <a:lnTo>
                    <a:pt x="7029" y="47242"/>
                  </a:lnTo>
                  <a:cubicBezTo>
                    <a:pt x="7029" y="49157"/>
                    <a:pt x="6390" y="51072"/>
                    <a:pt x="5112" y="52349"/>
                  </a:cubicBezTo>
                  <a:lnTo>
                    <a:pt x="1278" y="55541"/>
                  </a:lnTo>
                  <a:lnTo>
                    <a:pt x="2556" y="58733"/>
                  </a:lnTo>
                  <a:lnTo>
                    <a:pt x="7668" y="58733"/>
                  </a:lnTo>
                  <a:cubicBezTo>
                    <a:pt x="9585" y="58733"/>
                    <a:pt x="11502" y="59371"/>
                    <a:pt x="12780" y="60648"/>
                  </a:cubicBezTo>
                  <a:lnTo>
                    <a:pt x="19170" y="67670"/>
                  </a:lnTo>
                  <a:cubicBezTo>
                    <a:pt x="20448" y="68947"/>
                    <a:pt x="21087" y="70862"/>
                    <a:pt x="20448" y="72778"/>
                  </a:cubicBezTo>
                  <a:lnTo>
                    <a:pt x="19809" y="77246"/>
                  </a:lnTo>
                  <a:lnTo>
                    <a:pt x="23004" y="78523"/>
                  </a:lnTo>
                  <a:lnTo>
                    <a:pt x="26199" y="75331"/>
                  </a:lnTo>
                  <a:cubicBezTo>
                    <a:pt x="27477" y="74054"/>
                    <a:pt x="28755" y="73416"/>
                    <a:pt x="30672" y="73416"/>
                  </a:cubicBezTo>
                  <a:lnTo>
                    <a:pt x="31311" y="73416"/>
                  </a:lnTo>
                  <a:lnTo>
                    <a:pt x="40257" y="74693"/>
                  </a:lnTo>
                  <a:cubicBezTo>
                    <a:pt x="42174" y="74693"/>
                    <a:pt x="44091" y="75970"/>
                    <a:pt x="44730" y="77885"/>
                  </a:cubicBezTo>
                  <a:lnTo>
                    <a:pt x="47285" y="81715"/>
                  </a:lnTo>
                  <a:lnTo>
                    <a:pt x="50480" y="81077"/>
                  </a:lnTo>
                  <a:lnTo>
                    <a:pt x="51119" y="76608"/>
                  </a:lnTo>
                  <a:cubicBezTo>
                    <a:pt x="51119" y="74693"/>
                    <a:pt x="52397" y="72778"/>
                    <a:pt x="54314" y="72139"/>
                  </a:cubicBezTo>
                  <a:lnTo>
                    <a:pt x="61982" y="67032"/>
                  </a:lnTo>
                  <a:cubicBezTo>
                    <a:pt x="63899" y="65755"/>
                    <a:pt x="65816" y="65755"/>
                    <a:pt x="67733" y="66394"/>
                  </a:cubicBezTo>
                  <a:lnTo>
                    <a:pt x="72206" y="67670"/>
                  </a:lnTo>
                  <a:lnTo>
                    <a:pt x="74123" y="65117"/>
                  </a:lnTo>
                  <a:lnTo>
                    <a:pt x="71567" y="61286"/>
                  </a:lnTo>
                  <a:cubicBezTo>
                    <a:pt x="70289" y="59371"/>
                    <a:pt x="70289" y="57456"/>
                    <a:pt x="70928" y="55541"/>
                  </a:cubicBezTo>
                  <a:lnTo>
                    <a:pt x="73484" y="46603"/>
                  </a:lnTo>
                  <a:cubicBezTo>
                    <a:pt x="74123" y="44688"/>
                    <a:pt x="75401" y="43411"/>
                    <a:pt x="77318" y="42773"/>
                  </a:cubicBezTo>
                  <a:lnTo>
                    <a:pt x="81791" y="40858"/>
                  </a:lnTo>
                  <a:lnTo>
                    <a:pt x="81791" y="37666"/>
                  </a:lnTo>
                  <a:lnTo>
                    <a:pt x="76040" y="37666"/>
                  </a:lnTo>
                  <a:close/>
                  <a:moveTo>
                    <a:pt x="40896" y="75331"/>
                  </a:moveTo>
                  <a:lnTo>
                    <a:pt x="39617" y="75331"/>
                  </a:lnTo>
                  <a:cubicBezTo>
                    <a:pt x="21726" y="75331"/>
                    <a:pt x="7029" y="61286"/>
                    <a:pt x="6390" y="43411"/>
                  </a:cubicBezTo>
                  <a:cubicBezTo>
                    <a:pt x="5751" y="24898"/>
                    <a:pt x="19809" y="9576"/>
                    <a:pt x="38340" y="8938"/>
                  </a:cubicBezTo>
                  <a:lnTo>
                    <a:pt x="38340" y="8938"/>
                  </a:lnTo>
                  <a:cubicBezTo>
                    <a:pt x="56870" y="7661"/>
                    <a:pt x="72206" y="21706"/>
                    <a:pt x="73484" y="40219"/>
                  </a:cubicBezTo>
                  <a:cubicBezTo>
                    <a:pt x="74762" y="58733"/>
                    <a:pt x="60704" y="74054"/>
                    <a:pt x="42174" y="75331"/>
                  </a:cubicBezTo>
                  <a:cubicBezTo>
                    <a:pt x="41535" y="75331"/>
                    <a:pt x="40896" y="75331"/>
                    <a:pt x="40896" y="75331"/>
                  </a:cubicBezTo>
                  <a:lnTo>
                    <a:pt x="40896" y="75331"/>
                  </a:lnTo>
                  <a:close/>
                </a:path>
              </a:pathLst>
            </a:custGeom>
            <a:solidFill>
              <a:srgbClr val="046A38"/>
            </a:solidFill>
            <a:ln w="6390" cap="flat">
              <a:noFill/>
              <a:prstDash val="solid"/>
              <a:miter/>
            </a:ln>
          </p:spPr>
          <p:txBody>
            <a:bodyPr rtlCol="0" anchor="ctr"/>
            <a:lstStyle/>
            <a:p>
              <a:endParaRPr lang="en-US"/>
            </a:p>
          </p:txBody>
        </p:sp>
      </p:grpSp>
      <p:grpSp>
        <p:nvGrpSpPr>
          <p:cNvPr id="874" name="Graphic 4">
            <a:extLst>
              <a:ext uri="{FF2B5EF4-FFF2-40B4-BE49-F238E27FC236}">
                <a16:creationId xmlns:a16="http://schemas.microsoft.com/office/drawing/2014/main" id="{930E4C38-8808-654D-93DD-0CFCC86AFB88}"/>
              </a:ext>
            </a:extLst>
          </p:cNvPr>
          <p:cNvGrpSpPr>
            <a:grpSpLocks noChangeAspect="1"/>
          </p:cNvGrpSpPr>
          <p:nvPr/>
        </p:nvGrpSpPr>
        <p:grpSpPr>
          <a:xfrm>
            <a:off x="1952125" y="3824168"/>
            <a:ext cx="362313" cy="361971"/>
            <a:chOff x="1952125" y="3824168"/>
            <a:chExt cx="362313" cy="361971"/>
          </a:xfrm>
          <a:solidFill>
            <a:srgbClr val="046A38"/>
          </a:solidFill>
        </p:grpSpPr>
        <p:sp>
          <p:nvSpPr>
            <p:cNvPr id="875" name="Graphic 4">
              <a:extLst>
                <a:ext uri="{FF2B5EF4-FFF2-40B4-BE49-F238E27FC236}">
                  <a16:creationId xmlns:a16="http://schemas.microsoft.com/office/drawing/2014/main" id="{5E67D6D0-DEE0-6844-8273-B92678B168DE}"/>
                </a:ext>
              </a:extLst>
            </p:cNvPr>
            <p:cNvSpPr/>
            <p:nvPr/>
          </p:nvSpPr>
          <p:spPr>
            <a:xfrm>
              <a:off x="2121459" y="4099317"/>
              <a:ext cx="7028" cy="9575"/>
            </a:xfrm>
            <a:custGeom>
              <a:avLst/>
              <a:gdLst>
                <a:gd name="connsiteX0" fmla="*/ 3834 w 7028"/>
                <a:gd name="connsiteY0" fmla="*/ 0 h 9575"/>
                <a:gd name="connsiteX1" fmla="*/ 0 w 7028"/>
                <a:gd name="connsiteY1" fmla="*/ 9576 h 9575"/>
                <a:gd name="connsiteX2" fmla="*/ 3834 w 7028"/>
                <a:gd name="connsiteY2" fmla="*/ 9576 h 9575"/>
                <a:gd name="connsiteX3" fmla="*/ 7029 w 7028"/>
                <a:gd name="connsiteY3" fmla="*/ 0 h 9575"/>
              </a:gdLst>
              <a:ahLst/>
              <a:cxnLst>
                <a:cxn ang="0">
                  <a:pos x="connsiteX0" y="connsiteY0"/>
                </a:cxn>
                <a:cxn ang="0">
                  <a:pos x="connsiteX1" y="connsiteY1"/>
                </a:cxn>
                <a:cxn ang="0">
                  <a:pos x="connsiteX2" y="connsiteY2"/>
                </a:cxn>
                <a:cxn ang="0">
                  <a:pos x="connsiteX3" y="connsiteY3"/>
                </a:cxn>
              </a:cxnLst>
              <a:rect l="l" t="t" r="r" b="b"/>
              <a:pathLst>
                <a:path w="7028" h="9575">
                  <a:moveTo>
                    <a:pt x="3834" y="0"/>
                  </a:moveTo>
                  <a:lnTo>
                    <a:pt x="0" y="9576"/>
                  </a:lnTo>
                  <a:lnTo>
                    <a:pt x="3834" y="9576"/>
                  </a:lnTo>
                  <a:lnTo>
                    <a:pt x="7029" y="0"/>
                  </a:lnTo>
                  <a:close/>
                </a:path>
              </a:pathLst>
            </a:custGeom>
            <a:solidFill>
              <a:srgbClr val="046A38"/>
            </a:solidFill>
            <a:ln w="6390" cap="flat">
              <a:noFill/>
              <a:prstDash val="solid"/>
              <a:miter/>
            </a:ln>
          </p:spPr>
          <p:txBody>
            <a:bodyPr rtlCol="0" anchor="ctr"/>
            <a:lstStyle/>
            <a:p>
              <a:endParaRPr lang="en-US"/>
            </a:p>
          </p:txBody>
        </p:sp>
        <p:sp>
          <p:nvSpPr>
            <p:cNvPr id="876" name="Graphic 4">
              <a:extLst>
                <a:ext uri="{FF2B5EF4-FFF2-40B4-BE49-F238E27FC236}">
                  <a16:creationId xmlns:a16="http://schemas.microsoft.com/office/drawing/2014/main" id="{BC2BE301-3528-AB4F-8D15-2587AF07EF54}"/>
                </a:ext>
              </a:extLst>
            </p:cNvPr>
            <p:cNvSpPr/>
            <p:nvPr/>
          </p:nvSpPr>
          <p:spPr>
            <a:xfrm>
              <a:off x="2139350" y="4099317"/>
              <a:ext cx="74123" cy="9575"/>
            </a:xfrm>
            <a:custGeom>
              <a:avLst/>
              <a:gdLst>
                <a:gd name="connsiteX0" fmla="*/ 69011 w 74123"/>
                <a:gd name="connsiteY0" fmla="*/ 0 h 9575"/>
                <a:gd name="connsiteX1" fmla="*/ 3195 w 74123"/>
                <a:gd name="connsiteY1" fmla="*/ 0 h 9575"/>
                <a:gd name="connsiteX2" fmla="*/ 0 w 74123"/>
                <a:gd name="connsiteY2" fmla="*/ 9576 h 9575"/>
                <a:gd name="connsiteX3" fmla="*/ 69650 w 74123"/>
                <a:gd name="connsiteY3" fmla="*/ 9576 h 9575"/>
                <a:gd name="connsiteX4" fmla="*/ 74123 w 74123"/>
                <a:gd name="connsiteY4" fmla="*/ 5107 h 9575"/>
                <a:gd name="connsiteX5" fmla="*/ 69011 w 74123"/>
                <a:gd name="connsiteY5" fmla="*/ 0 h 9575"/>
                <a:gd name="connsiteX6" fmla="*/ 69011 w 74123"/>
                <a:gd name="connsiteY6" fmla="*/ 0 h 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123" h="9575">
                  <a:moveTo>
                    <a:pt x="69011" y="0"/>
                  </a:moveTo>
                  <a:lnTo>
                    <a:pt x="3195" y="0"/>
                  </a:lnTo>
                  <a:lnTo>
                    <a:pt x="0" y="9576"/>
                  </a:lnTo>
                  <a:lnTo>
                    <a:pt x="69650" y="9576"/>
                  </a:lnTo>
                  <a:cubicBezTo>
                    <a:pt x="72206" y="9576"/>
                    <a:pt x="74123" y="7661"/>
                    <a:pt x="74123" y="5107"/>
                  </a:cubicBezTo>
                  <a:cubicBezTo>
                    <a:pt x="73484" y="2554"/>
                    <a:pt x="71567" y="0"/>
                    <a:pt x="69011" y="0"/>
                  </a:cubicBezTo>
                  <a:lnTo>
                    <a:pt x="69011" y="0"/>
                  </a:lnTo>
                  <a:close/>
                </a:path>
              </a:pathLst>
            </a:custGeom>
            <a:solidFill>
              <a:srgbClr val="046A38"/>
            </a:solidFill>
            <a:ln w="6390" cap="flat">
              <a:noFill/>
              <a:prstDash val="solid"/>
              <a:miter/>
            </a:ln>
          </p:spPr>
          <p:txBody>
            <a:bodyPr rtlCol="0" anchor="ctr"/>
            <a:lstStyle/>
            <a:p>
              <a:endParaRPr lang="en-US"/>
            </a:p>
          </p:txBody>
        </p:sp>
        <p:sp>
          <p:nvSpPr>
            <p:cNvPr id="877" name="Graphic 4">
              <a:extLst>
                <a:ext uri="{FF2B5EF4-FFF2-40B4-BE49-F238E27FC236}">
                  <a16:creationId xmlns:a16="http://schemas.microsoft.com/office/drawing/2014/main" id="{1442D7F0-A503-8343-9C0E-DB84B0A0B019}"/>
                </a:ext>
              </a:extLst>
            </p:cNvPr>
            <p:cNvSpPr/>
            <p:nvPr/>
          </p:nvSpPr>
          <p:spPr>
            <a:xfrm>
              <a:off x="2054833" y="4099317"/>
              <a:ext cx="5281" cy="8937"/>
            </a:xfrm>
            <a:custGeom>
              <a:avLst/>
              <a:gdLst>
                <a:gd name="connsiteX0" fmla="*/ 2087 w 5281"/>
                <a:gd name="connsiteY0" fmla="*/ 8938 h 8937"/>
                <a:gd name="connsiteX1" fmla="*/ 5282 w 5281"/>
                <a:gd name="connsiteY1" fmla="*/ 0 h 8937"/>
                <a:gd name="connsiteX2" fmla="*/ 4643 w 5281"/>
                <a:gd name="connsiteY2" fmla="*/ 0 h 8937"/>
                <a:gd name="connsiteX3" fmla="*/ 170 w 5281"/>
                <a:gd name="connsiteY3" fmla="*/ 4469 h 8937"/>
                <a:gd name="connsiteX4" fmla="*/ 2087 w 5281"/>
                <a:gd name="connsiteY4" fmla="*/ 8938 h 8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81" h="8937">
                  <a:moveTo>
                    <a:pt x="2087" y="8938"/>
                  </a:moveTo>
                  <a:lnTo>
                    <a:pt x="5282" y="0"/>
                  </a:lnTo>
                  <a:lnTo>
                    <a:pt x="4643" y="0"/>
                  </a:lnTo>
                  <a:cubicBezTo>
                    <a:pt x="2087" y="0"/>
                    <a:pt x="170" y="1915"/>
                    <a:pt x="170" y="4469"/>
                  </a:cubicBezTo>
                  <a:cubicBezTo>
                    <a:pt x="-469" y="6384"/>
                    <a:pt x="809" y="8299"/>
                    <a:pt x="2087" y="8938"/>
                  </a:cubicBezTo>
                  <a:close/>
                </a:path>
              </a:pathLst>
            </a:custGeom>
            <a:solidFill>
              <a:srgbClr val="046A38"/>
            </a:solidFill>
            <a:ln w="6390" cap="flat">
              <a:noFill/>
              <a:prstDash val="solid"/>
              <a:miter/>
            </a:ln>
          </p:spPr>
          <p:txBody>
            <a:bodyPr rtlCol="0" anchor="ctr"/>
            <a:lstStyle/>
            <a:p>
              <a:endParaRPr lang="en-US"/>
            </a:p>
          </p:txBody>
        </p:sp>
        <p:sp>
          <p:nvSpPr>
            <p:cNvPr id="878" name="Graphic 4">
              <a:extLst>
                <a:ext uri="{FF2B5EF4-FFF2-40B4-BE49-F238E27FC236}">
                  <a16:creationId xmlns:a16="http://schemas.microsoft.com/office/drawing/2014/main" id="{6A1C2C87-42E0-9947-88A2-70B22D20494F}"/>
                </a:ext>
              </a:extLst>
            </p:cNvPr>
            <p:cNvSpPr/>
            <p:nvPr/>
          </p:nvSpPr>
          <p:spPr>
            <a:xfrm>
              <a:off x="2104845" y="4099317"/>
              <a:ext cx="7028" cy="9575"/>
            </a:xfrm>
            <a:custGeom>
              <a:avLst/>
              <a:gdLst>
                <a:gd name="connsiteX0" fmla="*/ 3195 w 7028"/>
                <a:gd name="connsiteY0" fmla="*/ 0 h 9575"/>
                <a:gd name="connsiteX1" fmla="*/ 0 w 7028"/>
                <a:gd name="connsiteY1" fmla="*/ 9576 h 9575"/>
                <a:gd name="connsiteX2" fmla="*/ 3195 w 7028"/>
                <a:gd name="connsiteY2" fmla="*/ 9576 h 9575"/>
                <a:gd name="connsiteX3" fmla="*/ 7029 w 7028"/>
                <a:gd name="connsiteY3" fmla="*/ 0 h 9575"/>
              </a:gdLst>
              <a:ahLst/>
              <a:cxnLst>
                <a:cxn ang="0">
                  <a:pos x="connsiteX0" y="connsiteY0"/>
                </a:cxn>
                <a:cxn ang="0">
                  <a:pos x="connsiteX1" y="connsiteY1"/>
                </a:cxn>
                <a:cxn ang="0">
                  <a:pos x="connsiteX2" y="connsiteY2"/>
                </a:cxn>
                <a:cxn ang="0">
                  <a:pos x="connsiteX3" y="connsiteY3"/>
                </a:cxn>
              </a:cxnLst>
              <a:rect l="l" t="t" r="r" b="b"/>
              <a:pathLst>
                <a:path w="7028" h="9575">
                  <a:moveTo>
                    <a:pt x="3195" y="0"/>
                  </a:moveTo>
                  <a:lnTo>
                    <a:pt x="0" y="9576"/>
                  </a:lnTo>
                  <a:lnTo>
                    <a:pt x="3195" y="9576"/>
                  </a:lnTo>
                  <a:lnTo>
                    <a:pt x="7029" y="0"/>
                  </a:lnTo>
                  <a:close/>
                </a:path>
              </a:pathLst>
            </a:custGeom>
            <a:solidFill>
              <a:srgbClr val="046A38"/>
            </a:solidFill>
            <a:ln w="6390" cap="flat">
              <a:noFill/>
              <a:prstDash val="solid"/>
              <a:miter/>
            </a:ln>
          </p:spPr>
          <p:txBody>
            <a:bodyPr rtlCol="0" anchor="ctr"/>
            <a:lstStyle/>
            <a:p>
              <a:endParaRPr lang="en-US"/>
            </a:p>
          </p:txBody>
        </p:sp>
        <p:sp>
          <p:nvSpPr>
            <p:cNvPr id="879" name="Graphic 4">
              <a:extLst>
                <a:ext uri="{FF2B5EF4-FFF2-40B4-BE49-F238E27FC236}">
                  <a16:creationId xmlns:a16="http://schemas.microsoft.com/office/drawing/2014/main" id="{08D585B9-2EDF-7D4B-8864-CB9AB1798FFA}"/>
                </a:ext>
              </a:extLst>
            </p:cNvPr>
            <p:cNvSpPr/>
            <p:nvPr/>
          </p:nvSpPr>
          <p:spPr>
            <a:xfrm>
              <a:off x="2087592" y="4099317"/>
              <a:ext cx="7028" cy="9575"/>
            </a:xfrm>
            <a:custGeom>
              <a:avLst/>
              <a:gdLst>
                <a:gd name="connsiteX0" fmla="*/ 3195 w 7028"/>
                <a:gd name="connsiteY0" fmla="*/ 0 h 9575"/>
                <a:gd name="connsiteX1" fmla="*/ 0 w 7028"/>
                <a:gd name="connsiteY1" fmla="*/ 9576 h 9575"/>
                <a:gd name="connsiteX2" fmla="*/ 3195 w 7028"/>
                <a:gd name="connsiteY2" fmla="*/ 9576 h 9575"/>
                <a:gd name="connsiteX3" fmla="*/ 7029 w 7028"/>
                <a:gd name="connsiteY3" fmla="*/ 0 h 9575"/>
              </a:gdLst>
              <a:ahLst/>
              <a:cxnLst>
                <a:cxn ang="0">
                  <a:pos x="connsiteX0" y="connsiteY0"/>
                </a:cxn>
                <a:cxn ang="0">
                  <a:pos x="connsiteX1" y="connsiteY1"/>
                </a:cxn>
                <a:cxn ang="0">
                  <a:pos x="connsiteX2" y="connsiteY2"/>
                </a:cxn>
                <a:cxn ang="0">
                  <a:pos x="connsiteX3" y="connsiteY3"/>
                </a:cxn>
              </a:cxnLst>
              <a:rect l="l" t="t" r="r" b="b"/>
              <a:pathLst>
                <a:path w="7028" h="9575">
                  <a:moveTo>
                    <a:pt x="3195" y="0"/>
                  </a:moveTo>
                  <a:lnTo>
                    <a:pt x="0" y="9576"/>
                  </a:lnTo>
                  <a:lnTo>
                    <a:pt x="3195" y="9576"/>
                  </a:lnTo>
                  <a:lnTo>
                    <a:pt x="7029" y="0"/>
                  </a:lnTo>
                  <a:close/>
                </a:path>
              </a:pathLst>
            </a:custGeom>
            <a:solidFill>
              <a:srgbClr val="046A38"/>
            </a:solidFill>
            <a:ln w="6390" cap="flat">
              <a:noFill/>
              <a:prstDash val="solid"/>
              <a:miter/>
            </a:ln>
          </p:spPr>
          <p:txBody>
            <a:bodyPr rtlCol="0" anchor="ctr"/>
            <a:lstStyle/>
            <a:p>
              <a:endParaRPr lang="en-US"/>
            </a:p>
          </p:txBody>
        </p:sp>
        <p:sp>
          <p:nvSpPr>
            <p:cNvPr id="880" name="Graphic 4">
              <a:extLst>
                <a:ext uri="{FF2B5EF4-FFF2-40B4-BE49-F238E27FC236}">
                  <a16:creationId xmlns:a16="http://schemas.microsoft.com/office/drawing/2014/main" id="{871B5D62-485F-D24E-8E17-47687B4425B6}"/>
                </a:ext>
              </a:extLst>
            </p:cNvPr>
            <p:cNvSpPr/>
            <p:nvPr/>
          </p:nvSpPr>
          <p:spPr>
            <a:xfrm>
              <a:off x="2070339" y="4099317"/>
              <a:ext cx="7028" cy="9575"/>
            </a:xfrm>
            <a:custGeom>
              <a:avLst/>
              <a:gdLst>
                <a:gd name="connsiteX0" fmla="*/ 3834 w 7028"/>
                <a:gd name="connsiteY0" fmla="*/ 0 h 9575"/>
                <a:gd name="connsiteX1" fmla="*/ 0 w 7028"/>
                <a:gd name="connsiteY1" fmla="*/ 9576 h 9575"/>
                <a:gd name="connsiteX2" fmla="*/ 3834 w 7028"/>
                <a:gd name="connsiteY2" fmla="*/ 9576 h 9575"/>
                <a:gd name="connsiteX3" fmla="*/ 7029 w 7028"/>
                <a:gd name="connsiteY3" fmla="*/ 0 h 9575"/>
              </a:gdLst>
              <a:ahLst/>
              <a:cxnLst>
                <a:cxn ang="0">
                  <a:pos x="connsiteX0" y="connsiteY0"/>
                </a:cxn>
                <a:cxn ang="0">
                  <a:pos x="connsiteX1" y="connsiteY1"/>
                </a:cxn>
                <a:cxn ang="0">
                  <a:pos x="connsiteX2" y="connsiteY2"/>
                </a:cxn>
                <a:cxn ang="0">
                  <a:pos x="connsiteX3" y="connsiteY3"/>
                </a:cxn>
              </a:cxnLst>
              <a:rect l="l" t="t" r="r" b="b"/>
              <a:pathLst>
                <a:path w="7028" h="9575">
                  <a:moveTo>
                    <a:pt x="3834" y="0"/>
                  </a:moveTo>
                  <a:lnTo>
                    <a:pt x="0" y="9576"/>
                  </a:lnTo>
                  <a:lnTo>
                    <a:pt x="3834" y="9576"/>
                  </a:lnTo>
                  <a:lnTo>
                    <a:pt x="7029" y="0"/>
                  </a:lnTo>
                  <a:close/>
                </a:path>
              </a:pathLst>
            </a:custGeom>
            <a:solidFill>
              <a:srgbClr val="046A38"/>
            </a:solidFill>
            <a:ln w="6390" cap="flat">
              <a:noFill/>
              <a:prstDash val="solid"/>
              <a:miter/>
            </a:ln>
          </p:spPr>
          <p:txBody>
            <a:bodyPr rtlCol="0" anchor="ctr"/>
            <a:lstStyle/>
            <a:p>
              <a:endParaRPr lang="en-US"/>
            </a:p>
          </p:txBody>
        </p:sp>
        <p:sp>
          <p:nvSpPr>
            <p:cNvPr id="881" name="Graphic 4">
              <a:extLst>
                <a:ext uri="{FF2B5EF4-FFF2-40B4-BE49-F238E27FC236}">
                  <a16:creationId xmlns:a16="http://schemas.microsoft.com/office/drawing/2014/main" id="{2D677B5D-A1CA-B440-8C7F-01837D3EB019}"/>
                </a:ext>
              </a:extLst>
            </p:cNvPr>
            <p:cNvSpPr/>
            <p:nvPr/>
          </p:nvSpPr>
          <p:spPr>
            <a:xfrm>
              <a:off x="2053086" y="3900137"/>
              <a:ext cx="159109" cy="159599"/>
            </a:xfrm>
            <a:custGeom>
              <a:avLst/>
              <a:gdLst>
                <a:gd name="connsiteX0" fmla="*/ 144413 w 159109"/>
                <a:gd name="connsiteY0" fmla="*/ 67032 h 159599"/>
                <a:gd name="connsiteX1" fmla="*/ 135467 w 159109"/>
                <a:gd name="connsiteY1" fmla="*/ 44688 h 159599"/>
                <a:gd name="connsiteX2" fmla="*/ 136106 w 159109"/>
                <a:gd name="connsiteY2" fmla="*/ 37027 h 159599"/>
                <a:gd name="connsiteX3" fmla="*/ 143135 w 159109"/>
                <a:gd name="connsiteY3" fmla="*/ 30005 h 159599"/>
                <a:gd name="connsiteX4" fmla="*/ 131633 w 159109"/>
                <a:gd name="connsiteY4" fmla="*/ 18514 h 159599"/>
                <a:gd name="connsiteX5" fmla="*/ 125243 w 159109"/>
                <a:gd name="connsiteY5" fmla="*/ 24898 h 159599"/>
                <a:gd name="connsiteX6" fmla="*/ 116936 w 159109"/>
                <a:gd name="connsiteY6" fmla="*/ 25536 h 159599"/>
                <a:gd name="connsiteX7" fmla="*/ 94571 w 159109"/>
                <a:gd name="connsiteY7" fmla="*/ 15960 h 159599"/>
                <a:gd name="connsiteX8" fmla="*/ 89459 w 159109"/>
                <a:gd name="connsiteY8" fmla="*/ 9576 h 159599"/>
                <a:gd name="connsiteX9" fmla="*/ 89459 w 159109"/>
                <a:gd name="connsiteY9" fmla="*/ 0 h 159599"/>
                <a:gd name="connsiteX10" fmla="*/ 72845 w 159109"/>
                <a:gd name="connsiteY10" fmla="*/ 0 h 159599"/>
                <a:gd name="connsiteX11" fmla="*/ 72845 w 159109"/>
                <a:gd name="connsiteY11" fmla="*/ 10215 h 159599"/>
                <a:gd name="connsiteX12" fmla="*/ 67733 w 159109"/>
                <a:gd name="connsiteY12" fmla="*/ 16599 h 159599"/>
                <a:gd name="connsiteX13" fmla="*/ 45369 w 159109"/>
                <a:gd name="connsiteY13" fmla="*/ 25536 h 159599"/>
                <a:gd name="connsiteX14" fmla="*/ 37701 w 159109"/>
                <a:gd name="connsiteY14" fmla="*/ 24898 h 159599"/>
                <a:gd name="connsiteX15" fmla="*/ 30672 w 159109"/>
                <a:gd name="connsiteY15" fmla="*/ 17875 h 159599"/>
                <a:gd name="connsiteX16" fmla="*/ 18531 w 159109"/>
                <a:gd name="connsiteY16" fmla="*/ 29367 h 159599"/>
                <a:gd name="connsiteX17" fmla="*/ 24921 w 159109"/>
                <a:gd name="connsiteY17" fmla="*/ 35751 h 159599"/>
                <a:gd name="connsiteX18" fmla="*/ 25560 w 159109"/>
                <a:gd name="connsiteY18" fmla="*/ 44050 h 159599"/>
                <a:gd name="connsiteX19" fmla="*/ 15975 w 159109"/>
                <a:gd name="connsiteY19" fmla="*/ 65755 h 159599"/>
                <a:gd name="connsiteX20" fmla="*/ 9585 w 159109"/>
                <a:gd name="connsiteY20" fmla="*/ 70862 h 159599"/>
                <a:gd name="connsiteX21" fmla="*/ 0 w 159109"/>
                <a:gd name="connsiteY21" fmla="*/ 70862 h 159599"/>
                <a:gd name="connsiteX22" fmla="*/ 0 w 159109"/>
                <a:gd name="connsiteY22" fmla="*/ 87461 h 159599"/>
                <a:gd name="connsiteX23" fmla="*/ 9585 w 159109"/>
                <a:gd name="connsiteY23" fmla="*/ 87461 h 159599"/>
                <a:gd name="connsiteX24" fmla="*/ 15975 w 159109"/>
                <a:gd name="connsiteY24" fmla="*/ 92568 h 159599"/>
                <a:gd name="connsiteX25" fmla="*/ 24921 w 159109"/>
                <a:gd name="connsiteY25" fmla="*/ 114912 h 159599"/>
                <a:gd name="connsiteX26" fmla="*/ 24282 w 159109"/>
                <a:gd name="connsiteY26" fmla="*/ 122573 h 159599"/>
                <a:gd name="connsiteX27" fmla="*/ 17253 w 159109"/>
                <a:gd name="connsiteY27" fmla="*/ 129595 h 159599"/>
                <a:gd name="connsiteX28" fmla="*/ 28755 w 159109"/>
                <a:gd name="connsiteY28" fmla="*/ 141086 h 159599"/>
                <a:gd name="connsiteX29" fmla="*/ 35145 w 159109"/>
                <a:gd name="connsiteY29" fmla="*/ 134702 h 159599"/>
                <a:gd name="connsiteX30" fmla="*/ 43452 w 159109"/>
                <a:gd name="connsiteY30" fmla="*/ 134064 h 159599"/>
                <a:gd name="connsiteX31" fmla="*/ 65177 w 159109"/>
                <a:gd name="connsiteY31" fmla="*/ 143640 h 159599"/>
                <a:gd name="connsiteX32" fmla="*/ 70289 w 159109"/>
                <a:gd name="connsiteY32" fmla="*/ 150024 h 159599"/>
                <a:gd name="connsiteX33" fmla="*/ 70289 w 159109"/>
                <a:gd name="connsiteY33" fmla="*/ 159600 h 159599"/>
                <a:gd name="connsiteX34" fmla="*/ 86903 w 159109"/>
                <a:gd name="connsiteY34" fmla="*/ 159600 h 159599"/>
                <a:gd name="connsiteX35" fmla="*/ 86903 w 159109"/>
                <a:gd name="connsiteY35" fmla="*/ 150024 h 159599"/>
                <a:gd name="connsiteX36" fmla="*/ 92015 w 159109"/>
                <a:gd name="connsiteY36" fmla="*/ 143640 h 159599"/>
                <a:gd name="connsiteX37" fmla="*/ 114380 w 159109"/>
                <a:gd name="connsiteY37" fmla="*/ 134702 h 159599"/>
                <a:gd name="connsiteX38" fmla="*/ 122048 w 159109"/>
                <a:gd name="connsiteY38" fmla="*/ 135341 h 159599"/>
                <a:gd name="connsiteX39" fmla="*/ 129077 w 159109"/>
                <a:gd name="connsiteY39" fmla="*/ 142363 h 159599"/>
                <a:gd name="connsiteX40" fmla="*/ 140579 w 159109"/>
                <a:gd name="connsiteY40" fmla="*/ 130872 h 159599"/>
                <a:gd name="connsiteX41" fmla="*/ 134189 w 159109"/>
                <a:gd name="connsiteY41" fmla="*/ 124488 h 159599"/>
                <a:gd name="connsiteX42" fmla="*/ 133550 w 159109"/>
                <a:gd name="connsiteY42" fmla="*/ 116189 h 159599"/>
                <a:gd name="connsiteX43" fmla="*/ 143135 w 159109"/>
                <a:gd name="connsiteY43" fmla="*/ 93845 h 159599"/>
                <a:gd name="connsiteX44" fmla="*/ 149525 w 159109"/>
                <a:gd name="connsiteY44" fmla="*/ 88738 h 159599"/>
                <a:gd name="connsiteX45" fmla="*/ 159110 w 159109"/>
                <a:gd name="connsiteY45" fmla="*/ 88738 h 159599"/>
                <a:gd name="connsiteX46" fmla="*/ 159110 w 159109"/>
                <a:gd name="connsiteY46" fmla="*/ 72139 h 159599"/>
                <a:gd name="connsiteX47" fmla="*/ 149525 w 159109"/>
                <a:gd name="connsiteY47" fmla="*/ 72139 h 159599"/>
                <a:gd name="connsiteX48" fmla="*/ 144413 w 159109"/>
                <a:gd name="connsiteY48" fmla="*/ 67032 h 159599"/>
                <a:gd name="connsiteX49" fmla="*/ 80513 w 159109"/>
                <a:gd name="connsiteY49" fmla="*/ 125765 h 159599"/>
                <a:gd name="connsiteX50" fmla="*/ 34506 w 159109"/>
                <a:gd name="connsiteY50" fmla="*/ 80438 h 159599"/>
                <a:gd name="connsiteX51" fmla="*/ 79874 w 159109"/>
                <a:gd name="connsiteY51" fmla="*/ 34474 h 159599"/>
                <a:gd name="connsiteX52" fmla="*/ 125882 w 159109"/>
                <a:gd name="connsiteY52" fmla="*/ 79800 h 159599"/>
                <a:gd name="connsiteX53" fmla="*/ 125882 w 159109"/>
                <a:gd name="connsiteY53" fmla="*/ 79800 h 159599"/>
                <a:gd name="connsiteX54" fmla="*/ 80513 w 159109"/>
                <a:gd name="connsiteY54" fmla="*/ 125765 h 15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59109" h="159599">
                  <a:moveTo>
                    <a:pt x="144413" y="67032"/>
                  </a:moveTo>
                  <a:cubicBezTo>
                    <a:pt x="142496" y="59371"/>
                    <a:pt x="139940" y="51710"/>
                    <a:pt x="135467" y="44688"/>
                  </a:cubicBezTo>
                  <a:cubicBezTo>
                    <a:pt x="133550" y="42135"/>
                    <a:pt x="134189" y="38943"/>
                    <a:pt x="136106" y="37027"/>
                  </a:cubicBezTo>
                  <a:lnTo>
                    <a:pt x="143135" y="30005"/>
                  </a:lnTo>
                  <a:lnTo>
                    <a:pt x="131633" y="18514"/>
                  </a:lnTo>
                  <a:lnTo>
                    <a:pt x="125243" y="24898"/>
                  </a:lnTo>
                  <a:cubicBezTo>
                    <a:pt x="123326" y="26813"/>
                    <a:pt x="119492" y="27451"/>
                    <a:pt x="116936" y="25536"/>
                  </a:cubicBezTo>
                  <a:cubicBezTo>
                    <a:pt x="109907" y="21067"/>
                    <a:pt x="102878" y="17875"/>
                    <a:pt x="94571" y="15960"/>
                  </a:cubicBezTo>
                  <a:cubicBezTo>
                    <a:pt x="91376" y="15322"/>
                    <a:pt x="89459" y="12768"/>
                    <a:pt x="89459" y="9576"/>
                  </a:cubicBezTo>
                  <a:lnTo>
                    <a:pt x="89459" y="0"/>
                  </a:lnTo>
                  <a:lnTo>
                    <a:pt x="72845" y="0"/>
                  </a:lnTo>
                  <a:lnTo>
                    <a:pt x="72845" y="10215"/>
                  </a:lnTo>
                  <a:cubicBezTo>
                    <a:pt x="72845" y="13407"/>
                    <a:pt x="70928" y="15960"/>
                    <a:pt x="67733" y="16599"/>
                  </a:cubicBezTo>
                  <a:cubicBezTo>
                    <a:pt x="60066" y="18514"/>
                    <a:pt x="52398" y="21067"/>
                    <a:pt x="45369" y="25536"/>
                  </a:cubicBezTo>
                  <a:cubicBezTo>
                    <a:pt x="42813" y="26813"/>
                    <a:pt x="39618" y="26813"/>
                    <a:pt x="37701" y="24898"/>
                  </a:cubicBezTo>
                  <a:lnTo>
                    <a:pt x="30672" y="17875"/>
                  </a:lnTo>
                  <a:lnTo>
                    <a:pt x="18531" y="29367"/>
                  </a:lnTo>
                  <a:lnTo>
                    <a:pt x="24921" y="35751"/>
                  </a:lnTo>
                  <a:cubicBezTo>
                    <a:pt x="26838" y="37666"/>
                    <a:pt x="27477" y="41496"/>
                    <a:pt x="25560" y="44050"/>
                  </a:cubicBezTo>
                  <a:cubicBezTo>
                    <a:pt x="21087" y="50434"/>
                    <a:pt x="17892" y="58094"/>
                    <a:pt x="15975" y="65755"/>
                  </a:cubicBezTo>
                  <a:cubicBezTo>
                    <a:pt x="15336" y="68947"/>
                    <a:pt x="12780" y="70862"/>
                    <a:pt x="9585" y="70862"/>
                  </a:cubicBezTo>
                  <a:lnTo>
                    <a:pt x="0" y="70862"/>
                  </a:lnTo>
                  <a:lnTo>
                    <a:pt x="0" y="87461"/>
                  </a:lnTo>
                  <a:lnTo>
                    <a:pt x="9585" y="87461"/>
                  </a:lnTo>
                  <a:cubicBezTo>
                    <a:pt x="12780" y="87461"/>
                    <a:pt x="15336" y="89376"/>
                    <a:pt x="15975" y="92568"/>
                  </a:cubicBezTo>
                  <a:cubicBezTo>
                    <a:pt x="17892" y="100229"/>
                    <a:pt x="20448" y="107889"/>
                    <a:pt x="24921" y="114912"/>
                  </a:cubicBezTo>
                  <a:cubicBezTo>
                    <a:pt x="26838" y="117465"/>
                    <a:pt x="26199" y="120657"/>
                    <a:pt x="24282" y="122573"/>
                  </a:cubicBezTo>
                  <a:lnTo>
                    <a:pt x="17253" y="129595"/>
                  </a:lnTo>
                  <a:lnTo>
                    <a:pt x="28755" y="141086"/>
                  </a:lnTo>
                  <a:lnTo>
                    <a:pt x="35145" y="134702"/>
                  </a:lnTo>
                  <a:cubicBezTo>
                    <a:pt x="37062" y="132787"/>
                    <a:pt x="40896" y="132149"/>
                    <a:pt x="43452" y="134064"/>
                  </a:cubicBezTo>
                  <a:cubicBezTo>
                    <a:pt x="49842" y="138533"/>
                    <a:pt x="57509" y="141724"/>
                    <a:pt x="65177" y="143640"/>
                  </a:cubicBezTo>
                  <a:cubicBezTo>
                    <a:pt x="68372" y="144278"/>
                    <a:pt x="70289" y="146832"/>
                    <a:pt x="70289" y="150024"/>
                  </a:cubicBezTo>
                  <a:lnTo>
                    <a:pt x="70289" y="159600"/>
                  </a:lnTo>
                  <a:lnTo>
                    <a:pt x="86903" y="159600"/>
                  </a:lnTo>
                  <a:lnTo>
                    <a:pt x="86903" y="150024"/>
                  </a:lnTo>
                  <a:cubicBezTo>
                    <a:pt x="86903" y="146832"/>
                    <a:pt x="88820" y="144278"/>
                    <a:pt x="92015" y="143640"/>
                  </a:cubicBezTo>
                  <a:cubicBezTo>
                    <a:pt x="99683" y="141724"/>
                    <a:pt x="107351" y="139171"/>
                    <a:pt x="114380" y="134702"/>
                  </a:cubicBezTo>
                  <a:cubicBezTo>
                    <a:pt x="116936" y="132787"/>
                    <a:pt x="120131" y="133425"/>
                    <a:pt x="122048" y="135341"/>
                  </a:cubicBezTo>
                  <a:lnTo>
                    <a:pt x="129077" y="142363"/>
                  </a:lnTo>
                  <a:lnTo>
                    <a:pt x="140579" y="130872"/>
                  </a:lnTo>
                  <a:lnTo>
                    <a:pt x="134189" y="124488"/>
                  </a:lnTo>
                  <a:cubicBezTo>
                    <a:pt x="132272" y="122573"/>
                    <a:pt x="131633" y="118742"/>
                    <a:pt x="133550" y="116189"/>
                  </a:cubicBezTo>
                  <a:cubicBezTo>
                    <a:pt x="138023" y="109805"/>
                    <a:pt x="141218" y="102144"/>
                    <a:pt x="143135" y="93845"/>
                  </a:cubicBezTo>
                  <a:cubicBezTo>
                    <a:pt x="143774" y="90653"/>
                    <a:pt x="146330" y="88738"/>
                    <a:pt x="149525" y="88738"/>
                  </a:cubicBezTo>
                  <a:lnTo>
                    <a:pt x="159110" y="88738"/>
                  </a:lnTo>
                  <a:lnTo>
                    <a:pt x="159110" y="72139"/>
                  </a:lnTo>
                  <a:lnTo>
                    <a:pt x="149525" y="72139"/>
                  </a:lnTo>
                  <a:cubicBezTo>
                    <a:pt x="147608" y="72778"/>
                    <a:pt x="145052" y="70224"/>
                    <a:pt x="144413" y="67032"/>
                  </a:cubicBezTo>
                  <a:close/>
                  <a:moveTo>
                    <a:pt x="80513" y="125765"/>
                  </a:moveTo>
                  <a:cubicBezTo>
                    <a:pt x="55593" y="125765"/>
                    <a:pt x="34506" y="105336"/>
                    <a:pt x="34506" y="80438"/>
                  </a:cubicBezTo>
                  <a:cubicBezTo>
                    <a:pt x="34506" y="55541"/>
                    <a:pt x="54954" y="34474"/>
                    <a:pt x="79874" y="34474"/>
                  </a:cubicBezTo>
                  <a:cubicBezTo>
                    <a:pt x="104795" y="34474"/>
                    <a:pt x="125882" y="54902"/>
                    <a:pt x="125882" y="79800"/>
                  </a:cubicBezTo>
                  <a:cubicBezTo>
                    <a:pt x="125882" y="79800"/>
                    <a:pt x="125882" y="79800"/>
                    <a:pt x="125882" y="79800"/>
                  </a:cubicBezTo>
                  <a:cubicBezTo>
                    <a:pt x="126521" y="105336"/>
                    <a:pt x="106073" y="125765"/>
                    <a:pt x="80513" y="125765"/>
                  </a:cubicBezTo>
                  <a:close/>
                </a:path>
              </a:pathLst>
            </a:custGeom>
            <a:solidFill>
              <a:srgbClr val="046A38"/>
            </a:solidFill>
            <a:ln w="6390" cap="flat">
              <a:noFill/>
              <a:prstDash val="solid"/>
              <a:miter/>
            </a:ln>
          </p:spPr>
          <p:txBody>
            <a:bodyPr rtlCol="0" anchor="ctr"/>
            <a:lstStyle/>
            <a:p>
              <a:endParaRPr lang="en-US"/>
            </a:p>
          </p:txBody>
        </p:sp>
        <p:sp>
          <p:nvSpPr>
            <p:cNvPr id="882" name="Graphic 4">
              <a:extLst>
                <a:ext uri="{FF2B5EF4-FFF2-40B4-BE49-F238E27FC236}">
                  <a16:creationId xmlns:a16="http://schemas.microsoft.com/office/drawing/2014/main" id="{454C3AB6-D6DB-0646-B763-37FCA9B09C70}"/>
                </a:ext>
              </a:extLst>
            </p:cNvPr>
            <p:cNvSpPr/>
            <p:nvPr/>
          </p:nvSpPr>
          <p:spPr>
            <a:xfrm>
              <a:off x="1952125" y="3824168"/>
              <a:ext cx="362313" cy="361971"/>
            </a:xfrm>
            <a:custGeom>
              <a:avLst/>
              <a:gdLst>
                <a:gd name="connsiteX0" fmla="*/ 181474 w 362313"/>
                <a:gd name="connsiteY0" fmla="*/ 0 h 361971"/>
                <a:gd name="connsiteX1" fmla="*/ 0 w 362313"/>
                <a:gd name="connsiteY1" fmla="*/ 180667 h 361971"/>
                <a:gd name="connsiteX2" fmla="*/ 180835 w 362313"/>
                <a:gd name="connsiteY2" fmla="*/ 361971 h 361971"/>
                <a:gd name="connsiteX3" fmla="*/ 362310 w 362313"/>
                <a:gd name="connsiteY3" fmla="*/ 181305 h 361971"/>
                <a:gd name="connsiteX4" fmla="*/ 362310 w 362313"/>
                <a:gd name="connsiteY4" fmla="*/ 181305 h 361971"/>
                <a:gd name="connsiteX5" fmla="*/ 181474 w 362313"/>
                <a:gd name="connsiteY5" fmla="*/ 0 h 361971"/>
                <a:gd name="connsiteX6" fmla="*/ 256237 w 362313"/>
                <a:gd name="connsiteY6" fmla="*/ 297493 h 361971"/>
                <a:gd name="connsiteX7" fmla="*/ 107351 w 362313"/>
                <a:gd name="connsiteY7" fmla="*/ 297493 h 361971"/>
                <a:gd name="connsiteX8" fmla="*/ 90098 w 362313"/>
                <a:gd name="connsiteY8" fmla="*/ 280257 h 361971"/>
                <a:gd name="connsiteX9" fmla="*/ 107351 w 362313"/>
                <a:gd name="connsiteY9" fmla="*/ 263020 h 361971"/>
                <a:gd name="connsiteX10" fmla="*/ 256237 w 362313"/>
                <a:gd name="connsiteY10" fmla="*/ 263020 h 361971"/>
                <a:gd name="connsiteX11" fmla="*/ 273489 w 362313"/>
                <a:gd name="connsiteY11" fmla="*/ 280257 h 361971"/>
                <a:gd name="connsiteX12" fmla="*/ 256237 w 362313"/>
                <a:gd name="connsiteY12" fmla="*/ 297493 h 361971"/>
                <a:gd name="connsiteX13" fmla="*/ 273489 w 362313"/>
                <a:gd name="connsiteY13" fmla="*/ 171091 h 361971"/>
                <a:gd name="connsiteX14" fmla="*/ 267099 w 362313"/>
                <a:gd name="connsiteY14" fmla="*/ 177475 h 361971"/>
                <a:gd name="connsiteX15" fmla="*/ 256237 w 362313"/>
                <a:gd name="connsiteY15" fmla="*/ 177475 h 361971"/>
                <a:gd name="connsiteX16" fmla="*/ 249208 w 362313"/>
                <a:gd name="connsiteY16" fmla="*/ 194073 h 361971"/>
                <a:gd name="connsiteX17" fmla="*/ 256876 w 362313"/>
                <a:gd name="connsiteY17" fmla="*/ 201734 h 361971"/>
                <a:gd name="connsiteX18" fmla="*/ 256876 w 362313"/>
                <a:gd name="connsiteY18" fmla="*/ 210671 h 361971"/>
                <a:gd name="connsiteX19" fmla="*/ 236428 w 362313"/>
                <a:gd name="connsiteY19" fmla="*/ 231100 h 361971"/>
                <a:gd name="connsiteX20" fmla="*/ 227482 w 362313"/>
                <a:gd name="connsiteY20" fmla="*/ 231100 h 361971"/>
                <a:gd name="connsiteX21" fmla="*/ 219814 w 362313"/>
                <a:gd name="connsiteY21" fmla="*/ 223439 h 361971"/>
                <a:gd name="connsiteX22" fmla="*/ 203200 w 362313"/>
                <a:gd name="connsiteY22" fmla="*/ 230462 h 361971"/>
                <a:gd name="connsiteX23" fmla="*/ 203200 w 362313"/>
                <a:gd name="connsiteY23" fmla="*/ 241314 h 361971"/>
                <a:gd name="connsiteX24" fmla="*/ 196810 w 362313"/>
                <a:gd name="connsiteY24" fmla="*/ 247698 h 361971"/>
                <a:gd name="connsiteX25" fmla="*/ 167416 w 362313"/>
                <a:gd name="connsiteY25" fmla="*/ 247698 h 361971"/>
                <a:gd name="connsiteX26" fmla="*/ 161027 w 362313"/>
                <a:gd name="connsiteY26" fmla="*/ 241314 h 361971"/>
                <a:gd name="connsiteX27" fmla="*/ 161027 w 362313"/>
                <a:gd name="connsiteY27" fmla="*/ 230462 h 361971"/>
                <a:gd name="connsiteX28" fmla="*/ 144413 w 362313"/>
                <a:gd name="connsiteY28" fmla="*/ 223439 h 361971"/>
                <a:gd name="connsiteX29" fmla="*/ 136745 w 362313"/>
                <a:gd name="connsiteY29" fmla="*/ 231100 h 361971"/>
                <a:gd name="connsiteX30" fmla="*/ 127799 w 362313"/>
                <a:gd name="connsiteY30" fmla="*/ 231100 h 361971"/>
                <a:gd name="connsiteX31" fmla="*/ 107351 w 362313"/>
                <a:gd name="connsiteY31" fmla="*/ 210671 h 361971"/>
                <a:gd name="connsiteX32" fmla="*/ 105434 w 362313"/>
                <a:gd name="connsiteY32" fmla="*/ 206203 h 361971"/>
                <a:gd name="connsiteX33" fmla="*/ 107351 w 362313"/>
                <a:gd name="connsiteY33" fmla="*/ 201734 h 361971"/>
                <a:gd name="connsiteX34" fmla="*/ 115019 w 362313"/>
                <a:gd name="connsiteY34" fmla="*/ 194073 h 361971"/>
                <a:gd name="connsiteX35" fmla="*/ 107990 w 362313"/>
                <a:gd name="connsiteY35" fmla="*/ 177475 h 361971"/>
                <a:gd name="connsiteX36" fmla="*/ 97127 w 362313"/>
                <a:gd name="connsiteY36" fmla="*/ 177475 h 361971"/>
                <a:gd name="connsiteX37" fmla="*/ 90737 w 362313"/>
                <a:gd name="connsiteY37" fmla="*/ 171091 h 361971"/>
                <a:gd name="connsiteX38" fmla="*/ 90737 w 362313"/>
                <a:gd name="connsiteY38" fmla="*/ 141724 h 361971"/>
                <a:gd name="connsiteX39" fmla="*/ 97127 w 362313"/>
                <a:gd name="connsiteY39" fmla="*/ 135340 h 361971"/>
                <a:gd name="connsiteX40" fmla="*/ 107990 w 362313"/>
                <a:gd name="connsiteY40" fmla="*/ 135340 h 361971"/>
                <a:gd name="connsiteX41" fmla="*/ 115019 w 362313"/>
                <a:gd name="connsiteY41" fmla="*/ 118742 h 361971"/>
                <a:gd name="connsiteX42" fmla="*/ 107351 w 362313"/>
                <a:gd name="connsiteY42" fmla="*/ 111081 h 361971"/>
                <a:gd name="connsiteX43" fmla="*/ 107351 w 362313"/>
                <a:gd name="connsiteY43" fmla="*/ 102144 h 361971"/>
                <a:gd name="connsiteX44" fmla="*/ 127799 w 362313"/>
                <a:gd name="connsiteY44" fmla="*/ 81715 h 361971"/>
                <a:gd name="connsiteX45" fmla="*/ 136745 w 362313"/>
                <a:gd name="connsiteY45" fmla="*/ 81715 h 361971"/>
                <a:gd name="connsiteX46" fmla="*/ 136745 w 362313"/>
                <a:gd name="connsiteY46" fmla="*/ 81715 h 361971"/>
                <a:gd name="connsiteX47" fmla="*/ 144413 w 362313"/>
                <a:gd name="connsiteY47" fmla="*/ 89376 h 361971"/>
                <a:gd name="connsiteX48" fmla="*/ 161027 w 362313"/>
                <a:gd name="connsiteY48" fmla="*/ 82353 h 361971"/>
                <a:gd name="connsiteX49" fmla="*/ 161027 w 362313"/>
                <a:gd name="connsiteY49" fmla="*/ 71500 h 361971"/>
                <a:gd name="connsiteX50" fmla="*/ 167416 w 362313"/>
                <a:gd name="connsiteY50" fmla="*/ 65116 h 361971"/>
                <a:gd name="connsiteX51" fmla="*/ 196810 w 362313"/>
                <a:gd name="connsiteY51" fmla="*/ 65116 h 361971"/>
                <a:gd name="connsiteX52" fmla="*/ 203200 w 362313"/>
                <a:gd name="connsiteY52" fmla="*/ 71500 h 361971"/>
                <a:gd name="connsiteX53" fmla="*/ 203200 w 362313"/>
                <a:gd name="connsiteY53" fmla="*/ 82353 h 361971"/>
                <a:gd name="connsiteX54" fmla="*/ 219814 w 362313"/>
                <a:gd name="connsiteY54" fmla="*/ 89376 h 361971"/>
                <a:gd name="connsiteX55" fmla="*/ 227482 w 362313"/>
                <a:gd name="connsiteY55" fmla="*/ 81715 h 361971"/>
                <a:gd name="connsiteX56" fmla="*/ 236428 w 362313"/>
                <a:gd name="connsiteY56" fmla="*/ 81715 h 361971"/>
                <a:gd name="connsiteX57" fmla="*/ 256876 w 362313"/>
                <a:gd name="connsiteY57" fmla="*/ 102144 h 361971"/>
                <a:gd name="connsiteX58" fmla="*/ 256876 w 362313"/>
                <a:gd name="connsiteY58" fmla="*/ 111081 h 361971"/>
                <a:gd name="connsiteX59" fmla="*/ 256876 w 362313"/>
                <a:gd name="connsiteY59" fmla="*/ 111081 h 361971"/>
                <a:gd name="connsiteX60" fmla="*/ 249208 w 362313"/>
                <a:gd name="connsiteY60" fmla="*/ 118742 h 361971"/>
                <a:gd name="connsiteX61" fmla="*/ 256237 w 362313"/>
                <a:gd name="connsiteY61" fmla="*/ 135979 h 361971"/>
                <a:gd name="connsiteX62" fmla="*/ 267099 w 362313"/>
                <a:gd name="connsiteY62" fmla="*/ 135979 h 361971"/>
                <a:gd name="connsiteX63" fmla="*/ 273489 w 362313"/>
                <a:gd name="connsiteY63" fmla="*/ 142363 h 361971"/>
                <a:gd name="connsiteX64" fmla="*/ 273489 w 362313"/>
                <a:gd name="connsiteY64" fmla="*/ 17109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2313" h="361971">
                  <a:moveTo>
                    <a:pt x="181474" y="0"/>
                  </a:moveTo>
                  <a:cubicBezTo>
                    <a:pt x="81152" y="0"/>
                    <a:pt x="0" y="81076"/>
                    <a:pt x="0" y="180667"/>
                  </a:cubicBezTo>
                  <a:cubicBezTo>
                    <a:pt x="0" y="280895"/>
                    <a:pt x="81152" y="361971"/>
                    <a:pt x="180835" y="361971"/>
                  </a:cubicBezTo>
                  <a:cubicBezTo>
                    <a:pt x="281157" y="361971"/>
                    <a:pt x="362310" y="280895"/>
                    <a:pt x="362310" y="181305"/>
                  </a:cubicBezTo>
                  <a:cubicBezTo>
                    <a:pt x="362310" y="181305"/>
                    <a:pt x="362310" y="181305"/>
                    <a:pt x="362310" y="181305"/>
                  </a:cubicBezTo>
                  <a:cubicBezTo>
                    <a:pt x="362948" y="81076"/>
                    <a:pt x="281796" y="0"/>
                    <a:pt x="181474" y="0"/>
                  </a:cubicBezTo>
                  <a:close/>
                  <a:moveTo>
                    <a:pt x="256237" y="297493"/>
                  </a:moveTo>
                  <a:lnTo>
                    <a:pt x="107351" y="297493"/>
                  </a:lnTo>
                  <a:cubicBezTo>
                    <a:pt x="97766" y="297493"/>
                    <a:pt x="90098" y="289833"/>
                    <a:pt x="90098" y="280257"/>
                  </a:cubicBezTo>
                  <a:cubicBezTo>
                    <a:pt x="90098" y="270681"/>
                    <a:pt x="97766" y="263020"/>
                    <a:pt x="107351" y="263020"/>
                  </a:cubicBezTo>
                  <a:lnTo>
                    <a:pt x="256237" y="263020"/>
                  </a:lnTo>
                  <a:cubicBezTo>
                    <a:pt x="265821" y="263020"/>
                    <a:pt x="273489" y="270681"/>
                    <a:pt x="273489" y="280257"/>
                  </a:cubicBezTo>
                  <a:cubicBezTo>
                    <a:pt x="273489" y="289833"/>
                    <a:pt x="265821" y="297493"/>
                    <a:pt x="256237" y="297493"/>
                  </a:cubicBezTo>
                  <a:close/>
                  <a:moveTo>
                    <a:pt x="273489" y="171091"/>
                  </a:moveTo>
                  <a:cubicBezTo>
                    <a:pt x="273489" y="174921"/>
                    <a:pt x="270933" y="177475"/>
                    <a:pt x="267099" y="177475"/>
                  </a:cubicBezTo>
                  <a:lnTo>
                    <a:pt x="256237" y="177475"/>
                  </a:lnTo>
                  <a:cubicBezTo>
                    <a:pt x="254319" y="183220"/>
                    <a:pt x="252403" y="188966"/>
                    <a:pt x="249208" y="194073"/>
                  </a:cubicBezTo>
                  <a:lnTo>
                    <a:pt x="256876" y="201734"/>
                  </a:lnTo>
                  <a:cubicBezTo>
                    <a:pt x="259431" y="204287"/>
                    <a:pt x="259431" y="208118"/>
                    <a:pt x="256876" y="210671"/>
                  </a:cubicBezTo>
                  <a:lnTo>
                    <a:pt x="236428" y="231100"/>
                  </a:lnTo>
                  <a:cubicBezTo>
                    <a:pt x="233872" y="233654"/>
                    <a:pt x="230038" y="233654"/>
                    <a:pt x="227482" y="231100"/>
                  </a:cubicBezTo>
                  <a:lnTo>
                    <a:pt x="219814" y="223439"/>
                  </a:lnTo>
                  <a:cubicBezTo>
                    <a:pt x="214702" y="226631"/>
                    <a:pt x="208951" y="228546"/>
                    <a:pt x="203200" y="230462"/>
                  </a:cubicBezTo>
                  <a:lnTo>
                    <a:pt x="203200" y="241314"/>
                  </a:lnTo>
                  <a:cubicBezTo>
                    <a:pt x="203200" y="245145"/>
                    <a:pt x="200644" y="247698"/>
                    <a:pt x="196810" y="247698"/>
                  </a:cubicBezTo>
                  <a:lnTo>
                    <a:pt x="167416" y="247698"/>
                  </a:lnTo>
                  <a:cubicBezTo>
                    <a:pt x="163582" y="247698"/>
                    <a:pt x="161027" y="245145"/>
                    <a:pt x="161027" y="241314"/>
                  </a:cubicBezTo>
                  <a:lnTo>
                    <a:pt x="161027" y="230462"/>
                  </a:lnTo>
                  <a:cubicBezTo>
                    <a:pt x="155275" y="228546"/>
                    <a:pt x="149524" y="226631"/>
                    <a:pt x="144413" y="223439"/>
                  </a:cubicBezTo>
                  <a:lnTo>
                    <a:pt x="136745" y="231100"/>
                  </a:lnTo>
                  <a:cubicBezTo>
                    <a:pt x="134189" y="233654"/>
                    <a:pt x="130355" y="233654"/>
                    <a:pt x="127799" y="231100"/>
                  </a:cubicBezTo>
                  <a:lnTo>
                    <a:pt x="107351" y="210671"/>
                  </a:lnTo>
                  <a:cubicBezTo>
                    <a:pt x="106073" y="209395"/>
                    <a:pt x="105434" y="208118"/>
                    <a:pt x="105434" y="206203"/>
                  </a:cubicBezTo>
                  <a:cubicBezTo>
                    <a:pt x="105434" y="204287"/>
                    <a:pt x="106073" y="203011"/>
                    <a:pt x="107351" y="201734"/>
                  </a:cubicBezTo>
                  <a:lnTo>
                    <a:pt x="115019" y="194073"/>
                  </a:lnTo>
                  <a:cubicBezTo>
                    <a:pt x="111824" y="188966"/>
                    <a:pt x="109907" y="183220"/>
                    <a:pt x="107990" y="177475"/>
                  </a:cubicBezTo>
                  <a:lnTo>
                    <a:pt x="97127" y="177475"/>
                  </a:lnTo>
                  <a:cubicBezTo>
                    <a:pt x="93293" y="177475"/>
                    <a:pt x="90737" y="174921"/>
                    <a:pt x="90737" y="171091"/>
                  </a:cubicBezTo>
                  <a:lnTo>
                    <a:pt x="90737" y="141724"/>
                  </a:lnTo>
                  <a:cubicBezTo>
                    <a:pt x="90737" y="137894"/>
                    <a:pt x="93293" y="135340"/>
                    <a:pt x="97127" y="135340"/>
                  </a:cubicBezTo>
                  <a:lnTo>
                    <a:pt x="107990" y="135340"/>
                  </a:lnTo>
                  <a:cubicBezTo>
                    <a:pt x="109907" y="129595"/>
                    <a:pt x="111824" y="123849"/>
                    <a:pt x="115019" y="118742"/>
                  </a:cubicBezTo>
                  <a:lnTo>
                    <a:pt x="107351" y="111081"/>
                  </a:lnTo>
                  <a:cubicBezTo>
                    <a:pt x="104795" y="108528"/>
                    <a:pt x="104795" y="104697"/>
                    <a:pt x="107351" y="102144"/>
                  </a:cubicBezTo>
                  <a:lnTo>
                    <a:pt x="127799" y="81715"/>
                  </a:lnTo>
                  <a:cubicBezTo>
                    <a:pt x="130355" y="79161"/>
                    <a:pt x="134189" y="79161"/>
                    <a:pt x="136745" y="81715"/>
                  </a:cubicBezTo>
                  <a:cubicBezTo>
                    <a:pt x="136745" y="81715"/>
                    <a:pt x="136745" y="81715"/>
                    <a:pt x="136745" y="81715"/>
                  </a:cubicBezTo>
                  <a:lnTo>
                    <a:pt x="144413" y="89376"/>
                  </a:lnTo>
                  <a:cubicBezTo>
                    <a:pt x="149524" y="86184"/>
                    <a:pt x="155275" y="84268"/>
                    <a:pt x="161027" y="82353"/>
                  </a:cubicBezTo>
                  <a:lnTo>
                    <a:pt x="161027" y="71500"/>
                  </a:lnTo>
                  <a:cubicBezTo>
                    <a:pt x="161027" y="67670"/>
                    <a:pt x="163582" y="65116"/>
                    <a:pt x="167416" y="65116"/>
                  </a:cubicBezTo>
                  <a:lnTo>
                    <a:pt x="196810" y="65116"/>
                  </a:lnTo>
                  <a:cubicBezTo>
                    <a:pt x="200644" y="65116"/>
                    <a:pt x="203200" y="67670"/>
                    <a:pt x="203200" y="71500"/>
                  </a:cubicBezTo>
                  <a:lnTo>
                    <a:pt x="203200" y="82353"/>
                  </a:lnTo>
                  <a:cubicBezTo>
                    <a:pt x="208951" y="84268"/>
                    <a:pt x="214702" y="86184"/>
                    <a:pt x="219814" y="89376"/>
                  </a:cubicBezTo>
                  <a:lnTo>
                    <a:pt x="227482" y="81715"/>
                  </a:lnTo>
                  <a:cubicBezTo>
                    <a:pt x="230038" y="79161"/>
                    <a:pt x="233872" y="79161"/>
                    <a:pt x="236428" y="81715"/>
                  </a:cubicBezTo>
                  <a:lnTo>
                    <a:pt x="256876" y="102144"/>
                  </a:lnTo>
                  <a:cubicBezTo>
                    <a:pt x="259431" y="104697"/>
                    <a:pt x="259431" y="108528"/>
                    <a:pt x="256876" y="111081"/>
                  </a:cubicBezTo>
                  <a:cubicBezTo>
                    <a:pt x="256876" y="111081"/>
                    <a:pt x="256876" y="111081"/>
                    <a:pt x="256876" y="111081"/>
                  </a:cubicBezTo>
                  <a:lnTo>
                    <a:pt x="249208" y="118742"/>
                  </a:lnTo>
                  <a:cubicBezTo>
                    <a:pt x="252403" y="123849"/>
                    <a:pt x="254319" y="129595"/>
                    <a:pt x="256237" y="135979"/>
                  </a:cubicBezTo>
                  <a:lnTo>
                    <a:pt x="267099" y="135979"/>
                  </a:lnTo>
                  <a:cubicBezTo>
                    <a:pt x="270933" y="135979"/>
                    <a:pt x="273489" y="138532"/>
                    <a:pt x="273489" y="142363"/>
                  </a:cubicBezTo>
                  <a:lnTo>
                    <a:pt x="273489" y="171091"/>
                  </a:lnTo>
                  <a:close/>
                </a:path>
              </a:pathLst>
            </a:custGeom>
            <a:solidFill>
              <a:srgbClr val="046A38"/>
            </a:solidFill>
            <a:ln w="6390" cap="flat">
              <a:noFill/>
              <a:prstDash val="solid"/>
              <a:miter/>
            </a:ln>
          </p:spPr>
          <p:txBody>
            <a:bodyPr rtlCol="0" anchor="ctr"/>
            <a:lstStyle/>
            <a:p>
              <a:endParaRPr lang="en-US"/>
            </a:p>
          </p:txBody>
        </p:sp>
        <p:sp>
          <p:nvSpPr>
            <p:cNvPr id="883" name="Graphic 4">
              <a:extLst>
                <a:ext uri="{FF2B5EF4-FFF2-40B4-BE49-F238E27FC236}">
                  <a16:creationId xmlns:a16="http://schemas.microsoft.com/office/drawing/2014/main" id="{FD610F1C-3FD5-5947-A83A-CA443525CD74}"/>
                </a:ext>
              </a:extLst>
            </p:cNvPr>
            <p:cNvSpPr/>
            <p:nvPr/>
          </p:nvSpPr>
          <p:spPr>
            <a:xfrm>
              <a:off x="2100372" y="3947378"/>
              <a:ext cx="65836" cy="65754"/>
            </a:xfrm>
            <a:custGeom>
              <a:avLst/>
              <a:gdLst>
                <a:gd name="connsiteX0" fmla="*/ 33228 w 65836"/>
                <a:gd name="connsiteY0" fmla="*/ 0 h 65754"/>
                <a:gd name="connsiteX1" fmla="*/ 0 w 65836"/>
                <a:gd name="connsiteY1" fmla="*/ 32558 h 65754"/>
                <a:gd name="connsiteX2" fmla="*/ 32589 w 65836"/>
                <a:gd name="connsiteY2" fmla="*/ 65755 h 65754"/>
                <a:gd name="connsiteX3" fmla="*/ 65816 w 65836"/>
                <a:gd name="connsiteY3" fmla="*/ 33197 h 65754"/>
                <a:gd name="connsiteX4" fmla="*/ 65816 w 65836"/>
                <a:gd name="connsiteY4" fmla="*/ 33197 h 65754"/>
                <a:gd name="connsiteX5" fmla="*/ 33228 w 65836"/>
                <a:gd name="connsiteY5" fmla="*/ 0 h 6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836" h="65754">
                  <a:moveTo>
                    <a:pt x="33228" y="0"/>
                  </a:moveTo>
                  <a:cubicBezTo>
                    <a:pt x="15336" y="0"/>
                    <a:pt x="0" y="14683"/>
                    <a:pt x="0" y="32558"/>
                  </a:cubicBezTo>
                  <a:cubicBezTo>
                    <a:pt x="0" y="50433"/>
                    <a:pt x="14697" y="65755"/>
                    <a:pt x="32589" y="65755"/>
                  </a:cubicBezTo>
                  <a:cubicBezTo>
                    <a:pt x="50480" y="65755"/>
                    <a:pt x="65816" y="51072"/>
                    <a:pt x="65816" y="33197"/>
                  </a:cubicBezTo>
                  <a:cubicBezTo>
                    <a:pt x="65816" y="33197"/>
                    <a:pt x="65816" y="33197"/>
                    <a:pt x="65816" y="33197"/>
                  </a:cubicBezTo>
                  <a:cubicBezTo>
                    <a:pt x="66455" y="14683"/>
                    <a:pt x="51758" y="0"/>
                    <a:pt x="33228" y="0"/>
                  </a:cubicBezTo>
                  <a:close/>
                </a:path>
              </a:pathLst>
            </a:custGeom>
            <a:solidFill>
              <a:srgbClr val="046A38"/>
            </a:solidFill>
            <a:ln w="6390" cap="flat">
              <a:noFill/>
              <a:prstDash val="solid"/>
              <a:miter/>
            </a:ln>
          </p:spPr>
          <p:txBody>
            <a:bodyPr rtlCol="0" anchor="ctr"/>
            <a:lstStyle/>
            <a:p>
              <a:endParaRPr lang="en-US"/>
            </a:p>
          </p:txBody>
        </p:sp>
      </p:grpSp>
      <p:grpSp>
        <p:nvGrpSpPr>
          <p:cNvPr id="884" name="Graphic 4">
            <a:extLst>
              <a:ext uri="{FF2B5EF4-FFF2-40B4-BE49-F238E27FC236}">
                <a16:creationId xmlns:a16="http://schemas.microsoft.com/office/drawing/2014/main" id="{2E50B8F1-CCF2-AB4D-8C45-273B3F19F173}"/>
              </a:ext>
            </a:extLst>
          </p:cNvPr>
          <p:cNvGrpSpPr>
            <a:grpSpLocks noChangeAspect="1"/>
          </p:cNvGrpSpPr>
          <p:nvPr/>
        </p:nvGrpSpPr>
        <p:grpSpPr>
          <a:xfrm>
            <a:off x="1952125" y="4308712"/>
            <a:ext cx="362313" cy="361971"/>
            <a:chOff x="1952125" y="4308712"/>
            <a:chExt cx="362313" cy="361971"/>
          </a:xfrm>
          <a:solidFill>
            <a:srgbClr val="046A38"/>
          </a:solidFill>
        </p:grpSpPr>
        <p:sp>
          <p:nvSpPr>
            <p:cNvPr id="885" name="Graphic 4">
              <a:extLst>
                <a:ext uri="{FF2B5EF4-FFF2-40B4-BE49-F238E27FC236}">
                  <a16:creationId xmlns:a16="http://schemas.microsoft.com/office/drawing/2014/main" id="{11761701-1302-FB47-B6BE-8FAB8CC9C7DB}"/>
                </a:ext>
              </a:extLst>
            </p:cNvPr>
            <p:cNvSpPr/>
            <p:nvPr/>
          </p:nvSpPr>
          <p:spPr>
            <a:xfrm>
              <a:off x="1952125" y="4308712"/>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305439 w 362313"/>
                <a:gd name="connsiteY7" fmla="*/ 193435 h 361971"/>
                <a:gd name="connsiteX8" fmla="*/ 298410 w 362313"/>
                <a:gd name="connsiteY8" fmla="*/ 203649 h 361971"/>
                <a:gd name="connsiteX9" fmla="*/ 282435 w 362313"/>
                <a:gd name="connsiteY9" fmla="*/ 209395 h 361971"/>
                <a:gd name="connsiteX10" fmla="*/ 276684 w 362313"/>
                <a:gd name="connsiteY10" fmla="*/ 225355 h 361971"/>
                <a:gd name="connsiteX11" fmla="*/ 285630 w 362313"/>
                <a:gd name="connsiteY11" fmla="*/ 240038 h 361971"/>
                <a:gd name="connsiteX12" fmla="*/ 284991 w 362313"/>
                <a:gd name="connsiteY12" fmla="*/ 252806 h 361971"/>
                <a:gd name="connsiteX13" fmla="*/ 269016 w 362313"/>
                <a:gd name="connsiteY13" fmla="*/ 271958 h 361971"/>
                <a:gd name="connsiteX14" fmla="*/ 256876 w 362313"/>
                <a:gd name="connsiteY14" fmla="*/ 275150 h 361971"/>
                <a:gd name="connsiteX15" fmla="*/ 240901 w 362313"/>
                <a:gd name="connsiteY15" fmla="*/ 268766 h 361971"/>
                <a:gd name="connsiteX16" fmla="*/ 226204 w 362313"/>
                <a:gd name="connsiteY16" fmla="*/ 277065 h 361971"/>
                <a:gd name="connsiteX17" fmla="*/ 223648 w 362313"/>
                <a:gd name="connsiteY17" fmla="*/ 294302 h 361971"/>
                <a:gd name="connsiteX18" fmla="*/ 214702 w 362313"/>
                <a:gd name="connsiteY18" fmla="*/ 302601 h 361971"/>
                <a:gd name="connsiteX19" fmla="*/ 190420 w 362313"/>
                <a:gd name="connsiteY19" fmla="*/ 307070 h 361971"/>
                <a:gd name="connsiteX20" fmla="*/ 188503 w 362313"/>
                <a:gd name="connsiteY20" fmla="*/ 307070 h 361971"/>
                <a:gd name="connsiteX21" fmla="*/ 178918 w 362313"/>
                <a:gd name="connsiteY21" fmla="*/ 301324 h 361971"/>
                <a:gd name="connsiteX22" fmla="*/ 170611 w 362313"/>
                <a:gd name="connsiteY22" fmla="*/ 286641 h 361971"/>
                <a:gd name="connsiteX23" fmla="*/ 153998 w 362313"/>
                <a:gd name="connsiteY23" fmla="*/ 283449 h 361971"/>
                <a:gd name="connsiteX24" fmla="*/ 141218 w 362313"/>
                <a:gd name="connsiteY24" fmla="*/ 294940 h 361971"/>
                <a:gd name="connsiteX25" fmla="*/ 128438 w 362313"/>
                <a:gd name="connsiteY25" fmla="*/ 296217 h 361971"/>
                <a:gd name="connsiteX26" fmla="*/ 106712 w 362313"/>
                <a:gd name="connsiteY26" fmla="*/ 284087 h 361971"/>
                <a:gd name="connsiteX27" fmla="*/ 101600 w 362313"/>
                <a:gd name="connsiteY27" fmla="*/ 272596 h 361971"/>
                <a:gd name="connsiteX28" fmla="*/ 104795 w 362313"/>
                <a:gd name="connsiteY28" fmla="*/ 255998 h 361971"/>
                <a:gd name="connsiteX29" fmla="*/ 93932 w 362313"/>
                <a:gd name="connsiteY29" fmla="*/ 243230 h 361971"/>
                <a:gd name="connsiteX30" fmla="*/ 76679 w 362313"/>
                <a:gd name="connsiteY30" fmla="*/ 243230 h 361971"/>
                <a:gd name="connsiteX31" fmla="*/ 66455 w 362313"/>
                <a:gd name="connsiteY31" fmla="*/ 236207 h 361971"/>
                <a:gd name="connsiteX32" fmla="*/ 58148 w 362313"/>
                <a:gd name="connsiteY32" fmla="*/ 213225 h 361971"/>
                <a:gd name="connsiteX33" fmla="*/ 61343 w 362313"/>
                <a:gd name="connsiteY33" fmla="*/ 201095 h 361971"/>
                <a:gd name="connsiteX34" fmla="*/ 74762 w 362313"/>
                <a:gd name="connsiteY34" fmla="*/ 190243 h 361971"/>
                <a:gd name="connsiteX35" fmla="*/ 74762 w 362313"/>
                <a:gd name="connsiteY35" fmla="*/ 173006 h 361971"/>
                <a:gd name="connsiteX36" fmla="*/ 61343 w 362313"/>
                <a:gd name="connsiteY36" fmla="*/ 162153 h 361971"/>
                <a:gd name="connsiteX37" fmla="*/ 58148 w 362313"/>
                <a:gd name="connsiteY37" fmla="*/ 150024 h 361971"/>
                <a:gd name="connsiteX38" fmla="*/ 66455 w 362313"/>
                <a:gd name="connsiteY38" fmla="*/ 127041 h 361971"/>
                <a:gd name="connsiteX39" fmla="*/ 76679 w 362313"/>
                <a:gd name="connsiteY39" fmla="*/ 120019 h 361971"/>
                <a:gd name="connsiteX40" fmla="*/ 93932 w 362313"/>
                <a:gd name="connsiteY40" fmla="*/ 120657 h 361971"/>
                <a:gd name="connsiteX41" fmla="*/ 104795 w 362313"/>
                <a:gd name="connsiteY41" fmla="*/ 107889 h 361971"/>
                <a:gd name="connsiteX42" fmla="*/ 101600 w 362313"/>
                <a:gd name="connsiteY42" fmla="*/ 91291 h 361971"/>
                <a:gd name="connsiteX43" fmla="*/ 106712 w 362313"/>
                <a:gd name="connsiteY43" fmla="*/ 79800 h 361971"/>
                <a:gd name="connsiteX44" fmla="*/ 128438 w 362313"/>
                <a:gd name="connsiteY44" fmla="*/ 67670 h 361971"/>
                <a:gd name="connsiteX45" fmla="*/ 140579 w 362313"/>
                <a:gd name="connsiteY45" fmla="*/ 68947 h 361971"/>
                <a:gd name="connsiteX46" fmla="*/ 153358 w 362313"/>
                <a:gd name="connsiteY46" fmla="*/ 80438 h 361971"/>
                <a:gd name="connsiteX47" fmla="*/ 169972 w 362313"/>
                <a:gd name="connsiteY47" fmla="*/ 77246 h 361971"/>
                <a:gd name="connsiteX48" fmla="*/ 178279 w 362313"/>
                <a:gd name="connsiteY48" fmla="*/ 62563 h 361971"/>
                <a:gd name="connsiteX49" fmla="*/ 189781 w 362313"/>
                <a:gd name="connsiteY49" fmla="*/ 57456 h 361971"/>
                <a:gd name="connsiteX50" fmla="*/ 214063 w 362313"/>
                <a:gd name="connsiteY50" fmla="*/ 61925 h 361971"/>
                <a:gd name="connsiteX51" fmla="*/ 223009 w 362313"/>
                <a:gd name="connsiteY51" fmla="*/ 70862 h 361971"/>
                <a:gd name="connsiteX52" fmla="*/ 225565 w 362313"/>
                <a:gd name="connsiteY52" fmla="*/ 87461 h 361971"/>
                <a:gd name="connsiteX53" fmla="*/ 240262 w 362313"/>
                <a:gd name="connsiteY53" fmla="*/ 95760 h 361971"/>
                <a:gd name="connsiteX54" fmla="*/ 256237 w 362313"/>
                <a:gd name="connsiteY54" fmla="*/ 89376 h 361971"/>
                <a:gd name="connsiteX55" fmla="*/ 268377 w 362313"/>
                <a:gd name="connsiteY55" fmla="*/ 92568 h 361971"/>
                <a:gd name="connsiteX56" fmla="*/ 284352 w 362313"/>
                <a:gd name="connsiteY56" fmla="*/ 111720 h 361971"/>
                <a:gd name="connsiteX57" fmla="*/ 284991 w 362313"/>
                <a:gd name="connsiteY57" fmla="*/ 123849 h 361971"/>
                <a:gd name="connsiteX58" fmla="*/ 276045 w 362313"/>
                <a:gd name="connsiteY58" fmla="*/ 138533 h 361971"/>
                <a:gd name="connsiteX59" fmla="*/ 281796 w 362313"/>
                <a:gd name="connsiteY59" fmla="*/ 154492 h 361971"/>
                <a:gd name="connsiteX60" fmla="*/ 297771 w 362313"/>
                <a:gd name="connsiteY60" fmla="*/ 160238 h 361971"/>
                <a:gd name="connsiteX61" fmla="*/ 304800 w 362313"/>
                <a:gd name="connsiteY61" fmla="*/ 170452 h 361971"/>
                <a:gd name="connsiteX62" fmla="*/ 305439 w 362313"/>
                <a:gd name="connsiteY62" fmla="*/ 19343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lnTo>
                    <a:pt x="181474" y="0"/>
                  </a:lnTo>
                  <a:close/>
                  <a:moveTo>
                    <a:pt x="305439" y="193435"/>
                  </a:moveTo>
                  <a:cubicBezTo>
                    <a:pt x="305439" y="197903"/>
                    <a:pt x="302244" y="202372"/>
                    <a:pt x="298410" y="203649"/>
                  </a:cubicBezTo>
                  <a:lnTo>
                    <a:pt x="282435" y="209395"/>
                  </a:lnTo>
                  <a:lnTo>
                    <a:pt x="276684" y="225355"/>
                  </a:lnTo>
                  <a:lnTo>
                    <a:pt x="285630" y="240038"/>
                  </a:lnTo>
                  <a:cubicBezTo>
                    <a:pt x="288186" y="243868"/>
                    <a:pt x="287547" y="248975"/>
                    <a:pt x="284991" y="252806"/>
                  </a:cubicBezTo>
                  <a:lnTo>
                    <a:pt x="269016" y="271958"/>
                  </a:lnTo>
                  <a:cubicBezTo>
                    <a:pt x="265821" y="275788"/>
                    <a:pt x="261348" y="276426"/>
                    <a:pt x="256876" y="275150"/>
                  </a:cubicBezTo>
                  <a:lnTo>
                    <a:pt x="240901" y="268766"/>
                  </a:lnTo>
                  <a:lnTo>
                    <a:pt x="226204" y="277065"/>
                  </a:lnTo>
                  <a:lnTo>
                    <a:pt x="223648" y="294302"/>
                  </a:lnTo>
                  <a:cubicBezTo>
                    <a:pt x="223009" y="298770"/>
                    <a:pt x="219175" y="301962"/>
                    <a:pt x="214702" y="302601"/>
                  </a:cubicBezTo>
                  <a:lnTo>
                    <a:pt x="190420" y="307070"/>
                  </a:lnTo>
                  <a:lnTo>
                    <a:pt x="188503" y="307070"/>
                  </a:lnTo>
                  <a:cubicBezTo>
                    <a:pt x="184669" y="307070"/>
                    <a:pt x="180835" y="305154"/>
                    <a:pt x="178918" y="301324"/>
                  </a:cubicBezTo>
                  <a:lnTo>
                    <a:pt x="170611" y="286641"/>
                  </a:lnTo>
                  <a:lnTo>
                    <a:pt x="153998" y="283449"/>
                  </a:lnTo>
                  <a:lnTo>
                    <a:pt x="141218" y="294940"/>
                  </a:lnTo>
                  <a:cubicBezTo>
                    <a:pt x="137384" y="298132"/>
                    <a:pt x="132272" y="298770"/>
                    <a:pt x="128438" y="296217"/>
                  </a:cubicBezTo>
                  <a:lnTo>
                    <a:pt x="106712" y="284087"/>
                  </a:lnTo>
                  <a:cubicBezTo>
                    <a:pt x="102878" y="281534"/>
                    <a:pt x="100961" y="277065"/>
                    <a:pt x="101600" y="272596"/>
                  </a:cubicBezTo>
                  <a:lnTo>
                    <a:pt x="104795" y="255998"/>
                  </a:lnTo>
                  <a:lnTo>
                    <a:pt x="93932" y="243230"/>
                  </a:lnTo>
                  <a:lnTo>
                    <a:pt x="76679" y="243230"/>
                  </a:lnTo>
                  <a:cubicBezTo>
                    <a:pt x="72206" y="243230"/>
                    <a:pt x="67733" y="240676"/>
                    <a:pt x="66455" y="236207"/>
                  </a:cubicBezTo>
                  <a:lnTo>
                    <a:pt x="58148" y="213225"/>
                  </a:lnTo>
                  <a:cubicBezTo>
                    <a:pt x="56870" y="208756"/>
                    <a:pt x="58148" y="204287"/>
                    <a:pt x="61343" y="201095"/>
                  </a:cubicBezTo>
                  <a:lnTo>
                    <a:pt x="74762" y="190243"/>
                  </a:lnTo>
                  <a:lnTo>
                    <a:pt x="74762" y="173006"/>
                  </a:lnTo>
                  <a:lnTo>
                    <a:pt x="61343" y="162153"/>
                  </a:lnTo>
                  <a:cubicBezTo>
                    <a:pt x="57509" y="159600"/>
                    <a:pt x="56231" y="154492"/>
                    <a:pt x="58148" y="150024"/>
                  </a:cubicBezTo>
                  <a:lnTo>
                    <a:pt x="66455" y="127041"/>
                  </a:lnTo>
                  <a:cubicBezTo>
                    <a:pt x="68372" y="122573"/>
                    <a:pt x="72206" y="120019"/>
                    <a:pt x="76679" y="120019"/>
                  </a:cubicBezTo>
                  <a:lnTo>
                    <a:pt x="93932" y="120657"/>
                  </a:lnTo>
                  <a:lnTo>
                    <a:pt x="104795" y="107889"/>
                  </a:lnTo>
                  <a:lnTo>
                    <a:pt x="101600" y="91291"/>
                  </a:lnTo>
                  <a:cubicBezTo>
                    <a:pt x="100961" y="86822"/>
                    <a:pt x="102878" y="82354"/>
                    <a:pt x="106712" y="79800"/>
                  </a:cubicBezTo>
                  <a:lnTo>
                    <a:pt x="128438" y="67670"/>
                  </a:lnTo>
                  <a:cubicBezTo>
                    <a:pt x="132272" y="65117"/>
                    <a:pt x="137384" y="65755"/>
                    <a:pt x="140579" y="68947"/>
                  </a:cubicBezTo>
                  <a:lnTo>
                    <a:pt x="153358" y="80438"/>
                  </a:lnTo>
                  <a:lnTo>
                    <a:pt x="169972" y="77246"/>
                  </a:lnTo>
                  <a:lnTo>
                    <a:pt x="178279" y="62563"/>
                  </a:lnTo>
                  <a:cubicBezTo>
                    <a:pt x="180196" y="58733"/>
                    <a:pt x="184669" y="56179"/>
                    <a:pt x="189781" y="57456"/>
                  </a:cubicBezTo>
                  <a:lnTo>
                    <a:pt x="214063" y="61925"/>
                  </a:lnTo>
                  <a:cubicBezTo>
                    <a:pt x="218536" y="62563"/>
                    <a:pt x="222370" y="66394"/>
                    <a:pt x="223009" y="70862"/>
                  </a:cubicBezTo>
                  <a:lnTo>
                    <a:pt x="225565" y="87461"/>
                  </a:lnTo>
                  <a:lnTo>
                    <a:pt x="240262" y="95760"/>
                  </a:lnTo>
                  <a:lnTo>
                    <a:pt x="256237" y="89376"/>
                  </a:lnTo>
                  <a:cubicBezTo>
                    <a:pt x="260709" y="87461"/>
                    <a:pt x="265182" y="88738"/>
                    <a:pt x="268377" y="92568"/>
                  </a:cubicBezTo>
                  <a:lnTo>
                    <a:pt x="284352" y="111720"/>
                  </a:lnTo>
                  <a:cubicBezTo>
                    <a:pt x="287547" y="114912"/>
                    <a:pt x="287547" y="120019"/>
                    <a:pt x="284991" y="123849"/>
                  </a:cubicBezTo>
                  <a:lnTo>
                    <a:pt x="276045" y="138533"/>
                  </a:lnTo>
                  <a:lnTo>
                    <a:pt x="281796" y="154492"/>
                  </a:lnTo>
                  <a:lnTo>
                    <a:pt x="297771" y="160238"/>
                  </a:lnTo>
                  <a:cubicBezTo>
                    <a:pt x="302244" y="161515"/>
                    <a:pt x="304800" y="165984"/>
                    <a:pt x="304800" y="170452"/>
                  </a:cubicBezTo>
                  <a:lnTo>
                    <a:pt x="305439" y="193435"/>
                  </a:lnTo>
                  <a:close/>
                </a:path>
              </a:pathLst>
            </a:custGeom>
            <a:solidFill>
              <a:srgbClr val="046A38"/>
            </a:solidFill>
            <a:ln w="6390" cap="flat">
              <a:noFill/>
              <a:prstDash val="solid"/>
              <a:miter/>
            </a:ln>
          </p:spPr>
          <p:txBody>
            <a:bodyPr rtlCol="0" anchor="ctr"/>
            <a:lstStyle/>
            <a:p>
              <a:endParaRPr lang="en-US"/>
            </a:p>
          </p:txBody>
        </p:sp>
        <p:sp>
          <p:nvSpPr>
            <p:cNvPr id="886" name="Graphic 4">
              <a:extLst>
                <a:ext uri="{FF2B5EF4-FFF2-40B4-BE49-F238E27FC236}">
                  <a16:creationId xmlns:a16="http://schemas.microsoft.com/office/drawing/2014/main" id="{817335F9-AB1C-C044-A33C-8441DC5F8343}"/>
                </a:ext>
              </a:extLst>
            </p:cNvPr>
            <p:cNvSpPr/>
            <p:nvPr/>
          </p:nvSpPr>
          <p:spPr>
            <a:xfrm>
              <a:off x="2062032" y="4419154"/>
              <a:ext cx="140796" cy="141303"/>
            </a:xfrm>
            <a:custGeom>
              <a:avLst/>
              <a:gdLst>
                <a:gd name="connsiteX0" fmla="*/ 70289 w 140796"/>
                <a:gd name="connsiteY0" fmla="*/ 0 h 141303"/>
                <a:gd name="connsiteX1" fmla="*/ 0 w 140796"/>
                <a:gd name="connsiteY1" fmla="*/ 70224 h 141303"/>
                <a:gd name="connsiteX2" fmla="*/ 7668 w 140796"/>
                <a:gd name="connsiteY2" fmla="*/ 102144 h 141303"/>
                <a:gd name="connsiteX3" fmla="*/ 33867 w 140796"/>
                <a:gd name="connsiteY3" fmla="*/ 75970 h 141303"/>
                <a:gd name="connsiteX4" fmla="*/ 33867 w 140796"/>
                <a:gd name="connsiteY4" fmla="*/ 74693 h 141303"/>
                <a:gd name="connsiteX5" fmla="*/ 33228 w 140796"/>
                <a:gd name="connsiteY5" fmla="*/ 73416 h 141303"/>
                <a:gd name="connsiteX6" fmla="*/ 67733 w 140796"/>
                <a:gd name="connsiteY6" fmla="*/ 15322 h 141303"/>
                <a:gd name="connsiteX7" fmla="*/ 83069 w 140796"/>
                <a:gd name="connsiteY7" fmla="*/ 14045 h 141303"/>
                <a:gd name="connsiteX8" fmla="*/ 90737 w 140796"/>
                <a:gd name="connsiteY8" fmla="*/ 19791 h 141303"/>
                <a:gd name="connsiteX9" fmla="*/ 88820 w 140796"/>
                <a:gd name="connsiteY9" fmla="*/ 29367 h 141303"/>
                <a:gd name="connsiteX10" fmla="*/ 70289 w 140796"/>
                <a:gd name="connsiteY10" fmla="*/ 47880 h 141303"/>
                <a:gd name="connsiteX11" fmla="*/ 74762 w 140796"/>
                <a:gd name="connsiteY11" fmla="*/ 67032 h 141303"/>
                <a:gd name="connsiteX12" fmla="*/ 93932 w 140796"/>
                <a:gd name="connsiteY12" fmla="*/ 71501 h 141303"/>
                <a:gd name="connsiteX13" fmla="*/ 112463 w 140796"/>
                <a:gd name="connsiteY13" fmla="*/ 52987 h 141303"/>
                <a:gd name="connsiteX14" fmla="*/ 122048 w 140796"/>
                <a:gd name="connsiteY14" fmla="*/ 51072 h 141303"/>
                <a:gd name="connsiteX15" fmla="*/ 127799 w 140796"/>
                <a:gd name="connsiteY15" fmla="*/ 58733 h 141303"/>
                <a:gd name="connsiteX16" fmla="*/ 83708 w 140796"/>
                <a:gd name="connsiteY16" fmla="*/ 109805 h 141303"/>
                <a:gd name="connsiteX17" fmla="*/ 68372 w 140796"/>
                <a:gd name="connsiteY17" fmla="*/ 108528 h 141303"/>
                <a:gd name="connsiteX18" fmla="*/ 67733 w 140796"/>
                <a:gd name="connsiteY18" fmla="*/ 108528 h 141303"/>
                <a:gd name="connsiteX19" fmla="*/ 65816 w 140796"/>
                <a:gd name="connsiteY19" fmla="*/ 107889 h 141303"/>
                <a:gd name="connsiteX20" fmla="*/ 39617 w 140796"/>
                <a:gd name="connsiteY20" fmla="*/ 134064 h 141303"/>
                <a:gd name="connsiteX21" fmla="*/ 133550 w 140796"/>
                <a:gd name="connsiteY21" fmla="*/ 102144 h 141303"/>
                <a:gd name="connsiteX22" fmla="*/ 101600 w 140796"/>
                <a:gd name="connsiteY22" fmla="*/ 8299 h 141303"/>
                <a:gd name="connsiteX23" fmla="*/ 70289 w 140796"/>
                <a:gd name="connsiteY23" fmla="*/ 0 h 141303"/>
                <a:gd name="connsiteX24" fmla="*/ 70289 w 140796"/>
                <a:gd name="connsiteY24" fmla="*/ 0 h 141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0796" h="141303">
                  <a:moveTo>
                    <a:pt x="70289" y="0"/>
                  </a:moveTo>
                  <a:cubicBezTo>
                    <a:pt x="31311" y="0"/>
                    <a:pt x="0" y="31282"/>
                    <a:pt x="0" y="70224"/>
                  </a:cubicBezTo>
                  <a:cubicBezTo>
                    <a:pt x="0" y="81077"/>
                    <a:pt x="2556" y="92568"/>
                    <a:pt x="7668" y="102144"/>
                  </a:cubicBezTo>
                  <a:lnTo>
                    <a:pt x="33867" y="75970"/>
                  </a:lnTo>
                  <a:cubicBezTo>
                    <a:pt x="33867" y="75331"/>
                    <a:pt x="33867" y="75331"/>
                    <a:pt x="33867" y="74693"/>
                  </a:cubicBezTo>
                  <a:cubicBezTo>
                    <a:pt x="33867" y="74054"/>
                    <a:pt x="33228" y="74054"/>
                    <a:pt x="33228" y="73416"/>
                  </a:cubicBezTo>
                  <a:cubicBezTo>
                    <a:pt x="26838" y="47880"/>
                    <a:pt x="42173" y="21706"/>
                    <a:pt x="67733" y="15322"/>
                  </a:cubicBezTo>
                  <a:cubicBezTo>
                    <a:pt x="72845" y="14045"/>
                    <a:pt x="77957" y="13407"/>
                    <a:pt x="83069" y="14045"/>
                  </a:cubicBezTo>
                  <a:cubicBezTo>
                    <a:pt x="86264" y="14045"/>
                    <a:pt x="89459" y="16599"/>
                    <a:pt x="90737" y="19791"/>
                  </a:cubicBezTo>
                  <a:cubicBezTo>
                    <a:pt x="92015" y="22983"/>
                    <a:pt x="91376" y="26813"/>
                    <a:pt x="88820" y="29367"/>
                  </a:cubicBezTo>
                  <a:lnTo>
                    <a:pt x="70289" y="47880"/>
                  </a:lnTo>
                  <a:lnTo>
                    <a:pt x="74762" y="67032"/>
                  </a:lnTo>
                  <a:lnTo>
                    <a:pt x="93932" y="71501"/>
                  </a:lnTo>
                  <a:lnTo>
                    <a:pt x="112463" y="52987"/>
                  </a:lnTo>
                  <a:cubicBezTo>
                    <a:pt x="115019" y="50434"/>
                    <a:pt x="118214" y="49795"/>
                    <a:pt x="122048" y="51072"/>
                  </a:cubicBezTo>
                  <a:cubicBezTo>
                    <a:pt x="125243" y="52349"/>
                    <a:pt x="127799" y="55541"/>
                    <a:pt x="127799" y="58733"/>
                  </a:cubicBezTo>
                  <a:cubicBezTo>
                    <a:pt x="129716" y="84907"/>
                    <a:pt x="109907" y="107889"/>
                    <a:pt x="83708" y="109805"/>
                  </a:cubicBezTo>
                  <a:cubicBezTo>
                    <a:pt x="78596" y="110443"/>
                    <a:pt x="73484" y="109805"/>
                    <a:pt x="68372" y="108528"/>
                  </a:cubicBezTo>
                  <a:lnTo>
                    <a:pt x="67733" y="108528"/>
                  </a:lnTo>
                  <a:lnTo>
                    <a:pt x="65816" y="107889"/>
                  </a:lnTo>
                  <a:lnTo>
                    <a:pt x="39617" y="134064"/>
                  </a:lnTo>
                  <a:cubicBezTo>
                    <a:pt x="74762" y="151300"/>
                    <a:pt x="116297" y="136617"/>
                    <a:pt x="133550" y="102144"/>
                  </a:cubicBezTo>
                  <a:cubicBezTo>
                    <a:pt x="150802" y="67032"/>
                    <a:pt x="136106" y="25536"/>
                    <a:pt x="101600" y="8299"/>
                  </a:cubicBezTo>
                  <a:cubicBezTo>
                    <a:pt x="91376" y="2554"/>
                    <a:pt x="81152" y="0"/>
                    <a:pt x="70289" y="0"/>
                  </a:cubicBezTo>
                  <a:lnTo>
                    <a:pt x="70289" y="0"/>
                  </a:lnTo>
                  <a:close/>
                </a:path>
              </a:pathLst>
            </a:custGeom>
            <a:solidFill>
              <a:srgbClr val="046A38"/>
            </a:solidFill>
            <a:ln w="6390" cap="flat">
              <a:noFill/>
              <a:prstDash val="solid"/>
              <a:miter/>
            </a:ln>
          </p:spPr>
          <p:txBody>
            <a:bodyPr rtlCol="0" anchor="ctr"/>
            <a:lstStyle/>
            <a:p>
              <a:endParaRPr lang="en-US"/>
            </a:p>
          </p:txBody>
        </p:sp>
        <p:sp>
          <p:nvSpPr>
            <p:cNvPr id="887" name="Graphic 4">
              <a:extLst>
                <a:ext uri="{FF2B5EF4-FFF2-40B4-BE49-F238E27FC236}">
                  <a16:creationId xmlns:a16="http://schemas.microsoft.com/office/drawing/2014/main" id="{CD377D1D-2D0D-944D-953A-4338D3D71FDE}"/>
                </a:ext>
              </a:extLst>
            </p:cNvPr>
            <p:cNvSpPr/>
            <p:nvPr/>
          </p:nvSpPr>
          <p:spPr>
            <a:xfrm>
              <a:off x="2076090" y="4445967"/>
              <a:ext cx="99683" cy="99590"/>
            </a:xfrm>
            <a:custGeom>
              <a:avLst/>
              <a:gdLst>
                <a:gd name="connsiteX0" fmla="*/ 45369 w 99683"/>
                <a:gd name="connsiteY0" fmla="*/ 68309 h 99590"/>
                <a:gd name="connsiteX1" fmla="*/ 52398 w 99683"/>
                <a:gd name="connsiteY1" fmla="*/ 67032 h 99590"/>
                <a:gd name="connsiteX2" fmla="*/ 56870 w 99683"/>
                <a:gd name="connsiteY2" fmla="*/ 68309 h 99590"/>
                <a:gd name="connsiteX3" fmla="*/ 57509 w 99683"/>
                <a:gd name="connsiteY3" fmla="*/ 68309 h 99590"/>
                <a:gd name="connsiteX4" fmla="*/ 90098 w 99683"/>
                <a:gd name="connsiteY4" fmla="*/ 58733 h 99590"/>
                <a:gd name="connsiteX5" fmla="*/ 99683 w 99683"/>
                <a:gd name="connsiteY5" fmla="*/ 41496 h 99590"/>
                <a:gd name="connsiteX6" fmla="*/ 86264 w 99683"/>
                <a:gd name="connsiteY6" fmla="*/ 54902 h 99590"/>
                <a:gd name="connsiteX7" fmla="*/ 80513 w 99683"/>
                <a:gd name="connsiteY7" fmla="*/ 56818 h 99590"/>
                <a:gd name="connsiteX8" fmla="*/ 53675 w 99683"/>
                <a:gd name="connsiteY8" fmla="*/ 50434 h 99590"/>
                <a:gd name="connsiteX9" fmla="*/ 48564 w 99683"/>
                <a:gd name="connsiteY9" fmla="*/ 45327 h 99590"/>
                <a:gd name="connsiteX10" fmla="*/ 42174 w 99683"/>
                <a:gd name="connsiteY10" fmla="*/ 18514 h 99590"/>
                <a:gd name="connsiteX11" fmla="*/ 44091 w 99683"/>
                <a:gd name="connsiteY11" fmla="*/ 12768 h 99590"/>
                <a:gd name="connsiteX12" fmla="*/ 57509 w 99683"/>
                <a:gd name="connsiteY12" fmla="*/ 0 h 99590"/>
                <a:gd name="connsiteX13" fmla="*/ 30672 w 99683"/>
                <a:gd name="connsiteY13" fmla="*/ 42135 h 99590"/>
                <a:gd name="connsiteX14" fmla="*/ 31311 w 99683"/>
                <a:gd name="connsiteY14" fmla="*/ 43411 h 99590"/>
                <a:gd name="connsiteX15" fmla="*/ 32589 w 99683"/>
                <a:gd name="connsiteY15" fmla="*/ 47880 h 99590"/>
                <a:gd name="connsiteX16" fmla="*/ 31311 w 99683"/>
                <a:gd name="connsiteY16" fmla="*/ 54902 h 99590"/>
                <a:gd name="connsiteX17" fmla="*/ 0 w 99683"/>
                <a:gd name="connsiteY17" fmla="*/ 86184 h 99590"/>
                <a:gd name="connsiteX18" fmla="*/ 13419 w 99683"/>
                <a:gd name="connsiteY18" fmla="*/ 99590 h 99590"/>
                <a:gd name="connsiteX19" fmla="*/ 45369 w 99683"/>
                <a:gd name="connsiteY19" fmla="*/ 68309 h 99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683" h="99590">
                  <a:moveTo>
                    <a:pt x="45369" y="68309"/>
                  </a:moveTo>
                  <a:cubicBezTo>
                    <a:pt x="47285" y="66394"/>
                    <a:pt x="49842" y="65755"/>
                    <a:pt x="52398" y="67032"/>
                  </a:cubicBezTo>
                  <a:cubicBezTo>
                    <a:pt x="53675" y="67670"/>
                    <a:pt x="55593" y="68309"/>
                    <a:pt x="56870" y="68309"/>
                  </a:cubicBezTo>
                  <a:lnTo>
                    <a:pt x="57509" y="68309"/>
                  </a:lnTo>
                  <a:cubicBezTo>
                    <a:pt x="69650" y="71501"/>
                    <a:pt x="81791" y="67670"/>
                    <a:pt x="90098" y="58733"/>
                  </a:cubicBezTo>
                  <a:cubicBezTo>
                    <a:pt x="94571" y="54264"/>
                    <a:pt x="98405" y="47880"/>
                    <a:pt x="99683" y="41496"/>
                  </a:cubicBezTo>
                  <a:lnTo>
                    <a:pt x="86264" y="54902"/>
                  </a:lnTo>
                  <a:cubicBezTo>
                    <a:pt x="84986" y="56179"/>
                    <a:pt x="82430" y="56818"/>
                    <a:pt x="80513" y="56818"/>
                  </a:cubicBezTo>
                  <a:lnTo>
                    <a:pt x="53675" y="50434"/>
                  </a:lnTo>
                  <a:cubicBezTo>
                    <a:pt x="51119" y="49795"/>
                    <a:pt x="49203" y="47880"/>
                    <a:pt x="48564" y="45327"/>
                  </a:cubicBezTo>
                  <a:lnTo>
                    <a:pt x="42174" y="18514"/>
                  </a:lnTo>
                  <a:cubicBezTo>
                    <a:pt x="41535" y="16599"/>
                    <a:pt x="42174" y="14045"/>
                    <a:pt x="44091" y="12768"/>
                  </a:cubicBezTo>
                  <a:lnTo>
                    <a:pt x="57509" y="0"/>
                  </a:lnTo>
                  <a:cubicBezTo>
                    <a:pt x="38340" y="4469"/>
                    <a:pt x="26838" y="22983"/>
                    <a:pt x="30672" y="42135"/>
                  </a:cubicBezTo>
                  <a:cubicBezTo>
                    <a:pt x="30672" y="42135"/>
                    <a:pt x="30672" y="42773"/>
                    <a:pt x="31311" y="43411"/>
                  </a:cubicBezTo>
                  <a:cubicBezTo>
                    <a:pt x="31950" y="44688"/>
                    <a:pt x="31950" y="46603"/>
                    <a:pt x="32589" y="47880"/>
                  </a:cubicBezTo>
                  <a:cubicBezTo>
                    <a:pt x="33867" y="50434"/>
                    <a:pt x="33228" y="52987"/>
                    <a:pt x="31311" y="54902"/>
                  </a:cubicBezTo>
                  <a:lnTo>
                    <a:pt x="0" y="86184"/>
                  </a:lnTo>
                  <a:cubicBezTo>
                    <a:pt x="3834" y="91291"/>
                    <a:pt x="8307" y="95760"/>
                    <a:pt x="13419" y="99590"/>
                  </a:cubicBezTo>
                  <a:lnTo>
                    <a:pt x="45369" y="68309"/>
                  </a:lnTo>
                  <a:close/>
                </a:path>
              </a:pathLst>
            </a:custGeom>
            <a:solidFill>
              <a:srgbClr val="046A38"/>
            </a:solidFill>
            <a:ln w="6390" cap="flat">
              <a:noFill/>
              <a:prstDash val="solid"/>
              <a:miter/>
            </a:ln>
          </p:spPr>
          <p:txBody>
            <a:bodyPr rtlCol="0" anchor="ctr"/>
            <a:lstStyle/>
            <a:p>
              <a:endParaRPr lang="en-US"/>
            </a:p>
          </p:txBody>
        </p:sp>
        <p:sp>
          <p:nvSpPr>
            <p:cNvPr id="888" name="Graphic 4">
              <a:extLst>
                <a:ext uri="{FF2B5EF4-FFF2-40B4-BE49-F238E27FC236}">
                  <a16:creationId xmlns:a16="http://schemas.microsoft.com/office/drawing/2014/main" id="{E1763AAE-4493-7F46-91BB-1702F4BE900F}"/>
                </a:ext>
              </a:extLst>
            </p:cNvPr>
            <p:cNvSpPr/>
            <p:nvPr/>
          </p:nvSpPr>
          <p:spPr>
            <a:xfrm>
              <a:off x="2023054" y="4377020"/>
              <a:ext cx="223008" cy="225993"/>
            </a:xfrm>
            <a:custGeom>
              <a:avLst/>
              <a:gdLst>
                <a:gd name="connsiteX0" fmla="*/ 200644 w 223008"/>
                <a:gd name="connsiteY0" fmla="*/ 91930 h 225993"/>
                <a:gd name="connsiteX1" fmla="*/ 192976 w 223008"/>
                <a:gd name="connsiteY1" fmla="*/ 70224 h 225993"/>
                <a:gd name="connsiteX2" fmla="*/ 193615 w 223008"/>
                <a:gd name="connsiteY2" fmla="*/ 64478 h 225993"/>
                <a:gd name="connsiteX3" fmla="*/ 203200 w 223008"/>
                <a:gd name="connsiteY3" fmla="*/ 48518 h 225993"/>
                <a:gd name="connsiteX4" fmla="*/ 189142 w 223008"/>
                <a:gd name="connsiteY4" fmla="*/ 31920 h 225993"/>
                <a:gd name="connsiteX5" fmla="*/ 171889 w 223008"/>
                <a:gd name="connsiteY5" fmla="*/ 38942 h 225993"/>
                <a:gd name="connsiteX6" fmla="*/ 166138 w 223008"/>
                <a:gd name="connsiteY6" fmla="*/ 38304 h 225993"/>
                <a:gd name="connsiteX7" fmla="*/ 146330 w 223008"/>
                <a:gd name="connsiteY7" fmla="*/ 26813 h 225993"/>
                <a:gd name="connsiteX8" fmla="*/ 143135 w 223008"/>
                <a:gd name="connsiteY8" fmla="*/ 22344 h 225993"/>
                <a:gd name="connsiteX9" fmla="*/ 139940 w 223008"/>
                <a:gd name="connsiteY9" fmla="*/ 3830 h 225993"/>
                <a:gd name="connsiteX10" fmla="*/ 118214 w 223008"/>
                <a:gd name="connsiteY10" fmla="*/ 0 h 225993"/>
                <a:gd name="connsiteX11" fmla="*/ 109268 w 223008"/>
                <a:gd name="connsiteY11" fmla="*/ 16598 h 225993"/>
                <a:gd name="connsiteX12" fmla="*/ 104795 w 223008"/>
                <a:gd name="connsiteY12" fmla="*/ 19790 h 225993"/>
                <a:gd name="connsiteX13" fmla="*/ 81791 w 223008"/>
                <a:gd name="connsiteY13" fmla="*/ 23621 h 225993"/>
                <a:gd name="connsiteX14" fmla="*/ 76679 w 223008"/>
                <a:gd name="connsiteY14" fmla="*/ 22344 h 225993"/>
                <a:gd name="connsiteX15" fmla="*/ 62621 w 223008"/>
                <a:gd name="connsiteY15" fmla="*/ 10214 h 225993"/>
                <a:gd name="connsiteX16" fmla="*/ 43451 w 223008"/>
                <a:gd name="connsiteY16" fmla="*/ 21067 h 225993"/>
                <a:gd name="connsiteX17" fmla="*/ 47285 w 223008"/>
                <a:gd name="connsiteY17" fmla="*/ 39581 h 225993"/>
                <a:gd name="connsiteX18" fmla="*/ 46007 w 223008"/>
                <a:gd name="connsiteY18" fmla="*/ 44688 h 225993"/>
                <a:gd name="connsiteX19" fmla="*/ 31311 w 223008"/>
                <a:gd name="connsiteY19" fmla="*/ 62563 h 225993"/>
                <a:gd name="connsiteX20" fmla="*/ 26199 w 223008"/>
                <a:gd name="connsiteY20" fmla="*/ 65117 h 225993"/>
                <a:gd name="connsiteX21" fmla="*/ 7668 w 223008"/>
                <a:gd name="connsiteY21" fmla="*/ 64478 h 225993"/>
                <a:gd name="connsiteX22" fmla="*/ 0 w 223008"/>
                <a:gd name="connsiteY22" fmla="*/ 84907 h 225993"/>
                <a:gd name="connsiteX23" fmla="*/ 14697 w 223008"/>
                <a:gd name="connsiteY23" fmla="*/ 96398 h 225993"/>
                <a:gd name="connsiteX24" fmla="*/ 17253 w 223008"/>
                <a:gd name="connsiteY24" fmla="*/ 101505 h 225993"/>
                <a:gd name="connsiteX25" fmla="*/ 17253 w 223008"/>
                <a:gd name="connsiteY25" fmla="*/ 124488 h 225993"/>
                <a:gd name="connsiteX26" fmla="*/ 14697 w 223008"/>
                <a:gd name="connsiteY26" fmla="*/ 129595 h 225993"/>
                <a:gd name="connsiteX27" fmla="*/ 0 w 223008"/>
                <a:gd name="connsiteY27" fmla="*/ 141086 h 225993"/>
                <a:gd name="connsiteX28" fmla="*/ 7668 w 223008"/>
                <a:gd name="connsiteY28" fmla="*/ 161515 h 225993"/>
                <a:gd name="connsiteX29" fmla="*/ 26199 w 223008"/>
                <a:gd name="connsiteY29" fmla="*/ 160876 h 225993"/>
                <a:gd name="connsiteX30" fmla="*/ 31311 w 223008"/>
                <a:gd name="connsiteY30" fmla="*/ 163430 h 225993"/>
                <a:gd name="connsiteX31" fmla="*/ 46007 w 223008"/>
                <a:gd name="connsiteY31" fmla="*/ 181305 h 225993"/>
                <a:gd name="connsiteX32" fmla="*/ 47285 w 223008"/>
                <a:gd name="connsiteY32" fmla="*/ 186412 h 225993"/>
                <a:gd name="connsiteX33" fmla="*/ 43451 w 223008"/>
                <a:gd name="connsiteY33" fmla="*/ 204926 h 225993"/>
                <a:gd name="connsiteX34" fmla="*/ 62621 w 223008"/>
                <a:gd name="connsiteY34" fmla="*/ 215779 h 225993"/>
                <a:gd name="connsiteX35" fmla="*/ 76679 w 223008"/>
                <a:gd name="connsiteY35" fmla="*/ 203649 h 225993"/>
                <a:gd name="connsiteX36" fmla="*/ 81152 w 223008"/>
                <a:gd name="connsiteY36" fmla="*/ 202372 h 225993"/>
                <a:gd name="connsiteX37" fmla="*/ 82430 w 223008"/>
                <a:gd name="connsiteY37" fmla="*/ 202372 h 225993"/>
                <a:gd name="connsiteX38" fmla="*/ 105434 w 223008"/>
                <a:gd name="connsiteY38" fmla="*/ 206203 h 225993"/>
                <a:gd name="connsiteX39" fmla="*/ 109907 w 223008"/>
                <a:gd name="connsiteY39" fmla="*/ 209395 h 225993"/>
                <a:gd name="connsiteX40" fmla="*/ 118853 w 223008"/>
                <a:gd name="connsiteY40" fmla="*/ 225993 h 225993"/>
                <a:gd name="connsiteX41" fmla="*/ 140579 w 223008"/>
                <a:gd name="connsiteY41" fmla="*/ 222163 h 225993"/>
                <a:gd name="connsiteX42" fmla="*/ 143774 w 223008"/>
                <a:gd name="connsiteY42" fmla="*/ 203649 h 225993"/>
                <a:gd name="connsiteX43" fmla="*/ 146969 w 223008"/>
                <a:gd name="connsiteY43" fmla="*/ 199180 h 225993"/>
                <a:gd name="connsiteX44" fmla="*/ 166777 w 223008"/>
                <a:gd name="connsiteY44" fmla="*/ 187689 h 225993"/>
                <a:gd name="connsiteX45" fmla="*/ 172528 w 223008"/>
                <a:gd name="connsiteY45" fmla="*/ 187051 h 225993"/>
                <a:gd name="connsiteX46" fmla="*/ 189781 w 223008"/>
                <a:gd name="connsiteY46" fmla="*/ 194073 h 225993"/>
                <a:gd name="connsiteX47" fmla="*/ 203839 w 223008"/>
                <a:gd name="connsiteY47" fmla="*/ 177475 h 225993"/>
                <a:gd name="connsiteX48" fmla="*/ 194254 w 223008"/>
                <a:gd name="connsiteY48" fmla="*/ 161515 h 225993"/>
                <a:gd name="connsiteX49" fmla="*/ 193615 w 223008"/>
                <a:gd name="connsiteY49" fmla="*/ 155769 h 225993"/>
                <a:gd name="connsiteX50" fmla="*/ 201283 w 223008"/>
                <a:gd name="connsiteY50" fmla="*/ 134064 h 225993"/>
                <a:gd name="connsiteX51" fmla="*/ 205117 w 223008"/>
                <a:gd name="connsiteY51" fmla="*/ 130233 h 225993"/>
                <a:gd name="connsiteX52" fmla="*/ 223009 w 223008"/>
                <a:gd name="connsiteY52" fmla="*/ 124488 h 225993"/>
                <a:gd name="connsiteX53" fmla="*/ 223009 w 223008"/>
                <a:gd name="connsiteY53" fmla="*/ 102782 h 225993"/>
                <a:gd name="connsiteX54" fmla="*/ 205117 w 223008"/>
                <a:gd name="connsiteY54" fmla="*/ 96398 h 225993"/>
                <a:gd name="connsiteX55" fmla="*/ 200644 w 223008"/>
                <a:gd name="connsiteY55" fmla="*/ 91930 h 225993"/>
                <a:gd name="connsiteX56" fmla="*/ 109907 w 223008"/>
                <a:gd name="connsiteY56" fmla="*/ 195350 h 225993"/>
                <a:gd name="connsiteX57" fmla="*/ 26838 w 223008"/>
                <a:gd name="connsiteY57" fmla="*/ 112358 h 225993"/>
                <a:gd name="connsiteX58" fmla="*/ 109907 w 223008"/>
                <a:gd name="connsiteY58" fmla="*/ 29366 h 225993"/>
                <a:gd name="connsiteX59" fmla="*/ 192976 w 223008"/>
                <a:gd name="connsiteY59" fmla="*/ 112358 h 225993"/>
                <a:gd name="connsiteX60" fmla="*/ 192976 w 223008"/>
                <a:gd name="connsiteY60" fmla="*/ 112358 h 225993"/>
                <a:gd name="connsiteX61" fmla="*/ 109907 w 223008"/>
                <a:gd name="connsiteY61" fmla="*/ 195350 h 225993"/>
                <a:gd name="connsiteX62" fmla="*/ 109907 w 223008"/>
                <a:gd name="connsiteY62" fmla="*/ 195350 h 225993"/>
                <a:gd name="connsiteX63" fmla="*/ 109907 w 223008"/>
                <a:gd name="connsiteY63" fmla="*/ 195350 h 22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223008" h="225993">
                  <a:moveTo>
                    <a:pt x="200644" y="91930"/>
                  </a:moveTo>
                  <a:lnTo>
                    <a:pt x="192976" y="70224"/>
                  </a:lnTo>
                  <a:cubicBezTo>
                    <a:pt x="192337" y="68309"/>
                    <a:pt x="192337" y="66394"/>
                    <a:pt x="193615" y="64478"/>
                  </a:cubicBezTo>
                  <a:lnTo>
                    <a:pt x="203200" y="48518"/>
                  </a:lnTo>
                  <a:lnTo>
                    <a:pt x="189142" y="31920"/>
                  </a:lnTo>
                  <a:lnTo>
                    <a:pt x="171889" y="38942"/>
                  </a:lnTo>
                  <a:cubicBezTo>
                    <a:pt x="169972" y="39581"/>
                    <a:pt x="168055" y="39581"/>
                    <a:pt x="166138" y="38304"/>
                  </a:cubicBezTo>
                  <a:lnTo>
                    <a:pt x="146330" y="26813"/>
                  </a:lnTo>
                  <a:cubicBezTo>
                    <a:pt x="144413" y="25536"/>
                    <a:pt x="143774" y="24259"/>
                    <a:pt x="143135" y="22344"/>
                  </a:cubicBezTo>
                  <a:lnTo>
                    <a:pt x="139940" y="3830"/>
                  </a:lnTo>
                  <a:lnTo>
                    <a:pt x="118214" y="0"/>
                  </a:lnTo>
                  <a:lnTo>
                    <a:pt x="109268" y="16598"/>
                  </a:lnTo>
                  <a:cubicBezTo>
                    <a:pt x="108629" y="18514"/>
                    <a:pt x="106712" y="19790"/>
                    <a:pt x="104795" y="19790"/>
                  </a:cubicBezTo>
                  <a:lnTo>
                    <a:pt x="81791" y="23621"/>
                  </a:lnTo>
                  <a:cubicBezTo>
                    <a:pt x="79874" y="24259"/>
                    <a:pt x="77957" y="23621"/>
                    <a:pt x="76679" y="22344"/>
                  </a:cubicBezTo>
                  <a:lnTo>
                    <a:pt x="62621" y="10214"/>
                  </a:lnTo>
                  <a:lnTo>
                    <a:pt x="43451" y="21067"/>
                  </a:lnTo>
                  <a:lnTo>
                    <a:pt x="47285" y="39581"/>
                  </a:lnTo>
                  <a:cubicBezTo>
                    <a:pt x="47925" y="41496"/>
                    <a:pt x="47285" y="43411"/>
                    <a:pt x="46007" y="44688"/>
                  </a:cubicBezTo>
                  <a:lnTo>
                    <a:pt x="31311" y="62563"/>
                  </a:lnTo>
                  <a:cubicBezTo>
                    <a:pt x="30033" y="63840"/>
                    <a:pt x="28116" y="65117"/>
                    <a:pt x="26199" y="65117"/>
                  </a:cubicBezTo>
                  <a:lnTo>
                    <a:pt x="7668" y="64478"/>
                  </a:lnTo>
                  <a:lnTo>
                    <a:pt x="0" y="84907"/>
                  </a:lnTo>
                  <a:lnTo>
                    <a:pt x="14697" y="96398"/>
                  </a:lnTo>
                  <a:cubicBezTo>
                    <a:pt x="15975" y="97675"/>
                    <a:pt x="17253" y="99590"/>
                    <a:pt x="17253" y="101505"/>
                  </a:cubicBezTo>
                  <a:lnTo>
                    <a:pt x="17253" y="124488"/>
                  </a:lnTo>
                  <a:cubicBezTo>
                    <a:pt x="17253" y="126403"/>
                    <a:pt x="16614" y="128318"/>
                    <a:pt x="14697" y="129595"/>
                  </a:cubicBezTo>
                  <a:lnTo>
                    <a:pt x="0" y="141086"/>
                  </a:lnTo>
                  <a:lnTo>
                    <a:pt x="7668" y="161515"/>
                  </a:lnTo>
                  <a:lnTo>
                    <a:pt x="26199" y="160876"/>
                  </a:lnTo>
                  <a:cubicBezTo>
                    <a:pt x="28116" y="160876"/>
                    <a:pt x="30033" y="161515"/>
                    <a:pt x="31311" y="163430"/>
                  </a:cubicBezTo>
                  <a:lnTo>
                    <a:pt x="46007" y="181305"/>
                  </a:lnTo>
                  <a:cubicBezTo>
                    <a:pt x="47285" y="182582"/>
                    <a:pt x="47925" y="184497"/>
                    <a:pt x="47285" y="186412"/>
                  </a:cubicBezTo>
                  <a:lnTo>
                    <a:pt x="43451" y="204926"/>
                  </a:lnTo>
                  <a:lnTo>
                    <a:pt x="62621" y="215779"/>
                  </a:lnTo>
                  <a:lnTo>
                    <a:pt x="76679" y="203649"/>
                  </a:lnTo>
                  <a:cubicBezTo>
                    <a:pt x="77957" y="202372"/>
                    <a:pt x="79235" y="202372"/>
                    <a:pt x="81152" y="202372"/>
                  </a:cubicBezTo>
                  <a:lnTo>
                    <a:pt x="82430" y="202372"/>
                  </a:lnTo>
                  <a:lnTo>
                    <a:pt x="105434" y="206203"/>
                  </a:lnTo>
                  <a:cubicBezTo>
                    <a:pt x="107351" y="206203"/>
                    <a:pt x="109268" y="207479"/>
                    <a:pt x="109907" y="209395"/>
                  </a:cubicBezTo>
                  <a:lnTo>
                    <a:pt x="118853" y="225993"/>
                  </a:lnTo>
                  <a:lnTo>
                    <a:pt x="140579" y="222163"/>
                  </a:lnTo>
                  <a:lnTo>
                    <a:pt x="143774" y="203649"/>
                  </a:lnTo>
                  <a:cubicBezTo>
                    <a:pt x="143774" y="201734"/>
                    <a:pt x="145051" y="199819"/>
                    <a:pt x="146969" y="199180"/>
                  </a:cubicBezTo>
                  <a:lnTo>
                    <a:pt x="166777" y="187689"/>
                  </a:lnTo>
                  <a:cubicBezTo>
                    <a:pt x="168694" y="187051"/>
                    <a:pt x="170611" y="186412"/>
                    <a:pt x="172528" y="187051"/>
                  </a:cubicBezTo>
                  <a:lnTo>
                    <a:pt x="189781" y="194073"/>
                  </a:lnTo>
                  <a:lnTo>
                    <a:pt x="203839" y="177475"/>
                  </a:lnTo>
                  <a:lnTo>
                    <a:pt x="194254" y="161515"/>
                  </a:lnTo>
                  <a:cubicBezTo>
                    <a:pt x="192976" y="159600"/>
                    <a:pt x="192976" y="157684"/>
                    <a:pt x="193615" y="155769"/>
                  </a:cubicBezTo>
                  <a:lnTo>
                    <a:pt x="201283" y="134064"/>
                  </a:lnTo>
                  <a:cubicBezTo>
                    <a:pt x="201922" y="132149"/>
                    <a:pt x="203200" y="130872"/>
                    <a:pt x="205117" y="130233"/>
                  </a:cubicBezTo>
                  <a:lnTo>
                    <a:pt x="223009" y="124488"/>
                  </a:lnTo>
                  <a:lnTo>
                    <a:pt x="223009" y="102782"/>
                  </a:lnTo>
                  <a:lnTo>
                    <a:pt x="205117" y="96398"/>
                  </a:lnTo>
                  <a:cubicBezTo>
                    <a:pt x="202561" y="94483"/>
                    <a:pt x="201283" y="93206"/>
                    <a:pt x="200644" y="91930"/>
                  </a:cubicBezTo>
                  <a:close/>
                  <a:moveTo>
                    <a:pt x="109907" y="195350"/>
                  </a:moveTo>
                  <a:cubicBezTo>
                    <a:pt x="63899" y="195350"/>
                    <a:pt x="26838" y="158323"/>
                    <a:pt x="26838" y="112358"/>
                  </a:cubicBezTo>
                  <a:cubicBezTo>
                    <a:pt x="26838" y="66394"/>
                    <a:pt x="63899" y="29366"/>
                    <a:pt x="109907" y="29366"/>
                  </a:cubicBezTo>
                  <a:cubicBezTo>
                    <a:pt x="155914" y="29366"/>
                    <a:pt x="192976" y="66394"/>
                    <a:pt x="192976" y="112358"/>
                  </a:cubicBezTo>
                  <a:lnTo>
                    <a:pt x="192976" y="112358"/>
                  </a:lnTo>
                  <a:cubicBezTo>
                    <a:pt x="192976" y="158323"/>
                    <a:pt x="155914" y="195350"/>
                    <a:pt x="109907" y="195350"/>
                  </a:cubicBezTo>
                  <a:cubicBezTo>
                    <a:pt x="109907" y="195350"/>
                    <a:pt x="109268" y="195350"/>
                    <a:pt x="109907" y="195350"/>
                  </a:cubicBezTo>
                  <a:lnTo>
                    <a:pt x="109907" y="195350"/>
                  </a:lnTo>
                  <a:close/>
                </a:path>
              </a:pathLst>
            </a:custGeom>
            <a:solidFill>
              <a:srgbClr val="046A38"/>
            </a:solidFill>
            <a:ln w="6390" cap="flat">
              <a:noFill/>
              <a:prstDash val="solid"/>
              <a:miter/>
            </a:ln>
          </p:spPr>
          <p:txBody>
            <a:bodyPr rtlCol="0" anchor="ctr"/>
            <a:lstStyle/>
            <a:p>
              <a:endParaRPr lang="en-US"/>
            </a:p>
          </p:txBody>
        </p:sp>
      </p:grpSp>
      <p:grpSp>
        <p:nvGrpSpPr>
          <p:cNvPr id="889" name="Graphic 4">
            <a:extLst>
              <a:ext uri="{FF2B5EF4-FFF2-40B4-BE49-F238E27FC236}">
                <a16:creationId xmlns:a16="http://schemas.microsoft.com/office/drawing/2014/main" id="{C4E55868-A2A0-C44F-8004-8D94A932CE5C}"/>
              </a:ext>
            </a:extLst>
          </p:cNvPr>
          <p:cNvGrpSpPr>
            <a:grpSpLocks noChangeAspect="1"/>
          </p:cNvGrpSpPr>
          <p:nvPr/>
        </p:nvGrpSpPr>
        <p:grpSpPr>
          <a:xfrm>
            <a:off x="1952125" y="3339623"/>
            <a:ext cx="362313" cy="361971"/>
            <a:chOff x="1952125" y="3339623"/>
            <a:chExt cx="362313" cy="361971"/>
          </a:xfrm>
          <a:solidFill>
            <a:srgbClr val="046A38"/>
          </a:solidFill>
        </p:grpSpPr>
        <p:sp>
          <p:nvSpPr>
            <p:cNvPr id="890" name="Graphic 4">
              <a:extLst>
                <a:ext uri="{FF2B5EF4-FFF2-40B4-BE49-F238E27FC236}">
                  <a16:creationId xmlns:a16="http://schemas.microsoft.com/office/drawing/2014/main" id="{4374D182-6EEC-F647-B10C-D0125C85E7AB}"/>
                </a:ext>
              </a:extLst>
            </p:cNvPr>
            <p:cNvSpPr/>
            <p:nvPr/>
          </p:nvSpPr>
          <p:spPr>
            <a:xfrm>
              <a:off x="2106026" y="3455149"/>
              <a:ext cx="56327" cy="68971"/>
            </a:xfrm>
            <a:custGeom>
              <a:avLst/>
              <a:gdLst>
                <a:gd name="connsiteX0" fmla="*/ 16710 w 56327"/>
                <a:gd name="connsiteY0" fmla="*/ 68971 h 68971"/>
                <a:gd name="connsiteX1" fmla="*/ 39075 w 56327"/>
                <a:gd name="connsiteY1" fmla="*/ 68971 h 68971"/>
                <a:gd name="connsiteX2" fmla="*/ 49299 w 56327"/>
                <a:gd name="connsiteY2" fmla="*/ 45989 h 68971"/>
                <a:gd name="connsiteX3" fmla="*/ 56328 w 56327"/>
                <a:gd name="connsiteY3" fmla="*/ 26837 h 68971"/>
                <a:gd name="connsiteX4" fmla="*/ 26934 w 56327"/>
                <a:gd name="connsiteY4" fmla="*/ 24 h 68971"/>
                <a:gd name="connsiteX5" fmla="*/ 97 w 56327"/>
                <a:gd name="connsiteY5" fmla="*/ 26837 h 68971"/>
                <a:gd name="connsiteX6" fmla="*/ 7125 w 56327"/>
                <a:gd name="connsiteY6" fmla="*/ 45989 h 68971"/>
                <a:gd name="connsiteX7" fmla="*/ 16710 w 56327"/>
                <a:gd name="connsiteY7" fmla="*/ 68971 h 68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327" h="68971">
                  <a:moveTo>
                    <a:pt x="16710" y="68971"/>
                  </a:moveTo>
                  <a:lnTo>
                    <a:pt x="39075" y="68971"/>
                  </a:lnTo>
                  <a:cubicBezTo>
                    <a:pt x="39714" y="60672"/>
                    <a:pt x="43548" y="52373"/>
                    <a:pt x="49299" y="45989"/>
                  </a:cubicBezTo>
                  <a:cubicBezTo>
                    <a:pt x="53772" y="40882"/>
                    <a:pt x="56328" y="33859"/>
                    <a:pt x="56328" y="26837"/>
                  </a:cubicBezTo>
                  <a:cubicBezTo>
                    <a:pt x="55689" y="11516"/>
                    <a:pt x="42270" y="-614"/>
                    <a:pt x="26934" y="24"/>
                  </a:cubicBezTo>
                  <a:cubicBezTo>
                    <a:pt x="12237" y="663"/>
                    <a:pt x="736" y="12154"/>
                    <a:pt x="97" y="26837"/>
                  </a:cubicBezTo>
                  <a:cubicBezTo>
                    <a:pt x="-543" y="33859"/>
                    <a:pt x="2013" y="40882"/>
                    <a:pt x="7125" y="45989"/>
                  </a:cubicBezTo>
                  <a:cubicBezTo>
                    <a:pt x="12237" y="52373"/>
                    <a:pt x="16071" y="60672"/>
                    <a:pt x="16710" y="68971"/>
                  </a:cubicBezTo>
                  <a:close/>
                </a:path>
              </a:pathLst>
            </a:custGeom>
            <a:solidFill>
              <a:srgbClr val="046A38"/>
            </a:solidFill>
            <a:ln w="6390" cap="flat">
              <a:noFill/>
              <a:prstDash val="solid"/>
              <a:miter/>
            </a:ln>
          </p:spPr>
          <p:txBody>
            <a:bodyPr rtlCol="0" anchor="ctr"/>
            <a:lstStyle/>
            <a:p>
              <a:endParaRPr lang="en-US"/>
            </a:p>
          </p:txBody>
        </p:sp>
        <p:sp>
          <p:nvSpPr>
            <p:cNvPr id="891" name="Graphic 4">
              <a:extLst>
                <a:ext uri="{FF2B5EF4-FFF2-40B4-BE49-F238E27FC236}">
                  <a16:creationId xmlns:a16="http://schemas.microsoft.com/office/drawing/2014/main" id="{0AA4B386-DCA4-A344-A545-5400005C7DEC}"/>
                </a:ext>
              </a:extLst>
            </p:cNvPr>
            <p:cNvSpPr/>
            <p:nvPr/>
          </p:nvSpPr>
          <p:spPr>
            <a:xfrm>
              <a:off x="1952125" y="33396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24926 w 362313"/>
                <a:gd name="connsiteY6" fmla="*/ 101505 h 361971"/>
                <a:gd name="connsiteX7" fmla="*/ 237706 w 362313"/>
                <a:gd name="connsiteY7" fmla="*/ 93206 h 361971"/>
                <a:gd name="connsiteX8" fmla="*/ 246652 w 362313"/>
                <a:gd name="connsiteY8" fmla="*/ 95121 h 361971"/>
                <a:gd name="connsiteX9" fmla="*/ 244735 w 362313"/>
                <a:gd name="connsiteY9" fmla="*/ 104059 h 361971"/>
                <a:gd name="connsiteX10" fmla="*/ 231955 w 362313"/>
                <a:gd name="connsiteY10" fmla="*/ 112358 h 361971"/>
                <a:gd name="connsiteX11" fmla="*/ 223009 w 362313"/>
                <a:gd name="connsiteY11" fmla="*/ 110443 h 361971"/>
                <a:gd name="connsiteX12" fmla="*/ 224926 w 362313"/>
                <a:gd name="connsiteY12" fmla="*/ 101505 h 361971"/>
                <a:gd name="connsiteX13" fmla="*/ 175084 w 362313"/>
                <a:gd name="connsiteY13" fmla="*/ 66394 h 361971"/>
                <a:gd name="connsiteX14" fmla="*/ 181474 w 362313"/>
                <a:gd name="connsiteY14" fmla="*/ 60010 h 361971"/>
                <a:gd name="connsiteX15" fmla="*/ 187864 w 362313"/>
                <a:gd name="connsiteY15" fmla="*/ 66394 h 361971"/>
                <a:gd name="connsiteX16" fmla="*/ 187864 w 362313"/>
                <a:gd name="connsiteY16" fmla="*/ 80438 h 361971"/>
                <a:gd name="connsiteX17" fmla="*/ 181474 w 362313"/>
                <a:gd name="connsiteY17" fmla="*/ 86822 h 361971"/>
                <a:gd name="connsiteX18" fmla="*/ 175084 w 362313"/>
                <a:gd name="connsiteY18" fmla="*/ 80438 h 361971"/>
                <a:gd name="connsiteX19" fmla="*/ 175084 w 362313"/>
                <a:gd name="connsiteY19" fmla="*/ 66394 h 361971"/>
                <a:gd name="connsiteX20" fmla="*/ 181474 w 362313"/>
                <a:gd name="connsiteY20" fmla="*/ 102144 h 361971"/>
                <a:gd name="connsiteX21" fmla="*/ 222370 w 362313"/>
                <a:gd name="connsiteY21" fmla="*/ 141086 h 361971"/>
                <a:gd name="connsiteX22" fmla="*/ 222370 w 362313"/>
                <a:gd name="connsiteY22" fmla="*/ 141724 h 361971"/>
                <a:gd name="connsiteX23" fmla="*/ 212785 w 362313"/>
                <a:gd name="connsiteY23" fmla="*/ 168537 h 361971"/>
                <a:gd name="connsiteX24" fmla="*/ 205117 w 362313"/>
                <a:gd name="connsiteY24" fmla="*/ 190243 h 361971"/>
                <a:gd name="connsiteX25" fmla="*/ 198727 w 362313"/>
                <a:gd name="connsiteY25" fmla="*/ 196627 h 361971"/>
                <a:gd name="connsiteX26" fmla="*/ 164221 w 362313"/>
                <a:gd name="connsiteY26" fmla="*/ 196627 h 361971"/>
                <a:gd name="connsiteX27" fmla="*/ 157832 w 362313"/>
                <a:gd name="connsiteY27" fmla="*/ 190243 h 361971"/>
                <a:gd name="connsiteX28" fmla="*/ 150164 w 362313"/>
                <a:gd name="connsiteY28" fmla="*/ 168537 h 361971"/>
                <a:gd name="connsiteX29" fmla="*/ 140579 w 362313"/>
                <a:gd name="connsiteY29" fmla="*/ 141724 h 361971"/>
                <a:gd name="connsiteX30" fmla="*/ 180835 w 362313"/>
                <a:gd name="connsiteY30" fmla="*/ 102144 h 361971"/>
                <a:gd name="connsiteX31" fmla="*/ 181474 w 362313"/>
                <a:gd name="connsiteY31" fmla="*/ 102144 h 361971"/>
                <a:gd name="connsiteX32" fmla="*/ 181474 w 362313"/>
                <a:gd name="connsiteY32" fmla="*/ 102144 h 361971"/>
                <a:gd name="connsiteX33" fmla="*/ 204478 w 362313"/>
                <a:gd name="connsiteY33" fmla="*/ 209395 h 361971"/>
                <a:gd name="connsiteX34" fmla="*/ 198088 w 362313"/>
                <a:gd name="connsiteY34" fmla="*/ 215779 h 361971"/>
                <a:gd name="connsiteX35" fmla="*/ 165499 w 362313"/>
                <a:gd name="connsiteY35" fmla="*/ 215779 h 361971"/>
                <a:gd name="connsiteX36" fmla="*/ 159109 w 362313"/>
                <a:gd name="connsiteY36" fmla="*/ 209395 h 361971"/>
                <a:gd name="connsiteX37" fmla="*/ 165499 w 362313"/>
                <a:gd name="connsiteY37" fmla="*/ 203011 h 361971"/>
                <a:gd name="connsiteX38" fmla="*/ 198088 w 362313"/>
                <a:gd name="connsiteY38" fmla="*/ 203011 h 361971"/>
                <a:gd name="connsiteX39" fmla="*/ 204478 w 362313"/>
                <a:gd name="connsiteY39" fmla="*/ 209395 h 361971"/>
                <a:gd name="connsiteX40" fmla="*/ 116936 w 362313"/>
                <a:gd name="connsiteY40" fmla="*/ 95121 h 361971"/>
                <a:gd name="connsiteX41" fmla="*/ 125882 w 362313"/>
                <a:gd name="connsiteY41" fmla="*/ 93206 h 361971"/>
                <a:gd name="connsiteX42" fmla="*/ 138662 w 362313"/>
                <a:gd name="connsiteY42" fmla="*/ 101505 h 361971"/>
                <a:gd name="connsiteX43" fmla="*/ 140579 w 362313"/>
                <a:gd name="connsiteY43" fmla="*/ 110443 h 361971"/>
                <a:gd name="connsiteX44" fmla="*/ 135467 w 362313"/>
                <a:gd name="connsiteY44" fmla="*/ 113635 h 361971"/>
                <a:gd name="connsiteX45" fmla="*/ 131633 w 362313"/>
                <a:gd name="connsiteY45" fmla="*/ 112358 h 361971"/>
                <a:gd name="connsiteX46" fmla="*/ 118853 w 362313"/>
                <a:gd name="connsiteY46" fmla="*/ 104059 h 361971"/>
                <a:gd name="connsiteX47" fmla="*/ 116936 w 362313"/>
                <a:gd name="connsiteY47" fmla="*/ 95121 h 361971"/>
                <a:gd name="connsiteX48" fmla="*/ 116936 w 362313"/>
                <a:gd name="connsiteY48" fmla="*/ 95121 h 361971"/>
                <a:gd name="connsiteX49" fmla="*/ 104156 w 362313"/>
                <a:gd name="connsiteY49" fmla="*/ 157684 h 361971"/>
                <a:gd name="connsiteX50" fmla="*/ 110546 w 362313"/>
                <a:gd name="connsiteY50" fmla="*/ 151300 h 361971"/>
                <a:gd name="connsiteX51" fmla="*/ 125882 w 362313"/>
                <a:gd name="connsiteY51" fmla="*/ 151300 h 361971"/>
                <a:gd name="connsiteX52" fmla="*/ 132272 w 362313"/>
                <a:gd name="connsiteY52" fmla="*/ 157684 h 361971"/>
                <a:gd name="connsiteX53" fmla="*/ 125882 w 362313"/>
                <a:gd name="connsiteY53" fmla="*/ 164068 h 361971"/>
                <a:gd name="connsiteX54" fmla="*/ 110546 w 362313"/>
                <a:gd name="connsiteY54" fmla="*/ 164068 h 361971"/>
                <a:gd name="connsiteX55" fmla="*/ 104156 w 362313"/>
                <a:gd name="connsiteY55" fmla="*/ 157684 h 361971"/>
                <a:gd name="connsiteX56" fmla="*/ 104156 w 362313"/>
                <a:gd name="connsiteY56" fmla="*/ 157684 h 361971"/>
                <a:gd name="connsiteX57" fmla="*/ 256876 w 362313"/>
                <a:gd name="connsiteY57" fmla="*/ 295578 h 361971"/>
                <a:gd name="connsiteX58" fmla="*/ 250486 w 362313"/>
                <a:gd name="connsiteY58" fmla="*/ 301962 h 361971"/>
                <a:gd name="connsiteX59" fmla="*/ 244096 w 362313"/>
                <a:gd name="connsiteY59" fmla="*/ 295578 h 361971"/>
                <a:gd name="connsiteX60" fmla="*/ 244096 w 362313"/>
                <a:gd name="connsiteY60" fmla="*/ 284087 h 361971"/>
                <a:gd name="connsiteX61" fmla="*/ 200644 w 362313"/>
                <a:gd name="connsiteY61" fmla="*/ 236846 h 361971"/>
                <a:gd name="connsiteX62" fmla="*/ 162304 w 362313"/>
                <a:gd name="connsiteY62" fmla="*/ 236846 h 361971"/>
                <a:gd name="connsiteX63" fmla="*/ 118853 w 362313"/>
                <a:gd name="connsiteY63" fmla="*/ 284087 h 361971"/>
                <a:gd name="connsiteX64" fmla="*/ 118853 w 362313"/>
                <a:gd name="connsiteY64" fmla="*/ 295578 h 361971"/>
                <a:gd name="connsiteX65" fmla="*/ 112463 w 362313"/>
                <a:gd name="connsiteY65" fmla="*/ 301962 h 361971"/>
                <a:gd name="connsiteX66" fmla="*/ 106073 w 362313"/>
                <a:gd name="connsiteY66" fmla="*/ 295578 h 361971"/>
                <a:gd name="connsiteX67" fmla="*/ 106073 w 362313"/>
                <a:gd name="connsiteY67" fmla="*/ 284087 h 361971"/>
                <a:gd name="connsiteX68" fmla="*/ 162304 w 362313"/>
                <a:gd name="connsiteY68" fmla="*/ 224078 h 361971"/>
                <a:gd name="connsiteX69" fmla="*/ 200644 w 362313"/>
                <a:gd name="connsiteY69" fmla="*/ 224078 h 361971"/>
                <a:gd name="connsiteX70" fmla="*/ 256876 w 362313"/>
                <a:gd name="connsiteY70" fmla="*/ 284087 h 361971"/>
                <a:gd name="connsiteX71" fmla="*/ 256876 w 362313"/>
                <a:gd name="connsiteY71" fmla="*/ 295578 h 361971"/>
                <a:gd name="connsiteX72" fmla="*/ 253042 w 362313"/>
                <a:gd name="connsiteY72" fmla="*/ 164068 h 361971"/>
                <a:gd name="connsiteX73" fmla="*/ 237706 w 362313"/>
                <a:gd name="connsiteY73" fmla="*/ 164068 h 361971"/>
                <a:gd name="connsiteX74" fmla="*/ 231316 w 362313"/>
                <a:gd name="connsiteY74" fmla="*/ 157684 h 361971"/>
                <a:gd name="connsiteX75" fmla="*/ 237706 w 362313"/>
                <a:gd name="connsiteY75" fmla="*/ 151300 h 361971"/>
                <a:gd name="connsiteX76" fmla="*/ 253042 w 362313"/>
                <a:gd name="connsiteY76" fmla="*/ 151300 h 361971"/>
                <a:gd name="connsiteX77" fmla="*/ 259431 w 362313"/>
                <a:gd name="connsiteY77" fmla="*/ 157684 h 361971"/>
                <a:gd name="connsiteX78" fmla="*/ 253042 w 362313"/>
                <a:gd name="connsiteY78" fmla="*/ 16406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224926" y="101505"/>
                  </a:moveTo>
                  <a:lnTo>
                    <a:pt x="237706" y="93206"/>
                  </a:lnTo>
                  <a:cubicBezTo>
                    <a:pt x="240901" y="91291"/>
                    <a:pt x="244735" y="91930"/>
                    <a:pt x="246652" y="95121"/>
                  </a:cubicBezTo>
                  <a:cubicBezTo>
                    <a:pt x="248569" y="98313"/>
                    <a:pt x="247929" y="102144"/>
                    <a:pt x="244735" y="104059"/>
                  </a:cubicBezTo>
                  <a:lnTo>
                    <a:pt x="231955" y="112358"/>
                  </a:lnTo>
                  <a:cubicBezTo>
                    <a:pt x="228760" y="114273"/>
                    <a:pt x="224926" y="113635"/>
                    <a:pt x="223009" y="110443"/>
                  </a:cubicBezTo>
                  <a:cubicBezTo>
                    <a:pt x="221092" y="107889"/>
                    <a:pt x="221731" y="103421"/>
                    <a:pt x="224926" y="101505"/>
                  </a:cubicBezTo>
                  <a:close/>
                  <a:moveTo>
                    <a:pt x="175084" y="66394"/>
                  </a:moveTo>
                  <a:cubicBezTo>
                    <a:pt x="175084" y="62563"/>
                    <a:pt x="177640" y="60010"/>
                    <a:pt x="181474" y="60010"/>
                  </a:cubicBezTo>
                  <a:cubicBezTo>
                    <a:pt x="185308" y="60010"/>
                    <a:pt x="187864" y="62563"/>
                    <a:pt x="187864" y="66394"/>
                  </a:cubicBezTo>
                  <a:lnTo>
                    <a:pt x="187864" y="80438"/>
                  </a:lnTo>
                  <a:cubicBezTo>
                    <a:pt x="187864" y="84269"/>
                    <a:pt x="185308" y="86822"/>
                    <a:pt x="181474" y="86822"/>
                  </a:cubicBezTo>
                  <a:cubicBezTo>
                    <a:pt x="177640" y="86822"/>
                    <a:pt x="175084" y="84269"/>
                    <a:pt x="175084" y="80438"/>
                  </a:cubicBezTo>
                  <a:lnTo>
                    <a:pt x="175084" y="66394"/>
                  </a:lnTo>
                  <a:close/>
                  <a:moveTo>
                    <a:pt x="181474" y="102144"/>
                  </a:moveTo>
                  <a:cubicBezTo>
                    <a:pt x="203839" y="101505"/>
                    <a:pt x="221731" y="119381"/>
                    <a:pt x="222370" y="141086"/>
                  </a:cubicBezTo>
                  <a:cubicBezTo>
                    <a:pt x="222370" y="141086"/>
                    <a:pt x="222370" y="141724"/>
                    <a:pt x="222370" y="141724"/>
                  </a:cubicBezTo>
                  <a:cubicBezTo>
                    <a:pt x="223009" y="151939"/>
                    <a:pt x="219175" y="161515"/>
                    <a:pt x="212785" y="168537"/>
                  </a:cubicBezTo>
                  <a:cubicBezTo>
                    <a:pt x="207673" y="174283"/>
                    <a:pt x="204478" y="182582"/>
                    <a:pt x="205117" y="190243"/>
                  </a:cubicBezTo>
                  <a:cubicBezTo>
                    <a:pt x="205117" y="194073"/>
                    <a:pt x="202561" y="196627"/>
                    <a:pt x="198727" y="196627"/>
                  </a:cubicBezTo>
                  <a:lnTo>
                    <a:pt x="164221" y="196627"/>
                  </a:lnTo>
                  <a:cubicBezTo>
                    <a:pt x="160387" y="196627"/>
                    <a:pt x="157832" y="194073"/>
                    <a:pt x="157832" y="190243"/>
                  </a:cubicBezTo>
                  <a:cubicBezTo>
                    <a:pt x="158470" y="181944"/>
                    <a:pt x="155275" y="174283"/>
                    <a:pt x="150164" y="168537"/>
                  </a:cubicBezTo>
                  <a:cubicBezTo>
                    <a:pt x="143774" y="160876"/>
                    <a:pt x="139940" y="151300"/>
                    <a:pt x="140579" y="141724"/>
                  </a:cubicBezTo>
                  <a:cubicBezTo>
                    <a:pt x="140579" y="119381"/>
                    <a:pt x="158470" y="101505"/>
                    <a:pt x="180835" y="102144"/>
                  </a:cubicBezTo>
                  <a:cubicBezTo>
                    <a:pt x="181474" y="102144"/>
                    <a:pt x="181474" y="102144"/>
                    <a:pt x="181474" y="102144"/>
                  </a:cubicBezTo>
                  <a:lnTo>
                    <a:pt x="181474" y="102144"/>
                  </a:lnTo>
                  <a:close/>
                  <a:moveTo>
                    <a:pt x="204478" y="209395"/>
                  </a:moveTo>
                  <a:cubicBezTo>
                    <a:pt x="204478" y="213225"/>
                    <a:pt x="201922" y="215779"/>
                    <a:pt x="198088" y="215779"/>
                  </a:cubicBezTo>
                  <a:lnTo>
                    <a:pt x="165499" y="215779"/>
                  </a:lnTo>
                  <a:cubicBezTo>
                    <a:pt x="161665" y="215779"/>
                    <a:pt x="159109" y="213225"/>
                    <a:pt x="159109" y="209395"/>
                  </a:cubicBezTo>
                  <a:cubicBezTo>
                    <a:pt x="159109" y="205564"/>
                    <a:pt x="161665" y="203011"/>
                    <a:pt x="165499" y="203011"/>
                  </a:cubicBezTo>
                  <a:lnTo>
                    <a:pt x="198088" y="203011"/>
                  </a:lnTo>
                  <a:cubicBezTo>
                    <a:pt x="201283" y="203011"/>
                    <a:pt x="204478" y="205564"/>
                    <a:pt x="204478" y="209395"/>
                  </a:cubicBezTo>
                  <a:close/>
                  <a:moveTo>
                    <a:pt x="116936" y="95121"/>
                  </a:moveTo>
                  <a:cubicBezTo>
                    <a:pt x="118853" y="91930"/>
                    <a:pt x="122687" y="91291"/>
                    <a:pt x="125882" y="93206"/>
                  </a:cubicBezTo>
                  <a:lnTo>
                    <a:pt x="138662" y="101505"/>
                  </a:lnTo>
                  <a:cubicBezTo>
                    <a:pt x="141857" y="103421"/>
                    <a:pt x="142496" y="107251"/>
                    <a:pt x="140579" y="110443"/>
                  </a:cubicBezTo>
                  <a:cubicBezTo>
                    <a:pt x="139301" y="112358"/>
                    <a:pt x="137384" y="113635"/>
                    <a:pt x="135467" y="113635"/>
                  </a:cubicBezTo>
                  <a:cubicBezTo>
                    <a:pt x="134189" y="113635"/>
                    <a:pt x="132911" y="112997"/>
                    <a:pt x="131633" y="112358"/>
                  </a:cubicBezTo>
                  <a:lnTo>
                    <a:pt x="118853" y="104059"/>
                  </a:lnTo>
                  <a:cubicBezTo>
                    <a:pt x="115658" y="102144"/>
                    <a:pt x="115019" y="97675"/>
                    <a:pt x="116936" y="95121"/>
                  </a:cubicBezTo>
                  <a:cubicBezTo>
                    <a:pt x="116936" y="95121"/>
                    <a:pt x="116936" y="95121"/>
                    <a:pt x="116936" y="95121"/>
                  </a:cubicBezTo>
                  <a:close/>
                  <a:moveTo>
                    <a:pt x="104156" y="157684"/>
                  </a:moveTo>
                  <a:cubicBezTo>
                    <a:pt x="104156" y="153854"/>
                    <a:pt x="106712" y="151300"/>
                    <a:pt x="110546" y="151300"/>
                  </a:cubicBezTo>
                  <a:lnTo>
                    <a:pt x="125882" y="151300"/>
                  </a:lnTo>
                  <a:cubicBezTo>
                    <a:pt x="129716" y="151300"/>
                    <a:pt x="132272" y="153854"/>
                    <a:pt x="132272" y="157684"/>
                  </a:cubicBezTo>
                  <a:cubicBezTo>
                    <a:pt x="132272" y="161515"/>
                    <a:pt x="129716" y="164068"/>
                    <a:pt x="125882" y="164068"/>
                  </a:cubicBezTo>
                  <a:lnTo>
                    <a:pt x="110546" y="164068"/>
                  </a:lnTo>
                  <a:cubicBezTo>
                    <a:pt x="106712" y="164068"/>
                    <a:pt x="104156" y="160876"/>
                    <a:pt x="104156" y="157684"/>
                  </a:cubicBezTo>
                  <a:lnTo>
                    <a:pt x="104156" y="157684"/>
                  </a:lnTo>
                  <a:close/>
                  <a:moveTo>
                    <a:pt x="256876" y="295578"/>
                  </a:moveTo>
                  <a:cubicBezTo>
                    <a:pt x="256876" y="299409"/>
                    <a:pt x="254319" y="301962"/>
                    <a:pt x="250486" y="301962"/>
                  </a:cubicBezTo>
                  <a:cubicBezTo>
                    <a:pt x="246652" y="301962"/>
                    <a:pt x="244096" y="299409"/>
                    <a:pt x="244096" y="295578"/>
                  </a:cubicBezTo>
                  <a:lnTo>
                    <a:pt x="244096" y="284087"/>
                  </a:lnTo>
                  <a:cubicBezTo>
                    <a:pt x="244096" y="257913"/>
                    <a:pt x="224287" y="236846"/>
                    <a:pt x="200644" y="236846"/>
                  </a:cubicBezTo>
                  <a:lnTo>
                    <a:pt x="162304" y="236846"/>
                  </a:lnTo>
                  <a:cubicBezTo>
                    <a:pt x="138023" y="236846"/>
                    <a:pt x="118853" y="257913"/>
                    <a:pt x="118853" y="284087"/>
                  </a:cubicBezTo>
                  <a:lnTo>
                    <a:pt x="118853" y="295578"/>
                  </a:lnTo>
                  <a:cubicBezTo>
                    <a:pt x="118853" y="299409"/>
                    <a:pt x="116297" y="301962"/>
                    <a:pt x="112463" y="301962"/>
                  </a:cubicBezTo>
                  <a:cubicBezTo>
                    <a:pt x="108629" y="301962"/>
                    <a:pt x="106073" y="299409"/>
                    <a:pt x="106073" y="295578"/>
                  </a:cubicBezTo>
                  <a:lnTo>
                    <a:pt x="106073" y="284087"/>
                  </a:lnTo>
                  <a:cubicBezTo>
                    <a:pt x="106073" y="250890"/>
                    <a:pt x="131633" y="224078"/>
                    <a:pt x="162304" y="224078"/>
                  </a:cubicBezTo>
                  <a:lnTo>
                    <a:pt x="200644" y="224078"/>
                  </a:lnTo>
                  <a:cubicBezTo>
                    <a:pt x="231955" y="224078"/>
                    <a:pt x="256876" y="250890"/>
                    <a:pt x="256876" y="284087"/>
                  </a:cubicBezTo>
                  <a:lnTo>
                    <a:pt x="256876" y="295578"/>
                  </a:lnTo>
                  <a:close/>
                  <a:moveTo>
                    <a:pt x="253042" y="164068"/>
                  </a:moveTo>
                  <a:lnTo>
                    <a:pt x="237706" y="164068"/>
                  </a:lnTo>
                  <a:cubicBezTo>
                    <a:pt x="233872" y="164068"/>
                    <a:pt x="231316" y="161515"/>
                    <a:pt x="231316" y="157684"/>
                  </a:cubicBezTo>
                  <a:cubicBezTo>
                    <a:pt x="231316" y="153854"/>
                    <a:pt x="233872" y="151300"/>
                    <a:pt x="237706" y="151300"/>
                  </a:cubicBezTo>
                  <a:lnTo>
                    <a:pt x="253042" y="151300"/>
                  </a:lnTo>
                  <a:cubicBezTo>
                    <a:pt x="256876" y="151300"/>
                    <a:pt x="259431" y="153854"/>
                    <a:pt x="259431" y="157684"/>
                  </a:cubicBezTo>
                  <a:cubicBezTo>
                    <a:pt x="259431" y="161515"/>
                    <a:pt x="256237" y="164068"/>
                    <a:pt x="253042" y="164068"/>
                  </a:cubicBezTo>
                  <a:close/>
                </a:path>
              </a:pathLst>
            </a:custGeom>
            <a:solidFill>
              <a:srgbClr val="046A38"/>
            </a:solidFill>
            <a:ln w="6390" cap="flat">
              <a:noFill/>
              <a:prstDash val="solid"/>
              <a:miter/>
            </a:ln>
          </p:spPr>
          <p:txBody>
            <a:bodyPr rtlCol="0" anchor="ctr"/>
            <a:lstStyle/>
            <a:p>
              <a:endParaRPr lang="en-US"/>
            </a:p>
          </p:txBody>
        </p:sp>
      </p:grpSp>
      <p:grpSp>
        <p:nvGrpSpPr>
          <p:cNvPr id="892" name="Graphic 4">
            <a:extLst>
              <a:ext uri="{FF2B5EF4-FFF2-40B4-BE49-F238E27FC236}">
                <a16:creationId xmlns:a16="http://schemas.microsoft.com/office/drawing/2014/main" id="{FCBA8FE8-A30B-F34C-9E60-4DC945CCD0EB}"/>
              </a:ext>
            </a:extLst>
          </p:cNvPr>
          <p:cNvGrpSpPr>
            <a:grpSpLocks noChangeAspect="1"/>
          </p:cNvGrpSpPr>
          <p:nvPr/>
        </p:nvGrpSpPr>
        <p:grpSpPr>
          <a:xfrm>
            <a:off x="6146480" y="918179"/>
            <a:ext cx="362309" cy="361971"/>
            <a:chOff x="6146480" y="918179"/>
            <a:chExt cx="362309" cy="361971"/>
          </a:xfrm>
          <a:solidFill>
            <a:srgbClr val="43B02A"/>
          </a:solidFill>
        </p:grpSpPr>
        <p:sp>
          <p:nvSpPr>
            <p:cNvPr id="893" name="Graphic 4">
              <a:extLst>
                <a:ext uri="{FF2B5EF4-FFF2-40B4-BE49-F238E27FC236}">
                  <a16:creationId xmlns:a16="http://schemas.microsoft.com/office/drawing/2014/main" id="{98AF4E76-6E54-1440-A190-F41B58FBA732}"/>
                </a:ext>
              </a:extLst>
            </p:cNvPr>
            <p:cNvSpPr/>
            <p:nvPr/>
          </p:nvSpPr>
          <p:spPr>
            <a:xfrm>
              <a:off x="6241690" y="1036282"/>
              <a:ext cx="26837" cy="26812"/>
            </a:xfrm>
            <a:custGeom>
              <a:avLst/>
              <a:gdLst>
                <a:gd name="connsiteX0" fmla="*/ 13419 w 26837"/>
                <a:gd name="connsiteY0" fmla="*/ 26813 h 26812"/>
                <a:gd name="connsiteX1" fmla="*/ 26838 w 26837"/>
                <a:gd name="connsiteY1" fmla="*/ 13406 h 26812"/>
                <a:gd name="connsiteX2" fmla="*/ 13419 w 26837"/>
                <a:gd name="connsiteY2" fmla="*/ 0 h 26812"/>
                <a:gd name="connsiteX3" fmla="*/ 0 w 26837"/>
                <a:gd name="connsiteY3" fmla="*/ 13406 h 26812"/>
                <a:gd name="connsiteX4" fmla="*/ 13419 w 26837"/>
                <a:gd name="connsiteY4" fmla="*/ 26813 h 26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7" h="26812">
                  <a:moveTo>
                    <a:pt x="13419" y="26813"/>
                  </a:moveTo>
                  <a:cubicBezTo>
                    <a:pt x="21087" y="26813"/>
                    <a:pt x="26838" y="20429"/>
                    <a:pt x="26838" y="13406"/>
                  </a:cubicBezTo>
                  <a:cubicBezTo>
                    <a:pt x="26838" y="5746"/>
                    <a:pt x="20448" y="0"/>
                    <a:pt x="13419" y="0"/>
                  </a:cubicBezTo>
                  <a:cubicBezTo>
                    <a:pt x="5751" y="0"/>
                    <a:pt x="0" y="6384"/>
                    <a:pt x="0" y="13406"/>
                  </a:cubicBezTo>
                  <a:cubicBezTo>
                    <a:pt x="0" y="20429"/>
                    <a:pt x="5751" y="26813"/>
                    <a:pt x="13419" y="26813"/>
                  </a:cubicBezTo>
                  <a:close/>
                </a:path>
              </a:pathLst>
            </a:custGeom>
            <a:solidFill>
              <a:srgbClr val="43B02A"/>
            </a:solidFill>
            <a:ln w="6390" cap="flat">
              <a:noFill/>
              <a:prstDash val="solid"/>
              <a:miter/>
            </a:ln>
          </p:spPr>
          <p:txBody>
            <a:bodyPr rtlCol="0" anchor="ctr"/>
            <a:lstStyle/>
            <a:p>
              <a:endParaRPr lang="en-US"/>
            </a:p>
          </p:txBody>
        </p:sp>
        <p:sp>
          <p:nvSpPr>
            <p:cNvPr id="894" name="Graphic 4">
              <a:extLst>
                <a:ext uri="{FF2B5EF4-FFF2-40B4-BE49-F238E27FC236}">
                  <a16:creationId xmlns:a16="http://schemas.microsoft.com/office/drawing/2014/main" id="{0E1D175C-E634-BA4C-A017-987A0CD4B212}"/>
                </a:ext>
              </a:extLst>
            </p:cNvPr>
            <p:cNvSpPr/>
            <p:nvPr/>
          </p:nvSpPr>
          <p:spPr>
            <a:xfrm>
              <a:off x="6146480" y="91817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08629 w 362309"/>
                <a:gd name="connsiteY6" fmla="*/ 104697 h 361971"/>
                <a:gd name="connsiteX7" fmla="*/ 134828 w 362309"/>
                <a:gd name="connsiteY7" fmla="*/ 130872 h 361971"/>
                <a:gd name="connsiteX8" fmla="*/ 108629 w 362309"/>
                <a:gd name="connsiteY8" fmla="*/ 157046 h 361971"/>
                <a:gd name="connsiteX9" fmla="*/ 82430 w 362309"/>
                <a:gd name="connsiteY9" fmla="*/ 130872 h 361971"/>
                <a:gd name="connsiteX10" fmla="*/ 108629 w 362309"/>
                <a:gd name="connsiteY10" fmla="*/ 104697 h 361971"/>
                <a:gd name="connsiteX11" fmla="*/ 143774 w 362309"/>
                <a:gd name="connsiteY11" fmla="*/ 263020 h 361971"/>
                <a:gd name="connsiteX12" fmla="*/ 137384 w 362309"/>
                <a:gd name="connsiteY12" fmla="*/ 256636 h 361971"/>
                <a:gd name="connsiteX13" fmla="*/ 137384 w 362309"/>
                <a:gd name="connsiteY13" fmla="*/ 193435 h 361971"/>
                <a:gd name="connsiteX14" fmla="*/ 82430 w 362309"/>
                <a:gd name="connsiteY14" fmla="*/ 191519 h 361971"/>
                <a:gd name="connsiteX15" fmla="*/ 82430 w 362309"/>
                <a:gd name="connsiteY15" fmla="*/ 256636 h 361971"/>
                <a:gd name="connsiteX16" fmla="*/ 76040 w 362309"/>
                <a:gd name="connsiteY16" fmla="*/ 263020 h 361971"/>
                <a:gd name="connsiteX17" fmla="*/ 69650 w 362309"/>
                <a:gd name="connsiteY17" fmla="*/ 256636 h 361971"/>
                <a:gd name="connsiteX18" fmla="*/ 69650 w 362309"/>
                <a:gd name="connsiteY18" fmla="*/ 187689 h 361971"/>
                <a:gd name="connsiteX19" fmla="*/ 72845 w 362309"/>
                <a:gd name="connsiteY19" fmla="*/ 181944 h 361971"/>
                <a:gd name="connsiteX20" fmla="*/ 147607 w 362309"/>
                <a:gd name="connsiteY20" fmla="*/ 184497 h 361971"/>
                <a:gd name="connsiteX21" fmla="*/ 147607 w 362309"/>
                <a:gd name="connsiteY21" fmla="*/ 184497 h 361971"/>
                <a:gd name="connsiteX22" fmla="*/ 147607 w 362309"/>
                <a:gd name="connsiteY22" fmla="*/ 184497 h 361971"/>
                <a:gd name="connsiteX23" fmla="*/ 180196 w 362309"/>
                <a:gd name="connsiteY23" fmla="*/ 209395 h 361971"/>
                <a:gd name="connsiteX24" fmla="*/ 205756 w 362309"/>
                <a:gd name="connsiteY24" fmla="*/ 182582 h 361971"/>
                <a:gd name="connsiteX25" fmla="*/ 214702 w 362309"/>
                <a:gd name="connsiteY25" fmla="*/ 182582 h 361971"/>
                <a:gd name="connsiteX26" fmla="*/ 214702 w 362309"/>
                <a:gd name="connsiteY26" fmla="*/ 191519 h 361971"/>
                <a:gd name="connsiteX27" fmla="*/ 185947 w 362309"/>
                <a:gd name="connsiteY27" fmla="*/ 222801 h 361971"/>
                <a:gd name="connsiteX28" fmla="*/ 181474 w 362309"/>
                <a:gd name="connsiteY28" fmla="*/ 224716 h 361971"/>
                <a:gd name="connsiteX29" fmla="*/ 177640 w 362309"/>
                <a:gd name="connsiteY29" fmla="*/ 223439 h 361971"/>
                <a:gd name="connsiteX30" fmla="*/ 150164 w 362309"/>
                <a:gd name="connsiteY30" fmla="*/ 203011 h 361971"/>
                <a:gd name="connsiteX31" fmla="*/ 150164 w 362309"/>
                <a:gd name="connsiteY31" fmla="*/ 256636 h 361971"/>
                <a:gd name="connsiteX32" fmla="*/ 143774 w 362309"/>
                <a:gd name="connsiteY32" fmla="*/ 263020 h 361971"/>
                <a:gd name="connsiteX33" fmla="*/ 143774 w 362309"/>
                <a:gd name="connsiteY33" fmla="*/ 263020 h 361971"/>
                <a:gd name="connsiteX34" fmla="*/ 292659 w 362309"/>
                <a:gd name="connsiteY34" fmla="*/ 256636 h 361971"/>
                <a:gd name="connsiteX35" fmla="*/ 286269 w 362309"/>
                <a:gd name="connsiteY35" fmla="*/ 263020 h 361971"/>
                <a:gd name="connsiteX36" fmla="*/ 173806 w 362309"/>
                <a:gd name="connsiteY36" fmla="*/ 263020 h 361971"/>
                <a:gd name="connsiteX37" fmla="*/ 167416 w 362309"/>
                <a:gd name="connsiteY37" fmla="*/ 256636 h 361971"/>
                <a:gd name="connsiteX38" fmla="*/ 167416 w 362309"/>
                <a:gd name="connsiteY38" fmla="*/ 241315 h 361971"/>
                <a:gd name="connsiteX39" fmla="*/ 173806 w 362309"/>
                <a:gd name="connsiteY39" fmla="*/ 234931 h 361971"/>
                <a:gd name="connsiteX40" fmla="*/ 180196 w 362309"/>
                <a:gd name="connsiteY40" fmla="*/ 241315 h 361971"/>
                <a:gd name="connsiteX41" fmla="*/ 180196 w 362309"/>
                <a:gd name="connsiteY41" fmla="*/ 250252 h 361971"/>
                <a:gd name="connsiteX42" fmla="*/ 279879 w 362309"/>
                <a:gd name="connsiteY42" fmla="*/ 250252 h 361971"/>
                <a:gd name="connsiteX43" fmla="*/ 279879 w 362309"/>
                <a:gd name="connsiteY43" fmla="*/ 111081 h 361971"/>
                <a:gd name="connsiteX44" fmla="*/ 180196 w 362309"/>
                <a:gd name="connsiteY44" fmla="*/ 111081 h 361971"/>
                <a:gd name="connsiteX45" fmla="*/ 180196 w 362309"/>
                <a:gd name="connsiteY45" fmla="*/ 165345 h 361971"/>
                <a:gd name="connsiteX46" fmla="*/ 173806 w 362309"/>
                <a:gd name="connsiteY46" fmla="*/ 171729 h 361971"/>
                <a:gd name="connsiteX47" fmla="*/ 167416 w 362309"/>
                <a:gd name="connsiteY47" fmla="*/ 165345 h 361971"/>
                <a:gd name="connsiteX48" fmla="*/ 167416 w 362309"/>
                <a:gd name="connsiteY48" fmla="*/ 104697 h 361971"/>
                <a:gd name="connsiteX49" fmla="*/ 173806 w 362309"/>
                <a:gd name="connsiteY49" fmla="*/ 98313 h 361971"/>
                <a:gd name="connsiteX50" fmla="*/ 286269 w 362309"/>
                <a:gd name="connsiteY50" fmla="*/ 98313 h 361971"/>
                <a:gd name="connsiteX51" fmla="*/ 292659 w 362309"/>
                <a:gd name="connsiteY51" fmla="*/ 104697 h 361971"/>
                <a:gd name="connsiteX52" fmla="*/ 292659 w 362309"/>
                <a:gd name="connsiteY52" fmla="*/ 25663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1077"/>
                    <a:pt x="281157" y="0"/>
                    <a:pt x="181474" y="0"/>
                  </a:cubicBezTo>
                  <a:close/>
                  <a:moveTo>
                    <a:pt x="108629" y="104697"/>
                  </a:moveTo>
                  <a:cubicBezTo>
                    <a:pt x="123326" y="104697"/>
                    <a:pt x="134828" y="116827"/>
                    <a:pt x="134828" y="130872"/>
                  </a:cubicBezTo>
                  <a:cubicBezTo>
                    <a:pt x="134828" y="145555"/>
                    <a:pt x="122686" y="157046"/>
                    <a:pt x="108629" y="157046"/>
                  </a:cubicBezTo>
                  <a:cubicBezTo>
                    <a:pt x="93932" y="157046"/>
                    <a:pt x="82430" y="144916"/>
                    <a:pt x="82430" y="130872"/>
                  </a:cubicBezTo>
                  <a:cubicBezTo>
                    <a:pt x="82430" y="116827"/>
                    <a:pt x="93932" y="104697"/>
                    <a:pt x="108629" y="104697"/>
                  </a:cubicBezTo>
                  <a:close/>
                  <a:moveTo>
                    <a:pt x="143774" y="263020"/>
                  </a:moveTo>
                  <a:cubicBezTo>
                    <a:pt x="139939" y="263020"/>
                    <a:pt x="137384" y="260467"/>
                    <a:pt x="137384" y="256636"/>
                  </a:cubicBezTo>
                  <a:lnTo>
                    <a:pt x="137384" y="193435"/>
                  </a:lnTo>
                  <a:cubicBezTo>
                    <a:pt x="115019" y="180028"/>
                    <a:pt x="91376" y="187689"/>
                    <a:pt x="82430" y="191519"/>
                  </a:cubicBezTo>
                  <a:lnTo>
                    <a:pt x="82430" y="256636"/>
                  </a:lnTo>
                  <a:cubicBezTo>
                    <a:pt x="82430" y="260467"/>
                    <a:pt x="79874" y="263020"/>
                    <a:pt x="76040" y="263020"/>
                  </a:cubicBezTo>
                  <a:cubicBezTo>
                    <a:pt x="72206" y="263020"/>
                    <a:pt x="69650" y="260467"/>
                    <a:pt x="69650" y="256636"/>
                  </a:cubicBezTo>
                  <a:lnTo>
                    <a:pt x="69650" y="187689"/>
                  </a:lnTo>
                  <a:cubicBezTo>
                    <a:pt x="69650" y="185135"/>
                    <a:pt x="70928" y="183220"/>
                    <a:pt x="72845" y="181944"/>
                  </a:cubicBezTo>
                  <a:cubicBezTo>
                    <a:pt x="74123" y="181305"/>
                    <a:pt x="112463" y="161515"/>
                    <a:pt x="147607" y="184497"/>
                  </a:cubicBezTo>
                  <a:lnTo>
                    <a:pt x="147607" y="184497"/>
                  </a:lnTo>
                  <a:lnTo>
                    <a:pt x="147607" y="184497"/>
                  </a:lnTo>
                  <a:lnTo>
                    <a:pt x="180196" y="209395"/>
                  </a:lnTo>
                  <a:lnTo>
                    <a:pt x="205756" y="182582"/>
                  </a:lnTo>
                  <a:cubicBezTo>
                    <a:pt x="208312" y="180028"/>
                    <a:pt x="212146" y="180028"/>
                    <a:pt x="214702" y="182582"/>
                  </a:cubicBezTo>
                  <a:cubicBezTo>
                    <a:pt x="217258" y="185135"/>
                    <a:pt x="217258" y="188966"/>
                    <a:pt x="214702" y="191519"/>
                  </a:cubicBezTo>
                  <a:lnTo>
                    <a:pt x="185947" y="222801"/>
                  </a:lnTo>
                  <a:cubicBezTo>
                    <a:pt x="184669" y="224078"/>
                    <a:pt x="183391" y="224716"/>
                    <a:pt x="181474" y="224716"/>
                  </a:cubicBezTo>
                  <a:cubicBezTo>
                    <a:pt x="180196" y="224716"/>
                    <a:pt x="178918" y="224078"/>
                    <a:pt x="177640" y="223439"/>
                  </a:cubicBezTo>
                  <a:lnTo>
                    <a:pt x="150164" y="203011"/>
                  </a:lnTo>
                  <a:lnTo>
                    <a:pt x="150164" y="256636"/>
                  </a:lnTo>
                  <a:cubicBezTo>
                    <a:pt x="150164" y="260467"/>
                    <a:pt x="146969" y="263020"/>
                    <a:pt x="143774" y="263020"/>
                  </a:cubicBezTo>
                  <a:lnTo>
                    <a:pt x="143774" y="263020"/>
                  </a:lnTo>
                  <a:close/>
                  <a:moveTo>
                    <a:pt x="292659" y="256636"/>
                  </a:moveTo>
                  <a:cubicBezTo>
                    <a:pt x="292659" y="260467"/>
                    <a:pt x="290103" y="263020"/>
                    <a:pt x="286269" y="263020"/>
                  </a:cubicBezTo>
                  <a:lnTo>
                    <a:pt x="173806" y="263020"/>
                  </a:lnTo>
                  <a:cubicBezTo>
                    <a:pt x="169972" y="263020"/>
                    <a:pt x="167416" y="260467"/>
                    <a:pt x="167416" y="256636"/>
                  </a:cubicBezTo>
                  <a:lnTo>
                    <a:pt x="167416" y="241315"/>
                  </a:lnTo>
                  <a:cubicBezTo>
                    <a:pt x="167416" y="237484"/>
                    <a:pt x="169972" y="234931"/>
                    <a:pt x="173806" y="234931"/>
                  </a:cubicBezTo>
                  <a:cubicBezTo>
                    <a:pt x="177640" y="234931"/>
                    <a:pt x="180196" y="237484"/>
                    <a:pt x="180196" y="241315"/>
                  </a:cubicBezTo>
                  <a:lnTo>
                    <a:pt x="180196" y="250252"/>
                  </a:lnTo>
                  <a:lnTo>
                    <a:pt x="279879" y="250252"/>
                  </a:lnTo>
                  <a:lnTo>
                    <a:pt x="279879" y="111081"/>
                  </a:lnTo>
                  <a:lnTo>
                    <a:pt x="180196" y="111081"/>
                  </a:lnTo>
                  <a:lnTo>
                    <a:pt x="180196" y="165345"/>
                  </a:lnTo>
                  <a:cubicBezTo>
                    <a:pt x="180196" y="169176"/>
                    <a:pt x="177640" y="171729"/>
                    <a:pt x="173806" y="171729"/>
                  </a:cubicBezTo>
                  <a:cubicBezTo>
                    <a:pt x="169972" y="171729"/>
                    <a:pt x="167416" y="169176"/>
                    <a:pt x="167416" y="165345"/>
                  </a:cubicBezTo>
                  <a:lnTo>
                    <a:pt x="167416" y="104697"/>
                  </a:lnTo>
                  <a:cubicBezTo>
                    <a:pt x="167416" y="100867"/>
                    <a:pt x="169972" y="98313"/>
                    <a:pt x="173806" y="98313"/>
                  </a:cubicBezTo>
                  <a:lnTo>
                    <a:pt x="286269" y="98313"/>
                  </a:lnTo>
                  <a:cubicBezTo>
                    <a:pt x="290103" y="98313"/>
                    <a:pt x="292659" y="100867"/>
                    <a:pt x="292659" y="104697"/>
                  </a:cubicBezTo>
                  <a:lnTo>
                    <a:pt x="292659" y="256636"/>
                  </a:lnTo>
                  <a:close/>
                </a:path>
              </a:pathLst>
            </a:custGeom>
            <a:solidFill>
              <a:srgbClr val="43B02A"/>
            </a:solidFill>
            <a:ln w="6390" cap="flat">
              <a:noFill/>
              <a:prstDash val="solid"/>
              <a:miter/>
            </a:ln>
          </p:spPr>
          <p:txBody>
            <a:bodyPr rtlCol="0" anchor="ctr"/>
            <a:lstStyle/>
            <a:p>
              <a:endParaRPr lang="en-US"/>
            </a:p>
          </p:txBody>
        </p:sp>
      </p:grpSp>
      <p:grpSp>
        <p:nvGrpSpPr>
          <p:cNvPr id="895" name="Graphic 4">
            <a:extLst>
              <a:ext uri="{FF2B5EF4-FFF2-40B4-BE49-F238E27FC236}">
                <a16:creationId xmlns:a16="http://schemas.microsoft.com/office/drawing/2014/main" id="{B435D3F8-59E7-D543-AB98-EEA8995F5D80}"/>
              </a:ext>
            </a:extLst>
          </p:cNvPr>
          <p:cNvGrpSpPr>
            <a:grpSpLocks noChangeAspect="1"/>
          </p:cNvGrpSpPr>
          <p:nvPr/>
        </p:nvGrpSpPr>
        <p:grpSpPr>
          <a:xfrm>
            <a:off x="1952125" y="1885990"/>
            <a:ext cx="362313" cy="361971"/>
            <a:chOff x="1952125" y="1885990"/>
            <a:chExt cx="362313" cy="361971"/>
          </a:xfrm>
          <a:solidFill>
            <a:srgbClr val="046A38"/>
          </a:solidFill>
        </p:grpSpPr>
        <p:sp>
          <p:nvSpPr>
            <p:cNvPr id="896" name="Graphic 4">
              <a:extLst>
                <a:ext uri="{FF2B5EF4-FFF2-40B4-BE49-F238E27FC236}">
                  <a16:creationId xmlns:a16="http://schemas.microsoft.com/office/drawing/2014/main" id="{29917F18-37D8-7D4A-A1BC-B8FD22EB5DB1}"/>
                </a:ext>
              </a:extLst>
            </p:cNvPr>
            <p:cNvSpPr/>
            <p:nvPr/>
          </p:nvSpPr>
          <p:spPr>
            <a:xfrm>
              <a:off x="2100372" y="2000902"/>
              <a:ext cx="122686" cy="142362"/>
            </a:xfrm>
            <a:custGeom>
              <a:avLst/>
              <a:gdLst>
                <a:gd name="connsiteX0" fmla="*/ 15975 w 122686"/>
                <a:gd name="connsiteY0" fmla="*/ 110443 h 142362"/>
                <a:gd name="connsiteX1" fmla="*/ 37701 w 122686"/>
                <a:gd name="connsiteY1" fmla="*/ 142363 h 142362"/>
                <a:gd name="connsiteX2" fmla="*/ 122687 w 122686"/>
                <a:gd name="connsiteY2" fmla="*/ 0 h 142362"/>
                <a:gd name="connsiteX3" fmla="*/ 0 w 122686"/>
                <a:gd name="connsiteY3" fmla="*/ 84907 h 142362"/>
              </a:gdLst>
              <a:ahLst/>
              <a:cxnLst>
                <a:cxn ang="0">
                  <a:pos x="connsiteX0" y="connsiteY0"/>
                </a:cxn>
                <a:cxn ang="0">
                  <a:pos x="connsiteX1" y="connsiteY1"/>
                </a:cxn>
                <a:cxn ang="0">
                  <a:pos x="connsiteX2" y="connsiteY2"/>
                </a:cxn>
                <a:cxn ang="0">
                  <a:pos x="connsiteX3" y="connsiteY3"/>
                </a:cxn>
              </a:cxnLst>
              <a:rect l="l" t="t" r="r" b="b"/>
              <a:pathLst>
                <a:path w="122686" h="142362">
                  <a:moveTo>
                    <a:pt x="15975" y="110443"/>
                  </a:moveTo>
                  <a:lnTo>
                    <a:pt x="37701" y="142363"/>
                  </a:lnTo>
                  <a:lnTo>
                    <a:pt x="122687" y="0"/>
                  </a:lnTo>
                  <a:lnTo>
                    <a:pt x="0" y="84907"/>
                  </a:lnTo>
                  <a:close/>
                </a:path>
              </a:pathLst>
            </a:custGeom>
            <a:solidFill>
              <a:srgbClr val="046A38"/>
            </a:solidFill>
            <a:ln w="6390" cap="flat">
              <a:noFill/>
              <a:prstDash val="solid"/>
              <a:miter/>
            </a:ln>
          </p:spPr>
          <p:txBody>
            <a:bodyPr rtlCol="0" anchor="ctr"/>
            <a:lstStyle/>
            <a:p>
              <a:endParaRPr lang="en-US"/>
            </a:p>
          </p:txBody>
        </p:sp>
        <p:sp>
          <p:nvSpPr>
            <p:cNvPr id="897" name="Graphic 4">
              <a:extLst>
                <a:ext uri="{FF2B5EF4-FFF2-40B4-BE49-F238E27FC236}">
                  <a16:creationId xmlns:a16="http://schemas.microsoft.com/office/drawing/2014/main" id="{627CF6D0-9118-224A-B2E5-009CD03429EF}"/>
                </a:ext>
              </a:extLst>
            </p:cNvPr>
            <p:cNvSpPr/>
            <p:nvPr/>
          </p:nvSpPr>
          <p:spPr>
            <a:xfrm>
              <a:off x="2038389" y="1993880"/>
              <a:ext cx="171889" cy="83630"/>
            </a:xfrm>
            <a:custGeom>
              <a:avLst/>
              <a:gdLst>
                <a:gd name="connsiteX0" fmla="*/ 171889 w 171889"/>
                <a:gd name="connsiteY0" fmla="*/ 0 h 83630"/>
                <a:gd name="connsiteX1" fmla="*/ 0 w 171889"/>
                <a:gd name="connsiteY1" fmla="*/ 47880 h 83630"/>
                <a:gd name="connsiteX2" fmla="*/ 51759 w 171889"/>
                <a:gd name="connsiteY2" fmla="*/ 83630 h 83630"/>
              </a:gdLst>
              <a:ahLst/>
              <a:cxnLst>
                <a:cxn ang="0">
                  <a:pos x="connsiteX0" y="connsiteY0"/>
                </a:cxn>
                <a:cxn ang="0">
                  <a:pos x="connsiteX1" y="connsiteY1"/>
                </a:cxn>
                <a:cxn ang="0">
                  <a:pos x="connsiteX2" y="connsiteY2"/>
                </a:cxn>
              </a:cxnLst>
              <a:rect l="l" t="t" r="r" b="b"/>
              <a:pathLst>
                <a:path w="171889" h="83630">
                  <a:moveTo>
                    <a:pt x="171889" y="0"/>
                  </a:moveTo>
                  <a:lnTo>
                    <a:pt x="0" y="47880"/>
                  </a:lnTo>
                  <a:lnTo>
                    <a:pt x="51759" y="83630"/>
                  </a:lnTo>
                  <a:close/>
                </a:path>
              </a:pathLst>
            </a:custGeom>
            <a:solidFill>
              <a:srgbClr val="046A38"/>
            </a:solidFill>
            <a:ln w="6390" cap="flat">
              <a:noFill/>
              <a:prstDash val="solid"/>
              <a:miter/>
            </a:ln>
          </p:spPr>
          <p:txBody>
            <a:bodyPr rtlCol="0" anchor="ctr"/>
            <a:lstStyle/>
            <a:p>
              <a:endParaRPr lang="en-US"/>
            </a:p>
          </p:txBody>
        </p:sp>
        <p:sp>
          <p:nvSpPr>
            <p:cNvPr id="898" name="Graphic 4">
              <a:extLst>
                <a:ext uri="{FF2B5EF4-FFF2-40B4-BE49-F238E27FC236}">
                  <a16:creationId xmlns:a16="http://schemas.microsoft.com/office/drawing/2014/main" id="{964BC22D-341E-D444-B4E3-7259380B48B0}"/>
                </a:ext>
              </a:extLst>
            </p:cNvPr>
            <p:cNvSpPr/>
            <p:nvPr/>
          </p:nvSpPr>
          <p:spPr>
            <a:xfrm>
              <a:off x="2080563" y="2097300"/>
              <a:ext cx="22364" cy="34473"/>
            </a:xfrm>
            <a:custGeom>
              <a:avLst/>
              <a:gdLst>
                <a:gd name="connsiteX0" fmla="*/ 12141 w 22364"/>
                <a:gd name="connsiteY0" fmla="*/ 0 h 34473"/>
                <a:gd name="connsiteX1" fmla="*/ 0 w 22364"/>
                <a:gd name="connsiteY1" fmla="*/ 34473 h 34473"/>
                <a:gd name="connsiteX2" fmla="*/ 22365 w 22364"/>
                <a:gd name="connsiteY2" fmla="*/ 15960 h 34473"/>
              </a:gdLst>
              <a:ahLst/>
              <a:cxnLst>
                <a:cxn ang="0">
                  <a:pos x="connsiteX0" y="connsiteY0"/>
                </a:cxn>
                <a:cxn ang="0">
                  <a:pos x="connsiteX1" y="connsiteY1"/>
                </a:cxn>
                <a:cxn ang="0">
                  <a:pos x="connsiteX2" y="connsiteY2"/>
                </a:cxn>
              </a:cxnLst>
              <a:rect l="l" t="t" r="r" b="b"/>
              <a:pathLst>
                <a:path w="22364" h="34473">
                  <a:moveTo>
                    <a:pt x="12141" y="0"/>
                  </a:moveTo>
                  <a:lnTo>
                    <a:pt x="0" y="34473"/>
                  </a:lnTo>
                  <a:lnTo>
                    <a:pt x="22365" y="15960"/>
                  </a:lnTo>
                  <a:close/>
                </a:path>
              </a:pathLst>
            </a:custGeom>
            <a:solidFill>
              <a:srgbClr val="046A38"/>
            </a:solidFill>
            <a:ln w="6390" cap="flat">
              <a:noFill/>
              <a:prstDash val="solid"/>
              <a:miter/>
            </a:ln>
          </p:spPr>
          <p:txBody>
            <a:bodyPr rtlCol="0" anchor="ctr"/>
            <a:lstStyle/>
            <a:p>
              <a:endParaRPr lang="en-US"/>
            </a:p>
          </p:txBody>
        </p:sp>
        <p:sp>
          <p:nvSpPr>
            <p:cNvPr id="899" name="Graphic 4">
              <a:extLst>
                <a:ext uri="{FF2B5EF4-FFF2-40B4-BE49-F238E27FC236}">
                  <a16:creationId xmlns:a16="http://schemas.microsoft.com/office/drawing/2014/main" id="{97A78FEA-5FF6-DA4B-BE9F-BFB404DD3201}"/>
                </a:ext>
              </a:extLst>
            </p:cNvPr>
            <p:cNvSpPr/>
            <p:nvPr/>
          </p:nvSpPr>
          <p:spPr>
            <a:xfrm>
              <a:off x="1952125" y="1885990"/>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95854 w 362313"/>
                <a:gd name="connsiteY6" fmla="*/ 97037 h 361971"/>
                <a:gd name="connsiteX7" fmla="*/ 295854 w 362313"/>
                <a:gd name="connsiteY7" fmla="*/ 97037 h 361971"/>
                <a:gd name="connsiteX8" fmla="*/ 191698 w 362313"/>
                <a:gd name="connsiteY8" fmla="*/ 272596 h 361971"/>
                <a:gd name="connsiteX9" fmla="*/ 186586 w 362313"/>
                <a:gd name="connsiteY9" fmla="*/ 275788 h 361971"/>
                <a:gd name="connsiteX10" fmla="*/ 186586 w 362313"/>
                <a:gd name="connsiteY10" fmla="*/ 275788 h 361971"/>
                <a:gd name="connsiteX11" fmla="*/ 181474 w 362313"/>
                <a:gd name="connsiteY11" fmla="*/ 273235 h 361971"/>
                <a:gd name="connsiteX12" fmla="*/ 157832 w 362313"/>
                <a:gd name="connsiteY12" fmla="*/ 238123 h 361971"/>
                <a:gd name="connsiteX13" fmla="*/ 119492 w 362313"/>
                <a:gd name="connsiteY13" fmla="*/ 270043 h 361971"/>
                <a:gd name="connsiteX14" fmla="*/ 111824 w 362313"/>
                <a:gd name="connsiteY14" fmla="*/ 270681 h 361971"/>
                <a:gd name="connsiteX15" fmla="*/ 109268 w 362313"/>
                <a:gd name="connsiteY15" fmla="*/ 263659 h 361971"/>
                <a:gd name="connsiteX16" fmla="*/ 130355 w 362313"/>
                <a:gd name="connsiteY16" fmla="*/ 202372 h 361971"/>
                <a:gd name="connsiteX17" fmla="*/ 67733 w 362313"/>
                <a:gd name="connsiteY17" fmla="*/ 158961 h 361971"/>
                <a:gd name="connsiteX18" fmla="*/ 65177 w 362313"/>
                <a:gd name="connsiteY18" fmla="*/ 152577 h 361971"/>
                <a:gd name="connsiteX19" fmla="*/ 69650 w 362313"/>
                <a:gd name="connsiteY19" fmla="*/ 147470 h 361971"/>
                <a:gd name="connsiteX20" fmla="*/ 290742 w 362313"/>
                <a:gd name="connsiteY20" fmla="*/ 86822 h 361971"/>
                <a:gd name="connsiteX21" fmla="*/ 298410 w 362313"/>
                <a:gd name="connsiteY21" fmla="*/ 91291 h 361971"/>
                <a:gd name="connsiteX22" fmla="*/ 295854 w 362313"/>
                <a:gd name="connsiteY22" fmla="*/ 97037 h 361971"/>
                <a:gd name="connsiteX23" fmla="*/ 295854 w 362313"/>
                <a:gd name="connsiteY23" fmla="*/ 9703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295854" y="97037"/>
                  </a:moveTo>
                  <a:lnTo>
                    <a:pt x="295854" y="97037"/>
                  </a:lnTo>
                  <a:lnTo>
                    <a:pt x="191698" y="272596"/>
                  </a:lnTo>
                  <a:cubicBezTo>
                    <a:pt x="190420" y="274511"/>
                    <a:pt x="188503" y="275788"/>
                    <a:pt x="186586" y="275788"/>
                  </a:cubicBezTo>
                  <a:lnTo>
                    <a:pt x="186586" y="275788"/>
                  </a:lnTo>
                  <a:cubicBezTo>
                    <a:pt x="184669" y="275788"/>
                    <a:pt x="182752" y="274511"/>
                    <a:pt x="181474" y="273235"/>
                  </a:cubicBezTo>
                  <a:lnTo>
                    <a:pt x="157832" y="238123"/>
                  </a:lnTo>
                  <a:lnTo>
                    <a:pt x="119492" y="270043"/>
                  </a:lnTo>
                  <a:cubicBezTo>
                    <a:pt x="117575" y="271958"/>
                    <a:pt x="114380" y="271958"/>
                    <a:pt x="111824" y="270681"/>
                  </a:cubicBezTo>
                  <a:cubicBezTo>
                    <a:pt x="109268" y="268766"/>
                    <a:pt x="108629" y="266212"/>
                    <a:pt x="109268" y="263659"/>
                  </a:cubicBezTo>
                  <a:lnTo>
                    <a:pt x="130355" y="202372"/>
                  </a:lnTo>
                  <a:lnTo>
                    <a:pt x="67733" y="158961"/>
                  </a:lnTo>
                  <a:cubicBezTo>
                    <a:pt x="65816" y="157684"/>
                    <a:pt x="64538" y="155131"/>
                    <a:pt x="65177" y="152577"/>
                  </a:cubicBezTo>
                  <a:cubicBezTo>
                    <a:pt x="65816" y="150024"/>
                    <a:pt x="67094" y="148108"/>
                    <a:pt x="69650" y="147470"/>
                  </a:cubicBezTo>
                  <a:lnTo>
                    <a:pt x="290742" y="86822"/>
                  </a:lnTo>
                  <a:cubicBezTo>
                    <a:pt x="293937" y="86184"/>
                    <a:pt x="297771" y="88099"/>
                    <a:pt x="298410" y="91291"/>
                  </a:cubicBezTo>
                  <a:cubicBezTo>
                    <a:pt x="299049" y="92568"/>
                    <a:pt x="298410" y="95760"/>
                    <a:pt x="295854" y="97037"/>
                  </a:cubicBezTo>
                  <a:lnTo>
                    <a:pt x="295854" y="97037"/>
                  </a:lnTo>
                  <a:close/>
                </a:path>
              </a:pathLst>
            </a:custGeom>
            <a:solidFill>
              <a:srgbClr val="046A38"/>
            </a:solidFill>
            <a:ln w="6390" cap="flat">
              <a:noFill/>
              <a:prstDash val="solid"/>
              <a:miter/>
            </a:ln>
          </p:spPr>
          <p:txBody>
            <a:bodyPr rtlCol="0" anchor="ctr"/>
            <a:lstStyle/>
            <a:p>
              <a:endParaRPr lang="en-US"/>
            </a:p>
          </p:txBody>
        </p:sp>
      </p:grpSp>
      <p:grpSp>
        <p:nvGrpSpPr>
          <p:cNvPr id="514" name="Group 513">
            <a:extLst>
              <a:ext uri="{FF2B5EF4-FFF2-40B4-BE49-F238E27FC236}">
                <a16:creationId xmlns:a16="http://schemas.microsoft.com/office/drawing/2014/main" id="{682A9AA7-9F78-D548-AE83-2D9CB81C8674}"/>
              </a:ext>
            </a:extLst>
          </p:cNvPr>
          <p:cNvGrpSpPr>
            <a:grpSpLocks noChangeAspect="1"/>
          </p:cNvGrpSpPr>
          <p:nvPr/>
        </p:nvGrpSpPr>
        <p:grpSpPr>
          <a:xfrm>
            <a:off x="905454" y="2855717"/>
            <a:ext cx="362309" cy="361971"/>
            <a:chOff x="905454" y="2855717"/>
            <a:chExt cx="362309" cy="361971"/>
          </a:xfrm>
        </p:grpSpPr>
        <p:sp>
          <p:nvSpPr>
            <p:cNvPr id="900" name="Graphic 4">
              <a:extLst>
                <a:ext uri="{FF2B5EF4-FFF2-40B4-BE49-F238E27FC236}">
                  <a16:creationId xmlns:a16="http://schemas.microsoft.com/office/drawing/2014/main" id="{2532319A-E8EC-4349-ADD9-27ACDA936634}"/>
                </a:ext>
              </a:extLst>
            </p:cNvPr>
            <p:cNvSpPr/>
            <p:nvPr/>
          </p:nvSpPr>
          <p:spPr>
            <a:xfrm>
              <a:off x="1053061" y="2990419"/>
              <a:ext cx="66475" cy="93206"/>
            </a:xfrm>
            <a:custGeom>
              <a:avLst/>
              <a:gdLst>
                <a:gd name="connsiteX0" fmla="*/ 33867 w 66475"/>
                <a:gd name="connsiteY0" fmla="*/ 0 h 93206"/>
                <a:gd name="connsiteX1" fmla="*/ 33867 w 66475"/>
                <a:gd name="connsiteY1" fmla="*/ 0 h 93206"/>
                <a:gd name="connsiteX2" fmla="*/ 0 w 66475"/>
                <a:gd name="connsiteY2" fmla="*/ 33197 h 93206"/>
                <a:gd name="connsiteX3" fmla="*/ 4473 w 66475"/>
                <a:gd name="connsiteY3" fmla="*/ 49795 h 93206"/>
                <a:gd name="connsiteX4" fmla="*/ 33228 w 66475"/>
                <a:gd name="connsiteY4" fmla="*/ 93206 h 93206"/>
                <a:gd name="connsiteX5" fmla="*/ 61982 w 66475"/>
                <a:gd name="connsiteY5" fmla="*/ 49157 h 93206"/>
                <a:gd name="connsiteX6" fmla="*/ 66455 w 66475"/>
                <a:gd name="connsiteY6" fmla="*/ 32558 h 93206"/>
                <a:gd name="connsiteX7" fmla="*/ 33867 w 66475"/>
                <a:gd name="connsiteY7" fmla="*/ 0 h 93206"/>
                <a:gd name="connsiteX8" fmla="*/ 33867 w 66475"/>
                <a:gd name="connsiteY8" fmla="*/ 58094 h 93206"/>
                <a:gd name="connsiteX9" fmla="*/ 9585 w 66475"/>
                <a:gd name="connsiteY9" fmla="*/ 33835 h 93206"/>
                <a:gd name="connsiteX10" fmla="*/ 33867 w 66475"/>
                <a:gd name="connsiteY10" fmla="*/ 9576 h 93206"/>
                <a:gd name="connsiteX11" fmla="*/ 58148 w 66475"/>
                <a:gd name="connsiteY11" fmla="*/ 33835 h 93206"/>
                <a:gd name="connsiteX12" fmla="*/ 58148 w 66475"/>
                <a:gd name="connsiteY12" fmla="*/ 33835 h 93206"/>
                <a:gd name="connsiteX13" fmla="*/ 33867 w 66475"/>
                <a:gd name="connsiteY13" fmla="*/ 58094 h 93206"/>
                <a:gd name="connsiteX14" fmla="*/ 33867 w 66475"/>
                <a:gd name="connsiteY14" fmla="*/ 58094 h 93206"/>
                <a:gd name="connsiteX15" fmla="*/ 33867 w 66475"/>
                <a:gd name="connsiteY15" fmla="*/ 58094 h 93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6475" h="93206">
                  <a:moveTo>
                    <a:pt x="33867" y="0"/>
                  </a:moveTo>
                  <a:lnTo>
                    <a:pt x="33867" y="0"/>
                  </a:lnTo>
                  <a:cubicBezTo>
                    <a:pt x="14697" y="0"/>
                    <a:pt x="0" y="15322"/>
                    <a:pt x="0" y="33197"/>
                  </a:cubicBezTo>
                  <a:cubicBezTo>
                    <a:pt x="0" y="38942"/>
                    <a:pt x="1278" y="44688"/>
                    <a:pt x="4473" y="49795"/>
                  </a:cubicBezTo>
                  <a:lnTo>
                    <a:pt x="33228" y="93206"/>
                  </a:lnTo>
                  <a:lnTo>
                    <a:pt x="61982" y="49157"/>
                  </a:lnTo>
                  <a:cubicBezTo>
                    <a:pt x="65177" y="44050"/>
                    <a:pt x="66455" y="38304"/>
                    <a:pt x="66455" y="32558"/>
                  </a:cubicBezTo>
                  <a:cubicBezTo>
                    <a:pt x="67094" y="15322"/>
                    <a:pt x="52397" y="0"/>
                    <a:pt x="33867" y="0"/>
                  </a:cubicBezTo>
                  <a:close/>
                  <a:moveTo>
                    <a:pt x="33867" y="58094"/>
                  </a:moveTo>
                  <a:cubicBezTo>
                    <a:pt x="20448" y="58094"/>
                    <a:pt x="9585" y="47242"/>
                    <a:pt x="9585" y="33835"/>
                  </a:cubicBezTo>
                  <a:cubicBezTo>
                    <a:pt x="9585" y="20429"/>
                    <a:pt x="20448" y="9576"/>
                    <a:pt x="33867" y="9576"/>
                  </a:cubicBezTo>
                  <a:cubicBezTo>
                    <a:pt x="47285" y="9576"/>
                    <a:pt x="58148" y="20429"/>
                    <a:pt x="58148" y="33835"/>
                  </a:cubicBezTo>
                  <a:lnTo>
                    <a:pt x="58148" y="33835"/>
                  </a:lnTo>
                  <a:cubicBezTo>
                    <a:pt x="58787" y="47242"/>
                    <a:pt x="47925" y="58094"/>
                    <a:pt x="33867" y="58094"/>
                  </a:cubicBezTo>
                  <a:cubicBezTo>
                    <a:pt x="33867" y="58094"/>
                    <a:pt x="33867" y="58094"/>
                    <a:pt x="33867" y="58094"/>
                  </a:cubicBezTo>
                  <a:lnTo>
                    <a:pt x="33867" y="58094"/>
                  </a:lnTo>
                  <a:close/>
                </a:path>
              </a:pathLst>
            </a:custGeom>
            <a:solidFill>
              <a:srgbClr val="046A38"/>
            </a:solidFill>
            <a:ln w="6390" cap="flat">
              <a:noFill/>
              <a:prstDash val="solid"/>
              <a:miter/>
            </a:ln>
          </p:spPr>
          <p:txBody>
            <a:bodyPr rtlCol="0" anchor="ctr"/>
            <a:lstStyle/>
            <a:p>
              <a:endParaRPr lang="en-US"/>
            </a:p>
          </p:txBody>
        </p:sp>
        <p:sp>
          <p:nvSpPr>
            <p:cNvPr id="901" name="Graphic 4">
              <a:extLst>
                <a:ext uri="{FF2B5EF4-FFF2-40B4-BE49-F238E27FC236}">
                  <a16:creationId xmlns:a16="http://schemas.microsoft.com/office/drawing/2014/main" id="{5E1420A6-EE75-CE46-B088-1DF5C123DBF3}"/>
                </a:ext>
              </a:extLst>
            </p:cNvPr>
            <p:cNvSpPr/>
            <p:nvPr/>
          </p:nvSpPr>
          <p:spPr>
            <a:xfrm>
              <a:off x="1075426" y="3012125"/>
              <a:ext cx="23003" cy="22982"/>
            </a:xfrm>
            <a:custGeom>
              <a:avLst/>
              <a:gdLst>
                <a:gd name="connsiteX0" fmla="*/ 11502 w 23003"/>
                <a:gd name="connsiteY0" fmla="*/ 0 h 22982"/>
                <a:gd name="connsiteX1" fmla="*/ 0 w 23003"/>
                <a:gd name="connsiteY1" fmla="*/ 11491 h 22982"/>
                <a:gd name="connsiteX2" fmla="*/ 11502 w 23003"/>
                <a:gd name="connsiteY2" fmla="*/ 22982 h 22982"/>
                <a:gd name="connsiteX3" fmla="*/ 23004 w 23003"/>
                <a:gd name="connsiteY3" fmla="*/ 11491 h 22982"/>
                <a:gd name="connsiteX4" fmla="*/ 23004 w 23003"/>
                <a:gd name="connsiteY4" fmla="*/ 11491 h 22982"/>
                <a:gd name="connsiteX5" fmla="*/ 11502 w 23003"/>
                <a:gd name="connsiteY5" fmla="*/ 0 h 2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03" h="22982">
                  <a:moveTo>
                    <a:pt x="11502" y="0"/>
                  </a:moveTo>
                  <a:cubicBezTo>
                    <a:pt x="5112" y="0"/>
                    <a:pt x="0" y="5107"/>
                    <a:pt x="0" y="11491"/>
                  </a:cubicBezTo>
                  <a:cubicBezTo>
                    <a:pt x="0" y="17875"/>
                    <a:pt x="5112" y="22982"/>
                    <a:pt x="11502" y="22982"/>
                  </a:cubicBezTo>
                  <a:cubicBezTo>
                    <a:pt x="17892" y="22982"/>
                    <a:pt x="23004" y="17875"/>
                    <a:pt x="23004" y="11491"/>
                  </a:cubicBezTo>
                  <a:lnTo>
                    <a:pt x="23004" y="11491"/>
                  </a:lnTo>
                  <a:cubicBezTo>
                    <a:pt x="23004" y="5107"/>
                    <a:pt x="17892" y="0"/>
                    <a:pt x="11502" y="0"/>
                  </a:cubicBezTo>
                  <a:close/>
                </a:path>
              </a:pathLst>
            </a:custGeom>
            <a:solidFill>
              <a:srgbClr val="046A38"/>
            </a:solidFill>
            <a:ln w="6390" cap="flat">
              <a:noFill/>
              <a:prstDash val="solid"/>
              <a:miter/>
            </a:ln>
          </p:spPr>
          <p:txBody>
            <a:bodyPr rtlCol="0" anchor="ctr"/>
            <a:lstStyle/>
            <a:p>
              <a:endParaRPr lang="en-US"/>
            </a:p>
          </p:txBody>
        </p:sp>
        <p:sp>
          <p:nvSpPr>
            <p:cNvPr id="902" name="Graphic 4">
              <a:extLst>
                <a:ext uri="{FF2B5EF4-FFF2-40B4-BE49-F238E27FC236}">
                  <a16:creationId xmlns:a16="http://schemas.microsoft.com/office/drawing/2014/main" id="{4054E55C-74EA-F545-9AA9-2A522C00F927}"/>
                </a:ext>
              </a:extLst>
            </p:cNvPr>
            <p:cNvSpPr/>
            <p:nvPr/>
          </p:nvSpPr>
          <p:spPr>
            <a:xfrm>
              <a:off x="905454" y="28557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201922 w 362309"/>
                <a:gd name="connsiteY6" fmla="*/ 84268 h 361971"/>
                <a:gd name="connsiteX7" fmla="*/ 270294 w 362309"/>
                <a:gd name="connsiteY7" fmla="*/ 84268 h 361971"/>
                <a:gd name="connsiteX8" fmla="*/ 276684 w 362309"/>
                <a:gd name="connsiteY8" fmla="*/ 90652 h 361971"/>
                <a:gd name="connsiteX9" fmla="*/ 276684 w 362309"/>
                <a:gd name="connsiteY9" fmla="*/ 158961 h 361971"/>
                <a:gd name="connsiteX10" fmla="*/ 270294 w 362309"/>
                <a:gd name="connsiteY10" fmla="*/ 165345 h 361971"/>
                <a:gd name="connsiteX11" fmla="*/ 263904 w 362309"/>
                <a:gd name="connsiteY11" fmla="*/ 158961 h 361971"/>
                <a:gd name="connsiteX12" fmla="*/ 263904 w 362309"/>
                <a:gd name="connsiteY12" fmla="*/ 97036 h 361971"/>
                <a:gd name="connsiteX13" fmla="*/ 201922 w 362309"/>
                <a:gd name="connsiteY13" fmla="*/ 97036 h 361971"/>
                <a:gd name="connsiteX14" fmla="*/ 195532 w 362309"/>
                <a:gd name="connsiteY14" fmla="*/ 90652 h 361971"/>
                <a:gd name="connsiteX15" fmla="*/ 201922 w 362309"/>
                <a:gd name="connsiteY15" fmla="*/ 84268 h 361971"/>
                <a:gd name="connsiteX16" fmla="*/ 174445 w 362309"/>
                <a:gd name="connsiteY16" fmla="*/ 65755 h 361971"/>
                <a:gd name="connsiteX17" fmla="*/ 180835 w 362309"/>
                <a:gd name="connsiteY17" fmla="*/ 59371 h 361971"/>
                <a:gd name="connsiteX18" fmla="*/ 187225 w 362309"/>
                <a:gd name="connsiteY18" fmla="*/ 65755 h 361971"/>
                <a:gd name="connsiteX19" fmla="*/ 187225 w 362309"/>
                <a:gd name="connsiteY19" fmla="*/ 97675 h 361971"/>
                <a:gd name="connsiteX20" fmla="*/ 180835 w 362309"/>
                <a:gd name="connsiteY20" fmla="*/ 104059 h 361971"/>
                <a:gd name="connsiteX21" fmla="*/ 174445 w 362309"/>
                <a:gd name="connsiteY21" fmla="*/ 97675 h 361971"/>
                <a:gd name="connsiteX22" fmla="*/ 174445 w 362309"/>
                <a:gd name="connsiteY22" fmla="*/ 65755 h 361971"/>
                <a:gd name="connsiteX23" fmla="*/ 84986 w 362309"/>
                <a:gd name="connsiteY23" fmla="*/ 91291 h 361971"/>
                <a:gd name="connsiteX24" fmla="*/ 91376 w 362309"/>
                <a:gd name="connsiteY24" fmla="*/ 84907 h 361971"/>
                <a:gd name="connsiteX25" fmla="*/ 159748 w 362309"/>
                <a:gd name="connsiteY25" fmla="*/ 84907 h 361971"/>
                <a:gd name="connsiteX26" fmla="*/ 166138 w 362309"/>
                <a:gd name="connsiteY26" fmla="*/ 91291 h 361971"/>
                <a:gd name="connsiteX27" fmla="*/ 159748 w 362309"/>
                <a:gd name="connsiteY27" fmla="*/ 97675 h 361971"/>
                <a:gd name="connsiteX28" fmla="*/ 97766 w 362309"/>
                <a:gd name="connsiteY28" fmla="*/ 97675 h 361971"/>
                <a:gd name="connsiteX29" fmla="*/ 97766 w 362309"/>
                <a:gd name="connsiteY29" fmla="*/ 159600 h 361971"/>
                <a:gd name="connsiteX30" fmla="*/ 91376 w 362309"/>
                <a:gd name="connsiteY30" fmla="*/ 165984 h 361971"/>
                <a:gd name="connsiteX31" fmla="*/ 84986 w 362309"/>
                <a:gd name="connsiteY31" fmla="*/ 159600 h 361971"/>
                <a:gd name="connsiteX32" fmla="*/ 84986 w 362309"/>
                <a:gd name="connsiteY32" fmla="*/ 91291 h 361971"/>
                <a:gd name="connsiteX33" fmla="*/ 60065 w 362309"/>
                <a:gd name="connsiteY33" fmla="*/ 180667 h 361971"/>
                <a:gd name="connsiteX34" fmla="*/ 66455 w 362309"/>
                <a:gd name="connsiteY34" fmla="*/ 174283 h 361971"/>
                <a:gd name="connsiteX35" fmla="*/ 98405 w 362309"/>
                <a:gd name="connsiteY35" fmla="*/ 174283 h 361971"/>
                <a:gd name="connsiteX36" fmla="*/ 104795 w 362309"/>
                <a:gd name="connsiteY36" fmla="*/ 180667 h 361971"/>
                <a:gd name="connsiteX37" fmla="*/ 98405 w 362309"/>
                <a:gd name="connsiteY37" fmla="*/ 187051 h 361971"/>
                <a:gd name="connsiteX38" fmla="*/ 66455 w 362309"/>
                <a:gd name="connsiteY38" fmla="*/ 187051 h 361971"/>
                <a:gd name="connsiteX39" fmla="*/ 60065 w 362309"/>
                <a:gd name="connsiteY39" fmla="*/ 180667 h 361971"/>
                <a:gd name="connsiteX40" fmla="*/ 159748 w 362309"/>
                <a:gd name="connsiteY40" fmla="*/ 276426 h 361971"/>
                <a:gd name="connsiteX41" fmla="*/ 91376 w 362309"/>
                <a:gd name="connsiteY41" fmla="*/ 276426 h 361971"/>
                <a:gd name="connsiteX42" fmla="*/ 84986 w 362309"/>
                <a:gd name="connsiteY42" fmla="*/ 270042 h 361971"/>
                <a:gd name="connsiteX43" fmla="*/ 84986 w 362309"/>
                <a:gd name="connsiteY43" fmla="*/ 201734 h 361971"/>
                <a:gd name="connsiteX44" fmla="*/ 91376 w 362309"/>
                <a:gd name="connsiteY44" fmla="*/ 195350 h 361971"/>
                <a:gd name="connsiteX45" fmla="*/ 97766 w 362309"/>
                <a:gd name="connsiteY45" fmla="*/ 201734 h 361971"/>
                <a:gd name="connsiteX46" fmla="*/ 97766 w 362309"/>
                <a:gd name="connsiteY46" fmla="*/ 263658 h 361971"/>
                <a:gd name="connsiteX47" fmla="*/ 159748 w 362309"/>
                <a:gd name="connsiteY47" fmla="*/ 263658 h 361971"/>
                <a:gd name="connsiteX48" fmla="*/ 166138 w 362309"/>
                <a:gd name="connsiteY48" fmla="*/ 270042 h 361971"/>
                <a:gd name="connsiteX49" fmla="*/ 159748 w 362309"/>
                <a:gd name="connsiteY49" fmla="*/ 276426 h 361971"/>
                <a:gd name="connsiteX50" fmla="*/ 159748 w 362309"/>
                <a:gd name="connsiteY50" fmla="*/ 276426 h 361971"/>
                <a:gd name="connsiteX51" fmla="*/ 188503 w 362309"/>
                <a:gd name="connsiteY51" fmla="*/ 296217 h 361971"/>
                <a:gd name="connsiteX52" fmla="*/ 182113 w 362309"/>
                <a:gd name="connsiteY52" fmla="*/ 302601 h 361971"/>
                <a:gd name="connsiteX53" fmla="*/ 175723 w 362309"/>
                <a:gd name="connsiteY53" fmla="*/ 296217 h 361971"/>
                <a:gd name="connsiteX54" fmla="*/ 175723 w 362309"/>
                <a:gd name="connsiteY54" fmla="*/ 264297 h 361971"/>
                <a:gd name="connsiteX55" fmla="*/ 182113 w 362309"/>
                <a:gd name="connsiteY55" fmla="*/ 257913 h 361971"/>
                <a:gd name="connsiteX56" fmla="*/ 188503 w 362309"/>
                <a:gd name="connsiteY56" fmla="*/ 264297 h 361971"/>
                <a:gd name="connsiteX57" fmla="*/ 188503 w 362309"/>
                <a:gd name="connsiteY57" fmla="*/ 296217 h 361971"/>
                <a:gd name="connsiteX58" fmla="*/ 182113 w 362309"/>
                <a:gd name="connsiteY58" fmla="*/ 243230 h 361971"/>
                <a:gd name="connsiteX59" fmla="*/ 182113 w 362309"/>
                <a:gd name="connsiteY59" fmla="*/ 243230 h 361971"/>
                <a:gd name="connsiteX60" fmla="*/ 173806 w 362309"/>
                <a:gd name="connsiteY60" fmla="*/ 238761 h 361971"/>
                <a:gd name="connsiteX61" fmla="*/ 142496 w 362309"/>
                <a:gd name="connsiteY61" fmla="*/ 191519 h 361971"/>
                <a:gd name="connsiteX62" fmla="*/ 136106 w 362309"/>
                <a:gd name="connsiteY62" fmla="*/ 167899 h 361971"/>
                <a:gd name="connsiteX63" fmla="*/ 182113 w 362309"/>
                <a:gd name="connsiteY63" fmla="*/ 121934 h 361971"/>
                <a:gd name="connsiteX64" fmla="*/ 182113 w 362309"/>
                <a:gd name="connsiteY64" fmla="*/ 121934 h 361971"/>
                <a:gd name="connsiteX65" fmla="*/ 228121 w 362309"/>
                <a:gd name="connsiteY65" fmla="*/ 167899 h 361971"/>
                <a:gd name="connsiteX66" fmla="*/ 221731 w 362309"/>
                <a:gd name="connsiteY66" fmla="*/ 190881 h 361971"/>
                <a:gd name="connsiteX67" fmla="*/ 190420 w 362309"/>
                <a:gd name="connsiteY67" fmla="*/ 238122 h 361971"/>
                <a:gd name="connsiteX68" fmla="*/ 182113 w 362309"/>
                <a:gd name="connsiteY68" fmla="*/ 243230 h 361971"/>
                <a:gd name="connsiteX69" fmla="*/ 182113 w 362309"/>
                <a:gd name="connsiteY69" fmla="*/ 243230 h 361971"/>
                <a:gd name="connsiteX70" fmla="*/ 277323 w 362309"/>
                <a:gd name="connsiteY70" fmla="*/ 270042 h 361971"/>
                <a:gd name="connsiteX71" fmla="*/ 270933 w 362309"/>
                <a:gd name="connsiteY71" fmla="*/ 276426 h 361971"/>
                <a:gd name="connsiteX72" fmla="*/ 202561 w 362309"/>
                <a:gd name="connsiteY72" fmla="*/ 276426 h 361971"/>
                <a:gd name="connsiteX73" fmla="*/ 196171 w 362309"/>
                <a:gd name="connsiteY73" fmla="*/ 270042 h 361971"/>
                <a:gd name="connsiteX74" fmla="*/ 202561 w 362309"/>
                <a:gd name="connsiteY74" fmla="*/ 263658 h 361971"/>
                <a:gd name="connsiteX75" fmla="*/ 264543 w 362309"/>
                <a:gd name="connsiteY75" fmla="*/ 263658 h 361971"/>
                <a:gd name="connsiteX76" fmla="*/ 264543 w 362309"/>
                <a:gd name="connsiteY76" fmla="*/ 201734 h 361971"/>
                <a:gd name="connsiteX77" fmla="*/ 270933 w 362309"/>
                <a:gd name="connsiteY77" fmla="*/ 195350 h 361971"/>
                <a:gd name="connsiteX78" fmla="*/ 277323 w 362309"/>
                <a:gd name="connsiteY78" fmla="*/ 201734 h 361971"/>
                <a:gd name="connsiteX79" fmla="*/ 277323 w 362309"/>
                <a:gd name="connsiteY79" fmla="*/ 270042 h 361971"/>
                <a:gd name="connsiteX80" fmla="*/ 295854 w 362309"/>
                <a:gd name="connsiteY80" fmla="*/ 187051 h 361971"/>
                <a:gd name="connsiteX81" fmla="*/ 263904 w 362309"/>
                <a:gd name="connsiteY81" fmla="*/ 187051 h 361971"/>
                <a:gd name="connsiteX82" fmla="*/ 257514 w 362309"/>
                <a:gd name="connsiteY82" fmla="*/ 180667 h 361971"/>
                <a:gd name="connsiteX83" fmla="*/ 263904 w 362309"/>
                <a:gd name="connsiteY83" fmla="*/ 174283 h 361971"/>
                <a:gd name="connsiteX84" fmla="*/ 295854 w 362309"/>
                <a:gd name="connsiteY84" fmla="*/ 174283 h 361971"/>
                <a:gd name="connsiteX85" fmla="*/ 302244 w 362309"/>
                <a:gd name="connsiteY85" fmla="*/ 180667 h 361971"/>
                <a:gd name="connsiteX86" fmla="*/ 295854 w 362309"/>
                <a:gd name="connsiteY86" fmla="*/ 18705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62309" h="361971">
                  <a:moveTo>
                    <a:pt x="180835" y="0"/>
                  </a:moveTo>
                  <a:cubicBezTo>
                    <a:pt x="80513" y="0"/>
                    <a:pt x="0" y="81076"/>
                    <a:pt x="0" y="181305"/>
                  </a:cubicBezTo>
                  <a:cubicBezTo>
                    <a:pt x="0" y="281533"/>
                    <a:pt x="81152" y="361972"/>
                    <a:pt x="181474" y="361972"/>
                  </a:cubicBezTo>
                  <a:cubicBezTo>
                    <a:pt x="281157" y="361972"/>
                    <a:pt x="362309" y="280895"/>
                    <a:pt x="362309" y="180667"/>
                  </a:cubicBezTo>
                  <a:cubicBezTo>
                    <a:pt x="362309" y="80438"/>
                    <a:pt x="281157" y="0"/>
                    <a:pt x="180835" y="0"/>
                  </a:cubicBezTo>
                  <a:cubicBezTo>
                    <a:pt x="180835" y="0"/>
                    <a:pt x="180835" y="0"/>
                    <a:pt x="180835" y="0"/>
                  </a:cubicBezTo>
                  <a:close/>
                  <a:moveTo>
                    <a:pt x="201922" y="84268"/>
                  </a:moveTo>
                  <a:lnTo>
                    <a:pt x="270294" y="84268"/>
                  </a:lnTo>
                  <a:cubicBezTo>
                    <a:pt x="274128" y="84268"/>
                    <a:pt x="276684" y="86822"/>
                    <a:pt x="276684" y="90652"/>
                  </a:cubicBezTo>
                  <a:lnTo>
                    <a:pt x="276684" y="158961"/>
                  </a:lnTo>
                  <a:cubicBezTo>
                    <a:pt x="276684" y="162792"/>
                    <a:pt x="274128" y="165345"/>
                    <a:pt x="270294" y="165345"/>
                  </a:cubicBezTo>
                  <a:cubicBezTo>
                    <a:pt x="266460" y="165345"/>
                    <a:pt x="263904" y="162792"/>
                    <a:pt x="263904" y="158961"/>
                  </a:cubicBezTo>
                  <a:lnTo>
                    <a:pt x="263904" y="97036"/>
                  </a:lnTo>
                  <a:lnTo>
                    <a:pt x="201922" y="97036"/>
                  </a:lnTo>
                  <a:cubicBezTo>
                    <a:pt x="198088" y="97036"/>
                    <a:pt x="195532" y="94483"/>
                    <a:pt x="195532" y="90652"/>
                  </a:cubicBezTo>
                  <a:cubicBezTo>
                    <a:pt x="195532" y="86822"/>
                    <a:pt x="198088" y="84268"/>
                    <a:pt x="201922" y="84268"/>
                  </a:cubicBezTo>
                  <a:close/>
                  <a:moveTo>
                    <a:pt x="174445" y="65755"/>
                  </a:moveTo>
                  <a:cubicBezTo>
                    <a:pt x="174445" y="61925"/>
                    <a:pt x="177001" y="59371"/>
                    <a:pt x="180835" y="59371"/>
                  </a:cubicBezTo>
                  <a:cubicBezTo>
                    <a:pt x="184669" y="59371"/>
                    <a:pt x="187225" y="61925"/>
                    <a:pt x="187225" y="65755"/>
                  </a:cubicBezTo>
                  <a:lnTo>
                    <a:pt x="187225" y="97675"/>
                  </a:lnTo>
                  <a:cubicBezTo>
                    <a:pt x="187225" y="101505"/>
                    <a:pt x="184669" y="104059"/>
                    <a:pt x="180835" y="104059"/>
                  </a:cubicBezTo>
                  <a:cubicBezTo>
                    <a:pt x="177001" y="104059"/>
                    <a:pt x="174445" y="101505"/>
                    <a:pt x="174445" y="97675"/>
                  </a:cubicBezTo>
                  <a:lnTo>
                    <a:pt x="174445" y="65755"/>
                  </a:lnTo>
                  <a:close/>
                  <a:moveTo>
                    <a:pt x="84986" y="91291"/>
                  </a:moveTo>
                  <a:cubicBezTo>
                    <a:pt x="84986" y="87460"/>
                    <a:pt x="87542" y="84907"/>
                    <a:pt x="91376" y="84907"/>
                  </a:cubicBezTo>
                  <a:lnTo>
                    <a:pt x="159748" y="84907"/>
                  </a:lnTo>
                  <a:cubicBezTo>
                    <a:pt x="163582" y="84907"/>
                    <a:pt x="166138" y="87460"/>
                    <a:pt x="166138" y="91291"/>
                  </a:cubicBezTo>
                  <a:cubicBezTo>
                    <a:pt x="166138" y="95121"/>
                    <a:pt x="163582" y="97675"/>
                    <a:pt x="159748" y="97675"/>
                  </a:cubicBezTo>
                  <a:lnTo>
                    <a:pt x="97766" y="97675"/>
                  </a:lnTo>
                  <a:lnTo>
                    <a:pt x="97766" y="159600"/>
                  </a:lnTo>
                  <a:cubicBezTo>
                    <a:pt x="97766" y="163430"/>
                    <a:pt x="95210" y="165984"/>
                    <a:pt x="91376" y="165984"/>
                  </a:cubicBezTo>
                  <a:cubicBezTo>
                    <a:pt x="87542" y="165984"/>
                    <a:pt x="84986" y="163430"/>
                    <a:pt x="84986" y="159600"/>
                  </a:cubicBezTo>
                  <a:lnTo>
                    <a:pt x="84986" y="91291"/>
                  </a:lnTo>
                  <a:close/>
                  <a:moveTo>
                    <a:pt x="60065" y="180667"/>
                  </a:moveTo>
                  <a:cubicBezTo>
                    <a:pt x="60065" y="176836"/>
                    <a:pt x="62621" y="174283"/>
                    <a:pt x="66455" y="174283"/>
                  </a:cubicBezTo>
                  <a:lnTo>
                    <a:pt x="98405" y="174283"/>
                  </a:lnTo>
                  <a:cubicBezTo>
                    <a:pt x="102239" y="174283"/>
                    <a:pt x="104795" y="176836"/>
                    <a:pt x="104795" y="180667"/>
                  </a:cubicBezTo>
                  <a:cubicBezTo>
                    <a:pt x="104795" y="184497"/>
                    <a:pt x="102239" y="187051"/>
                    <a:pt x="98405" y="187051"/>
                  </a:cubicBezTo>
                  <a:lnTo>
                    <a:pt x="66455" y="187051"/>
                  </a:lnTo>
                  <a:cubicBezTo>
                    <a:pt x="63260" y="187051"/>
                    <a:pt x="60065" y="184497"/>
                    <a:pt x="60065" y="180667"/>
                  </a:cubicBezTo>
                  <a:close/>
                  <a:moveTo>
                    <a:pt x="159748" y="276426"/>
                  </a:moveTo>
                  <a:lnTo>
                    <a:pt x="91376" y="276426"/>
                  </a:lnTo>
                  <a:cubicBezTo>
                    <a:pt x="87542" y="276426"/>
                    <a:pt x="84986" y="273873"/>
                    <a:pt x="84986" y="270042"/>
                  </a:cubicBezTo>
                  <a:lnTo>
                    <a:pt x="84986" y="201734"/>
                  </a:lnTo>
                  <a:cubicBezTo>
                    <a:pt x="84986" y="197903"/>
                    <a:pt x="87542" y="195350"/>
                    <a:pt x="91376" y="195350"/>
                  </a:cubicBezTo>
                  <a:cubicBezTo>
                    <a:pt x="95210" y="195350"/>
                    <a:pt x="97766" y="197903"/>
                    <a:pt x="97766" y="201734"/>
                  </a:cubicBezTo>
                  <a:lnTo>
                    <a:pt x="97766" y="263658"/>
                  </a:lnTo>
                  <a:lnTo>
                    <a:pt x="159748" y="263658"/>
                  </a:lnTo>
                  <a:cubicBezTo>
                    <a:pt x="163582" y="263658"/>
                    <a:pt x="166138" y="266212"/>
                    <a:pt x="166138" y="270042"/>
                  </a:cubicBezTo>
                  <a:cubicBezTo>
                    <a:pt x="166138" y="273873"/>
                    <a:pt x="163582" y="276426"/>
                    <a:pt x="159748" y="276426"/>
                  </a:cubicBezTo>
                  <a:lnTo>
                    <a:pt x="159748" y="276426"/>
                  </a:lnTo>
                  <a:close/>
                  <a:moveTo>
                    <a:pt x="188503" y="296217"/>
                  </a:moveTo>
                  <a:cubicBezTo>
                    <a:pt x="188503" y="300047"/>
                    <a:pt x="185947" y="302601"/>
                    <a:pt x="182113" y="302601"/>
                  </a:cubicBezTo>
                  <a:cubicBezTo>
                    <a:pt x="178279" y="302601"/>
                    <a:pt x="175723" y="300047"/>
                    <a:pt x="175723" y="296217"/>
                  </a:cubicBezTo>
                  <a:lnTo>
                    <a:pt x="175723" y="264297"/>
                  </a:lnTo>
                  <a:cubicBezTo>
                    <a:pt x="175723" y="260466"/>
                    <a:pt x="178279" y="257913"/>
                    <a:pt x="182113" y="257913"/>
                  </a:cubicBezTo>
                  <a:cubicBezTo>
                    <a:pt x="185947" y="257913"/>
                    <a:pt x="188503" y="260466"/>
                    <a:pt x="188503" y="264297"/>
                  </a:cubicBezTo>
                  <a:lnTo>
                    <a:pt x="188503" y="296217"/>
                  </a:lnTo>
                  <a:close/>
                  <a:moveTo>
                    <a:pt x="182113" y="243230"/>
                  </a:moveTo>
                  <a:lnTo>
                    <a:pt x="182113" y="243230"/>
                  </a:lnTo>
                  <a:cubicBezTo>
                    <a:pt x="178918" y="243230"/>
                    <a:pt x="175723" y="241314"/>
                    <a:pt x="173806" y="238761"/>
                  </a:cubicBezTo>
                  <a:lnTo>
                    <a:pt x="142496" y="191519"/>
                  </a:lnTo>
                  <a:cubicBezTo>
                    <a:pt x="138023" y="184497"/>
                    <a:pt x="136106" y="176198"/>
                    <a:pt x="136106" y="167899"/>
                  </a:cubicBezTo>
                  <a:cubicBezTo>
                    <a:pt x="136106" y="142363"/>
                    <a:pt x="156553" y="121934"/>
                    <a:pt x="182113" y="121934"/>
                  </a:cubicBezTo>
                  <a:lnTo>
                    <a:pt x="182113" y="121934"/>
                  </a:lnTo>
                  <a:cubicBezTo>
                    <a:pt x="207673" y="121934"/>
                    <a:pt x="228121" y="142363"/>
                    <a:pt x="228121" y="167899"/>
                  </a:cubicBezTo>
                  <a:cubicBezTo>
                    <a:pt x="228121" y="176198"/>
                    <a:pt x="226204" y="183859"/>
                    <a:pt x="221731" y="190881"/>
                  </a:cubicBezTo>
                  <a:lnTo>
                    <a:pt x="190420" y="238122"/>
                  </a:lnTo>
                  <a:cubicBezTo>
                    <a:pt x="188503" y="241953"/>
                    <a:pt x="185308" y="243230"/>
                    <a:pt x="182113" y="243230"/>
                  </a:cubicBezTo>
                  <a:lnTo>
                    <a:pt x="182113" y="243230"/>
                  </a:lnTo>
                  <a:close/>
                  <a:moveTo>
                    <a:pt x="277323" y="270042"/>
                  </a:moveTo>
                  <a:cubicBezTo>
                    <a:pt x="277323" y="273873"/>
                    <a:pt x="274767" y="276426"/>
                    <a:pt x="270933" y="276426"/>
                  </a:cubicBezTo>
                  <a:lnTo>
                    <a:pt x="202561" y="276426"/>
                  </a:lnTo>
                  <a:cubicBezTo>
                    <a:pt x="198727" y="276426"/>
                    <a:pt x="196171" y="273873"/>
                    <a:pt x="196171" y="270042"/>
                  </a:cubicBezTo>
                  <a:cubicBezTo>
                    <a:pt x="196171" y="266212"/>
                    <a:pt x="198727" y="263658"/>
                    <a:pt x="202561" y="263658"/>
                  </a:cubicBezTo>
                  <a:lnTo>
                    <a:pt x="264543" y="263658"/>
                  </a:lnTo>
                  <a:lnTo>
                    <a:pt x="264543" y="201734"/>
                  </a:lnTo>
                  <a:cubicBezTo>
                    <a:pt x="264543" y="197903"/>
                    <a:pt x="267099" y="195350"/>
                    <a:pt x="270933" y="195350"/>
                  </a:cubicBezTo>
                  <a:cubicBezTo>
                    <a:pt x="274767" y="195350"/>
                    <a:pt x="277323" y="197903"/>
                    <a:pt x="277323" y="201734"/>
                  </a:cubicBezTo>
                  <a:lnTo>
                    <a:pt x="277323" y="270042"/>
                  </a:lnTo>
                  <a:close/>
                  <a:moveTo>
                    <a:pt x="295854" y="187051"/>
                  </a:moveTo>
                  <a:lnTo>
                    <a:pt x="263904" y="187051"/>
                  </a:lnTo>
                  <a:cubicBezTo>
                    <a:pt x="260070" y="187051"/>
                    <a:pt x="257514" y="184497"/>
                    <a:pt x="257514" y="180667"/>
                  </a:cubicBezTo>
                  <a:cubicBezTo>
                    <a:pt x="257514" y="176836"/>
                    <a:pt x="260070" y="174283"/>
                    <a:pt x="263904" y="174283"/>
                  </a:cubicBezTo>
                  <a:lnTo>
                    <a:pt x="295854" y="174283"/>
                  </a:lnTo>
                  <a:cubicBezTo>
                    <a:pt x="299688" y="174283"/>
                    <a:pt x="302244" y="176836"/>
                    <a:pt x="302244" y="180667"/>
                  </a:cubicBezTo>
                  <a:cubicBezTo>
                    <a:pt x="302244" y="184497"/>
                    <a:pt x="299688" y="187051"/>
                    <a:pt x="295854" y="187051"/>
                  </a:cubicBezTo>
                  <a:close/>
                </a:path>
              </a:pathLst>
            </a:custGeom>
            <a:solidFill>
              <a:srgbClr val="046A38"/>
            </a:solidFill>
            <a:ln w="6390" cap="flat">
              <a:noFill/>
              <a:prstDash val="solid"/>
              <a:miter/>
            </a:ln>
          </p:spPr>
          <p:txBody>
            <a:bodyPr rtlCol="0" anchor="ctr"/>
            <a:lstStyle/>
            <a:p>
              <a:endParaRPr lang="en-US"/>
            </a:p>
          </p:txBody>
        </p:sp>
      </p:grpSp>
      <p:grpSp>
        <p:nvGrpSpPr>
          <p:cNvPr id="903" name="Graphic 4">
            <a:extLst>
              <a:ext uri="{FF2B5EF4-FFF2-40B4-BE49-F238E27FC236}">
                <a16:creationId xmlns:a16="http://schemas.microsoft.com/office/drawing/2014/main" id="{67615661-1E9A-5F44-A971-65F736990773}"/>
              </a:ext>
            </a:extLst>
          </p:cNvPr>
          <p:cNvGrpSpPr>
            <a:grpSpLocks noChangeAspect="1"/>
          </p:cNvGrpSpPr>
          <p:nvPr/>
        </p:nvGrpSpPr>
        <p:grpSpPr>
          <a:xfrm>
            <a:off x="1952125" y="918179"/>
            <a:ext cx="362313" cy="361971"/>
            <a:chOff x="1952125" y="918179"/>
            <a:chExt cx="362313" cy="361971"/>
          </a:xfrm>
          <a:solidFill>
            <a:srgbClr val="046A38"/>
          </a:solidFill>
        </p:grpSpPr>
        <p:sp>
          <p:nvSpPr>
            <p:cNvPr id="904" name="Graphic 4">
              <a:extLst>
                <a:ext uri="{FF2B5EF4-FFF2-40B4-BE49-F238E27FC236}">
                  <a16:creationId xmlns:a16="http://schemas.microsoft.com/office/drawing/2014/main" id="{E89E9F21-8779-5D4D-B138-33A672E19569}"/>
                </a:ext>
              </a:extLst>
            </p:cNvPr>
            <p:cNvSpPr/>
            <p:nvPr/>
          </p:nvSpPr>
          <p:spPr>
            <a:xfrm>
              <a:off x="2106123" y="1179922"/>
              <a:ext cx="5111" cy="5107"/>
            </a:xfrm>
            <a:custGeom>
              <a:avLst/>
              <a:gdLst>
                <a:gd name="connsiteX0" fmla="*/ 2556 w 5111"/>
                <a:gd name="connsiteY0" fmla="*/ 5107 h 5107"/>
                <a:gd name="connsiteX1" fmla="*/ 5112 w 5111"/>
                <a:gd name="connsiteY1" fmla="*/ 2554 h 5107"/>
                <a:gd name="connsiteX2" fmla="*/ 2556 w 5111"/>
                <a:gd name="connsiteY2" fmla="*/ 0 h 5107"/>
                <a:gd name="connsiteX3" fmla="*/ 0 w 5111"/>
                <a:gd name="connsiteY3" fmla="*/ 2554 h 5107"/>
                <a:gd name="connsiteX4" fmla="*/ 2556 w 5111"/>
                <a:gd name="connsiteY4" fmla="*/ 5107 h 5107"/>
                <a:gd name="connsiteX5" fmla="*/ 2556 w 5111"/>
                <a:gd name="connsiteY5" fmla="*/ 5107 h 5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1" h="5107">
                  <a:moveTo>
                    <a:pt x="2556" y="5107"/>
                  </a:moveTo>
                  <a:cubicBezTo>
                    <a:pt x="3834" y="5107"/>
                    <a:pt x="5112" y="3830"/>
                    <a:pt x="5112" y="2554"/>
                  </a:cubicBezTo>
                  <a:cubicBezTo>
                    <a:pt x="5112" y="1277"/>
                    <a:pt x="3834" y="0"/>
                    <a:pt x="2556" y="0"/>
                  </a:cubicBezTo>
                  <a:cubicBezTo>
                    <a:pt x="1278" y="0"/>
                    <a:pt x="0" y="1277"/>
                    <a:pt x="0" y="2554"/>
                  </a:cubicBezTo>
                  <a:cubicBezTo>
                    <a:pt x="0" y="3830"/>
                    <a:pt x="1278" y="5107"/>
                    <a:pt x="2556" y="5107"/>
                  </a:cubicBezTo>
                  <a:lnTo>
                    <a:pt x="2556" y="5107"/>
                  </a:lnTo>
                  <a:close/>
                </a:path>
              </a:pathLst>
            </a:custGeom>
            <a:solidFill>
              <a:srgbClr val="046A38"/>
            </a:solidFill>
            <a:ln w="6390" cap="flat">
              <a:noFill/>
              <a:prstDash val="solid"/>
              <a:miter/>
            </a:ln>
          </p:spPr>
          <p:txBody>
            <a:bodyPr rtlCol="0" anchor="ctr"/>
            <a:lstStyle/>
            <a:p>
              <a:endParaRPr lang="en-US"/>
            </a:p>
          </p:txBody>
        </p:sp>
        <p:sp>
          <p:nvSpPr>
            <p:cNvPr id="905" name="Graphic 4">
              <a:extLst>
                <a:ext uri="{FF2B5EF4-FFF2-40B4-BE49-F238E27FC236}">
                  <a16:creationId xmlns:a16="http://schemas.microsoft.com/office/drawing/2014/main" id="{1B9553C9-AF10-9A4B-8CB3-D304D0E6E907}"/>
                </a:ext>
              </a:extLst>
            </p:cNvPr>
            <p:cNvSpPr/>
            <p:nvPr/>
          </p:nvSpPr>
          <p:spPr>
            <a:xfrm>
              <a:off x="2119542" y="1096292"/>
              <a:ext cx="5278" cy="5107"/>
            </a:xfrm>
            <a:custGeom>
              <a:avLst/>
              <a:gdLst>
                <a:gd name="connsiteX0" fmla="*/ 2556 w 5278"/>
                <a:gd name="connsiteY0" fmla="*/ 0 h 5107"/>
                <a:gd name="connsiteX1" fmla="*/ 0 w 5278"/>
                <a:gd name="connsiteY1" fmla="*/ 2554 h 5107"/>
                <a:gd name="connsiteX2" fmla="*/ 2556 w 5278"/>
                <a:gd name="connsiteY2" fmla="*/ 5107 h 5107"/>
                <a:gd name="connsiteX3" fmla="*/ 5112 w 5278"/>
                <a:gd name="connsiteY3" fmla="*/ 2554 h 5107"/>
                <a:gd name="connsiteX4" fmla="*/ 2556 w 5278"/>
                <a:gd name="connsiteY4" fmla="*/ 0 h 5107"/>
                <a:gd name="connsiteX5" fmla="*/ 2556 w 5278"/>
                <a:gd name="connsiteY5" fmla="*/ 0 h 5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78" h="5107">
                  <a:moveTo>
                    <a:pt x="2556" y="0"/>
                  </a:moveTo>
                  <a:cubicBezTo>
                    <a:pt x="1278" y="0"/>
                    <a:pt x="0" y="1277"/>
                    <a:pt x="0" y="2554"/>
                  </a:cubicBezTo>
                  <a:cubicBezTo>
                    <a:pt x="0" y="3830"/>
                    <a:pt x="1278" y="5107"/>
                    <a:pt x="2556" y="5107"/>
                  </a:cubicBezTo>
                  <a:cubicBezTo>
                    <a:pt x="3834" y="5107"/>
                    <a:pt x="5112" y="3830"/>
                    <a:pt x="5112" y="2554"/>
                  </a:cubicBezTo>
                  <a:cubicBezTo>
                    <a:pt x="5751" y="1277"/>
                    <a:pt x="4473" y="0"/>
                    <a:pt x="2556" y="0"/>
                  </a:cubicBezTo>
                  <a:lnTo>
                    <a:pt x="2556" y="0"/>
                  </a:lnTo>
                  <a:close/>
                </a:path>
              </a:pathLst>
            </a:custGeom>
            <a:solidFill>
              <a:srgbClr val="046A38"/>
            </a:solidFill>
            <a:ln w="6390" cap="flat">
              <a:noFill/>
              <a:prstDash val="solid"/>
              <a:miter/>
            </a:ln>
          </p:spPr>
          <p:txBody>
            <a:bodyPr rtlCol="0" anchor="ctr"/>
            <a:lstStyle/>
            <a:p>
              <a:endParaRPr lang="en-US"/>
            </a:p>
          </p:txBody>
        </p:sp>
        <p:sp>
          <p:nvSpPr>
            <p:cNvPr id="906" name="Graphic 4">
              <a:extLst>
                <a:ext uri="{FF2B5EF4-FFF2-40B4-BE49-F238E27FC236}">
                  <a16:creationId xmlns:a16="http://schemas.microsoft.com/office/drawing/2014/main" id="{B0E750A1-1319-4140-A3BE-EB30C16DE687}"/>
                </a:ext>
              </a:extLst>
            </p:cNvPr>
            <p:cNvSpPr/>
            <p:nvPr/>
          </p:nvSpPr>
          <p:spPr>
            <a:xfrm>
              <a:off x="2142379" y="1096930"/>
              <a:ext cx="5278" cy="5107"/>
            </a:xfrm>
            <a:custGeom>
              <a:avLst/>
              <a:gdLst>
                <a:gd name="connsiteX0" fmla="*/ 2722 w 5278"/>
                <a:gd name="connsiteY0" fmla="*/ 5107 h 5107"/>
                <a:gd name="connsiteX1" fmla="*/ 5278 w 5278"/>
                <a:gd name="connsiteY1" fmla="*/ 2554 h 5107"/>
                <a:gd name="connsiteX2" fmla="*/ 2722 w 5278"/>
                <a:gd name="connsiteY2" fmla="*/ 0 h 5107"/>
                <a:gd name="connsiteX3" fmla="*/ 2722 w 5278"/>
                <a:gd name="connsiteY3" fmla="*/ 0 h 5107"/>
                <a:gd name="connsiteX4" fmla="*/ 166 w 5278"/>
                <a:gd name="connsiteY4" fmla="*/ 2554 h 5107"/>
                <a:gd name="connsiteX5" fmla="*/ 2722 w 5278"/>
                <a:gd name="connsiteY5" fmla="*/ 5107 h 5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78" h="5107">
                  <a:moveTo>
                    <a:pt x="2722" y="5107"/>
                  </a:moveTo>
                  <a:cubicBezTo>
                    <a:pt x="4000" y="5107"/>
                    <a:pt x="5278" y="3830"/>
                    <a:pt x="5278" y="2554"/>
                  </a:cubicBezTo>
                  <a:cubicBezTo>
                    <a:pt x="5278" y="1277"/>
                    <a:pt x="4000" y="0"/>
                    <a:pt x="2722" y="0"/>
                  </a:cubicBezTo>
                  <a:lnTo>
                    <a:pt x="2722" y="0"/>
                  </a:lnTo>
                  <a:cubicBezTo>
                    <a:pt x="1444" y="0"/>
                    <a:pt x="166" y="1277"/>
                    <a:pt x="166" y="2554"/>
                  </a:cubicBezTo>
                  <a:cubicBezTo>
                    <a:pt x="-473" y="3830"/>
                    <a:pt x="805" y="5107"/>
                    <a:pt x="2722" y="5107"/>
                  </a:cubicBezTo>
                  <a:close/>
                </a:path>
              </a:pathLst>
            </a:custGeom>
            <a:solidFill>
              <a:srgbClr val="046A38"/>
            </a:solidFill>
            <a:ln w="6390" cap="flat">
              <a:noFill/>
              <a:prstDash val="solid"/>
              <a:miter/>
            </a:ln>
          </p:spPr>
          <p:txBody>
            <a:bodyPr rtlCol="0" anchor="ctr"/>
            <a:lstStyle/>
            <a:p>
              <a:endParaRPr lang="en-US"/>
            </a:p>
          </p:txBody>
        </p:sp>
        <p:sp>
          <p:nvSpPr>
            <p:cNvPr id="907" name="Graphic 4">
              <a:extLst>
                <a:ext uri="{FF2B5EF4-FFF2-40B4-BE49-F238E27FC236}">
                  <a16:creationId xmlns:a16="http://schemas.microsoft.com/office/drawing/2014/main" id="{D7DBD79E-D6BE-9F40-98BB-ABB6343F078C}"/>
                </a:ext>
              </a:extLst>
            </p:cNvPr>
            <p:cNvSpPr/>
            <p:nvPr/>
          </p:nvSpPr>
          <p:spPr>
            <a:xfrm>
              <a:off x="2131044" y="1179922"/>
              <a:ext cx="5111" cy="5107"/>
            </a:xfrm>
            <a:custGeom>
              <a:avLst/>
              <a:gdLst>
                <a:gd name="connsiteX0" fmla="*/ 2556 w 5111"/>
                <a:gd name="connsiteY0" fmla="*/ 5107 h 5107"/>
                <a:gd name="connsiteX1" fmla="*/ 5112 w 5111"/>
                <a:gd name="connsiteY1" fmla="*/ 2554 h 5107"/>
                <a:gd name="connsiteX2" fmla="*/ 2556 w 5111"/>
                <a:gd name="connsiteY2" fmla="*/ 0 h 5107"/>
                <a:gd name="connsiteX3" fmla="*/ 0 w 5111"/>
                <a:gd name="connsiteY3" fmla="*/ 2554 h 5107"/>
                <a:gd name="connsiteX4" fmla="*/ 2556 w 5111"/>
                <a:gd name="connsiteY4" fmla="*/ 5107 h 5107"/>
                <a:gd name="connsiteX5" fmla="*/ 2556 w 5111"/>
                <a:gd name="connsiteY5" fmla="*/ 5107 h 5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1" h="5107">
                  <a:moveTo>
                    <a:pt x="2556" y="5107"/>
                  </a:moveTo>
                  <a:cubicBezTo>
                    <a:pt x="3834" y="5107"/>
                    <a:pt x="5112" y="3830"/>
                    <a:pt x="5112" y="2554"/>
                  </a:cubicBezTo>
                  <a:cubicBezTo>
                    <a:pt x="5112" y="1277"/>
                    <a:pt x="3834" y="0"/>
                    <a:pt x="2556" y="0"/>
                  </a:cubicBezTo>
                  <a:cubicBezTo>
                    <a:pt x="1278" y="0"/>
                    <a:pt x="0" y="1277"/>
                    <a:pt x="0" y="2554"/>
                  </a:cubicBezTo>
                  <a:cubicBezTo>
                    <a:pt x="0" y="3830"/>
                    <a:pt x="1278" y="5107"/>
                    <a:pt x="2556" y="5107"/>
                  </a:cubicBezTo>
                  <a:lnTo>
                    <a:pt x="2556" y="5107"/>
                  </a:lnTo>
                  <a:close/>
                </a:path>
              </a:pathLst>
            </a:custGeom>
            <a:solidFill>
              <a:srgbClr val="046A38"/>
            </a:solidFill>
            <a:ln w="6390" cap="flat">
              <a:noFill/>
              <a:prstDash val="solid"/>
              <a:miter/>
            </a:ln>
          </p:spPr>
          <p:txBody>
            <a:bodyPr rtlCol="0" anchor="ctr"/>
            <a:lstStyle/>
            <a:p>
              <a:endParaRPr lang="en-US"/>
            </a:p>
          </p:txBody>
        </p:sp>
        <p:sp>
          <p:nvSpPr>
            <p:cNvPr id="908" name="Graphic 4">
              <a:extLst>
                <a:ext uri="{FF2B5EF4-FFF2-40B4-BE49-F238E27FC236}">
                  <a16:creationId xmlns:a16="http://schemas.microsoft.com/office/drawing/2014/main" id="{5BD71CBA-9823-BC40-8541-919BEF97B48D}"/>
                </a:ext>
              </a:extLst>
            </p:cNvPr>
            <p:cNvSpPr/>
            <p:nvPr/>
          </p:nvSpPr>
          <p:spPr>
            <a:xfrm>
              <a:off x="2155964" y="1179922"/>
              <a:ext cx="5112" cy="5107"/>
            </a:xfrm>
            <a:custGeom>
              <a:avLst/>
              <a:gdLst>
                <a:gd name="connsiteX0" fmla="*/ 2556 w 5112"/>
                <a:gd name="connsiteY0" fmla="*/ 5107 h 5107"/>
                <a:gd name="connsiteX1" fmla="*/ 5112 w 5112"/>
                <a:gd name="connsiteY1" fmla="*/ 2554 h 5107"/>
                <a:gd name="connsiteX2" fmla="*/ 2556 w 5112"/>
                <a:gd name="connsiteY2" fmla="*/ 0 h 5107"/>
                <a:gd name="connsiteX3" fmla="*/ 0 w 5112"/>
                <a:gd name="connsiteY3" fmla="*/ 2554 h 5107"/>
                <a:gd name="connsiteX4" fmla="*/ 2556 w 5112"/>
                <a:gd name="connsiteY4" fmla="*/ 5107 h 5107"/>
                <a:gd name="connsiteX5" fmla="*/ 2556 w 5112"/>
                <a:gd name="connsiteY5" fmla="*/ 5107 h 5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2" h="5107">
                  <a:moveTo>
                    <a:pt x="2556" y="5107"/>
                  </a:moveTo>
                  <a:cubicBezTo>
                    <a:pt x="3834" y="5107"/>
                    <a:pt x="5112" y="3830"/>
                    <a:pt x="5112" y="2554"/>
                  </a:cubicBezTo>
                  <a:cubicBezTo>
                    <a:pt x="5112" y="1277"/>
                    <a:pt x="3834" y="0"/>
                    <a:pt x="2556" y="0"/>
                  </a:cubicBezTo>
                  <a:cubicBezTo>
                    <a:pt x="1278" y="0"/>
                    <a:pt x="0" y="1277"/>
                    <a:pt x="0" y="2554"/>
                  </a:cubicBezTo>
                  <a:cubicBezTo>
                    <a:pt x="0" y="3830"/>
                    <a:pt x="1278" y="5107"/>
                    <a:pt x="2556" y="5107"/>
                  </a:cubicBezTo>
                  <a:lnTo>
                    <a:pt x="2556" y="5107"/>
                  </a:lnTo>
                  <a:close/>
                </a:path>
              </a:pathLst>
            </a:custGeom>
            <a:solidFill>
              <a:srgbClr val="046A38"/>
            </a:solidFill>
            <a:ln w="6390" cap="flat">
              <a:noFill/>
              <a:prstDash val="solid"/>
              <a:miter/>
            </a:ln>
          </p:spPr>
          <p:txBody>
            <a:bodyPr rtlCol="0" anchor="ctr"/>
            <a:lstStyle/>
            <a:p>
              <a:endParaRPr lang="en-US"/>
            </a:p>
          </p:txBody>
        </p:sp>
        <p:sp>
          <p:nvSpPr>
            <p:cNvPr id="909" name="Graphic 4">
              <a:extLst>
                <a:ext uri="{FF2B5EF4-FFF2-40B4-BE49-F238E27FC236}">
                  <a16:creationId xmlns:a16="http://schemas.microsoft.com/office/drawing/2014/main" id="{2390C441-4EF9-124C-8EC9-DCEB82E5BCCF}"/>
                </a:ext>
              </a:extLst>
            </p:cNvPr>
            <p:cNvSpPr/>
            <p:nvPr/>
          </p:nvSpPr>
          <p:spPr>
            <a:xfrm>
              <a:off x="2088870" y="1160132"/>
              <a:ext cx="89459" cy="43411"/>
            </a:xfrm>
            <a:custGeom>
              <a:avLst/>
              <a:gdLst>
                <a:gd name="connsiteX0" fmla="*/ 0 w 89459"/>
                <a:gd name="connsiteY0" fmla="*/ 43411 h 43411"/>
                <a:gd name="connsiteX1" fmla="*/ 89459 w 89459"/>
                <a:gd name="connsiteY1" fmla="*/ 43411 h 43411"/>
                <a:gd name="connsiteX2" fmla="*/ 89459 w 89459"/>
                <a:gd name="connsiteY2" fmla="*/ 0 h 43411"/>
                <a:gd name="connsiteX3" fmla="*/ 0 w 89459"/>
                <a:gd name="connsiteY3" fmla="*/ 0 h 43411"/>
                <a:gd name="connsiteX4" fmla="*/ 0 w 89459"/>
                <a:gd name="connsiteY4" fmla="*/ 43411 h 43411"/>
                <a:gd name="connsiteX5" fmla="*/ 69650 w 89459"/>
                <a:gd name="connsiteY5" fmla="*/ 11491 h 43411"/>
                <a:gd name="connsiteX6" fmla="*/ 78596 w 89459"/>
                <a:gd name="connsiteY6" fmla="*/ 22344 h 43411"/>
                <a:gd name="connsiteX7" fmla="*/ 69650 w 89459"/>
                <a:gd name="connsiteY7" fmla="*/ 31281 h 43411"/>
                <a:gd name="connsiteX8" fmla="*/ 58788 w 89459"/>
                <a:gd name="connsiteY8" fmla="*/ 22344 h 43411"/>
                <a:gd name="connsiteX9" fmla="*/ 67733 w 89459"/>
                <a:gd name="connsiteY9" fmla="*/ 11491 h 43411"/>
                <a:gd name="connsiteX10" fmla="*/ 69650 w 89459"/>
                <a:gd name="connsiteY10" fmla="*/ 11491 h 43411"/>
                <a:gd name="connsiteX11" fmla="*/ 44730 w 89459"/>
                <a:gd name="connsiteY11" fmla="*/ 11491 h 43411"/>
                <a:gd name="connsiteX12" fmla="*/ 53675 w 89459"/>
                <a:gd name="connsiteY12" fmla="*/ 22344 h 43411"/>
                <a:gd name="connsiteX13" fmla="*/ 44730 w 89459"/>
                <a:gd name="connsiteY13" fmla="*/ 31281 h 43411"/>
                <a:gd name="connsiteX14" fmla="*/ 33867 w 89459"/>
                <a:gd name="connsiteY14" fmla="*/ 22344 h 43411"/>
                <a:gd name="connsiteX15" fmla="*/ 42813 w 89459"/>
                <a:gd name="connsiteY15" fmla="*/ 11491 h 43411"/>
                <a:gd name="connsiteX16" fmla="*/ 44730 w 89459"/>
                <a:gd name="connsiteY16" fmla="*/ 11491 h 43411"/>
                <a:gd name="connsiteX17" fmla="*/ 19809 w 89459"/>
                <a:gd name="connsiteY17" fmla="*/ 12130 h 43411"/>
                <a:gd name="connsiteX18" fmla="*/ 30033 w 89459"/>
                <a:gd name="connsiteY18" fmla="*/ 22344 h 43411"/>
                <a:gd name="connsiteX19" fmla="*/ 19809 w 89459"/>
                <a:gd name="connsiteY19" fmla="*/ 32558 h 43411"/>
                <a:gd name="connsiteX20" fmla="*/ 9585 w 89459"/>
                <a:gd name="connsiteY20" fmla="*/ 22344 h 43411"/>
                <a:gd name="connsiteX21" fmla="*/ 9585 w 89459"/>
                <a:gd name="connsiteY21" fmla="*/ 22344 h 43411"/>
                <a:gd name="connsiteX22" fmla="*/ 19809 w 89459"/>
                <a:gd name="connsiteY22" fmla="*/ 12130 h 43411"/>
                <a:gd name="connsiteX23" fmla="*/ 19809 w 89459"/>
                <a:gd name="connsiteY23" fmla="*/ 12130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9459" h="43411">
                  <a:moveTo>
                    <a:pt x="0" y="43411"/>
                  </a:moveTo>
                  <a:lnTo>
                    <a:pt x="89459" y="43411"/>
                  </a:lnTo>
                  <a:lnTo>
                    <a:pt x="89459" y="0"/>
                  </a:lnTo>
                  <a:lnTo>
                    <a:pt x="0" y="0"/>
                  </a:lnTo>
                  <a:lnTo>
                    <a:pt x="0" y="43411"/>
                  </a:lnTo>
                  <a:close/>
                  <a:moveTo>
                    <a:pt x="69650" y="11491"/>
                  </a:moveTo>
                  <a:cubicBezTo>
                    <a:pt x="75401" y="12130"/>
                    <a:pt x="79235" y="16598"/>
                    <a:pt x="78596" y="22344"/>
                  </a:cubicBezTo>
                  <a:cubicBezTo>
                    <a:pt x="77957" y="27451"/>
                    <a:pt x="74123" y="31281"/>
                    <a:pt x="69650" y="31281"/>
                  </a:cubicBezTo>
                  <a:cubicBezTo>
                    <a:pt x="63899" y="31920"/>
                    <a:pt x="59427" y="27451"/>
                    <a:pt x="58788" y="22344"/>
                  </a:cubicBezTo>
                  <a:cubicBezTo>
                    <a:pt x="58148" y="16598"/>
                    <a:pt x="62622" y="12130"/>
                    <a:pt x="67733" y="11491"/>
                  </a:cubicBezTo>
                  <a:cubicBezTo>
                    <a:pt x="68372" y="11491"/>
                    <a:pt x="69011" y="11491"/>
                    <a:pt x="69650" y="11491"/>
                  </a:cubicBezTo>
                  <a:close/>
                  <a:moveTo>
                    <a:pt x="44730" y="11491"/>
                  </a:moveTo>
                  <a:cubicBezTo>
                    <a:pt x="50480" y="12130"/>
                    <a:pt x="54314" y="16598"/>
                    <a:pt x="53675" y="22344"/>
                  </a:cubicBezTo>
                  <a:cubicBezTo>
                    <a:pt x="53037" y="27451"/>
                    <a:pt x="49203" y="31281"/>
                    <a:pt x="44730" y="31281"/>
                  </a:cubicBezTo>
                  <a:cubicBezTo>
                    <a:pt x="38979" y="31920"/>
                    <a:pt x="34506" y="27451"/>
                    <a:pt x="33867" y="22344"/>
                  </a:cubicBezTo>
                  <a:cubicBezTo>
                    <a:pt x="33228" y="16598"/>
                    <a:pt x="37701" y="12130"/>
                    <a:pt x="42813" y="11491"/>
                  </a:cubicBezTo>
                  <a:cubicBezTo>
                    <a:pt x="44091" y="11491"/>
                    <a:pt x="44091" y="11491"/>
                    <a:pt x="44730" y="11491"/>
                  </a:cubicBezTo>
                  <a:close/>
                  <a:moveTo>
                    <a:pt x="19809" y="12130"/>
                  </a:moveTo>
                  <a:cubicBezTo>
                    <a:pt x="25560" y="12130"/>
                    <a:pt x="30033" y="16598"/>
                    <a:pt x="30033" y="22344"/>
                  </a:cubicBezTo>
                  <a:cubicBezTo>
                    <a:pt x="30033" y="28089"/>
                    <a:pt x="25560" y="32558"/>
                    <a:pt x="19809" y="32558"/>
                  </a:cubicBezTo>
                  <a:cubicBezTo>
                    <a:pt x="14058" y="32558"/>
                    <a:pt x="9585" y="28089"/>
                    <a:pt x="9585" y="22344"/>
                  </a:cubicBezTo>
                  <a:cubicBezTo>
                    <a:pt x="9585" y="22344"/>
                    <a:pt x="9585" y="22344"/>
                    <a:pt x="9585" y="22344"/>
                  </a:cubicBezTo>
                  <a:cubicBezTo>
                    <a:pt x="9585" y="16598"/>
                    <a:pt x="14058" y="12130"/>
                    <a:pt x="19809" y="12130"/>
                  </a:cubicBezTo>
                  <a:cubicBezTo>
                    <a:pt x="19809" y="12130"/>
                    <a:pt x="19809" y="12130"/>
                    <a:pt x="19809" y="12130"/>
                  </a:cubicBezTo>
                  <a:close/>
                </a:path>
              </a:pathLst>
            </a:custGeom>
            <a:solidFill>
              <a:srgbClr val="046A38"/>
            </a:solidFill>
            <a:ln w="6390" cap="flat">
              <a:noFill/>
              <a:prstDash val="solid"/>
              <a:miter/>
            </a:ln>
          </p:spPr>
          <p:txBody>
            <a:bodyPr rtlCol="0" anchor="ctr"/>
            <a:lstStyle/>
            <a:p>
              <a:endParaRPr lang="en-US"/>
            </a:p>
          </p:txBody>
        </p:sp>
        <p:sp>
          <p:nvSpPr>
            <p:cNvPr id="910" name="Graphic 4">
              <a:extLst>
                <a:ext uri="{FF2B5EF4-FFF2-40B4-BE49-F238E27FC236}">
                  <a16:creationId xmlns:a16="http://schemas.microsoft.com/office/drawing/2014/main" id="{B137D18F-9B2A-2741-93B8-7974E6198E5B}"/>
                </a:ext>
              </a:extLst>
            </p:cNvPr>
            <p:cNvSpPr/>
            <p:nvPr/>
          </p:nvSpPr>
          <p:spPr>
            <a:xfrm>
              <a:off x="2088870" y="994148"/>
              <a:ext cx="89459" cy="43411"/>
            </a:xfrm>
            <a:custGeom>
              <a:avLst/>
              <a:gdLst>
                <a:gd name="connsiteX0" fmla="*/ 0 w 89459"/>
                <a:gd name="connsiteY0" fmla="*/ 43411 h 43411"/>
                <a:gd name="connsiteX1" fmla="*/ 89459 w 89459"/>
                <a:gd name="connsiteY1" fmla="*/ 43411 h 43411"/>
                <a:gd name="connsiteX2" fmla="*/ 89459 w 89459"/>
                <a:gd name="connsiteY2" fmla="*/ 0 h 43411"/>
                <a:gd name="connsiteX3" fmla="*/ 0 w 89459"/>
                <a:gd name="connsiteY3" fmla="*/ 0 h 43411"/>
                <a:gd name="connsiteX4" fmla="*/ 0 w 89459"/>
                <a:gd name="connsiteY4" fmla="*/ 43411 h 43411"/>
                <a:gd name="connsiteX5" fmla="*/ 44730 w 89459"/>
                <a:gd name="connsiteY5" fmla="*/ 11491 h 43411"/>
                <a:gd name="connsiteX6" fmla="*/ 54954 w 89459"/>
                <a:gd name="connsiteY6" fmla="*/ 21706 h 43411"/>
                <a:gd name="connsiteX7" fmla="*/ 44730 w 89459"/>
                <a:gd name="connsiteY7" fmla="*/ 31920 h 43411"/>
                <a:gd name="connsiteX8" fmla="*/ 34506 w 89459"/>
                <a:gd name="connsiteY8" fmla="*/ 21706 h 43411"/>
                <a:gd name="connsiteX9" fmla="*/ 44730 w 89459"/>
                <a:gd name="connsiteY9" fmla="*/ 11491 h 43411"/>
                <a:gd name="connsiteX10" fmla="*/ 44730 w 89459"/>
                <a:gd name="connsiteY10" fmla="*/ 11491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459" h="43411">
                  <a:moveTo>
                    <a:pt x="0" y="43411"/>
                  </a:moveTo>
                  <a:lnTo>
                    <a:pt x="89459" y="43411"/>
                  </a:lnTo>
                  <a:lnTo>
                    <a:pt x="89459" y="0"/>
                  </a:lnTo>
                  <a:lnTo>
                    <a:pt x="0" y="0"/>
                  </a:lnTo>
                  <a:lnTo>
                    <a:pt x="0" y="43411"/>
                  </a:lnTo>
                  <a:close/>
                  <a:moveTo>
                    <a:pt x="44730" y="11491"/>
                  </a:moveTo>
                  <a:cubicBezTo>
                    <a:pt x="50480" y="11491"/>
                    <a:pt x="54954" y="15960"/>
                    <a:pt x="54954" y="21706"/>
                  </a:cubicBezTo>
                  <a:cubicBezTo>
                    <a:pt x="54954" y="27451"/>
                    <a:pt x="50480" y="31920"/>
                    <a:pt x="44730" y="31920"/>
                  </a:cubicBezTo>
                  <a:cubicBezTo>
                    <a:pt x="38979" y="31920"/>
                    <a:pt x="34506" y="27451"/>
                    <a:pt x="34506" y="21706"/>
                  </a:cubicBezTo>
                  <a:cubicBezTo>
                    <a:pt x="35145" y="15960"/>
                    <a:pt x="39618" y="11491"/>
                    <a:pt x="44730" y="11491"/>
                  </a:cubicBezTo>
                  <a:lnTo>
                    <a:pt x="44730" y="11491"/>
                  </a:lnTo>
                  <a:close/>
                </a:path>
              </a:pathLst>
            </a:custGeom>
            <a:solidFill>
              <a:srgbClr val="046A38"/>
            </a:solidFill>
            <a:ln w="6390" cap="flat">
              <a:noFill/>
              <a:prstDash val="solid"/>
              <a:miter/>
            </a:ln>
          </p:spPr>
          <p:txBody>
            <a:bodyPr rtlCol="0" anchor="ctr"/>
            <a:lstStyle/>
            <a:p>
              <a:endParaRPr lang="en-US"/>
            </a:p>
          </p:txBody>
        </p:sp>
        <p:sp>
          <p:nvSpPr>
            <p:cNvPr id="911" name="Graphic 4">
              <a:extLst>
                <a:ext uri="{FF2B5EF4-FFF2-40B4-BE49-F238E27FC236}">
                  <a16:creationId xmlns:a16="http://schemas.microsoft.com/office/drawing/2014/main" id="{8DE22F71-994B-8C45-AC58-A987B2BCA9DD}"/>
                </a:ext>
              </a:extLst>
            </p:cNvPr>
            <p:cNvSpPr/>
            <p:nvPr/>
          </p:nvSpPr>
          <p:spPr>
            <a:xfrm>
              <a:off x="1952125" y="918179"/>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88186 w 362313"/>
                <a:gd name="connsiteY6" fmla="*/ 255998 h 361971"/>
                <a:gd name="connsiteX7" fmla="*/ 274128 w 362313"/>
                <a:gd name="connsiteY7" fmla="*/ 270681 h 361971"/>
                <a:gd name="connsiteX8" fmla="*/ 264543 w 362313"/>
                <a:gd name="connsiteY8" fmla="*/ 270681 h 361971"/>
                <a:gd name="connsiteX9" fmla="*/ 266460 w 362313"/>
                <a:gd name="connsiteY9" fmla="*/ 272596 h 361971"/>
                <a:gd name="connsiteX10" fmla="*/ 266460 w 362313"/>
                <a:gd name="connsiteY10" fmla="*/ 281534 h 361971"/>
                <a:gd name="connsiteX11" fmla="*/ 257514 w 362313"/>
                <a:gd name="connsiteY11" fmla="*/ 281534 h 361971"/>
                <a:gd name="connsiteX12" fmla="*/ 244735 w 362313"/>
                <a:gd name="connsiteY12" fmla="*/ 268766 h 361971"/>
                <a:gd name="connsiteX13" fmla="*/ 242818 w 362313"/>
                <a:gd name="connsiteY13" fmla="*/ 264297 h 361971"/>
                <a:gd name="connsiteX14" fmla="*/ 244735 w 362313"/>
                <a:gd name="connsiteY14" fmla="*/ 259828 h 361971"/>
                <a:gd name="connsiteX15" fmla="*/ 257514 w 362313"/>
                <a:gd name="connsiteY15" fmla="*/ 247060 h 361971"/>
                <a:gd name="connsiteX16" fmla="*/ 266460 w 362313"/>
                <a:gd name="connsiteY16" fmla="*/ 246422 h 361971"/>
                <a:gd name="connsiteX17" fmla="*/ 267099 w 362313"/>
                <a:gd name="connsiteY17" fmla="*/ 255359 h 361971"/>
                <a:gd name="connsiteX18" fmla="*/ 266460 w 362313"/>
                <a:gd name="connsiteY18" fmla="*/ 255998 h 361971"/>
                <a:gd name="connsiteX19" fmla="*/ 264543 w 362313"/>
                <a:gd name="connsiteY19" fmla="*/ 257913 h 361971"/>
                <a:gd name="connsiteX20" fmla="*/ 274128 w 362313"/>
                <a:gd name="connsiteY20" fmla="*/ 257913 h 361971"/>
                <a:gd name="connsiteX21" fmla="*/ 276045 w 362313"/>
                <a:gd name="connsiteY21" fmla="*/ 256636 h 361971"/>
                <a:gd name="connsiteX22" fmla="*/ 276045 w 362313"/>
                <a:gd name="connsiteY22" fmla="*/ 256636 h 361971"/>
                <a:gd name="connsiteX23" fmla="*/ 276045 w 362313"/>
                <a:gd name="connsiteY23" fmla="*/ 106612 h 361971"/>
                <a:gd name="connsiteX24" fmla="*/ 274767 w 362313"/>
                <a:gd name="connsiteY24" fmla="*/ 104697 h 361971"/>
                <a:gd name="connsiteX25" fmla="*/ 274767 w 362313"/>
                <a:gd name="connsiteY25" fmla="*/ 104697 h 361971"/>
                <a:gd name="connsiteX26" fmla="*/ 239623 w 362313"/>
                <a:gd name="connsiteY26" fmla="*/ 104697 h 361971"/>
                <a:gd name="connsiteX27" fmla="*/ 239623 w 362313"/>
                <a:gd name="connsiteY27" fmla="*/ 126403 h 361971"/>
                <a:gd name="connsiteX28" fmla="*/ 233233 w 362313"/>
                <a:gd name="connsiteY28" fmla="*/ 132787 h 361971"/>
                <a:gd name="connsiteX29" fmla="*/ 188503 w 362313"/>
                <a:gd name="connsiteY29" fmla="*/ 132787 h 361971"/>
                <a:gd name="connsiteX30" fmla="*/ 188503 w 362313"/>
                <a:gd name="connsiteY30" fmla="*/ 146832 h 361971"/>
                <a:gd name="connsiteX31" fmla="*/ 233233 w 362313"/>
                <a:gd name="connsiteY31" fmla="*/ 146832 h 361971"/>
                <a:gd name="connsiteX32" fmla="*/ 239623 w 362313"/>
                <a:gd name="connsiteY32" fmla="*/ 153216 h 361971"/>
                <a:gd name="connsiteX33" fmla="*/ 239623 w 362313"/>
                <a:gd name="connsiteY33" fmla="*/ 209395 h 361971"/>
                <a:gd name="connsiteX34" fmla="*/ 233233 w 362313"/>
                <a:gd name="connsiteY34" fmla="*/ 215779 h 361971"/>
                <a:gd name="connsiteX35" fmla="*/ 188503 w 362313"/>
                <a:gd name="connsiteY35" fmla="*/ 215779 h 361971"/>
                <a:gd name="connsiteX36" fmla="*/ 188503 w 362313"/>
                <a:gd name="connsiteY36" fmla="*/ 229823 h 361971"/>
                <a:gd name="connsiteX37" fmla="*/ 233233 w 362313"/>
                <a:gd name="connsiteY37" fmla="*/ 229823 h 361971"/>
                <a:gd name="connsiteX38" fmla="*/ 239623 w 362313"/>
                <a:gd name="connsiteY38" fmla="*/ 236207 h 361971"/>
                <a:gd name="connsiteX39" fmla="*/ 239623 w 362313"/>
                <a:gd name="connsiteY39" fmla="*/ 292386 h 361971"/>
                <a:gd name="connsiteX40" fmla="*/ 233233 w 362313"/>
                <a:gd name="connsiteY40" fmla="*/ 298770 h 361971"/>
                <a:gd name="connsiteX41" fmla="*/ 130994 w 362313"/>
                <a:gd name="connsiteY41" fmla="*/ 298770 h 361971"/>
                <a:gd name="connsiteX42" fmla="*/ 124604 w 362313"/>
                <a:gd name="connsiteY42" fmla="*/ 292386 h 361971"/>
                <a:gd name="connsiteX43" fmla="*/ 124604 w 362313"/>
                <a:gd name="connsiteY43" fmla="*/ 270681 h 361971"/>
                <a:gd name="connsiteX44" fmla="*/ 90098 w 362313"/>
                <a:gd name="connsiteY44" fmla="*/ 270681 h 361971"/>
                <a:gd name="connsiteX45" fmla="*/ 75401 w 362313"/>
                <a:gd name="connsiteY45" fmla="*/ 255998 h 361971"/>
                <a:gd name="connsiteX46" fmla="*/ 75401 w 362313"/>
                <a:gd name="connsiteY46" fmla="*/ 255998 h 361971"/>
                <a:gd name="connsiteX47" fmla="*/ 75401 w 362313"/>
                <a:gd name="connsiteY47" fmla="*/ 105974 h 361971"/>
                <a:gd name="connsiteX48" fmla="*/ 90098 w 362313"/>
                <a:gd name="connsiteY48" fmla="*/ 91291 h 361971"/>
                <a:gd name="connsiteX49" fmla="*/ 90098 w 362313"/>
                <a:gd name="connsiteY49" fmla="*/ 91291 h 361971"/>
                <a:gd name="connsiteX50" fmla="*/ 99683 w 362313"/>
                <a:gd name="connsiteY50" fmla="*/ 91291 h 361971"/>
                <a:gd name="connsiteX51" fmla="*/ 97766 w 362313"/>
                <a:gd name="connsiteY51" fmla="*/ 89376 h 361971"/>
                <a:gd name="connsiteX52" fmla="*/ 97766 w 362313"/>
                <a:gd name="connsiteY52" fmla="*/ 80438 h 361971"/>
                <a:gd name="connsiteX53" fmla="*/ 106712 w 362313"/>
                <a:gd name="connsiteY53" fmla="*/ 80438 h 361971"/>
                <a:gd name="connsiteX54" fmla="*/ 106712 w 362313"/>
                <a:gd name="connsiteY54" fmla="*/ 80438 h 361971"/>
                <a:gd name="connsiteX55" fmla="*/ 119492 w 362313"/>
                <a:gd name="connsiteY55" fmla="*/ 93206 h 361971"/>
                <a:gd name="connsiteX56" fmla="*/ 119492 w 362313"/>
                <a:gd name="connsiteY56" fmla="*/ 102144 h 361971"/>
                <a:gd name="connsiteX57" fmla="*/ 119492 w 362313"/>
                <a:gd name="connsiteY57" fmla="*/ 102144 h 361971"/>
                <a:gd name="connsiteX58" fmla="*/ 106712 w 362313"/>
                <a:gd name="connsiteY58" fmla="*/ 114912 h 361971"/>
                <a:gd name="connsiteX59" fmla="*/ 102239 w 362313"/>
                <a:gd name="connsiteY59" fmla="*/ 116827 h 361971"/>
                <a:gd name="connsiteX60" fmla="*/ 97766 w 362313"/>
                <a:gd name="connsiteY60" fmla="*/ 114912 h 361971"/>
                <a:gd name="connsiteX61" fmla="*/ 97766 w 362313"/>
                <a:gd name="connsiteY61" fmla="*/ 105974 h 361971"/>
                <a:gd name="connsiteX62" fmla="*/ 99683 w 362313"/>
                <a:gd name="connsiteY62" fmla="*/ 104059 h 361971"/>
                <a:gd name="connsiteX63" fmla="*/ 90098 w 362313"/>
                <a:gd name="connsiteY63" fmla="*/ 104059 h 361971"/>
                <a:gd name="connsiteX64" fmla="*/ 88181 w 362313"/>
                <a:gd name="connsiteY64" fmla="*/ 105974 h 361971"/>
                <a:gd name="connsiteX65" fmla="*/ 88181 w 362313"/>
                <a:gd name="connsiteY65" fmla="*/ 105974 h 361971"/>
                <a:gd name="connsiteX66" fmla="*/ 88181 w 362313"/>
                <a:gd name="connsiteY66" fmla="*/ 255998 h 361971"/>
                <a:gd name="connsiteX67" fmla="*/ 90098 w 362313"/>
                <a:gd name="connsiteY67" fmla="*/ 257913 h 361971"/>
                <a:gd name="connsiteX68" fmla="*/ 90098 w 362313"/>
                <a:gd name="connsiteY68" fmla="*/ 257913 h 361971"/>
                <a:gd name="connsiteX69" fmla="*/ 124604 w 362313"/>
                <a:gd name="connsiteY69" fmla="*/ 257913 h 361971"/>
                <a:gd name="connsiteX70" fmla="*/ 124604 w 362313"/>
                <a:gd name="connsiteY70" fmla="*/ 236207 h 361971"/>
                <a:gd name="connsiteX71" fmla="*/ 130994 w 362313"/>
                <a:gd name="connsiteY71" fmla="*/ 229823 h 361971"/>
                <a:gd name="connsiteX72" fmla="*/ 175723 w 362313"/>
                <a:gd name="connsiteY72" fmla="*/ 229823 h 361971"/>
                <a:gd name="connsiteX73" fmla="*/ 175723 w 362313"/>
                <a:gd name="connsiteY73" fmla="*/ 215779 h 361971"/>
                <a:gd name="connsiteX74" fmla="*/ 130994 w 362313"/>
                <a:gd name="connsiteY74" fmla="*/ 215779 h 361971"/>
                <a:gd name="connsiteX75" fmla="*/ 124604 w 362313"/>
                <a:gd name="connsiteY75" fmla="*/ 209395 h 361971"/>
                <a:gd name="connsiteX76" fmla="*/ 124604 w 362313"/>
                <a:gd name="connsiteY76" fmla="*/ 153216 h 361971"/>
                <a:gd name="connsiteX77" fmla="*/ 130994 w 362313"/>
                <a:gd name="connsiteY77" fmla="*/ 146832 h 361971"/>
                <a:gd name="connsiteX78" fmla="*/ 175723 w 362313"/>
                <a:gd name="connsiteY78" fmla="*/ 146832 h 361971"/>
                <a:gd name="connsiteX79" fmla="*/ 175723 w 362313"/>
                <a:gd name="connsiteY79" fmla="*/ 132787 h 361971"/>
                <a:gd name="connsiteX80" fmla="*/ 130994 w 362313"/>
                <a:gd name="connsiteY80" fmla="*/ 132787 h 361971"/>
                <a:gd name="connsiteX81" fmla="*/ 124604 w 362313"/>
                <a:gd name="connsiteY81" fmla="*/ 126403 h 361971"/>
                <a:gd name="connsiteX82" fmla="*/ 124604 w 362313"/>
                <a:gd name="connsiteY82" fmla="*/ 70224 h 361971"/>
                <a:gd name="connsiteX83" fmla="*/ 130994 w 362313"/>
                <a:gd name="connsiteY83" fmla="*/ 63840 h 361971"/>
                <a:gd name="connsiteX84" fmla="*/ 233233 w 362313"/>
                <a:gd name="connsiteY84" fmla="*/ 63840 h 361971"/>
                <a:gd name="connsiteX85" fmla="*/ 239623 w 362313"/>
                <a:gd name="connsiteY85" fmla="*/ 70224 h 361971"/>
                <a:gd name="connsiteX86" fmla="*/ 239623 w 362313"/>
                <a:gd name="connsiteY86" fmla="*/ 91929 h 361971"/>
                <a:gd name="connsiteX87" fmla="*/ 274767 w 362313"/>
                <a:gd name="connsiteY87" fmla="*/ 91929 h 361971"/>
                <a:gd name="connsiteX88" fmla="*/ 288825 w 362313"/>
                <a:gd name="connsiteY88" fmla="*/ 106612 h 361971"/>
                <a:gd name="connsiteX89" fmla="*/ 288186 w 362313"/>
                <a:gd name="connsiteY89" fmla="*/ 25599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288186" y="255998"/>
                  </a:moveTo>
                  <a:cubicBezTo>
                    <a:pt x="288186" y="263659"/>
                    <a:pt x="281796" y="270681"/>
                    <a:pt x="274128" y="270681"/>
                  </a:cubicBezTo>
                  <a:lnTo>
                    <a:pt x="264543" y="270681"/>
                  </a:lnTo>
                  <a:lnTo>
                    <a:pt x="266460" y="272596"/>
                  </a:lnTo>
                  <a:cubicBezTo>
                    <a:pt x="269016" y="275150"/>
                    <a:pt x="269016" y="278980"/>
                    <a:pt x="266460" y="281534"/>
                  </a:cubicBezTo>
                  <a:cubicBezTo>
                    <a:pt x="263904" y="284087"/>
                    <a:pt x="260071" y="284087"/>
                    <a:pt x="257514" y="281534"/>
                  </a:cubicBezTo>
                  <a:lnTo>
                    <a:pt x="244735" y="268766"/>
                  </a:lnTo>
                  <a:cubicBezTo>
                    <a:pt x="243457" y="267489"/>
                    <a:pt x="242818" y="266212"/>
                    <a:pt x="242818" y="264297"/>
                  </a:cubicBezTo>
                  <a:cubicBezTo>
                    <a:pt x="242818" y="262382"/>
                    <a:pt x="243457" y="261105"/>
                    <a:pt x="244735" y="259828"/>
                  </a:cubicBezTo>
                  <a:lnTo>
                    <a:pt x="257514" y="247060"/>
                  </a:lnTo>
                  <a:cubicBezTo>
                    <a:pt x="260071" y="244507"/>
                    <a:pt x="263904" y="243868"/>
                    <a:pt x="266460" y="246422"/>
                  </a:cubicBezTo>
                  <a:cubicBezTo>
                    <a:pt x="269016" y="248975"/>
                    <a:pt x="269655" y="252806"/>
                    <a:pt x="267099" y="255359"/>
                  </a:cubicBezTo>
                  <a:cubicBezTo>
                    <a:pt x="267099" y="255359"/>
                    <a:pt x="266460" y="255998"/>
                    <a:pt x="266460" y="255998"/>
                  </a:cubicBezTo>
                  <a:lnTo>
                    <a:pt x="264543" y="257913"/>
                  </a:lnTo>
                  <a:lnTo>
                    <a:pt x="274128" y="257913"/>
                  </a:lnTo>
                  <a:cubicBezTo>
                    <a:pt x="274767" y="257913"/>
                    <a:pt x="276045" y="257275"/>
                    <a:pt x="276045" y="256636"/>
                  </a:cubicBezTo>
                  <a:cubicBezTo>
                    <a:pt x="276045" y="256636"/>
                    <a:pt x="276045" y="256636"/>
                    <a:pt x="276045" y="256636"/>
                  </a:cubicBezTo>
                  <a:lnTo>
                    <a:pt x="276045" y="106612"/>
                  </a:lnTo>
                  <a:cubicBezTo>
                    <a:pt x="276045" y="105974"/>
                    <a:pt x="275406" y="104697"/>
                    <a:pt x="274767" y="104697"/>
                  </a:cubicBezTo>
                  <a:cubicBezTo>
                    <a:pt x="274767" y="104697"/>
                    <a:pt x="274767" y="104697"/>
                    <a:pt x="274767" y="104697"/>
                  </a:cubicBezTo>
                  <a:lnTo>
                    <a:pt x="239623" y="104697"/>
                  </a:lnTo>
                  <a:lnTo>
                    <a:pt x="239623" y="126403"/>
                  </a:lnTo>
                  <a:cubicBezTo>
                    <a:pt x="239623" y="130233"/>
                    <a:pt x="237067" y="132787"/>
                    <a:pt x="233233" y="132787"/>
                  </a:cubicBezTo>
                  <a:lnTo>
                    <a:pt x="188503" y="132787"/>
                  </a:lnTo>
                  <a:lnTo>
                    <a:pt x="188503" y="146832"/>
                  </a:lnTo>
                  <a:lnTo>
                    <a:pt x="233233" y="146832"/>
                  </a:lnTo>
                  <a:cubicBezTo>
                    <a:pt x="237067" y="146832"/>
                    <a:pt x="239623" y="149385"/>
                    <a:pt x="239623" y="153216"/>
                  </a:cubicBezTo>
                  <a:lnTo>
                    <a:pt x="239623" y="209395"/>
                  </a:lnTo>
                  <a:cubicBezTo>
                    <a:pt x="239623" y="213225"/>
                    <a:pt x="237067" y="215779"/>
                    <a:pt x="233233" y="215779"/>
                  </a:cubicBezTo>
                  <a:lnTo>
                    <a:pt x="188503" y="215779"/>
                  </a:lnTo>
                  <a:lnTo>
                    <a:pt x="188503" y="229823"/>
                  </a:lnTo>
                  <a:lnTo>
                    <a:pt x="233233" y="229823"/>
                  </a:lnTo>
                  <a:cubicBezTo>
                    <a:pt x="237067" y="229823"/>
                    <a:pt x="239623" y="232377"/>
                    <a:pt x="239623" y="236207"/>
                  </a:cubicBezTo>
                  <a:lnTo>
                    <a:pt x="239623" y="292386"/>
                  </a:lnTo>
                  <a:cubicBezTo>
                    <a:pt x="239623" y="296217"/>
                    <a:pt x="237067" y="298770"/>
                    <a:pt x="233233" y="298770"/>
                  </a:cubicBezTo>
                  <a:lnTo>
                    <a:pt x="130994" y="298770"/>
                  </a:lnTo>
                  <a:cubicBezTo>
                    <a:pt x="127160" y="298770"/>
                    <a:pt x="124604" y="296217"/>
                    <a:pt x="124604" y="292386"/>
                  </a:cubicBezTo>
                  <a:lnTo>
                    <a:pt x="124604" y="270681"/>
                  </a:lnTo>
                  <a:lnTo>
                    <a:pt x="90098" y="270681"/>
                  </a:lnTo>
                  <a:cubicBezTo>
                    <a:pt x="82430" y="270681"/>
                    <a:pt x="75401" y="264297"/>
                    <a:pt x="75401" y="255998"/>
                  </a:cubicBezTo>
                  <a:lnTo>
                    <a:pt x="75401" y="255998"/>
                  </a:lnTo>
                  <a:lnTo>
                    <a:pt x="75401" y="105974"/>
                  </a:lnTo>
                  <a:cubicBezTo>
                    <a:pt x="75401" y="98313"/>
                    <a:pt x="81791" y="91291"/>
                    <a:pt x="90098" y="91291"/>
                  </a:cubicBezTo>
                  <a:lnTo>
                    <a:pt x="90098" y="91291"/>
                  </a:lnTo>
                  <a:lnTo>
                    <a:pt x="99683" y="91291"/>
                  </a:lnTo>
                  <a:lnTo>
                    <a:pt x="97766" y="89376"/>
                  </a:lnTo>
                  <a:cubicBezTo>
                    <a:pt x="95210" y="86822"/>
                    <a:pt x="95210" y="82992"/>
                    <a:pt x="97766" y="80438"/>
                  </a:cubicBezTo>
                  <a:cubicBezTo>
                    <a:pt x="100322" y="77885"/>
                    <a:pt x="104156" y="77885"/>
                    <a:pt x="106712" y="80438"/>
                  </a:cubicBezTo>
                  <a:cubicBezTo>
                    <a:pt x="106712" y="80438"/>
                    <a:pt x="106712" y="80438"/>
                    <a:pt x="106712" y="80438"/>
                  </a:cubicBezTo>
                  <a:lnTo>
                    <a:pt x="119492" y="93206"/>
                  </a:lnTo>
                  <a:cubicBezTo>
                    <a:pt x="122048" y="95760"/>
                    <a:pt x="122048" y="99590"/>
                    <a:pt x="119492" y="102144"/>
                  </a:cubicBezTo>
                  <a:cubicBezTo>
                    <a:pt x="119492" y="102144"/>
                    <a:pt x="119492" y="102144"/>
                    <a:pt x="119492" y="102144"/>
                  </a:cubicBezTo>
                  <a:lnTo>
                    <a:pt x="106712" y="114912"/>
                  </a:lnTo>
                  <a:cubicBezTo>
                    <a:pt x="105434" y="116188"/>
                    <a:pt x="104156" y="116827"/>
                    <a:pt x="102239" y="116827"/>
                  </a:cubicBezTo>
                  <a:cubicBezTo>
                    <a:pt x="100322" y="116827"/>
                    <a:pt x="99044" y="116188"/>
                    <a:pt x="97766" y="114912"/>
                  </a:cubicBezTo>
                  <a:cubicBezTo>
                    <a:pt x="95210" y="112358"/>
                    <a:pt x="95210" y="108528"/>
                    <a:pt x="97766" y="105974"/>
                  </a:cubicBezTo>
                  <a:lnTo>
                    <a:pt x="99683" y="104059"/>
                  </a:lnTo>
                  <a:lnTo>
                    <a:pt x="90098" y="104059"/>
                  </a:lnTo>
                  <a:cubicBezTo>
                    <a:pt x="89459" y="104059"/>
                    <a:pt x="88181" y="104697"/>
                    <a:pt x="88181" y="105974"/>
                  </a:cubicBezTo>
                  <a:lnTo>
                    <a:pt x="88181" y="105974"/>
                  </a:lnTo>
                  <a:lnTo>
                    <a:pt x="88181" y="255998"/>
                  </a:lnTo>
                  <a:cubicBezTo>
                    <a:pt x="88181" y="256636"/>
                    <a:pt x="88820" y="257913"/>
                    <a:pt x="90098" y="257913"/>
                  </a:cubicBezTo>
                  <a:lnTo>
                    <a:pt x="90098" y="257913"/>
                  </a:lnTo>
                  <a:lnTo>
                    <a:pt x="124604" y="257913"/>
                  </a:lnTo>
                  <a:lnTo>
                    <a:pt x="124604" y="236207"/>
                  </a:lnTo>
                  <a:cubicBezTo>
                    <a:pt x="124604" y="232377"/>
                    <a:pt x="127160" y="229823"/>
                    <a:pt x="130994" y="229823"/>
                  </a:cubicBezTo>
                  <a:lnTo>
                    <a:pt x="175723" y="229823"/>
                  </a:lnTo>
                  <a:lnTo>
                    <a:pt x="175723" y="215779"/>
                  </a:lnTo>
                  <a:lnTo>
                    <a:pt x="130994" y="215779"/>
                  </a:lnTo>
                  <a:cubicBezTo>
                    <a:pt x="127160" y="215779"/>
                    <a:pt x="124604" y="213225"/>
                    <a:pt x="124604" y="209395"/>
                  </a:cubicBezTo>
                  <a:lnTo>
                    <a:pt x="124604" y="153216"/>
                  </a:lnTo>
                  <a:cubicBezTo>
                    <a:pt x="124604" y="149385"/>
                    <a:pt x="127160" y="146832"/>
                    <a:pt x="130994" y="146832"/>
                  </a:cubicBezTo>
                  <a:lnTo>
                    <a:pt x="175723" y="146832"/>
                  </a:lnTo>
                  <a:lnTo>
                    <a:pt x="175723" y="132787"/>
                  </a:lnTo>
                  <a:lnTo>
                    <a:pt x="130994" y="132787"/>
                  </a:lnTo>
                  <a:cubicBezTo>
                    <a:pt x="127160" y="132787"/>
                    <a:pt x="124604" y="130233"/>
                    <a:pt x="124604" y="126403"/>
                  </a:cubicBezTo>
                  <a:lnTo>
                    <a:pt x="124604" y="70224"/>
                  </a:lnTo>
                  <a:cubicBezTo>
                    <a:pt x="124604" y="66393"/>
                    <a:pt x="127160" y="63840"/>
                    <a:pt x="130994" y="63840"/>
                  </a:cubicBezTo>
                  <a:lnTo>
                    <a:pt x="233233" y="63840"/>
                  </a:lnTo>
                  <a:cubicBezTo>
                    <a:pt x="237067" y="63840"/>
                    <a:pt x="239623" y="66393"/>
                    <a:pt x="239623" y="70224"/>
                  </a:cubicBezTo>
                  <a:lnTo>
                    <a:pt x="239623" y="91929"/>
                  </a:lnTo>
                  <a:lnTo>
                    <a:pt x="274767" y="91929"/>
                  </a:lnTo>
                  <a:cubicBezTo>
                    <a:pt x="282435" y="91929"/>
                    <a:pt x="288825" y="98313"/>
                    <a:pt x="288825" y="106612"/>
                  </a:cubicBezTo>
                  <a:lnTo>
                    <a:pt x="288186" y="255998"/>
                  </a:lnTo>
                  <a:close/>
                </a:path>
              </a:pathLst>
            </a:custGeom>
            <a:solidFill>
              <a:srgbClr val="046A38"/>
            </a:solidFill>
            <a:ln w="6390" cap="flat">
              <a:noFill/>
              <a:prstDash val="solid"/>
              <a:miter/>
            </a:ln>
          </p:spPr>
          <p:txBody>
            <a:bodyPr rtlCol="0" anchor="ctr"/>
            <a:lstStyle/>
            <a:p>
              <a:endParaRPr lang="en-US"/>
            </a:p>
          </p:txBody>
        </p:sp>
        <p:sp>
          <p:nvSpPr>
            <p:cNvPr id="912" name="Graphic 4">
              <a:extLst>
                <a:ext uri="{FF2B5EF4-FFF2-40B4-BE49-F238E27FC236}">
                  <a16:creationId xmlns:a16="http://schemas.microsoft.com/office/drawing/2014/main" id="{9C2968AD-A298-144C-9987-F285D1DAC0A2}"/>
                </a:ext>
              </a:extLst>
            </p:cNvPr>
            <p:cNvSpPr/>
            <p:nvPr/>
          </p:nvSpPr>
          <p:spPr>
            <a:xfrm>
              <a:off x="2131044" y="1013300"/>
              <a:ext cx="5111" cy="5107"/>
            </a:xfrm>
            <a:custGeom>
              <a:avLst/>
              <a:gdLst>
                <a:gd name="connsiteX0" fmla="*/ 2556 w 5111"/>
                <a:gd name="connsiteY0" fmla="*/ 5107 h 5107"/>
                <a:gd name="connsiteX1" fmla="*/ 5112 w 5111"/>
                <a:gd name="connsiteY1" fmla="*/ 2554 h 5107"/>
                <a:gd name="connsiteX2" fmla="*/ 2556 w 5111"/>
                <a:gd name="connsiteY2" fmla="*/ 0 h 5107"/>
                <a:gd name="connsiteX3" fmla="*/ 0 w 5111"/>
                <a:gd name="connsiteY3" fmla="*/ 2554 h 5107"/>
                <a:gd name="connsiteX4" fmla="*/ 0 w 5111"/>
                <a:gd name="connsiteY4" fmla="*/ 2554 h 5107"/>
                <a:gd name="connsiteX5" fmla="*/ 2556 w 5111"/>
                <a:gd name="connsiteY5" fmla="*/ 5107 h 5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1" h="5107">
                  <a:moveTo>
                    <a:pt x="2556" y="5107"/>
                  </a:moveTo>
                  <a:cubicBezTo>
                    <a:pt x="3834" y="5107"/>
                    <a:pt x="5112" y="3830"/>
                    <a:pt x="5112" y="2554"/>
                  </a:cubicBezTo>
                  <a:cubicBezTo>
                    <a:pt x="5112" y="1277"/>
                    <a:pt x="3834" y="0"/>
                    <a:pt x="2556" y="0"/>
                  </a:cubicBezTo>
                  <a:cubicBezTo>
                    <a:pt x="1278" y="0"/>
                    <a:pt x="0" y="1277"/>
                    <a:pt x="0" y="2554"/>
                  </a:cubicBezTo>
                  <a:lnTo>
                    <a:pt x="0" y="2554"/>
                  </a:lnTo>
                  <a:cubicBezTo>
                    <a:pt x="0" y="3830"/>
                    <a:pt x="1278" y="5107"/>
                    <a:pt x="2556" y="5107"/>
                  </a:cubicBezTo>
                  <a:close/>
                </a:path>
              </a:pathLst>
            </a:custGeom>
            <a:solidFill>
              <a:srgbClr val="046A38"/>
            </a:solidFill>
            <a:ln w="6390" cap="flat">
              <a:noFill/>
              <a:prstDash val="solid"/>
              <a:miter/>
            </a:ln>
          </p:spPr>
          <p:txBody>
            <a:bodyPr rtlCol="0" anchor="ctr"/>
            <a:lstStyle/>
            <a:p>
              <a:endParaRPr lang="en-US"/>
            </a:p>
          </p:txBody>
        </p:sp>
        <p:sp>
          <p:nvSpPr>
            <p:cNvPr id="913" name="Graphic 4">
              <a:extLst>
                <a:ext uri="{FF2B5EF4-FFF2-40B4-BE49-F238E27FC236}">
                  <a16:creationId xmlns:a16="http://schemas.microsoft.com/office/drawing/2014/main" id="{45BCEF82-0BEF-2643-8B22-A38424789575}"/>
                </a:ext>
              </a:extLst>
            </p:cNvPr>
            <p:cNvSpPr/>
            <p:nvPr/>
          </p:nvSpPr>
          <p:spPr>
            <a:xfrm>
              <a:off x="2088870" y="1077140"/>
              <a:ext cx="89459" cy="43411"/>
            </a:xfrm>
            <a:custGeom>
              <a:avLst/>
              <a:gdLst>
                <a:gd name="connsiteX0" fmla="*/ 0 w 89459"/>
                <a:gd name="connsiteY0" fmla="*/ 0 h 43411"/>
                <a:gd name="connsiteX1" fmla="*/ 0 w 89459"/>
                <a:gd name="connsiteY1" fmla="*/ 43411 h 43411"/>
                <a:gd name="connsiteX2" fmla="*/ 89459 w 89459"/>
                <a:gd name="connsiteY2" fmla="*/ 43411 h 43411"/>
                <a:gd name="connsiteX3" fmla="*/ 89459 w 89459"/>
                <a:gd name="connsiteY3" fmla="*/ 0 h 43411"/>
                <a:gd name="connsiteX4" fmla="*/ 0 w 89459"/>
                <a:gd name="connsiteY4" fmla="*/ 0 h 43411"/>
                <a:gd name="connsiteX5" fmla="*/ 33228 w 89459"/>
                <a:gd name="connsiteY5" fmla="*/ 31920 h 43411"/>
                <a:gd name="connsiteX6" fmla="*/ 23004 w 89459"/>
                <a:gd name="connsiteY6" fmla="*/ 21706 h 43411"/>
                <a:gd name="connsiteX7" fmla="*/ 33228 w 89459"/>
                <a:gd name="connsiteY7" fmla="*/ 11491 h 43411"/>
                <a:gd name="connsiteX8" fmla="*/ 43452 w 89459"/>
                <a:gd name="connsiteY8" fmla="*/ 21706 h 43411"/>
                <a:gd name="connsiteX9" fmla="*/ 43452 w 89459"/>
                <a:gd name="connsiteY9" fmla="*/ 21706 h 43411"/>
                <a:gd name="connsiteX10" fmla="*/ 33228 w 89459"/>
                <a:gd name="connsiteY10" fmla="*/ 31920 h 43411"/>
                <a:gd name="connsiteX11" fmla="*/ 33228 w 89459"/>
                <a:gd name="connsiteY11" fmla="*/ 31920 h 43411"/>
                <a:gd name="connsiteX12" fmla="*/ 56232 w 89459"/>
                <a:gd name="connsiteY12" fmla="*/ 12130 h 43411"/>
                <a:gd name="connsiteX13" fmla="*/ 66455 w 89459"/>
                <a:gd name="connsiteY13" fmla="*/ 22344 h 43411"/>
                <a:gd name="connsiteX14" fmla="*/ 56232 w 89459"/>
                <a:gd name="connsiteY14" fmla="*/ 32558 h 43411"/>
                <a:gd name="connsiteX15" fmla="*/ 46008 w 89459"/>
                <a:gd name="connsiteY15" fmla="*/ 22344 h 43411"/>
                <a:gd name="connsiteX16" fmla="*/ 46008 w 89459"/>
                <a:gd name="connsiteY16" fmla="*/ 22344 h 43411"/>
                <a:gd name="connsiteX17" fmla="*/ 56232 w 89459"/>
                <a:gd name="connsiteY17" fmla="*/ 12130 h 43411"/>
                <a:gd name="connsiteX18" fmla="*/ 56232 w 89459"/>
                <a:gd name="connsiteY18" fmla="*/ 12130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459" h="43411">
                  <a:moveTo>
                    <a:pt x="0" y="0"/>
                  </a:moveTo>
                  <a:lnTo>
                    <a:pt x="0" y="43411"/>
                  </a:lnTo>
                  <a:lnTo>
                    <a:pt x="89459" y="43411"/>
                  </a:lnTo>
                  <a:lnTo>
                    <a:pt x="89459" y="0"/>
                  </a:lnTo>
                  <a:lnTo>
                    <a:pt x="0" y="0"/>
                  </a:lnTo>
                  <a:close/>
                  <a:moveTo>
                    <a:pt x="33228" y="31920"/>
                  </a:moveTo>
                  <a:cubicBezTo>
                    <a:pt x="27477" y="31920"/>
                    <a:pt x="23004" y="27451"/>
                    <a:pt x="23004" y="21706"/>
                  </a:cubicBezTo>
                  <a:cubicBezTo>
                    <a:pt x="23004" y="15960"/>
                    <a:pt x="27477" y="11491"/>
                    <a:pt x="33228" y="11491"/>
                  </a:cubicBezTo>
                  <a:cubicBezTo>
                    <a:pt x="38979" y="11491"/>
                    <a:pt x="43452" y="15960"/>
                    <a:pt x="43452" y="21706"/>
                  </a:cubicBezTo>
                  <a:cubicBezTo>
                    <a:pt x="43452" y="21706"/>
                    <a:pt x="43452" y="21706"/>
                    <a:pt x="43452" y="21706"/>
                  </a:cubicBezTo>
                  <a:cubicBezTo>
                    <a:pt x="43452" y="27451"/>
                    <a:pt x="38979" y="31920"/>
                    <a:pt x="33228" y="31920"/>
                  </a:cubicBezTo>
                  <a:lnTo>
                    <a:pt x="33228" y="31920"/>
                  </a:lnTo>
                  <a:close/>
                  <a:moveTo>
                    <a:pt x="56232" y="12130"/>
                  </a:moveTo>
                  <a:cubicBezTo>
                    <a:pt x="61982" y="12130"/>
                    <a:pt x="66455" y="16598"/>
                    <a:pt x="66455" y="22344"/>
                  </a:cubicBezTo>
                  <a:cubicBezTo>
                    <a:pt x="66455" y="28089"/>
                    <a:pt x="61982" y="32558"/>
                    <a:pt x="56232" y="32558"/>
                  </a:cubicBezTo>
                  <a:cubicBezTo>
                    <a:pt x="50480" y="32558"/>
                    <a:pt x="46008" y="28089"/>
                    <a:pt x="46008" y="22344"/>
                  </a:cubicBezTo>
                  <a:cubicBezTo>
                    <a:pt x="46008" y="22344"/>
                    <a:pt x="46008" y="22344"/>
                    <a:pt x="46008" y="22344"/>
                  </a:cubicBezTo>
                  <a:cubicBezTo>
                    <a:pt x="46008" y="16598"/>
                    <a:pt x="50480" y="12130"/>
                    <a:pt x="56232" y="12130"/>
                  </a:cubicBezTo>
                  <a:lnTo>
                    <a:pt x="56232" y="12130"/>
                  </a:lnTo>
                  <a:close/>
                </a:path>
              </a:pathLst>
            </a:custGeom>
            <a:solidFill>
              <a:srgbClr val="046A38"/>
            </a:solidFill>
            <a:ln w="6390" cap="flat">
              <a:noFill/>
              <a:prstDash val="solid"/>
              <a:miter/>
            </a:ln>
          </p:spPr>
          <p:txBody>
            <a:bodyPr rtlCol="0" anchor="ctr"/>
            <a:lstStyle/>
            <a:p>
              <a:endParaRPr lang="en-US"/>
            </a:p>
          </p:txBody>
        </p:sp>
      </p:grpSp>
      <p:grpSp>
        <p:nvGrpSpPr>
          <p:cNvPr id="914" name="Graphic 4">
            <a:extLst>
              <a:ext uri="{FF2B5EF4-FFF2-40B4-BE49-F238E27FC236}">
                <a16:creationId xmlns:a16="http://schemas.microsoft.com/office/drawing/2014/main" id="{7BF00567-E734-9C46-A227-DFED917E86E5}"/>
              </a:ext>
            </a:extLst>
          </p:cNvPr>
          <p:cNvGrpSpPr>
            <a:grpSpLocks noChangeAspect="1"/>
          </p:cNvGrpSpPr>
          <p:nvPr/>
        </p:nvGrpSpPr>
        <p:grpSpPr>
          <a:xfrm>
            <a:off x="1952125" y="1402723"/>
            <a:ext cx="362313" cy="361971"/>
            <a:chOff x="1952125" y="1402723"/>
            <a:chExt cx="362313" cy="361971"/>
          </a:xfrm>
          <a:solidFill>
            <a:srgbClr val="046A38"/>
          </a:solidFill>
        </p:grpSpPr>
        <p:sp>
          <p:nvSpPr>
            <p:cNvPr id="915" name="Graphic 4">
              <a:extLst>
                <a:ext uri="{FF2B5EF4-FFF2-40B4-BE49-F238E27FC236}">
                  <a16:creationId xmlns:a16="http://schemas.microsoft.com/office/drawing/2014/main" id="{4BCF4C9E-33B0-024C-8622-C536CDF40037}"/>
                </a:ext>
              </a:extLst>
            </p:cNvPr>
            <p:cNvSpPr/>
            <p:nvPr/>
          </p:nvSpPr>
          <p:spPr>
            <a:xfrm>
              <a:off x="2069061" y="1471670"/>
              <a:ext cx="126174" cy="158322"/>
            </a:xfrm>
            <a:custGeom>
              <a:avLst/>
              <a:gdLst>
                <a:gd name="connsiteX0" fmla="*/ 50481 w 126174"/>
                <a:gd name="connsiteY0" fmla="*/ 53626 h 158322"/>
                <a:gd name="connsiteX1" fmla="*/ 40896 w 126174"/>
                <a:gd name="connsiteY1" fmla="*/ 72139 h 158322"/>
                <a:gd name="connsiteX2" fmla="*/ 35145 w 126174"/>
                <a:gd name="connsiteY2" fmla="*/ 75969 h 158322"/>
                <a:gd name="connsiteX3" fmla="*/ 0 w 126174"/>
                <a:gd name="connsiteY3" fmla="*/ 105974 h 158322"/>
                <a:gd name="connsiteX4" fmla="*/ 32589 w 126174"/>
                <a:gd name="connsiteY4" fmla="*/ 121296 h 158322"/>
                <a:gd name="connsiteX5" fmla="*/ 36423 w 126174"/>
                <a:gd name="connsiteY5" fmla="*/ 128318 h 158322"/>
                <a:gd name="connsiteX6" fmla="*/ 46008 w 126174"/>
                <a:gd name="connsiteY6" fmla="*/ 151939 h 158322"/>
                <a:gd name="connsiteX7" fmla="*/ 68372 w 126174"/>
                <a:gd name="connsiteY7" fmla="*/ 144916 h 158322"/>
                <a:gd name="connsiteX8" fmla="*/ 73484 w 126174"/>
                <a:gd name="connsiteY8" fmla="*/ 142363 h 158322"/>
                <a:gd name="connsiteX9" fmla="*/ 76040 w 126174"/>
                <a:gd name="connsiteY9" fmla="*/ 143001 h 158322"/>
                <a:gd name="connsiteX10" fmla="*/ 108629 w 126174"/>
                <a:gd name="connsiteY10" fmla="*/ 158323 h 158322"/>
                <a:gd name="connsiteX11" fmla="*/ 111824 w 126174"/>
                <a:gd name="connsiteY11" fmla="*/ 110443 h 158322"/>
                <a:gd name="connsiteX12" fmla="*/ 111824 w 126174"/>
                <a:gd name="connsiteY12" fmla="*/ 104697 h 158322"/>
                <a:gd name="connsiteX13" fmla="*/ 118214 w 126174"/>
                <a:gd name="connsiteY13" fmla="*/ 0 h 158322"/>
                <a:gd name="connsiteX14" fmla="*/ 53676 w 126174"/>
                <a:gd name="connsiteY14" fmla="*/ 49795 h 158322"/>
                <a:gd name="connsiteX15" fmla="*/ 50481 w 126174"/>
                <a:gd name="connsiteY15" fmla="*/ 53626 h 158322"/>
                <a:gd name="connsiteX16" fmla="*/ 99683 w 126174"/>
                <a:gd name="connsiteY16" fmla="*/ 91929 h 158322"/>
                <a:gd name="connsiteX17" fmla="*/ 72206 w 126174"/>
                <a:gd name="connsiteY17" fmla="*/ 119381 h 158322"/>
                <a:gd name="connsiteX18" fmla="*/ 44730 w 126174"/>
                <a:gd name="connsiteY18" fmla="*/ 91929 h 158322"/>
                <a:gd name="connsiteX19" fmla="*/ 72206 w 126174"/>
                <a:gd name="connsiteY19" fmla="*/ 64478 h 158322"/>
                <a:gd name="connsiteX20" fmla="*/ 99683 w 126174"/>
                <a:gd name="connsiteY20" fmla="*/ 91929 h 158322"/>
                <a:gd name="connsiteX21" fmla="*/ 99683 w 126174"/>
                <a:gd name="connsiteY21" fmla="*/ 91929 h 158322"/>
                <a:gd name="connsiteX22" fmla="*/ 99683 w 126174"/>
                <a:gd name="connsiteY22" fmla="*/ 91929 h 158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74" h="158322">
                  <a:moveTo>
                    <a:pt x="50481" y="53626"/>
                  </a:moveTo>
                  <a:cubicBezTo>
                    <a:pt x="46647" y="59371"/>
                    <a:pt x="44091" y="65755"/>
                    <a:pt x="40896" y="72139"/>
                  </a:cubicBezTo>
                  <a:cubicBezTo>
                    <a:pt x="39618" y="74693"/>
                    <a:pt x="37701" y="75969"/>
                    <a:pt x="35145" y="75969"/>
                  </a:cubicBezTo>
                  <a:cubicBezTo>
                    <a:pt x="17892" y="76608"/>
                    <a:pt x="3195" y="88737"/>
                    <a:pt x="0" y="105974"/>
                  </a:cubicBezTo>
                  <a:lnTo>
                    <a:pt x="32589" y="121296"/>
                  </a:lnTo>
                  <a:cubicBezTo>
                    <a:pt x="35145" y="122573"/>
                    <a:pt x="36423" y="125126"/>
                    <a:pt x="36423" y="128318"/>
                  </a:cubicBezTo>
                  <a:cubicBezTo>
                    <a:pt x="36423" y="128318"/>
                    <a:pt x="33867" y="146832"/>
                    <a:pt x="46008" y="151939"/>
                  </a:cubicBezTo>
                  <a:cubicBezTo>
                    <a:pt x="58148" y="157046"/>
                    <a:pt x="68372" y="145555"/>
                    <a:pt x="68372" y="144916"/>
                  </a:cubicBezTo>
                  <a:cubicBezTo>
                    <a:pt x="69650" y="143640"/>
                    <a:pt x="71567" y="142363"/>
                    <a:pt x="73484" y="142363"/>
                  </a:cubicBezTo>
                  <a:cubicBezTo>
                    <a:pt x="74123" y="142363"/>
                    <a:pt x="75401" y="142363"/>
                    <a:pt x="76040" y="143001"/>
                  </a:cubicBezTo>
                  <a:lnTo>
                    <a:pt x="108629" y="158323"/>
                  </a:lnTo>
                  <a:cubicBezTo>
                    <a:pt x="117575" y="143640"/>
                    <a:pt x="118853" y="125765"/>
                    <a:pt x="111824" y="110443"/>
                  </a:cubicBezTo>
                  <a:cubicBezTo>
                    <a:pt x="111185" y="108528"/>
                    <a:pt x="111185" y="106613"/>
                    <a:pt x="111824" y="104697"/>
                  </a:cubicBezTo>
                  <a:cubicBezTo>
                    <a:pt x="111824" y="104059"/>
                    <a:pt x="139301" y="49795"/>
                    <a:pt x="118214" y="0"/>
                  </a:cubicBezTo>
                  <a:cubicBezTo>
                    <a:pt x="106712" y="2554"/>
                    <a:pt x="77318" y="12130"/>
                    <a:pt x="53676" y="49795"/>
                  </a:cubicBezTo>
                  <a:cubicBezTo>
                    <a:pt x="52398" y="51710"/>
                    <a:pt x="51759" y="52987"/>
                    <a:pt x="50481" y="53626"/>
                  </a:cubicBezTo>
                  <a:close/>
                  <a:moveTo>
                    <a:pt x="99683" y="91929"/>
                  </a:moveTo>
                  <a:cubicBezTo>
                    <a:pt x="99683" y="107251"/>
                    <a:pt x="87542" y="119381"/>
                    <a:pt x="72206" y="119381"/>
                  </a:cubicBezTo>
                  <a:cubicBezTo>
                    <a:pt x="56871" y="119381"/>
                    <a:pt x="44730" y="107251"/>
                    <a:pt x="44730" y="91929"/>
                  </a:cubicBezTo>
                  <a:cubicBezTo>
                    <a:pt x="44730" y="76608"/>
                    <a:pt x="56871" y="64478"/>
                    <a:pt x="72206" y="64478"/>
                  </a:cubicBezTo>
                  <a:cubicBezTo>
                    <a:pt x="87542" y="65117"/>
                    <a:pt x="99683" y="77246"/>
                    <a:pt x="99683" y="91929"/>
                  </a:cubicBezTo>
                  <a:cubicBezTo>
                    <a:pt x="99683" y="92568"/>
                    <a:pt x="99683" y="92568"/>
                    <a:pt x="99683" y="91929"/>
                  </a:cubicBezTo>
                  <a:lnTo>
                    <a:pt x="99683" y="91929"/>
                  </a:lnTo>
                  <a:close/>
                </a:path>
              </a:pathLst>
            </a:custGeom>
            <a:solidFill>
              <a:srgbClr val="046A38"/>
            </a:solidFill>
            <a:ln w="6390" cap="flat">
              <a:noFill/>
              <a:prstDash val="solid"/>
              <a:miter/>
            </a:ln>
          </p:spPr>
          <p:txBody>
            <a:bodyPr rtlCol="0" anchor="ctr"/>
            <a:lstStyle/>
            <a:p>
              <a:endParaRPr lang="en-US"/>
            </a:p>
          </p:txBody>
        </p:sp>
        <p:sp>
          <p:nvSpPr>
            <p:cNvPr id="916" name="Graphic 4">
              <a:extLst>
                <a:ext uri="{FF2B5EF4-FFF2-40B4-BE49-F238E27FC236}">
                  <a16:creationId xmlns:a16="http://schemas.microsoft.com/office/drawing/2014/main" id="{10BA57C3-986D-5645-8E87-E57C9E2C0B6E}"/>
                </a:ext>
              </a:extLst>
            </p:cNvPr>
            <p:cNvSpPr/>
            <p:nvPr/>
          </p:nvSpPr>
          <p:spPr>
            <a:xfrm>
              <a:off x="2043501" y="1527211"/>
              <a:ext cx="180835" cy="126402"/>
            </a:xfrm>
            <a:custGeom>
              <a:avLst/>
              <a:gdLst>
                <a:gd name="connsiteX0" fmla="*/ 180835 w 180835"/>
                <a:gd name="connsiteY0" fmla="*/ 5746 h 126402"/>
                <a:gd name="connsiteX1" fmla="*/ 175084 w 180835"/>
                <a:gd name="connsiteY1" fmla="*/ 0 h 126402"/>
                <a:gd name="connsiteX2" fmla="*/ 175084 w 180835"/>
                <a:gd name="connsiteY2" fmla="*/ 0 h 126402"/>
                <a:gd name="connsiteX3" fmla="*/ 163582 w 180835"/>
                <a:gd name="connsiteY3" fmla="*/ 0 h 126402"/>
                <a:gd name="connsiteX4" fmla="*/ 149525 w 180835"/>
                <a:gd name="connsiteY4" fmla="*/ 52987 h 126402"/>
                <a:gd name="connsiteX5" fmla="*/ 140579 w 180835"/>
                <a:gd name="connsiteY5" fmla="*/ 115550 h 126402"/>
                <a:gd name="connsiteX6" fmla="*/ 135467 w 180835"/>
                <a:gd name="connsiteY6" fmla="*/ 118104 h 126402"/>
                <a:gd name="connsiteX7" fmla="*/ 132911 w 180835"/>
                <a:gd name="connsiteY7" fmla="*/ 117465 h 126402"/>
                <a:gd name="connsiteX8" fmla="*/ 99044 w 180835"/>
                <a:gd name="connsiteY8" fmla="*/ 101505 h 126402"/>
                <a:gd name="connsiteX9" fmla="*/ 65177 w 180835"/>
                <a:gd name="connsiteY9" fmla="*/ 108528 h 126402"/>
                <a:gd name="connsiteX10" fmla="*/ 47925 w 180835"/>
                <a:gd name="connsiteY10" fmla="*/ 75969 h 126402"/>
                <a:gd name="connsiteX11" fmla="*/ 14697 w 180835"/>
                <a:gd name="connsiteY11" fmla="*/ 60009 h 126402"/>
                <a:gd name="connsiteX12" fmla="*/ 11502 w 180835"/>
                <a:gd name="connsiteY12" fmla="*/ 52987 h 126402"/>
                <a:gd name="connsiteX13" fmla="*/ 56232 w 180835"/>
                <a:gd name="connsiteY13" fmla="*/ 8299 h 126402"/>
                <a:gd name="connsiteX14" fmla="*/ 60066 w 180835"/>
                <a:gd name="connsiteY14" fmla="*/ 0 h 126402"/>
                <a:gd name="connsiteX15" fmla="*/ 5751 w 180835"/>
                <a:gd name="connsiteY15" fmla="*/ 0 h 126402"/>
                <a:gd name="connsiteX16" fmla="*/ 0 w 180835"/>
                <a:gd name="connsiteY16" fmla="*/ 5746 h 126402"/>
                <a:gd name="connsiteX17" fmla="*/ 0 w 180835"/>
                <a:gd name="connsiteY17" fmla="*/ 5746 h 126402"/>
                <a:gd name="connsiteX18" fmla="*/ 0 w 180835"/>
                <a:gd name="connsiteY18" fmla="*/ 126403 h 126402"/>
                <a:gd name="connsiteX19" fmla="*/ 180835 w 180835"/>
                <a:gd name="connsiteY19" fmla="*/ 126403 h 126402"/>
                <a:gd name="connsiteX20" fmla="*/ 180835 w 180835"/>
                <a:gd name="connsiteY20" fmla="*/ 5746 h 126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0835" h="126402">
                  <a:moveTo>
                    <a:pt x="180835" y="5746"/>
                  </a:moveTo>
                  <a:cubicBezTo>
                    <a:pt x="180835" y="2554"/>
                    <a:pt x="178279" y="0"/>
                    <a:pt x="175084" y="0"/>
                  </a:cubicBezTo>
                  <a:lnTo>
                    <a:pt x="175084" y="0"/>
                  </a:lnTo>
                  <a:lnTo>
                    <a:pt x="163582" y="0"/>
                  </a:lnTo>
                  <a:cubicBezTo>
                    <a:pt x="161666" y="18514"/>
                    <a:pt x="157192" y="36389"/>
                    <a:pt x="149525" y="52987"/>
                  </a:cubicBezTo>
                  <a:cubicBezTo>
                    <a:pt x="157832" y="74054"/>
                    <a:pt x="154637" y="97675"/>
                    <a:pt x="140579" y="115550"/>
                  </a:cubicBezTo>
                  <a:cubicBezTo>
                    <a:pt x="139301" y="116827"/>
                    <a:pt x="137384" y="118104"/>
                    <a:pt x="135467" y="118104"/>
                  </a:cubicBezTo>
                  <a:cubicBezTo>
                    <a:pt x="134828" y="118104"/>
                    <a:pt x="133550" y="118104"/>
                    <a:pt x="132911" y="117465"/>
                  </a:cubicBezTo>
                  <a:lnTo>
                    <a:pt x="99044" y="101505"/>
                  </a:lnTo>
                  <a:cubicBezTo>
                    <a:pt x="90098" y="110443"/>
                    <a:pt x="76679" y="112996"/>
                    <a:pt x="65177" y="108528"/>
                  </a:cubicBezTo>
                  <a:cubicBezTo>
                    <a:pt x="49203" y="100867"/>
                    <a:pt x="47286" y="84269"/>
                    <a:pt x="47925" y="75969"/>
                  </a:cubicBezTo>
                  <a:lnTo>
                    <a:pt x="14697" y="60009"/>
                  </a:lnTo>
                  <a:cubicBezTo>
                    <a:pt x="12141" y="58733"/>
                    <a:pt x="10863" y="56179"/>
                    <a:pt x="11502" y="52987"/>
                  </a:cubicBezTo>
                  <a:cubicBezTo>
                    <a:pt x="17892" y="20429"/>
                    <a:pt x="41535" y="9576"/>
                    <a:pt x="56232" y="8299"/>
                  </a:cubicBezTo>
                  <a:cubicBezTo>
                    <a:pt x="57509" y="5746"/>
                    <a:pt x="58788" y="2554"/>
                    <a:pt x="60066" y="0"/>
                  </a:cubicBezTo>
                  <a:lnTo>
                    <a:pt x="5751" y="0"/>
                  </a:lnTo>
                  <a:cubicBezTo>
                    <a:pt x="2556" y="0"/>
                    <a:pt x="0" y="2554"/>
                    <a:pt x="0" y="5746"/>
                  </a:cubicBezTo>
                  <a:lnTo>
                    <a:pt x="0" y="5746"/>
                  </a:lnTo>
                  <a:lnTo>
                    <a:pt x="0" y="126403"/>
                  </a:lnTo>
                  <a:lnTo>
                    <a:pt x="180835" y="126403"/>
                  </a:lnTo>
                  <a:lnTo>
                    <a:pt x="180835" y="5746"/>
                  </a:lnTo>
                  <a:close/>
                </a:path>
              </a:pathLst>
            </a:custGeom>
            <a:solidFill>
              <a:srgbClr val="046A38"/>
            </a:solidFill>
            <a:ln w="6390" cap="flat">
              <a:noFill/>
              <a:prstDash val="solid"/>
              <a:miter/>
            </a:ln>
          </p:spPr>
          <p:txBody>
            <a:bodyPr rtlCol="0" anchor="ctr"/>
            <a:lstStyle/>
            <a:p>
              <a:endParaRPr lang="en-US"/>
            </a:p>
          </p:txBody>
        </p:sp>
        <p:sp>
          <p:nvSpPr>
            <p:cNvPr id="917" name="Graphic 4">
              <a:extLst>
                <a:ext uri="{FF2B5EF4-FFF2-40B4-BE49-F238E27FC236}">
                  <a16:creationId xmlns:a16="http://schemas.microsoft.com/office/drawing/2014/main" id="{21541420-1EAB-7E4E-AA34-FD9BD0F81D52}"/>
                </a:ext>
              </a:extLst>
            </p:cNvPr>
            <p:cNvSpPr/>
            <p:nvPr/>
          </p:nvSpPr>
          <p:spPr>
            <a:xfrm>
              <a:off x="2126570" y="1549555"/>
              <a:ext cx="29393" cy="29366"/>
            </a:xfrm>
            <a:custGeom>
              <a:avLst/>
              <a:gdLst>
                <a:gd name="connsiteX0" fmla="*/ 14697 w 29393"/>
                <a:gd name="connsiteY0" fmla="*/ 29366 h 29366"/>
                <a:gd name="connsiteX1" fmla="*/ 29394 w 29393"/>
                <a:gd name="connsiteY1" fmla="*/ 14683 h 29366"/>
                <a:gd name="connsiteX2" fmla="*/ 14697 w 29393"/>
                <a:gd name="connsiteY2" fmla="*/ 0 h 29366"/>
                <a:gd name="connsiteX3" fmla="*/ 0 w 29393"/>
                <a:gd name="connsiteY3" fmla="*/ 14683 h 29366"/>
                <a:gd name="connsiteX4" fmla="*/ 14697 w 29393"/>
                <a:gd name="connsiteY4" fmla="*/ 29366 h 29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93" h="29366">
                  <a:moveTo>
                    <a:pt x="14697" y="29366"/>
                  </a:moveTo>
                  <a:cubicBezTo>
                    <a:pt x="23004" y="29366"/>
                    <a:pt x="29394" y="22982"/>
                    <a:pt x="29394" y="14683"/>
                  </a:cubicBezTo>
                  <a:cubicBezTo>
                    <a:pt x="29394" y="6384"/>
                    <a:pt x="23004" y="0"/>
                    <a:pt x="14697" y="0"/>
                  </a:cubicBezTo>
                  <a:cubicBezTo>
                    <a:pt x="6390" y="0"/>
                    <a:pt x="0" y="6384"/>
                    <a:pt x="0" y="14683"/>
                  </a:cubicBezTo>
                  <a:cubicBezTo>
                    <a:pt x="0" y="22982"/>
                    <a:pt x="6390" y="29366"/>
                    <a:pt x="14697" y="29366"/>
                  </a:cubicBezTo>
                  <a:close/>
                </a:path>
              </a:pathLst>
            </a:custGeom>
            <a:solidFill>
              <a:srgbClr val="046A38"/>
            </a:solidFill>
            <a:ln w="6390" cap="flat">
              <a:noFill/>
              <a:prstDash val="solid"/>
              <a:miter/>
            </a:ln>
          </p:spPr>
          <p:txBody>
            <a:bodyPr rtlCol="0" anchor="ctr"/>
            <a:lstStyle/>
            <a:p>
              <a:endParaRPr lang="en-US"/>
            </a:p>
          </p:txBody>
        </p:sp>
        <p:sp>
          <p:nvSpPr>
            <p:cNvPr id="918" name="Graphic 4">
              <a:extLst>
                <a:ext uri="{FF2B5EF4-FFF2-40B4-BE49-F238E27FC236}">
                  <a16:creationId xmlns:a16="http://schemas.microsoft.com/office/drawing/2014/main" id="{F31A341F-D1D0-EE4E-8B0D-BCEFB70439CD}"/>
                </a:ext>
              </a:extLst>
            </p:cNvPr>
            <p:cNvSpPr/>
            <p:nvPr/>
          </p:nvSpPr>
          <p:spPr>
            <a:xfrm>
              <a:off x="2033278" y="1666381"/>
              <a:ext cx="201283" cy="3191"/>
            </a:xfrm>
            <a:custGeom>
              <a:avLst/>
              <a:gdLst>
                <a:gd name="connsiteX0" fmla="*/ 3834 w 201283"/>
                <a:gd name="connsiteY0" fmla="*/ 0 h 3191"/>
                <a:gd name="connsiteX1" fmla="*/ 0 w 201283"/>
                <a:gd name="connsiteY1" fmla="*/ 0 h 3191"/>
                <a:gd name="connsiteX2" fmla="*/ 7029 w 201283"/>
                <a:gd name="connsiteY2" fmla="*/ 3192 h 3191"/>
                <a:gd name="connsiteX3" fmla="*/ 194254 w 201283"/>
                <a:gd name="connsiteY3" fmla="*/ 3192 h 3191"/>
                <a:gd name="connsiteX4" fmla="*/ 201283 w 201283"/>
                <a:gd name="connsiteY4" fmla="*/ 0 h 3191"/>
                <a:gd name="connsiteX5" fmla="*/ 3834 w 201283"/>
                <a:gd name="connsiteY5" fmla="*/ 0 h 3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283" h="3191">
                  <a:moveTo>
                    <a:pt x="3834" y="0"/>
                  </a:moveTo>
                  <a:lnTo>
                    <a:pt x="0" y="0"/>
                  </a:lnTo>
                  <a:cubicBezTo>
                    <a:pt x="1917" y="1915"/>
                    <a:pt x="4473" y="3192"/>
                    <a:pt x="7029" y="3192"/>
                  </a:cubicBezTo>
                  <a:lnTo>
                    <a:pt x="194254" y="3192"/>
                  </a:lnTo>
                  <a:cubicBezTo>
                    <a:pt x="196810" y="3192"/>
                    <a:pt x="199366" y="1915"/>
                    <a:pt x="201283" y="0"/>
                  </a:cubicBezTo>
                  <a:lnTo>
                    <a:pt x="3834" y="0"/>
                  </a:lnTo>
                  <a:close/>
                </a:path>
              </a:pathLst>
            </a:custGeom>
            <a:solidFill>
              <a:srgbClr val="046A38"/>
            </a:solidFill>
            <a:ln w="6390" cap="flat">
              <a:noFill/>
              <a:prstDash val="solid"/>
              <a:miter/>
            </a:ln>
          </p:spPr>
          <p:txBody>
            <a:bodyPr rtlCol="0" anchor="ctr"/>
            <a:lstStyle/>
            <a:p>
              <a:endParaRPr lang="en-US"/>
            </a:p>
          </p:txBody>
        </p:sp>
        <p:sp>
          <p:nvSpPr>
            <p:cNvPr id="919" name="Graphic 4">
              <a:extLst>
                <a:ext uri="{FF2B5EF4-FFF2-40B4-BE49-F238E27FC236}">
                  <a16:creationId xmlns:a16="http://schemas.microsoft.com/office/drawing/2014/main" id="{6F079247-3720-6843-BDBA-747072E39497}"/>
                </a:ext>
              </a:extLst>
            </p:cNvPr>
            <p:cNvSpPr/>
            <p:nvPr/>
          </p:nvSpPr>
          <p:spPr>
            <a:xfrm>
              <a:off x="1952125" y="14027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75406 w 362313"/>
                <a:gd name="connsiteY6" fmla="*/ 279618 h 361971"/>
                <a:gd name="connsiteX7" fmla="*/ 88181 w 362313"/>
                <a:gd name="connsiteY7" fmla="*/ 279618 h 361971"/>
                <a:gd name="connsiteX8" fmla="*/ 65816 w 362313"/>
                <a:gd name="connsiteY8" fmla="*/ 257274 h 361971"/>
                <a:gd name="connsiteX9" fmla="*/ 72206 w 362313"/>
                <a:gd name="connsiteY9" fmla="*/ 250890 h 361971"/>
                <a:gd name="connsiteX10" fmla="*/ 78596 w 362313"/>
                <a:gd name="connsiteY10" fmla="*/ 250890 h 361971"/>
                <a:gd name="connsiteX11" fmla="*/ 78596 w 362313"/>
                <a:gd name="connsiteY11" fmla="*/ 130233 h 361971"/>
                <a:gd name="connsiteX12" fmla="*/ 97127 w 362313"/>
                <a:gd name="connsiteY12" fmla="*/ 111720 h 361971"/>
                <a:gd name="connsiteX13" fmla="*/ 97127 w 362313"/>
                <a:gd name="connsiteY13" fmla="*/ 111720 h 361971"/>
                <a:gd name="connsiteX14" fmla="*/ 159109 w 362313"/>
                <a:gd name="connsiteY14" fmla="*/ 111720 h 361971"/>
                <a:gd name="connsiteX15" fmla="*/ 237067 w 362313"/>
                <a:gd name="connsiteY15" fmla="*/ 56817 h 361971"/>
                <a:gd name="connsiteX16" fmla="*/ 243457 w 362313"/>
                <a:gd name="connsiteY16" fmla="*/ 60648 h 361971"/>
                <a:gd name="connsiteX17" fmla="*/ 254958 w 362313"/>
                <a:gd name="connsiteY17" fmla="*/ 112358 h 361971"/>
                <a:gd name="connsiteX18" fmla="*/ 265821 w 362313"/>
                <a:gd name="connsiteY18" fmla="*/ 112358 h 361971"/>
                <a:gd name="connsiteX19" fmla="*/ 284352 w 362313"/>
                <a:gd name="connsiteY19" fmla="*/ 130872 h 361971"/>
                <a:gd name="connsiteX20" fmla="*/ 284352 w 362313"/>
                <a:gd name="connsiteY20" fmla="*/ 130872 h 361971"/>
                <a:gd name="connsiteX21" fmla="*/ 284352 w 362313"/>
                <a:gd name="connsiteY21" fmla="*/ 251529 h 361971"/>
                <a:gd name="connsiteX22" fmla="*/ 290742 w 362313"/>
                <a:gd name="connsiteY22" fmla="*/ 251529 h 361971"/>
                <a:gd name="connsiteX23" fmla="*/ 297132 w 362313"/>
                <a:gd name="connsiteY23" fmla="*/ 257913 h 361971"/>
                <a:gd name="connsiteX24" fmla="*/ 275406 w 362313"/>
                <a:gd name="connsiteY24" fmla="*/ 279618 h 361971"/>
                <a:gd name="connsiteX25" fmla="*/ 275406 w 362313"/>
                <a:gd name="connsiteY25" fmla="*/ 27961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275406" y="279618"/>
                  </a:moveTo>
                  <a:lnTo>
                    <a:pt x="88181" y="279618"/>
                  </a:lnTo>
                  <a:cubicBezTo>
                    <a:pt x="76040" y="279618"/>
                    <a:pt x="65816" y="269404"/>
                    <a:pt x="65816" y="257274"/>
                  </a:cubicBezTo>
                  <a:cubicBezTo>
                    <a:pt x="65816" y="253444"/>
                    <a:pt x="68372" y="250890"/>
                    <a:pt x="72206" y="250890"/>
                  </a:cubicBezTo>
                  <a:lnTo>
                    <a:pt x="78596" y="250890"/>
                  </a:lnTo>
                  <a:lnTo>
                    <a:pt x="78596" y="130233"/>
                  </a:lnTo>
                  <a:cubicBezTo>
                    <a:pt x="78596" y="120019"/>
                    <a:pt x="86903" y="111720"/>
                    <a:pt x="97127" y="111720"/>
                  </a:cubicBezTo>
                  <a:lnTo>
                    <a:pt x="97127" y="111720"/>
                  </a:lnTo>
                  <a:lnTo>
                    <a:pt x="159109" y="111720"/>
                  </a:lnTo>
                  <a:cubicBezTo>
                    <a:pt x="191698" y="61286"/>
                    <a:pt x="235150" y="56817"/>
                    <a:pt x="237067" y="56817"/>
                  </a:cubicBezTo>
                  <a:cubicBezTo>
                    <a:pt x="239623" y="56817"/>
                    <a:pt x="242179" y="58094"/>
                    <a:pt x="243457" y="60648"/>
                  </a:cubicBezTo>
                  <a:cubicBezTo>
                    <a:pt x="251124" y="76608"/>
                    <a:pt x="254958" y="94483"/>
                    <a:pt x="254958" y="112358"/>
                  </a:cubicBezTo>
                  <a:lnTo>
                    <a:pt x="265821" y="112358"/>
                  </a:lnTo>
                  <a:cubicBezTo>
                    <a:pt x="276045" y="112358"/>
                    <a:pt x="284352" y="120657"/>
                    <a:pt x="284352" y="130872"/>
                  </a:cubicBezTo>
                  <a:lnTo>
                    <a:pt x="284352" y="130872"/>
                  </a:lnTo>
                  <a:lnTo>
                    <a:pt x="284352" y="251529"/>
                  </a:lnTo>
                  <a:lnTo>
                    <a:pt x="290742" y="251529"/>
                  </a:lnTo>
                  <a:cubicBezTo>
                    <a:pt x="294576" y="251529"/>
                    <a:pt x="297132" y="254082"/>
                    <a:pt x="297132" y="257913"/>
                  </a:cubicBezTo>
                  <a:cubicBezTo>
                    <a:pt x="297771" y="269404"/>
                    <a:pt x="287547" y="278980"/>
                    <a:pt x="275406" y="279618"/>
                  </a:cubicBezTo>
                  <a:lnTo>
                    <a:pt x="275406" y="279618"/>
                  </a:lnTo>
                  <a:close/>
                </a:path>
              </a:pathLst>
            </a:custGeom>
            <a:solidFill>
              <a:srgbClr val="046A38"/>
            </a:solidFill>
            <a:ln w="6390" cap="flat">
              <a:noFill/>
              <a:prstDash val="solid"/>
              <a:miter/>
            </a:ln>
          </p:spPr>
          <p:txBody>
            <a:bodyPr rtlCol="0" anchor="ctr"/>
            <a:lstStyle/>
            <a:p>
              <a:endParaRPr lang="en-US"/>
            </a:p>
          </p:txBody>
        </p:sp>
      </p:grpSp>
      <p:grpSp>
        <p:nvGrpSpPr>
          <p:cNvPr id="920" name="Graphic 4">
            <a:extLst>
              <a:ext uri="{FF2B5EF4-FFF2-40B4-BE49-F238E27FC236}">
                <a16:creationId xmlns:a16="http://schemas.microsoft.com/office/drawing/2014/main" id="{0A4FB9F8-1F0D-7149-A562-EF821A73DE1D}"/>
              </a:ext>
            </a:extLst>
          </p:cNvPr>
          <p:cNvGrpSpPr>
            <a:grpSpLocks noChangeAspect="1"/>
          </p:cNvGrpSpPr>
          <p:nvPr/>
        </p:nvGrpSpPr>
        <p:grpSpPr>
          <a:xfrm>
            <a:off x="467743" y="4793256"/>
            <a:ext cx="361670" cy="361971"/>
            <a:chOff x="467743" y="4793256"/>
            <a:chExt cx="361670" cy="361971"/>
          </a:xfrm>
          <a:solidFill>
            <a:srgbClr val="046A38"/>
          </a:solidFill>
        </p:grpSpPr>
        <p:sp>
          <p:nvSpPr>
            <p:cNvPr id="921" name="Graphic 4">
              <a:extLst>
                <a:ext uri="{FF2B5EF4-FFF2-40B4-BE49-F238E27FC236}">
                  <a16:creationId xmlns:a16="http://schemas.microsoft.com/office/drawing/2014/main" id="{DF60B91F-2C7E-F449-A0D9-DE864E84814A}"/>
                </a:ext>
              </a:extLst>
            </p:cNvPr>
            <p:cNvSpPr/>
            <p:nvPr/>
          </p:nvSpPr>
          <p:spPr>
            <a:xfrm>
              <a:off x="467743" y="4793256"/>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0667 h 361971"/>
                <a:gd name="connsiteX4" fmla="*/ 361670 w 361670"/>
                <a:gd name="connsiteY4" fmla="*/ 180667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667 h 361971"/>
                <a:gd name="connsiteX9" fmla="*/ 180835 w 361670"/>
                <a:gd name="connsiteY9" fmla="*/ 12129 h 361971"/>
                <a:gd name="connsiteX10" fmla="*/ 348891 w 361670"/>
                <a:gd name="connsiteY10" fmla="*/ 180667 h 361971"/>
                <a:gd name="connsiteX11" fmla="*/ 348891 w 361670"/>
                <a:gd name="connsiteY11" fmla="*/ 180667 h 361971"/>
                <a:gd name="connsiteX12" fmla="*/ 180835 w 361670"/>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5" y="0"/>
                  </a:moveTo>
                  <a:cubicBezTo>
                    <a:pt x="80513" y="0"/>
                    <a:pt x="0" y="81077"/>
                    <a:pt x="0" y="180667"/>
                  </a:cubicBezTo>
                  <a:cubicBezTo>
                    <a:pt x="0" y="280895"/>
                    <a:pt x="81152" y="361972"/>
                    <a:pt x="180835" y="361972"/>
                  </a:cubicBezTo>
                  <a:cubicBezTo>
                    <a:pt x="280518" y="361972"/>
                    <a:pt x="361670" y="280895"/>
                    <a:pt x="361670" y="180667"/>
                  </a:cubicBezTo>
                  <a:cubicBezTo>
                    <a:pt x="361670" y="180667"/>
                    <a:pt x="361670" y="180667"/>
                    <a:pt x="361670" y="180667"/>
                  </a:cubicBezTo>
                  <a:cubicBezTo>
                    <a:pt x="361670" y="80438"/>
                    <a:pt x="281157" y="0"/>
                    <a:pt x="180835" y="0"/>
                  </a:cubicBezTo>
                  <a:cubicBezTo>
                    <a:pt x="180835" y="0"/>
                    <a:pt x="180835" y="0"/>
                    <a:pt x="180835" y="0"/>
                  </a:cubicBezTo>
                  <a:close/>
                  <a:moveTo>
                    <a:pt x="180835" y="348565"/>
                  </a:moveTo>
                  <a:cubicBezTo>
                    <a:pt x="87542" y="348565"/>
                    <a:pt x="12780" y="273234"/>
                    <a:pt x="12780" y="180667"/>
                  </a:cubicBezTo>
                  <a:cubicBezTo>
                    <a:pt x="12780" y="87461"/>
                    <a:pt x="88181" y="12129"/>
                    <a:pt x="180835" y="12129"/>
                  </a:cubicBezTo>
                  <a:cubicBezTo>
                    <a:pt x="273489" y="12129"/>
                    <a:pt x="348891" y="87461"/>
                    <a:pt x="348891" y="180667"/>
                  </a:cubicBezTo>
                  <a:lnTo>
                    <a:pt x="348891" y="180667"/>
                  </a:lnTo>
                  <a:cubicBezTo>
                    <a:pt x="348891" y="273234"/>
                    <a:pt x="273489" y="348565"/>
                    <a:pt x="180835" y="348565"/>
                  </a:cubicBezTo>
                  <a:close/>
                </a:path>
              </a:pathLst>
            </a:custGeom>
            <a:solidFill>
              <a:srgbClr val="046A38"/>
            </a:solidFill>
            <a:ln w="6390" cap="flat">
              <a:noFill/>
              <a:prstDash val="solid"/>
              <a:miter/>
            </a:ln>
          </p:spPr>
          <p:txBody>
            <a:bodyPr rtlCol="0" anchor="ctr"/>
            <a:lstStyle/>
            <a:p>
              <a:endParaRPr lang="en-US"/>
            </a:p>
          </p:txBody>
        </p:sp>
        <p:sp>
          <p:nvSpPr>
            <p:cNvPr id="922" name="Graphic 4">
              <a:extLst>
                <a:ext uri="{FF2B5EF4-FFF2-40B4-BE49-F238E27FC236}">
                  <a16:creationId xmlns:a16="http://schemas.microsoft.com/office/drawing/2014/main" id="{5AFD9165-11BB-2B43-A153-5DFD09263CD0}"/>
                </a:ext>
              </a:extLst>
            </p:cNvPr>
            <p:cNvSpPr/>
            <p:nvPr/>
          </p:nvSpPr>
          <p:spPr>
            <a:xfrm>
              <a:off x="540176" y="4865395"/>
              <a:ext cx="217670" cy="217055"/>
            </a:xfrm>
            <a:custGeom>
              <a:avLst/>
              <a:gdLst>
                <a:gd name="connsiteX0" fmla="*/ 210641 w 217670"/>
                <a:gd name="connsiteY0" fmla="*/ 24259 h 217055"/>
                <a:gd name="connsiteX1" fmla="*/ 192750 w 217670"/>
                <a:gd name="connsiteY1" fmla="*/ 24259 h 217055"/>
                <a:gd name="connsiteX2" fmla="*/ 192750 w 217670"/>
                <a:gd name="connsiteY2" fmla="*/ 6384 h 217055"/>
                <a:gd name="connsiteX3" fmla="*/ 186360 w 217670"/>
                <a:gd name="connsiteY3" fmla="*/ 0 h 217055"/>
                <a:gd name="connsiteX4" fmla="*/ 179970 w 217670"/>
                <a:gd name="connsiteY4" fmla="*/ 6384 h 217055"/>
                <a:gd name="connsiteX5" fmla="*/ 179970 w 217670"/>
                <a:gd name="connsiteY5" fmla="*/ 28090 h 217055"/>
                <a:gd name="connsiteX6" fmla="*/ 173580 w 217670"/>
                <a:gd name="connsiteY6" fmla="*/ 34474 h 217055"/>
                <a:gd name="connsiteX7" fmla="*/ 25972 w 217670"/>
                <a:gd name="connsiteY7" fmla="*/ 44050 h 217055"/>
                <a:gd name="connsiteX8" fmla="*/ 34279 w 217670"/>
                <a:gd name="connsiteY8" fmla="*/ 190243 h 217055"/>
                <a:gd name="connsiteX9" fmla="*/ 18304 w 217670"/>
                <a:gd name="connsiteY9" fmla="*/ 206203 h 217055"/>
                <a:gd name="connsiteX10" fmla="*/ 18304 w 217670"/>
                <a:gd name="connsiteY10" fmla="*/ 215140 h 217055"/>
                <a:gd name="connsiteX11" fmla="*/ 18304 w 217670"/>
                <a:gd name="connsiteY11" fmla="*/ 215140 h 217055"/>
                <a:gd name="connsiteX12" fmla="*/ 22777 w 217670"/>
                <a:gd name="connsiteY12" fmla="*/ 217055 h 217055"/>
                <a:gd name="connsiteX13" fmla="*/ 27250 w 217670"/>
                <a:gd name="connsiteY13" fmla="*/ 215140 h 217055"/>
                <a:gd name="connsiteX14" fmla="*/ 43864 w 217670"/>
                <a:gd name="connsiteY14" fmla="*/ 198542 h 217055"/>
                <a:gd name="connsiteX15" fmla="*/ 44503 w 217670"/>
                <a:gd name="connsiteY15" fmla="*/ 197265 h 217055"/>
                <a:gd name="connsiteX16" fmla="*/ 165273 w 217670"/>
                <a:gd name="connsiteY16" fmla="*/ 197265 h 217055"/>
                <a:gd name="connsiteX17" fmla="*/ 165912 w 217670"/>
                <a:gd name="connsiteY17" fmla="*/ 198542 h 217055"/>
                <a:gd name="connsiteX18" fmla="*/ 182526 w 217670"/>
                <a:gd name="connsiteY18" fmla="*/ 215140 h 217055"/>
                <a:gd name="connsiteX19" fmla="*/ 186999 w 217670"/>
                <a:gd name="connsiteY19" fmla="*/ 217055 h 217055"/>
                <a:gd name="connsiteX20" fmla="*/ 191472 w 217670"/>
                <a:gd name="connsiteY20" fmla="*/ 215140 h 217055"/>
                <a:gd name="connsiteX21" fmla="*/ 191472 w 217670"/>
                <a:gd name="connsiteY21" fmla="*/ 206203 h 217055"/>
                <a:gd name="connsiteX22" fmla="*/ 191472 w 217670"/>
                <a:gd name="connsiteY22" fmla="*/ 206203 h 217055"/>
                <a:gd name="connsiteX23" fmla="*/ 174858 w 217670"/>
                <a:gd name="connsiteY23" fmla="*/ 190243 h 217055"/>
                <a:gd name="connsiteX24" fmla="*/ 183165 w 217670"/>
                <a:gd name="connsiteY24" fmla="*/ 43411 h 217055"/>
                <a:gd name="connsiteX25" fmla="*/ 189555 w 217670"/>
                <a:gd name="connsiteY25" fmla="*/ 37027 h 217055"/>
                <a:gd name="connsiteX26" fmla="*/ 211280 w 217670"/>
                <a:gd name="connsiteY26" fmla="*/ 37027 h 217055"/>
                <a:gd name="connsiteX27" fmla="*/ 217670 w 217670"/>
                <a:gd name="connsiteY27" fmla="*/ 30643 h 217055"/>
                <a:gd name="connsiteX28" fmla="*/ 210641 w 217670"/>
                <a:gd name="connsiteY28" fmla="*/ 24259 h 217055"/>
                <a:gd name="connsiteX29" fmla="*/ 210641 w 217670"/>
                <a:gd name="connsiteY29" fmla="*/ 24259 h 217055"/>
                <a:gd name="connsiteX30" fmla="*/ 195945 w 217670"/>
                <a:gd name="connsiteY30" fmla="*/ 112358 h 217055"/>
                <a:gd name="connsiteX31" fmla="*/ 103929 w 217670"/>
                <a:gd name="connsiteY31" fmla="*/ 204926 h 217055"/>
                <a:gd name="connsiteX32" fmla="*/ 11275 w 217670"/>
                <a:gd name="connsiteY32" fmla="*/ 112997 h 217055"/>
                <a:gd name="connsiteX33" fmla="*/ 103290 w 217670"/>
                <a:gd name="connsiteY33" fmla="*/ 20429 h 217055"/>
                <a:gd name="connsiteX34" fmla="*/ 163995 w 217670"/>
                <a:gd name="connsiteY34" fmla="*/ 42773 h 217055"/>
                <a:gd name="connsiteX35" fmla="*/ 149937 w 217670"/>
                <a:gd name="connsiteY35" fmla="*/ 56818 h 217055"/>
                <a:gd name="connsiteX36" fmla="*/ 48337 w 217670"/>
                <a:gd name="connsiteY36" fmla="*/ 65755 h 217055"/>
                <a:gd name="connsiteX37" fmla="*/ 57283 w 217670"/>
                <a:gd name="connsiteY37" fmla="*/ 167260 h 217055"/>
                <a:gd name="connsiteX38" fmla="*/ 158883 w 217670"/>
                <a:gd name="connsiteY38" fmla="*/ 158323 h 217055"/>
                <a:gd name="connsiteX39" fmla="*/ 158883 w 217670"/>
                <a:gd name="connsiteY39" fmla="*/ 65755 h 217055"/>
                <a:gd name="connsiteX40" fmla="*/ 172941 w 217670"/>
                <a:gd name="connsiteY40" fmla="*/ 51710 h 217055"/>
                <a:gd name="connsiteX41" fmla="*/ 195945 w 217670"/>
                <a:gd name="connsiteY41" fmla="*/ 112358 h 217055"/>
                <a:gd name="connsiteX42" fmla="*/ 130767 w 217670"/>
                <a:gd name="connsiteY42" fmla="*/ 112358 h 217055"/>
                <a:gd name="connsiteX43" fmla="*/ 104568 w 217670"/>
                <a:gd name="connsiteY43" fmla="*/ 139171 h 217055"/>
                <a:gd name="connsiteX44" fmla="*/ 77731 w 217670"/>
                <a:gd name="connsiteY44" fmla="*/ 112997 h 217055"/>
                <a:gd name="connsiteX45" fmla="*/ 103929 w 217670"/>
                <a:gd name="connsiteY45" fmla="*/ 86184 h 217055"/>
                <a:gd name="connsiteX46" fmla="*/ 117987 w 217670"/>
                <a:gd name="connsiteY46" fmla="*/ 90014 h 217055"/>
                <a:gd name="connsiteX47" fmla="*/ 100095 w 217670"/>
                <a:gd name="connsiteY47" fmla="*/ 107889 h 217055"/>
                <a:gd name="connsiteX48" fmla="*/ 100095 w 217670"/>
                <a:gd name="connsiteY48" fmla="*/ 116827 h 217055"/>
                <a:gd name="connsiteX49" fmla="*/ 104568 w 217670"/>
                <a:gd name="connsiteY49" fmla="*/ 118742 h 217055"/>
                <a:gd name="connsiteX50" fmla="*/ 109041 w 217670"/>
                <a:gd name="connsiteY50" fmla="*/ 116827 h 217055"/>
                <a:gd name="connsiteX51" fmla="*/ 126933 w 217670"/>
                <a:gd name="connsiteY51" fmla="*/ 98952 h 217055"/>
                <a:gd name="connsiteX52" fmla="*/ 130767 w 217670"/>
                <a:gd name="connsiteY52" fmla="*/ 112358 h 217055"/>
                <a:gd name="connsiteX53" fmla="*/ 130767 w 217670"/>
                <a:gd name="connsiteY53" fmla="*/ 112358 h 217055"/>
                <a:gd name="connsiteX54" fmla="*/ 126933 w 217670"/>
                <a:gd name="connsiteY54" fmla="*/ 80438 h 217055"/>
                <a:gd name="connsiteX55" fmla="*/ 72619 w 217670"/>
                <a:gd name="connsiteY55" fmla="*/ 89376 h 217055"/>
                <a:gd name="connsiteX56" fmla="*/ 81565 w 217670"/>
                <a:gd name="connsiteY56" fmla="*/ 143640 h 217055"/>
                <a:gd name="connsiteX57" fmla="*/ 135879 w 217670"/>
                <a:gd name="connsiteY57" fmla="*/ 134702 h 217055"/>
                <a:gd name="connsiteX58" fmla="*/ 135879 w 217670"/>
                <a:gd name="connsiteY58" fmla="*/ 89376 h 217055"/>
                <a:gd name="connsiteX59" fmla="*/ 149937 w 217670"/>
                <a:gd name="connsiteY59" fmla="*/ 75331 h 217055"/>
                <a:gd name="connsiteX60" fmla="*/ 140991 w 217670"/>
                <a:gd name="connsiteY60" fmla="*/ 158323 h 217055"/>
                <a:gd name="connsiteX61" fmla="*/ 57922 w 217670"/>
                <a:gd name="connsiteY61" fmla="*/ 149385 h 217055"/>
                <a:gd name="connsiteX62" fmla="*/ 66868 w 217670"/>
                <a:gd name="connsiteY62" fmla="*/ 66394 h 217055"/>
                <a:gd name="connsiteX63" fmla="*/ 140991 w 217670"/>
                <a:gd name="connsiteY63" fmla="*/ 66394 h 217055"/>
                <a:gd name="connsiteX64" fmla="*/ 126933 w 217670"/>
                <a:gd name="connsiteY64" fmla="*/ 80438 h 217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17670" h="217055">
                  <a:moveTo>
                    <a:pt x="210641" y="24259"/>
                  </a:moveTo>
                  <a:lnTo>
                    <a:pt x="192750" y="24259"/>
                  </a:lnTo>
                  <a:lnTo>
                    <a:pt x="192750" y="6384"/>
                  </a:lnTo>
                  <a:cubicBezTo>
                    <a:pt x="192750" y="2554"/>
                    <a:pt x="190194" y="0"/>
                    <a:pt x="186360" y="0"/>
                  </a:cubicBezTo>
                  <a:cubicBezTo>
                    <a:pt x="182526" y="0"/>
                    <a:pt x="179970" y="2554"/>
                    <a:pt x="179970" y="6384"/>
                  </a:cubicBezTo>
                  <a:lnTo>
                    <a:pt x="179970" y="28090"/>
                  </a:lnTo>
                  <a:lnTo>
                    <a:pt x="173580" y="34474"/>
                  </a:lnTo>
                  <a:cubicBezTo>
                    <a:pt x="130128" y="-3830"/>
                    <a:pt x="64312" y="638"/>
                    <a:pt x="25972" y="44050"/>
                  </a:cubicBezTo>
                  <a:cubicBezTo>
                    <a:pt x="-11728" y="86822"/>
                    <a:pt x="-7894" y="151939"/>
                    <a:pt x="34279" y="190243"/>
                  </a:cubicBezTo>
                  <a:lnTo>
                    <a:pt x="18304" y="206203"/>
                  </a:lnTo>
                  <a:cubicBezTo>
                    <a:pt x="15748" y="208756"/>
                    <a:pt x="15748" y="212587"/>
                    <a:pt x="18304" y="215140"/>
                  </a:cubicBezTo>
                  <a:cubicBezTo>
                    <a:pt x="18304" y="215140"/>
                    <a:pt x="18304" y="215140"/>
                    <a:pt x="18304" y="215140"/>
                  </a:cubicBezTo>
                  <a:cubicBezTo>
                    <a:pt x="19582" y="216417"/>
                    <a:pt x="20860" y="217055"/>
                    <a:pt x="22777" y="217055"/>
                  </a:cubicBezTo>
                  <a:cubicBezTo>
                    <a:pt x="24694" y="217055"/>
                    <a:pt x="25972" y="216417"/>
                    <a:pt x="27250" y="215140"/>
                  </a:cubicBezTo>
                  <a:lnTo>
                    <a:pt x="43864" y="198542"/>
                  </a:lnTo>
                  <a:cubicBezTo>
                    <a:pt x="43864" y="198542"/>
                    <a:pt x="44503" y="197903"/>
                    <a:pt x="44503" y="197265"/>
                  </a:cubicBezTo>
                  <a:cubicBezTo>
                    <a:pt x="80926" y="222801"/>
                    <a:pt x="128850" y="222801"/>
                    <a:pt x="165273" y="197265"/>
                  </a:cubicBezTo>
                  <a:cubicBezTo>
                    <a:pt x="165273" y="197903"/>
                    <a:pt x="165912" y="197903"/>
                    <a:pt x="165912" y="198542"/>
                  </a:cubicBezTo>
                  <a:lnTo>
                    <a:pt x="182526" y="215140"/>
                  </a:lnTo>
                  <a:cubicBezTo>
                    <a:pt x="183804" y="216417"/>
                    <a:pt x="185082" y="217055"/>
                    <a:pt x="186999" y="217055"/>
                  </a:cubicBezTo>
                  <a:cubicBezTo>
                    <a:pt x="188916" y="217055"/>
                    <a:pt x="190194" y="216417"/>
                    <a:pt x="191472" y="215140"/>
                  </a:cubicBezTo>
                  <a:cubicBezTo>
                    <a:pt x="194028" y="212587"/>
                    <a:pt x="194028" y="208756"/>
                    <a:pt x="191472" y="206203"/>
                  </a:cubicBezTo>
                  <a:cubicBezTo>
                    <a:pt x="191472" y="206203"/>
                    <a:pt x="191472" y="206203"/>
                    <a:pt x="191472" y="206203"/>
                  </a:cubicBezTo>
                  <a:lnTo>
                    <a:pt x="174858" y="190243"/>
                  </a:lnTo>
                  <a:cubicBezTo>
                    <a:pt x="217670" y="151939"/>
                    <a:pt x="221504" y="86184"/>
                    <a:pt x="183165" y="43411"/>
                  </a:cubicBezTo>
                  <a:lnTo>
                    <a:pt x="189555" y="37027"/>
                  </a:lnTo>
                  <a:lnTo>
                    <a:pt x="211280" y="37027"/>
                  </a:lnTo>
                  <a:cubicBezTo>
                    <a:pt x="215114" y="37027"/>
                    <a:pt x="217670" y="34474"/>
                    <a:pt x="217670" y="30643"/>
                  </a:cubicBezTo>
                  <a:cubicBezTo>
                    <a:pt x="217670" y="26813"/>
                    <a:pt x="214475" y="24259"/>
                    <a:pt x="210641" y="24259"/>
                  </a:cubicBezTo>
                  <a:lnTo>
                    <a:pt x="210641" y="24259"/>
                  </a:lnTo>
                  <a:close/>
                  <a:moveTo>
                    <a:pt x="195945" y="112358"/>
                  </a:moveTo>
                  <a:cubicBezTo>
                    <a:pt x="195945" y="163430"/>
                    <a:pt x="155049" y="204926"/>
                    <a:pt x="103929" y="204926"/>
                  </a:cubicBezTo>
                  <a:cubicBezTo>
                    <a:pt x="52810" y="204926"/>
                    <a:pt x="11275" y="164068"/>
                    <a:pt x="11275" y="112997"/>
                  </a:cubicBezTo>
                  <a:cubicBezTo>
                    <a:pt x="11275" y="61925"/>
                    <a:pt x="52171" y="20429"/>
                    <a:pt x="103290" y="20429"/>
                  </a:cubicBezTo>
                  <a:cubicBezTo>
                    <a:pt x="125655" y="20429"/>
                    <a:pt x="147381" y="28090"/>
                    <a:pt x="163995" y="42773"/>
                  </a:cubicBezTo>
                  <a:lnTo>
                    <a:pt x="149937" y="56818"/>
                  </a:lnTo>
                  <a:cubicBezTo>
                    <a:pt x="119265" y="31282"/>
                    <a:pt x="73897" y="35112"/>
                    <a:pt x="48337" y="65755"/>
                  </a:cubicBezTo>
                  <a:cubicBezTo>
                    <a:pt x="22777" y="96398"/>
                    <a:pt x="26611" y="141724"/>
                    <a:pt x="57283" y="167260"/>
                  </a:cubicBezTo>
                  <a:cubicBezTo>
                    <a:pt x="87955" y="192796"/>
                    <a:pt x="133323" y="188966"/>
                    <a:pt x="158883" y="158323"/>
                  </a:cubicBezTo>
                  <a:cubicBezTo>
                    <a:pt x="181248" y="131510"/>
                    <a:pt x="181248" y="92568"/>
                    <a:pt x="158883" y="65755"/>
                  </a:cubicBezTo>
                  <a:lnTo>
                    <a:pt x="172941" y="51710"/>
                  </a:lnTo>
                  <a:cubicBezTo>
                    <a:pt x="188277" y="68947"/>
                    <a:pt x="195945" y="90653"/>
                    <a:pt x="195945" y="112358"/>
                  </a:cubicBezTo>
                  <a:close/>
                  <a:moveTo>
                    <a:pt x="130767" y="112358"/>
                  </a:moveTo>
                  <a:cubicBezTo>
                    <a:pt x="130767" y="127041"/>
                    <a:pt x="119265" y="139171"/>
                    <a:pt x="104568" y="139171"/>
                  </a:cubicBezTo>
                  <a:cubicBezTo>
                    <a:pt x="89872" y="139171"/>
                    <a:pt x="77731" y="127680"/>
                    <a:pt x="77731" y="112997"/>
                  </a:cubicBezTo>
                  <a:cubicBezTo>
                    <a:pt x="77731" y="98313"/>
                    <a:pt x="89233" y="86184"/>
                    <a:pt x="103929" y="86184"/>
                  </a:cubicBezTo>
                  <a:cubicBezTo>
                    <a:pt x="109041" y="86184"/>
                    <a:pt x="113514" y="87461"/>
                    <a:pt x="117987" y="90014"/>
                  </a:cubicBezTo>
                  <a:lnTo>
                    <a:pt x="100095" y="107889"/>
                  </a:lnTo>
                  <a:cubicBezTo>
                    <a:pt x="97540" y="110443"/>
                    <a:pt x="97540" y="114273"/>
                    <a:pt x="100095" y="116827"/>
                  </a:cubicBezTo>
                  <a:cubicBezTo>
                    <a:pt x="101373" y="118104"/>
                    <a:pt x="102651" y="118742"/>
                    <a:pt x="104568" y="118742"/>
                  </a:cubicBezTo>
                  <a:cubicBezTo>
                    <a:pt x="106485" y="118742"/>
                    <a:pt x="107763" y="118104"/>
                    <a:pt x="109041" y="116827"/>
                  </a:cubicBezTo>
                  <a:lnTo>
                    <a:pt x="126933" y="98952"/>
                  </a:lnTo>
                  <a:cubicBezTo>
                    <a:pt x="129489" y="103421"/>
                    <a:pt x="130767" y="107889"/>
                    <a:pt x="130767" y="112358"/>
                  </a:cubicBezTo>
                  <a:lnTo>
                    <a:pt x="130767" y="112358"/>
                  </a:lnTo>
                  <a:close/>
                  <a:moveTo>
                    <a:pt x="126933" y="80438"/>
                  </a:moveTo>
                  <a:cubicBezTo>
                    <a:pt x="109680" y="68309"/>
                    <a:pt x="84760" y="72139"/>
                    <a:pt x="72619" y="89376"/>
                  </a:cubicBezTo>
                  <a:cubicBezTo>
                    <a:pt x="60478" y="106613"/>
                    <a:pt x="64312" y="131510"/>
                    <a:pt x="81565" y="143640"/>
                  </a:cubicBezTo>
                  <a:cubicBezTo>
                    <a:pt x="98817" y="155769"/>
                    <a:pt x="123738" y="151939"/>
                    <a:pt x="135879" y="134702"/>
                  </a:cubicBezTo>
                  <a:cubicBezTo>
                    <a:pt x="145464" y="121296"/>
                    <a:pt x="145464" y="102782"/>
                    <a:pt x="135879" y="89376"/>
                  </a:cubicBezTo>
                  <a:lnTo>
                    <a:pt x="149937" y="75331"/>
                  </a:lnTo>
                  <a:cubicBezTo>
                    <a:pt x="170385" y="100867"/>
                    <a:pt x="166551" y="137894"/>
                    <a:pt x="140991" y="158323"/>
                  </a:cubicBezTo>
                  <a:cubicBezTo>
                    <a:pt x="115431" y="178752"/>
                    <a:pt x="78370" y="174921"/>
                    <a:pt x="57922" y="149385"/>
                  </a:cubicBezTo>
                  <a:cubicBezTo>
                    <a:pt x="37474" y="123849"/>
                    <a:pt x="41308" y="86822"/>
                    <a:pt x="66868" y="66394"/>
                  </a:cubicBezTo>
                  <a:cubicBezTo>
                    <a:pt x="88594" y="49157"/>
                    <a:pt x="119265" y="49157"/>
                    <a:pt x="140991" y="66394"/>
                  </a:cubicBezTo>
                  <a:lnTo>
                    <a:pt x="126933" y="80438"/>
                  </a:lnTo>
                  <a:close/>
                </a:path>
              </a:pathLst>
            </a:custGeom>
            <a:solidFill>
              <a:srgbClr val="046A38"/>
            </a:solidFill>
            <a:ln w="6390" cap="flat">
              <a:noFill/>
              <a:prstDash val="solid"/>
              <a:miter/>
            </a:ln>
          </p:spPr>
          <p:txBody>
            <a:bodyPr rtlCol="0" anchor="ctr"/>
            <a:lstStyle/>
            <a:p>
              <a:endParaRPr lang="en-US"/>
            </a:p>
          </p:txBody>
        </p:sp>
      </p:grpSp>
      <p:grpSp>
        <p:nvGrpSpPr>
          <p:cNvPr id="923" name="Graphic 4">
            <a:extLst>
              <a:ext uri="{FF2B5EF4-FFF2-40B4-BE49-F238E27FC236}">
                <a16:creationId xmlns:a16="http://schemas.microsoft.com/office/drawing/2014/main" id="{A059B481-D824-FD43-9900-B1622FAA0AFF}"/>
              </a:ext>
            </a:extLst>
          </p:cNvPr>
          <p:cNvGrpSpPr>
            <a:grpSpLocks noChangeAspect="1"/>
          </p:cNvGrpSpPr>
          <p:nvPr/>
        </p:nvGrpSpPr>
        <p:grpSpPr>
          <a:xfrm>
            <a:off x="905454" y="4793256"/>
            <a:ext cx="362309" cy="361971"/>
            <a:chOff x="905454" y="4793256"/>
            <a:chExt cx="362309" cy="361971"/>
          </a:xfrm>
          <a:solidFill>
            <a:srgbClr val="046A38"/>
          </a:solidFill>
        </p:grpSpPr>
        <p:sp>
          <p:nvSpPr>
            <p:cNvPr id="924" name="Graphic 4">
              <a:extLst>
                <a:ext uri="{FF2B5EF4-FFF2-40B4-BE49-F238E27FC236}">
                  <a16:creationId xmlns:a16="http://schemas.microsoft.com/office/drawing/2014/main" id="{CE9BD40B-C8E3-6A45-9B76-CCC20E8784B8}"/>
                </a:ext>
              </a:extLst>
            </p:cNvPr>
            <p:cNvSpPr/>
            <p:nvPr/>
          </p:nvSpPr>
          <p:spPr>
            <a:xfrm>
              <a:off x="1023028" y="4919021"/>
              <a:ext cx="118852" cy="118741"/>
            </a:xfrm>
            <a:custGeom>
              <a:avLst/>
              <a:gdLst>
                <a:gd name="connsiteX0" fmla="*/ 59426 w 118852"/>
                <a:gd name="connsiteY0" fmla="*/ 0 h 118741"/>
                <a:gd name="connsiteX1" fmla="*/ 0 w 118852"/>
                <a:gd name="connsiteY1" fmla="*/ 59371 h 118741"/>
                <a:gd name="connsiteX2" fmla="*/ 59426 w 118852"/>
                <a:gd name="connsiteY2" fmla="*/ 118742 h 118741"/>
                <a:gd name="connsiteX3" fmla="*/ 118853 w 118852"/>
                <a:gd name="connsiteY3" fmla="*/ 59371 h 118741"/>
                <a:gd name="connsiteX4" fmla="*/ 105434 w 118852"/>
                <a:gd name="connsiteY4" fmla="*/ 22344 h 118741"/>
                <a:gd name="connsiteX5" fmla="*/ 91376 w 118852"/>
                <a:gd name="connsiteY5" fmla="*/ 36388 h 118741"/>
                <a:gd name="connsiteX6" fmla="*/ 82430 w 118852"/>
                <a:gd name="connsiteY6" fmla="*/ 91291 h 118741"/>
                <a:gd name="connsiteX7" fmla="*/ 27477 w 118852"/>
                <a:gd name="connsiteY7" fmla="*/ 82353 h 118741"/>
                <a:gd name="connsiteX8" fmla="*/ 36423 w 118852"/>
                <a:gd name="connsiteY8" fmla="*/ 27451 h 118741"/>
                <a:gd name="connsiteX9" fmla="*/ 82430 w 118852"/>
                <a:gd name="connsiteY9" fmla="*/ 27451 h 118741"/>
                <a:gd name="connsiteX10" fmla="*/ 96488 w 118852"/>
                <a:gd name="connsiteY10" fmla="*/ 13406 h 118741"/>
                <a:gd name="connsiteX11" fmla="*/ 59426 w 118852"/>
                <a:gd name="connsiteY11" fmla="*/ 0 h 11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8852" h="118741">
                  <a:moveTo>
                    <a:pt x="59426" y="0"/>
                  </a:moveTo>
                  <a:cubicBezTo>
                    <a:pt x="26838" y="0"/>
                    <a:pt x="0" y="26174"/>
                    <a:pt x="0" y="59371"/>
                  </a:cubicBezTo>
                  <a:cubicBezTo>
                    <a:pt x="0" y="91929"/>
                    <a:pt x="26199" y="118742"/>
                    <a:pt x="59426" y="118742"/>
                  </a:cubicBezTo>
                  <a:cubicBezTo>
                    <a:pt x="92015" y="118742"/>
                    <a:pt x="118853" y="92568"/>
                    <a:pt x="118853" y="59371"/>
                  </a:cubicBezTo>
                  <a:cubicBezTo>
                    <a:pt x="118853" y="45964"/>
                    <a:pt x="114380" y="32558"/>
                    <a:pt x="105434" y="22344"/>
                  </a:cubicBezTo>
                  <a:lnTo>
                    <a:pt x="91376" y="36388"/>
                  </a:lnTo>
                  <a:cubicBezTo>
                    <a:pt x="104156" y="54264"/>
                    <a:pt x="100322" y="78523"/>
                    <a:pt x="82430" y="91291"/>
                  </a:cubicBezTo>
                  <a:cubicBezTo>
                    <a:pt x="64538" y="104059"/>
                    <a:pt x="40257" y="100228"/>
                    <a:pt x="27477" y="82353"/>
                  </a:cubicBezTo>
                  <a:cubicBezTo>
                    <a:pt x="14697" y="64478"/>
                    <a:pt x="18531" y="40219"/>
                    <a:pt x="36423" y="27451"/>
                  </a:cubicBezTo>
                  <a:cubicBezTo>
                    <a:pt x="50480" y="17236"/>
                    <a:pt x="69011" y="17236"/>
                    <a:pt x="82430" y="27451"/>
                  </a:cubicBezTo>
                  <a:lnTo>
                    <a:pt x="96488" y="13406"/>
                  </a:lnTo>
                  <a:cubicBezTo>
                    <a:pt x="86264" y="4468"/>
                    <a:pt x="72845" y="0"/>
                    <a:pt x="59426" y="0"/>
                  </a:cubicBezTo>
                  <a:close/>
                </a:path>
              </a:pathLst>
            </a:custGeom>
            <a:solidFill>
              <a:srgbClr val="046A38"/>
            </a:solidFill>
            <a:ln w="6390" cap="flat">
              <a:noFill/>
              <a:prstDash val="solid"/>
              <a:miter/>
            </a:ln>
          </p:spPr>
          <p:txBody>
            <a:bodyPr rtlCol="0" anchor="ctr"/>
            <a:lstStyle/>
            <a:p>
              <a:endParaRPr lang="en-US"/>
            </a:p>
          </p:txBody>
        </p:sp>
        <p:sp>
          <p:nvSpPr>
            <p:cNvPr id="925" name="Graphic 4">
              <a:extLst>
                <a:ext uri="{FF2B5EF4-FFF2-40B4-BE49-F238E27FC236}">
                  <a16:creationId xmlns:a16="http://schemas.microsoft.com/office/drawing/2014/main" id="{5E970424-944F-4A49-9746-77C14DCF5953}"/>
                </a:ext>
              </a:extLst>
            </p:cNvPr>
            <p:cNvSpPr/>
            <p:nvPr/>
          </p:nvSpPr>
          <p:spPr>
            <a:xfrm>
              <a:off x="1055664" y="4951626"/>
              <a:ext cx="52989" cy="52893"/>
            </a:xfrm>
            <a:custGeom>
              <a:avLst/>
              <a:gdLst>
                <a:gd name="connsiteX0" fmla="*/ 26791 w 52989"/>
                <a:gd name="connsiteY0" fmla="*/ 32511 h 52893"/>
                <a:gd name="connsiteX1" fmla="*/ 20401 w 52989"/>
                <a:gd name="connsiteY1" fmla="*/ 26127 h 52893"/>
                <a:gd name="connsiteX2" fmla="*/ 22318 w 52989"/>
                <a:gd name="connsiteY2" fmla="*/ 21659 h 52893"/>
                <a:gd name="connsiteX3" fmla="*/ 40210 w 52989"/>
                <a:gd name="connsiteY3" fmla="*/ 3783 h 52893"/>
                <a:gd name="connsiteX4" fmla="*/ 3787 w 52989"/>
                <a:gd name="connsiteY4" fmla="*/ 12721 h 52893"/>
                <a:gd name="connsiteX5" fmla="*/ 12733 w 52989"/>
                <a:gd name="connsiteY5" fmla="*/ 49110 h 52893"/>
                <a:gd name="connsiteX6" fmla="*/ 49155 w 52989"/>
                <a:gd name="connsiteY6" fmla="*/ 40172 h 52893"/>
                <a:gd name="connsiteX7" fmla="*/ 49155 w 52989"/>
                <a:gd name="connsiteY7" fmla="*/ 12721 h 52893"/>
                <a:gd name="connsiteX8" fmla="*/ 31264 w 52989"/>
                <a:gd name="connsiteY8" fmla="*/ 30596 h 52893"/>
                <a:gd name="connsiteX9" fmla="*/ 26791 w 52989"/>
                <a:gd name="connsiteY9" fmla="*/ 32511 h 5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989" h="52893">
                  <a:moveTo>
                    <a:pt x="26791" y="32511"/>
                  </a:moveTo>
                  <a:cubicBezTo>
                    <a:pt x="22957" y="32511"/>
                    <a:pt x="20401" y="29958"/>
                    <a:pt x="20401" y="26127"/>
                  </a:cubicBezTo>
                  <a:cubicBezTo>
                    <a:pt x="20401" y="24212"/>
                    <a:pt x="21040" y="22935"/>
                    <a:pt x="22318" y="21659"/>
                  </a:cubicBezTo>
                  <a:lnTo>
                    <a:pt x="40210" y="3783"/>
                  </a:lnTo>
                  <a:cubicBezTo>
                    <a:pt x="27430" y="-3877"/>
                    <a:pt x="11455" y="591"/>
                    <a:pt x="3787" y="12721"/>
                  </a:cubicBezTo>
                  <a:cubicBezTo>
                    <a:pt x="-3881" y="24851"/>
                    <a:pt x="592" y="41449"/>
                    <a:pt x="12733" y="49110"/>
                  </a:cubicBezTo>
                  <a:cubicBezTo>
                    <a:pt x="25513" y="56771"/>
                    <a:pt x="41488" y="52302"/>
                    <a:pt x="49155" y="40172"/>
                  </a:cubicBezTo>
                  <a:cubicBezTo>
                    <a:pt x="54267" y="31873"/>
                    <a:pt x="54267" y="21020"/>
                    <a:pt x="49155" y="12721"/>
                  </a:cubicBezTo>
                  <a:lnTo>
                    <a:pt x="31264" y="30596"/>
                  </a:lnTo>
                  <a:cubicBezTo>
                    <a:pt x="29986" y="31873"/>
                    <a:pt x="28708" y="32511"/>
                    <a:pt x="26791" y="32511"/>
                  </a:cubicBezTo>
                  <a:close/>
                </a:path>
              </a:pathLst>
            </a:custGeom>
            <a:solidFill>
              <a:srgbClr val="046A38"/>
            </a:solidFill>
            <a:ln w="6390" cap="flat">
              <a:noFill/>
              <a:prstDash val="solid"/>
              <a:miter/>
            </a:ln>
          </p:spPr>
          <p:txBody>
            <a:bodyPr rtlCol="0" anchor="ctr"/>
            <a:lstStyle/>
            <a:p>
              <a:endParaRPr lang="en-US"/>
            </a:p>
          </p:txBody>
        </p:sp>
        <p:sp>
          <p:nvSpPr>
            <p:cNvPr id="926" name="Graphic 4">
              <a:extLst>
                <a:ext uri="{FF2B5EF4-FFF2-40B4-BE49-F238E27FC236}">
                  <a16:creationId xmlns:a16="http://schemas.microsoft.com/office/drawing/2014/main" id="{E4979E4F-C6AC-7B48-9224-60807B263ACA}"/>
                </a:ext>
              </a:extLst>
            </p:cNvPr>
            <p:cNvSpPr/>
            <p:nvPr/>
          </p:nvSpPr>
          <p:spPr>
            <a:xfrm>
              <a:off x="990865" y="4886249"/>
              <a:ext cx="183764" cy="183647"/>
            </a:xfrm>
            <a:custGeom>
              <a:avLst/>
              <a:gdLst>
                <a:gd name="connsiteX0" fmla="*/ 163796 w 183764"/>
                <a:gd name="connsiteY0" fmla="*/ 91504 h 183647"/>
                <a:gd name="connsiteX1" fmla="*/ 91590 w 183764"/>
                <a:gd name="connsiteY1" fmla="*/ 163644 h 183647"/>
                <a:gd name="connsiteX2" fmla="*/ 19384 w 183764"/>
                <a:gd name="connsiteY2" fmla="*/ 91504 h 183647"/>
                <a:gd name="connsiteX3" fmla="*/ 91590 w 183764"/>
                <a:gd name="connsiteY3" fmla="*/ 19365 h 183647"/>
                <a:gd name="connsiteX4" fmla="*/ 138236 w 183764"/>
                <a:gd name="connsiteY4" fmla="*/ 36602 h 183647"/>
                <a:gd name="connsiteX5" fmla="*/ 152294 w 183764"/>
                <a:gd name="connsiteY5" fmla="*/ 22557 h 183647"/>
                <a:gd name="connsiteX6" fmla="*/ 22579 w 183764"/>
                <a:gd name="connsiteY6" fmla="*/ 31495 h 183647"/>
                <a:gd name="connsiteX7" fmla="*/ 31524 w 183764"/>
                <a:gd name="connsiteY7" fmla="*/ 161090 h 183647"/>
                <a:gd name="connsiteX8" fmla="*/ 161240 w 183764"/>
                <a:gd name="connsiteY8" fmla="*/ 152152 h 183647"/>
                <a:gd name="connsiteX9" fmla="*/ 161240 w 183764"/>
                <a:gd name="connsiteY9" fmla="*/ 31495 h 183647"/>
                <a:gd name="connsiteX10" fmla="*/ 146543 w 183764"/>
                <a:gd name="connsiteY10" fmla="*/ 45540 h 183647"/>
                <a:gd name="connsiteX11" fmla="*/ 163796 w 183764"/>
                <a:gd name="connsiteY11" fmla="*/ 91504 h 183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3764" h="183647">
                  <a:moveTo>
                    <a:pt x="163796" y="91504"/>
                  </a:moveTo>
                  <a:cubicBezTo>
                    <a:pt x="163796" y="131085"/>
                    <a:pt x="131207" y="163644"/>
                    <a:pt x="91590" y="163644"/>
                  </a:cubicBezTo>
                  <a:cubicBezTo>
                    <a:pt x="51972" y="163644"/>
                    <a:pt x="19384" y="131085"/>
                    <a:pt x="19384" y="91504"/>
                  </a:cubicBezTo>
                  <a:cubicBezTo>
                    <a:pt x="19384" y="51924"/>
                    <a:pt x="51972" y="19365"/>
                    <a:pt x="91590" y="19365"/>
                  </a:cubicBezTo>
                  <a:cubicBezTo>
                    <a:pt x="108843" y="19365"/>
                    <a:pt x="125456" y="25111"/>
                    <a:pt x="138236" y="36602"/>
                  </a:cubicBezTo>
                  <a:lnTo>
                    <a:pt x="152294" y="22557"/>
                  </a:lnTo>
                  <a:cubicBezTo>
                    <a:pt x="113955" y="-10639"/>
                    <a:pt x="55806" y="-6809"/>
                    <a:pt x="22579" y="31495"/>
                  </a:cubicBezTo>
                  <a:cubicBezTo>
                    <a:pt x="-10649" y="69799"/>
                    <a:pt x="-6815" y="127893"/>
                    <a:pt x="31524" y="161090"/>
                  </a:cubicBezTo>
                  <a:cubicBezTo>
                    <a:pt x="69864" y="194287"/>
                    <a:pt x="128013" y="190456"/>
                    <a:pt x="161240" y="152152"/>
                  </a:cubicBezTo>
                  <a:cubicBezTo>
                    <a:pt x="191273" y="117679"/>
                    <a:pt x="191273" y="65968"/>
                    <a:pt x="161240" y="31495"/>
                  </a:cubicBezTo>
                  <a:lnTo>
                    <a:pt x="146543" y="45540"/>
                  </a:lnTo>
                  <a:cubicBezTo>
                    <a:pt x="157406" y="58308"/>
                    <a:pt x="163796" y="74906"/>
                    <a:pt x="163796" y="91504"/>
                  </a:cubicBezTo>
                  <a:close/>
                </a:path>
              </a:pathLst>
            </a:custGeom>
            <a:solidFill>
              <a:srgbClr val="046A38"/>
            </a:solidFill>
            <a:ln w="6390" cap="flat">
              <a:noFill/>
              <a:prstDash val="solid"/>
              <a:miter/>
            </a:ln>
          </p:spPr>
          <p:txBody>
            <a:bodyPr rtlCol="0" anchor="ctr"/>
            <a:lstStyle/>
            <a:p>
              <a:endParaRPr lang="en-US"/>
            </a:p>
          </p:txBody>
        </p:sp>
        <p:sp>
          <p:nvSpPr>
            <p:cNvPr id="927" name="Graphic 4">
              <a:extLst>
                <a:ext uri="{FF2B5EF4-FFF2-40B4-BE49-F238E27FC236}">
                  <a16:creationId xmlns:a16="http://schemas.microsoft.com/office/drawing/2014/main" id="{C9F4703A-9C4C-9840-AE9F-11A64B497641}"/>
                </a:ext>
              </a:extLst>
            </p:cNvPr>
            <p:cNvSpPr/>
            <p:nvPr/>
          </p:nvSpPr>
          <p:spPr>
            <a:xfrm>
              <a:off x="905454" y="4793256"/>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83074 w 362309"/>
                <a:gd name="connsiteY6" fmla="*/ 109166 h 361971"/>
                <a:gd name="connsiteX7" fmla="*/ 261348 w 362309"/>
                <a:gd name="connsiteY7" fmla="*/ 109166 h 361971"/>
                <a:gd name="connsiteX8" fmla="*/ 254959 w 362309"/>
                <a:gd name="connsiteY8" fmla="*/ 115550 h 361971"/>
                <a:gd name="connsiteX9" fmla="*/ 246652 w 362309"/>
                <a:gd name="connsiteY9" fmla="*/ 262382 h 361971"/>
                <a:gd name="connsiteX10" fmla="*/ 263265 w 362309"/>
                <a:gd name="connsiteY10" fmla="*/ 278341 h 361971"/>
                <a:gd name="connsiteX11" fmla="*/ 263265 w 362309"/>
                <a:gd name="connsiteY11" fmla="*/ 287279 h 361971"/>
                <a:gd name="connsiteX12" fmla="*/ 263265 w 362309"/>
                <a:gd name="connsiteY12" fmla="*/ 287279 h 361971"/>
                <a:gd name="connsiteX13" fmla="*/ 254320 w 362309"/>
                <a:gd name="connsiteY13" fmla="*/ 287279 h 361971"/>
                <a:gd name="connsiteX14" fmla="*/ 254320 w 362309"/>
                <a:gd name="connsiteY14" fmla="*/ 287279 h 361971"/>
                <a:gd name="connsiteX15" fmla="*/ 238984 w 362309"/>
                <a:gd name="connsiteY15" fmla="*/ 270681 h 361971"/>
                <a:gd name="connsiteX16" fmla="*/ 238345 w 362309"/>
                <a:gd name="connsiteY16" fmla="*/ 269404 h 361971"/>
                <a:gd name="connsiteX17" fmla="*/ 117575 w 362309"/>
                <a:gd name="connsiteY17" fmla="*/ 269404 h 361971"/>
                <a:gd name="connsiteX18" fmla="*/ 116936 w 362309"/>
                <a:gd name="connsiteY18" fmla="*/ 270681 h 361971"/>
                <a:gd name="connsiteX19" fmla="*/ 100322 w 362309"/>
                <a:gd name="connsiteY19" fmla="*/ 287279 h 361971"/>
                <a:gd name="connsiteX20" fmla="*/ 95849 w 362309"/>
                <a:gd name="connsiteY20" fmla="*/ 289194 h 361971"/>
                <a:gd name="connsiteX21" fmla="*/ 91376 w 362309"/>
                <a:gd name="connsiteY21" fmla="*/ 287279 h 361971"/>
                <a:gd name="connsiteX22" fmla="*/ 91376 w 362309"/>
                <a:gd name="connsiteY22" fmla="*/ 278341 h 361971"/>
                <a:gd name="connsiteX23" fmla="*/ 91376 w 362309"/>
                <a:gd name="connsiteY23" fmla="*/ 278341 h 361971"/>
                <a:gd name="connsiteX24" fmla="*/ 107990 w 362309"/>
                <a:gd name="connsiteY24" fmla="*/ 262382 h 361971"/>
                <a:gd name="connsiteX25" fmla="*/ 100961 w 362309"/>
                <a:gd name="connsiteY25" fmla="*/ 114912 h 361971"/>
                <a:gd name="connsiteX26" fmla="*/ 247291 w 362309"/>
                <a:gd name="connsiteY26" fmla="*/ 106613 h 361971"/>
                <a:gd name="connsiteX27" fmla="*/ 253680 w 362309"/>
                <a:gd name="connsiteY27" fmla="*/ 100229 h 361971"/>
                <a:gd name="connsiteX28" fmla="*/ 253680 w 362309"/>
                <a:gd name="connsiteY28" fmla="*/ 78523 h 361971"/>
                <a:gd name="connsiteX29" fmla="*/ 260070 w 362309"/>
                <a:gd name="connsiteY29" fmla="*/ 72139 h 361971"/>
                <a:gd name="connsiteX30" fmla="*/ 266460 w 362309"/>
                <a:gd name="connsiteY30" fmla="*/ 78523 h 361971"/>
                <a:gd name="connsiteX31" fmla="*/ 266460 w 362309"/>
                <a:gd name="connsiteY31" fmla="*/ 96398 h 361971"/>
                <a:gd name="connsiteX32" fmla="*/ 284991 w 362309"/>
                <a:gd name="connsiteY32" fmla="*/ 96398 h 361971"/>
                <a:gd name="connsiteX33" fmla="*/ 291381 w 362309"/>
                <a:gd name="connsiteY33" fmla="*/ 102782 h 361971"/>
                <a:gd name="connsiteX34" fmla="*/ 284991 w 362309"/>
                <a:gd name="connsiteY34" fmla="*/ 109166 h 361971"/>
                <a:gd name="connsiteX35" fmla="*/ 283074 w 362309"/>
                <a:gd name="connsiteY35" fmla="*/ 10916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0438"/>
                    <a:pt x="281157" y="0"/>
                    <a:pt x="180835" y="0"/>
                  </a:cubicBezTo>
                  <a:close/>
                  <a:moveTo>
                    <a:pt x="283074" y="109166"/>
                  </a:moveTo>
                  <a:lnTo>
                    <a:pt x="261348" y="109166"/>
                  </a:lnTo>
                  <a:lnTo>
                    <a:pt x="254959" y="115550"/>
                  </a:lnTo>
                  <a:cubicBezTo>
                    <a:pt x="293298" y="158323"/>
                    <a:pt x="289464" y="224078"/>
                    <a:pt x="246652" y="262382"/>
                  </a:cubicBezTo>
                  <a:lnTo>
                    <a:pt x="263265" y="278341"/>
                  </a:lnTo>
                  <a:cubicBezTo>
                    <a:pt x="265821" y="280895"/>
                    <a:pt x="265821" y="284725"/>
                    <a:pt x="263265" y="287279"/>
                  </a:cubicBezTo>
                  <a:cubicBezTo>
                    <a:pt x="263265" y="287279"/>
                    <a:pt x="263265" y="287279"/>
                    <a:pt x="263265" y="287279"/>
                  </a:cubicBezTo>
                  <a:cubicBezTo>
                    <a:pt x="260709" y="289833"/>
                    <a:pt x="256875" y="289833"/>
                    <a:pt x="254320" y="287279"/>
                  </a:cubicBezTo>
                  <a:cubicBezTo>
                    <a:pt x="254320" y="287279"/>
                    <a:pt x="254320" y="287279"/>
                    <a:pt x="254320" y="287279"/>
                  </a:cubicBezTo>
                  <a:lnTo>
                    <a:pt x="238984" y="270681"/>
                  </a:lnTo>
                  <a:cubicBezTo>
                    <a:pt x="238984" y="270681"/>
                    <a:pt x="238345" y="270042"/>
                    <a:pt x="238345" y="269404"/>
                  </a:cubicBezTo>
                  <a:cubicBezTo>
                    <a:pt x="202561" y="294940"/>
                    <a:pt x="153998" y="294940"/>
                    <a:pt x="117575" y="269404"/>
                  </a:cubicBezTo>
                  <a:cubicBezTo>
                    <a:pt x="117575" y="270042"/>
                    <a:pt x="116936" y="270042"/>
                    <a:pt x="116936" y="270681"/>
                  </a:cubicBezTo>
                  <a:lnTo>
                    <a:pt x="100322" y="287279"/>
                  </a:lnTo>
                  <a:cubicBezTo>
                    <a:pt x="99044" y="288556"/>
                    <a:pt x="97766" y="289194"/>
                    <a:pt x="95849" y="289194"/>
                  </a:cubicBezTo>
                  <a:cubicBezTo>
                    <a:pt x="93932" y="289194"/>
                    <a:pt x="92654" y="288556"/>
                    <a:pt x="91376" y="287279"/>
                  </a:cubicBezTo>
                  <a:cubicBezTo>
                    <a:pt x="88820" y="284725"/>
                    <a:pt x="88820" y="280895"/>
                    <a:pt x="91376" y="278341"/>
                  </a:cubicBezTo>
                  <a:cubicBezTo>
                    <a:pt x="91376" y="278341"/>
                    <a:pt x="91376" y="278341"/>
                    <a:pt x="91376" y="278341"/>
                  </a:cubicBezTo>
                  <a:lnTo>
                    <a:pt x="107990" y="262382"/>
                  </a:lnTo>
                  <a:cubicBezTo>
                    <a:pt x="65177" y="223439"/>
                    <a:pt x="62621" y="157684"/>
                    <a:pt x="100961" y="114912"/>
                  </a:cubicBezTo>
                  <a:cubicBezTo>
                    <a:pt x="139301" y="72777"/>
                    <a:pt x="204478" y="69585"/>
                    <a:pt x="247291" y="106613"/>
                  </a:cubicBezTo>
                  <a:lnTo>
                    <a:pt x="253680" y="100229"/>
                  </a:lnTo>
                  <a:lnTo>
                    <a:pt x="253680" y="78523"/>
                  </a:lnTo>
                  <a:cubicBezTo>
                    <a:pt x="253680" y="74693"/>
                    <a:pt x="256237" y="72139"/>
                    <a:pt x="260070" y="72139"/>
                  </a:cubicBezTo>
                  <a:cubicBezTo>
                    <a:pt x="263904" y="72139"/>
                    <a:pt x="266460" y="74693"/>
                    <a:pt x="266460" y="78523"/>
                  </a:cubicBezTo>
                  <a:lnTo>
                    <a:pt x="266460" y="96398"/>
                  </a:lnTo>
                  <a:lnTo>
                    <a:pt x="284991" y="96398"/>
                  </a:lnTo>
                  <a:cubicBezTo>
                    <a:pt x="288825" y="96398"/>
                    <a:pt x="291381" y="98952"/>
                    <a:pt x="291381" y="102782"/>
                  </a:cubicBezTo>
                  <a:cubicBezTo>
                    <a:pt x="291381" y="106613"/>
                    <a:pt x="288825" y="109166"/>
                    <a:pt x="284991" y="109166"/>
                  </a:cubicBezTo>
                  <a:lnTo>
                    <a:pt x="283074" y="109166"/>
                  </a:lnTo>
                  <a:close/>
                </a:path>
              </a:pathLst>
            </a:custGeom>
            <a:solidFill>
              <a:srgbClr val="046A38"/>
            </a:solidFill>
            <a:ln w="6390" cap="flat">
              <a:noFill/>
              <a:prstDash val="solid"/>
              <a:miter/>
            </a:ln>
          </p:spPr>
          <p:txBody>
            <a:bodyPr rtlCol="0" anchor="ctr"/>
            <a:lstStyle/>
            <a:p>
              <a:endParaRPr lang="en-US"/>
            </a:p>
          </p:txBody>
        </p:sp>
      </p:grpSp>
      <p:grpSp>
        <p:nvGrpSpPr>
          <p:cNvPr id="928" name="Graphic 4">
            <a:extLst>
              <a:ext uri="{FF2B5EF4-FFF2-40B4-BE49-F238E27FC236}">
                <a16:creationId xmlns:a16="http://schemas.microsoft.com/office/drawing/2014/main" id="{52E24354-C61E-1D4E-B7BF-BA4BB6B48087}"/>
              </a:ext>
            </a:extLst>
          </p:cNvPr>
          <p:cNvGrpSpPr>
            <a:grpSpLocks noChangeAspect="1"/>
          </p:cNvGrpSpPr>
          <p:nvPr/>
        </p:nvGrpSpPr>
        <p:grpSpPr>
          <a:xfrm>
            <a:off x="5708130" y="1885990"/>
            <a:ext cx="362313" cy="361971"/>
            <a:chOff x="5708130" y="1885990"/>
            <a:chExt cx="362313" cy="361971"/>
          </a:xfrm>
          <a:solidFill>
            <a:srgbClr val="43B02A"/>
          </a:solidFill>
        </p:grpSpPr>
        <p:sp>
          <p:nvSpPr>
            <p:cNvPr id="929" name="Graphic 4">
              <a:extLst>
                <a:ext uri="{FF2B5EF4-FFF2-40B4-BE49-F238E27FC236}">
                  <a16:creationId xmlns:a16="http://schemas.microsoft.com/office/drawing/2014/main" id="{E6FAE776-C513-AE4F-8C02-CD9F9F2B94C1}"/>
                </a:ext>
              </a:extLst>
            </p:cNvPr>
            <p:cNvSpPr/>
            <p:nvPr/>
          </p:nvSpPr>
          <p:spPr>
            <a:xfrm>
              <a:off x="5708130" y="1885990"/>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8565 h 361971"/>
                <a:gd name="connsiteX7" fmla="*/ 12780 w 362313"/>
                <a:gd name="connsiteY7" fmla="*/ 180667 h 361971"/>
                <a:gd name="connsiteX8" fmla="*/ 180835 w 362313"/>
                <a:gd name="connsiteY8" fmla="*/ 12130 h 361971"/>
                <a:gd name="connsiteX9" fmla="*/ 349530 w 362313"/>
                <a:gd name="connsiteY9" fmla="*/ 180028 h 361971"/>
                <a:gd name="connsiteX10" fmla="*/ 349530 w 362313"/>
                <a:gd name="connsiteY10" fmla="*/ 180028 h 361971"/>
                <a:gd name="connsiteX11" fmla="*/ 181474 w 362313"/>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181474" y="348565"/>
                  </a:moveTo>
                  <a:cubicBezTo>
                    <a:pt x="88181" y="348565"/>
                    <a:pt x="12780" y="273235"/>
                    <a:pt x="12780" y="180667"/>
                  </a:cubicBezTo>
                  <a:cubicBezTo>
                    <a:pt x="12780" y="88099"/>
                    <a:pt x="88181" y="12130"/>
                    <a:pt x="180835" y="12130"/>
                  </a:cubicBezTo>
                  <a:cubicBezTo>
                    <a:pt x="274128" y="12130"/>
                    <a:pt x="349530" y="87461"/>
                    <a:pt x="349530" y="180028"/>
                  </a:cubicBezTo>
                  <a:cubicBezTo>
                    <a:pt x="349530" y="180028"/>
                    <a:pt x="349530" y="180028"/>
                    <a:pt x="349530" y="180028"/>
                  </a:cubicBezTo>
                  <a:cubicBezTo>
                    <a:pt x="349530" y="273235"/>
                    <a:pt x="274767" y="348565"/>
                    <a:pt x="181474" y="348565"/>
                  </a:cubicBezTo>
                  <a:close/>
                </a:path>
              </a:pathLst>
            </a:custGeom>
            <a:solidFill>
              <a:srgbClr val="43B02A"/>
            </a:solidFill>
            <a:ln w="6390" cap="flat">
              <a:noFill/>
              <a:prstDash val="solid"/>
              <a:miter/>
            </a:ln>
          </p:spPr>
          <p:txBody>
            <a:bodyPr rtlCol="0" anchor="ctr"/>
            <a:lstStyle/>
            <a:p>
              <a:endParaRPr lang="en-US"/>
            </a:p>
          </p:txBody>
        </p:sp>
        <p:sp>
          <p:nvSpPr>
            <p:cNvPr id="930" name="Graphic 4">
              <a:extLst>
                <a:ext uri="{FF2B5EF4-FFF2-40B4-BE49-F238E27FC236}">
                  <a16:creationId xmlns:a16="http://schemas.microsoft.com/office/drawing/2014/main" id="{C5B20224-6F2E-F14B-A402-D4398070C2A6}"/>
                </a:ext>
              </a:extLst>
            </p:cNvPr>
            <p:cNvSpPr/>
            <p:nvPr/>
          </p:nvSpPr>
          <p:spPr>
            <a:xfrm>
              <a:off x="5807248" y="1986857"/>
              <a:ext cx="164487" cy="188336"/>
            </a:xfrm>
            <a:custGeom>
              <a:avLst/>
              <a:gdLst>
                <a:gd name="connsiteX0" fmla="*/ 162231 w 164487"/>
                <a:gd name="connsiteY0" fmla="*/ 146193 h 188336"/>
                <a:gd name="connsiteX1" fmla="*/ 153285 w 164487"/>
                <a:gd name="connsiteY1" fmla="*/ 135979 h 188336"/>
                <a:gd name="connsiteX2" fmla="*/ 148173 w 164487"/>
                <a:gd name="connsiteY2" fmla="*/ 130233 h 188336"/>
                <a:gd name="connsiteX3" fmla="*/ 140505 w 164487"/>
                <a:gd name="connsiteY3" fmla="*/ 113635 h 188336"/>
                <a:gd name="connsiteX4" fmla="*/ 136671 w 164487"/>
                <a:gd name="connsiteY4" fmla="*/ 74692 h 188336"/>
                <a:gd name="connsiteX5" fmla="*/ 88747 w 164487"/>
                <a:gd name="connsiteY5" fmla="*/ 21067 h 188336"/>
                <a:gd name="connsiteX6" fmla="*/ 88747 w 164487"/>
                <a:gd name="connsiteY6" fmla="*/ 6384 h 188336"/>
                <a:gd name="connsiteX7" fmla="*/ 82357 w 164487"/>
                <a:gd name="connsiteY7" fmla="*/ 0 h 188336"/>
                <a:gd name="connsiteX8" fmla="*/ 75967 w 164487"/>
                <a:gd name="connsiteY8" fmla="*/ 6384 h 188336"/>
                <a:gd name="connsiteX9" fmla="*/ 75967 w 164487"/>
                <a:gd name="connsiteY9" fmla="*/ 21067 h 188336"/>
                <a:gd name="connsiteX10" fmla="*/ 28043 w 164487"/>
                <a:gd name="connsiteY10" fmla="*/ 74692 h 188336"/>
                <a:gd name="connsiteX11" fmla="*/ 24208 w 164487"/>
                <a:gd name="connsiteY11" fmla="*/ 113635 h 188336"/>
                <a:gd name="connsiteX12" fmla="*/ 16541 w 164487"/>
                <a:gd name="connsiteY12" fmla="*/ 130233 h 188336"/>
                <a:gd name="connsiteX13" fmla="*/ 10790 w 164487"/>
                <a:gd name="connsiteY13" fmla="*/ 136617 h 188336"/>
                <a:gd name="connsiteX14" fmla="*/ 1844 w 164487"/>
                <a:gd name="connsiteY14" fmla="*/ 146832 h 188336"/>
                <a:gd name="connsiteX15" fmla="*/ 2483 w 164487"/>
                <a:gd name="connsiteY15" fmla="*/ 162153 h 188336"/>
                <a:gd name="connsiteX16" fmla="*/ 17180 w 164487"/>
                <a:gd name="connsiteY16" fmla="*/ 167899 h 188336"/>
                <a:gd name="connsiteX17" fmla="*/ 56158 w 164487"/>
                <a:gd name="connsiteY17" fmla="*/ 167899 h 188336"/>
                <a:gd name="connsiteX18" fmla="*/ 87469 w 164487"/>
                <a:gd name="connsiteY18" fmla="*/ 187689 h 188336"/>
                <a:gd name="connsiteX19" fmla="*/ 107278 w 164487"/>
                <a:gd name="connsiteY19" fmla="*/ 167899 h 188336"/>
                <a:gd name="connsiteX20" fmla="*/ 146256 w 164487"/>
                <a:gd name="connsiteY20" fmla="*/ 167899 h 188336"/>
                <a:gd name="connsiteX21" fmla="*/ 160953 w 164487"/>
                <a:gd name="connsiteY21" fmla="*/ 162153 h 188336"/>
                <a:gd name="connsiteX22" fmla="*/ 162231 w 164487"/>
                <a:gd name="connsiteY22" fmla="*/ 146193 h 188336"/>
                <a:gd name="connsiteX23" fmla="*/ 162231 w 164487"/>
                <a:gd name="connsiteY23" fmla="*/ 146193 h 188336"/>
                <a:gd name="connsiteX24" fmla="*/ 82357 w 164487"/>
                <a:gd name="connsiteY24" fmla="*/ 174283 h 188336"/>
                <a:gd name="connsiteX25" fmla="*/ 70216 w 164487"/>
                <a:gd name="connsiteY25" fmla="*/ 167260 h 188336"/>
                <a:gd name="connsiteX26" fmla="*/ 93859 w 164487"/>
                <a:gd name="connsiteY26" fmla="*/ 167260 h 188336"/>
                <a:gd name="connsiteX27" fmla="*/ 82357 w 164487"/>
                <a:gd name="connsiteY27" fmla="*/ 174283 h 188336"/>
                <a:gd name="connsiteX28" fmla="*/ 82357 w 164487"/>
                <a:gd name="connsiteY28" fmla="*/ 174283 h 188336"/>
                <a:gd name="connsiteX29" fmla="*/ 146895 w 164487"/>
                <a:gd name="connsiteY29" fmla="*/ 154492 h 188336"/>
                <a:gd name="connsiteX30" fmla="*/ 17818 w 164487"/>
                <a:gd name="connsiteY30" fmla="*/ 154492 h 188336"/>
                <a:gd name="connsiteX31" fmla="*/ 13346 w 164487"/>
                <a:gd name="connsiteY31" fmla="*/ 154492 h 188336"/>
                <a:gd name="connsiteX32" fmla="*/ 13346 w 164487"/>
                <a:gd name="connsiteY32" fmla="*/ 154492 h 188336"/>
                <a:gd name="connsiteX33" fmla="*/ 13346 w 164487"/>
                <a:gd name="connsiteY33" fmla="*/ 153216 h 188336"/>
                <a:gd name="connsiteX34" fmla="*/ 19736 w 164487"/>
                <a:gd name="connsiteY34" fmla="*/ 146193 h 188336"/>
                <a:gd name="connsiteX35" fmla="*/ 27403 w 164487"/>
                <a:gd name="connsiteY35" fmla="*/ 137894 h 188336"/>
                <a:gd name="connsiteX36" fmla="*/ 36988 w 164487"/>
                <a:gd name="connsiteY36" fmla="*/ 117465 h 188336"/>
                <a:gd name="connsiteX37" fmla="*/ 41461 w 164487"/>
                <a:gd name="connsiteY37" fmla="*/ 74692 h 188336"/>
                <a:gd name="connsiteX38" fmla="*/ 82996 w 164487"/>
                <a:gd name="connsiteY38" fmla="*/ 33835 h 188336"/>
                <a:gd name="connsiteX39" fmla="*/ 123892 w 164487"/>
                <a:gd name="connsiteY39" fmla="*/ 74692 h 188336"/>
                <a:gd name="connsiteX40" fmla="*/ 128365 w 164487"/>
                <a:gd name="connsiteY40" fmla="*/ 117465 h 188336"/>
                <a:gd name="connsiteX41" fmla="*/ 137950 w 164487"/>
                <a:gd name="connsiteY41" fmla="*/ 137894 h 188336"/>
                <a:gd name="connsiteX42" fmla="*/ 145617 w 164487"/>
                <a:gd name="connsiteY42" fmla="*/ 146193 h 188336"/>
                <a:gd name="connsiteX43" fmla="*/ 152007 w 164487"/>
                <a:gd name="connsiteY43" fmla="*/ 153216 h 188336"/>
                <a:gd name="connsiteX44" fmla="*/ 152646 w 164487"/>
                <a:gd name="connsiteY44" fmla="*/ 154492 h 188336"/>
                <a:gd name="connsiteX45" fmla="*/ 146895 w 164487"/>
                <a:gd name="connsiteY45" fmla="*/ 154492 h 188336"/>
                <a:gd name="connsiteX46" fmla="*/ 146895 w 164487"/>
                <a:gd name="connsiteY46" fmla="*/ 154492 h 188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64487" h="188336">
                  <a:moveTo>
                    <a:pt x="162231" y="146193"/>
                  </a:moveTo>
                  <a:cubicBezTo>
                    <a:pt x="159675" y="142363"/>
                    <a:pt x="157119" y="138532"/>
                    <a:pt x="153285" y="135979"/>
                  </a:cubicBezTo>
                  <a:cubicBezTo>
                    <a:pt x="151368" y="134064"/>
                    <a:pt x="149451" y="132148"/>
                    <a:pt x="148173" y="130233"/>
                  </a:cubicBezTo>
                  <a:cubicBezTo>
                    <a:pt x="144978" y="125126"/>
                    <a:pt x="142422" y="119380"/>
                    <a:pt x="140505" y="113635"/>
                  </a:cubicBezTo>
                  <a:cubicBezTo>
                    <a:pt x="137310" y="100867"/>
                    <a:pt x="136032" y="87460"/>
                    <a:pt x="136671" y="74692"/>
                  </a:cubicBezTo>
                  <a:cubicBezTo>
                    <a:pt x="136671" y="47241"/>
                    <a:pt x="116224" y="24259"/>
                    <a:pt x="88747" y="21067"/>
                  </a:cubicBezTo>
                  <a:lnTo>
                    <a:pt x="88747" y="6384"/>
                  </a:lnTo>
                  <a:cubicBezTo>
                    <a:pt x="88747" y="2554"/>
                    <a:pt x="86191" y="0"/>
                    <a:pt x="82357" y="0"/>
                  </a:cubicBezTo>
                  <a:cubicBezTo>
                    <a:pt x="78523" y="0"/>
                    <a:pt x="75967" y="2554"/>
                    <a:pt x="75967" y="6384"/>
                  </a:cubicBezTo>
                  <a:lnTo>
                    <a:pt x="75967" y="21067"/>
                  </a:lnTo>
                  <a:cubicBezTo>
                    <a:pt x="49129" y="24259"/>
                    <a:pt x="28043" y="47241"/>
                    <a:pt x="28043" y="74692"/>
                  </a:cubicBezTo>
                  <a:cubicBezTo>
                    <a:pt x="28681" y="88099"/>
                    <a:pt x="27403" y="100867"/>
                    <a:pt x="24208" y="113635"/>
                  </a:cubicBezTo>
                  <a:cubicBezTo>
                    <a:pt x="22931" y="119380"/>
                    <a:pt x="20375" y="125126"/>
                    <a:pt x="16541" y="130233"/>
                  </a:cubicBezTo>
                  <a:cubicBezTo>
                    <a:pt x="14623" y="132148"/>
                    <a:pt x="12707" y="134702"/>
                    <a:pt x="10790" y="136617"/>
                  </a:cubicBezTo>
                  <a:cubicBezTo>
                    <a:pt x="7595" y="139809"/>
                    <a:pt x="4400" y="143001"/>
                    <a:pt x="1844" y="146832"/>
                  </a:cubicBezTo>
                  <a:cubicBezTo>
                    <a:pt x="-712" y="151300"/>
                    <a:pt x="-712" y="157684"/>
                    <a:pt x="2483" y="162153"/>
                  </a:cubicBezTo>
                  <a:cubicBezTo>
                    <a:pt x="6317" y="165984"/>
                    <a:pt x="11428" y="167899"/>
                    <a:pt x="17180" y="167899"/>
                  </a:cubicBezTo>
                  <a:lnTo>
                    <a:pt x="56158" y="167899"/>
                  </a:lnTo>
                  <a:cubicBezTo>
                    <a:pt x="59353" y="181944"/>
                    <a:pt x="73411" y="190881"/>
                    <a:pt x="87469" y="187689"/>
                  </a:cubicBezTo>
                  <a:cubicBezTo>
                    <a:pt x="97054" y="185135"/>
                    <a:pt x="104722" y="178113"/>
                    <a:pt x="107278" y="167899"/>
                  </a:cubicBezTo>
                  <a:lnTo>
                    <a:pt x="146256" y="167899"/>
                  </a:lnTo>
                  <a:cubicBezTo>
                    <a:pt x="151368" y="168537"/>
                    <a:pt x="157119" y="166622"/>
                    <a:pt x="160953" y="162153"/>
                  </a:cubicBezTo>
                  <a:cubicBezTo>
                    <a:pt x="165426" y="157046"/>
                    <a:pt x="165426" y="151300"/>
                    <a:pt x="162231" y="146193"/>
                  </a:cubicBezTo>
                  <a:lnTo>
                    <a:pt x="162231" y="146193"/>
                  </a:lnTo>
                  <a:close/>
                  <a:moveTo>
                    <a:pt x="82357" y="174283"/>
                  </a:moveTo>
                  <a:cubicBezTo>
                    <a:pt x="77245" y="174283"/>
                    <a:pt x="72772" y="171729"/>
                    <a:pt x="70216" y="167260"/>
                  </a:cubicBezTo>
                  <a:lnTo>
                    <a:pt x="93859" y="167260"/>
                  </a:lnTo>
                  <a:cubicBezTo>
                    <a:pt x="91942" y="171091"/>
                    <a:pt x="87469" y="174283"/>
                    <a:pt x="82357" y="174283"/>
                  </a:cubicBezTo>
                  <a:lnTo>
                    <a:pt x="82357" y="174283"/>
                  </a:lnTo>
                  <a:close/>
                  <a:moveTo>
                    <a:pt x="146895" y="154492"/>
                  </a:moveTo>
                  <a:lnTo>
                    <a:pt x="17818" y="154492"/>
                  </a:lnTo>
                  <a:cubicBezTo>
                    <a:pt x="16541" y="154492"/>
                    <a:pt x="15263" y="154492"/>
                    <a:pt x="13346" y="154492"/>
                  </a:cubicBezTo>
                  <a:lnTo>
                    <a:pt x="13346" y="154492"/>
                  </a:lnTo>
                  <a:cubicBezTo>
                    <a:pt x="13346" y="153854"/>
                    <a:pt x="13346" y="153216"/>
                    <a:pt x="13346" y="153216"/>
                  </a:cubicBezTo>
                  <a:cubicBezTo>
                    <a:pt x="15263" y="150662"/>
                    <a:pt x="17180" y="148108"/>
                    <a:pt x="19736" y="146193"/>
                  </a:cubicBezTo>
                  <a:cubicBezTo>
                    <a:pt x="22291" y="143640"/>
                    <a:pt x="24848" y="141086"/>
                    <a:pt x="27403" y="137894"/>
                  </a:cubicBezTo>
                  <a:cubicBezTo>
                    <a:pt x="31876" y="131510"/>
                    <a:pt x="35071" y="124488"/>
                    <a:pt x="36988" y="117465"/>
                  </a:cubicBezTo>
                  <a:cubicBezTo>
                    <a:pt x="40183" y="103420"/>
                    <a:pt x="42100" y="89376"/>
                    <a:pt x="41461" y="74692"/>
                  </a:cubicBezTo>
                  <a:cubicBezTo>
                    <a:pt x="41461" y="51710"/>
                    <a:pt x="59992" y="33197"/>
                    <a:pt x="82996" y="33835"/>
                  </a:cubicBezTo>
                  <a:cubicBezTo>
                    <a:pt x="106000" y="33835"/>
                    <a:pt x="123892" y="52349"/>
                    <a:pt x="123892" y="74692"/>
                  </a:cubicBezTo>
                  <a:cubicBezTo>
                    <a:pt x="123252" y="88737"/>
                    <a:pt x="125170" y="103420"/>
                    <a:pt x="128365" y="117465"/>
                  </a:cubicBezTo>
                  <a:cubicBezTo>
                    <a:pt x="130282" y="124488"/>
                    <a:pt x="133477" y="131510"/>
                    <a:pt x="137950" y="137894"/>
                  </a:cubicBezTo>
                  <a:cubicBezTo>
                    <a:pt x="139866" y="141086"/>
                    <a:pt x="142422" y="143640"/>
                    <a:pt x="145617" y="146193"/>
                  </a:cubicBezTo>
                  <a:cubicBezTo>
                    <a:pt x="148173" y="148108"/>
                    <a:pt x="150090" y="150662"/>
                    <a:pt x="152007" y="153216"/>
                  </a:cubicBezTo>
                  <a:cubicBezTo>
                    <a:pt x="152646" y="153854"/>
                    <a:pt x="152646" y="154492"/>
                    <a:pt x="152646" y="154492"/>
                  </a:cubicBezTo>
                  <a:cubicBezTo>
                    <a:pt x="150090" y="154492"/>
                    <a:pt x="148812" y="154492"/>
                    <a:pt x="146895" y="154492"/>
                  </a:cubicBezTo>
                  <a:lnTo>
                    <a:pt x="146895" y="154492"/>
                  </a:lnTo>
                  <a:close/>
                </a:path>
              </a:pathLst>
            </a:custGeom>
            <a:solidFill>
              <a:srgbClr val="43B02A"/>
            </a:solidFill>
            <a:ln w="6390" cap="flat">
              <a:noFill/>
              <a:prstDash val="solid"/>
              <a:miter/>
            </a:ln>
          </p:spPr>
          <p:txBody>
            <a:bodyPr rtlCol="0" anchor="ctr"/>
            <a:lstStyle/>
            <a:p>
              <a:endParaRPr lang="en-US"/>
            </a:p>
          </p:txBody>
        </p:sp>
        <p:sp>
          <p:nvSpPr>
            <p:cNvPr id="931" name="Graphic 4">
              <a:extLst>
                <a:ext uri="{FF2B5EF4-FFF2-40B4-BE49-F238E27FC236}">
                  <a16:creationId xmlns:a16="http://schemas.microsoft.com/office/drawing/2014/main" id="{0A627A01-7A41-5B4E-B750-512483CCE527}"/>
                </a:ext>
              </a:extLst>
            </p:cNvPr>
            <p:cNvSpPr/>
            <p:nvPr/>
          </p:nvSpPr>
          <p:spPr>
            <a:xfrm>
              <a:off x="5930010" y="1959555"/>
              <a:ext cx="75927" cy="132637"/>
            </a:xfrm>
            <a:custGeom>
              <a:avLst/>
              <a:gdLst>
                <a:gd name="connsiteX0" fmla="*/ 8797 w 75927"/>
                <a:gd name="connsiteY0" fmla="*/ 489 h 132637"/>
                <a:gd name="connsiteX1" fmla="*/ 490 w 75927"/>
                <a:gd name="connsiteY1" fmla="*/ 3681 h 132637"/>
                <a:gd name="connsiteX2" fmla="*/ 3685 w 75927"/>
                <a:gd name="connsiteY2" fmla="*/ 11981 h 132637"/>
                <a:gd name="connsiteX3" fmla="*/ 4963 w 75927"/>
                <a:gd name="connsiteY3" fmla="*/ 12619 h 132637"/>
                <a:gd name="connsiteX4" fmla="*/ 58638 w 75927"/>
                <a:gd name="connsiteY4" fmla="*/ 124338 h 132637"/>
                <a:gd name="connsiteX5" fmla="*/ 62472 w 75927"/>
                <a:gd name="connsiteY5" fmla="*/ 132638 h 132637"/>
                <a:gd name="connsiteX6" fmla="*/ 64389 w 75927"/>
                <a:gd name="connsiteY6" fmla="*/ 132638 h 132637"/>
                <a:gd name="connsiteX7" fmla="*/ 70779 w 75927"/>
                <a:gd name="connsiteY7" fmla="*/ 128169 h 132637"/>
                <a:gd name="connsiteX8" fmla="*/ 8797 w 75927"/>
                <a:gd name="connsiteY8" fmla="*/ 489 h 132637"/>
                <a:gd name="connsiteX9" fmla="*/ 8797 w 75927"/>
                <a:gd name="connsiteY9" fmla="*/ 489 h 132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927" h="132637">
                  <a:moveTo>
                    <a:pt x="8797" y="489"/>
                  </a:moveTo>
                  <a:cubicBezTo>
                    <a:pt x="5602" y="-787"/>
                    <a:pt x="1768" y="489"/>
                    <a:pt x="490" y="3681"/>
                  </a:cubicBezTo>
                  <a:cubicBezTo>
                    <a:pt x="-788" y="6873"/>
                    <a:pt x="490" y="10704"/>
                    <a:pt x="3685" y="11981"/>
                  </a:cubicBezTo>
                  <a:cubicBezTo>
                    <a:pt x="3685" y="11981"/>
                    <a:pt x="4324" y="11981"/>
                    <a:pt x="4963" y="12619"/>
                  </a:cubicBezTo>
                  <a:cubicBezTo>
                    <a:pt x="50331" y="29217"/>
                    <a:pt x="73974" y="79012"/>
                    <a:pt x="58638" y="124338"/>
                  </a:cubicBezTo>
                  <a:cubicBezTo>
                    <a:pt x="57360" y="127530"/>
                    <a:pt x="59277" y="131361"/>
                    <a:pt x="62472" y="132638"/>
                  </a:cubicBezTo>
                  <a:cubicBezTo>
                    <a:pt x="63111" y="132638"/>
                    <a:pt x="63750" y="132638"/>
                    <a:pt x="64389" y="132638"/>
                  </a:cubicBezTo>
                  <a:cubicBezTo>
                    <a:pt x="66945" y="132638"/>
                    <a:pt x="70140" y="130722"/>
                    <a:pt x="70779" y="128169"/>
                  </a:cubicBezTo>
                  <a:cubicBezTo>
                    <a:pt x="88032" y="75820"/>
                    <a:pt x="60555" y="19641"/>
                    <a:pt x="8797" y="489"/>
                  </a:cubicBezTo>
                  <a:lnTo>
                    <a:pt x="8797" y="489"/>
                  </a:lnTo>
                  <a:close/>
                </a:path>
              </a:pathLst>
            </a:custGeom>
            <a:solidFill>
              <a:srgbClr val="43B02A"/>
            </a:solidFill>
            <a:ln w="6390" cap="flat">
              <a:noFill/>
              <a:prstDash val="solid"/>
              <a:miter/>
            </a:ln>
          </p:spPr>
          <p:txBody>
            <a:bodyPr rtlCol="0" anchor="ctr"/>
            <a:lstStyle/>
            <a:p>
              <a:endParaRPr lang="en-US"/>
            </a:p>
          </p:txBody>
        </p:sp>
        <p:sp>
          <p:nvSpPr>
            <p:cNvPr id="932" name="Graphic 4">
              <a:extLst>
                <a:ext uri="{FF2B5EF4-FFF2-40B4-BE49-F238E27FC236}">
                  <a16:creationId xmlns:a16="http://schemas.microsoft.com/office/drawing/2014/main" id="{014510EE-FA4C-E14C-AECD-4D980B5616AF}"/>
                </a:ext>
              </a:extLst>
            </p:cNvPr>
            <p:cNvSpPr/>
            <p:nvPr/>
          </p:nvSpPr>
          <p:spPr>
            <a:xfrm>
              <a:off x="5921065" y="1988283"/>
              <a:ext cx="55255" cy="93695"/>
            </a:xfrm>
            <a:custGeom>
              <a:avLst/>
              <a:gdLst>
                <a:gd name="connsiteX0" fmla="*/ 8797 w 55255"/>
                <a:gd name="connsiteY0" fmla="*/ 489 h 93695"/>
                <a:gd name="connsiteX1" fmla="*/ 490 w 55255"/>
                <a:gd name="connsiteY1" fmla="*/ 3681 h 93695"/>
                <a:gd name="connsiteX2" fmla="*/ 3685 w 55255"/>
                <a:gd name="connsiteY2" fmla="*/ 11981 h 93695"/>
                <a:gd name="connsiteX3" fmla="*/ 4963 w 55255"/>
                <a:gd name="connsiteY3" fmla="*/ 12619 h 93695"/>
                <a:gd name="connsiteX4" fmla="*/ 39468 w 55255"/>
                <a:gd name="connsiteY4" fmla="*/ 84758 h 93695"/>
                <a:gd name="connsiteX5" fmla="*/ 43302 w 55255"/>
                <a:gd name="connsiteY5" fmla="*/ 93057 h 93695"/>
                <a:gd name="connsiteX6" fmla="*/ 43302 w 55255"/>
                <a:gd name="connsiteY6" fmla="*/ 93057 h 93695"/>
                <a:gd name="connsiteX7" fmla="*/ 45219 w 55255"/>
                <a:gd name="connsiteY7" fmla="*/ 93695 h 93695"/>
                <a:gd name="connsiteX8" fmla="*/ 51609 w 55255"/>
                <a:gd name="connsiteY8" fmla="*/ 89227 h 93695"/>
                <a:gd name="connsiteX9" fmla="*/ 8797 w 55255"/>
                <a:gd name="connsiteY9" fmla="*/ 489 h 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255" h="93695">
                  <a:moveTo>
                    <a:pt x="8797" y="489"/>
                  </a:moveTo>
                  <a:cubicBezTo>
                    <a:pt x="5602" y="-787"/>
                    <a:pt x="1768" y="489"/>
                    <a:pt x="490" y="3681"/>
                  </a:cubicBezTo>
                  <a:cubicBezTo>
                    <a:pt x="-788" y="6873"/>
                    <a:pt x="490" y="10704"/>
                    <a:pt x="3685" y="11981"/>
                  </a:cubicBezTo>
                  <a:cubicBezTo>
                    <a:pt x="4324" y="11981"/>
                    <a:pt x="4324" y="12619"/>
                    <a:pt x="4963" y="12619"/>
                  </a:cubicBezTo>
                  <a:cubicBezTo>
                    <a:pt x="34356" y="23472"/>
                    <a:pt x="49053" y="55392"/>
                    <a:pt x="39468" y="84758"/>
                  </a:cubicBezTo>
                  <a:cubicBezTo>
                    <a:pt x="38190" y="87950"/>
                    <a:pt x="40107" y="91780"/>
                    <a:pt x="43302" y="93057"/>
                  </a:cubicBezTo>
                  <a:cubicBezTo>
                    <a:pt x="43302" y="93057"/>
                    <a:pt x="43302" y="93057"/>
                    <a:pt x="43302" y="93057"/>
                  </a:cubicBezTo>
                  <a:cubicBezTo>
                    <a:pt x="43941" y="93057"/>
                    <a:pt x="44580" y="93695"/>
                    <a:pt x="45219" y="93695"/>
                  </a:cubicBezTo>
                  <a:cubicBezTo>
                    <a:pt x="47775" y="93695"/>
                    <a:pt x="50970" y="91780"/>
                    <a:pt x="51609" y="89227"/>
                  </a:cubicBezTo>
                  <a:cubicBezTo>
                    <a:pt x="63750" y="52200"/>
                    <a:pt x="44580" y="13257"/>
                    <a:pt x="8797" y="489"/>
                  </a:cubicBezTo>
                  <a:close/>
                </a:path>
              </a:pathLst>
            </a:custGeom>
            <a:solidFill>
              <a:srgbClr val="43B02A"/>
            </a:solidFill>
            <a:ln w="6390" cap="flat">
              <a:noFill/>
              <a:prstDash val="solid"/>
              <a:miter/>
            </a:ln>
          </p:spPr>
          <p:txBody>
            <a:bodyPr rtlCol="0" anchor="ctr"/>
            <a:lstStyle/>
            <a:p>
              <a:endParaRPr lang="en-US"/>
            </a:p>
          </p:txBody>
        </p:sp>
        <p:sp>
          <p:nvSpPr>
            <p:cNvPr id="933" name="Graphic 4">
              <a:extLst>
                <a:ext uri="{FF2B5EF4-FFF2-40B4-BE49-F238E27FC236}">
                  <a16:creationId xmlns:a16="http://schemas.microsoft.com/office/drawing/2014/main" id="{95F492FC-78A1-E34A-B4E6-4A001BB76152}"/>
                </a:ext>
              </a:extLst>
            </p:cNvPr>
            <p:cNvSpPr/>
            <p:nvPr/>
          </p:nvSpPr>
          <p:spPr>
            <a:xfrm>
              <a:off x="5773593" y="1959638"/>
              <a:ext cx="74966" cy="132554"/>
            </a:xfrm>
            <a:custGeom>
              <a:avLst/>
              <a:gdLst>
                <a:gd name="connsiteX0" fmla="*/ 71282 w 74966"/>
                <a:gd name="connsiteY0" fmla="*/ 11898 h 132554"/>
                <a:gd name="connsiteX1" fmla="*/ 74477 w 74966"/>
                <a:gd name="connsiteY1" fmla="*/ 3598 h 132554"/>
                <a:gd name="connsiteX2" fmla="*/ 66809 w 74966"/>
                <a:gd name="connsiteY2" fmla="*/ 406 h 132554"/>
                <a:gd name="connsiteX3" fmla="*/ 5466 w 74966"/>
                <a:gd name="connsiteY3" fmla="*/ 128086 h 132554"/>
                <a:gd name="connsiteX4" fmla="*/ 11856 w 74966"/>
                <a:gd name="connsiteY4" fmla="*/ 132555 h 132554"/>
                <a:gd name="connsiteX5" fmla="*/ 13773 w 74966"/>
                <a:gd name="connsiteY5" fmla="*/ 132555 h 132554"/>
                <a:gd name="connsiteX6" fmla="*/ 17607 w 74966"/>
                <a:gd name="connsiteY6" fmla="*/ 124256 h 132554"/>
                <a:gd name="connsiteX7" fmla="*/ 17607 w 74966"/>
                <a:gd name="connsiteY7" fmla="*/ 124256 h 132554"/>
                <a:gd name="connsiteX8" fmla="*/ 71282 w 74966"/>
                <a:gd name="connsiteY8" fmla="*/ 11898 h 132554"/>
                <a:gd name="connsiteX9" fmla="*/ 71282 w 74966"/>
                <a:gd name="connsiteY9" fmla="*/ 11898 h 132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966" h="132554">
                  <a:moveTo>
                    <a:pt x="71282" y="11898"/>
                  </a:moveTo>
                  <a:cubicBezTo>
                    <a:pt x="74477" y="10621"/>
                    <a:pt x="75755" y="6790"/>
                    <a:pt x="74477" y="3598"/>
                  </a:cubicBezTo>
                  <a:cubicBezTo>
                    <a:pt x="73199" y="1045"/>
                    <a:pt x="70004" y="-870"/>
                    <a:pt x="66809" y="406"/>
                  </a:cubicBezTo>
                  <a:cubicBezTo>
                    <a:pt x="15051" y="19558"/>
                    <a:pt x="-12426" y="75737"/>
                    <a:pt x="5466" y="128086"/>
                  </a:cubicBezTo>
                  <a:cubicBezTo>
                    <a:pt x="6105" y="130640"/>
                    <a:pt x="8661" y="132555"/>
                    <a:pt x="11856" y="132555"/>
                  </a:cubicBezTo>
                  <a:cubicBezTo>
                    <a:pt x="12495" y="132555"/>
                    <a:pt x="13134" y="132555"/>
                    <a:pt x="13773" y="132555"/>
                  </a:cubicBezTo>
                  <a:cubicBezTo>
                    <a:pt x="16968" y="131278"/>
                    <a:pt x="18885" y="128086"/>
                    <a:pt x="17607" y="124256"/>
                  </a:cubicBezTo>
                  <a:cubicBezTo>
                    <a:pt x="17607" y="124256"/>
                    <a:pt x="17607" y="124256"/>
                    <a:pt x="17607" y="124256"/>
                  </a:cubicBezTo>
                  <a:cubicBezTo>
                    <a:pt x="2271" y="78291"/>
                    <a:pt x="26553" y="28496"/>
                    <a:pt x="71282" y="11898"/>
                  </a:cubicBezTo>
                  <a:lnTo>
                    <a:pt x="71282" y="11898"/>
                  </a:lnTo>
                  <a:close/>
                </a:path>
              </a:pathLst>
            </a:custGeom>
            <a:solidFill>
              <a:srgbClr val="43B02A"/>
            </a:solidFill>
            <a:ln w="6390" cap="flat">
              <a:noFill/>
              <a:prstDash val="solid"/>
              <a:miter/>
            </a:ln>
          </p:spPr>
          <p:txBody>
            <a:bodyPr rtlCol="0" anchor="ctr"/>
            <a:lstStyle/>
            <a:p>
              <a:endParaRPr lang="en-US"/>
            </a:p>
          </p:txBody>
        </p:sp>
        <p:sp>
          <p:nvSpPr>
            <p:cNvPr id="934" name="Graphic 4">
              <a:extLst>
                <a:ext uri="{FF2B5EF4-FFF2-40B4-BE49-F238E27FC236}">
                  <a16:creationId xmlns:a16="http://schemas.microsoft.com/office/drawing/2014/main" id="{4454D327-D9BA-C142-A607-231FF3574F70}"/>
                </a:ext>
              </a:extLst>
            </p:cNvPr>
            <p:cNvSpPr/>
            <p:nvPr/>
          </p:nvSpPr>
          <p:spPr>
            <a:xfrm>
              <a:off x="5803459" y="1988012"/>
              <a:ext cx="54957" cy="93328"/>
            </a:xfrm>
            <a:custGeom>
              <a:avLst/>
              <a:gdLst>
                <a:gd name="connsiteX0" fmla="*/ 10106 w 54957"/>
                <a:gd name="connsiteY0" fmla="*/ 93328 h 93328"/>
                <a:gd name="connsiteX1" fmla="*/ 12023 w 54957"/>
                <a:gd name="connsiteY1" fmla="*/ 92690 h 93328"/>
                <a:gd name="connsiteX2" fmla="*/ 15857 w 54957"/>
                <a:gd name="connsiteY2" fmla="*/ 84391 h 93328"/>
                <a:gd name="connsiteX3" fmla="*/ 15857 w 54957"/>
                <a:gd name="connsiteY3" fmla="*/ 84391 h 93328"/>
                <a:gd name="connsiteX4" fmla="*/ 50362 w 54957"/>
                <a:gd name="connsiteY4" fmla="*/ 12252 h 93328"/>
                <a:gd name="connsiteX5" fmla="*/ 54835 w 54957"/>
                <a:gd name="connsiteY5" fmla="*/ 4591 h 93328"/>
                <a:gd name="connsiteX6" fmla="*/ 47167 w 54957"/>
                <a:gd name="connsiteY6" fmla="*/ 122 h 93328"/>
                <a:gd name="connsiteX7" fmla="*/ 45889 w 54957"/>
                <a:gd name="connsiteY7" fmla="*/ 761 h 93328"/>
                <a:gd name="connsiteX8" fmla="*/ 3716 w 54957"/>
                <a:gd name="connsiteY8" fmla="*/ 88860 h 93328"/>
                <a:gd name="connsiteX9" fmla="*/ 10106 w 54957"/>
                <a:gd name="connsiteY9" fmla="*/ 93328 h 93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957" h="93328">
                  <a:moveTo>
                    <a:pt x="10106" y="93328"/>
                  </a:moveTo>
                  <a:cubicBezTo>
                    <a:pt x="10745" y="93328"/>
                    <a:pt x="11384" y="93328"/>
                    <a:pt x="12023" y="92690"/>
                  </a:cubicBezTo>
                  <a:cubicBezTo>
                    <a:pt x="15217" y="91413"/>
                    <a:pt x="17135" y="88221"/>
                    <a:pt x="15857" y="84391"/>
                  </a:cubicBezTo>
                  <a:cubicBezTo>
                    <a:pt x="15857" y="84391"/>
                    <a:pt x="15857" y="84391"/>
                    <a:pt x="15857" y="84391"/>
                  </a:cubicBezTo>
                  <a:cubicBezTo>
                    <a:pt x="6272" y="55025"/>
                    <a:pt x="21607" y="23105"/>
                    <a:pt x="50362" y="12252"/>
                  </a:cubicBezTo>
                  <a:cubicBezTo>
                    <a:pt x="53557" y="11614"/>
                    <a:pt x="55474" y="7783"/>
                    <a:pt x="54835" y="4591"/>
                  </a:cubicBezTo>
                  <a:cubicBezTo>
                    <a:pt x="54196" y="1399"/>
                    <a:pt x="50362" y="-516"/>
                    <a:pt x="47167" y="122"/>
                  </a:cubicBezTo>
                  <a:cubicBezTo>
                    <a:pt x="46528" y="122"/>
                    <a:pt x="46528" y="122"/>
                    <a:pt x="45889" y="761"/>
                  </a:cubicBezTo>
                  <a:cubicBezTo>
                    <a:pt x="10106" y="13529"/>
                    <a:pt x="-8425" y="53109"/>
                    <a:pt x="3716" y="88860"/>
                  </a:cubicBezTo>
                  <a:cubicBezTo>
                    <a:pt x="4994" y="91413"/>
                    <a:pt x="6911" y="92690"/>
                    <a:pt x="10106" y="93328"/>
                  </a:cubicBezTo>
                  <a:close/>
                </a:path>
              </a:pathLst>
            </a:custGeom>
            <a:solidFill>
              <a:srgbClr val="43B02A"/>
            </a:solidFill>
            <a:ln w="6390" cap="flat">
              <a:noFill/>
              <a:prstDash val="solid"/>
              <a:miter/>
            </a:ln>
          </p:spPr>
          <p:txBody>
            <a:bodyPr rtlCol="0" anchor="ctr"/>
            <a:lstStyle/>
            <a:p>
              <a:endParaRPr lang="en-US"/>
            </a:p>
          </p:txBody>
        </p:sp>
      </p:grpSp>
      <p:grpSp>
        <p:nvGrpSpPr>
          <p:cNvPr id="935" name="Graphic 4">
            <a:extLst>
              <a:ext uri="{FF2B5EF4-FFF2-40B4-BE49-F238E27FC236}">
                <a16:creationId xmlns:a16="http://schemas.microsoft.com/office/drawing/2014/main" id="{BF0A2C52-5CDE-7846-80C3-A40449C9DE11}"/>
              </a:ext>
            </a:extLst>
          </p:cNvPr>
          <p:cNvGrpSpPr>
            <a:grpSpLocks noChangeAspect="1"/>
          </p:cNvGrpSpPr>
          <p:nvPr/>
        </p:nvGrpSpPr>
        <p:grpSpPr>
          <a:xfrm>
            <a:off x="467743" y="1402723"/>
            <a:ext cx="361670" cy="361971"/>
            <a:chOff x="467743" y="1402723"/>
            <a:chExt cx="361670" cy="361971"/>
          </a:xfrm>
          <a:solidFill>
            <a:srgbClr val="046A38"/>
          </a:solidFill>
        </p:grpSpPr>
        <p:sp>
          <p:nvSpPr>
            <p:cNvPr id="936" name="Graphic 4">
              <a:extLst>
                <a:ext uri="{FF2B5EF4-FFF2-40B4-BE49-F238E27FC236}">
                  <a16:creationId xmlns:a16="http://schemas.microsoft.com/office/drawing/2014/main" id="{40E5B93B-9D06-FF4B-A045-267A283EE684}"/>
                </a:ext>
              </a:extLst>
            </p:cNvPr>
            <p:cNvSpPr/>
            <p:nvPr/>
          </p:nvSpPr>
          <p:spPr>
            <a:xfrm>
              <a:off x="467743" y="1402723"/>
              <a:ext cx="361670" cy="361971"/>
            </a:xfrm>
            <a:custGeom>
              <a:avLst/>
              <a:gdLst>
                <a:gd name="connsiteX0" fmla="*/ 180835 w 361670"/>
                <a:gd name="connsiteY0" fmla="*/ 0 h 361971"/>
                <a:gd name="connsiteX1" fmla="*/ 0 w 361670"/>
                <a:gd name="connsiteY1" fmla="*/ 181305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028 h 361971"/>
                <a:gd name="connsiteX9" fmla="*/ 180835 w 361670"/>
                <a:gd name="connsiteY9" fmla="*/ 12130 h 361971"/>
                <a:gd name="connsiteX10" fmla="*/ 348891 w 361670"/>
                <a:gd name="connsiteY10" fmla="*/ 180028 h 361971"/>
                <a:gd name="connsiteX11" fmla="*/ 180835 w 361670"/>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1971">
                  <a:moveTo>
                    <a:pt x="180835" y="0"/>
                  </a:moveTo>
                  <a:cubicBezTo>
                    <a:pt x="80513" y="0"/>
                    <a:pt x="0" y="81077"/>
                    <a:pt x="0" y="181305"/>
                  </a:cubicBezTo>
                  <a:cubicBezTo>
                    <a:pt x="0" y="281534"/>
                    <a:pt x="81152" y="361972"/>
                    <a:pt x="180835" y="361972"/>
                  </a:cubicBezTo>
                  <a:cubicBezTo>
                    <a:pt x="280518" y="361972"/>
                    <a:pt x="361670" y="280895"/>
                    <a:pt x="361670" y="181305"/>
                  </a:cubicBezTo>
                  <a:cubicBezTo>
                    <a:pt x="361670" y="181305"/>
                    <a:pt x="361670" y="181305"/>
                    <a:pt x="361670" y="181305"/>
                  </a:cubicBezTo>
                  <a:cubicBezTo>
                    <a:pt x="361670" y="80438"/>
                    <a:pt x="281157" y="0"/>
                    <a:pt x="180835" y="0"/>
                  </a:cubicBezTo>
                  <a:cubicBezTo>
                    <a:pt x="180835" y="0"/>
                    <a:pt x="180835" y="0"/>
                    <a:pt x="180835" y="0"/>
                  </a:cubicBezTo>
                  <a:close/>
                  <a:moveTo>
                    <a:pt x="180835" y="348565"/>
                  </a:moveTo>
                  <a:cubicBezTo>
                    <a:pt x="87542" y="348565"/>
                    <a:pt x="12780" y="273234"/>
                    <a:pt x="12780" y="180028"/>
                  </a:cubicBezTo>
                  <a:cubicBezTo>
                    <a:pt x="12780" y="86822"/>
                    <a:pt x="87542" y="12130"/>
                    <a:pt x="180835" y="12130"/>
                  </a:cubicBezTo>
                  <a:cubicBezTo>
                    <a:pt x="274128" y="12130"/>
                    <a:pt x="348891" y="87461"/>
                    <a:pt x="348891" y="180028"/>
                  </a:cubicBezTo>
                  <a:cubicBezTo>
                    <a:pt x="348891" y="273234"/>
                    <a:pt x="273489" y="348565"/>
                    <a:pt x="180835" y="348565"/>
                  </a:cubicBezTo>
                  <a:close/>
                </a:path>
              </a:pathLst>
            </a:custGeom>
            <a:solidFill>
              <a:srgbClr val="046A38"/>
            </a:solidFill>
            <a:ln w="6390" cap="flat">
              <a:noFill/>
              <a:prstDash val="solid"/>
              <a:miter/>
            </a:ln>
          </p:spPr>
          <p:txBody>
            <a:bodyPr rtlCol="0" anchor="ctr"/>
            <a:lstStyle/>
            <a:p>
              <a:endParaRPr lang="en-US"/>
            </a:p>
          </p:txBody>
        </p:sp>
        <p:sp>
          <p:nvSpPr>
            <p:cNvPr id="937" name="Graphic 4">
              <a:extLst>
                <a:ext uri="{FF2B5EF4-FFF2-40B4-BE49-F238E27FC236}">
                  <a16:creationId xmlns:a16="http://schemas.microsoft.com/office/drawing/2014/main" id="{A1B3F316-CE47-1849-9847-8677FD665559}"/>
                </a:ext>
              </a:extLst>
            </p:cNvPr>
            <p:cNvSpPr/>
            <p:nvPr/>
          </p:nvSpPr>
          <p:spPr>
            <a:xfrm>
              <a:off x="551451" y="1504428"/>
              <a:ext cx="196810" cy="157484"/>
            </a:xfrm>
            <a:custGeom>
              <a:avLst/>
              <a:gdLst>
                <a:gd name="connsiteX0" fmla="*/ 190420 w 196810"/>
                <a:gd name="connsiteY0" fmla="*/ 13845 h 157484"/>
                <a:gd name="connsiteX1" fmla="*/ 183391 w 196810"/>
                <a:gd name="connsiteY1" fmla="*/ 16399 h 157484"/>
                <a:gd name="connsiteX2" fmla="*/ 149524 w 196810"/>
                <a:gd name="connsiteY2" fmla="*/ 73216 h 157484"/>
                <a:gd name="connsiteX3" fmla="*/ 102878 w 196810"/>
                <a:gd name="connsiteY3" fmla="*/ 2993 h 157484"/>
                <a:gd name="connsiteX4" fmla="*/ 93932 w 196810"/>
                <a:gd name="connsiteY4" fmla="*/ 1077 h 157484"/>
                <a:gd name="connsiteX5" fmla="*/ 92015 w 196810"/>
                <a:gd name="connsiteY5" fmla="*/ 2993 h 157484"/>
                <a:gd name="connsiteX6" fmla="*/ 45369 w 196810"/>
                <a:gd name="connsiteY6" fmla="*/ 73216 h 157484"/>
                <a:gd name="connsiteX7" fmla="*/ 11502 w 196810"/>
                <a:gd name="connsiteY7" fmla="*/ 16399 h 157484"/>
                <a:gd name="connsiteX8" fmla="*/ 4473 w 196810"/>
                <a:gd name="connsiteY8" fmla="*/ 13845 h 157484"/>
                <a:gd name="connsiteX9" fmla="*/ 0 w 196810"/>
                <a:gd name="connsiteY9" fmla="*/ 20229 h 157484"/>
                <a:gd name="connsiteX10" fmla="*/ 0 w 196810"/>
                <a:gd name="connsiteY10" fmla="*/ 151101 h 157484"/>
                <a:gd name="connsiteX11" fmla="*/ 6390 w 196810"/>
                <a:gd name="connsiteY11" fmla="*/ 157485 h 157484"/>
                <a:gd name="connsiteX12" fmla="*/ 190420 w 196810"/>
                <a:gd name="connsiteY12" fmla="*/ 157485 h 157484"/>
                <a:gd name="connsiteX13" fmla="*/ 196810 w 196810"/>
                <a:gd name="connsiteY13" fmla="*/ 151101 h 157484"/>
                <a:gd name="connsiteX14" fmla="*/ 196810 w 196810"/>
                <a:gd name="connsiteY14" fmla="*/ 19591 h 157484"/>
                <a:gd name="connsiteX15" fmla="*/ 190420 w 196810"/>
                <a:gd name="connsiteY15" fmla="*/ 13845 h 157484"/>
                <a:gd name="connsiteX16" fmla="*/ 182752 w 196810"/>
                <a:gd name="connsiteY16" fmla="*/ 144717 h 157484"/>
                <a:gd name="connsiteX17" fmla="*/ 11502 w 196810"/>
                <a:gd name="connsiteY17" fmla="*/ 144717 h 157484"/>
                <a:gd name="connsiteX18" fmla="*/ 11502 w 196810"/>
                <a:gd name="connsiteY18" fmla="*/ 43212 h 157484"/>
                <a:gd name="connsiteX19" fmla="*/ 38979 w 196810"/>
                <a:gd name="connsiteY19" fmla="*/ 89176 h 157484"/>
                <a:gd name="connsiteX20" fmla="*/ 44091 w 196810"/>
                <a:gd name="connsiteY20" fmla="*/ 92368 h 157484"/>
                <a:gd name="connsiteX21" fmla="*/ 49841 w 196810"/>
                <a:gd name="connsiteY21" fmla="*/ 89815 h 157484"/>
                <a:gd name="connsiteX22" fmla="*/ 97127 w 196810"/>
                <a:gd name="connsiteY22" fmla="*/ 18952 h 157484"/>
                <a:gd name="connsiteX23" fmla="*/ 144413 w 196810"/>
                <a:gd name="connsiteY23" fmla="*/ 89815 h 157484"/>
                <a:gd name="connsiteX24" fmla="*/ 149524 w 196810"/>
                <a:gd name="connsiteY24" fmla="*/ 92368 h 157484"/>
                <a:gd name="connsiteX25" fmla="*/ 154636 w 196810"/>
                <a:gd name="connsiteY25" fmla="*/ 89176 h 157484"/>
                <a:gd name="connsiteX26" fmla="*/ 182113 w 196810"/>
                <a:gd name="connsiteY26" fmla="*/ 43212 h 157484"/>
                <a:gd name="connsiteX27" fmla="*/ 182752 w 196810"/>
                <a:gd name="connsiteY27" fmla="*/ 144717 h 157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6810" h="157484">
                  <a:moveTo>
                    <a:pt x="190420" y="13845"/>
                  </a:moveTo>
                  <a:cubicBezTo>
                    <a:pt x="187864" y="13207"/>
                    <a:pt x="184669" y="14484"/>
                    <a:pt x="183391" y="16399"/>
                  </a:cubicBezTo>
                  <a:lnTo>
                    <a:pt x="149524" y="73216"/>
                  </a:lnTo>
                  <a:lnTo>
                    <a:pt x="102878" y="2993"/>
                  </a:lnTo>
                  <a:cubicBezTo>
                    <a:pt x="100961" y="-199"/>
                    <a:pt x="97127" y="-838"/>
                    <a:pt x="93932" y="1077"/>
                  </a:cubicBezTo>
                  <a:cubicBezTo>
                    <a:pt x="93293" y="1716"/>
                    <a:pt x="92654" y="2354"/>
                    <a:pt x="92015" y="2993"/>
                  </a:cubicBezTo>
                  <a:lnTo>
                    <a:pt x="45369" y="73216"/>
                  </a:lnTo>
                  <a:lnTo>
                    <a:pt x="11502" y="16399"/>
                  </a:lnTo>
                  <a:cubicBezTo>
                    <a:pt x="10224" y="13845"/>
                    <a:pt x="7029" y="12568"/>
                    <a:pt x="4473" y="13845"/>
                  </a:cubicBezTo>
                  <a:cubicBezTo>
                    <a:pt x="1917" y="14484"/>
                    <a:pt x="0" y="17037"/>
                    <a:pt x="0" y="20229"/>
                  </a:cubicBezTo>
                  <a:lnTo>
                    <a:pt x="0" y="151101"/>
                  </a:lnTo>
                  <a:cubicBezTo>
                    <a:pt x="0" y="154931"/>
                    <a:pt x="2556" y="157485"/>
                    <a:pt x="6390" y="157485"/>
                  </a:cubicBezTo>
                  <a:lnTo>
                    <a:pt x="190420" y="157485"/>
                  </a:lnTo>
                  <a:cubicBezTo>
                    <a:pt x="194254" y="157485"/>
                    <a:pt x="196810" y="154931"/>
                    <a:pt x="196810" y="151101"/>
                  </a:cubicBezTo>
                  <a:lnTo>
                    <a:pt x="196810" y="19591"/>
                  </a:lnTo>
                  <a:cubicBezTo>
                    <a:pt x="195532" y="17037"/>
                    <a:pt x="193615" y="14484"/>
                    <a:pt x="190420" y="13845"/>
                  </a:cubicBezTo>
                  <a:close/>
                  <a:moveTo>
                    <a:pt x="182752" y="144717"/>
                  </a:moveTo>
                  <a:lnTo>
                    <a:pt x="11502" y="144717"/>
                  </a:lnTo>
                  <a:lnTo>
                    <a:pt x="11502" y="43212"/>
                  </a:lnTo>
                  <a:lnTo>
                    <a:pt x="38979" y="89176"/>
                  </a:lnTo>
                  <a:cubicBezTo>
                    <a:pt x="40257" y="91091"/>
                    <a:pt x="42174" y="92368"/>
                    <a:pt x="44091" y="92368"/>
                  </a:cubicBezTo>
                  <a:cubicBezTo>
                    <a:pt x="46008" y="92368"/>
                    <a:pt x="48564" y="91091"/>
                    <a:pt x="49841" y="89815"/>
                  </a:cubicBezTo>
                  <a:lnTo>
                    <a:pt x="97127" y="18952"/>
                  </a:lnTo>
                  <a:lnTo>
                    <a:pt x="144413" y="89815"/>
                  </a:lnTo>
                  <a:cubicBezTo>
                    <a:pt x="145691" y="91730"/>
                    <a:pt x="147608" y="93007"/>
                    <a:pt x="149524" y="92368"/>
                  </a:cubicBezTo>
                  <a:cubicBezTo>
                    <a:pt x="151441" y="92368"/>
                    <a:pt x="153997" y="91091"/>
                    <a:pt x="154636" y="89176"/>
                  </a:cubicBezTo>
                  <a:lnTo>
                    <a:pt x="182113" y="43212"/>
                  </a:lnTo>
                  <a:lnTo>
                    <a:pt x="182752" y="144717"/>
                  </a:lnTo>
                  <a:close/>
                </a:path>
              </a:pathLst>
            </a:custGeom>
            <a:solidFill>
              <a:srgbClr val="046A38"/>
            </a:solidFill>
            <a:ln w="6390" cap="flat">
              <a:noFill/>
              <a:prstDash val="solid"/>
              <a:miter/>
            </a:ln>
          </p:spPr>
          <p:txBody>
            <a:bodyPr rtlCol="0" anchor="ctr"/>
            <a:lstStyle/>
            <a:p>
              <a:endParaRPr lang="en-US"/>
            </a:p>
          </p:txBody>
        </p:sp>
      </p:grpSp>
      <p:grpSp>
        <p:nvGrpSpPr>
          <p:cNvPr id="938" name="Graphic 4">
            <a:extLst>
              <a:ext uri="{FF2B5EF4-FFF2-40B4-BE49-F238E27FC236}">
                <a16:creationId xmlns:a16="http://schemas.microsoft.com/office/drawing/2014/main" id="{C364DBAF-E1F2-E34A-AD85-6FF8D9CDBB8C}"/>
              </a:ext>
            </a:extLst>
          </p:cNvPr>
          <p:cNvGrpSpPr>
            <a:grpSpLocks noChangeAspect="1"/>
          </p:cNvGrpSpPr>
          <p:nvPr/>
        </p:nvGrpSpPr>
        <p:grpSpPr>
          <a:xfrm>
            <a:off x="6146480" y="1885990"/>
            <a:ext cx="362309" cy="361971"/>
            <a:chOff x="6146480" y="1885990"/>
            <a:chExt cx="362309" cy="361971"/>
          </a:xfrm>
          <a:solidFill>
            <a:srgbClr val="43B02A"/>
          </a:solidFill>
        </p:grpSpPr>
        <p:sp>
          <p:nvSpPr>
            <p:cNvPr id="939" name="Graphic 4">
              <a:extLst>
                <a:ext uri="{FF2B5EF4-FFF2-40B4-BE49-F238E27FC236}">
                  <a16:creationId xmlns:a16="http://schemas.microsoft.com/office/drawing/2014/main" id="{26C02546-A2AE-C845-8E4B-42B57C09A71D}"/>
                </a:ext>
              </a:extLst>
            </p:cNvPr>
            <p:cNvSpPr/>
            <p:nvPr/>
          </p:nvSpPr>
          <p:spPr>
            <a:xfrm>
              <a:off x="6257665" y="2021267"/>
              <a:ext cx="138022" cy="119444"/>
            </a:xfrm>
            <a:custGeom>
              <a:avLst/>
              <a:gdLst>
                <a:gd name="connsiteX0" fmla="*/ 132272 w 138022"/>
                <a:gd name="connsiteY0" fmla="*/ 111146 h 119444"/>
                <a:gd name="connsiteX1" fmla="*/ 124604 w 138022"/>
                <a:gd name="connsiteY1" fmla="*/ 102847 h 119444"/>
                <a:gd name="connsiteX2" fmla="*/ 115019 w 138022"/>
                <a:gd name="connsiteY2" fmla="*/ 82418 h 119444"/>
                <a:gd name="connsiteX3" fmla="*/ 110546 w 138022"/>
                <a:gd name="connsiteY3" fmla="*/ 39645 h 119444"/>
                <a:gd name="connsiteX4" fmla="*/ 67734 w 138022"/>
                <a:gd name="connsiteY4" fmla="*/ 64 h 119444"/>
                <a:gd name="connsiteX5" fmla="*/ 28116 w 138022"/>
                <a:gd name="connsiteY5" fmla="*/ 39645 h 119444"/>
                <a:gd name="connsiteX6" fmla="*/ 23643 w 138022"/>
                <a:gd name="connsiteY6" fmla="*/ 82418 h 119444"/>
                <a:gd name="connsiteX7" fmla="*/ 14058 w 138022"/>
                <a:gd name="connsiteY7" fmla="*/ 102847 h 119444"/>
                <a:gd name="connsiteX8" fmla="*/ 6390 w 138022"/>
                <a:gd name="connsiteY8" fmla="*/ 111146 h 119444"/>
                <a:gd name="connsiteX9" fmla="*/ 0 w 138022"/>
                <a:gd name="connsiteY9" fmla="*/ 118168 h 119444"/>
                <a:gd name="connsiteX10" fmla="*/ 0 w 138022"/>
                <a:gd name="connsiteY10" fmla="*/ 119445 h 119444"/>
                <a:gd name="connsiteX11" fmla="*/ 0 w 138022"/>
                <a:gd name="connsiteY11" fmla="*/ 119445 h 119444"/>
                <a:gd name="connsiteX12" fmla="*/ 4473 w 138022"/>
                <a:gd name="connsiteY12" fmla="*/ 119445 h 119444"/>
                <a:gd name="connsiteX13" fmla="*/ 133550 w 138022"/>
                <a:gd name="connsiteY13" fmla="*/ 119445 h 119444"/>
                <a:gd name="connsiteX14" fmla="*/ 138023 w 138022"/>
                <a:gd name="connsiteY14" fmla="*/ 118806 h 119444"/>
                <a:gd name="connsiteX15" fmla="*/ 137384 w 138022"/>
                <a:gd name="connsiteY15" fmla="*/ 117530 h 119444"/>
                <a:gd name="connsiteX16" fmla="*/ 132272 w 138022"/>
                <a:gd name="connsiteY16" fmla="*/ 111146 h 119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8022" h="119444">
                  <a:moveTo>
                    <a:pt x="132272" y="111146"/>
                  </a:moveTo>
                  <a:cubicBezTo>
                    <a:pt x="129716" y="108592"/>
                    <a:pt x="127160" y="106039"/>
                    <a:pt x="124604" y="102847"/>
                  </a:cubicBezTo>
                  <a:cubicBezTo>
                    <a:pt x="120131" y="96463"/>
                    <a:pt x="116936" y="89440"/>
                    <a:pt x="115019" y="82418"/>
                  </a:cubicBezTo>
                  <a:cubicBezTo>
                    <a:pt x="111824" y="68373"/>
                    <a:pt x="109907" y="54328"/>
                    <a:pt x="110546" y="39645"/>
                  </a:cubicBezTo>
                  <a:cubicBezTo>
                    <a:pt x="109907" y="16663"/>
                    <a:pt x="90737" y="-1212"/>
                    <a:pt x="67734" y="64"/>
                  </a:cubicBezTo>
                  <a:cubicBezTo>
                    <a:pt x="46008" y="703"/>
                    <a:pt x="28755" y="17939"/>
                    <a:pt x="28116" y="39645"/>
                  </a:cubicBezTo>
                  <a:cubicBezTo>
                    <a:pt x="28755" y="53690"/>
                    <a:pt x="27477" y="68373"/>
                    <a:pt x="23643" y="82418"/>
                  </a:cubicBezTo>
                  <a:cubicBezTo>
                    <a:pt x="21726" y="89440"/>
                    <a:pt x="18531" y="96463"/>
                    <a:pt x="14058" y="102847"/>
                  </a:cubicBezTo>
                  <a:cubicBezTo>
                    <a:pt x="12141" y="106039"/>
                    <a:pt x="9585" y="108592"/>
                    <a:pt x="6390" y="111146"/>
                  </a:cubicBezTo>
                  <a:cubicBezTo>
                    <a:pt x="3834" y="113061"/>
                    <a:pt x="1917" y="115614"/>
                    <a:pt x="0" y="118168"/>
                  </a:cubicBezTo>
                  <a:cubicBezTo>
                    <a:pt x="0" y="118806"/>
                    <a:pt x="0" y="118806"/>
                    <a:pt x="0" y="119445"/>
                  </a:cubicBezTo>
                  <a:lnTo>
                    <a:pt x="0" y="119445"/>
                  </a:lnTo>
                  <a:cubicBezTo>
                    <a:pt x="1278" y="119445"/>
                    <a:pt x="2556" y="119445"/>
                    <a:pt x="4473" y="119445"/>
                  </a:cubicBezTo>
                  <a:lnTo>
                    <a:pt x="133550" y="119445"/>
                  </a:lnTo>
                  <a:cubicBezTo>
                    <a:pt x="134828" y="119445"/>
                    <a:pt x="136745" y="119445"/>
                    <a:pt x="138023" y="118806"/>
                  </a:cubicBezTo>
                  <a:cubicBezTo>
                    <a:pt x="138023" y="118806"/>
                    <a:pt x="138023" y="118168"/>
                    <a:pt x="137384" y="117530"/>
                  </a:cubicBezTo>
                  <a:cubicBezTo>
                    <a:pt x="136745" y="114976"/>
                    <a:pt x="134828" y="113061"/>
                    <a:pt x="132272" y="111146"/>
                  </a:cubicBezTo>
                  <a:close/>
                </a:path>
              </a:pathLst>
            </a:custGeom>
            <a:solidFill>
              <a:srgbClr val="43B02A"/>
            </a:solidFill>
            <a:ln w="6390" cap="flat">
              <a:noFill/>
              <a:prstDash val="solid"/>
              <a:miter/>
            </a:ln>
          </p:spPr>
          <p:txBody>
            <a:bodyPr rtlCol="0" anchor="ctr"/>
            <a:lstStyle/>
            <a:p>
              <a:endParaRPr lang="en-US"/>
            </a:p>
          </p:txBody>
        </p:sp>
        <p:sp>
          <p:nvSpPr>
            <p:cNvPr id="940" name="Graphic 4">
              <a:extLst>
                <a:ext uri="{FF2B5EF4-FFF2-40B4-BE49-F238E27FC236}">
                  <a16:creationId xmlns:a16="http://schemas.microsoft.com/office/drawing/2014/main" id="{6D7A5620-5283-254C-ABDC-A6304ADBF2DD}"/>
                </a:ext>
              </a:extLst>
            </p:cNvPr>
            <p:cNvSpPr/>
            <p:nvPr/>
          </p:nvSpPr>
          <p:spPr>
            <a:xfrm>
              <a:off x="6316452" y="2154118"/>
              <a:ext cx="23642" cy="7022"/>
            </a:xfrm>
            <a:custGeom>
              <a:avLst/>
              <a:gdLst>
                <a:gd name="connsiteX0" fmla="*/ 11502 w 23642"/>
                <a:gd name="connsiteY0" fmla="*/ 7022 h 7022"/>
                <a:gd name="connsiteX1" fmla="*/ 23643 w 23642"/>
                <a:gd name="connsiteY1" fmla="*/ 0 h 7022"/>
                <a:gd name="connsiteX2" fmla="*/ 0 w 23642"/>
                <a:gd name="connsiteY2" fmla="*/ 0 h 7022"/>
                <a:gd name="connsiteX3" fmla="*/ 11502 w 23642"/>
                <a:gd name="connsiteY3" fmla="*/ 7022 h 7022"/>
              </a:gdLst>
              <a:ahLst/>
              <a:cxnLst>
                <a:cxn ang="0">
                  <a:pos x="connsiteX0" y="connsiteY0"/>
                </a:cxn>
                <a:cxn ang="0">
                  <a:pos x="connsiteX1" y="connsiteY1"/>
                </a:cxn>
                <a:cxn ang="0">
                  <a:pos x="connsiteX2" y="connsiteY2"/>
                </a:cxn>
                <a:cxn ang="0">
                  <a:pos x="connsiteX3" y="connsiteY3"/>
                </a:cxn>
              </a:cxnLst>
              <a:rect l="l" t="t" r="r" b="b"/>
              <a:pathLst>
                <a:path w="23642" h="7022">
                  <a:moveTo>
                    <a:pt x="11502" y="7022"/>
                  </a:moveTo>
                  <a:cubicBezTo>
                    <a:pt x="16614" y="7022"/>
                    <a:pt x="21087" y="4469"/>
                    <a:pt x="23643" y="0"/>
                  </a:cubicBezTo>
                  <a:lnTo>
                    <a:pt x="0" y="0"/>
                  </a:lnTo>
                  <a:cubicBezTo>
                    <a:pt x="1917" y="3830"/>
                    <a:pt x="6390" y="7022"/>
                    <a:pt x="11502" y="7022"/>
                  </a:cubicBezTo>
                  <a:close/>
                </a:path>
              </a:pathLst>
            </a:custGeom>
            <a:solidFill>
              <a:srgbClr val="43B02A"/>
            </a:solidFill>
            <a:ln w="6390" cap="flat">
              <a:noFill/>
              <a:prstDash val="solid"/>
              <a:miter/>
            </a:ln>
          </p:spPr>
          <p:txBody>
            <a:bodyPr rtlCol="0" anchor="ctr"/>
            <a:lstStyle/>
            <a:p>
              <a:endParaRPr lang="en-US"/>
            </a:p>
          </p:txBody>
        </p:sp>
        <p:sp>
          <p:nvSpPr>
            <p:cNvPr id="941" name="Graphic 4">
              <a:extLst>
                <a:ext uri="{FF2B5EF4-FFF2-40B4-BE49-F238E27FC236}">
                  <a16:creationId xmlns:a16="http://schemas.microsoft.com/office/drawing/2014/main" id="{4CB65CD1-E203-2446-8DF1-5CE88ECF309E}"/>
                </a:ext>
              </a:extLst>
            </p:cNvPr>
            <p:cNvSpPr/>
            <p:nvPr/>
          </p:nvSpPr>
          <p:spPr>
            <a:xfrm>
              <a:off x="6146480" y="1885990"/>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83069 w 362309"/>
                <a:gd name="connsiteY6" fmla="*/ 197903 h 361971"/>
                <a:gd name="connsiteX7" fmla="*/ 79235 w 362309"/>
                <a:gd name="connsiteY7" fmla="*/ 206203 h 361971"/>
                <a:gd name="connsiteX8" fmla="*/ 77318 w 362309"/>
                <a:gd name="connsiteY8" fmla="*/ 206203 h 361971"/>
                <a:gd name="connsiteX9" fmla="*/ 70928 w 362309"/>
                <a:gd name="connsiteY9" fmla="*/ 201734 h 361971"/>
                <a:gd name="connsiteX10" fmla="*/ 132271 w 362309"/>
                <a:gd name="connsiteY10" fmla="*/ 74054 h 361971"/>
                <a:gd name="connsiteX11" fmla="*/ 140579 w 362309"/>
                <a:gd name="connsiteY11" fmla="*/ 77246 h 361971"/>
                <a:gd name="connsiteX12" fmla="*/ 137384 w 362309"/>
                <a:gd name="connsiteY12" fmla="*/ 85546 h 361971"/>
                <a:gd name="connsiteX13" fmla="*/ 136106 w 362309"/>
                <a:gd name="connsiteY13" fmla="*/ 86184 h 361971"/>
                <a:gd name="connsiteX14" fmla="*/ 83069 w 362309"/>
                <a:gd name="connsiteY14" fmla="*/ 197903 h 361971"/>
                <a:gd name="connsiteX15" fmla="*/ 83069 w 362309"/>
                <a:gd name="connsiteY15" fmla="*/ 197903 h 361971"/>
                <a:gd name="connsiteX16" fmla="*/ 102239 w 362309"/>
                <a:gd name="connsiteY16" fmla="*/ 137894 h 361971"/>
                <a:gd name="connsiteX17" fmla="*/ 141217 w 362309"/>
                <a:gd name="connsiteY17" fmla="*/ 102782 h 361971"/>
                <a:gd name="connsiteX18" fmla="*/ 149524 w 362309"/>
                <a:gd name="connsiteY18" fmla="*/ 105974 h 361971"/>
                <a:gd name="connsiteX19" fmla="*/ 146329 w 362309"/>
                <a:gd name="connsiteY19" fmla="*/ 114273 h 361971"/>
                <a:gd name="connsiteX20" fmla="*/ 145051 w 362309"/>
                <a:gd name="connsiteY20" fmla="*/ 114912 h 361971"/>
                <a:gd name="connsiteX21" fmla="*/ 110546 w 362309"/>
                <a:gd name="connsiteY21" fmla="*/ 187051 h 361971"/>
                <a:gd name="connsiteX22" fmla="*/ 106712 w 362309"/>
                <a:gd name="connsiteY22" fmla="*/ 195350 h 361971"/>
                <a:gd name="connsiteX23" fmla="*/ 106712 w 362309"/>
                <a:gd name="connsiteY23" fmla="*/ 195350 h 361971"/>
                <a:gd name="connsiteX24" fmla="*/ 104795 w 362309"/>
                <a:gd name="connsiteY24" fmla="*/ 195988 h 361971"/>
                <a:gd name="connsiteX25" fmla="*/ 98405 w 362309"/>
                <a:gd name="connsiteY25" fmla="*/ 191519 h 361971"/>
                <a:gd name="connsiteX26" fmla="*/ 102239 w 362309"/>
                <a:gd name="connsiteY26" fmla="*/ 137894 h 361971"/>
                <a:gd name="connsiteX27" fmla="*/ 102239 w 362309"/>
                <a:gd name="connsiteY27" fmla="*/ 137894 h 361971"/>
                <a:gd name="connsiteX28" fmla="*/ 260709 w 362309"/>
                <a:gd name="connsiteY28" fmla="*/ 262382 h 361971"/>
                <a:gd name="connsiteX29" fmla="*/ 246013 w 362309"/>
                <a:gd name="connsiteY29" fmla="*/ 268127 h 361971"/>
                <a:gd name="connsiteX30" fmla="*/ 207034 w 362309"/>
                <a:gd name="connsiteY30" fmla="*/ 268127 h 361971"/>
                <a:gd name="connsiteX31" fmla="*/ 175723 w 362309"/>
                <a:gd name="connsiteY31" fmla="*/ 287918 h 361971"/>
                <a:gd name="connsiteX32" fmla="*/ 155914 w 362309"/>
                <a:gd name="connsiteY32" fmla="*/ 268127 h 361971"/>
                <a:gd name="connsiteX33" fmla="*/ 116936 w 362309"/>
                <a:gd name="connsiteY33" fmla="*/ 268127 h 361971"/>
                <a:gd name="connsiteX34" fmla="*/ 102239 w 362309"/>
                <a:gd name="connsiteY34" fmla="*/ 262382 h 361971"/>
                <a:gd name="connsiteX35" fmla="*/ 101600 w 362309"/>
                <a:gd name="connsiteY35" fmla="*/ 247060 h 361971"/>
                <a:gd name="connsiteX36" fmla="*/ 110546 w 362309"/>
                <a:gd name="connsiteY36" fmla="*/ 236846 h 361971"/>
                <a:gd name="connsiteX37" fmla="*/ 116297 w 362309"/>
                <a:gd name="connsiteY37" fmla="*/ 231100 h 361971"/>
                <a:gd name="connsiteX38" fmla="*/ 123965 w 362309"/>
                <a:gd name="connsiteY38" fmla="*/ 214502 h 361971"/>
                <a:gd name="connsiteX39" fmla="*/ 127799 w 362309"/>
                <a:gd name="connsiteY39" fmla="*/ 175560 h 361971"/>
                <a:gd name="connsiteX40" fmla="*/ 175723 w 362309"/>
                <a:gd name="connsiteY40" fmla="*/ 121934 h 361971"/>
                <a:gd name="connsiteX41" fmla="*/ 175723 w 362309"/>
                <a:gd name="connsiteY41" fmla="*/ 107251 h 361971"/>
                <a:gd name="connsiteX42" fmla="*/ 182113 w 362309"/>
                <a:gd name="connsiteY42" fmla="*/ 100867 h 361971"/>
                <a:gd name="connsiteX43" fmla="*/ 188503 w 362309"/>
                <a:gd name="connsiteY43" fmla="*/ 107251 h 361971"/>
                <a:gd name="connsiteX44" fmla="*/ 188503 w 362309"/>
                <a:gd name="connsiteY44" fmla="*/ 121934 h 361971"/>
                <a:gd name="connsiteX45" fmla="*/ 236428 w 362309"/>
                <a:gd name="connsiteY45" fmla="*/ 175560 h 361971"/>
                <a:gd name="connsiteX46" fmla="*/ 240261 w 362309"/>
                <a:gd name="connsiteY46" fmla="*/ 214502 h 361971"/>
                <a:gd name="connsiteX47" fmla="*/ 247929 w 362309"/>
                <a:gd name="connsiteY47" fmla="*/ 231100 h 361971"/>
                <a:gd name="connsiteX48" fmla="*/ 253680 w 362309"/>
                <a:gd name="connsiteY48" fmla="*/ 237484 h 361971"/>
                <a:gd name="connsiteX49" fmla="*/ 262626 w 362309"/>
                <a:gd name="connsiteY49" fmla="*/ 247699 h 361971"/>
                <a:gd name="connsiteX50" fmla="*/ 260709 w 362309"/>
                <a:gd name="connsiteY50" fmla="*/ 262382 h 361971"/>
                <a:gd name="connsiteX51" fmla="*/ 260709 w 362309"/>
                <a:gd name="connsiteY51" fmla="*/ 262382 h 361971"/>
                <a:gd name="connsiteX52" fmla="*/ 263904 w 362309"/>
                <a:gd name="connsiteY52" fmla="*/ 190881 h 361971"/>
                <a:gd name="connsiteX53" fmla="*/ 258153 w 362309"/>
                <a:gd name="connsiteY53" fmla="*/ 195350 h 361971"/>
                <a:gd name="connsiteX54" fmla="*/ 256236 w 362309"/>
                <a:gd name="connsiteY54" fmla="*/ 194711 h 361971"/>
                <a:gd name="connsiteX55" fmla="*/ 252403 w 362309"/>
                <a:gd name="connsiteY55" fmla="*/ 186412 h 361971"/>
                <a:gd name="connsiteX56" fmla="*/ 252403 w 362309"/>
                <a:gd name="connsiteY56" fmla="*/ 186412 h 361971"/>
                <a:gd name="connsiteX57" fmla="*/ 217897 w 362309"/>
                <a:gd name="connsiteY57" fmla="*/ 114273 h 361971"/>
                <a:gd name="connsiteX58" fmla="*/ 213424 w 362309"/>
                <a:gd name="connsiteY58" fmla="*/ 106613 h 361971"/>
                <a:gd name="connsiteX59" fmla="*/ 221092 w 362309"/>
                <a:gd name="connsiteY59" fmla="*/ 102144 h 361971"/>
                <a:gd name="connsiteX60" fmla="*/ 222370 w 362309"/>
                <a:gd name="connsiteY60" fmla="*/ 102782 h 361971"/>
                <a:gd name="connsiteX61" fmla="*/ 263904 w 362309"/>
                <a:gd name="connsiteY61" fmla="*/ 190881 h 361971"/>
                <a:gd name="connsiteX62" fmla="*/ 292020 w 362309"/>
                <a:gd name="connsiteY62" fmla="*/ 201734 h 361971"/>
                <a:gd name="connsiteX63" fmla="*/ 285630 w 362309"/>
                <a:gd name="connsiteY63" fmla="*/ 206203 h 361971"/>
                <a:gd name="connsiteX64" fmla="*/ 283713 w 362309"/>
                <a:gd name="connsiteY64" fmla="*/ 206203 h 361971"/>
                <a:gd name="connsiteX65" fmla="*/ 279879 w 362309"/>
                <a:gd name="connsiteY65" fmla="*/ 197903 h 361971"/>
                <a:gd name="connsiteX66" fmla="*/ 279879 w 362309"/>
                <a:gd name="connsiteY66" fmla="*/ 197903 h 361971"/>
                <a:gd name="connsiteX67" fmla="*/ 226204 w 362309"/>
                <a:gd name="connsiteY67" fmla="*/ 86184 h 361971"/>
                <a:gd name="connsiteX68" fmla="*/ 223009 w 362309"/>
                <a:gd name="connsiteY68" fmla="*/ 77885 h 361971"/>
                <a:gd name="connsiteX69" fmla="*/ 230677 w 362309"/>
                <a:gd name="connsiteY69" fmla="*/ 74693 h 361971"/>
                <a:gd name="connsiteX70" fmla="*/ 292020 w 362309"/>
                <a:gd name="connsiteY70" fmla="*/ 201734 h 361971"/>
                <a:gd name="connsiteX71" fmla="*/ 292020 w 362309"/>
                <a:gd name="connsiteY71" fmla="*/ 20173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0438"/>
                    <a:pt x="281157" y="0"/>
                    <a:pt x="181474" y="0"/>
                  </a:cubicBezTo>
                  <a:close/>
                  <a:moveTo>
                    <a:pt x="83069" y="197903"/>
                  </a:moveTo>
                  <a:cubicBezTo>
                    <a:pt x="84347" y="201095"/>
                    <a:pt x="82430" y="204926"/>
                    <a:pt x="79235" y="206203"/>
                  </a:cubicBezTo>
                  <a:cubicBezTo>
                    <a:pt x="78596" y="206203"/>
                    <a:pt x="77957" y="206203"/>
                    <a:pt x="77318" y="206203"/>
                  </a:cubicBezTo>
                  <a:cubicBezTo>
                    <a:pt x="74762" y="206203"/>
                    <a:pt x="71567" y="204287"/>
                    <a:pt x="70928" y="201734"/>
                  </a:cubicBezTo>
                  <a:cubicBezTo>
                    <a:pt x="53036" y="149385"/>
                    <a:pt x="80513" y="93206"/>
                    <a:pt x="132271" y="74054"/>
                  </a:cubicBezTo>
                  <a:cubicBezTo>
                    <a:pt x="135466" y="72778"/>
                    <a:pt x="139301" y="74054"/>
                    <a:pt x="140579" y="77246"/>
                  </a:cubicBezTo>
                  <a:cubicBezTo>
                    <a:pt x="141856" y="80438"/>
                    <a:pt x="140579" y="84269"/>
                    <a:pt x="137384" y="85546"/>
                  </a:cubicBezTo>
                  <a:cubicBezTo>
                    <a:pt x="136744" y="85546"/>
                    <a:pt x="136744" y="86184"/>
                    <a:pt x="136106" y="86184"/>
                  </a:cubicBezTo>
                  <a:cubicBezTo>
                    <a:pt x="91376" y="102782"/>
                    <a:pt x="67094" y="151939"/>
                    <a:pt x="83069" y="197903"/>
                  </a:cubicBezTo>
                  <a:lnTo>
                    <a:pt x="83069" y="197903"/>
                  </a:lnTo>
                  <a:close/>
                  <a:moveTo>
                    <a:pt x="102239" y="137894"/>
                  </a:moveTo>
                  <a:cubicBezTo>
                    <a:pt x="109907" y="121296"/>
                    <a:pt x="123965" y="108528"/>
                    <a:pt x="141217" y="102782"/>
                  </a:cubicBezTo>
                  <a:cubicBezTo>
                    <a:pt x="144412" y="101505"/>
                    <a:pt x="148246" y="102782"/>
                    <a:pt x="149524" y="105974"/>
                  </a:cubicBezTo>
                  <a:cubicBezTo>
                    <a:pt x="150802" y="109166"/>
                    <a:pt x="149524" y="112997"/>
                    <a:pt x="146329" y="114273"/>
                  </a:cubicBezTo>
                  <a:cubicBezTo>
                    <a:pt x="145690" y="114273"/>
                    <a:pt x="145690" y="114912"/>
                    <a:pt x="145051" y="114912"/>
                  </a:cubicBezTo>
                  <a:cubicBezTo>
                    <a:pt x="115658" y="125765"/>
                    <a:pt x="100961" y="157684"/>
                    <a:pt x="110546" y="187051"/>
                  </a:cubicBezTo>
                  <a:cubicBezTo>
                    <a:pt x="111824" y="190243"/>
                    <a:pt x="109907" y="194073"/>
                    <a:pt x="106712" y="195350"/>
                  </a:cubicBezTo>
                  <a:cubicBezTo>
                    <a:pt x="106712" y="195350"/>
                    <a:pt x="106712" y="195350"/>
                    <a:pt x="106712" y="195350"/>
                  </a:cubicBezTo>
                  <a:cubicBezTo>
                    <a:pt x="106073" y="195350"/>
                    <a:pt x="105434" y="195988"/>
                    <a:pt x="104795" y="195988"/>
                  </a:cubicBezTo>
                  <a:cubicBezTo>
                    <a:pt x="102239" y="195988"/>
                    <a:pt x="99683" y="194073"/>
                    <a:pt x="98405" y="191519"/>
                  </a:cubicBezTo>
                  <a:cubicBezTo>
                    <a:pt x="93293" y="173644"/>
                    <a:pt x="93932" y="154492"/>
                    <a:pt x="102239" y="137894"/>
                  </a:cubicBezTo>
                  <a:lnTo>
                    <a:pt x="102239" y="137894"/>
                  </a:lnTo>
                  <a:close/>
                  <a:moveTo>
                    <a:pt x="260709" y="262382"/>
                  </a:moveTo>
                  <a:cubicBezTo>
                    <a:pt x="256875" y="266212"/>
                    <a:pt x="251763" y="268127"/>
                    <a:pt x="246013" y="268127"/>
                  </a:cubicBezTo>
                  <a:lnTo>
                    <a:pt x="207034" y="268127"/>
                  </a:lnTo>
                  <a:cubicBezTo>
                    <a:pt x="203839" y="282172"/>
                    <a:pt x="189781" y="291110"/>
                    <a:pt x="175723" y="287918"/>
                  </a:cubicBezTo>
                  <a:cubicBezTo>
                    <a:pt x="166138" y="285364"/>
                    <a:pt x="158470" y="278342"/>
                    <a:pt x="155914" y="268127"/>
                  </a:cubicBezTo>
                  <a:lnTo>
                    <a:pt x="116936" y="268127"/>
                  </a:lnTo>
                  <a:cubicBezTo>
                    <a:pt x="111185" y="268766"/>
                    <a:pt x="106073" y="266851"/>
                    <a:pt x="102239" y="262382"/>
                  </a:cubicBezTo>
                  <a:cubicBezTo>
                    <a:pt x="99044" y="257913"/>
                    <a:pt x="99044" y="252167"/>
                    <a:pt x="101600" y="247060"/>
                  </a:cubicBezTo>
                  <a:cubicBezTo>
                    <a:pt x="104156" y="243230"/>
                    <a:pt x="106712" y="239399"/>
                    <a:pt x="110546" y="236846"/>
                  </a:cubicBezTo>
                  <a:cubicBezTo>
                    <a:pt x="112463" y="234931"/>
                    <a:pt x="114380" y="233015"/>
                    <a:pt x="116297" y="231100"/>
                  </a:cubicBezTo>
                  <a:cubicBezTo>
                    <a:pt x="119492" y="225993"/>
                    <a:pt x="122048" y="220247"/>
                    <a:pt x="123965" y="214502"/>
                  </a:cubicBezTo>
                  <a:cubicBezTo>
                    <a:pt x="127160" y="201734"/>
                    <a:pt x="128438" y="188327"/>
                    <a:pt x="127799" y="175560"/>
                  </a:cubicBezTo>
                  <a:cubicBezTo>
                    <a:pt x="127799" y="148108"/>
                    <a:pt x="148246" y="125126"/>
                    <a:pt x="175723" y="121934"/>
                  </a:cubicBezTo>
                  <a:lnTo>
                    <a:pt x="175723" y="107251"/>
                  </a:lnTo>
                  <a:cubicBezTo>
                    <a:pt x="175723" y="103421"/>
                    <a:pt x="178279" y="100867"/>
                    <a:pt x="182113" y="100867"/>
                  </a:cubicBezTo>
                  <a:cubicBezTo>
                    <a:pt x="185947" y="100867"/>
                    <a:pt x="188503" y="103421"/>
                    <a:pt x="188503" y="107251"/>
                  </a:cubicBezTo>
                  <a:lnTo>
                    <a:pt x="188503" y="121934"/>
                  </a:lnTo>
                  <a:cubicBezTo>
                    <a:pt x="215341" y="125126"/>
                    <a:pt x="236428" y="148108"/>
                    <a:pt x="236428" y="175560"/>
                  </a:cubicBezTo>
                  <a:cubicBezTo>
                    <a:pt x="235788" y="188966"/>
                    <a:pt x="237067" y="201734"/>
                    <a:pt x="240261" y="214502"/>
                  </a:cubicBezTo>
                  <a:cubicBezTo>
                    <a:pt x="242178" y="220247"/>
                    <a:pt x="244095" y="225993"/>
                    <a:pt x="247929" y="231100"/>
                  </a:cubicBezTo>
                  <a:cubicBezTo>
                    <a:pt x="249846" y="233015"/>
                    <a:pt x="251763" y="235569"/>
                    <a:pt x="253680" y="237484"/>
                  </a:cubicBezTo>
                  <a:cubicBezTo>
                    <a:pt x="256875" y="240676"/>
                    <a:pt x="260070" y="243868"/>
                    <a:pt x="262626" y="247699"/>
                  </a:cubicBezTo>
                  <a:cubicBezTo>
                    <a:pt x="263904" y="252167"/>
                    <a:pt x="263265" y="257913"/>
                    <a:pt x="260709" y="262382"/>
                  </a:cubicBezTo>
                  <a:lnTo>
                    <a:pt x="260709" y="262382"/>
                  </a:lnTo>
                  <a:close/>
                  <a:moveTo>
                    <a:pt x="263904" y="190881"/>
                  </a:moveTo>
                  <a:cubicBezTo>
                    <a:pt x="263265" y="193435"/>
                    <a:pt x="260709" y="195350"/>
                    <a:pt x="258153" y="195350"/>
                  </a:cubicBezTo>
                  <a:cubicBezTo>
                    <a:pt x="257514" y="195350"/>
                    <a:pt x="256875" y="195350"/>
                    <a:pt x="256236" y="194711"/>
                  </a:cubicBezTo>
                  <a:cubicBezTo>
                    <a:pt x="253041" y="193435"/>
                    <a:pt x="251124" y="190243"/>
                    <a:pt x="252403" y="186412"/>
                  </a:cubicBezTo>
                  <a:cubicBezTo>
                    <a:pt x="252403" y="186412"/>
                    <a:pt x="252403" y="186412"/>
                    <a:pt x="252403" y="186412"/>
                  </a:cubicBezTo>
                  <a:cubicBezTo>
                    <a:pt x="261987" y="157046"/>
                    <a:pt x="246651" y="125126"/>
                    <a:pt x="217897" y="114273"/>
                  </a:cubicBezTo>
                  <a:cubicBezTo>
                    <a:pt x="214702" y="113635"/>
                    <a:pt x="212785" y="109805"/>
                    <a:pt x="213424" y="106613"/>
                  </a:cubicBezTo>
                  <a:cubicBezTo>
                    <a:pt x="214063" y="103421"/>
                    <a:pt x="217897" y="101505"/>
                    <a:pt x="221092" y="102144"/>
                  </a:cubicBezTo>
                  <a:cubicBezTo>
                    <a:pt x="221731" y="102144"/>
                    <a:pt x="221731" y="102144"/>
                    <a:pt x="222370" y="102782"/>
                  </a:cubicBezTo>
                  <a:cubicBezTo>
                    <a:pt x="257514" y="115550"/>
                    <a:pt x="276045" y="154492"/>
                    <a:pt x="263904" y="190881"/>
                  </a:cubicBezTo>
                  <a:close/>
                  <a:moveTo>
                    <a:pt x="292020" y="201734"/>
                  </a:moveTo>
                  <a:cubicBezTo>
                    <a:pt x="291381" y="204287"/>
                    <a:pt x="288186" y="206203"/>
                    <a:pt x="285630" y="206203"/>
                  </a:cubicBezTo>
                  <a:cubicBezTo>
                    <a:pt x="284991" y="206203"/>
                    <a:pt x="284352" y="206203"/>
                    <a:pt x="283713" y="206203"/>
                  </a:cubicBezTo>
                  <a:cubicBezTo>
                    <a:pt x="280518" y="204926"/>
                    <a:pt x="278601" y="201734"/>
                    <a:pt x="279879" y="197903"/>
                  </a:cubicBezTo>
                  <a:cubicBezTo>
                    <a:pt x="279879" y="197903"/>
                    <a:pt x="279879" y="197903"/>
                    <a:pt x="279879" y="197903"/>
                  </a:cubicBezTo>
                  <a:cubicBezTo>
                    <a:pt x="295215" y="152577"/>
                    <a:pt x="271572" y="102782"/>
                    <a:pt x="226204" y="86184"/>
                  </a:cubicBezTo>
                  <a:cubicBezTo>
                    <a:pt x="223009" y="84907"/>
                    <a:pt x="221731" y="81077"/>
                    <a:pt x="223009" y="77885"/>
                  </a:cubicBezTo>
                  <a:cubicBezTo>
                    <a:pt x="224287" y="75331"/>
                    <a:pt x="227482" y="73416"/>
                    <a:pt x="230677" y="74693"/>
                  </a:cubicBezTo>
                  <a:cubicBezTo>
                    <a:pt x="281796" y="92568"/>
                    <a:pt x="309273" y="149385"/>
                    <a:pt x="292020" y="201734"/>
                  </a:cubicBezTo>
                  <a:lnTo>
                    <a:pt x="292020" y="201734"/>
                  </a:lnTo>
                  <a:close/>
                </a:path>
              </a:pathLst>
            </a:custGeom>
            <a:solidFill>
              <a:srgbClr val="43B02A"/>
            </a:solidFill>
            <a:ln w="6390" cap="flat">
              <a:noFill/>
              <a:prstDash val="solid"/>
              <a:miter/>
            </a:ln>
          </p:spPr>
          <p:txBody>
            <a:bodyPr rtlCol="0" anchor="ctr"/>
            <a:lstStyle/>
            <a:p>
              <a:endParaRPr lang="en-US"/>
            </a:p>
          </p:txBody>
        </p:sp>
      </p:grpSp>
      <p:grpSp>
        <p:nvGrpSpPr>
          <p:cNvPr id="513" name="Group 512">
            <a:extLst>
              <a:ext uri="{FF2B5EF4-FFF2-40B4-BE49-F238E27FC236}">
                <a16:creationId xmlns:a16="http://schemas.microsoft.com/office/drawing/2014/main" id="{084F224A-414D-EB49-A4CA-8F04BCFE291D}"/>
              </a:ext>
            </a:extLst>
          </p:cNvPr>
          <p:cNvGrpSpPr>
            <a:grpSpLocks noChangeAspect="1"/>
          </p:cNvGrpSpPr>
          <p:nvPr/>
        </p:nvGrpSpPr>
        <p:grpSpPr>
          <a:xfrm>
            <a:off x="905454" y="1402723"/>
            <a:ext cx="362309" cy="361971"/>
            <a:chOff x="905454" y="1402723"/>
            <a:chExt cx="362309" cy="361971"/>
          </a:xfrm>
        </p:grpSpPr>
        <p:sp>
          <p:nvSpPr>
            <p:cNvPr id="942" name="Graphic 4">
              <a:extLst>
                <a:ext uri="{FF2B5EF4-FFF2-40B4-BE49-F238E27FC236}">
                  <a16:creationId xmlns:a16="http://schemas.microsoft.com/office/drawing/2014/main" id="{589F588B-0EDA-5F4F-B43F-1CB08957FFFB}"/>
                </a:ext>
              </a:extLst>
            </p:cNvPr>
            <p:cNvSpPr/>
            <p:nvPr/>
          </p:nvSpPr>
          <p:spPr>
            <a:xfrm>
              <a:off x="1001303" y="1522742"/>
              <a:ext cx="171250" cy="126402"/>
            </a:xfrm>
            <a:custGeom>
              <a:avLst/>
              <a:gdLst>
                <a:gd name="connsiteX0" fmla="*/ 138023 w 171250"/>
                <a:gd name="connsiteY0" fmla="*/ 73416 h 126402"/>
                <a:gd name="connsiteX1" fmla="*/ 132272 w 171250"/>
                <a:gd name="connsiteY1" fmla="*/ 70862 h 126402"/>
                <a:gd name="connsiteX2" fmla="*/ 84986 w 171250"/>
                <a:gd name="connsiteY2" fmla="*/ 0 h 126402"/>
                <a:gd name="connsiteX3" fmla="*/ 38340 w 171250"/>
                <a:gd name="connsiteY3" fmla="*/ 70862 h 126402"/>
                <a:gd name="connsiteX4" fmla="*/ 29394 w 171250"/>
                <a:gd name="connsiteY4" fmla="*/ 72777 h 126402"/>
                <a:gd name="connsiteX5" fmla="*/ 27477 w 171250"/>
                <a:gd name="connsiteY5" fmla="*/ 70862 h 126402"/>
                <a:gd name="connsiteX6" fmla="*/ 0 w 171250"/>
                <a:gd name="connsiteY6" fmla="*/ 24898 h 126402"/>
                <a:gd name="connsiteX7" fmla="*/ 0 w 171250"/>
                <a:gd name="connsiteY7" fmla="*/ 126403 h 126402"/>
                <a:gd name="connsiteX8" fmla="*/ 171250 w 171250"/>
                <a:gd name="connsiteY8" fmla="*/ 126403 h 126402"/>
                <a:gd name="connsiteX9" fmla="*/ 171250 w 171250"/>
                <a:gd name="connsiteY9" fmla="*/ 24259 h 126402"/>
                <a:gd name="connsiteX10" fmla="*/ 143774 w 171250"/>
                <a:gd name="connsiteY10" fmla="*/ 70224 h 126402"/>
                <a:gd name="connsiteX11" fmla="*/ 138023 w 171250"/>
                <a:gd name="connsiteY11" fmla="*/ 73416 h 126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1250" h="126402">
                  <a:moveTo>
                    <a:pt x="138023" y="73416"/>
                  </a:moveTo>
                  <a:cubicBezTo>
                    <a:pt x="136106" y="73416"/>
                    <a:pt x="133550" y="72139"/>
                    <a:pt x="132272" y="70862"/>
                  </a:cubicBezTo>
                  <a:lnTo>
                    <a:pt x="84986" y="0"/>
                  </a:lnTo>
                  <a:lnTo>
                    <a:pt x="38340" y="70862"/>
                  </a:lnTo>
                  <a:cubicBezTo>
                    <a:pt x="36423" y="74054"/>
                    <a:pt x="32589" y="74693"/>
                    <a:pt x="29394" y="72777"/>
                  </a:cubicBezTo>
                  <a:cubicBezTo>
                    <a:pt x="28755" y="72139"/>
                    <a:pt x="28116" y="71501"/>
                    <a:pt x="27477" y="70862"/>
                  </a:cubicBezTo>
                  <a:lnTo>
                    <a:pt x="0" y="24898"/>
                  </a:lnTo>
                  <a:lnTo>
                    <a:pt x="0" y="126403"/>
                  </a:lnTo>
                  <a:lnTo>
                    <a:pt x="171250" y="126403"/>
                  </a:lnTo>
                  <a:lnTo>
                    <a:pt x="171250" y="24259"/>
                  </a:lnTo>
                  <a:lnTo>
                    <a:pt x="143774" y="70224"/>
                  </a:lnTo>
                  <a:cubicBezTo>
                    <a:pt x="141857" y="72139"/>
                    <a:pt x="139940" y="73416"/>
                    <a:pt x="138023" y="73416"/>
                  </a:cubicBezTo>
                  <a:close/>
                </a:path>
              </a:pathLst>
            </a:custGeom>
            <a:solidFill>
              <a:srgbClr val="046A38"/>
            </a:solidFill>
            <a:ln w="6390" cap="flat">
              <a:noFill/>
              <a:prstDash val="solid"/>
              <a:miter/>
            </a:ln>
          </p:spPr>
          <p:txBody>
            <a:bodyPr rtlCol="0" anchor="ctr"/>
            <a:lstStyle/>
            <a:p>
              <a:endParaRPr lang="en-US"/>
            </a:p>
          </p:txBody>
        </p:sp>
        <p:sp>
          <p:nvSpPr>
            <p:cNvPr id="943" name="Graphic 4">
              <a:extLst>
                <a:ext uri="{FF2B5EF4-FFF2-40B4-BE49-F238E27FC236}">
                  <a16:creationId xmlns:a16="http://schemas.microsoft.com/office/drawing/2014/main" id="{625ED7D8-794C-7B40-A0B4-791F3DABC8D0}"/>
                </a:ext>
              </a:extLst>
            </p:cNvPr>
            <p:cNvSpPr/>
            <p:nvPr/>
          </p:nvSpPr>
          <p:spPr>
            <a:xfrm>
              <a:off x="905454" y="1402723"/>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362309 w 362309"/>
                <a:gd name="connsiteY4" fmla="*/ 181305 h 361971"/>
                <a:gd name="connsiteX5" fmla="*/ 180835 w 362309"/>
                <a:gd name="connsiteY5" fmla="*/ 0 h 361971"/>
                <a:gd name="connsiteX6" fmla="*/ 279240 w 362309"/>
                <a:gd name="connsiteY6" fmla="*/ 252806 h 361971"/>
                <a:gd name="connsiteX7" fmla="*/ 272850 w 362309"/>
                <a:gd name="connsiteY7" fmla="*/ 259190 h 361971"/>
                <a:gd name="connsiteX8" fmla="*/ 89459 w 362309"/>
                <a:gd name="connsiteY8" fmla="*/ 259190 h 361971"/>
                <a:gd name="connsiteX9" fmla="*/ 83069 w 362309"/>
                <a:gd name="connsiteY9" fmla="*/ 252806 h 361971"/>
                <a:gd name="connsiteX10" fmla="*/ 83069 w 362309"/>
                <a:gd name="connsiteY10" fmla="*/ 121934 h 361971"/>
                <a:gd name="connsiteX11" fmla="*/ 87542 w 362309"/>
                <a:gd name="connsiteY11" fmla="*/ 115550 h 361971"/>
                <a:gd name="connsiteX12" fmla="*/ 94571 w 362309"/>
                <a:gd name="connsiteY12" fmla="*/ 118104 h 361971"/>
                <a:gd name="connsiteX13" fmla="*/ 129077 w 362309"/>
                <a:gd name="connsiteY13" fmla="*/ 174921 h 361971"/>
                <a:gd name="connsiteX14" fmla="*/ 175723 w 362309"/>
                <a:gd name="connsiteY14" fmla="*/ 104697 h 361971"/>
                <a:gd name="connsiteX15" fmla="*/ 184669 w 362309"/>
                <a:gd name="connsiteY15" fmla="*/ 102782 h 361971"/>
                <a:gd name="connsiteX16" fmla="*/ 186586 w 362309"/>
                <a:gd name="connsiteY16" fmla="*/ 104697 h 361971"/>
                <a:gd name="connsiteX17" fmla="*/ 233233 w 362309"/>
                <a:gd name="connsiteY17" fmla="*/ 174921 h 361971"/>
                <a:gd name="connsiteX18" fmla="*/ 267738 w 362309"/>
                <a:gd name="connsiteY18" fmla="*/ 118104 h 361971"/>
                <a:gd name="connsiteX19" fmla="*/ 276684 w 362309"/>
                <a:gd name="connsiteY19" fmla="*/ 116188 h 361971"/>
                <a:gd name="connsiteX20" fmla="*/ 279879 w 362309"/>
                <a:gd name="connsiteY20" fmla="*/ 121934 h 361971"/>
                <a:gd name="connsiteX21" fmla="*/ 279240 w 362309"/>
                <a:gd name="connsiteY21" fmla="*/ 25280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181305"/>
                    <a:pt x="362309" y="181305"/>
                    <a:pt x="362309" y="181305"/>
                  </a:cubicBezTo>
                  <a:cubicBezTo>
                    <a:pt x="361670" y="80438"/>
                    <a:pt x="281157" y="0"/>
                    <a:pt x="180835" y="0"/>
                  </a:cubicBezTo>
                  <a:close/>
                  <a:moveTo>
                    <a:pt x="279240" y="252806"/>
                  </a:moveTo>
                  <a:cubicBezTo>
                    <a:pt x="279240" y="256636"/>
                    <a:pt x="276684" y="259190"/>
                    <a:pt x="272850" y="259190"/>
                  </a:cubicBezTo>
                  <a:lnTo>
                    <a:pt x="89459" y="259190"/>
                  </a:lnTo>
                  <a:cubicBezTo>
                    <a:pt x="85625" y="259190"/>
                    <a:pt x="83069" y="256636"/>
                    <a:pt x="83069" y="252806"/>
                  </a:cubicBezTo>
                  <a:lnTo>
                    <a:pt x="83069" y="121934"/>
                  </a:lnTo>
                  <a:cubicBezTo>
                    <a:pt x="83069" y="118742"/>
                    <a:pt x="84986" y="116188"/>
                    <a:pt x="87542" y="115550"/>
                  </a:cubicBezTo>
                  <a:cubicBezTo>
                    <a:pt x="90098" y="114912"/>
                    <a:pt x="93293" y="116188"/>
                    <a:pt x="94571" y="118104"/>
                  </a:cubicBezTo>
                  <a:lnTo>
                    <a:pt x="129077" y="174921"/>
                  </a:lnTo>
                  <a:lnTo>
                    <a:pt x="175723" y="104697"/>
                  </a:lnTo>
                  <a:cubicBezTo>
                    <a:pt x="177640" y="101505"/>
                    <a:pt x="181474" y="100867"/>
                    <a:pt x="184669" y="102782"/>
                  </a:cubicBezTo>
                  <a:cubicBezTo>
                    <a:pt x="185308" y="103420"/>
                    <a:pt x="185947" y="104059"/>
                    <a:pt x="186586" y="104697"/>
                  </a:cubicBezTo>
                  <a:lnTo>
                    <a:pt x="233233" y="174921"/>
                  </a:lnTo>
                  <a:lnTo>
                    <a:pt x="267738" y="118104"/>
                  </a:lnTo>
                  <a:cubicBezTo>
                    <a:pt x="269655" y="114912"/>
                    <a:pt x="273489" y="114273"/>
                    <a:pt x="276684" y="116188"/>
                  </a:cubicBezTo>
                  <a:cubicBezTo>
                    <a:pt x="278601" y="117465"/>
                    <a:pt x="279879" y="119380"/>
                    <a:pt x="279879" y="121934"/>
                  </a:cubicBezTo>
                  <a:lnTo>
                    <a:pt x="279240" y="252806"/>
                  </a:lnTo>
                  <a:close/>
                </a:path>
              </a:pathLst>
            </a:custGeom>
            <a:solidFill>
              <a:srgbClr val="046A38"/>
            </a:solidFill>
            <a:ln w="6390" cap="flat">
              <a:noFill/>
              <a:prstDash val="solid"/>
              <a:miter/>
            </a:ln>
          </p:spPr>
          <p:txBody>
            <a:bodyPr rtlCol="0" anchor="ctr"/>
            <a:lstStyle/>
            <a:p>
              <a:endParaRPr lang="en-US"/>
            </a:p>
          </p:txBody>
        </p:sp>
      </p:grpSp>
      <p:grpSp>
        <p:nvGrpSpPr>
          <p:cNvPr id="944" name="Graphic 4">
            <a:extLst>
              <a:ext uri="{FF2B5EF4-FFF2-40B4-BE49-F238E27FC236}">
                <a16:creationId xmlns:a16="http://schemas.microsoft.com/office/drawing/2014/main" id="{57876062-200D-B74A-B4C6-9EDA0B412769}"/>
              </a:ext>
            </a:extLst>
          </p:cNvPr>
          <p:cNvGrpSpPr>
            <a:grpSpLocks noChangeAspect="1"/>
          </p:cNvGrpSpPr>
          <p:nvPr/>
        </p:nvGrpSpPr>
        <p:grpSpPr>
          <a:xfrm>
            <a:off x="1515054" y="4793256"/>
            <a:ext cx="362309" cy="361971"/>
            <a:chOff x="1515054" y="4793256"/>
            <a:chExt cx="362309" cy="361971"/>
          </a:xfrm>
          <a:solidFill>
            <a:srgbClr val="046A38"/>
          </a:solidFill>
        </p:grpSpPr>
        <p:sp>
          <p:nvSpPr>
            <p:cNvPr id="945" name="Graphic 4">
              <a:extLst>
                <a:ext uri="{FF2B5EF4-FFF2-40B4-BE49-F238E27FC236}">
                  <a16:creationId xmlns:a16="http://schemas.microsoft.com/office/drawing/2014/main" id="{30A6CC65-E0DE-504D-B050-6757F7A5FEE2}"/>
                </a:ext>
              </a:extLst>
            </p:cNvPr>
            <p:cNvSpPr/>
            <p:nvPr/>
          </p:nvSpPr>
          <p:spPr>
            <a:xfrm>
              <a:off x="1515054" y="4793256"/>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0 h 361971"/>
                <a:gd name="connsiteX7" fmla="*/ 180835 w 362309"/>
                <a:gd name="connsiteY7" fmla="*/ 348565 h 361971"/>
                <a:gd name="connsiteX8" fmla="*/ 12780 w 362309"/>
                <a:gd name="connsiteY8" fmla="*/ 180028 h 361971"/>
                <a:gd name="connsiteX9" fmla="*/ 180835 w 362309"/>
                <a:gd name="connsiteY9" fmla="*/ 12129 h 361971"/>
                <a:gd name="connsiteX10" fmla="*/ 349529 w 362309"/>
                <a:gd name="connsiteY10" fmla="*/ 180667 h 361971"/>
                <a:gd name="connsiteX11" fmla="*/ 349529 w 362309"/>
                <a:gd name="connsiteY11" fmla="*/ 180667 h 361971"/>
                <a:gd name="connsiteX12" fmla="*/ 180835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0438"/>
                    <a:pt x="281157" y="0"/>
                    <a:pt x="180835" y="0"/>
                  </a:cubicBezTo>
                  <a:cubicBezTo>
                    <a:pt x="180835" y="0"/>
                    <a:pt x="180835" y="0"/>
                    <a:pt x="180835" y="0"/>
                  </a:cubicBezTo>
                  <a:close/>
                  <a:moveTo>
                    <a:pt x="180835" y="348565"/>
                  </a:moveTo>
                  <a:cubicBezTo>
                    <a:pt x="87542" y="348565"/>
                    <a:pt x="12780" y="273234"/>
                    <a:pt x="12780" y="180028"/>
                  </a:cubicBezTo>
                  <a:cubicBezTo>
                    <a:pt x="12780" y="86822"/>
                    <a:pt x="88181" y="12129"/>
                    <a:pt x="180835" y="12129"/>
                  </a:cubicBezTo>
                  <a:cubicBezTo>
                    <a:pt x="274128" y="12129"/>
                    <a:pt x="349529" y="87461"/>
                    <a:pt x="349529" y="180667"/>
                  </a:cubicBezTo>
                  <a:lnTo>
                    <a:pt x="349529" y="180667"/>
                  </a:lnTo>
                  <a:cubicBezTo>
                    <a:pt x="348891" y="273234"/>
                    <a:pt x="273489" y="348565"/>
                    <a:pt x="180835" y="348565"/>
                  </a:cubicBezTo>
                  <a:close/>
                </a:path>
              </a:pathLst>
            </a:custGeom>
            <a:solidFill>
              <a:srgbClr val="046A38"/>
            </a:solidFill>
            <a:ln w="6390" cap="flat">
              <a:noFill/>
              <a:prstDash val="solid"/>
              <a:miter/>
            </a:ln>
          </p:spPr>
          <p:txBody>
            <a:bodyPr rtlCol="0" anchor="ctr"/>
            <a:lstStyle/>
            <a:p>
              <a:endParaRPr lang="en-US"/>
            </a:p>
          </p:txBody>
        </p:sp>
        <p:sp>
          <p:nvSpPr>
            <p:cNvPr id="946" name="Graphic 4">
              <a:extLst>
                <a:ext uri="{FF2B5EF4-FFF2-40B4-BE49-F238E27FC236}">
                  <a16:creationId xmlns:a16="http://schemas.microsoft.com/office/drawing/2014/main" id="{DBCF32BE-6F67-2D4D-B7AD-C326F1B36A9A}"/>
                </a:ext>
              </a:extLst>
            </p:cNvPr>
            <p:cNvSpPr/>
            <p:nvPr/>
          </p:nvSpPr>
          <p:spPr>
            <a:xfrm>
              <a:off x="1583192" y="4863005"/>
              <a:ext cx="221635" cy="221923"/>
            </a:xfrm>
            <a:custGeom>
              <a:avLst/>
              <a:gdLst>
                <a:gd name="connsiteX0" fmla="*/ 181708 w 221635"/>
                <a:gd name="connsiteY0" fmla="*/ 24734 h 221923"/>
                <a:gd name="connsiteX1" fmla="*/ 191932 w 221635"/>
                <a:gd name="connsiteY1" fmla="*/ 10051 h 221923"/>
                <a:gd name="connsiteX2" fmla="*/ 190654 w 221635"/>
                <a:gd name="connsiteY2" fmla="*/ 1114 h 221923"/>
                <a:gd name="connsiteX3" fmla="*/ 181708 w 221635"/>
                <a:gd name="connsiteY3" fmla="*/ 2390 h 221923"/>
                <a:gd name="connsiteX4" fmla="*/ 181708 w 221635"/>
                <a:gd name="connsiteY4" fmla="*/ 2390 h 221923"/>
                <a:gd name="connsiteX5" fmla="*/ 107585 w 221635"/>
                <a:gd name="connsiteY5" fmla="*/ 106449 h 221923"/>
                <a:gd name="connsiteX6" fmla="*/ 108863 w 221635"/>
                <a:gd name="connsiteY6" fmla="*/ 115387 h 221923"/>
                <a:gd name="connsiteX7" fmla="*/ 108863 w 221635"/>
                <a:gd name="connsiteY7" fmla="*/ 115387 h 221923"/>
                <a:gd name="connsiteX8" fmla="*/ 112697 w 221635"/>
                <a:gd name="connsiteY8" fmla="*/ 116664 h 221923"/>
                <a:gd name="connsiteX9" fmla="*/ 117809 w 221635"/>
                <a:gd name="connsiteY9" fmla="*/ 114110 h 221923"/>
                <a:gd name="connsiteX10" fmla="*/ 130589 w 221635"/>
                <a:gd name="connsiteY10" fmla="*/ 95596 h 221923"/>
                <a:gd name="connsiteX11" fmla="*/ 135701 w 221635"/>
                <a:gd name="connsiteY11" fmla="*/ 110280 h 221923"/>
                <a:gd name="connsiteX12" fmla="*/ 112058 w 221635"/>
                <a:gd name="connsiteY12" fmla="*/ 133900 h 221923"/>
                <a:gd name="connsiteX13" fmla="*/ 88415 w 221635"/>
                <a:gd name="connsiteY13" fmla="*/ 110280 h 221923"/>
                <a:gd name="connsiteX14" fmla="*/ 99917 w 221635"/>
                <a:gd name="connsiteY14" fmla="*/ 89851 h 221923"/>
                <a:gd name="connsiteX15" fmla="*/ 102473 w 221635"/>
                <a:gd name="connsiteY15" fmla="*/ 80913 h 221923"/>
                <a:gd name="connsiteX16" fmla="*/ 102473 w 221635"/>
                <a:gd name="connsiteY16" fmla="*/ 80913 h 221923"/>
                <a:gd name="connsiteX17" fmla="*/ 93527 w 221635"/>
                <a:gd name="connsiteY17" fmla="*/ 78360 h 221923"/>
                <a:gd name="connsiteX18" fmla="*/ 80108 w 221635"/>
                <a:gd name="connsiteY18" fmla="*/ 127516 h 221923"/>
                <a:gd name="connsiteX19" fmla="*/ 129311 w 221635"/>
                <a:gd name="connsiteY19" fmla="*/ 140923 h 221923"/>
                <a:gd name="connsiteX20" fmla="*/ 142730 w 221635"/>
                <a:gd name="connsiteY20" fmla="*/ 91766 h 221923"/>
                <a:gd name="connsiteX21" fmla="*/ 136979 w 221635"/>
                <a:gd name="connsiteY21" fmla="*/ 84744 h 221923"/>
                <a:gd name="connsiteX22" fmla="*/ 151036 w 221635"/>
                <a:gd name="connsiteY22" fmla="*/ 64953 h 221923"/>
                <a:gd name="connsiteX23" fmla="*/ 156148 w 221635"/>
                <a:gd name="connsiteY23" fmla="*/ 150499 h 221923"/>
                <a:gd name="connsiteX24" fmla="*/ 70523 w 221635"/>
                <a:gd name="connsiteY24" fmla="*/ 155606 h 221923"/>
                <a:gd name="connsiteX25" fmla="*/ 51353 w 221635"/>
                <a:gd name="connsiteY25" fmla="*/ 121771 h 221923"/>
                <a:gd name="connsiteX26" fmla="*/ 55187 w 221635"/>
                <a:gd name="connsiteY26" fmla="*/ 102619 h 221923"/>
                <a:gd name="connsiteX27" fmla="*/ 51353 w 221635"/>
                <a:gd name="connsiteY27" fmla="*/ 98788 h 221923"/>
                <a:gd name="connsiteX28" fmla="*/ 53909 w 221635"/>
                <a:gd name="connsiteY28" fmla="*/ 90489 h 221923"/>
                <a:gd name="connsiteX29" fmla="*/ 50075 w 221635"/>
                <a:gd name="connsiteY29" fmla="*/ 82190 h 221923"/>
                <a:gd name="connsiteX30" fmla="*/ 41769 w 221635"/>
                <a:gd name="connsiteY30" fmla="*/ 86020 h 221923"/>
                <a:gd name="connsiteX31" fmla="*/ 41769 w 221635"/>
                <a:gd name="connsiteY31" fmla="*/ 86020 h 221923"/>
                <a:gd name="connsiteX32" fmla="*/ 38574 w 221635"/>
                <a:gd name="connsiteY32" fmla="*/ 97512 h 221923"/>
                <a:gd name="connsiteX33" fmla="*/ 30906 w 221635"/>
                <a:gd name="connsiteY33" fmla="*/ 115387 h 221923"/>
                <a:gd name="connsiteX34" fmla="*/ 38574 w 221635"/>
                <a:gd name="connsiteY34" fmla="*/ 123048 h 221923"/>
                <a:gd name="connsiteX35" fmla="*/ 123560 w 221635"/>
                <a:gd name="connsiteY35" fmla="*/ 182419 h 221923"/>
                <a:gd name="connsiteX36" fmla="*/ 182986 w 221635"/>
                <a:gd name="connsiteY36" fmla="*/ 97512 h 221923"/>
                <a:gd name="connsiteX37" fmla="*/ 158065 w 221635"/>
                <a:gd name="connsiteY37" fmla="*/ 54101 h 221923"/>
                <a:gd name="connsiteX38" fmla="*/ 172123 w 221635"/>
                <a:gd name="connsiteY38" fmla="*/ 34310 h 221923"/>
                <a:gd name="connsiteX39" fmla="*/ 186820 w 221635"/>
                <a:gd name="connsiteY39" fmla="*/ 171566 h 221923"/>
                <a:gd name="connsiteX40" fmla="*/ 156787 w 221635"/>
                <a:gd name="connsiteY40" fmla="*/ 196464 h 221923"/>
                <a:gd name="connsiteX41" fmla="*/ 147841 w 221635"/>
                <a:gd name="connsiteY41" fmla="*/ 193272 h 221923"/>
                <a:gd name="connsiteX42" fmla="*/ 134423 w 221635"/>
                <a:gd name="connsiteY42" fmla="*/ 205401 h 221923"/>
                <a:gd name="connsiteX43" fmla="*/ 16209 w 221635"/>
                <a:gd name="connsiteY43" fmla="*/ 135177 h 221923"/>
                <a:gd name="connsiteX44" fmla="*/ 13014 w 221635"/>
                <a:gd name="connsiteY44" fmla="*/ 110918 h 221923"/>
                <a:gd name="connsiteX45" fmla="*/ 34101 w 221635"/>
                <a:gd name="connsiteY45" fmla="*/ 50270 h 221923"/>
                <a:gd name="connsiteX46" fmla="*/ 32823 w 221635"/>
                <a:gd name="connsiteY46" fmla="*/ 41333 h 221923"/>
                <a:gd name="connsiteX47" fmla="*/ 23877 w 221635"/>
                <a:gd name="connsiteY47" fmla="*/ 42609 h 221923"/>
                <a:gd name="connsiteX48" fmla="*/ 41769 w 221635"/>
                <a:gd name="connsiteY48" fmla="*/ 197740 h 221923"/>
                <a:gd name="connsiteX49" fmla="*/ 138896 w 221635"/>
                <a:gd name="connsiteY49" fmla="*/ 218169 h 221923"/>
                <a:gd name="connsiteX50" fmla="*/ 158065 w 221635"/>
                <a:gd name="connsiteY50" fmla="*/ 217531 h 221923"/>
                <a:gd name="connsiteX51" fmla="*/ 161899 w 221635"/>
                <a:gd name="connsiteY51" fmla="*/ 209232 h 221923"/>
                <a:gd name="connsiteX52" fmla="*/ 209185 w 221635"/>
                <a:gd name="connsiteY52" fmla="*/ 60485 h 221923"/>
                <a:gd name="connsiteX53" fmla="*/ 181708 w 221635"/>
                <a:gd name="connsiteY53" fmla="*/ 24734 h 221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21635" h="221923">
                  <a:moveTo>
                    <a:pt x="181708" y="24734"/>
                  </a:moveTo>
                  <a:lnTo>
                    <a:pt x="191932" y="10051"/>
                  </a:lnTo>
                  <a:cubicBezTo>
                    <a:pt x="193849" y="7498"/>
                    <a:pt x="193210" y="3029"/>
                    <a:pt x="190654" y="1114"/>
                  </a:cubicBezTo>
                  <a:cubicBezTo>
                    <a:pt x="188098" y="-802"/>
                    <a:pt x="183625" y="-163"/>
                    <a:pt x="181708" y="2390"/>
                  </a:cubicBezTo>
                  <a:cubicBezTo>
                    <a:pt x="181708" y="2390"/>
                    <a:pt x="181708" y="2390"/>
                    <a:pt x="181708" y="2390"/>
                  </a:cubicBezTo>
                  <a:lnTo>
                    <a:pt x="107585" y="106449"/>
                  </a:lnTo>
                  <a:cubicBezTo>
                    <a:pt x="105668" y="109003"/>
                    <a:pt x="106307" y="113472"/>
                    <a:pt x="108863" y="115387"/>
                  </a:cubicBezTo>
                  <a:cubicBezTo>
                    <a:pt x="108863" y="115387"/>
                    <a:pt x="108863" y="115387"/>
                    <a:pt x="108863" y="115387"/>
                  </a:cubicBezTo>
                  <a:cubicBezTo>
                    <a:pt x="110141" y="116025"/>
                    <a:pt x="111419" y="116664"/>
                    <a:pt x="112697" y="116664"/>
                  </a:cubicBezTo>
                  <a:cubicBezTo>
                    <a:pt x="114614" y="116664"/>
                    <a:pt x="116531" y="115387"/>
                    <a:pt x="117809" y="114110"/>
                  </a:cubicBezTo>
                  <a:lnTo>
                    <a:pt x="130589" y="95596"/>
                  </a:lnTo>
                  <a:cubicBezTo>
                    <a:pt x="133784" y="99427"/>
                    <a:pt x="135701" y="104534"/>
                    <a:pt x="135701" y="110280"/>
                  </a:cubicBezTo>
                  <a:cubicBezTo>
                    <a:pt x="135701" y="123048"/>
                    <a:pt x="125477" y="133900"/>
                    <a:pt x="112058" y="133900"/>
                  </a:cubicBezTo>
                  <a:cubicBezTo>
                    <a:pt x="98639" y="133900"/>
                    <a:pt x="88415" y="123686"/>
                    <a:pt x="88415" y="110280"/>
                  </a:cubicBezTo>
                  <a:cubicBezTo>
                    <a:pt x="88415" y="101980"/>
                    <a:pt x="92888" y="94320"/>
                    <a:pt x="99917" y="89851"/>
                  </a:cubicBezTo>
                  <a:cubicBezTo>
                    <a:pt x="103112" y="87936"/>
                    <a:pt x="103751" y="84105"/>
                    <a:pt x="102473" y="80913"/>
                  </a:cubicBezTo>
                  <a:cubicBezTo>
                    <a:pt x="102473" y="80913"/>
                    <a:pt x="102473" y="80913"/>
                    <a:pt x="102473" y="80913"/>
                  </a:cubicBezTo>
                  <a:cubicBezTo>
                    <a:pt x="100556" y="77721"/>
                    <a:pt x="96722" y="77083"/>
                    <a:pt x="93527" y="78360"/>
                  </a:cubicBezTo>
                  <a:cubicBezTo>
                    <a:pt x="76274" y="88574"/>
                    <a:pt x="70523" y="110280"/>
                    <a:pt x="80108" y="127516"/>
                  </a:cubicBezTo>
                  <a:cubicBezTo>
                    <a:pt x="90332" y="144753"/>
                    <a:pt x="112058" y="150499"/>
                    <a:pt x="129311" y="140923"/>
                  </a:cubicBezTo>
                  <a:cubicBezTo>
                    <a:pt x="146564" y="130708"/>
                    <a:pt x="152314" y="109003"/>
                    <a:pt x="142730" y="91766"/>
                  </a:cubicBezTo>
                  <a:cubicBezTo>
                    <a:pt x="141451" y="89212"/>
                    <a:pt x="139535" y="86659"/>
                    <a:pt x="136979" y="84744"/>
                  </a:cubicBezTo>
                  <a:lnTo>
                    <a:pt x="151036" y="64953"/>
                  </a:lnTo>
                  <a:cubicBezTo>
                    <a:pt x="175957" y="87297"/>
                    <a:pt x="178513" y="125601"/>
                    <a:pt x="156148" y="150499"/>
                  </a:cubicBezTo>
                  <a:cubicBezTo>
                    <a:pt x="133784" y="175396"/>
                    <a:pt x="95444" y="177950"/>
                    <a:pt x="70523" y="155606"/>
                  </a:cubicBezTo>
                  <a:cubicBezTo>
                    <a:pt x="60299" y="146668"/>
                    <a:pt x="53909" y="135177"/>
                    <a:pt x="51353" y="121771"/>
                  </a:cubicBezTo>
                  <a:cubicBezTo>
                    <a:pt x="57743" y="117940"/>
                    <a:pt x="59660" y="109003"/>
                    <a:pt x="55187" y="102619"/>
                  </a:cubicBezTo>
                  <a:cubicBezTo>
                    <a:pt x="53909" y="100704"/>
                    <a:pt x="52631" y="99427"/>
                    <a:pt x="51353" y="98788"/>
                  </a:cubicBezTo>
                  <a:cubicBezTo>
                    <a:pt x="51992" y="95596"/>
                    <a:pt x="52631" y="93043"/>
                    <a:pt x="53909" y="90489"/>
                  </a:cubicBezTo>
                  <a:cubicBezTo>
                    <a:pt x="55187" y="87297"/>
                    <a:pt x="53270" y="83467"/>
                    <a:pt x="50075" y="82190"/>
                  </a:cubicBezTo>
                  <a:cubicBezTo>
                    <a:pt x="46880" y="80913"/>
                    <a:pt x="43046" y="82828"/>
                    <a:pt x="41769" y="86020"/>
                  </a:cubicBezTo>
                  <a:lnTo>
                    <a:pt x="41769" y="86020"/>
                  </a:lnTo>
                  <a:cubicBezTo>
                    <a:pt x="40491" y="89851"/>
                    <a:pt x="39212" y="93681"/>
                    <a:pt x="38574" y="97512"/>
                  </a:cubicBezTo>
                  <a:cubicBezTo>
                    <a:pt x="31545" y="100704"/>
                    <a:pt x="28350" y="108364"/>
                    <a:pt x="30906" y="115387"/>
                  </a:cubicBezTo>
                  <a:cubicBezTo>
                    <a:pt x="32184" y="118579"/>
                    <a:pt x="34740" y="121132"/>
                    <a:pt x="38574" y="123048"/>
                  </a:cubicBezTo>
                  <a:cubicBezTo>
                    <a:pt x="45602" y="163267"/>
                    <a:pt x="83942" y="189441"/>
                    <a:pt x="123560" y="182419"/>
                  </a:cubicBezTo>
                  <a:cubicBezTo>
                    <a:pt x="163816" y="175396"/>
                    <a:pt x="190015" y="137092"/>
                    <a:pt x="182986" y="97512"/>
                  </a:cubicBezTo>
                  <a:cubicBezTo>
                    <a:pt x="179791" y="80913"/>
                    <a:pt x="171484" y="65592"/>
                    <a:pt x="158065" y="54101"/>
                  </a:cubicBezTo>
                  <a:lnTo>
                    <a:pt x="172123" y="34310"/>
                  </a:lnTo>
                  <a:cubicBezTo>
                    <a:pt x="214297" y="68145"/>
                    <a:pt x="220687" y="130070"/>
                    <a:pt x="186820" y="171566"/>
                  </a:cubicBezTo>
                  <a:cubicBezTo>
                    <a:pt x="178513" y="181780"/>
                    <a:pt x="168289" y="190080"/>
                    <a:pt x="156787" y="196464"/>
                  </a:cubicBezTo>
                  <a:cubicBezTo>
                    <a:pt x="154231" y="194548"/>
                    <a:pt x="151036" y="193272"/>
                    <a:pt x="147841" y="193272"/>
                  </a:cubicBezTo>
                  <a:cubicBezTo>
                    <a:pt x="140812" y="193272"/>
                    <a:pt x="135062" y="198379"/>
                    <a:pt x="134423" y="205401"/>
                  </a:cubicBezTo>
                  <a:cubicBezTo>
                    <a:pt x="82025" y="218808"/>
                    <a:pt x="28989" y="186888"/>
                    <a:pt x="16209" y="135177"/>
                  </a:cubicBezTo>
                  <a:cubicBezTo>
                    <a:pt x="14292" y="126878"/>
                    <a:pt x="13014" y="119217"/>
                    <a:pt x="13014" y="110918"/>
                  </a:cubicBezTo>
                  <a:cubicBezTo>
                    <a:pt x="13014" y="89212"/>
                    <a:pt x="20043" y="67507"/>
                    <a:pt x="34101" y="50270"/>
                  </a:cubicBezTo>
                  <a:cubicBezTo>
                    <a:pt x="36018" y="47717"/>
                    <a:pt x="36018" y="43248"/>
                    <a:pt x="32823" y="41333"/>
                  </a:cubicBezTo>
                  <a:cubicBezTo>
                    <a:pt x="30267" y="39417"/>
                    <a:pt x="25794" y="39417"/>
                    <a:pt x="23877" y="42609"/>
                  </a:cubicBezTo>
                  <a:cubicBezTo>
                    <a:pt x="-13824" y="90489"/>
                    <a:pt x="-6156" y="160075"/>
                    <a:pt x="41769" y="197740"/>
                  </a:cubicBezTo>
                  <a:cubicBezTo>
                    <a:pt x="69245" y="219446"/>
                    <a:pt x="105029" y="227107"/>
                    <a:pt x="138896" y="218169"/>
                  </a:cubicBezTo>
                  <a:cubicBezTo>
                    <a:pt x="144646" y="223276"/>
                    <a:pt x="152953" y="223276"/>
                    <a:pt x="158065" y="217531"/>
                  </a:cubicBezTo>
                  <a:cubicBezTo>
                    <a:pt x="159982" y="214977"/>
                    <a:pt x="161260" y="212424"/>
                    <a:pt x="161899" y="209232"/>
                  </a:cubicBezTo>
                  <a:cubicBezTo>
                    <a:pt x="216214" y="181142"/>
                    <a:pt x="237301" y="114748"/>
                    <a:pt x="209185" y="60485"/>
                  </a:cubicBezTo>
                  <a:cubicBezTo>
                    <a:pt x="204073" y="46440"/>
                    <a:pt x="193849" y="34310"/>
                    <a:pt x="181708" y="24734"/>
                  </a:cubicBezTo>
                  <a:close/>
                </a:path>
              </a:pathLst>
            </a:custGeom>
            <a:solidFill>
              <a:srgbClr val="046A38"/>
            </a:solidFill>
            <a:ln w="6390" cap="flat">
              <a:noFill/>
              <a:prstDash val="solid"/>
              <a:miter/>
            </a:ln>
          </p:spPr>
          <p:txBody>
            <a:bodyPr rtlCol="0" anchor="ctr"/>
            <a:lstStyle/>
            <a:p>
              <a:endParaRPr lang="en-US"/>
            </a:p>
          </p:txBody>
        </p:sp>
      </p:grpSp>
      <p:sp>
        <p:nvSpPr>
          <p:cNvPr id="947" name="Graphic 4">
            <a:extLst>
              <a:ext uri="{FF2B5EF4-FFF2-40B4-BE49-F238E27FC236}">
                <a16:creationId xmlns:a16="http://schemas.microsoft.com/office/drawing/2014/main" id="{05C32234-FD0D-3348-8843-B64E0EDAE767}"/>
              </a:ext>
            </a:extLst>
          </p:cNvPr>
          <p:cNvSpPr>
            <a:spLocks noChangeAspect="1"/>
          </p:cNvSpPr>
          <p:nvPr/>
        </p:nvSpPr>
        <p:spPr>
          <a:xfrm>
            <a:off x="1952125" y="4793256"/>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232594 w 362313"/>
              <a:gd name="connsiteY7" fmla="*/ 278980 h 361971"/>
              <a:gd name="connsiteX8" fmla="*/ 219175 w 362313"/>
              <a:gd name="connsiteY8" fmla="*/ 291748 h 361971"/>
              <a:gd name="connsiteX9" fmla="*/ 209590 w 362313"/>
              <a:gd name="connsiteY9" fmla="*/ 287917 h 361971"/>
              <a:gd name="connsiteX10" fmla="*/ 74762 w 362313"/>
              <a:gd name="connsiteY10" fmla="*/ 208756 h 361971"/>
              <a:gd name="connsiteX11" fmla="*/ 79235 w 362313"/>
              <a:gd name="connsiteY11" fmla="*/ 139809 h 361971"/>
              <a:gd name="connsiteX12" fmla="*/ 95210 w 362313"/>
              <a:gd name="connsiteY12" fmla="*/ 112358 h 361971"/>
              <a:gd name="connsiteX13" fmla="*/ 104156 w 362313"/>
              <a:gd name="connsiteY13" fmla="*/ 111081 h 361971"/>
              <a:gd name="connsiteX14" fmla="*/ 105434 w 362313"/>
              <a:gd name="connsiteY14" fmla="*/ 120019 h 361971"/>
              <a:gd name="connsiteX15" fmla="*/ 105434 w 362313"/>
              <a:gd name="connsiteY15" fmla="*/ 120019 h 361971"/>
              <a:gd name="connsiteX16" fmla="*/ 84347 w 362313"/>
              <a:gd name="connsiteY16" fmla="*/ 180667 h 361971"/>
              <a:gd name="connsiteX17" fmla="*/ 182113 w 362313"/>
              <a:gd name="connsiteY17" fmla="*/ 278341 h 361971"/>
              <a:gd name="connsiteX18" fmla="*/ 205756 w 362313"/>
              <a:gd name="connsiteY18" fmla="*/ 275149 h 361971"/>
              <a:gd name="connsiteX19" fmla="*/ 219175 w 362313"/>
              <a:gd name="connsiteY19" fmla="*/ 263020 h 361971"/>
              <a:gd name="connsiteX20" fmla="*/ 228121 w 362313"/>
              <a:gd name="connsiteY20" fmla="*/ 266212 h 361971"/>
              <a:gd name="connsiteX21" fmla="*/ 268377 w 362313"/>
              <a:gd name="connsiteY21" fmla="*/ 134064 h 361971"/>
              <a:gd name="connsiteX22" fmla="*/ 244096 w 362313"/>
              <a:gd name="connsiteY22" fmla="*/ 104059 h 361971"/>
              <a:gd name="connsiteX23" fmla="*/ 230038 w 362313"/>
              <a:gd name="connsiteY23" fmla="*/ 123849 h 361971"/>
              <a:gd name="connsiteX24" fmla="*/ 238345 w 362313"/>
              <a:gd name="connsiteY24" fmla="*/ 227270 h 361971"/>
              <a:gd name="connsiteX25" fmla="*/ 134828 w 362313"/>
              <a:gd name="connsiteY25" fmla="*/ 235569 h 361971"/>
              <a:gd name="connsiteX26" fmla="*/ 109907 w 362313"/>
              <a:gd name="connsiteY26" fmla="*/ 192158 h 361971"/>
              <a:gd name="connsiteX27" fmla="*/ 102239 w 362313"/>
              <a:gd name="connsiteY27" fmla="*/ 174283 h 361971"/>
              <a:gd name="connsiteX28" fmla="*/ 109907 w 362313"/>
              <a:gd name="connsiteY28" fmla="*/ 166622 h 361971"/>
              <a:gd name="connsiteX29" fmla="*/ 113102 w 362313"/>
              <a:gd name="connsiteY29" fmla="*/ 155131 h 361971"/>
              <a:gd name="connsiteX30" fmla="*/ 120770 w 362313"/>
              <a:gd name="connsiteY30" fmla="*/ 150662 h 361971"/>
              <a:gd name="connsiteX31" fmla="*/ 125243 w 362313"/>
              <a:gd name="connsiteY31" fmla="*/ 158323 h 361971"/>
              <a:gd name="connsiteX32" fmla="*/ 125243 w 362313"/>
              <a:gd name="connsiteY32" fmla="*/ 158961 h 361971"/>
              <a:gd name="connsiteX33" fmla="*/ 122687 w 362313"/>
              <a:gd name="connsiteY33" fmla="*/ 167260 h 361971"/>
              <a:gd name="connsiteX34" fmla="*/ 126521 w 362313"/>
              <a:gd name="connsiteY34" fmla="*/ 186412 h 361971"/>
              <a:gd name="connsiteX35" fmla="*/ 122687 w 362313"/>
              <a:gd name="connsiteY35" fmla="*/ 190243 h 361971"/>
              <a:gd name="connsiteX36" fmla="*/ 193615 w 362313"/>
              <a:gd name="connsiteY36" fmla="*/ 238122 h 361971"/>
              <a:gd name="connsiteX37" fmla="*/ 241540 w 362313"/>
              <a:gd name="connsiteY37" fmla="*/ 167260 h 361971"/>
              <a:gd name="connsiteX38" fmla="*/ 222370 w 362313"/>
              <a:gd name="connsiteY38" fmla="*/ 133425 h 361971"/>
              <a:gd name="connsiteX39" fmla="*/ 207673 w 362313"/>
              <a:gd name="connsiteY39" fmla="*/ 153216 h 361971"/>
              <a:gd name="connsiteX40" fmla="*/ 207034 w 362313"/>
              <a:gd name="connsiteY40" fmla="*/ 204287 h 361971"/>
              <a:gd name="connsiteX41" fmla="*/ 155914 w 362313"/>
              <a:gd name="connsiteY41" fmla="*/ 203649 h 361971"/>
              <a:gd name="connsiteX42" fmla="*/ 156553 w 362313"/>
              <a:gd name="connsiteY42" fmla="*/ 152577 h 361971"/>
              <a:gd name="connsiteX43" fmla="*/ 163582 w 362313"/>
              <a:gd name="connsiteY43" fmla="*/ 147470 h 361971"/>
              <a:gd name="connsiteX44" fmla="*/ 172528 w 362313"/>
              <a:gd name="connsiteY44" fmla="*/ 149385 h 361971"/>
              <a:gd name="connsiteX45" fmla="*/ 170611 w 362313"/>
              <a:gd name="connsiteY45" fmla="*/ 158323 h 361971"/>
              <a:gd name="connsiteX46" fmla="*/ 169972 w 362313"/>
              <a:gd name="connsiteY46" fmla="*/ 158323 h 361971"/>
              <a:gd name="connsiteX47" fmla="*/ 161027 w 362313"/>
              <a:gd name="connsiteY47" fmla="*/ 190243 h 361971"/>
              <a:gd name="connsiteX48" fmla="*/ 192976 w 362313"/>
              <a:gd name="connsiteY48" fmla="*/ 199180 h 361971"/>
              <a:gd name="connsiteX49" fmla="*/ 201922 w 362313"/>
              <a:gd name="connsiteY49" fmla="*/ 167260 h 361971"/>
              <a:gd name="connsiteX50" fmla="*/ 200005 w 362313"/>
              <a:gd name="connsiteY50" fmla="*/ 164068 h 361971"/>
              <a:gd name="connsiteX51" fmla="*/ 187225 w 362313"/>
              <a:gd name="connsiteY51" fmla="*/ 182582 h 361971"/>
              <a:gd name="connsiteX52" fmla="*/ 182113 w 362313"/>
              <a:gd name="connsiteY52" fmla="*/ 185135 h 361971"/>
              <a:gd name="connsiteX53" fmla="*/ 178279 w 362313"/>
              <a:gd name="connsiteY53" fmla="*/ 183859 h 361971"/>
              <a:gd name="connsiteX54" fmla="*/ 177001 w 362313"/>
              <a:gd name="connsiteY54" fmla="*/ 174921 h 361971"/>
              <a:gd name="connsiteX55" fmla="*/ 177001 w 362313"/>
              <a:gd name="connsiteY55" fmla="*/ 174921 h 361971"/>
              <a:gd name="connsiteX56" fmla="*/ 251763 w 362313"/>
              <a:gd name="connsiteY56" fmla="*/ 70862 h 361971"/>
              <a:gd name="connsiteX57" fmla="*/ 260709 w 362313"/>
              <a:gd name="connsiteY57" fmla="*/ 69585 h 361971"/>
              <a:gd name="connsiteX58" fmla="*/ 260709 w 362313"/>
              <a:gd name="connsiteY58" fmla="*/ 69585 h 361971"/>
              <a:gd name="connsiteX59" fmla="*/ 261987 w 362313"/>
              <a:gd name="connsiteY59" fmla="*/ 78523 h 361971"/>
              <a:gd name="connsiteX60" fmla="*/ 251124 w 362313"/>
              <a:gd name="connsiteY60" fmla="*/ 93206 h 361971"/>
              <a:gd name="connsiteX61" fmla="*/ 267738 w 362313"/>
              <a:gd name="connsiteY61" fmla="*/ 248337 h 361971"/>
              <a:gd name="connsiteX62" fmla="*/ 232594 w 362313"/>
              <a:gd name="connsiteY62" fmla="*/ 278980 h 361971"/>
              <a:gd name="connsiteX63" fmla="*/ 232594 w 362313"/>
              <a:gd name="connsiteY63" fmla="*/ 27898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lnTo>
                  <a:pt x="181474" y="0"/>
                </a:lnTo>
                <a:close/>
                <a:moveTo>
                  <a:pt x="232594" y="278980"/>
                </a:moveTo>
                <a:cubicBezTo>
                  <a:pt x="231955" y="286002"/>
                  <a:pt x="226204" y="291748"/>
                  <a:pt x="219175" y="291748"/>
                </a:cubicBezTo>
                <a:cubicBezTo>
                  <a:pt x="215980" y="291748"/>
                  <a:pt x="212146" y="290471"/>
                  <a:pt x="209590" y="287917"/>
                </a:cubicBezTo>
                <a:cubicBezTo>
                  <a:pt x="150164" y="303239"/>
                  <a:pt x="90098" y="268127"/>
                  <a:pt x="74762" y="208756"/>
                </a:cubicBezTo>
                <a:cubicBezTo>
                  <a:pt x="69011" y="185774"/>
                  <a:pt x="70289" y="161515"/>
                  <a:pt x="79235" y="139809"/>
                </a:cubicBezTo>
                <a:cubicBezTo>
                  <a:pt x="83069" y="130233"/>
                  <a:pt x="88820" y="120657"/>
                  <a:pt x="95210" y="112358"/>
                </a:cubicBezTo>
                <a:cubicBezTo>
                  <a:pt x="97127" y="109805"/>
                  <a:pt x="101600" y="109166"/>
                  <a:pt x="104156" y="111081"/>
                </a:cubicBezTo>
                <a:cubicBezTo>
                  <a:pt x="106712" y="112997"/>
                  <a:pt x="107351" y="117465"/>
                  <a:pt x="105434" y="120019"/>
                </a:cubicBezTo>
                <a:cubicBezTo>
                  <a:pt x="105434" y="120019"/>
                  <a:pt x="105434" y="120019"/>
                  <a:pt x="105434" y="120019"/>
                </a:cubicBezTo>
                <a:cubicBezTo>
                  <a:pt x="92015" y="137256"/>
                  <a:pt x="84347" y="158323"/>
                  <a:pt x="84347" y="180667"/>
                </a:cubicBezTo>
                <a:cubicBezTo>
                  <a:pt x="84347" y="234930"/>
                  <a:pt x="128438" y="278341"/>
                  <a:pt x="182113" y="278341"/>
                </a:cubicBezTo>
                <a:cubicBezTo>
                  <a:pt x="189781" y="278341"/>
                  <a:pt x="198088" y="277065"/>
                  <a:pt x="205756" y="275149"/>
                </a:cubicBezTo>
                <a:cubicBezTo>
                  <a:pt x="207034" y="268127"/>
                  <a:pt x="212785" y="263020"/>
                  <a:pt x="219175" y="263020"/>
                </a:cubicBezTo>
                <a:cubicBezTo>
                  <a:pt x="222370" y="263020"/>
                  <a:pt x="225565" y="264297"/>
                  <a:pt x="228121" y="266212"/>
                </a:cubicBezTo>
                <a:cubicBezTo>
                  <a:pt x="276045" y="240676"/>
                  <a:pt x="293937" y="181944"/>
                  <a:pt x="268377" y="134064"/>
                </a:cubicBezTo>
                <a:cubicBezTo>
                  <a:pt x="261987" y="122573"/>
                  <a:pt x="253681" y="112358"/>
                  <a:pt x="244096" y="104059"/>
                </a:cubicBezTo>
                <a:lnTo>
                  <a:pt x="230038" y="123849"/>
                </a:lnTo>
                <a:cubicBezTo>
                  <a:pt x="260709" y="150024"/>
                  <a:pt x="264543" y="196627"/>
                  <a:pt x="238345" y="227270"/>
                </a:cubicBezTo>
                <a:cubicBezTo>
                  <a:pt x="212146" y="257913"/>
                  <a:pt x="165499" y="261743"/>
                  <a:pt x="134828" y="235569"/>
                </a:cubicBezTo>
                <a:cubicBezTo>
                  <a:pt x="122048" y="224716"/>
                  <a:pt x="113102" y="209395"/>
                  <a:pt x="109907" y="192158"/>
                </a:cubicBezTo>
                <a:cubicBezTo>
                  <a:pt x="102878" y="188966"/>
                  <a:pt x="99683" y="181305"/>
                  <a:pt x="102239" y="174283"/>
                </a:cubicBezTo>
                <a:cubicBezTo>
                  <a:pt x="103517" y="171091"/>
                  <a:pt x="106073" y="168537"/>
                  <a:pt x="109907" y="166622"/>
                </a:cubicBezTo>
                <a:cubicBezTo>
                  <a:pt x="110546" y="162792"/>
                  <a:pt x="111824" y="158961"/>
                  <a:pt x="113102" y="155131"/>
                </a:cubicBezTo>
                <a:cubicBezTo>
                  <a:pt x="114380" y="151939"/>
                  <a:pt x="117575" y="150024"/>
                  <a:pt x="120770" y="150662"/>
                </a:cubicBezTo>
                <a:cubicBezTo>
                  <a:pt x="123965" y="151939"/>
                  <a:pt x="125882" y="155131"/>
                  <a:pt x="125243" y="158323"/>
                </a:cubicBezTo>
                <a:cubicBezTo>
                  <a:pt x="125243" y="158323"/>
                  <a:pt x="125243" y="158961"/>
                  <a:pt x="125243" y="158961"/>
                </a:cubicBezTo>
                <a:cubicBezTo>
                  <a:pt x="123965" y="161515"/>
                  <a:pt x="123326" y="164707"/>
                  <a:pt x="122687" y="167260"/>
                </a:cubicBezTo>
                <a:cubicBezTo>
                  <a:pt x="129077" y="171091"/>
                  <a:pt x="130994" y="180028"/>
                  <a:pt x="126521" y="186412"/>
                </a:cubicBezTo>
                <a:cubicBezTo>
                  <a:pt x="125243" y="188327"/>
                  <a:pt x="123965" y="189604"/>
                  <a:pt x="122687" y="190243"/>
                </a:cubicBezTo>
                <a:cubicBezTo>
                  <a:pt x="129077" y="222801"/>
                  <a:pt x="161027" y="244506"/>
                  <a:pt x="193615" y="238122"/>
                </a:cubicBezTo>
                <a:cubicBezTo>
                  <a:pt x="226204" y="231738"/>
                  <a:pt x="247929" y="199819"/>
                  <a:pt x="241540" y="167260"/>
                </a:cubicBezTo>
                <a:cubicBezTo>
                  <a:pt x="238984" y="154492"/>
                  <a:pt x="231955" y="142363"/>
                  <a:pt x="222370" y="133425"/>
                </a:cubicBezTo>
                <a:lnTo>
                  <a:pt x="207673" y="153216"/>
                </a:lnTo>
                <a:cubicBezTo>
                  <a:pt x="221731" y="167260"/>
                  <a:pt x="221092" y="190243"/>
                  <a:pt x="207034" y="204287"/>
                </a:cubicBezTo>
                <a:cubicBezTo>
                  <a:pt x="192976" y="218332"/>
                  <a:pt x="169972" y="217694"/>
                  <a:pt x="155914" y="203649"/>
                </a:cubicBezTo>
                <a:cubicBezTo>
                  <a:pt x="141857" y="189604"/>
                  <a:pt x="142496" y="166622"/>
                  <a:pt x="156553" y="152577"/>
                </a:cubicBezTo>
                <a:cubicBezTo>
                  <a:pt x="158470" y="150662"/>
                  <a:pt x="161027" y="148747"/>
                  <a:pt x="163582" y="147470"/>
                </a:cubicBezTo>
                <a:cubicBezTo>
                  <a:pt x="166777" y="145555"/>
                  <a:pt x="170611" y="146193"/>
                  <a:pt x="172528" y="149385"/>
                </a:cubicBezTo>
                <a:cubicBezTo>
                  <a:pt x="174445" y="152577"/>
                  <a:pt x="173806" y="156408"/>
                  <a:pt x="170611" y="158323"/>
                </a:cubicBezTo>
                <a:cubicBezTo>
                  <a:pt x="170611" y="158323"/>
                  <a:pt x="170611" y="158323"/>
                  <a:pt x="169972" y="158323"/>
                </a:cubicBezTo>
                <a:cubicBezTo>
                  <a:pt x="158470" y="164707"/>
                  <a:pt x="154637" y="178752"/>
                  <a:pt x="161027" y="190243"/>
                </a:cubicBezTo>
                <a:cubicBezTo>
                  <a:pt x="167416" y="201734"/>
                  <a:pt x="181474" y="205564"/>
                  <a:pt x="192976" y="199180"/>
                </a:cubicBezTo>
                <a:cubicBezTo>
                  <a:pt x="204478" y="192796"/>
                  <a:pt x="208312" y="178752"/>
                  <a:pt x="201922" y="167260"/>
                </a:cubicBezTo>
                <a:cubicBezTo>
                  <a:pt x="201283" y="165984"/>
                  <a:pt x="200644" y="165345"/>
                  <a:pt x="200005" y="164068"/>
                </a:cubicBezTo>
                <a:lnTo>
                  <a:pt x="187225" y="182582"/>
                </a:lnTo>
                <a:cubicBezTo>
                  <a:pt x="185947" y="184497"/>
                  <a:pt x="184030" y="185135"/>
                  <a:pt x="182113" y="185135"/>
                </a:cubicBezTo>
                <a:cubicBezTo>
                  <a:pt x="180835" y="185135"/>
                  <a:pt x="179557" y="184497"/>
                  <a:pt x="178279" y="183859"/>
                </a:cubicBezTo>
                <a:cubicBezTo>
                  <a:pt x="175723" y="181944"/>
                  <a:pt x="174445" y="178113"/>
                  <a:pt x="177001" y="174921"/>
                </a:cubicBezTo>
                <a:cubicBezTo>
                  <a:pt x="177001" y="174921"/>
                  <a:pt x="177001" y="174921"/>
                  <a:pt x="177001" y="174921"/>
                </a:cubicBezTo>
                <a:lnTo>
                  <a:pt x="251763" y="70862"/>
                </a:lnTo>
                <a:cubicBezTo>
                  <a:pt x="253681" y="68309"/>
                  <a:pt x="257514" y="67032"/>
                  <a:pt x="260709" y="69585"/>
                </a:cubicBezTo>
                <a:cubicBezTo>
                  <a:pt x="260709" y="69585"/>
                  <a:pt x="260709" y="69585"/>
                  <a:pt x="260709" y="69585"/>
                </a:cubicBezTo>
                <a:cubicBezTo>
                  <a:pt x="263266" y="71501"/>
                  <a:pt x="263904" y="75331"/>
                  <a:pt x="261987" y="78523"/>
                </a:cubicBezTo>
                <a:lnTo>
                  <a:pt x="251124" y="93206"/>
                </a:lnTo>
                <a:cubicBezTo>
                  <a:pt x="298410" y="131510"/>
                  <a:pt x="306078" y="201095"/>
                  <a:pt x="267738" y="248337"/>
                </a:cubicBezTo>
                <a:cubicBezTo>
                  <a:pt x="258153" y="261743"/>
                  <a:pt x="246652" y="271319"/>
                  <a:pt x="232594" y="278980"/>
                </a:cubicBezTo>
                <a:lnTo>
                  <a:pt x="232594" y="278980"/>
                </a:lnTo>
                <a:close/>
              </a:path>
            </a:pathLst>
          </a:custGeom>
          <a:solidFill>
            <a:srgbClr val="046A38"/>
          </a:solidFill>
          <a:ln w="6390" cap="flat">
            <a:noFill/>
            <a:prstDash val="solid"/>
            <a:miter/>
          </a:ln>
        </p:spPr>
        <p:txBody>
          <a:bodyPr rtlCol="0" anchor="ctr"/>
          <a:lstStyle/>
          <a:p>
            <a:endParaRPr lang="en-US"/>
          </a:p>
        </p:txBody>
      </p:sp>
      <p:grpSp>
        <p:nvGrpSpPr>
          <p:cNvPr id="948" name="Graphic 4">
            <a:extLst>
              <a:ext uri="{FF2B5EF4-FFF2-40B4-BE49-F238E27FC236}">
                <a16:creationId xmlns:a16="http://schemas.microsoft.com/office/drawing/2014/main" id="{007327AD-0C54-874A-9EEA-708CF8B4A37B}"/>
              </a:ext>
            </a:extLst>
          </p:cNvPr>
          <p:cNvGrpSpPr>
            <a:grpSpLocks noChangeAspect="1"/>
          </p:cNvGrpSpPr>
          <p:nvPr/>
        </p:nvGrpSpPr>
        <p:grpSpPr>
          <a:xfrm>
            <a:off x="467104" y="918179"/>
            <a:ext cx="362309" cy="361971"/>
            <a:chOff x="467104" y="918179"/>
            <a:chExt cx="362309" cy="361971"/>
          </a:xfrm>
          <a:solidFill>
            <a:srgbClr val="046A38"/>
          </a:solidFill>
        </p:grpSpPr>
        <p:sp>
          <p:nvSpPr>
            <p:cNvPr id="949" name="Graphic 4">
              <a:extLst>
                <a:ext uri="{FF2B5EF4-FFF2-40B4-BE49-F238E27FC236}">
                  <a16:creationId xmlns:a16="http://schemas.microsoft.com/office/drawing/2014/main" id="{D15255AB-B818-3F4E-9790-84FE1D665A80}"/>
                </a:ext>
              </a:extLst>
            </p:cNvPr>
            <p:cNvSpPr/>
            <p:nvPr/>
          </p:nvSpPr>
          <p:spPr>
            <a:xfrm>
              <a:off x="467104" y="918179"/>
              <a:ext cx="362309" cy="361971"/>
            </a:xfrm>
            <a:custGeom>
              <a:avLst/>
              <a:gdLst>
                <a:gd name="connsiteX0" fmla="*/ 181474 w 362309"/>
                <a:gd name="connsiteY0" fmla="*/ 349204 h 361971"/>
                <a:gd name="connsiteX1" fmla="*/ 13419 w 362309"/>
                <a:gd name="connsiteY1" fmla="*/ 180667 h 361971"/>
                <a:gd name="connsiteX2" fmla="*/ 181474 w 362309"/>
                <a:gd name="connsiteY2" fmla="*/ 12768 h 361971"/>
                <a:gd name="connsiteX3" fmla="*/ 349530 w 362309"/>
                <a:gd name="connsiteY3" fmla="*/ 180667 h 361971"/>
                <a:gd name="connsiteX4" fmla="*/ 181474 w 362309"/>
                <a:gd name="connsiteY4" fmla="*/ 349204 h 361971"/>
                <a:gd name="connsiteX5" fmla="*/ 181474 w 362309"/>
                <a:gd name="connsiteY5" fmla="*/ 0 h 361971"/>
                <a:gd name="connsiteX6" fmla="*/ 0 w 362309"/>
                <a:gd name="connsiteY6" fmla="*/ 181305 h 361971"/>
                <a:gd name="connsiteX7" fmla="*/ 181474 w 362309"/>
                <a:gd name="connsiteY7" fmla="*/ 361972 h 361971"/>
                <a:gd name="connsiteX8" fmla="*/ 362309 w 362309"/>
                <a:gd name="connsiteY8" fmla="*/ 181305 h 361971"/>
                <a:gd name="connsiteX9" fmla="*/ 181474 w 362309"/>
                <a:gd name="connsiteY9" fmla="*/ 0 h 361971"/>
                <a:gd name="connsiteX10" fmla="*/ 181474 w 362309"/>
                <a:gd name="connsiteY10"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1474" y="349204"/>
                  </a:moveTo>
                  <a:cubicBezTo>
                    <a:pt x="88181" y="349204"/>
                    <a:pt x="13419" y="273873"/>
                    <a:pt x="13419" y="180667"/>
                  </a:cubicBezTo>
                  <a:cubicBezTo>
                    <a:pt x="13419" y="87461"/>
                    <a:pt x="88820" y="12768"/>
                    <a:pt x="181474" y="12768"/>
                  </a:cubicBezTo>
                  <a:cubicBezTo>
                    <a:pt x="274128" y="12768"/>
                    <a:pt x="349530" y="88099"/>
                    <a:pt x="349530" y="180667"/>
                  </a:cubicBezTo>
                  <a:cubicBezTo>
                    <a:pt x="349530" y="273873"/>
                    <a:pt x="274128" y="349204"/>
                    <a:pt x="181474" y="349204"/>
                  </a:cubicBezTo>
                  <a:moveTo>
                    <a:pt x="181474" y="0"/>
                  </a:moveTo>
                  <a:cubicBezTo>
                    <a:pt x="81152" y="0"/>
                    <a:pt x="0" y="81077"/>
                    <a:pt x="0" y="181305"/>
                  </a:cubicBezTo>
                  <a:cubicBezTo>
                    <a:pt x="0" y="281534"/>
                    <a:pt x="81152" y="361972"/>
                    <a:pt x="181474" y="361972"/>
                  </a:cubicBezTo>
                  <a:cubicBezTo>
                    <a:pt x="281796" y="361972"/>
                    <a:pt x="362309" y="280895"/>
                    <a:pt x="362309" y="181305"/>
                  </a:cubicBezTo>
                  <a:cubicBezTo>
                    <a:pt x="362309" y="81077"/>
                    <a:pt x="281796" y="0"/>
                    <a:pt x="181474" y="0"/>
                  </a:cubicBezTo>
                  <a:cubicBezTo>
                    <a:pt x="181474" y="0"/>
                    <a:pt x="181474" y="0"/>
                    <a:pt x="181474" y="0"/>
                  </a:cubicBezTo>
                </a:path>
              </a:pathLst>
            </a:custGeom>
            <a:solidFill>
              <a:srgbClr val="046A38"/>
            </a:solidFill>
            <a:ln w="6390" cap="flat">
              <a:noFill/>
              <a:prstDash val="solid"/>
              <a:miter/>
            </a:ln>
          </p:spPr>
          <p:txBody>
            <a:bodyPr rtlCol="0" anchor="ctr"/>
            <a:lstStyle/>
            <a:p>
              <a:endParaRPr lang="en-US"/>
            </a:p>
          </p:txBody>
        </p:sp>
        <p:sp>
          <p:nvSpPr>
            <p:cNvPr id="950" name="Graphic 4">
              <a:extLst>
                <a:ext uri="{FF2B5EF4-FFF2-40B4-BE49-F238E27FC236}">
                  <a16:creationId xmlns:a16="http://schemas.microsoft.com/office/drawing/2014/main" id="{02BFBDC0-3B90-7648-8671-A2FE3CD3C7D3}"/>
                </a:ext>
              </a:extLst>
            </p:cNvPr>
            <p:cNvSpPr/>
            <p:nvPr/>
          </p:nvSpPr>
          <p:spPr>
            <a:xfrm>
              <a:off x="555916" y="966684"/>
              <a:ext cx="185967" cy="263032"/>
            </a:xfrm>
            <a:custGeom>
              <a:avLst/>
              <a:gdLst>
                <a:gd name="connsiteX0" fmla="*/ 185955 w 185967"/>
                <a:gd name="connsiteY0" fmla="*/ 56192 h 263032"/>
                <a:gd name="connsiteX1" fmla="*/ 132919 w 185967"/>
                <a:gd name="connsiteY1" fmla="*/ 13 h 263032"/>
                <a:gd name="connsiteX2" fmla="*/ 76687 w 185967"/>
                <a:gd name="connsiteY2" fmla="*/ 53000 h 263032"/>
                <a:gd name="connsiteX3" fmla="*/ 76687 w 185967"/>
                <a:gd name="connsiteY3" fmla="*/ 53000 h 263032"/>
                <a:gd name="connsiteX4" fmla="*/ 68380 w 185967"/>
                <a:gd name="connsiteY4" fmla="*/ 45977 h 263032"/>
                <a:gd name="connsiteX5" fmla="*/ 59434 w 185967"/>
                <a:gd name="connsiteY5" fmla="*/ 47254 h 263032"/>
                <a:gd name="connsiteX6" fmla="*/ 60073 w 185967"/>
                <a:gd name="connsiteY6" fmla="*/ 55553 h 263032"/>
                <a:gd name="connsiteX7" fmla="*/ 79882 w 185967"/>
                <a:gd name="connsiteY7" fmla="*/ 73428 h 263032"/>
                <a:gd name="connsiteX8" fmla="*/ 84355 w 185967"/>
                <a:gd name="connsiteY8" fmla="*/ 75344 h 263032"/>
                <a:gd name="connsiteX9" fmla="*/ 86911 w 185967"/>
                <a:gd name="connsiteY9" fmla="*/ 74705 h 263032"/>
                <a:gd name="connsiteX10" fmla="*/ 90106 w 185967"/>
                <a:gd name="connsiteY10" fmla="*/ 72790 h 263032"/>
                <a:gd name="connsiteX11" fmla="*/ 107998 w 185967"/>
                <a:gd name="connsiteY11" fmla="*/ 53000 h 263032"/>
                <a:gd name="connsiteX12" fmla="*/ 107359 w 185967"/>
                <a:gd name="connsiteY12" fmla="*/ 44062 h 263032"/>
                <a:gd name="connsiteX13" fmla="*/ 98413 w 185967"/>
                <a:gd name="connsiteY13" fmla="*/ 44701 h 263032"/>
                <a:gd name="connsiteX14" fmla="*/ 98413 w 185967"/>
                <a:gd name="connsiteY14" fmla="*/ 44701 h 263032"/>
                <a:gd name="connsiteX15" fmla="*/ 90106 w 185967"/>
                <a:gd name="connsiteY15" fmla="*/ 53638 h 263032"/>
                <a:gd name="connsiteX16" fmla="*/ 134836 w 185967"/>
                <a:gd name="connsiteY16" fmla="*/ 15334 h 263032"/>
                <a:gd name="connsiteX17" fmla="*/ 173175 w 185967"/>
                <a:gd name="connsiteY17" fmla="*/ 60022 h 263032"/>
                <a:gd name="connsiteX18" fmla="*/ 131641 w 185967"/>
                <a:gd name="connsiteY18" fmla="*/ 98326 h 263032"/>
                <a:gd name="connsiteX19" fmla="*/ 129724 w 185967"/>
                <a:gd name="connsiteY19" fmla="*/ 98964 h 263032"/>
                <a:gd name="connsiteX20" fmla="*/ 85633 w 185967"/>
                <a:gd name="connsiteY20" fmla="*/ 86835 h 263032"/>
                <a:gd name="connsiteX21" fmla="*/ 8 w 185967"/>
                <a:gd name="connsiteY21" fmla="*/ 173657 h 263032"/>
                <a:gd name="connsiteX22" fmla="*/ 40903 w 185967"/>
                <a:gd name="connsiteY22" fmla="*/ 246434 h 263032"/>
                <a:gd name="connsiteX23" fmla="*/ 26846 w 185967"/>
                <a:gd name="connsiteY23" fmla="*/ 250265 h 263032"/>
                <a:gd name="connsiteX24" fmla="*/ 21095 w 185967"/>
                <a:gd name="connsiteY24" fmla="*/ 257287 h 263032"/>
                <a:gd name="connsiteX25" fmla="*/ 28124 w 185967"/>
                <a:gd name="connsiteY25" fmla="*/ 263033 h 263032"/>
                <a:gd name="connsiteX26" fmla="*/ 30041 w 185967"/>
                <a:gd name="connsiteY26" fmla="*/ 263033 h 263032"/>
                <a:gd name="connsiteX27" fmla="*/ 56878 w 185967"/>
                <a:gd name="connsiteY27" fmla="*/ 254095 h 263032"/>
                <a:gd name="connsiteX28" fmla="*/ 61351 w 185967"/>
                <a:gd name="connsiteY28" fmla="*/ 248350 h 263032"/>
                <a:gd name="connsiteX29" fmla="*/ 61351 w 185967"/>
                <a:gd name="connsiteY29" fmla="*/ 244519 h 263032"/>
                <a:gd name="connsiteX30" fmla="*/ 53044 w 185967"/>
                <a:gd name="connsiteY30" fmla="*/ 217068 h 263032"/>
                <a:gd name="connsiteX31" fmla="*/ 45376 w 185967"/>
                <a:gd name="connsiteY31" fmla="*/ 212599 h 263032"/>
                <a:gd name="connsiteX32" fmla="*/ 40903 w 185967"/>
                <a:gd name="connsiteY32" fmla="*/ 220260 h 263032"/>
                <a:gd name="connsiteX33" fmla="*/ 40903 w 185967"/>
                <a:gd name="connsiteY33" fmla="*/ 220898 h 263032"/>
                <a:gd name="connsiteX34" fmla="*/ 44737 w 185967"/>
                <a:gd name="connsiteY34" fmla="*/ 233666 h 263032"/>
                <a:gd name="connsiteX35" fmla="*/ 23012 w 185967"/>
                <a:gd name="connsiteY35" fmla="*/ 132161 h 263032"/>
                <a:gd name="connsiteX36" fmla="*/ 124612 w 185967"/>
                <a:gd name="connsiteY36" fmla="*/ 110456 h 263032"/>
                <a:gd name="connsiteX37" fmla="*/ 146337 w 185967"/>
                <a:gd name="connsiteY37" fmla="*/ 211961 h 263032"/>
                <a:gd name="connsiteX38" fmla="*/ 113110 w 185967"/>
                <a:gd name="connsiteY38" fmla="*/ 240050 h 263032"/>
                <a:gd name="connsiteX39" fmla="*/ 109915 w 185967"/>
                <a:gd name="connsiteY39" fmla="*/ 248350 h 263032"/>
                <a:gd name="connsiteX40" fmla="*/ 115666 w 185967"/>
                <a:gd name="connsiteY40" fmla="*/ 252180 h 263032"/>
                <a:gd name="connsiteX41" fmla="*/ 118222 w 185967"/>
                <a:gd name="connsiteY41" fmla="*/ 251542 h 263032"/>
                <a:gd name="connsiteX42" fmla="*/ 164229 w 185967"/>
                <a:gd name="connsiteY42" fmla="*/ 138545 h 263032"/>
                <a:gd name="connsiteX43" fmla="*/ 143142 w 185967"/>
                <a:gd name="connsiteY43" fmla="*/ 108540 h 263032"/>
                <a:gd name="connsiteX44" fmla="*/ 185955 w 185967"/>
                <a:gd name="connsiteY44" fmla="*/ 56192 h 26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85967" h="263032">
                  <a:moveTo>
                    <a:pt x="185955" y="56192"/>
                  </a:moveTo>
                  <a:cubicBezTo>
                    <a:pt x="186594" y="26187"/>
                    <a:pt x="162951" y="651"/>
                    <a:pt x="132919" y="13"/>
                  </a:cubicBezTo>
                  <a:cubicBezTo>
                    <a:pt x="102886" y="-626"/>
                    <a:pt x="77326" y="22995"/>
                    <a:pt x="76687" y="53000"/>
                  </a:cubicBezTo>
                  <a:lnTo>
                    <a:pt x="76687" y="53000"/>
                  </a:lnTo>
                  <a:lnTo>
                    <a:pt x="68380" y="45977"/>
                  </a:lnTo>
                  <a:cubicBezTo>
                    <a:pt x="65824" y="44062"/>
                    <a:pt x="61351" y="44062"/>
                    <a:pt x="59434" y="47254"/>
                  </a:cubicBezTo>
                  <a:cubicBezTo>
                    <a:pt x="57517" y="49808"/>
                    <a:pt x="57517" y="53638"/>
                    <a:pt x="60073" y="55553"/>
                  </a:cubicBezTo>
                  <a:lnTo>
                    <a:pt x="79882" y="73428"/>
                  </a:lnTo>
                  <a:cubicBezTo>
                    <a:pt x="81160" y="74705"/>
                    <a:pt x="82438" y="75344"/>
                    <a:pt x="84355" y="75344"/>
                  </a:cubicBezTo>
                  <a:cubicBezTo>
                    <a:pt x="84994" y="75344"/>
                    <a:pt x="86272" y="75344"/>
                    <a:pt x="86911" y="74705"/>
                  </a:cubicBezTo>
                  <a:cubicBezTo>
                    <a:pt x="88189" y="74705"/>
                    <a:pt x="89467" y="74067"/>
                    <a:pt x="90106" y="72790"/>
                  </a:cubicBezTo>
                  <a:lnTo>
                    <a:pt x="107998" y="53000"/>
                  </a:lnTo>
                  <a:cubicBezTo>
                    <a:pt x="110554" y="50446"/>
                    <a:pt x="109915" y="46616"/>
                    <a:pt x="107359" y="44062"/>
                  </a:cubicBezTo>
                  <a:cubicBezTo>
                    <a:pt x="104803" y="41509"/>
                    <a:pt x="100969" y="42147"/>
                    <a:pt x="98413" y="44701"/>
                  </a:cubicBezTo>
                  <a:lnTo>
                    <a:pt x="98413" y="44701"/>
                  </a:lnTo>
                  <a:lnTo>
                    <a:pt x="90106" y="53638"/>
                  </a:lnTo>
                  <a:cubicBezTo>
                    <a:pt x="92023" y="30656"/>
                    <a:pt x="111832" y="13419"/>
                    <a:pt x="134836" y="15334"/>
                  </a:cubicBezTo>
                  <a:cubicBezTo>
                    <a:pt x="157839" y="17249"/>
                    <a:pt x="175092" y="37040"/>
                    <a:pt x="173175" y="60022"/>
                  </a:cubicBezTo>
                  <a:cubicBezTo>
                    <a:pt x="171258" y="81728"/>
                    <a:pt x="153366" y="98326"/>
                    <a:pt x="131641" y="98326"/>
                  </a:cubicBezTo>
                  <a:cubicBezTo>
                    <a:pt x="131002" y="98326"/>
                    <a:pt x="130363" y="98326"/>
                    <a:pt x="129724" y="98964"/>
                  </a:cubicBezTo>
                  <a:cubicBezTo>
                    <a:pt x="116305" y="91304"/>
                    <a:pt x="100969" y="86835"/>
                    <a:pt x="85633" y="86835"/>
                  </a:cubicBezTo>
                  <a:cubicBezTo>
                    <a:pt x="37709" y="87473"/>
                    <a:pt x="-631" y="126416"/>
                    <a:pt x="8" y="173657"/>
                  </a:cubicBezTo>
                  <a:cubicBezTo>
                    <a:pt x="8" y="203023"/>
                    <a:pt x="15983" y="230474"/>
                    <a:pt x="40903" y="246434"/>
                  </a:cubicBezTo>
                  <a:lnTo>
                    <a:pt x="26846" y="250265"/>
                  </a:lnTo>
                  <a:cubicBezTo>
                    <a:pt x="23012" y="250903"/>
                    <a:pt x="21095" y="254095"/>
                    <a:pt x="21095" y="257287"/>
                  </a:cubicBezTo>
                  <a:cubicBezTo>
                    <a:pt x="21734" y="261117"/>
                    <a:pt x="24929" y="263033"/>
                    <a:pt x="28124" y="263033"/>
                  </a:cubicBezTo>
                  <a:cubicBezTo>
                    <a:pt x="28763" y="263033"/>
                    <a:pt x="29402" y="263033"/>
                    <a:pt x="30041" y="263033"/>
                  </a:cubicBezTo>
                  <a:lnTo>
                    <a:pt x="56878" y="254095"/>
                  </a:lnTo>
                  <a:cubicBezTo>
                    <a:pt x="59434" y="253457"/>
                    <a:pt x="61351" y="250903"/>
                    <a:pt x="61351" y="248350"/>
                  </a:cubicBezTo>
                  <a:cubicBezTo>
                    <a:pt x="61990" y="247073"/>
                    <a:pt x="61990" y="245796"/>
                    <a:pt x="61351" y="244519"/>
                  </a:cubicBezTo>
                  <a:lnTo>
                    <a:pt x="53044" y="217068"/>
                  </a:lnTo>
                  <a:cubicBezTo>
                    <a:pt x="52405" y="213876"/>
                    <a:pt x="48571" y="211322"/>
                    <a:pt x="45376" y="212599"/>
                  </a:cubicBezTo>
                  <a:cubicBezTo>
                    <a:pt x="42181" y="213238"/>
                    <a:pt x="39625" y="217068"/>
                    <a:pt x="40903" y="220260"/>
                  </a:cubicBezTo>
                  <a:cubicBezTo>
                    <a:pt x="40903" y="220260"/>
                    <a:pt x="40903" y="220898"/>
                    <a:pt x="40903" y="220898"/>
                  </a:cubicBezTo>
                  <a:lnTo>
                    <a:pt x="44737" y="233666"/>
                  </a:lnTo>
                  <a:cubicBezTo>
                    <a:pt x="10871" y="211961"/>
                    <a:pt x="647" y="165996"/>
                    <a:pt x="23012" y="132161"/>
                  </a:cubicBezTo>
                  <a:cubicBezTo>
                    <a:pt x="45376" y="98326"/>
                    <a:pt x="90745" y="88112"/>
                    <a:pt x="124612" y="110456"/>
                  </a:cubicBezTo>
                  <a:cubicBezTo>
                    <a:pt x="158478" y="132161"/>
                    <a:pt x="168702" y="178126"/>
                    <a:pt x="146337" y="211961"/>
                  </a:cubicBezTo>
                  <a:cubicBezTo>
                    <a:pt x="138031" y="224090"/>
                    <a:pt x="126529" y="234305"/>
                    <a:pt x="113110" y="240050"/>
                  </a:cubicBezTo>
                  <a:cubicBezTo>
                    <a:pt x="109915" y="241327"/>
                    <a:pt x="108637" y="245158"/>
                    <a:pt x="109915" y="248350"/>
                  </a:cubicBezTo>
                  <a:cubicBezTo>
                    <a:pt x="111193" y="250903"/>
                    <a:pt x="113110" y="252180"/>
                    <a:pt x="115666" y="252180"/>
                  </a:cubicBezTo>
                  <a:cubicBezTo>
                    <a:pt x="116305" y="252180"/>
                    <a:pt x="117583" y="252180"/>
                    <a:pt x="118222" y="251542"/>
                  </a:cubicBezTo>
                  <a:cubicBezTo>
                    <a:pt x="162312" y="233028"/>
                    <a:pt x="182760" y="182594"/>
                    <a:pt x="164229" y="138545"/>
                  </a:cubicBezTo>
                  <a:cubicBezTo>
                    <a:pt x="159117" y="127054"/>
                    <a:pt x="152088" y="116840"/>
                    <a:pt x="143142" y="108540"/>
                  </a:cubicBezTo>
                  <a:cubicBezTo>
                    <a:pt x="168063" y="103433"/>
                    <a:pt x="185316" y="81089"/>
                    <a:pt x="185955" y="56192"/>
                  </a:cubicBezTo>
                </a:path>
              </a:pathLst>
            </a:custGeom>
            <a:solidFill>
              <a:srgbClr val="046A38"/>
            </a:solidFill>
            <a:ln w="6390" cap="flat">
              <a:noFill/>
              <a:prstDash val="solid"/>
              <a:miter/>
            </a:ln>
          </p:spPr>
          <p:txBody>
            <a:bodyPr rtlCol="0" anchor="ctr"/>
            <a:lstStyle/>
            <a:p>
              <a:endParaRPr lang="en-US"/>
            </a:p>
          </p:txBody>
        </p:sp>
      </p:grpSp>
      <p:sp>
        <p:nvSpPr>
          <p:cNvPr id="951" name="Graphic 4">
            <a:extLst>
              <a:ext uri="{FF2B5EF4-FFF2-40B4-BE49-F238E27FC236}">
                <a16:creationId xmlns:a16="http://schemas.microsoft.com/office/drawing/2014/main" id="{94AA7C33-9079-474A-893E-579F166E2724}"/>
              </a:ext>
            </a:extLst>
          </p:cNvPr>
          <p:cNvSpPr>
            <a:spLocks noChangeAspect="1"/>
          </p:cNvSpPr>
          <p:nvPr/>
        </p:nvSpPr>
        <p:spPr>
          <a:xfrm>
            <a:off x="905454" y="918179"/>
            <a:ext cx="362309" cy="361971"/>
          </a:xfrm>
          <a:custGeom>
            <a:avLst/>
            <a:gdLst>
              <a:gd name="connsiteX0" fmla="*/ 260709 w 362309"/>
              <a:gd name="connsiteY0" fmla="*/ 220886 h 361971"/>
              <a:gd name="connsiteX1" fmla="*/ 207673 w 362309"/>
              <a:gd name="connsiteY1" fmla="*/ 300686 h 361971"/>
              <a:gd name="connsiteX2" fmla="*/ 205117 w 362309"/>
              <a:gd name="connsiteY2" fmla="*/ 301324 h 361971"/>
              <a:gd name="connsiteX3" fmla="*/ 198727 w 362309"/>
              <a:gd name="connsiteY3" fmla="*/ 294940 h 361971"/>
              <a:gd name="connsiteX4" fmla="*/ 202561 w 362309"/>
              <a:gd name="connsiteY4" fmla="*/ 289194 h 361971"/>
              <a:gd name="connsiteX5" fmla="*/ 241540 w 362309"/>
              <a:gd name="connsiteY5" fmla="*/ 192796 h 361971"/>
              <a:gd name="connsiteX6" fmla="*/ 145052 w 362309"/>
              <a:gd name="connsiteY6" fmla="*/ 153854 h 361971"/>
              <a:gd name="connsiteX7" fmla="*/ 106073 w 362309"/>
              <a:gd name="connsiteY7" fmla="*/ 250252 h 361971"/>
              <a:gd name="connsiteX8" fmla="*/ 134189 w 362309"/>
              <a:gd name="connsiteY8" fmla="*/ 283449 h 361971"/>
              <a:gd name="connsiteX9" fmla="*/ 130355 w 362309"/>
              <a:gd name="connsiteY9" fmla="*/ 270681 h 361971"/>
              <a:gd name="connsiteX10" fmla="*/ 134828 w 362309"/>
              <a:gd name="connsiteY10" fmla="*/ 263020 h 361971"/>
              <a:gd name="connsiteX11" fmla="*/ 142496 w 362309"/>
              <a:gd name="connsiteY11" fmla="*/ 267489 h 361971"/>
              <a:gd name="connsiteX12" fmla="*/ 150803 w 362309"/>
              <a:gd name="connsiteY12" fmla="*/ 294940 h 361971"/>
              <a:gd name="connsiteX13" fmla="*/ 150803 w 362309"/>
              <a:gd name="connsiteY13" fmla="*/ 298770 h 361971"/>
              <a:gd name="connsiteX14" fmla="*/ 146330 w 362309"/>
              <a:gd name="connsiteY14" fmla="*/ 304516 h 361971"/>
              <a:gd name="connsiteX15" fmla="*/ 118853 w 362309"/>
              <a:gd name="connsiteY15" fmla="*/ 312815 h 361971"/>
              <a:gd name="connsiteX16" fmla="*/ 116936 w 362309"/>
              <a:gd name="connsiteY16" fmla="*/ 312815 h 361971"/>
              <a:gd name="connsiteX17" fmla="*/ 109907 w 362309"/>
              <a:gd name="connsiteY17" fmla="*/ 307070 h 361971"/>
              <a:gd name="connsiteX18" fmla="*/ 115658 w 362309"/>
              <a:gd name="connsiteY18" fmla="*/ 300047 h 361971"/>
              <a:gd name="connsiteX19" fmla="*/ 129716 w 362309"/>
              <a:gd name="connsiteY19" fmla="*/ 296217 h 361971"/>
              <a:gd name="connsiteX20" fmla="*/ 101600 w 362309"/>
              <a:gd name="connsiteY20" fmla="*/ 177475 h 361971"/>
              <a:gd name="connsiteX21" fmla="*/ 174445 w 362309"/>
              <a:gd name="connsiteY21" fmla="*/ 136617 h 361971"/>
              <a:gd name="connsiteX22" fmla="*/ 218536 w 362309"/>
              <a:gd name="connsiteY22" fmla="*/ 148747 h 361971"/>
              <a:gd name="connsiteX23" fmla="*/ 219814 w 362309"/>
              <a:gd name="connsiteY23" fmla="*/ 148108 h 361971"/>
              <a:gd name="connsiteX24" fmla="*/ 261987 w 362309"/>
              <a:gd name="connsiteY24" fmla="*/ 106612 h 361971"/>
              <a:gd name="connsiteX25" fmla="*/ 220453 w 362309"/>
              <a:gd name="connsiteY25" fmla="*/ 64478 h 361971"/>
              <a:gd name="connsiteX26" fmla="*/ 178918 w 362309"/>
              <a:gd name="connsiteY26" fmla="*/ 102782 h 361971"/>
              <a:gd name="connsiteX27" fmla="*/ 187225 w 362309"/>
              <a:gd name="connsiteY27" fmla="*/ 93845 h 361971"/>
              <a:gd name="connsiteX28" fmla="*/ 196171 w 362309"/>
              <a:gd name="connsiteY28" fmla="*/ 93845 h 361971"/>
              <a:gd name="connsiteX29" fmla="*/ 196810 w 362309"/>
              <a:gd name="connsiteY29" fmla="*/ 102144 h 361971"/>
              <a:gd name="connsiteX30" fmla="*/ 178918 w 362309"/>
              <a:gd name="connsiteY30" fmla="*/ 121934 h 361971"/>
              <a:gd name="connsiteX31" fmla="*/ 175723 w 362309"/>
              <a:gd name="connsiteY31" fmla="*/ 123849 h 361971"/>
              <a:gd name="connsiteX32" fmla="*/ 173167 w 362309"/>
              <a:gd name="connsiteY32" fmla="*/ 124488 h 361971"/>
              <a:gd name="connsiteX33" fmla="*/ 168694 w 362309"/>
              <a:gd name="connsiteY33" fmla="*/ 122572 h 361971"/>
              <a:gd name="connsiteX34" fmla="*/ 148886 w 362309"/>
              <a:gd name="connsiteY34" fmla="*/ 104697 h 361971"/>
              <a:gd name="connsiteX35" fmla="*/ 148247 w 362309"/>
              <a:gd name="connsiteY35" fmla="*/ 95760 h 361971"/>
              <a:gd name="connsiteX36" fmla="*/ 157192 w 362309"/>
              <a:gd name="connsiteY36" fmla="*/ 95121 h 361971"/>
              <a:gd name="connsiteX37" fmla="*/ 157192 w 362309"/>
              <a:gd name="connsiteY37" fmla="*/ 95121 h 361971"/>
              <a:gd name="connsiteX38" fmla="*/ 165499 w 362309"/>
              <a:gd name="connsiteY38" fmla="*/ 102782 h 361971"/>
              <a:gd name="connsiteX39" fmla="*/ 223009 w 362309"/>
              <a:gd name="connsiteY39" fmla="*/ 51072 h 361971"/>
              <a:gd name="connsiteX40" fmla="*/ 274767 w 362309"/>
              <a:gd name="connsiteY40" fmla="*/ 108528 h 361971"/>
              <a:gd name="connsiteX41" fmla="*/ 233233 w 362309"/>
              <a:gd name="connsiteY41" fmla="*/ 158323 h 361971"/>
              <a:gd name="connsiteX42" fmla="*/ 260709 w 362309"/>
              <a:gd name="connsiteY42" fmla="*/ 220886 h 361971"/>
              <a:gd name="connsiteX43" fmla="*/ 180835 w 362309"/>
              <a:gd name="connsiteY43" fmla="*/ 0 h 361971"/>
              <a:gd name="connsiteX44" fmla="*/ 0 w 362309"/>
              <a:gd name="connsiteY44" fmla="*/ 181305 h 361971"/>
              <a:gd name="connsiteX45" fmla="*/ 180835 w 362309"/>
              <a:gd name="connsiteY45" fmla="*/ 361972 h 361971"/>
              <a:gd name="connsiteX46" fmla="*/ 362309 w 362309"/>
              <a:gd name="connsiteY46" fmla="*/ 181305 h 361971"/>
              <a:gd name="connsiteX47" fmla="*/ 180835 w 362309"/>
              <a:gd name="connsiteY47" fmla="*/ 0 h 361971"/>
              <a:gd name="connsiteX48" fmla="*/ 180835 w 362309"/>
              <a:gd name="connsiteY48"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62309" h="361971">
                <a:moveTo>
                  <a:pt x="260709" y="220886"/>
                </a:moveTo>
                <a:cubicBezTo>
                  <a:pt x="260709" y="255359"/>
                  <a:pt x="240262" y="286641"/>
                  <a:pt x="207673" y="300686"/>
                </a:cubicBezTo>
                <a:cubicBezTo>
                  <a:pt x="207034" y="301324"/>
                  <a:pt x="205756" y="301324"/>
                  <a:pt x="205117" y="301324"/>
                </a:cubicBezTo>
                <a:cubicBezTo>
                  <a:pt x="201283" y="301324"/>
                  <a:pt x="198727" y="298770"/>
                  <a:pt x="198727" y="294940"/>
                </a:cubicBezTo>
                <a:cubicBezTo>
                  <a:pt x="198727" y="292386"/>
                  <a:pt x="200005" y="289833"/>
                  <a:pt x="202561" y="289194"/>
                </a:cubicBezTo>
                <a:cubicBezTo>
                  <a:pt x="240262" y="273234"/>
                  <a:pt x="257514" y="230462"/>
                  <a:pt x="241540" y="192796"/>
                </a:cubicBezTo>
                <a:cubicBezTo>
                  <a:pt x="225565" y="155131"/>
                  <a:pt x="182752" y="137894"/>
                  <a:pt x="145052" y="153854"/>
                </a:cubicBezTo>
                <a:cubicBezTo>
                  <a:pt x="107351" y="169814"/>
                  <a:pt x="90098" y="212587"/>
                  <a:pt x="106073" y="250252"/>
                </a:cubicBezTo>
                <a:cubicBezTo>
                  <a:pt x="111824" y="263659"/>
                  <a:pt x="121409" y="275150"/>
                  <a:pt x="134189" y="283449"/>
                </a:cubicBezTo>
                <a:lnTo>
                  <a:pt x="130355" y="270681"/>
                </a:lnTo>
                <a:cubicBezTo>
                  <a:pt x="129077" y="267489"/>
                  <a:pt x="130994" y="263659"/>
                  <a:pt x="134828" y="263020"/>
                </a:cubicBezTo>
                <a:cubicBezTo>
                  <a:pt x="138662" y="262382"/>
                  <a:pt x="141857" y="263659"/>
                  <a:pt x="142496" y="267489"/>
                </a:cubicBezTo>
                <a:lnTo>
                  <a:pt x="150803" y="294940"/>
                </a:lnTo>
                <a:cubicBezTo>
                  <a:pt x="151441" y="296217"/>
                  <a:pt x="151441" y="297494"/>
                  <a:pt x="150803" y="298770"/>
                </a:cubicBezTo>
                <a:cubicBezTo>
                  <a:pt x="150803" y="301324"/>
                  <a:pt x="148886" y="303239"/>
                  <a:pt x="146330" y="304516"/>
                </a:cubicBezTo>
                <a:lnTo>
                  <a:pt x="118853" y="312815"/>
                </a:lnTo>
                <a:cubicBezTo>
                  <a:pt x="118214" y="312815"/>
                  <a:pt x="117575" y="312815"/>
                  <a:pt x="116936" y="312815"/>
                </a:cubicBezTo>
                <a:cubicBezTo>
                  <a:pt x="113102" y="313454"/>
                  <a:pt x="109907" y="310900"/>
                  <a:pt x="109907" y="307070"/>
                </a:cubicBezTo>
                <a:cubicBezTo>
                  <a:pt x="109268" y="303239"/>
                  <a:pt x="111824" y="300047"/>
                  <a:pt x="115658" y="300047"/>
                </a:cubicBezTo>
                <a:lnTo>
                  <a:pt x="129716" y="296217"/>
                </a:lnTo>
                <a:cubicBezTo>
                  <a:pt x="89459" y="271319"/>
                  <a:pt x="76679" y="217694"/>
                  <a:pt x="101600" y="177475"/>
                </a:cubicBezTo>
                <a:cubicBezTo>
                  <a:pt x="117575" y="151939"/>
                  <a:pt x="145052" y="136617"/>
                  <a:pt x="174445" y="136617"/>
                </a:cubicBezTo>
                <a:cubicBezTo>
                  <a:pt x="189781" y="136617"/>
                  <a:pt x="205117" y="141086"/>
                  <a:pt x="218536" y="148747"/>
                </a:cubicBezTo>
                <a:cubicBezTo>
                  <a:pt x="219175" y="148747"/>
                  <a:pt x="219814" y="148747"/>
                  <a:pt x="219814" y="148108"/>
                </a:cubicBezTo>
                <a:cubicBezTo>
                  <a:pt x="242818" y="148108"/>
                  <a:pt x="261987" y="129595"/>
                  <a:pt x="261987" y="106612"/>
                </a:cubicBezTo>
                <a:cubicBezTo>
                  <a:pt x="261987" y="83630"/>
                  <a:pt x="243457" y="64478"/>
                  <a:pt x="220453" y="64478"/>
                </a:cubicBezTo>
                <a:cubicBezTo>
                  <a:pt x="198727" y="64478"/>
                  <a:pt x="180196" y="81077"/>
                  <a:pt x="178918" y="102782"/>
                </a:cubicBezTo>
                <a:lnTo>
                  <a:pt x="187225" y="93845"/>
                </a:lnTo>
                <a:cubicBezTo>
                  <a:pt x="189781" y="91291"/>
                  <a:pt x="193615" y="91291"/>
                  <a:pt x="196171" y="93845"/>
                </a:cubicBezTo>
                <a:cubicBezTo>
                  <a:pt x="198727" y="96398"/>
                  <a:pt x="198727" y="99590"/>
                  <a:pt x="196810" y="102144"/>
                </a:cubicBezTo>
                <a:lnTo>
                  <a:pt x="178918" y="121934"/>
                </a:lnTo>
                <a:cubicBezTo>
                  <a:pt x="178279" y="122572"/>
                  <a:pt x="177001" y="123211"/>
                  <a:pt x="175723" y="123849"/>
                </a:cubicBezTo>
                <a:cubicBezTo>
                  <a:pt x="175084" y="124488"/>
                  <a:pt x="173806" y="124488"/>
                  <a:pt x="173167" y="124488"/>
                </a:cubicBezTo>
                <a:cubicBezTo>
                  <a:pt x="171889" y="124488"/>
                  <a:pt x="169972" y="123849"/>
                  <a:pt x="168694" y="122572"/>
                </a:cubicBezTo>
                <a:lnTo>
                  <a:pt x="148886" y="104697"/>
                </a:lnTo>
                <a:cubicBezTo>
                  <a:pt x="146330" y="102144"/>
                  <a:pt x="146330" y="98313"/>
                  <a:pt x="148247" y="95760"/>
                </a:cubicBezTo>
                <a:cubicBezTo>
                  <a:pt x="150803" y="93206"/>
                  <a:pt x="154636" y="93206"/>
                  <a:pt x="157192" y="95121"/>
                </a:cubicBezTo>
                <a:lnTo>
                  <a:pt x="157192" y="95121"/>
                </a:lnTo>
                <a:lnTo>
                  <a:pt x="165499" y="102782"/>
                </a:lnTo>
                <a:cubicBezTo>
                  <a:pt x="167416" y="72777"/>
                  <a:pt x="192976" y="49795"/>
                  <a:pt x="223009" y="51072"/>
                </a:cubicBezTo>
                <a:cubicBezTo>
                  <a:pt x="253042" y="52987"/>
                  <a:pt x="276045" y="78523"/>
                  <a:pt x="274767" y="108528"/>
                </a:cubicBezTo>
                <a:cubicBezTo>
                  <a:pt x="273489" y="132787"/>
                  <a:pt x="256237" y="152577"/>
                  <a:pt x="233233" y="158323"/>
                </a:cubicBezTo>
                <a:cubicBezTo>
                  <a:pt x="250486" y="174283"/>
                  <a:pt x="260709" y="196627"/>
                  <a:pt x="260709" y="220886"/>
                </a:cubicBezTo>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1157" y="0"/>
                  <a:pt x="180835" y="0"/>
                </a:cubicBezTo>
                <a:cubicBezTo>
                  <a:pt x="180835" y="0"/>
                  <a:pt x="180835" y="0"/>
                  <a:pt x="180835" y="0"/>
                </a:cubicBezTo>
              </a:path>
            </a:pathLst>
          </a:custGeom>
          <a:solidFill>
            <a:srgbClr val="046A38"/>
          </a:solidFill>
          <a:ln w="6390" cap="flat">
            <a:noFill/>
            <a:prstDash val="solid"/>
            <a:miter/>
          </a:ln>
        </p:spPr>
        <p:txBody>
          <a:bodyPr rtlCol="0" anchor="ctr"/>
          <a:lstStyle/>
          <a:p>
            <a:endParaRPr lang="en-US"/>
          </a:p>
        </p:txBody>
      </p:sp>
      <p:grpSp>
        <p:nvGrpSpPr>
          <p:cNvPr id="952" name="Graphic 4">
            <a:extLst>
              <a:ext uri="{FF2B5EF4-FFF2-40B4-BE49-F238E27FC236}">
                <a16:creationId xmlns:a16="http://schemas.microsoft.com/office/drawing/2014/main" id="{1E08573E-AFC8-144E-967D-4BDFEAAEA468}"/>
              </a:ext>
            </a:extLst>
          </p:cNvPr>
          <p:cNvGrpSpPr>
            <a:grpSpLocks noChangeAspect="1"/>
          </p:cNvGrpSpPr>
          <p:nvPr/>
        </p:nvGrpSpPr>
        <p:grpSpPr>
          <a:xfrm>
            <a:off x="2559808" y="4793256"/>
            <a:ext cx="362313" cy="361971"/>
            <a:chOff x="2559808" y="4793256"/>
            <a:chExt cx="362313" cy="361971"/>
          </a:xfrm>
          <a:solidFill>
            <a:srgbClr val="046A38"/>
          </a:solidFill>
        </p:grpSpPr>
        <p:sp>
          <p:nvSpPr>
            <p:cNvPr id="953" name="Graphic 4">
              <a:extLst>
                <a:ext uri="{FF2B5EF4-FFF2-40B4-BE49-F238E27FC236}">
                  <a16:creationId xmlns:a16="http://schemas.microsoft.com/office/drawing/2014/main" id="{988E5ED8-3DC3-1746-9567-6B284EA3AC85}"/>
                </a:ext>
              </a:extLst>
            </p:cNvPr>
            <p:cNvSpPr/>
            <p:nvPr/>
          </p:nvSpPr>
          <p:spPr>
            <a:xfrm>
              <a:off x="2559808" y="4793256"/>
              <a:ext cx="362313" cy="361971"/>
            </a:xfrm>
            <a:custGeom>
              <a:avLst/>
              <a:gdLst>
                <a:gd name="connsiteX0" fmla="*/ 181474 w 362313"/>
                <a:gd name="connsiteY0" fmla="*/ 348565 h 361971"/>
                <a:gd name="connsiteX1" fmla="*/ 12780 w 362313"/>
                <a:gd name="connsiteY1" fmla="*/ 180667 h 361971"/>
                <a:gd name="connsiteX2" fmla="*/ 180835 w 362313"/>
                <a:gd name="connsiteY2" fmla="*/ 12129 h 361971"/>
                <a:gd name="connsiteX3" fmla="*/ 349529 w 362313"/>
                <a:gd name="connsiteY3" fmla="*/ 180028 h 361971"/>
                <a:gd name="connsiteX4" fmla="*/ 349529 w 362313"/>
                <a:gd name="connsiteY4" fmla="*/ 180028 h 361971"/>
                <a:gd name="connsiteX5" fmla="*/ 181474 w 362313"/>
                <a:gd name="connsiteY5" fmla="*/ 348565 h 361971"/>
                <a:gd name="connsiteX6" fmla="*/ 181474 w 362313"/>
                <a:gd name="connsiteY6" fmla="*/ 0 h 361971"/>
                <a:gd name="connsiteX7" fmla="*/ 0 w 362313"/>
                <a:gd name="connsiteY7" fmla="*/ 180667 h 361971"/>
                <a:gd name="connsiteX8" fmla="*/ 180835 w 362313"/>
                <a:gd name="connsiteY8" fmla="*/ 361972 h 361971"/>
                <a:gd name="connsiteX9" fmla="*/ 362309 w 362313"/>
                <a:gd name="connsiteY9" fmla="*/ 181305 h 361971"/>
                <a:gd name="connsiteX10" fmla="*/ 362309 w 362313"/>
                <a:gd name="connsiteY10" fmla="*/ 181305 h 361971"/>
                <a:gd name="connsiteX11" fmla="*/ 181474 w 362313"/>
                <a:gd name="connsiteY11" fmla="*/ 0 h 361971"/>
                <a:gd name="connsiteX12" fmla="*/ 181474 w 362313"/>
                <a:gd name="connsiteY12"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348565"/>
                  </a:moveTo>
                  <a:cubicBezTo>
                    <a:pt x="88181" y="348565"/>
                    <a:pt x="12780" y="273234"/>
                    <a:pt x="12780" y="180667"/>
                  </a:cubicBezTo>
                  <a:cubicBezTo>
                    <a:pt x="12780" y="87461"/>
                    <a:pt x="88181" y="12129"/>
                    <a:pt x="180835" y="12129"/>
                  </a:cubicBezTo>
                  <a:cubicBezTo>
                    <a:pt x="274128" y="12129"/>
                    <a:pt x="349529" y="87461"/>
                    <a:pt x="349529" y="180028"/>
                  </a:cubicBezTo>
                  <a:cubicBezTo>
                    <a:pt x="349529" y="180028"/>
                    <a:pt x="349529" y="180028"/>
                    <a:pt x="349529" y="180028"/>
                  </a:cubicBezTo>
                  <a:cubicBezTo>
                    <a:pt x="350168" y="273234"/>
                    <a:pt x="274767" y="348565"/>
                    <a:pt x="181474" y="348565"/>
                  </a:cubicBezTo>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0438"/>
                    <a:pt x="281796" y="0"/>
                    <a:pt x="181474" y="0"/>
                  </a:cubicBezTo>
                  <a:lnTo>
                    <a:pt x="181474" y="0"/>
                  </a:lnTo>
                </a:path>
              </a:pathLst>
            </a:custGeom>
            <a:solidFill>
              <a:srgbClr val="046A38"/>
            </a:solidFill>
            <a:ln w="6390" cap="flat">
              <a:noFill/>
              <a:prstDash val="solid"/>
              <a:miter/>
            </a:ln>
          </p:spPr>
          <p:txBody>
            <a:bodyPr rtlCol="0" anchor="ctr"/>
            <a:lstStyle/>
            <a:p>
              <a:endParaRPr lang="en-US"/>
            </a:p>
          </p:txBody>
        </p:sp>
        <p:sp>
          <p:nvSpPr>
            <p:cNvPr id="954" name="Graphic 4">
              <a:extLst>
                <a:ext uri="{FF2B5EF4-FFF2-40B4-BE49-F238E27FC236}">
                  <a16:creationId xmlns:a16="http://schemas.microsoft.com/office/drawing/2014/main" id="{6E608BFA-A73D-0945-B646-7F9E70B20FA1}"/>
                </a:ext>
              </a:extLst>
            </p:cNvPr>
            <p:cNvSpPr/>
            <p:nvPr/>
          </p:nvSpPr>
          <p:spPr>
            <a:xfrm>
              <a:off x="2636488" y="4978392"/>
              <a:ext cx="222369" cy="101505"/>
            </a:xfrm>
            <a:custGeom>
              <a:avLst/>
              <a:gdLst>
                <a:gd name="connsiteX0" fmla="*/ 167416 w 222369"/>
                <a:gd name="connsiteY0" fmla="*/ 89376 h 101505"/>
                <a:gd name="connsiteX1" fmla="*/ 12780 w 222369"/>
                <a:gd name="connsiteY1" fmla="*/ 89376 h 101505"/>
                <a:gd name="connsiteX2" fmla="*/ 12780 w 222369"/>
                <a:gd name="connsiteY2" fmla="*/ 13406 h 101505"/>
                <a:gd name="connsiteX3" fmla="*/ 167416 w 222369"/>
                <a:gd name="connsiteY3" fmla="*/ 13406 h 101505"/>
                <a:gd name="connsiteX4" fmla="*/ 207034 w 222369"/>
                <a:gd name="connsiteY4" fmla="*/ 51072 h 101505"/>
                <a:gd name="connsiteX5" fmla="*/ 167416 w 222369"/>
                <a:gd name="connsiteY5" fmla="*/ 89376 h 101505"/>
                <a:gd name="connsiteX6" fmla="*/ 174445 w 222369"/>
                <a:gd name="connsiteY6" fmla="*/ 1915 h 101505"/>
                <a:gd name="connsiteX7" fmla="*/ 169972 w 222369"/>
                <a:gd name="connsiteY7" fmla="*/ 0 h 101505"/>
                <a:gd name="connsiteX8" fmla="*/ 6390 w 222369"/>
                <a:gd name="connsiteY8" fmla="*/ 0 h 101505"/>
                <a:gd name="connsiteX9" fmla="*/ 0 w 222369"/>
                <a:gd name="connsiteY9" fmla="*/ 6384 h 101505"/>
                <a:gd name="connsiteX10" fmla="*/ 0 w 222369"/>
                <a:gd name="connsiteY10" fmla="*/ 95121 h 101505"/>
                <a:gd name="connsiteX11" fmla="*/ 6390 w 222369"/>
                <a:gd name="connsiteY11" fmla="*/ 101505 h 101505"/>
                <a:gd name="connsiteX12" fmla="*/ 169972 w 222369"/>
                <a:gd name="connsiteY12" fmla="*/ 101505 h 101505"/>
                <a:gd name="connsiteX13" fmla="*/ 174445 w 222369"/>
                <a:gd name="connsiteY13" fmla="*/ 99590 h 101505"/>
                <a:gd name="connsiteX14" fmla="*/ 220453 w 222369"/>
                <a:gd name="connsiteY14" fmla="*/ 54264 h 101505"/>
                <a:gd name="connsiteX15" fmla="*/ 220453 w 222369"/>
                <a:gd name="connsiteY15" fmla="*/ 45326 h 101505"/>
                <a:gd name="connsiteX16" fmla="*/ 220453 w 222369"/>
                <a:gd name="connsiteY16" fmla="*/ 45326 h 101505"/>
                <a:gd name="connsiteX17" fmla="*/ 174445 w 222369"/>
                <a:gd name="connsiteY17" fmla="*/ 1915 h 101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2369" h="101505">
                  <a:moveTo>
                    <a:pt x="167416" y="89376"/>
                  </a:moveTo>
                  <a:lnTo>
                    <a:pt x="12780" y="89376"/>
                  </a:lnTo>
                  <a:lnTo>
                    <a:pt x="12780" y="13406"/>
                  </a:lnTo>
                  <a:lnTo>
                    <a:pt x="167416" y="13406"/>
                  </a:lnTo>
                  <a:lnTo>
                    <a:pt x="207034" y="51072"/>
                  </a:lnTo>
                  <a:lnTo>
                    <a:pt x="167416" y="89376"/>
                  </a:lnTo>
                  <a:close/>
                  <a:moveTo>
                    <a:pt x="174445" y="1915"/>
                  </a:moveTo>
                  <a:cubicBezTo>
                    <a:pt x="173167" y="638"/>
                    <a:pt x="171889" y="0"/>
                    <a:pt x="169972" y="0"/>
                  </a:cubicBezTo>
                  <a:lnTo>
                    <a:pt x="6390" y="0"/>
                  </a:lnTo>
                  <a:cubicBezTo>
                    <a:pt x="2556" y="0"/>
                    <a:pt x="0" y="2553"/>
                    <a:pt x="0" y="6384"/>
                  </a:cubicBezTo>
                  <a:lnTo>
                    <a:pt x="0" y="95121"/>
                  </a:lnTo>
                  <a:cubicBezTo>
                    <a:pt x="0" y="98952"/>
                    <a:pt x="2556" y="101505"/>
                    <a:pt x="6390" y="101505"/>
                  </a:cubicBezTo>
                  <a:lnTo>
                    <a:pt x="169972" y="101505"/>
                  </a:lnTo>
                  <a:cubicBezTo>
                    <a:pt x="171889" y="101505"/>
                    <a:pt x="173167" y="100867"/>
                    <a:pt x="174445" y="99590"/>
                  </a:cubicBezTo>
                  <a:lnTo>
                    <a:pt x="220453" y="54264"/>
                  </a:lnTo>
                  <a:cubicBezTo>
                    <a:pt x="223009" y="51710"/>
                    <a:pt x="223009" y="47880"/>
                    <a:pt x="220453" y="45326"/>
                  </a:cubicBezTo>
                  <a:cubicBezTo>
                    <a:pt x="220453" y="45326"/>
                    <a:pt x="220453" y="45326"/>
                    <a:pt x="220453" y="45326"/>
                  </a:cubicBezTo>
                  <a:lnTo>
                    <a:pt x="174445" y="1915"/>
                  </a:lnTo>
                  <a:close/>
                </a:path>
              </a:pathLst>
            </a:custGeom>
            <a:solidFill>
              <a:srgbClr val="046A38"/>
            </a:solidFill>
            <a:ln w="6390" cap="flat">
              <a:noFill/>
              <a:prstDash val="solid"/>
              <a:miter/>
            </a:ln>
          </p:spPr>
          <p:txBody>
            <a:bodyPr rtlCol="0" anchor="ctr"/>
            <a:lstStyle/>
            <a:p>
              <a:endParaRPr lang="en-US"/>
            </a:p>
          </p:txBody>
        </p:sp>
        <p:sp>
          <p:nvSpPr>
            <p:cNvPr id="955" name="Graphic 4">
              <a:extLst>
                <a:ext uri="{FF2B5EF4-FFF2-40B4-BE49-F238E27FC236}">
                  <a16:creationId xmlns:a16="http://schemas.microsoft.com/office/drawing/2014/main" id="{82071B79-B209-1742-AF01-29C80E771BD3}"/>
                </a:ext>
              </a:extLst>
            </p:cNvPr>
            <p:cNvSpPr/>
            <p:nvPr/>
          </p:nvSpPr>
          <p:spPr>
            <a:xfrm>
              <a:off x="2636488" y="4864757"/>
              <a:ext cx="174445" cy="102143"/>
            </a:xfrm>
            <a:custGeom>
              <a:avLst/>
              <a:gdLst>
                <a:gd name="connsiteX0" fmla="*/ 12780 w 174445"/>
                <a:gd name="connsiteY0" fmla="*/ 13406 h 102143"/>
                <a:gd name="connsiteX1" fmla="*/ 119492 w 174445"/>
                <a:gd name="connsiteY1" fmla="*/ 13406 h 102143"/>
                <a:gd name="connsiteX2" fmla="*/ 159109 w 174445"/>
                <a:gd name="connsiteY2" fmla="*/ 51072 h 102143"/>
                <a:gd name="connsiteX3" fmla="*/ 119492 w 174445"/>
                <a:gd name="connsiteY3" fmla="*/ 89376 h 102143"/>
                <a:gd name="connsiteX4" fmla="*/ 12780 w 174445"/>
                <a:gd name="connsiteY4" fmla="*/ 89376 h 102143"/>
                <a:gd name="connsiteX5" fmla="*/ 12780 w 174445"/>
                <a:gd name="connsiteY5" fmla="*/ 13406 h 102143"/>
                <a:gd name="connsiteX6" fmla="*/ 6390 w 174445"/>
                <a:gd name="connsiteY6" fmla="*/ 102144 h 102143"/>
                <a:gd name="connsiteX7" fmla="*/ 122048 w 174445"/>
                <a:gd name="connsiteY7" fmla="*/ 102144 h 102143"/>
                <a:gd name="connsiteX8" fmla="*/ 126521 w 174445"/>
                <a:gd name="connsiteY8" fmla="*/ 100228 h 102143"/>
                <a:gd name="connsiteX9" fmla="*/ 172528 w 174445"/>
                <a:gd name="connsiteY9" fmla="*/ 54902 h 102143"/>
                <a:gd name="connsiteX10" fmla="*/ 172528 w 174445"/>
                <a:gd name="connsiteY10" fmla="*/ 45964 h 102143"/>
                <a:gd name="connsiteX11" fmla="*/ 172528 w 174445"/>
                <a:gd name="connsiteY11" fmla="*/ 45964 h 102143"/>
                <a:gd name="connsiteX12" fmla="*/ 126521 w 174445"/>
                <a:gd name="connsiteY12" fmla="*/ 1915 h 102143"/>
                <a:gd name="connsiteX13" fmla="*/ 122048 w 174445"/>
                <a:gd name="connsiteY13" fmla="*/ 0 h 102143"/>
                <a:gd name="connsiteX14" fmla="*/ 6390 w 174445"/>
                <a:gd name="connsiteY14" fmla="*/ 0 h 102143"/>
                <a:gd name="connsiteX15" fmla="*/ 0 w 174445"/>
                <a:gd name="connsiteY15" fmla="*/ 6384 h 102143"/>
                <a:gd name="connsiteX16" fmla="*/ 0 w 174445"/>
                <a:gd name="connsiteY16" fmla="*/ 95121 h 102143"/>
                <a:gd name="connsiteX17" fmla="*/ 6390 w 174445"/>
                <a:gd name="connsiteY17" fmla="*/ 102144 h 10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4445" h="102143">
                  <a:moveTo>
                    <a:pt x="12780" y="13406"/>
                  </a:moveTo>
                  <a:lnTo>
                    <a:pt x="119492" y="13406"/>
                  </a:lnTo>
                  <a:lnTo>
                    <a:pt x="159109" y="51072"/>
                  </a:lnTo>
                  <a:lnTo>
                    <a:pt x="119492" y="89376"/>
                  </a:lnTo>
                  <a:lnTo>
                    <a:pt x="12780" y="89376"/>
                  </a:lnTo>
                  <a:lnTo>
                    <a:pt x="12780" y="13406"/>
                  </a:lnTo>
                  <a:close/>
                  <a:moveTo>
                    <a:pt x="6390" y="102144"/>
                  </a:moveTo>
                  <a:lnTo>
                    <a:pt x="122048" y="102144"/>
                  </a:lnTo>
                  <a:cubicBezTo>
                    <a:pt x="123965" y="102144"/>
                    <a:pt x="125243" y="101505"/>
                    <a:pt x="126521" y="100228"/>
                  </a:cubicBezTo>
                  <a:lnTo>
                    <a:pt x="172528" y="54902"/>
                  </a:lnTo>
                  <a:cubicBezTo>
                    <a:pt x="175084" y="52348"/>
                    <a:pt x="175084" y="48518"/>
                    <a:pt x="172528" y="45964"/>
                  </a:cubicBezTo>
                  <a:cubicBezTo>
                    <a:pt x="172528" y="45964"/>
                    <a:pt x="172528" y="45964"/>
                    <a:pt x="172528" y="45964"/>
                  </a:cubicBezTo>
                  <a:lnTo>
                    <a:pt x="126521" y="1915"/>
                  </a:lnTo>
                  <a:cubicBezTo>
                    <a:pt x="125243" y="638"/>
                    <a:pt x="123965" y="0"/>
                    <a:pt x="122048" y="0"/>
                  </a:cubicBezTo>
                  <a:lnTo>
                    <a:pt x="6390" y="0"/>
                  </a:lnTo>
                  <a:cubicBezTo>
                    <a:pt x="2556" y="0"/>
                    <a:pt x="0" y="2553"/>
                    <a:pt x="0" y="6384"/>
                  </a:cubicBezTo>
                  <a:lnTo>
                    <a:pt x="0" y="95121"/>
                  </a:lnTo>
                  <a:cubicBezTo>
                    <a:pt x="0" y="98952"/>
                    <a:pt x="3195" y="102144"/>
                    <a:pt x="6390" y="102144"/>
                  </a:cubicBezTo>
                </a:path>
              </a:pathLst>
            </a:custGeom>
            <a:solidFill>
              <a:srgbClr val="046A38"/>
            </a:solidFill>
            <a:ln w="6390" cap="flat">
              <a:noFill/>
              <a:prstDash val="solid"/>
              <a:miter/>
            </a:ln>
          </p:spPr>
          <p:txBody>
            <a:bodyPr rtlCol="0" anchor="ctr"/>
            <a:lstStyle/>
            <a:p>
              <a:endParaRPr lang="en-US"/>
            </a:p>
          </p:txBody>
        </p:sp>
        <p:sp>
          <p:nvSpPr>
            <p:cNvPr id="956" name="Graphic 4">
              <a:extLst>
                <a:ext uri="{FF2B5EF4-FFF2-40B4-BE49-F238E27FC236}">
                  <a16:creationId xmlns:a16="http://schemas.microsoft.com/office/drawing/2014/main" id="{099D5F77-E8EE-6244-85B3-CFAE457CD550}"/>
                </a:ext>
              </a:extLst>
            </p:cNvPr>
            <p:cNvSpPr/>
            <p:nvPr/>
          </p:nvSpPr>
          <p:spPr>
            <a:xfrm>
              <a:off x="2683922" y="4887899"/>
              <a:ext cx="51459" cy="57934"/>
            </a:xfrm>
            <a:custGeom>
              <a:avLst/>
              <a:gdLst>
                <a:gd name="connsiteX0" fmla="*/ 20937 w 51459"/>
                <a:gd name="connsiteY0" fmla="*/ 34314 h 57934"/>
                <a:gd name="connsiteX1" fmla="*/ 26050 w 51459"/>
                <a:gd name="connsiteY1" fmla="*/ 22823 h 57934"/>
                <a:gd name="connsiteX2" fmla="*/ 31161 w 51459"/>
                <a:gd name="connsiteY2" fmla="*/ 34314 h 57934"/>
                <a:gd name="connsiteX3" fmla="*/ 20937 w 51459"/>
                <a:gd name="connsiteY3" fmla="*/ 34314 h 57934"/>
                <a:gd name="connsiteX4" fmla="*/ 31800 w 51459"/>
                <a:gd name="connsiteY4" fmla="*/ 4309 h 57934"/>
                <a:gd name="connsiteX5" fmla="*/ 29884 w 51459"/>
                <a:gd name="connsiteY5" fmla="*/ 1756 h 57934"/>
                <a:gd name="connsiteX6" fmla="*/ 29884 w 51459"/>
                <a:gd name="connsiteY6" fmla="*/ 1756 h 57934"/>
                <a:gd name="connsiteX7" fmla="*/ 27966 w 51459"/>
                <a:gd name="connsiteY7" fmla="*/ 479 h 57934"/>
                <a:gd name="connsiteX8" fmla="*/ 27966 w 51459"/>
                <a:gd name="connsiteY8" fmla="*/ 479 h 57934"/>
                <a:gd name="connsiteX9" fmla="*/ 26689 w 51459"/>
                <a:gd name="connsiteY9" fmla="*/ 479 h 57934"/>
                <a:gd name="connsiteX10" fmla="*/ 24132 w 51459"/>
                <a:gd name="connsiteY10" fmla="*/ 479 h 57934"/>
                <a:gd name="connsiteX11" fmla="*/ 22855 w 51459"/>
                <a:gd name="connsiteY11" fmla="*/ 479 h 57934"/>
                <a:gd name="connsiteX12" fmla="*/ 22855 w 51459"/>
                <a:gd name="connsiteY12" fmla="*/ 479 h 57934"/>
                <a:gd name="connsiteX13" fmla="*/ 20937 w 51459"/>
                <a:gd name="connsiteY13" fmla="*/ 1756 h 57934"/>
                <a:gd name="connsiteX14" fmla="*/ 20937 w 51459"/>
                <a:gd name="connsiteY14" fmla="*/ 1756 h 57934"/>
                <a:gd name="connsiteX15" fmla="*/ 19660 w 51459"/>
                <a:gd name="connsiteY15" fmla="*/ 4309 h 57934"/>
                <a:gd name="connsiteX16" fmla="*/ 490 w 51459"/>
                <a:gd name="connsiteY16" fmla="*/ 48997 h 57934"/>
                <a:gd name="connsiteX17" fmla="*/ 3685 w 51459"/>
                <a:gd name="connsiteY17" fmla="*/ 57296 h 57934"/>
                <a:gd name="connsiteX18" fmla="*/ 6241 w 51459"/>
                <a:gd name="connsiteY18" fmla="*/ 57935 h 57934"/>
                <a:gd name="connsiteX19" fmla="*/ 11992 w 51459"/>
                <a:gd name="connsiteY19" fmla="*/ 54104 h 57934"/>
                <a:gd name="connsiteX20" fmla="*/ 15187 w 51459"/>
                <a:gd name="connsiteY20" fmla="*/ 47082 h 57934"/>
                <a:gd name="connsiteX21" fmla="*/ 36273 w 51459"/>
                <a:gd name="connsiteY21" fmla="*/ 47082 h 57934"/>
                <a:gd name="connsiteX22" fmla="*/ 39468 w 51459"/>
                <a:gd name="connsiteY22" fmla="*/ 54104 h 57934"/>
                <a:gd name="connsiteX23" fmla="*/ 45219 w 51459"/>
                <a:gd name="connsiteY23" fmla="*/ 57935 h 57934"/>
                <a:gd name="connsiteX24" fmla="*/ 47775 w 51459"/>
                <a:gd name="connsiteY24" fmla="*/ 57296 h 57934"/>
                <a:gd name="connsiteX25" fmla="*/ 50970 w 51459"/>
                <a:gd name="connsiteY25" fmla="*/ 48997 h 57934"/>
                <a:gd name="connsiteX26" fmla="*/ 50970 w 51459"/>
                <a:gd name="connsiteY26" fmla="*/ 48997 h 57934"/>
                <a:gd name="connsiteX27" fmla="*/ 31800 w 51459"/>
                <a:gd name="connsiteY27" fmla="*/ 4309 h 57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1459" h="57934">
                  <a:moveTo>
                    <a:pt x="20937" y="34314"/>
                  </a:moveTo>
                  <a:lnTo>
                    <a:pt x="26050" y="22823"/>
                  </a:lnTo>
                  <a:lnTo>
                    <a:pt x="31161" y="34314"/>
                  </a:lnTo>
                  <a:lnTo>
                    <a:pt x="20937" y="34314"/>
                  </a:lnTo>
                  <a:close/>
                  <a:moveTo>
                    <a:pt x="31800" y="4309"/>
                  </a:moveTo>
                  <a:cubicBezTo>
                    <a:pt x="31161" y="3671"/>
                    <a:pt x="31161" y="2394"/>
                    <a:pt x="29884" y="1756"/>
                  </a:cubicBezTo>
                  <a:lnTo>
                    <a:pt x="29884" y="1756"/>
                  </a:lnTo>
                  <a:cubicBezTo>
                    <a:pt x="29244" y="1117"/>
                    <a:pt x="28605" y="1117"/>
                    <a:pt x="27966" y="479"/>
                  </a:cubicBezTo>
                  <a:lnTo>
                    <a:pt x="27966" y="479"/>
                  </a:lnTo>
                  <a:cubicBezTo>
                    <a:pt x="27327" y="479"/>
                    <a:pt x="27327" y="479"/>
                    <a:pt x="26689" y="479"/>
                  </a:cubicBezTo>
                  <a:cubicBezTo>
                    <a:pt x="26050" y="-160"/>
                    <a:pt x="24771" y="-160"/>
                    <a:pt x="24132" y="479"/>
                  </a:cubicBezTo>
                  <a:cubicBezTo>
                    <a:pt x="23494" y="479"/>
                    <a:pt x="23494" y="479"/>
                    <a:pt x="22855" y="479"/>
                  </a:cubicBezTo>
                  <a:lnTo>
                    <a:pt x="22855" y="479"/>
                  </a:lnTo>
                  <a:cubicBezTo>
                    <a:pt x="22216" y="479"/>
                    <a:pt x="21576" y="1117"/>
                    <a:pt x="20937" y="1756"/>
                  </a:cubicBezTo>
                  <a:lnTo>
                    <a:pt x="20937" y="1756"/>
                  </a:lnTo>
                  <a:cubicBezTo>
                    <a:pt x="20299" y="2394"/>
                    <a:pt x="19660" y="3032"/>
                    <a:pt x="19660" y="4309"/>
                  </a:cubicBezTo>
                  <a:lnTo>
                    <a:pt x="490" y="48997"/>
                  </a:lnTo>
                  <a:cubicBezTo>
                    <a:pt x="-788" y="52189"/>
                    <a:pt x="490" y="56019"/>
                    <a:pt x="3685" y="57296"/>
                  </a:cubicBezTo>
                  <a:cubicBezTo>
                    <a:pt x="4324" y="57935"/>
                    <a:pt x="5602" y="57935"/>
                    <a:pt x="6241" y="57935"/>
                  </a:cubicBezTo>
                  <a:cubicBezTo>
                    <a:pt x="8797" y="57935"/>
                    <a:pt x="11353" y="56658"/>
                    <a:pt x="11992" y="54104"/>
                  </a:cubicBezTo>
                  <a:lnTo>
                    <a:pt x="15187" y="47082"/>
                  </a:lnTo>
                  <a:lnTo>
                    <a:pt x="36273" y="47082"/>
                  </a:lnTo>
                  <a:lnTo>
                    <a:pt x="39468" y="54104"/>
                  </a:lnTo>
                  <a:cubicBezTo>
                    <a:pt x="40746" y="56658"/>
                    <a:pt x="42663" y="57935"/>
                    <a:pt x="45219" y="57935"/>
                  </a:cubicBezTo>
                  <a:cubicBezTo>
                    <a:pt x="45858" y="57935"/>
                    <a:pt x="47136" y="57935"/>
                    <a:pt x="47775" y="57296"/>
                  </a:cubicBezTo>
                  <a:cubicBezTo>
                    <a:pt x="50970" y="56019"/>
                    <a:pt x="52248" y="52189"/>
                    <a:pt x="50970" y="48997"/>
                  </a:cubicBezTo>
                  <a:cubicBezTo>
                    <a:pt x="50970" y="48997"/>
                    <a:pt x="50970" y="48997"/>
                    <a:pt x="50970" y="48997"/>
                  </a:cubicBezTo>
                  <a:lnTo>
                    <a:pt x="31800" y="4309"/>
                  </a:lnTo>
                  <a:close/>
                </a:path>
              </a:pathLst>
            </a:custGeom>
            <a:solidFill>
              <a:srgbClr val="046A38"/>
            </a:solidFill>
            <a:ln w="6390" cap="flat">
              <a:noFill/>
              <a:prstDash val="solid"/>
              <a:miter/>
            </a:ln>
          </p:spPr>
          <p:txBody>
            <a:bodyPr rtlCol="0" anchor="ctr"/>
            <a:lstStyle/>
            <a:p>
              <a:endParaRPr lang="en-US"/>
            </a:p>
          </p:txBody>
        </p:sp>
        <p:sp>
          <p:nvSpPr>
            <p:cNvPr id="957" name="Graphic 4">
              <a:extLst>
                <a:ext uri="{FF2B5EF4-FFF2-40B4-BE49-F238E27FC236}">
                  <a16:creationId xmlns:a16="http://schemas.microsoft.com/office/drawing/2014/main" id="{16165AEC-6242-3545-A8F6-0D19A123EE9A}"/>
                </a:ext>
              </a:extLst>
            </p:cNvPr>
            <p:cNvSpPr/>
            <p:nvPr/>
          </p:nvSpPr>
          <p:spPr>
            <a:xfrm>
              <a:off x="2685051" y="5001374"/>
              <a:ext cx="50480" cy="56817"/>
            </a:xfrm>
            <a:custGeom>
              <a:avLst/>
              <a:gdLst>
                <a:gd name="connsiteX0" fmla="*/ 37701 w 50480"/>
                <a:gd name="connsiteY0" fmla="*/ 40858 h 56817"/>
                <a:gd name="connsiteX1" fmla="*/ 34506 w 50480"/>
                <a:gd name="connsiteY1" fmla="*/ 44050 h 56817"/>
                <a:gd name="connsiteX2" fmla="*/ 12780 w 50480"/>
                <a:gd name="connsiteY2" fmla="*/ 44050 h 56817"/>
                <a:gd name="connsiteX3" fmla="*/ 12780 w 50480"/>
                <a:gd name="connsiteY3" fmla="*/ 34474 h 56817"/>
                <a:gd name="connsiteX4" fmla="*/ 34506 w 50480"/>
                <a:gd name="connsiteY4" fmla="*/ 34474 h 56817"/>
                <a:gd name="connsiteX5" fmla="*/ 37701 w 50480"/>
                <a:gd name="connsiteY5" fmla="*/ 37666 h 56817"/>
                <a:gd name="connsiteX6" fmla="*/ 37701 w 50480"/>
                <a:gd name="connsiteY6" fmla="*/ 40858 h 56817"/>
                <a:gd name="connsiteX7" fmla="*/ 31950 w 50480"/>
                <a:gd name="connsiteY7" fmla="*/ 15960 h 56817"/>
                <a:gd name="connsiteX8" fmla="*/ 31950 w 50480"/>
                <a:gd name="connsiteY8" fmla="*/ 18514 h 56817"/>
                <a:gd name="connsiteX9" fmla="*/ 28755 w 50480"/>
                <a:gd name="connsiteY9" fmla="*/ 21706 h 56817"/>
                <a:gd name="connsiteX10" fmla="*/ 12780 w 50480"/>
                <a:gd name="connsiteY10" fmla="*/ 21706 h 56817"/>
                <a:gd name="connsiteX11" fmla="*/ 12780 w 50480"/>
                <a:gd name="connsiteY11" fmla="*/ 12130 h 56817"/>
                <a:gd name="connsiteX12" fmla="*/ 28755 w 50480"/>
                <a:gd name="connsiteY12" fmla="*/ 12130 h 56817"/>
                <a:gd name="connsiteX13" fmla="*/ 31950 w 50480"/>
                <a:gd name="connsiteY13" fmla="*/ 15960 h 56817"/>
                <a:gd name="connsiteX14" fmla="*/ 43451 w 50480"/>
                <a:gd name="connsiteY14" fmla="*/ 24898 h 56817"/>
                <a:gd name="connsiteX15" fmla="*/ 44730 w 50480"/>
                <a:gd name="connsiteY15" fmla="*/ 18514 h 56817"/>
                <a:gd name="connsiteX16" fmla="*/ 44730 w 50480"/>
                <a:gd name="connsiteY16" fmla="*/ 15960 h 56817"/>
                <a:gd name="connsiteX17" fmla="*/ 28755 w 50480"/>
                <a:gd name="connsiteY17" fmla="*/ 0 h 56817"/>
                <a:gd name="connsiteX18" fmla="*/ 6390 w 50480"/>
                <a:gd name="connsiteY18" fmla="*/ 0 h 56817"/>
                <a:gd name="connsiteX19" fmla="*/ 0 w 50480"/>
                <a:gd name="connsiteY19" fmla="*/ 6384 h 56817"/>
                <a:gd name="connsiteX20" fmla="*/ 0 w 50480"/>
                <a:gd name="connsiteY20" fmla="*/ 50434 h 56817"/>
                <a:gd name="connsiteX21" fmla="*/ 6390 w 50480"/>
                <a:gd name="connsiteY21" fmla="*/ 56818 h 56817"/>
                <a:gd name="connsiteX22" fmla="*/ 34506 w 50480"/>
                <a:gd name="connsiteY22" fmla="*/ 56818 h 56817"/>
                <a:gd name="connsiteX23" fmla="*/ 50480 w 50480"/>
                <a:gd name="connsiteY23" fmla="*/ 40858 h 56817"/>
                <a:gd name="connsiteX24" fmla="*/ 50480 w 50480"/>
                <a:gd name="connsiteY24" fmla="*/ 38304 h 56817"/>
                <a:gd name="connsiteX25" fmla="*/ 43451 w 50480"/>
                <a:gd name="connsiteY25" fmla="*/ 24898 h 56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0480" h="56817">
                  <a:moveTo>
                    <a:pt x="37701" y="40858"/>
                  </a:moveTo>
                  <a:cubicBezTo>
                    <a:pt x="37701" y="42773"/>
                    <a:pt x="36423" y="44050"/>
                    <a:pt x="34506" y="44050"/>
                  </a:cubicBezTo>
                  <a:lnTo>
                    <a:pt x="12780" y="44050"/>
                  </a:lnTo>
                  <a:lnTo>
                    <a:pt x="12780" y="34474"/>
                  </a:lnTo>
                  <a:lnTo>
                    <a:pt x="34506" y="34474"/>
                  </a:lnTo>
                  <a:cubicBezTo>
                    <a:pt x="36423" y="34474"/>
                    <a:pt x="37701" y="35751"/>
                    <a:pt x="37701" y="37666"/>
                  </a:cubicBezTo>
                  <a:lnTo>
                    <a:pt x="37701" y="40858"/>
                  </a:lnTo>
                  <a:close/>
                  <a:moveTo>
                    <a:pt x="31950" y="15960"/>
                  </a:moveTo>
                  <a:lnTo>
                    <a:pt x="31950" y="18514"/>
                  </a:lnTo>
                  <a:cubicBezTo>
                    <a:pt x="31950" y="20429"/>
                    <a:pt x="30672" y="21706"/>
                    <a:pt x="28755" y="21706"/>
                  </a:cubicBezTo>
                  <a:lnTo>
                    <a:pt x="12780" y="21706"/>
                  </a:lnTo>
                  <a:lnTo>
                    <a:pt x="12780" y="12130"/>
                  </a:lnTo>
                  <a:lnTo>
                    <a:pt x="28755" y="12130"/>
                  </a:lnTo>
                  <a:cubicBezTo>
                    <a:pt x="30672" y="12768"/>
                    <a:pt x="31950" y="14045"/>
                    <a:pt x="31950" y="15960"/>
                  </a:cubicBezTo>
                  <a:moveTo>
                    <a:pt x="43451" y="24898"/>
                  </a:moveTo>
                  <a:cubicBezTo>
                    <a:pt x="44091" y="22983"/>
                    <a:pt x="44730" y="20429"/>
                    <a:pt x="44730" y="18514"/>
                  </a:cubicBezTo>
                  <a:lnTo>
                    <a:pt x="44730" y="15960"/>
                  </a:lnTo>
                  <a:cubicBezTo>
                    <a:pt x="44730" y="7023"/>
                    <a:pt x="37701" y="0"/>
                    <a:pt x="28755" y="0"/>
                  </a:cubicBezTo>
                  <a:lnTo>
                    <a:pt x="6390" y="0"/>
                  </a:lnTo>
                  <a:cubicBezTo>
                    <a:pt x="2556" y="0"/>
                    <a:pt x="0" y="2554"/>
                    <a:pt x="0" y="6384"/>
                  </a:cubicBezTo>
                  <a:lnTo>
                    <a:pt x="0" y="50434"/>
                  </a:lnTo>
                  <a:cubicBezTo>
                    <a:pt x="0" y="54264"/>
                    <a:pt x="2556" y="56818"/>
                    <a:pt x="6390" y="56818"/>
                  </a:cubicBezTo>
                  <a:lnTo>
                    <a:pt x="34506" y="56818"/>
                  </a:lnTo>
                  <a:cubicBezTo>
                    <a:pt x="43451" y="56818"/>
                    <a:pt x="50480" y="49795"/>
                    <a:pt x="50480" y="40858"/>
                  </a:cubicBezTo>
                  <a:lnTo>
                    <a:pt x="50480" y="38304"/>
                  </a:lnTo>
                  <a:cubicBezTo>
                    <a:pt x="50480" y="32559"/>
                    <a:pt x="47925" y="27451"/>
                    <a:pt x="43451" y="24898"/>
                  </a:cubicBezTo>
                </a:path>
              </a:pathLst>
            </a:custGeom>
            <a:solidFill>
              <a:srgbClr val="046A38"/>
            </a:solidFill>
            <a:ln w="6390" cap="flat">
              <a:noFill/>
              <a:prstDash val="solid"/>
              <a:miter/>
            </a:ln>
          </p:spPr>
          <p:txBody>
            <a:bodyPr rtlCol="0" anchor="ctr"/>
            <a:lstStyle/>
            <a:p>
              <a:endParaRPr lang="en-US"/>
            </a:p>
          </p:txBody>
        </p:sp>
      </p:grpSp>
      <p:grpSp>
        <p:nvGrpSpPr>
          <p:cNvPr id="958" name="Graphic 4">
            <a:extLst>
              <a:ext uri="{FF2B5EF4-FFF2-40B4-BE49-F238E27FC236}">
                <a16:creationId xmlns:a16="http://schemas.microsoft.com/office/drawing/2014/main" id="{E5686F2A-4AAF-D749-9151-B7EA501FC684}"/>
              </a:ext>
            </a:extLst>
          </p:cNvPr>
          <p:cNvGrpSpPr>
            <a:grpSpLocks noChangeAspect="1"/>
          </p:cNvGrpSpPr>
          <p:nvPr/>
        </p:nvGrpSpPr>
        <p:grpSpPr>
          <a:xfrm>
            <a:off x="2998158" y="4793256"/>
            <a:ext cx="362948" cy="361971"/>
            <a:chOff x="2998158" y="4793256"/>
            <a:chExt cx="362948" cy="361971"/>
          </a:xfrm>
          <a:solidFill>
            <a:srgbClr val="046A38"/>
          </a:solidFill>
        </p:grpSpPr>
        <p:sp>
          <p:nvSpPr>
            <p:cNvPr id="959" name="Graphic 4">
              <a:extLst>
                <a:ext uri="{FF2B5EF4-FFF2-40B4-BE49-F238E27FC236}">
                  <a16:creationId xmlns:a16="http://schemas.microsoft.com/office/drawing/2014/main" id="{5C4A9133-AFBB-8145-AC57-EB45E1A8AE58}"/>
                </a:ext>
              </a:extLst>
            </p:cNvPr>
            <p:cNvSpPr/>
            <p:nvPr/>
          </p:nvSpPr>
          <p:spPr>
            <a:xfrm>
              <a:off x="3143210" y="4910083"/>
              <a:ext cx="9584" cy="12129"/>
            </a:xfrm>
            <a:custGeom>
              <a:avLst/>
              <a:gdLst>
                <a:gd name="connsiteX0" fmla="*/ 0 w 9584"/>
                <a:gd name="connsiteY0" fmla="*/ 12130 h 12129"/>
                <a:gd name="connsiteX1" fmla="*/ 9585 w 9584"/>
                <a:gd name="connsiteY1" fmla="*/ 12130 h 12129"/>
                <a:gd name="connsiteX2" fmla="*/ 4473 w 9584"/>
                <a:gd name="connsiteY2" fmla="*/ 0 h 12129"/>
              </a:gdLst>
              <a:ahLst/>
              <a:cxnLst>
                <a:cxn ang="0">
                  <a:pos x="connsiteX0" y="connsiteY0"/>
                </a:cxn>
                <a:cxn ang="0">
                  <a:pos x="connsiteX1" y="connsiteY1"/>
                </a:cxn>
                <a:cxn ang="0">
                  <a:pos x="connsiteX2" y="connsiteY2"/>
                </a:cxn>
              </a:cxnLst>
              <a:rect l="l" t="t" r="r" b="b"/>
              <a:pathLst>
                <a:path w="9584" h="12129">
                  <a:moveTo>
                    <a:pt x="0" y="12130"/>
                  </a:moveTo>
                  <a:lnTo>
                    <a:pt x="9585" y="12130"/>
                  </a:lnTo>
                  <a:lnTo>
                    <a:pt x="4473" y="0"/>
                  </a:lnTo>
                  <a:close/>
                </a:path>
              </a:pathLst>
            </a:custGeom>
            <a:solidFill>
              <a:srgbClr val="046A38"/>
            </a:solidFill>
            <a:ln w="6390" cap="flat">
              <a:noFill/>
              <a:prstDash val="solid"/>
              <a:miter/>
            </a:ln>
          </p:spPr>
          <p:txBody>
            <a:bodyPr rtlCol="0" anchor="ctr"/>
            <a:lstStyle/>
            <a:p>
              <a:endParaRPr lang="en-US"/>
            </a:p>
          </p:txBody>
        </p:sp>
        <p:sp>
          <p:nvSpPr>
            <p:cNvPr id="960" name="Graphic 4">
              <a:extLst>
                <a:ext uri="{FF2B5EF4-FFF2-40B4-BE49-F238E27FC236}">
                  <a16:creationId xmlns:a16="http://schemas.microsoft.com/office/drawing/2014/main" id="{EC568045-241F-F948-86BC-298F3A2B1E11}"/>
                </a:ext>
              </a:extLst>
            </p:cNvPr>
            <p:cNvSpPr/>
            <p:nvPr/>
          </p:nvSpPr>
          <p:spPr>
            <a:xfrm>
              <a:off x="3135542" y="5014142"/>
              <a:ext cx="19169" cy="8937"/>
            </a:xfrm>
            <a:custGeom>
              <a:avLst/>
              <a:gdLst>
                <a:gd name="connsiteX0" fmla="*/ 0 w 19169"/>
                <a:gd name="connsiteY0" fmla="*/ 8938 h 8937"/>
                <a:gd name="connsiteX1" fmla="*/ 15975 w 19169"/>
                <a:gd name="connsiteY1" fmla="*/ 8938 h 8937"/>
                <a:gd name="connsiteX2" fmla="*/ 19170 w 19169"/>
                <a:gd name="connsiteY2" fmla="*/ 5746 h 8937"/>
                <a:gd name="connsiteX3" fmla="*/ 19170 w 19169"/>
                <a:gd name="connsiteY3" fmla="*/ 5746 h 8937"/>
                <a:gd name="connsiteX4" fmla="*/ 19170 w 19169"/>
                <a:gd name="connsiteY4" fmla="*/ 3192 h 8937"/>
                <a:gd name="connsiteX5" fmla="*/ 15975 w 19169"/>
                <a:gd name="connsiteY5" fmla="*/ 0 h 8937"/>
                <a:gd name="connsiteX6" fmla="*/ 0 w 19169"/>
                <a:gd name="connsiteY6" fmla="*/ 0 h 8937"/>
                <a:gd name="connsiteX7" fmla="*/ 0 w 19169"/>
                <a:gd name="connsiteY7" fmla="*/ 8938 h 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169" h="8937">
                  <a:moveTo>
                    <a:pt x="0" y="8938"/>
                  </a:moveTo>
                  <a:lnTo>
                    <a:pt x="15975" y="8938"/>
                  </a:lnTo>
                  <a:cubicBezTo>
                    <a:pt x="17892" y="8938"/>
                    <a:pt x="19170" y="7661"/>
                    <a:pt x="19170" y="5746"/>
                  </a:cubicBezTo>
                  <a:lnTo>
                    <a:pt x="19170" y="5746"/>
                  </a:lnTo>
                  <a:lnTo>
                    <a:pt x="19170" y="3192"/>
                  </a:lnTo>
                  <a:cubicBezTo>
                    <a:pt x="19170" y="1277"/>
                    <a:pt x="17892" y="0"/>
                    <a:pt x="15975" y="0"/>
                  </a:cubicBezTo>
                  <a:lnTo>
                    <a:pt x="0" y="0"/>
                  </a:lnTo>
                  <a:lnTo>
                    <a:pt x="0" y="8938"/>
                  </a:lnTo>
                  <a:close/>
                </a:path>
              </a:pathLst>
            </a:custGeom>
            <a:solidFill>
              <a:srgbClr val="046A38"/>
            </a:solidFill>
            <a:ln w="6390" cap="flat">
              <a:noFill/>
              <a:prstDash val="solid"/>
              <a:miter/>
            </a:ln>
          </p:spPr>
          <p:txBody>
            <a:bodyPr rtlCol="0" anchor="ctr"/>
            <a:lstStyle/>
            <a:p>
              <a:endParaRPr lang="en-US"/>
            </a:p>
          </p:txBody>
        </p:sp>
        <p:sp>
          <p:nvSpPr>
            <p:cNvPr id="961" name="Graphic 4">
              <a:extLst>
                <a:ext uri="{FF2B5EF4-FFF2-40B4-BE49-F238E27FC236}">
                  <a16:creationId xmlns:a16="http://schemas.microsoft.com/office/drawing/2014/main" id="{3044E730-48F9-5346-97EA-8970F53A0198}"/>
                </a:ext>
              </a:extLst>
            </p:cNvPr>
            <p:cNvSpPr/>
            <p:nvPr/>
          </p:nvSpPr>
          <p:spPr>
            <a:xfrm>
              <a:off x="3135542" y="5035847"/>
              <a:ext cx="25046" cy="9575"/>
            </a:xfrm>
            <a:custGeom>
              <a:avLst/>
              <a:gdLst>
                <a:gd name="connsiteX0" fmla="*/ 21726 w 25046"/>
                <a:gd name="connsiteY0" fmla="*/ 0 h 9575"/>
                <a:gd name="connsiteX1" fmla="*/ 0 w 25046"/>
                <a:gd name="connsiteY1" fmla="*/ 0 h 9575"/>
                <a:gd name="connsiteX2" fmla="*/ 0 w 25046"/>
                <a:gd name="connsiteY2" fmla="*/ 9576 h 9575"/>
                <a:gd name="connsiteX3" fmla="*/ 21726 w 25046"/>
                <a:gd name="connsiteY3" fmla="*/ 9576 h 9575"/>
                <a:gd name="connsiteX4" fmla="*/ 24921 w 25046"/>
                <a:gd name="connsiteY4" fmla="*/ 6384 h 9575"/>
                <a:gd name="connsiteX5" fmla="*/ 24921 w 25046"/>
                <a:gd name="connsiteY5" fmla="*/ 3830 h 9575"/>
                <a:gd name="connsiteX6" fmla="*/ 21726 w 25046"/>
                <a:gd name="connsiteY6" fmla="*/ 0 h 9575"/>
                <a:gd name="connsiteX7" fmla="*/ 21726 w 25046"/>
                <a:gd name="connsiteY7" fmla="*/ 0 h 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46" h="9575">
                  <a:moveTo>
                    <a:pt x="21726" y="0"/>
                  </a:moveTo>
                  <a:lnTo>
                    <a:pt x="0" y="0"/>
                  </a:lnTo>
                  <a:lnTo>
                    <a:pt x="0" y="9576"/>
                  </a:lnTo>
                  <a:lnTo>
                    <a:pt x="21726" y="9576"/>
                  </a:lnTo>
                  <a:cubicBezTo>
                    <a:pt x="23643" y="9576"/>
                    <a:pt x="24921" y="8299"/>
                    <a:pt x="24921" y="6384"/>
                  </a:cubicBezTo>
                  <a:lnTo>
                    <a:pt x="24921" y="3830"/>
                  </a:lnTo>
                  <a:cubicBezTo>
                    <a:pt x="25560" y="1915"/>
                    <a:pt x="23643" y="0"/>
                    <a:pt x="21726" y="0"/>
                  </a:cubicBezTo>
                  <a:lnTo>
                    <a:pt x="21726" y="0"/>
                  </a:lnTo>
                </a:path>
              </a:pathLst>
            </a:custGeom>
            <a:solidFill>
              <a:srgbClr val="046A38"/>
            </a:solidFill>
            <a:ln w="6390" cap="flat">
              <a:noFill/>
              <a:prstDash val="solid"/>
              <a:miter/>
            </a:ln>
          </p:spPr>
          <p:txBody>
            <a:bodyPr rtlCol="0" anchor="ctr"/>
            <a:lstStyle/>
            <a:p>
              <a:endParaRPr lang="en-US"/>
            </a:p>
          </p:txBody>
        </p:sp>
        <p:sp>
          <p:nvSpPr>
            <p:cNvPr id="962" name="Graphic 4">
              <a:extLst>
                <a:ext uri="{FF2B5EF4-FFF2-40B4-BE49-F238E27FC236}">
                  <a16:creationId xmlns:a16="http://schemas.microsoft.com/office/drawing/2014/main" id="{AE9CEF9F-136E-E24D-BD3E-95E973192F57}"/>
                </a:ext>
              </a:extLst>
            </p:cNvPr>
            <p:cNvSpPr/>
            <p:nvPr/>
          </p:nvSpPr>
          <p:spPr>
            <a:xfrm>
              <a:off x="3086978" y="4877525"/>
              <a:ext cx="145690" cy="75969"/>
            </a:xfrm>
            <a:custGeom>
              <a:avLst/>
              <a:gdLst>
                <a:gd name="connsiteX0" fmla="*/ 83069 w 145690"/>
                <a:gd name="connsiteY0" fmla="*/ 67670 h 75969"/>
                <a:gd name="connsiteX1" fmla="*/ 80513 w 145690"/>
                <a:gd name="connsiteY1" fmla="*/ 68308 h 75969"/>
                <a:gd name="connsiteX2" fmla="*/ 74762 w 145690"/>
                <a:gd name="connsiteY2" fmla="*/ 64478 h 75969"/>
                <a:gd name="connsiteX3" fmla="*/ 71567 w 145690"/>
                <a:gd name="connsiteY3" fmla="*/ 57456 h 75969"/>
                <a:gd name="connsiteX4" fmla="*/ 50480 w 145690"/>
                <a:gd name="connsiteY4" fmla="*/ 57456 h 75969"/>
                <a:gd name="connsiteX5" fmla="*/ 47285 w 145690"/>
                <a:gd name="connsiteY5" fmla="*/ 64478 h 75969"/>
                <a:gd name="connsiteX6" fmla="*/ 41535 w 145690"/>
                <a:gd name="connsiteY6" fmla="*/ 68308 h 75969"/>
                <a:gd name="connsiteX7" fmla="*/ 38979 w 145690"/>
                <a:gd name="connsiteY7" fmla="*/ 67670 h 75969"/>
                <a:gd name="connsiteX8" fmla="*/ 35784 w 145690"/>
                <a:gd name="connsiteY8" fmla="*/ 59371 h 75969"/>
                <a:gd name="connsiteX9" fmla="*/ 54954 w 145690"/>
                <a:gd name="connsiteY9" fmla="*/ 14683 h 75969"/>
                <a:gd name="connsiteX10" fmla="*/ 56231 w 145690"/>
                <a:gd name="connsiteY10" fmla="*/ 12129 h 75969"/>
                <a:gd name="connsiteX11" fmla="*/ 56231 w 145690"/>
                <a:gd name="connsiteY11" fmla="*/ 12129 h 75969"/>
                <a:gd name="connsiteX12" fmla="*/ 58148 w 145690"/>
                <a:gd name="connsiteY12" fmla="*/ 10852 h 75969"/>
                <a:gd name="connsiteX13" fmla="*/ 58148 w 145690"/>
                <a:gd name="connsiteY13" fmla="*/ 10852 h 75969"/>
                <a:gd name="connsiteX14" fmla="*/ 59426 w 145690"/>
                <a:gd name="connsiteY14" fmla="*/ 10852 h 75969"/>
                <a:gd name="connsiteX15" fmla="*/ 61982 w 145690"/>
                <a:gd name="connsiteY15" fmla="*/ 10852 h 75969"/>
                <a:gd name="connsiteX16" fmla="*/ 63260 w 145690"/>
                <a:gd name="connsiteY16" fmla="*/ 10852 h 75969"/>
                <a:gd name="connsiteX17" fmla="*/ 63260 w 145690"/>
                <a:gd name="connsiteY17" fmla="*/ 10852 h 75969"/>
                <a:gd name="connsiteX18" fmla="*/ 65177 w 145690"/>
                <a:gd name="connsiteY18" fmla="*/ 12129 h 75969"/>
                <a:gd name="connsiteX19" fmla="*/ 65177 w 145690"/>
                <a:gd name="connsiteY19" fmla="*/ 12129 h 75969"/>
                <a:gd name="connsiteX20" fmla="*/ 66455 w 145690"/>
                <a:gd name="connsiteY20" fmla="*/ 14683 h 75969"/>
                <a:gd name="connsiteX21" fmla="*/ 85625 w 145690"/>
                <a:gd name="connsiteY21" fmla="*/ 59371 h 75969"/>
                <a:gd name="connsiteX22" fmla="*/ 82430 w 145690"/>
                <a:gd name="connsiteY22" fmla="*/ 67670 h 75969"/>
                <a:gd name="connsiteX23" fmla="*/ 82430 w 145690"/>
                <a:gd name="connsiteY23" fmla="*/ 67670 h 75969"/>
                <a:gd name="connsiteX24" fmla="*/ 145690 w 145690"/>
                <a:gd name="connsiteY24" fmla="*/ 37665 h 75969"/>
                <a:gd name="connsiteX25" fmla="*/ 106073 w 145690"/>
                <a:gd name="connsiteY25" fmla="*/ 0 h 75969"/>
                <a:gd name="connsiteX26" fmla="*/ 0 w 145690"/>
                <a:gd name="connsiteY26" fmla="*/ 0 h 75969"/>
                <a:gd name="connsiteX27" fmla="*/ 0 w 145690"/>
                <a:gd name="connsiteY27" fmla="*/ 75969 h 75969"/>
                <a:gd name="connsiteX28" fmla="*/ 106712 w 145690"/>
                <a:gd name="connsiteY28" fmla="*/ 75969 h 75969"/>
                <a:gd name="connsiteX29" fmla="*/ 145690 w 145690"/>
                <a:gd name="connsiteY29" fmla="*/ 37665 h 7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5690" h="75969">
                  <a:moveTo>
                    <a:pt x="83069" y="67670"/>
                  </a:moveTo>
                  <a:cubicBezTo>
                    <a:pt x="82430" y="68308"/>
                    <a:pt x="81152" y="68308"/>
                    <a:pt x="80513" y="68308"/>
                  </a:cubicBezTo>
                  <a:cubicBezTo>
                    <a:pt x="77957" y="68308"/>
                    <a:pt x="75401" y="67032"/>
                    <a:pt x="74762" y="64478"/>
                  </a:cubicBezTo>
                  <a:lnTo>
                    <a:pt x="71567" y="57456"/>
                  </a:lnTo>
                  <a:lnTo>
                    <a:pt x="50480" y="57456"/>
                  </a:lnTo>
                  <a:lnTo>
                    <a:pt x="47285" y="64478"/>
                  </a:lnTo>
                  <a:cubicBezTo>
                    <a:pt x="46007" y="67032"/>
                    <a:pt x="44091" y="68308"/>
                    <a:pt x="41535" y="68308"/>
                  </a:cubicBezTo>
                  <a:cubicBezTo>
                    <a:pt x="40896" y="68308"/>
                    <a:pt x="39617" y="68308"/>
                    <a:pt x="38979" y="67670"/>
                  </a:cubicBezTo>
                  <a:cubicBezTo>
                    <a:pt x="35784" y="66393"/>
                    <a:pt x="34506" y="62563"/>
                    <a:pt x="35784" y="59371"/>
                  </a:cubicBezTo>
                  <a:lnTo>
                    <a:pt x="54954" y="14683"/>
                  </a:lnTo>
                  <a:cubicBezTo>
                    <a:pt x="55592" y="14044"/>
                    <a:pt x="55592" y="12768"/>
                    <a:pt x="56231" y="12129"/>
                  </a:cubicBezTo>
                  <a:lnTo>
                    <a:pt x="56231" y="12129"/>
                  </a:lnTo>
                  <a:cubicBezTo>
                    <a:pt x="56870" y="11491"/>
                    <a:pt x="57509" y="11491"/>
                    <a:pt x="58148" y="10852"/>
                  </a:cubicBezTo>
                  <a:lnTo>
                    <a:pt x="58148" y="10852"/>
                  </a:lnTo>
                  <a:cubicBezTo>
                    <a:pt x="58787" y="10852"/>
                    <a:pt x="58787" y="10852"/>
                    <a:pt x="59426" y="10852"/>
                  </a:cubicBezTo>
                  <a:cubicBezTo>
                    <a:pt x="60065" y="10214"/>
                    <a:pt x="61343" y="10214"/>
                    <a:pt x="61982" y="10852"/>
                  </a:cubicBezTo>
                  <a:cubicBezTo>
                    <a:pt x="62621" y="10852"/>
                    <a:pt x="62621" y="10852"/>
                    <a:pt x="63260" y="10852"/>
                  </a:cubicBezTo>
                  <a:lnTo>
                    <a:pt x="63260" y="10852"/>
                  </a:lnTo>
                  <a:cubicBezTo>
                    <a:pt x="63899" y="10852"/>
                    <a:pt x="64538" y="11491"/>
                    <a:pt x="65177" y="12129"/>
                  </a:cubicBezTo>
                  <a:lnTo>
                    <a:pt x="65177" y="12129"/>
                  </a:lnTo>
                  <a:cubicBezTo>
                    <a:pt x="65816" y="12768"/>
                    <a:pt x="66455" y="13406"/>
                    <a:pt x="66455" y="14683"/>
                  </a:cubicBezTo>
                  <a:lnTo>
                    <a:pt x="85625" y="59371"/>
                  </a:lnTo>
                  <a:cubicBezTo>
                    <a:pt x="86903" y="62563"/>
                    <a:pt x="85625" y="66393"/>
                    <a:pt x="82430" y="67670"/>
                  </a:cubicBezTo>
                  <a:cubicBezTo>
                    <a:pt x="82430" y="67670"/>
                    <a:pt x="82430" y="67670"/>
                    <a:pt x="82430" y="67670"/>
                  </a:cubicBezTo>
                  <a:moveTo>
                    <a:pt x="145690" y="37665"/>
                  </a:moveTo>
                  <a:lnTo>
                    <a:pt x="106073" y="0"/>
                  </a:lnTo>
                  <a:lnTo>
                    <a:pt x="0" y="0"/>
                  </a:lnTo>
                  <a:lnTo>
                    <a:pt x="0" y="75969"/>
                  </a:lnTo>
                  <a:lnTo>
                    <a:pt x="106712" y="75969"/>
                  </a:lnTo>
                  <a:lnTo>
                    <a:pt x="145690" y="37665"/>
                  </a:lnTo>
                  <a:close/>
                </a:path>
              </a:pathLst>
            </a:custGeom>
            <a:solidFill>
              <a:srgbClr val="046A38"/>
            </a:solidFill>
            <a:ln w="6390" cap="flat">
              <a:noFill/>
              <a:prstDash val="solid"/>
              <a:miter/>
            </a:ln>
          </p:spPr>
          <p:txBody>
            <a:bodyPr rtlCol="0" anchor="ctr"/>
            <a:lstStyle/>
            <a:p>
              <a:endParaRPr lang="en-US"/>
            </a:p>
          </p:txBody>
        </p:sp>
        <p:sp>
          <p:nvSpPr>
            <p:cNvPr id="963" name="Graphic 4">
              <a:extLst>
                <a:ext uri="{FF2B5EF4-FFF2-40B4-BE49-F238E27FC236}">
                  <a16:creationId xmlns:a16="http://schemas.microsoft.com/office/drawing/2014/main" id="{E2635190-9BCA-CD4D-9DD1-2EC5E2157556}"/>
                </a:ext>
              </a:extLst>
            </p:cNvPr>
            <p:cNvSpPr/>
            <p:nvPr/>
          </p:nvSpPr>
          <p:spPr>
            <a:xfrm>
              <a:off x="3087617" y="4990521"/>
              <a:ext cx="194253" cy="76607"/>
            </a:xfrm>
            <a:custGeom>
              <a:avLst/>
              <a:gdLst>
                <a:gd name="connsiteX0" fmla="*/ 86264 w 194253"/>
                <a:gd name="connsiteY0" fmla="*/ 51710 h 76607"/>
                <a:gd name="connsiteX1" fmla="*/ 70289 w 194253"/>
                <a:gd name="connsiteY1" fmla="*/ 67670 h 76607"/>
                <a:gd name="connsiteX2" fmla="*/ 70289 w 194253"/>
                <a:gd name="connsiteY2" fmla="*/ 67670 h 76607"/>
                <a:gd name="connsiteX3" fmla="*/ 42173 w 194253"/>
                <a:gd name="connsiteY3" fmla="*/ 67670 h 76607"/>
                <a:gd name="connsiteX4" fmla="*/ 35783 w 194253"/>
                <a:gd name="connsiteY4" fmla="*/ 61286 h 76607"/>
                <a:gd name="connsiteX5" fmla="*/ 35783 w 194253"/>
                <a:gd name="connsiteY5" fmla="*/ 61286 h 76607"/>
                <a:gd name="connsiteX6" fmla="*/ 35783 w 194253"/>
                <a:gd name="connsiteY6" fmla="*/ 17237 h 76607"/>
                <a:gd name="connsiteX7" fmla="*/ 42173 w 194253"/>
                <a:gd name="connsiteY7" fmla="*/ 10853 h 76607"/>
                <a:gd name="connsiteX8" fmla="*/ 64538 w 194253"/>
                <a:gd name="connsiteY8" fmla="*/ 10853 h 76607"/>
                <a:gd name="connsiteX9" fmla="*/ 80513 w 194253"/>
                <a:gd name="connsiteY9" fmla="*/ 26813 h 76607"/>
                <a:gd name="connsiteX10" fmla="*/ 80513 w 194253"/>
                <a:gd name="connsiteY10" fmla="*/ 26813 h 76607"/>
                <a:gd name="connsiteX11" fmla="*/ 80513 w 194253"/>
                <a:gd name="connsiteY11" fmla="*/ 29367 h 76607"/>
                <a:gd name="connsiteX12" fmla="*/ 79235 w 194253"/>
                <a:gd name="connsiteY12" fmla="*/ 35751 h 76607"/>
                <a:gd name="connsiteX13" fmla="*/ 86264 w 194253"/>
                <a:gd name="connsiteY13" fmla="*/ 49157 h 76607"/>
                <a:gd name="connsiteX14" fmla="*/ 86264 w 194253"/>
                <a:gd name="connsiteY14" fmla="*/ 51710 h 76607"/>
                <a:gd name="connsiteX15" fmla="*/ 0 w 194253"/>
                <a:gd name="connsiteY15" fmla="*/ 639 h 76607"/>
                <a:gd name="connsiteX16" fmla="*/ 0 w 194253"/>
                <a:gd name="connsiteY16" fmla="*/ 76608 h 76607"/>
                <a:gd name="connsiteX17" fmla="*/ 154636 w 194253"/>
                <a:gd name="connsiteY17" fmla="*/ 76608 h 76607"/>
                <a:gd name="connsiteX18" fmla="*/ 194254 w 194253"/>
                <a:gd name="connsiteY18" fmla="*/ 37666 h 76607"/>
                <a:gd name="connsiteX19" fmla="*/ 154636 w 194253"/>
                <a:gd name="connsiteY19" fmla="*/ 0 h 76607"/>
                <a:gd name="connsiteX20" fmla="*/ 0 w 194253"/>
                <a:gd name="connsiteY20" fmla="*/ 0 h 76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4253" h="76607">
                  <a:moveTo>
                    <a:pt x="86264" y="51710"/>
                  </a:moveTo>
                  <a:cubicBezTo>
                    <a:pt x="86264" y="60648"/>
                    <a:pt x="79235" y="67670"/>
                    <a:pt x="70289" y="67670"/>
                  </a:cubicBezTo>
                  <a:lnTo>
                    <a:pt x="70289" y="67670"/>
                  </a:lnTo>
                  <a:lnTo>
                    <a:pt x="42173" y="67670"/>
                  </a:lnTo>
                  <a:cubicBezTo>
                    <a:pt x="38340" y="67670"/>
                    <a:pt x="35783" y="65117"/>
                    <a:pt x="35783" y="61286"/>
                  </a:cubicBezTo>
                  <a:lnTo>
                    <a:pt x="35783" y="61286"/>
                  </a:lnTo>
                  <a:lnTo>
                    <a:pt x="35783" y="17237"/>
                  </a:lnTo>
                  <a:cubicBezTo>
                    <a:pt x="35783" y="13407"/>
                    <a:pt x="38340" y="10853"/>
                    <a:pt x="42173" y="10853"/>
                  </a:cubicBezTo>
                  <a:lnTo>
                    <a:pt x="64538" y="10853"/>
                  </a:lnTo>
                  <a:cubicBezTo>
                    <a:pt x="73484" y="10853"/>
                    <a:pt x="80513" y="17875"/>
                    <a:pt x="80513" y="26813"/>
                  </a:cubicBezTo>
                  <a:lnTo>
                    <a:pt x="80513" y="26813"/>
                  </a:lnTo>
                  <a:lnTo>
                    <a:pt x="80513" y="29367"/>
                  </a:lnTo>
                  <a:cubicBezTo>
                    <a:pt x="80513" y="31282"/>
                    <a:pt x="79874" y="33835"/>
                    <a:pt x="79235" y="35751"/>
                  </a:cubicBezTo>
                  <a:cubicBezTo>
                    <a:pt x="83708" y="38943"/>
                    <a:pt x="86264" y="44050"/>
                    <a:pt x="86264" y="49157"/>
                  </a:cubicBezTo>
                  <a:lnTo>
                    <a:pt x="86264" y="51710"/>
                  </a:lnTo>
                  <a:close/>
                  <a:moveTo>
                    <a:pt x="0" y="639"/>
                  </a:moveTo>
                  <a:lnTo>
                    <a:pt x="0" y="76608"/>
                  </a:lnTo>
                  <a:lnTo>
                    <a:pt x="154636" y="76608"/>
                  </a:lnTo>
                  <a:lnTo>
                    <a:pt x="194254" y="37666"/>
                  </a:lnTo>
                  <a:lnTo>
                    <a:pt x="154636" y="0"/>
                  </a:lnTo>
                  <a:lnTo>
                    <a:pt x="0" y="0"/>
                  </a:lnTo>
                  <a:close/>
                </a:path>
              </a:pathLst>
            </a:custGeom>
            <a:solidFill>
              <a:srgbClr val="046A38"/>
            </a:solidFill>
            <a:ln w="6390" cap="flat">
              <a:noFill/>
              <a:prstDash val="solid"/>
              <a:miter/>
            </a:ln>
          </p:spPr>
          <p:txBody>
            <a:bodyPr rtlCol="0" anchor="ctr"/>
            <a:lstStyle/>
            <a:p>
              <a:endParaRPr lang="en-US"/>
            </a:p>
          </p:txBody>
        </p:sp>
        <p:sp>
          <p:nvSpPr>
            <p:cNvPr id="964" name="Graphic 4">
              <a:extLst>
                <a:ext uri="{FF2B5EF4-FFF2-40B4-BE49-F238E27FC236}">
                  <a16:creationId xmlns:a16="http://schemas.microsoft.com/office/drawing/2014/main" id="{B7384800-805A-9249-AF5E-D288BC0EA2BA}"/>
                </a:ext>
              </a:extLst>
            </p:cNvPr>
            <p:cNvSpPr/>
            <p:nvPr/>
          </p:nvSpPr>
          <p:spPr>
            <a:xfrm>
              <a:off x="2998158" y="4793256"/>
              <a:ext cx="362948" cy="361971"/>
            </a:xfrm>
            <a:custGeom>
              <a:avLst/>
              <a:gdLst>
                <a:gd name="connsiteX0" fmla="*/ 297132 w 362948"/>
                <a:gd name="connsiteY0" fmla="*/ 240038 h 361971"/>
                <a:gd name="connsiteX1" fmla="*/ 251124 w 362948"/>
                <a:gd name="connsiteY1" fmla="*/ 285364 h 361971"/>
                <a:gd name="connsiteX2" fmla="*/ 246651 w 362948"/>
                <a:gd name="connsiteY2" fmla="*/ 287279 h 361971"/>
                <a:gd name="connsiteX3" fmla="*/ 83069 w 362948"/>
                <a:gd name="connsiteY3" fmla="*/ 287279 h 361971"/>
                <a:gd name="connsiteX4" fmla="*/ 76679 w 362948"/>
                <a:gd name="connsiteY4" fmla="*/ 280895 h 361971"/>
                <a:gd name="connsiteX5" fmla="*/ 76679 w 362948"/>
                <a:gd name="connsiteY5" fmla="*/ 192158 h 361971"/>
                <a:gd name="connsiteX6" fmla="*/ 83069 w 362948"/>
                <a:gd name="connsiteY6" fmla="*/ 185774 h 361971"/>
                <a:gd name="connsiteX7" fmla="*/ 246651 w 362948"/>
                <a:gd name="connsiteY7" fmla="*/ 185774 h 361971"/>
                <a:gd name="connsiteX8" fmla="*/ 251124 w 362948"/>
                <a:gd name="connsiteY8" fmla="*/ 187689 h 361971"/>
                <a:gd name="connsiteX9" fmla="*/ 297132 w 362948"/>
                <a:gd name="connsiteY9" fmla="*/ 231738 h 361971"/>
                <a:gd name="connsiteX10" fmla="*/ 299049 w 362948"/>
                <a:gd name="connsiteY10" fmla="*/ 236207 h 361971"/>
                <a:gd name="connsiteX11" fmla="*/ 297132 w 362948"/>
                <a:gd name="connsiteY11" fmla="*/ 240038 h 361971"/>
                <a:gd name="connsiteX12" fmla="*/ 76679 w 362948"/>
                <a:gd name="connsiteY12" fmla="*/ 78523 h 361971"/>
                <a:gd name="connsiteX13" fmla="*/ 83069 w 362948"/>
                <a:gd name="connsiteY13" fmla="*/ 72139 h 361971"/>
                <a:gd name="connsiteX14" fmla="*/ 198727 w 362948"/>
                <a:gd name="connsiteY14" fmla="*/ 72139 h 361971"/>
                <a:gd name="connsiteX15" fmla="*/ 203200 w 362948"/>
                <a:gd name="connsiteY15" fmla="*/ 74054 h 361971"/>
                <a:gd name="connsiteX16" fmla="*/ 249208 w 362948"/>
                <a:gd name="connsiteY16" fmla="*/ 118104 h 361971"/>
                <a:gd name="connsiteX17" fmla="*/ 251124 w 362948"/>
                <a:gd name="connsiteY17" fmla="*/ 122573 h 361971"/>
                <a:gd name="connsiteX18" fmla="*/ 249208 w 362948"/>
                <a:gd name="connsiteY18" fmla="*/ 127041 h 361971"/>
                <a:gd name="connsiteX19" fmla="*/ 203200 w 362948"/>
                <a:gd name="connsiteY19" fmla="*/ 172368 h 361971"/>
                <a:gd name="connsiteX20" fmla="*/ 198727 w 362948"/>
                <a:gd name="connsiteY20" fmla="*/ 174283 h 361971"/>
                <a:gd name="connsiteX21" fmla="*/ 83069 w 362948"/>
                <a:gd name="connsiteY21" fmla="*/ 174283 h 361971"/>
                <a:gd name="connsiteX22" fmla="*/ 76679 w 362948"/>
                <a:gd name="connsiteY22" fmla="*/ 167899 h 361971"/>
                <a:gd name="connsiteX23" fmla="*/ 76679 w 362948"/>
                <a:gd name="connsiteY23" fmla="*/ 78523 h 361971"/>
                <a:gd name="connsiteX24" fmla="*/ 181474 w 362948"/>
                <a:gd name="connsiteY24" fmla="*/ 0 h 361971"/>
                <a:gd name="connsiteX25" fmla="*/ 0 w 362948"/>
                <a:gd name="connsiteY25" fmla="*/ 180667 h 361971"/>
                <a:gd name="connsiteX26" fmla="*/ 181474 w 362948"/>
                <a:gd name="connsiteY26" fmla="*/ 361972 h 361971"/>
                <a:gd name="connsiteX27" fmla="*/ 362948 w 362948"/>
                <a:gd name="connsiteY27" fmla="*/ 180667 h 361971"/>
                <a:gd name="connsiteX28" fmla="*/ 362948 w 362948"/>
                <a:gd name="connsiteY28" fmla="*/ 180667 h 361971"/>
                <a:gd name="connsiteX29" fmla="*/ 181474 w 362948"/>
                <a:gd name="connsiteY29" fmla="*/ 0 h 361971"/>
                <a:gd name="connsiteX30" fmla="*/ 181474 w 362948"/>
                <a:gd name="connsiteY30"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2948" h="361971">
                  <a:moveTo>
                    <a:pt x="297132" y="240038"/>
                  </a:moveTo>
                  <a:lnTo>
                    <a:pt x="251124" y="285364"/>
                  </a:lnTo>
                  <a:cubicBezTo>
                    <a:pt x="249846" y="286641"/>
                    <a:pt x="248569" y="287279"/>
                    <a:pt x="246651" y="287279"/>
                  </a:cubicBezTo>
                  <a:lnTo>
                    <a:pt x="83069" y="287279"/>
                  </a:lnTo>
                  <a:cubicBezTo>
                    <a:pt x="79235" y="287279"/>
                    <a:pt x="76679" y="284725"/>
                    <a:pt x="76679" y="280895"/>
                  </a:cubicBezTo>
                  <a:lnTo>
                    <a:pt x="76679" y="192158"/>
                  </a:lnTo>
                  <a:cubicBezTo>
                    <a:pt x="76679" y="188327"/>
                    <a:pt x="79235" y="185774"/>
                    <a:pt x="83069" y="185774"/>
                  </a:cubicBezTo>
                  <a:lnTo>
                    <a:pt x="246651" y="185774"/>
                  </a:lnTo>
                  <a:cubicBezTo>
                    <a:pt x="248569" y="185774"/>
                    <a:pt x="249846" y="186412"/>
                    <a:pt x="251124" y="187689"/>
                  </a:cubicBezTo>
                  <a:lnTo>
                    <a:pt x="297132" y="231738"/>
                  </a:lnTo>
                  <a:cubicBezTo>
                    <a:pt x="298410" y="233015"/>
                    <a:pt x="299049" y="234292"/>
                    <a:pt x="299049" y="236207"/>
                  </a:cubicBezTo>
                  <a:cubicBezTo>
                    <a:pt x="299049" y="237484"/>
                    <a:pt x="298410" y="238761"/>
                    <a:pt x="297132" y="240038"/>
                  </a:cubicBezTo>
                  <a:moveTo>
                    <a:pt x="76679" y="78523"/>
                  </a:moveTo>
                  <a:cubicBezTo>
                    <a:pt x="76679" y="74693"/>
                    <a:pt x="79235" y="72139"/>
                    <a:pt x="83069" y="72139"/>
                  </a:cubicBezTo>
                  <a:lnTo>
                    <a:pt x="198727" y="72139"/>
                  </a:lnTo>
                  <a:cubicBezTo>
                    <a:pt x="200644" y="72139"/>
                    <a:pt x="201922" y="72777"/>
                    <a:pt x="203200" y="74054"/>
                  </a:cubicBezTo>
                  <a:lnTo>
                    <a:pt x="249208" y="118104"/>
                  </a:lnTo>
                  <a:cubicBezTo>
                    <a:pt x="250485" y="119381"/>
                    <a:pt x="251124" y="120657"/>
                    <a:pt x="251124" y="122573"/>
                  </a:cubicBezTo>
                  <a:cubicBezTo>
                    <a:pt x="251124" y="124488"/>
                    <a:pt x="250485" y="125765"/>
                    <a:pt x="249208" y="127041"/>
                  </a:cubicBezTo>
                  <a:lnTo>
                    <a:pt x="203200" y="172368"/>
                  </a:lnTo>
                  <a:cubicBezTo>
                    <a:pt x="201922" y="173644"/>
                    <a:pt x="200644" y="174283"/>
                    <a:pt x="198727" y="174283"/>
                  </a:cubicBezTo>
                  <a:lnTo>
                    <a:pt x="83069" y="174283"/>
                  </a:lnTo>
                  <a:cubicBezTo>
                    <a:pt x="79235" y="174283"/>
                    <a:pt x="76679" y="171729"/>
                    <a:pt x="76679" y="167899"/>
                  </a:cubicBezTo>
                  <a:lnTo>
                    <a:pt x="76679" y="78523"/>
                  </a:lnTo>
                  <a:close/>
                  <a:moveTo>
                    <a:pt x="181474" y="0"/>
                  </a:moveTo>
                  <a:cubicBezTo>
                    <a:pt x="81152" y="0"/>
                    <a:pt x="0" y="81077"/>
                    <a:pt x="0" y="180667"/>
                  </a:cubicBezTo>
                  <a:cubicBezTo>
                    <a:pt x="0" y="280895"/>
                    <a:pt x="81152" y="361972"/>
                    <a:pt x="181474" y="361972"/>
                  </a:cubicBezTo>
                  <a:cubicBezTo>
                    <a:pt x="281796" y="361972"/>
                    <a:pt x="362948" y="280895"/>
                    <a:pt x="362948" y="180667"/>
                  </a:cubicBezTo>
                  <a:cubicBezTo>
                    <a:pt x="362948" y="180667"/>
                    <a:pt x="362948" y="180667"/>
                    <a:pt x="362948" y="180667"/>
                  </a:cubicBezTo>
                  <a:cubicBezTo>
                    <a:pt x="362310" y="80438"/>
                    <a:pt x="281796" y="0"/>
                    <a:pt x="181474" y="0"/>
                  </a:cubicBezTo>
                  <a:cubicBezTo>
                    <a:pt x="181474" y="0"/>
                    <a:pt x="181474" y="0"/>
                    <a:pt x="181474" y="0"/>
                  </a:cubicBezTo>
                </a:path>
              </a:pathLst>
            </a:custGeom>
            <a:solidFill>
              <a:srgbClr val="046A38"/>
            </a:solidFill>
            <a:ln w="6390" cap="flat">
              <a:noFill/>
              <a:prstDash val="solid"/>
              <a:miter/>
            </a:ln>
          </p:spPr>
          <p:txBody>
            <a:bodyPr rtlCol="0" anchor="ctr"/>
            <a:lstStyle/>
            <a:p>
              <a:endParaRPr lang="en-US"/>
            </a:p>
          </p:txBody>
        </p:sp>
      </p:grpSp>
    </p:spTree>
    <p:extLst>
      <p:ext uri="{BB962C8B-B14F-4D97-AF65-F5344CB8AC3E}">
        <p14:creationId xmlns:p14="http://schemas.microsoft.com/office/powerpoint/2010/main" val="2274899113"/>
      </p:ext>
    </p:extLst>
  </p:cSld>
  <p:clrMapOvr>
    <a:masterClrMapping/>
  </p:clrMapOvr>
  <p:transition>
    <p:fade/>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0AB181-1E9F-2244-B53A-BC8E2F101DA6}"/>
              </a:ext>
            </a:extLst>
          </p:cNvPr>
          <p:cNvSpPr>
            <a:spLocks noGrp="1"/>
          </p:cNvSpPr>
          <p:nvPr>
            <p:ph type="title"/>
          </p:nvPr>
        </p:nvSpPr>
        <p:spPr/>
        <p:txBody>
          <a:bodyPr/>
          <a:lstStyle/>
          <a:p>
            <a:r>
              <a:rPr lang="en-US" dirty="0"/>
              <a:t>CONCEPTS</a:t>
            </a:r>
          </a:p>
        </p:txBody>
      </p:sp>
      <p:sp>
        <p:nvSpPr>
          <p:cNvPr id="4" name="Content Placeholder 3">
            <a:extLst>
              <a:ext uri="{FF2B5EF4-FFF2-40B4-BE49-F238E27FC236}">
                <a16:creationId xmlns:a16="http://schemas.microsoft.com/office/drawing/2014/main" id="{DB57E314-8EE4-694B-B268-A9071E1D395E}"/>
              </a:ext>
            </a:extLst>
          </p:cNvPr>
          <p:cNvSpPr>
            <a:spLocks noGrp="1"/>
          </p:cNvSpPr>
          <p:nvPr>
            <p:ph idx="10"/>
          </p:nvPr>
        </p:nvSpPr>
        <p:spPr>
          <a:xfrm>
            <a:off x="463297" y="5473209"/>
            <a:ext cx="1851339" cy="1114021"/>
          </a:xfrm>
        </p:spPr>
        <p:txBody>
          <a:bodyPr/>
          <a:lstStyle/>
          <a:p>
            <a:r>
              <a:rPr lang="en-US" dirty="0"/>
              <a:t>Connection</a:t>
            </a:r>
          </a:p>
          <a:p>
            <a:r>
              <a:rPr lang="en-US" sz="900" dirty="0"/>
              <a:t>Keywords:</a:t>
            </a:r>
            <a:br>
              <a:rPr lang="en-US" sz="900" dirty="0"/>
            </a:br>
            <a:r>
              <a:rPr lang="en-US" sz="850" b="0" dirty="0"/>
              <a:t>Connect, Connectors, Collaboration, Teamwork, Team work</a:t>
            </a:r>
          </a:p>
        </p:txBody>
      </p:sp>
      <p:sp>
        <p:nvSpPr>
          <p:cNvPr id="10" name="Content Placeholder 3">
            <a:extLst>
              <a:ext uri="{FF2B5EF4-FFF2-40B4-BE49-F238E27FC236}">
                <a16:creationId xmlns:a16="http://schemas.microsoft.com/office/drawing/2014/main" id="{F6F1EA66-4F59-DE4A-ABF1-B392433220F7}"/>
              </a:ext>
            </a:extLst>
          </p:cNvPr>
          <p:cNvSpPr txBox="1">
            <a:spLocks/>
          </p:cNvSpPr>
          <p:nvPr/>
        </p:nvSpPr>
        <p:spPr>
          <a:xfrm>
            <a:off x="3648723" y="5473209"/>
            <a:ext cx="3710866"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Creativity &amp; Design</a:t>
            </a:r>
          </a:p>
          <a:p>
            <a:r>
              <a:rPr lang="en-US" sz="900" dirty="0"/>
              <a:t>Keywords:</a:t>
            </a:r>
            <a:br>
              <a:rPr lang="en-US" sz="900" dirty="0"/>
            </a:br>
            <a:r>
              <a:rPr lang="en-US" sz="850" b="0" dirty="0"/>
              <a:t>Writing, Conceptualizing, Color, Painting, Artwork, Art, Designing, </a:t>
            </a:r>
            <a:r>
              <a:rPr lang="en-US" sz="850" b="0" dirty="0" err="1"/>
              <a:t>Rubic’s</a:t>
            </a:r>
            <a:r>
              <a:rPr lang="en-US" sz="850" b="0" dirty="0"/>
              <a:t> cube, Funnel, Pencil, Pen, Palette, Paintbrush, Grid, Filter, Footsteps, Go, Get-Set-Go, Start, Target Reticle, Aim, Puzzle, Footprint, Launch, Flag, Target, Maze, Apps</a:t>
            </a:r>
          </a:p>
        </p:txBody>
      </p:sp>
      <p:grpSp>
        <p:nvGrpSpPr>
          <p:cNvPr id="6" name="Graphic 4">
            <a:extLst>
              <a:ext uri="{FF2B5EF4-FFF2-40B4-BE49-F238E27FC236}">
                <a16:creationId xmlns:a16="http://schemas.microsoft.com/office/drawing/2014/main" id="{817616A5-6F3D-8141-90DD-CAE59FC8F286}"/>
              </a:ext>
            </a:extLst>
          </p:cNvPr>
          <p:cNvGrpSpPr>
            <a:grpSpLocks noChangeAspect="1"/>
          </p:cNvGrpSpPr>
          <p:nvPr/>
        </p:nvGrpSpPr>
        <p:grpSpPr>
          <a:xfrm>
            <a:off x="4660820" y="1403361"/>
            <a:ext cx="362312" cy="361971"/>
            <a:chOff x="4660820" y="1403361"/>
            <a:chExt cx="362312" cy="361971"/>
          </a:xfrm>
          <a:solidFill>
            <a:srgbClr val="00ABAB"/>
          </a:solidFill>
        </p:grpSpPr>
        <p:sp>
          <p:nvSpPr>
            <p:cNvPr id="7" name="Graphic 4">
              <a:extLst>
                <a:ext uri="{FF2B5EF4-FFF2-40B4-BE49-F238E27FC236}">
                  <a16:creationId xmlns:a16="http://schemas.microsoft.com/office/drawing/2014/main" id="{003774F7-1638-5445-AF45-7A9F1C2150B0}"/>
                </a:ext>
              </a:extLst>
            </p:cNvPr>
            <p:cNvSpPr/>
            <p:nvPr/>
          </p:nvSpPr>
          <p:spPr>
            <a:xfrm>
              <a:off x="4660820" y="1403361"/>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873"/>
                    <a:pt x="274767" y="348565"/>
                    <a:pt x="181474" y="349204"/>
                  </a:cubicBezTo>
                  <a:close/>
                </a:path>
              </a:pathLst>
            </a:custGeom>
            <a:solidFill>
              <a:srgbClr val="00ABAB"/>
            </a:solidFill>
            <a:ln w="6390" cap="flat">
              <a:noFill/>
              <a:prstDash val="solid"/>
              <a:miter/>
            </a:ln>
          </p:spPr>
          <p:txBody>
            <a:bodyPr rtlCol="0" anchor="ctr"/>
            <a:lstStyle/>
            <a:p>
              <a:endParaRPr lang="en-US"/>
            </a:p>
          </p:txBody>
        </p:sp>
        <p:sp>
          <p:nvSpPr>
            <p:cNvPr id="8" name="Graphic 4">
              <a:extLst>
                <a:ext uri="{FF2B5EF4-FFF2-40B4-BE49-F238E27FC236}">
                  <a16:creationId xmlns:a16="http://schemas.microsoft.com/office/drawing/2014/main" id="{9FE4425D-A5DB-9646-AC72-23E40750CB91}"/>
                </a:ext>
              </a:extLst>
            </p:cNvPr>
            <p:cNvSpPr/>
            <p:nvPr/>
          </p:nvSpPr>
          <p:spPr>
            <a:xfrm>
              <a:off x="4812900" y="1555939"/>
              <a:ext cx="58787" cy="58732"/>
            </a:xfrm>
            <a:custGeom>
              <a:avLst/>
              <a:gdLst>
                <a:gd name="connsiteX0" fmla="*/ 58788 w 58787"/>
                <a:gd name="connsiteY0" fmla="*/ 29366 h 58732"/>
                <a:gd name="connsiteX1" fmla="*/ 29394 w 58787"/>
                <a:gd name="connsiteY1" fmla="*/ 0 h 58732"/>
                <a:gd name="connsiteX2" fmla="*/ 0 w 58787"/>
                <a:gd name="connsiteY2" fmla="*/ 29366 h 58732"/>
                <a:gd name="connsiteX3" fmla="*/ 29394 w 58787"/>
                <a:gd name="connsiteY3" fmla="*/ 58733 h 58732"/>
                <a:gd name="connsiteX4" fmla="*/ 29394 w 58787"/>
                <a:gd name="connsiteY4" fmla="*/ 58733 h 58732"/>
                <a:gd name="connsiteX5" fmla="*/ 58788 w 58787"/>
                <a:gd name="connsiteY5" fmla="*/ 29366 h 58732"/>
                <a:gd name="connsiteX6" fmla="*/ 13419 w 58787"/>
                <a:gd name="connsiteY6" fmla="*/ 29366 h 58732"/>
                <a:gd name="connsiteX7" fmla="*/ 30033 w 58787"/>
                <a:gd name="connsiteY7" fmla="*/ 12768 h 58732"/>
                <a:gd name="connsiteX8" fmla="*/ 46646 w 58787"/>
                <a:gd name="connsiteY8" fmla="*/ 29366 h 58732"/>
                <a:gd name="connsiteX9" fmla="*/ 30033 w 58787"/>
                <a:gd name="connsiteY9" fmla="*/ 45965 h 58732"/>
                <a:gd name="connsiteX10" fmla="*/ 30033 w 58787"/>
                <a:gd name="connsiteY10" fmla="*/ 45965 h 58732"/>
                <a:gd name="connsiteX11" fmla="*/ 13419 w 58787"/>
                <a:gd name="connsiteY11" fmla="*/ 29366 h 5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787" h="58732">
                  <a:moveTo>
                    <a:pt x="58788" y="29366"/>
                  </a:moveTo>
                  <a:cubicBezTo>
                    <a:pt x="58788" y="13406"/>
                    <a:pt x="46008" y="0"/>
                    <a:pt x="29394" y="0"/>
                  </a:cubicBezTo>
                  <a:cubicBezTo>
                    <a:pt x="13419" y="0"/>
                    <a:pt x="0" y="12768"/>
                    <a:pt x="0" y="29366"/>
                  </a:cubicBezTo>
                  <a:cubicBezTo>
                    <a:pt x="0" y="45965"/>
                    <a:pt x="12780" y="58733"/>
                    <a:pt x="29394" y="58733"/>
                  </a:cubicBezTo>
                  <a:cubicBezTo>
                    <a:pt x="29394" y="58733"/>
                    <a:pt x="29394" y="58733"/>
                    <a:pt x="29394" y="58733"/>
                  </a:cubicBezTo>
                  <a:cubicBezTo>
                    <a:pt x="45368" y="58733"/>
                    <a:pt x="58788" y="45326"/>
                    <a:pt x="58788" y="29366"/>
                  </a:cubicBezTo>
                  <a:close/>
                  <a:moveTo>
                    <a:pt x="13419" y="29366"/>
                  </a:moveTo>
                  <a:cubicBezTo>
                    <a:pt x="13419" y="20429"/>
                    <a:pt x="20448" y="12768"/>
                    <a:pt x="30033" y="12768"/>
                  </a:cubicBezTo>
                  <a:cubicBezTo>
                    <a:pt x="39618" y="12768"/>
                    <a:pt x="46646" y="19790"/>
                    <a:pt x="46646" y="29366"/>
                  </a:cubicBezTo>
                  <a:cubicBezTo>
                    <a:pt x="46646" y="38942"/>
                    <a:pt x="39618" y="45965"/>
                    <a:pt x="30033" y="45965"/>
                  </a:cubicBezTo>
                  <a:lnTo>
                    <a:pt x="30033" y="45965"/>
                  </a:lnTo>
                  <a:cubicBezTo>
                    <a:pt x="20448" y="45965"/>
                    <a:pt x="13419" y="38304"/>
                    <a:pt x="13419" y="29366"/>
                  </a:cubicBezTo>
                  <a:close/>
                </a:path>
              </a:pathLst>
            </a:custGeom>
            <a:solidFill>
              <a:srgbClr val="00ABAB"/>
            </a:solidFill>
            <a:ln w="6390" cap="flat">
              <a:noFill/>
              <a:prstDash val="solid"/>
              <a:miter/>
            </a:ln>
          </p:spPr>
          <p:txBody>
            <a:bodyPr rtlCol="0" anchor="ctr"/>
            <a:lstStyle/>
            <a:p>
              <a:endParaRPr lang="en-US"/>
            </a:p>
          </p:txBody>
        </p:sp>
        <p:sp>
          <p:nvSpPr>
            <p:cNvPr id="9" name="Graphic 4">
              <a:extLst>
                <a:ext uri="{FF2B5EF4-FFF2-40B4-BE49-F238E27FC236}">
                  <a16:creationId xmlns:a16="http://schemas.microsoft.com/office/drawing/2014/main" id="{C2F0ADA4-D605-AF46-94AF-9307A680F5AE}"/>
                </a:ext>
              </a:extLst>
            </p:cNvPr>
            <p:cNvSpPr/>
            <p:nvPr/>
          </p:nvSpPr>
          <p:spPr>
            <a:xfrm>
              <a:off x="4729831" y="1472308"/>
              <a:ext cx="224862" cy="222260"/>
            </a:xfrm>
            <a:custGeom>
              <a:avLst/>
              <a:gdLst>
                <a:gd name="connsiteX0" fmla="*/ 189781 w 224862"/>
                <a:gd name="connsiteY0" fmla="*/ 40219 h 222260"/>
                <a:gd name="connsiteX1" fmla="*/ 189142 w 224862"/>
                <a:gd name="connsiteY1" fmla="*/ 49157 h 222260"/>
                <a:gd name="connsiteX2" fmla="*/ 189142 w 224862"/>
                <a:gd name="connsiteY2" fmla="*/ 49157 h 222260"/>
                <a:gd name="connsiteX3" fmla="*/ 187225 w 224862"/>
                <a:gd name="connsiteY3" fmla="*/ 178752 h 222260"/>
                <a:gd name="connsiteX4" fmla="*/ 164221 w 224862"/>
                <a:gd name="connsiteY4" fmla="*/ 155769 h 222260"/>
                <a:gd name="connsiteX5" fmla="*/ 155275 w 224862"/>
                <a:gd name="connsiteY5" fmla="*/ 61286 h 222260"/>
                <a:gd name="connsiteX6" fmla="*/ 118853 w 224862"/>
                <a:gd name="connsiteY6" fmla="*/ 45965 h 222260"/>
                <a:gd name="connsiteX7" fmla="*/ 118853 w 224862"/>
                <a:gd name="connsiteY7" fmla="*/ 13406 h 222260"/>
                <a:gd name="connsiteX8" fmla="*/ 155275 w 224862"/>
                <a:gd name="connsiteY8" fmla="*/ 22344 h 222260"/>
                <a:gd name="connsiteX9" fmla="*/ 163582 w 224862"/>
                <a:gd name="connsiteY9" fmla="*/ 18514 h 222260"/>
                <a:gd name="connsiteX10" fmla="*/ 161027 w 224862"/>
                <a:gd name="connsiteY10" fmla="*/ 10853 h 222260"/>
                <a:gd name="connsiteX11" fmla="*/ 113102 w 224862"/>
                <a:gd name="connsiteY11" fmla="*/ 0 h 222260"/>
                <a:gd name="connsiteX12" fmla="*/ 0 w 224862"/>
                <a:gd name="connsiteY12" fmla="*/ 111720 h 222260"/>
                <a:gd name="connsiteX13" fmla="*/ 88820 w 224862"/>
                <a:gd name="connsiteY13" fmla="*/ 222163 h 222260"/>
                <a:gd name="connsiteX14" fmla="*/ 90098 w 224862"/>
                <a:gd name="connsiteY14" fmla="*/ 222163 h 222260"/>
                <a:gd name="connsiteX15" fmla="*/ 97127 w 224862"/>
                <a:gd name="connsiteY15" fmla="*/ 216417 h 222260"/>
                <a:gd name="connsiteX16" fmla="*/ 91376 w 224862"/>
                <a:gd name="connsiteY16" fmla="*/ 209395 h 222260"/>
                <a:gd name="connsiteX17" fmla="*/ 15336 w 224862"/>
                <a:gd name="connsiteY17" fmla="*/ 90653 h 222260"/>
                <a:gd name="connsiteX18" fmla="*/ 106712 w 224862"/>
                <a:gd name="connsiteY18" fmla="*/ 12768 h 222260"/>
                <a:gd name="connsiteX19" fmla="*/ 106712 w 224862"/>
                <a:gd name="connsiteY19" fmla="*/ 45326 h 222260"/>
                <a:gd name="connsiteX20" fmla="*/ 51119 w 224862"/>
                <a:gd name="connsiteY20" fmla="*/ 86822 h 222260"/>
                <a:gd name="connsiteX21" fmla="*/ 54314 w 224862"/>
                <a:gd name="connsiteY21" fmla="*/ 95121 h 222260"/>
                <a:gd name="connsiteX22" fmla="*/ 62621 w 224862"/>
                <a:gd name="connsiteY22" fmla="*/ 91291 h 222260"/>
                <a:gd name="connsiteX23" fmla="*/ 133549 w 224862"/>
                <a:gd name="connsiteY23" fmla="*/ 61286 h 222260"/>
                <a:gd name="connsiteX24" fmla="*/ 163582 w 224862"/>
                <a:gd name="connsiteY24" fmla="*/ 132148 h 222260"/>
                <a:gd name="connsiteX25" fmla="*/ 92654 w 224862"/>
                <a:gd name="connsiteY25" fmla="*/ 162153 h 222260"/>
                <a:gd name="connsiteX26" fmla="*/ 62621 w 224862"/>
                <a:gd name="connsiteY26" fmla="*/ 132148 h 222260"/>
                <a:gd name="connsiteX27" fmla="*/ 54314 w 224862"/>
                <a:gd name="connsiteY27" fmla="*/ 128318 h 222260"/>
                <a:gd name="connsiteX28" fmla="*/ 50480 w 224862"/>
                <a:gd name="connsiteY28" fmla="*/ 136617 h 222260"/>
                <a:gd name="connsiteX29" fmla="*/ 50480 w 224862"/>
                <a:gd name="connsiteY29" fmla="*/ 137256 h 222260"/>
                <a:gd name="connsiteX30" fmla="*/ 138022 w 224862"/>
                <a:gd name="connsiteY30" fmla="*/ 174283 h 222260"/>
                <a:gd name="connsiteX31" fmla="*/ 155275 w 224862"/>
                <a:gd name="connsiteY31" fmla="*/ 164068 h 222260"/>
                <a:gd name="connsiteX32" fmla="*/ 178279 w 224862"/>
                <a:gd name="connsiteY32" fmla="*/ 187051 h 222260"/>
                <a:gd name="connsiteX33" fmla="*/ 133549 w 224862"/>
                <a:gd name="connsiteY33" fmla="*/ 209395 h 222260"/>
                <a:gd name="connsiteX34" fmla="*/ 127799 w 224862"/>
                <a:gd name="connsiteY34" fmla="*/ 216417 h 222260"/>
                <a:gd name="connsiteX35" fmla="*/ 134828 w 224862"/>
                <a:gd name="connsiteY35" fmla="*/ 222163 h 222260"/>
                <a:gd name="connsiteX36" fmla="*/ 136106 w 224862"/>
                <a:gd name="connsiteY36" fmla="*/ 222163 h 222260"/>
                <a:gd name="connsiteX37" fmla="*/ 190420 w 224862"/>
                <a:gd name="connsiteY37" fmla="*/ 192158 h 222260"/>
                <a:gd name="connsiteX38" fmla="*/ 191698 w 224862"/>
                <a:gd name="connsiteY38" fmla="*/ 191519 h 222260"/>
                <a:gd name="connsiteX39" fmla="*/ 192337 w 224862"/>
                <a:gd name="connsiteY39" fmla="*/ 190881 h 222260"/>
                <a:gd name="connsiteX40" fmla="*/ 198727 w 224862"/>
                <a:gd name="connsiteY40" fmla="*/ 40219 h 222260"/>
                <a:gd name="connsiteX41" fmla="*/ 189781 w 224862"/>
                <a:gd name="connsiteY41" fmla="*/ 40219 h 222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24862" h="222260">
                  <a:moveTo>
                    <a:pt x="189781" y="40219"/>
                  </a:moveTo>
                  <a:cubicBezTo>
                    <a:pt x="187225" y="42773"/>
                    <a:pt x="186586" y="46603"/>
                    <a:pt x="189142" y="49157"/>
                  </a:cubicBezTo>
                  <a:cubicBezTo>
                    <a:pt x="189142" y="49157"/>
                    <a:pt x="189142" y="49157"/>
                    <a:pt x="189142" y="49157"/>
                  </a:cubicBezTo>
                  <a:cubicBezTo>
                    <a:pt x="221092" y="86822"/>
                    <a:pt x="220453" y="142363"/>
                    <a:pt x="187225" y="178752"/>
                  </a:cubicBezTo>
                  <a:lnTo>
                    <a:pt x="164221" y="155769"/>
                  </a:lnTo>
                  <a:cubicBezTo>
                    <a:pt x="187864" y="127041"/>
                    <a:pt x="184030" y="84907"/>
                    <a:pt x="155275" y="61286"/>
                  </a:cubicBezTo>
                  <a:cubicBezTo>
                    <a:pt x="145052" y="52987"/>
                    <a:pt x="132272" y="47241"/>
                    <a:pt x="118853" y="45965"/>
                  </a:cubicBezTo>
                  <a:lnTo>
                    <a:pt x="118853" y="13406"/>
                  </a:lnTo>
                  <a:cubicBezTo>
                    <a:pt x="131633" y="14045"/>
                    <a:pt x="143774" y="17237"/>
                    <a:pt x="155275" y="22344"/>
                  </a:cubicBezTo>
                  <a:cubicBezTo>
                    <a:pt x="158470" y="23621"/>
                    <a:pt x="162304" y="21706"/>
                    <a:pt x="163582" y="18514"/>
                  </a:cubicBezTo>
                  <a:cubicBezTo>
                    <a:pt x="164860" y="15322"/>
                    <a:pt x="163582" y="12130"/>
                    <a:pt x="161027" y="10853"/>
                  </a:cubicBezTo>
                  <a:cubicBezTo>
                    <a:pt x="145690" y="3830"/>
                    <a:pt x="129716" y="0"/>
                    <a:pt x="113102" y="0"/>
                  </a:cubicBezTo>
                  <a:cubicBezTo>
                    <a:pt x="51119" y="0"/>
                    <a:pt x="639" y="49795"/>
                    <a:pt x="0" y="111720"/>
                  </a:cubicBezTo>
                  <a:cubicBezTo>
                    <a:pt x="0" y="164707"/>
                    <a:pt x="36423" y="210671"/>
                    <a:pt x="88820" y="222163"/>
                  </a:cubicBezTo>
                  <a:lnTo>
                    <a:pt x="90098" y="222163"/>
                  </a:lnTo>
                  <a:cubicBezTo>
                    <a:pt x="93932" y="222801"/>
                    <a:pt x="96488" y="220247"/>
                    <a:pt x="97127" y="216417"/>
                  </a:cubicBezTo>
                  <a:cubicBezTo>
                    <a:pt x="97766" y="212587"/>
                    <a:pt x="95210" y="210033"/>
                    <a:pt x="91376" y="209395"/>
                  </a:cubicBezTo>
                  <a:cubicBezTo>
                    <a:pt x="37700" y="197903"/>
                    <a:pt x="3195" y="144278"/>
                    <a:pt x="15336" y="90653"/>
                  </a:cubicBezTo>
                  <a:cubicBezTo>
                    <a:pt x="24921" y="47241"/>
                    <a:pt x="61982" y="15322"/>
                    <a:pt x="106712" y="12768"/>
                  </a:cubicBezTo>
                  <a:lnTo>
                    <a:pt x="106712" y="45326"/>
                  </a:lnTo>
                  <a:cubicBezTo>
                    <a:pt x="81791" y="47880"/>
                    <a:pt x="60065" y="63840"/>
                    <a:pt x="51119" y="86822"/>
                  </a:cubicBezTo>
                  <a:cubicBezTo>
                    <a:pt x="49841" y="90014"/>
                    <a:pt x="51119" y="93845"/>
                    <a:pt x="54314" y="95121"/>
                  </a:cubicBezTo>
                  <a:cubicBezTo>
                    <a:pt x="57509" y="96398"/>
                    <a:pt x="61343" y="95121"/>
                    <a:pt x="62621" y="91291"/>
                  </a:cubicBezTo>
                  <a:cubicBezTo>
                    <a:pt x="74123" y="63840"/>
                    <a:pt x="105434" y="50433"/>
                    <a:pt x="133549" y="61286"/>
                  </a:cubicBezTo>
                  <a:cubicBezTo>
                    <a:pt x="161027" y="72777"/>
                    <a:pt x="174445" y="104059"/>
                    <a:pt x="163582" y="132148"/>
                  </a:cubicBezTo>
                  <a:cubicBezTo>
                    <a:pt x="152719" y="160238"/>
                    <a:pt x="120770" y="173006"/>
                    <a:pt x="92654" y="162153"/>
                  </a:cubicBezTo>
                  <a:cubicBezTo>
                    <a:pt x="79235" y="156408"/>
                    <a:pt x="68372" y="145555"/>
                    <a:pt x="62621" y="132148"/>
                  </a:cubicBezTo>
                  <a:cubicBezTo>
                    <a:pt x="61343" y="128956"/>
                    <a:pt x="58148" y="127041"/>
                    <a:pt x="54314" y="128318"/>
                  </a:cubicBezTo>
                  <a:cubicBezTo>
                    <a:pt x="51119" y="129595"/>
                    <a:pt x="49203" y="132787"/>
                    <a:pt x="50480" y="136617"/>
                  </a:cubicBezTo>
                  <a:cubicBezTo>
                    <a:pt x="50480" y="136617"/>
                    <a:pt x="50480" y="137256"/>
                    <a:pt x="50480" y="137256"/>
                  </a:cubicBezTo>
                  <a:cubicBezTo>
                    <a:pt x="64538" y="171729"/>
                    <a:pt x="103517" y="188327"/>
                    <a:pt x="138022" y="174283"/>
                  </a:cubicBezTo>
                  <a:cubicBezTo>
                    <a:pt x="144412" y="171729"/>
                    <a:pt x="150164" y="167899"/>
                    <a:pt x="155275" y="164068"/>
                  </a:cubicBezTo>
                  <a:lnTo>
                    <a:pt x="178279" y="187051"/>
                  </a:lnTo>
                  <a:cubicBezTo>
                    <a:pt x="165499" y="198542"/>
                    <a:pt x="150164" y="206203"/>
                    <a:pt x="133549" y="209395"/>
                  </a:cubicBezTo>
                  <a:cubicBezTo>
                    <a:pt x="129716" y="210033"/>
                    <a:pt x="127160" y="213225"/>
                    <a:pt x="127799" y="216417"/>
                  </a:cubicBezTo>
                  <a:cubicBezTo>
                    <a:pt x="128438" y="220247"/>
                    <a:pt x="131633" y="222801"/>
                    <a:pt x="134828" y="222163"/>
                  </a:cubicBezTo>
                  <a:lnTo>
                    <a:pt x="136106" y="222163"/>
                  </a:lnTo>
                  <a:cubicBezTo>
                    <a:pt x="156553" y="217694"/>
                    <a:pt x="175723" y="207479"/>
                    <a:pt x="190420" y="192158"/>
                  </a:cubicBezTo>
                  <a:lnTo>
                    <a:pt x="191698" y="191519"/>
                  </a:lnTo>
                  <a:lnTo>
                    <a:pt x="192337" y="190881"/>
                  </a:lnTo>
                  <a:cubicBezTo>
                    <a:pt x="233233" y="150024"/>
                    <a:pt x="235788" y="84269"/>
                    <a:pt x="198727" y="40219"/>
                  </a:cubicBezTo>
                  <a:cubicBezTo>
                    <a:pt x="196171" y="38304"/>
                    <a:pt x="192337" y="37665"/>
                    <a:pt x="189781" y="40219"/>
                  </a:cubicBezTo>
                  <a:close/>
                </a:path>
              </a:pathLst>
            </a:custGeom>
            <a:solidFill>
              <a:srgbClr val="00ABAB"/>
            </a:solidFill>
            <a:ln w="6390" cap="flat">
              <a:noFill/>
              <a:prstDash val="solid"/>
              <a:miter/>
            </a:ln>
          </p:spPr>
          <p:txBody>
            <a:bodyPr rtlCol="0" anchor="ctr"/>
            <a:lstStyle/>
            <a:p>
              <a:endParaRPr lang="en-US"/>
            </a:p>
          </p:txBody>
        </p:sp>
      </p:grpSp>
      <p:grpSp>
        <p:nvGrpSpPr>
          <p:cNvPr id="50" name="Graphic 4">
            <a:extLst>
              <a:ext uri="{FF2B5EF4-FFF2-40B4-BE49-F238E27FC236}">
                <a16:creationId xmlns:a16="http://schemas.microsoft.com/office/drawing/2014/main" id="{7CC1245A-BFBF-4148-8974-A167B9CA821E}"/>
              </a:ext>
            </a:extLst>
          </p:cNvPr>
          <p:cNvGrpSpPr>
            <a:grpSpLocks noChangeAspect="1"/>
          </p:cNvGrpSpPr>
          <p:nvPr/>
        </p:nvGrpSpPr>
        <p:grpSpPr>
          <a:xfrm>
            <a:off x="3607758" y="4308712"/>
            <a:ext cx="362948" cy="361971"/>
            <a:chOff x="3607758" y="4308712"/>
            <a:chExt cx="362948" cy="361971"/>
          </a:xfrm>
          <a:solidFill>
            <a:srgbClr val="00ABAB"/>
          </a:solidFill>
        </p:grpSpPr>
        <p:sp>
          <p:nvSpPr>
            <p:cNvPr id="51" name="Graphic 4">
              <a:extLst>
                <a:ext uri="{FF2B5EF4-FFF2-40B4-BE49-F238E27FC236}">
                  <a16:creationId xmlns:a16="http://schemas.microsoft.com/office/drawing/2014/main" id="{0C29D3FD-A90D-D949-8FE0-224A20063F82}"/>
                </a:ext>
              </a:extLst>
            </p:cNvPr>
            <p:cNvSpPr/>
            <p:nvPr/>
          </p:nvSpPr>
          <p:spPr>
            <a:xfrm>
              <a:off x="3607758" y="4308712"/>
              <a:ext cx="362948" cy="361971"/>
            </a:xfrm>
            <a:custGeom>
              <a:avLst/>
              <a:gdLst>
                <a:gd name="connsiteX0" fmla="*/ 181474 w 362948"/>
                <a:gd name="connsiteY0" fmla="*/ 0 h 361971"/>
                <a:gd name="connsiteX1" fmla="*/ 0 w 362948"/>
                <a:gd name="connsiteY1" fmla="*/ 180667 h 361971"/>
                <a:gd name="connsiteX2" fmla="*/ 181474 w 362948"/>
                <a:gd name="connsiteY2" fmla="*/ 361972 h 361971"/>
                <a:gd name="connsiteX3" fmla="*/ 362949 w 362948"/>
                <a:gd name="connsiteY3" fmla="*/ 181305 h 361971"/>
                <a:gd name="connsiteX4" fmla="*/ 362949 w 362948"/>
                <a:gd name="connsiteY4" fmla="*/ 181305 h 361971"/>
                <a:gd name="connsiteX5" fmla="*/ 181474 w 362948"/>
                <a:gd name="connsiteY5" fmla="*/ 0 h 361971"/>
                <a:gd name="connsiteX6" fmla="*/ 181474 w 362948"/>
                <a:gd name="connsiteY6" fmla="*/ 0 h 361971"/>
                <a:gd name="connsiteX7" fmla="*/ 181474 w 362948"/>
                <a:gd name="connsiteY7" fmla="*/ 349204 h 361971"/>
                <a:gd name="connsiteX8" fmla="*/ 12780 w 362948"/>
                <a:gd name="connsiteY8" fmla="*/ 181305 h 361971"/>
                <a:gd name="connsiteX9" fmla="*/ 180836 w 362948"/>
                <a:gd name="connsiteY9" fmla="*/ 12768 h 361971"/>
                <a:gd name="connsiteX10" fmla="*/ 349530 w 362948"/>
                <a:gd name="connsiteY10" fmla="*/ 180667 h 361971"/>
                <a:gd name="connsiteX11" fmla="*/ 349530 w 362948"/>
                <a:gd name="connsiteY11" fmla="*/ 180667 h 361971"/>
                <a:gd name="connsiteX12" fmla="*/ 181474 w 362948"/>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948" h="361971">
                  <a:moveTo>
                    <a:pt x="181474" y="0"/>
                  </a:moveTo>
                  <a:cubicBezTo>
                    <a:pt x="81152" y="0"/>
                    <a:pt x="0" y="81077"/>
                    <a:pt x="0" y="180667"/>
                  </a:cubicBezTo>
                  <a:cubicBezTo>
                    <a:pt x="0" y="280257"/>
                    <a:pt x="81152" y="361972"/>
                    <a:pt x="181474" y="361972"/>
                  </a:cubicBezTo>
                  <a:cubicBezTo>
                    <a:pt x="281796" y="361972"/>
                    <a:pt x="362949" y="280895"/>
                    <a:pt x="362949" y="181305"/>
                  </a:cubicBezTo>
                  <a:cubicBezTo>
                    <a:pt x="362949" y="181305"/>
                    <a:pt x="362949" y="181305"/>
                    <a:pt x="362949" y="181305"/>
                  </a:cubicBezTo>
                  <a:cubicBezTo>
                    <a:pt x="362310"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6" y="12768"/>
                  </a:cubicBezTo>
                  <a:cubicBezTo>
                    <a:pt x="274128" y="12768"/>
                    <a:pt x="349530" y="88099"/>
                    <a:pt x="349530" y="180667"/>
                  </a:cubicBezTo>
                  <a:lnTo>
                    <a:pt x="349530" y="180667"/>
                  </a:lnTo>
                  <a:cubicBezTo>
                    <a:pt x="349530" y="273873"/>
                    <a:pt x="274128"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52" name="Graphic 4">
              <a:extLst>
                <a:ext uri="{FF2B5EF4-FFF2-40B4-BE49-F238E27FC236}">
                  <a16:creationId xmlns:a16="http://schemas.microsoft.com/office/drawing/2014/main" id="{77F4189F-AE0F-DD4A-B082-7E32F90C9355}"/>
                </a:ext>
              </a:extLst>
            </p:cNvPr>
            <p:cNvSpPr/>
            <p:nvPr/>
          </p:nvSpPr>
          <p:spPr>
            <a:xfrm>
              <a:off x="3681042" y="4406688"/>
              <a:ext cx="190223" cy="191217"/>
            </a:xfrm>
            <a:custGeom>
              <a:avLst/>
              <a:gdLst>
                <a:gd name="connsiteX0" fmla="*/ 189343 w 190223"/>
                <a:gd name="connsiteY0" fmla="*/ 7359 h 191217"/>
                <a:gd name="connsiteX1" fmla="*/ 184870 w 190223"/>
                <a:gd name="connsiteY1" fmla="*/ 2252 h 191217"/>
                <a:gd name="connsiteX2" fmla="*/ 63461 w 190223"/>
                <a:gd name="connsiteY2" fmla="*/ 48855 h 191217"/>
                <a:gd name="connsiteX3" fmla="*/ 840 w 190223"/>
                <a:gd name="connsiteY3" fmla="*/ 78860 h 191217"/>
                <a:gd name="connsiteX4" fmla="*/ 2118 w 190223"/>
                <a:gd name="connsiteY4" fmla="*/ 86520 h 191217"/>
                <a:gd name="connsiteX5" fmla="*/ 32150 w 190223"/>
                <a:gd name="connsiteY5" fmla="*/ 116525 h 191217"/>
                <a:gd name="connsiteX6" fmla="*/ 35984 w 190223"/>
                <a:gd name="connsiteY6" fmla="*/ 155467 h 191217"/>
                <a:gd name="connsiteX7" fmla="*/ 74963 w 190223"/>
                <a:gd name="connsiteY7" fmla="*/ 159298 h 191217"/>
                <a:gd name="connsiteX8" fmla="*/ 104995 w 190223"/>
                <a:gd name="connsiteY8" fmla="*/ 189302 h 191217"/>
                <a:gd name="connsiteX9" fmla="*/ 109468 w 190223"/>
                <a:gd name="connsiteY9" fmla="*/ 191218 h 191217"/>
                <a:gd name="connsiteX10" fmla="*/ 113302 w 190223"/>
                <a:gd name="connsiteY10" fmla="*/ 189941 h 191217"/>
                <a:gd name="connsiteX11" fmla="*/ 142057 w 190223"/>
                <a:gd name="connsiteY11" fmla="*/ 128655 h 191217"/>
                <a:gd name="connsiteX12" fmla="*/ 189343 w 190223"/>
                <a:gd name="connsiteY12" fmla="*/ 7359 h 191217"/>
                <a:gd name="connsiteX13" fmla="*/ 130555 w 190223"/>
                <a:gd name="connsiteY13" fmla="*/ 122271 h 191217"/>
                <a:gd name="connsiteX14" fmla="*/ 129277 w 190223"/>
                <a:gd name="connsiteY14" fmla="*/ 128655 h 191217"/>
                <a:gd name="connsiteX15" fmla="*/ 110107 w 190223"/>
                <a:gd name="connsiteY15" fmla="*/ 176534 h 191217"/>
                <a:gd name="connsiteX16" fmla="*/ 80074 w 190223"/>
                <a:gd name="connsiteY16" fmla="*/ 146530 h 191217"/>
                <a:gd name="connsiteX17" fmla="*/ 75602 w 190223"/>
                <a:gd name="connsiteY17" fmla="*/ 144615 h 191217"/>
                <a:gd name="connsiteX18" fmla="*/ 71129 w 190223"/>
                <a:gd name="connsiteY18" fmla="*/ 146530 h 191217"/>
                <a:gd name="connsiteX19" fmla="*/ 44930 w 190223"/>
                <a:gd name="connsiteY19" fmla="*/ 146530 h 191217"/>
                <a:gd name="connsiteX20" fmla="*/ 44930 w 190223"/>
                <a:gd name="connsiteY20" fmla="*/ 120356 h 191217"/>
                <a:gd name="connsiteX21" fmla="*/ 44930 w 190223"/>
                <a:gd name="connsiteY21" fmla="*/ 111418 h 191217"/>
                <a:gd name="connsiteX22" fmla="*/ 44930 w 190223"/>
                <a:gd name="connsiteY22" fmla="*/ 111418 h 191217"/>
                <a:gd name="connsiteX23" fmla="*/ 14897 w 190223"/>
                <a:gd name="connsiteY23" fmla="*/ 81413 h 191217"/>
                <a:gd name="connsiteX24" fmla="*/ 62822 w 190223"/>
                <a:gd name="connsiteY24" fmla="*/ 62261 h 191217"/>
                <a:gd name="connsiteX25" fmla="*/ 69851 w 190223"/>
                <a:gd name="connsiteY25" fmla="*/ 60985 h 191217"/>
                <a:gd name="connsiteX26" fmla="*/ 177202 w 190223"/>
                <a:gd name="connsiteY26" fmla="*/ 14382 h 191217"/>
                <a:gd name="connsiteX27" fmla="*/ 130555 w 190223"/>
                <a:gd name="connsiteY27" fmla="*/ 122271 h 191217"/>
                <a:gd name="connsiteX28" fmla="*/ 130555 w 190223"/>
                <a:gd name="connsiteY28" fmla="*/ 122271 h 191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90223" h="191217">
                  <a:moveTo>
                    <a:pt x="189343" y="7359"/>
                  </a:moveTo>
                  <a:cubicBezTo>
                    <a:pt x="188703" y="4806"/>
                    <a:pt x="187426" y="2890"/>
                    <a:pt x="184870" y="2252"/>
                  </a:cubicBezTo>
                  <a:cubicBezTo>
                    <a:pt x="182313" y="1614"/>
                    <a:pt x="127999" y="-14346"/>
                    <a:pt x="63461" y="48855"/>
                  </a:cubicBezTo>
                  <a:cubicBezTo>
                    <a:pt x="52598" y="46301"/>
                    <a:pt x="22565" y="43109"/>
                    <a:pt x="840" y="78860"/>
                  </a:cubicBezTo>
                  <a:cubicBezTo>
                    <a:pt x="-439" y="81413"/>
                    <a:pt x="-439" y="84605"/>
                    <a:pt x="2118" y="86520"/>
                  </a:cubicBezTo>
                  <a:lnTo>
                    <a:pt x="32150" y="116525"/>
                  </a:lnTo>
                  <a:cubicBezTo>
                    <a:pt x="27038" y="126739"/>
                    <a:pt x="25760" y="145253"/>
                    <a:pt x="35984" y="155467"/>
                  </a:cubicBezTo>
                  <a:cubicBezTo>
                    <a:pt x="46208" y="165682"/>
                    <a:pt x="64739" y="163767"/>
                    <a:pt x="74963" y="159298"/>
                  </a:cubicBezTo>
                  <a:lnTo>
                    <a:pt x="104995" y="189302"/>
                  </a:lnTo>
                  <a:cubicBezTo>
                    <a:pt x="106273" y="190579"/>
                    <a:pt x="107552" y="191218"/>
                    <a:pt x="109468" y="191218"/>
                  </a:cubicBezTo>
                  <a:cubicBezTo>
                    <a:pt x="110747" y="191218"/>
                    <a:pt x="112024" y="190579"/>
                    <a:pt x="113302" y="189941"/>
                  </a:cubicBezTo>
                  <a:cubicBezTo>
                    <a:pt x="145252" y="165682"/>
                    <a:pt x="143974" y="138869"/>
                    <a:pt x="142057" y="128655"/>
                  </a:cubicBezTo>
                  <a:cubicBezTo>
                    <a:pt x="198928" y="69284"/>
                    <a:pt x="189981" y="9913"/>
                    <a:pt x="189343" y="7359"/>
                  </a:cubicBezTo>
                  <a:close/>
                  <a:moveTo>
                    <a:pt x="130555" y="122271"/>
                  </a:moveTo>
                  <a:cubicBezTo>
                    <a:pt x="128638" y="124186"/>
                    <a:pt x="127999" y="126101"/>
                    <a:pt x="129277" y="128655"/>
                  </a:cubicBezTo>
                  <a:cubicBezTo>
                    <a:pt x="129277" y="128655"/>
                    <a:pt x="136945" y="153552"/>
                    <a:pt x="110107" y="176534"/>
                  </a:cubicBezTo>
                  <a:lnTo>
                    <a:pt x="80074" y="146530"/>
                  </a:lnTo>
                  <a:cubicBezTo>
                    <a:pt x="78797" y="145253"/>
                    <a:pt x="77519" y="144615"/>
                    <a:pt x="75602" y="144615"/>
                  </a:cubicBezTo>
                  <a:cubicBezTo>
                    <a:pt x="73685" y="144615"/>
                    <a:pt x="72407" y="145253"/>
                    <a:pt x="71129" y="146530"/>
                  </a:cubicBezTo>
                  <a:cubicBezTo>
                    <a:pt x="67934" y="149722"/>
                    <a:pt x="51959" y="152914"/>
                    <a:pt x="44930" y="146530"/>
                  </a:cubicBezTo>
                  <a:cubicBezTo>
                    <a:pt x="37901" y="140146"/>
                    <a:pt x="41735" y="123547"/>
                    <a:pt x="44930" y="120356"/>
                  </a:cubicBezTo>
                  <a:cubicBezTo>
                    <a:pt x="47486" y="117802"/>
                    <a:pt x="47486" y="113972"/>
                    <a:pt x="44930" y="111418"/>
                  </a:cubicBezTo>
                  <a:cubicBezTo>
                    <a:pt x="44930" y="111418"/>
                    <a:pt x="44930" y="111418"/>
                    <a:pt x="44930" y="111418"/>
                  </a:cubicBezTo>
                  <a:lnTo>
                    <a:pt x="14897" y="81413"/>
                  </a:lnTo>
                  <a:cubicBezTo>
                    <a:pt x="35345" y="52047"/>
                    <a:pt x="62183" y="61623"/>
                    <a:pt x="62822" y="62261"/>
                  </a:cubicBezTo>
                  <a:cubicBezTo>
                    <a:pt x="65378" y="63538"/>
                    <a:pt x="67934" y="62900"/>
                    <a:pt x="69851" y="60985"/>
                  </a:cubicBezTo>
                  <a:cubicBezTo>
                    <a:pt x="120970" y="9913"/>
                    <a:pt x="164422" y="11828"/>
                    <a:pt x="177202" y="14382"/>
                  </a:cubicBezTo>
                  <a:cubicBezTo>
                    <a:pt x="177841" y="27788"/>
                    <a:pt x="177202" y="75668"/>
                    <a:pt x="130555" y="122271"/>
                  </a:cubicBezTo>
                  <a:lnTo>
                    <a:pt x="130555" y="122271"/>
                  </a:lnTo>
                  <a:close/>
                </a:path>
              </a:pathLst>
            </a:custGeom>
            <a:solidFill>
              <a:srgbClr val="00ABAB"/>
            </a:solidFill>
            <a:ln w="6390" cap="flat">
              <a:noFill/>
              <a:prstDash val="solid"/>
              <a:miter/>
            </a:ln>
          </p:spPr>
          <p:txBody>
            <a:bodyPr rtlCol="0" anchor="ctr"/>
            <a:lstStyle/>
            <a:p>
              <a:endParaRPr lang="en-US"/>
            </a:p>
          </p:txBody>
        </p:sp>
        <p:sp>
          <p:nvSpPr>
            <p:cNvPr id="53" name="Graphic 4">
              <a:extLst>
                <a:ext uri="{FF2B5EF4-FFF2-40B4-BE49-F238E27FC236}">
                  <a16:creationId xmlns:a16="http://schemas.microsoft.com/office/drawing/2014/main" id="{6EC3C93F-37B1-AE47-A0BD-018AD7050644}"/>
                </a:ext>
              </a:extLst>
            </p:cNvPr>
            <p:cNvSpPr/>
            <p:nvPr/>
          </p:nvSpPr>
          <p:spPr>
            <a:xfrm>
              <a:off x="3746739" y="4470226"/>
              <a:ext cx="59426" cy="59690"/>
            </a:xfrm>
            <a:custGeom>
              <a:avLst/>
              <a:gdLst>
                <a:gd name="connsiteX0" fmla="*/ 29713 w 59426"/>
                <a:gd name="connsiteY0" fmla="*/ 0 h 59690"/>
                <a:gd name="connsiteX1" fmla="*/ 8626 w 59426"/>
                <a:gd name="connsiteY1" fmla="*/ 8938 h 59690"/>
                <a:gd name="connsiteX2" fmla="*/ 8626 w 59426"/>
                <a:gd name="connsiteY2" fmla="*/ 51072 h 59690"/>
                <a:gd name="connsiteX3" fmla="*/ 50800 w 59426"/>
                <a:gd name="connsiteY3" fmla="*/ 51072 h 59690"/>
                <a:gd name="connsiteX4" fmla="*/ 50800 w 59426"/>
                <a:gd name="connsiteY4" fmla="*/ 8938 h 59690"/>
                <a:gd name="connsiteX5" fmla="*/ 50800 w 59426"/>
                <a:gd name="connsiteY5" fmla="*/ 8938 h 59690"/>
                <a:gd name="connsiteX6" fmla="*/ 29713 w 59426"/>
                <a:gd name="connsiteY6" fmla="*/ 0 h 59690"/>
                <a:gd name="connsiteX7" fmla="*/ 41854 w 59426"/>
                <a:gd name="connsiteY7" fmla="*/ 42135 h 59690"/>
                <a:gd name="connsiteX8" fmla="*/ 17572 w 59426"/>
                <a:gd name="connsiteY8" fmla="*/ 42135 h 59690"/>
                <a:gd name="connsiteX9" fmla="*/ 12460 w 59426"/>
                <a:gd name="connsiteY9" fmla="*/ 30005 h 59690"/>
                <a:gd name="connsiteX10" fmla="*/ 29713 w 59426"/>
                <a:gd name="connsiteY10" fmla="*/ 12768 h 59690"/>
                <a:gd name="connsiteX11" fmla="*/ 46966 w 59426"/>
                <a:gd name="connsiteY11" fmla="*/ 30005 h 59690"/>
                <a:gd name="connsiteX12" fmla="*/ 41854 w 59426"/>
                <a:gd name="connsiteY12" fmla="*/ 42135 h 59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426" h="59690">
                  <a:moveTo>
                    <a:pt x="29713" y="0"/>
                  </a:moveTo>
                  <a:cubicBezTo>
                    <a:pt x="22045" y="0"/>
                    <a:pt x="14377" y="3192"/>
                    <a:pt x="8626" y="8938"/>
                  </a:cubicBezTo>
                  <a:cubicBezTo>
                    <a:pt x="-2875" y="20429"/>
                    <a:pt x="-2875" y="39581"/>
                    <a:pt x="8626" y="51072"/>
                  </a:cubicBezTo>
                  <a:cubicBezTo>
                    <a:pt x="20128" y="62563"/>
                    <a:pt x="39298" y="62563"/>
                    <a:pt x="50800" y="51072"/>
                  </a:cubicBezTo>
                  <a:cubicBezTo>
                    <a:pt x="62302" y="39581"/>
                    <a:pt x="62302" y="20429"/>
                    <a:pt x="50800" y="8938"/>
                  </a:cubicBezTo>
                  <a:cubicBezTo>
                    <a:pt x="50800" y="8938"/>
                    <a:pt x="50800" y="8938"/>
                    <a:pt x="50800" y="8938"/>
                  </a:cubicBezTo>
                  <a:cubicBezTo>
                    <a:pt x="45049" y="3192"/>
                    <a:pt x="37381" y="0"/>
                    <a:pt x="29713" y="0"/>
                  </a:cubicBezTo>
                  <a:close/>
                  <a:moveTo>
                    <a:pt x="41854" y="42135"/>
                  </a:moveTo>
                  <a:cubicBezTo>
                    <a:pt x="35464" y="48519"/>
                    <a:pt x="24601" y="48519"/>
                    <a:pt x="17572" y="42135"/>
                  </a:cubicBezTo>
                  <a:cubicBezTo>
                    <a:pt x="14377" y="38943"/>
                    <a:pt x="12460" y="34474"/>
                    <a:pt x="12460" y="30005"/>
                  </a:cubicBezTo>
                  <a:cubicBezTo>
                    <a:pt x="12460" y="20429"/>
                    <a:pt x="20128" y="12768"/>
                    <a:pt x="29713" y="12768"/>
                  </a:cubicBezTo>
                  <a:cubicBezTo>
                    <a:pt x="39298" y="12768"/>
                    <a:pt x="46966" y="20429"/>
                    <a:pt x="46966" y="30005"/>
                  </a:cubicBezTo>
                  <a:cubicBezTo>
                    <a:pt x="46966" y="34474"/>
                    <a:pt x="45049" y="38943"/>
                    <a:pt x="41854" y="42135"/>
                  </a:cubicBezTo>
                  <a:close/>
                </a:path>
              </a:pathLst>
            </a:custGeom>
            <a:solidFill>
              <a:srgbClr val="00ABAB"/>
            </a:solidFill>
            <a:ln w="6390" cap="flat">
              <a:noFill/>
              <a:prstDash val="solid"/>
              <a:miter/>
            </a:ln>
          </p:spPr>
          <p:txBody>
            <a:bodyPr rtlCol="0" anchor="ctr"/>
            <a:lstStyle/>
            <a:p>
              <a:endParaRPr lang="en-US"/>
            </a:p>
          </p:txBody>
        </p:sp>
      </p:grpSp>
      <p:grpSp>
        <p:nvGrpSpPr>
          <p:cNvPr id="54" name="Graphic 4">
            <a:extLst>
              <a:ext uri="{FF2B5EF4-FFF2-40B4-BE49-F238E27FC236}">
                <a16:creationId xmlns:a16="http://schemas.microsoft.com/office/drawing/2014/main" id="{2314718A-F81C-EC4D-868F-B6F45126C46E}"/>
              </a:ext>
            </a:extLst>
          </p:cNvPr>
          <p:cNvGrpSpPr>
            <a:grpSpLocks noChangeAspect="1"/>
          </p:cNvGrpSpPr>
          <p:nvPr/>
        </p:nvGrpSpPr>
        <p:grpSpPr>
          <a:xfrm>
            <a:off x="467104" y="2371173"/>
            <a:ext cx="362309" cy="362610"/>
            <a:chOff x="467104" y="2371173"/>
            <a:chExt cx="362309" cy="362610"/>
          </a:xfrm>
          <a:solidFill>
            <a:srgbClr val="007680"/>
          </a:solidFill>
        </p:grpSpPr>
        <p:sp>
          <p:nvSpPr>
            <p:cNvPr id="55" name="Graphic 4">
              <a:extLst>
                <a:ext uri="{FF2B5EF4-FFF2-40B4-BE49-F238E27FC236}">
                  <a16:creationId xmlns:a16="http://schemas.microsoft.com/office/drawing/2014/main" id="{56F9F6FF-FC39-8741-9D0D-08977B5E1BBD}"/>
                </a:ext>
              </a:extLst>
            </p:cNvPr>
            <p:cNvSpPr/>
            <p:nvPr/>
          </p:nvSpPr>
          <p:spPr>
            <a:xfrm>
              <a:off x="467104" y="2371173"/>
              <a:ext cx="362309" cy="362610"/>
            </a:xfrm>
            <a:custGeom>
              <a:avLst/>
              <a:gdLst>
                <a:gd name="connsiteX0" fmla="*/ 181474 w 362309"/>
                <a:gd name="connsiteY0" fmla="*/ 0 h 362610"/>
                <a:gd name="connsiteX1" fmla="*/ 0 w 362309"/>
                <a:gd name="connsiteY1" fmla="*/ 181305 h 362610"/>
                <a:gd name="connsiteX2" fmla="*/ 181474 w 362309"/>
                <a:gd name="connsiteY2" fmla="*/ 362610 h 362610"/>
                <a:gd name="connsiteX3" fmla="*/ 362309 w 362309"/>
                <a:gd name="connsiteY3" fmla="*/ 181305 h 362610"/>
                <a:gd name="connsiteX4" fmla="*/ 181474 w 362309"/>
                <a:gd name="connsiteY4" fmla="*/ 0 h 362610"/>
                <a:gd name="connsiteX5" fmla="*/ 181474 w 362309"/>
                <a:gd name="connsiteY5" fmla="*/ 0 h 362610"/>
                <a:gd name="connsiteX6" fmla="*/ 181474 w 362309"/>
                <a:gd name="connsiteY6" fmla="*/ 349204 h 362610"/>
                <a:gd name="connsiteX7" fmla="*/ 13419 w 362309"/>
                <a:gd name="connsiteY7" fmla="*/ 180667 h 362610"/>
                <a:gd name="connsiteX8" fmla="*/ 181474 w 362309"/>
                <a:gd name="connsiteY8" fmla="*/ 12130 h 362610"/>
                <a:gd name="connsiteX9" fmla="*/ 349530 w 362309"/>
                <a:gd name="connsiteY9" fmla="*/ 180667 h 362610"/>
                <a:gd name="connsiteX10" fmla="*/ 349530 w 362309"/>
                <a:gd name="connsiteY10" fmla="*/ 180667 h 362610"/>
                <a:gd name="connsiteX11" fmla="*/ 181474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1474" y="0"/>
                  </a:moveTo>
                  <a:cubicBezTo>
                    <a:pt x="81152" y="0"/>
                    <a:pt x="0" y="81077"/>
                    <a:pt x="0" y="181305"/>
                  </a:cubicBezTo>
                  <a:cubicBezTo>
                    <a:pt x="0" y="281534"/>
                    <a:pt x="81152" y="362610"/>
                    <a:pt x="181474" y="362610"/>
                  </a:cubicBezTo>
                  <a:cubicBezTo>
                    <a:pt x="281796" y="362610"/>
                    <a:pt x="362309" y="281534"/>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130"/>
                    <a:pt x="181474" y="12130"/>
                  </a:cubicBezTo>
                  <a:cubicBezTo>
                    <a:pt x="274128" y="12130"/>
                    <a:pt x="349530" y="87461"/>
                    <a:pt x="349530" y="180667"/>
                  </a:cubicBezTo>
                  <a:cubicBezTo>
                    <a:pt x="349530" y="180667"/>
                    <a:pt x="349530" y="180667"/>
                    <a:pt x="349530" y="180667"/>
                  </a:cubicBezTo>
                  <a:cubicBezTo>
                    <a:pt x="349530" y="273873"/>
                    <a:pt x="274128"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56" name="Graphic 4">
              <a:extLst>
                <a:ext uri="{FF2B5EF4-FFF2-40B4-BE49-F238E27FC236}">
                  <a16:creationId xmlns:a16="http://schemas.microsoft.com/office/drawing/2014/main" id="{99EC34AA-ECC8-D940-BD8B-B66DA797D274}"/>
                </a:ext>
              </a:extLst>
            </p:cNvPr>
            <p:cNvSpPr/>
            <p:nvPr/>
          </p:nvSpPr>
          <p:spPr>
            <a:xfrm>
              <a:off x="571020" y="2445626"/>
              <a:ext cx="155116" cy="213066"/>
            </a:xfrm>
            <a:custGeom>
              <a:avLst/>
              <a:gdLst>
                <a:gd name="connsiteX0" fmla="*/ 141458 w 155116"/>
                <a:gd name="connsiteY0" fmla="*/ 172607 h 213066"/>
                <a:gd name="connsiteX1" fmla="*/ 141458 w 155116"/>
                <a:gd name="connsiteY1" fmla="*/ 120897 h 213066"/>
                <a:gd name="connsiteX2" fmla="*/ 121649 w 155116"/>
                <a:gd name="connsiteY2" fmla="*/ 100468 h 213066"/>
                <a:gd name="connsiteX3" fmla="*/ 120371 w 155116"/>
                <a:gd name="connsiteY3" fmla="*/ 100468 h 213066"/>
                <a:gd name="connsiteX4" fmla="*/ 83948 w 155116"/>
                <a:gd name="connsiteY4" fmla="*/ 100468 h 213066"/>
                <a:gd name="connsiteX5" fmla="*/ 83948 w 155116"/>
                <a:gd name="connsiteY5" fmla="*/ 40459 h 213066"/>
                <a:gd name="connsiteX6" fmla="*/ 97367 w 155116"/>
                <a:gd name="connsiteY6" fmla="*/ 14285 h 213066"/>
                <a:gd name="connsiteX7" fmla="*/ 71168 w 155116"/>
                <a:gd name="connsiteY7" fmla="*/ 878 h 213066"/>
                <a:gd name="connsiteX8" fmla="*/ 57749 w 155116"/>
                <a:gd name="connsiteY8" fmla="*/ 27053 h 213066"/>
                <a:gd name="connsiteX9" fmla="*/ 71168 w 155116"/>
                <a:gd name="connsiteY9" fmla="*/ 40459 h 213066"/>
                <a:gd name="connsiteX10" fmla="*/ 71168 w 155116"/>
                <a:gd name="connsiteY10" fmla="*/ 100468 h 213066"/>
                <a:gd name="connsiteX11" fmla="*/ 34746 w 155116"/>
                <a:gd name="connsiteY11" fmla="*/ 100468 h 213066"/>
                <a:gd name="connsiteX12" fmla="*/ 14298 w 155116"/>
                <a:gd name="connsiteY12" fmla="*/ 120259 h 213066"/>
                <a:gd name="connsiteX13" fmla="*/ 14298 w 155116"/>
                <a:gd name="connsiteY13" fmla="*/ 120897 h 213066"/>
                <a:gd name="connsiteX14" fmla="*/ 14298 w 155116"/>
                <a:gd name="connsiteY14" fmla="*/ 172607 h 213066"/>
                <a:gd name="connsiteX15" fmla="*/ 879 w 155116"/>
                <a:gd name="connsiteY15" fmla="*/ 198782 h 213066"/>
                <a:gd name="connsiteX16" fmla="*/ 27078 w 155116"/>
                <a:gd name="connsiteY16" fmla="*/ 212188 h 213066"/>
                <a:gd name="connsiteX17" fmla="*/ 40497 w 155116"/>
                <a:gd name="connsiteY17" fmla="*/ 186014 h 213066"/>
                <a:gd name="connsiteX18" fmla="*/ 27078 w 155116"/>
                <a:gd name="connsiteY18" fmla="*/ 172607 h 213066"/>
                <a:gd name="connsiteX19" fmla="*/ 27078 w 155116"/>
                <a:gd name="connsiteY19" fmla="*/ 120897 h 213066"/>
                <a:gd name="connsiteX20" fmla="*/ 34107 w 155116"/>
                <a:gd name="connsiteY20" fmla="*/ 112598 h 213066"/>
                <a:gd name="connsiteX21" fmla="*/ 34746 w 155116"/>
                <a:gd name="connsiteY21" fmla="*/ 112598 h 213066"/>
                <a:gd name="connsiteX22" fmla="*/ 71168 w 155116"/>
                <a:gd name="connsiteY22" fmla="*/ 112598 h 213066"/>
                <a:gd name="connsiteX23" fmla="*/ 71168 w 155116"/>
                <a:gd name="connsiteY23" fmla="*/ 172607 h 213066"/>
                <a:gd name="connsiteX24" fmla="*/ 57749 w 155116"/>
                <a:gd name="connsiteY24" fmla="*/ 198782 h 213066"/>
                <a:gd name="connsiteX25" fmla="*/ 83948 w 155116"/>
                <a:gd name="connsiteY25" fmla="*/ 212188 h 213066"/>
                <a:gd name="connsiteX26" fmla="*/ 97367 w 155116"/>
                <a:gd name="connsiteY26" fmla="*/ 186014 h 213066"/>
                <a:gd name="connsiteX27" fmla="*/ 83948 w 155116"/>
                <a:gd name="connsiteY27" fmla="*/ 172607 h 213066"/>
                <a:gd name="connsiteX28" fmla="*/ 83948 w 155116"/>
                <a:gd name="connsiteY28" fmla="*/ 112598 h 213066"/>
                <a:gd name="connsiteX29" fmla="*/ 120371 w 155116"/>
                <a:gd name="connsiteY29" fmla="*/ 112598 h 213066"/>
                <a:gd name="connsiteX30" fmla="*/ 128039 w 155116"/>
                <a:gd name="connsiteY30" fmla="*/ 118982 h 213066"/>
                <a:gd name="connsiteX31" fmla="*/ 128039 w 155116"/>
                <a:gd name="connsiteY31" fmla="*/ 120259 h 213066"/>
                <a:gd name="connsiteX32" fmla="*/ 128039 w 155116"/>
                <a:gd name="connsiteY32" fmla="*/ 171969 h 213066"/>
                <a:gd name="connsiteX33" fmla="*/ 114620 w 155116"/>
                <a:gd name="connsiteY33" fmla="*/ 198143 h 213066"/>
                <a:gd name="connsiteX34" fmla="*/ 140819 w 155116"/>
                <a:gd name="connsiteY34" fmla="*/ 211550 h 213066"/>
                <a:gd name="connsiteX35" fmla="*/ 154237 w 155116"/>
                <a:gd name="connsiteY35" fmla="*/ 185375 h 213066"/>
                <a:gd name="connsiteX36" fmla="*/ 141458 w 155116"/>
                <a:gd name="connsiteY36" fmla="*/ 172607 h 213066"/>
                <a:gd name="connsiteX37" fmla="*/ 77558 w 155116"/>
                <a:gd name="connsiteY37" fmla="*/ 13008 h 213066"/>
                <a:gd name="connsiteX38" fmla="*/ 85226 w 155116"/>
                <a:gd name="connsiteY38" fmla="*/ 20669 h 213066"/>
                <a:gd name="connsiteX39" fmla="*/ 77558 w 155116"/>
                <a:gd name="connsiteY39" fmla="*/ 28329 h 213066"/>
                <a:gd name="connsiteX40" fmla="*/ 69890 w 155116"/>
                <a:gd name="connsiteY40" fmla="*/ 20669 h 213066"/>
                <a:gd name="connsiteX41" fmla="*/ 69890 w 155116"/>
                <a:gd name="connsiteY41" fmla="*/ 20669 h 213066"/>
                <a:gd name="connsiteX42" fmla="*/ 77558 w 155116"/>
                <a:gd name="connsiteY42" fmla="*/ 13008 h 213066"/>
                <a:gd name="connsiteX43" fmla="*/ 77558 w 155116"/>
                <a:gd name="connsiteY43" fmla="*/ 13008 h 213066"/>
                <a:gd name="connsiteX44" fmla="*/ 77558 w 155116"/>
                <a:gd name="connsiteY44" fmla="*/ 13008 h 213066"/>
                <a:gd name="connsiteX45" fmla="*/ 20049 w 155116"/>
                <a:gd name="connsiteY45" fmla="*/ 200058 h 213066"/>
                <a:gd name="connsiteX46" fmla="*/ 12381 w 155116"/>
                <a:gd name="connsiteY46" fmla="*/ 192398 h 213066"/>
                <a:gd name="connsiteX47" fmla="*/ 20049 w 155116"/>
                <a:gd name="connsiteY47" fmla="*/ 184737 h 213066"/>
                <a:gd name="connsiteX48" fmla="*/ 27717 w 155116"/>
                <a:gd name="connsiteY48" fmla="*/ 192398 h 213066"/>
                <a:gd name="connsiteX49" fmla="*/ 27717 w 155116"/>
                <a:gd name="connsiteY49" fmla="*/ 192398 h 213066"/>
                <a:gd name="connsiteX50" fmla="*/ 20049 w 155116"/>
                <a:gd name="connsiteY50" fmla="*/ 200058 h 213066"/>
                <a:gd name="connsiteX51" fmla="*/ 20049 w 155116"/>
                <a:gd name="connsiteY51" fmla="*/ 200058 h 213066"/>
                <a:gd name="connsiteX52" fmla="*/ 77558 w 155116"/>
                <a:gd name="connsiteY52" fmla="*/ 200058 h 213066"/>
                <a:gd name="connsiteX53" fmla="*/ 69890 w 155116"/>
                <a:gd name="connsiteY53" fmla="*/ 192398 h 213066"/>
                <a:gd name="connsiteX54" fmla="*/ 77558 w 155116"/>
                <a:gd name="connsiteY54" fmla="*/ 184737 h 213066"/>
                <a:gd name="connsiteX55" fmla="*/ 85226 w 155116"/>
                <a:gd name="connsiteY55" fmla="*/ 192398 h 213066"/>
                <a:gd name="connsiteX56" fmla="*/ 85226 w 155116"/>
                <a:gd name="connsiteY56" fmla="*/ 192398 h 213066"/>
                <a:gd name="connsiteX57" fmla="*/ 77558 w 155116"/>
                <a:gd name="connsiteY57" fmla="*/ 200058 h 213066"/>
                <a:gd name="connsiteX58" fmla="*/ 77558 w 155116"/>
                <a:gd name="connsiteY58" fmla="*/ 200058 h 213066"/>
                <a:gd name="connsiteX59" fmla="*/ 135068 w 155116"/>
                <a:gd name="connsiteY59" fmla="*/ 200058 h 213066"/>
                <a:gd name="connsiteX60" fmla="*/ 127400 w 155116"/>
                <a:gd name="connsiteY60" fmla="*/ 192398 h 213066"/>
                <a:gd name="connsiteX61" fmla="*/ 135068 w 155116"/>
                <a:gd name="connsiteY61" fmla="*/ 184737 h 213066"/>
                <a:gd name="connsiteX62" fmla="*/ 142736 w 155116"/>
                <a:gd name="connsiteY62" fmla="*/ 192398 h 213066"/>
                <a:gd name="connsiteX63" fmla="*/ 142736 w 155116"/>
                <a:gd name="connsiteY63" fmla="*/ 192398 h 213066"/>
                <a:gd name="connsiteX64" fmla="*/ 135068 w 155116"/>
                <a:gd name="connsiteY64" fmla="*/ 200058 h 213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55116" h="213066">
                  <a:moveTo>
                    <a:pt x="141458" y="172607"/>
                  </a:moveTo>
                  <a:lnTo>
                    <a:pt x="141458" y="120897"/>
                  </a:lnTo>
                  <a:cubicBezTo>
                    <a:pt x="142097" y="110044"/>
                    <a:pt x="133151" y="100468"/>
                    <a:pt x="121649" y="100468"/>
                  </a:cubicBezTo>
                  <a:cubicBezTo>
                    <a:pt x="121010" y="100468"/>
                    <a:pt x="121010" y="100468"/>
                    <a:pt x="120371" y="100468"/>
                  </a:cubicBezTo>
                  <a:lnTo>
                    <a:pt x="83948" y="100468"/>
                  </a:lnTo>
                  <a:lnTo>
                    <a:pt x="83948" y="40459"/>
                  </a:lnTo>
                  <a:cubicBezTo>
                    <a:pt x="94811" y="36629"/>
                    <a:pt x="100562" y="25137"/>
                    <a:pt x="97367" y="14285"/>
                  </a:cubicBezTo>
                  <a:cubicBezTo>
                    <a:pt x="94172" y="3432"/>
                    <a:pt x="82031" y="-2314"/>
                    <a:pt x="71168" y="878"/>
                  </a:cubicBezTo>
                  <a:cubicBezTo>
                    <a:pt x="60305" y="4070"/>
                    <a:pt x="54554" y="16200"/>
                    <a:pt x="57749" y="27053"/>
                  </a:cubicBezTo>
                  <a:cubicBezTo>
                    <a:pt x="59666" y="33437"/>
                    <a:pt x="64778" y="38544"/>
                    <a:pt x="71168" y="40459"/>
                  </a:cubicBezTo>
                  <a:lnTo>
                    <a:pt x="71168" y="100468"/>
                  </a:lnTo>
                  <a:lnTo>
                    <a:pt x="34746" y="100468"/>
                  </a:lnTo>
                  <a:cubicBezTo>
                    <a:pt x="23244" y="100468"/>
                    <a:pt x="14298" y="109406"/>
                    <a:pt x="14298" y="120259"/>
                  </a:cubicBezTo>
                  <a:cubicBezTo>
                    <a:pt x="14298" y="120259"/>
                    <a:pt x="14298" y="120897"/>
                    <a:pt x="14298" y="120897"/>
                  </a:cubicBezTo>
                  <a:lnTo>
                    <a:pt x="14298" y="172607"/>
                  </a:lnTo>
                  <a:cubicBezTo>
                    <a:pt x="3435" y="176438"/>
                    <a:pt x="-2316" y="187929"/>
                    <a:pt x="879" y="198782"/>
                  </a:cubicBezTo>
                  <a:cubicBezTo>
                    <a:pt x="4074" y="209634"/>
                    <a:pt x="16215" y="215380"/>
                    <a:pt x="27078" y="212188"/>
                  </a:cubicBezTo>
                  <a:cubicBezTo>
                    <a:pt x="37941" y="208996"/>
                    <a:pt x="43692" y="196866"/>
                    <a:pt x="40497" y="186014"/>
                  </a:cubicBezTo>
                  <a:cubicBezTo>
                    <a:pt x="38580" y="179630"/>
                    <a:pt x="33468" y="174522"/>
                    <a:pt x="27078" y="172607"/>
                  </a:cubicBezTo>
                  <a:lnTo>
                    <a:pt x="27078" y="120897"/>
                  </a:lnTo>
                  <a:cubicBezTo>
                    <a:pt x="27078" y="116428"/>
                    <a:pt x="30273" y="113236"/>
                    <a:pt x="34107" y="112598"/>
                  </a:cubicBezTo>
                  <a:cubicBezTo>
                    <a:pt x="34107" y="112598"/>
                    <a:pt x="34746" y="112598"/>
                    <a:pt x="34746" y="112598"/>
                  </a:cubicBezTo>
                  <a:lnTo>
                    <a:pt x="71168" y="112598"/>
                  </a:lnTo>
                  <a:lnTo>
                    <a:pt x="71168" y="172607"/>
                  </a:lnTo>
                  <a:cubicBezTo>
                    <a:pt x="60305" y="176438"/>
                    <a:pt x="54554" y="187929"/>
                    <a:pt x="57749" y="198782"/>
                  </a:cubicBezTo>
                  <a:cubicBezTo>
                    <a:pt x="60944" y="209634"/>
                    <a:pt x="73085" y="215380"/>
                    <a:pt x="83948" y="212188"/>
                  </a:cubicBezTo>
                  <a:cubicBezTo>
                    <a:pt x="94811" y="208996"/>
                    <a:pt x="100562" y="196866"/>
                    <a:pt x="97367" y="186014"/>
                  </a:cubicBezTo>
                  <a:cubicBezTo>
                    <a:pt x="95450" y="179630"/>
                    <a:pt x="90338" y="174522"/>
                    <a:pt x="83948" y="172607"/>
                  </a:cubicBezTo>
                  <a:lnTo>
                    <a:pt x="83948" y="112598"/>
                  </a:lnTo>
                  <a:lnTo>
                    <a:pt x="120371" y="112598"/>
                  </a:lnTo>
                  <a:cubicBezTo>
                    <a:pt x="124205" y="111959"/>
                    <a:pt x="128039" y="115151"/>
                    <a:pt x="128039" y="118982"/>
                  </a:cubicBezTo>
                  <a:cubicBezTo>
                    <a:pt x="128039" y="119620"/>
                    <a:pt x="128039" y="119620"/>
                    <a:pt x="128039" y="120259"/>
                  </a:cubicBezTo>
                  <a:lnTo>
                    <a:pt x="128039" y="171969"/>
                  </a:lnTo>
                  <a:cubicBezTo>
                    <a:pt x="117176" y="175799"/>
                    <a:pt x="111425" y="187290"/>
                    <a:pt x="114620" y="198143"/>
                  </a:cubicBezTo>
                  <a:cubicBezTo>
                    <a:pt x="117815" y="208996"/>
                    <a:pt x="129956" y="214742"/>
                    <a:pt x="140819" y="211550"/>
                  </a:cubicBezTo>
                  <a:cubicBezTo>
                    <a:pt x="151681" y="208358"/>
                    <a:pt x="157432" y="196228"/>
                    <a:pt x="154237" y="185375"/>
                  </a:cubicBezTo>
                  <a:cubicBezTo>
                    <a:pt x="152320" y="179630"/>
                    <a:pt x="147209" y="174522"/>
                    <a:pt x="141458" y="172607"/>
                  </a:cubicBezTo>
                  <a:close/>
                  <a:moveTo>
                    <a:pt x="77558" y="13008"/>
                  </a:moveTo>
                  <a:cubicBezTo>
                    <a:pt x="82031" y="13008"/>
                    <a:pt x="85226" y="16838"/>
                    <a:pt x="85226" y="20669"/>
                  </a:cubicBezTo>
                  <a:cubicBezTo>
                    <a:pt x="85226" y="25137"/>
                    <a:pt x="81392" y="28329"/>
                    <a:pt x="77558" y="28329"/>
                  </a:cubicBezTo>
                  <a:cubicBezTo>
                    <a:pt x="73085" y="28329"/>
                    <a:pt x="69890" y="24499"/>
                    <a:pt x="69890" y="20669"/>
                  </a:cubicBezTo>
                  <a:lnTo>
                    <a:pt x="69890" y="20669"/>
                  </a:lnTo>
                  <a:cubicBezTo>
                    <a:pt x="69251" y="16200"/>
                    <a:pt x="73085" y="12369"/>
                    <a:pt x="77558" y="13008"/>
                  </a:cubicBezTo>
                  <a:cubicBezTo>
                    <a:pt x="77558" y="12369"/>
                    <a:pt x="77558" y="12369"/>
                    <a:pt x="77558" y="13008"/>
                  </a:cubicBezTo>
                  <a:lnTo>
                    <a:pt x="77558" y="13008"/>
                  </a:lnTo>
                  <a:close/>
                  <a:moveTo>
                    <a:pt x="20049" y="200058"/>
                  </a:moveTo>
                  <a:cubicBezTo>
                    <a:pt x="15576" y="200058"/>
                    <a:pt x="12381" y="196228"/>
                    <a:pt x="12381" y="192398"/>
                  </a:cubicBezTo>
                  <a:cubicBezTo>
                    <a:pt x="12381" y="187929"/>
                    <a:pt x="16215" y="184737"/>
                    <a:pt x="20049" y="184737"/>
                  </a:cubicBezTo>
                  <a:cubicBezTo>
                    <a:pt x="24522" y="184737"/>
                    <a:pt x="27717" y="188567"/>
                    <a:pt x="27717" y="192398"/>
                  </a:cubicBezTo>
                  <a:lnTo>
                    <a:pt x="27717" y="192398"/>
                  </a:lnTo>
                  <a:cubicBezTo>
                    <a:pt x="27717" y="196228"/>
                    <a:pt x="24522" y="200058"/>
                    <a:pt x="20049" y="200058"/>
                  </a:cubicBezTo>
                  <a:lnTo>
                    <a:pt x="20049" y="200058"/>
                  </a:lnTo>
                  <a:close/>
                  <a:moveTo>
                    <a:pt x="77558" y="200058"/>
                  </a:moveTo>
                  <a:cubicBezTo>
                    <a:pt x="73085" y="200058"/>
                    <a:pt x="69890" y="196228"/>
                    <a:pt x="69890" y="192398"/>
                  </a:cubicBezTo>
                  <a:cubicBezTo>
                    <a:pt x="69890" y="187929"/>
                    <a:pt x="73724" y="184737"/>
                    <a:pt x="77558" y="184737"/>
                  </a:cubicBezTo>
                  <a:cubicBezTo>
                    <a:pt x="82031" y="184737"/>
                    <a:pt x="85226" y="188567"/>
                    <a:pt x="85226" y="192398"/>
                  </a:cubicBezTo>
                  <a:lnTo>
                    <a:pt x="85226" y="192398"/>
                  </a:lnTo>
                  <a:cubicBezTo>
                    <a:pt x="85226" y="196866"/>
                    <a:pt x="82031" y="200058"/>
                    <a:pt x="77558" y="200058"/>
                  </a:cubicBezTo>
                  <a:lnTo>
                    <a:pt x="77558" y="200058"/>
                  </a:lnTo>
                  <a:close/>
                  <a:moveTo>
                    <a:pt x="135068" y="200058"/>
                  </a:moveTo>
                  <a:cubicBezTo>
                    <a:pt x="130595" y="200058"/>
                    <a:pt x="127400" y="196228"/>
                    <a:pt x="127400" y="192398"/>
                  </a:cubicBezTo>
                  <a:cubicBezTo>
                    <a:pt x="127400" y="187929"/>
                    <a:pt x="131234" y="184737"/>
                    <a:pt x="135068" y="184737"/>
                  </a:cubicBezTo>
                  <a:cubicBezTo>
                    <a:pt x="139541" y="184737"/>
                    <a:pt x="142736" y="188567"/>
                    <a:pt x="142736" y="192398"/>
                  </a:cubicBezTo>
                  <a:lnTo>
                    <a:pt x="142736" y="192398"/>
                  </a:lnTo>
                  <a:cubicBezTo>
                    <a:pt x="142736" y="196866"/>
                    <a:pt x="138902" y="200058"/>
                    <a:pt x="135068" y="200058"/>
                  </a:cubicBezTo>
                  <a:close/>
                </a:path>
              </a:pathLst>
            </a:custGeom>
            <a:solidFill>
              <a:srgbClr val="007680"/>
            </a:solidFill>
            <a:ln w="6390" cap="flat">
              <a:noFill/>
              <a:prstDash val="solid"/>
              <a:miter/>
            </a:ln>
          </p:spPr>
          <p:txBody>
            <a:bodyPr rtlCol="0" anchor="ctr"/>
            <a:lstStyle/>
            <a:p>
              <a:endParaRPr lang="en-US"/>
            </a:p>
          </p:txBody>
        </p:sp>
      </p:grpSp>
      <p:grpSp>
        <p:nvGrpSpPr>
          <p:cNvPr id="57" name="Graphic 4">
            <a:extLst>
              <a:ext uri="{FF2B5EF4-FFF2-40B4-BE49-F238E27FC236}">
                <a16:creationId xmlns:a16="http://schemas.microsoft.com/office/drawing/2014/main" id="{9E9F42E2-E0AE-9B4F-8DC1-0E13C65606EB}"/>
              </a:ext>
            </a:extLst>
          </p:cNvPr>
          <p:cNvGrpSpPr>
            <a:grpSpLocks noChangeAspect="1"/>
          </p:cNvGrpSpPr>
          <p:nvPr/>
        </p:nvGrpSpPr>
        <p:grpSpPr>
          <a:xfrm>
            <a:off x="467743" y="1873861"/>
            <a:ext cx="361670" cy="362610"/>
            <a:chOff x="467743" y="1873861"/>
            <a:chExt cx="361670" cy="362610"/>
          </a:xfrm>
          <a:solidFill>
            <a:srgbClr val="007680"/>
          </a:solidFill>
        </p:grpSpPr>
        <p:sp>
          <p:nvSpPr>
            <p:cNvPr id="58" name="Graphic 4">
              <a:extLst>
                <a:ext uri="{FF2B5EF4-FFF2-40B4-BE49-F238E27FC236}">
                  <a16:creationId xmlns:a16="http://schemas.microsoft.com/office/drawing/2014/main" id="{DCD07766-D596-DC4F-924E-7EB1BF040069}"/>
                </a:ext>
              </a:extLst>
            </p:cNvPr>
            <p:cNvSpPr/>
            <p:nvPr/>
          </p:nvSpPr>
          <p:spPr>
            <a:xfrm>
              <a:off x="467743" y="1873861"/>
              <a:ext cx="361670" cy="362610"/>
            </a:xfrm>
            <a:custGeom>
              <a:avLst/>
              <a:gdLst>
                <a:gd name="connsiteX0" fmla="*/ 180835 w 361670"/>
                <a:gd name="connsiteY0" fmla="*/ 0 h 362610"/>
                <a:gd name="connsiteX1" fmla="*/ 0 w 361670"/>
                <a:gd name="connsiteY1" fmla="*/ 181305 h 362610"/>
                <a:gd name="connsiteX2" fmla="*/ 180835 w 361670"/>
                <a:gd name="connsiteY2" fmla="*/ 362610 h 362610"/>
                <a:gd name="connsiteX3" fmla="*/ 361670 w 361670"/>
                <a:gd name="connsiteY3" fmla="*/ 181305 h 362610"/>
                <a:gd name="connsiteX4" fmla="*/ 361670 w 361670"/>
                <a:gd name="connsiteY4" fmla="*/ 181305 h 362610"/>
                <a:gd name="connsiteX5" fmla="*/ 180835 w 361670"/>
                <a:gd name="connsiteY5" fmla="*/ 0 h 362610"/>
                <a:gd name="connsiteX6" fmla="*/ 180835 w 361670"/>
                <a:gd name="connsiteY6" fmla="*/ 0 h 362610"/>
                <a:gd name="connsiteX7" fmla="*/ 180835 w 361670"/>
                <a:gd name="connsiteY7" fmla="*/ 349204 h 362610"/>
                <a:gd name="connsiteX8" fmla="*/ 12780 w 361670"/>
                <a:gd name="connsiteY8" fmla="*/ 180667 h 362610"/>
                <a:gd name="connsiteX9" fmla="*/ 180835 w 361670"/>
                <a:gd name="connsiteY9" fmla="*/ 12130 h 362610"/>
                <a:gd name="connsiteX10" fmla="*/ 348891 w 361670"/>
                <a:gd name="connsiteY10" fmla="*/ 180667 h 362610"/>
                <a:gd name="connsiteX11" fmla="*/ 180835 w 361670"/>
                <a:gd name="connsiteY11" fmla="*/ 349204 h 362610"/>
                <a:gd name="connsiteX12" fmla="*/ 180835 w 361670"/>
                <a:gd name="connsiteY12"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2610">
                  <a:moveTo>
                    <a:pt x="180835" y="0"/>
                  </a:moveTo>
                  <a:cubicBezTo>
                    <a:pt x="80513" y="0"/>
                    <a:pt x="0" y="81077"/>
                    <a:pt x="0" y="181305"/>
                  </a:cubicBezTo>
                  <a:cubicBezTo>
                    <a:pt x="0" y="281534"/>
                    <a:pt x="81152" y="362610"/>
                    <a:pt x="180835" y="362610"/>
                  </a:cubicBezTo>
                  <a:cubicBezTo>
                    <a:pt x="280518" y="362610"/>
                    <a:pt x="361670" y="281534"/>
                    <a:pt x="361670" y="181305"/>
                  </a:cubicBezTo>
                  <a:cubicBezTo>
                    <a:pt x="361670" y="181305"/>
                    <a:pt x="361670" y="181305"/>
                    <a:pt x="361670" y="181305"/>
                  </a:cubicBezTo>
                  <a:cubicBezTo>
                    <a:pt x="361670"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130"/>
                    <a:pt x="180835" y="12130"/>
                  </a:cubicBezTo>
                  <a:cubicBezTo>
                    <a:pt x="273489" y="12130"/>
                    <a:pt x="348891" y="87461"/>
                    <a:pt x="348891" y="180667"/>
                  </a:cubicBezTo>
                  <a:cubicBezTo>
                    <a:pt x="348891" y="273873"/>
                    <a:pt x="273489" y="349204"/>
                    <a:pt x="180835" y="349204"/>
                  </a:cubicBezTo>
                  <a:lnTo>
                    <a:pt x="180835" y="349204"/>
                  </a:lnTo>
                  <a:close/>
                </a:path>
              </a:pathLst>
            </a:custGeom>
            <a:solidFill>
              <a:srgbClr val="007680"/>
            </a:solidFill>
            <a:ln w="6390" cap="flat">
              <a:noFill/>
              <a:prstDash val="solid"/>
              <a:miter/>
            </a:ln>
          </p:spPr>
          <p:txBody>
            <a:bodyPr rtlCol="0" anchor="ctr"/>
            <a:lstStyle/>
            <a:p>
              <a:endParaRPr lang="en-US"/>
            </a:p>
          </p:txBody>
        </p:sp>
        <p:sp>
          <p:nvSpPr>
            <p:cNvPr id="59" name="Graphic 4">
              <a:extLst>
                <a:ext uri="{FF2B5EF4-FFF2-40B4-BE49-F238E27FC236}">
                  <a16:creationId xmlns:a16="http://schemas.microsoft.com/office/drawing/2014/main" id="{2297F2F7-B363-734F-9CB7-BFC78E6FE746}"/>
                </a:ext>
              </a:extLst>
            </p:cNvPr>
            <p:cNvSpPr/>
            <p:nvPr/>
          </p:nvSpPr>
          <p:spPr>
            <a:xfrm>
              <a:off x="590588" y="1946638"/>
              <a:ext cx="114860" cy="215620"/>
            </a:xfrm>
            <a:custGeom>
              <a:avLst/>
              <a:gdLst>
                <a:gd name="connsiteX0" fmla="*/ 114860 w 114860"/>
                <a:gd name="connsiteY0" fmla="*/ 21067 h 215620"/>
                <a:gd name="connsiteX1" fmla="*/ 93774 w 114860"/>
                <a:gd name="connsiteY1" fmla="*/ 0 h 215620"/>
                <a:gd name="connsiteX2" fmla="*/ 72687 w 114860"/>
                <a:gd name="connsiteY2" fmla="*/ 21067 h 215620"/>
                <a:gd name="connsiteX3" fmla="*/ 87384 w 114860"/>
                <a:gd name="connsiteY3" fmla="*/ 40858 h 215620"/>
                <a:gd name="connsiteX4" fmla="*/ 86745 w 114860"/>
                <a:gd name="connsiteY4" fmla="*/ 42773 h 215620"/>
                <a:gd name="connsiteX5" fmla="*/ 86745 w 114860"/>
                <a:gd name="connsiteY5" fmla="*/ 101505 h 215620"/>
                <a:gd name="connsiteX6" fmla="*/ 42654 w 114860"/>
                <a:gd name="connsiteY6" fmla="*/ 101505 h 215620"/>
                <a:gd name="connsiteX7" fmla="*/ 27318 w 114860"/>
                <a:gd name="connsiteY7" fmla="*/ 88099 h 215620"/>
                <a:gd name="connsiteX8" fmla="*/ 27318 w 114860"/>
                <a:gd name="connsiteY8" fmla="*/ 86184 h 215620"/>
                <a:gd name="connsiteX9" fmla="*/ 27318 w 114860"/>
                <a:gd name="connsiteY9" fmla="*/ 40858 h 215620"/>
                <a:gd name="connsiteX10" fmla="*/ 40737 w 114860"/>
                <a:gd name="connsiteY10" fmla="*/ 14683 h 215620"/>
                <a:gd name="connsiteX11" fmla="*/ 14538 w 114860"/>
                <a:gd name="connsiteY11" fmla="*/ 1277 h 215620"/>
                <a:gd name="connsiteX12" fmla="*/ 1120 w 114860"/>
                <a:gd name="connsiteY12" fmla="*/ 27451 h 215620"/>
                <a:gd name="connsiteX13" fmla="*/ 14538 w 114860"/>
                <a:gd name="connsiteY13" fmla="*/ 40858 h 215620"/>
                <a:gd name="connsiteX14" fmla="*/ 14538 w 114860"/>
                <a:gd name="connsiteY14" fmla="*/ 86184 h 215620"/>
                <a:gd name="connsiteX15" fmla="*/ 40737 w 114860"/>
                <a:gd name="connsiteY15" fmla="*/ 114273 h 215620"/>
                <a:gd name="connsiteX16" fmla="*/ 42654 w 114860"/>
                <a:gd name="connsiteY16" fmla="*/ 114273 h 215620"/>
                <a:gd name="connsiteX17" fmla="*/ 87384 w 114860"/>
                <a:gd name="connsiteY17" fmla="*/ 114273 h 215620"/>
                <a:gd name="connsiteX18" fmla="*/ 87384 w 114860"/>
                <a:gd name="connsiteY18" fmla="*/ 174921 h 215620"/>
                <a:gd name="connsiteX19" fmla="*/ 73965 w 114860"/>
                <a:gd name="connsiteY19" fmla="*/ 201095 h 215620"/>
                <a:gd name="connsiteX20" fmla="*/ 100164 w 114860"/>
                <a:gd name="connsiteY20" fmla="*/ 214502 h 215620"/>
                <a:gd name="connsiteX21" fmla="*/ 113582 w 114860"/>
                <a:gd name="connsiteY21" fmla="*/ 188327 h 215620"/>
                <a:gd name="connsiteX22" fmla="*/ 100164 w 114860"/>
                <a:gd name="connsiteY22" fmla="*/ 174921 h 215620"/>
                <a:gd name="connsiteX23" fmla="*/ 100164 w 114860"/>
                <a:gd name="connsiteY23" fmla="*/ 42773 h 215620"/>
                <a:gd name="connsiteX24" fmla="*/ 99525 w 114860"/>
                <a:gd name="connsiteY24" fmla="*/ 40858 h 215620"/>
                <a:gd name="connsiteX25" fmla="*/ 114860 w 114860"/>
                <a:gd name="connsiteY25" fmla="*/ 21067 h 215620"/>
                <a:gd name="connsiteX26" fmla="*/ 21567 w 114860"/>
                <a:gd name="connsiteY26" fmla="*/ 13406 h 215620"/>
                <a:gd name="connsiteX27" fmla="*/ 29874 w 114860"/>
                <a:gd name="connsiteY27" fmla="*/ 21706 h 215620"/>
                <a:gd name="connsiteX28" fmla="*/ 21567 w 114860"/>
                <a:gd name="connsiteY28" fmla="*/ 30005 h 215620"/>
                <a:gd name="connsiteX29" fmla="*/ 13260 w 114860"/>
                <a:gd name="connsiteY29" fmla="*/ 21706 h 215620"/>
                <a:gd name="connsiteX30" fmla="*/ 13260 w 114860"/>
                <a:gd name="connsiteY30" fmla="*/ 21706 h 215620"/>
                <a:gd name="connsiteX31" fmla="*/ 21567 w 114860"/>
                <a:gd name="connsiteY31" fmla="*/ 13406 h 215620"/>
                <a:gd name="connsiteX32" fmla="*/ 21567 w 114860"/>
                <a:gd name="connsiteY32" fmla="*/ 13406 h 215620"/>
                <a:gd name="connsiteX33" fmla="*/ 21567 w 114860"/>
                <a:gd name="connsiteY33" fmla="*/ 13406 h 215620"/>
                <a:gd name="connsiteX34" fmla="*/ 94413 w 114860"/>
                <a:gd name="connsiteY34" fmla="*/ 203649 h 215620"/>
                <a:gd name="connsiteX35" fmla="*/ 86106 w 114860"/>
                <a:gd name="connsiteY35" fmla="*/ 195350 h 215620"/>
                <a:gd name="connsiteX36" fmla="*/ 94413 w 114860"/>
                <a:gd name="connsiteY36" fmla="*/ 187051 h 215620"/>
                <a:gd name="connsiteX37" fmla="*/ 102720 w 114860"/>
                <a:gd name="connsiteY37" fmla="*/ 195350 h 215620"/>
                <a:gd name="connsiteX38" fmla="*/ 102720 w 114860"/>
                <a:gd name="connsiteY38" fmla="*/ 195350 h 215620"/>
                <a:gd name="connsiteX39" fmla="*/ 94413 w 114860"/>
                <a:gd name="connsiteY39" fmla="*/ 203649 h 215620"/>
                <a:gd name="connsiteX40" fmla="*/ 94413 w 114860"/>
                <a:gd name="connsiteY40" fmla="*/ 203649 h 215620"/>
                <a:gd name="connsiteX41" fmla="*/ 94413 w 114860"/>
                <a:gd name="connsiteY41" fmla="*/ 29366 h 215620"/>
                <a:gd name="connsiteX42" fmla="*/ 86106 w 114860"/>
                <a:gd name="connsiteY42" fmla="*/ 21067 h 215620"/>
                <a:gd name="connsiteX43" fmla="*/ 94413 w 114860"/>
                <a:gd name="connsiteY43" fmla="*/ 12768 h 215620"/>
                <a:gd name="connsiteX44" fmla="*/ 102720 w 114860"/>
                <a:gd name="connsiteY44" fmla="*/ 21067 h 215620"/>
                <a:gd name="connsiteX45" fmla="*/ 102720 w 114860"/>
                <a:gd name="connsiteY45" fmla="*/ 21067 h 215620"/>
                <a:gd name="connsiteX46" fmla="*/ 94413 w 114860"/>
                <a:gd name="connsiteY46" fmla="*/ 29366 h 215620"/>
                <a:gd name="connsiteX47" fmla="*/ 94413 w 114860"/>
                <a:gd name="connsiteY47" fmla="*/ 29366 h 215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4860" h="215620">
                  <a:moveTo>
                    <a:pt x="114860" y="21067"/>
                  </a:moveTo>
                  <a:cubicBezTo>
                    <a:pt x="114860" y="9576"/>
                    <a:pt x="105276" y="0"/>
                    <a:pt x="93774" y="0"/>
                  </a:cubicBezTo>
                  <a:cubicBezTo>
                    <a:pt x="82272" y="0"/>
                    <a:pt x="72687" y="9576"/>
                    <a:pt x="72687" y="21067"/>
                  </a:cubicBezTo>
                  <a:cubicBezTo>
                    <a:pt x="72687" y="30005"/>
                    <a:pt x="78438" y="38304"/>
                    <a:pt x="87384" y="40858"/>
                  </a:cubicBezTo>
                  <a:cubicBezTo>
                    <a:pt x="87384" y="41496"/>
                    <a:pt x="86745" y="42134"/>
                    <a:pt x="86745" y="42773"/>
                  </a:cubicBezTo>
                  <a:lnTo>
                    <a:pt x="86745" y="101505"/>
                  </a:lnTo>
                  <a:lnTo>
                    <a:pt x="42654" y="101505"/>
                  </a:lnTo>
                  <a:cubicBezTo>
                    <a:pt x="34347" y="102144"/>
                    <a:pt x="27957" y="95760"/>
                    <a:pt x="27318" y="88099"/>
                  </a:cubicBezTo>
                  <a:cubicBezTo>
                    <a:pt x="27318" y="87461"/>
                    <a:pt x="27318" y="86822"/>
                    <a:pt x="27318" y="86184"/>
                  </a:cubicBezTo>
                  <a:lnTo>
                    <a:pt x="27318" y="40858"/>
                  </a:lnTo>
                  <a:cubicBezTo>
                    <a:pt x="38181" y="37027"/>
                    <a:pt x="44571" y="25536"/>
                    <a:pt x="40737" y="14683"/>
                  </a:cubicBezTo>
                  <a:cubicBezTo>
                    <a:pt x="36903" y="3830"/>
                    <a:pt x="25401" y="-2554"/>
                    <a:pt x="14538" y="1277"/>
                  </a:cubicBezTo>
                  <a:cubicBezTo>
                    <a:pt x="3676" y="5107"/>
                    <a:pt x="-2714" y="16598"/>
                    <a:pt x="1120" y="27451"/>
                  </a:cubicBezTo>
                  <a:cubicBezTo>
                    <a:pt x="3037" y="33835"/>
                    <a:pt x="8148" y="38942"/>
                    <a:pt x="14538" y="40858"/>
                  </a:cubicBezTo>
                  <a:lnTo>
                    <a:pt x="14538" y="86184"/>
                  </a:lnTo>
                  <a:cubicBezTo>
                    <a:pt x="13899" y="101505"/>
                    <a:pt x="26040" y="113635"/>
                    <a:pt x="40737" y="114273"/>
                  </a:cubicBezTo>
                  <a:cubicBezTo>
                    <a:pt x="41376" y="114273"/>
                    <a:pt x="42015" y="114273"/>
                    <a:pt x="42654" y="114273"/>
                  </a:cubicBezTo>
                  <a:lnTo>
                    <a:pt x="87384" y="114273"/>
                  </a:lnTo>
                  <a:lnTo>
                    <a:pt x="87384" y="174921"/>
                  </a:lnTo>
                  <a:cubicBezTo>
                    <a:pt x="76521" y="178752"/>
                    <a:pt x="70131" y="190243"/>
                    <a:pt x="73965" y="201095"/>
                  </a:cubicBezTo>
                  <a:cubicBezTo>
                    <a:pt x="77799" y="211948"/>
                    <a:pt x="89301" y="218332"/>
                    <a:pt x="100164" y="214502"/>
                  </a:cubicBezTo>
                  <a:cubicBezTo>
                    <a:pt x="111027" y="210671"/>
                    <a:pt x="117416" y="199180"/>
                    <a:pt x="113582" y="188327"/>
                  </a:cubicBezTo>
                  <a:cubicBezTo>
                    <a:pt x="111666" y="181944"/>
                    <a:pt x="106554" y="176836"/>
                    <a:pt x="100164" y="174921"/>
                  </a:cubicBezTo>
                  <a:lnTo>
                    <a:pt x="100164" y="42773"/>
                  </a:lnTo>
                  <a:cubicBezTo>
                    <a:pt x="100164" y="42134"/>
                    <a:pt x="100164" y="41496"/>
                    <a:pt x="99525" y="40858"/>
                  </a:cubicBezTo>
                  <a:cubicBezTo>
                    <a:pt x="109110" y="38304"/>
                    <a:pt x="114860" y="30643"/>
                    <a:pt x="114860" y="21067"/>
                  </a:cubicBezTo>
                  <a:close/>
                  <a:moveTo>
                    <a:pt x="21567" y="13406"/>
                  </a:moveTo>
                  <a:cubicBezTo>
                    <a:pt x="26040" y="13406"/>
                    <a:pt x="29874" y="17237"/>
                    <a:pt x="29874" y="21706"/>
                  </a:cubicBezTo>
                  <a:cubicBezTo>
                    <a:pt x="29874" y="26174"/>
                    <a:pt x="26040" y="30005"/>
                    <a:pt x="21567" y="30005"/>
                  </a:cubicBezTo>
                  <a:cubicBezTo>
                    <a:pt x="17094" y="30005"/>
                    <a:pt x="13260" y="26174"/>
                    <a:pt x="13260" y="21706"/>
                  </a:cubicBezTo>
                  <a:lnTo>
                    <a:pt x="13260" y="21706"/>
                  </a:lnTo>
                  <a:cubicBezTo>
                    <a:pt x="13260" y="16598"/>
                    <a:pt x="17094" y="13406"/>
                    <a:pt x="21567" y="13406"/>
                  </a:cubicBezTo>
                  <a:cubicBezTo>
                    <a:pt x="21567" y="13406"/>
                    <a:pt x="21567" y="13406"/>
                    <a:pt x="21567" y="13406"/>
                  </a:cubicBezTo>
                  <a:lnTo>
                    <a:pt x="21567" y="13406"/>
                  </a:lnTo>
                  <a:close/>
                  <a:moveTo>
                    <a:pt x="94413" y="203649"/>
                  </a:moveTo>
                  <a:cubicBezTo>
                    <a:pt x="89940" y="203649"/>
                    <a:pt x="86106" y="199819"/>
                    <a:pt x="86106" y="195350"/>
                  </a:cubicBezTo>
                  <a:cubicBezTo>
                    <a:pt x="86106" y="190881"/>
                    <a:pt x="89940" y="187051"/>
                    <a:pt x="94413" y="187051"/>
                  </a:cubicBezTo>
                  <a:cubicBezTo>
                    <a:pt x="98886" y="187051"/>
                    <a:pt x="102720" y="190881"/>
                    <a:pt x="102720" y="195350"/>
                  </a:cubicBezTo>
                  <a:lnTo>
                    <a:pt x="102720" y="195350"/>
                  </a:lnTo>
                  <a:cubicBezTo>
                    <a:pt x="102081" y="199819"/>
                    <a:pt x="98886" y="203649"/>
                    <a:pt x="94413" y="203649"/>
                  </a:cubicBezTo>
                  <a:lnTo>
                    <a:pt x="94413" y="203649"/>
                  </a:lnTo>
                  <a:close/>
                  <a:moveTo>
                    <a:pt x="94413" y="29366"/>
                  </a:moveTo>
                  <a:cubicBezTo>
                    <a:pt x="89940" y="29366"/>
                    <a:pt x="86106" y="25536"/>
                    <a:pt x="86106" y="21067"/>
                  </a:cubicBezTo>
                  <a:cubicBezTo>
                    <a:pt x="86106" y="16598"/>
                    <a:pt x="89940" y="12768"/>
                    <a:pt x="94413" y="12768"/>
                  </a:cubicBezTo>
                  <a:cubicBezTo>
                    <a:pt x="98886" y="12768"/>
                    <a:pt x="102720" y="16598"/>
                    <a:pt x="102720" y="21067"/>
                  </a:cubicBezTo>
                  <a:lnTo>
                    <a:pt x="102720" y="21067"/>
                  </a:lnTo>
                  <a:cubicBezTo>
                    <a:pt x="102081" y="25536"/>
                    <a:pt x="98886" y="29366"/>
                    <a:pt x="94413" y="29366"/>
                  </a:cubicBezTo>
                  <a:lnTo>
                    <a:pt x="94413" y="29366"/>
                  </a:lnTo>
                  <a:close/>
                </a:path>
              </a:pathLst>
            </a:custGeom>
            <a:solidFill>
              <a:srgbClr val="007680"/>
            </a:solidFill>
            <a:ln w="6390" cap="flat">
              <a:noFill/>
              <a:prstDash val="solid"/>
              <a:miter/>
            </a:ln>
          </p:spPr>
          <p:txBody>
            <a:bodyPr rtlCol="0" anchor="ctr"/>
            <a:lstStyle/>
            <a:p>
              <a:endParaRPr lang="en-US"/>
            </a:p>
          </p:txBody>
        </p:sp>
      </p:grpSp>
      <p:grpSp>
        <p:nvGrpSpPr>
          <p:cNvPr id="60" name="Graphic 4">
            <a:extLst>
              <a:ext uri="{FF2B5EF4-FFF2-40B4-BE49-F238E27FC236}">
                <a16:creationId xmlns:a16="http://schemas.microsoft.com/office/drawing/2014/main" id="{05412A1A-6125-FB4F-BD18-4A12A6F06DD2}"/>
              </a:ext>
            </a:extLst>
          </p:cNvPr>
          <p:cNvGrpSpPr>
            <a:grpSpLocks noChangeAspect="1"/>
          </p:cNvGrpSpPr>
          <p:nvPr/>
        </p:nvGrpSpPr>
        <p:grpSpPr>
          <a:xfrm>
            <a:off x="467104" y="1403361"/>
            <a:ext cx="362309" cy="361971"/>
            <a:chOff x="467104" y="1403361"/>
            <a:chExt cx="362309" cy="361971"/>
          </a:xfrm>
          <a:solidFill>
            <a:srgbClr val="007680"/>
          </a:solidFill>
        </p:grpSpPr>
        <p:sp>
          <p:nvSpPr>
            <p:cNvPr id="61" name="Graphic 4">
              <a:extLst>
                <a:ext uri="{FF2B5EF4-FFF2-40B4-BE49-F238E27FC236}">
                  <a16:creationId xmlns:a16="http://schemas.microsoft.com/office/drawing/2014/main" id="{0B770A4F-6D94-B64F-BAE8-1DE4C934AB47}"/>
                </a:ext>
              </a:extLst>
            </p:cNvPr>
            <p:cNvSpPr/>
            <p:nvPr/>
          </p:nvSpPr>
          <p:spPr>
            <a:xfrm>
              <a:off x="467104" y="1403361"/>
              <a:ext cx="362309" cy="361971"/>
            </a:xfrm>
            <a:custGeom>
              <a:avLst/>
              <a:gdLst>
                <a:gd name="connsiteX0" fmla="*/ 181474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1474 w 362309"/>
                <a:gd name="connsiteY4" fmla="*/ 0 h 361971"/>
                <a:gd name="connsiteX5" fmla="*/ 181474 w 362309"/>
                <a:gd name="connsiteY5" fmla="*/ 0 h 361971"/>
                <a:gd name="connsiteX6" fmla="*/ 181474 w 362309"/>
                <a:gd name="connsiteY6" fmla="*/ 349204 h 361971"/>
                <a:gd name="connsiteX7" fmla="*/ 13419 w 362309"/>
                <a:gd name="connsiteY7" fmla="*/ 180667 h 361971"/>
                <a:gd name="connsiteX8" fmla="*/ 181474 w 362309"/>
                <a:gd name="connsiteY8" fmla="*/ 12768 h 361971"/>
                <a:gd name="connsiteX9" fmla="*/ 349530 w 362309"/>
                <a:gd name="connsiteY9" fmla="*/ 180667 h 361971"/>
                <a:gd name="connsiteX10" fmla="*/ 181474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1474" y="0"/>
                  </a:moveTo>
                  <a:cubicBezTo>
                    <a:pt x="81152" y="0"/>
                    <a:pt x="0" y="81077"/>
                    <a:pt x="0" y="181305"/>
                  </a:cubicBezTo>
                  <a:cubicBezTo>
                    <a:pt x="0" y="281534"/>
                    <a:pt x="81152" y="361972"/>
                    <a:pt x="181474" y="361972"/>
                  </a:cubicBezTo>
                  <a:cubicBezTo>
                    <a:pt x="281796" y="361972"/>
                    <a:pt x="362309" y="280895"/>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768"/>
                    <a:pt x="181474" y="12768"/>
                  </a:cubicBezTo>
                  <a:cubicBezTo>
                    <a:pt x="274128" y="12768"/>
                    <a:pt x="349530" y="88099"/>
                    <a:pt x="349530" y="180667"/>
                  </a:cubicBezTo>
                  <a:cubicBezTo>
                    <a:pt x="349530" y="273873"/>
                    <a:pt x="274128"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62" name="Graphic 4">
              <a:extLst>
                <a:ext uri="{FF2B5EF4-FFF2-40B4-BE49-F238E27FC236}">
                  <a16:creationId xmlns:a16="http://schemas.microsoft.com/office/drawing/2014/main" id="{78538A92-0762-FF45-A125-10B4E3A497FD}"/>
                </a:ext>
              </a:extLst>
            </p:cNvPr>
            <p:cNvSpPr/>
            <p:nvPr/>
          </p:nvSpPr>
          <p:spPr>
            <a:xfrm>
              <a:off x="565672" y="1470850"/>
              <a:ext cx="164533" cy="226011"/>
            </a:xfrm>
            <a:custGeom>
              <a:avLst/>
              <a:gdLst>
                <a:gd name="connsiteX0" fmla="*/ 150000 w 164533"/>
                <a:gd name="connsiteY0" fmla="*/ 183402 h 226011"/>
                <a:gd name="connsiteX1" fmla="*/ 150000 w 164533"/>
                <a:gd name="connsiteY1" fmla="*/ 135522 h 226011"/>
                <a:gd name="connsiteX2" fmla="*/ 122523 w 164533"/>
                <a:gd name="connsiteY2" fmla="*/ 106156 h 226011"/>
                <a:gd name="connsiteX3" fmla="*/ 120606 w 164533"/>
                <a:gd name="connsiteY3" fmla="*/ 106156 h 226011"/>
                <a:gd name="connsiteX4" fmla="*/ 89296 w 164533"/>
                <a:gd name="connsiteY4" fmla="*/ 106156 h 226011"/>
                <a:gd name="connsiteX5" fmla="*/ 89296 w 164533"/>
                <a:gd name="connsiteY5" fmla="*/ 44231 h 226011"/>
                <a:gd name="connsiteX6" fmla="*/ 88657 w 164533"/>
                <a:gd name="connsiteY6" fmla="*/ 42316 h 226011"/>
                <a:gd name="connsiteX7" fmla="*/ 103354 w 164533"/>
                <a:gd name="connsiteY7" fmla="*/ 15503 h 226011"/>
                <a:gd name="connsiteX8" fmla="*/ 76516 w 164533"/>
                <a:gd name="connsiteY8" fmla="*/ 820 h 226011"/>
                <a:gd name="connsiteX9" fmla="*/ 61819 w 164533"/>
                <a:gd name="connsiteY9" fmla="*/ 27633 h 226011"/>
                <a:gd name="connsiteX10" fmla="*/ 76516 w 164533"/>
                <a:gd name="connsiteY10" fmla="*/ 42316 h 226011"/>
                <a:gd name="connsiteX11" fmla="*/ 75877 w 164533"/>
                <a:gd name="connsiteY11" fmla="*/ 44231 h 226011"/>
                <a:gd name="connsiteX12" fmla="*/ 75877 w 164533"/>
                <a:gd name="connsiteY12" fmla="*/ 106156 h 226011"/>
                <a:gd name="connsiteX13" fmla="*/ 44566 w 164533"/>
                <a:gd name="connsiteY13" fmla="*/ 106156 h 226011"/>
                <a:gd name="connsiteX14" fmla="*/ 27952 w 164533"/>
                <a:gd name="connsiteY14" fmla="*/ 91473 h 226011"/>
                <a:gd name="connsiteX15" fmla="*/ 27952 w 164533"/>
                <a:gd name="connsiteY15" fmla="*/ 90196 h 226011"/>
                <a:gd name="connsiteX16" fmla="*/ 27952 w 164533"/>
                <a:gd name="connsiteY16" fmla="*/ 42316 h 226011"/>
                <a:gd name="connsiteX17" fmla="*/ 42010 w 164533"/>
                <a:gd name="connsiteY17" fmla="*/ 15503 h 226011"/>
                <a:gd name="connsiteX18" fmla="*/ 15173 w 164533"/>
                <a:gd name="connsiteY18" fmla="*/ 1458 h 226011"/>
                <a:gd name="connsiteX19" fmla="*/ 1115 w 164533"/>
                <a:gd name="connsiteY19" fmla="*/ 28271 h 226011"/>
                <a:gd name="connsiteX20" fmla="*/ 15173 w 164533"/>
                <a:gd name="connsiteY20" fmla="*/ 42316 h 226011"/>
                <a:gd name="connsiteX21" fmla="*/ 15173 w 164533"/>
                <a:gd name="connsiteY21" fmla="*/ 90196 h 226011"/>
                <a:gd name="connsiteX22" fmla="*/ 42649 w 164533"/>
                <a:gd name="connsiteY22" fmla="*/ 119562 h 226011"/>
                <a:gd name="connsiteX23" fmla="*/ 44566 w 164533"/>
                <a:gd name="connsiteY23" fmla="*/ 119562 h 226011"/>
                <a:gd name="connsiteX24" fmla="*/ 75877 w 164533"/>
                <a:gd name="connsiteY24" fmla="*/ 119562 h 226011"/>
                <a:gd name="connsiteX25" fmla="*/ 75877 w 164533"/>
                <a:gd name="connsiteY25" fmla="*/ 183402 h 226011"/>
                <a:gd name="connsiteX26" fmla="*/ 61819 w 164533"/>
                <a:gd name="connsiteY26" fmla="*/ 210215 h 226011"/>
                <a:gd name="connsiteX27" fmla="*/ 88657 w 164533"/>
                <a:gd name="connsiteY27" fmla="*/ 224259 h 226011"/>
                <a:gd name="connsiteX28" fmla="*/ 102715 w 164533"/>
                <a:gd name="connsiteY28" fmla="*/ 197447 h 226011"/>
                <a:gd name="connsiteX29" fmla="*/ 88657 w 164533"/>
                <a:gd name="connsiteY29" fmla="*/ 183402 h 226011"/>
                <a:gd name="connsiteX30" fmla="*/ 88657 w 164533"/>
                <a:gd name="connsiteY30" fmla="*/ 119562 h 226011"/>
                <a:gd name="connsiteX31" fmla="*/ 119967 w 164533"/>
                <a:gd name="connsiteY31" fmla="*/ 119562 h 226011"/>
                <a:gd name="connsiteX32" fmla="*/ 136581 w 164533"/>
                <a:gd name="connsiteY32" fmla="*/ 134245 h 226011"/>
                <a:gd name="connsiteX33" fmla="*/ 136581 w 164533"/>
                <a:gd name="connsiteY33" fmla="*/ 136161 h 226011"/>
                <a:gd name="connsiteX34" fmla="*/ 136581 w 164533"/>
                <a:gd name="connsiteY34" fmla="*/ 184040 h 226011"/>
                <a:gd name="connsiteX35" fmla="*/ 122523 w 164533"/>
                <a:gd name="connsiteY35" fmla="*/ 210853 h 226011"/>
                <a:gd name="connsiteX36" fmla="*/ 149361 w 164533"/>
                <a:gd name="connsiteY36" fmla="*/ 224898 h 226011"/>
                <a:gd name="connsiteX37" fmla="*/ 163419 w 164533"/>
                <a:gd name="connsiteY37" fmla="*/ 198085 h 226011"/>
                <a:gd name="connsiteX38" fmla="*/ 150000 w 164533"/>
                <a:gd name="connsiteY38" fmla="*/ 183402 h 226011"/>
                <a:gd name="connsiteX39" fmla="*/ 150000 w 164533"/>
                <a:gd name="connsiteY39" fmla="*/ 183402 h 226011"/>
                <a:gd name="connsiteX40" fmla="*/ 22201 w 164533"/>
                <a:gd name="connsiteY40" fmla="*/ 13588 h 226011"/>
                <a:gd name="connsiteX41" fmla="*/ 31147 w 164533"/>
                <a:gd name="connsiteY41" fmla="*/ 22526 h 226011"/>
                <a:gd name="connsiteX42" fmla="*/ 22201 w 164533"/>
                <a:gd name="connsiteY42" fmla="*/ 31463 h 226011"/>
                <a:gd name="connsiteX43" fmla="*/ 13256 w 164533"/>
                <a:gd name="connsiteY43" fmla="*/ 22526 h 226011"/>
                <a:gd name="connsiteX44" fmla="*/ 13256 w 164533"/>
                <a:gd name="connsiteY44" fmla="*/ 22526 h 226011"/>
                <a:gd name="connsiteX45" fmla="*/ 22201 w 164533"/>
                <a:gd name="connsiteY45" fmla="*/ 13588 h 226011"/>
                <a:gd name="connsiteX46" fmla="*/ 73960 w 164533"/>
                <a:gd name="connsiteY46" fmla="*/ 22526 h 226011"/>
                <a:gd name="connsiteX47" fmla="*/ 82906 w 164533"/>
                <a:gd name="connsiteY47" fmla="*/ 13588 h 226011"/>
                <a:gd name="connsiteX48" fmla="*/ 91852 w 164533"/>
                <a:gd name="connsiteY48" fmla="*/ 22526 h 226011"/>
                <a:gd name="connsiteX49" fmla="*/ 82906 w 164533"/>
                <a:gd name="connsiteY49" fmla="*/ 31463 h 226011"/>
                <a:gd name="connsiteX50" fmla="*/ 82906 w 164533"/>
                <a:gd name="connsiteY50" fmla="*/ 31463 h 226011"/>
                <a:gd name="connsiteX51" fmla="*/ 73960 w 164533"/>
                <a:gd name="connsiteY51" fmla="*/ 22526 h 226011"/>
                <a:gd name="connsiteX52" fmla="*/ 73960 w 164533"/>
                <a:gd name="connsiteY52" fmla="*/ 22526 h 226011"/>
                <a:gd name="connsiteX53" fmla="*/ 82906 w 164533"/>
                <a:gd name="connsiteY53" fmla="*/ 212768 h 226011"/>
                <a:gd name="connsiteX54" fmla="*/ 73960 w 164533"/>
                <a:gd name="connsiteY54" fmla="*/ 203831 h 226011"/>
                <a:gd name="connsiteX55" fmla="*/ 82906 w 164533"/>
                <a:gd name="connsiteY55" fmla="*/ 194893 h 226011"/>
                <a:gd name="connsiteX56" fmla="*/ 91852 w 164533"/>
                <a:gd name="connsiteY56" fmla="*/ 203831 h 226011"/>
                <a:gd name="connsiteX57" fmla="*/ 91852 w 164533"/>
                <a:gd name="connsiteY57" fmla="*/ 203831 h 226011"/>
                <a:gd name="connsiteX58" fmla="*/ 82906 w 164533"/>
                <a:gd name="connsiteY58" fmla="*/ 212768 h 226011"/>
                <a:gd name="connsiteX59" fmla="*/ 82906 w 164533"/>
                <a:gd name="connsiteY59" fmla="*/ 212768 h 226011"/>
                <a:gd name="connsiteX60" fmla="*/ 143610 w 164533"/>
                <a:gd name="connsiteY60" fmla="*/ 212768 h 226011"/>
                <a:gd name="connsiteX61" fmla="*/ 134664 w 164533"/>
                <a:gd name="connsiteY61" fmla="*/ 203831 h 226011"/>
                <a:gd name="connsiteX62" fmla="*/ 143610 w 164533"/>
                <a:gd name="connsiteY62" fmla="*/ 194893 h 226011"/>
                <a:gd name="connsiteX63" fmla="*/ 152556 w 164533"/>
                <a:gd name="connsiteY63" fmla="*/ 203831 h 226011"/>
                <a:gd name="connsiteX64" fmla="*/ 152556 w 164533"/>
                <a:gd name="connsiteY64" fmla="*/ 203831 h 226011"/>
                <a:gd name="connsiteX65" fmla="*/ 143610 w 164533"/>
                <a:gd name="connsiteY65" fmla="*/ 212768 h 226011"/>
                <a:gd name="connsiteX66" fmla="*/ 143610 w 164533"/>
                <a:gd name="connsiteY66" fmla="*/ 212768 h 226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64533" h="226011">
                  <a:moveTo>
                    <a:pt x="150000" y="183402"/>
                  </a:moveTo>
                  <a:lnTo>
                    <a:pt x="150000" y="135522"/>
                  </a:lnTo>
                  <a:cubicBezTo>
                    <a:pt x="150639" y="120201"/>
                    <a:pt x="138498" y="106794"/>
                    <a:pt x="122523" y="106156"/>
                  </a:cubicBezTo>
                  <a:cubicBezTo>
                    <a:pt x="121884" y="106156"/>
                    <a:pt x="121245" y="106156"/>
                    <a:pt x="120606" y="106156"/>
                  </a:cubicBezTo>
                  <a:lnTo>
                    <a:pt x="89296" y="106156"/>
                  </a:lnTo>
                  <a:lnTo>
                    <a:pt x="89296" y="44231"/>
                  </a:lnTo>
                  <a:cubicBezTo>
                    <a:pt x="89296" y="43593"/>
                    <a:pt x="89296" y="42954"/>
                    <a:pt x="88657" y="42316"/>
                  </a:cubicBezTo>
                  <a:cubicBezTo>
                    <a:pt x="100159" y="39124"/>
                    <a:pt x="106549" y="26994"/>
                    <a:pt x="103354" y="15503"/>
                  </a:cubicBezTo>
                  <a:cubicBezTo>
                    <a:pt x="100159" y="4012"/>
                    <a:pt x="88018" y="-2372"/>
                    <a:pt x="76516" y="820"/>
                  </a:cubicBezTo>
                  <a:cubicBezTo>
                    <a:pt x="65014" y="4012"/>
                    <a:pt x="58624" y="16142"/>
                    <a:pt x="61819" y="27633"/>
                  </a:cubicBezTo>
                  <a:cubicBezTo>
                    <a:pt x="63736" y="34655"/>
                    <a:pt x="69487" y="40401"/>
                    <a:pt x="76516" y="42316"/>
                  </a:cubicBezTo>
                  <a:cubicBezTo>
                    <a:pt x="76516" y="42954"/>
                    <a:pt x="75877" y="43593"/>
                    <a:pt x="75877" y="44231"/>
                  </a:cubicBezTo>
                  <a:lnTo>
                    <a:pt x="75877" y="106156"/>
                  </a:lnTo>
                  <a:lnTo>
                    <a:pt x="44566" y="106156"/>
                  </a:lnTo>
                  <a:cubicBezTo>
                    <a:pt x="36259" y="106794"/>
                    <a:pt x="28591" y="99772"/>
                    <a:pt x="27952" y="91473"/>
                  </a:cubicBezTo>
                  <a:cubicBezTo>
                    <a:pt x="27952" y="90834"/>
                    <a:pt x="27952" y="90834"/>
                    <a:pt x="27952" y="90196"/>
                  </a:cubicBezTo>
                  <a:lnTo>
                    <a:pt x="27952" y="42316"/>
                  </a:lnTo>
                  <a:cubicBezTo>
                    <a:pt x="39454" y="38486"/>
                    <a:pt x="45844" y="26994"/>
                    <a:pt x="42010" y="15503"/>
                  </a:cubicBezTo>
                  <a:cubicBezTo>
                    <a:pt x="38176" y="4012"/>
                    <a:pt x="26674" y="-2372"/>
                    <a:pt x="15173" y="1458"/>
                  </a:cubicBezTo>
                  <a:cubicBezTo>
                    <a:pt x="3671" y="5289"/>
                    <a:pt x="-2719" y="16780"/>
                    <a:pt x="1115" y="28271"/>
                  </a:cubicBezTo>
                  <a:cubicBezTo>
                    <a:pt x="3032" y="35294"/>
                    <a:pt x="8783" y="40401"/>
                    <a:pt x="15173" y="42316"/>
                  </a:cubicBezTo>
                  <a:lnTo>
                    <a:pt x="15173" y="90196"/>
                  </a:lnTo>
                  <a:cubicBezTo>
                    <a:pt x="14534" y="105517"/>
                    <a:pt x="27313" y="118924"/>
                    <a:pt x="42649" y="119562"/>
                  </a:cubicBezTo>
                  <a:cubicBezTo>
                    <a:pt x="43288" y="119562"/>
                    <a:pt x="43927" y="119562"/>
                    <a:pt x="44566" y="119562"/>
                  </a:cubicBezTo>
                  <a:lnTo>
                    <a:pt x="75877" y="119562"/>
                  </a:lnTo>
                  <a:lnTo>
                    <a:pt x="75877" y="183402"/>
                  </a:lnTo>
                  <a:cubicBezTo>
                    <a:pt x="64375" y="187232"/>
                    <a:pt x="57985" y="198723"/>
                    <a:pt x="61819" y="210215"/>
                  </a:cubicBezTo>
                  <a:cubicBezTo>
                    <a:pt x="65653" y="221706"/>
                    <a:pt x="77155" y="228090"/>
                    <a:pt x="88657" y="224259"/>
                  </a:cubicBezTo>
                  <a:cubicBezTo>
                    <a:pt x="100159" y="220429"/>
                    <a:pt x="106549" y="208938"/>
                    <a:pt x="102715" y="197447"/>
                  </a:cubicBezTo>
                  <a:cubicBezTo>
                    <a:pt x="100798" y="190424"/>
                    <a:pt x="95047" y="185317"/>
                    <a:pt x="88657" y="183402"/>
                  </a:cubicBezTo>
                  <a:lnTo>
                    <a:pt x="88657" y="119562"/>
                  </a:lnTo>
                  <a:lnTo>
                    <a:pt x="119967" y="119562"/>
                  </a:lnTo>
                  <a:cubicBezTo>
                    <a:pt x="128274" y="118924"/>
                    <a:pt x="135942" y="125946"/>
                    <a:pt x="136581" y="134245"/>
                  </a:cubicBezTo>
                  <a:cubicBezTo>
                    <a:pt x="136581" y="134884"/>
                    <a:pt x="136581" y="135522"/>
                    <a:pt x="136581" y="136161"/>
                  </a:cubicBezTo>
                  <a:lnTo>
                    <a:pt x="136581" y="184040"/>
                  </a:lnTo>
                  <a:cubicBezTo>
                    <a:pt x="125079" y="187871"/>
                    <a:pt x="118689" y="199362"/>
                    <a:pt x="122523" y="210853"/>
                  </a:cubicBezTo>
                  <a:cubicBezTo>
                    <a:pt x="126357" y="222344"/>
                    <a:pt x="137859" y="228728"/>
                    <a:pt x="149361" y="224898"/>
                  </a:cubicBezTo>
                  <a:cubicBezTo>
                    <a:pt x="160863" y="221067"/>
                    <a:pt x="167253" y="209576"/>
                    <a:pt x="163419" y="198085"/>
                  </a:cubicBezTo>
                  <a:cubicBezTo>
                    <a:pt x="161502" y="191063"/>
                    <a:pt x="156390" y="185955"/>
                    <a:pt x="150000" y="183402"/>
                  </a:cubicBezTo>
                  <a:lnTo>
                    <a:pt x="150000" y="183402"/>
                  </a:lnTo>
                  <a:close/>
                  <a:moveTo>
                    <a:pt x="22201" y="13588"/>
                  </a:moveTo>
                  <a:cubicBezTo>
                    <a:pt x="27313" y="13588"/>
                    <a:pt x="31147" y="17418"/>
                    <a:pt x="31147" y="22526"/>
                  </a:cubicBezTo>
                  <a:cubicBezTo>
                    <a:pt x="31147" y="27633"/>
                    <a:pt x="27313" y="31463"/>
                    <a:pt x="22201" y="31463"/>
                  </a:cubicBezTo>
                  <a:cubicBezTo>
                    <a:pt x="17089" y="31463"/>
                    <a:pt x="13256" y="27633"/>
                    <a:pt x="13256" y="22526"/>
                  </a:cubicBezTo>
                  <a:lnTo>
                    <a:pt x="13256" y="22526"/>
                  </a:lnTo>
                  <a:cubicBezTo>
                    <a:pt x="13256" y="17418"/>
                    <a:pt x="17089" y="13588"/>
                    <a:pt x="22201" y="13588"/>
                  </a:cubicBezTo>
                  <a:close/>
                  <a:moveTo>
                    <a:pt x="73960" y="22526"/>
                  </a:moveTo>
                  <a:cubicBezTo>
                    <a:pt x="73960" y="17418"/>
                    <a:pt x="77794" y="13588"/>
                    <a:pt x="82906" y="13588"/>
                  </a:cubicBezTo>
                  <a:cubicBezTo>
                    <a:pt x="88018" y="13588"/>
                    <a:pt x="91852" y="17418"/>
                    <a:pt x="91852" y="22526"/>
                  </a:cubicBezTo>
                  <a:cubicBezTo>
                    <a:pt x="91852" y="27633"/>
                    <a:pt x="88018" y="31463"/>
                    <a:pt x="82906" y="31463"/>
                  </a:cubicBezTo>
                  <a:lnTo>
                    <a:pt x="82906" y="31463"/>
                  </a:lnTo>
                  <a:cubicBezTo>
                    <a:pt x="77794" y="31463"/>
                    <a:pt x="73960" y="27633"/>
                    <a:pt x="73960" y="22526"/>
                  </a:cubicBezTo>
                  <a:lnTo>
                    <a:pt x="73960" y="22526"/>
                  </a:lnTo>
                  <a:close/>
                  <a:moveTo>
                    <a:pt x="82906" y="212768"/>
                  </a:moveTo>
                  <a:cubicBezTo>
                    <a:pt x="77794" y="212768"/>
                    <a:pt x="73960" y="208938"/>
                    <a:pt x="73960" y="203831"/>
                  </a:cubicBezTo>
                  <a:cubicBezTo>
                    <a:pt x="73960" y="198723"/>
                    <a:pt x="77794" y="194893"/>
                    <a:pt x="82906" y="194893"/>
                  </a:cubicBezTo>
                  <a:cubicBezTo>
                    <a:pt x="88018" y="194893"/>
                    <a:pt x="91852" y="198723"/>
                    <a:pt x="91852" y="203831"/>
                  </a:cubicBezTo>
                  <a:lnTo>
                    <a:pt x="91852" y="203831"/>
                  </a:lnTo>
                  <a:cubicBezTo>
                    <a:pt x="91852" y="208938"/>
                    <a:pt x="87379" y="212768"/>
                    <a:pt x="82906" y="212768"/>
                  </a:cubicBezTo>
                  <a:lnTo>
                    <a:pt x="82906" y="212768"/>
                  </a:lnTo>
                  <a:close/>
                  <a:moveTo>
                    <a:pt x="143610" y="212768"/>
                  </a:moveTo>
                  <a:cubicBezTo>
                    <a:pt x="138498" y="212768"/>
                    <a:pt x="134664" y="208938"/>
                    <a:pt x="134664" y="203831"/>
                  </a:cubicBezTo>
                  <a:cubicBezTo>
                    <a:pt x="134664" y="198723"/>
                    <a:pt x="138498" y="194893"/>
                    <a:pt x="143610" y="194893"/>
                  </a:cubicBezTo>
                  <a:cubicBezTo>
                    <a:pt x="148722" y="194893"/>
                    <a:pt x="152556" y="198723"/>
                    <a:pt x="152556" y="203831"/>
                  </a:cubicBezTo>
                  <a:lnTo>
                    <a:pt x="152556" y="203831"/>
                  </a:lnTo>
                  <a:cubicBezTo>
                    <a:pt x="151917" y="208938"/>
                    <a:pt x="148083" y="212768"/>
                    <a:pt x="143610" y="212768"/>
                  </a:cubicBezTo>
                  <a:lnTo>
                    <a:pt x="143610" y="212768"/>
                  </a:lnTo>
                  <a:close/>
                </a:path>
              </a:pathLst>
            </a:custGeom>
            <a:solidFill>
              <a:srgbClr val="007680"/>
            </a:solidFill>
            <a:ln w="6390" cap="flat">
              <a:noFill/>
              <a:prstDash val="solid"/>
              <a:miter/>
            </a:ln>
          </p:spPr>
          <p:txBody>
            <a:bodyPr rtlCol="0" anchor="ctr"/>
            <a:lstStyle/>
            <a:p>
              <a:endParaRPr lang="en-US"/>
            </a:p>
          </p:txBody>
        </p:sp>
      </p:grpSp>
      <p:grpSp>
        <p:nvGrpSpPr>
          <p:cNvPr id="63" name="Graphic 4">
            <a:extLst>
              <a:ext uri="{FF2B5EF4-FFF2-40B4-BE49-F238E27FC236}">
                <a16:creationId xmlns:a16="http://schemas.microsoft.com/office/drawing/2014/main" id="{6497A49E-7079-B840-97D7-FAFA6E3144F7}"/>
              </a:ext>
            </a:extLst>
          </p:cNvPr>
          <p:cNvGrpSpPr>
            <a:grpSpLocks noChangeAspect="1"/>
          </p:cNvGrpSpPr>
          <p:nvPr/>
        </p:nvGrpSpPr>
        <p:grpSpPr>
          <a:xfrm>
            <a:off x="3607758" y="3824168"/>
            <a:ext cx="362309" cy="361971"/>
            <a:chOff x="3607758" y="3824168"/>
            <a:chExt cx="362309" cy="361971"/>
          </a:xfrm>
          <a:solidFill>
            <a:srgbClr val="00ABAB"/>
          </a:solidFill>
        </p:grpSpPr>
        <p:sp>
          <p:nvSpPr>
            <p:cNvPr id="206" name="Graphic 4">
              <a:extLst>
                <a:ext uri="{FF2B5EF4-FFF2-40B4-BE49-F238E27FC236}">
                  <a16:creationId xmlns:a16="http://schemas.microsoft.com/office/drawing/2014/main" id="{26968266-00CB-3C4A-B94A-B7835920F5F9}"/>
                </a:ext>
              </a:extLst>
            </p:cNvPr>
            <p:cNvSpPr/>
            <p:nvPr/>
          </p:nvSpPr>
          <p:spPr>
            <a:xfrm>
              <a:off x="3607758" y="3824168"/>
              <a:ext cx="362309" cy="361971"/>
            </a:xfrm>
            <a:custGeom>
              <a:avLst/>
              <a:gdLst>
                <a:gd name="connsiteX0" fmla="*/ 181474 w 362309"/>
                <a:gd name="connsiteY0" fmla="*/ 0 h 361971"/>
                <a:gd name="connsiteX1" fmla="*/ 0 w 362309"/>
                <a:gd name="connsiteY1" fmla="*/ 180667 h 361971"/>
                <a:gd name="connsiteX2" fmla="*/ 180836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257"/>
                    <a:pt x="81152" y="361971"/>
                    <a:pt x="180836" y="361971"/>
                  </a:cubicBezTo>
                  <a:cubicBezTo>
                    <a:pt x="280518" y="361971"/>
                    <a:pt x="362310" y="280895"/>
                    <a:pt x="362310" y="181305"/>
                  </a:cubicBezTo>
                  <a:lnTo>
                    <a:pt x="362310" y="181305"/>
                  </a:lnTo>
                  <a:cubicBezTo>
                    <a:pt x="362310" y="81076"/>
                    <a:pt x="281796" y="0"/>
                    <a:pt x="181474" y="0"/>
                  </a:cubicBezTo>
                  <a:close/>
                  <a:moveTo>
                    <a:pt x="181474" y="349204"/>
                  </a:moveTo>
                  <a:cubicBezTo>
                    <a:pt x="88181" y="349204"/>
                    <a:pt x="12780" y="273873"/>
                    <a:pt x="12780" y="181305"/>
                  </a:cubicBezTo>
                  <a:cubicBezTo>
                    <a:pt x="12780" y="88737"/>
                    <a:pt x="88181" y="12768"/>
                    <a:pt x="180836" y="12768"/>
                  </a:cubicBezTo>
                  <a:cubicBezTo>
                    <a:pt x="274128" y="12768"/>
                    <a:pt x="349530" y="88099"/>
                    <a:pt x="349530" y="180667"/>
                  </a:cubicBezTo>
                  <a:lnTo>
                    <a:pt x="349530" y="180667"/>
                  </a:lnTo>
                  <a:cubicBezTo>
                    <a:pt x="349530" y="273873"/>
                    <a:pt x="274128"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207" name="Graphic 4">
              <a:extLst>
                <a:ext uri="{FF2B5EF4-FFF2-40B4-BE49-F238E27FC236}">
                  <a16:creationId xmlns:a16="http://schemas.microsoft.com/office/drawing/2014/main" id="{900AE71D-8417-B443-84F2-B8E555FBD32C}"/>
                </a:ext>
              </a:extLst>
            </p:cNvPr>
            <p:cNvSpPr/>
            <p:nvPr/>
          </p:nvSpPr>
          <p:spPr>
            <a:xfrm>
              <a:off x="3805496" y="3898222"/>
              <a:ext cx="87253" cy="144277"/>
            </a:xfrm>
            <a:custGeom>
              <a:avLst/>
              <a:gdLst>
                <a:gd name="connsiteX0" fmla="*/ 36773 w 87253"/>
                <a:gd name="connsiteY0" fmla="*/ 0 h 144277"/>
                <a:gd name="connsiteX1" fmla="*/ 36773 w 87253"/>
                <a:gd name="connsiteY1" fmla="*/ 0 h 144277"/>
                <a:gd name="connsiteX2" fmla="*/ 13130 w 87253"/>
                <a:gd name="connsiteY2" fmla="*/ 10214 h 144277"/>
                <a:gd name="connsiteX3" fmla="*/ 989 w 87253"/>
                <a:gd name="connsiteY3" fmla="*/ 72778 h 144277"/>
                <a:gd name="connsiteX4" fmla="*/ 989 w 87253"/>
                <a:gd name="connsiteY4" fmla="*/ 73416 h 144277"/>
                <a:gd name="connsiteX5" fmla="*/ 12491 w 87253"/>
                <a:gd name="connsiteY5" fmla="*/ 125765 h 144277"/>
                <a:gd name="connsiteX6" fmla="*/ 18881 w 87253"/>
                <a:gd name="connsiteY6" fmla="*/ 130872 h 144277"/>
                <a:gd name="connsiteX7" fmla="*/ 71279 w 87253"/>
                <a:gd name="connsiteY7" fmla="*/ 143640 h 144277"/>
                <a:gd name="connsiteX8" fmla="*/ 73834 w 87253"/>
                <a:gd name="connsiteY8" fmla="*/ 144278 h 144277"/>
                <a:gd name="connsiteX9" fmla="*/ 77029 w 87253"/>
                <a:gd name="connsiteY9" fmla="*/ 143640 h 144277"/>
                <a:gd name="connsiteX10" fmla="*/ 80224 w 87253"/>
                <a:gd name="connsiteY10" fmla="*/ 139809 h 144277"/>
                <a:gd name="connsiteX11" fmla="*/ 87254 w 87253"/>
                <a:gd name="connsiteY11" fmla="*/ 61925 h 144277"/>
                <a:gd name="connsiteX12" fmla="*/ 87254 w 87253"/>
                <a:gd name="connsiteY12" fmla="*/ 61286 h 144277"/>
                <a:gd name="connsiteX13" fmla="*/ 36773 w 87253"/>
                <a:gd name="connsiteY13" fmla="*/ 0 h 144277"/>
                <a:gd name="connsiteX14" fmla="*/ 69362 w 87253"/>
                <a:gd name="connsiteY14" fmla="*/ 129595 h 144277"/>
                <a:gd name="connsiteX15" fmla="*/ 23993 w 87253"/>
                <a:gd name="connsiteY15" fmla="*/ 118742 h 144277"/>
                <a:gd name="connsiteX16" fmla="*/ 13769 w 87253"/>
                <a:gd name="connsiteY16" fmla="*/ 71501 h 144277"/>
                <a:gd name="connsiteX17" fmla="*/ 23354 w 87253"/>
                <a:gd name="connsiteY17" fmla="*/ 19152 h 144277"/>
                <a:gd name="connsiteX18" fmla="*/ 37412 w 87253"/>
                <a:gd name="connsiteY18" fmla="*/ 12768 h 144277"/>
                <a:gd name="connsiteX19" fmla="*/ 37412 w 87253"/>
                <a:gd name="connsiteY19" fmla="*/ 12768 h 144277"/>
                <a:gd name="connsiteX20" fmla="*/ 74474 w 87253"/>
                <a:gd name="connsiteY20" fmla="*/ 61925 h 144277"/>
                <a:gd name="connsiteX21" fmla="*/ 69362 w 87253"/>
                <a:gd name="connsiteY21" fmla="*/ 129595 h 144277"/>
                <a:gd name="connsiteX22" fmla="*/ 69362 w 87253"/>
                <a:gd name="connsiteY22" fmla="*/ 129595 h 144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7253" h="144277">
                  <a:moveTo>
                    <a:pt x="36773" y="0"/>
                  </a:moveTo>
                  <a:lnTo>
                    <a:pt x="36773" y="0"/>
                  </a:lnTo>
                  <a:cubicBezTo>
                    <a:pt x="27827" y="0"/>
                    <a:pt x="18881" y="3830"/>
                    <a:pt x="13130" y="10214"/>
                  </a:cubicBezTo>
                  <a:cubicBezTo>
                    <a:pt x="-4122" y="30005"/>
                    <a:pt x="350" y="70862"/>
                    <a:pt x="989" y="72778"/>
                  </a:cubicBezTo>
                  <a:cubicBezTo>
                    <a:pt x="989" y="72778"/>
                    <a:pt x="989" y="73416"/>
                    <a:pt x="989" y="73416"/>
                  </a:cubicBezTo>
                  <a:cubicBezTo>
                    <a:pt x="3545" y="84269"/>
                    <a:pt x="12491" y="125126"/>
                    <a:pt x="12491" y="125765"/>
                  </a:cubicBezTo>
                  <a:cubicBezTo>
                    <a:pt x="13130" y="128957"/>
                    <a:pt x="15686" y="130872"/>
                    <a:pt x="18881" y="130872"/>
                  </a:cubicBezTo>
                  <a:cubicBezTo>
                    <a:pt x="32300" y="129595"/>
                    <a:pt x="61055" y="139809"/>
                    <a:pt x="71279" y="143640"/>
                  </a:cubicBezTo>
                  <a:cubicBezTo>
                    <a:pt x="71918" y="143640"/>
                    <a:pt x="72557" y="144278"/>
                    <a:pt x="73834" y="144278"/>
                  </a:cubicBezTo>
                  <a:cubicBezTo>
                    <a:pt x="75112" y="144278"/>
                    <a:pt x="75752" y="144278"/>
                    <a:pt x="77029" y="143640"/>
                  </a:cubicBezTo>
                  <a:cubicBezTo>
                    <a:pt x="78307" y="143001"/>
                    <a:pt x="79586" y="141086"/>
                    <a:pt x="80224" y="139809"/>
                  </a:cubicBezTo>
                  <a:cubicBezTo>
                    <a:pt x="86614" y="117465"/>
                    <a:pt x="87254" y="63840"/>
                    <a:pt x="87254" y="61925"/>
                  </a:cubicBezTo>
                  <a:lnTo>
                    <a:pt x="87254" y="61286"/>
                  </a:lnTo>
                  <a:cubicBezTo>
                    <a:pt x="86614" y="58733"/>
                    <a:pt x="80224" y="0"/>
                    <a:pt x="36773" y="0"/>
                  </a:cubicBezTo>
                  <a:close/>
                  <a:moveTo>
                    <a:pt x="69362" y="129595"/>
                  </a:moveTo>
                  <a:cubicBezTo>
                    <a:pt x="54665" y="123849"/>
                    <a:pt x="39329" y="120657"/>
                    <a:pt x="23993" y="118742"/>
                  </a:cubicBezTo>
                  <a:cubicBezTo>
                    <a:pt x="21437" y="107251"/>
                    <a:pt x="15686" y="81077"/>
                    <a:pt x="13769" y="71501"/>
                  </a:cubicBezTo>
                  <a:cubicBezTo>
                    <a:pt x="12491" y="60648"/>
                    <a:pt x="11852" y="31920"/>
                    <a:pt x="23354" y="19152"/>
                  </a:cubicBezTo>
                  <a:cubicBezTo>
                    <a:pt x="26549" y="14683"/>
                    <a:pt x="32300" y="12768"/>
                    <a:pt x="37412" y="12768"/>
                  </a:cubicBezTo>
                  <a:lnTo>
                    <a:pt x="37412" y="12768"/>
                  </a:lnTo>
                  <a:cubicBezTo>
                    <a:pt x="67444" y="12768"/>
                    <a:pt x="73834" y="57456"/>
                    <a:pt x="74474" y="61925"/>
                  </a:cubicBezTo>
                  <a:cubicBezTo>
                    <a:pt x="73834" y="84269"/>
                    <a:pt x="72557" y="107251"/>
                    <a:pt x="69362" y="129595"/>
                  </a:cubicBezTo>
                  <a:lnTo>
                    <a:pt x="69362" y="129595"/>
                  </a:lnTo>
                  <a:close/>
                </a:path>
              </a:pathLst>
            </a:custGeom>
            <a:solidFill>
              <a:srgbClr val="00ABAB"/>
            </a:solidFill>
            <a:ln w="6390" cap="flat">
              <a:noFill/>
              <a:prstDash val="solid"/>
              <a:miter/>
            </a:ln>
          </p:spPr>
          <p:txBody>
            <a:bodyPr rtlCol="0" anchor="ctr"/>
            <a:lstStyle/>
            <a:p>
              <a:endParaRPr lang="en-US"/>
            </a:p>
          </p:txBody>
        </p:sp>
        <p:sp>
          <p:nvSpPr>
            <p:cNvPr id="208" name="Graphic 4">
              <a:extLst>
                <a:ext uri="{FF2B5EF4-FFF2-40B4-BE49-F238E27FC236}">
                  <a16:creationId xmlns:a16="http://schemas.microsoft.com/office/drawing/2014/main" id="{5EFCD568-1E71-E84C-92F3-D476DF952A80}"/>
                </a:ext>
              </a:extLst>
            </p:cNvPr>
            <p:cNvSpPr/>
            <p:nvPr/>
          </p:nvSpPr>
          <p:spPr>
            <a:xfrm>
              <a:off x="3814436" y="4048197"/>
              <a:ext cx="62338" cy="63249"/>
            </a:xfrm>
            <a:custGeom>
              <a:avLst/>
              <a:gdLst>
                <a:gd name="connsiteX0" fmla="*/ 9941 w 62338"/>
                <a:gd name="connsiteY0" fmla="*/ 48 h 63249"/>
                <a:gd name="connsiteX1" fmla="*/ 3551 w 62338"/>
                <a:gd name="connsiteY1" fmla="*/ 5794 h 63249"/>
                <a:gd name="connsiteX2" fmla="*/ 356 w 62338"/>
                <a:gd name="connsiteY2" fmla="*/ 28776 h 63249"/>
                <a:gd name="connsiteX3" fmla="*/ 25915 w 62338"/>
                <a:gd name="connsiteY3" fmla="*/ 63250 h 63249"/>
                <a:gd name="connsiteX4" fmla="*/ 30388 w 62338"/>
                <a:gd name="connsiteY4" fmla="*/ 63250 h 63249"/>
                <a:gd name="connsiteX5" fmla="*/ 60421 w 62338"/>
                <a:gd name="connsiteY5" fmla="*/ 37075 h 63249"/>
                <a:gd name="connsiteX6" fmla="*/ 62338 w 62338"/>
                <a:gd name="connsiteY6" fmla="*/ 21115 h 63249"/>
                <a:gd name="connsiteX7" fmla="*/ 61060 w 62338"/>
                <a:gd name="connsiteY7" fmla="*/ 16646 h 63249"/>
                <a:gd name="connsiteX8" fmla="*/ 9941 w 62338"/>
                <a:gd name="connsiteY8" fmla="*/ 48 h 63249"/>
                <a:gd name="connsiteX9" fmla="*/ 47641 w 62338"/>
                <a:gd name="connsiteY9" fmla="*/ 35798 h 63249"/>
                <a:gd name="connsiteX10" fmla="*/ 27832 w 62338"/>
                <a:gd name="connsiteY10" fmla="*/ 50482 h 63249"/>
                <a:gd name="connsiteX11" fmla="*/ 13135 w 62338"/>
                <a:gd name="connsiteY11" fmla="*/ 30691 h 63249"/>
                <a:gd name="connsiteX12" fmla="*/ 13135 w 62338"/>
                <a:gd name="connsiteY12" fmla="*/ 30691 h 63249"/>
                <a:gd name="connsiteX13" fmla="*/ 15692 w 62338"/>
                <a:gd name="connsiteY13" fmla="*/ 12816 h 63249"/>
                <a:gd name="connsiteX14" fmla="*/ 49558 w 62338"/>
                <a:gd name="connsiteY14" fmla="*/ 23030 h 63249"/>
                <a:gd name="connsiteX15" fmla="*/ 47641 w 62338"/>
                <a:gd name="connsiteY15" fmla="*/ 35798 h 63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338" h="63249">
                  <a:moveTo>
                    <a:pt x="9941" y="48"/>
                  </a:moveTo>
                  <a:cubicBezTo>
                    <a:pt x="6746" y="48"/>
                    <a:pt x="4189" y="2602"/>
                    <a:pt x="3551" y="5794"/>
                  </a:cubicBezTo>
                  <a:lnTo>
                    <a:pt x="356" y="28776"/>
                  </a:lnTo>
                  <a:cubicBezTo>
                    <a:pt x="-2201" y="45374"/>
                    <a:pt x="9302" y="60696"/>
                    <a:pt x="25915" y="63250"/>
                  </a:cubicBezTo>
                  <a:cubicBezTo>
                    <a:pt x="27193" y="63250"/>
                    <a:pt x="29110" y="63250"/>
                    <a:pt x="30388" y="63250"/>
                  </a:cubicBezTo>
                  <a:cubicBezTo>
                    <a:pt x="45724" y="63250"/>
                    <a:pt x="58504" y="52397"/>
                    <a:pt x="60421" y="37075"/>
                  </a:cubicBezTo>
                  <a:lnTo>
                    <a:pt x="62338" y="21115"/>
                  </a:lnTo>
                  <a:cubicBezTo>
                    <a:pt x="62338" y="19200"/>
                    <a:pt x="62338" y="17923"/>
                    <a:pt x="61060" y="16646"/>
                  </a:cubicBezTo>
                  <a:cubicBezTo>
                    <a:pt x="52753" y="5155"/>
                    <a:pt x="36139" y="-590"/>
                    <a:pt x="9941" y="48"/>
                  </a:cubicBezTo>
                  <a:close/>
                  <a:moveTo>
                    <a:pt x="47641" y="35798"/>
                  </a:moveTo>
                  <a:cubicBezTo>
                    <a:pt x="46363" y="45374"/>
                    <a:pt x="37417" y="52397"/>
                    <a:pt x="27832" y="50482"/>
                  </a:cubicBezTo>
                  <a:cubicBezTo>
                    <a:pt x="18247" y="49205"/>
                    <a:pt x="11219" y="40267"/>
                    <a:pt x="13135" y="30691"/>
                  </a:cubicBezTo>
                  <a:lnTo>
                    <a:pt x="13135" y="30691"/>
                  </a:lnTo>
                  <a:lnTo>
                    <a:pt x="15692" y="12816"/>
                  </a:lnTo>
                  <a:cubicBezTo>
                    <a:pt x="32305" y="13454"/>
                    <a:pt x="43807" y="16646"/>
                    <a:pt x="49558" y="23030"/>
                  </a:cubicBezTo>
                  <a:lnTo>
                    <a:pt x="47641" y="35798"/>
                  </a:lnTo>
                  <a:close/>
                </a:path>
              </a:pathLst>
            </a:custGeom>
            <a:solidFill>
              <a:srgbClr val="00ABAB"/>
            </a:solidFill>
            <a:ln w="6390" cap="flat">
              <a:noFill/>
              <a:prstDash val="solid"/>
              <a:miter/>
            </a:ln>
          </p:spPr>
          <p:txBody>
            <a:bodyPr rtlCol="0" anchor="ctr"/>
            <a:lstStyle/>
            <a:p>
              <a:endParaRPr lang="en-US"/>
            </a:p>
          </p:txBody>
        </p:sp>
        <p:sp>
          <p:nvSpPr>
            <p:cNvPr id="209" name="Graphic 4">
              <a:extLst>
                <a:ext uri="{FF2B5EF4-FFF2-40B4-BE49-F238E27FC236}">
                  <a16:creationId xmlns:a16="http://schemas.microsoft.com/office/drawing/2014/main" id="{7BB1ED25-67DC-6D40-A4C7-D6553B842A86}"/>
                </a:ext>
              </a:extLst>
            </p:cNvPr>
            <p:cNvSpPr/>
            <p:nvPr/>
          </p:nvSpPr>
          <p:spPr>
            <a:xfrm>
              <a:off x="3685715" y="3898222"/>
              <a:ext cx="86333" cy="143639"/>
            </a:xfrm>
            <a:custGeom>
              <a:avLst/>
              <a:gdLst>
                <a:gd name="connsiteX0" fmla="*/ 49841 w 86333"/>
                <a:gd name="connsiteY0" fmla="*/ 0 h 143639"/>
                <a:gd name="connsiteX1" fmla="*/ 49841 w 86333"/>
                <a:gd name="connsiteY1" fmla="*/ 0 h 143639"/>
                <a:gd name="connsiteX2" fmla="*/ 0 w 86333"/>
                <a:gd name="connsiteY2" fmla="*/ 60648 h 143639"/>
                <a:gd name="connsiteX3" fmla="*/ 0 w 86333"/>
                <a:gd name="connsiteY3" fmla="*/ 61286 h 143639"/>
                <a:gd name="connsiteX4" fmla="*/ 7029 w 86333"/>
                <a:gd name="connsiteY4" fmla="*/ 139171 h 143639"/>
                <a:gd name="connsiteX5" fmla="*/ 10224 w 86333"/>
                <a:gd name="connsiteY5" fmla="*/ 143001 h 143639"/>
                <a:gd name="connsiteX6" fmla="*/ 12780 w 86333"/>
                <a:gd name="connsiteY6" fmla="*/ 143640 h 143639"/>
                <a:gd name="connsiteX7" fmla="*/ 15336 w 86333"/>
                <a:gd name="connsiteY7" fmla="*/ 143001 h 143639"/>
                <a:gd name="connsiteX8" fmla="*/ 67734 w 86333"/>
                <a:gd name="connsiteY8" fmla="*/ 130233 h 143639"/>
                <a:gd name="connsiteX9" fmla="*/ 74124 w 86333"/>
                <a:gd name="connsiteY9" fmla="*/ 125126 h 143639"/>
                <a:gd name="connsiteX10" fmla="*/ 85625 w 86333"/>
                <a:gd name="connsiteY10" fmla="*/ 72778 h 143639"/>
                <a:gd name="connsiteX11" fmla="*/ 85625 w 86333"/>
                <a:gd name="connsiteY11" fmla="*/ 72139 h 143639"/>
                <a:gd name="connsiteX12" fmla="*/ 73484 w 86333"/>
                <a:gd name="connsiteY12" fmla="*/ 9576 h 143639"/>
                <a:gd name="connsiteX13" fmla="*/ 49841 w 86333"/>
                <a:gd name="connsiteY13" fmla="*/ 0 h 143639"/>
                <a:gd name="connsiteX14" fmla="*/ 72845 w 86333"/>
                <a:gd name="connsiteY14" fmla="*/ 71501 h 143639"/>
                <a:gd name="connsiteX15" fmla="*/ 62621 w 86333"/>
                <a:gd name="connsiteY15" fmla="*/ 118742 h 143639"/>
                <a:gd name="connsiteX16" fmla="*/ 17253 w 86333"/>
                <a:gd name="connsiteY16" fmla="*/ 129595 h 143639"/>
                <a:gd name="connsiteX17" fmla="*/ 12780 w 86333"/>
                <a:gd name="connsiteY17" fmla="*/ 61925 h 143639"/>
                <a:gd name="connsiteX18" fmla="*/ 49841 w 86333"/>
                <a:gd name="connsiteY18" fmla="*/ 12768 h 143639"/>
                <a:gd name="connsiteX19" fmla="*/ 49841 w 86333"/>
                <a:gd name="connsiteY19" fmla="*/ 12768 h 143639"/>
                <a:gd name="connsiteX20" fmla="*/ 63899 w 86333"/>
                <a:gd name="connsiteY20" fmla="*/ 19152 h 143639"/>
                <a:gd name="connsiteX21" fmla="*/ 72845 w 86333"/>
                <a:gd name="connsiteY21" fmla="*/ 71501 h 143639"/>
                <a:gd name="connsiteX22" fmla="*/ 72845 w 86333"/>
                <a:gd name="connsiteY22" fmla="*/ 71501 h 143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33" h="143639">
                  <a:moveTo>
                    <a:pt x="49841" y="0"/>
                  </a:moveTo>
                  <a:lnTo>
                    <a:pt x="49841" y="0"/>
                  </a:lnTo>
                  <a:cubicBezTo>
                    <a:pt x="6390" y="0"/>
                    <a:pt x="0" y="58094"/>
                    <a:pt x="0" y="60648"/>
                  </a:cubicBezTo>
                  <a:cubicBezTo>
                    <a:pt x="0" y="60648"/>
                    <a:pt x="0" y="61286"/>
                    <a:pt x="0" y="61286"/>
                  </a:cubicBezTo>
                  <a:cubicBezTo>
                    <a:pt x="0" y="63840"/>
                    <a:pt x="639" y="117465"/>
                    <a:pt x="7029" y="139171"/>
                  </a:cubicBezTo>
                  <a:cubicBezTo>
                    <a:pt x="7668" y="141086"/>
                    <a:pt x="8946" y="142363"/>
                    <a:pt x="10224" y="143001"/>
                  </a:cubicBezTo>
                  <a:cubicBezTo>
                    <a:pt x="10863" y="143640"/>
                    <a:pt x="12141" y="143640"/>
                    <a:pt x="12780" y="143640"/>
                  </a:cubicBezTo>
                  <a:cubicBezTo>
                    <a:pt x="13419" y="143640"/>
                    <a:pt x="14697" y="143640"/>
                    <a:pt x="15336" y="143001"/>
                  </a:cubicBezTo>
                  <a:cubicBezTo>
                    <a:pt x="24921" y="139171"/>
                    <a:pt x="53676" y="128957"/>
                    <a:pt x="67734" y="130233"/>
                  </a:cubicBezTo>
                  <a:cubicBezTo>
                    <a:pt x="70929" y="130233"/>
                    <a:pt x="73484" y="128318"/>
                    <a:pt x="74124" y="125126"/>
                  </a:cubicBezTo>
                  <a:cubicBezTo>
                    <a:pt x="74124" y="124488"/>
                    <a:pt x="83069" y="83630"/>
                    <a:pt x="85625" y="72778"/>
                  </a:cubicBezTo>
                  <a:lnTo>
                    <a:pt x="85625" y="72139"/>
                  </a:lnTo>
                  <a:cubicBezTo>
                    <a:pt x="85625" y="70224"/>
                    <a:pt x="90737" y="29366"/>
                    <a:pt x="73484" y="9576"/>
                  </a:cubicBezTo>
                  <a:cubicBezTo>
                    <a:pt x="67094" y="3830"/>
                    <a:pt x="58788" y="0"/>
                    <a:pt x="49841" y="0"/>
                  </a:cubicBezTo>
                  <a:close/>
                  <a:moveTo>
                    <a:pt x="72845" y="71501"/>
                  </a:moveTo>
                  <a:cubicBezTo>
                    <a:pt x="70289" y="80438"/>
                    <a:pt x="64539" y="107251"/>
                    <a:pt x="62621" y="118742"/>
                  </a:cubicBezTo>
                  <a:cubicBezTo>
                    <a:pt x="47286" y="120657"/>
                    <a:pt x="31950" y="124488"/>
                    <a:pt x="17253" y="129595"/>
                  </a:cubicBezTo>
                  <a:cubicBezTo>
                    <a:pt x="14058" y="107251"/>
                    <a:pt x="12780" y="84907"/>
                    <a:pt x="12780" y="61925"/>
                  </a:cubicBezTo>
                  <a:cubicBezTo>
                    <a:pt x="13419" y="57456"/>
                    <a:pt x="19809" y="12768"/>
                    <a:pt x="49841" y="12768"/>
                  </a:cubicBezTo>
                  <a:lnTo>
                    <a:pt x="49841" y="12768"/>
                  </a:lnTo>
                  <a:cubicBezTo>
                    <a:pt x="55593" y="12768"/>
                    <a:pt x="60704" y="14683"/>
                    <a:pt x="63899" y="19152"/>
                  </a:cubicBezTo>
                  <a:cubicBezTo>
                    <a:pt x="74762" y="31920"/>
                    <a:pt x="74124" y="60648"/>
                    <a:pt x="72845" y="71501"/>
                  </a:cubicBezTo>
                  <a:lnTo>
                    <a:pt x="72845" y="71501"/>
                  </a:lnTo>
                  <a:close/>
                </a:path>
              </a:pathLst>
            </a:custGeom>
            <a:solidFill>
              <a:srgbClr val="00ABAB"/>
            </a:solidFill>
            <a:ln w="6390" cap="flat">
              <a:noFill/>
              <a:prstDash val="solid"/>
              <a:miter/>
            </a:ln>
          </p:spPr>
          <p:txBody>
            <a:bodyPr rtlCol="0" anchor="ctr"/>
            <a:lstStyle/>
            <a:p>
              <a:endParaRPr lang="en-US"/>
            </a:p>
          </p:txBody>
        </p:sp>
        <p:sp>
          <p:nvSpPr>
            <p:cNvPr id="210" name="Graphic 4">
              <a:extLst>
                <a:ext uri="{FF2B5EF4-FFF2-40B4-BE49-F238E27FC236}">
                  <a16:creationId xmlns:a16="http://schemas.microsoft.com/office/drawing/2014/main" id="{9164812D-D4E8-874F-BED3-573418F804B8}"/>
                </a:ext>
              </a:extLst>
            </p:cNvPr>
            <p:cNvSpPr/>
            <p:nvPr/>
          </p:nvSpPr>
          <p:spPr>
            <a:xfrm>
              <a:off x="3700412" y="4047607"/>
              <a:ext cx="62338" cy="63839"/>
            </a:xfrm>
            <a:custGeom>
              <a:avLst/>
              <a:gdLst>
                <a:gd name="connsiteX0" fmla="*/ 59427 w 62338"/>
                <a:gd name="connsiteY0" fmla="*/ 5745 h 63839"/>
                <a:gd name="connsiteX1" fmla="*/ 53037 w 62338"/>
                <a:gd name="connsiteY1" fmla="*/ 0 h 63839"/>
                <a:gd name="connsiteX2" fmla="*/ 1278 w 62338"/>
                <a:gd name="connsiteY2" fmla="*/ 17236 h 63839"/>
                <a:gd name="connsiteX3" fmla="*/ 0 w 62338"/>
                <a:gd name="connsiteY3" fmla="*/ 21705 h 63839"/>
                <a:gd name="connsiteX4" fmla="*/ 1917 w 62338"/>
                <a:gd name="connsiteY4" fmla="*/ 37665 h 63839"/>
                <a:gd name="connsiteX5" fmla="*/ 31950 w 62338"/>
                <a:gd name="connsiteY5" fmla="*/ 63840 h 63839"/>
                <a:gd name="connsiteX6" fmla="*/ 36423 w 62338"/>
                <a:gd name="connsiteY6" fmla="*/ 63840 h 63839"/>
                <a:gd name="connsiteX7" fmla="*/ 61982 w 62338"/>
                <a:gd name="connsiteY7" fmla="*/ 29366 h 63839"/>
                <a:gd name="connsiteX8" fmla="*/ 59427 w 62338"/>
                <a:gd name="connsiteY8" fmla="*/ 5745 h 63839"/>
                <a:gd name="connsiteX9" fmla="*/ 46647 w 62338"/>
                <a:gd name="connsiteY9" fmla="*/ 44049 h 63839"/>
                <a:gd name="connsiteX10" fmla="*/ 22365 w 62338"/>
                <a:gd name="connsiteY10" fmla="*/ 47880 h 63839"/>
                <a:gd name="connsiteX11" fmla="*/ 22365 w 62338"/>
                <a:gd name="connsiteY11" fmla="*/ 47880 h 63839"/>
                <a:gd name="connsiteX12" fmla="*/ 15336 w 62338"/>
                <a:gd name="connsiteY12" fmla="*/ 36388 h 63839"/>
                <a:gd name="connsiteX13" fmla="*/ 13419 w 62338"/>
                <a:gd name="connsiteY13" fmla="*/ 23620 h 63839"/>
                <a:gd name="connsiteX14" fmla="*/ 47286 w 62338"/>
                <a:gd name="connsiteY14" fmla="*/ 13406 h 63839"/>
                <a:gd name="connsiteX15" fmla="*/ 49842 w 62338"/>
                <a:gd name="connsiteY15" fmla="*/ 31281 h 63839"/>
                <a:gd name="connsiteX16" fmla="*/ 46647 w 62338"/>
                <a:gd name="connsiteY16" fmla="*/ 44049 h 63839"/>
                <a:gd name="connsiteX17" fmla="*/ 46647 w 62338"/>
                <a:gd name="connsiteY17" fmla="*/ 44049 h 6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338" h="63839">
                  <a:moveTo>
                    <a:pt x="59427" y="5745"/>
                  </a:moveTo>
                  <a:cubicBezTo>
                    <a:pt x="58788" y="2553"/>
                    <a:pt x="56232" y="0"/>
                    <a:pt x="53037" y="0"/>
                  </a:cubicBezTo>
                  <a:cubicBezTo>
                    <a:pt x="27477" y="0"/>
                    <a:pt x="10224" y="5107"/>
                    <a:pt x="1278" y="17236"/>
                  </a:cubicBezTo>
                  <a:cubicBezTo>
                    <a:pt x="0" y="18513"/>
                    <a:pt x="0" y="20428"/>
                    <a:pt x="0" y="21705"/>
                  </a:cubicBezTo>
                  <a:lnTo>
                    <a:pt x="1917" y="37665"/>
                  </a:lnTo>
                  <a:cubicBezTo>
                    <a:pt x="3834" y="52348"/>
                    <a:pt x="16614" y="63840"/>
                    <a:pt x="31950" y="63840"/>
                  </a:cubicBezTo>
                  <a:cubicBezTo>
                    <a:pt x="33228" y="63840"/>
                    <a:pt x="35145" y="63840"/>
                    <a:pt x="36423" y="63840"/>
                  </a:cubicBezTo>
                  <a:cubicBezTo>
                    <a:pt x="53037" y="61286"/>
                    <a:pt x="64539" y="45964"/>
                    <a:pt x="61982" y="29366"/>
                  </a:cubicBezTo>
                  <a:lnTo>
                    <a:pt x="59427" y="5745"/>
                  </a:lnTo>
                  <a:close/>
                  <a:moveTo>
                    <a:pt x="46647" y="44049"/>
                  </a:moveTo>
                  <a:cubicBezTo>
                    <a:pt x="40896" y="51710"/>
                    <a:pt x="30033" y="53625"/>
                    <a:pt x="22365" y="47880"/>
                  </a:cubicBezTo>
                  <a:cubicBezTo>
                    <a:pt x="22365" y="47880"/>
                    <a:pt x="22365" y="47880"/>
                    <a:pt x="22365" y="47880"/>
                  </a:cubicBezTo>
                  <a:cubicBezTo>
                    <a:pt x="18531" y="45326"/>
                    <a:pt x="15975" y="40857"/>
                    <a:pt x="15336" y="36388"/>
                  </a:cubicBezTo>
                  <a:lnTo>
                    <a:pt x="13419" y="23620"/>
                  </a:lnTo>
                  <a:cubicBezTo>
                    <a:pt x="19809" y="17236"/>
                    <a:pt x="30672" y="14044"/>
                    <a:pt x="47286" y="13406"/>
                  </a:cubicBezTo>
                  <a:lnTo>
                    <a:pt x="49842" y="31281"/>
                  </a:lnTo>
                  <a:cubicBezTo>
                    <a:pt x="50481" y="35750"/>
                    <a:pt x="49203" y="40857"/>
                    <a:pt x="46647" y="44049"/>
                  </a:cubicBezTo>
                  <a:lnTo>
                    <a:pt x="46647" y="44049"/>
                  </a:lnTo>
                  <a:close/>
                </a:path>
              </a:pathLst>
            </a:custGeom>
            <a:solidFill>
              <a:srgbClr val="00ABAB"/>
            </a:solidFill>
            <a:ln w="6390" cap="flat">
              <a:noFill/>
              <a:prstDash val="solid"/>
              <a:miter/>
            </a:ln>
          </p:spPr>
          <p:txBody>
            <a:bodyPr rtlCol="0" anchor="ctr"/>
            <a:lstStyle/>
            <a:p>
              <a:endParaRPr lang="en-US"/>
            </a:p>
          </p:txBody>
        </p:sp>
      </p:grpSp>
      <p:grpSp>
        <p:nvGrpSpPr>
          <p:cNvPr id="211" name="Graphic 4">
            <a:extLst>
              <a:ext uri="{FF2B5EF4-FFF2-40B4-BE49-F238E27FC236}">
                <a16:creationId xmlns:a16="http://schemas.microsoft.com/office/drawing/2014/main" id="{2DC30844-7255-2D48-A34E-645701CF8CE3}"/>
              </a:ext>
            </a:extLst>
          </p:cNvPr>
          <p:cNvGrpSpPr>
            <a:grpSpLocks noChangeAspect="1"/>
          </p:cNvGrpSpPr>
          <p:nvPr/>
        </p:nvGrpSpPr>
        <p:grpSpPr>
          <a:xfrm>
            <a:off x="4660820" y="2855717"/>
            <a:ext cx="362312" cy="361971"/>
            <a:chOff x="4660820" y="2855717"/>
            <a:chExt cx="362312" cy="361971"/>
          </a:xfrm>
          <a:solidFill>
            <a:srgbClr val="00ABAB"/>
          </a:solidFill>
        </p:grpSpPr>
        <p:sp>
          <p:nvSpPr>
            <p:cNvPr id="212" name="Graphic 4">
              <a:extLst>
                <a:ext uri="{FF2B5EF4-FFF2-40B4-BE49-F238E27FC236}">
                  <a16:creationId xmlns:a16="http://schemas.microsoft.com/office/drawing/2014/main" id="{EC267424-1DF0-4D47-A140-F657F2C3909E}"/>
                </a:ext>
              </a:extLst>
            </p:cNvPr>
            <p:cNvSpPr/>
            <p:nvPr/>
          </p:nvSpPr>
          <p:spPr>
            <a:xfrm>
              <a:off x="4660820" y="2855717"/>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6"/>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1076"/>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234"/>
                    <a:pt x="274767" y="348565"/>
                    <a:pt x="181474" y="349204"/>
                  </a:cubicBezTo>
                  <a:close/>
                </a:path>
              </a:pathLst>
            </a:custGeom>
            <a:solidFill>
              <a:srgbClr val="00ABAB"/>
            </a:solidFill>
            <a:ln w="6390" cap="flat">
              <a:noFill/>
              <a:prstDash val="solid"/>
              <a:miter/>
            </a:ln>
          </p:spPr>
          <p:txBody>
            <a:bodyPr rtlCol="0" anchor="ctr"/>
            <a:lstStyle/>
            <a:p>
              <a:endParaRPr lang="en-US"/>
            </a:p>
          </p:txBody>
        </p:sp>
        <p:sp>
          <p:nvSpPr>
            <p:cNvPr id="213" name="Graphic 4">
              <a:extLst>
                <a:ext uri="{FF2B5EF4-FFF2-40B4-BE49-F238E27FC236}">
                  <a16:creationId xmlns:a16="http://schemas.microsoft.com/office/drawing/2014/main" id="{5EBA0127-324C-F646-99C6-5B07D128BD26}"/>
                </a:ext>
              </a:extLst>
            </p:cNvPr>
            <p:cNvSpPr/>
            <p:nvPr/>
          </p:nvSpPr>
          <p:spPr>
            <a:xfrm>
              <a:off x="4730372" y="2928644"/>
              <a:ext cx="224410" cy="215629"/>
            </a:xfrm>
            <a:custGeom>
              <a:avLst/>
              <a:gdLst>
                <a:gd name="connsiteX0" fmla="*/ 217995 w 224410"/>
                <a:gd name="connsiteY0" fmla="*/ 75182 h 215629"/>
                <a:gd name="connsiteX1" fmla="*/ 146428 w 224410"/>
                <a:gd name="connsiteY1" fmla="*/ 68159 h 215629"/>
                <a:gd name="connsiteX2" fmla="*/ 117673 w 224410"/>
                <a:gd name="connsiteY2" fmla="*/ 3681 h 215629"/>
                <a:gd name="connsiteX3" fmla="*/ 109366 w 224410"/>
                <a:gd name="connsiteY3" fmla="*/ 489 h 215629"/>
                <a:gd name="connsiteX4" fmla="*/ 106171 w 224410"/>
                <a:gd name="connsiteY4" fmla="*/ 3681 h 215629"/>
                <a:gd name="connsiteX5" fmla="*/ 77416 w 224410"/>
                <a:gd name="connsiteY5" fmla="*/ 68159 h 215629"/>
                <a:gd name="connsiteX6" fmla="*/ 5849 w 224410"/>
                <a:gd name="connsiteY6" fmla="*/ 75182 h 215629"/>
                <a:gd name="connsiteX7" fmla="*/ 98 w 224410"/>
                <a:gd name="connsiteY7" fmla="*/ 82204 h 215629"/>
                <a:gd name="connsiteX8" fmla="*/ 2015 w 224410"/>
                <a:gd name="connsiteY8" fmla="*/ 86035 h 215629"/>
                <a:gd name="connsiteX9" fmla="*/ 52495 w 224410"/>
                <a:gd name="connsiteY9" fmla="*/ 136468 h 215629"/>
                <a:gd name="connsiteX10" fmla="*/ 38437 w 224410"/>
                <a:gd name="connsiteY10" fmla="*/ 207969 h 215629"/>
                <a:gd name="connsiteX11" fmla="*/ 43549 w 224410"/>
                <a:gd name="connsiteY11" fmla="*/ 215629 h 215629"/>
                <a:gd name="connsiteX12" fmla="*/ 48022 w 224410"/>
                <a:gd name="connsiteY12" fmla="*/ 214991 h 215629"/>
                <a:gd name="connsiteX13" fmla="*/ 112561 w 224410"/>
                <a:gd name="connsiteY13" fmla="*/ 179241 h 215629"/>
                <a:gd name="connsiteX14" fmla="*/ 177099 w 224410"/>
                <a:gd name="connsiteY14" fmla="*/ 214991 h 215629"/>
                <a:gd name="connsiteX15" fmla="*/ 180294 w 224410"/>
                <a:gd name="connsiteY15" fmla="*/ 215629 h 215629"/>
                <a:gd name="connsiteX16" fmla="*/ 186684 w 224410"/>
                <a:gd name="connsiteY16" fmla="*/ 209245 h 215629"/>
                <a:gd name="connsiteX17" fmla="*/ 186684 w 224410"/>
                <a:gd name="connsiteY17" fmla="*/ 207969 h 215629"/>
                <a:gd name="connsiteX18" fmla="*/ 172626 w 224410"/>
                <a:gd name="connsiteY18" fmla="*/ 136468 h 215629"/>
                <a:gd name="connsiteX19" fmla="*/ 222468 w 224410"/>
                <a:gd name="connsiteY19" fmla="*/ 86035 h 215629"/>
                <a:gd name="connsiteX20" fmla="*/ 223746 w 224410"/>
                <a:gd name="connsiteY20" fmla="*/ 79651 h 215629"/>
                <a:gd name="connsiteX21" fmla="*/ 217995 w 224410"/>
                <a:gd name="connsiteY21" fmla="*/ 75182 h 215629"/>
                <a:gd name="connsiteX22" fmla="*/ 160485 w 224410"/>
                <a:gd name="connsiteY22" fmla="*/ 129446 h 215629"/>
                <a:gd name="connsiteX23" fmla="*/ 158568 w 224410"/>
                <a:gd name="connsiteY23" fmla="*/ 135191 h 215629"/>
                <a:gd name="connsiteX24" fmla="*/ 170709 w 224410"/>
                <a:gd name="connsiteY24" fmla="*/ 197116 h 215629"/>
                <a:gd name="connsiteX25" fmla="*/ 115117 w 224410"/>
                <a:gd name="connsiteY25" fmla="*/ 166473 h 215629"/>
                <a:gd name="connsiteX26" fmla="*/ 108727 w 224410"/>
                <a:gd name="connsiteY26" fmla="*/ 166473 h 215629"/>
                <a:gd name="connsiteX27" fmla="*/ 53134 w 224410"/>
                <a:gd name="connsiteY27" fmla="*/ 197116 h 215629"/>
                <a:gd name="connsiteX28" fmla="*/ 65275 w 224410"/>
                <a:gd name="connsiteY28" fmla="*/ 135830 h 215629"/>
                <a:gd name="connsiteX29" fmla="*/ 63358 w 224410"/>
                <a:gd name="connsiteY29" fmla="*/ 130084 h 215629"/>
                <a:gd name="connsiteX30" fmla="*/ 20546 w 224410"/>
                <a:gd name="connsiteY30" fmla="*/ 86673 h 215629"/>
                <a:gd name="connsiteX31" fmla="*/ 82528 w 224410"/>
                <a:gd name="connsiteY31" fmla="*/ 80289 h 215629"/>
                <a:gd name="connsiteX32" fmla="*/ 87640 w 224410"/>
                <a:gd name="connsiteY32" fmla="*/ 76459 h 215629"/>
                <a:gd name="connsiteX33" fmla="*/ 111922 w 224410"/>
                <a:gd name="connsiteY33" fmla="*/ 22195 h 215629"/>
                <a:gd name="connsiteX34" fmla="*/ 136203 w 224410"/>
                <a:gd name="connsiteY34" fmla="*/ 76459 h 215629"/>
                <a:gd name="connsiteX35" fmla="*/ 141316 w 224410"/>
                <a:gd name="connsiteY35" fmla="*/ 80289 h 215629"/>
                <a:gd name="connsiteX36" fmla="*/ 203298 w 224410"/>
                <a:gd name="connsiteY36" fmla="*/ 86673 h 215629"/>
                <a:gd name="connsiteX37" fmla="*/ 160485 w 224410"/>
                <a:gd name="connsiteY37" fmla="*/ 129446 h 215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24410" h="215629">
                  <a:moveTo>
                    <a:pt x="217995" y="75182"/>
                  </a:moveTo>
                  <a:lnTo>
                    <a:pt x="146428" y="68159"/>
                  </a:lnTo>
                  <a:lnTo>
                    <a:pt x="117673" y="3681"/>
                  </a:lnTo>
                  <a:cubicBezTo>
                    <a:pt x="116395" y="489"/>
                    <a:pt x="112561" y="-788"/>
                    <a:pt x="109366" y="489"/>
                  </a:cubicBezTo>
                  <a:cubicBezTo>
                    <a:pt x="108088" y="1128"/>
                    <a:pt x="106810" y="2404"/>
                    <a:pt x="106171" y="3681"/>
                  </a:cubicBezTo>
                  <a:lnTo>
                    <a:pt x="77416" y="68159"/>
                  </a:lnTo>
                  <a:lnTo>
                    <a:pt x="5849" y="75182"/>
                  </a:lnTo>
                  <a:cubicBezTo>
                    <a:pt x="2015" y="75182"/>
                    <a:pt x="-541" y="78374"/>
                    <a:pt x="98" y="82204"/>
                  </a:cubicBezTo>
                  <a:cubicBezTo>
                    <a:pt x="98" y="83481"/>
                    <a:pt x="737" y="85396"/>
                    <a:pt x="2015" y="86035"/>
                  </a:cubicBezTo>
                  <a:lnTo>
                    <a:pt x="52495" y="136468"/>
                  </a:lnTo>
                  <a:lnTo>
                    <a:pt x="38437" y="207969"/>
                  </a:lnTo>
                  <a:cubicBezTo>
                    <a:pt x="37799" y="211161"/>
                    <a:pt x="39716" y="214991"/>
                    <a:pt x="43549" y="215629"/>
                  </a:cubicBezTo>
                  <a:cubicBezTo>
                    <a:pt x="44827" y="215629"/>
                    <a:pt x="46744" y="215629"/>
                    <a:pt x="48022" y="214991"/>
                  </a:cubicBezTo>
                  <a:lnTo>
                    <a:pt x="112561" y="179241"/>
                  </a:lnTo>
                  <a:lnTo>
                    <a:pt x="177099" y="214991"/>
                  </a:lnTo>
                  <a:cubicBezTo>
                    <a:pt x="178377" y="215629"/>
                    <a:pt x="179016" y="215629"/>
                    <a:pt x="180294" y="215629"/>
                  </a:cubicBezTo>
                  <a:cubicBezTo>
                    <a:pt x="184128" y="215629"/>
                    <a:pt x="186684" y="213076"/>
                    <a:pt x="186684" y="209245"/>
                  </a:cubicBezTo>
                  <a:cubicBezTo>
                    <a:pt x="186684" y="208607"/>
                    <a:pt x="186684" y="208607"/>
                    <a:pt x="186684" y="207969"/>
                  </a:cubicBezTo>
                  <a:lnTo>
                    <a:pt x="172626" y="136468"/>
                  </a:lnTo>
                  <a:lnTo>
                    <a:pt x="222468" y="86035"/>
                  </a:lnTo>
                  <a:cubicBezTo>
                    <a:pt x="224385" y="84119"/>
                    <a:pt x="225024" y="81566"/>
                    <a:pt x="223746" y="79651"/>
                  </a:cubicBezTo>
                  <a:cubicBezTo>
                    <a:pt x="222468" y="77097"/>
                    <a:pt x="220551" y="75182"/>
                    <a:pt x="217995" y="75182"/>
                  </a:cubicBezTo>
                  <a:close/>
                  <a:moveTo>
                    <a:pt x="160485" y="129446"/>
                  </a:moveTo>
                  <a:cubicBezTo>
                    <a:pt x="159207" y="130723"/>
                    <a:pt x="158568" y="133276"/>
                    <a:pt x="158568" y="135191"/>
                  </a:cubicBezTo>
                  <a:lnTo>
                    <a:pt x="170709" y="197116"/>
                  </a:lnTo>
                  <a:lnTo>
                    <a:pt x="115117" y="166473"/>
                  </a:lnTo>
                  <a:cubicBezTo>
                    <a:pt x="113200" y="165196"/>
                    <a:pt x="110644" y="165196"/>
                    <a:pt x="108727" y="166473"/>
                  </a:cubicBezTo>
                  <a:lnTo>
                    <a:pt x="53134" y="197116"/>
                  </a:lnTo>
                  <a:lnTo>
                    <a:pt x="65275" y="135830"/>
                  </a:lnTo>
                  <a:cubicBezTo>
                    <a:pt x="65914" y="133915"/>
                    <a:pt x="65275" y="131361"/>
                    <a:pt x="63358" y="130084"/>
                  </a:cubicBezTo>
                  <a:lnTo>
                    <a:pt x="20546" y="86673"/>
                  </a:lnTo>
                  <a:lnTo>
                    <a:pt x="82528" y="80289"/>
                  </a:lnTo>
                  <a:cubicBezTo>
                    <a:pt x="85084" y="80289"/>
                    <a:pt x="87001" y="78374"/>
                    <a:pt x="87640" y="76459"/>
                  </a:cubicBezTo>
                  <a:lnTo>
                    <a:pt x="111922" y="22195"/>
                  </a:lnTo>
                  <a:lnTo>
                    <a:pt x="136203" y="76459"/>
                  </a:lnTo>
                  <a:cubicBezTo>
                    <a:pt x="136843" y="78374"/>
                    <a:pt x="139398" y="80289"/>
                    <a:pt x="141316" y="80289"/>
                  </a:cubicBezTo>
                  <a:lnTo>
                    <a:pt x="203298" y="86673"/>
                  </a:lnTo>
                  <a:lnTo>
                    <a:pt x="160485" y="129446"/>
                  </a:lnTo>
                  <a:close/>
                </a:path>
              </a:pathLst>
            </a:custGeom>
            <a:solidFill>
              <a:srgbClr val="00ABAB"/>
            </a:solidFill>
            <a:ln w="6390" cap="flat">
              <a:noFill/>
              <a:prstDash val="solid"/>
              <a:miter/>
            </a:ln>
          </p:spPr>
          <p:txBody>
            <a:bodyPr rtlCol="0" anchor="ctr"/>
            <a:lstStyle/>
            <a:p>
              <a:endParaRPr lang="en-US"/>
            </a:p>
          </p:txBody>
        </p:sp>
      </p:grpSp>
      <p:grpSp>
        <p:nvGrpSpPr>
          <p:cNvPr id="214" name="Graphic 4">
            <a:extLst>
              <a:ext uri="{FF2B5EF4-FFF2-40B4-BE49-F238E27FC236}">
                <a16:creationId xmlns:a16="http://schemas.microsoft.com/office/drawing/2014/main" id="{EF549F61-A65C-4547-82A2-D47BF8F31CA1}"/>
              </a:ext>
            </a:extLst>
          </p:cNvPr>
          <p:cNvGrpSpPr>
            <a:grpSpLocks noChangeAspect="1"/>
          </p:cNvGrpSpPr>
          <p:nvPr/>
        </p:nvGrpSpPr>
        <p:grpSpPr>
          <a:xfrm>
            <a:off x="467104" y="918179"/>
            <a:ext cx="362309" cy="361971"/>
            <a:chOff x="467104" y="918179"/>
            <a:chExt cx="362309" cy="361971"/>
          </a:xfrm>
          <a:solidFill>
            <a:srgbClr val="007680"/>
          </a:solidFill>
        </p:grpSpPr>
        <p:sp>
          <p:nvSpPr>
            <p:cNvPr id="215" name="Graphic 4">
              <a:extLst>
                <a:ext uri="{FF2B5EF4-FFF2-40B4-BE49-F238E27FC236}">
                  <a16:creationId xmlns:a16="http://schemas.microsoft.com/office/drawing/2014/main" id="{5025CA79-42E7-5340-A0DE-505BDFCD4BBE}"/>
                </a:ext>
              </a:extLst>
            </p:cNvPr>
            <p:cNvSpPr/>
            <p:nvPr/>
          </p:nvSpPr>
          <p:spPr>
            <a:xfrm>
              <a:off x="467104" y="918179"/>
              <a:ext cx="362309" cy="361971"/>
            </a:xfrm>
            <a:custGeom>
              <a:avLst/>
              <a:gdLst>
                <a:gd name="connsiteX0" fmla="*/ 181474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1474 w 362309"/>
                <a:gd name="connsiteY4" fmla="*/ 0 h 361971"/>
                <a:gd name="connsiteX5" fmla="*/ 181474 w 362309"/>
                <a:gd name="connsiteY5" fmla="*/ 0 h 361971"/>
                <a:gd name="connsiteX6" fmla="*/ 181474 w 362309"/>
                <a:gd name="connsiteY6" fmla="*/ 349204 h 361971"/>
                <a:gd name="connsiteX7" fmla="*/ 13419 w 362309"/>
                <a:gd name="connsiteY7" fmla="*/ 180667 h 361971"/>
                <a:gd name="connsiteX8" fmla="*/ 181474 w 362309"/>
                <a:gd name="connsiteY8" fmla="*/ 12768 h 361971"/>
                <a:gd name="connsiteX9" fmla="*/ 349530 w 362309"/>
                <a:gd name="connsiteY9" fmla="*/ 180667 h 361971"/>
                <a:gd name="connsiteX10" fmla="*/ 181474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1474" y="0"/>
                  </a:moveTo>
                  <a:cubicBezTo>
                    <a:pt x="81152" y="0"/>
                    <a:pt x="0" y="81077"/>
                    <a:pt x="0" y="181305"/>
                  </a:cubicBezTo>
                  <a:cubicBezTo>
                    <a:pt x="0" y="281534"/>
                    <a:pt x="81152" y="361972"/>
                    <a:pt x="181474" y="361972"/>
                  </a:cubicBezTo>
                  <a:cubicBezTo>
                    <a:pt x="281796" y="361972"/>
                    <a:pt x="362309" y="280895"/>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768"/>
                    <a:pt x="181474" y="12768"/>
                  </a:cubicBezTo>
                  <a:cubicBezTo>
                    <a:pt x="274128" y="12768"/>
                    <a:pt x="349530" y="88099"/>
                    <a:pt x="349530" y="180667"/>
                  </a:cubicBezTo>
                  <a:cubicBezTo>
                    <a:pt x="349530" y="273873"/>
                    <a:pt x="274128"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216" name="Graphic 4">
              <a:extLst>
                <a:ext uri="{FF2B5EF4-FFF2-40B4-BE49-F238E27FC236}">
                  <a16:creationId xmlns:a16="http://schemas.microsoft.com/office/drawing/2014/main" id="{3B76D230-AF5D-E040-A617-5A574B5CF803}"/>
                </a:ext>
              </a:extLst>
            </p:cNvPr>
            <p:cNvSpPr/>
            <p:nvPr/>
          </p:nvSpPr>
          <p:spPr>
            <a:xfrm>
              <a:off x="543096" y="1001171"/>
              <a:ext cx="210916" cy="195988"/>
            </a:xfrm>
            <a:custGeom>
              <a:avLst/>
              <a:gdLst>
                <a:gd name="connsiteX0" fmla="*/ 181522 w 210916"/>
                <a:gd name="connsiteY0" fmla="*/ 58733 h 195988"/>
                <a:gd name="connsiteX1" fmla="*/ 210916 w 210916"/>
                <a:gd name="connsiteY1" fmla="*/ 29366 h 195988"/>
                <a:gd name="connsiteX2" fmla="*/ 181522 w 210916"/>
                <a:gd name="connsiteY2" fmla="*/ 0 h 195988"/>
                <a:gd name="connsiteX3" fmla="*/ 152129 w 210916"/>
                <a:gd name="connsiteY3" fmla="*/ 29366 h 195988"/>
                <a:gd name="connsiteX4" fmla="*/ 152768 w 210916"/>
                <a:gd name="connsiteY4" fmla="*/ 35112 h 195988"/>
                <a:gd name="connsiteX5" fmla="*/ 52446 w 210916"/>
                <a:gd name="connsiteY5" fmla="*/ 80438 h 195988"/>
                <a:gd name="connsiteX6" fmla="*/ 11550 w 210916"/>
                <a:gd name="connsiteY6" fmla="*/ 74693 h 195988"/>
                <a:gd name="connsiteX7" fmla="*/ 5799 w 210916"/>
                <a:gd name="connsiteY7" fmla="*/ 115550 h 195988"/>
                <a:gd name="connsiteX8" fmla="*/ 46695 w 210916"/>
                <a:gd name="connsiteY8" fmla="*/ 121296 h 195988"/>
                <a:gd name="connsiteX9" fmla="*/ 52446 w 210916"/>
                <a:gd name="connsiteY9" fmla="*/ 115550 h 195988"/>
                <a:gd name="connsiteX10" fmla="*/ 152768 w 210916"/>
                <a:gd name="connsiteY10" fmla="*/ 160876 h 195988"/>
                <a:gd name="connsiteX11" fmla="*/ 152129 w 210916"/>
                <a:gd name="connsiteY11" fmla="*/ 166622 h 195988"/>
                <a:gd name="connsiteX12" fmla="*/ 181522 w 210916"/>
                <a:gd name="connsiteY12" fmla="*/ 195988 h 195988"/>
                <a:gd name="connsiteX13" fmla="*/ 210916 w 210916"/>
                <a:gd name="connsiteY13" fmla="*/ 166622 h 195988"/>
                <a:gd name="connsiteX14" fmla="*/ 181522 w 210916"/>
                <a:gd name="connsiteY14" fmla="*/ 137256 h 195988"/>
                <a:gd name="connsiteX15" fmla="*/ 157880 w 210916"/>
                <a:gd name="connsiteY15" fmla="*/ 148747 h 195988"/>
                <a:gd name="connsiteX16" fmla="*/ 57558 w 210916"/>
                <a:gd name="connsiteY16" fmla="*/ 103420 h 195988"/>
                <a:gd name="connsiteX17" fmla="*/ 57558 w 210916"/>
                <a:gd name="connsiteY17" fmla="*/ 91929 h 195988"/>
                <a:gd name="connsiteX18" fmla="*/ 157880 w 210916"/>
                <a:gd name="connsiteY18" fmla="*/ 47242 h 195988"/>
                <a:gd name="connsiteX19" fmla="*/ 181522 w 210916"/>
                <a:gd name="connsiteY19" fmla="*/ 58733 h 195988"/>
                <a:gd name="connsiteX20" fmla="*/ 181522 w 210916"/>
                <a:gd name="connsiteY20" fmla="*/ 150024 h 195988"/>
                <a:gd name="connsiteX21" fmla="*/ 198136 w 210916"/>
                <a:gd name="connsiteY21" fmla="*/ 166622 h 195988"/>
                <a:gd name="connsiteX22" fmla="*/ 181522 w 210916"/>
                <a:gd name="connsiteY22" fmla="*/ 183220 h 195988"/>
                <a:gd name="connsiteX23" fmla="*/ 164909 w 210916"/>
                <a:gd name="connsiteY23" fmla="*/ 166622 h 195988"/>
                <a:gd name="connsiteX24" fmla="*/ 181522 w 210916"/>
                <a:gd name="connsiteY24" fmla="*/ 150024 h 195988"/>
                <a:gd name="connsiteX25" fmla="*/ 181522 w 210916"/>
                <a:gd name="connsiteY25" fmla="*/ 150024 h 195988"/>
                <a:gd name="connsiteX26" fmla="*/ 29442 w 210916"/>
                <a:gd name="connsiteY26" fmla="*/ 114273 h 195988"/>
                <a:gd name="connsiteX27" fmla="*/ 12828 w 210916"/>
                <a:gd name="connsiteY27" fmla="*/ 97675 h 195988"/>
                <a:gd name="connsiteX28" fmla="*/ 29442 w 210916"/>
                <a:gd name="connsiteY28" fmla="*/ 81077 h 195988"/>
                <a:gd name="connsiteX29" fmla="*/ 46056 w 210916"/>
                <a:gd name="connsiteY29" fmla="*/ 97675 h 195988"/>
                <a:gd name="connsiteX30" fmla="*/ 29442 w 210916"/>
                <a:gd name="connsiteY30" fmla="*/ 114273 h 195988"/>
                <a:gd name="connsiteX31" fmla="*/ 29442 w 210916"/>
                <a:gd name="connsiteY31" fmla="*/ 114273 h 195988"/>
                <a:gd name="connsiteX32" fmla="*/ 181522 w 210916"/>
                <a:gd name="connsiteY32" fmla="*/ 12768 h 195988"/>
                <a:gd name="connsiteX33" fmla="*/ 198136 w 210916"/>
                <a:gd name="connsiteY33" fmla="*/ 29366 h 195988"/>
                <a:gd name="connsiteX34" fmla="*/ 181522 w 210916"/>
                <a:gd name="connsiteY34" fmla="*/ 45965 h 195988"/>
                <a:gd name="connsiteX35" fmla="*/ 164909 w 210916"/>
                <a:gd name="connsiteY35" fmla="*/ 29366 h 195988"/>
                <a:gd name="connsiteX36" fmla="*/ 181522 w 210916"/>
                <a:gd name="connsiteY36" fmla="*/ 12768 h 195988"/>
                <a:gd name="connsiteX37" fmla="*/ 181522 w 210916"/>
                <a:gd name="connsiteY37" fmla="*/ 12768 h 195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10916" h="195988">
                  <a:moveTo>
                    <a:pt x="181522" y="58733"/>
                  </a:moveTo>
                  <a:cubicBezTo>
                    <a:pt x="197497" y="58733"/>
                    <a:pt x="210916" y="45965"/>
                    <a:pt x="210916" y="29366"/>
                  </a:cubicBezTo>
                  <a:cubicBezTo>
                    <a:pt x="210916" y="13406"/>
                    <a:pt x="198136" y="0"/>
                    <a:pt x="181522" y="0"/>
                  </a:cubicBezTo>
                  <a:cubicBezTo>
                    <a:pt x="164909" y="0"/>
                    <a:pt x="152129" y="12768"/>
                    <a:pt x="152129" y="29366"/>
                  </a:cubicBezTo>
                  <a:cubicBezTo>
                    <a:pt x="152129" y="31282"/>
                    <a:pt x="152129" y="33197"/>
                    <a:pt x="152768" y="35112"/>
                  </a:cubicBezTo>
                  <a:lnTo>
                    <a:pt x="52446" y="80438"/>
                  </a:lnTo>
                  <a:cubicBezTo>
                    <a:pt x="42861" y="67670"/>
                    <a:pt x="24330" y="65117"/>
                    <a:pt x="11550" y="74693"/>
                  </a:cubicBezTo>
                  <a:cubicBezTo>
                    <a:pt x="-1230" y="84269"/>
                    <a:pt x="-3786" y="102782"/>
                    <a:pt x="5799" y="115550"/>
                  </a:cubicBezTo>
                  <a:cubicBezTo>
                    <a:pt x="15384" y="128318"/>
                    <a:pt x="33915" y="130872"/>
                    <a:pt x="46695" y="121296"/>
                  </a:cubicBezTo>
                  <a:cubicBezTo>
                    <a:pt x="49251" y="119380"/>
                    <a:pt x="51168" y="117465"/>
                    <a:pt x="52446" y="115550"/>
                  </a:cubicBezTo>
                  <a:lnTo>
                    <a:pt x="152768" y="160876"/>
                  </a:lnTo>
                  <a:cubicBezTo>
                    <a:pt x="152129" y="162792"/>
                    <a:pt x="152129" y="164707"/>
                    <a:pt x="152129" y="166622"/>
                  </a:cubicBezTo>
                  <a:cubicBezTo>
                    <a:pt x="152129" y="182582"/>
                    <a:pt x="164909" y="195988"/>
                    <a:pt x="181522" y="195988"/>
                  </a:cubicBezTo>
                  <a:cubicBezTo>
                    <a:pt x="198136" y="195988"/>
                    <a:pt x="210916" y="183220"/>
                    <a:pt x="210916" y="166622"/>
                  </a:cubicBezTo>
                  <a:cubicBezTo>
                    <a:pt x="210916" y="150662"/>
                    <a:pt x="198136" y="137256"/>
                    <a:pt x="181522" y="137256"/>
                  </a:cubicBezTo>
                  <a:cubicBezTo>
                    <a:pt x="171937" y="137256"/>
                    <a:pt x="163630" y="141724"/>
                    <a:pt x="157880" y="148747"/>
                  </a:cubicBezTo>
                  <a:lnTo>
                    <a:pt x="57558" y="103420"/>
                  </a:lnTo>
                  <a:cubicBezTo>
                    <a:pt x="58197" y="99590"/>
                    <a:pt x="58197" y="95760"/>
                    <a:pt x="57558" y="91929"/>
                  </a:cubicBezTo>
                  <a:lnTo>
                    <a:pt x="157880" y="47242"/>
                  </a:lnTo>
                  <a:cubicBezTo>
                    <a:pt x="163630" y="54264"/>
                    <a:pt x="172576" y="58733"/>
                    <a:pt x="181522" y="58733"/>
                  </a:cubicBezTo>
                  <a:close/>
                  <a:moveTo>
                    <a:pt x="181522" y="150024"/>
                  </a:moveTo>
                  <a:cubicBezTo>
                    <a:pt x="190468" y="150024"/>
                    <a:pt x="198136" y="157684"/>
                    <a:pt x="198136" y="166622"/>
                  </a:cubicBezTo>
                  <a:cubicBezTo>
                    <a:pt x="198136" y="175560"/>
                    <a:pt x="190468" y="183220"/>
                    <a:pt x="181522" y="183220"/>
                  </a:cubicBezTo>
                  <a:cubicBezTo>
                    <a:pt x="172576" y="183220"/>
                    <a:pt x="164909" y="175560"/>
                    <a:pt x="164909" y="166622"/>
                  </a:cubicBezTo>
                  <a:cubicBezTo>
                    <a:pt x="164909" y="157684"/>
                    <a:pt x="172576" y="150024"/>
                    <a:pt x="181522" y="150024"/>
                  </a:cubicBezTo>
                  <a:lnTo>
                    <a:pt x="181522" y="150024"/>
                  </a:lnTo>
                  <a:close/>
                  <a:moveTo>
                    <a:pt x="29442" y="114273"/>
                  </a:moveTo>
                  <a:cubicBezTo>
                    <a:pt x="20496" y="114273"/>
                    <a:pt x="12828" y="106612"/>
                    <a:pt x="12828" y="97675"/>
                  </a:cubicBezTo>
                  <a:cubicBezTo>
                    <a:pt x="12828" y="88737"/>
                    <a:pt x="20496" y="81077"/>
                    <a:pt x="29442" y="81077"/>
                  </a:cubicBezTo>
                  <a:cubicBezTo>
                    <a:pt x="38388" y="81077"/>
                    <a:pt x="46056" y="88737"/>
                    <a:pt x="46056" y="97675"/>
                  </a:cubicBezTo>
                  <a:cubicBezTo>
                    <a:pt x="46056" y="106612"/>
                    <a:pt x="38388" y="114273"/>
                    <a:pt x="29442" y="114273"/>
                  </a:cubicBezTo>
                  <a:lnTo>
                    <a:pt x="29442" y="114273"/>
                  </a:lnTo>
                  <a:close/>
                  <a:moveTo>
                    <a:pt x="181522" y="12768"/>
                  </a:moveTo>
                  <a:cubicBezTo>
                    <a:pt x="190468" y="12768"/>
                    <a:pt x="198136" y="20429"/>
                    <a:pt x="198136" y="29366"/>
                  </a:cubicBezTo>
                  <a:cubicBezTo>
                    <a:pt x="198136" y="38304"/>
                    <a:pt x="190468" y="45965"/>
                    <a:pt x="181522" y="45965"/>
                  </a:cubicBezTo>
                  <a:cubicBezTo>
                    <a:pt x="172576" y="45965"/>
                    <a:pt x="164909" y="38304"/>
                    <a:pt x="164909" y="29366"/>
                  </a:cubicBezTo>
                  <a:cubicBezTo>
                    <a:pt x="164909" y="20429"/>
                    <a:pt x="172576" y="12768"/>
                    <a:pt x="181522" y="12768"/>
                  </a:cubicBezTo>
                  <a:lnTo>
                    <a:pt x="181522" y="12768"/>
                  </a:lnTo>
                  <a:close/>
                </a:path>
              </a:pathLst>
            </a:custGeom>
            <a:solidFill>
              <a:srgbClr val="007680"/>
            </a:solidFill>
            <a:ln w="6390" cap="flat">
              <a:noFill/>
              <a:prstDash val="solid"/>
              <a:miter/>
            </a:ln>
          </p:spPr>
          <p:txBody>
            <a:bodyPr rtlCol="0" anchor="ctr"/>
            <a:lstStyle/>
            <a:p>
              <a:endParaRPr lang="en-US"/>
            </a:p>
          </p:txBody>
        </p:sp>
      </p:grpSp>
      <p:grpSp>
        <p:nvGrpSpPr>
          <p:cNvPr id="217" name="Graphic 4">
            <a:extLst>
              <a:ext uri="{FF2B5EF4-FFF2-40B4-BE49-F238E27FC236}">
                <a16:creationId xmlns:a16="http://schemas.microsoft.com/office/drawing/2014/main" id="{C87677DF-6F46-CB49-8014-E5D8EE3F16D4}"/>
              </a:ext>
            </a:extLst>
          </p:cNvPr>
          <p:cNvGrpSpPr>
            <a:grpSpLocks noChangeAspect="1"/>
          </p:cNvGrpSpPr>
          <p:nvPr/>
        </p:nvGrpSpPr>
        <p:grpSpPr>
          <a:xfrm>
            <a:off x="3607758" y="1873861"/>
            <a:ext cx="362309" cy="361971"/>
            <a:chOff x="3607758" y="1873861"/>
            <a:chExt cx="362309" cy="361971"/>
          </a:xfrm>
          <a:solidFill>
            <a:srgbClr val="00ABAB"/>
          </a:solidFill>
        </p:grpSpPr>
        <p:sp>
          <p:nvSpPr>
            <p:cNvPr id="218" name="Graphic 4">
              <a:extLst>
                <a:ext uri="{FF2B5EF4-FFF2-40B4-BE49-F238E27FC236}">
                  <a16:creationId xmlns:a16="http://schemas.microsoft.com/office/drawing/2014/main" id="{0572FDE1-1898-FA4E-B596-85298564BEC2}"/>
                </a:ext>
              </a:extLst>
            </p:cNvPr>
            <p:cNvSpPr/>
            <p:nvPr/>
          </p:nvSpPr>
          <p:spPr>
            <a:xfrm>
              <a:off x="3607758" y="1873861"/>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9204 h 361971"/>
                <a:gd name="connsiteX8" fmla="*/ 12780 w 362309"/>
                <a:gd name="connsiteY8" fmla="*/ 181305 h 361971"/>
                <a:gd name="connsiteX9" fmla="*/ 180836 w 362309"/>
                <a:gd name="connsiteY9" fmla="*/ 12768 h 361971"/>
                <a:gd name="connsiteX10" fmla="*/ 349530 w 362309"/>
                <a:gd name="connsiteY10" fmla="*/ 180667 h 361971"/>
                <a:gd name="connsiteX11" fmla="*/ 349530 w 362309"/>
                <a:gd name="connsiteY11" fmla="*/ 180667 h 361971"/>
                <a:gd name="connsiteX12" fmla="*/ 181474 w 362309"/>
                <a:gd name="connsiteY12" fmla="*/ 349204 h 361971"/>
                <a:gd name="connsiteX13" fmla="*/ 181474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1474" y="0"/>
                  </a:moveTo>
                  <a:cubicBezTo>
                    <a:pt x="81152" y="0"/>
                    <a:pt x="0" y="81077"/>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ubicBezTo>
                    <a:pt x="181474" y="0"/>
                    <a:pt x="181474" y="0"/>
                    <a:pt x="181474" y="0"/>
                  </a:cubicBezTo>
                  <a:close/>
                  <a:moveTo>
                    <a:pt x="181474" y="349204"/>
                  </a:moveTo>
                  <a:cubicBezTo>
                    <a:pt x="88181" y="349204"/>
                    <a:pt x="12780" y="273873"/>
                    <a:pt x="12780" y="181305"/>
                  </a:cubicBezTo>
                  <a:cubicBezTo>
                    <a:pt x="12780" y="88737"/>
                    <a:pt x="88181" y="12768"/>
                    <a:pt x="180836" y="12768"/>
                  </a:cubicBezTo>
                  <a:cubicBezTo>
                    <a:pt x="274128" y="12768"/>
                    <a:pt x="349530" y="88099"/>
                    <a:pt x="349530" y="180667"/>
                  </a:cubicBezTo>
                  <a:cubicBezTo>
                    <a:pt x="349530" y="180667"/>
                    <a:pt x="349530" y="180667"/>
                    <a:pt x="349530" y="180667"/>
                  </a:cubicBezTo>
                  <a:cubicBezTo>
                    <a:pt x="349530" y="273873"/>
                    <a:pt x="274128"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219" name="Graphic 4">
              <a:extLst>
                <a:ext uri="{FF2B5EF4-FFF2-40B4-BE49-F238E27FC236}">
                  <a16:creationId xmlns:a16="http://schemas.microsoft.com/office/drawing/2014/main" id="{738F887F-8E89-D247-9110-DA727B496F86}"/>
                </a:ext>
              </a:extLst>
            </p:cNvPr>
            <p:cNvSpPr/>
            <p:nvPr/>
          </p:nvSpPr>
          <p:spPr>
            <a:xfrm>
              <a:off x="3734279" y="2062827"/>
              <a:ext cx="34505" cy="34473"/>
            </a:xfrm>
            <a:custGeom>
              <a:avLst/>
              <a:gdLst>
                <a:gd name="connsiteX0" fmla="*/ 17253 w 34505"/>
                <a:gd name="connsiteY0" fmla="*/ 0 h 34473"/>
                <a:gd name="connsiteX1" fmla="*/ 0 w 34505"/>
                <a:gd name="connsiteY1" fmla="*/ 17237 h 34473"/>
                <a:gd name="connsiteX2" fmla="*/ 17253 w 34505"/>
                <a:gd name="connsiteY2" fmla="*/ 34473 h 34473"/>
                <a:gd name="connsiteX3" fmla="*/ 34505 w 34505"/>
                <a:gd name="connsiteY3" fmla="*/ 17237 h 34473"/>
                <a:gd name="connsiteX4" fmla="*/ 34505 w 34505"/>
                <a:gd name="connsiteY4" fmla="*/ 17237 h 34473"/>
                <a:gd name="connsiteX5" fmla="*/ 17253 w 34505"/>
                <a:gd name="connsiteY5" fmla="*/ 0 h 3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05" h="34473">
                  <a:moveTo>
                    <a:pt x="17253" y="0"/>
                  </a:moveTo>
                  <a:cubicBezTo>
                    <a:pt x="7668" y="0"/>
                    <a:pt x="0" y="7661"/>
                    <a:pt x="0" y="17237"/>
                  </a:cubicBezTo>
                  <a:cubicBezTo>
                    <a:pt x="0" y="26813"/>
                    <a:pt x="7668" y="34473"/>
                    <a:pt x="17253" y="34473"/>
                  </a:cubicBezTo>
                  <a:cubicBezTo>
                    <a:pt x="26837" y="34473"/>
                    <a:pt x="34505" y="26813"/>
                    <a:pt x="34505" y="17237"/>
                  </a:cubicBezTo>
                  <a:lnTo>
                    <a:pt x="34505" y="17237"/>
                  </a:lnTo>
                  <a:cubicBezTo>
                    <a:pt x="34505" y="7661"/>
                    <a:pt x="26837" y="0"/>
                    <a:pt x="17253" y="0"/>
                  </a:cubicBezTo>
                  <a:close/>
                </a:path>
              </a:pathLst>
            </a:custGeom>
            <a:solidFill>
              <a:srgbClr val="00ABAB"/>
            </a:solidFill>
            <a:ln w="6390" cap="flat">
              <a:noFill/>
              <a:prstDash val="solid"/>
              <a:miter/>
            </a:ln>
          </p:spPr>
          <p:txBody>
            <a:bodyPr rtlCol="0" anchor="ctr"/>
            <a:lstStyle/>
            <a:p>
              <a:endParaRPr lang="en-US"/>
            </a:p>
          </p:txBody>
        </p:sp>
        <p:sp>
          <p:nvSpPr>
            <p:cNvPr id="220" name="Graphic 4">
              <a:extLst>
                <a:ext uri="{FF2B5EF4-FFF2-40B4-BE49-F238E27FC236}">
                  <a16:creationId xmlns:a16="http://schemas.microsoft.com/office/drawing/2014/main" id="{A33C151E-A9A0-B643-A8FC-3A7B1A0CBC43}"/>
                </a:ext>
              </a:extLst>
            </p:cNvPr>
            <p:cNvSpPr/>
            <p:nvPr/>
          </p:nvSpPr>
          <p:spPr>
            <a:xfrm>
              <a:off x="3729167" y="2006648"/>
              <a:ext cx="34505" cy="34473"/>
            </a:xfrm>
            <a:custGeom>
              <a:avLst/>
              <a:gdLst>
                <a:gd name="connsiteX0" fmla="*/ 34506 w 34505"/>
                <a:gd name="connsiteY0" fmla="*/ 17237 h 34473"/>
                <a:gd name="connsiteX1" fmla="*/ 17253 w 34505"/>
                <a:gd name="connsiteY1" fmla="*/ 34474 h 34473"/>
                <a:gd name="connsiteX2" fmla="*/ 0 w 34505"/>
                <a:gd name="connsiteY2" fmla="*/ 17237 h 34473"/>
                <a:gd name="connsiteX3" fmla="*/ 17253 w 34505"/>
                <a:gd name="connsiteY3" fmla="*/ 0 h 34473"/>
                <a:gd name="connsiteX4" fmla="*/ 34506 w 34505"/>
                <a:gd name="connsiteY4" fmla="*/ 17237 h 34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5" h="34473">
                  <a:moveTo>
                    <a:pt x="34506" y="17237"/>
                  </a:moveTo>
                  <a:cubicBezTo>
                    <a:pt x="34506" y="26756"/>
                    <a:pt x="26781" y="34474"/>
                    <a:pt x="17253" y="34474"/>
                  </a:cubicBezTo>
                  <a:cubicBezTo>
                    <a:pt x="7724" y="34474"/>
                    <a:pt x="0" y="26756"/>
                    <a:pt x="0" y="17237"/>
                  </a:cubicBezTo>
                  <a:cubicBezTo>
                    <a:pt x="0" y="7717"/>
                    <a:pt x="7724" y="0"/>
                    <a:pt x="17253" y="0"/>
                  </a:cubicBezTo>
                  <a:cubicBezTo>
                    <a:pt x="26781" y="0"/>
                    <a:pt x="34506" y="7717"/>
                    <a:pt x="34506" y="17237"/>
                  </a:cubicBezTo>
                  <a:close/>
                </a:path>
              </a:pathLst>
            </a:custGeom>
            <a:solidFill>
              <a:srgbClr val="00ABAB"/>
            </a:solidFill>
            <a:ln w="6390" cap="flat">
              <a:noFill/>
              <a:prstDash val="solid"/>
              <a:miter/>
            </a:ln>
          </p:spPr>
          <p:txBody>
            <a:bodyPr rtlCol="0" anchor="ctr"/>
            <a:lstStyle/>
            <a:p>
              <a:endParaRPr lang="en-US"/>
            </a:p>
          </p:txBody>
        </p:sp>
        <p:sp>
          <p:nvSpPr>
            <p:cNvPr id="221" name="Graphic 4">
              <a:extLst>
                <a:ext uri="{FF2B5EF4-FFF2-40B4-BE49-F238E27FC236}">
                  <a16:creationId xmlns:a16="http://schemas.microsoft.com/office/drawing/2014/main" id="{F4F6AFB6-405E-BF4E-A9D9-BC3EBB338989}"/>
                </a:ext>
              </a:extLst>
            </p:cNvPr>
            <p:cNvSpPr/>
            <p:nvPr/>
          </p:nvSpPr>
          <p:spPr>
            <a:xfrm>
              <a:off x="3679964" y="1937701"/>
              <a:ext cx="218377" cy="234292"/>
            </a:xfrm>
            <a:custGeom>
              <a:avLst/>
              <a:gdLst>
                <a:gd name="connsiteX0" fmla="*/ 191059 w 218377"/>
                <a:gd name="connsiteY0" fmla="*/ 51072 h 234292"/>
                <a:gd name="connsiteX1" fmla="*/ 184030 w 218377"/>
                <a:gd name="connsiteY1" fmla="*/ 35750 h 234292"/>
                <a:gd name="connsiteX2" fmla="*/ 175723 w 218377"/>
                <a:gd name="connsiteY2" fmla="*/ 10214 h 234292"/>
                <a:gd name="connsiteX3" fmla="*/ 175084 w 218377"/>
                <a:gd name="connsiteY3" fmla="*/ 2554 h 234292"/>
                <a:gd name="connsiteX4" fmla="*/ 167416 w 218377"/>
                <a:gd name="connsiteY4" fmla="*/ 638 h 234292"/>
                <a:gd name="connsiteX5" fmla="*/ 142496 w 218377"/>
                <a:gd name="connsiteY5" fmla="*/ 22982 h 234292"/>
                <a:gd name="connsiteX6" fmla="*/ 104156 w 218377"/>
                <a:gd name="connsiteY6" fmla="*/ 16598 h 234292"/>
                <a:gd name="connsiteX7" fmla="*/ 70289 w 218377"/>
                <a:gd name="connsiteY7" fmla="*/ 21706 h 234292"/>
                <a:gd name="connsiteX8" fmla="*/ 0 w 218377"/>
                <a:gd name="connsiteY8" fmla="*/ 116189 h 234292"/>
                <a:gd name="connsiteX9" fmla="*/ 21726 w 218377"/>
                <a:gd name="connsiteY9" fmla="*/ 177475 h 234292"/>
                <a:gd name="connsiteX10" fmla="*/ 104795 w 218377"/>
                <a:gd name="connsiteY10" fmla="*/ 218332 h 234292"/>
                <a:gd name="connsiteX11" fmla="*/ 126521 w 218377"/>
                <a:gd name="connsiteY11" fmla="*/ 210671 h 234292"/>
                <a:gd name="connsiteX12" fmla="*/ 126521 w 218377"/>
                <a:gd name="connsiteY12" fmla="*/ 185136 h 234292"/>
                <a:gd name="connsiteX13" fmla="*/ 117575 w 218377"/>
                <a:gd name="connsiteY13" fmla="*/ 175560 h 234292"/>
                <a:gd name="connsiteX14" fmla="*/ 109268 w 218377"/>
                <a:gd name="connsiteY14" fmla="*/ 163430 h 234292"/>
                <a:gd name="connsiteX15" fmla="*/ 111185 w 218377"/>
                <a:gd name="connsiteY15" fmla="*/ 155131 h 234292"/>
                <a:gd name="connsiteX16" fmla="*/ 125881 w 218377"/>
                <a:gd name="connsiteY16" fmla="*/ 152577 h 234292"/>
                <a:gd name="connsiteX17" fmla="*/ 141217 w 218377"/>
                <a:gd name="connsiteY17" fmla="*/ 152577 h 234292"/>
                <a:gd name="connsiteX18" fmla="*/ 146969 w 218377"/>
                <a:gd name="connsiteY18" fmla="*/ 228547 h 234292"/>
                <a:gd name="connsiteX19" fmla="*/ 153358 w 218377"/>
                <a:gd name="connsiteY19" fmla="*/ 234292 h 234292"/>
                <a:gd name="connsiteX20" fmla="*/ 169972 w 218377"/>
                <a:gd name="connsiteY20" fmla="*/ 234292 h 234292"/>
                <a:gd name="connsiteX21" fmla="*/ 176362 w 218377"/>
                <a:gd name="connsiteY21" fmla="*/ 228547 h 234292"/>
                <a:gd name="connsiteX22" fmla="*/ 182752 w 218377"/>
                <a:gd name="connsiteY22" fmla="*/ 151939 h 234292"/>
                <a:gd name="connsiteX23" fmla="*/ 214702 w 218377"/>
                <a:gd name="connsiteY23" fmla="*/ 135341 h 234292"/>
                <a:gd name="connsiteX24" fmla="*/ 191698 w 218377"/>
                <a:gd name="connsiteY24" fmla="*/ 51710 h 234292"/>
                <a:gd name="connsiteX25" fmla="*/ 191059 w 218377"/>
                <a:gd name="connsiteY25" fmla="*/ 51072 h 234292"/>
                <a:gd name="connsiteX26" fmla="*/ 162304 w 218377"/>
                <a:gd name="connsiteY26" fmla="*/ 19152 h 234292"/>
                <a:gd name="connsiteX27" fmla="*/ 172528 w 218377"/>
                <a:gd name="connsiteY27" fmla="*/ 42773 h 234292"/>
                <a:gd name="connsiteX28" fmla="*/ 177001 w 218377"/>
                <a:gd name="connsiteY28" fmla="*/ 86822 h 234292"/>
                <a:gd name="connsiteX29" fmla="*/ 162943 w 218377"/>
                <a:gd name="connsiteY29" fmla="*/ 90653 h 234292"/>
                <a:gd name="connsiteX30" fmla="*/ 143134 w 218377"/>
                <a:gd name="connsiteY30" fmla="*/ 63840 h 234292"/>
                <a:gd name="connsiteX31" fmla="*/ 162304 w 218377"/>
                <a:gd name="connsiteY31" fmla="*/ 19152 h 234292"/>
                <a:gd name="connsiteX32" fmla="*/ 162304 w 218377"/>
                <a:gd name="connsiteY32" fmla="*/ 19152 h 234292"/>
                <a:gd name="connsiteX33" fmla="*/ 129716 w 218377"/>
                <a:gd name="connsiteY33" fmla="*/ 139809 h 234292"/>
                <a:gd name="connsiteX34" fmla="*/ 126521 w 218377"/>
                <a:gd name="connsiteY34" fmla="*/ 139809 h 234292"/>
                <a:gd name="connsiteX35" fmla="*/ 102878 w 218377"/>
                <a:gd name="connsiteY35" fmla="*/ 145555 h 234292"/>
                <a:gd name="connsiteX36" fmla="*/ 96488 w 218377"/>
                <a:gd name="connsiteY36" fmla="*/ 165345 h 234292"/>
                <a:gd name="connsiteX37" fmla="*/ 109268 w 218377"/>
                <a:gd name="connsiteY37" fmla="*/ 185136 h 234292"/>
                <a:gd name="connsiteX38" fmla="*/ 116297 w 218377"/>
                <a:gd name="connsiteY38" fmla="*/ 192158 h 234292"/>
                <a:gd name="connsiteX39" fmla="*/ 116297 w 218377"/>
                <a:gd name="connsiteY39" fmla="*/ 202372 h 234292"/>
                <a:gd name="connsiteX40" fmla="*/ 104795 w 218377"/>
                <a:gd name="connsiteY40" fmla="*/ 205564 h 234292"/>
                <a:gd name="connsiteX41" fmla="*/ 31950 w 218377"/>
                <a:gd name="connsiteY41" fmla="*/ 169814 h 234292"/>
                <a:gd name="connsiteX42" fmla="*/ 13419 w 218377"/>
                <a:gd name="connsiteY42" fmla="*/ 116189 h 234292"/>
                <a:gd name="connsiteX43" fmla="*/ 35145 w 218377"/>
                <a:gd name="connsiteY43" fmla="*/ 60648 h 234292"/>
                <a:gd name="connsiteX44" fmla="*/ 74762 w 218377"/>
                <a:gd name="connsiteY44" fmla="*/ 34473 h 234292"/>
                <a:gd name="connsiteX45" fmla="*/ 104795 w 218377"/>
                <a:gd name="connsiteY45" fmla="*/ 30005 h 234292"/>
                <a:gd name="connsiteX46" fmla="*/ 136744 w 218377"/>
                <a:gd name="connsiteY46" fmla="*/ 35112 h 234292"/>
                <a:gd name="connsiteX47" fmla="*/ 131633 w 218377"/>
                <a:gd name="connsiteY47" fmla="*/ 58733 h 234292"/>
                <a:gd name="connsiteX48" fmla="*/ 120131 w 218377"/>
                <a:gd name="connsiteY48" fmla="*/ 54264 h 234292"/>
                <a:gd name="connsiteX49" fmla="*/ 102878 w 218377"/>
                <a:gd name="connsiteY49" fmla="*/ 71501 h 234292"/>
                <a:gd name="connsiteX50" fmla="*/ 120131 w 218377"/>
                <a:gd name="connsiteY50" fmla="*/ 88737 h 234292"/>
                <a:gd name="connsiteX51" fmla="*/ 134189 w 218377"/>
                <a:gd name="connsiteY51" fmla="*/ 81715 h 234292"/>
                <a:gd name="connsiteX52" fmla="*/ 139301 w 218377"/>
                <a:gd name="connsiteY52" fmla="*/ 91291 h 234292"/>
                <a:gd name="connsiteX53" fmla="*/ 139301 w 218377"/>
                <a:gd name="connsiteY53" fmla="*/ 123211 h 234292"/>
                <a:gd name="connsiteX54" fmla="*/ 140579 w 218377"/>
                <a:gd name="connsiteY54" fmla="*/ 141086 h 234292"/>
                <a:gd name="connsiteX55" fmla="*/ 129716 w 218377"/>
                <a:gd name="connsiteY55" fmla="*/ 141086 h 234292"/>
                <a:gd name="connsiteX56" fmla="*/ 164221 w 218377"/>
                <a:gd name="connsiteY56" fmla="*/ 221524 h 234292"/>
                <a:gd name="connsiteX57" fmla="*/ 159748 w 218377"/>
                <a:gd name="connsiteY57" fmla="*/ 221524 h 234292"/>
                <a:gd name="connsiteX58" fmla="*/ 152080 w 218377"/>
                <a:gd name="connsiteY58" fmla="*/ 121296 h 234292"/>
                <a:gd name="connsiteX59" fmla="*/ 152080 w 218377"/>
                <a:gd name="connsiteY59" fmla="*/ 99590 h 234292"/>
                <a:gd name="connsiteX60" fmla="*/ 161026 w 218377"/>
                <a:gd name="connsiteY60" fmla="*/ 102144 h 234292"/>
                <a:gd name="connsiteX61" fmla="*/ 168694 w 218377"/>
                <a:gd name="connsiteY61" fmla="*/ 103421 h 234292"/>
                <a:gd name="connsiteX62" fmla="*/ 172528 w 218377"/>
                <a:gd name="connsiteY62" fmla="*/ 102782 h 234292"/>
                <a:gd name="connsiteX63" fmla="*/ 172528 w 218377"/>
                <a:gd name="connsiteY63" fmla="*/ 128318 h 234292"/>
                <a:gd name="connsiteX64" fmla="*/ 164221 w 218377"/>
                <a:gd name="connsiteY64" fmla="*/ 221524 h 234292"/>
                <a:gd name="connsiteX65" fmla="*/ 203200 w 218377"/>
                <a:gd name="connsiteY65" fmla="*/ 129595 h 234292"/>
                <a:gd name="connsiteX66" fmla="*/ 184030 w 218377"/>
                <a:gd name="connsiteY66" fmla="*/ 139171 h 234292"/>
                <a:gd name="connsiteX67" fmla="*/ 184669 w 218377"/>
                <a:gd name="connsiteY67" fmla="*/ 129595 h 234292"/>
                <a:gd name="connsiteX68" fmla="*/ 184669 w 218377"/>
                <a:gd name="connsiteY68" fmla="*/ 97675 h 234292"/>
                <a:gd name="connsiteX69" fmla="*/ 187864 w 218377"/>
                <a:gd name="connsiteY69" fmla="*/ 94483 h 234292"/>
                <a:gd name="connsiteX70" fmla="*/ 192976 w 218377"/>
                <a:gd name="connsiteY70" fmla="*/ 80438 h 234292"/>
                <a:gd name="connsiteX71" fmla="*/ 203200 w 218377"/>
                <a:gd name="connsiteY71" fmla="*/ 129595 h 234292"/>
                <a:gd name="connsiteX72" fmla="*/ 203200 w 218377"/>
                <a:gd name="connsiteY72" fmla="*/ 129595 h 234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18377" h="234292">
                  <a:moveTo>
                    <a:pt x="191059" y="51072"/>
                  </a:moveTo>
                  <a:cubicBezTo>
                    <a:pt x="189142" y="45326"/>
                    <a:pt x="186586" y="40219"/>
                    <a:pt x="184030" y="35750"/>
                  </a:cubicBezTo>
                  <a:cubicBezTo>
                    <a:pt x="172528" y="18514"/>
                    <a:pt x="175723" y="10853"/>
                    <a:pt x="175723" y="10214"/>
                  </a:cubicBezTo>
                  <a:cubicBezTo>
                    <a:pt x="177001" y="7661"/>
                    <a:pt x="177001" y="5107"/>
                    <a:pt x="175084" y="2554"/>
                  </a:cubicBezTo>
                  <a:cubicBezTo>
                    <a:pt x="173167" y="0"/>
                    <a:pt x="169972" y="-638"/>
                    <a:pt x="167416" y="638"/>
                  </a:cubicBezTo>
                  <a:cubicBezTo>
                    <a:pt x="157192" y="5746"/>
                    <a:pt x="148885" y="13406"/>
                    <a:pt x="142496" y="22982"/>
                  </a:cubicBezTo>
                  <a:cubicBezTo>
                    <a:pt x="130354" y="19152"/>
                    <a:pt x="116936" y="16598"/>
                    <a:pt x="104156" y="16598"/>
                  </a:cubicBezTo>
                  <a:cubicBezTo>
                    <a:pt x="92654" y="16598"/>
                    <a:pt x="81152" y="17875"/>
                    <a:pt x="70289" y="21706"/>
                  </a:cubicBezTo>
                  <a:cubicBezTo>
                    <a:pt x="29394" y="35112"/>
                    <a:pt x="1278" y="72777"/>
                    <a:pt x="0" y="116189"/>
                  </a:cubicBezTo>
                  <a:cubicBezTo>
                    <a:pt x="639" y="138533"/>
                    <a:pt x="7668" y="160238"/>
                    <a:pt x="21726" y="177475"/>
                  </a:cubicBezTo>
                  <a:cubicBezTo>
                    <a:pt x="42173" y="202372"/>
                    <a:pt x="72206" y="217694"/>
                    <a:pt x="104795" y="218332"/>
                  </a:cubicBezTo>
                  <a:cubicBezTo>
                    <a:pt x="113102" y="218971"/>
                    <a:pt x="120770" y="216417"/>
                    <a:pt x="126521" y="210671"/>
                  </a:cubicBezTo>
                  <a:cubicBezTo>
                    <a:pt x="131633" y="203011"/>
                    <a:pt x="131633" y="192796"/>
                    <a:pt x="126521" y="185136"/>
                  </a:cubicBezTo>
                  <a:cubicBezTo>
                    <a:pt x="123965" y="181305"/>
                    <a:pt x="120770" y="178113"/>
                    <a:pt x="117575" y="175560"/>
                  </a:cubicBezTo>
                  <a:cubicBezTo>
                    <a:pt x="113102" y="173006"/>
                    <a:pt x="109907" y="168537"/>
                    <a:pt x="109268" y="163430"/>
                  </a:cubicBezTo>
                  <a:cubicBezTo>
                    <a:pt x="108629" y="160238"/>
                    <a:pt x="109268" y="157684"/>
                    <a:pt x="111185" y="155131"/>
                  </a:cubicBezTo>
                  <a:cubicBezTo>
                    <a:pt x="115658" y="152577"/>
                    <a:pt x="120770" y="151939"/>
                    <a:pt x="125881" y="152577"/>
                  </a:cubicBezTo>
                  <a:lnTo>
                    <a:pt x="141217" y="152577"/>
                  </a:lnTo>
                  <a:lnTo>
                    <a:pt x="146969" y="228547"/>
                  </a:lnTo>
                  <a:cubicBezTo>
                    <a:pt x="146969" y="231739"/>
                    <a:pt x="150164" y="234292"/>
                    <a:pt x="153358" y="234292"/>
                  </a:cubicBezTo>
                  <a:lnTo>
                    <a:pt x="169972" y="234292"/>
                  </a:lnTo>
                  <a:cubicBezTo>
                    <a:pt x="173167" y="234292"/>
                    <a:pt x="176362" y="231739"/>
                    <a:pt x="176362" y="228547"/>
                  </a:cubicBezTo>
                  <a:lnTo>
                    <a:pt x="182752" y="151939"/>
                  </a:lnTo>
                  <a:cubicBezTo>
                    <a:pt x="198727" y="151300"/>
                    <a:pt x="208951" y="145555"/>
                    <a:pt x="214702" y="135341"/>
                  </a:cubicBezTo>
                  <a:cubicBezTo>
                    <a:pt x="229399" y="107251"/>
                    <a:pt x="195532" y="57456"/>
                    <a:pt x="191698" y="51710"/>
                  </a:cubicBezTo>
                  <a:cubicBezTo>
                    <a:pt x="191698" y="51710"/>
                    <a:pt x="191059" y="51710"/>
                    <a:pt x="191059" y="51072"/>
                  </a:cubicBezTo>
                  <a:close/>
                  <a:moveTo>
                    <a:pt x="162304" y="19152"/>
                  </a:moveTo>
                  <a:cubicBezTo>
                    <a:pt x="164221" y="27451"/>
                    <a:pt x="167416" y="35750"/>
                    <a:pt x="172528" y="42773"/>
                  </a:cubicBezTo>
                  <a:cubicBezTo>
                    <a:pt x="181474" y="56179"/>
                    <a:pt x="183391" y="77246"/>
                    <a:pt x="177001" y="86822"/>
                  </a:cubicBezTo>
                  <a:cubicBezTo>
                    <a:pt x="173806" y="91291"/>
                    <a:pt x="168055" y="92568"/>
                    <a:pt x="162943" y="90653"/>
                  </a:cubicBezTo>
                  <a:cubicBezTo>
                    <a:pt x="150802" y="88099"/>
                    <a:pt x="142496" y="76608"/>
                    <a:pt x="143134" y="63840"/>
                  </a:cubicBezTo>
                  <a:cubicBezTo>
                    <a:pt x="142496" y="47241"/>
                    <a:pt x="149524" y="30643"/>
                    <a:pt x="162304" y="19152"/>
                  </a:cubicBezTo>
                  <a:lnTo>
                    <a:pt x="162304" y="19152"/>
                  </a:lnTo>
                  <a:close/>
                  <a:moveTo>
                    <a:pt x="129716" y="139809"/>
                  </a:moveTo>
                  <a:lnTo>
                    <a:pt x="126521" y="139809"/>
                  </a:lnTo>
                  <a:cubicBezTo>
                    <a:pt x="118214" y="138533"/>
                    <a:pt x="109907" y="140448"/>
                    <a:pt x="102878" y="145555"/>
                  </a:cubicBezTo>
                  <a:cubicBezTo>
                    <a:pt x="97766" y="150662"/>
                    <a:pt x="95210" y="157684"/>
                    <a:pt x="96488" y="165345"/>
                  </a:cubicBezTo>
                  <a:cubicBezTo>
                    <a:pt x="97766" y="173644"/>
                    <a:pt x="102878" y="180667"/>
                    <a:pt x="109268" y="185136"/>
                  </a:cubicBezTo>
                  <a:cubicBezTo>
                    <a:pt x="111824" y="187051"/>
                    <a:pt x="114380" y="189604"/>
                    <a:pt x="116297" y="192158"/>
                  </a:cubicBezTo>
                  <a:cubicBezTo>
                    <a:pt x="118214" y="195350"/>
                    <a:pt x="118214" y="199180"/>
                    <a:pt x="116297" y="202372"/>
                  </a:cubicBezTo>
                  <a:cubicBezTo>
                    <a:pt x="115019" y="203649"/>
                    <a:pt x="112463" y="205564"/>
                    <a:pt x="104795" y="205564"/>
                  </a:cubicBezTo>
                  <a:cubicBezTo>
                    <a:pt x="76679" y="204926"/>
                    <a:pt x="49841" y="191519"/>
                    <a:pt x="31950" y="169814"/>
                  </a:cubicBezTo>
                  <a:cubicBezTo>
                    <a:pt x="19809" y="154492"/>
                    <a:pt x="13419" y="135341"/>
                    <a:pt x="13419" y="116189"/>
                  </a:cubicBezTo>
                  <a:cubicBezTo>
                    <a:pt x="13419" y="95760"/>
                    <a:pt x="21087" y="75969"/>
                    <a:pt x="35145" y="60648"/>
                  </a:cubicBezTo>
                  <a:cubicBezTo>
                    <a:pt x="45368" y="48518"/>
                    <a:pt x="59426" y="38942"/>
                    <a:pt x="74762" y="34473"/>
                  </a:cubicBezTo>
                  <a:cubicBezTo>
                    <a:pt x="84347" y="31281"/>
                    <a:pt x="94571" y="30005"/>
                    <a:pt x="104795" y="30005"/>
                  </a:cubicBezTo>
                  <a:cubicBezTo>
                    <a:pt x="115658" y="30005"/>
                    <a:pt x="126521" y="31920"/>
                    <a:pt x="136744" y="35112"/>
                  </a:cubicBezTo>
                  <a:cubicBezTo>
                    <a:pt x="133549" y="42773"/>
                    <a:pt x="131633" y="50433"/>
                    <a:pt x="131633" y="58733"/>
                  </a:cubicBezTo>
                  <a:cubicBezTo>
                    <a:pt x="128438" y="56179"/>
                    <a:pt x="124604" y="54264"/>
                    <a:pt x="120131" y="54264"/>
                  </a:cubicBezTo>
                  <a:cubicBezTo>
                    <a:pt x="110546" y="54264"/>
                    <a:pt x="102878" y="61925"/>
                    <a:pt x="102878" y="71501"/>
                  </a:cubicBezTo>
                  <a:cubicBezTo>
                    <a:pt x="102878" y="81077"/>
                    <a:pt x="110546" y="88737"/>
                    <a:pt x="120131" y="88737"/>
                  </a:cubicBezTo>
                  <a:cubicBezTo>
                    <a:pt x="125881" y="88737"/>
                    <a:pt x="130994" y="86184"/>
                    <a:pt x="134189" y="81715"/>
                  </a:cubicBezTo>
                  <a:cubicBezTo>
                    <a:pt x="135466" y="84907"/>
                    <a:pt x="137384" y="88099"/>
                    <a:pt x="139301" y="91291"/>
                  </a:cubicBezTo>
                  <a:lnTo>
                    <a:pt x="139301" y="123211"/>
                  </a:lnTo>
                  <a:lnTo>
                    <a:pt x="140579" y="141086"/>
                  </a:lnTo>
                  <a:lnTo>
                    <a:pt x="129716" y="141086"/>
                  </a:lnTo>
                  <a:close/>
                  <a:moveTo>
                    <a:pt x="164221" y="221524"/>
                  </a:moveTo>
                  <a:lnTo>
                    <a:pt x="159748" y="221524"/>
                  </a:lnTo>
                  <a:lnTo>
                    <a:pt x="152080" y="121296"/>
                  </a:lnTo>
                  <a:lnTo>
                    <a:pt x="152080" y="99590"/>
                  </a:lnTo>
                  <a:cubicBezTo>
                    <a:pt x="154636" y="100867"/>
                    <a:pt x="157831" y="101505"/>
                    <a:pt x="161026" y="102144"/>
                  </a:cubicBezTo>
                  <a:cubicBezTo>
                    <a:pt x="163582" y="102782"/>
                    <a:pt x="166138" y="103421"/>
                    <a:pt x="168694" y="103421"/>
                  </a:cubicBezTo>
                  <a:cubicBezTo>
                    <a:pt x="169972" y="103421"/>
                    <a:pt x="171250" y="103421"/>
                    <a:pt x="172528" y="102782"/>
                  </a:cubicBezTo>
                  <a:lnTo>
                    <a:pt x="172528" y="128318"/>
                  </a:lnTo>
                  <a:lnTo>
                    <a:pt x="164221" y="221524"/>
                  </a:lnTo>
                  <a:close/>
                  <a:moveTo>
                    <a:pt x="203200" y="129595"/>
                  </a:moveTo>
                  <a:cubicBezTo>
                    <a:pt x="200005" y="135341"/>
                    <a:pt x="193615" y="138533"/>
                    <a:pt x="184030" y="139171"/>
                  </a:cubicBezTo>
                  <a:lnTo>
                    <a:pt x="184669" y="129595"/>
                  </a:lnTo>
                  <a:lnTo>
                    <a:pt x="184669" y="97675"/>
                  </a:lnTo>
                  <a:cubicBezTo>
                    <a:pt x="185947" y="96398"/>
                    <a:pt x="186586" y="95760"/>
                    <a:pt x="187864" y="94483"/>
                  </a:cubicBezTo>
                  <a:cubicBezTo>
                    <a:pt x="190420" y="90014"/>
                    <a:pt x="192337" y="85545"/>
                    <a:pt x="192976" y="80438"/>
                  </a:cubicBezTo>
                  <a:cubicBezTo>
                    <a:pt x="201922" y="96398"/>
                    <a:pt x="209590" y="117465"/>
                    <a:pt x="203200" y="129595"/>
                  </a:cubicBezTo>
                  <a:lnTo>
                    <a:pt x="203200" y="129595"/>
                  </a:lnTo>
                  <a:close/>
                </a:path>
              </a:pathLst>
            </a:custGeom>
            <a:solidFill>
              <a:srgbClr val="00ABAB"/>
            </a:solidFill>
            <a:ln w="6390" cap="flat">
              <a:noFill/>
              <a:prstDash val="solid"/>
              <a:miter/>
            </a:ln>
          </p:spPr>
          <p:txBody>
            <a:bodyPr rtlCol="0" anchor="ctr"/>
            <a:lstStyle/>
            <a:p>
              <a:endParaRPr lang="en-US"/>
            </a:p>
          </p:txBody>
        </p:sp>
      </p:grpSp>
      <p:grpSp>
        <p:nvGrpSpPr>
          <p:cNvPr id="222" name="Graphic 4">
            <a:extLst>
              <a:ext uri="{FF2B5EF4-FFF2-40B4-BE49-F238E27FC236}">
                <a16:creationId xmlns:a16="http://schemas.microsoft.com/office/drawing/2014/main" id="{714F9DFA-E7F9-854E-854D-F26037D0E5D5}"/>
              </a:ext>
            </a:extLst>
          </p:cNvPr>
          <p:cNvGrpSpPr>
            <a:grpSpLocks noChangeAspect="1"/>
          </p:cNvGrpSpPr>
          <p:nvPr/>
        </p:nvGrpSpPr>
        <p:grpSpPr>
          <a:xfrm>
            <a:off x="5099169" y="1403361"/>
            <a:ext cx="362309" cy="361971"/>
            <a:chOff x="5099169" y="1403361"/>
            <a:chExt cx="362309" cy="361971"/>
          </a:xfrm>
          <a:solidFill>
            <a:srgbClr val="00ABAB"/>
          </a:solidFill>
        </p:grpSpPr>
        <p:sp>
          <p:nvSpPr>
            <p:cNvPr id="223" name="Graphic 4">
              <a:extLst>
                <a:ext uri="{FF2B5EF4-FFF2-40B4-BE49-F238E27FC236}">
                  <a16:creationId xmlns:a16="http://schemas.microsoft.com/office/drawing/2014/main" id="{4385AD9A-CEBB-CE47-B288-48632379E294}"/>
                </a:ext>
              </a:extLst>
            </p:cNvPr>
            <p:cNvSpPr/>
            <p:nvPr/>
          </p:nvSpPr>
          <p:spPr>
            <a:xfrm>
              <a:off x="5264030" y="1568707"/>
              <a:ext cx="33227" cy="33196"/>
            </a:xfrm>
            <a:custGeom>
              <a:avLst/>
              <a:gdLst>
                <a:gd name="connsiteX0" fmla="*/ 33228 w 33227"/>
                <a:gd name="connsiteY0" fmla="*/ 16598 h 33196"/>
                <a:gd name="connsiteX1" fmla="*/ 16614 w 33227"/>
                <a:gd name="connsiteY1" fmla="*/ 33197 h 33196"/>
                <a:gd name="connsiteX2" fmla="*/ 0 w 33227"/>
                <a:gd name="connsiteY2" fmla="*/ 16598 h 33196"/>
                <a:gd name="connsiteX3" fmla="*/ 16614 w 33227"/>
                <a:gd name="connsiteY3" fmla="*/ 0 h 33196"/>
                <a:gd name="connsiteX4" fmla="*/ 33228 w 33227"/>
                <a:gd name="connsiteY4" fmla="*/ 16598 h 33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27" h="33196">
                  <a:moveTo>
                    <a:pt x="33228" y="16598"/>
                  </a:moveTo>
                  <a:cubicBezTo>
                    <a:pt x="33228" y="25765"/>
                    <a:pt x="25789" y="33197"/>
                    <a:pt x="16614" y="33197"/>
                  </a:cubicBezTo>
                  <a:cubicBezTo>
                    <a:pt x="7439" y="33197"/>
                    <a:pt x="0" y="25765"/>
                    <a:pt x="0" y="16598"/>
                  </a:cubicBezTo>
                  <a:cubicBezTo>
                    <a:pt x="0" y="7431"/>
                    <a:pt x="7439" y="0"/>
                    <a:pt x="16614" y="0"/>
                  </a:cubicBezTo>
                  <a:cubicBezTo>
                    <a:pt x="25789" y="0"/>
                    <a:pt x="33228" y="7431"/>
                    <a:pt x="33228" y="16598"/>
                  </a:cubicBezTo>
                  <a:close/>
                </a:path>
              </a:pathLst>
            </a:custGeom>
            <a:solidFill>
              <a:srgbClr val="00ABAB"/>
            </a:solidFill>
            <a:ln w="6390" cap="flat">
              <a:noFill/>
              <a:prstDash val="solid"/>
              <a:miter/>
            </a:ln>
          </p:spPr>
          <p:txBody>
            <a:bodyPr rtlCol="0" anchor="ctr"/>
            <a:lstStyle/>
            <a:p>
              <a:endParaRPr lang="en-US"/>
            </a:p>
          </p:txBody>
        </p:sp>
        <p:sp>
          <p:nvSpPr>
            <p:cNvPr id="224" name="Graphic 4">
              <a:extLst>
                <a:ext uri="{FF2B5EF4-FFF2-40B4-BE49-F238E27FC236}">
                  <a16:creationId xmlns:a16="http://schemas.microsoft.com/office/drawing/2014/main" id="{978FCF79-7FA0-244D-B85D-4D46B7C2CE44}"/>
                </a:ext>
              </a:extLst>
            </p:cNvPr>
            <p:cNvSpPr/>
            <p:nvPr/>
          </p:nvSpPr>
          <p:spPr>
            <a:xfrm>
              <a:off x="5099169" y="1403361"/>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61349 w 362309"/>
                <a:gd name="connsiteY7" fmla="*/ 260467 h 361971"/>
                <a:gd name="connsiteX8" fmla="*/ 260709 w 362309"/>
                <a:gd name="connsiteY8" fmla="*/ 261105 h 361971"/>
                <a:gd name="connsiteX9" fmla="*/ 260071 w 362309"/>
                <a:gd name="connsiteY9" fmla="*/ 261743 h 361971"/>
                <a:gd name="connsiteX10" fmla="*/ 205756 w 362309"/>
                <a:gd name="connsiteY10" fmla="*/ 291748 h 361971"/>
                <a:gd name="connsiteX11" fmla="*/ 204478 w 362309"/>
                <a:gd name="connsiteY11" fmla="*/ 291748 h 361971"/>
                <a:gd name="connsiteX12" fmla="*/ 197449 w 362309"/>
                <a:gd name="connsiteY12" fmla="*/ 286002 h 361971"/>
                <a:gd name="connsiteX13" fmla="*/ 203200 w 362309"/>
                <a:gd name="connsiteY13" fmla="*/ 278980 h 361971"/>
                <a:gd name="connsiteX14" fmla="*/ 247929 w 362309"/>
                <a:gd name="connsiteY14" fmla="*/ 256636 h 361971"/>
                <a:gd name="connsiteX15" fmla="*/ 224287 w 362309"/>
                <a:gd name="connsiteY15" fmla="*/ 234292 h 361971"/>
                <a:gd name="connsiteX16" fmla="*/ 129716 w 362309"/>
                <a:gd name="connsiteY16" fmla="*/ 225355 h 361971"/>
                <a:gd name="connsiteX17" fmla="*/ 119492 w 362309"/>
                <a:gd name="connsiteY17" fmla="*/ 208118 h 361971"/>
                <a:gd name="connsiteX18" fmla="*/ 123326 w 362309"/>
                <a:gd name="connsiteY18" fmla="*/ 199819 h 361971"/>
                <a:gd name="connsiteX19" fmla="*/ 131633 w 362309"/>
                <a:gd name="connsiteY19" fmla="*/ 203649 h 361971"/>
                <a:gd name="connsiteX20" fmla="*/ 202561 w 362309"/>
                <a:gd name="connsiteY20" fmla="*/ 233654 h 361971"/>
                <a:gd name="connsiteX21" fmla="*/ 232594 w 362309"/>
                <a:gd name="connsiteY21" fmla="*/ 162792 h 361971"/>
                <a:gd name="connsiteX22" fmla="*/ 161665 w 362309"/>
                <a:gd name="connsiteY22" fmla="*/ 132787 h 361971"/>
                <a:gd name="connsiteX23" fmla="*/ 131633 w 362309"/>
                <a:gd name="connsiteY23" fmla="*/ 162792 h 361971"/>
                <a:gd name="connsiteX24" fmla="*/ 123326 w 362309"/>
                <a:gd name="connsiteY24" fmla="*/ 166622 h 361971"/>
                <a:gd name="connsiteX25" fmla="*/ 119492 w 362309"/>
                <a:gd name="connsiteY25" fmla="*/ 158323 h 361971"/>
                <a:gd name="connsiteX26" fmla="*/ 175084 w 362309"/>
                <a:gd name="connsiteY26" fmla="*/ 116827 h 361971"/>
                <a:gd name="connsiteX27" fmla="*/ 175084 w 362309"/>
                <a:gd name="connsiteY27" fmla="*/ 84269 h 361971"/>
                <a:gd name="connsiteX28" fmla="*/ 81152 w 362309"/>
                <a:gd name="connsiteY28" fmla="*/ 188966 h 361971"/>
                <a:gd name="connsiteX29" fmla="*/ 160387 w 362309"/>
                <a:gd name="connsiteY29" fmla="*/ 280895 h 361971"/>
                <a:gd name="connsiteX30" fmla="*/ 166138 w 362309"/>
                <a:gd name="connsiteY30" fmla="*/ 287918 h 361971"/>
                <a:gd name="connsiteX31" fmla="*/ 159110 w 362309"/>
                <a:gd name="connsiteY31" fmla="*/ 293663 h 361971"/>
                <a:gd name="connsiteX32" fmla="*/ 157832 w 362309"/>
                <a:gd name="connsiteY32" fmla="*/ 293663 h 361971"/>
                <a:gd name="connsiteX33" fmla="*/ 71567 w 362309"/>
                <a:gd name="connsiteY33" fmla="*/ 160238 h 361971"/>
                <a:gd name="connsiteX34" fmla="*/ 181474 w 362309"/>
                <a:gd name="connsiteY34" fmla="*/ 71501 h 361971"/>
                <a:gd name="connsiteX35" fmla="*/ 229399 w 362309"/>
                <a:gd name="connsiteY35" fmla="*/ 82353 h 361971"/>
                <a:gd name="connsiteX36" fmla="*/ 233233 w 362309"/>
                <a:gd name="connsiteY36" fmla="*/ 90653 h 361971"/>
                <a:gd name="connsiteX37" fmla="*/ 224926 w 362309"/>
                <a:gd name="connsiteY37" fmla="*/ 94483 h 361971"/>
                <a:gd name="connsiteX38" fmla="*/ 223648 w 362309"/>
                <a:gd name="connsiteY38" fmla="*/ 93845 h 361971"/>
                <a:gd name="connsiteX39" fmla="*/ 187225 w 362309"/>
                <a:gd name="connsiteY39" fmla="*/ 84907 h 361971"/>
                <a:gd name="connsiteX40" fmla="*/ 187225 w 362309"/>
                <a:gd name="connsiteY40" fmla="*/ 117465 h 361971"/>
                <a:gd name="connsiteX41" fmla="*/ 247291 w 362309"/>
                <a:gd name="connsiteY41" fmla="*/ 190243 h 361971"/>
                <a:gd name="connsiteX42" fmla="*/ 231955 w 362309"/>
                <a:gd name="connsiteY42" fmla="*/ 226631 h 361971"/>
                <a:gd name="connsiteX43" fmla="*/ 254959 w 362309"/>
                <a:gd name="connsiteY43" fmla="*/ 249614 h 361971"/>
                <a:gd name="connsiteX44" fmla="*/ 256876 w 362309"/>
                <a:gd name="connsiteY44" fmla="*/ 120019 h 361971"/>
                <a:gd name="connsiteX45" fmla="*/ 257514 w 362309"/>
                <a:gd name="connsiteY45" fmla="*/ 111081 h 361971"/>
                <a:gd name="connsiteX46" fmla="*/ 266460 w 362309"/>
                <a:gd name="connsiteY46" fmla="*/ 111720 h 361971"/>
                <a:gd name="connsiteX47" fmla="*/ 260071 w 362309"/>
                <a:gd name="connsiteY47" fmla="*/ 263020 h 361971"/>
                <a:gd name="connsiteX48" fmla="*/ 261349 w 362309"/>
                <a:gd name="connsiteY48" fmla="*/ 260467 h 361971"/>
                <a:gd name="connsiteX49" fmla="*/ 152080 w 362309"/>
                <a:gd name="connsiteY49" fmla="*/ 181944 h 361971"/>
                <a:gd name="connsiteX50" fmla="*/ 181474 w 362309"/>
                <a:gd name="connsiteY50" fmla="*/ 152577 h 361971"/>
                <a:gd name="connsiteX51" fmla="*/ 210868 w 362309"/>
                <a:gd name="connsiteY51" fmla="*/ 181944 h 361971"/>
                <a:gd name="connsiteX52" fmla="*/ 181474 w 362309"/>
                <a:gd name="connsiteY52" fmla="*/ 211310 h 361971"/>
                <a:gd name="connsiteX53" fmla="*/ 181474 w 362309"/>
                <a:gd name="connsiteY53" fmla="*/ 211310 h 361971"/>
                <a:gd name="connsiteX54" fmla="*/ 152080 w 362309"/>
                <a:gd name="connsiteY54" fmla="*/ 181944 h 361971"/>
                <a:gd name="connsiteX55" fmla="*/ 152080 w 362309"/>
                <a:gd name="connsiteY55" fmla="*/ 18194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lnTo>
                    <a:pt x="362310" y="181305"/>
                  </a:lnTo>
                  <a:cubicBezTo>
                    <a:pt x="362310" y="81077"/>
                    <a:pt x="281157" y="0"/>
                    <a:pt x="181474" y="0"/>
                  </a:cubicBezTo>
                  <a:cubicBezTo>
                    <a:pt x="181474" y="0"/>
                    <a:pt x="181474" y="0"/>
                    <a:pt x="181474" y="0"/>
                  </a:cubicBezTo>
                  <a:close/>
                  <a:moveTo>
                    <a:pt x="261349" y="260467"/>
                  </a:moveTo>
                  <a:cubicBezTo>
                    <a:pt x="261349" y="260467"/>
                    <a:pt x="260709" y="261105"/>
                    <a:pt x="260709" y="261105"/>
                  </a:cubicBezTo>
                  <a:cubicBezTo>
                    <a:pt x="260709" y="261105"/>
                    <a:pt x="260071" y="261743"/>
                    <a:pt x="260071" y="261743"/>
                  </a:cubicBezTo>
                  <a:cubicBezTo>
                    <a:pt x="244735" y="276426"/>
                    <a:pt x="226204" y="286641"/>
                    <a:pt x="205756" y="291748"/>
                  </a:cubicBezTo>
                  <a:lnTo>
                    <a:pt x="204478" y="291748"/>
                  </a:lnTo>
                  <a:cubicBezTo>
                    <a:pt x="200644" y="292386"/>
                    <a:pt x="198088" y="289833"/>
                    <a:pt x="197449" y="286002"/>
                  </a:cubicBezTo>
                  <a:cubicBezTo>
                    <a:pt x="196810" y="282172"/>
                    <a:pt x="199366" y="279618"/>
                    <a:pt x="203200" y="278980"/>
                  </a:cubicBezTo>
                  <a:cubicBezTo>
                    <a:pt x="219814" y="275150"/>
                    <a:pt x="235150" y="267489"/>
                    <a:pt x="247929" y="256636"/>
                  </a:cubicBezTo>
                  <a:lnTo>
                    <a:pt x="224287" y="234292"/>
                  </a:lnTo>
                  <a:cubicBezTo>
                    <a:pt x="195532" y="257913"/>
                    <a:pt x="153358" y="254083"/>
                    <a:pt x="129716" y="225355"/>
                  </a:cubicBezTo>
                  <a:cubicBezTo>
                    <a:pt x="125243" y="220247"/>
                    <a:pt x="122048" y="214502"/>
                    <a:pt x="119492" y="208118"/>
                  </a:cubicBezTo>
                  <a:cubicBezTo>
                    <a:pt x="118214" y="204926"/>
                    <a:pt x="119492" y="201095"/>
                    <a:pt x="123326" y="199819"/>
                  </a:cubicBezTo>
                  <a:cubicBezTo>
                    <a:pt x="127160" y="198542"/>
                    <a:pt x="130355" y="199819"/>
                    <a:pt x="131633" y="203649"/>
                  </a:cubicBezTo>
                  <a:cubicBezTo>
                    <a:pt x="143135" y="231739"/>
                    <a:pt x="174445" y="245145"/>
                    <a:pt x="202561" y="233654"/>
                  </a:cubicBezTo>
                  <a:cubicBezTo>
                    <a:pt x="230677" y="222163"/>
                    <a:pt x="244096" y="190881"/>
                    <a:pt x="232594" y="162792"/>
                  </a:cubicBezTo>
                  <a:cubicBezTo>
                    <a:pt x="221092" y="134702"/>
                    <a:pt x="189781" y="121296"/>
                    <a:pt x="161665" y="132787"/>
                  </a:cubicBezTo>
                  <a:cubicBezTo>
                    <a:pt x="148247" y="138532"/>
                    <a:pt x="137384" y="149385"/>
                    <a:pt x="131633" y="162792"/>
                  </a:cubicBezTo>
                  <a:cubicBezTo>
                    <a:pt x="130355" y="165984"/>
                    <a:pt x="126521" y="167899"/>
                    <a:pt x="123326" y="166622"/>
                  </a:cubicBezTo>
                  <a:cubicBezTo>
                    <a:pt x="120131" y="165345"/>
                    <a:pt x="118214" y="161515"/>
                    <a:pt x="119492" y="158323"/>
                  </a:cubicBezTo>
                  <a:cubicBezTo>
                    <a:pt x="129077" y="135340"/>
                    <a:pt x="150164" y="119380"/>
                    <a:pt x="175084" y="116827"/>
                  </a:cubicBezTo>
                  <a:lnTo>
                    <a:pt x="175084" y="84269"/>
                  </a:lnTo>
                  <a:cubicBezTo>
                    <a:pt x="120131" y="87461"/>
                    <a:pt x="77957" y="134064"/>
                    <a:pt x="81152" y="188966"/>
                  </a:cubicBezTo>
                  <a:cubicBezTo>
                    <a:pt x="83708" y="234292"/>
                    <a:pt x="116297" y="271958"/>
                    <a:pt x="160387" y="280895"/>
                  </a:cubicBezTo>
                  <a:cubicBezTo>
                    <a:pt x="164221" y="281534"/>
                    <a:pt x="166777" y="284726"/>
                    <a:pt x="166138" y="287918"/>
                  </a:cubicBezTo>
                  <a:cubicBezTo>
                    <a:pt x="165500" y="291110"/>
                    <a:pt x="162305" y="294302"/>
                    <a:pt x="159110" y="293663"/>
                  </a:cubicBezTo>
                  <a:lnTo>
                    <a:pt x="157832" y="293663"/>
                  </a:lnTo>
                  <a:cubicBezTo>
                    <a:pt x="97127" y="280257"/>
                    <a:pt x="58788" y="220886"/>
                    <a:pt x="71567" y="160238"/>
                  </a:cubicBezTo>
                  <a:cubicBezTo>
                    <a:pt x="83069" y="108528"/>
                    <a:pt x="128438" y="71501"/>
                    <a:pt x="181474" y="71501"/>
                  </a:cubicBezTo>
                  <a:cubicBezTo>
                    <a:pt x="198088" y="71501"/>
                    <a:pt x="214702" y="75331"/>
                    <a:pt x="229399" y="82353"/>
                  </a:cubicBezTo>
                  <a:cubicBezTo>
                    <a:pt x="232594" y="83630"/>
                    <a:pt x="234511" y="87461"/>
                    <a:pt x="233233" y="90653"/>
                  </a:cubicBezTo>
                  <a:cubicBezTo>
                    <a:pt x="231955" y="93845"/>
                    <a:pt x="228121" y="95760"/>
                    <a:pt x="224926" y="94483"/>
                  </a:cubicBezTo>
                  <a:cubicBezTo>
                    <a:pt x="224287" y="94483"/>
                    <a:pt x="224287" y="94483"/>
                    <a:pt x="223648" y="93845"/>
                  </a:cubicBezTo>
                  <a:cubicBezTo>
                    <a:pt x="212146" y="88737"/>
                    <a:pt x="200005" y="85545"/>
                    <a:pt x="187225" y="84907"/>
                  </a:cubicBezTo>
                  <a:lnTo>
                    <a:pt x="187225" y="117465"/>
                  </a:lnTo>
                  <a:cubicBezTo>
                    <a:pt x="224287" y="121296"/>
                    <a:pt x="251124" y="153854"/>
                    <a:pt x="247291" y="190243"/>
                  </a:cubicBezTo>
                  <a:cubicBezTo>
                    <a:pt x="246013" y="203649"/>
                    <a:pt x="240901" y="216417"/>
                    <a:pt x="231955" y="226631"/>
                  </a:cubicBezTo>
                  <a:lnTo>
                    <a:pt x="254959" y="249614"/>
                  </a:lnTo>
                  <a:cubicBezTo>
                    <a:pt x="287547" y="212587"/>
                    <a:pt x="288186" y="157684"/>
                    <a:pt x="256876" y="120019"/>
                  </a:cubicBezTo>
                  <a:cubicBezTo>
                    <a:pt x="254319" y="117465"/>
                    <a:pt x="254959" y="112996"/>
                    <a:pt x="257514" y="111081"/>
                  </a:cubicBezTo>
                  <a:cubicBezTo>
                    <a:pt x="260071" y="108528"/>
                    <a:pt x="264544" y="109166"/>
                    <a:pt x="266460" y="111720"/>
                  </a:cubicBezTo>
                  <a:cubicBezTo>
                    <a:pt x="303522" y="156408"/>
                    <a:pt x="300966" y="221524"/>
                    <a:pt x="260071" y="263020"/>
                  </a:cubicBezTo>
                  <a:lnTo>
                    <a:pt x="261349" y="260467"/>
                  </a:lnTo>
                  <a:close/>
                  <a:moveTo>
                    <a:pt x="152080" y="181944"/>
                  </a:moveTo>
                  <a:cubicBezTo>
                    <a:pt x="152080" y="165984"/>
                    <a:pt x="164860" y="152577"/>
                    <a:pt x="181474" y="152577"/>
                  </a:cubicBezTo>
                  <a:cubicBezTo>
                    <a:pt x="198088" y="152577"/>
                    <a:pt x="210868" y="165345"/>
                    <a:pt x="210868" y="181944"/>
                  </a:cubicBezTo>
                  <a:cubicBezTo>
                    <a:pt x="210868" y="198542"/>
                    <a:pt x="198088" y="211310"/>
                    <a:pt x="181474" y="211310"/>
                  </a:cubicBezTo>
                  <a:lnTo>
                    <a:pt x="181474" y="211310"/>
                  </a:lnTo>
                  <a:cubicBezTo>
                    <a:pt x="165500" y="210671"/>
                    <a:pt x="152080" y="197903"/>
                    <a:pt x="152080" y="181944"/>
                  </a:cubicBezTo>
                  <a:lnTo>
                    <a:pt x="152080" y="181944"/>
                  </a:lnTo>
                  <a:close/>
                </a:path>
              </a:pathLst>
            </a:custGeom>
            <a:solidFill>
              <a:srgbClr val="00ABAB"/>
            </a:solidFill>
            <a:ln w="6390" cap="flat">
              <a:noFill/>
              <a:prstDash val="solid"/>
              <a:miter/>
            </a:ln>
          </p:spPr>
          <p:txBody>
            <a:bodyPr rtlCol="0" anchor="ctr"/>
            <a:lstStyle/>
            <a:p>
              <a:endParaRPr lang="en-US"/>
            </a:p>
          </p:txBody>
        </p:sp>
      </p:grpSp>
      <p:grpSp>
        <p:nvGrpSpPr>
          <p:cNvPr id="225" name="Graphic 4">
            <a:extLst>
              <a:ext uri="{FF2B5EF4-FFF2-40B4-BE49-F238E27FC236}">
                <a16:creationId xmlns:a16="http://schemas.microsoft.com/office/drawing/2014/main" id="{E726B9BA-3828-E443-8D2B-17DA0ABFC01D}"/>
              </a:ext>
            </a:extLst>
          </p:cNvPr>
          <p:cNvGrpSpPr>
            <a:grpSpLocks noChangeAspect="1"/>
          </p:cNvGrpSpPr>
          <p:nvPr/>
        </p:nvGrpSpPr>
        <p:grpSpPr>
          <a:xfrm>
            <a:off x="4045469" y="4308712"/>
            <a:ext cx="362309" cy="361971"/>
            <a:chOff x="4045469" y="4308712"/>
            <a:chExt cx="362309" cy="361971"/>
          </a:xfrm>
          <a:solidFill>
            <a:srgbClr val="00ABAB"/>
          </a:solidFill>
        </p:grpSpPr>
        <p:sp>
          <p:nvSpPr>
            <p:cNvPr id="226" name="Graphic 4">
              <a:extLst>
                <a:ext uri="{FF2B5EF4-FFF2-40B4-BE49-F238E27FC236}">
                  <a16:creationId xmlns:a16="http://schemas.microsoft.com/office/drawing/2014/main" id="{A080F35C-93C7-8E46-9AEC-4DB287343983}"/>
                </a:ext>
              </a:extLst>
            </p:cNvPr>
            <p:cNvSpPr/>
            <p:nvPr/>
          </p:nvSpPr>
          <p:spPr>
            <a:xfrm>
              <a:off x="4133650" y="4419065"/>
              <a:ext cx="162399" cy="163519"/>
            </a:xfrm>
            <a:custGeom>
              <a:avLst/>
              <a:gdLst>
                <a:gd name="connsiteX0" fmla="*/ 54953 w 162399"/>
                <a:gd name="connsiteY0" fmla="*/ 47969 h 163519"/>
                <a:gd name="connsiteX1" fmla="*/ 47925 w 162399"/>
                <a:gd name="connsiteY1" fmla="*/ 49246 h 163519"/>
                <a:gd name="connsiteX2" fmla="*/ 0 w 162399"/>
                <a:gd name="connsiteY2" fmla="*/ 68398 h 163519"/>
                <a:gd name="connsiteX3" fmla="*/ 30032 w 162399"/>
                <a:gd name="connsiteY3" fmla="*/ 98403 h 163519"/>
                <a:gd name="connsiteX4" fmla="*/ 31950 w 162399"/>
                <a:gd name="connsiteY4" fmla="*/ 102872 h 163519"/>
                <a:gd name="connsiteX5" fmla="*/ 30032 w 162399"/>
                <a:gd name="connsiteY5" fmla="*/ 107341 h 163519"/>
                <a:gd name="connsiteX6" fmla="*/ 30032 w 162399"/>
                <a:gd name="connsiteY6" fmla="*/ 133515 h 163519"/>
                <a:gd name="connsiteX7" fmla="*/ 56231 w 162399"/>
                <a:gd name="connsiteY7" fmla="*/ 133515 h 163519"/>
                <a:gd name="connsiteX8" fmla="*/ 65177 w 162399"/>
                <a:gd name="connsiteY8" fmla="*/ 133515 h 163519"/>
                <a:gd name="connsiteX9" fmla="*/ 95210 w 162399"/>
                <a:gd name="connsiteY9" fmla="*/ 163520 h 163519"/>
                <a:gd name="connsiteX10" fmla="*/ 114380 w 162399"/>
                <a:gd name="connsiteY10" fmla="*/ 115640 h 163519"/>
                <a:gd name="connsiteX11" fmla="*/ 115658 w 162399"/>
                <a:gd name="connsiteY11" fmla="*/ 109256 h 163519"/>
                <a:gd name="connsiteX12" fmla="*/ 162304 w 162399"/>
                <a:gd name="connsiteY12" fmla="*/ 728 h 163519"/>
                <a:gd name="connsiteX13" fmla="*/ 54953 w 162399"/>
                <a:gd name="connsiteY13" fmla="*/ 47969 h 163519"/>
                <a:gd name="connsiteX14" fmla="*/ 102239 w 162399"/>
                <a:gd name="connsiteY14" fmla="*/ 102233 h 163519"/>
                <a:gd name="connsiteX15" fmla="*/ 60065 w 162399"/>
                <a:gd name="connsiteY15" fmla="*/ 102233 h 163519"/>
                <a:gd name="connsiteX16" fmla="*/ 60065 w 162399"/>
                <a:gd name="connsiteY16" fmla="*/ 60099 h 163519"/>
                <a:gd name="connsiteX17" fmla="*/ 102239 w 162399"/>
                <a:gd name="connsiteY17" fmla="*/ 60099 h 163519"/>
                <a:gd name="connsiteX18" fmla="*/ 102239 w 162399"/>
                <a:gd name="connsiteY18" fmla="*/ 102233 h 163519"/>
                <a:gd name="connsiteX19" fmla="*/ 102239 w 162399"/>
                <a:gd name="connsiteY19" fmla="*/ 102233 h 163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2399" h="163519">
                  <a:moveTo>
                    <a:pt x="54953" y="47969"/>
                  </a:moveTo>
                  <a:cubicBezTo>
                    <a:pt x="53036" y="49885"/>
                    <a:pt x="50480" y="50523"/>
                    <a:pt x="47925" y="49246"/>
                  </a:cubicBezTo>
                  <a:cubicBezTo>
                    <a:pt x="46646" y="48608"/>
                    <a:pt x="20447" y="39032"/>
                    <a:pt x="0" y="68398"/>
                  </a:cubicBezTo>
                  <a:lnTo>
                    <a:pt x="30032" y="98403"/>
                  </a:lnTo>
                  <a:cubicBezTo>
                    <a:pt x="31310" y="99680"/>
                    <a:pt x="31950" y="100957"/>
                    <a:pt x="31950" y="102872"/>
                  </a:cubicBezTo>
                  <a:cubicBezTo>
                    <a:pt x="31950" y="104787"/>
                    <a:pt x="31310" y="106064"/>
                    <a:pt x="30032" y="107341"/>
                  </a:cubicBezTo>
                  <a:cubicBezTo>
                    <a:pt x="26837" y="110533"/>
                    <a:pt x="23004" y="126493"/>
                    <a:pt x="30032" y="133515"/>
                  </a:cubicBezTo>
                  <a:cubicBezTo>
                    <a:pt x="37062" y="140537"/>
                    <a:pt x="53036" y="136707"/>
                    <a:pt x="56231" y="133515"/>
                  </a:cubicBezTo>
                  <a:cubicBezTo>
                    <a:pt x="58787" y="130961"/>
                    <a:pt x="62621" y="130961"/>
                    <a:pt x="65177" y="133515"/>
                  </a:cubicBezTo>
                  <a:lnTo>
                    <a:pt x="95210" y="163520"/>
                  </a:lnTo>
                  <a:cubicBezTo>
                    <a:pt x="122048" y="140537"/>
                    <a:pt x="115019" y="116917"/>
                    <a:pt x="114380" y="115640"/>
                  </a:cubicBezTo>
                  <a:cubicBezTo>
                    <a:pt x="113741" y="113086"/>
                    <a:pt x="114380" y="111171"/>
                    <a:pt x="115658" y="109256"/>
                  </a:cubicBezTo>
                  <a:cubicBezTo>
                    <a:pt x="161665" y="63291"/>
                    <a:pt x="162943" y="14773"/>
                    <a:pt x="162304" y="728"/>
                  </a:cubicBezTo>
                  <a:cubicBezTo>
                    <a:pt x="149524" y="-1187"/>
                    <a:pt x="106073" y="-3102"/>
                    <a:pt x="54953" y="47969"/>
                  </a:cubicBezTo>
                  <a:close/>
                  <a:moveTo>
                    <a:pt x="102239" y="102233"/>
                  </a:moveTo>
                  <a:cubicBezTo>
                    <a:pt x="90737" y="113725"/>
                    <a:pt x="71567" y="113725"/>
                    <a:pt x="60065" y="102233"/>
                  </a:cubicBezTo>
                  <a:cubicBezTo>
                    <a:pt x="48563" y="90742"/>
                    <a:pt x="48563" y="71590"/>
                    <a:pt x="60065" y="60099"/>
                  </a:cubicBezTo>
                  <a:cubicBezTo>
                    <a:pt x="71567" y="48608"/>
                    <a:pt x="90737" y="48608"/>
                    <a:pt x="102239" y="60099"/>
                  </a:cubicBezTo>
                  <a:cubicBezTo>
                    <a:pt x="112463" y="71590"/>
                    <a:pt x="111185" y="90104"/>
                    <a:pt x="102239" y="102233"/>
                  </a:cubicBezTo>
                  <a:lnTo>
                    <a:pt x="102239" y="102233"/>
                  </a:lnTo>
                  <a:close/>
                </a:path>
              </a:pathLst>
            </a:custGeom>
            <a:solidFill>
              <a:srgbClr val="00ABAB"/>
            </a:solidFill>
            <a:ln w="6390" cap="flat">
              <a:noFill/>
              <a:prstDash val="solid"/>
              <a:miter/>
            </a:ln>
          </p:spPr>
          <p:txBody>
            <a:bodyPr rtlCol="0" anchor="ctr"/>
            <a:lstStyle/>
            <a:p>
              <a:endParaRPr lang="en-US"/>
            </a:p>
          </p:txBody>
        </p:sp>
        <p:sp>
          <p:nvSpPr>
            <p:cNvPr id="227" name="Graphic 4">
              <a:extLst>
                <a:ext uri="{FF2B5EF4-FFF2-40B4-BE49-F238E27FC236}">
                  <a16:creationId xmlns:a16="http://schemas.microsoft.com/office/drawing/2014/main" id="{AD7D450D-3816-2E41-9F30-6D0B727135BA}"/>
                </a:ext>
              </a:extLst>
            </p:cNvPr>
            <p:cNvSpPr/>
            <p:nvPr/>
          </p:nvSpPr>
          <p:spPr>
            <a:xfrm>
              <a:off x="4197230" y="4482994"/>
              <a:ext cx="33866" cy="34154"/>
            </a:xfrm>
            <a:custGeom>
              <a:avLst/>
              <a:gdLst>
                <a:gd name="connsiteX0" fmla="*/ 16933 w 33866"/>
                <a:gd name="connsiteY0" fmla="*/ 0 h 34154"/>
                <a:gd name="connsiteX1" fmla="*/ 4792 w 33866"/>
                <a:gd name="connsiteY1" fmla="*/ 5107 h 34154"/>
                <a:gd name="connsiteX2" fmla="*/ 4792 w 33866"/>
                <a:gd name="connsiteY2" fmla="*/ 29367 h 34154"/>
                <a:gd name="connsiteX3" fmla="*/ 29075 w 33866"/>
                <a:gd name="connsiteY3" fmla="*/ 29367 h 34154"/>
                <a:gd name="connsiteX4" fmla="*/ 29075 w 33866"/>
                <a:gd name="connsiteY4" fmla="*/ 5107 h 34154"/>
                <a:gd name="connsiteX5" fmla="*/ 16933 w 33866"/>
                <a:gd name="connsiteY5" fmla="*/ 0 h 34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66" h="34154">
                  <a:moveTo>
                    <a:pt x="16933" y="0"/>
                  </a:moveTo>
                  <a:cubicBezTo>
                    <a:pt x="12460" y="0"/>
                    <a:pt x="7987" y="1916"/>
                    <a:pt x="4792" y="5107"/>
                  </a:cubicBezTo>
                  <a:cubicBezTo>
                    <a:pt x="-1597" y="11491"/>
                    <a:pt x="-1597" y="22344"/>
                    <a:pt x="4792" y="29367"/>
                  </a:cubicBezTo>
                  <a:cubicBezTo>
                    <a:pt x="11182" y="35751"/>
                    <a:pt x="22045" y="35751"/>
                    <a:pt x="29075" y="29367"/>
                  </a:cubicBezTo>
                  <a:cubicBezTo>
                    <a:pt x="35464" y="22983"/>
                    <a:pt x="35464" y="12130"/>
                    <a:pt x="29075" y="5107"/>
                  </a:cubicBezTo>
                  <a:cubicBezTo>
                    <a:pt x="25880" y="1916"/>
                    <a:pt x="22045" y="0"/>
                    <a:pt x="16933" y="0"/>
                  </a:cubicBezTo>
                  <a:close/>
                </a:path>
              </a:pathLst>
            </a:custGeom>
            <a:solidFill>
              <a:srgbClr val="00ABAB"/>
            </a:solidFill>
            <a:ln w="6390" cap="flat">
              <a:noFill/>
              <a:prstDash val="solid"/>
              <a:miter/>
            </a:ln>
          </p:spPr>
          <p:txBody>
            <a:bodyPr rtlCol="0" anchor="ctr"/>
            <a:lstStyle/>
            <a:p>
              <a:endParaRPr lang="en-US"/>
            </a:p>
          </p:txBody>
        </p:sp>
        <p:sp>
          <p:nvSpPr>
            <p:cNvPr id="228" name="Graphic 4">
              <a:extLst>
                <a:ext uri="{FF2B5EF4-FFF2-40B4-BE49-F238E27FC236}">
                  <a16:creationId xmlns:a16="http://schemas.microsoft.com/office/drawing/2014/main" id="{5ABC9D6E-6ECC-0E40-8494-FD182139317B}"/>
                </a:ext>
              </a:extLst>
            </p:cNvPr>
            <p:cNvSpPr/>
            <p:nvPr/>
          </p:nvSpPr>
          <p:spPr>
            <a:xfrm>
              <a:off x="4045469" y="4308712"/>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6586 w 362309"/>
                <a:gd name="connsiteY6" fmla="*/ 287918 h 361971"/>
                <a:gd name="connsiteX7" fmla="*/ 182752 w 362309"/>
                <a:gd name="connsiteY7" fmla="*/ 289194 h 361971"/>
                <a:gd name="connsiteX8" fmla="*/ 178279 w 362309"/>
                <a:gd name="connsiteY8" fmla="*/ 287279 h 361971"/>
                <a:gd name="connsiteX9" fmla="*/ 148247 w 362309"/>
                <a:gd name="connsiteY9" fmla="*/ 257274 h 361971"/>
                <a:gd name="connsiteX10" fmla="*/ 109268 w 362309"/>
                <a:gd name="connsiteY10" fmla="*/ 253444 h 361971"/>
                <a:gd name="connsiteX11" fmla="*/ 105434 w 362309"/>
                <a:gd name="connsiteY11" fmla="*/ 214502 h 361971"/>
                <a:gd name="connsiteX12" fmla="*/ 75402 w 362309"/>
                <a:gd name="connsiteY12" fmla="*/ 184497 h 361971"/>
                <a:gd name="connsiteX13" fmla="*/ 74124 w 362309"/>
                <a:gd name="connsiteY13" fmla="*/ 176836 h 361971"/>
                <a:gd name="connsiteX14" fmla="*/ 136745 w 362309"/>
                <a:gd name="connsiteY14" fmla="*/ 146832 h 361971"/>
                <a:gd name="connsiteX15" fmla="*/ 258154 w 362309"/>
                <a:gd name="connsiteY15" fmla="*/ 100229 h 361971"/>
                <a:gd name="connsiteX16" fmla="*/ 262627 w 362309"/>
                <a:gd name="connsiteY16" fmla="*/ 105336 h 361971"/>
                <a:gd name="connsiteX17" fmla="*/ 215341 w 362309"/>
                <a:gd name="connsiteY17" fmla="*/ 226631 h 361971"/>
                <a:gd name="connsiteX18" fmla="*/ 186586 w 362309"/>
                <a:gd name="connsiteY18" fmla="*/ 28791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cubicBezTo>
                    <a:pt x="362310" y="181305"/>
                    <a:pt x="362310" y="181305"/>
                    <a:pt x="362310" y="181305"/>
                  </a:cubicBezTo>
                  <a:cubicBezTo>
                    <a:pt x="362310" y="81077"/>
                    <a:pt x="281796" y="0"/>
                    <a:pt x="181474" y="0"/>
                  </a:cubicBezTo>
                  <a:close/>
                  <a:moveTo>
                    <a:pt x="186586" y="287918"/>
                  </a:moveTo>
                  <a:cubicBezTo>
                    <a:pt x="185308" y="288556"/>
                    <a:pt x="184031" y="289194"/>
                    <a:pt x="182752" y="289194"/>
                  </a:cubicBezTo>
                  <a:cubicBezTo>
                    <a:pt x="180836" y="289194"/>
                    <a:pt x="179557" y="288556"/>
                    <a:pt x="178279" y="287279"/>
                  </a:cubicBezTo>
                  <a:lnTo>
                    <a:pt x="148247" y="257274"/>
                  </a:lnTo>
                  <a:cubicBezTo>
                    <a:pt x="138023" y="262382"/>
                    <a:pt x="119492" y="263658"/>
                    <a:pt x="109268" y="253444"/>
                  </a:cubicBezTo>
                  <a:cubicBezTo>
                    <a:pt x="99044" y="243230"/>
                    <a:pt x="100961" y="224716"/>
                    <a:pt x="105434" y="214502"/>
                  </a:cubicBezTo>
                  <a:lnTo>
                    <a:pt x="75402" y="184497"/>
                  </a:lnTo>
                  <a:cubicBezTo>
                    <a:pt x="73484" y="182582"/>
                    <a:pt x="72845" y="179390"/>
                    <a:pt x="74124" y="176836"/>
                  </a:cubicBezTo>
                  <a:cubicBezTo>
                    <a:pt x="95849" y="141086"/>
                    <a:pt x="125882" y="144278"/>
                    <a:pt x="136745" y="146832"/>
                  </a:cubicBezTo>
                  <a:cubicBezTo>
                    <a:pt x="201922" y="84269"/>
                    <a:pt x="256237" y="99590"/>
                    <a:pt x="258154" y="100229"/>
                  </a:cubicBezTo>
                  <a:cubicBezTo>
                    <a:pt x="260710" y="100867"/>
                    <a:pt x="261987" y="102782"/>
                    <a:pt x="262627" y="105336"/>
                  </a:cubicBezTo>
                  <a:cubicBezTo>
                    <a:pt x="263266" y="107889"/>
                    <a:pt x="272212" y="167260"/>
                    <a:pt x="215341" y="226631"/>
                  </a:cubicBezTo>
                  <a:cubicBezTo>
                    <a:pt x="217897" y="236207"/>
                    <a:pt x="218536" y="263658"/>
                    <a:pt x="186586" y="287918"/>
                  </a:cubicBezTo>
                  <a:close/>
                </a:path>
              </a:pathLst>
            </a:custGeom>
            <a:solidFill>
              <a:srgbClr val="00ABAB"/>
            </a:solidFill>
            <a:ln w="6390" cap="flat">
              <a:noFill/>
              <a:prstDash val="solid"/>
              <a:miter/>
            </a:ln>
          </p:spPr>
          <p:txBody>
            <a:bodyPr rtlCol="0" anchor="ctr"/>
            <a:lstStyle/>
            <a:p>
              <a:endParaRPr lang="en-US"/>
            </a:p>
          </p:txBody>
        </p:sp>
      </p:grpSp>
      <p:grpSp>
        <p:nvGrpSpPr>
          <p:cNvPr id="229" name="Graphic 4">
            <a:extLst>
              <a:ext uri="{FF2B5EF4-FFF2-40B4-BE49-F238E27FC236}">
                <a16:creationId xmlns:a16="http://schemas.microsoft.com/office/drawing/2014/main" id="{70FEAC1A-A6B6-B04D-802D-EC8D31F9E254}"/>
              </a:ext>
            </a:extLst>
          </p:cNvPr>
          <p:cNvGrpSpPr>
            <a:grpSpLocks noChangeAspect="1"/>
          </p:cNvGrpSpPr>
          <p:nvPr/>
        </p:nvGrpSpPr>
        <p:grpSpPr>
          <a:xfrm>
            <a:off x="905454" y="2371173"/>
            <a:ext cx="362309" cy="362610"/>
            <a:chOff x="905454" y="2371173"/>
            <a:chExt cx="362309" cy="362610"/>
          </a:xfrm>
          <a:solidFill>
            <a:srgbClr val="007680"/>
          </a:solidFill>
        </p:grpSpPr>
        <p:sp>
          <p:nvSpPr>
            <p:cNvPr id="230" name="Graphic 4">
              <a:extLst>
                <a:ext uri="{FF2B5EF4-FFF2-40B4-BE49-F238E27FC236}">
                  <a16:creationId xmlns:a16="http://schemas.microsoft.com/office/drawing/2014/main" id="{577A7397-5445-8F49-88CD-A51C8758333B}"/>
                </a:ext>
              </a:extLst>
            </p:cNvPr>
            <p:cNvSpPr/>
            <p:nvPr/>
          </p:nvSpPr>
          <p:spPr>
            <a:xfrm>
              <a:off x="1136130" y="2629724"/>
              <a:ext cx="15335" cy="15321"/>
            </a:xfrm>
            <a:custGeom>
              <a:avLst/>
              <a:gdLst>
                <a:gd name="connsiteX0" fmla="*/ 7668 w 15335"/>
                <a:gd name="connsiteY0" fmla="*/ 0 h 15321"/>
                <a:gd name="connsiteX1" fmla="*/ 0 w 15335"/>
                <a:gd name="connsiteY1" fmla="*/ 7661 h 15321"/>
                <a:gd name="connsiteX2" fmla="*/ 7668 w 15335"/>
                <a:gd name="connsiteY2" fmla="*/ 15322 h 15321"/>
                <a:gd name="connsiteX3" fmla="*/ 15336 w 15335"/>
                <a:gd name="connsiteY3" fmla="*/ 7661 h 15321"/>
                <a:gd name="connsiteX4" fmla="*/ 7668 w 15335"/>
                <a:gd name="connsiteY4" fmla="*/ 0 h 1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5" h="15321">
                  <a:moveTo>
                    <a:pt x="7668" y="0"/>
                  </a:moveTo>
                  <a:cubicBezTo>
                    <a:pt x="3195" y="0"/>
                    <a:pt x="0" y="3830"/>
                    <a:pt x="0" y="7661"/>
                  </a:cubicBezTo>
                  <a:cubicBezTo>
                    <a:pt x="0" y="11491"/>
                    <a:pt x="3834" y="15322"/>
                    <a:pt x="7668" y="15322"/>
                  </a:cubicBezTo>
                  <a:cubicBezTo>
                    <a:pt x="12141" y="15322"/>
                    <a:pt x="15336" y="11491"/>
                    <a:pt x="15336" y="7661"/>
                  </a:cubicBezTo>
                  <a:cubicBezTo>
                    <a:pt x="15336" y="3830"/>
                    <a:pt x="12141" y="0"/>
                    <a:pt x="7668" y="0"/>
                  </a:cubicBezTo>
                  <a:close/>
                </a:path>
              </a:pathLst>
            </a:custGeom>
            <a:solidFill>
              <a:srgbClr val="007680"/>
            </a:solidFill>
            <a:ln w="6390" cap="flat">
              <a:noFill/>
              <a:prstDash val="solid"/>
              <a:miter/>
            </a:ln>
          </p:spPr>
          <p:txBody>
            <a:bodyPr rtlCol="0" anchor="ctr"/>
            <a:lstStyle/>
            <a:p>
              <a:endParaRPr lang="en-US"/>
            </a:p>
          </p:txBody>
        </p:sp>
        <p:sp>
          <p:nvSpPr>
            <p:cNvPr id="231" name="Graphic 4">
              <a:extLst>
                <a:ext uri="{FF2B5EF4-FFF2-40B4-BE49-F238E27FC236}">
                  <a16:creationId xmlns:a16="http://schemas.microsoft.com/office/drawing/2014/main" id="{21B230DA-0063-464F-AE5D-FC8DF7943013}"/>
                </a:ext>
              </a:extLst>
            </p:cNvPr>
            <p:cNvSpPr/>
            <p:nvPr/>
          </p:nvSpPr>
          <p:spPr>
            <a:xfrm>
              <a:off x="1078621" y="2629724"/>
              <a:ext cx="15335" cy="15321"/>
            </a:xfrm>
            <a:custGeom>
              <a:avLst/>
              <a:gdLst>
                <a:gd name="connsiteX0" fmla="*/ 7668 w 15335"/>
                <a:gd name="connsiteY0" fmla="*/ 0 h 15321"/>
                <a:gd name="connsiteX1" fmla="*/ 0 w 15335"/>
                <a:gd name="connsiteY1" fmla="*/ 7661 h 15321"/>
                <a:gd name="connsiteX2" fmla="*/ 7668 w 15335"/>
                <a:gd name="connsiteY2" fmla="*/ 15322 h 15321"/>
                <a:gd name="connsiteX3" fmla="*/ 15336 w 15335"/>
                <a:gd name="connsiteY3" fmla="*/ 7661 h 15321"/>
                <a:gd name="connsiteX4" fmla="*/ 15336 w 15335"/>
                <a:gd name="connsiteY4" fmla="*/ 7661 h 15321"/>
                <a:gd name="connsiteX5" fmla="*/ 7668 w 15335"/>
                <a:gd name="connsiteY5"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5" h="15321">
                  <a:moveTo>
                    <a:pt x="7668" y="0"/>
                  </a:moveTo>
                  <a:cubicBezTo>
                    <a:pt x="3195" y="0"/>
                    <a:pt x="0" y="3830"/>
                    <a:pt x="0" y="7661"/>
                  </a:cubicBezTo>
                  <a:cubicBezTo>
                    <a:pt x="0" y="12130"/>
                    <a:pt x="3834" y="15322"/>
                    <a:pt x="7668" y="15322"/>
                  </a:cubicBezTo>
                  <a:cubicBezTo>
                    <a:pt x="12141" y="15322"/>
                    <a:pt x="15336" y="11491"/>
                    <a:pt x="15336" y="7661"/>
                  </a:cubicBezTo>
                  <a:lnTo>
                    <a:pt x="15336" y="7661"/>
                  </a:lnTo>
                  <a:cubicBezTo>
                    <a:pt x="15336" y="3830"/>
                    <a:pt x="12141" y="0"/>
                    <a:pt x="7668" y="0"/>
                  </a:cubicBezTo>
                  <a:close/>
                </a:path>
              </a:pathLst>
            </a:custGeom>
            <a:solidFill>
              <a:srgbClr val="007680"/>
            </a:solidFill>
            <a:ln w="6390" cap="flat">
              <a:noFill/>
              <a:prstDash val="solid"/>
              <a:miter/>
            </a:ln>
          </p:spPr>
          <p:txBody>
            <a:bodyPr rtlCol="0" anchor="ctr"/>
            <a:lstStyle/>
            <a:p>
              <a:endParaRPr lang="en-US"/>
            </a:p>
          </p:txBody>
        </p:sp>
        <p:sp>
          <p:nvSpPr>
            <p:cNvPr id="232" name="Graphic 4">
              <a:extLst>
                <a:ext uri="{FF2B5EF4-FFF2-40B4-BE49-F238E27FC236}">
                  <a16:creationId xmlns:a16="http://schemas.microsoft.com/office/drawing/2014/main" id="{64B84B60-607A-8643-9831-E94E3F6D456C}"/>
                </a:ext>
              </a:extLst>
            </p:cNvPr>
            <p:cNvSpPr/>
            <p:nvPr/>
          </p:nvSpPr>
          <p:spPr>
            <a:xfrm>
              <a:off x="1021750" y="2629724"/>
              <a:ext cx="15335" cy="15321"/>
            </a:xfrm>
            <a:custGeom>
              <a:avLst/>
              <a:gdLst>
                <a:gd name="connsiteX0" fmla="*/ 7668 w 15335"/>
                <a:gd name="connsiteY0" fmla="*/ 0 h 15321"/>
                <a:gd name="connsiteX1" fmla="*/ 0 w 15335"/>
                <a:gd name="connsiteY1" fmla="*/ 7661 h 15321"/>
                <a:gd name="connsiteX2" fmla="*/ 7668 w 15335"/>
                <a:gd name="connsiteY2" fmla="*/ 15322 h 15321"/>
                <a:gd name="connsiteX3" fmla="*/ 15336 w 15335"/>
                <a:gd name="connsiteY3" fmla="*/ 7661 h 15321"/>
                <a:gd name="connsiteX4" fmla="*/ 15336 w 15335"/>
                <a:gd name="connsiteY4" fmla="*/ 7661 h 15321"/>
                <a:gd name="connsiteX5" fmla="*/ 7668 w 15335"/>
                <a:gd name="connsiteY5"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5" h="15321">
                  <a:moveTo>
                    <a:pt x="7668" y="0"/>
                  </a:moveTo>
                  <a:cubicBezTo>
                    <a:pt x="3195" y="0"/>
                    <a:pt x="0" y="3830"/>
                    <a:pt x="0" y="7661"/>
                  </a:cubicBezTo>
                  <a:cubicBezTo>
                    <a:pt x="0" y="12130"/>
                    <a:pt x="3834" y="15322"/>
                    <a:pt x="7668" y="15322"/>
                  </a:cubicBezTo>
                  <a:cubicBezTo>
                    <a:pt x="12141" y="15322"/>
                    <a:pt x="15336" y="11491"/>
                    <a:pt x="15336" y="7661"/>
                  </a:cubicBezTo>
                  <a:lnTo>
                    <a:pt x="15336" y="7661"/>
                  </a:lnTo>
                  <a:cubicBezTo>
                    <a:pt x="15336" y="3830"/>
                    <a:pt x="12141" y="0"/>
                    <a:pt x="7668" y="0"/>
                  </a:cubicBezTo>
                  <a:close/>
                </a:path>
              </a:pathLst>
            </a:custGeom>
            <a:solidFill>
              <a:srgbClr val="007680"/>
            </a:solidFill>
            <a:ln w="6390" cap="flat">
              <a:noFill/>
              <a:prstDash val="solid"/>
              <a:miter/>
            </a:ln>
          </p:spPr>
          <p:txBody>
            <a:bodyPr rtlCol="0" anchor="ctr"/>
            <a:lstStyle/>
            <a:p>
              <a:endParaRPr lang="en-US"/>
            </a:p>
          </p:txBody>
        </p:sp>
        <p:sp>
          <p:nvSpPr>
            <p:cNvPr id="233" name="Graphic 4">
              <a:extLst>
                <a:ext uri="{FF2B5EF4-FFF2-40B4-BE49-F238E27FC236}">
                  <a16:creationId xmlns:a16="http://schemas.microsoft.com/office/drawing/2014/main" id="{D0FE6F6F-667B-7743-A445-63A29ADD3188}"/>
                </a:ext>
              </a:extLst>
            </p:cNvPr>
            <p:cNvSpPr/>
            <p:nvPr/>
          </p:nvSpPr>
          <p:spPr>
            <a:xfrm>
              <a:off x="905454" y="237117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238345 w 362309"/>
                <a:gd name="connsiteY6" fmla="*/ 287279 h 362610"/>
                <a:gd name="connsiteX7" fmla="*/ 217258 w 362309"/>
                <a:gd name="connsiteY7" fmla="*/ 266851 h 362610"/>
                <a:gd name="connsiteX8" fmla="*/ 231955 w 362309"/>
                <a:gd name="connsiteY8" fmla="*/ 247060 h 362610"/>
                <a:gd name="connsiteX9" fmla="*/ 231955 w 362309"/>
                <a:gd name="connsiteY9" fmla="*/ 195350 h 362610"/>
                <a:gd name="connsiteX10" fmla="*/ 225565 w 362309"/>
                <a:gd name="connsiteY10" fmla="*/ 187689 h 362610"/>
                <a:gd name="connsiteX11" fmla="*/ 224287 w 362309"/>
                <a:gd name="connsiteY11" fmla="*/ 187689 h 362610"/>
                <a:gd name="connsiteX12" fmla="*/ 187225 w 362309"/>
                <a:gd name="connsiteY12" fmla="*/ 187689 h 362610"/>
                <a:gd name="connsiteX13" fmla="*/ 187225 w 362309"/>
                <a:gd name="connsiteY13" fmla="*/ 247699 h 362610"/>
                <a:gd name="connsiteX14" fmla="*/ 200644 w 362309"/>
                <a:gd name="connsiteY14" fmla="*/ 273873 h 362610"/>
                <a:gd name="connsiteX15" fmla="*/ 174445 w 362309"/>
                <a:gd name="connsiteY15" fmla="*/ 287279 h 362610"/>
                <a:gd name="connsiteX16" fmla="*/ 161026 w 362309"/>
                <a:gd name="connsiteY16" fmla="*/ 261105 h 362610"/>
                <a:gd name="connsiteX17" fmla="*/ 174445 w 362309"/>
                <a:gd name="connsiteY17" fmla="*/ 247699 h 362610"/>
                <a:gd name="connsiteX18" fmla="*/ 174445 w 362309"/>
                <a:gd name="connsiteY18" fmla="*/ 187689 h 362610"/>
                <a:gd name="connsiteX19" fmla="*/ 138023 w 362309"/>
                <a:gd name="connsiteY19" fmla="*/ 187689 h 362610"/>
                <a:gd name="connsiteX20" fmla="*/ 130355 w 362309"/>
                <a:gd name="connsiteY20" fmla="*/ 194711 h 362610"/>
                <a:gd name="connsiteX21" fmla="*/ 130355 w 362309"/>
                <a:gd name="connsiteY21" fmla="*/ 195350 h 362610"/>
                <a:gd name="connsiteX22" fmla="*/ 130355 w 362309"/>
                <a:gd name="connsiteY22" fmla="*/ 247060 h 362610"/>
                <a:gd name="connsiteX23" fmla="*/ 143774 w 362309"/>
                <a:gd name="connsiteY23" fmla="*/ 273235 h 362610"/>
                <a:gd name="connsiteX24" fmla="*/ 117575 w 362309"/>
                <a:gd name="connsiteY24" fmla="*/ 286641 h 362610"/>
                <a:gd name="connsiteX25" fmla="*/ 104156 w 362309"/>
                <a:gd name="connsiteY25" fmla="*/ 260467 h 362610"/>
                <a:gd name="connsiteX26" fmla="*/ 117575 w 362309"/>
                <a:gd name="connsiteY26" fmla="*/ 247060 h 362610"/>
                <a:gd name="connsiteX27" fmla="*/ 117575 w 362309"/>
                <a:gd name="connsiteY27" fmla="*/ 195350 h 362610"/>
                <a:gd name="connsiteX28" fmla="*/ 137384 w 362309"/>
                <a:gd name="connsiteY28" fmla="*/ 174921 h 362610"/>
                <a:gd name="connsiteX29" fmla="*/ 138023 w 362309"/>
                <a:gd name="connsiteY29" fmla="*/ 174921 h 362610"/>
                <a:gd name="connsiteX30" fmla="*/ 174445 w 362309"/>
                <a:gd name="connsiteY30" fmla="*/ 174921 h 362610"/>
                <a:gd name="connsiteX31" fmla="*/ 174445 w 362309"/>
                <a:gd name="connsiteY31" fmla="*/ 114912 h 362610"/>
                <a:gd name="connsiteX32" fmla="*/ 161026 w 362309"/>
                <a:gd name="connsiteY32" fmla="*/ 88738 h 362610"/>
                <a:gd name="connsiteX33" fmla="*/ 187225 w 362309"/>
                <a:gd name="connsiteY33" fmla="*/ 75331 h 362610"/>
                <a:gd name="connsiteX34" fmla="*/ 200644 w 362309"/>
                <a:gd name="connsiteY34" fmla="*/ 101505 h 362610"/>
                <a:gd name="connsiteX35" fmla="*/ 187225 w 362309"/>
                <a:gd name="connsiteY35" fmla="*/ 114912 h 362610"/>
                <a:gd name="connsiteX36" fmla="*/ 187225 w 362309"/>
                <a:gd name="connsiteY36" fmla="*/ 174921 h 362610"/>
                <a:gd name="connsiteX37" fmla="*/ 223648 w 362309"/>
                <a:gd name="connsiteY37" fmla="*/ 174921 h 362610"/>
                <a:gd name="connsiteX38" fmla="*/ 244096 w 362309"/>
                <a:gd name="connsiteY38" fmla="*/ 194073 h 362610"/>
                <a:gd name="connsiteX39" fmla="*/ 244096 w 362309"/>
                <a:gd name="connsiteY39" fmla="*/ 195350 h 362610"/>
                <a:gd name="connsiteX40" fmla="*/ 244096 w 362309"/>
                <a:gd name="connsiteY40" fmla="*/ 247060 h 362610"/>
                <a:gd name="connsiteX41" fmla="*/ 257514 w 362309"/>
                <a:gd name="connsiteY41" fmla="*/ 273235 h 362610"/>
                <a:gd name="connsiteX42" fmla="*/ 238345 w 362309"/>
                <a:gd name="connsiteY42" fmla="*/ 287279 h 362610"/>
                <a:gd name="connsiteX43" fmla="*/ 238345 w 362309"/>
                <a:gd name="connsiteY43" fmla="*/ 287279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81077"/>
                    <a:pt x="281157" y="0"/>
                    <a:pt x="180835" y="0"/>
                  </a:cubicBezTo>
                  <a:cubicBezTo>
                    <a:pt x="180835" y="0"/>
                    <a:pt x="180835" y="0"/>
                    <a:pt x="180835" y="0"/>
                  </a:cubicBezTo>
                  <a:close/>
                  <a:moveTo>
                    <a:pt x="238345" y="287279"/>
                  </a:moveTo>
                  <a:cubicBezTo>
                    <a:pt x="226843" y="287279"/>
                    <a:pt x="217897" y="278342"/>
                    <a:pt x="217258" y="266851"/>
                  </a:cubicBezTo>
                  <a:cubicBezTo>
                    <a:pt x="217258" y="257913"/>
                    <a:pt x="223009" y="249614"/>
                    <a:pt x="231955" y="247060"/>
                  </a:cubicBezTo>
                  <a:lnTo>
                    <a:pt x="231955" y="195350"/>
                  </a:lnTo>
                  <a:cubicBezTo>
                    <a:pt x="232594" y="191519"/>
                    <a:pt x="229399" y="187689"/>
                    <a:pt x="225565" y="187689"/>
                  </a:cubicBezTo>
                  <a:cubicBezTo>
                    <a:pt x="224926" y="187689"/>
                    <a:pt x="224926" y="187689"/>
                    <a:pt x="224287" y="187689"/>
                  </a:cubicBezTo>
                  <a:lnTo>
                    <a:pt x="187225" y="187689"/>
                  </a:lnTo>
                  <a:lnTo>
                    <a:pt x="187225" y="247699"/>
                  </a:lnTo>
                  <a:cubicBezTo>
                    <a:pt x="198088" y="251529"/>
                    <a:pt x="203839" y="263020"/>
                    <a:pt x="200644" y="273873"/>
                  </a:cubicBezTo>
                  <a:cubicBezTo>
                    <a:pt x="197449" y="284726"/>
                    <a:pt x="185308" y="290471"/>
                    <a:pt x="174445" y="287279"/>
                  </a:cubicBezTo>
                  <a:cubicBezTo>
                    <a:pt x="163582" y="284087"/>
                    <a:pt x="157831" y="271958"/>
                    <a:pt x="161026" y="261105"/>
                  </a:cubicBezTo>
                  <a:cubicBezTo>
                    <a:pt x="162943" y="254721"/>
                    <a:pt x="168055" y="249614"/>
                    <a:pt x="174445" y="247699"/>
                  </a:cubicBezTo>
                  <a:lnTo>
                    <a:pt x="174445" y="187689"/>
                  </a:lnTo>
                  <a:lnTo>
                    <a:pt x="138023" y="187689"/>
                  </a:lnTo>
                  <a:cubicBezTo>
                    <a:pt x="133550" y="187689"/>
                    <a:pt x="130355" y="190881"/>
                    <a:pt x="130355" y="194711"/>
                  </a:cubicBezTo>
                  <a:cubicBezTo>
                    <a:pt x="130355" y="194711"/>
                    <a:pt x="130355" y="195350"/>
                    <a:pt x="130355" y="195350"/>
                  </a:cubicBezTo>
                  <a:lnTo>
                    <a:pt x="130355" y="247060"/>
                  </a:lnTo>
                  <a:cubicBezTo>
                    <a:pt x="141218" y="250891"/>
                    <a:pt x="146969" y="262382"/>
                    <a:pt x="143774" y="273235"/>
                  </a:cubicBezTo>
                  <a:cubicBezTo>
                    <a:pt x="140579" y="284087"/>
                    <a:pt x="128438" y="289833"/>
                    <a:pt x="117575" y="286641"/>
                  </a:cubicBezTo>
                  <a:cubicBezTo>
                    <a:pt x="106712" y="283449"/>
                    <a:pt x="100961" y="271319"/>
                    <a:pt x="104156" y="260467"/>
                  </a:cubicBezTo>
                  <a:cubicBezTo>
                    <a:pt x="106073" y="254083"/>
                    <a:pt x="111185" y="248975"/>
                    <a:pt x="117575" y="247060"/>
                  </a:cubicBezTo>
                  <a:lnTo>
                    <a:pt x="117575" y="195350"/>
                  </a:lnTo>
                  <a:cubicBezTo>
                    <a:pt x="117575" y="183859"/>
                    <a:pt x="126521" y="174921"/>
                    <a:pt x="137384" y="174921"/>
                  </a:cubicBezTo>
                  <a:cubicBezTo>
                    <a:pt x="137384" y="174921"/>
                    <a:pt x="138023" y="174921"/>
                    <a:pt x="138023" y="174921"/>
                  </a:cubicBezTo>
                  <a:lnTo>
                    <a:pt x="174445" y="174921"/>
                  </a:lnTo>
                  <a:lnTo>
                    <a:pt x="174445" y="114912"/>
                  </a:lnTo>
                  <a:cubicBezTo>
                    <a:pt x="163582" y="111081"/>
                    <a:pt x="157831" y="99590"/>
                    <a:pt x="161026" y="88738"/>
                  </a:cubicBezTo>
                  <a:cubicBezTo>
                    <a:pt x="164221" y="77885"/>
                    <a:pt x="176362" y="72139"/>
                    <a:pt x="187225" y="75331"/>
                  </a:cubicBezTo>
                  <a:cubicBezTo>
                    <a:pt x="198088" y="78523"/>
                    <a:pt x="203839" y="90653"/>
                    <a:pt x="200644" y="101505"/>
                  </a:cubicBezTo>
                  <a:cubicBezTo>
                    <a:pt x="198727" y="107889"/>
                    <a:pt x="193615" y="112997"/>
                    <a:pt x="187225" y="114912"/>
                  </a:cubicBezTo>
                  <a:lnTo>
                    <a:pt x="187225" y="174921"/>
                  </a:lnTo>
                  <a:lnTo>
                    <a:pt x="223648" y="174921"/>
                  </a:lnTo>
                  <a:cubicBezTo>
                    <a:pt x="234511" y="174283"/>
                    <a:pt x="244096" y="183220"/>
                    <a:pt x="244096" y="194073"/>
                  </a:cubicBezTo>
                  <a:cubicBezTo>
                    <a:pt x="244096" y="194711"/>
                    <a:pt x="244096" y="194711"/>
                    <a:pt x="244096" y="195350"/>
                  </a:cubicBezTo>
                  <a:lnTo>
                    <a:pt x="244096" y="247060"/>
                  </a:lnTo>
                  <a:cubicBezTo>
                    <a:pt x="254959" y="250252"/>
                    <a:pt x="260709" y="262382"/>
                    <a:pt x="257514" y="273235"/>
                  </a:cubicBezTo>
                  <a:cubicBezTo>
                    <a:pt x="254959" y="281534"/>
                    <a:pt x="247291" y="287279"/>
                    <a:pt x="238345" y="287279"/>
                  </a:cubicBezTo>
                  <a:lnTo>
                    <a:pt x="238345" y="287279"/>
                  </a:lnTo>
                  <a:close/>
                </a:path>
              </a:pathLst>
            </a:custGeom>
            <a:solidFill>
              <a:srgbClr val="007680"/>
            </a:solidFill>
            <a:ln w="6390" cap="flat">
              <a:noFill/>
              <a:prstDash val="solid"/>
              <a:miter/>
            </a:ln>
          </p:spPr>
          <p:txBody>
            <a:bodyPr rtlCol="0" anchor="ctr"/>
            <a:lstStyle/>
            <a:p>
              <a:endParaRPr lang="en-US"/>
            </a:p>
          </p:txBody>
        </p:sp>
        <p:sp>
          <p:nvSpPr>
            <p:cNvPr id="234" name="Graphic 4">
              <a:extLst>
                <a:ext uri="{FF2B5EF4-FFF2-40B4-BE49-F238E27FC236}">
                  <a16:creationId xmlns:a16="http://schemas.microsoft.com/office/drawing/2014/main" id="{B423D5C6-F0AC-544C-893D-2B47B07FDDF3}"/>
                </a:ext>
              </a:extLst>
            </p:cNvPr>
            <p:cNvSpPr/>
            <p:nvPr/>
          </p:nvSpPr>
          <p:spPr>
            <a:xfrm>
              <a:off x="1078621" y="2458634"/>
              <a:ext cx="15335" cy="15321"/>
            </a:xfrm>
            <a:custGeom>
              <a:avLst/>
              <a:gdLst>
                <a:gd name="connsiteX0" fmla="*/ 7668 w 15335"/>
                <a:gd name="connsiteY0" fmla="*/ 15322 h 15321"/>
                <a:gd name="connsiteX1" fmla="*/ 15336 w 15335"/>
                <a:gd name="connsiteY1" fmla="*/ 7661 h 15321"/>
                <a:gd name="connsiteX2" fmla="*/ 7668 w 15335"/>
                <a:gd name="connsiteY2" fmla="*/ 0 h 15321"/>
                <a:gd name="connsiteX3" fmla="*/ 0 w 15335"/>
                <a:gd name="connsiteY3" fmla="*/ 7661 h 15321"/>
                <a:gd name="connsiteX4" fmla="*/ 0 w 15335"/>
                <a:gd name="connsiteY4" fmla="*/ 7661 h 15321"/>
                <a:gd name="connsiteX5" fmla="*/ 7668 w 15335"/>
                <a:gd name="connsiteY5" fmla="*/ 15322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5" h="15321">
                  <a:moveTo>
                    <a:pt x="7668" y="15322"/>
                  </a:moveTo>
                  <a:cubicBezTo>
                    <a:pt x="12141" y="15322"/>
                    <a:pt x="15336" y="11491"/>
                    <a:pt x="15336" y="7661"/>
                  </a:cubicBezTo>
                  <a:cubicBezTo>
                    <a:pt x="15336" y="3192"/>
                    <a:pt x="11502" y="0"/>
                    <a:pt x="7668" y="0"/>
                  </a:cubicBezTo>
                  <a:cubicBezTo>
                    <a:pt x="3195" y="0"/>
                    <a:pt x="0" y="3830"/>
                    <a:pt x="0" y="7661"/>
                  </a:cubicBezTo>
                  <a:lnTo>
                    <a:pt x="0" y="7661"/>
                  </a:lnTo>
                  <a:cubicBezTo>
                    <a:pt x="0" y="12130"/>
                    <a:pt x="3195" y="15322"/>
                    <a:pt x="7668" y="15322"/>
                  </a:cubicBezTo>
                  <a:close/>
                </a:path>
              </a:pathLst>
            </a:custGeom>
            <a:solidFill>
              <a:srgbClr val="007680"/>
            </a:solidFill>
            <a:ln w="6390" cap="flat">
              <a:noFill/>
              <a:prstDash val="solid"/>
              <a:miter/>
            </a:ln>
          </p:spPr>
          <p:txBody>
            <a:bodyPr rtlCol="0" anchor="ctr"/>
            <a:lstStyle/>
            <a:p>
              <a:endParaRPr lang="en-US"/>
            </a:p>
          </p:txBody>
        </p:sp>
      </p:grpSp>
      <p:grpSp>
        <p:nvGrpSpPr>
          <p:cNvPr id="235" name="Graphic 4">
            <a:extLst>
              <a:ext uri="{FF2B5EF4-FFF2-40B4-BE49-F238E27FC236}">
                <a16:creationId xmlns:a16="http://schemas.microsoft.com/office/drawing/2014/main" id="{2EBA1466-761F-7C4C-9A1B-C3EC45C3A3D7}"/>
              </a:ext>
            </a:extLst>
          </p:cNvPr>
          <p:cNvGrpSpPr>
            <a:grpSpLocks noChangeAspect="1"/>
          </p:cNvGrpSpPr>
          <p:nvPr/>
        </p:nvGrpSpPr>
        <p:grpSpPr>
          <a:xfrm>
            <a:off x="905454" y="1873861"/>
            <a:ext cx="362309" cy="362610"/>
            <a:chOff x="905454" y="1873861"/>
            <a:chExt cx="362309" cy="362610"/>
          </a:xfrm>
          <a:solidFill>
            <a:srgbClr val="007680"/>
          </a:solidFill>
        </p:grpSpPr>
        <p:sp>
          <p:nvSpPr>
            <p:cNvPr id="236" name="Graphic 4">
              <a:extLst>
                <a:ext uri="{FF2B5EF4-FFF2-40B4-BE49-F238E27FC236}">
                  <a16:creationId xmlns:a16="http://schemas.microsoft.com/office/drawing/2014/main" id="{7D0C7D9A-4FB2-5D47-B304-78FBDE3A0741}"/>
                </a:ext>
              </a:extLst>
            </p:cNvPr>
            <p:cNvSpPr/>
            <p:nvPr/>
          </p:nvSpPr>
          <p:spPr>
            <a:xfrm>
              <a:off x="1114404" y="1960045"/>
              <a:ext cx="16613" cy="16598"/>
            </a:xfrm>
            <a:custGeom>
              <a:avLst/>
              <a:gdLst>
                <a:gd name="connsiteX0" fmla="*/ 8307 w 16613"/>
                <a:gd name="connsiteY0" fmla="*/ 0 h 16598"/>
                <a:gd name="connsiteX1" fmla="*/ 0 w 16613"/>
                <a:gd name="connsiteY1" fmla="*/ 8299 h 16598"/>
                <a:gd name="connsiteX2" fmla="*/ 8307 w 16613"/>
                <a:gd name="connsiteY2" fmla="*/ 16598 h 16598"/>
                <a:gd name="connsiteX3" fmla="*/ 16614 w 16613"/>
                <a:gd name="connsiteY3" fmla="*/ 8299 h 16598"/>
                <a:gd name="connsiteX4" fmla="*/ 16614 w 16613"/>
                <a:gd name="connsiteY4" fmla="*/ 8299 h 16598"/>
                <a:gd name="connsiteX5" fmla="*/ 8307 w 16613"/>
                <a:gd name="connsiteY5" fmla="*/ 0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3" h="16598">
                  <a:moveTo>
                    <a:pt x="8307" y="0"/>
                  </a:moveTo>
                  <a:cubicBezTo>
                    <a:pt x="3834" y="0"/>
                    <a:pt x="0" y="3830"/>
                    <a:pt x="0" y="8299"/>
                  </a:cubicBezTo>
                  <a:cubicBezTo>
                    <a:pt x="0" y="12768"/>
                    <a:pt x="3834" y="16598"/>
                    <a:pt x="8307" y="16598"/>
                  </a:cubicBezTo>
                  <a:cubicBezTo>
                    <a:pt x="12780" y="16598"/>
                    <a:pt x="16614" y="12768"/>
                    <a:pt x="16614" y="8299"/>
                  </a:cubicBezTo>
                  <a:lnTo>
                    <a:pt x="16614" y="8299"/>
                  </a:lnTo>
                  <a:cubicBezTo>
                    <a:pt x="16614" y="3192"/>
                    <a:pt x="12780" y="0"/>
                    <a:pt x="8307" y="0"/>
                  </a:cubicBezTo>
                  <a:close/>
                </a:path>
              </a:pathLst>
            </a:custGeom>
            <a:solidFill>
              <a:srgbClr val="007680"/>
            </a:solidFill>
            <a:ln w="6390" cap="flat">
              <a:noFill/>
              <a:prstDash val="solid"/>
              <a:miter/>
            </a:ln>
          </p:spPr>
          <p:txBody>
            <a:bodyPr rtlCol="0" anchor="ctr"/>
            <a:lstStyle/>
            <a:p>
              <a:endParaRPr lang="en-US"/>
            </a:p>
          </p:txBody>
        </p:sp>
        <p:sp>
          <p:nvSpPr>
            <p:cNvPr id="237" name="Graphic 4">
              <a:extLst>
                <a:ext uri="{FF2B5EF4-FFF2-40B4-BE49-F238E27FC236}">
                  <a16:creationId xmlns:a16="http://schemas.microsoft.com/office/drawing/2014/main" id="{3954BF21-819D-8942-B327-29D94EF57CF8}"/>
                </a:ext>
              </a:extLst>
            </p:cNvPr>
            <p:cNvSpPr/>
            <p:nvPr/>
          </p:nvSpPr>
          <p:spPr>
            <a:xfrm>
              <a:off x="1042198" y="1959406"/>
              <a:ext cx="16613" cy="16598"/>
            </a:xfrm>
            <a:custGeom>
              <a:avLst/>
              <a:gdLst>
                <a:gd name="connsiteX0" fmla="*/ 8307 w 16613"/>
                <a:gd name="connsiteY0" fmla="*/ 16598 h 16598"/>
                <a:gd name="connsiteX1" fmla="*/ 16614 w 16613"/>
                <a:gd name="connsiteY1" fmla="*/ 8299 h 16598"/>
                <a:gd name="connsiteX2" fmla="*/ 8307 w 16613"/>
                <a:gd name="connsiteY2" fmla="*/ 0 h 16598"/>
                <a:gd name="connsiteX3" fmla="*/ 0 w 16613"/>
                <a:gd name="connsiteY3" fmla="*/ 8299 h 16598"/>
                <a:gd name="connsiteX4" fmla="*/ 0 w 16613"/>
                <a:gd name="connsiteY4" fmla="*/ 8299 h 16598"/>
                <a:gd name="connsiteX5" fmla="*/ 8307 w 16613"/>
                <a:gd name="connsiteY5" fmla="*/ 16598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3" h="16598">
                  <a:moveTo>
                    <a:pt x="8307" y="16598"/>
                  </a:moveTo>
                  <a:cubicBezTo>
                    <a:pt x="12780" y="16598"/>
                    <a:pt x="16614" y="12768"/>
                    <a:pt x="16614" y="8299"/>
                  </a:cubicBezTo>
                  <a:cubicBezTo>
                    <a:pt x="16614" y="3830"/>
                    <a:pt x="12780" y="0"/>
                    <a:pt x="8307" y="0"/>
                  </a:cubicBezTo>
                  <a:cubicBezTo>
                    <a:pt x="3834" y="0"/>
                    <a:pt x="0" y="3830"/>
                    <a:pt x="0" y="8299"/>
                  </a:cubicBezTo>
                  <a:lnTo>
                    <a:pt x="0" y="8299"/>
                  </a:lnTo>
                  <a:cubicBezTo>
                    <a:pt x="0" y="12768"/>
                    <a:pt x="3834" y="16598"/>
                    <a:pt x="8307" y="16598"/>
                  </a:cubicBezTo>
                  <a:close/>
                </a:path>
              </a:pathLst>
            </a:custGeom>
            <a:solidFill>
              <a:srgbClr val="007680"/>
            </a:solidFill>
            <a:ln w="6390" cap="flat">
              <a:noFill/>
              <a:prstDash val="solid"/>
              <a:miter/>
            </a:ln>
          </p:spPr>
          <p:txBody>
            <a:bodyPr rtlCol="0" anchor="ctr"/>
            <a:lstStyle/>
            <a:p>
              <a:endParaRPr lang="en-US"/>
            </a:p>
          </p:txBody>
        </p:sp>
        <p:sp>
          <p:nvSpPr>
            <p:cNvPr id="238" name="Graphic 4">
              <a:extLst>
                <a:ext uri="{FF2B5EF4-FFF2-40B4-BE49-F238E27FC236}">
                  <a16:creationId xmlns:a16="http://schemas.microsoft.com/office/drawing/2014/main" id="{6DDEC37E-79DA-1642-8B11-29F64A2F4B7A}"/>
                </a:ext>
              </a:extLst>
            </p:cNvPr>
            <p:cNvSpPr/>
            <p:nvPr/>
          </p:nvSpPr>
          <p:spPr>
            <a:xfrm>
              <a:off x="1114404" y="2133689"/>
              <a:ext cx="16613" cy="16598"/>
            </a:xfrm>
            <a:custGeom>
              <a:avLst/>
              <a:gdLst>
                <a:gd name="connsiteX0" fmla="*/ 8307 w 16613"/>
                <a:gd name="connsiteY0" fmla="*/ 0 h 16598"/>
                <a:gd name="connsiteX1" fmla="*/ 0 w 16613"/>
                <a:gd name="connsiteY1" fmla="*/ 8299 h 16598"/>
                <a:gd name="connsiteX2" fmla="*/ 8307 w 16613"/>
                <a:gd name="connsiteY2" fmla="*/ 16598 h 16598"/>
                <a:gd name="connsiteX3" fmla="*/ 16614 w 16613"/>
                <a:gd name="connsiteY3" fmla="*/ 8299 h 16598"/>
                <a:gd name="connsiteX4" fmla="*/ 16614 w 16613"/>
                <a:gd name="connsiteY4" fmla="*/ 8299 h 16598"/>
                <a:gd name="connsiteX5" fmla="*/ 8307 w 16613"/>
                <a:gd name="connsiteY5" fmla="*/ 0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3" h="16598">
                  <a:moveTo>
                    <a:pt x="8307" y="0"/>
                  </a:moveTo>
                  <a:cubicBezTo>
                    <a:pt x="3834" y="0"/>
                    <a:pt x="0" y="3830"/>
                    <a:pt x="0" y="8299"/>
                  </a:cubicBezTo>
                  <a:cubicBezTo>
                    <a:pt x="0" y="12768"/>
                    <a:pt x="3834" y="16598"/>
                    <a:pt x="8307" y="16598"/>
                  </a:cubicBezTo>
                  <a:cubicBezTo>
                    <a:pt x="12780" y="16598"/>
                    <a:pt x="16614" y="12768"/>
                    <a:pt x="16614" y="8299"/>
                  </a:cubicBezTo>
                  <a:lnTo>
                    <a:pt x="16614" y="8299"/>
                  </a:lnTo>
                  <a:cubicBezTo>
                    <a:pt x="16614" y="3830"/>
                    <a:pt x="12780" y="0"/>
                    <a:pt x="8307" y="0"/>
                  </a:cubicBezTo>
                  <a:close/>
                </a:path>
              </a:pathLst>
            </a:custGeom>
            <a:solidFill>
              <a:srgbClr val="007680"/>
            </a:solidFill>
            <a:ln w="6390" cap="flat">
              <a:noFill/>
              <a:prstDash val="solid"/>
              <a:miter/>
            </a:ln>
          </p:spPr>
          <p:txBody>
            <a:bodyPr rtlCol="0" anchor="ctr"/>
            <a:lstStyle/>
            <a:p>
              <a:endParaRPr lang="en-US"/>
            </a:p>
          </p:txBody>
        </p:sp>
        <p:sp>
          <p:nvSpPr>
            <p:cNvPr id="239" name="Graphic 4">
              <a:extLst>
                <a:ext uri="{FF2B5EF4-FFF2-40B4-BE49-F238E27FC236}">
                  <a16:creationId xmlns:a16="http://schemas.microsoft.com/office/drawing/2014/main" id="{0FAA36FF-689D-C04D-A5F5-0611A3709A3B}"/>
                </a:ext>
              </a:extLst>
            </p:cNvPr>
            <p:cNvSpPr/>
            <p:nvPr/>
          </p:nvSpPr>
          <p:spPr>
            <a:xfrm>
              <a:off x="905454" y="1873861"/>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362309 w 362309"/>
                <a:gd name="connsiteY4" fmla="*/ 181305 h 362610"/>
                <a:gd name="connsiteX5" fmla="*/ 180835 w 362309"/>
                <a:gd name="connsiteY5" fmla="*/ 0 h 362610"/>
                <a:gd name="connsiteX6" fmla="*/ 223648 w 362309"/>
                <a:gd name="connsiteY6" fmla="*/ 116189 h 362610"/>
                <a:gd name="connsiteX7" fmla="*/ 223648 w 362309"/>
                <a:gd name="connsiteY7" fmla="*/ 248337 h 362610"/>
                <a:gd name="connsiteX8" fmla="*/ 237067 w 362309"/>
                <a:gd name="connsiteY8" fmla="*/ 274511 h 362610"/>
                <a:gd name="connsiteX9" fmla="*/ 210868 w 362309"/>
                <a:gd name="connsiteY9" fmla="*/ 287918 h 362610"/>
                <a:gd name="connsiteX10" fmla="*/ 197449 w 362309"/>
                <a:gd name="connsiteY10" fmla="*/ 261743 h 362610"/>
                <a:gd name="connsiteX11" fmla="*/ 210868 w 362309"/>
                <a:gd name="connsiteY11" fmla="*/ 248337 h 362610"/>
                <a:gd name="connsiteX12" fmla="*/ 210868 w 362309"/>
                <a:gd name="connsiteY12" fmla="*/ 187689 h 362610"/>
                <a:gd name="connsiteX13" fmla="*/ 166777 w 362309"/>
                <a:gd name="connsiteY13" fmla="*/ 187689 h 362610"/>
                <a:gd name="connsiteX14" fmla="*/ 138662 w 362309"/>
                <a:gd name="connsiteY14" fmla="*/ 161515 h 362610"/>
                <a:gd name="connsiteX15" fmla="*/ 138662 w 362309"/>
                <a:gd name="connsiteY15" fmla="*/ 159600 h 362610"/>
                <a:gd name="connsiteX16" fmla="*/ 138662 w 362309"/>
                <a:gd name="connsiteY16" fmla="*/ 114273 h 362610"/>
                <a:gd name="connsiteX17" fmla="*/ 125243 w 362309"/>
                <a:gd name="connsiteY17" fmla="*/ 88099 h 362610"/>
                <a:gd name="connsiteX18" fmla="*/ 151441 w 362309"/>
                <a:gd name="connsiteY18" fmla="*/ 74693 h 362610"/>
                <a:gd name="connsiteX19" fmla="*/ 164860 w 362309"/>
                <a:gd name="connsiteY19" fmla="*/ 100867 h 362610"/>
                <a:gd name="connsiteX20" fmla="*/ 151441 w 362309"/>
                <a:gd name="connsiteY20" fmla="*/ 114273 h 362610"/>
                <a:gd name="connsiteX21" fmla="*/ 151441 w 362309"/>
                <a:gd name="connsiteY21" fmla="*/ 159600 h 362610"/>
                <a:gd name="connsiteX22" fmla="*/ 165499 w 362309"/>
                <a:gd name="connsiteY22" fmla="*/ 174921 h 362610"/>
                <a:gd name="connsiteX23" fmla="*/ 166777 w 362309"/>
                <a:gd name="connsiteY23" fmla="*/ 174921 h 362610"/>
                <a:gd name="connsiteX24" fmla="*/ 210868 w 362309"/>
                <a:gd name="connsiteY24" fmla="*/ 174921 h 362610"/>
                <a:gd name="connsiteX25" fmla="*/ 210868 w 362309"/>
                <a:gd name="connsiteY25" fmla="*/ 116189 h 362610"/>
                <a:gd name="connsiteX26" fmla="*/ 211507 w 362309"/>
                <a:gd name="connsiteY26" fmla="*/ 114273 h 362610"/>
                <a:gd name="connsiteX27" fmla="*/ 197449 w 362309"/>
                <a:gd name="connsiteY27" fmla="*/ 88099 h 362610"/>
                <a:gd name="connsiteX28" fmla="*/ 223648 w 362309"/>
                <a:gd name="connsiteY28" fmla="*/ 74054 h 362610"/>
                <a:gd name="connsiteX29" fmla="*/ 237706 w 362309"/>
                <a:gd name="connsiteY29" fmla="*/ 100229 h 362610"/>
                <a:gd name="connsiteX30" fmla="*/ 223648 w 362309"/>
                <a:gd name="connsiteY30" fmla="*/ 114273 h 362610"/>
                <a:gd name="connsiteX31" fmla="*/ 223648 w 362309"/>
                <a:gd name="connsiteY31" fmla="*/ 116189 h 362610"/>
                <a:gd name="connsiteX32" fmla="*/ 223648 w 362309"/>
                <a:gd name="connsiteY32" fmla="*/ 116189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181305"/>
                    <a:pt x="362309" y="181305"/>
                    <a:pt x="362309" y="181305"/>
                  </a:cubicBezTo>
                  <a:cubicBezTo>
                    <a:pt x="361670" y="81077"/>
                    <a:pt x="281157" y="0"/>
                    <a:pt x="180835" y="0"/>
                  </a:cubicBezTo>
                  <a:close/>
                  <a:moveTo>
                    <a:pt x="223648" y="116189"/>
                  </a:moveTo>
                  <a:lnTo>
                    <a:pt x="223648" y="248337"/>
                  </a:lnTo>
                  <a:cubicBezTo>
                    <a:pt x="234511" y="252167"/>
                    <a:pt x="240901" y="263659"/>
                    <a:pt x="237067" y="274511"/>
                  </a:cubicBezTo>
                  <a:cubicBezTo>
                    <a:pt x="233233" y="285364"/>
                    <a:pt x="221731" y="291748"/>
                    <a:pt x="210868" y="287918"/>
                  </a:cubicBezTo>
                  <a:cubicBezTo>
                    <a:pt x="200005" y="284087"/>
                    <a:pt x="193615" y="272596"/>
                    <a:pt x="197449" y="261743"/>
                  </a:cubicBezTo>
                  <a:cubicBezTo>
                    <a:pt x="199366" y="255359"/>
                    <a:pt x="204478" y="250252"/>
                    <a:pt x="210868" y="248337"/>
                  </a:cubicBezTo>
                  <a:lnTo>
                    <a:pt x="210868" y="187689"/>
                  </a:lnTo>
                  <a:lnTo>
                    <a:pt x="166777" y="187689"/>
                  </a:lnTo>
                  <a:cubicBezTo>
                    <a:pt x="151441" y="188327"/>
                    <a:pt x="139301" y="176198"/>
                    <a:pt x="138662" y="161515"/>
                  </a:cubicBezTo>
                  <a:cubicBezTo>
                    <a:pt x="138662" y="160876"/>
                    <a:pt x="138662" y="160238"/>
                    <a:pt x="138662" y="159600"/>
                  </a:cubicBezTo>
                  <a:lnTo>
                    <a:pt x="138662" y="114273"/>
                  </a:lnTo>
                  <a:cubicBezTo>
                    <a:pt x="127799" y="110443"/>
                    <a:pt x="121409" y="98952"/>
                    <a:pt x="125243" y="88099"/>
                  </a:cubicBezTo>
                  <a:cubicBezTo>
                    <a:pt x="129077" y="77246"/>
                    <a:pt x="140579" y="70862"/>
                    <a:pt x="151441" y="74693"/>
                  </a:cubicBezTo>
                  <a:cubicBezTo>
                    <a:pt x="162304" y="78523"/>
                    <a:pt x="168694" y="90014"/>
                    <a:pt x="164860" y="100867"/>
                  </a:cubicBezTo>
                  <a:cubicBezTo>
                    <a:pt x="162943" y="107251"/>
                    <a:pt x="157831" y="112358"/>
                    <a:pt x="151441" y="114273"/>
                  </a:cubicBezTo>
                  <a:lnTo>
                    <a:pt x="151441" y="159600"/>
                  </a:lnTo>
                  <a:cubicBezTo>
                    <a:pt x="150803" y="167899"/>
                    <a:pt x="157192" y="174283"/>
                    <a:pt x="165499" y="174921"/>
                  </a:cubicBezTo>
                  <a:cubicBezTo>
                    <a:pt x="166138" y="174921"/>
                    <a:pt x="166777" y="174921"/>
                    <a:pt x="166777" y="174921"/>
                  </a:cubicBezTo>
                  <a:lnTo>
                    <a:pt x="210868" y="174921"/>
                  </a:lnTo>
                  <a:lnTo>
                    <a:pt x="210868" y="116189"/>
                  </a:lnTo>
                  <a:cubicBezTo>
                    <a:pt x="210868" y="115550"/>
                    <a:pt x="210868" y="114912"/>
                    <a:pt x="211507" y="114273"/>
                  </a:cubicBezTo>
                  <a:cubicBezTo>
                    <a:pt x="200644" y="111081"/>
                    <a:pt x="194254" y="99590"/>
                    <a:pt x="197449" y="88099"/>
                  </a:cubicBezTo>
                  <a:cubicBezTo>
                    <a:pt x="200644" y="77246"/>
                    <a:pt x="212146" y="70862"/>
                    <a:pt x="223648" y="74054"/>
                  </a:cubicBezTo>
                  <a:cubicBezTo>
                    <a:pt x="234511" y="77246"/>
                    <a:pt x="240901" y="88737"/>
                    <a:pt x="237706" y="100229"/>
                  </a:cubicBezTo>
                  <a:cubicBezTo>
                    <a:pt x="235789" y="107251"/>
                    <a:pt x="230677" y="112358"/>
                    <a:pt x="223648" y="114273"/>
                  </a:cubicBezTo>
                  <a:cubicBezTo>
                    <a:pt x="223648" y="114912"/>
                    <a:pt x="223648" y="114912"/>
                    <a:pt x="223648" y="116189"/>
                  </a:cubicBezTo>
                  <a:lnTo>
                    <a:pt x="223648" y="116189"/>
                  </a:lnTo>
                  <a:close/>
                </a:path>
              </a:pathLst>
            </a:custGeom>
            <a:solidFill>
              <a:srgbClr val="007680"/>
            </a:solidFill>
            <a:ln w="6390" cap="flat">
              <a:noFill/>
              <a:prstDash val="solid"/>
              <a:miter/>
            </a:ln>
          </p:spPr>
          <p:txBody>
            <a:bodyPr rtlCol="0" anchor="ctr"/>
            <a:lstStyle/>
            <a:p>
              <a:endParaRPr lang="en-US"/>
            </a:p>
          </p:txBody>
        </p:sp>
      </p:grpSp>
      <p:grpSp>
        <p:nvGrpSpPr>
          <p:cNvPr id="240" name="Graphic 4">
            <a:extLst>
              <a:ext uri="{FF2B5EF4-FFF2-40B4-BE49-F238E27FC236}">
                <a16:creationId xmlns:a16="http://schemas.microsoft.com/office/drawing/2014/main" id="{20DD39FC-7375-A449-A6FA-B1912CCC0029}"/>
              </a:ext>
            </a:extLst>
          </p:cNvPr>
          <p:cNvGrpSpPr>
            <a:grpSpLocks noChangeAspect="1"/>
          </p:cNvGrpSpPr>
          <p:nvPr/>
        </p:nvGrpSpPr>
        <p:grpSpPr>
          <a:xfrm>
            <a:off x="905454" y="1403361"/>
            <a:ext cx="362309" cy="361971"/>
            <a:chOff x="905454" y="1403361"/>
            <a:chExt cx="362309" cy="361971"/>
          </a:xfrm>
          <a:solidFill>
            <a:srgbClr val="007680"/>
          </a:solidFill>
        </p:grpSpPr>
        <p:sp>
          <p:nvSpPr>
            <p:cNvPr id="241" name="Graphic 4">
              <a:extLst>
                <a:ext uri="{FF2B5EF4-FFF2-40B4-BE49-F238E27FC236}">
                  <a16:creationId xmlns:a16="http://schemas.microsoft.com/office/drawing/2014/main" id="{9147D5F7-E5BE-6845-82AE-70E99146A2CB}"/>
                </a:ext>
              </a:extLst>
            </p:cNvPr>
            <p:cNvSpPr/>
            <p:nvPr/>
          </p:nvSpPr>
          <p:spPr>
            <a:xfrm>
              <a:off x="1077343" y="1665743"/>
              <a:ext cx="17891" cy="17875"/>
            </a:xfrm>
            <a:custGeom>
              <a:avLst/>
              <a:gdLst>
                <a:gd name="connsiteX0" fmla="*/ 17892 w 17891"/>
                <a:gd name="connsiteY0" fmla="*/ 8938 h 17875"/>
                <a:gd name="connsiteX1" fmla="*/ 8946 w 17891"/>
                <a:gd name="connsiteY1" fmla="*/ 17875 h 17875"/>
                <a:gd name="connsiteX2" fmla="*/ 0 w 17891"/>
                <a:gd name="connsiteY2" fmla="*/ 8938 h 17875"/>
                <a:gd name="connsiteX3" fmla="*/ 8946 w 17891"/>
                <a:gd name="connsiteY3" fmla="*/ 0 h 17875"/>
                <a:gd name="connsiteX4" fmla="*/ 17892 w 17891"/>
                <a:gd name="connsiteY4" fmla="*/ 8938 h 17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91" h="17875">
                  <a:moveTo>
                    <a:pt x="17892" y="8938"/>
                  </a:moveTo>
                  <a:cubicBezTo>
                    <a:pt x="17892" y="13874"/>
                    <a:pt x="13887" y="17875"/>
                    <a:pt x="8946" y="17875"/>
                  </a:cubicBezTo>
                  <a:cubicBezTo>
                    <a:pt x="4005" y="17875"/>
                    <a:pt x="0" y="13874"/>
                    <a:pt x="0" y="8938"/>
                  </a:cubicBezTo>
                  <a:cubicBezTo>
                    <a:pt x="0" y="4002"/>
                    <a:pt x="4005" y="0"/>
                    <a:pt x="8946" y="0"/>
                  </a:cubicBezTo>
                  <a:cubicBezTo>
                    <a:pt x="13887" y="0"/>
                    <a:pt x="17892" y="4002"/>
                    <a:pt x="17892" y="8938"/>
                  </a:cubicBezTo>
                  <a:close/>
                </a:path>
              </a:pathLst>
            </a:custGeom>
            <a:solidFill>
              <a:srgbClr val="007680"/>
            </a:solidFill>
            <a:ln w="6390" cap="flat">
              <a:noFill/>
              <a:prstDash val="solid"/>
              <a:miter/>
            </a:ln>
          </p:spPr>
          <p:txBody>
            <a:bodyPr rtlCol="0" anchor="ctr"/>
            <a:lstStyle/>
            <a:p>
              <a:endParaRPr lang="en-US"/>
            </a:p>
          </p:txBody>
        </p:sp>
        <p:sp>
          <p:nvSpPr>
            <p:cNvPr id="242" name="Graphic 4">
              <a:extLst>
                <a:ext uri="{FF2B5EF4-FFF2-40B4-BE49-F238E27FC236}">
                  <a16:creationId xmlns:a16="http://schemas.microsoft.com/office/drawing/2014/main" id="{CDBEB685-8F26-594D-994B-57C57C465196}"/>
                </a:ext>
              </a:extLst>
            </p:cNvPr>
            <p:cNvSpPr/>
            <p:nvPr/>
          </p:nvSpPr>
          <p:spPr>
            <a:xfrm>
              <a:off x="1077343" y="1484438"/>
              <a:ext cx="17891" cy="17875"/>
            </a:xfrm>
            <a:custGeom>
              <a:avLst/>
              <a:gdLst>
                <a:gd name="connsiteX0" fmla="*/ 17892 w 17891"/>
                <a:gd name="connsiteY0" fmla="*/ 8938 h 17875"/>
                <a:gd name="connsiteX1" fmla="*/ 8946 w 17891"/>
                <a:gd name="connsiteY1" fmla="*/ 0 h 17875"/>
                <a:gd name="connsiteX2" fmla="*/ 0 w 17891"/>
                <a:gd name="connsiteY2" fmla="*/ 8938 h 17875"/>
                <a:gd name="connsiteX3" fmla="*/ 8946 w 17891"/>
                <a:gd name="connsiteY3" fmla="*/ 17875 h 17875"/>
                <a:gd name="connsiteX4" fmla="*/ 8946 w 17891"/>
                <a:gd name="connsiteY4" fmla="*/ 17875 h 17875"/>
                <a:gd name="connsiteX5" fmla="*/ 17892 w 17891"/>
                <a:gd name="connsiteY5" fmla="*/ 8938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1" h="17875">
                  <a:moveTo>
                    <a:pt x="17892" y="8938"/>
                  </a:moveTo>
                  <a:cubicBezTo>
                    <a:pt x="17892" y="3830"/>
                    <a:pt x="14058" y="0"/>
                    <a:pt x="8946" y="0"/>
                  </a:cubicBezTo>
                  <a:cubicBezTo>
                    <a:pt x="3834" y="0"/>
                    <a:pt x="0" y="3830"/>
                    <a:pt x="0" y="8938"/>
                  </a:cubicBezTo>
                  <a:cubicBezTo>
                    <a:pt x="0" y="14045"/>
                    <a:pt x="3834" y="17875"/>
                    <a:pt x="8946" y="17875"/>
                  </a:cubicBezTo>
                  <a:cubicBezTo>
                    <a:pt x="8946" y="17875"/>
                    <a:pt x="8946" y="17875"/>
                    <a:pt x="8946" y="17875"/>
                  </a:cubicBezTo>
                  <a:cubicBezTo>
                    <a:pt x="14058" y="17875"/>
                    <a:pt x="17892" y="14045"/>
                    <a:pt x="17892" y="8938"/>
                  </a:cubicBezTo>
                  <a:close/>
                </a:path>
              </a:pathLst>
            </a:custGeom>
            <a:solidFill>
              <a:srgbClr val="007680"/>
            </a:solidFill>
            <a:ln w="6390" cap="flat">
              <a:noFill/>
              <a:prstDash val="solid"/>
              <a:miter/>
            </a:ln>
          </p:spPr>
          <p:txBody>
            <a:bodyPr rtlCol="0" anchor="ctr"/>
            <a:lstStyle/>
            <a:p>
              <a:endParaRPr lang="en-US"/>
            </a:p>
          </p:txBody>
        </p:sp>
        <p:sp>
          <p:nvSpPr>
            <p:cNvPr id="243" name="Graphic 4">
              <a:extLst>
                <a:ext uri="{FF2B5EF4-FFF2-40B4-BE49-F238E27FC236}">
                  <a16:creationId xmlns:a16="http://schemas.microsoft.com/office/drawing/2014/main" id="{6D2D2A00-572C-6E46-8836-93A17B897BB8}"/>
                </a:ext>
              </a:extLst>
            </p:cNvPr>
            <p:cNvSpPr/>
            <p:nvPr/>
          </p:nvSpPr>
          <p:spPr>
            <a:xfrm>
              <a:off x="1017277" y="1484438"/>
              <a:ext cx="17891" cy="17875"/>
            </a:xfrm>
            <a:custGeom>
              <a:avLst/>
              <a:gdLst>
                <a:gd name="connsiteX0" fmla="*/ 8946 w 17891"/>
                <a:gd name="connsiteY0" fmla="*/ 17875 h 17875"/>
                <a:gd name="connsiteX1" fmla="*/ 17892 w 17891"/>
                <a:gd name="connsiteY1" fmla="*/ 8938 h 17875"/>
                <a:gd name="connsiteX2" fmla="*/ 8946 w 17891"/>
                <a:gd name="connsiteY2" fmla="*/ 0 h 17875"/>
                <a:gd name="connsiteX3" fmla="*/ 0 w 17891"/>
                <a:gd name="connsiteY3" fmla="*/ 8938 h 17875"/>
                <a:gd name="connsiteX4" fmla="*/ 0 w 17891"/>
                <a:gd name="connsiteY4" fmla="*/ 8938 h 17875"/>
                <a:gd name="connsiteX5" fmla="*/ 8946 w 17891"/>
                <a:gd name="connsiteY5" fmla="*/ 17875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1" h="17875">
                  <a:moveTo>
                    <a:pt x="8946" y="17875"/>
                  </a:moveTo>
                  <a:cubicBezTo>
                    <a:pt x="14058" y="17875"/>
                    <a:pt x="17892" y="14045"/>
                    <a:pt x="17892" y="8938"/>
                  </a:cubicBezTo>
                  <a:cubicBezTo>
                    <a:pt x="17892" y="3830"/>
                    <a:pt x="14058" y="0"/>
                    <a:pt x="8946" y="0"/>
                  </a:cubicBezTo>
                  <a:cubicBezTo>
                    <a:pt x="3834" y="0"/>
                    <a:pt x="0" y="3830"/>
                    <a:pt x="0" y="8938"/>
                  </a:cubicBezTo>
                  <a:cubicBezTo>
                    <a:pt x="0" y="8938"/>
                    <a:pt x="0" y="8938"/>
                    <a:pt x="0" y="8938"/>
                  </a:cubicBezTo>
                  <a:cubicBezTo>
                    <a:pt x="0" y="14045"/>
                    <a:pt x="3834" y="17875"/>
                    <a:pt x="8946" y="17875"/>
                  </a:cubicBezTo>
                  <a:close/>
                </a:path>
              </a:pathLst>
            </a:custGeom>
            <a:solidFill>
              <a:srgbClr val="007680"/>
            </a:solidFill>
            <a:ln w="6390" cap="flat">
              <a:noFill/>
              <a:prstDash val="solid"/>
              <a:miter/>
            </a:ln>
          </p:spPr>
          <p:txBody>
            <a:bodyPr rtlCol="0" anchor="ctr"/>
            <a:lstStyle/>
            <a:p>
              <a:endParaRPr lang="en-US"/>
            </a:p>
          </p:txBody>
        </p:sp>
        <p:sp>
          <p:nvSpPr>
            <p:cNvPr id="244" name="Graphic 4">
              <a:extLst>
                <a:ext uri="{FF2B5EF4-FFF2-40B4-BE49-F238E27FC236}">
                  <a16:creationId xmlns:a16="http://schemas.microsoft.com/office/drawing/2014/main" id="{666FCAFE-1373-E742-B1E1-9D8795E9FB88}"/>
                </a:ext>
              </a:extLst>
            </p:cNvPr>
            <p:cNvSpPr/>
            <p:nvPr/>
          </p:nvSpPr>
          <p:spPr>
            <a:xfrm>
              <a:off x="905454" y="1403361"/>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241540 w 362309"/>
                <a:gd name="connsiteY6" fmla="*/ 293025 h 361971"/>
                <a:gd name="connsiteX7" fmla="*/ 219814 w 362309"/>
                <a:gd name="connsiteY7" fmla="*/ 271319 h 361971"/>
                <a:gd name="connsiteX8" fmla="*/ 235150 w 362309"/>
                <a:gd name="connsiteY8" fmla="*/ 250891 h 361971"/>
                <a:gd name="connsiteX9" fmla="*/ 235150 w 362309"/>
                <a:gd name="connsiteY9" fmla="*/ 203011 h 361971"/>
                <a:gd name="connsiteX10" fmla="*/ 220453 w 362309"/>
                <a:gd name="connsiteY10" fmla="*/ 186412 h 361971"/>
                <a:gd name="connsiteX11" fmla="*/ 218536 w 362309"/>
                <a:gd name="connsiteY11" fmla="*/ 186412 h 361971"/>
                <a:gd name="connsiteX12" fmla="*/ 187225 w 362309"/>
                <a:gd name="connsiteY12" fmla="*/ 186412 h 361971"/>
                <a:gd name="connsiteX13" fmla="*/ 187225 w 362309"/>
                <a:gd name="connsiteY13" fmla="*/ 250252 h 361971"/>
                <a:gd name="connsiteX14" fmla="*/ 201283 w 362309"/>
                <a:gd name="connsiteY14" fmla="*/ 277065 h 361971"/>
                <a:gd name="connsiteX15" fmla="*/ 174445 w 362309"/>
                <a:gd name="connsiteY15" fmla="*/ 291110 h 361971"/>
                <a:gd name="connsiteX16" fmla="*/ 160387 w 362309"/>
                <a:gd name="connsiteY16" fmla="*/ 264297 h 361971"/>
                <a:gd name="connsiteX17" fmla="*/ 174445 w 362309"/>
                <a:gd name="connsiteY17" fmla="*/ 250252 h 361971"/>
                <a:gd name="connsiteX18" fmla="*/ 174445 w 362309"/>
                <a:gd name="connsiteY18" fmla="*/ 186412 h 361971"/>
                <a:gd name="connsiteX19" fmla="*/ 143135 w 362309"/>
                <a:gd name="connsiteY19" fmla="*/ 186412 h 361971"/>
                <a:gd name="connsiteX20" fmla="*/ 113741 w 362309"/>
                <a:gd name="connsiteY20" fmla="*/ 158961 h 361971"/>
                <a:gd name="connsiteX21" fmla="*/ 113741 w 362309"/>
                <a:gd name="connsiteY21" fmla="*/ 157046 h 361971"/>
                <a:gd name="connsiteX22" fmla="*/ 113741 w 362309"/>
                <a:gd name="connsiteY22" fmla="*/ 109166 h 361971"/>
                <a:gd name="connsiteX23" fmla="*/ 99683 w 362309"/>
                <a:gd name="connsiteY23" fmla="*/ 82353 h 361971"/>
                <a:gd name="connsiteX24" fmla="*/ 126521 w 362309"/>
                <a:gd name="connsiteY24" fmla="*/ 68309 h 361971"/>
                <a:gd name="connsiteX25" fmla="*/ 140579 w 362309"/>
                <a:gd name="connsiteY25" fmla="*/ 95121 h 361971"/>
                <a:gd name="connsiteX26" fmla="*/ 126521 w 362309"/>
                <a:gd name="connsiteY26" fmla="*/ 109166 h 361971"/>
                <a:gd name="connsiteX27" fmla="*/ 126521 w 362309"/>
                <a:gd name="connsiteY27" fmla="*/ 157046 h 361971"/>
                <a:gd name="connsiteX28" fmla="*/ 141218 w 362309"/>
                <a:gd name="connsiteY28" fmla="*/ 173644 h 361971"/>
                <a:gd name="connsiteX29" fmla="*/ 142496 w 362309"/>
                <a:gd name="connsiteY29" fmla="*/ 173644 h 361971"/>
                <a:gd name="connsiteX30" fmla="*/ 173806 w 362309"/>
                <a:gd name="connsiteY30" fmla="*/ 173644 h 361971"/>
                <a:gd name="connsiteX31" fmla="*/ 173806 w 362309"/>
                <a:gd name="connsiteY31" fmla="*/ 111720 h 361971"/>
                <a:gd name="connsiteX32" fmla="*/ 174445 w 362309"/>
                <a:gd name="connsiteY32" fmla="*/ 109804 h 361971"/>
                <a:gd name="connsiteX33" fmla="*/ 159748 w 362309"/>
                <a:gd name="connsiteY33" fmla="*/ 82992 h 361971"/>
                <a:gd name="connsiteX34" fmla="*/ 186586 w 362309"/>
                <a:gd name="connsiteY34" fmla="*/ 68309 h 361971"/>
                <a:gd name="connsiteX35" fmla="*/ 201283 w 362309"/>
                <a:gd name="connsiteY35" fmla="*/ 95121 h 361971"/>
                <a:gd name="connsiteX36" fmla="*/ 186586 w 362309"/>
                <a:gd name="connsiteY36" fmla="*/ 109804 h 361971"/>
                <a:gd name="connsiteX37" fmla="*/ 187225 w 362309"/>
                <a:gd name="connsiteY37" fmla="*/ 111720 h 361971"/>
                <a:gd name="connsiteX38" fmla="*/ 187225 w 362309"/>
                <a:gd name="connsiteY38" fmla="*/ 173644 h 361971"/>
                <a:gd name="connsiteX39" fmla="*/ 219175 w 362309"/>
                <a:gd name="connsiteY39" fmla="*/ 173644 h 361971"/>
                <a:gd name="connsiteX40" fmla="*/ 248569 w 362309"/>
                <a:gd name="connsiteY40" fmla="*/ 201095 h 361971"/>
                <a:gd name="connsiteX41" fmla="*/ 248569 w 362309"/>
                <a:gd name="connsiteY41" fmla="*/ 203011 h 361971"/>
                <a:gd name="connsiteX42" fmla="*/ 248569 w 362309"/>
                <a:gd name="connsiteY42" fmla="*/ 250891 h 361971"/>
                <a:gd name="connsiteX43" fmla="*/ 262626 w 362309"/>
                <a:gd name="connsiteY43" fmla="*/ 277703 h 361971"/>
                <a:gd name="connsiteX44" fmla="*/ 241540 w 362309"/>
                <a:gd name="connsiteY44" fmla="*/ 293025 h 361971"/>
                <a:gd name="connsiteX45" fmla="*/ 241540 w 362309"/>
                <a:gd name="connsiteY45" fmla="*/ 29302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1157" y="0"/>
                    <a:pt x="180835" y="0"/>
                  </a:cubicBezTo>
                  <a:cubicBezTo>
                    <a:pt x="180835" y="0"/>
                    <a:pt x="180835" y="0"/>
                    <a:pt x="180835" y="0"/>
                  </a:cubicBezTo>
                  <a:close/>
                  <a:moveTo>
                    <a:pt x="241540" y="293025"/>
                  </a:moveTo>
                  <a:cubicBezTo>
                    <a:pt x="229399" y="293025"/>
                    <a:pt x="219814" y="283449"/>
                    <a:pt x="219814" y="271319"/>
                  </a:cubicBezTo>
                  <a:cubicBezTo>
                    <a:pt x="219814" y="261743"/>
                    <a:pt x="226204" y="253444"/>
                    <a:pt x="235150" y="250891"/>
                  </a:cubicBezTo>
                  <a:lnTo>
                    <a:pt x="235150" y="203011"/>
                  </a:lnTo>
                  <a:cubicBezTo>
                    <a:pt x="235789" y="194711"/>
                    <a:pt x="228760" y="187051"/>
                    <a:pt x="220453" y="186412"/>
                  </a:cubicBezTo>
                  <a:cubicBezTo>
                    <a:pt x="219814" y="186412"/>
                    <a:pt x="219175" y="186412"/>
                    <a:pt x="218536" y="186412"/>
                  </a:cubicBezTo>
                  <a:lnTo>
                    <a:pt x="187225" y="186412"/>
                  </a:lnTo>
                  <a:lnTo>
                    <a:pt x="187225" y="250252"/>
                  </a:lnTo>
                  <a:cubicBezTo>
                    <a:pt x="198727" y="254083"/>
                    <a:pt x="205117" y="265574"/>
                    <a:pt x="201283" y="277065"/>
                  </a:cubicBezTo>
                  <a:cubicBezTo>
                    <a:pt x="197449" y="288556"/>
                    <a:pt x="185947" y="294940"/>
                    <a:pt x="174445" y="291110"/>
                  </a:cubicBezTo>
                  <a:cubicBezTo>
                    <a:pt x="162943" y="287279"/>
                    <a:pt x="156553" y="275788"/>
                    <a:pt x="160387" y="264297"/>
                  </a:cubicBezTo>
                  <a:cubicBezTo>
                    <a:pt x="162304" y="257275"/>
                    <a:pt x="168055" y="252167"/>
                    <a:pt x="174445" y="250252"/>
                  </a:cubicBezTo>
                  <a:lnTo>
                    <a:pt x="174445" y="186412"/>
                  </a:lnTo>
                  <a:lnTo>
                    <a:pt x="143135" y="186412"/>
                  </a:lnTo>
                  <a:cubicBezTo>
                    <a:pt x="127799" y="187051"/>
                    <a:pt x="114380" y="174283"/>
                    <a:pt x="113741" y="158961"/>
                  </a:cubicBezTo>
                  <a:cubicBezTo>
                    <a:pt x="113741" y="158323"/>
                    <a:pt x="113741" y="157684"/>
                    <a:pt x="113741" y="157046"/>
                  </a:cubicBezTo>
                  <a:lnTo>
                    <a:pt x="113741" y="109166"/>
                  </a:lnTo>
                  <a:cubicBezTo>
                    <a:pt x="102239" y="105336"/>
                    <a:pt x="95849" y="93845"/>
                    <a:pt x="99683" y="82353"/>
                  </a:cubicBezTo>
                  <a:cubicBezTo>
                    <a:pt x="103517" y="70862"/>
                    <a:pt x="115019" y="64478"/>
                    <a:pt x="126521" y="68309"/>
                  </a:cubicBezTo>
                  <a:cubicBezTo>
                    <a:pt x="138023" y="72139"/>
                    <a:pt x="144413" y="83630"/>
                    <a:pt x="140579" y="95121"/>
                  </a:cubicBezTo>
                  <a:cubicBezTo>
                    <a:pt x="138662" y="102144"/>
                    <a:pt x="132911" y="107251"/>
                    <a:pt x="126521" y="109166"/>
                  </a:cubicBezTo>
                  <a:lnTo>
                    <a:pt x="126521" y="157046"/>
                  </a:lnTo>
                  <a:cubicBezTo>
                    <a:pt x="125882" y="165345"/>
                    <a:pt x="132911" y="173006"/>
                    <a:pt x="141218" y="173644"/>
                  </a:cubicBezTo>
                  <a:cubicBezTo>
                    <a:pt x="141857" y="173644"/>
                    <a:pt x="142496" y="173644"/>
                    <a:pt x="142496" y="173644"/>
                  </a:cubicBezTo>
                  <a:lnTo>
                    <a:pt x="173806" y="173644"/>
                  </a:lnTo>
                  <a:lnTo>
                    <a:pt x="173806" y="111720"/>
                  </a:lnTo>
                  <a:cubicBezTo>
                    <a:pt x="173806" y="111081"/>
                    <a:pt x="173806" y="110443"/>
                    <a:pt x="174445" y="109804"/>
                  </a:cubicBezTo>
                  <a:cubicBezTo>
                    <a:pt x="162943" y="106612"/>
                    <a:pt x="156553" y="94483"/>
                    <a:pt x="159748" y="82992"/>
                  </a:cubicBezTo>
                  <a:cubicBezTo>
                    <a:pt x="162943" y="71501"/>
                    <a:pt x="175084" y="65117"/>
                    <a:pt x="186586" y="68309"/>
                  </a:cubicBezTo>
                  <a:cubicBezTo>
                    <a:pt x="198088" y="71501"/>
                    <a:pt x="204478" y="83630"/>
                    <a:pt x="201283" y="95121"/>
                  </a:cubicBezTo>
                  <a:cubicBezTo>
                    <a:pt x="199366" y="102144"/>
                    <a:pt x="193615" y="107889"/>
                    <a:pt x="186586" y="109804"/>
                  </a:cubicBezTo>
                  <a:cubicBezTo>
                    <a:pt x="186586" y="110443"/>
                    <a:pt x="187225" y="111081"/>
                    <a:pt x="187225" y="111720"/>
                  </a:cubicBezTo>
                  <a:lnTo>
                    <a:pt x="187225" y="173644"/>
                  </a:lnTo>
                  <a:lnTo>
                    <a:pt x="219175" y="173644"/>
                  </a:lnTo>
                  <a:cubicBezTo>
                    <a:pt x="234511" y="173006"/>
                    <a:pt x="247930" y="185135"/>
                    <a:pt x="248569" y="201095"/>
                  </a:cubicBezTo>
                  <a:cubicBezTo>
                    <a:pt x="248569" y="201734"/>
                    <a:pt x="248569" y="202372"/>
                    <a:pt x="248569" y="203011"/>
                  </a:cubicBezTo>
                  <a:lnTo>
                    <a:pt x="248569" y="250891"/>
                  </a:lnTo>
                  <a:cubicBezTo>
                    <a:pt x="260070" y="254083"/>
                    <a:pt x="266460" y="266212"/>
                    <a:pt x="262626" y="277703"/>
                  </a:cubicBezTo>
                  <a:cubicBezTo>
                    <a:pt x="259431" y="287279"/>
                    <a:pt x="251125" y="293663"/>
                    <a:pt x="241540" y="293025"/>
                  </a:cubicBezTo>
                  <a:lnTo>
                    <a:pt x="241540" y="293025"/>
                  </a:lnTo>
                  <a:close/>
                </a:path>
              </a:pathLst>
            </a:custGeom>
            <a:solidFill>
              <a:srgbClr val="007680"/>
            </a:solidFill>
            <a:ln w="6390" cap="flat">
              <a:noFill/>
              <a:prstDash val="solid"/>
              <a:miter/>
            </a:ln>
          </p:spPr>
          <p:txBody>
            <a:bodyPr rtlCol="0" anchor="ctr"/>
            <a:lstStyle/>
            <a:p>
              <a:endParaRPr lang="en-US"/>
            </a:p>
          </p:txBody>
        </p:sp>
        <p:sp>
          <p:nvSpPr>
            <p:cNvPr id="245" name="Graphic 4">
              <a:extLst>
                <a:ext uri="{FF2B5EF4-FFF2-40B4-BE49-F238E27FC236}">
                  <a16:creationId xmlns:a16="http://schemas.microsoft.com/office/drawing/2014/main" id="{C74CFBEE-7E4F-3244-B135-854C006CEB83}"/>
                </a:ext>
              </a:extLst>
            </p:cNvPr>
            <p:cNvSpPr/>
            <p:nvPr/>
          </p:nvSpPr>
          <p:spPr>
            <a:xfrm>
              <a:off x="1138047" y="1665743"/>
              <a:ext cx="17891" cy="17875"/>
            </a:xfrm>
            <a:custGeom>
              <a:avLst/>
              <a:gdLst>
                <a:gd name="connsiteX0" fmla="*/ 17892 w 17891"/>
                <a:gd name="connsiteY0" fmla="*/ 8938 h 17875"/>
                <a:gd name="connsiteX1" fmla="*/ 8946 w 17891"/>
                <a:gd name="connsiteY1" fmla="*/ 17875 h 17875"/>
                <a:gd name="connsiteX2" fmla="*/ 0 w 17891"/>
                <a:gd name="connsiteY2" fmla="*/ 8938 h 17875"/>
                <a:gd name="connsiteX3" fmla="*/ 8946 w 17891"/>
                <a:gd name="connsiteY3" fmla="*/ 0 h 17875"/>
                <a:gd name="connsiteX4" fmla="*/ 17892 w 17891"/>
                <a:gd name="connsiteY4" fmla="*/ 8938 h 17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91" h="17875">
                  <a:moveTo>
                    <a:pt x="17892" y="8938"/>
                  </a:moveTo>
                  <a:cubicBezTo>
                    <a:pt x="17892" y="13874"/>
                    <a:pt x="13887" y="17875"/>
                    <a:pt x="8946" y="17875"/>
                  </a:cubicBezTo>
                  <a:cubicBezTo>
                    <a:pt x="4005" y="17875"/>
                    <a:pt x="0" y="13874"/>
                    <a:pt x="0" y="8938"/>
                  </a:cubicBezTo>
                  <a:cubicBezTo>
                    <a:pt x="0" y="4002"/>
                    <a:pt x="4005" y="0"/>
                    <a:pt x="8946" y="0"/>
                  </a:cubicBezTo>
                  <a:cubicBezTo>
                    <a:pt x="13887" y="0"/>
                    <a:pt x="17892" y="4002"/>
                    <a:pt x="17892" y="8938"/>
                  </a:cubicBezTo>
                  <a:close/>
                </a:path>
              </a:pathLst>
            </a:custGeom>
            <a:solidFill>
              <a:srgbClr val="007680"/>
            </a:solidFill>
            <a:ln w="6390" cap="flat">
              <a:noFill/>
              <a:prstDash val="solid"/>
              <a:miter/>
            </a:ln>
          </p:spPr>
          <p:txBody>
            <a:bodyPr rtlCol="0" anchor="ctr"/>
            <a:lstStyle/>
            <a:p>
              <a:endParaRPr lang="en-US"/>
            </a:p>
          </p:txBody>
        </p:sp>
      </p:grpSp>
      <p:grpSp>
        <p:nvGrpSpPr>
          <p:cNvPr id="246" name="Graphic 4">
            <a:extLst>
              <a:ext uri="{FF2B5EF4-FFF2-40B4-BE49-F238E27FC236}">
                <a16:creationId xmlns:a16="http://schemas.microsoft.com/office/drawing/2014/main" id="{F5410742-8829-714E-AB1E-F7388CA46708}"/>
              </a:ext>
            </a:extLst>
          </p:cNvPr>
          <p:cNvGrpSpPr>
            <a:grpSpLocks noChangeAspect="1"/>
          </p:cNvGrpSpPr>
          <p:nvPr/>
        </p:nvGrpSpPr>
        <p:grpSpPr>
          <a:xfrm>
            <a:off x="4045469" y="3824168"/>
            <a:ext cx="362309" cy="361971"/>
            <a:chOff x="4045469" y="3824168"/>
            <a:chExt cx="362309" cy="361971"/>
          </a:xfrm>
          <a:solidFill>
            <a:srgbClr val="00ABAB"/>
          </a:solidFill>
        </p:grpSpPr>
        <p:sp>
          <p:nvSpPr>
            <p:cNvPr id="247" name="Graphic 4">
              <a:extLst>
                <a:ext uri="{FF2B5EF4-FFF2-40B4-BE49-F238E27FC236}">
                  <a16:creationId xmlns:a16="http://schemas.microsoft.com/office/drawing/2014/main" id="{878BA910-5CBE-6041-BC0C-FC161E822B15}"/>
                </a:ext>
              </a:extLst>
            </p:cNvPr>
            <p:cNvSpPr/>
            <p:nvPr/>
          </p:nvSpPr>
          <p:spPr>
            <a:xfrm>
              <a:off x="4265120" y="4061013"/>
              <a:ext cx="36585" cy="37827"/>
            </a:xfrm>
            <a:custGeom>
              <a:avLst/>
              <a:gdLst>
                <a:gd name="connsiteX0" fmla="*/ 163 w 36585"/>
                <a:gd name="connsiteY0" fmla="*/ 17875 h 37827"/>
                <a:gd name="connsiteX1" fmla="*/ 3358 w 36585"/>
                <a:gd name="connsiteY1" fmla="*/ 30643 h 37827"/>
                <a:gd name="connsiteX2" fmla="*/ 14860 w 36585"/>
                <a:gd name="connsiteY2" fmla="*/ 37666 h 37827"/>
                <a:gd name="connsiteX3" fmla="*/ 34669 w 36585"/>
                <a:gd name="connsiteY3" fmla="*/ 22982 h 37827"/>
                <a:gd name="connsiteX4" fmla="*/ 34669 w 36585"/>
                <a:gd name="connsiteY4" fmla="*/ 22982 h 37827"/>
                <a:gd name="connsiteX5" fmla="*/ 36586 w 36585"/>
                <a:gd name="connsiteY5" fmla="*/ 10214 h 37827"/>
                <a:gd name="connsiteX6" fmla="*/ 2719 w 36585"/>
                <a:gd name="connsiteY6" fmla="*/ 0 h 37827"/>
                <a:gd name="connsiteX7" fmla="*/ 163 w 36585"/>
                <a:gd name="connsiteY7" fmla="*/ 17875 h 37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85" h="37827">
                  <a:moveTo>
                    <a:pt x="163" y="17875"/>
                  </a:moveTo>
                  <a:cubicBezTo>
                    <a:pt x="-476" y="22344"/>
                    <a:pt x="802" y="26813"/>
                    <a:pt x="3358" y="30643"/>
                  </a:cubicBezTo>
                  <a:cubicBezTo>
                    <a:pt x="5914" y="34474"/>
                    <a:pt x="10387" y="37027"/>
                    <a:pt x="14860" y="37666"/>
                  </a:cubicBezTo>
                  <a:cubicBezTo>
                    <a:pt x="24444" y="38942"/>
                    <a:pt x="33391" y="32558"/>
                    <a:pt x="34669" y="22982"/>
                  </a:cubicBezTo>
                  <a:cubicBezTo>
                    <a:pt x="34669" y="22982"/>
                    <a:pt x="34669" y="22982"/>
                    <a:pt x="34669" y="22982"/>
                  </a:cubicBezTo>
                  <a:lnTo>
                    <a:pt x="36586" y="10214"/>
                  </a:lnTo>
                  <a:cubicBezTo>
                    <a:pt x="30196" y="3830"/>
                    <a:pt x="19333" y="638"/>
                    <a:pt x="2719" y="0"/>
                  </a:cubicBezTo>
                  <a:lnTo>
                    <a:pt x="163" y="17875"/>
                  </a:lnTo>
                  <a:close/>
                </a:path>
              </a:pathLst>
            </a:custGeom>
            <a:solidFill>
              <a:srgbClr val="00ABAB"/>
            </a:solidFill>
            <a:ln w="6390" cap="flat">
              <a:noFill/>
              <a:prstDash val="solid"/>
              <a:miter/>
            </a:ln>
          </p:spPr>
          <p:txBody>
            <a:bodyPr rtlCol="0" anchor="ctr"/>
            <a:lstStyle/>
            <a:p>
              <a:endParaRPr lang="en-US"/>
            </a:p>
          </p:txBody>
        </p:sp>
        <p:sp>
          <p:nvSpPr>
            <p:cNvPr id="248" name="Graphic 4">
              <a:extLst>
                <a:ext uri="{FF2B5EF4-FFF2-40B4-BE49-F238E27FC236}">
                  <a16:creationId xmlns:a16="http://schemas.microsoft.com/office/drawing/2014/main" id="{8C89464B-97DE-F54A-9EA2-CA0E7E0D139B}"/>
                </a:ext>
              </a:extLst>
            </p:cNvPr>
            <p:cNvSpPr/>
            <p:nvPr/>
          </p:nvSpPr>
          <p:spPr>
            <a:xfrm>
              <a:off x="4136206" y="3910990"/>
              <a:ext cx="60736" cy="116826"/>
            </a:xfrm>
            <a:custGeom>
              <a:avLst/>
              <a:gdLst>
                <a:gd name="connsiteX0" fmla="*/ 37062 w 60736"/>
                <a:gd name="connsiteY0" fmla="*/ 0 h 116826"/>
                <a:gd name="connsiteX1" fmla="*/ 37062 w 60736"/>
                <a:gd name="connsiteY1" fmla="*/ 0 h 116826"/>
                <a:gd name="connsiteX2" fmla="*/ 0 w 60736"/>
                <a:gd name="connsiteY2" fmla="*/ 49157 h 116826"/>
                <a:gd name="connsiteX3" fmla="*/ 4473 w 60736"/>
                <a:gd name="connsiteY3" fmla="*/ 116827 h 116826"/>
                <a:gd name="connsiteX4" fmla="*/ 49841 w 60736"/>
                <a:gd name="connsiteY4" fmla="*/ 105974 h 116826"/>
                <a:gd name="connsiteX5" fmla="*/ 60066 w 60736"/>
                <a:gd name="connsiteY5" fmla="*/ 58733 h 116826"/>
                <a:gd name="connsiteX6" fmla="*/ 50481 w 60736"/>
                <a:gd name="connsiteY6" fmla="*/ 6384 h 116826"/>
                <a:gd name="connsiteX7" fmla="*/ 37062 w 60736"/>
                <a:gd name="connsiteY7" fmla="*/ 0 h 116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36" h="116826">
                  <a:moveTo>
                    <a:pt x="37062" y="0"/>
                  </a:moveTo>
                  <a:lnTo>
                    <a:pt x="37062" y="0"/>
                  </a:lnTo>
                  <a:cubicBezTo>
                    <a:pt x="7029" y="0"/>
                    <a:pt x="639" y="44688"/>
                    <a:pt x="0" y="49157"/>
                  </a:cubicBezTo>
                  <a:cubicBezTo>
                    <a:pt x="0" y="71501"/>
                    <a:pt x="1917" y="94483"/>
                    <a:pt x="4473" y="116827"/>
                  </a:cubicBezTo>
                  <a:cubicBezTo>
                    <a:pt x="19170" y="111081"/>
                    <a:pt x="34506" y="107251"/>
                    <a:pt x="49841" y="105974"/>
                  </a:cubicBezTo>
                  <a:cubicBezTo>
                    <a:pt x="52398" y="94483"/>
                    <a:pt x="58149" y="68309"/>
                    <a:pt x="60066" y="58733"/>
                  </a:cubicBezTo>
                  <a:cubicBezTo>
                    <a:pt x="61344" y="47880"/>
                    <a:pt x="61982" y="19152"/>
                    <a:pt x="50481" y="6384"/>
                  </a:cubicBezTo>
                  <a:cubicBezTo>
                    <a:pt x="47925" y="1915"/>
                    <a:pt x="42813" y="0"/>
                    <a:pt x="37062" y="0"/>
                  </a:cubicBezTo>
                  <a:close/>
                </a:path>
              </a:pathLst>
            </a:custGeom>
            <a:solidFill>
              <a:srgbClr val="00ABAB"/>
            </a:solidFill>
            <a:ln w="6390" cap="flat">
              <a:noFill/>
              <a:prstDash val="solid"/>
              <a:miter/>
            </a:ln>
          </p:spPr>
          <p:txBody>
            <a:bodyPr rtlCol="0" anchor="ctr"/>
            <a:lstStyle/>
            <a:p>
              <a:endParaRPr lang="en-US"/>
            </a:p>
          </p:txBody>
        </p:sp>
        <p:sp>
          <p:nvSpPr>
            <p:cNvPr id="249" name="Graphic 4">
              <a:extLst>
                <a:ext uri="{FF2B5EF4-FFF2-40B4-BE49-F238E27FC236}">
                  <a16:creationId xmlns:a16="http://schemas.microsoft.com/office/drawing/2014/main" id="{D35DE832-D469-1E47-BC87-D709E36C4963}"/>
                </a:ext>
              </a:extLst>
            </p:cNvPr>
            <p:cNvSpPr/>
            <p:nvPr/>
          </p:nvSpPr>
          <p:spPr>
            <a:xfrm>
              <a:off x="4152181" y="4061013"/>
              <a:ext cx="36739" cy="37981"/>
            </a:xfrm>
            <a:custGeom>
              <a:avLst/>
              <a:gdLst>
                <a:gd name="connsiteX0" fmla="*/ 33867 w 36739"/>
                <a:gd name="connsiteY0" fmla="*/ 0 h 37981"/>
                <a:gd name="connsiteX1" fmla="*/ 0 w 36739"/>
                <a:gd name="connsiteY1" fmla="*/ 10214 h 37981"/>
                <a:gd name="connsiteX2" fmla="*/ 1917 w 36739"/>
                <a:gd name="connsiteY2" fmla="*/ 22982 h 37981"/>
                <a:gd name="connsiteX3" fmla="*/ 21726 w 36739"/>
                <a:gd name="connsiteY3" fmla="*/ 37666 h 37981"/>
                <a:gd name="connsiteX4" fmla="*/ 36423 w 36739"/>
                <a:gd name="connsiteY4" fmla="*/ 17875 h 37981"/>
                <a:gd name="connsiteX5" fmla="*/ 33867 w 36739"/>
                <a:gd name="connsiteY5" fmla="*/ 0 h 37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39" h="37981">
                  <a:moveTo>
                    <a:pt x="33867" y="0"/>
                  </a:moveTo>
                  <a:cubicBezTo>
                    <a:pt x="17253" y="638"/>
                    <a:pt x="5751" y="3830"/>
                    <a:pt x="0" y="10214"/>
                  </a:cubicBezTo>
                  <a:lnTo>
                    <a:pt x="1917" y="22982"/>
                  </a:lnTo>
                  <a:cubicBezTo>
                    <a:pt x="3195" y="32558"/>
                    <a:pt x="12141" y="39581"/>
                    <a:pt x="21726" y="37666"/>
                  </a:cubicBezTo>
                  <a:cubicBezTo>
                    <a:pt x="31311" y="36389"/>
                    <a:pt x="38340" y="27451"/>
                    <a:pt x="36423" y="17875"/>
                  </a:cubicBezTo>
                  <a:lnTo>
                    <a:pt x="33867" y="0"/>
                  </a:lnTo>
                  <a:close/>
                </a:path>
              </a:pathLst>
            </a:custGeom>
            <a:solidFill>
              <a:srgbClr val="00ABAB"/>
            </a:solidFill>
            <a:ln w="6390" cap="flat">
              <a:noFill/>
              <a:prstDash val="solid"/>
              <a:miter/>
            </a:ln>
          </p:spPr>
          <p:txBody>
            <a:bodyPr rtlCol="0" anchor="ctr"/>
            <a:lstStyle/>
            <a:p>
              <a:endParaRPr lang="en-US"/>
            </a:p>
          </p:txBody>
        </p:sp>
        <p:sp>
          <p:nvSpPr>
            <p:cNvPr id="250" name="Graphic 4">
              <a:extLst>
                <a:ext uri="{FF2B5EF4-FFF2-40B4-BE49-F238E27FC236}">
                  <a16:creationId xmlns:a16="http://schemas.microsoft.com/office/drawing/2014/main" id="{62D95652-C56D-C443-ADF7-39BF5DDF59AF}"/>
                </a:ext>
              </a:extLst>
            </p:cNvPr>
            <p:cNvSpPr/>
            <p:nvPr/>
          </p:nvSpPr>
          <p:spPr>
            <a:xfrm>
              <a:off x="4256305" y="3910990"/>
              <a:ext cx="60735" cy="116826"/>
            </a:xfrm>
            <a:custGeom>
              <a:avLst/>
              <a:gdLst>
                <a:gd name="connsiteX0" fmla="*/ 24314 w 60735"/>
                <a:gd name="connsiteY0" fmla="*/ 0 h 116826"/>
                <a:gd name="connsiteX1" fmla="*/ 24314 w 60735"/>
                <a:gd name="connsiteY1" fmla="*/ 0 h 116826"/>
                <a:gd name="connsiteX2" fmla="*/ 10256 w 60735"/>
                <a:gd name="connsiteY2" fmla="*/ 6384 h 116826"/>
                <a:gd name="connsiteX3" fmla="*/ 671 w 60735"/>
                <a:gd name="connsiteY3" fmla="*/ 58733 h 116826"/>
                <a:gd name="connsiteX4" fmla="*/ 10895 w 60735"/>
                <a:gd name="connsiteY4" fmla="*/ 105974 h 116826"/>
                <a:gd name="connsiteX5" fmla="*/ 56263 w 60735"/>
                <a:gd name="connsiteY5" fmla="*/ 116827 h 116826"/>
                <a:gd name="connsiteX6" fmla="*/ 60736 w 60735"/>
                <a:gd name="connsiteY6" fmla="*/ 49157 h 116826"/>
                <a:gd name="connsiteX7" fmla="*/ 24314 w 60735"/>
                <a:gd name="connsiteY7" fmla="*/ 0 h 116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35" h="116826">
                  <a:moveTo>
                    <a:pt x="24314" y="0"/>
                  </a:moveTo>
                  <a:lnTo>
                    <a:pt x="24314" y="0"/>
                  </a:lnTo>
                  <a:cubicBezTo>
                    <a:pt x="18563" y="0"/>
                    <a:pt x="13451" y="1915"/>
                    <a:pt x="10256" y="6384"/>
                  </a:cubicBezTo>
                  <a:cubicBezTo>
                    <a:pt x="-1246" y="19152"/>
                    <a:pt x="-607" y="47880"/>
                    <a:pt x="671" y="58733"/>
                  </a:cubicBezTo>
                  <a:cubicBezTo>
                    <a:pt x="3227" y="67670"/>
                    <a:pt x="8978" y="94483"/>
                    <a:pt x="10895" y="105974"/>
                  </a:cubicBezTo>
                  <a:cubicBezTo>
                    <a:pt x="26231" y="107889"/>
                    <a:pt x="41566" y="111720"/>
                    <a:pt x="56263" y="116827"/>
                  </a:cubicBezTo>
                  <a:cubicBezTo>
                    <a:pt x="59458" y="94483"/>
                    <a:pt x="60736" y="72139"/>
                    <a:pt x="60736" y="49157"/>
                  </a:cubicBezTo>
                  <a:cubicBezTo>
                    <a:pt x="60736" y="45326"/>
                    <a:pt x="54346" y="0"/>
                    <a:pt x="24314" y="0"/>
                  </a:cubicBezTo>
                  <a:close/>
                </a:path>
              </a:pathLst>
            </a:custGeom>
            <a:solidFill>
              <a:srgbClr val="00ABAB"/>
            </a:solidFill>
            <a:ln w="6390" cap="flat">
              <a:noFill/>
              <a:prstDash val="solid"/>
              <a:miter/>
            </a:ln>
          </p:spPr>
          <p:txBody>
            <a:bodyPr rtlCol="0" anchor="ctr"/>
            <a:lstStyle/>
            <a:p>
              <a:endParaRPr lang="en-US"/>
            </a:p>
          </p:txBody>
        </p:sp>
        <p:sp>
          <p:nvSpPr>
            <p:cNvPr id="251" name="Graphic 4">
              <a:extLst>
                <a:ext uri="{FF2B5EF4-FFF2-40B4-BE49-F238E27FC236}">
                  <a16:creationId xmlns:a16="http://schemas.microsoft.com/office/drawing/2014/main" id="{2989D9D5-81A5-8340-BC43-3D8CDA197B28}"/>
                </a:ext>
              </a:extLst>
            </p:cNvPr>
            <p:cNvSpPr/>
            <p:nvPr/>
          </p:nvSpPr>
          <p:spPr>
            <a:xfrm>
              <a:off x="4045469" y="3824168"/>
              <a:ext cx="362309" cy="361971"/>
            </a:xfrm>
            <a:custGeom>
              <a:avLst/>
              <a:gdLst>
                <a:gd name="connsiteX0" fmla="*/ 181474 w 362309"/>
                <a:gd name="connsiteY0" fmla="*/ 0 h 361971"/>
                <a:gd name="connsiteX1" fmla="*/ 0 w 362309"/>
                <a:gd name="connsiteY1" fmla="*/ 180667 h 361971"/>
                <a:gd name="connsiteX2" fmla="*/ 180836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129716 w 362309"/>
                <a:gd name="connsiteY6" fmla="*/ 287279 h 361971"/>
                <a:gd name="connsiteX7" fmla="*/ 125243 w 362309"/>
                <a:gd name="connsiteY7" fmla="*/ 287279 h 361971"/>
                <a:gd name="connsiteX8" fmla="*/ 95210 w 362309"/>
                <a:gd name="connsiteY8" fmla="*/ 261105 h 361971"/>
                <a:gd name="connsiteX9" fmla="*/ 93293 w 362309"/>
                <a:gd name="connsiteY9" fmla="*/ 245145 h 361971"/>
                <a:gd name="connsiteX10" fmla="*/ 94571 w 362309"/>
                <a:gd name="connsiteY10" fmla="*/ 240676 h 361971"/>
                <a:gd name="connsiteX11" fmla="*/ 146330 w 362309"/>
                <a:gd name="connsiteY11" fmla="*/ 223439 h 361971"/>
                <a:gd name="connsiteX12" fmla="*/ 152720 w 362309"/>
                <a:gd name="connsiteY12" fmla="*/ 229185 h 361971"/>
                <a:gd name="connsiteX13" fmla="*/ 155915 w 362309"/>
                <a:gd name="connsiteY13" fmla="*/ 252806 h 361971"/>
                <a:gd name="connsiteX14" fmla="*/ 129716 w 362309"/>
                <a:gd name="connsiteY14" fmla="*/ 287279 h 361971"/>
                <a:gd name="connsiteX15" fmla="*/ 129716 w 362309"/>
                <a:gd name="connsiteY15" fmla="*/ 287279 h 361971"/>
                <a:gd name="connsiteX16" fmla="*/ 129716 w 362309"/>
                <a:gd name="connsiteY16" fmla="*/ 287279 h 361971"/>
                <a:gd name="connsiteX17" fmla="*/ 164221 w 362309"/>
                <a:gd name="connsiteY17" fmla="*/ 147470 h 361971"/>
                <a:gd name="connsiteX18" fmla="*/ 164221 w 362309"/>
                <a:gd name="connsiteY18" fmla="*/ 148108 h 361971"/>
                <a:gd name="connsiteX19" fmla="*/ 152720 w 362309"/>
                <a:gd name="connsiteY19" fmla="*/ 200457 h 361971"/>
                <a:gd name="connsiteX20" fmla="*/ 146330 w 362309"/>
                <a:gd name="connsiteY20" fmla="*/ 205564 h 361971"/>
                <a:gd name="connsiteX21" fmla="*/ 93932 w 362309"/>
                <a:gd name="connsiteY21" fmla="*/ 218332 h 361971"/>
                <a:gd name="connsiteX22" fmla="*/ 91376 w 362309"/>
                <a:gd name="connsiteY22" fmla="*/ 218971 h 361971"/>
                <a:gd name="connsiteX23" fmla="*/ 88820 w 362309"/>
                <a:gd name="connsiteY23" fmla="*/ 218332 h 361971"/>
                <a:gd name="connsiteX24" fmla="*/ 85625 w 362309"/>
                <a:gd name="connsiteY24" fmla="*/ 214502 h 361971"/>
                <a:gd name="connsiteX25" fmla="*/ 78597 w 362309"/>
                <a:gd name="connsiteY25" fmla="*/ 136617 h 361971"/>
                <a:gd name="connsiteX26" fmla="*/ 78597 w 362309"/>
                <a:gd name="connsiteY26" fmla="*/ 135979 h 361971"/>
                <a:gd name="connsiteX27" fmla="*/ 128438 w 362309"/>
                <a:gd name="connsiteY27" fmla="*/ 75331 h 361971"/>
                <a:gd name="connsiteX28" fmla="*/ 128438 w 362309"/>
                <a:gd name="connsiteY28" fmla="*/ 75331 h 361971"/>
                <a:gd name="connsiteX29" fmla="*/ 152081 w 362309"/>
                <a:gd name="connsiteY29" fmla="*/ 85545 h 361971"/>
                <a:gd name="connsiteX30" fmla="*/ 164221 w 362309"/>
                <a:gd name="connsiteY30" fmla="*/ 147470 h 361971"/>
                <a:gd name="connsiteX31" fmla="*/ 164221 w 362309"/>
                <a:gd name="connsiteY31" fmla="*/ 147470 h 361971"/>
                <a:gd name="connsiteX32" fmla="*/ 267739 w 362309"/>
                <a:gd name="connsiteY32" fmla="*/ 261743 h 361971"/>
                <a:gd name="connsiteX33" fmla="*/ 237706 w 362309"/>
                <a:gd name="connsiteY33" fmla="*/ 287917 h 361971"/>
                <a:gd name="connsiteX34" fmla="*/ 233233 w 362309"/>
                <a:gd name="connsiteY34" fmla="*/ 287917 h 361971"/>
                <a:gd name="connsiteX35" fmla="*/ 207673 w 362309"/>
                <a:gd name="connsiteY35" fmla="*/ 253444 h 361971"/>
                <a:gd name="connsiteX36" fmla="*/ 210868 w 362309"/>
                <a:gd name="connsiteY36" fmla="*/ 229823 h 361971"/>
                <a:gd name="connsiteX37" fmla="*/ 217258 w 362309"/>
                <a:gd name="connsiteY37" fmla="*/ 224078 h 361971"/>
                <a:gd name="connsiteX38" fmla="*/ 269017 w 362309"/>
                <a:gd name="connsiteY38" fmla="*/ 241314 h 361971"/>
                <a:gd name="connsiteX39" fmla="*/ 270295 w 362309"/>
                <a:gd name="connsiteY39" fmla="*/ 245783 h 361971"/>
                <a:gd name="connsiteX40" fmla="*/ 267739 w 362309"/>
                <a:gd name="connsiteY40" fmla="*/ 261743 h 361971"/>
                <a:gd name="connsiteX41" fmla="*/ 277962 w 362309"/>
                <a:gd name="connsiteY41" fmla="*/ 213863 h 361971"/>
                <a:gd name="connsiteX42" fmla="*/ 274767 w 362309"/>
                <a:gd name="connsiteY42" fmla="*/ 217694 h 361971"/>
                <a:gd name="connsiteX43" fmla="*/ 272212 w 362309"/>
                <a:gd name="connsiteY43" fmla="*/ 218332 h 361971"/>
                <a:gd name="connsiteX44" fmla="*/ 269655 w 362309"/>
                <a:gd name="connsiteY44" fmla="*/ 217694 h 361971"/>
                <a:gd name="connsiteX45" fmla="*/ 217258 w 362309"/>
                <a:gd name="connsiteY45" fmla="*/ 204926 h 361971"/>
                <a:gd name="connsiteX46" fmla="*/ 210868 w 362309"/>
                <a:gd name="connsiteY46" fmla="*/ 199819 h 361971"/>
                <a:gd name="connsiteX47" fmla="*/ 199366 w 362309"/>
                <a:gd name="connsiteY47" fmla="*/ 147470 h 361971"/>
                <a:gd name="connsiteX48" fmla="*/ 199366 w 362309"/>
                <a:gd name="connsiteY48" fmla="*/ 146832 h 361971"/>
                <a:gd name="connsiteX49" fmla="*/ 211507 w 362309"/>
                <a:gd name="connsiteY49" fmla="*/ 84268 h 361971"/>
                <a:gd name="connsiteX50" fmla="*/ 235150 w 362309"/>
                <a:gd name="connsiteY50" fmla="*/ 74054 h 361971"/>
                <a:gd name="connsiteX51" fmla="*/ 235150 w 362309"/>
                <a:gd name="connsiteY51" fmla="*/ 74054 h 361971"/>
                <a:gd name="connsiteX52" fmla="*/ 284991 w 362309"/>
                <a:gd name="connsiteY52" fmla="*/ 134702 h 361971"/>
                <a:gd name="connsiteX53" fmla="*/ 284991 w 362309"/>
                <a:gd name="connsiteY53" fmla="*/ 135340 h 361971"/>
                <a:gd name="connsiteX54" fmla="*/ 277962 w 362309"/>
                <a:gd name="connsiteY54" fmla="*/ 213863 h 361971"/>
                <a:gd name="connsiteX55" fmla="*/ 277962 w 362309"/>
                <a:gd name="connsiteY55" fmla="*/ 21386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62309" h="361971">
                  <a:moveTo>
                    <a:pt x="181474" y="0"/>
                  </a:moveTo>
                  <a:cubicBezTo>
                    <a:pt x="81152" y="0"/>
                    <a:pt x="0" y="81076"/>
                    <a:pt x="0" y="180667"/>
                  </a:cubicBezTo>
                  <a:cubicBezTo>
                    <a:pt x="0" y="280257"/>
                    <a:pt x="81152" y="361971"/>
                    <a:pt x="180836" y="361971"/>
                  </a:cubicBezTo>
                  <a:cubicBezTo>
                    <a:pt x="280518" y="361971"/>
                    <a:pt x="362310" y="280895"/>
                    <a:pt x="362310" y="181305"/>
                  </a:cubicBezTo>
                  <a:lnTo>
                    <a:pt x="362310" y="181305"/>
                  </a:lnTo>
                  <a:cubicBezTo>
                    <a:pt x="362310" y="81076"/>
                    <a:pt x="281796" y="0"/>
                    <a:pt x="181474" y="0"/>
                  </a:cubicBezTo>
                  <a:close/>
                  <a:moveTo>
                    <a:pt x="129716" y="287279"/>
                  </a:moveTo>
                  <a:cubicBezTo>
                    <a:pt x="128438" y="287279"/>
                    <a:pt x="127160" y="287279"/>
                    <a:pt x="125243" y="287279"/>
                  </a:cubicBezTo>
                  <a:cubicBezTo>
                    <a:pt x="109907" y="287279"/>
                    <a:pt x="97127" y="276426"/>
                    <a:pt x="95210" y="261105"/>
                  </a:cubicBezTo>
                  <a:lnTo>
                    <a:pt x="93293" y="245145"/>
                  </a:lnTo>
                  <a:cubicBezTo>
                    <a:pt x="93293" y="243230"/>
                    <a:pt x="93293" y="241953"/>
                    <a:pt x="94571" y="240676"/>
                  </a:cubicBezTo>
                  <a:cubicBezTo>
                    <a:pt x="103517" y="228546"/>
                    <a:pt x="120131" y="222801"/>
                    <a:pt x="146330" y="223439"/>
                  </a:cubicBezTo>
                  <a:cubicBezTo>
                    <a:pt x="149525" y="223439"/>
                    <a:pt x="152081" y="225993"/>
                    <a:pt x="152720" y="229185"/>
                  </a:cubicBezTo>
                  <a:lnTo>
                    <a:pt x="155915" y="252806"/>
                  </a:lnTo>
                  <a:cubicBezTo>
                    <a:pt x="157832" y="269404"/>
                    <a:pt x="146330" y="284725"/>
                    <a:pt x="129716" y="287279"/>
                  </a:cubicBezTo>
                  <a:cubicBezTo>
                    <a:pt x="129716" y="287279"/>
                    <a:pt x="129716" y="287279"/>
                    <a:pt x="129716" y="287279"/>
                  </a:cubicBezTo>
                  <a:lnTo>
                    <a:pt x="129716" y="287279"/>
                  </a:lnTo>
                  <a:close/>
                  <a:moveTo>
                    <a:pt x="164221" y="147470"/>
                  </a:moveTo>
                  <a:cubicBezTo>
                    <a:pt x="164221" y="147470"/>
                    <a:pt x="164221" y="148108"/>
                    <a:pt x="164221" y="148108"/>
                  </a:cubicBezTo>
                  <a:cubicBezTo>
                    <a:pt x="161666" y="158961"/>
                    <a:pt x="152720" y="199819"/>
                    <a:pt x="152720" y="200457"/>
                  </a:cubicBezTo>
                  <a:cubicBezTo>
                    <a:pt x="152081" y="203649"/>
                    <a:pt x="148886" y="205564"/>
                    <a:pt x="146330" y="205564"/>
                  </a:cubicBezTo>
                  <a:cubicBezTo>
                    <a:pt x="132272" y="204287"/>
                    <a:pt x="104156" y="214502"/>
                    <a:pt x="93932" y="218332"/>
                  </a:cubicBezTo>
                  <a:cubicBezTo>
                    <a:pt x="93293" y="218332"/>
                    <a:pt x="92654" y="218971"/>
                    <a:pt x="91376" y="218971"/>
                  </a:cubicBezTo>
                  <a:cubicBezTo>
                    <a:pt x="90098" y="218971"/>
                    <a:pt x="89459" y="218971"/>
                    <a:pt x="88820" y="218332"/>
                  </a:cubicBezTo>
                  <a:cubicBezTo>
                    <a:pt x="86903" y="217694"/>
                    <a:pt x="86264" y="216417"/>
                    <a:pt x="85625" y="214502"/>
                  </a:cubicBezTo>
                  <a:cubicBezTo>
                    <a:pt x="79235" y="192158"/>
                    <a:pt x="78597" y="138532"/>
                    <a:pt x="78597" y="136617"/>
                  </a:cubicBezTo>
                  <a:lnTo>
                    <a:pt x="78597" y="135979"/>
                  </a:lnTo>
                  <a:cubicBezTo>
                    <a:pt x="78597" y="133425"/>
                    <a:pt x="85625" y="75331"/>
                    <a:pt x="128438" y="75331"/>
                  </a:cubicBezTo>
                  <a:lnTo>
                    <a:pt x="128438" y="75331"/>
                  </a:lnTo>
                  <a:cubicBezTo>
                    <a:pt x="137384" y="75331"/>
                    <a:pt x="146330" y="79161"/>
                    <a:pt x="152081" y="85545"/>
                  </a:cubicBezTo>
                  <a:cubicBezTo>
                    <a:pt x="169333" y="104697"/>
                    <a:pt x="164221" y="145555"/>
                    <a:pt x="164221" y="147470"/>
                  </a:cubicBezTo>
                  <a:lnTo>
                    <a:pt x="164221" y="147470"/>
                  </a:lnTo>
                  <a:close/>
                  <a:moveTo>
                    <a:pt x="267739" y="261743"/>
                  </a:moveTo>
                  <a:cubicBezTo>
                    <a:pt x="265822" y="276426"/>
                    <a:pt x="253042" y="287917"/>
                    <a:pt x="237706" y="287917"/>
                  </a:cubicBezTo>
                  <a:cubicBezTo>
                    <a:pt x="236428" y="287917"/>
                    <a:pt x="234511" y="287917"/>
                    <a:pt x="233233" y="287917"/>
                  </a:cubicBezTo>
                  <a:cubicBezTo>
                    <a:pt x="216619" y="285364"/>
                    <a:pt x="205117" y="270042"/>
                    <a:pt x="207673" y="253444"/>
                  </a:cubicBezTo>
                  <a:lnTo>
                    <a:pt x="210868" y="229823"/>
                  </a:lnTo>
                  <a:cubicBezTo>
                    <a:pt x="211507" y="226631"/>
                    <a:pt x="214063" y="224078"/>
                    <a:pt x="217258" y="224078"/>
                  </a:cubicBezTo>
                  <a:cubicBezTo>
                    <a:pt x="242818" y="224078"/>
                    <a:pt x="260071" y="229185"/>
                    <a:pt x="269017" y="241314"/>
                  </a:cubicBezTo>
                  <a:cubicBezTo>
                    <a:pt x="270295" y="242591"/>
                    <a:pt x="270295" y="244506"/>
                    <a:pt x="270295" y="245783"/>
                  </a:cubicBezTo>
                  <a:lnTo>
                    <a:pt x="267739" y="261743"/>
                  </a:lnTo>
                  <a:close/>
                  <a:moveTo>
                    <a:pt x="277962" y="213863"/>
                  </a:moveTo>
                  <a:cubicBezTo>
                    <a:pt x="277323" y="215779"/>
                    <a:pt x="276045" y="217055"/>
                    <a:pt x="274767" y="217694"/>
                  </a:cubicBezTo>
                  <a:cubicBezTo>
                    <a:pt x="274128" y="218332"/>
                    <a:pt x="272850" y="218332"/>
                    <a:pt x="272212" y="218332"/>
                  </a:cubicBezTo>
                  <a:cubicBezTo>
                    <a:pt x="271572" y="218332"/>
                    <a:pt x="270295" y="218332"/>
                    <a:pt x="269655" y="217694"/>
                  </a:cubicBezTo>
                  <a:cubicBezTo>
                    <a:pt x="260071" y="213863"/>
                    <a:pt x="231316" y="203649"/>
                    <a:pt x="217258" y="204926"/>
                  </a:cubicBezTo>
                  <a:cubicBezTo>
                    <a:pt x="214063" y="204926"/>
                    <a:pt x="211507" y="203011"/>
                    <a:pt x="210868" y="199819"/>
                  </a:cubicBezTo>
                  <a:cubicBezTo>
                    <a:pt x="210868" y="199180"/>
                    <a:pt x="201922" y="158323"/>
                    <a:pt x="199366" y="147470"/>
                  </a:cubicBezTo>
                  <a:cubicBezTo>
                    <a:pt x="199366" y="147470"/>
                    <a:pt x="199366" y="146832"/>
                    <a:pt x="199366" y="146832"/>
                  </a:cubicBezTo>
                  <a:cubicBezTo>
                    <a:pt x="199366" y="144916"/>
                    <a:pt x="194254" y="104059"/>
                    <a:pt x="211507" y="84268"/>
                  </a:cubicBezTo>
                  <a:cubicBezTo>
                    <a:pt x="217258" y="77246"/>
                    <a:pt x="226204" y="73416"/>
                    <a:pt x="235150" y="74054"/>
                  </a:cubicBezTo>
                  <a:lnTo>
                    <a:pt x="235150" y="74054"/>
                  </a:lnTo>
                  <a:cubicBezTo>
                    <a:pt x="277962" y="74054"/>
                    <a:pt x="284991" y="132148"/>
                    <a:pt x="284991" y="134702"/>
                  </a:cubicBezTo>
                  <a:lnTo>
                    <a:pt x="284991" y="135340"/>
                  </a:lnTo>
                  <a:cubicBezTo>
                    <a:pt x="284991" y="137894"/>
                    <a:pt x="284352" y="191519"/>
                    <a:pt x="277962" y="213863"/>
                  </a:cubicBezTo>
                  <a:lnTo>
                    <a:pt x="277962" y="213863"/>
                  </a:lnTo>
                  <a:close/>
                </a:path>
              </a:pathLst>
            </a:custGeom>
            <a:solidFill>
              <a:srgbClr val="00ABAB"/>
            </a:solidFill>
            <a:ln w="6390" cap="flat">
              <a:noFill/>
              <a:prstDash val="solid"/>
              <a:miter/>
            </a:ln>
          </p:spPr>
          <p:txBody>
            <a:bodyPr rtlCol="0" anchor="ctr"/>
            <a:lstStyle/>
            <a:p>
              <a:endParaRPr lang="en-US"/>
            </a:p>
          </p:txBody>
        </p:sp>
      </p:grpSp>
      <p:grpSp>
        <p:nvGrpSpPr>
          <p:cNvPr id="252" name="Graphic 4">
            <a:extLst>
              <a:ext uri="{FF2B5EF4-FFF2-40B4-BE49-F238E27FC236}">
                <a16:creationId xmlns:a16="http://schemas.microsoft.com/office/drawing/2014/main" id="{D18FA118-00AA-DB45-8423-E701142C58A2}"/>
              </a:ext>
            </a:extLst>
          </p:cNvPr>
          <p:cNvGrpSpPr>
            <a:grpSpLocks noChangeAspect="1"/>
          </p:cNvGrpSpPr>
          <p:nvPr/>
        </p:nvGrpSpPr>
        <p:grpSpPr>
          <a:xfrm>
            <a:off x="5099808" y="2855717"/>
            <a:ext cx="362309" cy="361971"/>
            <a:chOff x="5099808" y="2855717"/>
            <a:chExt cx="362309" cy="361971"/>
          </a:xfrm>
          <a:solidFill>
            <a:srgbClr val="00ABAB"/>
          </a:solidFill>
        </p:grpSpPr>
        <p:sp>
          <p:nvSpPr>
            <p:cNvPr id="253" name="Graphic 4">
              <a:extLst>
                <a:ext uri="{FF2B5EF4-FFF2-40B4-BE49-F238E27FC236}">
                  <a16:creationId xmlns:a16="http://schemas.microsoft.com/office/drawing/2014/main" id="{48CF6EB7-10FB-5843-8B28-0527EEFD0753}"/>
                </a:ext>
              </a:extLst>
            </p:cNvPr>
            <p:cNvSpPr/>
            <p:nvPr/>
          </p:nvSpPr>
          <p:spPr>
            <a:xfrm>
              <a:off x="5189267" y="2950839"/>
              <a:ext cx="183391" cy="174921"/>
            </a:xfrm>
            <a:custGeom>
              <a:avLst/>
              <a:gdLst>
                <a:gd name="connsiteX0" fmla="*/ 115658 w 183391"/>
                <a:gd name="connsiteY0" fmla="*/ 54264 h 174921"/>
                <a:gd name="connsiteX1" fmla="*/ 91376 w 183391"/>
                <a:gd name="connsiteY1" fmla="*/ 0 h 174921"/>
                <a:gd name="connsiteX2" fmla="*/ 67094 w 183391"/>
                <a:gd name="connsiteY2" fmla="*/ 54264 h 174921"/>
                <a:gd name="connsiteX3" fmla="*/ 61982 w 183391"/>
                <a:gd name="connsiteY3" fmla="*/ 58094 h 174921"/>
                <a:gd name="connsiteX4" fmla="*/ 0 w 183391"/>
                <a:gd name="connsiteY4" fmla="*/ 64478 h 174921"/>
                <a:gd name="connsiteX5" fmla="*/ 42813 w 183391"/>
                <a:gd name="connsiteY5" fmla="*/ 107889 h 174921"/>
                <a:gd name="connsiteX6" fmla="*/ 44730 w 183391"/>
                <a:gd name="connsiteY6" fmla="*/ 113635 h 174921"/>
                <a:gd name="connsiteX7" fmla="*/ 32589 w 183391"/>
                <a:gd name="connsiteY7" fmla="*/ 174921 h 174921"/>
                <a:gd name="connsiteX8" fmla="*/ 88181 w 183391"/>
                <a:gd name="connsiteY8" fmla="*/ 144278 h 174921"/>
                <a:gd name="connsiteX9" fmla="*/ 91376 w 183391"/>
                <a:gd name="connsiteY9" fmla="*/ 143640 h 174921"/>
                <a:gd name="connsiteX10" fmla="*/ 94571 w 183391"/>
                <a:gd name="connsiteY10" fmla="*/ 144278 h 174921"/>
                <a:gd name="connsiteX11" fmla="*/ 150164 w 183391"/>
                <a:gd name="connsiteY11" fmla="*/ 174921 h 174921"/>
                <a:gd name="connsiteX12" fmla="*/ 138023 w 183391"/>
                <a:gd name="connsiteY12" fmla="*/ 113635 h 174921"/>
                <a:gd name="connsiteX13" fmla="*/ 139940 w 183391"/>
                <a:gd name="connsiteY13" fmla="*/ 107889 h 174921"/>
                <a:gd name="connsiteX14" fmla="*/ 183391 w 183391"/>
                <a:gd name="connsiteY14" fmla="*/ 64478 h 174921"/>
                <a:gd name="connsiteX15" fmla="*/ 121409 w 183391"/>
                <a:gd name="connsiteY15" fmla="*/ 58094 h 174921"/>
                <a:gd name="connsiteX16" fmla="*/ 115658 w 183391"/>
                <a:gd name="connsiteY16" fmla="*/ 54264 h 174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3391" h="174921">
                  <a:moveTo>
                    <a:pt x="115658" y="54264"/>
                  </a:moveTo>
                  <a:lnTo>
                    <a:pt x="91376" y="0"/>
                  </a:lnTo>
                  <a:lnTo>
                    <a:pt x="67094" y="54264"/>
                  </a:lnTo>
                  <a:cubicBezTo>
                    <a:pt x="66456" y="56179"/>
                    <a:pt x="63899" y="58094"/>
                    <a:pt x="61982" y="58094"/>
                  </a:cubicBezTo>
                  <a:lnTo>
                    <a:pt x="0" y="64478"/>
                  </a:lnTo>
                  <a:lnTo>
                    <a:pt x="42813" y="107889"/>
                  </a:lnTo>
                  <a:cubicBezTo>
                    <a:pt x="44091" y="109166"/>
                    <a:pt x="44730" y="111720"/>
                    <a:pt x="44730" y="113635"/>
                  </a:cubicBezTo>
                  <a:lnTo>
                    <a:pt x="32589" y="174921"/>
                  </a:lnTo>
                  <a:lnTo>
                    <a:pt x="88181" y="144278"/>
                  </a:lnTo>
                  <a:cubicBezTo>
                    <a:pt x="88820" y="143640"/>
                    <a:pt x="90098" y="143640"/>
                    <a:pt x="91376" y="143640"/>
                  </a:cubicBezTo>
                  <a:cubicBezTo>
                    <a:pt x="92654" y="143640"/>
                    <a:pt x="93293" y="143640"/>
                    <a:pt x="94571" y="144278"/>
                  </a:cubicBezTo>
                  <a:lnTo>
                    <a:pt x="150164" y="174921"/>
                  </a:lnTo>
                  <a:lnTo>
                    <a:pt x="138023" y="113635"/>
                  </a:lnTo>
                  <a:cubicBezTo>
                    <a:pt x="137384" y="111720"/>
                    <a:pt x="138023" y="109166"/>
                    <a:pt x="139940" y="107889"/>
                  </a:cubicBezTo>
                  <a:lnTo>
                    <a:pt x="183391" y="64478"/>
                  </a:lnTo>
                  <a:lnTo>
                    <a:pt x="121409" y="58094"/>
                  </a:lnTo>
                  <a:cubicBezTo>
                    <a:pt x="118214" y="58094"/>
                    <a:pt x="116297" y="56179"/>
                    <a:pt x="115658" y="54264"/>
                  </a:cubicBezTo>
                  <a:close/>
                </a:path>
              </a:pathLst>
            </a:custGeom>
            <a:solidFill>
              <a:srgbClr val="00ABAB"/>
            </a:solidFill>
            <a:ln w="6390" cap="flat">
              <a:noFill/>
              <a:prstDash val="solid"/>
              <a:miter/>
            </a:ln>
          </p:spPr>
          <p:txBody>
            <a:bodyPr rtlCol="0" anchor="ctr"/>
            <a:lstStyle/>
            <a:p>
              <a:endParaRPr lang="en-US"/>
            </a:p>
          </p:txBody>
        </p:sp>
        <p:sp>
          <p:nvSpPr>
            <p:cNvPr id="254" name="Graphic 4">
              <a:extLst>
                <a:ext uri="{FF2B5EF4-FFF2-40B4-BE49-F238E27FC236}">
                  <a16:creationId xmlns:a16="http://schemas.microsoft.com/office/drawing/2014/main" id="{D8F98E8A-71D8-7949-A26C-2DFCC4AD9516}"/>
                </a:ext>
              </a:extLst>
            </p:cNvPr>
            <p:cNvSpPr/>
            <p:nvPr/>
          </p:nvSpPr>
          <p:spPr>
            <a:xfrm>
              <a:off x="5099808" y="2855717"/>
              <a:ext cx="362309" cy="361971"/>
            </a:xfrm>
            <a:custGeom>
              <a:avLst/>
              <a:gdLst>
                <a:gd name="connsiteX0" fmla="*/ 180836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362310 w 362309"/>
                <a:gd name="connsiteY4" fmla="*/ 180667 h 361971"/>
                <a:gd name="connsiteX5" fmla="*/ 180836 w 362309"/>
                <a:gd name="connsiteY5" fmla="*/ 0 h 361971"/>
                <a:gd name="connsiteX6" fmla="*/ 180836 w 362309"/>
                <a:gd name="connsiteY6" fmla="*/ 0 h 361971"/>
                <a:gd name="connsiteX7" fmla="*/ 290103 w 362309"/>
                <a:gd name="connsiteY7" fmla="*/ 158961 h 361971"/>
                <a:gd name="connsiteX8" fmla="*/ 240262 w 362309"/>
                <a:gd name="connsiteY8" fmla="*/ 209395 h 361971"/>
                <a:gd name="connsiteX9" fmla="*/ 254320 w 362309"/>
                <a:gd name="connsiteY9" fmla="*/ 280895 h 361971"/>
                <a:gd name="connsiteX10" fmla="*/ 251764 w 362309"/>
                <a:gd name="connsiteY10" fmla="*/ 287279 h 361971"/>
                <a:gd name="connsiteX11" fmla="*/ 247930 w 362309"/>
                <a:gd name="connsiteY11" fmla="*/ 288556 h 361971"/>
                <a:gd name="connsiteX12" fmla="*/ 244735 w 362309"/>
                <a:gd name="connsiteY12" fmla="*/ 287917 h 361971"/>
                <a:gd name="connsiteX13" fmla="*/ 180196 w 362309"/>
                <a:gd name="connsiteY13" fmla="*/ 252167 h 361971"/>
                <a:gd name="connsiteX14" fmla="*/ 115658 w 362309"/>
                <a:gd name="connsiteY14" fmla="*/ 287917 h 361971"/>
                <a:gd name="connsiteX15" fmla="*/ 108629 w 362309"/>
                <a:gd name="connsiteY15" fmla="*/ 287279 h 361971"/>
                <a:gd name="connsiteX16" fmla="*/ 106073 w 362309"/>
                <a:gd name="connsiteY16" fmla="*/ 280895 h 361971"/>
                <a:gd name="connsiteX17" fmla="*/ 120131 w 362309"/>
                <a:gd name="connsiteY17" fmla="*/ 209395 h 361971"/>
                <a:gd name="connsiteX18" fmla="*/ 69650 w 362309"/>
                <a:gd name="connsiteY18" fmla="*/ 158961 h 361971"/>
                <a:gd name="connsiteX19" fmla="*/ 68372 w 362309"/>
                <a:gd name="connsiteY19" fmla="*/ 152577 h 361971"/>
                <a:gd name="connsiteX20" fmla="*/ 73484 w 362309"/>
                <a:gd name="connsiteY20" fmla="*/ 148108 h 361971"/>
                <a:gd name="connsiteX21" fmla="*/ 145052 w 362309"/>
                <a:gd name="connsiteY21" fmla="*/ 141086 h 361971"/>
                <a:gd name="connsiteX22" fmla="*/ 173806 w 362309"/>
                <a:gd name="connsiteY22" fmla="*/ 76608 h 361971"/>
                <a:gd name="connsiteX23" fmla="*/ 179557 w 362309"/>
                <a:gd name="connsiteY23" fmla="*/ 72777 h 361971"/>
                <a:gd name="connsiteX24" fmla="*/ 185308 w 362309"/>
                <a:gd name="connsiteY24" fmla="*/ 76608 h 361971"/>
                <a:gd name="connsiteX25" fmla="*/ 214063 w 362309"/>
                <a:gd name="connsiteY25" fmla="*/ 141086 h 361971"/>
                <a:gd name="connsiteX26" fmla="*/ 285630 w 362309"/>
                <a:gd name="connsiteY26" fmla="*/ 148108 h 361971"/>
                <a:gd name="connsiteX27" fmla="*/ 290742 w 362309"/>
                <a:gd name="connsiteY27" fmla="*/ 152577 h 361971"/>
                <a:gd name="connsiteX28" fmla="*/ 290103 w 362309"/>
                <a:gd name="connsiteY28" fmla="*/ 15896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2309" h="361971">
                  <a:moveTo>
                    <a:pt x="180836" y="0"/>
                  </a:moveTo>
                  <a:cubicBezTo>
                    <a:pt x="80513" y="0"/>
                    <a:pt x="0" y="81076"/>
                    <a:pt x="0" y="181305"/>
                  </a:cubicBezTo>
                  <a:cubicBezTo>
                    <a:pt x="0" y="281533"/>
                    <a:pt x="81152" y="361972"/>
                    <a:pt x="181474" y="361972"/>
                  </a:cubicBezTo>
                  <a:cubicBezTo>
                    <a:pt x="281796" y="361972"/>
                    <a:pt x="362310" y="280895"/>
                    <a:pt x="362310" y="180667"/>
                  </a:cubicBezTo>
                  <a:cubicBezTo>
                    <a:pt x="362310" y="180667"/>
                    <a:pt x="362310" y="180667"/>
                    <a:pt x="362310" y="180667"/>
                  </a:cubicBezTo>
                  <a:cubicBezTo>
                    <a:pt x="361671" y="80438"/>
                    <a:pt x="280518" y="0"/>
                    <a:pt x="180836" y="0"/>
                  </a:cubicBezTo>
                  <a:cubicBezTo>
                    <a:pt x="180836" y="0"/>
                    <a:pt x="180836" y="0"/>
                    <a:pt x="180836" y="0"/>
                  </a:cubicBezTo>
                  <a:close/>
                  <a:moveTo>
                    <a:pt x="290103" y="158961"/>
                  </a:moveTo>
                  <a:lnTo>
                    <a:pt x="240262" y="209395"/>
                  </a:lnTo>
                  <a:lnTo>
                    <a:pt x="254320" y="280895"/>
                  </a:lnTo>
                  <a:cubicBezTo>
                    <a:pt x="254959" y="283449"/>
                    <a:pt x="253681" y="286002"/>
                    <a:pt x="251764" y="287279"/>
                  </a:cubicBezTo>
                  <a:cubicBezTo>
                    <a:pt x="250486" y="287917"/>
                    <a:pt x="249208" y="288556"/>
                    <a:pt x="247930" y="288556"/>
                  </a:cubicBezTo>
                  <a:cubicBezTo>
                    <a:pt x="246652" y="288556"/>
                    <a:pt x="246013" y="288556"/>
                    <a:pt x="244735" y="287917"/>
                  </a:cubicBezTo>
                  <a:lnTo>
                    <a:pt x="180196" y="252167"/>
                  </a:lnTo>
                  <a:lnTo>
                    <a:pt x="115658" y="287917"/>
                  </a:lnTo>
                  <a:cubicBezTo>
                    <a:pt x="113741" y="289194"/>
                    <a:pt x="110546" y="289194"/>
                    <a:pt x="108629" y="287279"/>
                  </a:cubicBezTo>
                  <a:cubicBezTo>
                    <a:pt x="106712" y="286002"/>
                    <a:pt x="105434" y="283449"/>
                    <a:pt x="106073" y="280895"/>
                  </a:cubicBezTo>
                  <a:lnTo>
                    <a:pt x="120131" y="209395"/>
                  </a:lnTo>
                  <a:lnTo>
                    <a:pt x="69650" y="158961"/>
                  </a:lnTo>
                  <a:cubicBezTo>
                    <a:pt x="67734" y="157046"/>
                    <a:pt x="67094" y="154492"/>
                    <a:pt x="68372" y="152577"/>
                  </a:cubicBezTo>
                  <a:cubicBezTo>
                    <a:pt x="69012" y="150024"/>
                    <a:pt x="71567" y="148747"/>
                    <a:pt x="73484" y="148108"/>
                  </a:cubicBezTo>
                  <a:lnTo>
                    <a:pt x="145052" y="141086"/>
                  </a:lnTo>
                  <a:lnTo>
                    <a:pt x="173806" y="76608"/>
                  </a:lnTo>
                  <a:cubicBezTo>
                    <a:pt x="175084" y="74054"/>
                    <a:pt x="177001" y="72777"/>
                    <a:pt x="179557" y="72777"/>
                  </a:cubicBezTo>
                  <a:cubicBezTo>
                    <a:pt x="182113" y="72777"/>
                    <a:pt x="184669" y="74054"/>
                    <a:pt x="185308" y="76608"/>
                  </a:cubicBezTo>
                  <a:lnTo>
                    <a:pt x="214063" y="141086"/>
                  </a:lnTo>
                  <a:lnTo>
                    <a:pt x="285630" y="148108"/>
                  </a:lnTo>
                  <a:cubicBezTo>
                    <a:pt x="288186" y="148108"/>
                    <a:pt x="290103" y="150024"/>
                    <a:pt x="290742" y="152577"/>
                  </a:cubicBezTo>
                  <a:cubicBezTo>
                    <a:pt x="292659" y="154492"/>
                    <a:pt x="292020" y="157046"/>
                    <a:pt x="290103" y="158961"/>
                  </a:cubicBezTo>
                  <a:close/>
                </a:path>
              </a:pathLst>
            </a:custGeom>
            <a:solidFill>
              <a:srgbClr val="00ABAB"/>
            </a:solidFill>
            <a:ln w="6390" cap="flat">
              <a:noFill/>
              <a:prstDash val="solid"/>
              <a:miter/>
            </a:ln>
          </p:spPr>
          <p:txBody>
            <a:bodyPr rtlCol="0" anchor="ctr"/>
            <a:lstStyle/>
            <a:p>
              <a:endParaRPr lang="en-US"/>
            </a:p>
          </p:txBody>
        </p:sp>
      </p:grpSp>
      <p:grpSp>
        <p:nvGrpSpPr>
          <p:cNvPr id="255" name="Graphic 4">
            <a:extLst>
              <a:ext uri="{FF2B5EF4-FFF2-40B4-BE49-F238E27FC236}">
                <a16:creationId xmlns:a16="http://schemas.microsoft.com/office/drawing/2014/main" id="{1B96C31F-1B3A-664D-BE86-3F076E01CB16}"/>
              </a:ext>
            </a:extLst>
          </p:cNvPr>
          <p:cNvGrpSpPr>
            <a:grpSpLocks noChangeAspect="1"/>
          </p:cNvGrpSpPr>
          <p:nvPr/>
        </p:nvGrpSpPr>
        <p:grpSpPr>
          <a:xfrm>
            <a:off x="905454" y="918179"/>
            <a:ext cx="362309" cy="361971"/>
            <a:chOff x="905454" y="918179"/>
            <a:chExt cx="362309" cy="361971"/>
          </a:xfrm>
          <a:solidFill>
            <a:srgbClr val="007680"/>
          </a:solidFill>
        </p:grpSpPr>
        <p:sp>
          <p:nvSpPr>
            <p:cNvPr id="256" name="Graphic 4">
              <a:extLst>
                <a:ext uri="{FF2B5EF4-FFF2-40B4-BE49-F238E27FC236}">
                  <a16:creationId xmlns:a16="http://schemas.microsoft.com/office/drawing/2014/main" id="{BBC80BFD-DF41-324F-84EE-69C286C1C1F5}"/>
                </a:ext>
              </a:extLst>
            </p:cNvPr>
            <p:cNvSpPr/>
            <p:nvPr/>
          </p:nvSpPr>
          <p:spPr>
            <a:xfrm>
              <a:off x="993635" y="1082886"/>
              <a:ext cx="33227" cy="33196"/>
            </a:xfrm>
            <a:custGeom>
              <a:avLst/>
              <a:gdLst>
                <a:gd name="connsiteX0" fmla="*/ 16614 w 33227"/>
                <a:gd name="connsiteY0" fmla="*/ 0 h 33196"/>
                <a:gd name="connsiteX1" fmla="*/ 0 w 33227"/>
                <a:gd name="connsiteY1" fmla="*/ 16598 h 33196"/>
                <a:gd name="connsiteX2" fmla="*/ 16614 w 33227"/>
                <a:gd name="connsiteY2" fmla="*/ 33197 h 33196"/>
                <a:gd name="connsiteX3" fmla="*/ 33228 w 33227"/>
                <a:gd name="connsiteY3" fmla="*/ 16598 h 33196"/>
                <a:gd name="connsiteX4" fmla="*/ 16614 w 33227"/>
                <a:gd name="connsiteY4" fmla="*/ 0 h 33196"/>
                <a:gd name="connsiteX5" fmla="*/ 16614 w 33227"/>
                <a:gd name="connsiteY5" fmla="*/ 0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227" h="33196">
                  <a:moveTo>
                    <a:pt x="16614" y="0"/>
                  </a:moveTo>
                  <a:cubicBezTo>
                    <a:pt x="7668" y="0"/>
                    <a:pt x="0" y="7661"/>
                    <a:pt x="0" y="16598"/>
                  </a:cubicBezTo>
                  <a:cubicBezTo>
                    <a:pt x="0" y="25536"/>
                    <a:pt x="7668" y="33197"/>
                    <a:pt x="16614" y="33197"/>
                  </a:cubicBezTo>
                  <a:cubicBezTo>
                    <a:pt x="25560" y="33197"/>
                    <a:pt x="33228" y="25536"/>
                    <a:pt x="33228" y="16598"/>
                  </a:cubicBezTo>
                  <a:cubicBezTo>
                    <a:pt x="33228" y="7661"/>
                    <a:pt x="26199" y="0"/>
                    <a:pt x="16614" y="0"/>
                  </a:cubicBezTo>
                  <a:lnTo>
                    <a:pt x="16614" y="0"/>
                  </a:lnTo>
                  <a:close/>
                </a:path>
              </a:pathLst>
            </a:custGeom>
            <a:solidFill>
              <a:srgbClr val="007680"/>
            </a:solidFill>
            <a:ln w="6390" cap="flat">
              <a:noFill/>
              <a:prstDash val="solid"/>
              <a:miter/>
            </a:ln>
          </p:spPr>
          <p:txBody>
            <a:bodyPr rtlCol="0" anchor="ctr"/>
            <a:lstStyle/>
            <a:p>
              <a:endParaRPr lang="en-US"/>
            </a:p>
          </p:txBody>
        </p:sp>
        <p:sp>
          <p:nvSpPr>
            <p:cNvPr id="257" name="Graphic 4">
              <a:extLst>
                <a:ext uri="{FF2B5EF4-FFF2-40B4-BE49-F238E27FC236}">
                  <a16:creationId xmlns:a16="http://schemas.microsoft.com/office/drawing/2014/main" id="{71F7D477-A760-1947-8774-40F18A6BC532}"/>
                </a:ext>
              </a:extLst>
            </p:cNvPr>
            <p:cNvSpPr/>
            <p:nvPr/>
          </p:nvSpPr>
          <p:spPr>
            <a:xfrm>
              <a:off x="1145715" y="1013938"/>
              <a:ext cx="33227" cy="33196"/>
            </a:xfrm>
            <a:custGeom>
              <a:avLst/>
              <a:gdLst>
                <a:gd name="connsiteX0" fmla="*/ 33228 w 33227"/>
                <a:gd name="connsiteY0" fmla="*/ 16598 h 33196"/>
                <a:gd name="connsiteX1" fmla="*/ 16614 w 33227"/>
                <a:gd name="connsiteY1" fmla="*/ 33197 h 33196"/>
                <a:gd name="connsiteX2" fmla="*/ 0 w 33227"/>
                <a:gd name="connsiteY2" fmla="*/ 16598 h 33196"/>
                <a:gd name="connsiteX3" fmla="*/ 16614 w 33227"/>
                <a:gd name="connsiteY3" fmla="*/ 0 h 33196"/>
                <a:gd name="connsiteX4" fmla="*/ 33228 w 33227"/>
                <a:gd name="connsiteY4" fmla="*/ 16598 h 33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27" h="33196">
                  <a:moveTo>
                    <a:pt x="33228" y="16598"/>
                  </a:moveTo>
                  <a:cubicBezTo>
                    <a:pt x="33228" y="25765"/>
                    <a:pt x="25789" y="33197"/>
                    <a:pt x="16614" y="33197"/>
                  </a:cubicBezTo>
                  <a:cubicBezTo>
                    <a:pt x="7438" y="33197"/>
                    <a:pt x="0" y="25765"/>
                    <a:pt x="0" y="16598"/>
                  </a:cubicBezTo>
                  <a:cubicBezTo>
                    <a:pt x="0" y="7431"/>
                    <a:pt x="7438" y="0"/>
                    <a:pt x="16614" y="0"/>
                  </a:cubicBezTo>
                  <a:cubicBezTo>
                    <a:pt x="25789" y="0"/>
                    <a:pt x="33228" y="7431"/>
                    <a:pt x="33228" y="16598"/>
                  </a:cubicBezTo>
                  <a:close/>
                </a:path>
              </a:pathLst>
            </a:custGeom>
            <a:solidFill>
              <a:srgbClr val="007680"/>
            </a:solidFill>
            <a:ln w="6390" cap="flat">
              <a:noFill/>
              <a:prstDash val="solid"/>
              <a:miter/>
            </a:ln>
          </p:spPr>
          <p:txBody>
            <a:bodyPr rtlCol="0" anchor="ctr"/>
            <a:lstStyle/>
            <a:p>
              <a:endParaRPr lang="en-US"/>
            </a:p>
          </p:txBody>
        </p:sp>
        <p:sp>
          <p:nvSpPr>
            <p:cNvPr id="258" name="Graphic 4">
              <a:extLst>
                <a:ext uri="{FF2B5EF4-FFF2-40B4-BE49-F238E27FC236}">
                  <a16:creationId xmlns:a16="http://schemas.microsoft.com/office/drawing/2014/main" id="{623171CE-5CF7-C642-826F-80DA1F88F61E}"/>
                </a:ext>
              </a:extLst>
            </p:cNvPr>
            <p:cNvSpPr/>
            <p:nvPr/>
          </p:nvSpPr>
          <p:spPr>
            <a:xfrm>
              <a:off x="1145715" y="1150556"/>
              <a:ext cx="33227" cy="33196"/>
            </a:xfrm>
            <a:custGeom>
              <a:avLst/>
              <a:gdLst>
                <a:gd name="connsiteX0" fmla="*/ 16614 w 33227"/>
                <a:gd name="connsiteY0" fmla="*/ 33197 h 33196"/>
                <a:gd name="connsiteX1" fmla="*/ 33228 w 33227"/>
                <a:gd name="connsiteY1" fmla="*/ 16598 h 33196"/>
                <a:gd name="connsiteX2" fmla="*/ 16614 w 33227"/>
                <a:gd name="connsiteY2" fmla="*/ 0 h 33196"/>
                <a:gd name="connsiteX3" fmla="*/ 0 w 33227"/>
                <a:gd name="connsiteY3" fmla="*/ 16598 h 33196"/>
                <a:gd name="connsiteX4" fmla="*/ 16614 w 33227"/>
                <a:gd name="connsiteY4" fmla="*/ 33197 h 33196"/>
                <a:gd name="connsiteX5" fmla="*/ 16614 w 33227"/>
                <a:gd name="connsiteY5" fmla="*/ 33197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227" h="33196">
                  <a:moveTo>
                    <a:pt x="16614" y="33197"/>
                  </a:moveTo>
                  <a:cubicBezTo>
                    <a:pt x="25560" y="33197"/>
                    <a:pt x="33228" y="25536"/>
                    <a:pt x="33228" y="16598"/>
                  </a:cubicBezTo>
                  <a:cubicBezTo>
                    <a:pt x="33228" y="7661"/>
                    <a:pt x="25560" y="0"/>
                    <a:pt x="16614" y="0"/>
                  </a:cubicBezTo>
                  <a:cubicBezTo>
                    <a:pt x="7668" y="0"/>
                    <a:pt x="0" y="7661"/>
                    <a:pt x="0" y="16598"/>
                  </a:cubicBezTo>
                  <a:cubicBezTo>
                    <a:pt x="0" y="25536"/>
                    <a:pt x="7668" y="33197"/>
                    <a:pt x="16614" y="33197"/>
                  </a:cubicBezTo>
                  <a:lnTo>
                    <a:pt x="16614" y="33197"/>
                  </a:lnTo>
                  <a:close/>
                </a:path>
              </a:pathLst>
            </a:custGeom>
            <a:solidFill>
              <a:srgbClr val="007680"/>
            </a:solidFill>
            <a:ln w="6390" cap="flat">
              <a:noFill/>
              <a:prstDash val="solid"/>
              <a:miter/>
            </a:ln>
          </p:spPr>
          <p:txBody>
            <a:bodyPr rtlCol="0" anchor="ctr"/>
            <a:lstStyle/>
            <a:p>
              <a:endParaRPr lang="en-US"/>
            </a:p>
          </p:txBody>
        </p:sp>
        <p:sp>
          <p:nvSpPr>
            <p:cNvPr id="259" name="Graphic 4">
              <a:extLst>
                <a:ext uri="{FF2B5EF4-FFF2-40B4-BE49-F238E27FC236}">
                  <a16:creationId xmlns:a16="http://schemas.microsoft.com/office/drawing/2014/main" id="{E6B0B92D-6979-A24F-8E33-502F30611FA5}"/>
                </a:ext>
              </a:extLst>
            </p:cNvPr>
            <p:cNvSpPr/>
            <p:nvPr/>
          </p:nvSpPr>
          <p:spPr>
            <a:xfrm>
              <a:off x="905454" y="918179"/>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34189 w 362309"/>
                <a:gd name="connsiteY6" fmla="*/ 180667 h 361971"/>
                <a:gd name="connsiteX7" fmla="*/ 133550 w 362309"/>
                <a:gd name="connsiteY7" fmla="*/ 186412 h 361971"/>
                <a:gd name="connsiteX8" fmla="*/ 233872 w 362309"/>
                <a:gd name="connsiteY8" fmla="*/ 231739 h 361971"/>
                <a:gd name="connsiteX9" fmla="*/ 274767 w 362309"/>
                <a:gd name="connsiteY9" fmla="*/ 225993 h 361971"/>
                <a:gd name="connsiteX10" fmla="*/ 280518 w 362309"/>
                <a:gd name="connsiteY10" fmla="*/ 266850 h 361971"/>
                <a:gd name="connsiteX11" fmla="*/ 239623 w 362309"/>
                <a:gd name="connsiteY11" fmla="*/ 272596 h 361971"/>
                <a:gd name="connsiteX12" fmla="*/ 228121 w 362309"/>
                <a:gd name="connsiteY12" fmla="*/ 249614 h 361971"/>
                <a:gd name="connsiteX13" fmla="*/ 228760 w 362309"/>
                <a:gd name="connsiteY13" fmla="*/ 243868 h 361971"/>
                <a:gd name="connsiteX14" fmla="*/ 128438 w 362309"/>
                <a:gd name="connsiteY14" fmla="*/ 198542 h 361971"/>
                <a:gd name="connsiteX15" fmla="*/ 87542 w 362309"/>
                <a:gd name="connsiteY15" fmla="*/ 204287 h 361971"/>
                <a:gd name="connsiteX16" fmla="*/ 81791 w 362309"/>
                <a:gd name="connsiteY16" fmla="*/ 163430 h 361971"/>
                <a:gd name="connsiteX17" fmla="*/ 122687 w 362309"/>
                <a:gd name="connsiteY17" fmla="*/ 157684 h 361971"/>
                <a:gd name="connsiteX18" fmla="*/ 128438 w 362309"/>
                <a:gd name="connsiteY18" fmla="*/ 163430 h 361971"/>
                <a:gd name="connsiteX19" fmla="*/ 228760 w 362309"/>
                <a:gd name="connsiteY19" fmla="*/ 118104 h 361971"/>
                <a:gd name="connsiteX20" fmla="*/ 228121 w 362309"/>
                <a:gd name="connsiteY20" fmla="*/ 112358 h 361971"/>
                <a:gd name="connsiteX21" fmla="*/ 257514 w 362309"/>
                <a:gd name="connsiteY21" fmla="*/ 82992 h 361971"/>
                <a:gd name="connsiteX22" fmla="*/ 286908 w 362309"/>
                <a:gd name="connsiteY22" fmla="*/ 112358 h 361971"/>
                <a:gd name="connsiteX23" fmla="*/ 257514 w 362309"/>
                <a:gd name="connsiteY23" fmla="*/ 141724 h 361971"/>
                <a:gd name="connsiteX24" fmla="*/ 233872 w 362309"/>
                <a:gd name="connsiteY24" fmla="*/ 130233 h 361971"/>
                <a:gd name="connsiteX25" fmla="*/ 133550 w 362309"/>
                <a:gd name="connsiteY25" fmla="*/ 174921 h 361971"/>
                <a:gd name="connsiteX26" fmla="*/ 134189 w 362309"/>
                <a:gd name="connsiteY26" fmla="*/ 180667 h 361971"/>
                <a:gd name="connsiteX27" fmla="*/ 134189 w 362309"/>
                <a:gd name="connsiteY27" fmla="*/ 18066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1157" y="0"/>
                    <a:pt x="180835" y="0"/>
                  </a:cubicBezTo>
                  <a:cubicBezTo>
                    <a:pt x="180835" y="0"/>
                    <a:pt x="180835" y="0"/>
                    <a:pt x="180835" y="0"/>
                  </a:cubicBezTo>
                  <a:close/>
                  <a:moveTo>
                    <a:pt x="134189" y="180667"/>
                  </a:moveTo>
                  <a:cubicBezTo>
                    <a:pt x="134189" y="182582"/>
                    <a:pt x="134189" y="184497"/>
                    <a:pt x="133550" y="186412"/>
                  </a:cubicBezTo>
                  <a:lnTo>
                    <a:pt x="233872" y="231739"/>
                  </a:lnTo>
                  <a:cubicBezTo>
                    <a:pt x="243457" y="218971"/>
                    <a:pt x="261987" y="216417"/>
                    <a:pt x="274767" y="225993"/>
                  </a:cubicBezTo>
                  <a:cubicBezTo>
                    <a:pt x="287547" y="235569"/>
                    <a:pt x="290103" y="254083"/>
                    <a:pt x="280518" y="266850"/>
                  </a:cubicBezTo>
                  <a:cubicBezTo>
                    <a:pt x="270933" y="279618"/>
                    <a:pt x="252403" y="282172"/>
                    <a:pt x="239623" y="272596"/>
                  </a:cubicBezTo>
                  <a:cubicBezTo>
                    <a:pt x="232594" y="266850"/>
                    <a:pt x="228121" y="258551"/>
                    <a:pt x="228121" y="249614"/>
                  </a:cubicBezTo>
                  <a:cubicBezTo>
                    <a:pt x="228121" y="247699"/>
                    <a:pt x="228121" y="245783"/>
                    <a:pt x="228760" y="243868"/>
                  </a:cubicBezTo>
                  <a:lnTo>
                    <a:pt x="128438" y="198542"/>
                  </a:lnTo>
                  <a:cubicBezTo>
                    <a:pt x="118853" y="211310"/>
                    <a:pt x="100322" y="213863"/>
                    <a:pt x="87542" y="204287"/>
                  </a:cubicBezTo>
                  <a:cubicBezTo>
                    <a:pt x="74762" y="194711"/>
                    <a:pt x="72206" y="176198"/>
                    <a:pt x="81791" y="163430"/>
                  </a:cubicBezTo>
                  <a:cubicBezTo>
                    <a:pt x="91376" y="150662"/>
                    <a:pt x="109907" y="148108"/>
                    <a:pt x="122687" y="157684"/>
                  </a:cubicBezTo>
                  <a:cubicBezTo>
                    <a:pt x="125243" y="159600"/>
                    <a:pt x="127160" y="161515"/>
                    <a:pt x="128438" y="163430"/>
                  </a:cubicBezTo>
                  <a:lnTo>
                    <a:pt x="228760" y="118104"/>
                  </a:lnTo>
                  <a:cubicBezTo>
                    <a:pt x="228121" y="116188"/>
                    <a:pt x="228121" y="114273"/>
                    <a:pt x="228121" y="112358"/>
                  </a:cubicBezTo>
                  <a:cubicBezTo>
                    <a:pt x="228121" y="96398"/>
                    <a:pt x="240901" y="82992"/>
                    <a:pt x="257514" y="82992"/>
                  </a:cubicBezTo>
                  <a:cubicBezTo>
                    <a:pt x="273489" y="82992"/>
                    <a:pt x="286908" y="95760"/>
                    <a:pt x="286908" y="112358"/>
                  </a:cubicBezTo>
                  <a:cubicBezTo>
                    <a:pt x="286908" y="128318"/>
                    <a:pt x="274128" y="141724"/>
                    <a:pt x="257514" y="141724"/>
                  </a:cubicBezTo>
                  <a:cubicBezTo>
                    <a:pt x="247930" y="141724"/>
                    <a:pt x="239623" y="137256"/>
                    <a:pt x="233872" y="130233"/>
                  </a:cubicBezTo>
                  <a:lnTo>
                    <a:pt x="133550" y="174921"/>
                  </a:lnTo>
                  <a:cubicBezTo>
                    <a:pt x="134189" y="176836"/>
                    <a:pt x="134189" y="178752"/>
                    <a:pt x="134189" y="180667"/>
                  </a:cubicBezTo>
                  <a:lnTo>
                    <a:pt x="134189" y="180667"/>
                  </a:lnTo>
                  <a:close/>
                </a:path>
              </a:pathLst>
            </a:custGeom>
            <a:solidFill>
              <a:srgbClr val="007680"/>
            </a:solidFill>
            <a:ln w="6390" cap="flat">
              <a:noFill/>
              <a:prstDash val="solid"/>
              <a:miter/>
            </a:ln>
          </p:spPr>
          <p:txBody>
            <a:bodyPr rtlCol="0" anchor="ctr"/>
            <a:lstStyle/>
            <a:p>
              <a:endParaRPr lang="en-US"/>
            </a:p>
          </p:txBody>
        </p:sp>
      </p:grpSp>
      <p:grpSp>
        <p:nvGrpSpPr>
          <p:cNvPr id="260" name="Graphic 4">
            <a:extLst>
              <a:ext uri="{FF2B5EF4-FFF2-40B4-BE49-F238E27FC236}">
                <a16:creationId xmlns:a16="http://schemas.microsoft.com/office/drawing/2014/main" id="{2E00CE99-4F60-9648-AC4B-985F2D45BE89}"/>
              </a:ext>
            </a:extLst>
          </p:cNvPr>
          <p:cNvGrpSpPr>
            <a:grpSpLocks noChangeAspect="1"/>
          </p:cNvGrpSpPr>
          <p:nvPr/>
        </p:nvGrpSpPr>
        <p:grpSpPr>
          <a:xfrm>
            <a:off x="4045469" y="1873861"/>
            <a:ext cx="362309" cy="361971"/>
            <a:chOff x="4045469" y="1873861"/>
            <a:chExt cx="362309" cy="361971"/>
          </a:xfrm>
          <a:solidFill>
            <a:srgbClr val="00ABAB"/>
          </a:solidFill>
        </p:grpSpPr>
        <p:sp>
          <p:nvSpPr>
            <p:cNvPr id="261" name="Graphic 4">
              <a:extLst>
                <a:ext uri="{FF2B5EF4-FFF2-40B4-BE49-F238E27FC236}">
                  <a16:creationId xmlns:a16="http://schemas.microsoft.com/office/drawing/2014/main" id="{6EF3FD03-A7C9-F745-A547-C664A5A8ED95}"/>
                </a:ext>
              </a:extLst>
            </p:cNvPr>
            <p:cNvSpPr/>
            <p:nvPr/>
          </p:nvSpPr>
          <p:spPr>
            <a:xfrm>
              <a:off x="4131094" y="1967067"/>
              <a:ext cx="126520" cy="175559"/>
            </a:xfrm>
            <a:custGeom>
              <a:avLst/>
              <a:gdLst>
                <a:gd name="connsiteX0" fmla="*/ 125882 w 126520"/>
                <a:gd name="connsiteY0" fmla="*/ 60009 h 175559"/>
                <a:gd name="connsiteX1" fmla="*/ 120770 w 126520"/>
                <a:gd name="connsiteY1" fmla="*/ 50433 h 175559"/>
                <a:gd name="connsiteX2" fmla="*/ 97127 w 126520"/>
                <a:gd name="connsiteY2" fmla="*/ 54902 h 175559"/>
                <a:gd name="connsiteX3" fmla="*/ 92654 w 126520"/>
                <a:gd name="connsiteY3" fmla="*/ 31281 h 175559"/>
                <a:gd name="connsiteX4" fmla="*/ 106712 w 126520"/>
                <a:gd name="connsiteY4" fmla="*/ 24259 h 175559"/>
                <a:gd name="connsiteX5" fmla="*/ 118214 w 126520"/>
                <a:gd name="connsiteY5" fmla="*/ 28728 h 175559"/>
                <a:gd name="connsiteX6" fmla="*/ 123326 w 126520"/>
                <a:gd name="connsiteY6" fmla="*/ 5107 h 175559"/>
                <a:gd name="connsiteX7" fmla="*/ 91376 w 126520"/>
                <a:gd name="connsiteY7" fmla="*/ 0 h 175559"/>
                <a:gd name="connsiteX8" fmla="*/ 61343 w 126520"/>
                <a:gd name="connsiteY8" fmla="*/ 4469 h 175559"/>
                <a:gd name="connsiteX9" fmla="*/ 21726 w 126520"/>
                <a:gd name="connsiteY9" fmla="*/ 30643 h 175559"/>
                <a:gd name="connsiteX10" fmla="*/ 0 w 126520"/>
                <a:gd name="connsiteY10" fmla="*/ 86184 h 175559"/>
                <a:gd name="connsiteX11" fmla="*/ 18531 w 126520"/>
                <a:gd name="connsiteY11" fmla="*/ 139809 h 175559"/>
                <a:gd name="connsiteX12" fmla="*/ 91376 w 126520"/>
                <a:gd name="connsiteY12" fmla="*/ 175560 h 175559"/>
                <a:gd name="connsiteX13" fmla="*/ 102878 w 126520"/>
                <a:gd name="connsiteY13" fmla="*/ 172368 h 175559"/>
                <a:gd name="connsiteX14" fmla="*/ 102239 w 126520"/>
                <a:gd name="connsiteY14" fmla="*/ 162153 h 175559"/>
                <a:gd name="connsiteX15" fmla="*/ 95210 w 126520"/>
                <a:gd name="connsiteY15" fmla="*/ 155131 h 175559"/>
                <a:gd name="connsiteX16" fmla="*/ 82430 w 126520"/>
                <a:gd name="connsiteY16" fmla="*/ 135341 h 175559"/>
                <a:gd name="connsiteX17" fmla="*/ 88820 w 126520"/>
                <a:gd name="connsiteY17" fmla="*/ 115550 h 175559"/>
                <a:gd name="connsiteX18" fmla="*/ 112463 w 126520"/>
                <a:gd name="connsiteY18" fmla="*/ 109805 h 175559"/>
                <a:gd name="connsiteX19" fmla="*/ 126521 w 126520"/>
                <a:gd name="connsiteY19" fmla="*/ 109805 h 175559"/>
                <a:gd name="connsiteX20" fmla="*/ 125243 w 126520"/>
                <a:gd name="connsiteY20" fmla="*/ 91929 h 175559"/>
                <a:gd name="connsiteX21" fmla="*/ 125882 w 126520"/>
                <a:gd name="connsiteY21" fmla="*/ 60009 h 175559"/>
                <a:gd name="connsiteX22" fmla="*/ 53676 w 126520"/>
                <a:gd name="connsiteY22" fmla="*/ 39581 h 175559"/>
                <a:gd name="connsiteX23" fmla="*/ 70928 w 126520"/>
                <a:gd name="connsiteY23" fmla="*/ 56817 h 175559"/>
                <a:gd name="connsiteX24" fmla="*/ 53676 w 126520"/>
                <a:gd name="connsiteY24" fmla="*/ 74054 h 175559"/>
                <a:gd name="connsiteX25" fmla="*/ 36423 w 126520"/>
                <a:gd name="connsiteY25" fmla="*/ 56817 h 175559"/>
                <a:gd name="connsiteX26" fmla="*/ 36423 w 126520"/>
                <a:gd name="connsiteY26" fmla="*/ 56817 h 175559"/>
                <a:gd name="connsiteX27" fmla="*/ 53676 w 126520"/>
                <a:gd name="connsiteY27" fmla="*/ 39581 h 175559"/>
                <a:gd name="connsiteX28" fmla="*/ 53676 w 126520"/>
                <a:gd name="connsiteY28" fmla="*/ 39581 h 175559"/>
                <a:gd name="connsiteX29" fmla="*/ 53676 w 126520"/>
                <a:gd name="connsiteY29" fmla="*/ 39581 h 175559"/>
                <a:gd name="connsiteX30" fmla="*/ 58148 w 126520"/>
                <a:gd name="connsiteY30" fmla="*/ 129595 h 175559"/>
                <a:gd name="connsiteX31" fmla="*/ 40896 w 126520"/>
                <a:gd name="connsiteY31" fmla="*/ 112358 h 175559"/>
                <a:gd name="connsiteX32" fmla="*/ 58148 w 126520"/>
                <a:gd name="connsiteY32" fmla="*/ 95121 h 175559"/>
                <a:gd name="connsiteX33" fmla="*/ 75401 w 126520"/>
                <a:gd name="connsiteY33" fmla="*/ 112358 h 175559"/>
                <a:gd name="connsiteX34" fmla="*/ 75401 w 126520"/>
                <a:gd name="connsiteY34" fmla="*/ 112358 h 175559"/>
                <a:gd name="connsiteX35" fmla="*/ 58148 w 126520"/>
                <a:gd name="connsiteY35" fmla="*/ 129595 h 175559"/>
                <a:gd name="connsiteX36" fmla="*/ 58148 w 126520"/>
                <a:gd name="connsiteY36" fmla="*/ 129595 h 1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6520" h="175559">
                  <a:moveTo>
                    <a:pt x="125882" y="60009"/>
                  </a:moveTo>
                  <a:cubicBezTo>
                    <a:pt x="123326" y="56817"/>
                    <a:pt x="122048" y="53625"/>
                    <a:pt x="120770" y="50433"/>
                  </a:cubicBezTo>
                  <a:cubicBezTo>
                    <a:pt x="115658" y="58094"/>
                    <a:pt x="104795" y="60009"/>
                    <a:pt x="97127" y="54902"/>
                  </a:cubicBezTo>
                  <a:cubicBezTo>
                    <a:pt x="89459" y="49795"/>
                    <a:pt x="87542" y="38942"/>
                    <a:pt x="92654" y="31281"/>
                  </a:cubicBezTo>
                  <a:cubicBezTo>
                    <a:pt x="95849" y="26813"/>
                    <a:pt x="100961" y="23621"/>
                    <a:pt x="106712" y="24259"/>
                  </a:cubicBezTo>
                  <a:cubicBezTo>
                    <a:pt x="111185" y="24259"/>
                    <a:pt x="115019" y="25536"/>
                    <a:pt x="118214" y="28728"/>
                  </a:cubicBezTo>
                  <a:cubicBezTo>
                    <a:pt x="118853" y="20429"/>
                    <a:pt x="120131" y="12768"/>
                    <a:pt x="123326" y="5107"/>
                  </a:cubicBezTo>
                  <a:cubicBezTo>
                    <a:pt x="113102" y="1915"/>
                    <a:pt x="102239" y="638"/>
                    <a:pt x="91376" y="0"/>
                  </a:cubicBezTo>
                  <a:cubicBezTo>
                    <a:pt x="81152" y="0"/>
                    <a:pt x="70928" y="1277"/>
                    <a:pt x="61343" y="4469"/>
                  </a:cubicBezTo>
                  <a:cubicBezTo>
                    <a:pt x="46008" y="9576"/>
                    <a:pt x="31950" y="18514"/>
                    <a:pt x="21726" y="30643"/>
                  </a:cubicBezTo>
                  <a:cubicBezTo>
                    <a:pt x="7668" y="45965"/>
                    <a:pt x="0" y="65755"/>
                    <a:pt x="0" y="86184"/>
                  </a:cubicBezTo>
                  <a:cubicBezTo>
                    <a:pt x="0" y="105336"/>
                    <a:pt x="7029" y="124488"/>
                    <a:pt x="18531" y="139809"/>
                  </a:cubicBezTo>
                  <a:cubicBezTo>
                    <a:pt x="36423" y="161515"/>
                    <a:pt x="63261" y="174921"/>
                    <a:pt x="91376" y="175560"/>
                  </a:cubicBezTo>
                  <a:cubicBezTo>
                    <a:pt x="99044" y="175560"/>
                    <a:pt x="102239" y="174283"/>
                    <a:pt x="102878" y="172368"/>
                  </a:cubicBezTo>
                  <a:cubicBezTo>
                    <a:pt x="104795" y="169176"/>
                    <a:pt x="104795" y="165345"/>
                    <a:pt x="102239" y="162153"/>
                  </a:cubicBezTo>
                  <a:cubicBezTo>
                    <a:pt x="100322" y="159600"/>
                    <a:pt x="97766" y="157046"/>
                    <a:pt x="95210" y="155131"/>
                  </a:cubicBezTo>
                  <a:cubicBezTo>
                    <a:pt x="88820" y="150662"/>
                    <a:pt x="83708" y="143001"/>
                    <a:pt x="82430" y="135341"/>
                  </a:cubicBezTo>
                  <a:cubicBezTo>
                    <a:pt x="81152" y="128318"/>
                    <a:pt x="83708" y="120657"/>
                    <a:pt x="88820" y="115550"/>
                  </a:cubicBezTo>
                  <a:cubicBezTo>
                    <a:pt x="95849" y="110443"/>
                    <a:pt x="104156" y="108528"/>
                    <a:pt x="112463" y="109805"/>
                  </a:cubicBezTo>
                  <a:lnTo>
                    <a:pt x="126521" y="109805"/>
                  </a:lnTo>
                  <a:lnTo>
                    <a:pt x="125243" y="91929"/>
                  </a:lnTo>
                  <a:lnTo>
                    <a:pt x="125882" y="60009"/>
                  </a:lnTo>
                  <a:close/>
                  <a:moveTo>
                    <a:pt x="53676" y="39581"/>
                  </a:moveTo>
                  <a:cubicBezTo>
                    <a:pt x="63261" y="39581"/>
                    <a:pt x="70928" y="47241"/>
                    <a:pt x="70928" y="56817"/>
                  </a:cubicBezTo>
                  <a:cubicBezTo>
                    <a:pt x="70928" y="66393"/>
                    <a:pt x="63261" y="74054"/>
                    <a:pt x="53676" y="74054"/>
                  </a:cubicBezTo>
                  <a:cubicBezTo>
                    <a:pt x="44091" y="74054"/>
                    <a:pt x="36423" y="66393"/>
                    <a:pt x="36423" y="56817"/>
                  </a:cubicBezTo>
                  <a:lnTo>
                    <a:pt x="36423" y="56817"/>
                  </a:lnTo>
                  <a:cubicBezTo>
                    <a:pt x="36423" y="47241"/>
                    <a:pt x="44091" y="39581"/>
                    <a:pt x="53676" y="39581"/>
                  </a:cubicBezTo>
                  <a:cubicBezTo>
                    <a:pt x="53676" y="39581"/>
                    <a:pt x="53676" y="39581"/>
                    <a:pt x="53676" y="39581"/>
                  </a:cubicBezTo>
                  <a:lnTo>
                    <a:pt x="53676" y="39581"/>
                  </a:lnTo>
                  <a:close/>
                  <a:moveTo>
                    <a:pt x="58148" y="129595"/>
                  </a:moveTo>
                  <a:cubicBezTo>
                    <a:pt x="48563" y="129595"/>
                    <a:pt x="40896" y="121934"/>
                    <a:pt x="40896" y="112358"/>
                  </a:cubicBezTo>
                  <a:cubicBezTo>
                    <a:pt x="40896" y="102782"/>
                    <a:pt x="48563" y="95121"/>
                    <a:pt x="58148" y="95121"/>
                  </a:cubicBezTo>
                  <a:cubicBezTo>
                    <a:pt x="67733" y="95121"/>
                    <a:pt x="75401" y="102782"/>
                    <a:pt x="75401" y="112358"/>
                  </a:cubicBezTo>
                  <a:lnTo>
                    <a:pt x="75401" y="112358"/>
                  </a:lnTo>
                  <a:cubicBezTo>
                    <a:pt x="75401" y="121934"/>
                    <a:pt x="67733" y="129595"/>
                    <a:pt x="58148" y="129595"/>
                  </a:cubicBezTo>
                  <a:lnTo>
                    <a:pt x="58148" y="129595"/>
                  </a:lnTo>
                  <a:close/>
                </a:path>
              </a:pathLst>
            </a:custGeom>
            <a:solidFill>
              <a:srgbClr val="00ABAB"/>
            </a:solidFill>
            <a:ln w="6390" cap="flat">
              <a:noFill/>
              <a:prstDash val="solid"/>
              <a:miter/>
            </a:ln>
          </p:spPr>
          <p:txBody>
            <a:bodyPr rtlCol="0" anchor="ctr"/>
            <a:lstStyle/>
            <a:p>
              <a:endParaRPr lang="en-US"/>
            </a:p>
          </p:txBody>
        </p:sp>
        <p:sp>
          <p:nvSpPr>
            <p:cNvPr id="262" name="Graphic 4">
              <a:extLst>
                <a:ext uri="{FF2B5EF4-FFF2-40B4-BE49-F238E27FC236}">
                  <a16:creationId xmlns:a16="http://schemas.microsoft.com/office/drawing/2014/main" id="{FF754BD7-5458-A14D-905F-A215BF8EFABE}"/>
                </a:ext>
              </a:extLst>
            </p:cNvPr>
            <p:cNvSpPr/>
            <p:nvPr/>
          </p:nvSpPr>
          <p:spPr>
            <a:xfrm>
              <a:off x="4269756" y="2037291"/>
              <a:ext cx="19808" cy="121934"/>
            </a:xfrm>
            <a:custGeom>
              <a:avLst/>
              <a:gdLst>
                <a:gd name="connsiteX0" fmla="*/ 19809 w 19808"/>
                <a:gd name="connsiteY0" fmla="*/ 3830 h 121934"/>
                <a:gd name="connsiteX1" fmla="*/ 15975 w 19808"/>
                <a:gd name="connsiteY1" fmla="*/ 4469 h 121934"/>
                <a:gd name="connsiteX2" fmla="*/ 8307 w 19808"/>
                <a:gd name="connsiteY2" fmla="*/ 3192 h 121934"/>
                <a:gd name="connsiteX3" fmla="*/ 0 w 19808"/>
                <a:gd name="connsiteY3" fmla="*/ 0 h 121934"/>
                <a:gd name="connsiteX4" fmla="*/ 0 w 19808"/>
                <a:gd name="connsiteY4" fmla="*/ 21706 h 121934"/>
                <a:gd name="connsiteX5" fmla="*/ 7668 w 19808"/>
                <a:gd name="connsiteY5" fmla="*/ 121934 h 121934"/>
                <a:gd name="connsiteX6" fmla="*/ 12141 w 19808"/>
                <a:gd name="connsiteY6" fmla="*/ 121934 h 121934"/>
                <a:gd name="connsiteX7" fmla="*/ 19809 w 19808"/>
                <a:gd name="connsiteY7" fmla="*/ 29366 h 121934"/>
                <a:gd name="connsiteX8" fmla="*/ 19809 w 19808"/>
                <a:gd name="connsiteY8" fmla="*/ 3830 h 12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8" h="121934">
                  <a:moveTo>
                    <a:pt x="19809" y="3830"/>
                  </a:moveTo>
                  <a:cubicBezTo>
                    <a:pt x="18531" y="3830"/>
                    <a:pt x="17253" y="4469"/>
                    <a:pt x="15975" y="4469"/>
                  </a:cubicBezTo>
                  <a:cubicBezTo>
                    <a:pt x="13419" y="4469"/>
                    <a:pt x="10863" y="3830"/>
                    <a:pt x="8307" y="3192"/>
                  </a:cubicBezTo>
                  <a:cubicBezTo>
                    <a:pt x="5112" y="2554"/>
                    <a:pt x="2556" y="1277"/>
                    <a:pt x="0" y="0"/>
                  </a:cubicBezTo>
                  <a:lnTo>
                    <a:pt x="0" y="21706"/>
                  </a:lnTo>
                  <a:lnTo>
                    <a:pt x="7668" y="121934"/>
                  </a:lnTo>
                  <a:lnTo>
                    <a:pt x="12141" y="121934"/>
                  </a:lnTo>
                  <a:lnTo>
                    <a:pt x="19809" y="29366"/>
                  </a:lnTo>
                  <a:lnTo>
                    <a:pt x="19809" y="3830"/>
                  </a:lnTo>
                  <a:close/>
                </a:path>
              </a:pathLst>
            </a:custGeom>
            <a:solidFill>
              <a:srgbClr val="00ABAB"/>
            </a:solidFill>
            <a:ln w="6390" cap="flat">
              <a:noFill/>
              <a:prstDash val="solid"/>
              <a:miter/>
            </a:ln>
          </p:spPr>
          <p:txBody>
            <a:bodyPr rtlCol="0" anchor="ctr"/>
            <a:lstStyle/>
            <a:p>
              <a:endParaRPr lang="en-US"/>
            </a:p>
          </p:txBody>
        </p:sp>
        <p:sp>
          <p:nvSpPr>
            <p:cNvPr id="263" name="Graphic 4">
              <a:extLst>
                <a:ext uri="{FF2B5EF4-FFF2-40B4-BE49-F238E27FC236}">
                  <a16:creationId xmlns:a16="http://schemas.microsoft.com/office/drawing/2014/main" id="{7A838130-0A75-1E47-9629-47E1C0CC961B}"/>
                </a:ext>
              </a:extLst>
            </p:cNvPr>
            <p:cNvSpPr/>
            <p:nvPr/>
          </p:nvSpPr>
          <p:spPr>
            <a:xfrm>
              <a:off x="4261327" y="1956853"/>
              <a:ext cx="37750" cy="72362"/>
            </a:xfrm>
            <a:custGeom>
              <a:avLst/>
              <a:gdLst>
                <a:gd name="connsiteX0" fmla="*/ 19930 w 37750"/>
                <a:gd name="connsiteY0" fmla="*/ 71501 h 72362"/>
                <a:gd name="connsiteX1" fmla="*/ 33988 w 37750"/>
                <a:gd name="connsiteY1" fmla="*/ 67670 h 72362"/>
                <a:gd name="connsiteX2" fmla="*/ 29515 w 37750"/>
                <a:gd name="connsiteY2" fmla="*/ 23621 h 72362"/>
                <a:gd name="connsiteX3" fmla="*/ 19291 w 37750"/>
                <a:gd name="connsiteY3" fmla="*/ 0 h 72362"/>
                <a:gd name="connsiteX4" fmla="*/ 122 w 37750"/>
                <a:gd name="connsiteY4" fmla="*/ 44688 h 72362"/>
                <a:gd name="connsiteX5" fmla="*/ 19930 w 37750"/>
                <a:gd name="connsiteY5" fmla="*/ 71501 h 72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750" h="72362">
                  <a:moveTo>
                    <a:pt x="19930" y="71501"/>
                  </a:moveTo>
                  <a:cubicBezTo>
                    <a:pt x="25042" y="73416"/>
                    <a:pt x="30793" y="72139"/>
                    <a:pt x="33988" y="67670"/>
                  </a:cubicBezTo>
                  <a:cubicBezTo>
                    <a:pt x="40378" y="58094"/>
                    <a:pt x="38461" y="37027"/>
                    <a:pt x="29515" y="23621"/>
                  </a:cubicBezTo>
                  <a:cubicBezTo>
                    <a:pt x="24403" y="16598"/>
                    <a:pt x="20569" y="8299"/>
                    <a:pt x="19291" y="0"/>
                  </a:cubicBezTo>
                  <a:cubicBezTo>
                    <a:pt x="6512" y="11491"/>
                    <a:pt x="-518" y="27451"/>
                    <a:pt x="122" y="44688"/>
                  </a:cubicBezTo>
                  <a:cubicBezTo>
                    <a:pt x="-1156" y="57456"/>
                    <a:pt x="7789" y="68947"/>
                    <a:pt x="19930" y="71501"/>
                  </a:cubicBezTo>
                  <a:close/>
                </a:path>
              </a:pathLst>
            </a:custGeom>
            <a:solidFill>
              <a:srgbClr val="00ABAB"/>
            </a:solidFill>
            <a:ln w="6390" cap="flat">
              <a:noFill/>
              <a:prstDash val="solid"/>
              <a:miter/>
            </a:ln>
          </p:spPr>
          <p:txBody>
            <a:bodyPr rtlCol="0" anchor="ctr"/>
            <a:lstStyle/>
            <a:p>
              <a:endParaRPr lang="en-US"/>
            </a:p>
          </p:txBody>
        </p:sp>
        <p:sp>
          <p:nvSpPr>
            <p:cNvPr id="264" name="Graphic 4">
              <a:extLst>
                <a:ext uri="{FF2B5EF4-FFF2-40B4-BE49-F238E27FC236}">
                  <a16:creationId xmlns:a16="http://schemas.microsoft.com/office/drawing/2014/main" id="{B0B7FA60-3A47-5C46-8516-ADE0FD18D188}"/>
                </a:ext>
              </a:extLst>
            </p:cNvPr>
            <p:cNvSpPr/>
            <p:nvPr/>
          </p:nvSpPr>
          <p:spPr>
            <a:xfrm>
              <a:off x="4301705" y="2016862"/>
              <a:ext cx="21527" cy="59371"/>
            </a:xfrm>
            <a:custGeom>
              <a:avLst/>
              <a:gdLst>
                <a:gd name="connsiteX0" fmla="*/ 3834 w 21527"/>
                <a:gd name="connsiteY0" fmla="*/ 14683 h 59371"/>
                <a:gd name="connsiteX1" fmla="*/ 639 w 21527"/>
                <a:gd name="connsiteY1" fmla="*/ 17875 h 59371"/>
                <a:gd name="connsiteX2" fmla="*/ 639 w 21527"/>
                <a:gd name="connsiteY2" fmla="*/ 49795 h 59371"/>
                <a:gd name="connsiteX3" fmla="*/ 0 w 21527"/>
                <a:gd name="connsiteY3" fmla="*/ 59371 h 59371"/>
                <a:gd name="connsiteX4" fmla="*/ 19170 w 21527"/>
                <a:gd name="connsiteY4" fmla="*/ 49795 h 59371"/>
                <a:gd name="connsiteX5" fmla="*/ 8946 w 21527"/>
                <a:gd name="connsiteY5" fmla="*/ 0 h 59371"/>
                <a:gd name="connsiteX6" fmla="*/ 3834 w 21527"/>
                <a:gd name="connsiteY6" fmla="*/ 14683 h 59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27" h="59371">
                  <a:moveTo>
                    <a:pt x="3834" y="14683"/>
                  </a:moveTo>
                  <a:cubicBezTo>
                    <a:pt x="3195" y="15960"/>
                    <a:pt x="1917" y="17237"/>
                    <a:pt x="639" y="17875"/>
                  </a:cubicBezTo>
                  <a:lnTo>
                    <a:pt x="639" y="49795"/>
                  </a:lnTo>
                  <a:lnTo>
                    <a:pt x="0" y="59371"/>
                  </a:lnTo>
                  <a:cubicBezTo>
                    <a:pt x="10224" y="58733"/>
                    <a:pt x="16614" y="55541"/>
                    <a:pt x="19170" y="49795"/>
                  </a:cubicBezTo>
                  <a:cubicBezTo>
                    <a:pt x="25560" y="37666"/>
                    <a:pt x="17892" y="16598"/>
                    <a:pt x="8946" y="0"/>
                  </a:cubicBezTo>
                  <a:cubicBezTo>
                    <a:pt x="8307" y="5746"/>
                    <a:pt x="6390" y="10214"/>
                    <a:pt x="3834" y="14683"/>
                  </a:cubicBezTo>
                  <a:close/>
                </a:path>
              </a:pathLst>
            </a:custGeom>
            <a:solidFill>
              <a:srgbClr val="00ABAB"/>
            </a:solidFill>
            <a:ln w="6390" cap="flat">
              <a:noFill/>
              <a:prstDash val="solid"/>
              <a:miter/>
            </a:ln>
          </p:spPr>
          <p:txBody>
            <a:bodyPr rtlCol="0" anchor="ctr"/>
            <a:lstStyle/>
            <a:p>
              <a:endParaRPr lang="en-US"/>
            </a:p>
          </p:txBody>
        </p:sp>
        <p:sp>
          <p:nvSpPr>
            <p:cNvPr id="265" name="Graphic 4">
              <a:extLst>
                <a:ext uri="{FF2B5EF4-FFF2-40B4-BE49-F238E27FC236}">
                  <a16:creationId xmlns:a16="http://schemas.microsoft.com/office/drawing/2014/main" id="{110F0BAE-2C70-DF4C-AEBD-E7444F598C19}"/>
                </a:ext>
              </a:extLst>
            </p:cNvPr>
            <p:cNvSpPr/>
            <p:nvPr/>
          </p:nvSpPr>
          <p:spPr>
            <a:xfrm>
              <a:off x="4045469" y="1873861"/>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86908 w 362309"/>
                <a:gd name="connsiteY6" fmla="*/ 199180 h 361971"/>
                <a:gd name="connsiteX7" fmla="*/ 254959 w 362309"/>
                <a:gd name="connsiteY7" fmla="*/ 215779 h 361971"/>
                <a:gd name="connsiteX8" fmla="*/ 248569 w 362309"/>
                <a:gd name="connsiteY8" fmla="*/ 292387 h 361971"/>
                <a:gd name="connsiteX9" fmla="*/ 242179 w 362309"/>
                <a:gd name="connsiteY9" fmla="*/ 298132 h 361971"/>
                <a:gd name="connsiteX10" fmla="*/ 225565 w 362309"/>
                <a:gd name="connsiteY10" fmla="*/ 298132 h 361971"/>
                <a:gd name="connsiteX11" fmla="*/ 219175 w 362309"/>
                <a:gd name="connsiteY11" fmla="*/ 292387 h 361971"/>
                <a:gd name="connsiteX12" fmla="*/ 213424 w 362309"/>
                <a:gd name="connsiteY12" fmla="*/ 216417 h 361971"/>
                <a:gd name="connsiteX13" fmla="*/ 198088 w 362309"/>
                <a:gd name="connsiteY13" fmla="*/ 216417 h 361971"/>
                <a:gd name="connsiteX14" fmla="*/ 183391 w 362309"/>
                <a:gd name="connsiteY14" fmla="*/ 218971 h 361971"/>
                <a:gd name="connsiteX15" fmla="*/ 181474 w 362309"/>
                <a:gd name="connsiteY15" fmla="*/ 227270 h 361971"/>
                <a:gd name="connsiteX16" fmla="*/ 189781 w 362309"/>
                <a:gd name="connsiteY16" fmla="*/ 239399 h 361971"/>
                <a:gd name="connsiteX17" fmla="*/ 198727 w 362309"/>
                <a:gd name="connsiteY17" fmla="*/ 248975 h 361971"/>
                <a:gd name="connsiteX18" fmla="*/ 198727 w 362309"/>
                <a:gd name="connsiteY18" fmla="*/ 274511 h 361971"/>
                <a:gd name="connsiteX19" fmla="*/ 177001 w 362309"/>
                <a:gd name="connsiteY19" fmla="*/ 282172 h 361971"/>
                <a:gd name="connsiteX20" fmla="*/ 93932 w 362309"/>
                <a:gd name="connsiteY20" fmla="*/ 241315 h 361971"/>
                <a:gd name="connsiteX21" fmla="*/ 72845 w 362309"/>
                <a:gd name="connsiteY21" fmla="*/ 180028 h 361971"/>
                <a:gd name="connsiteX22" fmla="*/ 97766 w 362309"/>
                <a:gd name="connsiteY22" fmla="*/ 116189 h 361971"/>
                <a:gd name="connsiteX23" fmla="*/ 143774 w 362309"/>
                <a:gd name="connsiteY23" fmla="*/ 85545 h 361971"/>
                <a:gd name="connsiteX24" fmla="*/ 177641 w 362309"/>
                <a:gd name="connsiteY24" fmla="*/ 80438 h 361971"/>
                <a:gd name="connsiteX25" fmla="*/ 215980 w 362309"/>
                <a:gd name="connsiteY25" fmla="*/ 86822 h 361971"/>
                <a:gd name="connsiteX26" fmla="*/ 240901 w 362309"/>
                <a:gd name="connsiteY26" fmla="*/ 64478 h 361971"/>
                <a:gd name="connsiteX27" fmla="*/ 249208 w 362309"/>
                <a:gd name="connsiteY27" fmla="*/ 67670 h 361971"/>
                <a:gd name="connsiteX28" fmla="*/ 248569 w 362309"/>
                <a:gd name="connsiteY28" fmla="*/ 73416 h 361971"/>
                <a:gd name="connsiteX29" fmla="*/ 256876 w 362309"/>
                <a:gd name="connsiteY29" fmla="*/ 98952 h 361971"/>
                <a:gd name="connsiteX30" fmla="*/ 264544 w 362309"/>
                <a:gd name="connsiteY30" fmla="*/ 114273 h 361971"/>
                <a:gd name="connsiteX31" fmla="*/ 265182 w 362309"/>
                <a:gd name="connsiteY31" fmla="*/ 114912 h 361971"/>
                <a:gd name="connsiteX32" fmla="*/ 286908 w 362309"/>
                <a:gd name="connsiteY32" fmla="*/ 19918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309" h="361971">
                  <a:moveTo>
                    <a:pt x="181474" y="0"/>
                  </a:moveTo>
                  <a:cubicBezTo>
                    <a:pt x="81152" y="0"/>
                    <a:pt x="0" y="81077"/>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286908" y="199180"/>
                  </a:moveTo>
                  <a:cubicBezTo>
                    <a:pt x="281796" y="209395"/>
                    <a:pt x="270934" y="215140"/>
                    <a:pt x="254959" y="215779"/>
                  </a:cubicBezTo>
                  <a:lnTo>
                    <a:pt x="248569" y="292387"/>
                  </a:lnTo>
                  <a:cubicBezTo>
                    <a:pt x="248569" y="295579"/>
                    <a:pt x="245374" y="298132"/>
                    <a:pt x="242179" y="298132"/>
                  </a:cubicBezTo>
                  <a:lnTo>
                    <a:pt x="225565" y="298132"/>
                  </a:lnTo>
                  <a:cubicBezTo>
                    <a:pt x="222370" y="298132"/>
                    <a:pt x="219175" y="295579"/>
                    <a:pt x="219175" y="292387"/>
                  </a:cubicBezTo>
                  <a:lnTo>
                    <a:pt x="213424" y="216417"/>
                  </a:lnTo>
                  <a:lnTo>
                    <a:pt x="198088" y="216417"/>
                  </a:lnTo>
                  <a:cubicBezTo>
                    <a:pt x="192976" y="215779"/>
                    <a:pt x="187864" y="216417"/>
                    <a:pt x="183391" y="218971"/>
                  </a:cubicBezTo>
                  <a:cubicBezTo>
                    <a:pt x="181474" y="220886"/>
                    <a:pt x="180836" y="224078"/>
                    <a:pt x="181474" y="227270"/>
                  </a:cubicBezTo>
                  <a:cubicBezTo>
                    <a:pt x="182752" y="232377"/>
                    <a:pt x="185947" y="236846"/>
                    <a:pt x="189781" y="239399"/>
                  </a:cubicBezTo>
                  <a:cubicBezTo>
                    <a:pt x="192976" y="241953"/>
                    <a:pt x="196171" y="245145"/>
                    <a:pt x="198727" y="248975"/>
                  </a:cubicBezTo>
                  <a:cubicBezTo>
                    <a:pt x="203839" y="256636"/>
                    <a:pt x="203839" y="266851"/>
                    <a:pt x="198727" y="274511"/>
                  </a:cubicBezTo>
                  <a:cubicBezTo>
                    <a:pt x="192976" y="280257"/>
                    <a:pt x="185308" y="282811"/>
                    <a:pt x="177001" y="282172"/>
                  </a:cubicBezTo>
                  <a:cubicBezTo>
                    <a:pt x="144413" y="281534"/>
                    <a:pt x="114380" y="266212"/>
                    <a:pt x="93932" y="241315"/>
                  </a:cubicBezTo>
                  <a:cubicBezTo>
                    <a:pt x="80513" y="223439"/>
                    <a:pt x="72845" y="202372"/>
                    <a:pt x="72845" y="180028"/>
                  </a:cubicBezTo>
                  <a:cubicBezTo>
                    <a:pt x="72845" y="156408"/>
                    <a:pt x="81792" y="133425"/>
                    <a:pt x="97766" y="116189"/>
                  </a:cubicBezTo>
                  <a:cubicBezTo>
                    <a:pt x="109907" y="102144"/>
                    <a:pt x="125882" y="91291"/>
                    <a:pt x="143774" y="85545"/>
                  </a:cubicBezTo>
                  <a:cubicBezTo>
                    <a:pt x="154637" y="82353"/>
                    <a:pt x="166138" y="80438"/>
                    <a:pt x="177641" y="80438"/>
                  </a:cubicBezTo>
                  <a:cubicBezTo>
                    <a:pt x="190420" y="80438"/>
                    <a:pt x="203839" y="82992"/>
                    <a:pt x="215980" y="86822"/>
                  </a:cubicBezTo>
                  <a:cubicBezTo>
                    <a:pt x="222370" y="77246"/>
                    <a:pt x="230677" y="69585"/>
                    <a:pt x="240901" y="64478"/>
                  </a:cubicBezTo>
                  <a:cubicBezTo>
                    <a:pt x="244096" y="63201"/>
                    <a:pt x="247930" y="64478"/>
                    <a:pt x="249208" y="67670"/>
                  </a:cubicBezTo>
                  <a:cubicBezTo>
                    <a:pt x="249847" y="69585"/>
                    <a:pt x="249847" y="72139"/>
                    <a:pt x="248569" y="73416"/>
                  </a:cubicBezTo>
                  <a:cubicBezTo>
                    <a:pt x="248569" y="74054"/>
                    <a:pt x="245374" y="81715"/>
                    <a:pt x="256876" y="98952"/>
                  </a:cubicBezTo>
                  <a:cubicBezTo>
                    <a:pt x="260071" y="104059"/>
                    <a:pt x="262627" y="109166"/>
                    <a:pt x="264544" y="114273"/>
                  </a:cubicBezTo>
                  <a:cubicBezTo>
                    <a:pt x="264544" y="114273"/>
                    <a:pt x="265182" y="114912"/>
                    <a:pt x="265182" y="114912"/>
                  </a:cubicBezTo>
                  <a:cubicBezTo>
                    <a:pt x="267739" y="121296"/>
                    <a:pt x="301605" y="171729"/>
                    <a:pt x="286908" y="199180"/>
                  </a:cubicBezTo>
                  <a:close/>
                </a:path>
              </a:pathLst>
            </a:custGeom>
            <a:solidFill>
              <a:srgbClr val="00ABAB"/>
            </a:solidFill>
            <a:ln w="6390" cap="flat">
              <a:noFill/>
              <a:prstDash val="solid"/>
              <a:miter/>
            </a:ln>
          </p:spPr>
          <p:txBody>
            <a:bodyPr rtlCol="0" anchor="ctr"/>
            <a:lstStyle/>
            <a:p>
              <a:endParaRPr lang="en-US"/>
            </a:p>
          </p:txBody>
        </p:sp>
      </p:grpSp>
      <p:grpSp>
        <p:nvGrpSpPr>
          <p:cNvPr id="266" name="Graphic 4">
            <a:extLst>
              <a:ext uri="{FF2B5EF4-FFF2-40B4-BE49-F238E27FC236}">
                <a16:creationId xmlns:a16="http://schemas.microsoft.com/office/drawing/2014/main" id="{DA9F2016-0B89-BC44-B5D2-020000842997}"/>
              </a:ext>
            </a:extLst>
          </p:cNvPr>
          <p:cNvGrpSpPr>
            <a:grpSpLocks noChangeAspect="1"/>
          </p:cNvGrpSpPr>
          <p:nvPr/>
        </p:nvGrpSpPr>
        <p:grpSpPr>
          <a:xfrm>
            <a:off x="3607758" y="4793256"/>
            <a:ext cx="362309" cy="361971"/>
            <a:chOff x="3607758" y="4793256"/>
            <a:chExt cx="362309" cy="361971"/>
          </a:xfrm>
          <a:solidFill>
            <a:srgbClr val="00ABAB"/>
          </a:solidFill>
        </p:grpSpPr>
        <p:sp>
          <p:nvSpPr>
            <p:cNvPr id="267" name="Graphic 4">
              <a:extLst>
                <a:ext uri="{FF2B5EF4-FFF2-40B4-BE49-F238E27FC236}">
                  <a16:creationId xmlns:a16="http://schemas.microsoft.com/office/drawing/2014/main" id="{2BE6825C-9387-D345-8A3F-D2B1294CC500}"/>
                </a:ext>
              </a:extLst>
            </p:cNvPr>
            <p:cNvSpPr/>
            <p:nvPr/>
          </p:nvSpPr>
          <p:spPr>
            <a:xfrm>
              <a:off x="3607758" y="479325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8565 h 361971"/>
                <a:gd name="connsiteX8" fmla="*/ 12780 w 362309"/>
                <a:gd name="connsiteY8" fmla="*/ 180667 h 361971"/>
                <a:gd name="connsiteX9" fmla="*/ 180836 w 362309"/>
                <a:gd name="connsiteY9" fmla="*/ 12129 h 361971"/>
                <a:gd name="connsiteX10" fmla="*/ 349530 w 362309"/>
                <a:gd name="connsiteY10" fmla="*/ 180028 h 361971"/>
                <a:gd name="connsiteX11" fmla="*/ 349530 w 362309"/>
                <a:gd name="connsiteY11" fmla="*/ 180028 h 361971"/>
                <a:gd name="connsiteX12" fmla="*/ 181474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cubicBezTo>
                    <a:pt x="362310" y="181305"/>
                    <a:pt x="362310" y="181305"/>
                    <a:pt x="362310" y="181305"/>
                  </a:cubicBezTo>
                  <a:cubicBezTo>
                    <a:pt x="362310" y="80438"/>
                    <a:pt x="281796" y="0"/>
                    <a:pt x="181474" y="0"/>
                  </a:cubicBezTo>
                  <a:cubicBezTo>
                    <a:pt x="181474" y="0"/>
                    <a:pt x="181474" y="0"/>
                    <a:pt x="181474" y="0"/>
                  </a:cubicBezTo>
                  <a:close/>
                  <a:moveTo>
                    <a:pt x="181474" y="348565"/>
                  </a:moveTo>
                  <a:cubicBezTo>
                    <a:pt x="88181" y="348565"/>
                    <a:pt x="12780" y="273234"/>
                    <a:pt x="12780" y="180667"/>
                  </a:cubicBezTo>
                  <a:cubicBezTo>
                    <a:pt x="12780" y="88099"/>
                    <a:pt x="88181" y="12129"/>
                    <a:pt x="180836" y="12129"/>
                  </a:cubicBezTo>
                  <a:cubicBezTo>
                    <a:pt x="274128" y="12129"/>
                    <a:pt x="349530" y="87461"/>
                    <a:pt x="349530" y="180028"/>
                  </a:cubicBezTo>
                  <a:lnTo>
                    <a:pt x="349530" y="180028"/>
                  </a:lnTo>
                  <a:cubicBezTo>
                    <a:pt x="349530" y="273234"/>
                    <a:pt x="274128" y="348565"/>
                    <a:pt x="181474" y="348565"/>
                  </a:cubicBezTo>
                  <a:close/>
                </a:path>
              </a:pathLst>
            </a:custGeom>
            <a:solidFill>
              <a:srgbClr val="00ABAB"/>
            </a:solidFill>
            <a:ln w="6390" cap="flat">
              <a:noFill/>
              <a:prstDash val="solid"/>
              <a:miter/>
            </a:ln>
          </p:spPr>
          <p:txBody>
            <a:bodyPr rtlCol="0" anchor="ctr"/>
            <a:lstStyle/>
            <a:p>
              <a:endParaRPr lang="en-US"/>
            </a:p>
          </p:txBody>
        </p:sp>
        <p:sp>
          <p:nvSpPr>
            <p:cNvPr id="268" name="Graphic 4">
              <a:extLst>
                <a:ext uri="{FF2B5EF4-FFF2-40B4-BE49-F238E27FC236}">
                  <a16:creationId xmlns:a16="http://schemas.microsoft.com/office/drawing/2014/main" id="{A78E09DF-1FE1-3E43-9F47-F9E6F43539D8}"/>
                </a:ext>
              </a:extLst>
            </p:cNvPr>
            <p:cNvSpPr/>
            <p:nvPr/>
          </p:nvSpPr>
          <p:spPr>
            <a:xfrm>
              <a:off x="3708719" y="4871326"/>
              <a:ext cx="162304" cy="204740"/>
            </a:xfrm>
            <a:custGeom>
              <a:avLst/>
              <a:gdLst>
                <a:gd name="connsiteX0" fmla="*/ 157831 w 162304"/>
                <a:gd name="connsiteY0" fmla="*/ 14498 h 204740"/>
                <a:gd name="connsiteX1" fmla="*/ 151441 w 162304"/>
                <a:gd name="connsiteY1" fmla="*/ 14498 h 204740"/>
                <a:gd name="connsiteX2" fmla="*/ 84986 w 162304"/>
                <a:gd name="connsiteY2" fmla="*/ 15136 h 204740"/>
                <a:gd name="connsiteX3" fmla="*/ 2556 w 162304"/>
                <a:gd name="connsiteY3" fmla="*/ 14498 h 204740"/>
                <a:gd name="connsiteX4" fmla="*/ 0 w 162304"/>
                <a:gd name="connsiteY4" fmla="*/ 19605 h 204740"/>
                <a:gd name="connsiteX5" fmla="*/ 0 w 162304"/>
                <a:gd name="connsiteY5" fmla="*/ 198356 h 204740"/>
                <a:gd name="connsiteX6" fmla="*/ 6390 w 162304"/>
                <a:gd name="connsiteY6" fmla="*/ 204740 h 204740"/>
                <a:gd name="connsiteX7" fmla="*/ 12780 w 162304"/>
                <a:gd name="connsiteY7" fmla="*/ 198356 h 204740"/>
                <a:gd name="connsiteX8" fmla="*/ 12780 w 162304"/>
                <a:gd name="connsiteY8" fmla="*/ 119834 h 204740"/>
                <a:gd name="connsiteX9" fmla="*/ 76679 w 162304"/>
                <a:gd name="connsiteY9" fmla="*/ 121110 h 204740"/>
                <a:gd name="connsiteX10" fmla="*/ 159109 w 162304"/>
                <a:gd name="connsiteY10" fmla="*/ 121749 h 204740"/>
                <a:gd name="connsiteX11" fmla="*/ 162304 w 162304"/>
                <a:gd name="connsiteY11" fmla="*/ 116642 h 204740"/>
                <a:gd name="connsiteX12" fmla="*/ 162304 w 162304"/>
                <a:gd name="connsiteY12" fmla="*/ 20243 h 204740"/>
                <a:gd name="connsiteX13" fmla="*/ 157831 w 162304"/>
                <a:gd name="connsiteY13" fmla="*/ 14498 h 204740"/>
                <a:gd name="connsiteX14" fmla="*/ 148246 w 162304"/>
                <a:gd name="connsiteY14" fmla="*/ 112811 h 204740"/>
                <a:gd name="connsiteX15" fmla="*/ 84347 w 162304"/>
                <a:gd name="connsiteY15" fmla="*/ 112173 h 204740"/>
                <a:gd name="connsiteX16" fmla="*/ 46646 w 162304"/>
                <a:gd name="connsiteY16" fmla="*/ 96851 h 204740"/>
                <a:gd name="connsiteX17" fmla="*/ 12141 w 162304"/>
                <a:gd name="connsiteY17" fmla="*/ 105789 h 204740"/>
                <a:gd name="connsiteX18" fmla="*/ 12141 w 162304"/>
                <a:gd name="connsiteY18" fmla="*/ 23435 h 204740"/>
                <a:gd name="connsiteX19" fmla="*/ 76040 w 162304"/>
                <a:gd name="connsiteY19" fmla="*/ 24712 h 204740"/>
                <a:gd name="connsiteX20" fmla="*/ 148885 w 162304"/>
                <a:gd name="connsiteY20" fmla="*/ 31096 h 204740"/>
                <a:gd name="connsiteX21" fmla="*/ 148246 w 162304"/>
                <a:gd name="connsiteY21" fmla="*/ 112811 h 204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2304" h="204740">
                  <a:moveTo>
                    <a:pt x="157831" y="14498"/>
                  </a:moveTo>
                  <a:cubicBezTo>
                    <a:pt x="155914" y="13221"/>
                    <a:pt x="153358" y="13859"/>
                    <a:pt x="151441" y="14498"/>
                  </a:cubicBezTo>
                  <a:cubicBezTo>
                    <a:pt x="150802" y="14498"/>
                    <a:pt x="110546" y="41311"/>
                    <a:pt x="84986" y="15136"/>
                  </a:cubicBezTo>
                  <a:cubicBezTo>
                    <a:pt x="58148" y="-11677"/>
                    <a:pt x="19170" y="3007"/>
                    <a:pt x="2556" y="14498"/>
                  </a:cubicBezTo>
                  <a:cubicBezTo>
                    <a:pt x="639" y="15775"/>
                    <a:pt x="0" y="17690"/>
                    <a:pt x="0" y="19605"/>
                  </a:cubicBezTo>
                  <a:lnTo>
                    <a:pt x="0" y="198356"/>
                  </a:lnTo>
                  <a:cubicBezTo>
                    <a:pt x="0" y="202187"/>
                    <a:pt x="2556" y="204740"/>
                    <a:pt x="6390" y="204740"/>
                  </a:cubicBezTo>
                  <a:cubicBezTo>
                    <a:pt x="10224" y="204740"/>
                    <a:pt x="12780" y="202187"/>
                    <a:pt x="12780" y="198356"/>
                  </a:cubicBezTo>
                  <a:lnTo>
                    <a:pt x="12780" y="119834"/>
                  </a:lnTo>
                  <a:cubicBezTo>
                    <a:pt x="22365" y="114088"/>
                    <a:pt x="53675" y="98128"/>
                    <a:pt x="76679" y="121110"/>
                  </a:cubicBezTo>
                  <a:cubicBezTo>
                    <a:pt x="102878" y="147285"/>
                    <a:pt x="141856" y="133240"/>
                    <a:pt x="159109" y="121749"/>
                  </a:cubicBezTo>
                  <a:cubicBezTo>
                    <a:pt x="161026" y="120472"/>
                    <a:pt x="162304" y="118557"/>
                    <a:pt x="162304" y="116642"/>
                  </a:cubicBezTo>
                  <a:lnTo>
                    <a:pt x="162304" y="20243"/>
                  </a:lnTo>
                  <a:cubicBezTo>
                    <a:pt x="161665" y="17690"/>
                    <a:pt x="159748" y="15136"/>
                    <a:pt x="157831" y="14498"/>
                  </a:cubicBezTo>
                  <a:close/>
                  <a:moveTo>
                    <a:pt x="148246" y="112811"/>
                  </a:moveTo>
                  <a:cubicBezTo>
                    <a:pt x="138661" y="118557"/>
                    <a:pt x="106712" y="133878"/>
                    <a:pt x="84347" y="112173"/>
                  </a:cubicBezTo>
                  <a:cubicBezTo>
                    <a:pt x="74762" y="101958"/>
                    <a:pt x="60704" y="96851"/>
                    <a:pt x="46646" y="96851"/>
                  </a:cubicBezTo>
                  <a:cubicBezTo>
                    <a:pt x="34505" y="96851"/>
                    <a:pt x="23004" y="100043"/>
                    <a:pt x="12141" y="105789"/>
                  </a:cubicBezTo>
                  <a:lnTo>
                    <a:pt x="12141" y="23435"/>
                  </a:lnTo>
                  <a:cubicBezTo>
                    <a:pt x="21726" y="17690"/>
                    <a:pt x="53675" y="2368"/>
                    <a:pt x="76040" y="24712"/>
                  </a:cubicBezTo>
                  <a:cubicBezTo>
                    <a:pt x="98405" y="47056"/>
                    <a:pt x="129076" y="40672"/>
                    <a:pt x="148885" y="31096"/>
                  </a:cubicBezTo>
                  <a:lnTo>
                    <a:pt x="148246" y="112811"/>
                  </a:lnTo>
                  <a:close/>
                </a:path>
              </a:pathLst>
            </a:custGeom>
            <a:solidFill>
              <a:srgbClr val="00ABAB"/>
            </a:solidFill>
            <a:ln w="6390" cap="flat">
              <a:noFill/>
              <a:prstDash val="solid"/>
              <a:miter/>
            </a:ln>
          </p:spPr>
          <p:txBody>
            <a:bodyPr rtlCol="0" anchor="ctr"/>
            <a:lstStyle/>
            <a:p>
              <a:endParaRPr lang="en-US"/>
            </a:p>
          </p:txBody>
        </p:sp>
      </p:grpSp>
      <p:grpSp>
        <p:nvGrpSpPr>
          <p:cNvPr id="269" name="Graphic 4">
            <a:extLst>
              <a:ext uri="{FF2B5EF4-FFF2-40B4-BE49-F238E27FC236}">
                <a16:creationId xmlns:a16="http://schemas.microsoft.com/office/drawing/2014/main" id="{599EEE2D-5C50-9B4C-A9C8-A06C19964104}"/>
              </a:ext>
            </a:extLst>
          </p:cNvPr>
          <p:cNvGrpSpPr>
            <a:grpSpLocks noChangeAspect="1"/>
          </p:cNvGrpSpPr>
          <p:nvPr/>
        </p:nvGrpSpPr>
        <p:grpSpPr>
          <a:xfrm>
            <a:off x="4045469" y="4793256"/>
            <a:ext cx="362309" cy="361971"/>
            <a:chOff x="4045469" y="4793256"/>
            <a:chExt cx="362309" cy="361971"/>
          </a:xfrm>
          <a:solidFill>
            <a:srgbClr val="00ABAB"/>
          </a:solidFill>
        </p:grpSpPr>
        <p:sp>
          <p:nvSpPr>
            <p:cNvPr id="270" name="Graphic 4">
              <a:extLst>
                <a:ext uri="{FF2B5EF4-FFF2-40B4-BE49-F238E27FC236}">
                  <a16:creationId xmlns:a16="http://schemas.microsoft.com/office/drawing/2014/main" id="{862C186E-B559-CF4F-8984-66EAD55194A9}"/>
                </a:ext>
              </a:extLst>
            </p:cNvPr>
            <p:cNvSpPr/>
            <p:nvPr/>
          </p:nvSpPr>
          <p:spPr>
            <a:xfrm>
              <a:off x="4158570" y="4884458"/>
              <a:ext cx="136744" cy="110305"/>
            </a:xfrm>
            <a:custGeom>
              <a:avLst/>
              <a:gdLst>
                <a:gd name="connsiteX0" fmla="*/ 63899 w 136744"/>
                <a:gd name="connsiteY0" fmla="*/ 11580 h 110305"/>
                <a:gd name="connsiteX1" fmla="*/ 0 w 136744"/>
                <a:gd name="connsiteY1" fmla="*/ 10304 h 110305"/>
                <a:gd name="connsiteX2" fmla="*/ 0 w 136744"/>
                <a:gd name="connsiteY2" fmla="*/ 92657 h 110305"/>
                <a:gd name="connsiteX3" fmla="*/ 35145 w 136744"/>
                <a:gd name="connsiteY3" fmla="*/ 83719 h 110305"/>
                <a:gd name="connsiteX4" fmla="*/ 72845 w 136744"/>
                <a:gd name="connsiteY4" fmla="*/ 99041 h 110305"/>
                <a:gd name="connsiteX5" fmla="*/ 136745 w 136744"/>
                <a:gd name="connsiteY5" fmla="*/ 99679 h 110305"/>
                <a:gd name="connsiteX6" fmla="*/ 136745 w 136744"/>
                <a:gd name="connsiteY6" fmla="*/ 17326 h 110305"/>
                <a:gd name="connsiteX7" fmla="*/ 63899 w 136744"/>
                <a:gd name="connsiteY7" fmla="*/ 11580 h 11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744" h="110305">
                  <a:moveTo>
                    <a:pt x="63899" y="11580"/>
                  </a:moveTo>
                  <a:cubicBezTo>
                    <a:pt x="41535" y="-10764"/>
                    <a:pt x="9585" y="5196"/>
                    <a:pt x="0" y="10304"/>
                  </a:cubicBezTo>
                  <a:lnTo>
                    <a:pt x="0" y="92657"/>
                  </a:lnTo>
                  <a:cubicBezTo>
                    <a:pt x="10863" y="86911"/>
                    <a:pt x="23004" y="84358"/>
                    <a:pt x="35145" y="83719"/>
                  </a:cubicBezTo>
                  <a:cubicBezTo>
                    <a:pt x="49203" y="83719"/>
                    <a:pt x="62621" y="88827"/>
                    <a:pt x="72845" y="99041"/>
                  </a:cubicBezTo>
                  <a:cubicBezTo>
                    <a:pt x="94571" y="120747"/>
                    <a:pt x="126521" y="105425"/>
                    <a:pt x="136745" y="99679"/>
                  </a:cubicBezTo>
                  <a:lnTo>
                    <a:pt x="136745" y="17326"/>
                  </a:lnTo>
                  <a:cubicBezTo>
                    <a:pt x="116936" y="26902"/>
                    <a:pt x="86264" y="33286"/>
                    <a:pt x="63899" y="11580"/>
                  </a:cubicBezTo>
                  <a:close/>
                </a:path>
              </a:pathLst>
            </a:custGeom>
            <a:solidFill>
              <a:srgbClr val="00ABAB"/>
            </a:solidFill>
            <a:ln w="6390" cap="flat">
              <a:noFill/>
              <a:prstDash val="solid"/>
              <a:miter/>
            </a:ln>
          </p:spPr>
          <p:txBody>
            <a:bodyPr rtlCol="0" anchor="ctr"/>
            <a:lstStyle/>
            <a:p>
              <a:endParaRPr lang="en-US"/>
            </a:p>
          </p:txBody>
        </p:sp>
        <p:sp>
          <p:nvSpPr>
            <p:cNvPr id="271" name="Graphic 4">
              <a:extLst>
                <a:ext uri="{FF2B5EF4-FFF2-40B4-BE49-F238E27FC236}">
                  <a16:creationId xmlns:a16="http://schemas.microsoft.com/office/drawing/2014/main" id="{4EB6EE0E-BE09-664E-A262-0A5AC076A7C4}"/>
                </a:ext>
              </a:extLst>
            </p:cNvPr>
            <p:cNvSpPr/>
            <p:nvPr/>
          </p:nvSpPr>
          <p:spPr>
            <a:xfrm>
              <a:off x="4045469" y="479325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62627 w 362309"/>
                <a:gd name="connsiteY6" fmla="*/ 194711 h 361971"/>
                <a:gd name="connsiteX7" fmla="*/ 259432 w 362309"/>
                <a:gd name="connsiteY7" fmla="*/ 199819 h 361971"/>
                <a:gd name="connsiteX8" fmla="*/ 177001 w 362309"/>
                <a:gd name="connsiteY8" fmla="*/ 199180 h 361971"/>
                <a:gd name="connsiteX9" fmla="*/ 113102 w 362309"/>
                <a:gd name="connsiteY9" fmla="*/ 197903 h 361971"/>
                <a:gd name="connsiteX10" fmla="*/ 113102 w 362309"/>
                <a:gd name="connsiteY10" fmla="*/ 276426 h 361971"/>
                <a:gd name="connsiteX11" fmla="*/ 106712 w 362309"/>
                <a:gd name="connsiteY11" fmla="*/ 282810 h 361971"/>
                <a:gd name="connsiteX12" fmla="*/ 100322 w 362309"/>
                <a:gd name="connsiteY12" fmla="*/ 276426 h 361971"/>
                <a:gd name="connsiteX13" fmla="*/ 100322 w 362309"/>
                <a:gd name="connsiteY13" fmla="*/ 97675 h 361971"/>
                <a:gd name="connsiteX14" fmla="*/ 102878 w 362309"/>
                <a:gd name="connsiteY14" fmla="*/ 92568 h 361971"/>
                <a:gd name="connsiteX15" fmla="*/ 185308 w 362309"/>
                <a:gd name="connsiteY15" fmla="*/ 93206 h 361971"/>
                <a:gd name="connsiteX16" fmla="*/ 251764 w 362309"/>
                <a:gd name="connsiteY16" fmla="*/ 92568 h 361971"/>
                <a:gd name="connsiteX17" fmla="*/ 258154 w 362309"/>
                <a:gd name="connsiteY17" fmla="*/ 92568 h 361971"/>
                <a:gd name="connsiteX18" fmla="*/ 261349 w 362309"/>
                <a:gd name="connsiteY18" fmla="*/ 98313 h 361971"/>
                <a:gd name="connsiteX19" fmla="*/ 262627 w 362309"/>
                <a:gd name="connsiteY19" fmla="*/ 19471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cubicBezTo>
                    <a:pt x="362310" y="181305"/>
                    <a:pt x="362310" y="181305"/>
                    <a:pt x="362310" y="181305"/>
                  </a:cubicBezTo>
                  <a:cubicBezTo>
                    <a:pt x="362310" y="80438"/>
                    <a:pt x="281796" y="0"/>
                    <a:pt x="181474" y="0"/>
                  </a:cubicBezTo>
                  <a:close/>
                  <a:moveTo>
                    <a:pt x="262627" y="194711"/>
                  </a:moveTo>
                  <a:cubicBezTo>
                    <a:pt x="262627" y="196627"/>
                    <a:pt x="261349" y="199180"/>
                    <a:pt x="259432" y="199819"/>
                  </a:cubicBezTo>
                  <a:cubicBezTo>
                    <a:pt x="242179" y="211310"/>
                    <a:pt x="203200" y="225355"/>
                    <a:pt x="177001" y="199180"/>
                  </a:cubicBezTo>
                  <a:cubicBezTo>
                    <a:pt x="154637" y="176836"/>
                    <a:pt x="122687" y="192796"/>
                    <a:pt x="113102" y="197903"/>
                  </a:cubicBezTo>
                  <a:lnTo>
                    <a:pt x="113102" y="276426"/>
                  </a:lnTo>
                  <a:cubicBezTo>
                    <a:pt x="113102" y="280257"/>
                    <a:pt x="110546" y="282810"/>
                    <a:pt x="106712" y="282810"/>
                  </a:cubicBezTo>
                  <a:cubicBezTo>
                    <a:pt x="102878" y="282810"/>
                    <a:pt x="100322" y="280257"/>
                    <a:pt x="100322" y="276426"/>
                  </a:cubicBezTo>
                  <a:lnTo>
                    <a:pt x="100322" y="97675"/>
                  </a:lnTo>
                  <a:cubicBezTo>
                    <a:pt x="100322" y="95760"/>
                    <a:pt x="101600" y="93845"/>
                    <a:pt x="102878" y="92568"/>
                  </a:cubicBezTo>
                  <a:cubicBezTo>
                    <a:pt x="119492" y="81077"/>
                    <a:pt x="158471" y="66393"/>
                    <a:pt x="185308" y="93206"/>
                  </a:cubicBezTo>
                  <a:cubicBezTo>
                    <a:pt x="210868" y="118742"/>
                    <a:pt x="251125" y="92568"/>
                    <a:pt x="251764" y="92568"/>
                  </a:cubicBezTo>
                  <a:cubicBezTo>
                    <a:pt x="253681" y="91291"/>
                    <a:pt x="256237" y="91291"/>
                    <a:pt x="258154" y="92568"/>
                  </a:cubicBezTo>
                  <a:cubicBezTo>
                    <a:pt x="260071" y="93845"/>
                    <a:pt x="261349" y="95760"/>
                    <a:pt x="261349" y="98313"/>
                  </a:cubicBezTo>
                  <a:lnTo>
                    <a:pt x="262627" y="194711"/>
                  </a:lnTo>
                  <a:close/>
                </a:path>
              </a:pathLst>
            </a:custGeom>
            <a:solidFill>
              <a:srgbClr val="00ABAB"/>
            </a:solidFill>
            <a:ln w="6390" cap="flat">
              <a:noFill/>
              <a:prstDash val="solid"/>
              <a:miter/>
            </a:ln>
          </p:spPr>
          <p:txBody>
            <a:bodyPr rtlCol="0" anchor="ctr"/>
            <a:lstStyle/>
            <a:p>
              <a:endParaRPr lang="en-US"/>
            </a:p>
          </p:txBody>
        </p:sp>
      </p:grpSp>
      <p:grpSp>
        <p:nvGrpSpPr>
          <p:cNvPr id="272" name="Graphic 4">
            <a:extLst>
              <a:ext uri="{FF2B5EF4-FFF2-40B4-BE49-F238E27FC236}">
                <a16:creationId xmlns:a16="http://schemas.microsoft.com/office/drawing/2014/main" id="{66326B91-E67A-744A-AC07-DBBE9A99D6FB}"/>
              </a:ext>
            </a:extLst>
          </p:cNvPr>
          <p:cNvGrpSpPr>
            <a:grpSpLocks noChangeAspect="1"/>
          </p:cNvGrpSpPr>
          <p:nvPr/>
        </p:nvGrpSpPr>
        <p:grpSpPr>
          <a:xfrm>
            <a:off x="3607758" y="2371173"/>
            <a:ext cx="362313" cy="361971"/>
            <a:chOff x="3607758" y="2371173"/>
            <a:chExt cx="362313" cy="361971"/>
          </a:xfrm>
          <a:solidFill>
            <a:srgbClr val="00ABAB"/>
          </a:solidFill>
        </p:grpSpPr>
        <p:sp>
          <p:nvSpPr>
            <p:cNvPr id="273" name="Graphic 4">
              <a:extLst>
                <a:ext uri="{FF2B5EF4-FFF2-40B4-BE49-F238E27FC236}">
                  <a16:creationId xmlns:a16="http://schemas.microsoft.com/office/drawing/2014/main" id="{53F900BD-97BF-5549-99F8-CF9B3EC56245}"/>
                </a:ext>
              </a:extLst>
            </p:cNvPr>
            <p:cNvSpPr/>
            <p:nvPr/>
          </p:nvSpPr>
          <p:spPr>
            <a:xfrm>
              <a:off x="3607758" y="2371173"/>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6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949"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6" y="12768"/>
                  </a:cubicBezTo>
                  <a:cubicBezTo>
                    <a:pt x="274128" y="12768"/>
                    <a:pt x="349530" y="88099"/>
                    <a:pt x="349530" y="180667"/>
                  </a:cubicBezTo>
                  <a:cubicBezTo>
                    <a:pt x="349530" y="180667"/>
                    <a:pt x="349530" y="180667"/>
                    <a:pt x="349530" y="180667"/>
                  </a:cubicBezTo>
                  <a:cubicBezTo>
                    <a:pt x="349530" y="273873"/>
                    <a:pt x="274128"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274" name="Graphic 4">
              <a:extLst>
                <a:ext uri="{FF2B5EF4-FFF2-40B4-BE49-F238E27FC236}">
                  <a16:creationId xmlns:a16="http://schemas.microsoft.com/office/drawing/2014/main" id="{9B8C90E2-2615-8546-A11F-2B2C6E8E2141}"/>
                </a:ext>
              </a:extLst>
            </p:cNvPr>
            <p:cNvSpPr/>
            <p:nvPr/>
          </p:nvSpPr>
          <p:spPr>
            <a:xfrm>
              <a:off x="3707956" y="2469327"/>
              <a:ext cx="192211" cy="166877"/>
            </a:xfrm>
            <a:custGeom>
              <a:avLst/>
              <a:gdLst>
                <a:gd name="connsiteX0" fmla="*/ 161150 w 192211"/>
                <a:gd name="connsiteY0" fmla="*/ 3352 h 166877"/>
                <a:gd name="connsiteX1" fmla="*/ 63384 w 192211"/>
                <a:gd name="connsiteY1" fmla="*/ 101027 h 166877"/>
                <a:gd name="connsiteX2" fmla="*/ 30157 w 192211"/>
                <a:gd name="connsiteY2" fmla="*/ 127839 h 166877"/>
                <a:gd name="connsiteX3" fmla="*/ 7153 w 192211"/>
                <a:gd name="connsiteY3" fmla="*/ 145714 h 166877"/>
                <a:gd name="connsiteX4" fmla="*/ 124 w 192211"/>
                <a:gd name="connsiteY4" fmla="*/ 150821 h 166877"/>
                <a:gd name="connsiteX5" fmla="*/ 3958 w 192211"/>
                <a:gd name="connsiteY5" fmla="*/ 158482 h 166877"/>
                <a:gd name="connsiteX6" fmla="*/ 49965 w 192211"/>
                <a:gd name="connsiteY6" fmla="*/ 166781 h 166877"/>
                <a:gd name="connsiteX7" fmla="*/ 79998 w 192211"/>
                <a:gd name="connsiteY7" fmla="*/ 159759 h 166877"/>
                <a:gd name="connsiteX8" fmla="*/ 95334 w 192211"/>
                <a:gd name="connsiteY8" fmla="*/ 130393 h 166877"/>
                <a:gd name="connsiteX9" fmla="*/ 95334 w 192211"/>
                <a:gd name="connsiteY9" fmla="*/ 125286 h 166877"/>
                <a:gd name="connsiteX10" fmla="*/ 188627 w 192211"/>
                <a:gd name="connsiteY10" fmla="*/ 30164 h 166877"/>
                <a:gd name="connsiteX11" fmla="*/ 184154 w 192211"/>
                <a:gd name="connsiteY11" fmla="*/ 3352 h 166877"/>
                <a:gd name="connsiteX12" fmla="*/ 161150 w 192211"/>
                <a:gd name="connsiteY12" fmla="*/ 3352 h 166877"/>
                <a:gd name="connsiteX13" fmla="*/ 161150 w 192211"/>
                <a:gd name="connsiteY13" fmla="*/ 3352 h 166877"/>
                <a:gd name="connsiteX14" fmla="*/ 72330 w 192211"/>
                <a:gd name="connsiteY14" fmla="*/ 148906 h 166877"/>
                <a:gd name="connsiteX15" fmla="*/ 28240 w 192211"/>
                <a:gd name="connsiteY15" fmla="*/ 152098 h 166877"/>
                <a:gd name="connsiteX16" fmla="*/ 41658 w 192211"/>
                <a:gd name="connsiteY16" fmla="*/ 132308 h 166877"/>
                <a:gd name="connsiteX17" fmla="*/ 65940 w 192211"/>
                <a:gd name="connsiteY17" fmla="*/ 114433 h 166877"/>
                <a:gd name="connsiteX18" fmla="*/ 78081 w 192211"/>
                <a:gd name="connsiteY18" fmla="*/ 120178 h 166877"/>
                <a:gd name="connsiteX19" fmla="*/ 81915 w 192211"/>
                <a:gd name="connsiteY19" fmla="*/ 130393 h 166877"/>
                <a:gd name="connsiteX20" fmla="*/ 72330 w 192211"/>
                <a:gd name="connsiteY20" fmla="*/ 148906 h 166877"/>
                <a:gd name="connsiteX21" fmla="*/ 178403 w 192211"/>
                <a:gd name="connsiteY21" fmla="*/ 21227 h 166877"/>
                <a:gd name="connsiteX22" fmla="*/ 88944 w 192211"/>
                <a:gd name="connsiteY22" fmla="*/ 112518 h 166877"/>
                <a:gd name="connsiteX23" fmla="*/ 87027 w 192211"/>
                <a:gd name="connsiteY23" fmla="*/ 109964 h 166877"/>
                <a:gd name="connsiteX24" fmla="*/ 78081 w 192211"/>
                <a:gd name="connsiteY24" fmla="*/ 103580 h 166877"/>
                <a:gd name="connsiteX25" fmla="*/ 169457 w 192211"/>
                <a:gd name="connsiteY25" fmla="*/ 12289 h 166877"/>
                <a:gd name="connsiteX26" fmla="*/ 177125 w 192211"/>
                <a:gd name="connsiteY26" fmla="*/ 13566 h 166877"/>
                <a:gd name="connsiteX27" fmla="*/ 178403 w 192211"/>
                <a:gd name="connsiteY27" fmla="*/ 21227 h 166877"/>
                <a:gd name="connsiteX28" fmla="*/ 178403 w 192211"/>
                <a:gd name="connsiteY28" fmla="*/ 21227 h 166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92211" h="166877">
                  <a:moveTo>
                    <a:pt x="161150" y="3352"/>
                  </a:moveTo>
                  <a:lnTo>
                    <a:pt x="63384" y="101027"/>
                  </a:lnTo>
                  <a:cubicBezTo>
                    <a:pt x="55077" y="101665"/>
                    <a:pt x="37825" y="104218"/>
                    <a:pt x="30157" y="127839"/>
                  </a:cubicBezTo>
                  <a:cubicBezTo>
                    <a:pt x="23767" y="146991"/>
                    <a:pt x="8431" y="146353"/>
                    <a:pt x="7153" y="145714"/>
                  </a:cubicBezTo>
                  <a:cubicBezTo>
                    <a:pt x="3958" y="145076"/>
                    <a:pt x="763" y="147630"/>
                    <a:pt x="124" y="150821"/>
                  </a:cubicBezTo>
                  <a:cubicBezTo>
                    <a:pt x="-515" y="154013"/>
                    <a:pt x="1402" y="157205"/>
                    <a:pt x="3958" y="158482"/>
                  </a:cubicBezTo>
                  <a:cubicBezTo>
                    <a:pt x="18655" y="163589"/>
                    <a:pt x="34630" y="166781"/>
                    <a:pt x="49965" y="166781"/>
                  </a:cubicBezTo>
                  <a:cubicBezTo>
                    <a:pt x="60189" y="167420"/>
                    <a:pt x="70413" y="164866"/>
                    <a:pt x="79998" y="159759"/>
                  </a:cubicBezTo>
                  <a:cubicBezTo>
                    <a:pt x="89583" y="153375"/>
                    <a:pt x="95334" y="141884"/>
                    <a:pt x="95334" y="130393"/>
                  </a:cubicBezTo>
                  <a:cubicBezTo>
                    <a:pt x="95334" y="128478"/>
                    <a:pt x="95334" y="127201"/>
                    <a:pt x="95334" y="125286"/>
                  </a:cubicBezTo>
                  <a:lnTo>
                    <a:pt x="188627" y="30164"/>
                  </a:lnTo>
                  <a:cubicBezTo>
                    <a:pt x="195017" y="21227"/>
                    <a:pt x="192461" y="9736"/>
                    <a:pt x="184154" y="3352"/>
                  </a:cubicBezTo>
                  <a:cubicBezTo>
                    <a:pt x="176486" y="-1117"/>
                    <a:pt x="167540" y="-1117"/>
                    <a:pt x="161150" y="3352"/>
                  </a:cubicBezTo>
                  <a:lnTo>
                    <a:pt x="161150" y="3352"/>
                  </a:lnTo>
                  <a:close/>
                  <a:moveTo>
                    <a:pt x="72330" y="148906"/>
                  </a:moveTo>
                  <a:cubicBezTo>
                    <a:pt x="61467" y="155929"/>
                    <a:pt x="43575" y="154652"/>
                    <a:pt x="28240" y="152098"/>
                  </a:cubicBezTo>
                  <a:cubicBezTo>
                    <a:pt x="34630" y="146991"/>
                    <a:pt x="39741" y="139969"/>
                    <a:pt x="41658" y="132308"/>
                  </a:cubicBezTo>
                  <a:cubicBezTo>
                    <a:pt x="43575" y="120817"/>
                    <a:pt x="54438" y="113156"/>
                    <a:pt x="65940" y="114433"/>
                  </a:cubicBezTo>
                  <a:cubicBezTo>
                    <a:pt x="70413" y="114433"/>
                    <a:pt x="74886" y="116348"/>
                    <a:pt x="78081" y="120178"/>
                  </a:cubicBezTo>
                  <a:cubicBezTo>
                    <a:pt x="80637" y="122732"/>
                    <a:pt x="82554" y="126562"/>
                    <a:pt x="81915" y="130393"/>
                  </a:cubicBezTo>
                  <a:cubicBezTo>
                    <a:pt x="82554" y="136777"/>
                    <a:pt x="78720" y="144438"/>
                    <a:pt x="72330" y="148906"/>
                  </a:cubicBezTo>
                  <a:close/>
                  <a:moveTo>
                    <a:pt x="178403" y="21227"/>
                  </a:moveTo>
                  <a:lnTo>
                    <a:pt x="88944" y="112518"/>
                  </a:lnTo>
                  <a:cubicBezTo>
                    <a:pt x="88305" y="111879"/>
                    <a:pt x="87666" y="111241"/>
                    <a:pt x="87027" y="109964"/>
                  </a:cubicBezTo>
                  <a:cubicBezTo>
                    <a:pt x="84471" y="107410"/>
                    <a:pt x="81276" y="105495"/>
                    <a:pt x="78081" y="103580"/>
                  </a:cubicBezTo>
                  <a:lnTo>
                    <a:pt x="169457" y="12289"/>
                  </a:lnTo>
                  <a:cubicBezTo>
                    <a:pt x="172013" y="11012"/>
                    <a:pt x="175208" y="11012"/>
                    <a:pt x="177125" y="13566"/>
                  </a:cubicBezTo>
                  <a:cubicBezTo>
                    <a:pt x="179681" y="15481"/>
                    <a:pt x="180320" y="18673"/>
                    <a:pt x="178403" y="21227"/>
                  </a:cubicBezTo>
                  <a:lnTo>
                    <a:pt x="178403" y="21227"/>
                  </a:lnTo>
                  <a:close/>
                </a:path>
              </a:pathLst>
            </a:custGeom>
            <a:solidFill>
              <a:srgbClr val="00ABAB"/>
            </a:solidFill>
            <a:ln w="6390" cap="flat">
              <a:noFill/>
              <a:prstDash val="solid"/>
              <a:miter/>
            </a:ln>
          </p:spPr>
          <p:txBody>
            <a:bodyPr rtlCol="0" anchor="ctr"/>
            <a:lstStyle/>
            <a:p>
              <a:endParaRPr lang="en-US"/>
            </a:p>
          </p:txBody>
        </p:sp>
        <p:sp>
          <p:nvSpPr>
            <p:cNvPr id="275" name="Graphic 4">
              <a:extLst>
                <a:ext uri="{FF2B5EF4-FFF2-40B4-BE49-F238E27FC236}">
                  <a16:creationId xmlns:a16="http://schemas.microsoft.com/office/drawing/2014/main" id="{086858BC-426A-7E4F-B0F1-4D8328F846AB}"/>
                </a:ext>
              </a:extLst>
            </p:cNvPr>
            <p:cNvSpPr/>
            <p:nvPr/>
          </p:nvSpPr>
          <p:spPr>
            <a:xfrm>
              <a:off x="3677310" y="2517178"/>
              <a:ext cx="67923" cy="88287"/>
            </a:xfrm>
            <a:custGeom>
              <a:avLst/>
              <a:gdLst>
                <a:gd name="connsiteX0" fmla="*/ 36521 w 67923"/>
                <a:gd name="connsiteY0" fmla="*/ 88288 h 88287"/>
                <a:gd name="connsiteX1" fmla="*/ 41632 w 67923"/>
                <a:gd name="connsiteY1" fmla="*/ 85734 h 88287"/>
                <a:gd name="connsiteX2" fmla="*/ 40354 w 67923"/>
                <a:gd name="connsiteY2" fmla="*/ 76796 h 88287"/>
                <a:gd name="connsiteX3" fmla="*/ 31409 w 67923"/>
                <a:gd name="connsiteY3" fmla="*/ 64667 h 88287"/>
                <a:gd name="connsiteX4" fmla="*/ 39076 w 67923"/>
                <a:gd name="connsiteY4" fmla="*/ 57644 h 88287"/>
                <a:gd name="connsiteX5" fmla="*/ 67192 w 67923"/>
                <a:gd name="connsiteY5" fmla="*/ 19979 h 88287"/>
                <a:gd name="connsiteX6" fmla="*/ 5849 w 67923"/>
                <a:gd name="connsiteY6" fmla="*/ 827 h 88287"/>
                <a:gd name="connsiteX7" fmla="*/ 98 w 67923"/>
                <a:gd name="connsiteY7" fmla="*/ 7849 h 88287"/>
                <a:gd name="connsiteX8" fmla="*/ 7127 w 67923"/>
                <a:gd name="connsiteY8" fmla="*/ 13595 h 88287"/>
                <a:gd name="connsiteX9" fmla="*/ 55051 w 67923"/>
                <a:gd name="connsiteY9" fmla="*/ 23171 h 88287"/>
                <a:gd name="connsiteX10" fmla="*/ 33964 w 67923"/>
                <a:gd name="connsiteY10" fmla="*/ 46153 h 88287"/>
                <a:gd name="connsiteX11" fmla="*/ 18629 w 67923"/>
                <a:gd name="connsiteY11" fmla="*/ 63390 h 88287"/>
                <a:gd name="connsiteX12" fmla="*/ 32686 w 67923"/>
                <a:gd name="connsiteY12" fmla="*/ 87011 h 88287"/>
                <a:gd name="connsiteX13" fmla="*/ 36521 w 67923"/>
                <a:gd name="connsiteY13" fmla="*/ 88288 h 88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7923" h="88287">
                  <a:moveTo>
                    <a:pt x="36521" y="88288"/>
                  </a:moveTo>
                  <a:cubicBezTo>
                    <a:pt x="38437" y="88288"/>
                    <a:pt x="40354" y="87011"/>
                    <a:pt x="41632" y="85734"/>
                  </a:cubicBezTo>
                  <a:cubicBezTo>
                    <a:pt x="43549" y="82542"/>
                    <a:pt x="42910" y="78712"/>
                    <a:pt x="40354" y="76796"/>
                  </a:cubicBezTo>
                  <a:cubicBezTo>
                    <a:pt x="36521" y="74243"/>
                    <a:pt x="31409" y="68497"/>
                    <a:pt x="31409" y="64667"/>
                  </a:cubicBezTo>
                  <a:cubicBezTo>
                    <a:pt x="31409" y="62113"/>
                    <a:pt x="34604" y="60198"/>
                    <a:pt x="39076" y="57644"/>
                  </a:cubicBezTo>
                  <a:cubicBezTo>
                    <a:pt x="59524" y="48068"/>
                    <a:pt x="71026" y="32747"/>
                    <a:pt x="67192" y="19979"/>
                  </a:cubicBezTo>
                  <a:cubicBezTo>
                    <a:pt x="64636" y="11041"/>
                    <a:pt x="53773" y="-3642"/>
                    <a:pt x="5849" y="827"/>
                  </a:cubicBezTo>
                  <a:cubicBezTo>
                    <a:pt x="2015" y="827"/>
                    <a:pt x="-541" y="4019"/>
                    <a:pt x="98" y="7849"/>
                  </a:cubicBezTo>
                  <a:cubicBezTo>
                    <a:pt x="98" y="11680"/>
                    <a:pt x="3293" y="14233"/>
                    <a:pt x="7127" y="13595"/>
                  </a:cubicBezTo>
                  <a:cubicBezTo>
                    <a:pt x="37799" y="11041"/>
                    <a:pt x="53134" y="16787"/>
                    <a:pt x="55051" y="23171"/>
                  </a:cubicBezTo>
                  <a:cubicBezTo>
                    <a:pt x="56329" y="28917"/>
                    <a:pt x="49939" y="38493"/>
                    <a:pt x="33964" y="46153"/>
                  </a:cubicBezTo>
                  <a:cubicBezTo>
                    <a:pt x="24380" y="50622"/>
                    <a:pt x="19268" y="56368"/>
                    <a:pt x="18629" y="63390"/>
                  </a:cubicBezTo>
                  <a:cubicBezTo>
                    <a:pt x="17351" y="76158"/>
                    <a:pt x="31409" y="85734"/>
                    <a:pt x="32686" y="87011"/>
                  </a:cubicBezTo>
                  <a:cubicBezTo>
                    <a:pt x="33964" y="87649"/>
                    <a:pt x="35242" y="88288"/>
                    <a:pt x="36521" y="88288"/>
                  </a:cubicBezTo>
                  <a:close/>
                </a:path>
              </a:pathLst>
            </a:custGeom>
            <a:solidFill>
              <a:srgbClr val="00ABAB"/>
            </a:solidFill>
            <a:ln w="6390" cap="flat">
              <a:noFill/>
              <a:prstDash val="solid"/>
              <a:miter/>
            </a:ln>
          </p:spPr>
          <p:txBody>
            <a:bodyPr rtlCol="0" anchor="ctr"/>
            <a:lstStyle/>
            <a:p>
              <a:endParaRPr lang="en-US"/>
            </a:p>
          </p:txBody>
        </p:sp>
      </p:grpSp>
      <p:grpSp>
        <p:nvGrpSpPr>
          <p:cNvPr id="276" name="Graphic 4">
            <a:extLst>
              <a:ext uri="{FF2B5EF4-FFF2-40B4-BE49-F238E27FC236}">
                <a16:creationId xmlns:a16="http://schemas.microsoft.com/office/drawing/2014/main" id="{CA3720F5-07B0-0C4B-94F6-A345022D1BC8}"/>
              </a:ext>
            </a:extLst>
          </p:cNvPr>
          <p:cNvGrpSpPr>
            <a:grpSpLocks noChangeAspect="1"/>
          </p:cNvGrpSpPr>
          <p:nvPr/>
        </p:nvGrpSpPr>
        <p:grpSpPr>
          <a:xfrm>
            <a:off x="3607758" y="918179"/>
            <a:ext cx="362313" cy="361971"/>
            <a:chOff x="3607758" y="918179"/>
            <a:chExt cx="362313" cy="361971"/>
          </a:xfrm>
          <a:solidFill>
            <a:srgbClr val="00ABAB"/>
          </a:solidFill>
        </p:grpSpPr>
        <p:sp>
          <p:nvSpPr>
            <p:cNvPr id="277" name="Graphic 4">
              <a:extLst>
                <a:ext uri="{FF2B5EF4-FFF2-40B4-BE49-F238E27FC236}">
                  <a16:creationId xmlns:a16="http://schemas.microsoft.com/office/drawing/2014/main" id="{7C6C136B-AA71-E94C-B688-32F560ECE2C9}"/>
                </a:ext>
              </a:extLst>
            </p:cNvPr>
            <p:cNvSpPr/>
            <p:nvPr/>
          </p:nvSpPr>
          <p:spPr>
            <a:xfrm>
              <a:off x="3607758" y="918179"/>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6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949" y="81077"/>
                    <a:pt x="281796" y="0"/>
                    <a:pt x="181474" y="0"/>
                  </a:cubicBezTo>
                  <a:cubicBezTo>
                    <a:pt x="181474" y="0"/>
                    <a:pt x="181474" y="0"/>
                    <a:pt x="181474" y="0"/>
                  </a:cubicBezTo>
                  <a:close/>
                  <a:moveTo>
                    <a:pt x="181474" y="349204"/>
                  </a:moveTo>
                  <a:cubicBezTo>
                    <a:pt x="88181" y="349204"/>
                    <a:pt x="12780" y="273873"/>
                    <a:pt x="12780" y="181305"/>
                  </a:cubicBezTo>
                  <a:cubicBezTo>
                    <a:pt x="12780" y="88737"/>
                    <a:pt x="88181" y="12768"/>
                    <a:pt x="180836" y="12768"/>
                  </a:cubicBezTo>
                  <a:cubicBezTo>
                    <a:pt x="274128" y="12768"/>
                    <a:pt x="349530" y="88099"/>
                    <a:pt x="349530" y="180667"/>
                  </a:cubicBezTo>
                  <a:lnTo>
                    <a:pt x="349530" y="180667"/>
                  </a:lnTo>
                  <a:cubicBezTo>
                    <a:pt x="349530" y="273873"/>
                    <a:pt x="274128"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278" name="Graphic 4">
              <a:extLst>
                <a:ext uri="{FF2B5EF4-FFF2-40B4-BE49-F238E27FC236}">
                  <a16:creationId xmlns:a16="http://schemas.microsoft.com/office/drawing/2014/main" id="{EFEDCA3B-A4A5-F246-AFBF-E44D7DA242BF}"/>
                </a:ext>
              </a:extLst>
            </p:cNvPr>
            <p:cNvSpPr/>
            <p:nvPr/>
          </p:nvSpPr>
          <p:spPr>
            <a:xfrm>
              <a:off x="3667726" y="1076156"/>
              <a:ext cx="72979" cy="95467"/>
            </a:xfrm>
            <a:custGeom>
              <a:avLst/>
              <a:gdLst>
                <a:gd name="connsiteX0" fmla="*/ 41632 w 72979"/>
                <a:gd name="connsiteY0" fmla="*/ 62271 h 95467"/>
                <a:gd name="connsiteX1" fmla="*/ 72304 w 72979"/>
                <a:gd name="connsiteY1" fmla="*/ 21413 h 95467"/>
                <a:gd name="connsiteX2" fmla="*/ 5849 w 72979"/>
                <a:gd name="connsiteY2" fmla="*/ 984 h 95467"/>
                <a:gd name="connsiteX3" fmla="*/ 98 w 72979"/>
                <a:gd name="connsiteY3" fmla="*/ 8007 h 95467"/>
                <a:gd name="connsiteX4" fmla="*/ 7127 w 72979"/>
                <a:gd name="connsiteY4" fmla="*/ 13752 h 95467"/>
                <a:gd name="connsiteX5" fmla="*/ 60163 w 72979"/>
                <a:gd name="connsiteY5" fmla="*/ 25243 h 95467"/>
                <a:gd name="connsiteX6" fmla="*/ 36521 w 72979"/>
                <a:gd name="connsiteY6" fmla="*/ 50779 h 95467"/>
                <a:gd name="connsiteX7" fmla="*/ 19906 w 72979"/>
                <a:gd name="connsiteY7" fmla="*/ 69293 h 95467"/>
                <a:gd name="connsiteX8" fmla="*/ 35242 w 72979"/>
                <a:gd name="connsiteY8" fmla="*/ 94190 h 95467"/>
                <a:gd name="connsiteX9" fmla="*/ 39076 w 72979"/>
                <a:gd name="connsiteY9" fmla="*/ 95467 h 95467"/>
                <a:gd name="connsiteX10" fmla="*/ 44189 w 72979"/>
                <a:gd name="connsiteY10" fmla="*/ 92914 h 95467"/>
                <a:gd name="connsiteX11" fmla="*/ 42910 w 72979"/>
                <a:gd name="connsiteY11" fmla="*/ 83976 h 95467"/>
                <a:gd name="connsiteX12" fmla="*/ 33326 w 72979"/>
                <a:gd name="connsiteY12" fmla="*/ 70570 h 95467"/>
                <a:gd name="connsiteX13" fmla="*/ 41632 w 72979"/>
                <a:gd name="connsiteY13" fmla="*/ 62271 h 9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979" h="95467">
                  <a:moveTo>
                    <a:pt x="41632" y="62271"/>
                  </a:moveTo>
                  <a:cubicBezTo>
                    <a:pt x="63358" y="52056"/>
                    <a:pt x="76138" y="36096"/>
                    <a:pt x="72304" y="21413"/>
                  </a:cubicBezTo>
                  <a:cubicBezTo>
                    <a:pt x="69748" y="11837"/>
                    <a:pt x="57607" y="-4123"/>
                    <a:pt x="5849" y="984"/>
                  </a:cubicBezTo>
                  <a:cubicBezTo>
                    <a:pt x="2015" y="984"/>
                    <a:pt x="-541" y="4176"/>
                    <a:pt x="98" y="8007"/>
                  </a:cubicBezTo>
                  <a:cubicBezTo>
                    <a:pt x="98" y="11837"/>
                    <a:pt x="3293" y="14391"/>
                    <a:pt x="7127" y="13752"/>
                  </a:cubicBezTo>
                  <a:cubicBezTo>
                    <a:pt x="43549" y="10560"/>
                    <a:pt x="58246" y="17583"/>
                    <a:pt x="60163" y="25243"/>
                  </a:cubicBezTo>
                  <a:cubicBezTo>
                    <a:pt x="62080" y="32904"/>
                    <a:pt x="54412" y="43119"/>
                    <a:pt x="36521" y="50779"/>
                  </a:cubicBezTo>
                  <a:cubicBezTo>
                    <a:pt x="26296" y="55248"/>
                    <a:pt x="20546" y="61632"/>
                    <a:pt x="19906" y="69293"/>
                  </a:cubicBezTo>
                  <a:cubicBezTo>
                    <a:pt x="18629" y="82699"/>
                    <a:pt x="33964" y="93552"/>
                    <a:pt x="35242" y="94190"/>
                  </a:cubicBezTo>
                  <a:cubicBezTo>
                    <a:pt x="36521" y="94829"/>
                    <a:pt x="37799" y="95467"/>
                    <a:pt x="39076" y="95467"/>
                  </a:cubicBezTo>
                  <a:cubicBezTo>
                    <a:pt x="40994" y="95467"/>
                    <a:pt x="42910" y="94190"/>
                    <a:pt x="44189" y="92914"/>
                  </a:cubicBezTo>
                  <a:cubicBezTo>
                    <a:pt x="46105" y="89722"/>
                    <a:pt x="45466" y="85891"/>
                    <a:pt x="42910" y="83976"/>
                  </a:cubicBezTo>
                  <a:cubicBezTo>
                    <a:pt x="39716" y="81423"/>
                    <a:pt x="32686" y="75039"/>
                    <a:pt x="33326" y="70570"/>
                  </a:cubicBezTo>
                  <a:cubicBezTo>
                    <a:pt x="33326" y="66739"/>
                    <a:pt x="38437" y="63547"/>
                    <a:pt x="41632" y="62271"/>
                  </a:cubicBezTo>
                  <a:close/>
                </a:path>
              </a:pathLst>
            </a:custGeom>
            <a:solidFill>
              <a:srgbClr val="00ABAB"/>
            </a:solidFill>
            <a:ln w="6390" cap="flat">
              <a:noFill/>
              <a:prstDash val="solid"/>
              <a:miter/>
            </a:ln>
          </p:spPr>
          <p:txBody>
            <a:bodyPr rtlCol="0" anchor="ctr"/>
            <a:lstStyle/>
            <a:p>
              <a:endParaRPr lang="en-US"/>
            </a:p>
          </p:txBody>
        </p:sp>
        <p:sp>
          <p:nvSpPr>
            <p:cNvPr id="279" name="Graphic 4">
              <a:extLst>
                <a:ext uri="{FF2B5EF4-FFF2-40B4-BE49-F238E27FC236}">
                  <a16:creationId xmlns:a16="http://schemas.microsoft.com/office/drawing/2014/main" id="{7F7BBF44-94E8-9F46-9557-A467D0813581}"/>
                </a:ext>
              </a:extLst>
            </p:cNvPr>
            <p:cNvSpPr/>
            <p:nvPr/>
          </p:nvSpPr>
          <p:spPr>
            <a:xfrm>
              <a:off x="3735306" y="1017131"/>
              <a:ext cx="162555" cy="162791"/>
            </a:xfrm>
            <a:custGeom>
              <a:avLst/>
              <a:gdLst>
                <a:gd name="connsiteX0" fmla="*/ 162555 w 162555"/>
                <a:gd name="connsiteY0" fmla="*/ 30005 h 162791"/>
                <a:gd name="connsiteX1" fmla="*/ 160638 w 162555"/>
                <a:gd name="connsiteY1" fmla="*/ 25536 h 162791"/>
                <a:gd name="connsiteX2" fmla="*/ 136995 w 162555"/>
                <a:gd name="connsiteY2" fmla="*/ 1915 h 162791"/>
                <a:gd name="connsiteX3" fmla="*/ 128049 w 162555"/>
                <a:gd name="connsiteY3" fmla="*/ 1915 h 162791"/>
                <a:gd name="connsiteX4" fmla="*/ 82042 w 162555"/>
                <a:gd name="connsiteY4" fmla="*/ 47880 h 162791"/>
                <a:gd name="connsiteX5" fmla="*/ 13030 w 162555"/>
                <a:gd name="connsiteY5" fmla="*/ 117465 h 162791"/>
                <a:gd name="connsiteX6" fmla="*/ 11753 w 162555"/>
                <a:gd name="connsiteY6" fmla="*/ 120019 h 162791"/>
                <a:gd name="connsiteX7" fmla="*/ 251 w 162555"/>
                <a:gd name="connsiteY7" fmla="*/ 154492 h 162791"/>
                <a:gd name="connsiteX8" fmla="*/ 1529 w 162555"/>
                <a:gd name="connsiteY8" fmla="*/ 160876 h 162791"/>
                <a:gd name="connsiteX9" fmla="*/ 6002 w 162555"/>
                <a:gd name="connsiteY9" fmla="*/ 162792 h 162791"/>
                <a:gd name="connsiteX10" fmla="*/ 7919 w 162555"/>
                <a:gd name="connsiteY10" fmla="*/ 162153 h 162791"/>
                <a:gd name="connsiteX11" fmla="*/ 42424 w 162555"/>
                <a:gd name="connsiteY11" fmla="*/ 150662 h 162791"/>
                <a:gd name="connsiteX12" fmla="*/ 44980 w 162555"/>
                <a:gd name="connsiteY12" fmla="*/ 149385 h 162791"/>
                <a:gd name="connsiteX13" fmla="*/ 114631 w 162555"/>
                <a:gd name="connsiteY13" fmla="*/ 79800 h 162791"/>
                <a:gd name="connsiteX14" fmla="*/ 160638 w 162555"/>
                <a:gd name="connsiteY14" fmla="*/ 33835 h 162791"/>
                <a:gd name="connsiteX15" fmla="*/ 162555 w 162555"/>
                <a:gd name="connsiteY15" fmla="*/ 30005 h 162791"/>
                <a:gd name="connsiteX16" fmla="*/ 36673 w 162555"/>
                <a:gd name="connsiteY16" fmla="*/ 139809 h 162791"/>
                <a:gd name="connsiteX17" fmla="*/ 15587 w 162555"/>
                <a:gd name="connsiteY17" fmla="*/ 146832 h 162791"/>
                <a:gd name="connsiteX18" fmla="*/ 22615 w 162555"/>
                <a:gd name="connsiteY18" fmla="*/ 125764 h 162791"/>
                <a:gd name="connsiteX19" fmla="*/ 86515 w 162555"/>
                <a:gd name="connsiteY19" fmla="*/ 61925 h 162791"/>
                <a:gd name="connsiteX20" fmla="*/ 100573 w 162555"/>
                <a:gd name="connsiteY20" fmla="*/ 75969 h 162791"/>
                <a:gd name="connsiteX21" fmla="*/ 36673 w 162555"/>
                <a:gd name="connsiteY21" fmla="*/ 139809 h 162791"/>
                <a:gd name="connsiteX22" fmla="*/ 110158 w 162555"/>
                <a:gd name="connsiteY22" fmla="*/ 67032 h 162791"/>
                <a:gd name="connsiteX23" fmla="*/ 96100 w 162555"/>
                <a:gd name="connsiteY23" fmla="*/ 52987 h 162791"/>
                <a:gd name="connsiteX24" fmla="*/ 133162 w 162555"/>
                <a:gd name="connsiteY24" fmla="*/ 15960 h 162791"/>
                <a:gd name="connsiteX25" fmla="*/ 147219 w 162555"/>
                <a:gd name="connsiteY25" fmla="*/ 30005 h 162791"/>
                <a:gd name="connsiteX26" fmla="*/ 110158 w 162555"/>
                <a:gd name="connsiteY26" fmla="*/ 67032 h 16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62555" h="162791">
                  <a:moveTo>
                    <a:pt x="162555" y="30005"/>
                  </a:moveTo>
                  <a:cubicBezTo>
                    <a:pt x="162555" y="28090"/>
                    <a:pt x="161916" y="26813"/>
                    <a:pt x="160638" y="25536"/>
                  </a:cubicBezTo>
                  <a:lnTo>
                    <a:pt x="136995" y="1915"/>
                  </a:lnTo>
                  <a:cubicBezTo>
                    <a:pt x="134439" y="-638"/>
                    <a:pt x="130605" y="-638"/>
                    <a:pt x="128049" y="1915"/>
                  </a:cubicBezTo>
                  <a:lnTo>
                    <a:pt x="82042" y="47880"/>
                  </a:lnTo>
                  <a:lnTo>
                    <a:pt x="13030" y="117465"/>
                  </a:lnTo>
                  <a:cubicBezTo>
                    <a:pt x="12392" y="118104"/>
                    <a:pt x="11753" y="118742"/>
                    <a:pt x="11753" y="120019"/>
                  </a:cubicBezTo>
                  <a:lnTo>
                    <a:pt x="251" y="154492"/>
                  </a:lnTo>
                  <a:cubicBezTo>
                    <a:pt x="-388" y="157046"/>
                    <a:pt x="251" y="158961"/>
                    <a:pt x="1529" y="160876"/>
                  </a:cubicBezTo>
                  <a:cubicBezTo>
                    <a:pt x="2807" y="162153"/>
                    <a:pt x="4085" y="162792"/>
                    <a:pt x="6002" y="162792"/>
                  </a:cubicBezTo>
                  <a:cubicBezTo>
                    <a:pt x="6641" y="162792"/>
                    <a:pt x="7280" y="162792"/>
                    <a:pt x="7919" y="162153"/>
                  </a:cubicBezTo>
                  <a:lnTo>
                    <a:pt x="42424" y="150662"/>
                  </a:lnTo>
                  <a:cubicBezTo>
                    <a:pt x="43063" y="150024"/>
                    <a:pt x="44341" y="150024"/>
                    <a:pt x="44980" y="149385"/>
                  </a:cubicBezTo>
                  <a:lnTo>
                    <a:pt x="114631" y="79800"/>
                  </a:lnTo>
                  <a:lnTo>
                    <a:pt x="160638" y="33835"/>
                  </a:lnTo>
                  <a:cubicBezTo>
                    <a:pt x="161916" y="33197"/>
                    <a:pt x="162555" y="31282"/>
                    <a:pt x="162555" y="30005"/>
                  </a:cubicBezTo>
                  <a:close/>
                  <a:moveTo>
                    <a:pt x="36673" y="139809"/>
                  </a:moveTo>
                  <a:lnTo>
                    <a:pt x="15587" y="146832"/>
                  </a:lnTo>
                  <a:lnTo>
                    <a:pt x="22615" y="125764"/>
                  </a:lnTo>
                  <a:lnTo>
                    <a:pt x="86515" y="61925"/>
                  </a:lnTo>
                  <a:lnTo>
                    <a:pt x="100573" y="75969"/>
                  </a:lnTo>
                  <a:lnTo>
                    <a:pt x="36673" y="139809"/>
                  </a:lnTo>
                  <a:close/>
                  <a:moveTo>
                    <a:pt x="110158" y="67032"/>
                  </a:moveTo>
                  <a:lnTo>
                    <a:pt x="96100" y="52987"/>
                  </a:lnTo>
                  <a:lnTo>
                    <a:pt x="133162" y="15960"/>
                  </a:lnTo>
                  <a:lnTo>
                    <a:pt x="147219" y="30005"/>
                  </a:lnTo>
                  <a:lnTo>
                    <a:pt x="110158" y="67032"/>
                  </a:lnTo>
                  <a:close/>
                </a:path>
              </a:pathLst>
            </a:custGeom>
            <a:solidFill>
              <a:srgbClr val="00ABAB"/>
            </a:solidFill>
            <a:ln w="6390" cap="flat">
              <a:noFill/>
              <a:prstDash val="solid"/>
              <a:miter/>
            </a:ln>
          </p:spPr>
          <p:txBody>
            <a:bodyPr rtlCol="0" anchor="ctr"/>
            <a:lstStyle/>
            <a:p>
              <a:endParaRPr lang="en-US"/>
            </a:p>
          </p:txBody>
        </p:sp>
        <p:sp>
          <p:nvSpPr>
            <p:cNvPr id="280" name="Graphic 4">
              <a:extLst>
                <a:ext uri="{FF2B5EF4-FFF2-40B4-BE49-F238E27FC236}">
                  <a16:creationId xmlns:a16="http://schemas.microsoft.com/office/drawing/2014/main" id="{664D399E-994F-8C4A-A035-8D8A51C6EF10}"/>
                </a:ext>
              </a:extLst>
            </p:cNvPr>
            <p:cNvSpPr/>
            <p:nvPr/>
          </p:nvSpPr>
          <p:spPr>
            <a:xfrm>
              <a:off x="3864633" y="1077140"/>
              <a:ext cx="45368" cy="45326"/>
            </a:xfrm>
            <a:custGeom>
              <a:avLst/>
              <a:gdLst>
                <a:gd name="connsiteX0" fmla="*/ 43451 w 45368"/>
                <a:gd name="connsiteY0" fmla="*/ 1915 h 45326"/>
                <a:gd name="connsiteX1" fmla="*/ 34506 w 45368"/>
                <a:gd name="connsiteY1" fmla="*/ 1915 h 45326"/>
                <a:gd name="connsiteX2" fmla="*/ 1917 w 45368"/>
                <a:gd name="connsiteY2" fmla="*/ 34474 h 45326"/>
                <a:gd name="connsiteX3" fmla="*/ 1917 w 45368"/>
                <a:gd name="connsiteY3" fmla="*/ 43411 h 45326"/>
                <a:gd name="connsiteX4" fmla="*/ 10863 w 45368"/>
                <a:gd name="connsiteY4" fmla="*/ 43411 h 45326"/>
                <a:gd name="connsiteX5" fmla="*/ 10863 w 45368"/>
                <a:gd name="connsiteY5" fmla="*/ 43411 h 45326"/>
                <a:gd name="connsiteX6" fmla="*/ 43451 w 45368"/>
                <a:gd name="connsiteY6" fmla="*/ 10853 h 45326"/>
                <a:gd name="connsiteX7" fmla="*/ 43451 w 45368"/>
                <a:gd name="connsiteY7" fmla="*/ 1915 h 45326"/>
                <a:gd name="connsiteX8" fmla="*/ 43451 w 45368"/>
                <a:gd name="connsiteY8" fmla="*/ 1915 h 45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368" h="45326">
                  <a:moveTo>
                    <a:pt x="43451" y="1915"/>
                  </a:moveTo>
                  <a:cubicBezTo>
                    <a:pt x="40896" y="-638"/>
                    <a:pt x="37061" y="-638"/>
                    <a:pt x="34506" y="1915"/>
                  </a:cubicBezTo>
                  <a:lnTo>
                    <a:pt x="1917" y="34474"/>
                  </a:lnTo>
                  <a:cubicBezTo>
                    <a:pt x="-639" y="37027"/>
                    <a:pt x="-639" y="40857"/>
                    <a:pt x="1917" y="43411"/>
                  </a:cubicBezTo>
                  <a:cubicBezTo>
                    <a:pt x="4473" y="45965"/>
                    <a:pt x="8307" y="45965"/>
                    <a:pt x="10863" y="43411"/>
                  </a:cubicBezTo>
                  <a:lnTo>
                    <a:pt x="10863" y="43411"/>
                  </a:lnTo>
                  <a:lnTo>
                    <a:pt x="43451" y="10853"/>
                  </a:lnTo>
                  <a:cubicBezTo>
                    <a:pt x="46008" y="8299"/>
                    <a:pt x="46008" y="4469"/>
                    <a:pt x="43451" y="1915"/>
                  </a:cubicBezTo>
                  <a:cubicBezTo>
                    <a:pt x="43451" y="1915"/>
                    <a:pt x="43451" y="1915"/>
                    <a:pt x="43451" y="1915"/>
                  </a:cubicBezTo>
                  <a:close/>
                </a:path>
              </a:pathLst>
            </a:custGeom>
            <a:solidFill>
              <a:srgbClr val="00ABAB"/>
            </a:solidFill>
            <a:ln w="6390" cap="flat">
              <a:noFill/>
              <a:prstDash val="solid"/>
              <a:miter/>
            </a:ln>
          </p:spPr>
          <p:txBody>
            <a:bodyPr rtlCol="0" anchor="ctr"/>
            <a:lstStyle/>
            <a:p>
              <a:endParaRPr lang="en-US"/>
            </a:p>
          </p:txBody>
        </p:sp>
      </p:grpSp>
      <p:grpSp>
        <p:nvGrpSpPr>
          <p:cNvPr id="281" name="Graphic 4">
            <a:extLst>
              <a:ext uri="{FF2B5EF4-FFF2-40B4-BE49-F238E27FC236}">
                <a16:creationId xmlns:a16="http://schemas.microsoft.com/office/drawing/2014/main" id="{029268AA-CA32-B846-8D42-5A1C4837ADD1}"/>
              </a:ext>
            </a:extLst>
          </p:cNvPr>
          <p:cNvGrpSpPr>
            <a:grpSpLocks noChangeAspect="1"/>
          </p:cNvGrpSpPr>
          <p:nvPr/>
        </p:nvGrpSpPr>
        <p:grpSpPr>
          <a:xfrm>
            <a:off x="3607758" y="1403361"/>
            <a:ext cx="362313" cy="361971"/>
            <a:chOff x="3607758" y="1403361"/>
            <a:chExt cx="362313" cy="361971"/>
          </a:xfrm>
          <a:solidFill>
            <a:srgbClr val="00ABAB"/>
          </a:solidFill>
        </p:grpSpPr>
        <p:sp>
          <p:nvSpPr>
            <p:cNvPr id="282" name="Graphic 4">
              <a:extLst>
                <a:ext uri="{FF2B5EF4-FFF2-40B4-BE49-F238E27FC236}">
                  <a16:creationId xmlns:a16="http://schemas.microsoft.com/office/drawing/2014/main" id="{C6F96E5A-D298-D748-821D-28327705BB6B}"/>
                </a:ext>
              </a:extLst>
            </p:cNvPr>
            <p:cNvSpPr/>
            <p:nvPr/>
          </p:nvSpPr>
          <p:spPr>
            <a:xfrm>
              <a:off x="3607758" y="1403361"/>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6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6" y="361972"/>
                  </a:cubicBezTo>
                  <a:cubicBezTo>
                    <a:pt x="281157" y="361972"/>
                    <a:pt x="362310" y="280895"/>
                    <a:pt x="362310" y="181305"/>
                  </a:cubicBezTo>
                  <a:lnTo>
                    <a:pt x="362310" y="181305"/>
                  </a:lnTo>
                  <a:cubicBezTo>
                    <a:pt x="362949" y="81077"/>
                    <a:pt x="281796" y="0"/>
                    <a:pt x="181474" y="0"/>
                  </a:cubicBezTo>
                  <a:cubicBezTo>
                    <a:pt x="181474" y="0"/>
                    <a:pt x="181474" y="0"/>
                    <a:pt x="181474" y="0"/>
                  </a:cubicBezTo>
                  <a:close/>
                  <a:moveTo>
                    <a:pt x="181474" y="349204"/>
                  </a:moveTo>
                  <a:cubicBezTo>
                    <a:pt x="88181" y="349204"/>
                    <a:pt x="12780" y="273873"/>
                    <a:pt x="12780" y="181305"/>
                  </a:cubicBezTo>
                  <a:cubicBezTo>
                    <a:pt x="12780" y="88737"/>
                    <a:pt x="88181" y="12768"/>
                    <a:pt x="180836" y="12768"/>
                  </a:cubicBezTo>
                  <a:cubicBezTo>
                    <a:pt x="274128" y="12768"/>
                    <a:pt x="349530" y="88099"/>
                    <a:pt x="349530" y="180667"/>
                  </a:cubicBezTo>
                  <a:lnTo>
                    <a:pt x="349530" y="180667"/>
                  </a:lnTo>
                  <a:cubicBezTo>
                    <a:pt x="349530" y="273873"/>
                    <a:pt x="274128"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283" name="Graphic 4">
              <a:extLst>
                <a:ext uri="{FF2B5EF4-FFF2-40B4-BE49-F238E27FC236}">
                  <a16:creationId xmlns:a16="http://schemas.microsoft.com/office/drawing/2014/main" id="{D93C6BD4-FA80-844F-B964-0DD6DC9D9582}"/>
                </a:ext>
              </a:extLst>
            </p:cNvPr>
            <p:cNvSpPr/>
            <p:nvPr/>
          </p:nvSpPr>
          <p:spPr>
            <a:xfrm>
              <a:off x="3668364" y="1560913"/>
              <a:ext cx="76173" cy="99560"/>
            </a:xfrm>
            <a:custGeom>
              <a:avLst/>
              <a:gdLst>
                <a:gd name="connsiteX0" fmla="*/ 43550 w 76173"/>
                <a:gd name="connsiteY0" fmla="*/ 64611 h 99560"/>
                <a:gd name="connsiteX1" fmla="*/ 75499 w 76173"/>
                <a:gd name="connsiteY1" fmla="*/ 22477 h 99560"/>
                <a:gd name="connsiteX2" fmla="*/ 5849 w 76173"/>
                <a:gd name="connsiteY2" fmla="*/ 772 h 99560"/>
                <a:gd name="connsiteX3" fmla="*/ 98 w 76173"/>
                <a:gd name="connsiteY3" fmla="*/ 7794 h 99560"/>
                <a:gd name="connsiteX4" fmla="*/ 7127 w 76173"/>
                <a:gd name="connsiteY4" fmla="*/ 13540 h 99560"/>
                <a:gd name="connsiteX5" fmla="*/ 63358 w 76173"/>
                <a:gd name="connsiteY5" fmla="*/ 25669 h 99560"/>
                <a:gd name="connsiteX6" fmla="*/ 38437 w 76173"/>
                <a:gd name="connsiteY6" fmla="*/ 53120 h 99560"/>
                <a:gd name="connsiteX7" fmla="*/ 21185 w 76173"/>
                <a:gd name="connsiteY7" fmla="*/ 72272 h 99560"/>
                <a:gd name="connsiteX8" fmla="*/ 37160 w 76173"/>
                <a:gd name="connsiteY8" fmla="*/ 98446 h 99560"/>
                <a:gd name="connsiteX9" fmla="*/ 46105 w 76173"/>
                <a:gd name="connsiteY9" fmla="*/ 97170 h 99560"/>
                <a:gd name="connsiteX10" fmla="*/ 44827 w 76173"/>
                <a:gd name="connsiteY10" fmla="*/ 88232 h 99560"/>
                <a:gd name="connsiteX11" fmla="*/ 44827 w 76173"/>
                <a:gd name="connsiteY11" fmla="*/ 88232 h 99560"/>
                <a:gd name="connsiteX12" fmla="*/ 34604 w 76173"/>
                <a:gd name="connsiteY12" fmla="*/ 73549 h 99560"/>
                <a:gd name="connsiteX13" fmla="*/ 43550 w 76173"/>
                <a:gd name="connsiteY13" fmla="*/ 64611 h 9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73" h="99560">
                  <a:moveTo>
                    <a:pt x="43550" y="64611"/>
                  </a:moveTo>
                  <a:cubicBezTo>
                    <a:pt x="66553" y="54397"/>
                    <a:pt x="79333" y="37160"/>
                    <a:pt x="75499" y="22477"/>
                  </a:cubicBezTo>
                  <a:cubicBezTo>
                    <a:pt x="72943" y="12263"/>
                    <a:pt x="60163" y="-3697"/>
                    <a:pt x="5849" y="772"/>
                  </a:cubicBezTo>
                  <a:cubicBezTo>
                    <a:pt x="2015" y="772"/>
                    <a:pt x="-541" y="3964"/>
                    <a:pt x="98" y="7794"/>
                  </a:cubicBezTo>
                  <a:cubicBezTo>
                    <a:pt x="98" y="11624"/>
                    <a:pt x="3293" y="14178"/>
                    <a:pt x="7127" y="13540"/>
                  </a:cubicBezTo>
                  <a:cubicBezTo>
                    <a:pt x="44827" y="10348"/>
                    <a:pt x="60802" y="18008"/>
                    <a:pt x="63358" y="25669"/>
                  </a:cubicBezTo>
                  <a:cubicBezTo>
                    <a:pt x="65914" y="33330"/>
                    <a:pt x="56968" y="44183"/>
                    <a:pt x="38437" y="53120"/>
                  </a:cubicBezTo>
                  <a:cubicBezTo>
                    <a:pt x="27575" y="58227"/>
                    <a:pt x="22463" y="64611"/>
                    <a:pt x="21185" y="72272"/>
                  </a:cubicBezTo>
                  <a:cubicBezTo>
                    <a:pt x="19907" y="86317"/>
                    <a:pt x="35242" y="97170"/>
                    <a:pt x="37160" y="98446"/>
                  </a:cubicBezTo>
                  <a:cubicBezTo>
                    <a:pt x="40355" y="100362"/>
                    <a:pt x="44189" y="99723"/>
                    <a:pt x="46105" y="97170"/>
                  </a:cubicBezTo>
                  <a:cubicBezTo>
                    <a:pt x="48022" y="93978"/>
                    <a:pt x="47384" y="90147"/>
                    <a:pt x="44827" y="88232"/>
                  </a:cubicBezTo>
                  <a:cubicBezTo>
                    <a:pt x="44827" y="88232"/>
                    <a:pt x="44827" y="88232"/>
                    <a:pt x="44827" y="88232"/>
                  </a:cubicBezTo>
                  <a:cubicBezTo>
                    <a:pt x="41632" y="85678"/>
                    <a:pt x="33965" y="78656"/>
                    <a:pt x="34604" y="73549"/>
                  </a:cubicBezTo>
                  <a:cubicBezTo>
                    <a:pt x="34604" y="69080"/>
                    <a:pt x="40355" y="65888"/>
                    <a:pt x="43550" y="64611"/>
                  </a:cubicBezTo>
                  <a:close/>
                </a:path>
              </a:pathLst>
            </a:custGeom>
            <a:solidFill>
              <a:srgbClr val="00ABAB"/>
            </a:solidFill>
            <a:ln w="6390" cap="flat">
              <a:noFill/>
              <a:prstDash val="solid"/>
              <a:miter/>
            </a:ln>
          </p:spPr>
          <p:txBody>
            <a:bodyPr rtlCol="0" anchor="ctr"/>
            <a:lstStyle/>
            <a:p>
              <a:endParaRPr lang="en-US"/>
            </a:p>
          </p:txBody>
        </p:sp>
        <p:sp>
          <p:nvSpPr>
            <p:cNvPr id="284" name="Graphic 4">
              <a:extLst>
                <a:ext uri="{FF2B5EF4-FFF2-40B4-BE49-F238E27FC236}">
                  <a16:creationId xmlns:a16="http://schemas.microsoft.com/office/drawing/2014/main" id="{3B7F6BEB-009A-7A4C-9292-9AFFC51D293A}"/>
                </a:ext>
              </a:extLst>
            </p:cNvPr>
            <p:cNvSpPr/>
            <p:nvPr/>
          </p:nvSpPr>
          <p:spPr>
            <a:xfrm>
              <a:off x="3739140" y="1499121"/>
              <a:ext cx="169743" cy="170452"/>
            </a:xfrm>
            <a:custGeom>
              <a:avLst/>
              <a:gdLst>
                <a:gd name="connsiteX0" fmla="*/ 168306 w 169743"/>
                <a:gd name="connsiteY0" fmla="*/ 26174 h 170452"/>
                <a:gd name="connsiteX1" fmla="*/ 144024 w 169743"/>
                <a:gd name="connsiteY1" fmla="*/ 1915 h 170452"/>
                <a:gd name="connsiteX2" fmla="*/ 135078 w 169743"/>
                <a:gd name="connsiteY2" fmla="*/ 1915 h 170452"/>
                <a:gd name="connsiteX3" fmla="*/ 86515 w 169743"/>
                <a:gd name="connsiteY3" fmla="*/ 50433 h 170452"/>
                <a:gd name="connsiteX4" fmla="*/ 13669 w 169743"/>
                <a:gd name="connsiteY4" fmla="*/ 123211 h 170452"/>
                <a:gd name="connsiteX5" fmla="*/ 12391 w 169743"/>
                <a:gd name="connsiteY5" fmla="*/ 125764 h 170452"/>
                <a:gd name="connsiteX6" fmla="*/ 251 w 169743"/>
                <a:gd name="connsiteY6" fmla="*/ 162153 h 170452"/>
                <a:gd name="connsiteX7" fmla="*/ 1529 w 169743"/>
                <a:gd name="connsiteY7" fmla="*/ 168537 h 170452"/>
                <a:gd name="connsiteX8" fmla="*/ 6001 w 169743"/>
                <a:gd name="connsiteY8" fmla="*/ 170452 h 170452"/>
                <a:gd name="connsiteX9" fmla="*/ 7919 w 169743"/>
                <a:gd name="connsiteY9" fmla="*/ 170452 h 170452"/>
                <a:gd name="connsiteX10" fmla="*/ 44341 w 169743"/>
                <a:gd name="connsiteY10" fmla="*/ 158323 h 170452"/>
                <a:gd name="connsiteX11" fmla="*/ 46897 w 169743"/>
                <a:gd name="connsiteY11" fmla="*/ 157046 h 170452"/>
                <a:gd name="connsiteX12" fmla="*/ 119743 w 169743"/>
                <a:gd name="connsiteY12" fmla="*/ 84269 h 170452"/>
                <a:gd name="connsiteX13" fmla="*/ 168306 w 169743"/>
                <a:gd name="connsiteY13" fmla="*/ 35750 h 170452"/>
                <a:gd name="connsiteX14" fmla="*/ 168306 w 169743"/>
                <a:gd name="connsiteY14" fmla="*/ 26174 h 170452"/>
                <a:gd name="connsiteX15" fmla="*/ 38590 w 169743"/>
                <a:gd name="connsiteY15" fmla="*/ 146193 h 170452"/>
                <a:gd name="connsiteX16" fmla="*/ 15586 w 169743"/>
                <a:gd name="connsiteY16" fmla="*/ 153854 h 170452"/>
                <a:gd name="connsiteX17" fmla="*/ 23254 w 169743"/>
                <a:gd name="connsiteY17" fmla="*/ 130872 h 170452"/>
                <a:gd name="connsiteX18" fmla="*/ 90349 w 169743"/>
                <a:gd name="connsiteY18" fmla="*/ 63840 h 170452"/>
                <a:gd name="connsiteX19" fmla="*/ 105685 w 169743"/>
                <a:gd name="connsiteY19" fmla="*/ 79161 h 170452"/>
                <a:gd name="connsiteX20" fmla="*/ 38590 w 169743"/>
                <a:gd name="connsiteY20" fmla="*/ 146193 h 170452"/>
                <a:gd name="connsiteX21" fmla="*/ 115270 w 169743"/>
                <a:gd name="connsiteY21" fmla="*/ 69585 h 170452"/>
                <a:gd name="connsiteX22" fmla="*/ 99934 w 169743"/>
                <a:gd name="connsiteY22" fmla="*/ 54264 h 170452"/>
                <a:gd name="connsiteX23" fmla="*/ 139551 w 169743"/>
                <a:gd name="connsiteY23" fmla="*/ 14683 h 170452"/>
                <a:gd name="connsiteX24" fmla="*/ 154887 w 169743"/>
                <a:gd name="connsiteY24" fmla="*/ 30005 h 170452"/>
                <a:gd name="connsiteX25" fmla="*/ 115270 w 169743"/>
                <a:gd name="connsiteY25" fmla="*/ 69585 h 17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9743" h="170452">
                  <a:moveTo>
                    <a:pt x="168306" y="26174"/>
                  </a:moveTo>
                  <a:lnTo>
                    <a:pt x="144024" y="1915"/>
                  </a:lnTo>
                  <a:cubicBezTo>
                    <a:pt x="141468" y="-638"/>
                    <a:pt x="137634" y="-638"/>
                    <a:pt x="135078" y="1915"/>
                  </a:cubicBezTo>
                  <a:lnTo>
                    <a:pt x="86515" y="50433"/>
                  </a:lnTo>
                  <a:lnTo>
                    <a:pt x="13669" y="123211"/>
                  </a:lnTo>
                  <a:cubicBezTo>
                    <a:pt x="13031" y="123849"/>
                    <a:pt x="12391" y="124488"/>
                    <a:pt x="12391" y="125764"/>
                  </a:cubicBezTo>
                  <a:lnTo>
                    <a:pt x="251" y="162153"/>
                  </a:lnTo>
                  <a:cubicBezTo>
                    <a:pt x="-388" y="164707"/>
                    <a:pt x="251" y="166622"/>
                    <a:pt x="1529" y="168537"/>
                  </a:cubicBezTo>
                  <a:cubicBezTo>
                    <a:pt x="2807" y="169814"/>
                    <a:pt x="4085" y="170452"/>
                    <a:pt x="6001" y="170452"/>
                  </a:cubicBezTo>
                  <a:cubicBezTo>
                    <a:pt x="6641" y="170452"/>
                    <a:pt x="7280" y="170452"/>
                    <a:pt x="7919" y="170452"/>
                  </a:cubicBezTo>
                  <a:lnTo>
                    <a:pt x="44341" y="158323"/>
                  </a:lnTo>
                  <a:cubicBezTo>
                    <a:pt x="44980" y="158323"/>
                    <a:pt x="46258" y="157684"/>
                    <a:pt x="46897" y="157046"/>
                  </a:cubicBezTo>
                  <a:lnTo>
                    <a:pt x="119743" y="84269"/>
                  </a:lnTo>
                  <a:lnTo>
                    <a:pt x="168306" y="35750"/>
                  </a:lnTo>
                  <a:cubicBezTo>
                    <a:pt x="170223" y="32558"/>
                    <a:pt x="170223" y="28090"/>
                    <a:pt x="168306" y="26174"/>
                  </a:cubicBezTo>
                  <a:close/>
                  <a:moveTo>
                    <a:pt x="38590" y="146193"/>
                  </a:moveTo>
                  <a:lnTo>
                    <a:pt x="15586" y="153854"/>
                  </a:lnTo>
                  <a:lnTo>
                    <a:pt x="23254" y="130872"/>
                  </a:lnTo>
                  <a:lnTo>
                    <a:pt x="90349" y="63840"/>
                  </a:lnTo>
                  <a:lnTo>
                    <a:pt x="105685" y="79161"/>
                  </a:lnTo>
                  <a:lnTo>
                    <a:pt x="38590" y="146193"/>
                  </a:lnTo>
                  <a:close/>
                  <a:moveTo>
                    <a:pt x="115270" y="69585"/>
                  </a:moveTo>
                  <a:lnTo>
                    <a:pt x="99934" y="54264"/>
                  </a:lnTo>
                  <a:lnTo>
                    <a:pt x="139551" y="14683"/>
                  </a:lnTo>
                  <a:lnTo>
                    <a:pt x="154887" y="30005"/>
                  </a:lnTo>
                  <a:lnTo>
                    <a:pt x="115270" y="69585"/>
                  </a:lnTo>
                  <a:close/>
                </a:path>
              </a:pathLst>
            </a:custGeom>
            <a:solidFill>
              <a:srgbClr val="00ABAB"/>
            </a:solidFill>
            <a:ln w="6390" cap="flat">
              <a:noFill/>
              <a:prstDash val="solid"/>
              <a:miter/>
            </a:ln>
          </p:spPr>
          <p:txBody>
            <a:bodyPr rtlCol="0" anchor="ctr"/>
            <a:lstStyle/>
            <a:p>
              <a:endParaRPr lang="en-US"/>
            </a:p>
          </p:txBody>
        </p:sp>
      </p:grpSp>
      <p:grpSp>
        <p:nvGrpSpPr>
          <p:cNvPr id="285" name="Graphic 4">
            <a:extLst>
              <a:ext uri="{FF2B5EF4-FFF2-40B4-BE49-F238E27FC236}">
                <a16:creationId xmlns:a16="http://schemas.microsoft.com/office/drawing/2014/main" id="{C15FAD12-BE31-FB4B-82AA-6F91099008AC}"/>
              </a:ext>
            </a:extLst>
          </p:cNvPr>
          <p:cNvGrpSpPr>
            <a:grpSpLocks noChangeAspect="1"/>
          </p:cNvGrpSpPr>
          <p:nvPr/>
        </p:nvGrpSpPr>
        <p:grpSpPr>
          <a:xfrm>
            <a:off x="4045469" y="2371173"/>
            <a:ext cx="362309" cy="361971"/>
            <a:chOff x="4045469" y="2371173"/>
            <a:chExt cx="362309" cy="361971"/>
          </a:xfrm>
          <a:solidFill>
            <a:srgbClr val="00ABAB"/>
          </a:solidFill>
        </p:grpSpPr>
        <p:sp>
          <p:nvSpPr>
            <p:cNvPr id="286" name="Graphic 4">
              <a:extLst>
                <a:ext uri="{FF2B5EF4-FFF2-40B4-BE49-F238E27FC236}">
                  <a16:creationId xmlns:a16="http://schemas.microsoft.com/office/drawing/2014/main" id="{65F1AA12-7A6C-884C-85B5-6B25667C973B}"/>
                </a:ext>
              </a:extLst>
            </p:cNvPr>
            <p:cNvSpPr/>
            <p:nvPr/>
          </p:nvSpPr>
          <p:spPr>
            <a:xfrm>
              <a:off x="4174545" y="2582991"/>
              <a:ext cx="53675" cy="40090"/>
            </a:xfrm>
            <a:custGeom>
              <a:avLst/>
              <a:gdLst>
                <a:gd name="connsiteX0" fmla="*/ 37701 w 53675"/>
                <a:gd name="connsiteY0" fmla="*/ 130 h 40090"/>
                <a:gd name="connsiteX1" fmla="*/ 13419 w 53675"/>
                <a:gd name="connsiteY1" fmla="*/ 18005 h 40090"/>
                <a:gd name="connsiteX2" fmla="*/ 0 w 53675"/>
                <a:gd name="connsiteY2" fmla="*/ 37795 h 40090"/>
                <a:gd name="connsiteX3" fmla="*/ 44091 w 53675"/>
                <a:gd name="connsiteY3" fmla="*/ 34603 h 40090"/>
                <a:gd name="connsiteX4" fmla="*/ 53676 w 53675"/>
                <a:gd name="connsiteY4" fmla="*/ 15451 h 40090"/>
                <a:gd name="connsiteX5" fmla="*/ 49841 w 53675"/>
                <a:gd name="connsiteY5" fmla="*/ 5237 h 40090"/>
                <a:gd name="connsiteX6" fmla="*/ 37701 w 53675"/>
                <a:gd name="connsiteY6" fmla="*/ 130 h 4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675" h="40090">
                  <a:moveTo>
                    <a:pt x="37701" y="130"/>
                  </a:moveTo>
                  <a:cubicBezTo>
                    <a:pt x="26199" y="-1147"/>
                    <a:pt x="15975" y="7152"/>
                    <a:pt x="13419" y="18005"/>
                  </a:cubicBezTo>
                  <a:cubicBezTo>
                    <a:pt x="10863" y="25666"/>
                    <a:pt x="6390" y="32688"/>
                    <a:pt x="0" y="37795"/>
                  </a:cubicBezTo>
                  <a:cubicBezTo>
                    <a:pt x="14697" y="40987"/>
                    <a:pt x="33228" y="41626"/>
                    <a:pt x="44091" y="34603"/>
                  </a:cubicBezTo>
                  <a:cubicBezTo>
                    <a:pt x="50481" y="30135"/>
                    <a:pt x="53676" y="23112"/>
                    <a:pt x="53676" y="15451"/>
                  </a:cubicBezTo>
                  <a:cubicBezTo>
                    <a:pt x="53676" y="11621"/>
                    <a:pt x="52398" y="7791"/>
                    <a:pt x="49841" y="5237"/>
                  </a:cubicBezTo>
                  <a:cubicBezTo>
                    <a:pt x="46646" y="2683"/>
                    <a:pt x="42174" y="130"/>
                    <a:pt x="37701" y="130"/>
                  </a:cubicBezTo>
                  <a:close/>
                </a:path>
              </a:pathLst>
            </a:custGeom>
            <a:solidFill>
              <a:srgbClr val="00ABAB"/>
            </a:solidFill>
            <a:ln w="6390" cap="flat">
              <a:noFill/>
              <a:prstDash val="solid"/>
              <a:miter/>
            </a:ln>
          </p:spPr>
          <p:txBody>
            <a:bodyPr rtlCol="0" anchor="ctr"/>
            <a:lstStyle/>
            <a:p>
              <a:endParaRPr lang="en-US"/>
            </a:p>
          </p:txBody>
        </p:sp>
        <p:sp>
          <p:nvSpPr>
            <p:cNvPr id="287" name="Graphic 4">
              <a:extLst>
                <a:ext uri="{FF2B5EF4-FFF2-40B4-BE49-F238E27FC236}">
                  <a16:creationId xmlns:a16="http://schemas.microsoft.com/office/drawing/2014/main" id="{D115D523-61E4-D24D-833A-D319AD741B04}"/>
                </a:ext>
              </a:extLst>
            </p:cNvPr>
            <p:cNvSpPr/>
            <p:nvPr/>
          </p:nvSpPr>
          <p:spPr>
            <a:xfrm>
              <a:off x="4045469" y="237117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88820 w 362309"/>
                <a:gd name="connsiteY6" fmla="*/ 209395 h 361971"/>
                <a:gd name="connsiteX7" fmla="*/ 104156 w 362309"/>
                <a:gd name="connsiteY7" fmla="*/ 192158 h 361971"/>
                <a:gd name="connsiteX8" fmla="*/ 125243 w 362309"/>
                <a:gd name="connsiteY8" fmla="*/ 169176 h 361971"/>
                <a:gd name="connsiteX9" fmla="*/ 77318 w 362309"/>
                <a:gd name="connsiteY9" fmla="*/ 159600 h 361971"/>
                <a:gd name="connsiteX10" fmla="*/ 70289 w 362309"/>
                <a:gd name="connsiteY10" fmla="*/ 153854 h 361971"/>
                <a:gd name="connsiteX11" fmla="*/ 76040 w 362309"/>
                <a:gd name="connsiteY11" fmla="*/ 146832 h 361971"/>
                <a:gd name="connsiteX12" fmla="*/ 76040 w 362309"/>
                <a:gd name="connsiteY12" fmla="*/ 146832 h 361971"/>
                <a:gd name="connsiteX13" fmla="*/ 137384 w 362309"/>
                <a:gd name="connsiteY13" fmla="*/ 165984 h 361971"/>
                <a:gd name="connsiteX14" fmla="*/ 109268 w 362309"/>
                <a:gd name="connsiteY14" fmla="*/ 203649 h 361971"/>
                <a:gd name="connsiteX15" fmla="*/ 101600 w 362309"/>
                <a:gd name="connsiteY15" fmla="*/ 210671 h 361971"/>
                <a:gd name="connsiteX16" fmla="*/ 110546 w 362309"/>
                <a:gd name="connsiteY16" fmla="*/ 222801 h 361971"/>
                <a:gd name="connsiteX17" fmla="*/ 111824 w 362309"/>
                <a:gd name="connsiteY17" fmla="*/ 231739 h 361971"/>
                <a:gd name="connsiteX18" fmla="*/ 106712 w 362309"/>
                <a:gd name="connsiteY18" fmla="*/ 234292 h 361971"/>
                <a:gd name="connsiteX19" fmla="*/ 102878 w 362309"/>
                <a:gd name="connsiteY19" fmla="*/ 233015 h 361971"/>
                <a:gd name="connsiteX20" fmla="*/ 88820 w 362309"/>
                <a:gd name="connsiteY20" fmla="*/ 209395 h 361971"/>
                <a:gd name="connsiteX21" fmla="*/ 288186 w 362309"/>
                <a:gd name="connsiteY21" fmla="*/ 128318 h 361971"/>
                <a:gd name="connsiteX22" fmla="*/ 194893 w 362309"/>
                <a:gd name="connsiteY22" fmla="*/ 223439 h 361971"/>
                <a:gd name="connsiteX23" fmla="*/ 194893 w 362309"/>
                <a:gd name="connsiteY23" fmla="*/ 228547 h 361971"/>
                <a:gd name="connsiteX24" fmla="*/ 179557 w 362309"/>
                <a:gd name="connsiteY24" fmla="*/ 257913 h 361971"/>
                <a:gd name="connsiteX25" fmla="*/ 150164 w 362309"/>
                <a:gd name="connsiteY25" fmla="*/ 264935 h 361971"/>
                <a:gd name="connsiteX26" fmla="*/ 104156 w 362309"/>
                <a:gd name="connsiteY26" fmla="*/ 256636 h 361971"/>
                <a:gd name="connsiteX27" fmla="*/ 100322 w 362309"/>
                <a:gd name="connsiteY27" fmla="*/ 248337 h 361971"/>
                <a:gd name="connsiteX28" fmla="*/ 106712 w 362309"/>
                <a:gd name="connsiteY28" fmla="*/ 244507 h 361971"/>
                <a:gd name="connsiteX29" fmla="*/ 129716 w 362309"/>
                <a:gd name="connsiteY29" fmla="*/ 226631 h 361971"/>
                <a:gd name="connsiteX30" fmla="*/ 162943 w 362309"/>
                <a:gd name="connsiteY30" fmla="*/ 199819 h 361971"/>
                <a:gd name="connsiteX31" fmla="*/ 260710 w 362309"/>
                <a:gd name="connsiteY31" fmla="*/ 102782 h 361971"/>
                <a:gd name="connsiteX32" fmla="*/ 273490 w 362309"/>
                <a:gd name="connsiteY32" fmla="*/ 98313 h 361971"/>
                <a:gd name="connsiteX33" fmla="*/ 286270 w 362309"/>
                <a:gd name="connsiteY33" fmla="*/ 104059 h 361971"/>
                <a:gd name="connsiteX34" fmla="*/ 288186 w 362309"/>
                <a:gd name="connsiteY34" fmla="*/ 128318 h 361971"/>
                <a:gd name="connsiteX35" fmla="*/ 288186 w 362309"/>
                <a:gd name="connsiteY35" fmla="*/ 12831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88820" y="209395"/>
                  </a:moveTo>
                  <a:cubicBezTo>
                    <a:pt x="89459" y="202372"/>
                    <a:pt x="94571" y="196627"/>
                    <a:pt x="104156" y="192158"/>
                  </a:cubicBezTo>
                  <a:cubicBezTo>
                    <a:pt x="120131" y="185135"/>
                    <a:pt x="126521" y="174921"/>
                    <a:pt x="125243" y="169176"/>
                  </a:cubicBezTo>
                  <a:cubicBezTo>
                    <a:pt x="123326" y="162153"/>
                    <a:pt x="107990" y="156408"/>
                    <a:pt x="77318" y="159600"/>
                  </a:cubicBezTo>
                  <a:cubicBezTo>
                    <a:pt x="73484" y="159600"/>
                    <a:pt x="70929" y="157046"/>
                    <a:pt x="70289" y="153854"/>
                  </a:cubicBezTo>
                  <a:cubicBezTo>
                    <a:pt x="70289" y="150024"/>
                    <a:pt x="72845" y="147470"/>
                    <a:pt x="76040" y="146832"/>
                  </a:cubicBezTo>
                  <a:lnTo>
                    <a:pt x="76040" y="146832"/>
                  </a:lnTo>
                  <a:cubicBezTo>
                    <a:pt x="123965" y="142363"/>
                    <a:pt x="134828" y="157046"/>
                    <a:pt x="137384" y="165984"/>
                  </a:cubicBezTo>
                  <a:cubicBezTo>
                    <a:pt x="140579" y="179390"/>
                    <a:pt x="129716" y="194711"/>
                    <a:pt x="109268" y="203649"/>
                  </a:cubicBezTo>
                  <a:cubicBezTo>
                    <a:pt x="104156" y="206203"/>
                    <a:pt x="101600" y="208118"/>
                    <a:pt x="101600" y="210671"/>
                  </a:cubicBezTo>
                  <a:cubicBezTo>
                    <a:pt x="100961" y="214502"/>
                    <a:pt x="106712" y="220247"/>
                    <a:pt x="110546" y="222801"/>
                  </a:cubicBezTo>
                  <a:cubicBezTo>
                    <a:pt x="113741" y="224716"/>
                    <a:pt x="114380" y="228547"/>
                    <a:pt x="111824" y="231739"/>
                  </a:cubicBezTo>
                  <a:cubicBezTo>
                    <a:pt x="110546" y="233654"/>
                    <a:pt x="108629" y="234292"/>
                    <a:pt x="106712" y="234292"/>
                  </a:cubicBezTo>
                  <a:cubicBezTo>
                    <a:pt x="105434" y="234292"/>
                    <a:pt x="104156" y="233654"/>
                    <a:pt x="102878" y="233015"/>
                  </a:cubicBezTo>
                  <a:cubicBezTo>
                    <a:pt x="101600" y="231739"/>
                    <a:pt x="87542" y="222163"/>
                    <a:pt x="88820" y="209395"/>
                  </a:cubicBezTo>
                  <a:close/>
                  <a:moveTo>
                    <a:pt x="288186" y="128318"/>
                  </a:moveTo>
                  <a:lnTo>
                    <a:pt x="194893" y="223439"/>
                  </a:lnTo>
                  <a:cubicBezTo>
                    <a:pt x="194893" y="225355"/>
                    <a:pt x="194893" y="226631"/>
                    <a:pt x="194893" y="228547"/>
                  </a:cubicBezTo>
                  <a:cubicBezTo>
                    <a:pt x="194893" y="240038"/>
                    <a:pt x="189142" y="251529"/>
                    <a:pt x="179557" y="257913"/>
                  </a:cubicBezTo>
                  <a:cubicBezTo>
                    <a:pt x="170611" y="263020"/>
                    <a:pt x="160388" y="265574"/>
                    <a:pt x="150164" y="264935"/>
                  </a:cubicBezTo>
                  <a:cubicBezTo>
                    <a:pt x="134189" y="264297"/>
                    <a:pt x="118853" y="261743"/>
                    <a:pt x="104156" y="256636"/>
                  </a:cubicBezTo>
                  <a:cubicBezTo>
                    <a:pt x="100961" y="255359"/>
                    <a:pt x="99044" y="251529"/>
                    <a:pt x="100322" y="248337"/>
                  </a:cubicBezTo>
                  <a:cubicBezTo>
                    <a:pt x="101600" y="245783"/>
                    <a:pt x="104156" y="243868"/>
                    <a:pt x="106712" y="244507"/>
                  </a:cubicBezTo>
                  <a:cubicBezTo>
                    <a:pt x="108629" y="244507"/>
                    <a:pt x="123965" y="245783"/>
                    <a:pt x="129716" y="226631"/>
                  </a:cubicBezTo>
                  <a:cubicBezTo>
                    <a:pt x="137384" y="203011"/>
                    <a:pt x="154637" y="200457"/>
                    <a:pt x="162943" y="199819"/>
                  </a:cubicBezTo>
                  <a:lnTo>
                    <a:pt x="260710" y="102782"/>
                  </a:lnTo>
                  <a:cubicBezTo>
                    <a:pt x="263905" y="99590"/>
                    <a:pt x="269017" y="97675"/>
                    <a:pt x="273490" y="98313"/>
                  </a:cubicBezTo>
                  <a:cubicBezTo>
                    <a:pt x="278602" y="98952"/>
                    <a:pt x="283075" y="100867"/>
                    <a:pt x="286270" y="104059"/>
                  </a:cubicBezTo>
                  <a:cubicBezTo>
                    <a:pt x="293937" y="109805"/>
                    <a:pt x="294576" y="120657"/>
                    <a:pt x="288186" y="128318"/>
                  </a:cubicBezTo>
                  <a:lnTo>
                    <a:pt x="288186" y="128318"/>
                  </a:lnTo>
                  <a:close/>
                </a:path>
              </a:pathLst>
            </a:custGeom>
            <a:solidFill>
              <a:srgbClr val="00ABAB"/>
            </a:solidFill>
            <a:ln w="6390" cap="flat">
              <a:noFill/>
              <a:prstDash val="solid"/>
              <a:miter/>
            </a:ln>
          </p:spPr>
          <p:txBody>
            <a:bodyPr rtlCol="0" anchor="ctr"/>
            <a:lstStyle/>
            <a:p>
              <a:endParaRPr lang="en-US"/>
            </a:p>
          </p:txBody>
        </p:sp>
        <p:sp>
          <p:nvSpPr>
            <p:cNvPr id="288" name="Graphic 4">
              <a:extLst>
                <a:ext uri="{FF2B5EF4-FFF2-40B4-BE49-F238E27FC236}">
                  <a16:creationId xmlns:a16="http://schemas.microsoft.com/office/drawing/2014/main" id="{EC764F38-400F-9D43-B929-9A80401EDFAD}"/>
                </a:ext>
              </a:extLst>
            </p:cNvPr>
            <p:cNvSpPr/>
            <p:nvPr/>
          </p:nvSpPr>
          <p:spPr>
            <a:xfrm>
              <a:off x="4224387" y="2480978"/>
              <a:ext cx="100987" cy="100866"/>
            </a:xfrm>
            <a:custGeom>
              <a:avLst/>
              <a:gdLst>
                <a:gd name="connsiteX0" fmla="*/ 94571 w 100987"/>
                <a:gd name="connsiteY0" fmla="*/ 0 h 100866"/>
                <a:gd name="connsiteX1" fmla="*/ 91376 w 100987"/>
                <a:gd name="connsiteY1" fmla="*/ 638 h 100866"/>
                <a:gd name="connsiteX2" fmla="*/ 0 w 100987"/>
                <a:gd name="connsiteY2" fmla="*/ 91929 h 100866"/>
                <a:gd name="connsiteX3" fmla="*/ 8946 w 100987"/>
                <a:gd name="connsiteY3" fmla="*/ 98313 h 100866"/>
                <a:gd name="connsiteX4" fmla="*/ 10863 w 100987"/>
                <a:gd name="connsiteY4" fmla="*/ 100867 h 100866"/>
                <a:gd name="connsiteX5" fmla="*/ 100322 w 100987"/>
                <a:gd name="connsiteY5" fmla="*/ 9576 h 100866"/>
                <a:gd name="connsiteX6" fmla="*/ 99044 w 100987"/>
                <a:gd name="connsiteY6" fmla="*/ 1915 h 100866"/>
                <a:gd name="connsiteX7" fmla="*/ 94571 w 100987"/>
                <a:gd name="connsiteY7" fmla="*/ 0 h 10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987" h="100866">
                  <a:moveTo>
                    <a:pt x="94571" y="0"/>
                  </a:moveTo>
                  <a:cubicBezTo>
                    <a:pt x="93293" y="0"/>
                    <a:pt x="92654" y="0"/>
                    <a:pt x="91376" y="638"/>
                  </a:cubicBezTo>
                  <a:lnTo>
                    <a:pt x="0" y="91929"/>
                  </a:lnTo>
                  <a:cubicBezTo>
                    <a:pt x="3195" y="93206"/>
                    <a:pt x="6390" y="95760"/>
                    <a:pt x="8946" y="98313"/>
                  </a:cubicBezTo>
                  <a:cubicBezTo>
                    <a:pt x="9585" y="98952"/>
                    <a:pt x="10224" y="99590"/>
                    <a:pt x="10863" y="100867"/>
                  </a:cubicBezTo>
                  <a:lnTo>
                    <a:pt x="100322" y="9576"/>
                  </a:lnTo>
                  <a:cubicBezTo>
                    <a:pt x="101600" y="7022"/>
                    <a:pt x="100961" y="3830"/>
                    <a:pt x="99044" y="1915"/>
                  </a:cubicBezTo>
                  <a:cubicBezTo>
                    <a:pt x="97766" y="1277"/>
                    <a:pt x="95849" y="0"/>
                    <a:pt x="94571" y="0"/>
                  </a:cubicBezTo>
                  <a:close/>
                </a:path>
              </a:pathLst>
            </a:custGeom>
            <a:solidFill>
              <a:srgbClr val="00ABAB"/>
            </a:solidFill>
            <a:ln w="6390" cap="flat">
              <a:noFill/>
              <a:prstDash val="solid"/>
              <a:miter/>
            </a:ln>
          </p:spPr>
          <p:txBody>
            <a:bodyPr rtlCol="0" anchor="ctr"/>
            <a:lstStyle/>
            <a:p>
              <a:endParaRPr lang="en-US"/>
            </a:p>
          </p:txBody>
        </p:sp>
      </p:grpSp>
      <p:grpSp>
        <p:nvGrpSpPr>
          <p:cNvPr id="289" name="Graphic 4">
            <a:extLst>
              <a:ext uri="{FF2B5EF4-FFF2-40B4-BE49-F238E27FC236}">
                <a16:creationId xmlns:a16="http://schemas.microsoft.com/office/drawing/2014/main" id="{222BA189-BA55-EC4D-8F1D-121F3D5599AD}"/>
              </a:ext>
            </a:extLst>
          </p:cNvPr>
          <p:cNvGrpSpPr>
            <a:grpSpLocks noChangeAspect="1"/>
          </p:cNvGrpSpPr>
          <p:nvPr/>
        </p:nvGrpSpPr>
        <p:grpSpPr>
          <a:xfrm>
            <a:off x="4045469" y="918179"/>
            <a:ext cx="362309" cy="361971"/>
            <a:chOff x="4045469" y="918179"/>
            <a:chExt cx="362309" cy="361971"/>
          </a:xfrm>
          <a:solidFill>
            <a:srgbClr val="00ABAB"/>
          </a:solidFill>
        </p:grpSpPr>
        <p:sp>
          <p:nvSpPr>
            <p:cNvPr id="290" name="Graphic 4">
              <a:extLst>
                <a:ext uri="{FF2B5EF4-FFF2-40B4-BE49-F238E27FC236}">
                  <a16:creationId xmlns:a16="http://schemas.microsoft.com/office/drawing/2014/main" id="{173B1183-13CA-2340-9E63-D123A330D01D}"/>
                </a:ext>
              </a:extLst>
            </p:cNvPr>
            <p:cNvSpPr/>
            <p:nvPr/>
          </p:nvSpPr>
          <p:spPr>
            <a:xfrm>
              <a:off x="4188603" y="1079055"/>
              <a:ext cx="84986" cy="84906"/>
            </a:xfrm>
            <a:custGeom>
              <a:avLst/>
              <a:gdLst>
                <a:gd name="connsiteX0" fmla="*/ 70928 w 84986"/>
                <a:gd name="connsiteY0" fmla="*/ 0 h 84906"/>
                <a:gd name="connsiteX1" fmla="*/ 7029 w 84986"/>
                <a:gd name="connsiteY1" fmla="*/ 63840 h 84906"/>
                <a:gd name="connsiteX2" fmla="*/ 0 w 84986"/>
                <a:gd name="connsiteY2" fmla="*/ 84907 h 84906"/>
                <a:gd name="connsiteX3" fmla="*/ 21087 w 84986"/>
                <a:gd name="connsiteY3" fmla="*/ 77885 h 84906"/>
                <a:gd name="connsiteX4" fmla="*/ 84986 w 84986"/>
                <a:gd name="connsiteY4" fmla="*/ 14045 h 84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86" h="84906">
                  <a:moveTo>
                    <a:pt x="70928" y="0"/>
                  </a:moveTo>
                  <a:lnTo>
                    <a:pt x="7029" y="63840"/>
                  </a:lnTo>
                  <a:lnTo>
                    <a:pt x="0" y="84907"/>
                  </a:lnTo>
                  <a:lnTo>
                    <a:pt x="21087" y="77885"/>
                  </a:lnTo>
                  <a:lnTo>
                    <a:pt x="84986" y="14045"/>
                  </a:lnTo>
                  <a:close/>
                </a:path>
              </a:pathLst>
            </a:custGeom>
            <a:solidFill>
              <a:srgbClr val="00ABAB"/>
            </a:solidFill>
            <a:ln w="6390" cap="flat">
              <a:noFill/>
              <a:prstDash val="solid"/>
              <a:miter/>
            </a:ln>
          </p:spPr>
          <p:txBody>
            <a:bodyPr rtlCol="0" anchor="ctr"/>
            <a:lstStyle/>
            <a:p>
              <a:endParaRPr lang="en-US"/>
            </a:p>
          </p:txBody>
        </p:sp>
        <p:sp>
          <p:nvSpPr>
            <p:cNvPr id="291" name="Graphic 4">
              <a:extLst>
                <a:ext uri="{FF2B5EF4-FFF2-40B4-BE49-F238E27FC236}">
                  <a16:creationId xmlns:a16="http://schemas.microsoft.com/office/drawing/2014/main" id="{544E5739-822B-B240-B86C-F44C942D4CA6}"/>
                </a:ext>
              </a:extLst>
            </p:cNvPr>
            <p:cNvSpPr/>
            <p:nvPr/>
          </p:nvSpPr>
          <p:spPr>
            <a:xfrm>
              <a:off x="4045469" y="918179"/>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02878 w 362309"/>
                <a:gd name="connsiteY6" fmla="*/ 241953 h 361971"/>
                <a:gd name="connsiteX7" fmla="*/ 104156 w 362309"/>
                <a:gd name="connsiteY7" fmla="*/ 250891 h 361971"/>
                <a:gd name="connsiteX8" fmla="*/ 99044 w 362309"/>
                <a:gd name="connsiteY8" fmla="*/ 253444 h 361971"/>
                <a:gd name="connsiteX9" fmla="*/ 95210 w 362309"/>
                <a:gd name="connsiteY9" fmla="*/ 252167 h 361971"/>
                <a:gd name="connsiteX10" fmla="*/ 79874 w 362309"/>
                <a:gd name="connsiteY10" fmla="*/ 227270 h 361971"/>
                <a:gd name="connsiteX11" fmla="*/ 96488 w 362309"/>
                <a:gd name="connsiteY11" fmla="*/ 208756 h 361971"/>
                <a:gd name="connsiteX12" fmla="*/ 120131 w 362309"/>
                <a:gd name="connsiteY12" fmla="*/ 183220 h 361971"/>
                <a:gd name="connsiteX13" fmla="*/ 67094 w 362309"/>
                <a:gd name="connsiteY13" fmla="*/ 171729 h 361971"/>
                <a:gd name="connsiteX14" fmla="*/ 60066 w 362309"/>
                <a:gd name="connsiteY14" fmla="*/ 165984 h 361971"/>
                <a:gd name="connsiteX15" fmla="*/ 65817 w 362309"/>
                <a:gd name="connsiteY15" fmla="*/ 158961 h 361971"/>
                <a:gd name="connsiteX16" fmla="*/ 65817 w 362309"/>
                <a:gd name="connsiteY16" fmla="*/ 158961 h 361971"/>
                <a:gd name="connsiteX17" fmla="*/ 132272 w 362309"/>
                <a:gd name="connsiteY17" fmla="*/ 179390 h 361971"/>
                <a:gd name="connsiteX18" fmla="*/ 101600 w 362309"/>
                <a:gd name="connsiteY18" fmla="*/ 220247 h 361971"/>
                <a:gd name="connsiteX19" fmla="*/ 92654 w 362309"/>
                <a:gd name="connsiteY19" fmla="*/ 228547 h 361971"/>
                <a:gd name="connsiteX20" fmla="*/ 102878 w 362309"/>
                <a:gd name="connsiteY20" fmla="*/ 241953 h 361971"/>
                <a:gd name="connsiteX21" fmla="*/ 172528 w 362309"/>
                <a:gd name="connsiteY21" fmla="*/ 248975 h 361971"/>
                <a:gd name="connsiteX22" fmla="*/ 169973 w 362309"/>
                <a:gd name="connsiteY22" fmla="*/ 250252 h 361971"/>
                <a:gd name="connsiteX23" fmla="*/ 135467 w 362309"/>
                <a:gd name="connsiteY23" fmla="*/ 261743 h 361971"/>
                <a:gd name="connsiteX24" fmla="*/ 133550 w 362309"/>
                <a:gd name="connsiteY24" fmla="*/ 262382 h 361971"/>
                <a:gd name="connsiteX25" fmla="*/ 129077 w 362309"/>
                <a:gd name="connsiteY25" fmla="*/ 260467 h 361971"/>
                <a:gd name="connsiteX26" fmla="*/ 127799 w 362309"/>
                <a:gd name="connsiteY26" fmla="*/ 254083 h 361971"/>
                <a:gd name="connsiteX27" fmla="*/ 139301 w 362309"/>
                <a:gd name="connsiteY27" fmla="*/ 219609 h 361971"/>
                <a:gd name="connsiteX28" fmla="*/ 140579 w 362309"/>
                <a:gd name="connsiteY28" fmla="*/ 217055 h 361971"/>
                <a:gd name="connsiteX29" fmla="*/ 210229 w 362309"/>
                <a:gd name="connsiteY29" fmla="*/ 147470 h 361971"/>
                <a:gd name="connsiteX30" fmla="*/ 256876 w 362309"/>
                <a:gd name="connsiteY30" fmla="*/ 101505 h 361971"/>
                <a:gd name="connsiteX31" fmla="*/ 265822 w 362309"/>
                <a:gd name="connsiteY31" fmla="*/ 101505 h 361971"/>
                <a:gd name="connsiteX32" fmla="*/ 288825 w 362309"/>
                <a:gd name="connsiteY32" fmla="*/ 124488 h 361971"/>
                <a:gd name="connsiteX33" fmla="*/ 288825 w 362309"/>
                <a:gd name="connsiteY33" fmla="*/ 133425 h 361971"/>
                <a:gd name="connsiteX34" fmla="*/ 288825 w 362309"/>
                <a:gd name="connsiteY34" fmla="*/ 133425 h 361971"/>
                <a:gd name="connsiteX35" fmla="*/ 242818 w 362309"/>
                <a:gd name="connsiteY35" fmla="*/ 179390 h 361971"/>
                <a:gd name="connsiteX36" fmla="*/ 172528 w 362309"/>
                <a:gd name="connsiteY36" fmla="*/ 248975 h 361971"/>
                <a:gd name="connsiteX37" fmla="*/ 300966 w 362309"/>
                <a:gd name="connsiteY37" fmla="*/ 169814 h 361971"/>
                <a:gd name="connsiteX38" fmla="*/ 267739 w 362309"/>
                <a:gd name="connsiteY38" fmla="*/ 203011 h 361971"/>
                <a:gd name="connsiteX39" fmla="*/ 263266 w 362309"/>
                <a:gd name="connsiteY39" fmla="*/ 204926 h 361971"/>
                <a:gd name="connsiteX40" fmla="*/ 258792 w 362309"/>
                <a:gd name="connsiteY40" fmla="*/ 203011 h 361971"/>
                <a:gd name="connsiteX41" fmla="*/ 258792 w 362309"/>
                <a:gd name="connsiteY41" fmla="*/ 194073 h 361971"/>
                <a:gd name="connsiteX42" fmla="*/ 258792 w 362309"/>
                <a:gd name="connsiteY42" fmla="*/ 194073 h 361971"/>
                <a:gd name="connsiteX43" fmla="*/ 291381 w 362309"/>
                <a:gd name="connsiteY43" fmla="*/ 161515 h 361971"/>
                <a:gd name="connsiteX44" fmla="*/ 300327 w 362309"/>
                <a:gd name="connsiteY44" fmla="*/ 161515 h 361971"/>
                <a:gd name="connsiteX45" fmla="*/ 300966 w 362309"/>
                <a:gd name="connsiteY45" fmla="*/ 169814 h 361971"/>
                <a:gd name="connsiteX46" fmla="*/ 300966 w 362309"/>
                <a:gd name="connsiteY46" fmla="*/ 169814 h 361971"/>
                <a:gd name="connsiteX47" fmla="*/ 300966 w 362309"/>
                <a:gd name="connsiteY47" fmla="*/ 16981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310" y="81077"/>
                    <a:pt x="281796" y="0"/>
                    <a:pt x="181474" y="0"/>
                  </a:cubicBezTo>
                  <a:close/>
                  <a:moveTo>
                    <a:pt x="102878" y="241953"/>
                  </a:moveTo>
                  <a:cubicBezTo>
                    <a:pt x="106073" y="243868"/>
                    <a:pt x="106712" y="247699"/>
                    <a:pt x="104156" y="250891"/>
                  </a:cubicBezTo>
                  <a:cubicBezTo>
                    <a:pt x="102878" y="252806"/>
                    <a:pt x="100961" y="253444"/>
                    <a:pt x="99044" y="253444"/>
                  </a:cubicBezTo>
                  <a:cubicBezTo>
                    <a:pt x="97766" y="253444"/>
                    <a:pt x="96488" y="252806"/>
                    <a:pt x="95210" y="252167"/>
                  </a:cubicBezTo>
                  <a:cubicBezTo>
                    <a:pt x="93293" y="250891"/>
                    <a:pt x="78597" y="240676"/>
                    <a:pt x="79874" y="227270"/>
                  </a:cubicBezTo>
                  <a:cubicBezTo>
                    <a:pt x="80513" y="219609"/>
                    <a:pt x="86264" y="213225"/>
                    <a:pt x="96488" y="208756"/>
                  </a:cubicBezTo>
                  <a:cubicBezTo>
                    <a:pt x="114380" y="200457"/>
                    <a:pt x="121409" y="189604"/>
                    <a:pt x="120131" y="183220"/>
                  </a:cubicBezTo>
                  <a:cubicBezTo>
                    <a:pt x="118853" y="176836"/>
                    <a:pt x="103517" y="168537"/>
                    <a:pt x="67094" y="171729"/>
                  </a:cubicBezTo>
                  <a:cubicBezTo>
                    <a:pt x="63261" y="171729"/>
                    <a:pt x="60704" y="169176"/>
                    <a:pt x="60066" y="165984"/>
                  </a:cubicBezTo>
                  <a:cubicBezTo>
                    <a:pt x="60066" y="162153"/>
                    <a:pt x="62622" y="159600"/>
                    <a:pt x="65817" y="158961"/>
                  </a:cubicBezTo>
                  <a:lnTo>
                    <a:pt x="65817" y="158961"/>
                  </a:lnTo>
                  <a:cubicBezTo>
                    <a:pt x="117575" y="154492"/>
                    <a:pt x="129716" y="169814"/>
                    <a:pt x="132272" y="179390"/>
                  </a:cubicBezTo>
                  <a:cubicBezTo>
                    <a:pt x="136106" y="193435"/>
                    <a:pt x="123965" y="210033"/>
                    <a:pt x="101600" y="220247"/>
                  </a:cubicBezTo>
                  <a:cubicBezTo>
                    <a:pt x="98405" y="221524"/>
                    <a:pt x="92654" y="224716"/>
                    <a:pt x="92654" y="228547"/>
                  </a:cubicBezTo>
                  <a:cubicBezTo>
                    <a:pt x="92654" y="233015"/>
                    <a:pt x="99683" y="239399"/>
                    <a:pt x="102878" y="241953"/>
                  </a:cubicBezTo>
                  <a:close/>
                  <a:moveTo>
                    <a:pt x="172528" y="248975"/>
                  </a:moveTo>
                  <a:cubicBezTo>
                    <a:pt x="171889" y="249614"/>
                    <a:pt x="171251" y="250252"/>
                    <a:pt x="169973" y="250252"/>
                  </a:cubicBezTo>
                  <a:lnTo>
                    <a:pt x="135467" y="261743"/>
                  </a:lnTo>
                  <a:cubicBezTo>
                    <a:pt x="134828" y="261743"/>
                    <a:pt x="134189" y="262382"/>
                    <a:pt x="133550" y="262382"/>
                  </a:cubicBezTo>
                  <a:cubicBezTo>
                    <a:pt x="131633" y="262382"/>
                    <a:pt x="130355" y="261743"/>
                    <a:pt x="129077" y="260467"/>
                  </a:cubicBezTo>
                  <a:cubicBezTo>
                    <a:pt x="127160" y="258551"/>
                    <a:pt x="126521" y="256636"/>
                    <a:pt x="127799" y="254083"/>
                  </a:cubicBezTo>
                  <a:lnTo>
                    <a:pt x="139301" y="219609"/>
                  </a:lnTo>
                  <a:cubicBezTo>
                    <a:pt x="139301" y="218971"/>
                    <a:pt x="139940" y="217694"/>
                    <a:pt x="140579" y="217055"/>
                  </a:cubicBezTo>
                  <a:lnTo>
                    <a:pt x="210229" y="147470"/>
                  </a:lnTo>
                  <a:lnTo>
                    <a:pt x="256876" y="101505"/>
                  </a:lnTo>
                  <a:cubicBezTo>
                    <a:pt x="259432" y="98952"/>
                    <a:pt x="263266" y="98952"/>
                    <a:pt x="265822" y="101505"/>
                  </a:cubicBezTo>
                  <a:lnTo>
                    <a:pt x="288825" y="124488"/>
                  </a:lnTo>
                  <a:cubicBezTo>
                    <a:pt x="291381" y="127041"/>
                    <a:pt x="291381" y="130872"/>
                    <a:pt x="288825" y="133425"/>
                  </a:cubicBezTo>
                  <a:cubicBezTo>
                    <a:pt x="288825" y="133425"/>
                    <a:pt x="288825" y="133425"/>
                    <a:pt x="288825" y="133425"/>
                  </a:cubicBezTo>
                  <a:lnTo>
                    <a:pt x="242818" y="179390"/>
                  </a:lnTo>
                  <a:lnTo>
                    <a:pt x="172528" y="248975"/>
                  </a:lnTo>
                  <a:close/>
                  <a:moveTo>
                    <a:pt x="300966" y="169814"/>
                  </a:moveTo>
                  <a:lnTo>
                    <a:pt x="267739" y="203011"/>
                  </a:lnTo>
                  <a:cubicBezTo>
                    <a:pt x="266460" y="204287"/>
                    <a:pt x="265182" y="204926"/>
                    <a:pt x="263266" y="204926"/>
                  </a:cubicBezTo>
                  <a:cubicBezTo>
                    <a:pt x="261349" y="204926"/>
                    <a:pt x="260071" y="204287"/>
                    <a:pt x="258792" y="203011"/>
                  </a:cubicBezTo>
                  <a:cubicBezTo>
                    <a:pt x="256237" y="200457"/>
                    <a:pt x="256237" y="196627"/>
                    <a:pt x="258792" y="194073"/>
                  </a:cubicBezTo>
                  <a:cubicBezTo>
                    <a:pt x="258792" y="194073"/>
                    <a:pt x="258792" y="194073"/>
                    <a:pt x="258792" y="194073"/>
                  </a:cubicBezTo>
                  <a:lnTo>
                    <a:pt x="291381" y="161515"/>
                  </a:lnTo>
                  <a:cubicBezTo>
                    <a:pt x="293937" y="158961"/>
                    <a:pt x="297771" y="158961"/>
                    <a:pt x="300327" y="161515"/>
                  </a:cubicBezTo>
                  <a:cubicBezTo>
                    <a:pt x="302883" y="163430"/>
                    <a:pt x="302883" y="167899"/>
                    <a:pt x="300966" y="169814"/>
                  </a:cubicBezTo>
                  <a:lnTo>
                    <a:pt x="300966" y="169814"/>
                  </a:lnTo>
                  <a:lnTo>
                    <a:pt x="300966" y="169814"/>
                  </a:lnTo>
                  <a:close/>
                </a:path>
              </a:pathLst>
            </a:custGeom>
            <a:solidFill>
              <a:srgbClr val="00ABAB"/>
            </a:solidFill>
            <a:ln w="6390" cap="flat">
              <a:noFill/>
              <a:prstDash val="solid"/>
              <a:miter/>
            </a:ln>
          </p:spPr>
          <p:txBody>
            <a:bodyPr rtlCol="0" anchor="ctr"/>
            <a:lstStyle/>
            <a:p>
              <a:endParaRPr lang="en-US"/>
            </a:p>
          </p:txBody>
        </p:sp>
        <p:sp>
          <p:nvSpPr>
            <p:cNvPr id="292" name="Graphic 4">
              <a:extLst>
                <a:ext uri="{FF2B5EF4-FFF2-40B4-BE49-F238E27FC236}">
                  <a16:creationId xmlns:a16="http://schemas.microsoft.com/office/drawing/2014/main" id="{ED313EAE-521F-B34D-BE06-F55C9D5F3726}"/>
                </a:ext>
              </a:extLst>
            </p:cNvPr>
            <p:cNvSpPr/>
            <p:nvPr/>
          </p:nvSpPr>
          <p:spPr>
            <a:xfrm rot="-2700486">
              <a:off x="4268187" y="1048371"/>
              <a:ext cx="53035" cy="19790"/>
            </a:xfrm>
            <a:custGeom>
              <a:avLst/>
              <a:gdLst>
                <a:gd name="connsiteX0" fmla="*/ 0 w 53035"/>
                <a:gd name="connsiteY0" fmla="*/ 0 h 19790"/>
                <a:gd name="connsiteX1" fmla="*/ 53036 w 53035"/>
                <a:gd name="connsiteY1" fmla="*/ 0 h 19790"/>
                <a:gd name="connsiteX2" fmla="*/ 53036 w 53035"/>
                <a:gd name="connsiteY2" fmla="*/ 19790 h 19790"/>
                <a:gd name="connsiteX3" fmla="*/ 0 w 53035"/>
                <a:gd name="connsiteY3" fmla="*/ 19790 h 19790"/>
              </a:gdLst>
              <a:ahLst/>
              <a:cxnLst>
                <a:cxn ang="0">
                  <a:pos x="connsiteX0" y="connsiteY0"/>
                </a:cxn>
                <a:cxn ang="0">
                  <a:pos x="connsiteX1" y="connsiteY1"/>
                </a:cxn>
                <a:cxn ang="0">
                  <a:pos x="connsiteX2" y="connsiteY2"/>
                </a:cxn>
                <a:cxn ang="0">
                  <a:pos x="connsiteX3" y="connsiteY3"/>
                </a:cxn>
              </a:cxnLst>
              <a:rect l="l" t="t" r="r" b="b"/>
              <a:pathLst>
                <a:path w="53035" h="19790">
                  <a:moveTo>
                    <a:pt x="0" y="0"/>
                  </a:moveTo>
                  <a:lnTo>
                    <a:pt x="53036" y="0"/>
                  </a:lnTo>
                  <a:lnTo>
                    <a:pt x="53036" y="19790"/>
                  </a:lnTo>
                  <a:lnTo>
                    <a:pt x="0" y="19790"/>
                  </a:lnTo>
                  <a:close/>
                </a:path>
              </a:pathLst>
            </a:custGeom>
            <a:solidFill>
              <a:srgbClr val="00ABAB"/>
            </a:solidFill>
            <a:ln w="6390" cap="flat">
              <a:noFill/>
              <a:prstDash val="solid"/>
              <a:miter/>
            </a:ln>
          </p:spPr>
          <p:txBody>
            <a:bodyPr rtlCol="0" anchor="ctr"/>
            <a:lstStyle/>
            <a:p>
              <a:endParaRPr lang="en-US"/>
            </a:p>
          </p:txBody>
        </p:sp>
      </p:grpSp>
      <p:grpSp>
        <p:nvGrpSpPr>
          <p:cNvPr id="293" name="Graphic 4">
            <a:extLst>
              <a:ext uri="{FF2B5EF4-FFF2-40B4-BE49-F238E27FC236}">
                <a16:creationId xmlns:a16="http://schemas.microsoft.com/office/drawing/2014/main" id="{A094D7F8-94B0-FB4D-B00C-6A3B1E99EEBA}"/>
              </a:ext>
            </a:extLst>
          </p:cNvPr>
          <p:cNvGrpSpPr>
            <a:grpSpLocks noChangeAspect="1"/>
          </p:cNvGrpSpPr>
          <p:nvPr/>
        </p:nvGrpSpPr>
        <p:grpSpPr>
          <a:xfrm>
            <a:off x="4045469" y="1403361"/>
            <a:ext cx="362309" cy="361971"/>
            <a:chOff x="4045469" y="1403361"/>
            <a:chExt cx="362309" cy="361971"/>
          </a:xfrm>
          <a:solidFill>
            <a:srgbClr val="00ABAB"/>
          </a:solidFill>
        </p:grpSpPr>
        <p:sp>
          <p:nvSpPr>
            <p:cNvPr id="294" name="Graphic 4">
              <a:extLst>
                <a:ext uri="{FF2B5EF4-FFF2-40B4-BE49-F238E27FC236}">
                  <a16:creationId xmlns:a16="http://schemas.microsoft.com/office/drawing/2014/main" id="{58A4065E-7E5B-3C4F-B69F-9299308FE8E6}"/>
                </a:ext>
              </a:extLst>
            </p:cNvPr>
            <p:cNvSpPr/>
            <p:nvPr/>
          </p:nvSpPr>
          <p:spPr>
            <a:xfrm>
              <a:off x="4193076" y="1562961"/>
              <a:ext cx="90097" cy="90014"/>
            </a:xfrm>
            <a:custGeom>
              <a:avLst/>
              <a:gdLst>
                <a:gd name="connsiteX0" fmla="*/ 74762 w 90097"/>
                <a:gd name="connsiteY0" fmla="*/ 0 h 90014"/>
                <a:gd name="connsiteX1" fmla="*/ 7668 w 90097"/>
                <a:gd name="connsiteY1" fmla="*/ 67032 h 90014"/>
                <a:gd name="connsiteX2" fmla="*/ 0 w 90097"/>
                <a:gd name="connsiteY2" fmla="*/ 90014 h 90014"/>
                <a:gd name="connsiteX3" fmla="*/ 23004 w 90097"/>
                <a:gd name="connsiteY3" fmla="*/ 82353 h 90014"/>
                <a:gd name="connsiteX4" fmla="*/ 90098 w 90097"/>
                <a:gd name="connsiteY4" fmla="*/ 15322 h 90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97" h="90014">
                  <a:moveTo>
                    <a:pt x="74762" y="0"/>
                  </a:moveTo>
                  <a:lnTo>
                    <a:pt x="7668" y="67032"/>
                  </a:lnTo>
                  <a:lnTo>
                    <a:pt x="0" y="90014"/>
                  </a:lnTo>
                  <a:lnTo>
                    <a:pt x="23004" y="82353"/>
                  </a:lnTo>
                  <a:lnTo>
                    <a:pt x="90098" y="15322"/>
                  </a:lnTo>
                  <a:close/>
                </a:path>
              </a:pathLst>
            </a:custGeom>
            <a:solidFill>
              <a:srgbClr val="00ABAB"/>
            </a:solidFill>
            <a:ln w="6390" cap="flat">
              <a:noFill/>
              <a:prstDash val="solid"/>
              <a:miter/>
            </a:ln>
          </p:spPr>
          <p:txBody>
            <a:bodyPr rtlCol="0" anchor="ctr"/>
            <a:lstStyle/>
            <a:p>
              <a:endParaRPr lang="en-US"/>
            </a:p>
          </p:txBody>
        </p:sp>
        <p:sp>
          <p:nvSpPr>
            <p:cNvPr id="295" name="Graphic 4">
              <a:extLst>
                <a:ext uri="{FF2B5EF4-FFF2-40B4-BE49-F238E27FC236}">
                  <a16:creationId xmlns:a16="http://schemas.microsoft.com/office/drawing/2014/main" id="{B368C503-FC89-8247-B4D1-56F32124E76B}"/>
                </a:ext>
              </a:extLst>
            </p:cNvPr>
            <p:cNvSpPr/>
            <p:nvPr/>
          </p:nvSpPr>
          <p:spPr>
            <a:xfrm rot="-2700000">
              <a:off x="4276240" y="1531046"/>
              <a:ext cx="56230" cy="21705"/>
            </a:xfrm>
            <a:custGeom>
              <a:avLst/>
              <a:gdLst>
                <a:gd name="connsiteX0" fmla="*/ 0 w 56230"/>
                <a:gd name="connsiteY0" fmla="*/ 0 h 21705"/>
                <a:gd name="connsiteX1" fmla="*/ 56231 w 56230"/>
                <a:gd name="connsiteY1" fmla="*/ 0 h 21705"/>
                <a:gd name="connsiteX2" fmla="*/ 56231 w 56230"/>
                <a:gd name="connsiteY2" fmla="*/ 21705 h 21705"/>
                <a:gd name="connsiteX3" fmla="*/ 0 w 56230"/>
                <a:gd name="connsiteY3" fmla="*/ 21705 h 21705"/>
              </a:gdLst>
              <a:ahLst/>
              <a:cxnLst>
                <a:cxn ang="0">
                  <a:pos x="connsiteX0" y="connsiteY0"/>
                </a:cxn>
                <a:cxn ang="0">
                  <a:pos x="connsiteX1" y="connsiteY1"/>
                </a:cxn>
                <a:cxn ang="0">
                  <a:pos x="connsiteX2" y="connsiteY2"/>
                </a:cxn>
                <a:cxn ang="0">
                  <a:pos x="connsiteX3" y="connsiteY3"/>
                </a:cxn>
              </a:cxnLst>
              <a:rect l="l" t="t" r="r" b="b"/>
              <a:pathLst>
                <a:path w="56230" h="21705">
                  <a:moveTo>
                    <a:pt x="0" y="0"/>
                  </a:moveTo>
                  <a:lnTo>
                    <a:pt x="56231" y="0"/>
                  </a:lnTo>
                  <a:lnTo>
                    <a:pt x="56231" y="21705"/>
                  </a:lnTo>
                  <a:lnTo>
                    <a:pt x="0" y="21705"/>
                  </a:lnTo>
                  <a:close/>
                </a:path>
              </a:pathLst>
            </a:custGeom>
            <a:solidFill>
              <a:srgbClr val="00ABAB"/>
            </a:solidFill>
            <a:ln w="6390" cap="flat">
              <a:noFill/>
              <a:prstDash val="solid"/>
              <a:miter/>
            </a:ln>
          </p:spPr>
          <p:txBody>
            <a:bodyPr rtlCol="0" anchor="ctr"/>
            <a:lstStyle/>
            <a:p>
              <a:endParaRPr lang="en-US"/>
            </a:p>
          </p:txBody>
        </p:sp>
        <p:sp>
          <p:nvSpPr>
            <p:cNvPr id="296" name="Graphic 4">
              <a:extLst>
                <a:ext uri="{FF2B5EF4-FFF2-40B4-BE49-F238E27FC236}">
                  <a16:creationId xmlns:a16="http://schemas.microsoft.com/office/drawing/2014/main" id="{E96999BC-509C-F548-8628-6977BF60B2A1}"/>
                </a:ext>
              </a:extLst>
            </p:cNvPr>
            <p:cNvSpPr/>
            <p:nvPr/>
          </p:nvSpPr>
          <p:spPr>
            <a:xfrm>
              <a:off x="4045469" y="1403361"/>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05434 w 362309"/>
                <a:gd name="connsiteY6" fmla="*/ 245145 h 361971"/>
                <a:gd name="connsiteX7" fmla="*/ 106712 w 362309"/>
                <a:gd name="connsiteY7" fmla="*/ 254083 h 361971"/>
                <a:gd name="connsiteX8" fmla="*/ 101600 w 362309"/>
                <a:gd name="connsiteY8" fmla="*/ 256636 h 361971"/>
                <a:gd name="connsiteX9" fmla="*/ 97766 w 362309"/>
                <a:gd name="connsiteY9" fmla="*/ 255359 h 361971"/>
                <a:gd name="connsiteX10" fmla="*/ 81792 w 362309"/>
                <a:gd name="connsiteY10" fmla="*/ 229185 h 361971"/>
                <a:gd name="connsiteX11" fmla="*/ 99044 w 362309"/>
                <a:gd name="connsiteY11" fmla="*/ 210033 h 361971"/>
                <a:gd name="connsiteX12" fmla="*/ 123965 w 362309"/>
                <a:gd name="connsiteY12" fmla="*/ 182582 h 361971"/>
                <a:gd name="connsiteX13" fmla="*/ 67734 w 362309"/>
                <a:gd name="connsiteY13" fmla="*/ 170452 h 361971"/>
                <a:gd name="connsiteX14" fmla="*/ 60704 w 362309"/>
                <a:gd name="connsiteY14" fmla="*/ 164707 h 361971"/>
                <a:gd name="connsiteX15" fmla="*/ 66456 w 362309"/>
                <a:gd name="connsiteY15" fmla="*/ 157684 h 361971"/>
                <a:gd name="connsiteX16" fmla="*/ 136106 w 362309"/>
                <a:gd name="connsiteY16" fmla="*/ 179390 h 361971"/>
                <a:gd name="connsiteX17" fmla="*/ 104156 w 362309"/>
                <a:gd name="connsiteY17" fmla="*/ 221524 h 361971"/>
                <a:gd name="connsiteX18" fmla="*/ 94571 w 362309"/>
                <a:gd name="connsiteY18" fmla="*/ 230462 h 361971"/>
                <a:gd name="connsiteX19" fmla="*/ 105434 w 362309"/>
                <a:gd name="connsiteY19" fmla="*/ 245145 h 361971"/>
                <a:gd name="connsiteX20" fmla="*/ 299688 w 362309"/>
                <a:gd name="connsiteY20" fmla="*/ 130233 h 361971"/>
                <a:gd name="connsiteX21" fmla="*/ 251125 w 362309"/>
                <a:gd name="connsiteY21" fmla="*/ 178752 h 361971"/>
                <a:gd name="connsiteX22" fmla="*/ 178279 w 362309"/>
                <a:gd name="connsiteY22" fmla="*/ 252167 h 361971"/>
                <a:gd name="connsiteX23" fmla="*/ 175723 w 362309"/>
                <a:gd name="connsiteY23" fmla="*/ 253444 h 361971"/>
                <a:gd name="connsiteX24" fmla="*/ 139301 w 362309"/>
                <a:gd name="connsiteY24" fmla="*/ 265574 h 361971"/>
                <a:gd name="connsiteX25" fmla="*/ 137384 w 362309"/>
                <a:gd name="connsiteY25" fmla="*/ 265574 h 361971"/>
                <a:gd name="connsiteX26" fmla="*/ 130355 w 362309"/>
                <a:gd name="connsiteY26" fmla="*/ 259828 h 361971"/>
                <a:gd name="connsiteX27" fmla="*/ 130994 w 362309"/>
                <a:gd name="connsiteY27" fmla="*/ 257275 h 361971"/>
                <a:gd name="connsiteX28" fmla="*/ 143135 w 362309"/>
                <a:gd name="connsiteY28" fmla="*/ 220886 h 361971"/>
                <a:gd name="connsiteX29" fmla="*/ 144413 w 362309"/>
                <a:gd name="connsiteY29" fmla="*/ 218332 h 361971"/>
                <a:gd name="connsiteX30" fmla="*/ 217258 w 362309"/>
                <a:gd name="connsiteY30" fmla="*/ 145555 h 361971"/>
                <a:gd name="connsiteX31" fmla="*/ 265822 w 362309"/>
                <a:gd name="connsiteY31" fmla="*/ 97037 h 361971"/>
                <a:gd name="connsiteX32" fmla="*/ 274767 w 362309"/>
                <a:gd name="connsiteY32" fmla="*/ 97037 h 361971"/>
                <a:gd name="connsiteX33" fmla="*/ 299049 w 362309"/>
                <a:gd name="connsiteY33" fmla="*/ 121296 h 361971"/>
                <a:gd name="connsiteX34" fmla="*/ 299688 w 362309"/>
                <a:gd name="connsiteY34" fmla="*/ 130233 h 361971"/>
                <a:gd name="connsiteX35" fmla="*/ 299688 w 362309"/>
                <a:gd name="connsiteY35" fmla="*/ 13023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lnTo>
                    <a:pt x="362310" y="181305"/>
                  </a:lnTo>
                  <a:cubicBezTo>
                    <a:pt x="362310" y="81077"/>
                    <a:pt x="281796" y="0"/>
                    <a:pt x="181474" y="0"/>
                  </a:cubicBezTo>
                  <a:close/>
                  <a:moveTo>
                    <a:pt x="105434" y="245145"/>
                  </a:moveTo>
                  <a:cubicBezTo>
                    <a:pt x="108629" y="247060"/>
                    <a:pt x="109268" y="250891"/>
                    <a:pt x="106712" y="254083"/>
                  </a:cubicBezTo>
                  <a:cubicBezTo>
                    <a:pt x="105434" y="255998"/>
                    <a:pt x="103517" y="256636"/>
                    <a:pt x="101600" y="256636"/>
                  </a:cubicBezTo>
                  <a:cubicBezTo>
                    <a:pt x="100322" y="256636"/>
                    <a:pt x="99044" y="255998"/>
                    <a:pt x="97766" y="255359"/>
                  </a:cubicBezTo>
                  <a:cubicBezTo>
                    <a:pt x="95849" y="254083"/>
                    <a:pt x="80513" y="243230"/>
                    <a:pt x="81792" y="229185"/>
                  </a:cubicBezTo>
                  <a:cubicBezTo>
                    <a:pt x="82430" y="221524"/>
                    <a:pt x="88181" y="214502"/>
                    <a:pt x="99044" y="210033"/>
                  </a:cubicBezTo>
                  <a:cubicBezTo>
                    <a:pt x="117575" y="201734"/>
                    <a:pt x="125882" y="189604"/>
                    <a:pt x="123965" y="182582"/>
                  </a:cubicBezTo>
                  <a:cubicBezTo>
                    <a:pt x="122048" y="175560"/>
                    <a:pt x="106073" y="167260"/>
                    <a:pt x="67734" y="170452"/>
                  </a:cubicBezTo>
                  <a:cubicBezTo>
                    <a:pt x="63899" y="170452"/>
                    <a:pt x="61344" y="167899"/>
                    <a:pt x="60704" y="164707"/>
                  </a:cubicBezTo>
                  <a:cubicBezTo>
                    <a:pt x="60704" y="160876"/>
                    <a:pt x="63261" y="158323"/>
                    <a:pt x="66456" y="157684"/>
                  </a:cubicBezTo>
                  <a:cubicBezTo>
                    <a:pt x="120770" y="152577"/>
                    <a:pt x="132911" y="169176"/>
                    <a:pt x="136106" y="179390"/>
                  </a:cubicBezTo>
                  <a:cubicBezTo>
                    <a:pt x="139940" y="194073"/>
                    <a:pt x="127160" y="211310"/>
                    <a:pt x="104156" y="221524"/>
                  </a:cubicBezTo>
                  <a:cubicBezTo>
                    <a:pt x="100961" y="222801"/>
                    <a:pt x="95210" y="226631"/>
                    <a:pt x="94571" y="230462"/>
                  </a:cubicBezTo>
                  <a:cubicBezTo>
                    <a:pt x="94571" y="235569"/>
                    <a:pt x="102239" y="242591"/>
                    <a:pt x="105434" y="245145"/>
                  </a:cubicBezTo>
                  <a:close/>
                  <a:moveTo>
                    <a:pt x="299688" y="130233"/>
                  </a:moveTo>
                  <a:lnTo>
                    <a:pt x="251125" y="178752"/>
                  </a:lnTo>
                  <a:lnTo>
                    <a:pt x="178279" y="252167"/>
                  </a:lnTo>
                  <a:cubicBezTo>
                    <a:pt x="177641" y="252806"/>
                    <a:pt x="177001" y="253444"/>
                    <a:pt x="175723" y="253444"/>
                  </a:cubicBezTo>
                  <a:lnTo>
                    <a:pt x="139301" y="265574"/>
                  </a:lnTo>
                  <a:cubicBezTo>
                    <a:pt x="138662" y="265574"/>
                    <a:pt x="138023" y="265574"/>
                    <a:pt x="137384" y="265574"/>
                  </a:cubicBezTo>
                  <a:cubicBezTo>
                    <a:pt x="133550" y="265574"/>
                    <a:pt x="130994" y="263020"/>
                    <a:pt x="130355" y="259828"/>
                  </a:cubicBezTo>
                  <a:cubicBezTo>
                    <a:pt x="130355" y="259190"/>
                    <a:pt x="130355" y="257913"/>
                    <a:pt x="130994" y="257275"/>
                  </a:cubicBezTo>
                  <a:lnTo>
                    <a:pt x="143135" y="220886"/>
                  </a:lnTo>
                  <a:cubicBezTo>
                    <a:pt x="143135" y="220247"/>
                    <a:pt x="143774" y="218971"/>
                    <a:pt x="144413" y="218332"/>
                  </a:cubicBezTo>
                  <a:lnTo>
                    <a:pt x="217258" y="145555"/>
                  </a:lnTo>
                  <a:lnTo>
                    <a:pt x="265822" y="97037"/>
                  </a:lnTo>
                  <a:cubicBezTo>
                    <a:pt x="268377" y="94483"/>
                    <a:pt x="272212" y="94483"/>
                    <a:pt x="274767" y="97037"/>
                  </a:cubicBezTo>
                  <a:lnTo>
                    <a:pt x="299049" y="121296"/>
                  </a:lnTo>
                  <a:cubicBezTo>
                    <a:pt x="302244" y="123849"/>
                    <a:pt x="302244" y="128318"/>
                    <a:pt x="299688" y="130233"/>
                  </a:cubicBezTo>
                  <a:lnTo>
                    <a:pt x="299688" y="130233"/>
                  </a:lnTo>
                  <a:close/>
                </a:path>
              </a:pathLst>
            </a:custGeom>
            <a:solidFill>
              <a:srgbClr val="00ABAB"/>
            </a:solidFill>
            <a:ln w="6390" cap="flat">
              <a:noFill/>
              <a:prstDash val="solid"/>
              <a:miter/>
            </a:ln>
          </p:spPr>
          <p:txBody>
            <a:bodyPr rtlCol="0" anchor="ctr"/>
            <a:lstStyle/>
            <a:p>
              <a:endParaRPr lang="en-US"/>
            </a:p>
          </p:txBody>
        </p:sp>
      </p:grpSp>
      <p:grpSp>
        <p:nvGrpSpPr>
          <p:cNvPr id="297" name="Graphic 4">
            <a:extLst>
              <a:ext uri="{FF2B5EF4-FFF2-40B4-BE49-F238E27FC236}">
                <a16:creationId xmlns:a16="http://schemas.microsoft.com/office/drawing/2014/main" id="{9497FDFD-1D7E-204A-AAB8-70750CFB489B}"/>
              </a:ext>
            </a:extLst>
          </p:cNvPr>
          <p:cNvGrpSpPr>
            <a:grpSpLocks noChangeAspect="1"/>
          </p:cNvGrpSpPr>
          <p:nvPr/>
        </p:nvGrpSpPr>
        <p:grpSpPr>
          <a:xfrm>
            <a:off x="4660820" y="2371173"/>
            <a:ext cx="362312" cy="361971"/>
            <a:chOff x="4660820" y="2371173"/>
            <a:chExt cx="362312" cy="361971"/>
          </a:xfrm>
          <a:solidFill>
            <a:srgbClr val="00ABAB"/>
          </a:solidFill>
        </p:grpSpPr>
        <p:sp>
          <p:nvSpPr>
            <p:cNvPr id="298" name="Graphic 4">
              <a:extLst>
                <a:ext uri="{FF2B5EF4-FFF2-40B4-BE49-F238E27FC236}">
                  <a16:creationId xmlns:a16="http://schemas.microsoft.com/office/drawing/2014/main" id="{19115F78-0B05-C946-9675-4CECD99D3514}"/>
                </a:ext>
              </a:extLst>
            </p:cNvPr>
            <p:cNvSpPr/>
            <p:nvPr/>
          </p:nvSpPr>
          <p:spPr>
            <a:xfrm>
              <a:off x="4660820" y="237117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299" name="Graphic 4">
              <a:extLst>
                <a:ext uri="{FF2B5EF4-FFF2-40B4-BE49-F238E27FC236}">
                  <a16:creationId xmlns:a16="http://schemas.microsoft.com/office/drawing/2014/main" id="{D40078F8-1953-2E42-AA87-1E0B357F099D}"/>
                </a:ext>
              </a:extLst>
            </p:cNvPr>
            <p:cNvSpPr/>
            <p:nvPr/>
          </p:nvSpPr>
          <p:spPr>
            <a:xfrm>
              <a:off x="4720246" y="2430544"/>
              <a:ext cx="244095" cy="243868"/>
            </a:xfrm>
            <a:custGeom>
              <a:avLst/>
              <a:gdLst>
                <a:gd name="connsiteX0" fmla="*/ 122048 w 244095"/>
                <a:gd name="connsiteY0" fmla="*/ 0 h 243868"/>
                <a:gd name="connsiteX1" fmla="*/ 0 w 244095"/>
                <a:gd name="connsiteY1" fmla="*/ 121934 h 243868"/>
                <a:gd name="connsiteX2" fmla="*/ 122048 w 244095"/>
                <a:gd name="connsiteY2" fmla="*/ 243868 h 243868"/>
                <a:gd name="connsiteX3" fmla="*/ 244096 w 244095"/>
                <a:gd name="connsiteY3" fmla="*/ 121934 h 243868"/>
                <a:gd name="connsiteX4" fmla="*/ 244096 w 244095"/>
                <a:gd name="connsiteY4" fmla="*/ 121934 h 243868"/>
                <a:gd name="connsiteX5" fmla="*/ 122048 w 244095"/>
                <a:gd name="connsiteY5" fmla="*/ 0 h 243868"/>
                <a:gd name="connsiteX6" fmla="*/ 122048 w 244095"/>
                <a:gd name="connsiteY6" fmla="*/ 230462 h 243868"/>
                <a:gd name="connsiteX7" fmla="*/ 12780 w 244095"/>
                <a:gd name="connsiteY7" fmla="*/ 121296 h 243868"/>
                <a:gd name="connsiteX8" fmla="*/ 122048 w 244095"/>
                <a:gd name="connsiteY8" fmla="*/ 12130 h 243868"/>
                <a:gd name="connsiteX9" fmla="*/ 231316 w 244095"/>
                <a:gd name="connsiteY9" fmla="*/ 121296 h 243868"/>
                <a:gd name="connsiteX10" fmla="*/ 231316 w 244095"/>
                <a:gd name="connsiteY10" fmla="*/ 121296 h 243868"/>
                <a:gd name="connsiteX11" fmla="*/ 122048 w 244095"/>
                <a:gd name="connsiteY11" fmla="*/ 230462 h 243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4095" h="243868">
                  <a:moveTo>
                    <a:pt x="122048" y="0"/>
                  </a:moveTo>
                  <a:cubicBezTo>
                    <a:pt x="54953" y="0"/>
                    <a:pt x="0" y="54264"/>
                    <a:pt x="0" y="121934"/>
                  </a:cubicBezTo>
                  <a:cubicBezTo>
                    <a:pt x="0" y="188966"/>
                    <a:pt x="54314" y="243868"/>
                    <a:pt x="122048" y="243868"/>
                  </a:cubicBezTo>
                  <a:cubicBezTo>
                    <a:pt x="189142" y="243868"/>
                    <a:pt x="244096" y="189604"/>
                    <a:pt x="244096" y="121934"/>
                  </a:cubicBezTo>
                  <a:cubicBezTo>
                    <a:pt x="244096" y="121934"/>
                    <a:pt x="244096" y="121934"/>
                    <a:pt x="244096" y="121934"/>
                  </a:cubicBezTo>
                  <a:cubicBezTo>
                    <a:pt x="244096" y="54264"/>
                    <a:pt x="189142" y="0"/>
                    <a:pt x="122048" y="0"/>
                  </a:cubicBezTo>
                  <a:close/>
                  <a:moveTo>
                    <a:pt x="122048" y="230462"/>
                  </a:moveTo>
                  <a:cubicBezTo>
                    <a:pt x="61982" y="230462"/>
                    <a:pt x="12780" y="181944"/>
                    <a:pt x="12780" y="121296"/>
                  </a:cubicBezTo>
                  <a:cubicBezTo>
                    <a:pt x="12780" y="61286"/>
                    <a:pt x="61343" y="12130"/>
                    <a:pt x="122048" y="12130"/>
                  </a:cubicBezTo>
                  <a:cubicBezTo>
                    <a:pt x="182752" y="12130"/>
                    <a:pt x="231316" y="60648"/>
                    <a:pt x="231316" y="121296"/>
                  </a:cubicBezTo>
                  <a:cubicBezTo>
                    <a:pt x="231316" y="121296"/>
                    <a:pt x="231316" y="121296"/>
                    <a:pt x="231316" y="121296"/>
                  </a:cubicBezTo>
                  <a:cubicBezTo>
                    <a:pt x="231316" y="181305"/>
                    <a:pt x="182113" y="230462"/>
                    <a:pt x="122048" y="230462"/>
                  </a:cubicBezTo>
                  <a:close/>
                </a:path>
              </a:pathLst>
            </a:custGeom>
            <a:solidFill>
              <a:srgbClr val="00ABAB"/>
            </a:solidFill>
            <a:ln w="6390" cap="flat">
              <a:noFill/>
              <a:prstDash val="solid"/>
              <a:miter/>
            </a:ln>
          </p:spPr>
          <p:txBody>
            <a:bodyPr rtlCol="0" anchor="ctr"/>
            <a:lstStyle/>
            <a:p>
              <a:endParaRPr lang="en-US"/>
            </a:p>
          </p:txBody>
        </p:sp>
        <p:sp>
          <p:nvSpPr>
            <p:cNvPr id="300" name="Graphic 4">
              <a:extLst>
                <a:ext uri="{FF2B5EF4-FFF2-40B4-BE49-F238E27FC236}">
                  <a16:creationId xmlns:a16="http://schemas.microsoft.com/office/drawing/2014/main" id="{24E6401E-1AA8-D94F-9612-536C42F1B1AB}"/>
                </a:ext>
              </a:extLst>
            </p:cNvPr>
            <p:cNvSpPr/>
            <p:nvPr/>
          </p:nvSpPr>
          <p:spPr>
            <a:xfrm>
              <a:off x="4767920" y="2479439"/>
              <a:ext cx="152357" cy="145816"/>
            </a:xfrm>
            <a:custGeom>
              <a:avLst/>
              <a:gdLst>
                <a:gd name="connsiteX0" fmla="*/ 145302 w 152357"/>
                <a:gd name="connsiteY0" fmla="*/ 50695 h 145816"/>
                <a:gd name="connsiteX1" fmla="*/ 100573 w 152357"/>
                <a:gd name="connsiteY1" fmla="*/ 44311 h 145816"/>
                <a:gd name="connsiteX2" fmla="*/ 80764 w 152357"/>
                <a:gd name="connsiteY2" fmla="*/ 3453 h 145816"/>
                <a:gd name="connsiteX3" fmla="*/ 72457 w 152357"/>
                <a:gd name="connsiteY3" fmla="*/ 900 h 145816"/>
                <a:gd name="connsiteX4" fmla="*/ 69901 w 152357"/>
                <a:gd name="connsiteY4" fmla="*/ 3453 h 145816"/>
                <a:gd name="connsiteX5" fmla="*/ 50092 w 152357"/>
                <a:gd name="connsiteY5" fmla="*/ 44311 h 145816"/>
                <a:gd name="connsiteX6" fmla="*/ 5363 w 152357"/>
                <a:gd name="connsiteY6" fmla="*/ 50695 h 145816"/>
                <a:gd name="connsiteX7" fmla="*/ 251 w 152357"/>
                <a:gd name="connsiteY7" fmla="*/ 55164 h 145816"/>
                <a:gd name="connsiteX8" fmla="*/ 1529 w 152357"/>
                <a:gd name="connsiteY8" fmla="*/ 61548 h 145816"/>
                <a:gd name="connsiteX9" fmla="*/ 34117 w 152357"/>
                <a:gd name="connsiteY9" fmla="*/ 93468 h 145816"/>
                <a:gd name="connsiteX10" fmla="*/ 26449 w 152357"/>
                <a:gd name="connsiteY10" fmla="*/ 138155 h 145816"/>
                <a:gd name="connsiteX11" fmla="*/ 29005 w 152357"/>
                <a:gd name="connsiteY11" fmla="*/ 144539 h 145816"/>
                <a:gd name="connsiteX12" fmla="*/ 35395 w 152357"/>
                <a:gd name="connsiteY12" fmla="*/ 145178 h 145816"/>
                <a:gd name="connsiteX13" fmla="*/ 75652 w 152357"/>
                <a:gd name="connsiteY13" fmla="*/ 124111 h 145816"/>
                <a:gd name="connsiteX14" fmla="*/ 115908 w 152357"/>
                <a:gd name="connsiteY14" fmla="*/ 145178 h 145816"/>
                <a:gd name="connsiteX15" fmla="*/ 119103 w 152357"/>
                <a:gd name="connsiteY15" fmla="*/ 145816 h 145816"/>
                <a:gd name="connsiteX16" fmla="*/ 122938 w 152357"/>
                <a:gd name="connsiteY16" fmla="*/ 144539 h 145816"/>
                <a:gd name="connsiteX17" fmla="*/ 125493 w 152357"/>
                <a:gd name="connsiteY17" fmla="*/ 138155 h 145816"/>
                <a:gd name="connsiteX18" fmla="*/ 117825 w 152357"/>
                <a:gd name="connsiteY18" fmla="*/ 93468 h 145816"/>
                <a:gd name="connsiteX19" fmla="*/ 150414 w 152357"/>
                <a:gd name="connsiteY19" fmla="*/ 61548 h 145816"/>
                <a:gd name="connsiteX20" fmla="*/ 151692 w 152357"/>
                <a:gd name="connsiteY20" fmla="*/ 55164 h 145816"/>
                <a:gd name="connsiteX21" fmla="*/ 145302 w 152357"/>
                <a:gd name="connsiteY21" fmla="*/ 50695 h 145816"/>
                <a:gd name="connsiteX22" fmla="*/ 105046 w 152357"/>
                <a:gd name="connsiteY22" fmla="*/ 86445 h 145816"/>
                <a:gd name="connsiteX23" fmla="*/ 103129 w 152357"/>
                <a:gd name="connsiteY23" fmla="*/ 92191 h 145816"/>
                <a:gd name="connsiteX24" fmla="*/ 108880 w 152357"/>
                <a:gd name="connsiteY24" fmla="*/ 127303 h 145816"/>
                <a:gd name="connsiteX25" fmla="*/ 76930 w 152357"/>
                <a:gd name="connsiteY25" fmla="*/ 110704 h 145816"/>
                <a:gd name="connsiteX26" fmla="*/ 73735 w 152357"/>
                <a:gd name="connsiteY26" fmla="*/ 110066 h 145816"/>
                <a:gd name="connsiteX27" fmla="*/ 70540 w 152357"/>
                <a:gd name="connsiteY27" fmla="*/ 110704 h 145816"/>
                <a:gd name="connsiteX28" fmla="*/ 38590 w 152357"/>
                <a:gd name="connsiteY28" fmla="*/ 127303 h 145816"/>
                <a:gd name="connsiteX29" fmla="*/ 44341 w 152357"/>
                <a:gd name="connsiteY29" fmla="*/ 92191 h 145816"/>
                <a:gd name="connsiteX30" fmla="*/ 42424 w 152357"/>
                <a:gd name="connsiteY30" fmla="*/ 86445 h 145816"/>
                <a:gd name="connsiteX31" fmla="*/ 16864 w 152357"/>
                <a:gd name="connsiteY31" fmla="*/ 61548 h 145816"/>
                <a:gd name="connsiteX32" fmla="*/ 52009 w 152357"/>
                <a:gd name="connsiteY32" fmla="*/ 56441 h 145816"/>
                <a:gd name="connsiteX33" fmla="*/ 57121 w 152357"/>
                <a:gd name="connsiteY33" fmla="*/ 53249 h 145816"/>
                <a:gd name="connsiteX34" fmla="*/ 73096 w 152357"/>
                <a:gd name="connsiteY34" fmla="*/ 21329 h 145816"/>
                <a:gd name="connsiteX35" fmla="*/ 89071 w 152357"/>
                <a:gd name="connsiteY35" fmla="*/ 53249 h 145816"/>
                <a:gd name="connsiteX36" fmla="*/ 94183 w 152357"/>
                <a:gd name="connsiteY36" fmla="*/ 56441 h 145816"/>
                <a:gd name="connsiteX37" fmla="*/ 129328 w 152357"/>
                <a:gd name="connsiteY37" fmla="*/ 61548 h 145816"/>
                <a:gd name="connsiteX38" fmla="*/ 105046 w 152357"/>
                <a:gd name="connsiteY38" fmla="*/ 86445 h 14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52357" h="145816">
                  <a:moveTo>
                    <a:pt x="145302" y="50695"/>
                  </a:moveTo>
                  <a:lnTo>
                    <a:pt x="100573" y="44311"/>
                  </a:lnTo>
                  <a:lnTo>
                    <a:pt x="80764" y="3453"/>
                  </a:lnTo>
                  <a:cubicBezTo>
                    <a:pt x="79486" y="261"/>
                    <a:pt x="75652" y="-1015"/>
                    <a:pt x="72457" y="900"/>
                  </a:cubicBezTo>
                  <a:cubicBezTo>
                    <a:pt x="71179" y="1538"/>
                    <a:pt x="69901" y="2815"/>
                    <a:pt x="69901" y="3453"/>
                  </a:cubicBezTo>
                  <a:lnTo>
                    <a:pt x="50092" y="44311"/>
                  </a:lnTo>
                  <a:lnTo>
                    <a:pt x="5363" y="50695"/>
                  </a:lnTo>
                  <a:cubicBezTo>
                    <a:pt x="2807" y="51333"/>
                    <a:pt x="890" y="52610"/>
                    <a:pt x="251" y="55164"/>
                  </a:cubicBezTo>
                  <a:cubicBezTo>
                    <a:pt x="-388" y="57717"/>
                    <a:pt x="251" y="59633"/>
                    <a:pt x="1529" y="61548"/>
                  </a:cubicBezTo>
                  <a:lnTo>
                    <a:pt x="34117" y="93468"/>
                  </a:lnTo>
                  <a:lnTo>
                    <a:pt x="26449" y="138155"/>
                  </a:lnTo>
                  <a:cubicBezTo>
                    <a:pt x="25811" y="140709"/>
                    <a:pt x="27089" y="143263"/>
                    <a:pt x="29005" y="144539"/>
                  </a:cubicBezTo>
                  <a:cubicBezTo>
                    <a:pt x="30922" y="145816"/>
                    <a:pt x="33479" y="145816"/>
                    <a:pt x="35395" y="145178"/>
                  </a:cubicBezTo>
                  <a:lnTo>
                    <a:pt x="75652" y="124111"/>
                  </a:lnTo>
                  <a:lnTo>
                    <a:pt x="115908" y="145178"/>
                  </a:lnTo>
                  <a:cubicBezTo>
                    <a:pt x="116548" y="145816"/>
                    <a:pt x="117825" y="145816"/>
                    <a:pt x="119103" y="145816"/>
                  </a:cubicBezTo>
                  <a:cubicBezTo>
                    <a:pt x="120382" y="145816"/>
                    <a:pt x="121660" y="145178"/>
                    <a:pt x="122938" y="144539"/>
                  </a:cubicBezTo>
                  <a:cubicBezTo>
                    <a:pt x="124855" y="143263"/>
                    <a:pt x="126133" y="140709"/>
                    <a:pt x="125493" y="138155"/>
                  </a:cubicBezTo>
                  <a:lnTo>
                    <a:pt x="117825" y="93468"/>
                  </a:lnTo>
                  <a:lnTo>
                    <a:pt x="150414" y="61548"/>
                  </a:lnTo>
                  <a:cubicBezTo>
                    <a:pt x="152331" y="59633"/>
                    <a:pt x="152970" y="57717"/>
                    <a:pt x="151692" y="55164"/>
                  </a:cubicBezTo>
                  <a:cubicBezTo>
                    <a:pt x="149775" y="52610"/>
                    <a:pt x="147858" y="51333"/>
                    <a:pt x="145302" y="50695"/>
                  </a:cubicBezTo>
                  <a:close/>
                  <a:moveTo>
                    <a:pt x="105046" y="86445"/>
                  </a:moveTo>
                  <a:cubicBezTo>
                    <a:pt x="103768" y="87722"/>
                    <a:pt x="103129" y="90276"/>
                    <a:pt x="103129" y="92191"/>
                  </a:cubicBezTo>
                  <a:lnTo>
                    <a:pt x="108880" y="127303"/>
                  </a:lnTo>
                  <a:lnTo>
                    <a:pt x="76930" y="110704"/>
                  </a:lnTo>
                  <a:cubicBezTo>
                    <a:pt x="76291" y="110066"/>
                    <a:pt x="75013" y="110066"/>
                    <a:pt x="73735" y="110066"/>
                  </a:cubicBezTo>
                  <a:cubicBezTo>
                    <a:pt x="72457" y="110066"/>
                    <a:pt x="71818" y="110066"/>
                    <a:pt x="70540" y="110704"/>
                  </a:cubicBezTo>
                  <a:lnTo>
                    <a:pt x="38590" y="127303"/>
                  </a:lnTo>
                  <a:lnTo>
                    <a:pt x="44341" y="92191"/>
                  </a:lnTo>
                  <a:cubicBezTo>
                    <a:pt x="44980" y="90276"/>
                    <a:pt x="43702" y="87722"/>
                    <a:pt x="42424" y="86445"/>
                  </a:cubicBezTo>
                  <a:lnTo>
                    <a:pt x="16864" y="61548"/>
                  </a:lnTo>
                  <a:lnTo>
                    <a:pt x="52009" y="56441"/>
                  </a:lnTo>
                  <a:cubicBezTo>
                    <a:pt x="53926" y="56441"/>
                    <a:pt x="55843" y="54525"/>
                    <a:pt x="57121" y="53249"/>
                  </a:cubicBezTo>
                  <a:lnTo>
                    <a:pt x="73096" y="21329"/>
                  </a:lnTo>
                  <a:lnTo>
                    <a:pt x="89071" y="53249"/>
                  </a:lnTo>
                  <a:cubicBezTo>
                    <a:pt x="89710" y="55164"/>
                    <a:pt x="91627" y="56441"/>
                    <a:pt x="94183" y="56441"/>
                  </a:cubicBezTo>
                  <a:lnTo>
                    <a:pt x="129328" y="61548"/>
                  </a:lnTo>
                  <a:lnTo>
                    <a:pt x="105046" y="86445"/>
                  </a:lnTo>
                  <a:close/>
                </a:path>
              </a:pathLst>
            </a:custGeom>
            <a:solidFill>
              <a:srgbClr val="00ABAB"/>
            </a:solidFill>
            <a:ln w="6390" cap="flat">
              <a:noFill/>
              <a:prstDash val="solid"/>
              <a:miter/>
            </a:ln>
          </p:spPr>
          <p:txBody>
            <a:bodyPr rtlCol="0" anchor="ctr"/>
            <a:lstStyle/>
            <a:p>
              <a:endParaRPr lang="en-US"/>
            </a:p>
          </p:txBody>
        </p:sp>
      </p:grpSp>
      <p:grpSp>
        <p:nvGrpSpPr>
          <p:cNvPr id="301" name="Graphic 4">
            <a:extLst>
              <a:ext uri="{FF2B5EF4-FFF2-40B4-BE49-F238E27FC236}">
                <a16:creationId xmlns:a16="http://schemas.microsoft.com/office/drawing/2014/main" id="{E9F9DEC8-6477-F14D-9C25-DF95FAC6D162}"/>
              </a:ext>
            </a:extLst>
          </p:cNvPr>
          <p:cNvGrpSpPr>
            <a:grpSpLocks noChangeAspect="1"/>
          </p:cNvGrpSpPr>
          <p:nvPr/>
        </p:nvGrpSpPr>
        <p:grpSpPr>
          <a:xfrm>
            <a:off x="467104" y="3824168"/>
            <a:ext cx="362309" cy="361971"/>
            <a:chOff x="467104" y="3824168"/>
            <a:chExt cx="362309" cy="361971"/>
          </a:xfrm>
          <a:solidFill>
            <a:srgbClr val="007680"/>
          </a:solidFill>
        </p:grpSpPr>
        <p:sp>
          <p:nvSpPr>
            <p:cNvPr id="302" name="Graphic 4">
              <a:extLst>
                <a:ext uri="{FF2B5EF4-FFF2-40B4-BE49-F238E27FC236}">
                  <a16:creationId xmlns:a16="http://schemas.microsoft.com/office/drawing/2014/main" id="{C8E598BB-1131-CB4F-ADBA-70EF9BB570A0}"/>
                </a:ext>
              </a:extLst>
            </p:cNvPr>
            <p:cNvSpPr/>
            <p:nvPr/>
          </p:nvSpPr>
          <p:spPr>
            <a:xfrm>
              <a:off x="467104" y="3824168"/>
              <a:ext cx="362309" cy="361971"/>
            </a:xfrm>
            <a:custGeom>
              <a:avLst/>
              <a:gdLst>
                <a:gd name="connsiteX0" fmla="*/ 181474 w 362309"/>
                <a:gd name="connsiteY0" fmla="*/ 0 h 361971"/>
                <a:gd name="connsiteX1" fmla="*/ 0 w 362309"/>
                <a:gd name="connsiteY1" fmla="*/ 180667 h 361971"/>
                <a:gd name="connsiteX2" fmla="*/ 181474 w 362309"/>
                <a:gd name="connsiteY2" fmla="*/ 361971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349204 h 361971"/>
                <a:gd name="connsiteX7" fmla="*/ 13419 w 362309"/>
                <a:gd name="connsiteY7" fmla="*/ 181305 h 361971"/>
                <a:gd name="connsiteX8" fmla="*/ 181474 w 362309"/>
                <a:gd name="connsiteY8" fmla="*/ 12768 h 361971"/>
                <a:gd name="connsiteX9" fmla="*/ 349530 w 362309"/>
                <a:gd name="connsiteY9" fmla="*/ 181305 h 361971"/>
                <a:gd name="connsiteX10" fmla="*/ 349530 w 362309"/>
                <a:gd name="connsiteY10" fmla="*/ 181305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895"/>
                    <a:pt x="81152" y="361971"/>
                    <a:pt x="181474" y="361971"/>
                  </a:cubicBezTo>
                  <a:cubicBezTo>
                    <a:pt x="281796" y="361971"/>
                    <a:pt x="362309" y="280895"/>
                    <a:pt x="362309" y="180667"/>
                  </a:cubicBezTo>
                  <a:lnTo>
                    <a:pt x="362309" y="180667"/>
                  </a:lnTo>
                  <a:cubicBezTo>
                    <a:pt x="362309" y="81076"/>
                    <a:pt x="281157"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303" name="Graphic 4">
              <a:extLst>
                <a:ext uri="{FF2B5EF4-FFF2-40B4-BE49-F238E27FC236}">
                  <a16:creationId xmlns:a16="http://schemas.microsoft.com/office/drawing/2014/main" id="{844ECB0D-8116-5243-9DEB-D71163F053A7}"/>
                </a:ext>
              </a:extLst>
            </p:cNvPr>
            <p:cNvSpPr/>
            <p:nvPr/>
          </p:nvSpPr>
          <p:spPr>
            <a:xfrm>
              <a:off x="536809" y="3975468"/>
              <a:ext cx="224177" cy="59981"/>
            </a:xfrm>
            <a:custGeom>
              <a:avLst/>
              <a:gdLst>
                <a:gd name="connsiteX0" fmla="*/ 193560 w 224177"/>
                <a:gd name="connsiteY0" fmla="*/ 0 h 59981"/>
                <a:gd name="connsiteX1" fmla="*/ 164167 w 224177"/>
                <a:gd name="connsiteY1" fmla="*/ 23621 h 59981"/>
                <a:gd name="connsiteX2" fmla="*/ 59372 w 224177"/>
                <a:gd name="connsiteY2" fmla="*/ 23621 h 59981"/>
                <a:gd name="connsiteX3" fmla="*/ 23588 w 224177"/>
                <a:gd name="connsiteY3" fmla="*/ 639 h 59981"/>
                <a:gd name="connsiteX4" fmla="*/ 584 w 224177"/>
                <a:gd name="connsiteY4" fmla="*/ 36389 h 59981"/>
                <a:gd name="connsiteX5" fmla="*/ 36368 w 224177"/>
                <a:gd name="connsiteY5" fmla="*/ 59371 h 59981"/>
                <a:gd name="connsiteX6" fmla="*/ 59372 w 224177"/>
                <a:gd name="connsiteY6" fmla="*/ 36389 h 59981"/>
                <a:gd name="connsiteX7" fmla="*/ 164806 w 224177"/>
                <a:gd name="connsiteY7" fmla="*/ 36389 h 59981"/>
                <a:gd name="connsiteX8" fmla="*/ 200589 w 224177"/>
                <a:gd name="connsiteY8" fmla="*/ 59371 h 59981"/>
                <a:gd name="connsiteX9" fmla="*/ 223593 w 224177"/>
                <a:gd name="connsiteY9" fmla="*/ 23621 h 59981"/>
                <a:gd name="connsiteX10" fmla="*/ 193560 w 224177"/>
                <a:gd name="connsiteY10" fmla="*/ 0 h 59981"/>
                <a:gd name="connsiteX11" fmla="*/ 29978 w 224177"/>
                <a:gd name="connsiteY11" fmla="*/ 46603 h 59981"/>
                <a:gd name="connsiteX12" fmla="*/ 12725 w 224177"/>
                <a:gd name="connsiteY12" fmla="*/ 29367 h 59981"/>
                <a:gd name="connsiteX13" fmla="*/ 29978 w 224177"/>
                <a:gd name="connsiteY13" fmla="*/ 12130 h 59981"/>
                <a:gd name="connsiteX14" fmla="*/ 47231 w 224177"/>
                <a:gd name="connsiteY14" fmla="*/ 29367 h 59981"/>
                <a:gd name="connsiteX15" fmla="*/ 47231 w 224177"/>
                <a:gd name="connsiteY15" fmla="*/ 29367 h 59981"/>
                <a:gd name="connsiteX16" fmla="*/ 29978 w 224177"/>
                <a:gd name="connsiteY16" fmla="*/ 46603 h 59981"/>
                <a:gd name="connsiteX17" fmla="*/ 193560 w 224177"/>
                <a:gd name="connsiteY17" fmla="*/ 46603 h 59981"/>
                <a:gd name="connsiteX18" fmla="*/ 176307 w 224177"/>
                <a:gd name="connsiteY18" fmla="*/ 29367 h 59981"/>
                <a:gd name="connsiteX19" fmla="*/ 193560 w 224177"/>
                <a:gd name="connsiteY19" fmla="*/ 12130 h 59981"/>
                <a:gd name="connsiteX20" fmla="*/ 210813 w 224177"/>
                <a:gd name="connsiteY20" fmla="*/ 29367 h 59981"/>
                <a:gd name="connsiteX21" fmla="*/ 210813 w 224177"/>
                <a:gd name="connsiteY21" fmla="*/ 29367 h 59981"/>
                <a:gd name="connsiteX22" fmla="*/ 193560 w 224177"/>
                <a:gd name="connsiteY22" fmla="*/ 46603 h 59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4177" h="59981">
                  <a:moveTo>
                    <a:pt x="193560" y="0"/>
                  </a:moveTo>
                  <a:cubicBezTo>
                    <a:pt x="179502" y="0"/>
                    <a:pt x="167362" y="9576"/>
                    <a:pt x="164167" y="23621"/>
                  </a:cubicBezTo>
                  <a:lnTo>
                    <a:pt x="59372" y="23621"/>
                  </a:lnTo>
                  <a:cubicBezTo>
                    <a:pt x="55538" y="7661"/>
                    <a:pt x="40202" y="-2553"/>
                    <a:pt x="23588" y="639"/>
                  </a:cubicBezTo>
                  <a:cubicBezTo>
                    <a:pt x="7613" y="4469"/>
                    <a:pt x="-2611" y="19791"/>
                    <a:pt x="584" y="36389"/>
                  </a:cubicBezTo>
                  <a:cubicBezTo>
                    <a:pt x="3779" y="52987"/>
                    <a:pt x="19754" y="62563"/>
                    <a:pt x="36368" y="59371"/>
                  </a:cubicBezTo>
                  <a:cubicBezTo>
                    <a:pt x="47870" y="56818"/>
                    <a:pt x="56816" y="47880"/>
                    <a:pt x="59372" y="36389"/>
                  </a:cubicBezTo>
                  <a:lnTo>
                    <a:pt x="164806" y="36389"/>
                  </a:lnTo>
                  <a:cubicBezTo>
                    <a:pt x="168640" y="52349"/>
                    <a:pt x="183975" y="62563"/>
                    <a:pt x="200589" y="59371"/>
                  </a:cubicBezTo>
                  <a:cubicBezTo>
                    <a:pt x="216564" y="55541"/>
                    <a:pt x="226788" y="40219"/>
                    <a:pt x="223593" y="23621"/>
                  </a:cubicBezTo>
                  <a:cubicBezTo>
                    <a:pt x="219759" y="9576"/>
                    <a:pt x="207618" y="0"/>
                    <a:pt x="193560" y="0"/>
                  </a:cubicBezTo>
                  <a:close/>
                  <a:moveTo>
                    <a:pt x="29978" y="46603"/>
                  </a:moveTo>
                  <a:cubicBezTo>
                    <a:pt x="20393" y="46603"/>
                    <a:pt x="12725" y="38943"/>
                    <a:pt x="12725" y="29367"/>
                  </a:cubicBezTo>
                  <a:cubicBezTo>
                    <a:pt x="12725" y="19791"/>
                    <a:pt x="20393" y="12130"/>
                    <a:pt x="29978" y="12130"/>
                  </a:cubicBezTo>
                  <a:cubicBezTo>
                    <a:pt x="39563" y="12130"/>
                    <a:pt x="47231" y="19791"/>
                    <a:pt x="47231" y="29367"/>
                  </a:cubicBezTo>
                  <a:lnTo>
                    <a:pt x="47231" y="29367"/>
                  </a:lnTo>
                  <a:cubicBezTo>
                    <a:pt x="47231" y="38943"/>
                    <a:pt x="39563" y="46603"/>
                    <a:pt x="29978" y="46603"/>
                  </a:cubicBezTo>
                  <a:close/>
                  <a:moveTo>
                    <a:pt x="193560" y="46603"/>
                  </a:moveTo>
                  <a:cubicBezTo>
                    <a:pt x="183975" y="46603"/>
                    <a:pt x="176307" y="38943"/>
                    <a:pt x="176307" y="29367"/>
                  </a:cubicBezTo>
                  <a:cubicBezTo>
                    <a:pt x="176307" y="19791"/>
                    <a:pt x="183975" y="12130"/>
                    <a:pt x="193560" y="12130"/>
                  </a:cubicBezTo>
                  <a:cubicBezTo>
                    <a:pt x="203145" y="12130"/>
                    <a:pt x="210813" y="19791"/>
                    <a:pt x="210813" y="29367"/>
                  </a:cubicBezTo>
                  <a:lnTo>
                    <a:pt x="210813" y="29367"/>
                  </a:lnTo>
                  <a:cubicBezTo>
                    <a:pt x="210813" y="38943"/>
                    <a:pt x="203145" y="46603"/>
                    <a:pt x="193560" y="46603"/>
                  </a:cubicBezTo>
                  <a:close/>
                </a:path>
              </a:pathLst>
            </a:custGeom>
            <a:solidFill>
              <a:srgbClr val="007680"/>
            </a:solidFill>
            <a:ln w="6390" cap="flat">
              <a:noFill/>
              <a:prstDash val="solid"/>
              <a:miter/>
            </a:ln>
          </p:spPr>
          <p:txBody>
            <a:bodyPr rtlCol="0" anchor="ctr"/>
            <a:lstStyle/>
            <a:p>
              <a:endParaRPr lang="en-US"/>
            </a:p>
          </p:txBody>
        </p:sp>
      </p:grpSp>
      <p:grpSp>
        <p:nvGrpSpPr>
          <p:cNvPr id="304" name="Graphic 4">
            <a:extLst>
              <a:ext uri="{FF2B5EF4-FFF2-40B4-BE49-F238E27FC236}">
                <a16:creationId xmlns:a16="http://schemas.microsoft.com/office/drawing/2014/main" id="{FCC5ACF8-E508-B744-AC93-29A22B14E5B9}"/>
              </a:ext>
            </a:extLst>
          </p:cNvPr>
          <p:cNvGrpSpPr>
            <a:grpSpLocks noChangeAspect="1"/>
          </p:cNvGrpSpPr>
          <p:nvPr/>
        </p:nvGrpSpPr>
        <p:grpSpPr>
          <a:xfrm>
            <a:off x="467743" y="4793256"/>
            <a:ext cx="361670" cy="361971"/>
            <a:chOff x="467743" y="4793256"/>
            <a:chExt cx="361670" cy="361971"/>
          </a:xfrm>
          <a:solidFill>
            <a:srgbClr val="007680"/>
          </a:solidFill>
        </p:grpSpPr>
        <p:sp>
          <p:nvSpPr>
            <p:cNvPr id="305" name="Graphic 4">
              <a:extLst>
                <a:ext uri="{FF2B5EF4-FFF2-40B4-BE49-F238E27FC236}">
                  <a16:creationId xmlns:a16="http://schemas.microsoft.com/office/drawing/2014/main" id="{B9A7C3D1-8307-194A-B2E1-9FF8276E6736}"/>
                </a:ext>
              </a:extLst>
            </p:cNvPr>
            <p:cNvSpPr/>
            <p:nvPr/>
          </p:nvSpPr>
          <p:spPr>
            <a:xfrm>
              <a:off x="467743" y="4793256"/>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0667 h 361971"/>
                <a:gd name="connsiteX4" fmla="*/ 361670 w 361670"/>
                <a:gd name="connsiteY4" fmla="*/ 180667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667 h 361971"/>
                <a:gd name="connsiteX9" fmla="*/ 180835 w 361670"/>
                <a:gd name="connsiteY9" fmla="*/ 12129 h 361971"/>
                <a:gd name="connsiteX10" fmla="*/ 348891 w 361670"/>
                <a:gd name="connsiteY10" fmla="*/ 180667 h 361971"/>
                <a:gd name="connsiteX11" fmla="*/ 348891 w 361670"/>
                <a:gd name="connsiteY11" fmla="*/ 180667 h 361971"/>
                <a:gd name="connsiteX12" fmla="*/ 180835 w 361670"/>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5" y="0"/>
                  </a:moveTo>
                  <a:cubicBezTo>
                    <a:pt x="80513" y="0"/>
                    <a:pt x="0" y="81077"/>
                    <a:pt x="0" y="180667"/>
                  </a:cubicBezTo>
                  <a:cubicBezTo>
                    <a:pt x="0" y="280895"/>
                    <a:pt x="81152" y="361972"/>
                    <a:pt x="180835" y="361972"/>
                  </a:cubicBezTo>
                  <a:cubicBezTo>
                    <a:pt x="280518" y="361972"/>
                    <a:pt x="361670" y="280895"/>
                    <a:pt x="361670" y="180667"/>
                  </a:cubicBezTo>
                  <a:cubicBezTo>
                    <a:pt x="361670" y="180667"/>
                    <a:pt x="361670" y="180667"/>
                    <a:pt x="361670" y="180667"/>
                  </a:cubicBezTo>
                  <a:cubicBezTo>
                    <a:pt x="361670" y="80438"/>
                    <a:pt x="281157" y="0"/>
                    <a:pt x="180835" y="0"/>
                  </a:cubicBezTo>
                  <a:cubicBezTo>
                    <a:pt x="180835" y="0"/>
                    <a:pt x="180835" y="0"/>
                    <a:pt x="180835" y="0"/>
                  </a:cubicBezTo>
                  <a:close/>
                  <a:moveTo>
                    <a:pt x="180835" y="348565"/>
                  </a:moveTo>
                  <a:cubicBezTo>
                    <a:pt x="87542" y="348565"/>
                    <a:pt x="12780" y="273234"/>
                    <a:pt x="12780" y="180667"/>
                  </a:cubicBezTo>
                  <a:cubicBezTo>
                    <a:pt x="12780" y="87461"/>
                    <a:pt x="88181" y="12129"/>
                    <a:pt x="180835" y="12129"/>
                  </a:cubicBezTo>
                  <a:cubicBezTo>
                    <a:pt x="273489" y="12129"/>
                    <a:pt x="348891" y="87461"/>
                    <a:pt x="348891" y="180667"/>
                  </a:cubicBezTo>
                  <a:lnTo>
                    <a:pt x="348891" y="180667"/>
                  </a:lnTo>
                  <a:cubicBezTo>
                    <a:pt x="348891" y="273234"/>
                    <a:pt x="273489" y="348565"/>
                    <a:pt x="180835" y="348565"/>
                  </a:cubicBezTo>
                  <a:close/>
                </a:path>
              </a:pathLst>
            </a:custGeom>
            <a:solidFill>
              <a:srgbClr val="007680"/>
            </a:solidFill>
            <a:ln w="6390" cap="flat">
              <a:noFill/>
              <a:prstDash val="solid"/>
              <a:miter/>
            </a:ln>
          </p:spPr>
          <p:txBody>
            <a:bodyPr rtlCol="0" anchor="ctr"/>
            <a:lstStyle/>
            <a:p>
              <a:endParaRPr lang="en-US"/>
            </a:p>
          </p:txBody>
        </p:sp>
        <p:sp>
          <p:nvSpPr>
            <p:cNvPr id="306" name="Graphic 4">
              <a:extLst>
                <a:ext uri="{FF2B5EF4-FFF2-40B4-BE49-F238E27FC236}">
                  <a16:creationId xmlns:a16="http://schemas.microsoft.com/office/drawing/2014/main" id="{C4BB8407-1C2E-CB4A-A62A-B8D68852E4D5}"/>
                </a:ext>
              </a:extLst>
            </p:cNvPr>
            <p:cNvSpPr/>
            <p:nvPr/>
          </p:nvSpPr>
          <p:spPr>
            <a:xfrm>
              <a:off x="548425" y="4864501"/>
              <a:ext cx="203738" cy="219226"/>
            </a:xfrm>
            <a:custGeom>
              <a:avLst/>
              <a:gdLst>
                <a:gd name="connsiteX0" fmla="*/ 174916 w 203738"/>
                <a:gd name="connsiteY0" fmla="*/ 64096 h 219226"/>
                <a:gd name="connsiteX1" fmla="*/ 201754 w 203738"/>
                <a:gd name="connsiteY1" fmla="*/ 37283 h 219226"/>
                <a:gd name="connsiteX2" fmla="*/ 174916 w 203738"/>
                <a:gd name="connsiteY2" fmla="*/ 10470 h 219226"/>
                <a:gd name="connsiteX3" fmla="*/ 148078 w 203738"/>
                <a:gd name="connsiteY3" fmla="*/ 37283 h 219226"/>
                <a:gd name="connsiteX4" fmla="*/ 153190 w 203738"/>
                <a:gd name="connsiteY4" fmla="*/ 53243 h 219226"/>
                <a:gd name="connsiteX5" fmla="*/ 121879 w 203738"/>
                <a:gd name="connsiteY5" fmla="*/ 83248 h 219226"/>
                <a:gd name="connsiteX6" fmla="*/ 88652 w 203738"/>
                <a:gd name="connsiteY6" fmla="*/ 81332 h 219226"/>
                <a:gd name="connsiteX7" fmla="*/ 66287 w 203738"/>
                <a:gd name="connsiteY7" fmla="*/ 45582 h 219226"/>
                <a:gd name="connsiteX8" fmla="*/ 65009 w 203738"/>
                <a:gd name="connsiteY8" fmla="*/ 7278 h 219226"/>
                <a:gd name="connsiteX9" fmla="*/ 26669 w 203738"/>
                <a:gd name="connsiteY9" fmla="*/ 8555 h 219226"/>
                <a:gd name="connsiteX10" fmla="*/ 27947 w 203738"/>
                <a:gd name="connsiteY10" fmla="*/ 46859 h 219226"/>
                <a:gd name="connsiteX11" fmla="*/ 56063 w 203738"/>
                <a:gd name="connsiteY11" fmla="*/ 52604 h 219226"/>
                <a:gd name="connsiteX12" fmla="*/ 79067 w 203738"/>
                <a:gd name="connsiteY12" fmla="*/ 88355 h 219226"/>
                <a:gd name="connsiteX13" fmla="*/ 68204 w 203738"/>
                <a:gd name="connsiteY13" fmla="*/ 110699 h 219226"/>
                <a:gd name="connsiteX14" fmla="*/ 52229 w 203738"/>
                <a:gd name="connsiteY14" fmla="*/ 111975 h 219226"/>
                <a:gd name="connsiteX15" fmla="*/ 17084 w 203738"/>
                <a:gd name="connsiteY15" fmla="*/ 96654 h 219226"/>
                <a:gd name="connsiteX16" fmla="*/ 1749 w 203738"/>
                <a:gd name="connsiteY16" fmla="*/ 131766 h 219226"/>
                <a:gd name="connsiteX17" fmla="*/ 36893 w 203738"/>
                <a:gd name="connsiteY17" fmla="*/ 147087 h 219226"/>
                <a:gd name="connsiteX18" fmla="*/ 54146 w 203738"/>
                <a:gd name="connsiteY18" fmla="*/ 124743 h 219226"/>
                <a:gd name="connsiteX19" fmla="*/ 69482 w 203738"/>
                <a:gd name="connsiteY19" fmla="*/ 123467 h 219226"/>
                <a:gd name="connsiteX20" fmla="*/ 90569 w 203738"/>
                <a:gd name="connsiteY20" fmla="*/ 148364 h 219226"/>
                <a:gd name="connsiteX21" fmla="*/ 85457 w 203738"/>
                <a:gd name="connsiteY21" fmla="*/ 164962 h 219226"/>
                <a:gd name="connsiteX22" fmla="*/ 83540 w 203738"/>
                <a:gd name="connsiteY22" fmla="*/ 164962 h 219226"/>
                <a:gd name="connsiteX23" fmla="*/ 56063 w 203738"/>
                <a:gd name="connsiteY23" fmla="*/ 191775 h 219226"/>
                <a:gd name="connsiteX24" fmla="*/ 82901 w 203738"/>
                <a:gd name="connsiteY24" fmla="*/ 219226 h 219226"/>
                <a:gd name="connsiteX25" fmla="*/ 110378 w 203738"/>
                <a:gd name="connsiteY25" fmla="*/ 192414 h 219226"/>
                <a:gd name="connsiteX26" fmla="*/ 97598 w 203738"/>
                <a:gd name="connsiteY26" fmla="*/ 168793 h 219226"/>
                <a:gd name="connsiteX27" fmla="*/ 103349 w 203738"/>
                <a:gd name="connsiteY27" fmla="*/ 150918 h 219226"/>
                <a:gd name="connsiteX28" fmla="*/ 105266 w 203738"/>
                <a:gd name="connsiteY28" fmla="*/ 150918 h 219226"/>
                <a:gd name="connsiteX29" fmla="*/ 135937 w 203738"/>
                <a:gd name="connsiteY29" fmla="*/ 134319 h 219226"/>
                <a:gd name="connsiteX30" fmla="*/ 153190 w 203738"/>
                <a:gd name="connsiteY30" fmla="*/ 145172 h 219226"/>
                <a:gd name="connsiteX31" fmla="*/ 165331 w 203738"/>
                <a:gd name="connsiteY31" fmla="*/ 180922 h 219226"/>
                <a:gd name="connsiteX32" fmla="*/ 201115 w 203738"/>
                <a:gd name="connsiteY32" fmla="*/ 168793 h 219226"/>
                <a:gd name="connsiteX33" fmla="*/ 188974 w 203738"/>
                <a:gd name="connsiteY33" fmla="*/ 133043 h 219226"/>
                <a:gd name="connsiteX34" fmla="*/ 177472 w 203738"/>
                <a:gd name="connsiteY34" fmla="*/ 130489 h 219226"/>
                <a:gd name="connsiteX35" fmla="*/ 161497 w 203738"/>
                <a:gd name="connsiteY35" fmla="*/ 135596 h 219226"/>
                <a:gd name="connsiteX36" fmla="*/ 141049 w 203738"/>
                <a:gd name="connsiteY36" fmla="*/ 122828 h 219226"/>
                <a:gd name="connsiteX37" fmla="*/ 142327 w 203738"/>
                <a:gd name="connsiteY37" fmla="*/ 114529 h 219226"/>
                <a:gd name="connsiteX38" fmla="*/ 134020 w 203738"/>
                <a:gd name="connsiteY38" fmla="*/ 91547 h 219226"/>
                <a:gd name="connsiteX39" fmla="*/ 165331 w 203738"/>
                <a:gd name="connsiteY39" fmla="*/ 60904 h 219226"/>
                <a:gd name="connsiteX40" fmla="*/ 174916 w 203738"/>
                <a:gd name="connsiteY40" fmla="*/ 64096 h 219226"/>
                <a:gd name="connsiteX41" fmla="*/ 31781 w 203738"/>
                <a:gd name="connsiteY41" fmla="*/ 27068 h 219226"/>
                <a:gd name="connsiteX42" fmla="*/ 45839 w 203738"/>
                <a:gd name="connsiteY42" fmla="*/ 13024 h 219226"/>
                <a:gd name="connsiteX43" fmla="*/ 59897 w 203738"/>
                <a:gd name="connsiteY43" fmla="*/ 27068 h 219226"/>
                <a:gd name="connsiteX44" fmla="*/ 45839 w 203738"/>
                <a:gd name="connsiteY44" fmla="*/ 41113 h 219226"/>
                <a:gd name="connsiteX45" fmla="*/ 31781 w 203738"/>
                <a:gd name="connsiteY45" fmla="*/ 27068 h 219226"/>
                <a:gd name="connsiteX46" fmla="*/ 80984 w 203738"/>
                <a:gd name="connsiteY46" fmla="*/ 205181 h 219226"/>
                <a:gd name="connsiteX47" fmla="*/ 66926 w 203738"/>
                <a:gd name="connsiteY47" fmla="*/ 191137 h 219226"/>
                <a:gd name="connsiteX48" fmla="*/ 80984 w 203738"/>
                <a:gd name="connsiteY48" fmla="*/ 177092 h 219226"/>
                <a:gd name="connsiteX49" fmla="*/ 95042 w 203738"/>
                <a:gd name="connsiteY49" fmla="*/ 191137 h 219226"/>
                <a:gd name="connsiteX50" fmla="*/ 80984 w 203738"/>
                <a:gd name="connsiteY50" fmla="*/ 205181 h 219226"/>
                <a:gd name="connsiteX51" fmla="*/ 80984 w 203738"/>
                <a:gd name="connsiteY51" fmla="*/ 205181 h 219226"/>
                <a:gd name="connsiteX52" fmla="*/ 188974 w 203738"/>
                <a:gd name="connsiteY52" fmla="*/ 157302 h 219226"/>
                <a:gd name="connsiteX53" fmla="*/ 174916 w 203738"/>
                <a:gd name="connsiteY53" fmla="*/ 171346 h 219226"/>
                <a:gd name="connsiteX54" fmla="*/ 160858 w 203738"/>
                <a:gd name="connsiteY54" fmla="*/ 157302 h 219226"/>
                <a:gd name="connsiteX55" fmla="*/ 174916 w 203738"/>
                <a:gd name="connsiteY55" fmla="*/ 143257 h 219226"/>
                <a:gd name="connsiteX56" fmla="*/ 188974 w 203738"/>
                <a:gd name="connsiteY56" fmla="*/ 157302 h 219226"/>
                <a:gd name="connsiteX57" fmla="*/ 188974 w 203738"/>
                <a:gd name="connsiteY57" fmla="*/ 157302 h 219226"/>
                <a:gd name="connsiteX58" fmla="*/ 174916 w 203738"/>
                <a:gd name="connsiteY58" fmla="*/ 23238 h 219226"/>
                <a:gd name="connsiteX59" fmla="*/ 188974 w 203738"/>
                <a:gd name="connsiteY59" fmla="*/ 37283 h 219226"/>
                <a:gd name="connsiteX60" fmla="*/ 174916 w 203738"/>
                <a:gd name="connsiteY60" fmla="*/ 51328 h 219226"/>
                <a:gd name="connsiteX61" fmla="*/ 160858 w 203738"/>
                <a:gd name="connsiteY61" fmla="*/ 37283 h 219226"/>
                <a:gd name="connsiteX62" fmla="*/ 174916 w 203738"/>
                <a:gd name="connsiteY62" fmla="*/ 23238 h 219226"/>
                <a:gd name="connsiteX63" fmla="*/ 174916 w 203738"/>
                <a:gd name="connsiteY63" fmla="*/ 23238 h 219226"/>
                <a:gd name="connsiteX64" fmla="*/ 25391 w 203738"/>
                <a:gd name="connsiteY64" fmla="*/ 135596 h 219226"/>
                <a:gd name="connsiteX65" fmla="*/ 11333 w 203738"/>
                <a:gd name="connsiteY65" fmla="*/ 121551 h 219226"/>
                <a:gd name="connsiteX66" fmla="*/ 25391 w 203738"/>
                <a:gd name="connsiteY66" fmla="*/ 107507 h 219226"/>
                <a:gd name="connsiteX67" fmla="*/ 39449 w 203738"/>
                <a:gd name="connsiteY67" fmla="*/ 121551 h 219226"/>
                <a:gd name="connsiteX68" fmla="*/ 25391 w 203738"/>
                <a:gd name="connsiteY68" fmla="*/ 135596 h 219226"/>
                <a:gd name="connsiteX69" fmla="*/ 103349 w 203738"/>
                <a:gd name="connsiteY69" fmla="*/ 138150 h 219226"/>
                <a:gd name="connsiteX70" fmla="*/ 79706 w 203738"/>
                <a:gd name="connsiteY70" fmla="*/ 114529 h 219226"/>
                <a:gd name="connsiteX71" fmla="*/ 103349 w 203738"/>
                <a:gd name="connsiteY71" fmla="*/ 90270 h 219226"/>
                <a:gd name="connsiteX72" fmla="*/ 126991 w 203738"/>
                <a:gd name="connsiteY72" fmla="*/ 113891 h 219226"/>
                <a:gd name="connsiteX73" fmla="*/ 126991 w 203738"/>
                <a:gd name="connsiteY73" fmla="*/ 113891 h 219226"/>
                <a:gd name="connsiteX74" fmla="*/ 103349 w 203738"/>
                <a:gd name="connsiteY74" fmla="*/ 138150 h 219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03738" h="219226">
                  <a:moveTo>
                    <a:pt x="174916" y="64096"/>
                  </a:moveTo>
                  <a:cubicBezTo>
                    <a:pt x="189613" y="64096"/>
                    <a:pt x="201754" y="51966"/>
                    <a:pt x="201754" y="37283"/>
                  </a:cubicBezTo>
                  <a:cubicBezTo>
                    <a:pt x="201754" y="22600"/>
                    <a:pt x="189613" y="10470"/>
                    <a:pt x="174916" y="10470"/>
                  </a:cubicBezTo>
                  <a:cubicBezTo>
                    <a:pt x="160219" y="10470"/>
                    <a:pt x="148078" y="22600"/>
                    <a:pt x="148078" y="37283"/>
                  </a:cubicBezTo>
                  <a:cubicBezTo>
                    <a:pt x="148078" y="43028"/>
                    <a:pt x="149995" y="48136"/>
                    <a:pt x="153190" y="53243"/>
                  </a:cubicBezTo>
                  <a:lnTo>
                    <a:pt x="121879" y="83248"/>
                  </a:lnTo>
                  <a:cubicBezTo>
                    <a:pt x="111656" y="76864"/>
                    <a:pt x="98876" y="76225"/>
                    <a:pt x="88652" y="81332"/>
                  </a:cubicBezTo>
                  <a:lnTo>
                    <a:pt x="66287" y="45582"/>
                  </a:lnTo>
                  <a:cubicBezTo>
                    <a:pt x="76511" y="34729"/>
                    <a:pt x="75872" y="17492"/>
                    <a:pt x="65009" y="7278"/>
                  </a:cubicBezTo>
                  <a:cubicBezTo>
                    <a:pt x="54146" y="-2936"/>
                    <a:pt x="36893" y="-2298"/>
                    <a:pt x="26669" y="8555"/>
                  </a:cubicBezTo>
                  <a:cubicBezTo>
                    <a:pt x="16445" y="19408"/>
                    <a:pt x="17084" y="36644"/>
                    <a:pt x="27947" y="46859"/>
                  </a:cubicBezTo>
                  <a:cubicBezTo>
                    <a:pt x="35615" y="53881"/>
                    <a:pt x="46478" y="55796"/>
                    <a:pt x="56063" y="52604"/>
                  </a:cubicBezTo>
                  <a:lnTo>
                    <a:pt x="79067" y="88355"/>
                  </a:lnTo>
                  <a:cubicBezTo>
                    <a:pt x="72677" y="94100"/>
                    <a:pt x="68843" y="102400"/>
                    <a:pt x="68204" y="110699"/>
                  </a:cubicBezTo>
                  <a:lnTo>
                    <a:pt x="52229" y="111975"/>
                  </a:lnTo>
                  <a:cubicBezTo>
                    <a:pt x="47117" y="97931"/>
                    <a:pt x="31142" y="91547"/>
                    <a:pt x="17084" y="96654"/>
                  </a:cubicBezTo>
                  <a:cubicBezTo>
                    <a:pt x="3027" y="101761"/>
                    <a:pt x="-3363" y="117721"/>
                    <a:pt x="1749" y="131766"/>
                  </a:cubicBezTo>
                  <a:cubicBezTo>
                    <a:pt x="6861" y="145811"/>
                    <a:pt x="22835" y="152195"/>
                    <a:pt x="36893" y="147087"/>
                  </a:cubicBezTo>
                  <a:cubicBezTo>
                    <a:pt x="46478" y="143257"/>
                    <a:pt x="52868" y="134958"/>
                    <a:pt x="54146" y="124743"/>
                  </a:cubicBezTo>
                  <a:lnTo>
                    <a:pt x="69482" y="123467"/>
                  </a:lnTo>
                  <a:cubicBezTo>
                    <a:pt x="72038" y="134319"/>
                    <a:pt x="79706" y="143895"/>
                    <a:pt x="90569" y="148364"/>
                  </a:cubicBezTo>
                  <a:lnTo>
                    <a:pt x="85457" y="164962"/>
                  </a:lnTo>
                  <a:lnTo>
                    <a:pt x="83540" y="164962"/>
                  </a:lnTo>
                  <a:cubicBezTo>
                    <a:pt x="68843" y="164962"/>
                    <a:pt x="56063" y="177092"/>
                    <a:pt x="56063" y="191775"/>
                  </a:cubicBezTo>
                  <a:cubicBezTo>
                    <a:pt x="56063" y="206458"/>
                    <a:pt x="68204" y="219226"/>
                    <a:pt x="82901" y="219226"/>
                  </a:cubicBezTo>
                  <a:cubicBezTo>
                    <a:pt x="97598" y="219226"/>
                    <a:pt x="110378" y="207097"/>
                    <a:pt x="110378" y="192414"/>
                  </a:cubicBezTo>
                  <a:cubicBezTo>
                    <a:pt x="110378" y="182838"/>
                    <a:pt x="105266" y="173900"/>
                    <a:pt x="97598" y="168793"/>
                  </a:cubicBezTo>
                  <a:lnTo>
                    <a:pt x="103349" y="150918"/>
                  </a:lnTo>
                  <a:lnTo>
                    <a:pt x="105266" y="150918"/>
                  </a:lnTo>
                  <a:cubicBezTo>
                    <a:pt x="117406" y="150918"/>
                    <a:pt x="128908" y="144534"/>
                    <a:pt x="135937" y="134319"/>
                  </a:cubicBezTo>
                  <a:lnTo>
                    <a:pt x="153190" y="145172"/>
                  </a:lnTo>
                  <a:cubicBezTo>
                    <a:pt x="146800" y="158578"/>
                    <a:pt x="152551" y="174538"/>
                    <a:pt x="165331" y="180922"/>
                  </a:cubicBezTo>
                  <a:cubicBezTo>
                    <a:pt x="178111" y="187306"/>
                    <a:pt x="194725" y="181561"/>
                    <a:pt x="201115" y="168793"/>
                  </a:cubicBezTo>
                  <a:cubicBezTo>
                    <a:pt x="207505" y="155387"/>
                    <a:pt x="201754" y="139427"/>
                    <a:pt x="188974" y="133043"/>
                  </a:cubicBezTo>
                  <a:cubicBezTo>
                    <a:pt x="185140" y="131127"/>
                    <a:pt x="181306" y="130489"/>
                    <a:pt x="177472" y="130489"/>
                  </a:cubicBezTo>
                  <a:cubicBezTo>
                    <a:pt x="171721" y="130489"/>
                    <a:pt x="166609" y="132404"/>
                    <a:pt x="161497" y="135596"/>
                  </a:cubicBezTo>
                  <a:lnTo>
                    <a:pt x="141049" y="122828"/>
                  </a:lnTo>
                  <a:cubicBezTo>
                    <a:pt x="141688" y="120275"/>
                    <a:pt x="142327" y="117083"/>
                    <a:pt x="142327" y="114529"/>
                  </a:cubicBezTo>
                  <a:cubicBezTo>
                    <a:pt x="142327" y="106230"/>
                    <a:pt x="139132" y="97931"/>
                    <a:pt x="134020" y="91547"/>
                  </a:cubicBezTo>
                  <a:lnTo>
                    <a:pt x="165331" y="60904"/>
                  </a:lnTo>
                  <a:cubicBezTo>
                    <a:pt x="166609" y="62819"/>
                    <a:pt x="170443" y="64096"/>
                    <a:pt x="174916" y="64096"/>
                  </a:cubicBezTo>
                  <a:close/>
                  <a:moveTo>
                    <a:pt x="31781" y="27068"/>
                  </a:moveTo>
                  <a:cubicBezTo>
                    <a:pt x="31781" y="19408"/>
                    <a:pt x="38171" y="13024"/>
                    <a:pt x="45839" y="13024"/>
                  </a:cubicBezTo>
                  <a:cubicBezTo>
                    <a:pt x="53507" y="13024"/>
                    <a:pt x="59897" y="19408"/>
                    <a:pt x="59897" y="27068"/>
                  </a:cubicBezTo>
                  <a:cubicBezTo>
                    <a:pt x="59897" y="34729"/>
                    <a:pt x="53507" y="41113"/>
                    <a:pt x="45839" y="41113"/>
                  </a:cubicBezTo>
                  <a:cubicBezTo>
                    <a:pt x="38171" y="41113"/>
                    <a:pt x="31781" y="35368"/>
                    <a:pt x="31781" y="27068"/>
                  </a:cubicBezTo>
                  <a:close/>
                  <a:moveTo>
                    <a:pt x="80984" y="205181"/>
                  </a:moveTo>
                  <a:cubicBezTo>
                    <a:pt x="73316" y="205181"/>
                    <a:pt x="66926" y="198798"/>
                    <a:pt x="66926" y="191137"/>
                  </a:cubicBezTo>
                  <a:cubicBezTo>
                    <a:pt x="66926" y="183476"/>
                    <a:pt x="73316" y="177092"/>
                    <a:pt x="80984" y="177092"/>
                  </a:cubicBezTo>
                  <a:cubicBezTo>
                    <a:pt x="88652" y="177092"/>
                    <a:pt x="95042" y="183476"/>
                    <a:pt x="95042" y="191137"/>
                  </a:cubicBezTo>
                  <a:cubicBezTo>
                    <a:pt x="95042" y="198798"/>
                    <a:pt x="89291" y="205181"/>
                    <a:pt x="80984" y="205181"/>
                  </a:cubicBezTo>
                  <a:cubicBezTo>
                    <a:pt x="80984" y="205181"/>
                    <a:pt x="80984" y="205181"/>
                    <a:pt x="80984" y="205181"/>
                  </a:cubicBezTo>
                  <a:close/>
                  <a:moveTo>
                    <a:pt x="188974" y="157302"/>
                  </a:moveTo>
                  <a:cubicBezTo>
                    <a:pt x="188974" y="164962"/>
                    <a:pt x="182584" y="171346"/>
                    <a:pt x="174916" y="171346"/>
                  </a:cubicBezTo>
                  <a:cubicBezTo>
                    <a:pt x="167248" y="171346"/>
                    <a:pt x="160858" y="164962"/>
                    <a:pt x="160858" y="157302"/>
                  </a:cubicBezTo>
                  <a:cubicBezTo>
                    <a:pt x="160858" y="149641"/>
                    <a:pt x="167248" y="143257"/>
                    <a:pt x="174916" y="143257"/>
                  </a:cubicBezTo>
                  <a:cubicBezTo>
                    <a:pt x="182584" y="143257"/>
                    <a:pt x="188974" y="149641"/>
                    <a:pt x="188974" y="157302"/>
                  </a:cubicBezTo>
                  <a:lnTo>
                    <a:pt x="188974" y="157302"/>
                  </a:lnTo>
                  <a:close/>
                  <a:moveTo>
                    <a:pt x="174916" y="23238"/>
                  </a:moveTo>
                  <a:cubicBezTo>
                    <a:pt x="182584" y="23238"/>
                    <a:pt x="188974" y="29622"/>
                    <a:pt x="188974" y="37283"/>
                  </a:cubicBezTo>
                  <a:cubicBezTo>
                    <a:pt x="188974" y="44944"/>
                    <a:pt x="182584" y="51328"/>
                    <a:pt x="174916" y="51328"/>
                  </a:cubicBezTo>
                  <a:cubicBezTo>
                    <a:pt x="167248" y="51328"/>
                    <a:pt x="160858" y="44944"/>
                    <a:pt x="160858" y="37283"/>
                  </a:cubicBezTo>
                  <a:cubicBezTo>
                    <a:pt x="160858" y="29622"/>
                    <a:pt x="166609" y="23238"/>
                    <a:pt x="174916" y="23238"/>
                  </a:cubicBezTo>
                  <a:cubicBezTo>
                    <a:pt x="174277" y="23238"/>
                    <a:pt x="174916" y="23238"/>
                    <a:pt x="174916" y="23238"/>
                  </a:cubicBezTo>
                  <a:close/>
                  <a:moveTo>
                    <a:pt x="25391" y="135596"/>
                  </a:moveTo>
                  <a:cubicBezTo>
                    <a:pt x="17723" y="135596"/>
                    <a:pt x="11333" y="129212"/>
                    <a:pt x="11333" y="121551"/>
                  </a:cubicBezTo>
                  <a:cubicBezTo>
                    <a:pt x="11333" y="113891"/>
                    <a:pt x="17723" y="107507"/>
                    <a:pt x="25391" y="107507"/>
                  </a:cubicBezTo>
                  <a:cubicBezTo>
                    <a:pt x="33059" y="107507"/>
                    <a:pt x="39449" y="113891"/>
                    <a:pt x="39449" y="121551"/>
                  </a:cubicBezTo>
                  <a:cubicBezTo>
                    <a:pt x="39449" y="129212"/>
                    <a:pt x="33059" y="135596"/>
                    <a:pt x="25391" y="135596"/>
                  </a:cubicBezTo>
                  <a:close/>
                  <a:moveTo>
                    <a:pt x="103349" y="138150"/>
                  </a:moveTo>
                  <a:cubicBezTo>
                    <a:pt x="89930" y="138150"/>
                    <a:pt x="79706" y="127297"/>
                    <a:pt x="79706" y="114529"/>
                  </a:cubicBezTo>
                  <a:cubicBezTo>
                    <a:pt x="79706" y="101123"/>
                    <a:pt x="90569" y="90908"/>
                    <a:pt x="103349" y="90270"/>
                  </a:cubicBezTo>
                  <a:cubicBezTo>
                    <a:pt x="116767" y="90270"/>
                    <a:pt x="126991" y="101123"/>
                    <a:pt x="126991" y="113891"/>
                  </a:cubicBezTo>
                  <a:cubicBezTo>
                    <a:pt x="126991" y="113891"/>
                    <a:pt x="126991" y="113891"/>
                    <a:pt x="126991" y="113891"/>
                  </a:cubicBezTo>
                  <a:cubicBezTo>
                    <a:pt x="126991" y="127297"/>
                    <a:pt x="116767" y="138150"/>
                    <a:pt x="103349" y="138150"/>
                  </a:cubicBezTo>
                  <a:close/>
                </a:path>
              </a:pathLst>
            </a:custGeom>
            <a:solidFill>
              <a:srgbClr val="007680"/>
            </a:solidFill>
            <a:ln w="6390" cap="flat">
              <a:noFill/>
              <a:prstDash val="solid"/>
              <a:miter/>
            </a:ln>
          </p:spPr>
          <p:txBody>
            <a:bodyPr rtlCol="0" anchor="ctr"/>
            <a:lstStyle/>
            <a:p>
              <a:endParaRPr lang="en-US"/>
            </a:p>
          </p:txBody>
        </p:sp>
      </p:grpSp>
      <p:grpSp>
        <p:nvGrpSpPr>
          <p:cNvPr id="307" name="Graphic 4">
            <a:extLst>
              <a:ext uri="{FF2B5EF4-FFF2-40B4-BE49-F238E27FC236}">
                <a16:creationId xmlns:a16="http://schemas.microsoft.com/office/drawing/2014/main" id="{D12498D9-66DC-3646-B917-346ABB65F9B2}"/>
              </a:ext>
            </a:extLst>
          </p:cNvPr>
          <p:cNvGrpSpPr>
            <a:grpSpLocks noChangeAspect="1"/>
          </p:cNvGrpSpPr>
          <p:nvPr/>
        </p:nvGrpSpPr>
        <p:grpSpPr>
          <a:xfrm>
            <a:off x="467104" y="3339623"/>
            <a:ext cx="362309" cy="361971"/>
            <a:chOff x="467104" y="3339623"/>
            <a:chExt cx="362309" cy="361971"/>
          </a:xfrm>
          <a:solidFill>
            <a:srgbClr val="007680"/>
          </a:solidFill>
        </p:grpSpPr>
        <p:sp>
          <p:nvSpPr>
            <p:cNvPr id="308" name="Graphic 4">
              <a:extLst>
                <a:ext uri="{FF2B5EF4-FFF2-40B4-BE49-F238E27FC236}">
                  <a16:creationId xmlns:a16="http://schemas.microsoft.com/office/drawing/2014/main" id="{5F001207-0FC8-544B-9124-48B0F0C90927}"/>
                </a:ext>
              </a:extLst>
            </p:cNvPr>
            <p:cNvSpPr/>
            <p:nvPr/>
          </p:nvSpPr>
          <p:spPr>
            <a:xfrm>
              <a:off x="467104" y="3339623"/>
              <a:ext cx="362309" cy="361971"/>
            </a:xfrm>
            <a:custGeom>
              <a:avLst/>
              <a:gdLst>
                <a:gd name="connsiteX0" fmla="*/ 181474 w 362309"/>
                <a:gd name="connsiteY0" fmla="*/ 0 h 361971"/>
                <a:gd name="connsiteX1" fmla="*/ 0 w 362309"/>
                <a:gd name="connsiteY1" fmla="*/ 180667 h 361971"/>
                <a:gd name="connsiteX2" fmla="*/ 181474 w 362309"/>
                <a:gd name="connsiteY2" fmla="*/ 361972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0 h 361971"/>
                <a:gd name="connsiteX7" fmla="*/ 181474 w 362309"/>
                <a:gd name="connsiteY7" fmla="*/ 349204 h 361971"/>
                <a:gd name="connsiteX8" fmla="*/ 13419 w 362309"/>
                <a:gd name="connsiteY8" fmla="*/ 181305 h 361971"/>
                <a:gd name="connsiteX9" fmla="*/ 181474 w 362309"/>
                <a:gd name="connsiteY9" fmla="*/ 12768 h 361971"/>
                <a:gd name="connsiteX10" fmla="*/ 349530 w 362309"/>
                <a:gd name="connsiteY10" fmla="*/ 181305 h 361971"/>
                <a:gd name="connsiteX11" fmla="*/ 349530 w 362309"/>
                <a:gd name="connsiteY11" fmla="*/ 181305 h 361971"/>
                <a:gd name="connsiteX12" fmla="*/ 181474 w 362309"/>
                <a:gd name="connsiteY12" fmla="*/ 349204 h 361971"/>
                <a:gd name="connsiteX13" fmla="*/ 181474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1474" y="0"/>
                  </a:moveTo>
                  <a:cubicBezTo>
                    <a:pt x="81152" y="0"/>
                    <a:pt x="0" y="81077"/>
                    <a:pt x="0" y="180667"/>
                  </a:cubicBezTo>
                  <a:cubicBezTo>
                    <a:pt x="0" y="280895"/>
                    <a:pt x="81152" y="361972"/>
                    <a:pt x="181474" y="361972"/>
                  </a:cubicBezTo>
                  <a:cubicBezTo>
                    <a:pt x="281796" y="361972"/>
                    <a:pt x="362309" y="280895"/>
                    <a:pt x="362309" y="180667"/>
                  </a:cubicBezTo>
                  <a:lnTo>
                    <a:pt x="362309" y="180667"/>
                  </a:lnTo>
                  <a:cubicBezTo>
                    <a:pt x="362309" y="81077"/>
                    <a:pt x="281796" y="0"/>
                    <a:pt x="181474" y="0"/>
                  </a:cubicBezTo>
                  <a:cubicBezTo>
                    <a:pt x="181474" y="0"/>
                    <a:pt x="181474"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309" name="Graphic 4">
              <a:extLst>
                <a:ext uri="{FF2B5EF4-FFF2-40B4-BE49-F238E27FC236}">
                  <a16:creationId xmlns:a16="http://schemas.microsoft.com/office/drawing/2014/main" id="{F7D45C58-6E8C-8343-9597-D130D65F5F80}"/>
                </a:ext>
              </a:extLst>
            </p:cNvPr>
            <p:cNvSpPr/>
            <p:nvPr/>
          </p:nvSpPr>
          <p:spPr>
            <a:xfrm>
              <a:off x="516694" y="3389167"/>
              <a:ext cx="263129" cy="262884"/>
            </a:xfrm>
            <a:custGeom>
              <a:avLst/>
              <a:gdLst>
                <a:gd name="connsiteX0" fmla="*/ 236679 w 263129"/>
                <a:gd name="connsiteY0" fmla="*/ 104949 h 262884"/>
                <a:gd name="connsiteX1" fmla="*/ 211119 w 263129"/>
                <a:gd name="connsiteY1" fmla="*/ 125377 h 262884"/>
                <a:gd name="connsiteX2" fmla="*/ 167668 w 263129"/>
                <a:gd name="connsiteY2" fmla="*/ 125377 h 262884"/>
                <a:gd name="connsiteX3" fmla="*/ 161917 w 263129"/>
                <a:gd name="connsiteY3" fmla="*/ 110694 h 262884"/>
                <a:gd name="connsiteX4" fmla="*/ 192589 w 263129"/>
                <a:gd name="connsiteY4" fmla="*/ 80051 h 262884"/>
                <a:gd name="connsiteX5" fmla="*/ 229650 w 263129"/>
                <a:gd name="connsiteY5" fmla="*/ 71114 h 262884"/>
                <a:gd name="connsiteX6" fmla="*/ 220704 w 263129"/>
                <a:gd name="connsiteY6" fmla="*/ 34086 h 262884"/>
                <a:gd name="connsiteX7" fmla="*/ 183643 w 263129"/>
                <a:gd name="connsiteY7" fmla="*/ 43024 h 262884"/>
                <a:gd name="connsiteX8" fmla="*/ 183643 w 263129"/>
                <a:gd name="connsiteY8" fmla="*/ 71114 h 262884"/>
                <a:gd name="connsiteX9" fmla="*/ 152971 w 263129"/>
                <a:gd name="connsiteY9" fmla="*/ 101757 h 262884"/>
                <a:gd name="connsiteX10" fmla="*/ 138274 w 263129"/>
                <a:gd name="connsiteY10" fmla="*/ 95373 h 262884"/>
                <a:gd name="connsiteX11" fmla="*/ 138913 w 263129"/>
                <a:gd name="connsiteY11" fmla="*/ 51962 h 262884"/>
                <a:gd name="connsiteX12" fmla="*/ 158083 w 263129"/>
                <a:gd name="connsiteY12" fmla="*/ 20042 h 262884"/>
                <a:gd name="connsiteX13" fmla="*/ 126133 w 263129"/>
                <a:gd name="connsiteY13" fmla="*/ 890 h 262884"/>
                <a:gd name="connsiteX14" fmla="*/ 106963 w 263129"/>
                <a:gd name="connsiteY14" fmla="*/ 32810 h 262884"/>
                <a:gd name="connsiteX15" fmla="*/ 126133 w 263129"/>
                <a:gd name="connsiteY15" fmla="*/ 51962 h 262884"/>
                <a:gd name="connsiteX16" fmla="*/ 125494 w 263129"/>
                <a:gd name="connsiteY16" fmla="*/ 95373 h 262884"/>
                <a:gd name="connsiteX17" fmla="*/ 111436 w 263129"/>
                <a:gd name="connsiteY17" fmla="*/ 101118 h 262884"/>
                <a:gd name="connsiteX18" fmla="*/ 80765 w 263129"/>
                <a:gd name="connsiteY18" fmla="*/ 70475 h 262884"/>
                <a:gd name="connsiteX19" fmla="*/ 84599 w 263129"/>
                <a:gd name="connsiteY19" fmla="*/ 57069 h 262884"/>
                <a:gd name="connsiteX20" fmla="*/ 57761 w 263129"/>
                <a:gd name="connsiteY20" fmla="*/ 30256 h 262884"/>
                <a:gd name="connsiteX21" fmla="*/ 30923 w 263129"/>
                <a:gd name="connsiteY21" fmla="*/ 57069 h 262884"/>
                <a:gd name="connsiteX22" fmla="*/ 57761 w 263129"/>
                <a:gd name="connsiteY22" fmla="*/ 83881 h 262884"/>
                <a:gd name="connsiteX23" fmla="*/ 57761 w 263129"/>
                <a:gd name="connsiteY23" fmla="*/ 83881 h 262884"/>
                <a:gd name="connsiteX24" fmla="*/ 71180 w 263129"/>
                <a:gd name="connsiteY24" fmla="*/ 80051 h 262884"/>
                <a:gd name="connsiteX25" fmla="*/ 101851 w 263129"/>
                <a:gd name="connsiteY25" fmla="*/ 110694 h 262884"/>
                <a:gd name="connsiteX26" fmla="*/ 95462 w 263129"/>
                <a:gd name="connsiteY26" fmla="*/ 125377 h 262884"/>
                <a:gd name="connsiteX27" fmla="*/ 52010 w 263129"/>
                <a:gd name="connsiteY27" fmla="*/ 125377 h 262884"/>
                <a:gd name="connsiteX28" fmla="*/ 20060 w 263129"/>
                <a:gd name="connsiteY28" fmla="*/ 106225 h 262884"/>
                <a:gd name="connsiteX29" fmla="*/ 890 w 263129"/>
                <a:gd name="connsiteY29" fmla="*/ 138145 h 262884"/>
                <a:gd name="connsiteX30" fmla="*/ 32840 w 263129"/>
                <a:gd name="connsiteY30" fmla="*/ 157297 h 262884"/>
                <a:gd name="connsiteX31" fmla="*/ 52010 w 263129"/>
                <a:gd name="connsiteY31" fmla="*/ 138145 h 262884"/>
                <a:gd name="connsiteX32" fmla="*/ 95462 w 263129"/>
                <a:gd name="connsiteY32" fmla="*/ 138145 h 262884"/>
                <a:gd name="connsiteX33" fmla="*/ 100573 w 263129"/>
                <a:gd name="connsiteY33" fmla="*/ 151552 h 262884"/>
                <a:gd name="connsiteX34" fmla="*/ 69263 w 263129"/>
                <a:gd name="connsiteY34" fmla="*/ 182195 h 262884"/>
                <a:gd name="connsiteX35" fmla="*/ 34118 w 263129"/>
                <a:gd name="connsiteY35" fmla="*/ 193686 h 262884"/>
                <a:gd name="connsiteX36" fmla="*/ 45620 w 263129"/>
                <a:gd name="connsiteY36" fmla="*/ 228798 h 262884"/>
                <a:gd name="connsiteX37" fmla="*/ 80765 w 263129"/>
                <a:gd name="connsiteY37" fmla="*/ 217306 h 262884"/>
                <a:gd name="connsiteX38" fmla="*/ 78848 w 263129"/>
                <a:gd name="connsiteY38" fmla="*/ 190494 h 262884"/>
                <a:gd name="connsiteX39" fmla="*/ 108880 w 263129"/>
                <a:gd name="connsiteY39" fmla="*/ 160489 h 262884"/>
                <a:gd name="connsiteX40" fmla="*/ 124855 w 263129"/>
                <a:gd name="connsiteY40" fmla="*/ 167511 h 262884"/>
                <a:gd name="connsiteX41" fmla="*/ 125494 w 263129"/>
                <a:gd name="connsiteY41" fmla="*/ 210922 h 262884"/>
                <a:gd name="connsiteX42" fmla="*/ 106324 w 263129"/>
                <a:gd name="connsiteY42" fmla="*/ 242842 h 262884"/>
                <a:gd name="connsiteX43" fmla="*/ 138274 w 263129"/>
                <a:gd name="connsiteY43" fmla="*/ 261994 h 262884"/>
                <a:gd name="connsiteX44" fmla="*/ 157444 w 263129"/>
                <a:gd name="connsiteY44" fmla="*/ 230074 h 262884"/>
                <a:gd name="connsiteX45" fmla="*/ 138274 w 263129"/>
                <a:gd name="connsiteY45" fmla="*/ 210922 h 262884"/>
                <a:gd name="connsiteX46" fmla="*/ 137635 w 263129"/>
                <a:gd name="connsiteY46" fmla="*/ 167511 h 262884"/>
                <a:gd name="connsiteX47" fmla="*/ 153610 w 263129"/>
                <a:gd name="connsiteY47" fmla="*/ 160489 h 262884"/>
                <a:gd name="connsiteX48" fmla="*/ 184282 w 263129"/>
                <a:gd name="connsiteY48" fmla="*/ 191132 h 262884"/>
                <a:gd name="connsiteX49" fmla="*/ 179809 w 263129"/>
                <a:gd name="connsiteY49" fmla="*/ 205815 h 262884"/>
                <a:gd name="connsiteX50" fmla="*/ 206646 w 263129"/>
                <a:gd name="connsiteY50" fmla="*/ 233266 h 262884"/>
                <a:gd name="connsiteX51" fmla="*/ 234123 w 263129"/>
                <a:gd name="connsiteY51" fmla="*/ 206454 h 262884"/>
                <a:gd name="connsiteX52" fmla="*/ 207285 w 263129"/>
                <a:gd name="connsiteY52" fmla="*/ 179003 h 262884"/>
                <a:gd name="connsiteX53" fmla="*/ 193867 w 263129"/>
                <a:gd name="connsiteY53" fmla="*/ 182195 h 262884"/>
                <a:gd name="connsiteX54" fmla="*/ 162556 w 263129"/>
                <a:gd name="connsiteY54" fmla="*/ 150913 h 262884"/>
                <a:gd name="connsiteX55" fmla="*/ 167668 w 263129"/>
                <a:gd name="connsiteY55" fmla="*/ 137507 h 262884"/>
                <a:gd name="connsiteX56" fmla="*/ 211119 w 263129"/>
                <a:gd name="connsiteY56" fmla="*/ 137507 h 262884"/>
                <a:gd name="connsiteX57" fmla="*/ 243069 w 263129"/>
                <a:gd name="connsiteY57" fmla="*/ 156659 h 262884"/>
                <a:gd name="connsiteX58" fmla="*/ 262239 w 263129"/>
                <a:gd name="connsiteY58" fmla="*/ 124739 h 262884"/>
                <a:gd name="connsiteX59" fmla="*/ 236679 w 263129"/>
                <a:gd name="connsiteY59" fmla="*/ 104949 h 262884"/>
                <a:gd name="connsiteX60" fmla="*/ 236679 w 263129"/>
                <a:gd name="connsiteY60" fmla="*/ 104949 h 262884"/>
                <a:gd name="connsiteX61" fmla="*/ 131884 w 263129"/>
                <a:gd name="connsiteY61" fmla="*/ 155382 h 262884"/>
                <a:gd name="connsiteX62" fmla="*/ 108241 w 263129"/>
                <a:gd name="connsiteY62" fmla="*/ 131761 h 262884"/>
                <a:gd name="connsiteX63" fmla="*/ 131884 w 263129"/>
                <a:gd name="connsiteY63" fmla="*/ 108141 h 262884"/>
                <a:gd name="connsiteX64" fmla="*/ 155527 w 263129"/>
                <a:gd name="connsiteY64" fmla="*/ 131761 h 262884"/>
                <a:gd name="connsiteX65" fmla="*/ 155527 w 263129"/>
                <a:gd name="connsiteY65" fmla="*/ 131761 h 262884"/>
                <a:gd name="connsiteX66" fmla="*/ 131884 w 263129"/>
                <a:gd name="connsiteY66" fmla="*/ 155382 h 262884"/>
                <a:gd name="connsiteX67" fmla="*/ 131884 w 263129"/>
                <a:gd name="connsiteY67" fmla="*/ 155382 h 262884"/>
                <a:gd name="connsiteX68" fmla="*/ 206007 w 263129"/>
                <a:gd name="connsiteY68" fmla="*/ 44301 h 262884"/>
                <a:gd name="connsiteX69" fmla="*/ 220065 w 263129"/>
                <a:gd name="connsiteY69" fmla="*/ 58346 h 262884"/>
                <a:gd name="connsiteX70" fmla="*/ 206007 w 263129"/>
                <a:gd name="connsiteY70" fmla="*/ 72390 h 262884"/>
                <a:gd name="connsiteX71" fmla="*/ 191950 w 263129"/>
                <a:gd name="connsiteY71" fmla="*/ 58346 h 262884"/>
                <a:gd name="connsiteX72" fmla="*/ 191950 w 263129"/>
                <a:gd name="connsiteY72" fmla="*/ 58346 h 262884"/>
                <a:gd name="connsiteX73" fmla="*/ 206007 w 263129"/>
                <a:gd name="connsiteY73" fmla="*/ 44301 h 262884"/>
                <a:gd name="connsiteX74" fmla="*/ 118465 w 263129"/>
                <a:gd name="connsiteY74" fmla="*/ 26426 h 262884"/>
                <a:gd name="connsiteX75" fmla="*/ 132523 w 263129"/>
                <a:gd name="connsiteY75" fmla="*/ 12381 h 262884"/>
                <a:gd name="connsiteX76" fmla="*/ 146581 w 263129"/>
                <a:gd name="connsiteY76" fmla="*/ 26426 h 262884"/>
                <a:gd name="connsiteX77" fmla="*/ 132523 w 263129"/>
                <a:gd name="connsiteY77" fmla="*/ 40470 h 262884"/>
                <a:gd name="connsiteX78" fmla="*/ 132523 w 263129"/>
                <a:gd name="connsiteY78" fmla="*/ 40470 h 262884"/>
                <a:gd name="connsiteX79" fmla="*/ 118465 w 263129"/>
                <a:gd name="connsiteY79" fmla="*/ 26426 h 262884"/>
                <a:gd name="connsiteX80" fmla="*/ 118465 w 263129"/>
                <a:gd name="connsiteY80" fmla="*/ 26426 h 262884"/>
                <a:gd name="connsiteX81" fmla="*/ 43703 w 263129"/>
                <a:gd name="connsiteY81" fmla="*/ 57069 h 262884"/>
                <a:gd name="connsiteX82" fmla="*/ 57761 w 263129"/>
                <a:gd name="connsiteY82" fmla="*/ 43024 h 262884"/>
                <a:gd name="connsiteX83" fmla="*/ 71819 w 263129"/>
                <a:gd name="connsiteY83" fmla="*/ 57069 h 262884"/>
                <a:gd name="connsiteX84" fmla="*/ 57761 w 263129"/>
                <a:gd name="connsiteY84" fmla="*/ 71114 h 262884"/>
                <a:gd name="connsiteX85" fmla="*/ 57761 w 263129"/>
                <a:gd name="connsiteY85" fmla="*/ 71114 h 262884"/>
                <a:gd name="connsiteX86" fmla="*/ 43703 w 263129"/>
                <a:gd name="connsiteY86" fmla="*/ 57069 h 262884"/>
                <a:gd name="connsiteX87" fmla="*/ 27089 w 263129"/>
                <a:gd name="connsiteY87" fmla="*/ 145168 h 262884"/>
                <a:gd name="connsiteX88" fmla="*/ 13031 w 263129"/>
                <a:gd name="connsiteY88" fmla="*/ 131123 h 262884"/>
                <a:gd name="connsiteX89" fmla="*/ 27089 w 263129"/>
                <a:gd name="connsiteY89" fmla="*/ 117078 h 262884"/>
                <a:gd name="connsiteX90" fmla="*/ 41147 w 263129"/>
                <a:gd name="connsiteY90" fmla="*/ 130484 h 262884"/>
                <a:gd name="connsiteX91" fmla="*/ 41147 w 263129"/>
                <a:gd name="connsiteY91" fmla="*/ 130484 h 262884"/>
                <a:gd name="connsiteX92" fmla="*/ 27089 w 263129"/>
                <a:gd name="connsiteY92" fmla="*/ 145168 h 262884"/>
                <a:gd name="connsiteX93" fmla="*/ 57761 w 263129"/>
                <a:gd name="connsiteY93" fmla="*/ 219222 h 262884"/>
                <a:gd name="connsiteX94" fmla="*/ 43703 w 263129"/>
                <a:gd name="connsiteY94" fmla="*/ 205815 h 262884"/>
                <a:gd name="connsiteX95" fmla="*/ 57122 w 263129"/>
                <a:gd name="connsiteY95" fmla="*/ 191771 h 262884"/>
                <a:gd name="connsiteX96" fmla="*/ 71180 w 263129"/>
                <a:gd name="connsiteY96" fmla="*/ 205177 h 262884"/>
                <a:gd name="connsiteX97" fmla="*/ 71180 w 263129"/>
                <a:gd name="connsiteY97" fmla="*/ 205815 h 262884"/>
                <a:gd name="connsiteX98" fmla="*/ 57761 w 263129"/>
                <a:gd name="connsiteY98" fmla="*/ 219222 h 262884"/>
                <a:gd name="connsiteX99" fmla="*/ 57761 w 263129"/>
                <a:gd name="connsiteY99" fmla="*/ 219222 h 262884"/>
                <a:gd name="connsiteX100" fmla="*/ 145942 w 263129"/>
                <a:gd name="connsiteY100" fmla="*/ 236458 h 262884"/>
                <a:gd name="connsiteX101" fmla="*/ 131884 w 263129"/>
                <a:gd name="connsiteY101" fmla="*/ 250503 h 262884"/>
                <a:gd name="connsiteX102" fmla="*/ 117826 w 263129"/>
                <a:gd name="connsiteY102" fmla="*/ 236458 h 262884"/>
                <a:gd name="connsiteX103" fmla="*/ 131884 w 263129"/>
                <a:gd name="connsiteY103" fmla="*/ 222414 h 262884"/>
                <a:gd name="connsiteX104" fmla="*/ 131884 w 263129"/>
                <a:gd name="connsiteY104" fmla="*/ 222414 h 262884"/>
                <a:gd name="connsiteX105" fmla="*/ 145942 w 263129"/>
                <a:gd name="connsiteY105" fmla="*/ 236458 h 262884"/>
                <a:gd name="connsiteX106" fmla="*/ 145942 w 263129"/>
                <a:gd name="connsiteY106" fmla="*/ 236458 h 262884"/>
                <a:gd name="connsiteX107" fmla="*/ 145942 w 263129"/>
                <a:gd name="connsiteY107" fmla="*/ 236458 h 262884"/>
                <a:gd name="connsiteX108" fmla="*/ 220704 w 263129"/>
                <a:gd name="connsiteY108" fmla="*/ 205177 h 262884"/>
                <a:gd name="connsiteX109" fmla="*/ 206646 w 263129"/>
                <a:gd name="connsiteY109" fmla="*/ 219222 h 262884"/>
                <a:gd name="connsiteX110" fmla="*/ 192589 w 263129"/>
                <a:gd name="connsiteY110" fmla="*/ 205177 h 262884"/>
                <a:gd name="connsiteX111" fmla="*/ 206646 w 263129"/>
                <a:gd name="connsiteY111" fmla="*/ 191132 h 262884"/>
                <a:gd name="connsiteX112" fmla="*/ 206646 w 263129"/>
                <a:gd name="connsiteY112" fmla="*/ 191132 h 262884"/>
                <a:gd name="connsiteX113" fmla="*/ 220704 w 263129"/>
                <a:gd name="connsiteY113" fmla="*/ 205177 h 262884"/>
                <a:gd name="connsiteX114" fmla="*/ 220704 w 263129"/>
                <a:gd name="connsiteY114" fmla="*/ 205177 h 262884"/>
                <a:gd name="connsiteX115" fmla="*/ 220704 w 263129"/>
                <a:gd name="connsiteY115" fmla="*/ 205177 h 262884"/>
                <a:gd name="connsiteX116" fmla="*/ 236679 w 263129"/>
                <a:gd name="connsiteY116" fmla="*/ 145168 h 262884"/>
                <a:gd name="connsiteX117" fmla="*/ 222621 w 263129"/>
                <a:gd name="connsiteY117" fmla="*/ 131123 h 262884"/>
                <a:gd name="connsiteX118" fmla="*/ 236679 w 263129"/>
                <a:gd name="connsiteY118" fmla="*/ 117078 h 262884"/>
                <a:gd name="connsiteX119" fmla="*/ 250737 w 263129"/>
                <a:gd name="connsiteY119" fmla="*/ 131123 h 262884"/>
                <a:gd name="connsiteX120" fmla="*/ 250737 w 263129"/>
                <a:gd name="connsiteY120" fmla="*/ 131123 h 262884"/>
                <a:gd name="connsiteX121" fmla="*/ 236679 w 263129"/>
                <a:gd name="connsiteY121" fmla="*/ 145168 h 262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263129" h="262884">
                  <a:moveTo>
                    <a:pt x="236679" y="104949"/>
                  </a:moveTo>
                  <a:cubicBezTo>
                    <a:pt x="224538" y="104949"/>
                    <a:pt x="214314" y="113248"/>
                    <a:pt x="211119" y="125377"/>
                  </a:cubicBezTo>
                  <a:lnTo>
                    <a:pt x="167668" y="125377"/>
                  </a:lnTo>
                  <a:cubicBezTo>
                    <a:pt x="167029" y="120270"/>
                    <a:pt x="164473" y="115163"/>
                    <a:pt x="161917" y="110694"/>
                  </a:cubicBezTo>
                  <a:lnTo>
                    <a:pt x="192589" y="80051"/>
                  </a:lnTo>
                  <a:cubicBezTo>
                    <a:pt x="205368" y="87712"/>
                    <a:pt x="221982" y="83881"/>
                    <a:pt x="229650" y="71114"/>
                  </a:cubicBezTo>
                  <a:cubicBezTo>
                    <a:pt x="237318" y="58346"/>
                    <a:pt x="233484" y="41747"/>
                    <a:pt x="220704" y="34086"/>
                  </a:cubicBezTo>
                  <a:cubicBezTo>
                    <a:pt x="207924" y="26426"/>
                    <a:pt x="191311" y="30256"/>
                    <a:pt x="183643" y="43024"/>
                  </a:cubicBezTo>
                  <a:cubicBezTo>
                    <a:pt x="178531" y="51323"/>
                    <a:pt x="178531" y="62176"/>
                    <a:pt x="183643" y="71114"/>
                  </a:cubicBezTo>
                  <a:lnTo>
                    <a:pt x="152971" y="101757"/>
                  </a:lnTo>
                  <a:cubicBezTo>
                    <a:pt x="148498" y="98565"/>
                    <a:pt x="143386" y="96649"/>
                    <a:pt x="138274" y="95373"/>
                  </a:cubicBezTo>
                  <a:lnTo>
                    <a:pt x="138913" y="51962"/>
                  </a:lnTo>
                  <a:cubicBezTo>
                    <a:pt x="152971" y="48131"/>
                    <a:pt x="161917" y="34086"/>
                    <a:pt x="158083" y="20042"/>
                  </a:cubicBezTo>
                  <a:cubicBezTo>
                    <a:pt x="154249" y="5997"/>
                    <a:pt x="140191" y="-2941"/>
                    <a:pt x="126133" y="890"/>
                  </a:cubicBezTo>
                  <a:cubicBezTo>
                    <a:pt x="112075" y="4720"/>
                    <a:pt x="103129" y="18765"/>
                    <a:pt x="106963" y="32810"/>
                  </a:cubicBezTo>
                  <a:cubicBezTo>
                    <a:pt x="109519" y="42386"/>
                    <a:pt x="116548" y="50046"/>
                    <a:pt x="126133" y="51962"/>
                  </a:cubicBezTo>
                  <a:lnTo>
                    <a:pt x="125494" y="95373"/>
                  </a:lnTo>
                  <a:cubicBezTo>
                    <a:pt x="120382" y="96011"/>
                    <a:pt x="115270" y="97926"/>
                    <a:pt x="111436" y="101118"/>
                  </a:cubicBezTo>
                  <a:lnTo>
                    <a:pt x="80765" y="70475"/>
                  </a:lnTo>
                  <a:cubicBezTo>
                    <a:pt x="83321" y="66645"/>
                    <a:pt x="84599" y="61538"/>
                    <a:pt x="84599" y="57069"/>
                  </a:cubicBezTo>
                  <a:cubicBezTo>
                    <a:pt x="84599" y="42386"/>
                    <a:pt x="72458" y="30256"/>
                    <a:pt x="57761" y="30256"/>
                  </a:cubicBezTo>
                  <a:cubicBezTo>
                    <a:pt x="43064" y="30256"/>
                    <a:pt x="30923" y="42386"/>
                    <a:pt x="30923" y="57069"/>
                  </a:cubicBezTo>
                  <a:cubicBezTo>
                    <a:pt x="30923" y="71752"/>
                    <a:pt x="43064" y="83881"/>
                    <a:pt x="57761" y="83881"/>
                  </a:cubicBezTo>
                  <a:cubicBezTo>
                    <a:pt x="57761" y="83881"/>
                    <a:pt x="57761" y="83881"/>
                    <a:pt x="57761" y="83881"/>
                  </a:cubicBezTo>
                  <a:cubicBezTo>
                    <a:pt x="62873" y="83881"/>
                    <a:pt x="67346" y="82605"/>
                    <a:pt x="71180" y="80051"/>
                  </a:cubicBezTo>
                  <a:lnTo>
                    <a:pt x="101851" y="110694"/>
                  </a:lnTo>
                  <a:cubicBezTo>
                    <a:pt x="98657" y="115163"/>
                    <a:pt x="96739" y="120270"/>
                    <a:pt x="95462" y="125377"/>
                  </a:cubicBezTo>
                  <a:lnTo>
                    <a:pt x="52010" y="125377"/>
                  </a:lnTo>
                  <a:cubicBezTo>
                    <a:pt x="48176" y="111333"/>
                    <a:pt x="34118" y="102395"/>
                    <a:pt x="20060" y="106225"/>
                  </a:cubicBezTo>
                  <a:cubicBezTo>
                    <a:pt x="6002" y="110056"/>
                    <a:pt x="-2944" y="124100"/>
                    <a:pt x="890" y="138145"/>
                  </a:cubicBezTo>
                  <a:cubicBezTo>
                    <a:pt x="4724" y="152190"/>
                    <a:pt x="18782" y="161128"/>
                    <a:pt x="32840" y="157297"/>
                  </a:cubicBezTo>
                  <a:cubicBezTo>
                    <a:pt x="42425" y="154744"/>
                    <a:pt x="50093" y="147721"/>
                    <a:pt x="52010" y="138145"/>
                  </a:cubicBezTo>
                  <a:lnTo>
                    <a:pt x="95462" y="138145"/>
                  </a:lnTo>
                  <a:cubicBezTo>
                    <a:pt x="96101" y="142614"/>
                    <a:pt x="98017" y="147083"/>
                    <a:pt x="100573" y="151552"/>
                  </a:cubicBezTo>
                  <a:lnTo>
                    <a:pt x="69263" y="182195"/>
                  </a:lnTo>
                  <a:cubicBezTo>
                    <a:pt x="56483" y="175811"/>
                    <a:pt x="40508" y="180918"/>
                    <a:pt x="34118" y="193686"/>
                  </a:cubicBezTo>
                  <a:cubicBezTo>
                    <a:pt x="27728" y="206454"/>
                    <a:pt x="32840" y="222414"/>
                    <a:pt x="45620" y="228798"/>
                  </a:cubicBezTo>
                  <a:cubicBezTo>
                    <a:pt x="58400" y="235182"/>
                    <a:pt x="74375" y="230074"/>
                    <a:pt x="80765" y="217306"/>
                  </a:cubicBezTo>
                  <a:cubicBezTo>
                    <a:pt x="85238" y="209007"/>
                    <a:pt x="84599" y="198155"/>
                    <a:pt x="78848" y="190494"/>
                  </a:cubicBezTo>
                  <a:lnTo>
                    <a:pt x="108880" y="160489"/>
                  </a:lnTo>
                  <a:cubicBezTo>
                    <a:pt x="113353" y="164319"/>
                    <a:pt x="119104" y="166235"/>
                    <a:pt x="124855" y="167511"/>
                  </a:cubicBezTo>
                  <a:lnTo>
                    <a:pt x="125494" y="210922"/>
                  </a:lnTo>
                  <a:cubicBezTo>
                    <a:pt x="111436" y="214753"/>
                    <a:pt x="102490" y="228798"/>
                    <a:pt x="106324" y="242842"/>
                  </a:cubicBezTo>
                  <a:cubicBezTo>
                    <a:pt x="110158" y="256887"/>
                    <a:pt x="124216" y="265825"/>
                    <a:pt x="138274" y="261994"/>
                  </a:cubicBezTo>
                  <a:cubicBezTo>
                    <a:pt x="152332" y="258164"/>
                    <a:pt x="161278" y="244119"/>
                    <a:pt x="157444" y="230074"/>
                  </a:cubicBezTo>
                  <a:cubicBezTo>
                    <a:pt x="154888" y="220498"/>
                    <a:pt x="147859" y="212838"/>
                    <a:pt x="138274" y="210922"/>
                  </a:cubicBezTo>
                  <a:lnTo>
                    <a:pt x="137635" y="167511"/>
                  </a:lnTo>
                  <a:cubicBezTo>
                    <a:pt x="143386" y="166235"/>
                    <a:pt x="149137" y="164319"/>
                    <a:pt x="153610" y="160489"/>
                  </a:cubicBezTo>
                  <a:lnTo>
                    <a:pt x="184282" y="191132"/>
                  </a:lnTo>
                  <a:cubicBezTo>
                    <a:pt x="181726" y="195601"/>
                    <a:pt x="179809" y="200708"/>
                    <a:pt x="179809" y="205815"/>
                  </a:cubicBezTo>
                  <a:cubicBezTo>
                    <a:pt x="179809" y="220498"/>
                    <a:pt x="191311" y="232628"/>
                    <a:pt x="206646" y="233266"/>
                  </a:cubicBezTo>
                  <a:cubicBezTo>
                    <a:pt x="221343" y="233266"/>
                    <a:pt x="233484" y="221775"/>
                    <a:pt x="234123" y="206454"/>
                  </a:cubicBezTo>
                  <a:cubicBezTo>
                    <a:pt x="234123" y="191771"/>
                    <a:pt x="222621" y="179641"/>
                    <a:pt x="207285" y="179003"/>
                  </a:cubicBezTo>
                  <a:cubicBezTo>
                    <a:pt x="202812" y="179003"/>
                    <a:pt x="197701" y="180279"/>
                    <a:pt x="193867" y="182195"/>
                  </a:cubicBezTo>
                  <a:lnTo>
                    <a:pt x="162556" y="150913"/>
                  </a:lnTo>
                  <a:cubicBezTo>
                    <a:pt x="165112" y="147083"/>
                    <a:pt x="167029" y="142614"/>
                    <a:pt x="167668" y="137507"/>
                  </a:cubicBezTo>
                  <a:lnTo>
                    <a:pt x="211119" y="137507"/>
                  </a:lnTo>
                  <a:cubicBezTo>
                    <a:pt x="214953" y="151552"/>
                    <a:pt x="229011" y="160489"/>
                    <a:pt x="243069" y="156659"/>
                  </a:cubicBezTo>
                  <a:cubicBezTo>
                    <a:pt x="257127" y="152828"/>
                    <a:pt x="266073" y="138784"/>
                    <a:pt x="262239" y="124739"/>
                  </a:cubicBezTo>
                  <a:cubicBezTo>
                    <a:pt x="259683" y="113248"/>
                    <a:pt x="248820" y="104949"/>
                    <a:pt x="236679" y="104949"/>
                  </a:cubicBezTo>
                  <a:lnTo>
                    <a:pt x="236679" y="104949"/>
                  </a:lnTo>
                  <a:close/>
                  <a:moveTo>
                    <a:pt x="131884" y="155382"/>
                  </a:moveTo>
                  <a:cubicBezTo>
                    <a:pt x="118465" y="155382"/>
                    <a:pt x="108241" y="144529"/>
                    <a:pt x="108241" y="131761"/>
                  </a:cubicBezTo>
                  <a:cubicBezTo>
                    <a:pt x="108241" y="118993"/>
                    <a:pt x="119104" y="108141"/>
                    <a:pt x="131884" y="108141"/>
                  </a:cubicBezTo>
                  <a:cubicBezTo>
                    <a:pt x="144664" y="108141"/>
                    <a:pt x="155527" y="118993"/>
                    <a:pt x="155527" y="131761"/>
                  </a:cubicBezTo>
                  <a:cubicBezTo>
                    <a:pt x="155527" y="131761"/>
                    <a:pt x="155527" y="131761"/>
                    <a:pt x="155527" y="131761"/>
                  </a:cubicBezTo>
                  <a:cubicBezTo>
                    <a:pt x="155527" y="144529"/>
                    <a:pt x="145303" y="155382"/>
                    <a:pt x="131884" y="155382"/>
                  </a:cubicBezTo>
                  <a:cubicBezTo>
                    <a:pt x="131884" y="155382"/>
                    <a:pt x="131884" y="155382"/>
                    <a:pt x="131884" y="155382"/>
                  </a:cubicBezTo>
                  <a:close/>
                  <a:moveTo>
                    <a:pt x="206007" y="44301"/>
                  </a:moveTo>
                  <a:cubicBezTo>
                    <a:pt x="213675" y="44301"/>
                    <a:pt x="220065" y="50685"/>
                    <a:pt x="220065" y="58346"/>
                  </a:cubicBezTo>
                  <a:cubicBezTo>
                    <a:pt x="220065" y="66006"/>
                    <a:pt x="213675" y="72390"/>
                    <a:pt x="206007" y="72390"/>
                  </a:cubicBezTo>
                  <a:cubicBezTo>
                    <a:pt x="198340" y="72390"/>
                    <a:pt x="191950" y="66006"/>
                    <a:pt x="191950" y="58346"/>
                  </a:cubicBezTo>
                  <a:lnTo>
                    <a:pt x="191950" y="58346"/>
                  </a:lnTo>
                  <a:cubicBezTo>
                    <a:pt x="192589" y="50046"/>
                    <a:pt x="198340" y="44301"/>
                    <a:pt x="206007" y="44301"/>
                  </a:cubicBezTo>
                  <a:close/>
                  <a:moveTo>
                    <a:pt x="118465" y="26426"/>
                  </a:moveTo>
                  <a:cubicBezTo>
                    <a:pt x="118465" y="18765"/>
                    <a:pt x="124855" y="12381"/>
                    <a:pt x="132523" y="12381"/>
                  </a:cubicBezTo>
                  <a:cubicBezTo>
                    <a:pt x="140191" y="12381"/>
                    <a:pt x="146581" y="18765"/>
                    <a:pt x="146581" y="26426"/>
                  </a:cubicBezTo>
                  <a:cubicBezTo>
                    <a:pt x="146581" y="34086"/>
                    <a:pt x="140191" y="40470"/>
                    <a:pt x="132523" y="40470"/>
                  </a:cubicBezTo>
                  <a:cubicBezTo>
                    <a:pt x="132523" y="40470"/>
                    <a:pt x="132523" y="40470"/>
                    <a:pt x="132523" y="40470"/>
                  </a:cubicBezTo>
                  <a:cubicBezTo>
                    <a:pt x="124855" y="40470"/>
                    <a:pt x="118465" y="34086"/>
                    <a:pt x="118465" y="26426"/>
                  </a:cubicBezTo>
                  <a:cubicBezTo>
                    <a:pt x="118465" y="26426"/>
                    <a:pt x="118465" y="26426"/>
                    <a:pt x="118465" y="26426"/>
                  </a:cubicBezTo>
                  <a:close/>
                  <a:moveTo>
                    <a:pt x="43703" y="57069"/>
                  </a:moveTo>
                  <a:cubicBezTo>
                    <a:pt x="43703" y="49408"/>
                    <a:pt x="50093" y="43024"/>
                    <a:pt x="57761" y="43024"/>
                  </a:cubicBezTo>
                  <a:cubicBezTo>
                    <a:pt x="65429" y="43024"/>
                    <a:pt x="71819" y="49408"/>
                    <a:pt x="71819" y="57069"/>
                  </a:cubicBezTo>
                  <a:cubicBezTo>
                    <a:pt x="71819" y="64730"/>
                    <a:pt x="65429" y="71114"/>
                    <a:pt x="57761" y="71114"/>
                  </a:cubicBezTo>
                  <a:cubicBezTo>
                    <a:pt x="57761" y="71114"/>
                    <a:pt x="57761" y="71114"/>
                    <a:pt x="57761" y="71114"/>
                  </a:cubicBezTo>
                  <a:cubicBezTo>
                    <a:pt x="50093" y="70475"/>
                    <a:pt x="43703" y="64730"/>
                    <a:pt x="43703" y="57069"/>
                  </a:cubicBezTo>
                  <a:close/>
                  <a:moveTo>
                    <a:pt x="27089" y="145168"/>
                  </a:moveTo>
                  <a:cubicBezTo>
                    <a:pt x="19421" y="145168"/>
                    <a:pt x="13031" y="138784"/>
                    <a:pt x="13031" y="131123"/>
                  </a:cubicBezTo>
                  <a:cubicBezTo>
                    <a:pt x="13031" y="123462"/>
                    <a:pt x="19421" y="117078"/>
                    <a:pt x="27089" y="117078"/>
                  </a:cubicBezTo>
                  <a:cubicBezTo>
                    <a:pt x="34757" y="117078"/>
                    <a:pt x="41147" y="123462"/>
                    <a:pt x="41147" y="130484"/>
                  </a:cubicBezTo>
                  <a:cubicBezTo>
                    <a:pt x="41147" y="130484"/>
                    <a:pt x="41147" y="130484"/>
                    <a:pt x="41147" y="130484"/>
                  </a:cubicBezTo>
                  <a:cubicBezTo>
                    <a:pt x="40508" y="138784"/>
                    <a:pt x="34118" y="145168"/>
                    <a:pt x="27089" y="145168"/>
                  </a:cubicBezTo>
                  <a:close/>
                  <a:moveTo>
                    <a:pt x="57761" y="219222"/>
                  </a:moveTo>
                  <a:cubicBezTo>
                    <a:pt x="50093" y="219222"/>
                    <a:pt x="43703" y="213476"/>
                    <a:pt x="43703" y="205815"/>
                  </a:cubicBezTo>
                  <a:cubicBezTo>
                    <a:pt x="43703" y="198155"/>
                    <a:pt x="49454" y="191771"/>
                    <a:pt x="57122" y="191771"/>
                  </a:cubicBezTo>
                  <a:cubicBezTo>
                    <a:pt x="64790" y="191771"/>
                    <a:pt x="71180" y="197516"/>
                    <a:pt x="71180" y="205177"/>
                  </a:cubicBezTo>
                  <a:cubicBezTo>
                    <a:pt x="71180" y="205177"/>
                    <a:pt x="71180" y="205177"/>
                    <a:pt x="71180" y="205815"/>
                  </a:cubicBezTo>
                  <a:cubicBezTo>
                    <a:pt x="71180" y="212838"/>
                    <a:pt x="64790" y="219222"/>
                    <a:pt x="57761" y="219222"/>
                  </a:cubicBezTo>
                  <a:lnTo>
                    <a:pt x="57761" y="219222"/>
                  </a:lnTo>
                  <a:close/>
                  <a:moveTo>
                    <a:pt x="145942" y="236458"/>
                  </a:moveTo>
                  <a:cubicBezTo>
                    <a:pt x="145942" y="244119"/>
                    <a:pt x="139552" y="250503"/>
                    <a:pt x="131884" y="250503"/>
                  </a:cubicBezTo>
                  <a:cubicBezTo>
                    <a:pt x="124216" y="250503"/>
                    <a:pt x="117826" y="244119"/>
                    <a:pt x="117826" y="236458"/>
                  </a:cubicBezTo>
                  <a:cubicBezTo>
                    <a:pt x="117826" y="228798"/>
                    <a:pt x="124216" y="222414"/>
                    <a:pt x="131884" y="222414"/>
                  </a:cubicBezTo>
                  <a:cubicBezTo>
                    <a:pt x="131884" y="222414"/>
                    <a:pt x="131884" y="222414"/>
                    <a:pt x="131884" y="222414"/>
                  </a:cubicBezTo>
                  <a:cubicBezTo>
                    <a:pt x="140191" y="222414"/>
                    <a:pt x="145942" y="228798"/>
                    <a:pt x="145942" y="236458"/>
                  </a:cubicBezTo>
                  <a:cubicBezTo>
                    <a:pt x="145942" y="236458"/>
                    <a:pt x="145942" y="236458"/>
                    <a:pt x="145942" y="236458"/>
                  </a:cubicBezTo>
                  <a:lnTo>
                    <a:pt x="145942" y="236458"/>
                  </a:lnTo>
                  <a:close/>
                  <a:moveTo>
                    <a:pt x="220704" y="205177"/>
                  </a:moveTo>
                  <a:cubicBezTo>
                    <a:pt x="220704" y="212838"/>
                    <a:pt x="214314" y="219222"/>
                    <a:pt x="206646" y="219222"/>
                  </a:cubicBezTo>
                  <a:cubicBezTo>
                    <a:pt x="198978" y="219222"/>
                    <a:pt x="192589" y="212838"/>
                    <a:pt x="192589" y="205177"/>
                  </a:cubicBezTo>
                  <a:cubicBezTo>
                    <a:pt x="192589" y="197516"/>
                    <a:pt x="198978" y="191132"/>
                    <a:pt x="206646" y="191132"/>
                  </a:cubicBezTo>
                  <a:cubicBezTo>
                    <a:pt x="206646" y="191132"/>
                    <a:pt x="206646" y="191132"/>
                    <a:pt x="206646" y="191132"/>
                  </a:cubicBezTo>
                  <a:cubicBezTo>
                    <a:pt x="214314" y="191132"/>
                    <a:pt x="220704" y="197516"/>
                    <a:pt x="220704" y="205177"/>
                  </a:cubicBezTo>
                  <a:cubicBezTo>
                    <a:pt x="220704" y="205177"/>
                    <a:pt x="220704" y="205177"/>
                    <a:pt x="220704" y="205177"/>
                  </a:cubicBezTo>
                  <a:lnTo>
                    <a:pt x="220704" y="205177"/>
                  </a:lnTo>
                  <a:close/>
                  <a:moveTo>
                    <a:pt x="236679" y="145168"/>
                  </a:moveTo>
                  <a:cubicBezTo>
                    <a:pt x="229011" y="145168"/>
                    <a:pt x="222621" y="138784"/>
                    <a:pt x="222621" y="131123"/>
                  </a:cubicBezTo>
                  <a:cubicBezTo>
                    <a:pt x="222621" y="123462"/>
                    <a:pt x="229011" y="117078"/>
                    <a:pt x="236679" y="117078"/>
                  </a:cubicBezTo>
                  <a:cubicBezTo>
                    <a:pt x="244347" y="117078"/>
                    <a:pt x="250737" y="123462"/>
                    <a:pt x="250737" y="131123"/>
                  </a:cubicBezTo>
                  <a:cubicBezTo>
                    <a:pt x="250737" y="131123"/>
                    <a:pt x="250737" y="131123"/>
                    <a:pt x="250737" y="131123"/>
                  </a:cubicBezTo>
                  <a:cubicBezTo>
                    <a:pt x="250737" y="138784"/>
                    <a:pt x="244347" y="145168"/>
                    <a:pt x="236679" y="145168"/>
                  </a:cubicBezTo>
                  <a:close/>
                </a:path>
              </a:pathLst>
            </a:custGeom>
            <a:solidFill>
              <a:srgbClr val="007680"/>
            </a:solidFill>
            <a:ln w="6390" cap="flat">
              <a:noFill/>
              <a:prstDash val="solid"/>
              <a:miter/>
            </a:ln>
          </p:spPr>
          <p:txBody>
            <a:bodyPr rtlCol="0" anchor="ctr"/>
            <a:lstStyle/>
            <a:p>
              <a:endParaRPr lang="en-US"/>
            </a:p>
          </p:txBody>
        </p:sp>
      </p:grpSp>
      <p:grpSp>
        <p:nvGrpSpPr>
          <p:cNvPr id="310" name="Graphic 4">
            <a:extLst>
              <a:ext uri="{FF2B5EF4-FFF2-40B4-BE49-F238E27FC236}">
                <a16:creationId xmlns:a16="http://schemas.microsoft.com/office/drawing/2014/main" id="{D9D7D3A9-591E-4241-9148-2EF59FB3F0B0}"/>
              </a:ext>
            </a:extLst>
          </p:cNvPr>
          <p:cNvGrpSpPr>
            <a:grpSpLocks noChangeAspect="1"/>
          </p:cNvGrpSpPr>
          <p:nvPr/>
        </p:nvGrpSpPr>
        <p:grpSpPr>
          <a:xfrm>
            <a:off x="467743" y="4308712"/>
            <a:ext cx="361670" cy="361971"/>
            <a:chOff x="467743" y="4308712"/>
            <a:chExt cx="361670" cy="361971"/>
          </a:xfrm>
          <a:solidFill>
            <a:srgbClr val="007680"/>
          </a:solidFill>
        </p:grpSpPr>
        <p:sp>
          <p:nvSpPr>
            <p:cNvPr id="311" name="Graphic 4">
              <a:extLst>
                <a:ext uri="{FF2B5EF4-FFF2-40B4-BE49-F238E27FC236}">
                  <a16:creationId xmlns:a16="http://schemas.microsoft.com/office/drawing/2014/main" id="{30EB9008-1931-4B40-961D-876F98D5E3FB}"/>
                </a:ext>
              </a:extLst>
            </p:cNvPr>
            <p:cNvSpPr/>
            <p:nvPr/>
          </p:nvSpPr>
          <p:spPr>
            <a:xfrm>
              <a:off x="467743" y="4308712"/>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0667 h 361971"/>
                <a:gd name="connsiteX4" fmla="*/ 361670 w 361670"/>
                <a:gd name="connsiteY4" fmla="*/ 180667 h 361971"/>
                <a:gd name="connsiteX5" fmla="*/ 180835 w 361670"/>
                <a:gd name="connsiteY5" fmla="*/ 0 h 361971"/>
                <a:gd name="connsiteX6" fmla="*/ 180835 w 361670"/>
                <a:gd name="connsiteY6" fmla="*/ 0 h 361971"/>
                <a:gd name="connsiteX7" fmla="*/ 180835 w 361670"/>
                <a:gd name="connsiteY7" fmla="*/ 349204 h 361971"/>
                <a:gd name="connsiteX8" fmla="*/ 12780 w 361670"/>
                <a:gd name="connsiteY8" fmla="*/ 181305 h 361971"/>
                <a:gd name="connsiteX9" fmla="*/ 180835 w 361670"/>
                <a:gd name="connsiteY9" fmla="*/ 12768 h 361971"/>
                <a:gd name="connsiteX10" fmla="*/ 348891 w 361670"/>
                <a:gd name="connsiteY10" fmla="*/ 181305 h 361971"/>
                <a:gd name="connsiteX11" fmla="*/ 348891 w 361670"/>
                <a:gd name="connsiteY11" fmla="*/ 181305 h 361971"/>
                <a:gd name="connsiteX12" fmla="*/ 180835 w 361670"/>
                <a:gd name="connsiteY12" fmla="*/ 349204 h 361971"/>
                <a:gd name="connsiteX13" fmla="*/ 180835 w 361670"/>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0" h="361971">
                  <a:moveTo>
                    <a:pt x="180835" y="0"/>
                  </a:moveTo>
                  <a:cubicBezTo>
                    <a:pt x="80513" y="0"/>
                    <a:pt x="0" y="81077"/>
                    <a:pt x="0" y="180667"/>
                  </a:cubicBezTo>
                  <a:cubicBezTo>
                    <a:pt x="0" y="280895"/>
                    <a:pt x="81152" y="361972"/>
                    <a:pt x="180835" y="361972"/>
                  </a:cubicBezTo>
                  <a:cubicBezTo>
                    <a:pt x="280518" y="361972"/>
                    <a:pt x="361670" y="280895"/>
                    <a:pt x="361670" y="180667"/>
                  </a:cubicBezTo>
                  <a:cubicBezTo>
                    <a:pt x="361670" y="180667"/>
                    <a:pt x="361670" y="180667"/>
                    <a:pt x="361670" y="180667"/>
                  </a:cubicBezTo>
                  <a:cubicBezTo>
                    <a:pt x="361670" y="81077"/>
                    <a:pt x="281157" y="0"/>
                    <a:pt x="180835" y="0"/>
                  </a:cubicBezTo>
                  <a:cubicBezTo>
                    <a:pt x="180835" y="0"/>
                    <a:pt x="180835" y="0"/>
                    <a:pt x="180835" y="0"/>
                  </a:cubicBezTo>
                  <a:close/>
                  <a:moveTo>
                    <a:pt x="180835" y="349204"/>
                  </a:moveTo>
                  <a:cubicBezTo>
                    <a:pt x="87542" y="349204"/>
                    <a:pt x="12780" y="273873"/>
                    <a:pt x="12780" y="181305"/>
                  </a:cubicBezTo>
                  <a:cubicBezTo>
                    <a:pt x="12780" y="88099"/>
                    <a:pt x="88181" y="12768"/>
                    <a:pt x="180835" y="12768"/>
                  </a:cubicBezTo>
                  <a:cubicBezTo>
                    <a:pt x="273489" y="12768"/>
                    <a:pt x="348891" y="88099"/>
                    <a:pt x="348891" y="181305"/>
                  </a:cubicBezTo>
                  <a:lnTo>
                    <a:pt x="348891" y="181305"/>
                  </a:lnTo>
                  <a:cubicBezTo>
                    <a:pt x="348891" y="273873"/>
                    <a:pt x="273489" y="349204"/>
                    <a:pt x="180835" y="349204"/>
                  </a:cubicBezTo>
                  <a:lnTo>
                    <a:pt x="180835" y="349204"/>
                  </a:lnTo>
                  <a:close/>
                </a:path>
              </a:pathLst>
            </a:custGeom>
            <a:solidFill>
              <a:srgbClr val="007680"/>
            </a:solidFill>
            <a:ln w="6390" cap="flat">
              <a:noFill/>
              <a:prstDash val="solid"/>
              <a:miter/>
            </a:ln>
          </p:spPr>
          <p:txBody>
            <a:bodyPr rtlCol="0" anchor="ctr"/>
            <a:lstStyle/>
            <a:p>
              <a:endParaRPr lang="en-US"/>
            </a:p>
          </p:txBody>
        </p:sp>
        <p:sp>
          <p:nvSpPr>
            <p:cNvPr id="312" name="Graphic 4">
              <a:extLst>
                <a:ext uri="{FF2B5EF4-FFF2-40B4-BE49-F238E27FC236}">
                  <a16:creationId xmlns:a16="http://schemas.microsoft.com/office/drawing/2014/main" id="{F2FFFAED-5E72-C74B-A4D3-0FEE1755A9E8}"/>
                </a:ext>
              </a:extLst>
            </p:cNvPr>
            <p:cNvSpPr/>
            <p:nvPr/>
          </p:nvSpPr>
          <p:spPr>
            <a:xfrm>
              <a:off x="538196" y="4408120"/>
              <a:ext cx="221749" cy="162171"/>
            </a:xfrm>
            <a:custGeom>
              <a:avLst/>
              <a:gdLst>
                <a:gd name="connsiteX0" fmla="*/ 125079 w 221749"/>
                <a:gd name="connsiteY0" fmla="*/ 28271 h 162171"/>
                <a:gd name="connsiteX1" fmla="*/ 178755 w 221749"/>
                <a:gd name="connsiteY1" fmla="*/ 28271 h 162171"/>
                <a:gd name="connsiteX2" fmla="*/ 206232 w 221749"/>
                <a:gd name="connsiteY2" fmla="*/ 42954 h 162171"/>
                <a:gd name="connsiteX3" fmla="*/ 220928 w 221749"/>
                <a:gd name="connsiteY3" fmla="*/ 15503 h 162171"/>
                <a:gd name="connsiteX4" fmla="*/ 193452 w 221749"/>
                <a:gd name="connsiteY4" fmla="*/ 820 h 162171"/>
                <a:gd name="connsiteX5" fmla="*/ 178755 w 221749"/>
                <a:gd name="connsiteY5" fmla="*/ 15503 h 162171"/>
                <a:gd name="connsiteX6" fmla="*/ 125079 w 221749"/>
                <a:gd name="connsiteY6" fmla="*/ 15503 h 162171"/>
                <a:gd name="connsiteX7" fmla="*/ 103993 w 221749"/>
                <a:gd name="connsiteY7" fmla="*/ 36570 h 162171"/>
                <a:gd name="connsiteX8" fmla="*/ 103993 w 221749"/>
                <a:gd name="connsiteY8" fmla="*/ 74874 h 162171"/>
                <a:gd name="connsiteX9" fmla="*/ 42010 w 221749"/>
                <a:gd name="connsiteY9" fmla="*/ 74874 h 162171"/>
                <a:gd name="connsiteX10" fmla="*/ 15172 w 221749"/>
                <a:gd name="connsiteY10" fmla="*/ 60830 h 162171"/>
                <a:gd name="connsiteX11" fmla="*/ 1115 w 221749"/>
                <a:gd name="connsiteY11" fmla="*/ 87642 h 162171"/>
                <a:gd name="connsiteX12" fmla="*/ 27952 w 221749"/>
                <a:gd name="connsiteY12" fmla="*/ 101687 h 162171"/>
                <a:gd name="connsiteX13" fmla="*/ 42010 w 221749"/>
                <a:gd name="connsiteY13" fmla="*/ 87642 h 162171"/>
                <a:gd name="connsiteX14" fmla="*/ 103993 w 221749"/>
                <a:gd name="connsiteY14" fmla="*/ 87642 h 162171"/>
                <a:gd name="connsiteX15" fmla="*/ 103993 w 221749"/>
                <a:gd name="connsiteY15" fmla="*/ 125946 h 162171"/>
                <a:gd name="connsiteX16" fmla="*/ 125079 w 221749"/>
                <a:gd name="connsiteY16" fmla="*/ 147013 h 162171"/>
                <a:gd name="connsiteX17" fmla="*/ 178755 w 221749"/>
                <a:gd name="connsiteY17" fmla="*/ 147013 h 162171"/>
                <a:gd name="connsiteX18" fmla="*/ 205593 w 221749"/>
                <a:gd name="connsiteY18" fmla="*/ 161058 h 162171"/>
                <a:gd name="connsiteX19" fmla="*/ 219650 w 221749"/>
                <a:gd name="connsiteY19" fmla="*/ 134245 h 162171"/>
                <a:gd name="connsiteX20" fmla="*/ 192813 w 221749"/>
                <a:gd name="connsiteY20" fmla="*/ 120201 h 162171"/>
                <a:gd name="connsiteX21" fmla="*/ 178755 w 221749"/>
                <a:gd name="connsiteY21" fmla="*/ 134245 h 162171"/>
                <a:gd name="connsiteX22" fmla="*/ 125079 w 221749"/>
                <a:gd name="connsiteY22" fmla="*/ 134245 h 162171"/>
                <a:gd name="connsiteX23" fmla="*/ 116772 w 221749"/>
                <a:gd name="connsiteY23" fmla="*/ 125946 h 162171"/>
                <a:gd name="connsiteX24" fmla="*/ 116772 w 221749"/>
                <a:gd name="connsiteY24" fmla="*/ 36570 h 162171"/>
                <a:gd name="connsiteX25" fmla="*/ 125079 w 221749"/>
                <a:gd name="connsiteY25" fmla="*/ 28271 h 162171"/>
                <a:gd name="connsiteX26" fmla="*/ 199203 w 221749"/>
                <a:gd name="connsiteY26" fmla="*/ 12950 h 162171"/>
                <a:gd name="connsiteX27" fmla="*/ 208149 w 221749"/>
                <a:gd name="connsiteY27" fmla="*/ 21887 h 162171"/>
                <a:gd name="connsiteX28" fmla="*/ 199203 w 221749"/>
                <a:gd name="connsiteY28" fmla="*/ 30825 h 162171"/>
                <a:gd name="connsiteX29" fmla="*/ 190257 w 221749"/>
                <a:gd name="connsiteY29" fmla="*/ 21887 h 162171"/>
                <a:gd name="connsiteX30" fmla="*/ 190257 w 221749"/>
                <a:gd name="connsiteY30" fmla="*/ 21887 h 162171"/>
                <a:gd name="connsiteX31" fmla="*/ 199203 w 221749"/>
                <a:gd name="connsiteY31" fmla="*/ 12950 h 162171"/>
                <a:gd name="connsiteX32" fmla="*/ 21562 w 221749"/>
                <a:gd name="connsiteY32" fmla="*/ 90196 h 162171"/>
                <a:gd name="connsiteX33" fmla="*/ 12616 w 221749"/>
                <a:gd name="connsiteY33" fmla="*/ 81258 h 162171"/>
                <a:gd name="connsiteX34" fmla="*/ 21562 w 221749"/>
                <a:gd name="connsiteY34" fmla="*/ 72321 h 162171"/>
                <a:gd name="connsiteX35" fmla="*/ 30508 w 221749"/>
                <a:gd name="connsiteY35" fmla="*/ 81258 h 162171"/>
                <a:gd name="connsiteX36" fmla="*/ 21562 w 221749"/>
                <a:gd name="connsiteY36" fmla="*/ 90196 h 162171"/>
                <a:gd name="connsiteX37" fmla="*/ 199203 w 221749"/>
                <a:gd name="connsiteY37" fmla="*/ 131692 h 162171"/>
                <a:gd name="connsiteX38" fmla="*/ 208149 w 221749"/>
                <a:gd name="connsiteY38" fmla="*/ 140629 h 162171"/>
                <a:gd name="connsiteX39" fmla="*/ 199203 w 221749"/>
                <a:gd name="connsiteY39" fmla="*/ 149567 h 162171"/>
                <a:gd name="connsiteX40" fmla="*/ 190257 w 221749"/>
                <a:gd name="connsiteY40" fmla="*/ 140629 h 162171"/>
                <a:gd name="connsiteX41" fmla="*/ 199203 w 221749"/>
                <a:gd name="connsiteY41" fmla="*/ 131692 h 162171"/>
                <a:gd name="connsiteX42" fmla="*/ 199203 w 221749"/>
                <a:gd name="connsiteY42" fmla="*/ 131692 h 162171"/>
                <a:gd name="connsiteX43" fmla="*/ 199203 w 221749"/>
                <a:gd name="connsiteY43" fmla="*/ 131692 h 162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21749" h="162171">
                  <a:moveTo>
                    <a:pt x="125079" y="28271"/>
                  </a:moveTo>
                  <a:lnTo>
                    <a:pt x="178755" y="28271"/>
                  </a:lnTo>
                  <a:cubicBezTo>
                    <a:pt x="182589" y="39762"/>
                    <a:pt x="194730" y="46146"/>
                    <a:pt x="206232" y="42954"/>
                  </a:cubicBezTo>
                  <a:cubicBezTo>
                    <a:pt x="217733" y="39762"/>
                    <a:pt x="224123" y="26994"/>
                    <a:pt x="220928" y="15503"/>
                  </a:cubicBezTo>
                  <a:cubicBezTo>
                    <a:pt x="217094" y="4012"/>
                    <a:pt x="204954" y="-2372"/>
                    <a:pt x="193452" y="820"/>
                  </a:cubicBezTo>
                  <a:cubicBezTo>
                    <a:pt x="186423" y="2735"/>
                    <a:pt x="181311" y="8481"/>
                    <a:pt x="178755" y="15503"/>
                  </a:cubicBezTo>
                  <a:lnTo>
                    <a:pt x="125079" y="15503"/>
                  </a:lnTo>
                  <a:cubicBezTo>
                    <a:pt x="113578" y="15503"/>
                    <a:pt x="103993" y="25079"/>
                    <a:pt x="103993" y="36570"/>
                  </a:cubicBezTo>
                  <a:lnTo>
                    <a:pt x="103993" y="74874"/>
                  </a:lnTo>
                  <a:lnTo>
                    <a:pt x="42010" y="74874"/>
                  </a:lnTo>
                  <a:cubicBezTo>
                    <a:pt x="38176" y="63383"/>
                    <a:pt x="26035" y="56999"/>
                    <a:pt x="15172" y="60830"/>
                  </a:cubicBezTo>
                  <a:cubicBezTo>
                    <a:pt x="3671" y="64660"/>
                    <a:pt x="-2719" y="76790"/>
                    <a:pt x="1115" y="87642"/>
                  </a:cubicBezTo>
                  <a:cubicBezTo>
                    <a:pt x="4949" y="98495"/>
                    <a:pt x="17089" y="105517"/>
                    <a:pt x="27952" y="101687"/>
                  </a:cubicBezTo>
                  <a:cubicBezTo>
                    <a:pt x="34981" y="99772"/>
                    <a:pt x="40093" y="94026"/>
                    <a:pt x="42010" y="87642"/>
                  </a:cubicBezTo>
                  <a:lnTo>
                    <a:pt x="103993" y="87642"/>
                  </a:lnTo>
                  <a:lnTo>
                    <a:pt x="103993" y="125946"/>
                  </a:lnTo>
                  <a:cubicBezTo>
                    <a:pt x="103993" y="137437"/>
                    <a:pt x="113578" y="147013"/>
                    <a:pt x="125079" y="147013"/>
                  </a:cubicBezTo>
                  <a:lnTo>
                    <a:pt x="178755" y="147013"/>
                  </a:lnTo>
                  <a:cubicBezTo>
                    <a:pt x="182589" y="158504"/>
                    <a:pt x="194730" y="164888"/>
                    <a:pt x="205593" y="161058"/>
                  </a:cubicBezTo>
                  <a:cubicBezTo>
                    <a:pt x="217094" y="157228"/>
                    <a:pt x="223484" y="145098"/>
                    <a:pt x="219650" y="134245"/>
                  </a:cubicBezTo>
                  <a:cubicBezTo>
                    <a:pt x="215816" y="123393"/>
                    <a:pt x="203676" y="116370"/>
                    <a:pt x="192813" y="120201"/>
                  </a:cubicBezTo>
                  <a:cubicBezTo>
                    <a:pt x="185784" y="122116"/>
                    <a:pt x="180672" y="127861"/>
                    <a:pt x="178755" y="134245"/>
                  </a:cubicBezTo>
                  <a:lnTo>
                    <a:pt x="125079" y="134245"/>
                  </a:lnTo>
                  <a:cubicBezTo>
                    <a:pt x="120606" y="134245"/>
                    <a:pt x="116772" y="130415"/>
                    <a:pt x="116772" y="125946"/>
                  </a:cubicBezTo>
                  <a:lnTo>
                    <a:pt x="116772" y="36570"/>
                  </a:lnTo>
                  <a:cubicBezTo>
                    <a:pt x="116772" y="32102"/>
                    <a:pt x="120606" y="28910"/>
                    <a:pt x="125079" y="28271"/>
                  </a:cubicBezTo>
                  <a:close/>
                  <a:moveTo>
                    <a:pt x="199203" y="12950"/>
                  </a:moveTo>
                  <a:cubicBezTo>
                    <a:pt x="204315" y="12950"/>
                    <a:pt x="208149" y="16780"/>
                    <a:pt x="208149" y="21887"/>
                  </a:cubicBezTo>
                  <a:cubicBezTo>
                    <a:pt x="208149" y="26994"/>
                    <a:pt x="204315" y="30825"/>
                    <a:pt x="199203" y="30825"/>
                  </a:cubicBezTo>
                  <a:cubicBezTo>
                    <a:pt x="194091" y="30825"/>
                    <a:pt x="190257" y="26994"/>
                    <a:pt x="190257" y="21887"/>
                  </a:cubicBezTo>
                  <a:cubicBezTo>
                    <a:pt x="190257" y="21887"/>
                    <a:pt x="190257" y="21887"/>
                    <a:pt x="190257" y="21887"/>
                  </a:cubicBezTo>
                  <a:cubicBezTo>
                    <a:pt x="190257" y="17418"/>
                    <a:pt x="194091" y="12950"/>
                    <a:pt x="199203" y="12950"/>
                  </a:cubicBezTo>
                  <a:close/>
                  <a:moveTo>
                    <a:pt x="21562" y="90196"/>
                  </a:moveTo>
                  <a:cubicBezTo>
                    <a:pt x="16450" y="90196"/>
                    <a:pt x="12616" y="86366"/>
                    <a:pt x="12616" y="81258"/>
                  </a:cubicBezTo>
                  <a:cubicBezTo>
                    <a:pt x="12616" y="76151"/>
                    <a:pt x="16450" y="72321"/>
                    <a:pt x="21562" y="72321"/>
                  </a:cubicBezTo>
                  <a:cubicBezTo>
                    <a:pt x="26674" y="72321"/>
                    <a:pt x="30508" y="76151"/>
                    <a:pt x="30508" y="81258"/>
                  </a:cubicBezTo>
                  <a:cubicBezTo>
                    <a:pt x="30508" y="86366"/>
                    <a:pt x="26674" y="90196"/>
                    <a:pt x="21562" y="90196"/>
                  </a:cubicBezTo>
                  <a:close/>
                  <a:moveTo>
                    <a:pt x="199203" y="131692"/>
                  </a:moveTo>
                  <a:cubicBezTo>
                    <a:pt x="204315" y="131692"/>
                    <a:pt x="208149" y="135522"/>
                    <a:pt x="208149" y="140629"/>
                  </a:cubicBezTo>
                  <a:cubicBezTo>
                    <a:pt x="208149" y="145736"/>
                    <a:pt x="204315" y="149567"/>
                    <a:pt x="199203" y="149567"/>
                  </a:cubicBezTo>
                  <a:cubicBezTo>
                    <a:pt x="194091" y="149567"/>
                    <a:pt x="190257" y="145736"/>
                    <a:pt x="190257" y="140629"/>
                  </a:cubicBezTo>
                  <a:cubicBezTo>
                    <a:pt x="190257" y="135522"/>
                    <a:pt x="194091" y="131692"/>
                    <a:pt x="199203" y="131692"/>
                  </a:cubicBezTo>
                  <a:cubicBezTo>
                    <a:pt x="199203" y="131692"/>
                    <a:pt x="199203" y="131692"/>
                    <a:pt x="199203" y="131692"/>
                  </a:cubicBezTo>
                  <a:lnTo>
                    <a:pt x="199203" y="131692"/>
                  </a:lnTo>
                  <a:close/>
                </a:path>
              </a:pathLst>
            </a:custGeom>
            <a:solidFill>
              <a:srgbClr val="007680"/>
            </a:solidFill>
            <a:ln w="6390" cap="flat">
              <a:noFill/>
              <a:prstDash val="solid"/>
              <a:miter/>
            </a:ln>
          </p:spPr>
          <p:txBody>
            <a:bodyPr rtlCol="0" anchor="ctr"/>
            <a:lstStyle/>
            <a:p>
              <a:endParaRPr lang="en-US"/>
            </a:p>
          </p:txBody>
        </p:sp>
      </p:grpSp>
      <p:grpSp>
        <p:nvGrpSpPr>
          <p:cNvPr id="313" name="Graphic 4">
            <a:extLst>
              <a:ext uri="{FF2B5EF4-FFF2-40B4-BE49-F238E27FC236}">
                <a16:creationId xmlns:a16="http://schemas.microsoft.com/office/drawing/2014/main" id="{4E4A2462-2A8B-DE48-8CD6-EDC38CAE33C4}"/>
              </a:ext>
            </a:extLst>
          </p:cNvPr>
          <p:cNvGrpSpPr>
            <a:grpSpLocks noChangeAspect="1"/>
          </p:cNvGrpSpPr>
          <p:nvPr/>
        </p:nvGrpSpPr>
        <p:grpSpPr>
          <a:xfrm>
            <a:off x="5099169" y="2371173"/>
            <a:ext cx="362309" cy="361971"/>
            <a:chOff x="5099169" y="2371173"/>
            <a:chExt cx="362309" cy="361971"/>
          </a:xfrm>
          <a:solidFill>
            <a:srgbClr val="00ABAB"/>
          </a:solidFill>
        </p:grpSpPr>
        <p:sp>
          <p:nvSpPr>
            <p:cNvPr id="314" name="Graphic 4">
              <a:extLst>
                <a:ext uri="{FF2B5EF4-FFF2-40B4-BE49-F238E27FC236}">
                  <a16:creationId xmlns:a16="http://schemas.microsoft.com/office/drawing/2014/main" id="{18A84D56-D5BD-FD44-8735-16C84C443A60}"/>
                </a:ext>
              </a:extLst>
            </p:cNvPr>
            <p:cNvSpPr/>
            <p:nvPr/>
          </p:nvSpPr>
          <p:spPr>
            <a:xfrm>
              <a:off x="5223773" y="2500130"/>
              <a:ext cx="113101" cy="105974"/>
            </a:xfrm>
            <a:custGeom>
              <a:avLst/>
              <a:gdLst>
                <a:gd name="connsiteX0" fmla="*/ 72206 w 113101"/>
                <a:gd name="connsiteY0" fmla="*/ 31920 h 105974"/>
                <a:gd name="connsiteX1" fmla="*/ 56231 w 113101"/>
                <a:gd name="connsiteY1" fmla="*/ 0 h 105974"/>
                <a:gd name="connsiteX2" fmla="*/ 40257 w 113101"/>
                <a:gd name="connsiteY2" fmla="*/ 31920 h 105974"/>
                <a:gd name="connsiteX3" fmla="*/ 35145 w 113101"/>
                <a:gd name="connsiteY3" fmla="*/ 35112 h 105974"/>
                <a:gd name="connsiteX4" fmla="*/ 0 w 113101"/>
                <a:gd name="connsiteY4" fmla="*/ 40219 h 105974"/>
                <a:gd name="connsiteX5" fmla="*/ 25560 w 113101"/>
                <a:gd name="connsiteY5" fmla="*/ 65117 h 105974"/>
                <a:gd name="connsiteX6" fmla="*/ 27477 w 113101"/>
                <a:gd name="connsiteY6" fmla="*/ 70862 h 105974"/>
                <a:gd name="connsiteX7" fmla="*/ 21087 w 113101"/>
                <a:gd name="connsiteY7" fmla="*/ 105974 h 105974"/>
                <a:gd name="connsiteX8" fmla="*/ 53036 w 113101"/>
                <a:gd name="connsiteY8" fmla="*/ 89376 h 105974"/>
                <a:gd name="connsiteX9" fmla="*/ 56231 w 113101"/>
                <a:gd name="connsiteY9" fmla="*/ 88737 h 105974"/>
                <a:gd name="connsiteX10" fmla="*/ 59426 w 113101"/>
                <a:gd name="connsiteY10" fmla="*/ 89376 h 105974"/>
                <a:gd name="connsiteX11" fmla="*/ 91376 w 113101"/>
                <a:gd name="connsiteY11" fmla="*/ 105974 h 105974"/>
                <a:gd name="connsiteX12" fmla="*/ 85625 w 113101"/>
                <a:gd name="connsiteY12" fmla="*/ 70862 h 105974"/>
                <a:gd name="connsiteX13" fmla="*/ 87542 w 113101"/>
                <a:gd name="connsiteY13" fmla="*/ 65117 h 105974"/>
                <a:gd name="connsiteX14" fmla="*/ 113102 w 113101"/>
                <a:gd name="connsiteY14" fmla="*/ 40219 h 105974"/>
                <a:gd name="connsiteX15" fmla="*/ 77957 w 113101"/>
                <a:gd name="connsiteY15" fmla="*/ 35112 h 105974"/>
                <a:gd name="connsiteX16" fmla="*/ 72206 w 113101"/>
                <a:gd name="connsiteY16" fmla="*/ 31920 h 105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3101" h="105974">
                  <a:moveTo>
                    <a:pt x="72206" y="31920"/>
                  </a:moveTo>
                  <a:lnTo>
                    <a:pt x="56231" y="0"/>
                  </a:lnTo>
                  <a:lnTo>
                    <a:pt x="40257" y="31920"/>
                  </a:lnTo>
                  <a:cubicBezTo>
                    <a:pt x="39618" y="33835"/>
                    <a:pt x="37701" y="35112"/>
                    <a:pt x="35145" y="35112"/>
                  </a:cubicBezTo>
                  <a:lnTo>
                    <a:pt x="0" y="40219"/>
                  </a:lnTo>
                  <a:lnTo>
                    <a:pt x="25560" y="65117"/>
                  </a:lnTo>
                  <a:cubicBezTo>
                    <a:pt x="26838" y="66393"/>
                    <a:pt x="27477" y="68947"/>
                    <a:pt x="27477" y="70862"/>
                  </a:cubicBezTo>
                  <a:lnTo>
                    <a:pt x="21087" y="105974"/>
                  </a:lnTo>
                  <a:lnTo>
                    <a:pt x="53036" y="89376"/>
                  </a:lnTo>
                  <a:cubicBezTo>
                    <a:pt x="53676" y="88737"/>
                    <a:pt x="54953" y="88737"/>
                    <a:pt x="56231" y="88737"/>
                  </a:cubicBezTo>
                  <a:cubicBezTo>
                    <a:pt x="57509" y="88737"/>
                    <a:pt x="58148" y="88737"/>
                    <a:pt x="59426" y="89376"/>
                  </a:cubicBezTo>
                  <a:lnTo>
                    <a:pt x="91376" y="105974"/>
                  </a:lnTo>
                  <a:lnTo>
                    <a:pt x="85625" y="70862"/>
                  </a:lnTo>
                  <a:cubicBezTo>
                    <a:pt x="84986" y="68947"/>
                    <a:pt x="85625" y="67032"/>
                    <a:pt x="87542" y="65117"/>
                  </a:cubicBezTo>
                  <a:lnTo>
                    <a:pt x="113102" y="40219"/>
                  </a:lnTo>
                  <a:lnTo>
                    <a:pt x="77957" y="35112"/>
                  </a:lnTo>
                  <a:cubicBezTo>
                    <a:pt x="75401" y="35112"/>
                    <a:pt x="73484" y="33835"/>
                    <a:pt x="72206" y="31920"/>
                  </a:cubicBezTo>
                  <a:close/>
                </a:path>
              </a:pathLst>
            </a:custGeom>
            <a:solidFill>
              <a:srgbClr val="00ABAB"/>
            </a:solidFill>
            <a:ln w="6390" cap="flat">
              <a:noFill/>
              <a:prstDash val="solid"/>
              <a:miter/>
            </a:ln>
          </p:spPr>
          <p:txBody>
            <a:bodyPr rtlCol="0" anchor="ctr"/>
            <a:lstStyle/>
            <a:p>
              <a:endParaRPr lang="en-US"/>
            </a:p>
          </p:txBody>
        </p:sp>
        <p:sp>
          <p:nvSpPr>
            <p:cNvPr id="315" name="Graphic 4">
              <a:extLst>
                <a:ext uri="{FF2B5EF4-FFF2-40B4-BE49-F238E27FC236}">
                  <a16:creationId xmlns:a16="http://schemas.microsoft.com/office/drawing/2014/main" id="{C55702AB-AC15-6D4B-8BFD-2F3B45158EFC}"/>
                </a:ext>
              </a:extLst>
            </p:cNvPr>
            <p:cNvSpPr/>
            <p:nvPr/>
          </p:nvSpPr>
          <p:spPr>
            <a:xfrm>
              <a:off x="5171376" y="2443312"/>
              <a:ext cx="218535" cy="218332"/>
            </a:xfrm>
            <a:custGeom>
              <a:avLst/>
              <a:gdLst>
                <a:gd name="connsiteX0" fmla="*/ 109268 w 218535"/>
                <a:gd name="connsiteY0" fmla="*/ 0 h 218332"/>
                <a:gd name="connsiteX1" fmla="*/ 0 w 218535"/>
                <a:gd name="connsiteY1" fmla="*/ 109166 h 218332"/>
                <a:gd name="connsiteX2" fmla="*/ 109268 w 218535"/>
                <a:gd name="connsiteY2" fmla="*/ 218332 h 218332"/>
                <a:gd name="connsiteX3" fmla="*/ 218536 w 218535"/>
                <a:gd name="connsiteY3" fmla="*/ 109166 h 218332"/>
                <a:gd name="connsiteX4" fmla="*/ 218536 w 218535"/>
                <a:gd name="connsiteY4" fmla="*/ 109166 h 218332"/>
                <a:gd name="connsiteX5" fmla="*/ 109268 w 218535"/>
                <a:gd name="connsiteY5" fmla="*/ 0 h 218332"/>
                <a:gd name="connsiteX6" fmla="*/ 183391 w 218535"/>
                <a:gd name="connsiteY6" fmla="*/ 97675 h 218332"/>
                <a:gd name="connsiteX7" fmla="*/ 150803 w 218535"/>
                <a:gd name="connsiteY7" fmla="*/ 129595 h 218332"/>
                <a:gd name="connsiteX8" fmla="*/ 158470 w 218535"/>
                <a:gd name="connsiteY8" fmla="*/ 174283 h 218332"/>
                <a:gd name="connsiteX9" fmla="*/ 155915 w 218535"/>
                <a:gd name="connsiteY9" fmla="*/ 180667 h 218332"/>
                <a:gd name="connsiteX10" fmla="*/ 152080 w 218535"/>
                <a:gd name="connsiteY10" fmla="*/ 181944 h 218332"/>
                <a:gd name="connsiteX11" fmla="*/ 148885 w 218535"/>
                <a:gd name="connsiteY11" fmla="*/ 181305 h 218332"/>
                <a:gd name="connsiteX12" fmla="*/ 108629 w 218535"/>
                <a:gd name="connsiteY12" fmla="*/ 160238 h 218332"/>
                <a:gd name="connsiteX13" fmla="*/ 68372 w 218535"/>
                <a:gd name="connsiteY13" fmla="*/ 181305 h 218332"/>
                <a:gd name="connsiteX14" fmla="*/ 60066 w 218535"/>
                <a:gd name="connsiteY14" fmla="*/ 178752 h 218332"/>
                <a:gd name="connsiteX15" fmla="*/ 59426 w 218535"/>
                <a:gd name="connsiteY15" fmla="*/ 174921 h 218332"/>
                <a:gd name="connsiteX16" fmla="*/ 67094 w 218535"/>
                <a:gd name="connsiteY16" fmla="*/ 130233 h 218332"/>
                <a:gd name="connsiteX17" fmla="*/ 34506 w 218535"/>
                <a:gd name="connsiteY17" fmla="*/ 98313 h 218332"/>
                <a:gd name="connsiteX18" fmla="*/ 32589 w 218535"/>
                <a:gd name="connsiteY18" fmla="*/ 91929 h 218332"/>
                <a:gd name="connsiteX19" fmla="*/ 37701 w 218535"/>
                <a:gd name="connsiteY19" fmla="*/ 87460 h 218332"/>
                <a:gd name="connsiteX20" fmla="*/ 82430 w 218535"/>
                <a:gd name="connsiteY20" fmla="*/ 81076 h 218332"/>
                <a:gd name="connsiteX21" fmla="*/ 102239 w 218535"/>
                <a:gd name="connsiteY21" fmla="*/ 40219 h 218332"/>
                <a:gd name="connsiteX22" fmla="*/ 110546 w 218535"/>
                <a:gd name="connsiteY22" fmla="*/ 37027 h 218332"/>
                <a:gd name="connsiteX23" fmla="*/ 113741 w 218535"/>
                <a:gd name="connsiteY23" fmla="*/ 40219 h 218332"/>
                <a:gd name="connsiteX24" fmla="*/ 133550 w 218535"/>
                <a:gd name="connsiteY24" fmla="*/ 81076 h 218332"/>
                <a:gd name="connsiteX25" fmla="*/ 178279 w 218535"/>
                <a:gd name="connsiteY25" fmla="*/ 87460 h 218332"/>
                <a:gd name="connsiteX26" fmla="*/ 183391 w 218535"/>
                <a:gd name="connsiteY26" fmla="*/ 94483 h 218332"/>
                <a:gd name="connsiteX27" fmla="*/ 183391 w 218535"/>
                <a:gd name="connsiteY27" fmla="*/ 97675 h 218332"/>
                <a:gd name="connsiteX28" fmla="*/ 183391 w 218535"/>
                <a:gd name="connsiteY28" fmla="*/ 97675 h 21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18535" h="218332">
                  <a:moveTo>
                    <a:pt x="109268" y="0"/>
                  </a:moveTo>
                  <a:cubicBezTo>
                    <a:pt x="49203" y="0"/>
                    <a:pt x="0" y="48518"/>
                    <a:pt x="0" y="109166"/>
                  </a:cubicBezTo>
                  <a:cubicBezTo>
                    <a:pt x="0" y="169176"/>
                    <a:pt x="48564" y="218332"/>
                    <a:pt x="109268" y="218332"/>
                  </a:cubicBezTo>
                  <a:cubicBezTo>
                    <a:pt x="169973" y="218332"/>
                    <a:pt x="218536" y="169814"/>
                    <a:pt x="218536" y="109166"/>
                  </a:cubicBezTo>
                  <a:cubicBezTo>
                    <a:pt x="218536" y="109166"/>
                    <a:pt x="218536" y="109166"/>
                    <a:pt x="218536" y="109166"/>
                  </a:cubicBezTo>
                  <a:cubicBezTo>
                    <a:pt x="217897" y="48518"/>
                    <a:pt x="169333" y="0"/>
                    <a:pt x="109268" y="0"/>
                  </a:cubicBezTo>
                  <a:close/>
                  <a:moveTo>
                    <a:pt x="183391" y="97675"/>
                  </a:moveTo>
                  <a:lnTo>
                    <a:pt x="150803" y="129595"/>
                  </a:lnTo>
                  <a:lnTo>
                    <a:pt x="158470" y="174283"/>
                  </a:lnTo>
                  <a:cubicBezTo>
                    <a:pt x="159110" y="176836"/>
                    <a:pt x="157832" y="179390"/>
                    <a:pt x="155915" y="180667"/>
                  </a:cubicBezTo>
                  <a:cubicBezTo>
                    <a:pt x="154637" y="181305"/>
                    <a:pt x="153358" y="181944"/>
                    <a:pt x="152080" y="181944"/>
                  </a:cubicBezTo>
                  <a:cubicBezTo>
                    <a:pt x="150803" y="181944"/>
                    <a:pt x="150164" y="181944"/>
                    <a:pt x="148885" y="181305"/>
                  </a:cubicBezTo>
                  <a:lnTo>
                    <a:pt x="108629" y="160238"/>
                  </a:lnTo>
                  <a:lnTo>
                    <a:pt x="68372" y="181305"/>
                  </a:lnTo>
                  <a:cubicBezTo>
                    <a:pt x="65177" y="183220"/>
                    <a:pt x="61344" y="181944"/>
                    <a:pt x="60066" y="178752"/>
                  </a:cubicBezTo>
                  <a:cubicBezTo>
                    <a:pt x="59426" y="177475"/>
                    <a:pt x="59426" y="176198"/>
                    <a:pt x="59426" y="174921"/>
                  </a:cubicBezTo>
                  <a:lnTo>
                    <a:pt x="67094" y="130233"/>
                  </a:lnTo>
                  <a:lnTo>
                    <a:pt x="34506" y="98313"/>
                  </a:lnTo>
                  <a:cubicBezTo>
                    <a:pt x="32589" y="96398"/>
                    <a:pt x="31950" y="94483"/>
                    <a:pt x="32589" y="91929"/>
                  </a:cubicBezTo>
                  <a:cubicBezTo>
                    <a:pt x="33228" y="89376"/>
                    <a:pt x="35145" y="88099"/>
                    <a:pt x="37701" y="87460"/>
                  </a:cubicBezTo>
                  <a:lnTo>
                    <a:pt x="82430" y="81076"/>
                  </a:lnTo>
                  <a:lnTo>
                    <a:pt x="102239" y="40219"/>
                  </a:lnTo>
                  <a:cubicBezTo>
                    <a:pt x="103517" y="37027"/>
                    <a:pt x="107351" y="35750"/>
                    <a:pt x="110546" y="37027"/>
                  </a:cubicBezTo>
                  <a:cubicBezTo>
                    <a:pt x="111824" y="37665"/>
                    <a:pt x="113102" y="38942"/>
                    <a:pt x="113741" y="40219"/>
                  </a:cubicBezTo>
                  <a:lnTo>
                    <a:pt x="133550" y="81076"/>
                  </a:lnTo>
                  <a:lnTo>
                    <a:pt x="178279" y="87460"/>
                  </a:lnTo>
                  <a:cubicBezTo>
                    <a:pt x="181474" y="88099"/>
                    <a:pt x="184030" y="91291"/>
                    <a:pt x="183391" y="94483"/>
                  </a:cubicBezTo>
                  <a:cubicBezTo>
                    <a:pt x="184669" y="95760"/>
                    <a:pt x="184030" y="97036"/>
                    <a:pt x="183391" y="97675"/>
                  </a:cubicBezTo>
                  <a:lnTo>
                    <a:pt x="183391" y="97675"/>
                  </a:lnTo>
                  <a:close/>
                </a:path>
              </a:pathLst>
            </a:custGeom>
            <a:solidFill>
              <a:srgbClr val="00ABAB"/>
            </a:solidFill>
            <a:ln w="6390" cap="flat">
              <a:noFill/>
              <a:prstDash val="solid"/>
              <a:miter/>
            </a:ln>
          </p:spPr>
          <p:txBody>
            <a:bodyPr rtlCol="0" anchor="ctr"/>
            <a:lstStyle/>
            <a:p>
              <a:endParaRPr lang="en-US"/>
            </a:p>
          </p:txBody>
        </p:sp>
        <p:sp>
          <p:nvSpPr>
            <p:cNvPr id="316" name="Graphic 4">
              <a:extLst>
                <a:ext uri="{FF2B5EF4-FFF2-40B4-BE49-F238E27FC236}">
                  <a16:creationId xmlns:a16="http://schemas.microsoft.com/office/drawing/2014/main" id="{EEDAD170-9AC5-E04B-940D-D87F8CAE8AE1}"/>
                </a:ext>
              </a:extLst>
            </p:cNvPr>
            <p:cNvSpPr/>
            <p:nvPr/>
          </p:nvSpPr>
          <p:spPr>
            <a:xfrm>
              <a:off x="5099169"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02601 h 361971"/>
                <a:gd name="connsiteX8" fmla="*/ 59426 w 362309"/>
                <a:gd name="connsiteY8" fmla="*/ 180667 h 361971"/>
                <a:gd name="connsiteX9" fmla="*/ 181474 w 362309"/>
                <a:gd name="connsiteY9" fmla="*/ 58733 h 361971"/>
                <a:gd name="connsiteX10" fmla="*/ 303522 w 362309"/>
                <a:gd name="connsiteY10" fmla="*/ 180667 h 361971"/>
                <a:gd name="connsiteX11" fmla="*/ 303522 w 362309"/>
                <a:gd name="connsiteY11" fmla="*/ 180667 h 361971"/>
                <a:gd name="connsiteX12" fmla="*/ 181474 w 362309"/>
                <a:gd name="connsiteY12" fmla="*/ 30260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cubicBezTo>
                    <a:pt x="181474" y="0"/>
                    <a:pt x="181474" y="0"/>
                    <a:pt x="181474" y="0"/>
                  </a:cubicBezTo>
                  <a:close/>
                  <a:moveTo>
                    <a:pt x="181474" y="302601"/>
                  </a:moveTo>
                  <a:cubicBezTo>
                    <a:pt x="114380" y="302601"/>
                    <a:pt x="59426" y="248337"/>
                    <a:pt x="59426" y="180667"/>
                  </a:cubicBezTo>
                  <a:cubicBezTo>
                    <a:pt x="59426" y="113635"/>
                    <a:pt x="113741" y="58733"/>
                    <a:pt x="181474" y="58733"/>
                  </a:cubicBezTo>
                  <a:cubicBezTo>
                    <a:pt x="248569" y="58733"/>
                    <a:pt x="303522" y="112997"/>
                    <a:pt x="303522" y="180667"/>
                  </a:cubicBezTo>
                  <a:cubicBezTo>
                    <a:pt x="303522" y="180667"/>
                    <a:pt x="303522" y="180667"/>
                    <a:pt x="303522" y="180667"/>
                  </a:cubicBezTo>
                  <a:cubicBezTo>
                    <a:pt x="302883" y="248337"/>
                    <a:pt x="248569" y="302601"/>
                    <a:pt x="181474" y="302601"/>
                  </a:cubicBezTo>
                  <a:close/>
                </a:path>
              </a:pathLst>
            </a:custGeom>
            <a:solidFill>
              <a:srgbClr val="00ABAB"/>
            </a:solidFill>
            <a:ln w="6390" cap="flat">
              <a:noFill/>
              <a:prstDash val="solid"/>
              <a:miter/>
            </a:ln>
          </p:spPr>
          <p:txBody>
            <a:bodyPr rtlCol="0" anchor="ctr"/>
            <a:lstStyle/>
            <a:p>
              <a:endParaRPr lang="en-US"/>
            </a:p>
          </p:txBody>
        </p:sp>
      </p:grpSp>
      <p:grpSp>
        <p:nvGrpSpPr>
          <p:cNvPr id="317" name="Graphic 4">
            <a:extLst>
              <a:ext uri="{FF2B5EF4-FFF2-40B4-BE49-F238E27FC236}">
                <a16:creationId xmlns:a16="http://schemas.microsoft.com/office/drawing/2014/main" id="{2F6AD2B5-5E98-D940-AFD7-ECCF282D03F8}"/>
              </a:ext>
            </a:extLst>
          </p:cNvPr>
          <p:cNvGrpSpPr>
            <a:grpSpLocks noChangeAspect="1"/>
          </p:cNvGrpSpPr>
          <p:nvPr/>
        </p:nvGrpSpPr>
        <p:grpSpPr>
          <a:xfrm>
            <a:off x="905454" y="3824168"/>
            <a:ext cx="362309" cy="361971"/>
            <a:chOff x="905454" y="3824168"/>
            <a:chExt cx="362309" cy="361971"/>
          </a:xfrm>
          <a:solidFill>
            <a:srgbClr val="007680"/>
          </a:solidFill>
        </p:grpSpPr>
        <p:sp>
          <p:nvSpPr>
            <p:cNvPr id="318" name="Graphic 4">
              <a:extLst>
                <a:ext uri="{FF2B5EF4-FFF2-40B4-BE49-F238E27FC236}">
                  <a16:creationId xmlns:a16="http://schemas.microsoft.com/office/drawing/2014/main" id="{736E2C0F-FEA7-C34C-9AAE-AC5E2F541767}"/>
                </a:ext>
              </a:extLst>
            </p:cNvPr>
            <p:cNvSpPr/>
            <p:nvPr/>
          </p:nvSpPr>
          <p:spPr>
            <a:xfrm>
              <a:off x="987245" y="3988236"/>
              <a:ext cx="34505" cy="34473"/>
            </a:xfrm>
            <a:custGeom>
              <a:avLst/>
              <a:gdLst>
                <a:gd name="connsiteX0" fmla="*/ 34506 w 34505"/>
                <a:gd name="connsiteY0" fmla="*/ 17237 h 34473"/>
                <a:gd name="connsiteX1" fmla="*/ 17253 w 34505"/>
                <a:gd name="connsiteY1" fmla="*/ 34474 h 34473"/>
                <a:gd name="connsiteX2" fmla="*/ 0 w 34505"/>
                <a:gd name="connsiteY2" fmla="*/ 17237 h 34473"/>
                <a:gd name="connsiteX3" fmla="*/ 17253 w 34505"/>
                <a:gd name="connsiteY3" fmla="*/ 0 h 34473"/>
                <a:gd name="connsiteX4" fmla="*/ 34506 w 34505"/>
                <a:gd name="connsiteY4" fmla="*/ 17237 h 34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5" h="34473">
                  <a:moveTo>
                    <a:pt x="34506" y="17237"/>
                  </a:moveTo>
                  <a:cubicBezTo>
                    <a:pt x="34506" y="26756"/>
                    <a:pt x="26781" y="34474"/>
                    <a:pt x="17253" y="34474"/>
                  </a:cubicBezTo>
                  <a:cubicBezTo>
                    <a:pt x="7724" y="34474"/>
                    <a:pt x="0" y="26757"/>
                    <a:pt x="0" y="17237"/>
                  </a:cubicBezTo>
                  <a:cubicBezTo>
                    <a:pt x="0" y="7717"/>
                    <a:pt x="7724" y="0"/>
                    <a:pt x="17253" y="0"/>
                  </a:cubicBezTo>
                  <a:cubicBezTo>
                    <a:pt x="26781" y="0"/>
                    <a:pt x="34506" y="7717"/>
                    <a:pt x="34506" y="17237"/>
                  </a:cubicBezTo>
                  <a:close/>
                </a:path>
              </a:pathLst>
            </a:custGeom>
            <a:solidFill>
              <a:srgbClr val="007680"/>
            </a:solidFill>
            <a:ln w="6390" cap="flat">
              <a:noFill/>
              <a:prstDash val="solid"/>
              <a:miter/>
            </a:ln>
          </p:spPr>
          <p:txBody>
            <a:bodyPr rtlCol="0" anchor="ctr"/>
            <a:lstStyle/>
            <a:p>
              <a:endParaRPr lang="en-US"/>
            </a:p>
          </p:txBody>
        </p:sp>
        <p:sp>
          <p:nvSpPr>
            <p:cNvPr id="319" name="Graphic 4">
              <a:extLst>
                <a:ext uri="{FF2B5EF4-FFF2-40B4-BE49-F238E27FC236}">
                  <a16:creationId xmlns:a16="http://schemas.microsoft.com/office/drawing/2014/main" id="{1860FB83-B768-D24C-B767-995C1F5146A6}"/>
                </a:ext>
              </a:extLst>
            </p:cNvPr>
            <p:cNvSpPr/>
            <p:nvPr/>
          </p:nvSpPr>
          <p:spPr>
            <a:xfrm>
              <a:off x="1150827" y="3988236"/>
              <a:ext cx="34505" cy="34473"/>
            </a:xfrm>
            <a:custGeom>
              <a:avLst/>
              <a:gdLst>
                <a:gd name="connsiteX0" fmla="*/ 34506 w 34505"/>
                <a:gd name="connsiteY0" fmla="*/ 17237 h 34473"/>
                <a:gd name="connsiteX1" fmla="*/ 17253 w 34505"/>
                <a:gd name="connsiteY1" fmla="*/ 34474 h 34473"/>
                <a:gd name="connsiteX2" fmla="*/ 0 w 34505"/>
                <a:gd name="connsiteY2" fmla="*/ 17237 h 34473"/>
                <a:gd name="connsiteX3" fmla="*/ 17253 w 34505"/>
                <a:gd name="connsiteY3" fmla="*/ 0 h 34473"/>
                <a:gd name="connsiteX4" fmla="*/ 34506 w 34505"/>
                <a:gd name="connsiteY4" fmla="*/ 17237 h 34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5" h="34473">
                  <a:moveTo>
                    <a:pt x="34506" y="17237"/>
                  </a:moveTo>
                  <a:cubicBezTo>
                    <a:pt x="34506" y="26756"/>
                    <a:pt x="26781" y="34474"/>
                    <a:pt x="17253" y="34474"/>
                  </a:cubicBezTo>
                  <a:cubicBezTo>
                    <a:pt x="7724" y="34474"/>
                    <a:pt x="0" y="26757"/>
                    <a:pt x="0" y="17237"/>
                  </a:cubicBezTo>
                  <a:cubicBezTo>
                    <a:pt x="0" y="7717"/>
                    <a:pt x="7724" y="0"/>
                    <a:pt x="17253" y="0"/>
                  </a:cubicBezTo>
                  <a:cubicBezTo>
                    <a:pt x="26781" y="0"/>
                    <a:pt x="34506" y="7717"/>
                    <a:pt x="34506" y="17237"/>
                  </a:cubicBezTo>
                  <a:close/>
                </a:path>
              </a:pathLst>
            </a:custGeom>
            <a:solidFill>
              <a:srgbClr val="007680"/>
            </a:solidFill>
            <a:ln w="6390" cap="flat">
              <a:noFill/>
              <a:prstDash val="solid"/>
              <a:miter/>
            </a:ln>
          </p:spPr>
          <p:txBody>
            <a:bodyPr rtlCol="0" anchor="ctr"/>
            <a:lstStyle/>
            <a:p>
              <a:endParaRPr lang="en-US"/>
            </a:p>
          </p:txBody>
        </p:sp>
        <p:sp>
          <p:nvSpPr>
            <p:cNvPr id="320" name="Graphic 4">
              <a:extLst>
                <a:ext uri="{FF2B5EF4-FFF2-40B4-BE49-F238E27FC236}">
                  <a16:creationId xmlns:a16="http://schemas.microsoft.com/office/drawing/2014/main" id="{9CF0925F-A94E-9F47-9213-259045F6223B}"/>
                </a:ext>
              </a:extLst>
            </p:cNvPr>
            <p:cNvSpPr/>
            <p:nvPr/>
          </p:nvSpPr>
          <p:spPr>
            <a:xfrm>
              <a:off x="905454" y="3824168"/>
              <a:ext cx="362309" cy="361971"/>
            </a:xfrm>
            <a:custGeom>
              <a:avLst/>
              <a:gdLst>
                <a:gd name="connsiteX0" fmla="*/ 180835 w 362309"/>
                <a:gd name="connsiteY0" fmla="*/ 0 h 361971"/>
                <a:gd name="connsiteX1" fmla="*/ 0 w 362309"/>
                <a:gd name="connsiteY1" fmla="*/ 180667 h 361971"/>
                <a:gd name="connsiteX2" fmla="*/ 180835 w 362309"/>
                <a:gd name="connsiteY2" fmla="*/ 361971 h 361971"/>
                <a:gd name="connsiteX3" fmla="*/ 362309 w 362309"/>
                <a:gd name="connsiteY3" fmla="*/ 180667 h 361971"/>
                <a:gd name="connsiteX4" fmla="*/ 362309 w 362309"/>
                <a:gd name="connsiteY4" fmla="*/ 180667 h 361971"/>
                <a:gd name="connsiteX5" fmla="*/ 180835 w 362309"/>
                <a:gd name="connsiteY5" fmla="*/ 0 h 361971"/>
                <a:gd name="connsiteX6" fmla="*/ 262626 w 362309"/>
                <a:gd name="connsiteY6" fmla="*/ 210671 h 361971"/>
                <a:gd name="connsiteX7" fmla="*/ 233233 w 362309"/>
                <a:gd name="connsiteY7" fmla="*/ 187051 h 361971"/>
                <a:gd name="connsiteX8" fmla="*/ 128438 w 362309"/>
                <a:gd name="connsiteY8" fmla="*/ 187051 h 361971"/>
                <a:gd name="connsiteX9" fmla="*/ 92654 w 362309"/>
                <a:gd name="connsiteY9" fmla="*/ 210033 h 361971"/>
                <a:gd name="connsiteX10" fmla="*/ 69650 w 362309"/>
                <a:gd name="connsiteY10" fmla="*/ 174283 h 361971"/>
                <a:gd name="connsiteX11" fmla="*/ 105434 w 362309"/>
                <a:gd name="connsiteY11" fmla="*/ 151300 h 361971"/>
                <a:gd name="connsiteX12" fmla="*/ 128438 w 362309"/>
                <a:gd name="connsiteY12" fmla="*/ 174283 h 361971"/>
                <a:gd name="connsiteX13" fmla="*/ 233872 w 362309"/>
                <a:gd name="connsiteY13" fmla="*/ 174283 h 361971"/>
                <a:gd name="connsiteX14" fmla="*/ 269655 w 362309"/>
                <a:gd name="connsiteY14" fmla="*/ 151300 h 361971"/>
                <a:gd name="connsiteX15" fmla="*/ 292659 w 362309"/>
                <a:gd name="connsiteY15" fmla="*/ 187051 h 361971"/>
                <a:gd name="connsiteX16" fmla="*/ 262626 w 362309"/>
                <a:gd name="connsiteY16" fmla="*/ 210671 h 361971"/>
                <a:gd name="connsiteX17" fmla="*/ 262626 w 362309"/>
                <a:gd name="connsiteY17" fmla="*/ 21067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2309" h="361971">
                  <a:moveTo>
                    <a:pt x="180835" y="0"/>
                  </a:moveTo>
                  <a:cubicBezTo>
                    <a:pt x="80513" y="0"/>
                    <a:pt x="0" y="81076"/>
                    <a:pt x="0" y="180667"/>
                  </a:cubicBezTo>
                  <a:cubicBezTo>
                    <a:pt x="0" y="280895"/>
                    <a:pt x="81152" y="361971"/>
                    <a:pt x="180835" y="361971"/>
                  </a:cubicBezTo>
                  <a:cubicBezTo>
                    <a:pt x="280518" y="361971"/>
                    <a:pt x="362309" y="280895"/>
                    <a:pt x="362309" y="180667"/>
                  </a:cubicBezTo>
                  <a:lnTo>
                    <a:pt x="362309" y="180667"/>
                  </a:lnTo>
                  <a:cubicBezTo>
                    <a:pt x="361670" y="81076"/>
                    <a:pt x="281157" y="0"/>
                    <a:pt x="180835" y="0"/>
                  </a:cubicBezTo>
                  <a:close/>
                  <a:moveTo>
                    <a:pt x="262626" y="210671"/>
                  </a:moveTo>
                  <a:cubicBezTo>
                    <a:pt x="248569" y="210671"/>
                    <a:pt x="236428" y="201095"/>
                    <a:pt x="233233" y="187051"/>
                  </a:cubicBezTo>
                  <a:lnTo>
                    <a:pt x="128438" y="187051"/>
                  </a:lnTo>
                  <a:cubicBezTo>
                    <a:pt x="124604" y="203011"/>
                    <a:pt x="109268" y="213225"/>
                    <a:pt x="92654" y="210033"/>
                  </a:cubicBezTo>
                  <a:cubicBezTo>
                    <a:pt x="76679" y="206203"/>
                    <a:pt x="66455" y="190881"/>
                    <a:pt x="69650" y="174283"/>
                  </a:cubicBezTo>
                  <a:cubicBezTo>
                    <a:pt x="73484" y="158323"/>
                    <a:pt x="88820" y="148108"/>
                    <a:pt x="105434" y="151300"/>
                  </a:cubicBezTo>
                  <a:cubicBezTo>
                    <a:pt x="116936" y="153854"/>
                    <a:pt x="125882" y="162792"/>
                    <a:pt x="128438" y="174283"/>
                  </a:cubicBezTo>
                  <a:lnTo>
                    <a:pt x="233872" y="174283"/>
                  </a:lnTo>
                  <a:cubicBezTo>
                    <a:pt x="237706" y="158323"/>
                    <a:pt x="253042" y="148108"/>
                    <a:pt x="269655" y="151300"/>
                  </a:cubicBezTo>
                  <a:cubicBezTo>
                    <a:pt x="285630" y="155131"/>
                    <a:pt x="295854" y="170452"/>
                    <a:pt x="292659" y="187051"/>
                  </a:cubicBezTo>
                  <a:cubicBezTo>
                    <a:pt x="288825" y="201095"/>
                    <a:pt x="276684" y="210671"/>
                    <a:pt x="262626" y="210671"/>
                  </a:cubicBezTo>
                  <a:lnTo>
                    <a:pt x="262626" y="210671"/>
                  </a:lnTo>
                  <a:close/>
                </a:path>
              </a:pathLst>
            </a:custGeom>
            <a:solidFill>
              <a:srgbClr val="007680"/>
            </a:solidFill>
            <a:ln w="6390" cap="flat">
              <a:noFill/>
              <a:prstDash val="solid"/>
              <a:miter/>
            </a:ln>
          </p:spPr>
          <p:txBody>
            <a:bodyPr rtlCol="0" anchor="ctr"/>
            <a:lstStyle/>
            <a:p>
              <a:endParaRPr lang="en-US"/>
            </a:p>
          </p:txBody>
        </p:sp>
      </p:grpSp>
      <p:grpSp>
        <p:nvGrpSpPr>
          <p:cNvPr id="321" name="Graphic 4">
            <a:extLst>
              <a:ext uri="{FF2B5EF4-FFF2-40B4-BE49-F238E27FC236}">
                <a16:creationId xmlns:a16="http://schemas.microsoft.com/office/drawing/2014/main" id="{A6CEB98B-D972-BC46-A7E6-6D9288A05BB3}"/>
              </a:ext>
            </a:extLst>
          </p:cNvPr>
          <p:cNvGrpSpPr>
            <a:grpSpLocks noChangeAspect="1"/>
          </p:cNvGrpSpPr>
          <p:nvPr/>
        </p:nvGrpSpPr>
        <p:grpSpPr>
          <a:xfrm>
            <a:off x="905454" y="4793256"/>
            <a:ext cx="362309" cy="361971"/>
            <a:chOff x="905454" y="4793256"/>
            <a:chExt cx="362309" cy="361971"/>
          </a:xfrm>
          <a:solidFill>
            <a:srgbClr val="007680"/>
          </a:solidFill>
        </p:grpSpPr>
        <p:sp>
          <p:nvSpPr>
            <p:cNvPr id="322" name="Graphic 4">
              <a:extLst>
                <a:ext uri="{FF2B5EF4-FFF2-40B4-BE49-F238E27FC236}">
                  <a16:creationId xmlns:a16="http://schemas.microsoft.com/office/drawing/2014/main" id="{1C19724B-C395-934B-9CB0-736B5C697E5F}"/>
                </a:ext>
              </a:extLst>
            </p:cNvPr>
            <p:cNvSpPr/>
            <p:nvPr/>
          </p:nvSpPr>
          <p:spPr>
            <a:xfrm>
              <a:off x="1146993" y="5007758"/>
              <a:ext cx="28115" cy="28089"/>
            </a:xfrm>
            <a:custGeom>
              <a:avLst/>
              <a:gdLst>
                <a:gd name="connsiteX0" fmla="*/ 0 w 28115"/>
                <a:gd name="connsiteY0" fmla="*/ 14045 h 28089"/>
                <a:gd name="connsiteX1" fmla="*/ 14058 w 28115"/>
                <a:gd name="connsiteY1" fmla="*/ 28090 h 28089"/>
                <a:gd name="connsiteX2" fmla="*/ 28116 w 28115"/>
                <a:gd name="connsiteY2" fmla="*/ 14045 h 28089"/>
                <a:gd name="connsiteX3" fmla="*/ 14058 w 28115"/>
                <a:gd name="connsiteY3" fmla="*/ 0 h 28089"/>
                <a:gd name="connsiteX4" fmla="*/ 0 w 28115"/>
                <a:gd name="connsiteY4" fmla="*/ 14045 h 28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15" h="28089">
                  <a:moveTo>
                    <a:pt x="0" y="14045"/>
                  </a:moveTo>
                  <a:cubicBezTo>
                    <a:pt x="0" y="21706"/>
                    <a:pt x="6390" y="28090"/>
                    <a:pt x="14058" y="28090"/>
                  </a:cubicBezTo>
                  <a:cubicBezTo>
                    <a:pt x="21726" y="28090"/>
                    <a:pt x="28116" y="21706"/>
                    <a:pt x="28116" y="14045"/>
                  </a:cubicBezTo>
                  <a:cubicBezTo>
                    <a:pt x="28116" y="6384"/>
                    <a:pt x="21726" y="0"/>
                    <a:pt x="14058" y="0"/>
                  </a:cubicBezTo>
                  <a:cubicBezTo>
                    <a:pt x="6390" y="0"/>
                    <a:pt x="0" y="6384"/>
                    <a:pt x="0" y="14045"/>
                  </a:cubicBezTo>
                  <a:close/>
                </a:path>
              </a:pathLst>
            </a:custGeom>
            <a:solidFill>
              <a:srgbClr val="007680"/>
            </a:solidFill>
            <a:ln w="6390" cap="flat">
              <a:noFill/>
              <a:prstDash val="solid"/>
              <a:miter/>
            </a:ln>
          </p:spPr>
          <p:txBody>
            <a:bodyPr rtlCol="0" anchor="ctr"/>
            <a:lstStyle/>
            <a:p>
              <a:endParaRPr lang="en-US"/>
            </a:p>
          </p:txBody>
        </p:sp>
        <p:sp>
          <p:nvSpPr>
            <p:cNvPr id="323" name="Graphic 4">
              <a:extLst>
                <a:ext uri="{FF2B5EF4-FFF2-40B4-BE49-F238E27FC236}">
                  <a16:creationId xmlns:a16="http://schemas.microsoft.com/office/drawing/2014/main" id="{9A401128-87ED-DD4F-A6AD-1088779E57B2}"/>
                </a:ext>
              </a:extLst>
            </p:cNvPr>
            <p:cNvSpPr/>
            <p:nvPr/>
          </p:nvSpPr>
          <p:spPr>
            <a:xfrm>
              <a:off x="1053700" y="5042231"/>
              <a:ext cx="28115" cy="28089"/>
            </a:xfrm>
            <a:custGeom>
              <a:avLst/>
              <a:gdLst>
                <a:gd name="connsiteX0" fmla="*/ 14058 w 28115"/>
                <a:gd name="connsiteY0" fmla="*/ 0 h 28089"/>
                <a:gd name="connsiteX1" fmla="*/ 0 w 28115"/>
                <a:gd name="connsiteY1" fmla="*/ 14045 h 28089"/>
                <a:gd name="connsiteX2" fmla="*/ 14058 w 28115"/>
                <a:gd name="connsiteY2" fmla="*/ 28089 h 28089"/>
                <a:gd name="connsiteX3" fmla="*/ 28116 w 28115"/>
                <a:gd name="connsiteY3" fmla="*/ 14045 h 28089"/>
                <a:gd name="connsiteX4" fmla="*/ 14058 w 28115"/>
                <a:gd name="connsiteY4" fmla="*/ 0 h 28089"/>
                <a:gd name="connsiteX5" fmla="*/ 14058 w 28115"/>
                <a:gd name="connsiteY5" fmla="*/ 0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115" h="28089">
                  <a:moveTo>
                    <a:pt x="14058" y="0"/>
                  </a:moveTo>
                  <a:cubicBezTo>
                    <a:pt x="6390" y="0"/>
                    <a:pt x="0" y="6384"/>
                    <a:pt x="0" y="14045"/>
                  </a:cubicBezTo>
                  <a:cubicBezTo>
                    <a:pt x="0" y="21705"/>
                    <a:pt x="6390" y="28089"/>
                    <a:pt x="14058" y="28089"/>
                  </a:cubicBezTo>
                  <a:cubicBezTo>
                    <a:pt x="21726" y="28089"/>
                    <a:pt x="28116" y="21705"/>
                    <a:pt x="28116" y="14045"/>
                  </a:cubicBezTo>
                  <a:cubicBezTo>
                    <a:pt x="28116" y="5745"/>
                    <a:pt x="21726" y="0"/>
                    <a:pt x="14058" y="0"/>
                  </a:cubicBezTo>
                  <a:cubicBezTo>
                    <a:pt x="14058" y="0"/>
                    <a:pt x="14058" y="0"/>
                    <a:pt x="14058" y="0"/>
                  </a:cubicBezTo>
                  <a:close/>
                </a:path>
              </a:pathLst>
            </a:custGeom>
            <a:solidFill>
              <a:srgbClr val="007680"/>
            </a:solidFill>
            <a:ln w="6390" cap="flat">
              <a:noFill/>
              <a:prstDash val="solid"/>
              <a:miter/>
            </a:ln>
          </p:spPr>
          <p:txBody>
            <a:bodyPr rtlCol="0" anchor="ctr"/>
            <a:lstStyle/>
            <a:p>
              <a:endParaRPr lang="en-US"/>
            </a:p>
          </p:txBody>
        </p:sp>
        <p:sp>
          <p:nvSpPr>
            <p:cNvPr id="324" name="Graphic 4">
              <a:extLst>
                <a:ext uri="{FF2B5EF4-FFF2-40B4-BE49-F238E27FC236}">
                  <a16:creationId xmlns:a16="http://schemas.microsoft.com/office/drawing/2014/main" id="{04B7D3D5-E71B-834C-BE6C-4214C66AC4C9}"/>
                </a:ext>
              </a:extLst>
            </p:cNvPr>
            <p:cNvSpPr/>
            <p:nvPr/>
          </p:nvSpPr>
          <p:spPr>
            <a:xfrm>
              <a:off x="1018555" y="4877525"/>
              <a:ext cx="28115" cy="28089"/>
            </a:xfrm>
            <a:custGeom>
              <a:avLst/>
              <a:gdLst>
                <a:gd name="connsiteX0" fmla="*/ 28116 w 28115"/>
                <a:gd name="connsiteY0" fmla="*/ 14044 h 28089"/>
                <a:gd name="connsiteX1" fmla="*/ 14058 w 28115"/>
                <a:gd name="connsiteY1" fmla="*/ 0 h 28089"/>
                <a:gd name="connsiteX2" fmla="*/ 0 w 28115"/>
                <a:gd name="connsiteY2" fmla="*/ 14044 h 28089"/>
                <a:gd name="connsiteX3" fmla="*/ 14058 w 28115"/>
                <a:gd name="connsiteY3" fmla="*/ 28089 h 28089"/>
                <a:gd name="connsiteX4" fmla="*/ 28116 w 28115"/>
                <a:gd name="connsiteY4" fmla="*/ 14044 h 28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15" h="28089">
                  <a:moveTo>
                    <a:pt x="28116" y="14044"/>
                  </a:moveTo>
                  <a:cubicBezTo>
                    <a:pt x="28116" y="6384"/>
                    <a:pt x="21726" y="0"/>
                    <a:pt x="14058" y="0"/>
                  </a:cubicBezTo>
                  <a:cubicBezTo>
                    <a:pt x="6390" y="0"/>
                    <a:pt x="0" y="6384"/>
                    <a:pt x="0" y="14044"/>
                  </a:cubicBezTo>
                  <a:cubicBezTo>
                    <a:pt x="0" y="21705"/>
                    <a:pt x="6390" y="28089"/>
                    <a:pt x="14058" y="28089"/>
                  </a:cubicBezTo>
                  <a:cubicBezTo>
                    <a:pt x="21726" y="28089"/>
                    <a:pt x="28116" y="22344"/>
                    <a:pt x="28116" y="14044"/>
                  </a:cubicBezTo>
                  <a:close/>
                </a:path>
              </a:pathLst>
            </a:custGeom>
            <a:solidFill>
              <a:srgbClr val="007680"/>
            </a:solidFill>
            <a:ln w="6390" cap="flat">
              <a:noFill/>
              <a:prstDash val="solid"/>
              <a:miter/>
            </a:ln>
          </p:spPr>
          <p:txBody>
            <a:bodyPr rtlCol="0" anchor="ctr"/>
            <a:lstStyle/>
            <a:p>
              <a:endParaRPr lang="en-US"/>
            </a:p>
          </p:txBody>
        </p:sp>
        <p:sp>
          <p:nvSpPr>
            <p:cNvPr id="325" name="Graphic 4">
              <a:extLst>
                <a:ext uri="{FF2B5EF4-FFF2-40B4-BE49-F238E27FC236}">
                  <a16:creationId xmlns:a16="http://schemas.microsoft.com/office/drawing/2014/main" id="{73615203-44CD-3841-95BB-661CE62F4A3B}"/>
                </a:ext>
              </a:extLst>
            </p:cNvPr>
            <p:cNvSpPr/>
            <p:nvPr/>
          </p:nvSpPr>
          <p:spPr>
            <a:xfrm>
              <a:off x="1146993" y="4887739"/>
              <a:ext cx="28115" cy="28089"/>
            </a:xfrm>
            <a:custGeom>
              <a:avLst/>
              <a:gdLst>
                <a:gd name="connsiteX0" fmla="*/ 14058 w 28115"/>
                <a:gd name="connsiteY0" fmla="*/ 28090 h 28089"/>
                <a:gd name="connsiteX1" fmla="*/ 28116 w 28115"/>
                <a:gd name="connsiteY1" fmla="*/ 14045 h 28089"/>
                <a:gd name="connsiteX2" fmla="*/ 14058 w 28115"/>
                <a:gd name="connsiteY2" fmla="*/ 0 h 28089"/>
                <a:gd name="connsiteX3" fmla="*/ 0 w 28115"/>
                <a:gd name="connsiteY3" fmla="*/ 14045 h 28089"/>
                <a:gd name="connsiteX4" fmla="*/ 14058 w 28115"/>
                <a:gd name="connsiteY4" fmla="*/ 28090 h 28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15" h="28089">
                  <a:moveTo>
                    <a:pt x="14058" y="28090"/>
                  </a:moveTo>
                  <a:cubicBezTo>
                    <a:pt x="21726" y="28090"/>
                    <a:pt x="28116" y="21706"/>
                    <a:pt x="28116" y="14045"/>
                  </a:cubicBezTo>
                  <a:cubicBezTo>
                    <a:pt x="28116" y="6384"/>
                    <a:pt x="21726" y="0"/>
                    <a:pt x="14058" y="0"/>
                  </a:cubicBezTo>
                  <a:cubicBezTo>
                    <a:pt x="6390" y="0"/>
                    <a:pt x="0" y="6384"/>
                    <a:pt x="0" y="14045"/>
                  </a:cubicBezTo>
                  <a:cubicBezTo>
                    <a:pt x="0" y="21706"/>
                    <a:pt x="6390" y="28090"/>
                    <a:pt x="14058" y="28090"/>
                  </a:cubicBezTo>
                  <a:close/>
                </a:path>
              </a:pathLst>
            </a:custGeom>
            <a:solidFill>
              <a:srgbClr val="007680"/>
            </a:solidFill>
            <a:ln w="6390" cap="flat">
              <a:noFill/>
              <a:prstDash val="solid"/>
              <a:miter/>
            </a:ln>
          </p:spPr>
          <p:txBody>
            <a:bodyPr rtlCol="0" anchor="ctr"/>
            <a:lstStyle/>
            <a:p>
              <a:endParaRPr lang="en-US"/>
            </a:p>
          </p:txBody>
        </p:sp>
        <p:sp>
          <p:nvSpPr>
            <p:cNvPr id="326" name="Graphic 4">
              <a:extLst>
                <a:ext uri="{FF2B5EF4-FFF2-40B4-BE49-F238E27FC236}">
                  <a16:creationId xmlns:a16="http://schemas.microsoft.com/office/drawing/2014/main" id="{AAE68AAB-FAD9-7247-AAE9-4885473A02C5}"/>
                </a:ext>
              </a:extLst>
            </p:cNvPr>
            <p:cNvSpPr/>
            <p:nvPr/>
          </p:nvSpPr>
          <p:spPr>
            <a:xfrm>
              <a:off x="905454" y="4793256"/>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20453 w 362309"/>
                <a:gd name="connsiteY6" fmla="*/ 185774 h 361971"/>
                <a:gd name="connsiteX7" fmla="*/ 219814 w 362309"/>
                <a:gd name="connsiteY7" fmla="*/ 194073 h 361971"/>
                <a:gd name="connsiteX8" fmla="*/ 240262 w 362309"/>
                <a:gd name="connsiteY8" fmla="*/ 206841 h 361971"/>
                <a:gd name="connsiteX9" fmla="*/ 277962 w 362309"/>
                <a:gd name="connsiteY9" fmla="*/ 212587 h 361971"/>
                <a:gd name="connsiteX10" fmla="*/ 272211 w 362309"/>
                <a:gd name="connsiteY10" fmla="*/ 250252 h 361971"/>
                <a:gd name="connsiteX11" fmla="*/ 234511 w 362309"/>
                <a:gd name="connsiteY11" fmla="*/ 244506 h 361971"/>
                <a:gd name="connsiteX12" fmla="*/ 229399 w 362309"/>
                <a:gd name="connsiteY12" fmla="*/ 228546 h 361971"/>
                <a:gd name="connsiteX13" fmla="*/ 231955 w 362309"/>
                <a:gd name="connsiteY13" fmla="*/ 217055 h 361971"/>
                <a:gd name="connsiteX14" fmla="*/ 214702 w 362309"/>
                <a:gd name="connsiteY14" fmla="*/ 206203 h 361971"/>
                <a:gd name="connsiteX15" fmla="*/ 184669 w 362309"/>
                <a:gd name="connsiteY15" fmla="*/ 222801 h 361971"/>
                <a:gd name="connsiteX16" fmla="*/ 182113 w 362309"/>
                <a:gd name="connsiteY16" fmla="*/ 222801 h 361971"/>
                <a:gd name="connsiteX17" fmla="*/ 176362 w 362309"/>
                <a:gd name="connsiteY17" fmla="*/ 240676 h 361971"/>
                <a:gd name="connsiteX18" fmla="*/ 185308 w 362309"/>
                <a:gd name="connsiteY18" fmla="*/ 277703 h 361971"/>
                <a:gd name="connsiteX19" fmla="*/ 148247 w 362309"/>
                <a:gd name="connsiteY19" fmla="*/ 286641 h 361971"/>
                <a:gd name="connsiteX20" fmla="*/ 139301 w 362309"/>
                <a:gd name="connsiteY20" fmla="*/ 249614 h 361971"/>
                <a:gd name="connsiteX21" fmla="*/ 162304 w 362309"/>
                <a:gd name="connsiteY21" fmla="*/ 236846 h 361971"/>
                <a:gd name="connsiteX22" fmla="*/ 164221 w 362309"/>
                <a:gd name="connsiteY22" fmla="*/ 236846 h 361971"/>
                <a:gd name="connsiteX23" fmla="*/ 169333 w 362309"/>
                <a:gd name="connsiteY23" fmla="*/ 220247 h 361971"/>
                <a:gd name="connsiteX24" fmla="*/ 148247 w 362309"/>
                <a:gd name="connsiteY24" fmla="*/ 195350 h 361971"/>
                <a:gd name="connsiteX25" fmla="*/ 132911 w 362309"/>
                <a:gd name="connsiteY25" fmla="*/ 196627 h 361971"/>
                <a:gd name="connsiteX26" fmla="*/ 103517 w 362309"/>
                <a:gd name="connsiteY26" fmla="*/ 220247 h 361971"/>
                <a:gd name="connsiteX27" fmla="*/ 79874 w 362309"/>
                <a:gd name="connsiteY27" fmla="*/ 190881 h 361971"/>
                <a:gd name="connsiteX28" fmla="*/ 109268 w 362309"/>
                <a:gd name="connsiteY28" fmla="*/ 167260 h 361971"/>
                <a:gd name="connsiteX29" fmla="*/ 130994 w 362309"/>
                <a:gd name="connsiteY29" fmla="*/ 183859 h 361971"/>
                <a:gd name="connsiteX30" fmla="*/ 146969 w 362309"/>
                <a:gd name="connsiteY30" fmla="*/ 182582 h 361971"/>
                <a:gd name="connsiteX31" fmla="*/ 157831 w 362309"/>
                <a:gd name="connsiteY31" fmla="*/ 160238 h 361971"/>
                <a:gd name="connsiteX32" fmla="*/ 135467 w 362309"/>
                <a:gd name="connsiteY32" fmla="*/ 124488 h 361971"/>
                <a:gd name="connsiteX33" fmla="*/ 126521 w 362309"/>
                <a:gd name="connsiteY33" fmla="*/ 126403 h 361971"/>
                <a:gd name="connsiteX34" fmla="*/ 99044 w 362309"/>
                <a:gd name="connsiteY34" fmla="*/ 99590 h 361971"/>
                <a:gd name="connsiteX35" fmla="*/ 125882 w 362309"/>
                <a:gd name="connsiteY35" fmla="*/ 72139 h 361971"/>
                <a:gd name="connsiteX36" fmla="*/ 153358 w 362309"/>
                <a:gd name="connsiteY36" fmla="*/ 98952 h 361971"/>
                <a:gd name="connsiteX37" fmla="*/ 146330 w 362309"/>
                <a:gd name="connsiteY37" fmla="*/ 117465 h 361971"/>
                <a:gd name="connsiteX38" fmla="*/ 168694 w 362309"/>
                <a:gd name="connsiteY38" fmla="*/ 153216 h 361971"/>
                <a:gd name="connsiteX39" fmla="*/ 201922 w 362309"/>
                <a:gd name="connsiteY39" fmla="*/ 155131 h 361971"/>
                <a:gd name="connsiteX40" fmla="*/ 233233 w 362309"/>
                <a:gd name="connsiteY40" fmla="*/ 125126 h 361971"/>
                <a:gd name="connsiteX41" fmla="*/ 239623 w 362309"/>
                <a:gd name="connsiteY41" fmla="*/ 88099 h 361971"/>
                <a:gd name="connsiteX42" fmla="*/ 276684 w 362309"/>
                <a:gd name="connsiteY42" fmla="*/ 94483 h 361971"/>
                <a:gd name="connsiteX43" fmla="*/ 281796 w 362309"/>
                <a:gd name="connsiteY43" fmla="*/ 109805 h 361971"/>
                <a:gd name="connsiteX44" fmla="*/ 254959 w 362309"/>
                <a:gd name="connsiteY44" fmla="*/ 136617 h 361971"/>
                <a:gd name="connsiteX45" fmla="*/ 242818 w 362309"/>
                <a:gd name="connsiteY45" fmla="*/ 133425 h 361971"/>
                <a:gd name="connsiteX46" fmla="*/ 211507 w 362309"/>
                <a:gd name="connsiteY46" fmla="*/ 164068 h 361971"/>
                <a:gd name="connsiteX47" fmla="*/ 220453 w 362309"/>
                <a:gd name="connsiteY47" fmla="*/ 185774 h 361971"/>
                <a:gd name="connsiteX48" fmla="*/ 220453 w 362309"/>
                <a:gd name="connsiteY48" fmla="*/ 18577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0438"/>
                    <a:pt x="281157" y="0"/>
                    <a:pt x="180835" y="0"/>
                  </a:cubicBezTo>
                  <a:close/>
                  <a:moveTo>
                    <a:pt x="220453" y="185774"/>
                  </a:moveTo>
                  <a:cubicBezTo>
                    <a:pt x="220453" y="188327"/>
                    <a:pt x="220453" y="191519"/>
                    <a:pt x="219814" y="194073"/>
                  </a:cubicBezTo>
                  <a:lnTo>
                    <a:pt x="240262" y="206841"/>
                  </a:lnTo>
                  <a:cubicBezTo>
                    <a:pt x="252403" y="197903"/>
                    <a:pt x="269016" y="201095"/>
                    <a:pt x="277962" y="212587"/>
                  </a:cubicBezTo>
                  <a:cubicBezTo>
                    <a:pt x="286908" y="224716"/>
                    <a:pt x="283713" y="241314"/>
                    <a:pt x="272211" y="250252"/>
                  </a:cubicBezTo>
                  <a:cubicBezTo>
                    <a:pt x="260070" y="259190"/>
                    <a:pt x="243457" y="255998"/>
                    <a:pt x="234511" y="244506"/>
                  </a:cubicBezTo>
                  <a:cubicBezTo>
                    <a:pt x="231316" y="240038"/>
                    <a:pt x="229399" y="234292"/>
                    <a:pt x="229399" y="228546"/>
                  </a:cubicBezTo>
                  <a:cubicBezTo>
                    <a:pt x="229399" y="224716"/>
                    <a:pt x="230677" y="220247"/>
                    <a:pt x="231955" y="217055"/>
                  </a:cubicBezTo>
                  <a:lnTo>
                    <a:pt x="214702" y="206203"/>
                  </a:lnTo>
                  <a:cubicBezTo>
                    <a:pt x="208312" y="216417"/>
                    <a:pt x="196810" y="222801"/>
                    <a:pt x="184669" y="222801"/>
                  </a:cubicBezTo>
                  <a:lnTo>
                    <a:pt x="182113" y="222801"/>
                  </a:lnTo>
                  <a:lnTo>
                    <a:pt x="176362" y="240676"/>
                  </a:lnTo>
                  <a:cubicBezTo>
                    <a:pt x="189142" y="248337"/>
                    <a:pt x="192976" y="264935"/>
                    <a:pt x="185308" y="277703"/>
                  </a:cubicBezTo>
                  <a:cubicBezTo>
                    <a:pt x="177640" y="290471"/>
                    <a:pt x="161026" y="294301"/>
                    <a:pt x="148247" y="286641"/>
                  </a:cubicBezTo>
                  <a:cubicBezTo>
                    <a:pt x="135467" y="278980"/>
                    <a:pt x="131633" y="262382"/>
                    <a:pt x="139301" y="249614"/>
                  </a:cubicBezTo>
                  <a:cubicBezTo>
                    <a:pt x="144413" y="241953"/>
                    <a:pt x="152720" y="236846"/>
                    <a:pt x="162304" y="236846"/>
                  </a:cubicBezTo>
                  <a:lnTo>
                    <a:pt x="164221" y="236846"/>
                  </a:lnTo>
                  <a:lnTo>
                    <a:pt x="169333" y="220247"/>
                  </a:lnTo>
                  <a:cubicBezTo>
                    <a:pt x="159110" y="215779"/>
                    <a:pt x="151441" y="206203"/>
                    <a:pt x="148247" y="195350"/>
                  </a:cubicBezTo>
                  <a:lnTo>
                    <a:pt x="132911" y="196627"/>
                  </a:lnTo>
                  <a:cubicBezTo>
                    <a:pt x="130994" y="211310"/>
                    <a:pt x="118214" y="221524"/>
                    <a:pt x="103517" y="220247"/>
                  </a:cubicBezTo>
                  <a:cubicBezTo>
                    <a:pt x="88820" y="218332"/>
                    <a:pt x="78596" y="205564"/>
                    <a:pt x="79874" y="190881"/>
                  </a:cubicBezTo>
                  <a:cubicBezTo>
                    <a:pt x="81152" y="176198"/>
                    <a:pt x="94571" y="165984"/>
                    <a:pt x="109268" y="167260"/>
                  </a:cubicBezTo>
                  <a:cubicBezTo>
                    <a:pt x="118853" y="168537"/>
                    <a:pt x="127799" y="174921"/>
                    <a:pt x="130994" y="183859"/>
                  </a:cubicBezTo>
                  <a:lnTo>
                    <a:pt x="146969" y="182582"/>
                  </a:lnTo>
                  <a:cubicBezTo>
                    <a:pt x="147608" y="174283"/>
                    <a:pt x="152081" y="165984"/>
                    <a:pt x="157831" y="160238"/>
                  </a:cubicBezTo>
                  <a:lnTo>
                    <a:pt x="135467" y="124488"/>
                  </a:lnTo>
                  <a:cubicBezTo>
                    <a:pt x="132272" y="125765"/>
                    <a:pt x="129716" y="126403"/>
                    <a:pt x="126521" y="126403"/>
                  </a:cubicBezTo>
                  <a:cubicBezTo>
                    <a:pt x="111824" y="126403"/>
                    <a:pt x="99683" y="114273"/>
                    <a:pt x="99044" y="99590"/>
                  </a:cubicBezTo>
                  <a:cubicBezTo>
                    <a:pt x="99044" y="84907"/>
                    <a:pt x="111185" y="72777"/>
                    <a:pt x="125882" y="72139"/>
                  </a:cubicBezTo>
                  <a:cubicBezTo>
                    <a:pt x="140579" y="72139"/>
                    <a:pt x="152720" y="84269"/>
                    <a:pt x="153358" y="98952"/>
                  </a:cubicBezTo>
                  <a:cubicBezTo>
                    <a:pt x="153358" y="105974"/>
                    <a:pt x="150803" y="112358"/>
                    <a:pt x="146330" y="117465"/>
                  </a:cubicBezTo>
                  <a:lnTo>
                    <a:pt x="168694" y="153216"/>
                  </a:lnTo>
                  <a:cubicBezTo>
                    <a:pt x="179557" y="148108"/>
                    <a:pt x="192337" y="149385"/>
                    <a:pt x="201922" y="155131"/>
                  </a:cubicBezTo>
                  <a:lnTo>
                    <a:pt x="233233" y="125126"/>
                  </a:lnTo>
                  <a:cubicBezTo>
                    <a:pt x="224287" y="112997"/>
                    <a:pt x="227482" y="96398"/>
                    <a:pt x="239623" y="88099"/>
                  </a:cubicBezTo>
                  <a:cubicBezTo>
                    <a:pt x="251764" y="79161"/>
                    <a:pt x="268377" y="82353"/>
                    <a:pt x="276684" y="94483"/>
                  </a:cubicBezTo>
                  <a:cubicBezTo>
                    <a:pt x="279879" y="98952"/>
                    <a:pt x="281796" y="104697"/>
                    <a:pt x="281796" y="109805"/>
                  </a:cubicBezTo>
                  <a:cubicBezTo>
                    <a:pt x="281796" y="124488"/>
                    <a:pt x="269655" y="136617"/>
                    <a:pt x="254959" y="136617"/>
                  </a:cubicBezTo>
                  <a:cubicBezTo>
                    <a:pt x="251125" y="136617"/>
                    <a:pt x="246652" y="135341"/>
                    <a:pt x="242818" y="133425"/>
                  </a:cubicBezTo>
                  <a:lnTo>
                    <a:pt x="211507" y="164068"/>
                  </a:lnTo>
                  <a:cubicBezTo>
                    <a:pt x="217897" y="169176"/>
                    <a:pt x="220453" y="177475"/>
                    <a:pt x="220453" y="185774"/>
                  </a:cubicBezTo>
                  <a:lnTo>
                    <a:pt x="220453" y="185774"/>
                  </a:lnTo>
                  <a:close/>
                </a:path>
              </a:pathLst>
            </a:custGeom>
            <a:solidFill>
              <a:srgbClr val="007680"/>
            </a:solidFill>
            <a:ln w="6390" cap="flat">
              <a:noFill/>
              <a:prstDash val="solid"/>
              <a:miter/>
            </a:ln>
          </p:spPr>
          <p:txBody>
            <a:bodyPr rtlCol="0" anchor="ctr"/>
            <a:lstStyle/>
            <a:p>
              <a:endParaRPr lang="en-US"/>
            </a:p>
          </p:txBody>
        </p:sp>
        <p:sp>
          <p:nvSpPr>
            <p:cNvPr id="327" name="Graphic 4">
              <a:extLst>
                <a:ext uri="{FF2B5EF4-FFF2-40B4-BE49-F238E27FC236}">
                  <a16:creationId xmlns:a16="http://schemas.microsoft.com/office/drawing/2014/main" id="{62816E78-76C1-654C-BCA0-22DB662E9ED0}"/>
                </a:ext>
              </a:extLst>
            </p:cNvPr>
            <p:cNvSpPr/>
            <p:nvPr/>
          </p:nvSpPr>
          <p:spPr>
            <a:xfrm>
              <a:off x="998108" y="4972008"/>
              <a:ext cx="28115" cy="28089"/>
            </a:xfrm>
            <a:custGeom>
              <a:avLst/>
              <a:gdLst>
                <a:gd name="connsiteX0" fmla="*/ 28116 w 28115"/>
                <a:gd name="connsiteY0" fmla="*/ 14045 h 28089"/>
                <a:gd name="connsiteX1" fmla="*/ 14058 w 28115"/>
                <a:gd name="connsiteY1" fmla="*/ 28090 h 28089"/>
                <a:gd name="connsiteX2" fmla="*/ 0 w 28115"/>
                <a:gd name="connsiteY2" fmla="*/ 14045 h 28089"/>
                <a:gd name="connsiteX3" fmla="*/ 14058 w 28115"/>
                <a:gd name="connsiteY3" fmla="*/ 0 h 28089"/>
                <a:gd name="connsiteX4" fmla="*/ 28116 w 28115"/>
                <a:gd name="connsiteY4" fmla="*/ 14045 h 28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15" h="28089">
                  <a:moveTo>
                    <a:pt x="28116" y="14045"/>
                  </a:moveTo>
                  <a:cubicBezTo>
                    <a:pt x="28116" y="21802"/>
                    <a:pt x="21822" y="28090"/>
                    <a:pt x="14058" y="28090"/>
                  </a:cubicBezTo>
                  <a:cubicBezTo>
                    <a:pt x="6294" y="28090"/>
                    <a:pt x="0" y="21802"/>
                    <a:pt x="0" y="14045"/>
                  </a:cubicBezTo>
                  <a:cubicBezTo>
                    <a:pt x="0" y="6288"/>
                    <a:pt x="6294" y="0"/>
                    <a:pt x="14058" y="0"/>
                  </a:cubicBezTo>
                  <a:cubicBezTo>
                    <a:pt x="21822" y="0"/>
                    <a:pt x="28116" y="6288"/>
                    <a:pt x="28116" y="14045"/>
                  </a:cubicBezTo>
                  <a:close/>
                </a:path>
              </a:pathLst>
            </a:custGeom>
            <a:solidFill>
              <a:srgbClr val="007680"/>
            </a:solidFill>
            <a:ln w="6390" cap="flat">
              <a:noFill/>
              <a:prstDash val="solid"/>
              <a:miter/>
            </a:ln>
          </p:spPr>
          <p:txBody>
            <a:bodyPr rtlCol="0" anchor="ctr"/>
            <a:lstStyle/>
            <a:p>
              <a:endParaRPr lang="en-US"/>
            </a:p>
          </p:txBody>
        </p:sp>
        <p:sp>
          <p:nvSpPr>
            <p:cNvPr id="328" name="Graphic 4">
              <a:extLst>
                <a:ext uri="{FF2B5EF4-FFF2-40B4-BE49-F238E27FC236}">
                  <a16:creationId xmlns:a16="http://schemas.microsoft.com/office/drawing/2014/main" id="{59984F57-D68E-CC49-8DCB-6910F3AD375F}"/>
                </a:ext>
              </a:extLst>
            </p:cNvPr>
            <p:cNvSpPr/>
            <p:nvPr/>
          </p:nvSpPr>
          <p:spPr>
            <a:xfrm>
              <a:off x="1065841" y="4954771"/>
              <a:ext cx="47285" cy="47879"/>
            </a:xfrm>
            <a:custGeom>
              <a:avLst/>
              <a:gdLst>
                <a:gd name="connsiteX0" fmla="*/ 23643 w 47285"/>
                <a:gd name="connsiteY0" fmla="*/ 0 h 47879"/>
                <a:gd name="connsiteX1" fmla="*/ 0 w 47285"/>
                <a:gd name="connsiteY1" fmla="*/ 23621 h 47879"/>
                <a:gd name="connsiteX2" fmla="*/ 23643 w 47285"/>
                <a:gd name="connsiteY2" fmla="*/ 47880 h 47879"/>
                <a:gd name="connsiteX3" fmla="*/ 47285 w 47285"/>
                <a:gd name="connsiteY3" fmla="*/ 24259 h 47879"/>
                <a:gd name="connsiteX4" fmla="*/ 47285 w 47285"/>
                <a:gd name="connsiteY4" fmla="*/ 24259 h 47879"/>
                <a:gd name="connsiteX5" fmla="*/ 23643 w 47285"/>
                <a:gd name="connsiteY5" fmla="*/ 0 h 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285" h="47879">
                  <a:moveTo>
                    <a:pt x="23643" y="0"/>
                  </a:moveTo>
                  <a:cubicBezTo>
                    <a:pt x="10224" y="0"/>
                    <a:pt x="0" y="10853"/>
                    <a:pt x="0" y="23621"/>
                  </a:cubicBezTo>
                  <a:cubicBezTo>
                    <a:pt x="0" y="37027"/>
                    <a:pt x="10863" y="47242"/>
                    <a:pt x="23643" y="47880"/>
                  </a:cubicBezTo>
                  <a:cubicBezTo>
                    <a:pt x="37062" y="47880"/>
                    <a:pt x="47285" y="37027"/>
                    <a:pt x="47285" y="24259"/>
                  </a:cubicBezTo>
                  <a:cubicBezTo>
                    <a:pt x="47285" y="24259"/>
                    <a:pt x="47285" y="24259"/>
                    <a:pt x="47285" y="24259"/>
                  </a:cubicBezTo>
                  <a:cubicBezTo>
                    <a:pt x="47285" y="10853"/>
                    <a:pt x="37062" y="638"/>
                    <a:pt x="23643" y="0"/>
                  </a:cubicBezTo>
                  <a:close/>
                </a:path>
              </a:pathLst>
            </a:custGeom>
            <a:solidFill>
              <a:srgbClr val="007680"/>
            </a:solidFill>
            <a:ln w="6390" cap="flat">
              <a:noFill/>
              <a:prstDash val="solid"/>
              <a:miter/>
            </a:ln>
          </p:spPr>
          <p:txBody>
            <a:bodyPr rtlCol="0" anchor="ctr"/>
            <a:lstStyle/>
            <a:p>
              <a:endParaRPr lang="en-US"/>
            </a:p>
          </p:txBody>
        </p:sp>
      </p:grpSp>
      <p:grpSp>
        <p:nvGrpSpPr>
          <p:cNvPr id="329" name="Graphic 4">
            <a:extLst>
              <a:ext uri="{FF2B5EF4-FFF2-40B4-BE49-F238E27FC236}">
                <a16:creationId xmlns:a16="http://schemas.microsoft.com/office/drawing/2014/main" id="{1F622F0F-99E1-EA4C-88E9-2464857EFBF4}"/>
              </a:ext>
            </a:extLst>
          </p:cNvPr>
          <p:cNvGrpSpPr>
            <a:grpSpLocks noChangeAspect="1"/>
          </p:cNvGrpSpPr>
          <p:nvPr/>
        </p:nvGrpSpPr>
        <p:grpSpPr>
          <a:xfrm>
            <a:off x="905454" y="4308712"/>
            <a:ext cx="362309" cy="361971"/>
            <a:chOff x="905454" y="4308712"/>
            <a:chExt cx="362309" cy="361971"/>
          </a:xfrm>
          <a:solidFill>
            <a:srgbClr val="007680"/>
          </a:solidFill>
        </p:grpSpPr>
        <p:sp>
          <p:nvSpPr>
            <p:cNvPr id="330" name="Graphic 4">
              <a:extLst>
                <a:ext uri="{FF2B5EF4-FFF2-40B4-BE49-F238E27FC236}">
                  <a16:creationId xmlns:a16="http://schemas.microsoft.com/office/drawing/2014/main" id="{153B7FB6-4E9B-C046-AA3C-49F570FD9F83}"/>
                </a:ext>
              </a:extLst>
            </p:cNvPr>
            <p:cNvSpPr/>
            <p:nvPr/>
          </p:nvSpPr>
          <p:spPr>
            <a:xfrm>
              <a:off x="988523" y="4480441"/>
              <a:ext cx="17891" cy="17875"/>
            </a:xfrm>
            <a:custGeom>
              <a:avLst/>
              <a:gdLst>
                <a:gd name="connsiteX0" fmla="*/ 8946 w 17891"/>
                <a:gd name="connsiteY0" fmla="*/ 0 h 17875"/>
                <a:gd name="connsiteX1" fmla="*/ 0 w 17891"/>
                <a:gd name="connsiteY1" fmla="*/ 8937 h 17875"/>
                <a:gd name="connsiteX2" fmla="*/ 8946 w 17891"/>
                <a:gd name="connsiteY2" fmla="*/ 17875 h 17875"/>
                <a:gd name="connsiteX3" fmla="*/ 17892 w 17891"/>
                <a:gd name="connsiteY3" fmla="*/ 8937 h 17875"/>
                <a:gd name="connsiteX4" fmla="*/ 8946 w 17891"/>
                <a:gd name="connsiteY4" fmla="*/ 0 h 17875"/>
                <a:gd name="connsiteX5" fmla="*/ 8946 w 17891"/>
                <a:gd name="connsiteY5" fmla="*/ 0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1" h="17875">
                  <a:moveTo>
                    <a:pt x="8946" y="0"/>
                  </a:moveTo>
                  <a:cubicBezTo>
                    <a:pt x="3834" y="0"/>
                    <a:pt x="0" y="3830"/>
                    <a:pt x="0" y="8937"/>
                  </a:cubicBezTo>
                  <a:cubicBezTo>
                    <a:pt x="0" y="14045"/>
                    <a:pt x="3834" y="17875"/>
                    <a:pt x="8946" y="17875"/>
                  </a:cubicBezTo>
                  <a:cubicBezTo>
                    <a:pt x="14058" y="17875"/>
                    <a:pt x="17892" y="14045"/>
                    <a:pt x="17892" y="8937"/>
                  </a:cubicBezTo>
                  <a:cubicBezTo>
                    <a:pt x="17892" y="3830"/>
                    <a:pt x="14058" y="0"/>
                    <a:pt x="8946" y="0"/>
                  </a:cubicBezTo>
                  <a:cubicBezTo>
                    <a:pt x="8946" y="0"/>
                    <a:pt x="8946" y="0"/>
                    <a:pt x="8946" y="0"/>
                  </a:cubicBezTo>
                  <a:close/>
                </a:path>
              </a:pathLst>
            </a:custGeom>
            <a:solidFill>
              <a:srgbClr val="007680"/>
            </a:solidFill>
            <a:ln w="6390" cap="flat">
              <a:noFill/>
              <a:prstDash val="solid"/>
              <a:miter/>
            </a:ln>
          </p:spPr>
          <p:txBody>
            <a:bodyPr rtlCol="0" anchor="ctr"/>
            <a:lstStyle/>
            <a:p>
              <a:endParaRPr lang="en-US"/>
            </a:p>
          </p:txBody>
        </p:sp>
        <p:sp>
          <p:nvSpPr>
            <p:cNvPr id="331" name="Graphic 4">
              <a:extLst>
                <a:ext uri="{FF2B5EF4-FFF2-40B4-BE49-F238E27FC236}">
                  <a16:creationId xmlns:a16="http://schemas.microsoft.com/office/drawing/2014/main" id="{7425D55C-8559-8943-AE62-BE83FFB64C21}"/>
                </a:ext>
              </a:extLst>
            </p:cNvPr>
            <p:cNvSpPr/>
            <p:nvPr/>
          </p:nvSpPr>
          <p:spPr>
            <a:xfrm>
              <a:off x="1166802" y="4421708"/>
              <a:ext cx="17891" cy="17875"/>
            </a:xfrm>
            <a:custGeom>
              <a:avLst/>
              <a:gdLst>
                <a:gd name="connsiteX0" fmla="*/ 8946 w 17891"/>
                <a:gd name="connsiteY0" fmla="*/ 17875 h 17875"/>
                <a:gd name="connsiteX1" fmla="*/ 17892 w 17891"/>
                <a:gd name="connsiteY1" fmla="*/ 8938 h 17875"/>
                <a:gd name="connsiteX2" fmla="*/ 8946 w 17891"/>
                <a:gd name="connsiteY2" fmla="*/ 0 h 17875"/>
                <a:gd name="connsiteX3" fmla="*/ 0 w 17891"/>
                <a:gd name="connsiteY3" fmla="*/ 8938 h 17875"/>
                <a:gd name="connsiteX4" fmla="*/ 0 w 17891"/>
                <a:gd name="connsiteY4" fmla="*/ 8938 h 17875"/>
                <a:gd name="connsiteX5" fmla="*/ 8946 w 17891"/>
                <a:gd name="connsiteY5" fmla="*/ 17875 h 17875"/>
                <a:gd name="connsiteX6" fmla="*/ 8946 w 17891"/>
                <a:gd name="connsiteY6" fmla="*/ 17875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91" h="17875">
                  <a:moveTo>
                    <a:pt x="8946" y="17875"/>
                  </a:moveTo>
                  <a:cubicBezTo>
                    <a:pt x="14058" y="17875"/>
                    <a:pt x="17892" y="14045"/>
                    <a:pt x="17892" y="8938"/>
                  </a:cubicBezTo>
                  <a:cubicBezTo>
                    <a:pt x="17892" y="3830"/>
                    <a:pt x="14058" y="0"/>
                    <a:pt x="8946" y="0"/>
                  </a:cubicBezTo>
                  <a:cubicBezTo>
                    <a:pt x="3834" y="0"/>
                    <a:pt x="0" y="3830"/>
                    <a:pt x="0" y="8938"/>
                  </a:cubicBezTo>
                  <a:cubicBezTo>
                    <a:pt x="0" y="8938"/>
                    <a:pt x="0" y="8938"/>
                    <a:pt x="0" y="8938"/>
                  </a:cubicBezTo>
                  <a:cubicBezTo>
                    <a:pt x="0" y="13406"/>
                    <a:pt x="3834" y="17875"/>
                    <a:pt x="8946" y="17875"/>
                  </a:cubicBezTo>
                  <a:cubicBezTo>
                    <a:pt x="8946" y="17875"/>
                    <a:pt x="8946" y="17875"/>
                    <a:pt x="8946" y="17875"/>
                  </a:cubicBezTo>
                  <a:close/>
                </a:path>
              </a:pathLst>
            </a:custGeom>
            <a:solidFill>
              <a:srgbClr val="007680"/>
            </a:solidFill>
            <a:ln w="6390" cap="flat">
              <a:noFill/>
              <a:prstDash val="solid"/>
              <a:miter/>
            </a:ln>
          </p:spPr>
          <p:txBody>
            <a:bodyPr rtlCol="0" anchor="ctr"/>
            <a:lstStyle/>
            <a:p>
              <a:endParaRPr lang="en-US"/>
            </a:p>
          </p:txBody>
        </p:sp>
        <p:sp>
          <p:nvSpPr>
            <p:cNvPr id="332" name="Graphic 4">
              <a:extLst>
                <a:ext uri="{FF2B5EF4-FFF2-40B4-BE49-F238E27FC236}">
                  <a16:creationId xmlns:a16="http://schemas.microsoft.com/office/drawing/2014/main" id="{7C082979-E80B-7549-BC75-0D8221B0F98B}"/>
                </a:ext>
              </a:extLst>
            </p:cNvPr>
            <p:cNvSpPr/>
            <p:nvPr/>
          </p:nvSpPr>
          <p:spPr>
            <a:xfrm>
              <a:off x="905454" y="4308712"/>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95532 w 362309"/>
                <a:gd name="connsiteY6" fmla="*/ 233654 h 361971"/>
                <a:gd name="connsiteX7" fmla="*/ 249208 w 362309"/>
                <a:gd name="connsiteY7" fmla="*/ 233654 h 361971"/>
                <a:gd name="connsiteX8" fmla="*/ 276045 w 362309"/>
                <a:gd name="connsiteY8" fmla="*/ 219609 h 361971"/>
                <a:gd name="connsiteX9" fmla="*/ 290103 w 362309"/>
                <a:gd name="connsiteY9" fmla="*/ 246422 h 361971"/>
                <a:gd name="connsiteX10" fmla="*/ 263265 w 362309"/>
                <a:gd name="connsiteY10" fmla="*/ 260466 h 361971"/>
                <a:gd name="connsiteX11" fmla="*/ 249208 w 362309"/>
                <a:gd name="connsiteY11" fmla="*/ 246422 h 361971"/>
                <a:gd name="connsiteX12" fmla="*/ 195532 w 362309"/>
                <a:gd name="connsiteY12" fmla="*/ 246422 h 361971"/>
                <a:gd name="connsiteX13" fmla="*/ 174445 w 362309"/>
                <a:gd name="connsiteY13" fmla="*/ 225355 h 361971"/>
                <a:gd name="connsiteX14" fmla="*/ 174445 w 362309"/>
                <a:gd name="connsiteY14" fmla="*/ 187051 h 361971"/>
                <a:gd name="connsiteX15" fmla="*/ 112463 w 362309"/>
                <a:gd name="connsiteY15" fmla="*/ 187051 h 361971"/>
                <a:gd name="connsiteX16" fmla="*/ 85625 w 362309"/>
                <a:gd name="connsiteY16" fmla="*/ 201095 h 361971"/>
                <a:gd name="connsiteX17" fmla="*/ 71567 w 362309"/>
                <a:gd name="connsiteY17" fmla="*/ 174283 h 361971"/>
                <a:gd name="connsiteX18" fmla="*/ 98405 w 362309"/>
                <a:gd name="connsiteY18" fmla="*/ 160238 h 361971"/>
                <a:gd name="connsiteX19" fmla="*/ 112463 w 362309"/>
                <a:gd name="connsiteY19" fmla="*/ 174283 h 361971"/>
                <a:gd name="connsiteX20" fmla="*/ 174445 w 362309"/>
                <a:gd name="connsiteY20" fmla="*/ 174283 h 361971"/>
                <a:gd name="connsiteX21" fmla="*/ 174445 w 362309"/>
                <a:gd name="connsiteY21" fmla="*/ 135979 h 361971"/>
                <a:gd name="connsiteX22" fmla="*/ 195532 w 362309"/>
                <a:gd name="connsiteY22" fmla="*/ 114912 h 361971"/>
                <a:gd name="connsiteX23" fmla="*/ 249208 w 362309"/>
                <a:gd name="connsiteY23" fmla="*/ 114912 h 361971"/>
                <a:gd name="connsiteX24" fmla="*/ 276045 w 362309"/>
                <a:gd name="connsiteY24" fmla="*/ 100867 h 361971"/>
                <a:gd name="connsiteX25" fmla="*/ 290103 w 362309"/>
                <a:gd name="connsiteY25" fmla="*/ 127680 h 361971"/>
                <a:gd name="connsiteX26" fmla="*/ 263265 w 362309"/>
                <a:gd name="connsiteY26" fmla="*/ 141724 h 361971"/>
                <a:gd name="connsiteX27" fmla="*/ 249208 w 362309"/>
                <a:gd name="connsiteY27" fmla="*/ 127680 h 361971"/>
                <a:gd name="connsiteX28" fmla="*/ 195532 w 362309"/>
                <a:gd name="connsiteY28" fmla="*/ 127680 h 361971"/>
                <a:gd name="connsiteX29" fmla="*/ 187225 w 362309"/>
                <a:gd name="connsiteY29" fmla="*/ 135979 h 361971"/>
                <a:gd name="connsiteX30" fmla="*/ 187225 w 362309"/>
                <a:gd name="connsiteY30" fmla="*/ 224716 h 361971"/>
                <a:gd name="connsiteX31" fmla="*/ 195532 w 362309"/>
                <a:gd name="connsiteY31" fmla="*/ 233654 h 361971"/>
                <a:gd name="connsiteX32" fmla="*/ 195532 w 362309"/>
                <a:gd name="connsiteY32" fmla="*/ 233654 h 361971"/>
                <a:gd name="connsiteX33" fmla="*/ 195532 w 362309"/>
                <a:gd name="connsiteY33" fmla="*/ 23365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1077"/>
                    <a:pt x="281157" y="0"/>
                    <a:pt x="180835" y="0"/>
                  </a:cubicBezTo>
                  <a:close/>
                  <a:moveTo>
                    <a:pt x="195532" y="233654"/>
                  </a:moveTo>
                  <a:lnTo>
                    <a:pt x="249208" y="233654"/>
                  </a:lnTo>
                  <a:cubicBezTo>
                    <a:pt x="253042" y="222163"/>
                    <a:pt x="265182" y="215779"/>
                    <a:pt x="276045" y="219609"/>
                  </a:cubicBezTo>
                  <a:cubicBezTo>
                    <a:pt x="287547" y="223439"/>
                    <a:pt x="293937" y="235569"/>
                    <a:pt x="290103" y="246422"/>
                  </a:cubicBezTo>
                  <a:cubicBezTo>
                    <a:pt x="286269" y="257913"/>
                    <a:pt x="274128" y="264297"/>
                    <a:pt x="263265" y="260466"/>
                  </a:cubicBezTo>
                  <a:cubicBezTo>
                    <a:pt x="256237" y="258551"/>
                    <a:pt x="251125" y="252806"/>
                    <a:pt x="249208" y="246422"/>
                  </a:cubicBezTo>
                  <a:lnTo>
                    <a:pt x="195532" y="246422"/>
                  </a:lnTo>
                  <a:cubicBezTo>
                    <a:pt x="184030" y="246422"/>
                    <a:pt x="174445" y="236846"/>
                    <a:pt x="174445" y="225355"/>
                  </a:cubicBezTo>
                  <a:lnTo>
                    <a:pt x="174445" y="187051"/>
                  </a:lnTo>
                  <a:lnTo>
                    <a:pt x="112463" y="187051"/>
                  </a:lnTo>
                  <a:cubicBezTo>
                    <a:pt x="108629" y="198542"/>
                    <a:pt x="96488" y="204926"/>
                    <a:pt x="85625" y="201095"/>
                  </a:cubicBezTo>
                  <a:cubicBezTo>
                    <a:pt x="74123" y="197265"/>
                    <a:pt x="67733" y="185135"/>
                    <a:pt x="71567" y="174283"/>
                  </a:cubicBezTo>
                  <a:cubicBezTo>
                    <a:pt x="75401" y="162792"/>
                    <a:pt x="87542" y="156408"/>
                    <a:pt x="98405" y="160238"/>
                  </a:cubicBezTo>
                  <a:cubicBezTo>
                    <a:pt x="105434" y="162153"/>
                    <a:pt x="110546" y="167899"/>
                    <a:pt x="112463" y="174283"/>
                  </a:cubicBezTo>
                  <a:lnTo>
                    <a:pt x="174445" y="174283"/>
                  </a:lnTo>
                  <a:lnTo>
                    <a:pt x="174445" y="135979"/>
                  </a:lnTo>
                  <a:cubicBezTo>
                    <a:pt x="174445" y="124488"/>
                    <a:pt x="184030" y="114912"/>
                    <a:pt x="195532" y="114912"/>
                  </a:cubicBezTo>
                  <a:lnTo>
                    <a:pt x="249208" y="114912"/>
                  </a:lnTo>
                  <a:cubicBezTo>
                    <a:pt x="253042" y="103421"/>
                    <a:pt x="265182" y="97037"/>
                    <a:pt x="276045" y="100867"/>
                  </a:cubicBezTo>
                  <a:cubicBezTo>
                    <a:pt x="287547" y="104697"/>
                    <a:pt x="293937" y="116827"/>
                    <a:pt x="290103" y="127680"/>
                  </a:cubicBezTo>
                  <a:cubicBezTo>
                    <a:pt x="286269" y="139171"/>
                    <a:pt x="274128" y="145555"/>
                    <a:pt x="263265" y="141724"/>
                  </a:cubicBezTo>
                  <a:cubicBezTo>
                    <a:pt x="256237" y="139809"/>
                    <a:pt x="251125" y="134064"/>
                    <a:pt x="249208" y="127680"/>
                  </a:cubicBezTo>
                  <a:lnTo>
                    <a:pt x="195532" y="127680"/>
                  </a:lnTo>
                  <a:cubicBezTo>
                    <a:pt x="191059" y="127680"/>
                    <a:pt x="187225" y="131510"/>
                    <a:pt x="187225" y="135979"/>
                  </a:cubicBezTo>
                  <a:lnTo>
                    <a:pt x="187225" y="224716"/>
                  </a:lnTo>
                  <a:cubicBezTo>
                    <a:pt x="187225" y="229185"/>
                    <a:pt x="190420" y="233654"/>
                    <a:pt x="195532" y="233654"/>
                  </a:cubicBezTo>
                  <a:cubicBezTo>
                    <a:pt x="195532" y="233654"/>
                    <a:pt x="195532" y="233654"/>
                    <a:pt x="195532" y="233654"/>
                  </a:cubicBezTo>
                  <a:lnTo>
                    <a:pt x="195532" y="233654"/>
                  </a:lnTo>
                  <a:close/>
                </a:path>
              </a:pathLst>
            </a:custGeom>
            <a:solidFill>
              <a:srgbClr val="007680"/>
            </a:solidFill>
            <a:ln w="6390" cap="flat">
              <a:noFill/>
              <a:prstDash val="solid"/>
              <a:miter/>
            </a:ln>
          </p:spPr>
          <p:txBody>
            <a:bodyPr rtlCol="0" anchor="ctr"/>
            <a:lstStyle/>
            <a:p>
              <a:endParaRPr lang="en-US"/>
            </a:p>
          </p:txBody>
        </p:sp>
        <p:sp>
          <p:nvSpPr>
            <p:cNvPr id="333" name="Graphic 4">
              <a:extLst>
                <a:ext uri="{FF2B5EF4-FFF2-40B4-BE49-F238E27FC236}">
                  <a16:creationId xmlns:a16="http://schemas.microsoft.com/office/drawing/2014/main" id="{2D9DAA2E-FBDC-1240-9F91-322B928E11BE}"/>
                </a:ext>
              </a:extLst>
            </p:cNvPr>
            <p:cNvSpPr/>
            <p:nvPr/>
          </p:nvSpPr>
          <p:spPr>
            <a:xfrm>
              <a:off x="1166802" y="4539812"/>
              <a:ext cx="17891" cy="17875"/>
            </a:xfrm>
            <a:custGeom>
              <a:avLst/>
              <a:gdLst>
                <a:gd name="connsiteX0" fmla="*/ 8946 w 17891"/>
                <a:gd name="connsiteY0" fmla="*/ 17875 h 17875"/>
                <a:gd name="connsiteX1" fmla="*/ 17892 w 17891"/>
                <a:gd name="connsiteY1" fmla="*/ 8938 h 17875"/>
                <a:gd name="connsiteX2" fmla="*/ 8946 w 17891"/>
                <a:gd name="connsiteY2" fmla="*/ 0 h 17875"/>
                <a:gd name="connsiteX3" fmla="*/ 0 w 17891"/>
                <a:gd name="connsiteY3" fmla="*/ 8938 h 17875"/>
                <a:gd name="connsiteX4" fmla="*/ 8946 w 17891"/>
                <a:gd name="connsiteY4" fmla="*/ 17875 h 17875"/>
                <a:gd name="connsiteX5" fmla="*/ 8946 w 17891"/>
                <a:gd name="connsiteY5" fmla="*/ 17875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1" h="17875">
                  <a:moveTo>
                    <a:pt x="8946" y="17875"/>
                  </a:moveTo>
                  <a:cubicBezTo>
                    <a:pt x="14058" y="17875"/>
                    <a:pt x="17892" y="14045"/>
                    <a:pt x="17892" y="8938"/>
                  </a:cubicBezTo>
                  <a:cubicBezTo>
                    <a:pt x="17892" y="3830"/>
                    <a:pt x="14058" y="0"/>
                    <a:pt x="8946" y="0"/>
                  </a:cubicBezTo>
                  <a:cubicBezTo>
                    <a:pt x="3834" y="0"/>
                    <a:pt x="0" y="3830"/>
                    <a:pt x="0" y="8938"/>
                  </a:cubicBezTo>
                  <a:cubicBezTo>
                    <a:pt x="0" y="14045"/>
                    <a:pt x="3834" y="17875"/>
                    <a:pt x="8946" y="17875"/>
                  </a:cubicBezTo>
                  <a:cubicBezTo>
                    <a:pt x="8946" y="17875"/>
                    <a:pt x="8946" y="17875"/>
                    <a:pt x="8946" y="17875"/>
                  </a:cubicBezTo>
                  <a:close/>
                </a:path>
              </a:pathLst>
            </a:custGeom>
            <a:solidFill>
              <a:srgbClr val="007680"/>
            </a:solidFill>
            <a:ln w="6390" cap="flat">
              <a:noFill/>
              <a:prstDash val="solid"/>
              <a:miter/>
            </a:ln>
          </p:spPr>
          <p:txBody>
            <a:bodyPr rtlCol="0" anchor="ctr"/>
            <a:lstStyle/>
            <a:p>
              <a:endParaRPr lang="en-US"/>
            </a:p>
          </p:txBody>
        </p:sp>
      </p:grpSp>
      <p:grpSp>
        <p:nvGrpSpPr>
          <p:cNvPr id="334" name="Graphic 4">
            <a:extLst>
              <a:ext uri="{FF2B5EF4-FFF2-40B4-BE49-F238E27FC236}">
                <a16:creationId xmlns:a16="http://schemas.microsoft.com/office/drawing/2014/main" id="{C166BB08-5836-AB46-B97E-2F43704600BD}"/>
              </a:ext>
            </a:extLst>
          </p:cNvPr>
          <p:cNvGrpSpPr>
            <a:grpSpLocks noChangeAspect="1"/>
          </p:cNvGrpSpPr>
          <p:nvPr/>
        </p:nvGrpSpPr>
        <p:grpSpPr>
          <a:xfrm>
            <a:off x="905454" y="3339623"/>
            <a:ext cx="362309" cy="361971"/>
            <a:chOff x="905454" y="3339623"/>
            <a:chExt cx="362309" cy="361971"/>
          </a:xfrm>
          <a:solidFill>
            <a:srgbClr val="007680"/>
          </a:solidFill>
        </p:grpSpPr>
        <p:sp>
          <p:nvSpPr>
            <p:cNvPr id="335" name="Graphic 4">
              <a:extLst>
                <a:ext uri="{FF2B5EF4-FFF2-40B4-BE49-F238E27FC236}">
                  <a16:creationId xmlns:a16="http://schemas.microsoft.com/office/drawing/2014/main" id="{F53B060C-1DED-974C-BF39-DB1E6F1568B1}"/>
                </a:ext>
              </a:extLst>
            </p:cNvPr>
            <p:cNvSpPr/>
            <p:nvPr/>
          </p:nvSpPr>
          <p:spPr>
            <a:xfrm>
              <a:off x="1063285" y="3497308"/>
              <a:ext cx="47285" cy="47241"/>
            </a:xfrm>
            <a:custGeom>
              <a:avLst/>
              <a:gdLst>
                <a:gd name="connsiteX0" fmla="*/ 47286 w 47285"/>
                <a:gd name="connsiteY0" fmla="*/ 23621 h 47241"/>
                <a:gd name="connsiteX1" fmla="*/ 23643 w 47285"/>
                <a:gd name="connsiteY1" fmla="*/ 0 h 47241"/>
                <a:gd name="connsiteX2" fmla="*/ 0 w 47285"/>
                <a:gd name="connsiteY2" fmla="*/ 23621 h 47241"/>
                <a:gd name="connsiteX3" fmla="*/ 23643 w 47285"/>
                <a:gd name="connsiteY3" fmla="*/ 47241 h 47241"/>
                <a:gd name="connsiteX4" fmla="*/ 23643 w 47285"/>
                <a:gd name="connsiteY4" fmla="*/ 47241 h 47241"/>
                <a:gd name="connsiteX5" fmla="*/ 47286 w 47285"/>
                <a:gd name="connsiteY5" fmla="*/ 23621 h 4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285" h="47241">
                  <a:moveTo>
                    <a:pt x="47286" y="23621"/>
                  </a:moveTo>
                  <a:cubicBezTo>
                    <a:pt x="47286" y="10214"/>
                    <a:pt x="36423" y="0"/>
                    <a:pt x="23643" y="0"/>
                  </a:cubicBezTo>
                  <a:cubicBezTo>
                    <a:pt x="10224" y="0"/>
                    <a:pt x="0" y="10853"/>
                    <a:pt x="0" y="23621"/>
                  </a:cubicBezTo>
                  <a:cubicBezTo>
                    <a:pt x="0" y="37027"/>
                    <a:pt x="10863" y="47241"/>
                    <a:pt x="23643" y="47241"/>
                  </a:cubicBezTo>
                  <a:cubicBezTo>
                    <a:pt x="23643" y="47241"/>
                    <a:pt x="23643" y="47241"/>
                    <a:pt x="23643" y="47241"/>
                  </a:cubicBezTo>
                  <a:cubicBezTo>
                    <a:pt x="36423" y="47241"/>
                    <a:pt x="47286" y="36389"/>
                    <a:pt x="47286" y="23621"/>
                  </a:cubicBezTo>
                  <a:close/>
                </a:path>
              </a:pathLst>
            </a:custGeom>
            <a:solidFill>
              <a:srgbClr val="007680"/>
            </a:solidFill>
            <a:ln w="6390" cap="flat">
              <a:noFill/>
              <a:prstDash val="solid"/>
              <a:miter/>
            </a:ln>
          </p:spPr>
          <p:txBody>
            <a:bodyPr rtlCol="0" anchor="ctr"/>
            <a:lstStyle/>
            <a:p>
              <a:endParaRPr lang="en-US"/>
            </a:p>
          </p:txBody>
        </p:sp>
        <p:sp>
          <p:nvSpPr>
            <p:cNvPr id="336" name="Graphic 4">
              <a:extLst>
                <a:ext uri="{FF2B5EF4-FFF2-40B4-BE49-F238E27FC236}">
                  <a16:creationId xmlns:a16="http://schemas.microsoft.com/office/drawing/2014/main" id="{2BE113DF-8710-0B4F-B58E-A9DD584AF239}"/>
                </a:ext>
              </a:extLst>
            </p:cNvPr>
            <p:cNvSpPr/>
            <p:nvPr/>
          </p:nvSpPr>
          <p:spPr>
            <a:xfrm>
              <a:off x="967436" y="3506884"/>
              <a:ext cx="28115" cy="28089"/>
            </a:xfrm>
            <a:custGeom>
              <a:avLst/>
              <a:gdLst>
                <a:gd name="connsiteX0" fmla="*/ 14058 w 28115"/>
                <a:gd name="connsiteY0" fmla="*/ 0 h 28089"/>
                <a:gd name="connsiteX1" fmla="*/ 0 w 28115"/>
                <a:gd name="connsiteY1" fmla="*/ 14045 h 28089"/>
                <a:gd name="connsiteX2" fmla="*/ 14058 w 28115"/>
                <a:gd name="connsiteY2" fmla="*/ 28089 h 28089"/>
                <a:gd name="connsiteX3" fmla="*/ 28116 w 28115"/>
                <a:gd name="connsiteY3" fmla="*/ 14045 h 28089"/>
                <a:gd name="connsiteX4" fmla="*/ 28116 w 28115"/>
                <a:gd name="connsiteY4" fmla="*/ 14045 h 28089"/>
                <a:gd name="connsiteX5" fmla="*/ 14058 w 28115"/>
                <a:gd name="connsiteY5" fmla="*/ 0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115" h="28089">
                  <a:moveTo>
                    <a:pt x="14058" y="0"/>
                  </a:moveTo>
                  <a:cubicBezTo>
                    <a:pt x="6390" y="0"/>
                    <a:pt x="0" y="6384"/>
                    <a:pt x="0" y="14045"/>
                  </a:cubicBezTo>
                  <a:cubicBezTo>
                    <a:pt x="0" y="21705"/>
                    <a:pt x="6390" y="28089"/>
                    <a:pt x="14058" y="28089"/>
                  </a:cubicBezTo>
                  <a:cubicBezTo>
                    <a:pt x="21726" y="28089"/>
                    <a:pt x="28116" y="21705"/>
                    <a:pt x="28116" y="14045"/>
                  </a:cubicBezTo>
                  <a:lnTo>
                    <a:pt x="28116" y="14045"/>
                  </a:lnTo>
                  <a:cubicBezTo>
                    <a:pt x="28116" y="6384"/>
                    <a:pt x="21726" y="0"/>
                    <a:pt x="14058" y="0"/>
                  </a:cubicBezTo>
                  <a:close/>
                </a:path>
              </a:pathLst>
            </a:custGeom>
            <a:solidFill>
              <a:srgbClr val="007680"/>
            </a:solidFill>
            <a:ln w="6390" cap="flat">
              <a:noFill/>
              <a:prstDash val="solid"/>
              <a:miter/>
            </a:ln>
          </p:spPr>
          <p:txBody>
            <a:bodyPr rtlCol="0" anchor="ctr"/>
            <a:lstStyle/>
            <a:p>
              <a:endParaRPr lang="en-US"/>
            </a:p>
          </p:txBody>
        </p:sp>
        <p:sp>
          <p:nvSpPr>
            <p:cNvPr id="337" name="Graphic 4">
              <a:extLst>
                <a:ext uri="{FF2B5EF4-FFF2-40B4-BE49-F238E27FC236}">
                  <a16:creationId xmlns:a16="http://schemas.microsoft.com/office/drawing/2014/main" id="{EB8C7089-482E-1C49-9E95-453842BD437C}"/>
                </a:ext>
              </a:extLst>
            </p:cNvPr>
            <p:cNvSpPr/>
            <p:nvPr/>
          </p:nvSpPr>
          <p:spPr>
            <a:xfrm>
              <a:off x="998108" y="3432191"/>
              <a:ext cx="28115" cy="28089"/>
            </a:xfrm>
            <a:custGeom>
              <a:avLst/>
              <a:gdLst>
                <a:gd name="connsiteX0" fmla="*/ 28116 w 28115"/>
                <a:gd name="connsiteY0" fmla="*/ 14045 h 28089"/>
                <a:gd name="connsiteX1" fmla="*/ 14058 w 28115"/>
                <a:gd name="connsiteY1" fmla="*/ 0 h 28089"/>
                <a:gd name="connsiteX2" fmla="*/ 0 w 28115"/>
                <a:gd name="connsiteY2" fmla="*/ 14045 h 28089"/>
                <a:gd name="connsiteX3" fmla="*/ 14058 w 28115"/>
                <a:gd name="connsiteY3" fmla="*/ 28090 h 28089"/>
                <a:gd name="connsiteX4" fmla="*/ 14058 w 28115"/>
                <a:gd name="connsiteY4" fmla="*/ 28090 h 28089"/>
                <a:gd name="connsiteX5" fmla="*/ 28116 w 28115"/>
                <a:gd name="connsiteY5" fmla="*/ 14045 h 28089"/>
                <a:gd name="connsiteX6" fmla="*/ 28116 w 28115"/>
                <a:gd name="connsiteY6" fmla="*/ 14045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15" h="28089">
                  <a:moveTo>
                    <a:pt x="28116" y="14045"/>
                  </a:moveTo>
                  <a:cubicBezTo>
                    <a:pt x="28116" y="6384"/>
                    <a:pt x="21726" y="0"/>
                    <a:pt x="14058" y="0"/>
                  </a:cubicBezTo>
                  <a:cubicBezTo>
                    <a:pt x="6390" y="0"/>
                    <a:pt x="0" y="6384"/>
                    <a:pt x="0" y="14045"/>
                  </a:cubicBezTo>
                  <a:cubicBezTo>
                    <a:pt x="0" y="21706"/>
                    <a:pt x="6390" y="28090"/>
                    <a:pt x="14058" y="28090"/>
                  </a:cubicBezTo>
                  <a:cubicBezTo>
                    <a:pt x="14058" y="28090"/>
                    <a:pt x="14058" y="28090"/>
                    <a:pt x="14058" y="28090"/>
                  </a:cubicBezTo>
                  <a:cubicBezTo>
                    <a:pt x="21726" y="27451"/>
                    <a:pt x="28116" y="21706"/>
                    <a:pt x="28116" y="14045"/>
                  </a:cubicBezTo>
                  <a:cubicBezTo>
                    <a:pt x="28116" y="14045"/>
                    <a:pt x="28116" y="14045"/>
                    <a:pt x="28116" y="14045"/>
                  </a:cubicBezTo>
                  <a:close/>
                </a:path>
              </a:pathLst>
            </a:custGeom>
            <a:solidFill>
              <a:srgbClr val="007680"/>
            </a:solidFill>
            <a:ln w="6390" cap="flat">
              <a:noFill/>
              <a:prstDash val="solid"/>
              <a:miter/>
            </a:ln>
          </p:spPr>
          <p:txBody>
            <a:bodyPr rtlCol="0" anchor="ctr"/>
            <a:lstStyle/>
            <a:p>
              <a:endParaRPr lang="en-US"/>
            </a:p>
          </p:txBody>
        </p:sp>
        <p:sp>
          <p:nvSpPr>
            <p:cNvPr id="338" name="Graphic 4">
              <a:extLst>
                <a:ext uri="{FF2B5EF4-FFF2-40B4-BE49-F238E27FC236}">
                  <a16:creationId xmlns:a16="http://schemas.microsoft.com/office/drawing/2014/main" id="{5171DFCD-756C-9249-ACEF-E32CB6325361}"/>
                </a:ext>
              </a:extLst>
            </p:cNvPr>
            <p:cNvSpPr/>
            <p:nvPr/>
          </p:nvSpPr>
          <p:spPr>
            <a:xfrm>
              <a:off x="1072870" y="3401548"/>
              <a:ext cx="28115" cy="28089"/>
            </a:xfrm>
            <a:custGeom>
              <a:avLst/>
              <a:gdLst>
                <a:gd name="connsiteX0" fmla="*/ 28116 w 28115"/>
                <a:gd name="connsiteY0" fmla="*/ 14045 h 28089"/>
                <a:gd name="connsiteX1" fmla="*/ 14058 w 28115"/>
                <a:gd name="connsiteY1" fmla="*/ 0 h 28089"/>
                <a:gd name="connsiteX2" fmla="*/ 0 w 28115"/>
                <a:gd name="connsiteY2" fmla="*/ 14045 h 28089"/>
                <a:gd name="connsiteX3" fmla="*/ 14058 w 28115"/>
                <a:gd name="connsiteY3" fmla="*/ 28089 h 28089"/>
                <a:gd name="connsiteX4" fmla="*/ 14058 w 28115"/>
                <a:gd name="connsiteY4" fmla="*/ 28089 h 28089"/>
                <a:gd name="connsiteX5" fmla="*/ 28116 w 28115"/>
                <a:gd name="connsiteY5" fmla="*/ 14045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115" h="28089">
                  <a:moveTo>
                    <a:pt x="28116" y="14045"/>
                  </a:moveTo>
                  <a:cubicBezTo>
                    <a:pt x="28116" y="6384"/>
                    <a:pt x="21726" y="0"/>
                    <a:pt x="14058" y="0"/>
                  </a:cubicBezTo>
                  <a:cubicBezTo>
                    <a:pt x="6390" y="0"/>
                    <a:pt x="0" y="6384"/>
                    <a:pt x="0" y="14045"/>
                  </a:cubicBezTo>
                  <a:cubicBezTo>
                    <a:pt x="0" y="21705"/>
                    <a:pt x="6390" y="28089"/>
                    <a:pt x="14058" y="28089"/>
                  </a:cubicBezTo>
                  <a:cubicBezTo>
                    <a:pt x="14058" y="28089"/>
                    <a:pt x="14058" y="28089"/>
                    <a:pt x="14058" y="28089"/>
                  </a:cubicBezTo>
                  <a:cubicBezTo>
                    <a:pt x="21726" y="28089"/>
                    <a:pt x="28116" y="21705"/>
                    <a:pt x="28116" y="14045"/>
                  </a:cubicBezTo>
                  <a:close/>
                </a:path>
              </a:pathLst>
            </a:custGeom>
            <a:solidFill>
              <a:srgbClr val="007680"/>
            </a:solidFill>
            <a:ln w="6390" cap="flat">
              <a:noFill/>
              <a:prstDash val="solid"/>
              <a:miter/>
            </a:ln>
          </p:spPr>
          <p:txBody>
            <a:bodyPr rtlCol="0" anchor="ctr"/>
            <a:lstStyle/>
            <a:p>
              <a:endParaRPr lang="en-US"/>
            </a:p>
          </p:txBody>
        </p:sp>
        <p:sp>
          <p:nvSpPr>
            <p:cNvPr id="339" name="Graphic 4">
              <a:extLst>
                <a:ext uri="{FF2B5EF4-FFF2-40B4-BE49-F238E27FC236}">
                  <a16:creationId xmlns:a16="http://schemas.microsoft.com/office/drawing/2014/main" id="{4933F90A-E577-AB43-BECC-D81F5DA382D4}"/>
                </a:ext>
              </a:extLst>
            </p:cNvPr>
            <p:cNvSpPr/>
            <p:nvPr/>
          </p:nvSpPr>
          <p:spPr>
            <a:xfrm>
              <a:off x="1147588" y="3433468"/>
              <a:ext cx="27520" cy="27451"/>
            </a:xfrm>
            <a:custGeom>
              <a:avLst/>
              <a:gdLst>
                <a:gd name="connsiteX0" fmla="*/ 13463 w 27520"/>
                <a:gd name="connsiteY0" fmla="*/ 27451 h 27451"/>
                <a:gd name="connsiteX1" fmla="*/ 27521 w 27520"/>
                <a:gd name="connsiteY1" fmla="*/ 14045 h 27451"/>
                <a:gd name="connsiteX2" fmla="*/ 14102 w 27520"/>
                <a:gd name="connsiteY2" fmla="*/ 0 h 27451"/>
                <a:gd name="connsiteX3" fmla="*/ 44 w 27520"/>
                <a:gd name="connsiteY3" fmla="*/ 13406 h 27451"/>
                <a:gd name="connsiteX4" fmla="*/ 44 w 27520"/>
                <a:gd name="connsiteY4" fmla="*/ 13406 h 27451"/>
                <a:gd name="connsiteX5" fmla="*/ 13463 w 27520"/>
                <a:gd name="connsiteY5" fmla="*/ 27451 h 27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520" h="27451">
                  <a:moveTo>
                    <a:pt x="13463" y="27451"/>
                  </a:moveTo>
                  <a:cubicBezTo>
                    <a:pt x="21131" y="27451"/>
                    <a:pt x="27521" y="21067"/>
                    <a:pt x="27521" y="14045"/>
                  </a:cubicBezTo>
                  <a:cubicBezTo>
                    <a:pt x="27521" y="6384"/>
                    <a:pt x="21131" y="0"/>
                    <a:pt x="14102" y="0"/>
                  </a:cubicBezTo>
                  <a:cubicBezTo>
                    <a:pt x="6434" y="0"/>
                    <a:pt x="44" y="6384"/>
                    <a:pt x="44" y="13406"/>
                  </a:cubicBezTo>
                  <a:cubicBezTo>
                    <a:pt x="44" y="13406"/>
                    <a:pt x="44" y="13406"/>
                    <a:pt x="44" y="13406"/>
                  </a:cubicBezTo>
                  <a:cubicBezTo>
                    <a:pt x="-595" y="21067"/>
                    <a:pt x="5795" y="27451"/>
                    <a:pt x="13463" y="27451"/>
                  </a:cubicBezTo>
                  <a:close/>
                </a:path>
              </a:pathLst>
            </a:custGeom>
            <a:solidFill>
              <a:srgbClr val="007680"/>
            </a:solidFill>
            <a:ln w="6390" cap="flat">
              <a:noFill/>
              <a:prstDash val="solid"/>
              <a:miter/>
            </a:ln>
          </p:spPr>
          <p:txBody>
            <a:bodyPr rtlCol="0" anchor="ctr"/>
            <a:lstStyle/>
            <a:p>
              <a:endParaRPr lang="en-US"/>
            </a:p>
          </p:txBody>
        </p:sp>
        <p:sp>
          <p:nvSpPr>
            <p:cNvPr id="340" name="Graphic 4">
              <a:extLst>
                <a:ext uri="{FF2B5EF4-FFF2-40B4-BE49-F238E27FC236}">
                  <a16:creationId xmlns:a16="http://schemas.microsoft.com/office/drawing/2014/main" id="{19EE0693-9E36-A346-A376-21DECB790B97}"/>
                </a:ext>
              </a:extLst>
            </p:cNvPr>
            <p:cNvSpPr/>
            <p:nvPr/>
          </p:nvSpPr>
          <p:spPr>
            <a:xfrm>
              <a:off x="1147632" y="3580299"/>
              <a:ext cx="28115" cy="28089"/>
            </a:xfrm>
            <a:custGeom>
              <a:avLst/>
              <a:gdLst>
                <a:gd name="connsiteX0" fmla="*/ 0 w 28115"/>
                <a:gd name="connsiteY0" fmla="*/ 14045 h 28089"/>
                <a:gd name="connsiteX1" fmla="*/ 14058 w 28115"/>
                <a:gd name="connsiteY1" fmla="*/ 28089 h 28089"/>
                <a:gd name="connsiteX2" fmla="*/ 28116 w 28115"/>
                <a:gd name="connsiteY2" fmla="*/ 14045 h 28089"/>
                <a:gd name="connsiteX3" fmla="*/ 14058 w 28115"/>
                <a:gd name="connsiteY3" fmla="*/ 0 h 28089"/>
                <a:gd name="connsiteX4" fmla="*/ 14058 w 28115"/>
                <a:gd name="connsiteY4" fmla="*/ 0 h 28089"/>
                <a:gd name="connsiteX5" fmla="*/ 0 w 28115"/>
                <a:gd name="connsiteY5" fmla="*/ 14045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115" h="28089">
                  <a:moveTo>
                    <a:pt x="0" y="14045"/>
                  </a:moveTo>
                  <a:cubicBezTo>
                    <a:pt x="0" y="21705"/>
                    <a:pt x="6390" y="28089"/>
                    <a:pt x="14058" y="28089"/>
                  </a:cubicBezTo>
                  <a:cubicBezTo>
                    <a:pt x="21726" y="28089"/>
                    <a:pt x="28116" y="21705"/>
                    <a:pt x="28116" y="14045"/>
                  </a:cubicBezTo>
                  <a:cubicBezTo>
                    <a:pt x="28116" y="6384"/>
                    <a:pt x="21726" y="0"/>
                    <a:pt x="14058" y="0"/>
                  </a:cubicBezTo>
                  <a:cubicBezTo>
                    <a:pt x="14058" y="0"/>
                    <a:pt x="14058" y="0"/>
                    <a:pt x="14058" y="0"/>
                  </a:cubicBezTo>
                  <a:cubicBezTo>
                    <a:pt x="6390" y="638"/>
                    <a:pt x="0" y="6384"/>
                    <a:pt x="0" y="14045"/>
                  </a:cubicBezTo>
                  <a:close/>
                </a:path>
              </a:pathLst>
            </a:custGeom>
            <a:solidFill>
              <a:srgbClr val="007680"/>
            </a:solidFill>
            <a:ln w="6390" cap="flat">
              <a:noFill/>
              <a:prstDash val="solid"/>
              <a:miter/>
            </a:ln>
          </p:spPr>
          <p:txBody>
            <a:bodyPr rtlCol="0" anchor="ctr"/>
            <a:lstStyle/>
            <a:p>
              <a:endParaRPr lang="en-US"/>
            </a:p>
          </p:txBody>
        </p:sp>
        <p:sp>
          <p:nvSpPr>
            <p:cNvPr id="341" name="Graphic 4">
              <a:extLst>
                <a:ext uri="{FF2B5EF4-FFF2-40B4-BE49-F238E27FC236}">
                  <a16:creationId xmlns:a16="http://schemas.microsoft.com/office/drawing/2014/main" id="{7F8A7421-1939-F84A-8873-71628CD9CBD6}"/>
                </a:ext>
              </a:extLst>
            </p:cNvPr>
            <p:cNvSpPr/>
            <p:nvPr/>
          </p:nvSpPr>
          <p:spPr>
            <a:xfrm>
              <a:off x="998108" y="3580938"/>
              <a:ext cx="27520" cy="27451"/>
            </a:xfrm>
            <a:custGeom>
              <a:avLst/>
              <a:gdLst>
                <a:gd name="connsiteX0" fmla="*/ 14058 w 27520"/>
                <a:gd name="connsiteY0" fmla="*/ 0 h 27451"/>
                <a:gd name="connsiteX1" fmla="*/ 0 w 27520"/>
                <a:gd name="connsiteY1" fmla="*/ 13407 h 27451"/>
                <a:gd name="connsiteX2" fmla="*/ 13419 w 27520"/>
                <a:gd name="connsiteY2" fmla="*/ 27451 h 27451"/>
                <a:gd name="connsiteX3" fmla="*/ 27477 w 27520"/>
                <a:gd name="connsiteY3" fmla="*/ 14045 h 27451"/>
                <a:gd name="connsiteX4" fmla="*/ 27477 w 27520"/>
                <a:gd name="connsiteY4" fmla="*/ 14045 h 27451"/>
                <a:gd name="connsiteX5" fmla="*/ 14058 w 27520"/>
                <a:gd name="connsiteY5" fmla="*/ 0 h 27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520" h="27451">
                  <a:moveTo>
                    <a:pt x="14058" y="0"/>
                  </a:moveTo>
                  <a:cubicBezTo>
                    <a:pt x="6390" y="0"/>
                    <a:pt x="0" y="6384"/>
                    <a:pt x="0" y="13407"/>
                  </a:cubicBezTo>
                  <a:cubicBezTo>
                    <a:pt x="0" y="20429"/>
                    <a:pt x="6390" y="27451"/>
                    <a:pt x="13419" y="27451"/>
                  </a:cubicBezTo>
                  <a:cubicBezTo>
                    <a:pt x="21087" y="27451"/>
                    <a:pt x="27477" y="21067"/>
                    <a:pt x="27477" y="14045"/>
                  </a:cubicBezTo>
                  <a:cubicBezTo>
                    <a:pt x="27477" y="14045"/>
                    <a:pt x="27477" y="14045"/>
                    <a:pt x="27477" y="14045"/>
                  </a:cubicBezTo>
                  <a:cubicBezTo>
                    <a:pt x="28116" y="6384"/>
                    <a:pt x="21726" y="0"/>
                    <a:pt x="14058" y="0"/>
                  </a:cubicBezTo>
                  <a:close/>
                </a:path>
              </a:pathLst>
            </a:custGeom>
            <a:solidFill>
              <a:srgbClr val="007680"/>
            </a:solidFill>
            <a:ln w="6390" cap="flat">
              <a:noFill/>
              <a:prstDash val="solid"/>
              <a:miter/>
            </a:ln>
          </p:spPr>
          <p:txBody>
            <a:bodyPr rtlCol="0" anchor="ctr"/>
            <a:lstStyle/>
            <a:p>
              <a:endParaRPr lang="en-US"/>
            </a:p>
          </p:txBody>
        </p:sp>
        <p:sp>
          <p:nvSpPr>
            <p:cNvPr id="342" name="Graphic 4">
              <a:extLst>
                <a:ext uri="{FF2B5EF4-FFF2-40B4-BE49-F238E27FC236}">
                  <a16:creationId xmlns:a16="http://schemas.microsoft.com/office/drawing/2014/main" id="{5A2DCE55-35EC-564A-B6E8-7771603840E9}"/>
                </a:ext>
              </a:extLst>
            </p:cNvPr>
            <p:cNvSpPr/>
            <p:nvPr/>
          </p:nvSpPr>
          <p:spPr>
            <a:xfrm>
              <a:off x="905454" y="3339623"/>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86269 w 362309"/>
                <a:gd name="connsiteY6" fmla="*/ 207479 h 361971"/>
                <a:gd name="connsiteX7" fmla="*/ 260709 w 362309"/>
                <a:gd name="connsiteY7" fmla="*/ 187051 h 361971"/>
                <a:gd name="connsiteX8" fmla="*/ 217258 w 362309"/>
                <a:gd name="connsiteY8" fmla="*/ 187051 h 361971"/>
                <a:gd name="connsiteX9" fmla="*/ 212146 w 362309"/>
                <a:gd name="connsiteY9" fmla="*/ 200457 h 361971"/>
                <a:gd name="connsiteX10" fmla="*/ 243457 w 362309"/>
                <a:gd name="connsiteY10" fmla="*/ 231738 h 361971"/>
                <a:gd name="connsiteX11" fmla="*/ 256237 w 362309"/>
                <a:gd name="connsiteY11" fmla="*/ 228546 h 361971"/>
                <a:gd name="connsiteX12" fmla="*/ 283074 w 362309"/>
                <a:gd name="connsiteY12" fmla="*/ 255359 h 361971"/>
                <a:gd name="connsiteX13" fmla="*/ 256237 w 362309"/>
                <a:gd name="connsiteY13" fmla="*/ 282172 h 361971"/>
                <a:gd name="connsiteX14" fmla="*/ 229399 w 362309"/>
                <a:gd name="connsiteY14" fmla="*/ 255359 h 361971"/>
                <a:gd name="connsiteX15" fmla="*/ 229399 w 362309"/>
                <a:gd name="connsiteY15" fmla="*/ 255359 h 361971"/>
                <a:gd name="connsiteX16" fmla="*/ 233872 w 362309"/>
                <a:gd name="connsiteY16" fmla="*/ 240676 h 361971"/>
                <a:gd name="connsiteX17" fmla="*/ 203200 w 362309"/>
                <a:gd name="connsiteY17" fmla="*/ 210033 h 361971"/>
                <a:gd name="connsiteX18" fmla="*/ 187225 w 362309"/>
                <a:gd name="connsiteY18" fmla="*/ 217055 h 361971"/>
                <a:gd name="connsiteX19" fmla="*/ 187864 w 362309"/>
                <a:gd name="connsiteY19" fmla="*/ 260466 h 361971"/>
                <a:gd name="connsiteX20" fmla="*/ 207034 w 362309"/>
                <a:gd name="connsiteY20" fmla="*/ 292386 h 361971"/>
                <a:gd name="connsiteX21" fmla="*/ 175084 w 362309"/>
                <a:gd name="connsiteY21" fmla="*/ 311538 h 361971"/>
                <a:gd name="connsiteX22" fmla="*/ 155915 w 362309"/>
                <a:gd name="connsiteY22" fmla="*/ 279618 h 361971"/>
                <a:gd name="connsiteX23" fmla="*/ 175084 w 362309"/>
                <a:gd name="connsiteY23" fmla="*/ 260466 h 361971"/>
                <a:gd name="connsiteX24" fmla="*/ 174445 w 362309"/>
                <a:gd name="connsiteY24" fmla="*/ 217055 h 361971"/>
                <a:gd name="connsiteX25" fmla="*/ 158470 w 362309"/>
                <a:gd name="connsiteY25" fmla="*/ 210033 h 361971"/>
                <a:gd name="connsiteX26" fmla="*/ 128438 w 362309"/>
                <a:gd name="connsiteY26" fmla="*/ 240038 h 361971"/>
                <a:gd name="connsiteX27" fmla="*/ 122048 w 362309"/>
                <a:gd name="connsiteY27" fmla="*/ 277703 h 361971"/>
                <a:gd name="connsiteX28" fmla="*/ 84347 w 362309"/>
                <a:gd name="connsiteY28" fmla="*/ 271319 h 361971"/>
                <a:gd name="connsiteX29" fmla="*/ 90737 w 362309"/>
                <a:gd name="connsiteY29" fmla="*/ 233654 h 361971"/>
                <a:gd name="connsiteX30" fmla="*/ 118853 w 362309"/>
                <a:gd name="connsiteY30" fmla="*/ 231738 h 361971"/>
                <a:gd name="connsiteX31" fmla="*/ 150164 w 362309"/>
                <a:gd name="connsiteY31" fmla="*/ 201095 h 361971"/>
                <a:gd name="connsiteX32" fmla="*/ 145052 w 362309"/>
                <a:gd name="connsiteY32" fmla="*/ 187689 h 361971"/>
                <a:gd name="connsiteX33" fmla="*/ 101600 w 362309"/>
                <a:gd name="connsiteY33" fmla="*/ 187689 h 361971"/>
                <a:gd name="connsiteX34" fmla="*/ 69650 w 362309"/>
                <a:gd name="connsiteY34" fmla="*/ 206841 h 361971"/>
                <a:gd name="connsiteX35" fmla="*/ 50481 w 362309"/>
                <a:gd name="connsiteY35" fmla="*/ 174921 h 361971"/>
                <a:gd name="connsiteX36" fmla="*/ 82430 w 362309"/>
                <a:gd name="connsiteY36" fmla="*/ 155769 h 361971"/>
                <a:gd name="connsiteX37" fmla="*/ 101600 w 362309"/>
                <a:gd name="connsiteY37" fmla="*/ 174921 h 361971"/>
                <a:gd name="connsiteX38" fmla="*/ 145052 w 362309"/>
                <a:gd name="connsiteY38" fmla="*/ 174921 h 361971"/>
                <a:gd name="connsiteX39" fmla="*/ 151441 w 362309"/>
                <a:gd name="connsiteY39" fmla="*/ 160238 h 361971"/>
                <a:gd name="connsiteX40" fmla="*/ 120770 w 362309"/>
                <a:gd name="connsiteY40" fmla="*/ 129595 h 361971"/>
                <a:gd name="connsiteX41" fmla="*/ 84347 w 362309"/>
                <a:gd name="connsiteY41" fmla="*/ 120657 h 361971"/>
                <a:gd name="connsiteX42" fmla="*/ 93293 w 362309"/>
                <a:gd name="connsiteY42" fmla="*/ 84269 h 361971"/>
                <a:gd name="connsiteX43" fmla="*/ 129716 w 362309"/>
                <a:gd name="connsiteY43" fmla="*/ 93206 h 361971"/>
                <a:gd name="connsiteX44" fmla="*/ 133550 w 362309"/>
                <a:gd name="connsiteY44" fmla="*/ 106613 h 361971"/>
                <a:gd name="connsiteX45" fmla="*/ 129716 w 362309"/>
                <a:gd name="connsiteY45" fmla="*/ 120019 h 361971"/>
                <a:gd name="connsiteX46" fmla="*/ 161026 w 362309"/>
                <a:gd name="connsiteY46" fmla="*/ 150662 h 361971"/>
                <a:gd name="connsiteX47" fmla="*/ 175084 w 362309"/>
                <a:gd name="connsiteY47" fmla="*/ 144916 h 361971"/>
                <a:gd name="connsiteX48" fmla="*/ 175723 w 362309"/>
                <a:gd name="connsiteY48" fmla="*/ 101505 h 361971"/>
                <a:gd name="connsiteX49" fmla="*/ 156553 w 362309"/>
                <a:gd name="connsiteY49" fmla="*/ 69586 h 361971"/>
                <a:gd name="connsiteX50" fmla="*/ 188503 w 362309"/>
                <a:gd name="connsiteY50" fmla="*/ 50434 h 361971"/>
                <a:gd name="connsiteX51" fmla="*/ 207673 w 362309"/>
                <a:gd name="connsiteY51" fmla="*/ 82354 h 361971"/>
                <a:gd name="connsiteX52" fmla="*/ 188503 w 362309"/>
                <a:gd name="connsiteY52" fmla="*/ 101505 h 361971"/>
                <a:gd name="connsiteX53" fmla="*/ 187864 w 362309"/>
                <a:gd name="connsiteY53" fmla="*/ 144916 h 361971"/>
                <a:gd name="connsiteX54" fmla="*/ 202561 w 362309"/>
                <a:gd name="connsiteY54" fmla="*/ 151300 h 361971"/>
                <a:gd name="connsiteX55" fmla="*/ 233233 w 362309"/>
                <a:gd name="connsiteY55" fmla="*/ 120657 h 361971"/>
                <a:gd name="connsiteX56" fmla="*/ 242179 w 362309"/>
                <a:gd name="connsiteY56" fmla="*/ 84269 h 361971"/>
                <a:gd name="connsiteX57" fmla="*/ 256237 w 362309"/>
                <a:gd name="connsiteY57" fmla="*/ 80438 h 361971"/>
                <a:gd name="connsiteX58" fmla="*/ 283074 w 362309"/>
                <a:gd name="connsiteY58" fmla="*/ 106613 h 361971"/>
                <a:gd name="connsiteX59" fmla="*/ 256875 w 362309"/>
                <a:gd name="connsiteY59" fmla="*/ 133425 h 361971"/>
                <a:gd name="connsiteX60" fmla="*/ 242818 w 362309"/>
                <a:gd name="connsiteY60" fmla="*/ 129595 h 361971"/>
                <a:gd name="connsiteX61" fmla="*/ 212146 w 362309"/>
                <a:gd name="connsiteY61" fmla="*/ 160238 h 361971"/>
                <a:gd name="connsiteX62" fmla="*/ 217897 w 362309"/>
                <a:gd name="connsiteY62" fmla="*/ 174921 h 361971"/>
                <a:gd name="connsiteX63" fmla="*/ 261348 w 362309"/>
                <a:gd name="connsiteY63" fmla="*/ 174921 h 361971"/>
                <a:gd name="connsiteX64" fmla="*/ 293298 w 362309"/>
                <a:gd name="connsiteY64" fmla="*/ 155769 h 361971"/>
                <a:gd name="connsiteX65" fmla="*/ 312468 w 362309"/>
                <a:gd name="connsiteY65" fmla="*/ 187689 h 361971"/>
                <a:gd name="connsiteX66" fmla="*/ 286269 w 362309"/>
                <a:gd name="connsiteY66" fmla="*/ 207479 h 361971"/>
                <a:gd name="connsiteX67" fmla="*/ 286269 w 362309"/>
                <a:gd name="connsiteY67" fmla="*/ 20747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1157" y="0"/>
                    <a:pt x="180835" y="0"/>
                  </a:cubicBezTo>
                  <a:close/>
                  <a:moveTo>
                    <a:pt x="286269" y="207479"/>
                  </a:moveTo>
                  <a:cubicBezTo>
                    <a:pt x="274128" y="207479"/>
                    <a:pt x="263904" y="199180"/>
                    <a:pt x="260709" y="187051"/>
                  </a:cubicBezTo>
                  <a:lnTo>
                    <a:pt x="217258" y="187051"/>
                  </a:lnTo>
                  <a:cubicBezTo>
                    <a:pt x="216619" y="191519"/>
                    <a:pt x="214702" y="195988"/>
                    <a:pt x="212146" y="200457"/>
                  </a:cubicBezTo>
                  <a:lnTo>
                    <a:pt x="243457" y="231738"/>
                  </a:lnTo>
                  <a:cubicBezTo>
                    <a:pt x="247291" y="229823"/>
                    <a:pt x="251764" y="228546"/>
                    <a:pt x="256237" y="228546"/>
                  </a:cubicBezTo>
                  <a:cubicBezTo>
                    <a:pt x="270933" y="228546"/>
                    <a:pt x="283074" y="240676"/>
                    <a:pt x="283074" y="255359"/>
                  </a:cubicBezTo>
                  <a:cubicBezTo>
                    <a:pt x="283074" y="270042"/>
                    <a:pt x="270933" y="282172"/>
                    <a:pt x="256237" y="282172"/>
                  </a:cubicBezTo>
                  <a:cubicBezTo>
                    <a:pt x="241540" y="282172"/>
                    <a:pt x="229399" y="270042"/>
                    <a:pt x="229399" y="255359"/>
                  </a:cubicBezTo>
                  <a:lnTo>
                    <a:pt x="229399" y="255359"/>
                  </a:lnTo>
                  <a:cubicBezTo>
                    <a:pt x="229399" y="250252"/>
                    <a:pt x="230677" y="245145"/>
                    <a:pt x="233872" y="240676"/>
                  </a:cubicBezTo>
                  <a:lnTo>
                    <a:pt x="203200" y="210033"/>
                  </a:lnTo>
                  <a:cubicBezTo>
                    <a:pt x="198727" y="213863"/>
                    <a:pt x="192976" y="215779"/>
                    <a:pt x="187225" y="217055"/>
                  </a:cubicBezTo>
                  <a:lnTo>
                    <a:pt x="187864" y="260466"/>
                  </a:lnTo>
                  <a:cubicBezTo>
                    <a:pt x="201922" y="264297"/>
                    <a:pt x="210868" y="278341"/>
                    <a:pt x="207034" y="292386"/>
                  </a:cubicBezTo>
                  <a:cubicBezTo>
                    <a:pt x="203200" y="306431"/>
                    <a:pt x="189142" y="315369"/>
                    <a:pt x="175084" y="311538"/>
                  </a:cubicBezTo>
                  <a:cubicBezTo>
                    <a:pt x="161026" y="307708"/>
                    <a:pt x="152081" y="293663"/>
                    <a:pt x="155915" y="279618"/>
                  </a:cubicBezTo>
                  <a:cubicBezTo>
                    <a:pt x="158470" y="270042"/>
                    <a:pt x="165499" y="262382"/>
                    <a:pt x="175084" y="260466"/>
                  </a:cubicBezTo>
                  <a:lnTo>
                    <a:pt x="174445" y="217055"/>
                  </a:lnTo>
                  <a:cubicBezTo>
                    <a:pt x="168694" y="215779"/>
                    <a:pt x="162943" y="213863"/>
                    <a:pt x="158470" y="210033"/>
                  </a:cubicBezTo>
                  <a:lnTo>
                    <a:pt x="128438" y="240038"/>
                  </a:lnTo>
                  <a:cubicBezTo>
                    <a:pt x="137384" y="252167"/>
                    <a:pt x="134189" y="269404"/>
                    <a:pt x="122048" y="277703"/>
                  </a:cubicBezTo>
                  <a:cubicBezTo>
                    <a:pt x="109907" y="286002"/>
                    <a:pt x="92654" y="283449"/>
                    <a:pt x="84347" y="271319"/>
                  </a:cubicBezTo>
                  <a:cubicBezTo>
                    <a:pt x="75401" y="259190"/>
                    <a:pt x="78596" y="241953"/>
                    <a:pt x="90737" y="233654"/>
                  </a:cubicBezTo>
                  <a:cubicBezTo>
                    <a:pt x="99044" y="227908"/>
                    <a:pt x="109907" y="227270"/>
                    <a:pt x="118853" y="231738"/>
                  </a:cubicBezTo>
                  <a:lnTo>
                    <a:pt x="150164" y="201095"/>
                  </a:lnTo>
                  <a:cubicBezTo>
                    <a:pt x="147608" y="197265"/>
                    <a:pt x="145691" y="192796"/>
                    <a:pt x="145052" y="187689"/>
                  </a:cubicBezTo>
                  <a:lnTo>
                    <a:pt x="101600" y="187689"/>
                  </a:lnTo>
                  <a:cubicBezTo>
                    <a:pt x="97766" y="201734"/>
                    <a:pt x="83708" y="210671"/>
                    <a:pt x="69650" y="206841"/>
                  </a:cubicBezTo>
                  <a:cubicBezTo>
                    <a:pt x="55592" y="203011"/>
                    <a:pt x="46647" y="188966"/>
                    <a:pt x="50481" y="174921"/>
                  </a:cubicBezTo>
                  <a:cubicBezTo>
                    <a:pt x="54314" y="160876"/>
                    <a:pt x="68372" y="151939"/>
                    <a:pt x="82430" y="155769"/>
                  </a:cubicBezTo>
                  <a:cubicBezTo>
                    <a:pt x="92015" y="158323"/>
                    <a:pt x="99683" y="165345"/>
                    <a:pt x="101600" y="174921"/>
                  </a:cubicBezTo>
                  <a:lnTo>
                    <a:pt x="145052" y="174921"/>
                  </a:lnTo>
                  <a:cubicBezTo>
                    <a:pt x="146330" y="169814"/>
                    <a:pt x="148247" y="164707"/>
                    <a:pt x="151441" y="160238"/>
                  </a:cubicBezTo>
                  <a:lnTo>
                    <a:pt x="120770" y="129595"/>
                  </a:lnTo>
                  <a:cubicBezTo>
                    <a:pt x="107990" y="137256"/>
                    <a:pt x="92015" y="133425"/>
                    <a:pt x="84347" y="120657"/>
                  </a:cubicBezTo>
                  <a:cubicBezTo>
                    <a:pt x="76679" y="107889"/>
                    <a:pt x="80513" y="91930"/>
                    <a:pt x="93293" y="84269"/>
                  </a:cubicBezTo>
                  <a:cubicBezTo>
                    <a:pt x="106073" y="76608"/>
                    <a:pt x="122048" y="80438"/>
                    <a:pt x="129716" y="93206"/>
                  </a:cubicBezTo>
                  <a:cubicBezTo>
                    <a:pt x="132272" y="97037"/>
                    <a:pt x="133550" y="102144"/>
                    <a:pt x="133550" y="106613"/>
                  </a:cubicBezTo>
                  <a:cubicBezTo>
                    <a:pt x="133550" y="111720"/>
                    <a:pt x="132272" y="116189"/>
                    <a:pt x="129716" y="120019"/>
                  </a:cubicBezTo>
                  <a:lnTo>
                    <a:pt x="161026" y="150662"/>
                  </a:lnTo>
                  <a:cubicBezTo>
                    <a:pt x="165499" y="147470"/>
                    <a:pt x="169972" y="145555"/>
                    <a:pt x="175084" y="144916"/>
                  </a:cubicBezTo>
                  <a:lnTo>
                    <a:pt x="175723" y="101505"/>
                  </a:lnTo>
                  <a:cubicBezTo>
                    <a:pt x="161665" y="97675"/>
                    <a:pt x="152720" y="83630"/>
                    <a:pt x="156553" y="69586"/>
                  </a:cubicBezTo>
                  <a:cubicBezTo>
                    <a:pt x="160387" y="55541"/>
                    <a:pt x="174445" y="46603"/>
                    <a:pt x="188503" y="50434"/>
                  </a:cubicBezTo>
                  <a:cubicBezTo>
                    <a:pt x="202561" y="54264"/>
                    <a:pt x="211507" y="68309"/>
                    <a:pt x="207673" y="82354"/>
                  </a:cubicBezTo>
                  <a:cubicBezTo>
                    <a:pt x="205117" y="91930"/>
                    <a:pt x="198088" y="99590"/>
                    <a:pt x="188503" y="101505"/>
                  </a:cubicBezTo>
                  <a:lnTo>
                    <a:pt x="187864" y="144916"/>
                  </a:lnTo>
                  <a:cubicBezTo>
                    <a:pt x="192976" y="146193"/>
                    <a:pt x="198088" y="148108"/>
                    <a:pt x="202561" y="151300"/>
                  </a:cubicBezTo>
                  <a:lnTo>
                    <a:pt x="233233" y="120657"/>
                  </a:lnTo>
                  <a:cubicBezTo>
                    <a:pt x="225565" y="108528"/>
                    <a:pt x="229399" y="91930"/>
                    <a:pt x="242179" y="84269"/>
                  </a:cubicBezTo>
                  <a:cubicBezTo>
                    <a:pt x="246652" y="81715"/>
                    <a:pt x="251125" y="80438"/>
                    <a:pt x="256237" y="80438"/>
                  </a:cubicBezTo>
                  <a:cubicBezTo>
                    <a:pt x="270933" y="80438"/>
                    <a:pt x="283074" y="91930"/>
                    <a:pt x="283074" y="106613"/>
                  </a:cubicBezTo>
                  <a:cubicBezTo>
                    <a:pt x="283074" y="121296"/>
                    <a:pt x="271572" y="133425"/>
                    <a:pt x="256875" y="133425"/>
                  </a:cubicBezTo>
                  <a:cubicBezTo>
                    <a:pt x="251764" y="133425"/>
                    <a:pt x="246652" y="132149"/>
                    <a:pt x="242818" y="129595"/>
                  </a:cubicBezTo>
                  <a:lnTo>
                    <a:pt x="212146" y="160238"/>
                  </a:lnTo>
                  <a:cubicBezTo>
                    <a:pt x="215341" y="164707"/>
                    <a:pt x="217258" y="169814"/>
                    <a:pt x="217897" y="174921"/>
                  </a:cubicBezTo>
                  <a:lnTo>
                    <a:pt x="261348" y="174921"/>
                  </a:lnTo>
                  <a:cubicBezTo>
                    <a:pt x="265182" y="160876"/>
                    <a:pt x="279240" y="151939"/>
                    <a:pt x="293298" y="155769"/>
                  </a:cubicBezTo>
                  <a:cubicBezTo>
                    <a:pt x="307356" y="159600"/>
                    <a:pt x="316302" y="173644"/>
                    <a:pt x="312468" y="187689"/>
                  </a:cubicBezTo>
                  <a:cubicBezTo>
                    <a:pt x="309273" y="199819"/>
                    <a:pt x="298410" y="208118"/>
                    <a:pt x="286269" y="207479"/>
                  </a:cubicBezTo>
                  <a:lnTo>
                    <a:pt x="286269" y="207479"/>
                  </a:lnTo>
                  <a:close/>
                </a:path>
              </a:pathLst>
            </a:custGeom>
            <a:solidFill>
              <a:srgbClr val="007680"/>
            </a:solidFill>
            <a:ln w="6390" cap="flat">
              <a:noFill/>
              <a:prstDash val="solid"/>
              <a:miter/>
            </a:ln>
          </p:spPr>
          <p:txBody>
            <a:bodyPr rtlCol="0" anchor="ctr"/>
            <a:lstStyle/>
            <a:p>
              <a:endParaRPr lang="en-US"/>
            </a:p>
          </p:txBody>
        </p:sp>
        <p:sp>
          <p:nvSpPr>
            <p:cNvPr id="343" name="Graphic 4">
              <a:extLst>
                <a:ext uri="{FF2B5EF4-FFF2-40B4-BE49-F238E27FC236}">
                  <a16:creationId xmlns:a16="http://schemas.microsoft.com/office/drawing/2014/main" id="{6919CD99-C517-234C-9BB4-2961DA65A8C0}"/>
                </a:ext>
              </a:extLst>
            </p:cNvPr>
            <p:cNvSpPr/>
            <p:nvPr/>
          </p:nvSpPr>
          <p:spPr>
            <a:xfrm>
              <a:off x="1177665" y="3506884"/>
              <a:ext cx="27476" cy="27451"/>
            </a:xfrm>
            <a:custGeom>
              <a:avLst/>
              <a:gdLst>
                <a:gd name="connsiteX0" fmla="*/ 14058 w 27476"/>
                <a:gd name="connsiteY0" fmla="*/ 0 h 27451"/>
                <a:gd name="connsiteX1" fmla="*/ 0 w 27476"/>
                <a:gd name="connsiteY1" fmla="*/ 13406 h 27451"/>
                <a:gd name="connsiteX2" fmla="*/ 13419 w 27476"/>
                <a:gd name="connsiteY2" fmla="*/ 27451 h 27451"/>
                <a:gd name="connsiteX3" fmla="*/ 27477 w 27476"/>
                <a:gd name="connsiteY3" fmla="*/ 14045 h 27451"/>
                <a:gd name="connsiteX4" fmla="*/ 27477 w 27476"/>
                <a:gd name="connsiteY4" fmla="*/ 14045 h 27451"/>
                <a:gd name="connsiteX5" fmla="*/ 14058 w 27476"/>
                <a:gd name="connsiteY5" fmla="*/ 0 h 27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476" h="27451">
                  <a:moveTo>
                    <a:pt x="14058" y="0"/>
                  </a:moveTo>
                  <a:cubicBezTo>
                    <a:pt x="6390" y="0"/>
                    <a:pt x="0" y="6384"/>
                    <a:pt x="0" y="13406"/>
                  </a:cubicBezTo>
                  <a:cubicBezTo>
                    <a:pt x="0" y="20429"/>
                    <a:pt x="6390" y="27451"/>
                    <a:pt x="13419" y="27451"/>
                  </a:cubicBezTo>
                  <a:cubicBezTo>
                    <a:pt x="21087" y="27451"/>
                    <a:pt x="27477" y="21067"/>
                    <a:pt x="27477" y="14045"/>
                  </a:cubicBezTo>
                  <a:cubicBezTo>
                    <a:pt x="27477" y="14045"/>
                    <a:pt x="27477" y="14045"/>
                    <a:pt x="27477" y="14045"/>
                  </a:cubicBezTo>
                  <a:cubicBezTo>
                    <a:pt x="27477" y="6384"/>
                    <a:pt x="21726" y="0"/>
                    <a:pt x="14058" y="0"/>
                  </a:cubicBezTo>
                  <a:close/>
                </a:path>
              </a:pathLst>
            </a:custGeom>
            <a:solidFill>
              <a:srgbClr val="007680"/>
            </a:solidFill>
            <a:ln w="6390" cap="flat">
              <a:noFill/>
              <a:prstDash val="solid"/>
              <a:miter/>
            </a:ln>
          </p:spPr>
          <p:txBody>
            <a:bodyPr rtlCol="0" anchor="ctr"/>
            <a:lstStyle/>
            <a:p>
              <a:endParaRPr lang="en-US"/>
            </a:p>
          </p:txBody>
        </p:sp>
        <p:sp>
          <p:nvSpPr>
            <p:cNvPr id="344" name="Graphic 4">
              <a:extLst>
                <a:ext uri="{FF2B5EF4-FFF2-40B4-BE49-F238E27FC236}">
                  <a16:creationId xmlns:a16="http://schemas.microsoft.com/office/drawing/2014/main" id="{FEAE1DC3-861A-E84D-BF4A-AA3362C1E1EB}"/>
                </a:ext>
              </a:extLst>
            </p:cNvPr>
            <p:cNvSpPr/>
            <p:nvPr/>
          </p:nvSpPr>
          <p:spPr>
            <a:xfrm>
              <a:off x="1073509" y="3611581"/>
              <a:ext cx="28115" cy="28089"/>
            </a:xfrm>
            <a:custGeom>
              <a:avLst/>
              <a:gdLst>
                <a:gd name="connsiteX0" fmla="*/ 0 w 28115"/>
                <a:gd name="connsiteY0" fmla="*/ 14045 h 28089"/>
                <a:gd name="connsiteX1" fmla="*/ 14058 w 28115"/>
                <a:gd name="connsiteY1" fmla="*/ 28090 h 28089"/>
                <a:gd name="connsiteX2" fmla="*/ 28116 w 28115"/>
                <a:gd name="connsiteY2" fmla="*/ 14045 h 28089"/>
                <a:gd name="connsiteX3" fmla="*/ 14058 w 28115"/>
                <a:gd name="connsiteY3" fmla="*/ 0 h 28089"/>
                <a:gd name="connsiteX4" fmla="*/ 14058 w 28115"/>
                <a:gd name="connsiteY4" fmla="*/ 0 h 28089"/>
                <a:gd name="connsiteX5" fmla="*/ 0 w 28115"/>
                <a:gd name="connsiteY5" fmla="*/ 14045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115" h="28089">
                  <a:moveTo>
                    <a:pt x="0" y="14045"/>
                  </a:moveTo>
                  <a:cubicBezTo>
                    <a:pt x="0" y="21706"/>
                    <a:pt x="6390" y="28090"/>
                    <a:pt x="14058" y="28090"/>
                  </a:cubicBezTo>
                  <a:cubicBezTo>
                    <a:pt x="21726" y="28090"/>
                    <a:pt x="28116" y="21706"/>
                    <a:pt x="28116" y="14045"/>
                  </a:cubicBezTo>
                  <a:cubicBezTo>
                    <a:pt x="28116" y="6384"/>
                    <a:pt x="21726" y="0"/>
                    <a:pt x="14058" y="0"/>
                  </a:cubicBezTo>
                  <a:cubicBezTo>
                    <a:pt x="14058" y="0"/>
                    <a:pt x="14058" y="0"/>
                    <a:pt x="14058" y="0"/>
                  </a:cubicBezTo>
                  <a:cubicBezTo>
                    <a:pt x="6390" y="639"/>
                    <a:pt x="0" y="6384"/>
                    <a:pt x="0" y="14045"/>
                  </a:cubicBezTo>
                  <a:close/>
                </a:path>
              </a:pathLst>
            </a:custGeom>
            <a:solidFill>
              <a:srgbClr val="007680"/>
            </a:solidFill>
            <a:ln w="6390" cap="flat">
              <a:noFill/>
              <a:prstDash val="solid"/>
              <a:miter/>
            </a:ln>
          </p:spPr>
          <p:txBody>
            <a:bodyPr rtlCol="0" anchor="ctr"/>
            <a:lstStyle/>
            <a:p>
              <a:endParaRPr lang="en-US"/>
            </a:p>
          </p:txBody>
        </p:sp>
      </p:grpSp>
      <p:grpSp>
        <p:nvGrpSpPr>
          <p:cNvPr id="345" name="Graphic 4">
            <a:extLst>
              <a:ext uri="{FF2B5EF4-FFF2-40B4-BE49-F238E27FC236}">
                <a16:creationId xmlns:a16="http://schemas.microsoft.com/office/drawing/2014/main" id="{02881A11-FDB2-3640-B29A-06029DAB4378}"/>
              </a:ext>
            </a:extLst>
          </p:cNvPr>
          <p:cNvGrpSpPr>
            <a:grpSpLocks noChangeAspect="1"/>
          </p:cNvGrpSpPr>
          <p:nvPr/>
        </p:nvGrpSpPr>
        <p:grpSpPr>
          <a:xfrm>
            <a:off x="467743" y="2855717"/>
            <a:ext cx="361670" cy="362610"/>
            <a:chOff x="467743" y="2855717"/>
            <a:chExt cx="361670" cy="362610"/>
          </a:xfrm>
          <a:solidFill>
            <a:srgbClr val="007680"/>
          </a:solidFill>
        </p:grpSpPr>
        <p:sp>
          <p:nvSpPr>
            <p:cNvPr id="346" name="Graphic 4">
              <a:extLst>
                <a:ext uri="{FF2B5EF4-FFF2-40B4-BE49-F238E27FC236}">
                  <a16:creationId xmlns:a16="http://schemas.microsoft.com/office/drawing/2014/main" id="{B67FDF0F-1893-5C4E-A093-4CD697B0F2C0}"/>
                </a:ext>
              </a:extLst>
            </p:cNvPr>
            <p:cNvSpPr/>
            <p:nvPr/>
          </p:nvSpPr>
          <p:spPr>
            <a:xfrm>
              <a:off x="467743" y="2855717"/>
              <a:ext cx="361670" cy="362610"/>
            </a:xfrm>
            <a:custGeom>
              <a:avLst/>
              <a:gdLst>
                <a:gd name="connsiteX0" fmla="*/ 180835 w 361670"/>
                <a:gd name="connsiteY0" fmla="*/ 0 h 362610"/>
                <a:gd name="connsiteX1" fmla="*/ 0 w 361670"/>
                <a:gd name="connsiteY1" fmla="*/ 181305 h 362610"/>
                <a:gd name="connsiteX2" fmla="*/ 180835 w 361670"/>
                <a:gd name="connsiteY2" fmla="*/ 362610 h 362610"/>
                <a:gd name="connsiteX3" fmla="*/ 361670 w 361670"/>
                <a:gd name="connsiteY3" fmla="*/ 181305 h 362610"/>
                <a:gd name="connsiteX4" fmla="*/ 361670 w 361670"/>
                <a:gd name="connsiteY4" fmla="*/ 181305 h 362610"/>
                <a:gd name="connsiteX5" fmla="*/ 180835 w 361670"/>
                <a:gd name="connsiteY5" fmla="*/ 0 h 362610"/>
                <a:gd name="connsiteX6" fmla="*/ 180835 w 361670"/>
                <a:gd name="connsiteY6" fmla="*/ 0 h 362610"/>
                <a:gd name="connsiteX7" fmla="*/ 180835 w 361670"/>
                <a:gd name="connsiteY7" fmla="*/ 349204 h 362610"/>
                <a:gd name="connsiteX8" fmla="*/ 12780 w 361670"/>
                <a:gd name="connsiteY8" fmla="*/ 180667 h 362610"/>
                <a:gd name="connsiteX9" fmla="*/ 180835 w 361670"/>
                <a:gd name="connsiteY9" fmla="*/ 12130 h 362610"/>
                <a:gd name="connsiteX10" fmla="*/ 348891 w 361670"/>
                <a:gd name="connsiteY10" fmla="*/ 180667 h 362610"/>
                <a:gd name="connsiteX11" fmla="*/ 180835 w 361670"/>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2610">
                  <a:moveTo>
                    <a:pt x="180835" y="0"/>
                  </a:moveTo>
                  <a:cubicBezTo>
                    <a:pt x="80513" y="0"/>
                    <a:pt x="0" y="81076"/>
                    <a:pt x="0" y="181305"/>
                  </a:cubicBezTo>
                  <a:cubicBezTo>
                    <a:pt x="0" y="281533"/>
                    <a:pt x="81152" y="362610"/>
                    <a:pt x="180835" y="362610"/>
                  </a:cubicBezTo>
                  <a:cubicBezTo>
                    <a:pt x="280518" y="362610"/>
                    <a:pt x="361670" y="281533"/>
                    <a:pt x="361670" y="181305"/>
                  </a:cubicBezTo>
                  <a:cubicBezTo>
                    <a:pt x="361670" y="181305"/>
                    <a:pt x="361670" y="181305"/>
                    <a:pt x="361670" y="181305"/>
                  </a:cubicBezTo>
                  <a:cubicBezTo>
                    <a:pt x="361670" y="80438"/>
                    <a:pt x="281157" y="0"/>
                    <a:pt x="180835" y="0"/>
                  </a:cubicBezTo>
                  <a:cubicBezTo>
                    <a:pt x="180835" y="0"/>
                    <a:pt x="180835" y="0"/>
                    <a:pt x="180835" y="0"/>
                  </a:cubicBezTo>
                  <a:close/>
                  <a:moveTo>
                    <a:pt x="180835" y="349204"/>
                  </a:moveTo>
                  <a:cubicBezTo>
                    <a:pt x="87542" y="349204"/>
                    <a:pt x="12780" y="273873"/>
                    <a:pt x="12780" y="180667"/>
                  </a:cubicBezTo>
                  <a:cubicBezTo>
                    <a:pt x="12780" y="87460"/>
                    <a:pt x="88181" y="12130"/>
                    <a:pt x="180835" y="12130"/>
                  </a:cubicBezTo>
                  <a:cubicBezTo>
                    <a:pt x="273489" y="12130"/>
                    <a:pt x="348891" y="87460"/>
                    <a:pt x="348891" y="180667"/>
                  </a:cubicBezTo>
                  <a:cubicBezTo>
                    <a:pt x="348891" y="273234"/>
                    <a:pt x="273489" y="348565"/>
                    <a:pt x="180835" y="349204"/>
                  </a:cubicBezTo>
                  <a:close/>
                </a:path>
              </a:pathLst>
            </a:custGeom>
            <a:solidFill>
              <a:srgbClr val="007680"/>
            </a:solidFill>
            <a:ln w="6390" cap="flat">
              <a:noFill/>
              <a:prstDash val="solid"/>
              <a:miter/>
            </a:ln>
          </p:spPr>
          <p:txBody>
            <a:bodyPr rtlCol="0" anchor="ctr"/>
            <a:lstStyle/>
            <a:p>
              <a:endParaRPr lang="en-US"/>
            </a:p>
          </p:txBody>
        </p:sp>
        <p:sp>
          <p:nvSpPr>
            <p:cNvPr id="347" name="Graphic 4">
              <a:extLst>
                <a:ext uri="{FF2B5EF4-FFF2-40B4-BE49-F238E27FC236}">
                  <a16:creationId xmlns:a16="http://schemas.microsoft.com/office/drawing/2014/main" id="{4D81E3DE-5BE1-E94D-ABDF-0A523547FFFE}"/>
                </a:ext>
              </a:extLst>
            </p:cNvPr>
            <p:cNvSpPr/>
            <p:nvPr/>
          </p:nvSpPr>
          <p:spPr>
            <a:xfrm>
              <a:off x="519200" y="2906545"/>
              <a:ext cx="259338" cy="257762"/>
            </a:xfrm>
            <a:custGeom>
              <a:avLst/>
              <a:gdLst>
                <a:gd name="connsiteX0" fmla="*/ 238646 w 259338"/>
                <a:gd name="connsiteY0" fmla="*/ 110048 h 257762"/>
                <a:gd name="connsiteX1" fmla="*/ 219477 w 259338"/>
                <a:gd name="connsiteY1" fmla="*/ 123455 h 257762"/>
                <a:gd name="connsiteX2" fmla="*/ 207975 w 259338"/>
                <a:gd name="connsiteY2" fmla="*/ 123455 h 257762"/>
                <a:gd name="connsiteX3" fmla="*/ 189444 w 259338"/>
                <a:gd name="connsiteY3" fmla="*/ 78767 h 257762"/>
                <a:gd name="connsiteX4" fmla="*/ 197751 w 259338"/>
                <a:gd name="connsiteY4" fmla="*/ 70468 h 257762"/>
                <a:gd name="connsiteX5" fmla="*/ 220755 w 259338"/>
                <a:gd name="connsiteY5" fmla="*/ 66637 h 257762"/>
                <a:gd name="connsiteX6" fmla="*/ 220755 w 259338"/>
                <a:gd name="connsiteY6" fmla="*/ 66637 h 257762"/>
                <a:gd name="connsiteX7" fmla="*/ 220755 w 259338"/>
                <a:gd name="connsiteY7" fmla="*/ 37910 h 257762"/>
                <a:gd name="connsiteX8" fmla="*/ 192639 w 259338"/>
                <a:gd name="connsiteY8" fmla="*/ 37910 h 257762"/>
                <a:gd name="connsiteX9" fmla="*/ 188805 w 259338"/>
                <a:gd name="connsiteY9" fmla="*/ 60892 h 257762"/>
                <a:gd name="connsiteX10" fmla="*/ 180498 w 259338"/>
                <a:gd name="connsiteY10" fmla="*/ 69191 h 257762"/>
                <a:gd name="connsiteX11" fmla="*/ 135768 w 259338"/>
                <a:gd name="connsiteY11" fmla="*/ 50677 h 257762"/>
                <a:gd name="connsiteX12" fmla="*/ 135768 w 259338"/>
                <a:gd name="connsiteY12" fmla="*/ 39186 h 257762"/>
                <a:gd name="connsiteX13" fmla="*/ 148548 w 259338"/>
                <a:gd name="connsiteY13" fmla="*/ 13650 h 257762"/>
                <a:gd name="connsiteX14" fmla="*/ 122988 w 259338"/>
                <a:gd name="connsiteY14" fmla="*/ 882 h 257762"/>
                <a:gd name="connsiteX15" fmla="*/ 110209 w 259338"/>
                <a:gd name="connsiteY15" fmla="*/ 26418 h 257762"/>
                <a:gd name="connsiteX16" fmla="*/ 122988 w 259338"/>
                <a:gd name="connsiteY16" fmla="*/ 39186 h 257762"/>
                <a:gd name="connsiteX17" fmla="*/ 122988 w 259338"/>
                <a:gd name="connsiteY17" fmla="*/ 50677 h 257762"/>
                <a:gd name="connsiteX18" fmla="*/ 78259 w 259338"/>
                <a:gd name="connsiteY18" fmla="*/ 69191 h 257762"/>
                <a:gd name="connsiteX19" fmla="*/ 69952 w 259338"/>
                <a:gd name="connsiteY19" fmla="*/ 60892 h 257762"/>
                <a:gd name="connsiteX20" fmla="*/ 66118 w 259338"/>
                <a:gd name="connsiteY20" fmla="*/ 37910 h 257762"/>
                <a:gd name="connsiteX21" fmla="*/ 38002 w 259338"/>
                <a:gd name="connsiteY21" fmla="*/ 37910 h 257762"/>
                <a:gd name="connsiteX22" fmla="*/ 38002 w 259338"/>
                <a:gd name="connsiteY22" fmla="*/ 66637 h 257762"/>
                <a:gd name="connsiteX23" fmla="*/ 52060 w 259338"/>
                <a:gd name="connsiteY23" fmla="*/ 72383 h 257762"/>
                <a:gd name="connsiteX24" fmla="*/ 61006 w 259338"/>
                <a:gd name="connsiteY24" fmla="*/ 70468 h 257762"/>
                <a:gd name="connsiteX25" fmla="*/ 69313 w 259338"/>
                <a:gd name="connsiteY25" fmla="*/ 78129 h 257762"/>
                <a:gd name="connsiteX26" fmla="*/ 50782 w 259338"/>
                <a:gd name="connsiteY26" fmla="*/ 122816 h 257762"/>
                <a:gd name="connsiteX27" fmla="*/ 39280 w 259338"/>
                <a:gd name="connsiteY27" fmla="*/ 122816 h 257762"/>
                <a:gd name="connsiteX28" fmla="*/ 13721 w 259338"/>
                <a:gd name="connsiteY28" fmla="*/ 110048 h 257762"/>
                <a:gd name="connsiteX29" fmla="*/ 941 w 259338"/>
                <a:gd name="connsiteY29" fmla="*/ 135584 h 257762"/>
                <a:gd name="connsiteX30" fmla="*/ 26500 w 259338"/>
                <a:gd name="connsiteY30" fmla="*/ 148352 h 257762"/>
                <a:gd name="connsiteX31" fmla="*/ 39280 w 259338"/>
                <a:gd name="connsiteY31" fmla="*/ 135584 h 257762"/>
                <a:gd name="connsiteX32" fmla="*/ 50782 w 259338"/>
                <a:gd name="connsiteY32" fmla="*/ 135584 h 257762"/>
                <a:gd name="connsiteX33" fmla="*/ 69313 w 259338"/>
                <a:gd name="connsiteY33" fmla="*/ 180272 h 257762"/>
                <a:gd name="connsiteX34" fmla="*/ 61006 w 259338"/>
                <a:gd name="connsiteY34" fmla="*/ 188572 h 257762"/>
                <a:gd name="connsiteX35" fmla="*/ 38002 w 259338"/>
                <a:gd name="connsiteY35" fmla="*/ 192402 h 257762"/>
                <a:gd name="connsiteX36" fmla="*/ 38002 w 259338"/>
                <a:gd name="connsiteY36" fmla="*/ 192402 h 257762"/>
                <a:gd name="connsiteX37" fmla="*/ 38002 w 259338"/>
                <a:gd name="connsiteY37" fmla="*/ 220491 h 257762"/>
                <a:gd name="connsiteX38" fmla="*/ 66118 w 259338"/>
                <a:gd name="connsiteY38" fmla="*/ 220491 h 257762"/>
                <a:gd name="connsiteX39" fmla="*/ 69952 w 259338"/>
                <a:gd name="connsiteY39" fmla="*/ 196871 h 257762"/>
                <a:gd name="connsiteX40" fmla="*/ 78259 w 259338"/>
                <a:gd name="connsiteY40" fmla="*/ 188572 h 257762"/>
                <a:gd name="connsiteX41" fmla="*/ 122988 w 259338"/>
                <a:gd name="connsiteY41" fmla="*/ 207085 h 257762"/>
                <a:gd name="connsiteX42" fmla="*/ 122988 w 259338"/>
                <a:gd name="connsiteY42" fmla="*/ 218576 h 257762"/>
                <a:gd name="connsiteX43" fmla="*/ 110209 w 259338"/>
                <a:gd name="connsiteY43" fmla="*/ 244112 h 257762"/>
                <a:gd name="connsiteX44" fmla="*/ 135768 w 259338"/>
                <a:gd name="connsiteY44" fmla="*/ 256880 h 257762"/>
                <a:gd name="connsiteX45" fmla="*/ 148548 w 259338"/>
                <a:gd name="connsiteY45" fmla="*/ 231344 h 257762"/>
                <a:gd name="connsiteX46" fmla="*/ 135768 w 259338"/>
                <a:gd name="connsiteY46" fmla="*/ 218576 h 257762"/>
                <a:gd name="connsiteX47" fmla="*/ 135768 w 259338"/>
                <a:gd name="connsiteY47" fmla="*/ 207085 h 257762"/>
                <a:gd name="connsiteX48" fmla="*/ 180498 w 259338"/>
                <a:gd name="connsiteY48" fmla="*/ 188572 h 257762"/>
                <a:gd name="connsiteX49" fmla="*/ 188805 w 259338"/>
                <a:gd name="connsiteY49" fmla="*/ 196871 h 257762"/>
                <a:gd name="connsiteX50" fmla="*/ 192639 w 259338"/>
                <a:gd name="connsiteY50" fmla="*/ 219853 h 257762"/>
                <a:gd name="connsiteX51" fmla="*/ 192639 w 259338"/>
                <a:gd name="connsiteY51" fmla="*/ 219853 h 257762"/>
                <a:gd name="connsiteX52" fmla="*/ 220755 w 259338"/>
                <a:gd name="connsiteY52" fmla="*/ 220491 h 257762"/>
                <a:gd name="connsiteX53" fmla="*/ 221394 w 259338"/>
                <a:gd name="connsiteY53" fmla="*/ 192402 h 257762"/>
                <a:gd name="connsiteX54" fmla="*/ 197751 w 259338"/>
                <a:gd name="connsiteY54" fmla="*/ 188572 h 257762"/>
                <a:gd name="connsiteX55" fmla="*/ 190083 w 259338"/>
                <a:gd name="connsiteY55" fmla="*/ 180272 h 257762"/>
                <a:gd name="connsiteX56" fmla="*/ 208614 w 259338"/>
                <a:gd name="connsiteY56" fmla="*/ 135584 h 257762"/>
                <a:gd name="connsiteX57" fmla="*/ 220115 w 259338"/>
                <a:gd name="connsiteY57" fmla="*/ 135584 h 257762"/>
                <a:gd name="connsiteX58" fmla="*/ 245675 w 259338"/>
                <a:gd name="connsiteY58" fmla="*/ 148352 h 257762"/>
                <a:gd name="connsiteX59" fmla="*/ 258455 w 259338"/>
                <a:gd name="connsiteY59" fmla="*/ 122816 h 257762"/>
                <a:gd name="connsiteX60" fmla="*/ 238646 w 259338"/>
                <a:gd name="connsiteY60" fmla="*/ 110048 h 257762"/>
                <a:gd name="connsiteX61" fmla="*/ 238646 w 259338"/>
                <a:gd name="connsiteY61" fmla="*/ 110048 h 257762"/>
                <a:gd name="connsiteX62" fmla="*/ 201585 w 259338"/>
                <a:gd name="connsiteY62" fmla="*/ 47485 h 257762"/>
                <a:gd name="connsiteX63" fmla="*/ 211809 w 259338"/>
                <a:gd name="connsiteY63" fmla="*/ 47485 h 257762"/>
                <a:gd name="connsiteX64" fmla="*/ 211809 w 259338"/>
                <a:gd name="connsiteY64" fmla="*/ 47485 h 257762"/>
                <a:gd name="connsiteX65" fmla="*/ 211809 w 259338"/>
                <a:gd name="connsiteY65" fmla="*/ 57700 h 257762"/>
                <a:gd name="connsiteX66" fmla="*/ 201585 w 259338"/>
                <a:gd name="connsiteY66" fmla="*/ 57700 h 257762"/>
                <a:gd name="connsiteX67" fmla="*/ 201585 w 259338"/>
                <a:gd name="connsiteY67" fmla="*/ 47485 h 257762"/>
                <a:gd name="connsiteX68" fmla="*/ 201585 w 259338"/>
                <a:gd name="connsiteY68" fmla="*/ 47485 h 257762"/>
                <a:gd name="connsiteX69" fmla="*/ 129378 w 259338"/>
                <a:gd name="connsiteY69" fmla="*/ 13650 h 257762"/>
                <a:gd name="connsiteX70" fmla="*/ 136407 w 259338"/>
                <a:gd name="connsiteY70" fmla="*/ 20673 h 257762"/>
                <a:gd name="connsiteX71" fmla="*/ 129378 w 259338"/>
                <a:gd name="connsiteY71" fmla="*/ 27695 h 257762"/>
                <a:gd name="connsiteX72" fmla="*/ 122349 w 259338"/>
                <a:gd name="connsiteY72" fmla="*/ 20673 h 257762"/>
                <a:gd name="connsiteX73" fmla="*/ 129378 w 259338"/>
                <a:gd name="connsiteY73" fmla="*/ 13650 h 257762"/>
                <a:gd name="connsiteX74" fmla="*/ 46948 w 259338"/>
                <a:gd name="connsiteY74" fmla="*/ 58338 h 257762"/>
                <a:gd name="connsiteX75" fmla="*/ 46948 w 259338"/>
                <a:gd name="connsiteY75" fmla="*/ 48124 h 257762"/>
                <a:gd name="connsiteX76" fmla="*/ 46948 w 259338"/>
                <a:gd name="connsiteY76" fmla="*/ 48124 h 257762"/>
                <a:gd name="connsiteX77" fmla="*/ 52060 w 259338"/>
                <a:gd name="connsiteY77" fmla="*/ 46209 h 257762"/>
                <a:gd name="connsiteX78" fmla="*/ 59089 w 259338"/>
                <a:gd name="connsiteY78" fmla="*/ 53869 h 257762"/>
                <a:gd name="connsiteX79" fmla="*/ 51421 w 259338"/>
                <a:gd name="connsiteY79" fmla="*/ 60892 h 257762"/>
                <a:gd name="connsiteX80" fmla="*/ 46948 w 259338"/>
                <a:gd name="connsiteY80" fmla="*/ 58338 h 257762"/>
                <a:gd name="connsiteX81" fmla="*/ 46948 w 259338"/>
                <a:gd name="connsiteY81" fmla="*/ 58338 h 257762"/>
                <a:gd name="connsiteX82" fmla="*/ 20110 w 259338"/>
                <a:gd name="connsiteY82" fmla="*/ 137500 h 257762"/>
                <a:gd name="connsiteX83" fmla="*/ 13082 w 259338"/>
                <a:gd name="connsiteY83" fmla="*/ 129839 h 257762"/>
                <a:gd name="connsiteX84" fmla="*/ 20749 w 259338"/>
                <a:gd name="connsiteY84" fmla="*/ 122816 h 257762"/>
                <a:gd name="connsiteX85" fmla="*/ 27778 w 259338"/>
                <a:gd name="connsiteY85" fmla="*/ 129839 h 257762"/>
                <a:gd name="connsiteX86" fmla="*/ 20110 w 259338"/>
                <a:gd name="connsiteY86" fmla="*/ 137500 h 257762"/>
                <a:gd name="connsiteX87" fmla="*/ 20110 w 259338"/>
                <a:gd name="connsiteY87" fmla="*/ 137500 h 257762"/>
                <a:gd name="connsiteX88" fmla="*/ 20110 w 259338"/>
                <a:gd name="connsiteY88" fmla="*/ 137500 h 257762"/>
                <a:gd name="connsiteX89" fmla="*/ 57172 w 259338"/>
                <a:gd name="connsiteY89" fmla="*/ 212831 h 257762"/>
                <a:gd name="connsiteX90" fmla="*/ 46948 w 259338"/>
                <a:gd name="connsiteY90" fmla="*/ 212192 h 257762"/>
                <a:gd name="connsiteX91" fmla="*/ 46948 w 259338"/>
                <a:gd name="connsiteY91" fmla="*/ 202616 h 257762"/>
                <a:gd name="connsiteX92" fmla="*/ 57172 w 259338"/>
                <a:gd name="connsiteY92" fmla="*/ 202616 h 257762"/>
                <a:gd name="connsiteX93" fmla="*/ 57172 w 259338"/>
                <a:gd name="connsiteY93" fmla="*/ 212831 h 257762"/>
                <a:gd name="connsiteX94" fmla="*/ 57172 w 259338"/>
                <a:gd name="connsiteY94" fmla="*/ 212831 h 257762"/>
                <a:gd name="connsiteX95" fmla="*/ 129378 w 259338"/>
                <a:gd name="connsiteY95" fmla="*/ 246666 h 257762"/>
                <a:gd name="connsiteX96" fmla="*/ 122988 w 259338"/>
                <a:gd name="connsiteY96" fmla="*/ 238367 h 257762"/>
                <a:gd name="connsiteX97" fmla="*/ 129378 w 259338"/>
                <a:gd name="connsiteY97" fmla="*/ 231983 h 257762"/>
                <a:gd name="connsiteX98" fmla="*/ 137685 w 259338"/>
                <a:gd name="connsiteY98" fmla="*/ 238367 h 257762"/>
                <a:gd name="connsiteX99" fmla="*/ 131295 w 259338"/>
                <a:gd name="connsiteY99" fmla="*/ 246666 h 257762"/>
                <a:gd name="connsiteX100" fmla="*/ 129378 w 259338"/>
                <a:gd name="connsiteY100" fmla="*/ 246666 h 257762"/>
                <a:gd name="connsiteX101" fmla="*/ 211809 w 259338"/>
                <a:gd name="connsiteY101" fmla="*/ 201978 h 257762"/>
                <a:gd name="connsiteX102" fmla="*/ 211809 w 259338"/>
                <a:gd name="connsiteY102" fmla="*/ 212192 h 257762"/>
                <a:gd name="connsiteX103" fmla="*/ 201585 w 259338"/>
                <a:gd name="connsiteY103" fmla="*/ 212192 h 257762"/>
                <a:gd name="connsiteX104" fmla="*/ 201585 w 259338"/>
                <a:gd name="connsiteY104" fmla="*/ 201978 h 257762"/>
                <a:gd name="connsiteX105" fmla="*/ 201585 w 259338"/>
                <a:gd name="connsiteY105" fmla="*/ 201978 h 257762"/>
                <a:gd name="connsiteX106" fmla="*/ 211809 w 259338"/>
                <a:gd name="connsiteY106" fmla="*/ 201978 h 257762"/>
                <a:gd name="connsiteX107" fmla="*/ 211809 w 259338"/>
                <a:gd name="connsiteY107" fmla="*/ 201978 h 257762"/>
                <a:gd name="connsiteX108" fmla="*/ 129378 w 259338"/>
                <a:gd name="connsiteY108" fmla="*/ 196232 h 257762"/>
                <a:gd name="connsiteX109" fmla="*/ 62923 w 259338"/>
                <a:gd name="connsiteY109" fmla="*/ 129839 h 257762"/>
                <a:gd name="connsiteX110" fmla="*/ 129378 w 259338"/>
                <a:gd name="connsiteY110" fmla="*/ 63445 h 257762"/>
                <a:gd name="connsiteX111" fmla="*/ 195834 w 259338"/>
                <a:gd name="connsiteY111" fmla="*/ 129839 h 257762"/>
                <a:gd name="connsiteX112" fmla="*/ 129378 w 259338"/>
                <a:gd name="connsiteY112" fmla="*/ 196232 h 257762"/>
                <a:gd name="connsiteX113" fmla="*/ 129378 w 259338"/>
                <a:gd name="connsiteY113" fmla="*/ 196232 h 257762"/>
                <a:gd name="connsiteX114" fmla="*/ 238646 w 259338"/>
                <a:gd name="connsiteY114" fmla="*/ 137500 h 257762"/>
                <a:gd name="connsiteX115" fmla="*/ 231617 w 259338"/>
                <a:gd name="connsiteY115" fmla="*/ 130477 h 257762"/>
                <a:gd name="connsiteX116" fmla="*/ 238646 w 259338"/>
                <a:gd name="connsiteY116" fmla="*/ 123455 h 257762"/>
                <a:gd name="connsiteX117" fmla="*/ 245675 w 259338"/>
                <a:gd name="connsiteY117" fmla="*/ 130477 h 257762"/>
                <a:gd name="connsiteX118" fmla="*/ 238646 w 259338"/>
                <a:gd name="connsiteY118" fmla="*/ 137500 h 257762"/>
                <a:gd name="connsiteX119" fmla="*/ 238646 w 259338"/>
                <a:gd name="connsiteY119" fmla="*/ 137500 h 257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259338" h="257762">
                  <a:moveTo>
                    <a:pt x="238646" y="110048"/>
                  </a:moveTo>
                  <a:cubicBezTo>
                    <a:pt x="229700" y="110048"/>
                    <a:pt x="222032" y="115794"/>
                    <a:pt x="219477" y="123455"/>
                  </a:cubicBezTo>
                  <a:lnTo>
                    <a:pt x="207975" y="123455"/>
                  </a:lnTo>
                  <a:cubicBezTo>
                    <a:pt x="206697" y="106856"/>
                    <a:pt x="200307" y="91535"/>
                    <a:pt x="189444" y="78767"/>
                  </a:cubicBezTo>
                  <a:lnTo>
                    <a:pt x="197751" y="70468"/>
                  </a:lnTo>
                  <a:cubicBezTo>
                    <a:pt x="205419" y="74298"/>
                    <a:pt x="215004" y="73021"/>
                    <a:pt x="220755" y="66637"/>
                  </a:cubicBezTo>
                  <a:lnTo>
                    <a:pt x="220755" y="66637"/>
                  </a:lnTo>
                  <a:cubicBezTo>
                    <a:pt x="228422" y="58977"/>
                    <a:pt x="228422" y="46209"/>
                    <a:pt x="220755" y="37910"/>
                  </a:cubicBezTo>
                  <a:cubicBezTo>
                    <a:pt x="213087" y="30249"/>
                    <a:pt x="200307" y="30249"/>
                    <a:pt x="192639" y="37910"/>
                  </a:cubicBezTo>
                  <a:cubicBezTo>
                    <a:pt x="186888" y="44294"/>
                    <a:pt x="184971" y="53231"/>
                    <a:pt x="188805" y="60892"/>
                  </a:cubicBezTo>
                  <a:lnTo>
                    <a:pt x="180498" y="69191"/>
                  </a:lnTo>
                  <a:cubicBezTo>
                    <a:pt x="167718" y="58338"/>
                    <a:pt x="152382" y="51954"/>
                    <a:pt x="135768" y="50677"/>
                  </a:cubicBezTo>
                  <a:lnTo>
                    <a:pt x="135768" y="39186"/>
                  </a:lnTo>
                  <a:cubicBezTo>
                    <a:pt x="145992" y="35356"/>
                    <a:pt x="151743" y="24503"/>
                    <a:pt x="148548" y="13650"/>
                  </a:cubicBezTo>
                  <a:cubicBezTo>
                    <a:pt x="144714" y="3436"/>
                    <a:pt x="133851" y="-2310"/>
                    <a:pt x="122988" y="882"/>
                  </a:cubicBezTo>
                  <a:cubicBezTo>
                    <a:pt x="112765" y="4713"/>
                    <a:pt x="107014" y="15566"/>
                    <a:pt x="110209" y="26418"/>
                  </a:cubicBezTo>
                  <a:cubicBezTo>
                    <a:pt x="112126" y="32164"/>
                    <a:pt x="116599" y="37271"/>
                    <a:pt x="122988" y="39186"/>
                  </a:cubicBezTo>
                  <a:lnTo>
                    <a:pt x="122988" y="50677"/>
                  </a:lnTo>
                  <a:cubicBezTo>
                    <a:pt x="106375" y="51954"/>
                    <a:pt x="91039" y="58338"/>
                    <a:pt x="78259" y="69191"/>
                  </a:cubicBezTo>
                  <a:lnTo>
                    <a:pt x="69952" y="60892"/>
                  </a:lnTo>
                  <a:cubicBezTo>
                    <a:pt x="73786" y="53231"/>
                    <a:pt x="72508" y="43655"/>
                    <a:pt x="66118" y="37910"/>
                  </a:cubicBezTo>
                  <a:cubicBezTo>
                    <a:pt x="58450" y="30249"/>
                    <a:pt x="45670" y="30249"/>
                    <a:pt x="38002" y="37910"/>
                  </a:cubicBezTo>
                  <a:cubicBezTo>
                    <a:pt x="30334" y="45570"/>
                    <a:pt x="30334" y="58338"/>
                    <a:pt x="38002" y="66637"/>
                  </a:cubicBezTo>
                  <a:cubicBezTo>
                    <a:pt x="41836" y="70468"/>
                    <a:pt x="46948" y="72383"/>
                    <a:pt x="52060" y="72383"/>
                  </a:cubicBezTo>
                  <a:cubicBezTo>
                    <a:pt x="55255" y="72383"/>
                    <a:pt x="58450" y="71745"/>
                    <a:pt x="61006" y="70468"/>
                  </a:cubicBezTo>
                  <a:lnTo>
                    <a:pt x="69313" y="78129"/>
                  </a:lnTo>
                  <a:cubicBezTo>
                    <a:pt x="58450" y="90896"/>
                    <a:pt x="52060" y="106218"/>
                    <a:pt x="50782" y="122816"/>
                  </a:cubicBezTo>
                  <a:lnTo>
                    <a:pt x="39280" y="122816"/>
                  </a:lnTo>
                  <a:cubicBezTo>
                    <a:pt x="35446" y="112602"/>
                    <a:pt x="24583" y="106856"/>
                    <a:pt x="13721" y="110048"/>
                  </a:cubicBezTo>
                  <a:cubicBezTo>
                    <a:pt x="2858" y="113240"/>
                    <a:pt x="-2254" y="124732"/>
                    <a:pt x="941" y="135584"/>
                  </a:cubicBezTo>
                  <a:cubicBezTo>
                    <a:pt x="4136" y="146437"/>
                    <a:pt x="15637" y="151544"/>
                    <a:pt x="26500" y="148352"/>
                  </a:cubicBezTo>
                  <a:cubicBezTo>
                    <a:pt x="32251" y="146437"/>
                    <a:pt x="37363" y="141968"/>
                    <a:pt x="39280" y="135584"/>
                  </a:cubicBezTo>
                  <a:lnTo>
                    <a:pt x="50782" y="135584"/>
                  </a:lnTo>
                  <a:cubicBezTo>
                    <a:pt x="52060" y="152183"/>
                    <a:pt x="58450" y="167504"/>
                    <a:pt x="69313" y="180272"/>
                  </a:cubicBezTo>
                  <a:lnTo>
                    <a:pt x="61006" y="188572"/>
                  </a:lnTo>
                  <a:cubicBezTo>
                    <a:pt x="53338" y="184741"/>
                    <a:pt x="43753" y="186018"/>
                    <a:pt x="38002" y="192402"/>
                  </a:cubicBezTo>
                  <a:lnTo>
                    <a:pt x="38002" y="192402"/>
                  </a:lnTo>
                  <a:cubicBezTo>
                    <a:pt x="30334" y="200063"/>
                    <a:pt x="29695" y="212831"/>
                    <a:pt x="38002" y="220491"/>
                  </a:cubicBezTo>
                  <a:cubicBezTo>
                    <a:pt x="46309" y="228152"/>
                    <a:pt x="58450" y="228791"/>
                    <a:pt x="66118" y="220491"/>
                  </a:cubicBezTo>
                  <a:cubicBezTo>
                    <a:pt x="72508" y="214107"/>
                    <a:pt x="73786" y="205170"/>
                    <a:pt x="69952" y="196871"/>
                  </a:cubicBezTo>
                  <a:lnTo>
                    <a:pt x="78259" y="188572"/>
                  </a:lnTo>
                  <a:cubicBezTo>
                    <a:pt x="91039" y="199424"/>
                    <a:pt x="106375" y="205808"/>
                    <a:pt x="122988" y="207085"/>
                  </a:cubicBezTo>
                  <a:lnTo>
                    <a:pt x="122988" y="218576"/>
                  </a:lnTo>
                  <a:cubicBezTo>
                    <a:pt x="112765" y="222407"/>
                    <a:pt x="107014" y="233259"/>
                    <a:pt x="110209" y="244112"/>
                  </a:cubicBezTo>
                  <a:cubicBezTo>
                    <a:pt x="114043" y="254326"/>
                    <a:pt x="124905" y="260072"/>
                    <a:pt x="135768" y="256880"/>
                  </a:cubicBezTo>
                  <a:cubicBezTo>
                    <a:pt x="145992" y="253050"/>
                    <a:pt x="151743" y="242197"/>
                    <a:pt x="148548" y="231344"/>
                  </a:cubicBezTo>
                  <a:cubicBezTo>
                    <a:pt x="146631" y="225599"/>
                    <a:pt x="142158" y="220491"/>
                    <a:pt x="135768" y="218576"/>
                  </a:cubicBezTo>
                  <a:lnTo>
                    <a:pt x="135768" y="207085"/>
                  </a:lnTo>
                  <a:cubicBezTo>
                    <a:pt x="152382" y="205808"/>
                    <a:pt x="167718" y="199424"/>
                    <a:pt x="180498" y="188572"/>
                  </a:cubicBezTo>
                  <a:lnTo>
                    <a:pt x="188805" y="196871"/>
                  </a:lnTo>
                  <a:cubicBezTo>
                    <a:pt x="184971" y="204532"/>
                    <a:pt x="186249" y="214107"/>
                    <a:pt x="192639" y="219853"/>
                  </a:cubicBezTo>
                  <a:lnTo>
                    <a:pt x="192639" y="219853"/>
                  </a:lnTo>
                  <a:cubicBezTo>
                    <a:pt x="200307" y="227514"/>
                    <a:pt x="213087" y="228152"/>
                    <a:pt x="220755" y="220491"/>
                  </a:cubicBezTo>
                  <a:cubicBezTo>
                    <a:pt x="228422" y="212831"/>
                    <a:pt x="229061" y="200063"/>
                    <a:pt x="221394" y="192402"/>
                  </a:cubicBezTo>
                  <a:cubicBezTo>
                    <a:pt x="215004" y="186018"/>
                    <a:pt x="206058" y="184741"/>
                    <a:pt x="197751" y="188572"/>
                  </a:cubicBezTo>
                  <a:lnTo>
                    <a:pt x="190083" y="180272"/>
                  </a:lnTo>
                  <a:cubicBezTo>
                    <a:pt x="200946" y="167504"/>
                    <a:pt x="207336" y="152183"/>
                    <a:pt x="208614" y="135584"/>
                  </a:cubicBezTo>
                  <a:lnTo>
                    <a:pt x="220115" y="135584"/>
                  </a:lnTo>
                  <a:cubicBezTo>
                    <a:pt x="223949" y="145799"/>
                    <a:pt x="234812" y="151544"/>
                    <a:pt x="245675" y="148352"/>
                  </a:cubicBezTo>
                  <a:cubicBezTo>
                    <a:pt x="255899" y="144522"/>
                    <a:pt x="261650" y="133669"/>
                    <a:pt x="258455" y="122816"/>
                  </a:cubicBezTo>
                  <a:cubicBezTo>
                    <a:pt x="254621" y="115156"/>
                    <a:pt x="247592" y="110048"/>
                    <a:pt x="238646" y="110048"/>
                  </a:cubicBezTo>
                  <a:lnTo>
                    <a:pt x="238646" y="110048"/>
                  </a:lnTo>
                  <a:close/>
                  <a:moveTo>
                    <a:pt x="201585" y="47485"/>
                  </a:moveTo>
                  <a:cubicBezTo>
                    <a:pt x="204141" y="44932"/>
                    <a:pt x="208614" y="44294"/>
                    <a:pt x="211809" y="47485"/>
                  </a:cubicBezTo>
                  <a:cubicBezTo>
                    <a:pt x="211809" y="47485"/>
                    <a:pt x="211809" y="47485"/>
                    <a:pt x="211809" y="47485"/>
                  </a:cubicBezTo>
                  <a:cubicBezTo>
                    <a:pt x="214365" y="50039"/>
                    <a:pt x="214365" y="55146"/>
                    <a:pt x="211809" y="57700"/>
                  </a:cubicBezTo>
                  <a:cubicBezTo>
                    <a:pt x="209253" y="60253"/>
                    <a:pt x="204141" y="60253"/>
                    <a:pt x="201585" y="57700"/>
                  </a:cubicBezTo>
                  <a:cubicBezTo>
                    <a:pt x="198390" y="55146"/>
                    <a:pt x="198390" y="50677"/>
                    <a:pt x="201585" y="47485"/>
                  </a:cubicBezTo>
                  <a:cubicBezTo>
                    <a:pt x="201585" y="47485"/>
                    <a:pt x="201585" y="47485"/>
                    <a:pt x="201585" y="47485"/>
                  </a:cubicBezTo>
                  <a:close/>
                  <a:moveTo>
                    <a:pt x="129378" y="13650"/>
                  </a:moveTo>
                  <a:cubicBezTo>
                    <a:pt x="133212" y="13650"/>
                    <a:pt x="136407" y="16842"/>
                    <a:pt x="136407" y="20673"/>
                  </a:cubicBezTo>
                  <a:cubicBezTo>
                    <a:pt x="136407" y="24503"/>
                    <a:pt x="133212" y="27695"/>
                    <a:pt x="129378" y="27695"/>
                  </a:cubicBezTo>
                  <a:cubicBezTo>
                    <a:pt x="125544" y="27695"/>
                    <a:pt x="122349" y="24503"/>
                    <a:pt x="122349" y="20673"/>
                  </a:cubicBezTo>
                  <a:cubicBezTo>
                    <a:pt x="122349" y="16842"/>
                    <a:pt x="125544" y="13650"/>
                    <a:pt x="129378" y="13650"/>
                  </a:cubicBezTo>
                  <a:close/>
                  <a:moveTo>
                    <a:pt x="46948" y="58338"/>
                  </a:moveTo>
                  <a:cubicBezTo>
                    <a:pt x="44392" y="55785"/>
                    <a:pt x="44392" y="50677"/>
                    <a:pt x="46948" y="48124"/>
                  </a:cubicBezTo>
                  <a:cubicBezTo>
                    <a:pt x="46948" y="48124"/>
                    <a:pt x="46948" y="48124"/>
                    <a:pt x="46948" y="48124"/>
                  </a:cubicBezTo>
                  <a:cubicBezTo>
                    <a:pt x="48226" y="46847"/>
                    <a:pt x="50143" y="46209"/>
                    <a:pt x="52060" y="46209"/>
                  </a:cubicBezTo>
                  <a:cubicBezTo>
                    <a:pt x="55894" y="46209"/>
                    <a:pt x="59089" y="50039"/>
                    <a:pt x="59089" y="53869"/>
                  </a:cubicBezTo>
                  <a:cubicBezTo>
                    <a:pt x="59089" y="57700"/>
                    <a:pt x="55255" y="60892"/>
                    <a:pt x="51421" y="60892"/>
                  </a:cubicBezTo>
                  <a:cubicBezTo>
                    <a:pt x="49504" y="60253"/>
                    <a:pt x="48226" y="59615"/>
                    <a:pt x="46948" y="58338"/>
                  </a:cubicBezTo>
                  <a:lnTo>
                    <a:pt x="46948" y="58338"/>
                  </a:lnTo>
                  <a:close/>
                  <a:moveTo>
                    <a:pt x="20110" y="137500"/>
                  </a:moveTo>
                  <a:cubicBezTo>
                    <a:pt x="16277" y="137500"/>
                    <a:pt x="13082" y="134308"/>
                    <a:pt x="13082" y="129839"/>
                  </a:cubicBezTo>
                  <a:cubicBezTo>
                    <a:pt x="13082" y="126008"/>
                    <a:pt x="16277" y="122816"/>
                    <a:pt x="20749" y="122816"/>
                  </a:cubicBezTo>
                  <a:cubicBezTo>
                    <a:pt x="24583" y="122816"/>
                    <a:pt x="27778" y="126008"/>
                    <a:pt x="27778" y="129839"/>
                  </a:cubicBezTo>
                  <a:cubicBezTo>
                    <a:pt x="27139" y="133669"/>
                    <a:pt x="23944" y="136861"/>
                    <a:pt x="20110" y="137500"/>
                  </a:cubicBezTo>
                  <a:cubicBezTo>
                    <a:pt x="20110" y="137500"/>
                    <a:pt x="20110" y="137500"/>
                    <a:pt x="20110" y="137500"/>
                  </a:cubicBezTo>
                  <a:lnTo>
                    <a:pt x="20110" y="137500"/>
                  </a:lnTo>
                  <a:close/>
                  <a:moveTo>
                    <a:pt x="57172" y="212831"/>
                  </a:moveTo>
                  <a:cubicBezTo>
                    <a:pt x="53977" y="215384"/>
                    <a:pt x="49504" y="214746"/>
                    <a:pt x="46948" y="212192"/>
                  </a:cubicBezTo>
                  <a:cubicBezTo>
                    <a:pt x="44392" y="209639"/>
                    <a:pt x="44392" y="205808"/>
                    <a:pt x="46948" y="202616"/>
                  </a:cubicBezTo>
                  <a:cubicBezTo>
                    <a:pt x="50143" y="200063"/>
                    <a:pt x="54616" y="200063"/>
                    <a:pt x="57172" y="202616"/>
                  </a:cubicBezTo>
                  <a:cubicBezTo>
                    <a:pt x="59728" y="205170"/>
                    <a:pt x="59728" y="209639"/>
                    <a:pt x="57172" y="212831"/>
                  </a:cubicBezTo>
                  <a:lnTo>
                    <a:pt x="57172" y="212831"/>
                  </a:lnTo>
                  <a:close/>
                  <a:moveTo>
                    <a:pt x="129378" y="246666"/>
                  </a:moveTo>
                  <a:cubicBezTo>
                    <a:pt x="125544" y="246027"/>
                    <a:pt x="122349" y="242835"/>
                    <a:pt x="122988" y="238367"/>
                  </a:cubicBezTo>
                  <a:cubicBezTo>
                    <a:pt x="123627" y="234536"/>
                    <a:pt x="126183" y="231983"/>
                    <a:pt x="129378" y="231983"/>
                  </a:cubicBezTo>
                  <a:cubicBezTo>
                    <a:pt x="133212" y="231344"/>
                    <a:pt x="137046" y="234536"/>
                    <a:pt x="137685" y="238367"/>
                  </a:cubicBezTo>
                  <a:cubicBezTo>
                    <a:pt x="138324" y="242197"/>
                    <a:pt x="135129" y="246027"/>
                    <a:pt x="131295" y="246666"/>
                  </a:cubicBezTo>
                  <a:cubicBezTo>
                    <a:pt x="130017" y="246666"/>
                    <a:pt x="130017" y="246666"/>
                    <a:pt x="129378" y="246666"/>
                  </a:cubicBezTo>
                  <a:close/>
                  <a:moveTo>
                    <a:pt x="211809" y="201978"/>
                  </a:moveTo>
                  <a:cubicBezTo>
                    <a:pt x="214365" y="204532"/>
                    <a:pt x="214365" y="209639"/>
                    <a:pt x="211809" y="212192"/>
                  </a:cubicBezTo>
                  <a:cubicBezTo>
                    <a:pt x="209253" y="214746"/>
                    <a:pt x="204141" y="214746"/>
                    <a:pt x="201585" y="212192"/>
                  </a:cubicBezTo>
                  <a:cubicBezTo>
                    <a:pt x="199029" y="209639"/>
                    <a:pt x="199029" y="204532"/>
                    <a:pt x="201585" y="201978"/>
                  </a:cubicBezTo>
                  <a:cubicBezTo>
                    <a:pt x="201585" y="201978"/>
                    <a:pt x="201585" y="201978"/>
                    <a:pt x="201585" y="201978"/>
                  </a:cubicBezTo>
                  <a:cubicBezTo>
                    <a:pt x="204141" y="199424"/>
                    <a:pt x="208614" y="198786"/>
                    <a:pt x="211809" y="201978"/>
                  </a:cubicBezTo>
                  <a:lnTo>
                    <a:pt x="211809" y="201978"/>
                  </a:lnTo>
                  <a:close/>
                  <a:moveTo>
                    <a:pt x="129378" y="196232"/>
                  </a:moveTo>
                  <a:cubicBezTo>
                    <a:pt x="92956" y="196232"/>
                    <a:pt x="62923" y="166228"/>
                    <a:pt x="62923" y="129839"/>
                  </a:cubicBezTo>
                  <a:cubicBezTo>
                    <a:pt x="62923" y="93450"/>
                    <a:pt x="92956" y="63445"/>
                    <a:pt x="129378" y="63445"/>
                  </a:cubicBezTo>
                  <a:cubicBezTo>
                    <a:pt x="165801" y="63445"/>
                    <a:pt x="195834" y="93450"/>
                    <a:pt x="195834" y="129839"/>
                  </a:cubicBezTo>
                  <a:cubicBezTo>
                    <a:pt x="195834" y="166228"/>
                    <a:pt x="165801" y="196232"/>
                    <a:pt x="129378" y="196232"/>
                  </a:cubicBezTo>
                  <a:lnTo>
                    <a:pt x="129378" y="196232"/>
                  </a:lnTo>
                  <a:close/>
                  <a:moveTo>
                    <a:pt x="238646" y="137500"/>
                  </a:moveTo>
                  <a:cubicBezTo>
                    <a:pt x="234812" y="137500"/>
                    <a:pt x="231617" y="134308"/>
                    <a:pt x="231617" y="130477"/>
                  </a:cubicBezTo>
                  <a:cubicBezTo>
                    <a:pt x="231617" y="126647"/>
                    <a:pt x="234812" y="123455"/>
                    <a:pt x="238646" y="123455"/>
                  </a:cubicBezTo>
                  <a:cubicBezTo>
                    <a:pt x="242480" y="123455"/>
                    <a:pt x="245675" y="126647"/>
                    <a:pt x="245675" y="130477"/>
                  </a:cubicBezTo>
                  <a:cubicBezTo>
                    <a:pt x="245675" y="133669"/>
                    <a:pt x="242480" y="137500"/>
                    <a:pt x="238646" y="137500"/>
                  </a:cubicBezTo>
                  <a:lnTo>
                    <a:pt x="238646" y="137500"/>
                  </a:lnTo>
                  <a:close/>
                </a:path>
              </a:pathLst>
            </a:custGeom>
            <a:solidFill>
              <a:srgbClr val="007680"/>
            </a:solidFill>
            <a:ln w="6390" cap="flat">
              <a:noFill/>
              <a:prstDash val="solid"/>
              <a:miter/>
            </a:ln>
          </p:spPr>
          <p:txBody>
            <a:bodyPr rtlCol="0" anchor="ctr"/>
            <a:lstStyle/>
            <a:p>
              <a:endParaRPr lang="en-US"/>
            </a:p>
          </p:txBody>
        </p:sp>
        <p:sp>
          <p:nvSpPr>
            <p:cNvPr id="348" name="Graphic 4">
              <a:extLst>
                <a:ext uri="{FF2B5EF4-FFF2-40B4-BE49-F238E27FC236}">
                  <a16:creationId xmlns:a16="http://schemas.microsoft.com/office/drawing/2014/main" id="{7CE8BC69-2BD7-2C4E-9A09-ACD9D7E4AD29}"/>
                </a:ext>
              </a:extLst>
            </p:cNvPr>
            <p:cNvSpPr/>
            <p:nvPr/>
          </p:nvSpPr>
          <p:spPr>
            <a:xfrm>
              <a:off x="612958" y="2978130"/>
              <a:ext cx="71403" cy="55700"/>
            </a:xfrm>
            <a:custGeom>
              <a:avLst/>
              <a:gdLst>
                <a:gd name="connsiteX0" fmla="*/ 39454 w 71403"/>
                <a:gd name="connsiteY0" fmla="*/ 1436 h 55700"/>
                <a:gd name="connsiteX1" fmla="*/ 31786 w 71403"/>
                <a:gd name="connsiteY1" fmla="*/ 1436 h 55700"/>
                <a:gd name="connsiteX2" fmla="*/ 2393 w 71403"/>
                <a:gd name="connsiteY2" fmla="*/ 24419 h 55700"/>
                <a:gd name="connsiteX3" fmla="*/ 1115 w 71403"/>
                <a:gd name="connsiteY3" fmla="*/ 33356 h 55700"/>
                <a:gd name="connsiteX4" fmla="*/ 6227 w 71403"/>
                <a:gd name="connsiteY4" fmla="*/ 35910 h 55700"/>
                <a:gd name="connsiteX5" fmla="*/ 13255 w 71403"/>
                <a:gd name="connsiteY5" fmla="*/ 35910 h 55700"/>
                <a:gd name="connsiteX6" fmla="*/ 13255 w 71403"/>
                <a:gd name="connsiteY6" fmla="*/ 49316 h 55700"/>
                <a:gd name="connsiteX7" fmla="*/ 19645 w 71403"/>
                <a:gd name="connsiteY7" fmla="*/ 55700 h 55700"/>
                <a:gd name="connsiteX8" fmla="*/ 51595 w 71403"/>
                <a:gd name="connsiteY8" fmla="*/ 55700 h 55700"/>
                <a:gd name="connsiteX9" fmla="*/ 57985 w 71403"/>
                <a:gd name="connsiteY9" fmla="*/ 49316 h 55700"/>
                <a:gd name="connsiteX10" fmla="*/ 57985 w 71403"/>
                <a:gd name="connsiteY10" fmla="*/ 35910 h 55700"/>
                <a:gd name="connsiteX11" fmla="*/ 65014 w 71403"/>
                <a:gd name="connsiteY11" fmla="*/ 35910 h 55700"/>
                <a:gd name="connsiteX12" fmla="*/ 71404 w 71403"/>
                <a:gd name="connsiteY12" fmla="*/ 29526 h 55700"/>
                <a:gd name="connsiteX13" fmla="*/ 68848 w 71403"/>
                <a:gd name="connsiteY13" fmla="*/ 24419 h 55700"/>
                <a:gd name="connsiteX14" fmla="*/ 39454 w 71403"/>
                <a:gd name="connsiteY14" fmla="*/ 1436 h 55700"/>
                <a:gd name="connsiteX15" fmla="*/ 45205 w 71403"/>
                <a:gd name="connsiteY15" fmla="*/ 29526 h 55700"/>
                <a:gd name="connsiteX16" fmla="*/ 45205 w 71403"/>
                <a:gd name="connsiteY16" fmla="*/ 42932 h 55700"/>
                <a:gd name="connsiteX17" fmla="*/ 26035 w 71403"/>
                <a:gd name="connsiteY17" fmla="*/ 42932 h 55700"/>
                <a:gd name="connsiteX18" fmla="*/ 26035 w 71403"/>
                <a:gd name="connsiteY18" fmla="*/ 29526 h 55700"/>
                <a:gd name="connsiteX19" fmla="*/ 23479 w 71403"/>
                <a:gd name="connsiteY19" fmla="*/ 24419 h 55700"/>
                <a:gd name="connsiteX20" fmla="*/ 35620 w 71403"/>
                <a:gd name="connsiteY20" fmla="*/ 14843 h 55700"/>
                <a:gd name="connsiteX21" fmla="*/ 48400 w 71403"/>
                <a:gd name="connsiteY21" fmla="*/ 24419 h 55700"/>
                <a:gd name="connsiteX22" fmla="*/ 45205 w 71403"/>
                <a:gd name="connsiteY22" fmla="*/ 29526 h 55700"/>
                <a:gd name="connsiteX23" fmla="*/ 45205 w 71403"/>
                <a:gd name="connsiteY23" fmla="*/ 29526 h 5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1403" h="55700">
                  <a:moveTo>
                    <a:pt x="39454" y="1436"/>
                  </a:moveTo>
                  <a:cubicBezTo>
                    <a:pt x="36898" y="-479"/>
                    <a:pt x="33703" y="-479"/>
                    <a:pt x="31786" y="1436"/>
                  </a:cubicBezTo>
                  <a:lnTo>
                    <a:pt x="2393" y="24419"/>
                  </a:lnTo>
                  <a:cubicBezTo>
                    <a:pt x="-163" y="26334"/>
                    <a:pt x="-802" y="30803"/>
                    <a:pt x="1115" y="33356"/>
                  </a:cubicBezTo>
                  <a:cubicBezTo>
                    <a:pt x="2393" y="34633"/>
                    <a:pt x="4310" y="35910"/>
                    <a:pt x="6227" y="35910"/>
                  </a:cubicBezTo>
                  <a:lnTo>
                    <a:pt x="13255" y="35910"/>
                  </a:lnTo>
                  <a:lnTo>
                    <a:pt x="13255" y="49316"/>
                  </a:lnTo>
                  <a:cubicBezTo>
                    <a:pt x="13255" y="53147"/>
                    <a:pt x="15811" y="55700"/>
                    <a:pt x="19645" y="55700"/>
                  </a:cubicBezTo>
                  <a:lnTo>
                    <a:pt x="51595" y="55700"/>
                  </a:lnTo>
                  <a:cubicBezTo>
                    <a:pt x="55429" y="55700"/>
                    <a:pt x="57985" y="53147"/>
                    <a:pt x="57985" y="49316"/>
                  </a:cubicBezTo>
                  <a:lnTo>
                    <a:pt x="57985" y="35910"/>
                  </a:lnTo>
                  <a:lnTo>
                    <a:pt x="65014" y="35910"/>
                  </a:lnTo>
                  <a:cubicBezTo>
                    <a:pt x="68848" y="35910"/>
                    <a:pt x="71404" y="33356"/>
                    <a:pt x="71404" y="29526"/>
                  </a:cubicBezTo>
                  <a:cubicBezTo>
                    <a:pt x="71404" y="27611"/>
                    <a:pt x="70765" y="25696"/>
                    <a:pt x="68848" y="24419"/>
                  </a:cubicBezTo>
                  <a:lnTo>
                    <a:pt x="39454" y="1436"/>
                  </a:lnTo>
                  <a:close/>
                  <a:moveTo>
                    <a:pt x="45205" y="29526"/>
                  </a:moveTo>
                  <a:lnTo>
                    <a:pt x="45205" y="42932"/>
                  </a:lnTo>
                  <a:lnTo>
                    <a:pt x="26035" y="42932"/>
                  </a:lnTo>
                  <a:lnTo>
                    <a:pt x="26035" y="29526"/>
                  </a:lnTo>
                  <a:cubicBezTo>
                    <a:pt x="26035" y="27611"/>
                    <a:pt x="24757" y="25696"/>
                    <a:pt x="23479" y="24419"/>
                  </a:cubicBezTo>
                  <a:lnTo>
                    <a:pt x="35620" y="14843"/>
                  </a:lnTo>
                  <a:lnTo>
                    <a:pt x="48400" y="24419"/>
                  </a:lnTo>
                  <a:cubicBezTo>
                    <a:pt x="46483" y="25057"/>
                    <a:pt x="45205" y="26972"/>
                    <a:pt x="45205" y="29526"/>
                  </a:cubicBezTo>
                  <a:lnTo>
                    <a:pt x="45205" y="29526"/>
                  </a:lnTo>
                  <a:close/>
                </a:path>
              </a:pathLst>
            </a:custGeom>
            <a:solidFill>
              <a:srgbClr val="007680"/>
            </a:solidFill>
            <a:ln w="6390" cap="flat">
              <a:noFill/>
              <a:prstDash val="solid"/>
              <a:miter/>
            </a:ln>
          </p:spPr>
          <p:txBody>
            <a:bodyPr rtlCol="0" anchor="ctr"/>
            <a:lstStyle/>
            <a:p>
              <a:endParaRPr lang="en-US"/>
            </a:p>
          </p:txBody>
        </p:sp>
        <p:sp>
          <p:nvSpPr>
            <p:cNvPr id="349" name="Graphic 4">
              <a:extLst>
                <a:ext uri="{FF2B5EF4-FFF2-40B4-BE49-F238E27FC236}">
                  <a16:creationId xmlns:a16="http://schemas.microsoft.com/office/drawing/2014/main" id="{D223FBD9-3705-7544-BBA1-FEA796F22AE0}"/>
                </a:ext>
              </a:extLst>
            </p:cNvPr>
            <p:cNvSpPr/>
            <p:nvPr/>
          </p:nvSpPr>
          <p:spPr>
            <a:xfrm>
              <a:off x="613194" y="3038938"/>
              <a:ext cx="71004" cy="55540"/>
            </a:xfrm>
            <a:custGeom>
              <a:avLst/>
              <a:gdLst>
                <a:gd name="connsiteX0" fmla="*/ 64778 w 71004"/>
                <a:gd name="connsiteY0" fmla="*/ 19790 h 55540"/>
                <a:gd name="connsiteX1" fmla="*/ 57749 w 71004"/>
                <a:gd name="connsiteY1" fmla="*/ 19790 h 55540"/>
                <a:gd name="connsiteX2" fmla="*/ 57749 w 71004"/>
                <a:gd name="connsiteY2" fmla="*/ 6384 h 55540"/>
                <a:gd name="connsiteX3" fmla="*/ 51359 w 71004"/>
                <a:gd name="connsiteY3" fmla="*/ 0 h 55540"/>
                <a:gd name="connsiteX4" fmla="*/ 19409 w 71004"/>
                <a:gd name="connsiteY4" fmla="*/ 0 h 55540"/>
                <a:gd name="connsiteX5" fmla="*/ 13019 w 71004"/>
                <a:gd name="connsiteY5" fmla="*/ 6384 h 55540"/>
                <a:gd name="connsiteX6" fmla="*/ 13019 w 71004"/>
                <a:gd name="connsiteY6" fmla="*/ 19790 h 55540"/>
                <a:gd name="connsiteX7" fmla="*/ 5991 w 71004"/>
                <a:gd name="connsiteY7" fmla="*/ 19790 h 55540"/>
                <a:gd name="connsiteX8" fmla="*/ 240 w 71004"/>
                <a:gd name="connsiteY8" fmla="*/ 24259 h 55540"/>
                <a:gd name="connsiteX9" fmla="*/ 2157 w 71004"/>
                <a:gd name="connsiteY9" fmla="*/ 31281 h 55540"/>
                <a:gd name="connsiteX10" fmla="*/ 31550 w 71004"/>
                <a:gd name="connsiteY10" fmla="*/ 54264 h 55540"/>
                <a:gd name="connsiteX11" fmla="*/ 35384 w 71004"/>
                <a:gd name="connsiteY11" fmla="*/ 55541 h 55540"/>
                <a:gd name="connsiteX12" fmla="*/ 39218 w 71004"/>
                <a:gd name="connsiteY12" fmla="*/ 54264 h 55540"/>
                <a:gd name="connsiteX13" fmla="*/ 68612 w 71004"/>
                <a:gd name="connsiteY13" fmla="*/ 31281 h 55540"/>
                <a:gd name="connsiteX14" fmla="*/ 69890 w 71004"/>
                <a:gd name="connsiteY14" fmla="*/ 22344 h 55540"/>
                <a:gd name="connsiteX15" fmla="*/ 64778 w 71004"/>
                <a:gd name="connsiteY15" fmla="*/ 19790 h 55540"/>
                <a:gd name="connsiteX16" fmla="*/ 35384 w 71004"/>
                <a:gd name="connsiteY16" fmla="*/ 41496 h 55540"/>
                <a:gd name="connsiteX17" fmla="*/ 23243 w 71004"/>
                <a:gd name="connsiteY17" fmla="*/ 31920 h 55540"/>
                <a:gd name="connsiteX18" fmla="*/ 25799 w 71004"/>
                <a:gd name="connsiteY18" fmla="*/ 26813 h 55540"/>
                <a:gd name="connsiteX19" fmla="*/ 25799 w 71004"/>
                <a:gd name="connsiteY19" fmla="*/ 13406 h 55540"/>
                <a:gd name="connsiteX20" fmla="*/ 44969 w 71004"/>
                <a:gd name="connsiteY20" fmla="*/ 13406 h 55540"/>
                <a:gd name="connsiteX21" fmla="*/ 44969 w 71004"/>
                <a:gd name="connsiteY21" fmla="*/ 26813 h 55540"/>
                <a:gd name="connsiteX22" fmla="*/ 47525 w 71004"/>
                <a:gd name="connsiteY22" fmla="*/ 31920 h 55540"/>
                <a:gd name="connsiteX23" fmla="*/ 35384 w 71004"/>
                <a:gd name="connsiteY23" fmla="*/ 41496 h 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1004" h="55540">
                  <a:moveTo>
                    <a:pt x="64778" y="19790"/>
                  </a:moveTo>
                  <a:lnTo>
                    <a:pt x="57749" y="19790"/>
                  </a:lnTo>
                  <a:lnTo>
                    <a:pt x="57749" y="6384"/>
                  </a:lnTo>
                  <a:cubicBezTo>
                    <a:pt x="57749" y="2554"/>
                    <a:pt x="55193" y="0"/>
                    <a:pt x="51359" y="0"/>
                  </a:cubicBezTo>
                  <a:lnTo>
                    <a:pt x="19409" y="0"/>
                  </a:lnTo>
                  <a:cubicBezTo>
                    <a:pt x="15575" y="0"/>
                    <a:pt x="13019" y="2554"/>
                    <a:pt x="13019" y="6384"/>
                  </a:cubicBezTo>
                  <a:lnTo>
                    <a:pt x="13019" y="19790"/>
                  </a:lnTo>
                  <a:lnTo>
                    <a:pt x="5991" y="19790"/>
                  </a:lnTo>
                  <a:cubicBezTo>
                    <a:pt x="3435" y="19790"/>
                    <a:pt x="879" y="21706"/>
                    <a:pt x="240" y="24259"/>
                  </a:cubicBezTo>
                  <a:cubicBezTo>
                    <a:pt x="-399" y="26813"/>
                    <a:pt x="240" y="30005"/>
                    <a:pt x="2157" y="31281"/>
                  </a:cubicBezTo>
                  <a:lnTo>
                    <a:pt x="31550" y="54264"/>
                  </a:lnTo>
                  <a:cubicBezTo>
                    <a:pt x="32828" y="54902"/>
                    <a:pt x="34106" y="55541"/>
                    <a:pt x="35384" y="55541"/>
                  </a:cubicBezTo>
                  <a:cubicBezTo>
                    <a:pt x="36662" y="55541"/>
                    <a:pt x="37940" y="54902"/>
                    <a:pt x="39218" y="54264"/>
                  </a:cubicBezTo>
                  <a:lnTo>
                    <a:pt x="68612" y="31281"/>
                  </a:lnTo>
                  <a:cubicBezTo>
                    <a:pt x="71168" y="29366"/>
                    <a:pt x="71807" y="24897"/>
                    <a:pt x="69890" y="22344"/>
                  </a:cubicBezTo>
                  <a:cubicBezTo>
                    <a:pt x="68612" y="21067"/>
                    <a:pt x="66695" y="19790"/>
                    <a:pt x="64778" y="19790"/>
                  </a:cubicBezTo>
                  <a:close/>
                  <a:moveTo>
                    <a:pt x="35384" y="41496"/>
                  </a:moveTo>
                  <a:lnTo>
                    <a:pt x="23243" y="31920"/>
                  </a:lnTo>
                  <a:cubicBezTo>
                    <a:pt x="25160" y="30643"/>
                    <a:pt x="25799" y="28728"/>
                    <a:pt x="25799" y="26813"/>
                  </a:cubicBezTo>
                  <a:lnTo>
                    <a:pt x="25799" y="13406"/>
                  </a:lnTo>
                  <a:lnTo>
                    <a:pt x="44969" y="13406"/>
                  </a:lnTo>
                  <a:lnTo>
                    <a:pt x="44969" y="26813"/>
                  </a:lnTo>
                  <a:cubicBezTo>
                    <a:pt x="44969" y="28728"/>
                    <a:pt x="46247" y="30643"/>
                    <a:pt x="47525" y="31920"/>
                  </a:cubicBezTo>
                  <a:lnTo>
                    <a:pt x="35384" y="41496"/>
                  </a:lnTo>
                  <a:close/>
                </a:path>
              </a:pathLst>
            </a:custGeom>
            <a:solidFill>
              <a:srgbClr val="007680"/>
            </a:solidFill>
            <a:ln w="6390" cap="flat">
              <a:noFill/>
              <a:prstDash val="solid"/>
              <a:miter/>
            </a:ln>
          </p:spPr>
          <p:txBody>
            <a:bodyPr rtlCol="0" anchor="ctr"/>
            <a:lstStyle/>
            <a:p>
              <a:endParaRPr lang="en-US"/>
            </a:p>
          </p:txBody>
        </p:sp>
      </p:grpSp>
      <p:grpSp>
        <p:nvGrpSpPr>
          <p:cNvPr id="350" name="Graphic 4">
            <a:extLst>
              <a:ext uri="{FF2B5EF4-FFF2-40B4-BE49-F238E27FC236}">
                <a16:creationId xmlns:a16="http://schemas.microsoft.com/office/drawing/2014/main" id="{2753D863-1B6C-7C42-AAF4-3223E41C4654}"/>
              </a:ext>
            </a:extLst>
          </p:cNvPr>
          <p:cNvGrpSpPr>
            <a:grpSpLocks noChangeAspect="1"/>
          </p:cNvGrpSpPr>
          <p:nvPr/>
        </p:nvGrpSpPr>
        <p:grpSpPr>
          <a:xfrm>
            <a:off x="905454" y="2855717"/>
            <a:ext cx="362309" cy="361971"/>
            <a:chOff x="905454" y="2855717"/>
            <a:chExt cx="362309" cy="361971"/>
          </a:xfrm>
          <a:solidFill>
            <a:srgbClr val="007680"/>
          </a:solidFill>
        </p:grpSpPr>
        <p:sp>
          <p:nvSpPr>
            <p:cNvPr id="351" name="Graphic 4">
              <a:extLst>
                <a:ext uri="{FF2B5EF4-FFF2-40B4-BE49-F238E27FC236}">
                  <a16:creationId xmlns:a16="http://schemas.microsoft.com/office/drawing/2014/main" id="{EA10B42F-5CF5-144B-ADCF-9B293133978C}"/>
                </a:ext>
              </a:extLst>
            </p:cNvPr>
            <p:cNvSpPr/>
            <p:nvPr/>
          </p:nvSpPr>
          <p:spPr>
            <a:xfrm>
              <a:off x="969992" y="3029362"/>
              <a:ext cx="14057" cy="14044"/>
            </a:xfrm>
            <a:custGeom>
              <a:avLst/>
              <a:gdLst>
                <a:gd name="connsiteX0" fmla="*/ 7029 w 14057"/>
                <a:gd name="connsiteY0" fmla="*/ 0 h 14044"/>
                <a:gd name="connsiteX1" fmla="*/ 0 w 14057"/>
                <a:gd name="connsiteY1" fmla="*/ 7022 h 14044"/>
                <a:gd name="connsiteX2" fmla="*/ 7029 w 14057"/>
                <a:gd name="connsiteY2" fmla="*/ 14045 h 14044"/>
                <a:gd name="connsiteX3" fmla="*/ 14058 w 14057"/>
                <a:gd name="connsiteY3" fmla="*/ 7022 h 14044"/>
                <a:gd name="connsiteX4" fmla="*/ 7029 w 14057"/>
                <a:gd name="connsiteY4" fmla="*/ 0 h 14044"/>
                <a:gd name="connsiteX5" fmla="*/ 7029 w 14057"/>
                <a:gd name="connsiteY5"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57" h="14044">
                  <a:moveTo>
                    <a:pt x="7029" y="0"/>
                  </a:moveTo>
                  <a:cubicBezTo>
                    <a:pt x="3195" y="0"/>
                    <a:pt x="0" y="3192"/>
                    <a:pt x="0" y="7022"/>
                  </a:cubicBezTo>
                  <a:cubicBezTo>
                    <a:pt x="0" y="10853"/>
                    <a:pt x="3195" y="14045"/>
                    <a:pt x="7029" y="14045"/>
                  </a:cubicBezTo>
                  <a:cubicBezTo>
                    <a:pt x="10863" y="14045"/>
                    <a:pt x="14058" y="10853"/>
                    <a:pt x="14058" y="7022"/>
                  </a:cubicBezTo>
                  <a:cubicBezTo>
                    <a:pt x="14058" y="3192"/>
                    <a:pt x="11502" y="0"/>
                    <a:pt x="7029" y="0"/>
                  </a:cubicBezTo>
                  <a:lnTo>
                    <a:pt x="7029" y="0"/>
                  </a:lnTo>
                  <a:close/>
                </a:path>
              </a:pathLst>
            </a:custGeom>
            <a:solidFill>
              <a:srgbClr val="007680"/>
            </a:solidFill>
            <a:ln w="6390" cap="flat">
              <a:noFill/>
              <a:prstDash val="solid"/>
              <a:miter/>
            </a:ln>
          </p:spPr>
          <p:txBody>
            <a:bodyPr rtlCol="0" anchor="ctr"/>
            <a:lstStyle/>
            <a:p>
              <a:endParaRPr lang="en-US"/>
            </a:p>
          </p:txBody>
        </p:sp>
        <p:sp>
          <p:nvSpPr>
            <p:cNvPr id="352" name="Graphic 4">
              <a:extLst>
                <a:ext uri="{FF2B5EF4-FFF2-40B4-BE49-F238E27FC236}">
                  <a16:creationId xmlns:a16="http://schemas.microsoft.com/office/drawing/2014/main" id="{3DE22A97-4E5F-9046-B59E-7AB1ECAB117A}"/>
                </a:ext>
              </a:extLst>
            </p:cNvPr>
            <p:cNvSpPr/>
            <p:nvPr/>
          </p:nvSpPr>
          <p:spPr>
            <a:xfrm>
              <a:off x="1078621" y="3138528"/>
              <a:ext cx="14696" cy="14683"/>
            </a:xfrm>
            <a:custGeom>
              <a:avLst/>
              <a:gdLst>
                <a:gd name="connsiteX0" fmla="*/ 7668 w 14696"/>
                <a:gd name="connsiteY0" fmla="*/ 0 h 14683"/>
                <a:gd name="connsiteX1" fmla="*/ 0 w 14696"/>
                <a:gd name="connsiteY1" fmla="*/ 7022 h 14683"/>
                <a:gd name="connsiteX2" fmla="*/ 7029 w 14696"/>
                <a:gd name="connsiteY2" fmla="*/ 14683 h 14683"/>
                <a:gd name="connsiteX3" fmla="*/ 14697 w 14696"/>
                <a:gd name="connsiteY3" fmla="*/ 7661 h 14683"/>
                <a:gd name="connsiteX4" fmla="*/ 14697 w 14696"/>
                <a:gd name="connsiteY4" fmla="*/ 7661 h 14683"/>
                <a:gd name="connsiteX5" fmla="*/ 7668 w 14696"/>
                <a:gd name="connsiteY5" fmla="*/ 0 h 14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96" h="14683">
                  <a:moveTo>
                    <a:pt x="7668" y="0"/>
                  </a:moveTo>
                  <a:cubicBezTo>
                    <a:pt x="3834" y="0"/>
                    <a:pt x="0" y="3192"/>
                    <a:pt x="0" y="7022"/>
                  </a:cubicBezTo>
                  <a:cubicBezTo>
                    <a:pt x="0" y="10853"/>
                    <a:pt x="3195" y="14683"/>
                    <a:pt x="7029" y="14683"/>
                  </a:cubicBezTo>
                  <a:cubicBezTo>
                    <a:pt x="10863" y="14683"/>
                    <a:pt x="14697" y="11491"/>
                    <a:pt x="14697" y="7661"/>
                  </a:cubicBezTo>
                  <a:cubicBezTo>
                    <a:pt x="14697" y="7661"/>
                    <a:pt x="14697" y="7661"/>
                    <a:pt x="14697" y="7661"/>
                  </a:cubicBezTo>
                  <a:cubicBezTo>
                    <a:pt x="14697" y="3192"/>
                    <a:pt x="11502" y="0"/>
                    <a:pt x="7668" y="0"/>
                  </a:cubicBezTo>
                  <a:close/>
                </a:path>
              </a:pathLst>
            </a:custGeom>
            <a:solidFill>
              <a:srgbClr val="007680"/>
            </a:solidFill>
            <a:ln w="6390" cap="flat">
              <a:noFill/>
              <a:prstDash val="solid"/>
              <a:miter/>
            </a:ln>
          </p:spPr>
          <p:txBody>
            <a:bodyPr rtlCol="0" anchor="ctr"/>
            <a:lstStyle/>
            <a:p>
              <a:endParaRPr lang="en-US"/>
            </a:p>
          </p:txBody>
        </p:sp>
        <p:sp>
          <p:nvSpPr>
            <p:cNvPr id="353" name="Graphic 4">
              <a:extLst>
                <a:ext uri="{FF2B5EF4-FFF2-40B4-BE49-F238E27FC236}">
                  <a16:creationId xmlns:a16="http://schemas.microsoft.com/office/drawing/2014/main" id="{A8292D96-3680-1347-8685-52D4ADA7F207}"/>
                </a:ext>
              </a:extLst>
            </p:cNvPr>
            <p:cNvSpPr/>
            <p:nvPr/>
          </p:nvSpPr>
          <p:spPr>
            <a:xfrm>
              <a:off x="1074787" y="3051706"/>
              <a:ext cx="24281" cy="28089"/>
            </a:xfrm>
            <a:custGeom>
              <a:avLst/>
              <a:gdLst>
                <a:gd name="connsiteX0" fmla="*/ 21726 w 24281"/>
                <a:gd name="connsiteY0" fmla="*/ 13406 h 28089"/>
                <a:gd name="connsiteX1" fmla="*/ 21726 w 24281"/>
                <a:gd name="connsiteY1" fmla="*/ 0 h 28089"/>
                <a:gd name="connsiteX2" fmla="*/ 2556 w 24281"/>
                <a:gd name="connsiteY2" fmla="*/ 0 h 28089"/>
                <a:gd name="connsiteX3" fmla="*/ 2556 w 24281"/>
                <a:gd name="connsiteY3" fmla="*/ 13406 h 28089"/>
                <a:gd name="connsiteX4" fmla="*/ 0 w 24281"/>
                <a:gd name="connsiteY4" fmla="*/ 18514 h 28089"/>
                <a:gd name="connsiteX5" fmla="*/ 12141 w 24281"/>
                <a:gd name="connsiteY5" fmla="*/ 28089 h 28089"/>
                <a:gd name="connsiteX6" fmla="*/ 24282 w 24281"/>
                <a:gd name="connsiteY6" fmla="*/ 18514 h 28089"/>
                <a:gd name="connsiteX7" fmla="*/ 21726 w 24281"/>
                <a:gd name="connsiteY7" fmla="*/ 13406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81" h="28089">
                  <a:moveTo>
                    <a:pt x="21726" y="13406"/>
                  </a:moveTo>
                  <a:lnTo>
                    <a:pt x="21726" y="0"/>
                  </a:lnTo>
                  <a:lnTo>
                    <a:pt x="2556" y="0"/>
                  </a:lnTo>
                  <a:lnTo>
                    <a:pt x="2556" y="13406"/>
                  </a:lnTo>
                  <a:cubicBezTo>
                    <a:pt x="2556" y="15322"/>
                    <a:pt x="1278" y="17237"/>
                    <a:pt x="0" y="18514"/>
                  </a:cubicBezTo>
                  <a:lnTo>
                    <a:pt x="12141" y="28089"/>
                  </a:lnTo>
                  <a:lnTo>
                    <a:pt x="24282" y="18514"/>
                  </a:lnTo>
                  <a:cubicBezTo>
                    <a:pt x="22365" y="17875"/>
                    <a:pt x="21087" y="15322"/>
                    <a:pt x="21726" y="13406"/>
                  </a:cubicBezTo>
                  <a:close/>
                </a:path>
              </a:pathLst>
            </a:custGeom>
            <a:solidFill>
              <a:srgbClr val="007680"/>
            </a:solidFill>
            <a:ln w="6390" cap="flat">
              <a:noFill/>
              <a:prstDash val="solid"/>
              <a:miter/>
            </a:ln>
          </p:spPr>
          <p:txBody>
            <a:bodyPr rtlCol="0" anchor="ctr"/>
            <a:lstStyle/>
            <a:p>
              <a:endParaRPr lang="en-US"/>
            </a:p>
          </p:txBody>
        </p:sp>
        <p:sp>
          <p:nvSpPr>
            <p:cNvPr id="354" name="Graphic 4">
              <a:extLst>
                <a:ext uri="{FF2B5EF4-FFF2-40B4-BE49-F238E27FC236}">
                  <a16:creationId xmlns:a16="http://schemas.microsoft.com/office/drawing/2014/main" id="{B4C6F9F1-CDB7-2642-8F88-3BDAB8A5496B}"/>
                </a:ext>
              </a:extLst>
            </p:cNvPr>
            <p:cNvSpPr/>
            <p:nvPr/>
          </p:nvSpPr>
          <p:spPr>
            <a:xfrm>
              <a:off x="1156099" y="3106608"/>
              <a:ext cx="15016" cy="14523"/>
            </a:xfrm>
            <a:custGeom>
              <a:avLst/>
              <a:gdLst>
                <a:gd name="connsiteX0" fmla="*/ 2396 w 15016"/>
                <a:gd name="connsiteY0" fmla="*/ 1915 h 14523"/>
                <a:gd name="connsiteX1" fmla="*/ 2396 w 15016"/>
                <a:gd name="connsiteY1" fmla="*/ 1915 h 14523"/>
                <a:gd name="connsiteX2" fmla="*/ 2396 w 15016"/>
                <a:gd name="connsiteY2" fmla="*/ 12130 h 14523"/>
                <a:gd name="connsiteX3" fmla="*/ 12620 w 15016"/>
                <a:gd name="connsiteY3" fmla="*/ 12130 h 14523"/>
                <a:gd name="connsiteX4" fmla="*/ 12620 w 15016"/>
                <a:gd name="connsiteY4" fmla="*/ 1915 h 14523"/>
                <a:gd name="connsiteX5" fmla="*/ 12620 w 15016"/>
                <a:gd name="connsiteY5" fmla="*/ 1915 h 14523"/>
                <a:gd name="connsiteX6" fmla="*/ 2396 w 15016"/>
                <a:gd name="connsiteY6" fmla="*/ 1915 h 14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16" h="14523">
                  <a:moveTo>
                    <a:pt x="2396" y="1915"/>
                  </a:moveTo>
                  <a:lnTo>
                    <a:pt x="2396" y="1915"/>
                  </a:lnTo>
                  <a:cubicBezTo>
                    <a:pt x="-799" y="4469"/>
                    <a:pt x="-799" y="9576"/>
                    <a:pt x="2396" y="12130"/>
                  </a:cubicBezTo>
                  <a:cubicBezTo>
                    <a:pt x="4952" y="15322"/>
                    <a:pt x="10064" y="15322"/>
                    <a:pt x="12620" y="12130"/>
                  </a:cubicBezTo>
                  <a:cubicBezTo>
                    <a:pt x="15815" y="9576"/>
                    <a:pt x="15815" y="4469"/>
                    <a:pt x="12620" y="1915"/>
                  </a:cubicBezTo>
                  <a:cubicBezTo>
                    <a:pt x="12620" y="1915"/>
                    <a:pt x="12620" y="1915"/>
                    <a:pt x="12620" y="1915"/>
                  </a:cubicBezTo>
                  <a:cubicBezTo>
                    <a:pt x="10064" y="-638"/>
                    <a:pt x="5591" y="-638"/>
                    <a:pt x="2396" y="1915"/>
                  </a:cubicBezTo>
                  <a:close/>
                </a:path>
              </a:pathLst>
            </a:custGeom>
            <a:solidFill>
              <a:srgbClr val="007680"/>
            </a:solidFill>
            <a:ln w="6390" cap="flat">
              <a:noFill/>
              <a:prstDash val="solid"/>
              <a:miter/>
            </a:ln>
          </p:spPr>
          <p:txBody>
            <a:bodyPr rtlCol="0" anchor="ctr"/>
            <a:lstStyle/>
            <a:p>
              <a:endParaRPr lang="en-US"/>
            </a:p>
          </p:txBody>
        </p:sp>
        <p:sp>
          <p:nvSpPr>
            <p:cNvPr id="355" name="Graphic 4">
              <a:extLst>
                <a:ext uri="{FF2B5EF4-FFF2-40B4-BE49-F238E27FC236}">
                  <a16:creationId xmlns:a16="http://schemas.microsoft.com/office/drawing/2014/main" id="{216DB7D4-EE4E-B24F-ACE5-1D2F3D52135B}"/>
                </a:ext>
              </a:extLst>
            </p:cNvPr>
            <p:cNvSpPr/>
            <p:nvPr/>
          </p:nvSpPr>
          <p:spPr>
            <a:xfrm>
              <a:off x="1002581" y="2951477"/>
              <a:ext cx="14623" cy="14393"/>
            </a:xfrm>
            <a:custGeom>
              <a:avLst/>
              <a:gdLst>
                <a:gd name="connsiteX0" fmla="*/ 12141 w 14623"/>
                <a:gd name="connsiteY0" fmla="*/ 12768 h 14393"/>
                <a:gd name="connsiteX1" fmla="*/ 12141 w 14623"/>
                <a:gd name="connsiteY1" fmla="*/ 12768 h 14393"/>
                <a:gd name="connsiteX2" fmla="*/ 12780 w 14623"/>
                <a:gd name="connsiteY2" fmla="*/ 2554 h 14393"/>
                <a:gd name="connsiteX3" fmla="*/ 7029 w 14623"/>
                <a:gd name="connsiteY3" fmla="*/ 0 h 14393"/>
                <a:gd name="connsiteX4" fmla="*/ 1917 w 14623"/>
                <a:gd name="connsiteY4" fmla="*/ 1915 h 14393"/>
                <a:gd name="connsiteX5" fmla="*/ 1917 w 14623"/>
                <a:gd name="connsiteY5" fmla="*/ 12130 h 14393"/>
                <a:gd name="connsiteX6" fmla="*/ 12141 w 14623"/>
                <a:gd name="connsiteY6" fmla="*/ 12768 h 14393"/>
                <a:gd name="connsiteX7" fmla="*/ 12141 w 14623"/>
                <a:gd name="connsiteY7" fmla="*/ 12768 h 14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14393">
                  <a:moveTo>
                    <a:pt x="12141" y="12768"/>
                  </a:moveTo>
                  <a:lnTo>
                    <a:pt x="12141" y="12768"/>
                  </a:lnTo>
                  <a:cubicBezTo>
                    <a:pt x="15336" y="10214"/>
                    <a:pt x="15336" y="5107"/>
                    <a:pt x="12780" y="2554"/>
                  </a:cubicBezTo>
                  <a:cubicBezTo>
                    <a:pt x="11502" y="1277"/>
                    <a:pt x="8946" y="0"/>
                    <a:pt x="7029" y="0"/>
                  </a:cubicBezTo>
                  <a:cubicBezTo>
                    <a:pt x="5112" y="0"/>
                    <a:pt x="3195" y="638"/>
                    <a:pt x="1917" y="1915"/>
                  </a:cubicBezTo>
                  <a:cubicBezTo>
                    <a:pt x="-639" y="4469"/>
                    <a:pt x="-639" y="9576"/>
                    <a:pt x="1917" y="12130"/>
                  </a:cubicBezTo>
                  <a:cubicBezTo>
                    <a:pt x="4473" y="14683"/>
                    <a:pt x="8946" y="15322"/>
                    <a:pt x="12141" y="12768"/>
                  </a:cubicBezTo>
                  <a:lnTo>
                    <a:pt x="12141" y="12768"/>
                  </a:lnTo>
                  <a:close/>
                </a:path>
              </a:pathLst>
            </a:custGeom>
            <a:solidFill>
              <a:srgbClr val="007680"/>
            </a:solidFill>
            <a:ln w="6390" cap="flat">
              <a:noFill/>
              <a:prstDash val="solid"/>
              <a:miter/>
            </a:ln>
          </p:spPr>
          <p:txBody>
            <a:bodyPr rtlCol="0" anchor="ctr"/>
            <a:lstStyle/>
            <a:p>
              <a:endParaRPr lang="en-US"/>
            </a:p>
          </p:txBody>
        </p:sp>
        <p:sp>
          <p:nvSpPr>
            <p:cNvPr id="356" name="Graphic 4">
              <a:extLst>
                <a:ext uri="{FF2B5EF4-FFF2-40B4-BE49-F238E27FC236}">
                  <a16:creationId xmlns:a16="http://schemas.microsoft.com/office/drawing/2014/main" id="{D872377D-F352-574A-BC51-130D867F875F}"/>
                </a:ext>
              </a:extLst>
            </p:cNvPr>
            <p:cNvSpPr/>
            <p:nvPr/>
          </p:nvSpPr>
          <p:spPr>
            <a:xfrm>
              <a:off x="1156578" y="2952115"/>
              <a:ext cx="14057" cy="14683"/>
            </a:xfrm>
            <a:custGeom>
              <a:avLst/>
              <a:gdLst>
                <a:gd name="connsiteX0" fmla="*/ 12141 w 14057"/>
                <a:gd name="connsiteY0" fmla="*/ 12130 h 14683"/>
                <a:gd name="connsiteX1" fmla="*/ 12141 w 14057"/>
                <a:gd name="connsiteY1" fmla="*/ 1915 h 14683"/>
                <a:gd name="connsiteX2" fmla="*/ 7029 w 14057"/>
                <a:gd name="connsiteY2" fmla="*/ 0 h 14683"/>
                <a:gd name="connsiteX3" fmla="*/ 0 w 14057"/>
                <a:gd name="connsiteY3" fmla="*/ 7661 h 14683"/>
                <a:gd name="connsiteX4" fmla="*/ 7668 w 14057"/>
                <a:gd name="connsiteY4" fmla="*/ 14683 h 14683"/>
                <a:gd name="connsiteX5" fmla="*/ 12141 w 14057"/>
                <a:gd name="connsiteY5" fmla="*/ 12130 h 14683"/>
                <a:gd name="connsiteX6" fmla="*/ 12141 w 14057"/>
                <a:gd name="connsiteY6" fmla="*/ 12130 h 14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57" h="14683">
                  <a:moveTo>
                    <a:pt x="12141" y="12130"/>
                  </a:moveTo>
                  <a:cubicBezTo>
                    <a:pt x="14697" y="9576"/>
                    <a:pt x="14697" y="4469"/>
                    <a:pt x="12141" y="1915"/>
                  </a:cubicBezTo>
                  <a:cubicBezTo>
                    <a:pt x="10863" y="638"/>
                    <a:pt x="8946" y="0"/>
                    <a:pt x="7029" y="0"/>
                  </a:cubicBezTo>
                  <a:cubicBezTo>
                    <a:pt x="3195" y="0"/>
                    <a:pt x="0" y="3830"/>
                    <a:pt x="0" y="7661"/>
                  </a:cubicBezTo>
                  <a:cubicBezTo>
                    <a:pt x="0" y="11491"/>
                    <a:pt x="3834" y="14683"/>
                    <a:pt x="7668" y="14683"/>
                  </a:cubicBezTo>
                  <a:cubicBezTo>
                    <a:pt x="9585" y="14045"/>
                    <a:pt x="10863" y="13406"/>
                    <a:pt x="12141" y="12130"/>
                  </a:cubicBezTo>
                  <a:lnTo>
                    <a:pt x="12141" y="12130"/>
                  </a:lnTo>
                  <a:close/>
                </a:path>
              </a:pathLst>
            </a:custGeom>
            <a:solidFill>
              <a:srgbClr val="007680"/>
            </a:solidFill>
            <a:ln w="6390" cap="flat">
              <a:noFill/>
              <a:prstDash val="solid"/>
              <a:miter/>
            </a:ln>
          </p:spPr>
          <p:txBody>
            <a:bodyPr rtlCol="0" anchor="ctr"/>
            <a:lstStyle/>
            <a:p>
              <a:endParaRPr lang="en-US"/>
            </a:p>
          </p:txBody>
        </p:sp>
        <p:sp>
          <p:nvSpPr>
            <p:cNvPr id="357" name="Graphic 4">
              <a:extLst>
                <a:ext uri="{FF2B5EF4-FFF2-40B4-BE49-F238E27FC236}">
                  <a16:creationId xmlns:a16="http://schemas.microsoft.com/office/drawing/2014/main" id="{9EE5CA91-0FC9-B944-B800-E67E34295E61}"/>
                </a:ext>
              </a:extLst>
            </p:cNvPr>
            <p:cNvSpPr/>
            <p:nvPr/>
          </p:nvSpPr>
          <p:spPr>
            <a:xfrm>
              <a:off x="1079260" y="2920196"/>
              <a:ext cx="14057" cy="14044"/>
            </a:xfrm>
            <a:custGeom>
              <a:avLst/>
              <a:gdLst>
                <a:gd name="connsiteX0" fmla="*/ 7029 w 14057"/>
                <a:gd name="connsiteY0" fmla="*/ 14045 h 14044"/>
                <a:gd name="connsiteX1" fmla="*/ 14058 w 14057"/>
                <a:gd name="connsiteY1" fmla="*/ 7022 h 14044"/>
                <a:gd name="connsiteX2" fmla="*/ 7029 w 14057"/>
                <a:gd name="connsiteY2" fmla="*/ 0 h 14044"/>
                <a:gd name="connsiteX3" fmla="*/ 0 w 14057"/>
                <a:gd name="connsiteY3" fmla="*/ 7022 h 14044"/>
                <a:gd name="connsiteX4" fmla="*/ 7029 w 14057"/>
                <a:gd name="connsiteY4" fmla="*/ 14045 h 14044"/>
                <a:gd name="connsiteX5" fmla="*/ 7029 w 14057"/>
                <a:gd name="connsiteY5" fmla="*/ 14045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57" h="14044">
                  <a:moveTo>
                    <a:pt x="7029" y="14045"/>
                  </a:moveTo>
                  <a:cubicBezTo>
                    <a:pt x="10863" y="14045"/>
                    <a:pt x="14058" y="10853"/>
                    <a:pt x="14058" y="7022"/>
                  </a:cubicBezTo>
                  <a:cubicBezTo>
                    <a:pt x="14058" y="3192"/>
                    <a:pt x="10863" y="0"/>
                    <a:pt x="7029" y="0"/>
                  </a:cubicBezTo>
                  <a:cubicBezTo>
                    <a:pt x="3195" y="0"/>
                    <a:pt x="0" y="3192"/>
                    <a:pt x="0" y="7022"/>
                  </a:cubicBezTo>
                  <a:cubicBezTo>
                    <a:pt x="0" y="10853"/>
                    <a:pt x="3195" y="14045"/>
                    <a:pt x="7029" y="14045"/>
                  </a:cubicBezTo>
                  <a:lnTo>
                    <a:pt x="7029" y="14045"/>
                  </a:lnTo>
                  <a:close/>
                </a:path>
              </a:pathLst>
            </a:custGeom>
            <a:solidFill>
              <a:srgbClr val="007680"/>
            </a:solidFill>
            <a:ln w="6390" cap="flat">
              <a:noFill/>
              <a:prstDash val="solid"/>
              <a:miter/>
            </a:ln>
          </p:spPr>
          <p:txBody>
            <a:bodyPr rtlCol="0" anchor="ctr"/>
            <a:lstStyle/>
            <a:p>
              <a:endParaRPr lang="en-US"/>
            </a:p>
          </p:txBody>
        </p:sp>
        <p:sp>
          <p:nvSpPr>
            <p:cNvPr id="358" name="Graphic 4">
              <a:extLst>
                <a:ext uri="{FF2B5EF4-FFF2-40B4-BE49-F238E27FC236}">
                  <a16:creationId xmlns:a16="http://schemas.microsoft.com/office/drawing/2014/main" id="{0B3D2155-CC3B-DB4F-9092-58829FBF55BB}"/>
                </a:ext>
              </a:extLst>
            </p:cNvPr>
            <p:cNvSpPr/>
            <p:nvPr/>
          </p:nvSpPr>
          <p:spPr>
            <a:xfrm>
              <a:off x="1001462" y="3106608"/>
              <a:ext cx="15016" cy="14523"/>
            </a:xfrm>
            <a:custGeom>
              <a:avLst/>
              <a:gdLst>
                <a:gd name="connsiteX0" fmla="*/ 2396 w 15016"/>
                <a:gd name="connsiteY0" fmla="*/ 1915 h 14523"/>
                <a:gd name="connsiteX1" fmla="*/ 2396 w 15016"/>
                <a:gd name="connsiteY1" fmla="*/ 12130 h 14523"/>
                <a:gd name="connsiteX2" fmla="*/ 12620 w 15016"/>
                <a:gd name="connsiteY2" fmla="*/ 12130 h 14523"/>
                <a:gd name="connsiteX3" fmla="*/ 12620 w 15016"/>
                <a:gd name="connsiteY3" fmla="*/ 1915 h 14523"/>
                <a:gd name="connsiteX4" fmla="*/ 12620 w 15016"/>
                <a:gd name="connsiteY4" fmla="*/ 1915 h 14523"/>
                <a:gd name="connsiteX5" fmla="*/ 2396 w 15016"/>
                <a:gd name="connsiteY5" fmla="*/ 1915 h 14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16" h="14523">
                  <a:moveTo>
                    <a:pt x="2396" y="1915"/>
                  </a:moveTo>
                  <a:cubicBezTo>
                    <a:pt x="-799" y="4469"/>
                    <a:pt x="-799" y="9576"/>
                    <a:pt x="2396" y="12130"/>
                  </a:cubicBezTo>
                  <a:cubicBezTo>
                    <a:pt x="4952" y="15322"/>
                    <a:pt x="10064" y="15322"/>
                    <a:pt x="12620" y="12130"/>
                  </a:cubicBezTo>
                  <a:cubicBezTo>
                    <a:pt x="15815" y="9576"/>
                    <a:pt x="15815" y="4469"/>
                    <a:pt x="12620" y="1915"/>
                  </a:cubicBezTo>
                  <a:cubicBezTo>
                    <a:pt x="12620" y="1915"/>
                    <a:pt x="12620" y="1915"/>
                    <a:pt x="12620" y="1915"/>
                  </a:cubicBezTo>
                  <a:cubicBezTo>
                    <a:pt x="10064" y="-638"/>
                    <a:pt x="5591" y="-638"/>
                    <a:pt x="2396" y="1915"/>
                  </a:cubicBezTo>
                  <a:close/>
                </a:path>
              </a:pathLst>
            </a:custGeom>
            <a:solidFill>
              <a:srgbClr val="007680"/>
            </a:solidFill>
            <a:ln w="6390" cap="flat">
              <a:noFill/>
              <a:prstDash val="solid"/>
              <a:miter/>
            </a:ln>
          </p:spPr>
          <p:txBody>
            <a:bodyPr rtlCol="0" anchor="ctr"/>
            <a:lstStyle/>
            <a:p>
              <a:endParaRPr lang="en-US"/>
            </a:p>
          </p:txBody>
        </p:sp>
        <p:sp>
          <p:nvSpPr>
            <p:cNvPr id="359" name="Graphic 4">
              <a:extLst>
                <a:ext uri="{FF2B5EF4-FFF2-40B4-BE49-F238E27FC236}">
                  <a16:creationId xmlns:a16="http://schemas.microsoft.com/office/drawing/2014/main" id="{5FCAA480-453C-824A-8D87-588B8B4B7420}"/>
                </a:ext>
              </a:extLst>
            </p:cNvPr>
            <p:cNvSpPr/>
            <p:nvPr/>
          </p:nvSpPr>
          <p:spPr>
            <a:xfrm>
              <a:off x="905454" y="28557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290103 w 362309"/>
                <a:gd name="connsiteY6" fmla="*/ 200457 h 361971"/>
                <a:gd name="connsiteX7" fmla="*/ 270933 w 362309"/>
                <a:gd name="connsiteY7" fmla="*/ 187051 h 361971"/>
                <a:gd name="connsiteX8" fmla="*/ 259431 w 362309"/>
                <a:gd name="connsiteY8" fmla="*/ 187051 h 361971"/>
                <a:gd name="connsiteX9" fmla="*/ 240901 w 362309"/>
                <a:gd name="connsiteY9" fmla="*/ 231738 h 361971"/>
                <a:gd name="connsiteX10" fmla="*/ 249208 w 362309"/>
                <a:gd name="connsiteY10" fmla="*/ 240038 h 361971"/>
                <a:gd name="connsiteX11" fmla="*/ 276045 w 362309"/>
                <a:gd name="connsiteY11" fmla="*/ 248975 h 361971"/>
                <a:gd name="connsiteX12" fmla="*/ 267099 w 362309"/>
                <a:gd name="connsiteY12" fmla="*/ 275788 h 361971"/>
                <a:gd name="connsiteX13" fmla="*/ 244096 w 362309"/>
                <a:gd name="connsiteY13" fmla="*/ 271958 h 361971"/>
                <a:gd name="connsiteX14" fmla="*/ 244096 w 362309"/>
                <a:gd name="connsiteY14" fmla="*/ 271958 h 361971"/>
                <a:gd name="connsiteX15" fmla="*/ 240262 w 362309"/>
                <a:gd name="connsiteY15" fmla="*/ 248975 h 361971"/>
                <a:gd name="connsiteX16" fmla="*/ 231955 w 362309"/>
                <a:gd name="connsiteY16" fmla="*/ 240676 h 361971"/>
                <a:gd name="connsiteX17" fmla="*/ 187225 w 362309"/>
                <a:gd name="connsiteY17" fmla="*/ 259190 h 361971"/>
                <a:gd name="connsiteX18" fmla="*/ 187225 w 362309"/>
                <a:gd name="connsiteY18" fmla="*/ 270681 h 361971"/>
                <a:gd name="connsiteX19" fmla="*/ 200005 w 362309"/>
                <a:gd name="connsiteY19" fmla="*/ 296217 h 361971"/>
                <a:gd name="connsiteX20" fmla="*/ 174445 w 362309"/>
                <a:gd name="connsiteY20" fmla="*/ 308985 h 361971"/>
                <a:gd name="connsiteX21" fmla="*/ 161665 w 362309"/>
                <a:gd name="connsiteY21" fmla="*/ 283449 h 361971"/>
                <a:gd name="connsiteX22" fmla="*/ 174445 w 362309"/>
                <a:gd name="connsiteY22" fmla="*/ 270681 h 361971"/>
                <a:gd name="connsiteX23" fmla="*/ 174445 w 362309"/>
                <a:gd name="connsiteY23" fmla="*/ 259190 h 361971"/>
                <a:gd name="connsiteX24" fmla="*/ 129716 w 362309"/>
                <a:gd name="connsiteY24" fmla="*/ 240676 h 361971"/>
                <a:gd name="connsiteX25" fmla="*/ 121409 w 362309"/>
                <a:gd name="connsiteY25" fmla="*/ 248975 h 361971"/>
                <a:gd name="connsiteX26" fmla="*/ 112463 w 362309"/>
                <a:gd name="connsiteY26" fmla="*/ 275788 h 361971"/>
                <a:gd name="connsiteX27" fmla="*/ 85625 w 362309"/>
                <a:gd name="connsiteY27" fmla="*/ 266850 h 361971"/>
                <a:gd name="connsiteX28" fmla="*/ 89459 w 362309"/>
                <a:gd name="connsiteY28" fmla="*/ 243868 h 361971"/>
                <a:gd name="connsiteX29" fmla="*/ 89459 w 362309"/>
                <a:gd name="connsiteY29" fmla="*/ 243868 h 361971"/>
                <a:gd name="connsiteX30" fmla="*/ 112463 w 362309"/>
                <a:gd name="connsiteY30" fmla="*/ 240038 h 361971"/>
                <a:gd name="connsiteX31" fmla="*/ 120770 w 362309"/>
                <a:gd name="connsiteY31" fmla="*/ 231738 h 361971"/>
                <a:gd name="connsiteX32" fmla="*/ 102239 w 362309"/>
                <a:gd name="connsiteY32" fmla="*/ 187051 h 361971"/>
                <a:gd name="connsiteX33" fmla="*/ 90737 w 362309"/>
                <a:gd name="connsiteY33" fmla="*/ 187051 h 361971"/>
                <a:gd name="connsiteX34" fmla="*/ 65177 w 362309"/>
                <a:gd name="connsiteY34" fmla="*/ 199819 h 361971"/>
                <a:gd name="connsiteX35" fmla="*/ 52397 w 362309"/>
                <a:gd name="connsiteY35" fmla="*/ 174283 h 361971"/>
                <a:gd name="connsiteX36" fmla="*/ 77957 w 362309"/>
                <a:gd name="connsiteY36" fmla="*/ 161515 h 361971"/>
                <a:gd name="connsiteX37" fmla="*/ 90737 w 362309"/>
                <a:gd name="connsiteY37" fmla="*/ 174283 h 361971"/>
                <a:gd name="connsiteX38" fmla="*/ 102239 w 362309"/>
                <a:gd name="connsiteY38" fmla="*/ 174283 h 361971"/>
                <a:gd name="connsiteX39" fmla="*/ 120770 w 362309"/>
                <a:gd name="connsiteY39" fmla="*/ 129595 h 361971"/>
                <a:gd name="connsiteX40" fmla="*/ 112463 w 362309"/>
                <a:gd name="connsiteY40" fmla="*/ 121296 h 361971"/>
                <a:gd name="connsiteX41" fmla="*/ 103517 w 362309"/>
                <a:gd name="connsiteY41" fmla="*/ 123211 h 361971"/>
                <a:gd name="connsiteX42" fmla="*/ 83708 w 362309"/>
                <a:gd name="connsiteY42" fmla="*/ 102782 h 361971"/>
                <a:gd name="connsiteX43" fmla="*/ 89459 w 362309"/>
                <a:gd name="connsiteY43" fmla="*/ 88737 h 361971"/>
                <a:gd name="connsiteX44" fmla="*/ 117575 w 362309"/>
                <a:gd name="connsiteY44" fmla="*/ 88737 h 361971"/>
                <a:gd name="connsiteX45" fmla="*/ 117575 w 362309"/>
                <a:gd name="connsiteY45" fmla="*/ 88737 h 361971"/>
                <a:gd name="connsiteX46" fmla="*/ 121409 w 362309"/>
                <a:gd name="connsiteY46" fmla="*/ 111720 h 361971"/>
                <a:gd name="connsiteX47" fmla="*/ 129716 w 362309"/>
                <a:gd name="connsiteY47" fmla="*/ 120019 h 361971"/>
                <a:gd name="connsiteX48" fmla="*/ 174445 w 362309"/>
                <a:gd name="connsiteY48" fmla="*/ 101505 h 361971"/>
                <a:gd name="connsiteX49" fmla="*/ 174445 w 362309"/>
                <a:gd name="connsiteY49" fmla="*/ 90014 h 361971"/>
                <a:gd name="connsiteX50" fmla="*/ 161665 w 362309"/>
                <a:gd name="connsiteY50" fmla="*/ 64478 h 361971"/>
                <a:gd name="connsiteX51" fmla="*/ 187225 w 362309"/>
                <a:gd name="connsiteY51" fmla="*/ 51710 h 361971"/>
                <a:gd name="connsiteX52" fmla="*/ 200005 w 362309"/>
                <a:gd name="connsiteY52" fmla="*/ 77246 h 361971"/>
                <a:gd name="connsiteX53" fmla="*/ 187225 w 362309"/>
                <a:gd name="connsiteY53" fmla="*/ 90014 h 361971"/>
                <a:gd name="connsiteX54" fmla="*/ 187225 w 362309"/>
                <a:gd name="connsiteY54" fmla="*/ 101505 h 361971"/>
                <a:gd name="connsiteX55" fmla="*/ 231955 w 362309"/>
                <a:gd name="connsiteY55" fmla="*/ 120019 h 361971"/>
                <a:gd name="connsiteX56" fmla="*/ 240262 w 362309"/>
                <a:gd name="connsiteY56" fmla="*/ 111720 h 361971"/>
                <a:gd name="connsiteX57" fmla="*/ 244096 w 362309"/>
                <a:gd name="connsiteY57" fmla="*/ 88737 h 361971"/>
                <a:gd name="connsiteX58" fmla="*/ 272211 w 362309"/>
                <a:gd name="connsiteY58" fmla="*/ 88737 h 361971"/>
                <a:gd name="connsiteX59" fmla="*/ 272211 w 362309"/>
                <a:gd name="connsiteY59" fmla="*/ 116827 h 361971"/>
                <a:gd name="connsiteX60" fmla="*/ 272211 w 362309"/>
                <a:gd name="connsiteY60" fmla="*/ 116827 h 361971"/>
                <a:gd name="connsiteX61" fmla="*/ 272211 w 362309"/>
                <a:gd name="connsiteY61" fmla="*/ 116827 h 361971"/>
                <a:gd name="connsiteX62" fmla="*/ 258154 w 362309"/>
                <a:gd name="connsiteY62" fmla="*/ 122572 h 361971"/>
                <a:gd name="connsiteX63" fmla="*/ 249208 w 362309"/>
                <a:gd name="connsiteY63" fmla="*/ 120657 h 361971"/>
                <a:gd name="connsiteX64" fmla="*/ 241540 w 362309"/>
                <a:gd name="connsiteY64" fmla="*/ 128956 h 361971"/>
                <a:gd name="connsiteX65" fmla="*/ 260070 w 362309"/>
                <a:gd name="connsiteY65" fmla="*/ 173644 h 361971"/>
                <a:gd name="connsiteX66" fmla="*/ 271572 w 362309"/>
                <a:gd name="connsiteY66" fmla="*/ 173644 h 361971"/>
                <a:gd name="connsiteX67" fmla="*/ 297132 w 362309"/>
                <a:gd name="connsiteY67" fmla="*/ 160876 h 361971"/>
                <a:gd name="connsiteX68" fmla="*/ 309912 w 362309"/>
                <a:gd name="connsiteY68" fmla="*/ 186412 h 361971"/>
                <a:gd name="connsiteX69" fmla="*/ 290103 w 362309"/>
                <a:gd name="connsiteY69" fmla="*/ 200457 h 361971"/>
                <a:gd name="connsiteX70" fmla="*/ 290103 w 362309"/>
                <a:gd name="connsiteY70" fmla="*/ 20045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62309" h="361971">
                  <a:moveTo>
                    <a:pt x="180835" y="0"/>
                  </a:moveTo>
                  <a:cubicBezTo>
                    <a:pt x="80513" y="0"/>
                    <a:pt x="0" y="81076"/>
                    <a:pt x="0" y="181305"/>
                  </a:cubicBezTo>
                  <a:cubicBezTo>
                    <a:pt x="0" y="281533"/>
                    <a:pt x="81152" y="361972"/>
                    <a:pt x="181474" y="361972"/>
                  </a:cubicBezTo>
                  <a:cubicBezTo>
                    <a:pt x="281157" y="361972"/>
                    <a:pt x="362309" y="280895"/>
                    <a:pt x="362309" y="180667"/>
                  </a:cubicBezTo>
                  <a:cubicBezTo>
                    <a:pt x="362309" y="80438"/>
                    <a:pt x="281157" y="0"/>
                    <a:pt x="180835" y="0"/>
                  </a:cubicBezTo>
                  <a:cubicBezTo>
                    <a:pt x="180835" y="0"/>
                    <a:pt x="180835" y="0"/>
                    <a:pt x="180835" y="0"/>
                  </a:cubicBezTo>
                  <a:close/>
                  <a:moveTo>
                    <a:pt x="290103" y="200457"/>
                  </a:moveTo>
                  <a:cubicBezTo>
                    <a:pt x="281157" y="200457"/>
                    <a:pt x="273489" y="194711"/>
                    <a:pt x="270933" y="187051"/>
                  </a:cubicBezTo>
                  <a:lnTo>
                    <a:pt x="259431" y="187051"/>
                  </a:lnTo>
                  <a:cubicBezTo>
                    <a:pt x="258154" y="203649"/>
                    <a:pt x="251764" y="218971"/>
                    <a:pt x="240901" y="231738"/>
                  </a:cubicBezTo>
                  <a:lnTo>
                    <a:pt x="249208" y="240038"/>
                  </a:lnTo>
                  <a:cubicBezTo>
                    <a:pt x="258792" y="234930"/>
                    <a:pt x="270933" y="239399"/>
                    <a:pt x="276045" y="248975"/>
                  </a:cubicBezTo>
                  <a:cubicBezTo>
                    <a:pt x="281157" y="258551"/>
                    <a:pt x="276684" y="270681"/>
                    <a:pt x="267099" y="275788"/>
                  </a:cubicBezTo>
                  <a:cubicBezTo>
                    <a:pt x="259431" y="279618"/>
                    <a:pt x="249847" y="278341"/>
                    <a:pt x="244096" y="271958"/>
                  </a:cubicBezTo>
                  <a:lnTo>
                    <a:pt x="244096" y="271958"/>
                  </a:lnTo>
                  <a:cubicBezTo>
                    <a:pt x="238345" y="265574"/>
                    <a:pt x="236428" y="256636"/>
                    <a:pt x="240262" y="248975"/>
                  </a:cubicBezTo>
                  <a:lnTo>
                    <a:pt x="231955" y="240676"/>
                  </a:lnTo>
                  <a:cubicBezTo>
                    <a:pt x="219175" y="251529"/>
                    <a:pt x="203839" y="257913"/>
                    <a:pt x="187225" y="259190"/>
                  </a:cubicBezTo>
                  <a:lnTo>
                    <a:pt x="187225" y="270681"/>
                  </a:lnTo>
                  <a:cubicBezTo>
                    <a:pt x="197449" y="274511"/>
                    <a:pt x="203200" y="285364"/>
                    <a:pt x="200005" y="296217"/>
                  </a:cubicBezTo>
                  <a:cubicBezTo>
                    <a:pt x="196171" y="306431"/>
                    <a:pt x="185308" y="312177"/>
                    <a:pt x="174445" y="308985"/>
                  </a:cubicBezTo>
                  <a:cubicBezTo>
                    <a:pt x="164221" y="305154"/>
                    <a:pt x="158470" y="294301"/>
                    <a:pt x="161665" y="283449"/>
                  </a:cubicBezTo>
                  <a:cubicBezTo>
                    <a:pt x="163582" y="277703"/>
                    <a:pt x="168055" y="272596"/>
                    <a:pt x="174445" y="270681"/>
                  </a:cubicBezTo>
                  <a:lnTo>
                    <a:pt x="174445" y="259190"/>
                  </a:lnTo>
                  <a:cubicBezTo>
                    <a:pt x="157831" y="257913"/>
                    <a:pt x="142496" y="251529"/>
                    <a:pt x="129716" y="240676"/>
                  </a:cubicBezTo>
                  <a:lnTo>
                    <a:pt x="121409" y="248975"/>
                  </a:lnTo>
                  <a:cubicBezTo>
                    <a:pt x="126521" y="258551"/>
                    <a:pt x="122048" y="270681"/>
                    <a:pt x="112463" y="275788"/>
                  </a:cubicBezTo>
                  <a:cubicBezTo>
                    <a:pt x="102878" y="280895"/>
                    <a:pt x="90737" y="276426"/>
                    <a:pt x="85625" y="266850"/>
                  </a:cubicBezTo>
                  <a:cubicBezTo>
                    <a:pt x="81791" y="259190"/>
                    <a:pt x="83069" y="249614"/>
                    <a:pt x="89459" y="243868"/>
                  </a:cubicBezTo>
                  <a:lnTo>
                    <a:pt x="89459" y="243868"/>
                  </a:lnTo>
                  <a:cubicBezTo>
                    <a:pt x="95849" y="238122"/>
                    <a:pt x="104795" y="236207"/>
                    <a:pt x="112463" y="240038"/>
                  </a:cubicBezTo>
                  <a:lnTo>
                    <a:pt x="120770" y="231738"/>
                  </a:lnTo>
                  <a:cubicBezTo>
                    <a:pt x="109907" y="218971"/>
                    <a:pt x="103517" y="203649"/>
                    <a:pt x="102239" y="187051"/>
                  </a:cubicBezTo>
                  <a:lnTo>
                    <a:pt x="90737" y="187051"/>
                  </a:lnTo>
                  <a:cubicBezTo>
                    <a:pt x="86903" y="197265"/>
                    <a:pt x="76040" y="203011"/>
                    <a:pt x="65177" y="199819"/>
                  </a:cubicBezTo>
                  <a:cubicBezTo>
                    <a:pt x="54954" y="195988"/>
                    <a:pt x="49202" y="185135"/>
                    <a:pt x="52397" y="174283"/>
                  </a:cubicBezTo>
                  <a:cubicBezTo>
                    <a:pt x="56231" y="164068"/>
                    <a:pt x="67094" y="158323"/>
                    <a:pt x="77957" y="161515"/>
                  </a:cubicBezTo>
                  <a:cubicBezTo>
                    <a:pt x="83708" y="163430"/>
                    <a:pt x="88820" y="167899"/>
                    <a:pt x="90737" y="174283"/>
                  </a:cubicBezTo>
                  <a:lnTo>
                    <a:pt x="102239" y="174283"/>
                  </a:lnTo>
                  <a:cubicBezTo>
                    <a:pt x="103517" y="157684"/>
                    <a:pt x="109907" y="142363"/>
                    <a:pt x="120770" y="129595"/>
                  </a:cubicBezTo>
                  <a:lnTo>
                    <a:pt x="112463" y="121296"/>
                  </a:lnTo>
                  <a:cubicBezTo>
                    <a:pt x="109907" y="122572"/>
                    <a:pt x="106712" y="123211"/>
                    <a:pt x="103517" y="123211"/>
                  </a:cubicBezTo>
                  <a:cubicBezTo>
                    <a:pt x="92654" y="123211"/>
                    <a:pt x="83708" y="114273"/>
                    <a:pt x="83708" y="102782"/>
                  </a:cubicBezTo>
                  <a:cubicBezTo>
                    <a:pt x="83708" y="97675"/>
                    <a:pt x="85625" y="92568"/>
                    <a:pt x="89459" y="88737"/>
                  </a:cubicBezTo>
                  <a:cubicBezTo>
                    <a:pt x="97127" y="81076"/>
                    <a:pt x="109907" y="81076"/>
                    <a:pt x="117575" y="88737"/>
                  </a:cubicBezTo>
                  <a:lnTo>
                    <a:pt x="117575" y="88737"/>
                  </a:lnTo>
                  <a:cubicBezTo>
                    <a:pt x="123326" y="95121"/>
                    <a:pt x="125243" y="104059"/>
                    <a:pt x="121409" y="111720"/>
                  </a:cubicBezTo>
                  <a:lnTo>
                    <a:pt x="129716" y="120019"/>
                  </a:lnTo>
                  <a:cubicBezTo>
                    <a:pt x="142496" y="109166"/>
                    <a:pt x="157831" y="102782"/>
                    <a:pt x="174445" y="101505"/>
                  </a:cubicBezTo>
                  <a:lnTo>
                    <a:pt x="174445" y="90014"/>
                  </a:lnTo>
                  <a:cubicBezTo>
                    <a:pt x="164221" y="86184"/>
                    <a:pt x="158470" y="75331"/>
                    <a:pt x="161665" y="64478"/>
                  </a:cubicBezTo>
                  <a:cubicBezTo>
                    <a:pt x="165499" y="54264"/>
                    <a:pt x="176362" y="48518"/>
                    <a:pt x="187225" y="51710"/>
                  </a:cubicBezTo>
                  <a:cubicBezTo>
                    <a:pt x="197449" y="55541"/>
                    <a:pt x="203200" y="66393"/>
                    <a:pt x="200005" y="77246"/>
                  </a:cubicBezTo>
                  <a:cubicBezTo>
                    <a:pt x="198088" y="82992"/>
                    <a:pt x="193615" y="88099"/>
                    <a:pt x="187225" y="90014"/>
                  </a:cubicBezTo>
                  <a:lnTo>
                    <a:pt x="187225" y="101505"/>
                  </a:lnTo>
                  <a:cubicBezTo>
                    <a:pt x="203839" y="102782"/>
                    <a:pt x="219175" y="109166"/>
                    <a:pt x="231955" y="120019"/>
                  </a:cubicBezTo>
                  <a:lnTo>
                    <a:pt x="240262" y="111720"/>
                  </a:lnTo>
                  <a:cubicBezTo>
                    <a:pt x="236428" y="104059"/>
                    <a:pt x="237706" y="94483"/>
                    <a:pt x="244096" y="88737"/>
                  </a:cubicBezTo>
                  <a:cubicBezTo>
                    <a:pt x="251764" y="81076"/>
                    <a:pt x="264543" y="81076"/>
                    <a:pt x="272211" y="88737"/>
                  </a:cubicBezTo>
                  <a:cubicBezTo>
                    <a:pt x="279879" y="96398"/>
                    <a:pt x="279879" y="109166"/>
                    <a:pt x="272211" y="116827"/>
                  </a:cubicBezTo>
                  <a:cubicBezTo>
                    <a:pt x="272211" y="116827"/>
                    <a:pt x="272211" y="116827"/>
                    <a:pt x="272211" y="116827"/>
                  </a:cubicBezTo>
                  <a:lnTo>
                    <a:pt x="272211" y="116827"/>
                  </a:lnTo>
                  <a:cubicBezTo>
                    <a:pt x="268377" y="120657"/>
                    <a:pt x="263265" y="122572"/>
                    <a:pt x="258154" y="122572"/>
                  </a:cubicBezTo>
                  <a:cubicBezTo>
                    <a:pt x="254959" y="122572"/>
                    <a:pt x="251764" y="121934"/>
                    <a:pt x="249208" y="120657"/>
                  </a:cubicBezTo>
                  <a:lnTo>
                    <a:pt x="241540" y="128956"/>
                  </a:lnTo>
                  <a:cubicBezTo>
                    <a:pt x="252403" y="141724"/>
                    <a:pt x="258792" y="157046"/>
                    <a:pt x="260070" y="173644"/>
                  </a:cubicBezTo>
                  <a:lnTo>
                    <a:pt x="271572" y="173644"/>
                  </a:lnTo>
                  <a:cubicBezTo>
                    <a:pt x="275406" y="163430"/>
                    <a:pt x="286269" y="157684"/>
                    <a:pt x="297132" y="160876"/>
                  </a:cubicBezTo>
                  <a:cubicBezTo>
                    <a:pt x="307356" y="164707"/>
                    <a:pt x="313107" y="175560"/>
                    <a:pt x="309912" y="186412"/>
                  </a:cubicBezTo>
                  <a:cubicBezTo>
                    <a:pt x="306717" y="195350"/>
                    <a:pt x="299049" y="200457"/>
                    <a:pt x="290103" y="200457"/>
                  </a:cubicBezTo>
                  <a:lnTo>
                    <a:pt x="290103" y="200457"/>
                  </a:lnTo>
                  <a:close/>
                </a:path>
              </a:pathLst>
            </a:custGeom>
            <a:solidFill>
              <a:srgbClr val="007680"/>
            </a:solidFill>
            <a:ln w="6390" cap="flat">
              <a:noFill/>
              <a:prstDash val="solid"/>
              <a:miter/>
            </a:ln>
          </p:spPr>
          <p:txBody>
            <a:bodyPr rtlCol="0" anchor="ctr"/>
            <a:lstStyle/>
            <a:p>
              <a:endParaRPr lang="en-US"/>
            </a:p>
          </p:txBody>
        </p:sp>
        <p:sp>
          <p:nvSpPr>
            <p:cNvPr id="360" name="Graphic 4">
              <a:extLst>
                <a:ext uri="{FF2B5EF4-FFF2-40B4-BE49-F238E27FC236}">
                  <a16:creationId xmlns:a16="http://schemas.microsoft.com/office/drawing/2014/main" id="{345A571F-AD44-3D40-AC99-F75486B3BDE1}"/>
                </a:ext>
              </a:extLst>
            </p:cNvPr>
            <p:cNvSpPr/>
            <p:nvPr/>
          </p:nvSpPr>
          <p:spPr>
            <a:xfrm>
              <a:off x="1188528" y="3029362"/>
              <a:ext cx="14057" cy="14044"/>
            </a:xfrm>
            <a:custGeom>
              <a:avLst/>
              <a:gdLst>
                <a:gd name="connsiteX0" fmla="*/ 7029 w 14057"/>
                <a:gd name="connsiteY0" fmla="*/ 0 h 14044"/>
                <a:gd name="connsiteX1" fmla="*/ 0 w 14057"/>
                <a:gd name="connsiteY1" fmla="*/ 7022 h 14044"/>
                <a:gd name="connsiteX2" fmla="*/ 7029 w 14057"/>
                <a:gd name="connsiteY2" fmla="*/ 14045 h 14044"/>
                <a:gd name="connsiteX3" fmla="*/ 14058 w 14057"/>
                <a:gd name="connsiteY3" fmla="*/ 7022 h 14044"/>
                <a:gd name="connsiteX4" fmla="*/ 7029 w 14057"/>
                <a:gd name="connsiteY4" fmla="*/ 0 h 14044"/>
                <a:gd name="connsiteX5" fmla="*/ 7029 w 14057"/>
                <a:gd name="connsiteY5"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57" h="14044">
                  <a:moveTo>
                    <a:pt x="7029" y="0"/>
                  </a:moveTo>
                  <a:cubicBezTo>
                    <a:pt x="3195" y="0"/>
                    <a:pt x="0" y="3192"/>
                    <a:pt x="0" y="7022"/>
                  </a:cubicBezTo>
                  <a:cubicBezTo>
                    <a:pt x="0" y="10853"/>
                    <a:pt x="3195" y="14045"/>
                    <a:pt x="7029" y="14045"/>
                  </a:cubicBezTo>
                  <a:cubicBezTo>
                    <a:pt x="10863" y="14045"/>
                    <a:pt x="14058" y="10853"/>
                    <a:pt x="14058" y="7022"/>
                  </a:cubicBezTo>
                  <a:cubicBezTo>
                    <a:pt x="14058" y="3192"/>
                    <a:pt x="11502" y="0"/>
                    <a:pt x="7029" y="0"/>
                  </a:cubicBezTo>
                  <a:lnTo>
                    <a:pt x="7029" y="0"/>
                  </a:lnTo>
                  <a:close/>
                </a:path>
              </a:pathLst>
            </a:custGeom>
            <a:solidFill>
              <a:srgbClr val="007680"/>
            </a:solidFill>
            <a:ln w="6390" cap="flat">
              <a:noFill/>
              <a:prstDash val="solid"/>
              <a:miter/>
            </a:ln>
          </p:spPr>
          <p:txBody>
            <a:bodyPr rtlCol="0" anchor="ctr"/>
            <a:lstStyle/>
            <a:p>
              <a:endParaRPr lang="en-US"/>
            </a:p>
          </p:txBody>
        </p:sp>
        <p:sp>
          <p:nvSpPr>
            <p:cNvPr id="361" name="Graphic 4">
              <a:extLst>
                <a:ext uri="{FF2B5EF4-FFF2-40B4-BE49-F238E27FC236}">
                  <a16:creationId xmlns:a16="http://schemas.microsoft.com/office/drawing/2014/main" id="{FB636804-C141-A543-8C1B-0B34403D1581}"/>
                </a:ext>
              </a:extLst>
            </p:cNvPr>
            <p:cNvSpPr/>
            <p:nvPr/>
          </p:nvSpPr>
          <p:spPr>
            <a:xfrm>
              <a:off x="1019834" y="2969991"/>
              <a:ext cx="132910" cy="132786"/>
            </a:xfrm>
            <a:custGeom>
              <a:avLst/>
              <a:gdLst>
                <a:gd name="connsiteX0" fmla="*/ 66455 w 132910"/>
                <a:gd name="connsiteY0" fmla="*/ 0 h 132786"/>
                <a:gd name="connsiteX1" fmla="*/ 0 w 132910"/>
                <a:gd name="connsiteY1" fmla="*/ 66393 h 132786"/>
                <a:gd name="connsiteX2" fmla="*/ 66455 w 132910"/>
                <a:gd name="connsiteY2" fmla="*/ 132787 h 132786"/>
                <a:gd name="connsiteX3" fmla="*/ 132911 w 132910"/>
                <a:gd name="connsiteY3" fmla="*/ 66393 h 132786"/>
                <a:gd name="connsiteX4" fmla="*/ 66455 w 132910"/>
                <a:gd name="connsiteY4" fmla="*/ 0 h 132786"/>
                <a:gd name="connsiteX5" fmla="*/ 66455 w 132910"/>
                <a:gd name="connsiteY5" fmla="*/ 0 h 132786"/>
                <a:gd name="connsiteX6" fmla="*/ 99683 w 132910"/>
                <a:gd name="connsiteY6" fmla="*/ 100228 h 132786"/>
                <a:gd name="connsiteX7" fmla="*/ 70928 w 132910"/>
                <a:gd name="connsiteY7" fmla="*/ 123849 h 132786"/>
                <a:gd name="connsiteX8" fmla="*/ 63260 w 132910"/>
                <a:gd name="connsiteY8" fmla="*/ 123849 h 132786"/>
                <a:gd name="connsiteX9" fmla="*/ 33867 w 132910"/>
                <a:gd name="connsiteY9" fmla="*/ 100867 h 132786"/>
                <a:gd name="connsiteX10" fmla="*/ 31950 w 132910"/>
                <a:gd name="connsiteY10" fmla="*/ 93844 h 132786"/>
                <a:gd name="connsiteX11" fmla="*/ 37701 w 132910"/>
                <a:gd name="connsiteY11" fmla="*/ 89376 h 132786"/>
                <a:gd name="connsiteX12" fmla="*/ 44730 w 132910"/>
                <a:gd name="connsiteY12" fmla="*/ 89376 h 132786"/>
                <a:gd name="connsiteX13" fmla="*/ 44730 w 132910"/>
                <a:gd name="connsiteY13" fmla="*/ 75969 h 132786"/>
                <a:gd name="connsiteX14" fmla="*/ 51119 w 132910"/>
                <a:gd name="connsiteY14" fmla="*/ 69585 h 132786"/>
                <a:gd name="connsiteX15" fmla="*/ 83069 w 132910"/>
                <a:gd name="connsiteY15" fmla="*/ 69585 h 132786"/>
                <a:gd name="connsiteX16" fmla="*/ 89459 w 132910"/>
                <a:gd name="connsiteY16" fmla="*/ 75969 h 132786"/>
                <a:gd name="connsiteX17" fmla="*/ 89459 w 132910"/>
                <a:gd name="connsiteY17" fmla="*/ 89376 h 132786"/>
                <a:gd name="connsiteX18" fmla="*/ 96488 w 132910"/>
                <a:gd name="connsiteY18" fmla="*/ 89376 h 132786"/>
                <a:gd name="connsiteX19" fmla="*/ 102239 w 132910"/>
                <a:gd name="connsiteY19" fmla="*/ 93844 h 132786"/>
                <a:gd name="connsiteX20" fmla="*/ 99683 w 132910"/>
                <a:gd name="connsiteY20" fmla="*/ 100228 h 132786"/>
                <a:gd name="connsiteX21" fmla="*/ 99683 w 132910"/>
                <a:gd name="connsiteY21" fmla="*/ 100228 h 132786"/>
                <a:gd name="connsiteX22" fmla="*/ 101600 w 132910"/>
                <a:gd name="connsiteY22" fmla="*/ 39581 h 132786"/>
                <a:gd name="connsiteX23" fmla="*/ 95849 w 132910"/>
                <a:gd name="connsiteY23" fmla="*/ 44049 h 132786"/>
                <a:gd name="connsiteX24" fmla="*/ 88820 w 132910"/>
                <a:gd name="connsiteY24" fmla="*/ 44049 h 132786"/>
                <a:gd name="connsiteX25" fmla="*/ 88820 w 132910"/>
                <a:gd name="connsiteY25" fmla="*/ 57456 h 132786"/>
                <a:gd name="connsiteX26" fmla="*/ 82430 w 132910"/>
                <a:gd name="connsiteY26" fmla="*/ 63840 h 132786"/>
                <a:gd name="connsiteX27" fmla="*/ 50480 w 132910"/>
                <a:gd name="connsiteY27" fmla="*/ 63840 h 132786"/>
                <a:gd name="connsiteX28" fmla="*/ 44091 w 132910"/>
                <a:gd name="connsiteY28" fmla="*/ 57456 h 132786"/>
                <a:gd name="connsiteX29" fmla="*/ 44091 w 132910"/>
                <a:gd name="connsiteY29" fmla="*/ 44049 h 132786"/>
                <a:gd name="connsiteX30" fmla="*/ 37062 w 132910"/>
                <a:gd name="connsiteY30" fmla="*/ 44049 h 132786"/>
                <a:gd name="connsiteX31" fmla="*/ 30672 w 132910"/>
                <a:gd name="connsiteY31" fmla="*/ 37665 h 132786"/>
                <a:gd name="connsiteX32" fmla="*/ 33228 w 132910"/>
                <a:gd name="connsiteY32" fmla="*/ 32558 h 132786"/>
                <a:gd name="connsiteX33" fmla="*/ 62621 w 132910"/>
                <a:gd name="connsiteY33" fmla="*/ 9576 h 132786"/>
                <a:gd name="connsiteX34" fmla="*/ 70289 w 132910"/>
                <a:gd name="connsiteY34" fmla="*/ 9576 h 132786"/>
                <a:gd name="connsiteX35" fmla="*/ 99683 w 132910"/>
                <a:gd name="connsiteY35" fmla="*/ 32558 h 132786"/>
                <a:gd name="connsiteX36" fmla="*/ 101600 w 132910"/>
                <a:gd name="connsiteY36" fmla="*/ 39581 h 132786"/>
                <a:gd name="connsiteX37" fmla="*/ 101600 w 132910"/>
                <a:gd name="connsiteY37" fmla="*/ 39581 h 132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2910" h="132786">
                  <a:moveTo>
                    <a:pt x="66455" y="0"/>
                  </a:moveTo>
                  <a:cubicBezTo>
                    <a:pt x="30033" y="0"/>
                    <a:pt x="0" y="30005"/>
                    <a:pt x="0" y="66393"/>
                  </a:cubicBezTo>
                  <a:cubicBezTo>
                    <a:pt x="0" y="102782"/>
                    <a:pt x="30033" y="132787"/>
                    <a:pt x="66455" y="132787"/>
                  </a:cubicBezTo>
                  <a:cubicBezTo>
                    <a:pt x="102878" y="132787"/>
                    <a:pt x="132911" y="102782"/>
                    <a:pt x="132911" y="66393"/>
                  </a:cubicBezTo>
                  <a:cubicBezTo>
                    <a:pt x="132911" y="30005"/>
                    <a:pt x="103517" y="0"/>
                    <a:pt x="66455" y="0"/>
                  </a:cubicBezTo>
                  <a:cubicBezTo>
                    <a:pt x="66455" y="0"/>
                    <a:pt x="66455" y="0"/>
                    <a:pt x="66455" y="0"/>
                  </a:cubicBezTo>
                  <a:close/>
                  <a:moveTo>
                    <a:pt x="99683" y="100228"/>
                  </a:moveTo>
                  <a:lnTo>
                    <a:pt x="70928" y="123849"/>
                  </a:lnTo>
                  <a:cubicBezTo>
                    <a:pt x="68372" y="125764"/>
                    <a:pt x="65177" y="125764"/>
                    <a:pt x="63260" y="123849"/>
                  </a:cubicBezTo>
                  <a:lnTo>
                    <a:pt x="33867" y="100867"/>
                  </a:lnTo>
                  <a:cubicBezTo>
                    <a:pt x="31950" y="98952"/>
                    <a:pt x="30672" y="96398"/>
                    <a:pt x="31950" y="93844"/>
                  </a:cubicBezTo>
                  <a:cubicBezTo>
                    <a:pt x="32589" y="91291"/>
                    <a:pt x="35145" y="89376"/>
                    <a:pt x="37701" y="89376"/>
                  </a:cubicBezTo>
                  <a:lnTo>
                    <a:pt x="44730" y="89376"/>
                  </a:lnTo>
                  <a:lnTo>
                    <a:pt x="44730" y="75969"/>
                  </a:lnTo>
                  <a:cubicBezTo>
                    <a:pt x="44730" y="72139"/>
                    <a:pt x="47285" y="69585"/>
                    <a:pt x="51119" y="69585"/>
                  </a:cubicBezTo>
                  <a:lnTo>
                    <a:pt x="83069" y="69585"/>
                  </a:lnTo>
                  <a:cubicBezTo>
                    <a:pt x="86903" y="69585"/>
                    <a:pt x="89459" y="72139"/>
                    <a:pt x="89459" y="75969"/>
                  </a:cubicBezTo>
                  <a:lnTo>
                    <a:pt x="89459" y="89376"/>
                  </a:lnTo>
                  <a:lnTo>
                    <a:pt x="96488" y="89376"/>
                  </a:lnTo>
                  <a:cubicBezTo>
                    <a:pt x="99044" y="89376"/>
                    <a:pt x="101600" y="91291"/>
                    <a:pt x="102239" y="93844"/>
                  </a:cubicBezTo>
                  <a:cubicBezTo>
                    <a:pt x="102878" y="95760"/>
                    <a:pt x="101600" y="98952"/>
                    <a:pt x="99683" y="100228"/>
                  </a:cubicBezTo>
                  <a:lnTo>
                    <a:pt x="99683" y="100228"/>
                  </a:lnTo>
                  <a:close/>
                  <a:moveTo>
                    <a:pt x="101600" y="39581"/>
                  </a:moveTo>
                  <a:cubicBezTo>
                    <a:pt x="100961" y="42134"/>
                    <a:pt x="98405" y="44049"/>
                    <a:pt x="95849" y="44049"/>
                  </a:cubicBezTo>
                  <a:lnTo>
                    <a:pt x="88820" y="44049"/>
                  </a:lnTo>
                  <a:lnTo>
                    <a:pt x="88820" y="57456"/>
                  </a:lnTo>
                  <a:cubicBezTo>
                    <a:pt x="88820" y="61286"/>
                    <a:pt x="86264" y="63840"/>
                    <a:pt x="82430" y="63840"/>
                  </a:cubicBezTo>
                  <a:lnTo>
                    <a:pt x="50480" y="63840"/>
                  </a:lnTo>
                  <a:cubicBezTo>
                    <a:pt x="46646" y="63840"/>
                    <a:pt x="44091" y="61286"/>
                    <a:pt x="44091" y="57456"/>
                  </a:cubicBezTo>
                  <a:lnTo>
                    <a:pt x="44091" y="44049"/>
                  </a:lnTo>
                  <a:lnTo>
                    <a:pt x="37062" y="44049"/>
                  </a:lnTo>
                  <a:cubicBezTo>
                    <a:pt x="33228" y="44049"/>
                    <a:pt x="30672" y="40857"/>
                    <a:pt x="30672" y="37665"/>
                  </a:cubicBezTo>
                  <a:cubicBezTo>
                    <a:pt x="30672" y="35750"/>
                    <a:pt x="31311" y="33835"/>
                    <a:pt x="33228" y="32558"/>
                  </a:cubicBezTo>
                  <a:lnTo>
                    <a:pt x="62621" y="9576"/>
                  </a:lnTo>
                  <a:cubicBezTo>
                    <a:pt x="65177" y="7661"/>
                    <a:pt x="68372" y="7661"/>
                    <a:pt x="70289" y="9576"/>
                  </a:cubicBezTo>
                  <a:lnTo>
                    <a:pt x="99683" y="32558"/>
                  </a:lnTo>
                  <a:cubicBezTo>
                    <a:pt x="102239" y="34473"/>
                    <a:pt x="102878" y="37027"/>
                    <a:pt x="101600" y="39581"/>
                  </a:cubicBezTo>
                  <a:lnTo>
                    <a:pt x="101600" y="39581"/>
                  </a:lnTo>
                  <a:close/>
                </a:path>
              </a:pathLst>
            </a:custGeom>
            <a:solidFill>
              <a:srgbClr val="007680"/>
            </a:solidFill>
            <a:ln w="6390" cap="flat">
              <a:noFill/>
              <a:prstDash val="solid"/>
              <a:miter/>
            </a:ln>
          </p:spPr>
          <p:txBody>
            <a:bodyPr rtlCol="0" anchor="ctr"/>
            <a:lstStyle/>
            <a:p>
              <a:endParaRPr lang="en-US"/>
            </a:p>
          </p:txBody>
        </p:sp>
        <p:sp>
          <p:nvSpPr>
            <p:cNvPr id="362" name="Graphic 4">
              <a:extLst>
                <a:ext uri="{FF2B5EF4-FFF2-40B4-BE49-F238E27FC236}">
                  <a16:creationId xmlns:a16="http://schemas.microsoft.com/office/drawing/2014/main" id="{828D4180-53C4-3D4B-8F55-21A866A5DDF6}"/>
                </a:ext>
              </a:extLst>
            </p:cNvPr>
            <p:cNvSpPr/>
            <p:nvPr/>
          </p:nvSpPr>
          <p:spPr>
            <a:xfrm>
              <a:off x="1074148" y="2992973"/>
              <a:ext cx="24281" cy="28089"/>
            </a:xfrm>
            <a:custGeom>
              <a:avLst/>
              <a:gdLst>
                <a:gd name="connsiteX0" fmla="*/ 0 w 24281"/>
                <a:gd name="connsiteY0" fmla="*/ 9576 h 28089"/>
                <a:gd name="connsiteX1" fmla="*/ 2556 w 24281"/>
                <a:gd name="connsiteY1" fmla="*/ 14683 h 28089"/>
                <a:gd name="connsiteX2" fmla="*/ 2556 w 24281"/>
                <a:gd name="connsiteY2" fmla="*/ 28089 h 28089"/>
                <a:gd name="connsiteX3" fmla="*/ 21726 w 24281"/>
                <a:gd name="connsiteY3" fmla="*/ 28089 h 28089"/>
                <a:gd name="connsiteX4" fmla="*/ 21726 w 24281"/>
                <a:gd name="connsiteY4" fmla="*/ 14683 h 28089"/>
                <a:gd name="connsiteX5" fmla="*/ 24282 w 24281"/>
                <a:gd name="connsiteY5" fmla="*/ 9576 h 28089"/>
                <a:gd name="connsiteX6" fmla="*/ 12141 w 24281"/>
                <a:gd name="connsiteY6" fmla="*/ 0 h 28089"/>
                <a:gd name="connsiteX7" fmla="*/ 0 w 24281"/>
                <a:gd name="connsiteY7" fmla="*/ 9576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81" h="28089">
                  <a:moveTo>
                    <a:pt x="0" y="9576"/>
                  </a:moveTo>
                  <a:cubicBezTo>
                    <a:pt x="1917" y="10853"/>
                    <a:pt x="2556" y="12768"/>
                    <a:pt x="2556" y="14683"/>
                  </a:cubicBezTo>
                  <a:lnTo>
                    <a:pt x="2556" y="28089"/>
                  </a:lnTo>
                  <a:lnTo>
                    <a:pt x="21726" y="28089"/>
                  </a:lnTo>
                  <a:lnTo>
                    <a:pt x="21726" y="14683"/>
                  </a:lnTo>
                  <a:cubicBezTo>
                    <a:pt x="21726" y="12768"/>
                    <a:pt x="23004" y="10853"/>
                    <a:pt x="24282" y="9576"/>
                  </a:cubicBezTo>
                  <a:lnTo>
                    <a:pt x="12141" y="0"/>
                  </a:lnTo>
                  <a:lnTo>
                    <a:pt x="0" y="9576"/>
                  </a:lnTo>
                  <a:close/>
                </a:path>
              </a:pathLst>
            </a:custGeom>
            <a:solidFill>
              <a:srgbClr val="007680"/>
            </a:solidFill>
            <a:ln w="6390" cap="flat">
              <a:noFill/>
              <a:prstDash val="solid"/>
              <a:miter/>
            </a:ln>
          </p:spPr>
          <p:txBody>
            <a:bodyPr rtlCol="0" anchor="ctr"/>
            <a:lstStyle/>
            <a:p>
              <a:endParaRPr lang="en-US"/>
            </a:p>
          </p:txBody>
        </p:sp>
      </p:grpSp>
      <p:grpSp>
        <p:nvGrpSpPr>
          <p:cNvPr id="363" name="Graphic 4">
            <a:extLst>
              <a:ext uri="{FF2B5EF4-FFF2-40B4-BE49-F238E27FC236}">
                <a16:creationId xmlns:a16="http://schemas.microsoft.com/office/drawing/2014/main" id="{602F6153-86B9-2748-B718-051755293A9B}"/>
              </a:ext>
            </a:extLst>
          </p:cNvPr>
          <p:cNvGrpSpPr>
            <a:grpSpLocks noChangeAspect="1"/>
          </p:cNvGrpSpPr>
          <p:nvPr/>
        </p:nvGrpSpPr>
        <p:grpSpPr>
          <a:xfrm>
            <a:off x="4660820" y="918179"/>
            <a:ext cx="362312" cy="361971"/>
            <a:chOff x="4660820" y="918179"/>
            <a:chExt cx="362312" cy="361971"/>
          </a:xfrm>
          <a:solidFill>
            <a:srgbClr val="00ABAB"/>
          </a:solidFill>
        </p:grpSpPr>
        <p:sp>
          <p:nvSpPr>
            <p:cNvPr id="364" name="Graphic 4">
              <a:extLst>
                <a:ext uri="{FF2B5EF4-FFF2-40B4-BE49-F238E27FC236}">
                  <a16:creationId xmlns:a16="http://schemas.microsoft.com/office/drawing/2014/main" id="{DA26C554-FDD7-184D-AFE5-B1DC7820BB58}"/>
                </a:ext>
              </a:extLst>
            </p:cNvPr>
            <p:cNvSpPr/>
            <p:nvPr/>
          </p:nvSpPr>
          <p:spPr>
            <a:xfrm>
              <a:off x="4660820" y="918179"/>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873"/>
                    <a:pt x="274767" y="348565"/>
                    <a:pt x="181474" y="349204"/>
                  </a:cubicBezTo>
                  <a:close/>
                </a:path>
              </a:pathLst>
            </a:custGeom>
            <a:solidFill>
              <a:srgbClr val="00ABAB"/>
            </a:solidFill>
            <a:ln w="6390" cap="flat">
              <a:noFill/>
              <a:prstDash val="solid"/>
              <a:miter/>
            </a:ln>
          </p:spPr>
          <p:txBody>
            <a:bodyPr rtlCol="0" anchor="ctr"/>
            <a:lstStyle/>
            <a:p>
              <a:endParaRPr lang="en-US"/>
            </a:p>
          </p:txBody>
        </p:sp>
        <p:sp>
          <p:nvSpPr>
            <p:cNvPr id="365" name="Graphic 4">
              <a:extLst>
                <a:ext uri="{FF2B5EF4-FFF2-40B4-BE49-F238E27FC236}">
                  <a16:creationId xmlns:a16="http://schemas.microsoft.com/office/drawing/2014/main" id="{F9BAF63A-1A6F-444E-B54A-13774076DF4E}"/>
                </a:ext>
              </a:extLst>
            </p:cNvPr>
            <p:cNvSpPr/>
            <p:nvPr/>
          </p:nvSpPr>
          <p:spPr>
            <a:xfrm>
              <a:off x="4723441" y="980103"/>
              <a:ext cx="237705" cy="237484"/>
            </a:xfrm>
            <a:custGeom>
              <a:avLst/>
              <a:gdLst>
                <a:gd name="connsiteX0" fmla="*/ 231316 w 237705"/>
                <a:gd name="connsiteY0" fmla="*/ 112358 h 237484"/>
                <a:gd name="connsiteX1" fmla="*/ 213424 w 237705"/>
                <a:gd name="connsiteY1" fmla="*/ 112358 h 237484"/>
                <a:gd name="connsiteX2" fmla="*/ 125243 w 237705"/>
                <a:gd name="connsiteY2" fmla="*/ 24259 h 237484"/>
                <a:gd name="connsiteX3" fmla="*/ 125243 w 237705"/>
                <a:gd name="connsiteY3" fmla="*/ 6384 h 237484"/>
                <a:gd name="connsiteX4" fmla="*/ 118853 w 237705"/>
                <a:gd name="connsiteY4" fmla="*/ 0 h 237484"/>
                <a:gd name="connsiteX5" fmla="*/ 112463 w 237705"/>
                <a:gd name="connsiteY5" fmla="*/ 6384 h 237484"/>
                <a:gd name="connsiteX6" fmla="*/ 112463 w 237705"/>
                <a:gd name="connsiteY6" fmla="*/ 24259 h 237484"/>
                <a:gd name="connsiteX7" fmla="*/ 24282 w 237705"/>
                <a:gd name="connsiteY7" fmla="*/ 112358 h 237484"/>
                <a:gd name="connsiteX8" fmla="*/ 6390 w 237705"/>
                <a:gd name="connsiteY8" fmla="*/ 112358 h 237484"/>
                <a:gd name="connsiteX9" fmla="*/ 0 w 237705"/>
                <a:gd name="connsiteY9" fmla="*/ 118742 h 237484"/>
                <a:gd name="connsiteX10" fmla="*/ 6390 w 237705"/>
                <a:gd name="connsiteY10" fmla="*/ 125126 h 237484"/>
                <a:gd name="connsiteX11" fmla="*/ 24282 w 237705"/>
                <a:gd name="connsiteY11" fmla="*/ 125126 h 237484"/>
                <a:gd name="connsiteX12" fmla="*/ 112463 w 237705"/>
                <a:gd name="connsiteY12" fmla="*/ 213225 h 237484"/>
                <a:gd name="connsiteX13" fmla="*/ 112463 w 237705"/>
                <a:gd name="connsiteY13" fmla="*/ 231100 h 237484"/>
                <a:gd name="connsiteX14" fmla="*/ 118853 w 237705"/>
                <a:gd name="connsiteY14" fmla="*/ 237484 h 237484"/>
                <a:gd name="connsiteX15" fmla="*/ 125243 w 237705"/>
                <a:gd name="connsiteY15" fmla="*/ 231100 h 237484"/>
                <a:gd name="connsiteX16" fmla="*/ 125243 w 237705"/>
                <a:gd name="connsiteY16" fmla="*/ 213225 h 237484"/>
                <a:gd name="connsiteX17" fmla="*/ 213424 w 237705"/>
                <a:gd name="connsiteY17" fmla="*/ 125126 h 237484"/>
                <a:gd name="connsiteX18" fmla="*/ 231316 w 237705"/>
                <a:gd name="connsiteY18" fmla="*/ 125126 h 237484"/>
                <a:gd name="connsiteX19" fmla="*/ 237706 w 237705"/>
                <a:gd name="connsiteY19" fmla="*/ 118742 h 237484"/>
                <a:gd name="connsiteX20" fmla="*/ 231316 w 237705"/>
                <a:gd name="connsiteY20" fmla="*/ 112358 h 237484"/>
                <a:gd name="connsiteX21" fmla="*/ 231316 w 237705"/>
                <a:gd name="connsiteY21" fmla="*/ 112358 h 237484"/>
                <a:gd name="connsiteX22" fmla="*/ 200644 w 237705"/>
                <a:gd name="connsiteY22" fmla="*/ 112358 h 237484"/>
                <a:gd name="connsiteX23" fmla="*/ 173167 w 237705"/>
                <a:gd name="connsiteY23" fmla="*/ 112358 h 237484"/>
                <a:gd name="connsiteX24" fmla="*/ 125243 w 237705"/>
                <a:gd name="connsiteY24" fmla="*/ 64478 h 237484"/>
                <a:gd name="connsiteX25" fmla="*/ 125243 w 237705"/>
                <a:gd name="connsiteY25" fmla="*/ 37027 h 237484"/>
                <a:gd name="connsiteX26" fmla="*/ 200644 w 237705"/>
                <a:gd name="connsiteY26" fmla="*/ 112358 h 237484"/>
                <a:gd name="connsiteX27" fmla="*/ 112463 w 237705"/>
                <a:gd name="connsiteY27" fmla="*/ 112358 h 237484"/>
                <a:gd name="connsiteX28" fmla="*/ 77318 w 237705"/>
                <a:gd name="connsiteY28" fmla="*/ 112358 h 237484"/>
                <a:gd name="connsiteX29" fmla="*/ 112463 w 237705"/>
                <a:gd name="connsiteY29" fmla="*/ 77246 h 237484"/>
                <a:gd name="connsiteX30" fmla="*/ 112463 w 237705"/>
                <a:gd name="connsiteY30" fmla="*/ 112358 h 237484"/>
                <a:gd name="connsiteX31" fmla="*/ 112463 w 237705"/>
                <a:gd name="connsiteY31" fmla="*/ 125126 h 237484"/>
                <a:gd name="connsiteX32" fmla="*/ 112463 w 237705"/>
                <a:gd name="connsiteY32" fmla="*/ 160238 h 237484"/>
                <a:gd name="connsiteX33" fmla="*/ 77318 w 237705"/>
                <a:gd name="connsiteY33" fmla="*/ 125126 h 237484"/>
                <a:gd name="connsiteX34" fmla="*/ 112463 w 237705"/>
                <a:gd name="connsiteY34" fmla="*/ 125126 h 237484"/>
                <a:gd name="connsiteX35" fmla="*/ 125243 w 237705"/>
                <a:gd name="connsiteY35" fmla="*/ 125126 h 237484"/>
                <a:gd name="connsiteX36" fmla="*/ 160387 w 237705"/>
                <a:gd name="connsiteY36" fmla="*/ 125126 h 237484"/>
                <a:gd name="connsiteX37" fmla="*/ 125243 w 237705"/>
                <a:gd name="connsiteY37" fmla="*/ 160238 h 237484"/>
                <a:gd name="connsiteX38" fmla="*/ 125243 w 237705"/>
                <a:gd name="connsiteY38" fmla="*/ 125126 h 237484"/>
                <a:gd name="connsiteX39" fmla="*/ 125243 w 237705"/>
                <a:gd name="connsiteY39" fmla="*/ 112358 h 237484"/>
                <a:gd name="connsiteX40" fmla="*/ 125243 w 237705"/>
                <a:gd name="connsiteY40" fmla="*/ 77246 h 237484"/>
                <a:gd name="connsiteX41" fmla="*/ 160387 w 237705"/>
                <a:gd name="connsiteY41" fmla="*/ 112358 h 237484"/>
                <a:gd name="connsiteX42" fmla="*/ 125243 w 237705"/>
                <a:gd name="connsiteY42" fmla="*/ 112358 h 237484"/>
                <a:gd name="connsiteX43" fmla="*/ 112463 w 237705"/>
                <a:gd name="connsiteY43" fmla="*/ 37027 h 237484"/>
                <a:gd name="connsiteX44" fmla="*/ 112463 w 237705"/>
                <a:gd name="connsiteY44" fmla="*/ 64478 h 237484"/>
                <a:gd name="connsiteX45" fmla="*/ 64538 w 237705"/>
                <a:gd name="connsiteY45" fmla="*/ 112358 h 237484"/>
                <a:gd name="connsiteX46" fmla="*/ 37062 w 237705"/>
                <a:gd name="connsiteY46" fmla="*/ 112358 h 237484"/>
                <a:gd name="connsiteX47" fmla="*/ 112463 w 237705"/>
                <a:gd name="connsiteY47" fmla="*/ 37027 h 237484"/>
                <a:gd name="connsiteX48" fmla="*/ 112463 w 237705"/>
                <a:gd name="connsiteY48" fmla="*/ 37027 h 237484"/>
                <a:gd name="connsiteX49" fmla="*/ 37062 w 237705"/>
                <a:gd name="connsiteY49" fmla="*/ 125126 h 237484"/>
                <a:gd name="connsiteX50" fmla="*/ 64538 w 237705"/>
                <a:gd name="connsiteY50" fmla="*/ 125126 h 237484"/>
                <a:gd name="connsiteX51" fmla="*/ 112463 w 237705"/>
                <a:gd name="connsiteY51" fmla="*/ 173006 h 237484"/>
                <a:gd name="connsiteX52" fmla="*/ 112463 w 237705"/>
                <a:gd name="connsiteY52" fmla="*/ 200457 h 237484"/>
                <a:gd name="connsiteX53" fmla="*/ 37062 w 237705"/>
                <a:gd name="connsiteY53" fmla="*/ 125126 h 237484"/>
                <a:gd name="connsiteX54" fmla="*/ 125243 w 237705"/>
                <a:gd name="connsiteY54" fmla="*/ 200457 h 237484"/>
                <a:gd name="connsiteX55" fmla="*/ 125243 w 237705"/>
                <a:gd name="connsiteY55" fmla="*/ 173006 h 237484"/>
                <a:gd name="connsiteX56" fmla="*/ 173167 w 237705"/>
                <a:gd name="connsiteY56" fmla="*/ 125126 h 237484"/>
                <a:gd name="connsiteX57" fmla="*/ 200644 w 237705"/>
                <a:gd name="connsiteY57" fmla="*/ 125126 h 237484"/>
                <a:gd name="connsiteX58" fmla="*/ 125243 w 237705"/>
                <a:gd name="connsiteY58" fmla="*/ 200457 h 237484"/>
                <a:gd name="connsiteX59" fmla="*/ 125243 w 237705"/>
                <a:gd name="connsiteY59" fmla="*/ 200457 h 237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37705" h="237484">
                  <a:moveTo>
                    <a:pt x="231316" y="112358"/>
                  </a:moveTo>
                  <a:lnTo>
                    <a:pt x="213424" y="112358"/>
                  </a:lnTo>
                  <a:cubicBezTo>
                    <a:pt x="210229" y="65117"/>
                    <a:pt x="172528" y="27451"/>
                    <a:pt x="125243" y="24259"/>
                  </a:cubicBezTo>
                  <a:lnTo>
                    <a:pt x="125243" y="6384"/>
                  </a:lnTo>
                  <a:cubicBezTo>
                    <a:pt x="125243" y="2554"/>
                    <a:pt x="122687" y="0"/>
                    <a:pt x="118853" y="0"/>
                  </a:cubicBezTo>
                  <a:cubicBezTo>
                    <a:pt x="115019" y="0"/>
                    <a:pt x="112463" y="2554"/>
                    <a:pt x="112463" y="6384"/>
                  </a:cubicBezTo>
                  <a:lnTo>
                    <a:pt x="112463" y="24259"/>
                  </a:lnTo>
                  <a:cubicBezTo>
                    <a:pt x="65177" y="27451"/>
                    <a:pt x="27477" y="65117"/>
                    <a:pt x="24282" y="112358"/>
                  </a:cubicBezTo>
                  <a:lnTo>
                    <a:pt x="6390" y="112358"/>
                  </a:lnTo>
                  <a:cubicBezTo>
                    <a:pt x="2556" y="112358"/>
                    <a:pt x="0" y="114912"/>
                    <a:pt x="0" y="118742"/>
                  </a:cubicBezTo>
                  <a:cubicBezTo>
                    <a:pt x="0" y="122573"/>
                    <a:pt x="2556" y="125126"/>
                    <a:pt x="6390" y="125126"/>
                  </a:cubicBezTo>
                  <a:lnTo>
                    <a:pt x="24282" y="125126"/>
                  </a:lnTo>
                  <a:cubicBezTo>
                    <a:pt x="27477" y="172368"/>
                    <a:pt x="65177" y="210033"/>
                    <a:pt x="112463" y="213225"/>
                  </a:cubicBezTo>
                  <a:lnTo>
                    <a:pt x="112463" y="231100"/>
                  </a:lnTo>
                  <a:cubicBezTo>
                    <a:pt x="112463" y="234931"/>
                    <a:pt x="115019" y="237484"/>
                    <a:pt x="118853" y="237484"/>
                  </a:cubicBezTo>
                  <a:cubicBezTo>
                    <a:pt x="122687" y="237484"/>
                    <a:pt x="125243" y="234931"/>
                    <a:pt x="125243" y="231100"/>
                  </a:cubicBezTo>
                  <a:lnTo>
                    <a:pt x="125243" y="213225"/>
                  </a:lnTo>
                  <a:cubicBezTo>
                    <a:pt x="172528" y="210033"/>
                    <a:pt x="210229" y="172368"/>
                    <a:pt x="213424" y="125126"/>
                  </a:cubicBezTo>
                  <a:lnTo>
                    <a:pt x="231316" y="125126"/>
                  </a:lnTo>
                  <a:cubicBezTo>
                    <a:pt x="235150" y="125126"/>
                    <a:pt x="237706" y="122573"/>
                    <a:pt x="237706" y="118742"/>
                  </a:cubicBezTo>
                  <a:cubicBezTo>
                    <a:pt x="237706" y="114912"/>
                    <a:pt x="234511" y="112358"/>
                    <a:pt x="231316" y="112358"/>
                  </a:cubicBezTo>
                  <a:lnTo>
                    <a:pt x="231316" y="112358"/>
                  </a:lnTo>
                  <a:close/>
                  <a:moveTo>
                    <a:pt x="200644" y="112358"/>
                  </a:moveTo>
                  <a:lnTo>
                    <a:pt x="173167" y="112358"/>
                  </a:lnTo>
                  <a:cubicBezTo>
                    <a:pt x="169972" y="87461"/>
                    <a:pt x="150164" y="67670"/>
                    <a:pt x="125243" y="64478"/>
                  </a:cubicBezTo>
                  <a:lnTo>
                    <a:pt x="125243" y="37027"/>
                  </a:lnTo>
                  <a:cubicBezTo>
                    <a:pt x="165499" y="40219"/>
                    <a:pt x="197449" y="72139"/>
                    <a:pt x="200644" y="112358"/>
                  </a:cubicBezTo>
                  <a:close/>
                  <a:moveTo>
                    <a:pt x="112463" y="112358"/>
                  </a:moveTo>
                  <a:lnTo>
                    <a:pt x="77318" y="112358"/>
                  </a:lnTo>
                  <a:cubicBezTo>
                    <a:pt x="79874" y="94483"/>
                    <a:pt x="93932" y="80438"/>
                    <a:pt x="112463" y="77246"/>
                  </a:cubicBezTo>
                  <a:lnTo>
                    <a:pt x="112463" y="112358"/>
                  </a:lnTo>
                  <a:close/>
                  <a:moveTo>
                    <a:pt x="112463" y="125126"/>
                  </a:moveTo>
                  <a:lnTo>
                    <a:pt x="112463" y="160238"/>
                  </a:lnTo>
                  <a:cubicBezTo>
                    <a:pt x="94571" y="157684"/>
                    <a:pt x="80513" y="143640"/>
                    <a:pt x="77318" y="125126"/>
                  </a:cubicBezTo>
                  <a:lnTo>
                    <a:pt x="112463" y="125126"/>
                  </a:lnTo>
                  <a:close/>
                  <a:moveTo>
                    <a:pt x="125243" y="125126"/>
                  </a:moveTo>
                  <a:lnTo>
                    <a:pt x="160387" y="125126"/>
                  </a:lnTo>
                  <a:cubicBezTo>
                    <a:pt x="157832" y="143001"/>
                    <a:pt x="143774" y="157046"/>
                    <a:pt x="125243" y="160238"/>
                  </a:cubicBezTo>
                  <a:lnTo>
                    <a:pt x="125243" y="125126"/>
                  </a:lnTo>
                  <a:close/>
                  <a:moveTo>
                    <a:pt x="125243" y="112358"/>
                  </a:moveTo>
                  <a:lnTo>
                    <a:pt x="125243" y="77246"/>
                  </a:lnTo>
                  <a:cubicBezTo>
                    <a:pt x="143134" y="79800"/>
                    <a:pt x="157192" y="93845"/>
                    <a:pt x="160387" y="112358"/>
                  </a:cubicBezTo>
                  <a:lnTo>
                    <a:pt x="125243" y="112358"/>
                  </a:lnTo>
                  <a:close/>
                  <a:moveTo>
                    <a:pt x="112463" y="37027"/>
                  </a:moveTo>
                  <a:lnTo>
                    <a:pt x="112463" y="64478"/>
                  </a:lnTo>
                  <a:cubicBezTo>
                    <a:pt x="87542" y="67670"/>
                    <a:pt x="67733" y="87461"/>
                    <a:pt x="64538" y="112358"/>
                  </a:cubicBezTo>
                  <a:lnTo>
                    <a:pt x="37062" y="112358"/>
                  </a:lnTo>
                  <a:cubicBezTo>
                    <a:pt x="40257" y="72139"/>
                    <a:pt x="72206" y="40219"/>
                    <a:pt x="112463" y="37027"/>
                  </a:cubicBezTo>
                  <a:lnTo>
                    <a:pt x="112463" y="37027"/>
                  </a:lnTo>
                  <a:close/>
                  <a:moveTo>
                    <a:pt x="37062" y="125126"/>
                  </a:moveTo>
                  <a:lnTo>
                    <a:pt x="64538" y="125126"/>
                  </a:lnTo>
                  <a:cubicBezTo>
                    <a:pt x="67733" y="150024"/>
                    <a:pt x="87542" y="169814"/>
                    <a:pt x="112463" y="173006"/>
                  </a:cubicBezTo>
                  <a:lnTo>
                    <a:pt x="112463" y="200457"/>
                  </a:lnTo>
                  <a:cubicBezTo>
                    <a:pt x="72206" y="197265"/>
                    <a:pt x="40257" y="165345"/>
                    <a:pt x="37062" y="125126"/>
                  </a:cubicBezTo>
                  <a:close/>
                  <a:moveTo>
                    <a:pt x="125243" y="200457"/>
                  </a:moveTo>
                  <a:lnTo>
                    <a:pt x="125243" y="173006"/>
                  </a:lnTo>
                  <a:cubicBezTo>
                    <a:pt x="150164" y="169814"/>
                    <a:pt x="169972" y="150024"/>
                    <a:pt x="173167" y="125126"/>
                  </a:cubicBezTo>
                  <a:lnTo>
                    <a:pt x="200644" y="125126"/>
                  </a:lnTo>
                  <a:cubicBezTo>
                    <a:pt x="197449" y="165345"/>
                    <a:pt x="165499" y="197265"/>
                    <a:pt x="125243" y="200457"/>
                  </a:cubicBezTo>
                  <a:lnTo>
                    <a:pt x="125243" y="200457"/>
                  </a:lnTo>
                  <a:close/>
                </a:path>
              </a:pathLst>
            </a:custGeom>
            <a:solidFill>
              <a:srgbClr val="00ABAB"/>
            </a:solidFill>
            <a:ln w="6390" cap="flat">
              <a:noFill/>
              <a:prstDash val="solid"/>
              <a:miter/>
            </a:ln>
          </p:spPr>
          <p:txBody>
            <a:bodyPr rtlCol="0" anchor="ctr"/>
            <a:lstStyle/>
            <a:p>
              <a:endParaRPr lang="en-US"/>
            </a:p>
          </p:txBody>
        </p:sp>
      </p:grpSp>
      <p:grpSp>
        <p:nvGrpSpPr>
          <p:cNvPr id="366" name="Graphic 4">
            <a:extLst>
              <a:ext uri="{FF2B5EF4-FFF2-40B4-BE49-F238E27FC236}">
                <a16:creationId xmlns:a16="http://schemas.microsoft.com/office/drawing/2014/main" id="{B8347514-2575-F84E-B3F9-4A218C2E8055}"/>
              </a:ext>
            </a:extLst>
          </p:cNvPr>
          <p:cNvGrpSpPr>
            <a:grpSpLocks noChangeAspect="1"/>
          </p:cNvGrpSpPr>
          <p:nvPr/>
        </p:nvGrpSpPr>
        <p:grpSpPr>
          <a:xfrm>
            <a:off x="5099169" y="918179"/>
            <a:ext cx="362309" cy="361971"/>
            <a:chOff x="5099169" y="918179"/>
            <a:chExt cx="362309" cy="361971"/>
          </a:xfrm>
          <a:solidFill>
            <a:srgbClr val="00ABAB"/>
          </a:solidFill>
        </p:grpSpPr>
        <p:sp>
          <p:nvSpPr>
            <p:cNvPr id="367" name="Graphic 4">
              <a:extLst>
                <a:ext uri="{FF2B5EF4-FFF2-40B4-BE49-F238E27FC236}">
                  <a16:creationId xmlns:a16="http://schemas.microsoft.com/office/drawing/2014/main" id="{7EAA2255-4A5B-4E4B-A420-864A56E3FFAB}"/>
                </a:ext>
              </a:extLst>
            </p:cNvPr>
            <p:cNvSpPr/>
            <p:nvPr/>
          </p:nvSpPr>
          <p:spPr>
            <a:xfrm>
              <a:off x="5286394" y="1105229"/>
              <a:ext cx="35144" cy="35111"/>
            </a:xfrm>
            <a:custGeom>
              <a:avLst/>
              <a:gdLst>
                <a:gd name="connsiteX0" fmla="*/ 35145 w 35144"/>
                <a:gd name="connsiteY0" fmla="*/ 0 h 35111"/>
                <a:gd name="connsiteX1" fmla="*/ 0 w 35144"/>
                <a:gd name="connsiteY1" fmla="*/ 0 h 35111"/>
                <a:gd name="connsiteX2" fmla="*/ 0 w 35144"/>
                <a:gd name="connsiteY2" fmla="*/ 35112 h 35111"/>
                <a:gd name="connsiteX3" fmla="*/ 35145 w 35144"/>
                <a:gd name="connsiteY3" fmla="*/ 0 h 35111"/>
              </a:gdLst>
              <a:ahLst/>
              <a:cxnLst>
                <a:cxn ang="0">
                  <a:pos x="connsiteX0" y="connsiteY0"/>
                </a:cxn>
                <a:cxn ang="0">
                  <a:pos x="connsiteX1" y="connsiteY1"/>
                </a:cxn>
                <a:cxn ang="0">
                  <a:pos x="connsiteX2" y="connsiteY2"/>
                </a:cxn>
                <a:cxn ang="0">
                  <a:pos x="connsiteX3" y="connsiteY3"/>
                </a:cxn>
              </a:cxnLst>
              <a:rect l="l" t="t" r="r" b="b"/>
              <a:pathLst>
                <a:path w="35144" h="35111">
                  <a:moveTo>
                    <a:pt x="35145" y="0"/>
                  </a:moveTo>
                  <a:lnTo>
                    <a:pt x="0" y="0"/>
                  </a:lnTo>
                  <a:lnTo>
                    <a:pt x="0" y="35112"/>
                  </a:lnTo>
                  <a:cubicBezTo>
                    <a:pt x="18531" y="32558"/>
                    <a:pt x="32589" y="17875"/>
                    <a:pt x="35145" y="0"/>
                  </a:cubicBezTo>
                  <a:close/>
                </a:path>
              </a:pathLst>
            </a:custGeom>
            <a:solidFill>
              <a:srgbClr val="00ABAB"/>
            </a:solidFill>
            <a:ln w="6390" cap="flat">
              <a:noFill/>
              <a:prstDash val="solid"/>
              <a:miter/>
            </a:ln>
          </p:spPr>
          <p:txBody>
            <a:bodyPr rtlCol="0" anchor="ctr"/>
            <a:lstStyle/>
            <a:p>
              <a:endParaRPr lang="en-US"/>
            </a:p>
          </p:txBody>
        </p:sp>
        <p:sp>
          <p:nvSpPr>
            <p:cNvPr id="368" name="Graphic 4">
              <a:extLst>
                <a:ext uri="{FF2B5EF4-FFF2-40B4-BE49-F238E27FC236}">
                  <a16:creationId xmlns:a16="http://schemas.microsoft.com/office/drawing/2014/main" id="{103BA9CF-9BE7-9749-9FBB-E4131A18C7FE}"/>
                </a:ext>
              </a:extLst>
            </p:cNvPr>
            <p:cNvSpPr/>
            <p:nvPr/>
          </p:nvSpPr>
          <p:spPr>
            <a:xfrm>
              <a:off x="5287034" y="1057988"/>
              <a:ext cx="35144" cy="35111"/>
            </a:xfrm>
            <a:custGeom>
              <a:avLst/>
              <a:gdLst>
                <a:gd name="connsiteX0" fmla="*/ 0 w 35144"/>
                <a:gd name="connsiteY0" fmla="*/ 0 h 35111"/>
                <a:gd name="connsiteX1" fmla="*/ 0 w 35144"/>
                <a:gd name="connsiteY1" fmla="*/ 35112 h 35111"/>
                <a:gd name="connsiteX2" fmla="*/ 35145 w 35144"/>
                <a:gd name="connsiteY2" fmla="*/ 35112 h 35111"/>
                <a:gd name="connsiteX3" fmla="*/ 0 w 35144"/>
                <a:gd name="connsiteY3" fmla="*/ 0 h 35111"/>
              </a:gdLst>
              <a:ahLst/>
              <a:cxnLst>
                <a:cxn ang="0">
                  <a:pos x="connsiteX0" y="connsiteY0"/>
                </a:cxn>
                <a:cxn ang="0">
                  <a:pos x="connsiteX1" y="connsiteY1"/>
                </a:cxn>
                <a:cxn ang="0">
                  <a:pos x="connsiteX2" y="connsiteY2"/>
                </a:cxn>
                <a:cxn ang="0">
                  <a:pos x="connsiteX3" y="connsiteY3"/>
                </a:cxn>
              </a:cxnLst>
              <a:rect l="l" t="t" r="r" b="b"/>
              <a:pathLst>
                <a:path w="35144" h="35111">
                  <a:moveTo>
                    <a:pt x="0" y="0"/>
                  </a:moveTo>
                  <a:lnTo>
                    <a:pt x="0" y="35112"/>
                  </a:lnTo>
                  <a:lnTo>
                    <a:pt x="35145" y="35112"/>
                  </a:lnTo>
                  <a:cubicBezTo>
                    <a:pt x="31950" y="16598"/>
                    <a:pt x="17892" y="2554"/>
                    <a:pt x="0" y="0"/>
                  </a:cubicBezTo>
                  <a:close/>
                </a:path>
              </a:pathLst>
            </a:custGeom>
            <a:solidFill>
              <a:srgbClr val="00ABAB"/>
            </a:solidFill>
            <a:ln w="6390" cap="flat">
              <a:noFill/>
              <a:prstDash val="solid"/>
              <a:miter/>
            </a:ln>
          </p:spPr>
          <p:txBody>
            <a:bodyPr rtlCol="0" anchor="ctr"/>
            <a:lstStyle/>
            <a:p>
              <a:endParaRPr lang="en-US"/>
            </a:p>
          </p:txBody>
        </p:sp>
        <p:sp>
          <p:nvSpPr>
            <p:cNvPr id="369" name="Graphic 4">
              <a:extLst>
                <a:ext uri="{FF2B5EF4-FFF2-40B4-BE49-F238E27FC236}">
                  <a16:creationId xmlns:a16="http://schemas.microsoft.com/office/drawing/2014/main" id="{CDA267B4-67B2-7040-9C88-0753F6F3DEEB}"/>
                </a:ext>
              </a:extLst>
            </p:cNvPr>
            <p:cNvSpPr/>
            <p:nvPr/>
          </p:nvSpPr>
          <p:spPr>
            <a:xfrm>
              <a:off x="5239109" y="1105229"/>
              <a:ext cx="35144" cy="35111"/>
            </a:xfrm>
            <a:custGeom>
              <a:avLst/>
              <a:gdLst>
                <a:gd name="connsiteX0" fmla="*/ 35145 w 35144"/>
                <a:gd name="connsiteY0" fmla="*/ 35112 h 35111"/>
                <a:gd name="connsiteX1" fmla="*/ 35145 w 35144"/>
                <a:gd name="connsiteY1" fmla="*/ 0 h 35111"/>
                <a:gd name="connsiteX2" fmla="*/ 0 w 35144"/>
                <a:gd name="connsiteY2" fmla="*/ 0 h 35111"/>
                <a:gd name="connsiteX3" fmla="*/ 35145 w 35144"/>
                <a:gd name="connsiteY3" fmla="*/ 35112 h 35111"/>
              </a:gdLst>
              <a:ahLst/>
              <a:cxnLst>
                <a:cxn ang="0">
                  <a:pos x="connsiteX0" y="connsiteY0"/>
                </a:cxn>
                <a:cxn ang="0">
                  <a:pos x="connsiteX1" y="connsiteY1"/>
                </a:cxn>
                <a:cxn ang="0">
                  <a:pos x="connsiteX2" y="connsiteY2"/>
                </a:cxn>
                <a:cxn ang="0">
                  <a:pos x="connsiteX3" y="connsiteY3"/>
                </a:cxn>
              </a:cxnLst>
              <a:rect l="l" t="t" r="r" b="b"/>
              <a:pathLst>
                <a:path w="35144" h="35111">
                  <a:moveTo>
                    <a:pt x="35145" y="35112"/>
                  </a:moveTo>
                  <a:lnTo>
                    <a:pt x="35145" y="0"/>
                  </a:lnTo>
                  <a:lnTo>
                    <a:pt x="0" y="0"/>
                  </a:lnTo>
                  <a:cubicBezTo>
                    <a:pt x="2556" y="18514"/>
                    <a:pt x="16614" y="32558"/>
                    <a:pt x="35145" y="35112"/>
                  </a:cubicBezTo>
                  <a:close/>
                </a:path>
              </a:pathLst>
            </a:custGeom>
            <a:solidFill>
              <a:srgbClr val="00ABAB"/>
            </a:solidFill>
            <a:ln w="6390" cap="flat">
              <a:noFill/>
              <a:prstDash val="solid"/>
              <a:miter/>
            </a:ln>
          </p:spPr>
          <p:txBody>
            <a:bodyPr rtlCol="0" anchor="ctr"/>
            <a:lstStyle/>
            <a:p>
              <a:endParaRPr lang="en-US"/>
            </a:p>
          </p:txBody>
        </p:sp>
        <p:sp>
          <p:nvSpPr>
            <p:cNvPr id="370" name="Graphic 4">
              <a:extLst>
                <a:ext uri="{FF2B5EF4-FFF2-40B4-BE49-F238E27FC236}">
                  <a16:creationId xmlns:a16="http://schemas.microsoft.com/office/drawing/2014/main" id="{733C216A-ED09-0943-B44E-FB6DF6A2C99C}"/>
                </a:ext>
              </a:extLst>
            </p:cNvPr>
            <p:cNvSpPr/>
            <p:nvPr/>
          </p:nvSpPr>
          <p:spPr>
            <a:xfrm>
              <a:off x="5239109" y="1057350"/>
              <a:ext cx="35144" cy="35111"/>
            </a:xfrm>
            <a:custGeom>
              <a:avLst/>
              <a:gdLst>
                <a:gd name="connsiteX0" fmla="*/ 0 w 35144"/>
                <a:gd name="connsiteY0" fmla="*/ 35112 h 35111"/>
                <a:gd name="connsiteX1" fmla="*/ 35145 w 35144"/>
                <a:gd name="connsiteY1" fmla="*/ 35112 h 35111"/>
                <a:gd name="connsiteX2" fmla="*/ 35145 w 35144"/>
                <a:gd name="connsiteY2" fmla="*/ 0 h 35111"/>
                <a:gd name="connsiteX3" fmla="*/ 0 w 35144"/>
                <a:gd name="connsiteY3" fmla="*/ 35112 h 35111"/>
              </a:gdLst>
              <a:ahLst/>
              <a:cxnLst>
                <a:cxn ang="0">
                  <a:pos x="connsiteX0" y="connsiteY0"/>
                </a:cxn>
                <a:cxn ang="0">
                  <a:pos x="connsiteX1" y="connsiteY1"/>
                </a:cxn>
                <a:cxn ang="0">
                  <a:pos x="connsiteX2" y="connsiteY2"/>
                </a:cxn>
                <a:cxn ang="0">
                  <a:pos x="connsiteX3" y="connsiteY3"/>
                </a:cxn>
              </a:cxnLst>
              <a:rect l="l" t="t" r="r" b="b"/>
              <a:pathLst>
                <a:path w="35144" h="35111">
                  <a:moveTo>
                    <a:pt x="0" y="35112"/>
                  </a:moveTo>
                  <a:lnTo>
                    <a:pt x="35145" y="35112"/>
                  </a:lnTo>
                  <a:lnTo>
                    <a:pt x="35145" y="0"/>
                  </a:lnTo>
                  <a:cubicBezTo>
                    <a:pt x="16614" y="3192"/>
                    <a:pt x="2556" y="17237"/>
                    <a:pt x="0" y="35112"/>
                  </a:cubicBezTo>
                  <a:close/>
                </a:path>
              </a:pathLst>
            </a:custGeom>
            <a:solidFill>
              <a:srgbClr val="00ABAB"/>
            </a:solidFill>
            <a:ln w="6390" cap="flat">
              <a:noFill/>
              <a:prstDash val="solid"/>
              <a:miter/>
            </a:ln>
          </p:spPr>
          <p:txBody>
            <a:bodyPr rtlCol="0" anchor="ctr"/>
            <a:lstStyle/>
            <a:p>
              <a:endParaRPr lang="en-US"/>
            </a:p>
          </p:txBody>
        </p:sp>
        <p:sp>
          <p:nvSpPr>
            <p:cNvPr id="371" name="Graphic 4">
              <a:extLst>
                <a:ext uri="{FF2B5EF4-FFF2-40B4-BE49-F238E27FC236}">
                  <a16:creationId xmlns:a16="http://schemas.microsoft.com/office/drawing/2014/main" id="{CA7185B4-169B-BF4B-A60A-A02E0715222D}"/>
                </a:ext>
              </a:extLst>
            </p:cNvPr>
            <p:cNvSpPr/>
            <p:nvPr/>
          </p:nvSpPr>
          <p:spPr>
            <a:xfrm>
              <a:off x="5286394" y="1017130"/>
              <a:ext cx="75401" cy="75331"/>
            </a:xfrm>
            <a:custGeom>
              <a:avLst/>
              <a:gdLst>
                <a:gd name="connsiteX0" fmla="*/ 47925 w 75401"/>
                <a:gd name="connsiteY0" fmla="*/ 75331 h 75331"/>
                <a:gd name="connsiteX1" fmla="*/ 75401 w 75401"/>
                <a:gd name="connsiteY1" fmla="*/ 75331 h 75331"/>
                <a:gd name="connsiteX2" fmla="*/ 0 w 75401"/>
                <a:gd name="connsiteY2" fmla="*/ 0 h 75331"/>
                <a:gd name="connsiteX3" fmla="*/ 0 w 75401"/>
                <a:gd name="connsiteY3" fmla="*/ 27451 h 75331"/>
                <a:gd name="connsiteX4" fmla="*/ 47925 w 75401"/>
                <a:gd name="connsiteY4" fmla="*/ 75331 h 75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401" h="75331">
                  <a:moveTo>
                    <a:pt x="47925" y="75331"/>
                  </a:moveTo>
                  <a:lnTo>
                    <a:pt x="75401" y="75331"/>
                  </a:lnTo>
                  <a:cubicBezTo>
                    <a:pt x="72206" y="35112"/>
                    <a:pt x="40257" y="3192"/>
                    <a:pt x="0" y="0"/>
                  </a:cubicBezTo>
                  <a:lnTo>
                    <a:pt x="0" y="27451"/>
                  </a:lnTo>
                  <a:cubicBezTo>
                    <a:pt x="25560" y="30643"/>
                    <a:pt x="45369" y="50434"/>
                    <a:pt x="47925" y="75331"/>
                  </a:cubicBezTo>
                  <a:close/>
                </a:path>
              </a:pathLst>
            </a:custGeom>
            <a:solidFill>
              <a:srgbClr val="00ABAB"/>
            </a:solidFill>
            <a:ln w="6390" cap="flat">
              <a:noFill/>
              <a:prstDash val="solid"/>
              <a:miter/>
            </a:ln>
          </p:spPr>
          <p:txBody>
            <a:bodyPr rtlCol="0" anchor="ctr"/>
            <a:lstStyle/>
            <a:p>
              <a:endParaRPr lang="en-US"/>
            </a:p>
          </p:txBody>
        </p:sp>
        <p:sp>
          <p:nvSpPr>
            <p:cNvPr id="372" name="Graphic 4">
              <a:extLst>
                <a:ext uri="{FF2B5EF4-FFF2-40B4-BE49-F238E27FC236}">
                  <a16:creationId xmlns:a16="http://schemas.microsoft.com/office/drawing/2014/main" id="{A0694309-464A-BA4D-898B-E1805A6E1C6D}"/>
                </a:ext>
              </a:extLst>
            </p:cNvPr>
            <p:cNvSpPr/>
            <p:nvPr/>
          </p:nvSpPr>
          <p:spPr>
            <a:xfrm>
              <a:off x="5198852" y="1017130"/>
              <a:ext cx="75401" cy="75331"/>
            </a:xfrm>
            <a:custGeom>
              <a:avLst/>
              <a:gdLst>
                <a:gd name="connsiteX0" fmla="*/ 75402 w 75401"/>
                <a:gd name="connsiteY0" fmla="*/ 27451 h 75331"/>
                <a:gd name="connsiteX1" fmla="*/ 75402 w 75401"/>
                <a:gd name="connsiteY1" fmla="*/ 0 h 75331"/>
                <a:gd name="connsiteX2" fmla="*/ 0 w 75401"/>
                <a:gd name="connsiteY2" fmla="*/ 75331 h 75331"/>
                <a:gd name="connsiteX3" fmla="*/ 27477 w 75401"/>
                <a:gd name="connsiteY3" fmla="*/ 75331 h 75331"/>
                <a:gd name="connsiteX4" fmla="*/ 75402 w 75401"/>
                <a:gd name="connsiteY4" fmla="*/ 27451 h 75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401" h="75331">
                  <a:moveTo>
                    <a:pt x="75402" y="27451"/>
                  </a:moveTo>
                  <a:lnTo>
                    <a:pt x="75402" y="0"/>
                  </a:lnTo>
                  <a:cubicBezTo>
                    <a:pt x="35145" y="3192"/>
                    <a:pt x="3195" y="35112"/>
                    <a:pt x="0" y="75331"/>
                  </a:cubicBezTo>
                  <a:lnTo>
                    <a:pt x="27477" y="75331"/>
                  </a:lnTo>
                  <a:cubicBezTo>
                    <a:pt x="30033" y="50434"/>
                    <a:pt x="49842" y="30643"/>
                    <a:pt x="75402" y="27451"/>
                  </a:cubicBezTo>
                  <a:close/>
                </a:path>
              </a:pathLst>
            </a:custGeom>
            <a:solidFill>
              <a:srgbClr val="00ABAB"/>
            </a:solidFill>
            <a:ln w="6390" cap="flat">
              <a:noFill/>
              <a:prstDash val="solid"/>
              <a:miter/>
            </a:ln>
          </p:spPr>
          <p:txBody>
            <a:bodyPr rtlCol="0" anchor="ctr"/>
            <a:lstStyle/>
            <a:p>
              <a:endParaRPr lang="en-US"/>
            </a:p>
          </p:txBody>
        </p:sp>
        <p:sp>
          <p:nvSpPr>
            <p:cNvPr id="373" name="Graphic 4">
              <a:extLst>
                <a:ext uri="{FF2B5EF4-FFF2-40B4-BE49-F238E27FC236}">
                  <a16:creationId xmlns:a16="http://schemas.microsoft.com/office/drawing/2014/main" id="{C4004391-BE80-0345-A93C-D4B04019DDB8}"/>
                </a:ext>
              </a:extLst>
            </p:cNvPr>
            <p:cNvSpPr/>
            <p:nvPr/>
          </p:nvSpPr>
          <p:spPr>
            <a:xfrm>
              <a:off x="5099169" y="91817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93937 w 362309"/>
                <a:gd name="connsiteY7" fmla="*/ 187051 h 361971"/>
                <a:gd name="connsiteX8" fmla="*/ 276045 w 362309"/>
                <a:gd name="connsiteY8" fmla="*/ 187051 h 361971"/>
                <a:gd name="connsiteX9" fmla="*/ 187864 w 362309"/>
                <a:gd name="connsiteY9" fmla="*/ 275150 h 361971"/>
                <a:gd name="connsiteX10" fmla="*/ 187864 w 362309"/>
                <a:gd name="connsiteY10" fmla="*/ 293025 h 361971"/>
                <a:gd name="connsiteX11" fmla="*/ 181474 w 362309"/>
                <a:gd name="connsiteY11" fmla="*/ 299409 h 361971"/>
                <a:gd name="connsiteX12" fmla="*/ 175084 w 362309"/>
                <a:gd name="connsiteY12" fmla="*/ 293025 h 361971"/>
                <a:gd name="connsiteX13" fmla="*/ 175084 w 362309"/>
                <a:gd name="connsiteY13" fmla="*/ 275150 h 361971"/>
                <a:gd name="connsiteX14" fmla="*/ 86903 w 362309"/>
                <a:gd name="connsiteY14" fmla="*/ 187051 h 361971"/>
                <a:gd name="connsiteX15" fmla="*/ 69011 w 362309"/>
                <a:gd name="connsiteY15" fmla="*/ 187051 h 361971"/>
                <a:gd name="connsiteX16" fmla="*/ 62621 w 362309"/>
                <a:gd name="connsiteY16" fmla="*/ 180667 h 361971"/>
                <a:gd name="connsiteX17" fmla="*/ 69011 w 362309"/>
                <a:gd name="connsiteY17" fmla="*/ 174283 h 361971"/>
                <a:gd name="connsiteX18" fmla="*/ 86903 w 362309"/>
                <a:gd name="connsiteY18" fmla="*/ 174283 h 361971"/>
                <a:gd name="connsiteX19" fmla="*/ 175084 w 362309"/>
                <a:gd name="connsiteY19" fmla="*/ 86184 h 361971"/>
                <a:gd name="connsiteX20" fmla="*/ 175084 w 362309"/>
                <a:gd name="connsiteY20" fmla="*/ 68309 h 361971"/>
                <a:gd name="connsiteX21" fmla="*/ 181474 w 362309"/>
                <a:gd name="connsiteY21" fmla="*/ 61925 h 361971"/>
                <a:gd name="connsiteX22" fmla="*/ 187864 w 362309"/>
                <a:gd name="connsiteY22" fmla="*/ 68309 h 361971"/>
                <a:gd name="connsiteX23" fmla="*/ 187864 w 362309"/>
                <a:gd name="connsiteY23" fmla="*/ 86184 h 361971"/>
                <a:gd name="connsiteX24" fmla="*/ 276045 w 362309"/>
                <a:gd name="connsiteY24" fmla="*/ 174283 h 361971"/>
                <a:gd name="connsiteX25" fmla="*/ 293937 w 362309"/>
                <a:gd name="connsiteY25" fmla="*/ 174283 h 361971"/>
                <a:gd name="connsiteX26" fmla="*/ 300327 w 362309"/>
                <a:gd name="connsiteY26" fmla="*/ 180667 h 361971"/>
                <a:gd name="connsiteX27" fmla="*/ 293937 w 362309"/>
                <a:gd name="connsiteY27" fmla="*/ 18705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310" y="81077"/>
                    <a:pt x="281157" y="0"/>
                    <a:pt x="181474" y="0"/>
                  </a:cubicBezTo>
                  <a:cubicBezTo>
                    <a:pt x="181474" y="0"/>
                    <a:pt x="181474" y="0"/>
                    <a:pt x="181474" y="0"/>
                  </a:cubicBezTo>
                  <a:close/>
                  <a:moveTo>
                    <a:pt x="293937" y="187051"/>
                  </a:moveTo>
                  <a:lnTo>
                    <a:pt x="276045" y="187051"/>
                  </a:lnTo>
                  <a:cubicBezTo>
                    <a:pt x="272850" y="234292"/>
                    <a:pt x="235150" y="271958"/>
                    <a:pt x="187864" y="275150"/>
                  </a:cubicBezTo>
                  <a:lnTo>
                    <a:pt x="187864" y="293025"/>
                  </a:lnTo>
                  <a:cubicBezTo>
                    <a:pt x="187864" y="296855"/>
                    <a:pt x="185308" y="299409"/>
                    <a:pt x="181474" y="299409"/>
                  </a:cubicBezTo>
                  <a:cubicBezTo>
                    <a:pt x="177640" y="299409"/>
                    <a:pt x="175084" y="296855"/>
                    <a:pt x="175084" y="293025"/>
                  </a:cubicBezTo>
                  <a:lnTo>
                    <a:pt x="175084" y="275150"/>
                  </a:lnTo>
                  <a:cubicBezTo>
                    <a:pt x="127799" y="271958"/>
                    <a:pt x="90098" y="234292"/>
                    <a:pt x="86903" y="187051"/>
                  </a:cubicBezTo>
                  <a:lnTo>
                    <a:pt x="69011" y="187051"/>
                  </a:lnTo>
                  <a:cubicBezTo>
                    <a:pt x="65177" y="187051"/>
                    <a:pt x="62621" y="184497"/>
                    <a:pt x="62621" y="180667"/>
                  </a:cubicBezTo>
                  <a:cubicBezTo>
                    <a:pt x="62621" y="176836"/>
                    <a:pt x="65177" y="174283"/>
                    <a:pt x="69011" y="174283"/>
                  </a:cubicBezTo>
                  <a:lnTo>
                    <a:pt x="86903" y="174283"/>
                  </a:lnTo>
                  <a:cubicBezTo>
                    <a:pt x="90098" y="127041"/>
                    <a:pt x="127799" y="89376"/>
                    <a:pt x="175084" y="86184"/>
                  </a:cubicBezTo>
                  <a:lnTo>
                    <a:pt x="175084" y="68309"/>
                  </a:lnTo>
                  <a:cubicBezTo>
                    <a:pt x="175084" y="64478"/>
                    <a:pt x="177640" y="61925"/>
                    <a:pt x="181474" y="61925"/>
                  </a:cubicBezTo>
                  <a:cubicBezTo>
                    <a:pt x="185308" y="61925"/>
                    <a:pt x="187864" y="64478"/>
                    <a:pt x="187864" y="68309"/>
                  </a:cubicBezTo>
                  <a:lnTo>
                    <a:pt x="187864" y="86184"/>
                  </a:lnTo>
                  <a:cubicBezTo>
                    <a:pt x="235150" y="89376"/>
                    <a:pt x="272850" y="127041"/>
                    <a:pt x="276045" y="174283"/>
                  </a:cubicBezTo>
                  <a:lnTo>
                    <a:pt x="293937" y="174283"/>
                  </a:lnTo>
                  <a:cubicBezTo>
                    <a:pt x="297771" y="174283"/>
                    <a:pt x="300327" y="176836"/>
                    <a:pt x="300327" y="180667"/>
                  </a:cubicBezTo>
                  <a:cubicBezTo>
                    <a:pt x="300327" y="184497"/>
                    <a:pt x="297771" y="187051"/>
                    <a:pt x="293937" y="187051"/>
                  </a:cubicBezTo>
                  <a:close/>
                </a:path>
              </a:pathLst>
            </a:custGeom>
            <a:solidFill>
              <a:srgbClr val="00ABAB"/>
            </a:solidFill>
            <a:ln w="6390" cap="flat">
              <a:noFill/>
              <a:prstDash val="solid"/>
              <a:miter/>
            </a:ln>
          </p:spPr>
          <p:txBody>
            <a:bodyPr rtlCol="0" anchor="ctr"/>
            <a:lstStyle/>
            <a:p>
              <a:endParaRPr lang="en-US"/>
            </a:p>
          </p:txBody>
        </p:sp>
        <p:sp>
          <p:nvSpPr>
            <p:cNvPr id="374" name="Graphic 4">
              <a:extLst>
                <a:ext uri="{FF2B5EF4-FFF2-40B4-BE49-F238E27FC236}">
                  <a16:creationId xmlns:a16="http://schemas.microsoft.com/office/drawing/2014/main" id="{5A83DDEF-6D7F-7A46-9E73-5FCFEF748AB8}"/>
                </a:ext>
              </a:extLst>
            </p:cNvPr>
            <p:cNvSpPr/>
            <p:nvPr/>
          </p:nvSpPr>
          <p:spPr>
            <a:xfrm>
              <a:off x="5287034" y="1105229"/>
              <a:ext cx="75401" cy="75331"/>
            </a:xfrm>
            <a:custGeom>
              <a:avLst/>
              <a:gdLst>
                <a:gd name="connsiteX0" fmla="*/ 0 w 75401"/>
                <a:gd name="connsiteY0" fmla="*/ 47880 h 75331"/>
                <a:gd name="connsiteX1" fmla="*/ 0 w 75401"/>
                <a:gd name="connsiteY1" fmla="*/ 75331 h 75331"/>
                <a:gd name="connsiteX2" fmla="*/ 75401 w 75401"/>
                <a:gd name="connsiteY2" fmla="*/ 0 h 75331"/>
                <a:gd name="connsiteX3" fmla="*/ 47925 w 75401"/>
                <a:gd name="connsiteY3" fmla="*/ 0 h 75331"/>
                <a:gd name="connsiteX4" fmla="*/ 0 w 75401"/>
                <a:gd name="connsiteY4" fmla="*/ 47880 h 75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401" h="75331">
                  <a:moveTo>
                    <a:pt x="0" y="47880"/>
                  </a:moveTo>
                  <a:lnTo>
                    <a:pt x="0" y="75331"/>
                  </a:lnTo>
                  <a:cubicBezTo>
                    <a:pt x="40257" y="72139"/>
                    <a:pt x="72206" y="40219"/>
                    <a:pt x="75401" y="0"/>
                  </a:cubicBezTo>
                  <a:lnTo>
                    <a:pt x="47925" y="0"/>
                  </a:lnTo>
                  <a:cubicBezTo>
                    <a:pt x="44730" y="24897"/>
                    <a:pt x="24921" y="44688"/>
                    <a:pt x="0" y="47880"/>
                  </a:cubicBezTo>
                  <a:close/>
                </a:path>
              </a:pathLst>
            </a:custGeom>
            <a:solidFill>
              <a:srgbClr val="00ABAB"/>
            </a:solidFill>
            <a:ln w="6390" cap="flat">
              <a:noFill/>
              <a:prstDash val="solid"/>
              <a:miter/>
            </a:ln>
          </p:spPr>
          <p:txBody>
            <a:bodyPr rtlCol="0" anchor="ctr"/>
            <a:lstStyle/>
            <a:p>
              <a:endParaRPr lang="en-US"/>
            </a:p>
          </p:txBody>
        </p:sp>
        <p:sp>
          <p:nvSpPr>
            <p:cNvPr id="375" name="Graphic 4">
              <a:extLst>
                <a:ext uri="{FF2B5EF4-FFF2-40B4-BE49-F238E27FC236}">
                  <a16:creationId xmlns:a16="http://schemas.microsoft.com/office/drawing/2014/main" id="{CA9EA221-12D3-1140-99F7-6DD635AE9DA6}"/>
                </a:ext>
              </a:extLst>
            </p:cNvPr>
            <p:cNvSpPr/>
            <p:nvPr/>
          </p:nvSpPr>
          <p:spPr>
            <a:xfrm>
              <a:off x="5198852" y="1105229"/>
              <a:ext cx="75401" cy="75331"/>
            </a:xfrm>
            <a:custGeom>
              <a:avLst/>
              <a:gdLst>
                <a:gd name="connsiteX0" fmla="*/ 27477 w 75401"/>
                <a:gd name="connsiteY0" fmla="*/ 0 h 75331"/>
                <a:gd name="connsiteX1" fmla="*/ 0 w 75401"/>
                <a:gd name="connsiteY1" fmla="*/ 0 h 75331"/>
                <a:gd name="connsiteX2" fmla="*/ 75402 w 75401"/>
                <a:gd name="connsiteY2" fmla="*/ 75331 h 75331"/>
                <a:gd name="connsiteX3" fmla="*/ 75402 w 75401"/>
                <a:gd name="connsiteY3" fmla="*/ 47880 h 75331"/>
                <a:gd name="connsiteX4" fmla="*/ 27477 w 75401"/>
                <a:gd name="connsiteY4" fmla="*/ 0 h 75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401" h="75331">
                  <a:moveTo>
                    <a:pt x="27477" y="0"/>
                  </a:moveTo>
                  <a:lnTo>
                    <a:pt x="0" y="0"/>
                  </a:lnTo>
                  <a:cubicBezTo>
                    <a:pt x="3195" y="40219"/>
                    <a:pt x="35145" y="72139"/>
                    <a:pt x="75402" y="75331"/>
                  </a:cubicBezTo>
                  <a:lnTo>
                    <a:pt x="75402" y="47880"/>
                  </a:lnTo>
                  <a:cubicBezTo>
                    <a:pt x="49842" y="44688"/>
                    <a:pt x="30672" y="24897"/>
                    <a:pt x="27477" y="0"/>
                  </a:cubicBezTo>
                  <a:close/>
                </a:path>
              </a:pathLst>
            </a:custGeom>
            <a:solidFill>
              <a:srgbClr val="00ABAB"/>
            </a:solidFill>
            <a:ln w="6390" cap="flat">
              <a:noFill/>
              <a:prstDash val="solid"/>
              <a:miter/>
            </a:ln>
          </p:spPr>
          <p:txBody>
            <a:bodyPr rtlCol="0" anchor="ctr"/>
            <a:lstStyle/>
            <a:p>
              <a:endParaRPr lang="en-US"/>
            </a:p>
          </p:txBody>
        </p:sp>
      </p:grpSp>
      <p:grpSp>
        <p:nvGrpSpPr>
          <p:cNvPr id="376" name="Graphic 4">
            <a:extLst>
              <a:ext uri="{FF2B5EF4-FFF2-40B4-BE49-F238E27FC236}">
                <a16:creationId xmlns:a16="http://schemas.microsoft.com/office/drawing/2014/main" id="{EAAFE787-0694-EB4E-9160-B530311A0D56}"/>
              </a:ext>
            </a:extLst>
          </p:cNvPr>
          <p:cNvGrpSpPr>
            <a:grpSpLocks noChangeAspect="1"/>
          </p:cNvGrpSpPr>
          <p:nvPr/>
        </p:nvGrpSpPr>
        <p:grpSpPr>
          <a:xfrm>
            <a:off x="3607758" y="2855717"/>
            <a:ext cx="362309" cy="361971"/>
            <a:chOff x="3607758" y="2855717"/>
            <a:chExt cx="362309" cy="361971"/>
          </a:xfrm>
          <a:solidFill>
            <a:srgbClr val="00ABAB"/>
          </a:solidFill>
        </p:grpSpPr>
        <p:sp>
          <p:nvSpPr>
            <p:cNvPr id="377" name="Graphic 4">
              <a:extLst>
                <a:ext uri="{FF2B5EF4-FFF2-40B4-BE49-F238E27FC236}">
                  <a16:creationId xmlns:a16="http://schemas.microsoft.com/office/drawing/2014/main" id="{0D6EA93C-381B-EE4C-A25A-E0086A6809F8}"/>
                </a:ext>
              </a:extLst>
            </p:cNvPr>
            <p:cNvSpPr/>
            <p:nvPr/>
          </p:nvSpPr>
          <p:spPr>
            <a:xfrm>
              <a:off x="3607758" y="28557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0667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0438"/>
                    <a:pt x="0" y="180667"/>
                  </a:cubicBezTo>
                  <a:cubicBezTo>
                    <a:pt x="0" y="280895"/>
                    <a:pt x="80513" y="361972"/>
                    <a:pt x="180836" y="361972"/>
                  </a:cubicBezTo>
                  <a:cubicBezTo>
                    <a:pt x="281157" y="361972"/>
                    <a:pt x="362310" y="281533"/>
                    <a:pt x="362310" y="181305"/>
                  </a:cubicBezTo>
                  <a:cubicBezTo>
                    <a:pt x="362310" y="181305"/>
                    <a:pt x="362310" y="181305"/>
                    <a:pt x="362310" y="180667"/>
                  </a:cubicBezTo>
                  <a:cubicBezTo>
                    <a:pt x="362310" y="81076"/>
                    <a:pt x="281157" y="0"/>
                    <a:pt x="181474" y="0"/>
                  </a:cubicBezTo>
                  <a:close/>
                  <a:moveTo>
                    <a:pt x="181474" y="349204"/>
                  </a:moveTo>
                  <a:cubicBezTo>
                    <a:pt x="88181" y="349204"/>
                    <a:pt x="12780" y="274511"/>
                    <a:pt x="12780" y="181305"/>
                  </a:cubicBezTo>
                  <a:cubicBezTo>
                    <a:pt x="12780" y="88099"/>
                    <a:pt x="87542" y="12768"/>
                    <a:pt x="180836" y="12768"/>
                  </a:cubicBezTo>
                  <a:cubicBezTo>
                    <a:pt x="274128" y="12768"/>
                    <a:pt x="349530" y="87460"/>
                    <a:pt x="349530" y="180667"/>
                  </a:cubicBezTo>
                  <a:cubicBezTo>
                    <a:pt x="349530" y="180667"/>
                    <a:pt x="349530" y="180667"/>
                    <a:pt x="349530" y="180667"/>
                  </a:cubicBezTo>
                  <a:cubicBezTo>
                    <a:pt x="349530" y="273234"/>
                    <a:pt x="274128" y="348565"/>
                    <a:pt x="181474" y="349204"/>
                  </a:cubicBezTo>
                  <a:close/>
                </a:path>
              </a:pathLst>
            </a:custGeom>
            <a:solidFill>
              <a:srgbClr val="00ABAB"/>
            </a:solidFill>
            <a:ln w="6390" cap="flat">
              <a:noFill/>
              <a:prstDash val="solid"/>
              <a:miter/>
            </a:ln>
          </p:spPr>
          <p:txBody>
            <a:bodyPr rtlCol="0" anchor="ctr"/>
            <a:lstStyle/>
            <a:p>
              <a:endParaRPr lang="en-US"/>
            </a:p>
          </p:txBody>
        </p:sp>
        <p:sp>
          <p:nvSpPr>
            <p:cNvPr id="378" name="Graphic 4">
              <a:extLst>
                <a:ext uri="{FF2B5EF4-FFF2-40B4-BE49-F238E27FC236}">
                  <a16:creationId xmlns:a16="http://schemas.microsoft.com/office/drawing/2014/main" id="{B27FE4D1-DF40-3C43-99EE-07F288EB1B70}"/>
                </a:ext>
              </a:extLst>
            </p:cNvPr>
            <p:cNvSpPr/>
            <p:nvPr/>
          </p:nvSpPr>
          <p:spPr>
            <a:xfrm>
              <a:off x="3695300" y="2942539"/>
              <a:ext cx="187864" cy="187689"/>
            </a:xfrm>
            <a:custGeom>
              <a:avLst/>
              <a:gdLst>
                <a:gd name="connsiteX0" fmla="*/ 181474 w 187864"/>
                <a:gd name="connsiteY0" fmla="*/ 0 h 187689"/>
                <a:gd name="connsiteX1" fmla="*/ 6390 w 187864"/>
                <a:gd name="connsiteY1" fmla="*/ 0 h 187689"/>
                <a:gd name="connsiteX2" fmla="*/ 0 w 187864"/>
                <a:gd name="connsiteY2" fmla="*/ 6384 h 187689"/>
                <a:gd name="connsiteX3" fmla="*/ 0 w 187864"/>
                <a:gd name="connsiteY3" fmla="*/ 181305 h 187689"/>
                <a:gd name="connsiteX4" fmla="*/ 6390 w 187864"/>
                <a:gd name="connsiteY4" fmla="*/ 187689 h 187689"/>
                <a:gd name="connsiteX5" fmla="*/ 181474 w 187864"/>
                <a:gd name="connsiteY5" fmla="*/ 187689 h 187689"/>
                <a:gd name="connsiteX6" fmla="*/ 187864 w 187864"/>
                <a:gd name="connsiteY6" fmla="*/ 181305 h 187689"/>
                <a:gd name="connsiteX7" fmla="*/ 187864 w 187864"/>
                <a:gd name="connsiteY7" fmla="*/ 6384 h 187689"/>
                <a:gd name="connsiteX8" fmla="*/ 181474 w 187864"/>
                <a:gd name="connsiteY8" fmla="*/ 0 h 187689"/>
                <a:gd name="connsiteX9" fmla="*/ 70929 w 187864"/>
                <a:gd name="connsiteY9" fmla="*/ 116827 h 187689"/>
                <a:gd name="connsiteX10" fmla="*/ 70929 w 187864"/>
                <a:gd name="connsiteY10" fmla="*/ 71501 h 187689"/>
                <a:gd name="connsiteX11" fmla="*/ 116936 w 187864"/>
                <a:gd name="connsiteY11" fmla="*/ 71501 h 187689"/>
                <a:gd name="connsiteX12" fmla="*/ 116936 w 187864"/>
                <a:gd name="connsiteY12" fmla="*/ 116827 h 187689"/>
                <a:gd name="connsiteX13" fmla="*/ 70929 w 187864"/>
                <a:gd name="connsiteY13" fmla="*/ 116827 h 187689"/>
                <a:gd name="connsiteX14" fmla="*/ 116297 w 187864"/>
                <a:gd name="connsiteY14" fmla="*/ 129595 h 187689"/>
                <a:gd name="connsiteX15" fmla="*/ 116297 w 187864"/>
                <a:gd name="connsiteY15" fmla="*/ 174921 h 187689"/>
                <a:gd name="connsiteX16" fmla="*/ 70289 w 187864"/>
                <a:gd name="connsiteY16" fmla="*/ 174921 h 187689"/>
                <a:gd name="connsiteX17" fmla="*/ 70289 w 187864"/>
                <a:gd name="connsiteY17" fmla="*/ 129595 h 187689"/>
                <a:gd name="connsiteX18" fmla="*/ 116297 w 187864"/>
                <a:gd name="connsiteY18" fmla="*/ 129595 h 187689"/>
                <a:gd name="connsiteX19" fmla="*/ 12141 w 187864"/>
                <a:gd name="connsiteY19" fmla="*/ 70862 h 187689"/>
                <a:gd name="connsiteX20" fmla="*/ 58149 w 187864"/>
                <a:gd name="connsiteY20" fmla="*/ 70862 h 187689"/>
                <a:gd name="connsiteX21" fmla="*/ 58149 w 187864"/>
                <a:gd name="connsiteY21" fmla="*/ 116189 h 187689"/>
                <a:gd name="connsiteX22" fmla="*/ 12141 w 187864"/>
                <a:gd name="connsiteY22" fmla="*/ 116189 h 187689"/>
                <a:gd name="connsiteX23" fmla="*/ 12141 w 187864"/>
                <a:gd name="connsiteY23" fmla="*/ 70862 h 187689"/>
                <a:gd name="connsiteX24" fmla="*/ 70929 w 187864"/>
                <a:gd name="connsiteY24" fmla="*/ 58094 h 187689"/>
                <a:gd name="connsiteX25" fmla="*/ 70929 w 187864"/>
                <a:gd name="connsiteY25" fmla="*/ 12768 h 187689"/>
                <a:gd name="connsiteX26" fmla="*/ 116936 w 187864"/>
                <a:gd name="connsiteY26" fmla="*/ 12768 h 187689"/>
                <a:gd name="connsiteX27" fmla="*/ 116936 w 187864"/>
                <a:gd name="connsiteY27" fmla="*/ 58094 h 187689"/>
                <a:gd name="connsiteX28" fmla="*/ 70929 w 187864"/>
                <a:gd name="connsiteY28" fmla="*/ 58094 h 187689"/>
                <a:gd name="connsiteX29" fmla="*/ 129077 w 187864"/>
                <a:gd name="connsiteY29" fmla="*/ 70862 h 187689"/>
                <a:gd name="connsiteX30" fmla="*/ 174445 w 187864"/>
                <a:gd name="connsiteY30" fmla="*/ 70862 h 187689"/>
                <a:gd name="connsiteX31" fmla="*/ 174445 w 187864"/>
                <a:gd name="connsiteY31" fmla="*/ 116189 h 187689"/>
                <a:gd name="connsiteX32" fmla="*/ 129077 w 187864"/>
                <a:gd name="connsiteY32" fmla="*/ 116189 h 187689"/>
                <a:gd name="connsiteX33" fmla="*/ 129077 w 187864"/>
                <a:gd name="connsiteY33" fmla="*/ 70862 h 187689"/>
                <a:gd name="connsiteX34" fmla="*/ 175084 w 187864"/>
                <a:gd name="connsiteY34" fmla="*/ 58094 h 187689"/>
                <a:gd name="connsiteX35" fmla="*/ 129716 w 187864"/>
                <a:gd name="connsiteY35" fmla="*/ 58094 h 187689"/>
                <a:gd name="connsiteX36" fmla="*/ 129716 w 187864"/>
                <a:gd name="connsiteY36" fmla="*/ 12768 h 187689"/>
                <a:gd name="connsiteX37" fmla="*/ 175084 w 187864"/>
                <a:gd name="connsiteY37" fmla="*/ 12768 h 187689"/>
                <a:gd name="connsiteX38" fmla="*/ 175084 w 187864"/>
                <a:gd name="connsiteY38" fmla="*/ 58094 h 187689"/>
                <a:gd name="connsiteX39" fmla="*/ 58149 w 187864"/>
                <a:gd name="connsiteY39" fmla="*/ 12768 h 187689"/>
                <a:gd name="connsiteX40" fmla="*/ 58149 w 187864"/>
                <a:gd name="connsiteY40" fmla="*/ 58094 h 187689"/>
                <a:gd name="connsiteX41" fmla="*/ 12141 w 187864"/>
                <a:gd name="connsiteY41" fmla="*/ 58094 h 187689"/>
                <a:gd name="connsiteX42" fmla="*/ 12141 w 187864"/>
                <a:gd name="connsiteY42" fmla="*/ 12768 h 187689"/>
                <a:gd name="connsiteX43" fmla="*/ 58149 w 187864"/>
                <a:gd name="connsiteY43" fmla="*/ 12768 h 187689"/>
                <a:gd name="connsiteX44" fmla="*/ 12141 w 187864"/>
                <a:gd name="connsiteY44" fmla="*/ 129595 h 187689"/>
                <a:gd name="connsiteX45" fmla="*/ 58149 w 187864"/>
                <a:gd name="connsiteY45" fmla="*/ 129595 h 187689"/>
                <a:gd name="connsiteX46" fmla="*/ 58149 w 187864"/>
                <a:gd name="connsiteY46" fmla="*/ 174921 h 187689"/>
                <a:gd name="connsiteX47" fmla="*/ 12141 w 187864"/>
                <a:gd name="connsiteY47" fmla="*/ 174921 h 187689"/>
                <a:gd name="connsiteX48" fmla="*/ 12141 w 187864"/>
                <a:gd name="connsiteY48" fmla="*/ 129595 h 187689"/>
                <a:gd name="connsiteX49" fmla="*/ 129077 w 187864"/>
                <a:gd name="connsiteY49" fmla="*/ 174921 h 187689"/>
                <a:gd name="connsiteX50" fmla="*/ 129077 w 187864"/>
                <a:gd name="connsiteY50" fmla="*/ 129595 h 187689"/>
                <a:gd name="connsiteX51" fmla="*/ 174445 w 187864"/>
                <a:gd name="connsiteY51" fmla="*/ 129595 h 187689"/>
                <a:gd name="connsiteX52" fmla="*/ 174445 w 187864"/>
                <a:gd name="connsiteY52" fmla="*/ 174921 h 187689"/>
                <a:gd name="connsiteX53" fmla="*/ 129077 w 187864"/>
                <a:gd name="connsiteY53" fmla="*/ 174921 h 18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87864" h="187689">
                  <a:moveTo>
                    <a:pt x="181474" y="0"/>
                  </a:moveTo>
                  <a:lnTo>
                    <a:pt x="6390" y="0"/>
                  </a:lnTo>
                  <a:cubicBezTo>
                    <a:pt x="2556" y="0"/>
                    <a:pt x="0" y="2554"/>
                    <a:pt x="0" y="6384"/>
                  </a:cubicBezTo>
                  <a:lnTo>
                    <a:pt x="0" y="181305"/>
                  </a:lnTo>
                  <a:cubicBezTo>
                    <a:pt x="0" y="185135"/>
                    <a:pt x="2556" y="187689"/>
                    <a:pt x="6390" y="187689"/>
                  </a:cubicBezTo>
                  <a:lnTo>
                    <a:pt x="181474" y="187689"/>
                  </a:lnTo>
                  <a:cubicBezTo>
                    <a:pt x="185308" y="187689"/>
                    <a:pt x="187864" y="185135"/>
                    <a:pt x="187864" y="181305"/>
                  </a:cubicBezTo>
                  <a:lnTo>
                    <a:pt x="187864" y="6384"/>
                  </a:lnTo>
                  <a:cubicBezTo>
                    <a:pt x="187864" y="2554"/>
                    <a:pt x="184669" y="0"/>
                    <a:pt x="181474" y="0"/>
                  </a:cubicBezTo>
                  <a:close/>
                  <a:moveTo>
                    <a:pt x="70929" y="116827"/>
                  </a:moveTo>
                  <a:lnTo>
                    <a:pt x="70929" y="71501"/>
                  </a:lnTo>
                  <a:lnTo>
                    <a:pt x="116936" y="71501"/>
                  </a:lnTo>
                  <a:lnTo>
                    <a:pt x="116936" y="116827"/>
                  </a:lnTo>
                  <a:lnTo>
                    <a:pt x="70929" y="116827"/>
                  </a:lnTo>
                  <a:close/>
                  <a:moveTo>
                    <a:pt x="116297" y="129595"/>
                  </a:moveTo>
                  <a:lnTo>
                    <a:pt x="116297" y="174921"/>
                  </a:lnTo>
                  <a:lnTo>
                    <a:pt x="70289" y="174921"/>
                  </a:lnTo>
                  <a:lnTo>
                    <a:pt x="70289" y="129595"/>
                  </a:lnTo>
                  <a:lnTo>
                    <a:pt x="116297" y="129595"/>
                  </a:lnTo>
                  <a:close/>
                  <a:moveTo>
                    <a:pt x="12141" y="70862"/>
                  </a:moveTo>
                  <a:lnTo>
                    <a:pt x="58149" y="70862"/>
                  </a:lnTo>
                  <a:lnTo>
                    <a:pt x="58149" y="116189"/>
                  </a:lnTo>
                  <a:lnTo>
                    <a:pt x="12141" y="116189"/>
                  </a:lnTo>
                  <a:lnTo>
                    <a:pt x="12141" y="70862"/>
                  </a:lnTo>
                  <a:close/>
                  <a:moveTo>
                    <a:pt x="70929" y="58094"/>
                  </a:moveTo>
                  <a:lnTo>
                    <a:pt x="70929" y="12768"/>
                  </a:lnTo>
                  <a:lnTo>
                    <a:pt x="116936" y="12768"/>
                  </a:lnTo>
                  <a:lnTo>
                    <a:pt x="116936" y="58094"/>
                  </a:lnTo>
                  <a:lnTo>
                    <a:pt x="70929" y="58094"/>
                  </a:lnTo>
                  <a:close/>
                  <a:moveTo>
                    <a:pt x="129077" y="70862"/>
                  </a:moveTo>
                  <a:lnTo>
                    <a:pt x="174445" y="70862"/>
                  </a:lnTo>
                  <a:lnTo>
                    <a:pt x="174445" y="116189"/>
                  </a:lnTo>
                  <a:lnTo>
                    <a:pt x="129077" y="116189"/>
                  </a:lnTo>
                  <a:lnTo>
                    <a:pt x="129077" y="70862"/>
                  </a:lnTo>
                  <a:close/>
                  <a:moveTo>
                    <a:pt x="175084" y="58094"/>
                  </a:moveTo>
                  <a:lnTo>
                    <a:pt x="129716" y="58094"/>
                  </a:lnTo>
                  <a:lnTo>
                    <a:pt x="129716" y="12768"/>
                  </a:lnTo>
                  <a:lnTo>
                    <a:pt x="175084" y="12768"/>
                  </a:lnTo>
                  <a:lnTo>
                    <a:pt x="175084" y="58094"/>
                  </a:lnTo>
                  <a:close/>
                  <a:moveTo>
                    <a:pt x="58149" y="12768"/>
                  </a:moveTo>
                  <a:lnTo>
                    <a:pt x="58149" y="58094"/>
                  </a:lnTo>
                  <a:lnTo>
                    <a:pt x="12141" y="58094"/>
                  </a:lnTo>
                  <a:lnTo>
                    <a:pt x="12141" y="12768"/>
                  </a:lnTo>
                  <a:lnTo>
                    <a:pt x="58149" y="12768"/>
                  </a:lnTo>
                  <a:close/>
                  <a:moveTo>
                    <a:pt x="12141" y="129595"/>
                  </a:moveTo>
                  <a:lnTo>
                    <a:pt x="58149" y="129595"/>
                  </a:lnTo>
                  <a:lnTo>
                    <a:pt x="58149" y="174921"/>
                  </a:lnTo>
                  <a:lnTo>
                    <a:pt x="12141" y="174921"/>
                  </a:lnTo>
                  <a:lnTo>
                    <a:pt x="12141" y="129595"/>
                  </a:lnTo>
                  <a:close/>
                  <a:moveTo>
                    <a:pt x="129077" y="174921"/>
                  </a:moveTo>
                  <a:lnTo>
                    <a:pt x="129077" y="129595"/>
                  </a:lnTo>
                  <a:lnTo>
                    <a:pt x="174445" y="129595"/>
                  </a:lnTo>
                  <a:lnTo>
                    <a:pt x="174445" y="174921"/>
                  </a:lnTo>
                  <a:lnTo>
                    <a:pt x="129077" y="174921"/>
                  </a:lnTo>
                  <a:close/>
                </a:path>
              </a:pathLst>
            </a:custGeom>
            <a:solidFill>
              <a:srgbClr val="00ABAB"/>
            </a:solidFill>
            <a:ln w="6390" cap="flat">
              <a:noFill/>
              <a:prstDash val="solid"/>
              <a:miter/>
            </a:ln>
          </p:spPr>
          <p:txBody>
            <a:bodyPr rtlCol="0" anchor="ctr"/>
            <a:lstStyle/>
            <a:p>
              <a:endParaRPr lang="en-US"/>
            </a:p>
          </p:txBody>
        </p:sp>
      </p:grpSp>
      <p:grpSp>
        <p:nvGrpSpPr>
          <p:cNvPr id="379" name="Graphic 4">
            <a:extLst>
              <a:ext uri="{FF2B5EF4-FFF2-40B4-BE49-F238E27FC236}">
                <a16:creationId xmlns:a16="http://schemas.microsoft.com/office/drawing/2014/main" id="{D86B1AFB-EA11-6F4C-9E68-B6E4EE581473}"/>
              </a:ext>
            </a:extLst>
          </p:cNvPr>
          <p:cNvGrpSpPr>
            <a:grpSpLocks noChangeAspect="1"/>
          </p:cNvGrpSpPr>
          <p:nvPr/>
        </p:nvGrpSpPr>
        <p:grpSpPr>
          <a:xfrm>
            <a:off x="4660820" y="3339623"/>
            <a:ext cx="362312" cy="361971"/>
            <a:chOff x="4660820" y="3339623"/>
            <a:chExt cx="362312" cy="361971"/>
          </a:xfrm>
          <a:solidFill>
            <a:srgbClr val="00ABAB"/>
          </a:solidFill>
        </p:grpSpPr>
        <p:sp>
          <p:nvSpPr>
            <p:cNvPr id="380" name="Graphic 4">
              <a:extLst>
                <a:ext uri="{FF2B5EF4-FFF2-40B4-BE49-F238E27FC236}">
                  <a16:creationId xmlns:a16="http://schemas.microsoft.com/office/drawing/2014/main" id="{DEF2AFC8-3588-DC46-B9B3-2D8CE62537DA}"/>
                </a:ext>
              </a:extLst>
            </p:cNvPr>
            <p:cNvSpPr/>
            <p:nvPr/>
          </p:nvSpPr>
          <p:spPr>
            <a:xfrm>
              <a:off x="4660820" y="333962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381" name="Graphic 4">
              <a:extLst>
                <a:ext uri="{FF2B5EF4-FFF2-40B4-BE49-F238E27FC236}">
                  <a16:creationId xmlns:a16="http://schemas.microsoft.com/office/drawing/2014/main" id="{784DAFF2-757D-2447-A25A-4D086B0344D2}"/>
                </a:ext>
              </a:extLst>
            </p:cNvPr>
            <p:cNvSpPr/>
            <p:nvPr/>
          </p:nvSpPr>
          <p:spPr>
            <a:xfrm>
              <a:off x="4727024" y="3404740"/>
              <a:ext cx="231566" cy="233015"/>
            </a:xfrm>
            <a:custGeom>
              <a:avLst/>
              <a:gdLst>
                <a:gd name="connsiteX0" fmla="*/ 231566 w 231566"/>
                <a:gd name="connsiteY0" fmla="*/ 44049 h 233015"/>
                <a:gd name="connsiteX1" fmla="*/ 228371 w 231566"/>
                <a:gd name="connsiteY1" fmla="*/ 39581 h 233015"/>
                <a:gd name="connsiteX2" fmla="*/ 149775 w 231566"/>
                <a:gd name="connsiteY2" fmla="*/ 638 h 233015"/>
                <a:gd name="connsiteX3" fmla="*/ 142107 w 231566"/>
                <a:gd name="connsiteY3" fmla="*/ 2554 h 233015"/>
                <a:gd name="connsiteX4" fmla="*/ 115909 w 231566"/>
                <a:gd name="connsiteY4" fmla="*/ 35750 h 233015"/>
                <a:gd name="connsiteX5" fmla="*/ 89710 w 231566"/>
                <a:gd name="connsiteY5" fmla="*/ 2554 h 233015"/>
                <a:gd name="connsiteX6" fmla="*/ 82042 w 231566"/>
                <a:gd name="connsiteY6" fmla="*/ 638 h 233015"/>
                <a:gd name="connsiteX7" fmla="*/ 3446 w 231566"/>
                <a:gd name="connsiteY7" fmla="*/ 40219 h 233015"/>
                <a:gd name="connsiteX8" fmla="*/ 251 w 231566"/>
                <a:gd name="connsiteY8" fmla="*/ 44688 h 233015"/>
                <a:gd name="connsiteX9" fmla="*/ 1529 w 231566"/>
                <a:gd name="connsiteY9" fmla="*/ 49795 h 233015"/>
                <a:gd name="connsiteX10" fmla="*/ 29645 w 231566"/>
                <a:gd name="connsiteY10" fmla="*/ 84907 h 233015"/>
                <a:gd name="connsiteX11" fmla="*/ 1529 w 231566"/>
                <a:gd name="connsiteY11" fmla="*/ 120019 h 233015"/>
                <a:gd name="connsiteX12" fmla="*/ 1529 w 231566"/>
                <a:gd name="connsiteY12" fmla="*/ 120657 h 233015"/>
                <a:gd name="connsiteX13" fmla="*/ 890 w 231566"/>
                <a:gd name="connsiteY13" fmla="*/ 121296 h 233015"/>
                <a:gd name="connsiteX14" fmla="*/ 890 w 231566"/>
                <a:gd name="connsiteY14" fmla="*/ 121934 h 233015"/>
                <a:gd name="connsiteX15" fmla="*/ 890 w 231566"/>
                <a:gd name="connsiteY15" fmla="*/ 123211 h 233015"/>
                <a:gd name="connsiteX16" fmla="*/ 890 w 231566"/>
                <a:gd name="connsiteY16" fmla="*/ 124488 h 233015"/>
                <a:gd name="connsiteX17" fmla="*/ 890 w 231566"/>
                <a:gd name="connsiteY17" fmla="*/ 125765 h 233015"/>
                <a:gd name="connsiteX18" fmla="*/ 890 w 231566"/>
                <a:gd name="connsiteY18" fmla="*/ 127041 h 233015"/>
                <a:gd name="connsiteX19" fmla="*/ 1529 w 231566"/>
                <a:gd name="connsiteY19" fmla="*/ 128318 h 233015"/>
                <a:gd name="connsiteX20" fmla="*/ 2168 w 231566"/>
                <a:gd name="connsiteY20" fmla="*/ 129595 h 233015"/>
                <a:gd name="connsiteX21" fmla="*/ 2807 w 231566"/>
                <a:gd name="connsiteY21" fmla="*/ 130233 h 233015"/>
                <a:gd name="connsiteX22" fmla="*/ 3446 w 231566"/>
                <a:gd name="connsiteY22" fmla="*/ 130872 h 233015"/>
                <a:gd name="connsiteX23" fmla="*/ 4085 w 231566"/>
                <a:gd name="connsiteY23" fmla="*/ 130872 h 233015"/>
                <a:gd name="connsiteX24" fmla="*/ 31561 w 231566"/>
                <a:gd name="connsiteY24" fmla="*/ 144917 h 233015"/>
                <a:gd name="connsiteX25" fmla="*/ 31561 w 231566"/>
                <a:gd name="connsiteY25" fmla="*/ 187689 h 233015"/>
                <a:gd name="connsiteX26" fmla="*/ 31561 w 231566"/>
                <a:gd name="connsiteY26" fmla="*/ 188328 h 233015"/>
                <a:gd name="connsiteX27" fmla="*/ 31561 w 231566"/>
                <a:gd name="connsiteY27" fmla="*/ 189605 h 233015"/>
                <a:gd name="connsiteX28" fmla="*/ 32200 w 231566"/>
                <a:gd name="connsiteY28" fmla="*/ 190881 h 233015"/>
                <a:gd name="connsiteX29" fmla="*/ 32840 w 231566"/>
                <a:gd name="connsiteY29" fmla="*/ 192158 h 233015"/>
                <a:gd name="connsiteX30" fmla="*/ 34117 w 231566"/>
                <a:gd name="connsiteY30" fmla="*/ 192797 h 233015"/>
                <a:gd name="connsiteX31" fmla="*/ 34756 w 231566"/>
                <a:gd name="connsiteY31" fmla="*/ 193435 h 233015"/>
                <a:gd name="connsiteX32" fmla="*/ 113353 w 231566"/>
                <a:gd name="connsiteY32" fmla="*/ 232377 h 233015"/>
                <a:gd name="connsiteX33" fmla="*/ 113353 w 231566"/>
                <a:gd name="connsiteY33" fmla="*/ 232377 h 233015"/>
                <a:gd name="connsiteX34" fmla="*/ 113991 w 231566"/>
                <a:gd name="connsiteY34" fmla="*/ 232377 h 233015"/>
                <a:gd name="connsiteX35" fmla="*/ 115909 w 231566"/>
                <a:gd name="connsiteY35" fmla="*/ 233016 h 233015"/>
                <a:gd name="connsiteX36" fmla="*/ 115909 w 231566"/>
                <a:gd name="connsiteY36" fmla="*/ 233016 h 233015"/>
                <a:gd name="connsiteX37" fmla="*/ 117826 w 231566"/>
                <a:gd name="connsiteY37" fmla="*/ 232377 h 233015"/>
                <a:gd name="connsiteX38" fmla="*/ 118464 w 231566"/>
                <a:gd name="connsiteY38" fmla="*/ 232377 h 233015"/>
                <a:gd name="connsiteX39" fmla="*/ 118464 w 231566"/>
                <a:gd name="connsiteY39" fmla="*/ 232377 h 233015"/>
                <a:gd name="connsiteX40" fmla="*/ 197061 w 231566"/>
                <a:gd name="connsiteY40" fmla="*/ 193435 h 233015"/>
                <a:gd name="connsiteX41" fmla="*/ 197700 w 231566"/>
                <a:gd name="connsiteY41" fmla="*/ 192797 h 233015"/>
                <a:gd name="connsiteX42" fmla="*/ 198978 w 231566"/>
                <a:gd name="connsiteY42" fmla="*/ 192158 h 233015"/>
                <a:gd name="connsiteX43" fmla="*/ 199617 w 231566"/>
                <a:gd name="connsiteY43" fmla="*/ 190881 h 233015"/>
                <a:gd name="connsiteX44" fmla="*/ 200256 w 231566"/>
                <a:gd name="connsiteY44" fmla="*/ 189605 h 233015"/>
                <a:gd name="connsiteX45" fmla="*/ 200256 w 231566"/>
                <a:gd name="connsiteY45" fmla="*/ 188328 h 233015"/>
                <a:gd name="connsiteX46" fmla="*/ 200256 w 231566"/>
                <a:gd name="connsiteY46" fmla="*/ 187689 h 233015"/>
                <a:gd name="connsiteX47" fmla="*/ 200256 w 231566"/>
                <a:gd name="connsiteY47" fmla="*/ 144917 h 233015"/>
                <a:gd name="connsiteX48" fmla="*/ 227733 w 231566"/>
                <a:gd name="connsiteY48" fmla="*/ 130872 h 233015"/>
                <a:gd name="connsiteX49" fmla="*/ 230928 w 231566"/>
                <a:gd name="connsiteY49" fmla="*/ 126403 h 233015"/>
                <a:gd name="connsiteX50" fmla="*/ 229650 w 231566"/>
                <a:gd name="connsiteY50" fmla="*/ 121296 h 233015"/>
                <a:gd name="connsiteX51" fmla="*/ 201534 w 231566"/>
                <a:gd name="connsiteY51" fmla="*/ 86184 h 233015"/>
                <a:gd name="connsiteX52" fmla="*/ 229650 w 231566"/>
                <a:gd name="connsiteY52" fmla="*/ 51072 h 233015"/>
                <a:gd name="connsiteX53" fmla="*/ 231566 w 231566"/>
                <a:gd name="connsiteY53" fmla="*/ 44049 h 233015"/>
                <a:gd name="connsiteX54" fmla="*/ 82042 w 231566"/>
                <a:gd name="connsiteY54" fmla="*/ 155131 h 233015"/>
                <a:gd name="connsiteX55" fmla="*/ 15587 w 231566"/>
                <a:gd name="connsiteY55" fmla="*/ 121934 h 233015"/>
                <a:gd name="connsiteX56" fmla="*/ 38590 w 231566"/>
                <a:gd name="connsiteY56" fmla="*/ 93206 h 233015"/>
                <a:gd name="connsiteX57" fmla="*/ 105046 w 231566"/>
                <a:gd name="connsiteY57" fmla="*/ 126403 h 233015"/>
                <a:gd name="connsiteX58" fmla="*/ 82042 w 231566"/>
                <a:gd name="connsiteY58" fmla="*/ 155131 h 233015"/>
                <a:gd name="connsiteX59" fmla="*/ 115269 w 231566"/>
                <a:gd name="connsiteY59" fmla="*/ 116827 h 233015"/>
                <a:gd name="connsiteX60" fmla="*/ 51370 w 231566"/>
                <a:gd name="connsiteY60" fmla="*/ 84907 h 233015"/>
                <a:gd name="connsiteX61" fmla="*/ 115269 w 231566"/>
                <a:gd name="connsiteY61" fmla="*/ 52987 h 233015"/>
                <a:gd name="connsiteX62" fmla="*/ 179169 w 231566"/>
                <a:gd name="connsiteY62" fmla="*/ 84907 h 233015"/>
                <a:gd name="connsiteX63" fmla="*/ 115269 w 231566"/>
                <a:gd name="connsiteY63" fmla="*/ 116827 h 233015"/>
                <a:gd name="connsiteX64" fmla="*/ 82042 w 231566"/>
                <a:gd name="connsiteY64" fmla="*/ 14683 h 233015"/>
                <a:gd name="connsiteX65" fmla="*/ 105046 w 231566"/>
                <a:gd name="connsiteY65" fmla="*/ 43411 h 233015"/>
                <a:gd name="connsiteX66" fmla="*/ 38590 w 231566"/>
                <a:gd name="connsiteY66" fmla="*/ 76608 h 233015"/>
                <a:gd name="connsiteX67" fmla="*/ 15587 w 231566"/>
                <a:gd name="connsiteY67" fmla="*/ 47880 h 233015"/>
                <a:gd name="connsiteX68" fmla="*/ 82042 w 231566"/>
                <a:gd name="connsiteY68" fmla="*/ 14683 h 233015"/>
                <a:gd name="connsiteX69" fmla="*/ 81403 w 231566"/>
                <a:gd name="connsiteY69" fmla="*/ 169176 h 233015"/>
                <a:gd name="connsiteX70" fmla="*/ 81403 w 231566"/>
                <a:gd name="connsiteY70" fmla="*/ 169176 h 233015"/>
                <a:gd name="connsiteX71" fmla="*/ 83959 w 231566"/>
                <a:gd name="connsiteY71" fmla="*/ 169814 h 233015"/>
                <a:gd name="connsiteX72" fmla="*/ 86515 w 231566"/>
                <a:gd name="connsiteY72" fmla="*/ 169176 h 233015"/>
                <a:gd name="connsiteX73" fmla="*/ 87154 w 231566"/>
                <a:gd name="connsiteY73" fmla="*/ 169176 h 233015"/>
                <a:gd name="connsiteX74" fmla="*/ 89071 w 231566"/>
                <a:gd name="connsiteY74" fmla="*/ 167899 h 233015"/>
                <a:gd name="connsiteX75" fmla="*/ 89071 w 231566"/>
                <a:gd name="connsiteY75" fmla="*/ 167899 h 233015"/>
                <a:gd name="connsiteX76" fmla="*/ 108880 w 231566"/>
                <a:gd name="connsiteY76" fmla="*/ 143001 h 233015"/>
                <a:gd name="connsiteX77" fmla="*/ 108880 w 231566"/>
                <a:gd name="connsiteY77" fmla="*/ 216417 h 233015"/>
                <a:gd name="connsiteX78" fmla="*/ 43063 w 231566"/>
                <a:gd name="connsiteY78" fmla="*/ 183859 h 233015"/>
                <a:gd name="connsiteX79" fmla="*/ 43063 w 231566"/>
                <a:gd name="connsiteY79" fmla="*/ 151301 h 233015"/>
                <a:gd name="connsiteX80" fmla="*/ 81403 w 231566"/>
                <a:gd name="connsiteY80" fmla="*/ 169176 h 233015"/>
                <a:gd name="connsiteX81" fmla="*/ 187476 w 231566"/>
                <a:gd name="connsiteY81" fmla="*/ 182582 h 233015"/>
                <a:gd name="connsiteX82" fmla="*/ 121659 w 231566"/>
                <a:gd name="connsiteY82" fmla="*/ 215140 h 233015"/>
                <a:gd name="connsiteX83" fmla="*/ 121659 w 231566"/>
                <a:gd name="connsiteY83" fmla="*/ 142363 h 233015"/>
                <a:gd name="connsiteX84" fmla="*/ 141468 w 231566"/>
                <a:gd name="connsiteY84" fmla="*/ 167261 h 233015"/>
                <a:gd name="connsiteX85" fmla="*/ 146580 w 231566"/>
                <a:gd name="connsiteY85" fmla="*/ 169814 h 233015"/>
                <a:gd name="connsiteX86" fmla="*/ 149775 w 231566"/>
                <a:gd name="connsiteY86" fmla="*/ 169176 h 233015"/>
                <a:gd name="connsiteX87" fmla="*/ 187476 w 231566"/>
                <a:gd name="connsiteY87" fmla="*/ 150024 h 233015"/>
                <a:gd name="connsiteX88" fmla="*/ 187476 w 231566"/>
                <a:gd name="connsiteY88" fmla="*/ 182582 h 233015"/>
                <a:gd name="connsiteX89" fmla="*/ 148497 w 231566"/>
                <a:gd name="connsiteY89" fmla="*/ 155131 h 233015"/>
                <a:gd name="connsiteX90" fmla="*/ 125494 w 231566"/>
                <a:gd name="connsiteY90" fmla="*/ 126403 h 233015"/>
                <a:gd name="connsiteX91" fmla="*/ 191949 w 231566"/>
                <a:gd name="connsiteY91" fmla="*/ 93206 h 233015"/>
                <a:gd name="connsiteX92" fmla="*/ 214953 w 231566"/>
                <a:gd name="connsiteY92" fmla="*/ 121934 h 233015"/>
                <a:gd name="connsiteX93" fmla="*/ 148497 w 231566"/>
                <a:gd name="connsiteY93" fmla="*/ 155131 h 233015"/>
                <a:gd name="connsiteX94" fmla="*/ 191949 w 231566"/>
                <a:gd name="connsiteY94" fmla="*/ 76608 h 233015"/>
                <a:gd name="connsiteX95" fmla="*/ 125494 w 231566"/>
                <a:gd name="connsiteY95" fmla="*/ 43411 h 233015"/>
                <a:gd name="connsiteX96" fmla="*/ 148497 w 231566"/>
                <a:gd name="connsiteY96" fmla="*/ 14683 h 233015"/>
                <a:gd name="connsiteX97" fmla="*/ 214953 w 231566"/>
                <a:gd name="connsiteY97" fmla="*/ 47880 h 233015"/>
                <a:gd name="connsiteX98" fmla="*/ 191949 w 231566"/>
                <a:gd name="connsiteY98" fmla="*/ 76608 h 233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231566" h="233015">
                  <a:moveTo>
                    <a:pt x="231566" y="44049"/>
                  </a:moveTo>
                  <a:cubicBezTo>
                    <a:pt x="230928" y="42134"/>
                    <a:pt x="229650" y="40857"/>
                    <a:pt x="228371" y="39581"/>
                  </a:cubicBezTo>
                  <a:lnTo>
                    <a:pt x="149775" y="638"/>
                  </a:lnTo>
                  <a:cubicBezTo>
                    <a:pt x="147219" y="-638"/>
                    <a:pt x="144024" y="0"/>
                    <a:pt x="142107" y="2554"/>
                  </a:cubicBezTo>
                  <a:lnTo>
                    <a:pt x="115909" y="35750"/>
                  </a:lnTo>
                  <a:lnTo>
                    <a:pt x="89710" y="2554"/>
                  </a:lnTo>
                  <a:cubicBezTo>
                    <a:pt x="87793" y="0"/>
                    <a:pt x="84598" y="-638"/>
                    <a:pt x="82042" y="638"/>
                  </a:cubicBezTo>
                  <a:lnTo>
                    <a:pt x="3446" y="40219"/>
                  </a:lnTo>
                  <a:cubicBezTo>
                    <a:pt x="1529" y="40857"/>
                    <a:pt x="251" y="42773"/>
                    <a:pt x="251" y="44688"/>
                  </a:cubicBezTo>
                  <a:cubicBezTo>
                    <a:pt x="-388" y="46603"/>
                    <a:pt x="251" y="48518"/>
                    <a:pt x="1529" y="49795"/>
                  </a:cubicBezTo>
                  <a:lnTo>
                    <a:pt x="29645" y="84907"/>
                  </a:lnTo>
                  <a:lnTo>
                    <a:pt x="1529" y="120019"/>
                  </a:lnTo>
                  <a:cubicBezTo>
                    <a:pt x="1529" y="120019"/>
                    <a:pt x="1529" y="120657"/>
                    <a:pt x="1529" y="120657"/>
                  </a:cubicBezTo>
                  <a:cubicBezTo>
                    <a:pt x="1529" y="120657"/>
                    <a:pt x="1529" y="120657"/>
                    <a:pt x="890" y="121296"/>
                  </a:cubicBezTo>
                  <a:cubicBezTo>
                    <a:pt x="890" y="121296"/>
                    <a:pt x="890" y="121934"/>
                    <a:pt x="890" y="121934"/>
                  </a:cubicBezTo>
                  <a:cubicBezTo>
                    <a:pt x="890" y="122573"/>
                    <a:pt x="890" y="122573"/>
                    <a:pt x="890" y="123211"/>
                  </a:cubicBezTo>
                  <a:cubicBezTo>
                    <a:pt x="890" y="123849"/>
                    <a:pt x="890" y="123849"/>
                    <a:pt x="890" y="124488"/>
                  </a:cubicBezTo>
                  <a:cubicBezTo>
                    <a:pt x="890" y="125126"/>
                    <a:pt x="890" y="125126"/>
                    <a:pt x="890" y="125765"/>
                  </a:cubicBezTo>
                  <a:cubicBezTo>
                    <a:pt x="890" y="126403"/>
                    <a:pt x="890" y="126403"/>
                    <a:pt x="890" y="127041"/>
                  </a:cubicBezTo>
                  <a:cubicBezTo>
                    <a:pt x="890" y="127680"/>
                    <a:pt x="1529" y="127680"/>
                    <a:pt x="1529" y="128318"/>
                  </a:cubicBezTo>
                  <a:cubicBezTo>
                    <a:pt x="1529" y="128957"/>
                    <a:pt x="2168" y="128957"/>
                    <a:pt x="2168" y="129595"/>
                  </a:cubicBezTo>
                  <a:lnTo>
                    <a:pt x="2807" y="130233"/>
                  </a:lnTo>
                  <a:cubicBezTo>
                    <a:pt x="2807" y="130233"/>
                    <a:pt x="3446" y="130233"/>
                    <a:pt x="3446" y="130872"/>
                  </a:cubicBezTo>
                  <a:lnTo>
                    <a:pt x="4085" y="130872"/>
                  </a:lnTo>
                  <a:lnTo>
                    <a:pt x="31561" y="144917"/>
                  </a:lnTo>
                  <a:lnTo>
                    <a:pt x="31561" y="187689"/>
                  </a:lnTo>
                  <a:cubicBezTo>
                    <a:pt x="31561" y="187689"/>
                    <a:pt x="31561" y="188328"/>
                    <a:pt x="31561" y="188328"/>
                  </a:cubicBezTo>
                  <a:cubicBezTo>
                    <a:pt x="31561" y="188966"/>
                    <a:pt x="31561" y="188966"/>
                    <a:pt x="31561" y="189605"/>
                  </a:cubicBezTo>
                  <a:cubicBezTo>
                    <a:pt x="31561" y="190243"/>
                    <a:pt x="32200" y="190243"/>
                    <a:pt x="32200" y="190881"/>
                  </a:cubicBezTo>
                  <a:cubicBezTo>
                    <a:pt x="32200" y="191520"/>
                    <a:pt x="32840" y="191520"/>
                    <a:pt x="32840" y="192158"/>
                  </a:cubicBezTo>
                  <a:cubicBezTo>
                    <a:pt x="33478" y="192158"/>
                    <a:pt x="33478" y="192797"/>
                    <a:pt x="34117" y="192797"/>
                  </a:cubicBezTo>
                  <a:cubicBezTo>
                    <a:pt x="34117" y="192797"/>
                    <a:pt x="34756" y="193435"/>
                    <a:pt x="34756" y="193435"/>
                  </a:cubicBezTo>
                  <a:lnTo>
                    <a:pt x="113353" y="232377"/>
                  </a:lnTo>
                  <a:lnTo>
                    <a:pt x="113353" y="232377"/>
                  </a:lnTo>
                  <a:lnTo>
                    <a:pt x="113991" y="232377"/>
                  </a:lnTo>
                  <a:cubicBezTo>
                    <a:pt x="114631" y="232377"/>
                    <a:pt x="115269" y="233016"/>
                    <a:pt x="115909" y="233016"/>
                  </a:cubicBezTo>
                  <a:lnTo>
                    <a:pt x="115909" y="233016"/>
                  </a:lnTo>
                  <a:cubicBezTo>
                    <a:pt x="116548" y="233016"/>
                    <a:pt x="117186" y="233016"/>
                    <a:pt x="117826" y="232377"/>
                  </a:cubicBezTo>
                  <a:lnTo>
                    <a:pt x="118464" y="232377"/>
                  </a:lnTo>
                  <a:lnTo>
                    <a:pt x="118464" y="232377"/>
                  </a:lnTo>
                  <a:lnTo>
                    <a:pt x="197061" y="193435"/>
                  </a:lnTo>
                  <a:cubicBezTo>
                    <a:pt x="197061" y="193435"/>
                    <a:pt x="197700" y="192797"/>
                    <a:pt x="197700" y="192797"/>
                  </a:cubicBezTo>
                  <a:cubicBezTo>
                    <a:pt x="198339" y="192797"/>
                    <a:pt x="198339" y="192158"/>
                    <a:pt x="198978" y="192158"/>
                  </a:cubicBezTo>
                  <a:cubicBezTo>
                    <a:pt x="198978" y="191520"/>
                    <a:pt x="199617" y="191520"/>
                    <a:pt x="199617" y="190881"/>
                  </a:cubicBezTo>
                  <a:cubicBezTo>
                    <a:pt x="199617" y="190243"/>
                    <a:pt x="200256" y="190243"/>
                    <a:pt x="200256" y="189605"/>
                  </a:cubicBezTo>
                  <a:cubicBezTo>
                    <a:pt x="200256" y="188966"/>
                    <a:pt x="200256" y="188966"/>
                    <a:pt x="200256" y="188328"/>
                  </a:cubicBezTo>
                  <a:cubicBezTo>
                    <a:pt x="200256" y="188328"/>
                    <a:pt x="200256" y="187689"/>
                    <a:pt x="200256" y="187689"/>
                  </a:cubicBezTo>
                  <a:lnTo>
                    <a:pt x="200256" y="144917"/>
                  </a:lnTo>
                  <a:lnTo>
                    <a:pt x="227733" y="130872"/>
                  </a:lnTo>
                  <a:cubicBezTo>
                    <a:pt x="229650" y="130233"/>
                    <a:pt x="230928" y="128318"/>
                    <a:pt x="230928" y="126403"/>
                  </a:cubicBezTo>
                  <a:cubicBezTo>
                    <a:pt x="231566" y="124488"/>
                    <a:pt x="230928" y="122573"/>
                    <a:pt x="229650" y="121296"/>
                  </a:cubicBezTo>
                  <a:lnTo>
                    <a:pt x="201534" y="86184"/>
                  </a:lnTo>
                  <a:lnTo>
                    <a:pt x="229650" y="51072"/>
                  </a:lnTo>
                  <a:cubicBezTo>
                    <a:pt x="230928" y="48518"/>
                    <a:pt x="231566" y="46603"/>
                    <a:pt x="231566" y="44049"/>
                  </a:cubicBezTo>
                  <a:close/>
                  <a:moveTo>
                    <a:pt x="82042" y="155131"/>
                  </a:moveTo>
                  <a:lnTo>
                    <a:pt x="15587" y="121934"/>
                  </a:lnTo>
                  <a:lnTo>
                    <a:pt x="38590" y="93206"/>
                  </a:lnTo>
                  <a:lnTo>
                    <a:pt x="105046" y="126403"/>
                  </a:lnTo>
                  <a:lnTo>
                    <a:pt x="82042" y="155131"/>
                  </a:lnTo>
                  <a:close/>
                  <a:moveTo>
                    <a:pt x="115269" y="116827"/>
                  </a:moveTo>
                  <a:lnTo>
                    <a:pt x="51370" y="84907"/>
                  </a:lnTo>
                  <a:lnTo>
                    <a:pt x="115269" y="52987"/>
                  </a:lnTo>
                  <a:lnTo>
                    <a:pt x="179169" y="84907"/>
                  </a:lnTo>
                  <a:lnTo>
                    <a:pt x="115269" y="116827"/>
                  </a:lnTo>
                  <a:close/>
                  <a:moveTo>
                    <a:pt x="82042" y="14683"/>
                  </a:moveTo>
                  <a:lnTo>
                    <a:pt x="105046" y="43411"/>
                  </a:lnTo>
                  <a:lnTo>
                    <a:pt x="38590" y="76608"/>
                  </a:lnTo>
                  <a:lnTo>
                    <a:pt x="15587" y="47880"/>
                  </a:lnTo>
                  <a:lnTo>
                    <a:pt x="82042" y="14683"/>
                  </a:lnTo>
                  <a:close/>
                  <a:moveTo>
                    <a:pt x="81403" y="169176"/>
                  </a:moveTo>
                  <a:lnTo>
                    <a:pt x="81403" y="169176"/>
                  </a:lnTo>
                  <a:cubicBezTo>
                    <a:pt x="82042" y="169814"/>
                    <a:pt x="83320" y="169814"/>
                    <a:pt x="83959" y="169814"/>
                  </a:cubicBezTo>
                  <a:cubicBezTo>
                    <a:pt x="84598" y="169814"/>
                    <a:pt x="85876" y="169814"/>
                    <a:pt x="86515" y="169176"/>
                  </a:cubicBezTo>
                  <a:lnTo>
                    <a:pt x="87154" y="169176"/>
                  </a:lnTo>
                  <a:cubicBezTo>
                    <a:pt x="87793" y="168537"/>
                    <a:pt x="88432" y="168537"/>
                    <a:pt x="89071" y="167899"/>
                  </a:cubicBezTo>
                  <a:lnTo>
                    <a:pt x="89071" y="167899"/>
                  </a:lnTo>
                  <a:lnTo>
                    <a:pt x="108880" y="143001"/>
                  </a:lnTo>
                  <a:lnTo>
                    <a:pt x="108880" y="216417"/>
                  </a:lnTo>
                  <a:lnTo>
                    <a:pt x="43063" y="183859"/>
                  </a:lnTo>
                  <a:lnTo>
                    <a:pt x="43063" y="151301"/>
                  </a:lnTo>
                  <a:lnTo>
                    <a:pt x="81403" y="169176"/>
                  </a:lnTo>
                  <a:close/>
                  <a:moveTo>
                    <a:pt x="187476" y="182582"/>
                  </a:moveTo>
                  <a:lnTo>
                    <a:pt x="121659" y="215140"/>
                  </a:lnTo>
                  <a:lnTo>
                    <a:pt x="121659" y="142363"/>
                  </a:lnTo>
                  <a:lnTo>
                    <a:pt x="141468" y="167261"/>
                  </a:lnTo>
                  <a:cubicBezTo>
                    <a:pt x="142746" y="168537"/>
                    <a:pt x="144663" y="169814"/>
                    <a:pt x="146580" y="169814"/>
                  </a:cubicBezTo>
                  <a:cubicBezTo>
                    <a:pt x="147858" y="169814"/>
                    <a:pt x="148497" y="169814"/>
                    <a:pt x="149775" y="169176"/>
                  </a:cubicBezTo>
                  <a:lnTo>
                    <a:pt x="187476" y="150024"/>
                  </a:lnTo>
                  <a:lnTo>
                    <a:pt x="187476" y="182582"/>
                  </a:lnTo>
                  <a:close/>
                  <a:moveTo>
                    <a:pt x="148497" y="155131"/>
                  </a:moveTo>
                  <a:lnTo>
                    <a:pt x="125494" y="126403"/>
                  </a:lnTo>
                  <a:lnTo>
                    <a:pt x="191949" y="93206"/>
                  </a:lnTo>
                  <a:lnTo>
                    <a:pt x="214953" y="121934"/>
                  </a:lnTo>
                  <a:lnTo>
                    <a:pt x="148497" y="155131"/>
                  </a:lnTo>
                  <a:close/>
                  <a:moveTo>
                    <a:pt x="191949" y="76608"/>
                  </a:moveTo>
                  <a:lnTo>
                    <a:pt x="125494" y="43411"/>
                  </a:lnTo>
                  <a:lnTo>
                    <a:pt x="148497" y="14683"/>
                  </a:lnTo>
                  <a:lnTo>
                    <a:pt x="214953" y="47880"/>
                  </a:lnTo>
                  <a:lnTo>
                    <a:pt x="191949" y="76608"/>
                  </a:lnTo>
                  <a:close/>
                </a:path>
              </a:pathLst>
            </a:custGeom>
            <a:solidFill>
              <a:srgbClr val="00ABAB"/>
            </a:solidFill>
            <a:ln w="6390" cap="flat">
              <a:noFill/>
              <a:prstDash val="solid"/>
              <a:miter/>
            </a:ln>
          </p:spPr>
          <p:txBody>
            <a:bodyPr rtlCol="0" anchor="ctr"/>
            <a:lstStyle/>
            <a:p>
              <a:endParaRPr lang="en-US"/>
            </a:p>
          </p:txBody>
        </p:sp>
      </p:grpSp>
      <p:grpSp>
        <p:nvGrpSpPr>
          <p:cNvPr id="382" name="Graphic 4">
            <a:extLst>
              <a:ext uri="{FF2B5EF4-FFF2-40B4-BE49-F238E27FC236}">
                <a16:creationId xmlns:a16="http://schemas.microsoft.com/office/drawing/2014/main" id="{B1371E5B-0A02-F446-A27B-63C939230AAC}"/>
              </a:ext>
            </a:extLst>
          </p:cNvPr>
          <p:cNvGrpSpPr>
            <a:grpSpLocks noChangeAspect="1"/>
          </p:cNvGrpSpPr>
          <p:nvPr/>
        </p:nvGrpSpPr>
        <p:grpSpPr>
          <a:xfrm>
            <a:off x="3607758" y="3339623"/>
            <a:ext cx="362313" cy="361971"/>
            <a:chOff x="3607758" y="3339623"/>
            <a:chExt cx="362313" cy="361971"/>
          </a:xfrm>
          <a:solidFill>
            <a:srgbClr val="00ABAB"/>
          </a:solidFill>
        </p:grpSpPr>
        <p:sp>
          <p:nvSpPr>
            <p:cNvPr id="383" name="Graphic 4">
              <a:extLst>
                <a:ext uri="{FF2B5EF4-FFF2-40B4-BE49-F238E27FC236}">
                  <a16:creationId xmlns:a16="http://schemas.microsoft.com/office/drawing/2014/main" id="{0A44DF91-C7F0-C04D-98D7-5371C38134B0}"/>
                </a:ext>
              </a:extLst>
            </p:cNvPr>
            <p:cNvSpPr/>
            <p:nvPr/>
          </p:nvSpPr>
          <p:spPr>
            <a:xfrm>
              <a:off x="3607758" y="3339623"/>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6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 name="connsiteX13" fmla="*/ 181474 w 362313"/>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3"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949"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6" y="12768"/>
                  </a:cubicBezTo>
                  <a:cubicBezTo>
                    <a:pt x="274128" y="12768"/>
                    <a:pt x="349530" y="88099"/>
                    <a:pt x="349530" y="180667"/>
                  </a:cubicBezTo>
                  <a:lnTo>
                    <a:pt x="349530" y="180667"/>
                  </a:lnTo>
                  <a:cubicBezTo>
                    <a:pt x="349530" y="273873"/>
                    <a:pt x="274128"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384" name="Graphic 4">
              <a:extLst>
                <a:ext uri="{FF2B5EF4-FFF2-40B4-BE49-F238E27FC236}">
                  <a16:creationId xmlns:a16="http://schemas.microsoft.com/office/drawing/2014/main" id="{74339E06-C354-F34A-80E8-530F442FC7B2}"/>
                </a:ext>
              </a:extLst>
            </p:cNvPr>
            <p:cNvSpPr/>
            <p:nvPr/>
          </p:nvSpPr>
          <p:spPr>
            <a:xfrm>
              <a:off x="3681642" y="3427722"/>
              <a:ext cx="213903" cy="186469"/>
            </a:xfrm>
            <a:custGeom>
              <a:avLst/>
              <a:gdLst>
                <a:gd name="connsiteX0" fmla="*/ 208552 w 213903"/>
                <a:gd name="connsiteY0" fmla="*/ 0 h 186469"/>
                <a:gd name="connsiteX1" fmla="*/ 5990 w 213903"/>
                <a:gd name="connsiteY1" fmla="*/ 0 h 186469"/>
                <a:gd name="connsiteX2" fmla="*/ 240 w 213903"/>
                <a:gd name="connsiteY2" fmla="*/ 4469 h 186469"/>
                <a:gd name="connsiteX3" fmla="*/ 2157 w 213903"/>
                <a:gd name="connsiteY3" fmla="*/ 11491 h 186469"/>
                <a:gd name="connsiteX4" fmla="*/ 86504 w 213903"/>
                <a:gd name="connsiteY4" fmla="*/ 81715 h 186469"/>
                <a:gd name="connsiteX5" fmla="*/ 86504 w 213903"/>
                <a:gd name="connsiteY5" fmla="*/ 180028 h 186469"/>
                <a:gd name="connsiteX6" fmla="*/ 89699 w 213903"/>
                <a:gd name="connsiteY6" fmla="*/ 185774 h 186469"/>
                <a:gd name="connsiteX7" fmla="*/ 96089 w 213903"/>
                <a:gd name="connsiteY7" fmla="*/ 185135 h 186469"/>
                <a:gd name="connsiteX8" fmla="*/ 124844 w 213903"/>
                <a:gd name="connsiteY8" fmla="*/ 163430 h 186469"/>
                <a:gd name="connsiteX9" fmla="*/ 127399 w 213903"/>
                <a:gd name="connsiteY9" fmla="*/ 158323 h 186469"/>
                <a:gd name="connsiteX10" fmla="*/ 127399 w 213903"/>
                <a:gd name="connsiteY10" fmla="*/ 81715 h 186469"/>
                <a:gd name="connsiteX11" fmla="*/ 211746 w 213903"/>
                <a:gd name="connsiteY11" fmla="*/ 11491 h 186469"/>
                <a:gd name="connsiteX12" fmla="*/ 213663 w 213903"/>
                <a:gd name="connsiteY12" fmla="*/ 4469 h 186469"/>
                <a:gd name="connsiteX13" fmla="*/ 208552 w 213903"/>
                <a:gd name="connsiteY13" fmla="*/ 0 h 186469"/>
                <a:gd name="connsiteX14" fmla="*/ 117814 w 213903"/>
                <a:gd name="connsiteY14" fmla="*/ 73416 h 186469"/>
                <a:gd name="connsiteX15" fmla="*/ 115259 w 213903"/>
                <a:gd name="connsiteY15" fmla="*/ 78523 h 186469"/>
                <a:gd name="connsiteX16" fmla="*/ 115259 w 213903"/>
                <a:gd name="connsiteY16" fmla="*/ 154492 h 186469"/>
                <a:gd name="connsiteX17" fmla="*/ 99284 w 213903"/>
                <a:gd name="connsiteY17" fmla="*/ 166622 h 186469"/>
                <a:gd name="connsiteX18" fmla="*/ 99284 w 213903"/>
                <a:gd name="connsiteY18" fmla="*/ 78523 h 186469"/>
                <a:gd name="connsiteX19" fmla="*/ 96728 w 213903"/>
                <a:gd name="connsiteY19" fmla="*/ 73416 h 186469"/>
                <a:gd name="connsiteX20" fmla="*/ 23243 w 213903"/>
                <a:gd name="connsiteY20" fmla="*/ 12768 h 186469"/>
                <a:gd name="connsiteX21" fmla="*/ 190660 w 213903"/>
                <a:gd name="connsiteY21" fmla="*/ 12768 h 186469"/>
                <a:gd name="connsiteX22" fmla="*/ 117814 w 213903"/>
                <a:gd name="connsiteY22" fmla="*/ 73416 h 18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3903" h="186469">
                  <a:moveTo>
                    <a:pt x="208552" y="0"/>
                  </a:moveTo>
                  <a:lnTo>
                    <a:pt x="5990" y="0"/>
                  </a:lnTo>
                  <a:cubicBezTo>
                    <a:pt x="3435" y="0"/>
                    <a:pt x="879" y="1915"/>
                    <a:pt x="240" y="4469"/>
                  </a:cubicBezTo>
                  <a:cubicBezTo>
                    <a:pt x="-400" y="7023"/>
                    <a:pt x="240" y="9576"/>
                    <a:pt x="2157" y="11491"/>
                  </a:cubicBezTo>
                  <a:lnTo>
                    <a:pt x="86504" y="81715"/>
                  </a:lnTo>
                  <a:lnTo>
                    <a:pt x="86504" y="180028"/>
                  </a:lnTo>
                  <a:cubicBezTo>
                    <a:pt x="86504" y="182582"/>
                    <a:pt x="87782" y="184497"/>
                    <a:pt x="89699" y="185774"/>
                  </a:cubicBezTo>
                  <a:cubicBezTo>
                    <a:pt x="91616" y="187051"/>
                    <a:pt x="94172" y="186412"/>
                    <a:pt x="96089" y="185135"/>
                  </a:cubicBezTo>
                  <a:lnTo>
                    <a:pt x="124844" y="163430"/>
                  </a:lnTo>
                  <a:cubicBezTo>
                    <a:pt x="126760" y="162153"/>
                    <a:pt x="127399" y="160238"/>
                    <a:pt x="127399" y="158323"/>
                  </a:cubicBezTo>
                  <a:lnTo>
                    <a:pt x="127399" y="81715"/>
                  </a:lnTo>
                  <a:lnTo>
                    <a:pt x="211746" y="11491"/>
                  </a:lnTo>
                  <a:cubicBezTo>
                    <a:pt x="213663" y="9576"/>
                    <a:pt x="214303" y="7023"/>
                    <a:pt x="213663" y="4469"/>
                  </a:cubicBezTo>
                  <a:cubicBezTo>
                    <a:pt x="213025" y="1915"/>
                    <a:pt x="211108" y="0"/>
                    <a:pt x="208552" y="0"/>
                  </a:cubicBezTo>
                  <a:close/>
                  <a:moveTo>
                    <a:pt x="117814" y="73416"/>
                  </a:moveTo>
                  <a:cubicBezTo>
                    <a:pt x="116537" y="74693"/>
                    <a:pt x="115259" y="76608"/>
                    <a:pt x="115259" y="78523"/>
                  </a:cubicBezTo>
                  <a:lnTo>
                    <a:pt x="115259" y="154492"/>
                  </a:lnTo>
                  <a:lnTo>
                    <a:pt x="99284" y="166622"/>
                  </a:lnTo>
                  <a:lnTo>
                    <a:pt x="99284" y="78523"/>
                  </a:lnTo>
                  <a:cubicBezTo>
                    <a:pt x="99284" y="76608"/>
                    <a:pt x="98645" y="74693"/>
                    <a:pt x="96728" y="73416"/>
                  </a:cubicBezTo>
                  <a:lnTo>
                    <a:pt x="23243" y="12768"/>
                  </a:lnTo>
                  <a:lnTo>
                    <a:pt x="190660" y="12768"/>
                  </a:lnTo>
                  <a:lnTo>
                    <a:pt x="117814" y="73416"/>
                  </a:lnTo>
                  <a:close/>
                </a:path>
              </a:pathLst>
            </a:custGeom>
            <a:solidFill>
              <a:srgbClr val="00ABAB"/>
            </a:solidFill>
            <a:ln w="6390" cap="flat">
              <a:noFill/>
              <a:prstDash val="solid"/>
              <a:miter/>
            </a:ln>
          </p:spPr>
          <p:txBody>
            <a:bodyPr rtlCol="0" anchor="ctr"/>
            <a:lstStyle/>
            <a:p>
              <a:endParaRPr lang="en-US"/>
            </a:p>
          </p:txBody>
        </p:sp>
      </p:grpSp>
      <p:grpSp>
        <p:nvGrpSpPr>
          <p:cNvPr id="385" name="Graphic 4">
            <a:extLst>
              <a:ext uri="{FF2B5EF4-FFF2-40B4-BE49-F238E27FC236}">
                <a16:creationId xmlns:a16="http://schemas.microsoft.com/office/drawing/2014/main" id="{B5B1E576-8448-6C44-8FB4-DBBA287F3437}"/>
              </a:ext>
            </a:extLst>
          </p:cNvPr>
          <p:cNvGrpSpPr>
            <a:grpSpLocks noChangeAspect="1"/>
          </p:cNvGrpSpPr>
          <p:nvPr/>
        </p:nvGrpSpPr>
        <p:grpSpPr>
          <a:xfrm>
            <a:off x="4045469" y="2855717"/>
            <a:ext cx="362309" cy="361971"/>
            <a:chOff x="4045469" y="2855717"/>
            <a:chExt cx="362309" cy="361971"/>
          </a:xfrm>
          <a:solidFill>
            <a:srgbClr val="00ABAB"/>
          </a:solidFill>
        </p:grpSpPr>
        <p:sp>
          <p:nvSpPr>
            <p:cNvPr id="386" name="Graphic 4">
              <a:extLst>
                <a:ext uri="{FF2B5EF4-FFF2-40B4-BE49-F238E27FC236}">
                  <a16:creationId xmlns:a16="http://schemas.microsoft.com/office/drawing/2014/main" id="{9C170D6E-E11C-8248-B61A-295690CC48E2}"/>
                </a:ext>
              </a:extLst>
            </p:cNvPr>
            <p:cNvSpPr/>
            <p:nvPr/>
          </p:nvSpPr>
          <p:spPr>
            <a:xfrm>
              <a:off x="4203939" y="2955308"/>
              <a:ext cx="46007" cy="45326"/>
            </a:xfrm>
            <a:custGeom>
              <a:avLst/>
              <a:gdLst>
                <a:gd name="connsiteX0" fmla="*/ 0 w 46007"/>
                <a:gd name="connsiteY0" fmla="*/ 0 h 45326"/>
                <a:gd name="connsiteX1" fmla="*/ 46008 w 46007"/>
                <a:gd name="connsiteY1" fmla="*/ 0 h 45326"/>
                <a:gd name="connsiteX2" fmla="*/ 46008 w 46007"/>
                <a:gd name="connsiteY2" fmla="*/ 45326 h 45326"/>
                <a:gd name="connsiteX3" fmla="*/ 0 w 46007"/>
                <a:gd name="connsiteY3" fmla="*/ 45326 h 45326"/>
              </a:gdLst>
              <a:ahLst/>
              <a:cxnLst>
                <a:cxn ang="0">
                  <a:pos x="connsiteX0" y="connsiteY0"/>
                </a:cxn>
                <a:cxn ang="0">
                  <a:pos x="connsiteX1" y="connsiteY1"/>
                </a:cxn>
                <a:cxn ang="0">
                  <a:pos x="connsiteX2" y="connsiteY2"/>
                </a:cxn>
                <a:cxn ang="0">
                  <a:pos x="connsiteX3" y="connsiteY3"/>
                </a:cxn>
              </a:cxnLst>
              <a:rect l="l" t="t" r="r" b="b"/>
              <a:pathLst>
                <a:path w="46007" h="45326">
                  <a:moveTo>
                    <a:pt x="0" y="0"/>
                  </a:moveTo>
                  <a:lnTo>
                    <a:pt x="46008" y="0"/>
                  </a:lnTo>
                  <a:lnTo>
                    <a:pt x="46008" y="45326"/>
                  </a:lnTo>
                  <a:lnTo>
                    <a:pt x="0" y="45326"/>
                  </a:lnTo>
                  <a:close/>
                </a:path>
              </a:pathLst>
            </a:custGeom>
            <a:solidFill>
              <a:srgbClr val="00ABAB"/>
            </a:solidFill>
            <a:ln w="6390" cap="flat">
              <a:noFill/>
              <a:prstDash val="solid"/>
              <a:miter/>
            </a:ln>
          </p:spPr>
          <p:txBody>
            <a:bodyPr rtlCol="0" anchor="ctr"/>
            <a:lstStyle/>
            <a:p>
              <a:endParaRPr lang="en-US"/>
            </a:p>
          </p:txBody>
        </p:sp>
        <p:sp>
          <p:nvSpPr>
            <p:cNvPr id="387" name="Graphic 4">
              <a:extLst>
                <a:ext uri="{FF2B5EF4-FFF2-40B4-BE49-F238E27FC236}">
                  <a16:creationId xmlns:a16="http://schemas.microsoft.com/office/drawing/2014/main" id="{90679D4F-AB24-CA49-B832-93F1BEBFC3BC}"/>
                </a:ext>
              </a:extLst>
            </p:cNvPr>
            <p:cNvSpPr/>
            <p:nvPr/>
          </p:nvSpPr>
          <p:spPr>
            <a:xfrm>
              <a:off x="4262727" y="3013402"/>
              <a:ext cx="46007" cy="45326"/>
            </a:xfrm>
            <a:custGeom>
              <a:avLst/>
              <a:gdLst>
                <a:gd name="connsiteX0" fmla="*/ 0 w 46007"/>
                <a:gd name="connsiteY0" fmla="*/ 0 h 45326"/>
                <a:gd name="connsiteX1" fmla="*/ 46007 w 46007"/>
                <a:gd name="connsiteY1" fmla="*/ 0 h 45326"/>
                <a:gd name="connsiteX2" fmla="*/ 46007 w 46007"/>
                <a:gd name="connsiteY2" fmla="*/ 45326 h 45326"/>
                <a:gd name="connsiteX3" fmla="*/ 0 w 46007"/>
                <a:gd name="connsiteY3" fmla="*/ 45326 h 45326"/>
              </a:gdLst>
              <a:ahLst/>
              <a:cxnLst>
                <a:cxn ang="0">
                  <a:pos x="connsiteX0" y="connsiteY0"/>
                </a:cxn>
                <a:cxn ang="0">
                  <a:pos x="connsiteX1" y="connsiteY1"/>
                </a:cxn>
                <a:cxn ang="0">
                  <a:pos x="connsiteX2" y="connsiteY2"/>
                </a:cxn>
                <a:cxn ang="0">
                  <a:pos x="connsiteX3" y="connsiteY3"/>
                </a:cxn>
              </a:cxnLst>
              <a:rect l="l" t="t" r="r" b="b"/>
              <a:pathLst>
                <a:path w="46007" h="45326">
                  <a:moveTo>
                    <a:pt x="0" y="0"/>
                  </a:moveTo>
                  <a:lnTo>
                    <a:pt x="46007" y="0"/>
                  </a:lnTo>
                  <a:lnTo>
                    <a:pt x="46007" y="45326"/>
                  </a:lnTo>
                  <a:lnTo>
                    <a:pt x="0" y="45326"/>
                  </a:lnTo>
                  <a:close/>
                </a:path>
              </a:pathLst>
            </a:custGeom>
            <a:solidFill>
              <a:srgbClr val="00ABAB"/>
            </a:solidFill>
            <a:ln w="6390" cap="flat">
              <a:noFill/>
              <a:prstDash val="solid"/>
              <a:miter/>
            </a:ln>
          </p:spPr>
          <p:txBody>
            <a:bodyPr rtlCol="0" anchor="ctr"/>
            <a:lstStyle/>
            <a:p>
              <a:endParaRPr lang="en-US"/>
            </a:p>
          </p:txBody>
        </p:sp>
        <p:sp>
          <p:nvSpPr>
            <p:cNvPr id="388" name="Graphic 4">
              <a:extLst>
                <a:ext uri="{FF2B5EF4-FFF2-40B4-BE49-F238E27FC236}">
                  <a16:creationId xmlns:a16="http://schemas.microsoft.com/office/drawing/2014/main" id="{2890A698-BF77-6347-9330-8E9A65702C5F}"/>
                </a:ext>
              </a:extLst>
            </p:cNvPr>
            <p:cNvSpPr/>
            <p:nvPr/>
          </p:nvSpPr>
          <p:spPr>
            <a:xfrm>
              <a:off x="4145791" y="3013402"/>
              <a:ext cx="46007" cy="45326"/>
            </a:xfrm>
            <a:custGeom>
              <a:avLst/>
              <a:gdLst>
                <a:gd name="connsiteX0" fmla="*/ 0 w 46007"/>
                <a:gd name="connsiteY0" fmla="*/ 0 h 45326"/>
                <a:gd name="connsiteX1" fmla="*/ 46008 w 46007"/>
                <a:gd name="connsiteY1" fmla="*/ 0 h 45326"/>
                <a:gd name="connsiteX2" fmla="*/ 46008 w 46007"/>
                <a:gd name="connsiteY2" fmla="*/ 45326 h 45326"/>
                <a:gd name="connsiteX3" fmla="*/ 0 w 46007"/>
                <a:gd name="connsiteY3" fmla="*/ 45326 h 45326"/>
              </a:gdLst>
              <a:ahLst/>
              <a:cxnLst>
                <a:cxn ang="0">
                  <a:pos x="connsiteX0" y="connsiteY0"/>
                </a:cxn>
                <a:cxn ang="0">
                  <a:pos x="connsiteX1" y="connsiteY1"/>
                </a:cxn>
                <a:cxn ang="0">
                  <a:pos x="connsiteX2" y="connsiteY2"/>
                </a:cxn>
                <a:cxn ang="0">
                  <a:pos x="connsiteX3" y="connsiteY3"/>
                </a:cxn>
              </a:cxnLst>
              <a:rect l="l" t="t" r="r" b="b"/>
              <a:pathLst>
                <a:path w="46007" h="45326">
                  <a:moveTo>
                    <a:pt x="0" y="0"/>
                  </a:moveTo>
                  <a:lnTo>
                    <a:pt x="46008" y="0"/>
                  </a:lnTo>
                  <a:lnTo>
                    <a:pt x="46008" y="45326"/>
                  </a:lnTo>
                  <a:lnTo>
                    <a:pt x="0" y="45326"/>
                  </a:lnTo>
                  <a:close/>
                </a:path>
              </a:pathLst>
            </a:custGeom>
            <a:solidFill>
              <a:srgbClr val="00ABAB"/>
            </a:solidFill>
            <a:ln w="6390" cap="flat">
              <a:noFill/>
              <a:prstDash val="solid"/>
              <a:miter/>
            </a:ln>
          </p:spPr>
          <p:txBody>
            <a:bodyPr rtlCol="0" anchor="ctr"/>
            <a:lstStyle/>
            <a:p>
              <a:endParaRPr lang="en-US"/>
            </a:p>
          </p:txBody>
        </p:sp>
        <p:sp>
          <p:nvSpPr>
            <p:cNvPr id="389" name="Graphic 4">
              <a:extLst>
                <a:ext uri="{FF2B5EF4-FFF2-40B4-BE49-F238E27FC236}">
                  <a16:creationId xmlns:a16="http://schemas.microsoft.com/office/drawing/2014/main" id="{C8FCDFB7-57F1-4C48-84B2-BA77C23FD258}"/>
                </a:ext>
              </a:extLst>
            </p:cNvPr>
            <p:cNvSpPr/>
            <p:nvPr/>
          </p:nvSpPr>
          <p:spPr>
            <a:xfrm>
              <a:off x="4203939" y="3072134"/>
              <a:ext cx="46007" cy="45326"/>
            </a:xfrm>
            <a:custGeom>
              <a:avLst/>
              <a:gdLst>
                <a:gd name="connsiteX0" fmla="*/ 0 w 46007"/>
                <a:gd name="connsiteY0" fmla="*/ 0 h 45326"/>
                <a:gd name="connsiteX1" fmla="*/ 46008 w 46007"/>
                <a:gd name="connsiteY1" fmla="*/ 0 h 45326"/>
                <a:gd name="connsiteX2" fmla="*/ 46008 w 46007"/>
                <a:gd name="connsiteY2" fmla="*/ 45326 h 45326"/>
                <a:gd name="connsiteX3" fmla="*/ 0 w 46007"/>
                <a:gd name="connsiteY3" fmla="*/ 45326 h 45326"/>
              </a:gdLst>
              <a:ahLst/>
              <a:cxnLst>
                <a:cxn ang="0">
                  <a:pos x="connsiteX0" y="connsiteY0"/>
                </a:cxn>
                <a:cxn ang="0">
                  <a:pos x="connsiteX1" y="connsiteY1"/>
                </a:cxn>
                <a:cxn ang="0">
                  <a:pos x="connsiteX2" y="connsiteY2"/>
                </a:cxn>
                <a:cxn ang="0">
                  <a:pos x="connsiteX3" y="connsiteY3"/>
                </a:cxn>
              </a:cxnLst>
              <a:rect l="l" t="t" r="r" b="b"/>
              <a:pathLst>
                <a:path w="46007" h="45326">
                  <a:moveTo>
                    <a:pt x="0" y="0"/>
                  </a:moveTo>
                  <a:lnTo>
                    <a:pt x="46008" y="0"/>
                  </a:lnTo>
                  <a:lnTo>
                    <a:pt x="46008" y="45326"/>
                  </a:lnTo>
                  <a:lnTo>
                    <a:pt x="0" y="45326"/>
                  </a:lnTo>
                  <a:close/>
                </a:path>
              </a:pathLst>
            </a:custGeom>
            <a:solidFill>
              <a:srgbClr val="00ABAB"/>
            </a:solidFill>
            <a:ln w="6390" cap="flat">
              <a:noFill/>
              <a:prstDash val="solid"/>
              <a:miter/>
            </a:ln>
          </p:spPr>
          <p:txBody>
            <a:bodyPr rtlCol="0" anchor="ctr"/>
            <a:lstStyle/>
            <a:p>
              <a:endParaRPr lang="en-US"/>
            </a:p>
          </p:txBody>
        </p:sp>
        <p:sp>
          <p:nvSpPr>
            <p:cNvPr id="390" name="Graphic 4">
              <a:extLst>
                <a:ext uri="{FF2B5EF4-FFF2-40B4-BE49-F238E27FC236}">
                  <a16:creationId xmlns:a16="http://schemas.microsoft.com/office/drawing/2014/main" id="{B31DA7E2-34D8-764D-B4B6-28C2DFDEF004}"/>
                </a:ext>
              </a:extLst>
            </p:cNvPr>
            <p:cNvSpPr/>
            <p:nvPr/>
          </p:nvSpPr>
          <p:spPr>
            <a:xfrm>
              <a:off x="4203939" y="3013402"/>
              <a:ext cx="46007" cy="45326"/>
            </a:xfrm>
            <a:custGeom>
              <a:avLst/>
              <a:gdLst>
                <a:gd name="connsiteX0" fmla="*/ 0 w 46007"/>
                <a:gd name="connsiteY0" fmla="*/ 0 h 45326"/>
                <a:gd name="connsiteX1" fmla="*/ 46008 w 46007"/>
                <a:gd name="connsiteY1" fmla="*/ 0 h 45326"/>
                <a:gd name="connsiteX2" fmla="*/ 46008 w 46007"/>
                <a:gd name="connsiteY2" fmla="*/ 45326 h 45326"/>
                <a:gd name="connsiteX3" fmla="*/ 0 w 46007"/>
                <a:gd name="connsiteY3" fmla="*/ 45326 h 45326"/>
              </a:gdLst>
              <a:ahLst/>
              <a:cxnLst>
                <a:cxn ang="0">
                  <a:pos x="connsiteX0" y="connsiteY0"/>
                </a:cxn>
                <a:cxn ang="0">
                  <a:pos x="connsiteX1" y="connsiteY1"/>
                </a:cxn>
                <a:cxn ang="0">
                  <a:pos x="connsiteX2" y="connsiteY2"/>
                </a:cxn>
                <a:cxn ang="0">
                  <a:pos x="connsiteX3" y="connsiteY3"/>
                </a:cxn>
              </a:cxnLst>
              <a:rect l="l" t="t" r="r" b="b"/>
              <a:pathLst>
                <a:path w="46007" h="45326">
                  <a:moveTo>
                    <a:pt x="0" y="0"/>
                  </a:moveTo>
                  <a:lnTo>
                    <a:pt x="46008" y="0"/>
                  </a:lnTo>
                  <a:lnTo>
                    <a:pt x="46008" y="45326"/>
                  </a:lnTo>
                  <a:lnTo>
                    <a:pt x="0" y="45326"/>
                  </a:lnTo>
                  <a:close/>
                </a:path>
              </a:pathLst>
            </a:custGeom>
            <a:solidFill>
              <a:srgbClr val="00ABAB"/>
            </a:solidFill>
            <a:ln w="6390" cap="flat">
              <a:noFill/>
              <a:prstDash val="solid"/>
              <a:miter/>
            </a:ln>
          </p:spPr>
          <p:txBody>
            <a:bodyPr rtlCol="0" anchor="ctr"/>
            <a:lstStyle/>
            <a:p>
              <a:endParaRPr lang="en-US"/>
            </a:p>
          </p:txBody>
        </p:sp>
        <p:sp>
          <p:nvSpPr>
            <p:cNvPr id="391" name="Graphic 4">
              <a:extLst>
                <a:ext uri="{FF2B5EF4-FFF2-40B4-BE49-F238E27FC236}">
                  <a16:creationId xmlns:a16="http://schemas.microsoft.com/office/drawing/2014/main" id="{B0E5794E-41AE-C34C-A845-A434BF17B3A3}"/>
                </a:ext>
              </a:extLst>
            </p:cNvPr>
            <p:cNvSpPr/>
            <p:nvPr/>
          </p:nvSpPr>
          <p:spPr>
            <a:xfrm>
              <a:off x="4262727" y="2955308"/>
              <a:ext cx="46007" cy="45326"/>
            </a:xfrm>
            <a:custGeom>
              <a:avLst/>
              <a:gdLst>
                <a:gd name="connsiteX0" fmla="*/ 0 w 46007"/>
                <a:gd name="connsiteY0" fmla="*/ 0 h 45326"/>
                <a:gd name="connsiteX1" fmla="*/ 46007 w 46007"/>
                <a:gd name="connsiteY1" fmla="*/ 0 h 45326"/>
                <a:gd name="connsiteX2" fmla="*/ 46007 w 46007"/>
                <a:gd name="connsiteY2" fmla="*/ 45326 h 45326"/>
                <a:gd name="connsiteX3" fmla="*/ 0 w 46007"/>
                <a:gd name="connsiteY3" fmla="*/ 45326 h 45326"/>
              </a:gdLst>
              <a:ahLst/>
              <a:cxnLst>
                <a:cxn ang="0">
                  <a:pos x="connsiteX0" y="connsiteY0"/>
                </a:cxn>
                <a:cxn ang="0">
                  <a:pos x="connsiteX1" y="connsiteY1"/>
                </a:cxn>
                <a:cxn ang="0">
                  <a:pos x="connsiteX2" y="connsiteY2"/>
                </a:cxn>
                <a:cxn ang="0">
                  <a:pos x="connsiteX3" y="connsiteY3"/>
                </a:cxn>
              </a:cxnLst>
              <a:rect l="l" t="t" r="r" b="b"/>
              <a:pathLst>
                <a:path w="46007" h="45326">
                  <a:moveTo>
                    <a:pt x="0" y="0"/>
                  </a:moveTo>
                  <a:lnTo>
                    <a:pt x="46007" y="0"/>
                  </a:lnTo>
                  <a:lnTo>
                    <a:pt x="46007" y="45326"/>
                  </a:lnTo>
                  <a:lnTo>
                    <a:pt x="0" y="45326"/>
                  </a:lnTo>
                  <a:close/>
                </a:path>
              </a:pathLst>
            </a:custGeom>
            <a:solidFill>
              <a:srgbClr val="00ABAB"/>
            </a:solidFill>
            <a:ln w="6390" cap="flat">
              <a:noFill/>
              <a:prstDash val="solid"/>
              <a:miter/>
            </a:ln>
          </p:spPr>
          <p:txBody>
            <a:bodyPr rtlCol="0" anchor="ctr"/>
            <a:lstStyle/>
            <a:p>
              <a:endParaRPr lang="en-US"/>
            </a:p>
          </p:txBody>
        </p:sp>
        <p:sp>
          <p:nvSpPr>
            <p:cNvPr id="392" name="Graphic 4">
              <a:extLst>
                <a:ext uri="{FF2B5EF4-FFF2-40B4-BE49-F238E27FC236}">
                  <a16:creationId xmlns:a16="http://schemas.microsoft.com/office/drawing/2014/main" id="{870173AE-2CA3-0049-A70E-25D6A87B7496}"/>
                </a:ext>
              </a:extLst>
            </p:cNvPr>
            <p:cNvSpPr/>
            <p:nvPr/>
          </p:nvSpPr>
          <p:spPr>
            <a:xfrm>
              <a:off x="4262727" y="3072134"/>
              <a:ext cx="46007" cy="45326"/>
            </a:xfrm>
            <a:custGeom>
              <a:avLst/>
              <a:gdLst>
                <a:gd name="connsiteX0" fmla="*/ 0 w 46007"/>
                <a:gd name="connsiteY0" fmla="*/ 0 h 45326"/>
                <a:gd name="connsiteX1" fmla="*/ 46007 w 46007"/>
                <a:gd name="connsiteY1" fmla="*/ 0 h 45326"/>
                <a:gd name="connsiteX2" fmla="*/ 46007 w 46007"/>
                <a:gd name="connsiteY2" fmla="*/ 45326 h 45326"/>
                <a:gd name="connsiteX3" fmla="*/ 0 w 46007"/>
                <a:gd name="connsiteY3" fmla="*/ 45326 h 45326"/>
              </a:gdLst>
              <a:ahLst/>
              <a:cxnLst>
                <a:cxn ang="0">
                  <a:pos x="connsiteX0" y="connsiteY0"/>
                </a:cxn>
                <a:cxn ang="0">
                  <a:pos x="connsiteX1" y="connsiteY1"/>
                </a:cxn>
                <a:cxn ang="0">
                  <a:pos x="connsiteX2" y="connsiteY2"/>
                </a:cxn>
                <a:cxn ang="0">
                  <a:pos x="connsiteX3" y="connsiteY3"/>
                </a:cxn>
              </a:cxnLst>
              <a:rect l="l" t="t" r="r" b="b"/>
              <a:pathLst>
                <a:path w="46007" h="45326">
                  <a:moveTo>
                    <a:pt x="0" y="0"/>
                  </a:moveTo>
                  <a:lnTo>
                    <a:pt x="46007" y="0"/>
                  </a:lnTo>
                  <a:lnTo>
                    <a:pt x="46007" y="45326"/>
                  </a:lnTo>
                  <a:lnTo>
                    <a:pt x="0" y="45326"/>
                  </a:lnTo>
                  <a:close/>
                </a:path>
              </a:pathLst>
            </a:custGeom>
            <a:solidFill>
              <a:srgbClr val="00ABAB"/>
            </a:solidFill>
            <a:ln w="6390" cap="flat">
              <a:noFill/>
              <a:prstDash val="solid"/>
              <a:miter/>
            </a:ln>
          </p:spPr>
          <p:txBody>
            <a:bodyPr rtlCol="0" anchor="ctr"/>
            <a:lstStyle/>
            <a:p>
              <a:endParaRPr lang="en-US"/>
            </a:p>
          </p:txBody>
        </p:sp>
        <p:sp>
          <p:nvSpPr>
            <p:cNvPr id="393" name="Graphic 4">
              <a:extLst>
                <a:ext uri="{FF2B5EF4-FFF2-40B4-BE49-F238E27FC236}">
                  <a16:creationId xmlns:a16="http://schemas.microsoft.com/office/drawing/2014/main" id="{A7C949DB-0692-7D44-9B90-AEEC2A82B324}"/>
                </a:ext>
              </a:extLst>
            </p:cNvPr>
            <p:cNvSpPr/>
            <p:nvPr/>
          </p:nvSpPr>
          <p:spPr>
            <a:xfrm>
              <a:off x="4145791" y="2955308"/>
              <a:ext cx="46007" cy="45326"/>
            </a:xfrm>
            <a:custGeom>
              <a:avLst/>
              <a:gdLst>
                <a:gd name="connsiteX0" fmla="*/ 0 w 46007"/>
                <a:gd name="connsiteY0" fmla="*/ 0 h 45326"/>
                <a:gd name="connsiteX1" fmla="*/ 46008 w 46007"/>
                <a:gd name="connsiteY1" fmla="*/ 0 h 45326"/>
                <a:gd name="connsiteX2" fmla="*/ 46008 w 46007"/>
                <a:gd name="connsiteY2" fmla="*/ 45326 h 45326"/>
                <a:gd name="connsiteX3" fmla="*/ 0 w 46007"/>
                <a:gd name="connsiteY3" fmla="*/ 45326 h 45326"/>
              </a:gdLst>
              <a:ahLst/>
              <a:cxnLst>
                <a:cxn ang="0">
                  <a:pos x="connsiteX0" y="connsiteY0"/>
                </a:cxn>
                <a:cxn ang="0">
                  <a:pos x="connsiteX1" y="connsiteY1"/>
                </a:cxn>
                <a:cxn ang="0">
                  <a:pos x="connsiteX2" y="connsiteY2"/>
                </a:cxn>
                <a:cxn ang="0">
                  <a:pos x="connsiteX3" y="connsiteY3"/>
                </a:cxn>
              </a:cxnLst>
              <a:rect l="l" t="t" r="r" b="b"/>
              <a:pathLst>
                <a:path w="46007" h="45326">
                  <a:moveTo>
                    <a:pt x="0" y="0"/>
                  </a:moveTo>
                  <a:lnTo>
                    <a:pt x="46008" y="0"/>
                  </a:lnTo>
                  <a:lnTo>
                    <a:pt x="46008" y="45326"/>
                  </a:lnTo>
                  <a:lnTo>
                    <a:pt x="0" y="45326"/>
                  </a:lnTo>
                  <a:close/>
                </a:path>
              </a:pathLst>
            </a:custGeom>
            <a:solidFill>
              <a:srgbClr val="00ABAB"/>
            </a:solidFill>
            <a:ln w="6390" cap="flat">
              <a:noFill/>
              <a:prstDash val="solid"/>
              <a:miter/>
            </a:ln>
          </p:spPr>
          <p:txBody>
            <a:bodyPr rtlCol="0" anchor="ctr"/>
            <a:lstStyle/>
            <a:p>
              <a:endParaRPr lang="en-US"/>
            </a:p>
          </p:txBody>
        </p:sp>
        <p:sp>
          <p:nvSpPr>
            <p:cNvPr id="394" name="Graphic 4">
              <a:extLst>
                <a:ext uri="{FF2B5EF4-FFF2-40B4-BE49-F238E27FC236}">
                  <a16:creationId xmlns:a16="http://schemas.microsoft.com/office/drawing/2014/main" id="{2EF8F7C6-A89B-BC47-AC65-E59D1F9C6194}"/>
                </a:ext>
              </a:extLst>
            </p:cNvPr>
            <p:cNvSpPr/>
            <p:nvPr/>
          </p:nvSpPr>
          <p:spPr>
            <a:xfrm>
              <a:off x="4045469" y="28557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75407 w 362309"/>
                <a:gd name="connsiteY6" fmla="*/ 268127 h 361971"/>
                <a:gd name="connsiteX7" fmla="*/ 269017 w 362309"/>
                <a:gd name="connsiteY7" fmla="*/ 274511 h 361971"/>
                <a:gd name="connsiteX8" fmla="*/ 93932 w 362309"/>
                <a:gd name="connsiteY8" fmla="*/ 274511 h 361971"/>
                <a:gd name="connsiteX9" fmla="*/ 87542 w 362309"/>
                <a:gd name="connsiteY9" fmla="*/ 268127 h 361971"/>
                <a:gd name="connsiteX10" fmla="*/ 87542 w 362309"/>
                <a:gd name="connsiteY10" fmla="*/ 93206 h 361971"/>
                <a:gd name="connsiteX11" fmla="*/ 93932 w 362309"/>
                <a:gd name="connsiteY11" fmla="*/ 86822 h 361971"/>
                <a:gd name="connsiteX12" fmla="*/ 269017 w 362309"/>
                <a:gd name="connsiteY12" fmla="*/ 86822 h 361971"/>
                <a:gd name="connsiteX13" fmla="*/ 275407 w 362309"/>
                <a:gd name="connsiteY13" fmla="*/ 93206 h 361971"/>
                <a:gd name="connsiteX14" fmla="*/ 275407 w 362309"/>
                <a:gd name="connsiteY14" fmla="*/ 26812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2309" h="361971">
                  <a:moveTo>
                    <a:pt x="181474" y="0"/>
                  </a:moveTo>
                  <a:cubicBezTo>
                    <a:pt x="81152" y="0"/>
                    <a:pt x="0" y="81076"/>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lose/>
                  <a:moveTo>
                    <a:pt x="275407" y="268127"/>
                  </a:moveTo>
                  <a:cubicBezTo>
                    <a:pt x="275407" y="271958"/>
                    <a:pt x="272850" y="274511"/>
                    <a:pt x="269017" y="274511"/>
                  </a:cubicBezTo>
                  <a:lnTo>
                    <a:pt x="93932" y="274511"/>
                  </a:lnTo>
                  <a:cubicBezTo>
                    <a:pt x="90098" y="274511"/>
                    <a:pt x="87542" y="271958"/>
                    <a:pt x="87542" y="268127"/>
                  </a:cubicBezTo>
                  <a:lnTo>
                    <a:pt x="87542" y="93206"/>
                  </a:lnTo>
                  <a:cubicBezTo>
                    <a:pt x="87542" y="89376"/>
                    <a:pt x="90098" y="86822"/>
                    <a:pt x="93932" y="86822"/>
                  </a:cubicBezTo>
                  <a:lnTo>
                    <a:pt x="269017" y="86822"/>
                  </a:lnTo>
                  <a:cubicBezTo>
                    <a:pt x="272850" y="86822"/>
                    <a:pt x="275407" y="89376"/>
                    <a:pt x="275407" y="93206"/>
                  </a:cubicBezTo>
                  <a:lnTo>
                    <a:pt x="275407" y="268127"/>
                  </a:lnTo>
                  <a:close/>
                </a:path>
              </a:pathLst>
            </a:custGeom>
            <a:solidFill>
              <a:srgbClr val="00ABAB"/>
            </a:solidFill>
            <a:ln w="6390" cap="flat">
              <a:noFill/>
              <a:prstDash val="solid"/>
              <a:miter/>
            </a:ln>
          </p:spPr>
          <p:txBody>
            <a:bodyPr rtlCol="0" anchor="ctr"/>
            <a:lstStyle/>
            <a:p>
              <a:endParaRPr lang="en-US"/>
            </a:p>
          </p:txBody>
        </p:sp>
        <p:sp>
          <p:nvSpPr>
            <p:cNvPr id="395" name="Graphic 4">
              <a:extLst>
                <a:ext uri="{FF2B5EF4-FFF2-40B4-BE49-F238E27FC236}">
                  <a16:creationId xmlns:a16="http://schemas.microsoft.com/office/drawing/2014/main" id="{E4884552-B99D-8043-9571-47DA064FE388}"/>
                </a:ext>
              </a:extLst>
            </p:cNvPr>
            <p:cNvSpPr/>
            <p:nvPr/>
          </p:nvSpPr>
          <p:spPr>
            <a:xfrm>
              <a:off x="4145791" y="3072134"/>
              <a:ext cx="46007" cy="45326"/>
            </a:xfrm>
            <a:custGeom>
              <a:avLst/>
              <a:gdLst>
                <a:gd name="connsiteX0" fmla="*/ 0 w 46007"/>
                <a:gd name="connsiteY0" fmla="*/ 0 h 45326"/>
                <a:gd name="connsiteX1" fmla="*/ 46008 w 46007"/>
                <a:gd name="connsiteY1" fmla="*/ 0 h 45326"/>
                <a:gd name="connsiteX2" fmla="*/ 46008 w 46007"/>
                <a:gd name="connsiteY2" fmla="*/ 45326 h 45326"/>
                <a:gd name="connsiteX3" fmla="*/ 0 w 46007"/>
                <a:gd name="connsiteY3" fmla="*/ 45326 h 45326"/>
              </a:gdLst>
              <a:ahLst/>
              <a:cxnLst>
                <a:cxn ang="0">
                  <a:pos x="connsiteX0" y="connsiteY0"/>
                </a:cxn>
                <a:cxn ang="0">
                  <a:pos x="connsiteX1" y="connsiteY1"/>
                </a:cxn>
                <a:cxn ang="0">
                  <a:pos x="connsiteX2" y="connsiteY2"/>
                </a:cxn>
                <a:cxn ang="0">
                  <a:pos x="connsiteX3" y="connsiteY3"/>
                </a:cxn>
              </a:cxnLst>
              <a:rect l="l" t="t" r="r" b="b"/>
              <a:pathLst>
                <a:path w="46007" h="45326">
                  <a:moveTo>
                    <a:pt x="0" y="0"/>
                  </a:moveTo>
                  <a:lnTo>
                    <a:pt x="46008" y="0"/>
                  </a:lnTo>
                  <a:lnTo>
                    <a:pt x="46008" y="45326"/>
                  </a:lnTo>
                  <a:lnTo>
                    <a:pt x="0" y="45326"/>
                  </a:lnTo>
                  <a:close/>
                </a:path>
              </a:pathLst>
            </a:custGeom>
            <a:solidFill>
              <a:srgbClr val="00ABAB"/>
            </a:solidFill>
            <a:ln w="6390" cap="flat">
              <a:noFill/>
              <a:prstDash val="solid"/>
              <a:miter/>
            </a:ln>
          </p:spPr>
          <p:txBody>
            <a:bodyPr rtlCol="0" anchor="ctr"/>
            <a:lstStyle/>
            <a:p>
              <a:endParaRPr lang="en-US"/>
            </a:p>
          </p:txBody>
        </p:sp>
      </p:grpSp>
      <p:grpSp>
        <p:nvGrpSpPr>
          <p:cNvPr id="396" name="Graphic 4">
            <a:extLst>
              <a:ext uri="{FF2B5EF4-FFF2-40B4-BE49-F238E27FC236}">
                <a16:creationId xmlns:a16="http://schemas.microsoft.com/office/drawing/2014/main" id="{8A8F60DF-B70C-EF42-95AF-2851E3B26E93}"/>
              </a:ext>
            </a:extLst>
          </p:cNvPr>
          <p:cNvGrpSpPr>
            <a:grpSpLocks noChangeAspect="1"/>
          </p:cNvGrpSpPr>
          <p:nvPr/>
        </p:nvGrpSpPr>
        <p:grpSpPr>
          <a:xfrm>
            <a:off x="5099169" y="3339623"/>
            <a:ext cx="362309" cy="361971"/>
            <a:chOff x="5099169" y="3339623"/>
            <a:chExt cx="362309" cy="361971"/>
          </a:xfrm>
          <a:solidFill>
            <a:srgbClr val="00ABAB"/>
          </a:solidFill>
        </p:grpSpPr>
        <p:sp>
          <p:nvSpPr>
            <p:cNvPr id="397" name="Graphic 4">
              <a:extLst>
                <a:ext uri="{FF2B5EF4-FFF2-40B4-BE49-F238E27FC236}">
                  <a16:creationId xmlns:a16="http://schemas.microsoft.com/office/drawing/2014/main" id="{FC35AC8B-C214-C34A-831D-00A9C62B29A3}"/>
                </a:ext>
              </a:extLst>
            </p:cNvPr>
            <p:cNvSpPr/>
            <p:nvPr/>
          </p:nvSpPr>
          <p:spPr>
            <a:xfrm>
              <a:off x="5209076" y="3547103"/>
              <a:ext cx="65177" cy="72777"/>
            </a:xfrm>
            <a:custGeom>
              <a:avLst/>
              <a:gdLst>
                <a:gd name="connsiteX0" fmla="*/ 65177 w 65177"/>
                <a:gd name="connsiteY0" fmla="*/ 72778 h 72777"/>
                <a:gd name="connsiteX1" fmla="*/ 65177 w 65177"/>
                <a:gd name="connsiteY1" fmla="*/ 0 h 72777"/>
                <a:gd name="connsiteX2" fmla="*/ 45368 w 65177"/>
                <a:gd name="connsiteY2" fmla="*/ 24898 h 72777"/>
                <a:gd name="connsiteX3" fmla="*/ 45368 w 65177"/>
                <a:gd name="connsiteY3" fmla="*/ 24898 h 72777"/>
                <a:gd name="connsiteX4" fmla="*/ 43451 w 65177"/>
                <a:gd name="connsiteY4" fmla="*/ 26174 h 72777"/>
                <a:gd name="connsiteX5" fmla="*/ 42813 w 65177"/>
                <a:gd name="connsiteY5" fmla="*/ 26174 h 72777"/>
                <a:gd name="connsiteX6" fmla="*/ 40257 w 65177"/>
                <a:gd name="connsiteY6" fmla="*/ 26813 h 72777"/>
                <a:gd name="connsiteX7" fmla="*/ 37700 w 65177"/>
                <a:gd name="connsiteY7" fmla="*/ 26174 h 72777"/>
                <a:gd name="connsiteX8" fmla="*/ 37700 w 65177"/>
                <a:gd name="connsiteY8" fmla="*/ 26174 h 72777"/>
                <a:gd name="connsiteX9" fmla="*/ 0 w 65177"/>
                <a:gd name="connsiteY9" fmla="*/ 7022 h 72777"/>
                <a:gd name="connsiteX10" fmla="*/ 0 w 65177"/>
                <a:gd name="connsiteY10" fmla="*/ 39581 h 72777"/>
                <a:gd name="connsiteX11" fmla="*/ 65177 w 65177"/>
                <a:gd name="connsiteY11" fmla="*/ 72778 h 72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177" h="72777">
                  <a:moveTo>
                    <a:pt x="65177" y="72778"/>
                  </a:moveTo>
                  <a:lnTo>
                    <a:pt x="65177" y="0"/>
                  </a:lnTo>
                  <a:lnTo>
                    <a:pt x="45368" y="24898"/>
                  </a:lnTo>
                  <a:lnTo>
                    <a:pt x="45368" y="24898"/>
                  </a:lnTo>
                  <a:cubicBezTo>
                    <a:pt x="44730" y="25536"/>
                    <a:pt x="44090" y="26174"/>
                    <a:pt x="43451" y="26174"/>
                  </a:cubicBezTo>
                  <a:lnTo>
                    <a:pt x="42813" y="26174"/>
                  </a:lnTo>
                  <a:cubicBezTo>
                    <a:pt x="42173" y="26813"/>
                    <a:pt x="41535" y="26813"/>
                    <a:pt x="40257" y="26813"/>
                  </a:cubicBezTo>
                  <a:cubicBezTo>
                    <a:pt x="39618" y="26813"/>
                    <a:pt x="38340" y="26813"/>
                    <a:pt x="37700" y="26174"/>
                  </a:cubicBezTo>
                  <a:lnTo>
                    <a:pt x="37700" y="26174"/>
                  </a:lnTo>
                  <a:lnTo>
                    <a:pt x="0" y="7022"/>
                  </a:lnTo>
                  <a:lnTo>
                    <a:pt x="0" y="39581"/>
                  </a:lnTo>
                  <a:lnTo>
                    <a:pt x="65177" y="72778"/>
                  </a:lnTo>
                  <a:close/>
                </a:path>
              </a:pathLst>
            </a:custGeom>
            <a:solidFill>
              <a:srgbClr val="00ABAB"/>
            </a:solidFill>
            <a:ln w="6390" cap="flat">
              <a:noFill/>
              <a:prstDash val="solid"/>
              <a:miter/>
            </a:ln>
          </p:spPr>
          <p:txBody>
            <a:bodyPr rtlCol="0" anchor="ctr"/>
            <a:lstStyle/>
            <a:p>
              <a:endParaRPr lang="en-US"/>
            </a:p>
          </p:txBody>
        </p:sp>
        <p:sp>
          <p:nvSpPr>
            <p:cNvPr id="398" name="Graphic 4">
              <a:extLst>
                <a:ext uri="{FF2B5EF4-FFF2-40B4-BE49-F238E27FC236}">
                  <a16:creationId xmlns:a16="http://schemas.microsoft.com/office/drawing/2014/main" id="{7FA65B2C-737E-1C42-8857-6231FFA050A3}"/>
                </a:ext>
              </a:extLst>
            </p:cNvPr>
            <p:cNvSpPr/>
            <p:nvPr/>
          </p:nvSpPr>
          <p:spPr>
            <a:xfrm>
              <a:off x="5180960" y="3419423"/>
              <a:ext cx="89459" cy="61924"/>
            </a:xfrm>
            <a:custGeom>
              <a:avLst/>
              <a:gdLst>
                <a:gd name="connsiteX0" fmla="*/ 89459 w 89459"/>
                <a:gd name="connsiteY0" fmla="*/ 28728 h 61924"/>
                <a:gd name="connsiteX1" fmla="*/ 66456 w 89459"/>
                <a:gd name="connsiteY1" fmla="*/ 0 h 61924"/>
                <a:gd name="connsiteX2" fmla="*/ 0 w 89459"/>
                <a:gd name="connsiteY2" fmla="*/ 33197 h 61924"/>
                <a:gd name="connsiteX3" fmla="*/ 23004 w 89459"/>
                <a:gd name="connsiteY3" fmla="*/ 61925 h 61924"/>
              </a:gdLst>
              <a:ahLst/>
              <a:cxnLst>
                <a:cxn ang="0">
                  <a:pos x="connsiteX0" y="connsiteY0"/>
                </a:cxn>
                <a:cxn ang="0">
                  <a:pos x="connsiteX1" y="connsiteY1"/>
                </a:cxn>
                <a:cxn ang="0">
                  <a:pos x="connsiteX2" y="connsiteY2"/>
                </a:cxn>
                <a:cxn ang="0">
                  <a:pos x="connsiteX3" y="connsiteY3"/>
                </a:cxn>
              </a:cxnLst>
              <a:rect l="l" t="t" r="r" b="b"/>
              <a:pathLst>
                <a:path w="89459" h="61924">
                  <a:moveTo>
                    <a:pt x="89459" y="28728"/>
                  </a:moveTo>
                  <a:lnTo>
                    <a:pt x="66456" y="0"/>
                  </a:lnTo>
                  <a:lnTo>
                    <a:pt x="0" y="33197"/>
                  </a:lnTo>
                  <a:lnTo>
                    <a:pt x="23004" y="61925"/>
                  </a:lnTo>
                  <a:close/>
                </a:path>
              </a:pathLst>
            </a:custGeom>
            <a:solidFill>
              <a:srgbClr val="00ABAB"/>
            </a:solidFill>
            <a:ln w="6390" cap="flat">
              <a:noFill/>
              <a:prstDash val="solid"/>
              <a:miter/>
            </a:ln>
          </p:spPr>
          <p:txBody>
            <a:bodyPr rtlCol="0" anchor="ctr"/>
            <a:lstStyle/>
            <a:p>
              <a:endParaRPr lang="en-US"/>
            </a:p>
          </p:txBody>
        </p:sp>
        <p:sp>
          <p:nvSpPr>
            <p:cNvPr id="399" name="Graphic 4">
              <a:extLst>
                <a:ext uri="{FF2B5EF4-FFF2-40B4-BE49-F238E27FC236}">
                  <a16:creationId xmlns:a16="http://schemas.microsoft.com/office/drawing/2014/main" id="{381BBD1E-34C4-BD46-A530-0F00D0A90D69}"/>
                </a:ext>
              </a:extLst>
            </p:cNvPr>
            <p:cNvSpPr/>
            <p:nvPr/>
          </p:nvSpPr>
          <p:spPr>
            <a:xfrm>
              <a:off x="5287034" y="3546464"/>
              <a:ext cx="65816" cy="73415"/>
            </a:xfrm>
            <a:custGeom>
              <a:avLst/>
              <a:gdLst>
                <a:gd name="connsiteX0" fmla="*/ 24921 w 65816"/>
                <a:gd name="connsiteY0" fmla="*/ 27451 h 73415"/>
                <a:gd name="connsiteX1" fmla="*/ 19809 w 65816"/>
                <a:gd name="connsiteY1" fmla="*/ 24897 h 73415"/>
                <a:gd name="connsiteX2" fmla="*/ 0 w 65816"/>
                <a:gd name="connsiteY2" fmla="*/ 0 h 73415"/>
                <a:gd name="connsiteX3" fmla="*/ 0 w 65816"/>
                <a:gd name="connsiteY3" fmla="*/ 73416 h 73415"/>
                <a:gd name="connsiteX4" fmla="*/ 65816 w 65816"/>
                <a:gd name="connsiteY4" fmla="*/ 40857 h 73415"/>
                <a:gd name="connsiteX5" fmla="*/ 65816 w 65816"/>
                <a:gd name="connsiteY5" fmla="*/ 8299 h 73415"/>
                <a:gd name="connsiteX6" fmla="*/ 28115 w 65816"/>
                <a:gd name="connsiteY6" fmla="*/ 27451 h 73415"/>
                <a:gd name="connsiteX7" fmla="*/ 24921 w 65816"/>
                <a:gd name="connsiteY7" fmla="*/ 27451 h 7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816" h="73415">
                  <a:moveTo>
                    <a:pt x="24921" y="27451"/>
                  </a:moveTo>
                  <a:cubicBezTo>
                    <a:pt x="23004" y="27451"/>
                    <a:pt x="21087" y="26812"/>
                    <a:pt x="19809" y="24897"/>
                  </a:cubicBezTo>
                  <a:lnTo>
                    <a:pt x="0" y="0"/>
                  </a:lnTo>
                  <a:lnTo>
                    <a:pt x="0" y="73416"/>
                  </a:lnTo>
                  <a:lnTo>
                    <a:pt x="65816" y="40857"/>
                  </a:lnTo>
                  <a:lnTo>
                    <a:pt x="65816" y="8299"/>
                  </a:lnTo>
                  <a:lnTo>
                    <a:pt x="28115" y="27451"/>
                  </a:lnTo>
                  <a:cubicBezTo>
                    <a:pt x="26837" y="27451"/>
                    <a:pt x="25560" y="28089"/>
                    <a:pt x="24921" y="27451"/>
                  </a:cubicBezTo>
                  <a:close/>
                </a:path>
              </a:pathLst>
            </a:custGeom>
            <a:solidFill>
              <a:srgbClr val="00ABAB"/>
            </a:solidFill>
            <a:ln w="6390" cap="flat">
              <a:noFill/>
              <a:prstDash val="solid"/>
              <a:miter/>
            </a:ln>
          </p:spPr>
          <p:txBody>
            <a:bodyPr rtlCol="0" anchor="ctr"/>
            <a:lstStyle/>
            <a:p>
              <a:endParaRPr lang="en-US"/>
            </a:p>
          </p:txBody>
        </p:sp>
        <p:sp>
          <p:nvSpPr>
            <p:cNvPr id="400" name="Graphic 4">
              <a:extLst>
                <a:ext uri="{FF2B5EF4-FFF2-40B4-BE49-F238E27FC236}">
                  <a16:creationId xmlns:a16="http://schemas.microsoft.com/office/drawing/2014/main" id="{A2586B4C-86A8-D54F-ABDE-A1317DA24CF5}"/>
                </a:ext>
              </a:extLst>
            </p:cNvPr>
            <p:cNvSpPr/>
            <p:nvPr/>
          </p:nvSpPr>
          <p:spPr>
            <a:xfrm>
              <a:off x="5216105" y="3457727"/>
              <a:ext cx="128437" cy="63839"/>
            </a:xfrm>
            <a:custGeom>
              <a:avLst/>
              <a:gdLst>
                <a:gd name="connsiteX0" fmla="*/ 64539 w 128437"/>
                <a:gd name="connsiteY0" fmla="*/ 0 h 63839"/>
                <a:gd name="connsiteX1" fmla="*/ 0 w 128437"/>
                <a:gd name="connsiteY1" fmla="*/ 31920 h 63839"/>
                <a:gd name="connsiteX2" fmla="*/ 64539 w 128437"/>
                <a:gd name="connsiteY2" fmla="*/ 63840 h 63839"/>
                <a:gd name="connsiteX3" fmla="*/ 128438 w 128437"/>
                <a:gd name="connsiteY3" fmla="*/ 31920 h 63839"/>
              </a:gdLst>
              <a:ahLst/>
              <a:cxnLst>
                <a:cxn ang="0">
                  <a:pos x="connsiteX0" y="connsiteY0"/>
                </a:cxn>
                <a:cxn ang="0">
                  <a:pos x="connsiteX1" y="connsiteY1"/>
                </a:cxn>
                <a:cxn ang="0">
                  <a:pos x="connsiteX2" y="connsiteY2"/>
                </a:cxn>
                <a:cxn ang="0">
                  <a:pos x="connsiteX3" y="connsiteY3"/>
                </a:cxn>
              </a:cxnLst>
              <a:rect l="l" t="t" r="r" b="b"/>
              <a:pathLst>
                <a:path w="128437" h="63839">
                  <a:moveTo>
                    <a:pt x="64539" y="0"/>
                  </a:moveTo>
                  <a:lnTo>
                    <a:pt x="0" y="31920"/>
                  </a:lnTo>
                  <a:lnTo>
                    <a:pt x="64539" y="63840"/>
                  </a:lnTo>
                  <a:lnTo>
                    <a:pt x="128438" y="31920"/>
                  </a:lnTo>
                  <a:close/>
                </a:path>
              </a:pathLst>
            </a:custGeom>
            <a:solidFill>
              <a:srgbClr val="00ABAB"/>
            </a:solidFill>
            <a:ln w="6390" cap="flat">
              <a:noFill/>
              <a:prstDash val="solid"/>
              <a:miter/>
            </a:ln>
          </p:spPr>
          <p:txBody>
            <a:bodyPr rtlCol="0" anchor="ctr"/>
            <a:lstStyle/>
            <a:p>
              <a:endParaRPr lang="en-US"/>
            </a:p>
          </p:txBody>
        </p:sp>
        <p:sp>
          <p:nvSpPr>
            <p:cNvPr id="401" name="Graphic 4">
              <a:extLst>
                <a:ext uri="{FF2B5EF4-FFF2-40B4-BE49-F238E27FC236}">
                  <a16:creationId xmlns:a16="http://schemas.microsoft.com/office/drawing/2014/main" id="{DEC25AD4-C462-3F4E-B887-BA4CE070AE81}"/>
                </a:ext>
              </a:extLst>
            </p:cNvPr>
            <p:cNvSpPr/>
            <p:nvPr/>
          </p:nvSpPr>
          <p:spPr>
            <a:xfrm>
              <a:off x="5180960" y="3497308"/>
              <a:ext cx="89459" cy="62562"/>
            </a:xfrm>
            <a:custGeom>
              <a:avLst/>
              <a:gdLst>
                <a:gd name="connsiteX0" fmla="*/ 23004 w 89459"/>
                <a:gd name="connsiteY0" fmla="*/ 0 h 62562"/>
                <a:gd name="connsiteX1" fmla="*/ 0 w 89459"/>
                <a:gd name="connsiteY1" fmla="*/ 29366 h 62562"/>
                <a:gd name="connsiteX2" fmla="*/ 66456 w 89459"/>
                <a:gd name="connsiteY2" fmla="*/ 62563 h 62562"/>
                <a:gd name="connsiteX3" fmla="*/ 89459 w 89459"/>
                <a:gd name="connsiteY3" fmla="*/ 33835 h 62562"/>
              </a:gdLst>
              <a:ahLst/>
              <a:cxnLst>
                <a:cxn ang="0">
                  <a:pos x="connsiteX0" y="connsiteY0"/>
                </a:cxn>
                <a:cxn ang="0">
                  <a:pos x="connsiteX1" y="connsiteY1"/>
                </a:cxn>
                <a:cxn ang="0">
                  <a:pos x="connsiteX2" y="connsiteY2"/>
                </a:cxn>
                <a:cxn ang="0">
                  <a:pos x="connsiteX3" y="connsiteY3"/>
                </a:cxn>
              </a:cxnLst>
              <a:rect l="l" t="t" r="r" b="b"/>
              <a:pathLst>
                <a:path w="89459" h="62562">
                  <a:moveTo>
                    <a:pt x="23004" y="0"/>
                  </a:moveTo>
                  <a:lnTo>
                    <a:pt x="0" y="29366"/>
                  </a:lnTo>
                  <a:lnTo>
                    <a:pt x="66456" y="62563"/>
                  </a:lnTo>
                  <a:lnTo>
                    <a:pt x="89459" y="33835"/>
                  </a:lnTo>
                  <a:close/>
                </a:path>
              </a:pathLst>
            </a:custGeom>
            <a:solidFill>
              <a:srgbClr val="00ABAB"/>
            </a:solidFill>
            <a:ln w="6390" cap="flat">
              <a:noFill/>
              <a:prstDash val="solid"/>
              <a:miter/>
            </a:ln>
          </p:spPr>
          <p:txBody>
            <a:bodyPr rtlCol="0" anchor="ctr"/>
            <a:lstStyle/>
            <a:p>
              <a:endParaRPr lang="en-US"/>
            </a:p>
          </p:txBody>
        </p:sp>
        <p:sp>
          <p:nvSpPr>
            <p:cNvPr id="402" name="Graphic 4">
              <a:extLst>
                <a:ext uri="{FF2B5EF4-FFF2-40B4-BE49-F238E27FC236}">
                  <a16:creationId xmlns:a16="http://schemas.microsoft.com/office/drawing/2014/main" id="{A646B38E-13A8-7440-8FA3-B3C09C527BF1}"/>
                </a:ext>
              </a:extLst>
            </p:cNvPr>
            <p:cNvSpPr/>
            <p:nvPr/>
          </p:nvSpPr>
          <p:spPr>
            <a:xfrm>
              <a:off x="5290229" y="3497308"/>
              <a:ext cx="90097" cy="62562"/>
            </a:xfrm>
            <a:custGeom>
              <a:avLst/>
              <a:gdLst>
                <a:gd name="connsiteX0" fmla="*/ 0 w 90097"/>
                <a:gd name="connsiteY0" fmla="*/ 33835 h 62562"/>
                <a:gd name="connsiteX1" fmla="*/ 23004 w 90097"/>
                <a:gd name="connsiteY1" fmla="*/ 62563 h 62562"/>
                <a:gd name="connsiteX2" fmla="*/ 90098 w 90097"/>
                <a:gd name="connsiteY2" fmla="*/ 29366 h 62562"/>
                <a:gd name="connsiteX3" fmla="*/ 66455 w 90097"/>
                <a:gd name="connsiteY3" fmla="*/ 0 h 62562"/>
              </a:gdLst>
              <a:ahLst/>
              <a:cxnLst>
                <a:cxn ang="0">
                  <a:pos x="connsiteX0" y="connsiteY0"/>
                </a:cxn>
                <a:cxn ang="0">
                  <a:pos x="connsiteX1" y="connsiteY1"/>
                </a:cxn>
                <a:cxn ang="0">
                  <a:pos x="connsiteX2" y="connsiteY2"/>
                </a:cxn>
                <a:cxn ang="0">
                  <a:pos x="connsiteX3" y="connsiteY3"/>
                </a:cxn>
              </a:cxnLst>
              <a:rect l="l" t="t" r="r" b="b"/>
              <a:pathLst>
                <a:path w="90097" h="62562">
                  <a:moveTo>
                    <a:pt x="0" y="33835"/>
                  </a:moveTo>
                  <a:lnTo>
                    <a:pt x="23004" y="62563"/>
                  </a:lnTo>
                  <a:lnTo>
                    <a:pt x="90098" y="29366"/>
                  </a:lnTo>
                  <a:lnTo>
                    <a:pt x="66455" y="0"/>
                  </a:lnTo>
                  <a:close/>
                </a:path>
              </a:pathLst>
            </a:custGeom>
            <a:solidFill>
              <a:srgbClr val="00ABAB"/>
            </a:solidFill>
            <a:ln w="6390" cap="flat">
              <a:noFill/>
              <a:prstDash val="solid"/>
              <a:miter/>
            </a:ln>
          </p:spPr>
          <p:txBody>
            <a:bodyPr rtlCol="0" anchor="ctr"/>
            <a:lstStyle/>
            <a:p>
              <a:endParaRPr lang="en-US"/>
            </a:p>
          </p:txBody>
        </p:sp>
        <p:sp>
          <p:nvSpPr>
            <p:cNvPr id="403" name="Graphic 4">
              <a:extLst>
                <a:ext uri="{FF2B5EF4-FFF2-40B4-BE49-F238E27FC236}">
                  <a16:creationId xmlns:a16="http://schemas.microsoft.com/office/drawing/2014/main" id="{876F80C4-6A66-734F-B3BD-488E7882C928}"/>
                </a:ext>
              </a:extLst>
            </p:cNvPr>
            <p:cNvSpPr/>
            <p:nvPr/>
          </p:nvSpPr>
          <p:spPr>
            <a:xfrm>
              <a:off x="5290229" y="3419423"/>
              <a:ext cx="90097" cy="61924"/>
            </a:xfrm>
            <a:custGeom>
              <a:avLst/>
              <a:gdLst>
                <a:gd name="connsiteX0" fmla="*/ 0 w 90097"/>
                <a:gd name="connsiteY0" fmla="*/ 28728 h 61924"/>
                <a:gd name="connsiteX1" fmla="*/ 66455 w 90097"/>
                <a:gd name="connsiteY1" fmla="*/ 61925 h 61924"/>
                <a:gd name="connsiteX2" fmla="*/ 90098 w 90097"/>
                <a:gd name="connsiteY2" fmla="*/ 33197 h 61924"/>
                <a:gd name="connsiteX3" fmla="*/ 23004 w 90097"/>
                <a:gd name="connsiteY3" fmla="*/ 0 h 61924"/>
              </a:gdLst>
              <a:ahLst/>
              <a:cxnLst>
                <a:cxn ang="0">
                  <a:pos x="connsiteX0" y="connsiteY0"/>
                </a:cxn>
                <a:cxn ang="0">
                  <a:pos x="connsiteX1" y="connsiteY1"/>
                </a:cxn>
                <a:cxn ang="0">
                  <a:pos x="connsiteX2" y="connsiteY2"/>
                </a:cxn>
                <a:cxn ang="0">
                  <a:pos x="connsiteX3" y="connsiteY3"/>
                </a:cxn>
              </a:cxnLst>
              <a:rect l="l" t="t" r="r" b="b"/>
              <a:pathLst>
                <a:path w="90097" h="61924">
                  <a:moveTo>
                    <a:pt x="0" y="28728"/>
                  </a:moveTo>
                  <a:lnTo>
                    <a:pt x="66455" y="61925"/>
                  </a:lnTo>
                  <a:lnTo>
                    <a:pt x="90098" y="33197"/>
                  </a:lnTo>
                  <a:lnTo>
                    <a:pt x="23004" y="0"/>
                  </a:lnTo>
                  <a:close/>
                </a:path>
              </a:pathLst>
            </a:custGeom>
            <a:solidFill>
              <a:srgbClr val="00ABAB"/>
            </a:solidFill>
            <a:ln w="6390" cap="flat">
              <a:noFill/>
              <a:prstDash val="solid"/>
              <a:miter/>
            </a:ln>
          </p:spPr>
          <p:txBody>
            <a:bodyPr rtlCol="0" anchor="ctr"/>
            <a:lstStyle/>
            <a:p>
              <a:endParaRPr lang="en-US"/>
            </a:p>
          </p:txBody>
        </p:sp>
        <p:sp>
          <p:nvSpPr>
            <p:cNvPr id="404" name="Graphic 4">
              <a:extLst>
                <a:ext uri="{FF2B5EF4-FFF2-40B4-BE49-F238E27FC236}">
                  <a16:creationId xmlns:a16="http://schemas.microsoft.com/office/drawing/2014/main" id="{75A160C2-F88D-174B-9FA3-496F300E7AF9}"/>
                </a:ext>
              </a:extLst>
            </p:cNvPr>
            <p:cNvSpPr/>
            <p:nvPr/>
          </p:nvSpPr>
          <p:spPr>
            <a:xfrm>
              <a:off x="5099169" y="33396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95854 w 362309"/>
                <a:gd name="connsiteY7" fmla="*/ 185135 h 361971"/>
                <a:gd name="connsiteX8" fmla="*/ 294576 w 362309"/>
                <a:gd name="connsiteY8" fmla="*/ 194073 h 361971"/>
                <a:gd name="connsiteX9" fmla="*/ 293937 w 362309"/>
                <a:gd name="connsiteY9" fmla="*/ 194711 h 361971"/>
                <a:gd name="connsiteX10" fmla="*/ 266460 w 362309"/>
                <a:gd name="connsiteY10" fmla="*/ 208756 h 361971"/>
                <a:gd name="connsiteX11" fmla="*/ 266460 w 362309"/>
                <a:gd name="connsiteY11" fmla="*/ 251529 h 361971"/>
                <a:gd name="connsiteX12" fmla="*/ 266460 w 362309"/>
                <a:gd name="connsiteY12" fmla="*/ 252167 h 361971"/>
                <a:gd name="connsiteX13" fmla="*/ 266460 w 362309"/>
                <a:gd name="connsiteY13" fmla="*/ 253444 h 361971"/>
                <a:gd name="connsiteX14" fmla="*/ 265821 w 362309"/>
                <a:gd name="connsiteY14" fmla="*/ 254721 h 361971"/>
                <a:gd name="connsiteX15" fmla="*/ 265182 w 362309"/>
                <a:gd name="connsiteY15" fmla="*/ 255998 h 361971"/>
                <a:gd name="connsiteX16" fmla="*/ 263904 w 362309"/>
                <a:gd name="connsiteY16" fmla="*/ 256636 h 361971"/>
                <a:gd name="connsiteX17" fmla="*/ 263266 w 362309"/>
                <a:gd name="connsiteY17" fmla="*/ 257274 h 361971"/>
                <a:gd name="connsiteX18" fmla="*/ 184669 w 362309"/>
                <a:gd name="connsiteY18" fmla="*/ 296217 h 361971"/>
                <a:gd name="connsiteX19" fmla="*/ 184669 w 362309"/>
                <a:gd name="connsiteY19" fmla="*/ 296217 h 361971"/>
                <a:gd name="connsiteX20" fmla="*/ 184030 w 362309"/>
                <a:gd name="connsiteY20" fmla="*/ 296217 h 361971"/>
                <a:gd name="connsiteX21" fmla="*/ 182113 w 362309"/>
                <a:gd name="connsiteY21" fmla="*/ 296855 h 361971"/>
                <a:gd name="connsiteX22" fmla="*/ 182113 w 362309"/>
                <a:gd name="connsiteY22" fmla="*/ 296855 h 361971"/>
                <a:gd name="connsiteX23" fmla="*/ 178918 w 362309"/>
                <a:gd name="connsiteY23" fmla="*/ 296855 h 361971"/>
                <a:gd name="connsiteX24" fmla="*/ 178279 w 362309"/>
                <a:gd name="connsiteY24" fmla="*/ 296855 h 361971"/>
                <a:gd name="connsiteX25" fmla="*/ 178279 w 362309"/>
                <a:gd name="connsiteY25" fmla="*/ 296855 h 361971"/>
                <a:gd name="connsiteX26" fmla="*/ 99683 w 362309"/>
                <a:gd name="connsiteY26" fmla="*/ 257913 h 361971"/>
                <a:gd name="connsiteX27" fmla="*/ 99044 w 362309"/>
                <a:gd name="connsiteY27" fmla="*/ 257274 h 361971"/>
                <a:gd name="connsiteX28" fmla="*/ 97766 w 362309"/>
                <a:gd name="connsiteY28" fmla="*/ 256636 h 361971"/>
                <a:gd name="connsiteX29" fmla="*/ 97127 w 362309"/>
                <a:gd name="connsiteY29" fmla="*/ 255359 h 361971"/>
                <a:gd name="connsiteX30" fmla="*/ 96488 w 362309"/>
                <a:gd name="connsiteY30" fmla="*/ 254082 h 361971"/>
                <a:gd name="connsiteX31" fmla="*/ 96488 w 362309"/>
                <a:gd name="connsiteY31" fmla="*/ 252806 h 361971"/>
                <a:gd name="connsiteX32" fmla="*/ 96488 w 362309"/>
                <a:gd name="connsiteY32" fmla="*/ 252167 h 361971"/>
                <a:gd name="connsiteX33" fmla="*/ 96488 w 362309"/>
                <a:gd name="connsiteY33" fmla="*/ 209395 h 361971"/>
                <a:gd name="connsiteX34" fmla="*/ 68372 w 362309"/>
                <a:gd name="connsiteY34" fmla="*/ 195350 h 361971"/>
                <a:gd name="connsiteX35" fmla="*/ 67733 w 362309"/>
                <a:gd name="connsiteY35" fmla="*/ 195350 h 361971"/>
                <a:gd name="connsiteX36" fmla="*/ 67094 w 362309"/>
                <a:gd name="connsiteY36" fmla="*/ 194711 h 361971"/>
                <a:gd name="connsiteX37" fmla="*/ 66456 w 362309"/>
                <a:gd name="connsiteY37" fmla="*/ 194073 h 361971"/>
                <a:gd name="connsiteX38" fmla="*/ 65816 w 362309"/>
                <a:gd name="connsiteY38" fmla="*/ 192796 h 361971"/>
                <a:gd name="connsiteX39" fmla="*/ 65177 w 362309"/>
                <a:gd name="connsiteY39" fmla="*/ 191519 h 361971"/>
                <a:gd name="connsiteX40" fmla="*/ 64538 w 362309"/>
                <a:gd name="connsiteY40" fmla="*/ 190243 h 361971"/>
                <a:gd name="connsiteX41" fmla="*/ 64538 w 362309"/>
                <a:gd name="connsiteY41" fmla="*/ 188966 h 361971"/>
                <a:gd name="connsiteX42" fmla="*/ 64538 w 362309"/>
                <a:gd name="connsiteY42" fmla="*/ 187689 h 361971"/>
                <a:gd name="connsiteX43" fmla="*/ 65177 w 362309"/>
                <a:gd name="connsiteY43" fmla="*/ 186412 h 361971"/>
                <a:gd name="connsiteX44" fmla="*/ 65177 w 362309"/>
                <a:gd name="connsiteY44" fmla="*/ 185774 h 361971"/>
                <a:gd name="connsiteX45" fmla="*/ 65816 w 362309"/>
                <a:gd name="connsiteY45" fmla="*/ 185135 h 361971"/>
                <a:gd name="connsiteX46" fmla="*/ 65816 w 362309"/>
                <a:gd name="connsiteY46" fmla="*/ 184497 h 361971"/>
                <a:gd name="connsiteX47" fmla="*/ 93932 w 362309"/>
                <a:gd name="connsiteY47" fmla="*/ 149385 h 361971"/>
                <a:gd name="connsiteX48" fmla="*/ 65816 w 362309"/>
                <a:gd name="connsiteY48" fmla="*/ 114273 h 361971"/>
                <a:gd name="connsiteX49" fmla="*/ 64538 w 362309"/>
                <a:gd name="connsiteY49" fmla="*/ 109166 h 361971"/>
                <a:gd name="connsiteX50" fmla="*/ 67733 w 362309"/>
                <a:gd name="connsiteY50" fmla="*/ 104697 h 361971"/>
                <a:gd name="connsiteX51" fmla="*/ 146330 w 362309"/>
                <a:gd name="connsiteY51" fmla="*/ 65117 h 361971"/>
                <a:gd name="connsiteX52" fmla="*/ 153997 w 362309"/>
                <a:gd name="connsiteY52" fmla="*/ 67032 h 361971"/>
                <a:gd name="connsiteX53" fmla="*/ 180196 w 362309"/>
                <a:gd name="connsiteY53" fmla="*/ 100229 h 361971"/>
                <a:gd name="connsiteX54" fmla="*/ 206395 w 362309"/>
                <a:gd name="connsiteY54" fmla="*/ 67032 h 361971"/>
                <a:gd name="connsiteX55" fmla="*/ 214063 w 362309"/>
                <a:gd name="connsiteY55" fmla="*/ 65117 h 361971"/>
                <a:gd name="connsiteX56" fmla="*/ 293937 w 362309"/>
                <a:gd name="connsiteY56" fmla="*/ 105336 h 361971"/>
                <a:gd name="connsiteX57" fmla="*/ 297132 w 362309"/>
                <a:gd name="connsiteY57" fmla="*/ 109805 h 361971"/>
                <a:gd name="connsiteX58" fmla="*/ 295854 w 362309"/>
                <a:gd name="connsiteY58" fmla="*/ 114912 h 361971"/>
                <a:gd name="connsiteX59" fmla="*/ 267739 w 362309"/>
                <a:gd name="connsiteY59" fmla="*/ 150024 h 361971"/>
                <a:gd name="connsiteX60" fmla="*/ 295854 w 362309"/>
                <a:gd name="connsiteY60" fmla="*/ 18513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310" y="81077"/>
                    <a:pt x="281157" y="0"/>
                    <a:pt x="181474" y="0"/>
                  </a:cubicBezTo>
                  <a:cubicBezTo>
                    <a:pt x="181474" y="0"/>
                    <a:pt x="181474" y="0"/>
                    <a:pt x="181474" y="0"/>
                  </a:cubicBezTo>
                  <a:close/>
                  <a:moveTo>
                    <a:pt x="295854" y="185135"/>
                  </a:moveTo>
                  <a:cubicBezTo>
                    <a:pt x="297771" y="187689"/>
                    <a:pt x="297132" y="192158"/>
                    <a:pt x="294576" y="194073"/>
                  </a:cubicBezTo>
                  <a:cubicBezTo>
                    <a:pt x="294576" y="194073"/>
                    <a:pt x="293937" y="194073"/>
                    <a:pt x="293937" y="194711"/>
                  </a:cubicBezTo>
                  <a:lnTo>
                    <a:pt x="266460" y="208756"/>
                  </a:lnTo>
                  <a:lnTo>
                    <a:pt x="266460" y="251529"/>
                  </a:lnTo>
                  <a:cubicBezTo>
                    <a:pt x="266460" y="251529"/>
                    <a:pt x="266460" y="252167"/>
                    <a:pt x="266460" y="252167"/>
                  </a:cubicBezTo>
                  <a:cubicBezTo>
                    <a:pt x="266460" y="252806"/>
                    <a:pt x="266460" y="252806"/>
                    <a:pt x="266460" y="253444"/>
                  </a:cubicBezTo>
                  <a:cubicBezTo>
                    <a:pt x="266460" y="254082"/>
                    <a:pt x="265821" y="254082"/>
                    <a:pt x="265821" y="254721"/>
                  </a:cubicBezTo>
                  <a:cubicBezTo>
                    <a:pt x="265821" y="255359"/>
                    <a:pt x="265182" y="255359"/>
                    <a:pt x="265182" y="255998"/>
                  </a:cubicBezTo>
                  <a:cubicBezTo>
                    <a:pt x="264544" y="255998"/>
                    <a:pt x="264544" y="256636"/>
                    <a:pt x="263904" y="256636"/>
                  </a:cubicBezTo>
                  <a:cubicBezTo>
                    <a:pt x="263904" y="256636"/>
                    <a:pt x="263266" y="257274"/>
                    <a:pt x="263266" y="257274"/>
                  </a:cubicBezTo>
                  <a:lnTo>
                    <a:pt x="184669" y="296217"/>
                  </a:lnTo>
                  <a:lnTo>
                    <a:pt x="184669" y="296217"/>
                  </a:lnTo>
                  <a:lnTo>
                    <a:pt x="184030" y="296217"/>
                  </a:lnTo>
                  <a:cubicBezTo>
                    <a:pt x="183391" y="296217"/>
                    <a:pt x="182752" y="296855"/>
                    <a:pt x="182113" y="296855"/>
                  </a:cubicBezTo>
                  <a:lnTo>
                    <a:pt x="182113" y="296855"/>
                  </a:lnTo>
                  <a:cubicBezTo>
                    <a:pt x="180835" y="296855"/>
                    <a:pt x="180196" y="296855"/>
                    <a:pt x="178918" y="296855"/>
                  </a:cubicBezTo>
                  <a:lnTo>
                    <a:pt x="178279" y="296855"/>
                  </a:lnTo>
                  <a:lnTo>
                    <a:pt x="178279" y="296855"/>
                  </a:lnTo>
                  <a:lnTo>
                    <a:pt x="99683" y="257913"/>
                  </a:lnTo>
                  <a:cubicBezTo>
                    <a:pt x="99683" y="257913"/>
                    <a:pt x="99044" y="257274"/>
                    <a:pt x="99044" y="257274"/>
                  </a:cubicBezTo>
                  <a:cubicBezTo>
                    <a:pt x="98405" y="257274"/>
                    <a:pt x="98405" y="256636"/>
                    <a:pt x="97766" y="256636"/>
                  </a:cubicBezTo>
                  <a:lnTo>
                    <a:pt x="97127" y="255359"/>
                  </a:lnTo>
                  <a:cubicBezTo>
                    <a:pt x="97127" y="254721"/>
                    <a:pt x="96488" y="254721"/>
                    <a:pt x="96488" y="254082"/>
                  </a:cubicBezTo>
                  <a:cubicBezTo>
                    <a:pt x="96488" y="253444"/>
                    <a:pt x="96488" y="253444"/>
                    <a:pt x="96488" y="252806"/>
                  </a:cubicBezTo>
                  <a:cubicBezTo>
                    <a:pt x="96488" y="252806"/>
                    <a:pt x="96488" y="252167"/>
                    <a:pt x="96488" y="252167"/>
                  </a:cubicBezTo>
                  <a:lnTo>
                    <a:pt x="96488" y="209395"/>
                  </a:lnTo>
                  <a:lnTo>
                    <a:pt x="68372" y="195350"/>
                  </a:lnTo>
                  <a:cubicBezTo>
                    <a:pt x="68372" y="195350"/>
                    <a:pt x="68372" y="195350"/>
                    <a:pt x="67733" y="195350"/>
                  </a:cubicBezTo>
                  <a:lnTo>
                    <a:pt x="67094" y="194711"/>
                  </a:lnTo>
                  <a:lnTo>
                    <a:pt x="66456" y="194073"/>
                  </a:lnTo>
                  <a:cubicBezTo>
                    <a:pt x="65816" y="194073"/>
                    <a:pt x="65816" y="193435"/>
                    <a:pt x="65816" y="192796"/>
                  </a:cubicBezTo>
                  <a:lnTo>
                    <a:pt x="65177" y="191519"/>
                  </a:lnTo>
                  <a:cubicBezTo>
                    <a:pt x="65177" y="190881"/>
                    <a:pt x="65177" y="190881"/>
                    <a:pt x="64538" y="190243"/>
                  </a:cubicBezTo>
                  <a:cubicBezTo>
                    <a:pt x="64538" y="189604"/>
                    <a:pt x="64538" y="189604"/>
                    <a:pt x="64538" y="188966"/>
                  </a:cubicBezTo>
                  <a:cubicBezTo>
                    <a:pt x="64538" y="188327"/>
                    <a:pt x="64538" y="188327"/>
                    <a:pt x="64538" y="187689"/>
                  </a:cubicBezTo>
                  <a:cubicBezTo>
                    <a:pt x="64538" y="187051"/>
                    <a:pt x="64538" y="187051"/>
                    <a:pt x="65177" y="186412"/>
                  </a:cubicBezTo>
                  <a:cubicBezTo>
                    <a:pt x="65177" y="186412"/>
                    <a:pt x="65177" y="185774"/>
                    <a:pt x="65177" y="185774"/>
                  </a:cubicBezTo>
                  <a:lnTo>
                    <a:pt x="65816" y="185135"/>
                  </a:lnTo>
                  <a:cubicBezTo>
                    <a:pt x="65816" y="185135"/>
                    <a:pt x="65816" y="184497"/>
                    <a:pt x="65816" y="184497"/>
                  </a:cubicBezTo>
                  <a:lnTo>
                    <a:pt x="93932" y="149385"/>
                  </a:lnTo>
                  <a:lnTo>
                    <a:pt x="65816" y="114273"/>
                  </a:lnTo>
                  <a:cubicBezTo>
                    <a:pt x="64538" y="112997"/>
                    <a:pt x="63899" y="111081"/>
                    <a:pt x="64538" y="109166"/>
                  </a:cubicBezTo>
                  <a:cubicBezTo>
                    <a:pt x="65177" y="107251"/>
                    <a:pt x="66456" y="105974"/>
                    <a:pt x="67733" y="104697"/>
                  </a:cubicBezTo>
                  <a:lnTo>
                    <a:pt x="146330" y="65117"/>
                  </a:lnTo>
                  <a:cubicBezTo>
                    <a:pt x="148885" y="63840"/>
                    <a:pt x="152080" y="64478"/>
                    <a:pt x="153997" y="67032"/>
                  </a:cubicBezTo>
                  <a:lnTo>
                    <a:pt x="180196" y="100229"/>
                  </a:lnTo>
                  <a:lnTo>
                    <a:pt x="206395" y="67032"/>
                  </a:lnTo>
                  <a:cubicBezTo>
                    <a:pt x="208312" y="64478"/>
                    <a:pt x="211507" y="63840"/>
                    <a:pt x="214063" y="65117"/>
                  </a:cubicBezTo>
                  <a:lnTo>
                    <a:pt x="293937" y="105336"/>
                  </a:lnTo>
                  <a:cubicBezTo>
                    <a:pt x="295854" y="105974"/>
                    <a:pt x="297132" y="107889"/>
                    <a:pt x="297132" y="109805"/>
                  </a:cubicBezTo>
                  <a:cubicBezTo>
                    <a:pt x="297771" y="111720"/>
                    <a:pt x="297132" y="113635"/>
                    <a:pt x="295854" y="114912"/>
                  </a:cubicBezTo>
                  <a:lnTo>
                    <a:pt x="267739" y="150024"/>
                  </a:lnTo>
                  <a:lnTo>
                    <a:pt x="295854" y="185135"/>
                  </a:lnTo>
                  <a:close/>
                </a:path>
              </a:pathLst>
            </a:custGeom>
            <a:solidFill>
              <a:srgbClr val="00ABAB"/>
            </a:solidFill>
            <a:ln w="6390" cap="flat">
              <a:noFill/>
              <a:prstDash val="solid"/>
              <a:miter/>
            </a:ln>
          </p:spPr>
          <p:txBody>
            <a:bodyPr rtlCol="0" anchor="ctr"/>
            <a:lstStyle/>
            <a:p>
              <a:endParaRPr lang="en-US"/>
            </a:p>
          </p:txBody>
        </p:sp>
      </p:grpSp>
      <p:grpSp>
        <p:nvGrpSpPr>
          <p:cNvPr id="405" name="Graphic 4">
            <a:extLst>
              <a:ext uri="{FF2B5EF4-FFF2-40B4-BE49-F238E27FC236}">
                <a16:creationId xmlns:a16="http://schemas.microsoft.com/office/drawing/2014/main" id="{C1C83BA3-4A69-304D-B2DF-CB5B991AF658}"/>
              </a:ext>
            </a:extLst>
          </p:cNvPr>
          <p:cNvGrpSpPr>
            <a:grpSpLocks noChangeAspect="1"/>
          </p:cNvGrpSpPr>
          <p:nvPr/>
        </p:nvGrpSpPr>
        <p:grpSpPr>
          <a:xfrm>
            <a:off x="4045469" y="3339623"/>
            <a:ext cx="362309" cy="361971"/>
            <a:chOff x="4045469" y="3339623"/>
            <a:chExt cx="362309" cy="361971"/>
          </a:xfrm>
          <a:solidFill>
            <a:srgbClr val="00ABAB"/>
          </a:solidFill>
        </p:grpSpPr>
        <p:sp>
          <p:nvSpPr>
            <p:cNvPr id="406" name="Graphic 4">
              <a:extLst>
                <a:ext uri="{FF2B5EF4-FFF2-40B4-BE49-F238E27FC236}">
                  <a16:creationId xmlns:a16="http://schemas.microsoft.com/office/drawing/2014/main" id="{B9B40D6E-BAAA-8745-A217-6C199B8E0D6A}"/>
                </a:ext>
              </a:extLst>
            </p:cNvPr>
            <p:cNvSpPr/>
            <p:nvPr/>
          </p:nvSpPr>
          <p:spPr>
            <a:xfrm>
              <a:off x="4143874" y="3440490"/>
              <a:ext cx="167416" cy="153854"/>
            </a:xfrm>
            <a:custGeom>
              <a:avLst/>
              <a:gdLst>
                <a:gd name="connsiteX0" fmla="*/ 72845 w 167416"/>
                <a:gd name="connsiteY0" fmla="*/ 60648 h 153854"/>
                <a:gd name="connsiteX1" fmla="*/ 75401 w 167416"/>
                <a:gd name="connsiteY1" fmla="*/ 65755 h 153854"/>
                <a:gd name="connsiteX2" fmla="*/ 75401 w 167416"/>
                <a:gd name="connsiteY2" fmla="*/ 153854 h 153854"/>
                <a:gd name="connsiteX3" fmla="*/ 91376 w 167416"/>
                <a:gd name="connsiteY3" fmla="*/ 141724 h 153854"/>
                <a:gd name="connsiteX4" fmla="*/ 91376 w 167416"/>
                <a:gd name="connsiteY4" fmla="*/ 65755 h 153854"/>
                <a:gd name="connsiteX5" fmla="*/ 93932 w 167416"/>
                <a:gd name="connsiteY5" fmla="*/ 60648 h 153854"/>
                <a:gd name="connsiteX6" fmla="*/ 167416 w 167416"/>
                <a:gd name="connsiteY6" fmla="*/ 0 h 153854"/>
                <a:gd name="connsiteX7" fmla="*/ 0 w 167416"/>
                <a:gd name="connsiteY7" fmla="*/ 0 h 153854"/>
                <a:gd name="connsiteX8" fmla="*/ 72845 w 167416"/>
                <a:gd name="connsiteY8" fmla="*/ 60648 h 153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416" h="153854">
                  <a:moveTo>
                    <a:pt x="72845" y="60648"/>
                  </a:moveTo>
                  <a:cubicBezTo>
                    <a:pt x="74123" y="61925"/>
                    <a:pt x="75401" y="63840"/>
                    <a:pt x="75401" y="65755"/>
                  </a:cubicBezTo>
                  <a:lnTo>
                    <a:pt x="75401" y="153854"/>
                  </a:lnTo>
                  <a:lnTo>
                    <a:pt x="91376" y="141724"/>
                  </a:lnTo>
                  <a:lnTo>
                    <a:pt x="91376" y="65755"/>
                  </a:lnTo>
                  <a:cubicBezTo>
                    <a:pt x="91376" y="63840"/>
                    <a:pt x="92015" y="61925"/>
                    <a:pt x="93932" y="60648"/>
                  </a:cubicBezTo>
                  <a:lnTo>
                    <a:pt x="167416" y="0"/>
                  </a:lnTo>
                  <a:lnTo>
                    <a:pt x="0" y="0"/>
                  </a:lnTo>
                  <a:lnTo>
                    <a:pt x="72845" y="60648"/>
                  </a:lnTo>
                  <a:close/>
                </a:path>
              </a:pathLst>
            </a:custGeom>
            <a:solidFill>
              <a:srgbClr val="00ABAB"/>
            </a:solidFill>
            <a:ln w="6390" cap="flat">
              <a:noFill/>
              <a:prstDash val="solid"/>
              <a:miter/>
            </a:ln>
          </p:spPr>
          <p:txBody>
            <a:bodyPr rtlCol="0" anchor="ctr"/>
            <a:lstStyle/>
            <a:p>
              <a:endParaRPr lang="en-US"/>
            </a:p>
          </p:txBody>
        </p:sp>
        <p:sp>
          <p:nvSpPr>
            <p:cNvPr id="407" name="Graphic 4">
              <a:extLst>
                <a:ext uri="{FF2B5EF4-FFF2-40B4-BE49-F238E27FC236}">
                  <a16:creationId xmlns:a16="http://schemas.microsoft.com/office/drawing/2014/main" id="{F62B88DA-6CE4-D84B-A358-8FB99FC0DD2E}"/>
                </a:ext>
              </a:extLst>
            </p:cNvPr>
            <p:cNvSpPr/>
            <p:nvPr/>
          </p:nvSpPr>
          <p:spPr>
            <a:xfrm>
              <a:off x="4045469" y="33396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86908 w 362309"/>
                <a:gd name="connsiteY6" fmla="*/ 99590 h 361971"/>
                <a:gd name="connsiteX7" fmla="*/ 202561 w 362309"/>
                <a:gd name="connsiteY7" fmla="*/ 169814 h 361971"/>
                <a:gd name="connsiteX8" fmla="*/ 202561 w 362309"/>
                <a:gd name="connsiteY8" fmla="*/ 246422 h 361971"/>
                <a:gd name="connsiteX9" fmla="*/ 200005 w 362309"/>
                <a:gd name="connsiteY9" fmla="*/ 251529 h 361971"/>
                <a:gd name="connsiteX10" fmla="*/ 171251 w 362309"/>
                <a:gd name="connsiteY10" fmla="*/ 273234 h 361971"/>
                <a:gd name="connsiteX11" fmla="*/ 167416 w 362309"/>
                <a:gd name="connsiteY11" fmla="*/ 274511 h 361971"/>
                <a:gd name="connsiteX12" fmla="*/ 161027 w 362309"/>
                <a:gd name="connsiteY12" fmla="*/ 268127 h 361971"/>
                <a:gd name="connsiteX13" fmla="*/ 161027 w 362309"/>
                <a:gd name="connsiteY13" fmla="*/ 169814 h 361971"/>
                <a:gd name="connsiteX14" fmla="*/ 76679 w 362309"/>
                <a:gd name="connsiteY14" fmla="*/ 99590 h 361971"/>
                <a:gd name="connsiteX15" fmla="*/ 76040 w 362309"/>
                <a:gd name="connsiteY15" fmla="*/ 90653 h 361971"/>
                <a:gd name="connsiteX16" fmla="*/ 81152 w 362309"/>
                <a:gd name="connsiteY16" fmla="*/ 88099 h 361971"/>
                <a:gd name="connsiteX17" fmla="*/ 283713 w 362309"/>
                <a:gd name="connsiteY17" fmla="*/ 88099 h 361971"/>
                <a:gd name="connsiteX18" fmla="*/ 290103 w 362309"/>
                <a:gd name="connsiteY18" fmla="*/ 94483 h 361971"/>
                <a:gd name="connsiteX19" fmla="*/ 286908 w 362309"/>
                <a:gd name="connsiteY19" fmla="*/ 99590 h 361971"/>
                <a:gd name="connsiteX20" fmla="*/ 286908 w 362309"/>
                <a:gd name="connsiteY20" fmla="*/ 9959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310" y="81077"/>
                    <a:pt x="281796" y="0"/>
                    <a:pt x="181474" y="0"/>
                  </a:cubicBezTo>
                  <a:close/>
                  <a:moveTo>
                    <a:pt x="286908" y="99590"/>
                  </a:moveTo>
                  <a:lnTo>
                    <a:pt x="202561" y="169814"/>
                  </a:lnTo>
                  <a:lnTo>
                    <a:pt x="202561" y="246422"/>
                  </a:lnTo>
                  <a:cubicBezTo>
                    <a:pt x="202561" y="248337"/>
                    <a:pt x="201922" y="250252"/>
                    <a:pt x="200005" y="251529"/>
                  </a:cubicBezTo>
                  <a:lnTo>
                    <a:pt x="171251" y="273234"/>
                  </a:lnTo>
                  <a:cubicBezTo>
                    <a:pt x="169973" y="273873"/>
                    <a:pt x="168695" y="274511"/>
                    <a:pt x="167416" y="274511"/>
                  </a:cubicBezTo>
                  <a:cubicBezTo>
                    <a:pt x="163583" y="274511"/>
                    <a:pt x="161027" y="271958"/>
                    <a:pt x="161027" y="268127"/>
                  </a:cubicBezTo>
                  <a:lnTo>
                    <a:pt x="161027" y="169814"/>
                  </a:lnTo>
                  <a:lnTo>
                    <a:pt x="76679" y="99590"/>
                  </a:lnTo>
                  <a:cubicBezTo>
                    <a:pt x="74124" y="97037"/>
                    <a:pt x="73484" y="93206"/>
                    <a:pt x="76040" y="90653"/>
                  </a:cubicBezTo>
                  <a:cubicBezTo>
                    <a:pt x="77318" y="89376"/>
                    <a:pt x="79235" y="88099"/>
                    <a:pt x="81152" y="88099"/>
                  </a:cubicBezTo>
                  <a:lnTo>
                    <a:pt x="283713" y="88099"/>
                  </a:lnTo>
                  <a:cubicBezTo>
                    <a:pt x="287547" y="88099"/>
                    <a:pt x="290103" y="90653"/>
                    <a:pt x="290103" y="94483"/>
                  </a:cubicBezTo>
                  <a:cubicBezTo>
                    <a:pt x="289464" y="96398"/>
                    <a:pt x="288186" y="98313"/>
                    <a:pt x="286908" y="99590"/>
                  </a:cubicBezTo>
                  <a:lnTo>
                    <a:pt x="286908" y="99590"/>
                  </a:lnTo>
                  <a:close/>
                </a:path>
              </a:pathLst>
            </a:custGeom>
            <a:solidFill>
              <a:srgbClr val="00ABAB"/>
            </a:solidFill>
            <a:ln w="6390" cap="flat">
              <a:noFill/>
              <a:prstDash val="solid"/>
              <a:miter/>
            </a:ln>
          </p:spPr>
          <p:txBody>
            <a:bodyPr rtlCol="0" anchor="ctr"/>
            <a:lstStyle/>
            <a:p>
              <a:endParaRPr lang="en-US"/>
            </a:p>
          </p:txBody>
        </p:sp>
      </p:grpSp>
      <p:grpSp>
        <p:nvGrpSpPr>
          <p:cNvPr id="408" name="Graphic 4">
            <a:extLst>
              <a:ext uri="{FF2B5EF4-FFF2-40B4-BE49-F238E27FC236}">
                <a16:creationId xmlns:a16="http://schemas.microsoft.com/office/drawing/2014/main" id="{F7D80AEC-F397-8741-8B97-57211C58C07F}"/>
              </a:ext>
            </a:extLst>
          </p:cNvPr>
          <p:cNvGrpSpPr>
            <a:grpSpLocks noChangeAspect="1"/>
          </p:cNvGrpSpPr>
          <p:nvPr/>
        </p:nvGrpSpPr>
        <p:grpSpPr>
          <a:xfrm>
            <a:off x="4660820" y="1873861"/>
            <a:ext cx="362312" cy="361971"/>
            <a:chOff x="4660820" y="1873861"/>
            <a:chExt cx="362312" cy="361971"/>
          </a:xfrm>
          <a:solidFill>
            <a:srgbClr val="00ABAB"/>
          </a:solidFill>
        </p:grpSpPr>
        <p:sp>
          <p:nvSpPr>
            <p:cNvPr id="409" name="Graphic 4">
              <a:extLst>
                <a:ext uri="{FF2B5EF4-FFF2-40B4-BE49-F238E27FC236}">
                  <a16:creationId xmlns:a16="http://schemas.microsoft.com/office/drawing/2014/main" id="{04F05DCA-A57A-5842-9558-DC2CE6CF27F9}"/>
                </a:ext>
              </a:extLst>
            </p:cNvPr>
            <p:cNvSpPr/>
            <p:nvPr/>
          </p:nvSpPr>
          <p:spPr>
            <a:xfrm>
              <a:off x="4660820" y="1873861"/>
              <a:ext cx="362312" cy="361971"/>
            </a:xfrm>
            <a:custGeom>
              <a:avLst/>
              <a:gdLst>
                <a:gd name="connsiteX0" fmla="*/ 181474 w 362312"/>
                <a:gd name="connsiteY0" fmla="*/ 349204 h 361971"/>
                <a:gd name="connsiteX1" fmla="*/ 12780 w 362312"/>
                <a:gd name="connsiteY1" fmla="*/ 181305 h 361971"/>
                <a:gd name="connsiteX2" fmla="*/ 180835 w 362312"/>
                <a:gd name="connsiteY2" fmla="*/ 12768 h 361971"/>
                <a:gd name="connsiteX3" fmla="*/ 349529 w 362312"/>
                <a:gd name="connsiteY3" fmla="*/ 180667 h 361971"/>
                <a:gd name="connsiteX4" fmla="*/ 349529 w 362312"/>
                <a:gd name="connsiteY4" fmla="*/ 180667 h 361971"/>
                <a:gd name="connsiteX5" fmla="*/ 181474 w 362312"/>
                <a:gd name="connsiteY5" fmla="*/ 349204 h 361971"/>
                <a:gd name="connsiteX6" fmla="*/ 181474 w 362312"/>
                <a:gd name="connsiteY6" fmla="*/ 0 h 361971"/>
                <a:gd name="connsiteX7" fmla="*/ 0 w 362312"/>
                <a:gd name="connsiteY7" fmla="*/ 180667 h 361971"/>
                <a:gd name="connsiteX8" fmla="*/ 180835 w 362312"/>
                <a:gd name="connsiteY8" fmla="*/ 361972 h 361971"/>
                <a:gd name="connsiteX9" fmla="*/ 362309 w 362312"/>
                <a:gd name="connsiteY9" fmla="*/ 181305 h 361971"/>
                <a:gd name="connsiteX10" fmla="*/ 362309 w 362312"/>
                <a:gd name="connsiteY10" fmla="*/ 181305 h 361971"/>
                <a:gd name="connsiteX11" fmla="*/ 181474 w 362312"/>
                <a:gd name="connsiteY11" fmla="*/ 0 h 361971"/>
                <a:gd name="connsiteX12" fmla="*/ 181474 w 362312"/>
                <a:gd name="connsiteY12"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ubicBezTo>
                    <a:pt x="181474" y="0"/>
                    <a:pt x="181474" y="0"/>
                    <a:pt x="181474" y="0"/>
                  </a:cubicBezTo>
                </a:path>
              </a:pathLst>
            </a:custGeom>
            <a:solidFill>
              <a:srgbClr val="00ABAB"/>
            </a:solidFill>
            <a:ln w="6390" cap="flat">
              <a:noFill/>
              <a:prstDash val="solid"/>
              <a:miter/>
            </a:ln>
          </p:spPr>
          <p:txBody>
            <a:bodyPr rtlCol="0" anchor="ctr"/>
            <a:lstStyle/>
            <a:p>
              <a:endParaRPr lang="en-US"/>
            </a:p>
          </p:txBody>
        </p:sp>
        <p:sp>
          <p:nvSpPr>
            <p:cNvPr id="410" name="Graphic 4">
              <a:extLst>
                <a:ext uri="{FF2B5EF4-FFF2-40B4-BE49-F238E27FC236}">
                  <a16:creationId xmlns:a16="http://schemas.microsoft.com/office/drawing/2014/main" id="{2BA9F6EC-1EF9-E040-B2A4-3C2AD1237D35}"/>
                </a:ext>
              </a:extLst>
            </p:cNvPr>
            <p:cNvSpPr/>
            <p:nvPr/>
          </p:nvSpPr>
          <p:spPr>
            <a:xfrm>
              <a:off x="4744528" y="1957491"/>
              <a:ext cx="81152" cy="81076"/>
            </a:xfrm>
            <a:custGeom>
              <a:avLst/>
              <a:gdLst>
                <a:gd name="connsiteX0" fmla="*/ 68372 w 81152"/>
                <a:gd name="connsiteY0" fmla="*/ 68309 h 81076"/>
                <a:gd name="connsiteX1" fmla="*/ 12780 w 81152"/>
                <a:gd name="connsiteY1" fmla="*/ 68309 h 81076"/>
                <a:gd name="connsiteX2" fmla="*/ 12780 w 81152"/>
                <a:gd name="connsiteY2" fmla="*/ 12768 h 81076"/>
                <a:gd name="connsiteX3" fmla="*/ 68372 w 81152"/>
                <a:gd name="connsiteY3" fmla="*/ 12768 h 81076"/>
                <a:gd name="connsiteX4" fmla="*/ 68372 w 81152"/>
                <a:gd name="connsiteY4" fmla="*/ 68309 h 81076"/>
                <a:gd name="connsiteX5" fmla="*/ 74762 w 81152"/>
                <a:gd name="connsiteY5" fmla="*/ 0 h 81076"/>
                <a:gd name="connsiteX6" fmla="*/ 6390 w 81152"/>
                <a:gd name="connsiteY6" fmla="*/ 0 h 81076"/>
                <a:gd name="connsiteX7" fmla="*/ 0 w 81152"/>
                <a:gd name="connsiteY7" fmla="*/ 6384 h 81076"/>
                <a:gd name="connsiteX8" fmla="*/ 0 w 81152"/>
                <a:gd name="connsiteY8" fmla="*/ 74693 h 81076"/>
                <a:gd name="connsiteX9" fmla="*/ 6390 w 81152"/>
                <a:gd name="connsiteY9" fmla="*/ 81077 h 81076"/>
                <a:gd name="connsiteX10" fmla="*/ 74762 w 81152"/>
                <a:gd name="connsiteY10" fmla="*/ 81077 h 81076"/>
                <a:gd name="connsiteX11" fmla="*/ 81152 w 81152"/>
                <a:gd name="connsiteY11" fmla="*/ 74693 h 81076"/>
                <a:gd name="connsiteX12" fmla="*/ 81152 w 81152"/>
                <a:gd name="connsiteY12" fmla="*/ 6384 h 81076"/>
                <a:gd name="connsiteX13" fmla="*/ 74762 w 81152"/>
                <a:gd name="connsiteY13" fmla="*/ 0 h 81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152" h="81076">
                  <a:moveTo>
                    <a:pt x="68372" y="68309"/>
                  </a:moveTo>
                  <a:lnTo>
                    <a:pt x="12780" y="68309"/>
                  </a:lnTo>
                  <a:lnTo>
                    <a:pt x="12780" y="12768"/>
                  </a:lnTo>
                  <a:lnTo>
                    <a:pt x="68372" y="12768"/>
                  </a:lnTo>
                  <a:lnTo>
                    <a:pt x="68372" y="68309"/>
                  </a:lnTo>
                  <a:close/>
                  <a:moveTo>
                    <a:pt x="74762" y="0"/>
                  </a:moveTo>
                  <a:lnTo>
                    <a:pt x="6390" y="0"/>
                  </a:lnTo>
                  <a:cubicBezTo>
                    <a:pt x="2556" y="0"/>
                    <a:pt x="0" y="2554"/>
                    <a:pt x="0" y="6384"/>
                  </a:cubicBezTo>
                  <a:lnTo>
                    <a:pt x="0" y="74693"/>
                  </a:lnTo>
                  <a:cubicBezTo>
                    <a:pt x="0" y="78523"/>
                    <a:pt x="2556" y="81077"/>
                    <a:pt x="6390" y="81077"/>
                  </a:cubicBezTo>
                  <a:lnTo>
                    <a:pt x="74762" y="81077"/>
                  </a:lnTo>
                  <a:cubicBezTo>
                    <a:pt x="78596" y="81077"/>
                    <a:pt x="81152" y="78523"/>
                    <a:pt x="81152" y="74693"/>
                  </a:cubicBezTo>
                  <a:lnTo>
                    <a:pt x="81152" y="6384"/>
                  </a:lnTo>
                  <a:cubicBezTo>
                    <a:pt x="81152" y="2554"/>
                    <a:pt x="78596" y="0"/>
                    <a:pt x="74762" y="0"/>
                  </a:cubicBezTo>
                </a:path>
              </a:pathLst>
            </a:custGeom>
            <a:solidFill>
              <a:srgbClr val="00ABAB"/>
            </a:solidFill>
            <a:ln w="6390" cap="flat">
              <a:noFill/>
              <a:prstDash val="solid"/>
              <a:miter/>
            </a:ln>
          </p:spPr>
          <p:txBody>
            <a:bodyPr rtlCol="0" anchor="ctr"/>
            <a:lstStyle/>
            <a:p>
              <a:endParaRPr lang="en-US"/>
            </a:p>
          </p:txBody>
        </p:sp>
        <p:sp>
          <p:nvSpPr>
            <p:cNvPr id="411" name="Graphic 4">
              <a:extLst>
                <a:ext uri="{FF2B5EF4-FFF2-40B4-BE49-F238E27FC236}">
                  <a16:creationId xmlns:a16="http://schemas.microsoft.com/office/drawing/2014/main" id="{DE2836E8-0F77-FB49-BDAB-6572EBDE14A4}"/>
                </a:ext>
              </a:extLst>
            </p:cNvPr>
            <p:cNvSpPr/>
            <p:nvPr/>
          </p:nvSpPr>
          <p:spPr>
            <a:xfrm>
              <a:off x="4858908" y="1957491"/>
              <a:ext cx="81151" cy="81076"/>
            </a:xfrm>
            <a:custGeom>
              <a:avLst/>
              <a:gdLst>
                <a:gd name="connsiteX0" fmla="*/ 68372 w 81151"/>
                <a:gd name="connsiteY0" fmla="*/ 68309 h 81076"/>
                <a:gd name="connsiteX1" fmla="*/ 12780 w 81151"/>
                <a:gd name="connsiteY1" fmla="*/ 68309 h 81076"/>
                <a:gd name="connsiteX2" fmla="*/ 12780 w 81151"/>
                <a:gd name="connsiteY2" fmla="*/ 12768 h 81076"/>
                <a:gd name="connsiteX3" fmla="*/ 68372 w 81151"/>
                <a:gd name="connsiteY3" fmla="*/ 12768 h 81076"/>
                <a:gd name="connsiteX4" fmla="*/ 68372 w 81151"/>
                <a:gd name="connsiteY4" fmla="*/ 68309 h 81076"/>
                <a:gd name="connsiteX5" fmla="*/ 74762 w 81151"/>
                <a:gd name="connsiteY5" fmla="*/ 0 h 81076"/>
                <a:gd name="connsiteX6" fmla="*/ 6390 w 81151"/>
                <a:gd name="connsiteY6" fmla="*/ 0 h 81076"/>
                <a:gd name="connsiteX7" fmla="*/ 0 w 81151"/>
                <a:gd name="connsiteY7" fmla="*/ 6384 h 81076"/>
                <a:gd name="connsiteX8" fmla="*/ 0 w 81151"/>
                <a:gd name="connsiteY8" fmla="*/ 74693 h 81076"/>
                <a:gd name="connsiteX9" fmla="*/ 6390 w 81151"/>
                <a:gd name="connsiteY9" fmla="*/ 81077 h 81076"/>
                <a:gd name="connsiteX10" fmla="*/ 74762 w 81151"/>
                <a:gd name="connsiteY10" fmla="*/ 81077 h 81076"/>
                <a:gd name="connsiteX11" fmla="*/ 81152 w 81151"/>
                <a:gd name="connsiteY11" fmla="*/ 74693 h 81076"/>
                <a:gd name="connsiteX12" fmla="*/ 81152 w 81151"/>
                <a:gd name="connsiteY12" fmla="*/ 6384 h 81076"/>
                <a:gd name="connsiteX13" fmla="*/ 74762 w 81151"/>
                <a:gd name="connsiteY13" fmla="*/ 0 h 81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151" h="81076">
                  <a:moveTo>
                    <a:pt x="68372" y="68309"/>
                  </a:moveTo>
                  <a:lnTo>
                    <a:pt x="12780" y="68309"/>
                  </a:lnTo>
                  <a:lnTo>
                    <a:pt x="12780" y="12768"/>
                  </a:lnTo>
                  <a:lnTo>
                    <a:pt x="68372" y="12768"/>
                  </a:lnTo>
                  <a:lnTo>
                    <a:pt x="68372" y="68309"/>
                  </a:lnTo>
                  <a:close/>
                  <a:moveTo>
                    <a:pt x="74762" y="0"/>
                  </a:moveTo>
                  <a:lnTo>
                    <a:pt x="6390" y="0"/>
                  </a:lnTo>
                  <a:cubicBezTo>
                    <a:pt x="2556" y="0"/>
                    <a:pt x="0" y="2554"/>
                    <a:pt x="0" y="6384"/>
                  </a:cubicBezTo>
                  <a:lnTo>
                    <a:pt x="0" y="74693"/>
                  </a:lnTo>
                  <a:cubicBezTo>
                    <a:pt x="0" y="78523"/>
                    <a:pt x="2556" y="81077"/>
                    <a:pt x="6390" y="81077"/>
                  </a:cubicBezTo>
                  <a:lnTo>
                    <a:pt x="74762" y="81077"/>
                  </a:lnTo>
                  <a:cubicBezTo>
                    <a:pt x="78596" y="81077"/>
                    <a:pt x="81152" y="78523"/>
                    <a:pt x="81152" y="74693"/>
                  </a:cubicBezTo>
                  <a:lnTo>
                    <a:pt x="81152" y="6384"/>
                  </a:lnTo>
                  <a:cubicBezTo>
                    <a:pt x="81152" y="2554"/>
                    <a:pt x="77957" y="0"/>
                    <a:pt x="74762" y="0"/>
                  </a:cubicBezTo>
                </a:path>
              </a:pathLst>
            </a:custGeom>
            <a:solidFill>
              <a:srgbClr val="00ABAB"/>
            </a:solidFill>
            <a:ln w="6390" cap="flat">
              <a:noFill/>
              <a:prstDash val="solid"/>
              <a:miter/>
            </a:ln>
          </p:spPr>
          <p:txBody>
            <a:bodyPr rtlCol="0" anchor="ctr"/>
            <a:lstStyle/>
            <a:p>
              <a:endParaRPr lang="en-US"/>
            </a:p>
          </p:txBody>
        </p:sp>
        <p:sp>
          <p:nvSpPr>
            <p:cNvPr id="412" name="Graphic 4">
              <a:extLst>
                <a:ext uri="{FF2B5EF4-FFF2-40B4-BE49-F238E27FC236}">
                  <a16:creationId xmlns:a16="http://schemas.microsoft.com/office/drawing/2014/main" id="{B48A6166-93EB-5A41-B837-94CBDCD07D26}"/>
                </a:ext>
              </a:extLst>
            </p:cNvPr>
            <p:cNvSpPr/>
            <p:nvPr/>
          </p:nvSpPr>
          <p:spPr>
            <a:xfrm>
              <a:off x="4744528" y="2071126"/>
              <a:ext cx="81152" cy="81076"/>
            </a:xfrm>
            <a:custGeom>
              <a:avLst/>
              <a:gdLst>
                <a:gd name="connsiteX0" fmla="*/ 68372 w 81152"/>
                <a:gd name="connsiteY0" fmla="*/ 68309 h 81076"/>
                <a:gd name="connsiteX1" fmla="*/ 12780 w 81152"/>
                <a:gd name="connsiteY1" fmla="*/ 68309 h 81076"/>
                <a:gd name="connsiteX2" fmla="*/ 12780 w 81152"/>
                <a:gd name="connsiteY2" fmla="*/ 12768 h 81076"/>
                <a:gd name="connsiteX3" fmla="*/ 68372 w 81152"/>
                <a:gd name="connsiteY3" fmla="*/ 12768 h 81076"/>
                <a:gd name="connsiteX4" fmla="*/ 68372 w 81152"/>
                <a:gd name="connsiteY4" fmla="*/ 68309 h 81076"/>
                <a:gd name="connsiteX5" fmla="*/ 74762 w 81152"/>
                <a:gd name="connsiteY5" fmla="*/ 0 h 81076"/>
                <a:gd name="connsiteX6" fmla="*/ 6390 w 81152"/>
                <a:gd name="connsiteY6" fmla="*/ 0 h 81076"/>
                <a:gd name="connsiteX7" fmla="*/ 0 w 81152"/>
                <a:gd name="connsiteY7" fmla="*/ 6384 h 81076"/>
                <a:gd name="connsiteX8" fmla="*/ 0 w 81152"/>
                <a:gd name="connsiteY8" fmla="*/ 74693 h 81076"/>
                <a:gd name="connsiteX9" fmla="*/ 6390 w 81152"/>
                <a:gd name="connsiteY9" fmla="*/ 81077 h 81076"/>
                <a:gd name="connsiteX10" fmla="*/ 74762 w 81152"/>
                <a:gd name="connsiteY10" fmla="*/ 81077 h 81076"/>
                <a:gd name="connsiteX11" fmla="*/ 81152 w 81152"/>
                <a:gd name="connsiteY11" fmla="*/ 74693 h 81076"/>
                <a:gd name="connsiteX12" fmla="*/ 81152 w 81152"/>
                <a:gd name="connsiteY12" fmla="*/ 6384 h 81076"/>
                <a:gd name="connsiteX13" fmla="*/ 74762 w 81152"/>
                <a:gd name="connsiteY13" fmla="*/ 0 h 81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152" h="81076">
                  <a:moveTo>
                    <a:pt x="68372" y="68309"/>
                  </a:moveTo>
                  <a:lnTo>
                    <a:pt x="12780" y="68309"/>
                  </a:lnTo>
                  <a:lnTo>
                    <a:pt x="12780" y="12768"/>
                  </a:lnTo>
                  <a:lnTo>
                    <a:pt x="68372" y="12768"/>
                  </a:lnTo>
                  <a:lnTo>
                    <a:pt x="68372" y="68309"/>
                  </a:lnTo>
                  <a:close/>
                  <a:moveTo>
                    <a:pt x="74762" y="0"/>
                  </a:moveTo>
                  <a:lnTo>
                    <a:pt x="6390" y="0"/>
                  </a:lnTo>
                  <a:cubicBezTo>
                    <a:pt x="2556" y="0"/>
                    <a:pt x="0" y="2554"/>
                    <a:pt x="0" y="6384"/>
                  </a:cubicBezTo>
                  <a:lnTo>
                    <a:pt x="0" y="74693"/>
                  </a:lnTo>
                  <a:cubicBezTo>
                    <a:pt x="0" y="78523"/>
                    <a:pt x="2556" y="81077"/>
                    <a:pt x="6390" y="81077"/>
                  </a:cubicBezTo>
                  <a:lnTo>
                    <a:pt x="74762" y="81077"/>
                  </a:lnTo>
                  <a:cubicBezTo>
                    <a:pt x="78596" y="81077"/>
                    <a:pt x="81152" y="78523"/>
                    <a:pt x="81152" y="74693"/>
                  </a:cubicBezTo>
                  <a:lnTo>
                    <a:pt x="81152" y="6384"/>
                  </a:lnTo>
                  <a:cubicBezTo>
                    <a:pt x="81152" y="3192"/>
                    <a:pt x="78596" y="0"/>
                    <a:pt x="74762" y="0"/>
                  </a:cubicBezTo>
                </a:path>
              </a:pathLst>
            </a:custGeom>
            <a:solidFill>
              <a:srgbClr val="00ABAB"/>
            </a:solidFill>
            <a:ln w="6390" cap="flat">
              <a:noFill/>
              <a:prstDash val="solid"/>
              <a:miter/>
            </a:ln>
          </p:spPr>
          <p:txBody>
            <a:bodyPr rtlCol="0" anchor="ctr"/>
            <a:lstStyle/>
            <a:p>
              <a:endParaRPr lang="en-US"/>
            </a:p>
          </p:txBody>
        </p:sp>
        <p:sp>
          <p:nvSpPr>
            <p:cNvPr id="413" name="Graphic 4">
              <a:extLst>
                <a:ext uri="{FF2B5EF4-FFF2-40B4-BE49-F238E27FC236}">
                  <a16:creationId xmlns:a16="http://schemas.microsoft.com/office/drawing/2014/main" id="{3ABBCB79-7443-524E-8EA6-00639CE532C2}"/>
                </a:ext>
              </a:extLst>
            </p:cNvPr>
            <p:cNvSpPr/>
            <p:nvPr/>
          </p:nvSpPr>
          <p:spPr>
            <a:xfrm>
              <a:off x="4858908" y="2071126"/>
              <a:ext cx="81151" cy="81076"/>
            </a:xfrm>
            <a:custGeom>
              <a:avLst/>
              <a:gdLst>
                <a:gd name="connsiteX0" fmla="*/ 68372 w 81151"/>
                <a:gd name="connsiteY0" fmla="*/ 68309 h 81076"/>
                <a:gd name="connsiteX1" fmla="*/ 12780 w 81151"/>
                <a:gd name="connsiteY1" fmla="*/ 68309 h 81076"/>
                <a:gd name="connsiteX2" fmla="*/ 12780 w 81151"/>
                <a:gd name="connsiteY2" fmla="*/ 12768 h 81076"/>
                <a:gd name="connsiteX3" fmla="*/ 68372 w 81151"/>
                <a:gd name="connsiteY3" fmla="*/ 12768 h 81076"/>
                <a:gd name="connsiteX4" fmla="*/ 68372 w 81151"/>
                <a:gd name="connsiteY4" fmla="*/ 68309 h 81076"/>
                <a:gd name="connsiteX5" fmla="*/ 74762 w 81151"/>
                <a:gd name="connsiteY5" fmla="*/ 0 h 81076"/>
                <a:gd name="connsiteX6" fmla="*/ 6390 w 81151"/>
                <a:gd name="connsiteY6" fmla="*/ 0 h 81076"/>
                <a:gd name="connsiteX7" fmla="*/ 0 w 81151"/>
                <a:gd name="connsiteY7" fmla="*/ 6384 h 81076"/>
                <a:gd name="connsiteX8" fmla="*/ 0 w 81151"/>
                <a:gd name="connsiteY8" fmla="*/ 74693 h 81076"/>
                <a:gd name="connsiteX9" fmla="*/ 6390 w 81151"/>
                <a:gd name="connsiteY9" fmla="*/ 81077 h 81076"/>
                <a:gd name="connsiteX10" fmla="*/ 74762 w 81151"/>
                <a:gd name="connsiteY10" fmla="*/ 81077 h 81076"/>
                <a:gd name="connsiteX11" fmla="*/ 81152 w 81151"/>
                <a:gd name="connsiteY11" fmla="*/ 74693 h 81076"/>
                <a:gd name="connsiteX12" fmla="*/ 81152 w 81151"/>
                <a:gd name="connsiteY12" fmla="*/ 6384 h 81076"/>
                <a:gd name="connsiteX13" fmla="*/ 74762 w 81151"/>
                <a:gd name="connsiteY13" fmla="*/ 0 h 81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151" h="81076">
                  <a:moveTo>
                    <a:pt x="68372" y="68309"/>
                  </a:moveTo>
                  <a:lnTo>
                    <a:pt x="12780" y="68309"/>
                  </a:lnTo>
                  <a:lnTo>
                    <a:pt x="12780" y="12768"/>
                  </a:lnTo>
                  <a:lnTo>
                    <a:pt x="68372" y="12768"/>
                  </a:lnTo>
                  <a:lnTo>
                    <a:pt x="68372" y="68309"/>
                  </a:lnTo>
                  <a:close/>
                  <a:moveTo>
                    <a:pt x="74762" y="0"/>
                  </a:moveTo>
                  <a:lnTo>
                    <a:pt x="6390" y="0"/>
                  </a:lnTo>
                  <a:cubicBezTo>
                    <a:pt x="2556" y="0"/>
                    <a:pt x="0" y="2554"/>
                    <a:pt x="0" y="6384"/>
                  </a:cubicBezTo>
                  <a:lnTo>
                    <a:pt x="0" y="74693"/>
                  </a:lnTo>
                  <a:cubicBezTo>
                    <a:pt x="0" y="78523"/>
                    <a:pt x="2556" y="81077"/>
                    <a:pt x="6390" y="81077"/>
                  </a:cubicBezTo>
                  <a:lnTo>
                    <a:pt x="74762" y="81077"/>
                  </a:lnTo>
                  <a:cubicBezTo>
                    <a:pt x="78596" y="81077"/>
                    <a:pt x="81152" y="78523"/>
                    <a:pt x="81152" y="74693"/>
                  </a:cubicBezTo>
                  <a:lnTo>
                    <a:pt x="81152" y="6384"/>
                  </a:lnTo>
                  <a:cubicBezTo>
                    <a:pt x="81152" y="3192"/>
                    <a:pt x="77957" y="0"/>
                    <a:pt x="74762" y="0"/>
                  </a:cubicBezTo>
                </a:path>
              </a:pathLst>
            </a:custGeom>
            <a:solidFill>
              <a:srgbClr val="00ABAB"/>
            </a:solidFill>
            <a:ln w="6390" cap="flat">
              <a:noFill/>
              <a:prstDash val="solid"/>
              <a:miter/>
            </a:ln>
          </p:spPr>
          <p:txBody>
            <a:bodyPr rtlCol="0" anchor="ctr"/>
            <a:lstStyle/>
            <a:p>
              <a:endParaRPr lang="en-US"/>
            </a:p>
          </p:txBody>
        </p:sp>
      </p:grpSp>
      <p:grpSp>
        <p:nvGrpSpPr>
          <p:cNvPr id="414" name="Graphic 4">
            <a:extLst>
              <a:ext uri="{FF2B5EF4-FFF2-40B4-BE49-F238E27FC236}">
                <a16:creationId xmlns:a16="http://schemas.microsoft.com/office/drawing/2014/main" id="{32196874-87FE-5E4F-8E9D-174DD2D5FEAE}"/>
              </a:ext>
            </a:extLst>
          </p:cNvPr>
          <p:cNvGrpSpPr>
            <a:grpSpLocks noChangeAspect="1"/>
          </p:cNvGrpSpPr>
          <p:nvPr/>
        </p:nvGrpSpPr>
        <p:grpSpPr>
          <a:xfrm>
            <a:off x="5099169" y="1873861"/>
            <a:ext cx="362309" cy="361971"/>
            <a:chOff x="5099169" y="1873861"/>
            <a:chExt cx="362309" cy="361971"/>
          </a:xfrm>
          <a:solidFill>
            <a:srgbClr val="00ABAB"/>
          </a:solidFill>
        </p:grpSpPr>
        <p:sp>
          <p:nvSpPr>
            <p:cNvPr id="415" name="Graphic 4">
              <a:extLst>
                <a:ext uri="{FF2B5EF4-FFF2-40B4-BE49-F238E27FC236}">
                  <a16:creationId xmlns:a16="http://schemas.microsoft.com/office/drawing/2014/main" id="{49DCDCF5-1468-944C-87E6-B1F641B0D93A}"/>
                </a:ext>
              </a:extLst>
            </p:cNvPr>
            <p:cNvSpPr/>
            <p:nvPr/>
          </p:nvSpPr>
          <p:spPr>
            <a:xfrm>
              <a:off x="5195657" y="1970259"/>
              <a:ext cx="55592" cy="55540"/>
            </a:xfrm>
            <a:custGeom>
              <a:avLst/>
              <a:gdLst>
                <a:gd name="connsiteX0" fmla="*/ 0 w 55592"/>
                <a:gd name="connsiteY0" fmla="*/ 0 h 55540"/>
                <a:gd name="connsiteX1" fmla="*/ 55592 w 55592"/>
                <a:gd name="connsiteY1" fmla="*/ 0 h 55540"/>
                <a:gd name="connsiteX2" fmla="*/ 55592 w 55592"/>
                <a:gd name="connsiteY2" fmla="*/ 55541 h 55540"/>
                <a:gd name="connsiteX3" fmla="*/ 0 w 55592"/>
                <a:gd name="connsiteY3" fmla="*/ 55541 h 55540"/>
              </a:gdLst>
              <a:ahLst/>
              <a:cxnLst>
                <a:cxn ang="0">
                  <a:pos x="connsiteX0" y="connsiteY0"/>
                </a:cxn>
                <a:cxn ang="0">
                  <a:pos x="connsiteX1" y="connsiteY1"/>
                </a:cxn>
                <a:cxn ang="0">
                  <a:pos x="connsiteX2" y="connsiteY2"/>
                </a:cxn>
                <a:cxn ang="0">
                  <a:pos x="connsiteX3" y="connsiteY3"/>
                </a:cxn>
              </a:cxnLst>
              <a:rect l="l" t="t" r="r" b="b"/>
              <a:pathLst>
                <a:path w="55592" h="55540">
                  <a:moveTo>
                    <a:pt x="0" y="0"/>
                  </a:moveTo>
                  <a:lnTo>
                    <a:pt x="55592" y="0"/>
                  </a:lnTo>
                  <a:lnTo>
                    <a:pt x="55592" y="55541"/>
                  </a:lnTo>
                  <a:lnTo>
                    <a:pt x="0" y="55541"/>
                  </a:lnTo>
                  <a:close/>
                </a:path>
              </a:pathLst>
            </a:custGeom>
            <a:solidFill>
              <a:srgbClr val="00ABAB"/>
            </a:solidFill>
            <a:ln w="6390" cap="flat">
              <a:noFill/>
              <a:prstDash val="solid"/>
              <a:miter/>
            </a:ln>
          </p:spPr>
          <p:txBody>
            <a:bodyPr rtlCol="0" anchor="ctr"/>
            <a:lstStyle/>
            <a:p>
              <a:endParaRPr lang="en-US"/>
            </a:p>
          </p:txBody>
        </p:sp>
        <p:sp>
          <p:nvSpPr>
            <p:cNvPr id="416" name="Graphic 4">
              <a:extLst>
                <a:ext uri="{FF2B5EF4-FFF2-40B4-BE49-F238E27FC236}">
                  <a16:creationId xmlns:a16="http://schemas.microsoft.com/office/drawing/2014/main" id="{3FECF8A3-1014-6740-A4F5-095AA251BB34}"/>
                </a:ext>
              </a:extLst>
            </p:cNvPr>
            <p:cNvSpPr/>
            <p:nvPr/>
          </p:nvSpPr>
          <p:spPr>
            <a:xfrm>
              <a:off x="5195657" y="2083894"/>
              <a:ext cx="55592" cy="55540"/>
            </a:xfrm>
            <a:custGeom>
              <a:avLst/>
              <a:gdLst>
                <a:gd name="connsiteX0" fmla="*/ 0 w 55592"/>
                <a:gd name="connsiteY0" fmla="*/ 0 h 55540"/>
                <a:gd name="connsiteX1" fmla="*/ 55592 w 55592"/>
                <a:gd name="connsiteY1" fmla="*/ 0 h 55540"/>
                <a:gd name="connsiteX2" fmla="*/ 55592 w 55592"/>
                <a:gd name="connsiteY2" fmla="*/ 55541 h 55540"/>
                <a:gd name="connsiteX3" fmla="*/ 0 w 55592"/>
                <a:gd name="connsiteY3" fmla="*/ 55541 h 55540"/>
              </a:gdLst>
              <a:ahLst/>
              <a:cxnLst>
                <a:cxn ang="0">
                  <a:pos x="connsiteX0" y="connsiteY0"/>
                </a:cxn>
                <a:cxn ang="0">
                  <a:pos x="connsiteX1" y="connsiteY1"/>
                </a:cxn>
                <a:cxn ang="0">
                  <a:pos x="connsiteX2" y="connsiteY2"/>
                </a:cxn>
                <a:cxn ang="0">
                  <a:pos x="connsiteX3" y="connsiteY3"/>
                </a:cxn>
              </a:cxnLst>
              <a:rect l="l" t="t" r="r" b="b"/>
              <a:pathLst>
                <a:path w="55592" h="55540">
                  <a:moveTo>
                    <a:pt x="0" y="0"/>
                  </a:moveTo>
                  <a:lnTo>
                    <a:pt x="55592" y="0"/>
                  </a:lnTo>
                  <a:lnTo>
                    <a:pt x="55592" y="55541"/>
                  </a:lnTo>
                  <a:lnTo>
                    <a:pt x="0" y="55541"/>
                  </a:lnTo>
                  <a:close/>
                </a:path>
              </a:pathLst>
            </a:custGeom>
            <a:solidFill>
              <a:srgbClr val="00ABAB"/>
            </a:solidFill>
            <a:ln w="6390" cap="flat">
              <a:noFill/>
              <a:prstDash val="solid"/>
              <a:miter/>
            </a:ln>
          </p:spPr>
          <p:txBody>
            <a:bodyPr rtlCol="0" anchor="ctr"/>
            <a:lstStyle/>
            <a:p>
              <a:endParaRPr lang="en-US"/>
            </a:p>
          </p:txBody>
        </p:sp>
        <p:sp>
          <p:nvSpPr>
            <p:cNvPr id="417" name="Graphic 4">
              <a:extLst>
                <a:ext uri="{FF2B5EF4-FFF2-40B4-BE49-F238E27FC236}">
                  <a16:creationId xmlns:a16="http://schemas.microsoft.com/office/drawing/2014/main" id="{722D3147-E37B-BF4A-9C3D-F00449CAF67F}"/>
                </a:ext>
              </a:extLst>
            </p:cNvPr>
            <p:cNvSpPr/>
            <p:nvPr/>
          </p:nvSpPr>
          <p:spPr>
            <a:xfrm>
              <a:off x="5309398" y="2083894"/>
              <a:ext cx="55592" cy="55540"/>
            </a:xfrm>
            <a:custGeom>
              <a:avLst/>
              <a:gdLst>
                <a:gd name="connsiteX0" fmla="*/ 0 w 55592"/>
                <a:gd name="connsiteY0" fmla="*/ 0 h 55540"/>
                <a:gd name="connsiteX1" fmla="*/ 55593 w 55592"/>
                <a:gd name="connsiteY1" fmla="*/ 0 h 55540"/>
                <a:gd name="connsiteX2" fmla="*/ 55593 w 55592"/>
                <a:gd name="connsiteY2" fmla="*/ 55541 h 55540"/>
                <a:gd name="connsiteX3" fmla="*/ 0 w 55592"/>
                <a:gd name="connsiteY3" fmla="*/ 55541 h 55540"/>
              </a:gdLst>
              <a:ahLst/>
              <a:cxnLst>
                <a:cxn ang="0">
                  <a:pos x="connsiteX0" y="connsiteY0"/>
                </a:cxn>
                <a:cxn ang="0">
                  <a:pos x="connsiteX1" y="connsiteY1"/>
                </a:cxn>
                <a:cxn ang="0">
                  <a:pos x="connsiteX2" y="connsiteY2"/>
                </a:cxn>
                <a:cxn ang="0">
                  <a:pos x="connsiteX3" y="connsiteY3"/>
                </a:cxn>
              </a:cxnLst>
              <a:rect l="l" t="t" r="r" b="b"/>
              <a:pathLst>
                <a:path w="55592" h="55540">
                  <a:moveTo>
                    <a:pt x="0" y="0"/>
                  </a:moveTo>
                  <a:lnTo>
                    <a:pt x="55593" y="0"/>
                  </a:lnTo>
                  <a:lnTo>
                    <a:pt x="55593" y="55541"/>
                  </a:lnTo>
                  <a:lnTo>
                    <a:pt x="0" y="55541"/>
                  </a:lnTo>
                  <a:close/>
                </a:path>
              </a:pathLst>
            </a:custGeom>
            <a:solidFill>
              <a:srgbClr val="00ABAB"/>
            </a:solidFill>
            <a:ln w="6390" cap="flat">
              <a:noFill/>
              <a:prstDash val="solid"/>
              <a:miter/>
            </a:ln>
          </p:spPr>
          <p:txBody>
            <a:bodyPr rtlCol="0" anchor="ctr"/>
            <a:lstStyle/>
            <a:p>
              <a:endParaRPr lang="en-US"/>
            </a:p>
          </p:txBody>
        </p:sp>
        <p:sp>
          <p:nvSpPr>
            <p:cNvPr id="418" name="Graphic 4">
              <a:extLst>
                <a:ext uri="{FF2B5EF4-FFF2-40B4-BE49-F238E27FC236}">
                  <a16:creationId xmlns:a16="http://schemas.microsoft.com/office/drawing/2014/main" id="{E199D82F-096C-6E40-AE5C-D702DB119C8A}"/>
                </a:ext>
              </a:extLst>
            </p:cNvPr>
            <p:cNvSpPr/>
            <p:nvPr/>
          </p:nvSpPr>
          <p:spPr>
            <a:xfrm>
              <a:off x="5099169" y="1873861"/>
              <a:ext cx="362309" cy="361971"/>
            </a:xfrm>
            <a:custGeom>
              <a:avLst/>
              <a:gdLst>
                <a:gd name="connsiteX0" fmla="*/ 278601 w 362309"/>
                <a:gd name="connsiteY0" fmla="*/ 158323 h 361971"/>
                <a:gd name="connsiteX1" fmla="*/ 272211 w 362309"/>
                <a:gd name="connsiteY1" fmla="*/ 164707 h 361971"/>
                <a:gd name="connsiteX2" fmla="*/ 203839 w 362309"/>
                <a:gd name="connsiteY2" fmla="*/ 164707 h 361971"/>
                <a:gd name="connsiteX3" fmla="*/ 197449 w 362309"/>
                <a:gd name="connsiteY3" fmla="*/ 158323 h 361971"/>
                <a:gd name="connsiteX4" fmla="*/ 197449 w 362309"/>
                <a:gd name="connsiteY4" fmla="*/ 90014 h 361971"/>
                <a:gd name="connsiteX5" fmla="*/ 203839 w 362309"/>
                <a:gd name="connsiteY5" fmla="*/ 83630 h 361971"/>
                <a:gd name="connsiteX6" fmla="*/ 272211 w 362309"/>
                <a:gd name="connsiteY6" fmla="*/ 83630 h 361971"/>
                <a:gd name="connsiteX7" fmla="*/ 278601 w 362309"/>
                <a:gd name="connsiteY7" fmla="*/ 90014 h 361971"/>
                <a:gd name="connsiteX8" fmla="*/ 278601 w 362309"/>
                <a:gd name="connsiteY8" fmla="*/ 158323 h 361971"/>
                <a:gd name="connsiteX9" fmla="*/ 278601 w 362309"/>
                <a:gd name="connsiteY9" fmla="*/ 271958 h 361971"/>
                <a:gd name="connsiteX10" fmla="*/ 272211 w 362309"/>
                <a:gd name="connsiteY10" fmla="*/ 278342 h 361971"/>
                <a:gd name="connsiteX11" fmla="*/ 203839 w 362309"/>
                <a:gd name="connsiteY11" fmla="*/ 278342 h 361971"/>
                <a:gd name="connsiteX12" fmla="*/ 197449 w 362309"/>
                <a:gd name="connsiteY12" fmla="*/ 271958 h 361971"/>
                <a:gd name="connsiteX13" fmla="*/ 197449 w 362309"/>
                <a:gd name="connsiteY13" fmla="*/ 203649 h 361971"/>
                <a:gd name="connsiteX14" fmla="*/ 203839 w 362309"/>
                <a:gd name="connsiteY14" fmla="*/ 197265 h 361971"/>
                <a:gd name="connsiteX15" fmla="*/ 272211 w 362309"/>
                <a:gd name="connsiteY15" fmla="*/ 197265 h 361971"/>
                <a:gd name="connsiteX16" fmla="*/ 278601 w 362309"/>
                <a:gd name="connsiteY16" fmla="*/ 203649 h 361971"/>
                <a:gd name="connsiteX17" fmla="*/ 278601 w 362309"/>
                <a:gd name="connsiteY17" fmla="*/ 271958 h 361971"/>
                <a:gd name="connsiteX18" fmla="*/ 164860 w 362309"/>
                <a:gd name="connsiteY18" fmla="*/ 158323 h 361971"/>
                <a:gd name="connsiteX19" fmla="*/ 158470 w 362309"/>
                <a:gd name="connsiteY19" fmla="*/ 164707 h 361971"/>
                <a:gd name="connsiteX20" fmla="*/ 90098 w 362309"/>
                <a:gd name="connsiteY20" fmla="*/ 164707 h 361971"/>
                <a:gd name="connsiteX21" fmla="*/ 83708 w 362309"/>
                <a:gd name="connsiteY21" fmla="*/ 158323 h 361971"/>
                <a:gd name="connsiteX22" fmla="*/ 83708 w 362309"/>
                <a:gd name="connsiteY22" fmla="*/ 90014 h 361971"/>
                <a:gd name="connsiteX23" fmla="*/ 90098 w 362309"/>
                <a:gd name="connsiteY23" fmla="*/ 83630 h 361971"/>
                <a:gd name="connsiteX24" fmla="*/ 158470 w 362309"/>
                <a:gd name="connsiteY24" fmla="*/ 83630 h 361971"/>
                <a:gd name="connsiteX25" fmla="*/ 164860 w 362309"/>
                <a:gd name="connsiteY25" fmla="*/ 90014 h 361971"/>
                <a:gd name="connsiteX26" fmla="*/ 164860 w 362309"/>
                <a:gd name="connsiteY26" fmla="*/ 158323 h 361971"/>
                <a:gd name="connsiteX27" fmla="*/ 164860 w 362309"/>
                <a:gd name="connsiteY27" fmla="*/ 271958 h 361971"/>
                <a:gd name="connsiteX28" fmla="*/ 158470 w 362309"/>
                <a:gd name="connsiteY28" fmla="*/ 278342 h 361971"/>
                <a:gd name="connsiteX29" fmla="*/ 90098 w 362309"/>
                <a:gd name="connsiteY29" fmla="*/ 278342 h 361971"/>
                <a:gd name="connsiteX30" fmla="*/ 83708 w 362309"/>
                <a:gd name="connsiteY30" fmla="*/ 271958 h 361971"/>
                <a:gd name="connsiteX31" fmla="*/ 83708 w 362309"/>
                <a:gd name="connsiteY31" fmla="*/ 203649 h 361971"/>
                <a:gd name="connsiteX32" fmla="*/ 90098 w 362309"/>
                <a:gd name="connsiteY32" fmla="*/ 197265 h 361971"/>
                <a:gd name="connsiteX33" fmla="*/ 158470 w 362309"/>
                <a:gd name="connsiteY33" fmla="*/ 197265 h 361971"/>
                <a:gd name="connsiteX34" fmla="*/ 164860 w 362309"/>
                <a:gd name="connsiteY34" fmla="*/ 203649 h 361971"/>
                <a:gd name="connsiteX35" fmla="*/ 164860 w 362309"/>
                <a:gd name="connsiteY35" fmla="*/ 271958 h 361971"/>
                <a:gd name="connsiteX36" fmla="*/ 181474 w 362309"/>
                <a:gd name="connsiteY36" fmla="*/ 0 h 361971"/>
                <a:gd name="connsiteX37" fmla="*/ 0 w 362309"/>
                <a:gd name="connsiteY37" fmla="*/ 180667 h 361971"/>
                <a:gd name="connsiteX38" fmla="*/ 180835 w 362309"/>
                <a:gd name="connsiteY38" fmla="*/ 361972 h 361971"/>
                <a:gd name="connsiteX39" fmla="*/ 362310 w 362309"/>
                <a:gd name="connsiteY39" fmla="*/ 181305 h 361971"/>
                <a:gd name="connsiteX40" fmla="*/ 362310 w 362309"/>
                <a:gd name="connsiteY40" fmla="*/ 181305 h 361971"/>
                <a:gd name="connsiteX41" fmla="*/ 181474 w 362309"/>
                <a:gd name="connsiteY41" fmla="*/ 0 h 361971"/>
                <a:gd name="connsiteX42" fmla="*/ 181474 w 362309"/>
                <a:gd name="connsiteY42"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2309" h="361971">
                  <a:moveTo>
                    <a:pt x="278601" y="158323"/>
                  </a:moveTo>
                  <a:cubicBezTo>
                    <a:pt x="278601" y="162153"/>
                    <a:pt x="276045" y="164707"/>
                    <a:pt x="272211" y="164707"/>
                  </a:cubicBezTo>
                  <a:lnTo>
                    <a:pt x="203839" y="164707"/>
                  </a:lnTo>
                  <a:cubicBezTo>
                    <a:pt x="200005" y="164707"/>
                    <a:pt x="197449" y="162153"/>
                    <a:pt x="197449" y="158323"/>
                  </a:cubicBezTo>
                  <a:lnTo>
                    <a:pt x="197449" y="90014"/>
                  </a:lnTo>
                  <a:cubicBezTo>
                    <a:pt x="197449" y="86184"/>
                    <a:pt x="200005" y="83630"/>
                    <a:pt x="203839" y="83630"/>
                  </a:cubicBezTo>
                  <a:lnTo>
                    <a:pt x="272211" y="83630"/>
                  </a:lnTo>
                  <a:cubicBezTo>
                    <a:pt x="276045" y="83630"/>
                    <a:pt x="278601" y="86184"/>
                    <a:pt x="278601" y="90014"/>
                  </a:cubicBezTo>
                  <a:lnTo>
                    <a:pt x="278601" y="158323"/>
                  </a:lnTo>
                  <a:close/>
                  <a:moveTo>
                    <a:pt x="278601" y="271958"/>
                  </a:moveTo>
                  <a:cubicBezTo>
                    <a:pt x="278601" y="275788"/>
                    <a:pt x="276045" y="278342"/>
                    <a:pt x="272211" y="278342"/>
                  </a:cubicBezTo>
                  <a:lnTo>
                    <a:pt x="203839" y="278342"/>
                  </a:lnTo>
                  <a:cubicBezTo>
                    <a:pt x="200005" y="278342"/>
                    <a:pt x="197449" y="275788"/>
                    <a:pt x="197449" y="271958"/>
                  </a:cubicBezTo>
                  <a:lnTo>
                    <a:pt x="197449" y="203649"/>
                  </a:lnTo>
                  <a:cubicBezTo>
                    <a:pt x="197449" y="199819"/>
                    <a:pt x="200005" y="197265"/>
                    <a:pt x="203839" y="197265"/>
                  </a:cubicBezTo>
                  <a:lnTo>
                    <a:pt x="272211" y="197265"/>
                  </a:lnTo>
                  <a:cubicBezTo>
                    <a:pt x="276045" y="197265"/>
                    <a:pt x="278601" y="199819"/>
                    <a:pt x="278601" y="203649"/>
                  </a:cubicBezTo>
                  <a:lnTo>
                    <a:pt x="278601" y="271958"/>
                  </a:lnTo>
                  <a:close/>
                  <a:moveTo>
                    <a:pt x="164860" y="158323"/>
                  </a:moveTo>
                  <a:cubicBezTo>
                    <a:pt x="164860" y="162153"/>
                    <a:pt x="162305" y="164707"/>
                    <a:pt x="158470" y="164707"/>
                  </a:cubicBezTo>
                  <a:lnTo>
                    <a:pt x="90098" y="164707"/>
                  </a:lnTo>
                  <a:cubicBezTo>
                    <a:pt x="86264" y="164707"/>
                    <a:pt x="83708" y="162153"/>
                    <a:pt x="83708" y="158323"/>
                  </a:cubicBezTo>
                  <a:lnTo>
                    <a:pt x="83708" y="90014"/>
                  </a:lnTo>
                  <a:cubicBezTo>
                    <a:pt x="83708" y="86184"/>
                    <a:pt x="86264" y="83630"/>
                    <a:pt x="90098" y="83630"/>
                  </a:cubicBezTo>
                  <a:lnTo>
                    <a:pt x="158470" y="83630"/>
                  </a:lnTo>
                  <a:cubicBezTo>
                    <a:pt x="162305" y="83630"/>
                    <a:pt x="164860" y="86184"/>
                    <a:pt x="164860" y="90014"/>
                  </a:cubicBezTo>
                  <a:lnTo>
                    <a:pt x="164860" y="158323"/>
                  </a:lnTo>
                  <a:close/>
                  <a:moveTo>
                    <a:pt x="164860" y="271958"/>
                  </a:moveTo>
                  <a:cubicBezTo>
                    <a:pt x="164860" y="275788"/>
                    <a:pt x="162305" y="278342"/>
                    <a:pt x="158470" y="278342"/>
                  </a:cubicBezTo>
                  <a:lnTo>
                    <a:pt x="90098" y="278342"/>
                  </a:lnTo>
                  <a:cubicBezTo>
                    <a:pt x="86264" y="278342"/>
                    <a:pt x="83708" y="275788"/>
                    <a:pt x="83708" y="271958"/>
                  </a:cubicBezTo>
                  <a:lnTo>
                    <a:pt x="83708" y="203649"/>
                  </a:lnTo>
                  <a:cubicBezTo>
                    <a:pt x="83708" y="199819"/>
                    <a:pt x="86264" y="197265"/>
                    <a:pt x="90098" y="197265"/>
                  </a:cubicBezTo>
                  <a:lnTo>
                    <a:pt x="158470" y="197265"/>
                  </a:lnTo>
                  <a:cubicBezTo>
                    <a:pt x="162305" y="197265"/>
                    <a:pt x="164860" y="199819"/>
                    <a:pt x="164860" y="203649"/>
                  </a:cubicBezTo>
                  <a:lnTo>
                    <a:pt x="164860" y="271958"/>
                  </a:lnTo>
                  <a:close/>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cubicBezTo>
                    <a:pt x="181474" y="0"/>
                    <a:pt x="181474" y="0"/>
                    <a:pt x="181474" y="0"/>
                  </a:cubicBezTo>
                </a:path>
              </a:pathLst>
            </a:custGeom>
            <a:solidFill>
              <a:srgbClr val="00ABAB"/>
            </a:solidFill>
            <a:ln w="6390" cap="flat">
              <a:noFill/>
              <a:prstDash val="solid"/>
              <a:miter/>
            </a:ln>
          </p:spPr>
          <p:txBody>
            <a:bodyPr rtlCol="0" anchor="ctr"/>
            <a:lstStyle/>
            <a:p>
              <a:endParaRPr lang="en-US"/>
            </a:p>
          </p:txBody>
        </p:sp>
        <p:sp>
          <p:nvSpPr>
            <p:cNvPr id="419" name="Graphic 4">
              <a:extLst>
                <a:ext uri="{FF2B5EF4-FFF2-40B4-BE49-F238E27FC236}">
                  <a16:creationId xmlns:a16="http://schemas.microsoft.com/office/drawing/2014/main" id="{E4F2DD1C-EF08-5A4F-BA88-3B7ADE542F93}"/>
                </a:ext>
              </a:extLst>
            </p:cNvPr>
            <p:cNvSpPr/>
            <p:nvPr/>
          </p:nvSpPr>
          <p:spPr>
            <a:xfrm>
              <a:off x="5309398" y="1970259"/>
              <a:ext cx="55592" cy="55540"/>
            </a:xfrm>
            <a:custGeom>
              <a:avLst/>
              <a:gdLst>
                <a:gd name="connsiteX0" fmla="*/ 0 w 55592"/>
                <a:gd name="connsiteY0" fmla="*/ 0 h 55540"/>
                <a:gd name="connsiteX1" fmla="*/ 55593 w 55592"/>
                <a:gd name="connsiteY1" fmla="*/ 0 h 55540"/>
                <a:gd name="connsiteX2" fmla="*/ 55593 w 55592"/>
                <a:gd name="connsiteY2" fmla="*/ 55541 h 55540"/>
                <a:gd name="connsiteX3" fmla="*/ 0 w 55592"/>
                <a:gd name="connsiteY3" fmla="*/ 55541 h 55540"/>
              </a:gdLst>
              <a:ahLst/>
              <a:cxnLst>
                <a:cxn ang="0">
                  <a:pos x="connsiteX0" y="connsiteY0"/>
                </a:cxn>
                <a:cxn ang="0">
                  <a:pos x="connsiteX1" y="connsiteY1"/>
                </a:cxn>
                <a:cxn ang="0">
                  <a:pos x="connsiteX2" y="connsiteY2"/>
                </a:cxn>
                <a:cxn ang="0">
                  <a:pos x="connsiteX3" y="connsiteY3"/>
                </a:cxn>
              </a:cxnLst>
              <a:rect l="l" t="t" r="r" b="b"/>
              <a:pathLst>
                <a:path w="55592" h="55540">
                  <a:moveTo>
                    <a:pt x="0" y="0"/>
                  </a:moveTo>
                  <a:lnTo>
                    <a:pt x="55593" y="0"/>
                  </a:lnTo>
                  <a:lnTo>
                    <a:pt x="55593" y="55541"/>
                  </a:lnTo>
                  <a:lnTo>
                    <a:pt x="0" y="55541"/>
                  </a:lnTo>
                  <a:close/>
                </a:path>
              </a:pathLst>
            </a:custGeom>
            <a:solidFill>
              <a:srgbClr val="00ABAB"/>
            </a:solidFill>
            <a:ln w="6390" cap="flat">
              <a:noFill/>
              <a:prstDash val="solid"/>
              <a:miter/>
            </a:ln>
          </p:spPr>
          <p:txBody>
            <a:bodyPr rtlCol="0" anchor="ctr"/>
            <a:lstStyle/>
            <a:p>
              <a:endParaRPr lang="en-US"/>
            </a:p>
          </p:txBody>
        </p:sp>
      </p:grpSp>
    </p:spTree>
    <p:extLst>
      <p:ext uri="{BB962C8B-B14F-4D97-AF65-F5344CB8AC3E}">
        <p14:creationId xmlns:p14="http://schemas.microsoft.com/office/powerpoint/2010/main" val="1348234782"/>
      </p:ext>
    </p:extLst>
  </p:cSld>
  <p:clrMapOvr>
    <a:masterClrMapping/>
  </p:clrMapOvr>
  <p:transition>
    <p:fade/>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0AB181-1E9F-2244-B53A-BC8E2F101DA6}"/>
              </a:ext>
            </a:extLst>
          </p:cNvPr>
          <p:cNvSpPr>
            <a:spLocks noGrp="1"/>
          </p:cNvSpPr>
          <p:nvPr>
            <p:ph type="title"/>
          </p:nvPr>
        </p:nvSpPr>
        <p:spPr/>
        <p:txBody>
          <a:bodyPr/>
          <a:lstStyle/>
          <a:p>
            <a:r>
              <a:rPr lang="en-US" dirty="0"/>
              <a:t>COMMUNICATION</a:t>
            </a:r>
          </a:p>
        </p:txBody>
      </p:sp>
      <p:sp>
        <p:nvSpPr>
          <p:cNvPr id="4" name="Content Placeholder 3">
            <a:extLst>
              <a:ext uri="{FF2B5EF4-FFF2-40B4-BE49-F238E27FC236}">
                <a16:creationId xmlns:a16="http://schemas.microsoft.com/office/drawing/2014/main" id="{DB57E314-8EE4-694B-B268-A9071E1D395E}"/>
              </a:ext>
            </a:extLst>
          </p:cNvPr>
          <p:cNvSpPr>
            <a:spLocks noGrp="1"/>
          </p:cNvSpPr>
          <p:nvPr>
            <p:ph idx="10"/>
          </p:nvPr>
        </p:nvSpPr>
        <p:spPr>
          <a:xfrm>
            <a:off x="463296" y="5473209"/>
            <a:ext cx="4634292" cy="1114021"/>
          </a:xfrm>
        </p:spPr>
        <p:txBody>
          <a:bodyPr/>
          <a:lstStyle/>
          <a:p>
            <a:r>
              <a:rPr lang="en-US" dirty="0"/>
              <a:t>Conversations, Speech &amp; Storytelling</a:t>
            </a:r>
          </a:p>
          <a:p>
            <a:r>
              <a:rPr lang="en-US" sz="900" dirty="0"/>
              <a:t>Keywords:</a:t>
            </a:r>
            <a:br>
              <a:rPr lang="en-US" sz="900" dirty="0"/>
            </a:br>
            <a:r>
              <a:rPr lang="en-US" sz="850" b="0" dirty="0"/>
              <a:t>Discussion, Communicate, IM, Messaging, </a:t>
            </a:r>
            <a:r>
              <a:rPr lang="en-US" sz="850" b="0" dirty="0" err="1"/>
              <a:t>Speakup</a:t>
            </a:r>
            <a:r>
              <a:rPr lang="en-US" sz="850" b="0" dirty="0"/>
              <a:t>, Speak up, Speak openly, Quotation mark, Quotes, Remark, Feedback, Testimonial, Conversation, Speak your mind, Thought, Quote, Chat, Announce, Shout, Conversation, Comment, Speech Bubble, Speaking, Missing piece, Jigsaw puzzle, Thinking, Ideation, Brainstorming, Insight, Vision, Invisible, Hidden, Eyesight, Attract, Hierarchy, Rank, Puzzle, Thought Bubble, Visible, Hidden, Magnet, Attraction, Crystal ball, Future, Thinking, 5 Star, Scolding, Verbal abuse</a:t>
            </a:r>
          </a:p>
        </p:txBody>
      </p:sp>
      <p:sp>
        <p:nvSpPr>
          <p:cNvPr id="9" name="Content Placeholder 3">
            <a:extLst>
              <a:ext uri="{FF2B5EF4-FFF2-40B4-BE49-F238E27FC236}">
                <a16:creationId xmlns:a16="http://schemas.microsoft.com/office/drawing/2014/main" id="{55E798CF-E773-9D48-A06F-584A2DB95AC8}"/>
              </a:ext>
            </a:extLst>
          </p:cNvPr>
          <p:cNvSpPr txBox="1">
            <a:spLocks/>
          </p:cNvSpPr>
          <p:nvPr/>
        </p:nvSpPr>
        <p:spPr>
          <a:xfrm>
            <a:off x="9893712" y="5473209"/>
            <a:ext cx="1847184"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Emotions</a:t>
            </a:r>
          </a:p>
          <a:p>
            <a:r>
              <a:rPr lang="en-US" sz="900" dirty="0"/>
              <a:t>Keywords:</a:t>
            </a:r>
            <a:br>
              <a:rPr lang="en-US" sz="900" dirty="0"/>
            </a:br>
            <a:r>
              <a:rPr lang="en-US" sz="850" b="0" dirty="0"/>
              <a:t>Good, Bad, Ok, Not Ok, Smiley, Annoyed, Irritated, Dissatisfied, Agree, Disagree, Wink, Love, Ellipse, Heart, Happy, Sad, Frustrated, Approve, Disapprove, Like, Dislike, Thinking</a:t>
            </a:r>
          </a:p>
        </p:txBody>
      </p:sp>
      <p:sp>
        <p:nvSpPr>
          <p:cNvPr id="10" name="Content Placeholder 3">
            <a:extLst>
              <a:ext uri="{FF2B5EF4-FFF2-40B4-BE49-F238E27FC236}">
                <a16:creationId xmlns:a16="http://schemas.microsoft.com/office/drawing/2014/main" id="{F6F1EA66-4F59-DE4A-ABF1-B392433220F7}"/>
              </a:ext>
            </a:extLst>
          </p:cNvPr>
          <p:cNvSpPr txBox="1">
            <a:spLocks/>
          </p:cNvSpPr>
          <p:nvPr/>
        </p:nvSpPr>
        <p:spPr>
          <a:xfrm>
            <a:off x="5725625" y="5473209"/>
            <a:ext cx="2832450"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Gestures</a:t>
            </a:r>
          </a:p>
          <a:p>
            <a:r>
              <a:rPr lang="en-US" sz="900" dirty="0"/>
              <a:t>Keywords:</a:t>
            </a:r>
            <a:br>
              <a:rPr lang="en-US" sz="900" dirty="0"/>
            </a:br>
            <a:r>
              <a:rPr lang="en-US" sz="850" b="0" dirty="0"/>
              <a:t>Finger Pointing, Palm, Victory, Thumb, Lift, Care, Two Fingers, Finger gun, Peace, Caring, Raising hand, Volunteer, Index finger, Clenched fist, Fist, Punch, Pinkie, Promise, Thumbs up, Thumbs down, Four fingers, Clap, Handshake, Sign language</a:t>
            </a:r>
          </a:p>
        </p:txBody>
      </p:sp>
      <p:grpSp>
        <p:nvGrpSpPr>
          <p:cNvPr id="7" name="Graphic 4">
            <a:extLst>
              <a:ext uri="{FF2B5EF4-FFF2-40B4-BE49-F238E27FC236}">
                <a16:creationId xmlns:a16="http://schemas.microsoft.com/office/drawing/2014/main" id="{30EE86C9-3E6E-C347-AE14-02573CEA8ADD}"/>
              </a:ext>
            </a:extLst>
          </p:cNvPr>
          <p:cNvGrpSpPr>
            <a:grpSpLocks noChangeAspect="1"/>
          </p:cNvGrpSpPr>
          <p:nvPr/>
        </p:nvGrpSpPr>
        <p:grpSpPr>
          <a:xfrm>
            <a:off x="5708769" y="918179"/>
            <a:ext cx="361670" cy="361333"/>
            <a:chOff x="5708769" y="918179"/>
            <a:chExt cx="361670" cy="361333"/>
          </a:xfrm>
          <a:solidFill>
            <a:srgbClr val="0076A8"/>
          </a:solidFill>
        </p:grpSpPr>
        <p:sp>
          <p:nvSpPr>
            <p:cNvPr id="8" name="Graphic 4">
              <a:extLst>
                <a:ext uri="{FF2B5EF4-FFF2-40B4-BE49-F238E27FC236}">
                  <a16:creationId xmlns:a16="http://schemas.microsoft.com/office/drawing/2014/main" id="{11212049-23CE-244B-857F-20108D05A6CB}"/>
                </a:ext>
              </a:extLst>
            </p:cNvPr>
            <p:cNvSpPr/>
            <p:nvPr/>
          </p:nvSpPr>
          <p:spPr>
            <a:xfrm>
              <a:off x="5708769"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0667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099"/>
                    <a:pt x="348890" y="180667"/>
                  </a:cubicBezTo>
                  <a:cubicBezTo>
                    <a:pt x="348890" y="273234"/>
                    <a:pt x="273489" y="349204"/>
                    <a:pt x="180835" y="349204"/>
                  </a:cubicBezTo>
                  <a:close/>
                </a:path>
              </a:pathLst>
            </a:custGeom>
            <a:solidFill>
              <a:srgbClr val="0076A8"/>
            </a:solidFill>
            <a:ln w="6390" cap="flat">
              <a:noFill/>
              <a:prstDash val="solid"/>
              <a:miter/>
            </a:ln>
          </p:spPr>
          <p:txBody>
            <a:bodyPr rtlCol="0" anchor="ctr"/>
            <a:lstStyle/>
            <a:p>
              <a:endParaRPr lang="en-US"/>
            </a:p>
          </p:txBody>
        </p:sp>
        <p:sp>
          <p:nvSpPr>
            <p:cNvPr id="11" name="Graphic 4">
              <a:extLst>
                <a:ext uri="{FF2B5EF4-FFF2-40B4-BE49-F238E27FC236}">
                  <a16:creationId xmlns:a16="http://schemas.microsoft.com/office/drawing/2014/main" id="{F3EBFCC9-0CA9-974C-A734-5DC34AE42201}"/>
                </a:ext>
              </a:extLst>
            </p:cNvPr>
            <p:cNvSpPr/>
            <p:nvPr/>
          </p:nvSpPr>
          <p:spPr>
            <a:xfrm>
              <a:off x="5804383" y="990956"/>
              <a:ext cx="170328" cy="216416"/>
            </a:xfrm>
            <a:custGeom>
              <a:avLst/>
              <a:gdLst>
                <a:gd name="connsiteX0" fmla="*/ 165096 w 170328"/>
                <a:gd name="connsiteY0" fmla="*/ 82353 h 216416"/>
                <a:gd name="connsiteX1" fmla="*/ 151038 w 170328"/>
                <a:gd name="connsiteY1" fmla="*/ 76608 h 216416"/>
                <a:gd name="connsiteX2" fmla="*/ 142731 w 170328"/>
                <a:gd name="connsiteY2" fmla="*/ 78523 h 216416"/>
                <a:gd name="connsiteX3" fmla="*/ 138258 w 170328"/>
                <a:gd name="connsiteY3" fmla="*/ 71501 h 216416"/>
                <a:gd name="connsiteX4" fmla="*/ 124200 w 170328"/>
                <a:gd name="connsiteY4" fmla="*/ 65755 h 216416"/>
                <a:gd name="connsiteX5" fmla="*/ 115893 w 170328"/>
                <a:gd name="connsiteY5" fmla="*/ 67670 h 216416"/>
                <a:gd name="connsiteX6" fmla="*/ 110781 w 170328"/>
                <a:gd name="connsiteY6" fmla="*/ 59371 h 216416"/>
                <a:gd name="connsiteX7" fmla="*/ 96723 w 170328"/>
                <a:gd name="connsiteY7" fmla="*/ 53625 h 216416"/>
                <a:gd name="connsiteX8" fmla="*/ 89695 w 170328"/>
                <a:gd name="connsiteY8" fmla="*/ 54902 h 216416"/>
                <a:gd name="connsiteX9" fmla="*/ 89695 w 170328"/>
                <a:gd name="connsiteY9" fmla="*/ 19790 h 216416"/>
                <a:gd name="connsiteX10" fmla="*/ 89695 w 170328"/>
                <a:gd name="connsiteY10" fmla="*/ 18514 h 216416"/>
                <a:gd name="connsiteX11" fmla="*/ 83944 w 170328"/>
                <a:gd name="connsiteY11" fmla="*/ 5746 h 216416"/>
                <a:gd name="connsiteX12" fmla="*/ 69886 w 170328"/>
                <a:gd name="connsiteY12" fmla="*/ 0 h 216416"/>
                <a:gd name="connsiteX13" fmla="*/ 50077 w 170328"/>
                <a:gd name="connsiteY13" fmla="*/ 19790 h 216416"/>
                <a:gd name="connsiteX14" fmla="*/ 50077 w 170328"/>
                <a:gd name="connsiteY14" fmla="*/ 103420 h 216416"/>
                <a:gd name="connsiteX15" fmla="*/ 39853 w 170328"/>
                <a:gd name="connsiteY15" fmla="*/ 86822 h 216416"/>
                <a:gd name="connsiteX16" fmla="*/ 8542 w 170328"/>
                <a:gd name="connsiteY16" fmla="*/ 78523 h 216416"/>
                <a:gd name="connsiteX17" fmla="*/ 874 w 170328"/>
                <a:gd name="connsiteY17" fmla="*/ 95121 h 216416"/>
                <a:gd name="connsiteX18" fmla="*/ 30268 w 170328"/>
                <a:gd name="connsiteY18" fmla="*/ 166622 h 216416"/>
                <a:gd name="connsiteX19" fmla="*/ 46882 w 170328"/>
                <a:gd name="connsiteY19" fmla="*/ 187051 h 216416"/>
                <a:gd name="connsiteX20" fmla="*/ 50077 w 170328"/>
                <a:gd name="connsiteY20" fmla="*/ 193435 h 216416"/>
                <a:gd name="connsiteX21" fmla="*/ 50077 w 170328"/>
                <a:gd name="connsiteY21" fmla="*/ 210033 h 216416"/>
                <a:gd name="connsiteX22" fmla="*/ 56467 w 170328"/>
                <a:gd name="connsiteY22" fmla="*/ 216417 h 216416"/>
                <a:gd name="connsiteX23" fmla="*/ 62857 w 170328"/>
                <a:gd name="connsiteY23" fmla="*/ 210033 h 216416"/>
                <a:gd name="connsiteX24" fmla="*/ 62857 w 170328"/>
                <a:gd name="connsiteY24" fmla="*/ 193435 h 216416"/>
                <a:gd name="connsiteX25" fmla="*/ 54550 w 170328"/>
                <a:gd name="connsiteY25" fmla="*/ 176198 h 216416"/>
                <a:gd name="connsiteX26" fmla="*/ 42409 w 170328"/>
                <a:gd name="connsiteY26" fmla="*/ 160876 h 216416"/>
                <a:gd name="connsiteX27" fmla="*/ 13015 w 170328"/>
                <a:gd name="connsiteY27" fmla="*/ 90014 h 216416"/>
                <a:gd name="connsiteX28" fmla="*/ 20044 w 170328"/>
                <a:gd name="connsiteY28" fmla="*/ 88099 h 216416"/>
                <a:gd name="connsiteX29" fmla="*/ 29629 w 170328"/>
                <a:gd name="connsiteY29" fmla="*/ 92568 h 216416"/>
                <a:gd name="connsiteX30" fmla="*/ 51355 w 170328"/>
                <a:gd name="connsiteY30" fmla="*/ 128956 h 216416"/>
                <a:gd name="connsiteX31" fmla="*/ 58384 w 170328"/>
                <a:gd name="connsiteY31" fmla="*/ 131510 h 216416"/>
                <a:gd name="connsiteX32" fmla="*/ 62857 w 170328"/>
                <a:gd name="connsiteY32" fmla="*/ 125126 h 216416"/>
                <a:gd name="connsiteX33" fmla="*/ 62857 w 170328"/>
                <a:gd name="connsiteY33" fmla="*/ 18514 h 216416"/>
                <a:gd name="connsiteX34" fmla="*/ 69886 w 170328"/>
                <a:gd name="connsiteY34" fmla="*/ 11491 h 216416"/>
                <a:gd name="connsiteX35" fmla="*/ 74997 w 170328"/>
                <a:gd name="connsiteY35" fmla="*/ 13406 h 216416"/>
                <a:gd name="connsiteX36" fmla="*/ 76915 w 170328"/>
                <a:gd name="connsiteY36" fmla="*/ 18514 h 216416"/>
                <a:gd name="connsiteX37" fmla="*/ 76915 w 170328"/>
                <a:gd name="connsiteY37" fmla="*/ 71501 h 216416"/>
                <a:gd name="connsiteX38" fmla="*/ 76915 w 170328"/>
                <a:gd name="connsiteY38" fmla="*/ 72139 h 216416"/>
                <a:gd name="connsiteX39" fmla="*/ 76915 w 170328"/>
                <a:gd name="connsiteY39" fmla="*/ 72139 h 216416"/>
                <a:gd name="connsiteX40" fmla="*/ 76915 w 170328"/>
                <a:gd name="connsiteY40" fmla="*/ 92568 h 216416"/>
                <a:gd name="connsiteX41" fmla="*/ 83305 w 170328"/>
                <a:gd name="connsiteY41" fmla="*/ 98952 h 216416"/>
                <a:gd name="connsiteX42" fmla="*/ 89695 w 170328"/>
                <a:gd name="connsiteY42" fmla="*/ 92568 h 216416"/>
                <a:gd name="connsiteX43" fmla="*/ 89695 w 170328"/>
                <a:gd name="connsiteY43" fmla="*/ 72777 h 216416"/>
                <a:gd name="connsiteX44" fmla="*/ 96723 w 170328"/>
                <a:gd name="connsiteY44" fmla="*/ 66393 h 216416"/>
                <a:gd name="connsiteX45" fmla="*/ 101835 w 170328"/>
                <a:gd name="connsiteY45" fmla="*/ 68309 h 216416"/>
                <a:gd name="connsiteX46" fmla="*/ 103752 w 170328"/>
                <a:gd name="connsiteY46" fmla="*/ 73416 h 216416"/>
                <a:gd name="connsiteX47" fmla="*/ 103752 w 170328"/>
                <a:gd name="connsiteY47" fmla="*/ 84907 h 216416"/>
                <a:gd name="connsiteX48" fmla="*/ 103752 w 170328"/>
                <a:gd name="connsiteY48" fmla="*/ 86184 h 216416"/>
                <a:gd name="connsiteX49" fmla="*/ 103752 w 170328"/>
                <a:gd name="connsiteY49" fmla="*/ 86184 h 216416"/>
                <a:gd name="connsiteX50" fmla="*/ 103752 w 170328"/>
                <a:gd name="connsiteY50" fmla="*/ 100867 h 216416"/>
                <a:gd name="connsiteX51" fmla="*/ 110142 w 170328"/>
                <a:gd name="connsiteY51" fmla="*/ 107251 h 216416"/>
                <a:gd name="connsiteX52" fmla="*/ 116532 w 170328"/>
                <a:gd name="connsiteY52" fmla="*/ 100867 h 216416"/>
                <a:gd name="connsiteX53" fmla="*/ 116532 w 170328"/>
                <a:gd name="connsiteY53" fmla="*/ 85545 h 216416"/>
                <a:gd name="connsiteX54" fmla="*/ 123561 w 170328"/>
                <a:gd name="connsiteY54" fmla="*/ 79161 h 216416"/>
                <a:gd name="connsiteX55" fmla="*/ 128673 w 170328"/>
                <a:gd name="connsiteY55" fmla="*/ 81077 h 216416"/>
                <a:gd name="connsiteX56" fmla="*/ 130590 w 170328"/>
                <a:gd name="connsiteY56" fmla="*/ 86184 h 216416"/>
                <a:gd name="connsiteX57" fmla="*/ 130590 w 170328"/>
                <a:gd name="connsiteY57" fmla="*/ 97037 h 216416"/>
                <a:gd name="connsiteX58" fmla="*/ 130590 w 170328"/>
                <a:gd name="connsiteY58" fmla="*/ 97037 h 216416"/>
                <a:gd name="connsiteX59" fmla="*/ 130590 w 170328"/>
                <a:gd name="connsiteY59" fmla="*/ 97037 h 216416"/>
                <a:gd name="connsiteX60" fmla="*/ 130590 w 170328"/>
                <a:gd name="connsiteY60" fmla="*/ 107889 h 216416"/>
                <a:gd name="connsiteX61" fmla="*/ 136980 w 170328"/>
                <a:gd name="connsiteY61" fmla="*/ 114273 h 216416"/>
                <a:gd name="connsiteX62" fmla="*/ 143370 w 170328"/>
                <a:gd name="connsiteY62" fmla="*/ 107889 h 216416"/>
                <a:gd name="connsiteX63" fmla="*/ 143370 w 170328"/>
                <a:gd name="connsiteY63" fmla="*/ 97037 h 216416"/>
                <a:gd name="connsiteX64" fmla="*/ 150399 w 170328"/>
                <a:gd name="connsiteY64" fmla="*/ 90014 h 216416"/>
                <a:gd name="connsiteX65" fmla="*/ 155511 w 170328"/>
                <a:gd name="connsiteY65" fmla="*/ 91929 h 216416"/>
                <a:gd name="connsiteX66" fmla="*/ 157428 w 170328"/>
                <a:gd name="connsiteY66" fmla="*/ 97037 h 216416"/>
                <a:gd name="connsiteX67" fmla="*/ 157428 w 170328"/>
                <a:gd name="connsiteY67" fmla="*/ 113635 h 216416"/>
                <a:gd name="connsiteX68" fmla="*/ 157428 w 170328"/>
                <a:gd name="connsiteY68" fmla="*/ 113635 h 216416"/>
                <a:gd name="connsiteX69" fmla="*/ 157428 w 170328"/>
                <a:gd name="connsiteY69" fmla="*/ 144278 h 216416"/>
                <a:gd name="connsiteX70" fmla="*/ 145926 w 170328"/>
                <a:gd name="connsiteY70" fmla="*/ 172368 h 216416"/>
                <a:gd name="connsiteX71" fmla="*/ 140175 w 170328"/>
                <a:gd name="connsiteY71" fmla="*/ 187051 h 216416"/>
                <a:gd name="connsiteX72" fmla="*/ 140175 w 170328"/>
                <a:gd name="connsiteY72" fmla="*/ 210033 h 216416"/>
                <a:gd name="connsiteX73" fmla="*/ 146565 w 170328"/>
                <a:gd name="connsiteY73" fmla="*/ 216417 h 216416"/>
                <a:gd name="connsiteX74" fmla="*/ 152955 w 170328"/>
                <a:gd name="connsiteY74" fmla="*/ 210033 h 216416"/>
                <a:gd name="connsiteX75" fmla="*/ 152955 w 170328"/>
                <a:gd name="connsiteY75" fmla="*/ 187051 h 216416"/>
                <a:gd name="connsiteX76" fmla="*/ 155511 w 170328"/>
                <a:gd name="connsiteY76" fmla="*/ 181305 h 216416"/>
                <a:gd name="connsiteX77" fmla="*/ 170208 w 170328"/>
                <a:gd name="connsiteY77" fmla="*/ 144278 h 216416"/>
                <a:gd name="connsiteX78" fmla="*/ 170208 w 170328"/>
                <a:gd name="connsiteY78" fmla="*/ 96398 h 216416"/>
                <a:gd name="connsiteX79" fmla="*/ 170208 w 170328"/>
                <a:gd name="connsiteY79" fmla="*/ 96398 h 216416"/>
                <a:gd name="connsiteX80" fmla="*/ 165096 w 170328"/>
                <a:gd name="connsiteY80" fmla="*/ 82353 h 21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70328" h="216416">
                  <a:moveTo>
                    <a:pt x="165096" y="82353"/>
                  </a:moveTo>
                  <a:cubicBezTo>
                    <a:pt x="161262" y="78523"/>
                    <a:pt x="156150" y="76608"/>
                    <a:pt x="151038" y="76608"/>
                  </a:cubicBezTo>
                  <a:cubicBezTo>
                    <a:pt x="147843" y="76608"/>
                    <a:pt x="145287" y="77246"/>
                    <a:pt x="142731" y="78523"/>
                  </a:cubicBezTo>
                  <a:cubicBezTo>
                    <a:pt x="141453" y="75969"/>
                    <a:pt x="140175" y="73416"/>
                    <a:pt x="138258" y="71501"/>
                  </a:cubicBezTo>
                  <a:cubicBezTo>
                    <a:pt x="134424" y="67670"/>
                    <a:pt x="129312" y="65755"/>
                    <a:pt x="124200" y="65755"/>
                  </a:cubicBezTo>
                  <a:cubicBezTo>
                    <a:pt x="121005" y="65755"/>
                    <a:pt x="118449" y="66393"/>
                    <a:pt x="115893" y="67670"/>
                  </a:cubicBezTo>
                  <a:cubicBezTo>
                    <a:pt x="115254" y="64478"/>
                    <a:pt x="113337" y="61925"/>
                    <a:pt x="110781" y="59371"/>
                  </a:cubicBezTo>
                  <a:cubicBezTo>
                    <a:pt x="106947" y="55541"/>
                    <a:pt x="101835" y="53625"/>
                    <a:pt x="96723" y="53625"/>
                  </a:cubicBezTo>
                  <a:cubicBezTo>
                    <a:pt x="94167" y="53625"/>
                    <a:pt x="91612" y="54264"/>
                    <a:pt x="89695" y="54902"/>
                  </a:cubicBezTo>
                  <a:lnTo>
                    <a:pt x="89695" y="19790"/>
                  </a:lnTo>
                  <a:cubicBezTo>
                    <a:pt x="89695" y="19152"/>
                    <a:pt x="89695" y="19152"/>
                    <a:pt x="89695" y="18514"/>
                  </a:cubicBezTo>
                  <a:cubicBezTo>
                    <a:pt x="89055" y="14045"/>
                    <a:pt x="87139" y="8938"/>
                    <a:pt x="83944" y="5746"/>
                  </a:cubicBezTo>
                  <a:cubicBezTo>
                    <a:pt x="80110" y="1915"/>
                    <a:pt x="74997" y="0"/>
                    <a:pt x="69886" y="0"/>
                  </a:cubicBezTo>
                  <a:cubicBezTo>
                    <a:pt x="59023" y="0"/>
                    <a:pt x="50077" y="8938"/>
                    <a:pt x="50077" y="19790"/>
                  </a:cubicBezTo>
                  <a:lnTo>
                    <a:pt x="50077" y="103420"/>
                  </a:lnTo>
                  <a:cubicBezTo>
                    <a:pt x="46882" y="98313"/>
                    <a:pt x="43048" y="92568"/>
                    <a:pt x="39853" y="86822"/>
                  </a:cubicBezTo>
                  <a:cubicBezTo>
                    <a:pt x="32824" y="75331"/>
                    <a:pt x="18127" y="73416"/>
                    <a:pt x="8542" y="78523"/>
                  </a:cubicBezTo>
                  <a:cubicBezTo>
                    <a:pt x="1513" y="81715"/>
                    <a:pt x="-1682" y="88737"/>
                    <a:pt x="874" y="95121"/>
                  </a:cubicBezTo>
                  <a:lnTo>
                    <a:pt x="30268" y="166622"/>
                  </a:lnTo>
                  <a:cubicBezTo>
                    <a:pt x="33463" y="174283"/>
                    <a:pt x="39214" y="181944"/>
                    <a:pt x="46882" y="187051"/>
                  </a:cubicBezTo>
                  <a:cubicBezTo>
                    <a:pt x="48799" y="188327"/>
                    <a:pt x="50077" y="190881"/>
                    <a:pt x="50077" y="193435"/>
                  </a:cubicBezTo>
                  <a:lnTo>
                    <a:pt x="50077" y="210033"/>
                  </a:lnTo>
                  <a:cubicBezTo>
                    <a:pt x="50077" y="213863"/>
                    <a:pt x="52633" y="216417"/>
                    <a:pt x="56467" y="216417"/>
                  </a:cubicBezTo>
                  <a:cubicBezTo>
                    <a:pt x="60301" y="216417"/>
                    <a:pt x="62857" y="213863"/>
                    <a:pt x="62857" y="210033"/>
                  </a:cubicBezTo>
                  <a:lnTo>
                    <a:pt x="62857" y="193435"/>
                  </a:lnTo>
                  <a:cubicBezTo>
                    <a:pt x="62857" y="187051"/>
                    <a:pt x="59662" y="180667"/>
                    <a:pt x="54550" y="176198"/>
                  </a:cubicBezTo>
                  <a:cubicBezTo>
                    <a:pt x="48799" y="172368"/>
                    <a:pt x="44326" y="166622"/>
                    <a:pt x="42409" y="160876"/>
                  </a:cubicBezTo>
                  <a:lnTo>
                    <a:pt x="13015" y="90014"/>
                  </a:lnTo>
                  <a:cubicBezTo>
                    <a:pt x="13654" y="89376"/>
                    <a:pt x="16210" y="88099"/>
                    <a:pt x="20044" y="88099"/>
                  </a:cubicBezTo>
                  <a:cubicBezTo>
                    <a:pt x="21961" y="88099"/>
                    <a:pt x="27073" y="88737"/>
                    <a:pt x="29629" y="92568"/>
                  </a:cubicBezTo>
                  <a:cubicBezTo>
                    <a:pt x="39853" y="109804"/>
                    <a:pt x="51355" y="128956"/>
                    <a:pt x="51355" y="128956"/>
                  </a:cubicBezTo>
                  <a:cubicBezTo>
                    <a:pt x="52633" y="131510"/>
                    <a:pt x="55828" y="132787"/>
                    <a:pt x="58384" y="131510"/>
                  </a:cubicBezTo>
                  <a:cubicBezTo>
                    <a:pt x="60940" y="130872"/>
                    <a:pt x="62857" y="128318"/>
                    <a:pt x="62857" y="125126"/>
                  </a:cubicBezTo>
                  <a:lnTo>
                    <a:pt x="62857" y="18514"/>
                  </a:lnTo>
                  <a:cubicBezTo>
                    <a:pt x="62857" y="14683"/>
                    <a:pt x="66052" y="11491"/>
                    <a:pt x="69886" y="11491"/>
                  </a:cubicBezTo>
                  <a:cubicBezTo>
                    <a:pt x="71803" y="11491"/>
                    <a:pt x="73720" y="12130"/>
                    <a:pt x="74997" y="13406"/>
                  </a:cubicBezTo>
                  <a:cubicBezTo>
                    <a:pt x="76276" y="14683"/>
                    <a:pt x="76915" y="15960"/>
                    <a:pt x="76915" y="18514"/>
                  </a:cubicBezTo>
                  <a:lnTo>
                    <a:pt x="76915" y="71501"/>
                  </a:lnTo>
                  <a:cubicBezTo>
                    <a:pt x="76915" y="71501"/>
                    <a:pt x="76915" y="72139"/>
                    <a:pt x="76915" y="72139"/>
                  </a:cubicBezTo>
                  <a:cubicBezTo>
                    <a:pt x="76915" y="72139"/>
                    <a:pt x="76915" y="72139"/>
                    <a:pt x="76915" y="72139"/>
                  </a:cubicBezTo>
                  <a:lnTo>
                    <a:pt x="76915" y="92568"/>
                  </a:lnTo>
                  <a:cubicBezTo>
                    <a:pt x="76915" y="96398"/>
                    <a:pt x="79471" y="98952"/>
                    <a:pt x="83305" y="98952"/>
                  </a:cubicBezTo>
                  <a:cubicBezTo>
                    <a:pt x="87139" y="98952"/>
                    <a:pt x="89695" y="96398"/>
                    <a:pt x="89695" y="92568"/>
                  </a:cubicBezTo>
                  <a:lnTo>
                    <a:pt x="89695" y="72777"/>
                  </a:lnTo>
                  <a:cubicBezTo>
                    <a:pt x="89695" y="68947"/>
                    <a:pt x="92890" y="66393"/>
                    <a:pt x="96723" y="66393"/>
                  </a:cubicBezTo>
                  <a:cubicBezTo>
                    <a:pt x="98640" y="66393"/>
                    <a:pt x="100557" y="67032"/>
                    <a:pt x="101835" y="68309"/>
                  </a:cubicBezTo>
                  <a:cubicBezTo>
                    <a:pt x="103113" y="69585"/>
                    <a:pt x="103752" y="71501"/>
                    <a:pt x="103752" y="73416"/>
                  </a:cubicBezTo>
                  <a:lnTo>
                    <a:pt x="103752" y="84907"/>
                  </a:lnTo>
                  <a:cubicBezTo>
                    <a:pt x="103752" y="85545"/>
                    <a:pt x="103752" y="85545"/>
                    <a:pt x="103752" y="86184"/>
                  </a:cubicBezTo>
                  <a:cubicBezTo>
                    <a:pt x="103752" y="86184"/>
                    <a:pt x="103752" y="86184"/>
                    <a:pt x="103752" y="86184"/>
                  </a:cubicBezTo>
                  <a:lnTo>
                    <a:pt x="103752" y="100867"/>
                  </a:lnTo>
                  <a:cubicBezTo>
                    <a:pt x="103752" y="104697"/>
                    <a:pt x="106308" y="107251"/>
                    <a:pt x="110142" y="107251"/>
                  </a:cubicBezTo>
                  <a:cubicBezTo>
                    <a:pt x="113976" y="107251"/>
                    <a:pt x="116532" y="104697"/>
                    <a:pt x="116532" y="100867"/>
                  </a:cubicBezTo>
                  <a:lnTo>
                    <a:pt x="116532" y="85545"/>
                  </a:lnTo>
                  <a:cubicBezTo>
                    <a:pt x="117171" y="81715"/>
                    <a:pt x="119727" y="79161"/>
                    <a:pt x="123561" y="79161"/>
                  </a:cubicBezTo>
                  <a:cubicBezTo>
                    <a:pt x="125478" y="79161"/>
                    <a:pt x="127395" y="79800"/>
                    <a:pt x="128673" y="81077"/>
                  </a:cubicBezTo>
                  <a:cubicBezTo>
                    <a:pt x="129951" y="82353"/>
                    <a:pt x="130590" y="84269"/>
                    <a:pt x="130590" y="86184"/>
                  </a:cubicBezTo>
                  <a:lnTo>
                    <a:pt x="130590" y="97037"/>
                  </a:lnTo>
                  <a:cubicBezTo>
                    <a:pt x="130590" y="97037"/>
                    <a:pt x="130590" y="97037"/>
                    <a:pt x="130590" y="97037"/>
                  </a:cubicBezTo>
                  <a:cubicBezTo>
                    <a:pt x="130590" y="97037"/>
                    <a:pt x="130590" y="97037"/>
                    <a:pt x="130590" y="97037"/>
                  </a:cubicBezTo>
                  <a:lnTo>
                    <a:pt x="130590" y="107889"/>
                  </a:lnTo>
                  <a:cubicBezTo>
                    <a:pt x="130590" y="111720"/>
                    <a:pt x="133146" y="114273"/>
                    <a:pt x="136980" y="114273"/>
                  </a:cubicBezTo>
                  <a:cubicBezTo>
                    <a:pt x="140814" y="114273"/>
                    <a:pt x="143370" y="111720"/>
                    <a:pt x="143370" y="107889"/>
                  </a:cubicBezTo>
                  <a:lnTo>
                    <a:pt x="143370" y="97037"/>
                  </a:lnTo>
                  <a:cubicBezTo>
                    <a:pt x="143370" y="93206"/>
                    <a:pt x="146565" y="90014"/>
                    <a:pt x="150399" y="90014"/>
                  </a:cubicBezTo>
                  <a:cubicBezTo>
                    <a:pt x="152316" y="90014"/>
                    <a:pt x="154233" y="90653"/>
                    <a:pt x="155511" y="91929"/>
                  </a:cubicBezTo>
                  <a:cubicBezTo>
                    <a:pt x="156789" y="93206"/>
                    <a:pt x="157428" y="95121"/>
                    <a:pt x="157428" y="97037"/>
                  </a:cubicBezTo>
                  <a:lnTo>
                    <a:pt x="157428" y="113635"/>
                  </a:lnTo>
                  <a:cubicBezTo>
                    <a:pt x="157428" y="113635"/>
                    <a:pt x="157428" y="113635"/>
                    <a:pt x="157428" y="113635"/>
                  </a:cubicBezTo>
                  <a:lnTo>
                    <a:pt x="157428" y="144278"/>
                  </a:lnTo>
                  <a:cubicBezTo>
                    <a:pt x="157428" y="154492"/>
                    <a:pt x="153594" y="164707"/>
                    <a:pt x="145926" y="172368"/>
                  </a:cubicBezTo>
                  <a:cubicBezTo>
                    <a:pt x="142092" y="176198"/>
                    <a:pt x="140175" y="181305"/>
                    <a:pt x="140175" y="187051"/>
                  </a:cubicBezTo>
                  <a:lnTo>
                    <a:pt x="140175" y="210033"/>
                  </a:lnTo>
                  <a:cubicBezTo>
                    <a:pt x="140175" y="213863"/>
                    <a:pt x="142731" y="216417"/>
                    <a:pt x="146565" y="216417"/>
                  </a:cubicBezTo>
                  <a:cubicBezTo>
                    <a:pt x="150399" y="216417"/>
                    <a:pt x="152955" y="213863"/>
                    <a:pt x="152955" y="210033"/>
                  </a:cubicBezTo>
                  <a:lnTo>
                    <a:pt x="152955" y="187051"/>
                  </a:lnTo>
                  <a:cubicBezTo>
                    <a:pt x="152955" y="185135"/>
                    <a:pt x="153594" y="182582"/>
                    <a:pt x="155511" y="181305"/>
                  </a:cubicBezTo>
                  <a:cubicBezTo>
                    <a:pt x="165096" y="171091"/>
                    <a:pt x="170208" y="158323"/>
                    <a:pt x="170208" y="144278"/>
                  </a:cubicBezTo>
                  <a:lnTo>
                    <a:pt x="170208" y="96398"/>
                  </a:lnTo>
                  <a:cubicBezTo>
                    <a:pt x="170208" y="96398"/>
                    <a:pt x="170208" y="96398"/>
                    <a:pt x="170208" y="96398"/>
                  </a:cubicBezTo>
                  <a:cubicBezTo>
                    <a:pt x="170847" y="91291"/>
                    <a:pt x="168930" y="86184"/>
                    <a:pt x="165096" y="82353"/>
                  </a:cubicBezTo>
                  <a:close/>
                </a:path>
              </a:pathLst>
            </a:custGeom>
            <a:solidFill>
              <a:srgbClr val="0076A8"/>
            </a:solidFill>
            <a:ln w="6390" cap="flat">
              <a:noFill/>
              <a:prstDash val="solid"/>
              <a:miter/>
            </a:ln>
          </p:spPr>
          <p:txBody>
            <a:bodyPr rtlCol="0" anchor="ctr"/>
            <a:lstStyle/>
            <a:p>
              <a:endParaRPr lang="en-US"/>
            </a:p>
          </p:txBody>
        </p:sp>
      </p:grpSp>
      <p:grpSp>
        <p:nvGrpSpPr>
          <p:cNvPr id="12" name="Graphic 4">
            <a:extLst>
              <a:ext uri="{FF2B5EF4-FFF2-40B4-BE49-F238E27FC236}">
                <a16:creationId xmlns:a16="http://schemas.microsoft.com/office/drawing/2014/main" id="{1000DA7A-9192-894F-BB8B-734499EA2051}"/>
              </a:ext>
            </a:extLst>
          </p:cNvPr>
          <p:cNvGrpSpPr>
            <a:grpSpLocks noChangeAspect="1"/>
          </p:cNvGrpSpPr>
          <p:nvPr/>
        </p:nvGrpSpPr>
        <p:grpSpPr>
          <a:xfrm>
            <a:off x="6753524" y="918179"/>
            <a:ext cx="361670" cy="361333"/>
            <a:chOff x="6753524" y="918179"/>
            <a:chExt cx="361670" cy="361333"/>
          </a:xfrm>
          <a:solidFill>
            <a:srgbClr val="0076A8"/>
          </a:solidFill>
        </p:grpSpPr>
        <p:sp>
          <p:nvSpPr>
            <p:cNvPr id="13" name="Graphic 4">
              <a:extLst>
                <a:ext uri="{FF2B5EF4-FFF2-40B4-BE49-F238E27FC236}">
                  <a16:creationId xmlns:a16="http://schemas.microsoft.com/office/drawing/2014/main" id="{43C038F1-4B2D-6344-9E62-6EEBAF089B5A}"/>
                </a:ext>
              </a:extLst>
            </p:cNvPr>
            <p:cNvSpPr/>
            <p:nvPr/>
          </p:nvSpPr>
          <p:spPr>
            <a:xfrm>
              <a:off x="6753524" y="918179"/>
              <a:ext cx="361670" cy="361333"/>
            </a:xfrm>
            <a:custGeom>
              <a:avLst/>
              <a:gdLst>
                <a:gd name="connsiteX0" fmla="*/ 180835 w 361670"/>
                <a:gd name="connsiteY0" fmla="*/ 12768 h 361333"/>
                <a:gd name="connsiteX1" fmla="*/ 348890 w 361670"/>
                <a:gd name="connsiteY1" fmla="*/ 180667 h 361333"/>
                <a:gd name="connsiteX2" fmla="*/ 180835 w 361670"/>
                <a:gd name="connsiteY2" fmla="*/ 348565 h 361333"/>
                <a:gd name="connsiteX3" fmla="*/ 12780 w 361670"/>
                <a:gd name="connsiteY3" fmla="*/ 180667 h 361333"/>
                <a:gd name="connsiteX4" fmla="*/ 180835 w 361670"/>
                <a:gd name="connsiteY4" fmla="*/ 12768 h 361333"/>
                <a:gd name="connsiteX5" fmla="*/ 180835 w 361670"/>
                <a:gd name="connsiteY5" fmla="*/ 0 h 361333"/>
                <a:gd name="connsiteX6" fmla="*/ 0 w 361670"/>
                <a:gd name="connsiteY6" fmla="*/ 180667 h 361333"/>
                <a:gd name="connsiteX7" fmla="*/ 180835 w 361670"/>
                <a:gd name="connsiteY7" fmla="*/ 361333 h 361333"/>
                <a:gd name="connsiteX8" fmla="*/ 361670 w 361670"/>
                <a:gd name="connsiteY8" fmla="*/ 180667 h 361333"/>
                <a:gd name="connsiteX9" fmla="*/ 180835 w 361670"/>
                <a:gd name="connsiteY9" fmla="*/ 0 h 361333"/>
                <a:gd name="connsiteX10" fmla="*/ 180835 w 361670"/>
                <a:gd name="connsiteY10"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670" h="361333">
                  <a:moveTo>
                    <a:pt x="180835" y="12768"/>
                  </a:moveTo>
                  <a:cubicBezTo>
                    <a:pt x="273489" y="12768"/>
                    <a:pt x="348890" y="88099"/>
                    <a:pt x="348890" y="180667"/>
                  </a:cubicBezTo>
                  <a:cubicBezTo>
                    <a:pt x="348890" y="273234"/>
                    <a:pt x="273489" y="348565"/>
                    <a:pt x="180835" y="348565"/>
                  </a:cubicBezTo>
                  <a:cubicBezTo>
                    <a:pt x="88181" y="348565"/>
                    <a:pt x="12780" y="273234"/>
                    <a:pt x="12780" y="180667"/>
                  </a:cubicBezTo>
                  <a:cubicBezTo>
                    <a:pt x="12780" y="88099"/>
                    <a:pt x="88181" y="12768"/>
                    <a:pt x="180835" y="12768"/>
                  </a:cubicBezTo>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lnTo>
                    <a:pt x="180835" y="0"/>
                  </a:lnTo>
                  <a:close/>
                </a:path>
              </a:pathLst>
            </a:custGeom>
            <a:solidFill>
              <a:srgbClr val="0076A8"/>
            </a:solidFill>
            <a:ln w="6390" cap="flat">
              <a:noFill/>
              <a:prstDash val="solid"/>
              <a:miter/>
            </a:ln>
          </p:spPr>
          <p:txBody>
            <a:bodyPr rtlCol="0" anchor="ctr"/>
            <a:lstStyle/>
            <a:p>
              <a:endParaRPr lang="en-US"/>
            </a:p>
          </p:txBody>
        </p:sp>
        <p:grpSp>
          <p:nvGrpSpPr>
            <p:cNvPr id="14" name="Graphic 4">
              <a:extLst>
                <a:ext uri="{FF2B5EF4-FFF2-40B4-BE49-F238E27FC236}">
                  <a16:creationId xmlns:a16="http://schemas.microsoft.com/office/drawing/2014/main" id="{B7EA56E9-0890-304C-966C-9E57BE063517}"/>
                </a:ext>
              </a:extLst>
            </p:cNvPr>
            <p:cNvGrpSpPr/>
            <p:nvPr/>
          </p:nvGrpSpPr>
          <p:grpSpPr>
            <a:xfrm>
              <a:off x="6849138" y="990956"/>
              <a:ext cx="170846" cy="216416"/>
              <a:chOff x="6849138" y="990956"/>
              <a:chExt cx="170846" cy="216416"/>
            </a:xfrm>
            <a:solidFill>
              <a:srgbClr val="0076A8"/>
            </a:solidFill>
          </p:grpSpPr>
          <p:sp>
            <p:nvSpPr>
              <p:cNvPr id="15" name="Graphic 4">
                <a:extLst>
                  <a:ext uri="{FF2B5EF4-FFF2-40B4-BE49-F238E27FC236}">
                    <a16:creationId xmlns:a16="http://schemas.microsoft.com/office/drawing/2014/main" id="{A692A4EB-868F-C943-BEE3-B4CFEB667C19}"/>
                  </a:ext>
                </a:extLst>
              </p:cNvPr>
              <p:cNvSpPr/>
              <p:nvPr/>
            </p:nvSpPr>
            <p:spPr>
              <a:xfrm>
                <a:off x="6953529" y="1093100"/>
                <a:ext cx="39618" cy="47879"/>
              </a:xfrm>
              <a:custGeom>
                <a:avLst/>
                <a:gdLst>
                  <a:gd name="connsiteX0" fmla="*/ 19809 w 39618"/>
                  <a:gd name="connsiteY0" fmla="*/ 47880 h 47879"/>
                  <a:gd name="connsiteX1" fmla="*/ 0 w 39618"/>
                  <a:gd name="connsiteY1" fmla="*/ 29366 h 47879"/>
                  <a:gd name="connsiteX2" fmla="*/ 0 w 39618"/>
                  <a:gd name="connsiteY2" fmla="*/ 28089 h 47879"/>
                  <a:gd name="connsiteX3" fmla="*/ 6390 w 39618"/>
                  <a:gd name="connsiteY3" fmla="*/ 21706 h 47879"/>
                  <a:gd name="connsiteX4" fmla="*/ 12780 w 39618"/>
                  <a:gd name="connsiteY4" fmla="*/ 28089 h 47879"/>
                  <a:gd name="connsiteX5" fmla="*/ 19809 w 39618"/>
                  <a:gd name="connsiteY5" fmla="*/ 35112 h 47879"/>
                  <a:gd name="connsiteX6" fmla="*/ 24921 w 39618"/>
                  <a:gd name="connsiteY6" fmla="*/ 33197 h 47879"/>
                  <a:gd name="connsiteX7" fmla="*/ 26838 w 39618"/>
                  <a:gd name="connsiteY7" fmla="*/ 28089 h 47879"/>
                  <a:gd name="connsiteX8" fmla="*/ 26838 w 39618"/>
                  <a:gd name="connsiteY8" fmla="*/ 6384 h 47879"/>
                  <a:gd name="connsiteX9" fmla="*/ 33228 w 39618"/>
                  <a:gd name="connsiteY9" fmla="*/ 0 h 47879"/>
                  <a:gd name="connsiteX10" fmla="*/ 39618 w 39618"/>
                  <a:gd name="connsiteY10" fmla="*/ 6384 h 47879"/>
                  <a:gd name="connsiteX11" fmla="*/ 39618 w 39618"/>
                  <a:gd name="connsiteY11" fmla="*/ 28089 h 47879"/>
                  <a:gd name="connsiteX12" fmla="*/ 33867 w 39618"/>
                  <a:gd name="connsiteY12" fmla="*/ 42134 h 47879"/>
                  <a:gd name="connsiteX13" fmla="*/ 19809 w 39618"/>
                  <a:gd name="connsiteY13" fmla="*/ 47880 h 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618" h="47879">
                    <a:moveTo>
                      <a:pt x="19809" y="47880"/>
                    </a:moveTo>
                    <a:cubicBezTo>
                      <a:pt x="9585" y="47880"/>
                      <a:pt x="640" y="39581"/>
                      <a:pt x="0" y="29366"/>
                    </a:cubicBezTo>
                    <a:cubicBezTo>
                      <a:pt x="0" y="28728"/>
                      <a:pt x="0" y="28089"/>
                      <a:pt x="0" y="28089"/>
                    </a:cubicBezTo>
                    <a:cubicBezTo>
                      <a:pt x="0" y="24259"/>
                      <a:pt x="2556" y="21706"/>
                      <a:pt x="6390" y="21706"/>
                    </a:cubicBezTo>
                    <a:cubicBezTo>
                      <a:pt x="10225" y="21706"/>
                      <a:pt x="12780" y="24259"/>
                      <a:pt x="12780" y="28089"/>
                    </a:cubicBezTo>
                    <a:cubicBezTo>
                      <a:pt x="12780" y="32558"/>
                      <a:pt x="15975" y="35112"/>
                      <a:pt x="19809" y="35112"/>
                    </a:cubicBezTo>
                    <a:cubicBezTo>
                      <a:pt x="21726" y="35112"/>
                      <a:pt x="23643" y="34473"/>
                      <a:pt x="24921" y="33197"/>
                    </a:cubicBezTo>
                    <a:cubicBezTo>
                      <a:pt x="26199" y="31920"/>
                      <a:pt x="26838" y="30005"/>
                      <a:pt x="26838" y="28089"/>
                    </a:cubicBezTo>
                    <a:lnTo>
                      <a:pt x="26838" y="6384"/>
                    </a:lnTo>
                    <a:cubicBezTo>
                      <a:pt x="26838" y="2554"/>
                      <a:pt x="29394" y="0"/>
                      <a:pt x="33228" y="0"/>
                    </a:cubicBezTo>
                    <a:cubicBezTo>
                      <a:pt x="37062" y="0"/>
                      <a:pt x="39618" y="2554"/>
                      <a:pt x="39618" y="6384"/>
                    </a:cubicBezTo>
                    <a:lnTo>
                      <a:pt x="39618" y="28089"/>
                    </a:lnTo>
                    <a:cubicBezTo>
                      <a:pt x="39618" y="33197"/>
                      <a:pt x="37701" y="38304"/>
                      <a:pt x="33867" y="42134"/>
                    </a:cubicBezTo>
                    <a:cubicBezTo>
                      <a:pt x="30033" y="45965"/>
                      <a:pt x="24921" y="47880"/>
                      <a:pt x="19809" y="47880"/>
                    </a:cubicBezTo>
                    <a:close/>
                  </a:path>
                </a:pathLst>
              </a:custGeom>
              <a:solidFill>
                <a:srgbClr val="0076A8"/>
              </a:solidFill>
              <a:ln w="6390" cap="flat">
                <a:noFill/>
                <a:prstDash val="solid"/>
                <a:miter/>
              </a:ln>
            </p:spPr>
            <p:txBody>
              <a:bodyPr rtlCol="0" anchor="ctr"/>
              <a:lstStyle/>
              <a:p>
                <a:endParaRPr lang="en-US"/>
              </a:p>
            </p:txBody>
          </p:sp>
          <p:sp>
            <p:nvSpPr>
              <p:cNvPr id="16" name="Graphic 4">
                <a:extLst>
                  <a:ext uri="{FF2B5EF4-FFF2-40B4-BE49-F238E27FC236}">
                    <a16:creationId xmlns:a16="http://schemas.microsoft.com/office/drawing/2014/main" id="{8C7641D1-3CDE-AD47-A620-26DE6FE8A4DF}"/>
                  </a:ext>
                </a:extLst>
              </p:cNvPr>
              <p:cNvSpPr/>
              <p:nvPr/>
            </p:nvSpPr>
            <p:spPr>
              <a:xfrm>
                <a:off x="6926691" y="1100122"/>
                <a:ext cx="39617" cy="52987"/>
              </a:xfrm>
              <a:custGeom>
                <a:avLst/>
                <a:gdLst>
                  <a:gd name="connsiteX0" fmla="*/ 19809 w 39617"/>
                  <a:gd name="connsiteY0" fmla="*/ 52987 h 52987"/>
                  <a:gd name="connsiteX1" fmla="*/ 0 w 39617"/>
                  <a:gd name="connsiteY1" fmla="*/ 34474 h 52987"/>
                  <a:gd name="connsiteX2" fmla="*/ 0 w 39617"/>
                  <a:gd name="connsiteY2" fmla="*/ 33197 h 52987"/>
                  <a:gd name="connsiteX3" fmla="*/ 6390 w 39617"/>
                  <a:gd name="connsiteY3" fmla="*/ 26813 h 52987"/>
                  <a:gd name="connsiteX4" fmla="*/ 12780 w 39617"/>
                  <a:gd name="connsiteY4" fmla="*/ 33197 h 52987"/>
                  <a:gd name="connsiteX5" fmla="*/ 12780 w 39617"/>
                  <a:gd name="connsiteY5" fmla="*/ 33835 h 52987"/>
                  <a:gd name="connsiteX6" fmla="*/ 19809 w 39617"/>
                  <a:gd name="connsiteY6" fmla="*/ 40858 h 52987"/>
                  <a:gd name="connsiteX7" fmla="*/ 24921 w 39617"/>
                  <a:gd name="connsiteY7" fmla="*/ 38942 h 52987"/>
                  <a:gd name="connsiteX8" fmla="*/ 26837 w 39617"/>
                  <a:gd name="connsiteY8" fmla="*/ 33835 h 52987"/>
                  <a:gd name="connsiteX9" fmla="*/ 26837 w 39617"/>
                  <a:gd name="connsiteY9" fmla="*/ 6384 h 52987"/>
                  <a:gd name="connsiteX10" fmla="*/ 33227 w 39617"/>
                  <a:gd name="connsiteY10" fmla="*/ 0 h 52987"/>
                  <a:gd name="connsiteX11" fmla="*/ 39617 w 39617"/>
                  <a:gd name="connsiteY11" fmla="*/ 6384 h 52987"/>
                  <a:gd name="connsiteX12" fmla="*/ 39617 w 39617"/>
                  <a:gd name="connsiteY12" fmla="*/ 33835 h 52987"/>
                  <a:gd name="connsiteX13" fmla="*/ 33867 w 39617"/>
                  <a:gd name="connsiteY13" fmla="*/ 47880 h 52987"/>
                  <a:gd name="connsiteX14" fmla="*/ 19809 w 39617"/>
                  <a:gd name="connsiteY14" fmla="*/ 52987 h 52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617" h="52987">
                    <a:moveTo>
                      <a:pt x="19809" y="52987"/>
                    </a:moveTo>
                    <a:cubicBezTo>
                      <a:pt x="9585" y="52987"/>
                      <a:pt x="639" y="44688"/>
                      <a:pt x="0" y="34474"/>
                    </a:cubicBezTo>
                    <a:cubicBezTo>
                      <a:pt x="0" y="33835"/>
                      <a:pt x="0" y="33197"/>
                      <a:pt x="0" y="33197"/>
                    </a:cubicBezTo>
                    <a:cubicBezTo>
                      <a:pt x="0" y="29366"/>
                      <a:pt x="2556" y="26813"/>
                      <a:pt x="6390" y="26813"/>
                    </a:cubicBezTo>
                    <a:cubicBezTo>
                      <a:pt x="10224" y="26813"/>
                      <a:pt x="12780" y="29366"/>
                      <a:pt x="12780" y="33197"/>
                    </a:cubicBezTo>
                    <a:lnTo>
                      <a:pt x="12780" y="33835"/>
                    </a:lnTo>
                    <a:cubicBezTo>
                      <a:pt x="12780" y="37666"/>
                      <a:pt x="15975" y="40858"/>
                      <a:pt x="19809" y="40858"/>
                    </a:cubicBezTo>
                    <a:cubicBezTo>
                      <a:pt x="21726" y="40858"/>
                      <a:pt x="23642" y="40219"/>
                      <a:pt x="24921" y="38942"/>
                    </a:cubicBezTo>
                    <a:cubicBezTo>
                      <a:pt x="26199" y="37666"/>
                      <a:pt x="26837" y="35750"/>
                      <a:pt x="26837" y="33835"/>
                    </a:cubicBezTo>
                    <a:lnTo>
                      <a:pt x="26837" y="6384"/>
                    </a:lnTo>
                    <a:cubicBezTo>
                      <a:pt x="26837" y="2554"/>
                      <a:pt x="29394" y="0"/>
                      <a:pt x="33227" y="0"/>
                    </a:cubicBezTo>
                    <a:cubicBezTo>
                      <a:pt x="37062" y="0"/>
                      <a:pt x="39617" y="2554"/>
                      <a:pt x="39617" y="6384"/>
                    </a:cubicBezTo>
                    <a:lnTo>
                      <a:pt x="39617" y="33835"/>
                    </a:lnTo>
                    <a:cubicBezTo>
                      <a:pt x="39617" y="38942"/>
                      <a:pt x="37701" y="44050"/>
                      <a:pt x="33867" y="47880"/>
                    </a:cubicBezTo>
                    <a:cubicBezTo>
                      <a:pt x="30032" y="51072"/>
                      <a:pt x="24921" y="52987"/>
                      <a:pt x="19809" y="52987"/>
                    </a:cubicBezTo>
                    <a:close/>
                  </a:path>
                </a:pathLst>
              </a:custGeom>
              <a:solidFill>
                <a:srgbClr val="0076A8"/>
              </a:solidFill>
              <a:ln w="6390" cap="flat">
                <a:noFill/>
                <a:prstDash val="solid"/>
                <a:miter/>
              </a:ln>
            </p:spPr>
            <p:txBody>
              <a:bodyPr rtlCol="0" anchor="ctr"/>
              <a:lstStyle/>
              <a:p>
                <a:endParaRPr lang="en-US"/>
              </a:p>
            </p:txBody>
          </p:sp>
          <p:sp>
            <p:nvSpPr>
              <p:cNvPr id="17" name="Graphic 4">
                <a:extLst>
                  <a:ext uri="{FF2B5EF4-FFF2-40B4-BE49-F238E27FC236}">
                    <a16:creationId xmlns:a16="http://schemas.microsoft.com/office/drawing/2014/main" id="{DCE6B15D-4DF5-DC4E-AF20-DDB79E89962F}"/>
                  </a:ext>
                </a:extLst>
              </p:cNvPr>
              <p:cNvSpPr/>
              <p:nvPr/>
            </p:nvSpPr>
            <p:spPr>
              <a:xfrm>
                <a:off x="6980367" y="990956"/>
                <a:ext cx="39617" cy="139170"/>
              </a:xfrm>
              <a:custGeom>
                <a:avLst/>
                <a:gdLst>
                  <a:gd name="connsiteX0" fmla="*/ 19809 w 39617"/>
                  <a:gd name="connsiteY0" fmla="*/ 139171 h 139170"/>
                  <a:gd name="connsiteX1" fmla="*/ 0 w 39617"/>
                  <a:gd name="connsiteY1" fmla="*/ 119380 h 139170"/>
                  <a:gd name="connsiteX2" fmla="*/ 6390 w 39617"/>
                  <a:gd name="connsiteY2" fmla="*/ 112996 h 139170"/>
                  <a:gd name="connsiteX3" fmla="*/ 12780 w 39617"/>
                  <a:gd name="connsiteY3" fmla="*/ 119380 h 139170"/>
                  <a:gd name="connsiteX4" fmla="*/ 19809 w 39617"/>
                  <a:gd name="connsiteY4" fmla="*/ 126403 h 139170"/>
                  <a:gd name="connsiteX5" fmla="*/ 24921 w 39617"/>
                  <a:gd name="connsiteY5" fmla="*/ 124488 h 139170"/>
                  <a:gd name="connsiteX6" fmla="*/ 26837 w 39617"/>
                  <a:gd name="connsiteY6" fmla="*/ 119380 h 139170"/>
                  <a:gd name="connsiteX7" fmla="*/ 26837 w 39617"/>
                  <a:gd name="connsiteY7" fmla="*/ 103420 h 139170"/>
                  <a:gd name="connsiteX8" fmla="*/ 26837 w 39617"/>
                  <a:gd name="connsiteY8" fmla="*/ 103420 h 139170"/>
                  <a:gd name="connsiteX9" fmla="*/ 26837 w 39617"/>
                  <a:gd name="connsiteY9" fmla="*/ 72139 h 139170"/>
                  <a:gd name="connsiteX10" fmla="*/ 15336 w 39617"/>
                  <a:gd name="connsiteY10" fmla="*/ 44049 h 139170"/>
                  <a:gd name="connsiteX11" fmla="*/ 9585 w 39617"/>
                  <a:gd name="connsiteY11" fmla="*/ 29366 h 139170"/>
                  <a:gd name="connsiteX12" fmla="*/ 9585 w 39617"/>
                  <a:gd name="connsiteY12" fmla="*/ 6384 h 139170"/>
                  <a:gd name="connsiteX13" fmla="*/ 15975 w 39617"/>
                  <a:gd name="connsiteY13" fmla="*/ 0 h 139170"/>
                  <a:gd name="connsiteX14" fmla="*/ 22365 w 39617"/>
                  <a:gd name="connsiteY14" fmla="*/ 6384 h 139170"/>
                  <a:gd name="connsiteX15" fmla="*/ 22365 w 39617"/>
                  <a:gd name="connsiteY15" fmla="*/ 29366 h 139170"/>
                  <a:gd name="connsiteX16" fmla="*/ 24921 w 39617"/>
                  <a:gd name="connsiteY16" fmla="*/ 35112 h 139170"/>
                  <a:gd name="connsiteX17" fmla="*/ 39617 w 39617"/>
                  <a:gd name="connsiteY17" fmla="*/ 72139 h 139170"/>
                  <a:gd name="connsiteX18" fmla="*/ 39617 w 39617"/>
                  <a:gd name="connsiteY18" fmla="*/ 120019 h 139170"/>
                  <a:gd name="connsiteX19" fmla="*/ 39617 w 39617"/>
                  <a:gd name="connsiteY19" fmla="*/ 120019 h 139170"/>
                  <a:gd name="connsiteX20" fmla="*/ 33866 w 39617"/>
                  <a:gd name="connsiteY20" fmla="*/ 134064 h 139170"/>
                  <a:gd name="connsiteX21" fmla="*/ 19809 w 39617"/>
                  <a:gd name="connsiteY21" fmla="*/ 139171 h 139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617" h="139170">
                    <a:moveTo>
                      <a:pt x="19809" y="139171"/>
                    </a:moveTo>
                    <a:cubicBezTo>
                      <a:pt x="8946" y="139171"/>
                      <a:pt x="0" y="130233"/>
                      <a:pt x="0" y="119380"/>
                    </a:cubicBezTo>
                    <a:cubicBezTo>
                      <a:pt x="0" y="115550"/>
                      <a:pt x="2556" y="112996"/>
                      <a:pt x="6390" y="112996"/>
                    </a:cubicBezTo>
                    <a:cubicBezTo>
                      <a:pt x="10224" y="112996"/>
                      <a:pt x="12780" y="115550"/>
                      <a:pt x="12780" y="119380"/>
                    </a:cubicBezTo>
                    <a:cubicBezTo>
                      <a:pt x="12780" y="123211"/>
                      <a:pt x="15975" y="126403"/>
                      <a:pt x="19809" y="126403"/>
                    </a:cubicBezTo>
                    <a:cubicBezTo>
                      <a:pt x="21726" y="126403"/>
                      <a:pt x="23642" y="125764"/>
                      <a:pt x="24921" y="124488"/>
                    </a:cubicBezTo>
                    <a:cubicBezTo>
                      <a:pt x="26199" y="123211"/>
                      <a:pt x="26837" y="121296"/>
                      <a:pt x="26837" y="119380"/>
                    </a:cubicBezTo>
                    <a:lnTo>
                      <a:pt x="26837" y="103420"/>
                    </a:lnTo>
                    <a:cubicBezTo>
                      <a:pt x="26837" y="103420"/>
                      <a:pt x="26837" y="103420"/>
                      <a:pt x="26837" y="103420"/>
                    </a:cubicBezTo>
                    <a:lnTo>
                      <a:pt x="26837" y="72139"/>
                    </a:lnTo>
                    <a:cubicBezTo>
                      <a:pt x="26837" y="61925"/>
                      <a:pt x="23004" y="51710"/>
                      <a:pt x="15336" y="44049"/>
                    </a:cubicBezTo>
                    <a:cubicBezTo>
                      <a:pt x="11501" y="40219"/>
                      <a:pt x="9585" y="35112"/>
                      <a:pt x="9585" y="29366"/>
                    </a:cubicBezTo>
                    <a:lnTo>
                      <a:pt x="9585" y="6384"/>
                    </a:lnTo>
                    <a:cubicBezTo>
                      <a:pt x="9585" y="2554"/>
                      <a:pt x="12141" y="0"/>
                      <a:pt x="15975" y="0"/>
                    </a:cubicBezTo>
                    <a:cubicBezTo>
                      <a:pt x="19809" y="0"/>
                      <a:pt x="22365" y="2554"/>
                      <a:pt x="22365" y="6384"/>
                    </a:cubicBezTo>
                    <a:lnTo>
                      <a:pt x="22365" y="29366"/>
                    </a:lnTo>
                    <a:cubicBezTo>
                      <a:pt x="22365" y="31281"/>
                      <a:pt x="23004" y="33835"/>
                      <a:pt x="24921" y="35112"/>
                    </a:cubicBezTo>
                    <a:cubicBezTo>
                      <a:pt x="34506" y="45326"/>
                      <a:pt x="39617" y="58094"/>
                      <a:pt x="39617" y="72139"/>
                    </a:cubicBezTo>
                    <a:lnTo>
                      <a:pt x="39617" y="120019"/>
                    </a:lnTo>
                    <a:cubicBezTo>
                      <a:pt x="39617" y="120019"/>
                      <a:pt x="39617" y="120019"/>
                      <a:pt x="39617" y="120019"/>
                    </a:cubicBezTo>
                    <a:cubicBezTo>
                      <a:pt x="39617" y="125126"/>
                      <a:pt x="37701" y="130233"/>
                      <a:pt x="33866" y="134064"/>
                    </a:cubicBezTo>
                    <a:cubicBezTo>
                      <a:pt x="30671" y="137256"/>
                      <a:pt x="25560" y="139171"/>
                      <a:pt x="19809" y="139171"/>
                    </a:cubicBezTo>
                    <a:close/>
                  </a:path>
                </a:pathLst>
              </a:custGeom>
              <a:solidFill>
                <a:srgbClr val="0076A8"/>
              </a:solidFill>
              <a:ln w="6390" cap="flat">
                <a:noFill/>
                <a:prstDash val="solid"/>
                <a:miter/>
              </a:ln>
            </p:spPr>
            <p:txBody>
              <a:bodyPr rtlCol="0" anchor="ctr"/>
              <a:lstStyle/>
              <a:p>
                <a:endParaRPr lang="en-US"/>
              </a:p>
            </p:txBody>
          </p:sp>
          <p:sp>
            <p:nvSpPr>
              <p:cNvPr id="18" name="Graphic 4">
                <a:extLst>
                  <a:ext uri="{FF2B5EF4-FFF2-40B4-BE49-F238E27FC236}">
                    <a16:creationId xmlns:a16="http://schemas.microsoft.com/office/drawing/2014/main" id="{6F74621A-80CF-8247-8C5C-F3AA678BAF10}"/>
                  </a:ext>
                </a:extLst>
              </p:cNvPr>
              <p:cNvSpPr/>
              <p:nvPr/>
            </p:nvSpPr>
            <p:spPr>
              <a:xfrm>
                <a:off x="6849138" y="990956"/>
                <a:ext cx="89055" cy="216416"/>
              </a:xfrm>
              <a:custGeom>
                <a:avLst/>
                <a:gdLst>
                  <a:gd name="connsiteX0" fmla="*/ 69886 w 89055"/>
                  <a:gd name="connsiteY0" fmla="*/ 216417 h 216416"/>
                  <a:gd name="connsiteX1" fmla="*/ 50077 w 89055"/>
                  <a:gd name="connsiteY1" fmla="*/ 196627 h 216416"/>
                  <a:gd name="connsiteX2" fmla="*/ 50077 w 89055"/>
                  <a:gd name="connsiteY2" fmla="*/ 112996 h 216416"/>
                  <a:gd name="connsiteX3" fmla="*/ 39853 w 89055"/>
                  <a:gd name="connsiteY3" fmla="*/ 129595 h 216416"/>
                  <a:gd name="connsiteX4" fmla="*/ 8542 w 89055"/>
                  <a:gd name="connsiteY4" fmla="*/ 137894 h 216416"/>
                  <a:gd name="connsiteX5" fmla="*/ 874 w 89055"/>
                  <a:gd name="connsiteY5" fmla="*/ 121296 h 216416"/>
                  <a:gd name="connsiteX6" fmla="*/ 30268 w 89055"/>
                  <a:gd name="connsiteY6" fmla="*/ 49795 h 216416"/>
                  <a:gd name="connsiteX7" fmla="*/ 46882 w 89055"/>
                  <a:gd name="connsiteY7" fmla="*/ 29366 h 216416"/>
                  <a:gd name="connsiteX8" fmla="*/ 50077 w 89055"/>
                  <a:gd name="connsiteY8" fmla="*/ 22982 h 216416"/>
                  <a:gd name="connsiteX9" fmla="*/ 50077 w 89055"/>
                  <a:gd name="connsiteY9" fmla="*/ 6384 h 216416"/>
                  <a:gd name="connsiteX10" fmla="*/ 56467 w 89055"/>
                  <a:gd name="connsiteY10" fmla="*/ 0 h 216416"/>
                  <a:gd name="connsiteX11" fmla="*/ 62856 w 89055"/>
                  <a:gd name="connsiteY11" fmla="*/ 6384 h 216416"/>
                  <a:gd name="connsiteX12" fmla="*/ 62856 w 89055"/>
                  <a:gd name="connsiteY12" fmla="*/ 22982 h 216416"/>
                  <a:gd name="connsiteX13" fmla="*/ 54550 w 89055"/>
                  <a:gd name="connsiteY13" fmla="*/ 40219 h 216416"/>
                  <a:gd name="connsiteX14" fmla="*/ 42409 w 89055"/>
                  <a:gd name="connsiteY14" fmla="*/ 55541 h 216416"/>
                  <a:gd name="connsiteX15" fmla="*/ 13015 w 89055"/>
                  <a:gd name="connsiteY15" fmla="*/ 126403 h 216416"/>
                  <a:gd name="connsiteX16" fmla="*/ 19405 w 89055"/>
                  <a:gd name="connsiteY16" fmla="*/ 128318 h 216416"/>
                  <a:gd name="connsiteX17" fmla="*/ 28990 w 89055"/>
                  <a:gd name="connsiteY17" fmla="*/ 123849 h 216416"/>
                  <a:gd name="connsiteX18" fmla="*/ 50716 w 89055"/>
                  <a:gd name="connsiteY18" fmla="*/ 87461 h 216416"/>
                  <a:gd name="connsiteX19" fmla="*/ 57745 w 89055"/>
                  <a:gd name="connsiteY19" fmla="*/ 84907 h 216416"/>
                  <a:gd name="connsiteX20" fmla="*/ 62218 w 89055"/>
                  <a:gd name="connsiteY20" fmla="*/ 91291 h 216416"/>
                  <a:gd name="connsiteX21" fmla="*/ 62218 w 89055"/>
                  <a:gd name="connsiteY21" fmla="*/ 197903 h 216416"/>
                  <a:gd name="connsiteX22" fmla="*/ 69246 w 89055"/>
                  <a:gd name="connsiteY22" fmla="*/ 204926 h 216416"/>
                  <a:gd name="connsiteX23" fmla="*/ 74359 w 89055"/>
                  <a:gd name="connsiteY23" fmla="*/ 203011 h 216416"/>
                  <a:gd name="connsiteX24" fmla="*/ 76276 w 89055"/>
                  <a:gd name="connsiteY24" fmla="*/ 198542 h 216416"/>
                  <a:gd name="connsiteX25" fmla="*/ 76276 w 89055"/>
                  <a:gd name="connsiteY25" fmla="*/ 123211 h 216416"/>
                  <a:gd name="connsiteX26" fmla="*/ 82666 w 89055"/>
                  <a:gd name="connsiteY26" fmla="*/ 116827 h 216416"/>
                  <a:gd name="connsiteX27" fmla="*/ 89056 w 89055"/>
                  <a:gd name="connsiteY27" fmla="*/ 123211 h 216416"/>
                  <a:gd name="connsiteX28" fmla="*/ 89056 w 89055"/>
                  <a:gd name="connsiteY28" fmla="*/ 197903 h 216416"/>
                  <a:gd name="connsiteX29" fmla="*/ 89056 w 89055"/>
                  <a:gd name="connsiteY29" fmla="*/ 199180 h 216416"/>
                  <a:gd name="connsiteX30" fmla="*/ 83305 w 89055"/>
                  <a:gd name="connsiteY30" fmla="*/ 211948 h 216416"/>
                  <a:gd name="connsiteX31" fmla="*/ 69886 w 89055"/>
                  <a:gd name="connsiteY31" fmla="*/ 216417 h 21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9055" h="216416">
                    <a:moveTo>
                      <a:pt x="69886" y="216417"/>
                    </a:moveTo>
                    <a:cubicBezTo>
                      <a:pt x="59023" y="216417"/>
                      <a:pt x="50077" y="207479"/>
                      <a:pt x="50077" y="196627"/>
                    </a:cubicBezTo>
                    <a:lnTo>
                      <a:pt x="50077" y="112996"/>
                    </a:lnTo>
                    <a:cubicBezTo>
                      <a:pt x="46882" y="118104"/>
                      <a:pt x="43048" y="123849"/>
                      <a:pt x="39853" y="129595"/>
                    </a:cubicBezTo>
                    <a:cubicBezTo>
                      <a:pt x="32824" y="141086"/>
                      <a:pt x="18127" y="143001"/>
                      <a:pt x="8542" y="137894"/>
                    </a:cubicBezTo>
                    <a:cubicBezTo>
                      <a:pt x="1513" y="134702"/>
                      <a:pt x="-1682" y="127680"/>
                      <a:pt x="874" y="121296"/>
                    </a:cubicBezTo>
                    <a:lnTo>
                      <a:pt x="30268" y="49795"/>
                    </a:lnTo>
                    <a:cubicBezTo>
                      <a:pt x="33463" y="42134"/>
                      <a:pt x="39214" y="34473"/>
                      <a:pt x="46882" y="29366"/>
                    </a:cubicBezTo>
                    <a:cubicBezTo>
                      <a:pt x="48799" y="28089"/>
                      <a:pt x="50077" y="25536"/>
                      <a:pt x="50077" y="22982"/>
                    </a:cubicBezTo>
                    <a:lnTo>
                      <a:pt x="50077" y="6384"/>
                    </a:lnTo>
                    <a:cubicBezTo>
                      <a:pt x="50077" y="2554"/>
                      <a:pt x="52633" y="0"/>
                      <a:pt x="56467" y="0"/>
                    </a:cubicBezTo>
                    <a:cubicBezTo>
                      <a:pt x="60301" y="0"/>
                      <a:pt x="62856" y="2554"/>
                      <a:pt x="62856" y="6384"/>
                    </a:cubicBezTo>
                    <a:lnTo>
                      <a:pt x="62856" y="22982"/>
                    </a:lnTo>
                    <a:cubicBezTo>
                      <a:pt x="62856" y="29366"/>
                      <a:pt x="59661" y="35750"/>
                      <a:pt x="54550" y="40219"/>
                    </a:cubicBezTo>
                    <a:cubicBezTo>
                      <a:pt x="48799" y="44049"/>
                      <a:pt x="44326" y="49795"/>
                      <a:pt x="42409" y="55541"/>
                    </a:cubicBezTo>
                    <a:lnTo>
                      <a:pt x="13015" y="126403"/>
                    </a:lnTo>
                    <a:cubicBezTo>
                      <a:pt x="13654" y="127041"/>
                      <a:pt x="16210" y="128318"/>
                      <a:pt x="19405" y="128318"/>
                    </a:cubicBezTo>
                    <a:cubicBezTo>
                      <a:pt x="21322" y="128318"/>
                      <a:pt x="26434" y="127680"/>
                      <a:pt x="28990" y="123849"/>
                    </a:cubicBezTo>
                    <a:cubicBezTo>
                      <a:pt x="39214" y="106612"/>
                      <a:pt x="50716" y="87461"/>
                      <a:pt x="50716" y="87461"/>
                    </a:cubicBezTo>
                    <a:cubicBezTo>
                      <a:pt x="51994" y="84907"/>
                      <a:pt x="55189" y="83630"/>
                      <a:pt x="57745" y="84907"/>
                    </a:cubicBezTo>
                    <a:cubicBezTo>
                      <a:pt x="60301" y="85545"/>
                      <a:pt x="62218" y="88099"/>
                      <a:pt x="62218" y="91291"/>
                    </a:cubicBezTo>
                    <a:lnTo>
                      <a:pt x="62218" y="197903"/>
                    </a:lnTo>
                    <a:cubicBezTo>
                      <a:pt x="62218" y="201734"/>
                      <a:pt x="65413" y="204926"/>
                      <a:pt x="69246" y="204926"/>
                    </a:cubicBezTo>
                    <a:cubicBezTo>
                      <a:pt x="71164" y="204926"/>
                      <a:pt x="73081" y="204287"/>
                      <a:pt x="74359" y="203011"/>
                    </a:cubicBezTo>
                    <a:cubicBezTo>
                      <a:pt x="75636" y="201734"/>
                      <a:pt x="76276" y="200457"/>
                      <a:pt x="76276" y="198542"/>
                    </a:cubicBezTo>
                    <a:lnTo>
                      <a:pt x="76276" y="123211"/>
                    </a:lnTo>
                    <a:cubicBezTo>
                      <a:pt x="76276" y="119380"/>
                      <a:pt x="78831" y="116827"/>
                      <a:pt x="82666" y="116827"/>
                    </a:cubicBezTo>
                    <a:cubicBezTo>
                      <a:pt x="86500" y="116827"/>
                      <a:pt x="89056" y="119380"/>
                      <a:pt x="89056" y="123211"/>
                    </a:cubicBezTo>
                    <a:lnTo>
                      <a:pt x="89056" y="197903"/>
                    </a:lnTo>
                    <a:cubicBezTo>
                      <a:pt x="89056" y="198542"/>
                      <a:pt x="89056" y="199180"/>
                      <a:pt x="89056" y="199180"/>
                    </a:cubicBezTo>
                    <a:cubicBezTo>
                      <a:pt x="88416" y="203649"/>
                      <a:pt x="86500" y="208118"/>
                      <a:pt x="83305" y="211948"/>
                    </a:cubicBezTo>
                    <a:cubicBezTo>
                      <a:pt x="80110" y="214502"/>
                      <a:pt x="75636" y="216417"/>
                      <a:pt x="69886" y="216417"/>
                    </a:cubicBezTo>
                    <a:close/>
                  </a:path>
                </a:pathLst>
              </a:custGeom>
              <a:solidFill>
                <a:srgbClr val="0076A8"/>
              </a:solidFill>
              <a:ln w="6390" cap="flat">
                <a:noFill/>
                <a:prstDash val="solid"/>
                <a:miter/>
              </a:ln>
            </p:spPr>
            <p:txBody>
              <a:bodyPr rtlCol="0" anchor="ctr"/>
              <a:lstStyle/>
              <a:p>
                <a:endParaRPr lang="en-US"/>
              </a:p>
            </p:txBody>
          </p:sp>
        </p:grpSp>
      </p:grpSp>
      <p:grpSp>
        <p:nvGrpSpPr>
          <p:cNvPr id="19" name="Graphic 4">
            <a:extLst>
              <a:ext uri="{FF2B5EF4-FFF2-40B4-BE49-F238E27FC236}">
                <a16:creationId xmlns:a16="http://schemas.microsoft.com/office/drawing/2014/main" id="{AF2230C6-8A95-384C-8AA4-2B74692F0934}"/>
              </a:ext>
            </a:extLst>
          </p:cNvPr>
          <p:cNvGrpSpPr>
            <a:grpSpLocks noChangeAspect="1"/>
          </p:cNvGrpSpPr>
          <p:nvPr/>
        </p:nvGrpSpPr>
        <p:grpSpPr>
          <a:xfrm>
            <a:off x="7802113" y="918179"/>
            <a:ext cx="361670" cy="361333"/>
            <a:chOff x="7802113" y="918179"/>
            <a:chExt cx="361670" cy="361333"/>
          </a:xfrm>
          <a:solidFill>
            <a:srgbClr val="0076A8"/>
          </a:solidFill>
        </p:grpSpPr>
        <p:sp>
          <p:nvSpPr>
            <p:cNvPr id="20" name="Graphic 4">
              <a:extLst>
                <a:ext uri="{FF2B5EF4-FFF2-40B4-BE49-F238E27FC236}">
                  <a16:creationId xmlns:a16="http://schemas.microsoft.com/office/drawing/2014/main" id="{11C7A211-1117-F046-9D84-C90EF2D82AC3}"/>
                </a:ext>
              </a:extLst>
            </p:cNvPr>
            <p:cNvSpPr/>
            <p:nvPr/>
          </p:nvSpPr>
          <p:spPr>
            <a:xfrm>
              <a:off x="7802113" y="918179"/>
              <a:ext cx="361670" cy="361333"/>
            </a:xfrm>
            <a:custGeom>
              <a:avLst/>
              <a:gdLst>
                <a:gd name="connsiteX0" fmla="*/ 180836 w 361670"/>
                <a:gd name="connsiteY0" fmla="*/ 12768 h 361333"/>
                <a:gd name="connsiteX1" fmla="*/ 348890 w 361670"/>
                <a:gd name="connsiteY1" fmla="*/ 180667 h 361333"/>
                <a:gd name="connsiteX2" fmla="*/ 180836 w 361670"/>
                <a:gd name="connsiteY2" fmla="*/ 348565 h 361333"/>
                <a:gd name="connsiteX3" fmla="*/ 12780 w 361670"/>
                <a:gd name="connsiteY3" fmla="*/ 180667 h 361333"/>
                <a:gd name="connsiteX4" fmla="*/ 180836 w 361670"/>
                <a:gd name="connsiteY4" fmla="*/ 12768 h 361333"/>
                <a:gd name="connsiteX5" fmla="*/ 180836 w 361670"/>
                <a:gd name="connsiteY5" fmla="*/ 0 h 361333"/>
                <a:gd name="connsiteX6" fmla="*/ 0 w 361670"/>
                <a:gd name="connsiteY6" fmla="*/ 180667 h 361333"/>
                <a:gd name="connsiteX7" fmla="*/ 180836 w 361670"/>
                <a:gd name="connsiteY7" fmla="*/ 361333 h 361333"/>
                <a:gd name="connsiteX8" fmla="*/ 361670 w 361670"/>
                <a:gd name="connsiteY8" fmla="*/ 180667 h 361333"/>
                <a:gd name="connsiteX9" fmla="*/ 180836 w 361670"/>
                <a:gd name="connsiteY9" fmla="*/ 0 h 361333"/>
                <a:gd name="connsiteX10" fmla="*/ 180836 w 361670"/>
                <a:gd name="connsiteY10"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670" h="361333">
                  <a:moveTo>
                    <a:pt x="180836" y="12768"/>
                  </a:moveTo>
                  <a:cubicBezTo>
                    <a:pt x="273490" y="12768"/>
                    <a:pt x="348890" y="88099"/>
                    <a:pt x="348890" y="180667"/>
                  </a:cubicBezTo>
                  <a:cubicBezTo>
                    <a:pt x="348890" y="273234"/>
                    <a:pt x="273490" y="348565"/>
                    <a:pt x="180836" y="348565"/>
                  </a:cubicBezTo>
                  <a:cubicBezTo>
                    <a:pt x="88181" y="348565"/>
                    <a:pt x="12780" y="273234"/>
                    <a:pt x="12780" y="180667"/>
                  </a:cubicBezTo>
                  <a:cubicBezTo>
                    <a:pt x="12780" y="88099"/>
                    <a:pt x="87542" y="12768"/>
                    <a:pt x="180836" y="12768"/>
                  </a:cubicBezTo>
                  <a:moveTo>
                    <a:pt x="180836" y="0"/>
                  </a:moveTo>
                  <a:cubicBezTo>
                    <a:pt x="80513" y="0"/>
                    <a:pt x="0" y="81077"/>
                    <a:pt x="0" y="180667"/>
                  </a:cubicBezTo>
                  <a:cubicBezTo>
                    <a:pt x="0" y="280257"/>
                    <a:pt x="81152" y="361333"/>
                    <a:pt x="180836" y="361333"/>
                  </a:cubicBezTo>
                  <a:cubicBezTo>
                    <a:pt x="281157" y="361333"/>
                    <a:pt x="361670" y="280257"/>
                    <a:pt x="361670" y="180667"/>
                  </a:cubicBezTo>
                  <a:cubicBezTo>
                    <a:pt x="361670" y="81077"/>
                    <a:pt x="280518" y="0"/>
                    <a:pt x="180836" y="0"/>
                  </a:cubicBezTo>
                  <a:lnTo>
                    <a:pt x="180836" y="0"/>
                  </a:lnTo>
                  <a:close/>
                </a:path>
              </a:pathLst>
            </a:custGeom>
            <a:solidFill>
              <a:srgbClr val="0076A8"/>
            </a:solidFill>
            <a:ln w="6390" cap="flat">
              <a:noFill/>
              <a:prstDash val="solid"/>
              <a:miter/>
            </a:ln>
          </p:spPr>
          <p:txBody>
            <a:bodyPr rtlCol="0" anchor="ctr"/>
            <a:lstStyle/>
            <a:p>
              <a:endParaRPr lang="en-US"/>
            </a:p>
          </p:txBody>
        </p:sp>
        <p:grpSp>
          <p:nvGrpSpPr>
            <p:cNvPr id="21" name="Graphic 4">
              <a:extLst>
                <a:ext uri="{FF2B5EF4-FFF2-40B4-BE49-F238E27FC236}">
                  <a16:creationId xmlns:a16="http://schemas.microsoft.com/office/drawing/2014/main" id="{8FD34DDA-E9B4-C440-9E00-9D711466111F}"/>
                </a:ext>
              </a:extLst>
            </p:cNvPr>
            <p:cNvGrpSpPr/>
            <p:nvPr/>
          </p:nvGrpSpPr>
          <p:grpSpPr>
            <a:xfrm>
              <a:off x="7873041" y="1013703"/>
              <a:ext cx="216619" cy="170687"/>
              <a:chOff x="7873041" y="1013703"/>
              <a:chExt cx="216619" cy="170687"/>
            </a:xfrm>
            <a:solidFill>
              <a:srgbClr val="0076A8"/>
            </a:solidFill>
          </p:grpSpPr>
          <p:sp>
            <p:nvSpPr>
              <p:cNvPr id="22" name="Graphic 4">
                <a:extLst>
                  <a:ext uri="{FF2B5EF4-FFF2-40B4-BE49-F238E27FC236}">
                    <a16:creationId xmlns:a16="http://schemas.microsoft.com/office/drawing/2014/main" id="{50BEB589-64EA-E84B-B2F1-1545AFBA0B00}"/>
                  </a:ext>
                </a:extLst>
              </p:cNvPr>
              <p:cNvSpPr/>
              <p:nvPr/>
            </p:nvSpPr>
            <p:spPr>
              <a:xfrm>
                <a:off x="7976558" y="1117997"/>
                <a:ext cx="48563" cy="39580"/>
              </a:xfrm>
              <a:custGeom>
                <a:avLst/>
                <a:gdLst>
                  <a:gd name="connsiteX0" fmla="*/ 28115 w 48563"/>
                  <a:gd name="connsiteY0" fmla="*/ 39581 h 39580"/>
                  <a:gd name="connsiteX1" fmla="*/ 6390 w 48563"/>
                  <a:gd name="connsiteY1" fmla="*/ 39581 h 39580"/>
                  <a:gd name="connsiteX2" fmla="*/ 0 w 48563"/>
                  <a:gd name="connsiteY2" fmla="*/ 33197 h 39580"/>
                  <a:gd name="connsiteX3" fmla="*/ 6390 w 48563"/>
                  <a:gd name="connsiteY3" fmla="*/ 26813 h 39580"/>
                  <a:gd name="connsiteX4" fmla="*/ 28115 w 48563"/>
                  <a:gd name="connsiteY4" fmla="*/ 26813 h 39580"/>
                  <a:gd name="connsiteX5" fmla="*/ 33227 w 48563"/>
                  <a:gd name="connsiteY5" fmla="*/ 24897 h 39580"/>
                  <a:gd name="connsiteX6" fmla="*/ 35145 w 48563"/>
                  <a:gd name="connsiteY6" fmla="*/ 19790 h 39580"/>
                  <a:gd name="connsiteX7" fmla="*/ 28755 w 48563"/>
                  <a:gd name="connsiteY7" fmla="*/ 12768 h 39580"/>
                  <a:gd name="connsiteX8" fmla="*/ 22365 w 48563"/>
                  <a:gd name="connsiteY8" fmla="*/ 6384 h 39580"/>
                  <a:gd name="connsiteX9" fmla="*/ 28755 w 48563"/>
                  <a:gd name="connsiteY9" fmla="*/ 0 h 39580"/>
                  <a:gd name="connsiteX10" fmla="*/ 30032 w 48563"/>
                  <a:gd name="connsiteY10" fmla="*/ 0 h 39580"/>
                  <a:gd name="connsiteX11" fmla="*/ 48563 w 48563"/>
                  <a:gd name="connsiteY11" fmla="*/ 19790 h 39580"/>
                  <a:gd name="connsiteX12" fmla="*/ 42812 w 48563"/>
                  <a:gd name="connsiteY12" fmla="*/ 33835 h 39580"/>
                  <a:gd name="connsiteX13" fmla="*/ 28115 w 48563"/>
                  <a:gd name="connsiteY13" fmla="*/ 39581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563" h="39580">
                    <a:moveTo>
                      <a:pt x="28115" y="39581"/>
                    </a:moveTo>
                    <a:lnTo>
                      <a:pt x="6390" y="39581"/>
                    </a:lnTo>
                    <a:cubicBezTo>
                      <a:pt x="2555" y="39581"/>
                      <a:pt x="0" y="37027"/>
                      <a:pt x="0" y="33197"/>
                    </a:cubicBezTo>
                    <a:cubicBezTo>
                      <a:pt x="0" y="29366"/>
                      <a:pt x="2555" y="26813"/>
                      <a:pt x="6390" y="26813"/>
                    </a:cubicBezTo>
                    <a:lnTo>
                      <a:pt x="28115" y="26813"/>
                    </a:lnTo>
                    <a:cubicBezTo>
                      <a:pt x="30032" y="26813"/>
                      <a:pt x="31950" y="26174"/>
                      <a:pt x="33227" y="24897"/>
                    </a:cubicBezTo>
                    <a:cubicBezTo>
                      <a:pt x="34505" y="23621"/>
                      <a:pt x="35145" y="21706"/>
                      <a:pt x="35145" y="19790"/>
                    </a:cubicBezTo>
                    <a:cubicBezTo>
                      <a:pt x="35145" y="15960"/>
                      <a:pt x="31950" y="12768"/>
                      <a:pt x="28755" y="12768"/>
                    </a:cubicBezTo>
                    <a:cubicBezTo>
                      <a:pt x="24920" y="12768"/>
                      <a:pt x="22365" y="10214"/>
                      <a:pt x="22365" y="6384"/>
                    </a:cubicBezTo>
                    <a:cubicBezTo>
                      <a:pt x="22365" y="2554"/>
                      <a:pt x="24920" y="0"/>
                      <a:pt x="28755" y="0"/>
                    </a:cubicBezTo>
                    <a:cubicBezTo>
                      <a:pt x="29394" y="0"/>
                      <a:pt x="30032" y="0"/>
                      <a:pt x="30032" y="0"/>
                    </a:cubicBezTo>
                    <a:cubicBezTo>
                      <a:pt x="40256" y="638"/>
                      <a:pt x="48563" y="9576"/>
                      <a:pt x="48563" y="19790"/>
                    </a:cubicBezTo>
                    <a:cubicBezTo>
                      <a:pt x="48563" y="24897"/>
                      <a:pt x="46646" y="30005"/>
                      <a:pt x="42812" y="33835"/>
                    </a:cubicBezTo>
                    <a:cubicBezTo>
                      <a:pt x="38978" y="37665"/>
                      <a:pt x="33866" y="39581"/>
                      <a:pt x="28115" y="39581"/>
                    </a:cubicBezTo>
                    <a:close/>
                  </a:path>
                </a:pathLst>
              </a:custGeom>
              <a:solidFill>
                <a:srgbClr val="0076A8"/>
              </a:solidFill>
              <a:ln w="6390" cap="flat">
                <a:noFill/>
                <a:prstDash val="solid"/>
                <a:miter/>
              </a:ln>
            </p:spPr>
            <p:txBody>
              <a:bodyPr rtlCol="0" anchor="ctr"/>
              <a:lstStyle/>
              <a:p>
                <a:endParaRPr lang="en-US"/>
              </a:p>
            </p:txBody>
          </p:sp>
          <p:sp>
            <p:nvSpPr>
              <p:cNvPr id="23" name="Graphic 4">
                <a:extLst>
                  <a:ext uri="{FF2B5EF4-FFF2-40B4-BE49-F238E27FC236}">
                    <a16:creationId xmlns:a16="http://schemas.microsoft.com/office/drawing/2014/main" id="{A358A9C1-C5A1-E24E-98AA-368B26E55294}"/>
                  </a:ext>
                </a:extLst>
              </p:cNvPr>
              <p:cNvSpPr/>
              <p:nvPr/>
            </p:nvSpPr>
            <p:spPr>
              <a:xfrm>
                <a:off x="7983587" y="1091185"/>
                <a:ext cx="54314" cy="39580"/>
              </a:xfrm>
              <a:custGeom>
                <a:avLst/>
                <a:gdLst>
                  <a:gd name="connsiteX0" fmla="*/ 33866 w 54314"/>
                  <a:gd name="connsiteY0" fmla="*/ 39581 h 39580"/>
                  <a:gd name="connsiteX1" fmla="*/ 6390 w 54314"/>
                  <a:gd name="connsiteY1" fmla="*/ 39581 h 39580"/>
                  <a:gd name="connsiteX2" fmla="*/ 0 w 54314"/>
                  <a:gd name="connsiteY2" fmla="*/ 33197 h 39580"/>
                  <a:gd name="connsiteX3" fmla="*/ 6390 w 54314"/>
                  <a:gd name="connsiteY3" fmla="*/ 26813 h 39580"/>
                  <a:gd name="connsiteX4" fmla="*/ 33866 w 54314"/>
                  <a:gd name="connsiteY4" fmla="*/ 26813 h 39580"/>
                  <a:gd name="connsiteX5" fmla="*/ 38978 w 54314"/>
                  <a:gd name="connsiteY5" fmla="*/ 24897 h 39580"/>
                  <a:gd name="connsiteX6" fmla="*/ 40896 w 54314"/>
                  <a:gd name="connsiteY6" fmla="*/ 19790 h 39580"/>
                  <a:gd name="connsiteX7" fmla="*/ 34506 w 54314"/>
                  <a:gd name="connsiteY7" fmla="*/ 12768 h 39580"/>
                  <a:gd name="connsiteX8" fmla="*/ 28116 w 54314"/>
                  <a:gd name="connsiteY8" fmla="*/ 6384 h 39580"/>
                  <a:gd name="connsiteX9" fmla="*/ 34506 w 54314"/>
                  <a:gd name="connsiteY9" fmla="*/ 0 h 39580"/>
                  <a:gd name="connsiteX10" fmla="*/ 35783 w 54314"/>
                  <a:gd name="connsiteY10" fmla="*/ 0 h 39580"/>
                  <a:gd name="connsiteX11" fmla="*/ 54314 w 54314"/>
                  <a:gd name="connsiteY11" fmla="*/ 19790 h 39580"/>
                  <a:gd name="connsiteX12" fmla="*/ 48563 w 54314"/>
                  <a:gd name="connsiteY12" fmla="*/ 33835 h 39580"/>
                  <a:gd name="connsiteX13" fmla="*/ 33866 w 54314"/>
                  <a:gd name="connsiteY13" fmla="*/ 39581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314" h="39580">
                    <a:moveTo>
                      <a:pt x="33866" y="39581"/>
                    </a:moveTo>
                    <a:lnTo>
                      <a:pt x="6390" y="39581"/>
                    </a:lnTo>
                    <a:cubicBezTo>
                      <a:pt x="2556" y="39581"/>
                      <a:pt x="0" y="37027"/>
                      <a:pt x="0" y="33197"/>
                    </a:cubicBezTo>
                    <a:cubicBezTo>
                      <a:pt x="0" y="29366"/>
                      <a:pt x="2556" y="26813"/>
                      <a:pt x="6390" y="26813"/>
                    </a:cubicBezTo>
                    <a:lnTo>
                      <a:pt x="33866" y="26813"/>
                    </a:lnTo>
                    <a:cubicBezTo>
                      <a:pt x="35783" y="26813"/>
                      <a:pt x="37701" y="26174"/>
                      <a:pt x="38978" y="24897"/>
                    </a:cubicBezTo>
                    <a:cubicBezTo>
                      <a:pt x="40256" y="23621"/>
                      <a:pt x="40896" y="21706"/>
                      <a:pt x="40896" y="19790"/>
                    </a:cubicBezTo>
                    <a:cubicBezTo>
                      <a:pt x="40896" y="15960"/>
                      <a:pt x="37701" y="12768"/>
                      <a:pt x="34506" y="12768"/>
                    </a:cubicBezTo>
                    <a:cubicBezTo>
                      <a:pt x="30671" y="12768"/>
                      <a:pt x="28116" y="9576"/>
                      <a:pt x="28116" y="6384"/>
                    </a:cubicBezTo>
                    <a:cubicBezTo>
                      <a:pt x="28116" y="2554"/>
                      <a:pt x="30671" y="0"/>
                      <a:pt x="34506" y="0"/>
                    </a:cubicBezTo>
                    <a:cubicBezTo>
                      <a:pt x="35145" y="0"/>
                      <a:pt x="35145" y="0"/>
                      <a:pt x="35783" y="0"/>
                    </a:cubicBezTo>
                    <a:cubicBezTo>
                      <a:pt x="46007" y="638"/>
                      <a:pt x="54314" y="9576"/>
                      <a:pt x="54314" y="19790"/>
                    </a:cubicBezTo>
                    <a:cubicBezTo>
                      <a:pt x="54314" y="24897"/>
                      <a:pt x="52397" y="30005"/>
                      <a:pt x="48563" y="33835"/>
                    </a:cubicBezTo>
                    <a:cubicBezTo>
                      <a:pt x="44091" y="37027"/>
                      <a:pt x="38978" y="39581"/>
                      <a:pt x="33866" y="39581"/>
                    </a:cubicBezTo>
                    <a:close/>
                  </a:path>
                </a:pathLst>
              </a:custGeom>
              <a:solidFill>
                <a:srgbClr val="0076A8"/>
              </a:solidFill>
              <a:ln w="6390" cap="flat">
                <a:noFill/>
                <a:prstDash val="solid"/>
                <a:miter/>
              </a:ln>
            </p:spPr>
            <p:txBody>
              <a:bodyPr rtlCol="0" anchor="ctr"/>
              <a:lstStyle/>
              <a:p>
                <a:endParaRPr lang="en-US"/>
              </a:p>
            </p:txBody>
          </p:sp>
          <p:sp>
            <p:nvSpPr>
              <p:cNvPr id="24" name="Graphic 4">
                <a:extLst>
                  <a:ext uri="{FF2B5EF4-FFF2-40B4-BE49-F238E27FC236}">
                    <a16:creationId xmlns:a16="http://schemas.microsoft.com/office/drawing/2014/main" id="{F5EC3B84-35C3-1B43-8E45-ECD682B4BBA7}"/>
                  </a:ext>
                </a:extLst>
              </p:cNvPr>
              <p:cNvSpPr/>
              <p:nvPr/>
            </p:nvSpPr>
            <p:spPr>
              <a:xfrm>
                <a:off x="7873680" y="1144810"/>
                <a:ext cx="139939" cy="39580"/>
              </a:xfrm>
              <a:custGeom>
                <a:avLst/>
                <a:gdLst>
                  <a:gd name="connsiteX0" fmla="*/ 120131 w 139939"/>
                  <a:gd name="connsiteY0" fmla="*/ 39581 h 39580"/>
                  <a:gd name="connsiteX1" fmla="*/ 72207 w 139939"/>
                  <a:gd name="connsiteY1" fmla="*/ 39581 h 39580"/>
                  <a:gd name="connsiteX2" fmla="*/ 35145 w 139939"/>
                  <a:gd name="connsiteY2" fmla="*/ 24898 h 39580"/>
                  <a:gd name="connsiteX3" fmla="*/ 29394 w 139939"/>
                  <a:gd name="connsiteY3" fmla="*/ 22344 h 39580"/>
                  <a:gd name="connsiteX4" fmla="*/ 6390 w 139939"/>
                  <a:gd name="connsiteY4" fmla="*/ 22344 h 39580"/>
                  <a:gd name="connsiteX5" fmla="*/ 0 w 139939"/>
                  <a:gd name="connsiteY5" fmla="*/ 15960 h 39580"/>
                  <a:gd name="connsiteX6" fmla="*/ 6390 w 139939"/>
                  <a:gd name="connsiteY6" fmla="*/ 9576 h 39580"/>
                  <a:gd name="connsiteX7" fmla="*/ 29394 w 139939"/>
                  <a:gd name="connsiteY7" fmla="*/ 9576 h 39580"/>
                  <a:gd name="connsiteX8" fmla="*/ 44091 w 139939"/>
                  <a:gd name="connsiteY8" fmla="*/ 15322 h 39580"/>
                  <a:gd name="connsiteX9" fmla="*/ 72207 w 139939"/>
                  <a:gd name="connsiteY9" fmla="*/ 26813 h 39580"/>
                  <a:gd name="connsiteX10" fmla="*/ 120131 w 139939"/>
                  <a:gd name="connsiteY10" fmla="*/ 26813 h 39580"/>
                  <a:gd name="connsiteX11" fmla="*/ 125243 w 139939"/>
                  <a:gd name="connsiteY11" fmla="*/ 24898 h 39580"/>
                  <a:gd name="connsiteX12" fmla="*/ 127160 w 139939"/>
                  <a:gd name="connsiteY12" fmla="*/ 19790 h 39580"/>
                  <a:gd name="connsiteX13" fmla="*/ 120131 w 139939"/>
                  <a:gd name="connsiteY13" fmla="*/ 12768 h 39580"/>
                  <a:gd name="connsiteX14" fmla="*/ 113741 w 139939"/>
                  <a:gd name="connsiteY14" fmla="*/ 6384 h 39580"/>
                  <a:gd name="connsiteX15" fmla="*/ 120131 w 139939"/>
                  <a:gd name="connsiteY15" fmla="*/ 0 h 39580"/>
                  <a:gd name="connsiteX16" fmla="*/ 139940 w 139939"/>
                  <a:gd name="connsiteY16" fmla="*/ 19790 h 39580"/>
                  <a:gd name="connsiteX17" fmla="*/ 134189 w 139939"/>
                  <a:gd name="connsiteY17" fmla="*/ 33835 h 39580"/>
                  <a:gd name="connsiteX18" fmla="*/ 120131 w 139939"/>
                  <a:gd name="connsiteY18" fmla="*/ 39581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9939" h="39580">
                    <a:moveTo>
                      <a:pt x="120131" y="39581"/>
                    </a:moveTo>
                    <a:lnTo>
                      <a:pt x="72207" y="39581"/>
                    </a:lnTo>
                    <a:cubicBezTo>
                      <a:pt x="58149" y="39581"/>
                      <a:pt x="45369" y="34474"/>
                      <a:pt x="35145" y="24898"/>
                    </a:cubicBezTo>
                    <a:cubicBezTo>
                      <a:pt x="33228" y="23621"/>
                      <a:pt x="31311" y="22344"/>
                      <a:pt x="29394" y="22344"/>
                    </a:cubicBezTo>
                    <a:lnTo>
                      <a:pt x="6390" y="22344"/>
                    </a:lnTo>
                    <a:cubicBezTo>
                      <a:pt x="2556" y="22344"/>
                      <a:pt x="0" y="19790"/>
                      <a:pt x="0" y="15960"/>
                    </a:cubicBezTo>
                    <a:cubicBezTo>
                      <a:pt x="0" y="12130"/>
                      <a:pt x="2556" y="9576"/>
                      <a:pt x="6390" y="9576"/>
                    </a:cubicBezTo>
                    <a:lnTo>
                      <a:pt x="29394" y="9576"/>
                    </a:lnTo>
                    <a:cubicBezTo>
                      <a:pt x="34506" y="9576"/>
                      <a:pt x="40257" y="11491"/>
                      <a:pt x="44091" y="15322"/>
                    </a:cubicBezTo>
                    <a:cubicBezTo>
                      <a:pt x="51759" y="22344"/>
                      <a:pt x="61983" y="26813"/>
                      <a:pt x="72207" y="26813"/>
                    </a:cubicBezTo>
                    <a:lnTo>
                      <a:pt x="120131" y="26813"/>
                    </a:lnTo>
                    <a:cubicBezTo>
                      <a:pt x="122048" y="26813"/>
                      <a:pt x="123965" y="26174"/>
                      <a:pt x="125243" y="24898"/>
                    </a:cubicBezTo>
                    <a:cubicBezTo>
                      <a:pt x="126521" y="23621"/>
                      <a:pt x="127160" y="21706"/>
                      <a:pt x="127160" y="19790"/>
                    </a:cubicBezTo>
                    <a:cubicBezTo>
                      <a:pt x="127160" y="15960"/>
                      <a:pt x="123965" y="12768"/>
                      <a:pt x="120131" y="12768"/>
                    </a:cubicBezTo>
                    <a:cubicBezTo>
                      <a:pt x="116297" y="12768"/>
                      <a:pt x="113741" y="10214"/>
                      <a:pt x="113741" y="6384"/>
                    </a:cubicBezTo>
                    <a:cubicBezTo>
                      <a:pt x="113741" y="2554"/>
                      <a:pt x="116297" y="0"/>
                      <a:pt x="120131" y="0"/>
                    </a:cubicBezTo>
                    <a:cubicBezTo>
                      <a:pt x="130994" y="0"/>
                      <a:pt x="139940" y="8938"/>
                      <a:pt x="139940" y="19790"/>
                    </a:cubicBezTo>
                    <a:cubicBezTo>
                      <a:pt x="139940" y="24898"/>
                      <a:pt x="138023" y="30005"/>
                      <a:pt x="134189" y="33835"/>
                    </a:cubicBezTo>
                    <a:cubicBezTo>
                      <a:pt x="130994" y="37666"/>
                      <a:pt x="125882" y="39581"/>
                      <a:pt x="120131" y="39581"/>
                    </a:cubicBezTo>
                    <a:close/>
                  </a:path>
                </a:pathLst>
              </a:custGeom>
              <a:solidFill>
                <a:srgbClr val="0076A8"/>
              </a:solidFill>
              <a:ln w="6390" cap="flat">
                <a:noFill/>
                <a:prstDash val="solid"/>
                <a:miter/>
              </a:ln>
            </p:spPr>
            <p:txBody>
              <a:bodyPr rtlCol="0" anchor="ctr"/>
              <a:lstStyle/>
              <a:p>
                <a:endParaRPr lang="en-US"/>
              </a:p>
            </p:txBody>
          </p:sp>
          <p:sp>
            <p:nvSpPr>
              <p:cNvPr id="25" name="Graphic 4">
                <a:extLst>
                  <a:ext uri="{FF2B5EF4-FFF2-40B4-BE49-F238E27FC236}">
                    <a16:creationId xmlns:a16="http://schemas.microsoft.com/office/drawing/2014/main" id="{E3EB464A-8D10-CE44-AB0E-506197CD1BAD}"/>
                  </a:ext>
                </a:extLst>
              </p:cNvPr>
              <p:cNvSpPr/>
              <p:nvPr/>
            </p:nvSpPr>
            <p:spPr>
              <a:xfrm>
                <a:off x="7873041" y="1013703"/>
                <a:ext cx="216619" cy="89610"/>
              </a:xfrm>
              <a:custGeom>
                <a:avLst/>
                <a:gdLst>
                  <a:gd name="connsiteX0" fmla="*/ 198088 w 216619"/>
                  <a:gd name="connsiteY0" fmla="*/ 89611 h 89610"/>
                  <a:gd name="connsiteX1" fmla="*/ 123326 w 216619"/>
                  <a:gd name="connsiteY1" fmla="*/ 89611 h 89610"/>
                  <a:gd name="connsiteX2" fmla="*/ 116936 w 216619"/>
                  <a:gd name="connsiteY2" fmla="*/ 83227 h 89610"/>
                  <a:gd name="connsiteX3" fmla="*/ 123326 w 216619"/>
                  <a:gd name="connsiteY3" fmla="*/ 76843 h 89610"/>
                  <a:gd name="connsiteX4" fmla="*/ 198088 w 216619"/>
                  <a:gd name="connsiteY4" fmla="*/ 76843 h 89610"/>
                  <a:gd name="connsiteX5" fmla="*/ 203200 w 216619"/>
                  <a:gd name="connsiteY5" fmla="*/ 74928 h 89610"/>
                  <a:gd name="connsiteX6" fmla="*/ 205117 w 216619"/>
                  <a:gd name="connsiteY6" fmla="*/ 69821 h 89610"/>
                  <a:gd name="connsiteX7" fmla="*/ 198088 w 216619"/>
                  <a:gd name="connsiteY7" fmla="*/ 62798 h 89610"/>
                  <a:gd name="connsiteX8" fmla="*/ 91376 w 216619"/>
                  <a:gd name="connsiteY8" fmla="*/ 62798 h 89610"/>
                  <a:gd name="connsiteX9" fmla="*/ 84986 w 216619"/>
                  <a:gd name="connsiteY9" fmla="*/ 58329 h 89610"/>
                  <a:gd name="connsiteX10" fmla="*/ 87543 w 216619"/>
                  <a:gd name="connsiteY10" fmla="*/ 51307 h 89610"/>
                  <a:gd name="connsiteX11" fmla="*/ 123965 w 216619"/>
                  <a:gd name="connsiteY11" fmla="*/ 29601 h 89610"/>
                  <a:gd name="connsiteX12" fmla="*/ 128438 w 216619"/>
                  <a:gd name="connsiteY12" fmla="*/ 20025 h 89610"/>
                  <a:gd name="connsiteX13" fmla="*/ 126521 w 216619"/>
                  <a:gd name="connsiteY13" fmla="*/ 13003 h 89610"/>
                  <a:gd name="connsiteX14" fmla="*/ 55593 w 216619"/>
                  <a:gd name="connsiteY14" fmla="*/ 42369 h 89610"/>
                  <a:gd name="connsiteX15" fmla="*/ 40257 w 216619"/>
                  <a:gd name="connsiteY15" fmla="*/ 54499 h 89610"/>
                  <a:gd name="connsiteX16" fmla="*/ 23004 w 216619"/>
                  <a:gd name="connsiteY16" fmla="*/ 62798 h 89610"/>
                  <a:gd name="connsiteX17" fmla="*/ 6390 w 216619"/>
                  <a:gd name="connsiteY17" fmla="*/ 62798 h 89610"/>
                  <a:gd name="connsiteX18" fmla="*/ 0 w 216619"/>
                  <a:gd name="connsiteY18" fmla="*/ 56414 h 89610"/>
                  <a:gd name="connsiteX19" fmla="*/ 6390 w 216619"/>
                  <a:gd name="connsiteY19" fmla="*/ 50030 h 89610"/>
                  <a:gd name="connsiteX20" fmla="*/ 23004 w 216619"/>
                  <a:gd name="connsiteY20" fmla="*/ 50030 h 89610"/>
                  <a:gd name="connsiteX21" fmla="*/ 29394 w 216619"/>
                  <a:gd name="connsiteY21" fmla="*/ 46838 h 89610"/>
                  <a:gd name="connsiteX22" fmla="*/ 49842 w 216619"/>
                  <a:gd name="connsiteY22" fmla="*/ 30240 h 89610"/>
                  <a:gd name="connsiteX23" fmla="*/ 121409 w 216619"/>
                  <a:gd name="connsiteY23" fmla="*/ 874 h 89610"/>
                  <a:gd name="connsiteX24" fmla="*/ 138022 w 216619"/>
                  <a:gd name="connsiteY24" fmla="*/ 8534 h 89610"/>
                  <a:gd name="connsiteX25" fmla="*/ 129716 w 216619"/>
                  <a:gd name="connsiteY25" fmla="*/ 39816 h 89610"/>
                  <a:gd name="connsiteX26" fmla="*/ 113102 w 216619"/>
                  <a:gd name="connsiteY26" fmla="*/ 50030 h 89610"/>
                  <a:gd name="connsiteX27" fmla="*/ 196810 w 216619"/>
                  <a:gd name="connsiteY27" fmla="*/ 50030 h 89610"/>
                  <a:gd name="connsiteX28" fmla="*/ 216619 w 216619"/>
                  <a:gd name="connsiteY28" fmla="*/ 69821 h 89610"/>
                  <a:gd name="connsiteX29" fmla="*/ 210868 w 216619"/>
                  <a:gd name="connsiteY29" fmla="*/ 83865 h 89610"/>
                  <a:gd name="connsiteX30" fmla="*/ 198088 w 216619"/>
                  <a:gd name="connsiteY30" fmla="*/ 89611 h 89610"/>
                  <a:gd name="connsiteX31" fmla="*/ 198088 w 216619"/>
                  <a:gd name="connsiteY31" fmla="*/ 89611 h 8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16619" h="89610">
                    <a:moveTo>
                      <a:pt x="198088" y="89611"/>
                    </a:moveTo>
                    <a:lnTo>
                      <a:pt x="123326" y="89611"/>
                    </a:lnTo>
                    <a:cubicBezTo>
                      <a:pt x="119492" y="89611"/>
                      <a:pt x="116936" y="87057"/>
                      <a:pt x="116936" y="83227"/>
                    </a:cubicBezTo>
                    <a:cubicBezTo>
                      <a:pt x="116936" y="79397"/>
                      <a:pt x="119492" y="76843"/>
                      <a:pt x="123326" y="76843"/>
                    </a:cubicBezTo>
                    <a:lnTo>
                      <a:pt x="198088" y="76843"/>
                    </a:lnTo>
                    <a:cubicBezTo>
                      <a:pt x="200644" y="76843"/>
                      <a:pt x="201922" y="76205"/>
                      <a:pt x="203200" y="74928"/>
                    </a:cubicBezTo>
                    <a:cubicBezTo>
                      <a:pt x="204478" y="73651"/>
                      <a:pt x="205117" y="71736"/>
                      <a:pt x="205117" y="69821"/>
                    </a:cubicBezTo>
                    <a:cubicBezTo>
                      <a:pt x="205117" y="65990"/>
                      <a:pt x="201922" y="62798"/>
                      <a:pt x="198088" y="62798"/>
                    </a:cubicBezTo>
                    <a:lnTo>
                      <a:pt x="91376" y="62798"/>
                    </a:lnTo>
                    <a:cubicBezTo>
                      <a:pt x="88820" y="62798"/>
                      <a:pt x="86264" y="60883"/>
                      <a:pt x="84986" y="58329"/>
                    </a:cubicBezTo>
                    <a:cubicBezTo>
                      <a:pt x="83708" y="55776"/>
                      <a:pt x="85625" y="52584"/>
                      <a:pt x="87543" y="51307"/>
                    </a:cubicBezTo>
                    <a:cubicBezTo>
                      <a:pt x="87543" y="51307"/>
                      <a:pt x="106712" y="39816"/>
                      <a:pt x="123965" y="29601"/>
                    </a:cubicBezTo>
                    <a:cubicBezTo>
                      <a:pt x="128438" y="27048"/>
                      <a:pt x="128438" y="21941"/>
                      <a:pt x="128438" y="20025"/>
                    </a:cubicBezTo>
                    <a:cubicBezTo>
                      <a:pt x="128438" y="16195"/>
                      <a:pt x="127160" y="14280"/>
                      <a:pt x="126521" y="13003"/>
                    </a:cubicBezTo>
                    <a:lnTo>
                      <a:pt x="55593" y="42369"/>
                    </a:lnTo>
                    <a:cubicBezTo>
                      <a:pt x="49842" y="44923"/>
                      <a:pt x="44730" y="49392"/>
                      <a:pt x="40257" y="54499"/>
                    </a:cubicBezTo>
                    <a:cubicBezTo>
                      <a:pt x="36423" y="59606"/>
                      <a:pt x="30033" y="62798"/>
                      <a:pt x="23004" y="62798"/>
                    </a:cubicBezTo>
                    <a:lnTo>
                      <a:pt x="6390" y="62798"/>
                    </a:lnTo>
                    <a:cubicBezTo>
                      <a:pt x="2556" y="62798"/>
                      <a:pt x="0" y="60245"/>
                      <a:pt x="0" y="56414"/>
                    </a:cubicBezTo>
                    <a:cubicBezTo>
                      <a:pt x="0" y="52584"/>
                      <a:pt x="2556" y="50030"/>
                      <a:pt x="6390" y="50030"/>
                    </a:cubicBezTo>
                    <a:lnTo>
                      <a:pt x="23004" y="50030"/>
                    </a:lnTo>
                    <a:cubicBezTo>
                      <a:pt x="25560" y="50030"/>
                      <a:pt x="28116" y="48753"/>
                      <a:pt x="29394" y="46838"/>
                    </a:cubicBezTo>
                    <a:cubicBezTo>
                      <a:pt x="35145" y="39177"/>
                      <a:pt x="42173" y="33432"/>
                      <a:pt x="49842" y="30240"/>
                    </a:cubicBezTo>
                    <a:lnTo>
                      <a:pt x="121409" y="874"/>
                    </a:lnTo>
                    <a:cubicBezTo>
                      <a:pt x="127799" y="-1680"/>
                      <a:pt x="134828" y="1512"/>
                      <a:pt x="138022" y="8534"/>
                    </a:cubicBezTo>
                    <a:cubicBezTo>
                      <a:pt x="143135" y="18110"/>
                      <a:pt x="141217" y="33432"/>
                      <a:pt x="129716" y="39816"/>
                    </a:cubicBezTo>
                    <a:cubicBezTo>
                      <a:pt x="123965" y="43008"/>
                      <a:pt x="118214" y="46838"/>
                      <a:pt x="113102" y="50030"/>
                    </a:cubicBezTo>
                    <a:lnTo>
                      <a:pt x="196810" y="50030"/>
                    </a:lnTo>
                    <a:cubicBezTo>
                      <a:pt x="207673" y="50030"/>
                      <a:pt x="216619" y="58968"/>
                      <a:pt x="216619" y="69821"/>
                    </a:cubicBezTo>
                    <a:cubicBezTo>
                      <a:pt x="216619" y="74928"/>
                      <a:pt x="214702" y="80035"/>
                      <a:pt x="210868" y="83865"/>
                    </a:cubicBezTo>
                    <a:cubicBezTo>
                      <a:pt x="207673" y="87057"/>
                      <a:pt x="203200" y="89611"/>
                      <a:pt x="198088" y="89611"/>
                    </a:cubicBezTo>
                    <a:cubicBezTo>
                      <a:pt x="199367" y="89611"/>
                      <a:pt x="198727" y="89611"/>
                      <a:pt x="198088" y="89611"/>
                    </a:cubicBezTo>
                    <a:close/>
                  </a:path>
                </a:pathLst>
              </a:custGeom>
              <a:solidFill>
                <a:srgbClr val="0076A8"/>
              </a:solidFill>
              <a:ln w="6390" cap="flat">
                <a:noFill/>
                <a:prstDash val="solid"/>
                <a:miter/>
              </a:ln>
            </p:spPr>
            <p:txBody>
              <a:bodyPr rtlCol="0" anchor="ctr"/>
              <a:lstStyle/>
              <a:p>
                <a:endParaRPr lang="en-US"/>
              </a:p>
            </p:txBody>
          </p:sp>
        </p:grpSp>
      </p:grpSp>
      <p:grpSp>
        <p:nvGrpSpPr>
          <p:cNvPr id="26" name="Graphic 4">
            <a:extLst>
              <a:ext uri="{FF2B5EF4-FFF2-40B4-BE49-F238E27FC236}">
                <a16:creationId xmlns:a16="http://schemas.microsoft.com/office/drawing/2014/main" id="{F56E67BA-1E6E-5D40-B749-69F00745241B}"/>
              </a:ext>
            </a:extLst>
          </p:cNvPr>
          <p:cNvGrpSpPr>
            <a:grpSpLocks noChangeAspect="1"/>
          </p:cNvGrpSpPr>
          <p:nvPr/>
        </p:nvGrpSpPr>
        <p:grpSpPr>
          <a:xfrm>
            <a:off x="7802113" y="1402085"/>
            <a:ext cx="361670" cy="361333"/>
            <a:chOff x="7802113" y="1402085"/>
            <a:chExt cx="361670" cy="361333"/>
          </a:xfrm>
          <a:solidFill>
            <a:srgbClr val="0076A8"/>
          </a:solidFill>
        </p:grpSpPr>
        <p:sp>
          <p:nvSpPr>
            <p:cNvPr id="27" name="Graphic 4">
              <a:extLst>
                <a:ext uri="{FF2B5EF4-FFF2-40B4-BE49-F238E27FC236}">
                  <a16:creationId xmlns:a16="http://schemas.microsoft.com/office/drawing/2014/main" id="{6D5E9CC9-E65A-DE40-9197-6A18C8AAA9BD}"/>
                </a:ext>
              </a:extLst>
            </p:cNvPr>
            <p:cNvSpPr/>
            <p:nvPr/>
          </p:nvSpPr>
          <p:spPr>
            <a:xfrm>
              <a:off x="7802113" y="1402085"/>
              <a:ext cx="361670" cy="361333"/>
            </a:xfrm>
            <a:custGeom>
              <a:avLst/>
              <a:gdLst>
                <a:gd name="connsiteX0" fmla="*/ 180836 w 361670"/>
                <a:gd name="connsiteY0" fmla="*/ 12768 h 361333"/>
                <a:gd name="connsiteX1" fmla="*/ 348890 w 361670"/>
                <a:gd name="connsiteY1" fmla="*/ 180667 h 361333"/>
                <a:gd name="connsiteX2" fmla="*/ 180836 w 361670"/>
                <a:gd name="connsiteY2" fmla="*/ 348565 h 361333"/>
                <a:gd name="connsiteX3" fmla="*/ 12780 w 361670"/>
                <a:gd name="connsiteY3" fmla="*/ 180667 h 361333"/>
                <a:gd name="connsiteX4" fmla="*/ 180836 w 361670"/>
                <a:gd name="connsiteY4" fmla="*/ 12768 h 361333"/>
                <a:gd name="connsiteX5" fmla="*/ 180836 w 361670"/>
                <a:gd name="connsiteY5" fmla="*/ 0 h 361333"/>
                <a:gd name="connsiteX6" fmla="*/ 0 w 361670"/>
                <a:gd name="connsiteY6" fmla="*/ 180667 h 361333"/>
                <a:gd name="connsiteX7" fmla="*/ 180836 w 361670"/>
                <a:gd name="connsiteY7" fmla="*/ 361333 h 361333"/>
                <a:gd name="connsiteX8" fmla="*/ 361670 w 361670"/>
                <a:gd name="connsiteY8" fmla="*/ 180667 h 361333"/>
                <a:gd name="connsiteX9" fmla="*/ 180836 w 361670"/>
                <a:gd name="connsiteY9" fmla="*/ 0 h 361333"/>
                <a:gd name="connsiteX10" fmla="*/ 180836 w 361670"/>
                <a:gd name="connsiteY10"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670" h="361333">
                  <a:moveTo>
                    <a:pt x="180836" y="12768"/>
                  </a:moveTo>
                  <a:cubicBezTo>
                    <a:pt x="273490" y="12768"/>
                    <a:pt x="348890" y="88099"/>
                    <a:pt x="348890" y="180667"/>
                  </a:cubicBezTo>
                  <a:cubicBezTo>
                    <a:pt x="348890" y="273234"/>
                    <a:pt x="273490" y="348565"/>
                    <a:pt x="180836" y="348565"/>
                  </a:cubicBezTo>
                  <a:cubicBezTo>
                    <a:pt x="88181" y="348565"/>
                    <a:pt x="12780" y="273234"/>
                    <a:pt x="12780" y="180667"/>
                  </a:cubicBezTo>
                  <a:cubicBezTo>
                    <a:pt x="12141" y="88737"/>
                    <a:pt x="87542" y="12768"/>
                    <a:pt x="180836" y="12768"/>
                  </a:cubicBezTo>
                  <a:moveTo>
                    <a:pt x="180836" y="0"/>
                  </a:moveTo>
                  <a:cubicBezTo>
                    <a:pt x="80513" y="0"/>
                    <a:pt x="0" y="81077"/>
                    <a:pt x="0" y="180667"/>
                  </a:cubicBezTo>
                  <a:cubicBezTo>
                    <a:pt x="0" y="280257"/>
                    <a:pt x="81152" y="361333"/>
                    <a:pt x="180836" y="361333"/>
                  </a:cubicBezTo>
                  <a:cubicBezTo>
                    <a:pt x="281157" y="361333"/>
                    <a:pt x="361670" y="280257"/>
                    <a:pt x="361670" y="180667"/>
                  </a:cubicBezTo>
                  <a:cubicBezTo>
                    <a:pt x="361670" y="81077"/>
                    <a:pt x="280518" y="0"/>
                    <a:pt x="180836" y="0"/>
                  </a:cubicBezTo>
                  <a:lnTo>
                    <a:pt x="180836" y="0"/>
                  </a:lnTo>
                  <a:close/>
                </a:path>
              </a:pathLst>
            </a:custGeom>
            <a:solidFill>
              <a:srgbClr val="0076A8"/>
            </a:solidFill>
            <a:ln w="6390" cap="flat">
              <a:noFill/>
              <a:prstDash val="solid"/>
              <a:miter/>
            </a:ln>
          </p:spPr>
          <p:txBody>
            <a:bodyPr rtlCol="0" anchor="ctr"/>
            <a:lstStyle/>
            <a:p>
              <a:endParaRPr lang="en-US"/>
            </a:p>
          </p:txBody>
        </p:sp>
        <p:grpSp>
          <p:nvGrpSpPr>
            <p:cNvPr id="28" name="Graphic 4">
              <a:extLst>
                <a:ext uri="{FF2B5EF4-FFF2-40B4-BE49-F238E27FC236}">
                  <a16:creationId xmlns:a16="http://schemas.microsoft.com/office/drawing/2014/main" id="{3EC022EF-0DC1-CB43-88E0-70A039B4902B}"/>
                </a:ext>
              </a:extLst>
            </p:cNvPr>
            <p:cNvGrpSpPr/>
            <p:nvPr/>
          </p:nvGrpSpPr>
          <p:grpSpPr>
            <a:xfrm>
              <a:off x="7874319" y="1498248"/>
              <a:ext cx="217257" cy="170687"/>
              <a:chOff x="7874319" y="1498248"/>
              <a:chExt cx="217257" cy="170687"/>
            </a:xfrm>
            <a:solidFill>
              <a:srgbClr val="0076A8"/>
            </a:solidFill>
          </p:grpSpPr>
          <p:sp>
            <p:nvSpPr>
              <p:cNvPr id="29" name="Graphic 4">
                <a:extLst>
                  <a:ext uri="{FF2B5EF4-FFF2-40B4-BE49-F238E27FC236}">
                    <a16:creationId xmlns:a16="http://schemas.microsoft.com/office/drawing/2014/main" id="{FABA6B02-F420-CC4B-9B21-97E3F5AA9592}"/>
                  </a:ext>
                </a:extLst>
              </p:cNvPr>
              <p:cNvSpPr/>
              <p:nvPr/>
            </p:nvSpPr>
            <p:spPr>
              <a:xfrm>
                <a:off x="7940774" y="1602542"/>
                <a:ext cx="47924" cy="39580"/>
              </a:xfrm>
              <a:custGeom>
                <a:avLst/>
                <a:gdLst>
                  <a:gd name="connsiteX0" fmla="*/ 41535 w 47924"/>
                  <a:gd name="connsiteY0" fmla="*/ 39581 h 39580"/>
                  <a:gd name="connsiteX1" fmla="*/ 19809 w 47924"/>
                  <a:gd name="connsiteY1" fmla="*/ 39581 h 39580"/>
                  <a:gd name="connsiteX2" fmla="*/ 5751 w 47924"/>
                  <a:gd name="connsiteY2" fmla="*/ 33835 h 39580"/>
                  <a:gd name="connsiteX3" fmla="*/ 0 w 47924"/>
                  <a:gd name="connsiteY3" fmla="*/ 19790 h 39580"/>
                  <a:gd name="connsiteX4" fmla="*/ 18531 w 47924"/>
                  <a:gd name="connsiteY4" fmla="*/ 0 h 39580"/>
                  <a:gd name="connsiteX5" fmla="*/ 19809 w 47924"/>
                  <a:gd name="connsiteY5" fmla="*/ 0 h 39580"/>
                  <a:gd name="connsiteX6" fmla="*/ 26199 w 47924"/>
                  <a:gd name="connsiteY6" fmla="*/ 6384 h 39580"/>
                  <a:gd name="connsiteX7" fmla="*/ 19809 w 47924"/>
                  <a:gd name="connsiteY7" fmla="*/ 12768 h 39580"/>
                  <a:gd name="connsiteX8" fmla="*/ 12780 w 47924"/>
                  <a:gd name="connsiteY8" fmla="*/ 19790 h 39580"/>
                  <a:gd name="connsiteX9" fmla="*/ 14697 w 47924"/>
                  <a:gd name="connsiteY9" fmla="*/ 24898 h 39580"/>
                  <a:gd name="connsiteX10" fmla="*/ 19809 w 47924"/>
                  <a:gd name="connsiteY10" fmla="*/ 26813 h 39580"/>
                  <a:gd name="connsiteX11" fmla="*/ 41535 w 47924"/>
                  <a:gd name="connsiteY11" fmla="*/ 26813 h 39580"/>
                  <a:gd name="connsiteX12" fmla="*/ 47925 w 47924"/>
                  <a:gd name="connsiteY12" fmla="*/ 33197 h 39580"/>
                  <a:gd name="connsiteX13" fmla="*/ 41535 w 47924"/>
                  <a:gd name="connsiteY13" fmla="*/ 39581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924" h="39580">
                    <a:moveTo>
                      <a:pt x="41535" y="39581"/>
                    </a:moveTo>
                    <a:lnTo>
                      <a:pt x="19809" y="39581"/>
                    </a:lnTo>
                    <a:cubicBezTo>
                      <a:pt x="14697" y="39581"/>
                      <a:pt x="9585" y="37665"/>
                      <a:pt x="5751" y="33835"/>
                    </a:cubicBezTo>
                    <a:cubicBezTo>
                      <a:pt x="1917" y="30005"/>
                      <a:pt x="0" y="24898"/>
                      <a:pt x="0" y="19790"/>
                    </a:cubicBezTo>
                    <a:cubicBezTo>
                      <a:pt x="0" y="9576"/>
                      <a:pt x="8307" y="638"/>
                      <a:pt x="18531" y="0"/>
                    </a:cubicBezTo>
                    <a:cubicBezTo>
                      <a:pt x="19170" y="0"/>
                      <a:pt x="19809" y="0"/>
                      <a:pt x="19809" y="0"/>
                    </a:cubicBezTo>
                    <a:cubicBezTo>
                      <a:pt x="23643" y="0"/>
                      <a:pt x="26199" y="2554"/>
                      <a:pt x="26199" y="6384"/>
                    </a:cubicBezTo>
                    <a:cubicBezTo>
                      <a:pt x="26199" y="10214"/>
                      <a:pt x="23643" y="12768"/>
                      <a:pt x="19809" y="12768"/>
                    </a:cubicBezTo>
                    <a:cubicBezTo>
                      <a:pt x="15336" y="12768"/>
                      <a:pt x="12780" y="15960"/>
                      <a:pt x="12780" y="19790"/>
                    </a:cubicBezTo>
                    <a:cubicBezTo>
                      <a:pt x="12780" y="21706"/>
                      <a:pt x="13419" y="23621"/>
                      <a:pt x="14697" y="24898"/>
                    </a:cubicBezTo>
                    <a:cubicBezTo>
                      <a:pt x="15975" y="26174"/>
                      <a:pt x="17892" y="26813"/>
                      <a:pt x="19809" y="26813"/>
                    </a:cubicBezTo>
                    <a:lnTo>
                      <a:pt x="41535" y="26813"/>
                    </a:lnTo>
                    <a:cubicBezTo>
                      <a:pt x="45369" y="26813"/>
                      <a:pt x="47925" y="29366"/>
                      <a:pt x="47925" y="33197"/>
                    </a:cubicBezTo>
                    <a:cubicBezTo>
                      <a:pt x="47925" y="36389"/>
                      <a:pt x="44730" y="39581"/>
                      <a:pt x="41535" y="39581"/>
                    </a:cubicBezTo>
                    <a:close/>
                  </a:path>
                </a:pathLst>
              </a:custGeom>
              <a:solidFill>
                <a:srgbClr val="0076A8"/>
              </a:solidFill>
              <a:ln w="6390" cap="flat">
                <a:noFill/>
                <a:prstDash val="solid"/>
                <a:miter/>
              </a:ln>
            </p:spPr>
            <p:txBody>
              <a:bodyPr rtlCol="0" anchor="ctr"/>
              <a:lstStyle/>
              <a:p>
                <a:endParaRPr lang="en-US"/>
              </a:p>
            </p:txBody>
          </p:sp>
          <p:sp>
            <p:nvSpPr>
              <p:cNvPr id="30" name="Graphic 4">
                <a:extLst>
                  <a:ext uri="{FF2B5EF4-FFF2-40B4-BE49-F238E27FC236}">
                    <a16:creationId xmlns:a16="http://schemas.microsoft.com/office/drawing/2014/main" id="{97A453C1-70FC-2D4D-946E-4CCDCCF7128D}"/>
                  </a:ext>
                </a:extLst>
              </p:cNvPr>
              <p:cNvSpPr/>
              <p:nvPr/>
            </p:nvSpPr>
            <p:spPr>
              <a:xfrm>
                <a:off x="7927994" y="1575091"/>
                <a:ext cx="53036" cy="39580"/>
              </a:xfrm>
              <a:custGeom>
                <a:avLst/>
                <a:gdLst>
                  <a:gd name="connsiteX0" fmla="*/ 47286 w 53036"/>
                  <a:gd name="connsiteY0" fmla="*/ 39581 h 39580"/>
                  <a:gd name="connsiteX1" fmla="*/ 19809 w 53036"/>
                  <a:gd name="connsiteY1" fmla="*/ 39581 h 39580"/>
                  <a:gd name="connsiteX2" fmla="*/ 5751 w 53036"/>
                  <a:gd name="connsiteY2" fmla="*/ 33835 h 39580"/>
                  <a:gd name="connsiteX3" fmla="*/ 0 w 53036"/>
                  <a:gd name="connsiteY3" fmla="*/ 19790 h 39580"/>
                  <a:gd name="connsiteX4" fmla="*/ 18531 w 53036"/>
                  <a:gd name="connsiteY4" fmla="*/ 0 h 39580"/>
                  <a:gd name="connsiteX5" fmla="*/ 19809 w 53036"/>
                  <a:gd name="connsiteY5" fmla="*/ 0 h 39580"/>
                  <a:gd name="connsiteX6" fmla="*/ 26199 w 53036"/>
                  <a:gd name="connsiteY6" fmla="*/ 6384 h 39580"/>
                  <a:gd name="connsiteX7" fmla="*/ 19809 w 53036"/>
                  <a:gd name="connsiteY7" fmla="*/ 12768 h 39580"/>
                  <a:gd name="connsiteX8" fmla="*/ 19170 w 53036"/>
                  <a:gd name="connsiteY8" fmla="*/ 12768 h 39580"/>
                  <a:gd name="connsiteX9" fmla="*/ 12141 w 53036"/>
                  <a:gd name="connsiteY9" fmla="*/ 19790 h 39580"/>
                  <a:gd name="connsiteX10" fmla="*/ 14058 w 53036"/>
                  <a:gd name="connsiteY10" fmla="*/ 24897 h 39580"/>
                  <a:gd name="connsiteX11" fmla="*/ 19170 w 53036"/>
                  <a:gd name="connsiteY11" fmla="*/ 26813 h 39580"/>
                  <a:gd name="connsiteX12" fmla="*/ 46647 w 53036"/>
                  <a:gd name="connsiteY12" fmla="*/ 26813 h 39580"/>
                  <a:gd name="connsiteX13" fmla="*/ 53037 w 53036"/>
                  <a:gd name="connsiteY13" fmla="*/ 33197 h 39580"/>
                  <a:gd name="connsiteX14" fmla="*/ 47286 w 53036"/>
                  <a:gd name="connsiteY14" fmla="*/ 39581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036" h="39580">
                    <a:moveTo>
                      <a:pt x="47286" y="39581"/>
                    </a:moveTo>
                    <a:lnTo>
                      <a:pt x="19809" y="39581"/>
                    </a:lnTo>
                    <a:cubicBezTo>
                      <a:pt x="14697" y="39581"/>
                      <a:pt x="9585" y="37665"/>
                      <a:pt x="5751" y="33835"/>
                    </a:cubicBezTo>
                    <a:cubicBezTo>
                      <a:pt x="1917" y="30005"/>
                      <a:pt x="0" y="24897"/>
                      <a:pt x="0" y="19790"/>
                    </a:cubicBezTo>
                    <a:cubicBezTo>
                      <a:pt x="0" y="9576"/>
                      <a:pt x="8307" y="638"/>
                      <a:pt x="18531" y="0"/>
                    </a:cubicBezTo>
                    <a:cubicBezTo>
                      <a:pt x="19170" y="0"/>
                      <a:pt x="19809" y="0"/>
                      <a:pt x="19809" y="0"/>
                    </a:cubicBezTo>
                    <a:cubicBezTo>
                      <a:pt x="23643" y="0"/>
                      <a:pt x="26199" y="2554"/>
                      <a:pt x="26199" y="6384"/>
                    </a:cubicBezTo>
                    <a:cubicBezTo>
                      <a:pt x="26199" y="10214"/>
                      <a:pt x="23643" y="12768"/>
                      <a:pt x="19809" y="12768"/>
                    </a:cubicBezTo>
                    <a:lnTo>
                      <a:pt x="19170" y="12768"/>
                    </a:lnTo>
                    <a:cubicBezTo>
                      <a:pt x="15336" y="12768"/>
                      <a:pt x="12141" y="15960"/>
                      <a:pt x="12141" y="19790"/>
                    </a:cubicBezTo>
                    <a:cubicBezTo>
                      <a:pt x="12141" y="21706"/>
                      <a:pt x="12780" y="23621"/>
                      <a:pt x="14058" y="24897"/>
                    </a:cubicBezTo>
                    <a:cubicBezTo>
                      <a:pt x="15336" y="26174"/>
                      <a:pt x="17253" y="26813"/>
                      <a:pt x="19170" y="26813"/>
                    </a:cubicBezTo>
                    <a:lnTo>
                      <a:pt x="46647" y="26813"/>
                    </a:lnTo>
                    <a:cubicBezTo>
                      <a:pt x="50481" y="26813"/>
                      <a:pt x="53037" y="29366"/>
                      <a:pt x="53037" y="33197"/>
                    </a:cubicBezTo>
                    <a:cubicBezTo>
                      <a:pt x="53037" y="37027"/>
                      <a:pt x="51119" y="39581"/>
                      <a:pt x="47286" y="39581"/>
                    </a:cubicBezTo>
                    <a:close/>
                  </a:path>
                </a:pathLst>
              </a:custGeom>
              <a:solidFill>
                <a:srgbClr val="0076A8"/>
              </a:solidFill>
              <a:ln w="6390" cap="flat">
                <a:noFill/>
                <a:prstDash val="solid"/>
                <a:miter/>
              </a:ln>
            </p:spPr>
            <p:txBody>
              <a:bodyPr rtlCol="0" anchor="ctr"/>
              <a:lstStyle/>
              <a:p>
                <a:endParaRPr lang="en-US"/>
              </a:p>
            </p:txBody>
          </p:sp>
          <p:sp>
            <p:nvSpPr>
              <p:cNvPr id="31" name="Graphic 4">
                <a:extLst>
                  <a:ext uri="{FF2B5EF4-FFF2-40B4-BE49-F238E27FC236}">
                    <a16:creationId xmlns:a16="http://schemas.microsoft.com/office/drawing/2014/main" id="{40F386CE-46F1-3F40-86FA-5C924C0745B3}"/>
                  </a:ext>
                </a:extLst>
              </p:cNvPr>
              <p:cNvSpPr/>
              <p:nvPr/>
            </p:nvSpPr>
            <p:spPr>
              <a:xfrm>
                <a:off x="7951637" y="1629354"/>
                <a:ext cx="139939" cy="39580"/>
              </a:xfrm>
              <a:custGeom>
                <a:avLst/>
                <a:gdLst>
                  <a:gd name="connsiteX0" fmla="*/ 37701 w 139939"/>
                  <a:gd name="connsiteY0" fmla="*/ 39581 h 39580"/>
                  <a:gd name="connsiteX1" fmla="*/ 19809 w 139939"/>
                  <a:gd name="connsiteY1" fmla="*/ 39581 h 39580"/>
                  <a:gd name="connsiteX2" fmla="*/ 5751 w 139939"/>
                  <a:gd name="connsiteY2" fmla="*/ 33835 h 39580"/>
                  <a:gd name="connsiteX3" fmla="*/ 0 w 139939"/>
                  <a:gd name="connsiteY3" fmla="*/ 19790 h 39580"/>
                  <a:gd name="connsiteX4" fmla="*/ 19809 w 139939"/>
                  <a:gd name="connsiteY4" fmla="*/ 0 h 39580"/>
                  <a:gd name="connsiteX5" fmla="*/ 26199 w 139939"/>
                  <a:gd name="connsiteY5" fmla="*/ 6384 h 39580"/>
                  <a:gd name="connsiteX6" fmla="*/ 19809 w 139939"/>
                  <a:gd name="connsiteY6" fmla="*/ 12768 h 39580"/>
                  <a:gd name="connsiteX7" fmla="*/ 12780 w 139939"/>
                  <a:gd name="connsiteY7" fmla="*/ 19790 h 39580"/>
                  <a:gd name="connsiteX8" fmla="*/ 14696 w 139939"/>
                  <a:gd name="connsiteY8" fmla="*/ 24897 h 39580"/>
                  <a:gd name="connsiteX9" fmla="*/ 19809 w 139939"/>
                  <a:gd name="connsiteY9" fmla="*/ 26813 h 39580"/>
                  <a:gd name="connsiteX10" fmla="*/ 67733 w 139939"/>
                  <a:gd name="connsiteY10" fmla="*/ 26813 h 39580"/>
                  <a:gd name="connsiteX11" fmla="*/ 95849 w 139939"/>
                  <a:gd name="connsiteY11" fmla="*/ 15322 h 39580"/>
                  <a:gd name="connsiteX12" fmla="*/ 110545 w 139939"/>
                  <a:gd name="connsiteY12" fmla="*/ 9576 h 39580"/>
                  <a:gd name="connsiteX13" fmla="*/ 133550 w 139939"/>
                  <a:gd name="connsiteY13" fmla="*/ 9576 h 39580"/>
                  <a:gd name="connsiteX14" fmla="*/ 139940 w 139939"/>
                  <a:gd name="connsiteY14" fmla="*/ 15960 h 39580"/>
                  <a:gd name="connsiteX15" fmla="*/ 133550 w 139939"/>
                  <a:gd name="connsiteY15" fmla="*/ 22344 h 39580"/>
                  <a:gd name="connsiteX16" fmla="*/ 110545 w 139939"/>
                  <a:gd name="connsiteY16" fmla="*/ 22344 h 39580"/>
                  <a:gd name="connsiteX17" fmla="*/ 104795 w 139939"/>
                  <a:gd name="connsiteY17" fmla="*/ 24897 h 39580"/>
                  <a:gd name="connsiteX18" fmla="*/ 67733 w 139939"/>
                  <a:gd name="connsiteY18" fmla="*/ 39581 h 39580"/>
                  <a:gd name="connsiteX19" fmla="*/ 37701 w 139939"/>
                  <a:gd name="connsiteY19" fmla="*/ 39581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9939" h="39580">
                    <a:moveTo>
                      <a:pt x="37701" y="39581"/>
                    </a:moveTo>
                    <a:lnTo>
                      <a:pt x="19809" y="39581"/>
                    </a:lnTo>
                    <a:cubicBezTo>
                      <a:pt x="14696" y="39581"/>
                      <a:pt x="9585" y="37665"/>
                      <a:pt x="5751" y="33835"/>
                    </a:cubicBezTo>
                    <a:cubicBezTo>
                      <a:pt x="1917" y="30005"/>
                      <a:pt x="0" y="24897"/>
                      <a:pt x="0" y="19790"/>
                    </a:cubicBezTo>
                    <a:cubicBezTo>
                      <a:pt x="0" y="8938"/>
                      <a:pt x="8946" y="0"/>
                      <a:pt x="19809" y="0"/>
                    </a:cubicBezTo>
                    <a:cubicBezTo>
                      <a:pt x="23642" y="0"/>
                      <a:pt x="26199" y="2554"/>
                      <a:pt x="26199" y="6384"/>
                    </a:cubicBezTo>
                    <a:cubicBezTo>
                      <a:pt x="26199" y="10214"/>
                      <a:pt x="23642" y="12768"/>
                      <a:pt x="19809" y="12768"/>
                    </a:cubicBezTo>
                    <a:cubicBezTo>
                      <a:pt x="15975" y="12768"/>
                      <a:pt x="12780" y="15960"/>
                      <a:pt x="12780" y="19790"/>
                    </a:cubicBezTo>
                    <a:cubicBezTo>
                      <a:pt x="12780" y="21706"/>
                      <a:pt x="13419" y="23621"/>
                      <a:pt x="14696" y="24897"/>
                    </a:cubicBezTo>
                    <a:cubicBezTo>
                      <a:pt x="15975" y="26174"/>
                      <a:pt x="17891" y="26813"/>
                      <a:pt x="19809" y="26813"/>
                    </a:cubicBezTo>
                    <a:lnTo>
                      <a:pt x="67733" y="26813"/>
                    </a:lnTo>
                    <a:cubicBezTo>
                      <a:pt x="77957" y="26813"/>
                      <a:pt x="88181" y="22982"/>
                      <a:pt x="95849" y="15322"/>
                    </a:cubicBezTo>
                    <a:cubicBezTo>
                      <a:pt x="99683" y="11491"/>
                      <a:pt x="104795" y="9576"/>
                      <a:pt x="110545" y="9576"/>
                    </a:cubicBezTo>
                    <a:lnTo>
                      <a:pt x="133550" y="9576"/>
                    </a:lnTo>
                    <a:cubicBezTo>
                      <a:pt x="137384" y="9576"/>
                      <a:pt x="139940" y="12130"/>
                      <a:pt x="139940" y="15960"/>
                    </a:cubicBezTo>
                    <a:cubicBezTo>
                      <a:pt x="139940" y="19790"/>
                      <a:pt x="137384" y="22344"/>
                      <a:pt x="133550" y="22344"/>
                    </a:cubicBezTo>
                    <a:lnTo>
                      <a:pt x="110545" y="22344"/>
                    </a:lnTo>
                    <a:cubicBezTo>
                      <a:pt x="108629" y="22344"/>
                      <a:pt x="106073" y="22982"/>
                      <a:pt x="104795" y="24897"/>
                    </a:cubicBezTo>
                    <a:cubicBezTo>
                      <a:pt x="94571" y="34473"/>
                      <a:pt x="81791" y="39581"/>
                      <a:pt x="67733" y="39581"/>
                    </a:cubicBezTo>
                    <a:lnTo>
                      <a:pt x="37701" y="39581"/>
                    </a:lnTo>
                    <a:close/>
                  </a:path>
                </a:pathLst>
              </a:custGeom>
              <a:solidFill>
                <a:srgbClr val="0076A8"/>
              </a:solidFill>
              <a:ln w="6390" cap="flat">
                <a:noFill/>
                <a:prstDash val="solid"/>
                <a:miter/>
              </a:ln>
            </p:spPr>
            <p:txBody>
              <a:bodyPr rtlCol="0" anchor="ctr"/>
              <a:lstStyle/>
              <a:p>
                <a:endParaRPr lang="en-US"/>
              </a:p>
            </p:txBody>
          </p:sp>
          <p:sp>
            <p:nvSpPr>
              <p:cNvPr id="32" name="Graphic 4">
                <a:extLst>
                  <a:ext uri="{FF2B5EF4-FFF2-40B4-BE49-F238E27FC236}">
                    <a16:creationId xmlns:a16="http://schemas.microsoft.com/office/drawing/2014/main" id="{5A22093A-6ED4-6F46-A8BF-26CE01440484}"/>
                  </a:ext>
                </a:extLst>
              </p:cNvPr>
              <p:cNvSpPr/>
              <p:nvPr/>
            </p:nvSpPr>
            <p:spPr>
              <a:xfrm>
                <a:off x="7874319" y="1498248"/>
                <a:ext cx="216618" cy="89610"/>
              </a:xfrm>
              <a:custGeom>
                <a:avLst/>
                <a:gdLst>
                  <a:gd name="connsiteX0" fmla="*/ 94571 w 216618"/>
                  <a:gd name="connsiteY0" fmla="*/ 89611 h 89610"/>
                  <a:gd name="connsiteX1" fmla="*/ 19809 w 216618"/>
                  <a:gd name="connsiteY1" fmla="*/ 89611 h 89610"/>
                  <a:gd name="connsiteX2" fmla="*/ 18530 w 216618"/>
                  <a:gd name="connsiteY2" fmla="*/ 89611 h 89610"/>
                  <a:gd name="connsiteX3" fmla="*/ 5750 w 216618"/>
                  <a:gd name="connsiteY3" fmla="*/ 83865 h 89610"/>
                  <a:gd name="connsiteX4" fmla="*/ 0 w 216618"/>
                  <a:gd name="connsiteY4" fmla="*/ 69820 h 89610"/>
                  <a:gd name="connsiteX5" fmla="*/ 19809 w 216618"/>
                  <a:gd name="connsiteY5" fmla="*/ 50030 h 89610"/>
                  <a:gd name="connsiteX6" fmla="*/ 103517 w 216618"/>
                  <a:gd name="connsiteY6" fmla="*/ 50030 h 89610"/>
                  <a:gd name="connsiteX7" fmla="*/ 86903 w 216618"/>
                  <a:gd name="connsiteY7" fmla="*/ 39816 h 89610"/>
                  <a:gd name="connsiteX8" fmla="*/ 78596 w 216618"/>
                  <a:gd name="connsiteY8" fmla="*/ 8534 h 89610"/>
                  <a:gd name="connsiteX9" fmla="*/ 95209 w 216618"/>
                  <a:gd name="connsiteY9" fmla="*/ 873 h 89610"/>
                  <a:gd name="connsiteX10" fmla="*/ 166777 w 216618"/>
                  <a:gd name="connsiteY10" fmla="*/ 30240 h 89610"/>
                  <a:gd name="connsiteX11" fmla="*/ 187225 w 216618"/>
                  <a:gd name="connsiteY11" fmla="*/ 46838 h 89610"/>
                  <a:gd name="connsiteX12" fmla="*/ 193615 w 216618"/>
                  <a:gd name="connsiteY12" fmla="*/ 50030 h 89610"/>
                  <a:gd name="connsiteX13" fmla="*/ 210228 w 216618"/>
                  <a:gd name="connsiteY13" fmla="*/ 50030 h 89610"/>
                  <a:gd name="connsiteX14" fmla="*/ 216618 w 216618"/>
                  <a:gd name="connsiteY14" fmla="*/ 56414 h 89610"/>
                  <a:gd name="connsiteX15" fmla="*/ 210228 w 216618"/>
                  <a:gd name="connsiteY15" fmla="*/ 62798 h 89610"/>
                  <a:gd name="connsiteX16" fmla="*/ 193615 w 216618"/>
                  <a:gd name="connsiteY16" fmla="*/ 62798 h 89610"/>
                  <a:gd name="connsiteX17" fmla="*/ 176362 w 216618"/>
                  <a:gd name="connsiteY17" fmla="*/ 54499 h 89610"/>
                  <a:gd name="connsiteX18" fmla="*/ 161026 w 216618"/>
                  <a:gd name="connsiteY18" fmla="*/ 42369 h 89610"/>
                  <a:gd name="connsiteX19" fmla="*/ 90098 w 216618"/>
                  <a:gd name="connsiteY19" fmla="*/ 13003 h 89610"/>
                  <a:gd name="connsiteX20" fmla="*/ 88181 w 216618"/>
                  <a:gd name="connsiteY20" fmla="*/ 19387 h 89610"/>
                  <a:gd name="connsiteX21" fmla="*/ 92654 w 216618"/>
                  <a:gd name="connsiteY21" fmla="*/ 28963 h 89610"/>
                  <a:gd name="connsiteX22" fmla="*/ 129076 w 216618"/>
                  <a:gd name="connsiteY22" fmla="*/ 50669 h 89610"/>
                  <a:gd name="connsiteX23" fmla="*/ 131633 w 216618"/>
                  <a:gd name="connsiteY23" fmla="*/ 57691 h 89610"/>
                  <a:gd name="connsiteX24" fmla="*/ 125243 w 216618"/>
                  <a:gd name="connsiteY24" fmla="*/ 62160 h 89610"/>
                  <a:gd name="connsiteX25" fmla="*/ 18530 w 216618"/>
                  <a:gd name="connsiteY25" fmla="*/ 62160 h 89610"/>
                  <a:gd name="connsiteX26" fmla="*/ 11501 w 216618"/>
                  <a:gd name="connsiteY26" fmla="*/ 69182 h 89610"/>
                  <a:gd name="connsiteX27" fmla="*/ 13419 w 216618"/>
                  <a:gd name="connsiteY27" fmla="*/ 74289 h 89610"/>
                  <a:gd name="connsiteX28" fmla="*/ 17891 w 216618"/>
                  <a:gd name="connsiteY28" fmla="*/ 76204 h 89610"/>
                  <a:gd name="connsiteX29" fmla="*/ 93293 w 216618"/>
                  <a:gd name="connsiteY29" fmla="*/ 76204 h 89610"/>
                  <a:gd name="connsiteX30" fmla="*/ 99683 w 216618"/>
                  <a:gd name="connsiteY30" fmla="*/ 82588 h 89610"/>
                  <a:gd name="connsiteX31" fmla="*/ 94571 w 216618"/>
                  <a:gd name="connsiteY31" fmla="*/ 89611 h 8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16618" h="89610">
                    <a:moveTo>
                      <a:pt x="94571" y="89611"/>
                    </a:moveTo>
                    <a:lnTo>
                      <a:pt x="19809" y="89611"/>
                    </a:lnTo>
                    <a:cubicBezTo>
                      <a:pt x="19170" y="89611"/>
                      <a:pt x="18530" y="89611"/>
                      <a:pt x="18530" y="89611"/>
                    </a:cubicBezTo>
                    <a:cubicBezTo>
                      <a:pt x="14058" y="88972"/>
                      <a:pt x="9585" y="87057"/>
                      <a:pt x="5750" y="83865"/>
                    </a:cubicBezTo>
                    <a:cubicBezTo>
                      <a:pt x="1917" y="80035"/>
                      <a:pt x="0" y="74928"/>
                      <a:pt x="0" y="69820"/>
                    </a:cubicBezTo>
                    <a:cubicBezTo>
                      <a:pt x="0" y="58968"/>
                      <a:pt x="8945" y="50030"/>
                      <a:pt x="19809" y="50030"/>
                    </a:cubicBezTo>
                    <a:lnTo>
                      <a:pt x="103517" y="50030"/>
                    </a:lnTo>
                    <a:cubicBezTo>
                      <a:pt x="98404" y="46838"/>
                      <a:pt x="92654" y="43008"/>
                      <a:pt x="86903" y="39816"/>
                    </a:cubicBezTo>
                    <a:cubicBezTo>
                      <a:pt x="75401" y="32793"/>
                      <a:pt x="73484" y="18110"/>
                      <a:pt x="78596" y="8534"/>
                    </a:cubicBezTo>
                    <a:cubicBezTo>
                      <a:pt x="81791" y="1512"/>
                      <a:pt x="88820" y="-1680"/>
                      <a:pt x="95209" y="873"/>
                    </a:cubicBezTo>
                    <a:lnTo>
                      <a:pt x="166777" y="30240"/>
                    </a:lnTo>
                    <a:cubicBezTo>
                      <a:pt x="174445" y="33432"/>
                      <a:pt x="182113" y="39177"/>
                      <a:pt x="187225" y="46838"/>
                    </a:cubicBezTo>
                    <a:cubicBezTo>
                      <a:pt x="188503" y="48753"/>
                      <a:pt x="191059" y="50030"/>
                      <a:pt x="193615" y="50030"/>
                    </a:cubicBezTo>
                    <a:lnTo>
                      <a:pt x="210228" y="50030"/>
                    </a:lnTo>
                    <a:cubicBezTo>
                      <a:pt x="214063" y="50030"/>
                      <a:pt x="216618" y="52584"/>
                      <a:pt x="216618" y="56414"/>
                    </a:cubicBezTo>
                    <a:cubicBezTo>
                      <a:pt x="216618" y="60245"/>
                      <a:pt x="214063" y="62798"/>
                      <a:pt x="210228" y="62798"/>
                    </a:cubicBezTo>
                    <a:lnTo>
                      <a:pt x="193615" y="62798"/>
                    </a:lnTo>
                    <a:cubicBezTo>
                      <a:pt x="187225" y="62798"/>
                      <a:pt x="180835" y="59606"/>
                      <a:pt x="176362" y="54499"/>
                    </a:cubicBezTo>
                    <a:cubicBezTo>
                      <a:pt x="172528" y="48753"/>
                      <a:pt x="166777" y="44285"/>
                      <a:pt x="161026" y="42369"/>
                    </a:cubicBezTo>
                    <a:lnTo>
                      <a:pt x="90098" y="13003"/>
                    </a:lnTo>
                    <a:cubicBezTo>
                      <a:pt x="89459" y="13641"/>
                      <a:pt x="88181" y="16195"/>
                      <a:pt x="88181" y="19387"/>
                    </a:cubicBezTo>
                    <a:cubicBezTo>
                      <a:pt x="88181" y="21302"/>
                      <a:pt x="88820" y="26409"/>
                      <a:pt x="92654" y="28963"/>
                    </a:cubicBezTo>
                    <a:cubicBezTo>
                      <a:pt x="109907" y="39177"/>
                      <a:pt x="129076" y="50669"/>
                      <a:pt x="129076" y="50669"/>
                    </a:cubicBezTo>
                    <a:cubicBezTo>
                      <a:pt x="131633" y="51945"/>
                      <a:pt x="132910" y="55137"/>
                      <a:pt x="131633" y="57691"/>
                    </a:cubicBezTo>
                    <a:cubicBezTo>
                      <a:pt x="130354" y="60245"/>
                      <a:pt x="128438" y="62160"/>
                      <a:pt x="125243" y="62160"/>
                    </a:cubicBezTo>
                    <a:lnTo>
                      <a:pt x="18530" y="62160"/>
                    </a:lnTo>
                    <a:cubicBezTo>
                      <a:pt x="14696" y="62160"/>
                      <a:pt x="11501" y="65352"/>
                      <a:pt x="11501" y="69182"/>
                    </a:cubicBezTo>
                    <a:cubicBezTo>
                      <a:pt x="11501" y="71097"/>
                      <a:pt x="12140" y="73012"/>
                      <a:pt x="13419" y="74289"/>
                    </a:cubicBezTo>
                    <a:cubicBezTo>
                      <a:pt x="14696" y="75566"/>
                      <a:pt x="15975" y="76204"/>
                      <a:pt x="17891" y="76204"/>
                    </a:cubicBezTo>
                    <a:lnTo>
                      <a:pt x="93293" y="76204"/>
                    </a:lnTo>
                    <a:cubicBezTo>
                      <a:pt x="97127" y="76204"/>
                      <a:pt x="99683" y="78758"/>
                      <a:pt x="99683" y="82588"/>
                    </a:cubicBezTo>
                    <a:cubicBezTo>
                      <a:pt x="99683" y="86419"/>
                      <a:pt x="98404" y="89611"/>
                      <a:pt x="94571" y="89611"/>
                    </a:cubicBezTo>
                    <a:close/>
                  </a:path>
                </a:pathLst>
              </a:custGeom>
              <a:solidFill>
                <a:srgbClr val="0076A8"/>
              </a:solidFill>
              <a:ln w="6390" cap="flat">
                <a:noFill/>
                <a:prstDash val="solid"/>
                <a:miter/>
              </a:ln>
            </p:spPr>
            <p:txBody>
              <a:bodyPr rtlCol="0" anchor="ctr"/>
              <a:lstStyle/>
              <a:p>
                <a:endParaRPr lang="en-US"/>
              </a:p>
            </p:txBody>
          </p:sp>
        </p:grpSp>
      </p:grpSp>
      <p:grpSp>
        <p:nvGrpSpPr>
          <p:cNvPr id="33" name="Graphic 4">
            <a:extLst>
              <a:ext uri="{FF2B5EF4-FFF2-40B4-BE49-F238E27FC236}">
                <a16:creationId xmlns:a16="http://schemas.microsoft.com/office/drawing/2014/main" id="{1C2001AD-BB75-B649-87A2-60F01F1B044C}"/>
              </a:ext>
            </a:extLst>
          </p:cNvPr>
          <p:cNvGrpSpPr>
            <a:grpSpLocks noChangeAspect="1"/>
          </p:cNvGrpSpPr>
          <p:nvPr/>
        </p:nvGrpSpPr>
        <p:grpSpPr>
          <a:xfrm>
            <a:off x="5708769" y="3824168"/>
            <a:ext cx="361670" cy="361333"/>
            <a:chOff x="5708769" y="3824168"/>
            <a:chExt cx="361670" cy="361333"/>
          </a:xfrm>
          <a:solidFill>
            <a:srgbClr val="0076A8"/>
          </a:solidFill>
        </p:grpSpPr>
        <p:sp>
          <p:nvSpPr>
            <p:cNvPr id="34" name="Graphic 4">
              <a:extLst>
                <a:ext uri="{FF2B5EF4-FFF2-40B4-BE49-F238E27FC236}">
                  <a16:creationId xmlns:a16="http://schemas.microsoft.com/office/drawing/2014/main" id="{2A68196D-BB30-7246-A75A-81C548675057}"/>
                </a:ext>
              </a:extLst>
            </p:cNvPr>
            <p:cNvSpPr/>
            <p:nvPr/>
          </p:nvSpPr>
          <p:spPr>
            <a:xfrm>
              <a:off x="5708769" y="3824168"/>
              <a:ext cx="361670" cy="361333"/>
            </a:xfrm>
            <a:custGeom>
              <a:avLst/>
              <a:gdLst>
                <a:gd name="connsiteX0" fmla="*/ 180835 w 361670"/>
                <a:gd name="connsiteY0" fmla="*/ 12768 h 361333"/>
                <a:gd name="connsiteX1" fmla="*/ 348890 w 361670"/>
                <a:gd name="connsiteY1" fmla="*/ 180667 h 361333"/>
                <a:gd name="connsiteX2" fmla="*/ 180835 w 361670"/>
                <a:gd name="connsiteY2" fmla="*/ 348565 h 361333"/>
                <a:gd name="connsiteX3" fmla="*/ 12780 w 361670"/>
                <a:gd name="connsiteY3" fmla="*/ 180667 h 361333"/>
                <a:gd name="connsiteX4" fmla="*/ 180835 w 361670"/>
                <a:gd name="connsiteY4" fmla="*/ 12768 h 361333"/>
                <a:gd name="connsiteX5" fmla="*/ 180835 w 361670"/>
                <a:gd name="connsiteY5" fmla="*/ 0 h 361333"/>
                <a:gd name="connsiteX6" fmla="*/ 0 w 361670"/>
                <a:gd name="connsiteY6" fmla="*/ 180667 h 361333"/>
                <a:gd name="connsiteX7" fmla="*/ 180835 w 361670"/>
                <a:gd name="connsiteY7" fmla="*/ 361333 h 361333"/>
                <a:gd name="connsiteX8" fmla="*/ 361670 w 361670"/>
                <a:gd name="connsiteY8" fmla="*/ 180667 h 361333"/>
                <a:gd name="connsiteX9" fmla="*/ 180835 w 361670"/>
                <a:gd name="connsiteY9" fmla="*/ 0 h 361333"/>
                <a:gd name="connsiteX10" fmla="*/ 180835 w 361670"/>
                <a:gd name="connsiteY10"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670" h="361333">
                  <a:moveTo>
                    <a:pt x="180835" y="12768"/>
                  </a:moveTo>
                  <a:cubicBezTo>
                    <a:pt x="273489" y="12768"/>
                    <a:pt x="348890" y="88099"/>
                    <a:pt x="348890" y="180667"/>
                  </a:cubicBezTo>
                  <a:cubicBezTo>
                    <a:pt x="348890" y="273234"/>
                    <a:pt x="273489" y="348565"/>
                    <a:pt x="180835" y="348565"/>
                  </a:cubicBezTo>
                  <a:cubicBezTo>
                    <a:pt x="88181" y="348565"/>
                    <a:pt x="12780" y="273234"/>
                    <a:pt x="12780" y="180667"/>
                  </a:cubicBezTo>
                  <a:cubicBezTo>
                    <a:pt x="12780" y="88099"/>
                    <a:pt x="88181" y="12768"/>
                    <a:pt x="180835" y="12768"/>
                  </a:cubicBezTo>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1157" y="0"/>
                    <a:pt x="180835" y="0"/>
                  </a:cubicBezTo>
                  <a:lnTo>
                    <a:pt x="180835" y="0"/>
                  </a:lnTo>
                  <a:close/>
                </a:path>
              </a:pathLst>
            </a:custGeom>
            <a:solidFill>
              <a:srgbClr val="0076A8"/>
            </a:solidFill>
            <a:ln w="6390" cap="flat">
              <a:noFill/>
              <a:prstDash val="solid"/>
              <a:miter/>
            </a:ln>
          </p:spPr>
          <p:txBody>
            <a:bodyPr rtlCol="0" anchor="ctr"/>
            <a:lstStyle/>
            <a:p>
              <a:endParaRPr lang="en-US"/>
            </a:p>
          </p:txBody>
        </p:sp>
        <p:grpSp>
          <p:nvGrpSpPr>
            <p:cNvPr id="35" name="Graphic 4">
              <a:extLst>
                <a:ext uri="{FF2B5EF4-FFF2-40B4-BE49-F238E27FC236}">
                  <a16:creationId xmlns:a16="http://schemas.microsoft.com/office/drawing/2014/main" id="{2583747C-FF7C-A846-B623-7F7139EF65AE}"/>
                </a:ext>
              </a:extLst>
            </p:cNvPr>
            <p:cNvGrpSpPr/>
            <p:nvPr/>
          </p:nvGrpSpPr>
          <p:grpSpPr>
            <a:xfrm>
              <a:off x="5807813" y="3905244"/>
              <a:ext cx="162943" cy="199818"/>
              <a:chOff x="5807813" y="3905244"/>
              <a:chExt cx="162943" cy="199818"/>
            </a:xfrm>
            <a:solidFill>
              <a:srgbClr val="0076A8"/>
            </a:solidFill>
          </p:grpSpPr>
          <p:sp>
            <p:nvSpPr>
              <p:cNvPr id="36" name="Graphic 4">
                <a:extLst>
                  <a:ext uri="{FF2B5EF4-FFF2-40B4-BE49-F238E27FC236}">
                    <a16:creationId xmlns:a16="http://schemas.microsoft.com/office/drawing/2014/main" id="{85DDFF50-F9CA-5444-AF77-64660B5F0221}"/>
                  </a:ext>
                </a:extLst>
              </p:cNvPr>
              <p:cNvSpPr/>
              <p:nvPr/>
            </p:nvSpPr>
            <p:spPr>
              <a:xfrm>
                <a:off x="5829539" y="3913543"/>
                <a:ext cx="44729" cy="49156"/>
              </a:xfrm>
              <a:custGeom>
                <a:avLst/>
                <a:gdLst>
                  <a:gd name="connsiteX0" fmla="*/ 6390 w 44729"/>
                  <a:gd name="connsiteY0" fmla="*/ 49156 h 49156"/>
                  <a:gd name="connsiteX1" fmla="*/ 0 w 44729"/>
                  <a:gd name="connsiteY1" fmla="*/ 42772 h 49156"/>
                  <a:gd name="connsiteX2" fmla="*/ 0 w 44729"/>
                  <a:gd name="connsiteY2" fmla="*/ 22344 h 49156"/>
                  <a:gd name="connsiteX3" fmla="*/ 22365 w 44729"/>
                  <a:gd name="connsiteY3" fmla="*/ 0 h 49156"/>
                  <a:gd name="connsiteX4" fmla="*/ 38340 w 44729"/>
                  <a:gd name="connsiteY4" fmla="*/ 6384 h 49156"/>
                  <a:gd name="connsiteX5" fmla="*/ 44730 w 44729"/>
                  <a:gd name="connsiteY5" fmla="*/ 20428 h 49156"/>
                  <a:gd name="connsiteX6" fmla="*/ 44730 w 44729"/>
                  <a:gd name="connsiteY6" fmla="*/ 22344 h 49156"/>
                  <a:gd name="connsiteX7" fmla="*/ 38340 w 44729"/>
                  <a:gd name="connsiteY7" fmla="*/ 28728 h 49156"/>
                  <a:gd name="connsiteX8" fmla="*/ 31950 w 44729"/>
                  <a:gd name="connsiteY8" fmla="*/ 22344 h 49156"/>
                  <a:gd name="connsiteX9" fmla="*/ 31950 w 44729"/>
                  <a:gd name="connsiteY9" fmla="*/ 21705 h 49156"/>
                  <a:gd name="connsiteX10" fmla="*/ 29394 w 44729"/>
                  <a:gd name="connsiteY10" fmla="*/ 15321 h 49156"/>
                  <a:gd name="connsiteX11" fmla="*/ 22365 w 44729"/>
                  <a:gd name="connsiteY11" fmla="*/ 12768 h 49156"/>
                  <a:gd name="connsiteX12" fmla="*/ 12780 w 44729"/>
                  <a:gd name="connsiteY12" fmla="*/ 22344 h 49156"/>
                  <a:gd name="connsiteX13" fmla="*/ 12780 w 44729"/>
                  <a:gd name="connsiteY13" fmla="*/ 42772 h 49156"/>
                  <a:gd name="connsiteX14" fmla="*/ 6390 w 44729"/>
                  <a:gd name="connsiteY14" fmla="*/ 49156 h 49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729" h="49156">
                    <a:moveTo>
                      <a:pt x="6390" y="49156"/>
                    </a:moveTo>
                    <a:cubicBezTo>
                      <a:pt x="2556" y="49156"/>
                      <a:pt x="0" y="46603"/>
                      <a:pt x="0" y="42772"/>
                    </a:cubicBezTo>
                    <a:lnTo>
                      <a:pt x="0" y="22344"/>
                    </a:lnTo>
                    <a:cubicBezTo>
                      <a:pt x="0" y="10214"/>
                      <a:pt x="10224" y="0"/>
                      <a:pt x="22365" y="0"/>
                    </a:cubicBezTo>
                    <a:cubicBezTo>
                      <a:pt x="28116" y="0"/>
                      <a:pt x="33867" y="2553"/>
                      <a:pt x="38340" y="6384"/>
                    </a:cubicBezTo>
                    <a:cubicBezTo>
                      <a:pt x="42174" y="10214"/>
                      <a:pt x="44730" y="15321"/>
                      <a:pt x="44730" y="20428"/>
                    </a:cubicBezTo>
                    <a:cubicBezTo>
                      <a:pt x="44730" y="21067"/>
                      <a:pt x="44730" y="21705"/>
                      <a:pt x="44730" y="22344"/>
                    </a:cubicBezTo>
                    <a:cubicBezTo>
                      <a:pt x="44730" y="26174"/>
                      <a:pt x="42174" y="28728"/>
                      <a:pt x="38340" y="28728"/>
                    </a:cubicBezTo>
                    <a:cubicBezTo>
                      <a:pt x="34506" y="28728"/>
                      <a:pt x="31950" y="26174"/>
                      <a:pt x="31950" y="22344"/>
                    </a:cubicBezTo>
                    <a:lnTo>
                      <a:pt x="31950" y="21705"/>
                    </a:lnTo>
                    <a:cubicBezTo>
                      <a:pt x="31950" y="19152"/>
                      <a:pt x="30672" y="17236"/>
                      <a:pt x="29394" y="15321"/>
                    </a:cubicBezTo>
                    <a:cubicBezTo>
                      <a:pt x="27477" y="13406"/>
                      <a:pt x="24921" y="12768"/>
                      <a:pt x="22365" y="12768"/>
                    </a:cubicBezTo>
                    <a:cubicBezTo>
                      <a:pt x="17253" y="12768"/>
                      <a:pt x="12780" y="17236"/>
                      <a:pt x="12780" y="22344"/>
                    </a:cubicBezTo>
                    <a:lnTo>
                      <a:pt x="12780" y="42772"/>
                    </a:lnTo>
                    <a:cubicBezTo>
                      <a:pt x="12780" y="46603"/>
                      <a:pt x="10224" y="49156"/>
                      <a:pt x="6390" y="49156"/>
                    </a:cubicBezTo>
                    <a:close/>
                  </a:path>
                </a:pathLst>
              </a:custGeom>
              <a:solidFill>
                <a:srgbClr val="0076A8"/>
              </a:solidFill>
              <a:ln w="6390" cap="flat">
                <a:noFill/>
                <a:prstDash val="solid"/>
                <a:miter/>
              </a:ln>
            </p:spPr>
            <p:txBody>
              <a:bodyPr rtlCol="0" anchor="ctr"/>
              <a:lstStyle/>
              <a:p>
                <a:endParaRPr lang="en-US"/>
              </a:p>
            </p:txBody>
          </p:sp>
          <p:sp>
            <p:nvSpPr>
              <p:cNvPr id="37" name="Graphic 4">
                <a:extLst>
                  <a:ext uri="{FF2B5EF4-FFF2-40B4-BE49-F238E27FC236}">
                    <a16:creationId xmlns:a16="http://schemas.microsoft.com/office/drawing/2014/main" id="{E7B4C488-64D4-5A42-8D7B-F096E78171D3}"/>
                  </a:ext>
                </a:extLst>
              </p:cNvPr>
              <p:cNvSpPr/>
              <p:nvPr/>
            </p:nvSpPr>
            <p:spPr>
              <a:xfrm>
                <a:off x="5862128" y="3905244"/>
                <a:ext cx="44729" cy="70862"/>
              </a:xfrm>
              <a:custGeom>
                <a:avLst/>
                <a:gdLst>
                  <a:gd name="connsiteX0" fmla="*/ 38340 w 44729"/>
                  <a:gd name="connsiteY0" fmla="*/ 70862 h 70862"/>
                  <a:gd name="connsiteX1" fmla="*/ 31950 w 44729"/>
                  <a:gd name="connsiteY1" fmla="*/ 64478 h 70862"/>
                  <a:gd name="connsiteX2" fmla="*/ 31950 w 44729"/>
                  <a:gd name="connsiteY2" fmla="*/ 22344 h 70862"/>
                  <a:gd name="connsiteX3" fmla="*/ 29394 w 44729"/>
                  <a:gd name="connsiteY3" fmla="*/ 15322 h 70862"/>
                  <a:gd name="connsiteX4" fmla="*/ 22365 w 44729"/>
                  <a:gd name="connsiteY4" fmla="*/ 12768 h 70862"/>
                  <a:gd name="connsiteX5" fmla="*/ 12780 w 44729"/>
                  <a:gd name="connsiteY5" fmla="*/ 22344 h 70862"/>
                  <a:gd name="connsiteX6" fmla="*/ 12780 w 44729"/>
                  <a:gd name="connsiteY6" fmla="*/ 51072 h 70862"/>
                  <a:gd name="connsiteX7" fmla="*/ 6390 w 44729"/>
                  <a:gd name="connsiteY7" fmla="*/ 57456 h 70862"/>
                  <a:gd name="connsiteX8" fmla="*/ 0 w 44729"/>
                  <a:gd name="connsiteY8" fmla="*/ 51072 h 70862"/>
                  <a:gd name="connsiteX9" fmla="*/ 0 w 44729"/>
                  <a:gd name="connsiteY9" fmla="*/ 22344 h 70862"/>
                  <a:gd name="connsiteX10" fmla="*/ 22365 w 44729"/>
                  <a:gd name="connsiteY10" fmla="*/ 0 h 70862"/>
                  <a:gd name="connsiteX11" fmla="*/ 38340 w 44729"/>
                  <a:gd name="connsiteY11" fmla="*/ 6384 h 70862"/>
                  <a:gd name="connsiteX12" fmla="*/ 44730 w 44729"/>
                  <a:gd name="connsiteY12" fmla="*/ 22344 h 70862"/>
                  <a:gd name="connsiteX13" fmla="*/ 44730 w 44729"/>
                  <a:gd name="connsiteY13" fmla="*/ 64478 h 70862"/>
                  <a:gd name="connsiteX14" fmla="*/ 38340 w 44729"/>
                  <a:gd name="connsiteY14" fmla="*/ 70862 h 7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729" h="70862">
                    <a:moveTo>
                      <a:pt x="38340" y="70862"/>
                    </a:moveTo>
                    <a:cubicBezTo>
                      <a:pt x="34505" y="70862"/>
                      <a:pt x="31950" y="68309"/>
                      <a:pt x="31950" y="64478"/>
                    </a:cubicBezTo>
                    <a:lnTo>
                      <a:pt x="31950" y="22344"/>
                    </a:lnTo>
                    <a:cubicBezTo>
                      <a:pt x="31950" y="19791"/>
                      <a:pt x="30672" y="17237"/>
                      <a:pt x="29394" y="15322"/>
                    </a:cubicBezTo>
                    <a:cubicBezTo>
                      <a:pt x="27477" y="13407"/>
                      <a:pt x="24921" y="12768"/>
                      <a:pt x="22365" y="12768"/>
                    </a:cubicBezTo>
                    <a:cubicBezTo>
                      <a:pt x="17253" y="12768"/>
                      <a:pt x="12780" y="17237"/>
                      <a:pt x="12780" y="22344"/>
                    </a:cubicBezTo>
                    <a:lnTo>
                      <a:pt x="12780" y="51072"/>
                    </a:lnTo>
                    <a:cubicBezTo>
                      <a:pt x="12780" y="54902"/>
                      <a:pt x="10224" y="57456"/>
                      <a:pt x="6390" y="57456"/>
                    </a:cubicBezTo>
                    <a:cubicBezTo>
                      <a:pt x="2556" y="57456"/>
                      <a:pt x="0" y="54902"/>
                      <a:pt x="0" y="51072"/>
                    </a:cubicBezTo>
                    <a:lnTo>
                      <a:pt x="0" y="22344"/>
                    </a:lnTo>
                    <a:cubicBezTo>
                      <a:pt x="0" y="10215"/>
                      <a:pt x="10224" y="0"/>
                      <a:pt x="22365" y="0"/>
                    </a:cubicBezTo>
                    <a:cubicBezTo>
                      <a:pt x="28115" y="0"/>
                      <a:pt x="33867" y="2554"/>
                      <a:pt x="38340" y="6384"/>
                    </a:cubicBezTo>
                    <a:cubicBezTo>
                      <a:pt x="42812" y="10853"/>
                      <a:pt x="44730" y="15960"/>
                      <a:pt x="44730" y="22344"/>
                    </a:cubicBezTo>
                    <a:lnTo>
                      <a:pt x="44730" y="64478"/>
                    </a:lnTo>
                    <a:cubicBezTo>
                      <a:pt x="44730" y="68309"/>
                      <a:pt x="41535" y="70862"/>
                      <a:pt x="38340" y="70862"/>
                    </a:cubicBezTo>
                    <a:close/>
                  </a:path>
                </a:pathLst>
              </a:custGeom>
              <a:solidFill>
                <a:srgbClr val="0076A8"/>
              </a:solidFill>
              <a:ln w="6390" cap="flat">
                <a:noFill/>
                <a:prstDash val="solid"/>
                <a:miter/>
              </a:ln>
            </p:spPr>
            <p:txBody>
              <a:bodyPr rtlCol="0" anchor="ctr"/>
              <a:lstStyle/>
              <a:p>
                <a:endParaRPr lang="en-US"/>
              </a:p>
            </p:txBody>
          </p:sp>
          <p:sp>
            <p:nvSpPr>
              <p:cNvPr id="38" name="Graphic 4">
                <a:extLst>
                  <a:ext uri="{FF2B5EF4-FFF2-40B4-BE49-F238E27FC236}">
                    <a16:creationId xmlns:a16="http://schemas.microsoft.com/office/drawing/2014/main" id="{5ABC4884-CFFD-5C4A-AE83-9115170D9AE3}"/>
                  </a:ext>
                </a:extLst>
              </p:cNvPr>
              <p:cNvSpPr/>
              <p:nvPr/>
            </p:nvSpPr>
            <p:spPr>
              <a:xfrm>
                <a:off x="5926027" y="3925035"/>
                <a:ext cx="44729" cy="67031"/>
              </a:xfrm>
              <a:custGeom>
                <a:avLst/>
                <a:gdLst>
                  <a:gd name="connsiteX0" fmla="*/ 22365 w 44729"/>
                  <a:gd name="connsiteY0" fmla="*/ 67032 h 67031"/>
                  <a:gd name="connsiteX1" fmla="*/ 0 w 44729"/>
                  <a:gd name="connsiteY1" fmla="*/ 44688 h 67031"/>
                  <a:gd name="connsiteX2" fmla="*/ 0 w 44729"/>
                  <a:gd name="connsiteY2" fmla="*/ 22344 h 67031"/>
                  <a:gd name="connsiteX3" fmla="*/ 22365 w 44729"/>
                  <a:gd name="connsiteY3" fmla="*/ 0 h 67031"/>
                  <a:gd name="connsiteX4" fmla="*/ 38340 w 44729"/>
                  <a:gd name="connsiteY4" fmla="*/ 6384 h 67031"/>
                  <a:gd name="connsiteX5" fmla="*/ 44730 w 44729"/>
                  <a:gd name="connsiteY5" fmla="*/ 22344 h 67031"/>
                  <a:gd name="connsiteX6" fmla="*/ 44730 w 44729"/>
                  <a:gd name="connsiteY6" fmla="*/ 44688 h 67031"/>
                  <a:gd name="connsiteX7" fmla="*/ 38340 w 44729"/>
                  <a:gd name="connsiteY7" fmla="*/ 60648 h 67031"/>
                  <a:gd name="connsiteX8" fmla="*/ 22365 w 44729"/>
                  <a:gd name="connsiteY8" fmla="*/ 67032 h 67031"/>
                  <a:gd name="connsiteX9" fmla="*/ 22365 w 44729"/>
                  <a:gd name="connsiteY9" fmla="*/ 12768 h 67031"/>
                  <a:gd name="connsiteX10" fmla="*/ 12780 w 44729"/>
                  <a:gd name="connsiteY10" fmla="*/ 22344 h 67031"/>
                  <a:gd name="connsiteX11" fmla="*/ 12780 w 44729"/>
                  <a:gd name="connsiteY11" fmla="*/ 44688 h 67031"/>
                  <a:gd name="connsiteX12" fmla="*/ 22365 w 44729"/>
                  <a:gd name="connsiteY12" fmla="*/ 54264 h 67031"/>
                  <a:gd name="connsiteX13" fmla="*/ 29394 w 44729"/>
                  <a:gd name="connsiteY13" fmla="*/ 51710 h 67031"/>
                  <a:gd name="connsiteX14" fmla="*/ 31950 w 44729"/>
                  <a:gd name="connsiteY14" fmla="*/ 44688 h 67031"/>
                  <a:gd name="connsiteX15" fmla="*/ 31950 w 44729"/>
                  <a:gd name="connsiteY15" fmla="*/ 22344 h 67031"/>
                  <a:gd name="connsiteX16" fmla="*/ 29394 w 44729"/>
                  <a:gd name="connsiteY16" fmla="*/ 15321 h 67031"/>
                  <a:gd name="connsiteX17" fmla="*/ 22365 w 44729"/>
                  <a:gd name="connsiteY17" fmla="*/ 12768 h 67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729" h="67031">
                    <a:moveTo>
                      <a:pt x="22365" y="67032"/>
                    </a:moveTo>
                    <a:cubicBezTo>
                      <a:pt x="10224" y="67032"/>
                      <a:pt x="0" y="56817"/>
                      <a:pt x="0" y="44688"/>
                    </a:cubicBezTo>
                    <a:lnTo>
                      <a:pt x="0" y="22344"/>
                    </a:lnTo>
                    <a:cubicBezTo>
                      <a:pt x="0" y="10214"/>
                      <a:pt x="10224" y="0"/>
                      <a:pt x="22365" y="0"/>
                    </a:cubicBezTo>
                    <a:cubicBezTo>
                      <a:pt x="28115" y="0"/>
                      <a:pt x="33867" y="2553"/>
                      <a:pt x="38340" y="6384"/>
                    </a:cubicBezTo>
                    <a:cubicBezTo>
                      <a:pt x="42812" y="10853"/>
                      <a:pt x="44730" y="15960"/>
                      <a:pt x="44730" y="22344"/>
                    </a:cubicBezTo>
                    <a:lnTo>
                      <a:pt x="44730" y="44688"/>
                    </a:lnTo>
                    <a:cubicBezTo>
                      <a:pt x="44730" y="50433"/>
                      <a:pt x="42173" y="56179"/>
                      <a:pt x="38340" y="60648"/>
                    </a:cubicBezTo>
                    <a:cubicBezTo>
                      <a:pt x="33867" y="64478"/>
                      <a:pt x="28115" y="67032"/>
                      <a:pt x="22365" y="67032"/>
                    </a:cubicBezTo>
                    <a:close/>
                    <a:moveTo>
                      <a:pt x="22365" y="12768"/>
                    </a:moveTo>
                    <a:cubicBezTo>
                      <a:pt x="17253" y="12768"/>
                      <a:pt x="12780" y="17237"/>
                      <a:pt x="12780" y="22344"/>
                    </a:cubicBezTo>
                    <a:lnTo>
                      <a:pt x="12780" y="44688"/>
                    </a:lnTo>
                    <a:cubicBezTo>
                      <a:pt x="12780" y="49795"/>
                      <a:pt x="17253" y="54264"/>
                      <a:pt x="22365" y="54264"/>
                    </a:cubicBezTo>
                    <a:cubicBezTo>
                      <a:pt x="24921" y="54264"/>
                      <a:pt x="27477" y="52987"/>
                      <a:pt x="29394" y="51710"/>
                    </a:cubicBezTo>
                    <a:cubicBezTo>
                      <a:pt x="31310" y="49795"/>
                      <a:pt x="31950" y="47241"/>
                      <a:pt x="31950" y="44688"/>
                    </a:cubicBezTo>
                    <a:lnTo>
                      <a:pt x="31950" y="22344"/>
                    </a:lnTo>
                    <a:cubicBezTo>
                      <a:pt x="31950" y="19790"/>
                      <a:pt x="30672" y="17237"/>
                      <a:pt x="29394" y="15321"/>
                    </a:cubicBezTo>
                    <a:cubicBezTo>
                      <a:pt x="27477" y="13406"/>
                      <a:pt x="24921" y="12768"/>
                      <a:pt x="22365" y="12768"/>
                    </a:cubicBezTo>
                    <a:close/>
                  </a:path>
                </a:pathLst>
              </a:custGeom>
              <a:solidFill>
                <a:srgbClr val="0076A8"/>
              </a:solidFill>
              <a:ln w="6390" cap="flat">
                <a:noFill/>
                <a:prstDash val="solid"/>
                <a:miter/>
              </a:ln>
            </p:spPr>
            <p:txBody>
              <a:bodyPr rtlCol="0" anchor="ctr"/>
              <a:lstStyle/>
              <a:p>
                <a:endParaRPr lang="en-US"/>
              </a:p>
            </p:txBody>
          </p:sp>
          <p:sp>
            <p:nvSpPr>
              <p:cNvPr id="39" name="Graphic 4">
                <a:extLst>
                  <a:ext uri="{FF2B5EF4-FFF2-40B4-BE49-F238E27FC236}">
                    <a16:creationId xmlns:a16="http://schemas.microsoft.com/office/drawing/2014/main" id="{483348AB-E2C9-9740-B070-8D2CDB2C4F0B}"/>
                  </a:ext>
                </a:extLst>
              </p:cNvPr>
              <p:cNvSpPr/>
              <p:nvPr/>
            </p:nvSpPr>
            <p:spPr>
              <a:xfrm>
                <a:off x="5894078" y="3912905"/>
                <a:ext cx="44729" cy="79161"/>
              </a:xfrm>
              <a:custGeom>
                <a:avLst/>
                <a:gdLst>
                  <a:gd name="connsiteX0" fmla="*/ 22365 w 44729"/>
                  <a:gd name="connsiteY0" fmla="*/ 79162 h 79161"/>
                  <a:gd name="connsiteX1" fmla="*/ 0 w 44729"/>
                  <a:gd name="connsiteY1" fmla="*/ 56818 h 79161"/>
                  <a:gd name="connsiteX2" fmla="*/ 0 w 44729"/>
                  <a:gd name="connsiteY2" fmla="*/ 22344 h 79161"/>
                  <a:gd name="connsiteX3" fmla="*/ 0 w 44729"/>
                  <a:gd name="connsiteY3" fmla="*/ 20429 h 79161"/>
                  <a:gd name="connsiteX4" fmla="*/ 22365 w 44729"/>
                  <a:gd name="connsiteY4" fmla="*/ 0 h 79161"/>
                  <a:gd name="connsiteX5" fmla="*/ 38340 w 44729"/>
                  <a:gd name="connsiteY5" fmla="*/ 6384 h 79161"/>
                  <a:gd name="connsiteX6" fmla="*/ 44730 w 44729"/>
                  <a:gd name="connsiteY6" fmla="*/ 22344 h 79161"/>
                  <a:gd name="connsiteX7" fmla="*/ 44730 w 44729"/>
                  <a:gd name="connsiteY7" fmla="*/ 56818 h 79161"/>
                  <a:gd name="connsiteX8" fmla="*/ 38340 w 44729"/>
                  <a:gd name="connsiteY8" fmla="*/ 72778 h 79161"/>
                  <a:gd name="connsiteX9" fmla="*/ 22365 w 44729"/>
                  <a:gd name="connsiteY9" fmla="*/ 79162 h 79161"/>
                  <a:gd name="connsiteX10" fmla="*/ 22365 w 44729"/>
                  <a:gd name="connsiteY10" fmla="*/ 12768 h 79161"/>
                  <a:gd name="connsiteX11" fmla="*/ 12780 w 44729"/>
                  <a:gd name="connsiteY11" fmla="*/ 21706 h 79161"/>
                  <a:gd name="connsiteX12" fmla="*/ 12780 w 44729"/>
                  <a:gd name="connsiteY12" fmla="*/ 22344 h 79161"/>
                  <a:gd name="connsiteX13" fmla="*/ 12780 w 44729"/>
                  <a:gd name="connsiteY13" fmla="*/ 56818 h 79161"/>
                  <a:gd name="connsiteX14" fmla="*/ 22365 w 44729"/>
                  <a:gd name="connsiteY14" fmla="*/ 66394 h 79161"/>
                  <a:gd name="connsiteX15" fmla="*/ 29394 w 44729"/>
                  <a:gd name="connsiteY15" fmla="*/ 63840 h 79161"/>
                  <a:gd name="connsiteX16" fmla="*/ 31950 w 44729"/>
                  <a:gd name="connsiteY16" fmla="*/ 56818 h 79161"/>
                  <a:gd name="connsiteX17" fmla="*/ 31950 w 44729"/>
                  <a:gd name="connsiteY17" fmla="*/ 22344 h 79161"/>
                  <a:gd name="connsiteX18" fmla="*/ 29394 w 44729"/>
                  <a:gd name="connsiteY18" fmla="*/ 15322 h 79161"/>
                  <a:gd name="connsiteX19" fmla="*/ 22365 w 44729"/>
                  <a:gd name="connsiteY19" fmla="*/ 12768 h 7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729" h="79161">
                    <a:moveTo>
                      <a:pt x="22365" y="79162"/>
                    </a:moveTo>
                    <a:cubicBezTo>
                      <a:pt x="10224" y="79162"/>
                      <a:pt x="0" y="68947"/>
                      <a:pt x="0" y="56818"/>
                    </a:cubicBezTo>
                    <a:lnTo>
                      <a:pt x="0" y="22344"/>
                    </a:lnTo>
                    <a:cubicBezTo>
                      <a:pt x="0" y="21706"/>
                      <a:pt x="0" y="21067"/>
                      <a:pt x="0" y="20429"/>
                    </a:cubicBezTo>
                    <a:cubicBezTo>
                      <a:pt x="639" y="8938"/>
                      <a:pt x="10863" y="0"/>
                      <a:pt x="22365" y="0"/>
                    </a:cubicBezTo>
                    <a:cubicBezTo>
                      <a:pt x="28115" y="0"/>
                      <a:pt x="33867" y="2554"/>
                      <a:pt x="38340" y="6384"/>
                    </a:cubicBezTo>
                    <a:cubicBezTo>
                      <a:pt x="42812" y="10853"/>
                      <a:pt x="44730" y="15960"/>
                      <a:pt x="44730" y="22344"/>
                    </a:cubicBezTo>
                    <a:lnTo>
                      <a:pt x="44730" y="56818"/>
                    </a:lnTo>
                    <a:cubicBezTo>
                      <a:pt x="44730" y="62563"/>
                      <a:pt x="42173" y="68309"/>
                      <a:pt x="38340" y="72778"/>
                    </a:cubicBezTo>
                    <a:cubicBezTo>
                      <a:pt x="33867" y="76608"/>
                      <a:pt x="28115" y="79162"/>
                      <a:pt x="22365" y="79162"/>
                    </a:cubicBezTo>
                    <a:close/>
                    <a:moveTo>
                      <a:pt x="22365" y="12768"/>
                    </a:moveTo>
                    <a:cubicBezTo>
                      <a:pt x="17253" y="12768"/>
                      <a:pt x="13419" y="16599"/>
                      <a:pt x="12780" y="21706"/>
                    </a:cubicBezTo>
                    <a:lnTo>
                      <a:pt x="12780" y="22344"/>
                    </a:lnTo>
                    <a:lnTo>
                      <a:pt x="12780" y="56818"/>
                    </a:lnTo>
                    <a:cubicBezTo>
                      <a:pt x="12780" y="61925"/>
                      <a:pt x="17253" y="66394"/>
                      <a:pt x="22365" y="66394"/>
                    </a:cubicBezTo>
                    <a:cubicBezTo>
                      <a:pt x="24921" y="66394"/>
                      <a:pt x="27477" y="65117"/>
                      <a:pt x="29394" y="63840"/>
                    </a:cubicBezTo>
                    <a:cubicBezTo>
                      <a:pt x="31310" y="61925"/>
                      <a:pt x="31950" y="59371"/>
                      <a:pt x="31950" y="56818"/>
                    </a:cubicBezTo>
                    <a:lnTo>
                      <a:pt x="31950" y="22344"/>
                    </a:lnTo>
                    <a:cubicBezTo>
                      <a:pt x="31950" y="19791"/>
                      <a:pt x="30672" y="17237"/>
                      <a:pt x="29394" y="15322"/>
                    </a:cubicBezTo>
                    <a:cubicBezTo>
                      <a:pt x="27477" y="13407"/>
                      <a:pt x="24921" y="12768"/>
                      <a:pt x="22365" y="12768"/>
                    </a:cubicBezTo>
                    <a:close/>
                  </a:path>
                </a:pathLst>
              </a:custGeom>
              <a:solidFill>
                <a:srgbClr val="0076A8"/>
              </a:solidFill>
              <a:ln w="6390" cap="flat">
                <a:noFill/>
                <a:prstDash val="solid"/>
                <a:miter/>
              </a:ln>
            </p:spPr>
            <p:txBody>
              <a:bodyPr rtlCol="0" anchor="ctr"/>
              <a:lstStyle/>
              <a:p>
                <a:endParaRPr lang="en-US"/>
              </a:p>
            </p:txBody>
          </p:sp>
          <p:sp>
            <p:nvSpPr>
              <p:cNvPr id="40" name="Graphic 4">
                <a:extLst>
                  <a:ext uri="{FF2B5EF4-FFF2-40B4-BE49-F238E27FC236}">
                    <a16:creationId xmlns:a16="http://schemas.microsoft.com/office/drawing/2014/main" id="{D1B83E3F-18C9-1A4B-87B0-C8964C6E6D04}"/>
                  </a:ext>
                </a:extLst>
              </p:cNvPr>
              <p:cNvSpPr/>
              <p:nvPr/>
            </p:nvSpPr>
            <p:spPr>
              <a:xfrm>
                <a:off x="5937529" y="3942910"/>
                <a:ext cx="33227" cy="162153"/>
              </a:xfrm>
              <a:custGeom>
                <a:avLst/>
                <a:gdLst>
                  <a:gd name="connsiteX0" fmla="*/ 6390 w 33227"/>
                  <a:gd name="connsiteY0" fmla="*/ 162153 h 162153"/>
                  <a:gd name="connsiteX1" fmla="*/ 0 w 33227"/>
                  <a:gd name="connsiteY1" fmla="*/ 155769 h 162153"/>
                  <a:gd name="connsiteX2" fmla="*/ 0 w 33227"/>
                  <a:gd name="connsiteY2" fmla="*/ 128957 h 162153"/>
                  <a:gd name="connsiteX3" fmla="*/ 6390 w 33227"/>
                  <a:gd name="connsiteY3" fmla="*/ 112358 h 162153"/>
                  <a:gd name="connsiteX4" fmla="*/ 20448 w 33227"/>
                  <a:gd name="connsiteY4" fmla="*/ 77885 h 162153"/>
                  <a:gd name="connsiteX5" fmla="*/ 20448 w 33227"/>
                  <a:gd name="connsiteY5" fmla="*/ 6384 h 162153"/>
                  <a:gd name="connsiteX6" fmla="*/ 26838 w 33227"/>
                  <a:gd name="connsiteY6" fmla="*/ 0 h 162153"/>
                  <a:gd name="connsiteX7" fmla="*/ 33228 w 33227"/>
                  <a:gd name="connsiteY7" fmla="*/ 6384 h 162153"/>
                  <a:gd name="connsiteX8" fmla="*/ 33228 w 33227"/>
                  <a:gd name="connsiteY8" fmla="*/ 78523 h 162153"/>
                  <a:gd name="connsiteX9" fmla="*/ 15975 w 33227"/>
                  <a:gd name="connsiteY9" fmla="*/ 121934 h 162153"/>
                  <a:gd name="connsiteX10" fmla="*/ 12780 w 33227"/>
                  <a:gd name="connsiteY10" fmla="*/ 129595 h 162153"/>
                  <a:gd name="connsiteX11" fmla="*/ 12780 w 33227"/>
                  <a:gd name="connsiteY11" fmla="*/ 156408 h 162153"/>
                  <a:gd name="connsiteX12" fmla="*/ 6390 w 33227"/>
                  <a:gd name="connsiteY12" fmla="*/ 162153 h 1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227" h="162153">
                    <a:moveTo>
                      <a:pt x="6390" y="162153"/>
                    </a:moveTo>
                    <a:cubicBezTo>
                      <a:pt x="2556" y="162153"/>
                      <a:pt x="0" y="159600"/>
                      <a:pt x="0" y="155769"/>
                    </a:cubicBezTo>
                    <a:lnTo>
                      <a:pt x="0" y="128957"/>
                    </a:lnTo>
                    <a:cubicBezTo>
                      <a:pt x="0" y="122573"/>
                      <a:pt x="2556" y="116827"/>
                      <a:pt x="6390" y="112358"/>
                    </a:cubicBezTo>
                    <a:cubicBezTo>
                      <a:pt x="15336" y="102782"/>
                      <a:pt x="20448" y="90653"/>
                      <a:pt x="20448" y="77885"/>
                    </a:cubicBezTo>
                    <a:lnTo>
                      <a:pt x="20448" y="6384"/>
                    </a:lnTo>
                    <a:cubicBezTo>
                      <a:pt x="20448" y="2554"/>
                      <a:pt x="23004" y="0"/>
                      <a:pt x="26838" y="0"/>
                    </a:cubicBezTo>
                    <a:cubicBezTo>
                      <a:pt x="30672" y="0"/>
                      <a:pt x="33228" y="2554"/>
                      <a:pt x="33228" y="6384"/>
                    </a:cubicBezTo>
                    <a:lnTo>
                      <a:pt x="33228" y="78523"/>
                    </a:lnTo>
                    <a:cubicBezTo>
                      <a:pt x="33228" y="94483"/>
                      <a:pt x="26838" y="109805"/>
                      <a:pt x="15975" y="121934"/>
                    </a:cubicBezTo>
                    <a:cubicBezTo>
                      <a:pt x="14058" y="123849"/>
                      <a:pt x="12780" y="126403"/>
                      <a:pt x="12780" y="129595"/>
                    </a:cubicBezTo>
                    <a:lnTo>
                      <a:pt x="12780" y="156408"/>
                    </a:lnTo>
                    <a:cubicBezTo>
                      <a:pt x="12780" y="158961"/>
                      <a:pt x="10224" y="162153"/>
                      <a:pt x="6390" y="162153"/>
                    </a:cubicBezTo>
                    <a:close/>
                  </a:path>
                </a:pathLst>
              </a:custGeom>
              <a:solidFill>
                <a:srgbClr val="0076A8"/>
              </a:solidFill>
              <a:ln w="6390" cap="flat">
                <a:noFill/>
                <a:prstDash val="solid"/>
                <a:miter/>
              </a:ln>
            </p:spPr>
            <p:txBody>
              <a:bodyPr rtlCol="0" anchor="ctr"/>
              <a:lstStyle/>
              <a:p>
                <a:endParaRPr lang="en-US"/>
              </a:p>
            </p:txBody>
          </p:sp>
          <p:grpSp>
            <p:nvGrpSpPr>
              <p:cNvPr id="41" name="Graphic 4">
                <a:extLst>
                  <a:ext uri="{FF2B5EF4-FFF2-40B4-BE49-F238E27FC236}">
                    <a16:creationId xmlns:a16="http://schemas.microsoft.com/office/drawing/2014/main" id="{241F9EC1-6252-AA44-9983-4B68701433E9}"/>
                  </a:ext>
                </a:extLst>
              </p:cNvPr>
              <p:cNvGrpSpPr/>
              <p:nvPr/>
            </p:nvGrpSpPr>
            <p:grpSpPr>
              <a:xfrm>
                <a:off x="5807813" y="3949932"/>
                <a:ext cx="120868" cy="155131"/>
                <a:chOff x="5807813" y="3949932"/>
                <a:chExt cx="120868" cy="155131"/>
              </a:xfrm>
              <a:solidFill>
                <a:srgbClr val="0076A8"/>
              </a:solidFill>
            </p:grpSpPr>
            <p:sp>
              <p:nvSpPr>
                <p:cNvPr id="42" name="Graphic 4">
                  <a:extLst>
                    <a:ext uri="{FF2B5EF4-FFF2-40B4-BE49-F238E27FC236}">
                      <a16:creationId xmlns:a16="http://schemas.microsoft.com/office/drawing/2014/main" id="{2439DADE-EEA2-0545-86DA-2A7340927D31}"/>
                    </a:ext>
                  </a:extLst>
                </p:cNvPr>
                <p:cNvSpPr/>
                <p:nvPr/>
              </p:nvSpPr>
              <p:spPr>
                <a:xfrm>
                  <a:off x="5807813" y="3949932"/>
                  <a:ext cx="99044" cy="155131"/>
                </a:xfrm>
                <a:custGeom>
                  <a:avLst/>
                  <a:gdLst>
                    <a:gd name="connsiteX0" fmla="*/ 38978 w 99044"/>
                    <a:gd name="connsiteY0" fmla="*/ 155131 h 155131"/>
                    <a:gd name="connsiteX1" fmla="*/ 32589 w 99044"/>
                    <a:gd name="connsiteY1" fmla="*/ 148747 h 155131"/>
                    <a:gd name="connsiteX2" fmla="*/ 32589 w 99044"/>
                    <a:gd name="connsiteY2" fmla="*/ 124488 h 155131"/>
                    <a:gd name="connsiteX3" fmla="*/ 27477 w 99044"/>
                    <a:gd name="connsiteY3" fmla="*/ 115550 h 155131"/>
                    <a:gd name="connsiteX4" fmla="*/ 0 w 99044"/>
                    <a:gd name="connsiteY4" fmla="*/ 65755 h 155131"/>
                    <a:gd name="connsiteX5" fmla="*/ 0 w 99044"/>
                    <a:gd name="connsiteY5" fmla="*/ 63840 h 155131"/>
                    <a:gd name="connsiteX6" fmla="*/ 0 w 99044"/>
                    <a:gd name="connsiteY6" fmla="*/ 20429 h 155131"/>
                    <a:gd name="connsiteX7" fmla="*/ 20447 w 99044"/>
                    <a:gd name="connsiteY7" fmla="*/ 0 h 155131"/>
                    <a:gd name="connsiteX8" fmla="*/ 90098 w 99044"/>
                    <a:gd name="connsiteY8" fmla="*/ 0 h 155131"/>
                    <a:gd name="connsiteX9" fmla="*/ 95849 w 99044"/>
                    <a:gd name="connsiteY9" fmla="*/ 3192 h 155131"/>
                    <a:gd name="connsiteX10" fmla="*/ 99044 w 99044"/>
                    <a:gd name="connsiteY10" fmla="*/ 15960 h 155131"/>
                    <a:gd name="connsiteX11" fmla="*/ 99044 w 99044"/>
                    <a:gd name="connsiteY11" fmla="*/ 17875 h 155131"/>
                    <a:gd name="connsiteX12" fmla="*/ 99044 w 99044"/>
                    <a:gd name="connsiteY12" fmla="*/ 19152 h 155131"/>
                    <a:gd name="connsiteX13" fmla="*/ 99044 w 99044"/>
                    <a:gd name="connsiteY13" fmla="*/ 20429 h 155131"/>
                    <a:gd name="connsiteX14" fmla="*/ 96488 w 99044"/>
                    <a:gd name="connsiteY14" fmla="*/ 30005 h 155131"/>
                    <a:gd name="connsiteX15" fmla="*/ 93293 w 99044"/>
                    <a:gd name="connsiteY15" fmla="*/ 35751 h 155131"/>
                    <a:gd name="connsiteX16" fmla="*/ 73484 w 99044"/>
                    <a:gd name="connsiteY16" fmla="*/ 45327 h 155131"/>
                    <a:gd name="connsiteX17" fmla="*/ 72845 w 99044"/>
                    <a:gd name="connsiteY17" fmla="*/ 45327 h 155131"/>
                    <a:gd name="connsiteX18" fmla="*/ 38340 w 99044"/>
                    <a:gd name="connsiteY18" fmla="*/ 45327 h 155131"/>
                    <a:gd name="connsiteX19" fmla="*/ 31950 w 99044"/>
                    <a:gd name="connsiteY19" fmla="*/ 38943 h 155131"/>
                    <a:gd name="connsiteX20" fmla="*/ 38340 w 99044"/>
                    <a:gd name="connsiteY20" fmla="*/ 32559 h 155131"/>
                    <a:gd name="connsiteX21" fmla="*/ 72845 w 99044"/>
                    <a:gd name="connsiteY21" fmla="*/ 32559 h 155131"/>
                    <a:gd name="connsiteX22" fmla="*/ 83069 w 99044"/>
                    <a:gd name="connsiteY22" fmla="*/ 27451 h 155131"/>
                    <a:gd name="connsiteX23" fmla="*/ 84986 w 99044"/>
                    <a:gd name="connsiteY23" fmla="*/ 24898 h 155131"/>
                    <a:gd name="connsiteX24" fmla="*/ 86264 w 99044"/>
                    <a:gd name="connsiteY24" fmla="*/ 20429 h 155131"/>
                    <a:gd name="connsiteX25" fmla="*/ 86264 w 99044"/>
                    <a:gd name="connsiteY25" fmla="*/ 18514 h 155131"/>
                    <a:gd name="connsiteX26" fmla="*/ 86264 w 99044"/>
                    <a:gd name="connsiteY26" fmla="*/ 16599 h 155131"/>
                    <a:gd name="connsiteX27" fmla="*/ 85625 w 99044"/>
                    <a:gd name="connsiteY27" fmla="*/ 13407 h 155131"/>
                    <a:gd name="connsiteX28" fmla="*/ 21087 w 99044"/>
                    <a:gd name="connsiteY28" fmla="*/ 13407 h 155131"/>
                    <a:gd name="connsiteX29" fmla="*/ 13419 w 99044"/>
                    <a:gd name="connsiteY29" fmla="*/ 21067 h 155131"/>
                    <a:gd name="connsiteX30" fmla="*/ 13419 w 99044"/>
                    <a:gd name="connsiteY30" fmla="*/ 65755 h 155131"/>
                    <a:gd name="connsiteX31" fmla="*/ 35145 w 99044"/>
                    <a:gd name="connsiteY31" fmla="*/ 105336 h 155131"/>
                    <a:gd name="connsiteX32" fmla="*/ 45368 w 99044"/>
                    <a:gd name="connsiteY32" fmla="*/ 125126 h 155131"/>
                    <a:gd name="connsiteX33" fmla="*/ 45368 w 99044"/>
                    <a:gd name="connsiteY33" fmla="*/ 149385 h 155131"/>
                    <a:gd name="connsiteX34" fmla="*/ 38978 w 99044"/>
                    <a:gd name="connsiteY34" fmla="*/ 155131 h 155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9044" h="155131">
                      <a:moveTo>
                        <a:pt x="38978" y="155131"/>
                      </a:moveTo>
                      <a:cubicBezTo>
                        <a:pt x="35145" y="155131"/>
                        <a:pt x="32589" y="152577"/>
                        <a:pt x="32589" y="148747"/>
                      </a:cubicBezTo>
                      <a:lnTo>
                        <a:pt x="32589" y="124488"/>
                      </a:lnTo>
                      <a:cubicBezTo>
                        <a:pt x="32589" y="120657"/>
                        <a:pt x="30672" y="117465"/>
                        <a:pt x="27477" y="115550"/>
                      </a:cubicBezTo>
                      <a:cubicBezTo>
                        <a:pt x="10863" y="104059"/>
                        <a:pt x="639" y="85546"/>
                        <a:pt x="0" y="65755"/>
                      </a:cubicBezTo>
                      <a:cubicBezTo>
                        <a:pt x="0" y="65117"/>
                        <a:pt x="0" y="64478"/>
                        <a:pt x="0" y="63840"/>
                      </a:cubicBezTo>
                      <a:lnTo>
                        <a:pt x="0" y="20429"/>
                      </a:lnTo>
                      <a:cubicBezTo>
                        <a:pt x="0" y="8938"/>
                        <a:pt x="8946" y="0"/>
                        <a:pt x="20447" y="0"/>
                      </a:cubicBezTo>
                      <a:lnTo>
                        <a:pt x="90098" y="0"/>
                      </a:lnTo>
                      <a:cubicBezTo>
                        <a:pt x="92654" y="0"/>
                        <a:pt x="94571" y="1277"/>
                        <a:pt x="95849" y="3192"/>
                      </a:cubicBezTo>
                      <a:cubicBezTo>
                        <a:pt x="97766" y="6384"/>
                        <a:pt x="99044" y="10853"/>
                        <a:pt x="99044" y="15960"/>
                      </a:cubicBezTo>
                      <a:cubicBezTo>
                        <a:pt x="99044" y="16599"/>
                        <a:pt x="99044" y="17237"/>
                        <a:pt x="99044" y="17875"/>
                      </a:cubicBezTo>
                      <a:lnTo>
                        <a:pt x="99044" y="19152"/>
                      </a:lnTo>
                      <a:cubicBezTo>
                        <a:pt x="99044" y="19791"/>
                        <a:pt x="99044" y="20429"/>
                        <a:pt x="99044" y="20429"/>
                      </a:cubicBezTo>
                      <a:cubicBezTo>
                        <a:pt x="99044" y="23621"/>
                        <a:pt x="97766" y="26813"/>
                        <a:pt x="96488" y="30005"/>
                      </a:cubicBezTo>
                      <a:cubicBezTo>
                        <a:pt x="95849" y="31920"/>
                        <a:pt x="94571" y="33835"/>
                        <a:pt x="93293" y="35751"/>
                      </a:cubicBezTo>
                      <a:cubicBezTo>
                        <a:pt x="88181" y="41496"/>
                        <a:pt x="81152" y="45327"/>
                        <a:pt x="73484" y="45327"/>
                      </a:cubicBezTo>
                      <a:cubicBezTo>
                        <a:pt x="73484" y="45327"/>
                        <a:pt x="72845" y="45327"/>
                        <a:pt x="72845" y="45327"/>
                      </a:cubicBezTo>
                      <a:lnTo>
                        <a:pt x="38340" y="45327"/>
                      </a:lnTo>
                      <a:cubicBezTo>
                        <a:pt x="34505" y="45327"/>
                        <a:pt x="31950" y="42773"/>
                        <a:pt x="31950" y="38943"/>
                      </a:cubicBezTo>
                      <a:cubicBezTo>
                        <a:pt x="31950" y="35112"/>
                        <a:pt x="34505" y="32559"/>
                        <a:pt x="38340" y="32559"/>
                      </a:cubicBezTo>
                      <a:lnTo>
                        <a:pt x="72845" y="32559"/>
                      </a:lnTo>
                      <a:cubicBezTo>
                        <a:pt x="77318" y="32559"/>
                        <a:pt x="80513" y="30643"/>
                        <a:pt x="83069" y="27451"/>
                      </a:cubicBezTo>
                      <a:cubicBezTo>
                        <a:pt x="83708" y="26813"/>
                        <a:pt x="84347" y="25536"/>
                        <a:pt x="84986" y="24898"/>
                      </a:cubicBezTo>
                      <a:cubicBezTo>
                        <a:pt x="85625" y="23621"/>
                        <a:pt x="86264" y="21706"/>
                        <a:pt x="86264" y="20429"/>
                      </a:cubicBezTo>
                      <a:lnTo>
                        <a:pt x="86264" y="18514"/>
                      </a:lnTo>
                      <a:lnTo>
                        <a:pt x="86264" y="16599"/>
                      </a:lnTo>
                      <a:cubicBezTo>
                        <a:pt x="86264" y="15322"/>
                        <a:pt x="86264" y="14045"/>
                        <a:pt x="85625" y="13407"/>
                      </a:cubicBezTo>
                      <a:lnTo>
                        <a:pt x="21087" y="13407"/>
                      </a:lnTo>
                      <a:cubicBezTo>
                        <a:pt x="16614" y="13407"/>
                        <a:pt x="13419" y="16599"/>
                        <a:pt x="13419" y="21067"/>
                      </a:cubicBezTo>
                      <a:lnTo>
                        <a:pt x="13419" y="65755"/>
                      </a:lnTo>
                      <a:cubicBezTo>
                        <a:pt x="14058" y="81715"/>
                        <a:pt x="22365" y="96398"/>
                        <a:pt x="35145" y="105336"/>
                      </a:cubicBezTo>
                      <a:cubicBezTo>
                        <a:pt x="41535" y="109805"/>
                        <a:pt x="45368" y="116827"/>
                        <a:pt x="45368" y="125126"/>
                      </a:cubicBezTo>
                      <a:lnTo>
                        <a:pt x="45368" y="149385"/>
                      </a:lnTo>
                      <a:cubicBezTo>
                        <a:pt x="45368" y="151939"/>
                        <a:pt x="42812" y="155131"/>
                        <a:pt x="38978" y="155131"/>
                      </a:cubicBezTo>
                      <a:close/>
                    </a:path>
                  </a:pathLst>
                </a:custGeom>
                <a:solidFill>
                  <a:srgbClr val="0076A8"/>
                </a:solidFill>
                <a:ln w="6390" cap="flat">
                  <a:noFill/>
                  <a:prstDash val="solid"/>
                  <a:miter/>
                </a:ln>
              </p:spPr>
              <p:txBody>
                <a:bodyPr rtlCol="0" anchor="ctr"/>
                <a:lstStyle/>
                <a:p>
                  <a:endParaRPr lang="en-US"/>
                </a:p>
              </p:txBody>
            </p:sp>
            <p:grpSp>
              <p:nvGrpSpPr>
                <p:cNvPr id="43" name="Graphic 4">
                  <a:extLst>
                    <a:ext uri="{FF2B5EF4-FFF2-40B4-BE49-F238E27FC236}">
                      <a16:creationId xmlns:a16="http://schemas.microsoft.com/office/drawing/2014/main" id="{1D41F7AE-EC5F-E542-83C0-914BA203CD00}"/>
                    </a:ext>
                  </a:extLst>
                </p:cNvPr>
                <p:cNvGrpSpPr/>
                <p:nvPr/>
              </p:nvGrpSpPr>
              <p:grpSpPr>
                <a:xfrm>
                  <a:off x="5840402" y="3982490"/>
                  <a:ext cx="88279" cy="64478"/>
                  <a:chOff x="5840402" y="3982490"/>
                  <a:chExt cx="88279" cy="64478"/>
                </a:xfrm>
                <a:solidFill>
                  <a:srgbClr val="0076A8"/>
                </a:solidFill>
              </p:grpSpPr>
              <p:sp>
                <p:nvSpPr>
                  <p:cNvPr id="44" name="Graphic 4">
                    <a:extLst>
                      <a:ext uri="{FF2B5EF4-FFF2-40B4-BE49-F238E27FC236}">
                        <a16:creationId xmlns:a16="http://schemas.microsoft.com/office/drawing/2014/main" id="{01705E08-C6D6-E54A-9968-05DF119FEFC5}"/>
                      </a:ext>
                    </a:extLst>
                  </p:cNvPr>
                  <p:cNvSpPr/>
                  <p:nvPr/>
                </p:nvSpPr>
                <p:spPr>
                  <a:xfrm>
                    <a:off x="5840402" y="3982490"/>
                    <a:ext cx="64538" cy="64478"/>
                  </a:xfrm>
                  <a:custGeom>
                    <a:avLst/>
                    <a:gdLst>
                      <a:gd name="connsiteX0" fmla="*/ 58148 w 64538"/>
                      <a:gd name="connsiteY0" fmla="*/ 64478 h 64478"/>
                      <a:gd name="connsiteX1" fmla="*/ 51758 w 64538"/>
                      <a:gd name="connsiteY1" fmla="*/ 58094 h 64478"/>
                      <a:gd name="connsiteX2" fmla="*/ 6390 w 64538"/>
                      <a:gd name="connsiteY2" fmla="*/ 12768 h 64478"/>
                      <a:gd name="connsiteX3" fmla="*/ 0 w 64538"/>
                      <a:gd name="connsiteY3" fmla="*/ 6384 h 64478"/>
                      <a:gd name="connsiteX4" fmla="*/ 6390 w 64538"/>
                      <a:gd name="connsiteY4" fmla="*/ 0 h 64478"/>
                      <a:gd name="connsiteX5" fmla="*/ 64538 w 64538"/>
                      <a:gd name="connsiteY5" fmla="*/ 58094 h 64478"/>
                      <a:gd name="connsiteX6" fmla="*/ 58148 w 64538"/>
                      <a:gd name="connsiteY6" fmla="*/ 64478 h 64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538" h="64478">
                        <a:moveTo>
                          <a:pt x="58148" y="64478"/>
                        </a:moveTo>
                        <a:cubicBezTo>
                          <a:pt x="54314" y="64478"/>
                          <a:pt x="51758" y="61925"/>
                          <a:pt x="51758" y="58094"/>
                        </a:cubicBezTo>
                        <a:cubicBezTo>
                          <a:pt x="51758" y="33197"/>
                          <a:pt x="31311" y="12768"/>
                          <a:pt x="6390" y="12768"/>
                        </a:cubicBezTo>
                        <a:cubicBezTo>
                          <a:pt x="2556" y="12768"/>
                          <a:pt x="0" y="10214"/>
                          <a:pt x="0" y="6384"/>
                        </a:cubicBezTo>
                        <a:cubicBezTo>
                          <a:pt x="0" y="2553"/>
                          <a:pt x="2556" y="0"/>
                          <a:pt x="6390" y="0"/>
                        </a:cubicBezTo>
                        <a:cubicBezTo>
                          <a:pt x="38340" y="0"/>
                          <a:pt x="64538" y="26174"/>
                          <a:pt x="64538" y="58094"/>
                        </a:cubicBezTo>
                        <a:cubicBezTo>
                          <a:pt x="64538" y="61286"/>
                          <a:pt x="61343" y="64478"/>
                          <a:pt x="58148" y="64478"/>
                        </a:cubicBezTo>
                        <a:close/>
                      </a:path>
                    </a:pathLst>
                  </a:custGeom>
                  <a:solidFill>
                    <a:srgbClr val="0076A8"/>
                  </a:solidFill>
                  <a:ln w="6390" cap="flat">
                    <a:noFill/>
                    <a:prstDash val="solid"/>
                    <a:miter/>
                  </a:ln>
                </p:spPr>
                <p:txBody>
                  <a:bodyPr rtlCol="0" anchor="ctr"/>
                  <a:lstStyle/>
                  <a:p>
                    <a:endParaRPr lang="en-US"/>
                  </a:p>
                </p:txBody>
              </p:sp>
              <p:sp>
                <p:nvSpPr>
                  <p:cNvPr id="45" name="Graphic 4">
                    <a:extLst>
                      <a:ext uri="{FF2B5EF4-FFF2-40B4-BE49-F238E27FC236}">
                        <a16:creationId xmlns:a16="http://schemas.microsoft.com/office/drawing/2014/main" id="{0FDCA8F9-5583-9F4F-979B-7FF554AB2796}"/>
                      </a:ext>
                    </a:extLst>
                  </p:cNvPr>
                  <p:cNvSpPr/>
                  <p:nvPr/>
                </p:nvSpPr>
                <p:spPr>
                  <a:xfrm>
                    <a:off x="5892160" y="4006013"/>
                    <a:ext cx="36521" cy="40955"/>
                  </a:xfrm>
                  <a:custGeom>
                    <a:avLst/>
                    <a:gdLst>
                      <a:gd name="connsiteX0" fmla="*/ 6390 w 36521"/>
                      <a:gd name="connsiteY0" fmla="*/ 40956 h 40955"/>
                      <a:gd name="connsiteX1" fmla="*/ 0 w 36521"/>
                      <a:gd name="connsiteY1" fmla="*/ 34572 h 40955"/>
                      <a:gd name="connsiteX2" fmla="*/ 28755 w 36521"/>
                      <a:gd name="connsiteY2" fmla="*/ 99 h 40955"/>
                      <a:gd name="connsiteX3" fmla="*/ 36423 w 36521"/>
                      <a:gd name="connsiteY3" fmla="*/ 5206 h 40955"/>
                      <a:gd name="connsiteX4" fmla="*/ 31311 w 36521"/>
                      <a:gd name="connsiteY4" fmla="*/ 12867 h 40955"/>
                      <a:gd name="connsiteX5" fmla="*/ 12780 w 36521"/>
                      <a:gd name="connsiteY5" fmla="*/ 34572 h 40955"/>
                      <a:gd name="connsiteX6" fmla="*/ 6390 w 36521"/>
                      <a:gd name="connsiteY6" fmla="*/ 40956 h 40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521" h="40955">
                        <a:moveTo>
                          <a:pt x="6390" y="40956"/>
                        </a:moveTo>
                        <a:cubicBezTo>
                          <a:pt x="2556" y="40956"/>
                          <a:pt x="0" y="38402"/>
                          <a:pt x="0" y="34572"/>
                        </a:cubicBezTo>
                        <a:cubicBezTo>
                          <a:pt x="0" y="17335"/>
                          <a:pt x="12141" y="3291"/>
                          <a:pt x="28755" y="99"/>
                        </a:cubicBezTo>
                        <a:cubicBezTo>
                          <a:pt x="31950" y="-540"/>
                          <a:pt x="35784" y="2014"/>
                          <a:pt x="36423" y="5206"/>
                        </a:cubicBezTo>
                        <a:cubicBezTo>
                          <a:pt x="37062" y="8398"/>
                          <a:pt x="34506" y="12228"/>
                          <a:pt x="31311" y="12867"/>
                        </a:cubicBezTo>
                        <a:cubicBezTo>
                          <a:pt x="20448" y="14782"/>
                          <a:pt x="12780" y="23719"/>
                          <a:pt x="12780" y="34572"/>
                        </a:cubicBezTo>
                        <a:cubicBezTo>
                          <a:pt x="12780" y="37764"/>
                          <a:pt x="9585" y="40956"/>
                          <a:pt x="6390" y="40956"/>
                        </a:cubicBezTo>
                        <a:close/>
                      </a:path>
                    </a:pathLst>
                  </a:custGeom>
                  <a:solidFill>
                    <a:srgbClr val="0076A8"/>
                  </a:solidFill>
                  <a:ln w="6390" cap="flat">
                    <a:noFill/>
                    <a:prstDash val="solid"/>
                    <a:miter/>
                  </a:ln>
                </p:spPr>
                <p:txBody>
                  <a:bodyPr rtlCol="0" anchor="ctr"/>
                  <a:lstStyle/>
                  <a:p>
                    <a:endParaRPr lang="en-US"/>
                  </a:p>
                </p:txBody>
              </p:sp>
            </p:grpSp>
          </p:grpSp>
        </p:grpSp>
      </p:grpSp>
      <p:grpSp>
        <p:nvGrpSpPr>
          <p:cNvPr id="46" name="Graphic 4">
            <a:extLst>
              <a:ext uri="{FF2B5EF4-FFF2-40B4-BE49-F238E27FC236}">
                <a16:creationId xmlns:a16="http://schemas.microsoft.com/office/drawing/2014/main" id="{6C470E1B-3518-1542-B5A7-2EFF2CD2C13D}"/>
              </a:ext>
            </a:extLst>
          </p:cNvPr>
          <p:cNvGrpSpPr>
            <a:grpSpLocks noChangeAspect="1"/>
          </p:cNvGrpSpPr>
          <p:nvPr/>
        </p:nvGrpSpPr>
        <p:grpSpPr>
          <a:xfrm>
            <a:off x="6753524" y="3824168"/>
            <a:ext cx="361670" cy="361333"/>
            <a:chOff x="6753524" y="3824168"/>
            <a:chExt cx="361670" cy="361333"/>
          </a:xfrm>
          <a:solidFill>
            <a:srgbClr val="0076A8"/>
          </a:solidFill>
        </p:grpSpPr>
        <p:sp>
          <p:nvSpPr>
            <p:cNvPr id="47" name="Graphic 4">
              <a:extLst>
                <a:ext uri="{FF2B5EF4-FFF2-40B4-BE49-F238E27FC236}">
                  <a16:creationId xmlns:a16="http://schemas.microsoft.com/office/drawing/2014/main" id="{E02C453F-EA8F-E143-9FF7-C0CA3C3C3B47}"/>
                </a:ext>
              </a:extLst>
            </p:cNvPr>
            <p:cNvSpPr/>
            <p:nvPr/>
          </p:nvSpPr>
          <p:spPr>
            <a:xfrm>
              <a:off x="6753524"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257"/>
                    <a:pt x="361670" y="180667"/>
                  </a:cubicBezTo>
                  <a:cubicBezTo>
                    <a:pt x="361670" y="81076"/>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4128" y="349204"/>
                    <a:pt x="180835" y="349204"/>
                  </a:cubicBezTo>
                  <a:close/>
                </a:path>
              </a:pathLst>
            </a:custGeom>
            <a:solidFill>
              <a:srgbClr val="0076A8"/>
            </a:solidFill>
            <a:ln w="6390" cap="flat">
              <a:noFill/>
              <a:prstDash val="solid"/>
              <a:miter/>
            </a:ln>
          </p:spPr>
          <p:txBody>
            <a:bodyPr rtlCol="0" anchor="ctr"/>
            <a:lstStyle/>
            <a:p>
              <a:endParaRPr lang="en-US"/>
            </a:p>
          </p:txBody>
        </p:sp>
        <p:sp>
          <p:nvSpPr>
            <p:cNvPr id="48" name="Graphic 4">
              <a:extLst>
                <a:ext uri="{FF2B5EF4-FFF2-40B4-BE49-F238E27FC236}">
                  <a16:creationId xmlns:a16="http://schemas.microsoft.com/office/drawing/2014/main" id="{C79F9AB1-CDE6-BD45-802E-E51FA4C3BF2E}"/>
                </a:ext>
              </a:extLst>
            </p:cNvPr>
            <p:cNvSpPr/>
            <p:nvPr/>
          </p:nvSpPr>
          <p:spPr>
            <a:xfrm>
              <a:off x="6853207" y="3905883"/>
              <a:ext cx="162304" cy="199818"/>
            </a:xfrm>
            <a:custGeom>
              <a:avLst/>
              <a:gdLst>
                <a:gd name="connsiteX0" fmla="*/ 139940 w 162304"/>
                <a:gd name="connsiteY0" fmla="*/ 19152 h 199818"/>
                <a:gd name="connsiteX1" fmla="*/ 129076 w 162304"/>
                <a:gd name="connsiteY1" fmla="*/ 22344 h 199818"/>
                <a:gd name="connsiteX2" fmla="*/ 123965 w 162304"/>
                <a:gd name="connsiteY2" fmla="*/ 14045 h 199818"/>
                <a:gd name="connsiteX3" fmla="*/ 107990 w 162304"/>
                <a:gd name="connsiteY3" fmla="*/ 7661 h 199818"/>
                <a:gd name="connsiteX4" fmla="*/ 95210 w 162304"/>
                <a:gd name="connsiteY4" fmla="*/ 11491 h 199818"/>
                <a:gd name="connsiteX5" fmla="*/ 91376 w 162304"/>
                <a:gd name="connsiteY5" fmla="*/ 6384 h 199818"/>
                <a:gd name="connsiteX6" fmla="*/ 75402 w 162304"/>
                <a:gd name="connsiteY6" fmla="*/ 0 h 199818"/>
                <a:gd name="connsiteX7" fmla="*/ 55592 w 162304"/>
                <a:gd name="connsiteY7" fmla="*/ 12129 h 199818"/>
                <a:gd name="connsiteX8" fmla="*/ 43452 w 162304"/>
                <a:gd name="connsiteY8" fmla="*/ 8299 h 199818"/>
                <a:gd name="connsiteX9" fmla="*/ 21087 w 162304"/>
                <a:gd name="connsiteY9" fmla="*/ 30643 h 199818"/>
                <a:gd name="connsiteX10" fmla="*/ 21087 w 162304"/>
                <a:gd name="connsiteY10" fmla="*/ 44688 h 199818"/>
                <a:gd name="connsiteX11" fmla="*/ 20447 w 162304"/>
                <a:gd name="connsiteY11" fmla="*/ 44688 h 199818"/>
                <a:gd name="connsiteX12" fmla="*/ 0 w 162304"/>
                <a:gd name="connsiteY12" fmla="*/ 65117 h 199818"/>
                <a:gd name="connsiteX13" fmla="*/ 0 w 162304"/>
                <a:gd name="connsiteY13" fmla="*/ 108528 h 199818"/>
                <a:gd name="connsiteX14" fmla="*/ 0 w 162304"/>
                <a:gd name="connsiteY14" fmla="*/ 110443 h 199818"/>
                <a:gd name="connsiteX15" fmla="*/ 27477 w 162304"/>
                <a:gd name="connsiteY15" fmla="*/ 160238 h 199818"/>
                <a:gd name="connsiteX16" fmla="*/ 32589 w 162304"/>
                <a:gd name="connsiteY16" fmla="*/ 169176 h 199818"/>
                <a:gd name="connsiteX17" fmla="*/ 32589 w 162304"/>
                <a:gd name="connsiteY17" fmla="*/ 193435 h 199818"/>
                <a:gd name="connsiteX18" fmla="*/ 38978 w 162304"/>
                <a:gd name="connsiteY18" fmla="*/ 199819 h 199818"/>
                <a:gd name="connsiteX19" fmla="*/ 45368 w 162304"/>
                <a:gd name="connsiteY19" fmla="*/ 193435 h 199818"/>
                <a:gd name="connsiteX20" fmla="*/ 45368 w 162304"/>
                <a:gd name="connsiteY20" fmla="*/ 169176 h 199818"/>
                <a:gd name="connsiteX21" fmla="*/ 35145 w 162304"/>
                <a:gd name="connsiteY21" fmla="*/ 149385 h 199818"/>
                <a:gd name="connsiteX22" fmla="*/ 13419 w 162304"/>
                <a:gd name="connsiteY22" fmla="*/ 109805 h 199818"/>
                <a:gd name="connsiteX23" fmla="*/ 13419 w 162304"/>
                <a:gd name="connsiteY23" fmla="*/ 65117 h 199818"/>
                <a:gd name="connsiteX24" fmla="*/ 21087 w 162304"/>
                <a:gd name="connsiteY24" fmla="*/ 57456 h 199818"/>
                <a:gd name="connsiteX25" fmla="*/ 21726 w 162304"/>
                <a:gd name="connsiteY25" fmla="*/ 57456 h 199818"/>
                <a:gd name="connsiteX26" fmla="*/ 21726 w 162304"/>
                <a:gd name="connsiteY26" fmla="*/ 84907 h 199818"/>
                <a:gd name="connsiteX27" fmla="*/ 28116 w 162304"/>
                <a:gd name="connsiteY27" fmla="*/ 91291 h 199818"/>
                <a:gd name="connsiteX28" fmla="*/ 34506 w 162304"/>
                <a:gd name="connsiteY28" fmla="*/ 84907 h 199818"/>
                <a:gd name="connsiteX29" fmla="*/ 34506 w 162304"/>
                <a:gd name="connsiteY29" fmla="*/ 30643 h 199818"/>
                <a:gd name="connsiteX30" fmla="*/ 44091 w 162304"/>
                <a:gd name="connsiteY30" fmla="*/ 21067 h 199818"/>
                <a:gd name="connsiteX31" fmla="*/ 51119 w 162304"/>
                <a:gd name="connsiteY31" fmla="*/ 23621 h 199818"/>
                <a:gd name="connsiteX32" fmla="*/ 53676 w 162304"/>
                <a:gd name="connsiteY32" fmla="*/ 29366 h 199818"/>
                <a:gd name="connsiteX33" fmla="*/ 53676 w 162304"/>
                <a:gd name="connsiteY33" fmla="*/ 56179 h 199818"/>
                <a:gd name="connsiteX34" fmla="*/ 60066 w 162304"/>
                <a:gd name="connsiteY34" fmla="*/ 62563 h 199818"/>
                <a:gd name="connsiteX35" fmla="*/ 66456 w 162304"/>
                <a:gd name="connsiteY35" fmla="*/ 56179 h 199818"/>
                <a:gd name="connsiteX36" fmla="*/ 66456 w 162304"/>
                <a:gd name="connsiteY36" fmla="*/ 30643 h 199818"/>
                <a:gd name="connsiteX37" fmla="*/ 66456 w 162304"/>
                <a:gd name="connsiteY37" fmla="*/ 30643 h 199818"/>
                <a:gd name="connsiteX38" fmla="*/ 66456 w 162304"/>
                <a:gd name="connsiteY38" fmla="*/ 29366 h 199818"/>
                <a:gd name="connsiteX39" fmla="*/ 66456 w 162304"/>
                <a:gd name="connsiteY39" fmla="*/ 22344 h 199818"/>
                <a:gd name="connsiteX40" fmla="*/ 76040 w 162304"/>
                <a:gd name="connsiteY40" fmla="*/ 12768 h 199818"/>
                <a:gd name="connsiteX41" fmla="*/ 83069 w 162304"/>
                <a:gd name="connsiteY41" fmla="*/ 15321 h 199818"/>
                <a:gd name="connsiteX42" fmla="*/ 85625 w 162304"/>
                <a:gd name="connsiteY42" fmla="*/ 22344 h 199818"/>
                <a:gd name="connsiteX43" fmla="*/ 85625 w 162304"/>
                <a:gd name="connsiteY43" fmla="*/ 28728 h 199818"/>
                <a:gd name="connsiteX44" fmla="*/ 85625 w 162304"/>
                <a:gd name="connsiteY44" fmla="*/ 30005 h 199818"/>
                <a:gd name="connsiteX45" fmla="*/ 85625 w 162304"/>
                <a:gd name="connsiteY45" fmla="*/ 46603 h 199818"/>
                <a:gd name="connsiteX46" fmla="*/ 85625 w 162304"/>
                <a:gd name="connsiteY46" fmla="*/ 46603 h 199818"/>
                <a:gd name="connsiteX47" fmla="*/ 85625 w 162304"/>
                <a:gd name="connsiteY47" fmla="*/ 56817 h 199818"/>
                <a:gd name="connsiteX48" fmla="*/ 92015 w 162304"/>
                <a:gd name="connsiteY48" fmla="*/ 63201 h 199818"/>
                <a:gd name="connsiteX49" fmla="*/ 98405 w 162304"/>
                <a:gd name="connsiteY49" fmla="*/ 56817 h 199818"/>
                <a:gd name="connsiteX50" fmla="*/ 98405 w 162304"/>
                <a:gd name="connsiteY50" fmla="*/ 28728 h 199818"/>
                <a:gd name="connsiteX51" fmla="*/ 107990 w 162304"/>
                <a:gd name="connsiteY51" fmla="*/ 19790 h 199818"/>
                <a:gd name="connsiteX52" fmla="*/ 115019 w 162304"/>
                <a:gd name="connsiteY52" fmla="*/ 22344 h 199818"/>
                <a:gd name="connsiteX53" fmla="*/ 117575 w 162304"/>
                <a:gd name="connsiteY53" fmla="*/ 29366 h 199818"/>
                <a:gd name="connsiteX54" fmla="*/ 117575 w 162304"/>
                <a:gd name="connsiteY54" fmla="*/ 41496 h 199818"/>
                <a:gd name="connsiteX55" fmla="*/ 117575 w 162304"/>
                <a:gd name="connsiteY55" fmla="*/ 56817 h 199818"/>
                <a:gd name="connsiteX56" fmla="*/ 117575 w 162304"/>
                <a:gd name="connsiteY56" fmla="*/ 58733 h 199818"/>
                <a:gd name="connsiteX57" fmla="*/ 123965 w 162304"/>
                <a:gd name="connsiteY57" fmla="*/ 65117 h 199818"/>
                <a:gd name="connsiteX58" fmla="*/ 130355 w 162304"/>
                <a:gd name="connsiteY58" fmla="*/ 58733 h 199818"/>
                <a:gd name="connsiteX59" fmla="*/ 130355 w 162304"/>
                <a:gd name="connsiteY59" fmla="*/ 56179 h 199818"/>
                <a:gd name="connsiteX60" fmla="*/ 130355 w 162304"/>
                <a:gd name="connsiteY60" fmla="*/ 40857 h 199818"/>
                <a:gd name="connsiteX61" fmla="*/ 139940 w 162304"/>
                <a:gd name="connsiteY61" fmla="*/ 31281 h 199818"/>
                <a:gd name="connsiteX62" fmla="*/ 146969 w 162304"/>
                <a:gd name="connsiteY62" fmla="*/ 33835 h 199818"/>
                <a:gd name="connsiteX63" fmla="*/ 149525 w 162304"/>
                <a:gd name="connsiteY63" fmla="*/ 40857 h 199818"/>
                <a:gd name="connsiteX64" fmla="*/ 149525 w 162304"/>
                <a:gd name="connsiteY64" fmla="*/ 42773 h 199818"/>
                <a:gd name="connsiteX65" fmla="*/ 149525 w 162304"/>
                <a:gd name="connsiteY65" fmla="*/ 58733 h 199818"/>
                <a:gd name="connsiteX66" fmla="*/ 149525 w 162304"/>
                <a:gd name="connsiteY66" fmla="*/ 114912 h 199818"/>
                <a:gd name="connsiteX67" fmla="*/ 135466 w 162304"/>
                <a:gd name="connsiteY67" fmla="*/ 149385 h 199818"/>
                <a:gd name="connsiteX68" fmla="*/ 129076 w 162304"/>
                <a:gd name="connsiteY68" fmla="*/ 165984 h 199818"/>
                <a:gd name="connsiteX69" fmla="*/ 129076 w 162304"/>
                <a:gd name="connsiteY69" fmla="*/ 192796 h 199818"/>
                <a:gd name="connsiteX70" fmla="*/ 135466 w 162304"/>
                <a:gd name="connsiteY70" fmla="*/ 199180 h 199818"/>
                <a:gd name="connsiteX71" fmla="*/ 141856 w 162304"/>
                <a:gd name="connsiteY71" fmla="*/ 192796 h 199818"/>
                <a:gd name="connsiteX72" fmla="*/ 141856 w 162304"/>
                <a:gd name="connsiteY72" fmla="*/ 165984 h 199818"/>
                <a:gd name="connsiteX73" fmla="*/ 145051 w 162304"/>
                <a:gd name="connsiteY73" fmla="*/ 158323 h 199818"/>
                <a:gd name="connsiteX74" fmla="*/ 162305 w 162304"/>
                <a:gd name="connsiteY74" fmla="*/ 114912 h 199818"/>
                <a:gd name="connsiteX75" fmla="*/ 162305 w 162304"/>
                <a:gd name="connsiteY75" fmla="*/ 58733 h 199818"/>
                <a:gd name="connsiteX76" fmla="*/ 162305 w 162304"/>
                <a:gd name="connsiteY76" fmla="*/ 42134 h 199818"/>
                <a:gd name="connsiteX77" fmla="*/ 162305 w 162304"/>
                <a:gd name="connsiteY77" fmla="*/ 40857 h 199818"/>
                <a:gd name="connsiteX78" fmla="*/ 155915 w 162304"/>
                <a:gd name="connsiteY78" fmla="*/ 24897 h 199818"/>
                <a:gd name="connsiteX79" fmla="*/ 139940 w 162304"/>
                <a:gd name="connsiteY79" fmla="*/ 19152 h 19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62304" h="199818">
                  <a:moveTo>
                    <a:pt x="139940" y="19152"/>
                  </a:moveTo>
                  <a:cubicBezTo>
                    <a:pt x="136106" y="19152"/>
                    <a:pt x="132271" y="20429"/>
                    <a:pt x="129076" y="22344"/>
                  </a:cubicBezTo>
                  <a:cubicBezTo>
                    <a:pt x="127799" y="19152"/>
                    <a:pt x="126521" y="16598"/>
                    <a:pt x="123965" y="14045"/>
                  </a:cubicBezTo>
                  <a:cubicBezTo>
                    <a:pt x="119492" y="9576"/>
                    <a:pt x="114380" y="7661"/>
                    <a:pt x="107990" y="7661"/>
                  </a:cubicBezTo>
                  <a:cubicBezTo>
                    <a:pt x="103517" y="7661"/>
                    <a:pt x="99044" y="8937"/>
                    <a:pt x="95210" y="11491"/>
                  </a:cubicBezTo>
                  <a:cubicBezTo>
                    <a:pt x="93932" y="9576"/>
                    <a:pt x="93293" y="8299"/>
                    <a:pt x="91376" y="6384"/>
                  </a:cubicBezTo>
                  <a:cubicBezTo>
                    <a:pt x="86903" y="1915"/>
                    <a:pt x="81792" y="0"/>
                    <a:pt x="75402" y="0"/>
                  </a:cubicBezTo>
                  <a:cubicBezTo>
                    <a:pt x="66456" y="0"/>
                    <a:pt x="59427" y="5107"/>
                    <a:pt x="55592" y="12129"/>
                  </a:cubicBezTo>
                  <a:cubicBezTo>
                    <a:pt x="51758" y="9576"/>
                    <a:pt x="47925" y="8299"/>
                    <a:pt x="43452" y="8299"/>
                  </a:cubicBezTo>
                  <a:cubicBezTo>
                    <a:pt x="31311" y="8299"/>
                    <a:pt x="21087" y="18513"/>
                    <a:pt x="21087" y="30643"/>
                  </a:cubicBezTo>
                  <a:lnTo>
                    <a:pt x="21087" y="44688"/>
                  </a:lnTo>
                  <a:lnTo>
                    <a:pt x="20447" y="44688"/>
                  </a:lnTo>
                  <a:cubicBezTo>
                    <a:pt x="8946" y="44688"/>
                    <a:pt x="0" y="53625"/>
                    <a:pt x="0" y="65117"/>
                  </a:cubicBezTo>
                  <a:lnTo>
                    <a:pt x="0" y="108528"/>
                  </a:lnTo>
                  <a:cubicBezTo>
                    <a:pt x="0" y="109166"/>
                    <a:pt x="0" y="109805"/>
                    <a:pt x="0" y="110443"/>
                  </a:cubicBezTo>
                  <a:cubicBezTo>
                    <a:pt x="639" y="130233"/>
                    <a:pt x="10863" y="148747"/>
                    <a:pt x="27477" y="160238"/>
                  </a:cubicBezTo>
                  <a:cubicBezTo>
                    <a:pt x="30672" y="162153"/>
                    <a:pt x="32589" y="165984"/>
                    <a:pt x="32589" y="169176"/>
                  </a:cubicBezTo>
                  <a:lnTo>
                    <a:pt x="32589" y="193435"/>
                  </a:lnTo>
                  <a:cubicBezTo>
                    <a:pt x="32589" y="197265"/>
                    <a:pt x="35145" y="199819"/>
                    <a:pt x="38978" y="199819"/>
                  </a:cubicBezTo>
                  <a:cubicBezTo>
                    <a:pt x="42812" y="199819"/>
                    <a:pt x="45368" y="197265"/>
                    <a:pt x="45368" y="193435"/>
                  </a:cubicBezTo>
                  <a:lnTo>
                    <a:pt x="45368" y="169176"/>
                  </a:lnTo>
                  <a:cubicBezTo>
                    <a:pt x="45368" y="161515"/>
                    <a:pt x="41535" y="153854"/>
                    <a:pt x="35145" y="149385"/>
                  </a:cubicBezTo>
                  <a:cubicBezTo>
                    <a:pt x="22365" y="140448"/>
                    <a:pt x="14058" y="125765"/>
                    <a:pt x="13419" y="109805"/>
                  </a:cubicBezTo>
                  <a:lnTo>
                    <a:pt x="13419" y="65117"/>
                  </a:lnTo>
                  <a:cubicBezTo>
                    <a:pt x="13419" y="60648"/>
                    <a:pt x="16614" y="57456"/>
                    <a:pt x="21087" y="57456"/>
                  </a:cubicBezTo>
                  <a:lnTo>
                    <a:pt x="21726" y="57456"/>
                  </a:lnTo>
                  <a:lnTo>
                    <a:pt x="21726" y="84907"/>
                  </a:lnTo>
                  <a:cubicBezTo>
                    <a:pt x="21726" y="88737"/>
                    <a:pt x="24282" y="91291"/>
                    <a:pt x="28116" y="91291"/>
                  </a:cubicBezTo>
                  <a:cubicBezTo>
                    <a:pt x="31950" y="91291"/>
                    <a:pt x="34506" y="88737"/>
                    <a:pt x="34506" y="84907"/>
                  </a:cubicBezTo>
                  <a:lnTo>
                    <a:pt x="34506" y="30643"/>
                  </a:lnTo>
                  <a:cubicBezTo>
                    <a:pt x="34506" y="25536"/>
                    <a:pt x="38978" y="21067"/>
                    <a:pt x="44091" y="21067"/>
                  </a:cubicBezTo>
                  <a:cubicBezTo>
                    <a:pt x="46647" y="21067"/>
                    <a:pt x="49202" y="22344"/>
                    <a:pt x="51119" y="23621"/>
                  </a:cubicBezTo>
                  <a:cubicBezTo>
                    <a:pt x="53037" y="25536"/>
                    <a:pt x="53676" y="27451"/>
                    <a:pt x="53676" y="29366"/>
                  </a:cubicBezTo>
                  <a:lnTo>
                    <a:pt x="53676" y="56179"/>
                  </a:lnTo>
                  <a:cubicBezTo>
                    <a:pt x="53676" y="60009"/>
                    <a:pt x="56232" y="62563"/>
                    <a:pt x="60066" y="62563"/>
                  </a:cubicBezTo>
                  <a:cubicBezTo>
                    <a:pt x="63899" y="62563"/>
                    <a:pt x="66456" y="60009"/>
                    <a:pt x="66456" y="56179"/>
                  </a:cubicBezTo>
                  <a:lnTo>
                    <a:pt x="66456" y="30643"/>
                  </a:lnTo>
                  <a:cubicBezTo>
                    <a:pt x="66456" y="30643"/>
                    <a:pt x="66456" y="30643"/>
                    <a:pt x="66456" y="30643"/>
                  </a:cubicBezTo>
                  <a:cubicBezTo>
                    <a:pt x="66456" y="30005"/>
                    <a:pt x="66456" y="30005"/>
                    <a:pt x="66456" y="29366"/>
                  </a:cubicBezTo>
                  <a:lnTo>
                    <a:pt x="66456" y="22344"/>
                  </a:lnTo>
                  <a:cubicBezTo>
                    <a:pt x="66456" y="17237"/>
                    <a:pt x="70928" y="12768"/>
                    <a:pt x="76040" y="12768"/>
                  </a:cubicBezTo>
                  <a:cubicBezTo>
                    <a:pt x="78597" y="12768"/>
                    <a:pt x="81152" y="14045"/>
                    <a:pt x="83069" y="15321"/>
                  </a:cubicBezTo>
                  <a:cubicBezTo>
                    <a:pt x="84986" y="17237"/>
                    <a:pt x="85625" y="19790"/>
                    <a:pt x="85625" y="22344"/>
                  </a:cubicBezTo>
                  <a:lnTo>
                    <a:pt x="85625" y="28728"/>
                  </a:lnTo>
                  <a:cubicBezTo>
                    <a:pt x="85625" y="29366"/>
                    <a:pt x="85625" y="29366"/>
                    <a:pt x="85625" y="30005"/>
                  </a:cubicBezTo>
                  <a:lnTo>
                    <a:pt x="85625" y="46603"/>
                  </a:lnTo>
                  <a:cubicBezTo>
                    <a:pt x="85625" y="46603"/>
                    <a:pt x="85625" y="46603"/>
                    <a:pt x="85625" y="46603"/>
                  </a:cubicBezTo>
                  <a:lnTo>
                    <a:pt x="85625" y="56817"/>
                  </a:lnTo>
                  <a:cubicBezTo>
                    <a:pt x="85625" y="60648"/>
                    <a:pt x="88181" y="63201"/>
                    <a:pt x="92015" y="63201"/>
                  </a:cubicBezTo>
                  <a:cubicBezTo>
                    <a:pt x="95849" y="63201"/>
                    <a:pt x="98405" y="60648"/>
                    <a:pt x="98405" y="56817"/>
                  </a:cubicBezTo>
                  <a:lnTo>
                    <a:pt x="98405" y="28728"/>
                  </a:lnTo>
                  <a:cubicBezTo>
                    <a:pt x="99044" y="23621"/>
                    <a:pt x="102878" y="19790"/>
                    <a:pt x="107990" y="19790"/>
                  </a:cubicBezTo>
                  <a:cubicBezTo>
                    <a:pt x="110546" y="19790"/>
                    <a:pt x="113102" y="21067"/>
                    <a:pt x="115019" y="22344"/>
                  </a:cubicBezTo>
                  <a:cubicBezTo>
                    <a:pt x="116936" y="24259"/>
                    <a:pt x="117575" y="26813"/>
                    <a:pt x="117575" y="29366"/>
                  </a:cubicBezTo>
                  <a:lnTo>
                    <a:pt x="117575" y="41496"/>
                  </a:lnTo>
                  <a:lnTo>
                    <a:pt x="117575" y="56817"/>
                  </a:lnTo>
                  <a:lnTo>
                    <a:pt x="117575" y="58733"/>
                  </a:lnTo>
                  <a:cubicBezTo>
                    <a:pt x="117575" y="62563"/>
                    <a:pt x="120131" y="65117"/>
                    <a:pt x="123965" y="65117"/>
                  </a:cubicBezTo>
                  <a:cubicBezTo>
                    <a:pt x="127799" y="65117"/>
                    <a:pt x="130355" y="62563"/>
                    <a:pt x="130355" y="58733"/>
                  </a:cubicBezTo>
                  <a:lnTo>
                    <a:pt x="130355" y="56179"/>
                  </a:lnTo>
                  <a:lnTo>
                    <a:pt x="130355" y="40857"/>
                  </a:lnTo>
                  <a:cubicBezTo>
                    <a:pt x="130355" y="35750"/>
                    <a:pt x="134828" y="31281"/>
                    <a:pt x="139940" y="31281"/>
                  </a:cubicBezTo>
                  <a:cubicBezTo>
                    <a:pt x="142496" y="31281"/>
                    <a:pt x="145051" y="32558"/>
                    <a:pt x="146969" y="33835"/>
                  </a:cubicBezTo>
                  <a:cubicBezTo>
                    <a:pt x="148886" y="35750"/>
                    <a:pt x="149525" y="38304"/>
                    <a:pt x="149525" y="40857"/>
                  </a:cubicBezTo>
                  <a:lnTo>
                    <a:pt x="149525" y="42773"/>
                  </a:lnTo>
                  <a:lnTo>
                    <a:pt x="149525" y="58733"/>
                  </a:lnTo>
                  <a:lnTo>
                    <a:pt x="149525" y="114912"/>
                  </a:lnTo>
                  <a:cubicBezTo>
                    <a:pt x="149525" y="127680"/>
                    <a:pt x="144412" y="139809"/>
                    <a:pt x="135466" y="149385"/>
                  </a:cubicBezTo>
                  <a:cubicBezTo>
                    <a:pt x="130994" y="153854"/>
                    <a:pt x="129076" y="159600"/>
                    <a:pt x="129076" y="165984"/>
                  </a:cubicBezTo>
                  <a:lnTo>
                    <a:pt x="129076" y="192796"/>
                  </a:lnTo>
                  <a:cubicBezTo>
                    <a:pt x="129076" y="196627"/>
                    <a:pt x="131633" y="199180"/>
                    <a:pt x="135466" y="199180"/>
                  </a:cubicBezTo>
                  <a:cubicBezTo>
                    <a:pt x="139301" y="199180"/>
                    <a:pt x="141856" y="196627"/>
                    <a:pt x="141856" y="192796"/>
                  </a:cubicBezTo>
                  <a:lnTo>
                    <a:pt x="141856" y="165984"/>
                  </a:lnTo>
                  <a:cubicBezTo>
                    <a:pt x="141856" y="163430"/>
                    <a:pt x="143135" y="160238"/>
                    <a:pt x="145051" y="158323"/>
                  </a:cubicBezTo>
                  <a:cubicBezTo>
                    <a:pt x="155915" y="146832"/>
                    <a:pt x="162305" y="131510"/>
                    <a:pt x="162305" y="114912"/>
                  </a:cubicBezTo>
                  <a:lnTo>
                    <a:pt x="162305" y="58733"/>
                  </a:lnTo>
                  <a:lnTo>
                    <a:pt x="162305" y="42134"/>
                  </a:lnTo>
                  <a:lnTo>
                    <a:pt x="162305" y="40857"/>
                  </a:lnTo>
                  <a:cubicBezTo>
                    <a:pt x="162305" y="35112"/>
                    <a:pt x="159748" y="29366"/>
                    <a:pt x="155915" y="24897"/>
                  </a:cubicBezTo>
                  <a:cubicBezTo>
                    <a:pt x="152081" y="21067"/>
                    <a:pt x="146330" y="19152"/>
                    <a:pt x="139940" y="19152"/>
                  </a:cubicBezTo>
                  <a:close/>
                </a:path>
              </a:pathLst>
            </a:custGeom>
            <a:solidFill>
              <a:srgbClr val="0076A8"/>
            </a:solidFill>
            <a:ln w="6390" cap="flat">
              <a:noFill/>
              <a:prstDash val="solid"/>
              <a:miter/>
            </a:ln>
          </p:spPr>
          <p:txBody>
            <a:bodyPr rtlCol="0" anchor="ctr"/>
            <a:lstStyle/>
            <a:p>
              <a:endParaRPr lang="en-US"/>
            </a:p>
          </p:txBody>
        </p:sp>
      </p:grpSp>
      <p:grpSp>
        <p:nvGrpSpPr>
          <p:cNvPr id="49" name="Graphic 4">
            <a:extLst>
              <a:ext uri="{FF2B5EF4-FFF2-40B4-BE49-F238E27FC236}">
                <a16:creationId xmlns:a16="http://schemas.microsoft.com/office/drawing/2014/main" id="{9716918D-240B-2A4F-BB14-09B4406772DC}"/>
              </a:ext>
            </a:extLst>
          </p:cNvPr>
          <p:cNvGrpSpPr>
            <a:grpSpLocks noChangeAspect="1"/>
          </p:cNvGrpSpPr>
          <p:nvPr/>
        </p:nvGrpSpPr>
        <p:grpSpPr>
          <a:xfrm>
            <a:off x="5708769" y="4308712"/>
            <a:ext cx="361670" cy="361971"/>
            <a:chOff x="5708769" y="4308712"/>
            <a:chExt cx="361670" cy="361971"/>
          </a:xfrm>
          <a:solidFill>
            <a:srgbClr val="0076A8"/>
          </a:solidFill>
        </p:grpSpPr>
        <p:sp>
          <p:nvSpPr>
            <p:cNvPr id="50" name="Graphic 4">
              <a:extLst>
                <a:ext uri="{FF2B5EF4-FFF2-40B4-BE49-F238E27FC236}">
                  <a16:creationId xmlns:a16="http://schemas.microsoft.com/office/drawing/2014/main" id="{B998F00D-C212-FF4C-A5FE-EF86D048EE77}"/>
                </a:ext>
              </a:extLst>
            </p:cNvPr>
            <p:cNvSpPr/>
            <p:nvPr/>
          </p:nvSpPr>
          <p:spPr>
            <a:xfrm>
              <a:off x="5708769" y="4308712"/>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180835 w 361670"/>
                <a:gd name="connsiteY4" fmla="*/ 0 h 361971"/>
                <a:gd name="connsiteX5" fmla="*/ 180835 w 361670"/>
                <a:gd name="connsiteY5" fmla="*/ 349204 h 361971"/>
                <a:gd name="connsiteX6" fmla="*/ 12780 w 361670"/>
                <a:gd name="connsiteY6" fmla="*/ 181305 h 361971"/>
                <a:gd name="connsiteX7" fmla="*/ 180835 w 361670"/>
                <a:gd name="connsiteY7" fmla="*/ 13407 h 361971"/>
                <a:gd name="connsiteX8" fmla="*/ 348890 w 361670"/>
                <a:gd name="connsiteY8" fmla="*/ 181305 h 361971"/>
                <a:gd name="connsiteX9" fmla="*/ 180835 w 361670"/>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971">
                  <a:moveTo>
                    <a:pt x="180835" y="0"/>
                  </a:moveTo>
                  <a:cubicBezTo>
                    <a:pt x="80513" y="0"/>
                    <a:pt x="0" y="81077"/>
                    <a:pt x="0" y="180667"/>
                  </a:cubicBezTo>
                  <a:cubicBezTo>
                    <a:pt x="0" y="280257"/>
                    <a:pt x="80513" y="361972"/>
                    <a:pt x="180835" y="361972"/>
                  </a:cubicBezTo>
                  <a:cubicBezTo>
                    <a:pt x="281157" y="361972"/>
                    <a:pt x="361670" y="280895"/>
                    <a:pt x="361670" y="181305"/>
                  </a:cubicBezTo>
                  <a:cubicBezTo>
                    <a:pt x="361670" y="81715"/>
                    <a:pt x="281157" y="0"/>
                    <a:pt x="180835" y="0"/>
                  </a:cubicBezTo>
                  <a:close/>
                  <a:moveTo>
                    <a:pt x="180835" y="349204"/>
                  </a:moveTo>
                  <a:cubicBezTo>
                    <a:pt x="88181" y="349204"/>
                    <a:pt x="12780" y="273873"/>
                    <a:pt x="12780" y="181305"/>
                  </a:cubicBezTo>
                  <a:cubicBezTo>
                    <a:pt x="12780" y="88738"/>
                    <a:pt x="88181" y="13407"/>
                    <a:pt x="180835" y="13407"/>
                  </a:cubicBezTo>
                  <a:cubicBezTo>
                    <a:pt x="273489" y="13407"/>
                    <a:pt x="348890" y="88738"/>
                    <a:pt x="348890" y="181305"/>
                  </a:cubicBezTo>
                  <a:cubicBezTo>
                    <a:pt x="348890" y="273873"/>
                    <a:pt x="273489" y="349204"/>
                    <a:pt x="180835" y="349204"/>
                  </a:cubicBezTo>
                  <a:close/>
                </a:path>
              </a:pathLst>
            </a:custGeom>
            <a:solidFill>
              <a:srgbClr val="0076A8"/>
            </a:solidFill>
            <a:ln w="6390" cap="flat">
              <a:noFill/>
              <a:prstDash val="solid"/>
              <a:miter/>
            </a:ln>
          </p:spPr>
          <p:txBody>
            <a:bodyPr rtlCol="0" anchor="ctr"/>
            <a:lstStyle/>
            <a:p>
              <a:endParaRPr lang="en-US"/>
            </a:p>
          </p:txBody>
        </p:sp>
        <p:sp>
          <p:nvSpPr>
            <p:cNvPr id="51" name="Graphic 4">
              <a:extLst>
                <a:ext uri="{FF2B5EF4-FFF2-40B4-BE49-F238E27FC236}">
                  <a16:creationId xmlns:a16="http://schemas.microsoft.com/office/drawing/2014/main" id="{464EDCE5-A37D-AC4B-82DB-912C4651EF3D}"/>
                </a:ext>
              </a:extLst>
            </p:cNvPr>
            <p:cNvSpPr/>
            <p:nvPr/>
          </p:nvSpPr>
          <p:spPr>
            <a:xfrm>
              <a:off x="5801424" y="4384601"/>
              <a:ext cx="177640" cy="209475"/>
            </a:xfrm>
            <a:custGeom>
              <a:avLst/>
              <a:gdLst>
                <a:gd name="connsiteX0" fmla="*/ 177640 w 177640"/>
                <a:gd name="connsiteY0" fmla="*/ 130314 h 209475"/>
                <a:gd name="connsiteX1" fmla="*/ 168055 w 177640"/>
                <a:gd name="connsiteY1" fmla="*/ 112439 h 209475"/>
                <a:gd name="connsiteX2" fmla="*/ 171250 w 177640"/>
                <a:gd name="connsiteY2" fmla="*/ 100947 h 209475"/>
                <a:gd name="connsiteX3" fmla="*/ 150164 w 177640"/>
                <a:gd name="connsiteY3" fmla="*/ 79880 h 209475"/>
                <a:gd name="connsiteX4" fmla="*/ 128438 w 177640"/>
                <a:gd name="connsiteY4" fmla="*/ 79880 h 209475"/>
                <a:gd name="connsiteX5" fmla="*/ 105434 w 177640"/>
                <a:gd name="connsiteY5" fmla="*/ 79880 h 209475"/>
                <a:gd name="connsiteX6" fmla="*/ 111824 w 177640"/>
                <a:gd name="connsiteY6" fmla="*/ 11572 h 209475"/>
                <a:gd name="connsiteX7" fmla="*/ 93932 w 177640"/>
                <a:gd name="connsiteY7" fmla="*/ 81 h 209475"/>
                <a:gd name="connsiteX8" fmla="*/ 81152 w 177640"/>
                <a:gd name="connsiteY8" fmla="*/ 8380 h 209475"/>
                <a:gd name="connsiteX9" fmla="*/ 74123 w 177640"/>
                <a:gd name="connsiteY9" fmla="*/ 33916 h 209475"/>
                <a:gd name="connsiteX10" fmla="*/ 63899 w 177640"/>
                <a:gd name="connsiteY10" fmla="*/ 51791 h 209475"/>
                <a:gd name="connsiteX11" fmla="*/ 35783 w 177640"/>
                <a:gd name="connsiteY11" fmla="*/ 87541 h 209475"/>
                <a:gd name="connsiteX12" fmla="*/ 27477 w 177640"/>
                <a:gd name="connsiteY12" fmla="*/ 92648 h 209475"/>
                <a:gd name="connsiteX13" fmla="*/ 7029 w 177640"/>
                <a:gd name="connsiteY13" fmla="*/ 92648 h 209475"/>
                <a:gd name="connsiteX14" fmla="*/ 639 w 177640"/>
                <a:gd name="connsiteY14" fmla="*/ 99032 h 209475"/>
                <a:gd name="connsiteX15" fmla="*/ 7029 w 177640"/>
                <a:gd name="connsiteY15" fmla="*/ 105416 h 209475"/>
                <a:gd name="connsiteX16" fmla="*/ 27477 w 177640"/>
                <a:gd name="connsiteY16" fmla="*/ 105416 h 209475"/>
                <a:gd name="connsiteX17" fmla="*/ 46646 w 177640"/>
                <a:gd name="connsiteY17" fmla="*/ 93925 h 209475"/>
                <a:gd name="connsiteX18" fmla="*/ 72845 w 177640"/>
                <a:gd name="connsiteY18" fmla="*/ 60728 h 209475"/>
                <a:gd name="connsiteX19" fmla="*/ 86264 w 177640"/>
                <a:gd name="connsiteY19" fmla="*/ 37108 h 209475"/>
                <a:gd name="connsiteX20" fmla="*/ 93293 w 177640"/>
                <a:gd name="connsiteY20" fmla="*/ 12849 h 209475"/>
                <a:gd name="connsiteX21" fmla="*/ 100961 w 177640"/>
                <a:gd name="connsiteY21" fmla="*/ 17956 h 209475"/>
                <a:gd name="connsiteX22" fmla="*/ 90737 w 177640"/>
                <a:gd name="connsiteY22" fmla="*/ 84349 h 209475"/>
                <a:gd name="connsiteX23" fmla="*/ 90737 w 177640"/>
                <a:gd name="connsiteY23" fmla="*/ 84987 h 209475"/>
                <a:gd name="connsiteX24" fmla="*/ 90737 w 177640"/>
                <a:gd name="connsiteY24" fmla="*/ 86264 h 209475"/>
                <a:gd name="connsiteX25" fmla="*/ 90737 w 177640"/>
                <a:gd name="connsiteY25" fmla="*/ 86903 h 209475"/>
                <a:gd name="connsiteX26" fmla="*/ 90737 w 177640"/>
                <a:gd name="connsiteY26" fmla="*/ 86903 h 209475"/>
                <a:gd name="connsiteX27" fmla="*/ 90737 w 177640"/>
                <a:gd name="connsiteY27" fmla="*/ 87541 h 209475"/>
                <a:gd name="connsiteX28" fmla="*/ 90737 w 177640"/>
                <a:gd name="connsiteY28" fmla="*/ 88179 h 209475"/>
                <a:gd name="connsiteX29" fmla="*/ 91376 w 177640"/>
                <a:gd name="connsiteY29" fmla="*/ 97117 h 209475"/>
                <a:gd name="connsiteX30" fmla="*/ 64538 w 177640"/>
                <a:gd name="connsiteY30" fmla="*/ 137974 h 209475"/>
                <a:gd name="connsiteX31" fmla="*/ 61343 w 177640"/>
                <a:gd name="connsiteY31" fmla="*/ 146274 h 209475"/>
                <a:gd name="connsiteX32" fmla="*/ 67094 w 177640"/>
                <a:gd name="connsiteY32" fmla="*/ 150104 h 209475"/>
                <a:gd name="connsiteX33" fmla="*/ 69650 w 177640"/>
                <a:gd name="connsiteY33" fmla="*/ 149466 h 209475"/>
                <a:gd name="connsiteX34" fmla="*/ 104156 w 177640"/>
                <a:gd name="connsiteY34" fmla="*/ 97117 h 209475"/>
                <a:gd name="connsiteX35" fmla="*/ 104156 w 177640"/>
                <a:gd name="connsiteY35" fmla="*/ 93287 h 209475"/>
                <a:gd name="connsiteX36" fmla="*/ 109907 w 177640"/>
                <a:gd name="connsiteY36" fmla="*/ 93287 h 209475"/>
                <a:gd name="connsiteX37" fmla="*/ 107990 w 177640"/>
                <a:gd name="connsiteY37" fmla="*/ 101586 h 209475"/>
                <a:gd name="connsiteX38" fmla="*/ 111824 w 177640"/>
                <a:gd name="connsiteY38" fmla="*/ 113715 h 209475"/>
                <a:gd name="connsiteX39" fmla="*/ 103517 w 177640"/>
                <a:gd name="connsiteY39" fmla="*/ 130314 h 209475"/>
                <a:gd name="connsiteX40" fmla="*/ 108629 w 177640"/>
                <a:gd name="connsiteY40" fmla="*/ 143720 h 209475"/>
                <a:gd name="connsiteX41" fmla="*/ 107351 w 177640"/>
                <a:gd name="connsiteY41" fmla="*/ 144997 h 209475"/>
                <a:gd name="connsiteX42" fmla="*/ 100961 w 177640"/>
                <a:gd name="connsiteY42" fmla="*/ 159680 h 209475"/>
                <a:gd name="connsiteX43" fmla="*/ 107351 w 177640"/>
                <a:gd name="connsiteY43" fmla="*/ 174363 h 209475"/>
                <a:gd name="connsiteX44" fmla="*/ 101600 w 177640"/>
                <a:gd name="connsiteY44" fmla="*/ 188408 h 209475"/>
                <a:gd name="connsiteX45" fmla="*/ 103517 w 177640"/>
                <a:gd name="connsiteY45" fmla="*/ 196707 h 209475"/>
                <a:gd name="connsiteX46" fmla="*/ 76679 w 177640"/>
                <a:gd name="connsiteY46" fmla="*/ 196707 h 209475"/>
                <a:gd name="connsiteX47" fmla="*/ 46007 w 177640"/>
                <a:gd name="connsiteY47" fmla="*/ 184577 h 209475"/>
                <a:gd name="connsiteX48" fmla="*/ 30672 w 177640"/>
                <a:gd name="connsiteY48" fmla="*/ 178193 h 209475"/>
                <a:gd name="connsiteX49" fmla="*/ 6390 w 177640"/>
                <a:gd name="connsiteY49" fmla="*/ 178193 h 209475"/>
                <a:gd name="connsiteX50" fmla="*/ 0 w 177640"/>
                <a:gd name="connsiteY50" fmla="*/ 184577 h 209475"/>
                <a:gd name="connsiteX51" fmla="*/ 6390 w 177640"/>
                <a:gd name="connsiteY51" fmla="*/ 190961 h 209475"/>
                <a:gd name="connsiteX52" fmla="*/ 30672 w 177640"/>
                <a:gd name="connsiteY52" fmla="*/ 190961 h 209475"/>
                <a:gd name="connsiteX53" fmla="*/ 37062 w 177640"/>
                <a:gd name="connsiteY53" fmla="*/ 193515 h 209475"/>
                <a:gd name="connsiteX54" fmla="*/ 76679 w 177640"/>
                <a:gd name="connsiteY54" fmla="*/ 209475 h 209475"/>
                <a:gd name="connsiteX55" fmla="*/ 122048 w 177640"/>
                <a:gd name="connsiteY55" fmla="*/ 209475 h 209475"/>
                <a:gd name="connsiteX56" fmla="*/ 129076 w 177640"/>
                <a:gd name="connsiteY56" fmla="*/ 209475 h 209475"/>
                <a:gd name="connsiteX57" fmla="*/ 145051 w 177640"/>
                <a:gd name="connsiteY57" fmla="*/ 209475 h 209475"/>
                <a:gd name="connsiteX58" fmla="*/ 159748 w 177640"/>
                <a:gd name="connsiteY58" fmla="*/ 203091 h 209475"/>
                <a:gd name="connsiteX59" fmla="*/ 166138 w 177640"/>
                <a:gd name="connsiteY59" fmla="*/ 188408 h 209475"/>
                <a:gd name="connsiteX60" fmla="*/ 162943 w 177640"/>
                <a:gd name="connsiteY60" fmla="*/ 177555 h 209475"/>
                <a:gd name="connsiteX61" fmla="*/ 168055 w 177640"/>
                <a:gd name="connsiteY61" fmla="*/ 173725 h 209475"/>
                <a:gd name="connsiteX62" fmla="*/ 174445 w 177640"/>
                <a:gd name="connsiteY62" fmla="*/ 159042 h 209475"/>
                <a:gd name="connsiteX63" fmla="*/ 169972 w 177640"/>
                <a:gd name="connsiteY63" fmla="*/ 146912 h 209475"/>
                <a:gd name="connsiteX64" fmla="*/ 171889 w 177640"/>
                <a:gd name="connsiteY64" fmla="*/ 144997 h 209475"/>
                <a:gd name="connsiteX65" fmla="*/ 177640 w 177640"/>
                <a:gd name="connsiteY65" fmla="*/ 130314 h 209475"/>
                <a:gd name="connsiteX66" fmla="*/ 152719 w 177640"/>
                <a:gd name="connsiteY66" fmla="*/ 167979 h 209475"/>
                <a:gd name="connsiteX67" fmla="*/ 144412 w 177640"/>
                <a:gd name="connsiteY67" fmla="*/ 167979 h 209475"/>
                <a:gd name="connsiteX68" fmla="*/ 144412 w 177640"/>
                <a:gd name="connsiteY68" fmla="*/ 167979 h 209475"/>
                <a:gd name="connsiteX69" fmla="*/ 128438 w 177640"/>
                <a:gd name="connsiteY69" fmla="*/ 167979 h 209475"/>
                <a:gd name="connsiteX70" fmla="*/ 128438 w 177640"/>
                <a:gd name="connsiteY70" fmla="*/ 167979 h 209475"/>
                <a:gd name="connsiteX71" fmla="*/ 122048 w 177640"/>
                <a:gd name="connsiteY71" fmla="*/ 167979 h 209475"/>
                <a:gd name="connsiteX72" fmla="*/ 122048 w 177640"/>
                <a:gd name="connsiteY72" fmla="*/ 167979 h 209475"/>
                <a:gd name="connsiteX73" fmla="*/ 121409 w 177640"/>
                <a:gd name="connsiteY73" fmla="*/ 167979 h 209475"/>
                <a:gd name="connsiteX74" fmla="*/ 113102 w 177640"/>
                <a:gd name="connsiteY74" fmla="*/ 159680 h 209475"/>
                <a:gd name="connsiteX75" fmla="*/ 115658 w 177640"/>
                <a:gd name="connsiteY75" fmla="*/ 153934 h 209475"/>
                <a:gd name="connsiteX76" fmla="*/ 121409 w 177640"/>
                <a:gd name="connsiteY76" fmla="*/ 151381 h 209475"/>
                <a:gd name="connsiteX77" fmla="*/ 123965 w 177640"/>
                <a:gd name="connsiteY77" fmla="*/ 151381 h 209475"/>
                <a:gd name="connsiteX78" fmla="*/ 123965 w 177640"/>
                <a:gd name="connsiteY78" fmla="*/ 151381 h 209475"/>
                <a:gd name="connsiteX79" fmla="*/ 153358 w 177640"/>
                <a:gd name="connsiteY79" fmla="*/ 151381 h 209475"/>
                <a:gd name="connsiteX80" fmla="*/ 161026 w 177640"/>
                <a:gd name="connsiteY80" fmla="*/ 159680 h 209475"/>
                <a:gd name="connsiteX81" fmla="*/ 158470 w 177640"/>
                <a:gd name="connsiteY81" fmla="*/ 165426 h 209475"/>
                <a:gd name="connsiteX82" fmla="*/ 152719 w 177640"/>
                <a:gd name="connsiteY82" fmla="*/ 167979 h 209475"/>
                <a:gd name="connsiteX83" fmla="*/ 123965 w 177640"/>
                <a:gd name="connsiteY83" fmla="*/ 122653 h 209475"/>
                <a:gd name="connsiteX84" fmla="*/ 127160 w 177640"/>
                <a:gd name="connsiteY84" fmla="*/ 122653 h 209475"/>
                <a:gd name="connsiteX85" fmla="*/ 127799 w 177640"/>
                <a:gd name="connsiteY85" fmla="*/ 122653 h 209475"/>
                <a:gd name="connsiteX86" fmla="*/ 149524 w 177640"/>
                <a:gd name="connsiteY86" fmla="*/ 122653 h 209475"/>
                <a:gd name="connsiteX87" fmla="*/ 150164 w 177640"/>
                <a:gd name="connsiteY87" fmla="*/ 122653 h 209475"/>
                <a:gd name="connsiteX88" fmla="*/ 156553 w 177640"/>
                <a:gd name="connsiteY88" fmla="*/ 122653 h 209475"/>
                <a:gd name="connsiteX89" fmla="*/ 164221 w 177640"/>
                <a:gd name="connsiteY89" fmla="*/ 130952 h 209475"/>
                <a:gd name="connsiteX90" fmla="*/ 161665 w 177640"/>
                <a:gd name="connsiteY90" fmla="*/ 136698 h 209475"/>
                <a:gd name="connsiteX91" fmla="*/ 155914 w 177640"/>
                <a:gd name="connsiteY91" fmla="*/ 139251 h 209475"/>
                <a:gd name="connsiteX92" fmla="*/ 153997 w 177640"/>
                <a:gd name="connsiteY92" fmla="*/ 139251 h 209475"/>
                <a:gd name="connsiteX93" fmla="*/ 152719 w 177640"/>
                <a:gd name="connsiteY93" fmla="*/ 139251 h 209475"/>
                <a:gd name="connsiteX94" fmla="*/ 152719 w 177640"/>
                <a:gd name="connsiteY94" fmla="*/ 139251 h 209475"/>
                <a:gd name="connsiteX95" fmla="*/ 123965 w 177640"/>
                <a:gd name="connsiteY95" fmla="*/ 139251 h 209475"/>
                <a:gd name="connsiteX96" fmla="*/ 118214 w 177640"/>
                <a:gd name="connsiteY96" fmla="*/ 136698 h 209475"/>
                <a:gd name="connsiteX97" fmla="*/ 115658 w 177640"/>
                <a:gd name="connsiteY97" fmla="*/ 130952 h 209475"/>
                <a:gd name="connsiteX98" fmla="*/ 123965 w 177640"/>
                <a:gd name="connsiteY98" fmla="*/ 122653 h 209475"/>
                <a:gd name="connsiteX99" fmla="*/ 150164 w 177640"/>
                <a:gd name="connsiteY99" fmla="*/ 93287 h 209475"/>
                <a:gd name="connsiteX100" fmla="*/ 158470 w 177640"/>
                <a:gd name="connsiteY100" fmla="*/ 101586 h 209475"/>
                <a:gd name="connsiteX101" fmla="*/ 155914 w 177640"/>
                <a:gd name="connsiteY101" fmla="*/ 107331 h 209475"/>
                <a:gd name="connsiteX102" fmla="*/ 150164 w 177640"/>
                <a:gd name="connsiteY102" fmla="*/ 109885 h 209475"/>
                <a:gd name="connsiteX103" fmla="*/ 127160 w 177640"/>
                <a:gd name="connsiteY103" fmla="*/ 109885 h 209475"/>
                <a:gd name="connsiteX104" fmla="*/ 122048 w 177640"/>
                <a:gd name="connsiteY104" fmla="*/ 107331 h 209475"/>
                <a:gd name="connsiteX105" fmla="*/ 119492 w 177640"/>
                <a:gd name="connsiteY105" fmla="*/ 101586 h 209475"/>
                <a:gd name="connsiteX106" fmla="*/ 127799 w 177640"/>
                <a:gd name="connsiteY106" fmla="*/ 93287 h 209475"/>
                <a:gd name="connsiteX107" fmla="*/ 150164 w 177640"/>
                <a:gd name="connsiteY107" fmla="*/ 93287 h 209475"/>
                <a:gd name="connsiteX108" fmla="*/ 150164 w 177640"/>
                <a:gd name="connsiteY108" fmla="*/ 194153 h 209475"/>
                <a:gd name="connsiteX109" fmla="*/ 144412 w 177640"/>
                <a:gd name="connsiteY109" fmla="*/ 196707 h 209475"/>
                <a:gd name="connsiteX110" fmla="*/ 128438 w 177640"/>
                <a:gd name="connsiteY110" fmla="*/ 196707 h 209475"/>
                <a:gd name="connsiteX111" fmla="*/ 121409 w 177640"/>
                <a:gd name="connsiteY111" fmla="*/ 196707 h 209475"/>
                <a:gd name="connsiteX112" fmla="*/ 116297 w 177640"/>
                <a:gd name="connsiteY112" fmla="*/ 194153 h 209475"/>
                <a:gd name="connsiteX113" fmla="*/ 113741 w 177640"/>
                <a:gd name="connsiteY113" fmla="*/ 188408 h 209475"/>
                <a:gd name="connsiteX114" fmla="*/ 122048 w 177640"/>
                <a:gd name="connsiteY114" fmla="*/ 180109 h 209475"/>
                <a:gd name="connsiteX115" fmla="*/ 144412 w 177640"/>
                <a:gd name="connsiteY115" fmla="*/ 180109 h 209475"/>
                <a:gd name="connsiteX116" fmla="*/ 152719 w 177640"/>
                <a:gd name="connsiteY116" fmla="*/ 188408 h 209475"/>
                <a:gd name="connsiteX117" fmla="*/ 150164 w 177640"/>
                <a:gd name="connsiteY117" fmla="*/ 194153 h 209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77640" h="209475">
                  <a:moveTo>
                    <a:pt x="177640" y="130314"/>
                  </a:moveTo>
                  <a:cubicBezTo>
                    <a:pt x="177640" y="122653"/>
                    <a:pt x="173806" y="116269"/>
                    <a:pt x="168055" y="112439"/>
                  </a:cubicBezTo>
                  <a:cubicBezTo>
                    <a:pt x="169972" y="109247"/>
                    <a:pt x="171250" y="105416"/>
                    <a:pt x="171250" y="100947"/>
                  </a:cubicBezTo>
                  <a:cubicBezTo>
                    <a:pt x="171250" y="89456"/>
                    <a:pt x="161665" y="79880"/>
                    <a:pt x="150164" y="79880"/>
                  </a:cubicBezTo>
                  <a:lnTo>
                    <a:pt x="128438" y="79880"/>
                  </a:lnTo>
                  <a:lnTo>
                    <a:pt x="105434" y="79880"/>
                  </a:lnTo>
                  <a:cubicBezTo>
                    <a:pt x="116936" y="46684"/>
                    <a:pt x="118853" y="24340"/>
                    <a:pt x="111824" y="11572"/>
                  </a:cubicBezTo>
                  <a:cubicBezTo>
                    <a:pt x="107990" y="5188"/>
                    <a:pt x="102239" y="1357"/>
                    <a:pt x="93932" y="81"/>
                  </a:cubicBezTo>
                  <a:cubicBezTo>
                    <a:pt x="88181" y="-558"/>
                    <a:pt x="82430" y="2634"/>
                    <a:pt x="81152" y="8380"/>
                  </a:cubicBezTo>
                  <a:lnTo>
                    <a:pt x="74123" y="33916"/>
                  </a:lnTo>
                  <a:cubicBezTo>
                    <a:pt x="72206" y="40300"/>
                    <a:pt x="68372" y="46684"/>
                    <a:pt x="63899" y="51791"/>
                  </a:cubicBezTo>
                  <a:cubicBezTo>
                    <a:pt x="57509" y="58175"/>
                    <a:pt x="44730" y="72220"/>
                    <a:pt x="35783" y="87541"/>
                  </a:cubicBezTo>
                  <a:cubicBezTo>
                    <a:pt x="33867" y="90733"/>
                    <a:pt x="30672" y="92648"/>
                    <a:pt x="27477" y="92648"/>
                  </a:cubicBezTo>
                  <a:lnTo>
                    <a:pt x="7029" y="92648"/>
                  </a:lnTo>
                  <a:cubicBezTo>
                    <a:pt x="3195" y="92648"/>
                    <a:pt x="639" y="95202"/>
                    <a:pt x="639" y="99032"/>
                  </a:cubicBezTo>
                  <a:cubicBezTo>
                    <a:pt x="639" y="102863"/>
                    <a:pt x="3195" y="105416"/>
                    <a:pt x="7029" y="105416"/>
                  </a:cubicBezTo>
                  <a:lnTo>
                    <a:pt x="27477" y="105416"/>
                  </a:lnTo>
                  <a:cubicBezTo>
                    <a:pt x="35145" y="105416"/>
                    <a:pt x="42812" y="100947"/>
                    <a:pt x="46646" y="93925"/>
                  </a:cubicBezTo>
                  <a:cubicBezTo>
                    <a:pt x="54953" y="79242"/>
                    <a:pt x="66455" y="67112"/>
                    <a:pt x="72845" y="60728"/>
                  </a:cubicBezTo>
                  <a:cubicBezTo>
                    <a:pt x="79235" y="54344"/>
                    <a:pt x="84347" y="46045"/>
                    <a:pt x="86264" y="37108"/>
                  </a:cubicBezTo>
                  <a:lnTo>
                    <a:pt x="93293" y="12849"/>
                  </a:lnTo>
                  <a:cubicBezTo>
                    <a:pt x="96488" y="13487"/>
                    <a:pt x="99044" y="15402"/>
                    <a:pt x="100961" y="17956"/>
                  </a:cubicBezTo>
                  <a:cubicBezTo>
                    <a:pt x="104156" y="23701"/>
                    <a:pt x="107351" y="40300"/>
                    <a:pt x="90737" y="84349"/>
                  </a:cubicBezTo>
                  <a:cubicBezTo>
                    <a:pt x="90737" y="84349"/>
                    <a:pt x="90737" y="84987"/>
                    <a:pt x="90737" y="84987"/>
                  </a:cubicBezTo>
                  <a:cubicBezTo>
                    <a:pt x="90737" y="85626"/>
                    <a:pt x="90737" y="85626"/>
                    <a:pt x="90737" y="86264"/>
                  </a:cubicBezTo>
                  <a:cubicBezTo>
                    <a:pt x="90737" y="86264"/>
                    <a:pt x="90737" y="86903"/>
                    <a:pt x="90737" y="86903"/>
                  </a:cubicBezTo>
                  <a:cubicBezTo>
                    <a:pt x="90737" y="86903"/>
                    <a:pt x="90737" y="86903"/>
                    <a:pt x="90737" y="86903"/>
                  </a:cubicBezTo>
                  <a:cubicBezTo>
                    <a:pt x="90737" y="86903"/>
                    <a:pt x="90737" y="87541"/>
                    <a:pt x="90737" y="87541"/>
                  </a:cubicBezTo>
                  <a:cubicBezTo>
                    <a:pt x="90737" y="87541"/>
                    <a:pt x="90737" y="88179"/>
                    <a:pt x="90737" y="88179"/>
                  </a:cubicBezTo>
                  <a:cubicBezTo>
                    <a:pt x="91376" y="91371"/>
                    <a:pt x="91376" y="93925"/>
                    <a:pt x="91376" y="97117"/>
                  </a:cubicBezTo>
                  <a:cubicBezTo>
                    <a:pt x="91376" y="114992"/>
                    <a:pt x="80513" y="130952"/>
                    <a:pt x="64538" y="137974"/>
                  </a:cubicBezTo>
                  <a:cubicBezTo>
                    <a:pt x="61343" y="139251"/>
                    <a:pt x="60065" y="143082"/>
                    <a:pt x="61343" y="146274"/>
                  </a:cubicBezTo>
                  <a:cubicBezTo>
                    <a:pt x="62621" y="148827"/>
                    <a:pt x="64538" y="150104"/>
                    <a:pt x="67094" y="150104"/>
                  </a:cubicBezTo>
                  <a:cubicBezTo>
                    <a:pt x="67733" y="150104"/>
                    <a:pt x="69011" y="150104"/>
                    <a:pt x="69650" y="149466"/>
                  </a:cubicBezTo>
                  <a:cubicBezTo>
                    <a:pt x="90737" y="140528"/>
                    <a:pt x="104156" y="120099"/>
                    <a:pt x="104156" y="97117"/>
                  </a:cubicBezTo>
                  <a:cubicBezTo>
                    <a:pt x="104156" y="95840"/>
                    <a:pt x="104156" y="94563"/>
                    <a:pt x="104156" y="93287"/>
                  </a:cubicBezTo>
                  <a:lnTo>
                    <a:pt x="109907" y="93287"/>
                  </a:lnTo>
                  <a:cubicBezTo>
                    <a:pt x="108629" y="95840"/>
                    <a:pt x="107990" y="98394"/>
                    <a:pt x="107990" y="101586"/>
                  </a:cubicBezTo>
                  <a:cubicBezTo>
                    <a:pt x="107990" y="106055"/>
                    <a:pt x="109268" y="110523"/>
                    <a:pt x="111824" y="113715"/>
                  </a:cubicBezTo>
                  <a:cubicBezTo>
                    <a:pt x="106712" y="117546"/>
                    <a:pt x="103517" y="123291"/>
                    <a:pt x="103517" y="130314"/>
                  </a:cubicBezTo>
                  <a:cubicBezTo>
                    <a:pt x="103517" y="135421"/>
                    <a:pt x="105434" y="139890"/>
                    <a:pt x="108629" y="143720"/>
                  </a:cubicBezTo>
                  <a:cubicBezTo>
                    <a:pt x="107990" y="144358"/>
                    <a:pt x="107990" y="144358"/>
                    <a:pt x="107351" y="144997"/>
                  </a:cubicBezTo>
                  <a:cubicBezTo>
                    <a:pt x="103517" y="148827"/>
                    <a:pt x="100961" y="153934"/>
                    <a:pt x="100961" y="159680"/>
                  </a:cubicBezTo>
                  <a:cubicBezTo>
                    <a:pt x="100961" y="165426"/>
                    <a:pt x="103517" y="170533"/>
                    <a:pt x="107351" y="174363"/>
                  </a:cubicBezTo>
                  <a:cubicBezTo>
                    <a:pt x="104156" y="178193"/>
                    <a:pt x="101600" y="183301"/>
                    <a:pt x="101600" y="188408"/>
                  </a:cubicBezTo>
                  <a:cubicBezTo>
                    <a:pt x="101600" y="190961"/>
                    <a:pt x="102239" y="194153"/>
                    <a:pt x="103517" y="196707"/>
                  </a:cubicBezTo>
                  <a:lnTo>
                    <a:pt x="76679" y="196707"/>
                  </a:lnTo>
                  <a:cubicBezTo>
                    <a:pt x="65177" y="196707"/>
                    <a:pt x="54314" y="192238"/>
                    <a:pt x="46007" y="184577"/>
                  </a:cubicBezTo>
                  <a:cubicBezTo>
                    <a:pt x="41535" y="180747"/>
                    <a:pt x="36422" y="178193"/>
                    <a:pt x="30672" y="178193"/>
                  </a:cubicBezTo>
                  <a:lnTo>
                    <a:pt x="6390" y="178193"/>
                  </a:lnTo>
                  <a:cubicBezTo>
                    <a:pt x="2556" y="178193"/>
                    <a:pt x="0" y="180747"/>
                    <a:pt x="0" y="184577"/>
                  </a:cubicBezTo>
                  <a:cubicBezTo>
                    <a:pt x="0" y="188408"/>
                    <a:pt x="2556" y="190961"/>
                    <a:pt x="6390" y="190961"/>
                  </a:cubicBezTo>
                  <a:lnTo>
                    <a:pt x="30672" y="190961"/>
                  </a:lnTo>
                  <a:cubicBezTo>
                    <a:pt x="33227" y="190961"/>
                    <a:pt x="35145" y="192238"/>
                    <a:pt x="37062" y="193515"/>
                  </a:cubicBezTo>
                  <a:cubicBezTo>
                    <a:pt x="47925" y="203729"/>
                    <a:pt x="61982" y="209475"/>
                    <a:pt x="76679" y="209475"/>
                  </a:cubicBezTo>
                  <a:lnTo>
                    <a:pt x="122048" y="209475"/>
                  </a:lnTo>
                  <a:lnTo>
                    <a:pt x="129076" y="209475"/>
                  </a:lnTo>
                  <a:lnTo>
                    <a:pt x="145051" y="209475"/>
                  </a:lnTo>
                  <a:cubicBezTo>
                    <a:pt x="150802" y="209475"/>
                    <a:pt x="155914" y="207560"/>
                    <a:pt x="159748" y="203091"/>
                  </a:cubicBezTo>
                  <a:cubicBezTo>
                    <a:pt x="163582" y="199261"/>
                    <a:pt x="166138" y="194153"/>
                    <a:pt x="166138" y="188408"/>
                  </a:cubicBezTo>
                  <a:cubicBezTo>
                    <a:pt x="166138" y="184577"/>
                    <a:pt x="164860" y="180747"/>
                    <a:pt x="162943" y="177555"/>
                  </a:cubicBezTo>
                  <a:cubicBezTo>
                    <a:pt x="164860" y="176278"/>
                    <a:pt x="166777" y="175640"/>
                    <a:pt x="168055" y="173725"/>
                  </a:cubicBezTo>
                  <a:cubicBezTo>
                    <a:pt x="171889" y="169894"/>
                    <a:pt x="174445" y="164787"/>
                    <a:pt x="174445" y="159042"/>
                  </a:cubicBezTo>
                  <a:cubicBezTo>
                    <a:pt x="174445" y="154573"/>
                    <a:pt x="172528" y="150104"/>
                    <a:pt x="169972" y="146912"/>
                  </a:cubicBezTo>
                  <a:cubicBezTo>
                    <a:pt x="170611" y="146274"/>
                    <a:pt x="171250" y="145635"/>
                    <a:pt x="171889" y="144997"/>
                  </a:cubicBezTo>
                  <a:cubicBezTo>
                    <a:pt x="175084" y="141166"/>
                    <a:pt x="177640" y="136059"/>
                    <a:pt x="177640" y="130314"/>
                  </a:cubicBezTo>
                  <a:close/>
                  <a:moveTo>
                    <a:pt x="152719" y="167979"/>
                  </a:moveTo>
                  <a:lnTo>
                    <a:pt x="144412" y="167979"/>
                  </a:lnTo>
                  <a:cubicBezTo>
                    <a:pt x="144412" y="167979"/>
                    <a:pt x="144412" y="167979"/>
                    <a:pt x="144412" y="167979"/>
                  </a:cubicBezTo>
                  <a:lnTo>
                    <a:pt x="128438" y="167979"/>
                  </a:lnTo>
                  <a:cubicBezTo>
                    <a:pt x="128438" y="167979"/>
                    <a:pt x="128438" y="167979"/>
                    <a:pt x="128438" y="167979"/>
                  </a:cubicBezTo>
                  <a:lnTo>
                    <a:pt x="122048" y="167979"/>
                  </a:lnTo>
                  <a:cubicBezTo>
                    <a:pt x="122048" y="167979"/>
                    <a:pt x="122048" y="167979"/>
                    <a:pt x="122048" y="167979"/>
                  </a:cubicBezTo>
                  <a:lnTo>
                    <a:pt x="121409" y="167979"/>
                  </a:lnTo>
                  <a:cubicBezTo>
                    <a:pt x="116936" y="167979"/>
                    <a:pt x="113102" y="164149"/>
                    <a:pt x="113102" y="159680"/>
                  </a:cubicBezTo>
                  <a:cubicBezTo>
                    <a:pt x="113102" y="157765"/>
                    <a:pt x="113741" y="155211"/>
                    <a:pt x="115658" y="153934"/>
                  </a:cubicBezTo>
                  <a:cubicBezTo>
                    <a:pt x="116936" y="152658"/>
                    <a:pt x="119492" y="151381"/>
                    <a:pt x="121409" y="151381"/>
                  </a:cubicBezTo>
                  <a:lnTo>
                    <a:pt x="123965" y="151381"/>
                  </a:lnTo>
                  <a:cubicBezTo>
                    <a:pt x="123965" y="151381"/>
                    <a:pt x="123965" y="151381"/>
                    <a:pt x="123965" y="151381"/>
                  </a:cubicBezTo>
                  <a:lnTo>
                    <a:pt x="153358" y="151381"/>
                  </a:lnTo>
                  <a:cubicBezTo>
                    <a:pt x="157831" y="152019"/>
                    <a:pt x="161026" y="155211"/>
                    <a:pt x="161026" y="159680"/>
                  </a:cubicBezTo>
                  <a:cubicBezTo>
                    <a:pt x="161026" y="161595"/>
                    <a:pt x="160387" y="164149"/>
                    <a:pt x="158470" y="165426"/>
                  </a:cubicBezTo>
                  <a:cubicBezTo>
                    <a:pt x="156553" y="166702"/>
                    <a:pt x="154636" y="167979"/>
                    <a:pt x="152719" y="167979"/>
                  </a:cubicBezTo>
                  <a:close/>
                  <a:moveTo>
                    <a:pt x="123965" y="122653"/>
                  </a:moveTo>
                  <a:lnTo>
                    <a:pt x="127160" y="122653"/>
                  </a:lnTo>
                  <a:cubicBezTo>
                    <a:pt x="127160" y="122653"/>
                    <a:pt x="127799" y="122653"/>
                    <a:pt x="127799" y="122653"/>
                  </a:cubicBezTo>
                  <a:lnTo>
                    <a:pt x="149524" y="122653"/>
                  </a:lnTo>
                  <a:cubicBezTo>
                    <a:pt x="149524" y="122653"/>
                    <a:pt x="150164" y="122653"/>
                    <a:pt x="150164" y="122653"/>
                  </a:cubicBezTo>
                  <a:lnTo>
                    <a:pt x="156553" y="122653"/>
                  </a:lnTo>
                  <a:cubicBezTo>
                    <a:pt x="161026" y="122653"/>
                    <a:pt x="164221" y="126483"/>
                    <a:pt x="164221" y="130952"/>
                  </a:cubicBezTo>
                  <a:cubicBezTo>
                    <a:pt x="164221" y="132867"/>
                    <a:pt x="163582" y="135421"/>
                    <a:pt x="161665" y="136698"/>
                  </a:cubicBezTo>
                  <a:cubicBezTo>
                    <a:pt x="160387" y="137974"/>
                    <a:pt x="157831" y="139251"/>
                    <a:pt x="155914" y="139251"/>
                  </a:cubicBezTo>
                  <a:lnTo>
                    <a:pt x="153997" y="139251"/>
                  </a:lnTo>
                  <a:cubicBezTo>
                    <a:pt x="153358" y="139251"/>
                    <a:pt x="153358" y="139251"/>
                    <a:pt x="152719" y="139251"/>
                  </a:cubicBezTo>
                  <a:cubicBezTo>
                    <a:pt x="152719" y="139251"/>
                    <a:pt x="152719" y="139251"/>
                    <a:pt x="152719" y="139251"/>
                  </a:cubicBezTo>
                  <a:lnTo>
                    <a:pt x="123965" y="139251"/>
                  </a:lnTo>
                  <a:cubicBezTo>
                    <a:pt x="122048" y="139251"/>
                    <a:pt x="119492" y="138613"/>
                    <a:pt x="118214" y="136698"/>
                  </a:cubicBezTo>
                  <a:cubicBezTo>
                    <a:pt x="116936" y="135421"/>
                    <a:pt x="115658" y="132867"/>
                    <a:pt x="115658" y="130952"/>
                  </a:cubicBezTo>
                  <a:cubicBezTo>
                    <a:pt x="115658" y="125845"/>
                    <a:pt x="119492" y="122653"/>
                    <a:pt x="123965" y="122653"/>
                  </a:cubicBezTo>
                  <a:close/>
                  <a:moveTo>
                    <a:pt x="150164" y="93287"/>
                  </a:moveTo>
                  <a:cubicBezTo>
                    <a:pt x="154636" y="93287"/>
                    <a:pt x="158470" y="97117"/>
                    <a:pt x="158470" y="101586"/>
                  </a:cubicBezTo>
                  <a:cubicBezTo>
                    <a:pt x="158470" y="103501"/>
                    <a:pt x="157831" y="106055"/>
                    <a:pt x="155914" y="107331"/>
                  </a:cubicBezTo>
                  <a:cubicBezTo>
                    <a:pt x="154636" y="108608"/>
                    <a:pt x="152719" y="109247"/>
                    <a:pt x="150164" y="109885"/>
                  </a:cubicBezTo>
                  <a:lnTo>
                    <a:pt x="127160" y="109885"/>
                  </a:lnTo>
                  <a:cubicBezTo>
                    <a:pt x="125243" y="109885"/>
                    <a:pt x="123326" y="108608"/>
                    <a:pt x="122048" y="107331"/>
                  </a:cubicBezTo>
                  <a:cubicBezTo>
                    <a:pt x="120770" y="106055"/>
                    <a:pt x="119492" y="103501"/>
                    <a:pt x="119492" y="101586"/>
                  </a:cubicBezTo>
                  <a:cubicBezTo>
                    <a:pt x="119492" y="97117"/>
                    <a:pt x="123326" y="93287"/>
                    <a:pt x="127799" y="93287"/>
                  </a:cubicBezTo>
                  <a:lnTo>
                    <a:pt x="150164" y="93287"/>
                  </a:lnTo>
                  <a:close/>
                  <a:moveTo>
                    <a:pt x="150164" y="194153"/>
                  </a:moveTo>
                  <a:cubicBezTo>
                    <a:pt x="148885" y="195430"/>
                    <a:pt x="146329" y="196707"/>
                    <a:pt x="144412" y="196707"/>
                  </a:cubicBezTo>
                  <a:lnTo>
                    <a:pt x="128438" y="196707"/>
                  </a:lnTo>
                  <a:lnTo>
                    <a:pt x="121409" y="196707"/>
                  </a:lnTo>
                  <a:cubicBezTo>
                    <a:pt x="119492" y="196707"/>
                    <a:pt x="117575" y="195430"/>
                    <a:pt x="116297" y="194153"/>
                  </a:cubicBezTo>
                  <a:cubicBezTo>
                    <a:pt x="115019" y="192877"/>
                    <a:pt x="113741" y="190323"/>
                    <a:pt x="113741" y="188408"/>
                  </a:cubicBezTo>
                  <a:cubicBezTo>
                    <a:pt x="113741" y="183939"/>
                    <a:pt x="117575" y="180109"/>
                    <a:pt x="122048" y="180109"/>
                  </a:cubicBezTo>
                  <a:lnTo>
                    <a:pt x="144412" y="180109"/>
                  </a:lnTo>
                  <a:cubicBezTo>
                    <a:pt x="148885" y="180109"/>
                    <a:pt x="152719" y="183939"/>
                    <a:pt x="152719" y="188408"/>
                  </a:cubicBezTo>
                  <a:cubicBezTo>
                    <a:pt x="152080" y="190961"/>
                    <a:pt x="151441" y="192877"/>
                    <a:pt x="150164" y="194153"/>
                  </a:cubicBezTo>
                  <a:close/>
                </a:path>
              </a:pathLst>
            </a:custGeom>
            <a:solidFill>
              <a:srgbClr val="0076A8"/>
            </a:solidFill>
            <a:ln w="6390" cap="flat">
              <a:noFill/>
              <a:prstDash val="solid"/>
              <a:miter/>
            </a:ln>
          </p:spPr>
          <p:txBody>
            <a:bodyPr rtlCol="0" anchor="ctr"/>
            <a:lstStyle/>
            <a:p>
              <a:endParaRPr lang="en-US"/>
            </a:p>
          </p:txBody>
        </p:sp>
      </p:grpSp>
      <p:grpSp>
        <p:nvGrpSpPr>
          <p:cNvPr id="52" name="Graphic 4">
            <a:extLst>
              <a:ext uri="{FF2B5EF4-FFF2-40B4-BE49-F238E27FC236}">
                <a16:creationId xmlns:a16="http://schemas.microsoft.com/office/drawing/2014/main" id="{757A3335-225D-3948-B15A-9A85A1D43924}"/>
              </a:ext>
            </a:extLst>
          </p:cNvPr>
          <p:cNvGrpSpPr>
            <a:grpSpLocks noChangeAspect="1"/>
          </p:cNvGrpSpPr>
          <p:nvPr/>
        </p:nvGrpSpPr>
        <p:grpSpPr>
          <a:xfrm>
            <a:off x="5708769" y="1402085"/>
            <a:ext cx="361670" cy="361333"/>
            <a:chOff x="5708769" y="1402085"/>
            <a:chExt cx="361670" cy="361333"/>
          </a:xfrm>
          <a:solidFill>
            <a:srgbClr val="0076A8"/>
          </a:solidFill>
        </p:grpSpPr>
        <p:sp>
          <p:nvSpPr>
            <p:cNvPr id="53" name="Graphic 4">
              <a:extLst>
                <a:ext uri="{FF2B5EF4-FFF2-40B4-BE49-F238E27FC236}">
                  <a16:creationId xmlns:a16="http://schemas.microsoft.com/office/drawing/2014/main" id="{748F582C-D3FB-694C-BE76-7DA795F37FDC}"/>
                </a:ext>
              </a:extLst>
            </p:cNvPr>
            <p:cNvSpPr/>
            <p:nvPr/>
          </p:nvSpPr>
          <p:spPr>
            <a:xfrm>
              <a:off x="5708769"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76A8"/>
            </a:solidFill>
            <a:ln w="6390" cap="flat">
              <a:noFill/>
              <a:prstDash val="solid"/>
              <a:miter/>
            </a:ln>
          </p:spPr>
          <p:txBody>
            <a:bodyPr rtlCol="0" anchor="ctr"/>
            <a:lstStyle/>
            <a:p>
              <a:endParaRPr lang="en-US"/>
            </a:p>
          </p:txBody>
        </p:sp>
        <p:sp>
          <p:nvSpPr>
            <p:cNvPr id="54" name="Graphic 4">
              <a:extLst>
                <a:ext uri="{FF2B5EF4-FFF2-40B4-BE49-F238E27FC236}">
                  <a16:creationId xmlns:a16="http://schemas.microsoft.com/office/drawing/2014/main" id="{EF43A83E-D049-5B40-AA3F-2BA123AB1AFF}"/>
                </a:ext>
              </a:extLst>
            </p:cNvPr>
            <p:cNvSpPr/>
            <p:nvPr/>
          </p:nvSpPr>
          <p:spPr>
            <a:xfrm>
              <a:off x="5810369" y="1463371"/>
              <a:ext cx="160387" cy="240037"/>
            </a:xfrm>
            <a:custGeom>
              <a:avLst/>
              <a:gdLst>
                <a:gd name="connsiteX0" fmla="*/ 153358 w 160387"/>
                <a:gd name="connsiteY0" fmla="*/ 45326 h 240037"/>
                <a:gd name="connsiteX1" fmla="*/ 138662 w 160387"/>
                <a:gd name="connsiteY1" fmla="*/ 38942 h 240037"/>
                <a:gd name="connsiteX2" fmla="*/ 130355 w 160387"/>
                <a:gd name="connsiteY2" fmla="*/ 40857 h 240037"/>
                <a:gd name="connsiteX3" fmla="*/ 130355 w 160387"/>
                <a:gd name="connsiteY3" fmla="*/ 31281 h 240037"/>
                <a:gd name="connsiteX4" fmla="*/ 123965 w 160387"/>
                <a:gd name="connsiteY4" fmla="*/ 16598 h 240037"/>
                <a:gd name="connsiteX5" fmla="*/ 109268 w 160387"/>
                <a:gd name="connsiteY5" fmla="*/ 10214 h 240037"/>
                <a:gd name="connsiteX6" fmla="*/ 99044 w 160387"/>
                <a:gd name="connsiteY6" fmla="*/ 12768 h 240037"/>
                <a:gd name="connsiteX7" fmla="*/ 94571 w 160387"/>
                <a:gd name="connsiteY7" fmla="*/ 6384 h 240037"/>
                <a:gd name="connsiteX8" fmla="*/ 79874 w 160387"/>
                <a:gd name="connsiteY8" fmla="*/ 0 h 240037"/>
                <a:gd name="connsiteX9" fmla="*/ 58788 w 160387"/>
                <a:gd name="connsiteY9" fmla="*/ 18514 h 240037"/>
                <a:gd name="connsiteX10" fmla="*/ 49841 w 160387"/>
                <a:gd name="connsiteY10" fmla="*/ 16598 h 240037"/>
                <a:gd name="connsiteX11" fmla="*/ 28755 w 160387"/>
                <a:gd name="connsiteY11" fmla="*/ 37665 h 240037"/>
                <a:gd name="connsiteX12" fmla="*/ 28755 w 160387"/>
                <a:gd name="connsiteY12" fmla="*/ 70862 h 240037"/>
                <a:gd name="connsiteX13" fmla="*/ 27477 w 160387"/>
                <a:gd name="connsiteY13" fmla="*/ 70224 h 240037"/>
                <a:gd name="connsiteX14" fmla="*/ 17253 w 160387"/>
                <a:gd name="connsiteY14" fmla="*/ 67670 h 240037"/>
                <a:gd name="connsiteX15" fmla="*/ 16614 w 160387"/>
                <a:gd name="connsiteY15" fmla="*/ 67670 h 240037"/>
                <a:gd name="connsiteX16" fmla="*/ 7029 w 160387"/>
                <a:gd name="connsiteY16" fmla="*/ 68947 h 240037"/>
                <a:gd name="connsiteX17" fmla="*/ 0 w 160387"/>
                <a:gd name="connsiteY17" fmla="*/ 78523 h 240037"/>
                <a:gd name="connsiteX18" fmla="*/ 0 w 160387"/>
                <a:gd name="connsiteY18" fmla="*/ 155769 h 240037"/>
                <a:gd name="connsiteX19" fmla="*/ 0 w 160387"/>
                <a:gd name="connsiteY19" fmla="*/ 155769 h 240037"/>
                <a:gd name="connsiteX20" fmla="*/ 0 w 160387"/>
                <a:gd name="connsiteY20" fmla="*/ 155769 h 240037"/>
                <a:gd name="connsiteX21" fmla="*/ 0 w 160387"/>
                <a:gd name="connsiteY21" fmla="*/ 157684 h 240037"/>
                <a:gd name="connsiteX22" fmla="*/ 25560 w 160387"/>
                <a:gd name="connsiteY22" fmla="*/ 203649 h 240037"/>
                <a:gd name="connsiteX23" fmla="*/ 30033 w 160387"/>
                <a:gd name="connsiteY23" fmla="*/ 211310 h 240037"/>
                <a:gd name="connsiteX24" fmla="*/ 30033 w 160387"/>
                <a:gd name="connsiteY24" fmla="*/ 233654 h 240037"/>
                <a:gd name="connsiteX25" fmla="*/ 36423 w 160387"/>
                <a:gd name="connsiteY25" fmla="*/ 240038 h 240037"/>
                <a:gd name="connsiteX26" fmla="*/ 42813 w 160387"/>
                <a:gd name="connsiteY26" fmla="*/ 233654 h 240037"/>
                <a:gd name="connsiteX27" fmla="*/ 42813 w 160387"/>
                <a:gd name="connsiteY27" fmla="*/ 211310 h 240037"/>
                <a:gd name="connsiteX28" fmla="*/ 33228 w 160387"/>
                <a:gd name="connsiteY28" fmla="*/ 192796 h 240037"/>
                <a:gd name="connsiteX29" fmla="*/ 13419 w 160387"/>
                <a:gd name="connsiteY29" fmla="*/ 157046 h 240037"/>
                <a:gd name="connsiteX30" fmla="*/ 13419 w 160387"/>
                <a:gd name="connsiteY30" fmla="*/ 155769 h 240037"/>
                <a:gd name="connsiteX31" fmla="*/ 13419 w 160387"/>
                <a:gd name="connsiteY31" fmla="*/ 155769 h 240037"/>
                <a:gd name="connsiteX32" fmla="*/ 13419 w 160387"/>
                <a:gd name="connsiteY32" fmla="*/ 155769 h 240037"/>
                <a:gd name="connsiteX33" fmla="*/ 13419 w 160387"/>
                <a:gd name="connsiteY33" fmla="*/ 80438 h 240037"/>
                <a:gd name="connsiteX34" fmla="*/ 17253 w 160387"/>
                <a:gd name="connsiteY34" fmla="*/ 80438 h 240037"/>
                <a:gd name="connsiteX35" fmla="*/ 17892 w 160387"/>
                <a:gd name="connsiteY35" fmla="*/ 80438 h 240037"/>
                <a:gd name="connsiteX36" fmla="*/ 23004 w 160387"/>
                <a:gd name="connsiteY36" fmla="*/ 81715 h 240037"/>
                <a:gd name="connsiteX37" fmla="*/ 25560 w 160387"/>
                <a:gd name="connsiteY37" fmla="*/ 82992 h 240037"/>
                <a:gd name="connsiteX38" fmla="*/ 30033 w 160387"/>
                <a:gd name="connsiteY38" fmla="*/ 91929 h 240037"/>
                <a:gd name="connsiteX39" fmla="*/ 30033 w 160387"/>
                <a:gd name="connsiteY39" fmla="*/ 94483 h 240037"/>
                <a:gd name="connsiteX40" fmla="*/ 30033 w 160387"/>
                <a:gd name="connsiteY40" fmla="*/ 94483 h 240037"/>
                <a:gd name="connsiteX41" fmla="*/ 30033 w 160387"/>
                <a:gd name="connsiteY41" fmla="*/ 138532 h 240037"/>
                <a:gd name="connsiteX42" fmla="*/ 30033 w 160387"/>
                <a:gd name="connsiteY42" fmla="*/ 138532 h 240037"/>
                <a:gd name="connsiteX43" fmla="*/ 30033 w 160387"/>
                <a:gd name="connsiteY43" fmla="*/ 139171 h 240037"/>
                <a:gd name="connsiteX44" fmla="*/ 30033 w 160387"/>
                <a:gd name="connsiteY44" fmla="*/ 139809 h 240037"/>
                <a:gd name="connsiteX45" fmla="*/ 30672 w 160387"/>
                <a:gd name="connsiteY45" fmla="*/ 141086 h 240037"/>
                <a:gd name="connsiteX46" fmla="*/ 31311 w 160387"/>
                <a:gd name="connsiteY46" fmla="*/ 141724 h 240037"/>
                <a:gd name="connsiteX47" fmla="*/ 31950 w 160387"/>
                <a:gd name="connsiteY47" fmla="*/ 143001 h 240037"/>
                <a:gd name="connsiteX48" fmla="*/ 32589 w 160387"/>
                <a:gd name="connsiteY48" fmla="*/ 143640 h 240037"/>
                <a:gd name="connsiteX49" fmla="*/ 33867 w 160387"/>
                <a:gd name="connsiteY49" fmla="*/ 144278 h 240037"/>
                <a:gd name="connsiteX50" fmla="*/ 35145 w 160387"/>
                <a:gd name="connsiteY50" fmla="*/ 144278 h 240037"/>
                <a:gd name="connsiteX51" fmla="*/ 36423 w 160387"/>
                <a:gd name="connsiteY51" fmla="*/ 144278 h 240037"/>
                <a:gd name="connsiteX52" fmla="*/ 37062 w 160387"/>
                <a:gd name="connsiteY52" fmla="*/ 144278 h 240037"/>
                <a:gd name="connsiteX53" fmla="*/ 37701 w 160387"/>
                <a:gd name="connsiteY53" fmla="*/ 144278 h 240037"/>
                <a:gd name="connsiteX54" fmla="*/ 42813 w 160387"/>
                <a:gd name="connsiteY54" fmla="*/ 144278 h 240037"/>
                <a:gd name="connsiteX55" fmla="*/ 81791 w 160387"/>
                <a:gd name="connsiteY55" fmla="*/ 162153 h 240037"/>
                <a:gd name="connsiteX56" fmla="*/ 86903 w 160387"/>
                <a:gd name="connsiteY56" fmla="*/ 164068 h 240037"/>
                <a:gd name="connsiteX57" fmla="*/ 91376 w 160387"/>
                <a:gd name="connsiteY57" fmla="*/ 162792 h 240037"/>
                <a:gd name="connsiteX58" fmla="*/ 92015 w 160387"/>
                <a:gd name="connsiteY58" fmla="*/ 153854 h 240037"/>
                <a:gd name="connsiteX59" fmla="*/ 43451 w 160387"/>
                <a:gd name="connsiteY59" fmla="*/ 131510 h 240037"/>
                <a:gd name="connsiteX60" fmla="*/ 43451 w 160387"/>
                <a:gd name="connsiteY60" fmla="*/ 91929 h 240037"/>
                <a:gd name="connsiteX61" fmla="*/ 43451 w 160387"/>
                <a:gd name="connsiteY61" fmla="*/ 91291 h 240037"/>
                <a:gd name="connsiteX62" fmla="*/ 43451 w 160387"/>
                <a:gd name="connsiteY62" fmla="*/ 37027 h 240037"/>
                <a:gd name="connsiteX63" fmla="*/ 51759 w 160387"/>
                <a:gd name="connsiteY63" fmla="*/ 28728 h 240037"/>
                <a:gd name="connsiteX64" fmla="*/ 57509 w 160387"/>
                <a:gd name="connsiteY64" fmla="*/ 31281 h 240037"/>
                <a:gd name="connsiteX65" fmla="*/ 60066 w 160387"/>
                <a:gd name="connsiteY65" fmla="*/ 37027 h 240037"/>
                <a:gd name="connsiteX66" fmla="*/ 60066 w 160387"/>
                <a:gd name="connsiteY66" fmla="*/ 105974 h 240037"/>
                <a:gd name="connsiteX67" fmla="*/ 66456 w 160387"/>
                <a:gd name="connsiteY67" fmla="*/ 112358 h 240037"/>
                <a:gd name="connsiteX68" fmla="*/ 72845 w 160387"/>
                <a:gd name="connsiteY68" fmla="*/ 105974 h 240037"/>
                <a:gd name="connsiteX69" fmla="*/ 72845 w 160387"/>
                <a:gd name="connsiteY69" fmla="*/ 37027 h 240037"/>
                <a:gd name="connsiteX70" fmla="*/ 72845 w 160387"/>
                <a:gd name="connsiteY70" fmla="*/ 37027 h 240037"/>
                <a:gd name="connsiteX71" fmla="*/ 72845 w 160387"/>
                <a:gd name="connsiteY71" fmla="*/ 35750 h 240037"/>
                <a:gd name="connsiteX72" fmla="*/ 72845 w 160387"/>
                <a:gd name="connsiteY72" fmla="*/ 20429 h 240037"/>
                <a:gd name="connsiteX73" fmla="*/ 81152 w 160387"/>
                <a:gd name="connsiteY73" fmla="*/ 12130 h 240037"/>
                <a:gd name="connsiteX74" fmla="*/ 86903 w 160387"/>
                <a:gd name="connsiteY74" fmla="*/ 14683 h 240037"/>
                <a:gd name="connsiteX75" fmla="*/ 89459 w 160387"/>
                <a:gd name="connsiteY75" fmla="*/ 20429 h 240037"/>
                <a:gd name="connsiteX76" fmla="*/ 89459 w 160387"/>
                <a:gd name="connsiteY76" fmla="*/ 29366 h 240037"/>
                <a:gd name="connsiteX77" fmla="*/ 89459 w 160387"/>
                <a:gd name="connsiteY77" fmla="*/ 30643 h 240037"/>
                <a:gd name="connsiteX78" fmla="*/ 89459 w 160387"/>
                <a:gd name="connsiteY78" fmla="*/ 30643 h 240037"/>
                <a:gd name="connsiteX79" fmla="*/ 89459 w 160387"/>
                <a:gd name="connsiteY79" fmla="*/ 105336 h 240037"/>
                <a:gd name="connsiteX80" fmla="*/ 95849 w 160387"/>
                <a:gd name="connsiteY80" fmla="*/ 111720 h 240037"/>
                <a:gd name="connsiteX81" fmla="*/ 102239 w 160387"/>
                <a:gd name="connsiteY81" fmla="*/ 105336 h 240037"/>
                <a:gd name="connsiteX82" fmla="*/ 102239 w 160387"/>
                <a:gd name="connsiteY82" fmla="*/ 29366 h 240037"/>
                <a:gd name="connsiteX83" fmla="*/ 110546 w 160387"/>
                <a:gd name="connsiteY83" fmla="*/ 21706 h 240037"/>
                <a:gd name="connsiteX84" fmla="*/ 116297 w 160387"/>
                <a:gd name="connsiteY84" fmla="*/ 24259 h 240037"/>
                <a:gd name="connsiteX85" fmla="*/ 118853 w 160387"/>
                <a:gd name="connsiteY85" fmla="*/ 30005 h 240037"/>
                <a:gd name="connsiteX86" fmla="*/ 118853 w 160387"/>
                <a:gd name="connsiteY86" fmla="*/ 58733 h 240037"/>
                <a:gd name="connsiteX87" fmla="*/ 118853 w 160387"/>
                <a:gd name="connsiteY87" fmla="*/ 105336 h 240037"/>
                <a:gd name="connsiteX88" fmla="*/ 125243 w 160387"/>
                <a:gd name="connsiteY88" fmla="*/ 111720 h 240037"/>
                <a:gd name="connsiteX89" fmla="*/ 131633 w 160387"/>
                <a:gd name="connsiteY89" fmla="*/ 105336 h 240037"/>
                <a:gd name="connsiteX90" fmla="*/ 131633 w 160387"/>
                <a:gd name="connsiteY90" fmla="*/ 60009 h 240037"/>
                <a:gd name="connsiteX91" fmla="*/ 139940 w 160387"/>
                <a:gd name="connsiteY91" fmla="*/ 51710 h 240037"/>
                <a:gd name="connsiteX92" fmla="*/ 145690 w 160387"/>
                <a:gd name="connsiteY92" fmla="*/ 54264 h 240037"/>
                <a:gd name="connsiteX93" fmla="*/ 148247 w 160387"/>
                <a:gd name="connsiteY93" fmla="*/ 60009 h 240037"/>
                <a:gd name="connsiteX94" fmla="*/ 148247 w 160387"/>
                <a:gd name="connsiteY94" fmla="*/ 162153 h 240037"/>
                <a:gd name="connsiteX95" fmla="*/ 135467 w 160387"/>
                <a:gd name="connsiteY95" fmla="*/ 193435 h 240037"/>
                <a:gd name="connsiteX96" fmla="*/ 129077 w 160387"/>
                <a:gd name="connsiteY96" fmla="*/ 208756 h 240037"/>
                <a:gd name="connsiteX97" fmla="*/ 129077 w 160387"/>
                <a:gd name="connsiteY97" fmla="*/ 233654 h 240037"/>
                <a:gd name="connsiteX98" fmla="*/ 135467 w 160387"/>
                <a:gd name="connsiteY98" fmla="*/ 240038 h 240037"/>
                <a:gd name="connsiteX99" fmla="*/ 141857 w 160387"/>
                <a:gd name="connsiteY99" fmla="*/ 233654 h 240037"/>
                <a:gd name="connsiteX100" fmla="*/ 141857 w 160387"/>
                <a:gd name="connsiteY100" fmla="*/ 208756 h 240037"/>
                <a:gd name="connsiteX101" fmla="*/ 144413 w 160387"/>
                <a:gd name="connsiteY101" fmla="*/ 202372 h 240037"/>
                <a:gd name="connsiteX102" fmla="*/ 160388 w 160387"/>
                <a:gd name="connsiteY102" fmla="*/ 162153 h 240037"/>
                <a:gd name="connsiteX103" fmla="*/ 160388 w 160387"/>
                <a:gd name="connsiteY103" fmla="*/ 60009 h 240037"/>
                <a:gd name="connsiteX104" fmla="*/ 153358 w 160387"/>
                <a:gd name="connsiteY104" fmla="*/ 45326 h 240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60387" h="240037">
                  <a:moveTo>
                    <a:pt x="153358" y="45326"/>
                  </a:moveTo>
                  <a:cubicBezTo>
                    <a:pt x="149525" y="41496"/>
                    <a:pt x="143774" y="38942"/>
                    <a:pt x="138662" y="38942"/>
                  </a:cubicBezTo>
                  <a:cubicBezTo>
                    <a:pt x="135467" y="38942"/>
                    <a:pt x="132911" y="39581"/>
                    <a:pt x="130355" y="40857"/>
                  </a:cubicBezTo>
                  <a:lnTo>
                    <a:pt x="130355" y="31281"/>
                  </a:lnTo>
                  <a:cubicBezTo>
                    <a:pt x="130355" y="25536"/>
                    <a:pt x="128438" y="20429"/>
                    <a:pt x="123965" y="16598"/>
                  </a:cubicBezTo>
                  <a:cubicBezTo>
                    <a:pt x="120131" y="12768"/>
                    <a:pt x="114380" y="10214"/>
                    <a:pt x="109268" y="10214"/>
                  </a:cubicBezTo>
                  <a:cubicBezTo>
                    <a:pt x="105434" y="10214"/>
                    <a:pt x="102239" y="11491"/>
                    <a:pt x="99044" y="12768"/>
                  </a:cubicBezTo>
                  <a:cubicBezTo>
                    <a:pt x="97766" y="10214"/>
                    <a:pt x="96488" y="8299"/>
                    <a:pt x="94571" y="6384"/>
                  </a:cubicBezTo>
                  <a:cubicBezTo>
                    <a:pt x="90737" y="2554"/>
                    <a:pt x="84986" y="0"/>
                    <a:pt x="79874" y="0"/>
                  </a:cubicBezTo>
                  <a:cubicBezTo>
                    <a:pt x="69011" y="0"/>
                    <a:pt x="60066" y="8299"/>
                    <a:pt x="58788" y="18514"/>
                  </a:cubicBezTo>
                  <a:cubicBezTo>
                    <a:pt x="56231" y="17237"/>
                    <a:pt x="53036" y="16598"/>
                    <a:pt x="49841" y="16598"/>
                  </a:cubicBezTo>
                  <a:cubicBezTo>
                    <a:pt x="38340" y="16598"/>
                    <a:pt x="28755" y="26174"/>
                    <a:pt x="28755" y="37665"/>
                  </a:cubicBezTo>
                  <a:lnTo>
                    <a:pt x="28755" y="70862"/>
                  </a:lnTo>
                  <a:cubicBezTo>
                    <a:pt x="28116" y="70862"/>
                    <a:pt x="28116" y="70224"/>
                    <a:pt x="27477" y="70224"/>
                  </a:cubicBezTo>
                  <a:cubicBezTo>
                    <a:pt x="24282" y="68947"/>
                    <a:pt x="20448" y="67670"/>
                    <a:pt x="17253" y="67670"/>
                  </a:cubicBezTo>
                  <a:lnTo>
                    <a:pt x="16614" y="67670"/>
                  </a:lnTo>
                  <a:cubicBezTo>
                    <a:pt x="12780" y="67670"/>
                    <a:pt x="9585" y="68309"/>
                    <a:pt x="7029" y="68947"/>
                  </a:cubicBezTo>
                  <a:cubicBezTo>
                    <a:pt x="2556" y="70224"/>
                    <a:pt x="0" y="74054"/>
                    <a:pt x="0" y="78523"/>
                  </a:cubicBezTo>
                  <a:lnTo>
                    <a:pt x="0" y="155769"/>
                  </a:lnTo>
                  <a:cubicBezTo>
                    <a:pt x="0" y="155769"/>
                    <a:pt x="0" y="155769"/>
                    <a:pt x="0" y="155769"/>
                  </a:cubicBezTo>
                  <a:cubicBezTo>
                    <a:pt x="0" y="155769"/>
                    <a:pt x="0" y="155769"/>
                    <a:pt x="0" y="155769"/>
                  </a:cubicBezTo>
                  <a:lnTo>
                    <a:pt x="0" y="157684"/>
                  </a:lnTo>
                  <a:cubicBezTo>
                    <a:pt x="639" y="176198"/>
                    <a:pt x="10224" y="193435"/>
                    <a:pt x="25560" y="203649"/>
                  </a:cubicBezTo>
                  <a:cubicBezTo>
                    <a:pt x="28116" y="205564"/>
                    <a:pt x="30033" y="208118"/>
                    <a:pt x="30033" y="211310"/>
                  </a:cubicBezTo>
                  <a:lnTo>
                    <a:pt x="30033" y="233654"/>
                  </a:lnTo>
                  <a:cubicBezTo>
                    <a:pt x="30033" y="237484"/>
                    <a:pt x="32589" y="240038"/>
                    <a:pt x="36423" y="240038"/>
                  </a:cubicBezTo>
                  <a:cubicBezTo>
                    <a:pt x="40257" y="240038"/>
                    <a:pt x="42813" y="237484"/>
                    <a:pt x="42813" y="233654"/>
                  </a:cubicBezTo>
                  <a:lnTo>
                    <a:pt x="42813" y="211310"/>
                  </a:lnTo>
                  <a:cubicBezTo>
                    <a:pt x="42813" y="203649"/>
                    <a:pt x="38979" y="197265"/>
                    <a:pt x="33228" y="192796"/>
                  </a:cubicBezTo>
                  <a:cubicBezTo>
                    <a:pt x="21087" y="184497"/>
                    <a:pt x="14058" y="171091"/>
                    <a:pt x="13419" y="157046"/>
                  </a:cubicBezTo>
                  <a:lnTo>
                    <a:pt x="13419" y="155769"/>
                  </a:lnTo>
                  <a:cubicBezTo>
                    <a:pt x="13419" y="155769"/>
                    <a:pt x="13419" y="155769"/>
                    <a:pt x="13419" y="155769"/>
                  </a:cubicBezTo>
                  <a:cubicBezTo>
                    <a:pt x="13419" y="155769"/>
                    <a:pt x="13419" y="155769"/>
                    <a:pt x="13419" y="155769"/>
                  </a:cubicBezTo>
                  <a:lnTo>
                    <a:pt x="13419" y="80438"/>
                  </a:lnTo>
                  <a:cubicBezTo>
                    <a:pt x="14697" y="80438"/>
                    <a:pt x="15975" y="80438"/>
                    <a:pt x="17253" y="80438"/>
                  </a:cubicBezTo>
                  <a:lnTo>
                    <a:pt x="17892" y="80438"/>
                  </a:lnTo>
                  <a:cubicBezTo>
                    <a:pt x="19809" y="80438"/>
                    <a:pt x="21087" y="81077"/>
                    <a:pt x="23004" y="81715"/>
                  </a:cubicBezTo>
                  <a:cubicBezTo>
                    <a:pt x="23643" y="82353"/>
                    <a:pt x="24921" y="82992"/>
                    <a:pt x="25560" y="82992"/>
                  </a:cubicBezTo>
                  <a:cubicBezTo>
                    <a:pt x="28116" y="84907"/>
                    <a:pt x="30033" y="88099"/>
                    <a:pt x="30033" y="91929"/>
                  </a:cubicBezTo>
                  <a:lnTo>
                    <a:pt x="30033" y="94483"/>
                  </a:lnTo>
                  <a:cubicBezTo>
                    <a:pt x="30033" y="94483"/>
                    <a:pt x="30033" y="94483"/>
                    <a:pt x="30033" y="94483"/>
                  </a:cubicBezTo>
                  <a:lnTo>
                    <a:pt x="30033" y="138532"/>
                  </a:lnTo>
                  <a:cubicBezTo>
                    <a:pt x="30033" y="138532"/>
                    <a:pt x="30033" y="138532"/>
                    <a:pt x="30033" y="138532"/>
                  </a:cubicBezTo>
                  <a:cubicBezTo>
                    <a:pt x="30033" y="138532"/>
                    <a:pt x="30033" y="138532"/>
                    <a:pt x="30033" y="139171"/>
                  </a:cubicBezTo>
                  <a:cubicBezTo>
                    <a:pt x="30033" y="139809"/>
                    <a:pt x="30033" y="139809"/>
                    <a:pt x="30033" y="139809"/>
                  </a:cubicBezTo>
                  <a:cubicBezTo>
                    <a:pt x="30033" y="140448"/>
                    <a:pt x="30033" y="140448"/>
                    <a:pt x="30672" y="141086"/>
                  </a:cubicBezTo>
                  <a:cubicBezTo>
                    <a:pt x="30672" y="141724"/>
                    <a:pt x="31311" y="141724"/>
                    <a:pt x="31311" y="141724"/>
                  </a:cubicBezTo>
                  <a:cubicBezTo>
                    <a:pt x="31311" y="142363"/>
                    <a:pt x="31950" y="142363"/>
                    <a:pt x="31950" y="143001"/>
                  </a:cubicBezTo>
                  <a:cubicBezTo>
                    <a:pt x="31950" y="143001"/>
                    <a:pt x="32589" y="143640"/>
                    <a:pt x="32589" y="143640"/>
                  </a:cubicBezTo>
                  <a:cubicBezTo>
                    <a:pt x="33228" y="143640"/>
                    <a:pt x="33228" y="144278"/>
                    <a:pt x="33867" y="144278"/>
                  </a:cubicBezTo>
                  <a:cubicBezTo>
                    <a:pt x="34506" y="144278"/>
                    <a:pt x="34506" y="144278"/>
                    <a:pt x="35145" y="144278"/>
                  </a:cubicBezTo>
                  <a:cubicBezTo>
                    <a:pt x="35784" y="144278"/>
                    <a:pt x="35784" y="144278"/>
                    <a:pt x="36423" y="144278"/>
                  </a:cubicBezTo>
                  <a:cubicBezTo>
                    <a:pt x="36423" y="144278"/>
                    <a:pt x="36423" y="144278"/>
                    <a:pt x="37062" y="144278"/>
                  </a:cubicBezTo>
                  <a:cubicBezTo>
                    <a:pt x="37062" y="144278"/>
                    <a:pt x="37062" y="144278"/>
                    <a:pt x="37701" y="144278"/>
                  </a:cubicBezTo>
                  <a:cubicBezTo>
                    <a:pt x="39618" y="144278"/>
                    <a:pt x="41535" y="144278"/>
                    <a:pt x="42813" y="144278"/>
                  </a:cubicBezTo>
                  <a:cubicBezTo>
                    <a:pt x="58149" y="144278"/>
                    <a:pt x="72206" y="150662"/>
                    <a:pt x="81791" y="162153"/>
                  </a:cubicBezTo>
                  <a:cubicBezTo>
                    <a:pt x="83069" y="163430"/>
                    <a:pt x="84986" y="164068"/>
                    <a:pt x="86903" y="164068"/>
                  </a:cubicBezTo>
                  <a:cubicBezTo>
                    <a:pt x="88181" y="164068"/>
                    <a:pt x="90098" y="163430"/>
                    <a:pt x="91376" y="162792"/>
                  </a:cubicBezTo>
                  <a:cubicBezTo>
                    <a:pt x="93932" y="160238"/>
                    <a:pt x="94571" y="156408"/>
                    <a:pt x="92015" y="153854"/>
                  </a:cubicBezTo>
                  <a:cubicBezTo>
                    <a:pt x="79874" y="139809"/>
                    <a:pt x="61982" y="131510"/>
                    <a:pt x="43451" y="131510"/>
                  </a:cubicBezTo>
                  <a:lnTo>
                    <a:pt x="43451" y="91929"/>
                  </a:lnTo>
                  <a:cubicBezTo>
                    <a:pt x="43451" y="91929"/>
                    <a:pt x="43451" y="91291"/>
                    <a:pt x="43451" y="91291"/>
                  </a:cubicBezTo>
                  <a:lnTo>
                    <a:pt x="43451" y="37027"/>
                  </a:lnTo>
                  <a:cubicBezTo>
                    <a:pt x="43451" y="32558"/>
                    <a:pt x="47286" y="28728"/>
                    <a:pt x="51759" y="28728"/>
                  </a:cubicBezTo>
                  <a:cubicBezTo>
                    <a:pt x="54314" y="28728"/>
                    <a:pt x="56231" y="29366"/>
                    <a:pt x="57509" y="31281"/>
                  </a:cubicBezTo>
                  <a:cubicBezTo>
                    <a:pt x="58788" y="32558"/>
                    <a:pt x="59426" y="34473"/>
                    <a:pt x="60066" y="37027"/>
                  </a:cubicBezTo>
                  <a:lnTo>
                    <a:pt x="60066" y="105974"/>
                  </a:lnTo>
                  <a:cubicBezTo>
                    <a:pt x="60066" y="109804"/>
                    <a:pt x="62621" y="112358"/>
                    <a:pt x="66456" y="112358"/>
                  </a:cubicBezTo>
                  <a:cubicBezTo>
                    <a:pt x="70289" y="112358"/>
                    <a:pt x="72845" y="109804"/>
                    <a:pt x="72845" y="105974"/>
                  </a:cubicBezTo>
                  <a:lnTo>
                    <a:pt x="72845" y="37027"/>
                  </a:lnTo>
                  <a:cubicBezTo>
                    <a:pt x="72845" y="37027"/>
                    <a:pt x="72845" y="37027"/>
                    <a:pt x="72845" y="37027"/>
                  </a:cubicBezTo>
                  <a:cubicBezTo>
                    <a:pt x="72845" y="36389"/>
                    <a:pt x="72845" y="36389"/>
                    <a:pt x="72845" y="35750"/>
                  </a:cubicBezTo>
                  <a:lnTo>
                    <a:pt x="72845" y="20429"/>
                  </a:lnTo>
                  <a:cubicBezTo>
                    <a:pt x="72845" y="15960"/>
                    <a:pt x="76679" y="12130"/>
                    <a:pt x="81152" y="12130"/>
                  </a:cubicBezTo>
                  <a:cubicBezTo>
                    <a:pt x="83708" y="12130"/>
                    <a:pt x="85625" y="12768"/>
                    <a:pt x="86903" y="14683"/>
                  </a:cubicBezTo>
                  <a:cubicBezTo>
                    <a:pt x="88181" y="15960"/>
                    <a:pt x="89459" y="18514"/>
                    <a:pt x="89459" y="20429"/>
                  </a:cubicBezTo>
                  <a:lnTo>
                    <a:pt x="89459" y="29366"/>
                  </a:lnTo>
                  <a:cubicBezTo>
                    <a:pt x="89459" y="30005"/>
                    <a:pt x="89459" y="30005"/>
                    <a:pt x="89459" y="30643"/>
                  </a:cubicBezTo>
                  <a:cubicBezTo>
                    <a:pt x="89459" y="30643"/>
                    <a:pt x="89459" y="30643"/>
                    <a:pt x="89459" y="30643"/>
                  </a:cubicBezTo>
                  <a:lnTo>
                    <a:pt x="89459" y="105336"/>
                  </a:lnTo>
                  <a:cubicBezTo>
                    <a:pt x="89459" y="109166"/>
                    <a:pt x="92015" y="111720"/>
                    <a:pt x="95849" y="111720"/>
                  </a:cubicBezTo>
                  <a:cubicBezTo>
                    <a:pt x="99683" y="111720"/>
                    <a:pt x="102239" y="109166"/>
                    <a:pt x="102239" y="105336"/>
                  </a:cubicBezTo>
                  <a:lnTo>
                    <a:pt x="102239" y="29366"/>
                  </a:lnTo>
                  <a:cubicBezTo>
                    <a:pt x="102878" y="24897"/>
                    <a:pt x="106073" y="21706"/>
                    <a:pt x="110546" y="21706"/>
                  </a:cubicBezTo>
                  <a:cubicBezTo>
                    <a:pt x="113102" y="21706"/>
                    <a:pt x="115019" y="22344"/>
                    <a:pt x="116297" y="24259"/>
                  </a:cubicBezTo>
                  <a:cubicBezTo>
                    <a:pt x="117575" y="25536"/>
                    <a:pt x="118853" y="28089"/>
                    <a:pt x="118853" y="30005"/>
                  </a:cubicBezTo>
                  <a:lnTo>
                    <a:pt x="118853" y="58733"/>
                  </a:lnTo>
                  <a:lnTo>
                    <a:pt x="118853" y="105336"/>
                  </a:lnTo>
                  <a:cubicBezTo>
                    <a:pt x="118853" y="109166"/>
                    <a:pt x="121409" y="111720"/>
                    <a:pt x="125243" y="111720"/>
                  </a:cubicBezTo>
                  <a:cubicBezTo>
                    <a:pt x="129077" y="111720"/>
                    <a:pt x="131633" y="109166"/>
                    <a:pt x="131633" y="105336"/>
                  </a:cubicBezTo>
                  <a:lnTo>
                    <a:pt x="131633" y="60009"/>
                  </a:lnTo>
                  <a:cubicBezTo>
                    <a:pt x="131633" y="55541"/>
                    <a:pt x="135467" y="51710"/>
                    <a:pt x="139940" y="51710"/>
                  </a:cubicBezTo>
                  <a:cubicBezTo>
                    <a:pt x="142496" y="51710"/>
                    <a:pt x="144413" y="52349"/>
                    <a:pt x="145690" y="54264"/>
                  </a:cubicBezTo>
                  <a:cubicBezTo>
                    <a:pt x="146969" y="55541"/>
                    <a:pt x="148247" y="58094"/>
                    <a:pt x="148247" y="60009"/>
                  </a:cubicBezTo>
                  <a:lnTo>
                    <a:pt x="148247" y="162153"/>
                  </a:lnTo>
                  <a:cubicBezTo>
                    <a:pt x="148247" y="173644"/>
                    <a:pt x="143774" y="185135"/>
                    <a:pt x="135467" y="193435"/>
                  </a:cubicBezTo>
                  <a:cubicBezTo>
                    <a:pt x="131633" y="197903"/>
                    <a:pt x="129077" y="203011"/>
                    <a:pt x="129077" y="208756"/>
                  </a:cubicBezTo>
                  <a:lnTo>
                    <a:pt x="129077" y="233654"/>
                  </a:lnTo>
                  <a:cubicBezTo>
                    <a:pt x="129077" y="237484"/>
                    <a:pt x="131633" y="240038"/>
                    <a:pt x="135467" y="240038"/>
                  </a:cubicBezTo>
                  <a:cubicBezTo>
                    <a:pt x="139301" y="240038"/>
                    <a:pt x="141857" y="237484"/>
                    <a:pt x="141857" y="233654"/>
                  </a:cubicBezTo>
                  <a:lnTo>
                    <a:pt x="141857" y="208756"/>
                  </a:lnTo>
                  <a:cubicBezTo>
                    <a:pt x="141857" y="206203"/>
                    <a:pt x="142496" y="203649"/>
                    <a:pt x="144413" y="202372"/>
                  </a:cubicBezTo>
                  <a:cubicBezTo>
                    <a:pt x="154637" y="191519"/>
                    <a:pt x="160388" y="177475"/>
                    <a:pt x="160388" y="162153"/>
                  </a:cubicBezTo>
                  <a:lnTo>
                    <a:pt x="160388" y="60009"/>
                  </a:lnTo>
                  <a:cubicBezTo>
                    <a:pt x="159748" y="54264"/>
                    <a:pt x="157193" y="49157"/>
                    <a:pt x="153358" y="45326"/>
                  </a:cubicBezTo>
                  <a:close/>
                </a:path>
              </a:pathLst>
            </a:custGeom>
            <a:solidFill>
              <a:srgbClr val="0076A8"/>
            </a:solidFill>
            <a:ln w="6390" cap="flat">
              <a:noFill/>
              <a:prstDash val="solid"/>
              <a:miter/>
            </a:ln>
          </p:spPr>
          <p:txBody>
            <a:bodyPr rtlCol="0" anchor="ctr"/>
            <a:lstStyle/>
            <a:p>
              <a:endParaRPr lang="en-US"/>
            </a:p>
          </p:txBody>
        </p:sp>
      </p:grpSp>
      <p:grpSp>
        <p:nvGrpSpPr>
          <p:cNvPr id="55" name="Graphic 4">
            <a:extLst>
              <a:ext uri="{FF2B5EF4-FFF2-40B4-BE49-F238E27FC236}">
                <a16:creationId xmlns:a16="http://schemas.microsoft.com/office/drawing/2014/main" id="{FACA3A9D-B0F1-9C43-B4DF-90DD23B7CB43}"/>
              </a:ext>
            </a:extLst>
          </p:cNvPr>
          <p:cNvGrpSpPr>
            <a:grpSpLocks noChangeAspect="1"/>
          </p:cNvGrpSpPr>
          <p:nvPr/>
        </p:nvGrpSpPr>
        <p:grpSpPr>
          <a:xfrm>
            <a:off x="6753524" y="1402085"/>
            <a:ext cx="361670" cy="361333"/>
            <a:chOff x="6753524" y="1402085"/>
            <a:chExt cx="361670" cy="361333"/>
          </a:xfrm>
          <a:solidFill>
            <a:srgbClr val="0076A8"/>
          </a:solidFill>
        </p:grpSpPr>
        <p:sp>
          <p:nvSpPr>
            <p:cNvPr id="56" name="Graphic 4">
              <a:extLst>
                <a:ext uri="{FF2B5EF4-FFF2-40B4-BE49-F238E27FC236}">
                  <a16:creationId xmlns:a16="http://schemas.microsoft.com/office/drawing/2014/main" id="{D1294030-B228-DC40-A246-5163BA4935F4}"/>
                </a:ext>
              </a:extLst>
            </p:cNvPr>
            <p:cNvSpPr/>
            <p:nvPr/>
          </p:nvSpPr>
          <p:spPr>
            <a:xfrm>
              <a:off x="6753524" y="1402085"/>
              <a:ext cx="361670" cy="361333"/>
            </a:xfrm>
            <a:custGeom>
              <a:avLst/>
              <a:gdLst>
                <a:gd name="connsiteX0" fmla="*/ 180835 w 361670"/>
                <a:gd name="connsiteY0" fmla="*/ 12768 h 361333"/>
                <a:gd name="connsiteX1" fmla="*/ 348890 w 361670"/>
                <a:gd name="connsiteY1" fmla="*/ 180667 h 361333"/>
                <a:gd name="connsiteX2" fmla="*/ 180835 w 361670"/>
                <a:gd name="connsiteY2" fmla="*/ 348565 h 361333"/>
                <a:gd name="connsiteX3" fmla="*/ 12780 w 361670"/>
                <a:gd name="connsiteY3" fmla="*/ 180667 h 361333"/>
                <a:gd name="connsiteX4" fmla="*/ 180835 w 361670"/>
                <a:gd name="connsiteY4" fmla="*/ 12768 h 361333"/>
                <a:gd name="connsiteX5" fmla="*/ 180835 w 361670"/>
                <a:gd name="connsiteY5" fmla="*/ 0 h 361333"/>
                <a:gd name="connsiteX6" fmla="*/ 0 w 361670"/>
                <a:gd name="connsiteY6" fmla="*/ 180667 h 361333"/>
                <a:gd name="connsiteX7" fmla="*/ 180835 w 361670"/>
                <a:gd name="connsiteY7" fmla="*/ 361333 h 361333"/>
                <a:gd name="connsiteX8" fmla="*/ 361670 w 361670"/>
                <a:gd name="connsiteY8" fmla="*/ 180667 h 361333"/>
                <a:gd name="connsiteX9" fmla="*/ 180835 w 361670"/>
                <a:gd name="connsiteY9" fmla="*/ 0 h 361333"/>
                <a:gd name="connsiteX10" fmla="*/ 180835 w 361670"/>
                <a:gd name="connsiteY10"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670" h="361333">
                  <a:moveTo>
                    <a:pt x="180835" y="12768"/>
                  </a:moveTo>
                  <a:cubicBezTo>
                    <a:pt x="273489" y="12768"/>
                    <a:pt x="348890" y="88099"/>
                    <a:pt x="348890" y="180667"/>
                  </a:cubicBezTo>
                  <a:cubicBezTo>
                    <a:pt x="348890" y="273234"/>
                    <a:pt x="273489" y="348565"/>
                    <a:pt x="180835" y="348565"/>
                  </a:cubicBezTo>
                  <a:cubicBezTo>
                    <a:pt x="88181" y="348565"/>
                    <a:pt x="12780" y="273234"/>
                    <a:pt x="12780" y="180667"/>
                  </a:cubicBezTo>
                  <a:cubicBezTo>
                    <a:pt x="12780" y="88737"/>
                    <a:pt x="88181" y="12768"/>
                    <a:pt x="180835" y="12768"/>
                  </a:cubicBezTo>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lnTo>
                    <a:pt x="180835" y="0"/>
                  </a:lnTo>
                  <a:close/>
                </a:path>
              </a:pathLst>
            </a:custGeom>
            <a:solidFill>
              <a:srgbClr val="0076A8"/>
            </a:solidFill>
            <a:ln w="6390" cap="flat">
              <a:noFill/>
              <a:prstDash val="solid"/>
              <a:miter/>
            </a:ln>
          </p:spPr>
          <p:txBody>
            <a:bodyPr rtlCol="0" anchor="ctr"/>
            <a:lstStyle/>
            <a:p>
              <a:endParaRPr lang="en-US"/>
            </a:p>
          </p:txBody>
        </p:sp>
        <p:grpSp>
          <p:nvGrpSpPr>
            <p:cNvPr id="57" name="Graphic 4">
              <a:extLst>
                <a:ext uri="{FF2B5EF4-FFF2-40B4-BE49-F238E27FC236}">
                  <a16:creationId xmlns:a16="http://schemas.microsoft.com/office/drawing/2014/main" id="{D6BB26AC-BD7F-BA4B-8535-17A99A05081E}"/>
                </a:ext>
              </a:extLst>
            </p:cNvPr>
            <p:cNvGrpSpPr/>
            <p:nvPr/>
          </p:nvGrpSpPr>
          <p:grpSpPr>
            <a:xfrm>
              <a:off x="6859597" y="1465286"/>
              <a:ext cx="150163" cy="236207"/>
              <a:chOff x="6859597" y="1465286"/>
              <a:chExt cx="150163" cy="236207"/>
            </a:xfrm>
            <a:solidFill>
              <a:srgbClr val="0076A8"/>
            </a:solidFill>
          </p:grpSpPr>
          <p:sp>
            <p:nvSpPr>
              <p:cNvPr id="58" name="Graphic 4">
                <a:extLst>
                  <a:ext uri="{FF2B5EF4-FFF2-40B4-BE49-F238E27FC236}">
                    <a16:creationId xmlns:a16="http://schemas.microsoft.com/office/drawing/2014/main" id="{2E38C31C-01D3-9747-A747-8506A989AC87}"/>
                  </a:ext>
                </a:extLst>
              </p:cNvPr>
              <p:cNvSpPr/>
              <p:nvPr/>
            </p:nvSpPr>
            <p:spPr>
              <a:xfrm>
                <a:off x="6938194" y="1526572"/>
                <a:ext cx="42173" cy="70223"/>
              </a:xfrm>
              <a:custGeom>
                <a:avLst/>
                <a:gdLst>
                  <a:gd name="connsiteX0" fmla="*/ 21086 w 42173"/>
                  <a:gd name="connsiteY0" fmla="*/ 70224 h 70223"/>
                  <a:gd name="connsiteX1" fmla="*/ 0 w 42173"/>
                  <a:gd name="connsiteY1" fmla="*/ 49157 h 70223"/>
                  <a:gd name="connsiteX2" fmla="*/ 0 w 42173"/>
                  <a:gd name="connsiteY2" fmla="*/ 21067 h 70223"/>
                  <a:gd name="connsiteX3" fmla="*/ 0 w 42173"/>
                  <a:gd name="connsiteY3" fmla="*/ 19790 h 70223"/>
                  <a:gd name="connsiteX4" fmla="*/ 21086 w 42173"/>
                  <a:gd name="connsiteY4" fmla="*/ 0 h 70223"/>
                  <a:gd name="connsiteX5" fmla="*/ 35783 w 42173"/>
                  <a:gd name="connsiteY5" fmla="*/ 6384 h 70223"/>
                  <a:gd name="connsiteX6" fmla="*/ 42173 w 42173"/>
                  <a:gd name="connsiteY6" fmla="*/ 21067 h 70223"/>
                  <a:gd name="connsiteX7" fmla="*/ 42173 w 42173"/>
                  <a:gd name="connsiteY7" fmla="*/ 49157 h 70223"/>
                  <a:gd name="connsiteX8" fmla="*/ 35783 w 42173"/>
                  <a:gd name="connsiteY8" fmla="*/ 63840 h 70223"/>
                  <a:gd name="connsiteX9" fmla="*/ 21086 w 42173"/>
                  <a:gd name="connsiteY9" fmla="*/ 70224 h 70223"/>
                  <a:gd name="connsiteX10" fmla="*/ 21086 w 42173"/>
                  <a:gd name="connsiteY10" fmla="*/ 12768 h 70223"/>
                  <a:gd name="connsiteX11" fmla="*/ 12780 w 42173"/>
                  <a:gd name="connsiteY11" fmla="*/ 20429 h 70223"/>
                  <a:gd name="connsiteX12" fmla="*/ 12780 w 42173"/>
                  <a:gd name="connsiteY12" fmla="*/ 21067 h 70223"/>
                  <a:gd name="connsiteX13" fmla="*/ 12780 w 42173"/>
                  <a:gd name="connsiteY13" fmla="*/ 49157 h 70223"/>
                  <a:gd name="connsiteX14" fmla="*/ 21086 w 42173"/>
                  <a:gd name="connsiteY14" fmla="*/ 57456 h 70223"/>
                  <a:gd name="connsiteX15" fmla="*/ 26837 w 42173"/>
                  <a:gd name="connsiteY15" fmla="*/ 54902 h 70223"/>
                  <a:gd name="connsiteX16" fmla="*/ 29394 w 42173"/>
                  <a:gd name="connsiteY16" fmla="*/ 49157 h 70223"/>
                  <a:gd name="connsiteX17" fmla="*/ 29394 w 42173"/>
                  <a:gd name="connsiteY17" fmla="*/ 45326 h 70223"/>
                  <a:gd name="connsiteX18" fmla="*/ 29394 w 42173"/>
                  <a:gd name="connsiteY18" fmla="*/ 45326 h 70223"/>
                  <a:gd name="connsiteX19" fmla="*/ 29394 w 42173"/>
                  <a:gd name="connsiteY19" fmla="*/ 21067 h 70223"/>
                  <a:gd name="connsiteX20" fmla="*/ 26837 w 42173"/>
                  <a:gd name="connsiteY20" fmla="*/ 15322 h 70223"/>
                  <a:gd name="connsiteX21" fmla="*/ 21086 w 42173"/>
                  <a:gd name="connsiteY21" fmla="*/ 12768 h 7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173" h="70223">
                    <a:moveTo>
                      <a:pt x="21086" y="70224"/>
                    </a:moveTo>
                    <a:cubicBezTo>
                      <a:pt x="9585" y="70224"/>
                      <a:pt x="0" y="60648"/>
                      <a:pt x="0" y="49157"/>
                    </a:cubicBezTo>
                    <a:lnTo>
                      <a:pt x="0" y="21067"/>
                    </a:lnTo>
                    <a:cubicBezTo>
                      <a:pt x="0" y="20429"/>
                      <a:pt x="0" y="19790"/>
                      <a:pt x="0" y="19790"/>
                    </a:cubicBezTo>
                    <a:cubicBezTo>
                      <a:pt x="639" y="8938"/>
                      <a:pt x="10224" y="0"/>
                      <a:pt x="21086" y="0"/>
                    </a:cubicBezTo>
                    <a:cubicBezTo>
                      <a:pt x="26837" y="0"/>
                      <a:pt x="31950" y="1915"/>
                      <a:pt x="35783" y="6384"/>
                    </a:cubicBezTo>
                    <a:cubicBezTo>
                      <a:pt x="39617" y="10214"/>
                      <a:pt x="42173" y="15960"/>
                      <a:pt x="42173" y="21067"/>
                    </a:cubicBezTo>
                    <a:lnTo>
                      <a:pt x="42173" y="49157"/>
                    </a:lnTo>
                    <a:cubicBezTo>
                      <a:pt x="42173" y="54902"/>
                      <a:pt x="40256" y="60009"/>
                      <a:pt x="35783" y="63840"/>
                    </a:cubicBezTo>
                    <a:cubicBezTo>
                      <a:pt x="31950" y="68309"/>
                      <a:pt x="26199" y="70224"/>
                      <a:pt x="21086" y="70224"/>
                    </a:cubicBezTo>
                    <a:close/>
                    <a:moveTo>
                      <a:pt x="21086" y="12768"/>
                    </a:moveTo>
                    <a:cubicBezTo>
                      <a:pt x="16614" y="12768"/>
                      <a:pt x="13419" y="15960"/>
                      <a:pt x="12780" y="20429"/>
                    </a:cubicBezTo>
                    <a:lnTo>
                      <a:pt x="12780" y="21067"/>
                    </a:lnTo>
                    <a:lnTo>
                      <a:pt x="12780" y="49157"/>
                    </a:lnTo>
                    <a:cubicBezTo>
                      <a:pt x="12780" y="53625"/>
                      <a:pt x="16614" y="57456"/>
                      <a:pt x="21086" y="57456"/>
                    </a:cubicBezTo>
                    <a:cubicBezTo>
                      <a:pt x="23004" y="57456"/>
                      <a:pt x="25560" y="56817"/>
                      <a:pt x="26837" y="54902"/>
                    </a:cubicBezTo>
                    <a:cubicBezTo>
                      <a:pt x="28115" y="53625"/>
                      <a:pt x="29394" y="51072"/>
                      <a:pt x="29394" y="49157"/>
                    </a:cubicBezTo>
                    <a:lnTo>
                      <a:pt x="29394" y="45326"/>
                    </a:lnTo>
                    <a:cubicBezTo>
                      <a:pt x="29394" y="45326"/>
                      <a:pt x="29394" y="45326"/>
                      <a:pt x="29394" y="45326"/>
                    </a:cubicBezTo>
                    <a:lnTo>
                      <a:pt x="29394" y="21067"/>
                    </a:lnTo>
                    <a:cubicBezTo>
                      <a:pt x="29394" y="19152"/>
                      <a:pt x="28755" y="16598"/>
                      <a:pt x="26837" y="15322"/>
                    </a:cubicBezTo>
                    <a:cubicBezTo>
                      <a:pt x="24920" y="14045"/>
                      <a:pt x="23004" y="12768"/>
                      <a:pt x="21086" y="12768"/>
                    </a:cubicBezTo>
                    <a:close/>
                  </a:path>
                </a:pathLst>
              </a:custGeom>
              <a:solidFill>
                <a:srgbClr val="0076A8"/>
              </a:solidFill>
              <a:ln w="6390" cap="flat">
                <a:noFill/>
                <a:prstDash val="solid"/>
                <a:miter/>
              </a:ln>
            </p:spPr>
            <p:txBody>
              <a:bodyPr rtlCol="0" anchor="ctr"/>
              <a:lstStyle/>
              <a:p>
                <a:endParaRPr lang="en-US"/>
              </a:p>
            </p:txBody>
          </p:sp>
          <p:sp>
            <p:nvSpPr>
              <p:cNvPr id="59" name="Graphic 4">
                <a:extLst>
                  <a:ext uri="{FF2B5EF4-FFF2-40B4-BE49-F238E27FC236}">
                    <a16:creationId xmlns:a16="http://schemas.microsoft.com/office/drawing/2014/main" id="{F23CCE87-632E-AF40-9221-16E778E299A1}"/>
                  </a:ext>
                </a:extLst>
              </p:cNvPr>
              <p:cNvSpPr/>
              <p:nvPr/>
            </p:nvSpPr>
            <p:spPr>
              <a:xfrm>
                <a:off x="6908799" y="1520188"/>
                <a:ext cx="42174" cy="72139"/>
              </a:xfrm>
              <a:custGeom>
                <a:avLst/>
                <a:gdLst>
                  <a:gd name="connsiteX0" fmla="*/ 21087 w 42174"/>
                  <a:gd name="connsiteY0" fmla="*/ 72139 h 72139"/>
                  <a:gd name="connsiteX1" fmla="*/ 6390 w 42174"/>
                  <a:gd name="connsiteY1" fmla="*/ 65755 h 72139"/>
                  <a:gd name="connsiteX2" fmla="*/ 0 w 42174"/>
                  <a:gd name="connsiteY2" fmla="*/ 51072 h 72139"/>
                  <a:gd name="connsiteX3" fmla="*/ 0 w 42174"/>
                  <a:gd name="connsiteY3" fmla="*/ 50433 h 72139"/>
                  <a:gd name="connsiteX4" fmla="*/ 0 w 42174"/>
                  <a:gd name="connsiteY4" fmla="*/ 21067 h 72139"/>
                  <a:gd name="connsiteX5" fmla="*/ 21087 w 42174"/>
                  <a:gd name="connsiteY5" fmla="*/ 0 h 72139"/>
                  <a:gd name="connsiteX6" fmla="*/ 35784 w 42174"/>
                  <a:gd name="connsiteY6" fmla="*/ 6384 h 72139"/>
                  <a:gd name="connsiteX7" fmla="*/ 42174 w 42174"/>
                  <a:gd name="connsiteY7" fmla="*/ 21067 h 72139"/>
                  <a:gd name="connsiteX8" fmla="*/ 42174 w 42174"/>
                  <a:gd name="connsiteY8" fmla="*/ 56179 h 72139"/>
                  <a:gd name="connsiteX9" fmla="*/ 39618 w 42174"/>
                  <a:gd name="connsiteY9" fmla="*/ 61286 h 72139"/>
                  <a:gd name="connsiteX10" fmla="*/ 21087 w 42174"/>
                  <a:gd name="connsiteY10" fmla="*/ 72139 h 72139"/>
                  <a:gd name="connsiteX11" fmla="*/ 12780 w 42174"/>
                  <a:gd name="connsiteY11" fmla="*/ 51710 h 72139"/>
                  <a:gd name="connsiteX12" fmla="*/ 15336 w 42174"/>
                  <a:gd name="connsiteY12" fmla="*/ 56817 h 72139"/>
                  <a:gd name="connsiteX13" fmla="*/ 21087 w 42174"/>
                  <a:gd name="connsiteY13" fmla="*/ 59371 h 72139"/>
                  <a:gd name="connsiteX14" fmla="*/ 29394 w 42174"/>
                  <a:gd name="connsiteY14" fmla="*/ 51072 h 72139"/>
                  <a:gd name="connsiteX15" fmla="*/ 29394 w 42174"/>
                  <a:gd name="connsiteY15" fmla="*/ 50433 h 72139"/>
                  <a:gd name="connsiteX16" fmla="*/ 29394 w 42174"/>
                  <a:gd name="connsiteY16" fmla="*/ 20429 h 72139"/>
                  <a:gd name="connsiteX17" fmla="*/ 26838 w 42174"/>
                  <a:gd name="connsiteY17" fmla="*/ 14683 h 72139"/>
                  <a:gd name="connsiteX18" fmla="*/ 21087 w 42174"/>
                  <a:gd name="connsiteY18" fmla="*/ 12130 h 72139"/>
                  <a:gd name="connsiteX19" fmla="*/ 12780 w 42174"/>
                  <a:gd name="connsiteY19" fmla="*/ 20429 h 72139"/>
                  <a:gd name="connsiteX20" fmla="*/ 12780 w 42174"/>
                  <a:gd name="connsiteY20" fmla="*/ 51710 h 72139"/>
                  <a:gd name="connsiteX21" fmla="*/ 12780 w 42174"/>
                  <a:gd name="connsiteY21" fmla="*/ 51710 h 72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174" h="72139">
                    <a:moveTo>
                      <a:pt x="21087" y="72139"/>
                    </a:moveTo>
                    <a:cubicBezTo>
                      <a:pt x="15336" y="72139"/>
                      <a:pt x="10225" y="70224"/>
                      <a:pt x="6390" y="65755"/>
                    </a:cubicBezTo>
                    <a:cubicBezTo>
                      <a:pt x="2556" y="61925"/>
                      <a:pt x="0" y="56179"/>
                      <a:pt x="0" y="51072"/>
                    </a:cubicBezTo>
                    <a:cubicBezTo>
                      <a:pt x="0" y="51072"/>
                      <a:pt x="0" y="50433"/>
                      <a:pt x="0" y="50433"/>
                    </a:cubicBezTo>
                    <a:lnTo>
                      <a:pt x="0" y="21067"/>
                    </a:lnTo>
                    <a:cubicBezTo>
                      <a:pt x="0" y="9576"/>
                      <a:pt x="9585" y="0"/>
                      <a:pt x="21087" y="0"/>
                    </a:cubicBezTo>
                    <a:cubicBezTo>
                      <a:pt x="26838" y="0"/>
                      <a:pt x="31950" y="1915"/>
                      <a:pt x="35784" y="6384"/>
                    </a:cubicBezTo>
                    <a:cubicBezTo>
                      <a:pt x="39618" y="10853"/>
                      <a:pt x="42174" y="15960"/>
                      <a:pt x="42174" y="21067"/>
                    </a:cubicBezTo>
                    <a:lnTo>
                      <a:pt x="42174" y="56179"/>
                    </a:lnTo>
                    <a:cubicBezTo>
                      <a:pt x="42174" y="58094"/>
                      <a:pt x="41535" y="60009"/>
                      <a:pt x="39618" y="61286"/>
                    </a:cubicBezTo>
                    <a:cubicBezTo>
                      <a:pt x="36423" y="67670"/>
                      <a:pt x="28755" y="72139"/>
                      <a:pt x="21087" y="72139"/>
                    </a:cubicBezTo>
                    <a:close/>
                    <a:moveTo>
                      <a:pt x="12780" y="51710"/>
                    </a:moveTo>
                    <a:cubicBezTo>
                      <a:pt x="12780" y="53625"/>
                      <a:pt x="14058" y="55541"/>
                      <a:pt x="15336" y="56817"/>
                    </a:cubicBezTo>
                    <a:cubicBezTo>
                      <a:pt x="16614" y="58094"/>
                      <a:pt x="19170" y="59371"/>
                      <a:pt x="21087" y="59371"/>
                    </a:cubicBezTo>
                    <a:cubicBezTo>
                      <a:pt x="25560" y="59371"/>
                      <a:pt x="29394" y="55541"/>
                      <a:pt x="29394" y="51072"/>
                    </a:cubicBezTo>
                    <a:cubicBezTo>
                      <a:pt x="29394" y="51072"/>
                      <a:pt x="29394" y="51072"/>
                      <a:pt x="29394" y="50433"/>
                    </a:cubicBezTo>
                    <a:lnTo>
                      <a:pt x="29394" y="20429"/>
                    </a:lnTo>
                    <a:cubicBezTo>
                      <a:pt x="29394" y="18514"/>
                      <a:pt x="28755" y="15960"/>
                      <a:pt x="26838" y="14683"/>
                    </a:cubicBezTo>
                    <a:cubicBezTo>
                      <a:pt x="25560" y="13406"/>
                      <a:pt x="23004" y="12130"/>
                      <a:pt x="21087" y="12130"/>
                    </a:cubicBezTo>
                    <a:cubicBezTo>
                      <a:pt x="16614" y="12130"/>
                      <a:pt x="12780" y="15960"/>
                      <a:pt x="12780" y="20429"/>
                    </a:cubicBezTo>
                    <a:lnTo>
                      <a:pt x="12780" y="51710"/>
                    </a:lnTo>
                    <a:cubicBezTo>
                      <a:pt x="12780" y="51072"/>
                      <a:pt x="12780" y="51710"/>
                      <a:pt x="12780" y="51710"/>
                    </a:cubicBezTo>
                    <a:close/>
                  </a:path>
                </a:pathLst>
              </a:custGeom>
              <a:solidFill>
                <a:srgbClr val="0076A8"/>
              </a:solidFill>
              <a:ln w="6390" cap="flat">
                <a:noFill/>
                <a:prstDash val="solid"/>
                <a:miter/>
              </a:ln>
            </p:spPr>
            <p:txBody>
              <a:bodyPr rtlCol="0" anchor="ctr"/>
              <a:lstStyle/>
              <a:p>
                <a:endParaRPr lang="en-US"/>
              </a:p>
            </p:txBody>
          </p:sp>
          <p:sp>
            <p:nvSpPr>
              <p:cNvPr id="60" name="Graphic 4">
                <a:extLst>
                  <a:ext uri="{FF2B5EF4-FFF2-40B4-BE49-F238E27FC236}">
                    <a16:creationId xmlns:a16="http://schemas.microsoft.com/office/drawing/2014/main" id="{66B8E0E7-4E46-854A-8E62-CCBA9EFE52C1}"/>
                  </a:ext>
                </a:extLst>
              </p:cNvPr>
              <p:cNvSpPr/>
              <p:nvPr/>
            </p:nvSpPr>
            <p:spPr>
              <a:xfrm>
                <a:off x="6967587" y="1532956"/>
                <a:ext cx="42173" cy="168537"/>
              </a:xfrm>
              <a:custGeom>
                <a:avLst/>
                <a:gdLst>
                  <a:gd name="connsiteX0" fmla="*/ 16614 w 42173"/>
                  <a:gd name="connsiteY0" fmla="*/ 168537 h 168537"/>
                  <a:gd name="connsiteX1" fmla="*/ 10224 w 42173"/>
                  <a:gd name="connsiteY1" fmla="*/ 162153 h 168537"/>
                  <a:gd name="connsiteX2" fmla="*/ 10224 w 42173"/>
                  <a:gd name="connsiteY2" fmla="*/ 137256 h 168537"/>
                  <a:gd name="connsiteX3" fmla="*/ 16614 w 42173"/>
                  <a:gd name="connsiteY3" fmla="*/ 121934 h 168537"/>
                  <a:gd name="connsiteX4" fmla="*/ 29394 w 42173"/>
                  <a:gd name="connsiteY4" fmla="*/ 90653 h 168537"/>
                  <a:gd name="connsiteX5" fmla="*/ 29394 w 42173"/>
                  <a:gd name="connsiteY5" fmla="*/ 58094 h 168537"/>
                  <a:gd name="connsiteX6" fmla="*/ 21086 w 42173"/>
                  <a:gd name="connsiteY6" fmla="*/ 60009 h 168537"/>
                  <a:gd name="connsiteX7" fmla="*/ 0 w 42173"/>
                  <a:gd name="connsiteY7" fmla="*/ 38942 h 168537"/>
                  <a:gd name="connsiteX8" fmla="*/ 0 w 42173"/>
                  <a:gd name="connsiteY8" fmla="*/ 21067 h 168537"/>
                  <a:gd name="connsiteX9" fmla="*/ 21086 w 42173"/>
                  <a:gd name="connsiteY9" fmla="*/ 0 h 168537"/>
                  <a:gd name="connsiteX10" fmla="*/ 35783 w 42173"/>
                  <a:gd name="connsiteY10" fmla="*/ 6384 h 168537"/>
                  <a:gd name="connsiteX11" fmla="*/ 42173 w 42173"/>
                  <a:gd name="connsiteY11" fmla="*/ 21706 h 168537"/>
                  <a:gd name="connsiteX12" fmla="*/ 42173 w 42173"/>
                  <a:gd name="connsiteY12" fmla="*/ 91291 h 168537"/>
                  <a:gd name="connsiteX13" fmla="*/ 26199 w 42173"/>
                  <a:gd name="connsiteY13" fmla="*/ 130872 h 168537"/>
                  <a:gd name="connsiteX14" fmla="*/ 23642 w 42173"/>
                  <a:gd name="connsiteY14" fmla="*/ 137256 h 168537"/>
                  <a:gd name="connsiteX15" fmla="*/ 23642 w 42173"/>
                  <a:gd name="connsiteY15" fmla="*/ 162153 h 168537"/>
                  <a:gd name="connsiteX16" fmla="*/ 16614 w 42173"/>
                  <a:gd name="connsiteY16" fmla="*/ 168537 h 168537"/>
                  <a:gd name="connsiteX17" fmla="*/ 21086 w 42173"/>
                  <a:gd name="connsiteY17" fmla="*/ 12768 h 168537"/>
                  <a:gd name="connsiteX18" fmla="*/ 12780 w 42173"/>
                  <a:gd name="connsiteY18" fmla="*/ 21067 h 168537"/>
                  <a:gd name="connsiteX19" fmla="*/ 12780 w 42173"/>
                  <a:gd name="connsiteY19" fmla="*/ 38942 h 168537"/>
                  <a:gd name="connsiteX20" fmla="*/ 21086 w 42173"/>
                  <a:gd name="connsiteY20" fmla="*/ 47241 h 168537"/>
                  <a:gd name="connsiteX21" fmla="*/ 26837 w 42173"/>
                  <a:gd name="connsiteY21" fmla="*/ 44688 h 168537"/>
                  <a:gd name="connsiteX22" fmla="*/ 29394 w 42173"/>
                  <a:gd name="connsiteY22" fmla="*/ 38942 h 168537"/>
                  <a:gd name="connsiteX23" fmla="*/ 29394 w 42173"/>
                  <a:gd name="connsiteY23" fmla="*/ 21067 h 168537"/>
                  <a:gd name="connsiteX24" fmla="*/ 26837 w 42173"/>
                  <a:gd name="connsiteY24" fmla="*/ 15322 h 168537"/>
                  <a:gd name="connsiteX25" fmla="*/ 21086 w 42173"/>
                  <a:gd name="connsiteY25" fmla="*/ 12768 h 168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2173" h="168537">
                    <a:moveTo>
                      <a:pt x="16614" y="168537"/>
                    </a:moveTo>
                    <a:cubicBezTo>
                      <a:pt x="12780" y="168537"/>
                      <a:pt x="10224" y="165984"/>
                      <a:pt x="10224" y="162153"/>
                    </a:cubicBezTo>
                    <a:lnTo>
                      <a:pt x="10224" y="137256"/>
                    </a:lnTo>
                    <a:cubicBezTo>
                      <a:pt x="10224" y="131510"/>
                      <a:pt x="12141" y="125765"/>
                      <a:pt x="16614" y="121934"/>
                    </a:cubicBezTo>
                    <a:cubicBezTo>
                      <a:pt x="24921" y="113635"/>
                      <a:pt x="29394" y="102782"/>
                      <a:pt x="29394" y="90653"/>
                    </a:cubicBezTo>
                    <a:lnTo>
                      <a:pt x="29394" y="58094"/>
                    </a:lnTo>
                    <a:cubicBezTo>
                      <a:pt x="26837" y="59371"/>
                      <a:pt x="24281" y="60009"/>
                      <a:pt x="21086" y="60009"/>
                    </a:cubicBezTo>
                    <a:cubicBezTo>
                      <a:pt x="9585" y="60009"/>
                      <a:pt x="0" y="50433"/>
                      <a:pt x="0" y="38942"/>
                    </a:cubicBezTo>
                    <a:lnTo>
                      <a:pt x="0" y="21067"/>
                    </a:lnTo>
                    <a:cubicBezTo>
                      <a:pt x="0" y="9576"/>
                      <a:pt x="9585" y="0"/>
                      <a:pt x="21086" y="0"/>
                    </a:cubicBezTo>
                    <a:cubicBezTo>
                      <a:pt x="26837" y="0"/>
                      <a:pt x="31950" y="1915"/>
                      <a:pt x="35783" y="6384"/>
                    </a:cubicBezTo>
                    <a:cubicBezTo>
                      <a:pt x="39617" y="10214"/>
                      <a:pt x="42173" y="15960"/>
                      <a:pt x="42173" y="21706"/>
                    </a:cubicBezTo>
                    <a:lnTo>
                      <a:pt x="42173" y="91291"/>
                    </a:lnTo>
                    <a:cubicBezTo>
                      <a:pt x="42173" y="105974"/>
                      <a:pt x="36422" y="120019"/>
                      <a:pt x="26199" y="130872"/>
                    </a:cubicBezTo>
                    <a:cubicBezTo>
                      <a:pt x="24281" y="132787"/>
                      <a:pt x="23642" y="134702"/>
                      <a:pt x="23642" y="137256"/>
                    </a:cubicBezTo>
                    <a:lnTo>
                      <a:pt x="23642" y="162153"/>
                    </a:lnTo>
                    <a:cubicBezTo>
                      <a:pt x="23004" y="165345"/>
                      <a:pt x="20447" y="168537"/>
                      <a:pt x="16614" y="168537"/>
                    </a:cubicBezTo>
                    <a:close/>
                    <a:moveTo>
                      <a:pt x="21086" y="12768"/>
                    </a:moveTo>
                    <a:cubicBezTo>
                      <a:pt x="16614" y="12768"/>
                      <a:pt x="12780" y="16598"/>
                      <a:pt x="12780" y="21067"/>
                    </a:cubicBezTo>
                    <a:lnTo>
                      <a:pt x="12780" y="38942"/>
                    </a:lnTo>
                    <a:cubicBezTo>
                      <a:pt x="12780" y="43411"/>
                      <a:pt x="16614" y="47241"/>
                      <a:pt x="21086" y="47241"/>
                    </a:cubicBezTo>
                    <a:cubicBezTo>
                      <a:pt x="23004" y="47241"/>
                      <a:pt x="25560" y="46603"/>
                      <a:pt x="26837" y="44688"/>
                    </a:cubicBezTo>
                    <a:cubicBezTo>
                      <a:pt x="28116" y="43411"/>
                      <a:pt x="29394" y="40857"/>
                      <a:pt x="29394" y="38942"/>
                    </a:cubicBezTo>
                    <a:lnTo>
                      <a:pt x="29394" y="21067"/>
                    </a:lnTo>
                    <a:cubicBezTo>
                      <a:pt x="29394" y="18514"/>
                      <a:pt x="28755" y="16598"/>
                      <a:pt x="26837" y="15322"/>
                    </a:cubicBezTo>
                    <a:cubicBezTo>
                      <a:pt x="24921" y="13406"/>
                      <a:pt x="23004" y="12768"/>
                      <a:pt x="21086" y="12768"/>
                    </a:cubicBezTo>
                    <a:close/>
                  </a:path>
                </a:pathLst>
              </a:custGeom>
              <a:solidFill>
                <a:srgbClr val="0076A8"/>
              </a:solidFill>
              <a:ln w="6390" cap="flat">
                <a:noFill/>
                <a:prstDash val="solid"/>
                <a:miter/>
              </a:ln>
            </p:spPr>
            <p:txBody>
              <a:bodyPr rtlCol="0" anchor="ctr"/>
              <a:lstStyle/>
              <a:p>
                <a:endParaRPr lang="en-US"/>
              </a:p>
            </p:txBody>
          </p:sp>
          <p:sp>
            <p:nvSpPr>
              <p:cNvPr id="61" name="Graphic 4">
                <a:extLst>
                  <a:ext uri="{FF2B5EF4-FFF2-40B4-BE49-F238E27FC236}">
                    <a16:creationId xmlns:a16="http://schemas.microsoft.com/office/drawing/2014/main" id="{AF0D1B70-CD66-0643-9FC5-B31A47A836C3}"/>
                  </a:ext>
                </a:extLst>
              </p:cNvPr>
              <p:cNvSpPr/>
              <p:nvPr/>
            </p:nvSpPr>
            <p:spPr>
              <a:xfrm>
                <a:off x="6859597" y="1527849"/>
                <a:ext cx="88820" cy="173644"/>
              </a:xfrm>
              <a:custGeom>
                <a:avLst/>
                <a:gdLst>
                  <a:gd name="connsiteX0" fmla="*/ 35783 w 88820"/>
                  <a:gd name="connsiteY0" fmla="*/ 173644 h 173644"/>
                  <a:gd name="connsiteX1" fmla="*/ 29394 w 88820"/>
                  <a:gd name="connsiteY1" fmla="*/ 167260 h 173644"/>
                  <a:gd name="connsiteX2" fmla="*/ 29394 w 88820"/>
                  <a:gd name="connsiteY2" fmla="*/ 144916 h 173644"/>
                  <a:gd name="connsiteX3" fmla="*/ 24921 w 88820"/>
                  <a:gd name="connsiteY3" fmla="*/ 137256 h 173644"/>
                  <a:gd name="connsiteX4" fmla="*/ 0 w 88820"/>
                  <a:gd name="connsiteY4" fmla="*/ 91291 h 173644"/>
                  <a:gd name="connsiteX5" fmla="*/ 0 w 88820"/>
                  <a:gd name="connsiteY5" fmla="*/ 89376 h 173644"/>
                  <a:gd name="connsiteX6" fmla="*/ 0 w 88820"/>
                  <a:gd name="connsiteY6" fmla="*/ 8938 h 173644"/>
                  <a:gd name="connsiteX7" fmla="*/ 3195 w 88820"/>
                  <a:gd name="connsiteY7" fmla="*/ 3192 h 173644"/>
                  <a:gd name="connsiteX8" fmla="*/ 14697 w 88820"/>
                  <a:gd name="connsiteY8" fmla="*/ 0 h 173644"/>
                  <a:gd name="connsiteX9" fmla="*/ 17253 w 88820"/>
                  <a:gd name="connsiteY9" fmla="*/ 0 h 173644"/>
                  <a:gd name="connsiteX10" fmla="*/ 18531 w 88820"/>
                  <a:gd name="connsiteY10" fmla="*/ 0 h 173644"/>
                  <a:gd name="connsiteX11" fmla="*/ 27477 w 88820"/>
                  <a:gd name="connsiteY11" fmla="*/ 1915 h 173644"/>
                  <a:gd name="connsiteX12" fmla="*/ 32589 w 88820"/>
                  <a:gd name="connsiteY12" fmla="*/ 5107 h 173644"/>
                  <a:gd name="connsiteX13" fmla="*/ 41535 w 88820"/>
                  <a:gd name="connsiteY13" fmla="*/ 23621 h 173644"/>
                  <a:gd name="connsiteX14" fmla="*/ 41535 w 88820"/>
                  <a:gd name="connsiteY14" fmla="*/ 24259 h 173644"/>
                  <a:gd name="connsiteX15" fmla="*/ 41535 w 88820"/>
                  <a:gd name="connsiteY15" fmla="*/ 61286 h 173644"/>
                  <a:gd name="connsiteX16" fmla="*/ 88820 w 88820"/>
                  <a:gd name="connsiteY16" fmla="*/ 114912 h 173644"/>
                  <a:gd name="connsiteX17" fmla="*/ 82430 w 88820"/>
                  <a:gd name="connsiteY17" fmla="*/ 121296 h 173644"/>
                  <a:gd name="connsiteX18" fmla="*/ 76040 w 88820"/>
                  <a:gd name="connsiteY18" fmla="*/ 114912 h 173644"/>
                  <a:gd name="connsiteX19" fmla="*/ 35145 w 88820"/>
                  <a:gd name="connsiteY19" fmla="*/ 73416 h 173644"/>
                  <a:gd name="connsiteX20" fmla="*/ 28755 w 88820"/>
                  <a:gd name="connsiteY20" fmla="*/ 67032 h 173644"/>
                  <a:gd name="connsiteX21" fmla="*/ 28755 w 88820"/>
                  <a:gd name="connsiteY21" fmla="*/ 24259 h 173644"/>
                  <a:gd name="connsiteX22" fmla="*/ 24282 w 88820"/>
                  <a:gd name="connsiteY22" fmla="*/ 15322 h 173644"/>
                  <a:gd name="connsiteX23" fmla="*/ 21726 w 88820"/>
                  <a:gd name="connsiteY23" fmla="*/ 14045 h 173644"/>
                  <a:gd name="connsiteX24" fmla="*/ 17253 w 88820"/>
                  <a:gd name="connsiteY24" fmla="*/ 12768 h 173644"/>
                  <a:gd name="connsiteX25" fmla="*/ 15336 w 88820"/>
                  <a:gd name="connsiteY25" fmla="*/ 12768 h 173644"/>
                  <a:gd name="connsiteX26" fmla="*/ 14058 w 88820"/>
                  <a:gd name="connsiteY26" fmla="*/ 12768 h 173644"/>
                  <a:gd name="connsiteX27" fmla="*/ 11502 w 88820"/>
                  <a:gd name="connsiteY27" fmla="*/ 12768 h 173644"/>
                  <a:gd name="connsiteX28" fmla="*/ 11502 w 88820"/>
                  <a:gd name="connsiteY28" fmla="*/ 90653 h 173644"/>
                  <a:gd name="connsiteX29" fmla="*/ 31311 w 88820"/>
                  <a:gd name="connsiteY29" fmla="*/ 126403 h 173644"/>
                  <a:gd name="connsiteX30" fmla="*/ 40896 w 88820"/>
                  <a:gd name="connsiteY30" fmla="*/ 144916 h 173644"/>
                  <a:gd name="connsiteX31" fmla="*/ 40896 w 88820"/>
                  <a:gd name="connsiteY31" fmla="*/ 167260 h 173644"/>
                  <a:gd name="connsiteX32" fmla="*/ 35783 w 88820"/>
                  <a:gd name="connsiteY32" fmla="*/ 173644 h 173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88820" h="173644">
                    <a:moveTo>
                      <a:pt x="35783" y="173644"/>
                    </a:moveTo>
                    <a:cubicBezTo>
                      <a:pt x="31950" y="173644"/>
                      <a:pt x="29394" y="171091"/>
                      <a:pt x="29394" y="167260"/>
                    </a:cubicBezTo>
                    <a:lnTo>
                      <a:pt x="29394" y="144916"/>
                    </a:lnTo>
                    <a:cubicBezTo>
                      <a:pt x="29394" y="141724"/>
                      <a:pt x="28116" y="138532"/>
                      <a:pt x="24921" y="137256"/>
                    </a:cubicBezTo>
                    <a:cubicBezTo>
                      <a:pt x="9585" y="127041"/>
                      <a:pt x="0" y="109804"/>
                      <a:pt x="0" y="91291"/>
                    </a:cubicBezTo>
                    <a:lnTo>
                      <a:pt x="0" y="89376"/>
                    </a:lnTo>
                    <a:lnTo>
                      <a:pt x="0" y="8938"/>
                    </a:lnTo>
                    <a:cubicBezTo>
                      <a:pt x="0" y="6384"/>
                      <a:pt x="1278" y="4469"/>
                      <a:pt x="3195" y="3192"/>
                    </a:cubicBezTo>
                    <a:cubicBezTo>
                      <a:pt x="6390" y="1277"/>
                      <a:pt x="10224" y="0"/>
                      <a:pt x="14697" y="0"/>
                    </a:cubicBezTo>
                    <a:lnTo>
                      <a:pt x="17253" y="0"/>
                    </a:lnTo>
                    <a:cubicBezTo>
                      <a:pt x="17892" y="0"/>
                      <a:pt x="17892" y="0"/>
                      <a:pt x="18531" y="0"/>
                    </a:cubicBezTo>
                    <a:cubicBezTo>
                      <a:pt x="21726" y="0"/>
                      <a:pt x="24921" y="638"/>
                      <a:pt x="27477" y="1915"/>
                    </a:cubicBezTo>
                    <a:cubicBezTo>
                      <a:pt x="29394" y="2554"/>
                      <a:pt x="31311" y="3830"/>
                      <a:pt x="32589" y="5107"/>
                    </a:cubicBezTo>
                    <a:cubicBezTo>
                      <a:pt x="38340" y="9576"/>
                      <a:pt x="41535" y="15960"/>
                      <a:pt x="41535" y="23621"/>
                    </a:cubicBezTo>
                    <a:cubicBezTo>
                      <a:pt x="41535" y="23621"/>
                      <a:pt x="41535" y="24259"/>
                      <a:pt x="41535" y="24259"/>
                    </a:cubicBezTo>
                    <a:lnTo>
                      <a:pt x="41535" y="61286"/>
                    </a:lnTo>
                    <a:cubicBezTo>
                      <a:pt x="67733" y="64478"/>
                      <a:pt x="88820" y="87461"/>
                      <a:pt x="88820" y="114912"/>
                    </a:cubicBezTo>
                    <a:cubicBezTo>
                      <a:pt x="88820" y="118742"/>
                      <a:pt x="86264" y="121296"/>
                      <a:pt x="82430" y="121296"/>
                    </a:cubicBezTo>
                    <a:cubicBezTo>
                      <a:pt x="78597" y="121296"/>
                      <a:pt x="76040" y="118742"/>
                      <a:pt x="76040" y="114912"/>
                    </a:cubicBezTo>
                    <a:cubicBezTo>
                      <a:pt x="76040" y="92568"/>
                      <a:pt x="57509" y="74054"/>
                      <a:pt x="35145" y="73416"/>
                    </a:cubicBezTo>
                    <a:cubicBezTo>
                      <a:pt x="31950" y="73416"/>
                      <a:pt x="28755" y="70224"/>
                      <a:pt x="28755" y="67032"/>
                    </a:cubicBezTo>
                    <a:lnTo>
                      <a:pt x="28755" y="24259"/>
                    </a:lnTo>
                    <a:cubicBezTo>
                      <a:pt x="28755" y="20429"/>
                      <a:pt x="26837" y="17237"/>
                      <a:pt x="24282" y="15322"/>
                    </a:cubicBezTo>
                    <a:cubicBezTo>
                      <a:pt x="23642" y="14683"/>
                      <a:pt x="23004" y="14045"/>
                      <a:pt x="21726" y="14045"/>
                    </a:cubicBezTo>
                    <a:cubicBezTo>
                      <a:pt x="20447" y="13406"/>
                      <a:pt x="19170" y="13406"/>
                      <a:pt x="17253" y="12768"/>
                    </a:cubicBezTo>
                    <a:lnTo>
                      <a:pt x="15336" y="12768"/>
                    </a:lnTo>
                    <a:lnTo>
                      <a:pt x="14058" y="12768"/>
                    </a:lnTo>
                    <a:cubicBezTo>
                      <a:pt x="13419" y="12768"/>
                      <a:pt x="12141" y="12768"/>
                      <a:pt x="11502" y="12768"/>
                    </a:cubicBezTo>
                    <a:lnTo>
                      <a:pt x="11502" y="90653"/>
                    </a:lnTo>
                    <a:cubicBezTo>
                      <a:pt x="12141" y="104697"/>
                      <a:pt x="19170" y="118104"/>
                      <a:pt x="31311" y="126403"/>
                    </a:cubicBezTo>
                    <a:cubicBezTo>
                      <a:pt x="37701" y="130872"/>
                      <a:pt x="40896" y="137256"/>
                      <a:pt x="40896" y="144916"/>
                    </a:cubicBezTo>
                    <a:lnTo>
                      <a:pt x="40896" y="167260"/>
                    </a:lnTo>
                    <a:cubicBezTo>
                      <a:pt x="42173" y="170452"/>
                      <a:pt x="39617" y="173644"/>
                      <a:pt x="35783" y="173644"/>
                    </a:cubicBezTo>
                    <a:close/>
                  </a:path>
                </a:pathLst>
              </a:custGeom>
              <a:solidFill>
                <a:srgbClr val="0076A8"/>
              </a:solidFill>
              <a:ln w="6390" cap="flat">
                <a:noFill/>
                <a:prstDash val="solid"/>
                <a:miter/>
              </a:ln>
            </p:spPr>
            <p:txBody>
              <a:bodyPr rtlCol="0" anchor="ctr"/>
              <a:lstStyle/>
              <a:p>
                <a:endParaRPr lang="en-US"/>
              </a:p>
            </p:txBody>
          </p:sp>
          <p:sp>
            <p:nvSpPr>
              <p:cNvPr id="62" name="Graphic 4">
                <a:extLst>
                  <a:ext uri="{FF2B5EF4-FFF2-40B4-BE49-F238E27FC236}">
                    <a16:creationId xmlns:a16="http://schemas.microsoft.com/office/drawing/2014/main" id="{F8CEDB26-202A-054B-A187-90E743BDED17}"/>
                  </a:ext>
                </a:extLst>
              </p:cNvPr>
              <p:cNvSpPr/>
              <p:nvPr/>
            </p:nvSpPr>
            <p:spPr>
              <a:xfrm>
                <a:off x="6936276" y="1610742"/>
                <a:ext cx="34604" cy="38402"/>
              </a:xfrm>
              <a:custGeom>
                <a:avLst/>
                <a:gdLst>
                  <a:gd name="connsiteX0" fmla="*/ 6390 w 34604"/>
                  <a:gd name="connsiteY0" fmla="*/ 38402 h 38402"/>
                  <a:gd name="connsiteX1" fmla="*/ 0 w 34604"/>
                  <a:gd name="connsiteY1" fmla="*/ 32018 h 38402"/>
                  <a:gd name="connsiteX2" fmla="*/ 26837 w 34604"/>
                  <a:gd name="connsiteY2" fmla="*/ 98 h 38402"/>
                  <a:gd name="connsiteX3" fmla="*/ 34506 w 34604"/>
                  <a:gd name="connsiteY3" fmla="*/ 5206 h 38402"/>
                  <a:gd name="connsiteX4" fmla="*/ 29394 w 34604"/>
                  <a:gd name="connsiteY4" fmla="*/ 12866 h 38402"/>
                  <a:gd name="connsiteX5" fmla="*/ 13419 w 34604"/>
                  <a:gd name="connsiteY5" fmla="*/ 32018 h 38402"/>
                  <a:gd name="connsiteX6" fmla="*/ 6390 w 34604"/>
                  <a:gd name="connsiteY6" fmla="*/ 38402 h 3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604" h="38402">
                    <a:moveTo>
                      <a:pt x="6390" y="38402"/>
                    </a:moveTo>
                    <a:cubicBezTo>
                      <a:pt x="2556" y="38402"/>
                      <a:pt x="0" y="35849"/>
                      <a:pt x="0" y="32018"/>
                    </a:cubicBezTo>
                    <a:cubicBezTo>
                      <a:pt x="0" y="16058"/>
                      <a:pt x="11502" y="2652"/>
                      <a:pt x="26837" y="98"/>
                    </a:cubicBezTo>
                    <a:cubicBezTo>
                      <a:pt x="30032" y="-540"/>
                      <a:pt x="33867" y="2014"/>
                      <a:pt x="34506" y="5206"/>
                    </a:cubicBezTo>
                    <a:cubicBezTo>
                      <a:pt x="35145" y="8398"/>
                      <a:pt x="32589" y="12228"/>
                      <a:pt x="29394" y="12866"/>
                    </a:cubicBezTo>
                    <a:cubicBezTo>
                      <a:pt x="19809" y="14782"/>
                      <a:pt x="13419" y="22442"/>
                      <a:pt x="13419" y="32018"/>
                    </a:cubicBezTo>
                    <a:cubicBezTo>
                      <a:pt x="12780" y="35849"/>
                      <a:pt x="9585" y="38402"/>
                      <a:pt x="6390" y="38402"/>
                    </a:cubicBezTo>
                    <a:close/>
                  </a:path>
                </a:pathLst>
              </a:custGeom>
              <a:solidFill>
                <a:srgbClr val="0076A8"/>
              </a:solidFill>
              <a:ln w="6390" cap="flat">
                <a:noFill/>
                <a:prstDash val="solid"/>
                <a:miter/>
              </a:ln>
            </p:spPr>
            <p:txBody>
              <a:bodyPr rtlCol="0" anchor="ctr"/>
              <a:lstStyle/>
              <a:p>
                <a:endParaRPr lang="en-US"/>
              </a:p>
            </p:txBody>
          </p:sp>
          <p:sp>
            <p:nvSpPr>
              <p:cNvPr id="63" name="Graphic 4">
                <a:extLst>
                  <a:ext uri="{FF2B5EF4-FFF2-40B4-BE49-F238E27FC236}">
                    <a16:creationId xmlns:a16="http://schemas.microsoft.com/office/drawing/2014/main" id="{9E9A2D91-93BE-434F-BFBF-D14AC19CBDB6}"/>
                  </a:ext>
                </a:extLst>
              </p:cNvPr>
              <p:cNvSpPr/>
              <p:nvPr/>
            </p:nvSpPr>
            <p:spPr>
              <a:xfrm>
                <a:off x="6879406" y="1465286"/>
                <a:ext cx="42173" cy="80438"/>
              </a:xfrm>
              <a:custGeom>
                <a:avLst/>
                <a:gdLst>
                  <a:gd name="connsiteX0" fmla="*/ 35783 w 42173"/>
                  <a:gd name="connsiteY0" fmla="*/ 80438 h 80438"/>
                  <a:gd name="connsiteX1" fmla="*/ 29394 w 42173"/>
                  <a:gd name="connsiteY1" fmla="*/ 74054 h 80438"/>
                  <a:gd name="connsiteX2" fmla="*/ 29394 w 42173"/>
                  <a:gd name="connsiteY2" fmla="*/ 21067 h 80438"/>
                  <a:gd name="connsiteX3" fmla="*/ 26838 w 42173"/>
                  <a:gd name="connsiteY3" fmla="*/ 15322 h 80438"/>
                  <a:gd name="connsiteX4" fmla="*/ 21087 w 42173"/>
                  <a:gd name="connsiteY4" fmla="*/ 12768 h 80438"/>
                  <a:gd name="connsiteX5" fmla="*/ 12780 w 42173"/>
                  <a:gd name="connsiteY5" fmla="*/ 21067 h 80438"/>
                  <a:gd name="connsiteX6" fmla="*/ 12780 w 42173"/>
                  <a:gd name="connsiteY6" fmla="*/ 70862 h 80438"/>
                  <a:gd name="connsiteX7" fmla="*/ 6390 w 42173"/>
                  <a:gd name="connsiteY7" fmla="*/ 77246 h 80438"/>
                  <a:gd name="connsiteX8" fmla="*/ 6390 w 42173"/>
                  <a:gd name="connsiteY8" fmla="*/ 77246 h 80438"/>
                  <a:gd name="connsiteX9" fmla="*/ 0 w 42173"/>
                  <a:gd name="connsiteY9" fmla="*/ 70862 h 80438"/>
                  <a:gd name="connsiteX10" fmla="*/ 0 w 42173"/>
                  <a:gd name="connsiteY10" fmla="*/ 21067 h 80438"/>
                  <a:gd name="connsiteX11" fmla="*/ 21087 w 42173"/>
                  <a:gd name="connsiteY11" fmla="*/ 0 h 80438"/>
                  <a:gd name="connsiteX12" fmla="*/ 35783 w 42173"/>
                  <a:gd name="connsiteY12" fmla="*/ 6384 h 80438"/>
                  <a:gd name="connsiteX13" fmla="*/ 42173 w 42173"/>
                  <a:gd name="connsiteY13" fmla="*/ 19790 h 80438"/>
                  <a:gd name="connsiteX14" fmla="*/ 42173 w 42173"/>
                  <a:gd name="connsiteY14" fmla="*/ 21067 h 80438"/>
                  <a:gd name="connsiteX15" fmla="*/ 42173 w 42173"/>
                  <a:gd name="connsiteY15" fmla="*/ 74054 h 80438"/>
                  <a:gd name="connsiteX16" fmla="*/ 35783 w 42173"/>
                  <a:gd name="connsiteY16" fmla="*/ 80438 h 80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173" h="80438">
                    <a:moveTo>
                      <a:pt x="35783" y="80438"/>
                    </a:moveTo>
                    <a:cubicBezTo>
                      <a:pt x="31950" y="80438"/>
                      <a:pt x="29394" y="77885"/>
                      <a:pt x="29394" y="74054"/>
                    </a:cubicBezTo>
                    <a:lnTo>
                      <a:pt x="29394" y="21067"/>
                    </a:lnTo>
                    <a:cubicBezTo>
                      <a:pt x="29394" y="18514"/>
                      <a:pt x="28116" y="16598"/>
                      <a:pt x="26838" y="15322"/>
                    </a:cubicBezTo>
                    <a:cubicBezTo>
                      <a:pt x="25560" y="14045"/>
                      <a:pt x="23004" y="12768"/>
                      <a:pt x="21087" y="12768"/>
                    </a:cubicBezTo>
                    <a:cubicBezTo>
                      <a:pt x="16614" y="12768"/>
                      <a:pt x="12780" y="16598"/>
                      <a:pt x="12780" y="21067"/>
                    </a:cubicBezTo>
                    <a:lnTo>
                      <a:pt x="12780" y="70862"/>
                    </a:lnTo>
                    <a:cubicBezTo>
                      <a:pt x="12780" y="74693"/>
                      <a:pt x="10224" y="77246"/>
                      <a:pt x="6390" y="77246"/>
                    </a:cubicBezTo>
                    <a:lnTo>
                      <a:pt x="6390" y="77246"/>
                    </a:lnTo>
                    <a:cubicBezTo>
                      <a:pt x="2556" y="77246"/>
                      <a:pt x="0" y="74693"/>
                      <a:pt x="0" y="70862"/>
                    </a:cubicBezTo>
                    <a:lnTo>
                      <a:pt x="0" y="21067"/>
                    </a:lnTo>
                    <a:cubicBezTo>
                      <a:pt x="0" y="9576"/>
                      <a:pt x="9585" y="0"/>
                      <a:pt x="21087" y="0"/>
                    </a:cubicBezTo>
                    <a:cubicBezTo>
                      <a:pt x="26838" y="0"/>
                      <a:pt x="31950" y="1915"/>
                      <a:pt x="35783" y="6384"/>
                    </a:cubicBezTo>
                    <a:cubicBezTo>
                      <a:pt x="39618" y="10214"/>
                      <a:pt x="41535" y="14683"/>
                      <a:pt x="42173" y="19790"/>
                    </a:cubicBezTo>
                    <a:cubicBezTo>
                      <a:pt x="42173" y="20429"/>
                      <a:pt x="42173" y="21067"/>
                      <a:pt x="42173" y="21067"/>
                    </a:cubicBezTo>
                    <a:lnTo>
                      <a:pt x="42173" y="74054"/>
                    </a:lnTo>
                    <a:cubicBezTo>
                      <a:pt x="42173" y="77885"/>
                      <a:pt x="38978" y="80438"/>
                      <a:pt x="35783" y="80438"/>
                    </a:cubicBezTo>
                    <a:close/>
                  </a:path>
                </a:pathLst>
              </a:custGeom>
              <a:solidFill>
                <a:srgbClr val="0076A8"/>
              </a:solidFill>
              <a:ln w="6390" cap="flat">
                <a:noFill/>
                <a:prstDash val="solid"/>
                <a:miter/>
              </a:ln>
            </p:spPr>
            <p:txBody>
              <a:bodyPr rtlCol="0" anchor="ctr"/>
              <a:lstStyle/>
              <a:p>
                <a:endParaRPr lang="en-US"/>
              </a:p>
            </p:txBody>
          </p:sp>
        </p:grpSp>
      </p:grpSp>
      <p:grpSp>
        <p:nvGrpSpPr>
          <p:cNvPr id="557" name="Graphic 4">
            <a:extLst>
              <a:ext uri="{FF2B5EF4-FFF2-40B4-BE49-F238E27FC236}">
                <a16:creationId xmlns:a16="http://schemas.microsoft.com/office/drawing/2014/main" id="{19D80C7E-5169-1742-815F-9FFA71744378}"/>
              </a:ext>
            </a:extLst>
          </p:cNvPr>
          <p:cNvGrpSpPr>
            <a:grpSpLocks noChangeAspect="1"/>
          </p:cNvGrpSpPr>
          <p:nvPr/>
        </p:nvGrpSpPr>
        <p:grpSpPr>
          <a:xfrm>
            <a:off x="7802113" y="2855717"/>
            <a:ext cx="361670" cy="361333"/>
            <a:chOff x="7802113" y="2855717"/>
            <a:chExt cx="361670" cy="361333"/>
          </a:xfrm>
          <a:solidFill>
            <a:srgbClr val="0076A8"/>
          </a:solidFill>
        </p:grpSpPr>
        <p:sp>
          <p:nvSpPr>
            <p:cNvPr id="558" name="Graphic 4">
              <a:extLst>
                <a:ext uri="{FF2B5EF4-FFF2-40B4-BE49-F238E27FC236}">
                  <a16:creationId xmlns:a16="http://schemas.microsoft.com/office/drawing/2014/main" id="{1ECF926D-E9AB-584D-AD82-864BA585D490}"/>
                </a:ext>
              </a:extLst>
            </p:cNvPr>
            <p:cNvSpPr/>
            <p:nvPr/>
          </p:nvSpPr>
          <p:spPr>
            <a:xfrm>
              <a:off x="7802113" y="2855717"/>
              <a:ext cx="361670" cy="361333"/>
            </a:xfrm>
            <a:custGeom>
              <a:avLst/>
              <a:gdLst>
                <a:gd name="connsiteX0" fmla="*/ 180836 w 361670"/>
                <a:gd name="connsiteY0" fmla="*/ 12768 h 361333"/>
                <a:gd name="connsiteX1" fmla="*/ 348890 w 361670"/>
                <a:gd name="connsiteY1" fmla="*/ 180667 h 361333"/>
                <a:gd name="connsiteX2" fmla="*/ 180836 w 361670"/>
                <a:gd name="connsiteY2" fmla="*/ 348565 h 361333"/>
                <a:gd name="connsiteX3" fmla="*/ 12780 w 361670"/>
                <a:gd name="connsiteY3" fmla="*/ 180667 h 361333"/>
                <a:gd name="connsiteX4" fmla="*/ 180836 w 361670"/>
                <a:gd name="connsiteY4" fmla="*/ 12768 h 361333"/>
                <a:gd name="connsiteX5" fmla="*/ 180836 w 361670"/>
                <a:gd name="connsiteY5" fmla="*/ 0 h 361333"/>
                <a:gd name="connsiteX6" fmla="*/ 0 w 361670"/>
                <a:gd name="connsiteY6" fmla="*/ 180667 h 361333"/>
                <a:gd name="connsiteX7" fmla="*/ 180836 w 361670"/>
                <a:gd name="connsiteY7" fmla="*/ 361333 h 361333"/>
                <a:gd name="connsiteX8" fmla="*/ 361670 w 361670"/>
                <a:gd name="connsiteY8" fmla="*/ 180667 h 361333"/>
                <a:gd name="connsiteX9" fmla="*/ 180836 w 361670"/>
                <a:gd name="connsiteY9" fmla="*/ 0 h 361333"/>
                <a:gd name="connsiteX10" fmla="*/ 180836 w 361670"/>
                <a:gd name="connsiteY10"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670" h="361333">
                  <a:moveTo>
                    <a:pt x="180836" y="12768"/>
                  </a:moveTo>
                  <a:cubicBezTo>
                    <a:pt x="273490" y="12768"/>
                    <a:pt x="348890" y="88099"/>
                    <a:pt x="348890" y="180667"/>
                  </a:cubicBezTo>
                  <a:cubicBezTo>
                    <a:pt x="348890" y="273234"/>
                    <a:pt x="273490" y="348565"/>
                    <a:pt x="180836" y="348565"/>
                  </a:cubicBezTo>
                  <a:cubicBezTo>
                    <a:pt x="88181" y="348565"/>
                    <a:pt x="12780" y="273234"/>
                    <a:pt x="12780" y="180667"/>
                  </a:cubicBezTo>
                  <a:cubicBezTo>
                    <a:pt x="12780" y="88099"/>
                    <a:pt x="87542" y="12768"/>
                    <a:pt x="180836" y="12768"/>
                  </a:cubicBezTo>
                  <a:moveTo>
                    <a:pt x="180836" y="0"/>
                  </a:moveTo>
                  <a:cubicBezTo>
                    <a:pt x="80513" y="0"/>
                    <a:pt x="0" y="81076"/>
                    <a:pt x="0" y="180667"/>
                  </a:cubicBezTo>
                  <a:cubicBezTo>
                    <a:pt x="0" y="280257"/>
                    <a:pt x="81152" y="361333"/>
                    <a:pt x="180836" y="361333"/>
                  </a:cubicBezTo>
                  <a:cubicBezTo>
                    <a:pt x="281157" y="361333"/>
                    <a:pt x="361670" y="280257"/>
                    <a:pt x="361670" y="180667"/>
                  </a:cubicBezTo>
                  <a:cubicBezTo>
                    <a:pt x="361670" y="81076"/>
                    <a:pt x="280518" y="0"/>
                    <a:pt x="180836" y="0"/>
                  </a:cubicBezTo>
                  <a:lnTo>
                    <a:pt x="180836" y="0"/>
                  </a:lnTo>
                  <a:close/>
                </a:path>
              </a:pathLst>
            </a:custGeom>
            <a:solidFill>
              <a:srgbClr val="0076A8"/>
            </a:solidFill>
            <a:ln w="6390" cap="flat">
              <a:noFill/>
              <a:prstDash val="solid"/>
              <a:miter/>
            </a:ln>
          </p:spPr>
          <p:txBody>
            <a:bodyPr rtlCol="0" anchor="ctr"/>
            <a:lstStyle/>
            <a:p>
              <a:endParaRPr lang="en-US"/>
            </a:p>
          </p:txBody>
        </p:sp>
        <p:grpSp>
          <p:nvGrpSpPr>
            <p:cNvPr id="559" name="Graphic 4">
              <a:extLst>
                <a:ext uri="{FF2B5EF4-FFF2-40B4-BE49-F238E27FC236}">
                  <a16:creationId xmlns:a16="http://schemas.microsoft.com/office/drawing/2014/main" id="{5F3E6549-8B3A-1B45-95F4-81C42DCDE7E8}"/>
                </a:ext>
              </a:extLst>
            </p:cNvPr>
            <p:cNvGrpSpPr/>
            <p:nvPr/>
          </p:nvGrpSpPr>
          <p:grpSpPr>
            <a:xfrm>
              <a:off x="7908824" y="2917004"/>
              <a:ext cx="148247" cy="238122"/>
              <a:chOff x="7908824" y="2917004"/>
              <a:chExt cx="148247" cy="238122"/>
            </a:xfrm>
            <a:solidFill>
              <a:srgbClr val="0076A8"/>
            </a:solidFill>
          </p:grpSpPr>
          <p:sp>
            <p:nvSpPr>
              <p:cNvPr id="560" name="Graphic 4">
                <a:extLst>
                  <a:ext uri="{FF2B5EF4-FFF2-40B4-BE49-F238E27FC236}">
                    <a16:creationId xmlns:a16="http://schemas.microsoft.com/office/drawing/2014/main" id="{5E631B0D-7398-7A40-9FCE-0B96AB519A6E}"/>
                  </a:ext>
                </a:extLst>
              </p:cNvPr>
              <p:cNvSpPr/>
              <p:nvPr/>
            </p:nvSpPr>
            <p:spPr>
              <a:xfrm>
                <a:off x="7985504" y="2983397"/>
                <a:ext cx="42174" cy="67031"/>
              </a:xfrm>
              <a:custGeom>
                <a:avLst/>
                <a:gdLst>
                  <a:gd name="connsiteX0" fmla="*/ 21087 w 42174"/>
                  <a:gd name="connsiteY0" fmla="*/ 67032 h 67031"/>
                  <a:gd name="connsiteX1" fmla="*/ 0 w 42174"/>
                  <a:gd name="connsiteY1" fmla="*/ 45965 h 67031"/>
                  <a:gd name="connsiteX2" fmla="*/ 6390 w 42174"/>
                  <a:gd name="connsiteY2" fmla="*/ 39581 h 67031"/>
                  <a:gd name="connsiteX3" fmla="*/ 12780 w 42174"/>
                  <a:gd name="connsiteY3" fmla="*/ 45965 h 67031"/>
                  <a:gd name="connsiteX4" fmla="*/ 21087 w 42174"/>
                  <a:gd name="connsiteY4" fmla="*/ 54264 h 67031"/>
                  <a:gd name="connsiteX5" fmla="*/ 26838 w 42174"/>
                  <a:gd name="connsiteY5" fmla="*/ 51710 h 67031"/>
                  <a:gd name="connsiteX6" fmla="*/ 29394 w 42174"/>
                  <a:gd name="connsiteY6" fmla="*/ 45965 h 67031"/>
                  <a:gd name="connsiteX7" fmla="*/ 29394 w 42174"/>
                  <a:gd name="connsiteY7" fmla="*/ 45965 h 67031"/>
                  <a:gd name="connsiteX8" fmla="*/ 29394 w 42174"/>
                  <a:gd name="connsiteY8" fmla="*/ 44049 h 67031"/>
                  <a:gd name="connsiteX9" fmla="*/ 29394 w 42174"/>
                  <a:gd name="connsiteY9" fmla="*/ 44049 h 67031"/>
                  <a:gd name="connsiteX10" fmla="*/ 29394 w 42174"/>
                  <a:gd name="connsiteY10" fmla="*/ 20429 h 67031"/>
                  <a:gd name="connsiteX11" fmla="*/ 26838 w 42174"/>
                  <a:gd name="connsiteY11" fmla="*/ 14683 h 67031"/>
                  <a:gd name="connsiteX12" fmla="*/ 21087 w 42174"/>
                  <a:gd name="connsiteY12" fmla="*/ 12130 h 67031"/>
                  <a:gd name="connsiteX13" fmla="*/ 12780 w 42174"/>
                  <a:gd name="connsiteY13" fmla="*/ 19790 h 67031"/>
                  <a:gd name="connsiteX14" fmla="*/ 12780 w 42174"/>
                  <a:gd name="connsiteY14" fmla="*/ 20429 h 67031"/>
                  <a:gd name="connsiteX15" fmla="*/ 6390 w 42174"/>
                  <a:gd name="connsiteY15" fmla="*/ 26813 h 67031"/>
                  <a:gd name="connsiteX16" fmla="*/ 0 w 42174"/>
                  <a:gd name="connsiteY16" fmla="*/ 20429 h 67031"/>
                  <a:gd name="connsiteX17" fmla="*/ 0 w 42174"/>
                  <a:gd name="connsiteY17" fmla="*/ 19152 h 67031"/>
                  <a:gd name="connsiteX18" fmla="*/ 21087 w 42174"/>
                  <a:gd name="connsiteY18" fmla="*/ 0 h 67031"/>
                  <a:gd name="connsiteX19" fmla="*/ 35784 w 42174"/>
                  <a:gd name="connsiteY19" fmla="*/ 6384 h 67031"/>
                  <a:gd name="connsiteX20" fmla="*/ 42174 w 42174"/>
                  <a:gd name="connsiteY20" fmla="*/ 21067 h 67031"/>
                  <a:gd name="connsiteX21" fmla="*/ 42174 w 42174"/>
                  <a:gd name="connsiteY21" fmla="*/ 44688 h 67031"/>
                  <a:gd name="connsiteX22" fmla="*/ 42174 w 42174"/>
                  <a:gd name="connsiteY22" fmla="*/ 44688 h 67031"/>
                  <a:gd name="connsiteX23" fmla="*/ 42174 w 42174"/>
                  <a:gd name="connsiteY23" fmla="*/ 44688 h 67031"/>
                  <a:gd name="connsiteX24" fmla="*/ 42174 w 42174"/>
                  <a:gd name="connsiteY24" fmla="*/ 45965 h 67031"/>
                  <a:gd name="connsiteX25" fmla="*/ 42174 w 42174"/>
                  <a:gd name="connsiteY25" fmla="*/ 45965 h 67031"/>
                  <a:gd name="connsiteX26" fmla="*/ 35784 w 42174"/>
                  <a:gd name="connsiteY26" fmla="*/ 60648 h 67031"/>
                  <a:gd name="connsiteX27" fmla="*/ 21087 w 42174"/>
                  <a:gd name="connsiteY27" fmla="*/ 67032 h 67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2174" h="67031">
                    <a:moveTo>
                      <a:pt x="21087" y="67032"/>
                    </a:moveTo>
                    <a:cubicBezTo>
                      <a:pt x="9585" y="67032"/>
                      <a:pt x="0" y="57456"/>
                      <a:pt x="0" y="45965"/>
                    </a:cubicBezTo>
                    <a:cubicBezTo>
                      <a:pt x="0" y="42134"/>
                      <a:pt x="2556" y="39581"/>
                      <a:pt x="6390" y="39581"/>
                    </a:cubicBezTo>
                    <a:cubicBezTo>
                      <a:pt x="10225" y="39581"/>
                      <a:pt x="12780" y="42134"/>
                      <a:pt x="12780" y="45965"/>
                    </a:cubicBezTo>
                    <a:cubicBezTo>
                      <a:pt x="12780" y="50433"/>
                      <a:pt x="16614" y="54264"/>
                      <a:pt x="21087" y="54264"/>
                    </a:cubicBezTo>
                    <a:cubicBezTo>
                      <a:pt x="23004" y="54264"/>
                      <a:pt x="25560" y="53625"/>
                      <a:pt x="26838" y="51710"/>
                    </a:cubicBezTo>
                    <a:cubicBezTo>
                      <a:pt x="28116" y="50433"/>
                      <a:pt x="29394" y="47880"/>
                      <a:pt x="29394" y="45965"/>
                    </a:cubicBezTo>
                    <a:lnTo>
                      <a:pt x="29394" y="45965"/>
                    </a:lnTo>
                    <a:cubicBezTo>
                      <a:pt x="29394" y="45326"/>
                      <a:pt x="29394" y="44688"/>
                      <a:pt x="29394" y="44049"/>
                    </a:cubicBezTo>
                    <a:lnTo>
                      <a:pt x="29394" y="44049"/>
                    </a:lnTo>
                    <a:lnTo>
                      <a:pt x="29394" y="20429"/>
                    </a:lnTo>
                    <a:cubicBezTo>
                      <a:pt x="29394" y="18514"/>
                      <a:pt x="28755" y="15960"/>
                      <a:pt x="26838" y="14683"/>
                    </a:cubicBezTo>
                    <a:cubicBezTo>
                      <a:pt x="25560" y="13406"/>
                      <a:pt x="23004" y="12130"/>
                      <a:pt x="21087" y="12130"/>
                    </a:cubicBezTo>
                    <a:cubicBezTo>
                      <a:pt x="16614" y="12130"/>
                      <a:pt x="13419" y="15322"/>
                      <a:pt x="12780" y="19790"/>
                    </a:cubicBezTo>
                    <a:lnTo>
                      <a:pt x="12780" y="20429"/>
                    </a:lnTo>
                    <a:cubicBezTo>
                      <a:pt x="12780" y="24259"/>
                      <a:pt x="10225" y="26813"/>
                      <a:pt x="6390" y="26813"/>
                    </a:cubicBezTo>
                    <a:cubicBezTo>
                      <a:pt x="2556" y="26813"/>
                      <a:pt x="0" y="24259"/>
                      <a:pt x="0" y="20429"/>
                    </a:cubicBezTo>
                    <a:cubicBezTo>
                      <a:pt x="0" y="19790"/>
                      <a:pt x="0" y="19152"/>
                      <a:pt x="0" y="19152"/>
                    </a:cubicBezTo>
                    <a:cubicBezTo>
                      <a:pt x="640" y="8299"/>
                      <a:pt x="10225" y="0"/>
                      <a:pt x="21087" y="0"/>
                    </a:cubicBezTo>
                    <a:cubicBezTo>
                      <a:pt x="26838" y="0"/>
                      <a:pt x="31950" y="1915"/>
                      <a:pt x="35784" y="6384"/>
                    </a:cubicBezTo>
                    <a:cubicBezTo>
                      <a:pt x="39618" y="10214"/>
                      <a:pt x="42174" y="15322"/>
                      <a:pt x="42174" y="21067"/>
                    </a:cubicBezTo>
                    <a:lnTo>
                      <a:pt x="42174" y="44688"/>
                    </a:lnTo>
                    <a:cubicBezTo>
                      <a:pt x="42174" y="44688"/>
                      <a:pt x="42174" y="44688"/>
                      <a:pt x="42174" y="44688"/>
                    </a:cubicBezTo>
                    <a:lnTo>
                      <a:pt x="42174" y="44688"/>
                    </a:lnTo>
                    <a:lnTo>
                      <a:pt x="42174" y="45965"/>
                    </a:lnTo>
                    <a:cubicBezTo>
                      <a:pt x="42174" y="45965"/>
                      <a:pt x="42174" y="45965"/>
                      <a:pt x="42174" y="45965"/>
                    </a:cubicBezTo>
                    <a:cubicBezTo>
                      <a:pt x="42174" y="51710"/>
                      <a:pt x="40257" y="56817"/>
                      <a:pt x="35784" y="60648"/>
                    </a:cubicBezTo>
                    <a:cubicBezTo>
                      <a:pt x="31950" y="65117"/>
                      <a:pt x="26838" y="67032"/>
                      <a:pt x="21087" y="67032"/>
                    </a:cubicBezTo>
                    <a:close/>
                  </a:path>
                </a:pathLst>
              </a:custGeom>
              <a:solidFill>
                <a:srgbClr val="0076A8"/>
              </a:solidFill>
              <a:ln w="6390" cap="flat">
                <a:noFill/>
                <a:prstDash val="solid"/>
                <a:miter/>
              </a:ln>
            </p:spPr>
            <p:txBody>
              <a:bodyPr rtlCol="0" anchor="ctr"/>
              <a:lstStyle/>
              <a:p>
                <a:endParaRPr lang="en-US"/>
              </a:p>
            </p:txBody>
          </p:sp>
          <p:sp>
            <p:nvSpPr>
              <p:cNvPr id="561" name="Graphic 4">
                <a:extLst>
                  <a:ext uri="{FF2B5EF4-FFF2-40B4-BE49-F238E27FC236}">
                    <a16:creationId xmlns:a16="http://schemas.microsoft.com/office/drawing/2014/main" id="{B0ADBB3C-C810-B74A-88BD-0F7CFD1AB899}"/>
                  </a:ext>
                </a:extLst>
              </p:cNvPr>
              <p:cNvSpPr/>
              <p:nvPr/>
            </p:nvSpPr>
            <p:spPr>
              <a:xfrm>
                <a:off x="7956749" y="2975736"/>
                <a:ext cx="42174" cy="70223"/>
              </a:xfrm>
              <a:custGeom>
                <a:avLst/>
                <a:gdLst>
                  <a:gd name="connsiteX0" fmla="*/ 21087 w 42174"/>
                  <a:gd name="connsiteY0" fmla="*/ 70224 h 70223"/>
                  <a:gd name="connsiteX1" fmla="*/ 6390 w 42174"/>
                  <a:gd name="connsiteY1" fmla="*/ 63840 h 70223"/>
                  <a:gd name="connsiteX2" fmla="*/ 640 w 42174"/>
                  <a:gd name="connsiteY2" fmla="*/ 52987 h 70223"/>
                  <a:gd name="connsiteX3" fmla="*/ 0 w 42174"/>
                  <a:gd name="connsiteY3" fmla="*/ 51072 h 70223"/>
                  <a:gd name="connsiteX4" fmla="*/ 0 w 42174"/>
                  <a:gd name="connsiteY4" fmla="*/ 49795 h 70223"/>
                  <a:gd name="connsiteX5" fmla="*/ 0 w 42174"/>
                  <a:gd name="connsiteY5" fmla="*/ 49157 h 70223"/>
                  <a:gd name="connsiteX6" fmla="*/ 0 w 42174"/>
                  <a:gd name="connsiteY6" fmla="*/ 48518 h 70223"/>
                  <a:gd name="connsiteX7" fmla="*/ 0 w 42174"/>
                  <a:gd name="connsiteY7" fmla="*/ 21067 h 70223"/>
                  <a:gd name="connsiteX8" fmla="*/ 21087 w 42174"/>
                  <a:gd name="connsiteY8" fmla="*/ 0 h 70223"/>
                  <a:gd name="connsiteX9" fmla="*/ 35784 w 42174"/>
                  <a:gd name="connsiteY9" fmla="*/ 6384 h 70223"/>
                  <a:gd name="connsiteX10" fmla="*/ 42174 w 42174"/>
                  <a:gd name="connsiteY10" fmla="*/ 21067 h 70223"/>
                  <a:gd name="connsiteX11" fmla="*/ 42174 w 42174"/>
                  <a:gd name="connsiteY11" fmla="*/ 55541 h 70223"/>
                  <a:gd name="connsiteX12" fmla="*/ 37701 w 42174"/>
                  <a:gd name="connsiteY12" fmla="*/ 61286 h 70223"/>
                  <a:gd name="connsiteX13" fmla="*/ 21087 w 42174"/>
                  <a:gd name="connsiteY13" fmla="*/ 70224 h 70223"/>
                  <a:gd name="connsiteX14" fmla="*/ 12780 w 42174"/>
                  <a:gd name="connsiteY14" fmla="*/ 50433 h 70223"/>
                  <a:gd name="connsiteX15" fmla="*/ 15336 w 42174"/>
                  <a:gd name="connsiteY15" fmla="*/ 55541 h 70223"/>
                  <a:gd name="connsiteX16" fmla="*/ 21087 w 42174"/>
                  <a:gd name="connsiteY16" fmla="*/ 58094 h 70223"/>
                  <a:gd name="connsiteX17" fmla="*/ 29394 w 42174"/>
                  <a:gd name="connsiteY17" fmla="*/ 49795 h 70223"/>
                  <a:gd name="connsiteX18" fmla="*/ 29394 w 42174"/>
                  <a:gd name="connsiteY18" fmla="*/ 49157 h 70223"/>
                  <a:gd name="connsiteX19" fmla="*/ 29394 w 42174"/>
                  <a:gd name="connsiteY19" fmla="*/ 21706 h 70223"/>
                  <a:gd name="connsiteX20" fmla="*/ 26838 w 42174"/>
                  <a:gd name="connsiteY20" fmla="*/ 15960 h 70223"/>
                  <a:gd name="connsiteX21" fmla="*/ 21087 w 42174"/>
                  <a:gd name="connsiteY21" fmla="*/ 13406 h 70223"/>
                  <a:gd name="connsiteX22" fmla="*/ 12780 w 42174"/>
                  <a:gd name="connsiteY22" fmla="*/ 21706 h 70223"/>
                  <a:gd name="connsiteX23" fmla="*/ 12780 w 42174"/>
                  <a:gd name="connsiteY23" fmla="*/ 50433 h 7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2174" h="70223">
                    <a:moveTo>
                      <a:pt x="21087" y="70224"/>
                    </a:moveTo>
                    <a:cubicBezTo>
                      <a:pt x="15336" y="70224"/>
                      <a:pt x="10225" y="68309"/>
                      <a:pt x="6390" y="63840"/>
                    </a:cubicBezTo>
                    <a:cubicBezTo>
                      <a:pt x="3195" y="60648"/>
                      <a:pt x="1278" y="57456"/>
                      <a:pt x="640" y="52987"/>
                    </a:cubicBezTo>
                    <a:cubicBezTo>
                      <a:pt x="640" y="52349"/>
                      <a:pt x="640" y="51710"/>
                      <a:pt x="0" y="51072"/>
                    </a:cubicBezTo>
                    <a:lnTo>
                      <a:pt x="0" y="49795"/>
                    </a:lnTo>
                    <a:cubicBezTo>
                      <a:pt x="0" y="49795"/>
                      <a:pt x="0" y="49157"/>
                      <a:pt x="0" y="49157"/>
                    </a:cubicBezTo>
                    <a:cubicBezTo>
                      <a:pt x="0" y="49157"/>
                      <a:pt x="0" y="48518"/>
                      <a:pt x="0" y="48518"/>
                    </a:cubicBezTo>
                    <a:lnTo>
                      <a:pt x="0" y="21067"/>
                    </a:lnTo>
                    <a:cubicBezTo>
                      <a:pt x="0" y="9576"/>
                      <a:pt x="9585" y="0"/>
                      <a:pt x="21087" y="0"/>
                    </a:cubicBezTo>
                    <a:cubicBezTo>
                      <a:pt x="26838" y="0"/>
                      <a:pt x="31950" y="1915"/>
                      <a:pt x="35784" y="6384"/>
                    </a:cubicBezTo>
                    <a:cubicBezTo>
                      <a:pt x="39618" y="10214"/>
                      <a:pt x="42174" y="15322"/>
                      <a:pt x="42174" y="21067"/>
                    </a:cubicBezTo>
                    <a:lnTo>
                      <a:pt x="42174" y="55541"/>
                    </a:lnTo>
                    <a:cubicBezTo>
                      <a:pt x="42174" y="58094"/>
                      <a:pt x="40257" y="60648"/>
                      <a:pt x="37701" y="61286"/>
                    </a:cubicBezTo>
                    <a:cubicBezTo>
                      <a:pt x="33867" y="67032"/>
                      <a:pt x="28116" y="70224"/>
                      <a:pt x="21087" y="70224"/>
                    </a:cubicBezTo>
                    <a:close/>
                    <a:moveTo>
                      <a:pt x="12780" y="50433"/>
                    </a:moveTo>
                    <a:cubicBezTo>
                      <a:pt x="12780" y="52349"/>
                      <a:pt x="14058" y="53625"/>
                      <a:pt x="15336" y="55541"/>
                    </a:cubicBezTo>
                    <a:cubicBezTo>
                      <a:pt x="16614" y="56817"/>
                      <a:pt x="19170" y="58094"/>
                      <a:pt x="21087" y="58094"/>
                    </a:cubicBezTo>
                    <a:cubicBezTo>
                      <a:pt x="25560" y="58094"/>
                      <a:pt x="29394" y="54264"/>
                      <a:pt x="29394" y="49795"/>
                    </a:cubicBezTo>
                    <a:cubicBezTo>
                      <a:pt x="29394" y="49795"/>
                      <a:pt x="29394" y="49795"/>
                      <a:pt x="29394" y="49157"/>
                    </a:cubicBezTo>
                    <a:lnTo>
                      <a:pt x="29394" y="21706"/>
                    </a:lnTo>
                    <a:cubicBezTo>
                      <a:pt x="29394" y="19790"/>
                      <a:pt x="28755" y="17237"/>
                      <a:pt x="26838" y="15960"/>
                    </a:cubicBezTo>
                    <a:cubicBezTo>
                      <a:pt x="25560" y="14683"/>
                      <a:pt x="23004" y="13406"/>
                      <a:pt x="21087" y="13406"/>
                    </a:cubicBezTo>
                    <a:cubicBezTo>
                      <a:pt x="16614" y="13406"/>
                      <a:pt x="12780" y="17237"/>
                      <a:pt x="12780" y="21706"/>
                    </a:cubicBezTo>
                    <a:lnTo>
                      <a:pt x="12780" y="50433"/>
                    </a:lnTo>
                    <a:close/>
                  </a:path>
                </a:pathLst>
              </a:custGeom>
              <a:solidFill>
                <a:srgbClr val="0076A8"/>
              </a:solidFill>
              <a:ln w="6390" cap="flat">
                <a:noFill/>
                <a:prstDash val="solid"/>
                <a:miter/>
              </a:ln>
            </p:spPr>
            <p:txBody>
              <a:bodyPr rtlCol="0" anchor="ctr"/>
              <a:lstStyle/>
              <a:p>
                <a:endParaRPr lang="en-US"/>
              </a:p>
            </p:txBody>
          </p:sp>
          <p:sp>
            <p:nvSpPr>
              <p:cNvPr id="562" name="Graphic 4">
                <a:extLst>
                  <a:ext uri="{FF2B5EF4-FFF2-40B4-BE49-F238E27FC236}">
                    <a16:creationId xmlns:a16="http://schemas.microsoft.com/office/drawing/2014/main" id="{3478FC4C-B989-5F4C-B26A-A12E067B31A3}"/>
                  </a:ext>
                </a:extLst>
              </p:cNvPr>
              <p:cNvSpPr/>
              <p:nvPr/>
            </p:nvSpPr>
            <p:spPr>
              <a:xfrm>
                <a:off x="7908824" y="2984035"/>
                <a:ext cx="88181" cy="171090"/>
              </a:xfrm>
              <a:custGeom>
                <a:avLst/>
                <a:gdLst>
                  <a:gd name="connsiteX0" fmla="*/ 35145 w 88181"/>
                  <a:gd name="connsiteY0" fmla="*/ 171091 h 171090"/>
                  <a:gd name="connsiteX1" fmla="*/ 28755 w 88181"/>
                  <a:gd name="connsiteY1" fmla="*/ 164707 h 171090"/>
                  <a:gd name="connsiteX2" fmla="*/ 28755 w 88181"/>
                  <a:gd name="connsiteY2" fmla="*/ 143001 h 171090"/>
                  <a:gd name="connsiteX3" fmla="*/ 24921 w 88181"/>
                  <a:gd name="connsiteY3" fmla="*/ 135341 h 171090"/>
                  <a:gd name="connsiteX4" fmla="*/ 0 w 88181"/>
                  <a:gd name="connsiteY4" fmla="*/ 90014 h 171090"/>
                  <a:gd name="connsiteX5" fmla="*/ 0 w 88181"/>
                  <a:gd name="connsiteY5" fmla="*/ 88099 h 171090"/>
                  <a:gd name="connsiteX6" fmla="*/ 0 w 88181"/>
                  <a:gd name="connsiteY6" fmla="*/ 8938 h 171090"/>
                  <a:gd name="connsiteX7" fmla="*/ 3195 w 88181"/>
                  <a:gd name="connsiteY7" fmla="*/ 3192 h 171090"/>
                  <a:gd name="connsiteX8" fmla="*/ 14697 w 88181"/>
                  <a:gd name="connsiteY8" fmla="*/ 0 h 171090"/>
                  <a:gd name="connsiteX9" fmla="*/ 16614 w 88181"/>
                  <a:gd name="connsiteY9" fmla="*/ 0 h 171090"/>
                  <a:gd name="connsiteX10" fmla="*/ 17253 w 88181"/>
                  <a:gd name="connsiteY10" fmla="*/ 0 h 171090"/>
                  <a:gd name="connsiteX11" fmla="*/ 18531 w 88181"/>
                  <a:gd name="connsiteY11" fmla="*/ 0 h 171090"/>
                  <a:gd name="connsiteX12" fmla="*/ 27477 w 88181"/>
                  <a:gd name="connsiteY12" fmla="*/ 1915 h 171090"/>
                  <a:gd name="connsiteX13" fmla="*/ 32589 w 88181"/>
                  <a:gd name="connsiteY13" fmla="*/ 5107 h 171090"/>
                  <a:gd name="connsiteX14" fmla="*/ 41535 w 88181"/>
                  <a:gd name="connsiteY14" fmla="*/ 22982 h 171090"/>
                  <a:gd name="connsiteX15" fmla="*/ 41535 w 88181"/>
                  <a:gd name="connsiteY15" fmla="*/ 23621 h 171090"/>
                  <a:gd name="connsiteX16" fmla="*/ 41535 w 88181"/>
                  <a:gd name="connsiteY16" fmla="*/ 60010 h 171090"/>
                  <a:gd name="connsiteX17" fmla="*/ 88181 w 88181"/>
                  <a:gd name="connsiteY17" fmla="*/ 112997 h 171090"/>
                  <a:gd name="connsiteX18" fmla="*/ 81792 w 88181"/>
                  <a:gd name="connsiteY18" fmla="*/ 119381 h 171090"/>
                  <a:gd name="connsiteX19" fmla="*/ 75402 w 88181"/>
                  <a:gd name="connsiteY19" fmla="*/ 112997 h 171090"/>
                  <a:gd name="connsiteX20" fmla="*/ 35145 w 88181"/>
                  <a:gd name="connsiteY20" fmla="*/ 72778 h 171090"/>
                  <a:gd name="connsiteX21" fmla="*/ 28755 w 88181"/>
                  <a:gd name="connsiteY21" fmla="*/ 66394 h 171090"/>
                  <a:gd name="connsiteX22" fmla="*/ 28755 w 88181"/>
                  <a:gd name="connsiteY22" fmla="*/ 24259 h 171090"/>
                  <a:gd name="connsiteX23" fmla="*/ 24282 w 88181"/>
                  <a:gd name="connsiteY23" fmla="*/ 15322 h 171090"/>
                  <a:gd name="connsiteX24" fmla="*/ 21726 w 88181"/>
                  <a:gd name="connsiteY24" fmla="*/ 14045 h 171090"/>
                  <a:gd name="connsiteX25" fmla="*/ 17892 w 88181"/>
                  <a:gd name="connsiteY25" fmla="*/ 12768 h 171090"/>
                  <a:gd name="connsiteX26" fmla="*/ 16614 w 88181"/>
                  <a:gd name="connsiteY26" fmla="*/ 12768 h 171090"/>
                  <a:gd name="connsiteX27" fmla="*/ 15336 w 88181"/>
                  <a:gd name="connsiteY27" fmla="*/ 12768 h 171090"/>
                  <a:gd name="connsiteX28" fmla="*/ 12780 w 88181"/>
                  <a:gd name="connsiteY28" fmla="*/ 12768 h 171090"/>
                  <a:gd name="connsiteX29" fmla="*/ 12780 w 88181"/>
                  <a:gd name="connsiteY29" fmla="*/ 88738 h 171090"/>
                  <a:gd name="connsiteX30" fmla="*/ 31950 w 88181"/>
                  <a:gd name="connsiteY30" fmla="*/ 123849 h 171090"/>
                  <a:gd name="connsiteX31" fmla="*/ 41535 w 88181"/>
                  <a:gd name="connsiteY31" fmla="*/ 142363 h 171090"/>
                  <a:gd name="connsiteX32" fmla="*/ 41535 w 88181"/>
                  <a:gd name="connsiteY32" fmla="*/ 164068 h 171090"/>
                  <a:gd name="connsiteX33" fmla="*/ 35145 w 88181"/>
                  <a:gd name="connsiteY33" fmla="*/ 171091 h 171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88181" h="171090">
                    <a:moveTo>
                      <a:pt x="35145" y="171091"/>
                    </a:moveTo>
                    <a:cubicBezTo>
                      <a:pt x="31311" y="171091"/>
                      <a:pt x="28755" y="168537"/>
                      <a:pt x="28755" y="164707"/>
                    </a:cubicBezTo>
                    <a:lnTo>
                      <a:pt x="28755" y="143001"/>
                    </a:lnTo>
                    <a:cubicBezTo>
                      <a:pt x="28755" y="139809"/>
                      <a:pt x="27477" y="137256"/>
                      <a:pt x="24921" y="135341"/>
                    </a:cubicBezTo>
                    <a:cubicBezTo>
                      <a:pt x="10225" y="125126"/>
                      <a:pt x="640" y="108528"/>
                      <a:pt x="0" y="90014"/>
                    </a:cubicBezTo>
                    <a:cubicBezTo>
                      <a:pt x="0" y="89376"/>
                      <a:pt x="0" y="88738"/>
                      <a:pt x="0" y="88099"/>
                    </a:cubicBezTo>
                    <a:lnTo>
                      <a:pt x="0" y="8938"/>
                    </a:lnTo>
                    <a:cubicBezTo>
                      <a:pt x="0" y="6384"/>
                      <a:pt x="1278" y="4469"/>
                      <a:pt x="3195" y="3192"/>
                    </a:cubicBezTo>
                    <a:cubicBezTo>
                      <a:pt x="6390" y="1277"/>
                      <a:pt x="10225" y="638"/>
                      <a:pt x="14697" y="0"/>
                    </a:cubicBezTo>
                    <a:cubicBezTo>
                      <a:pt x="15336" y="0"/>
                      <a:pt x="15975" y="0"/>
                      <a:pt x="16614" y="0"/>
                    </a:cubicBezTo>
                    <a:lnTo>
                      <a:pt x="17253" y="0"/>
                    </a:lnTo>
                    <a:cubicBezTo>
                      <a:pt x="17892" y="0"/>
                      <a:pt x="17892" y="0"/>
                      <a:pt x="18531" y="0"/>
                    </a:cubicBezTo>
                    <a:cubicBezTo>
                      <a:pt x="21726" y="0"/>
                      <a:pt x="24282" y="638"/>
                      <a:pt x="27477" y="1915"/>
                    </a:cubicBezTo>
                    <a:cubicBezTo>
                      <a:pt x="29394" y="2554"/>
                      <a:pt x="31311" y="3830"/>
                      <a:pt x="32589" y="5107"/>
                    </a:cubicBezTo>
                    <a:cubicBezTo>
                      <a:pt x="38340" y="9576"/>
                      <a:pt x="41535" y="15960"/>
                      <a:pt x="41535" y="22982"/>
                    </a:cubicBezTo>
                    <a:cubicBezTo>
                      <a:pt x="41535" y="22982"/>
                      <a:pt x="41535" y="23621"/>
                      <a:pt x="41535" y="23621"/>
                    </a:cubicBezTo>
                    <a:lnTo>
                      <a:pt x="41535" y="60010"/>
                    </a:lnTo>
                    <a:cubicBezTo>
                      <a:pt x="67734" y="63202"/>
                      <a:pt x="88181" y="86184"/>
                      <a:pt x="88181" y="112997"/>
                    </a:cubicBezTo>
                    <a:cubicBezTo>
                      <a:pt x="88181" y="116827"/>
                      <a:pt x="85625" y="119381"/>
                      <a:pt x="81792" y="119381"/>
                    </a:cubicBezTo>
                    <a:cubicBezTo>
                      <a:pt x="77958" y="119381"/>
                      <a:pt x="75402" y="116827"/>
                      <a:pt x="75402" y="112997"/>
                    </a:cubicBezTo>
                    <a:cubicBezTo>
                      <a:pt x="75402" y="90653"/>
                      <a:pt x="57509" y="72778"/>
                      <a:pt x="35145" y="72778"/>
                    </a:cubicBezTo>
                    <a:cubicBezTo>
                      <a:pt x="31950" y="72778"/>
                      <a:pt x="28755" y="69586"/>
                      <a:pt x="28755" y="66394"/>
                    </a:cubicBezTo>
                    <a:lnTo>
                      <a:pt x="28755" y="24259"/>
                    </a:lnTo>
                    <a:cubicBezTo>
                      <a:pt x="28755" y="20429"/>
                      <a:pt x="26838" y="17237"/>
                      <a:pt x="24282" y="15322"/>
                    </a:cubicBezTo>
                    <a:cubicBezTo>
                      <a:pt x="23643" y="14683"/>
                      <a:pt x="23004" y="14045"/>
                      <a:pt x="21726" y="14045"/>
                    </a:cubicBezTo>
                    <a:cubicBezTo>
                      <a:pt x="20448" y="13406"/>
                      <a:pt x="19170" y="13406"/>
                      <a:pt x="17892" y="12768"/>
                    </a:cubicBezTo>
                    <a:lnTo>
                      <a:pt x="16614" y="12768"/>
                    </a:lnTo>
                    <a:lnTo>
                      <a:pt x="15336" y="12768"/>
                    </a:lnTo>
                    <a:cubicBezTo>
                      <a:pt x="14697" y="12768"/>
                      <a:pt x="13419" y="12768"/>
                      <a:pt x="12780" y="12768"/>
                    </a:cubicBezTo>
                    <a:lnTo>
                      <a:pt x="12780" y="88738"/>
                    </a:lnTo>
                    <a:cubicBezTo>
                      <a:pt x="13419" y="102782"/>
                      <a:pt x="20448" y="116189"/>
                      <a:pt x="31950" y="123849"/>
                    </a:cubicBezTo>
                    <a:cubicBezTo>
                      <a:pt x="37701" y="127680"/>
                      <a:pt x="41535" y="134702"/>
                      <a:pt x="41535" y="142363"/>
                    </a:cubicBezTo>
                    <a:lnTo>
                      <a:pt x="41535" y="164068"/>
                    </a:lnTo>
                    <a:cubicBezTo>
                      <a:pt x="41535" y="168537"/>
                      <a:pt x="38979" y="171091"/>
                      <a:pt x="35145" y="171091"/>
                    </a:cubicBezTo>
                    <a:close/>
                  </a:path>
                </a:pathLst>
              </a:custGeom>
              <a:solidFill>
                <a:srgbClr val="0076A8"/>
              </a:solidFill>
              <a:ln w="6390" cap="flat">
                <a:noFill/>
                <a:prstDash val="solid"/>
                <a:miter/>
              </a:ln>
            </p:spPr>
            <p:txBody>
              <a:bodyPr rtlCol="0" anchor="ctr"/>
              <a:lstStyle/>
              <a:p>
                <a:endParaRPr lang="en-US"/>
              </a:p>
            </p:txBody>
          </p:sp>
          <p:sp>
            <p:nvSpPr>
              <p:cNvPr id="563" name="Graphic 4">
                <a:extLst>
                  <a:ext uri="{FF2B5EF4-FFF2-40B4-BE49-F238E27FC236}">
                    <a16:creationId xmlns:a16="http://schemas.microsoft.com/office/drawing/2014/main" id="{88645F49-45B6-904C-89F9-D6DCE1E5EE0C}"/>
                  </a:ext>
                </a:extLst>
              </p:cNvPr>
              <p:cNvSpPr/>
              <p:nvPr/>
            </p:nvSpPr>
            <p:spPr>
              <a:xfrm>
                <a:off x="7984226" y="3065652"/>
                <a:ext cx="33965" cy="38402"/>
              </a:xfrm>
              <a:custGeom>
                <a:avLst/>
                <a:gdLst>
                  <a:gd name="connsiteX0" fmla="*/ 6390 w 33965"/>
                  <a:gd name="connsiteY0" fmla="*/ 38402 h 38402"/>
                  <a:gd name="connsiteX1" fmla="*/ 0 w 33965"/>
                  <a:gd name="connsiteY1" fmla="*/ 32018 h 38402"/>
                  <a:gd name="connsiteX2" fmla="*/ 26199 w 33965"/>
                  <a:gd name="connsiteY2" fmla="*/ 98 h 38402"/>
                  <a:gd name="connsiteX3" fmla="*/ 33867 w 33965"/>
                  <a:gd name="connsiteY3" fmla="*/ 5206 h 38402"/>
                  <a:gd name="connsiteX4" fmla="*/ 28755 w 33965"/>
                  <a:gd name="connsiteY4" fmla="*/ 12866 h 38402"/>
                  <a:gd name="connsiteX5" fmla="*/ 12780 w 33965"/>
                  <a:gd name="connsiteY5" fmla="*/ 32018 h 38402"/>
                  <a:gd name="connsiteX6" fmla="*/ 6390 w 33965"/>
                  <a:gd name="connsiteY6" fmla="*/ 38402 h 3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965" h="38402">
                    <a:moveTo>
                      <a:pt x="6390" y="38402"/>
                    </a:moveTo>
                    <a:cubicBezTo>
                      <a:pt x="2556" y="38402"/>
                      <a:pt x="0" y="35849"/>
                      <a:pt x="0" y="32018"/>
                    </a:cubicBezTo>
                    <a:cubicBezTo>
                      <a:pt x="0" y="16697"/>
                      <a:pt x="10863" y="3290"/>
                      <a:pt x="26199" y="98"/>
                    </a:cubicBezTo>
                    <a:cubicBezTo>
                      <a:pt x="29394" y="-540"/>
                      <a:pt x="33227" y="2014"/>
                      <a:pt x="33867" y="5206"/>
                    </a:cubicBezTo>
                    <a:cubicBezTo>
                      <a:pt x="34506" y="8398"/>
                      <a:pt x="31950" y="12228"/>
                      <a:pt x="28755" y="12866"/>
                    </a:cubicBezTo>
                    <a:cubicBezTo>
                      <a:pt x="19809" y="14782"/>
                      <a:pt x="12780" y="22442"/>
                      <a:pt x="12780" y="32018"/>
                    </a:cubicBezTo>
                    <a:cubicBezTo>
                      <a:pt x="12780" y="35210"/>
                      <a:pt x="9585" y="38402"/>
                      <a:pt x="6390" y="38402"/>
                    </a:cubicBezTo>
                    <a:close/>
                  </a:path>
                </a:pathLst>
              </a:custGeom>
              <a:solidFill>
                <a:srgbClr val="0076A8"/>
              </a:solidFill>
              <a:ln w="6390" cap="flat">
                <a:noFill/>
                <a:prstDash val="solid"/>
                <a:miter/>
              </a:ln>
            </p:spPr>
            <p:txBody>
              <a:bodyPr rtlCol="0" anchor="ctr"/>
              <a:lstStyle/>
              <a:p>
                <a:endParaRPr lang="en-US"/>
              </a:p>
            </p:txBody>
          </p:sp>
          <p:sp>
            <p:nvSpPr>
              <p:cNvPr id="564" name="Graphic 4">
                <a:extLst>
                  <a:ext uri="{FF2B5EF4-FFF2-40B4-BE49-F238E27FC236}">
                    <a16:creationId xmlns:a16="http://schemas.microsoft.com/office/drawing/2014/main" id="{42D95E2B-E130-1F4B-BDA2-6AA07D4DECCE}"/>
                  </a:ext>
                </a:extLst>
              </p:cNvPr>
              <p:cNvSpPr/>
              <p:nvPr/>
            </p:nvSpPr>
            <p:spPr>
              <a:xfrm>
                <a:off x="7927355" y="2917004"/>
                <a:ext cx="41632" cy="84907"/>
              </a:xfrm>
              <a:custGeom>
                <a:avLst/>
                <a:gdLst>
                  <a:gd name="connsiteX0" fmla="*/ 35783 w 41632"/>
                  <a:gd name="connsiteY0" fmla="*/ 84907 h 84907"/>
                  <a:gd name="connsiteX1" fmla="*/ 29394 w 41632"/>
                  <a:gd name="connsiteY1" fmla="*/ 78523 h 84907"/>
                  <a:gd name="connsiteX2" fmla="*/ 29394 w 41632"/>
                  <a:gd name="connsiteY2" fmla="*/ 21067 h 84907"/>
                  <a:gd name="connsiteX3" fmla="*/ 26838 w 41632"/>
                  <a:gd name="connsiteY3" fmla="*/ 15322 h 84907"/>
                  <a:gd name="connsiteX4" fmla="*/ 21087 w 41632"/>
                  <a:gd name="connsiteY4" fmla="*/ 12768 h 84907"/>
                  <a:gd name="connsiteX5" fmla="*/ 12780 w 41632"/>
                  <a:gd name="connsiteY5" fmla="*/ 21067 h 84907"/>
                  <a:gd name="connsiteX6" fmla="*/ 12780 w 41632"/>
                  <a:gd name="connsiteY6" fmla="*/ 74693 h 84907"/>
                  <a:gd name="connsiteX7" fmla="*/ 6390 w 41632"/>
                  <a:gd name="connsiteY7" fmla="*/ 81077 h 84907"/>
                  <a:gd name="connsiteX8" fmla="*/ 0 w 41632"/>
                  <a:gd name="connsiteY8" fmla="*/ 74693 h 84907"/>
                  <a:gd name="connsiteX9" fmla="*/ 0 w 41632"/>
                  <a:gd name="connsiteY9" fmla="*/ 21067 h 84907"/>
                  <a:gd name="connsiteX10" fmla="*/ 21087 w 41632"/>
                  <a:gd name="connsiteY10" fmla="*/ 0 h 84907"/>
                  <a:gd name="connsiteX11" fmla="*/ 35783 w 41632"/>
                  <a:gd name="connsiteY11" fmla="*/ 6384 h 84907"/>
                  <a:gd name="connsiteX12" fmla="*/ 41535 w 41632"/>
                  <a:gd name="connsiteY12" fmla="*/ 19790 h 84907"/>
                  <a:gd name="connsiteX13" fmla="*/ 41535 w 41632"/>
                  <a:gd name="connsiteY13" fmla="*/ 21067 h 84907"/>
                  <a:gd name="connsiteX14" fmla="*/ 41535 w 41632"/>
                  <a:gd name="connsiteY14" fmla="*/ 78523 h 84907"/>
                  <a:gd name="connsiteX15" fmla="*/ 35783 w 41632"/>
                  <a:gd name="connsiteY15" fmla="*/ 84907 h 84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632" h="84907">
                    <a:moveTo>
                      <a:pt x="35783" y="84907"/>
                    </a:moveTo>
                    <a:cubicBezTo>
                      <a:pt x="31950" y="84907"/>
                      <a:pt x="29394" y="82354"/>
                      <a:pt x="29394" y="78523"/>
                    </a:cubicBezTo>
                    <a:lnTo>
                      <a:pt x="29394" y="21067"/>
                    </a:lnTo>
                    <a:cubicBezTo>
                      <a:pt x="29394" y="18514"/>
                      <a:pt x="28116" y="16598"/>
                      <a:pt x="26838" y="15322"/>
                    </a:cubicBezTo>
                    <a:cubicBezTo>
                      <a:pt x="25560" y="14045"/>
                      <a:pt x="23004" y="12768"/>
                      <a:pt x="21087" y="12768"/>
                    </a:cubicBezTo>
                    <a:cubicBezTo>
                      <a:pt x="16614" y="12768"/>
                      <a:pt x="12780" y="16598"/>
                      <a:pt x="12780" y="21067"/>
                    </a:cubicBezTo>
                    <a:lnTo>
                      <a:pt x="12780" y="74693"/>
                    </a:lnTo>
                    <a:cubicBezTo>
                      <a:pt x="12780" y="78523"/>
                      <a:pt x="10224" y="81077"/>
                      <a:pt x="6390" y="81077"/>
                    </a:cubicBezTo>
                    <a:cubicBezTo>
                      <a:pt x="2556" y="81077"/>
                      <a:pt x="0" y="78523"/>
                      <a:pt x="0" y="74693"/>
                    </a:cubicBezTo>
                    <a:lnTo>
                      <a:pt x="0" y="21067"/>
                    </a:lnTo>
                    <a:cubicBezTo>
                      <a:pt x="0" y="9576"/>
                      <a:pt x="9585" y="0"/>
                      <a:pt x="21087" y="0"/>
                    </a:cubicBezTo>
                    <a:cubicBezTo>
                      <a:pt x="26838" y="0"/>
                      <a:pt x="31950" y="1915"/>
                      <a:pt x="35783" y="6384"/>
                    </a:cubicBezTo>
                    <a:cubicBezTo>
                      <a:pt x="39618" y="10214"/>
                      <a:pt x="41535" y="14683"/>
                      <a:pt x="41535" y="19790"/>
                    </a:cubicBezTo>
                    <a:cubicBezTo>
                      <a:pt x="41535" y="20429"/>
                      <a:pt x="41535" y="21067"/>
                      <a:pt x="41535" y="21067"/>
                    </a:cubicBezTo>
                    <a:lnTo>
                      <a:pt x="41535" y="78523"/>
                    </a:lnTo>
                    <a:cubicBezTo>
                      <a:pt x="42173" y="82354"/>
                      <a:pt x="39618" y="84907"/>
                      <a:pt x="35783" y="84907"/>
                    </a:cubicBezTo>
                    <a:close/>
                  </a:path>
                </a:pathLst>
              </a:custGeom>
              <a:solidFill>
                <a:srgbClr val="0076A8"/>
              </a:solidFill>
              <a:ln w="6390" cap="flat">
                <a:noFill/>
                <a:prstDash val="solid"/>
                <a:miter/>
              </a:ln>
            </p:spPr>
            <p:txBody>
              <a:bodyPr rtlCol="0" anchor="ctr"/>
              <a:lstStyle/>
              <a:p>
                <a:endParaRPr lang="en-US"/>
              </a:p>
            </p:txBody>
          </p:sp>
          <p:sp>
            <p:nvSpPr>
              <p:cNvPr id="565" name="Graphic 4">
                <a:extLst>
                  <a:ext uri="{FF2B5EF4-FFF2-40B4-BE49-F238E27FC236}">
                    <a16:creationId xmlns:a16="http://schemas.microsoft.com/office/drawing/2014/main" id="{1B8C2C1C-AA52-A041-999A-1DDEF1AB6401}"/>
                  </a:ext>
                </a:extLst>
              </p:cNvPr>
              <p:cNvSpPr/>
              <p:nvPr/>
            </p:nvSpPr>
            <p:spPr>
              <a:xfrm>
                <a:off x="8014898" y="2939986"/>
                <a:ext cx="42173" cy="215140"/>
              </a:xfrm>
              <a:custGeom>
                <a:avLst/>
                <a:gdLst>
                  <a:gd name="connsiteX0" fmla="*/ 17253 w 42173"/>
                  <a:gd name="connsiteY0" fmla="*/ 215140 h 215140"/>
                  <a:gd name="connsiteX1" fmla="*/ 10863 w 42173"/>
                  <a:gd name="connsiteY1" fmla="*/ 208756 h 215140"/>
                  <a:gd name="connsiteX2" fmla="*/ 10863 w 42173"/>
                  <a:gd name="connsiteY2" fmla="*/ 184497 h 215140"/>
                  <a:gd name="connsiteX3" fmla="*/ 17253 w 42173"/>
                  <a:gd name="connsiteY3" fmla="*/ 169176 h 215140"/>
                  <a:gd name="connsiteX4" fmla="*/ 29394 w 42173"/>
                  <a:gd name="connsiteY4" fmla="*/ 138533 h 215140"/>
                  <a:gd name="connsiteX5" fmla="*/ 29394 w 42173"/>
                  <a:gd name="connsiteY5" fmla="*/ 21067 h 215140"/>
                  <a:gd name="connsiteX6" fmla="*/ 26837 w 42173"/>
                  <a:gd name="connsiteY6" fmla="*/ 15322 h 215140"/>
                  <a:gd name="connsiteX7" fmla="*/ 21086 w 42173"/>
                  <a:gd name="connsiteY7" fmla="*/ 12768 h 215140"/>
                  <a:gd name="connsiteX8" fmla="*/ 12780 w 42173"/>
                  <a:gd name="connsiteY8" fmla="*/ 21067 h 215140"/>
                  <a:gd name="connsiteX9" fmla="*/ 12780 w 42173"/>
                  <a:gd name="connsiteY9" fmla="*/ 73416 h 215140"/>
                  <a:gd name="connsiteX10" fmla="*/ 0 w 42173"/>
                  <a:gd name="connsiteY10" fmla="*/ 73416 h 215140"/>
                  <a:gd name="connsiteX11" fmla="*/ 0 w 42173"/>
                  <a:gd name="connsiteY11" fmla="*/ 21067 h 215140"/>
                  <a:gd name="connsiteX12" fmla="*/ 21086 w 42173"/>
                  <a:gd name="connsiteY12" fmla="*/ 0 h 215140"/>
                  <a:gd name="connsiteX13" fmla="*/ 35783 w 42173"/>
                  <a:gd name="connsiteY13" fmla="*/ 6384 h 215140"/>
                  <a:gd name="connsiteX14" fmla="*/ 42173 w 42173"/>
                  <a:gd name="connsiteY14" fmla="*/ 21067 h 215140"/>
                  <a:gd name="connsiteX15" fmla="*/ 42173 w 42173"/>
                  <a:gd name="connsiteY15" fmla="*/ 138533 h 215140"/>
                  <a:gd name="connsiteX16" fmla="*/ 26199 w 42173"/>
                  <a:gd name="connsiteY16" fmla="*/ 178113 h 215140"/>
                  <a:gd name="connsiteX17" fmla="*/ 23642 w 42173"/>
                  <a:gd name="connsiteY17" fmla="*/ 184497 h 215140"/>
                  <a:gd name="connsiteX18" fmla="*/ 23642 w 42173"/>
                  <a:gd name="connsiteY18" fmla="*/ 208756 h 215140"/>
                  <a:gd name="connsiteX19" fmla="*/ 17253 w 42173"/>
                  <a:gd name="connsiteY19" fmla="*/ 215140 h 215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2173" h="215140">
                    <a:moveTo>
                      <a:pt x="17253" y="215140"/>
                    </a:moveTo>
                    <a:cubicBezTo>
                      <a:pt x="13419" y="215140"/>
                      <a:pt x="10863" y="212587"/>
                      <a:pt x="10863" y="208756"/>
                    </a:cubicBezTo>
                    <a:lnTo>
                      <a:pt x="10863" y="184497"/>
                    </a:lnTo>
                    <a:cubicBezTo>
                      <a:pt x="10863" y="178752"/>
                      <a:pt x="12780" y="173644"/>
                      <a:pt x="17253" y="169176"/>
                    </a:cubicBezTo>
                    <a:cubicBezTo>
                      <a:pt x="24920" y="160876"/>
                      <a:pt x="29394" y="150024"/>
                      <a:pt x="29394" y="138533"/>
                    </a:cubicBezTo>
                    <a:lnTo>
                      <a:pt x="29394" y="21067"/>
                    </a:lnTo>
                    <a:cubicBezTo>
                      <a:pt x="29394" y="19152"/>
                      <a:pt x="28755" y="16598"/>
                      <a:pt x="26837" y="15322"/>
                    </a:cubicBezTo>
                    <a:cubicBezTo>
                      <a:pt x="25560" y="14045"/>
                      <a:pt x="23004" y="12768"/>
                      <a:pt x="21086" y="12768"/>
                    </a:cubicBezTo>
                    <a:cubicBezTo>
                      <a:pt x="16614" y="12768"/>
                      <a:pt x="12780" y="16598"/>
                      <a:pt x="12780" y="21067"/>
                    </a:cubicBezTo>
                    <a:lnTo>
                      <a:pt x="12780" y="73416"/>
                    </a:lnTo>
                    <a:lnTo>
                      <a:pt x="0" y="73416"/>
                    </a:lnTo>
                    <a:lnTo>
                      <a:pt x="0" y="21067"/>
                    </a:lnTo>
                    <a:cubicBezTo>
                      <a:pt x="0" y="9576"/>
                      <a:pt x="9585" y="0"/>
                      <a:pt x="21086" y="0"/>
                    </a:cubicBezTo>
                    <a:cubicBezTo>
                      <a:pt x="26837" y="0"/>
                      <a:pt x="31950" y="1915"/>
                      <a:pt x="35783" y="6384"/>
                    </a:cubicBezTo>
                    <a:cubicBezTo>
                      <a:pt x="39617" y="10214"/>
                      <a:pt x="42173" y="15322"/>
                      <a:pt x="42173" y="21067"/>
                    </a:cubicBezTo>
                    <a:lnTo>
                      <a:pt x="42173" y="138533"/>
                    </a:lnTo>
                    <a:cubicBezTo>
                      <a:pt x="42173" y="153216"/>
                      <a:pt x="36422" y="167260"/>
                      <a:pt x="26199" y="178113"/>
                    </a:cubicBezTo>
                    <a:cubicBezTo>
                      <a:pt x="24281" y="180028"/>
                      <a:pt x="23642" y="181944"/>
                      <a:pt x="23642" y="184497"/>
                    </a:cubicBezTo>
                    <a:lnTo>
                      <a:pt x="23642" y="208756"/>
                    </a:lnTo>
                    <a:cubicBezTo>
                      <a:pt x="23642" y="212587"/>
                      <a:pt x="20447" y="215140"/>
                      <a:pt x="17253" y="215140"/>
                    </a:cubicBezTo>
                    <a:close/>
                  </a:path>
                </a:pathLst>
              </a:custGeom>
              <a:solidFill>
                <a:srgbClr val="0076A8"/>
              </a:solidFill>
              <a:ln w="6390" cap="flat">
                <a:noFill/>
                <a:prstDash val="solid"/>
                <a:miter/>
              </a:ln>
            </p:spPr>
            <p:txBody>
              <a:bodyPr rtlCol="0" anchor="ctr"/>
              <a:lstStyle/>
              <a:p>
                <a:endParaRPr lang="en-US"/>
              </a:p>
            </p:txBody>
          </p:sp>
        </p:grpSp>
      </p:grpSp>
      <p:grpSp>
        <p:nvGrpSpPr>
          <p:cNvPr id="566" name="Graphic 4">
            <a:extLst>
              <a:ext uri="{FF2B5EF4-FFF2-40B4-BE49-F238E27FC236}">
                <a16:creationId xmlns:a16="http://schemas.microsoft.com/office/drawing/2014/main" id="{411C97AA-054B-D746-BBEF-23DA8B40DF50}"/>
              </a:ext>
            </a:extLst>
          </p:cNvPr>
          <p:cNvGrpSpPr>
            <a:grpSpLocks noChangeAspect="1"/>
          </p:cNvGrpSpPr>
          <p:nvPr/>
        </p:nvGrpSpPr>
        <p:grpSpPr>
          <a:xfrm>
            <a:off x="7802113" y="1885352"/>
            <a:ext cx="361670" cy="361333"/>
            <a:chOff x="7802113" y="1885352"/>
            <a:chExt cx="361670" cy="361333"/>
          </a:xfrm>
          <a:solidFill>
            <a:srgbClr val="0076A8"/>
          </a:solidFill>
        </p:grpSpPr>
        <p:sp>
          <p:nvSpPr>
            <p:cNvPr id="567" name="Graphic 4">
              <a:extLst>
                <a:ext uri="{FF2B5EF4-FFF2-40B4-BE49-F238E27FC236}">
                  <a16:creationId xmlns:a16="http://schemas.microsoft.com/office/drawing/2014/main" id="{55D0B8CC-CA3A-8D43-97DB-3736F17DE820}"/>
                </a:ext>
              </a:extLst>
            </p:cNvPr>
            <p:cNvSpPr/>
            <p:nvPr/>
          </p:nvSpPr>
          <p:spPr>
            <a:xfrm>
              <a:off x="7802113" y="1885352"/>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6"/>
                    <a:pt x="0" y="180667"/>
                  </a:cubicBezTo>
                  <a:cubicBezTo>
                    <a:pt x="0" y="280257"/>
                    <a:pt x="81152" y="361333"/>
                    <a:pt x="180836" y="361333"/>
                  </a:cubicBezTo>
                  <a:cubicBezTo>
                    <a:pt x="281157" y="361333"/>
                    <a:pt x="361670" y="280257"/>
                    <a:pt x="361670" y="180667"/>
                  </a:cubicBezTo>
                  <a:cubicBezTo>
                    <a:pt x="361670" y="81076"/>
                    <a:pt x="280518"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873"/>
                    <a:pt x="273490" y="349204"/>
                    <a:pt x="180836" y="349204"/>
                  </a:cubicBezTo>
                  <a:close/>
                </a:path>
              </a:pathLst>
            </a:custGeom>
            <a:solidFill>
              <a:srgbClr val="0076A8"/>
            </a:solidFill>
            <a:ln w="6390" cap="flat">
              <a:noFill/>
              <a:prstDash val="solid"/>
              <a:miter/>
            </a:ln>
          </p:spPr>
          <p:txBody>
            <a:bodyPr rtlCol="0" anchor="ctr"/>
            <a:lstStyle/>
            <a:p>
              <a:endParaRPr lang="en-US"/>
            </a:p>
          </p:txBody>
        </p:sp>
        <p:sp>
          <p:nvSpPr>
            <p:cNvPr id="568" name="Graphic 4">
              <a:extLst>
                <a:ext uri="{FF2B5EF4-FFF2-40B4-BE49-F238E27FC236}">
                  <a16:creationId xmlns:a16="http://schemas.microsoft.com/office/drawing/2014/main" id="{F2B36C86-5A32-F744-A2DC-2A70200836F8}"/>
                </a:ext>
              </a:extLst>
            </p:cNvPr>
            <p:cNvSpPr/>
            <p:nvPr/>
          </p:nvSpPr>
          <p:spPr>
            <a:xfrm>
              <a:off x="7906269" y="1946022"/>
              <a:ext cx="153390" cy="239377"/>
            </a:xfrm>
            <a:custGeom>
              <a:avLst/>
              <a:gdLst>
                <a:gd name="connsiteX0" fmla="*/ 134828 w 153390"/>
                <a:gd name="connsiteY0" fmla="*/ 101483 h 239377"/>
                <a:gd name="connsiteX1" fmla="*/ 130354 w 153390"/>
                <a:gd name="connsiteY1" fmla="*/ 101483 h 239377"/>
                <a:gd name="connsiteX2" fmla="*/ 147607 w 153390"/>
                <a:gd name="connsiteY2" fmla="*/ 26791 h 239377"/>
                <a:gd name="connsiteX3" fmla="*/ 145051 w 153390"/>
                <a:gd name="connsiteY3" fmla="*/ 10831 h 239377"/>
                <a:gd name="connsiteX4" fmla="*/ 132271 w 153390"/>
                <a:gd name="connsiteY4" fmla="*/ 1255 h 239377"/>
                <a:gd name="connsiteX5" fmla="*/ 116297 w 153390"/>
                <a:gd name="connsiteY5" fmla="*/ 3808 h 239377"/>
                <a:gd name="connsiteX6" fmla="*/ 107350 w 153390"/>
                <a:gd name="connsiteY6" fmla="*/ 14661 h 239377"/>
                <a:gd name="connsiteX7" fmla="*/ 107350 w 153390"/>
                <a:gd name="connsiteY7" fmla="*/ 15300 h 239377"/>
                <a:gd name="connsiteX8" fmla="*/ 106712 w 153390"/>
                <a:gd name="connsiteY8" fmla="*/ 16576 h 239377"/>
                <a:gd name="connsiteX9" fmla="*/ 95209 w 153390"/>
                <a:gd name="connsiteY9" fmla="*/ 65733 h 239377"/>
                <a:gd name="connsiteX10" fmla="*/ 83708 w 153390"/>
                <a:gd name="connsiteY10" fmla="*/ 16576 h 239377"/>
                <a:gd name="connsiteX11" fmla="*/ 83708 w 153390"/>
                <a:gd name="connsiteY11" fmla="*/ 15300 h 239377"/>
                <a:gd name="connsiteX12" fmla="*/ 83708 w 153390"/>
                <a:gd name="connsiteY12" fmla="*/ 14661 h 239377"/>
                <a:gd name="connsiteX13" fmla="*/ 74762 w 153390"/>
                <a:gd name="connsiteY13" fmla="*/ 3170 h 239377"/>
                <a:gd name="connsiteX14" fmla="*/ 58787 w 153390"/>
                <a:gd name="connsiteY14" fmla="*/ 616 h 239377"/>
                <a:gd name="connsiteX15" fmla="*/ 42812 w 153390"/>
                <a:gd name="connsiteY15" fmla="*/ 25514 h 239377"/>
                <a:gd name="connsiteX16" fmla="*/ 51119 w 153390"/>
                <a:gd name="connsiteY16" fmla="*/ 59988 h 239377"/>
                <a:gd name="connsiteX17" fmla="*/ 42812 w 153390"/>
                <a:gd name="connsiteY17" fmla="*/ 59988 h 239377"/>
                <a:gd name="connsiteX18" fmla="*/ 30032 w 153390"/>
                <a:gd name="connsiteY18" fmla="*/ 69564 h 239377"/>
                <a:gd name="connsiteX19" fmla="*/ 28115 w 153390"/>
                <a:gd name="connsiteY19" fmla="*/ 73394 h 239377"/>
                <a:gd name="connsiteX20" fmla="*/ 15975 w 153390"/>
                <a:gd name="connsiteY20" fmla="*/ 72756 h 239377"/>
                <a:gd name="connsiteX21" fmla="*/ 3195 w 153390"/>
                <a:gd name="connsiteY21" fmla="*/ 82332 h 239377"/>
                <a:gd name="connsiteX22" fmla="*/ 0 w 153390"/>
                <a:gd name="connsiteY22" fmla="*/ 95738 h 239377"/>
                <a:gd name="connsiteX23" fmla="*/ 0 w 153390"/>
                <a:gd name="connsiteY23" fmla="*/ 96376 h 239377"/>
                <a:gd name="connsiteX24" fmla="*/ 5750 w 153390"/>
                <a:gd name="connsiteY24" fmla="*/ 162770 h 239377"/>
                <a:gd name="connsiteX25" fmla="*/ 21725 w 153390"/>
                <a:gd name="connsiteY25" fmla="*/ 202350 h 239377"/>
                <a:gd name="connsiteX26" fmla="*/ 24281 w 153390"/>
                <a:gd name="connsiteY26" fmla="*/ 208734 h 239377"/>
                <a:gd name="connsiteX27" fmla="*/ 24281 w 153390"/>
                <a:gd name="connsiteY27" fmla="*/ 232994 h 239377"/>
                <a:gd name="connsiteX28" fmla="*/ 30671 w 153390"/>
                <a:gd name="connsiteY28" fmla="*/ 239378 h 239377"/>
                <a:gd name="connsiteX29" fmla="*/ 37061 w 153390"/>
                <a:gd name="connsiteY29" fmla="*/ 232994 h 239377"/>
                <a:gd name="connsiteX30" fmla="*/ 37061 w 153390"/>
                <a:gd name="connsiteY30" fmla="*/ 208734 h 239377"/>
                <a:gd name="connsiteX31" fmla="*/ 30671 w 153390"/>
                <a:gd name="connsiteY31" fmla="*/ 193413 h 239377"/>
                <a:gd name="connsiteX32" fmla="*/ 18530 w 153390"/>
                <a:gd name="connsiteY32" fmla="*/ 162131 h 239377"/>
                <a:gd name="connsiteX33" fmla="*/ 16614 w 153390"/>
                <a:gd name="connsiteY33" fmla="*/ 142341 h 239377"/>
                <a:gd name="connsiteX34" fmla="*/ 27476 w 153390"/>
                <a:gd name="connsiteY34" fmla="*/ 145533 h 239377"/>
                <a:gd name="connsiteX35" fmla="*/ 31950 w 153390"/>
                <a:gd name="connsiteY35" fmla="*/ 144894 h 239377"/>
                <a:gd name="connsiteX36" fmla="*/ 44730 w 153390"/>
                <a:gd name="connsiteY36" fmla="*/ 135319 h 239377"/>
                <a:gd name="connsiteX37" fmla="*/ 46646 w 153390"/>
                <a:gd name="connsiteY37" fmla="*/ 131488 h 239377"/>
                <a:gd name="connsiteX38" fmla="*/ 54314 w 153390"/>
                <a:gd name="connsiteY38" fmla="*/ 132765 h 239377"/>
                <a:gd name="connsiteX39" fmla="*/ 58787 w 153390"/>
                <a:gd name="connsiteY39" fmla="*/ 132127 h 239377"/>
                <a:gd name="connsiteX40" fmla="*/ 65816 w 153390"/>
                <a:gd name="connsiteY40" fmla="*/ 128935 h 239377"/>
                <a:gd name="connsiteX41" fmla="*/ 68372 w 153390"/>
                <a:gd name="connsiteY41" fmla="*/ 133403 h 239377"/>
                <a:gd name="connsiteX42" fmla="*/ 83708 w 153390"/>
                <a:gd name="connsiteY42" fmla="*/ 141702 h 239377"/>
                <a:gd name="connsiteX43" fmla="*/ 64538 w 153390"/>
                <a:gd name="connsiteY43" fmla="*/ 182560 h 239377"/>
                <a:gd name="connsiteX44" fmla="*/ 70928 w 153390"/>
                <a:gd name="connsiteY44" fmla="*/ 188944 h 239377"/>
                <a:gd name="connsiteX45" fmla="*/ 77318 w 153390"/>
                <a:gd name="connsiteY45" fmla="*/ 182560 h 239377"/>
                <a:gd name="connsiteX46" fmla="*/ 118214 w 153390"/>
                <a:gd name="connsiteY46" fmla="*/ 141702 h 239377"/>
                <a:gd name="connsiteX47" fmla="*/ 118214 w 153390"/>
                <a:gd name="connsiteY47" fmla="*/ 141702 h 239377"/>
                <a:gd name="connsiteX48" fmla="*/ 124604 w 153390"/>
                <a:gd name="connsiteY48" fmla="*/ 135319 h 239377"/>
                <a:gd name="connsiteX49" fmla="*/ 118214 w 153390"/>
                <a:gd name="connsiteY49" fmla="*/ 128935 h 239377"/>
                <a:gd name="connsiteX50" fmla="*/ 86903 w 153390"/>
                <a:gd name="connsiteY50" fmla="*/ 128935 h 239377"/>
                <a:gd name="connsiteX51" fmla="*/ 78596 w 153390"/>
                <a:gd name="connsiteY51" fmla="*/ 124466 h 239377"/>
                <a:gd name="connsiteX52" fmla="*/ 77318 w 153390"/>
                <a:gd name="connsiteY52" fmla="*/ 121912 h 239377"/>
                <a:gd name="connsiteX53" fmla="*/ 76040 w 153390"/>
                <a:gd name="connsiteY53" fmla="*/ 118082 h 239377"/>
                <a:gd name="connsiteX54" fmla="*/ 76040 w 153390"/>
                <a:gd name="connsiteY54" fmla="*/ 117443 h 239377"/>
                <a:gd name="connsiteX55" fmla="*/ 76040 w 153390"/>
                <a:gd name="connsiteY55" fmla="*/ 114890 h 239377"/>
                <a:gd name="connsiteX56" fmla="*/ 76040 w 153390"/>
                <a:gd name="connsiteY56" fmla="*/ 112336 h 239377"/>
                <a:gd name="connsiteX57" fmla="*/ 134189 w 153390"/>
                <a:gd name="connsiteY57" fmla="*/ 112336 h 239377"/>
                <a:gd name="connsiteX58" fmla="*/ 140579 w 153390"/>
                <a:gd name="connsiteY58" fmla="*/ 118720 h 239377"/>
                <a:gd name="connsiteX59" fmla="*/ 140579 w 153390"/>
                <a:gd name="connsiteY59" fmla="*/ 144894 h 239377"/>
                <a:gd name="connsiteX60" fmla="*/ 140579 w 153390"/>
                <a:gd name="connsiteY60" fmla="*/ 156386 h 239377"/>
                <a:gd name="connsiteX61" fmla="*/ 121409 w 153390"/>
                <a:gd name="connsiteY61" fmla="*/ 191498 h 239377"/>
                <a:gd name="connsiteX62" fmla="*/ 111824 w 153390"/>
                <a:gd name="connsiteY62" fmla="*/ 210011 h 239377"/>
                <a:gd name="connsiteX63" fmla="*/ 111824 w 153390"/>
                <a:gd name="connsiteY63" fmla="*/ 231717 h 239377"/>
                <a:gd name="connsiteX64" fmla="*/ 118214 w 153390"/>
                <a:gd name="connsiteY64" fmla="*/ 238101 h 239377"/>
                <a:gd name="connsiteX65" fmla="*/ 124604 w 153390"/>
                <a:gd name="connsiteY65" fmla="*/ 231717 h 239377"/>
                <a:gd name="connsiteX66" fmla="*/ 124604 w 153390"/>
                <a:gd name="connsiteY66" fmla="*/ 210011 h 239377"/>
                <a:gd name="connsiteX67" fmla="*/ 128438 w 153390"/>
                <a:gd name="connsiteY67" fmla="*/ 202350 h 239377"/>
                <a:gd name="connsiteX68" fmla="*/ 153358 w 153390"/>
                <a:gd name="connsiteY68" fmla="*/ 157024 h 239377"/>
                <a:gd name="connsiteX69" fmla="*/ 153358 w 153390"/>
                <a:gd name="connsiteY69" fmla="*/ 119359 h 239377"/>
                <a:gd name="connsiteX70" fmla="*/ 134828 w 153390"/>
                <a:gd name="connsiteY70" fmla="*/ 101483 h 239377"/>
                <a:gd name="connsiteX71" fmla="*/ 34505 w 153390"/>
                <a:gd name="connsiteY71" fmla="*/ 128935 h 239377"/>
                <a:gd name="connsiteX72" fmla="*/ 29394 w 153390"/>
                <a:gd name="connsiteY72" fmla="*/ 132765 h 239377"/>
                <a:gd name="connsiteX73" fmla="*/ 23004 w 153390"/>
                <a:gd name="connsiteY73" fmla="*/ 131488 h 239377"/>
                <a:gd name="connsiteX74" fmla="*/ 19170 w 153390"/>
                <a:gd name="connsiteY74" fmla="*/ 126381 h 239377"/>
                <a:gd name="connsiteX75" fmla="*/ 14696 w 153390"/>
                <a:gd name="connsiteY75" fmla="*/ 105952 h 239377"/>
                <a:gd name="connsiteX76" fmla="*/ 12140 w 153390"/>
                <a:gd name="connsiteY76" fmla="*/ 95738 h 239377"/>
                <a:gd name="connsiteX77" fmla="*/ 13419 w 153390"/>
                <a:gd name="connsiteY77" fmla="*/ 89354 h 239377"/>
                <a:gd name="connsiteX78" fmla="*/ 18530 w 153390"/>
                <a:gd name="connsiteY78" fmla="*/ 85524 h 239377"/>
                <a:gd name="connsiteX79" fmla="*/ 28115 w 153390"/>
                <a:gd name="connsiteY79" fmla="*/ 91908 h 239377"/>
                <a:gd name="connsiteX80" fmla="*/ 29394 w 153390"/>
                <a:gd name="connsiteY80" fmla="*/ 96376 h 239377"/>
                <a:gd name="connsiteX81" fmla="*/ 29394 w 153390"/>
                <a:gd name="connsiteY81" fmla="*/ 96376 h 239377"/>
                <a:gd name="connsiteX82" fmla="*/ 33866 w 153390"/>
                <a:gd name="connsiteY82" fmla="*/ 116805 h 239377"/>
                <a:gd name="connsiteX83" fmla="*/ 33866 w 153390"/>
                <a:gd name="connsiteY83" fmla="*/ 116805 h 239377"/>
                <a:gd name="connsiteX84" fmla="*/ 35145 w 153390"/>
                <a:gd name="connsiteY84" fmla="*/ 122551 h 239377"/>
                <a:gd name="connsiteX85" fmla="*/ 34505 w 153390"/>
                <a:gd name="connsiteY85" fmla="*/ 128935 h 239377"/>
                <a:gd name="connsiteX86" fmla="*/ 61343 w 153390"/>
                <a:gd name="connsiteY86" fmla="*/ 116805 h 239377"/>
                <a:gd name="connsiteX87" fmla="*/ 56231 w 153390"/>
                <a:gd name="connsiteY87" fmla="*/ 120635 h 239377"/>
                <a:gd name="connsiteX88" fmla="*/ 49841 w 153390"/>
                <a:gd name="connsiteY88" fmla="*/ 119359 h 239377"/>
                <a:gd name="connsiteX89" fmla="*/ 46007 w 153390"/>
                <a:gd name="connsiteY89" fmla="*/ 114251 h 239377"/>
                <a:gd name="connsiteX90" fmla="*/ 40256 w 153390"/>
                <a:gd name="connsiteY90" fmla="*/ 89354 h 239377"/>
                <a:gd name="connsiteX91" fmla="*/ 40256 w 153390"/>
                <a:gd name="connsiteY91" fmla="*/ 89354 h 239377"/>
                <a:gd name="connsiteX92" fmla="*/ 38978 w 153390"/>
                <a:gd name="connsiteY92" fmla="*/ 83608 h 239377"/>
                <a:gd name="connsiteX93" fmla="*/ 40256 w 153390"/>
                <a:gd name="connsiteY93" fmla="*/ 77224 h 239377"/>
                <a:gd name="connsiteX94" fmla="*/ 45368 w 153390"/>
                <a:gd name="connsiteY94" fmla="*/ 73394 h 239377"/>
                <a:gd name="connsiteX95" fmla="*/ 54953 w 153390"/>
                <a:gd name="connsiteY95" fmla="*/ 79778 h 239377"/>
                <a:gd name="connsiteX96" fmla="*/ 61982 w 153390"/>
                <a:gd name="connsiteY96" fmla="*/ 110421 h 239377"/>
                <a:gd name="connsiteX97" fmla="*/ 61343 w 153390"/>
                <a:gd name="connsiteY97" fmla="*/ 116805 h 239377"/>
                <a:gd name="connsiteX98" fmla="*/ 73484 w 153390"/>
                <a:gd name="connsiteY98" fmla="*/ 101483 h 239377"/>
                <a:gd name="connsiteX99" fmla="*/ 67733 w 153390"/>
                <a:gd name="connsiteY99" fmla="*/ 77224 h 239377"/>
                <a:gd name="connsiteX100" fmla="*/ 67733 w 153390"/>
                <a:gd name="connsiteY100" fmla="*/ 77224 h 239377"/>
                <a:gd name="connsiteX101" fmla="*/ 55592 w 153390"/>
                <a:gd name="connsiteY101" fmla="*/ 23599 h 239377"/>
                <a:gd name="connsiteX102" fmla="*/ 61982 w 153390"/>
                <a:gd name="connsiteY102" fmla="*/ 14023 h 239377"/>
                <a:gd name="connsiteX103" fmla="*/ 68372 w 153390"/>
                <a:gd name="connsiteY103" fmla="*/ 15300 h 239377"/>
                <a:gd name="connsiteX104" fmla="*/ 71567 w 153390"/>
                <a:gd name="connsiteY104" fmla="*/ 19768 h 239377"/>
                <a:gd name="connsiteX105" fmla="*/ 71567 w 153390"/>
                <a:gd name="connsiteY105" fmla="*/ 19768 h 239377"/>
                <a:gd name="connsiteX106" fmla="*/ 71567 w 153390"/>
                <a:gd name="connsiteY106" fmla="*/ 20407 h 239377"/>
                <a:gd name="connsiteX107" fmla="*/ 89459 w 153390"/>
                <a:gd name="connsiteY107" fmla="*/ 95738 h 239377"/>
                <a:gd name="connsiteX108" fmla="*/ 95849 w 153390"/>
                <a:gd name="connsiteY108" fmla="*/ 100845 h 239377"/>
                <a:gd name="connsiteX109" fmla="*/ 95849 w 153390"/>
                <a:gd name="connsiteY109" fmla="*/ 100845 h 239377"/>
                <a:gd name="connsiteX110" fmla="*/ 102239 w 153390"/>
                <a:gd name="connsiteY110" fmla="*/ 95738 h 239377"/>
                <a:gd name="connsiteX111" fmla="*/ 119492 w 153390"/>
                <a:gd name="connsiteY111" fmla="*/ 20407 h 239377"/>
                <a:gd name="connsiteX112" fmla="*/ 119492 w 153390"/>
                <a:gd name="connsiteY112" fmla="*/ 19768 h 239377"/>
                <a:gd name="connsiteX113" fmla="*/ 119492 w 153390"/>
                <a:gd name="connsiteY113" fmla="*/ 19768 h 239377"/>
                <a:gd name="connsiteX114" fmla="*/ 122686 w 153390"/>
                <a:gd name="connsiteY114" fmla="*/ 15300 h 239377"/>
                <a:gd name="connsiteX115" fmla="*/ 129076 w 153390"/>
                <a:gd name="connsiteY115" fmla="*/ 14023 h 239377"/>
                <a:gd name="connsiteX116" fmla="*/ 134189 w 153390"/>
                <a:gd name="connsiteY116" fmla="*/ 17853 h 239377"/>
                <a:gd name="connsiteX117" fmla="*/ 135466 w 153390"/>
                <a:gd name="connsiteY117" fmla="*/ 24237 h 239377"/>
                <a:gd name="connsiteX118" fmla="*/ 117574 w 153390"/>
                <a:gd name="connsiteY118" fmla="*/ 101483 h 239377"/>
                <a:gd name="connsiteX119" fmla="*/ 73484 w 153390"/>
                <a:gd name="connsiteY119" fmla="*/ 101483 h 239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153390" h="239377">
                  <a:moveTo>
                    <a:pt x="134828" y="101483"/>
                  </a:moveTo>
                  <a:lnTo>
                    <a:pt x="130354" y="101483"/>
                  </a:lnTo>
                  <a:lnTo>
                    <a:pt x="147607" y="26791"/>
                  </a:lnTo>
                  <a:cubicBezTo>
                    <a:pt x="148885" y="21045"/>
                    <a:pt x="147607" y="15938"/>
                    <a:pt x="145051" y="10831"/>
                  </a:cubicBezTo>
                  <a:cubicBezTo>
                    <a:pt x="141856" y="6362"/>
                    <a:pt x="137384" y="2532"/>
                    <a:pt x="132271" y="1255"/>
                  </a:cubicBezTo>
                  <a:cubicBezTo>
                    <a:pt x="126520" y="-22"/>
                    <a:pt x="121409" y="616"/>
                    <a:pt x="116297" y="3808"/>
                  </a:cubicBezTo>
                  <a:cubicBezTo>
                    <a:pt x="112463" y="6362"/>
                    <a:pt x="109268" y="10192"/>
                    <a:pt x="107350" y="14661"/>
                  </a:cubicBezTo>
                  <a:cubicBezTo>
                    <a:pt x="107350" y="14661"/>
                    <a:pt x="107350" y="15300"/>
                    <a:pt x="107350" y="15300"/>
                  </a:cubicBezTo>
                  <a:cubicBezTo>
                    <a:pt x="107350" y="15938"/>
                    <a:pt x="107350" y="15938"/>
                    <a:pt x="106712" y="16576"/>
                  </a:cubicBezTo>
                  <a:lnTo>
                    <a:pt x="95209" y="65733"/>
                  </a:lnTo>
                  <a:lnTo>
                    <a:pt x="83708" y="16576"/>
                  </a:lnTo>
                  <a:cubicBezTo>
                    <a:pt x="83708" y="15938"/>
                    <a:pt x="83708" y="15300"/>
                    <a:pt x="83708" y="15300"/>
                  </a:cubicBezTo>
                  <a:cubicBezTo>
                    <a:pt x="83708" y="15300"/>
                    <a:pt x="83708" y="14661"/>
                    <a:pt x="83708" y="14661"/>
                  </a:cubicBezTo>
                  <a:cubicBezTo>
                    <a:pt x="82430" y="10192"/>
                    <a:pt x="79235" y="5724"/>
                    <a:pt x="74762" y="3170"/>
                  </a:cubicBezTo>
                  <a:cubicBezTo>
                    <a:pt x="70289" y="-22"/>
                    <a:pt x="64538" y="-660"/>
                    <a:pt x="58787" y="616"/>
                  </a:cubicBezTo>
                  <a:cubicBezTo>
                    <a:pt x="47285" y="3170"/>
                    <a:pt x="40256" y="14661"/>
                    <a:pt x="42812" y="25514"/>
                  </a:cubicBezTo>
                  <a:lnTo>
                    <a:pt x="51119" y="59988"/>
                  </a:lnTo>
                  <a:cubicBezTo>
                    <a:pt x="48563" y="59349"/>
                    <a:pt x="45368" y="59349"/>
                    <a:pt x="42812" y="59988"/>
                  </a:cubicBezTo>
                  <a:cubicBezTo>
                    <a:pt x="37061" y="61264"/>
                    <a:pt x="32589" y="64456"/>
                    <a:pt x="30032" y="69564"/>
                  </a:cubicBezTo>
                  <a:cubicBezTo>
                    <a:pt x="29394" y="70840"/>
                    <a:pt x="28755" y="72117"/>
                    <a:pt x="28115" y="73394"/>
                  </a:cubicBezTo>
                  <a:cubicBezTo>
                    <a:pt x="24281" y="72117"/>
                    <a:pt x="19809" y="71479"/>
                    <a:pt x="15975" y="72756"/>
                  </a:cubicBezTo>
                  <a:cubicBezTo>
                    <a:pt x="10224" y="74032"/>
                    <a:pt x="5750" y="77224"/>
                    <a:pt x="3195" y="82332"/>
                  </a:cubicBezTo>
                  <a:cubicBezTo>
                    <a:pt x="639" y="86162"/>
                    <a:pt x="0" y="91269"/>
                    <a:pt x="0" y="95738"/>
                  </a:cubicBezTo>
                  <a:cubicBezTo>
                    <a:pt x="0" y="95738"/>
                    <a:pt x="0" y="95738"/>
                    <a:pt x="0" y="96376"/>
                  </a:cubicBezTo>
                  <a:lnTo>
                    <a:pt x="5750" y="162770"/>
                  </a:lnTo>
                  <a:cubicBezTo>
                    <a:pt x="5750" y="177453"/>
                    <a:pt x="11501" y="191498"/>
                    <a:pt x="21725" y="202350"/>
                  </a:cubicBezTo>
                  <a:cubicBezTo>
                    <a:pt x="23642" y="204266"/>
                    <a:pt x="24281" y="206181"/>
                    <a:pt x="24281" y="208734"/>
                  </a:cubicBezTo>
                  <a:lnTo>
                    <a:pt x="24281" y="232994"/>
                  </a:lnTo>
                  <a:cubicBezTo>
                    <a:pt x="24281" y="236824"/>
                    <a:pt x="26837" y="239378"/>
                    <a:pt x="30671" y="239378"/>
                  </a:cubicBezTo>
                  <a:cubicBezTo>
                    <a:pt x="34505" y="239378"/>
                    <a:pt x="37061" y="236824"/>
                    <a:pt x="37061" y="232994"/>
                  </a:cubicBezTo>
                  <a:lnTo>
                    <a:pt x="37061" y="208734"/>
                  </a:lnTo>
                  <a:cubicBezTo>
                    <a:pt x="37061" y="202989"/>
                    <a:pt x="35145" y="197882"/>
                    <a:pt x="30671" y="193413"/>
                  </a:cubicBezTo>
                  <a:cubicBezTo>
                    <a:pt x="23004" y="185114"/>
                    <a:pt x="18530" y="174261"/>
                    <a:pt x="18530" y="162131"/>
                  </a:cubicBezTo>
                  <a:lnTo>
                    <a:pt x="16614" y="142341"/>
                  </a:lnTo>
                  <a:cubicBezTo>
                    <a:pt x="19809" y="144256"/>
                    <a:pt x="23642" y="145533"/>
                    <a:pt x="27476" y="145533"/>
                  </a:cubicBezTo>
                  <a:cubicBezTo>
                    <a:pt x="28755" y="145533"/>
                    <a:pt x="30671" y="145533"/>
                    <a:pt x="31950" y="144894"/>
                  </a:cubicBezTo>
                  <a:cubicBezTo>
                    <a:pt x="37700" y="143618"/>
                    <a:pt x="42173" y="140426"/>
                    <a:pt x="44730" y="135319"/>
                  </a:cubicBezTo>
                  <a:cubicBezTo>
                    <a:pt x="45368" y="134042"/>
                    <a:pt x="46007" y="132765"/>
                    <a:pt x="46646" y="131488"/>
                  </a:cubicBezTo>
                  <a:cubicBezTo>
                    <a:pt x="49202" y="132127"/>
                    <a:pt x="51758" y="132765"/>
                    <a:pt x="54314" y="132765"/>
                  </a:cubicBezTo>
                  <a:cubicBezTo>
                    <a:pt x="55592" y="132765"/>
                    <a:pt x="57509" y="132765"/>
                    <a:pt x="58787" y="132127"/>
                  </a:cubicBezTo>
                  <a:cubicBezTo>
                    <a:pt x="61343" y="131488"/>
                    <a:pt x="63899" y="130211"/>
                    <a:pt x="65816" y="128935"/>
                  </a:cubicBezTo>
                  <a:cubicBezTo>
                    <a:pt x="66455" y="130211"/>
                    <a:pt x="67733" y="132127"/>
                    <a:pt x="68372" y="133403"/>
                  </a:cubicBezTo>
                  <a:cubicBezTo>
                    <a:pt x="72206" y="138511"/>
                    <a:pt x="77957" y="141064"/>
                    <a:pt x="83708" y="141702"/>
                  </a:cubicBezTo>
                  <a:cubicBezTo>
                    <a:pt x="72206" y="151278"/>
                    <a:pt x="64538" y="166600"/>
                    <a:pt x="64538" y="182560"/>
                  </a:cubicBezTo>
                  <a:cubicBezTo>
                    <a:pt x="64538" y="186390"/>
                    <a:pt x="67094" y="188944"/>
                    <a:pt x="70928" y="188944"/>
                  </a:cubicBezTo>
                  <a:cubicBezTo>
                    <a:pt x="74762" y="188944"/>
                    <a:pt x="77318" y="186390"/>
                    <a:pt x="77318" y="182560"/>
                  </a:cubicBezTo>
                  <a:cubicBezTo>
                    <a:pt x="77318" y="160216"/>
                    <a:pt x="95849" y="141702"/>
                    <a:pt x="118214" y="141702"/>
                  </a:cubicBezTo>
                  <a:lnTo>
                    <a:pt x="118214" y="141702"/>
                  </a:lnTo>
                  <a:cubicBezTo>
                    <a:pt x="122048" y="141702"/>
                    <a:pt x="124604" y="139149"/>
                    <a:pt x="124604" y="135319"/>
                  </a:cubicBezTo>
                  <a:cubicBezTo>
                    <a:pt x="124604" y="131488"/>
                    <a:pt x="122048" y="128935"/>
                    <a:pt x="118214" y="128935"/>
                  </a:cubicBezTo>
                  <a:lnTo>
                    <a:pt x="86903" y="128935"/>
                  </a:lnTo>
                  <a:cubicBezTo>
                    <a:pt x="83708" y="128935"/>
                    <a:pt x="80513" y="127019"/>
                    <a:pt x="78596" y="124466"/>
                  </a:cubicBezTo>
                  <a:cubicBezTo>
                    <a:pt x="77957" y="123827"/>
                    <a:pt x="77318" y="123189"/>
                    <a:pt x="77318" y="121912"/>
                  </a:cubicBezTo>
                  <a:cubicBezTo>
                    <a:pt x="76679" y="120635"/>
                    <a:pt x="76679" y="119359"/>
                    <a:pt x="76040" y="118082"/>
                  </a:cubicBezTo>
                  <a:lnTo>
                    <a:pt x="76040" y="117443"/>
                  </a:lnTo>
                  <a:lnTo>
                    <a:pt x="76040" y="114890"/>
                  </a:lnTo>
                  <a:cubicBezTo>
                    <a:pt x="76040" y="114251"/>
                    <a:pt x="76040" y="112975"/>
                    <a:pt x="76040" y="112336"/>
                  </a:cubicBezTo>
                  <a:lnTo>
                    <a:pt x="134189" y="112336"/>
                  </a:lnTo>
                  <a:cubicBezTo>
                    <a:pt x="137384" y="112336"/>
                    <a:pt x="140579" y="114890"/>
                    <a:pt x="140579" y="118720"/>
                  </a:cubicBezTo>
                  <a:lnTo>
                    <a:pt x="140579" y="144894"/>
                  </a:lnTo>
                  <a:lnTo>
                    <a:pt x="140579" y="156386"/>
                  </a:lnTo>
                  <a:cubicBezTo>
                    <a:pt x="139939" y="170430"/>
                    <a:pt x="132910" y="183837"/>
                    <a:pt x="121409" y="191498"/>
                  </a:cubicBezTo>
                  <a:cubicBezTo>
                    <a:pt x="115658" y="195328"/>
                    <a:pt x="111824" y="202350"/>
                    <a:pt x="111824" y="210011"/>
                  </a:cubicBezTo>
                  <a:lnTo>
                    <a:pt x="111824" y="231717"/>
                  </a:lnTo>
                  <a:cubicBezTo>
                    <a:pt x="111824" y="235547"/>
                    <a:pt x="114379" y="238101"/>
                    <a:pt x="118214" y="238101"/>
                  </a:cubicBezTo>
                  <a:cubicBezTo>
                    <a:pt x="122048" y="238101"/>
                    <a:pt x="124604" y="235547"/>
                    <a:pt x="124604" y="231717"/>
                  </a:cubicBezTo>
                  <a:lnTo>
                    <a:pt x="124604" y="210011"/>
                  </a:lnTo>
                  <a:cubicBezTo>
                    <a:pt x="124604" y="206819"/>
                    <a:pt x="125881" y="204266"/>
                    <a:pt x="128438" y="202350"/>
                  </a:cubicBezTo>
                  <a:cubicBezTo>
                    <a:pt x="143774" y="192136"/>
                    <a:pt x="152719" y="174899"/>
                    <a:pt x="153358" y="157024"/>
                  </a:cubicBezTo>
                  <a:lnTo>
                    <a:pt x="153358" y="119359"/>
                  </a:lnTo>
                  <a:cubicBezTo>
                    <a:pt x="153997" y="109783"/>
                    <a:pt x="145051" y="101483"/>
                    <a:pt x="134828" y="101483"/>
                  </a:cubicBezTo>
                  <a:close/>
                  <a:moveTo>
                    <a:pt x="34505" y="128935"/>
                  </a:moveTo>
                  <a:cubicBezTo>
                    <a:pt x="33227" y="130850"/>
                    <a:pt x="31310" y="132127"/>
                    <a:pt x="29394" y="132765"/>
                  </a:cubicBezTo>
                  <a:cubicBezTo>
                    <a:pt x="27476" y="133403"/>
                    <a:pt x="24920" y="132765"/>
                    <a:pt x="23004" y="131488"/>
                  </a:cubicBezTo>
                  <a:cubicBezTo>
                    <a:pt x="21086" y="130211"/>
                    <a:pt x="19809" y="128296"/>
                    <a:pt x="19170" y="126381"/>
                  </a:cubicBezTo>
                  <a:lnTo>
                    <a:pt x="14696" y="105952"/>
                  </a:lnTo>
                  <a:lnTo>
                    <a:pt x="12140" y="95738"/>
                  </a:lnTo>
                  <a:cubicBezTo>
                    <a:pt x="11501" y="93823"/>
                    <a:pt x="12140" y="91269"/>
                    <a:pt x="13419" y="89354"/>
                  </a:cubicBezTo>
                  <a:cubicBezTo>
                    <a:pt x="14696" y="87439"/>
                    <a:pt x="16614" y="86162"/>
                    <a:pt x="18530" y="85524"/>
                  </a:cubicBezTo>
                  <a:cubicBezTo>
                    <a:pt x="23004" y="84247"/>
                    <a:pt x="27476" y="87439"/>
                    <a:pt x="28115" y="91908"/>
                  </a:cubicBezTo>
                  <a:lnTo>
                    <a:pt x="29394" y="96376"/>
                  </a:lnTo>
                  <a:cubicBezTo>
                    <a:pt x="29394" y="96376"/>
                    <a:pt x="29394" y="96376"/>
                    <a:pt x="29394" y="96376"/>
                  </a:cubicBezTo>
                  <a:lnTo>
                    <a:pt x="33866" y="116805"/>
                  </a:lnTo>
                  <a:cubicBezTo>
                    <a:pt x="33866" y="116805"/>
                    <a:pt x="33866" y="116805"/>
                    <a:pt x="33866" y="116805"/>
                  </a:cubicBezTo>
                  <a:lnTo>
                    <a:pt x="35145" y="122551"/>
                  </a:lnTo>
                  <a:cubicBezTo>
                    <a:pt x="35783" y="125104"/>
                    <a:pt x="35145" y="127658"/>
                    <a:pt x="34505" y="128935"/>
                  </a:cubicBezTo>
                  <a:close/>
                  <a:moveTo>
                    <a:pt x="61343" y="116805"/>
                  </a:moveTo>
                  <a:cubicBezTo>
                    <a:pt x="60065" y="118720"/>
                    <a:pt x="58148" y="119997"/>
                    <a:pt x="56231" y="120635"/>
                  </a:cubicBezTo>
                  <a:cubicBezTo>
                    <a:pt x="54314" y="121274"/>
                    <a:pt x="51758" y="120635"/>
                    <a:pt x="49841" y="119359"/>
                  </a:cubicBezTo>
                  <a:cubicBezTo>
                    <a:pt x="47925" y="118082"/>
                    <a:pt x="46646" y="116167"/>
                    <a:pt x="46007" y="114251"/>
                  </a:cubicBezTo>
                  <a:lnTo>
                    <a:pt x="40256" y="89354"/>
                  </a:lnTo>
                  <a:cubicBezTo>
                    <a:pt x="40256" y="89354"/>
                    <a:pt x="40256" y="89354"/>
                    <a:pt x="40256" y="89354"/>
                  </a:cubicBezTo>
                  <a:lnTo>
                    <a:pt x="38978" y="83608"/>
                  </a:lnTo>
                  <a:cubicBezTo>
                    <a:pt x="38340" y="81693"/>
                    <a:pt x="38978" y="79140"/>
                    <a:pt x="40256" y="77224"/>
                  </a:cubicBezTo>
                  <a:cubicBezTo>
                    <a:pt x="41535" y="75309"/>
                    <a:pt x="43451" y="74032"/>
                    <a:pt x="45368" y="73394"/>
                  </a:cubicBezTo>
                  <a:cubicBezTo>
                    <a:pt x="49841" y="72117"/>
                    <a:pt x="54314" y="75309"/>
                    <a:pt x="54953" y="79778"/>
                  </a:cubicBezTo>
                  <a:lnTo>
                    <a:pt x="61982" y="110421"/>
                  </a:lnTo>
                  <a:cubicBezTo>
                    <a:pt x="62621" y="112975"/>
                    <a:pt x="62621" y="115528"/>
                    <a:pt x="61343" y="116805"/>
                  </a:cubicBezTo>
                  <a:close/>
                  <a:moveTo>
                    <a:pt x="73484" y="101483"/>
                  </a:moveTo>
                  <a:lnTo>
                    <a:pt x="67733" y="77224"/>
                  </a:lnTo>
                  <a:cubicBezTo>
                    <a:pt x="67733" y="77224"/>
                    <a:pt x="67733" y="77224"/>
                    <a:pt x="67733" y="77224"/>
                  </a:cubicBezTo>
                  <a:lnTo>
                    <a:pt x="55592" y="23599"/>
                  </a:lnTo>
                  <a:cubicBezTo>
                    <a:pt x="54314" y="19130"/>
                    <a:pt x="57509" y="14661"/>
                    <a:pt x="61982" y="14023"/>
                  </a:cubicBezTo>
                  <a:cubicBezTo>
                    <a:pt x="63899" y="13384"/>
                    <a:pt x="66455" y="14023"/>
                    <a:pt x="68372" y="15300"/>
                  </a:cubicBezTo>
                  <a:cubicBezTo>
                    <a:pt x="70289" y="16576"/>
                    <a:pt x="71567" y="17853"/>
                    <a:pt x="71567" y="19768"/>
                  </a:cubicBezTo>
                  <a:cubicBezTo>
                    <a:pt x="71567" y="19768"/>
                    <a:pt x="71567" y="19768"/>
                    <a:pt x="71567" y="19768"/>
                  </a:cubicBezTo>
                  <a:cubicBezTo>
                    <a:pt x="71567" y="19768"/>
                    <a:pt x="71567" y="20407"/>
                    <a:pt x="71567" y="20407"/>
                  </a:cubicBezTo>
                  <a:lnTo>
                    <a:pt x="89459" y="95738"/>
                  </a:lnTo>
                  <a:cubicBezTo>
                    <a:pt x="90098" y="98930"/>
                    <a:pt x="92654" y="100845"/>
                    <a:pt x="95849" y="100845"/>
                  </a:cubicBezTo>
                  <a:cubicBezTo>
                    <a:pt x="95849" y="100845"/>
                    <a:pt x="95849" y="100845"/>
                    <a:pt x="95849" y="100845"/>
                  </a:cubicBezTo>
                  <a:cubicBezTo>
                    <a:pt x="99044" y="100845"/>
                    <a:pt x="101599" y="98930"/>
                    <a:pt x="102239" y="95738"/>
                  </a:cubicBezTo>
                  <a:lnTo>
                    <a:pt x="119492" y="20407"/>
                  </a:lnTo>
                  <a:lnTo>
                    <a:pt x="119492" y="19768"/>
                  </a:lnTo>
                  <a:cubicBezTo>
                    <a:pt x="119492" y="19768"/>
                    <a:pt x="119492" y="19768"/>
                    <a:pt x="119492" y="19768"/>
                  </a:cubicBezTo>
                  <a:cubicBezTo>
                    <a:pt x="120130" y="17853"/>
                    <a:pt x="121409" y="16576"/>
                    <a:pt x="122686" y="15300"/>
                  </a:cubicBezTo>
                  <a:cubicBezTo>
                    <a:pt x="124604" y="14023"/>
                    <a:pt x="126520" y="14023"/>
                    <a:pt x="129076" y="14023"/>
                  </a:cubicBezTo>
                  <a:cubicBezTo>
                    <a:pt x="130994" y="14661"/>
                    <a:pt x="132910" y="15938"/>
                    <a:pt x="134189" y="17853"/>
                  </a:cubicBezTo>
                  <a:cubicBezTo>
                    <a:pt x="135466" y="19768"/>
                    <a:pt x="135466" y="21684"/>
                    <a:pt x="135466" y="24237"/>
                  </a:cubicBezTo>
                  <a:lnTo>
                    <a:pt x="117574" y="101483"/>
                  </a:lnTo>
                  <a:lnTo>
                    <a:pt x="73484" y="101483"/>
                  </a:lnTo>
                  <a:close/>
                </a:path>
              </a:pathLst>
            </a:custGeom>
            <a:solidFill>
              <a:srgbClr val="0076A8"/>
            </a:solidFill>
            <a:ln w="6390" cap="flat">
              <a:noFill/>
              <a:prstDash val="solid"/>
              <a:miter/>
            </a:ln>
          </p:spPr>
          <p:txBody>
            <a:bodyPr rtlCol="0" anchor="ctr"/>
            <a:lstStyle/>
            <a:p>
              <a:endParaRPr lang="en-US"/>
            </a:p>
          </p:txBody>
        </p:sp>
      </p:grpSp>
      <p:grpSp>
        <p:nvGrpSpPr>
          <p:cNvPr id="569" name="Graphic 4">
            <a:extLst>
              <a:ext uri="{FF2B5EF4-FFF2-40B4-BE49-F238E27FC236}">
                <a16:creationId xmlns:a16="http://schemas.microsoft.com/office/drawing/2014/main" id="{39CE10D5-3E85-5744-BC4A-D9ADD864509A}"/>
              </a:ext>
            </a:extLst>
          </p:cNvPr>
          <p:cNvGrpSpPr>
            <a:grpSpLocks noChangeAspect="1"/>
          </p:cNvGrpSpPr>
          <p:nvPr/>
        </p:nvGrpSpPr>
        <p:grpSpPr>
          <a:xfrm>
            <a:off x="5708769" y="1885352"/>
            <a:ext cx="361670" cy="361333"/>
            <a:chOff x="5708769" y="1885352"/>
            <a:chExt cx="361670" cy="361333"/>
          </a:xfrm>
          <a:solidFill>
            <a:srgbClr val="0076A8"/>
          </a:solidFill>
        </p:grpSpPr>
        <p:sp>
          <p:nvSpPr>
            <p:cNvPr id="570" name="Graphic 4">
              <a:extLst>
                <a:ext uri="{FF2B5EF4-FFF2-40B4-BE49-F238E27FC236}">
                  <a16:creationId xmlns:a16="http://schemas.microsoft.com/office/drawing/2014/main" id="{DF999F5B-E97F-AA4F-9838-623F5FD6BAC3}"/>
                </a:ext>
              </a:extLst>
            </p:cNvPr>
            <p:cNvSpPr/>
            <p:nvPr/>
          </p:nvSpPr>
          <p:spPr>
            <a:xfrm>
              <a:off x="5708769" y="1885352"/>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76A8"/>
            </a:solidFill>
            <a:ln w="6390" cap="flat">
              <a:noFill/>
              <a:prstDash val="solid"/>
              <a:miter/>
            </a:ln>
          </p:spPr>
          <p:txBody>
            <a:bodyPr rtlCol="0" anchor="ctr"/>
            <a:lstStyle/>
            <a:p>
              <a:endParaRPr lang="en-US"/>
            </a:p>
          </p:txBody>
        </p:sp>
        <p:sp>
          <p:nvSpPr>
            <p:cNvPr id="571" name="Graphic 4">
              <a:extLst>
                <a:ext uri="{FF2B5EF4-FFF2-40B4-BE49-F238E27FC236}">
                  <a16:creationId xmlns:a16="http://schemas.microsoft.com/office/drawing/2014/main" id="{40DA7FFB-CED6-3E4C-90BA-551A22D651C9}"/>
                </a:ext>
              </a:extLst>
            </p:cNvPr>
            <p:cNvSpPr/>
            <p:nvPr/>
          </p:nvSpPr>
          <p:spPr>
            <a:xfrm>
              <a:off x="5811008" y="1947277"/>
              <a:ext cx="159109" cy="238760"/>
            </a:xfrm>
            <a:custGeom>
              <a:avLst/>
              <a:gdLst>
                <a:gd name="connsiteX0" fmla="*/ 137384 w 159109"/>
                <a:gd name="connsiteY0" fmla="*/ 38942 h 238760"/>
                <a:gd name="connsiteX1" fmla="*/ 129076 w 159109"/>
                <a:gd name="connsiteY1" fmla="*/ 40857 h 238760"/>
                <a:gd name="connsiteX2" fmla="*/ 129076 w 159109"/>
                <a:gd name="connsiteY2" fmla="*/ 31281 h 238760"/>
                <a:gd name="connsiteX3" fmla="*/ 122686 w 159109"/>
                <a:gd name="connsiteY3" fmla="*/ 16598 h 238760"/>
                <a:gd name="connsiteX4" fmla="*/ 107990 w 159109"/>
                <a:gd name="connsiteY4" fmla="*/ 10214 h 238760"/>
                <a:gd name="connsiteX5" fmla="*/ 97766 w 159109"/>
                <a:gd name="connsiteY5" fmla="*/ 12768 h 238760"/>
                <a:gd name="connsiteX6" fmla="*/ 93293 w 159109"/>
                <a:gd name="connsiteY6" fmla="*/ 6384 h 238760"/>
                <a:gd name="connsiteX7" fmla="*/ 78596 w 159109"/>
                <a:gd name="connsiteY7" fmla="*/ 0 h 238760"/>
                <a:gd name="connsiteX8" fmla="*/ 58148 w 159109"/>
                <a:gd name="connsiteY8" fmla="*/ 17875 h 238760"/>
                <a:gd name="connsiteX9" fmla="*/ 49841 w 159109"/>
                <a:gd name="connsiteY9" fmla="*/ 15960 h 238760"/>
                <a:gd name="connsiteX10" fmla="*/ 28755 w 159109"/>
                <a:gd name="connsiteY10" fmla="*/ 37027 h 238760"/>
                <a:gd name="connsiteX11" fmla="*/ 28755 w 159109"/>
                <a:gd name="connsiteY11" fmla="*/ 70224 h 238760"/>
                <a:gd name="connsiteX12" fmla="*/ 27477 w 159109"/>
                <a:gd name="connsiteY12" fmla="*/ 69585 h 238760"/>
                <a:gd name="connsiteX13" fmla="*/ 17253 w 159109"/>
                <a:gd name="connsiteY13" fmla="*/ 67670 h 238760"/>
                <a:gd name="connsiteX14" fmla="*/ 16614 w 159109"/>
                <a:gd name="connsiteY14" fmla="*/ 67670 h 238760"/>
                <a:gd name="connsiteX15" fmla="*/ 7029 w 159109"/>
                <a:gd name="connsiteY15" fmla="*/ 68947 h 238760"/>
                <a:gd name="connsiteX16" fmla="*/ 0 w 159109"/>
                <a:gd name="connsiteY16" fmla="*/ 78523 h 238760"/>
                <a:gd name="connsiteX17" fmla="*/ 0 w 159109"/>
                <a:gd name="connsiteY17" fmla="*/ 155131 h 238760"/>
                <a:gd name="connsiteX18" fmla="*/ 0 w 159109"/>
                <a:gd name="connsiteY18" fmla="*/ 157046 h 238760"/>
                <a:gd name="connsiteX19" fmla="*/ 24921 w 159109"/>
                <a:gd name="connsiteY19" fmla="*/ 202372 h 238760"/>
                <a:gd name="connsiteX20" fmla="*/ 28755 w 159109"/>
                <a:gd name="connsiteY20" fmla="*/ 210033 h 238760"/>
                <a:gd name="connsiteX21" fmla="*/ 28755 w 159109"/>
                <a:gd name="connsiteY21" fmla="*/ 232377 h 238760"/>
                <a:gd name="connsiteX22" fmla="*/ 35145 w 159109"/>
                <a:gd name="connsiteY22" fmla="*/ 238761 h 238760"/>
                <a:gd name="connsiteX23" fmla="*/ 41535 w 159109"/>
                <a:gd name="connsiteY23" fmla="*/ 232377 h 238760"/>
                <a:gd name="connsiteX24" fmla="*/ 41535 w 159109"/>
                <a:gd name="connsiteY24" fmla="*/ 210033 h 238760"/>
                <a:gd name="connsiteX25" fmla="*/ 31950 w 159109"/>
                <a:gd name="connsiteY25" fmla="*/ 191519 h 238760"/>
                <a:gd name="connsiteX26" fmla="*/ 12141 w 159109"/>
                <a:gd name="connsiteY26" fmla="*/ 155769 h 238760"/>
                <a:gd name="connsiteX27" fmla="*/ 12141 w 159109"/>
                <a:gd name="connsiteY27" fmla="*/ 79800 h 238760"/>
                <a:gd name="connsiteX28" fmla="*/ 15975 w 159109"/>
                <a:gd name="connsiteY28" fmla="*/ 79800 h 238760"/>
                <a:gd name="connsiteX29" fmla="*/ 16614 w 159109"/>
                <a:gd name="connsiteY29" fmla="*/ 79800 h 238760"/>
                <a:gd name="connsiteX30" fmla="*/ 21726 w 159109"/>
                <a:gd name="connsiteY30" fmla="*/ 81077 h 238760"/>
                <a:gd name="connsiteX31" fmla="*/ 24282 w 159109"/>
                <a:gd name="connsiteY31" fmla="*/ 82353 h 238760"/>
                <a:gd name="connsiteX32" fmla="*/ 28755 w 159109"/>
                <a:gd name="connsiteY32" fmla="*/ 91291 h 238760"/>
                <a:gd name="connsiteX33" fmla="*/ 28755 w 159109"/>
                <a:gd name="connsiteY33" fmla="*/ 93845 h 238760"/>
                <a:gd name="connsiteX34" fmla="*/ 28755 w 159109"/>
                <a:gd name="connsiteY34" fmla="*/ 93845 h 238760"/>
                <a:gd name="connsiteX35" fmla="*/ 28755 w 159109"/>
                <a:gd name="connsiteY35" fmla="*/ 137894 h 238760"/>
                <a:gd name="connsiteX36" fmla="*/ 35145 w 159109"/>
                <a:gd name="connsiteY36" fmla="*/ 144278 h 238760"/>
                <a:gd name="connsiteX37" fmla="*/ 41535 w 159109"/>
                <a:gd name="connsiteY37" fmla="*/ 137894 h 238760"/>
                <a:gd name="connsiteX38" fmla="*/ 41535 w 159109"/>
                <a:gd name="connsiteY38" fmla="*/ 91291 h 238760"/>
                <a:gd name="connsiteX39" fmla="*/ 41535 w 159109"/>
                <a:gd name="connsiteY39" fmla="*/ 91291 h 238760"/>
                <a:gd name="connsiteX40" fmla="*/ 41535 w 159109"/>
                <a:gd name="connsiteY40" fmla="*/ 37665 h 238760"/>
                <a:gd name="connsiteX41" fmla="*/ 49841 w 159109"/>
                <a:gd name="connsiteY41" fmla="*/ 29366 h 238760"/>
                <a:gd name="connsiteX42" fmla="*/ 55592 w 159109"/>
                <a:gd name="connsiteY42" fmla="*/ 31920 h 238760"/>
                <a:gd name="connsiteX43" fmla="*/ 58148 w 159109"/>
                <a:gd name="connsiteY43" fmla="*/ 37665 h 238760"/>
                <a:gd name="connsiteX44" fmla="*/ 58148 w 159109"/>
                <a:gd name="connsiteY44" fmla="*/ 105974 h 238760"/>
                <a:gd name="connsiteX45" fmla="*/ 64538 w 159109"/>
                <a:gd name="connsiteY45" fmla="*/ 112358 h 238760"/>
                <a:gd name="connsiteX46" fmla="*/ 70928 w 159109"/>
                <a:gd name="connsiteY46" fmla="*/ 105974 h 238760"/>
                <a:gd name="connsiteX47" fmla="*/ 70928 w 159109"/>
                <a:gd name="connsiteY47" fmla="*/ 37665 h 238760"/>
                <a:gd name="connsiteX48" fmla="*/ 70928 w 159109"/>
                <a:gd name="connsiteY48" fmla="*/ 37665 h 238760"/>
                <a:gd name="connsiteX49" fmla="*/ 70928 w 159109"/>
                <a:gd name="connsiteY49" fmla="*/ 36389 h 238760"/>
                <a:gd name="connsiteX50" fmla="*/ 70928 w 159109"/>
                <a:gd name="connsiteY50" fmla="*/ 21067 h 238760"/>
                <a:gd name="connsiteX51" fmla="*/ 79235 w 159109"/>
                <a:gd name="connsiteY51" fmla="*/ 12768 h 238760"/>
                <a:gd name="connsiteX52" fmla="*/ 84986 w 159109"/>
                <a:gd name="connsiteY52" fmla="*/ 15322 h 238760"/>
                <a:gd name="connsiteX53" fmla="*/ 87542 w 159109"/>
                <a:gd name="connsiteY53" fmla="*/ 21067 h 238760"/>
                <a:gd name="connsiteX54" fmla="*/ 87542 w 159109"/>
                <a:gd name="connsiteY54" fmla="*/ 30005 h 238760"/>
                <a:gd name="connsiteX55" fmla="*/ 87542 w 159109"/>
                <a:gd name="connsiteY55" fmla="*/ 31281 h 238760"/>
                <a:gd name="connsiteX56" fmla="*/ 87542 w 159109"/>
                <a:gd name="connsiteY56" fmla="*/ 31281 h 238760"/>
                <a:gd name="connsiteX57" fmla="*/ 87542 w 159109"/>
                <a:gd name="connsiteY57" fmla="*/ 105974 h 238760"/>
                <a:gd name="connsiteX58" fmla="*/ 93932 w 159109"/>
                <a:gd name="connsiteY58" fmla="*/ 112358 h 238760"/>
                <a:gd name="connsiteX59" fmla="*/ 100322 w 159109"/>
                <a:gd name="connsiteY59" fmla="*/ 105974 h 238760"/>
                <a:gd name="connsiteX60" fmla="*/ 100322 w 159109"/>
                <a:gd name="connsiteY60" fmla="*/ 30643 h 238760"/>
                <a:gd name="connsiteX61" fmla="*/ 108629 w 159109"/>
                <a:gd name="connsiteY61" fmla="*/ 22982 h 238760"/>
                <a:gd name="connsiteX62" fmla="*/ 114380 w 159109"/>
                <a:gd name="connsiteY62" fmla="*/ 25536 h 238760"/>
                <a:gd name="connsiteX63" fmla="*/ 116936 w 159109"/>
                <a:gd name="connsiteY63" fmla="*/ 31281 h 238760"/>
                <a:gd name="connsiteX64" fmla="*/ 116936 w 159109"/>
                <a:gd name="connsiteY64" fmla="*/ 60009 h 238760"/>
                <a:gd name="connsiteX65" fmla="*/ 116936 w 159109"/>
                <a:gd name="connsiteY65" fmla="*/ 105974 h 238760"/>
                <a:gd name="connsiteX66" fmla="*/ 123326 w 159109"/>
                <a:gd name="connsiteY66" fmla="*/ 112358 h 238760"/>
                <a:gd name="connsiteX67" fmla="*/ 129716 w 159109"/>
                <a:gd name="connsiteY67" fmla="*/ 105974 h 238760"/>
                <a:gd name="connsiteX68" fmla="*/ 129716 w 159109"/>
                <a:gd name="connsiteY68" fmla="*/ 60009 h 238760"/>
                <a:gd name="connsiteX69" fmla="*/ 138022 w 159109"/>
                <a:gd name="connsiteY69" fmla="*/ 51710 h 238760"/>
                <a:gd name="connsiteX70" fmla="*/ 143774 w 159109"/>
                <a:gd name="connsiteY70" fmla="*/ 54264 h 238760"/>
                <a:gd name="connsiteX71" fmla="*/ 146329 w 159109"/>
                <a:gd name="connsiteY71" fmla="*/ 60009 h 238760"/>
                <a:gd name="connsiteX72" fmla="*/ 146329 w 159109"/>
                <a:gd name="connsiteY72" fmla="*/ 161515 h 238760"/>
                <a:gd name="connsiteX73" fmla="*/ 134189 w 159109"/>
                <a:gd name="connsiteY73" fmla="*/ 192158 h 238760"/>
                <a:gd name="connsiteX74" fmla="*/ 127799 w 159109"/>
                <a:gd name="connsiteY74" fmla="*/ 207479 h 238760"/>
                <a:gd name="connsiteX75" fmla="*/ 127799 w 159109"/>
                <a:gd name="connsiteY75" fmla="*/ 231739 h 238760"/>
                <a:gd name="connsiteX76" fmla="*/ 134189 w 159109"/>
                <a:gd name="connsiteY76" fmla="*/ 238123 h 238760"/>
                <a:gd name="connsiteX77" fmla="*/ 140579 w 159109"/>
                <a:gd name="connsiteY77" fmla="*/ 231739 h 238760"/>
                <a:gd name="connsiteX78" fmla="*/ 140579 w 159109"/>
                <a:gd name="connsiteY78" fmla="*/ 207479 h 238760"/>
                <a:gd name="connsiteX79" fmla="*/ 143134 w 159109"/>
                <a:gd name="connsiteY79" fmla="*/ 201095 h 238760"/>
                <a:gd name="connsiteX80" fmla="*/ 159109 w 159109"/>
                <a:gd name="connsiteY80" fmla="*/ 161515 h 238760"/>
                <a:gd name="connsiteX81" fmla="*/ 159109 w 159109"/>
                <a:gd name="connsiteY81" fmla="*/ 60009 h 238760"/>
                <a:gd name="connsiteX82" fmla="*/ 152719 w 159109"/>
                <a:gd name="connsiteY82" fmla="*/ 45326 h 238760"/>
                <a:gd name="connsiteX83" fmla="*/ 137384 w 159109"/>
                <a:gd name="connsiteY83" fmla="*/ 38942 h 238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59109" h="238760">
                  <a:moveTo>
                    <a:pt x="137384" y="38942"/>
                  </a:moveTo>
                  <a:cubicBezTo>
                    <a:pt x="134189" y="38942"/>
                    <a:pt x="131633" y="39581"/>
                    <a:pt x="129076" y="40857"/>
                  </a:cubicBezTo>
                  <a:lnTo>
                    <a:pt x="129076" y="31281"/>
                  </a:lnTo>
                  <a:cubicBezTo>
                    <a:pt x="129076" y="25536"/>
                    <a:pt x="127160" y="20429"/>
                    <a:pt x="122686" y="16598"/>
                  </a:cubicBezTo>
                  <a:cubicBezTo>
                    <a:pt x="118853" y="12768"/>
                    <a:pt x="113741" y="10214"/>
                    <a:pt x="107990" y="10214"/>
                  </a:cubicBezTo>
                  <a:cubicBezTo>
                    <a:pt x="104156" y="10214"/>
                    <a:pt x="100961" y="11491"/>
                    <a:pt x="97766" y="12768"/>
                  </a:cubicBezTo>
                  <a:cubicBezTo>
                    <a:pt x="96488" y="10214"/>
                    <a:pt x="95210" y="8299"/>
                    <a:pt x="93293" y="6384"/>
                  </a:cubicBezTo>
                  <a:cubicBezTo>
                    <a:pt x="89459" y="2554"/>
                    <a:pt x="84347" y="0"/>
                    <a:pt x="78596" y="0"/>
                  </a:cubicBezTo>
                  <a:cubicBezTo>
                    <a:pt x="67733" y="0"/>
                    <a:pt x="59426" y="7661"/>
                    <a:pt x="58148" y="17875"/>
                  </a:cubicBezTo>
                  <a:cubicBezTo>
                    <a:pt x="55592" y="16598"/>
                    <a:pt x="52397" y="15960"/>
                    <a:pt x="49841" y="15960"/>
                  </a:cubicBezTo>
                  <a:cubicBezTo>
                    <a:pt x="38340" y="15960"/>
                    <a:pt x="28755" y="25536"/>
                    <a:pt x="28755" y="37027"/>
                  </a:cubicBezTo>
                  <a:lnTo>
                    <a:pt x="28755" y="70224"/>
                  </a:lnTo>
                  <a:cubicBezTo>
                    <a:pt x="28115" y="70224"/>
                    <a:pt x="28115" y="69585"/>
                    <a:pt x="27477" y="69585"/>
                  </a:cubicBezTo>
                  <a:cubicBezTo>
                    <a:pt x="24282" y="68309"/>
                    <a:pt x="21087" y="67670"/>
                    <a:pt x="17253" y="67670"/>
                  </a:cubicBezTo>
                  <a:lnTo>
                    <a:pt x="16614" y="67670"/>
                  </a:lnTo>
                  <a:cubicBezTo>
                    <a:pt x="12780" y="67670"/>
                    <a:pt x="9585" y="68309"/>
                    <a:pt x="7029" y="68947"/>
                  </a:cubicBezTo>
                  <a:cubicBezTo>
                    <a:pt x="2556" y="70224"/>
                    <a:pt x="0" y="74054"/>
                    <a:pt x="0" y="78523"/>
                  </a:cubicBezTo>
                  <a:lnTo>
                    <a:pt x="0" y="155131"/>
                  </a:lnTo>
                  <a:cubicBezTo>
                    <a:pt x="0" y="155769"/>
                    <a:pt x="0" y="156408"/>
                    <a:pt x="0" y="157046"/>
                  </a:cubicBezTo>
                  <a:cubicBezTo>
                    <a:pt x="639" y="175560"/>
                    <a:pt x="10224" y="192158"/>
                    <a:pt x="24921" y="202372"/>
                  </a:cubicBezTo>
                  <a:cubicBezTo>
                    <a:pt x="27477" y="204287"/>
                    <a:pt x="28755" y="206841"/>
                    <a:pt x="28755" y="210033"/>
                  </a:cubicBezTo>
                  <a:lnTo>
                    <a:pt x="28755" y="232377"/>
                  </a:lnTo>
                  <a:cubicBezTo>
                    <a:pt x="28755" y="236207"/>
                    <a:pt x="31310" y="238761"/>
                    <a:pt x="35145" y="238761"/>
                  </a:cubicBezTo>
                  <a:cubicBezTo>
                    <a:pt x="38978" y="238761"/>
                    <a:pt x="41535" y="236207"/>
                    <a:pt x="41535" y="232377"/>
                  </a:cubicBezTo>
                  <a:lnTo>
                    <a:pt x="41535" y="210033"/>
                  </a:lnTo>
                  <a:cubicBezTo>
                    <a:pt x="41535" y="203011"/>
                    <a:pt x="37700" y="195988"/>
                    <a:pt x="31950" y="191519"/>
                  </a:cubicBezTo>
                  <a:cubicBezTo>
                    <a:pt x="20447" y="183220"/>
                    <a:pt x="12780" y="170452"/>
                    <a:pt x="12141" y="155769"/>
                  </a:cubicBezTo>
                  <a:lnTo>
                    <a:pt x="12141" y="79800"/>
                  </a:lnTo>
                  <a:cubicBezTo>
                    <a:pt x="13419" y="79800"/>
                    <a:pt x="14697" y="79800"/>
                    <a:pt x="15975" y="79800"/>
                  </a:cubicBezTo>
                  <a:lnTo>
                    <a:pt x="16614" y="79800"/>
                  </a:lnTo>
                  <a:cubicBezTo>
                    <a:pt x="18531" y="79800"/>
                    <a:pt x="19809" y="80438"/>
                    <a:pt x="21726" y="81077"/>
                  </a:cubicBezTo>
                  <a:cubicBezTo>
                    <a:pt x="22365" y="81715"/>
                    <a:pt x="23642" y="82353"/>
                    <a:pt x="24282" y="82353"/>
                  </a:cubicBezTo>
                  <a:cubicBezTo>
                    <a:pt x="26837" y="84269"/>
                    <a:pt x="28755" y="87461"/>
                    <a:pt x="28755" y="91291"/>
                  </a:cubicBezTo>
                  <a:lnTo>
                    <a:pt x="28755" y="93845"/>
                  </a:lnTo>
                  <a:cubicBezTo>
                    <a:pt x="28755" y="93845"/>
                    <a:pt x="28755" y="93845"/>
                    <a:pt x="28755" y="93845"/>
                  </a:cubicBezTo>
                  <a:lnTo>
                    <a:pt x="28755" y="137894"/>
                  </a:lnTo>
                  <a:cubicBezTo>
                    <a:pt x="28755" y="141724"/>
                    <a:pt x="31310" y="144278"/>
                    <a:pt x="35145" y="144278"/>
                  </a:cubicBezTo>
                  <a:cubicBezTo>
                    <a:pt x="38978" y="144278"/>
                    <a:pt x="41535" y="141724"/>
                    <a:pt x="41535" y="137894"/>
                  </a:cubicBezTo>
                  <a:lnTo>
                    <a:pt x="41535" y="91291"/>
                  </a:lnTo>
                  <a:cubicBezTo>
                    <a:pt x="41535" y="91291"/>
                    <a:pt x="41535" y="91291"/>
                    <a:pt x="41535" y="91291"/>
                  </a:cubicBezTo>
                  <a:lnTo>
                    <a:pt x="41535" y="37665"/>
                  </a:lnTo>
                  <a:cubicBezTo>
                    <a:pt x="41535" y="33197"/>
                    <a:pt x="45368" y="29366"/>
                    <a:pt x="49841" y="29366"/>
                  </a:cubicBezTo>
                  <a:cubicBezTo>
                    <a:pt x="51758" y="29366"/>
                    <a:pt x="54314" y="30005"/>
                    <a:pt x="55592" y="31920"/>
                  </a:cubicBezTo>
                  <a:cubicBezTo>
                    <a:pt x="56870" y="33197"/>
                    <a:pt x="57509" y="35112"/>
                    <a:pt x="58148" y="37665"/>
                  </a:cubicBezTo>
                  <a:lnTo>
                    <a:pt x="58148" y="105974"/>
                  </a:lnTo>
                  <a:cubicBezTo>
                    <a:pt x="58148" y="109805"/>
                    <a:pt x="60704" y="112358"/>
                    <a:pt x="64538" y="112358"/>
                  </a:cubicBezTo>
                  <a:cubicBezTo>
                    <a:pt x="68372" y="112358"/>
                    <a:pt x="70928" y="109805"/>
                    <a:pt x="70928" y="105974"/>
                  </a:cubicBezTo>
                  <a:lnTo>
                    <a:pt x="70928" y="37665"/>
                  </a:lnTo>
                  <a:cubicBezTo>
                    <a:pt x="70928" y="37665"/>
                    <a:pt x="70928" y="37665"/>
                    <a:pt x="70928" y="37665"/>
                  </a:cubicBezTo>
                  <a:cubicBezTo>
                    <a:pt x="70928" y="37027"/>
                    <a:pt x="70928" y="37027"/>
                    <a:pt x="70928" y="36389"/>
                  </a:cubicBezTo>
                  <a:lnTo>
                    <a:pt x="70928" y="21067"/>
                  </a:lnTo>
                  <a:cubicBezTo>
                    <a:pt x="70928" y="16598"/>
                    <a:pt x="74762" y="12768"/>
                    <a:pt x="79235" y="12768"/>
                  </a:cubicBezTo>
                  <a:cubicBezTo>
                    <a:pt x="81152" y="12768"/>
                    <a:pt x="83708" y="13406"/>
                    <a:pt x="84986" y="15322"/>
                  </a:cubicBezTo>
                  <a:cubicBezTo>
                    <a:pt x="86264" y="16598"/>
                    <a:pt x="87542" y="19152"/>
                    <a:pt x="87542" y="21067"/>
                  </a:cubicBezTo>
                  <a:lnTo>
                    <a:pt x="87542" y="30005"/>
                  </a:lnTo>
                  <a:cubicBezTo>
                    <a:pt x="87542" y="30643"/>
                    <a:pt x="87542" y="30643"/>
                    <a:pt x="87542" y="31281"/>
                  </a:cubicBezTo>
                  <a:cubicBezTo>
                    <a:pt x="87542" y="31281"/>
                    <a:pt x="87542" y="31281"/>
                    <a:pt x="87542" y="31281"/>
                  </a:cubicBezTo>
                  <a:lnTo>
                    <a:pt x="87542" y="105974"/>
                  </a:lnTo>
                  <a:cubicBezTo>
                    <a:pt x="87542" y="109805"/>
                    <a:pt x="90098" y="112358"/>
                    <a:pt x="93932" y="112358"/>
                  </a:cubicBezTo>
                  <a:cubicBezTo>
                    <a:pt x="97766" y="112358"/>
                    <a:pt x="100322" y="109805"/>
                    <a:pt x="100322" y="105974"/>
                  </a:cubicBezTo>
                  <a:lnTo>
                    <a:pt x="100322" y="30643"/>
                  </a:lnTo>
                  <a:cubicBezTo>
                    <a:pt x="100961" y="26174"/>
                    <a:pt x="104156" y="22982"/>
                    <a:pt x="108629" y="22982"/>
                  </a:cubicBezTo>
                  <a:cubicBezTo>
                    <a:pt x="110546" y="22982"/>
                    <a:pt x="113102" y="23621"/>
                    <a:pt x="114380" y="25536"/>
                  </a:cubicBezTo>
                  <a:cubicBezTo>
                    <a:pt x="115658" y="26813"/>
                    <a:pt x="116936" y="29366"/>
                    <a:pt x="116936" y="31281"/>
                  </a:cubicBezTo>
                  <a:lnTo>
                    <a:pt x="116936" y="60009"/>
                  </a:lnTo>
                  <a:lnTo>
                    <a:pt x="116936" y="105974"/>
                  </a:lnTo>
                  <a:cubicBezTo>
                    <a:pt x="116936" y="109805"/>
                    <a:pt x="119492" y="112358"/>
                    <a:pt x="123326" y="112358"/>
                  </a:cubicBezTo>
                  <a:cubicBezTo>
                    <a:pt x="127160" y="112358"/>
                    <a:pt x="129716" y="109805"/>
                    <a:pt x="129716" y="105974"/>
                  </a:cubicBezTo>
                  <a:lnTo>
                    <a:pt x="129716" y="60009"/>
                  </a:lnTo>
                  <a:cubicBezTo>
                    <a:pt x="129716" y="55541"/>
                    <a:pt x="133549" y="51710"/>
                    <a:pt x="138022" y="51710"/>
                  </a:cubicBezTo>
                  <a:cubicBezTo>
                    <a:pt x="139939" y="51710"/>
                    <a:pt x="142496" y="52349"/>
                    <a:pt x="143774" y="54264"/>
                  </a:cubicBezTo>
                  <a:cubicBezTo>
                    <a:pt x="145051" y="55541"/>
                    <a:pt x="146329" y="58094"/>
                    <a:pt x="146329" y="60009"/>
                  </a:cubicBezTo>
                  <a:lnTo>
                    <a:pt x="146329" y="161515"/>
                  </a:lnTo>
                  <a:cubicBezTo>
                    <a:pt x="146329" y="173006"/>
                    <a:pt x="141856" y="183859"/>
                    <a:pt x="134189" y="192158"/>
                  </a:cubicBezTo>
                  <a:cubicBezTo>
                    <a:pt x="130354" y="195988"/>
                    <a:pt x="127799" y="201734"/>
                    <a:pt x="127799" y="207479"/>
                  </a:cubicBezTo>
                  <a:lnTo>
                    <a:pt x="127799" y="231739"/>
                  </a:lnTo>
                  <a:cubicBezTo>
                    <a:pt x="127799" y="235569"/>
                    <a:pt x="130354" y="238123"/>
                    <a:pt x="134189" y="238123"/>
                  </a:cubicBezTo>
                  <a:cubicBezTo>
                    <a:pt x="138022" y="238123"/>
                    <a:pt x="140579" y="235569"/>
                    <a:pt x="140579" y="231739"/>
                  </a:cubicBezTo>
                  <a:lnTo>
                    <a:pt x="140579" y="207479"/>
                  </a:lnTo>
                  <a:cubicBezTo>
                    <a:pt x="140579" y="204926"/>
                    <a:pt x="141217" y="203011"/>
                    <a:pt x="143134" y="201095"/>
                  </a:cubicBezTo>
                  <a:cubicBezTo>
                    <a:pt x="153358" y="190243"/>
                    <a:pt x="159109" y="176198"/>
                    <a:pt x="159109" y="161515"/>
                  </a:cubicBezTo>
                  <a:lnTo>
                    <a:pt x="159109" y="60009"/>
                  </a:lnTo>
                  <a:cubicBezTo>
                    <a:pt x="159109" y="54264"/>
                    <a:pt x="157192" y="49157"/>
                    <a:pt x="152719" y="45326"/>
                  </a:cubicBezTo>
                  <a:cubicBezTo>
                    <a:pt x="148246" y="40857"/>
                    <a:pt x="142496" y="38942"/>
                    <a:pt x="137384" y="38942"/>
                  </a:cubicBezTo>
                  <a:close/>
                </a:path>
              </a:pathLst>
            </a:custGeom>
            <a:solidFill>
              <a:srgbClr val="0076A8"/>
            </a:solidFill>
            <a:ln w="6390" cap="flat">
              <a:noFill/>
              <a:prstDash val="solid"/>
              <a:miter/>
            </a:ln>
          </p:spPr>
          <p:txBody>
            <a:bodyPr rtlCol="0" anchor="ctr"/>
            <a:lstStyle/>
            <a:p>
              <a:endParaRPr lang="en-US"/>
            </a:p>
          </p:txBody>
        </p:sp>
      </p:grpSp>
      <p:grpSp>
        <p:nvGrpSpPr>
          <p:cNvPr id="572" name="Graphic 4">
            <a:extLst>
              <a:ext uri="{FF2B5EF4-FFF2-40B4-BE49-F238E27FC236}">
                <a16:creationId xmlns:a16="http://schemas.microsoft.com/office/drawing/2014/main" id="{38E92453-1499-F74E-A7D1-F32B3F2A787B}"/>
              </a:ext>
            </a:extLst>
          </p:cNvPr>
          <p:cNvGrpSpPr>
            <a:grpSpLocks noChangeAspect="1"/>
          </p:cNvGrpSpPr>
          <p:nvPr/>
        </p:nvGrpSpPr>
        <p:grpSpPr>
          <a:xfrm>
            <a:off x="6753524" y="1885352"/>
            <a:ext cx="361670" cy="361333"/>
            <a:chOff x="6753524" y="1885352"/>
            <a:chExt cx="361670" cy="361333"/>
          </a:xfrm>
          <a:solidFill>
            <a:srgbClr val="0076A8"/>
          </a:solidFill>
        </p:grpSpPr>
        <p:sp>
          <p:nvSpPr>
            <p:cNvPr id="573" name="Graphic 4">
              <a:extLst>
                <a:ext uri="{FF2B5EF4-FFF2-40B4-BE49-F238E27FC236}">
                  <a16:creationId xmlns:a16="http://schemas.microsoft.com/office/drawing/2014/main" id="{8421ED40-69C7-F54D-A5F1-78A3E3C18770}"/>
                </a:ext>
              </a:extLst>
            </p:cNvPr>
            <p:cNvSpPr/>
            <p:nvPr/>
          </p:nvSpPr>
          <p:spPr>
            <a:xfrm>
              <a:off x="6753524" y="1885352"/>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4128" y="349204"/>
                    <a:pt x="180835" y="349204"/>
                  </a:cubicBezTo>
                  <a:close/>
                </a:path>
              </a:pathLst>
            </a:custGeom>
            <a:solidFill>
              <a:srgbClr val="0076A8"/>
            </a:solidFill>
            <a:ln w="6390" cap="flat">
              <a:noFill/>
              <a:prstDash val="solid"/>
              <a:miter/>
            </a:ln>
          </p:spPr>
          <p:txBody>
            <a:bodyPr rtlCol="0" anchor="ctr"/>
            <a:lstStyle/>
            <a:p>
              <a:endParaRPr lang="en-US"/>
            </a:p>
          </p:txBody>
        </p:sp>
        <p:sp>
          <p:nvSpPr>
            <p:cNvPr id="574" name="Graphic 4">
              <a:extLst>
                <a:ext uri="{FF2B5EF4-FFF2-40B4-BE49-F238E27FC236}">
                  <a16:creationId xmlns:a16="http://schemas.microsoft.com/office/drawing/2014/main" id="{B2B5FD3D-AA82-4041-839B-4CDC0D79229C}"/>
                </a:ext>
              </a:extLst>
            </p:cNvPr>
            <p:cNvSpPr/>
            <p:nvPr/>
          </p:nvSpPr>
          <p:spPr>
            <a:xfrm>
              <a:off x="6842756" y="1947277"/>
              <a:ext cx="185535" cy="238760"/>
            </a:xfrm>
            <a:custGeom>
              <a:avLst/>
              <a:gdLst>
                <a:gd name="connsiteX0" fmla="*/ 163171 w 185535"/>
                <a:gd name="connsiteY0" fmla="*/ 38942 h 238760"/>
                <a:gd name="connsiteX1" fmla="*/ 154864 w 185535"/>
                <a:gd name="connsiteY1" fmla="*/ 40857 h 238760"/>
                <a:gd name="connsiteX2" fmla="*/ 154864 w 185535"/>
                <a:gd name="connsiteY2" fmla="*/ 31281 h 238760"/>
                <a:gd name="connsiteX3" fmla="*/ 148474 w 185535"/>
                <a:gd name="connsiteY3" fmla="*/ 16598 h 238760"/>
                <a:gd name="connsiteX4" fmla="*/ 133778 w 185535"/>
                <a:gd name="connsiteY4" fmla="*/ 10214 h 238760"/>
                <a:gd name="connsiteX5" fmla="*/ 123553 w 185535"/>
                <a:gd name="connsiteY5" fmla="*/ 12768 h 238760"/>
                <a:gd name="connsiteX6" fmla="*/ 119080 w 185535"/>
                <a:gd name="connsiteY6" fmla="*/ 6384 h 238760"/>
                <a:gd name="connsiteX7" fmla="*/ 104383 w 185535"/>
                <a:gd name="connsiteY7" fmla="*/ 0 h 238760"/>
                <a:gd name="connsiteX8" fmla="*/ 83936 w 185535"/>
                <a:gd name="connsiteY8" fmla="*/ 17875 h 238760"/>
                <a:gd name="connsiteX9" fmla="*/ 75629 w 185535"/>
                <a:gd name="connsiteY9" fmla="*/ 15960 h 238760"/>
                <a:gd name="connsiteX10" fmla="*/ 54542 w 185535"/>
                <a:gd name="connsiteY10" fmla="*/ 37027 h 238760"/>
                <a:gd name="connsiteX11" fmla="*/ 54542 w 185535"/>
                <a:gd name="connsiteY11" fmla="*/ 114273 h 238760"/>
                <a:gd name="connsiteX12" fmla="*/ 42401 w 185535"/>
                <a:gd name="connsiteY12" fmla="*/ 94483 h 238760"/>
                <a:gd name="connsiteX13" fmla="*/ 9174 w 185535"/>
                <a:gd name="connsiteY13" fmla="*/ 85545 h 238760"/>
                <a:gd name="connsiteX14" fmla="*/ 867 w 185535"/>
                <a:gd name="connsiteY14" fmla="*/ 102782 h 238760"/>
                <a:gd name="connsiteX15" fmla="*/ 32816 w 185535"/>
                <a:gd name="connsiteY15" fmla="*/ 180028 h 238760"/>
                <a:gd name="connsiteX16" fmla="*/ 50708 w 185535"/>
                <a:gd name="connsiteY16" fmla="*/ 201734 h 238760"/>
                <a:gd name="connsiteX17" fmla="*/ 54542 w 185535"/>
                <a:gd name="connsiteY17" fmla="*/ 209395 h 238760"/>
                <a:gd name="connsiteX18" fmla="*/ 54542 w 185535"/>
                <a:gd name="connsiteY18" fmla="*/ 231739 h 238760"/>
                <a:gd name="connsiteX19" fmla="*/ 60932 w 185535"/>
                <a:gd name="connsiteY19" fmla="*/ 238123 h 238760"/>
                <a:gd name="connsiteX20" fmla="*/ 67322 w 185535"/>
                <a:gd name="connsiteY20" fmla="*/ 231739 h 238760"/>
                <a:gd name="connsiteX21" fmla="*/ 67322 w 185535"/>
                <a:gd name="connsiteY21" fmla="*/ 209395 h 238760"/>
                <a:gd name="connsiteX22" fmla="*/ 58376 w 185535"/>
                <a:gd name="connsiteY22" fmla="*/ 191519 h 238760"/>
                <a:gd name="connsiteX23" fmla="*/ 44957 w 185535"/>
                <a:gd name="connsiteY23" fmla="*/ 174921 h 238760"/>
                <a:gd name="connsiteX24" fmla="*/ 13008 w 185535"/>
                <a:gd name="connsiteY24" fmla="*/ 98313 h 238760"/>
                <a:gd name="connsiteX25" fmla="*/ 20036 w 185535"/>
                <a:gd name="connsiteY25" fmla="*/ 95760 h 238760"/>
                <a:gd name="connsiteX26" fmla="*/ 31539 w 185535"/>
                <a:gd name="connsiteY26" fmla="*/ 100867 h 238760"/>
                <a:gd name="connsiteX27" fmla="*/ 55181 w 185535"/>
                <a:gd name="connsiteY27" fmla="*/ 139809 h 238760"/>
                <a:gd name="connsiteX28" fmla="*/ 55820 w 185535"/>
                <a:gd name="connsiteY28" fmla="*/ 140448 h 238760"/>
                <a:gd name="connsiteX29" fmla="*/ 62210 w 185535"/>
                <a:gd name="connsiteY29" fmla="*/ 143640 h 238760"/>
                <a:gd name="connsiteX30" fmla="*/ 67322 w 185535"/>
                <a:gd name="connsiteY30" fmla="*/ 143640 h 238760"/>
                <a:gd name="connsiteX31" fmla="*/ 106301 w 185535"/>
                <a:gd name="connsiteY31" fmla="*/ 161515 h 238760"/>
                <a:gd name="connsiteX32" fmla="*/ 115247 w 185535"/>
                <a:gd name="connsiteY32" fmla="*/ 162153 h 238760"/>
                <a:gd name="connsiteX33" fmla="*/ 115886 w 185535"/>
                <a:gd name="connsiteY33" fmla="*/ 153216 h 238760"/>
                <a:gd name="connsiteX34" fmla="*/ 67961 w 185535"/>
                <a:gd name="connsiteY34" fmla="*/ 130872 h 238760"/>
                <a:gd name="connsiteX35" fmla="*/ 67961 w 185535"/>
                <a:gd name="connsiteY35" fmla="*/ 37027 h 238760"/>
                <a:gd name="connsiteX36" fmla="*/ 76268 w 185535"/>
                <a:gd name="connsiteY36" fmla="*/ 28728 h 238760"/>
                <a:gd name="connsiteX37" fmla="*/ 82019 w 185535"/>
                <a:gd name="connsiteY37" fmla="*/ 31281 h 238760"/>
                <a:gd name="connsiteX38" fmla="*/ 84575 w 185535"/>
                <a:gd name="connsiteY38" fmla="*/ 37027 h 238760"/>
                <a:gd name="connsiteX39" fmla="*/ 84575 w 185535"/>
                <a:gd name="connsiteY39" fmla="*/ 105974 h 238760"/>
                <a:gd name="connsiteX40" fmla="*/ 90965 w 185535"/>
                <a:gd name="connsiteY40" fmla="*/ 112358 h 238760"/>
                <a:gd name="connsiteX41" fmla="*/ 97355 w 185535"/>
                <a:gd name="connsiteY41" fmla="*/ 105974 h 238760"/>
                <a:gd name="connsiteX42" fmla="*/ 97355 w 185535"/>
                <a:gd name="connsiteY42" fmla="*/ 37665 h 238760"/>
                <a:gd name="connsiteX43" fmla="*/ 97355 w 185535"/>
                <a:gd name="connsiteY43" fmla="*/ 37665 h 238760"/>
                <a:gd name="connsiteX44" fmla="*/ 97355 w 185535"/>
                <a:gd name="connsiteY44" fmla="*/ 36389 h 238760"/>
                <a:gd name="connsiteX45" fmla="*/ 97355 w 185535"/>
                <a:gd name="connsiteY45" fmla="*/ 21067 h 238760"/>
                <a:gd name="connsiteX46" fmla="*/ 105662 w 185535"/>
                <a:gd name="connsiteY46" fmla="*/ 12768 h 238760"/>
                <a:gd name="connsiteX47" fmla="*/ 111413 w 185535"/>
                <a:gd name="connsiteY47" fmla="*/ 15322 h 238760"/>
                <a:gd name="connsiteX48" fmla="*/ 113968 w 185535"/>
                <a:gd name="connsiteY48" fmla="*/ 21067 h 238760"/>
                <a:gd name="connsiteX49" fmla="*/ 113968 w 185535"/>
                <a:gd name="connsiteY49" fmla="*/ 30005 h 238760"/>
                <a:gd name="connsiteX50" fmla="*/ 113968 w 185535"/>
                <a:gd name="connsiteY50" fmla="*/ 31281 h 238760"/>
                <a:gd name="connsiteX51" fmla="*/ 113968 w 185535"/>
                <a:gd name="connsiteY51" fmla="*/ 31281 h 238760"/>
                <a:gd name="connsiteX52" fmla="*/ 113968 w 185535"/>
                <a:gd name="connsiteY52" fmla="*/ 105974 h 238760"/>
                <a:gd name="connsiteX53" fmla="*/ 120358 w 185535"/>
                <a:gd name="connsiteY53" fmla="*/ 112358 h 238760"/>
                <a:gd name="connsiteX54" fmla="*/ 126748 w 185535"/>
                <a:gd name="connsiteY54" fmla="*/ 105974 h 238760"/>
                <a:gd name="connsiteX55" fmla="*/ 126748 w 185535"/>
                <a:gd name="connsiteY55" fmla="*/ 30643 h 238760"/>
                <a:gd name="connsiteX56" fmla="*/ 135055 w 185535"/>
                <a:gd name="connsiteY56" fmla="*/ 22982 h 238760"/>
                <a:gd name="connsiteX57" fmla="*/ 140806 w 185535"/>
                <a:gd name="connsiteY57" fmla="*/ 25536 h 238760"/>
                <a:gd name="connsiteX58" fmla="*/ 143363 w 185535"/>
                <a:gd name="connsiteY58" fmla="*/ 31281 h 238760"/>
                <a:gd name="connsiteX59" fmla="*/ 143363 w 185535"/>
                <a:gd name="connsiteY59" fmla="*/ 60009 h 238760"/>
                <a:gd name="connsiteX60" fmla="*/ 143363 w 185535"/>
                <a:gd name="connsiteY60" fmla="*/ 105974 h 238760"/>
                <a:gd name="connsiteX61" fmla="*/ 149752 w 185535"/>
                <a:gd name="connsiteY61" fmla="*/ 112358 h 238760"/>
                <a:gd name="connsiteX62" fmla="*/ 156142 w 185535"/>
                <a:gd name="connsiteY62" fmla="*/ 105974 h 238760"/>
                <a:gd name="connsiteX63" fmla="*/ 156142 w 185535"/>
                <a:gd name="connsiteY63" fmla="*/ 60009 h 238760"/>
                <a:gd name="connsiteX64" fmla="*/ 164449 w 185535"/>
                <a:gd name="connsiteY64" fmla="*/ 51710 h 238760"/>
                <a:gd name="connsiteX65" fmla="*/ 170200 w 185535"/>
                <a:gd name="connsiteY65" fmla="*/ 54264 h 238760"/>
                <a:gd name="connsiteX66" fmla="*/ 172756 w 185535"/>
                <a:gd name="connsiteY66" fmla="*/ 60009 h 238760"/>
                <a:gd name="connsiteX67" fmla="*/ 172756 w 185535"/>
                <a:gd name="connsiteY67" fmla="*/ 161515 h 238760"/>
                <a:gd name="connsiteX68" fmla="*/ 160615 w 185535"/>
                <a:gd name="connsiteY68" fmla="*/ 192158 h 238760"/>
                <a:gd name="connsiteX69" fmla="*/ 154225 w 185535"/>
                <a:gd name="connsiteY69" fmla="*/ 207479 h 238760"/>
                <a:gd name="connsiteX70" fmla="*/ 154225 w 185535"/>
                <a:gd name="connsiteY70" fmla="*/ 232377 h 238760"/>
                <a:gd name="connsiteX71" fmla="*/ 160615 w 185535"/>
                <a:gd name="connsiteY71" fmla="*/ 238761 h 238760"/>
                <a:gd name="connsiteX72" fmla="*/ 167005 w 185535"/>
                <a:gd name="connsiteY72" fmla="*/ 232377 h 238760"/>
                <a:gd name="connsiteX73" fmla="*/ 167005 w 185535"/>
                <a:gd name="connsiteY73" fmla="*/ 207479 h 238760"/>
                <a:gd name="connsiteX74" fmla="*/ 169561 w 185535"/>
                <a:gd name="connsiteY74" fmla="*/ 201095 h 238760"/>
                <a:gd name="connsiteX75" fmla="*/ 185536 w 185535"/>
                <a:gd name="connsiteY75" fmla="*/ 161515 h 238760"/>
                <a:gd name="connsiteX76" fmla="*/ 185536 w 185535"/>
                <a:gd name="connsiteY76" fmla="*/ 60009 h 238760"/>
                <a:gd name="connsiteX77" fmla="*/ 179146 w 185535"/>
                <a:gd name="connsiteY77" fmla="*/ 45326 h 238760"/>
                <a:gd name="connsiteX78" fmla="*/ 163171 w 185535"/>
                <a:gd name="connsiteY78" fmla="*/ 38942 h 238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85535" h="238760">
                  <a:moveTo>
                    <a:pt x="163171" y="38942"/>
                  </a:moveTo>
                  <a:cubicBezTo>
                    <a:pt x="159976" y="38942"/>
                    <a:pt x="157420" y="39581"/>
                    <a:pt x="154864" y="40857"/>
                  </a:cubicBezTo>
                  <a:lnTo>
                    <a:pt x="154864" y="31281"/>
                  </a:lnTo>
                  <a:cubicBezTo>
                    <a:pt x="154864" y="25536"/>
                    <a:pt x="152947" y="20429"/>
                    <a:pt x="148474" y="16598"/>
                  </a:cubicBezTo>
                  <a:cubicBezTo>
                    <a:pt x="144640" y="12768"/>
                    <a:pt x="139528" y="10214"/>
                    <a:pt x="133778" y="10214"/>
                  </a:cubicBezTo>
                  <a:cubicBezTo>
                    <a:pt x="129943" y="10214"/>
                    <a:pt x="126748" y="11491"/>
                    <a:pt x="123553" y="12768"/>
                  </a:cubicBezTo>
                  <a:cubicBezTo>
                    <a:pt x="122275" y="10214"/>
                    <a:pt x="120998" y="8299"/>
                    <a:pt x="119080" y="6384"/>
                  </a:cubicBezTo>
                  <a:cubicBezTo>
                    <a:pt x="115247" y="2554"/>
                    <a:pt x="110134" y="0"/>
                    <a:pt x="104383" y="0"/>
                  </a:cubicBezTo>
                  <a:cubicBezTo>
                    <a:pt x="93521" y="0"/>
                    <a:pt x="85214" y="7661"/>
                    <a:pt x="83936" y="17875"/>
                  </a:cubicBezTo>
                  <a:cubicBezTo>
                    <a:pt x="81380" y="16598"/>
                    <a:pt x="78185" y="15960"/>
                    <a:pt x="75629" y="15960"/>
                  </a:cubicBezTo>
                  <a:cubicBezTo>
                    <a:pt x="64127" y="15960"/>
                    <a:pt x="54542" y="25536"/>
                    <a:pt x="54542" y="37027"/>
                  </a:cubicBezTo>
                  <a:lnTo>
                    <a:pt x="54542" y="114273"/>
                  </a:lnTo>
                  <a:cubicBezTo>
                    <a:pt x="50708" y="107889"/>
                    <a:pt x="46874" y="101505"/>
                    <a:pt x="42401" y="94483"/>
                  </a:cubicBezTo>
                  <a:cubicBezTo>
                    <a:pt x="34734" y="82353"/>
                    <a:pt x="19398" y="80438"/>
                    <a:pt x="9174" y="85545"/>
                  </a:cubicBezTo>
                  <a:cubicBezTo>
                    <a:pt x="1505" y="89376"/>
                    <a:pt x="-1689" y="95760"/>
                    <a:pt x="867" y="102782"/>
                  </a:cubicBezTo>
                  <a:lnTo>
                    <a:pt x="32816" y="180028"/>
                  </a:lnTo>
                  <a:cubicBezTo>
                    <a:pt x="36011" y="188327"/>
                    <a:pt x="42401" y="195988"/>
                    <a:pt x="50708" y="201734"/>
                  </a:cubicBezTo>
                  <a:cubicBezTo>
                    <a:pt x="53264" y="203649"/>
                    <a:pt x="54542" y="206203"/>
                    <a:pt x="54542" y="209395"/>
                  </a:cubicBezTo>
                  <a:lnTo>
                    <a:pt x="54542" y="231739"/>
                  </a:lnTo>
                  <a:cubicBezTo>
                    <a:pt x="54542" y="235569"/>
                    <a:pt x="57098" y="238123"/>
                    <a:pt x="60932" y="238123"/>
                  </a:cubicBezTo>
                  <a:cubicBezTo>
                    <a:pt x="64766" y="238123"/>
                    <a:pt x="67322" y="235569"/>
                    <a:pt x="67322" y="231739"/>
                  </a:cubicBezTo>
                  <a:lnTo>
                    <a:pt x="67322" y="209395"/>
                  </a:lnTo>
                  <a:cubicBezTo>
                    <a:pt x="67322" y="202372"/>
                    <a:pt x="64127" y="195988"/>
                    <a:pt x="58376" y="191519"/>
                  </a:cubicBezTo>
                  <a:cubicBezTo>
                    <a:pt x="52625" y="187051"/>
                    <a:pt x="47513" y="181305"/>
                    <a:pt x="44957" y="174921"/>
                  </a:cubicBezTo>
                  <a:lnTo>
                    <a:pt x="13008" y="98313"/>
                  </a:lnTo>
                  <a:cubicBezTo>
                    <a:pt x="13647" y="97675"/>
                    <a:pt x="16203" y="95760"/>
                    <a:pt x="20036" y="95760"/>
                  </a:cubicBezTo>
                  <a:cubicBezTo>
                    <a:pt x="22593" y="95760"/>
                    <a:pt x="28344" y="95760"/>
                    <a:pt x="31539" y="100867"/>
                  </a:cubicBezTo>
                  <a:cubicBezTo>
                    <a:pt x="42401" y="119381"/>
                    <a:pt x="55181" y="139809"/>
                    <a:pt x="55181" y="139809"/>
                  </a:cubicBezTo>
                  <a:lnTo>
                    <a:pt x="55820" y="140448"/>
                  </a:lnTo>
                  <a:cubicBezTo>
                    <a:pt x="57098" y="142363"/>
                    <a:pt x="59654" y="143640"/>
                    <a:pt x="62210" y="143640"/>
                  </a:cubicBezTo>
                  <a:cubicBezTo>
                    <a:pt x="64127" y="143640"/>
                    <a:pt x="65405" y="143640"/>
                    <a:pt x="67322" y="143640"/>
                  </a:cubicBezTo>
                  <a:cubicBezTo>
                    <a:pt x="82019" y="143640"/>
                    <a:pt x="96077" y="150024"/>
                    <a:pt x="106301" y="161515"/>
                  </a:cubicBezTo>
                  <a:cubicBezTo>
                    <a:pt x="108857" y="164068"/>
                    <a:pt x="112691" y="164707"/>
                    <a:pt x="115247" y="162153"/>
                  </a:cubicBezTo>
                  <a:cubicBezTo>
                    <a:pt x="117803" y="159600"/>
                    <a:pt x="118442" y="155769"/>
                    <a:pt x="115886" y="153216"/>
                  </a:cubicBezTo>
                  <a:cubicBezTo>
                    <a:pt x="103744" y="139171"/>
                    <a:pt x="85853" y="131510"/>
                    <a:pt x="67961" y="130872"/>
                  </a:cubicBezTo>
                  <a:lnTo>
                    <a:pt x="67961" y="37027"/>
                  </a:lnTo>
                  <a:cubicBezTo>
                    <a:pt x="67961" y="32558"/>
                    <a:pt x="71795" y="28728"/>
                    <a:pt x="76268" y="28728"/>
                  </a:cubicBezTo>
                  <a:cubicBezTo>
                    <a:pt x="78185" y="28728"/>
                    <a:pt x="80741" y="29366"/>
                    <a:pt x="82019" y="31281"/>
                  </a:cubicBezTo>
                  <a:cubicBezTo>
                    <a:pt x="83297" y="32558"/>
                    <a:pt x="83936" y="34473"/>
                    <a:pt x="84575" y="37027"/>
                  </a:cubicBezTo>
                  <a:lnTo>
                    <a:pt x="84575" y="105974"/>
                  </a:lnTo>
                  <a:cubicBezTo>
                    <a:pt x="84575" y="109805"/>
                    <a:pt x="87131" y="112358"/>
                    <a:pt x="90965" y="112358"/>
                  </a:cubicBezTo>
                  <a:cubicBezTo>
                    <a:pt x="94798" y="112358"/>
                    <a:pt x="97355" y="109805"/>
                    <a:pt x="97355" y="105974"/>
                  </a:cubicBezTo>
                  <a:lnTo>
                    <a:pt x="97355" y="37665"/>
                  </a:lnTo>
                  <a:cubicBezTo>
                    <a:pt x="97355" y="37665"/>
                    <a:pt x="97355" y="37665"/>
                    <a:pt x="97355" y="37665"/>
                  </a:cubicBezTo>
                  <a:cubicBezTo>
                    <a:pt x="97355" y="37027"/>
                    <a:pt x="97355" y="37027"/>
                    <a:pt x="97355" y="36389"/>
                  </a:cubicBezTo>
                  <a:lnTo>
                    <a:pt x="97355" y="21067"/>
                  </a:lnTo>
                  <a:cubicBezTo>
                    <a:pt x="97355" y="16598"/>
                    <a:pt x="101188" y="12768"/>
                    <a:pt x="105662" y="12768"/>
                  </a:cubicBezTo>
                  <a:cubicBezTo>
                    <a:pt x="107578" y="12768"/>
                    <a:pt x="110134" y="13406"/>
                    <a:pt x="111413" y="15322"/>
                  </a:cubicBezTo>
                  <a:cubicBezTo>
                    <a:pt x="112691" y="16598"/>
                    <a:pt x="113968" y="19152"/>
                    <a:pt x="113968" y="21067"/>
                  </a:cubicBezTo>
                  <a:lnTo>
                    <a:pt x="113968" y="30005"/>
                  </a:lnTo>
                  <a:cubicBezTo>
                    <a:pt x="113968" y="30643"/>
                    <a:pt x="113968" y="30643"/>
                    <a:pt x="113968" y="31281"/>
                  </a:cubicBezTo>
                  <a:cubicBezTo>
                    <a:pt x="113968" y="31281"/>
                    <a:pt x="113968" y="31281"/>
                    <a:pt x="113968" y="31281"/>
                  </a:cubicBezTo>
                  <a:lnTo>
                    <a:pt x="113968" y="105974"/>
                  </a:lnTo>
                  <a:cubicBezTo>
                    <a:pt x="113968" y="109805"/>
                    <a:pt x="116524" y="112358"/>
                    <a:pt x="120358" y="112358"/>
                  </a:cubicBezTo>
                  <a:cubicBezTo>
                    <a:pt x="124193" y="112358"/>
                    <a:pt x="126748" y="109805"/>
                    <a:pt x="126748" y="105974"/>
                  </a:cubicBezTo>
                  <a:lnTo>
                    <a:pt x="126748" y="30643"/>
                  </a:lnTo>
                  <a:cubicBezTo>
                    <a:pt x="127388" y="26174"/>
                    <a:pt x="130583" y="22982"/>
                    <a:pt x="135055" y="22982"/>
                  </a:cubicBezTo>
                  <a:cubicBezTo>
                    <a:pt x="136973" y="22982"/>
                    <a:pt x="139528" y="23621"/>
                    <a:pt x="140806" y="25536"/>
                  </a:cubicBezTo>
                  <a:cubicBezTo>
                    <a:pt x="142084" y="26813"/>
                    <a:pt x="143363" y="29366"/>
                    <a:pt x="143363" y="31281"/>
                  </a:cubicBezTo>
                  <a:lnTo>
                    <a:pt x="143363" y="60009"/>
                  </a:lnTo>
                  <a:lnTo>
                    <a:pt x="143363" y="105974"/>
                  </a:lnTo>
                  <a:cubicBezTo>
                    <a:pt x="143363" y="109805"/>
                    <a:pt x="145918" y="112358"/>
                    <a:pt x="149752" y="112358"/>
                  </a:cubicBezTo>
                  <a:cubicBezTo>
                    <a:pt x="153586" y="112358"/>
                    <a:pt x="156142" y="109805"/>
                    <a:pt x="156142" y="105974"/>
                  </a:cubicBezTo>
                  <a:lnTo>
                    <a:pt x="156142" y="60009"/>
                  </a:lnTo>
                  <a:cubicBezTo>
                    <a:pt x="156142" y="55541"/>
                    <a:pt x="159976" y="51710"/>
                    <a:pt x="164449" y="51710"/>
                  </a:cubicBezTo>
                  <a:cubicBezTo>
                    <a:pt x="166366" y="51710"/>
                    <a:pt x="168922" y="52349"/>
                    <a:pt x="170200" y="54264"/>
                  </a:cubicBezTo>
                  <a:cubicBezTo>
                    <a:pt x="171478" y="55541"/>
                    <a:pt x="172756" y="58094"/>
                    <a:pt x="172756" y="60009"/>
                  </a:cubicBezTo>
                  <a:lnTo>
                    <a:pt x="172756" y="161515"/>
                  </a:lnTo>
                  <a:cubicBezTo>
                    <a:pt x="172756" y="173006"/>
                    <a:pt x="168283" y="183859"/>
                    <a:pt x="160615" y="192158"/>
                  </a:cubicBezTo>
                  <a:cubicBezTo>
                    <a:pt x="156781" y="196627"/>
                    <a:pt x="154225" y="201734"/>
                    <a:pt x="154225" y="207479"/>
                  </a:cubicBezTo>
                  <a:lnTo>
                    <a:pt x="154225" y="232377"/>
                  </a:lnTo>
                  <a:cubicBezTo>
                    <a:pt x="154225" y="236207"/>
                    <a:pt x="156781" y="238761"/>
                    <a:pt x="160615" y="238761"/>
                  </a:cubicBezTo>
                  <a:cubicBezTo>
                    <a:pt x="164449" y="238761"/>
                    <a:pt x="167005" y="236207"/>
                    <a:pt x="167005" y="232377"/>
                  </a:cubicBezTo>
                  <a:lnTo>
                    <a:pt x="167005" y="207479"/>
                  </a:lnTo>
                  <a:cubicBezTo>
                    <a:pt x="167005" y="204926"/>
                    <a:pt x="167644" y="203011"/>
                    <a:pt x="169561" y="201095"/>
                  </a:cubicBezTo>
                  <a:cubicBezTo>
                    <a:pt x="179785" y="190243"/>
                    <a:pt x="185536" y="176198"/>
                    <a:pt x="185536" y="161515"/>
                  </a:cubicBezTo>
                  <a:lnTo>
                    <a:pt x="185536" y="60009"/>
                  </a:lnTo>
                  <a:cubicBezTo>
                    <a:pt x="185536" y="54264"/>
                    <a:pt x="183619" y="49157"/>
                    <a:pt x="179146" y="45326"/>
                  </a:cubicBezTo>
                  <a:cubicBezTo>
                    <a:pt x="174034" y="40857"/>
                    <a:pt x="168283" y="38942"/>
                    <a:pt x="163171" y="38942"/>
                  </a:cubicBezTo>
                  <a:close/>
                </a:path>
              </a:pathLst>
            </a:custGeom>
            <a:solidFill>
              <a:srgbClr val="0076A8"/>
            </a:solidFill>
            <a:ln w="6390" cap="flat">
              <a:noFill/>
              <a:prstDash val="solid"/>
              <a:miter/>
            </a:ln>
          </p:spPr>
          <p:txBody>
            <a:bodyPr rtlCol="0" anchor="ctr"/>
            <a:lstStyle/>
            <a:p>
              <a:endParaRPr lang="en-US"/>
            </a:p>
          </p:txBody>
        </p:sp>
      </p:grpSp>
      <p:grpSp>
        <p:nvGrpSpPr>
          <p:cNvPr id="575" name="Graphic 4">
            <a:extLst>
              <a:ext uri="{FF2B5EF4-FFF2-40B4-BE49-F238E27FC236}">
                <a16:creationId xmlns:a16="http://schemas.microsoft.com/office/drawing/2014/main" id="{51E0CA42-5F04-FC45-9A0E-5AD19CAA0BDB}"/>
              </a:ext>
            </a:extLst>
          </p:cNvPr>
          <p:cNvGrpSpPr>
            <a:grpSpLocks noChangeAspect="1"/>
          </p:cNvGrpSpPr>
          <p:nvPr/>
        </p:nvGrpSpPr>
        <p:grpSpPr>
          <a:xfrm>
            <a:off x="7802113" y="2371173"/>
            <a:ext cx="361670" cy="361333"/>
            <a:chOff x="7802113" y="2371173"/>
            <a:chExt cx="361670" cy="361333"/>
          </a:xfrm>
          <a:solidFill>
            <a:srgbClr val="0076A8"/>
          </a:solidFill>
        </p:grpSpPr>
        <p:sp>
          <p:nvSpPr>
            <p:cNvPr id="576" name="Graphic 4">
              <a:extLst>
                <a:ext uri="{FF2B5EF4-FFF2-40B4-BE49-F238E27FC236}">
                  <a16:creationId xmlns:a16="http://schemas.microsoft.com/office/drawing/2014/main" id="{F33277BD-70FE-0B46-B01F-541EE3606538}"/>
                </a:ext>
              </a:extLst>
            </p:cNvPr>
            <p:cNvSpPr/>
            <p:nvPr/>
          </p:nvSpPr>
          <p:spPr>
            <a:xfrm>
              <a:off x="7802113" y="237117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2" y="361333"/>
                    <a:pt x="180836" y="361333"/>
                  </a:cubicBezTo>
                  <a:cubicBezTo>
                    <a:pt x="281157" y="361333"/>
                    <a:pt x="361670" y="280257"/>
                    <a:pt x="361670" y="180667"/>
                  </a:cubicBezTo>
                  <a:cubicBezTo>
                    <a:pt x="361670" y="81077"/>
                    <a:pt x="280518" y="0"/>
                    <a:pt x="180836" y="0"/>
                  </a:cubicBezTo>
                  <a:close/>
                  <a:moveTo>
                    <a:pt x="180836" y="349204"/>
                  </a:moveTo>
                  <a:cubicBezTo>
                    <a:pt x="88181" y="349204"/>
                    <a:pt x="12780" y="273873"/>
                    <a:pt x="12780" y="181305"/>
                  </a:cubicBezTo>
                  <a:cubicBezTo>
                    <a:pt x="12780" y="88738"/>
                    <a:pt x="88181" y="13406"/>
                    <a:pt x="180836" y="13406"/>
                  </a:cubicBezTo>
                  <a:cubicBezTo>
                    <a:pt x="273490" y="13406"/>
                    <a:pt x="348890" y="88738"/>
                    <a:pt x="348890" y="181305"/>
                  </a:cubicBezTo>
                  <a:cubicBezTo>
                    <a:pt x="348890" y="273873"/>
                    <a:pt x="273490" y="349204"/>
                    <a:pt x="180836" y="349204"/>
                  </a:cubicBezTo>
                  <a:close/>
                </a:path>
              </a:pathLst>
            </a:custGeom>
            <a:solidFill>
              <a:srgbClr val="0076A8"/>
            </a:solidFill>
            <a:ln w="6390" cap="flat">
              <a:noFill/>
              <a:prstDash val="solid"/>
              <a:miter/>
            </a:ln>
          </p:spPr>
          <p:txBody>
            <a:bodyPr rtlCol="0" anchor="ctr"/>
            <a:lstStyle/>
            <a:p>
              <a:endParaRPr lang="en-US"/>
            </a:p>
          </p:txBody>
        </p:sp>
        <p:sp>
          <p:nvSpPr>
            <p:cNvPr id="577" name="Graphic 4">
              <a:extLst>
                <a:ext uri="{FF2B5EF4-FFF2-40B4-BE49-F238E27FC236}">
                  <a16:creationId xmlns:a16="http://schemas.microsoft.com/office/drawing/2014/main" id="{91B667B8-D3A8-8548-9597-B19DFEA9EE41}"/>
                </a:ext>
              </a:extLst>
            </p:cNvPr>
            <p:cNvSpPr/>
            <p:nvPr/>
          </p:nvSpPr>
          <p:spPr>
            <a:xfrm>
              <a:off x="7909464" y="2430423"/>
              <a:ext cx="148885" cy="245265"/>
            </a:xfrm>
            <a:custGeom>
              <a:avLst/>
              <a:gdLst>
                <a:gd name="connsiteX0" fmla="*/ 143134 w 148885"/>
                <a:gd name="connsiteY0" fmla="*/ 88858 h 245265"/>
                <a:gd name="connsiteX1" fmla="*/ 129076 w 148885"/>
                <a:gd name="connsiteY1" fmla="*/ 81836 h 245265"/>
                <a:gd name="connsiteX2" fmla="*/ 119492 w 148885"/>
                <a:gd name="connsiteY2" fmla="*/ 83751 h 245265"/>
                <a:gd name="connsiteX3" fmla="*/ 115658 w 148885"/>
                <a:gd name="connsiteY3" fmla="*/ 76729 h 245265"/>
                <a:gd name="connsiteX4" fmla="*/ 100961 w 148885"/>
                <a:gd name="connsiteY4" fmla="*/ 69706 h 245265"/>
                <a:gd name="connsiteX5" fmla="*/ 92014 w 148885"/>
                <a:gd name="connsiteY5" fmla="*/ 70983 h 245265"/>
                <a:gd name="connsiteX6" fmla="*/ 93932 w 148885"/>
                <a:gd name="connsiteY6" fmla="*/ 35233 h 245265"/>
                <a:gd name="connsiteX7" fmla="*/ 94571 w 148885"/>
                <a:gd name="connsiteY7" fmla="*/ 22465 h 245265"/>
                <a:gd name="connsiteX8" fmla="*/ 75401 w 148885"/>
                <a:gd name="connsiteY8" fmla="*/ 121 h 245265"/>
                <a:gd name="connsiteX9" fmla="*/ 60704 w 148885"/>
                <a:gd name="connsiteY9" fmla="*/ 5228 h 245265"/>
                <a:gd name="connsiteX10" fmla="*/ 53675 w 148885"/>
                <a:gd name="connsiteY10" fmla="*/ 17996 h 245265"/>
                <a:gd name="connsiteX11" fmla="*/ 53675 w 148885"/>
                <a:gd name="connsiteY11" fmla="*/ 17996 h 245265"/>
                <a:gd name="connsiteX12" fmla="*/ 53675 w 148885"/>
                <a:gd name="connsiteY12" fmla="*/ 19273 h 245265"/>
                <a:gd name="connsiteX13" fmla="*/ 51119 w 148885"/>
                <a:gd name="connsiteY13" fmla="*/ 61407 h 245265"/>
                <a:gd name="connsiteX14" fmla="*/ 44090 w 148885"/>
                <a:gd name="connsiteY14" fmla="*/ 28849 h 245265"/>
                <a:gd name="connsiteX15" fmla="*/ 44090 w 148885"/>
                <a:gd name="connsiteY15" fmla="*/ 27572 h 245265"/>
                <a:gd name="connsiteX16" fmla="*/ 44090 w 148885"/>
                <a:gd name="connsiteY16" fmla="*/ 26934 h 245265"/>
                <a:gd name="connsiteX17" fmla="*/ 35783 w 148885"/>
                <a:gd name="connsiteY17" fmla="*/ 15443 h 245265"/>
                <a:gd name="connsiteX18" fmla="*/ 19809 w 148885"/>
                <a:gd name="connsiteY18" fmla="*/ 12889 h 245265"/>
                <a:gd name="connsiteX19" fmla="*/ 4473 w 148885"/>
                <a:gd name="connsiteY19" fmla="*/ 37786 h 245265"/>
                <a:gd name="connsiteX20" fmla="*/ 17891 w 148885"/>
                <a:gd name="connsiteY20" fmla="*/ 97157 h 245265"/>
                <a:gd name="connsiteX21" fmla="*/ 14058 w 148885"/>
                <a:gd name="connsiteY21" fmla="*/ 99073 h 245265"/>
                <a:gd name="connsiteX22" fmla="*/ 0 w 148885"/>
                <a:gd name="connsiteY22" fmla="*/ 121417 h 245265"/>
                <a:gd name="connsiteX23" fmla="*/ 0 w 148885"/>
                <a:gd name="connsiteY23" fmla="*/ 159082 h 245265"/>
                <a:gd name="connsiteX24" fmla="*/ 0 w 148885"/>
                <a:gd name="connsiteY24" fmla="*/ 160997 h 245265"/>
                <a:gd name="connsiteX25" fmla="*/ 24920 w 148885"/>
                <a:gd name="connsiteY25" fmla="*/ 206962 h 245265"/>
                <a:gd name="connsiteX26" fmla="*/ 29394 w 148885"/>
                <a:gd name="connsiteY26" fmla="*/ 214623 h 245265"/>
                <a:gd name="connsiteX27" fmla="*/ 29394 w 148885"/>
                <a:gd name="connsiteY27" fmla="*/ 236967 h 245265"/>
                <a:gd name="connsiteX28" fmla="*/ 35783 w 148885"/>
                <a:gd name="connsiteY28" fmla="*/ 243351 h 245265"/>
                <a:gd name="connsiteX29" fmla="*/ 42173 w 148885"/>
                <a:gd name="connsiteY29" fmla="*/ 236967 h 245265"/>
                <a:gd name="connsiteX30" fmla="*/ 42173 w 148885"/>
                <a:gd name="connsiteY30" fmla="*/ 214623 h 245265"/>
                <a:gd name="connsiteX31" fmla="*/ 32589 w 148885"/>
                <a:gd name="connsiteY31" fmla="*/ 196109 h 245265"/>
                <a:gd name="connsiteX32" fmla="*/ 12780 w 148885"/>
                <a:gd name="connsiteY32" fmla="*/ 160359 h 245265"/>
                <a:gd name="connsiteX33" fmla="*/ 12780 w 148885"/>
                <a:gd name="connsiteY33" fmla="*/ 121417 h 245265"/>
                <a:gd name="connsiteX34" fmla="*/ 19809 w 148885"/>
                <a:gd name="connsiteY34" fmla="*/ 111202 h 245265"/>
                <a:gd name="connsiteX35" fmla="*/ 21725 w 148885"/>
                <a:gd name="connsiteY35" fmla="*/ 110564 h 245265"/>
                <a:gd name="connsiteX36" fmla="*/ 24281 w 148885"/>
                <a:gd name="connsiteY36" fmla="*/ 122055 h 245265"/>
                <a:gd name="connsiteX37" fmla="*/ 30671 w 148885"/>
                <a:gd name="connsiteY37" fmla="*/ 127162 h 245265"/>
                <a:gd name="connsiteX38" fmla="*/ 31950 w 148885"/>
                <a:gd name="connsiteY38" fmla="*/ 127162 h 245265"/>
                <a:gd name="connsiteX39" fmla="*/ 37061 w 148885"/>
                <a:gd name="connsiteY39" fmla="*/ 119501 h 245265"/>
                <a:gd name="connsiteX40" fmla="*/ 18530 w 148885"/>
                <a:gd name="connsiteY40" fmla="*/ 35871 h 245265"/>
                <a:gd name="connsiteX41" fmla="*/ 24281 w 148885"/>
                <a:gd name="connsiteY41" fmla="*/ 25657 h 245265"/>
                <a:gd name="connsiteX42" fmla="*/ 30032 w 148885"/>
                <a:gd name="connsiteY42" fmla="*/ 26934 h 245265"/>
                <a:gd name="connsiteX43" fmla="*/ 33227 w 148885"/>
                <a:gd name="connsiteY43" fmla="*/ 31402 h 245265"/>
                <a:gd name="connsiteX44" fmla="*/ 33227 w 148885"/>
                <a:gd name="connsiteY44" fmla="*/ 32041 h 245265"/>
                <a:gd name="connsiteX45" fmla="*/ 33227 w 148885"/>
                <a:gd name="connsiteY45" fmla="*/ 32679 h 245265"/>
                <a:gd name="connsiteX46" fmla="*/ 50480 w 148885"/>
                <a:gd name="connsiteY46" fmla="*/ 109925 h 245265"/>
                <a:gd name="connsiteX47" fmla="*/ 50480 w 148885"/>
                <a:gd name="connsiteY47" fmla="*/ 110564 h 245265"/>
                <a:gd name="connsiteX48" fmla="*/ 51119 w 148885"/>
                <a:gd name="connsiteY48" fmla="*/ 111841 h 245265"/>
                <a:gd name="connsiteX49" fmla="*/ 51758 w 148885"/>
                <a:gd name="connsiteY49" fmla="*/ 113117 h 245265"/>
                <a:gd name="connsiteX50" fmla="*/ 52397 w 148885"/>
                <a:gd name="connsiteY50" fmla="*/ 113756 h 245265"/>
                <a:gd name="connsiteX51" fmla="*/ 53036 w 148885"/>
                <a:gd name="connsiteY51" fmla="*/ 114394 h 245265"/>
                <a:gd name="connsiteX52" fmla="*/ 54314 w 148885"/>
                <a:gd name="connsiteY52" fmla="*/ 115033 h 245265"/>
                <a:gd name="connsiteX53" fmla="*/ 55592 w 148885"/>
                <a:gd name="connsiteY53" fmla="*/ 115033 h 245265"/>
                <a:gd name="connsiteX54" fmla="*/ 56231 w 148885"/>
                <a:gd name="connsiteY54" fmla="*/ 115033 h 245265"/>
                <a:gd name="connsiteX55" fmla="*/ 56870 w 148885"/>
                <a:gd name="connsiteY55" fmla="*/ 115033 h 245265"/>
                <a:gd name="connsiteX56" fmla="*/ 58148 w 148885"/>
                <a:gd name="connsiteY56" fmla="*/ 115033 h 245265"/>
                <a:gd name="connsiteX57" fmla="*/ 58787 w 148885"/>
                <a:gd name="connsiteY57" fmla="*/ 115033 h 245265"/>
                <a:gd name="connsiteX58" fmla="*/ 59426 w 148885"/>
                <a:gd name="connsiteY58" fmla="*/ 115033 h 245265"/>
                <a:gd name="connsiteX59" fmla="*/ 60704 w 148885"/>
                <a:gd name="connsiteY59" fmla="*/ 114394 h 245265"/>
                <a:gd name="connsiteX60" fmla="*/ 61343 w 148885"/>
                <a:gd name="connsiteY60" fmla="*/ 113756 h 245265"/>
                <a:gd name="connsiteX61" fmla="*/ 62621 w 148885"/>
                <a:gd name="connsiteY61" fmla="*/ 112479 h 245265"/>
                <a:gd name="connsiteX62" fmla="*/ 63260 w 148885"/>
                <a:gd name="connsiteY62" fmla="*/ 111841 h 245265"/>
                <a:gd name="connsiteX63" fmla="*/ 63899 w 148885"/>
                <a:gd name="connsiteY63" fmla="*/ 110564 h 245265"/>
                <a:gd name="connsiteX64" fmla="*/ 63899 w 148885"/>
                <a:gd name="connsiteY64" fmla="*/ 109925 h 245265"/>
                <a:gd name="connsiteX65" fmla="*/ 69011 w 148885"/>
                <a:gd name="connsiteY65" fmla="*/ 21826 h 245265"/>
                <a:gd name="connsiteX66" fmla="*/ 69011 w 148885"/>
                <a:gd name="connsiteY66" fmla="*/ 21826 h 245265"/>
                <a:gd name="connsiteX67" fmla="*/ 69011 w 148885"/>
                <a:gd name="connsiteY67" fmla="*/ 21826 h 245265"/>
                <a:gd name="connsiteX68" fmla="*/ 71567 w 148885"/>
                <a:gd name="connsiteY68" fmla="*/ 16719 h 245265"/>
                <a:gd name="connsiteX69" fmla="*/ 77318 w 148885"/>
                <a:gd name="connsiteY69" fmla="*/ 14804 h 245265"/>
                <a:gd name="connsiteX70" fmla="*/ 84347 w 148885"/>
                <a:gd name="connsiteY70" fmla="*/ 23742 h 245265"/>
                <a:gd name="connsiteX71" fmla="*/ 80513 w 148885"/>
                <a:gd name="connsiteY71" fmla="*/ 91412 h 245265"/>
                <a:gd name="connsiteX72" fmla="*/ 79235 w 148885"/>
                <a:gd name="connsiteY72" fmla="*/ 110564 h 245265"/>
                <a:gd name="connsiteX73" fmla="*/ 84986 w 148885"/>
                <a:gd name="connsiteY73" fmla="*/ 117586 h 245265"/>
                <a:gd name="connsiteX74" fmla="*/ 85625 w 148885"/>
                <a:gd name="connsiteY74" fmla="*/ 117586 h 245265"/>
                <a:gd name="connsiteX75" fmla="*/ 91376 w 148885"/>
                <a:gd name="connsiteY75" fmla="*/ 113756 h 245265"/>
                <a:gd name="connsiteX76" fmla="*/ 92014 w 148885"/>
                <a:gd name="connsiteY76" fmla="*/ 111202 h 245265"/>
                <a:gd name="connsiteX77" fmla="*/ 93293 w 148885"/>
                <a:gd name="connsiteY77" fmla="*/ 92050 h 245265"/>
                <a:gd name="connsiteX78" fmla="*/ 95849 w 148885"/>
                <a:gd name="connsiteY78" fmla="*/ 86305 h 245265"/>
                <a:gd name="connsiteX79" fmla="*/ 101599 w 148885"/>
                <a:gd name="connsiteY79" fmla="*/ 84389 h 245265"/>
                <a:gd name="connsiteX80" fmla="*/ 107350 w 148885"/>
                <a:gd name="connsiteY80" fmla="*/ 86943 h 245265"/>
                <a:gd name="connsiteX81" fmla="*/ 109268 w 148885"/>
                <a:gd name="connsiteY81" fmla="*/ 92689 h 245265"/>
                <a:gd name="connsiteX82" fmla="*/ 108629 w 148885"/>
                <a:gd name="connsiteY82" fmla="*/ 97796 h 245265"/>
                <a:gd name="connsiteX83" fmla="*/ 108629 w 148885"/>
                <a:gd name="connsiteY83" fmla="*/ 98434 h 245265"/>
                <a:gd name="connsiteX84" fmla="*/ 107350 w 148885"/>
                <a:gd name="connsiteY84" fmla="*/ 116309 h 245265"/>
                <a:gd name="connsiteX85" fmla="*/ 113102 w 148885"/>
                <a:gd name="connsiteY85" fmla="*/ 123332 h 245265"/>
                <a:gd name="connsiteX86" fmla="*/ 113740 w 148885"/>
                <a:gd name="connsiteY86" fmla="*/ 123332 h 245265"/>
                <a:gd name="connsiteX87" fmla="*/ 120130 w 148885"/>
                <a:gd name="connsiteY87" fmla="*/ 117586 h 245265"/>
                <a:gd name="connsiteX88" fmla="*/ 120769 w 148885"/>
                <a:gd name="connsiteY88" fmla="*/ 104180 h 245265"/>
                <a:gd name="connsiteX89" fmla="*/ 120769 w 148885"/>
                <a:gd name="connsiteY89" fmla="*/ 104180 h 245265"/>
                <a:gd name="connsiteX90" fmla="*/ 123325 w 148885"/>
                <a:gd name="connsiteY90" fmla="*/ 98434 h 245265"/>
                <a:gd name="connsiteX91" fmla="*/ 129076 w 148885"/>
                <a:gd name="connsiteY91" fmla="*/ 96519 h 245265"/>
                <a:gd name="connsiteX92" fmla="*/ 134189 w 148885"/>
                <a:gd name="connsiteY92" fmla="*/ 99073 h 245265"/>
                <a:gd name="connsiteX93" fmla="*/ 136105 w 148885"/>
                <a:gd name="connsiteY93" fmla="*/ 103541 h 245265"/>
                <a:gd name="connsiteX94" fmla="*/ 136105 w 148885"/>
                <a:gd name="connsiteY94" fmla="*/ 167381 h 245265"/>
                <a:gd name="connsiteX95" fmla="*/ 123964 w 148885"/>
                <a:gd name="connsiteY95" fmla="*/ 198663 h 245265"/>
                <a:gd name="connsiteX96" fmla="*/ 117574 w 148885"/>
                <a:gd name="connsiteY96" fmla="*/ 213984 h 245265"/>
                <a:gd name="connsiteX97" fmla="*/ 117574 w 148885"/>
                <a:gd name="connsiteY97" fmla="*/ 238882 h 245265"/>
                <a:gd name="connsiteX98" fmla="*/ 123964 w 148885"/>
                <a:gd name="connsiteY98" fmla="*/ 245266 h 245265"/>
                <a:gd name="connsiteX99" fmla="*/ 130354 w 148885"/>
                <a:gd name="connsiteY99" fmla="*/ 238882 h 245265"/>
                <a:gd name="connsiteX100" fmla="*/ 130354 w 148885"/>
                <a:gd name="connsiteY100" fmla="*/ 213984 h 245265"/>
                <a:gd name="connsiteX101" fmla="*/ 132910 w 148885"/>
                <a:gd name="connsiteY101" fmla="*/ 207600 h 245265"/>
                <a:gd name="connsiteX102" fmla="*/ 148885 w 148885"/>
                <a:gd name="connsiteY102" fmla="*/ 168020 h 245265"/>
                <a:gd name="connsiteX103" fmla="*/ 148885 w 148885"/>
                <a:gd name="connsiteY103" fmla="*/ 101626 h 245265"/>
                <a:gd name="connsiteX104" fmla="*/ 148885 w 148885"/>
                <a:gd name="connsiteY104" fmla="*/ 100988 h 245265"/>
                <a:gd name="connsiteX105" fmla="*/ 143134 w 148885"/>
                <a:gd name="connsiteY105" fmla="*/ 88858 h 24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48885" h="245265">
                  <a:moveTo>
                    <a:pt x="143134" y="88858"/>
                  </a:moveTo>
                  <a:cubicBezTo>
                    <a:pt x="139300" y="84389"/>
                    <a:pt x="134828" y="81836"/>
                    <a:pt x="129076" y="81836"/>
                  </a:cubicBezTo>
                  <a:cubicBezTo>
                    <a:pt x="125881" y="81836"/>
                    <a:pt x="122048" y="82474"/>
                    <a:pt x="119492" y="83751"/>
                  </a:cubicBezTo>
                  <a:cubicBezTo>
                    <a:pt x="118853" y="81197"/>
                    <a:pt x="117574" y="79282"/>
                    <a:pt x="115658" y="76729"/>
                  </a:cubicBezTo>
                  <a:cubicBezTo>
                    <a:pt x="111824" y="72260"/>
                    <a:pt x="106712" y="69706"/>
                    <a:pt x="100961" y="69706"/>
                  </a:cubicBezTo>
                  <a:cubicBezTo>
                    <a:pt x="97766" y="69706"/>
                    <a:pt x="94571" y="70345"/>
                    <a:pt x="92014" y="70983"/>
                  </a:cubicBezTo>
                  <a:lnTo>
                    <a:pt x="93932" y="35233"/>
                  </a:lnTo>
                  <a:lnTo>
                    <a:pt x="94571" y="22465"/>
                  </a:lnTo>
                  <a:cubicBezTo>
                    <a:pt x="95209" y="10974"/>
                    <a:pt x="86903" y="759"/>
                    <a:pt x="75401" y="121"/>
                  </a:cubicBezTo>
                  <a:cubicBezTo>
                    <a:pt x="69650" y="-517"/>
                    <a:pt x="64538" y="1398"/>
                    <a:pt x="60704" y="5228"/>
                  </a:cubicBezTo>
                  <a:cubicBezTo>
                    <a:pt x="56870" y="8420"/>
                    <a:pt x="54314" y="12889"/>
                    <a:pt x="53675" y="17996"/>
                  </a:cubicBezTo>
                  <a:cubicBezTo>
                    <a:pt x="53675" y="17996"/>
                    <a:pt x="53675" y="17996"/>
                    <a:pt x="53675" y="17996"/>
                  </a:cubicBezTo>
                  <a:cubicBezTo>
                    <a:pt x="53675" y="18635"/>
                    <a:pt x="53675" y="18635"/>
                    <a:pt x="53675" y="19273"/>
                  </a:cubicBezTo>
                  <a:lnTo>
                    <a:pt x="51119" y="61407"/>
                  </a:lnTo>
                  <a:lnTo>
                    <a:pt x="44090" y="28849"/>
                  </a:lnTo>
                  <a:cubicBezTo>
                    <a:pt x="44090" y="28210"/>
                    <a:pt x="44090" y="28210"/>
                    <a:pt x="44090" y="27572"/>
                  </a:cubicBezTo>
                  <a:cubicBezTo>
                    <a:pt x="44090" y="27572"/>
                    <a:pt x="44090" y="26934"/>
                    <a:pt x="44090" y="26934"/>
                  </a:cubicBezTo>
                  <a:cubicBezTo>
                    <a:pt x="42812" y="22465"/>
                    <a:pt x="39617" y="17996"/>
                    <a:pt x="35783" y="15443"/>
                  </a:cubicBezTo>
                  <a:cubicBezTo>
                    <a:pt x="31310" y="12251"/>
                    <a:pt x="25560" y="11612"/>
                    <a:pt x="19809" y="12889"/>
                  </a:cubicBezTo>
                  <a:cubicBezTo>
                    <a:pt x="8945" y="15443"/>
                    <a:pt x="1917" y="26934"/>
                    <a:pt x="4473" y="37786"/>
                  </a:cubicBezTo>
                  <a:lnTo>
                    <a:pt x="17891" y="97157"/>
                  </a:lnTo>
                  <a:lnTo>
                    <a:pt x="14058" y="99073"/>
                  </a:lnTo>
                  <a:cubicBezTo>
                    <a:pt x="5111" y="102903"/>
                    <a:pt x="0" y="111841"/>
                    <a:pt x="0" y="121417"/>
                  </a:cubicBezTo>
                  <a:lnTo>
                    <a:pt x="0" y="159082"/>
                  </a:lnTo>
                  <a:cubicBezTo>
                    <a:pt x="0" y="159721"/>
                    <a:pt x="0" y="160359"/>
                    <a:pt x="0" y="160997"/>
                  </a:cubicBezTo>
                  <a:cubicBezTo>
                    <a:pt x="639" y="179511"/>
                    <a:pt x="10224" y="196109"/>
                    <a:pt x="24920" y="206962"/>
                  </a:cubicBezTo>
                  <a:cubicBezTo>
                    <a:pt x="27476" y="208877"/>
                    <a:pt x="29394" y="211431"/>
                    <a:pt x="29394" y="214623"/>
                  </a:cubicBezTo>
                  <a:lnTo>
                    <a:pt x="29394" y="236967"/>
                  </a:lnTo>
                  <a:cubicBezTo>
                    <a:pt x="29394" y="240797"/>
                    <a:pt x="31950" y="243351"/>
                    <a:pt x="35783" y="243351"/>
                  </a:cubicBezTo>
                  <a:cubicBezTo>
                    <a:pt x="39617" y="243351"/>
                    <a:pt x="42173" y="240797"/>
                    <a:pt x="42173" y="236967"/>
                  </a:cubicBezTo>
                  <a:lnTo>
                    <a:pt x="42173" y="214623"/>
                  </a:lnTo>
                  <a:cubicBezTo>
                    <a:pt x="42173" y="206962"/>
                    <a:pt x="38340" y="200578"/>
                    <a:pt x="32589" y="196109"/>
                  </a:cubicBezTo>
                  <a:cubicBezTo>
                    <a:pt x="21086" y="187810"/>
                    <a:pt x="13419" y="175042"/>
                    <a:pt x="12780" y="160359"/>
                  </a:cubicBezTo>
                  <a:lnTo>
                    <a:pt x="12780" y="121417"/>
                  </a:lnTo>
                  <a:cubicBezTo>
                    <a:pt x="12780" y="116948"/>
                    <a:pt x="15335" y="112479"/>
                    <a:pt x="19809" y="111202"/>
                  </a:cubicBezTo>
                  <a:lnTo>
                    <a:pt x="21725" y="110564"/>
                  </a:lnTo>
                  <a:lnTo>
                    <a:pt x="24281" y="122055"/>
                  </a:lnTo>
                  <a:cubicBezTo>
                    <a:pt x="24920" y="125247"/>
                    <a:pt x="27476" y="127162"/>
                    <a:pt x="30671" y="127162"/>
                  </a:cubicBezTo>
                  <a:cubicBezTo>
                    <a:pt x="31310" y="127162"/>
                    <a:pt x="31310" y="127162"/>
                    <a:pt x="31950" y="127162"/>
                  </a:cubicBezTo>
                  <a:cubicBezTo>
                    <a:pt x="35145" y="126524"/>
                    <a:pt x="37700" y="122693"/>
                    <a:pt x="37061" y="119501"/>
                  </a:cubicBezTo>
                  <a:lnTo>
                    <a:pt x="18530" y="35871"/>
                  </a:lnTo>
                  <a:cubicBezTo>
                    <a:pt x="17253" y="31402"/>
                    <a:pt x="20447" y="26934"/>
                    <a:pt x="24281" y="25657"/>
                  </a:cubicBezTo>
                  <a:cubicBezTo>
                    <a:pt x="26199" y="25018"/>
                    <a:pt x="28115" y="25657"/>
                    <a:pt x="30032" y="26934"/>
                  </a:cubicBezTo>
                  <a:cubicBezTo>
                    <a:pt x="31950" y="28210"/>
                    <a:pt x="32589" y="29487"/>
                    <a:pt x="33227" y="31402"/>
                  </a:cubicBezTo>
                  <a:cubicBezTo>
                    <a:pt x="33227" y="31402"/>
                    <a:pt x="33227" y="31402"/>
                    <a:pt x="33227" y="32041"/>
                  </a:cubicBezTo>
                  <a:cubicBezTo>
                    <a:pt x="33227" y="32041"/>
                    <a:pt x="33227" y="32679"/>
                    <a:pt x="33227" y="32679"/>
                  </a:cubicBezTo>
                  <a:lnTo>
                    <a:pt x="50480" y="109925"/>
                  </a:lnTo>
                  <a:cubicBezTo>
                    <a:pt x="50480" y="109925"/>
                    <a:pt x="50480" y="109925"/>
                    <a:pt x="50480" y="110564"/>
                  </a:cubicBezTo>
                  <a:cubicBezTo>
                    <a:pt x="50480" y="111202"/>
                    <a:pt x="51119" y="111202"/>
                    <a:pt x="51119" y="111841"/>
                  </a:cubicBezTo>
                  <a:cubicBezTo>
                    <a:pt x="51119" y="112479"/>
                    <a:pt x="51758" y="112479"/>
                    <a:pt x="51758" y="113117"/>
                  </a:cubicBezTo>
                  <a:cubicBezTo>
                    <a:pt x="51758" y="113756"/>
                    <a:pt x="52397" y="113756"/>
                    <a:pt x="52397" y="113756"/>
                  </a:cubicBezTo>
                  <a:cubicBezTo>
                    <a:pt x="52397" y="113756"/>
                    <a:pt x="53036" y="114394"/>
                    <a:pt x="53036" y="114394"/>
                  </a:cubicBezTo>
                  <a:cubicBezTo>
                    <a:pt x="53675" y="114394"/>
                    <a:pt x="53675" y="115033"/>
                    <a:pt x="54314" y="115033"/>
                  </a:cubicBezTo>
                  <a:cubicBezTo>
                    <a:pt x="54953" y="115033"/>
                    <a:pt x="54953" y="115033"/>
                    <a:pt x="55592" y="115033"/>
                  </a:cubicBezTo>
                  <a:cubicBezTo>
                    <a:pt x="55592" y="115033"/>
                    <a:pt x="55592" y="115033"/>
                    <a:pt x="56231" y="115033"/>
                  </a:cubicBezTo>
                  <a:cubicBezTo>
                    <a:pt x="56231" y="115033"/>
                    <a:pt x="56870" y="115033"/>
                    <a:pt x="56870" y="115033"/>
                  </a:cubicBezTo>
                  <a:cubicBezTo>
                    <a:pt x="57509" y="115033"/>
                    <a:pt x="57509" y="115033"/>
                    <a:pt x="58148" y="115033"/>
                  </a:cubicBezTo>
                  <a:cubicBezTo>
                    <a:pt x="58148" y="115033"/>
                    <a:pt x="58787" y="115033"/>
                    <a:pt x="58787" y="115033"/>
                  </a:cubicBezTo>
                  <a:cubicBezTo>
                    <a:pt x="58787" y="115033"/>
                    <a:pt x="59426" y="115033"/>
                    <a:pt x="59426" y="115033"/>
                  </a:cubicBezTo>
                  <a:cubicBezTo>
                    <a:pt x="60065" y="115033"/>
                    <a:pt x="60704" y="114394"/>
                    <a:pt x="60704" y="114394"/>
                  </a:cubicBezTo>
                  <a:cubicBezTo>
                    <a:pt x="60704" y="114394"/>
                    <a:pt x="60704" y="114394"/>
                    <a:pt x="61343" y="113756"/>
                  </a:cubicBezTo>
                  <a:cubicBezTo>
                    <a:pt x="61982" y="113117"/>
                    <a:pt x="61982" y="113117"/>
                    <a:pt x="62621" y="112479"/>
                  </a:cubicBezTo>
                  <a:cubicBezTo>
                    <a:pt x="62621" y="112479"/>
                    <a:pt x="62621" y="111841"/>
                    <a:pt x="63260" y="111841"/>
                  </a:cubicBezTo>
                  <a:cubicBezTo>
                    <a:pt x="63260" y="111202"/>
                    <a:pt x="63260" y="111202"/>
                    <a:pt x="63899" y="110564"/>
                  </a:cubicBezTo>
                  <a:cubicBezTo>
                    <a:pt x="63899" y="110564"/>
                    <a:pt x="63899" y="110564"/>
                    <a:pt x="63899" y="109925"/>
                  </a:cubicBezTo>
                  <a:lnTo>
                    <a:pt x="69011" y="21826"/>
                  </a:lnTo>
                  <a:cubicBezTo>
                    <a:pt x="69011" y="21826"/>
                    <a:pt x="69011" y="21826"/>
                    <a:pt x="69011" y="21826"/>
                  </a:cubicBezTo>
                  <a:cubicBezTo>
                    <a:pt x="69011" y="21826"/>
                    <a:pt x="69011" y="21826"/>
                    <a:pt x="69011" y="21826"/>
                  </a:cubicBezTo>
                  <a:cubicBezTo>
                    <a:pt x="69011" y="19911"/>
                    <a:pt x="70289" y="17996"/>
                    <a:pt x="71567" y="16719"/>
                  </a:cubicBezTo>
                  <a:cubicBezTo>
                    <a:pt x="72845" y="15443"/>
                    <a:pt x="74762" y="14804"/>
                    <a:pt x="77318" y="14804"/>
                  </a:cubicBezTo>
                  <a:cubicBezTo>
                    <a:pt x="81791" y="14804"/>
                    <a:pt x="84986" y="19273"/>
                    <a:pt x="84347" y="23742"/>
                  </a:cubicBezTo>
                  <a:lnTo>
                    <a:pt x="80513" y="91412"/>
                  </a:lnTo>
                  <a:lnTo>
                    <a:pt x="79235" y="110564"/>
                  </a:lnTo>
                  <a:cubicBezTo>
                    <a:pt x="79235" y="114394"/>
                    <a:pt x="81791" y="116948"/>
                    <a:pt x="84986" y="117586"/>
                  </a:cubicBezTo>
                  <a:cubicBezTo>
                    <a:pt x="84986" y="117586"/>
                    <a:pt x="84986" y="117586"/>
                    <a:pt x="85625" y="117586"/>
                  </a:cubicBezTo>
                  <a:cubicBezTo>
                    <a:pt x="88181" y="117586"/>
                    <a:pt x="90737" y="116309"/>
                    <a:pt x="91376" y="113756"/>
                  </a:cubicBezTo>
                  <a:cubicBezTo>
                    <a:pt x="92014" y="113117"/>
                    <a:pt x="92014" y="112479"/>
                    <a:pt x="92014" y="111202"/>
                  </a:cubicBezTo>
                  <a:lnTo>
                    <a:pt x="93293" y="92050"/>
                  </a:lnTo>
                  <a:cubicBezTo>
                    <a:pt x="93293" y="90135"/>
                    <a:pt x="94571" y="87581"/>
                    <a:pt x="95849" y="86305"/>
                  </a:cubicBezTo>
                  <a:cubicBezTo>
                    <a:pt x="97766" y="85028"/>
                    <a:pt x="99683" y="84389"/>
                    <a:pt x="101599" y="84389"/>
                  </a:cubicBezTo>
                  <a:cubicBezTo>
                    <a:pt x="103517" y="84389"/>
                    <a:pt x="106073" y="85666"/>
                    <a:pt x="107350" y="86943"/>
                  </a:cubicBezTo>
                  <a:cubicBezTo>
                    <a:pt x="108629" y="88858"/>
                    <a:pt x="109268" y="90773"/>
                    <a:pt x="109268" y="92689"/>
                  </a:cubicBezTo>
                  <a:lnTo>
                    <a:pt x="108629" y="97796"/>
                  </a:lnTo>
                  <a:cubicBezTo>
                    <a:pt x="108629" y="97796"/>
                    <a:pt x="108629" y="97796"/>
                    <a:pt x="108629" y="98434"/>
                  </a:cubicBezTo>
                  <a:lnTo>
                    <a:pt x="107350" y="116309"/>
                  </a:lnTo>
                  <a:cubicBezTo>
                    <a:pt x="107350" y="120140"/>
                    <a:pt x="109907" y="122693"/>
                    <a:pt x="113102" y="123332"/>
                  </a:cubicBezTo>
                  <a:cubicBezTo>
                    <a:pt x="113102" y="123332"/>
                    <a:pt x="113102" y="123332"/>
                    <a:pt x="113740" y="123332"/>
                  </a:cubicBezTo>
                  <a:cubicBezTo>
                    <a:pt x="116935" y="123332"/>
                    <a:pt x="120130" y="120778"/>
                    <a:pt x="120130" y="117586"/>
                  </a:cubicBezTo>
                  <a:lnTo>
                    <a:pt x="120769" y="104180"/>
                  </a:lnTo>
                  <a:cubicBezTo>
                    <a:pt x="120769" y="104180"/>
                    <a:pt x="120769" y="104180"/>
                    <a:pt x="120769" y="104180"/>
                  </a:cubicBezTo>
                  <a:cubicBezTo>
                    <a:pt x="120769" y="102265"/>
                    <a:pt x="122048" y="100349"/>
                    <a:pt x="123325" y="98434"/>
                  </a:cubicBezTo>
                  <a:cubicBezTo>
                    <a:pt x="124604" y="97157"/>
                    <a:pt x="127159" y="96519"/>
                    <a:pt x="129076" y="96519"/>
                  </a:cubicBezTo>
                  <a:cubicBezTo>
                    <a:pt x="130994" y="96519"/>
                    <a:pt x="132910" y="97796"/>
                    <a:pt x="134189" y="99073"/>
                  </a:cubicBezTo>
                  <a:cubicBezTo>
                    <a:pt x="135466" y="100349"/>
                    <a:pt x="136105" y="101626"/>
                    <a:pt x="136105" y="103541"/>
                  </a:cubicBezTo>
                  <a:lnTo>
                    <a:pt x="136105" y="167381"/>
                  </a:lnTo>
                  <a:cubicBezTo>
                    <a:pt x="136105" y="178873"/>
                    <a:pt x="131633" y="189725"/>
                    <a:pt x="123964" y="198663"/>
                  </a:cubicBezTo>
                  <a:cubicBezTo>
                    <a:pt x="120130" y="203132"/>
                    <a:pt x="117574" y="208239"/>
                    <a:pt x="117574" y="213984"/>
                  </a:cubicBezTo>
                  <a:lnTo>
                    <a:pt x="117574" y="238882"/>
                  </a:lnTo>
                  <a:cubicBezTo>
                    <a:pt x="117574" y="242712"/>
                    <a:pt x="120130" y="245266"/>
                    <a:pt x="123964" y="245266"/>
                  </a:cubicBezTo>
                  <a:cubicBezTo>
                    <a:pt x="127799" y="245266"/>
                    <a:pt x="130354" y="242712"/>
                    <a:pt x="130354" y="238882"/>
                  </a:cubicBezTo>
                  <a:lnTo>
                    <a:pt x="130354" y="213984"/>
                  </a:lnTo>
                  <a:cubicBezTo>
                    <a:pt x="130354" y="211431"/>
                    <a:pt x="130994" y="209516"/>
                    <a:pt x="132910" y="207600"/>
                  </a:cubicBezTo>
                  <a:cubicBezTo>
                    <a:pt x="143134" y="196748"/>
                    <a:pt x="148885" y="182703"/>
                    <a:pt x="148885" y="168020"/>
                  </a:cubicBezTo>
                  <a:lnTo>
                    <a:pt x="148885" y="101626"/>
                  </a:lnTo>
                  <a:cubicBezTo>
                    <a:pt x="148885" y="101626"/>
                    <a:pt x="148885" y="100988"/>
                    <a:pt x="148885" y="100988"/>
                  </a:cubicBezTo>
                  <a:cubicBezTo>
                    <a:pt x="147607" y="96519"/>
                    <a:pt x="145690" y="92050"/>
                    <a:pt x="143134" y="88858"/>
                  </a:cubicBezTo>
                  <a:close/>
                </a:path>
              </a:pathLst>
            </a:custGeom>
            <a:solidFill>
              <a:srgbClr val="0076A8"/>
            </a:solidFill>
            <a:ln w="6390" cap="flat">
              <a:noFill/>
              <a:prstDash val="solid"/>
              <a:miter/>
            </a:ln>
          </p:spPr>
          <p:txBody>
            <a:bodyPr rtlCol="0" anchor="ctr"/>
            <a:lstStyle/>
            <a:p>
              <a:endParaRPr lang="en-US"/>
            </a:p>
          </p:txBody>
        </p:sp>
      </p:grpSp>
      <p:grpSp>
        <p:nvGrpSpPr>
          <p:cNvPr id="578" name="Graphic 4">
            <a:extLst>
              <a:ext uri="{FF2B5EF4-FFF2-40B4-BE49-F238E27FC236}">
                <a16:creationId xmlns:a16="http://schemas.microsoft.com/office/drawing/2014/main" id="{13E4A4C4-6A9D-E848-9B7E-75ABBD6F6DAF}"/>
              </a:ext>
            </a:extLst>
          </p:cNvPr>
          <p:cNvGrpSpPr>
            <a:grpSpLocks noChangeAspect="1"/>
          </p:cNvGrpSpPr>
          <p:nvPr/>
        </p:nvGrpSpPr>
        <p:grpSpPr>
          <a:xfrm>
            <a:off x="7802113" y="4308712"/>
            <a:ext cx="361670" cy="361333"/>
            <a:chOff x="7802113" y="4308712"/>
            <a:chExt cx="361670" cy="361333"/>
          </a:xfrm>
          <a:solidFill>
            <a:srgbClr val="0076A8"/>
          </a:solidFill>
        </p:grpSpPr>
        <p:sp>
          <p:nvSpPr>
            <p:cNvPr id="579" name="Graphic 4">
              <a:extLst>
                <a:ext uri="{FF2B5EF4-FFF2-40B4-BE49-F238E27FC236}">
                  <a16:creationId xmlns:a16="http://schemas.microsoft.com/office/drawing/2014/main" id="{9748D97B-3A37-F541-A7E0-AEC4E068913E}"/>
                </a:ext>
              </a:extLst>
            </p:cNvPr>
            <p:cNvSpPr/>
            <p:nvPr/>
          </p:nvSpPr>
          <p:spPr>
            <a:xfrm>
              <a:off x="7802113" y="4308712"/>
              <a:ext cx="361670" cy="361333"/>
            </a:xfrm>
            <a:custGeom>
              <a:avLst/>
              <a:gdLst>
                <a:gd name="connsiteX0" fmla="*/ 180836 w 361670"/>
                <a:gd name="connsiteY0" fmla="*/ 0 h 361333"/>
                <a:gd name="connsiteX1" fmla="*/ 0 w 361670"/>
                <a:gd name="connsiteY1" fmla="*/ 180667 h 361333"/>
                <a:gd name="connsiteX2" fmla="*/ 180836 w 361670"/>
                <a:gd name="connsiteY2" fmla="*/ 361334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7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2" y="361334"/>
                    <a:pt x="180836" y="361334"/>
                  </a:cubicBezTo>
                  <a:cubicBezTo>
                    <a:pt x="281157" y="361334"/>
                    <a:pt x="361670" y="280257"/>
                    <a:pt x="361670" y="180667"/>
                  </a:cubicBezTo>
                  <a:cubicBezTo>
                    <a:pt x="361670" y="81077"/>
                    <a:pt x="280518" y="0"/>
                    <a:pt x="180836" y="0"/>
                  </a:cubicBezTo>
                  <a:close/>
                  <a:moveTo>
                    <a:pt x="180836" y="349204"/>
                  </a:moveTo>
                  <a:cubicBezTo>
                    <a:pt x="88181" y="349204"/>
                    <a:pt x="12780" y="273873"/>
                    <a:pt x="12780" y="181305"/>
                  </a:cubicBezTo>
                  <a:cubicBezTo>
                    <a:pt x="12780" y="88738"/>
                    <a:pt x="88181" y="13407"/>
                    <a:pt x="180836" y="13407"/>
                  </a:cubicBezTo>
                  <a:cubicBezTo>
                    <a:pt x="273490" y="13407"/>
                    <a:pt x="348890" y="88738"/>
                    <a:pt x="348890" y="181305"/>
                  </a:cubicBezTo>
                  <a:cubicBezTo>
                    <a:pt x="348890" y="273873"/>
                    <a:pt x="273490" y="349204"/>
                    <a:pt x="180836" y="349204"/>
                  </a:cubicBezTo>
                  <a:close/>
                </a:path>
              </a:pathLst>
            </a:custGeom>
            <a:solidFill>
              <a:srgbClr val="0076A8"/>
            </a:solidFill>
            <a:ln w="6390" cap="flat">
              <a:noFill/>
              <a:prstDash val="solid"/>
              <a:miter/>
            </a:ln>
          </p:spPr>
          <p:txBody>
            <a:bodyPr rtlCol="0" anchor="ctr"/>
            <a:lstStyle/>
            <a:p>
              <a:endParaRPr lang="en-US"/>
            </a:p>
          </p:txBody>
        </p:sp>
        <p:sp>
          <p:nvSpPr>
            <p:cNvPr id="580" name="Graphic 4">
              <a:extLst>
                <a:ext uri="{FF2B5EF4-FFF2-40B4-BE49-F238E27FC236}">
                  <a16:creationId xmlns:a16="http://schemas.microsoft.com/office/drawing/2014/main" id="{DA54CD32-9F1E-304B-A724-A3AF2DD29798}"/>
                </a:ext>
              </a:extLst>
            </p:cNvPr>
            <p:cNvSpPr/>
            <p:nvPr/>
          </p:nvSpPr>
          <p:spPr>
            <a:xfrm>
              <a:off x="7892938" y="4364212"/>
              <a:ext cx="178338" cy="250292"/>
            </a:xfrm>
            <a:custGeom>
              <a:avLst/>
              <a:gdLst>
                <a:gd name="connsiteX0" fmla="*/ 160299 w 178338"/>
                <a:gd name="connsiteY0" fmla="*/ 103461 h 250292"/>
                <a:gd name="connsiteX1" fmla="*/ 177552 w 178338"/>
                <a:gd name="connsiteY1" fmla="*/ 47920 h 250292"/>
                <a:gd name="connsiteX2" fmla="*/ 165411 w 178338"/>
                <a:gd name="connsiteY2" fmla="*/ 23661 h 250292"/>
                <a:gd name="connsiteX3" fmla="*/ 140490 w 178338"/>
                <a:gd name="connsiteY3" fmla="*/ 37706 h 250292"/>
                <a:gd name="connsiteX4" fmla="*/ 127071 w 178338"/>
                <a:gd name="connsiteY4" fmla="*/ 73456 h 250292"/>
                <a:gd name="connsiteX5" fmla="*/ 128988 w 178338"/>
                <a:gd name="connsiteY5" fmla="*/ 21746 h 250292"/>
                <a:gd name="connsiteX6" fmla="*/ 111096 w 178338"/>
                <a:gd name="connsiteY6" fmla="*/ 40 h 250292"/>
                <a:gd name="connsiteX7" fmla="*/ 90649 w 178338"/>
                <a:gd name="connsiteY7" fmla="*/ 19830 h 250292"/>
                <a:gd name="connsiteX8" fmla="*/ 84898 w 178338"/>
                <a:gd name="connsiteY8" fmla="*/ 78563 h 250292"/>
                <a:gd name="connsiteX9" fmla="*/ 70200 w 178338"/>
                <a:gd name="connsiteY9" fmla="*/ 32598 h 250292"/>
                <a:gd name="connsiteX10" fmla="*/ 46558 w 178338"/>
                <a:gd name="connsiteY10" fmla="*/ 19192 h 250292"/>
                <a:gd name="connsiteX11" fmla="*/ 32500 w 178338"/>
                <a:gd name="connsiteY11" fmla="*/ 41536 h 250292"/>
                <a:gd name="connsiteX12" fmla="*/ 44002 w 178338"/>
                <a:gd name="connsiteY12" fmla="*/ 84309 h 250292"/>
                <a:gd name="connsiteX13" fmla="*/ 33778 w 178338"/>
                <a:gd name="connsiteY13" fmla="*/ 70264 h 250292"/>
                <a:gd name="connsiteX14" fmla="*/ 9496 w 178338"/>
                <a:gd name="connsiteY14" fmla="*/ 65157 h 250292"/>
                <a:gd name="connsiteX15" fmla="*/ 2467 w 178338"/>
                <a:gd name="connsiteY15" fmla="*/ 90054 h 250292"/>
                <a:gd name="connsiteX16" fmla="*/ 29305 w 178338"/>
                <a:gd name="connsiteY16" fmla="*/ 139849 h 250292"/>
                <a:gd name="connsiteX17" fmla="*/ 31222 w 178338"/>
                <a:gd name="connsiteY17" fmla="*/ 171131 h 250292"/>
                <a:gd name="connsiteX18" fmla="*/ 49114 w 178338"/>
                <a:gd name="connsiteY18" fmla="*/ 211350 h 250292"/>
                <a:gd name="connsiteX19" fmla="*/ 51670 w 178338"/>
                <a:gd name="connsiteY19" fmla="*/ 218372 h 250292"/>
                <a:gd name="connsiteX20" fmla="*/ 51670 w 178338"/>
                <a:gd name="connsiteY20" fmla="*/ 243270 h 250292"/>
                <a:gd name="connsiteX21" fmla="*/ 58060 w 178338"/>
                <a:gd name="connsiteY21" fmla="*/ 249654 h 250292"/>
                <a:gd name="connsiteX22" fmla="*/ 64450 w 178338"/>
                <a:gd name="connsiteY22" fmla="*/ 243270 h 250292"/>
                <a:gd name="connsiteX23" fmla="*/ 64450 w 178338"/>
                <a:gd name="connsiteY23" fmla="*/ 218372 h 250292"/>
                <a:gd name="connsiteX24" fmla="*/ 58060 w 178338"/>
                <a:gd name="connsiteY24" fmla="*/ 202412 h 250292"/>
                <a:gd name="connsiteX25" fmla="*/ 43363 w 178338"/>
                <a:gd name="connsiteY25" fmla="*/ 169854 h 250292"/>
                <a:gd name="connsiteX26" fmla="*/ 41446 w 178338"/>
                <a:gd name="connsiteY26" fmla="*/ 137934 h 250292"/>
                <a:gd name="connsiteX27" fmla="*/ 40807 w 178338"/>
                <a:gd name="connsiteY27" fmla="*/ 135380 h 250292"/>
                <a:gd name="connsiteX28" fmla="*/ 13331 w 178338"/>
                <a:gd name="connsiteY28" fmla="*/ 84309 h 250292"/>
                <a:gd name="connsiteX29" fmla="*/ 15886 w 178338"/>
                <a:gd name="connsiteY29" fmla="*/ 76010 h 250292"/>
                <a:gd name="connsiteX30" fmla="*/ 22915 w 178338"/>
                <a:gd name="connsiteY30" fmla="*/ 77286 h 250292"/>
                <a:gd name="connsiteX31" fmla="*/ 53587 w 178338"/>
                <a:gd name="connsiteY31" fmla="*/ 120059 h 250292"/>
                <a:gd name="connsiteX32" fmla="*/ 61255 w 178338"/>
                <a:gd name="connsiteY32" fmla="*/ 121974 h 250292"/>
                <a:gd name="connsiteX33" fmla="*/ 64450 w 178338"/>
                <a:gd name="connsiteY33" fmla="*/ 114313 h 250292"/>
                <a:gd name="connsiteX34" fmla="*/ 44002 w 178338"/>
                <a:gd name="connsiteY34" fmla="*/ 38344 h 250292"/>
                <a:gd name="connsiteX35" fmla="*/ 48475 w 178338"/>
                <a:gd name="connsiteY35" fmla="*/ 31322 h 250292"/>
                <a:gd name="connsiteX36" fmla="*/ 56782 w 178338"/>
                <a:gd name="connsiteY36" fmla="*/ 35790 h 250292"/>
                <a:gd name="connsiteX37" fmla="*/ 81064 w 178338"/>
                <a:gd name="connsiteY37" fmla="*/ 112398 h 250292"/>
                <a:gd name="connsiteX38" fmla="*/ 88093 w 178338"/>
                <a:gd name="connsiteY38" fmla="*/ 116867 h 250292"/>
                <a:gd name="connsiteX39" fmla="*/ 93844 w 178338"/>
                <a:gd name="connsiteY39" fmla="*/ 111121 h 250292"/>
                <a:gd name="connsiteX40" fmla="*/ 102150 w 178338"/>
                <a:gd name="connsiteY40" fmla="*/ 20469 h 250292"/>
                <a:gd name="connsiteX41" fmla="*/ 109180 w 178338"/>
                <a:gd name="connsiteY41" fmla="*/ 12808 h 250292"/>
                <a:gd name="connsiteX42" fmla="*/ 115570 w 178338"/>
                <a:gd name="connsiteY42" fmla="*/ 21107 h 250292"/>
                <a:gd name="connsiteX43" fmla="*/ 112375 w 178338"/>
                <a:gd name="connsiteY43" fmla="*/ 90693 h 250292"/>
                <a:gd name="connsiteX44" fmla="*/ 106624 w 178338"/>
                <a:gd name="connsiteY44" fmla="*/ 91969 h 250292"/>
                <a:gd name="connsiteX45" fmla="*/ 102150 w 178338"/>
                <a:gd name="connsiteY45" fmla="*/ 98353 h 250292"/>
                <a:gd name="connsiteX46" fmla="*/ 120042 w 178338"/>
                <a:gd name="connsiteY46" fmla="*/ 136019 h 250292"/>
                <a:gd name="connsiteX47" fmla="*/ 123237 w 178338"/>
                <a:gd name="connsiteY47" fmla="*/ 137296 h 250292"/>
                <a:gd name="connsiteX48" fmla="*/ 88093 w 178338"/>
                <a:gd name="connsiteY48" fmla="*/ 159640 h 250292"/>
                <a:gd name="connsiteX49" fmla="*/ 88093 w 178338"/>
                <a:gd name="connsiteY49" fmla="*/ 168577 h 250292"/>
                <a:gd name="connsiteX50" fmla="*/ 97039 w 178338"/>
                <a:gd name="connsiteY50" fmla="*/ 168577 h 250292"/>
                <a:gd name="connsiteX51" fmla="*/ 148797 w 178338"/>
                <a:gd name="connsiteY51" fmla="*/ 146233 h 250292"/>
                <a:gd name="connsiteX52" fmla="*/ 155187 w 178338"/>
                <a:gd name="connsiteY52" fmla="*/ 141126 h 250292"/>
                <a:gd name="connsiteX53" fmla="*/ 150714 w 178338"/>
                <a:gd name="connsiteY53" fmla="*/ 134104 h 250292"/>
                <a:gd name="connsiteX54" fmla="*/ 124515 w 178338"/>
                <a:gd name="connsiteY54" fmla="*/ 125166 h 250292"/>
                <a:gd name="connsiteX55" fmla="*/ 114291 w 178338"/>
                <a:gd name="connsiteY55" fmla="*/ 105376 h 250292"/>
                <a:gd name="connsiteX56" fmla="*/ 155187 w 178338"/>
                <a:gd name="connsiteY56" fmla="*/ 116229 h 250292"/>
                <a:gd name="connsiteX57" fmla="*/ 164772 w 178338"/>
                <a:gd name="connsiteY57" fmla="*/ 128996 h 250292"/>
                <a:gd name="connsiteX58" fmla="*/ 164772 w 178338"/>
                <a:gd name="connsiteY58" fmla="*/ 155171 h 250292"/>
                <a:gd name="connsiteX59" fmla="*/ 138573 w 178338"/>
                <a:gd name="connsiteY59" fmla="*/ 201135 h 250292"/>
                <a:gd name="connsiteX60" fmla="*/ 131544 w 178338"/>
                <a:gd name="connsiteY60" fmla="*/ 217734 h 250292"/>
                <a:gd name="connsiteX61" fmla="*/ 132183 w 178338"/>
                <a:gd name="connsiteY61" fmla="*/ 243908 h 250292"/>
                <a:gd name="connsiteX62" fmla="*/ 138573 w 178338"/>
                <a:gd name="connsiteY62" fmla="*/ 250292 h 250292"/>
                <a:gd name="connsiteX63" fmla="*/ 138573 w 178338"/>
                <a:gd name="connsiteY63" fmla="*/ 250292 h 250292"/>
                <a:gd name="connsiteX64" fmla="*/ 144963 w 178338"/>
                <a:gd name="connsiteY64" fmla="*/ 243908 h 250292"/>
                <a:gd name="connsiteX65" fmla="*/ 144324 w 178338"/>
                <a:gd name="connsiteY65" fmla="*/ 217734 h 250292"/>
                <a:gd name="connsiteX66" fmla="*/ 147519 w 178338"/>
                <a:gd name="connsiteY66" fmla="*/ 210711 h 250292"/>
                <a:gd name="connsiteX67" fmla="*/ 177552 w 178338"/>
                <a:gd name="connsiteY67" fmla="*/ 155809 h 250292"/>
                <a:gd name="connsiteX68" fmla="*/ 177552 w 178338"/>
                <a:gd name="connsiteY68" fmla="*/ 129635 h 250292"/>
                <a:gd name="connsiteX69" fmla="*/ 160299 w 178338"/>
                <a:gd name="connsiteY69" fmla="*/ 103461 h 250292"/>
                <a:gd name="connsiteX70" fmla="*/ 152631 w 178338"/>
                <a:gd name="connsiteY70" fmla="*/ 42813 h 250292"/>
                <a:gd name="connsiteX71" fmla="*/ 161577 w 178338"/>
                <a:gd name="connsiteY71" fmla="*/ 36429 h 250292"/>
                <a:gd name="connsiteX72" fmla="*/ 165411 w 178338"/>
                <a:gd name="connsiteY72" fmla="*/ 44728 h 250292"/>
                <a:gd name="connsiteX73" fmla="*/ 148158 w 178338"/>
                <a:gd name="connsiteY73" fmla="*/ 100269 h 250292"/>
                <a:gd name="connsiteX74" fmla="*/ 132183 w 178338"/>
                <a:gd name="connsiteY74" fmla="*/ 96438 h 250292"/>
                <a:gd name="connsiteX75" fmla="*/ 152631 w 178338"/>
                <a:gd name="connsiteY75" fmla="*/ 42813 h 250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78338" h="250292">
                  <a:moveTo>
                    <a:pt x="160299" y="103461"/>
                  </a:moveTo>
                  <a:lnTo>
                    <a:pt x="177552" y="47920"/>
                  </a:lnTo>
                  <a:cubicBezTo>
                    <a:pt x="180747" y="35790"/>
                    <a:pt x="173718" y="26214"/>
                    <a:pt x="165411" y="23661"/>
                  </a:cubicBezTo>
                  <a:cubicBezTo>
                    <a:pt x="156465" y="21107"/>
                    <a:pt x="144963" y="24938"/>
                    <a:pt x="140490" y="37706"/>
                  </a:cubicBezTo>
                  <a:lnTo>
                    <a:pt x="127071" y="73456"/>
                  </a:lnTo>
                  <a:lnTo>
                    <a:pt x="128988" y="21746"/>
                  </a:lnTo>
                  <a:cubicBezTo>
                    <a:pt x="129627" y="8339"/>
                    <a:pt x="120042" y="678"/>
                    <a:pt x="111096" y="40"/>
                  </a:cubicBezTo>
                  <a:cubicBezTo>
                    <a:pt x="101511" y="-598"/>
                    <a:pt x="91926" y="6424"/>
                    <a:pt x="90649" y="19830"/>
                  </a:cubicBezTo>
                  <a:lnTo>
                    <a:pt x="84898" y="78563"/>
                  </a:lnTo>
                  <a:lnTo>
                    <a:pt x="70200" y="32598"/>
                  </a:lnTo>
                  <a:cubicBezTo>
                    <a:pt x="67005" y="20469"/>
                    <a:pt x="56143" y="16638"/>
                    <a:pt x="46558" y="19192"/>
                  </a:cubicBezTo>
                  <a:cubicBezTo>
                    <a:pt x="37612" y="21746"/>
                    <a:pt x="29944" y="30045"/>
                    <a:pt x="32500" y="41536"/>
                  </a:cubicBezTo>
                  <a:lnTo>
                    <a:pt x="44002" y="84309"/>
                  </a:lnTo>
                  <a:lnTo>
                    <a:pt x="33778" y="70264"/>
                  </a:lnTo>
                  <a:cubicBezTo>
                    <a:pt x="28666" y="61965"/>
                    <a:pt x="18442" y="60050"/>
                    <a:pt x="9496" y="65157"/>
                  </a:cubicBezTo>
                  <a:cubicBezTo>
                    <a:pt x="1828" y="69626"/>
                    <a:pt x="-3284" y="79840"/>
                    <a:pt x="2467" y="90054"/>
                  </a:cubicBezTo>
                  <a:lnTo>
                    <a:pt x="29305" y="139849"/>
                  </a:lnTo>
                  <a:lnTo>
                    <a:pt x="31222" y="171131"/>
                  </a:lnTo>
                  <a:cubicBezTo>
                    <a:pt x="33778" y="187729"/>
                    <a:pt x="39529" y="201135"/>
                    <a:pt x="49114" y="211350"/>
                  </a:cubicBezTo>
                  <a:cubicBezTo>
                    <a:pt x="51031" y="213265"/>
                    <a:pt x="51670" y="215819"/>
                    <a:pt x="51670" y="218372"/>
                  </a:cubicBezTo>
                  <a:lnTo>
                    <a:pt x="51670" y="243270"/>
                  </a:lnTo>
                  <a:cubicBezTo>
                    <a:pt x="51670" y="247100"/>
                    <a:pt x="54226" y="249654"/>
                    <a:pt x="58060" y="249654"/>
                  </a:cubicBezTo>
                  <a:cubicBezTo>
                    <a:pt x="61894" y="249654"/>
                    <a:pt x="64450" y="247100"/>
                    <a:pt x="64450" y="243270"/>
                  </a:cubicBezTo>
                  <a:lnTo>
                    <a:pt x="64450" y="218372"/>
                  </a:lnTo>
                  <a:cubicBezTo>
                    <a:pt x="64450" y="212627"/>
                    <a:pt x="61894" y="206881"/>
                    <a:pt x="58060" y="202412"/>
                  </a:cubicBezTo>
                  <a:cubicBezTo>
                    <a:pt x="50392" y="194113"/>
                    <a:pt x="45280" y="183260"/>
                    <a:pt x="43363" y="169854"/>
                  </a:cubicBezTo>
                  <a:lnTo>
                    <a:pt x="41446" y="137934"/>
                  </a:lnTo>
                  <a:cubicBezTo>
                    <a:pt x="41446" y="137296"/>
                    <a:pt x="41446" y="136019"/>
                    <a:pt x="40807" y="135380"/>
                  </a:cubicBezTo>
                  <a:lnTo>
                    <a:pt x="13331" y="84309"/>
                  </a:lnTo>
                  <a:cubicBezTo>
                    <a:pt x="10774" y="79840"/>
                    <a:pt x="15247" y="76648"/>
                    <a:pt x="15886" y="76010"/>
                  </a:cubicBezTo>
                  <a:cubicBezTo>
                    <a:pt x="17164" y="75371"/>
                    <a:pt x="20359" y="73456"/>
                    <a:pt x="22915" y="77286"/>
                  </a:cubicBezTo>
                  <a:lnTo>
                    <a:pt x="53587" y="120059"/>
                  </a:lnTo>
                  <a:cubicBezTo>
                    <a:pt x="55504" y="122613"/>
                    <a:pt x="58699" y="123251"/>
                    <a:pt x="61255" y="121974"/>
                  </a:cubicBezTo>
                  <a:cubicBezTo>
                    <a:pt x="63810" y="120697"/>
                    <a:pt x="65728" y="117505"/>
                    <a:pt x="64450" y="114313"/>
                  </a:cubicBezTo>
                  <a:lnTo>
                    <a:pt x="44002" y="38344"/>
                  </a:lnTo>
                  <a:cubicBezTo>
                    <a:pt x="42724" y="33237"/>
                    <a:pt x="47197" y="31960"/>
                    <a:pt x="48475" y="31322"/>
                  </a:cubicBezTo>
                  <a:cubicBezTo>
                    <a:pt x="49753" y="31322"/>
                    <a:pt x="54865" y="30045"/>
                    <a:pt x="56782" y="35790"/>
                  </a:cubicBezTo>
                  <a:lnTo>
                    <a:pt x="81064" y="112398"/>
                  </a:lnTo>
                  <a:cubicBezTo>
                    <a:pt x="81703" y="115590"/>
                    <a:pt x="84898" y="116867"/>
                    <a:pt x="88093" y="116867"/>
                  </a:cubicBezTo>
                  <a:cubicBezTo>
                    <a:pt x="91288" y="116867"/>
                    <a:pt x="93205" y="114313"/>
                    <a:pt x="93844" y="111121"/>
                  </a:cubicBezTo>
                  <a:lnTo>
                    <a:pt x="102150" y="20469"/>
                  </a:lnTo>
                  <a:cubicBezTo>
                    <a:pt x="102790" y="14723"/>
                    <a:pt x="105985" y="12170"/>
                    <a:pt x="109180" y="12808"/>
                  </a:cubicBezTo>
                  <a:cubicBezTo>
                    <a:pt x="112375" y="12808"/>
                    <a:pt x="115570" y="15362"/>
                    <a:pt x="115570" y="21107"/>
                  </a:cubicBezTo>
                  <a:lnTo>
                    <a:pt x="112375" y="90693"/>
                  </a:lnTo>
                  <a:cubicBezTo>
                    <a:pt x="110457" y="90693"/>
                    <a:pt x="107901" y="90693"/>
                    <a:pt x="106624" y="91969"/>
                  </a:cubicBezTo>
                  <a:cubicBezTo>
                    <a:pt x="104706" y="93246"/>
                    <a:pt x="102790" y="95800"/>
                    <a:pt x="102150" y="98353"/>
                  </a:cubicBezTo>
                  <a:cubicBezTo>
                    <a:pt x="98316" y="116867"/>
                    <a:pt x="104706" y="130273"/>
                    <a:pt x="120042" y="136019"/>
                  </a:cubicBezTo>
                  <a:lnTo>
                    <a:pt x="123237" y="137296"/>
                  </a:lnTo>
                  <a:cubicBezTo>
                    <a:pt x="109818" y="141764"/>
                    <a:pt x="98316" y="149425"/>
                    <a:pt x="88093" y="159640"/>
                  </a:cubicBezTo>
                  <a:cubicBezTo>
                    <a:pt x="85536" y="162193"/>
                    <a:pt x="85536" y="166024"/>
                    <a:pt x="88093" y="168577"/>
                  </a:cubicBezTo>
                  <a:cubicBezTo>
                    <a:pt x="90649" y="171131"/>
                    <a:pt x="94482" y="171131"/>
                    <a:pt x="97039" y="168577"/>
                  </a:cubicBezTo>
                  <a:cubicBezTo>
                    <a:pt x="110457" y="154532"/>
                    <a:pt x="128988" y="146233"/>
                    <a:pt x="148797" y="146233"/>
                  </a:cubicBezTo>
                  <a:cubicBezTo>
                    <a:pt x="151992" y="146233"/>
                    <a:pt x="154548" y="143680"/>
                    <a:pt x="155187" y="141126"/>
                  </a:cubicBezTo>
                  <a:cubicBezTo>
                    <a:pt x="155826" y="137934"/>
                    <a:pt x="153909" y="135380"/>
                    <a:pt x="150714" y="134104"/>
                  </a:cubicBezTo>
                  <a:lnTo>
                    <a:pt x="124515" y="125166"/>
                  </a:lnTo>
                  <a:cubicBezTo>
                    <a:pt x="119403" y="123251"/>
                    <a:pt x="112375" y="118782"/>
                    <a:pt x="114291" y="105376"/>
                  </a:cubicBezTo>
                  <a:lnTo>
                    <a:pt x="155187" y="116229"/>
                  </a:lnTo>
                  <a:cubicBezTo>
                    <a:pt x="160938" y="117505"/>
                    <a:pt x="164772" y="123251"/>
                    <a:pt x="164772" y="128996"/>
                  </a:cubicBezTo>
                  <a:lnTo>
                    <a:pt x="164772" y="155171"/>
                  </a:lnTo>
                  <a:cubicBezTo>
                    <a:pt x="164772" y="169854"/>
                    <a:pt x="151353" y="189006"/>
                    <a:pt x="138573" y="201135"/>
                  </a:cubicBezTo>
                  <a:cubicBezTo>
                    <a:pt x="134100" y="205604"/>
                    <a:pt x="131544" y="211350"/>
                    <a:pt x="131544" y="217734"/>
                  </a:cubicBezTo>
                  <a:lnTo>
                    <a:pt x="132183" y="243908"/>
                  </a:lnTo>
                  <a:cubicBezTo>
                    <a:pt x="132183" y="247100"/>
                    <a:pt x="135378" y="250292"/>
                    <a:pt x="138573" y="250292"/>
                  </a:cubicBezTo>
                  <a:cubicBezTo>
                    <a:pt x="138573" y="250292"/>
                    <a:pt x="138573" y="250292"/>
                    <a:pt x="138573" y="250292"/>
                  </a:cubicBezTo>
                  <a:cubicBezTo>
                    <a:pt x="142407" y="250292"/>
                    <a:pt x="144963" y="247100"/>
                    <a:pt x="144963" y="243908"/>
                  </a:cubicBezTo>
                  <a:lnTo>
                    <a:pt x="144324" y="217734"/>
                  </a:lnTo>
                  <a:cubicBezTo>
                    <a:pt x="144324" y="215180"/>
                    <a:pt x="145602" y="212627"/>
                    <a:pt x="147519" y="210711"/>
                  </a:cubicBezTo>
                  <a:cubicBezTo>
                    <a:pt x="160938" y="197305"/>
                    <a:pt x="176913" y="175599"/>
                    <a:pt x="177552" y="155809"/>
                  </a:cubicBezTo>
                  <a:lnTo>
                    <a:pt x="177552" y="129635"/>
                  </a:lnTo>
                  <a:cubicBezTo>
                    <a:pt x="178829" y="116867"/>
                    <a:pt x="171162" y="107291"/>
                    <a:pt x="160299" y="103461"/>
                  </a:cubicBezTo>
                  <a:close/>
                  <a:moveTo>
                    <a:pt x="152631" y="42813"/>
                  </a:moveTo>
                  <a:cubicBezTo>
                    <a:pt x="155187" y="37067"/>
                    <a:pt x="159021" y="35790"/>
                    <a:pt x="161577" y="36429"/>
                  </a:cubicBezTo>
                  <a:cubicBezTo>
                    <a:pt x="164133" y="37067"/>
                    <a:pt x="166689" y="40259"/>
                    <a:pt x="165411" y="44728"/>
                  </a:cubicBezTo>
                  <a:lnTo>
                    <a:pt x="148158" y="100269"/>
                  </a:lnTo>
                  <a:lnTo>
                    <a:pt x="132183" y="96438"/>
                  </a:lnTo>
                  <a:lnTo>
                    <a:pt x="152631" y="42813"/>
                  </a:lnTo>
                  <a:close/>
                </a:path>
              </a:pathLst>
            </a:custGeom>
            <a:solidFill>
              <a:srgbClr val="0076A8"/>
            </a:solidFill>
            <a:ln w="6390" cap="flat">
              <a:noFill/>
              <a:prstDash val="solid"/>
              <a:miter/>
            </a:ln>
          </p:spPr>
          <p:txBody>
            <a:bodyPr rtlCol="0" anchor="ctr"/>
            <a:lstStyle/>
            <a:p>
              <a:endParaRPr lang="en-US"/>
            </a:p>
          </p:txBody>
        </p:sp>
      </p:grpSp>
      <p:grpSp>
        <p:nvGrpSpPr>
          <p:cNvPr id="581" name="Graphic 4">
            <a:extLst>
              <a:ext uri="{FF2B5EF4-FFF2-40B4-BE49-F238E27FC236}">
                <a16:creationId xmlns:a16="http://schemas.microsoft.com/office/drawing/2014/main" id="{54D8DEE6-50D7-964D-94EF-24D4EE3346BF}"/>
              </a:ext>
            </a:extLst>
          </p:cNvPr>
          <p:cNvGrpSpPr>
            <a:grpSpLocks noChangeAspect="1"/>
          </p:cNvGrpSpPr>
          <p:nvPr/>
        </p:nvGrpSpPr>
        <p:grpSpPr>
          <a:xfrm>
            <a:off x="5708769" y="2855717"/>
            <a:ext cx="361670" cy="361333"/>
            <a:chOff x="5708769" y="2855717"/>
            <a:chExt cx="361670" cy="361333"/>
          </a:xfrm>
          <a:solidFill>
            <a:srgbClr val="0076A8"/>
          </a:solidFill>
        </p:grpSpPr>
        <p:sp>
          <p:nvSpPr>
            <p:cNvPr id="582" name="Graphic 4">
              <a:extLst>
                <a:ext uri="{FF2B5EF4-FFF2-40B4-BE49-F238E27FC236}">
                  <a16:creationId xmlns:a16="http://schemas.microsoft.com/office/drawing/2014/main" id="{05D53181-E652-A045-9620-0F6FD1565A52}"/>
                </a:ext>
              </a:extLst>
            </p:cNvPr>
            <p:cNvSpPr/>
            <p:nvPr/>
          </p:nvSpPr>
          <p:spPr>
            <a:xfrm>
              <a:off x="5708769"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8565 h 361333"/>
                <a:gd name="connsiteX6" fmla="*/ 12780 w 361670"/>
                <a:gd name="connsiteY6" fmla="*/ 180667 h 361333"/>
                <a:gd name="connsiteX7" fmla="*/ 180835 w 361670"/>
                <a:gd name="connsiteY7" fmla="*/ 12768 h 361333"/>
                <a:gd name="connsiteX8" fmla="*/ 348890 w 361670"/>
                <a:gd name="connsiteY8" fmla="*/ 180667 h 361333"/>
                <a:gd name="connsiteX9" fmla="*/ 180835 w 361670"/>
                <a:gd name="connsiteY9" fmla="*/ 3485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895"/>
                    <a:pt x="361670" y="180667"/>
                  </a:cubicBezTo>
                  <a:cubicBezTo>
                    <a:pt x="361670" y="80438"/>
                    <a:pt x="281157" y="0"/>
                    <a:pt x="180835" y="0"/>
                  </a:cubicBezTo>
                  <a:close/>
                  <a:moveTo>
                    <a:pt x="180835" y="348565"/>
                  </a:moveTo>
                  <a:cubicBezTo>
                    <a:pt x="88181" y="348565"/>
                    <a:pt x="12780" y="273234"/>
                    <a:pt x="12780" y="180667"/>
                  </a:cubicBezTo>
                  <a:cubicBezTo>
                    <a:pt x="12780" y="88099"/>
                    <a:pt x="88181" y="12768"/>
                    <a:pt x="180835" y="12768"/>
                  </a:cubicBezTo>
                  <a:cubicBezTo>
                    <a:pt x="273489" y="12768"/>
                    <a:pt x="348890" y="88099"/>
                    <a:pt x="348890" y="180667"/>
                  </a:cubicBezTo>
                  <a:cubicBezTo>
                    <a:pt x="348890" y="273234"/>
                    <a:pt x="273489" y="348565"/>
                    <a:pt x="180835" y="348565"/>
                  </a:cubicBezTo>
                  <a:close/>
                </a:path>
              </a:pathLst>
            </a:custGeom>
            <a:solidFill>
              <a:srgbClr val="0076A8"/>
            </a:solidFill>
            <a:ln w="6390" cap="flat">
              <a:noFill/>
              <a:prstDash val="solid"/>
              <a:miter/>
            </a:ln>
          </p:spPr>
          <p:txBody>
            <a:bodyPr rtlCol="0" anchor="ctr"/>
            <a:lstStyle/>
            <a:p>
              <a:endParaRPr lang="en-US"/>
            </a:p>
          </p:txBody>
        </p:sp>
        <p:sp>
          <p:nvSpPr>
            <p:cNvPr id="583" name="Graphic 4">
              <a:extLst>
                <a:ext uri="{FF2B5EF4-FFF2-40B4-BE49-F238E27FC236}">
                  <a16:creationId xmlns:a16="http://schemas.microsoft.com/office/drawing/2014/main" id="{C1B33C4C-A7CB-3C4D-B577-93C273DECFB6}"/>
                </a:ext>
              </a:extLst>
            </p:cNvPr>
            <p:cNvSpPr/>
            <p:nvPr/>
          </p:nvSpPr>
          <p:spPr>
            <a:xfrm>
              <a:off x="5773308" y="2945353"/>
              <a:ext cx="233871" cy="184875"/>
            </a:xfrm>
            <a:custGeom>
              <a:avLst/>
              <a:gdLst>
                <a:gd name="connsiteX0" fmla="*/ 213424 w 233871"/>
                <a:gd name="connsiteY0" fmla="*/ 82732 h 184875"/>
                <a:gd name="connsiteX1" fmla="*/ 215341 w 233871"/>
                <a:gd name="connsiteY1" fmla="*/ 74432 h 184875"/>
                <a:gd name="connsiteX2" fmla="*/ 194254 w 233871"/>
                <a:gd name="connsiteY2" fmla="*/ 53365 h 184875"/>
                <a:gd name="connsiteX3" fmla="*/ 118853 w 233871"/>
                <a:gd name="connsiteY3" fmla="*/ 53365 h 184875"/>
                <a:gd name="connsiteX4" fmla="*/ 136106 w 233871"/>
                <a:gd name="connsiteY4" fmla="*/ 42512 h 184875"/>
                <a:gd name="connsiteX5" fmla="*/ 146969 w 233871"/>
                <a:gd name="connsiteY5" fmla="*/ 6762 h 184875"/>
                <a:gd name="connsiteX6" fmla="*/ 131633 w 233871"/>
                <a:gd name="connsiteY6" fmla="*/ 378 h 184875"/>
                <a:gd name="connsiteX7" fmla="*/ 130355 w 233871"/>
                <a:gd name="connsiteY7" fmla="*/ 1016 h 184875"/>
                <a:gd name="connsiteX8" fmla="*/ 129716 w 233871"/>
                <a:gd name="connsiteY8" fmla="*/ 1016 h 184875"/>
                <a:gd name="connsiteX9" fmla="*/ 128438 w 233871"/>
                <a:gd name="connsiteY9" fmla="*/ 1655 h 184875"/>
                <a:gd name="connsiteX10" fmla="*/ 53676 w 233871"/>
                <a:gd name="connsiteY10" fmla="*/ 32298 h 184875"/>
                <a:gd name="connsiteX11" fmla="*/ 31950 w 233871"/>
                <a:gd name="connsiteY11" fmla="*/ 49535 h 184875"/>
                <a:gd name="connsiteX12" fmla="*/ 24282 w 233871"/>
                <a:gd name="connsiteY12" fmla="*/ 53365 h 184875"/>
                <a:gd name="connsiteX13" fmla="*/ 6390 w 233871"/>
                <a:gd name="connsiteY13" fmla="*/ 53365 h 184875"/>
                <a:gd name="connsiteX14" fmla="*/ 0 w 233871"/>
                <a:gd name="connsiteY14" fmla="*/ 59749 h 184875"/>
                <a:gd name="connsiteX15" fmla="*/ 6390 w 233871"/>
                <a:gd name="connsiteY15" fmla="*/ 66133 h 184875"/>
                <a:gd name="connsiteX16" fmla="*/ 24282 w 233871"/>
                <a:gd name="connsiteY16" fmla="*/ 66133 h 184875"/>
                <a:gd name="connsiteX17" fmla="*/ 42173 w 233871"/>
                <a:gd name="connsiteY17" fmla="*/ 57196 h 184875"/>
                <a:gd name="connsiteX18" fmla="*/ 58788 w 233871"/>
                <a:gd name="connsiteY18" fmla="*/ 43789 h 184875"/>
                <a:gd name="connsiteX19" fmla="*/ 133550 w 233871"/>
                <a:gd name="connsiteY19" fmla="*/ 13146 h 184875"/>
                <a:gd name="connsiteX20" fmla="*/ 133550 w 233871"/>
                <a:gd name="connsiteY20" fmla="*/ 13146 h 184875"/>
                <a:gd name="connsiteX21" fmla="*/ 134828 w 233871"/>
                <a:gd name="connsiteY21" fmla="*/ 12508 h 184875"/>
                <a:gd name="connsiteX22" fmla="*/ 136106 w 233871"/>
                <a:gd name="connsiteY22" fmla="*/ 12508 h 184875"/>
                <a:gd name="connsiteX23" fmla="*/ 137384 w 233871"/>
                <a:gd name="connsiteY23" fmla="*/ 17615 h 184875"/>
                <a:gd name="connsiteX24" fmla="*/ 129716 w 233871"/>
                <a:gd name="connsiteY24" fmla="*/ 32298 h 184875"/>
                <a:gd name="connsiteX25" fmla="*/ 93932 w 233871"/>
                <a:gd name="connsiteY25" fmla="*/ 54642 h 184875"/>
                <a:gd name="connsiteX26" fmla="*/ 93293 w 233871"/>
                <a:gd name="connsiteY26" fmla="*/ 55280 h 184875"/>
                <a:gd name="connsiteX27" fmla="*/ 92015 w 233871"/>
                <a:gd name="connsiteY27" fmla="*/ 55919 h 184875"/>
                <a:gd name="connsiteX28" fmla="*/ 91376 w 233871"/>
                <a:gd name="connsiteY28" fmla="*/ 57196 h 184875"/>
                <a:gd name="connsiteX29" fmla="*/ 90737 w 233871"/>
                <a:gd name="connsiteY29" fmla="*/ 58472 h 184875"/>
                <a:gd name="connsiteX30" fmla="*/ 90737 w 233871"/>
                <a:gd name="connsiteY30" fmla="*/ 59749 h 184875"/>
                <a:gd name="connsiteX31" fmla="*/ 90737 w 233871"/>
                <a:gd name="connsiteY31" fmla="*/ 60388 h 184875"/>
                <a:gd name="connsiteX32" fmla="*/ 90737 w 233871"/>
                <a:gd name="connsiteY32" fmla="*/ 61026 h 184875"/>
                <a:gd name="connsiteX33" fmla="*/ 90737 w 233871"/>
                <a:gd name="connsiteY33" fmla="*/ 62303 h 184875"/>
                <a:gd name="connsiteX34" fmla="*/ 91376 w 233871"/>
                <a:gd name="connsiteY34" fmla="*/ 63580 h 184875"/>
                <a:gd name="connsiteX35" fmla="*/ 91376 w 233871"/>
                <a:gd name="connsiteY35" fmla="*/ 64218 h 184875"/>
                <a:gd name="connsiteX36" fmla="*/ 92015 w 233871"/>
                <a:gd name="connsiteY36" fmla="*/ 64856 h 184875"/>
                <a:gd name="connsiteX37" fmla="*/ 92654 w 233871"/>
                <a:gd name="connsiteY37" fmla="*/ 66133 h 184875"/>
                <a:gd name="connsiteX38" fmla="*/ 93932 w 233871"/>
                <a:gd name="connsiteY38" fmla="*/ 66772 h 184875"/>
                <a:gd name="connsiteX39" fmla="*/ 95210 w 233871"/>
                <a:gd name="connsiteY39" fmla="*/ 67410 h 184875"/>
                <a:gd name="connsiteX40" fmla="*/ 96488 w 233871"/>
                <a:gd name="connsiteY40" fmla="*/ 67410 h 184875"/>
                <a:gd name="connsiteX41" fmla="*/ 97127 w 233871"/>
                <a:gd name="connsiteY41" fmla="*/ 67410 h 184875"/>
                <a:gd name="connsiteX42" fmla="*/ 194893 w 233871"/>
                <a:gd name="connsiteY42" fmla="*/ 67410 h 184875"/>
                <a:gd name="connsiteX43" fmla="*/ 203200 w 233871"/>
                <a:gd name="connsiteY43" fmla="*/ 75709 h 184875"/>
                <a:gd name="connsiteX44" fmla="*/ 200644 w 233871"/>
                <a:gd name="connsiteY44" fmla="*/ 81455 h 184875"/>
                <a:gd name="connsiteX45" fmla="*/ 194893 w 233871"/>
                <a:gd name="connsiteY45" fmla="*/ 84008 h 184875"/>
                <a:gd name="connsiteX46" fmla="*/ 114380 w 233871"/>
                <a:gd name="connsiteY46" fmla="*/ 84008 h 184875"/>
                <a:gd name="connsiteX47" fmla="*/ 107990 w 233871"/>
                <a:gd name="connsiteY47" fmla="*/ 90392 h 184875"/>
                <a:gd name="connsiteX48" fmla="*/ 114380 w 233871"/>
                <a:gd name="connsiteY48" fmla="*/ 96776 h 184875"/>
                <a:gd name="connsiteX49" fmla="*/ 194893 w 233871"/>
                <a:gd name="connsiteY49" fmla="*/ 96776 h 184875"/>
                <a:gd name="connsiteX50" fmla="*/ 194893 w 233871"/>
                <a:gd name="connsiteY50" fmla="*/ 96776 h 184875"/>
                <a:gd name="connsiteX51" fmla="*/ 194893 w 233871"/>
                <a:gd name="connsiteY51" fmla="*/ 96776 h 184875"/>
                <a:gd name="connsiteX52" fmla="*/ 212785 w 233871"/>
                <a:gd name="connsiteY52" fmla="*/ 96776 h 184875"/>
                <a:gd name="connsiteX53" fmla="*/ 220453 w 233871"/>
                <a:gd name="connsiteY53" fmla="*/ 105076 h 184875"/>
                <a:gd name="connsiteX54" fmla="*/ 217897 w 233871"/>
                <a:gd name="connsiteY54" fmla="*/ 110821 h 184875"/>
                <a:gd name="connsiteX55" fmla="*/ 212146 w 233871"/>
                <a:gd name="connsiteY55" fmla="*/ 113375 h 184875"/>
                <a:gd name="connsiteX56" fmla="*/ 141217 w 233871"/>
                <a:gd name="connsiteY56" fmla="*/ 113375 h 184875"/>
                <a:gd name="connsiteX57" fmla="*/ 139940 w 233871"/>
                <a:gd name="connsiteY57" fmla="*/ 113375 h 184875"/>
                <a:gd name="connsiteX58" fmla="*/ 139940 w 233871"/>
                <a:gd name="connsiteY58" fmla="*/ 113375 h 184875"/>
                <a:gd name="connsiteX59" fmla="*/ 114380 w 233871"/>
                <a:gd name="connsiteY59" fmla="*/ 113375 h 184875"/>
                <a:gd name="connsiteX60" fmla="*/ 107990 w 233871"/>
                <a:gd name="connsiteY60" fmla="*/ 119759 h 184875"/>
                <a:gd name="connsiteX61" fmla="*/ 114380 w 233871"/>
                <a:gd name="connsiteY61" fmla="*/ 126143 h 184875"/>
                <a:gd name="connsiteX62" fmla="*/ 140579 w 233871"/>
                <a:gd name="connsiteY62" fmla="*/ 126143 h 184875"/>
                <a:gd name="connsiteX63" fmla="*/ 148247 w 233871"/>
                <a:gd name="connsiteY63" fmla="*/ 134442 h 184875"/>
                <a:gd name="connsiteX64" fmla="*/ 145690 w 233871"/>
                <a:gd name="connsiteY64" fmla="*/ 140187 h 184875"/>
                <a:gd name="connsiteX65" fmla="*/ 139940 w 233871"/>
                <a:gd name="connsiteY65" fmla="*/ 142741 h 184875"/>
                <a:gd name="connsiteX66" fmla="*/ 133550 w 233871"/>
                <a:gd name="connsiteY66" fmla="*/ 142741 h 184875"/>
                <a:gd name="connsiteX67" fmla="*/ 133550 w 233871"/>
                <a:gd name="connsiteY67" fmla="*/ 142741 h 184875"/>
                <a:gd name="connsiteX68" fmla="*/ 133550 w 233871"/>
                <a:gd name="connsiteY68" fmla="*/ 142741 h 184875"/>
                <a:gd name="connsiteX69" fmla="*/ 114380 w 233871"/>
                <a:gd name="connsiteY69" fmla="*/ 142741 h 184875"/>
                <a:gd name="connsiteX70" fmla="*/ 107990 w 233871"/>
                <a:gd name="connsiteY70" fmla="*/ 149125 h 184875"/>
                <a:gd name="connsiteX71" fmla="*/ 114380 w 233871"/>
                <a:gd name="connsiteY71" fmla="*/ 155509 h 184875"/>
                <a:gd name="connsiteX72" fmla="*/ 133550 w 233871"/>
                <a:gd name="connsiteY72" fmla="*/ 155509 h 184875"/>
                <a:gd name="connsiteX73" fmla="*/ 141857 w 233871"/>
                <a:gd name="connsiteY73" fmla="*/ 163808 h 184875"/>
                <a:gd name="connsiteX74" fmla="*/ 139301 w 233871"/>
                <a:gd name="connsiteY74" fmla="*/ 169554 h 184875"/>
                <a:gd name="connsiteX75" fmla="*/ 133550 w 233871"/>
                <a:gd name="connsiteY75" fmla="*/ 172107 h 184875"/>
                <a:gd name="connsiteX76" fmla="*/ 72845 w 233871"/>
                <a:gd name="connsiteY76" fmla="*/ 172107 h 184875"/>
                <a:gd name="connsiteX77" fmla="*/ 42173 w 233871"/>
                <a:gd name="connsiteY77" fmla="*/ 159978 h 184875"/>
                <a:gd name="connsiteX78" fmla="*/ 26838 w 233871"/>
                <a:gd name="connsiteY78" fmla="*/ 153594 h 184875"/>
                <a:gd name="connsiteX79" fmla="*/ 7029 w 233871"/>
                <a:gd name="connsiteY79" fmla="*/ 153594 h 184875"/>
                <a:gd name="connsiteX80" fmla="*/ 639 w 233871"/>
                <a:gd name="connsiteY80" fmla="*/ 159978 h 184875"/>
                <a:gd name="connsiteX81" fmla="*/ 7029 w 233871"/>
                <a:gd name="connsiteY81" fmla="*/ 166362 h 184875"/>
                <a:gd name="connsiteX82" fmla="*/ 26838 w 233871"/>
                <a:gd name="connsiteY82" fmla="*/ 166362 h 184875"/>
                <a:gd name="connsiteX83" fmla="*/ 33228 w 233871"/>
                <a:gd name="connsiteY83" fmla="*/ 168915 h 184875"/>
                <a:gd name="connsiteX84" fmla="*/ 72845 w 233871"/>
                <a:gd name="connsiteY84" fmla="*/ 184875 h 184875"/>
                <a:gd name="connsiteX85" fmla="*/ 133550 w 233871"/>
                <a:gd name="connsiteY85" fmla="*/ 184875 h 184875"/>
                <a:gd name="connsiteX86" fmla="*/ 148247 w 233871"/>
                <a:gd name="connsiteY86" fmla="*/ 178491 h 184875"/>
                <a:gd name="connsiteX87" fmla="*/ 154637 w 233871"/>
                <a:gd name="connsiteY87" fmla="*/ 163808 h 184875"/>
                <a:gd name="connsiteX88" fmla="*/ 151442 w 233871"/>
                <a:gd name="connsiteY88" fmla="*/ 152317 h 184875"/>
                <a:gd name="connsiteX89" fmla="*/ 155275 w 233871"/>
                <a:gd name="connsiteY89" fmla="*/ 149125 h 184875"/>
                <a:gd name="connsiteX90" fmla="*/ 161665 w 233871"/>
                <a:gd name="connsiteY90" fmla="*/ 134442 h 184875"/>
                <a:gd name="connsiteX91" fmla="*/ 159748 w 233871"/>
                <a:gd name="connsiteY91" fmla="*/ 126143 h 184875"/>
                <a:gd name="connsiteX92" fmla="*/ 212785 w 233871"/>
                <a:gd name="connsiteY92" fmla="*/ 126143 h 184875"/>
                <a:gd name="connsiteX93" fmla="*/ 227482 w 233871"/>
                <a:gd name="connsiteY93" fmla="*/ 119759 h 184875"/>
                <a:gd name="connsiteX94" fmla="*/ 233872 w 233871"/>
                <a:gd name="connsiteY94" fmla="*/ 105076 h 184875"/>
                <a:gd name="connsiteX95" fmla="*/ 213424 w 233871"/>
                <a:gd name="connsiteY95" fmla="*/ 82732 h 184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33871" h="184875">
                  <a:moveTo>
                    <a:pt x="213424" y="82732"/>
                  </a:moveTo>
                  <a:cubicBezTo>
                    <a:pt x="214702" y="80178"/>
                    <a:pt x="215341" y="77624"/>
                    <a:pt x="215341" y="74432"/>
                  </a:cubicBezTo>
                  <a:cubicBezTo>
                    <a:pt x="215341" y="62941"/>
                    <a:pt x="205756" y="53365"/>
                    <a:pt x="194254" y="53365"/>
                  </a:cubicBezTo>
                  <a:lnTo>
                    <a:pt x="118853" y="53365"/>
                  </a:lnTo>
                  <a:cubicBezTo>
                    <a:pt x="123965" y="50173"/>
                    <a:pt x="130355" y="46343"/>
                    <a:pt x="136106" y="42512"/>
                  </a:cubicBezTo>
                  <a:cubicBezTo>
                    <a:pt x="148885" y="34213"/>
                    <a:pt x="152720" y="16338"/>
                    <a:pt x="146969" y="6762"/>
                  </a:cubicBezTo>
                  <a:cubicBezTo>
                    <a:pt x="143774" y="1016"/>
                    <a:pt x="138022" y="-899"/>
                    <a:pt x="131633" y="378"/>
                  </a:cubicBezTo>
                  <a:cubicBezTo>
                    <a:pt x="130994" y="378"/>
                    <a:pt x="130994" y="378"/>
                    <a:pt x="130355" y="1016"/>
                  </a:cubicBezTo>
                  <a:lnTo>
                    <a:pt x="129716" y="1016"/>
                  </a:lnTo>
                  <a:cubicBezTo>
                    <a:pt x="129077" y="1016"/>
                    <a:pt x="128438" y="1655"/>
                    <a:pt x="128438" y="1655"/>
                  </a:cubicBezTo>
                  <a:lnTo>
                    <a:pt x="53676" y="32298"/>
                  </a:lnTo>
                  <a:cubicBezTo>
                    <a:pt x="45368" y="35490"/>
                    <a:pt x="37701" y="41874"/>
                    <a:pt x="31950" y="49535"/>
                  </a:cubicBezTo>
                  <a:cubicBezTo>
                    <a:pt x="30033" y="52088"/>
                    <a:pt x="27477" y="53365"/>
                    <a:pt x="24282" y="53365"/>
                  </a:cubicBezTo>
                  <a:lnTo>
                    <a:pt x="6390" y="53365"/>
                  </a:lnTo>
                  <a:cubicBezTo>
                    <a:pt x="2556" y="53365"/>
                    <a:pt x="0" y="55919"/>
                    <a:pt x="0" y="59749"/>
                  </a:cubicBezTo>
                  <a:cubicBezTo>
                    <a:pt x="0" y="63580"/>
                    <a:pt x="2556" y="66133"/>
                    <a:pt x="6390" y="66133"/>
                  </a:cubicBezTo>
                  <a:lnTo>
                    <a:pt x="24282" y="66133"/>
                  </a:lnTo>
                  <a:cubicBezTo>
                    <a:pt x="31311" y="66133"/>
                    <a:pt x="37701" y="62941"/>
                    <a:pt x="42173" y="57196"/>
                  </a:cubicBezTo>
                  <a:cubicBezTo>
                    <a:pt x="46646" y="51450"/>
                    <a:pt x="52398" y="46343"/>
                    <a:pt x="58788" y="43789"/>
                  </a:cubicBezTo>
                  <a:lnTo>
                    <a:pt x="133550" y="13146"/>
                  </a:lnTo>
                  <a:cubicBezTo>
                    <a:pt x="133550" y="13146"/>
                    <a:pt x="133550" y="13146"/>
                    <a:pt x="133550" y="13146"/>
                  </a:cubicBezTo>
                  <a:lnTo>
                    <a:pt x="134828" y="12508"/>
                  </a:lnTo>
                  <a:cubicBezTo>
                    <a:pt x="135467" y="12508"/>
                    <a:pt x="136106" y="12508"/>
                    <a:pt x="136106" y="12508"/>
                  </a:cubicBezTo>
                  <a:cubicBezTo>
                    <a:pt x="136106" y="12508"/>
                    <a:pt x="137384" y="14423"/>
                    <a:pt x="137384" y="17615"/>
                  </a:cubicBezTo>
                  <a:cubicBezTo>
                    <a:pt x="137384" y="22722"/>
                    <a:pt x="134828" y="29106"/>
                    <a:pt x="129716" y="32298"/>
                  </a:cubicBezTo>
                  <a:cubicBezTo>
                    <a:pt x="112463" y="43789"/>
                    <a:pt x="93932" y="54642"/>
                    <a:pt x="93932" y="54642"/>
                  </a:cubicBezTo>
                  <a:cubicBezTo>
                    <a:pt x="93932" y="54642"/>
                    <a:pt x="93293" y="55280"/>
                    <a:pt x="93293" y="55280"/>
                  </a:cubicBezTo>
                  <a:cubicBezTo>
                    <a:pt x="92654" y="55280"/>
                    <a:pt x="92654" y="55919"/>
                    <a:pt x="92015" y="55919"/>
                  </a:cubicBezTo>
                  <a:cubicBezTo>
                    <a:pt x="92015" y="55919"/>
                    <a:pt x="91376" y="56557"/>
                    <a:pt x="91376" y="57196"/>
                  </a:cubicBezTo>
                  <a:cubicBezTo>
                    <a:pt x="91376" y="57834"/>
                    <a:pt x="90737" y="57834"/>
                    <a:pt x="90737" y="58472"/>
                  </a:cubicBezTo>
                  <a:cubicBezTo>
                    <a:pt x="90737" y="59111"/>
                    <a:pt x="90737" y="59111"/>
                    <a:pt x="90737" y="59749"/>
                  </a:cubicBezTo>
                  <a:cubicBezTo>
                    <a:pt x="90737" y="59749"/>
                    <a:pt x="90737" y="60388"/>
                    <a:pt x="90737" y="60388"/>
                  </a:cubicBezTo>
                  <a:cubicBezTo>
                    <a:pt x="90737" y="60388"/>
                    <a:pt x="90737" y="60388"/>
                    <a:pt x="90737" y="61026"/>
                  </a:cubicBezTo>
                  <a:cubicBezTo>
                    <a:pt x="90737" y="61664"/>
                    <a:pt x="90737" y="61664"/>
                    <a:pt x="90737" y="62303"/>
                  </a:cubicBezTo>
                  <a:cubicBezTo>
                    <a:pt x="90737" y="62941"/>
                    <a:pt x="90737" y="62941"/>
                    <a:pt x="91376" y="63580"/>
                  </a:cubicBezTo>
                  <a:cubicBezTo>
                    <a:pt x="91376" y="63580"/>
                    <a:pt x="91376" y="63580"/>
                    <a:pt x="91376" y="64218"/>
                  </a:cubicBezTo>
                  <a:cubicBezTo>
                    <a:pt x="91376" y="64218"/>
                    <a:pt x="92015" y="64856"/>
                    <a:pt x="92015" y="64856"/>
                  </a:cubicBezTo>
                  <a:cubicBezTo>
                    <a:pt x="92015" y="65495"/>
                    <a:pt x="92654" y="65495"/>
                    <a:pt x="92654" y="66133"/>
                  </a:cubicBezTo>
                  <a:cubicBezTo>
                    <a:pt x="92654" y="66133"/>
                    <a:pt x="93293" y="66772"/>
                    <a:pt x="93932" y="66772"/>
                  </a:cubicBezTo>
                  <a:cubicBezTo>
                    <a:pt x="94571" y="66772"/>
                    <a:pt x="94571" y="67410"/>
                    <a:pt x="95210" y="67410"/>
                  </a:cubicBezTo>
                  <a:cubicBezTo>
                    <a:pt x="95849" y="67410"/>
                    <a:pt x="95849" y="67410"/>
                    <a:pt x="96488" y="67410"/>
                  </a:cubicBezTo>
                  <a:cubicBezTo>
                    <a:pt x="96488" y="67410"/>
                    <a:pt x="97127" y="67410"/>
                    <a:pt x="97127" y="67410"/>
                  </a:cubicBezTo>
                  <a:lnTo>
                    <a:pt x="194893" y="67410"/>
                  </a:lnTo>
                  <a:cubicBezTo>
                    <a:pt x="199366" y="67410"/>
                    <a:pt x="203200" y="71240"/>
                    <a:pt x="203200" y="75709"/>
                  </a:cubicBezTo>
                  <a:cubicBezTo>
                    <a:pt x="203200" y="77624"/>
                    <a:pt x="202561" y="80178"/>
                    <a:pt x="200644" y="81455"/>
                  </a:cubicBezTo>
                  <a:cubicBezTo>
                    <a:pt x="199366" y="82732"/>
                    <a:pt x="197449" y="83370"/>
                    <a:pt x="194893" y="84008"/>
                  </a:cubicBezTo>
                  <a:lnTo>
                    <a:pt x="114380" y="84008"/>
                  </a:lnTo>
                  <a:cubicBezTo>
                    <a:pt x="110546" y="84008"/>
                    <a:pt x="107990" y="86562"/>
                    <a:pt x="107990" y="90392"/>
                  </a:cubicBezTo>
                  <a:cubicBezTo>
                    <a:pt x="107990" y="94223"/>
                    <a:pt x="110546" y="96776"/>
                    <a:pt x="114380" y="96776"/>
                  </a:cubicBezTo>
                  <a:lnTo>
                    <a:pt x="194893" y="96776"/>
                  </a:lnTo>
                  <a:cubicBezTo>
                    <a:pt x="194893" y="96776"/>
                    <a:pt x="194893" y="96776"/>
                    <a:pt x="194893" y="96776"/>
                  </a:cubicBezTo>
                  <a:cubicBezTo>
                    <a:pt x="194893" y="96776"/>
                    <a:pt x="194893" y="96776"/>
                    <a:pt x="194893" y="96776"/>
                  </a:cubicBezTo>
                  <a:lnTo>
                    <a:pt x="212785" y="96776"/>
                  </a:lnTo>
                  <a:cubicBezTo>
                    <a:pt x="217258" y="96776"/>
                    <a:pt x="220453" y="100607"/>
                    <a:pt x="220453" y="105076"/>
                  </a:cubicBezTo>
                  <a:cubicBezTo>
                    <a:pt x="220453" y="106991"/>
                    <a:pt x="219814" y="109544"/>
                    <a:pt x="217897" y="110821"/>
                  </a:cubicBezTo>
                  <a:cubicBezTo>
                    <a:pt x="215980" y="112098"/>
                    <a:pt x="214063" y="113375"/>
                    <a:pt x="212146" y="113375"/>
                  </a:cubicBezTo>
                  <a:lnTo>
                    <a:pt x="141217" y="113375"/>
                  </a:lnTo>
                  <a:cubicBezTo>
                    <a:pt x="140579" y="113375"/>
                    <a:pt x="140579" y="113375"/>
                    <a:pt x="139940" y="113375"/>
                  </a:cubicBezTo>
                  <a:cubicBezTo>
                    <a:pt x="139940" y="113375"/>
                    <a:pt x="139940" y="113375"/>
                    <a:pt x="139940" y="113375"/>
                  </a:cubicBezTo>
                  <a:lnTo>
                    <a:pt x="114380" y="113375"/>
                  </a:lnTo>
                  <a:cubicBezTo>
                    <a:pt x="110546" y="113375"/>
                    <a:pt x="107990" y="115928"/>
                    <a:pt x="107990" y="119759"/>
                  </a:cubicBezTo>
                  <a:cubicBezTo>
                    <a:pt x="107990" y="123589"/>
                    <a:pt x="110546" y="126143"/>
                    <a:pt x="114380" y="126143"/>
                  </a:cubicBezTo>
                  <a:lnTo>
                    <a:pt x="140579" y="126143"/>
                  </a:lnTo>
                  <a:cubicBezTo>
                    <a:pt x="145052" y="126781"/>
                    <a:pt x="148247" y="129973"/>
                    <a:pt x="148247" y="134442"/>
                  </a:cubicBezTo>
                  <a:cubicBezTo>
                    <a:pt x="148247" y="136357"/>
                    <a:pt x="147607" y="138911"/>
                    <a:pt x="145690" y="140187"/>
                  </a:cubicBezTo>
                  <a:cubicBezTo>
                    <a:pt x="144412" y="141464"/>
                    <a:pt x="141857" y="142741"/>
                    <a:pt x="139940" y="142741"/>
                  </a:cubicBezTo>
                  <a:lnTo>
                    <a:pt x="133550" y="142741"/>
                  </a:lnTo>
                  <a:cubicBezTo>
                    <a:pt x="133550" y="142741"/>
                    <a:pt x="133550" y="142741"/>
                    <a:pt x="133550" y="142741"/>
                  </a:cubicBezTo>
                  <a:cubicBezTo>
                    <a:pt x="133550" y="142741"/>
                    <a:pt x="133550" y="142741"/>
                    <a:pt x="133550" y="142741"/>
                  </a:cubicBezTo>
                  <a:lnTo>
                    <a:pt x="114380" y="142741"/>
                  </a:lnTo>
                  <a:cubicBezTo>
                    <a:pt x="110546" y="142741"/>
                    <a:pt x="107990" y="145295"/>
                    <a:pt x="107990" y="149125"/>
                  </a:cubicBezTo>
                  <a:cubicBezTo>
                    <a:pt x="107990" y="152955"/>
                    <a:pt x="110546" y="155509"/>
                    <a:pt x="114380" y="155509"/>
                  </a:cubicBezTo>
                  <a:lnTo>
                    <a:pt x="133550" y="155509"/>
                  </a:lnTo>
                  <a:cubicBezTo>
                    <a:pt x="138022" y="155509"/>
                    <a:pt x="141857" y="159339"/>
                    <a:pt x="141857" y="163808"/>
                  </a:cubicBezTo>
                  <a:cubicBezTo>
                    <a:pt x="141857" y="165723"/>
                    <a:pt x="141217" y="168277"/>
                    <a:pt x="139301" y="169554"/>
                  </a:cubicBezTo>
                  <a:cubicBezTo>
                    <a:pt x="138022" y="170830"/>
                    <a:pt x="135467" y="172107"/>
                    <a:pt x="133550" y="172107"/>
                  </a:cubicBezTo>
                  <a:lnTo>
                    <a:pt x="72845" y="172107"/>
                  </a:lnTo>
                  <a:cubicBezTo>
                    <a:pt x="61343" y="172107"/>
                    <a:pt x="50481" y="167638"/>
                    <a:pt x="42173" y="159978"/>
                  </a:cubicBezTo>
                  <a:cubicBezTo>
                    <a:pt x="37701" y="156147"/>
                    <a:pt x="32589" y="153594"/>
                    <a:pt x="26838" y="153594"/>
                  </a:cubicBezTo>
                  <a:lnTo>
                    <a:pt x="7029" y="153594"/>
                  </a:lnTo>
                  <a:cubicBezTo>
                    <a:pt x="3195" y="153594"/>
                    <a:pt x="639" y="156147"/>
                    <a:pt x="639" y="159978"/>
                  </a:cubicBezTo>
                  <a:cubicBezTo>
                    <a:pt x="639" y="163808"/>
                    <a:pt x="3195" y="166362"/>
                    <a:pt x="7029" y="166362"/>
                  </a:cubicBezTo>
                  <a:lnTo>
                    <a:pt x="26838" y="166362"/>
                  </a:lnTo>
                  <a:cubicBezTo>
                    <a:pt x="29394" y="166362"/>
                    <a:pt x="31311" y="167638"/>
                    <a:pt x="33228" y="168915"/>
                  </a:cubicBezTo>
                  <a:cubicBezTo>
                    <a:pt x="44091" y="179130"/>
                    <a:pt x="58148" y="184875"/>
                    <a:pt x="72845" y="184875"/>
                  </a:cubicBezTo>
                  <a:lnTo>
                    <a:pt x="133550" y="184875"/>
                  </a:lnTo>
                  <a:cubicBezTo>
                    <a:pt x="139301" y="184875"/>
                    <a:pt x="144412" y="182960"/>
                    <a:pt x="148247" y="178491"/>
                  </a:cubicBezTo>
                  <a:cubicBezTo>
                    <a:pt x="152080" y="174661"/>
                    <a:pt x="154637" y="169554"/>
                    <a:pt x="154637" y="163808"/>
                  </a:cubicBezTo>
                  <a:cubicBezTo>
                    <a:pt x="154637" y="159339"/>
                    <a:pt x="153358" y="155509"/>
                    <a:pt x="151442" y="152317"/>
                  </a:cubicBezTo>
                  <a:cubicBezTo>
                    <a:pt x="152720" y="151678"/>
                    <a:pt x="153997" y="150402"/>
                    <a:pt x="155275" y="149125"/>
                  </a:cubicBezTo>
                  <a:cubicBezTo>
                    <a:pt x="159110" y="145295"/>
                    <a:pt x="161665" y="140187"/>
                    <a:pt x="161665" y="134442"/>
                  </a:cubicBezTo>
                  <a:cubicBezTo>
                    <a:pt x="161665" y="131888"/>
                    <a:pt x="161027" y="128696"/>
                    <a:pt x="159748" y="126143"/>
                  </a:cubicBezTo>
                  <a:lnTo>
                    <a:pt x="212785" y="126143"/>
                  </a:lnTo>
                  <a:cubicBezTo>
                    <a:pt x="218536" y="126143"/>
                    <a:pt x="223648" y="124227"/>
                    <a:pt x="227482" y="119759"/>
                  </a:cubicBezTo>
                  <a:cubicBezTo>
                    <a:pt x="231316" y="115928"/>
                    <a:pt x="233872" y="110821"/>
                    <a:pt x="233872" y="105076"/>
                  </a:cubicBezTo>
                  <a:cubicBezTo>
                    <a:pt x="232594" y="92946"/>
                    <a:pt x="224287" y="84008"/>
                    <a:pt x="213424" y="82732"/>
                  </a:cubicBezTo>
                  <a:close/>
                </a:path>
              </a:pathLst>
            </a:custGeom>
            <a:solidFill>
              <a:srgbClr val="0076A8"/>
            </a:solidFill>
            <a:ln w="6390" cap="flat">
              <a:noFill/>
              <a:prstDash val="solid"/>
              <a:miter/>
            </a:ln>
          </p:spPr>
          <p:txBody>
            <a:bodyPr rtlCol="0" anchor="ctr"/>
            <a:lstStyle/>
            <a:p>
              <a:endParaRPr lang="en-US"/>
            </a:p>
          </p:txBody>
        </p:sp>
      </p:grpSp>
      <p:grpSp>
        <p:nvGrpSpPr>
          <p:cNvPr id="584" name="Graphic 4">
            <a:extLst>
              <a:ext uri="{FF2B5EF4-FFF2-40B4-BE49-F238E27FC236}">
                <a16:creationId xmlns:a16="http://schemas.microsoft.com/office/drawing/2014/main" id="{0E150607-D4C2-514F-86F6-4844E6E061F2}"/>
              </a:ext>
            </a:extLst>
          </p:cNvPr>
          <p:cNvGrpSpPr>
            <a:grpSpLocks noChangeAspect="1"/>
          </p:cNvGrpSpPr>
          <p:nvPr/>
        </p:nvGrpSpPr>
        <p:grpSpPr>
          <a:xfrm>
            <a:off x="6753524" y="2855717"/>
            <a:ext cx="361670" cy="361333"/>
            <a:chOff x="6753524" y="2855717"/>
            <a:chExt cx="361670" cy="361333"/>
          </a:xfrm>
          <a:solidFill>
            <a:srgbClr val="0076A8"/>
          </a:solidFill>
        </p:grpSpPr>
        <p:sp>
          <p:nvSpPr>
            <p:cNvPr id="585" name="Graphic 4">
              <a:extLst>
                <a:ext uri="{FF2B5EF4-FFF2-40B4-BE49-F238E27FC236}">
                  <a16:creationId xmlns:a16="http://schemas.microsoft.com/office/drawing/2014/main" id="{A1AF9590-9F57-9A49-95F7-BC1CEE382E26}"/>
                </a:ext>
              </a:extLst>
            </p:cNvPr>
            <p:cNvSpPr/>
            <p:nvPr/>
          </p:nvSpPr>
          <p:spPr>
            <a:xfrm>
              <a:off x="6753524"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8565 h 361333"/>
                <a:gd name="connsiteX6" fmla="*/ 12780 w 361670"/>
                <a:gd name="connsiteY6" fmla="*/ 180667 h 361333"/>
                <a:gd name="connsiteX7" fmla="*/ 180835 w 361670"/>
                <a:gd name="connsiteY7" fmla="*/ 12768 h 361333"/>
                <a:gd name="connsiteX8" fmla="*/ 348890 w 361670"/>
                <a:gd name="connsiteY8" fmla="*/ 180667 h 361333"/>
                <a:gd name="connsiteX9" fmla="*/ 180835 w 361670"/>
                <a:gd name="connsiteY9" fmla="*/ 3485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1157" y="0"/>
                    <a:pt x="180835" y="0"/>
                  </a:cubicBezTo>
                  <a:close/>
                  <a:moveTo>
                    <a:pt x="180835" y="348565"/>
                  </a:moveTo>
                  <a:cubicBezTo>
                    <a:pt x="88181" y="348565"/>
                    <a:pt x="12780" y="273234"/>
                    <a:pt x="12780" y="180667"/>
                  </a:cubicBezTo>
                  <a:cubicBezTo>
                    <a:pt x="12780" y="88099"/>
                    <a:pt x="88181" y="12768"/>
                    <a:pt x="180835" y="12768"/>
                  </a:cubicBezTo>
                  <a:cubicBezTo>
                    <a:pt x="273489" y="12768"/>
                    <a:pt x="348890" y="88099"/>
                    <a:pt x="348890" y="180667"/>
                  </a:cubicBezTo>
                  <a:cubicBezTo>
                    <a:pt x="348890" y="273234"/>
                    <a:pt x="274128" y="348565"/>
                    <a:pt x="180835" y="348565"/>
                  </a:cubicBezTo>
                  <a:close/>
                </a:path>
              </a:pathLst>
            </a:custGeom>
            <a:solidFill>
              <a:srgbClr val="0076A8"/>
            </a:solidFill>
            <a:ln w="6390" cap="flat">
              <a:noFill/>
              <a:prstDash val="solid"/>
              <a:miter/>
            </a:ln>
          </p:spPr>
          <p:txBody>
            <a:bodyPr rtlCol="0" anchor="ctr"/>
            <a:lstStyle/>
            <a:p>
              <a:endParaRPr lang="en-US"/>
            </a:p>
          </p:txBody>
        </p:sp>
        <p:sp>
          <p:nvSpPr>
            <p:cNvPr id="586" name="Graphic 4">
              <a:extLst>
                <a:ext uri="{FF2B5EF4-FFF2-40B4-BE49-F238E27FC236}">
                  <a16:creationId xmlns:a16="http://schemas.microsoft.com/office/drawing/2014/main" id="{628030CB-6BDA-1945-B8BE-6E11CEA05160}"/>
                </a:ext>
              </a:extLst>
            </p:cNvPr>
            <p:cNvSpPr/>
            <p:nvPr/>
          </p:nvSpPr>
          <p:spPr>
            <a:xfrm>
              <a:off x="6843244" y="2919557"/>
              <a:ext cx="185047" cy="232376"/>
            </a:xfrm>
            <a:custGeom>
              <a:avLst/>
              <a:gdLst>
                <a:gd name="connsiteX0" fmla="*/ 176740 w 185047"/>
                <a:gd name="connsiteY0" fmla="*/ 85545 h 232376"/>
                <a:gd name="connsiteX1" fmla="*/ 162044 w 185047"/>
                <a:gd name="connsiteY1" fmla="*/ 79161 h 232376"/>
                <a:gd name="connsiteX2" fmla="*/ 150542 w 185047"/>
                <a:gd name="connsiteY2" fmla="*/ 82353 h 232376"/>
                <a:gd name="connsiteX3" fmla="*/ 147347 w 185047"/>
                <a:gd name="connsiteY3" fmla="*/ 78523 h 232376"/>
                <a:gd name="connsiteX4" fmla="*/ 132650 w 185047"/>
                <a:gd name="connsiteY4" fmla="*/ 72139 h 232376"/>
                <a:gd name="connsiteX5" fmla="*/ 124343 w 185047"/>
                <a:gd name="connsiteY5" fmla="*/ 74054 h 232376"/>
                <a:gd name="connsiteX6" fmla="*/ 124343 w 185047"/>
                <a:gd name="connsiteY6" fmla="*/ 21067 h 232376"/>
                <a:gd name="connsiteX7" fmla="*/ 117953 w 185047"/>
                <a:gd name="connsiteY7" fmla="*/ 6384 h 232376"/>
                <a:gd name="connsiteX8" fmla="*/ 103256 w 185047"/>
                <a:gd name="connsiteY8" fmla="*/ 0 h 232376"/>
                <a:gd name="connsiteX9" fmla="*/ 82809 w 185047"/>
                <a:gd name="connsiteY9" fmla="*/ 19152 h 232376"/>
                <a:gd name="connsiteX10" fmla="*/ 74501 w 185047"/>
                <a:gd name="connsiteY10" fmla="*/ 17237 h 232376"/>
                <a:gd name="connsiteX11" fmla="*/ 53415 w 185047"/>
                <a:gd name="connsiteY11" fmla="*/ 38304 h 232376"/>
                <a:gd name="connsiteX12" fmla="*/ 53415 w 185047"/>
                <a:gd name="connsiteY12" fmla="*/ 113635 h 232376"/>
                <a:gd name="connsiteX13" fmla="*/ 42552 w 185047"/>
                <a:gd name="connsiteY13" fmla="*/ 96398 h 232376"/>
                <a:gd name="connsiteX14" fmla="*/ 6768 w 185047"/>
                <a:gd name="connsiteY14" fmla="*/ 85545 h 232376"/>
                <a:gd name="connsiteX15" fmla="*/ 378 w 185047"/>
                <a:gd name="connsiteY15" fmla="*/ 100867 h 232376"/>
                <a:gd name="connsiteX16" fmla="*/ 1017 w 185047"/>
                <a:gd name="connsiteY16" fmla="*/ 102144 h 232376"/>
                <a:gd name="connsiteX17" fmla="*/ 1017 w 185047"/>
                <a:gd name="connsiteY17" fmla="*/ 102782 h 232376"/>
                <a:gd name="connsiteX18" fmla="*/ 1656 w 185047"/>
                <a:gd name="connsiteY18" fmla="*/ 104059 h 232376"/>
                <a:gd name="connsiteX19" fmla="*/ 32328 w 185047"/>
                <a:gd name="connsiteY19" fmla="*/ 178752 h 232376"/>
                <a:gd name="connsiteX20" fmla="*/ 49581 w 185047"/>
                <a:gd name="connsiteY20" fmla="*/ 200457 h 232376"/>
                <a:gd name="connsiteX21" fmla="*/ 53415 w 185047"/>
                <a:gd name="connsiteY21" fmla="*/ 208118 h 232376"/>
                <a:gd name="connsiteX22" fmla="*/ 53415 w 185047"/>
                <a:gd name="connsiteY22" fmla="*/ 225993 h 232376"/>
                <a:gd name="connsiteX23" fmla="*/ 59805 w 185047"/>
                <a:gd name="connsiteY23" fmla="*/ 232377 h 232376"/>
                <a:gd name="connsiteX24" fmla="*/ 66195 w 185047"/>
                <a:gd name="connsiteY24" fmla="*/ 225993 h 232376"/>
                <a:gd name="connsiteX25" fmla="*/ 66195 w 185047"/>
                <a:gd name="connsiteY25" fmla="*/ 208118 h 232376"/>
                <a:gd name="connsiteX26" fmla="*/ 57249 w 185047"/>
                <a:gd name="connsiteY26" fmla="*/ 190243 h 232376"/>
                <a:gd name="connsiteX27" fmla="*/ 43830 w 185047"/>
                <a:gd name="connsiteY27" fmla="*/ 173644 h 232376"/>
                <a:gd name="connsiteX28" fmla="*/ 13158 w 185047"/>
                <a:gd name="connsiteY28" fmla="*/ 98952 h 232376"/>
                <a:gd name="connsiteX29" fmla="*/ 13158 w 185047"/>
                <a:gd name="connsiteY29" fmla="*/ 98952 h 232376"/>
                <a:gd name="connsiteX30" fmla="*/ 12519 w 185047"/>
                <a:gd name="connsiteY30" fmla="*/ 97675 h 232376"/>
                <a:gd name="connsiteX31" fmla="*/ 12519 w 185047"/>
                <a:gd name="connsiteY31" fmla="*/ 96398 h 232376"/>
                <a:gd name="connsiteX32" fmla="*/ 17631 w 185047"/>
                <a:gd name="connsiteY32" fmla="*/ 95121 h 232376"/>
                <a:gd name="connsiteX33" fmla="*/ 32328 w 185047"/>
                <a:gd name="connsiteY33" fmla="*/ 102782 h 232376"/>
                <a:gd name="connsiteX34" fmla="*/ 54693 w 185047"/>
                <a:gd name="connsiteY34" fmla="*/ 138532 h 232376"/>
                <a:gd name="connsiteX35" fmla="*/ 55332 w 185047"/>
                <a:gd name="connsiteY35" fmla="*/ 139171 h 232376"/>
                <a:gd name="connsiteX36" fmla="*/ 55970 w 185047"/>
                <a:gd name="connsiteY36" fmla="*/ 140448 h 232376"/>
                <a:gd name="connsiteX37" fmla="*/ 57249 w 185047"/>
                <a:gd name="connsiteY37" fmla="*/ 141086 h 232376"/>
                <a:gd name="connsiteX38" fmla="*/ 58527 w 185047"/>
                <a:gd name="connsiteY38" fmla="*/ 141724 h 232376"/>
                <a:gd name="connsiteX39" fmla="*/ 59805 w 185047"/>
                <a:gd name="connsiteY39" fmla="*/ 141724 h 232376"/>
                <a:gd name="connsiteX40" fmla="*/ 60444 w 185047"/>
                <a:gd name="connsiteY40" fmla="*/ 141724 h 232376"/>
                <a:gd name="connsiteX41" fmla="*/ 61083 w 185047"/>
                <a:gd name="connsiteY41" fmla="*/ 141724 h 232376"/>
                <a:gd name="connsiteX42" fmla="*/ 62360 w 185047"/>
                <a:gd name="connsiteY42" fmla="*/ 141724 h 232376"/>
                <a:gd name="connsiteX43" fmla="*/ 63639 w 185047"/>
                <a:gd name="connsiteY43" fmla="*/ 141086 h 232376"/>
                <a:gd name="connsiteX44" fmla="*/ 64278 w 185047"/>
                <a:gd name="connsiteY44" fmla="*/ 141086 h 232376"/>
                <a:gd name="connsiteX45" fmla="*/ 64917 w 185047"/>
                <a:gd name="connsiteY45" fmla="*/ 140448 h 232376"/>
                <a:gd name="connsiteX46" fmla="*/ 66195 w 185047"/>
                <a:gd name="connsiteY46" fmla="*/ 139809 h 232376"/>
                <a:gd name="connsiteX47" fmla="*/ 66834 w 185047"/>
                <a:gd name="connsiteY47" fmla="*/ 138532 h 232376"/>
                <a:gd name="connsiteX48" fmla="*/ 67473 w 185047"/>
                <a:gd name="connsiteY48" fmla="*/ 137256 h 232376"/>
                <a:gd name="connsiteX49" fmla="*/ 67473 w 185047"/>
                <a:gd name="connsiteY49" fmla="*/ 135979 h 232376"/>
                <a:gd name="connsiteX50" fmla="*/ 67473 w 185047"/>
                <a:gd name="connsiteY50" fmla="*/ 135340 h 232376"/>
                <a:gd name="connsiteX51" fmla="*/ 67473 w 185047"/>
                <a:gd name="connsiteY51" fmla="*/ 37665 h 232376"/>
                <a:gd name="connsiteX52" fmla="*/ 75780 w 185047"/>
                <a:gd name="connsiteY52" fmla="*/ 29366 h 232376"/>
                <a:gd name="connsiteX53" fmla="*/ 81530 w 185047"/>
                <a:gd name="connsiteY53" fmla="*/ 31920 h 232376"/>
                <a:gd name="connsiteX54" fmla="*/ 84086 w 185047"/>
                <a:gd name="connsiteY54" fmla="*/ 37665 h 232376"/>
                <a:gd name="connsiteX55" fmla="*/ 84086 w 185047"/>
                <a:gd name="connsiteY55" fmla="*/ 118104 h 232376"/>
                <a:gd name="connsiteX56" fmla="*/ 90476 w 185047"/>
                <a:gd name="connsiteY56" fmla="*/ 124488 h 232376"/>
                <a:gd name="connsiteX57" fmla="*/ 96866 w 185047"/>
                <a:gd name="connsiteY57" fmla="*/ 118104 h 232376"/>
                <a:gd name="connsiteX58" fmla="*/ 96866 w 185047"/>
                <a:gd name="connsiteY58" fmla="*/ 37665 h 232376"/>
                <a:gd name="connsiteX59" fmla="*/ 96866 w 185047"/>
                <a:gd name="connsiteY59" fmla="*/ 37665 h 232376"/>
                <a:gd name="connsiteX60" fmla="*/ 96866 w 185047"/>
                <a:gd name="connsiteY60" fmla="*/ 37665 h 232376"/>
                <a:gd name="connsiteX61" fmla="*/ 96866 w 185047"/>
                <a:gd name="connsiteY61" fmla="*/ 19790 h 232376"/>
                <a:gd name="connsiteX62" fmla="*/ 105173 w 185047"/>
                <a:gd name="connsiteY62" fmla="*/ 12130 h 232376"/>
                <a:gd name="connsiteX63" fmla="*/ 110925 w 185047"/>
                <a:gd name="connsiteY63" fmla="*/ 14683 h 232376"/>
                <a:gd name="connsiteX64" fmla="*/ 113480 w 185047"/>
                <a:gd name="connsiteY64" fmla="*/ 20429 h 232376"/>
                <a:gd name="connsiteX65" fmla="*/ 113480 w 185047"/>
                <a:gd name="connsiteY65" fmla="*/ 91291 h 232376"/>
                <a:gd name="connsiteX66" fmla="*/ 113480 w 185047"/>
                <a:gd name="connsiteY66" fmla="*/ 92568 h 232376"/>
                <a:gd name="connsiteX67" fmla="*/ 113480 w 185047"/>
                <a:gd name="connsiteY67" fmla="*/ 92568 h 232376"/>
                <a:gd name="connsiteX68" fmla="*/ 113480 w 185047"/>
                <a:gd name="connsiteY68" fmla="*/ 118104 h 232376"/>
                <a:gd name="connsiteX69" fmla="*/ 119870 w 185047"/>
                <a:gd name="connsiteY69" fmla="*/ 124488 h 232376"/>
                <a:gd name="connsiteX70" fmla="*/ 126260 w 185047"/>
                <a:gd name="connsiteY70" fmla="*/ 118104 h 232376"/>
                <a:gd name="connsiteX71" fmla="*/ 126260 w 185047"/>
                <a:gd name="connsiteY71" fmla="*/ 91929 h 232376"/>
                <a:gd name="connsiteX72" fmla="*/ 134567 w 185047"/>
                <a:gd name="connsiteY72" fmla="*/ 84268 h 232376"/>
                <a:gd name="connsiteX73" fmla="*/ 140318 w 185047"/>
                <a:gd name="connsiteY73" fmla="*/ 86822 h 232376"/>
                <a:gd name="connsiteX74" fmla="*/ 142874 w 185047"/>
                <a:gd name="connsiteY74" fmla="*/ 92568 h 232376"/>
                <a:gd name="connsiteX75" fmla="*/ 142874 w 185047"/>
                <a:gd name="connsiteY75" fmla="*/ 98952 h 232376"/>
                <a:gd name="connsiteX76" fmla="*/ 142874 w 185047"/>
                <a:gd name="connsiteY76" fmla="*/ 98952 h 232376"/>
                <a:gd name="connsiteX77" fmla="*/ 142874 w 185047"/>
                <a:gd name="connsiteY77" fmla="*/ 98952 h 232376"/>
                <a:gd name="connsiteX78" fmla="*/ 142874 w 185047"/>
                <a:gd name="connsiteY78" fmla="*/ 118104 h 232376"/>
                <a:gd name="connsiteX79" fmla="*/ 149264 w 185047"/>
                <a:gd name="connsiteY79" fmla="*/ 124488 h 232376"/>
                <a:gd name="connsiteX80" fmla="*/ 155654 w 185047"/>
                <a:gd name="connsiteY80" fmla="*/ 118104 h 232376"/>
                <a:gd name="connsiteX81" fmla="*/ 155654 w 185047"/>
                <a:gd name="connsiteY81" fmla="*/ 98952 h 232376"/>
                <a:gd name="connsiteX82" fmla="*/ 163961 w 185047"/>
                <a:gd name="connsiteY82" fmla="*/ 90652 h 232376"/>
                <a:gd name="connsiteX83" fmla="*/ 169712 w 185047"/>
                <a:gd name="connsiteY83" fmla="*/ 93206 h 232376"/>
                <a:gd name="connsiteX84" fmla="*/ 172268 w 185047"/>
                <a:gd name="connsiteY84" fmla="*/ 98952 h 232376"/>
                <a:gd name="connsiteX85" fmla="*/ 172268 w 185047"/>
                <a:gd name="connsiteY85" fmla="*/ 104059 h 232376"/>
                <a:gd name="connsiteX86" fmla="*/ 172268 w 185047"/>
                <a:gd name="connsiteY86" fmla="*/ 160238 h 232376"/>
                <a:gd name="connsiteX87" fmla="*/ 160127 w 185047"/>
                <a:gd name="connsiteY87" fmla="*/ 190881 h 232376"/>
                <a:gd name="connsiteX88" fmla="*/ 153737 w 185047"/>
                <a:gd name="connsiteY88" fmla="*/ 206203 h 232376"/>
                <a:gd name="connsiteX89" fmla="*/ 153737 w 185047"/>
                <a:gd name="connsiteY89" fmla="*/ 225993 h 232376"/>
                <a:gd name="connsiteX90" fmla="*/ 160127 w 185047"/>
                <a:gd name="connsiteY90" fmla="*/ 232377 h 232376"/>
                <a:gd name="connsiteX91" fmla="*/ 166517 w 185047"/>
                <a:gd name="connsiteY91" fmla="*/ 225993 h 232376"/>
                <a:gd name="connsiteX92" fmla="*/ 166517 w 185047"/>
                <a:gd name="connsiteY92" fmla="*/ 206203 h 232376"/>
                <a:gd name="connsiteX93" fmla="*/ 169073 w 185047"/>
                <a:gd name="connsiteY93" fmla="*/ 199819 h 232376"/>
                <a:gd name="connsiteX94" fmla="*/ 185048 w 185047"/>
                <a:gd name="connsiteY94" fmla="*/ 160238 h 232376"/>
                <a:gd name="connsiteX95" fmla="*/ 185048 w 185047"/>
                <a:gd name="connsiteY95" fmla="*/ 104059 h 232376"/>
                <a:gd name="connsiteX96" fmla="*/ 185048 w 185047"/>
                <a:gd name="connsiteY96" fmla="*/ 98952 h 232376"/>
                <a:gd name="connsiteX97" fmla="*/ 176740 w 185047"/>
                <a:gd name="connsiteY97" fmla="*/ 85545 h 232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85047" h="232376">
                  <a:moveTo>
                    <a:pt x="176740" y="85545"/>
                  </a:moveTo>
                  <a:cubicBezTo>
                    <a:pt x="172907" y="81715"/>
                    <a:pt x="167794" y="79161"/>
                    <a:pt x="162044" y="79161"/>
                  </a:cubicBezTo>
                  <a:cubicBezTo>
                    <a:pt x="157571" y="79161"/>
                    <a:pt x="153737" y="80438"/>
                    <a:pt x="150542" y="82353"/>
                  </a:cubicBezTo>
                  <a:cubicBezTo>
                    <a:pt x="149903" y="81076"/>
                    <a:pt x="148625" y="79800"/>
                    <a:pt x="147347" y="78523"/>
                  </a:cubicBezTo>
                  <a:cubicBezTo>
                    <a:pt x="143513" y="74692"/>
                    <a:pt x="138401" y="72139"/>
                    <a:pt x="132650" y="72139"/>
                  </a:cubicBezTo>
                  <a:cubicBezTo>
                    <a:pt x="130094" y="72139"/>
                    <a:pt x="126899" y="72777"/>
                    <a:pt x="124343" y="74054"/>
                  </a:cubicBezTo>
                  <a:lnTo>
                    <a:pt x="124343" y="21067"/>
                  </a:lnTo>
                  <a:cubicBezTo>
                    <a:pt x="124343" y="15322"/>
                    <a:pt x="122426" y="10214"/>
                    <a:pt x="117953" y="6384"/>
                  </a:cubicBezTo>
                  <a:cubicBezTo>
                    <a:pt x="114120" y="2554"/>
                    <a:pt x="109007" y="0"/>
                    <a:pt x="103256" y="0"/>
                  </a:cubicBezTo>
                  <a:cubicBezTo>
                    <a:pt x="92394" y="0"/>
                    <a:pt x="83448" y="8299"/>
                    <a:pt x="82809" y="19152"/>
                  </a:cubicBezTo>
                  <a:cubicBezTo>
                    <a:pt x="80253" y="17875"/>
                    <a:pt x="77696" y="17237"/>
                    <a:pt x="74501" y="17237"/>
                  </a:cubicBezTo>
                  <a:cubicBezTo>
                    <a:pt x="63000" y="17237"/>
                    <a:pt x="53415" y="26813"/>
                    <a:pt x="53415" y="38304"/>
                  </a:cubicBezTo>
                  <a:lnTo>
                    <a:pt x="53415" y="113635"/>
                  </a:lnTo>
                  <a:cubicBezTo>
                    <a:pt x="50220" y="108528"/>
                    <a:pt x="46386" y="102144"/>
                    <a:pt x="42552" y="96398"/>
                  </a:cubicBezTo>
                  <a:cubicBezTo>
                    <a:pt x="34245" y="83630"/>
                    <a:pt x="16353" y="79800"/>
                    <a:pt x="6768" y="85545"/>
                  </a:cubicBezTo>
                  <a:cubicBezTo>
                    <a:pt x="1017" y="88737"/>
                    <a:pt x="-899" y="94483"/>
                    <a:pt x="378" y="100867"/>
                  </a:cubicBezTo>
                  <a:cubicBezTo>
                    <a:pt x="378" y="101505"/>
                    <a:pt x="378" y="101505"/>
                    <a:pt x="1017" y="102144"/>
                  </a:cubicBezTo>
                  <a:lnTo>
                    <a:pt x="1017" y="102782"/>
                  </a:lnTo>
                  <a:cubicBezTo>
                    <a:pt x="1017" y="103420"/>
                    <a:pt x="1656" y="104059"/>
                    <a:pt x="1656" y="104059"/>
                  </a:cubicBezTo>
                  <a:lnTo>
                    <a:pt x="32328" y="178752"/>
                  </a:lnTo>
                  <a:cubicBezTo>
                    <a:pt x="35523" y="187051"/>
                    <a:pt x="41913" y="194711"/>
                    <a:pt x="49581" y="200457"/>
                  </a:cubicBezTo>
                  <a:cubicBezTo>
                    <a:pt x="52137" y="202372"/>
                    <a:pt x="53415" y="204926"/>
                    <a:pt x="53415" y="208118"/>
                  </a:cubicBezTo>
                  <a:lnTo>
                    <a:pt x="53415" y="225993"/>
                  </a:lnTo>
                  <a:cubicBezTo>
                    <a:pt x="53415" y="229823"/>
                    <a:pt x="55970" y="232377"/>
                    <a:pt x="59805" y="232377"/>
                  </a:cubicBezTo>
                  <a:cubicBezTo>
                    <a:pt x="63639" y="232377"/>
                    <a:pt x="66195" y="229823"/>
                    <a:pt x="66195" y="225993"/>
                  </a:cubicBezTo>
                  <a:lnTo>
                    <a:pt x="66195" y="208118"/>
                  </a:lnTo>
                  <a:cubicBezTo>
                    <a:pt x="66195" y="201095"/>
                    <a:pt x="63000" y="194711"/>
                    <a:pt x="57249" y="190243"/>
                  </a:cubicBezTo>
                  <a:cubicBezTo>
                    <a:pt x="51498" y="185774"/>
                    <a:pt x="46386" y="180028"/>
                    <a:pt x="43830" y="173644"/>
                  </a:cubicBezTo>
                  <a:lnTo>
                    <a:pt x="13158" y="98952"/>
                  </a:lnTo>
                  <a:cubicBezTo>
                    <a:pt x="13158" y="98952"/>
                    <a:pt x="13158" y="98952"/>
                    <a:pt x="13158" y="98952"/>
                  </a:cubicBezTo>
                  <a:lnTo>
                    <a:pt x="12519" y="97675"/>
                  </a:lnTo>
                  <a:cubicBezTo>
                    <a:pt x="12519" y="97036"/>
                    <a:pt x="12519" y="96398"/>
                    <a:pt x="12519" y="96398"/>
                  </a:cubicBezTo>
                  <a:cubicBezTo>
                    <a:pt x="12519" y="96398"/>
                    <a:pt x="14436" y="95121"/>
                    <a:pt x="17631" y="95121"/>
                  </a:cubicBezTo>
                  <a:cubicBezTo>
                    <a:pt x="22743" y="95121"/>
                    <a:pt x="29133" y="97675"/>
                    <a:pt x="32328" y="102782"/>
                  </a:cubicBezTo>
                  <a:cubicBezTo>
                    <a:pt x="43830" y="120019"/>
                    <a:pt x="54693" y="138532"/>
                    <a:pt x="54693" y="138532"/>
                  </a:cubicBezTo>
                  <a:cubicBezTo>
                    <a:pt x="54693" y="138532"/>
                    <a:pt x="55332" y="139171"/>
                    <a:pt x="55332" y="139171"/>
                  </a:cubicBezTo>
                  <a:cubicBezTo>
                    <a:pt x="55332" y="139809"/>
                    <a:pt x="55970" y="139809"/>
                    <a:pt x="55970" y="140448"/>
                  </a:cubicBezTo>
                  <a:cubicBezTo>
                    <a:pt x="55970" y="140448"/>
                    <a:pt x="56610" y="141086"/>
                    <a:pt x="57249" y="141086"/>
                  </a:cubicBezTo>
                  <a:cubicBezTo>
                    <a:pt x="57888" y="141086"/>
                    <a:pt x="57888" y="141724"/>
                    <a:pt x="58527" y="141724"/>
                  </a:cubicBezTo>
                  <a:cubicBezTo>
                    <a:pt x="59165" y="141724"/>
                    <a:pt x="59165" y="141724"/>
                    <a:pt x="59805" y="141724"/>
                  </a:cubicBezTo>
                  <a:cubicBezTo>
                    <a:pt x="59805" y="141724"/>
                    <a:pt x="60444" y="141724"/>
                    <a:pt x="60444" y="141724"/>
                  </a:cubicBezTo>
                  <a:cubicBezTo>
                    <a:pt x="60444" y="141724"/>
                    <a:pt x="60444" y="141724"/>
                    <a:pt x="61083" y="141724"/>
                  </a:cubicBezTo>
                  <a:cubicBezTo>
                    <a:pt x="61722" y="141724"/>
                    <a:pt x="61722" y="141724"/>
                    <a:pt x="62360" y="141724"/>
                  </a:cubicBezTo>
                  <a:cubicBezTo>
                    <a:pt x="63000" y="141724"/>
                    <a:pt x="63000" y="141724"/>
                    <a:pt x="63639" y="141086"/>
                  </a:cubicBezTo>
                  <a:cubicBezTo>
                    <a:pt x="63639" y="141086"/>
                    <a:pt x="63639" y="141086"/>
                    <a:pt x="64278" y="141086"/>
                  </a:cubicBezTo>
                  <a:cubicBezTo>
                    <a:pt x="64278" y="141086"/>
                    <a:pt x="64917" y="140448"/>
                    <a:pt x="64917" y="140448"/>
                  </a:cubicBezTo>
                  <a:cubicBezTo>
                    <a:pt x="65555" y="140448"/>
                    <a:pt x="65555" y="139809"/>
                    <a:pt x="66195" y="139809"/>
                  </a:cubicBezTo>
                  <a:cubicBezTo>
                    <a:pt x="66195" y="139809"/>
                    <a:pt x="66834" y="139171"/>
                    <a:pt x="66834" y="138532"/>
                  </a:cubicBezTo>
                  <a:cubicBezTo>
                    <a:pt x="66834" y="137894"/>
                    <a:pt x="67473" y="137894"/>
                    <a:pt x="67473" y="137256"/>
                  </a:cubicBezTo>
                  <a:cubicBezTo>
                    <a:pt x="67473" y="136617"/>
                    <a:pt x="67473" y="136617"/>
                    <a:pt x="67473" y="135979"/>
                  </a:cubicBezTo>
                  <a:cubicBezTo>
                    <a:pt x="67473" y="135979"/>
                    <a:pt x="67473" y="135340"/>
                    <a:pt x="67473" y="135340"/>
                  </a:cubicBezTo>
                  <a:lnTo>
                    <a:pt x="67473" y="37665"/>
                  </a:lnTo>
                  <a:cubicBezTo>
                    <a:pt x="67473" y="33197"/>
                    <a:pt x="71306" y="29366"/>
                    <a:pt x="75780" y="29366"/>
                  </a:cubicBezTo>
                  <a:cubicBezTo>
                    <a:pt x="77696" y="29366"/>
                    <a:pt x="80253" y="30005"/>
                    <a:pt x="81530" y="31920"/>
                  </a:cubicBezTo>
                  <a:cubicBezTo>
                    <a:pt x="82809" y="33197"/>
                    <a:pt x="83448" y="35112"/>
                    <a:pt x="84086" y="37665"/>
                  </a:cubicBezTo>
                  <a:lnTo>
                    <a:pt x="84086" y="118104"/>
                  </a:lnTo>
                  <a:cubicBezTo>
                    <a:pt x="84086" y="121934"/>
                    <a:pt x="86642" y="124488"/>
                    <a:pt x="90476" y="124488"/>
                  </a:cubicBezTo>
                  <a:cubicBezTo>
                    <a:pt x="94310" y="124488"/>
                    <a:pt x="96866" y="121934"/>
                    <a:pt x="96866" y="118104"/>
                  </a:cubicBezTo>
                  <a:lnTo>
                    <a:pt x="96866" y="37665"/>
                  </a:lnTo>
                  <a:cubicBezTo>
                    <a:pt x="96866" y="37665"/>
                    <a:pt x="96866" y="37665"/>
                    <a:pt x="96866" y="37665"/>
                  </a:cubicBezTo>
                  <a:cubicBezTo>
                    <a:pt x="96866" y="37665"/>
                    <a:pt x="96866" y="37665"/>
                    <a:pt x="96866" y="37665"/>
                  </a:cubicBezTo>
                  <a:lnTo>
                    <a:pt x="96866" y="19790"/>
                  </a:lnTo>
                  <a:cubicBezTo>
                    <a:pt x="96866" y="15322"/>
                    <a:pt x="100700" y="12130"/>
                    <a:pt x="105173" y="12130"/>
                  </a:cubicBezTo>
                  <a:cubicBezTo>
                    <a:pt x="107090" y="12130"/>
                    <a:pt x="109646" y="12768"/>
                    <a:pt x="110925" y="14683"/>
                  </a:cubicBezTo>
                  <a:cubicBezTo>
                    <a:pt x="112202" y="15960"/>
                    <a:pt x="113480" y="18514"/>
                    <a:pt x="113480" y="20429"/>
                  </a:cubicBezTo>
                  <a:lnTo>
                    <a:pt x="113480" y="91291"/>
                  </a:lnTo>
                  <a:cubicBezTo>
                    <a:pt x="113480" y="91929"/>
                    <a:pt x="113480" y="91929"/>
                    <a:pt x="113480" y="92568"/>
                  </a:cubicBezTo>
                  <a:cubicBezTo>
                    <a:pt x="113480" y="92568"/>
                    <a:pt x="113480" y="92568"/>
                    <a:pt x="113480" y="92568"/>
                  </a:cubicBezTo>
                  <a:lnTo>
                    <a:pt x="113480" y="118104"/>
                  </a:lnTo>
                  <a:cubicBezTo>
                    <a:pt x="113480" y="121934"/>
                    <a:pt x="116036" y="124488"/>
                    <a:pt x="119870" y="124488"/>
                  </a:cubicBezTo>
                  <a:cubicBezTo>
                    <a:pt x="123704" y="124488"/>
                    <a:pt x="126260" y="121934"/>
                    <a:pt x="126260" y="118104"/>
                  </a:cubicBezTo>
                  <a:lnTo>
                    <a:pt x="126260" y="91929"/>
                  </a:lnTo>
                  <a:cubicBezTo>
                    <a:pt x="126899" y="87460"/>
                    <a:pt x="130094" y="84268"/>
                    <a:pt x="134567" y="84268"/>
                  </a:cubicBezTo>
                  <a:cubicBezTo>
                    <a:pt x="136484" y="84268"/>
                    <a:pt x="139040" y="84907"/>
                    <a:pt x="140318" y="86822"/>
                  </a:cubicBezTo>
                  <a:cubicBezTo>
                    <a:pt x="141596" y="88099"/>
                    <a:pt x="142874" y="90652"/>
                    <a:pt x="142874" y="92568"/>
                  </a:cubicBezTo>
                  <a:lnTo>
                    <a:pt x="142874" y="98952"/>
                  </a:lnTo>
                  <a:cubicBezTo>
                    <a:pt x="142874" y="98952"/>
                    <a:pt x="142874" y="98952"/>
                    <a:pt x="142874" y="98952"/>
                  </a:cubicBezTo>
                  <a:cubicBezTo>
                    <a:pt x="142874" y="98952"/>
                    <a:pt x="142874" y="98952"/>
                    <a:pt x="142874" y="98952"/>
                  </a:cubicBezTo>
                  <a:lnTo>
                    <a:pt x="142874" y="118104"/>
                  </a:lnTo>
                  <a:cubicBezTo>
                    <a:pt x="142874" y="121934"/>
                    <a:pt x="145430" y="124488"/>
                    <a:pt x="149264" y="124488"/>
                  </a:cubicBezTo>
                  <a:cubicBezTo>
                    <a:pt x="153098" y="124488"/>
                    <a:pt x="155654" y="121934"/>
                    <a:pt x="155654" y="118104"/>
                  </a:cubicBezTo>
                  <a:lnTo>
                    <a:pt x="155654" y="98952"/>
                  </a:lnTo>
                  <a:cubicBezTo>
                    <a:pt x="155654" y="94483"/>
                    <a:pt x="159488" y="90652"/>
                    <a:pt x="163961" y="90652"/>
                  </a:cubicBezTo>
                  <a:cubicBezTo>
                    <a:pt x="165878" y="90652"/>
                    <a:pt x="168434" y="91291"/>
                    <a:pt x="169712" y="93206"/>
                  </a:cubicBezTo>
                  <a:cubicBezTo>
                    <a:pt x="170989" y="94483"/>
                    <a:pt x="172268" y="97036"/>
                    <a:pt x="172268" y="98952"/>
                  </a:cubicBezTo>
                  <a:lnTo>
                    <a:pt x="172268" y="104059"/>
                  </a:lnTo>
                  <a:lnTo>
                    <a:pt x="172268" y="160238"/>
                  </a:lnTo>
                  <a:cubicBezTo>
                    <a:pt x="172268" y="171729"/>
                    <a:pt x="167794" y="182582"/>
                    <a:pt x="160127" y="190881"/>
                  </a:cubicBezTo>
                  <a:cubicBezTo>
                    <a:pt x="156293" y="195350"/>
                    <a:pt x="153737" y="200457"/>
                    <a:pt x="153737" y="206203"/>
                  </a:cubicBezTo>
                  <a:lnTo>
                    <a:pt x="153737" y="225993"/>
                  </a:lnTo>
                  <a:cubicBezTo>
                    <a:pt x="153737" y="229823"/>
                    <a:pt x="156293" y="232377"/>
                    <a:pt x="160127" y="232377"/>
                  </a:cubicBezTo>
                  <a:cubicBezTo>
                    <a:pt x="163961" y="232377"/>
                    <a:pt x="166517" y="229823"/>
                    <a:pt x="166517" y="225993"/>
                  </a:cubicBezTo>
                  <a:lnTo>
                    <a:pt x="166517" y="206203"/>
                  </a:lnTo>
                  <a:cubicBezTo>
                    <a:pt x="166517" y="203649"/>
                    <a:pt x="167156" y="201734"/>
                    <a:pt x="169073" y="199819"/>
                  </a:cubicBezTo>
                  <a:cubicBezTo>
                    <a:pt x="179297" y="188966"/>
                    <a:pt x="185048" y="174921"/>
                    <a:pt x="185048" y="160238"/>
                  </a:cubicBezTo>
                  <a:lnTo>
                    <a:pt x="185048" y="104059"/>
                  </a:lnTo>
                  <a:lnTo>
                    <a:pt x="185048" y="98952"/>
                  </a:lnTo>
                  <a:cubicBezTo>
                    <a:pt x="182492" y="94483"/>
                    <a:pt x="180574" y="89376"/>
                    <a:pt x="176740" y="85545"/>
                  </a:cubicBezTo>
                  <a:close/>
                </a:path>
              </a:pathLst>
            </a:custGeom>
            <a:solidFill>
              <a:srgbClr val="0076A8"/>
            </a:solidFill>
            <a:ln w="6390" cap="flat">
              <a:noFill/>
              <a:prstDash val="solid"/>
              <a:miter/>
            </a:ln>
          </p:spPr>
          <p:txBody>
            <a:bodyPr rtlCol="0" anchor="ctr"/>
            <a:lstStyle/>
            <a:p>
              <a:endParaRPr lang="en-US"/>
            </a:p>
          </p:txBody>
        </p:sp>
      </p:grpSp>
      <p:grpSp>
        <p:nvGrpSpPr>
          <p:cNvPr id="587" name="Graphic 4">
            <a:extLst>
              <a:ext uri="{FF2B5EF4-FFF2-40B4-BE49-F238E27FC236}">
                <a16:creationId xmlns:a16="http://schemas.microsoft.com/office/drawing/2014/main" id="{381E5E23-C1D8-A643-AA13-6629EAB08522}"/>
              </a:ext>
            </a:extLst>
          </p:cNvPr>
          <p:cNvGrpSpPr>
            <a:grpSpLocks noChangeAspect="1"/>
          </p:cNvGrpSpPr>
          <p:nvPr/>
        </p:nvGrpSpPr>
        <p:grpSpPr>
          <a:xfrm>
            <a:off x="5708769" y="2371173"/>
            <a:ext cx="361670" cy="361333"/>
            <a:chOff x="5708769" y="2371173"/>
            <a:chExt cx="361670" cy="361333"/>
          </a:xfrm>
          <a:solidFill>
            <a:srgbClr val="0076A8"/>
          </a:solidFill>
        </p:grpSpPr>
        <p:sp>
          <p:nvSpPr>
            <p:cNvPr id="588" name="Graphic 4">
              <a:extLst>
                <a:ext uri="{FF2B5EF4-FFF2-40B4-BE49-F238E27FC236}">
                  <a16:creationId xmlns:a16="http://schemas.microsoft.com/office/drawing/2014/main" id="{37BAD73D-FB10-ED49-9A97-F45FECA08C7C}"/>
                </a:ext>
              </a:extLst>
            </p:cNvPr>
            <p:cNvSpPr/>
            <p:nvPr/>
          </p:nvSpPr>
          <p:spPr>
            <a:xfrm>
              <a:off x="5708769"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3489" y="349204"/>
                    <a:pt x="180835" y="349204"/>
                  </a:cubicBezTo>
                  <a:close/>
                </a:path>
              </a:pathLst>
            </a:custGeom>
            <a:solidFill>
              <a:srgbClr val="0076A8"/>
            </a:solidFill>
            <a:ln w="6390" cap="flat">
              <a:noFill/>
              <a:prstDash val="solid"/>
              <a:miter/>
            </a:ln>
          </p:spPr>
          <p:txBody>
            <a:bodyPr rtlCol="0" anchor="ctr"/>
            <a:lstStyle/>
            <a:p>
              <a:endParaRPr lang="en-US"/>
            </a:p>
          </p:txBody>
        </p:sp>
        <p:sp>
          <p:nvSpPr>
            <p:cNvPr id="589" name="Graphic 4">
              <a:extLst>
                <a:ext uri="{FF2B5EF4-FFF2-40B4-BE49-F238E27FC236}">
                  <a16:creationId xmlns:a16="http://schemas.microsoft.com/office/drawing/2014/main" id="{76803F33-997A-7340-BB75-2E0D0C4B242F}"/>
                </a:ext>
              </a:extLst>
            </p:cNvPr>
            <p:cNvSpPr/>
            <p:nvPr/>
          </p:nvSpPr>
          <p:spPr>
            <a:xfrm>
              <a:off x="5798640" y="2459911"/>
              <a:ext cx="186174" cy="181943"/>
            </a:xfrm>
            <a:custGeom>
              <a:avLst/>
              <a:gdLst>
                <a:gd name="connsiteX0" fmla="*/ 177868 w 186174"/>
                <a:gd name="connsiteY0" fmla="*/ 21067 h 181943"/>
                <a:gd name="connsiteX1" fmla="*/ 163171 w 186174"/>
                <a:gd name="connsiteY1" fmla="*/ 14683 h 181943"/>
                <a:gd name="connsiteX2" fmla="*/ 152308 w 186174"/>
                <a:gd name="connsiteY2" fmla="*/ 17875 h 181943"/>
                <a:gd name="connsiteX3" fmla="*/ 149113 w 186174"/>
                <a:gd name="connsiteY3" fmla="*/ 12768 h 181943"/>
                <a:gd name="connsiteX4" fmla="*/ 134416 w 186174"/>
                <a:gd name="connsiteY4" fmla="*/ 6384 h 181943"/>
                <a:gd name="connsiteX5" fmla="*/ 122914 w 186174"/>
                <a:gd name="connsiteY5" fmla="*/ 10214 h 181943"/>
                <a:gd name="connsiteX6" fmla="*/ 120358 w 186174"/>
                <a:gd name="connsiteY6" fmla="*/ 6384 h 181943"/>
                <a:gd name="connsiteX7" fmla="*/ 105662 w 186174"/>
                <a:gd name="connsiteY7" fmla="*/ 0 h 181943"/>
                <a:gd name="connsiteX8" fmla="*/ 89048 w 186174"/>
                <a:gd name="connsiteY8" fmla="*/ 8299 h 181943"/>
                <a:gd name="connsiteX9" fmla="*/ 76268 w 186174"/>
                <a:gd name="connsiteY9" fmla="*/ 3830 h 181943"/>
                <a:gd name="connsiteX10" fmla="*/ 55181 w 186174"/>
                <a:gd name="connsiteY10" fmla="*/ 24897 h 181943"/>
                <a:gd name="connsiteX11" fmla="*/ 55181 w 186174"/>
                <a:gd name="connsiteY11" fmla="*/ 35750 h 181943"/>
                <a:gd name="connsiteX12" fmla="*/ 55181 w 186174"/>
                <a:gd name="connsiteY12" fmla="*/ 49157 h 181943"/>
                <a:gd name="connsiteX13" fmla="*/ 55181 w 186174"/>
                <a:gd name="connsiteY13" fmla="*/ 61286 h 181943"/>
                <a:gd name="connsiteX14" fmla="*/ 43040 w 186174"/>
                <a:gd name="connsiteY14" fmla="*/ 40857 h 181943"/>
                <a:gd name="connsiteX15" fmla="*/ 9174 w 186174"/>
                <a:gd name="connsiteY15" fmla="*/ 31920 h 181943"/>
                <a:gd name="connsiteX16" fmla="*/ 866 w 186174"/>
                <a:gd name="connsiteY16" fmla="*/ 49157 h 181943"/>
                <a:gd name="connsiteX17" fmla="*/ 33455 w 186174"/>
                <a:gd name="connsiteY17" fmla="*/ 127041 h 181943"/>
                <a:gd name="connsiteX18" fmla="*/ 51347 w 186174"/>
                <a:gd name="connsiteY18" fmla="*/ 149385 h 181943"/>
                <a:gd name="connsiteX19" fmla="*/ 55181 w 186174"/>
                <a:gd name="connsiteY19" fmla="*/ 157046 h 181943"/>
                <a:gd name="connsiteX20" fmla="*/ 55181 w 186174"/>
                <a:gd name="connsiteY20" fmla="*/ 174921 h 181943"/>
                <a:gd name="connsiteX21" fmla="*/ 61571 w 186174"/>
                <a:gd name="connsiteY21" fmla="*/ 181305 h 181943"/>
                <a:gd name="connsiteX22" fmla="*/ 67961 w 186174"/>
                <a:gd name="connsiteY22" fmla="*/ 174921 h 181943"/>
                <a:gd name="connsiteX23" fmla="*/ 67961 w 186174"/>
                <a:gd name="connsiteY23" fmla="*/ 157046 h 181943"/>
                <a:gd name="connsiteX24" fmla="*/ 59015 w 186174"/>
                <a:gd name="connsiteY24" fmla="*/ 139171 h 181943"/>
                <a:gd name="connsiteX25" fmla="*/ 45596 w 186174"/>
                <a:gd name="connsiteY25" fmla="*/ 122572 h 181943"/>
                <a:gd name="connsiteX26" fmla="*/ 13007 w 186174"/>
                <a:gd name="connsiteY26" fmla="*/ 45326 h 181943"/>
                <a:gd name="connsiteX27" fmla="*/ 20036 w 186174"/>
                <a:gd name="connsiteY27" fmla="*/ 42773 h 181943"/>
                <a:gd name="connsiteX28" fmla="*/ 32177 w 186174"/>
                <a:gd name="connsiteY28" fmla="*/ 47880 h 181943"/>
                <a:gd name="connsiteX29" fmla="*/ 55820 w 186174"/>
                <a:gd name="connsiteY29" fmla="*/ 87460 h 181943"/>
                <a:gd name="connsiteX30" fmla="*/ 56459 w 186174"/>
                <a:gd name="connsiteY30" fmla="*/ 88099 h 181943"/>
                <a:gd name="connsiteX31" fmla="*/ 62849 w 186174"/>
                <a:gd name="connsiteY31" fmla="*/ 91291 h 181943"/>
                <a:gd name="connsiteX32" fmla="*/ 69239 w 186174"/>
                <a:gd name="connsiteY32" fmla="*/ 91291 h 181943"/>
                <a:gd name="connsiteX33" fmla="*/ 117803 w 186174"/>
                <a:gd name="connsiteY33" fmla="*/ 113635 h 181943"/>
                <a:gd name="connsiteX34" fmla="*/ 126748 w 186174"/>
                <a:gd name="connsiteY34" fmla="*/ 114273 h 181943"/>
                <a:gd name="connsiteX35" fmla="*/ 127388 w 186174"/>
                <a:gd name="connsiteY35" fmla="*/ 105336 h 181943"/>
                <a:gd name="connsiteX36" fmla="*/ 69239 w 186174"/>
                <a:gd name="connsiteY36" fmla="*/ 78523 h 181943"/>
                <a:gd name="connsiteX37" fmla="*/ 68600 w 186174"/>
                <a:gd name="connsiteY37" fmla="*/ 78523 h 181943"/>
                <a:gd name="connsiteX38" fmla="*/ 68600 w 186174"/>
                <a:gd name="connsiteY38" fmla="*/ 68947 h 181943"/>
                <a:gd name="connsiteX39" fmla="*/ 76907 w 186174"/>
                <a:gd name="connsiteY39" fmla="*/ 70862 h 181943"/>
                <a:gd name="connsiteX40" fmla="*/ 88409 w 186174"/>
                <a:gd name="connsiteY40" fmla="*/ 67670 h 181943"/>
                <a:gd name="connsiteX41" fmla="*/ 106300 w 186174"/>
                <a:gd name="connsiteY41" fmla="*/ 77884 h 181943"/>
                <a:gd name="connsiteX42" fmla="*/ 118441 w 186174"/>
                <a:gd name="connsiteY42" fmla="*/ 74054 h 181943"/>
                <a:gd name="connsiteX43" fmla="*/ 120998 w 186174"/>
                <a:gd name="connsiteY43" fmla="*/ 77246 h 181943"/>
                <a:gd name="connsiteX44" fmla="*/ 135694 w 186174"/>
                <a:gd name="connsiteY44" fmla="*/ 83630 h 181943"/>
                <a:gd name="connsiteX45" fmla="*/ 152308 w 186174"/>
                <a:gd name="connsiteY45" fmla="*/ 75331 h 181943"/>
                <a:gd name="connsiteX46" fmla="*/ 165727 w 186174"/>
                <a:gd name="connsiteY46" fmla="*/ 79800 h 181943"/>
                <a:gd name="connsiteX47" fmla="*/ 174034 w 186174"/>
                <a:gd name="connsiteY47" fmla="*/ 77884 h 181943"/>
                <a:gd name="connsiteX48" fmla="*/ 174034 w 186174"/>
                <a:gd name="connsiteY48" fmla="*/ 104059 h 181943"/>
                <a:gd name="connsiteX49" fmla="*/ 161254 w 186174"/>
                <a:gd name="connsiteY49" fmla="*/ 135340 h 181943"/>
                <a:gd name="connsiteX50" fmla="*/ 154864 w 186174"/>
                <a:gd name="connsiteY50" fmla="*/ 150662 h 181943"/>
                <a:gd name="connsiteX51" fmla="*/ 154864 w 186174"/>
                <a:gd name="connsiteY51" fmla="*/ 175560 h 181943"/>
                <a:gd name="connsiteX52" fmla="*/ 161254 w 186174"/>
                <a:gd name="connsiteY52" fmla="*/ 181944 h 181943"/>
                <a:gd name="connsiteX53" fmla="*/ 167644 w 186174"/>
                <a:gd name="connsiteY53" fmla="*/ 175560 h 181943"/>
                <a:gd name="connsiteX54" fmla="*/ 167644 w 186174"/>
                <a:gd name="connsiteY54" fmla="*/ 150662 h 181943"/>
                <a:gd name="connsiteX55" fmla="*/ 170200 w 186174"/>
                <a:gd name="connsiteY55" fmla="*/ 143640 h 181943"/>
                <a:gd name="connsiteX56" fmla="*/ 186175 w 186174"/>
                <a:gd name="connsiteY56" fmla="*/ 103420 h 181943"/>
                <a:gd name="connsiteX57" fmla="*/ 186175 w 186174"/>
                <a:gd name="connsiteY57" fmla="*/ 51710 h 181943"/>
                <a:gd name="connsiteX58" fmla="*/ 186175 w 186174"/>
                <a:gd name="connsiteY58" fmla="*/ 51710 h 181943"/>
                <a:gd name="connsiteX59" fmla="*/ 186175 w 186174"/>
                <a:gd name="connsiteY59" fmla="*/ 35112 h 181943"/>
                <a:gd name="connsiteX60" fmla="*/ 177868 w 186174"/>
                <a:gd name="connsiteY60" fmla="*/ 21067 h 181943"/>
                <a:gd name="connsiteX61" fmla="*/ 74351 w 186174"/>
                <a:gd name="connsiteY61" fmla="*/ 58733 h 181943"/>
                <a:gd name="connsiteX62" fmla="*/ 66044 w 186174"/>
                <a:gd name="connsiteY62" fmla="*/ 50433 h 181943"/>
                <a:gd name="connsiteX63" fmla="*/ 66044 w 186174"/>
                <a:gd name="connsiteY63" fmla="*/ 37027 h 181943"/>
                <a:gd name="connsiteX64" fmla="*/ 66044 w 186174"/>
                <a:gd name="connsiteY64" fmla="*/ 26174 h 181943"/>
                <a:gd name="connsiteX65" fmla="*/ 74351 w 186174"/>
                <a:gd name="connsiteY65" fmla="*/ 17875 h 181943"/>
                <a:gd name="connsiteX66" fmla="*/ 80102 w 186174"/>
                <a:gd name="connsiteY66" fmla="*/ 20429 h 181943"/>
                <a:gd name="connsiteX67" fmla="*/ 82658 w 186174"/>
                <a:gd name="connsiteY67" fmla="*/ 26174 h 181943"/>
                <a:gd name="connsiteX68" fmla="*/ 82658 w 186174"/>
                <a:gd name="connsiteY68" fmla="*/ 51072 h 181943"/>
                <a:gd name="connsiteX69" fmla="*/ 80102 w 186174"/>
                <a:gd name="connsiteY69" fmla="*/ 56179 h 181943"/>
                <a:gd name="connsiteX70" fmla="*/ 74351 w 186174"/>
                <a:gd name="connsiteY70" fmla="*/ 58733 h 181943"/>
                <a:gd name="connsiteX71" fmla="*/ 103745 w 186174"/>
                <a:gd name="connsiteY71" fmla="*/ 65755 h 181943"/>
                <a:gd name="connsiteX72" fmla="*/ 95438 w 186174"/>
                <a:gd name="connsiteY72" fmla="*/ 57456 h 181943"/>
                <a:gd name="connsiteX73" fmla="*/ 95438 w 186174"/>
                <a:gd name="connsiteY73" fmla="*/ 51710 h 181943"/>
                <a:gd name="connsiteX74" fmla="*/ 95438 w 186174"/>
                <a:gd name="connsiteY74" fmla="*/ 50433 h 181943"/>
                <a:gd name="connsiteX75" fmla="*/ 95438 w 186174"/>
                <a:gd name="connsiteY75" fmla="*/ 26174 h 181943"/>
                <a:gd name="connsiteX76" fmla="*/ 95438 w 186174"/>
                <a:gd name="connsiteY76" fmla="*/ 25536 h 181943"/>
                <a:gd name="connsiteX77" fmla="*/ 95438 w 186174"/>
                <a:gd name="connsiteY77" fmla="*/ 21706 h 181943"/>
                <a:gd name="connsiteX78" fmla="*/ 103745 w 186174"/>
                <a:gd name="connsiteY78" fmla="*/ 14045 h 181943"/>
                <a:gd name="connsiteX79" fmla="*/ 109495 w 186174"/>
                <a:gd name="connsiteY79" fmla="*/ 16598 h 181943"/>
                <a:gd name="connsiteX80" fmla="*/ 112052 w 186174"/>
                <a:gd name="connsiteY80" fmla="*/ 22344 h 181943"/>
                <a:gd name="connsiteX81" fmla="*/ 112052 w 186174"/>
                <a:gd name="connsiteY81" fmla="*/ 27451 h 181943"/>
                <a:gd name="connsiteX82" fmla="*/ 112052 w 186174"/>
                <a:gd name="connsiteY82" fmla="*/ 28728 h 181943"/>
                <a:gd name="connsiteX83" fmla="*/ 112052 w 186174"/>
                <a:gd name="connsiteY83" fmla="*/ 28728 h 181943"/>
                <a:gd name="connsiteX84" fmla="*/ 112052 w 186174"/>
                <a:gd name="connsiteY84" fmla="*/ 57456 h 181943"/>
                <a:gd name="connsiteX85" fmla="*/ 109495 w 186174"/>
                <a:gd name="connsiteY85" fmla="*/ 63201 h 181943"/>
                <a:gd name="connsiteX86" fmla="*/ 103745 w 186174"/>
                <a:gd name="connsiteY86" fmla="*/ 65755 h 181943"/>
                <a:gd name="connsiteX87" fmla="*/ 133138 w 186174"/>
                <a:gd name="connsiteY87" fmla="*/ 71500 h 181943"/>
                <a:gd name="connsiteX88" fmla="*/ 127388 w 186174"/>
                <a:gd name="connsiteY88" fmla="*/ 68947 h 181943"/>
                <a:gd name="connsiteX89" fmla="*/ 124831 w 186174"/>
                <a:gd name="connsiteY89" fmla="*/ 63201 h 181943"/>
                <a:gd name="connsiteX90" fmla="*/ 124831 w 186174"/>
                <a:gd name="connsiteY90" fmla="*/ 58094 h 181943"/>
                <a:gd name="connsiteX91" fmla="*/ 124831 w 186174"/>
                <a:gd name="connsiteY91" fmla="*/ 58094 h 181943"/>
                <a:gd name="connsiteX92" fmla="*/ 124831 w 186174"/>
                <a:gd name="connsiteY92" fmla="*/ 28728 h 181943"/>
                <a:gd name="connsiteX93" fmla="*/ 133138 w 186174"/>
                <a:gd name="connsiteY93" fmla="*/ 21067 h 181943"/>
                <a:gd name="connsiteX94" fmla="*/ 138889 w 186174"/>
                <a:gd name="connsiteY94" fmla="*/ 23621 h 181943"/>
                <a:gd name="connsiteX95" fmla="*/ 141445 w 186174"/>
                <a:gd name="connsiteY95" fmla="*/ 29366 h 181943"/>
                <a:gd name="connsiteX96" fmla="*/ 141445 w 186174"/>
                <a:gd name="connsiteY96" fmla="*/ 37027 h 181943"/>
                <a:gd name="connsiteX97" fmla="*/ 141445 w 186174"/>
                <a:gd name="connsiteY97" fmla="*/ 37027 h 181943"/>
                <a:gd name="connsiteX98" fmla="*/ 141445 w 186174"/>
                <a:gd name="connsiteY98" fmla="*/ 54902 h 181943"/>
                <a:gd name="connsiteX99" fmla="*/ 141445 w 186174"/>
                <a:gd name="connsiteY99" fmla="*/ 55541 h 181943"/>
                <a:gd name="connsiteX100" fmla="*/ 141445 w 186174"/>
                <a:gd name="connsiteY100" fmla="*/ 59371 h 181943"/>
                <a:gd name="connsiteX101" fmla="*/ 141445 w 186174"/>
                <a:gd name="connsiteY101" fmla="*/ 63840 h 181943"/>
                <a:gd name="connsiteX102" fmla="*/ 133138 w 186174"/>
                <a:gd name="connsiteY102" fmla="*/ 71500 h 181943"/>
                <a:gd name="connsiteX103" fmla="*/ 168922 w 186174"/>
                <a:gd name="connsiteY103" fmla="*/ 65755 h 181943"/>
                <a:gd name="connsiteX104" fmla="*/ 163171 w 186174"/>
                <a:gd name="connsiteY104" fmla="*/ 68308 h 181943"/>
                <a:gd name="connsiteX105" fmla="*/ 154864 w 186174"/>
                <a:gd name="connsiteY105" fmla="*/ 60009 h 181943"/>
                <a:gd name="connsiteX106" fmla="*/ 154864 w 186174"/>
                <a:gd name="connsiteY106" fmla="*/ 59371 h 181943"/>
                <a:gd name="connsiteX107" fmla="*/ 154864 w 186174"/>
                <a:gd name="connsiteY107" fmla="*/ 37027 h 181943"/>
                <a:gd name="connsiteX108" fmla="*/ 163171 w 186174"/>
                <a:gd name="connsiteY108" fmla="*/ 28728 h 181943"/>
                <a:gd name="connsiteX109" fmla="*/ 168922 w 186174"/>
                <a:gd name="connsiteY109" fmla="*/ 31281 h 181943"/>
                <a:gd name="connsiteX110" fmla="*/ 171478 w 186174"/>
                <a:gd name="connsiteY110" fmla="*/ 37027 h 181943"/>
                <a:gd name="connsiteX111" fmla="*/ 171478 w 186174"/>
                <a:gd name="connsiteY111" fmla="*/ 61286 h 181943"/>
                <a:gd name="connsiteX112" fmla="*/ 168922 w 186174"/>
                <a:gd name="connsiteY112" fmla="*/ 65755 h 18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186174" h="181943">
                  <a:moveTo>
                    <a:pt x="177868" y="21067"/>
                  </a:moveTo>
                  <a:cubicBezTo>
                    <a:pt x="174034" y="17237"/>
                    <a:pt x="168283" y="14683"/>
                    <a:pt x="163171" y="14683"/>
                  </a:cubicBezTo>
                  <a:cubicBezTo>
                    <a:pt x="159337" y="14683"/>
                    <a:pt x="155503" y="15960"/>
                    <a:pt x="152308" y="17875"/>
                  </a:cubicBezTo>
                  <a:cubicBezTo>
                    <a:pt x="151669" y="15960"/>
                    <a:pt x="150391" y="14683"/>
                    <a:pt x="149113" y="12768"/>
                  </a:cubicBezTo>
                  <a:cubicBezTo>
                    <a:pt x="145279" y="8938"/>
                    <a:pt x="139528" y="6384"/>
                    <a:pt x="134416" y="6384"/>
                  </a:cubicBezTo>
                  <a:cubicBezTo>
                    <a:pt x="129943" y="6384"/>
                    <a:pt x="126109" y="7661"/>
                    <a:pt x="122914" y="10214"/>
                  </a:cubicBezTo>
                  <a:cubicBezTo>
                    <a:pt x="122275" y="8938"/>
                    <a:pt x="120998" y="7661"/>
                    <a:pt x="120358" y="6384"/>
                  </a:cubicBezTo>
                  <a:cubicBezTo>
                    <a:pt x="116525" y="2554"/>
                    <a:pt x="110773" y="0"/>
                    <a:pt x="105662" y="0"/>
                  </a:cubicBezTo>
                  <a:cubicBezTo>
                    <a:pt x="98633" y="0"/>
                    <a:pt x="92882" y="3192"/>
                    <a:pt x="89048" y="8299"/>
                  </a:cubicBezTo>
                  <a:cubicBezTo>
                    <a:pt x="85214" y="5746"/>
                    <a:pt x="80741" y="3830"/>
                    <a:pt x="76268" y="3830"/>
                  </a:cubicBezTo>
                  <a:cubicBezTo>
                    <a:pt x="64766" y="3830"/>
                    <a:pt x="55181" y="13406"/>
                    <a:pt x="55181" y="24897"/>
                  </a:cubicBezTo>
                  <a:lnTo>
                    <a:pt x="55181" y="35750"/>
                  </a:lnTo>
                  <a:lnTo>
                    <a:pt x="55181" y="49157"/>
                  </a:lnTo>
                  <a:lnTo>
                    <a:pt x="55181" y="61286"/>
                  </a:lnTo>
                  <a:cubicBezTo>
                    <a:pt x="51347" y="54902"/>
                    <a:pt x="46874" y="47880"/>
                    <a:pt x="43040" y="40857"/>
                  </a:cubicBezTo>
                  <a:cubicBezTo>
                    <a:pt x="35372" y="28728"/>
                    <a:pt x="20036" y="26813"/>
                    <a:pt x="9174" y="31920"/>
                  </a:cubicBezTo>
                  <a:cubicBezTo>
                    <a:pt x="1506" y="35750"/>
                    <a:pt x="-1689" y="42773"/>
                    <a:pt x="866" y="49157"/>
                  </a:cubicBezTo>
                  <a:lnTo>
                    <a:pt x="33455" y="127041"/>
                  </a:lnTo>
                  <a:cubicBezTo>
                    <a:pt x="36650" y="135340"/>
                    <a:pt x="43040" y="143001"/>
                    <a:pt x="51347" y="149385"/>
                  </a:cubicBezTo>
                  <a:cubicBezTo>
                    <a:pt x="53903" y="151300"/>
                    <a:pt x="55181" y="153854"/>
                    <a:pt x="55181" y="157046"/>
                  </a:cubicBezTo>
                  <a:lnTo>
                    <a:pt x="55181" y="174921"/>
                  </a:lnTo>
                  <a:cubicBezTo>
                    <a:pt x="55181" y="178752"/>
                    <a:pt x="57737" y="181305"/>
                    <a:pt x="61571" y="181305"/>
                  </a:cubicBezTo>
                  <a:cubicBezTo>
                    <a:pt x="65405" y="181305"/>
                    <a:pt x="67961" y="178752"/>
                    <a:pt x="67961" y="174921"/>
                  </a:cubicBezTo>
                  <a:lnTo>
                    <a:pt x="67961" y="157046"/>
                  </a:lnTo>
                  <a:cubicBezTo>
                    <a:pt x="67961" y="150024"/>
                    <a:pt x="64766" y="143001"/>
                    <a:pt x="59015" y="139171"/>
                  </a:cubicBezTo>
                  <a:cubicBezTo>
                    <a:pt x="53264" y="134702"/>
                    <a:pt x="48152" y="128318"/>
                    <a:pt x="45596" y="122572"/>
                  </a:cubicBezTo>
                  <a:lnTo>
                    <a:pt x="13007" y="45326"/>
                  </a:lnTo>
                  <a:cubicBezTo>
                    <a:pt x="13646" y="44688"/>
                    <a:pt x="15564" y="42773"/>
                    <a:pt x="20036" y="42773"/>
                  </a:cubicBezTo>
                  <a:cubicBezTo>
                    <a:pt x="22592" y="42773"/>
                    <a:pt x="28343" y="42773"/>
                    <a:pt x="32177" y="47880"/>
                  </a:cubicBezTo>
                  <a:cubicBezTo>
                    <a:pt x="43679" y="66393"/>
                    <a:pt x="55820" y="87460"/>
                    <a:pt x="55820" y="87460"/>
                  </a:cubicBezTo>
                  <a:lnTo>
                    <a:pt x="56459" y="88099"/>
                  </a:lnTo>
                  <a:cubicBezTo>
                    <a:pt x="57737" y="90014"/>
                    <a:pt x="60293" y="91291"/>
                    <a:pt x="62849" y="91291"/>
                  </a:cubicBezTo>
                  <a:cubicBezTo>
                    <a:pt x="64766" y="91291"/>
                    <a:pt x="66683" y="91291"/>
                    <a:pt x="69239" y="91291"/>
                  </a:cubicBezTo>
                  <a:cubicBezTo>
                    <a:pt x="87770" y="91291"/>
                    <a:pt x="105662" y="99590"/>
                    <a:pt x="117803" y="113635"/>
                  </a:cubicBezTo>
                  <a:cubicBezTo>
                    <a:pt x="120358" y="116188"/>
                    <a:pt x="124193" y="116827"/>
                    <a:pt x="126748" y="114273"/>
                  </a:cubicBezTo>
                  <a:cubicBezTo>
                    <a:pt x="129304" y="111720"/>
                    <a:pt x="129943" y="107889"/>
                    <a:pt x="127388" y="105336"/>
                  </a:cubicBezTo>
                  <a:cubicBezTo>
                    <a:pt x="112690" y="88099"/>
                    <a:pt x="91604" y="78523"/>
                    <a:pt x="69239" y="78523"/>
                  </a:cubicBezTo>
                  <a:cubicBezTo>
                    <a:pt x="69239" y="78523"/>
                    <a:pt x="68600" y="78523"/>
                    <a:pt x="68600" y="78523"/>
                  </a:cubicBezTo>
                  <a:lnTo>
                    <a:pt x="68600" y="68947"/>
                  </a:lnTo>
                  <a:cubicBezTo>
                    <a:pt x="71156" y="70224"/>
                    <a:pt x="73712" y="70862"/>
                    <a:pt x="76907" y="70862"/>
                  </a:cubicBezTo>
                  <a:cubicBezTo>
                    <a:pt x="80741" y="70862"/>
                    <a:pt x="85214" y="69585"/>
                    <a:pt x="88409" y="67670"/>
                  </a:cubicBezTo>
                  <a:cubicBezTo>
                    <a:pt x="92243" y="74054"/>
                    <a:pt x="98633" y="77884"/>
                    <a:pt x="106300" y="77884"/>
                  </a:cubicBezTo>
                  <a:cubicBezTo>
                    <a:pt x="110773" y="77884"/>
                    <a:pt x="114608" y="76608"/>
                    <a:pt x="118441" y="74054"/>
                  </a:cubicBezTo>
                  <a:cubicBezTo>
                    <a:pt x="119080" y="75331"/>
                    <a:pt x="119720" y="75969"/>
                    <a:pt x="120998" y="77246"/>
                  </a:cubicBezTo>
                  <a:cubicBezTo>
                    <a:pt x="124831" y="81076"/>
                    <a:pt x="130582" y="83630"/>
                    <a:pt x="135694" y="83630"/>
                  </a:cubicBezTo>
                  <a:cubicBezTo>
                    <a:pt x="142084" y="83630"/>
                    <a:pt x="148474" y="80438"/>
                    <a:pt x="152308" y="75331"/>
                  </a:cubicBezTo>
                  <a:cubicBezTo>
                    <a:pt x="156142" y="78523"/>
                    <a:pt x="160615" y="79800"/>
                    <a:pt x="165727" y="79800"/>
                  </a:cubicBezTo>
                  <a:cubicBezTo>
                    <a:pt x="168922" y="79800"/>
                    <a:pt x="171478" y="79161"/>
                    <a:pt x="174034" y="77884"/>
                  </a:cubicBezTo>
                  <a:lnTo>
                    <a:pt x="174034" y="104059"/>
                  </a:lnTo>
                  <a:cubicBezTo>
                    <a:pt x="174034" y="115550"/>
                    <a:pt x="169561" y="127041"/>
                    <a:pt x="161254" y="135340"/>
                  </a:cubicBezTo>
                  <a:cubicBezTo>
                    <a:pt x="157420" y="139809"/>
                    <a:pt x="154864" y="144916"/>
                    <a:pt x="154864" y="150662"/>
                  </a:cubicBezTo>
                  <a:lnTo>
                    <a:pt x="154864" y="175560"/>
                  </a:lnTo>
                  <a:cubicBezTo>
                    <a:pt x="154864" y="179390"/>
                    <a:pt x="157420" y="181944"/>
                    <a:pt x="161254" y="181944"/>
                  </a:cubicBezTo>
                  <a:cubicBezTo>
                    <a:pt x="165088" y="181944"/>
                    <a:pt x="167644" y="179390"/>
                    <a:pt x="167644" y="175560"/>
                  </a:cubicBezTo>
                  <a:lnTo>
                    <a:pt x="167644" y="150662"/>
                  </a:lnTo>
                  <a:cubicBezTo>
                    <a:pt x="167644" y="148108"/>
                    <a:pt x="168922" y="145555"/>
                    <a:pt x="170200" y="143640"/>
                  </a:cubicBezTo>
                  <a:cubicBezTo>
                    <a:pt x="180424" y="132787"/>
                    <a:pt x="186175" y="118742"/>
                    <a:pt x="186175" y="103420"/>
                  </a:cubicBezTo>
                  <a:lnTo>
                    <a:pt x="186175" y="51710"/>
                  </a:lnTo>
                  <a:cubicBezTo>
                    <a:pt x="186175" y="51710"/>
                    <a:pt x="186175" y="51710"/>
                    <a:pt x="186175" y="51710"/>
                  </a:cubicBezTo>
                  <a:lnTo>
                    <a:pt x="186175" y="35112"/>
                  </a:lnTo>
                  <a:cubicBezTo>
                    <a:pt x="184258" y="30643"/>
                    <a:pt x="181702" y="25536"/>
                    <a:pt x="177868" y="21067"/>
                  </a:cubicBezTo>
                  <a:close/>
                  <a:moveTo>
                    <a:pt x="74351" y="58733"/>
                  </a:moveTo>
                  <a:cubicBezTo>
                    <a:pt x="69878" y="58733"/>
                    <a:pt x="66044" y="54902"/>
                    <a:pt x="66044" y="50433"/>
                  </a:cubicBezTo>
                  <a:lnTo>
                    <a:pt x="66044" y="37027"/>
                  </a:lnTo>
                  <a:lnTo>
                    <a:pt x="66044" y="26174"/>
                  </a:lnTo>
                  <a:cubicBezTo>
                    <a:pt x="66044" y="21706"/>
                    <a:pt x="69878" y="17875"/>
                    <a:pt x="74351" y="17875"/>
                  </a:cubicBezTo>
                  <a:cubicBezTo>
                    <a:pt x="76907" y="17875"/>
                    <a:pt x="78824" y="18514"/>
                    <a:pt x="80102" y="20429"/>
                  </a:cubicBezTo>
                  <a:cubicBezTo>
                    <a:pt x="81380" y="21706"/>
                    <a:pt x="82019" y="23621"/>
                    <a:pt x="82658" y="26174"/>
                  </a:cubicBezTo>
                  <a:lnTo>
                    <a:pt x="82658" y="51072"/>
                  </a:lnTo>
                  <a:cubicBezTo>
                    <a:pt x="82658" y="52987"/>
                    <a:pt x="81380" y="54902"/>
                    <a:pt x="80102" y="56179"/>
                  </a:cubicBezTo>
                  <a:cubicBezTo>
                    <a:pt x="78185" y="58094"/>
                    <a:pt x="76268" y="58733"/>
                    <a:pt x="74351" y="58733"/>
                  </a:cubicBezTo>
                  <a:close/>
                  <a:moveTo>
                    <a:pt x="103745" y="65755"/>
                  </a:moveTo>
                  <a:cubicBezTo>
                    <a:pt x="99272" y="65755"/>
                    <a:pt x="95438" y="61925"/>
                    <a:pt x="95438" y="57456"/>
                  </a:cubicBezTo>
                  <a:lnTo>
                    <a:pt x="95438" y="51710"/>
                  </a:lnTo>
                  <a:cubicBezTo>
                    <a:pt x="95438" y="51072"/>
                    <a:pt x="95438" y="51072"/>
                    <a:pt x="95438" y="50433"/>
                  </a:cubicBezTo>
                  <a:lnTo>
                    <a:pt x="95438" y="26174"/>
                  </a:lnTo>
                  <a:cubicBezTo>
                    <a:pt x="95438" y="26174"/>
                    <a:pt x="95438" y="25536"/>
                    <a:pt x="95438" y="25536"/>
                  </a:cubicBezTo>
                  <a:lnTo>
                    <a:pt x="95438" y="21706"/>
                  </a:lnTo>
                  <a:cubicBezTo>
                    <a:pt x="95438" y="17237"/>
                    <a:pt x="99272" y="14045"/>
                    <a:pt x="103745" y="14045"/>
                  </a:cubicBezTo>
                  <a:cubicBezTo>
                    <a:pt x="106300" y="14045"/>
                    <a:pt x="108218" y="14683"/>
                    <a:pt x="109495" y="16598"/>
                  </a:cubicBezTo>
                  <a:cubicBezTo>
                    <a:pt x="110773" y="17875"/>
                    <a:pt x="112052" y="20429"/>
                    <a:pt x="112052" y="22344"/>
                  </a:cubicBezTo>
                  <a:lnTo>
                    <a:pt x="112052" y="27451"/>
                  </a:lnTo>
                  <a:cubicBezTo>
                    <a:pt x="112052" y="28089"/>
                    <a:pt x="112052" y="28089"/>
                    <a:pt x="112052" y="28728"/>
                  </a:cubicBezTo>
                  <a:lnTo>
                    <a:pt x="112052" y="28728"/>
                  </a:lnTo>
                  <a:lnTo>
                    <a:pt x="112052" y="57456"/>
                  </a:lnTo>
                  <a:cubicBezTo>
                    <a:pt x="112052" y="59371"/>
                    <a:pt x="111413" y="61925"/>
                    <a:pt x="109495" y="63201"/>
                  </a:cubicBezTo>
                  <a:cubicBezTo>
                    <a:pt x="108218" y="65117"/>
                    <a:pt x="105662" y="65755"/>
                    <a:pt x="103745" y="65755"/>
                  </a:cubicBezTo>
                  <a:close/>
                  <a:moveTo>
                    <a:pt x="133138" y="71500"/>
                  </a:moveTo>
                  <a:cubicBezTo>
                    <a:pt x="130582" y="71500"/>
                    <a:pt x="128665" y="70862"/>
                    <a:pt x="127388" y="68947"/>
                  </a:cubicBezTo>
                  <a:cubicBezTo>
                    <a:pt x="126109" y="67670"/>
                    <a:pt x="124831" y="65117"/>
                    <a:pt x="124831" y="63201"/>
                  </a:cubicBezTo>
                  <a:lnTo>
                    <a:pt x="124831" y="58094"/>
                  </a:lnTo>
                  <a:cubicBezTo>
                    <a:pt x="124831" y="58094"/>
                    <a:pt x="124831" y="58094"/>
                    <a:pt x="124831" y="58094"/>
                  </a:cubicBezTo>
                  <a:lnTo>
                    <a:pt x="124831" y="28728"/>
                  </a:lnTo>
                  <a:cubicBezTo>
                    <a:pt x="125470" y="24259"/>
                    <a:pt x="128665" y="21067"/>
                    <a:pt x="133138" y="21067"/>
                  </a:cubicBezTo>
                  <a:cubicBezTo>
                    <a:pt x="135694" y="21067"/>
                    <a:pt x="137611" y="21706"/>
                    <a:pt x="138889" y="23621"/>
                  </a:cubicBezTo>
                  <a:cubicBezTo>
                    <a:pt x="140167" y="24897"/>
                    <a:pt x="141445" y="27451"/>
                    <a:pt x="141445" y="29366"/>
                  </a:cubicBezTo>
                  <a:lnTo>
                    <a:pt x="141445" y="37027"/>
                  </a:lnTo>
                  <a:cubicBezTo>
                    <a:pt x="141445" y="37027"/>
                    <a:pt x="141445" y="37027"/>
                    <a:pt x="141445" y="37027"/>
                  </a:cubicBezTo>
                  <a:lnTo>
                    <a:pt x="141445" y="54902"/>
                  </a:lnTo>
                  <a:cubicBezTo>
                    <a:pt x="141445" y="54902"/>
                    <a:pt x="141445" y="54902"/>
                    <a:pt x="141445" y="55541"/>
                  </a:cubicBezTo>
                  <a:lnTo>
                    <a:pt x="141445" y="59371"/>
                  </a:lnTo>
                  <a:lnTo>
                    <a:pt x="141445" y="63840"/>
                  </a:lnTo>
                  <a:cubicBezTo>
                    <a:pt x="141445" y="67670"/>
                    <a:pt x="137611" y="71500"/>
                    <a:pt x="133138" y="71500"/>
                  </a:cubicBezTo>
                  <a:close/>
                  <a:moveTo>
                    <a:pt x="168922" y="65755"/>
                  </a:moveTo>
                  <a:cubicBezTo>
                    <a:pt x="167644" y="67032"/>
                    <a:pt x="165088" y="68308"/>
                    <a:pt x="163171" y="68308"/>
                  </a:cubicBezTo>
                  <a:cubicBezTo>
                    <a:pt x="158698" y="68308"/>
                    <a:pt x="154864" y="64478"/>
                    <a:pt x="154864" y="60009"/>
                  </a:cubicBezTo>
                  <a:lnTo>
                    <a:pt x="154864" y="59371"/>
                  </a:lnTo>
                  <a:lnTo>
                    <a:pt x="154864" y="37027"/>
                  </a:lnTo>
                  <a:cubicBezTo>
                    <a:pt x="154864" y="32558"/>
                    <a:pt x="158698" y="28728"/>
                    <a:pt x="163171" y="28728"/>
                  </a:cubicBezTo>
                  <a:cubicBezTo>
                    <a:pt x="165727" y="28728"/>
                    <a:pt x="167644" y="29366"/>
                    <a:pt x="168922" y="31281"/>
                  </a:cubicBezTo>
                  <a:cubicBezTo>
                    <a:pt x="170200" y="32558"/>
                    <a:pt x="171478" y="35112"/>
                    <a:pt x="171478" y="37027"/>
                  </a:cubicBezTo>
                  <a:lnTo>
                    <a:pt x="171478" y="61286"/>
                  </a:lnTo>
                  <a:cubicBezTo>
                    <a:pt x="170839" y="62563"/>
                    <a:pt x="170200" y="63840"/>
                    <a:pt x="168922" y="65755"/>
                  </a:cubicBezTo>
                  <a:close/>
                </a:path>
              </a:pathLst>
            </a:custGeom>
            <a:solidFill>
              <a:srgbClr val="0076A8"/>
            </a:solidFill>
            <a:ln w="6390" cap="flat">
              <a:noFill/>
              <a:prstDash val="solid"/>
              <a:miter/>
            </a:ln>
          </p:spPr>
          <p:txBody>
            <a:bodyPr rtlCol="0" anchor="ctr"/>
            <a:lstStyle/>
            <a:p>
              <a:endParaRPr lang="en-US"/>
            </a:p>
          </p:txBody>
        </p:sp>
      </p:grpSp>
      <p:grpSp>
        <p:nvGrpSpPr>
          <p:cNvPr id="590" name="Graphic 4">
            <a:extLst>
              <a:ext uri="{FF2B5EF4-FFF2-40B4-BE49-F238E27FC236}">
                <a16:creationId xmlns:a16="http://schemas.microsoft.com/office/drawing/2014/main" id="{E324B7FC-3D84-614A-989E-BC3261FA6041}"/>
              </a:ext>
            </a:extLst>
          </p:cNvPr>
          <p:cNvGrpSpPr>
            <a:grpSpLocks noChangeAspect="1"/>
          </p:cNvGrpSpPr>
          <p:nvPr/>
        </p:nvGrpSpPr>
        <p:grpSpPr>
          <a:xfrm>
            <a:off x="6753524" y="2371173"/>
            <a:ext cx="361670" cy="361333"/>
            <a:chOff x="6753524" y="2371173"/>
            <a:chExt cx="361670" cy="361333"/>
          </a:xfrm>
          <a:solidFill>
            <a:srgbClr val="0076A8"/>
          </a:solidFill>
        </p:grpSpPr>
        <p:sp>
          <p:nvSpPr>
            <p:cNvPr id="591" name="Graphic 4">
              <a:extLst>
                <a:ext uri="{FF2B5EF4-FFF2-40B4-BE49-F238E27FC236}">
                  <a16:creationId xmlns:a16="http://schemas.microsoft.com/office/drawing/2014/main" id="{05169A4E-1F12-F748-96D2-0B3F9C35F245}"/>
                </a:ext>
              </a:extLst>
            </p:cNvPr>
            <p:cNvSpPr/>
            <p:nvPr/>
          </p:nvSpPr>
          <p:spPr>
            <a:xfrm>
              <a:off x="675352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4128" y="349204"/>
                    <a:pt x="180835" y="349204"/>
                  </a:cubicBezTo>
                  <a:close/>
                </a:path>
              </a:pathLst>
            </a:custGeom>
            <a:solidFill>
              <a:srgbClr val="0076A8"/>
            </a:solidFill>
            <a:ln w="6390" cap="flat">
              <a:noFill/>
              <a:prstDash val="solid"/>
              <a:miter/>
            </a:ln>
          </p:spPr>
          <p:txBody>
            <a:bodyPr rtlCol="0" anchor="ctr"/>
            <a:lstStyle/>
            <a:p>
              <a:endParaRPr lang="en-US"/>
            </a:p>
          </p:txBody>
        </p:sp>
        <p:sp>
          <p:nvSpPr>
            <p:cNvPr id="592" name="Graphic 4">
              <a:extLst>
                <a:ext uri="{FF2B5EF4-FFF2-40B4-BE49-F238E27FC236}">
                  <a16:creationId xmlns:a16="http://schemas.microsoft.com/office/drawing/2014/main" id="{A182B905-FAB6-D943-9C5F-7C3BA73CFD8E}"/>
                </a:ext>
              </a:extLst>
            </p:cNvPr>
            <p:cNvSpPr/>
            <p:nvPr/>
          </p:nvSpPr>
          <p:spPr>
            <a:xfrm>
              <a:off x="6818788" y="2535880"/>
              <a:ext cx="232507" cy="111719"/>
            </a:xfrm>
            <a:custGeom>
              <a:avLst/>
              <a:gdLst>
                <a:gd name="connsiteX0" fmla="*/ 225479 w 232507"/>
                <a:gd name="connsiteY0" fmla="*/ 55541 h 111719"/>
                <a:gd name="connsiteX1" fmla="*/ 222922 w 232507"/>
                <a:gd name="connsiteY1" fmla="*/ 55541 h 111719"/>
                <a:gd name="connsiteX2" fmla="*/ 196085 w 232507"/>
                <a:gd name="connsiteY2" fmla="*/ 63840 h 111719"/>
                <a:gd name="connsiteX3" fmla="*/ 153272 w 232507"/>
                <a:gd name="connsiteY3" fmla="*/ 92568 h 111719"/>
                <a:gd name="connsiteX4" fmla="*/ 132824 w 232507"/>
                <a:gd name="connsiteY4" fmla="*/ 98952 h 111719"/>
                <a:gd name="connsiteX5" fmla="*/ 82983 w 232507"/>
                <a:gd name="connsiteY5" fmla="*/ 98952 h 111719"/>
                <a:gd name="connsiteX6" fmla="*/ 71481 w 232507"/>
                <a:gd name="connsiteY6" fmla="*/ 96398 h 111719"/>
                <a:gd name="connsiteX7" fmla="*/ 13332 w 232507"/>
                <a:gd name="connsiteY7" fmla="*/ 70224 h 111719"/>
                <a:gd name="connsiteX8" fmla="*/ 12693 w 232507"/>
                <a:gd name="connsiteY8" fmla="*/ 69585 h 111719"/>
                <a:gd name="connsiteX9" fmla="*/ 13972 w 232507"/>
                <a:gd name="connsiteY9" fmla="*/ 67032 h 111719"/>
                <a:gd name="connsiteX10" fmla="*/ 22278 w 232507"/>
                <a:gd name="connsiteY10" fmla="*/ 63840 h 111719"/>
                <a:gd name="connsiteX11" fmla="*/ 74676 w 232507"/>
                <a:gd name="connsiteY11" fmla="*/ 76608 h 111719"/>
                <a:gd name="connsiteX12" fmla="*/ 76593 w 232507"/>
                <a:gd name="connsiteY12" fmla="*/ 84268 h 111719"/>
                <a:gd name="connsiteX13" fmla="*/ 88095 w 232507"/>
                <a:gd name="connsiteY13" fmla="*/ 91291 h 111719"/>
                <a:gd name="connsiteX14" fmla="*/ 94485 w 232507"/>
                <a:gd name="connsiteY14" fmla="*/ 90014 h 111719"/>
                <a:gd name="connsiteX15" fmla="*/ 126435 w 232507"/>
                <a:gd name="connsiteY15" fmla="*/ 82992 h 111719"/>
                <a:gd name="connsiteX16" fmla="*/ 143048 w 232507"/>
                <a:gd name="connsiteY16" fmla="*/ 75331 h 111719"/>
                <a:gd name="connsiteX17" fmla="*/ 164135 w 232507"/>
                <a:gd name="connsiteY17" fmla="*/ 59371 h 111719"/>
                <a:gd name="connsiteX18" fmla="*/ 165413 w 232507"/>
                <a:gd name="connsiteY18" fmla="*/ 50433 h 111719"/>
                <a:gd name="connsiteX19" fmla="*/ 156467 w 232507"/>
                <a:gd name="connsiteY19" fmla="*/ 49157 h 111719"/>
                <a:gd name="connsiteX20" fmla="*/ 135381 w 232507"/>
                <a:gd name="connsiteY20" fmla="*/ 65117 h 111719"/>
                <a:gd name="connsiteX21" fmla="*/ 123240 w 232507"/>
                <a:gd name="connsiteY21" fmla="*/ 70862 h 111719"/>
                <a:gd name="connsiteX22" fmla="*/ 90651 w 232507"/>
                <a:gd name="connsiteY22" fmla="*/ 77884 h 111719"/>
                <a:gd name="connsiteX23" fmla="*/ 86816 w 232507"/>
                <a:gd name="connsiteY23" fmla="*/ 78523 h 111719"/>
                <a:gd name="connsiteX24" fmla="*/ 93206 w 232507"/>
                <a:gd name="connsiteY24" fmla="*/ 65117 h 111719"/>
                <a:gd name="connsiteX25" fmla="*/ 120045 w 232507"/>
                <a:gd name="connsiteY25" fmla="*/ 51710 h 111719"/>
                <a:gd name="connsiteX26" fmla="*/ 123240 w 232507"/>
                <a:gd name="connsiteY26" fmla="*/ 48518 h 111719"/>
                <a:gd name="connsiteX27" fmla="*/ 164774 w 232507"/>
                <a:gd name="connsiteY27" fmla="*/ 12768 h 111719"/>
                <a:gd name="connsiteX28" fmla="*/ 222922 w 232507"/>
                <a:gd name="connsiteY28" fmla="*/ 12768 h 111719"/>
                <a:gd name="connsiteX29" fmla="*/ 229312 w 232507"/>
                <a:gd name="connsiteY29" fmla="*/ 6384 h 111719"/>
                <a:gd name="connsiteX30" fmla="*/ 222922 w 232507"/>
                <a:gd name="connsiteY30" fmla="*/ 0 h 111719"/>
                <a:gd name="connsiteX31" fmla="*/ 164774 w 232507"/>
                <a:gd name="connsiteY31" fmla="*/ 0 h 111719"/>
                <a:gd name="connsiteX32" fmla="*/ 113016 w 232507"/>
                <a:gd name="connsiteY32" fmla="*/ 40219 h 111719"/>
                <a:gd name="connsiteX33" fmla="*/ 84900 w 232507"/>
                <a:gd name="connsiteY33" fmla="*/ 54902 h 111719"/>
                <a:gd name="connsiteX34" fmla="*/ 77232 w 232507"/>
                <a:gd name="connsiteY34" fmla="*/ 64478 h 111719"/>
                <a:gd name="connsiteX35" fmla="*/ 24196 w 232507"/>
                <a:gd name="connsiteY35" fmla="*/ 51710 h 111719"/>
                <a:gd name="connsiteX36" fmla="*/ 23557 w 232507"/>
                <a:gd name="connsiteY36" fmla="*/ 51710 h 111719"/>
                <a:gd name="connsiteX37" fmla="*/ 552 w 232507"/>
                <a:gd name="connsiteY37" fmla="*/ 65755 h 111719"/>
                <a:gd name="connsiteX38" fmla="*/ 8221 w 232507"/>
                <a:gd name="connsiteY38" fmla="*/ 81715 h 111719"/>
                <a:gd name="connsiteX39" fmla="*/ 66369 w 232507"/>
                <a:gd name="connsiteY39" fmla="*/ 107889 h 111719"/>
                <a:gd name="connsiteX40" fmla="*/ 83621 w 232507"/>
                <a:gd name="connsiteY40" fmla="*/ 111720 h 111719"/>
                <a:gd name="connsiteX41" fmla="*/ 133463 w 232507"/>
                <a:gd name="connsiteY41" fmla="*/ 111720 h 111719"/>
                <a:gd name="connsiteX42" fmla="*/ 160940 w 232507"/>
                <a:gd name="connsiteY42" fmla="*/ 103420 h 111719"/>
                <a:gd name="connsiteX43" fmla="*/ 203753 w 232507"/>
                <a:gd name="connsiteY43" fmla="*/ 74692 h 111719"/>
                <a:gd name="connsiteX44" fmla="*/ 223561 w 232507"/>
                <a:gd name="connsiteY44" fmla="*/ 68947 h 111719"/>
                <a:gd name="connsiteX45" fmla="*/ 226117 w 232507"/>
                <a:gd name="connsiteY45" fmla="*/ 68947 h 111719"/>
                <a:gd name="connsiteX46" fmla="*/ 232507 w 232507"/>
                <a:gd name="connsiteY46" fmla="*/ 62563 h 111719"/>
                <a:gd name="connsiteX47" fmla="*/ 225479 w 232507"/>
                <a:gd name="connsiteY47" fmla="*/ 55541 h 11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32507" h="111719">
                  <a:moveTo>
                    <a:pt x="225479" y="55541"/>
                  </a:moveTo>
                  <a:lnTo>
                    <a:pt x="222922" y="55541"/>
                  </a:lnTo>
                  <a:cubicBezTo>
                    <a:pt x="213338" y="55541"/>
                    <a:pt x="203753" y="58094"/>
                    <a:pt x="196085" y="63840"/>
                  </a:cubicBezTo>
                  <a:lnTo>
                    <a:pt x="153272" y="92568"/>
                  </a:lnTo>
                  <a:cubicBezTo>
                    <a:pt x="147521" y="96398"/>
                    <a:pt x="140492" y="98952"/>
                    <a:pt x="132824" y="98952"/>
                  </a:cubicBezTo>
                  <a:lnTo>
                    <a:pt x="82983" y="98952"/>
                  </a:lnTo>
                  <a:cubicBezTo>
                    <a:pt x="79149" y="98952"/>
                    <a:pt x="74676" y="98313"/>
                    <a:pt x="71481" y="96398"/>
                  </a:cubicBezTo>
                  <a:lnTo>
                    <a:pt x="13332" y="70224"/>
                  </a:lnTo>
                  <a:cubicBezTo>
                    <a:pt x="12693" y="70224"/>
                    <a:pt x="12693" y="69585"/>
                    <a:pt x="12693" y="69585"/>
                  </a:cubicBezTo>
                  <a:cubicBezTo>
                    <a:pt x="12693" y="69585"/>
                    <a:pt x="12693" y="68308"/>
                    <a:pt x="13972" y="67032"/>
                  </a:cubicBezTo>
                  <a:cubicBezTo>
                    <a:pt x="14611" y="66393"/>
                    <a:pt x="17167" y="63840"/>
                    <a:pt x="22278" y="63840"/>
                  </a:cubicBezTo>
                  <a:lnTo>
                    <a:pt x="74676" y="76608"/>
                  </a:lnTo>
                  <a:cubicBezTo>
                    <a:pt x="74676" y="79161"/>
                    <a:pt x="75315" y="82353"/>
                    <a:pt x="76593" y="84268"/>
                  </a:cubicBezTo>
                  <a:cubicBezTo>
                    <a:pt x="77871" y="86184"/>
                    <a:pt x="81066" y="91291"/>
                    <a:pt x="88095" y="91291"/>
                  </a:cubicBezTo>
                  <a:cubicBezTo>
                    <a:pt x="90011" y="91291"/>
                    <a:pt x="91929" y="90652"/>
                    <a:pt x="94485" y="90014"/>
                  </a:cubicBezTo>
                  <a:lnTo>
                    <a:pt x="126435" y="82992"/>
                  </a:lnTo>
                  <a:cubicBezTo>
                    <a:pt x="132824" y="81715"/>
                    <a:pt x="138576" y="79161"/>
                    <a:pt x="143048" y="75331"/>
                  </a:cubicBezTo>
                  <a:lnTo>
                    <a:pt x="164135" y="59371"/>
                  </a:lnTo>
                  <a:cubicBezTo>
                    <a:pt x="166691" y="57456"/>
                    <a:pt x="167330" y="52987"/>
                    <a:pt x="165413" y="50433"/>
                  </a:cubicBezTo>
                  <a:cubicBezTo>
                    <a:pt x="163496" y="47880"/>
                    <a:pt x="159023" y="47241"/>
                    <a:pt x="156467" y="49157"/>
                  </a:cubicBezTo>
                  <a:lnTo>
                    <a:pt x="135381" y="65117"/>
                  </a:lnTo>
                  <a:cubicBezTo>
                    <a:pt x="132186" y="67670"/>
                    <a:pt x="127712" y="69585"/>
                    <a:pt x="123240" y="70862"/>
                  </a:cubicBezTo>
                  <a:lnTo>
                    <a:pt x="90651" y="77884"/>
                  </a:lnTo>
                  <a:cubicBezTo>
                    <a:pt x="88095" y="78523"/>
                    <a:pt x="86816" y="78523"/>
                    <a:pt x="86816" y="78523"/>
                  </a:cubicBezTo>
                  <a:cubicBezTo>
                    <a:pt x="85539" y="76608"/>
                    <a:pt x="87456" y="69585"/>
                    <a:pt x="93206" y="65117"/>
                  </a:cubicBezTo>
                  <a:cubicBezTo>
                    <a:pt x="99596" y="60009"/>
                    <a:pt x="109821" y="55541"/>
                    <a:pt x="120045" y="51710"/>
                  </a:cubicBezTo>
                  <a:cubicBezTo>
                    <a:pt x="121322" y="51072"/>
                    <a:pt x="122601" y="49795"/>
                    <a:pt x="123240" y="48518"/>
                  </a:cubicBezTo>
                  <a:cubicBezTo>
                    <a:pt x="123240" y="47880"/>
                    <a:pt x="139214" y="14045"/>
                    <a:pt x="164774" y="12768"/>
                  </a:cubicBezTo>
                  <a:lnTo>
                    <a:pt x="222922" y="12768"/>
                  </a:lnTo>
                  <a:cubicBezTo>
                    <a:pt x="226756" y="12768"/>
                    <a:pt x="229312" y="10214"/>
                    <a:pt x="229312" y="6384"/>
                  </a:cubicBezTo>
                  <a:cubicBezTo>
                    <a:pt x="229312" y="2554"/>
                    <a:pt x="226756" y="0"/>
                    <a:pt x="222922" y="0"/>
                  </a:cubicBezTo>
                  <a:lnTo>
                    <a:pt x="164774" y="0"/>
                  </a:lnTo>
                  <a:cubicBezTo>
                    <a:pt x="136019" y="1277"/>
                    <a:pt x="117488" y="31281"/>
                    <a:pt x="113016" y="40219"/>
                  </a:cubicBezTo>
                  <a:cubicBezTo>
                    <a:pt x="102152" y="44049"/>
                    <a:pt x="92568" y="48518"/>
                    <a:pt x="84900" y="54902"/>
                  </a:cubicBezTo>
                  <a:cubicBezTo>
                    <a:pt x="81705" y="57456"/>
                    <a:pt x="79149" y="60648"/>
                    <a:pt x="77232" y="64478"/>
                  </a:cubicBezTo>
                  <a:lnTo>
                    <a:pt x="24196" y="51710"/>
                  </a:lnTo>
                  <a:cubicBezTo>
                    <a:pt x="24196" y="51710"/>
                    <a:pt x="23557" y="51710"/>
                    <a:pt x="23557" y="51710"/>
                  </a:cubicBezTo>
                  <a:cubicBezTo>
                    <a:pt x="11416" y="50433"/>
                    <a:pt x="2470" y="58094"/>
                    <a:pt x="552" y="65755"/>
                  </a:cubicBezTo>
                  <a:cubicBezTo>
                    <a:pt x="-1364" y="72139"/>
                    <a:pt x="1831" y="78523"/>
                    <a:pt x="8221" y="81715"/>
                  </a:cubicBezTo>
                  <a:lnTo>
                    <a:pt x="66369" y="107889"/>
                  </a:lnTo>
                  <a:cubicBezTo>
                    <a:pt x="71481" y="110443"/>
                    <a:pt x="77232" y="111720"/>
                    <a:pt x="83621" y="111720"/>
                  </a:cubicBezTo>
                  <a:lnTo>
                    <a:pt x="133463" y="111720"/>
                  </a:lnTo>
                  <a:cubicBezTo>
                    <a:pt x="143048" y="111720"/>
                    <a:pt x="152633" y="109166"/>
                    <a:pt x="160940" y="103420"/>
                  </a:cubicBezTo>
                  <a:lnTo>
                    <a:pt x="203753" y="74692"/>
                  </a:lnTo>
                  <a:cubicBezTo>
                    <a:pt x="209504" y="70862"/>
                    <a:pt x="216532" y="68947"/>
                    <a:pt x="223561" y="68947"/>
                  </a:cubicBezTo>
                  <a:lnTo>
                    <a:pt x="226117" y="68947"/>
                  </a:lnTo>
                  <a:cubicBezTo>
                    <a:pt x="229951" y="68947"/>
                    <a:pt x="232507" y="66393"/>
                    <a:pt x="232507" y="62563"/>
                  </a:cubicBezTo>
                  <a:cubicBezTo>
                    <a:pt x="232507" y="58733"/>
                    <a:pt x="229312" y="55541"/>
                    <a:pt x="225479" y="55541"/>
                  </a:cubicBezTo>
                  <a:close/>
                </a:path>
              </a:pathLst>
            </a:custGeom>
            <a:solidFill>
              <a:srgbClr val="0076A8"/>
            </a:solidFill>
            <a:ln w="6390" cap="flat">
              <a:noFill/>
              <a:prstDash val="solid"/>
              <a:miter/>
            </a:ln>
          </p:spPr>
          <p:txBody>
            <a:bodyPr rtlCol="0" anchor="ctr"/>
            <a:lstStyle/>
            <a:p>
              <a:endParaRPr lang="en-US"/>
            </a:p>
          </p:txBody>
        </p:sp>
        <p:sp>
          <p:nvSpPr>
            <p:cNvPr id="593" name="Graphic 4">
              <a:extLst>
                <a:ext uri="{FF2B5EF4-FFF2-40B4-BE49-F238E27FC236}">
                  <a16:creationId xmlns:a16="http://schemas.microsoft.com/office/drawing/2014/main" id="{5DCBE66F-8462-054F-AC56-6786B9BD3C36}"/>
                </a:ext>
              </a:extLst>
            </p:cNvPr>
            <p:cNvSpPr/>
            <p:nvPr/>
          </p:nvSpPr>
          <p:spPr>
            <a:xfrm>
              <a:off x="6817424" y="2456080"/>
              <a:ext cx="232506" cy="111719"/>
            </a:xfrm>
            <a:custGeom>
              <a:avLst/>
              <a:gdLst>
                <a:gd name="connsiteX0" fmla="*/ 7668 w 232506"/>
                <a:gd name="connsiteY0" fmla="*/ 56179 h 111719"/>
                <a:gd name="connsiteX1" fmla="*/ 10224 w 232506"/>
                <a:gd name="connsiteY1" fmla="*/ 56179 h 111719"/>
                <a:gd name="connsiteX2" fmla="*/ 37061 w 232506"/>
                <a:gd name="connsiteY2" fmla="*/ 47880 h 111719"/>
                <a:gd name="connsiteX3" fmla="*/ 79874 w 232506"/>
                <a:gd name="connsiteY3" fmla="*/ 19152 h 111719"/>
                <a:gd name="connsiteX4" fmla="*/ 100322 w 232506"/>
                <a:gd name="connsiteY4" fmla="*/ 12768 h 111719"/>
                <a:gd name="connsiteX5" fmla="*/ 150164 w 232506"/>
                <a:gd name="connsiteY5" fmla="*/ 12768 h 111719"/>
                <a:gd name="connsiteX6" fmla="*/ 161665 w 232506"/>
                <a:gd name="connsiteY6" fmla="*/ 15322 h 111719"/>
                <a:gd name="connsiteX7" fmla="*/ 219814 w 232506"/>
                <a:gd name="connsiteY7" fmla="*/ 41496 h 111719"/>
                <a:gd name="connsiteX8" fmla="*/ 220453 w 232506"/>
                <a:gd name="connsiteY8" fmla="*/ 42134 h 111719"/>
                <a:gd name="connsiteX9" fmla="*/ 219174 w 232506"/>
                <a:gd name="connsiteY9" fmla="*/ 44688 h 111719"/>
                <a:gd name="connsiteX10" fmla="*/ 210868 w 232506"/>
                <a:gd name="connsiteY10" fmla="*/ 47880 h 111719"/>
                <a:gd name="connsiteX11" fmla="*/ 158470 w 232506"/>
                <a:gd name="connsiteY11" fmla="*/ 35112 h 111719"/>
                <a:gd name="connsiteX12" fmla="*/ 156553 w 232506"/>
                <a:gd name="connsiteY12" fmla="*/ 27451 h 111719"/>
                <a:gd name="connsiteX13" fmla="*/ 138022 w 232506"/>
                <a:gd name="connsiteY13" fmla="*/ 21706 h 111719"/>
                <a:gd name="connsiteX14" fmla="*/ 106073 w 232506"/>
                <a:gd name="connsiteY14" fmla="*/ 28728 h 111719"/>
                <a:gd name="connsiteX15" fmla="*/ 89459 w 232506"/>
                <a:gd name="connsiteY15" fmla="*/ 36389 h 111719"/>
                <a:gd name="connsiteX16" fmla="*/ 68372 w 232506"/>
                <a:gd name="connsiteY16" fmla="*/ 52349 h 111719"/>
                <a:gd name="connsiteX17" fmla="*/ 67094 w 232506"/>
                <a:gd name="connsiteY17" fmla="*/ 61286 h 111719"/>
                <a:gd name="connsiteX18" fmla="*/ 76040 w 232506"/>
                <a:gd name="connsiteY18" fmla="*/ 62563 h 111719"/>
                <a:gd name="connsiteX19" fmla="*/ 97127 w 232506"/>
                <a:gd name="connsiteY19" fmla="*/ 46603 h 111719"/>
                <a:gd name="connsiteX20" fmla="*/ 109268 w 232506"/>
                <a:gd name="connsiteY20" fmla="*/ 40857 h 111719"/>
                <a:gd name="connsiteX21" fmla="*/ 141856 w 232506"/>
                <a:gd name="connsiteY21" fmla="*/ 33835 h 111719"/>
                <a:gd name="connsiteX22" fmla="*/ 145690 w 232506"/>
                <a:gd name="connsiteY22" fmla="*/ 33197 h 111719"/>
                <a:gd name="connsiteX23" fmla="*/ 139300 w 232506"/>
                <a:gd name="connsiteY23" fmla="*/ 46603 h 111719"/>
                <a:gd name="connsiteX24" fmla="*/ 112463 w 232506"/>
                <a:gd name="connsiteY24" fmla="*/ 60009 h 111719"/>
                <a:gd name="connsiteX25" fmla="*/ 109268 w 232506"/>
                <a:gd name="connsiteY25" fmla="*/ 63201 h 111719"/>
                <a:gd name="connsiteX26" fmla="*/ 67733 w 232506"/>
                <a:gd name="connsiteY26" fmla="*/ 98952 h 111719"/>
                <a:gd name="connsiteX27" fmla="*/ 9585 w 232506"/>
                <a:gd name="connsiteY27" fmla="*/ 98952 h 111719"/>
                <a:gd name="connsiteX28" fmla="*/ 3195 w 232506"/>
                <a:gd name="connsiteY28" fmla="*/ 105336 h 111719"/>
                <a:gd name="connsiteX29" fmla="*/ 9585 w 232506"/>
                <a:gd name="connsiteY29" fmla="*/ 111720 h 111719"/>
                <a:gd name="connsiteX30" fmla="*/ 67733 w 232506"/>
                <a:gd name="connsiteY30" fmla="*/ 111720 h 111719"/>
                <a:gd name="connsiteX31" fmla="*/ 119492 w 232506"/>
                <a:gd name="connsiteY31" fmla="*/ 71500 h 111719"/>
                <a:gd name="connsiteX32" fmla="*/ 147607 w 232506"/>
                <a:gd name="connsiteY32" fmla="*/ 56817 h 111719"/>
                <a:gd name="connsiteX33" fmla="*/ 155275 w 232506"/>
                <a:gd name="connsiteY33" fmla="*/ 47241 h 111719"/>
                <a:gd name="connsiteX34" fmla="*/ 208312 w 232506"/>
                <a:gd name="connsiteY34" fmla="*/ 60009 h 111719"/>
                <a:gd name="connsiteX35" fmla="*/ 208951 w 232506"/>
                <a:gd name="connsiteY35" fmla="*/ 60009 h 111719"/>
                <a:gd name="connsiteX36" fmla="*/ 211507 w 232506"/>
                <a:gd name="connsiteY36" fmla="*/ 60009 h 111719"/>
                <a:gd name="connsiteX37" fmla="*/ 231954 w 232506"/>
                <a:gd name="connsiteY37" fmla="*/ 45965 h 111719"/>
                <a:gd name="connsiteX38" fmla="*/ 224287 w 232506"/>
                <a:gd name="connsiteY38" fmla="*/ 30005 h 111719"/>
                <a:gd name="connsiteX39" fmla="*/ 166138 w 232506"/>
                <a:gd name="connsiteY39" fmla="*/ 3830 h 111719"/>
                <a:gd name="connsiteX40" fmla="*/ 148885 w 232506"/>
                <a:gd name="connsiteY40" fmla="*/ 0 h 111719"/>
                <a:gd name="connsiteX41" fmla="*/ 99044 w 232506"/>
                <a:gd name="connsiteY41" fmla="*/ 0 h 111719"/>
                <a:gd name="connsiteX42" fmla="*/ 71567 w 232506"/>
                <a:gd name="connsiteY42" fmla="*/ 8299 h 111719"/>
                <a:gd name="connsiteX43" fmla="*/ 28755 w 232506"/>
                <a:gd name="connsiteY43" fmla="*/ 37027 h 111719"/>
                <a:gd name="connsiteX44" fmla="*/ 8946 w 232506"/>
                <a:gd name="connsiteY44" fmla="*/ 42773 h 111719"/>
                <a:gd name="connsiteX45" fmla="*/ 6390 w 232506"/>
                <a:gd name="connsiteY45" fmla="*/ 42773 h 111719"/>
                <a:gd name="connsiteX46" fmla="*/ 0 w 232506"/>
                <a:gd name="connsiteY46" fmla="*/ 49157 h 111719"/>
                <a:gd name="connsiteX47" fmla="*/ 7668 w 232506"/>
                <a:gd name="connsiteY47" fmla="*/ 56179 h 11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32506" h="111719">
                  <a:moveTo>
                    <a:pt x="7668" y="56179"/>
                  </a:moveTo>
                  <a:lnTo>
                    <a:pt x="10224" y="56179"/>
                  </a:lnTo>
                  <a:cubicBezTo>
                    <a:pt x="19809" y="56179"/>
                    <a:pt x="29394" y="53625"/>
                    <a:pt x="37061" y="47880"/>
                  </a:cubicBezTo>
                  <a:lnTo>
                    <a:pt x="79874" y="19152"/>
                  </a:lnTo>
                  <a:cubicBezTo>
                    <a:pt x="85625" y="15322"/>
                    <a:pt x="92654" y="12768"/>
                    <a:pt x="100322" y="12768"/>
                  </a:cubicBezTo>
                  <a:lnTo>
                    <a:pt x="150164" y="12768"/>
                  </a:lnTo>
                  <a:cubicBezTo>
                    <a:pt x="153997" y="12768"/>
                    <a:pt x="158470" y="13406"/>
                    <a:pt x="161665" y="15322"/>
                  </a:cubicBezTo>
                  <a:lnTo>
                    <a:pt x="219814" y="41496"/>
                  </a:lnTo>
                  <a:cubicBezTo>
                    <a:pt x="220453" y="41496"/>
                    <a:pt x="220453" y="42134"/>
                    <a:pt x="220453" y="42134"/>
                  </a:cubicBezTo>
                  <a:cubicBezTo>
                    <a:pt x="220453" y="42134"/>
                    <a:pt x="220453" y="43411"/>
                    <a:pt x="219174" y="44688"/>
                  </a:cubicBezTo>
                  <a:cubicBezTo>
                    <a:pt x="218536" y="45326"/>
                    <a:pt x="215979" y="47880"/>
                    <a:pt x="210868" y="47880"/>
                  </a:cubicBezTo>
                  <a:lnTo>
                    <a:pt x="158470" y="35112"/>
                  </a:lnTo>
                  <a:cubicBezTo>
                    <a:pt x="158470" y="32558"/>
                    <a:pt x="157831" y="29366"/>
                    <a:pt x="156553" y="27451"/>
                  </a:cubicBezTo>
                  <a:cubicBezTo>
                    <a:pt x="155275" y="24897"/>
                    <a:pt x="150164" y="17875"/>
                    <a:pt x="138022" y="21706"/>
                  </a:cubicBezTo>
                  <a:lnTo>
                    <a:pt x="106073" y="28728"/>
                  </a:lnTo>
                  <a:cubicBezTo>
                    <a:pt x="99683" y="30005"/>
                    <a:pt x="93932" y="32558"/>
                    <a:pt x="89459" y="36389"/>
                  </a:cubicBezTo>
                  <a:lnTo>
                    <a:pt x="68372" y="52349"/>
                  </a:lnTo>
                  <a:cubicBezTo>
                    <a:pt x="65816" y="54264"/>
                    <a:pt x="65177" y="58733"/>
                    <a:pt x="67094" y="61286"/>
                  </a:cubicBezTo>
                  <a:cubicBezTo>
                    <a:pt x="69011" y="63840"/>
                    <a:pt x="73484" y="64478"/>
                    <a:pt x="76040" y="62563"/>
                  </a:cubicBezTo>
                  <a:lnTo>
                    <a:pt x="97127" y="46603"/>
                  </a:lnTo>
                  <a:cubicBezTo>
                    <a:pt x="100322" y="44049"/>
                    <a:pt x="104795" y="42134"/>
                    <a:pt x="109268" y="40857"/>
                  </a:cubicBezTo>
                  <a:lnTo>
                    <a:pt x="141856" y="33835"/>
                  </a:lnTo>
                  <a:cubicBezTo>
                    <a:pt x="144412" y="33197"/>
                    <a:pt x="145690" y="33197"/>
                    <a:pt x="145690" y="33197"/>
                  </a:cubicBezTo>
                  <a:cubicBezTo>
                    <a:pt x="146969" y="35112"/>
                    <a:pt x="145051" y="42134"/>
                    <a:pt x="139300" y="46603"/>
                  </a:cubicBezTo>
                  <a:cubicBezTo>
                    <a:pt x="132910" y="51710"/>
                    <a:pt x="122686" y="56179"/>
                    <a:pt x="112463" y="60009"/>
                  </a:cubicBezTo>
                  <a:cubicBezTo>
                    <a:pt x="111185" y="60648"/>
                    <a:pt x="109907" y="61925"/>
                    <a:pt x="109268" y="63201"/>
                  </a:cubicBezTo>
                  <a:cubicBezTo>
                    <a:pt x="109268" y="63840"/>
                    <a:pt x="93293" y="97675"/>
                    <a:pt x="67733" y="98952"/>
                  </a:cubicBezTo>
                  <a:lnTo>
                    <a:pt x="9585" y="98952"/>
                  </a:lnTo>
                  <a:cubicBezTo>
                    <a:pt x="5751" y="98952"/>
                    <a:pt x="3195" y="101505"/>
                    <a:pt x="3195" y="105336"/>
                  </a:cubicBezTo>
                  <a:cubicBezTo>
                    <a:pt x="3195" y="109166"/>
                    <a:pt x="5751" y="111720"/>
                    <a:pt x="9585" y="111720"/>
                  </a:cubicBezTo>
                  <a:lnTo>
                    <a:pt x="67733" y="111720"/>
                  </a:lnTo>
                  <a:cubicBezTo>
                    <a:pt x="96488" y="110443"/>
                    <a:pt x="115019" y="80438"/>
                    <a:pt x="119492" y="71500"/>
                  </a:cubicBezTo>
                  <a:cubicBezTo>
                    <a:pt x="130355" y="67670"/>
                    <a:pt x="139940" y="63201"/>
                    <a:pt x="147607" y="56817"/>
                  </a:cubicBezTo>
                  <a:cubicBezTo>
                    <a:pt x="150802" y="54264"/>
                    <a:pt x="153358" y="51072"/>
                    <a:pt x="155275" y="47241"/>
                  </a:cubicBezTo>
                  <a:lnTo>
                    <a:pt x="208312" y="60009"/>
                  </a:lnTo>
                  <a:cubicBezTo>
                    <a:pt x="208312" y="60009"/>
                    <a:pt x="208951" y="60009"/>
                    <a:pt x="208951" y="60009"/>
                  </a:cubicBezTo>
                  <a:cubicBezTo>
                    <a:pt x="209589" y="60009"/>
                    <a:pt x="210868" y="60009"/>
                    <a:pt x="211507" y="60009"/>
                  </a:cubicBezTo>
                  <a:cubicBezTo>
                    <a:pt x="222369" y="60009"/>
                    <a:pt x="230038" y="52987"/>
                    <a:pt x="231954" y="45965"/>
                  </a:cubicBezTo>
                  <a:cubicBezTo>
                    <a:pt x="233872" y="39581"/>
                    <a:pt x="230677" y="33197"/>
                    <a:pt x="224287" y="30005"/>
                  </a:cubicBezTo>
                  <a:lnTo>
                    <a:pt x="166138" y="3830"/>
                  </a:lnTo>
                  <a:cubicBezTo>
                    <a:pt x="161026" y="1277"/>
                    <a:pt x="155275" y="0"/>
                    <a:pt x="148885" y="0"/>
                  </a:cubicBezTo>
                  <a:lnTo>
                    <a:pt x="99044" y="0"/>
                  </a:lnTo>
                  <a:cubicBezTo>
                    <a:pt x="89459" y="0"/>
                    <a:pt x="79874" y="2554"/>
                    <a:pt x="71567" y="8299"/>
                  </a:cubicBezTo>
                  <a:lnTo>
                    <a:pt x="28755" y="37027"/>
                  </a:lnTo>
                  <a:cubicBezTo>
                    <a:pt x="23004" y="40857"/>
                    <a:pt x="15975" y="42773"/>
                    <a:pt x="8946" y="42773"/>
                  </a:cubicBezTo>
                  <a:lnTo>
                    <a:pt x="6390" y="42773"/>
                  </a:lnTo>
                  <a:cubicBezTo>
                    <a:pt x="2556" y="42773"/>
                    <a:pt x="0" y="45326"/>
                    <a:pt x="0" y="49157"/>
                  </a:cubicBezTo>
                  <a:cubicBezTo>
                    <a:pt x="0" y="52987"/>
                    <a:pt x="3834" y="56179"/>
                    <a:pt x="7668" y="56179"/>
                  </a:cubicBezTo>
                  <a:close/>
                </a:path>
              </a:pathLst>
            </a:custGeom>
            <a:solidFill>
              <a:srgbClr val="0076A8"/>
            </a:solidFill>
            <a:ln w="6390" cap="flat">
              <a:noFill/>
              <a:prstDash val="solid"/>
              <a:miter/>
            </a:ln>
          </p:spPr>
          <p:txBody>
            <a:bodyPr rtlCol="0" anchor="ctr"/>
            <a:lstStyle/>
            <a:p>
              <a:endParaRPr lang="en-US"/>
            </a:p>
          </p:txBody>
        </p:sp>
      </p:grpSp>
      <p:grpSp>
        <p:nvGrpSpPr>
          <p:cNvPr id="594" name="Graphic 4">
            <a:extLst>
              <a:ext uri="{FF2B5EF4-FFF2-40B4-BE49-F238E27FC236}">
                <a16:creationId xmlns:a16="http://schemas.microsoft.com/office/drawing/2014/main" id="{AE02EAAF-E16E-EC4F-BE15-B242D110C192}"/>
              </a:ext>
            </a:extLst>
          </p:cNvPr>
          <p:cNvGrpSpPr>
            <a:grpSpLocks noChangeAspect="1"/>
          </p:cNvGrpSpPr>
          <p:nvPr/>
        </p:nvGrpSpPr>
        <p:grpSpPr>
          <a:xfrm>
            <a:off x="5708769" y="4792617"/>
            <a:ext cx="361670" cy="361333"/>
            <a:chOff x="5708769" y="4792617"/>
            <a:chExt cx="361670" cy="361333"/>
          </a:xfrm>
          <a:solidFill>
            <a:srgbClr val="0076A8"/>
          </a:solidFill>
        </p:grpSpPr>
        <p:sp>
          <p:nvSpPr>
            <p:cNvPr id="595" name="Graphic 4">
              <a:extLst>
                <a:ext uri="{FF2B5EF4-FFF2-40B4-BE49-F238E27FC236}">
                  <a16:creationId xmlns:a16="http://schemas.microsoft.com/office/drawing/2014/main" id="{97079D7B-F3AD-0F48-8D6D-BCE2FBC24F9C}"/>
                </a:ext>
              </a:extLst>
            </p:cNvPr>
            <p:cNvSpPr/>
            <p:nvPr/>
          </p:nvSpPr>
          <p:spPr>
            <a:xfrm>
              <a:off x="5708769"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4"/>
                    <a:pt x="180835" y="361334"/>
                  </a:cubicBezTo>
                  <a:cubicBezTo>
                    <a:pt x="281157" y="361334"/>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7"/>
                    <a:pt x="180835" y="13407"/>
                  </a:cubicBezTo>
                  <a:cubicBezTo>
                    <a:pt x="273489" y="13407"/>
                    <a:pt x="348890" y="88738"/>
                    <a:pt x="348890" y="181305"/>
                  </a:cubicBezTo>
                  <a:cubicBezTo>
                    <a:pt x="348890" y="273873"/>
                    <a:pt x="273489" y="349204"/>
                    <a:pt x="180835" y="349204"/>
                  </a:cubicBezTo>
                  <a:close/>
                </a:path>
              </a:pathLst>
            </a:custGeom>
            <a:solidFill>
              <a:srgbClr val="0076A8"/>
            </a:solidFill>
            <a:ln w="6390" cap="flat">
              <a:noFill/>
              <a:prstDash val="solid"/>
              <a:miter/>
            </a:ln>
          </p:spPr>
          <p:txBody>
            <a:bodyPr rtlCol="0" anchor="ctr"/>
            <a:lstStyle/>
            <a:p>
              <a:endParaRPr lang="en-US"/>
            </a:p>
          </p:txBody>
        </p:sp>
        <p:sp>
          <p:nvSpPr>
            <p:cNvPr id="596" name="Graphic 4">
              <a:extLst>
                <a:ext uri="{FF2B5EF4-FFF2-40B4-BE49-F238E27FC236}">
                  <a16:creationId xmlns:a16="http://schemas.microsoft.com/office/drawing/2014/main" id="{D3055332-B2FC-6548-ACDB-9049981AE183}"/>
                </a:ext>
              </a:extLst>
            </p:cNvPr>
            <p:cNvSpPr/>
            <p:nvPr/>
          </p:nvSpPr>
          <p:spPr>
            <a:xfrm>
              <a:off x="5791337" y="4872976"/>
              <a:ext cx="219036" cy="223519"/>
            </a:xfrm>
            <a:custGeom>
              <a:avLst/>
              <a:gdLst>
                <a:gd name="connsiteX0" fmla="*/ 212008 w 219036"/>
                <a:gd name="connsiteY0" fmla="*/ 114992 h 223519"/>
                <a:gd name="connsiteX1" fmla="*/ 194116 w 219036"/>
                <a:gd name="connsiteY1" fmla="*/ 114992 h 223519"/>
                <a:gd name="connsiteX2" fmla="*/ 180697 w 219036"/>
                <a:gd name="connsiteY2" fmla="*/ 120099 h 223519"/>
                <a:gd name="connsiteX3" fmla="*/ 160250 w 219036"/>
                <a:gd name="connsiteY3" fmla="*/ 128398 h 223519"/>
                <a:gd name="connsiteX4" fmla="*/ 154499 w 219036"/>
                <a:gd name="connsiteY4" fmla="*/ 107969 h 223519"/>
                <a:gd name="connsiteX5" fmla="*/ 124466 w 219036"/>
                <a:gd name="connsiteY5" fmla="*/ 59451 h 223519"/>
                <a:gd name="connsiteX6" fmla="*/ 114242 w 219036"/>
                <a:gd name="connsiteY6" fmla="*/ 54982 h 223519"/>
                <a:gd name="connsiteX7" fmla="*/ 106574 w 219036"/>
                <a:gd name="connsiteY7" fmla="*/ 58174 h 223519"/>
                <a:gd name="connsiteX8" fmla="*/ 105935 w 219036"/>
                <a:gd name="connsiteY8" fmla="*/ 58813 h 223519"/>
                <a:gd name="connsiteX9" fmla="*/ 100184 w 219036"/>
                <a:gd name="connsiteY9" fmla="*/ 64558 h 223519"/>
                <a:gd name="connsiteX10" fmla="*/ 93155 w 219036"/>
                <a:gd name="connsiteY10" fmla="*/ 53067 h 223519"/>
                <a:gd name="connsiteX11" fmla="*/ 135968 w 219036"/>
                <a:gd name="connsiteY11" fmla="*/ 53067 h 223519"/>
                <a:gd name="connsiteX12" fmla="*/ 165362 w 219036"/>
                <a:gd name="connsiteY12" fmla="*/ 82433 h 223519"/>
                <a:gd name="connsiteX13" fmla="*/ 167917 w 219036"/>
                <a:gd name="connsiteY13" fmla="*/ 83072 h 223519"/>
                <a:gd name="connsiteX14" fmla="*/ 173669 w 219036"/>
                <a:gd name="connsiteY14" fmla="*/ 79241 h 223519"/>
                <a:gd name="connsiteX15" fmla="*/ 169835 w 219036"/>
                <a:gd name="connsiteY15" fmla="*/ 70942 h 223519"/>
                <a:gd name="connsiteX16" fmla="*/ 148109 w 219036"/>
                <a:gd name="connsiteY16" fmla="*/ 49237 h 223519"/>
                <a:gd name="connsiteX17" fmla="*/ 146831 w 219036"/>
                <a:gd name="connsiteY17" fmla="*/ 46045 h 223519"/>
                <a:gd name="connsiteX18" fmla="*/ 146831 w 219036"/>
                <a:gd name="connsiteY18" fmla="*/ 45406 h 223519"/>
                <a:gd name="connsiteX19" fmla="*/ 146192 w 219036"/>
                <a:gd name="connsiteY19" fmla="*/ 44768 h 223519"/>
                <a:gd name="connsiteX20" fmla="*/ 145553 w 219036"/>
                <a:gd name="connsiteY20" fmla="*/ 44129 h 223519"/>
                <a:gd name="connsiteX21" fmla="*/ 144914 w 219036"/>
                <a:gd name="connsiteY21" fmla="*/ 43491 h 223519"/>
                <a:gd name="connsiteX22" fmla="*/ 144275 w 219036"/>
                <a:gd name="connsiteY22" fmla="*/ 42853 h 223519"/>
                <a:gd name="connsiteX23" fmla="*/ 144275 w 219036"/>
                <a:gd name="connsiteY23" fmla="*/ 42214 h 223519"/>
                <a:gd name="connsiteX24" fmla="*/ 116798 w 219036"/>
                <a:gd name="connsiteY24" fmla="*/ 23701 h 223519"/>
                <a:gd name="connsiteX25" fmla="*/ 112964 w 219036"/>
                <a:gd name="connsiteY25" fmla="*/ 17317 h 223519"/>
                <a:gd name="connsiteX26" fmla="*/ 112964 w 219036"/>
                <a:gd name="connsiteY26" fmla="*/ 13486 h 223519"/>
                <a:gd name="connsiteX27" fmla="*/ 152582 w 219036"/>
                <a:gd name="connsiteY27" fmla="*/ 29446 h 223519"/>
                <a:gd name="connsiteX28" fmla="*/ 153221 w 219036"/>
                <a:gd name="connsiteY28" fmla="*/ 29446 h 223519"/>
                <a:gd name="connsiteX29" fmla="*/ 180697 w 219036"/>
                <a:gd name="connsiteY29" fmla="*/ 46045 h 223519"/>
                <a:gd name="connsiteX30" fmla="*/ 196033 w 219036"/>
                <a:gd name="connsiteY30" fmla="*/ 53705 h 223519"/>
                <a:gd name="connsiteX31" fmla="*/ 212647 w 219036"/>
                <a:gd name="connsiteY31" fmla="*/ 53705 h 223519"/>
                <a:gd name="connsiteX32" fmla="*/ 219037 w 219036"/>
                <a:gd name="connsiteY32" fmla="*/ 47321 h 223519"/>
                <a:gd name="connsiteX33" fmla="*/ 212647 w 219036"/>
                <a:gd name="connsiteY33" fmla="*/ 40937 h 223519"/>
                <a:gd name="connsiteX34" fmla="*/ 196033 w 219036"/>
                <a:gd name="connsiteY34" fmla="*/ 40937 h 223519"/>
                <a:gd name="connsiteX35" fmla="*/ 190282 w 219036"/>
                <a:gd name="connsiteY35" fmla="*/ 38384 h 223519"/>
                <a:gd name="connsiteX36" fmla="*/ 154499 w 219036"/>
                <a:gd name="connsiteY36" fmla="*/ 17317 h 223519"/>
                <a:gd name="connsiteX37" fmla="*/ 116159 w 219036"/>
                <a:gd name="connsiteY37" fmla="*/ 1357 h 223519"/>
                <a:gd name="connsiteX38" fmla="*/ 115520 w 219036"/>
                <a:gd name="connsiteY38" fmla="*/ 718 h 223519"/>
                <a:gd name="connsiteX39" fmla="*/ 101462 w 219036"/>
                <a:gd name="connsiteY39" fmla="*/ 6464 h 223519"/>
                <a:gd name="connsiteX40" fmla="*/ 109769 w 219036"/>
                <a:gd name="connsiteY40" fmla="*/ 34553 h 223519"/>
                <a:gd name="connsiteX41" fmla="*/ 119993 w 219036"/>
                <a:gd name="connsiteY41" fmla="*/ 40937 h 223519"/>
                <a:gd name="connsiteX42" fmla="*/ 84848 w 219036"/>
                <a:gd name="connsiteY42" fmla="*/ 40937 h 223519"/>
                <a:gd name="connsiteX43" fmla="*/ 82293 w 219036"/>
                <a:gd name="connsiteY43" fmla="*/ 37107 h 223519"/>
                <a:gd name="connsiteX44" fmla="*/ 70791 w 219036"/>
                <a:gd name="connsiteY44" fmla="*/ 28808 h 223519"/>
                <a:gd name="connsiteX45" fmla="*/ 57372 w 219036"/>
                <a:gd name="connsiteY45" fmla="*/ 30723 h 223519"/>
                <a:gd name="connsiteX46" fmla="*/ 52899 w 219036"/>
                <a:gd name="connsiteY46" fmla="*/ 34553 h 223519"/>
                <a:gd name="connsiteX47" fmla="*/ 30534 w 219036"/>
                <a:gd name="connsiteY47" fmla="*/ 32000 h 223519"/>
                <a:gd name="connsiteX48" fmla="*/ 22866 w 219036"/>
                <a:gd name="connsiteY48" fmla="*/ 43491 h 223519"/>
                <a:gd name="connsiteX49" fmla="*/ 22866 w 219036"/>
                <a:gd name="connsiteY49" fmla="*/ 49237 h 223519"/>
                <a:gd name="connsiteX50" fmla="*/ 15837 w 219036"/>
                <a:gd name="connsiteY50" fmla="*/ 51790 h 223519"/>
                <a:gd name="connsiteX51" fmla="*/ 7530 w 219036"/>
                <a:gd name="connsiteY51" fmla="*/ 63281 h 223519"/>
                <a:gd name="connsiteX52" fmla="*/ 10086 w 219036"/>
                <a:gd name="connsiteY52" fmla="*/ 76688 h 223519"/>
                <a:gd name="connsiteX53" fmla="*/ 13281 w 219036"/>
                <a:gd name="connsiteY53" fmla="*/ 81795 h 223519"/>
                <a:gd name="connsiteX54" fmla="*/ 8169 w 219036"/>
                <a:gd name="connsiteY54" fmla="*/ 83710 h 223519"/>
                <a:gd name="connsiteX55" fmla="*/ 501 w 219036"/>
                <a:gd name="connsiteY55" fmla="*/ 95201 h 223519"/>
                <a:gd name="connsiteX56" fmla="*/ 3057 w 219036"/>
                <a:gd name="connsiteY56" fmla="*/ 108608 h 223519"/>
                <a:gd name="connsiteX57" fmla="*/ 47148 w 219036"/>
                <a:gd name="connsiteY57" fmla="*/ 178831 h 223519"/>
                <a:gd name="connsiteX58" fmla="*/ 75903 w 219036"/>
                <a:gd name="connsiteY58" fmla="*/ 199898 h 223519"/>
                <a:gd name="connsiteX59" fmla="*/ 79736 w 219036"/>
                <a:gd name="connsiteY59" fmla="*/ 203090 h 223519"/>
                <a:gd name="connsiteX60" fmla="*/ 90599 w 219036"/>
                <a:gd name="connsiteY60" fmla="*/ 220327 h 223519"/>
                <a:gd name="connsiteX61" fmla="*/ 95711 w 219036"/>
                <a:gd name="connsiteY61" fmla="*/ 223519 h 223519"/>
                <a:gd name="connsiteX62" fmla="*/ 98906 w 219036"/>
                <a:gd name="connsiteY62" fmla="*/ 222242 h 223519"/>
                <a:gd name="connsiteX63" fmla="*/ 100823 w 219036"/>
                <a:gd name="connsiteY63" fmla="*/ 213305 h 223519"/>
                <a:gd name="connsiteX64" fmla="*/ 89961 w 219036"/>
                <a:gd name="connsiteY64" fmla="*/ 196068 h 223519"/>
                <a:gd name="connsiteX65" fmla="*/ 78458 w 219036"/>
                <a:gd name="connsiteY65" fmla="*/ 187769 h 223519"/>
                <a:gd name="connsiteX66" fmla="*/ 57372 w 219036"/>
                <a:gd name="connsiteY66" fmla="*/ 172447 h 223519"/>
                <a:gd name="connsiteX67" fmla="*/ 13281 w 219036"/>
                <a:gd name="connsiteY67" fmla="*/ 102224 h 223519"/>
                <a:gd name="connsiteX68" fmla="*/ 12642 w 219036"/>
                <a:gd name="connsiteY68" fmla="*/ 97755 h 223519"/>
                <a:gd name="connsiteX69" fmla="*/ 15198 w 219036"/>
                <a:gd name="connsiteY69" fmla="*/ 94563 h 223519"/>
                <a:gd name="connsiteX70" fmla="*/ 19032 w 219036"/>
                <a:gd name="connsiteY70" fmla="*/ 93925 h 223519"/>
                <a:gd name="connsiteX71" fmla="*/ 22227 w 219036"/>
                <a:gd name="connsiteY71" fmla="*/ 96478 h 223519"/>
                <a:gd name="connsiteX72" fmla="*/ 42036 w 219036"/>
                <a:gd name="connsiteY72" fmla="*/ 128398 h 223519"/>
                <a:gd name="connsiteX73" fmla="*/ 50982 w 219036"/>
                <a:gd name="connsiteY73" fmla="*/ 130313 h 223519"/>
                <a:gd name="connsiteX74" fmla="*/ 52899 w 219036"/>
                <a:gd name="connsiteY74" fmla="*/ 121376 h 223519"/>
                <a:gd name="connsiteX75" fmla="*/ 33090 w 219036"/>
                <a:gd name="connsiteY75" fmla="*/ 89456 h 223519"/>
                <a:gd name="connsiteX76" fmla="*/ 33090 w 219036"/>
                <a:gd name="connsiteY76" fmla="*/ 89456 h 223519"/>
                <a:gd name="connsiteX77" fmla="*/ 20949 w 219036"/>
                <a:gd name="connsiteY77" fmla="*/ 69665 h 223519"/>
                <a:gd name="connsiteX78" fmla="*/ 20310 w 219036"/>
                <a:gd name="connsiteY78" fmla="*/ 65197 h 223519"/>
                <a:gd name="connsiteX79" fmla="*/ 22866 w 219036"/>
                <a:gd name="connsiteY79" fmla="*/ 62005 h 223519"/>
                <a:gd name="connsiteX80" fmla="*/ 29895 w 219036"/>
                <a:gd name="connsiteY80" fmla="*/ 63281 h 223519"/>
                <a:gd name="connsiteX81" fmla="*/ 62483 w 219036"/>
                <a:gd name="connsiteY81" fmla="*/ 114992 h 223519"/>
                <a:gd name="connsiteX82" fmla="*/ 67596 w 219036"/>
                <a:gd name="connsiteY82" fmla="*/ 118184 h 223519"/>
                <a:gd name="connsiteX83" fmla="*/ 70791 w 219036"/>
                <a:gd name="connsiteY83" fmla="*/ 116907 h 223519"/>
                <a:gd name="connsiteX84" fmla="*/ 72708 w 219036"/>
                <a:gd name="connsiteY84" fmla="*/ 107969 h 223519"/>
                <a:gd name="connsiteX85" fmla="*/ 40758 w 219036"/>
                <a:gd name="connsiteY85" fmla="*/ 56259 h 223519"/>
                <a:gd name="connsiteX86" fmla="*/ 40758 w 219036"/>
                <a:gd name="connsiteY86" fmla="*/ 56259 h 223519"/>
                <a:gd name="connsiteX87" fmla="*/ 40119 w 219036"/>
                <a:gd name="connsiteY87" fmla="*/ 55621 h 223519"/>
                <a:gd name="connsiteX88" fmla="*/ 36285 w 219036"/>
                <a:gd name="connsiteY88" fmla="*/ 49237 h 223519"/>
                <a:gd name="connsiteX89" fmla="*/ 35646 w 219036"/>
                <a:gd name="connsiteY89" fmla="*/ 44768 h 223519"/>
                <a:gd name="connsiteX90" fmla="*/ 38202 w 219036"/>
                <a:gd name="connsiteY90" fmla="*/ 41576 h 223519"/>
                <a:gd name="connsiteX91" fmla="*/ 45870 w 219036"/>
                <a:gd name="connsiteY91" fmla="*/ 43491 h 223519"/>
                <a:gd name="connsiteX92" fmla="*/ 52260 w 219036"/>
                <a:gd name="connsiteY92" fmla="*/ 53705 h 223519"/>
                <a:gd name="connsiteX93" fmla="*/ 52899 w 219036"/>
                <a:gd name="connsiteY93" fmla="*/ 54344 h 223519"/>
                <a:gd name="connsiteX94" fmla="*/ 52899 w 219036"/>
                <a:gd name="connsiteY94" fmla="*/ 54344 h 223519"/>
                <a:gd name="connsiteX95" fmla="*/ 82293 w 219036"/>
                <a:gd name="connsiteY95" fmla="*/ 101585 h 223519"/>
                <a:gd name="connsiteX96" fmla="*/ 91238 w 219036"/>
                <a:gd name="connsiteY96" fmla="*/ 103501 h 223519"/>
                <a:gd name="connsiteX97" fmla="*/ 93155 w 219036"/>
                <a:gd name="connsiteY97" fmla="*/ 94563 h 223519"/>
                <a:gd name="connsiteX98" fmla="*/ 63123 w 219036"/>
                <a:gd name="connsiteY98" fmla="*/ 46683 h 223519"/>
                <a:gd name="connsiteX99" fmla="*/ 62483 w 219036"/>
                <a:gd name="connsiteY99" fmla="*/ 42853 h 223519"/>
                <a:gd name="connsiteX100" fmla="*/ 65040 w 219036"/>
                <a:gd name="connsiteY100" fmla="*/ 39661 h 223519"/>
                <a:gd name="connsiteX101" fmla="*/ 68873 w 219036"/>
                <a:gd name="connsiteY101" fmla="*/ 39022 h 223519"/>
                <a:gd name="connsiteX102" fmla="*/ 72068 w 219036"/>
                <a:gd name="connsiteY102" fmla="*/ 41576 h 223519"/>
                <a:gd name="connsiteX103" fmla="*/ 99545 w 219036"/>
                <a:gd name="connsiteY103" fmla="*/ 85625 h 223519"/>
                <a:gd name="connsiteX104" fmla="*/ 99545 w 219036"/>
                <a:gd name="connsiteY104" fmla="*/ 85625 h 223519"/>
                <a:gd name="connsiteX105" fmla="*/ 119354 w 219036"/>
                <a:gd name="connsiteY105" fmla="*/ 117545 h 223519"/>
                <a:gd name="connsiteX106" fmla="*/ 128300 w 219036"/>
                <a:gd name="connsiteY106" fmla="*/ 119460 h 223519"/>
                <a:gd name="connsiteX107" fmla="*/ 130217 w 219036"/>
                <a:gd name="connsiteY107" fmla="*/ 110523 h 223519"/>
                <a:gd name="connsiteX108" fmla="*/ 112964 w 219036"/>
                <a:gd name="connsiteY108" fmla="*/ 83072 h 223519"/>
                <a:gd name="connsiteX109" fmla="*/ 112964 w 219036"/>
                <a:gd name="connsiteY109" fmla="*/ 83072 h 223519"/>
                <a:gd name="connsiteX110" fmla="*/ 109769 w 219036"/>
                <a:gd name="connsiteY110" fmla="*/ 77965 h 223519"/>
                <a:gd name="connsiteX111" fmla="*/ 109130 w 219036"/>
                <a:gd name="connsiteY111" fmla="*/ 70942 h 223519"/>
                <a:gd name="connsiteX112" fmla="*/ 109769 w 219036"/>
                <a:gd name="connsiteY112" fmla="*/ 69027 h 223519"/>
                <a:gd name="connsiteX113" fmla="*/ 112325 w 219036"/>
                <a:gd name="connsiteY113" fmla="*/ 66473 h 223519"/>
                <a:gd name="connsiteX114" fmla="*/ 112964 w 219036"/>
                <a:gd name="connsiteY114" fmla="*/ 65835 h 223519"/>
                <a:gd name="connsiteX115" fmla="*/ 114881 w 219036"/>
                <a:gd name="connsiteY115" fmla="*/ 65197 h 223519"/>
                <a:gd name="connsiteX116" fmla="*/ 143636 w 219036"/>
                <a:gd name="connsiteY116" fmla="*/ 111161 h 223519"/>
                <a:gd name="connsiteX117" fmla="*/ 144914 w 219036"/>
                <a:gd name="connsiteY117" fmla="*/ 141166 h 223519"/>
                <a:gd name="connsiteX118" fmla="*/ 146192 w 219036"/>
                <a:gd name="connsiteY118" fmla="*/ 159041 h 223519"/>
                <a:gd name="connsiteX119" fmla="*/ 155777 w 219036"/>
                <a:gd name="connsiteY119" fmla="*/ 174363 h 223519"/>
                <a:gd name="connsiteX120" fmla="*/ 160889 w 219036"/>
                <a:gd name="connsiteY120" fmla="*/ 177555 h 223519"/>
                <a:gd name="connsiteX121" fmla="*/ 164084 w 219036"/>
                <a:gd name="connsiteY121" fmla="*/ 176278 h 223519"/>
                <a:gd name="connsiteX122" fmla="*/ 166001 w 219036"/>
                <a:gd name="connsiteY122" fmla="*/ 167340 h 223519"/>
                <a:gd name="connsiteX123" fmla="*/ 156416 w 219036"/>
                <a:gd name="connsiteY123" fmla="*/ 152019 h 223519"/>
                <a:gd name="connsiteX124" fmla="*/ 155777 w 219036"/>
                <a:gd name="connsiteY124" fmla="*/ 145635 h 223519"/>
                <a:gd name="connsiteX125" fmla="*/ 158333 w 219036"/>
                <a:gd name="connsiteY125" fmla="*/ 137336 h 223519"/>
                <a:gd name="connsiteX126" fmla="*/ 189005 w 219036"/>
                <a:gd name="connsiteY126" fmla="*/ 125206 h 223519"/>
                <a:gd name="connsiteX127" fmla="*/ 193477 w 219036"/>
                <a:gd name="connsiteY127" fmla="*/ 123291 h 223519"/>
                <a:gd name="connsiteX128" fmla="*/ 211369 w 219036"/>
                <a:gd name="connsiteY128" fmla="*/ 123291 h 223519"/>
                <a:gd name="connsiteX129" fmla="*/ 217759 w 219036"/>
                <a:gd name="connsiteY129" fmla="*/ 116907 h 223519"/>
                <a:gd name="connsiteX130" fmla="*/ 212008 w 219036"/>
                <a:gd name="connsiteY130" fmla="*/ 114992 h 223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219036" h="223519">
                  <a:moveTo>
                    <a:pt x="212008" y="114992"/>
                  </a:moveTo>
                  <a:lnTo>
                    <a:pt x="194116" y="114992"/>
                  </a:lnTo>
                  <a:cubicBezTo>
                    <a:pt x="189005" y="114992"/>
                    <a:pt x="184532" y="116907"/>
                    <a:pt x="180697" y="120099"/>
                  </a:cubicBezTo>
                  <a:cubicBezTo>
                    <a:pt x="174947" y="125206"/>
                    <a:pt x="167917" y="128398"/>
                    <a:pt x="160250" y="128398"/>
                  </a:cubicBezTo>
                  <a:cubicBezTo>
                    <a:pt x="159611" y="121376"/>
                    <a:pt x="157694" y="114353"/>
                    <a:pt x="154499" y="107969"/>
                  </a:cubicBezTo>
                  <a:lnTo>
                    <a:pt x="124466" y="59451"/>
                  </a:lnTo>
                  <a:cubicBezTo>
                    <a:pt x="122549" y="56259"/>
                    <a:pt x="118076" y="54344"/>
                    <a:pt x="114242" y="54982"/>
                  </a:cubicBezTo>
                  <a:cubicBezTo>
                    <a:pt x="111686" y="55621"/>
                    <a:pt x="109130" y="56897"/>
                    <a:pt x="106574" y="58174"/>
                  </a:cubicBezTo>
                  <a:lnTo>
                    <a:pt x="105935" y="58813"/>
                  </a:lnTo>
                  <a:cubicBezTo>
                    <a:pt x="103379" y="60089"/>
                    <a:pt x="101462" y="62005"/>
                    <a:pt x="100184" y="64558"/>
                  </a:cubicBezTo>
                  <a:lnTo>
                    <a:pt x="93155" y="53067"/>
                  </a:lnTo>
                  <a:lnTo>
                    <a:pt x="135968" y="53067"/>
                  </a:lnTo>
                  <a:cubicBezTo>
                    <a:pt x="141080" y="66473"/>
                    <a:pt x="151304" y="77326"/>
                    <a:pt x="165362" y="82433"/>
                  </a:cubicBezTo>
                  <a:cubicBezTo>
                    <a:pt x="166001" y="82433"/>
                    <a:pt x="166640" y="83072"/>
                    <a:pt x="167917" y="83072"/>
                  </a:cubicBezTo>
                  <a:cubicBezTo>
                    <a:pt x="170474" y="83072"/>
                    <a:pt x="173030" y="81795"/>
                    <a:pt x="173669" y="79241"/>
                  </a:cubicBezTo>
                  <a:cubicBezTo>
                    <a:pt x="174947" y="76049"/>
                    <a:pt x="173030" y="72219"/>
                    <a:pt x="169835" y="70942"/>
                  </a:cubicBezTo>
                  <a:cubicBezTo>
                    <a:pt x="159611" y="67112"/>
                    <a:pt x="151943" y="58813"/>
                    <a:pt x="148109" y="49237"/>
                  </a:cubicBezTo>
                  <a:cubicBezTo>
                    <a:pt x="147470" y="47960"/>
                    <a:pt x="147470" y="46683"/>
                    <a:pt x="146831" y="46045"/>
                  </a:cubicBezTo>
                  <a:cubicBezTo>
                    <a:pt x="146831" y="46045"/>
                    <a:pt x="146831" y="46045"/>
                    <a:pt x="146831" y="45406"/>
                  </a:cubicBezTo>
                  <a:cubicBezTo>
                    <a:pt x="146831" y="45406"/>
                    <a:pt x="146831" y="44768"/>
                    <a:pt x="146192" y="44768"/>
                  </a:cubicBezTo>
                  <a:cubicBezTo>
                    <a:pt x="146192" y="44768"/>
                    <a:pt x="146192" y="44129"/>
                    <a:pt x="145553" y="44129"/>
                  </a:cubicBezTo>
                  <a:cubicBezTo>
                    <a:pt x="145553" y="44129"/>
                    <a:pt x="145553" y="43491"/>
                    <a:pt x="144914" y="43491"/>
                  </a:cubicBezTo>
                  <a:cubicBezTo>
                    <a:pt x="144914" y="43491"/>
                    <a:pt x="144275" y="42853"/>
                    <a:pt x="144275" y="42853"/>
                  </a:cubicBezTo>
                  <a:cubicBezTo>
                    <a:pt x="144275" y="42853"/>
                    <a:pt x="144275" y="42853"/>
                    <a:pt x="144275" y="42214"/>
                  </a:cubicBezTo>
                  <a:cubicBezTo>
                    <a:pt x="143636" y="41576"/>
                    <a:pt x="130856" y="32000"/>
                    <a:pt x="116798" y="23701"/>
                  </a:cubicBezTo>
                  <a:cubicBezTo>
                    <a:pt x="114242" y="21785"/>
                    <a:pt x="112964" y="19232"/>
                    <a:pt x="112964" y="17317"/>
                  </a:cubicBezTo>
                  <a:cubicBezTo>
                    <a:pt x="112964" y="16040"/>
                    <a:pt x="112964" y="14763"/>
                    <a:pt x="112964" y="13486"/>
                  </a:cubicBezTo>
                  <a:cubicBezTo>
                    <a:pt x="128300" y="21785"/>
                    <a:pt x="137885" y="26254"/>
                    <a:pt x="152582" y="29446"/>
                  </a:cubicBezTo>
                  <a:cubicBezTo>
                    <a:pt x="152582" y="29446"/>
                    <a:pt x="153221" y="29446"/>
                    <a:pt x="153221" y="29446"/>
                  </a:cubicBezTo>
                  <a:cubicBezTo>
                    <a:pt x="153860" y="29446"/>
                    <a:pt x="168557" y="30723"/>
                    <a:pt x="180697" y="46045"/>
                  </a:cubicBezTo>
                  <a:cubicBezTo>
                    <a:pt x="184532" y="51152"/>
                    <a:pt x="190282" y="53705"/>
                    <a:pt x="196033" y="53705"/>
                  </a:cubicBezTo>
                  <a:lnTo>
                    <a:pt x="212647" y="53705"/>
                  </a:lnTo>
                  <a:cubicBezTo>
                    <a:pt x="216481" y="53705"/>
                    <a:pt x="219037" y="51152"/>
                    <a:pt x="219037" y="47321"/>
                  </a:cubicBezTo>
                  <a:cubicBezTo>
                    <a:pt x="219037" y="43491"/>
                    <a:pt x="216481" y="40937"/>
                    <a:pt x="212647" y="40937"/>
                  </a:cubicBezTo>
                  <a:lnTo>
                    <a:pt x="196033" y="40937"/>
                  </a:lnTo>
                  <a:cubicBezTo>
                    <a:pt x="194116" y="40937"/>
                    <a:pt x="192200" y="39661"/>
                    <a:pt x="190282" y="38384"/>
                  </a:cubicBezTo>
                  <a:cubicBezTo>
                    <a:pt x="176225" y="20509"/>
                    <a:pt x="157694" y="17317"/>
                    <a:pt x="154499" y="17317"/>
                  </a:cubicBezTo>
                  <a:cubicBezTo>
                    <a:pt x="141080" y="14125"/>
                    <a:pt x="132134" y="9656"/>
                    <a:pt x="116159" y="1357"/>
                  </a:cubicBezTo>
                  <a:cubicBezTo>
                    <a:pt x="116159" y="1357"/>
                    <a:pt x="115520" y="1357"/>
                    <a:pt x="115520" y="718"/>
                  </a:cubicBezTo>
                  <a:cubicBezTo>
                    <a:pt x="109769" y="-1197"/>
                    <a:pt x="104657" y="718"/>
                    <a:pt x="101462" y="6464"/>
                  </a:cubicBezTo>
                  <a:cubicBezTo>
                    <a:pt x="97628" y="14763"/>
                    <a:pt x="100184" y="28169"/>
                    <a:pt x="109769" y="34553"/>
                  </a:cubicBezTo>
                  <a:cubicBezTo>
                    <a:pt x="112964" y="36469"/>
                    <a:pt x="116798" y="39022"/>
                    <a:pt x="119993" y="40937"/>
                  </a:cubicBezTo>
                  <a:lnTo>
                    <a:pt x="84848" y="40937"/>
                  </a:lnTo>
                  <a:lnTo>
                    <a:pt x="82293" y="37107"/>
                  </a:lnTo>
                  <a:cubicBezTo>
                    <a:pt x="79736" y="33277"/>
                    <a:pt x="75903" y="30085"/>
                    <a:pt x="70791" y="28808"/>
                  </a:cubicBezTo>
                  <a:cubicBezTo>
                    <a:pt x="66318" y="27531"/>
                    <a:pt x="61206" y="28169"/>
                    <a:pt x="57372" y="30723"/>
                  </a:cubicBezTo>
                  <a:cubicBezTo>
                    <a:pt x="55455" y="32000"/>
                    <a:pt x="54177" y="33277"/>
                    <a:pt x="52899" y="34553"/>
                  </a:cubicBezTo>
                  <a:cubicBezTo>
                    <a:pt x="47148" y="28808"/>
                    <a:pt x="37563" y="26893"/>
                    <a:pt x="30534" y="32000"/>
                  </a:cubicBezTo>
                  <a:cubicBezTo>
                    <a:pt x="26700" y="34553"/>
                    <a:pt x="23505" y="38384"/>
                    <a:pt x="22866" y="43491"/>
                  </a:cubicBezTo>
                  <a:cubicBezTo>
                    <a:pt x="22227" y="45406"/>
                    <a:pt x="22227" y="47321"/>
                    <a:pt x="22866" y="49237"/>
                  </a:cubicBezTo>
                  <a:cubicBezTo>
                    <a:pt x="20310" y="49237"/>
                    <a:pt x="17754" y="50513"/>
                    <a:pt x="15837" y="51790"/>
                  </a:cubicBezTo>
                  <a:cubicBezTo>
                    <a:pt x="12003" y="54344"/>
                    <a:pt x="8808" y="58174"/>
                    <a:pt x="7530" y="63281"/>
                  </a:cubicBezTo>
                  <a:cubicBezTo>
                    <a:pt x="6252" y="67750"/>
                    <a:pt x="7530" y="72857"/>
                    <a:pt x="10086" y="76688"/>
                  </a:cubicBezTo>
                  <a:lnTo>
                    <a:pt x="13281" y="81795"/>
                  </a:lnTo>
                  <a:cubicBezTo>
                    <a:pt x="11364" y="82433"/>
                    <a:pt x="10086" y="83072"/>
                    <a:pt x="8169" y="83710"/>
                  </a:cubicBezTo>
                  <a:cubicBezTo>
                    <a:pt x="4335" y="86264"/>
                    <a:pt x="1140" y="90094"/>
                    <a:pt x="501" y="95201"/>
                  </a:cubicBezTo>
                  <a:cubicBezTo>
                    <a:pt x="-777" y="99670"/>
                    <a:pt x="501" y="104777"/>
                    <a:pt x="3057" y="108608"/>
                  </a:cubicBezTo>
                  <a:lnTo>
                    <a:pt x="47148" y="178831"/>
                  </a:lnTo>
                  <a:cubicBezTo>
                    <a:pt x="53538" y="189046"/>
                    <a:pt x="63762" y="196707"/>
                    <a:pt x="75903" y="199898"/>
                  </a:cubicBezTo>
                  <a:cubicBezTo>
                    <a:pt x="77819" y="200537"/>
                    <a:pt x="79098" y="201175"/>
                    <a:pt x="79736" y="203090"/>
                  </a:cubicBezTo>
                  <a:lnTo>
                    <a:pt x="90599" y="220327"/>
                  </a:lnTo>
                  <a:cubicBezTo>
                    <a:pt x="91877" y="222242"/>
                    <a:pt x="93794" y="223519"/>
                    <a:pt x="95711" y="223519"/>
                  </a:cubicBezTo>
                  <a:cubicBezTo>
                    <a:pt x="96989" y="223519"/>
                    <a:pt x="98267" y="223519"/>
                    <a:pt x="98906" y="222242"/>
                  </a:cubicBezTo>
                  <a:cubicBezTo>
                    <a:pt x="102101" y="220327"/>
                    <a:pt x="102740" y="216497"/>
                    <a:pt x="100823" y="213305"/>
                  </a:cubicBezTo>
                  <a:lnTo>
                    <a:pt x="89961" y="196068"/>
                  </a:lnTo>
                  <a:cubicBezTo>
                    <a:pt x="87404" y="191599"/>
                    <a:pt x="82931" y="189046"/>
                    <a:pt x="78458" y="187769"/>
                  </a:cubicBezTo>
                  <a:cubicBezTo>
                    <a:pt x="69513" y="185215"/>
                    <a:pt x="62483" y="180108"/>
                    <a:pt x="57372" y="172447"/>
                  </a:cubicBezTo>
                  <a:lnTo>
                    <a:pt x="13281" y="102224"/>
                  </a:lnTo>
                  <a:cubicBezTo>
                    <a:pt x="12642" y="100947"/>
                    <a:pt x="12003" y="99670"/>
                    <a:pt x="12642" y="97755"/>
                  </a:cubicBezTo>
                  <a:cubicBezTo>
                    <a:pt x="12642" y="96478"/>
                    <a:pt x="13920" y="95201"/>
                    <a:pt x="15198" y="94563"/>
                  </a:cubicBezTo>
                  <a:cubicBezTo>
                    <a:pt x="16476" y="93925"/>
                    <a:pt x="17754" y="93925"/>
                    <a:pt x="19032" y="93925"/>
                  </a:cubicBezTo>
                  <a:cubicBezTo>
                    <a:pt x="20310" y="94563"/>
                    <a:pt x="21588" y="95201"/>
                    <a:pt x="22227" y="96478"/>
                  </a:cubicBezTo>
                  <a:lnTo>
                    <a:pt x="42036" y="128398"/>
                  </a:lnTo>
                  <a:cubicBezTo>
                    <a:pt x="43953" y="131590"/>
                    <a:pt x="47787" y="132228"/>
                    <a:pt x="50982" y="130313"/>
                  </a:cubicBezTo>
                  <a:cubicBezTo>
                    <a:pt x="54177" y="128398"/>
                    <a:pt x="54816" y="124568"/>
                    <a:pt x="52899" y="121376"/>
                  </a:cubicBezTo>
                  <a:lnTo>
                    <a:pt x="33090" y="89456"/>
                  </a:lnTo>
                  <a:cubicBezTo>
                    <a:pt x="33090" y="89456"/>
                    <a:pt x="33090" y="89456"/>
                    <a:pt x="33090" y="89456"/>
                  </a:cubicBezTo>
                  <a:lnTo>
                    <a:pt x="20949" y="69665"/>
                  </a:lnTo>
                  <a:cubicBezTo>
                    <a:pt x="20310" y="68389"/>
                    <a:pt x="19671" y="67112"/>
                    <a:pt x="20310" y="65197"/>
                  </a:cubicBezTo>
                  <a:cubicBezTo>
                    <a:pt x="20310" y="63920"/>
                    <a:pt x="21588" y="62643"/>
                    <a:pt x="22866" y="62005"/>
                  </a:cubicBezTo>
                  <a:cubicBezTo>
                    <a:pt x="25422" y="60728"/>
                    <a:pt x="27978" y="61366"/>
                    <a:pt x="29895" y="63281"/>
                  </a:cubicBezTo>
                  <a:lnTo>
                    <a:pt x="62483" y="114992"/>
                  </a:lnTo>
                  <a:cubicBezTo>
                    <a:pt x="63762" y="116907"/>
                    <a:pt x="65678" y="118184"/>
                    <a:pt x="67596" y="118184"/>
                  </a:cubicBezTo>
                  <a:cubicBezTo>
                    <a:pt x="68873" y="118184"/>
                    <a:pt x="70151" y="118184"/>
                    <a:pt x="70791" y="116907"/>
                  </a:cubicBezTo>
                  <a:cubicBezTo>
                    <a:pt x="73986" y="114992"/>
                    <a:pt x="74625" y="111161"/>
                    <a:pt x="72708" y="107969"/>
                  </a:cubicBezTo>
                  <a:lnTo>
                    <a:pt x="40758" y="56259"/>
                  </a:lnTo>
                  <a:cubicBezTo>
                    <a:pt x="40758" y="56259"/>
                    <a:pt x="40758" y="56259"/>
                    <a:pt x="40758" y="56259"/>
                  </a:cubicBezTo>
                  <a:cubicBezTo>
                    <a:pt x="40758" y="56259"/>
                    <a:pt x="40119" y="55621"/>
                    <a:pt x="40119" y="55621"/>
                  </a:cubicBezTo>
                  <a:lnTo>
                    <a:pt x="36285" y="49237"/>
                  </a:lnTo>
                  <a:cubicBezTo>
                    <a:pt x="35646" y="47960"/>
                    <a:pt x="35007" y="46683"/>
                    <a:pt x="35646" y="44768"/>
                  </a:cubicBezTo>
                  <a:cubicBezTo>
                    <a:pt x="35646" y="43491"/>
                    <a:pt x="36924" y="42214"/>
                    <a:pt x="38202" y="41576"/>
                  </a:cubicBezTo>
                  <a:cubicBezTo>
                    <a:pt x="40758" y="40299"/>
                    <a:pt x="43953" y="40937"/>
                    <a:pt x="45870" y="43491"/>
                  </a:cubicBezTo>
                  <a:lnTo>
                    <a:pt x="52260" y="53705"/>
                  </a:lnTo>
                  <a:cubicBezTo>
                    <a:pt x="52260" y="53705"/>
                    <a:pt x="52899" y="54344"/>
                    <a:pt x="52899" y="54344"/>
                  </a:cubicBezTo>
                  <a:cubicBezTo>
                    <a:pt x="52899" y="54344"/>
                    <a:pt x="52899" y="54344"/>
                    <a:pt x="52899" y="54344"/>
                  </a:cubicBezTo>
                  <a:lnTo>
                    <a:pt x="82293" y="101585"/>
                  </a:lnTo>
                  <a:cubicBezTo>
                    <a:pt x="84209" y="104777"/>
                    <a:pt x="88043" y="105416"/>
                    <a:pt x="91238" y="103501"/>
                  </a:cubicBezTo>
                  <a:cubicBezTo>
                    <a:pt x="94433" y="101585"/>
                    <a:pt x="95072" y="97755"/>
                    <a:pt x="93155" y="94563"/>
                  </a:cubicBezTo>
                  <a:lnTo>
                    <a:pt x="63123" y="46683"/>
                  </a:lnTo>
                  <a:cubicBezTo>
                    <a:pt x="62483" y="45406"/>
                    <a:pt x="62483" y="44129"/>
                    <a:pt x="62483" y="42853"/>
                  </a:cubicBezTo>
                  <a:cubicBezTo>
                    <a:pt x="62483" y="41576"/>
                    <a:pt x="63762" y="40299"/>
                    <a:pt x="65040" y="39661"/>
                  </a:cubicBezTo>
                  <a:cubicBezTo>
                    <a:pt x="66318" y="39022"/>
                    <a:pt x="67596" y="39022"/>
                    <a:pt x="68873" y="39022"/>
                  </a:cubicBezTo>
                  <a:cubicBezTo>
                    <a:pt x="70151" y="39661"/>
                    <a:pt x="71430" y="40299"/>
                    <a:pt x="72068" y="41576"/>
                  </a:cubicBezTo>
                  <a:lnTo>
                    <a:pt x="99545" y="85625"/>
                  </a:lnTo>
                  <a:cubicBezTo>
                    <a:pt x="99545" y="85625"/>
                    <a:pt x="99545" y="85625"/>
                    <a:pt x="99545" y="85625"/>
                  </a:cubicBezTo>
                  <a:lnTo>
                    <a:pt x="119354" y="117545"/>
                  </a:lnTo>
                  <a:cubicBezTo>
                    <a:pt x="121271" y="120737"/>
                    <a:pt x="125105" y="121376"/>
                    <a:pt x="128300" y="119460"/>
                  </a:cubicBezTo>
                  <a:cubicBezTo>
                    <a:pt x="131495" y="117545"/>
                    <a:pt x="132134" y="113715"/>
                    <a:pt x="130217" y="110523"/>
                  </a:cubicBezTo>
                  <a:lnTo>
                    <a:pt x="112964" y="83072"/>
                  </a:lnTo>
                  <a:cubicBezTo>
                    <a:pt x="112964" y="83072"/>
                    <a:pt x="112964" y="83072"/>
                    <a:pt x="112964" y="83072"/>
                  </a:cubicBezTo>
                  <a:lnTo>
                    <a:pt x="109769" y="77965"/>
                  </a:lnTo>
                  <a:cubicBezTo>
                    <a:pt x="108491" y="76049"/>
                    <a:pt x="108491" y="73496"/>
                    <a:pt x="109130" y="70942"/>
                  </a:cubicBezTo>
                  <a:cubicBezTo>
                    <a:pt x="109130" y="70304"/>
                    <a:pt x="109769" y="69665"/>
                    <a:pt x="109769" y="69027"/>
                  </a:cubicBezTo>
                  <a:cubicBezTo>
                    <a:pt x="110408" y="67750"/>
                    <a:pt x="111047" y="67112"/>
                    <a:pt x="112325" y="66473"/>
                  </a:cubicBezTo>
                  <a:lnTo>
                    <a:pt x="112964" y="65835"/>
                  </a:lnTo>
                  <a:cubicBezTo>
                    <a:pt x="113603" y="65197"/>
                    <a:pt x="114242" y="65197"/>
                    <a:pt x="114881" y="65197"/>
                  </a:cubicBezTo>
                  <a:lnTo>
                    <a:pt x="143636" y="111161"/>
                  </a:lnTo>
                  <a:cubicBezTo>
                    <a:pt x="148748" y="120737"/>
                    <a:pt x="149387" y="131590"/>
                    <a:pt x="144914" y="141166"/>
                  </a:cubicBezTo>
                  <a:cubicBezTo>
                    <a:pt x="142358" y="146912"/>
                    <a:pt x="142997" y="153934"/>
                    <a:pt x="146192" y="159041"/>
                  </a:cubicBezTo>
                  <a:lnTo>
                    <a:pt x="155777" y="174363"/>
                  </a:lnTo>
                  <a:cubicBezTo>
                    <a:pt x="157055" y="176278"/>
                    <a:pt x="158972" y="177555"/>
                    <a:pt x="160889" y="177555"/>
                  </a:cubicBezTo>
                  <a:cubicBezTo>
                    <a:pt x="162167" y="177555"/>
                    <a:pt x="163445" y="177555"/>
                    <a:pt x="164084" y="176278"/>
                  </a:cubicBezTo>
                  <a:cubicBezTo>
                    <a:pt x="167279" y="174363"/>
                    <a:pt x="167917" y="170532"/>
                    <a:pt x="166001" y="167340"/>
                  </a:cubicBezTo>
                  <a:lnTo>
                    <a:pt x="156416" y="152019"/>
                  </a:lnTo>
                  <a:cubicBezTo>
                    <a:pt x="155138" y="150104"/>
                    <a:pt x="155138" y="147550"/>
                    <a:pt x="155777" y="145635"/>
                  </a:cubicBezTo>
                  <a:cubicBezTo>
                    <a:pt x="157055" y="143081"/>
                    <a:pt x="157694" y="140528"/>
                    <a:pt x="158333" y="137336"/>
                  </a:cubicBezTo>
                  <a:cubicBezTo>
                    <a:pt x="169835" y="137336"/>
                    <a:pt x="180697" y="132867"/>
                    <a:pt x="189005" y="125206"/>
                  </a:cubicBezTo>
                  <a:cubicBezTo>
                    <a:pt x="190282" y="123929"/>
                    <a:pt x="192200" y="123291"/>
                    <a:pt x="193477" y="123291"/>
                  </a:cubicBezTo>
                  <a:lnTo>
                    <a:pt x="211369" y="123291"/>
                  </a:lnTo>
                  <a:cubicBezTo>
                    <a:pt x="215203" y="123291"/>
                    <a:pt x="217759" y="120737"/>
                    <a:pt x="217759" y="116907"/>
                  </a:cubicBezTo>
                  <a:cubicBezTo>
                    <a:pt x="217759" y="113076"/>
                    <a:pt x="215842" y="114992"/>
                    <a:pt x="212008" y="114992"/>
                  </a:cubicBezTo>
                  <a:close/>
                </a:path>
              </a:pathLst>
            </a:custGeom>
            <a:solidFill>
              <a:srgbClr val="0076A8"/>
            </a:solidFill>
            <a:ln w="6390" cap="flat">
              <a:noFill/>
              <a:prstDash val="solid"/>
              <a:miter/>
            </a:ln>
          </p:spPr>
          <p:txBody>
            <a:bodyPr rtlCol="0" anchor="ctr"/>
            <a:lstStyle/>
            <a:p>
              <a:endParaRPr lang="en-US"/>
            </a:p>
          </p:txBody>
        </p:sp>
        <p:sp>
          <p:nvSpPr>
            <p:cNvPr id="597" name="Graphic 4">
              <a:extLst>
                <a:ext uri="{FF2B5EF4-FFF2-40B4-BE49-F238E27FC236}">
                  <a16:creationId xmlns:a16="http://schemas.microsoft.com/office/drawing/2014/main" id="{60760A96-6A1F-D14A-B306-E48BE9948214}"/>
                </a:ext>
              </a:extLst>
            </p:cNvPr>
            <p:cNvSpPr/>
            <p:nvPr/>
          </p:nvSpPr>
          <p:spPr>
            <a:xfrm>
              <a:off x="5857655" y="4851989"/>
              <a:ext cx="12779" cy="37027"/>
            </a:xfrm>
            <a:custGeom>
              <a:avLst/>
              <a:gdLst>
                <a:gd name="connsiteX0" fmla="*/ 6390 w 12779"/>
                <a:gd name="connsiteY0" fmla="*/ 37027 h 37027"/>
                <a:gd name="connsiteX1" fmla="*/ 12780 w 12779"/>
                <a:gd name="connsiteY1" fmla="*/ 30643 h 37027"/>
                <a:gd name="connsiteX2" fmla="*/ 12780 w 12779"/>
                <a:gd name="connsiteY2" fmla="*/ 6384 h 37027"/>
                <a:gd name="connsiteX3" fmla="*/ 6390 w 12779"/>
                <a:gd name="connsiteY3" fmla="*/ 0 h 37027"/>
                <a:gd name="connsiteX4" fmla="*/ 0 w 12779"/>
                <a:gd name="connsiteY4" fmla="*/ 6384 h 37027"/>
                <a:gd name="connsiteX5" fmla="*/ 0 w 12779"/>
                <a:gd name="connsiteY5" fmla="*/ 30643 h 37027"/>
                <a:gd name="connsiteX6" fmla="*/ 6390 w 12779"/>
                <a:gd name="connsiteY6" fmla="*/ 37027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37027">
                  <a:moveTo>
                    <a:pt x="6390" y="37027"/>
                  </a:moveTo>
                  <a:cubicBezTo>
                    <a:pt x="10224" y="37027"/>
                    <a:pt x="12780" y="34473"/>
                    <a:pt x="12780" y="30643"/>
                  </a:cubicBezTo>
                  <a:lnTo>
                    <a:pt x="12780" y="6384"/>
                  </a:lnTo>
                  <a:cubicBezTo>
                    <a:pt x="12780" y="2553"/>
                    <a:pt x="10224" y="0"/>
                    <a:pt x="6390" y="0"/>
                  </a:cubicBezTo>
                  <a:cubicBezTo>
                    <a:pt x="2556" y="0"/>
                    <a:pt x="0" y="2553"/>
                    <a:pt x="0" y="6384"/>
                  </a:cubicBezTo>
                  <a:lnTo>
                    <a:pt x="0" y="30643"/>
                  </a:lnTo>
                  <a:cubicBezTo>
                    <a:pt x="0" y="34473"/>
                    <a:pt x="2556" y="37027"/>
                    <a:pt x="6390" y="37027"/>
                  </a:cubicBezTo>
                  <a:close/>
                </a:path>
              </a:pathLst>
            </a:custGeom>
            <a:solidFill>
              <a:srgbClr val="0076A8"/>
            </a:solidFill>
            <a:ln w="6390" cap="flat">
              <a:noFill/>
              <a:prstDash val="solid"/>
              <a:miter/>
            </a:ln>
          </p:spPr>
          <p:txBody>
            <a:bodyPr rtlCol="0" anchor="ctr"/>
            <a:lstStyle/>
            <a:p>
              <a:endParaRPr lang="en-US"/>
            </a:p>
          </p:txBody>
        </p:sp>
        <p:sp>
          <p:nvSpPr>
            <p:cNvPr id="598" name="Graphic 4">
              <a:extLst>
                <a:ext uri="{FF2B5EF4-FFF2-40B4-BE49-F238E27FC236}">
                  <a16:creationId xmlns:a16="http://schemas.microsoft.com/office/drawing/2014/main" id="{6C1DDD14-617C-A044-8497-AC6EA0AF678B}"/>
                </a:ext>
              </a:extLst>
            </p:cNvPr>
            <p:cNvSpPr/>
            <p:nvPr/>
          </p:nvSpPr>
          <p:spPr>
            <a:xfrm>
              <a:off x="5816729" y="4867280"/>
              <a:ext cx="30732" cy="26842"/>
            </a:xfrm>
            <a:custGeom>
              <a:avLst/>
              <a:gdLst>
                <a:gd name="connsiteX0" fmla="*/ 20478 w 30732"/>
                <a:gd name="connsiteY0" fmla="*/ 25566 h 26842"/>
                <a:gd name="connsiteX1" fmla="*/ 24312 w 30732"/>
                <a:gd name="connsiteY1" fmla="*/ 26843 h 26842"/>
                <a:gd name="connsiteX2" fmla="*/ 29424 w 30732"/>
                <a:gd name="connsiteY2" fmla="*/ 24289 h 26842"/>
                <a:gd name="connsiteX3" fmla="*/ 28146 w 30732"/>
                <a:gd name="connsiteY3" fmla="*/ 15352 h 26842"/>
                <a:gd name="connsiteX4" fmla="*/ 10254 w 30732"/>
                <a:gd name="connsiteY4" fmla="*/ 1307 h 26842"/>
                <a:gd name="connsiteX5" fmla="*/ 1308 w 30732"/>
                <a:gd name="connsiteY5" fmla="*/ 2584 h 26842"/>
                <a:gd name="connsiteX6" fmla="*/ 2586 w 30732"/>
                <a:gd name="connsiteY6" fmla="*/ 11521 h 26842"/>
                <a:gd name="connsiteX7" fmla="*/ 20478 w 30732"/>
                <a:gd name="connsiteY7" fmla="*/ 25566 h 26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32" h="26842">
                  <a:moveTo>
                    <a:pt x="20478" y="25566"/>
                  </a:moveTo>
                  <a:cubicBezTo>
                    <a:pt x="21756" y="26205"/>
                    <a:pt x="23034" y="26843"/>
                    <a:pt x="24312" y="26843"/>
                  </a:cubicBezTo>
                  <a:cubicBezTo>
                    <a:pt x="26229" y="26843"/>
                    <a:pt x="28146" y="26205"/>
                    <a:pt x="29424" y="24289"/>
                  </a:cubicBezTo>
                  <a:cubicBezTo>
                    <a:pt x="31341" y="21736"/>
                    <a:pt x="31341" y="17267"/>
                    <a:pt x="28146" y="15352"/>
                  </a:cubicBezTo>
                  <a:lnTo>
                    <a:pt x="10254" y="1307"/>
                  </a:lnTo>
                  <a:cubicBezTo>
                    <a:pt x="7698" y="-608"/>
                    <a:pt x="3225" y="-608"/>
                    <a:pt x="1308" y="2584"/>
                  </a:cubicBezTo>
                  <a:cubicBezTo>
                    <a:pt x="-609" y="5137"/>
                    <a:pt x="-609" y="9606"/>
                    <a:pt x="2586" y="11521"/>
                  </a:cubicBezTo>
                  <a:lnTo>
                    <a:pt x="20478" y="25566"/>
                  </a:lnTo>
                  <a:close/>
                </a:path>
              </a:pathLst>
            </a:custGeom>
            <a:solidFill>
              <a:srgbClr val="0076A8"/>
            </a:solidFill>
            <a:ln w="6390" cap="flat">
              <a:noFill/>
              <a:prstDash val="solid"/>
              <a:miter/>
            </a:ln>
          </p:spPr>
          <p:txBody>
            <a:bodyPr rtlCol="0" anchor="ctr"/>
            <a:lstStyle/>
            <a:p>
              <a:endParaRPr lang="en-US"/>
            </a:p>
          </p:txBody>
        </p:sp>
        <p:sp>
          <p:nvSpPr>
            <p:cNvPr id="599" name="Graphic 4">
              <a:extLst>
                <a:ext uri="{FF2B5EF4-FFF2-40B4-BE49-F238E27FC236}">
                  <a16:creationId xmlns:a16="http://schemas.microsoft.com/office/drawing/2014/main" id="{58309C5F-1EF0-A247-AD10-B6904D8F03F2}"/>
                </a:ext>
              </a:extLst>
            </p:cNvPr>
            <p:cNvSpPr/>
            <p:nvPr/>
          </p:nvSpPr>
          <p:spPr>
            <a:xfrm>
              <a:off x="5770312" y="5011149"/>
              <a:ext cx="33467" cy="26613"/>
            </a:xfrm>
            <a:custGeom>
              <a:avLst/>
              <a:gdLst>
                <a:gd name="connsiteX0" fmla="*/ 32389 w 33467"/>
                <a:gd name="connsiteY0" fmla="*/ 2992 h 26613"/>
                <a:gd name="connsiteX1" fmla="*/ 23443 w 33467"/>
                <a:gd name="connsiteY1" fmla="*/ 1077 h 26613"/>
                <a:gd name="connsiteX2" fmla="*/ 2995 w 33467"/>
                <a:gd name="connsiteY2" fmla="*/ 15122 h 26613"/>
                <a:gd name="connsiteX3" fmla="*/ 1078 w 33467"/>
                <a:gd name="connsiteY3" fmla="*/ 24059 h 26613"/>
                <a:gd name="connsiteX4" fmla="*/ 6190 w 33467"/>
                <a:gd name="connsiteY4" fmla="*/ 26613 h 26613"/>
                <a:gd name="connsiteX5" fmla="*/ 10024 w 33467"/>
                <a:gd name="connsiteY5" fmla="*/ 25336 h 26613"/>
                <a:gd name="connsiteX6" fmla="*/ 30472 w 33467"/>
                <a:gd name="connsiteY6" fmla="*/ 11292 h 26613"/>
                <a:gd name="connsiteX7" fmla="*/ 32389 w 33467"/>
                <a:gd name="connsiteY7" fmla="*/ 2992 h 2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467" h="26613">
                  <a:moveTo>
                    <a:pt x="32389" y="2992"/>
                  </a:moveTo>
                  <a:cubicBezTo>
                    <a:pt x="30472" y="-200"/>
                    <a:pt x="26638" y="-838"/>
                    <a:pt x="23443" y="1077"/>
                  </a:cubicBezTo>
                  <a:lnTo>
                    <a:pt x="2995" y="15122"/>
                  </a:lnTo>
                  <a:cubicBezTo>
                    <a:pt x="-200" y="17037"/>
                    <a:pt x="-839" y="20867"/>
                    <a:pt x="1078" y="24059"/>
                  </a:cubicBezTo>
                  <a:cubicBezTo>
                    <a:pt x="2356" y="25975"/>
                    <a:pt x="4273" y="26613"/>
                    <a:pt x="6190" y="26613"/>
                  </a:cubicBezTo>
                  <a:cubicBezTo>
                    <a:pt x="7468" y="26613"/>
                    <a:pt x="8746" y="25975"/>
                    <a:pt x="10024" y="25336"/>
                  </a:cubicBezTo>
                  <a:lnTo>
                    <a:pt x="30472" y="11292"/>
                  </a:lnTo>
                  <a:cubicBezTo>
                    <a:pt x="33667" y="10015"/>
                    <a:pt x="34306" y="6184"/>
                    <a:pt x="32389" y="2992"/>
                  </a:cubicBezTo>
                  <a:close/>
                </a:path>
              </a:pathLst>
            </a:custGeom>
            <a:solidFill>
              <a:srgbClr val="0076A8"/>
            </a:solidFill>
            <a:ln w="6390" cap="flat">
              <a:noFill/>
              <a:prstDash val="solid"/>
              <a:miter/>
            </a:ln>
          </p:spPr>
          <p:txBody>
            <a:bodyPr rtlCol="0" anchor="ctr"/>
            <a:lstStyle/>
            <a:p>
              <a:endParaRPr lang="en-US"/>
            </a:p>
          </p:txBody>
        </p:sp>
        <p:sp>
          <p:nvSpPr>
            <p:cNvPr id="600" name="Graphic 4">
              <a:extLst>
                <a:ext uri="{FF2B5EF4-FFF2-40B4-BE49-F238E27FC236}">
                  <a16:creationId xmlns:a16="http://schemas.microsoft.com/office/drawing/2014/main" id="{43588ACE-1E64-EA47-9824-EA9D025CE4D0}"/>
                </a:ext>
              </a:extLst>
            </p:cNvPr>
            <p:cNvSpPr/>
            <p:nvPr/>
          </p:nvSpPr>
          <p:spPr>
            <a:xfrm>
              <a:off x="5799656" y="5027059"/>
              <a:ext cx="17593" cy="24109"/>
            </a:xfrm>
            <a:custGeom>
              <a:avLst/>
              <a:gdLst>
                <a:gd name="connsiteX0" fmla="*/ 13908 w 17593"/>
                <a:gd name="connsiteY0" fmla="*/ 489 h 24109"/>
                <a:gd name="connsiteX1" fmla="*/ 5602 w 17593"/>
                <a:gd name="connsiteY1" fmla="*/ 3681 h 24109"/>
                <a:gd name="connsiteX2" fmla="*/ 490 w 17593"/>
                <a:gd name="connsiteY2" fmla="*/ 15172 h 24109"/>
                <a:gd name="connsiteX3" fmla="*/ 3685 w 17593"/>
                <a:gd name="connsiteY3" fmla="*/ 23471 h 24109"/>
                <a:gd name="connsiteX4" fmla="*/ 6240 w 17593"/>
                <a:gd name="connsiteY4" fmla="*/ 24110 h 24109"/>
                <a:gd name="connsiteX5" fmla="*/ 11992 w 17593"/>
                <a:gd name="connsiteY5" fmla="*/ 20279 h 24109"/>
                <a:gd name="connsiteX6" fmla="*/ 17103 w 17593"/>
                <a:gd name="connsiteY6" fmla="*/ 8788 h 24109"/>
                <a:gd name="connsiteX7" fmla="*/ 13908 w 17593"/>
                <a:gd name="connsiteY7" fmla="*/ 489 h 24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3" h="24109">
                  <a:moveTo>
                    <a:pt x="13908" y="489"/>
                  </a:moveTo>
                  <a:cubicBezTo>
                    <a:pt x="10714" y="-788"/>
                    <a:pt x="6880" y="489"/>
                    <a:pt x="5602" y="3681"/>
                  </a:cubicBezTo>
                  <a:lnTo>
                    <a:pt x="490" y="15172"/>
                  </a:lnTo>
                  <a:cubicBezTo>
                    <a:pt x="-788" y="18364"/>
                    <a:pt x="490" y="22195"/>
                    <a:pt x="3685" y="23471"/>
                  </a:cubicBezTo>
                  <a:cubicBezTo>
                    <a:pt x="4324" y="24110"/>
                    <a:pt x="5602" y="24110"/>
                    <a:pt x="6240" y="24110"/>
                  </a:cubicBezTo>
                  <a:cubicBezTo>
                    <a:pt x="8797" y="24110"/>
                    <a:pt x="10714" y="22833"/>
                    <a:pt x="11992" y="20279"/>
                  </a:cubicBezTo>
                  <a:lnTo>
                    <a:pt x="17103" y="8788"/>
                  </a:lnTo>
                  <a:cubicBezTo>
                    <a:pt x="18382" y="5596"/>
                    <a:pt x="17103" y="1766"/>
                    <a:pt x="13908" y="489"/>
                  </a:cubicBezTo>
                  <a:close/>
                </a:path>
              </a:pathLst>
            </a:custGeom>
            <a:solidFill>
              <a:srgbClr val="0076A8"/>
            </a:solidFill>
            <a:ln w="6390" cap="flat">
              <a:noFill/>
              <a:prstDash val="solid"/>
              <a:miter/>
            </a:ln>
          </p:spPr>
          <p:txBody>
            <a:bodyPr rtlCol="0" anchor="ctr"/>
            <a:lstStyle/>
            <a:p>
              <a:endParaRPr lang="en-US"/>
            </a:p>
          </p:txBody>
        </p:sp>
        <p:sp>
          <p:nvSpPr>
            <p:cNvPr id="601" name="Graphic 4">
              <a:extLst>
                <a:ext uri="{FF2B5EF4-FFF2-40B4-BE49-F238E27FC236}">
                  <a16:creationId xmlns:a16="http://schemas.microsoft.com/office/drawing/2014/main" id="{DD23E069-D85B-D64C-A234-CE0BF724F70D}"/>
                </a:ext>
              </a:extLst>
            </p:cNvPr>
            <p:cNvSpPr/>
            <p:nvPr/>
          </p:nvSpPr>
          <p:spPr>
            <a:xfrm>
              <a:off x="5769376" y="4991160"/>
              <a:ext cx="25755" cy="14044"/>
            </a:xfrm>
            <a:custGeom>
              <a:avLst/>
              <a:gdLst>
                <a:gd name="connsiteX0" fmla="*/ 18629 w 25755"/>
                <a:gd name="connsiteY0" fmla="*/ 14045 h 14044"/>
                <a:gd name="connsiteX1" fmla="*/ 19268 w 25755"/>
                <a:gd name="connsiteY1" fmla="*/ 14045 h 14044"/>
                <a:gd name="connsiteX2" fmla="*/ 25658 w 25755"/>
                <a:gd name="connsiteY2" fmla="*/ 8299 h 14044"/>
                <a:gd name="connsiteX3" fmla="*/ 19907 w 25755"/>
                <a:gd name="connsiteY3" fmla="*/ 1277 h 14044"/>
                <a:gd name="connsiteX4" fmla="*/ 7127 w 25755"/>
                <a:gd name="connsiteY4" fmla="*/ 0 h 14044"/>
                <a:gd name="connsiteX5" fmla="*/ 98 w 25755"/>
                <a:gd name="connsiteY5" fmla="*/ 5745 h 14044"/>
                <a:gd name="connsiteX6" fmla="*/ 5849 w 25755"/>
                <a:gd name="connsiteY6" fmla="*/ 12768 h 14044"/>
                <a:gd name="connsiteX7" fmla="*/ 18629 w 25755"/>
                <a:gd name="connsiteY7" fmla="*/ 14045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55" h="14044">
                  <a:moveTo>
                    <a:pt x="18629" y="14045"/>
                  </a:moveTo>
                  <a:cubicBezTo>
                    <a:pt x="18629" y="14045"/>
                    <a:pt x="19268" y="14045"/>
                    <a:pt x="19268" y="14045"/>
                  </a:cubicBezTo>
                  <a:cubicBezTo>
                    <a:pt x="22463" y="14045"/>
                    <a:pt x="25018" y="11491"/>
                    <a:pt x="25658" y="8299"/>
                  </a:cubicBezTo>
                  <a:cubicBezTo>
                    <a:pt x="26297" y="5107"/>
                    <a:pt x="23740" y="1915"/>
                    <a:pt x="19907" y="1277"/>
                  </a:cubicBezTo>
                  <a:lnTo>
                    <a:pt x="7127" y="0"/>
                  </a:lnTo>
                  <a:cubicBezTo>
                    <a:pt x="3932" y="0"/>
                    <a:pt x="737" y="1915"/>
                    <a:pt x="98" y="5745"/>
                  </a:cubicBezTo>
                  <a:cubicBezTo>
                    <a:pt x="-541" y="8937"/>
                    <a:pt x="2015" y="12129"/>
                    <a:pt x="5849" y="12768"/>
                  </a:cubicBezTo>
                  <a:lnTo>
                    <a:pt x="18629" y="14045"/>
                  </a:lnTo>
                  <a:close/>
                </a:path>
              </a:pathLst>
            </a:custGeom>
            <a:solidFill>
              <a:srgbClr val="0076A8"/>
            </a:solidFill>
            <a:ln w="6390" cap="flat">
              <a:noFill/>
              <a:prstDash val="solid"/>
              <a:miter/>
            </a:ln>
          </p:spPr>
          <p:txBody>
            <a:bodyPr rtlCol="0" anchor="ctr"/>
            <a:lstStyle/>
            <a:p>
              <a:endParaRPr lang="en-US"/>
            </a:p>
          </p:txBody>
        </p:sp>
      </p:grpSp>
      <p:grpSp>
        <p:nvGrpSpPr>
          <p:cNvPr id="602" name="Graphic 4">
            <a:extLst>
              <a:ext uri="{FF2B5EF4-FFF2-40B4-BE49-F238E27FC236}">
                <a16:creationId xmlns:a16="http://schemas.microsoft.com/office/drawing/2014/main" id="{F871ACBF-F8C9-0142-A449-87FD22300721}"/>
              </a:ext>
            </a:extLst>
          </p:cNvPr>
          <p:cNvGrpSpPr>
            <a:grpSpLocks noChangeAspect="1"/>
          </p:cNvGrpSpPr>
          <p:nvPr/>
        </p:nvGrpSpPr>
        <p:grpSpPr>
          <a:xfrm>
            <a:off x="5708769" y="3339623"/>
            <a:ext cx="361670" cy="361333"/>
            <a:chOff x="5708769" y="3339623"/>
            <a:chExt cx="361670" cy="361333"/>
          </a:xfrm>
          <a:solidFill>
            <a:srgbClr val="0076A8"/>
          </a:solidFill>
        </p:grpSpPr>
        <p:sp>
          <p:nvSpPr>
            <p:cNvPr id="603" name="Graphic 4">
              <a:extLst>
                <a:ext uri="{FF2B5EF4-FFF2-40B4-BE49-F238E27FC236}">
                  <a16:creationId xmlns:a16="http://schemas.microsoft.com/office/drawing/2014/main" id="{32B3265E-FE20-CC4F-870A-4E248F416610}"/>
                </a:ext>
              </a:extLst>
            </p:cNvPr>
            <p:cNvSpPr/>
            <p:nvPr/>
          </p:nvSpPr>
          <p:spPr>
            <a:xfrm>
              <a:off x="5708769"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3489" y="349204"/>
                    <a:pt x="180835" y="349204"/>
                  </a:cubicBezTo>
                  <a:close/>
                </a:path>
              </a:pathLst>
            </a:custGeom>
            <a:solidFill>
              <a:srgbClr val="0076A8"/>
            </a:solidFill>
            <a:ln w="6390" cap="flat">
              <a:noFill/>
              <a:prstDash val="solid"/>
              <a:miter/>
            </a:ln>
          </p:spPr>
          <p:txBody>
            <a:bodyPr rtlCol="0" anchor="ctr"/>
            <a:lstStyle/>
            <a:p>
              <a:endParaRPr lang="en-US"/>
            </a:p>
          </p:txBody>
        </p:sp>
        <p:sp>
          <p:nvSpPr>
            <p:cNvPr id="604" name="Graphic 4">
              <a:extLst>
                <a:ext uri="{FF2B5EF4-FFF2-40B4-BE49-F238E27FC236}">
                  <a16:creationId xmlns:a16="http://schemas.microsoft.com/office/drawing/2014/main" id="{ACFA9BD8-FF77-5646-9DFD-4FC1CFA10A79}"/>
                </a:ext>
              </a:extLst>
            </p:cNvPr>
            <p:cNvSpPr/>
            <p:nvPr/>
          </p:nvSpPr>
          <p:spPr>
            <a:xfrm>
              <a:off x="5767387" y="3427669"/>
              <a:ext cx="245188" cy="185827"/>
            </a:xfrm>
            <a:custGeom>
              <a:avLst/>
              <a:gdLst>
                <a:gd name="connsiteX0" fmla="*/ 244905 w 245188"/>
                <a:gd name="connsiteY0" fmla="*/ 66447 h 185827"/>
                <a:gd name="connsiteX1" fmla="*/ 241071 w 245188"/>
                <a:gd name="connsiteY1" fmla="*/ 11544 h 185827"/>
                <a:gd name="connsiteX2" fmla="*/ 229569 w 245188"/>
                <a:gd name="connsiteY2" fmla="*/ 53 h 185827"/>
                <a:gd name="connsiteX3" fmla="*/ 210399 w 245188"/>
                <a:gd name="connsiteY3" fmla="*/ 15375 h 185827"/>
                <a:gd name="connsiteX4" fmla="*/ 210399 w 245188"/>
                <a:gd name="connsiteY4" fmla="*/ 16013 h 185827"/>
                <a:gd name="connsiteX5" fmla="*/ 205287 w 245188"/>
                <a:gd name="connsiteY5" fmla="*/ 62616 h 185827"/>
                <a:gd name="connsiteX6" fmla="*/ 199536 w 245188"/>
                <a:gd name="connsiteY6" fmla="*/ 64532 h 185827"/>
                <a:gd name="connsiteX7" fmla="*/ 177810 w 245188"/>
                <a:gd name="connsiteY7" fmla="*/ 80492 h 185827"/>
                <a:gd name="connsiteX8" fmla="*/ 172059 w 245188"/>
                <a:gd name="connsiteY8" fmla="*/ 81130 h 185827"/>
                <a:gd name="connsiteX9" fmla="*/ 122857 w 245188"/>
                <a:gd name="connsiteY9" fmla="*/ 118157 h 185827"/>
                <a:gd name="connsiteX10" fmla="*/ 73654 w 245188"/>
                <a:gd name="connsiteY10" fmla="*/ 81130 h 185827"/>
                <a:gd name="connsiteX11" fmla="*/ 67903 w 245188"/>
                <a:gd name="connsiteY11" fmla="*/ 80492 h 185827"/>
                <a:gd name="connsiteX12" fmla="*/ 46178 w 245188"/>
                <a:gd name="connsiteY12" fmla="*/ 64532 h 185827"/>
                <a:gd name="connsiteX13" fmla="*/ 39788 w 245188"/>
                <a:gd name="connsiteY13" fmla="*/ 62616 h 185827"/>
                <a:gd name="connsiteX14" fmla="*/ 34676 w 245188"/>
                <a:gd name="connsiteY14" fmla="*/ 16013 h 185827"/>
                <a:gd name="connsiteX15" fmla="*/ 34676 w 245188"/>
                <a:gd name="connsiteY15" fmla="*/ 15375 h 185827"/>
                <a:gd name="connsiteX16" fmla="*/ 15506 w 245188"/>
                <a:gd name="connsiteY16" fmla="*/ 53 h 185827"/>
                <a:gd name="connsiteX17" fmla="*/ 4004 w 245188"/>
                <a:gd name="connsiteY17" fmla="*/ 11544 h 185827"/>
                <a:gd name="connsiteX18" fmla="*/ 170 w 245188"/>
                <a:gd name="connsiteY18" fmla="*/ 66447 h 185827"/>
                <a:gd name="connsiteX19" fmla="*/ 2087 w 245188"/>
                <a:gd name="connsiteY19" fmla="*/ 81768 h 185827"/>
                <a:gd name="connsiteX20" fmla="*/ 16784 w 245188"/>
                <a:gd name="connsiteY20" fmla="*/ 121987 h 185827"/>
                <a:gd name="connsiteX21" fmla="*/ 32120 w 245188"/>
                <a:gd name="connsiteY21" fmla="*/ 141778 h 185827"/>
                <a:gd name="connsiteX22" fmla="*/ 67903 w 245188"/>
                <a:gd name="connsiteY22" fmla="*/ 167952 h 185827"/>
                <a:gd name="connsiteX23" fmla="*/ 76210 w 245188"/>
                <a:gd name="connsiteY23" fmla="*/ 180082 h 185827"/>
                <a:gd name="connsiteX24" fmla="*/ 82600 w 245188"/>
                <a:gd name="connsiteY24" fmla="*/ 185827 h 185827"/>
                <a:gd name="connsiteX25" fmla="*/ 83239 w 245188"/>
                <a:gd name="connsiteY25" fmla="*/ 185827 h 185827"/>
                <a:gd name="connsiteX26" fmla="*/ 88990 w 245188"/>
                <a:gd name="connsiteY26" fmla="*/ 178805 h 185827"/>
                <a:gd name="connsiteX27" fmla="*/ 75571 w 245188"/>
                <a:gd name="connsiteY27" fmla="*/ 157099 h 185827"/>
                <a:gd name="connsiteX28" fmla="*/ 39788 w 245188"/>
                <a:gd name="connsiteY28" fmla="*/ 130925 h 185827"/>
                <a:gd name="connsiteX29" fmla="*/ 28925 w 245188"/>
                <a:gd name="connsiteY29" fmla="*/ 116880 h 185827"/>
                <a:gd name="connsiteX30" fmla="*/ 14228 w 245188"/>
                <a:gd name="connsiteY30" fmla="*/ 76661 h 185827"/>
                <a:gd name="connsiteX31" fmla="*/ 12950 w 245188"/>
                <a:gd name="connsiteY31" fmla="*/ 66447 h 185827"/>
                <a:gd name="connsiteX32" fmla="*/ 16784 w 245188"/>
                <a:gd name="connsiteY32" fmla="*/ 11544 h 185827"/>
                <a:gd name="connsiteX33" fmla="*/ 18701 w 245188"/>
                <a:gd name="connsiteY33" fmla="*/ 12183 h 185827"/>
                <a:gd name="connsiteX34" fmla="*/ 22535 w 245188"/>
                <a:gd name="connsiteY34" fmla="*/ 16652 h 185827"/>
                <a:gd name="connsiteX35" fmla="*/ 27647 w 245188"/>
                <a:gd name="connsiteY35" fmla="*/ 61978 h 185827"/>
                <a:gd name="connsiteX36" fmla="*/ 18701 w 245188"/>
                <a:gd name="connsiteY36" fmla="*/ 67724 h 185827"/>
                <a:gd name="connsiteX37" fmla="*/ 21257 w 245188"/>
                <a:gd name="connsiteY37" fmla="*/ 84960 h 185827"/>
                <a:gd name="connsiteX38" fmla="*/ 39149 w 245188"/>
                <a:gd name="connsiteY38" fmla="*/ 106666 h 185827"/>
                <a:gd name="connsiteX39" fmla="*/ 51929 w 245188"/>
                <a:gd name="connsiteY39" fmla="*/ 116880 h 185827"/>
                <a:gd name="connsiteX40" fmla="*/ 72376 w 245188"/>
                <a:gd name="connsiteY40" fmla="*/ 127095 h 185827"/>
                <a:gd name="connsiteX41" fmla="*/ 80683 w 245188"/>
                <a:gd name="connsiteY41" fmla="*/ 124541 h 185827"/>
                <a:gd name="connsiteX42" fmla="*/ 78127 w 245188"/>
                <a:gd name="connsiteY42" fmla="*/ 116242 h 185827"/>
                <a:gd name="connsiteX43" fmla="*/ 57679 w 245188"/>
                <a:gd name="connsiteY43" fmla="*/ 106028 h 185827"/>
                <a:gd name="connsiteX44" fmla="*/ 49372 w 245188"/>
                <a:gd name="connsiteY44" fmla="*/ 99005 h 185827"/>
                <a:gd name="connsiteX45" fmla="*/ 31481 w 245188"/>
                <a:gd name="connsiteY45" fmla="*/ 76661 h 185827"/>
                <a:gd name="connsiteX46" fmla="*/ 30203 w 245188"/>
                <a:gd name="connsiteY46" fmla="*/ 74746 h 185827"/>
                <a:gd name="connsiteX47" fmla="*/ 41704 w 245188"/>
                <a:gd name="connsiteY47" fmla="*/ 74746 h 185827"/>
                <a:gd name="connsiteX48" fmla="*/ 62152 w 245188"/>
                <a:gd name="connsiteY48" fmla="*/ 90706 h 185827"/>
                <a:gd name="connsiteX49" fmla="*/ 66625 w 245188"/>
                <a:gd name="connsiteY49" fmla="*/ 92621 h 185827"/>
                <a:gd name="connsiteX50" fmla="*/ 73654 w 245188"/>
                <a:gd name="connsiteY50" fmla="*/ 93260 h 185827"/>
                <a:gd name="connsiteX51" fmla="*/ 114550 w 245188"/>
                <a:gd name="connsiteY51" fmla="*/ 128371 h 185827"/>
                <a:gd name="connsiteX52" fmla="*/ 117745 w 245188"/>
                <a:gd name="connsiteY52" fmla="*/ 153907 h 185827"/>
                <a:gd name="connsiteX53" fmla="*/ 124135 w 245188"/>
                <a:gd name="connsiteY53" fmla="*/ 160291 h 185827"/>
                <a:gd name="connsiteX54" fmla="*/ 124135 w 245188"/>
                <a:gd name="connsiteY54" fmla="*/ 160291 h 185827"/>
                <a:gd name="connsiteX55" fmla="*/ 124135 w 245188"/>
                <a:gd name="connsiteY55" fmla="*/ 160291 h 185827"/>
                <a:gd name="connsiteX56" fmla="*/ 130525 w 245188"/>
                <a:gd name="connsiteY56" fmla="*/ 153907 h 185827"/>
                <a:gd name="connsiteX57" fmla="*/ 133720 w 245188"/>
                <a:gd name="connsiteY57" fmla="*/ 128371 h 185827"/>
                <a:gd name="connsiteX58" fmla="*/ 174615 w 245188"/>
                <a:gd name="connsiteY58" fmla="*/ 93260 h 185827"/>
                <a:gd name="connsiteX59" fmla="*/ 181644 w 245188"/>
                <a:gd name="connsiteY59" fmla="*/ 92621 h 185827"/>
                <a:gd name="connsiteX60" fmla="*/ 186117 w 245188"/>
                <a:gd name="connsiteY60" fmla="*/ 90706 h 185827"/>
                <a:gd name="connsiteX61" fmla="*/ 206565 w 245188"/>
                <a:gd name="connsiteY61" fmla="*/ 74746 h 185827"/>
                <a:gd name="connsiteX62" fmla="*/ 217428 w 245188"/>
                <a:gd name="connsiteY62" fmla="*/ 74746 h 185827"/>
                <a:gd name="connsiteX63" fmla="*/ 215511 w 245188"/>
                <a:gd name="connsiteY63" fmla="*/ 76661 h 185827"/>
                <a:gd name="connsiteX64" fmla="*/ 197619 w 245188"/>
                <a:gd name="connsiteY64" fmla="*/ 98367 h 185827"/>
                <a:gd name="connsiteX65" fmla="*/ 189312 w 245188"/>
                <a:gd name="connsiteY65" fmla="*/ 105389 h 185827"/>
                <a:gd name="connsiteX66" fmla="*/ 168864 w 245188"/>
                <a:gd name="connsiteY66" fmla="*/ 115603 h 185827"/>
                <a:gd name="connsiteX67" fmla="*/ 166308 w 245188"/>
                <a:gd name="connsiteY67" fmla="*/ 123903 h 185827"/>
                <a:gd name="connsiteX68" fmla="*/ 174615 w 245188"/>
                <a:gd name="connsiteY68" fmla="*/ 126456 h 185827"/>
                <a:gd name="connsiteX69" fmla="*/ 195063 w 245188"/>
                <a:gd name="connsiteY69" fmla="*/ 116242 h 185827"/>
                <a:gd name="connsiteX70" fmla="*/ 207843 w 245188"/>
                <a:gd name="connsiteY70" fmla="*/ 106028 h 185827"/>
                <a:gd name="connsiteX71" fmla="*/ 225096 w 245188"/>
                <a:gd name="connsiteY71" fmla="*/ 84322 h 185827"/>
                <a:gd name="connsiteX72" fmla="*/ 228291 w 245188"/>
                <a:gd name="connsiteY72" fmla="*/ 66447 h 185827"/>
                <a:gd name="connsiteX73" fmla="*/ 219345 w 245188"/>
                <a:gd name="connsiteY73" fmla="*/ 60701 h 185827"/>
                <a:gd name="connsiteX74" fmla="*/ 224457 w 245188"/>
                <a:gd name="connsiteY74" fmla="*/ 15375 h 185827"/>
                <a:gd name="connsiteX75" fmla="*/ 228291 w 245188"/>
                <a:gd name="connsiteY75" fmla="*/ 10906 h 185827"/>
                <a:gd name="connsiteX76" fmla="*/ 230208 w 245188"/>
                <a:gd name="connsiteY76" fmla="*/ 10268 h 185827"/>
                <a:gd name="connsiteX77" fmla="*/ 234042 w 245188"/>
                <a:gd name="connsiteY77" fmla="*/ 65170 h 185827"/>
                <a:gd name="connsiteX78" fmla="*/ 232764 w 245188"/>
                <a:gd name="connsiteY78" fmla="*/ 75384 h 185827"/>
                <a:gd name="connsiteX79" fmla="*/ 218067 w 245188"/>
                <a:gd name="connsiteY79" fmla="*/ 115603 h 185827"/>
                <a:gd name="connsiteX80" fmla="*/ 207204 w 245188"/>
                <a:gd name="connsiteY80" fmla="*/ 129648 h 185827"/>
                <a:gd name="connsiteX81" fmla="*/ 171421 w 245188"/>
                <a:gd name="connsiteY81" fmla="*/ 155823 h 185827"/>
                <a:gd name="connsiteX82" fmla="*/ 158001 w 245188"/>
                <a:gd name="connsiteY82" fmla="*/ 177528 h 185827"/>
                <a:gd name="connsiteX83" fmla="*/ 163753 w 245188"/>
                <a:gd name="connsiteY83" fmla="*/ 184550 h 185827"/>
                <a:gd name="connsiteX84" fmla="*/ 164391 w 245188"/>
                <a:gd name="connsiteY84" fmla="*/ 184550 h 185827"/>
                <a:gd name="connsiteX85" fmla="*/ 170781 w 245188"/>
                <a:gd name="connsiteY85" fmla="*/ 178805 h 185827"/>
                <a:gd name="connsiteX86" fmla="*/ 179088 w 245188"/>
                <a:gd name="connsiteY86" fmla="*/ 166675 h 185827"/>
                <a:gd name="connsiteX87" fmla="*/ 214872 w 245188"/>
                <a:gd name="connsiteY87" fmla="*/ 140501 h 185827"/>
                <a:gd name="connsiteX88" fmla="*/ 230208 w 245188"/>
                <a:gd name="connsiteY88" fmla="*/ 120072 h 185827"/>
                <a:gd name="connsiteX89" fmla="*/ 244905 w 245188"/>
                <a:gd name="connsiteY89" fmla="*/ 79853 h 185827"/>
                <a:gd name="connsiteX90" fmla="*/ 244905 w 245188"/>
                <a:gd name="connsiteY90" fmla="*/ 66447 h 185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245188" h="185827">
                  <a:moveTo>
                    <a:pt x="244905" y="66447"/>
                  </a:moveTo>
                  <a:lnTo>
                    <a:pt x="241071" y="11544"/>
                  </a:lnTo>
                  <a:cubicBezTo>
                    <a:pt x="240432" y="5160"/>
                    <a:pt x="235959" y="692"/>
                    <a:pt x="229569" y="53"/>
                  </a:cubicBezTo>
                  <a:cubicBezTo>
                    <a:pt x="222540" y="-585"/>
                    <a:pt x="212955" y="4522"/>
                    <a:pt x="210399" y="15375"/>
                  </a:cubicBezTo>
                  <a:cubicBezTo>
                    <a:pt x="210399" y="15375"/>
                    <a:pt x="210399" y="16013"/>
                    <a:pt x="210399" y="16013"/>
                  </a:cubicBezTo>
                  <a:lnTo>
                    <a:pt x="205287" y="62616"/>
                  </a:lnTo>
                  <a:cubicBezTo>
                    <a:pt x="203370" y="63255"/>
                    <a:pt x="201453" y="63893"/>
                    <a:pt x="199536" y="64532"/>
                  </a:cubicBezTo>
                  <a:cubicBezTo>
                    <a:pt x="191868" y="67724"/>
                    <a:pt x="184839" y="74108"/>
                    <a:pt x="177810" y="80492"/>
                  </a:cubicBezTo>
                  <a:cubicBezTo>
                    <a:pt x="176532" y="80492"/>
                    <a:pt x="174615" y="80492"/>
                    <a:pt x="172059" y="81130"/>
                  </a:cubicBezTo>
                  <a:cubicBezTo>
                    <a:pt x="150333" y="83045"/>
                    <a:pt x="131164" y="97728"/>
                    <a:pt x="122857" y="118157"/>
                  </a:cubicBezTo>
                  <a:cubicBezTo>
                    <a:pt x="114550" y="97728"/>
                    <a:pt x="95380" y="83045"/>
                    <a:pt x="73654" y="81130"/>
                  </a:cubicBezTo>
                  <a:cubicBezTo>
                    <a:pt x="71098" y="81130"/>
                    <a:pt x="69182" y="80492"/>
                    <a:pt x="67903" y="80492"/>
                  </a:cubicBezTo>
                  <a:cubicBezTo>
                    <a:pt x="60874" y="74108"/>
                    <a:pt x="53846" y="67724"/>
                    <a:pt x="46178" y="64532"/>
                  </a:cubicBezTo>
                  <a:cubicBezTo>
                    <a:pt x="44261" y="63255"/>
                    <a:pt x="42344" y="63255"/>
                    <a:pt x="39788" y="62616"/>
                  </a:cubicBezTo>
                  <a:lnTo>
                    <a:pt x="34676" y="16013"/>
                  </a:lnTo>
                  <a:cubicBezTo>
                    <a:pt x="34676" y="16013"/>
                    <a:pt x="34676" y="15375"/>
                    <a:pt x="34676" y="15375"/>
                  </a:cubicBezTo>
                  <a:cubicBezTo>
                    <a:pt x="32120" y="4522"/>
                    <a:pt x="22535" y="-585"/>
                    <a:pt x="15506" y="53"/>
                  </a:cubicBezTo>
                  <a:cubicBezTo>
                    <a:pt x="9116" y="692"/>
                    <a:pt x="4643" y="5160"/>
                    <a:pt x="4004" y="11544"/>
                  </a:cubicBezTo>
                  <a:lnTo>
                    <a:pt x="170" y="66447"/>
                  </a:lnTo>
                  <a:cubicBezTo>
                    <a:pt x="-469" y="71554"/>
                    <a:pt x="809" y="76661"/>
                    <a:pt x="2087" y="81768"/>
                  </a:cubicBezTo>
                  <a:lnTo>
                    <a:pt x="16784" y="121987"/>
                  </a:lnTo>
                  <a:cubicBezTo>
                    <a:pt x="19979" y="130287"/>
                    <a:pt x="25091" y="137309"/>
                    <a:pt x="32120" y="141778"/>
                  </a:cubicBezTo>
                  <a:lnTo>
                    <a:pt x="67903" y="167952"/>
                  </a:lnTo>
                  <a:cubicBezTo>
                    <a:pt x="73015" y="171782"/>
                    <a:pt x="76210" y="175613"/>
                    <a:pt x="76210" y="180082"/>
                  </a:cubicBezTo>
                  <a:cubicBezTo>
                    <a:pt x="76210" y="183274"/>
                    <a:pt x="79405" y="185827"/>
                    <a:pt x="82600" y="185827"/>
                  </a:cubicBezTo>
                  <a:cubicBezTo>
                    <a:pt x="82600" y="185827"/>
                    <a:pt x="83239" y="185827"/>
                    <a:pt x="83239" y="185827"/>
                  </a:cubicBezTo>
                  <a:cubicBezTo>
                    <a:pt x="86434" y="185189"/>
                    <a:pt x="89629" y="182635"/>
                    <a:pt x="88990" y="178805"/>
                  </a:cubicBezTo>
                  <a:cubicBezTo>
                    <a:pt x="88351" y="170506"/>
                    <a:pt x="83878" y="163483"/>
                    <a:pt x="75571" y="157099"/>
                  </a:cubicBezTo>
                  <a:lnTo>
                    <a:pt x="39788" y="130925"/>
                  </a:lnTo>
                  <a:cubicBezTo>
                    <a:pt x="34676" y="127095"/>
                    <a:pt x="31481" y="122626"/>
                    <a:pt x="28925" y="116880"/>
                  </a:cubicBezTo>
                  <a:lnTo>
                    <a:pt x="14228" y="76661"/>
                  </a:lnTo>
                  <a:cubicBezTo>
                    <a:pt x="12950" y="73469"/>
                    <a:pt x="12311" y="70277"/>
                    <a:pt x="12950" y="66447"/>
                  </a:cubicBezTo>
                  <a:lnTo>
                    <a:pt x="16784" y="11544"/>
                  </a:lnTo>
                  <a:cubicBezTo>
                    <a:pt x="17423" y="11544"/>
                    <a:pt x="18062" y="11544"/>
                    <a:pt x="18701" y="12183"/>
                  </a:cubicBezTo>
                  <a:cubicBezTo>
                    <a:pt x="19340" y="12821"/>
                    <a:pt x="21257" y="14098"/>
                    <a:pt x="22535" y="16652"/>
                  </a:cubicBezTo>
                  <a:lnTo>
                    <a:pt x="27647" y="61978"/>
                  </a:lnTo>
                  <a:cubicBezTo>
                    <a:pt x="23813" y="63255"/>
                    <a:pt x="21257" y="65170"/>
                    <a:pt x="18701" y="67724"/>
                  </a:cubicBezTo>
                  <a:cubicBezTo>
                    <a:pt x="17423" y="69639"/>
                    <a:pt x="12950" y="76661"/>
                    <a:pt x="21257" y="84960"/>
                  </a:cubicBezTo>
                  <a:lnTo>
                    <a:pt x="39149" y="106666"/>
                  </a:lnTo>
                  <a:cubicBezTo>
                    <a:pt x="42344" y="111135"/>
                    <a:pt x="46817" y="114327"/>
                    <a:pt x="51929" y="116880"/>
                  </a:cubicBezTo>
                  <a:lnTo>
                    <a:pt x="72376" y="127095"/>
                  </a:lnTo>
                  <a:cubicBezTo>
                    <a:pt x="75571" y="129010"/>
                    <a:pt x="79405" y="127095"/>
                    <a:pt x="80683" y="124541"/>
                  </a:cubicBezTo>
                  <a:cubicBezTo>
                    <a:pt x="81961" y="121349"/>
                    <a:pt x="80683" y="117519"/>
                    <a:pt x="78127" y="116242"/>
                  </a:cubicBezTo>
                  <a:lnTo>
                    <a:pt x="57679" y="106028"/>
                  </a:lnTo>
                  <a:cubicBezTo>
                    <a:pt x="54484" y="104112"/>
                    <a:pt x="51289" y="102197"/>
                    <a:pt x="49372" y="99005"/>
                  </a:cubicBezTo>
                  <a:lnTo>
                    <a:pt x="31481" y="76661"/>
                  </a:lnTo>
                  <a:cubicBezTo>
                    <a:pt x="30842" y="76023"/>
                    <a:pt x="30203" y="75384"/>
                    <a:pt x="30203" y="74746"/>
                  </a:cubicBezTo>
                  <a:cubicBezTo>
                    <a:pt x="32120" y="73469"/>
                    <a:pt x="37232" y="72831"/>
                    <a:pt x="41704" y="74746"/>
                  </a:cubicBezTo>
                  <a:cubicBezTo>
                    <a:pt x="48094" y="77938"/>
                    <a:pt x="55124" y="83684"/>
                    <a:pt x="62152" y="90706"/>
                  </a:cubicBezTo>
                  <a:cubicBezTo>
                    <a:pt x="63430" y="91983"/>
                    <a:pt x="65347" y="92621"/>
                    <a:pt x="66625" y="92621"/>
                  </a:cubicBezTo>
                  <a:cubicBezTo>
                    <a:pt x="66625" y="92621"/>
                    <a:pt x="69182" y="92621"/>
                    <a:pt x="73654" y="93260"/>
                  </a:cubicBezTo>
                  <a:cubicBezTo>
                    <a:pt x="92824" y="95175"/>
                    <a:pt x="108799" y="109220"/>
                    <a:pt x="114550" y="128371"/>
                  </a:cubicBezTo>
                  <a:cubicBezTo>
                    <a:pt x="117106" y="136671"/>
                    <a:pt x="117745" y="141778"/>
                    <a:pt x="117745" y="153907"/>
                  </a:cubicBezTo>
                  <a:cubicBezTo>
                    <a:pt x="117745" y="157738"/>
                    <a:pt x="120301" y="160291"/>
                    <a:pt x="124135" y="160291"/>
                  </a:cubicBezTo>
                  <a:cubicBezTo>
                    <a:pt x="124135" y="160291"/>
                    <a:pt x="124135" y="160291"/>
                    <a:pt x="124135" y="160291"/>
                  </a:cubicBezTo>
                  <a:cubicBezTo>
                    <a:pt x="124135" y="160291"/>
                    <a:pt x="124135" y="160291"/>
                    <a:pt x="124135" y="160291"/>
                  </a:cubicBezTo>
                  <a:cubicBezTo>
                    <a:pt x="127969" y="160291"/>
                    <a:pt x="130525" y="157738"/>
                    <a:pt x="130525" y="153907"/>
                  </a:cubicBezTo>
                  <a:cubicBezTo>
                    <a:pt x="130525" y="141778"/>
                    <a:pt x="131164" y="136671"/>
                    <a:pt x="133720" y="128371"/>
                  </a:cubicBezTo>
                  <a:cubicBezTo>
                    <a:pt x="138832" y="109220"/>
                    <a:pt x="155446" y="95175"/>
                    <a:pt x="174615" y="93260"/>
                  </a:cubicBezTo>
                  <a:cubicBezTo>
                    <a:pt x="179088" y="92621"/>
                    <a:pt x="181644" y="92621"/>
                    <a:pt x="181644" y="92621"/>
                  </a:cubicBezTo>
                  <a:cubicBezTo>
                    <a:pt x="182922" y="92621"/>
                    <a:pt x="184839" y="91983"/>
                    <a:pt x="186117" y="90706"/>
                  </a:cubicBezTo>
                  <a:cubicBezTo>
                    <a:pt x="193146" y="84322"/>
                    <a:pt x="200175" y="77938"/>
                    <a:pt x="206565" y="74746"/>
                  </a:cubicBezTo>
                  <a:cubicBezTo>
                    <a:pt x="211038" y="72831"/>
                    <a:pt x="216150" y="73469"/>
                    <a:pt x="217428" y="74746"/>
                  </a:cubicBezTo>
                  <a:cubicBezTo>
                    <a:pt x="217428" y="75384"/>
                    <a:pt x="216789" y="76023"/>
                    <a:pt x="215511" y="76661"/>
                  </a:cubicBezTo>
                  <a:lnTo>
                    <a:pt x="197619" y="98367"/>
                  </a:lnTo>
                  <a:cubicBezTo>
                    <a:pt x="195063" y="101559"/>
                    <a:pt x="192507" y="103474"/>
                    <a:pt x="189312" y="105389"/>
                  </a:cubicBezTo>
                  <a:lnTo>
                    <a:pt x="168864" y="115603"/>
                  </a:lnTo>
                  <a:cubicBezTo>
                    <a:pt x="165669" y="116880"/>
                    <a:pt x="164391" y="120711"/>
                    <a:pt x="166308" y="123903"/>
                  </a:cubicBezTo>
                  <a:cubicBezTo>
                    <a:pt x="167586" y="127095"/>
                    <a:pt x="171421" y="128371"/>
                    <a:pt x="174615" y="126456"/>
                  </a:cubicBezTo>
                  <a:lnTo>
                    <a:pt x="195063" y="116242"/>
                  </a:lnTo>
                  <a:cubicBezTo>
                    <a:pt x="200175" y="113688"/>
                    <a:pt x="204648" y="110496"/>
                    <a:pt x="207843" y="106028"/>
                  </a:cubicBezTo>
                  <a:lnTo>
                    <a:pt x="225096" y="84322"/>
                  </a:lnTo>
                  <a:cubicBezTo>
                    <a:pt x="233403" y="75384"/>
                    <a:pt x="229569" y="68362"/>
                    <a:pt x="228291" y="66447"/>
                  </a:cubicBezTo>
                  <a:cubicBezTo>
                    <a:pt x="226374" y="63893"/>
                    <a:pt x="223179" y="61978"/>
                    <a:pt x="219345" y="60701"/>
                  </a:cubicBezTo>
                  <a:lnTo>
                    <a:pt x="224457" y="15375"/>
                  </a:lnTo>
                  <a:cubicBezTo>
                    <a:pt x="225096" y="12183"/>
                    <a:pt x="227013" y="10906"/>
                    <a:pt x="228291" y="10906"/>
                  </a:cubicBezTo>
                  <a:cubicBezTo>
                    <a:pt x="228930" y="10268"/>
                    <a:pt x="229569" y="10268"/>
                    <a:pt x="230208" y="10268"/>
                  </a:cubicBezTo>
                  <a:lnTo>
                    <a:pt x="234042" y="65170"/>
                  </a:lnTo>
                  <a:cubicBezTo>
                    <a:pt x="234042" y="68362"/>
                    <a:pt x="234042" y="72192"/>
                    <a:pt x="232764" y="75384"/>
                  </a:cubicBezTo>
                  <a:lnTo>
                    <a:pt x="218067" y="115603"/>
                  </a:lnTo>
                  <a:cubicBezTo>
                    <a:pt x="216150" y="121349"/>
                    <a:pt x="212316" y="126456"/>
                    <a:pt x="207204" y="129648"/>
                  </a:cubicBezTo>
                  <a:lnTo>
                    <a:pt x="171421" y="155823"/>
                  </a:lnTo>
                  <a:cubicBezTo>
                    <a:pt x="163113" y="161568"/>
                    <a:pt x="158641" y="169229"/>
                    <a:pt x="158001" y="177528"/>
                  </a:cubicBezTo>
                  <a:cubicBezTo>
                    <a:pt x="157363" y="180720"/>
                    <a:pt x="160558" y="183912"/>
                    <a:pt x="163753" y="184550"/>
                  </a:cubicBezTo>
                  <a:cubicBezTo>
                    <a:pt x="163753" y="184550"/>
                    <a:pt x="164391" y="184550"/>
                    <a:pt x="164391" y="184550"/>
                  </a:cubicBezTo>
                  <a:cubicBezTo>
                    <a:pt x="167586" y="184550"/>
                    <a:pt x="170142" y="181997"/>
                    <a:pt x="170781" y="178805"/>
                  </a:cubicBezTo>
                  <a:cubicBezTo>
                    <a:pt x="171421" y="174336"/>
                    <a:pt x="173976" y="170506"/>
                    <a:pt x="179088" y="166675"/>
                  </a:cubicBezTo>
                  <a:lnTo>
                    <a:pt x="214872" y="140501"/>
                  </a:lnTo>
                  <a:cubicBezTo>
                    <a:pt x="221901" y="135394"/>
                    <a:pt x="227013" y="128371"/>
                    <a:pt x="230208" y="120072"/>
                  </a:cubicBezTo>
                  <a:lnTo>
                    <a:pt x="244905" y="79853"/>
                  </a:lnTo>
                  <a:cubicBezTo>
                    <a:pt x="244905" y="76661"/>
                    <a:pt x="245544" y="71554"/>
                    <a:pt x="244905" y="66447"/>
                  </a:cubicBezTo>
                  <a:close/>
                </a:path>
              </a:pathLst>
            </a:custGeom>
            <a:solidFill>
              <a:srgbClr val="0076A8"/>
            </a:solidFill>
            <a:ln w="6390" cap="flat">
              <a:noFill/>
              <a:prstDash val="solid"/>
              <a:miter/>
            </a:ln>
          </p:spPr>
          <p:txBody>
            <a:bodyPr rtlCol="0" anchor="ctr"/>
            <a:lstStyle/>
            <a:p>
              <a:endParaRPr lang="en-US"/>
            </a:p>
          </p:txBody>
        </p:sp>
      </p:grpSp>
      <p:sp>
        <p:nvSpPr>
          <p:cNvPr id="605" name="Graphic 4">
            <a:extLst>
              <a:ext uri="{FF2B5EF4-FFF2-40B4-BE49-F238E27FC236}">
                <a16:creationId xmlns:a16="http://schemas.microsoft.com/office/drawing/2014/main" id="{6F177282-72BA-CE43-813E-F9051103E36A}"/>
              </a:ext>
            </a:extLst>
          </p:cNvPr>
          <p:cNvSpPr>
            <a:spLocks noChangeAspect="1"/>
          </p:cNvSpPr>
          <p:nvPr/>
        </p:nvSpPr>
        <p:spPr>
          <a:xfrm>
            <a:off x="6147119"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66460 w 361670"/>
              <a:gd name="connsiteY5" fmla="*/ 217055 h 361333"/>
              <a:gd name="connsiteX6" fmla="*/ 251764 w 361670"/>
              <a:gd name="connsiteY6" fmla="*/ 254083 h 361333"/>
              <a:gd name="connsiteX7" fmla="*/ 249208 w 361670"/>
              <a:gd name="connsiteY7" fmla="*/ 259828 h 361333"/>
              <a:gd name="connsiteX8" fmla="*/ 249208 w 361670"/>
              <a:gd name="connsiteY8" fmla="*/ 282810 h 361333"/>
              <a:gd name="connsiteX9" fmla="*/ 242818 w 361670"/>
              <a:gd name="connsiteY9" fmla="*/ 289194 h 361333"/>
              <a:gd name="connsiteX10" fmla="*/ 236428 w 361670"/>
              <a:gd name="connsiteY10" fmla="*/ 282810 h 361333"/>
              <a:gd name="connsiteX11" fmla="*/ 236428 w 361670"/>
              <a:gd name="connsiteY11" fmla="*/ 259828 h 361333"/>
              <a:gd name="connsiteX12" fmla="*/ 242179 w 361670"/>
              <a:gd name="connsiteY12" fmla="*/ 245145 h 361333"/>
              <a:gd name="connsiteX13" fmla="*/ 253681 w 361670"/>
              <a:gd name="connsiteY13" fmla="*/ 217055 h 361333"/>
              <a:gd name="connsiteX14" fmla="*/ 253681 w 361670"/>
              <a:gd name="connsiteY14" fmla="*/ 186412 h 361333"/>
              <a:gd name="connsiteX15" fmla="*/ 253681 w 361670"/>
              <a:gd name="connsiteY15" fmla="*/ 186412 h 361333"/>
              <a:gd name="connsiteX16" fmla="*/ 253681 w 361670"/>
              <a:gd name="connsiteY16" fmla="*/ 169814 h 361333"/>
              <a:gd name="connsiteX17" fmla="*/ 251764 w 361670"/>
              <a:gd name="connsiteY17" fmla="*/ 164707 h 361333"/>
              <a:gd name="connsiteX18" fmla="*/ 246651 w 361670"/>
              <a:gd name="connsiteY18" fmla="*/ 162792 h 361333"/>
              <a:gd name="connsiteX19" fmla="*/ 239623 w 361670"/>
              <a:gd name="connsiteY19" fmla="*/ 169814 h 361333"/>
              <a:gd name="connsiteX20" fmla="*/ 239623 w 361670"/>
              <a:gd name="connsiteY20" fmla="*/ 180667 h 361333"/>
              <a:gd name="connsiteX21" fmla="*/ 233233 w 361670"/>
              <a:gd name="connsiteY21" fmla="*/ 187051 h 361333"/>
              <a:gd name="connsiteX22" fmla="*/ 226843 w 361670"/>
              <a:gd name="connsiteY22" fmla="*/ 180667 h 361333"/>
              <a:gd name="connsiteX23" fmla="*/ 226843 w 361670"/>
              <a:gd name="connsiteY23" fmla="*/ 169814 h 361333"/>
              <a:gd name="connsiteX24" fmla="*/ 226843 w 361670"/>
              <a:gd name="connsiteY24" fmla="*/ 169814 h 361333"/>
              <a:gd name="connsiteX25" fmla="*/ 226843 w 361670"/>
              <a:gd name="connsiteY25" fmla="*/ 169814 h 361333"/>
              <a:gd name="connsiteX26" fmla="*/ 226843 w 361670"/>
              <a:gd name="connsiteY26" fmla="*/ 158323 h 361333"/>
              <a:gd name="connsiteX27" fmla="*/ 224926 w 361670"/>
              <a:gd name="connsiteY27" fmla="*/ 153216 h 361333"/>
              <a:gd name="connsiteX28" fmla="*/ 219814 w 361670"/>
              <a:gd name="connsiteY28" fmla="*/ 151300 h 361333"/>
              <a:gd name="connsiteX29" fmla="*/ 212785 w 361670"/>
              <a:gd name="connsiteY29" fmla="*/ 157684 h 361333"/>
              <a:gd name="connsiteX30" fmla="*/ 212785 w 361670"/>
              <a:gd name="connsiteY30" fmla="*/ 173006 h 361333"/>
              <a:gd name="connsiteX31" fmla="*/ 206395 w 361670"/>
              <a:gd name="connsiteY31" fmla="*/ 179390 h 361333"/>
              <a:gd name="connsiteX32" fmla="*/ 200005 w 361670"/>
              <a:gd name="connsiteY32" fmla="*/ 173006 h 361333"/>
              <a:gd name="connsiteX33" fmla="*/ 200005 w 361670"/>
              <a:gd name="connsiteY33" fmla="*/ 158323 h 361333"/>
              <a:gd name="connsiteX34" fmla="*/ 200005 w 361670"/>
              <a:gd name="connsiteY34" fmla="*/ 158323 h 361333"/>
              <a:gd name="connsiteX35" fmla="*/ 200005 w 361670"/>
              <a:gd name="connsiteY35" fmla="*/ 157046 h 361333"/>
              <a:gd name="connsiteX36" fmla="*/ 200005 w 361670"/>
              <a:gd name="connsiteY36" fmla="*/ 145555 h 361333"/>
              <a:gd name="connsiteX37" fmla="*/ 198088 w 361670"/>
              <a:gd name="connsiteY37" fmla="*/ 140448 h 361333"/>
              <a:gd name="connsiteX38" fmla="*/ 192976 w 361670"/>
              <a:gd name="connsiteY38" fmla="*/ 138532 h 361333"/>
              <a:gd name="connsiteX39" fmla="*/ 185947 w 361670"/>
              <a:gd name="connsiteY39" fmla="*/ 144916 h 361333"/>
              <a:gd name="connsiteX40" fmla="*/ 185947 w 361670"/>
              <a:gd name="connsiteY40" fmla="*/ 165984 h 361333"/>
              <a:gd name="connsiteX41" fmla="*/ 179557 w 361670"/>
              <a:gd name="connsiteY41" fmla="*/ 172368 h 361333"/>
              <a:gd name="connsiteX42" fmla="*/ 173167 w 361670"/>
              <a:gd name="connsiteY42" fmla="*/ 165984 h 361333"/>
              <a:gd name="connsiteX43" fmla="*/ 173167 w 361670"/>
              <a:gd name="connsiteY43" fmla="*/ 145555 h 361333"/>
              <a:gd name="connsiteX44" fmla="*/ 173167 w 361670"/>
              <a:gd name="connsiteY44" fmla="*/ 145555 h 361333"/>
              <a:gd name="connsiteX45" fmla="*/ 173167 w 361670"/>
              <a:gd name="connsiteY45" fmla="*/ 144916 h 361333"/>
              <a:gd name="connsiteX46" fmla="*/ 173167 w 361670"/>
              <a:gd name="connsiteY46" fmla="*/ 91929 h 361333"/>
              <a:gd name="connsiteX47" fmla="*/ 171250 w 361670"/>
              <a:gd name="connsiteY47" fmla="*/ 86822 h 361333"/>
              <a:gd name="connsiteX48" fmla="*/ 166138 w 361670"/>
              <a:gd name="connsiteY48" fmla="*/ 84907 h 361333"/>
              <a:gd name="connsiteX49" fmla="*/ 159110 w 361670"/>
              <a:gd name="connsiteY49" fmla="*/ 91929 h 361333"/>
              <a:gd name="connsiteX50" fmla="*/ 159110 w 361670"/>
              <a:gd name="connsiteY50" fmla="*/ 198542 h 361333"/>
              <a:gd name="connsiteX51" fmla="*/ 154637 w 361670"/>
              <a:gd name="connsiteY51" fmla="*/ 204926 h 361333"/>
              <a:gd name="connsiteX52" fmla="*/ 147607 w 361670"/>
              <a:gd name="connsiteY52" fmla="*/ 202372 h 361333"/>
              <a:gd name="connsiteX53" fmla="*/ 125882 w 361670"/>
              <a:gd name="connsiteY53" fmla="*/ 165984 h 361333"/>
              <a:gd name="connsiteX54" fmla="*/ 116297 w 361670"/>
              <a:gd name="connsiteY54" fmla="*/ 161515 h 361333"/>
              <a:gd name="connsiteX55" fmla="*/ 109268 w 361670"/>
              <a:gd name="connsiteY55" fmla="*/ 163430 h 361333"/>
              <a:gd name="connsiteX56" fmla="*/ 138662 w 361670"/>
              <a:gd name="connsiteY56" fmla="*/ 234292 h 361333"/>
              <a:gd name="connsiteX57" fmla="*/ 150802 w 361670"/>
              <a:gd name="connsiteY57" fmla="*/ 249614 h 361333"/>
              <a:gd name="connsiteX58" fmla="*/ 159110 w 361670"/>
              <a:gd name="connsiteY58" fmla="*/ 266850 h 361333"/>
              <a:gd name="connsiteX59" fmla="*/ 159110 w 361670"/>
              <a:gd name="connsiteY59" fmla="*/ 283449 h 361333"/>
              <a:gd name="connsiteX60" fmla="*/ 152720 w 361670"/>
              <a:gd name="connsiteY60" fmla="*/ 289833 h 361333"/>
              <a:gd name="connsiteX61" fmla="*/ 146330 w 361670"/>
              <a:gd name="connsiteY61" fmla="*/ 283449 h 361333"/>
              <a:gd name="connsiteX62" fmla="*/ 146330 w 361670"/>
              <a:gd name="connsiteY62" fmla="*/ 266850 h 361333"/>
              <a:gd name="connsiteX63" fmla="*/ 143135 w 361670"/>
              <a:gd name="connsiteY63" fmla="*/ 260467 h 361333"/>
              <a:gd name="connsiteX64" fmla="*/ 126521 w 361670"/>
              <a:gd name="connsiteY64" fmla="*/ 240038 h 361333"/>
              <a:gd name="connsiteX65" fmla="*/ 97127 w 361670"/>
              <a:gd name="connsiteY65" fmla="*/ 168537 h 361333"/>
              <a:gd name="connsiteX66" fmla="*/ 104795 w 361670"/>
              <a:gd name="connsiteY66" fmla="*/ 151939 h 361333"/>
              <a:gd name="connsiteX67" fmla="*/ 136106 w 361670"/>
              <a:gd name="connsiteY67" fmla="*/ 160238 h 361333"/>
              <a:gd name="connsiteX68" fmla="*/ 146330 w 361670"/>
              <a:gd name="connsiteY68" fmla="*/ 176836 h 361333"/>
              <a:gd name="connsiteX69" fmla="*/ 146330 w 361670"/>
              <a:gd name="connsiteY69" fmla="*/ 93206 h 361333"/>
              <a:gd name="connsiteX70" fmla="*/ 166138 w 361670"/>
              <a:gd name="connsiteY70" fmla="*/ 73416 h 361333"/>
              <a:gd name="connsiteX71" fmla="*/ 180196 w 361670"/>
              <a:gd name="connsiteY71" fmla="*/ 79161 h 361333"/>
              <a:gd name="connsiteX72" fmla="*/ 185947 w 361670"/>
              <a:gd name="connsiteY72" fmla="*/ 91929 h 361333"/>
              <a:gd name="connsiteX73" fmla="*/ 185947 w 361670"/>
              <a:gd name="connsiteY73" fmla="*/ 93206 h 361333"/>
              <a:gd name="connsiteX74" fmla="*/ 185947 w 361670"/>
              <a:gd name="connsiteY74" fmla="*/ 128318 h 361333"/>
              <a:gd name="connsiteX75" fmla="*/ 192976 w 361670"/>
              <a:gd name="connsiteY75" fmla="*/ 127041 h 361333"/>
              <a:gd name="connsiteX76" fmla="*/ 207034 w 361670"/>
              <a:gd name="connsiteY76" fmla="*/ 132787 h 361333"/>
              <a:gd name="connsiteX77" fmla="*/ 212146 w 361670"/>
              <a:gd name="connsiteY77" fmla="*/ 141086 h 361333"/>
              <a:gd name="connsiteX78" fmla="*/ 220453 w 361670"/>
              <a:gd name="connsiteY78" fmla="*/ 139171 h 361333"/>
              <a:gd name="connsiteX79" fmla="*/ 234511 w 361670"/>
              <a:gd name="connsiteY79" fmla="*/ 144916 h 361333"/>
              <a:gd name="connsiteX80" fmla="*/ 238984 w 361670"/>
              <a:gd name="connsiteY80" fmla="*/ 151939 h 361333"/>
              <a:gd name="connsiteX81" fmla="*/ 247291 w 361670"/>
              <a:gd name="connsiteY81" fmla="*/ 150024 h 361333"/>
              <a:gd name="connsiteX82" fmla="*/ 261349 w 361670"/>
              <a:gd name="connsiteY82" fmla="*/ 155769 h 361333"/>
              <a:gd name="connsiteX83" fmla="*/ 267099 w 361670"/>
              <a:gd name="connsiteY83" fmla="*/ 169814 h 361333"/>
              <a:gd name="connsiteX84" fmla="*/ 267099 w 361670"/>
              <a:gd name="connsiteY84" fmla="*/ 169814 h 361333"/>
              <a:gd name="connsiteX85" fmla="*/ 267099 w 361670"/>
              <a:gd name="connsiteY85" fmla="*/ 21705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266460" y="217055"/>
                </a:moveTo>
                <a:cubicBezTo>
                  <a:pt x="266460" y="231100"/>
                  <a:pt x="261349" y="243868"/>
                  <a:pt x="251764" y="254083"/>
                </a:cubicBezTo>
                <a:cubicBezTo>
                  <a:pt x="250486" y="255998"/>
                  <a:pt x="249208" y="257913"/>
                  <a:pt x="249208" y="259828"/>
                </a:cubicBezTo>
                <a:lnTo>
                  <a:pt x="249208" y="282810"/>
                </a:lnTo>
                <a:cubicBezTo>
                  <a:pt x="249208" y="286641"/>
                  <a:pt x="246651" y="289194"/>
                  <a:pt x="242818" y="289194"/>
                </a:cubicBezTo>
                <a:cubicBezTo>
                  <a:pt x="238984" y="289194"/>
                  <a:pt x="236428" y="286641"/>
                  <a:pt x="236428" y="282810"/>
                </a:cubicBezTo>
                <a:lnTo>
                  <a:pt x="236428" y="259828"/>
                </a:lnTo>
                <a:cubicBezTo>
                  <a:pt x="236428" y="254721"/>
                  <a:pt x="238345" y="248975"/>
                  <a:pt x="242179" y="245145"/>
                </a:cubicBezTo>
                <a:cubicBezTo>
                  <a:pt x="249208" y="237484"/>
                  <a:pt x="253681" y="227270"/>
                  <a:pt x="253681" y="217055"/>
                </a:cubicBezTo>
                <a:lnTo>
                  <a:pt x="253681" y="186412"/>
                </a:lnTo>
                <a:cubicBezTo>
                  <a:pt x="253681" y="186412"/>
                  <a:pt x="253681" y="186412"/>
                  <a:pt x="253681" y="186412"/>
                </a:cubicBezTo>
                <a:lnTo>
                  <a:pt x="253681" y="169814"/>
                </a:lnTo>
                <a:cubicBezTo>
                  <a:pt x="253681" y="167899"/>
                  <a:pt x="253041" y="165984"/>
                  <a:pt x="251764" y="164707"/>
                </a:cubicBezTo>
                <a:cubicBezTo>
                  <a:pt x="250486" y="163430"/>
                  <a:pt x="248569" y="162792"/>
                  <a:pt x="246651" y="162792"/>
                </a:cubicBezTo>
                <a:cubicBezTo>
                  <a:pt x="242818" y="162792"/>
                  <a:pt x="239623" y="165984"/>
                  <a:pt x="239623" y="169814"/>
                </a:cubicBezTo>
                <a:lnTo>
                  <a:pt x="239623" y="180667"/>
                </a:lnTo>
                <a:cubicBezTo>
                  <a:pt x="239623" y="184497"/>
                  <a:pt x="237067" y="187051"/>
                  <a:pt x="233233" y="187051"/>
                </a:cubicBezTo>
                <a:cubicBezTo>
                  <a:pt x="229399" y="187051"/>
                  <a:pt x="226843" y="184497"/>
                  <a:pt x="226843" y="180667"/>
                </a:cubicBezTo>
                <a:lnTo>
                  <a:pt x="226843" y="169814"/>
                </a:lnTo>
                <a:cubicBezTo>
                  <a:pt x="226843" y="169814"/>
                  <a:pt x="226843" y="169814"/>
                  <a:pt x="226843" y="169814"/>
                </a:cubicBezTo>
                <a:cubicBezTo>
                  <a:pt x="226843" y="169814"/>
                  <a:pt x="226843" y="169814"/>
                  <a:pt x="226843" y="169814"/>
                </a:cubicBezTo>
                <a:lnTo>
                  <a:pt x="226843" y="158323"/>
                </a:lnTo>
                <a:cubicBezTo>
                  <a:pt x="226843" y="156408"/>
                  <a:pt x="226204" y="154492"/>
                  <a:pt x="224926" y="153216"/>
                </a:cubicBezTo>
                <a:cubicBezTo>
                  <a:pt x="223648" y="151939"/>
                  <a:pt x="221731" y="151300"/>
                  <a:pt x="219814" y="151300"/>
                </a:cubicBezTo>
                <a:cubicBezTo>
                  <a:pt x="215980" y="151300"/>
                  <a:pt x="212785" y="153854"/>
                  <a:pt x="212785" y="157684"/>
                </a:cubicBezTo>
                <a:lnTo>
                  <a:pt x="212785" y="173006"/>
                </a:lnTo>
                <a:cubicBezTo>
                  <a:pt x="212785" y="176836"/>
                  <a:pt x="210229" y="179390"/>
                  <a:pt x="206395" y="179390"/>
                </a:cubicBezTo>
                <a:cubicBezTo>
                  <a:pt x="202561" y="179390"/>
                  <a:pt x="200005" y="176836"/>
                  <a:pt x="200005" y="173006"/>
                </a:cubicBezTo>
                <a:lnTo>
                  <a:pt x="200005" y="158323"/>
                </a:lnTo>
                <a:cubicBezTo>
                  <a:pt x="200005" y="158323"/>
                  <a:pt x="200005" y="158323"/>
                  <a:pt x="200005" y="158323"/>
                </a:cubicBezTo>
                <a:cubicBezTo>
                  <a:pt x="200005" y="157684"/>
                  <a:pt x="200005" y="157684"/>
                  <a:pt x="200005" y="157046"/>
                </a:cubicBezTo>
                <a:lnTo>
                  <a:pt x="200005" y="145555"/>
                </a:lnTo>
                <a:cubicBezTo>
                  <a:pt x="200005" y="143640"/>
                  <a:pt x="199366" y="141724"/>
                  <a:pt x="198088" y="140448"/>
                </a:cubicBezTo>
                <a:cubicBezTo>
                  <a:pt x="196810" y="139171"/>
                  <a:pt x="194893" y="138532"/>
                  <a:pt x="192976" y="138532"/>
                </a:cubicBezTo>
                <a:cubicBezTo>
                  <a:pt x="189142" y="138532"/>
                  <a:pt x="185947" y="141724"/>
                  <a:pt x="185947" y="144916"/>
                </a:cubicBezTo>
                <a:lnTo>
                  <a:pt x="185947" y="165984"/>
                </a:lnTo>
                <a:cubicBezTo>
                  <a:pt x="185947" y="169814"/>
                  <a:pt x="183391" y="172368"/>
                  <a:pt x="179557" y="172368"/>
                </a:cubicBezTo>
                <a:cubicBezTo>
                  <a:pt x="175723" y="172368"/>
                  <a:pt x="173167" y="169814"/>
                  <a:pt x="173167" y="165984"/>
                </a:cubicBezTo>
                <a:lnTo>
                  <a:pt x="173167" y="145555"/>
                </a:lnTo>
                <a:cubicBezTo>
                  <a:pt x="173167" y="145555"/>
                  <a:pt x="173167" y="145555"/>
                  <a:pt x="173167" y="145555"/>
                </a:cubicBezTo>
                <a:cubicBezTo>
                  <a:pt x="173167" y="145555"/>
                  <a:pt x="173167" y="144916"/>
                  <a:pt x="173167" y="144916"/>
                </a:cubicBezTo>
                <a:lnTo>
                  <a:pt x="173167" y="91929"/>
                </a:lnTo>
                <a:cubicBezTo>
                  <a:pt x="173167" y="89376"/>
                  <a:pt x="172528" y="88099"/>
                  <a:pt x="171250" y="86822"/>
                </a:cubicBezTo>
                <a:cubicBezTo>
                  <a:pt x="169972" y="85545"/>
                  <a:pt x="168055" y="84907"/>
                  <a:pt x="166138" y="84907"/>
                </a:cubicBezTo>
                <a:cubicBezTo>
                  <a:pt x="162305" y="84907"/>
                  <a:pt x="159110" y="88099"/>
                  <a:pt x="159110" y="91929"/>
                </a:cubicBezTo>
                <a:lnTo>
                  <a:pt x="159110" y="198542"/>
                </a:lnTo>
                <a:cubicBezTo>
                  <a:pt x="159110" y="201095"/>
                  <a:pt x="157192" y="203649"/>
                  <a:pt x="154637" y="204926"/>
                </a:cubicBezTo>
                <a:cubicBezTo>
                  <a:pt x="152080" y="205564"/>
                  <a:pt x="148885" y="204287"/>
                  <a:pt x="147607" y="202372"/>
                </a:cubicBezTo>
                <a:cubicBezTo>
                  <a:pt x="147607" y="202372"/>
                  <a:pt x="136106" y="183220"/>
                  <a:pt x="125882" y="165984"/>
                </a:cubicBezTo>
                <a:cubicBezTo>
                  <a:pt x="123326" y="161515"/>
                  <a:pt x="118214" y="160876"/>
                  <a:pt x="116297" y="161515"/>
                </a:cubicBezTo>
                <a:cubicBezTo>
                  <a:pt x="112463" y="161515"/>
                  <a:pt x="110546" y="162792"/>
                  <a:pt x="109268" y="163430"/>
                </a:cubicBezTo>
                <a:lnTo>
                  <a:pt x="138662" y="234292"/>
                </a:lnTo>
                <a:cubicBezTo>
                  <a:pt x="141217" y="240038"/>
                  <a:pt x="145690" y="245145"/>
                  <a:pt x="150802" y="249614"/>
                </a:cubicBezTo>
                <a:cubicBezTo>
                  <a:pt x="155915" y="253444"/>
                  <a:pt x="159110" y="259828"/>
                  <a:pt x="159110" y="266850"/>
                </a:cubicBezTo>
                <a:lnTo>
                  <a:pt x="159110" y="283449"/>
                </a:lnTo>
                <a:cubicBezTo>
                  <a:pt x="159110" y="287279"/>
                  <a:pt x="156553" y="289833"/>
                  <a:pt x="152720" y="289833"/>
                </a:cubicBezTo>
                <a:cubicBezTo>
                  <a:pt x="148885" y="289833"/>
                  <a:pt x="146330" y="287279"/>
                  <a:pt x="146330" y="283449"/>
                </a:cubicBezTo>
                <a:lnTo>
                  <a:pt x="146330" y="266850"/>
                </a:lnTo>
                <a:cubicBezTo>
                  <a:pt x="146330" y="264297"/>
                  <a:pt x="145052" y="261743"/>
                  <a:pt x="143135" y="260467"/>
                </a:cubicBezTo>
                <a:cubicBezTo>
                  <a:pt x="135467" y="254721"/>
                  <a:pt x="129716" y="247699"/>
                  <a:pt x="126521" y="240038"/>
                </a:cubicBezTo>
                <a:lnTo>
                  <a:pt x="97127" y="168537"/>
                </a:lnTo>
                <a:cubicBezTo>
                  <a:pt x="94571" y="162153"/>
                  <a:pt x="97766" y="155131"/>
                  <a:pt x="104795" y="151939"/>
                </a:cubicBezTo>
                <a:cubicBezTo>
                  <a:pt x="114380" y="146832"/>
                  <a:pt x="129716" y="148747"/>
                  <a:pt x="136106" y="160238"/>
                </a:cubicBezTo>
                <a:cubicBezTo>
                  <a:pt x="139301" y="165984"/>
                  <a:pt x="143135" y="171729"/>
                  <a:pt x="146330" y="176836"/>
                </a:cubicBezTo>
                <a:lnTo>
                  <a:pt x="146330" y="93206"/>
                </a:lnTo>
                <a:cubicBezTo>
                  <a:pt x="146330" y="82353"/>
                  <a:pt x="155275" y="73416"/>
                  <a:pt x="166138" y="73416"/>
                </a:cubicBezTo>
                <a:cubicBezTo>
                  <a:pt x="171250" y="73416"/>
                  <a:pt x="176362" y="75331"/>
                  <a:pt x="180196" y="79161"/>
                </a:cubicBezTo>
                <a:cubicBezTo>
                  <a:pt x="183391" y="82353"/>
                  <a:pt x="185947" y="86822"/>
                  <a:pt x="185947" y="91929"/>
                </a:cubicBezTo>
                <a:cubicBezTo>
                  <a:pt x="185947" y="92568"/>
                  <a:pt x="185947" y="92568"/>
                  <a:pt x="185947" y="93206"/>
                </a:cubicBezTo>
                <a:lnTo>
                  <a:pt x="185947" y="128318"/>
                </a:lnTo>
                <a:cubicBezTo>
                  <a:pt x="187864" y="127680"/>
                  <a:pt x="190420" y="127041"/>
                  <a:pt x="192976" y="127041"/>
                </a:cubicBezTo>
                <a:cubicBezTo>
                  <a:pt x="198088" y="127041"/>
                  <a:pt x="203200" y="128956"/>
                  <a:pt x="207034" y="132787"/>
                </a:cubicBezTo>
                <a:cubicBezTo>
                  <a:pt x="209590" y="135340"/>
                  <a:pt x="210868" y="137894"/>
                  <a:pt x="212146" y="141086"/>
                </a:cubicBezTo>
                <a:cubicBezTo>
                  <a:pt x="214702" y="139809"/>
                  <a:pt x="217258" y="139171"/>
                  <a:pt x="220453" y="139171"/>
                </a:cubicBezTo>
                <a:cubicBezTo>
                  <a:pt x="225565" y="139171"/>
                  <a:pt x="230677" y="141086"/>
                  <a:pt x="234511" y="144916"/>
                </a:cubicBezTo>
                <a:cubicBezTo>
                  <a:pt x="236428" y="146832"/>
                  <a:pt x="237706" y="149385"/>
                  <a:pt x="238984" y="151939"/>
                </a:cubicBezTo>
                <a:cubicBezTo>
                  <a:pt x="241540" y="150662"/>
                  <a:pt x="244735" y="150024"/>
                  <a:pt x="247291" y="150024"/>
                </a:cubicBezTo>
                <a:cubicBezTo>
                  <a:pt x="252403" y="150024"/>
                  <a:pt x="257514" y="151939"/>
                  <a:pt x="261349" y="155769"/>
                </a:cubicBezTo>
                <a:cubicBezTo>
                  <a:pt x="265182" y="159600"/>
                  <a:pt x="267099" y="164707"/>
                  <a:pt x="267099" y="169814"/>
                </a:cubicBezTo>
                <a:cubicBezTo>
                  <a:pt x="267099" y="169814"/>
                  <a:pt x="267099" y="169814"/>
                  <a:pt x="267099" y="169814"/>
                </a:cubicBezTo>
                <a:lnTo>
                  <a:pt x="267099" y="217055"/>
                </a:lnTo>
                <a:close/>
              </a:path>
            </a:pathLst>
          </a:custGeom>
          <a:solidFill>
            <a:srgbClr val="0076A8"/>
          </a:solidFill>
          <a:ln w="6390" cap="flat">
            <a:noFill/>
            <a:prstDash val="solid"/>
            <a:miter/>
          </a:ln>
        </p:spPr>
        <p:txBody>
          <a:bodyPr rtlCol="0" anchor="ctr"/>
          <a:lstStyle/>
          <a:p>
            <a:endParaRPr lang="en-US"/>
          </a:p>
        </p:txBody>
      </p:sp>
      <p:sp>
        <p:nvSpPr>
          <p:cNvPr id="606" name="Graphic 4">
            <a:extLst>
              <a:ext uri="{FF2B5EF4-FFF2-40B4-BE49-F238E27FC236}">
                <a16:creationId xmlns:a16="http://schemas.microsoft.com/office/drawing/2014/main" id="{D4A618E5-F32B-8A4F-A502-79DED33C7AE1}"/>
              </a:ext>
            </a:extLst>
          </p:cNvPr>
          <p:cNvSpPr>
            <a:spLocks noChangeAspect="1"/>
          </p:cNvSpPr>
          <p:nvPr/>
        </p:nvSpPr>
        <p:spPr>
          <a:xfrm>
            <a:off x="6147119"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60709 w 361670"/>
              <a:gd name="connsiteY5" fmla="*/ 223439 h 361333"/>
              <a:gd name="connsiteX6" fmla="*/ 244735 w 361670"/>
              <a:gd name="connsiteY6" fmla="*/ 263658 h 361333"/>
              <a:gd name="connsiteX7" fmla="*/ 242179 w 361670"/>
              <a:gd name="connsiteY7" fmla="*/ 270042 h 361333"/>
              <a:gd name="connsiteX8" fmla="*/ 242179 w 361670"/>
              <a:gd name="connsiteY8" fmla="*/ 294940 h 361333"/>
              <a:gd name="connsiteX9" fmla="*/ 235789 w 361670"/>
              <a:gd name="connsiteY9" fmla="*/ 301324 h 361333"/>
              <a:gd name="connsiteX10" fmla="*/ 229399 w 361670"/>
              <a:gd name="connsiteY10" fmla="*/ 294940 h 361333"/>
              <a:gd name="connsiteX11" fmla="*/ 229399 w 361670"/>
              <a:gd name="connsiteY11" fmla="*/ 270042 h 361333"/>
              <a:gd name="connsiteX12" fmla="*/ 235789 w 361670"/>
              <a:gd name="connsiteY12" fmla="*/ 254721 h 361333"/>
              <a:gd name="connsiteX13" fmla="*/ 248569 w 361670"/>
              <a:gd name="connsiteY13" fmla="*/ 223439 h 361333"/>
              <a:gd name="connsiteX14" fmla="*/ 248569 w 361670"/>
              <a:gd name="connsiteY14" fmla="*/ 121296 h 361333"/>
              <a:gd name="connsiteX15" fmla="*/ 246013 w 361670"/>
              <a:gd name="connsiteY15" fmla="*/ 115550 h 361333"/>
              <a:gd name="connsiteX16" fmla="*/ 240261 w 361670"/>
              <a:gd name="connsiteY16" fmla="*/ 112996 h 361333"/>
              <a:gd name="connsiteX17" fmla="*/ 231955 w 361670"/>
              <a:gd name="connsiteY17" fmla="*/ 121296 h 361333"/>
              <a:gd name="connsiteX18" fmla="*/ 231955 w 361670"/>
              <a:gd name="connsiteY18" fmla="*/ 167899 h 361333"/>
              <a:gd name="connsiteX19" fmla="*/ 225565 w 361670"/>
              <a:gd name="connsiteY19" fmla="*/ 174283 h 361333"/>
              <a:gd name="connsiteX20" fmla="*/ 219175 w 361670"/>
              <a:gd name="connsiteY20" fmla="*/ 167899 h 361333"/>
              <a:gd name="connsiteX21" fmla="*/ 219175 w 361670"/>
              <a:gd name="connsiteY21" fmla="*/ 121296 h 361333"/>
              <a:gd name="connsiteX22" fmla="*/ 219175 w 361670"/>
              <a:gd name="connsiteY22" fmla="*/ 92568 h 361333"/>
              <a:gd name="connsiteX23" fmla="*/ 216619 w 361670"/>
              <a:gd name="connsiteY23" fmla="*/ 86822 h 361333"/>
              <a:gd name="connsiteX24" fmla="*/ 210868 w 361670"/>
              <a:gd name="connsiteY24" fmla="*/ 84269 h 361333"/>
              <a:gd name="connsiteX25" fmla="*/ 202561 w 361670"/>
              <a:gd name="connsiteY25" fmla="*/ 91929 h 361333"/>
              <a:gd name="connsiteX26" fmla="*/ 202561 w 361670"/>
              <a:gd name="connsiteY26" fmla="*/ 167899 h 361333"/>
              <a:gd name="connsiteX27" fmla="*/ 196171 w 361670"/>
              <a:gd name="connsiteY27" fmla="*/ 174283 h 361333"/>
              <a:gd name="connsiteX28" fmla="*/ 189781 w 361670"/>
              <a:gd name="connsiteY28" fmla="*/ 167899 h 361333"/>
              <a:gd name="connsiteX29" fmla="*/ 189781 w 361670"/>
              <a:gd name="connsiteY29" fmla="*/ 93206 h 361333"/>
              <a:gd name="connsiteX30" fmla="*/ 189781 w 361670"/>
              <a:gd name="connsiteY30" fmla="*/ 93206 h 361333"/>
              <a:gd name="connsiteX31" fmla="*/ 189781 w 361670"/>
              <a:gd name="connsiteY31" fmla="*/ 91929 h 361333"/>
              <a:gd name="connsiteX32" fmla="*/ 189781 w 361670"/>
              <a:gd name="connsiteY32" fmla="*/ 82992 h 361333"/>
              <a:gd name="connsiteX33" fmla="*/ 187225 w 361670"/>
              <a:gd name="connsiteY33" fmla="*/ 77246 h 361333"/>
              <a:gd name="connsiteX34" fmla="*/ 181474 w 361670"/>
              <a:gd name="connsiteY34" fmla="*/ 74693 h 361333"/>
              <a:gd name="connsiteX35" fmla="*/ 173167 w 361670"/>
              <a:gd name="connsiteY35" fmla="*/ 82992 h 361333"/>
              <a:gd name="connsiteX36" fmla="*/ 173167 w 361670"/>
              <a:gd name="connsiteY36" fmla="*/ 98313 h 361333"/>
              <a:gd name="connsiteX37" fmla="*/ 173167 w 361670"/>
              <a:gd name="connsiteY37" fmla="*/ 99590 h 361333"/>
              <a:gd name="connsiteX38" fmla="*/ 173167 w 361670"/>
              <a:gd name="connsiteY38" fmla="*/ 99590 h 361333"/>
              <a:gd name="connsiteX39" fmla="*/ 173167 w 361670"/>
              <a:gd name="connsiteY39" fmla="*/ 168537 h 361333"/>
              <a:gd name="connsiteX40" fmla="*/ 166777 w 361670"/>
              <a:gd name="connsiteY40" fmla="*/ 174921 h 361333"/>
              <a:gd name="connsiteX41" fmla="*/ 160387 w 361670"/>
              <a:gd name="connsiteY41" fmla="*/ 168537 h 361333"/>
              <a:gd name="connsiteX42" fmla="*/ 160387 w 361670"/>
              <a:gd name="connsiteY42" fmla="*/ 99590 h 361333"/>
              <a:gd name="connsiteX43" fmla="*/ 157832 w 361670"/>
              <a:gd name="connsiteY43" fmla="*/ 93845 h 361333"/>
              <a:gd name="connsiteX44" fmla="*/ 152080 w 361670"/>
              <a:gd name="connsiteY44" fmla="*/ 91291 h 361333"/>
              <a:gd name="connsiteX45" fmla="*/ 143774 w 361670"/>
              <a:gd name="connsiteY45" fmla="*/ 99590 h 361333"/>
              <a:gd name="connsiteX46" fmla="*/ 143774 w 361670"/>
              <a:gd name="connsiteY46" fmla="*/ 153854 h 361333"/>
              <a:gd name="connsiteX47" fmla="*/ 143774 w 361670"/>
              <a:gd name="connsiteY47" fmla="*/ 153854 h 361333"/>
              <a:gd name="connsiteX48" fmla="*/ 143774 w 361670"/>
              <a:gd name="connsiteY48" fmla="*/ 194073 h 361333"/>
              <a:gd name="connsiteX49" fmla="*/ 192337 w 361670"/>
              <a:gd name="connsiteY49" fmla="*/ 216417 h 361333"/>
              <a:gd name="connsiteX50" fmla="*/ 191698 w 361670"/>
              <a:gd name="connsiteY50" fmla="*/ 225355 h 361333"/>
              <a:gd name="connsiteX51" fmla="*/ 187225 w 361670"/>
              <a:gd name="connsiteY51" fmla="*/ 226631 h 361333"/>
              <a:gd name="connsiteX52" fmla="*/ 182113 w 361670"/>
              <a:gd name="connsiteY52" fmla="*/ 224716 h 361333"/>
              <a:gd name="connsiteX53" fmla="*/ 143135 w 361670"/>
              <a:gd name="connsiteY53" fmla="*/ 206841 h 361333"/>
              <a:gd name="connsiteX54" fmla="*/ 138022 w 361670"/>
              <a:gd name="connsiteY54" fmla="*/ 206841 h 361333"/>
              <a:gd name="connsiteX55" fmla="*/ 137384 w 361670"/>
              <a:gd name="connsiteY55" fmla="*/ 206841 h 361333"/>
              <a:gd name="connsiteX56" fmla="*/ 136745 w 361670"/>
              <a:gd name="connsiteY56" fmla="*/ 206841 h 361333"/>
              <a:gd name="connsiteX57" fmla="*/ 135467 w 361670"/>
              <a:gd name="connsiteY57" fmla="*/ 206841 h 361333"/>
              <a:gd name="connsiteX58" fmla="*/ 134189 w 361670"/>
              <a:gd name="connsiteY58" fmla="*/ 206841 h 361333"/>
              <a:gd name="connsiteX59" fmla="*/ 132911 w 361670"/>
              <a:gd name="connsiteY59" fmla="*/ 206203 h 361333"/>
              <a:gd name="connsiteX60" fmla="*/ 132272 w 361670"/>
              <a:gd name="connsiteY60" fmla="*/ 205564 h 361333"/>
              <a:gd name="connsiteX61" fmla="*/ 131633 w 361670"/>
              <a:gd name="connsiteY61" fmla="*/ 204287 h 361333"/>
              <a:gd name="connsiteX62" fmla="*/ 130994 w 361670"/>
              <a:gd name="connsiteY62" fmla="*/ 203649 h 361333"/>
              <a:gd name="connsiteX63" fmla="*/ 130355 w 361670"/>
              <a:gd name="connsiteY63" fmla="*/ 202372 h 361333"/>
              <a:gd name="connsiteX64" fmla="*/ 130355 w 361670"/>
              <a:gd name="connsiteY64" fmla="*/ 201734 h 361333"/>
              <a:gd name="connsiteX65" fmla="*/ 130355 w 361670"/>
              <a:gd name="connsiteY65" fmla="*/ 201095 h 361333"/>
              <a:gd name="connsiteX66" fmla="*/ 130355 w 361670"/>
              <a:gd name="connsiteY66" fmla="*/ 201095 h 361333"/>
              <a:gd name="connsiteX67" fmla="*/ 130355 w 361670"/>
              <a:gd name="connsiteY67" fmla="*/ 157046 h 361333"/>
              <a:gd name="connsiteX68" fmla="*/ 130355 w 361670"/>
              <a:gd name="connsiteY68" fmla="*/ 157046 h 361333"/>
              <a:gd name="connsiteX69" fmla="*/ 130355 w 361670"/>
              <a:gd name="connsiteY69" fmla="*/ 153216 h 361333"/>
              <a:gd name="connsiteX70" fmla="*/ 125882 w 361670"/>
              <a:gd name="connsiteY70" fmla="*/ 144278 h 361333"/>
              <a:gd name="connsiteX71" fmla="*/ 123326 w 361670"/>
              <a:gd name="connsiteY71" fmla="*/ 143001 h 361333"/>
              <a:gd name="connsiteX72" fmla="*/ 118214 w 361670"/>
              <a:gd name="connsiteY72" fmla="*/ 141724 h 361333"/>
              <a:gd name="connsiteX73" fmla="*/ 117575 w 361670"/>
              <a:gd name="connsiteY73" fmla="*/ 141724 h 361333"/>
              <a:gd name="connsiteX74" fmla="*/ 113741 w 361670"/>
              <a:gd name="connsiteY74" fmla="*/ 141724 h 361333"/>
              <a:gd name="connsiteX75" fmla="*/ 113741 w 361670"/>
              <a:gd name="connsiteY75" fmla="*/ 217055 h 361333"/>
              <a:gd name="connsiteX76" fmla="*/ 113741 w 361670"/>
              <a:gd name="connsiteY76" fmla="*/ 217055 h 361333"/>
              <a:gd name="connsiteX77" fmla="*/ 113741 w 361670"/>
              <a:gd name="connsiteY77" fmla="*/ 218332 h 361333"/>
              <a:gd name="connsiteX78" fmla="*/ 133550 w 361670"/>
              <a:gd name="connsiteY78" fmla="*/ 254082 h 361333"/>
              <a:gd name="connsiteX79" fmla="*/ 143135 w 361670"/>
              <a:gd name="connsiteY79" fmla="*/ 272596 h 361333"/>
              <a:gd name="connsiteX80" fmla="*/ 143135 w 361670"/>
              <a:gd name="connsiteY80" fmla="*/ 294940 h 361333"/>
              <a:gd name="connsiteX81" fmla="*/ 136745 w 361670"/>
              <a:gd name="connsiteY81" fmla="*/ 301324 h 361333"/>
              <a:gd name="connsiteX82" fmla="*/ 130355 w 361670"/>
              <a:gd name="connsiteY82" fmla="*/ 294940 h 361333"/>
              <a:gd name="connsiteX83" fmla="*/ 130355 w 361670"/>
              <a:gd name="connsiteY83" fmla="*/ 272596 h 361333"/>
              <a:gd name="connsiteX84" fmla="*/ 125882 w 361670"/>
              <a:gd name="connsiteY84" fmla="*/ 264935 h 361333"/>
              <a:gd name="connsiteX85" fmla="*/ 100322 w 361670"/>
              <a:gd name="connsiteY85" fmla="*/ 218971 h 361333"/>
              <a:gd name="connsiteX86" fmla="*/ 100322 w 361670"/>
              <a:gd name="connsiteY86" fmla="*/ 217055 h 361333"/>
              <a:gd name="connsiteX87" fmla="*/ 100322 w 361670"/>
              <a:gd name="connsiteY87" fmla="*/ 217055 h 361333"/>
              <a:gd name="connsiteX88" fmla="*/ 100322 w 361670"/>
              <a:gd name="connsiteY88" fmla="*/ 139809 h 361333"/>
              <a:gd name="connsiteX89" fmla="*/ 107351 w 361670"/>
              <a:gd name="connsiteY89" fmla="*/ 130233 h 361333"/>
              <a:gd name="connsiteX90" fmla="*/ 116936 w 361670"/>
              <a:gd name="connsiteY90" fmla="*/ 128956 h 361333"/>
              <a:gd name="connsiteX91" fmla="*/ 117575 w 361670"/>
              <a:gd name="connsiteY91" fmla="*/ 128956 h 361333"/>
              <a:gd name="connsiteX92" fmla="*/ 127799 w 361670"/>
              <a:gd name="connsiteY92" fmla="*/ 131510 h 361333"/>
              <a:gd name="connsiteX93" fmla="*/ 129077 w 361670"/>
              <a:gd name="connsiteY93" fmla="*/ 132148 h 361333"/>
              <a:gd name="connsiteX94" fmla="*/ 129077 w 361670"/>
              <a:gd name="connsiteY94" fmla="*/ 98952 h 361333"/>
              <a:gd name="connsiteX95" fmla="*/ 150164 w 361670"/>
              <a:gd name="connsiteY95" fmla="*/ 77885 h 361333"/>
              <a:gd name="connsiteX96" fmla="*/ 159110 w 361670"/>
              <a:gd name="connsiteY96" fmla="*/ 79800 h 361333"/>
              <a:gd name="connsiteX97" fmla="*/ 180196 w 361670"/>
              <a:gd name="connsiteY97" fmla="*/ 61286 h 361333"/>
              <a:gd name="connsiteX98" fmla="*/ 194893 w 361670"/>
              <a:gd name="connsiteY98" fmla="*/ 67670 h 361333"/>
              <a:gd name="connsiteX99" fmla="*/ 199366 w 361670"/>
              <a:gd name="connsiteY99" fmla="*/ 74054 h 361333"/>
              <a:gd name="connsiteX100" fmla="*/ 209590 w 361670"/>
              <a:gd name="connsiteY100" fmla="*/ 71501 h 361333"/>
              <a:gd name="connsiteX101" fmla="*/ 224287 w 361670"/>
              <a:gd name="connsiteY101" fmla="*/ 77885 h 361333"/>
              <a:gd name="connsiteX102" fmla="*/ 230677 w 361670"/>
              <a:gd name="connsiteY102" fmla="*/ 92568 h 361333"/>
              <a:gd name="connsiteX103" fmla="*/ 230677 w 361670"/>
              <a:gd name="connsiteY103" fmla="*/ 102144 h 361333"/>
              <a:gd name="connsiteX104" fmla="*/ 238984 w 361670"/>
              <a:gd name="connsiteY104" fmla="*/ 100229 h 361333"/>
              <a:gd name="connsiteX105" fmla="*/ 253681 w 361670"/>
              <a:gd name="connsiteY105" fmla="*/ 106612 h 361333"/>
              <a:gd name="connsiteX106" fmla="*/ 260071 w 361670"/>
              <a:gd name="connsiteY106" fmla="*/ 121296 h 361333"/>
              <a:gd name="connsiteX107" fmla="*/ 260071 w 361670"/>
              <a:gd name="connsiteY107" fmla="*/ 22343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260709" y="223439"/>
                </a:moveTo>
                <a:cubicBezTo>
                  <a:pt x="260709" y="238122"/>
                  <a:pt x="254959" y="252806"/>
                  <a:pt x="244735" y="263658"/>
                </a:cubicBezTo>
                <a:cubicBezTo>
                  <a:pt x="242818" y="265574"/>
                  <a:pt x="242179" y="267489"/>
                  <a:pt x="242179" y="270042"/>
                </a:cubicBezTo>
                <a:lnTo>
                  <a:pt x="242179" y="294940"/>
                </a:lnTo>
                <a:cubicBezTo>
                  <a:pt x="242179" y="298770"/>
                  <a:pt x="239623" y="301324"/>
                  <a:pt x="235789" y="301324"/>
                </a:cubicBezTo>
                <a:cubicBezTo>
                  <a:pt x="231955" y="301324"/>
                  <a:pt x="229399" y="298770"/>
                  <a:pt x="229399" y="294940"/>
                </a:cubicBezTo>
                <a:lnTo>
                  <a:pt x="229399" y="270042"/>
                </a:lnTo>
                <a:cubicBezTo>
                  <a:pt x="229399" y="264297"/>
                  <a:pt x="231316" y="258551"/>
                  <a:pt x="235789" y="254721"/>
                </a:cubicBezTo>
                <a:cubicBezTo>
                  <a:pt x="244096" y="246422"/>
                  <a:pt x="248569" y="235569"/>
                  <a:pt x="248569" y="223439"/>
                </a:cubicBezTo>
                <a:lnTo>
                  <a:pt x="248569" y="121296"/>
                </a:lnTo>
                <a:cubicBezTo>
                  <a:pt x="248569" y="119380"/>
                  <a:pt x="247929" y="116827"/>
                  <a:pt x="246013" y="115550"/>
                </a:cubicBezTo>
                <a:cubicBezTo>
                  <a:pt x="244735" y="114273"/>
                  <a:pt x="242179" y="112996"/>
                  <a:pt x="240261" y="112996"/>
                </a:cubicBezTo>
                <a:cubicBezTo>
                  <a:pt x="235789" y="112996"/>
                  <a:pt x="231955" y="116827"/>
                  <a:pt x="231955" y="121296"/>
                </a:cubicBezTo>
                <a:lnTo>
                  <a:pt x="231955" y="167899"/>
                </a:lnTo>
                <a:cubicBezTo>
                  <a:pt x="231955" y="171729"/>
                  <a:pt x="229399" y="174283"/>
                  <a:pt x="225565" y="174283"/>
                </a:cubicBezTo>
                <a:cubicBezTo>
                  <a:pt x="221731" y="174283"/>
                  <a:pt x="219175" y="171729"/>
                  <a:pt x="219175" y="167899"/>
                </a:cubicBezTo>
                <a:lnTo>
                  <a:pt x="219175" y="121296"/>
                </a:lnTo>
                <a:lnTo>
                  <a:pt x="219175" y="92568"/>
                </a:lnTo>
                <a:cubicBezTo>
                  <a:pt x="219175" y="90653"/>
                  <a:pt x="218536" y="88099"/>
                  <a:pt x="216619" y="86822"/>
                </a:cubicBezTo>
                <a:cubicBezTo>
                  <a:pt x="215341" y="85545"/>
                  <a:pt x="212785" y="84269"/>
                  <a:pt x="210868" y="84269"/>
                </a:cubicBezTo>
                <a:cubicBezTo>
                  <a:pt x="206395" y="84269"/>
                  <a:pt x="203200" y="87461"/>
                  <a:pt x="202561" y="91929"/>
                </a:cubicBezTo>
                <a:lnTo>
                  <a:pt x="202561" y="167899"/>
                </a:lnTo>
                <a:cubicBezTo>
                  <a:pt x="202561" y="171729"/>
                  <a:pt x="200005" y="174283"/>
                  <a:pt x="196171" y="174283"/>
                </a:cubicBezTo>
                <a:cubicBezTo>
                  <a:pt x="192337" y="174283"/>
                  <a:pt x="189781" y="171729"/>
                  <a:pt x="189781" y="167899"/>
                </a:cubicBezTo>
                <a:lnTo>
                  <a:pt x="189781" y="93206"/>
                </a:lnTo>
                <a:cubicBezTo>
                  <a:pt x="189781" y="93206"/>
                  <a:pt x="189781" y="93206"/>
                  <a:pt x="189781" y="93206"/>
                </a:cubicBezTo>
                <a:cubicBezTo>
                  <a:pt x="189781" y="92568"/>
                  <a:pt x="189781" y="92568"/>
                  <a:pt x="189781" y="91929"/>
                </a:cubicBezTo>
                <a:lnTo>
                  <a:pt x="189781" y="82992"/>
                </a:lnTo>
                <a:cubicBezTo>
                  <a:pt x="189781" y="81077"/>
                  <a:pt x="189142" y="78523"/>
                  <a:pt x="187225" y="77246"/>
                </a:cubicBezTo>
                <a:cubicBezTo>
                  <a:pt x="185947" y="75969"/>
                  <a:pt x="183391" y="74693"/>
                  <a:pt x="181474" y="74693"/>
                </a:cubicBezTo>
                <a:cubicBezTo>
                  <a:pt x="177001" y="74693"/>
                  <a:pt x="173167" y="78523"/>
                  <a:pt x="173167" y="82992"/>
                </a:cubicBezTo>
                <a:lnTo>
                  <a:pt x="173167" y="98313"/>
                </a:lnTo>
                <a:cubicBezTo>
                  <a:pt x="173167" y="98952"/>
                  <a:pt x="173167" y="98952"/>
                  <a:pt x="173167" y="99590"/>
                </a:cubicBezTo>
                <a:cubicBezTo>
                  <a:pt x="173167" y="99590"/>
                  <a:pt x="173167" y="99590"/>
                  <a:pt x="173167" y="99590"/>
                </a:cubicBezTo>
                <a:lnTo>
                  <a:pt x="173167" y="168537"/>
                </a:lnTo>
                <a:cubicBezTo>
                  <a:pt x="173167" y="172368"/>
                  <a:pt x="170611" y="174921"/>
                  <a:pt x="166777" y="174921"/>
                </a:cubicBezTo>
                <a:cubicBezTo>
                  <a:pt x="162943" y="174921"/>
                  <a:pt x="160387" y="172368"/>
                  <a:pt x="160387" y="168537"/>
                </a:cubicBezTo>
                <a:lnTo>
                  <a:pt x="160387" y="99590"/>
                </a:lnTo>
                <a:cubicBezTo>
                  <a:pt x="160387" y="97037"/>
                  <a:pt x="159110" y="95121"/>
                  <a:pt x="157832" y="93845"/>
                </a:cubicBezTo>
                <a:cubicBezTo>
                  <a:pt x="156553" y="92568"/>
                  <a:pt x="153997" y="91291"/>
                  <a:pt x="152080" y="91291"/>
                </a:cubicBezTo>
                <a:cubicBezTo>
                  <a:pt x="147607" y="91291"/>
                  <a:pt x="143774" y="95121"/>
                  <a:pt x="143774" y="99590"/>
                </a:cubicBezTo>
                <a:lnTo>
                  <a:pt x="143774" y="153854"/>
                </a:lnTo>
                <a:cubicBezTo>
                  <a:pt x="143774" y="153854"/>
                  <a:pt x="143774" y="153854"/>
                  <a:pt x="143774" y="153854"/>
                </a:cubicBezTo>
                <a:lnTo>
                  <a:pt x="143774" y="194073"/>
                </a:lnTo>
                <a:cubicBezTo>
                  <a:pt x="162305" y="194073"/>
                  <a:pt x="180196" y="202372"/>
                  <a:pt x="192337" y="216417"/>
                </a:cubicBezTo>
                <a:cubicBezTo>
                  <a:pt x="194893" y="218971"/>
                  <a:pt x="194254" y="222801"/>
                  <a:pt x="191698" y="225355"/>
                </a:cubicBezTo>
                <a:cubicBezTo>
                  <a:pt x="190420" y="226631"/>
                  <a:pt x="189142" y="226631"/>
                  <a:pt x="187225" y="226631"/>
                </a:cubicBezTo>
                <a:cubicBezTo>
                  <a:pt x="185308" y="226631"/>
                  <a:pt x="183391" y="225993"/>
                  <a:pt x="182113" y="224716"/>
                </a:cubicBezTo>
                <a:cubicBezTo>
                  <a:pt x="172528" y="213225"/>
                  <a:pt x="157832" y="206841"/>
                  <a:pt x="143135" y="206841"/>
                </a:cubicBezTo>
                <a:cubicBezTo>
                  <a:pt x="141217" y="206841"/>
                  <a:pt x="139301" y="206841"/>
                  <a:pt x="138022" y="206841"/>
                </a:cubicBezTo>
                <a:cubicBezTo>
                  <a:pt x="138022" y="206841"/>
                  <a:pt x="138022" y="206841"/>
                  <a:pt x="137384" y="206841"/>
                </a:cubicBezTo>
                <a:cubicBezTo>
                  <a:pt x="137384" y="206841"/>
                  <a:pt x="137384" y="206841"/>
                  <a:pt x="136745" y="206841"/>
                </a:cubicBezTo>
                <a:cubicBezTo>
                  <a:pt x="136106" y="206841"/>
                  <a:pt x="136106" y="206841"/>
                  <a:pt x="135467" y="206841"/>
                </a:cubicBezTo>
                <a:cubicBezTo>
                  <a:pt x="134828" y="206841"/>
                  <a:pt x="134828" y="206841"/>
                  <a:pt x="134189" y="206841"/>
                </a:cubicBezTo>
                <a:cubicBezTo>
                  <a:pt x="133550" y="206841"/>
                  <a:pt x="133550" y="206203"/>
                  <a:pt x="132911" y="206203"/>
                </a:cubicBezTo>
                <a:cubicBezTo>
                  <a:pt x="132911" y="206203"/>
                  <a:pt x="132272" y="205564"/>
                  <a:pt x="132272" y="205564"/>
                </a:cubicBezTo>
                <a:cubicBezTo>
                  <a:pt x="131633" y="205564"/>
                  <a:pt x="131633" y="204926"/>
                  <a:pt x="131633" y="204287"/>
                </a:cubicBezTo>
                <a:cubicBezTo>
                  <a:pt x="131633" y="204287"/>
                  <a:pt x="130994" y="203649"/>
                  <a:pt x="130994" y="203649"/>
                </a:cubicBezTo>
                <a:cubicBezTo>
                  <a:pt x="130994" y="203011"/>
                  <a:pt x="130994" y="203011"/>
                  <a:pt x="130355" y="202372"/>
                </a:cubicBezTo>
                <a:cubicBezTo>
                  <a:pt x="130355" y="202372"/>
                  <a:pt x="130355" y="201734"/>
                  <a:pt x="130355" y="201734"/>
                </a:cubicBezTo>
                <a:cubicBezTo>
                  <a:pt x="130355" y="201734"/>
                  <a:pt x="130355" y="201734"/>
                  <a:pt x="130355" y="201095"/>
                </a:cubicBezTo>
                <a:cubicBezTo>
                  <a:pt x="130355" y="201095"/>
                  <a:pt x="130355" y="201095"/>
                  <a:pt x="130355" y="201095"/>
                </a:cubicBezTo>
                <a:lnTo>
                  <a:pt x="130355" y="157046"/>
                </a:lnTo>
                <a:cubicBezTo>
                  <a:pt x="130355" y="157046"/>
                  <a:pt x="130355" y="157046"/>
                  <a:pt x="130355" y="157046"/>
                </a:cubicBezTo>
                <a:lnTo>
                  <a:pt x="130355" y="153216"/>
                </a:lnTo>
                <a:cubicBezTo>
                  <a:pt x="130355" y="149385"/>
                  <a:pt x="128438" y="146193"/>
                  <a:pt x="125882" y="144278"/>
                </a:cubicBezTo>
                <a:cubicBezTo>
                  <a:pt x="125243" y="143640"/>
                  <a:pt x="123965" y="143001"/>
                  <a:pt x="123326" y="143001"/>
                </a:cubicBezTo>
                <a:cubicBezTo>
                  <a:pt x="122048" y="142363"/>
                  <a:pt x="120131" y="141724"/>
                  <a:pt x="118214" y="141724"/>
                </a:cubicBezTo>
                <a:lnTo>
                  <a:pt x="117575" y="141724"/>
                </a:lnTo>
                <a:cubicBezTo>
                  <a:pt x="115658" y="141724"/>
                  <a:pt x="114380" y="141724"/>
                  <a:pt x="113741" y="141724"/>
                </a:cubicBezTo>
                <a:lnTo>
                  <a:pt x="113741" y="217055"/>
                </a:lnTo>
                <a:cubicBezTo>
                  <a:pt x="113741" y="217055"/>
                  <a:pt x="113741" y="217055"/>
                  <a:pt x="113741" y="217055"/>
                </a:cubicBezTo>
                <a:lnTo>
                  <a:pt x="113741" y="218332"/>
                </a:lnTo>
                <a:cubicBezTo>
                  <a:pt x="114380" y="232377"/>
                  <a:pt x="121409" y="245783"/>
                  <a:pt x="133550" y="254082"/>
                </a:cubicBezTo>
                <a:cubicBezTo>
                  <a:pt x="139940" y="258551"/>
                  <a:pt x="143135" y="264935"/>
                  <a:pt x="143135" y="272596"/>
                </a:cubicBezTo>
                <a:lnTo>
                  <a:pt x="143135" y="294940"/>
                </a:lnTo>
                <a:cubicBezTo>
                  <a:pt x="143135" y="298770"/>
                  <a:pt x="140579" y="301324"/>
                  <a:pt x="136745" y="301324"/>
                </a:cubicBezTo>
                <a:cubicBezTo>
                  <a:pt x="132911" y="301324"/>
                  <a:pt x="130355" y="298770"/>
                  <a:pt x="130355" y="294940"/>
                </a:cubicBezTo>
                <a:lnTo>
                  <a:pt x="130355" y="272596"/>
                </a:lnTo>
                <a:cubicBezTo>
                  <a:pt x="130355" y="269404"/>
                  <a:pt x="129077" y="266212"/>
                  <a:pt x="125882" y="264935"/>
                </a:cubicBezTo>
                <a:cubicBezTo>
                  <a:pt x="110546" y="254721"/>
                  <a:pt x="100961" y="237484"/>
                  <a:pt x="100322" y="218971"/>
                </a:cubicBezTo>
                <a:cubicBezTo>
                  <a:pt x="100322" y="218332"/>
                  <a:pt x="100322" y="217694"/>
                  <a:pt x="100322" y="217055"/>
                </a:cubicBezTo>
                <a:cubicBezTo>
                  <a:pt x="100322" y="217055"/>
                  <a:pt x="100322" y="217055"/>
                  <a:pt x="100322" y="217055"/>
                </a:cubicBezTo>
                <a:lnTo>
                  <a:pt x="100322" y="139809"/>
                </a:lnTo>
                <a:cubicBezTo>
                  <a:pt x="100322" y="135340"/>
                  <a:pt x="102878" y="131510"/>
                  <a:pt x="107351" y="130233"/>
                </a:cubicBezTo>
                <a:cubicBezTo>
                  <a:pt x="109907" y="129595"/>
                  <a:pt x="113102" y="128956"/>
                  <a:pt x="116936" y="128956"/>
                </a:cubicBezTo>
                <a:lnTo>
                  <a:pt x="117575" y="128956"/>
                </a:lnTo>
                <a:cubicBezTo>
                  <a:pt x="121409" y="128956"/>
                  <a:pt x="124604" y="129595"/>
                  <a:pt x="127799" y="131510"/>
                </a:cubicBezTo>
                <a:cubicBezTo>
                  <a:pt x="128438" y="131510"/>
                  <a:pt x="129077" y="132148"/>
                  <a:pt x="129077" y="132148"/>
                </a:cubicBezTo>
                <a:lnTo>
                  <a:pt x="129077" y="98952"/>
                </a:lnTo>
                <a:cubicBezTo>
                  <a:pt x="129077" y="87461"/>
                  <a:pt x="138662" y="77885"/>
                  <a:pt x="150164" y="77885"/>
                </a:cubicBezTo>
                <a:cubicBezTo>
                  <a:pt x="153358" y="77885"/>
                  <a:pt x="155915" y="78523"/>
                  <a:pt x="159110" y="79800"/>
                </a:cubicBezTo>
                <a:cubicBezTo>
                  <a:pt x="160387" y="69585"/>
                  <a:pt x="169333" y="61286"/>
                  <a:pt x="180196" y="61286"/>
                </a:cubicBezTo>
                <a:cubicBezTo>
                  <a:pt x="185947" y="61286"/>
                  <a:pt x="191059" y="63201"/>
                  <a:pt x="194893" y="67670"/>
                </a:cubicBezTo>
                <a:cubicBezTo>
                  <a:pt x="196810" y="69585"/>
                  <a:pt x="198088" y="72139"/>
                  <a:pt x="199366" y="74054"/>
                </a:cubicBezTo>
                <a:cubicBezTo>
                  <a:pt x="202561" y="72139"/>
                  <a:pt x="205756" y="71501"/>
                  <a:pt x="209590" y="71501"/>
                </a:cubicBezTo>
                <a:cubicBezTo>
                  <a:pt x="215341" y="71501"/>
                  <a:pt x="220453" y="73416"/>
                  <a:pt x="224287" y="77885"/>
                </a:cubicBezTo>
                <a:cubicBezTo>
                  <a:pt x="228121" y="81715"/>
                  <a:pt x="230677" y="87461"/>
                  <a:pt x="230677" y="92568"/>
                </a:cubicBezTo>
                <a:lnTo>
                  <a:pt x="230677" y="102144"/>
                </a:lnTo>
                <a:cubicBezTo>
                  <a:pt x="233233" y="100867"/>
                  <a:pt x="235789" y="100229"/>
                  <a:pt x="238984" y="100229"/>
                </a:cubicBezTo>
                <a:cubicBezTo>
                  <a:pt x="244735" y="100229"/>
                  <a:pt x="249846" y="102144"/>
                  <a:pt x="253681" y="106612"/>
                </a:cubicBezTo>
                <a:cubicBezTo>
                  <a:pt x="257514" y="110443"/>
                  <a:pt x="260071" y="116188"/>
                  <a:pt x="260071" y="121296"/>
                </a:cubicBezTo>
                <a:lnTo>
                  <a:pt x="260071" y="223439"/>
                </a:lnTo>
                <a:close/>
              </a:path>
            </a:pathLst>
          </a:custGeom>
          <a:solidFill>
            <a:srgbClr val="0076A8"/>
          </a:solidFill>
          <a:ln w="6390" cap="flat">
            <a:noFill/>
            <a:prstDash val="solid"/>
            <a:miter/>
          </a:ln>
        </p:spPr>
        <p:txBody>
          <a:bodyPr rtlCol="0" anchor="ctr"/>
          <a:lstStyle/>
          <a:p>
            <a:endParaRPr lang="en-US"/>
          </a:p>
        </p:txBody>
      </p:sp>
      <p:sp>
        <p:nvSpPr>
          <p:cNvPr id="607" name="Graphic 4">
            <a:extLst>
              <a:ext uri="{FF2B5EF4-FFF2-40B4-BE49-F238E27FC236}">
                <a16:creationId xmlns:a16="http://schemas.microsoft.com/office/drawing/2014/main" id="{7EAA3955-994E-3447-93F5-8424C607A197}"/>
              </a:ext>
            </a:extLst>
          </p:cNvPr>
          <p:cNvSpPr>
            <a:spLocks noChangeAspect="1"/>
          </p:cNvSpPr>
          <p:nvPr/>
        </p:nvSpPr>
        <p:spPr>
          <a:xfrm>
            <a:off x="6147119" y="1885352"/>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44096 w 361670"/>
              <a:gd name="connsiteY5" fmla="*/ 263020 h 361333"/>
              <a:gd name="connsiteX6" fmla="*/ 241540 w 361670"/>
              <a:gd name="connsiteY6" fmla="*/ 269404 h 361333"/>
              <a:gd name="connsiteX7" fmla="*/ 241540 w 361670"/>
              <a:gd name="connsiteY7" fmla="*/ 293663 h 361333"/>
              <a:gd name="connsiteX8" fmla="*/ 235150 w 361670"/>
              <a:gd name="connsiteY8" fmla="*/ 300047 h 361333"/>
              <a:gd name="connsiteX9" fmla="*/ 228760 w 361670"/>
              <a:gd name="connsiteY9" fmla="*/ 293663 h 361333"/>
              <a:gd name="connsiteX10" fmla="*/ 228760 w 361670"/>
              <a:gd name="connsiteY10" fmla="*/ 269404 h 361333"/>
              <a:gd name="connsiteX11" fmla="*/ 235150 w 361670"/>
              <a:gd name="connsiteY11" fmla="*/ 254082 h 361333"/>
              <a:gd name="connsiteX12" fmla="*/ 247291 w 361670"/>
              <a:gd name="connsiteY12" fmla="*/ 223439 h 361333"/>
              <a:gd name="connsiteX13" fmla="*/ 247291 w 361670"/>
              <a:gd name="connsiteY13" fmla="*/ 121934 h 361333"/>
              <a:gd name="connsiteX14" fmla="*/ 244735 w 361670"/>
              <a:gd name="connsiteY14" fmla="*/ 116188 h 361333"/>
              <a:gd name="connsiteX15" fmla="*/ 238984 w 361670"/>
              <a:gd name="connsiteY15" fmla="*/ 113635 h 361333"/>
              <a:gd name="connsiteX16" fmla="*/ 230677 w 361670"/>
              <a:gd name="connsiteY16" fmla="*/ 121934 h 361333"/>
              <a:gd name="connsiteX17" fmla="*/ 230677 w 361670"/>
              <a:gd name="connsiteY17" fmla="*/ 167899 h 361333"/>
              <a:gd name="connsiteX18" fmla="*/ 224287 w 361670"/>
              <a:gd name="connsiteY18" fmla="*/ 174283 h 361333"/>
              <a:gd name="connsiteX19" fmla="*/ 217897 w 361670"/>
              <a:gd name="connsiteY19" fmla="*/ 167899 h 361333"/>
              <a:gd name="connsiteX20" fmla="*/ 217897 w 361670"/>
              <a:gd name="connsiteY20" fmla="*/ 121934 h 361333"/>
              <a:gd name="connsiteX21" fmla="*/ 217897 w 361670"/>
              <a:gd name="connsiteY21" fmla="*/ 93206 h 361333"/>
              <a:gd name="connsiteX22" fmla="*/ 215341 w 361670"/>
              <a:gd name="connsiteY22" fmla="*/ 87460 h 361333"/>
              <a:gd name="connsiteX23" fmla="*/ 209590 w 361670"/>
              <a:gd name="connsiteY23" fmla="*/ 84907 h 361333"/>
              <a:gd name="connsiteX24" fmla="*/ 201283 w 361670"/>
              <a:gd name="connsiteY24" fmla="*/ 92568 h 361333"/>
              <a:gd name="connsiteX25" fmla="*/ 201283 w 361670"/>
              <a:gd name="connsiteY25" fmla="*/ 167899 h 361333"/>
              <a:gd name="connsiteX26" fmla="*/ 194893 w 361670"/>
              <a:gd name="connsiteY26" fmla="*/ 174283 h 361333"/>
              <a:gd name="connsiteX27" fmla="*/ 188503 w 361670"/>
              <a:gd name="connsiteY27" fmla="*/ 167899 h 361333"/>
              <a:gd name="connsiteX28" fmla="*/ 188503 w 361670"/>
              <a:gd name="connsiteY28" fmla="*/ 93844 h 361333"/>
              <a:gd name="connsiteX29" fmla="*/ 188503 w 361670"/>
              <a:gd name="connsiteY29" fmla="*/ 93844 h 361333"/>
              <a:gd name="connsiteX30" fmla="*/ 188503 w 361670"/>
              <a:gd name="connsiteY30" fmla="*/ 92568 h 361333"/>
              <a:gd name="connsiteX31" fmla="*/ 188503 w 361670"/>
              <a:gd name="connsiteY31" fmla="*/ 83630 h 361333"/>
              <a:gd name="connsiteX32" fmla="*/ 185947 w 361670"/>
              <a:gd name="connsiteY32" fmla="*/ 77884 h 361333"/>
              <a:gd name="connsiteX33" fmla="*/ 180196 w 361670"/>
              <a:gd name="connsiteY33" fmla="*/ 75331 h 361333"/>
              <a:gd name="connsiteX34" fmla="*/ 171889 w 361670"/>
              <a:gd name="connsiteY34" fmla="*/ 83630 h 361333"/>
              <a:gd name="connsiteX35" fmla="*/ 171889 w 361670"/>
              <a:gd name="connsiteY35" fmla="*/ 98952 h 361333"/>
              <a:gd name="connsiteX36" fmla="*/ 171889 w 361670"/>
              <a:gd name="connsiteY36" fmla="*/ 100228 h 361333"/>
              <a:gd name="connsiteX37" fmla="*/ 171889 w 361670"/>
              <a:gd name="connsiteY37" fmla="*/ 100228 h 361333"/>
              <a:gd name="connsiteX38" fmla="*/ 171889 w 361670"/>
              <a:gd name="connsiteY38" fmla="*/ 167899 h 361333"/>
              <a:gd name="connsiteX39" fmla="*/ 165500 w 361670"/>
              <a:gd name="connsiteY39" fmla="*/ 174283 h 361333"/>
              <a:gd name="connsiteX40" fmla="*/ 159110 w 361670"/>
              <a:gd name="connsiteY40" fmla="*/ 167899 h 361333"/>
              <a:gd name="connsiteX41" fmla="*/ 159110 w 361670"/>
              <a:gd name="connsiteY41" fmla="*/ 99590 h 361333"/>
              <a:gd name="connsiteX42" fmla="*/ 156553 w 361670"/>
              <a:gd name="connsiteY42" fmla="*/ 93844 h 361333"/>
              <a:gd name="connsiteX43" fmla="*/ 150802 w 361670"/>
              <a:gd name="connsiteY43" fmla="*/ 91291 h 361333"/>
              <a:gd name="connsiteX44" fmla="*/ 142496 w 361670"/>
              <a:gd name="connsiteY44" fmla="*/ 99590 h 361333"/>
              <a:gd name="connsiteX45" fmla="*/ 142496 w 361670"/>
              <a:gd name="connsiteY45" fmla="*/ 153216 h 361333"/>
              <a:gd name="connsiteX46" fmla="*/ 142496 w 361670"/>
              <a:gd name="connsiteY46" fmla="*/ 153854 h 361333"/>
              <a:gd name="connsiteX47" fmla="*/ 142496 w 361670"/>
              <a:gd name="connsiteY47" fmla="*/ 200457 h 361333"/>
              <a:gd name="connsiteX48" fmla="*/ 136106 w 361670"/>
              <a:gd name="connsiteY48" fmla="*/ 206841 h 361333"/>
              <a:gd name="connsiteX49" fmla="*/ 129716 w 361670"/>
              <a:gd name="connsiteY49" fmla="*/ 200457 h 361333"/>
              <a:gd name="connsiteX50" fmla="*/ 129716 w 361670"/>
              <a:gd name="connsiteY50" fmla="*/ 156408 h 361333"/>
              <a:gd name="connsiteX51" fmla="*/ 129716 w 361670"/>
              <a:gd name="connsiteY51" fmla="*/ 156408 h 361333"/>
              <a:gd name="connsiteX52" fmla="*/ 129716 w 361670"/>
              <a:gd name="connsiteY52" fmla="*/ 153854 h 361333"/>
              <a:gd name="connsiteX53" fmla="*/ 125243 w 361670"/>
              <a:gd name="connsiteY53" fmla="*/ 144916 h 361333"/>
              <a:gd name="connsiteX54" fmla="*/ 122687 w 361670"/>
              <a:gd name="connsiteY54" fmla="*/ 143640 h 361333"/>
              <a:gd name="connsiteX55" fmla="*/ 117575 w 361670"/>
              <a:gd name="connsiteY55" fmla="*/ 142363 h 361333"/>
              <a:gd name="connsiteX56" fmla="*/ 116936 w 361670"/>
              <a:gd name="connsiteY56" fmla="*/ 142363 h 361333"/>
              <a:gd name="connsiteX57" fmla="*/ 113102 w 361670"/>
              <a:gd name="connsiteY57" fmla="*/ 142363 h 361333"/>
              <a:gd name="connsiteX58" fmla="*/ 113102 w 361670"/>
              <a:gd name="connsiteY58" fmla="*/ 218332 h 361333"/>
              <a:gd name="connsiteX59" fmla="*/ 132911 w 361670"/>
              <a:gd name="connsiteY59" fmla="*/ 254082 h 361333"/>
              <a:gd name="connsiteX60" fmla="*/ 142496 w 361670"/>
              <a:gd name="connsiteY60" fmla="*/ 272596 h 361333"/>
              <a:gd name="connsiteX61" fmla="*/ 142496 w 361670"/>
              <a:gd name="connsiteY61" fmla="*/ 294940 h 361333"/>
              <a:gd name="connsiteX62" fmla="*/ 136106 w 361670"/>
              <a:gd name="connsiteY62" fmla="*/ 301324 h 361333"/>
              <a:gd name="connsiteX63" fmla="*/ 129716 w 361670"/>
              <a:gd name="connsiteY63" fmla="*/ 294940 h 361333"/>
              <a:gd name="connsiteX64" fmla="*/ 129716 w 361670"/>
              <a:gd name="connsiteY64" fmla="*/ 272596 h 361333"/>
              <a:gd name="connsiteX65" fmla="*/ 125882 w 361670"/>
              <a:gd name="connsiteY65" fmla="*/ 264935 h 361333"/>
              <a:gd name="connsiteX66" fmla="*/ 100961 w 361670"/>
              <a:gd name="connsiteY66" fmla="*/ 219609 h 361333"/>
              <a:gd name="connsiteX67" fmla="*/ 100961 w 361670"/>
              <a:gd name="connsiteY67" fmla="*/ 215779 h 361333"/>
              <a:gd name="connsiteX68" fmla="*/ 100961 w 361670"/>
              <a:gd name="connsiteY68" fmla="*/ 141086 h 361333"/>
              <a:gd name="connsiteX69" fmla="*/ 107990 w 361670"/>
              <a:gd name="connsiteY69" fmla="*/ 131510 h 361333"/>
              <a:gd name="connsiteX70" fmla="*/ 117575 w 361670"/>
              <a:gd name="connsiteY70" fmla="*/ 130233 h 361333"/>
              <a:gd name="connsiteX71" fmla="*/ 118214 w 361670"/>
              <a:gd name="connsiteY71" fmla="*/ 130233 h 361333"/>
              <a:gd name="connsiteX72" fmla="*/ 128438 w 361670"/>
              <a:gd name="connsiteY72" fmla="*/ 132148 h 361333"/>
              <a:gd name="connsiteX73" fmla="*/ 129716 w 361670"/>
              <a:gd name="connsiteY73" fmla="*/ 132787 h 361333"/>
              <a:gd name="connsiteX74" fmla="*/ 129716 w 361670"/>
              <a:gd name="connsiteY74" fmla="*/ 99590 h 361333"/>
              <a:gd name="connsiteX75" fmla="*/ 150802 w 361670"/>
              <a:gd name="connsiteY75" fmla="*/ 78523 h 361333"/>
              <a:gd name="connsiteX76" fmla="*/ 159110 w 361670"/>
              <a:gd name="connsiteY76" fmla="*/ 80438 h 361333"/>
              <a:gd name="connsiteX77" fmla="*/ 179557 w 361670"/>
              <a:gd name="connsiteY77" fmla="*/ 62563 h 361333"/>
              <a:gd name="connsiteX78" fmla="*/ 194254 w 361670"/>
              <a:gd name="connsiteY78" fmla="*/ 68947 h 361333"/>
              <a:gd name="connsiteX79" fmla="*/ 198727 w 361670"/>
              <a:gd name="connsiteY79" fmla="*/ 75331 h 361333"/>
              <a:gd name="connsiteX80" fmla="*/ 208951 w 361670"/>
              <a:gd name="connsiteY80" fmla="*/ 72777 h 361333"/>
              <a:gd name="connsiteX81" fmla="*/ 223648 w 361670"/>
              <a:gd name="connsiteY81" fmla="*/ 79161 h 361333"/>
              <a:gd name="connsiteX82" fmla="*/ 230038 w 361670"/>
              <a:gd name="connsiteY82" fmla="*/ 93844 h 361333"/>
              <a:gd name="connsiteX83" fmla="*/ 230038 w 361670"/>
              <a:gd name="connsiteY83" fmla="*/ 103420 h 361333"/>
              <a:gd name="connsiteX84" fmla="*/ 238345 w 361670"/>
              <a:gd name="connsiteY84" fmla="*/ 101505 h 361333"/>
              <a:gd name="connsiteX85" fmla="*/ 253041 w 361670"/>
              <a:gd name="connsiteY85" fmla="*/ 107889 h 361333"/>
              <a:gd name="connsiteX86" fmla="*/ 259431 w 361670"/>
              <a:gd name="connsiteY86" fmla="*/ 122572 h 361333"/>
              <a:gd name="connsiteX87" fmla="*/ 259431 w 361670"/>
              <a:gd name="connsiteY87" fmla="*/ 224078 h 361333"/>
              <a:gd name="connsiteX88" fmla="*/ 244096 w 361670"/>
              <a:gd name="connsiteY88" fmla="*/ 26302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0518" y="0"/>
                  <a:pt x="180835" y="0"/>
                </a:cubicBezTo>
                <a:close/>
                <a:moveTo>
                  <a:pt x="244096" y="263020"/>
                </a:moveTo>
                <a:cubicBezTo>
                  <a:pt x="242179" y="264935"/>
                  <a:pt x="241540" y="266850"/>
                  <a:pt x="241540" y="269404"/>
                </a:cubicBezTo>
                <a:lnTo>
                  <a:pt x="241540" y="293663"/>
                </a:lnTo>
                <a:cubicBezTo>
                  <a:pt x="241540" y="297493"/>
                  <a:pt x="238984" y="300047"/>
                  <a:pt x="235150" y="300047"/>
                </a:cubicBezTo>
                <a:cubicBezTo>
                  <a:pt x="231316" y="300047"/>
                  <a:pt x="228760" y="297493"/>
                  <a:pt x="228760" y="293663"/>
                </a:cubicBezTo>
                <a:lnTo>
                  <a:pt x="228760" y="269404"/>
                </a:lnTo>
                <a:cubicBezTo>
                  <a:pt x="228760" y="263658"/>
                  <a:pt x="230677" y="257913"/>
                  <a:pt x="235150" y="254082"/>
                </a:cubicBezTo>
                <a:cubicBezTo>
                  <a:pt x="242818" y="245783"/>
                  <a:pt x="247291" y="234930"/>
                  <a:pt x="247291" y="223439"/>
                </a:cubicBezTo>
                <a:lnTo>
                  <a:pt x="247291" y="121934"/>
                </a:lnTo>
                <a:cubicBezTo>
                  <a:pt x="247291" y="120019"/>
                  <a:pt x="246651" y="117465"/>
                  <a:pt x="244735" y="116188"/>
                </a:cubicBezTo>
                <a:cubicBezTo>
                  <a:pt x="243456" y="114912"/>
                  <a:pt x="240901" y="113635"/>
                  <a:pt x="238984" y="113635"/>
                </a:cubicBezTo>
                <a:cubicBezTo>
                  <a:pt x="234511" y="113635"/>
                  <a:pt x="230677" y="117465"/>
                  <a:pt x="230677" y="121934"/>
                </a:cubicBezTo>
                <a:lnTo>
                  <a:pt x="230677" y="167899"/>
                </a:lnTo>
                <a:cubicBezTo>
                  <a:pt x="230677" y="171729"/>
                  <a:pt x="228121" y="174283"/>
                  <a:pt x="224287" y="174283"/>
                </a:cubicBezTo>
                <a:cubicBezTo>
                  <a:pt x="220453" y="174283"/>
                  <a:pt x="217897" y="171729"/>
                  <a:pt x="217897" y="167899"/>
                </a:cubicBezTo>
                <a:lnTo>
                  <a:pt x="217897" y="121934"/>
                </a:lnTo>
                <a:lnTo>
                  <a:pt x="217897" y="93206"/>
                </a:lnTo>
                <a:cubicBezTo>
                  <a:pt x="217897" y="91291"/>
                  <a:pt x="217258" y="88737"/>
                  <a:pt x="215341" y="87460"/>
                </a:cubicBezTo>
                <a:cubicBezTo>
                  <a:pt x="214063" y="86184"/>
                  <a:pt x="211507" y="84907"/>
                  <a:pt x="209590" y="84907"/>
                </a:cubicBezTo>
                <a:cubicBezTo>
                  <a:pt x="205117" y="84907"/>
                  <a:pt x="201922" y="88099"/>
                  <a:pt x="201283" y="92568"/>
                </a:cubicBezTo>
                <a:lnTo>
                  <a:pt x="201283" y="167899"/>
                </a:lnTo>
                <a:cubicBezTo>
                  <a:pt x="201283" y="171729"/>
                  <a:pt x="198727" y="174283"/>
                  <a:pt x="194893" y="174283"/>
                </a:cubicBezTo>
                <a:cubicBezTo>
                  <a:pt x="191059" y="174283"/>
                  <a:pt x="188503" y="171729"/>
                  <a:pt x="188503" y="167899"/>
                </a:cubicBezTo>
                <a:lnTo>
                  <a:pt x="188503" y="93844"/>
                </a:lnTo>
                <a:cubicBezTo>
                  <a:pt x="188503" y="93844"/>
                  <a:pt x="188503" y="93844"/>
                  <a:pt x="188503" y="93844"/>
                </a:cubicBezTo>
                <a:cubicBezTo>
                  <a:pt x="188503" y="93206"/>
                  <a:pt x="188503" y="93206"/>
                  <a:pt x="188503" y="92568"/>
                </a:cubicBezTo>
                <a:lnTo>
                  <a:pt x="188503" y="83630"/>
                </a:lnTo>
                <a:cubicBezTo>
                  <a:pt x="188503" y="81715"/>
                  <a:pt x="187864" y="79161"/>
                  <a:pt x="185947" y="77884"/>
                </a:cubicBezTo>
                <a:cubicBezTo>
                  <a:pt x="184669" y="76608"/>
                  <a:pt x="182113" y="75331"/>
                  <a:pt x="180196" y="75331"/>
                </a:cubicBezTo>
                <a:cubicBezTo>
                  <a:pt x="175723" y="75331"/>
                  <a:pt x="171889" y="79161"/>
                  <a:pt x="171889" y="83630"/>
                </a:cubicBezTo>
                <a:lnTo>
                  <a:pt x="171889" y="98952"/>
                </a:lnTo>
                <a:cubicBezTo>
                  <a:pt x="171889" y="99590"/>
                  <a:pt x="171889" y="99590"/>
                  <a:pt x="171889" y="100228"/>
                </a:cubicBezTo>
                <a:cubicBezTo>
                  <a:pt x="171889" y="100228"/>
                  <a:pt x="171889" y="100228"/>
                  <a:pt x="171889" y="100228"/>
                </a:cubicBezTo>
                <a:lnTo>
                  <a:pt x="171889" y="167899"/>
                </a:lnTo>
                <a:cubicBezTo>
                  <a:pt x="171889" y="171729"/>
                  <a:pt x="169333" y="174283"/>
                  <a:pt x="165500" y="174283"/>
                </a:cubicBezTo>
                <a:cubicBezTo>
                  <a:pt x="161665" y="174283"/>
                  <a:pt x="159110" y="171729"/>
                  <a:pt x="159110" y="167899"/>
                </a:cubicBezTo>
                <a:lnTo>
                  <a:pt x="159110" y="99590"/>
                </a:lnTo>
                <a:cubicBezTo>
                  <a:pt x="159110" y="97036"/>
                  <a:pt x="157832" y="95121"/>
                  <a:pt x="156553" y="93844"/>
                </a:cubicBezTo>
                <a:cubicBezTo>
                  <a:pt x="155275" y="92568"/>
                  <a:pt x="152720" y="91291"/>
                  <a:pt x="150802" y="91291"/>
                </a:cubicBezTo>
                <a:cubicBezTo>
                  <a:pt x="146330" y="91291"/>
                  <a:pt x="142496" y="95121"/>
                  <a:pt x="142496" y="99590"/>
                </a:cubicBezTo>
                <a:lnTo>
                  <a:pt x="142496" y="153216"/>
                </a:lnTo>
                <a:cubicBezTo>
                  <a:pt x="142496" y="153216"/>
                  <a:pt x="142496" y="153854"/>
                  <a:pt x="142496" y="153854"/>
                </a:cubicBezTo>
                <a:lnTo>
                  <a:pt x="142496" y="200457"/>
                </a:lnTo>
                <a:cubicBezTo>
                  <a:pt x="142496" y="204287"/>
                  <a:pt x="139940" y="206841"/>
                  <a:pt x="136106" y="206841"/>
                </a:cubicBezTo>
                <a:cubicBezTo>
                  <a:pt x="132272" y="206841"/>
                  <a:pt x="129716" y="204287"/>
                  <a:pt x="129716" y="200457"/>
                </a:cubicBezTo>
                <a:lnTo>
                  <a:pt x="129716" y="156408"/>
                </a:lnTo>
                <a:cubicBezTo>
                  <a:pt x="129716" y="156408"/>
                  <a:pt x="129716" y="156408"/>
                  <a:pt x="129716" y="156408"/>
                </a:cubicBezTo>
                <a:lnTo>
                  <a:pt x="129716" y="153854"/>
                </a:lnTo>
                <a:cubicBezTo>
                  <a:pt x="129716" y="150024"/>
                  <a:pt x="127799" y="146832"/>
                  <a:pt x="125243" y="144916"/>
                </a:cubicBezTo>
                <a:cubicBezTo>
                  <a:pt x="124604" y="144278"/>
                  <a:pt x="123326" y="143640"/>
                  <a:pt x="122687" y="143640"/>
                </a:cubicBezTo>
                <a:cubicBezTo>
                  <a:pt x="121409" y="143001"/>
                  <a:pt x="119492" y="142363"/>
                  <a:pt x="117575" y="142363"/>
                </a:cubicBezTo>
                <a:lnTo>
                  <a:pt x="116936" y="142363"/>
                </a:lnTo>
                <a:cubicBezTo>
                  <a:pt x="115658" y="142363"/>
                  <a:pt x="114380" y="142363"/>
                  <a:pt x="113102" y="142363"/>
                </a:cubicBezTo>
                <a:lnTo>
                  <a:pt x="113102" y="218332"/>
                </a:lnTo>
                <a:cubicBezTo>
                  <a:pt x="113741" y="232377"/>
                  <a:pt x="120770" y="245783"/>
                  <a:pt x="132911" y="254082"/>
                </a:cubicBezTo>
                <a:cubicBezTo>
                  <a:pt x="139301" y="257913"/>
                  <a:pt x="142496" y="264935"/>
                  <a:pt x="142496" y="272596"/>
                </a:cubicBezTo>
                <a:lnTo>
                  <a:pt x="142496" y="294940"/>
                </a:lnTo>
                <a:cubicBezTo>
                  <a:pt x="142496" y="298770"/>
                  <a:pt x="139940" y="301324"/>
                  <a:pt x="136106" y="301324"/>
                </a:cubicBezTo>
                <a:cubicBezTo>
                  <a:pt x="132272" y="301324"/>
                  <a:pt x="129716" y="298770"/>
                  <a:pt x="129716" y="294940"/>
                </a:cubicBezTo>
                <a:lnTo>
                  <a:pt x="129716" y="272596"/>
                </a:lnTo>
                <a:cubicBezTo>
                  <a:pt x="129716" y="269404"/>
                  <a:pt x="128438" y="266850"/>
                  <a:pt x="125882" y="264935"/>
                </a:cubicBezTo>
                <a:cubicBezTo>
                  <a:pt x="110546" y="254721"/>
                  <a:pt x="101600" y="237484"/>
                  <a:pt x="100961" y="219609"/>
                </a:cubicBezTo>
                <a:lnTo>
                  <a:pt x="100961" y="215779"/>
                </a:lnTo>
                <a:lnTo>
                  <a:pt x="100961" y="141086"/>
                </a:lnTo>
                <a:cubicBezTo>
                  <a:pt x="100961" y="136617"/>
                  <a:pt x="103517" y="132787"/>
                  <a:pt x="107990" y="131510"/>
                </a:cubicBezTo>
                <a:cubicBezTo>
                  <a:pt x="110546" y="130872"/>
                  <a:pt x="113741" y="130233"/>
                  <a:pt x="117575" y="130233"/>
                </a:cubicBezTo>
                <a:lnTo>
                  <a:pt x="118214" y="130233"/>
                </a:lnTo>
                <a:cubicBezTo>
                  <a:pt x="122048" y="130233"/>
                  <a:pt x="125243" y="130872"/>
                  <a:pt x="128438" y="132148"/>
                </a:cubicBezTo>
                <a:cubicBezTo>
                  <a:pt x="129077" y="132148"/>
                  <a:pt x="129077" y="132787"/>
                  <a:pt x="129716" y="132787"/>
                </a:cubicBezTo>
                <a:lnTo>
                  <a:pt x="129716" y="99590"/>
                </a:lnTo>
                <a:cubicBezTo>
                  <a:pt x="129716" y="88099"/>
                  <a:pt x="139301" y="78523"/>
                  <a:pt x="150802" y="78523"/>
                </a:cubicBezTo>
                <a:cubicBezTo>
                  <a:pt x="153997" y="78523"/>
                  <a:pt x="156553" y="79161"/>
                  <a:pt x="159110" y="80438"/>
                </a:cubicBezTo>
                <a:cubicBezTo>
                  <a:pt x="160387" y="70224"/>
                  <a:pt x="169333" y="62563"/>
                  <a:pt x="179557" y="62563"/>
                </a:cubicBezTo>
                <a:cubicBezTo>
                  <a:pt x="185308" y="62563"/>
                  <a:pt x="190420" y="64478"/>
                  <a:pt x="194254" y="68947"/>
                </a:cubicBezTo>
                <a:cubicBezTo>
                  <a:pt x="196171" y="70862"/>
                  <a:pt x="197449" y="72777"/>
                  <a:pt x="198727" y="75331"/>
                </a:cubicBezTo>
                <a:cubicBezTo>
                  <a:pt x="201922" y="73416"/>
                  <a:pt x="205117" y="72777"/>
                  <a:pt x="208951" y="72777"/>
                </a:cubicBezTo>
                <a:cubicBezTo>
                  <a:pt x="214702" y="72777"/>
                  <a:pt x="219814" y="74692"/>
                  <a:pt x="223648" y="79161"/>
                </a:cubicBezTo>
                <a:cubicBezTo>
                  <a:pt x="227482" y="82992"/>
                  <a:pt x="230038" y="88099"/>
                  <a:pt x="230038" y="93844"/>
                </a:cubicBezTo>
                <a:lnTo>
                  <a:pt x="230038" y="103420"/>
                </a:lnTo>
                <a:cubicBezTo>
                  <a:pt x="232594" y="102144"/>
                  <a:pt x="235150" y="101505"/>
                  <a:pt x="238345" y="101505"/>
                </a:cubicBezTo>
                <a:cubicBezTo>
                  <a:pt x="244096" y="101505"/>
                  <a:pt x="249208" y="103420"/>
                  <a:pt x="253041" y="107889"/>
                </a:cubicBezTo>
                <a:cubicBezTo>
                  <a:pt x="256876" y="111720"/>
                  <a:pt x="259431" y="116827"/>
                  <a:pt x="259431" y="122572"/>
                </a:cubicBezTo>
                <a:lnTo>
                  <a:pt x="259431" y="224078"/>
                </a:lnTo>
                <a:cubicBezTo>
                  <a:pt x="260071" y="238122"/>
                  <a:pt x="254319" y="252167"/>
                  <a:pt x="244096" y="263020"/>
                </a:cubicBezTo>
                <a:close/>
              </a:path>
            </a:pathLst>
          </a:custGeom>
          <a:solidFill>
            <a:srgbClr val="0076A8"/>
          </a:solidFill>
          <a:ln w="6390" cap="flat">
            <a:noFill/>
            <a:prstDash val="solid"/>
            <a:miter/>
          </a:ln>
        </p:spPr>
        <p:txBody>
          <a:bodyPr rtlCol="0" anchor="ctr"/>
          <a:lstStyle/>
          <a:p>
            <a:endParaRPr lang="en-US"/>
          </a:p>
        </p:txBody>
      </p:sp>
      <p:grpSp>
        <p:nvGrpSpPr>
          <p:cNvPr id="608" name="Graphic 4">
            <a:extLst>
              <a:ext uri="{FF2B5EF4-FFF2-40B4-BE49-F238E27FC236}">
                <a16:creationId xmlns:a16="http://schemas.microsoft.com/office/drawing/2014/main" id="{39B78F00-279B-C94A-8F7B-EFF76F7398D0}"/>
              </a:ext>
            </a:extLst>
          </p:cNvPr>
          <p:cNvGrpSpPr>
            <a:grpSpLocks noChangeAspect="1"/>
          </p:cNvGrpSpPr>
          <p:nvPr/>
        </p:nvGrpSpPr>
        <p:grpSpPr>
          <a:xfrm>
            <a:off x="6147119" y="2371173"/>
            <a:ext cx="361670" cy="361333"/>
            <a:chOff x="6147119" y="2371173"/>
            <a:chExt cx="361670" cy="361333"/>
          </a:xfrm>
          <a:solidFill>
            <a:srgbClr val="0076A8"/>
          </a:solidFill>
        </p:grpSpPr>
        <p:sp>
          <p:nvSpPr>
            <p:cNvPr id="609" name="Graphic 4">
              <a:extLst>
                <a:ext uri="{FF2B5EF4-FFF2-40B4-BE49-F238E27FC236}">
                  <a16:creationId xmlns:a16="http://schemas.microsoft.com/office/drawing/2014/main" id="{B8274907-3EFA-1C40-9092-24176F520B95}"/>
                </a:ext>
              </a:extLst>
            </p:cNvPr>
            <p:cNvSpPr/>
            <p:nvPr/>
          </p:nvSpPr>
          <p:spPr>
            <a:xfrm>
              <a:off x="6361821" y="2480339"/>
              <a:ext cx="16614" cy="50433"/>
            </a:xfrm>
            <a:custGeom>
              <a:avLst/>
              <a:gdLst>
                <a:gd name="connsiteX0" fmla="*/ 16614 w 16614"/>
                <a:gd name="connsiteY0" fmla="*/ 34473 h 50433"/>
                <a:gd name="connsiteX1" fmla="*/ 16614 w 16614"/>
                <a:gd name="connsiteY1" fmla="*/ 34473 h 50433"/>
                <a:gd name="connsiteX2" fmla="*/ 16614 w 16614"/>
                <a:gd name="connsiteY2" fmla="*/ 31920 h 50433"/>
                <a:gd name="connsiteX3" fmla="*/ 16614 w 16614"/>
                <a:gd name="connsiteY3" fmla="*/ 31920 h 50433"/>
                <a:gd name="connsiteX4" fmla="*/ 16614 w 16614"/>
                <a:gd name="connsiteY4" fmla="*/ 15960 h 50433"/>
                <a:gd name="connsiteX5" fmla="*/ 16614 w 16614"/>
                <a:gd name="connsiteY5" fmla="*/ 15960 h 50433"/>
                <a:gd name="connsiteX6" fmla="*/ 16614 w 16614"/>
                <a:gd name="connsiteY6" fmla="*/ 8299 h 50433"/>
                <a:gd name="connsiteX7" fmla="*/ 14058 w 16614"/>
                <a:gd name="connsiteY7" fmla="*/ 2554 h 50433"/>
                <a:gd name="connsiteX8" fmla="*/ 8307 w 16614"/>
                <a:gd name="connsiteY8" fmla="*/ 0 h 50433"/>
                <a:gd name="connsiteX9" fmla="*/ 0 w 16614"/>
                <a:gd name="connsiteY9" fmla="*/ 7661 h 50433"/>
                <a:gd name="connsiteX10" fmla="*/ 0 w 16614"/>
                <a:gd name="connsiteY10" fmla="*/ 37027 h 50433"/>
                <a:gd name="connsiteX11" fmla="*/ 0 w 16614"/>
                <a:gd name="connsiteY11" fmla="*/ 37027 h 50433"/>
                <a:gd name="connsiteX12" fmla="*/ 0 w 16614"/>
                <a:gd name="connsiteY12" fmla="*/ 42134 h 50433"/>
                <a:gd name="connsiteX13" fmla="*/ 2556 w 16614"/>
                <a:gd name="connsiteY13" fmla="*/ 47880 h 50433"/>
                <a:gd name="connsiteX14" fmla="*/ 8307 w 16614"/>
                <a:gd name="connsiteY14" fmla="*/ 50433 h 50433"/>
                <a:gd name="connsiteX15" fmla="*/ 16614 w 16614"/>
                <a:gd name="connsiteY15" fmla="*/ 42134 h 50433"/>
                <a:gd name="connsiteX16" fmla="*/ 16614 w 16614"/>
                <a:gd name="connsiteY16" fmla="*/ 38304 h 50433"/>
                <a:gd name="connsiteX17" fmla="*/ 16614 w 16614"/>
                <a:gd name="connsiteY17" fmla="*/ 34473 h 5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4" h="50433">
                  <a:moveTo>
                    <a:pt x="16614" y="34473"/>
                  </a:moveTo>
                  <a:cubicBezTo>
                    <a:pt x="16614" y="34473"/>
                    <a:pt x="16614" y="33835"/>
                    <a:pt x="16614" y="34473"/>
                  </a:cubicBezTo>
                  <a:lnTo>
                    <a:pt x="16614" y="31920"/>
                  </a:lnTo>
                  <a:cubicBezTo>
                    <a:pt x="16614" y="31920"/>
                    <a:pt x="16614" y="31920"/>
                    <a:pt x="16614" y="31920"/>
                  </a:cubicBezTo>
                  <a:lnTo>
                    <a:pt x="16614" y="15960"/>
                  </a:lnTo>
                  <a:cubicBezTo>
                    <a:pt x="16614" y="15960"/>
                    <a:pt x="16614" y="15960"/>
                    <a:pt x="16614" y="15960"/>
                  </a:cubicBezTo>
                  <a:lnTo>
                    <a:pt x="16614" y="8299"/>
                  </a:lnTo>
                  <a:cubicBezTo>
                    <a:pt x="16614" y="5746"/>
                    <a:pt x="15975" y="3830"/>
                    <a:pt x="14058" y="2554"/>
                  </a:cubicBezTo>
                  <a:cubicBezTo>
                    <a:pt x="12780" y="1277"/>
                    <a:pt x="10224" y="0"/>
                    <a:pt x="8307" y="0"/>
                  </a:cubicBezTo>
                  <a:cubicBezTo>
                    <a:pt x="3834" y="0"/>
                    <a:pt x="0" y="3192"/>
                    <a:pt x="0" y="7661"/>
                  </a:cubicBezTo>
                  <a:lnTo>
                    <a:pt x="0" y="37027"/>
                  </a:lnTo>
                  <a:cubicBezTo>
                    <a:pt x="0" y="37027"/>
                    <a:pt x="0" y="37027"/>
                    <a:pt x="0" y="37027"/>
                  </a:cubicBezTo>
                  <a:lnTo>
                    <a:pt x="0" y="42134"/>
                  </a:lnTo>
                  <a:cubicBezTo>
                    <a:pt x="0" y="44688"/>
                    <a:pt x="639" y="46603"/>
                    <a:pt x="2556" y="47880"/>
                  </a:cubicBezTo>
                  <a:cubicBezTo>
                    <a:pt x="3834" y="49157"/>
                    <a:pt x="6390" y="50433"/>
                    <a:pt x="8307" y="50433"/>
                  </a:cubicBezTo>
                  <a:cubicBezTo>
                    <a:pt x="12780" y="50433"/>
                    <a:pt x="16614" y="46603"/>
                    <a:pt x="16614" y="42134"/>
                  </a:cubicBezTo>
                  <a:lnTo>
                    <a:pt x="16614" y="38304"/>
                  </a:lnTo>
                  <a:lnTo>
                    <a:pt x="16614" y="34473"/>
                  </a:lnTo>
                  <a:close/>
                </a:path>
              </a:pathLst>
            </a:custGeom>
            <a:solidFill>
              <a:srgbClr val="0076A8"/>
            </a:solidFill>
            <a:ln w="6390" cap="flat">
              <a:noFill/>
              <a:prstDash val="solid"/>
              <a:miter/>
            </a:ln>
          </p:spPr>
          <p:txBody>
            <a:bodyPr rtlCol="0" anchor="ctr"/>
            <a:lstStyle/>
            <a:p>
              <a:endParaRPr lang="en-US"/>
            </a:p>
          </p:txBody>
        </p:sp>
        <p:sp>
          <p:nvSpPr>
            <p:cNvPr id="610" name="Graphic 4">
              <a:extLst>
                <a:ext uri="{FF2B5EF4-FFF2-40B4-BE49-F238E27FC236}">
                  <a16:creationId xmlns:a16="http://schemas.microsoft.com/office/drawing/2014/main" id="{A46FCED6-FD92-4D41-A9D8-1402DF7161E2}"/>
                </a:ext>
              </a:extLst>
            </p:cNvPr>
            <p:cNvSpPr/>
            <p:nvPr/>
          </p:nvSpPr>
          <p:spPr>
            <a:xfrm>
              <a:off x="6331788" y="2473955"/>
              <a:ext cx="16613" cy="51710"/>
            </a:xfrm>
            <a:custGeom>
              <a:avLst/>
              <a:gdLst>
                <a:gd name="connsiteX0" fmla="*/ 16614 w 16613"/>
                <a:gd name="connsiteY0" fmla="*/ 14683 h 51710"/>
                <a:gd name="connsiteX1" fmla="*/ 16614 w 16613"/>
                <a:gd name="connsiteY1" fmla="*/ 14683 h 51710"/>
                <a:gd name="connsiteX2" fmla="*/ 16614 w 16613"/>
                <a:gd name="connsiteY2" fmla="*/ 13406 h 51710"/>
                <a:gd name="connsiteX3" fmla="*/ 16614 w 16613"/>
                <a:gd name="connsiteY3" fmla="*/ 8299 h 51710"/>
                <a:gd name="connsiteX4" fmla="*/ 14058 w 16613"/>
                <a:gd name="connsiteY4" fmla="*/ 2554 h 51710"/>
                <a:gd name="connsiteX5" fmla="*/ 8307 w 16613"/>
                <a:gd name="connsiteY5" fmla="*/ 0 h 51710"/>
                <a:gd name="connsiteX6" fmla="*/ 0 w 16613"/>
                <a:gd name="connsiteY6" fmla="*/ 7661 h 51710"/>
                <a:gd name="connsiteX7" fmla="*/ 0 w 16613"/>
                <a:gd name="connsiteY7" fmla="*/ 11491 h 51710"/>
                <a:gd name="connsiteX8" fmla="*/ 0 w 16613"/>
                <a:gd name="connsiteY8" fmla="*/ 12130 h 51710"/>
                <a:gd name="connsiteX9" fmla="*/ 0 w 16613"/>
                <a:gd name="connsiteY9" fmla="*/ 36389 h 51710"/>
                <a:gd name="connsiteX10" fmla="*/ 0 w 16613"/>
                <a:gd name="connsiteY10" fmla="*/ 37027 h 51710"/>
                <a:gd name="connsiteX11" fmla="*/ 0 w 16613"/>
                <a:gd name="connsiteY11" fmla="*/ 43411 h 51710"/>
                <a:gd name="connsiteX12" fmla="*/ 8307 w 16613"/>
                <a:gd name="connsiteY12" fmla="*/ 51710 h 51710"/>
                <a:gd name="connsiteX13" fmla="*/ 14058 w 16613"/>
                <a:gd name="connsiteY13" fmla="*/ 49157 h 51710"/>
                <a:gd name="connsiteX14" fmla="*/ 16614 w 16613"/>
                <a:gd name="connsiteY14" fmla="*/ 43411 h 51710"/>
                <a:gd name="connsiteX15" fmla="*/ 16614 w 16613"/>
                <a:gd name="connsiteY15" fmla="*/ 14683 h 5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613" h="51710">
                  <a:moveTo>
                    <a:pt x="16614" y="14683"/>
                  </a:moveTo>
                  <a:lnTo>
                    <a:pt x="16614" y="14683"/>
                  </a:lnTo>
                  <a:cubicBezTo>
                    <a:pt x="16614" y="14045"/>
                    <a:pt x="16614" y="14045"/>
                    <a:pt x="16614" y="13406"/>
                  </a:cubicBezTo>
                  <a:lnTo>
                    <a:pt x="16614" y="8299"/>
                  </a:lnTo>
                  <a:cubicBezTo>
                    <a:pt x="16614" y="5746"/>
                    <a:pt x="15975" y="3830"/>
                    <a:pt x="14058" y="2554"/>
                  </a:cubicBezTo>
                  <a:cubicBezTo>
                    <a:pt x="12780" y="1277"/>
                    <a:pt x="10224" y="0"/>
                    <a:pt x="8307" y="0"/>
                  </a:cubicBezTo>
                  <a:cubicBezTo>
                    <a:pt x="3834" y="0"/>
                    <a:pt x="0" y="3192"/>
                    <a:pt x="0" y="7661"/>
                  </a:cubicBezTo>
                  <a:lnTo>
                    <a:pt x="0" y="11491"/>
                  </a:lnTo>
                  <a:cubicBezTo>
                    <a:pt x="0" y="11491"/>
                    <a:pt x="0" y="11491"/>
                    <a:pt x="0" y="12130"/>
                  </a:cubicBezTo>
                  <a:lnTo>
                    <a:pt x="0" y="36389"/>
                  </a:lnTo>
                  <a:cubicBezTo>
                    <a:pt x="0" y="37027"/>
                    <a:pt x="0" y="37027"/>
                    <a:pt x="0" y="37027"/>
                  </a:cubicBezTo>
                  <a:lnTo>
                    <a:pt x="0" y="43411"/>
                  </a:lnTo>
                  <a:cubicBezTo>
                    <a:pt x="0" y="47880"/>
                    <a:pt x="3834" y="51710"/>
                    <a:pt x="8307" y="51710"/>
                  </a:cubicBezTo>
                  <a:cubicBezTo>
                    <a:pt x="10863" y="51710"/>
                    <a:pt x="12780" y="51072"/>
                    <a:pt x="14058" y="49157"/>
                  </a:cubicBezTo>
                  <a:cubicBezTo>
                    <a:pt x="15336" y="47880"/>
                    <a:pt x="16614" y="45326"/>
                    <a:pt x="16614" y="43411"/>
                  </a:cubicBezTo>
                  <a:lnTo>
                    <a:pt x="16614" y="14683"/>
                  </a:lnTo>
                  <a:close/>
                </a:path>
              </a:pathLst>
            </a:custGeom>
            <a:solidFill>
              <a:srgbClr val="0076A8"/>
            </a:solidFill>
            <a:ln w="6390" cap="flat">
              <a:noFill/>
              <a:prstDash val="solid"/>
              <a:miter/>
            </a:ln>
          </p:spPr>
          <p:txBody>
            <a:bodyPr rtlCol="0" anchor="ctr"/>
            <a:lstStyle/>
            <a:p>
              <a:endParaRPr lang="en-US"/>
            </a:p>
          </p:txBody>
        </p:sp>
        <p:sp>
          <p:nvSpPr>
            <p:cNvPr id="611" name="Graphic 4">
              <a:extLst>
                <a:ext uri="{FF2B5EF4-FFF2-40B4-BE49-F238E27FC236}">
                  <a16:creationId xmlns:a16="http://schemas.microsoft.com/office/drawing/2014/main" id="{A141FC2F-EE4A-C54F-BC4C-90A0A96E3730}"/>
                </a:ext>
              </a:extLst>
            </p:cNvPr>
            <p:cNvSpPr/>
            <p:nvPr/>
          </p:nvSpPr>
          <p:spPr>
            <a:xfrm>
              <a:off x="6302394" y="2477786"/>
              <a:ext cx="16614" cy="40857"/>
            </a:xfrm>
            <a:custGeom>
              <a:avLst/>
              <a:gdLst>
                <a:gd name="connsiteX0" fmla="*/ 16614 w 16614"/>
                <a:gd name="connsiteY0" fmla="*/ 8299 h 40857"/>
                <a:gd name="connsiteX1" fmla="*/ 14058 w 16614"/>
                <a:gd name="connsiteY1" fmla="*/ 2554 h 40857"/>
                <a:gd name="connsiteX2" fmla="*/ 8307 w 16614"/>
                <a:gd name="connsiteY2" fmla="*/ 0 h 40857"/>
                <a:gd name="connsiteX3" fmla="*/ 0 w 16614"/>
                <a:gd name="connsiteY3" fmla="*/ 8299 h 40857"/>
                <a:gd name="connsiteX4" fmla="*/ 0 w 16614"/>
                <a:gd name="connsiteY4" fmla="*/ 19152 h 40857"/>
                <a:gd name="connsiteX5" fmla="*/ 0 w 16614"/>
                <a:gd name="connsiteY5" fmla="*/ 32558 h 40857"/>
                <a:gd name="connsiteX6" fmla="*/ 8307 w 16614"/>
                <a:gd name="connsiteY6" fmla="*/ 40857 h 40857"/>
                <a:gd name="connsiteX7" fmla="*/ 14058 w 16614"/>
                <a:gd name="connsiteY7" fmla="*/ 38304 h 40857"/>
                <a:gd name="connsiteX8" fmla="*/ 16614 w 16614"/>
                <a:gd name="connsiteY8" fmla="*/ 33197 h 40857"/>
                <a:gd name="connsiteX9" fmla="*/ 16614 w 16614"/>
                <a:gd name="connsiteY9" fmla="*/ 8299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14" h="40857">
                  <a:moveTo>
                    <a:pt x="16614" y="8299"/>
                  </a:moveTo>
                  <a:cubicBezTo>
                    <a:pt x="16614" y="5746"/>
                    <a:pt x="15336" y="3830"/>
                    <a:pt x="14058" y="2554"/>
                  </a:cubicBezTo>
                  <a:cubicBezTo>
                    <a:pt x="12780" y="1277"/>
                    <a:pt x="10224" y="0"/>
                    <a:pt x="8307" y="0"/>
                  </a:cubicBezTo>
                  <a:cubicBezTo>
                    <a:pt x="3834" y="0"/>
                    <a:pt x="0" y="3830"/>
                    <a:pt x="0" y="8299"/>
                  </a:cubicBezTo>
                  <a:lnTo>
                    <a:pt x="0" y="19152"/>
                  </a:lnTo>
                  <a:lnTo>
                    <a:pt x="0" y="32558"/>
                  </a:lnTo>
                  <a:cubicBezTo>
                    <a:pt x="0" y="37027"/>
                    <a:pt x="3834" y="40857"/>
                    <a:pt x="8307" y="40857"/>
                  </a:cubicBezTo>
                  <a:cubicBezTo>
                    <a:pt x="10863" y="40857"/>
                    <a:pt x="12780" y="40219"/>
                    <a:pt x="14058" y="38304"/>
                  </a:cubicBezTo>
                  <a:cubicBezTo>
                    <a:pt x="15336" y="37027"/>
                    <a:pt x="16614" y="35112"/>
                    <a:pt x="16614" y="33197"/>
                  </a:cubicBezTo>
                  <a:lnTo>
                    <a:pt x="16614" y="8299"/>
                  </a:lnTo>
                  <a:close/>
                </a:path>
              </a:pathLst>
            </a:custGeom>
            <a:solidFill>
              <a:srgbClr val="0076A8"/>
            </a:solidFill>
            <a:ln w="6390" cap="flat">
              <a:noFill/>
              <a:prstDash val="solid"/>
              <a:miter/>
            </a:ln>
          </p:spPr>
          <p:txBody>
            <a:bodyPr rtlCol="0" anchor="ctr"/>
            <a:lstStyle/>
            <a:p>
              <a:endParaRPr lang="en-US"/>
            </a:p>
          </p:txBody>
        </p:sp>
        <p:sp>
          <p:nvSpPr>
            <p:cNvPr id="612" name="Graphic 4">
              <a:extLst>
                <a:ext uri="{FF2B5EF4-FFF2-40B4-BE49-F238E27FC236}">
                  <a16:creationId xmlns:a16="http://schemas.microsoft.com/office/drawing/2014/main" id="{77E7B3B0-6C14-E445-965E-5204D8A6A568}"/>
                </a:ext>
              </a:extLst>
            </p:cNvPr>
            <p:cNvSpPr/>
            <p:nvPr/>
          </p:nvSpPr>
          <p:spPr>
            <a:xfrm>
              <a:off x="6147119"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73489 w 361670"/>
                <a:gd name="connsiteY5" fmla="*/ 141724 h 361333"/>
                <a:gd name="connsiteX6" fmla="*/ 273489 w 361670"/>
                <a:gd name="connsiteY6" fmla="*/ 193435 h 361333"/>
                <a:gd name="connsiteX7" fmla="*/ 257514 w 361670"/>
                <a:gd name="connsiteY7" fmla="*/ 233654 h 361333"/>
                <a:gd name="connsiteX8" fmla="*/ 254959 w 361670"/>
                <a:gd name="connsiteY8" fmla="*/ 240676 h 361333"/>
                <a:gd name="connsiteX9" fmla="*/ 254959 w 361670"/>
                <a:gd name="connsiteY9" fmla="*/ 265574 h 361333"/>
                <a:gd name="connsiteX10" fmla="*/ 248569 w 361670"/>
                <a:gd name="connsiteY10" fmla="*/ 271958 h 361333"/>
                <a:gd name="connsiteX11" fmla="*/ 242179 w 361670"/>
                <a:gd name="connsiteY11" fmla="*/ 265574 h 361333"/>
                <a:gd name="connsiteX12" fmla="*/ 242179 w 361670"/>
                <a:gd name="connsiteY12" fmla="*/ 240676 h 361333"/>
                <a:gd name="connsiteX13" fmla="*/ 248569 w 361670"/>
                <a:gd name="connsiteY13" fmla="*/ 225355 h 361333"/>
                <a:gd name="connsiteX14" fmla="*/ 261349 w 361670"/>
                <a:gd name="connsiteY14" fmla="*/ 194073 h 361333"/>
                <a:gd name="connsiteX15" fmla="*/ 261349 w 361670"/>
                <a:gd name="connsiteY15" fmla="*/ 167899 h 361333"/>
                <a:gd name="connsiteX16" fmla="*/ 253041 w 361670"/>
                <a:gd name="connsiteY16" fmla="*/ 169814 h 361333"/>
                <a:gd name="connsiteX17" fmla="*/ 239623 w 361670"/>
                <a:gd name="connsiteY17" fmla="*/ 165345 h 361333"/>
                <a:gd name="connsiteX18" fmla="*/ 223009 w 361670"/>
                <a:gd name="connsiteY18" fmla="*/ 173644 h 361333"/>
                <a:gd name="connsiteX19" fmla="*/ 208312 w 361670"/>
                <a:gd name="connsiteY19" fmla="*/ 167260 h 361333"/>
                <a:gd name="connsiteX20" fmla="*/ 205756 w 361670"/>
                <a:gd name="connsiteY20" fmla="*/ 164068 h 361333"/>
                <a:gd name="connsiteX21" fmla="*/ 193615 w 361670"/>
                <a:gd name="connsiteY21" fmla="*/ 167899 h 361333"/>
                <a:gd name="connsiteX22" fmla="*/ 175723 w 361670"/>
                <a:gd name="connsiteY22" fmla="*/ 157684 h 361333"/>
                <a:gd name="connsiteX23" fmla="*/ 164221 w 361670"/>
                <a:gd name="connsiteY23" fmla="*/ 160876 h 361333"/>
                <a:gd name="connsiteX24" fmla="*/ 155915 w 361670"/>
                <a:gd name="connsiteY24" fmla="*/ 158961 h 361333"/>
                <a:gd name="connsiteX25" fmla="*/ 155915 w 361670"/>
                <a:gd name="connsiteY25" fmla="*/ 168537 h 361333"/>
                <a:gd name="connsiteX26" fmla="*/ 214702 w 361670"/>
                <a:gd name="connsiteY26" fmla="*/ 195350 h 361333"/>
                <a:gd name="connsiteX27" fmla="*/ 214063 w 361670"/>
                <a:gd name="connsiteY27" fmla="*/ 204287 h 361333"/>
                <a:gd name="connsiteX28" fmla="*/ 205117 w 361670"/>
                <a:gd name="connsiteY28" fmla="*/ 203649 h 361333"/>
                <a:gd name="connsiteX29" fmla="*/ 156553 w 361670"/>
                <a:gd name="connsiteY29" fmla="*/ 181305 h 361333"/>
                <a:gd name="connsiteX30" fmla="*/ 150164 w 361670"/>
                <a:gd name="connsiteY30" fmla="*/ 181305 h 361333"/>
                <a:gd name="connsiteX31" fmla="*/ 143774 w 361670"/>
                <a:gd name="connsiteY31" fmla="*/ 178113 h 361333"/>
                <a:gd name="connsiteX32" fmla="*/ 143135 w 361670"/>
                <a:gd name="connsiteY32" fmla="*/ 177475 h 361333"/>
                <a:gd name="connsiteX33" fmla="*/ 118853 w 361670"/>
                <a:gd name="connsiteY33" fmla="*/ 137894 h 361333"/>
                <a:gd name="connsiteX34" fmla="*/ 106712 w 361670"/>
                <a:gd name="connsiteY34" fmla="*/ 132787 h 361333"/>
                <a:gd name="connsiteX35" fmla="*/ 99683 w 361670"/>
                <a:gd name="connsiteY35" fmla="*/ 135341 h 361333"/>
                <a:gd name="connsiteX36" fmla="*/ 132272 w 361670"/>
                <a:gd name="connsiteY36" fmla="*/ 212587 h 361333"/>
                <a:gd name="connsiteX37" fmla="*/ 145690 w 361670"/>
                <a:gd name="connsiteY37" fmla="*/ 229185 h 361333"/>
                <a:gd name="connsiteX38" fmla="*/ 154637 w 361670"/>
                <a:gd name="connsiteY38" fmla="*/ 247060 h 361333"/>
                <a:gd name="connsiteX39" fmla="*/ 154637 w 361670"/>
                <a:gd name="connsiteY39" fmla="*/ 264935 h 361333"/>
                <a:gd name="connsiteX40" fmla="*/ 148247 w 361670"/>
                <a:gd name="connsiteY40" fmla="*/ 271319 h 361333"/>
                <a:gd name="connsiteX41" fmla="*/ 141857 w 361670"/>
                <a:gd name="connsiteY41" fmla="*/ 264935 h 361333"/>
                <a:gd name="connsiteX42" fmla="*/ 141857 w 361670"/>
                <a:gd name="connsiteY42" fmla="*/ 247060 h 361333"/>
                <a:gd name="connsiteX43" fmla="*/ 138022 w 361670"/>
                <a:gd name="connsiteY43" fmla="*/ 239399 h 361333"/>
                <a:gd name="connsiteX44" fmla="*/ 120131 w 361670"/>
                <a:gd name="connsiteY44" fmla="*/ 217055 h 361333"/>
                <a:gd name="connsiteX45" fmla="*/ 87542 w 361670"/>
                <a:gd name="connsiteY45" fmla="*/ 139171 h 361333"/>
                <a:gd name="connsiteX46" fmla="*/ 95849 w 361670"/>
                <a:gd name="connsiteY46" fmla="*/ 121934 h 361333"/>
                <a:gd name="connsiteX47" fmla="*/ 129716 w 361670"/>
                <a:gd name="connsiteY47" fmla="*/ 130872 h 361333"/>
                <a:gd name="connsiteX48" fmla="*/ 141857 w 361670"/>
                <a:gd name="connsiteY48" fmla="*/ 151300 h 361333"/>
                <a:gd name="connsiteX49" fmla="*/ 141857 w 361670"/>
                <a:gd name="connsiteY49" fmla="*/ 139171 h 361333"/>
                <a:gd name="connsiteX50" fmla="*/ 141857 w 361670"/>
                <a:gd name="connsiteY50" fmla="*/ 125765 h 361333"/>
                <a:gd name="connsiteX51" fmla="*/ 141857 w 361670"/>
                <a:gd name="connsiteY51" fmla="*/ 114912 h 361333"/>
                <a:gd name="connsiteX52" fmla="*/ 162943 w 361670"/>
                <a:gd name="connsiteY52" fmla="*/ 93845 h 361333"/>
                <a:gd name="connsiteX53" fmla="*/ 175723 w 361670"/>
                <a:gd name="connsiteY53" fmla="*/ 98313 h 361333"/>
                <a:gd name="connsiteX54" fmla="*/ 192337 w 361670"/>
                <a:gd name="connsiteY54" fmla="*/ 90014 h 361333"/>
                <a:gd name="connsiteX55" fmla="*/ 207034 w 361670"/>
                <a:gd name="connsiteY55" fmla="*/ 96398 h 361333"/>
                <a:gd name="connsiteX56" fmla="*/ 209590 w 361670"/>
                <a:gd name="connsiteY56" fmla="*/ 100229 h 361333"/>
                <a:gd name="connsiteX57" fmla="*/ 221092 w 361670"/>
                <a:gd name="connsiteY57" fmla="*/ 96398 h 361333"/>
                <a:gd name="connsiteX58" fmla="*/ 235789 w 361670"/>
                <a:gd name="connsiteY58" fmla="*/ 102782 h 361333"/>
                <a:gd name="connsiteX59" fmla="*/ 238984 w 361670"/>
                <a:gd name="connsiteY59" fmla="*/ 107889 h 361333"/>
                <a:gd name="connsiteX60" fmla="*/ 249846 w 361670"/>
                <a:gd name="connsiteY60" fmla="*/ 104697 h 361333"/>
                <a:gd name="connsiteX61" fmla="*/ 264544 w 361670"/>
                <a:gd name="connsiteY61" fmla="*/ 111081 h 361333"/>
                <a:gd name="connsiteX62" fmla="*/ 270934 w 361670"/>
                <a:gd name="connsiteY62" fmla="*/ 125765 h 361333"/>
                <a:gd name="connsiteX63" fmla="*/ 270934 w 361670"/>
                <a:gd name="connsiteY63" fmla="*/ 141724 h 361333"/>
                <a:gd name="connsiteX64" fmla="*/ 273489 w 361670"/>
                <a:gd name="connsiteY64" fmla="*/ 14172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273489" y="141724"/>
                  </a:moveTo>
                  <a:lnTo>
                    <a:pt x="273489" y="193435"/>
                  </a:lnTo>
                  <a:cubicBezTo>
                    <a:pt x="273489" y="208118"/>
                    <a:pt x="267739" y="222801"/>
                    <a:pt x="257514" y="233654"/>
                  </a:cubicBezTo>
                  <a:cubicBezTo>
                    <a:pt x="255597" y="235569"/>
                    <a:pt x="254959" y="238123"/>
                    <a:pt x="254959" y="240676"/>
                  </a:cubicBezTo>
                  <a:lnTo>
                    <a:pt x="254959" y="265574"/>
                  </a:lnTo>
                  <a:cubicBezTo>
                    <a:pt x="254959" y="269404"/>
                    <a:pt x="252403" y="271958"/>
                    <a:pt x="248569" y="271958"/>
                  </a:cubicBezTo>
                  <a:cubicBezTo>
                    <a:pt x="244735" y="271958"/>
                    <a:pt x="242179" y="269404"/>
                    <a:pt x="242179" y="265574"/>
                  </a:cubicBezTo>
                  <a:lnTo>
                    <a:pt x="242179" y="240676"/>
                  </a:lnTo>
                  <a:cubicBezTo>
                    <a:pt x="242179" y="234931"/>
                    <a:pt x="244735" y="229185"/>
                    <a:pt x="248569" y="225355"/>
                  </a:cubicBezTo>
                  <a:cubicBezTo>
                    <a:pt x="256876" y="217055"/>
                    <a:pt x="261349" y="205564"/>
                    <a:pt x="261349" y="194073"/>
                  </a:cubicBezTo>
                  <a:lnTo>
                    <a:pt x="261349" y="167899"/>
                  </a:lnTo>
                  <a:cubicBezTo>
                    <a:pt x="258792" y="169176"/>
                    <a:pt x="255597" y="169814"/>
                    <a:pt x="253041" y="169814"/>
                  </a:cubicBezTo>
                  <a:cubicBezTo>
                    <a:pt x="247929" y="169814"/>
                    <a:pt x="243456" y="167899"/>
                    <a:pt x="239623" y="165345"/>
                  </a:cubicBezTo>
                  <a:cubicBezTo>
                    <a:pt x="235789" y="170452"/>
                    <a:pt x="230038" y="173644"/>
                    <a:pt x="223009" y="173644"/>
                  </a:cubicBezTo>
                  <a:cubicBezTo>
                    <a:pt x="217258" y="173644"/>
                    <a:pt x="212146" y="171729"/>
                    <a:pt x="208312" y="167260"/>
                  </a:cubicBezTo>
                  <a:cubicBezTo>
                    <a:pt x="207673" y="166622"/>
                    <a:pt x="206395" y="165345"/>
                    <a:pt x="205756" y="164068"/>
                  </a:cubicBezTo>
                  <a:cubicBezTo>
                    <a:pt x="201922" y="166622"/>
                    <a:pt x="198088" y="167899"/>
                    <a:pt x="193615" y="167899"/>
                  </a:cubicBezTo>
                  <a:cubicBezTo>
                    <a:pt x="185947" y="167899"/>
                    <a:pt x="178918" y="163430"/>
                    <a:pt x="175723" y="157684"/>
                  </a:cubicBezTo>
                  <a:cubicBezTo>
                    <a:pt x="172528" y="159600"/>
                    <a:pt x="168695" y="160876"/>
                    <a:pt x="164221" y="160876"/>
                  </a:cubicBezTo>
                  <a:cubicBezTo>
                    <a:pt x="161027" y="160876"/>
                    <a:pt x="158470" y="160238"/>
                    <a:pt x="155915" y="158961"/>
                  </a:cubicBezTo>
                  <a:lnTo>
                    <a:pt x="155915" y="168537"/>
                  </a:lnTo>
                  <a:cubicBezTo>
                    <a:pt x="178279" y="168537"/>
                    <a:pt x="200005" y="178113"/>
                    <a:pt x="214702" y="195350"/>
                  </a:cubicBezTo>
                  <a:cubicBezTo>
                    <a:pt x="217258" y="197903"/>
                    <a:pt x="216619" y="202372"/>
                    <a:pt x="214063" y="204287"/>
                  </a:cubicBezTo>
                  <a:cubicBezTo>
                    <a:pt x="211507" y="206841"/>
                    <a:pt x="207034" y="206203"/>
                    <a:pt x="205117" y="203649"/>
                  </a:cubicBezTo>
                  <a:cubicBezTo>
                    <a:pt x="192976" y="189604"/>
                    <a:pt x="175084" y="181305"/>
                    <a:pt x="156553" y="181305"/>
                  </a:cubicBezTo>
                  <a:cubicBezTo>
                    <a:pt x="154637" y="181305"/>
                    <a:pt x="152720" y="181305"/>
                    <a:pt x="150164" y="181305"/>
                  </a:cubicBezTo>
                  <a:cubicBezTo>
                    <a:pt x="147607" y="181305"/>
                    <a:pt x="145052" y="180028"/>
                    <a:pt x="143774" y="178113"/>
                  </a:cubicBezTo>
                  <a:lnTo>
                    <a:pt x="143135" y="177475"/>
                  </a:lnTo>
                  <a:cubicBezTo>
                    <a:pt x="143135" y="177475"/>
                    <a:pt x="130355" y="156408"/>
                    <a:pt x="118853" y="137894"/>
                  </a:cubicBezTo>
                  <a:cubicBezTo>
                    <a:pt x="115658" y="132787"/>
                    <a:pt x="109268" y="132149"/>
                    <a:pt x="106712" y="132787"/>
                  </a:cubicBezTo>
                  <a:cubicBezTo>
                    <a:pt x="102239" y="132787"/>
                    <a:pt x="99683" y="134702"/>
                    <a:pt x="99683" y="135341"/>
                  </a:cubicBezTo>
                  <a:lnTo>
                    <a:pt x="132272" y="212587"/>
                  </a:lnTo>
                  <a:cubicBezTo>
                    <a:pt x="134828" y="218971"/>
                    <a:pt x="139940" y="224716"/>
                    <a:pt x="145690" y="229185"/>
                  </a:cubicBezTo>
                  <a:cubicBezTo>
                    <a:pt x="151442" y="233654"/>
                    <a:pt x="154637" y="240038"/>
                    <a:pt x="154637" y="247060"/>
                  </a:cubicBezTo>
                  <a:lnTo>
                    <a:pt x="154637" y="264935"/>
                  </a:lnTo>
                  <a:cubicBezTo>
                    <a:pt x="154637" y="268766"/>
                    <a:pt x="152080" y="271319"/>
                    <a:pt x="148247" y="271319"/>
                  </a:cubicBezTo>
                  <a:cubicBezTo>
                    <a:pt x="144412" y="271319"/>
                    <a:pt x="141857" y="268766"/>
                    <a:pt x="141857" y="264935"/>
                  </a:cubicBezTo>
                  <a:lnTo>
                    <a:pt x="141857" y="247060"/>
                  </a:lnTo>
                  <a:cubicBezTo>
                    <a:pt x="141857" y="243868"/>
                    <a:pt x="140579" y="241315"/>
                    <a:pt x="138022" y="239399"/>
                  </a:cubicBezTo>
                  <a:cubicBezTo>
                    <a:pt x="130355" y="233654"/>
                    <a:pt x="123965" y="225355"/>
                    <a:pt x="120131" y="217055"/>
                  </a:cubicBezTo>
                  <a:lnTo>
                    <a:pt x="87542" y="139171"/>
                  </a:lnTo>
                  <a:cubicBezTo>
                    <a:pt x="84986" y="132149"/>
                    <a:pt x="88181" y="125126"/>
                    <a:pt x="95849" y="121934"/>
                  </a:cubicBezTo>
                  <a:cubicBezTo>
                    <a:pt x="106073" y="116827"/>
                    <a:pt x="122048" y="118742"/>
                    <a:pt x="129716" y="130872"/>
                  </a:cubicBezTo>
                  <a:cubicBezTo>
                    <a:pt x="133550" y="137894"/>
                    <a:pt x="138022" y="144916"/>
                    <a:pt x="141857" y="151300"/>
                  </a:cubicBezTo>
                  <a:lnTo>
                    <a:pt x="141857" y="139171"/>
                  </a:lnTo>
                  <a:lnTo>
                    <a:pt x="141857" y="125765"/>
                  </a:lnTo>
                  <a:lnTo>
                    <a:pt x="141857" y="114912"/>
                  </a:lnTo>
                  <a:cubicBezTo>
                    <a:pt x="141857" y="103421"/>
                    <a:pt x="151442" y="93845"/>
                    <a:pt x="162943" y="93845"/>
                  </a:cubicBezTo>
                  <a:cubicBezTo>
                    <a:pt x="167416" y="93845"/>
                    <a:pt x="171889" y="95760"/>
                    <a:pt x="175723" y="98313"/>
                  </a:cubicBezTo>
                  <a:cubicBezTo>
                    <a:pt x="179557" y="93206"/>
                    <a:pt x="185947" y="90014"/>
                    <a:pt x="192337" y="90014"/>
                  </a:cubicBezTo>
                  <a:cubicBezTo>
                    <a:pt x="198088" y="90014"/>
                    <a:pt x="203200" y="91930"/>
                    <a:pt x="207034" y="96398"/>
                  </a:cubicBezTo>
                  <a:cubicBezTo>
                    <a:pt x="208312" y="97675"/>
                    <a:pt x="208951" y="98952"/>
                    <a:pt x="209590" y="100229"/>
                  </a:cubicBezTo>
                  <a:cubicBezTo>
                    <a:pt x="212785" y="97675"/>
                    <a:pt x="217258" y="96398"/>
                    <a:pt x="221092" y="96398"/>
                  </a:cubicBezTo>
                  <a:cubicBezTo>
                    <a:pt x="226843" y="96398"/>
                    <a:pt x="231955" y="98313"/>
                    <a:pt x="235789" y="102782"/>
                  </a:cubicBezTo>
                  <a:cubicBezTo>
                    <a:pt x="237067" y="104059"/>
                    <a:pt x="238345" y="105974"/>
                    <a:pt x="238984" y="107889"/>
                  </a:cubicBezTo>
                  <a:cubicBezTo>
                    <a:pt x="242179" y="105974"/>
                    <a:pt x="246013" y="104697"/>
                    <a:pt x="249846" y="104697"/>
                  </a:cubicBezTo>
                  <a:cubicBezTo>
                    <a:pt x="255597" y="104697"/>
                    <a:pt x="260709" y="106613"/>
                    <a:pt x="264544" y="111081"/>
                  </a:cubicBezTo>
                  <a:cubicBezTo>
                    <a:pt x="268377" y="114912"/>
                    <a:pt x="270934" y="120657"/>
                    <a:pt x="270934" y="125765"/>
                  </a:cubicBezTo>
                  <a:lnTo>
                    <a:pt x="270934" y="141724"/>
                  </a:lnTo>
                  <a:cubicBezTo>
                    <a:pt x="273489" y="141724"/>
                    <a:pt x="273489" y="141724"/>
                    <a:pt x="273489" y="141724"/>
                  </a:cubicBezTo>
                  <a:close/>
                </a:path>
              </a:pathLst>
            </a:custGeom>
            <a:solidFill>
              <a:srgbClr val="0076A8"/>
            </a:solidFill>
            <a:ln w="6390" cap="flat">
              <a:noFill/>
              <a:prstDash val="solid"/>
              <a:miter/>
            </a:ln>
          </p:spPr>
          <p:txBody>
            <a:bodyPr rtlCol="0" anchor="ctr"/>
            <a:lstStyle/>
            <a:p>
              <a:endParaRPr lang="en-US"/>
            </a:p>
          </p:txBody>
        </p:sp>
        <p:sp>
          <p:nvSpPr>
            <p:cNvPr id="613" name="Graphic 4">
              <a:extLst>
                <a:ext uri="{FF2B5EF4-FFF2-40B4-BE49-F238E27FC236}">
                  <a16:creationId xmlns:a16="http://schemas.microsoft.com/office/drawing/2014/main" id="{913827A3-C617-C940-A6FE-4BB65E3748D1}"/>
                </a:ext>
              </a:extLst>
            </p:cNvPr>
            <p:cNvSpPr/>
            <p:nvPr/>
          </p:nvSpPr>
          <p:spPr>
            <a:xfrm>
              <a:off x="6391215" y="2488000"/>
              <a:ext cx="16613" cy="39580"/>
            </a:xfrm>
            <a:custGeom>
              <a:avLst/>
              <a:gdLst>
                <a:gd name="connsiteX0" fmla="*/ 14058 w 16613"/>
                <a:gd name="connsiteY0" fmla="*/ 2554 h 39580"/>
                <a:gd name="connsiteX1" fmla="*/ 8307 w 16613"/>
                <a:gd name="connsiteY1" fmla="*/ 0 h 39580"/>
                <a:gd name="connsiteX2" fmla="*/ 0 w 16613"/>
                <a:gd name="connsiteY2" fmla="*/ 8299 h 39580"/>
                <a:gd name="connsiteX3" fmla="*/ 0 w 16613"/>
                <a:gd name="connsiteY3" fmla="*/ 31281 h 39580"/>
                <a:gd name="connsiteX4" fmla="*/ 0 w 16613"/>
                <a:gd name="connsiteY4" fmla="*/ 31281 h 39580"/>
                <a:gd name="connsiteX5" fmla="*/ 8307 w 16613"/>
                <a:gd name="connsiteY5" fmla="*/ 39581 h 39580"/>
                <a:gd name="connsiteX6" fmla="*/ 14058 w 16613"/>
                <a:gd name="connsiteY6" fmla="*/ 37027 h 39580"/>
                <a:gd name="connsiteX7" fmla="*/ 16614 w 16613"/>
                <a:gd name="connsiteY7" fmla="*/ 31920 h 39580"/>
                <a:gd name="connsiteX8" fmla="*/ 16614 w 16613"/>
                <a:gd name="connsiteY8" fmla="*/ 7661 h 39580"/>
                <a:gd name="connsiteX9" fmla="*/ 14058 w 16613"/>
                <a:gd name="connsiteY9" fmla="*/ 2554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13" h="39580">
                  <a:moveTo>
                    <a:pt x="14058" y="2554"/>
                  </a:moveTo>
                  <a:cubicBezTo>
                    <a:pt x="12780" y="1277"/>
                    <a:pt x="10224" y="0"/>
                    <a:pt x="8307" y="0"/>
                  </a:cubicBezTo>
                  <a:cubicBezTo>
                    <a:pt x="3834" y="0"/>
                    <a:pt x="0" y="3830"/>
                    <a:pt x="0" y="8299"/>
                  </a:cubicBezTo>
                  <a:lnTo>
                    <a:pt x="0" y="31281"/>
                  </a:lnTo>
                  <a:lnTo>
                    <a:pt x="0" y="31281"/>
                  </a:lnTo>
                  <a:cubicBezTo>
                    <a:pt x="0" y="35750"/>
                    <a:pt x="3834" y="39581"/>
                    <a:pt x="8307" y="39581"/>
                  </a:cubicBezTo>
                  <a:cubicBezTo>
                    <a:pt x="10863" y="39581"/>
                    <a:pt x="12780" y="38942"/>
                    <a:pt x="14058" y="37027"/>
                  </a:cubicBezTo>
                  <a:cubicBezTo>
                    <a:pt x="15336" y="35750"/>
                    <a:pt x="16614" y="33835"/>
                    <a:pt x="16614" y="31920"/>
                  </a:cubicBezTo>
                  <a:lnTo>
                    <a:pt x="16614" y="7661"/>
                  </a:lnTo>
                  <a:cubicBezTo>
                    <a:pt x="16614" y="5746"/>
                    <a:pt x="15975" y="3830"/>
                    <a:pt x="14058" y="2554"/>
                  </a:cubicBezTo>
                  <a:close/>
                </a:path>
              </a:pathLst>
            </a:custGeom>
            <a:solidFill>
              <a:srgbClr val="0076A8"/>
            </a:solidFill>
            <a:ln w="6390" cap="flat">
              <a:noFill/>
              <a:prstDash val="solid"/>
              <a:miter/>
            </a:ln>
          </p:spPr>
          <p:txBody>
            <a:bodyPr rtlCol="0" anchor="ctr"/>
            <a:lstStyle/>
            <a:p>
              <a:endParaRPr lang="en-US"/>
            </a:p>
          </p:txBody>
        </p:sp>
      </p:grpSp>
      <p:sp>
        <p:nvSpPr>
          <p:cNvPr id="614" name="Graphic 4">
            <a:extLst>
              <a:ext uri="{FF2B5EF4-FFF2-40B4-BE49-F238E27FC236}">
                <a16:creationId xmlns:a16="http://schemas.microsoft.com/office/drawing/2014/main" id="{2896B388-925F-C243-9072-D52081A3D910}"/>
              </a:ext>
            </a:extLst>
          </p:cNvPr>
          <p:cNvSpPr>
            <a:spLocks noChangeAspect="1"/>
          </p:cNvSpPr>
          <p:nvPr/>
        </p:nvSpPr>
        <p:spPr>
          <a:xfrm>
            <a:off x="7192513" y="918179"/>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260710 w 361670"/>
              <a:gd name="connsiteY5" fmla="*/ 206203 h 361333"/>
              <a:gd name="connsiteX6" fmla="*/ 246651 w 361670"/>
              <a:gd name="connsiteY6" fmla="*/ 211948 h 361333"/>
              <a:gd name="connsiteX7" fmla="*/ 238345 w 361670"/>
              <a:gd name="connsiteY7" fmla="*/ 210033 h 361333"/>
              <a:gd name="connsiteX8" fmla="*/ 233872 w 361670"/>
              <a:gd name="connsiteY8" fmla="*/ 217055 h 361333"/>
              <a:gd name="connsiteX9" fmla="*/ 219814 w 361670"/>
              <a:gd name="connsiteY9" fmla="*/ 222801 h 361333"/>
              <a:gd name="connsiteX10" fmla="*/ 211507 w 361670"/>
              <a:gd name="connsiteY10" fmla="*/ 220886 h 361333"/>
              <a:gd name="connsiteX11" fmla="*/ 206395 w 361670"/>
              <a:gd name="connsiteY11" fmla="*/ 229185 h 361333"/>
              <a:gd name="connsiteX12" fmla="*/ 192337 w 361670"/>
              <a:gd name="connsiteY12" fmla="*/ 234931 h 361333"/>
              <a:gd name="connsiteX13" fmla="*/ 185308 w 361670"/>
              <a:gd name="connsiteY13" fmla="*/ 233654 h 361333"/>
              <a:gd name="connsiteX14" fmla="*/ 185308 w 361670"/>
              <a:gd name="connsiteY14" fmla="*/ 268766 h 361333"/>
              <a:gd name="connsiteX15" fmla="*/ 185308 w 361670"/>
              <a:gd name="connsiteY15" fmla="*/ 270042 h 361333"/>
              <a:gd name="connsiteX16" fmla="*/ 179557 w 361670"/>
              <a:gd name="connsiteY16" fmla="*/ 282810 h 361333"/>
              <a:gd name="connsiteX17" fmla="*/ 165500 w 361670"/>
              <a:gd name="connsiteY17" fmla="*/ 288556 h 361333"/>
              <a:gd name="connsiteX18" fmla="*/ 145691 w 361670"/>
              <a:gd name="connsiteY18" fmla="*/ 268766 h 361333"/>
              <a:gd name="connsiteX19" fmla="*/ 145691 w 361670"/>
              <a:gd name="connsiteY19" fmla="*/ 185135 h 361333"/>
              <a:gd name="connsiteX20" fmla="*/ 135467 w 361670"/>
              <a:gd name="connsiteY20" fmla="*/ 201734 h 361333"/>
              <a:gd name="connsiteX21" fmla="*/ 104156 w 361670"/>
              <a:gd name="connsiteY21" fmla="*/ 210033 h 361333"/>
              <a:gd name="connsiteX22" fmla="*/ 96488 w 361670"/>
              <a:gd name="connsiteY22" fmla="*/ 193435 h 361333"/>
              <a:gd name="connsiteX23" fmla="*/ 125882 w 361670"/>
              <a:gd name="connsiteY23" fmla="*/ 121934 h 361333"/>
              <a:gd name="connsiteX24" fmla="*/ 142496 w 361670"/>
              <a:gd name="connsiteY24" fmla="*/ 101505 h 361333"/>
              <a:gd name="connsiteX25" fmla="*/ 145691 w 361670"/>
              <a:gd name="connsiteY25" fmla="*/ 95121 h 361333"/>
              <a:gd name="connsiteX26" fmla="*/ 145691 w 361670"/>
              <a:gd name="connsiteY26" fmla="*/ 78523 h 361333"/>
              <a:gd name="connsiteX27" fmla="*/ 152081 w 361670"/>
              <a:gd name="connsiteY27" fmla="*/ 72139 h 361333"/>
              <a:gd name="connsiteX28" fmla="*/ 158471 w 361670"/>
              <a:gd name="connsiteY28" fmla="*/ 78523 h 361333"/>
              <a:gd name="connsiteX29" fmla="*/ 158471 w 361670"/>
              <a:gd name="connsiteY29" fmla="*/ 95121 h 361333"/>
              <a:gd name="connsiteX30" fmla="*/ 150164 w 361670"/>
              <a:gd name="connsiteY30" fmla="*/ 112358 h 361333"/>
              <a:gd name="connsiteX31" fmla="*/ 138022 w 361670"/>
              <a:gd name="connsiteY31" fmla="*/ 127680 h 361333"/>
              <a:gd name="connsiteX32" fmla="*/ 108629 w 361670"/>
              <a:gd name="connsiteY32" fmla="*/ 198542 h 361333"/>
              <a:gd name="connsiteX33" fmla="*/ 115019 w 361670"/>
              <a:gd name="connsiteY33" fmla="*/ 200457 h 361333"/>
              <a:gd name="connsiteX34" fmla="*/ 124604 w 361670"/>
              <a:gd name="connsiteY34" fmla="*/ 195988 h 361333"/>
              <a:gd name="connsiteX35" fmla="*/ 146330 w 361670"/>
              <a:gd name="connsiteY35" fmla="*/ 159600 h 361333"/>
              <a:gd name="connsiteX36" fmla="*/ 153358 w 361670"/>
              <a:gd name="connsiteY36" fmla="*/ 157046 h 361333"/>
              <a:gd name="connsiteX37" fmla="*/ 157832 w 361670"/>
              <a:gd name="connsiteY37" fmla="*/ 163430 h 361333"/>
              <a:gd name="connsiteX38" fmla="*/ 157832 w 361670"/>
              <a:gd name="connsiteY38" fmla="*/ 270042 h 361333"/>
              <a:gd name="connsiteX39" fmla="*/ 164861 w 361670"/>
              <a:gd name="connsiteY39" fmla="*/ 277065 h 361333"/>
              <a:gd name="connsiteX40" fmla="*/ 169972 w 361670"/>
              <a:gd name="connsiteY40" fmla="*/ 275150 h 361333"/>
              <a:gd name="connsiteX41" fmla="*/ 171889 w 361670"/>
              <a:gd name="connsiteY41" fmla="*/ 270681 h 361333"/>
              <a:gd name="connsiteX42" fmla="*/ 171889 w 361670"/>
              <a:gd name="connsiteY42" fmla="*/ 217055 h 361333"/>
              <a:gd name="connsiteX43" fmla="*/ 171889 w 361670"/>
              <a:gd name="connsiteY43" fmla="*/ 216417 h 361333"/>
              <a:gd name="connsiteX44" fmla="*/ 171889 w 361670"/>
              <a:gd name="connsiteY44" fmla="*/ 216417 h 361333"/>
              <a:gd name="connsiteX45" fmla="*/ 171889 w 361670"/>
              <a:gd name="connsiteY45" fmla="*/ 195988 h 361333"/>
              <a:gd name="connsiteX46" fmla="*/ 178279 w 361670"/>
              <a:gd name="connsiteY46" fmla="*/ 189604 h 361333"/>
              <a:gd name="connsiteX47" fmla="*/ 184669 w 361670"/>
              <a:gd name="connsiteY47" fmla="*/ 195988 h 361333"/>
              <a:gd name="connsiteX48" fmla="*/ 184669 w 361670"/>
              <a:gd name="connsiteY48" fmla="*/ 217055 h 361333"/>
              <a:gd name="connsiteX49" fmla="*/ 191698 w 361670"/>
              <a:gd name="connsiteY49" fmla="*/ 223439 h 361333"/>
              <a:gd name="connsiteX50" fmla="*/ 196810 w 361670"/>
              <a:gd name="connsiteY50" fmla="*/ 221524 h 361333"/>
              <a:gd name="connsiteX51" fmla="*/ 198727 w 361670"/>
              <a:gd name="connsiteY51" fmla="*/ 216417 h 361333"/>
              <a:gd name="connsiteX52" fmla="*/ 198727 w 361670"/>
              <a:gd name="connsiteY52" fmla="*/ 204926 h 361333"/>
              <a:gd name="connsiteX53" fmla="*/ 198727 w 361670"/>
              <a:gd name="connsiteY53" fmla="*/ 203649 h 361333"/>
              <a:gd name="connsiteX54" fmla="*/ 198727 w 361670"/>
              <a:gd name="connsiteY54" fmla="*/ 203649 h 361333"/>
              <a:gd name="connsiteX55" fmla="*/ 198727 w 361670"/>
              <a:gd name="connsiteY55" fmla="*/ 188966 h 361333"/>
              <a:gd name="connsiteX56" fmla="*/ 205117 w 361670"/>
              <a:gd name="connsiteY56" fmla="*/ 182582 h 361333"/>
              <a:gd name="connsiteX57" fmla="*/ 211507 w 361670"/>
              <a:gd name="connsiteY57" fmla="*/ 188966 h 361333"/>
              <a:gd name="connsiteX58" fmla="*/ 211507 w 361670"/>
              <a:gd name="connsiteY58" fmla="*/ 204287 h 361333"/>
              <a:gd name="connsiteX59" fmla="*/ 218536 w 361670"/>
              <a:gd name="connsiteY59" fmla="*/ 211310 h 361333"/>
              <a:gd name="connsiteX60" fmla="*/ 223648 w 361670"/>
              <a:gd name="connsiteY60" fmla="*/ 209395 h 361333"/>
              <a:gd name="connsiteX61" fmla="*/ 225565 w 361670"/>
              <a:gd name="connsiteY61" fmla="*/ 204287 h 361333"/>
              <a:gd name="connsiteX62" fmla="*/ 225565 w 361670"/>
              <a:gd name="connsiteY62" fmla="*/ 193435 h 361333"/>
              <a:gd name="connsiteX63" fmla="*/ 225565 w 361670"/>
              <a:gd name="connsiteY63" fmla="*/ 193435 h 361333"/>
              <a:gd name="connsiteX64" fmla="*/ 225565 w 361670"/>
              <a:gd name="connsiteY64" fmla="*/ 193435 h 361333"/>
              <a:gd name="connsiteX65" fmla="*/ 225565 w 361670"/>
              <a:gd name="connsiteY65" fmla="*/ 182582 h 361333"/>
              <a:gd name="connsiteX66" fmla="*/ 231955 w 361670"/>
              <a:gd name="connsiteY66" fmla="*/ 176198 h 361333"/>
              <a:gd name="connsiteX67" fmla="*/ 238345 w 361670"/>
              <a:gd name="connsiteY67" fmla="*/ 182582 h 361333"/>
              <a:gd name="connsiteX68" fmla="*/ 238345 w 361670"/>
              <a:gd name="connsiteY68" fmla="*/ 193435 h 361333"/>
              <a:gd name="connsiteX69" fmla="*/ 245374 w 361670"/>
              <a:gd name="connsiteY69" fmla="*/ 200457 h 361333"/>
              <a:gd name="connsiteX70" fmla="*/ 250486 w 361670"/>
              <a:gd name="connsiteY70" fmla="*/ 198542 h 361333"/>
              <a:gd name="connsiteX71" fmla="*/ 252403 w 361670"/>
              <a:gd name="connsiteY71" fmla="*/ 193435 h 361333"/>
              <a:gd name="connsiteX72" fmla="*/ 252403 w 361670"/>
              <a:gd name="connsiteY72" fmla="*/ 145555 h 361333"/>
              <a:gd name="connsiteX73" fmla="*/ 240901 w 361670"/>
              <a:gd name="connsiteY73" fmla="*/ 117465 h 361333"/>
              <a:gd name="connsiteX74" fmla="*/ 235150 w 361670"/>
              <a:gd name="connsiteY74" fmla="*/ 102782 h 361333"/>
              <a:gd name="connsiteX75" fmla="*/ 235150 w 361670"/>
              <a:gd name="connsiteY75" fmla="*/ 79800 h 361333"/>
              <a:gd name="connsiteX76" fmla="*/ 241540 w 361670"/>
              <a:gd name="connsiteY76" fmla="*/ 73416 h 361333"/>
              <a:gd name="connsiteX77" fmla="*/ 247930 w 361670"/>
              <a:gd name="connsiteY77" fmla="*/ 79800 h 361333"/>
              <a:gd name="connsiteX78" fmla="*/ 247930 w 361670"/>
              <a:gd name="connsiteY78" fmla="*/ 102782 h 361333"/>
              <a:gd name="connsiteX79" fmla="*/ 250486 w 361670"/>
              <a:gd name="connsiteY79" fmla="*/ 108528 h 361333"/>
              <a:gd name="connsiteX80" fmla="*/ 265182 w 361670"/>
              <a:gd name="connsiteY80" fmla="*/ 145555 h 361333"/>
              <a:gd name="connsiteX81" fmla="*/ 265182 w 361670"/>
              <a:gd name="connsiteY81" fmla="*/ 193435 h 361333"/>
              <a:gd name="connsiteX82" fmla="*/ 260710 w 361670"/>
              <a:gd name="connsiteY82" fmla="*/ 20620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61670" h="361333">
                <a:moveTo>
                  <a:pt x="180836" y="0"/>
                </a:moveTo>
                <a:cubicBezTo>
                  <a:pt x="80513" y="0"/>
                  <a:pt x="0" y="81077"/>
                  <a:pt x="0" y="180667"/>
                </a:cubicBezTo>
                <a:cubicBezTo>
                  <a:pt x="0" y="280257"/>
                  <a:pt x="81153" y="361333"/>
                  <a:pt x="180836" y="361333"/>
                </a:cubicBezTo>
                <a:cubicBezTo>
                  <a:pt x="280518" y="361333"/>
                  <a:pt x="361670" y="280257"/>
                  <a:pt x="361670" y="180667"/>
                </a:cubicBezTo>
                <a:cubicBezTo>
                  <a:pt x="361670" y="81077"/>
                  <a:pt x="281157" y="0"/>
                  <a:pt x="180836" y="0"/>
                </a:cubicBezTo>
                <a:close/>
                <a:moveTo>
                  <a:pt x="260710" y="206203"/>
                </a:moveTo>
                <a:cubicBezTo>
                  <a:pt x="256876" y="210033"/>
                  <a:pt x="251764" y="211948"/>
                  <a:pt x="246651" y="211948"/>
                </a:cubicBezTo>
                <a:cubicBezTo>
                  <a:pt x="243456" y="211948"/>
                  <a:pt x="240901" y="211310"/>
                  <a:pt x="238345" y="210033"/>
                </a:cubicBezTo>
                <a:cubicBezTo>
                  <a:pt x="237067" y="212587"/>
                  <a:pt x="235789" y="215140"/>
                  <a:pt x="233872" y="217055"/>
                </a:cubicBezTo>
                <a:cubicBezTo>
                  <a:pt x="230038" y="220886"/>
                  <a:pt x="224926" y="222801"/>
                  <a:pt x="219814" y="222801"/>
                </a:cubicBezTo>
                <a:cubicBezTo>
                  <a:pt x="216619" y="222801"/>
                  <a:pt x="214063" y="222163"/>
                  <a:pt x="211507" y="220886"/>
                </a:cubicBezTo>
                <a:cubicBezTo>
                  <a:pt x="210868" y="224078"/>
                  <a:pt x="208951" y="226631"/>
                  <a:pt x="206395" y="229185"/>
                </a:cubicBezTo>
                <a:cubicBezTo>
                  <a:pt x="202561" y="233015"/>
                  <a:pt x="197449" y="234931"/>
                  <a:pt x="192337" y="234931"/>
                </a:cubicBezTo>
                <a:cubicBezTo>
                  <a:pt x="189782" y="234931"/>
                  <a:pt x="187225" y="234292"/>
                  <a:pt x="185308" y="233654"/>
                </a:cubicBezTo>
                <a:lnTo>
                  <a:pt x="185308" y="268766"/>
                </a:lnTo>
                <a:cubicBezTo>
                  <a:pt x="185308" y="269404"/>
                  <a:pt x="185308" y="270042"/>
                  <a:pt x="185308" y="270042"/>
                </a:cubicBezTo>
                <a:cubicBezTo>
                  <a:pt x="184669" y="274511"/>
                  <a:pt x="182752" y="278980"/>
                  <a:pt x="179557" y="282810"/>
                </a:cubicBezTo>
                <a:cubicBezTo>
                  <a:pt x="175723" y="286641"/>
                  <a:pt x="170612" y="288556"/>
                  <a:pt x="165500" y="288556"/>
                </a:cubicBezTo>
                <a:cubicBezTo>
                  <a:pt x="154637" y="288556"/>
                  <a:pt x="145691" y="279618"/>
                  <a:pt x="145691" y="268766"/>
                </a:cubicBezTo>
                <a:lnTo>
                  <a:pt x="145691" y="185135"/>
                </a:lnTo>
                <a:cubicBezTo>
                  <a:pt x="142496" y="190243"/>
                  <a:pt x="138662" y="195988"/>
                  <a:pt x="135467" y="201734"/>
                </a:cubicBezTo>
                <a:cubicBezTo>
                  <a:pt x="128438" y="213225"/>
                  <a:pt x="113741" y="215140"/>
                  <a:pt x="104156" y="210033"/>
                </a:cubicBezTo>
                <a:cubicBezTo>
                  <a:pt x="97128" y="206841"/>
                  <a:pt x="93933" y="199819"/>
                  <a:pt x="96488" y="193435"/>
                </a:cubicBezTo>
                <a:lnTo>
                  <a:pt x="125882" y="121934"/>
                </a:lnTo>
                <a:cubicBezTo>
                  <a:pt x="129077" y="114273"/>
                  <a:pt x="134828" y="106612"/>
                  <a:pt x="142496" y="101505"/>
                </a:cubicBezTo>
                <a:cubicBezTo>
                  <a:pt x="144412" y="100229"/>
                  <a:pt x="145691" y="97675"/>
                  <a:pt x="145691" y="95121"/>
                </a:cubicBezTo>
                <a:lnTo>
                  <a:pt x="145691" y="78523"/>
                </a:lnTo>
                <a:cubicBezTo>
                  <a:pt x="145691" y="74693"/>
                  <a:pt x="148247" y="72139"/>
                  <a:pt x="152081" y="72139"/>
                </a:cubicBezTo>
                <a:cubicBezTo>
                  <a:pt x="155915" y="72139"/>
                  <a:pt x="158471" y="74693"/>
                  <a:pt x="158471" y="78523"/>
                </a:cubicBezTo>
                <a:lnTo>
                  <a:pt x="158471" y="95121"/>
                </a:lnTo>
                <a:cubicBezTo>
                  <a:pt x="158471" y="101505"/>
                  <a:pt x="155276" y="107889"/>
                  <a:pt x="150164" y="112358"/>
                </a:cubicBezTo>
                <a:cubicBezTo>
                  <a:pt x="144412" y="116188"/>
                  <a:pt x="139940" y="121934"/>
                  <a:pt x="138022" y="127680"/>
                </a:cubicBezTo>
                <a:lnTo>
                  <a:pt x="108629" y="198542"/>
                </a:lnTo>
                <a:cubicBezTo>
                  <a:pt x="109268" y="199180"/>
                  <a:pt x="111824" y="200457"/>
                  <a:pt x="115019" y="200457"/>
                </a:cubicBezTo>
                <a:cubicBezTo>
                  <a:pt x="116936" y="200457"/>
                  <a:pt x="122048" y="199819"/>
                  <a:pt x="124604" y="195988"/>
                </a:cubicBezTo>
                <a:cubicBezTo>
                  <a:pt x="134828" y="178752"/>
                  <a:pt x="146330" y="159600"/>
                  <a:pt x="146330" y="159600"/>
                </a:cubicBezTo>
                <a:cubicBezTo>
                  <a:pt x="147607" y="157046"/>
                  <a:pt x="150802" y="155769"/>
                  <a:pt x="153358" y="157046"/>
                </a:cubicBezTo>
                <a:cubicBezTo>
                  <a:pt x="155915" y="157684"/>
                  <a:pt x="157832" y="160238"/>
                  <a:pt x="157832" y="163430"/>
                </a:cubicBezTo>
                <a:lnTo>
                  <a:pt x="157832" y="270042"/>
                </a:lnTo>
                <a:cubicBezTo>
                  <a:pt x="157832" y="273873"/>
                  <a:pt x="161027" y="277065"/>
                  <a:pt x="164861" y="277065"/>
                </a:cubicBezTo>
                <a:cubicBezTo>
                  <a:pt x="166777" y="277065"/>
                  <a:pt x="168695" y="276426"/>
                  <a:pt x="169972" y="275150"/>
                </a:cubicBezTo>
                <a:cubicBezTo>
                  <a:pt x="171251" y="273873"/>
                  <a:pt x="171889" y="272596"/>
                  <a:pt x="171889" y="270681"/>
                </a:cubicBezTo>
                <a:lnTo>
                  <a:pt x="171889" y="217055"/>
                </a:lnTo>
                <a:cubicBezTo>
                  <a:pt x="171889" y="217055"/>
                  <a:pt x="171889" y="216417"/>
                  <a:pt x="171889" y="216417"/>
                </a:cubicBezTo>
                <a:cubicBezTo>
                  <a:pt x="171889" y="216417"/>
                  <a:pt x="171889" y="216417"/>
                  <a:pt x="171889" y="216417"/>
                </a:cubicBezTo>
                <a:lnTo>
                  <a:pt x="171889" y="195988"/>
                </a:lnTo>
                <a:cubicBezTo>
                  <a:pt x="171889" y="192158"/>
                  <a:pt x="174446" y="189604"/>
                  <a:pt x="178279" y="189604"/>
                </a:cubicBezTo>
                <a:cubicBezTo>
                  <a:pt x="182113" y="189604"/>
                  <a:pt x="184669" y="192158"/>
                  <a:pt x="184669" y="195988"/>
                </a:cubicBezTo>
                <a:lnTo>
                  <a:pt x="184669" y="217055"/>
                </a:lnTo>
                <a:cubicBezTo>
                  <a:pt x="184669" y="220886"/>
                  <a:pt x="187864" y="223439"/>
                  <a:pt x="191698" y="223439"/>
                </a:cubicBezTo>
                <a:cubicBezTo>
                  <a:pt x="193615" y="223439"/>
                  <a:pt x="195532" y="222801"/>
                  <a:pt x="196810" y="221524"/>
                </a:cubicBezTo>
                <a:cubicBezTo>
                  <a:pt x="198088" y="220247"/>
                  <a:pt x="198727" y="218332"/>
                  <a:pt x="198727" y="216417"/>
                </a:cubicBezTo>
                <a:lnTo>
                  <a:pt x="198727" y="204926"/>
                </a:lnTo>
                <a:cubicBezTo>
                  <a:pt x="198727" y="204287"/>
                  <a:pt x="198727" y="204287"/>
                  <a:pt x="198727" y="203649"/>
                </a:cubicBezTo>
                <a:cubicBezTo>
                  <a:pt x="198727" y="203649"/>
                  <a:pt x="198727" y="203649"/>
                  <a:pt x="198727" y="203649"/>
                </a:cubicBezTo>
                <a:lnTo>
                  <a:pt x="198727" y="188966"/>
                </a:lnTo>
                <a:cubicBezTo>
                  <a:pt x="198727" y="185135"/>
                  <a:pt x="201283" y="182582"/>
                  <a:pt x="205117" y="182582"/>
                </a:cubicBezTo>
                <a:cubicBezTo>
                  <a:pt x="208951" y="182582"/>
                  <a:pt x="211507" y="185135"/>
                  <a:pt x="211507" y="188966"/>
                </a:cubicBezTo>
                <a:lnTo>
                  <a:pt x="211507" y="204287"/>
                </a:lnTo>
                <a:cubicBezTo>
                  <a:pt x="212146" y="208756"/>
                  <a:pt x="214702" y="211310"/>
                  <a:pt x="218536" y="211310"/>
                </a:cubicBezTo>
                <a:cubicBezTo>
                  <a:pt x="220453" y="211310"/>
                  <a:pt x="222370" y="210671"/>
                  <a:pt x="223648" y="209395"/>
                </a:cubicBezTo>
                <a:cubicBezTo>
                  <a:pt x="224926" y="208118"/>
                  <a:pt x="225565" y="206203"/>
                  <a:pt x="225565" y="204287"/>
                </a:cubicBezTo>
                <a:lnTo>
                  <a:pt x="225565" y="193435"/>
                </a:lnTo>
                <a:cubicBezTo>
                  <a:pt x="225565" y="193435"/>
                  <a:pt x="225565" y="193435"/>
                  <a:pt x="225565" y="193435"/>
                </a:cubicBezTo>
                <a:cubicBezTo>
                  <a:pt x="225565" y="193435"/>
                  <a:pt x="225565" y="193435"/>
                  <a:pt x="225565" y="193435"/>
                </a:cubicBezTo>
                <a:lnTo>
                  <a:pt x="225565" y="182582"/>
                </a:lnTo>
                <a:cubicBezTo>
                  <a:pt x="225565" y="178752"/>
                  <a:pt x="228121" y="176198"/>
                  <a:pt x="231955" y="176198"/>
                </a:cubicBezTo>
                <a:cubicBezTo>
                  <a:pt x="235789" y="176198"/>
                  <a:pt x="238345" y="178752"/>
                  <a:pt x="238345" y="182582"/>
                </a:cubicBezTo>
                <a:lnTo>
                  <a:pt x="238345" y="193435"/>
                </a:lnTo>
                <a:cubicBezTo>
                  <a:pt x="238345" y="197265"/>
                  <a:pt x="241540" y="200457"/>
                  <a:pt x="245374" y="200457"/>
                </a:cubicBezTo>
                <a:cubicBezTo>
                  <a:pt x="247291" y="200457"/>
                  <a:pt x="249208" y="199819"/>
                  <a:pt x="250486" y="198542"/>
                </a:cubicBezTo>
                <a:cubicBezTo>
                  <a:pt x="251764" y="197265"/>
                  <a:pt x="252403" y="195350"/>
                  <a:pt x="252403" y="193435"/>
                </a:cubicBezTo>
                <a:lnTo>
                  <a:pt x="252403" y="145555"/>
                </a:lnTo>
                <a:cubicBezTo>
                  <a:pt x="252403" y="135340"/>
                  <a:pt x="248569" y="125126"/>
                  <a:pt x="240901" y="117465"/>
                </a:cubicBezTo>
                <a:cubicBezTo>
                  <a:pt x="237067" y="113635"/>
                  <a:pt x="235150" y="108528"/>
                  <a:pt x="235150" y="102782"/>
                </a:cubicBezTo>
                <a:lnTo>
                  <a:pt x="235150" y="79800"/>
                </a:lnTo>
                <a:cubicBezTo>
                  <a:pt x="235150" y="75969"/>
                  <a:pt x="237706" y="73416"/>
                  <a:pt x="241540" y="73416"/>
                </a:cubicBezTo>
                <a:cubicBezTo>
                  <a:pt x="245374" y="73416"/>
                  <a:pt x="247930" y="75969"/>
                  <a:pt x="247930" y="79800"/>
                </a:cubicBezTo>
                <a:lnTo>
                  <a:pt x="247930" y="102782"/>
                </a:lnTo>
                <a:cubicBezTo>
                  <a:pt x="247930" y="104697"/>
                  <a:pt x="248569" y="107251"/>
                  <a:pt x="250486" y="108528"/>
                </a:cubicBezTo>
                <a:cubicBezTo>
                  <a:pt x="260071" y="118742"/>
                  <a:pt x="265182" y="131510"/>
                  <a:pt x="265182" y="145555"/>
                </a:cubicBezTo>
                <a:lnTo>
                  <a:pt x="265182" y="193435"/>
                </a:lnTo>
                <a:cubicBezTo>
                  <a:pt x="266461" y="197265"/>
                  <a:pt x="264544" y="202372"/>
                  <a:pt x="260710" y="206203"/>
                </a:cubicBezTo>
                <a:close/>
              </a:path>
            </a:pathLst>
          </a:custGeom>
          <a:solidFill>
            <a:srgbClr val="0076A8"/>
          </a:solidFill>
          <a:ln w="6390" cap="flat">
            <a:noFill/>
            <a:prstDash val="solid"/>
            <a:miter/>
          </a:ln>
        </p:spPr>
        <p:txBody>
          <a:bodyPr rtlCol="0" anchor="ctr"/>
          <a:lstStyle/>
          <a:p>
            <a:endParaRPr lang="en-US"/>
          </a:p>
        </p:txBody>
      </p:sp>
      <p:grpSp>
        <p:nvGrpSpPr>
          <p:cNvPr id="615" name="Graphic 4">
            <a:extLst>
              <a:ext uri="{FF2B5EF4-FFF2-40B4-BE49-F238E27FC236}">
                <a16:creationId xmlns:a16="http://schemas.microsoft.com/office/drawing/2014/main" id="{2D01BD93-847D-4049-A39B-A36EB0EDC32A}"/>
              </a:ext>
            </a:extLst>
          </p:cNvPr>
          <p:cNvGrpSpPr>
            <a:grpSpLocks noChangeAspect="1"/>
          </p:cNvGrpSpPr>
          <p:nvPr/>
        </p:nvGrpSpPr>
        <p:grpSpPr>
          <a:xfrm>
            <a:off x="7192513" y="1402085"/>
            <a:ext cx="361670" cy="361333"/>
            <a:chOff x="7192513" y="1402085"/>
            <a:chExt cx="361670" cy="361333"/>
          </a:xfrm>
          <a:solidFill>
            <a:srgbClr val="0076A8"/>
          </a:solidFill>
        </p:grpSpPr>
        <p:sp>
          <p:nvSpPr>
            <p:cNvPr id="616" name="Graphic 4">
              <a:extLst>
                <a:ext uri="{FF2B5EF4-FFF2-40B4-BE49-F238E27FC236}">
                  <a16:creationId xmlns:a16="http://schemas.microsoft.com/office/drawing/2014/main" id="{9736A4A4-7741-6643-AFE1-5320BB5FB8EB}"/>
                </a:ext>
              </a:extLst>
            </p:cNvPr>
            <p:cNvSpPr/>
            <p:nvPr/>
          </p:nvSpPr>
          <p:spPr>
            <a:xfrm>
              <a:off x="7418716" y="1545724"/>
              <a:ext cx="16613" cy="34473"/>
            </a:xfrm>
            <a:custGeom>
              <a:avLst/>
              <a:gdLst>
                <a:gd name="connsiteX0" fmla="*/ 8307 w 16613"/>
                <a:gd name="connsiteY0" fmla="*/ 0 h 34473"/>
                <a:gd name="connsiteX1" fmla="*/ 0 w 16613"/>
                <a:gd name="connsiteY1" fmla="*/ 8299 h 34473"/>
                <a:gd name="connsiteX2" fmla="*/ 0 w 16613"/>
                <a:gd name="connsiteY2" fmla="*/ 26174 h 34473"/>
                <a:gd name="connsiteX3" fmla="*/ 8307 w 16613"/>
                <a:gd name="connsiteY3" fmla="*/ 34473 h 34473"/>
                <a:gd name="connsiteX4" fmla="*/ 14058 w 16613"/>
                <a:gd name="connsiteY4" fmla="*/ 31920 h 34473"/>
                <a:gd name="connsiteX5" fmla="*/ 16614 w 16613"/>
                <a:gd name="connsiteY5" fmla="*/ 26174 h 34473"/>
                <a:gd name="connsiteX6" fmla="*/ 16614 w 16613"/>
                <a:gd name="connsiteY6" fmla="*/ 8299 h 34473"/>
                <a:gd name="connsiteX7" fmla="*/ 14058 w 16613"/>
                <a:gd name="connsiteY7" fmla="*/ 2554 h 34473"/>
                <a:gd name="connsiteX8" fmla="*/ 8307 w 16613"/>
                <a:gd name="connsiteY8" fmla="*/ 0 h 3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13" h="34473">
                  <a:moveTo>
                    <a:pt x="8307" y="0"/>
                  </a:moveTo>
                  <a:cubicBezTo>
                    <a:pt x="3834" y="0"/>
                    <a:pt x="0" y="3830"/>
                    <a:pt x="0" y="8299"/>
                  </a:cubicBezTo>
                  <a:lnTo>
                    <a:pt x="0" y="26174"/>
                  </a:lnTo>
                  <a:cubicBezTo>
                    <a:pt x="0" y="30643"/>
                    <a:pt x="3834" y="34473"/>
                    <a:pt x="8307" y="34473"/>
                  </a:cubicBezTo>
                  <a:cubicBezTo>
                    <a:pt x="10224" y="34473"/>
                    <a:pt x="12780" y="33835"/>
                    <a:pt x="14058" y="31920"/>
                  </a:cubicBezTo>
                  <a:cubicBezTo>
                    <a:pt x="15336" y="30643"/>
                    <a:pt x="16614" y="28089"/>
                    <a:pt x="16614" y="26174"/>
                  </a:cubicBezTo>
                  <a:lnTo>
                    <a:pt x="16614" y="8299"/>
                  </a:lnTo>
                  <a:cubicBezTo>
                    <a:pt x="16614" y="5746"/>
                    <a:pt x="15975" y="3830"/>
                    <a:pt x="14058" y="2554"/>
                  </a:cubicBezTo>
                  <a:cubicBezTo>
                    <a:pt x="12780" y="638"/>
                    <a:pt x="10863" y="0"/>
                    <a:pt x="8307" y="0"/>
                  </a:cubicBezTo>
                  <a:close/>
                </a:path>
              </a:pathLst>
            </a:custGeom>
            <a:solidFill>
              <a:srgbClr val="0076A8"/>
            </a:solidFill>
            <a:ln w="6390" cap="flat">
              <a:noFill/>
              <a:prstDash val="solid"/>
              <a:miter/>
            </a:ln>
          </p:spPr>
          <p:txBody>
            <a:bodyPr rtlCol="0" anchor="ctr"/>
            <a:lstStyle/>
            <a:p>
              <a:endParaRPr lang="en-US"/>
            </a:p>
          </p:txBody>
        </p:sp>
        <p:sp>
          <p:nvSpPr>
            <p:cNvPr id="617" name="Graphic 4">
              <a:extLst>
                <a:ext uri="{FF2B5EF4-FFF2-40B4-BE49-F238E27FC236}">
                  <a16:creationId xmlns:a16="http://schemas.microsoft.com/office/drawing/2014/main" id="{C0DEF7AD-787E-1240-AABF-05ED86D6249D}"/>
                </a:ext>
              </a:extLst>
            </p:cNvPr>
            <p:cNvSpPr/>
            <p:nvPr/>
          </p:nvSpPr>
          <p:spPr>
            <a:xfrm>
              <a:off x="7389323" y="1539340"/>
              <a:ext cx="16613" cy="44687"/>
            </a:xfrm>
            <a:custGeom>
              <a:avLst/>
              <a:gdLst>
                <a:gd name="connsiteX0" fmla="*/ 16614 w 16613"/>
                <a:gd name="connsiteY0" fmla="*/ 32558 h 44687"/>
                <a:gd name="connsiteX1" fmla="*/ 16614 w 16613"/>
                <a:gd name="connsiteY1" fmla="*/ 14683 h 44687"/>
                <a:gd name="connsiteX2" fmla="*/ 16614 w 16613"/>
                <a:gd name="connsiteY2" fmla="*/ 14683 h 44687"/>
                <a:gd name="connsiteX3" fmla="*/ 16614 w 16613"/>
                <a:gd name="connsiteY3" fmla="*/ 8299 h 44687"/>
                <a:gd name="connsiteX4" fmla="*/ 14058 w 16613"/>
                <a:gd name="connsiteY4" fmla="*/ 2554 h 44687"/>
                <a:gd name="connsiteX5" fmla="*/ 8306 w 16613"/>
                <a:gd name="connsiteY5" fmla="*/ 0 h 44687"/>
                <a:gd name="connsiteX6" fmla="*/ 0 w 16613"/>
                <a:gd name="connsiteY6" fmla="*/ 7661 h 44687"/>
                <a:gd name="connsiteX7" fmla="*/ 0 w 16613"/>
                <a:gd name="connsiteY7" fmla="*/ 36389 h 44687"/>
                <a:gd name="connsiteX8" fmla="*/ 8306 w 16613"/>
                <a:gd name="connsiteY8" fmla="*/ 44688 h 44687"/>
                <a:gd name="connsiteX9" fmla="*/ 14058 w 16613"/>
                <a:gd name="connsiteY9" fmla="*/ 42134 h 44687"/>
                <a:gd name="connsiteX10" fmla="*/ 16614 w 16613"/>
                <a:gd name="connsiteY10" fmla="*/ 36389 h 44687"/>
                <a:gd name="connsiteX11" fmla="*/ 16614 w 16613"/>
                <a:gd name="connsiteY11" fmla="*/ 32558 h 44687"/>
                <a:gd name="connsiteX12" fmla="*/ 16614 w 16613"/>
                <a:gd name="connsiteY12" fmla="*/ 32558 h 44687"/>
                <a:gd name="connsiteX13" fmla="*/ 16614 w 16613"/>
                <a:gd name="connsiteY13" fmla="*/ 32558 h 44687"/>
                <a:gd name="connsiteX14" fmla="*/ 16614 w 16613"/>
                <a:gd name="connsiteY14" fmla="*/ 32558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613" h="44687">
                  <a:moveTo>
                    <a:pt x="16614" y="32558"/>
                  </a:moveTo>
                  <a:lnTo>
                    <a:pt x="16614" y="14683"/>
                  </a:lnTo>
                  <a:cubicBezTo>
                    <a:pt x="16614" y="14683"/>
                    <a:pt x="16614" y="14683"/>
                    <a:pt x="16614" y="14683"/>
                  </a:cubicBezTo>
                  <a:lnTo>
                    <a:pt x="16614" y="8299"/>
                  </a:lnTo>
                  <a:cubicBezTo>
                    <a:pt x="16614" y="6384"/>
                    <a:pt x="15975" y="3830"/>
                    <a:pt x="14058" y="2554"/>
                  </a:cubicBezTo>
                  <a:cubicBezTo>
                    <a:pt x="12780" y="1277"/>
                    <a:pt x="10224" y="0"/>
                    <a:pt x="8306" y="0"/>
                  </a:cubicBezTo>
                  <a:cubicBezTo>
                    <a:pt x="3834" y="0"/>
                    <a:pt x="639" y="3192"/>
                    <a:pt x="0" y="7661"/>
                  </a:cubicBezTo>
                  <a:lnTo>
                    <a:pt x="0" y="36389"/>
                  </a:lnTo>
                  <a:cubicBezTo>
                    <a:pt x="0" y="40857"/>
                    <a:pt x="3834" y="44688"/>
                    <a:pt x="8306" y="44688"/>
                  </a:cubicBezTo>
                  <a:cubicBezTo>
                    <a:pt x="10224" y="44688"/>
                    <a:pt x="12780" y="44049"/>
                    <a:pt x="14058" y="42134"/>
                  </a:cubicBezTo>
                  <a:cubicBezTo>
                    <a:pt x="15336" y="40857"/>
                    <a:pt x="16614" y="38304"/>
                    <a:pt x="16614" y="36389"/>
                  </a:cubicBezTo>
                  <a:lnTo>
                    <a:pt x="16614" y="32558"/>
                  </a:lnTo>
                  <a:cubicBezTo>
                    <a:pt x="16614" y="32558"/>
                    <a:pt x="16614" y="32558"/>
                    <a:pt x="16614" y="32558"/>
                  </a:cubicBezTo>
                  <a:lnTo>
                    <a:pt x="16614" y="32558"/>
                  </a:lnTo>
                  <a:cubicBezTo>
                    <a:pt x="16614" y="32558"/>
                    <a:pt x="16614" y="32558"/>
                    <a:pt x="16614" y="32558"/>
                  </a:cubicBezTo>
                  <a:close/>
                </a:path>
              </a:pathLst>
            </a:custGeom>
            <a:solidFill>
              <a:srgbClr val="0076A8"/>
            </a:solidFill>
            <a:ln w="6390" cap="flat">
              <a:noFill/>
              <a:prstDash val="solid"/>
              <a:miter/>
            </a:ln>
          </p:spPr>
          <p:txBody>
            <a:bodyPr rtlCol="0" anchor="ctr"/>
            <a:lstStyle/>
            <a:p>
              <a:endParaRPr lang="en-US"/>
            </a:p>
          </p:txBody>
        </p:sp>
        <p:sp>
          <p:nvSpPr>
            <p:cNvPr id="618" name="Graphic 4">
              <a:extLst>
                <a:ext uri="{FF2B5EF4-FFF2-40B4-BE49-F238E27FC236}">
                  <a16:creationId xmlns:a16="http://schemas.microsoft.com/office/drawing/2014/main" id="{CDED799C-98C9-6549-83A9-D7D6607C6B14}"/>
                </a:ext>
              </a:extLst>
            </p:cNvPr>
            <p:cNvSpPr/>
            <p:nvPr/>
          </p:nvSpPr>
          <p:spPr>
            <a:xfrm>
              <a:off x="7359929" y="1532318"/>
              <a:ext cx="16613" cy="47241"/>
            </a:xfrm>
            <a:custGeom>
              <a:avLst/>
              <a:gdLst>
                <a:gd name="connsiteX0" fmla="*/ 16614 w 16613"/>
                <a:gd name="connsiteY0" fmla="*/ 15322 h 47241"/>
                <a:gd name="connsiteX1" fmla="*/ 16614 w 16613"/>
                <a:gd name="connsiteY1" fmla="*/ 14045 h 47241"/>
                <a:gd name="connsiteX2" fmla="*/ 16614 w 16613"/>
                <a:gd name="connsiteY2" fmla="*/ 8299 h 47241"/>
                <a:gd name="connsiteX3" fmla="*/ 14058 w 16613"/>
                <a:gd name="connsiteY3" fmla="*/ 2554 h 47241"/>
                <a:gd name="connsiteX4" fmla="*/ 8306 w 16613"/>
                <a:gd name="connsiteY4" fmla="*/ 0 h 47241"/>
                <a:gd name="connsiteX5" fmla="*/ 0 w 16613"/>
                <a:gd name="connsiteY5" fmla="*/ 8299 h 47241"/>
                <a:gd name="connsiteX6" fmla="*/ 0 w 16613"/>
                <a:gd name="connsiteY6" fmla="*/ 38942 h 47241"/>
                <a:gd name="connsiteX7" fmla="*/ 0 w 16613"/>
                <a:gd name="connsiteY7" fmla="*/ 39581 h 47241"/>
                <a:gd name="connsiteX8" fmla="*/ 2555 w 16613"/>
                <a:gd name="connsiteY8" fmla="*/ 44688 h 47241"/>
                <a:gd name="connsiteX9" fmla="*/ 8306 w 16613"/>
                <a:gd name="connsiteY9" fmla="*/ 47242 h 47241"/>
                <a:gd name="connsiteX10" fmla="*/ 16614 w 16613"/>
                <a:gd name="connsiteY10" fmla="*/ 38942 h 47241"/>
                <a:gd name="connsiteX11" fmla="*/ 16614 w 16613"/>
                <a:gd name="connsiteY11" fmla="*/ 15322 h 4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47241">
                  <a:moveTo>
                    <a:pt x="16614" y="15322"/>
                  </a:moveTo>
                  <a:cubicBezTo>
                    <a:pt x="16614" y="14683"/>
                    <a:pt x="16614" y="14683"/>
                    <a:pt x="16614" y="14045"/>
                  </a:cubicBezTo>
                  <a:lnTo>
                    <a:pt x="16614" y="8299"/>
                  </a:lnTo>
                  <a:cubicBezTo>
                    <a:pt x="16614" y="6384"/>
                    <a:pt x="15975" y="3830"/>
                    <a:pt x="14058" y="2554"/>
                  </a:cubicBezTo>
                  <a:cubicBezTo>
                    <a:pt x="12780" y="1277"/>
                    <a:pt x="10224" y="0"/>
                    <a:pt x="8306" y="0"/>
                  </a:cubicBezTo>
                  <a:cubicBezTo>
                    <a:pt x="3834" y="0"/>
                    <a:pt x="0" y="3830"/>
                    <a:pt x="0" y="8299"/>
                  </a:cubicBezTo>
                  <a:lnTo>
                    <a:pt x="0" y="38942"/>
                  </a:lnTo>
                  <a:cubicBezTo>
                    <a:pt x="0" y="38942"/>
                    <a:pt x="0" y="39581"/>
                    <a:pt x="0" y="39581"/>
                  </a:cubicBezTo>
                  <a:cubicBezTo>
                    <a:pt x="0" y="41496"/>
                    <a:pt x="1278" y="43411"/>
                    <a:pt x="2555" y="44688"/>
                  </a:cubicBezTo>
                  <a:cubicBezTo>
                    <a:pt x="3834" y="45965"/>
                    <a:pt x="6390" y="47242"/>
                    <a:pt x="8306" y="47242"/>
                  </a:cubicBezTo>
                  <a:cubicBezTo>
                    <a:pt x="12780" y="47242"/>
                    <a:pt x="16614" y="43411"/>
                    <a:pt x="16614" y="38942"/>
                  </a:cubicBezTo>
                  <a:lnTo>
                    <a:pt x="16614" y="15322"/>
                  </a:lnTo>
                  <a:close/>
                </a:path>
              </a:pathLst>
            </a:custGeom>
            <a:solidFill>
              <a:srgbClr val="0076A8"/>
            </a:solidFill>
            <a:ln w="6390" cap="flat">
              <a:noFill/>
              <a:prstDash val="solid"/>
              <a:miter/>
            </a:ln>
          </p:spPr>
          <p:txBody>
            <a:bodyPr rtlCol="0" anchor="ctr"/>
            <a:lstStyle/>
            <a:p>
              <a:endParaRPr lang="en-US"/>
            </a:p>
          </p:txBody>
        </p:sp>
        <p:sp>
          <p:nvSpPr>
            <p:cNvPr id="619" name="Graphic 4">
              <a:extLst>
                <a:ext uri="{FF2B5EF4-FFF2-40B4-BE49-F238E27FC236}">
                  <a16:creationId xmlns:a16="http://schemas.microsoft.com/office/drawing/2014/main" id="{843BCFD8-FCF0-E642-B129-D1AAFB0D1585}"/>
                </a:ext>
              </a:extLst>
            </p:cNvPr>
            <p:cNvSpPr/>
            <p:nvPr/>
          </p:nvSpPr>
          <p:spPr>
            <a:xfrm>
              <a:off x="7192513" y="1402085"/>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255597 w 361670"/>
                <a:gd name="connsiteY5" fmla="*/ 221524 h 361333"/>
                <a:gd name="connsiteX6" fmla="*/ 239623 w 361670"/>
                <a:gd name="connsiteY6" fmla="*/ 261105 h 361333"/>
                <a:gd name="connsiteX7" fmla="*/ 237067 w 361670"/>
                <a:gd name="connsiteY7" fmla="*/ 267489 h 361333"/>
                <a:gd name="connsiteX8" fmla="*/ 237067 w 361670"/>
                <a:gd name="connsiteY8" fmla="*/ 292386 h 361333"/>
                <a:gd name="connsiteX9" fmla="*/ 230677 w 361670"/>
                <a:gd name="connsiteY9" fmla="*/ 298770 h 361333"/>
                <a:gd name="connsiteX10" fmla="*/ 224287 w 361670"/>
                <a:gd name="connsiteY10" fmla="*/ 292386 h 361333"/>
                <a:gd name="connsiteX11" fmla="*/ 224287 w 361670"/>
                <a:gd name="connsiteY11" fmla="*/ 268127 h 361333"/>
                <a:gd name="connsiteX12" fmla="*/ 230677 w 361670"/>
                <a:gd name="connsiteY12" fmla="*/ 252806 h 361333"/>
                <a:gd name="connsiteX13" fmla="*/ 243456 w 361670"/>
                <a:gd name="connsiteY13" fmla="*/ 221524 h 361333"/>
                <a:gd name="connsiteX14" fmla="*/ 243456 w 361670"/>
                <a:gd name="connsiteY14" fmla="*/ 188966 h 361333"/>
                <a:gd name="connsiteX15" fmla="*/ 235150 w 361670"/>
                <a:gd name="connsiteY15" fmla="*/ 190881 h 361333"/>
                <a:gd name="connsiteX16" fmla="*/ 222370 w 361670"/>
                <a:gd name="connsiteY16" fmla="*/ 186412 h 361333"/>
                <a:gd name="connsiteX17" fmla="*/ 220453 w 361670"/>
                <a:gd name="connsiteY17" fmla="*/ 188327 h 361333"/>
                <a:gd name="connsiteX18" fmla="*/ 205756 w 361670"/>
                <a:gd name="connsiteY18" fmla="*/ 194711 h 361333"/>
                <a:gd name="connsiteX19" fmla="*/ 188503 w 361670"/>
                <a:gd name="connsiteY19" fmla="*/ 185774 h 361333"/>
                <a:gd name="connsiteX20" fmla="*/ 176362 w 361670"/>
                <a:gd name="connsiteY20" fmla="*/ 189604 h 361333"/>
                <a:gd name="connsiteX21" fmla="*/ 161666 w 361670"/>
                <a:gd name="connsiteY21" fmla="*/ 183220 h 361333"/>
                <a:gd name="connsiteX22" fmla="*/ 155276 w 361670"/>
                <a:gd name="connsiteY22" fmla="*/ 168537 h 361333"/>
                <a:gd name="connsiteX23" fmla="*/ 155276 w 361670"/>
                <a:gd name="connsiteY23" fmla="*/ 167899 h 361333"/>
                <a:gd name="connsiteX24" fmla="*/ 155276 w 361670"/>
                <a:gd name="connsiteY24" fmla="*/ 138532 h 361333"/>
                <a:gd name="connsiteX25" fmla="*/ 155276 w 361670"/>
                <a:gd name="connsiteY25" fmla="*/ 137256 h 361333"/>
                <a:gd name="connsiteX26" fmla="*/ 155276 w 361670"/>
                <a:gd name="connsiteY26" fmla="*/ 136617 h 361333"/>
                <a:gd name="connsiteX27" fmla="*/ 155276 w 361670"/>
                <a:gd name="connsiteY27" fmla="*/ 83630 h 361333"/>
                <a:gd name="connsiteX28" fmla="*/ 152720 w 361670"/>
                <a:gd name="connsiteY28" fmla="*/ 77885 h 361333"/>
                <a:gd name="connsiteX29" fmla="*/ 146969 w 361670"/>
                <a:gd name="connsiteY29" fmla="*/ 75331 h 361333"/>
                <a:gd name="connsiteX30" fmla="*/ 138662 w 361670"/>
                <a:gd name="connsiteY30" fmla="*/ 83630 h 361333"/>
                <a:gd name="connsiteX31" fmla="*/ 138662 w 361670"/>
                <a:gd name="connsiteY31" fmla="*/ 129595 h 361333"/>
                <a:gd name="connsiteX32" fmla="*/ 139301 w 361670"/>
                <a:gd name="connsiteY32" fmla="*/ 130233 h 361333"/>
                <a:gd name="connsiteX33" fmla="*/ 148247 w 361670"/>
                <a:gd name="connsiteY33" fmla="*/ 148747 h 361333"/>
                <a:gd name="connsiteX34" fmla="*/ 148247 w 361670"/>
                <a:gd name="connsiteY34" fmla="*/ 149385 h 361333"/>
                <a:gd name="connsiteX35" fmla="*/ 148247 w 361670"/>
                <a:gd name="connsiteY35" fmla="*/ 186412 h 361333"/>
                <a:gd name="connsiteX36" fmla="*/ 190420 w 361670"/>
                <a:gd name="connsiteY36" fmla="*/ 218332 h 361333"/>
                <a:gd name="connsiteX37" fmla="*/ 208951 w 361670"/>
                <a:gd name="connsiteY37" fmla="*/ 208118 h 361333"/>
                <a:gd name="connsiteX38" fmla="*/ 216619 w 361670"/>
                <a:gd name="connsiteY38" fmla="*/ 213225 h 361333"/>
                <a:gd name="connsiteX39" fmla="*/ 211507 w 361670"/>
                <a:gd name="connsiteY39" fmla="*/ 220886 h 361333"/>
                <a:gd name="connsiteX40" fmla="*/ 195532 w 361670"/>
                <a:gd name="connsiteY40" fmla="*/ 240038 h 361333"/>
                <a:gd name="connsiteX41" fmla="*/ 195532 w 361670"/>
                <a:gd name="connsiteY41" fmla="*/ 240038 h 361333"/>
                <a:gd name="connsiteX42" fmla="*/ 189142 w 361670"/>
                <a:gd name="connsiteY42" fmla="*/ 246422 h 361333"/>
                <a:gd name="connsiteX43" fmla="*/ 189142 w 361670"/>
                <a:gd name="connsiteY43" fmla="*/ 246422 h 361333"/>
                <a:gd name="connsiteX44" fmla="*/ 189142 w 361670"/>
                <a:gd name="connsiteY44" fmla="*/ 246422 h 361333"/>
                <a:gd name="connsiteX45" fmla="*/ 182752 w 361670"/>
                <a:gd name="connsiteY45" fmla="*/ 240038 h 361333"/>
                <a:gd name="connsiteX46" fmla="*/ 182752 w 361670"/>
                <a:gd name="connsiteY46" fmla="*/ 240038 h 361333"/>
                <a:gd name="connsiteX47" fmla="*/ 141857 w 361670"/>
                <a:gd name="connsiteY47" fmla="*/ 199180 h 361333"/>
                <a:gd name="connsiteX48" fmla="*/ 135467 w 361670"/>
                <a:gd name="connsiteY48" fmla="*/ 192796 h 361333"/>
                <a:gd name="connsiteX49" fmla="*/ 135467 w 361670"/>
                <a:gd name="connsiteY49" fmla="*/ 150024 h 361333"/>
                <a:gd name="connsiteX50" fmla="*/ 130994 w 361670"/>
                <a:gd name="connsiteY50" fmla="*/ 141086 h 361333"/>
                <a:gd name="connsiteX51" fmla="*/ 128438 w 361670"/>
                <a:gd name="connsiteY51" fmla="*/ 139809 h 361333"/>
                <a:gd name="connsiteX52" fmla="*/ 123965 w 361670"/>
                <a:gd name="connsiteY52" fmla="*/ 138532 h 361333"/>
                <a:gd name="connsiteX53" fmla="*/ 122048 w 361670"/>
                <a:gd name="connsiteY53" fmla="*/ 138532 h 361333"/>
                <a:gd name="connsiteX54" fmla="*/ 120770 w 361670"/>
                <a:gd name="connsiteY54" fmla="*/ 138532 h 361333"/>
                <a:gd name="connsiteX55" fmla="*/ 118214 w 361670"/>
                <a:gd name="connsiteY55" fmla="*/ 138532 h 361333"/>
                <a:gd name="connsiteX56" fmla="*/ 118214 w 361670"/>
                <a:gd name="connsiteY56" fmla="*/ 216417 h 361333"/>
                <a:gd name="connsiteX57" fmla="*/ 138022 w 361670"/>
                <a:gd name="connsiteY57" fmla="*/ 252167 h 361333"/>
                <a:gd name="connsiteX58" fmla="*/ 147607 w 361670"/>
                <a:gd name="connsiteY58" fmla="*/ 270681 h 361333"/>
                <a:gd name="connsiteX59" fmla="*/ 147607 w 361670"/>
                <a:gd name="connsiteY59" fmla="*/ 293025 h 361333"/>
                <a:gd name="connsiteX60" fmla="*/ 141217 w 361670"/>
                <a:gd name="connsiteY60" fmla="*/ 299409 h 361333"/>
                <a:gd name="connsiteX61" fmla="*/ 134828 w 361670"/>
                <a:gd name="connsiteY61" fmla="*/ 293025 h 361333"/>
                <a:gd name="connsiteX62" fmla="*/ 134828 w 361670"/>
                <a:gd name="connsiteY62" fmla="*/ 270681 h 361333"/>
                <a:gd name="connsiteX63" fmla="*/ 130355 w 361670"/>
                <a:gd name="connsiteY63" fmla="*/ 263020 h 361333"/>
                <a:gd name="connsiteX64" fmla="*/ 105434 w 361670"/>
                <a:gd name="connsiteY64" fmla="*/ 217055 h 361333"/>
                <a:gd name="connsiteX65" fmla="*/ 105434 w 361670"/>
                <a:gd name="connsiteY65" fmla="*/ 215140 h 361333"/>
                <a:gd name="connsiteX66" fmla="*/ 105434 w 361670"/>
                <a:gd name="connsiteY66" fmla="*/ 134702 h 361333"/>
                <a:gd name="connsiteX67" fmla="*/ 108629 w 361670"/>
                <a:gd name="connsiteY67" fmla="*/ 128956 h 361333"/>
                <a:gd name="connsiteX68" fmla="*/ 120131 w 361670"/>
                <a:gd name="connsiteY68" fmla="*/ 125764 h 361333"/>
                <a:gd name="connsiteX69" fmla="*/ 122048 w 361670"/>
                <a:gd name="connsiteY69" fmla="*/ 125764 h 361333"/>
                <a:gd name="connsiteX70" fmla="*/ 122687 w 361670"/>
                <a:gd name="connsiteY70" fmla="*/ 125764 h 361333"/>
                <a:gd name="connsiteX71" fmla="*/ 123965 w 361670"/>
                <a:gd name="connsiteY71" fmla="*/ 125764 h 361333"/>
                <a:gd name="connsiteX72" fmla="*/ 124604 w 361670"/>
                <a:gd name="connsiteY72" fmla="*/ 125764 h 361333"/>
                <a:gd name="connsiteX73" fmla="*/ 124604 w 361670"/>
                <a:gd name="connsiteY73" fmla="*/ 84269 h 361333"/>
                <a:gd name="connsiteX74" fmla="*/ 145691 w 361670"/>
                <a:gd name="connsiteY74" fmla="*/ 63201 h 361333"/>
                <a:gd name="connsiteX75" fmla="*/ 160387 w 361670"/>
                <a:gd name="connsiteY75" fmla="*/ 69585 h 361333"/>
                <a:gd name="connsiteX76" fmla="*/ 166777 w 361670"/>
                <a:gd name="connsiteY76" fmla="*/ 82992 h 361333"/>
                <a:gd name="connsiteX77" fmla="*/ 166777 w 361670"/>
                <a:gd name="connsiteY77" fmla="*/ 84269 h 361333"/>
                <a:gd name="connsiteX78" fmla="*/ 166777 w 361670"/>
                <a:gd name="connsiteY78" fmla="*/ 119380 h 361333"/>
                <a:gd name="connsiteX79" fmla="*/ 175084 w 361670"/>
                <a:gd name="connsiteY79" fmla="*/ 117465 h 361333"/>
                <a:gd name="connsiteX80" fmla="*/ 189782 w 361670"/>
                <a:gd name="connsiteY80" fmla="*/ 123849 h 361333"/>
                <a:gd name="connsiteX81" fmla="*/ 192977 w 361670"/>
                <a:gd name="connsiteY81" fmla="*/ 127680 h 361333"/>
                <a:gd name="connsiteX82" fmla="*/ 204478 w 361670"/>
                <a:gd name="connsiteY82" fmla="*/ 124488 h 361333"/>
                <a:gd name="connsiteX83" fmla="*/ 219175 w 361670"/>
                <a:gd name="connsiteY83" fmla="*/ 130872 h 361333"/>
                <a:gd name="connsiteX84" fmla="*/ 221731 w 361670"/>
                <a:gd name="connsiteY84" fmla="*/ 134702 h 361333"/>
                <a:gd name="connsiteX85" fmla="*/ 233233 w 361670"/>
                <a:gd name="connsiteY85" fmla="*/ 130872 h 361333"/>
                <a:gd name="connsiteX86" fmla="*/ 247930 w 361670"/>
                <a:gd name="connsiteY86" fmla="*/ 137256 h 361333"/>
                <a:gd name="connsiteX87" fmla="*/ 254320 w 361670"/>
                <a:gd name="connsiteY87" fmla="*/ 152577 h 361333"/>
                <a:gd name="connsiteX88" fmla="*/ 254320 w 361670"/>
                <a:gd name="connsiteY88" fmla="*/ 22152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361670" h="361333">
                  <a:moveTo>
                    <a:pt x="180836" y="0"/>
                  </a:moveTo>
                  <a:cubicBezTo>
                    <a:pt x="80513" y="0"/>
                    <a:pt x="0" y="81077"/>
                    <a:pt x="0" y="180667"/>
                  </a:cubicBezTo>
                  <a:cubicBezTo>
                    <a:pt x="0" y="280257"/>
                    <a:pt x="81153" y="361333"/>
                    <a:pt x="180836" y="361333"/>
                  </a:cubicBezTo>
                  <a:cubicBezTo>
                    <a:pt x="280518" y="361333"/>
                    <a:pt x="361670" y="280257"/>
                    <a:pt x="361670" y="180667"/>
                  </a:cubicBezTo>
                  <a:cubicBezTo>
                    <a:pt x="361670" y="81077"/>
                    <a:pt x="281157" y="0"/>
                    <a:pt x="180836" y="0"/>
                  </a:cubicBezTo>
                  <a:close/>
                  <a:moveTo>
                    <a:pt x="255597" y="221524"/>
                  </a:moveTo>
                  <a:cubicBezTo>
                    <a:pt x="255597" y="236207"/>
                    <a:pt x="249846" y="250252"/>
                    <a:pt x="239623" y="261105"/>
                  </a:cubicBezTo>
                  <a:cubicBezTo>
                    <a:pt x="237706" y="263020"/>
                    <a:pt x="237067" y="264935"/>
                    <a:pt x="237067" y="267489"/>
                  </a:cubicBezTo>
                  <a:lnTo>
                    <a:pt x="237067" y="292386"/>
                  </a:lnTo>
                  <a:cubicBezTo>
                    <a:pt x="237067" y="296217"/>
                    <a:pt x="234511" y="298770"/>
                    <a:pt x="230677" y="298770"/>
                  </a:cubicBezTo>
                  <a:cubicBezTo>
                    <a:pt x="226843" y="298770"/>
                    <a:pt x="224287" y="296217"/>
                    <a:pt x="224287" y="292386"/>
                  </a:cubicBezTo>
                  <a:lnTo>
                    <a:pt x="224287" y="268127"/>
                  </a:lnTo>
                  <a:cubicBezTo>
                    <a:pt x="224287" y="262382"/>
                    <a:pt x="226204" y="256636"/>
                    <a:pt x="230677" y="252806"/>
                  </a:cubicBezTo>
                  <a:cubicBezTo>
                    <a:pt x="238984" y="244506"/>
                    <a:pt x="243456" y="233654"/>
                    <a:pt x="243456" y="221524"/>
                  </a:cubicBezTo>
                  <a:lnTo>
                    <a:pt x="243456" y="188966"/>
                  </a:lnTo>
                  <a:cubicBezTo>
                    <a:pt x="240901" y="190243"/>
                    <a:pt x="238345" y="190881"/>
                    <a:pt x="235150" y="190881"/>
                  </a:cubicBezTo>
                  <a:cubicBezTo>
                    <a:pt x="230677" y="190881"/>
                    <a:pt x="226204" y="188966"/>
                    <a:pt x="222370" y="186412"/>
                  </a:cubicBezTo>
                  <a:cubicBezTo>
                    <a:pt x="221731" y="187051"/>
                    <a:pt x="221092" y="187689"/>
                    <a:pt x="220453" y="188327"/>
                  </a:cubicBezTo>
                  <a:cubicBezTo>
                    <a:pt x="216619" y="192158"/>
                    <a:pt x="210868" y="194711"/>
                    <a:pt x="205756" y="194711"/>
                  </a:cubicBezTo>
                  <a:cubicBezTo>
                    <a:pt x="198727" y="194711"/>
                    <a:pt x="192337" y="191519"/>
                    <a:pt x="188503" y="185774"/>
                  </a:cubicBezTo>
                  <a:cubicBezTo>
                    <a:pt x="185308" y="188327"/>
                    <a:pt x="180836" y="189604"/>
                    <a:pt x="176362" y="189604"/>
                  </a:cubicBezTo>
                  <a:cubicBezTo>
                    <a:pt x="170612" y="189604"/>
                    <a:pt x="165500" y="187689"/>
                    <a:pt x="161666" y="183220"/>
                  </a:cubicBezTo>
                  <a:cubicBezTo>
                    <a:pt x="157832" y="179390"/>
                    <a:pt x="155276" y="173644"/>
                    <a:pt x="155276" y="168537"/>
                  </a:cubicBezTo>
                  <a:cubicBezTo>
                    <a:pt x="155276" y="168537"/>
                    <a:pt x="155276" y="167899"/>
                    <a:pt x="155276" y="167899"/>
                  </a:cubicBezTo>
                  <a:lnTo>
                    <a:pt x="155276" y="138532"/>
                  </a:lnTo>
                  <a:cubicBezTo>
                    <a:pt x="155276" y="137894"/>
                    <a:pt x="155276" y="137894"/>
                    <a:pt x="155276" y="137256"/>
                  </a:cubicBezTo>
                  <a:cubicBezTo>
                    <a:pt x="155276" y="137256"/>
                    <a:pt x="155276" y="137256"/>
                    <a:pt x="155276" y="136617"/>
                  </a:cubicBezTo>
                  <a:lnTo>
                    <a:pt x="155276" y="83630"/>
                  </a:lnTo>
                  <a:cubicBezTo>
                    <a:pt x="155276" y="81077"/>
                    <a:pt x="153997" y="79161"/>
                    <a:pt x="152720" y="77885"/>
                  </a:cubicBezTo>
                  <a:cubicBezTo>
                    <a:pt x="151442" y="76608"/>
                    <a:pt x="148886" y="75331"/>
                    <a:pt x="146969" y="75331"/>
                  </a:cubicBezTo>
                  <a:cubicBezTo>
                    <a:pt x="142496" y="75331"/>
                    <a:pt x="138662" y="79161"/>
                    <a:pt x="138662" y="83630"/>
                  </a:cubicBezTo>
                  <a:lnTo>
                    <a:pt x="138662" y="129595"/>
                  </a:lnTo>
                  <a:cubicBezTo>
                    <a:pt x="138662" y="129595"/>
                    <a:pt x="139301" y="130233"/>
                    <a:pt x="139301" y="130233"/>
                  </a:cubicBezTo>
                  <a:cubicBezTo>
                    <a:pt x="145052" y="134702"/>
                    <a:pt x="148247" y="141086"/>
                    <a:pt x="148247" y="148747"/>
                  </a:cubicBezTo>
                  <a:cubicBezTo>
                    <a:pt x="148247" y="148747"/>
                    <a:pt x="148247" y="149385"/>
                    <a:pt x="148247" y="149385"/>
                  </a:cubicBezTo>
                  <a:lnTo>
                    <a:pt x="148247" y="186412"/>
                  </a:lnTo>
                  <a:cubicBezTo>
                    <a:pt x="167417" y="188966"/>
                    <a:pt x="183392" y="201734"/>
                    <a:pt x="190420" y="218332"/>
                  </a:cubicBezTo>
                  <a:cubicBezTo>
                    <a:pt x="194893" y="213225"/>
                    <a:pt x="201283" y="209395"/>
                    <a:pt x="208951" y="208118"/>
                  </a:cubicBezTo>
                  <a:cubicBezTo>
                    <a:pt x="212146" y="207479"/>
                    <a:pt x="215980" y="210033"/>
                    <a:pt x="216619" y="213225"/>
                  </a:cubicBezTo>
                  <a:cubicBezTo>
                    <a:pt x="217258" y="216417"/>
                    <a:pt x="214702" y="220247"/>
                    <a:pt x="211507" y="220886"/>
                  </a:cubicBezTo>
                  <a:cubicBezTo>
                    <a:pt x="201922" y="222801"/>
                    <a:pt x="195532" y="230462"/>
                    <a:pt x="195532" y="240038"/>
                  </a:cubicBezTo>
                  <a:cubicBezTo>
                    <a:pt x="195532" y="240038"/>
                    <a:pt x="195532" y="240038"/>
                    <a:pt x="195532" y="240038"/>
                  </a:cubicBezTo>
                  <a:cubicBezTo>
                    <a:pt x="195532" y="243868"/>
                    <a:pt x="192977" y="246422"/>
                    <a:pt x="189142" y="246422"/>
                  </a:cubicBezTo>
                  <a:lnTo>
                    <a:pt x="189142" y="246422"/>
                  </a:lnTo>
                  <a:lnTo>
                    <a:pt x="189142" y="246422"/>
                  </a:lnTo>
                  <a:cubicBezTo>
                    <a:pt x="185308" y="246422"/>
                    <a:pt x="182752" y="243868"/>
                    <a:pt x="182752" y="240038"/>
                  </a:cubicBezTo>
                  <a:cubicBezTo>
                    <a:pt x="182752" y="240038"/>
                    <a:pt x="182752" y="240038"/>
                    <a:pt x="182752" y="240038"/>
                  </a:cubicBezTo>
                  <a:cubicBezTo>
                    <a:pt x="182752" y="217694"/>
                    <a:pt x="164222" y="199180"/>
                    <a:pt x="141857" y="199180"/>
                  </a:cubicBezTo>
                  <a:cubicBezTo>
                    <a:pt x="138662" y="199180"/>
                    <a:pt x="135467" y="195988"/>
                    <a:pt x="135467" y="192796"/>
                  </a:cubicBezTo>
                  <a:lnTo>
                    <a:pt x="135467" y="150024"/>
                  </a:lnTo>
                  <a:cubicBezTo>
                    <a:pt x="135467" y="146193"/>
                    <a:pt x="133550" y="143001"/>
                    <a:pt x="130994" y="141086"/>
                  </a:cubicBezTo>
                  <a:cubicBezTo>
                    <a:pt x="130355" y="140448"/>
                    <a:pt x="129077" y="139809"/>
                    <a:pt x="128438" y="139809"/>
                  </a:cubicBezTo>
                  <a:cubicBezTo>
                    <a:pt x="127160" y="139171"/>
                    <a:pt x="125882" y="139171"/>
                    <a:pt x="123965" y="138532"/>
                  </a:cubicBezTo>
                  <a:lnTo>
                    <a:pt x="122048" y="138532"/>
                  </a:lnTo>
                  <a:lnTo>
                    <a:pt x="120770" y="138532"/>
                  </a:lnTo>
                  <a:cubicBezTo>
                    <a:pt x="120131" y="138532"/>
                    <a:pt x="118853" y="138532"/>
                    <a:pt x="118214" y="138532"/>
                  </a:cubicBezTo>
                  <a:lnTo>
                    <a:pt x="118214" y="216417"/>
                  </a:lnTo>
                  <a:cubicBezTo>
                    <a:pt x="118853" y="230462"/>
                    <a:pt x="125882" y="243868"/>
                    <a:pt x="138022" y="252167"/>
                  </a:cubicBezTo>
                  <a:cubicBezTo>
                    <a:pt x="144412" y="256636"/>
                    <a:pt x="147607" y="263020"/>
                    <a:pt x="147607" y="270681"/>
                  </a:cubicBezTo>
                  <a:lnTo>
                    <a:pt x="147607" y="293025"/>
                  </a:lnTo>
                  <a:cubicBezTo>
                    <a:pt x="147607" y="296855"/>
                    <a:pt x="145052" y="299409"/>
                    <a:pt x="141217" y="299409"/>
                  </a:cubicBezTo>
                  <a:cubicBezTo>
                    <a:pt x="137384" y="299409"/>
                    <a:pt x="134828" y="296855"/>
                    <a:pt x="134828" y="293025"/>
                  </a:cubicBezTo>
                  <a:lnTo>
                    <a:pt x="134828" y="270681"/>
                  </a:lnTo>
                  <a:cubicBezTo>
                    <a:pt x="134828" y="267489"/>
                    <a:pt x="133550" y="264297"/>
                    <a:pt x="130355" y="263020"/>
                  </a:cubicBezTo>
                  <a:cubicBezTo>
                    <a:pt x="115019" y="252806"/>
                    <a:pt x="105434" y="235569"/>
                    <a:pt x="105434" y="217055"/>
                  </a:cubicBezTo>
                  <a:cubicBezTo>
                    <a:pt x="105434" y="216417"/>
                    <a:pt x="105434" y="215779"/>
                    <a:pt x="105434" y="215140"/>
                  </a:cubicBezTo>
                  <a:lnTo>
                    <a:pt x="105434" y="134702"/>
                  </a:lnTo>
                  <a:cubicBezTo>
                    <a:pt x="105434" y="132148"/>
                    <a:pt x="106712" y="130233"/>
                    <a:pt x="108629" y="128956"/>
                  </a:cubicBezTo>
                  <a:cubicBezTo>
                    <a:pt x="111824" y="127041"/>
                    <a:pt x="115658" y="125764"/>
                    <a:pt x="120131" y="125764"/>
                  </a:cubicBezTo>
                  <a:cubicBezTo>
                    <a:pt x="120770" y="125764"/>
                    <a:pt x="121409" y="125764"/>
                    <a:pt x="122048" y="125764"/>
                  </a:cubicBezTo>
                  <a:lnTo>
                    <a:pt x="122687" y="125764"/>
                  </a:lnTo>
                  <a:cubicBezTo>
                    <a:pt x="123326" y="125764"/>
                    <a:pt x="123326" y="125764"/>
                    <a:pt x="123965" y="125764"/>
                  </a:cubicBezTo>
                  <a:cubicBezTo>
                    <a:pt x="123965" y="125764"/>
                    <a:pt x="123965" y="125764"/>
                    <a:pt x="124604" y="125764"/>
                  </a:cubicBezTo>
                  <a:lnTo>
                    <a:pt x="124604" y="84269"/>
                  </a:lnTo>
                  <a:cubicBezTo>
                    <a:pt x="124604" y="72777"/>
                    <a:pt x="134189" y="63201"/>
                    <a:pt x="145691" y="63201"/>
                  </a:cubicBezTo>
                  <a:cubicBezTo>
                    <a:pt x="151442" y="63201"/>
                    <a:pt x="156553" y="65117"/>
                    <a:pt x="160387" y="69585"/>
                  </a:cubicBezTo>
                  <a:cubicBezTo>
                    <a:pt x="164222" y="73416"/>
                    <a:pt x="166138" y="77885"/>
                    <a:pt x="166777" y="82992"/>
                  </a:cubicBezTo>
                  <a:cubicBezTo>
                    <a:pt x="166777" y="83630"/>
                    <a:pt x="166777" y="84269"/>
                    <a:pt x="166777" y="84269"/>
                  </a:cubicBezTo>
                  <a:lnTo>
                    <a:pt x="166777" y="119380"/>
                  </a:lnTo>
                  <a:cubicBezTo>
                    <a:pt x="169333" y="118104"/>
                    <a:pt x="171889" y="117465"/>
                    <a:pt x="175084" y="117465"/>
                  </a:cubicBezTo>
                  <a:cubicBezTo>
                    <a:pt x="180836" y="117465"/>
                    <a:pt x="185947" y="119380"/>
                    <a:pt x="189782" y="123849"/>
                  </a:cubicBezTo>
                  <a:cubicBezTo>
                    <a:pt x="191059" y="125126"/>
                    <a:pt x="191698" y="126403"/>
                    <a:pt x="192977" y="127680"/>
                  </a:cubicBezTo>
                  <a:cubicBezTo>
                    <a:pt x="196172" y="125764"/>
                    <a:pt x="200005" y="124488"/>
                    <a:pt x="204478" y="124488"/>
                  </a:cubicBezTo>
                  <a:cubicBezTo>
                    <a:pt x="210229" y="124488"/>
                    <a:pt x="215341" y="126403"/>
                    <a:pt x="219175" y="130872"/>
                  </a:cubicBezTo>
                  <a:cubicBezTo>
                    <a:pt x="220453" y="132148"/>
                    <a:pt x="221092" y="133425"/>
                    <a:pt x="221731" y="134702"/>
                  </a:cubicBezTo>
                  <a:cubicBezTo>
                    <a:pt x="224926" y="132787"/>
                    <a:pt x="228760" y="130872"/>
                    <a:pt x="233233" y="130872"/>
                  </a:cubicBezTo>
                  <a:cubicBezTo>
                    <a:pt x="238984" y="130872"/>
                    <a:pt x="244096" y="132787"/>
                    <a:pt x="247930" y="137256"/>
                  </a:cubicBezTo>
                  <a:cubicBezTo>
                    <a:pt x="251764" y="141086"/>
                    <a:pt x="254320" y="146832"/>
                    <a:pt x="254320" y="152577"/>
                  </a:cubicBezTo>
                  <a:lnTo>
                    <a:pt x="254320" y="221524"/>
                  </a:lnTo>
                  <a:close/>
                </a:path>
              </a:pathLst>
            </a:custGeom>
            <a:solidFill>
              <a:srgbClr val="0076A8"/>
            </a:solidFill>
            <a:ln w="6390" cap="flat">
              <a:noFill/>
              <a:prstDash val="solid"/>
              <a:miter/>
            </a:ln>
          </p:spPr>
          <p:txBody>
            <a:bodyPr rtlCol="0" anchor="ctr"/>
            <a:lstStyle/>
            <a:p>
              <a:endParaRPr lang="en-US"/>
            </a:p>
          </p:txBody>
        </p:sp>
      </p:grpSp>
      <p:sp>
        <p:nvSpPr>
          <p:cNvPr id="620" name="Graphic 4">
            <a:extLst>
              <a:ext uri="{FF2B5EF4-FFF2-40B4-BE49-F238E27FC236}">
                <a16:creationId xmlns:a16="http://schemas.microsoft.com/office/drawing/2014/main" id="{4597E55C-67C3-6B45-9B4D-1D92FA4F0224}"/>
              </a:ext>
            </a:extLst>
          </p:cNvPr>
          <p:cNvSpPr>
            <a:spLocks noChangeAspect="1"/>
          </p:cNvSpPr>
          <p:nvPr/>
        </p:nvSpPr>
        <p:spPr>
          <a:xfrm>
            <a:off x="7192513" y="1885352"/>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256876 w 361670"/>
              <a:gd name="connsiteY5" fmla="*/ 263020 h 361333"/>
              <a:gd name="connsiteX6" fmla="*/ 254320 w 361670"/>
              <a:gd name="connsiteY6" fmla="*/ 269404 h 361333"/>
              <a:gd name="connsiteX7" fmla="*/ 254320 w 361670"/>
              <a:gd name="connsiteY7" fmla="*/ 294301 h 361333"/>
              <a:gd name="connsiteX8" fmla="*/ 247930 w 361670"/>
              <a:gd name="connsiteY8" fmla="*/ 300685 h 361333"/>
              <a:gd name="connsiteX9" fmla="*/ 241540 w 361670"/>
              <a:gd name="connsiteY9" fmla="*/ 294301 h 361333"/>
              <a:gd name="connsiteX10" fmla="*/ 241540 w 361670"/>
              <a:gd name="connsiteY10" fmla="*/ 269404 h 361333"/>
              <a:gd name="connsiteX11" fmla="*/ 247930 w 361670"/>
              <a:gd name="connsiteY11" fmla="*/ 254082 h 361333"/>
              <a:gd name="connsiteX12" fmla="*/ 260071 w 361670"/>
              <a:gd name="connsiteY12" fmla="*/ 223439 h 361333"/>
              <a:gd name="connsiteX13" fmla="*/ 260071 w 361670"/>
              <a:gd name="connsiteY13" fmla="*/ 121934 h 361333"/>
              <a:gd name="connsiteX14" fmla="*/ 257515 w 361670"/>
              <a:gd name="connsiteY14" fmla="*/ 116188 h 361333"/>
              <a:gd name="connsiteX15" fmla="*/ 251764 w 361670"/>
              <a:gd name="connsiteY15" fmla="*/ 113635 h 361333"/>
              <a:gd name="connsiteX16" fmla="*/ 243456 w 361670"/>
              <a:gd name="connsiteY16" fmla="*/ 121934 h 361333"/>
              <a:gd name="connsiteX17" fmla="*/ 243456 w 361670"/>
              <a:gd name="connsiteY17" fmla="*/ 167899 h 361333"/>
              <a:gd name="connsiteX18" fmla="*/ 237067 w 361670"/>
              <a:gd name="connsiteY18" fmla="*/ 174283 h 361333"/>
              <a:gd name="connsiteX19" fmla="*/ 230677 w 361670"/>
              <a:gd name="connsiteY19" fmla="*/ 167899 h 361333"/>
              <a:gd name="connsiteX20" fmla="*/ 230677 w 361670"/>
              <a:gd name="connsiteY20" fmla="*/ 121934 h 361333"/>
              <a:gd name="connsiteX21" fmla="*/ 230677 w 361670"/>
              <a:gd name="connsiteY21" fmla="*/ 93206 h 361333"/>
              <a:gd name="connsiteX22" fmla="*/ 228121 w 361670"/>
              <a:gd name="connsiteY22" fmla="*/ 87460 h 361333"/>
              <a:gd name="connsiteX23" fmla="*/ 222370 w 361670"/>
              <a:gd name="connsiteY23" fmla="*/ 84907 h 361333"/>
              <a:gd name="connsiteX24" fmla="*/ 214063 w 361670"/>
              <a:gd name="connsiteY24" fmla="*/ 92568 h 361333"/>
              <a:gd name="connsiteX25" fmla="*/ 214063 w 361670"/>
              <a:gd name="connsiteY25" fmla="*/ 167899 h 361333"/>
              <a:gd name="connsiteX26" fmla="*/ 207673 w 361670"/>
              <a:gd name="connsiteY26" fmla="*/ 174283 h 361333"/>
              <a:gd name="connsiteX27" fmla="*/ 201283 w 361670"/>
              <a:gd name="connsiteY27" fmla="*/ 167899 h 361333"/>
              <a:gd name="connsiteX28" fmla="*/ 201283 w 361670"/>
              <a:gd name="connsiteY28" fmla="*/ 93206 h 361333"/>
              <a:gd name="connsiteX29" fmla="*/ 201283 w 361670"/>
              <a:gd name="connsiteY29" fmla="*/ 93206 h 361333"/>
              <a:gd name="connsiteX30" fmla="*/ 201283 w 361670"/>
              <a:gd name="connsiteY30" fmla="*/ 91929 h 361333"/>
              <a:gd name="connsiteX31" fmla="*/ 201283 w 361670"/>
              <a:gd name="connsiteY31" fmla="*/ 82992 h 361333"/>
              <a:gd name="connsiteX32" fmla="*/ 198727 w 361670"/>
              <a:gd name="connsiteY32" fmla="*/ 77246 h 361333"/>
              <a:gd name="connsiteX33" fmla="*/ 192977 w 361670"/>
              <a:gd name="connsiteY33" fmla="*/ 74692 h 361333"/>
              <a:gd name="connsiteX34" fmla="*/ 184669 w 361670"/>
              <a:gd name="connsiteY34" fmla="*/ 82992 h 361333"/>
              <a:gd name="connsiteX35" fmla="*/ 184669 w 361670"/>
              <a:gd name="connsiteY35" fmla="*/ 98313 h 361333"/>
              <a:gd name="connsiteX36" fmla="*/ 184669 w 361670"/>
              <a:gd name="connsiteY36" fmla="*/ 99590 h 361333"/>
              <a:gd name="connsiteX37" fmla="*/ 184669 w 361670"/>
              <a:gd name="connsiteY37" fmla="*/ 99590 h 361333"/>
              <a:gd name="connsiteX38" fmla="*/ 184669 w 361670"/>
              <a:gd name="connsiteY38" fmla="*/ 167899 h 361333"/>
              <a:gd name="connsiteX39" fmla="*/ 178279 w 361670"/>
              <a:gd name="connsiteY39" fmla="*/ 174283 h 361333"/>
              <a:gd name="connsiteX40" fmla="*/ 171889 w 361670"/>
              <a:gd name="connsiteY40" fmla="*/ 167899 h 361333"/>
              <a:gd name="connsiteX41" fmla="*/ 171889 w 361670"/>
              <a:gd name="connsiteY41" fmla="*/ 98952 h 361333"/>
              <a:gd name="connsiteX42" fmla="*/ 169333 w 361670"/>
              <a:gd name="connsiteY42" fmla="*/ 93206 h 361333"/>
              <a:gd name="connsiteX43" fmla="*/ 163582 w 361670"/>
              <a:gd name="connsiteY43" fmla="*/ 90652 h 361333"/>
              <a:gd name="connsiteX44" fmla="*/ 155276 w 361670"/>
              <a:gd name="connsiteY44" fmla="*/ 98952 h 361333"/>
              <a:gd name="connsiteX45" fmla="*/ 155276 w 361670"/>
              <a:gd name="connsiteY45" fmla="*/ 193435 h 361333"/>
              <a:gd name="connsiteX46" fmla="*/ 203200 w 361670"/>
              <a:gd name="connsiteY46" fmla="*/ 215779 h 361333"/>
              <a:gd name="connsiteX47" fmla="*/ 202561 w 361670"/>
              <a:gd name="connsiteY47" fmla="*/ 224716 h 361333"/>
              <a:gd name="connsiteX48" fmla="*/ 193615 w 361670"/>
              <a:gd name="connsiteY48" fmla="*/ 224078 h 361333"/>
              <a:gd name="connsiteX49" fmla="*/ 154637 w 361670"/>
              <a:gd name="connsiteY49" fmla="*/ 206203 h 361333"/>
              <a:gd name="connsiteX50" fmla="*/ 149525 w 361670"/>
              <a:gd name="connsiteY50" fmla="*/ 206203 h 361333"/>
              <a:gd name="connsiteX51" fmla="*/ 143135 w 361670"/>
              <a:gd name="connsiteY51" fmla="*/ 203011 h 361333"/>
              <a:gd name="connsiteX52" fmla="*/ 142496 w 361670"/>
              <a:gd name="connsiteY52" fmla="*/ 202372 h 361333"/>
              <a:gd name="connsiteX53" fmla="*/ 118853 w 361670"/>
              <a:gd name="connsiteY53" fmla="*/ 163430 h 361333"/>
              <a:gd name="connsiteX54" fmla="*/ 107351 w 361670"/>
              <a:gd name="connsiteY54" fmla="*/ 158323 h 361333"/>
              <a:gd name="connsiteX55" fmla="*/ 100322 w 361670"/>
              <a:gd name="connsiteY55" fmla="*/ 160876 h 361333"/>
              <a:gd name="connsiteX56" fmla="*/ 132272 w 361670"/>
              <a:gd name="connsiteY56" fmla="*/ 237484 h 361333"/>
              <a:gd name="connsiteX57" fmla="*/ 145691 w 361670"/>
              <a:gd name="connsiteY57" fmla="*/ 254082 h 361333"/>
              <a:gd name="connsiteX58" fmla="*/ 154637 w 361670"/>
              <a:gd name="connsiteY58" fmla="*/ 271958 h 361333"/>
              <a:gd name="connsiteX59" fmla="*/ 154637 w 361670"/>
              <a:gd name="connsiteY59" fmla="*/ 294301 h 361333"/>
              <a:gd name="connsiteX60" fmla="*/ 148247 w 361670"/>
              <a:gd name="connsiteY60" fmla="*/ 300685 h 361333"/>
              <a:gd name="connsiteX61" fmla="*/ 141857 w 361670"/>
              <a:gd name="connsiteY61" fmla="*/ 294301 h 361333"/>
              <a:gd name="connsiteX62" fmla="*/ 141857 w 361670"/>
              <a:gd name="connsiteY62" fmla="*/ 271958 h 361333"/>
              <a:gd name="connsiteX63" fmla="*/ 138022 w 361670"/>
              <a:gd name="connsiteY63" fmla="*/ 264297 h 361333"/>
              <a:gd name="connsiteX64" fmla="*/ 120131 w 361670"/>
              <a:gd name="connsiteY64" fmla="*/ 242591 h 361333"/>
              <a:gd name="connsiteX65" fmla="*/ 88181 w 361670"/>
              <a:gd name="connsiteY65" fmla="*/ 165345 h 361333"/>
              <a:gd name="connsiteX66" fmla="*/ 96488 w 361670"/>
              <a:gd name="connsiteY66" fmla="*/ 148108 h 361333"/>
              <a:gd name="connsiteX67" fmla="*/ 129716 w 361670"/>
              <a:gd name="connsiteY67" fmla="*/ 157046 h 361333"/>
              <a:gd name="connsiteX68" fmla="*/ 141857 w 361670"/>
              <a:gd name="connsiteY68" fmla="*/ 176836 h 361333"/>
              <a:gd name="connsiteX69" fmla="*/ 141857 w 361670"/>
              <a:gd name="connsiteY69" fmla="*/ 99590 h 361333"/>
              <a:gd name="connsiteX70" fmla="*/ 162943 w 361670"/>
              <a:gd name="connsiteY70" fmla="*/ 78523 h 361333"/>
              <a:gd name="connsiteX71" fmla="*/ 171251 w 361670"/>
              <a:gd name="connsiteY71" fmla="*/ 80438 h 361333"/>
              <a:gd name="connsiteX72" fmla="*/ 191698 w 361670"/>
              <a:gd name="connsiteY72" fmla="*/ 62563 h 361333"/>
              <a:gd name="connsiteX73" fmla="*/ 206395 w 361670"/>
              <a:gd name="connsiteY73" fmla="*/ 68947 h 361333"/>
              <a:gd name="connsiteX74" fmla="*/ 210868 w 361670"/>
              <a:gd name="connsiteY74" fmla="*/ 75331 h 361333"/>
              <a:gd name="connsiteX75" fmla="*/ 221092 w 361670"/>
              <a:gd name="connsiteY75" fmla="*/ 72777 h 361333"/>
              <a:gd name="connsiteX76" fmla="*/ 235789 w 361670"/>
              <a:gd name="connsiteY76" fmla="*/ 79161 h 361333"/>
              <a:gd name="connsiteX77" fmla="*/ 242179 w 361670"/>
              <a:gd name="connsiteY77" fmla="*/ 93844 h 361333"/>
              <a:gd name="connsiteX78" fmla="*/ 242179 w 361670"/>
              <a:gd name="connsiteY78" fmla="*/ 103420 h 361333"/>
              <a:gd name="connsiteX79" fmla="*/ 250486 w 361670"/>
              <a:gd name="connsiteY79" fmla="*/ 101505 h 361333"/>
              <a:gd name="connsiteX80" fmla="*/ 265182 w 361670"/>
              <a:gd name="connsiteY80" fmla="*/ 107889 h 361333"/>
              <a:gd name="connsiteX81" fmla="*/ 271572 w 361670"/>
              <a:gd name="connsiteY81" fmla="*/ 122572 h 361333"/>
              <a:gd name="connsiteX82" fmla="*/ 271572 w 361670"/>
              <a:gd name="connsiteY82" fmla="*/ 224078 h 361333"/>
              <a:gd name="connsiteX83" fmla="*/ 256876 w 361670"/>
              <a:gd name="connsiteY83" fmla="*/ 26302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61670" h="361333">
                <a:moveTo>
                  <a:pt x="180836" y="0"/>
                </a:moveTo>
                <a:cubicBezTo>
                  <a:pt x="80513" y="0"/>
                  <a:pt x="0" y="81076"/>
                  <a:pt x="0" y="180667"/>
                </a:cubicBezTo>
                <a:cubicBezTo>
                  <a:pt x="0" y="280257"/>
                  <a:pt x="81153" y="361333"/>
                  <a:pt x="180836" y="361333"/>
                </a:cubicBezTo>
                <a:cubicBezTo>
                  <a:pt x="280518" y="361333"/>
                  <a:pt x="361670" y="280257"/>
                  <a:pt x="361670" y="180667"/>
                </a:cubicBezTo>
                <a:cubicBezTo>
                  <a:pt x="361670" y="81076"/>
                  <a:pt x="281157" y="0"/>
                  <a:pt x="180836" y="0"/>
                </a:cubicBezTo>
                <a:close/>
                <a:moveTo>
                  <a:pt x="256876" y="263020"/>
                </a:moveTo>
                <a:cubicBezTo>
                  <a:pt x="254959" y="264935"/>
                  <a:pt x="254320" y="266850"/>
                  <a:pt x="254320" y="269404"/>
                </a:cubicBezTo>
                <a:lnTo>
                  <a:pt x="254320" y="294301"/>
                </a:lnTo>
                <a:cubicBezTo>
                  <a:pt x="254320" y="298132"/>
                  <a:pt x="251764" y="300685"/>
                  <a:pt x="247930" y="300685"/>
                </a:cubicBezTo>
                <a:cubicBezTo>
                  <a:pt x="244096" y="300685"/>
                  <a:pt x="241540" y="298132"/>
                  <a:pt x="241540" y="294301"/>
                </a:cubicBezTo>
                <a:lnTo>
                  <a:pt x="241540" y="269404"/>
                </a:lnTo>
                <a:cubicBezTo>
                  <a:pt x="241540" y="263658"/>
                  <a:pt x="243456" y="257913"/>
                  <a:pt x="247930" y="254082"/>
                </a:cubicBezTo>
                <a:cubicBezTo>
                  <a:pt x="256236" y="245783"/>
                  <a:pt x="260071" y="234930"/>
                  <a:pt x="260071" y="223439"/>
                </a:cubicBezTo>
                <a:lnTo>
                  <a:pt x="260071" y="121934"/>
                </a:lnTo>
                <a:cubicBezTo>
                  <a:pt x="260071" y="120019"/>
                  <a:pt x="259431" y="117465"/>
                  <a:pt x="257515" y="116188"/>
                </a:cubicBezTo>
                <a:cubicBezTo>
                  <a:pt x="256236" y="114912"/>
                  <a:pt x="253681" y="113635"/>
                  <a:pt x="251764" y="113635"/>
                </a:cubicBezTo>
                <a:cubicBezTo>
                  <a:pt x="247291" y="113635"/>
                  <a:pt x="243456" y="117465"/>
                  <a:pt x="243456" y="121934"/>
                </a:cubicBezTo>
                <a:lnTo>
                  <a:pt x="243456" y="167899"/>
                </a:lnTo>
                <a:cubicBezTo>
                  <a:pt x="243456" y="171729"/>
                  <a:pt x="240901" y="174283"/>
                  <a:pt x="237067" y="174283"/>
                </a:cubicBezTo>
                <a:cubicBezTo>
                  <a:pt x="233233" y="174283"/>
                  <a:pt x="230677" y="171729"/>
                  <a:pt x="230677" y="167899"/>
                </a:cubicBezTo>
                <a:lnTo>
                  <a:pt x="230677" y="121934"/>
                </a:lnTo>
                <a:lnTo>
                  <a:pt x="230677" y="93206"/>
                </a:lnTo>
                <a:cubicBezTo>
                  <a:pt x="230677" y="91291"/>
                  <a:pt x="230038" y="88737"/>
                  <a:pt x="228121" y="87460"/>
                </a:cubicBezTo>
                <a:cubicBezTo>
                  <a:pt x="226843" y="86184"/>
                  <a:pt x="224287" y="84907"/>
                  <a:pt x="222370" y="84907"/>
                </a:cubicBezTo>
                <a:cubicBezTo>
                  <a:pt x="217897" y="84907"/>
                  <a:pt x="214702" y="88099"/>
                  <a:pt x="214063" y="92568"/>
                </a:cubicBezTo>
                <a:lnTo>
                  <a:pt x="214063" y="167899"/>
                </a:lnTo>
                <a:cubicBezTo>
                  <a:pt x="214063" y="171729"/>
                  <a:pt x="211507" y="174283"/>
                  <a:pt x="207673" y="174283"/>
                </a:cubicBezTo>
                <a:cubicBezTo>
                  <a:pt x="203839" y="174283"/>
                  <a:pt x="201283" y="171729"/>
                  <a:pt x="201283" y="167899"/>
                </a:cubicBezTo>
                <a:lnTo>
                  <a:pt x="201283" y="93206"/>
                </a:lnTo>
                <a:cubicBezTo>
                  <a:pt x="201283" y="93206"/>
                  <a:pt x="201283" y="93206"/>
                  <a:pt x="201283" y="93206"/>
                </a:cubicBezTo>
                <a:cubicBezTo>
                  <a:pt x="201283" y="92568"/>
                  <a:pt x="201283" y="92568"/>
                  <a:pt x="201283" y="91929"/>
                </a:cubicBezTo>
                <a:lnTo>
                  <a:pt x="201283" y="82992"/>
                </a:lnTo>
                <a:cubicBezTo>
                  <a:pt x="201283" y="81076"/>
                  <a:pt x="200644" y="78523"/>
                  <a:pt x="198727" y="77246"/>
                </a:cubicBezTo>
                <a:cubicBezTo>
                  <a:pt x="197449" y="75969"/>
                  <a:pt x="194893" y="74692"/>
                  <a:pt x="192977" y="74692"/>
                </a:cubicBezTo>
                <a:cubicBezTo>
                  <a:pt x="188503" y="74692"/>
                  <a:pt x="184669" y="78523"/>
                  <a:pt x="184669" y="82992"/>
                </a:cubicBezTo>
                <a:lnTo>
                  <a:pt x="184669" y="98313"/>
                </a:lnTo>
                <a:cubicBezTo>
                  <a:pt x="184669" y="98952"/>
                  <a:pt x="184669" y="98952"/>
                  <a:pt x="184669" y="99590"/>
                </a:cubicBezTo>
                <a:cubicBezTo>
                  <a:pt x="184669" y="99590"/>
                  <a:pt x="184669" y="99590"/>
                  <a:pt x="184669" y="99590"/>
                </a:cubicBezTo>
                <a:lnTo>
                  <a:pt x="184669" y="167899"/>
                </a:lnTo>
                <a:cubicBezTo>
                  <a:pt x="184669" y="171729"/>
                  <a:pt x="182113" y="174283"/>
                  <a:pt x="178279" y="174283"/>
                </a:cubicBezTo>
                <a:cubicBezTo>
                  <a:pt x="174446" y="174283"/>
                  <a:pt x="171889" y="171729"/>
                  <a:pt x="171889" y="167899"/>
                </a:cubicBezTo>
                <a:lnTo>
                  <a:pt x="171889" y="98952"/>
                </a:lnTo>
                <a:cubicBezTo>
                  <a:pt x="171889" y="96398"/>
                  <a:pt x="170612" y="94483"/>
                  <a:pt x="169333" y="93206"/>
                </a:cubicBezTo>
                <a:cubicBezTo>
                  <a:pt x="168056" y="91929"/>
                  <a:pt x="165500" y="90652"/>
                  <a:pt x="163582" y="90652"/>
                </a:cubicBezTo>
                <a:cubicBezTo>
                  <a:pt x="159110" y="90652"/>
                  <a:pt x="155276" y="94483"/>
                  <a:pt x="155276" y="98952"/>
                </a:cubicBezTo>
                <a:lnTo>
                  <a:pt x="155276" y="193435"/>
                </a:lnTo>
                <a:cubicBezTo>
                  <a:pt x="173807" y="193435"/>
                  <a:pt x="191059" y="201734"/>
                  <a:pt x="203200" y="215779"/>
                </a:cubicBezTo>
                <a:cubicBezTo>
                  <a:pt x="205756" y="218332"/>
                  <a:pt x="205117" y="222801"/>
                  <a:pt x="202561" y="224716"/>
                </a:cubicBezTo>
                <a:cubicBezTo>
                  <a:pt x="200005" y="226631"/>
                  <a:pt x="195532" y="226631"/>
                  <a:pt x="193615" y="224078"/>
                </a:cubicBezTo>
                <a:cubicBezTo>
                  <a:pt x="184031" y="212587"/>
                  <a:pt x="169972" y="206203"/>
                  <a:pt x="154637" y="206203"/>
                </a:cubicBezTo>
                <a:cubicBezTo>
                  <a:pt x="152720" y="206203"/>
                  <a:pt x="151442" y="206203"/>
                  <a:pt x="149525" y="206203"/>
                </a:cubicBezTo>
                <a:cubicBezTo>
                  <a:pt x="146969" y="206203"/>
                  <a:pt x="144412" y="204926"/>
                  <a:pt x="143135" y="203011"/>
                </a:cubicBezTo>
                <a:lnTo>
                  <a:pt x="142496" y="202372"/>
                </a:lnTo>
                <a:cubicBezTo>
                  <a:pt x="142496" y="202372"/>
                  <a:pt x="129716" y="181944"/>
                  <a:pt x="118853" y="163430"/>
                </a:cubicBezTo>
                <a:cubicBezTo>
                  <a:pt x="115658" y="158323"/>
                  <a:pt x="109907" y="157684"/>
                  <a:pt x="107351" y="158323"/>
                </a:cubicBezTo>
                <a:cubicBezTo>
                  <a:pt x="102878" y="158323"/>
                  <a:pt x="100322" y="160238"/>
                  <a:pt x="100322" y="160876"/>
                </a:cubicBezTo>
                <a:lnTo>
                  <a:pt x="132272" y="237484"/>
                </a:lnTo>
                <a:cubicBezTo>
                  <a:pt x="134828" y="243868"/>
                  <a:pt x="139940" y="249614"/>
                  <a:pt x="145691" y="254082"/>
                </a:cubicBezTo>
                <a:cubicBezTo>
                  <a:pt x="151442" y="258551"/>
                  <a:pt x="154637" y="264935"/>
                  <a:pt x="154637" y="271958"/>
                </a:cubicBezTo>
                <a:lnTo>
                  <a:pt x="154637" y="294301"/>
                </a:lnTo>
                <a:cubicBezTo>
                  <a:pt x="154637" y="298132"/>
                  <a:pt x="152081" y="300685"/>
                  <a:pt x="148247" y="300685"/>
                </a:cubicBezTo>
                <a:cubicBezTo>
                  <a:pt x="144412" y="300685"/>
                  <a:pt x="141857" y="298132"/>
                  <a:pt x="141857" y="294301"/>
                </a:cubicBezTo>
                <a:lnTo>
                  <a:pt x="141857" y="271958"/>
                </a:lnTo>
                <a:cubicBezTo>
                  <a:pt x="141857" y="268766"/>
                  <a:pt x="140579" y="266212"/>
                  <a:pt x="138022" y="264297"/>
                </a:cubicBezTo>
                <a:cubicBezTo>
                  <a:pt x="130355" y="258551"/>
                  <a:pt x="123965" y="250890"/>
                  <a:pt x="120131" y="242591"/>
                </a:cubicBezTo>
                <a:lnTo>
                  <a:pt x="88181" y="165345"/>
                </a:lnTo>
                <a:cubicBezTo>
                  <a:pt x="85625" y="158323"/>
                  <a:pt x="88820" y="151939"/>
                  <a:pt x="96488" y="148108"/>
                </a:cubicBezTo>
                <a:cubicBezTo>
                  <a:pt x="106712" y="143001"/>
                  <a:pt x="122687" y="144916"/>
                  <a:pt x="129716" y="157046"/>
                </a:cubicBezTo>
                <a:cubicBezTo>
                  <a:pt x="133550" y="163430"/>
                  <a:pt x="138022" y="170452"/>
                  <a:pt x="141857" y="176836"/>
                </a:cubicBezTo>
                <a:lnTo>
                  <a:pt x="141857" y="99590"/>
                </a:lnTo>
                <a:cubicBezTo>
                  <a:pt x="141857" y="88099"/>
                  <a:pt x="151442" y="78523"/>
                  <a:pt x="162943" y="78523"/>
                </a:cubicBezTo>
                <a:cubicBezTo>
                  <a:pt x="166138" y="78523"/>
                  <a:pt x="168695" y="79161"/>
                  <a:pt x="171251" y="80438"/>
                </a:cubicBezTo>
                <a:cubicBezTo>
                  <a:pt x="172528" y="70224"/>
                  <a:pt x="181474" y="62563"/>
                  <a:pt x="191698" y="62563"/>
                </a:cubicBezTo>
                <a:cubicBezTo>
                  <a:pt x="197449" y="62563"/>
                  <a:pt x="202561" y="64478"/>
                  <a:pt x="206395" y="68947"/>
                </a:cubicBezTo>
                <a:cubicBezTo>
                  <a:pt x="208312" y="70862"/>
                  <a:pt x="209590" y="72777"/>
                  <a:pt x="210868" y="75331"/>
                </a:cubicBezTo>
                <a:cubicBezTo>
                  <a:pt x="214063" y="73416"/>
                  <a:pt x="217258" y="72777"/>
                  <a:pt x="221092" y="72777"/>
                </a:cubicBezTo>
                <a:cubicBezTo>
                  <a:pt x="226843" y="72777"/>
                  <a:pt x="231955" y="74692"/>
                  <a:pt x="235789" y="79161"/>
                </a:cubicBezTo>
                <a:cubicBezTo>
                  <a:pt x="239623" y="82992"/>
                  <a:pt x="242179" y="88099"/>
                  <a:pt x="242179" y="93844"/>
                </a:cubicBezTo>
                <a:lnTo>
                  <a:pt x="242179" y="103420"/>
                </a:lnTo>
                <a:cubicBezTo>
                  <a:pt x="244735" y="102144"/>
                  <a:pt x="247291" y="101505"/>
                  <a:pt x="250486" y="101505"/>
                </a:cubicBezTo>
                <a:cubicBezTo>
                  <a:pt x="256236" y="101505"/>
                  <a:pt x="261349" y="103420"/>
                  <a:pt x="265182" y="107889"/>
                </a:cubicBezTo>
                <a:cubicBezTo>
                  <a:pt x="269016" y="111720"/>
                  <a:pt x="271572" y="116827"/>
                  <a:pt x="271572" y="122572"/>
                </a:cubicBezTo>
                <a:lnTo>
                  <a:pt x="271572" y="224078"/>
                </a:lnTo>
                <a:cubicBezTo>
                  <a:pt x="272851" y="238122"/>
                  <a:pt x="267100" y="252167"/>
                  <a:pt x="256876" y="263020"/>
                </a:cubicBezTo>
                <a:close/>
              </a:path>
            </a:pathLst>
          </a:custGeom>
          <a:solidFill>
            <a:srgbClr val="0076A8"/>
          </a:solidFill>
          <a:ln w="6390" cap="flat">
            <a:noFill/>
            <a:prstDash val="solid"/>
            <a:miter/>
          </a:ln>
        </p:spPr>
        <p:txBody>
          <a:bodyPr rtlCol="0" anchor="ctr"/>
          <a:lstStyle/>
          <a:p>
            <a:endParaRPr lang="en-US"/>
          </a:p>
        </p:txBody>
      </p:sp>
      <p:sp>
        <p:nvSpPr>
          <p:cNvPr id="621" name="Graphic 4">
            <a:extLst>
              <a:ext uri="{FF2B5EF4-FFF2-40B4-BE49-F238E27FC236}">
                <a16:creationId xmlns:a16="http://schemas.microsoft.com/office/drawing/2014/main" id="{1351A4F0-1F2C-5F41-9E10-4DBCED66230C}"/>
              </a:ext>
            </a:extLst>
          </p:cNvPr>
          <p:cNvSpPr>
            <a:spLocks noChangeAspect="1"/>
          </p:cNvSpPr>
          <p:nvPr/>
        </p:nvSpPr>
        <p:spPr>
          <a:xfrm>
            <a:off x="7192513" y="237117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71568 w 361670"/>
              <a:gd name="connsiteY5" fmla="*/ 128318 h 361333"/>
              <a:gd name="connsiteX6" fmla="*/ 74123 w 361670"/>
              <a:gd name="connsiteY6" fmla="*/ 128318 h 361333"/>
              <a:gd name="connsiteX7" fmla="*/ 93933 w 361670"/>
              <a:gd name="connsiteY7" fmla="*/ 122573 h 361333"/>
              <a:gd name="connsiteX8" fmla="*/ 136745 w 361670"/>
              <a:gd name="connsiteY8" fmla="*/ 93845 h 361333"/>
              <a:gd name="connsiteX9" fmla="*/ 164222 w 361670"/>
              <a:gd name="connsiteY9" fmla="*/ 85546 h 361333"/>
              <a:gd name="connsiteX10" fmla="*/ 214063 w 361670"/>
              <a:gd name="connsiteY10" fmla="*/ 85546 h 361333"/>
              <a:gd name="connsiteX11" fmla="*/ 231316 w 361670"/>
              <a:gd name="connsiteY11" fmla="*/ 89376 h 361333"/>
              <a:gd name="connsiteX12" fmla="*/ 289464 w 361670"/>
              <a:gd name="connsiteY12" fmla="*/ 115550 h 361333"/>
              <a:gd name="connsiteX13" fmla="*/ 297132 w 361670"/>
              <a:gd name="connsiteY13" fmla="*/ 131510 h 361333"/>
              <a:gd name="connsiteX14" fmla="*/ 276685 w 361670"/>
              <a:gd name="connsiteY14" fmla="*/ 145555 h 361333"/>
              <a:gd name="connsiteX15" fmla="*/ 274128 w 361670"/>
              <a:gd name="connsiteY15" fmla="*/ 145555 h 361333"/>
              <a:gd name="connsiteX16" fmla="*/ 273490 w 361670"/>
              <a:gd name="connsiteY16" fmla="*/ 145555 h 361333"/>
              <a:gd name="connsiteX17" fmla="*/ 220453 w 361670"/>
              <a:gd name="connsiteY17" fmla="*/ 132787 h 361333"/>
              <a:gd name="connsiteX18" fmla="*/ 212785 w 361670"/>
              <a:gd name="connsiteY18" fmla="*/ 142363 h 361333"/>
              <a:gd name="connsiteX19" fmla="*/ 184669 w 361670"/>
              <a:gd name="connsiteY19" fmla="*/ 157046 h 361333"/>
              <a:gd name="connsiteX20" fmla="*/ 132911 w 361670"/>
              <a:gd name="connsiteY20" fmla="*/ 197265 h 361333"/>
              <a:gd name="connsiteX21" fmla="*/ 74763 w 361670"/>
              <a:gd name="connsiteY21" fmla="*/ 197265 h 361333"/>
              <a:gd name="connsiteX22" fmla="*/ 68373 w 361670"/>
              <a:gd name="connsiteY22" fmla="*/ 190881 h 361333"/>
              <a:gd name="connsiteX23" fmla="*/ 74763 w 361670"/>
              <a:gd name="connsiteY23" fmla="*/ 184497 h 361333"/>
              <a:gd name="connsiteX24" fmla="*/ 132911 w 361670"/>
              <a:gd name="connsiteY24" fmla="*/ 184497 h 361333"/>
              <a:gd name="connsiteX25" fmla="*/ 174446 w 361670"/>
              <a:gd name="connsiteY25" fmla="*/ 148747 h 361333"/>
              <a:gd name="connsiteX26" fmla="*/ 177641 w 361670"/>
              <a:gd name="connsiteY26" fmla="*/ 145555 h 361333"/>
              <a:gd name="connsiteX27" fmla="*/ 204478 w 361670"/>
              <a:gd name="connsiteY27" fmla="*/ 132149 h 361333"/>
              <a:gd name="connsiteX28" fmla="*/ 210868 w 361670"/>
              <a:gd name="connsiteY28" fmla="*/ 118742 h 361333"/>
              <a:gd name="connsiteX29" fmla="*/ 207034 w 361670"/>
              <a:gd name="connsiteY29" fmla="*/ 119381 h 361333"/>
              <a:gd name="connsiteX30" fmla="*/ 174446 w 361670"/>
              <a:gd name="connsiteY30" fmla="*/ 126403 h 361333"/>
              <a:gd name="connsiteX31" fmla="*/ 162305 w 361670"/>
              <a:gd name="connsiteY31" fmla="*/ 132149 h 361333"/>
              <a:gd name="connsiteX32" fmla="*/ 141217 w 361670"/>
              <a:gd name="connsiteY32" fmla="*/ 148108 h 361333"/>
              <a:gd name="connsiteX33" fmla="*/ 132272 w 361670"/>
              <a:gd name="connsiteY33" fmla="*/ 146832 h 361333"/>
              <a:gd name="connsiteX34" fmla="*/ 133550 w 361670"/>
              <a:gd name="connsiteY34" fmla="*/ 137894 h 361333"/>
              <a:gd name="connsiteX35" fmla="*/ 154637 w 361670"/>
              <a:gd name="connsiteY35" fmla="*/ 121934 h 361333"/>
              <a:gd name="connsiteX36" fmla="*/ 171251 w 361670"/>
              <a:gd name="connsiteY36" fmla="*/ 114273 h 361333"/>
              <a:gd name="connsiteX37" fmla="*/ 203200 w 361670"/>
              <a:gd name="connsiteY37" fmla="*/ 107251 h 361333"/>
              <a:gd name="connsiteX38" fmla="*/ 221731 w 361670"/>
              <a:gd name="connsiteY38" fmla="*/ 112997 h 361333"/>
              <a:gd name="connsiteX39" fmla="*/ 223648 w 361670"/>
              <a:gd name="connsiteY39" fmla="*/ 120657 h 361333"/>
              <a:gd name="connsiteX40" fmla="*/ 276046 w 361670"/>
              <a:gd name="connsiteY40" fmla="*/ 133425 h 361333"/>
              <a:gd name="connsiteX41" fmla="*/ 284352 w 361670"/>
              <a:gd name="connsiteY41" fmla="*/ 130233 h 361333"/>
              <a:gd name="connsiteX42" fmla="*/ 285631 w 361670"/>
              <a:gd name="connsiteY42" fmla="*/ 127680 h 361333"/>
              <a:gd name="connsiteX43" fmla="*/ 284991 w 361670"/>
              <a:gd name="connsiteY43" fmla="*/ 127041 h 361333"/>
              <a:gd name="connsiteX44" fmla="*/ 226843 w 361670"/>
              <a:gd name="connsiteY44" fmla="*/ 100867 h 361333"/>
              <a:gd name="connsiteX45" fmla="*/ 215341 w 361670"/>
              <a:gd name="connsiteY45" fmla="*/ 98313 h 361333"/>
              <a:gd name="connsiteX46" fmla="*/ 165500 w 361670"/>
              <a:gd name="connsiteY46" fmla="*/ 98313 h 361333"/>
              <a:gd name="connsiteX47" fmla="*/ 145052 w 361670"/>
              <a:gd name="connsiteY47" fmla="*/ 104697 h 361333"/>
              <a:gd name="connsiteX48" fmla="*/ 102239 w 361670"/>
              <a:gd name="connsiteY48" fmla="*/ 133425 h 361333"/>
              <a:gd name="connsiteX49" fmla="*/ 75402 w 361670"/>
              <a:gd name="connsiteY49" fmla="*/ 141724 h 361333"/>
              <a:gd name="connsiteX50" fmla="*/ 72845 w 361670"/>
              <a:gd name="connsiteY50" fmla="*/ 141724 h 361333"/>
              <a:gd name="connsiteX51" fmla="*/ 66456 w 361670"/>
              <a:gd name="connsiteY51" fmla="*/ 135341 h 361333"/>
              <a:gd name="connsiteX52" fmla="*/ 71568 w 361670"/>
              <a:gd name="connsiteY52" fmla="*/ 128318 h 361333"/>
              <a:gd name="connsiteX53" fmla="*/ 290742 w 361670"/>
              <a:gd name="connsiteY53" fmla="*/ 233015 h 361333"/>
              <a:gd name="connsiteX54" fmla="*/ 288186 w 361670"/>
              <a:gd name="connsiteY54" fmla="*/ 233015 h 361333"/>
              <a:gd name="connsiteX55" fmla="*/ 268377 w 361670"/>
              <a:gd name="connsiteY55" fmla="*/ 238761 h 361333"/>
              <a:gd name="connsiteX56" fmla="*/ 225565 w 361670"/>
              <a:gd name="connsiteY56" fmla="*/ 267489 h 361333"/>
              <a:gd name="connsiteX57" fmla="*/ 198088 w 361670"/>
              <a:gd name="connsiteY57" fmla="*/ 275788 h 361333"/>
              <a:gd name="connsiteX58" fmla="*/ 148247 w 361670"/>
              <a:gd name="connsiteY58" fmla="*/ 275788 h 361333"/>
              <a:gd name="connsiteX59" fmla="*/ 130994 w 361670"/>
              <a:gd name="connsiteY59" fmla="*/ 271958 h 361333"/>
              <a:gd name="connsiteX60" fmla="*/ 72845 w 361670"/>
              <a:gd name="connsiteY60" fmla="*/ 245783 h 361333"/>
              <a:gd name="connsiteX61" fmla="*/ 65178 w 361670"/>
              <a:gd name="connsiteY61" fmla="*/ 229823 h 361333"/>
              <a:gd name="connsiteX62" fmla="*/ 88181 w 361670"/>
              <a:gd name="connsiteY62" fmla="*/ 215779 h 361333"/>
              <a:gd name="connsiteX63" fmla="*/ 88820 w 361670"/>
              <a:gd name="connsiteY63" fmla="*/ 215779 h 361333"/>
              <a:gd name="connsiteX64" fmla="*/ 141857 w 361670"/>
              <a:gd name="connsiteY64" fmla="*/ 228547 h 361333"/>
              <a:gd name="connsiteX65" fmla="*/ 149525 w 361670"/>
              <a:gd name="connsiteY65" fmla="*/ 218971 h 361333"/>
              <a:gd name="connsiteX66" fmla="*/ 177641 w 361670"/>
              <a:gd name="connsiteY66" fmla="*/ 204287 h 361333"/>
              <a:gd name="connsiteX67" fmla="*/ 229399 w 361670"/>
              <a:gd name="connsiteY67" fmla="*/ 164068 h 361333"/>
              <a:gd name="connsiteX68" fmla="*/ 287547 w 361670"/>
              <a:gd name="connsiteY68" fmla="*/ 164068 h 361333"/>
              <a:gd name="connsiteX69" fmla="*/ 293937 w 361670"/>
              <a:gd name="connsiteY69" fmla="*/ 170452 h 361333"/>
              <a:gd name="connsiteX70" fmla="*/ 287547 w 361670"/>
              <a:gd name="connsiteY70" fmla="*/ 176836 h 361333"/>
              <a:gd name="connsiteX71" fmla="*/ 229399 w 361670"/>
              <a:gd name="connsiteY71" fmla="*/ 176836 h 361333"/>
              <a:gd name="connsiteX72" fmla="*/ 187864 w 361670"/>
              <a:gd name="connsiteY72" fmla="*/ 212587 h 361333"/>
              <a:gd name="connsiteX73" fmla="*/ 184669 w 361670"/>
              <a:gd name="connsiteY73" fmla="*/ 215779 h 361333"/>
              <a:gd name="connsiteX74" fmla="*/ 157832 w 361670"/>
              <a:gd name="connsiteY74" fmla="*/ 229185 h 361333"/>
              <a:gd name="connsiteX75" fmla="*/ 151442 w 361670"/>
              <a:gd name="connsiteY75" fmla="*/ 242591 h 361333"/>
              <a:gd name="connsiteX76" fmla="*/ 155276 w 361670"/>
              <a:gd name="connsiteY76" fmla="*/ 241953 h 361333"/>
              <a:gd name="connsiteX77" fmla="*/ 187864 w 361670"/>
              <a:gd name="connsiteY77" fmla="*/ 234931 h 361333"/>
              <a:gd name="connsiteX78" fmla="*/ 200005 w 361670"/>
              <a:gd name="connsiteY78" fmla="*/ 229185 h 361333"/>
              <a:gd name="connsiteX79" fmla="*/ 221092 w 361670"/>
              <a:gd name="connsiteY79" fmla="*/ 213225 h 361333"/>
              <a:gd name="connsiteX80" fmla="*/ 230038 w 361670"/>
              <a:gd name="connsiteY80" fmla="*/ 214502 h 361333"/>
              <a:gd name="connsiteX81" fmla="*/ 228760 w 361670"/>
              <a:gd name="connsiteY81" fmla="*/ 223439 h 361333"/>
              <a:gd name="connsiteX82" fmla="*/ 207673 w 361670"/>
              <a:gd name="connsiteY82" fmla="*/ 239399 h 361333"/>
              <a:gd name="connsiteX83" fmla="*/ 191059 w 361670"/>
              <a:gd name="connsiteY83" fmla="*/ 247060 h 361333"/>
              <a:gd name="connsiteX84" fmla="*/ 159110 w 361670"/>
              <a:gd name="connsiteY84" fmla="*/ 254083 h 361333"/>
              <a:gd name="connsiteX85" fmla="*/ 152720 w 361670"/>
              <a:gd name="connsiteY85" fmla="*/ 255359 h 361333"/>
              <a:gd name="connsiteX86" fmla="*/ 141217 w 361670"/>
              <a:gd name="connsiteY86" fmla="*/ 248337 h 361333"/>
              <a:gd name="connsiteX87" fmla="*/ 139301 w 361670"/>
              <a:gd name="connsiteY87" fmla="*/ 240676 h 361333"/>
              <a:gd name="connsiteX88" fmla="*/ 86903 w 361670"/>
              <a:gd name="connsiteY88" fmla="*/ 227908 h 361333"/>
              <a:gd name="connsiteX89" fmla="*/ 78597 w 361670"/>
              <a:gd name="connsiteY89" fmla="*/ 231100 h 361333"/>
              <a:gd name="connsiteX90" fmla="*/ 77318 w 361670"/>
              <a:gd name="connsiteY90" fmla="*/ 233654 h 361333"/>
              <a:gd name="connsiteX91" fmla="*/ 77958 w 361670"/>
              <a:gd name="connsiteY91" fmla="*/ 234292 h 361333"/>
              <a:gd name="connsiteX92" fmla="*/ 136106 w 361670"/>
              <a:gd name="connsiteY92" fmla="*/ 260467 h 361333"/>
              <a:gd name="connsiteX93" fmla="*/ 147607 w 361670"/>
              <a:gd name="connsiteY93" fmla="*/ 263020 h 361333"/>
              <a:gd name="connsiteX94" fmla="*/ 197449 w 361670"/>
              <a:gd name="connsiteY94" fmla="*/ 263020 h 361333"/>
              <a:gd name="connsiteX95" fmla="*/ 217897 w 361670"/>
              <a:gd name="connsiteY95" fmla="*/ 256636 h 361333"/>
              <a:gd name="connsiteX96" fmla="*/ 260710 w 361670"/>
              <a:gd name="connsiteY96" fmla="*/ 227908 h 361333"/>
              <a:gd name="connsiteX97" fmla="*/ 287547 w 361670"/>
              <a:gd name="connsiteY97" fmla="*/ 219609 h 361333"/>
              <a:gd name="connsiteX98" fmla="*/ 290103 w 361670"/>
              <a:gd name="connsiteY98" fmla="*/ 219609 h 361333"/>
              <a:gd name="connsiteX99" fmla="*/ 296493 w 361670"/>
              <a:gd name="connsiteY99" fmla="*/ 225993 h 361333"/>
              <a:gd name="connsiteX100" fmla="*/ 290742 w 361670"/>
              <a:gd name="connsiteY100" fmla="*/ 23301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361670" h="361333">
                <a:moveTo>
                  <a:pt x="180836" y="0"/>
                </a:moveTo>
                <a:cubicBezTo>
                  <a:pt x="80513" y="0"/>
                  <a:pt x="0" y="81077"/>
                  <a:pt x="0" y="180667"/>
                </a:cubicBezTo>
                <a:cubicBezTo>
                  <a:pt x="0" y="280257"/>
                  <a:pt x="81153" y="361333"/>
                  <a:pt x="180836" y="361333"/>
                </a:cubicBezTo>
                <a:cubicBezTo>
                  <a:pt x="280518" y="361333"/>
                  <a:pt x="361670" y="280257"/>
                  <a:pt x="361670" y="180667"/>
                </a:cubicBezTo>
                <a:cubicBezTo>
                  <a:pt x="361670" y="81077"/>
                  <a:pt x="281157" y="0"/>
                  <a:pt x="180836" y="0"/>
                </a:cubicBezTo>
                <a:close/>
                <a:moveTo>
                  <a:pt x="71568" y="128318"/>
                </a:moveTo>
                <a:lnTo>
                  <a:pt x="74123" y="128318"/>
                </a:lnTo>
                <a:cubicBezTo>
                  <a:pt x="81153" y="128318"/>
                  <a:pt x="88181" y="126403"/>
                  <a:pt x="93933" y="122573"/>
                </a:cubicBezTo>
                <a:lnTo>
                  <a:pt x="136745" y="93845"/>
                </a:lnTo>
                <a:cubicBezTo>
                  <a:pt x="145052" y="88738"/>
                  <a:pt x="153997" y="85546"/>
                  <a:pt x="164222" y="85546"/>
                </a:cubicBezTo>
                <a:lnTo>
                  <a:pt x="214063" y="85546"/>
                </a:lnTo>
                <a:cubicBezTo>
                  <a:pt x="219814" y="85546"/>
                  <a:pt x="225565" y="86822"/>
                  <a:pt x="231316" y="89376"/>
                </a:cubicBezTo>
                <a:lnTo>
                  <a:pt x="289464" y="115550"/>
                </a:lnTo>
                <a:cubicBezTo>
                  <a:pt x="295854" y="118742"/>
                  <a:pt x="299049" y="125126"/>
                  <a:pt x="297132" y="131510"/>
                </a:cubicBezTo>
                <a:cubicBezTo>
                  <a:pt x="295216" y="138533"/>
                  <a:pt x="287547" y="145555"/>
                  <a:pt x="276685" y="145555"/>
                </a:cubicBezTo>
                <a:cubicBezTo>
                  <a:pt x="276046" y="145555"/>
                  <a:pt x="275406" y="145555"/>
                  <a:pt x="274128" y="145555"/>
                </a:cubicBezTo>
                <a:cubicBezTo>
                  <a:pt x="274128" y="145555"/>
                  <a:pt x="273490" y="145555"/>
                  <a:pt x="273490" y="145555"/>
                </a:cubicBezTo>
                <a:lnTo>
                  <a:pt x="220453" y="132787"/>
                </a:lnTo>
                <a:cubicBezTo>
                  <a:pt x="218536" y="136617"/>
                  <a:pt x="215980" y="139809"/>
                  <a:pt x="212785" y="142363"/>
                </a:cubicBezTo>
                <a:cubicBezTo>
                  <a:pt x="205756" y="148108"/>
                  <a:pt x="195532" y="152577"/>
                  <a:pt x="184669" y="157046"/>
                </a:cubicBezTo>
                <a:cubicBezTo>
                  <a:pt x="180197" y="165984"/>
                  <a:pt x="162305" y="196627"/>
                  <a:pt x="132911" y="197265"/>
                </a:cubicBezTo>
                <a:lnTo>
                  <a:pt x="74763" y="197265"/>
                </a:lnTo>
                <a:cubicBezTo>
                  <a:pt x="70928" y="197265"/>
                  <a:pt x="68373" y="194711"/>
                  <a:pt x="68373" y="190881"/>
                </a:cubicBezTo>
                <a:cubicBezTo>
                  <a:pt x="68373" y="187051"/>
                  <a:pt x="70928" y="184497"/>
                  <a:pt x="74763" y="184497"/>
                </a:cubicBezTo>
                <a:lnTo>
                  <a:pt x="132911" y="184497"/>
                </a:lnTo>
                <a:cubicBezTo>
                  <a:pt x="158471" y="183220"/>
                  <a:pt x="174446" y="149385"/>
                  <a:pt x="174446" y="148747"/>
                </a:cubicBezTo>
                <a:cubicBezTo>
                  <a:pt x="175084" y="147470"/>
                  <a:pt x="176362" y="146193"/>
                  <a:pt x="177641" y="145555"/>
                </a:cubicBezTo>
                <a:cubicBezTo>
                  <a:pt x="187864" y="141724"/>
                  <a:pt x="198088" y="137256"/>
                  <a:pt x="204478" y="132149"/>
                </a:cubicBezTo>
                <a:cubicBezTo>
                  <a:pt x="210229" y="127680"/>
                  <a:pt x="211507" y="120657"/>
                  <a:pt x="210868" y="118742"/>
                </a:cubicBezTo>
                <a:cubicBezTo>
                  <a:pt x="210868" y="118742"/>
                  <a:pt x="209590" y="118742"/>
                  <a:pt x="207034" y="119381"/>
                </a:cubicBezTo>
                <a:lnTo>
                  <a:pt x="174446" y="126403"/>
                </a:lnTo>
                <a:cubicBezTo>
                  <a:pt x="169972" y="127680"/>
                  <a:pt x="166138" y="129595"/>
                  <a:pt x="162305" y="132149"/>
                </a:cubicBezTo>
                <a:lnTo>
                  <a:pt x="141217" y="148108"/>
                </a:lnTo>
                <a:cubicBezTo>
                  <a:pt x="138662" y="150024"/>
                  <a:pt x="134189" y="150024"/>
                  <a:pt x="132272" y="146832"/>
                </a:cubicBezTo>
                <a:cubicBezTo>
                  <a:pt x="130355" y="144278"/>
                  <a:pt x="130355" y="139809"/>
                  <a:pt x="133550" y="137894"/>
                </a:cubicBezTo>
                <a:lnTo>
                  <a:pt x="154637" y="121934"/>
                </a:lnTo>
                <a:cubicBezTo>
                  <a:pt x="159748" y="118104"/>
                  <a:pt x="165500" y="115550"/>
                  <a:pt x="171251" y="114273"/>
                </a:cubicBezTo>
                <a:lnTo>
                  <a:pt x="203200" y="107251"/>
                </a:lnTo>
                <a:cubicBezTo>
                  <a:pt x="215341" y="103421"/>
                  <a:pt x="220453" y="110443"/>
                  <a:pt x="221731" y="112997"/>
                </a:cubicBezTo>
                <a:cubicBezTo>
                  <a:pt x="223009" y="115550"/>
                  <a:pt x="223648" y="118104"/>
                  <a:pt x="223648" y="120657"/>
                </a:cubicBezTo>
                <a:lnTo>
                  <a:pt x="276046" y="133425"/>
                </a:lnTo>
                <a:cubicBezTo>
                  <a:pt x="280518" y="134064"/>
                  <a:pt x="283075" y="131510"/>
                  <a:pt x="284352" y="130233"/>
                </a:cubicBezTo>
                <a:cubicBezTo>
                  <a:pt x="285631" y="128957"/>
                  <a:pt x="285631" y="128318"/>
                  <a:pt x="285631" y="127680"/>
                </a:cubicBezTo>
                <a:cubicBezTo>
                  <a:pt x="285631" y="127680"/>
                  <a:pt x="285631" y="127680"/>
                  <a:pt x="284991" y="127041"/>
                </a:cubicBezTo>
                <a:lnTo>
                  <a:pt x="226843" y="100867"/>
                </a:lnTo>
                <a:cubicBezTo>
                  <a:pt x="223009" y="98952"/>
                  <a:pt x="219175" y="98313"/>
                  <a:pt x="215341" y="98313"/>
                </a:cubicBezTo>
                <a:lnTo>
                  <a:pt x="165500" y="98313"/>
                </a:lnTo>
                <a:cubicBezTo>
                  <a:pt x="158471" y="98313"/>
                  <a:pt x="151442" y="100229"/>
                  <a:pt x="145052" y="104697"/>
                </a:cubicBezTo>
                <a:lnTo>
                  <a:pt x="102239" y="133425"/>
                </a:lnTo>
                <a:cubicBezTo>
                  <a:pt x="93933" y="138533"/>
                  <a:pt x="84986" y="141724"/>
                  <a:pt x="75402" y="141724"/>
                </a:cubicBezTo>
                <a:lnTo>
                  <a:pt x="72845" y="141724"/>
                </a:lnTo>
                <a:cubicBezTo>
                  <a:pt x="69012" y="141724"/>
                  <a:pt x="66456" y="139171"/>
                  <a:pt x="66456" y="135341"/>
                </a:cubicBezTo>
                <a:cubicBezTo>
                  <a:pt x="66456" y="131510"/>
                  <a:pt x="67733" y="128318"/>
                  <a:pt x="71568" y="128318"/>
                </a:cubicBezTo>
                <a:close/>
                <a:moveTo>
                  <a:pt x="290742" y="233015"/>
                </a:moveTo>
                <a:lnTo>
                  <a:pt x="288186" y="233015"/>
                </a:lnTo>
                <a:cubicBezTo>
                  <a:pt x="281157" y="233015"/>
                  <a:pt x="274128" y="234931"/>
                  <a:pt x="268377" y="238761"/>
                </a:cubicBezTo>
                <a:lnTo>
                  <a:pt x="225565" y="267489"/>
                </a:lnTo>
                <a:cubicBezTo>
                  <a:pt x="217258" y="272596"/>
                  <a:pt x="208312" y="275788"/>
                  <a:pt x="198088" y="275788"/>
                </a:cubicBezTo>
                <a:lnTo>
                  <a:pt x="148247" y="275788"/>
                </a:lnTo>
                <a:cubicBezTo>
                  <a:pt x="142496" y="275788"/>
                  <a:pt x="136745" y="274511"/>
                  <a:pt x="130994" y="271958"/>
                </a:cubicBezTo>
                <a:lnTo>
                  <a:pt x="72845" y="245783"/>
                </a:lnTo>
                <a:cubicBezTo>
                  <a:pt x="66456" y="242591"/>
                  <a:pt x="63261" y="236207"/>
                  <a:pt x="65178" y="229823"/>
                </a:cubicBezTo>
                <a:cubicBezTo>
                  <a:pt x="67094" y="222163"/>
                  <a:pt x="76040" y="214502"/>
                  <a:pt x="88181" y="215779"/>
                </a:cubicBezTo>
                <a:cubicBezTo>
                  <a:pt x="88181" y="215779"/>
                  <a:pt x="88820" y="215779"/>
                  <a:pt x="88820" y="215779"/>
                </a:cubicBezTo>
                <a:lnTo>
                  <a:pt x="141857" y="228547"/>
                </a:lnTo>
                <a:cubicBezTo>
                  <a:pt x="143774" y="224716"/>
                  <a:pt x="146330" y="221524"/>
                  <a:pt x="149525" y="218971"/>
                </a:cubicBezTo>
                <a:cubicBezTo>
                  <a:pt x="156553" y="213225"/>
                  <a:pt x="166777" y="208756"/>
                  <a:pt x="177641" y="204287"/>
                </a:cubicBezTo>
                <a:cubicBezTo>
                  <a:pt x="182113" y="195350"/>
                  <a:pt x="200005" y="164707"/>
                  <a:pt x="229399" y="164068"/>
                </a:cubicBezTo>
                <a:lnTo>
                  <a:pt x="287547" y="164068"/>
                </a:lnTo>
                <a:cubicBezTo>
                  <a:pt x="291381" y="164068"/>
                  <a:pt x="293937" y="166622"/>
                  <a:pt x="293937" y="170452"/>
                </a:cubicBezTo>
                <a:cubicBezTo>
                  <a:pt x="293937" y="174283"/>
                  <a:pt x="291381" y="176836"/>
                  <a:pt x="287547" y="176836"/>
                </a:cubicBezTo>
                <a:lnTo>
                  <a:pt x="229399" y="176836"/>
                </a:lnTo>
                <a:cubicBezTo>
                  <a:pt x="203839" y="178113"/>
                  <a:pt x="187864" y="211948"/>
                  <a:pt x="187864" y="212587"/>
                </a:cubicBezTo>
                <a:cubicBezTo>
                  <a:pt x="187225" y="213863"/>
                  <a:pt x="185947" y="215140"/>
                  <a:pt x="184669" y="215779"/>
                </a:cubicBezTo>
                <a:cubicBezTo>
                  <a:pt x="174446" y="219609"/>
                  <a:pt x="164222" y="224078"/>
                  <a:pt x="157832" y="229185"/>
                </a:cubicBezTo>
                <a:cubicBezTo>
                  <a:pt x="152081" y="233654"/>
                  <a:pt x="150802" y="240676"/>
                  <a:pt x="151442" y="242591"/>
                </a:cubicBezTo>
                <a:cubicBezTo>
                  <a:pt x="151442" y="242591"/>
                  <a:pt x="152720" y="242591"/>
                  <a:pt x="155276" y="241953"/>
                </a:cubicBezTo>
                <a:lnTo>
                  <a:pt x="187864" y="234931"/>
                </a:lnTo>
                <a:cubicBezTo>
                  <a:pt x="192337" y="233654"/>
                  <a:pt x="196172" y="231739"/>
                  <a:pt x="200005" y="229185"/>
                </a:cubicBezTo>
                <a:lnTo>
                  <a:pt x="221092" y="213225"/>
                </a:lnTo>
                <a:cubicBezTo>
                  <a:pt x="223648" y="211310"/>
                  <a:pt x="228121" y="211310"/>
                  <a:pt x="230038" y="214502"/>
                </a:cubicBezTo>
                <a:cubicBezTo>
                  <a:pt x="231955" y="217055"/>
                  <a:pt x="231955" y="221524"/>
                  <a:pt x="228760" y="223439"/>
                </a:cubicBezTo>
                <a:lnTo>
                  <a:pt x="207673" y="239399"/>
                </a:lnTo>
                <a:cubicBezTo>
                  <a:pt x="202561" y="243230"/>
                  <a:pt x="196810" y="245783"/>
                  <a:pt x="191059" y="247060"/>
                </a:cubicBezTo>
                <a:lnTo>
                  <a:pt x="159110" y="254083"/>
                </a:lnTo>
                <a:cubicBezTo>
                  <a:pt x="156553" y="254721"/>
                  <a:pt x="154637" y="255359"/>
                  <a:pt x="152720" y="255359"/>
                </a:cubicBezTo>
                <a:cubicBezTo>
                  <a:pt x="145052" y="255359"/>
                  <a:pt x="141857" y="250252"/>
                  <a:pt x="141217" y="248337"/>
                </a:cubicBezTo>
                <a:cubicBezTo>
                  <a:pt x="139940" y="245783"/>
                  <a:pt x="139301" y="243230"/>
                  <a:pt x="139301" y="240676"/>
                </a:cubicBezTo>
                <a:lnTo>
                  <a:pt x="86903" y="227908"/>
                </a:lnTo>
                <a:cubicBezTo>
                  <a:pt x="82430" y="227908"/>
                  <a:pt x="79874" y="229823"/>
                  <a:pt x="78597" y="231100"/>
                </a:cubicBezTo>
                <a:cubicBezTo>
                  <a:pt x="77318" y="232377"/>
                  <a:pt x="77318" y="233015"/>
                  <a:pt x="77318" y="233654"/>
                </a:cubicBezTo>
                <a:cubicBezTo>
                  <a:pt x="77318" y="233654"/>
                  <a:pt x="77318" y="233654"/>
                  <a:pt x="77958" y="234292"/>
                </a:cubicBezTo>
                <a:lnTo>
                  <a:pt x="136106" y="260467"/>
                </a:lnTo>
                <a:cubicBezTo>
                  <a:pt x="139940" y="262382"/>
                  <a:pt x="143774" y="263020"/>
                  <a:pt x="147607" y="263020"/>
                </a:cubicBezTo>
                <a:lnTo>
                  <a:pt x="197449" y="263020"/>
                </a:lnTo>
                <a:cubicBezTo>
                  <a:pt x="204478" y="263020"/>
                  <a:pt x="211507" y="261105"/>
                  <a:pt x="217897" y="256636"/>
                </a:cubicBezTo>
                <a:lnTo>
                  <a:pt x="260710" y="227908"/>
                </a:lnTo>
                <a:cubicBezTo>
                  <a:pt x="269016" y="222801"/>
                  <a:pt x="277962" y="219609"/>
                  <a:pt x="287547" y="219609"/>
                </a:cubicBezTo>
                <a:lnTo>
                  <a:pt x="290103" y="219609"/>
                </a:lnTo>
                <a:cubicBezTo>
                  <a:pt x="293937" y="219609"/>
                  <a:pt x="296493" y="222163"/>
                  <a:pt x="296493" y="225993"/>
                </a:cubicBezTo>
                <a:cubicBezTo>
                  <a:pt x="296493" y="229823"/>
                  <a:pt x="293937" y="233015"/>
                  <a:pt x="290742" y="233015"/>
                </a:cubicBezTo>
                <a:close/>
              </a:path>
            </a:pathLst>
          </a:custGeom>
          <a:solidFill>
            <a:srgbClr val="0076A8"/>
          </a:solidFill>
          <a:ln w="6390" cap="flat">
            <a:noFill/>
            <a:prstDash val="solid"/>
            <a:miter/>
          </a:ln>
        </p:spPr>
        <p:txBody>
          <a:bodyPr rtlCol="0" anchor="ctr"/>
          <a:lstStyle/>
          <a:p>
            <a:endParaRPr lang="en-US"/>
          </a:p>
        </p:txBody>
      </p:sp>
      <p:sp>
        <p:nvSpPr>
          <p:cNvPr id="622" name="Graphic 4">
            <a:extLst>
              <a:ext uri="{FF2B5EF4-FFF2-40B4-BE49-F238E27FC236}">
                <a16:creationId xmlns:a16="http://schemas.microsoft.com/office/drawing/2014/main" id="{AAC60720-F1CC-B043-9B82-C96E9958862D}"/>
              </a:ext>
            </a:extLst>
          </p:cNvPr>
          <p:cNvSpPr>
            <a:spLocks noChangeAspect="1"/>
          </p:cNvSpPr>
          <p:nvPr/>
        </p:nvSpPr>
        <p:spPr>
          <a:xfrm>
            <a:off x="8239823" y="918179"/>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283713 w 361670"/>
              <a:gd name="connsiteY5" fmla="*/ 179390 h 361333"/>
              <a:gd name="connsiteX6" fmla="*/ 270934 w 361670"/>
              <a:gd name="connsiteY6" fmla="*/ 185135 h 361333"/>
              <a:gd name="connsiteX7" fmla="*/ 269655 w 361670"/>
              <a:gd name="connsiteY7" fmla="*/ 185135 h 361333"/>
              <a:gd name="connsiteX8" fmla="*/ 234510 w 361670"/>
              <a:gd name="connsiteY8" fmla="*/ 185135 h 361333"/>
              <a:gd name="connsiteX9" fmla="*/ 235789 w 361670"/>
              <a:gd name="connsiteY9" fmla="*/ 192158 h 361333"/>
              <a:gd name="connsiteX10" fmla="*/ 230038 w 361670"/>
              <a:gd name="connsiteY10" fmla="*/ 206203 h 361333"/>
              <a:gd name="connsiteX11" fmla="*/ 221731 w 361670"/>
              <a:gd name="connsiteY11" fmla="*/ 211310 h 361333"/>
              <a:gd name="connsiteX12" fmla="*/ 223648 w 361670"/>
              <a:gd name="connsiteY12" fmla="*/ 219609 h 361333"/>
              <a:gd name="connsiteX13" fmla="*/ 217897 w 361670"/>
              <a:gd name="connsiteY13" fmla="*/ 233654 h 361333"/>
              <a:gd name="connsiteX14" fmla="*/ 210868 w 361670"/>
              <a:gd name="connsiteY14" fmla="*/ 238123 h 361333"/>
              <a:gd name="connsiteX15" fmla="*/ 212785 w 361670"/>
              <a:gd name="connsiteY15" fmla="*/ 246422 h 361333"/>
              <a:gd name="connsiteX16" fmla="*/ 207034 w 361670"/>
              <a:gd name="connsiteY16" fmla="*/ 260467 h 361333"/>
              <a:gd name="connsiteX17" fmla="*/ 192976 w 361670"/>
              <a:gd name="connsiteY17" fmla="*/ 266212 h 361333"/>
              <a:gd name="connsiteX18" fmla="*/ 145051 w 361670"/>
              <a:gd name="connsiteY18" fmla="*/ 266212 h 361333"/>
              <a:gd name="connsiteX19" fmla="*/ 107990 w 361670"/>
              <a:gd name="connsiteY19" fmla="*/ 251529 h 361333"/>
              <a:gd name="connsiteX20" fmla="*/ 102239 w 361670"/>
              <a:gd name="connsiteY20" fmla="*/ 248975 h 361333"/>
              <a:gd name="connsiteX21" fmla="*/ 79235 w 361670"/>
              <a:gd name="connsiteY21" fmla="*/ 248975 h 361333"/>
              <a:gd name="connsiteX22" fmla="*/ 72845 w 361670"/>
              <a:gd name="connsiteY22" fmla="*/ 242591 h 361333"/>
              <a:gd name="connsiteX23" fmla="*/ 79235 w 361670"/>
              <a:gd name="connsiteY23" fmla="*/ 236207 h 361333"/>
              <a:gd name="connsiteX24" fmla="*/ 102239 w 361670"/>
              <a:gd name="connsiteY24" fmla="*/ 236207 h 361333"/>
              <a:gd name="connsiteX25" fmla="*/ 116936 w 361670"/>
              <a:gd name="connsiteY25" fmla="*/ 241953 h 361333"/>
              <a:gd name="connsiteX26" fmla="*/ 145051 w 361670"/>
              <a:gd name="connsiteY26" fmla="*/ 253444 h 361333"/>
              <a:gd name="connsiteX27" fmla="*/ 192976 w 361670"/>
              <a:gd name="connsiteY27" fmla="*/ 253444 h 361333"/>
              <a:gd name="connsiteX28" fmla="*/ 198088 w 361670"/>
              <a:gd name="connsiteY28" fmla="*/ 251529 h 361333"/>
              <a:gd name="connsiteX29" fmla="*/ 200005 w 361670"/>
              <a:gd name="connsiteY29" fmla="*/ 246422 h 361333"/>
              <a:gd name="connsiteX30" fmla="*/ 192976 w 361670"/>
              <a:gd name="connsiteY30" fmla="*/ 239399 h 361333"/>
              <a:gd name="connsiteX31" fmla="*/ 182113 w 361670"/>
              <a:gd name="connsiteY31" fmla="*/ 239399 h 361333"/>
              <a:gd name="connsiteX32" fmla="*/ 175723 w 361670"/>
              <a:gd name="connsiteY32" fmla="*/ 233015 h 361333"/>
              <a:gd name="connsiteX33" fmla="*/ 182113 w 361670"/>
              <a:gd name="connsiteY33" fmla="*/ 226631 h 361333"/>
              <a:gd name="connsiteX34" fmla="*/ 192976 w 361670"/>
              <a:gd name="connsiteY34" fmla="*/ 226631 h 361333"/>
              <a:gd name="connsiteX35" fmla="*/ 192976 w 361670"/>
              <a:gd name="connsiteY35" fmla="*/ 226631 h 361333"/>
              <a:gd name="connsiteX36" fmla="*/ 192976 w 361670"/>
              <a:gd name="connsiteY36" fmla="*/ 226631 h 361333"/>
              <a:gd name="connsiteX37" fmla="*/ 203839 w 361670"/>
              <a:gd name="connsiteY37" fmla="*/ 226631 h 361333"/>
              <a:gd name="connsiteX38" fmla="*/ 208951 w 361670"/>
              <a:gd name="connsiteY38" fmla="*/ 224716 h 361333"/>
              <a:gd name="connsiteX39" fmla="*/ 210868 w 361670"/>
              <a:gd name="connsiteY39" fmla="*/ 219609 h 361333"/>
              <a:gd name="connsiteX40" fmla="*/ 204478 w 361670"/>
              <a:gd name="connsiteY40" fmla="*/ 212587 h 361333"/>
              <a:gd name="connsiteX41" fmla="*/ 189142 w 361670"/>
              <a:gd name="connsiteY41" fmla="*/ 212587 h 361333"/>
              <a:gd name="connsiteX42" fmla="*/ 182752 w 361670"/>
              <a:gd name="connsiteY42" fmla="*/ 206203 h 361333"/>
              <a:gd name="connsiteX43" fmla="*/ 189142 w 361670"/>
              <a:gd name="connsiteY43" fmla="*/ 199819 h 361333"/>
              <a:gd name="connsiteX44" fmla="*/ 203839 w 361670"/>
              <a:gd name="connsiteY44" fmla="*/ 199819 h 361333"/>
              <a:gd name="connsiteX45" fmla="*/ 203839 w 361670"/>
              <a:gd name="connsiteY45" fmla="*/ 199819 h 361333"/>
              <a:gd name="connsiteX46" fmla="*/ 205117 w 361670"/>
              <a:gd name="connsiteY46" fmla="*/ 199819 h 361333"/>
              <a:gd name="connsiteX47" fmla="*/ 216619 w 361670"/>
              <a:gd name="connsiteY47" fmla="*/ 199819 h 361333"/>
              <a:gd name="connsiteX48" fmla="*/ 221731 w 361670"/>
              <a:gd name="connsiteY48" fmla="*/ 197903 h 361333"/>
              <a:gd name="connsiteX49" fmla="*/ 223648 w 361670"/>
              <a:gd name="connsiteY49" fmla="*/ 192796 h 361333"/>
              <a:gd name="connsiteX50" fmla="*/ 217258 w 361670"/>
              <a:gd name="connsiteY50" fmla="*/ 185774 h 361333"/>
              <a:gd name="connsiteX51" fmla="*/ 196171 w 361670"/>
              <a:gd name="connsiteY51" fmla="*/ 185774 h 361333"/>
              <a:gd name="connsiteX52" fmla="*/ 189781 w 361670"/>
              <a:gd name="connsiteY52" fmla="*/ 179390 h 361333"/>
              <a:gd name="connsiteX53" fmla="*/ 196171 w 361670"/>
              <a:gd name="connsiteY53" fmla="*/ 173006 h 361333"/>
              <a:gd name="connsiteX54" fmla="*/ 216619 w 361670"/>
              <a:gd name="connsiteY54" fmla="*/ 173006 h 361333"/>
              <a:gd name="connsiteX55" fmla="*/ 216619 w 361670"/>
              <a:gd name="connsiteY55" fmla="*/ 173006 h 361333"/>
              <a:gd name="connsiteX56" fmla="*/ 217258 w 361670"/>
              <a:gd name="connsiteY56" fmla="*/ 173006 h 361333"/>
              <a:gd name="connsiteX57" fmla="*/ 270295 w 361670"/>
              <a:gd name="connsiteY57" fmla="*/ 173006 h 361333"/>
              <a:gd name="connsiteX58" fmla="*/ 275406 w 361670"/>
              <a:gd name="connsiteY58" fmla="*/ 171091 h 361333"/>
              <a:gd name="connsiteX59" fmla="*/ 277323 w 361670"/>
              <a:gd name="connsiteY59" fmla="*/ 165984 h 361333"/>
              <a:gd name="connsiteX60" fmla="*/ 270295 w 361670"/>
              <a:gd name="connsiteY60" fmla="*/ 158961 h 361333"/>
              <a:gd name="connsiteX61" fmla="*/ 162943 w 361670"/>
              <a:gd name="connsiteY61" fmla="*/ 158961 h 361333"/>
              <a:gd name="connsiteX62" fmla="*/ 156553 w 361670"/>
              <a:gd name="connsiteY62" fmla="*/ 154492 h 361333"/>
              <a:gd name="connsiteX63" fmla="*/ 159110 w 361670"/>
              <a:gd name="connsiteY63" fmla="*/ 147470 h 361333"/>
              <a:gd name="connsiteX64" fmla="*/ 195532 w 361670"/>
              <a:gd name="connsiteY64" fmla="*/ 125764 h 361333"/>
              <a:gd name="connsiteX65" fmla="*/ 200005 w 361670"/>
              <a:gd name="connsiteY65" fmla="*/ 116188 h 361333"/>
              <a:gd name="connsiteX66" fmla="*/ 198088 w 361670"/>
              <a:gd name="connsiteY66" fmla="*/ 109166 h 361333"/>
              <a:gd name="connsiteX67" fmla="*/ 127160 w 361670"/>
              <a:gd name="connsiteY67" fmla="*/ 138532 h 361333"/>
              <a:gd name="connsiteX68" fmla="*/ 111824 w 361670"/>
              <a:gd name="connsiteY68" fmla="*/ 150662 h 361333"/>
              <a:gd name="connsiteX69" fmla="*/ 94571 w 361670"/>
              <a:gd name="connsiteY69" fmla="*/ 158961 h 361333"/>
              <a:gd name="connsiteX70" fmla="*/ 77957 w 361670"/>
              <a:gd name="connsiteY70" fmla="*/ 158961 h 361333"/>
              <a:gd name="connsiteX71" fmla="*/ 71567 w 361670"/>
              <a:gd name="connsiteY71" fmla="*/ 152577 h 361333"/>
              <a:gd name="connsiteX72" fmla="*/ 77957 w 361670"/>
              <a:gd name="connsiteY72" fmla="*/ 146193 h 361333"/>
              <a:gd name="connsiteX73" fmla="*/ 94571 w 361670"/>
              <a:gd name="connsiteY73" fmla="*/ 146193 h 361333"/>
              <a:gd name="connsiteX74" fmla="*/ 100961 w 361670"/>
              <a:gd name="connsiteY74" fmla="*/ 143001 h 361333"/>
              <a:gd name="connsiteX75" fmla="*/ 121409 w 361670"/>
              <a:gd name="connsiteY75" fmla="*/ 126403 h 361333"/>
              <a:gd name="connsiteX76" fmla="*/ 192976 w 361670"/>
              <a:gd name="connsiteY76" fmla="*/ 97037 h 361333"/>
              <a:gd name="connsiteX77" fmla="*/ 209590 w 361670"/>
              <a:gd name="connsiteY77" fmla="*/ 104697 h 361333"/>
              <a:gd name="connsiteX78" fmla="*/ 201283 w 361670"/>
              <a:gd name="connsiteY78" fmla="*/ 135979 h 361333"/>
              <a:gd name="connsiteX79" fmla="*/ 184669 w 361670"/>
              <a:gd name="connsiteY79" fmla="*/ 146193 h 361333"/>
              <a:gd name="connsiteX80" fmla="*/ 268377 w 361670"/>
              <a:gd name="connsiteY80" fmla="*/ 146193 h 361333"/>
              <a:gd name="connsiteX81" fmla="*/ 288186 w 361670"/>
              <a:gd name="connsiteY81" fmla="*/ 165984 h 361333"/>
              <a:gd name="connsiteX82" fmla="*/ 283713 w 361670"/>
              <a:gd name="connsiteY82" fmla="*/ 17939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61670" h="361333">
                <a:moveTo>
                  <a:pt x="180836" y="0"/>
                </a:moveTo>
                <a:cubicBezTo>
                  <a:pt x="80513" y="0"/>
                  <a:pt x="0" y="81077"/>
                  <a:pt x="0" y="180667"/>
                </a:cubicBezTo>
                <a:cubicBezTo>
                  <a:pt x="0" y="280257"/>
                  <a:pt x="81152" y="361333"/>
                  <a:pt x="180836" y="361333"/>
                </a:cubicBezTo>
                <a:cubicBezTo>
                  <a:pt x="280518" y="361333"/>
                  <a:pt x="361670" y="280257"/>
                  <a:pt x="361670" y="180667"/>
                </a:cubicBezTo>
                <a:cubicBezTo>
                  <a:pt x="361670" y="81077"/>
                  <a:pt x="281157" y="0"/>
                  <a:pt x="180836" y="0"/>
                </a:cubicBezTo>
                <a:close/>
                <a:moveTo>
                  <a:pt x="283713" y="179390"/>
                </a:moveTo>
                <a:cubicBezTo>
                  <a:pt x="280518" y="182582"/>
                  <a:pt x="276045" y="185135"/>
                  <a:pt x="270934" y="185135"/>
                </a:cubicBezTo>
                <a:cubicBezTo>
                  <a:pt x="270295" y="185135"/>
                  <a:pt x="270295" y="185135"/>
                  <a:pt x="269655" y="185135"/>
                </a:cubicBezTo>
                <a:lnTo>
                  <a:pt x="234510" y="185135"/>
                </a:lnTo>
                <a:cubicBezTo>
                  <a:pt x="235150" y="187051"/>
                  <a:pt x="235789" y="189604"/>
                  <a:pt x="235789" y="192158"/>
                </a:cubicBezTo>
                <a:cubicBezTo>
                  <a:pt x="235789" y="197265"/>
                  <a:pt x="233872" y="202372"/>
                  <a:pt x="230038" y="206203"/>
                </a:cubicBezTo>
                <a:cubicBezTo>
                  <a:pt x="227482" y="208756"/>
                  <a:pt x="224925" y="210033"/>
                  <a:pt x="221731" y="211310"/>
                </a:cubicBezTo>
                <a:cubicBezTo>
                  <a:pt x="223009" y="213863"/>
                  <a:pt x="223648" y="216417"/>
                  <a:pt x="223648" y="219609"/>
                </a:cubicBezTo>
                <a:cubicBezTo>
                  <a:pt x="223648" y="224716"/>
                  <a:pt x="221731" y="229823"/>
                  <a:pt x="217897" y="233654"/>
                </a:cubicBezTo>
                <a:cubicBezTo>
                  <a:pt x="215980" y="235569"/>
                  <a:pt x="213424" y="236846"/>
                  <a:pt x="210868" y="238123"/>
                </a:cubicBezTo>
                <a:cubicBezTo>
                  <a:pt x="212146" y="240676"/>
                  <a:pt x="212785" y="243868"/>
                  <a:pt x="212785" y="246422"/>
                </a:cubicBezTo>
                <a:cubicBezTo>
                  <a:pt x="212785" y="251529"/>
                  <a:pt x="210868" y="256636"/>
                  <a:pt x="207034" y="260467"/>
                </a:cubicBezTo>
                <a:cubicBezTo>
                  <a:pt x="203200" y="264297"/>
                  <a:pt x="198088" y="266212"/>
                  <a:pt x="192976" y="266212"/>
                </a:cubicBezTo>
                <a:lnTo>
                  <a:pt x="145051" y="266212"/>
                </a:lnTo>
                <a:cubicBezTo>
                  <a:pt x="130994" y="266212"/>
                  <a:pt x="118214" y="261105"/>
                  <a:pt x="107990" y="251529"/>
                </a:cubicBezTo>
                <a:cubicBezTo>
                  <a:pt x="106073" y="250252"/>
                  <a:pt x="104156" y="248975"/>
                  <a:pt x="102239" y="248975"/>
                </a:cubicBezTo>
                <a:lnTo>
                  <a:pt x="79235" y="248975"/>
                </a:lnTo>
                <a:cubicBezTo>
                  <a:pt x="75402" y="248975"/>
                  <a:pt x="72845" y="246422"/>
                  <a:pt x="72845" y="242591"/>
                </a:cubicBezTo>
                <a:cubicBezTo>
                  <a:pt x="72845" y="238761"/>
                  <a:pt x="75402" y="236207"/>
                  <a:pt x="79235" y="236207"/>
                </a:cubicBezTo>
                <a:lnTo>
                  <a:pt x="102239" y="236207"/>
                </a:lnTo>
                <a:cubicBezTo>
                  <a:pt x="107351" y="236207"/>
                  <a:pt x="113102" y="238123"/>
                  <a:pt x="116936" y="241953"/>
                </a:cubicBezTo>
                <a:cubicBezTo>
                  <a:pt x="124604" y="248975"/>
                  <a:pt x="134828" y="253444"/>
                  <a:pt x="145051" y="253444"/>
                </a:cubicBezTo>
                <a:lnTo>
                  <a:pt x="192976" y="253444"/>
                </a:lnTo>
                <a:cubicBezTo>
                  <a:pt x="194893" y="253444"/>
                  <a:pt x="196810" y="252806"/>
                  <a:pt x="198088" y="251529"/>
                </a:cubicBezTo>
                <a:cubicBezTo>
                  <a:pt x="199366" y="250252"/>
                  <a:pt x="200005" y="248337"/>
                  <a:pt x="200005" y="246422"/>
                </a:cubicBezTo>
                <a:cubicBezTo>
                  <a:pt x="200005" y="242591"/>
                  <a:pt x="196810" y="239399"/>
                  <a:pt x="192976" y="239399"/>
                </a:cubicBezTo>
                <a:lnTo>
                  <a:pt x="182113" y="239399"/>
                </a:lnTo>
                <a:cubicBezTo>
                  <a:pt x="178279" y="239399"/>
                  <a:pt x="175723" y="236846"/>
                  <a:pt x="175723" y="233015"/>
                </a:cubicBezTo>
                <a:cubicBezTo>
                  <a:pt x="175723" y="229185"/>
                  <a:pt x="178279" y="226631"/>
                  <a:pt x="182113" y="226631"/>
                </a:cubicBezTo>
                <a:lnTo>
                  <a:pt x="192976" y="226631"/>
                </a:lnTo>
                <a:cubicBezTo>
                  <a:pt x="192976" y="226631"/>
                  <a:pt x="192976" y="226631"/>
                  <a:pt x="192976" y="226631"/>
                </a:cubicBezTo>
                <a:cubicBezTo>
                  <a:pt x="192976" y="226631"/>
                  <a:pt x="192976" y="226631"/>
                  <a:pt x="192976" y="226631"/>
                </a:cubicBezTo>
                <a:lnTo>
                  <a:pt x="203839" y="226631"/>
                </a:lnTo>
                <a:cubicBezTo>
                  <a:pt x="205756" y="226631"/>
                  <a:pt x="207673" y="225993"/>
                  <a:pt x="208951" y="224716"/>
                </a:cubicBezTo>
                <a:cubicBezTo>
                  <a:pt x="210229" y="223439"/>
                  <a:pt x="210868" y="221524"/>
                  <a:pt x="210868" y="219609"/>
                </a:cubicBezTo>
                <a:cubicBezTo>
                  <a:pt x="210868" y="215779"/>
                  <a:pt x="208312" y="212587"/>
                  <a:pt x="204478" y="212587"/>
                </a:cubicBezTo>
                <a:lnTo>
                  <a:pt x="189142" y="212587"/>
                </a:lnTo>
                <a:cubicBezTo>
                  <a:pt x="185308" y="212587"/>
                  <a:pt x="182752" y="210033"/>
                  <a:pt x="182752" y="206203"/>
                </a:cubicBezTo>
                <a:cubicBezTo>
                  <a:pt x="182752" y="202372"/>
                  <a:pt x="185308" y="199819"/>
                  <a:pt x="189142" y="199819"/>
                </a:cubicBezTo>
                <a:lnTo>
                  <a:pt x="203839" y="199819"/>
                </a:lnTo>
                <a:cubicBezTo>
                  <a:pt x="203839" y="199819"/>
                  <a:pt x="203839" y="199819"/>
                  <a:pt x="203839" y="199819"/>
                </a:cubicBezTo>
                <a:cubicBezTo>
                  <a:pt x="204478" y="199819"/>
                  <a:pt x="204478" y="199819"/>
                  <a:pt x="205117" y="199819"/>
                </a:cubicBezTo>
                <a:lnTo>
                  <a:pt x="216619" y="199819"/>
                </a:lnTo>
                <a:cubicBezTo>
                  <a:pt x="218536" y="199819"/>
                  <a:pt x="220453" y="199180"/>
                  <a:pt x="221731" y="197903"/>
                </a:cubicBezTo>
                <a:cubicBezTo>
                  <a:pt x="223009" y="196627"/>
                  <a:pt x="223648" y="194711"/>
                  <a:pt x="223648" y="192796"/>
                </a:cubicBezTo>
                <a:cubicBezTo>
                  <a:pt x="223648" y="188966"/>
                  <a:pt x="220453" y="185774"/>
                  <a:pt x="217258" y="185774"/>
                </a:cubicBezTo>
                <a:lnTo>
                  <a:pt x="196171" y="185774"/>
                </a:lnTo>
                <a:cubicBezTo>
                  <a:pt x="192337" y="185774"/>
                  <a:pt x="189781" y="183220"/>
                  <a:pt x="189781" y="179390"/>
                </a:cubicBezTo>
                <a:cubicBezTo>
                  <a:pt x="189781" y="175560"/>
                  <a:pt x="192337" y="173006"/>
                  <a:pt x="196171" y="173006"/>
                </a:cubicBezTo>
                <a:lnTo>
                  <a:pt x="216619" y="173006"/>
                </a:lnTo>
                <a:cubicBezTo>
                  <a:pt x="216619" y="173006"/>
                  <a:pt x="216619" y="173006"/>
                  <a:pt x="216619" y="173006"/>
                </a:cubicBezTo>
                <a:cubicBezTo>
                  <a:pt x="216619" y="173006"/>
                  <a:pt x="217258" y="173006"/>
                  <a:pt x="217258" y="173006"/>
                </a:cubicBezTo>
                <a:lnTo>
                  <a:pt x="270295" y="173006"/>
                </a:lnTo>
                <a:cubicBezTo>
                  <a:pt x="272850" y="173006"/>
                  <a:pt x="274128" y="172368"/>
                  <a:pt x="275406" y="171091"/>
                </a:cubicBezTo>
                <a:cubicBezTo>
                  <a:pt x="276685" y="169814"/>
                  <a:pt x="277323" y="167899"/>
                  <a:pt x="277323" y="165984"/>
                </a:cubicBezTo>
                <a:cubicBezTo>
                  <a:pt x="277323" y="162153"/>
                  <a:pt x="274128" y="158961"/>
                  <a:pt x="270295" y="158961"/>
                </a:cubicBezTo>
                <a:lnTo>
                  <a:pt x="162943" y="158961"/>
                </a:lnTo>
                <a:cubicBezTo>
                  <a:pt x="160387" y="158961"/>
                  <a:pt x="157831" y="157046"/>
                  <a:pt x="156553" y="154492"/>
                </a:cubicBezTo>
                <a:cubicBezTo>
                  <a:pt x="155276" y="151939"/>
                  <a:pt x="157192" y="148747"/>
                  <a:pt x="159110" y="147470"/>
                </a:cubicBezTo>
                <a:cubicBezTo>
                  <a:pt x="159110" y="147470"/>
                  <a:pt x="178279" y="135979"/>
                  <a:pt x="195532" y="125764"/>
                </a:cubicBezTo>
                <a:cubicBezTo>
                  <a:pt x="200005" y="123211"/>
                  <a:pt x="200005" y="118104"/>
                  <a:pt x="200005" y="116188"/>
                </a:cubicBezTo>
                <a:cubicBezTo>
                  <a:pt x="200005" y="112358"/>
                  <a:pt x="198727" y="110443"/>
                  <a:pt x="198088" y="109166"/>
                </a:cubicBezTo>
                <a:lnTo>
                  <a:pt x="127160" y="138532"/>
                </a:lnTo>
                <a:cubicBezTo>
                  <a:pt x="121409" y="141086"/>
                  <a:pt x="116297" y="145555"/>
                  <a:pt x="111824" y="150662"/>
                </a:cubicBezTo>
                <a:cubicBezTo>
                  <a:pt x="107990" y="155769"/>
                  <a:pt x="101600" y="158961"/>
                  <a:pt x="94571" y="158961"/>
                </a:cubicBezTo>
                <a:lnTo>
                  <a:pt x="77957" y="158961"/>
                </a:lnTo>
                <a:cubicBezTo>
                  <a:pt x="74123" y="158961"/>
                  <a:pt x="71567" y="156408"/>
                  <a:pt x="71567" y="152577"/>
                </a:cubicBezTo>
                <a:cubicBezTo>
                  <a:pt x="71567" y="148747"/>
                  <a:pt x="74123" y="146193"/>
                  <a:pt x="77957" y="146193"/>
                </a:cubicBezTo>
                <a:lnTo>
                  <a:pt x="94571" y="146193"/>
                </a:lnTo>
                <a:cubicBezTo>
                  <a:pt x="97127" y="146193"/>
                  <a:pt x="99683" y="144916"/>
                  <a:pt x="100961" y="143001"/>
                </a:cubicBezTo>
                <a:cubicBezTo>
                  <a:pt x="106712" y="135340"/>
                  <a:pt x="113741" y="129595"/>
                  <a:pt x="121409" y="126403"/>
                </a:cubicBezTo>
                <a:lnTo>
                  <a:pt x="192976" y="97037"/>
                </a:lnTo>
                <a:cubicBezTo>
                  <a:pt x="199366" y="94483"/>
                  <a:pt x="206395" y="97675"/>
                  <a:pt x="209590" y="104697"/>
                </a:cubicBezTo>
                <a:cubicBezTo>
                  <a:pt x="214702" y="114273"/>
                  <a:pt x="212785" y="129595"/>
                  <a:pt x="201283" y="135979"/>
                </a:cubicBezTo>
                <a:cubicBezTo>
                  <a:pt x="195532" y="139171"/>
                  <a:pt x="189781" y="143001"/>
                  <a:pt x="184669" y="146193"/>
                </a:cubicBezTo>
                <a:lnTo>
                  <a:pt x="268377" y="146193"/>
                </a:lnTo>
                <a:cubicBezTo>
                  <a:pt x="279240" y="146193"/>
                  <a:pt x="288186" y="155131"/>
                  <a:pt x="288186" y="165984"/>
                </a:cubicBezTo>
                <a:cubicBezTo>
                  <a:pt x="289464" y="170452"/>
                  <a:pt x="287547" y="175560"/>
                  <a:pt x="283713" y="179390"/>
                </a:cubicBezTo>
                <a:close/>
              </a:path>
            </a:pathLst>
          </a:custGeom>
          <a:solidFill>
            <a:srgbClr val="0076A8"/>
          </a:solidFill>
          <a:ln w="6390" cap="flat">
            <a:noFill/>
            <a:prstDash val="solid"/>
            <a:miter/>
          </a:ln>
        </p:spPr>
        <p:txBody>
          <a:bodyPr rtlCol="0" anchor="ctr"/>
          <a:lstStyle/>
          <a:p>
            <a:endParaRPr lang="en-US"/>
          </a:p>
        </p:txBody>
      </p:sp>
      <p:grpSp>
        <p:nvGrpSpPr>
          <p:cNvPr id="623" name="Graphic 4">
            <a:extLst>
              <a:ext uri="{FF2B5EF4-FFF2-40B4-BE49-F238E27FC236}">
                <a16:creationId xmlns:a16="http://schemas.microsoft.com/office/drawing/2014/main" id="{C7B35A5A-41F1-134F-AC9B-DC10DEEFCAAE}"/>
              </a:ext>
            </a:extLst>
          </p:cNvPr>
          <p:cNvGrpSpPr>
            <a:grpSpLocks noChangeAspect="1"/>
          </p:cNvGrpSpPr>
          <p:nvPr/>
        </p:nvGrpSpPr>
        <p:grpSpPr>
          <a:xfrm>
            <a:off x="8239823" y="2855717"/>
            <a:ext cx="361670" cy="361333"/>
            <a:chOff x="8239823" y="2855717"/>
            <a:chExt cx="361670" cy="361333"/>
          </a:xfrm>
          <a:solidFill>
            <a:srgbClr val="0076A8"/>
          </a:solidFill>
        </p:grpSpPr>
        <p:sp>
          <p:nvSpPr>
            <p:cNvPr id="624" name="Graphic 4">
              <a:extLst>
                <a:ext uri="{FF2B5EF4-FFF2-40B4-BE49-F238E27FC236}">
                  <a16:creationId xmlns:a16="http://schemas.microsoft.com/office/drawing/2014/main" id="{496CBACA-9714-1C4F-A185-4093C9B424CE}"/>
                </a:ext>
              </a:extLst>
            </p:cNvPr>
            <p:cNvSpPr/>
            <p:nvPr/>
          </p:nvSpPr>
          <p:spPr>
            <a:xfrm>
              <a:off x="8239823" y="2855717"/>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254959 w 361670"/>
                <a:gd name="connsiteY5" fmla="*/ 222801 h 361333"/>
                <a:gd name="connsiteX6" fmla="*/ 238984 w 361670"/>
                <a:gd name="connsiteY6" fmla="*/ 262382 h 361333"/>
                <a:gd name="connsiteX7" fmla="*/ 236428 w 361670"/>
                <a:gd name="connsiteY7" fmla="*/ 268766 h 361333"/>
                <a:gd name="connsiteX8" fmla="*/ 236428 w 361670"/>
                <a:gd name="connsiteY8" fmla="*/ 293025 h 361333"/>
                <a:gd name="connsiteX9" fmla="*/ 230038 w 361670"/>
                <a:gd name="connsiteY9" fmla="*/ 299409 h 361333"/>
                <a:gd name="connsiteX10" fmla="*/ 223648 w 361670"/>
                <a:gd name="connsiteY10" fmla="*/ 293025 h 361333"/>
                <a:gd name="connsiteX11" fmla="*/ 223648 w 361670"/>
                <a:gd name="connsiteY11" fmla="*/ 268766 h 361333"/>
                <a:gd name="connsiteX12" fmla="*/ 230038 w 361670"/>
                <a:gd name="connsiteY12" fmla="*/ 253444 h 361333"/>
                <a:gd name="connsiteX13" fmla="*/ 242179 w 361670"/>
                <a:gd name="connsiteY13" fmla="*/ 222801 h 361333"/>
                <a:gd name="connsiteX14" fmla="*/ 242179 w 361670"/>
                <a:gd name="connsiteY14" fmla="*/ 105336 h 361333"/>
                <a:gd name="connsiteX15" fmla="*/ 239623 w 361670"/>
                <a:gd name="connsiteY15" fmla="*/ 99590 h 361333"/>
                <a:gd name="connsiteX16" fmla="*/ 233872 w 361670"/>
                <a:gd name="connsiteY16" fmla="*/ 97036 h 361333"/>
                <a:gd name="connsiteX17" fmla="*/ 225565 w 361670"/>
                <a:gd name="connsiteY17" fmla="*/ 105336 h 361333"/>
                <a:gd name="connsiteX18" fmla="*/ 225565 w 361670"/>
                <a:gd name="connsiteY18" fmla="*/ 148108 h 361333"/>
                <a:gd name="connsiteX19" fmla="*/ 225565 w 361670"/>
                <a:gd name="connsiteY19" fmla="*/ 148108 h 361333"/>
                <a:gd name="connsiteX20" fmla="*/ 225565 w 361670"/>
                <a:gd name="connsiteY20" fmla="*/ 171729 h 361333"/>
                <a:gd name="connsiteX21" fmla="*/ 225565 w 361670"/>
                <a:gd name="connsiteY21" fmla="*/ 171729 h 361333"/>
                <a:gd name="connsiteX22" fmla="*/ 225565 w 361670"/>
                <a:gd name="connsiteY22" fmla="*/ 171729 h 361333"/>
                <a:gd name="connsiteX23" fmla="*/ 225565 w 361670"/>
                <a:gd name="connsiteY23" fmla="*/ 173006 h 361333"/>
                <a:gd name="connsiteX24" fmla="*/ 225565 w 361670"/>
                <a:gd name="connsiteY24" fmla="*/ 173006 h 361333"/>
                <a:gd name="connsiteX25" fmla="*/ 219175 w 361670"/>
                <a:gd name="connsiteY25" fmla="*/ 187689 h 361333"/>
                <a:gd name="connsiteX26" fmla="*/ 204478 w 361670"/>
                <a:gd name="connsiteY26" fmla="*/ 194073 h 361333"/>
                <a:gd name="connsiteX27" fmla="*/ 187864 w 361670"/>
                <a:gd name="connsiteY27" fmla="*/ 185774 h 361333"/>
                <a:gd name="connsiteX28" fmla="*/ 175723 w 361670"/>
                <a:gd name="connsiteY28" fmla="*/ 189604 h 361333"/>
                <a:gd name="connsiteX29" fmla="*/ 161026 w 361670"/>
                <a:gd name="connsiteY29" fmla="*/ 183220 h 361333"/>
                <a:gd name="connsiteX30" fmla="*/ 155276 w 361670"/>
                <a:gd name="connsiteY30" fmla="*/ 172368 h 361333"/>
                <a:gd name="connsiteX31" fmla="*/ 154636 w 361670"/>
                <a:gd name="connsiteY31" fmla="*/ 170452 h 361333"/>
                <a:gd name="connsiteX32" fmla="*/ 154636 w 361670"/>
                <a:gd name="connsiteY32" fmla="*/ 169176 h 361333"/>
                <a:gd name="connsiteX33" fmla="*/ 154636 w 361670"/>
                <a:gd name="connsiteY33" fmla="*/ 168537 h 361333"/>
                <a:gd name="connsiteX34" fmla="*/ 154636 w 361670"/>
                <a:gd name="connsiteY34" fmla="*/ 167899 h 361333"/>
                <a:gd name="connsiteX35" fmla="*/ 154636 w 361670"/>
                <a:gd name="connsiteY35" fmla="*/ 140448 h 361333"/>
                <a:gd name="connsiteX36" fmla="*/ 154636 w 361670"/>
                <a:gd name="connsiteY36" fmla="*/ 139171 h 361333"/>
                <a:gd name="connsiteX37" fmla="*/ 154636 w 361670"/>
                <a:gd name="connsiteY37" fmla="*/ 138532 h 361333"/>
                <a:gd name="connsiteX38" fmla="*/ 154636 w 361670"/>
                <a:gd name="connsiteY38" fmla="*/ 81076 h 361333"/>
                <a:gd name="connsiteX39" fmla="*/ 152081 w 361670"/>
                <a:gd name="connsiteY39" fmla="*/ 75331 h 361333"/>
                <a:gd name="connsiteX40" fmla="*/ 146330 w 361670"/>
                <a:gd name="connsiteY40" fmla="*/ 72777 h 361333"/>
                <a:gd name="connsiteX41" fmla="*/ 138022 w 361670"/>
                <a:gd name="connsiteY41" fmla="*/ 81076 h 361333"/>
                <a:gd name="connsiteX42" fmla="*/ 138022 w 361670"/>
                <a:gd name="connsiteY42" fmla="*/ 131510 h 361333"/>
                <a:gd name="connsiteX43" fmla="*/ 138661 w 361670"/>
                <a:gd name="connsiteY43" fmla="*/ 132148 h 361333"/>
                <a:gd name="connsiteX44" fmla="*/ 147607 w 361670"/>
                <a:gd name="connsiteY44" fmla="*/ 150024 h 361333"/>
                <a:gd name="connsiteX45" fmla="*/ 147607 w 361670"/>
                <a:gd name="connsiteY45" fmla="*/ 150662 h 361333"/>
                <a:gd name="connsiteX46" fmla="*/ 147607 w 361670"/>
                <a:gd name="connsiteY46" fmla="*/ 187051 h 361333"/>
                <a:gd name="connsiteX47" fmla="*/ 189142 w 361670"/>
                <a:gd name="connsiteY47" fmla="*/ 218332 h 361333"/>
                <a:gd name="connsiteX48" fmla="*/ 207034 w 361670"/>
                <a:gd name="connsiteY48" fmla="*/ 208118 h 361333"/>
                <a:gd name="connsiteX49" fmla="*/ 214702 w 361670"/>
                <a:gd name="connsiteY49" fmla="*/ 213225 h 361333"/>
                <a:gd name="connsiteX50" fmla="*/ 209590 w 361670"/>
                <a:gd name="connsiteY50" fmla="*/ 220886 h 361333"/>
                <a:gd name="connsiteX51" fmla="*/ 193615 w 361670"/>
                <a:gd name="connsiteY51" fmla="*/ 240038 h 361333"/>
                <a:gd name="connsiteX52" fmla="*/ 193615 w 361670"/>
                <a:gd name="connsiteY52" fmla="*/ 240038 h 361333"/>
                <a:gd name="connsiteX53" fmla="*/ 187225 w 361670"/>
                <a:gd name="connsiteY53" fmla="*/ 246422 h 361333"/>
                <a:gd name="connsiteX54" fmla="*/ 181474 w 361670"/>
                <a:gd name="connsiteY54" fmla="*/ 242591 h 361333"/>
                <a:gd name="connsiteX55" fmla="*/ 180836 w 361670"/>
                <a:gd name="connsiteY55" fmla="*/ 240038 h 361333"/>
                <a:gd name="connsiteX56" fmla="*/ 180836 w 361670"/>
                <a:gd name="connsiteY56" fmla="*/ 240038 h 361333"/>
                <a:gd name="connsiteX57" fmla="*/ 140579 w 361670"/>
                <a:gd name="connsiteY57" fmla="*/ 199819 h 361333"/>
                <a:gd name="connsiteX58" fmla="*/ 134189 w 361670"/>
                <a:gd name="connsiteY58" fmla="*/ 193435 h 361333"/>
                <a:gd name="connsiteX59" fmla="*/ 134189 w 361670"/>
                <a:gd name="connsiteY59" fmla="*/ 151300 h 361333"/>
                <a:gd name="connsiteX60" fmla="*/ 129716 w 361670"/>
                <a:gd name="connsiteY60" fmla="*/ 142363 h 361333"/>
                <a:gd name="connsiteX61" fmla="*/ 127160 w 361670"/>
                <a:gd name="connsiteY61" fmla="*/ 141086 h 361333"/>
                <a:gd name="connsiteX62" fmla="*/ 123326 w 361670"/>
                <a:gd name="connsiteY62" fmla="*/ 139809 h 361333"/>
                <a:gd name="connsiteX63" fmla="*/ 122048 w 361670"/>
                <a:gd name="connsiteY63" fmla="*/ 139809 h 361333"/>
                <a:gd name="connsiteX64" fmla="*/ 120770 w 361670"/>
                <a:gd name="connsiteY64" fmla="*/ 139809 h 361333"/>
                <a:gd name="connsiteX65" fmla="*/ 118214 w 361670"/>
                <a:gd name="connsiteY65" fmla="*/ 139809 h 361333"/>
                <a:gd name="connsiteX66" fmla="*/ 118214 w 361670"/>
                <a:gd name="connsiteY66" fmla="*/ 216417 h 361333"/>
                <a:gd name="connsiteX67" fmla="*/ 137384 w 361670"/>
                <a:gd name="connsiteY67" fmla="*/ 251529 h 361333"/>
                <a:gd name="connsiteX68" fmla="*/ 146969 w 361670"/>
                <a:gd name="connsiteY68" fmla="*/ 270042 h 361333"/>
                <a:gd name="connsiteX69" fmla="*/ 146969 w 361670"/>
                <a:gd name="connsiteY69" fmla="*/ 291748 h 361333"/>
                <a:gd name="connsiteX70" fmla="*/ 140579 w 361670"/>
                <a:gd name="connsiteY70" fmla="*/ 298132 h 361333"/>
                <a:gd name="connsiteX71" fmla="*/ 134189 w 361670"/>
                <a:gd name="connsiteY71" fmla="*/ 291748 h 361333"/>
                <a:gd name="connsiteX72" fmla="*/ 134189 w 361670"/>
                <a:gd name="connsiteY72" fmla="*/ 270042 h 361333"/>
                <a:gd name="connsiteX73" fmla="*/ 130355 w 361670"/>
                <a:gd name="connsiteY73" fmla="*/ 262382 h 361333"/>
                <a:gd name="connsiteX74" fmla="*/ 105434 w 361670"/>
                <a:gd name="connsiteY74" fmla="*/ 217055 h 361333"/>
                <a:gd name="connsiteX75" fmla="*/ 105434 w 361670"/>
                <a:gd name="connsiteY75" fmla="*/ 215140 h 361333"/>
                <a:gd name="connsiteX76" fmla="*/ 105434 w 361670"/>
                <a:gd name="connsiteY76" fmla="*/ 135979 h 361333"/>
                <a:gd name="connsiteX77" fmla="*/ 108629 w 361670"/>
                <a:gd name="connsiteY77" fmla="*/ 130233 h 361333"/>
                <a:gd name="connsiteX78" fmla="*/ 120131 w 361670"/>
                <a:gd name="connsiteY78" fmla="*/ 127041 h 361333"/>
                <a:gd name="connsiteX79" fmla="*/ 122048 w 361670"/>
                <a:gd name="connsiteY79" fmla="*/ 127041 h 361333"/>
                <a:gd name="connsiteX80" fmla="*/ 122686 w 361670"/>
                <a:gd name="connsiteY80" fmla="*/ 127041 h 361333"/>
                <a:gd name="connsiteX81" fmla="*/ 123965 w 361670"/>
                <a:gd name="connsiteY81" fmla="*/ 127041 h 361333"/>
                <a:gd name="connsiteX82" fmla="*/ 123965 w 361670"/>
                <a:gd name="connsiteY82" fmla="*/ 127041 h 361333"/>
                <a:gd name="connsiteX83" fmla="*/ 123965 w 361670"/>
                <a:gd name="connsiteY83" fmla="*/ 81076 h 361333"/>
                <a:gd name="connsiteX84" fmla="*/ 145051 w 361670"/>
                <a:gd name="connsiteY84" fmla="*/ 60009 h 361333"/>
                <a:gd name="connsiteX85" fmla="*/ 159748 w 361670"/>
                <a:gd name="connsiteY85" fmla="*/ 66393 h 361333"/>
                <a:gd name="connsiteX86" fmla="*/ 165500 w 361670"/>
                <a:gd name="connsiteY86" fmla="*/ 79800 h 361333"/>
                <a:gd name="connsiteX87" fmla="*/ 165500 w 361670"/>
                <a:gd name="connsiteY87" fmla="*/ 81076 h 361333"/>
                <a:gd name="connsiteX88" fmla="*/ 165500 w 361670"/>
                <a:gd name="connsiteY88" fmla="*/ 120657 h 361333"/>
                <a:gd name="connsiteX89" fmla="*/ 173806 w 361670"/>
                <a:gd name="connsiteY89" fmla="*/ 118742 h 361333"/>
                <a:gd name="connsiteX90" fmla="*/ 188503 w 361670"/>
                <a:gd name="connsiteY90" fmla="*/ 125126 h 361333"/>
                <a:gd name="connsiteX91" fmla="*/ 191698 w 361670"/>
                <a:gd name="connsiteY91" fmla="*/ 128956 h 361333"/>
                <a:gd name="connsiteX92" fmla="*/ 202561 w 361670"/>
                <a:gd name="connsiteY92" fmla="*/ 125764 h 361333"/>
                <a:gd name="connsiteX93" fmla="*/ 210868 w 361670"/>
                <a:gd name="connsiteY93" fmla="*/ 127680 h 361333"/>
                <a:gd name="connsiteX94" fmla="*/ 210868 w 361670"/>
                <a:gd name="connsiteY94" fmla="*/ 104059 h 361333"/>
                <a:gd name="connsiteX95" fmla="*/ 231955 w 361670"/>
                <a:gd name="connsiteY95" fmla="*/ 82992 h 361333"/>
                <a:gd name="connsiteX96" fmla="*/ 246651 w 361670"/>
                <a:gd name="connsiteY96" fmla="*/ 89376 h 361333"/>
                <a:gd name="connsiteX97" fmla="*/ 253041 w 361670"/>
                <a:gd name="connsiteY97" fmla="*/ 104059 h 361333"/>
                <a:gd name="connsiteX98" fmla="*/ 253041 w 361670"/>
                <a:gd name="connsiteY98" fmla="*/ 22280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361670" h="361333">
                  <a:moveTo>
                    <a:pt x="180836" y="0"/>
                  </a:moveTo>
                  <a:cubicBezTo>
                    <a:pt x="80513" y="0"/>
                    <a:pt x="0" y="81076"/>
                    <a:pt x="0" y="180667"/>
                  </a:cubicBezTo>
                  <a:cubicBezTo>
                    <a:pt x="0" y="280257"/>
                    <a:pt x="81152" y="361333"/>
                    <a:pt x="180836" y="361333"/>
                  </a:cubicBezTo>
                  <a:cubicBezTo>
                    <a:pt x="280518" y="361333"/>
                    <a:pt x="361670" y="280257"/>
                    <a:pt x="361670" y="180667"/>
                  </a:cubicBezTo>
                  <a:cubicBezTo>
                    <a:pt x="361670" y="81076"/>
                    <a:pt x="281157" y="0"/>
                    <a:pt x="180836" y="0"/>
                  </a:cubicBezTo>
                  <a:close/>
                  <a:moveTo>
                    <a:pt x="254959" y="222801"/>
                  </a:moveTo>
                  <a:cubicBezTo>
                    <a:pt x="254959" y="237484"/>
                    <a:pt x="249208" y="251529"/>
                    <a:pt x="238984" y="262382"/>
                  </a:cubicBezTo>
                  <a:cubicBezTo>
                    <a:pt x="237067" y="264297"/>
                    <a:pt x="236428" y="266212"/>
                    <a:pt x="236428" y="268766"/>
                  </a:cubicBezTo>
                  <a:lnTo>
                    <a:pt x="236428" y="293025"/>
                  </a:lnTo>
                  <a:cubicBezTo>
                    <a:pt x="236428" y="296855"/>
                    <a:pt x="233872" y="299409"/>
                    <a:pt x="230038" y="299409"/>
                  </a:cubicBezTo>
                  <a:cubicBezTo>
                    <a:pt x="226204" y="299409"/>
                    <a:pt x="223648" y="296855"/>
                    <a:pt x="223648" y="293025"/>
                  </a:cubicBezTo>
                  <a:lnTo>
                    <a:pt x="223648" y="268766"/>
                  </a:lnTo>
                  <a:cubicBezTo>
                    <a:pt x="223648" y="263020"/>
                    <a:pt x="225565" y="257913"/>
                    <a:pt x="230038" y="253444"/>
                  </a:cubicBezTo>
                  <a:cubicBezTo>
                    <a:pt x="237705" y="245145"/>
                    <a:pt x="242179" y="234292"/>
                    <a:pt x="242179" y="222801"/>
                  </a:cubicBezTo>
                  <a:lnTo>
                    <a:pt x="242179" y="105336"/>
                  </a:lnTo>
                  <a:cubicBezTo>
                    <a:pt x="242179" y="103420"/>
                    <a:pt x="241540" y="100867"/>
                    <a:pt x="239623" y="99590"/>
                  </a:cubicBezTo>
                  <a:cubicBezTo>
                    <a:pt x="238345" y="98313"/>
                    <a:pt x="235789" y="97036"/>
                    <a:pt x="233872" y="97036"/>
                  </a:cubicBezTo>
                  <a:cubicBezTo>
                    <a:pt x="229399" y="97036"/>
                    <a:pt x="225565" y="100867"/>
                    <a:pt x="225565" y="105336"/>
                  </a:cubicBezTo>
                  <a:lnTo>
                    <a:pt x="225565" y="148108"/>
                  </a:lnTo>
                  <a:cubicBezTo>
                    <a:pt x="225565" y="148108"/>
                    <a:pt x="225565" y="148108"/>
                    <a:pt x="225565" y="148108"/>
                  </a:cubicBezTo>
                  <a:lnTo>
                    <a:pt x="225565" y="171729"/>
                  </a:lnTo>
                  <a:cubicBezTo>
                    <a:pt x="225565" y="171729"/>
                    <a:pt x="225565" y="171729"/>
                    <a:pt x="225565" y="171729"/>
                  </a:cubicBezTo>
                  <a:lnTo>
                    <a:pt x="225565" y="171729"/>
                  </a:lnTo>
                  <a:lnTo>
                    <a:pt x="225565" y="173006"/>
                  </a:lnTo>
                  <a:cubicBezTo>
                    <a:pt x="225565" y="173006"/>
                    <a:pt x="225565" y="173006"/>
                    <a:pt x="225565" y="173006"/>
                  </a:cubicBezTo>
                  <a:cubicBezTo>
                    <a:pt x="225565" y="178752"/>
                    <a:pt x="223648" y="183859"/>
                    <a:pt x="219175" y="187689"/>
                  </a:cubicBezTo>
                  <a:cubicBezTo>
                    <a:pt x="215341" y="191519"/>
                    <a:pt x="210229" y="194073"/>
                    <a:pt x="204478" y="194073"/>
                  </a:cubicBezTo>
                  <a:cubicBezTo>
                    <a:pt x="197449" y="194073"/>
                    <a:pt x="191698" y="190881"/>
                    <a:pt x="187864" y="185774"/>
                  </a:cubicBezTo>
                  <a:cubicBezTo>
                    <a:pt x="184669" y="188327"/>
                    <a:pt x="180196" y="189604"/>
                    <a:pt x="175723" y="189604"/>
                  </a:cubicBezTo>
                  <a:cubicBezTo>
                    <a:pt x="169972" y="189604"/>
                    <a:pt x="164861" y="187689"/>
                    <a:pt x="161026" y="183220"/>
                  </a:cubicBezTo>
                  <a:cubicBezTo>
                    <a:pt x="157831" y="180028"/>
                    <a:pt x="155915" y="176836"/>
                    <a:pt x="155276" y="172368"/>
                  </a:cubicBezTo>
                  <a:cubicBezTo>
                    <a:pt x="155276" y="171729"/>
                    <a:pt x="154636" y="171091"/>
                    <a:pt x="154636" y="170452"/>
                  </a:cubicBezTo>
                  <a:lnTo>
                    <a:pt x="154636" y="169176"/>
                  </a:lnTo>
                  <a:cubicBezTo>
                    <a:pt x="154636" y="169176"/>
                    <a:pt x="154636" y="168537"/>
                    <a:pt x="154636" y="168537"/>
                  </a:cubicBezTo>
                  <a:cubicBezTo>
                    <a:pt x="154636" y="168537"/>
                    <a:pt x="154636" y="167899"/>
                    <a:pt x="154636" y="167899"/>
                  </a:cubicBezTo>
                  <a:lnTo>
                    <a:pt x="154636" y="140448"/>
                  </a:lnTo>
                  <a:cubicBezTo>
                    <a:pt x="154636" y="139809"/>
                    <a:pt x="154636" y="139809"/>
                    <a:pt x="154636" y="139171"/>
                  </a:cubicBezTo>
                  <a:cubicBezTo>
                    <a:pt x="154636" y="139171"/>
                    <a:pt x="154636" y="139171"/>
                    <a:pt x="154636" y="138532"/>
                  </a:cubicBezTo>
                  <a:lnTo>
                    <a:pt x="154636" y="81076"/>
                  </a:lnTo>
                  <a:cubicBezTo>
                    <a:pt x="154636" y="78523"/>
                    <a:pt x="153358" y="76608"/>
                    <a:pt x="152081" y="75331"/>
                  </a:cubicBezTo>
                  <a:cubicBezTo>
                    <a:pt x="150802" y="74054"/>
                    <a:pt x="148246" y="72777"/>
                    <a:pt x="146330" y="72777"/>
                  </a:cubicBezTo>
                  <a:cubicBezTo>
                    <a:pt x="141856" y="72777"/>
                    <a:pt x="138022" y="76608"/>
                    <a:pt x="138022" y="81076"/>
                  </a:cubicBezTo>
                  <a:lnTo>
                    <a:pt x="138022" y="131510"/>
                  </a:lnTo>
                  <a:cubicBezTo>
                    <a:pt x="138022" y="131510"/>
                    <a:pt x="138661" y="132148"/>
                    <a:pt x="138661" y="132148"/>
                  </a:cubicBezTo>
                  <a:cubicBezTo>
                    <a:pt x="144412" y="136617"/>
                    <a:pt x="147607" y="143001"/>
                    <a:pt x="147607" y="150024"/>
                  </a:cubicBezTo>
                  <a:cubicBezTo>
                    <a:pt x="147607" y="150024"/>
                    <a:pt x="147607" y="150662"/>
                    <a:pt x="147607" y="150662"/>
                  </a:cubicBezTo>
                  <a:lnTo>
                    <a:pt x="147607" y="187051"/>
                  </a:lnTo>
                  <a:cubicBezTo>
                    <a:pt x="166138" y="189604"/>
                    <a:pt x="182113" y="201734"/>
                    <a:pt x="189142" y="218332"/>
                  </a:cubicBezTo>
                  <a:cubicBezTo>
                    <a:pt x="193615" y="213225"/>
                    <a:pt x="200005" y="209395"/>
                    <a:pt x="207034" y="208118"/>
                  </a:cubicBezTo>
                  <a:cubicBezTo>
                    <a:pt x="210229" y="207479"/>
                    <a:pt x="214063" y="210033"/>
                    <a:pt x="214702" y="213225"/>
                  </a:cubicBezTo>
                  <a:cubicBezTo>
                    <a:pt x="215341" y="216417"/>
                    <a:pt x="212785" y="220247"/>
                    <a:pt x="209590" y="220886"/>
                  </a:cubicBezTo>
                  <a:cubicBezTo>
                    <a:pt x="200644" y="222801"/>
                    <a:pt x="193615" y="230462"/>
                    <a:pt x="193615" y="240038"/>
                  </a:cubicBezTo>
                  <a:cubicBezTo>
                    <a:pt x="193615" y="240038"/>
                    <a:pt x="193615" y="240038"/>
                    <a:pt x="193615" y="240038"/>
                  </a:cubicBezTo>
                  <a:cubicBezTo>
                    <a:pt x="193615" y="243868"/>
                    <a:pt x="191059" y="246422"/>
                    <a:pt x="187225" y="246422"/>
                  </a:cubicBezTo>
                  <a:cubicBezTo>
                    <a:pt x="184669" y="246422"/>
                    <a:pt x="182113" y="244506"/>
                    <a:pt x="181474" y="242591"/>
                  </a:cubicBezTo>
                  <a:cubicBezTo>
                    <a:pt x="180836" y="241953"/>
                    <a:pt x="180836" y="240676"/>
                    <a:pt x="180836" y="240038"/>
                  </a:cubicBezTo>
                  <a:cubicBezTo>
                    <a:pt x="180836" y="240038"/>
                    <a:pt x="180836" y="240038"/>
                    <a:pt x="180836" y="240038"/>
                  </a:cubicBezTo>
                  <a:cubicBezTo>
                    <a:pt x="180836" y="217694"/>
                    <a:pt x="162943" y="199819"/>
                    <a:pt x="140579" y="199819"/>
                  </a:cubicBezTo>
                  <a:cubicBezTo>
                    <a:pt x="137384" y="199819"/>
                    <a:pt x="134189" y="196627"/>
                    <a:pt x="134189" y="193435"/>
                  </a:cubicBezTo>
                  <a:lnTo>
                    <a:pt x="134189" y="151300"/>
                  </a:lnTo>
                  <a:cubicBezTo>
                    <a:pt x="134189" y="147470"/>
                    <a:pt x="132271" y="144278"/>
                    <a:pt x="129716" y="142363"/>
                  </a:cubicBezTo>
                  <a:cubicBezTo>
                    <a:pt x="129076" y="141724"/>
                    <a:pt x="128438" y="141086"/>
                    <a:pt x="127160" y="141086"/>
                  </a:cubicBezTo>
                  <a:cubicBezTo>
                    <a:pt x="125881" y="140448"/>
                    <a:pt x="124604" y="140448"/>
                    <a:pt x="123326" y="139809"/>
                  </a:cubicBezTo>
                  <a:lnTo>
                    <a:pt x="122048" y="139809"/>
                  </a:lnTo>
                  <a:lnTo>
                    <a:pt x="120770" y="139809"/>
                  </a:lnTo>
                  <a:cubicBezTo>
                    <a:pt x="120131" y="139809"/>
                    <a:pt x="118853" y="139809"/>
                    <a:pt x="118214" y="139809"/>
                  </a:cubicBezTo>
                  <a:lnTo>
                    <a:pt x="118214" y="216417"/>
                  </a:lnTo>
                  <a:cubicBezTo>
                    <a:pt x="118853" y="230462"/>
                    <a:pt x="125881" y="243230"/>
                    <a:pt x="137384" y="251529"/>
                  </a:cubicBezTo>
                  <a:cubicBezTo>
                    <a:pt x="143135" y="255359"/>
                    <a:pt x="146969" y="262382"/>
                    <a:pt x="146969" y="270042"/>
                  </a:cubicBezTo>
                  <a:lnTo>
                    <a:pt x="146969" y="291748"/>
                  </a:lnTo>
                  <a:cubicBezTo>
                    <a:pt x="146969" y="295578"/>
                    <a:pt x="144412" y="298132"/>
                    <a:pt x="140579" y="298132"/>
                  </a:cubicBezTo>
                  <a:cubicBezTo>
                    <a:pt x="136745" y="298132"/>
                    <a:pt x="134189" y="295578"/>
                    <a:pt x="134189" y="291748"/>
                  </a:cubicBezTo>
                  <a:lnTo>
                    <a:pt x="134189" y="270042"/>
                  </a:lnTo>
                  <a:cubicBezTo>
                    <a:pt x="134189" y="266850"/>
                    <a:pt x="132911" y="264297"/>
                    <a:pt x="130355" y="262382"/>
                  </a:cubicBezTo>
                  <a:cubicBezTo>
                    <a:pt x="115658" y="252167"/>
                    <a:pt x="106073" y="235569"/>
                    <a:pt x="105434" y="217055"/>
                  </a:cubicBezTo>
                  <a:lnTo>
                    <a:pt x="105434" y="215140"/>
                  </a:lnTo>
                  <a:lnTo>
                    <a:pt x="105434" y="135979"/>
                  </a:lnTo>
                  <a:cubicBezTo>
                    <a:pt x="105434" y="133425"/>
                    <a:pt x="106712" y="131510"/>
                    <a:pt x="108629" y="130233"/>
                  </a:cubicBezTo>
                  <a:cubicBezTo>
                    <a:pt x="111824" y="128318"/>
                    <a:pt x="115658" y="127680"/>
                    <a:pt x="120131" y="127041"/>
                  </a:cubicBezTo>
                  <a:cubicBezTo>
                    <a:pt x="120770" y="127041"/>
                    <a:pt x="121409" y="127041"/>
                    <a:pt x="122048" y="127041"/>
                  </a:cubicBezTo>
                  <a:lnTo>
                    <a:pt x="122686" y="127041"/>
                  </a:lnTo>
                  <a:cubicBezTo>
                    <a:pt x="123326" y="127041"/>
                    <a:pt x="123326" y="127041"/>
                    <a:pt x="123965" y="127041"/>
                  </a:cubicBezTo>
                  <a:cubicBezTo>
                    <a:pt x="123965" y="127041"/>
                    <a:pt x="123965" y="127041"/>
                    <a:pt x="123965" y="127041"/>
                  </a:cubicBezTo>
                  <a:lnTo>
                    <a:pt x="123965" y="81076"/>
                  </a:lnTo>
                  <a:cubicBezTo>
                    <a:pt x="123965" y="69585"/>
                    <a:pt x="133550" y="60009"/>
                    <a:pt x="145051" y="60009"/>
                  </a:cubicBezTo>
                  <a:cubicBezTo>
                    <a:pt x="150802" y="60009"/>
                    <a:pt x="155915" y="61925"/>
                    <a:pt x="159748" y="66393"/>
                  </a:cubicBezTo>
                  <a:cubicBezTo>
                    <a:pt x="163582" y="70224"/>
                    <a:pt x="165500" y="74692"/>
                    <a:pt x="165500" y="79800"/>
                  </a:cubicBezTo>
                  <a:cubicBezTo>
                    <a:pt x="165500" y="80438"/>
                    <a:pt x="165500" y="80438"/>
                    <a:pt x="165500" y="81076"/>
                  </a:cubicBezTo>
                  <a:lnTo>
                    <a:pt x="165500" y="120657"/>
                  </a:lnTo>
                  <a:cubicBezTo>
                    <a:pt x="168056" y="119380"/>
                    <a:pt x="170611" y="118742"/>
                    <a:pt x="173806" y="118742"/>
                  </a:cubicBezTo>
                  <a:cubicBezTo>
                    <a:pt x="179557" y="118742"/>
                    <a:pt x="184669" y="120657"/>
                    <a:pt x="188503" y="125126"/>
                  </a:cubicBezTo>
                  <a:cubicBezTo>
                    <a:pt x="189781" y="126403"/>
                    <a:pt x="190420" y="127680"/>
                    <a:pt x="191698" y="128956"/>
                  </a:cubicBezTo>
                  <a:cubicBezTo>
                    <a:pt x="194893" y="127041"/>
                    <a:pt x="198727" y="125764"/>
                    <a:pt x="202561" y="125764"/>
                  </a:cubicBezTo>
                  <a:cubicBezTo>
                    <a:pt x="205117" y="125764"/>
                    <a:pt x="208312" y="126403"/>
                    <a:pt x="210868" y="127680"/>
                  </a:cubicBezTo>
                  <a:lnTo>
                    <a:pt x="210868" y="104059"/>
                  </a:lnTo>
                  <a:cubicBezTo>
                    <a:pt x="210868" y="92568"/>
                    <a:pt x="220453" y="82992"/>
                    <a:pt x="231955" y="82992"/>
                  </a:cubicBezTo>
                  <a:cubicBezTo>
                    <a:pt x="237705" y="82992"/>
                    <a:pt x="242818" y="84907"/>
                    <a:pt x="246651" y="89376"/>
                  </a:cubicBezTo>
                  <a:cubicBezTo>
                    <a:pt x="250485" y="93206"/>
                    <a:pt x="253041" y="98313"/>
                    <a:pt x="253041" y="104059"/>
                  </a:cubicBezTo>
                  <a:lnTo>
                    <a:pt x="253041" y="222801"/>
                  </a:lnTo>
                  <a:close/>
                </a:path>
              </a:pathLst>
            </a:custGeom>
            <a:solidFill>
              <a:srgbClr val="0076A8"/>
            </a:solidFill>
            <a:ln w="6390" cap="flat">
              <a:noFill/>
              <a:prstDash val="solid"/>
              <a:miter/>
            </a:ln>
          </p:spPr>
          <p:txBody>
            <a:bodyPr rtlCol="0" anchor="ctr"/>
            <a:lstStyle/>
            <a:p>
              <a:endParaRPr lang="en-US"/>
            </a:p>
          </p:txBody>
        </p:sp>
        <p:sp>
          <p:nvSpPr>
            <p:cNvPr id="625" name="Graphic 4">
              <a:extLst>
                <a:ext uri="{FF2B5EF4-FFF2-40B4-BE49-F238E27FC236}">
                  <a16:creationId xmlns:a16="http://schemas.microsoft.com/office/drawing/2014/main" id="{520FE27E-93AA-9741-B109-EE6CAB8D89C2}"/>
                </a:ext>
              </a:extLst>
            </p:cNvPr>
            <p:cNvSpPr/>
            <p:nvPr/>
          </p:nvSpPr>
          <p:spPr>
            <a:xfrm>
              <a:off x="8435994" y="2995527"/>
              <a:ext cx="16614" cy="42134"/>
            </a:xfrm>
            <a:custGeom>
              <a:avLst/>
              <a:gdLst>
                <a:gd name="connsiteX0" fmla="*/ 16614 w 16614"/>
                <a:gd name="connsiteY0" fmla="*/ 8299 h 42134"/>
                <a:gd name="connsiteX1" fmla="*/ 14058 w 16614"/>
                <a:gd name="connsiteY1" fmla="*/ 2554 h 42134"/>
                <a:gd name="connsiteX2" fmla="*/ 8307 w 16614"/>
                <a:gd name="connsiteY2" fmla="*/ 0 h 42134"/>
                <a:gd name="connsiteX3" fmla="*/ 0 w 16614"/>
                <a:gd name="connsiteY3" fmla="*/ 7661 h 42134"/>
                <a:gd name="connsiteX4" fmla="*/ 0 w 16614"/>
                <a:gd name="connsiteY4" fmla="*/ 33835 h 42134"/>
                <a:gd name="connsiteX5" fmla="*/ 8307 w 16614"/>
                <a:gd name="connsiteY5" fmla="*/ 42134 h 42134"/>
                <a:gd name="connsiteX6" fmla="*/ 14058 w 16614"/>
                <a:gd name="connsiteY6" fmla="*/ 39581 h 42134"/>
                <a:gd name="connsiteX7" fmla="*/ 16614 w 16614"/>
                <a:gd name="connsiteY7" fmla="*/ 33835 h 42134"/>
                <a:gd name="connsiteX8" fmla="*/ 16614 w 16614"/>
                <a:gd name="connsiteY8" fmla="*/ 33835 h 42134"/>
                <a:gd name="connsiteX9" fmla="*/ 16614 w 16614"/>
                <a:gd name="connsiteY9" fmla="*/ 31920 h 42134"/>
                <a:gd name="connsiteX10" fmla="*/ 16614 w 16614"/>
                <a:gd name="connsiteY10" fmla="*/ 31920 h 42134"/>
                <a:gd name="connsiteX11" fmla="*/ 16614 w 16614"/>
                <a:gd name="connsiteY11" fmla="*/ 17875 h 42134"/>
                <a:gd name="connsiteX12" fmla="*/ 16614 w 16614"/>
                <a:gd name="connsiteY12" fmla="*/ 8299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14" h="42134">
                  <a:moveTo>
                    <a:pt x="16614" y="8299"/>
                  </a:moveTo>
                  <a:cubicBezTo>
                    <a:pt x="16614" y="6384"/>
                    <a:pt x="15975" y="3830"/>
                    <a:pt x="14058" y="2554"/>
                  </a:cubicBezTo>
                  <a:cubicBezTo>
                    <a:pt x="12780" y="1277"/>
                    <a:pt x="10225" y="0"/>
                    <a:pt x="8307" y="0"/>
                  </a:cubicBezTo>
                  <a:cubicBezTo>
                    <a:pt x="3835" y="0"/>
                    <a:pt x="640" y="3192"/>
                    <a:pt x="0" y="7661"/>
                  </a:cubicBezTo>
                  <a:lnTo>
                    <a:pt x="0" y="33835"/>
                  </a:lnTo>
                  <a:cubicBezTo>
                    <a:pt x="0" y="38304"/>
                    <a:pt x="3835" y="42134"/>
                    <a:pt x="8307" y="42134"/>
                  </a:cubicBezTo>
                  <a:cubicBezTo>
                    <a:pt x="10225" y="42134"/>
                    <a:pt x="12780" y="41496"/>
                    <a:pt x="14058" y="39581"/>
                  </a:cubicBezTo>
                  <a:cubicBezTo>
                    <a:pt x="15336" y="38304"/>
                    <a:pt x="16614" y="35750"/>
                    <a:pt x="16614" y="33835"/>
                  </a:cubicBezTo>
                  <a:lnTo>
                    <a:pt x="16614" y="33835"/>
                  </a:lnTo>
                  <a:cubicBezTo>
                    <a:pt x="16614" y="33197"/>
                    <a:pt x="16614" y="32558"/>
                    <a:pt x="16614" y="31920"/>
                  </a:cubicBezTo>
                  <a:lnTo>
                    <a:pt x="16614" y="31920"/>
                  </a:lnTo>
                  <a:lnTo>
                    <a:pt x="16614" y="17875"/>
                  </a:lnTo>
                  <a:lnTo>
                    <a:pt x="16614" y="8299"/>
                  </a:lnTo>
                  <a:close/>
                </a:path>
              </a:pathLst>
            </a:custGeom>
            <a:solidFill>
              <a:srgbClr val="0076A8"/>
            </a:solidFill>
            <a:ln w="6390" cap="flat">
              <a:noFill/>
              <a:prstDash val="solid"/>
              <a:miter/>
            </a:ln>
          </p:spPr>
          <p:txBody>
            <a:bodyPr rtlCol="0" anchor="ctr"/>
            <a:lstStyle/>
            <a:p>
              <a:endParaRPr lang="en-US"/>
            </a:p>
          </p:txBody>
        </p:sp>
        <p:sp>
          <p:nvSpPr>
            <p:cNvPr id="626" name="Graphic 4">
              <a:extLst>
                <a:ext uri="{FF2B5EF4-FFF2-40B4-BE49-F238E27FC236}">
                  <a16:creationId xmlns:a16="http://schemas.microsoft.com/office/drawing/2014/main" id="{E6F5EB10-3FE2-1340-9C2D-2F23780E23B2}"/>
                </a:ext>
              </a:extLst>
            </p:cNvPr>
            <p:cNvSpPr/>
            <p:nvPr/>
          </p:nvSpPr>
          <p:spPr>
            <a:xfrm>
              <a:off x="8407239" y="2989143"/>
              <a:ext cx="16614" cy="44687"/>
            </a:xfrm>
            <a:custGeom>
              <a:avLst/>
              <a:gdLst>
                <a:gd name="connsiteX0" fmla="*/ 16614 w 16614"/>
                <a:gd name="connsiteY0" fmla="*/ 35750 h 44687"/>
                <a:gd name="connsiteX1" fmla="*/ 16614 w 16614"/>
                <a:gd name="connsiteY1" fmla="*/ 15322 h 44687"/>
                <a:gd name="connsiteX2" fmla="*/ 16614 w 16614"/>
                <a:gd name="connsiteY2" fmla="*/ 15322 h 44687"/>
                <a:gd name="connsiteX3" fmla="*/ 16614 w 16614"/>
                <a:gd name="connsiteY3" fmla="*/ 14045 h 44687"/>
                <a:gd name="connsiteX4" fmla="*/ 16614 w 16614"/>
                <a:gd name="connsiteY4" fmla="*/ 8299 h 44687"/>
                <a:gd name="connsiteX5" fmla="*/ 14058 w 16614"/>
                <a:gd name="connsiteY5" fmla="*/ 2554 h 44687"/>
                <a:gd name="connsiteX6" fmla="*/ 8307 w 16614"/>
                <a:gd name="connsiteY6" fmla="*/ 0 h 44687"/>
                <a:gd name="connsiteX7" fmla="*/ 0 w 16614"/>
                <a:gd name="connsiteY7" fmla="*/ 8299 h 44687"/>
                <a:gd name="connsiteX8" fmla="*/ 0 w 16614"/>
                <a:gd name="connsiteY8" fmla="*/ 37027 h 44687"/>
                <a:gd name="connsiteX9" fmla="*/ 2556 w 16614"/>
                <a:gd name="connsiteY9" fmla="*/ 42134 h 44687"/>
                <a:gd name="connsiteX10" fmla="*/ 8307 w 16614"/>
                <a:gd name="connsiteY10" fmla="*/ 44688 h 44687"/>
                <a:gd name="connsiteX11" fmla="*/ 16614 w 16614"/>
                <a:gd name="connsiteY11" fmla="*/ 35750 h 44687"/>
                <a:gd name="connsiteX12" fmla="*/ 16614 w 16614"/>
                <a:gd name="connsiteY12" fmla="*/ 35750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14" h="44687">
                  <a:moveTo>
                    <a:pt x="16614" y="35750"/>
                  </a:moveTo>
                  <a:lnTo>
                    <a:pt x="16614" y="15322"/>
                  </a:lnTo>
                  <a:cubicBezTo>
                    <a:pt x="16614" y="15322"/>
                    <a:pt x="16614" y="15322"/>
                    <a:pt x="16614" y="15322"/>
                  </a:cubicBezTo>
                  <a:cubicBezTo>
                    <a:pt x="16614" y="14683"/>
                    <a:pt x="16614" y="14683"/>
                    <a:pt x="16614" y="14045"/>
                  </a:cubicBezTo>
                  <a:lnTo>
                    <a:pt x="16614" y="8299"/>
                  </a:lnTo>
                  <a:cubicBezTo>
                    <a:pt x="16614" y="6384"/>
                    <a:pt x="15975" y="3830"/>
                    <a:pt x="14058" y="2554"/>
                  </a:cubicBezTo>
                  <a:cubicBezTo>
                    <a:pt x="12780" y="1277"/>
                    <a:pt x="10225" y="0"/>
                    <a:pt x="8307" y="0"/>
                  </a:cubicBezTo>
                  <a:cubicBezTo>
                    <a:pt x="3835" y="0"/>
                    <a:pt x="0" y="3830"/>
                    <a:pt x="0" y="8299"/>
                  </a:cubicBezTo>
                  <a:lnTo>
                    <a:pt x="0" y="37027"/>
                  </a:lnTo>
                  <a:cubicBezTo>
                    <a:pt x="0" y="38942"/>
                    <a:pt x="1278" y="40857"/>
                    <a:pt x="2556" y="42134"/>
                  </a:cubicBezTo>
                  <a:cubicBezTo>
                    <a:pt x="3835" y="43411"/>
                    <a:pt x="6390" y="44688"/>
                    <a:pt x="8307" y="44688"/>
                  </a:cubicBezTo>
                  <a:cubicBezTo>
                    <a:pt x="12780" y="44049"/>
                    <a:pt x="16614" y="40857"/>
                    <a:pt x="16614" y="35750"/>
                  </a:cubicBezTo>
                  <a:cubicBezTo>
                    <a:pt x="16614" y="35750"/>
                    <a:pt x="16614" y="35750"/>
                    <a:pt x="16614" y="35750"/>
                  </a:cubicBezTo>
                  <a:close/>
                </a:path>
              </a:pathLst>
            </a:custGeom>
            <a:solidFill>
              <a:srgbClr val="0076A8"/>
            </a:solidFill>
            <a:ln w="6390" cap="flat">
              <a:noFill/>
              <a:prstDash val="solid"/>
              <a:miter/>
            </a:ln>
          </p:spPr>
          <p:txBody>
            <a:bodyPr rtlCol="0" anchor="ctr"/>
            <a:lstStyle/>
            <a:p>
              <a:endParaRPr lang="en-US"/>
            </a:p>
          </p:txBody>
        </p:sp>
      </p:grpSp>
      <p:sp>
        <p:nvSpPr>
          <p:cNvPr id="627" name="Graphic 4">
            <a:extLst>
              <a:ext uri="{FF2B5EF4-FFF2-40B4-BE49-F238E27FC236}">
                <a16:creationId xmlns:a16="http://schemas.microsoft.com/office/drawing/2014/main" id="{8CD3886B-2A32-0F4D-A4EE-E941A3869454}"/>
              </a:ext>
            </a:extLst>
          </p:cNvPr>
          <p:cNvSpPr>
            <a:spLocks noChangeAspect="1"/>
          </p:cNvSpPr>
          <p:nvPr/>
        </p:nvSpPr>
        <p:spPr>
          <a:xfrm>
            <a:off x="8239823" y="1402085"/>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283075 w 361670"/>
              <a:gd name="connsiteY5" fmla="*/ 249614 h 361333"/>
              <a:gd name="connsiteX6" fmla="*/ 260070 w 361670"/>
              <a:gd name="connsiteY6" fmla="*/ 249614 h 361333"/>
              <a:gd name="connsiteX7" fmla="*/ 254320 w 361670"/>
              <a:gd name="connsiteY7" fmla="*/ 252167 h 361333"/>
              <a:gd name="connsiteX8" fmla="*/ 217258 w 361670"/>
              <a:gd name="connsiteY8" fmla="*/ 266850 h 361333"/>
              <a:gd name="connsiteX9" fmla="*/ 187225 w 361670"/>
              <a:gd name="connsiteY9" fmla="*/ 266850 h 361333"/>
              <a:gd name="connsiteX10" fmla="*/ 169333 w 361670"/>
              <a:gd name="connsiteY10" fmla="*/ 266850 h 361333"/>
              <a:gd name="connsiteX11" fmla="*/ 155276 w 361670"/>
              <a:gd name="connsiteY11" fmla="*/ 261105 h 361333"/>
              <a:gd name="connsiteX12" fmla="*/ 149525 w 361670"/>
              <a:gd name="connsiteY12" fmla="*/ 247060 h 361333"/>
              <a:gd name="connsiteX13" fmla="*/ 151441 w 361670"/>
              <a:gd name="connsiteY13" fmla="*/ 238761 h 361333"/>
              <a:gd name="connsiteX14" fmla="*/ 144412 w 361670"/>
              <a:gd name="connsiteY14" fmla="*/ 234292 h 361333"/>
              <a:gd name="connsiteX15" fmla="*/ 138661 w 361670"/>
              <a:gd name="connsiteY15" fmla="*/ 220247 h 361333"/>
              <a:gd name="connsiteX16" fmla="*/ 140579 w 361670"/>
              <a:gd name="connsiteY16" fmla="*/ 211948 h 361333"/>
              <a:gd name="connsiteX17" fmla="*/ 132271 w 361670"/>
              <a:gd name="connsiteY17" fmla="*/ 206841 h 361333"/>
              <a:gd name="connsiteX18" fmla="*/ 126521 w 361670"/>
              <a:gd name="connsiteY18" fmla="*/ 192796 h 361333"/>
              <a:gd name="connsiteX19" fmla="*/ 127799 w 361670"/>
              <a:gd name="connsiteY19" fmla="*/ 185774 h 361333"/>
              <a:gd name="connsiteX20" fmla="*/ 92654 w 361670"/>
              <a:gd name="connsiteY20" fmla="*/ 185774 h 361333"/>
              <a:gd name="connsiteX21" fmla="*/ 91376 w 361670"/>
              <a:gd name="connsiteY21" fmla="*/ 185774 h 361333"/>
              <a:gd name="connsiteX22" fmla="*/ 78597 w 361670"/>
              <a:gd name="connsiteY22" fmla="*/ 180028 h 361333"/>
              <a:gd name="connsiteX23" fmla="*/ 72845 w 361670"/>
              <a:gd name="connsiteY23" fmla="*/ 165984 h 361333"/>
              <a:gd name="connsiteX24" fmla="*/ 92654 w 361670"/>
              <a:gd name="connsiteY24" fmla="*/ 146193 h 361333"/>
              <a:gd name="connsiteX25" fmla="*/ 176362 w 361670"/>
              <a:gd name="connsiteY25" fmla="*/ 146193 h 361333"/>
              <a:gd name="connsiteX26" fmla="*/ 159748 w 361670"/>
              <a:gd name="connsiteY26" fmla="*/ 135979 h 361333"/>
              <a:gd name="connsiteX27" fmla="*/ 151441 w 361670"/>
              <a:gd name="connsiteY27" fmla="*/ 104697 h 361333"/>
              <a:gd name="connsiteX28" fmla="*/ 168056 w 361670"/>
              <a:gd name="connsiteY28" fmla="*/ 97037 h 361333"/>
              <a:gd name="connsiteX29" fmla="*/ 239623 w 361670"/>
              <a:gd name="connsiteY29" fmla="*/ 126403 h 361333"/>
              <a:gd name="connsiteX30" fmla="*/ 260070 w 361670"/>
              <a:gd name="connsiteY30" fmla="*/ 143001 h 361333"/>
              <a:gd name="connsiteX31" fmla="*/ 266460 w 361670"/>
              <a:gd name="connsiteY31" fmla="*/ 146193 h 361333"/>
              <a:gd name="connsiteX32" fmla="*/ 283075 w 361670"/>
              <a:gd name="connsiteY32" fmla="*/ 146193 h 361333"/>
              <a:gd name="connsiteX33" fmla="*/ 289464 w 361670"/>
              <a:gd name="connsiteY33" fmla="*/ 152577 h 361333"/>
              <a:gd name="connsiteX34" fmla="*/ 283075 w 361670"/>
              <a:gd name="connsiteY34" fmla="*/ 158961 h 361333"/>
              <a:gd name="connsiteX35" fmla="*/ 266460 w 361670"/>
              <a:gd name="connsiteY35" fmla="*/ 158961 h 361333"/>
              <a:gd name="connsiteX36" fmla="*/ 249208 w 361670"/>
              <a:gd name="connsiteY36" fmla="*/ 150662 h 361333"/>
              <a:gd name="connsiteX37" fmla="*/ 233872 w 361670"/>
              <a:gd name="connsiteY37" fmla="*/ 138532 h 361333"/>
              <a:gd name="connsiteX38" fmla="*/ 162943 w 361670"/>
              <a:gd name="connsiteY38" fmla="*/ 109166 h 361333"/>
              <a:gd name="connsiteX39" fmla="*/ 161026 w 361670"/>
              <a:gd name="connsiteY39" fmla="*/ 115550 h 361333"/>
              <a:gd name="connsiteX40" fmla="*/ 165500 w 361670"/>
              <a:gd name="connsiteY40" fmla="*/ 125126 h 361333"/>
              <a:gd name="connsiteX41" fmla="*/ 201922 w 361670"/>
              <a:gd name="connsiteY41" fmla="*/ 146832 h 361333"/>
              <a:gd name="connsiteX42" fmla="*/ 204478 w 361670"/>
              <a:gd name="connsiteY42" fmla="*/ 153854 h 361333"/>
              <a:gd name="connsiteX43" fmla="*/ 198088 w 361670"/>
              <a:gd name="connsiteY43" fmla="*/ 158323 h 361333"/>
              <a:gd name="connsiteX44" fmla="*/ 92654 w 361670"/>
              <a:gd name="connsiteY44" fmla="*/ 158323 h 361333"/>
              <a:gd name="connsiteX45" fmla="*/ 85625 w 361670"/>
              <a:gd name="connsiteY45" fmla="*/ 165345 h 361333"/>
              <a:gd name="connsiteX46" fmla="*/ 87542 w 361670"/>
              <a:gd name="connsiteY46" fmla="*/ 170452 h 361333"/>
              <a:gd name="connsiteX47" fmla="*/ 92015 w 361670"/>
              <a:gd name="connsiteY47" fmla="*/ 172368 h 361333"/>
              <a:gd name="connsiteX48" fmla="*/ 145691 w 361670"/>
              <a:gd name="connsiteY48" fmla="*/ 172368 h 361333"/>
              <a:gd name="connsiteX49" fmla="*/ 146330 w 361670"/>
              <a:gd name="connsiteY49" fmla="*/ 172368 h 361333"/>
              <a:gd name="connsiteX50" fmla="*/ 146330 w 361670"/>
              <a:gd name="connsiteY50" fmla="*/ 172368 h 361333"/>
              <a:gd name="connsiteX51" fmla="*/ 166777 w 361670"/>
              <a:gd name="connsiteY51" fmla="*/ 172368 h 361333"/>
              <a:gd name="connsiteX52" fmla="*/ 173167 w 361670"/>
              <a:gd name="connsiteY52" fmla="*/ 178752 h 361333"/>
              <a:gd name="connsiteX53" fmla="*/ 166777 w 361670"/>
              <a:gd name="connsiteY53" fmla="*/ 185135 h 361333"/>
              <a:gd name="connsiteX54" fmla="*/ 145691 w 361670"/>
              <a:gd name="connsiteY54" fmla="*/ 185135 h 361333"/>
              <a:gd name="connsiteX55" fmla="*/ 138661 w 361670"/>
              <a:gd name="connsiteY55" fmla="*/ 192158 h 361333"/>
              <a:gd name="connsiteX56" fmla="*/ 140579 w 361670"/>
              <a:gd name="connsiteY56" fmla="*/ 197265 h 361333"/>
              <a:gd name="connsiteX57" fmla="*/ 145691 w 361670"/>
              <a:gd name="connsiteY57" fmla="*/ 199180 h 361333"/>
              <a:gd name="connsiteX58" fmla="*/ 157192 w 361670"/>
              <a:gd name="connsiteY58" fmla="*/ 199180 h 361333"/>
              <a:gd name="connsiteX59" fmla="*/ 158471 w 361670"/>
              <a:gd name="connsiteY59" fmla="*/ 199180 h 361333"/>
              <a:gd name="connsiteX60" fmla="*/ 158471 w 361670"/>
              <a:gd name="connsiteY60" fmla="*/ 199180 h 361333"/>
              <a:gd name="connsiteX61" fmla="*/ 173167 w 361670"/>
              <a:gd name="connsiteY61" fmla="*/ 199180 h 361333"/>
              <a:gd name="connsiteX62" fmla="*/ 179557 w 361670"/>
              <a:gd name="connsiteY62" fmla="*/ 205564 h 361333"/>
              <a:gd name="connsiteX63" fmla="*/ 173167 w 361670"/>
              <a:gd name="connsiteY63" fmla="*/ 211948 h 361333"/>
              <a:gd name="connsiteX64" fmla="*/ 157831 w 361670"/>
              <a:gd name="connsiteY64" fmla="*/ 211948 h 361333"/>
              <a:gd name="connsiteX65" fmla="*/ 150802 w 361670"/>
              <a:gd name="connsiteY65" fmla="*/ 218971 h 361333"/>
              <a:gd name="connsiteX66" fmla="*/ 152720 w 361670"/>
              <a:gd name="connsiteY66" fmla="*/ 224078 h 361333"/>
              <a:gd name="connsiteX67" fmla="*/ 157831 w 361670"/>
              <a:gd name="connsiteY67" fmla="*/ 225993 h 361333"/>
              <a:gd name="connsiteX68" fmla="*/ 168695 w 361670"/>
              <a:gd name="connsiteY68" fmla="*/ 225993 h 361333"/>
              <a:gd name="connsiteX69" fmla="*/ 168695 w 361670"/>
              <a:gd name="connsiteY69" fmla="*/ 225993 h 361333"/>
              <a:gd name="connsiteX70" fmla="*/ 168695 w 361670"/>
              <a:gd name="connsiteY70" fmla="*/ 225993 h 361333"/>
              <a:gd name="connsiteX71" fmla="*/ 179557 w 361670"/>
              <a:gd name="connsiteY71" fmla="*/ 225993 h 361333"/>
              <a:gd name="connsiteX72" fmla="*/ 185947 w 361670"/>
              <a:gd name="connsiteY72" fmla="*/ 232377 h 361333"/>
              <a:gd name="connsiteX73" fmla="*/ 179557 w 361670"/>
              <a:gd name="connsiteY73" fmla="*/ 238761 h 361333"/>
              <a:gd name="connsiteX74" fmla="*/ 168695 w 361670"/>
              <a:gd name="connsiteY74" fmla="*/ 238761 h 361333"/>
              <a:gd name="connsiteX75" fmla="*/ 161666 w 361670"/>
              <a:gd name="connsiteY75" fmla="*/ 245783 h 361333"/>
              <a:gd name="connsiteX76" fmla="*/ 163582 w 361670"/>
              <a:gd name="connsiteY76" fmla="*/ 250890 h 361333"/>
              <a:gd name="connsiteX77" fmla="*/ 168695 w 361670"/>
              <a:gd name="connsiteY77" fmla="*/ 252806 h 361333"/>
              <a:gd name="connsiteX78" fmla="*/ 216619 w 361670"/>
              <a:gd name="connsiteY78" fmla="*/ 252806 h 361333"/>
              <a:gd name="connsiteX79" fmla="*/ 244735 w 361670"/>
              <a:gd name="connsiteY79" fmla="*/ 241314 h 361333"/>
              <a:gd name="connsiteX80" fmla="*/ 259431 w 361670"/>
              <a:gd name="connsiteY80" fmla="*/ 235569 h 361333"/>
              <a:gd name="connsiteX81" fmla="*/ 282435 w 361670"/>
              <a:gd name="connsiteY81" fmla="*/ 235569 h 361333"/>
              <a:gd name="connsiteX82" fmla="*/ 288825 w 361670"/>
              <a:gd name="connsiteY82" fmla="*/ 241953 h 361333"/>
              <a:gd name="connsiteX83" fmla="*/ 283075 w 361670"/>
              <a:gd name="connsiteY83" fmla="*/ 24961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61670" h="361333">
                <a:moveTo>
                  <a:pt x="180836" y="0"/>
                </a:moveTo>
                <a:cubicBezTo>
                  <a:pt x="80513" y="0"/>
                  <a:pt x="0" y="81077"/>
                  <a:pt x="0" y="180667"/>
                </a:cubicBezTo>
                <a:cubicBezTo>
                  <a:pt x="0" y="280257"/>
                  <a:pt x="81152" y="361333"/>
                  <a:pt x="180836" y="361333"/>
                </a:cubicBezTo>
                <a:cubicBezTo>
                  <a:pt x="280518" y="361333"/>
                  <a:pt x="361670" y="280257"/>
                  <a:pt x="361670" y="180667"/>
                </a:cubicBezTo>
                <a:cubicBezTo>
                  <a:pt x="361670" y="81077"/>
                  <a:pt x="281157" y="0"/>
                  <a:pt x="180836" y="0"/>
                </a:cubicBezTo>
                <a:close/>
                <a:moveTo>
                  <a:pt x="283075" y="249614"/>
                </a:moveTo>
                <a:lnTo>
                  <a:pt x="260070" y="249614"/>
                </a:lnTo>
                <a:cubicBezTo>
                  <a:pt x="258154" y="249614"/>
                  <a:pt x="255597" y="250252"/>
                  <a:pt x="254320" y="252167"/>
                </a:cubicBezTo>
                <a:cubicBezTo>
                  <a:pt x="244095" y="261743"/>
                  <a:pt x="231315" y="266850"/>
                  <a:pt x="217258" y="266850"/>
                </a:cubicBezTo>
                <a:lnTo>
                  <a:pt x="187225" y="266850"/>
                </a:lnTo>
                <a:lnTo>
                  <a:pt x="169333" y="266850"/>
                </a:lnTo>
                <a:cubicBezTo>
                  <a:pt x="164221" y="266850"/>
                  <a:pt x="159110" y="264935"/>
                  <a:pt x="155276" y="261105"/>
                </a:cubicBezTo>
                <a:cubicBezTo>
                  <a:pt x="151441" y="257274"/>
                  <a:pt x="149525" y="252167"/>
                  <a:pt x="149525" y="247060"/>
                </a:cubicBezTo>
                <a:cubicBezTo>
                  <a:pt x="149525" y="243868"/>
                  <a:pt x="150164" y="241314"/>
                  <a:pt x="151441" y="238761"/>
                </a:cubicBezTo>
                <a:cubicBezTo>
                  <a:pt x="148886" y="237484"/>
                  <a:pt x="146330" y="236207"/>
                  <a:pt x="144412" y="234292"/>
                </a:cubicBezTo>
                <a:cubicBezTo>
                  <a:pt x="140579" y="230462"/>
                  <a:pt x="138661" y="225355"/>
                  <a:pt x="138661" y="220247"/>
                </a:cubicBezTo>
                <a:cubicBezTo>
                  <a:pt x="138661" y="217055"/>
                  <a:pt x="139301" y="214502"/>
                  <a:pt x="140579" y="211948"/>
                </a:cubicBezTo>
                <a:cubicBezTo>
                  <a:pt x="137384" y="211310"/>
                  <a:pt x="134828" y="209395"/>
                  <a:pt x="132271" y="206841"/>
                </a:cubicBezTo>
                <a:cubicBezTo>
                  <a:pt x="128438" y="203011"/>
                  <a:pt x="126521" y="197903"/>
                  <a:pt x="126521" y="192796"/>
                </a:cubicBezTo>
                <a:cubicBezTo>
                  <a:pt x="126521" y="190243"/>
                  <a:pt x="127160" y="187689"/>
                  <a:pt x="127799" y="185774"/>
                </a:cubicBezTo>
                <a:lnTo>
                  <a:pt x="92654" y="185774"/>
                </a:lnTo>
                <a:cubicBezTo>
                  <a:pt x="92015" y="185774"/>
                  <a:pt x="91376" y="185774"/>
                  <a:pt x="91376" y="185774"/>
                </a:cubicBezTo>
                <a:cubicBezTo>
                  <a:pt x="86903" y="185135"/>
                  <a:pt x="82430" y="183220"/>
                  <a:pt x="78597" y="180028"/>
                </a:cubicBezTo>
                <a:cubicBezTo>
                  <a:pt x="74762" y="176198"/>
                  <a:pt x="72845" y="171091"/>
                  <a:pt x="72845" y="165984"/>
                </a:cubicBezTo>
                <a:cubicBezTo>
                  <a:pt x="72845" y="155131"/>
                  <a:pt x="81792" y="146193"/>
                  <a:pt x="92654" y="146193"/>
                </a:cubicBezTo>
                <a:lnTo>
                  <a:pt x="176362" y="146193"/>
                </a:lnTo>
                <a:cubicBezTo>
                  <a:pt x="171251" y="143001"/>
                  <a:pt x="165500" y="139171"/>
                  <a:pt x="159748" y="135979"/>
                </a:cubicBezTo>
                <a:cubicBezTo>
                  <a:pt x="148246" y="128956"/>
                  <a:pt x="146330" y="114273"/>
                  <a:pt x="151441" y="104697"/>
                </a:cubicBezTo>
                <a:cubicBezTo>
                  <a:pt x="154636" y="97675"/>
                  <a:pt x="161666" y="94483"/>
                  <a:pt x="168056" y="97037"/>
                </a:cubicBezTo>
                <a:lnTo>
                  <a:pt x="239623" y="126403"/>
                </a:lnTo>
                <a:cubicBezTo>
                  <a:pt x="247290" y="129595"/>
                  <a:pt x="254959" y="135340"/>
                  <a:pt x="260070" y="143001"/>
                </a:cubicBezTo>
                <a:cubicBezTo>
                  <a:pt x="261349" y="144916"/>
                  <a:pt x="263905" y="146193"/>
                  <a:pt x="266460" y="146193"/>
                </a:cubicBezTo>
                <a:lnTo>
                  <a:pt x="283075" y="146193"/>
                </a:lnTo>
                <a:cubicBezTo>
                  <a:pt x="286908" y="146193"/>
                  <a:pt x="289464" y="148747"/>
                  <a:pt x="289464" y="152577"/>
                </a:cubicBezTo>
                <a:cubicBezTo>
                  <a:pt x="289464" y="156408"/>
                  <a:pt x="286908" y="158961"/>
                  <a:pt x="283075" y="158961"/>
                </a:cubicBezTo>
                <a:lnTo>
                  <a:pt x="266460" y="158961"/>
                </a:lnTo>
                <a:cubicBezTo>
                  <a:pt x="260070" y="158961"/>
                  <a:pt x="253680" y="155769"/>
                  <a:pt x="249208" y="150662"/>
                </a:cubicBezTo>
                <a:cubicBezTo>
                  <a:pt x="245374" y="144916"/>
                  <a:pt x="239623" y="140448"/>
                  <a:pt x="233872" y="138532"/>
                </a:cubicBezTo>
                <a:lnTo>
                  <a:pt x="162943" y="109166"/>
                </a:lnTo>
                <a:cubicBezTo>
                  <a:pt x="162305" y="109804"/>
                  <a:pt x="161026" y="112358"/>
                  <a:pt x="161026" y="115550"/>
                </a:cubicBezTo>
                <a:cubicBezTo>
                  <a:pt x="161026" y="117465"/>
                  <a:pt x="161666" y="122572"/>
                  <a:pt x="165500" y="125126"/>
                </a:cubicBezTo>
                <a:cubicBezTo>
                  <a:pt x="182752" y="135340"/>
                  <a:pt x="201922" y="146832"/>
                  <a:pt x="201922" y="146832"/>
                </a:cubicBezTo>
                <a:cubicBezTo>
                  <a:pt x="204478" y="148108"/>
                  <a:pt x="205756" y="151300"/>
                  <a:pt x="204478" y="153854"/>
                </a:cubicBezTo>
                <a:cubicBezTo>
                  <a:pt x="203200" y="156408"/>
                  <a:pt x="201283" y="158323"/>
                  <a:pt x="198088" y="158323"/>
                </a:cubicBezTo>
                <a:lnTo>
                  <a:pt x="92654" y="158323"/>
                </a:lnTo>
                <a:cubicBezTo>
                  <a:pt x="88820" y="158323"/>
                  <a:pt x="85625" y="161515"/>
                  <a:pt x="85625" y="165345"/>
                </a:cubicBezTo>
                <a:cubicBezTo>
                  <a:pt x="85625" y="167260"/>
                  <a:pt x="86264" y="169176"/>
                  <a:pt x="87542" y="170452"/>
                </a:cubicBezTo>
                <a:cubicBezTo>
                  <a:pt x="88820" y="171729"/>
                  <a:pt x="90098" y="172368"/>
                  <a:pt x="92015" y="172368"/>
                </a:cubicBezTo>
                <a:lnTo>
                  <a:pt x="145691" y="172368"/>
                </a:lnTo>
                <a:cubicBezTo>
                  <a:pt x="145691" y="172368"/>
                  <a:pt x="146330" y="172368"/>
                  <a:pt x="146330" y="172368"/>
                </a:cubicBezTo>
                <a:cubicBezTo>
                  <a:pt x="146330" y="172368"/>
                  <a:pt x="146330" y="172368"/>
                  <a:pt x="146330" y="172368"/>
                </a:cubicBezTo>
                <a:lnTo>
                  <a:pt x="166777" y="172368"/>
                </a:lnTo>
                <a:cubicBezTo>
                  <a:pt x="170611" y="172368"/>
                  <a:pt x="173167" y="174921"/>
                  <a:pt x="173167" y="178752"/>
                </a:cubicBezTo>
                <a:cubicBezTo>
                  <a:pt x="173167" y="182582"/>
                  <a:pt x="170611" y="185135"/>
                  <a:pt x="166777" y="185135"/>
                </a:cubicBezTo>
                <a:lnTo>
                  <a:pt x="145691" y="185135"/>
                </a:lnTo>
                <a:cubicBezTo>
                  <a:pt x="141856" y="185135"/>
                  <a:pt x="138661" y="188327"/>
                  <a:pt x="138661" y="192158"/>
                </a:cubicBezTo>
                <a:cubicBezTo>
                  <a:pt x="138661" y="194073"/>
                  <a:pt x="139301" y="195988"/>
                  <a:pt x="140579" y="197265"/>
                </a:cubicBezTo>
                <a:cubicBezTo>
                  <a:pt x="141856" y="198542"/>
                  <a:pt x="143774" y="199180"/>
                  <a:pt x="145691" y="199180"/>
                </a:cubicBezTo>
                <a:lnTo>
                  <a:pt x="157192" y="199180"/>
                </a:lnTo>
                <a:cubicBezTo>
                  <a:pt x="157831" y="199180"/>
                  <a:pt x="157831" y="199180"/>
                  <a:pt x="158471" y="199180"/>
                </a:cubicBezTo>
                <a:cubicBezTo>
                  <a:pt x="158471" y="199180"/>
                  <a:pt x="158471" y="199180"/>
                  <a:pt x="158471" y="199180"/>
                </a:cubicBezTo>
                <a:lnTo>
                  <a:pt x="173167" y="199180"/>
                </a:lnTo>
                <a:cubicBezTo>
                  <a:pt x="177001" y="199180"/>
                  <a:pt x="179557" y="201734"/>
                  <a:pt x="179557" y="205564"/>
                </a:cubicBezTo>
                <a:cubicBezTo>
                  <a:pt x="179557" y="209395"/>
                  <a:pt x="177001" y="211948"/>
                  <a:pt x="173167" y="211948"/>
                </a:cubicBezTo>
                <a:lnTo>
                  <a:pt x="157831" y="211948"/>
                </a:lnTo>
                <a:cubicBezTo>
                  <a:pt x="153358" y="212587"/>
                  <a:pt x="150802" y="215140"/>
                  <a:pt x="150802" y="218971"/>
                </a:cubicBezTo>
                <a:cubicBezTo>
                  <a:pt x="150802" y="220886"/>
                  <a:pt x="151441" y="222801"/>
                  <a:pt x="152720" y="224078"/>
                </a:cubicBezTo>
                <a:cubicBezTo>
                  <a:pt x="153997" y="225355"/>
                  <a:pt x="155915" y="225993"/>
                  <a:pt x="157831" y="225993"/>
                </a:cubicBezTo>
                <a:lnTo>
                  <a:pt x="168695" y="225993"/>
                </a:lnTo>
                <a:cubicBezTo>
                  <a:pt x="168695" y="225993"/>
                  <a:pt x="168695" y="225993"/>
                  <a:pt x="168695" y="225993"/>
                </a:cubicBezTo>
                <a:cubicBezTo>
                  <a:pt x="168695" y="225993"/>
                  <a:pt x="168695" y="225993"/>
                  <a:pt x="168695" y="225993"/>
                </a:cubicBezTo>
                <a:lnTo>
                  <a:pt x="179557" y="225993"/>
                </a:lnTo>
                <a:cubicBezTo>
                  <a:pt x="183391" y="225993"/>
                  <a:pt x="185947" y="228547"/>
                  <a:pt x="185947" y="232377"/>
                </a:cubicBezTo>
                <a:cubicBezTo>
                  <a:pt x="185947" y="236207"/>
                  <a:pt x="183391" y="238761"/>
                  <a:pt x="179557" y="238761"/>
                </a:cubicBezTo>
                <a:lnTo>
                  <a:pt x="168695" y="238761"/>
                </a:lnTo>
                <a:cubicBezTo>
                  <a:pt x="164861" y="238761"/>
                  <a:pt x="161666" y="241953"/>
                  <a:pt x="161666" y="245783"/>
                </a:cubicBezTo>
                <a:cubicBezTo>
                  <a:pt x="161666" y="247698"/>
                  <a:pt x="162305" y="249614"/>
                  <a:pt x="163582" y="250890"/>
                </a:cubicBezTo>
                <a:cubicBezTo>
                  <a:pt x="164861" y="252167"/>
                  <a:pt x="166777" y="252806"/>
                  <a:pt x="168695" y="252806"/>
                </a:cubicBezTo>
                <a:lnTo>
                  <a:pt x="216619" y="252806"/>
                </a:lnTo>
                <a:cubicBezTo>
                  <a:pt x="226843" y="252806"/>
                  <a:pt x="237067" y="248975"/>
                  <a:pt x="244735" y="241314"/>
                </a:cubicBezTo>
                <a:cubicBezTo>
                  <a:pt x="248569" y="237484"/>
                  <a:pt x="253680" y="235569"/>
                  <a:pt x="259431" y="235569"/>
                </a:cubicBezTo>
                <a:lnTo>
                  <a:pt x="282435" y="235569"/>
                </a:lnTo>
                <a:cubicBezTo>
                  <a:pt x="286270" y="235569"/>
                  <a:pt x="288825" y="238122"/>
                  <a:pt x="288825" y="241953"/>
                </a:cubicBezTo>
                <a:cubicBezTo>
                  <a:pt x="288825" y="245783"/>
                  <a:pt x="286270" y="249614"/>
                  <a:pt x="283075" y="249614"/>
                </a:cubicBezTo>
                <a:close/>
              </a:path>
            </a:pathLst>
          </a:custGeom>
          <a:solidFill>
            <a:srgbClr val="0076A8"/>
          </a:solidFill>
          <a:ln w="6390" cap="flat">
            <a:noFill/>
            <a:prstDash val="solid"/>
            <a:miter/>
          </a:ln>
        </p:spPr>
        <p:txBody>
          <a:bodyPr rtlCol="0" anchor="ctr"/>
          <a:lstStyle/>
          <a:p>
            <a:endParaRPr lang="en-US"/>
          </a:p>
        </p:txBody>
      </p:sp>
      <p:grpSp>
        <p:nvGrpSpPr>
          <p:cNvPr id="628" name="Graphic 4">
            <a:extLst>
              <a:ext uri="{FF2B5EF4-FFF2-40B4-BE49-F238E27FC236}">
                <a16:creationId xmlns:a16="http://schemas.microsoft.com/office/drawing/2014/main" id="{671310E8-A9FC-7648-B130-193B7399D8FC}"/>
              </a:ext>
            </a:extLst>
          </p:cNvPr>
          <p:cNvGrpSpPr>
            <a:grpSpLocks noChangeAspect="1"/>
          </p:cNvGrpSpPr>
          <p:nvPr/>
        </p:nvGrpSpPr>
        <p:grpSpPr>
          <a:xfrm>
            <a:off x="8239823" y="1885352"/>
            <a:ext cx="361670" cy="361333"/>
            <a:chOff x="8239823" y="1885352"/>
            <a:chExt cx="361670" cy="361333"/>
          </a:xfrm>
          <a:solidFill>
            <a:srgbClr val="0076A8"/>
          </a:solidFill>
        </p:grpSpPr>
        <p:sp>
          <p:nvSpPr>
            <p:cNvPr id="629" name="Graphic 4">
              <a:extLst>
                <a:ext uri="{FF2B5EF4-FFF2-40B4-BE49-F238E27FC236}">
                  <a16:creationId xmlns:a16="http://schemas.microsoft.com/office/drawing/2014/main" id="{D58A4564-DEE4-AE46-84E9-EF058771064C}"/>
                </a:ext>
              </a:extLst>
            </p:cNvPr>
            <p:cNvSpPr/>
            <p:nvPr/>
          </p:nvSpPr>
          <p:spPr>
            <a:xfrm>
              <a:off x="8383597" y="2019957"/>
              <a:ext cx="23642" cy="47338"/>
            </a:xfrm>
            <a:custGeom>
              <a:avLst/>
              <a:gdLst>
                <a:gd name="connsiteX0" fmla="*/ 15975 w 23642"/>
                <a:gd name="connsiteY0" fmla="*/ 6481 h 47338"/>
                <a:gd name="connsiteX1" fmla="*/ 6390 w 23642"/>
                <a:gd name="connsiteY1" fmla="*/ 97 h 47338"/>
                <a:gd name="connsiteX2" fmla="*/ 1278 w 23642"/>
                <a:gd name="connsiteY2" fmla="*/ 3927 h 47338"/>
                <a:gd name="connsiteX3" fmla="*/ 0 w 23642"/>
                <a:gd name="connsiteY3" fmla="*/ 10311 h 47338"/>
                <a:gd name="connsiteX4" fmla="*/ 1278 w 23642"/>
                <a:gd name="connsiteY4" fmla="*/ 16695 h 47338"/>
                <a:gd name="connsiteX5" fmla="*/ 5112 w 23642"/>
                <a:gd name="connsiteY5" fmla="*/ 33294 h 47338"/>
                <a:gd name="connsiteX6" fmla="*/ 7029 w 23642"/>
                <a:gd name="connsiteY6" fmla="*/ 40955 h 47338"/>
                <a:gd name="connsiteX7" fmla="*/ 10863 w 23642"/>
                <a:gd name="connsiteY7" fmla="*/ 46062 h 47338"/>
                <a:gd name="connsiteX8" fmla="*/ 17253 w 23642"/>
                <a:gd name="connsiteY8" fmla="*/ 47339 h 47338"/>
                <a:gd name="connsiteX9" fmla="*/ 22365 w 23642"/>
                <a:gd name="connsiteY9" fmla="*/ 43508 h 47338"/>
                <a:gd name="connsiteX10" fmla="*/ 23642 w 23642"/>
                <a:gd name="connsiteY10" fmla="*/ 37124 h 47338"/>
                <a:gd name="connsiteX11" fmla="*/ 15975 w 23642"/>
                <a:gd name="connsiteY11" fmla="*/ 6481 h 47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42" h="47338">
                  <a:moveTo>
                    <a:pt x="15975" y="6481"/>
                  </a:moveTo>
                  <a:cubicBezTo>
                    <a:pt x="14697" y="2012"/>
                    <a:pt x="10863" y="-541"/>
                    <a:pt x="6390" y="97"/>
                  </a:cubicBezTo>
                  <a:cubicBezTo>
                    <a:pt x="4473" y="735"/>
                    <a:pt x="2556" y="2012"/>
                    <a:pt x="1278" y="3927"/>
                  </a:cubicBezTo>
                  <a:cubicBezTo>
                    <a:pt x="0" y="5843"/>
                    <a:pt x="0" y="7758"/>
                    <a:pt x="0" y="10311"/>
                  </a:cubicBezTo>
                  <a:lnTo>
                    <a:pt x="1278" y="16695"/>
                  </a:lnTo>
                  <a:lnTo>
                    <a:pt x="5112" y="33294"/>
                  </a:lnTo>
                  <a:lnTo>
                    <a:pt x="7029" y="40955"/>
                  </a:lnTo>
                  <a:cubicBezTo>
                    <a:pt x="7668" y="42870"/>
                    <a:pt x="8946" y="44785"/>
                    <a:pt x="10863" y="46062"/>
                  </a:cubicBezTo>
                  <a:cubicBezTo>
                    <a:pt x="12780" y="47339"/>
                    <a:pt x="14697" y="47339"/>
                    <a:pt x="17253" y="47339"/>
                  </a:cubicBezTo>
                  <a:cubicBezTo>
                    <a:pt x="19170" y="46700"/>
                    <a:pt x="21087" y="45423"/>
                    <a:pt x="22365" y="43508"/>
                  </a:cubicBezTo>
                  <a:cubicBezTo>
                    <a:pt x="23642" y="41593"/>
                    <a:pt x="23642" y="39678"/>
                    <a:pt x="23642" y="37124"/>
                  </a:cubicBezTo>
                  <a:lnTo>
                    <a:pt x="15975" y="6481"/>
                  </a:lnTo>
                  <a:close/>
                </a:path>
              </a:pathLst>
            </a:custGeom>
            <a:solidFill>
              <a:srgbClr val="0076A8"/>
            </a:solidFill>
            <a:ln w="6390" cap="flat">
              <a:noFill/>
              <a:prstDash val="solid"/>
              <a:miter/>
            </a:ln>
          </p:spPr>
          <p:txBody>
            <a:bodyPr rtlCol="0" anchor="ctr"/>
            <a:lstStyle/>
            <a:p>
              <a:endParaRPr lang="en-US"/>
            </a:p>
          </p:txBody>
        </p:sp>
        <p:sp>
          <p:nvSpPr>
            <p:cNvPr id="630" name="Graphic 4">
              <a:extLst>
                <a:ext uri="{FF2B5EF4-FFF2-40B4-BE49-F238E27FC236}">
                  <a16:creationId xmlns:a16="http://schemas.microsoft.com/office/drawing/2014/main" id="{439D2B9E-D6FE-8849-9D0A-23C19C31ACE8}"/>
                </a:ext>
              </a:extLst>
            </p:cNvPr>
            <p:cNvSpPr/>
            <p:nvPr/>
          </p:nvSpPr>
          <p:spPr>
            <a:xfrm>
              <a:off x="8399475" y="1959794"/>
              <a:ext cx="80221" cy="87711"/>
            </a:xfrm>
            <a:custGeom>
              <a:avLst/>
              <a:gdLst>
                <a:gd name="connsiteX0" fmla="*/ 79971 w 80221"/>
                <a:gd name="connsiteY0" fmla="*/ 10465 h 87711"/>
                <a:gd name="connsiteX1" fmla="*/ 78694 w 80221"/>
                <a:gd name="connsiteY1" fmla="*/ 4081 h 87711"/>
                <a:gd name="connsiteX2" fmla="*/ 73581 w 80221"/>
                <a:gd name="connsiteY2" fmla="*/ 250 h 87711"/>
                <a:gd name="connsiteX3" fmla="*/ 67191 w 80221"/>
                <a:gd name="connsiteY3" fmla="*/ 1527 h 87711"/>
                <a:gd name="connsiteX4" fmla="*/ 63996 w 80221"/>
                <a:gd name="connsiteY4" fmla="*/ 5996 h 87711"/>
                <a:gd name="connsiteX5" fmla="*/ 63996 w 80221"/>
                <a:gd name="connsiteY5" fmla="*/ 5996 h 87711"/>
                <a:gd name="connsiteX6" fmla="*/ 63996 w 80221"/>
                <a:gd name="connsiteY6" fmla="*/ 6634 h 87711"/>
                <a:gd name="connsiteX7" fmla="*/ 46744 w 80221"/>
                <a:gd name="connsiteY7" fmla="*/ 81966 h 87711"/>
                <a:gd name="connsiteX8" fmla="*/ 40354 w 80221"/>
                <a:gd name="connsiteY8" fmla="*/ 87073 h 87711"/>
                <a:gd name="connsiteX9" fmla="*/ 40354 w 80221"/>
                <a:gd name="connsiteY9" fmla="*/ 87073 h 87711"/>
                <a:gd name="connsiteX10" fmla="*/ 33964 w 80221"/>
                <a:gd name="connsiteY10" fmla="*/ 81966 h 87711"/>
                <a:gd name="connsiteX11" fmla="*/ 16072 w 80221"/>
                <a:gd name="connsiteY11" fmla="*/ 6634 h 87711"/>
                <a:gd name="connsiteX12" fmla="*/ 16072 w 80221"/>
                <a:gd name="connsiteY12" fmla="*/ 5996 h 87711"/>
                <a:gd name="connsiteX13" fmla="*/ 12877 w 80221"/>
                <a:gd name="connsiteY13" fmla="*/ 1527 h 87711"/>
                <a:gd name="connsiteX14" fmla="*/ 6487 w 80221"/>
                <a:gd name="connsiteY14" fmla="*/ 250 h 87711"/>
                <a:gd name="connsiteX15" fmla="*/ 97 w 80221"/>
                <a:gd name="connsiteY15" fmla="*/ 9826 h 87711"/>
                <a:gd name="connsiteX16" fmla="*/ 12238 w 80221"/>
                <a:gd name="connsiteY16" fmla="*/ 63452 h 87711"/>
                <a:gd name="connsiteX17" fmla="*/ 12238 w 80221"/>
                <a:gd name="connsiteY17" fmla="*/ 63452 h 87711"/>
                <a:gd name="connsiteX18" fmla="*/ 17989 w 80221"/>
                <a:gd name="connsiteY18" fmla="*/ 87711 h 87711"/>
                <a:gd name="connsiteX19" fmla="*/ 62079 w 80221"/>
                <a:gd name="connsiteY19" fmla="*/ 87711 h 87711"/>
                <a:gd name="connsiteX20" fmla="*/ 79971 w 80221"/>
                <a:gd name="connsiteY20" fmla="*/ 10465 h 8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0221" h="87711">
                  <a:moveTo>
                    <a:pt x="79971" y="10465"/>
                  </a:moveTo>
                  <a:cubicBezTo>
                    <a:pt x="80610" y="8550"/>
                    <a:pt x="79971" y="5996"/>
                    <a:pt x="78694" y="4081"/>
                  </a:cubicBezTo>
                  <a:cubicBezTo>
                    <a:pt x="77415" y="2166"/>
                    <a:pt x="75499" y="889"/>
                    <a:pt x="73581" y="250"/>
                  </a:cubicBezTo>
                  <a:cubicBezTo>
                    <a:pt x="71664" y="-388"/>
                    <a:pt x="69109" y="250"/>
                    <a:pt x="67191" y="1527"/>
                  </a:cubicBezTo>
                  <a:cubicBezTo>
                    <a:pt x="65274" y="2804"/>
                    <a:pt x="63996" y="4081"/>
                    <a:pt x="63996" y="5996"/>
                  </a:cubicBezTo>
                  <a:cubicBezTo>
                    <a:pt x="63996" y="5996"/>
                    <a:pt x="63996" y="5996"/>
                    <a:pt x="63996" y="5996"/>
                  </a:cubicBezTo>
                  <a:lnTo>
                    <a:pt x="63996" y="6634"/>
                  </a:lnTo>
                  <a:lnTo>
                    <a:pt x="46744" y="81966"/>
                  </a:lnTo>
                  <a:cubicBezTo>
                    <a:pt x="46104" y="85158"/>
                    <a:pt x="43549" y="87073"/>
                    <a:pt x="40354" y="87073"/>
                  </a:cubicBezTo>
                  <a:cubicBezTo>
                    <a:pt x="40354" y="87073"/>
                    <a:pt x="40354" y="87073"/>
                    <a:pt x="40354" y="87073"/>
                  </a:cubicBezTo>
                  <a:cubicBezTo>
                    <a:pt x="37159" y="87073"/>
                    <a:pt x="34603" y="85158"/>
                    <a:pt x="33964" y="81966"/>
                  </a:cubicBezTo>
                  <a:lnTo>
                    <a:pt x="16072" y="6634"/>
                  </a:lnTo>
                  <a:cubicBezTo>
                    <a:pt x="16072" y="6634"/>
                    <a:pt x="16072" y="5996"/>
                    <a:pt x="16072" y="5996"/>
                  </a:cubicBezTo>
                  <a:cubicBezTo>
                    <a:pt x="15433" y="4081"/>
                    <a:pt x="14155" y="2804"/>
                    <a:pt x="12877" y="1527"/>
                  </a:cubicBezTo>
                  <a:cubicBezTo>
                    <a:pt x="10960" y="250"/>
                    <a:pt x="9043" y="250"/>
                    <a:pt x="6487" y="250"/>
                  </a:cubicBezTo>
                  <a:cubicBezTo>
                    <a:pt x="2014" y="1527"/>
                    <a:pt x="-542" y="5358"/>
                    <a:pt x="97" y="9826"/>
                  </a:cubicBezTo>
                  <a:lnTo>
                    <a:pt x="12238" y="63452"/>
                  </a:lnTo>
                  <a:cubicBezTo>
                    <a:pt x="12238" y="63452"/>
                    <a:pt x="12238" y="63452"/>
                    <a:pt x="12238" y="63452"/>
                  </a:cubicBezTo>
                  <a:lnTo>
                    <a:pt x="17989" y="87711"/>
                  </a:lnTo>
                  <a:lnTo>
                    <a:pt x="62079" y="87711"/>
                  </a:lnTo>
                  <a:lnTo>
                    <a:pt x="79971" y="10465"/>
                  </a:lnTo>
                  <a:close/>
                </a:path>
              </a:pathLst>
            </a:custGeom>
            <a:solidFill>
              <a:srgbClr val="0076A8"/>
            </a:solidFill>
            <a:ln w="6390" cap="flat">
              <a:noFill/>
              <a:prstDash val="solid"/>
              <a:miter/>
            </a:ln>
          </p:spPr>
          <p:txBody>
            <a:bodyPr rtlCol="0" anchor="ctr"/>
            <a:lstStyle/>
            <a:p>
              <a:endParaRPr lang="en-US"/>
            </a:p>
          </p:txBody>
        </p:sp>
        <p:sp>
          <p:nvSpPr>
            <p:cNvPr id="631" name="Graphic 4">
              <a:extLst>
                <a:ext uri="{FF2B5EF4-FFF2-40B4-BE49-F238E27FC236}">
                  <a16:creationId xmlns:a16="http://schemas.microsoft.com/office/drawing/2014/main" id="{49A5E676-E5A4-7D4A-ADBF-CB074B25500F}"/>
                </a:ext>
              </a:extLst>
            </p:cNvPr>
            <p:cNvSpPr/>
            <p:nvPr/>
          </p:nvSpPr>
          <p:spPr>
            <a:xfrm>
              <a:off x="8356760" y="2032087"/>
              <a:ext cx="23642" cy="47338"/>
            </a:xfrm>
            <a:custGeom>
              <a:avLst/>
              <a:gdLst>
                <a:gd name="connsiteX0" fmla="*/ 21725 w 23642"/>
                <a:gd name="connsiteY0" fmla="*/ 31379 h 47338"/>
                <a:gd name="connsiteX1" fmla="*/ 21725 w 23642"/>
                <a:gd name="connsiteY1" fmla="*/ 31379 h 47338"/>
                <a:gd name="connsiteX2" fmla="*/ 17253 w 23642"/>
                <a:gd name="connsiteY2" fmla="*/ 10950 h 47338"/>
                <a:gd name="connsiteX3" fmla="*/ 17253 w 23642"/>
                <a:gd name="connsiteY3" fmla="*/ 10950 h 47338"/>
                <a:gd name="connsiteX4" fmla="*/ 15975 w 23642"/>
                <a:gd name="connsiteY4" fmla="*/ 6481 h 47338"/>
                <a:gd name="connsiteX5" fmla="*/ 15975 w 23642"/>
                <a:gd name="connsiteY5" fmla="*/ 6481 h 47338"/>
                <a:gd name="connsiteX6" fmla="*/ 6390 w 23642"/>
                <a:gd name="connsiteY6" fmla="*/ 97 h 47338"/>
                <a:gd name="connsiteX7" fmla="*/ 1278 w 23642"/>
                <a:gd name="connsiteY7" fmla="*/ 3927 h 47338"/>
                <a:gd name="connsiteX8" fmla="*/ 0 w 23642"/>
                <a:gd name="connsiteY8" fmla="*/ 10311 h 47338"/>
                <a:gd name="connsiteX9" fmla="*/ 2555 w 23642"/>
                <a:gd name="connsiteY9" fmla="*/ 20526 h 47338"/>
                <a:gd name="connsiteX10" fmla="*/ 7029 w 23642"/>
                <a:gd name="connsiteY10" fmla="*/ 40955 h 47338"/>
                <a:gd name="connsiteX11" fmla="*/ 10863 w 23642"/>
                <a:gd name="connsiteY11" fmla="*/ 46062 h 47338"/>
                <a:gd name="connsiteX12" fmla="*/ 17253 w 23642"/>
                <a:gd name="connsiteY12" fmla="*/ 47339 h 47338"/>
                <a:gd name="connsiteX13" fmla="*/ 22365 w 23642"/>
                <a:gd name="connsiteY13" fmla="*/ 43508 h 47338"/>
                <a:gd name="connsiteX14" fmla="*/ 23642 w 23642"/>
                <a:gd name="connsiteY14" fmla="*/ 37124 h 47338"/>
                <a:gd name="connsiteX15" fmla="*/ 21725 w 23642"/>
                <a:gd name="connsiteY15" fmla="*/ 31379 h 47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642" h="47338">
                  <a:moveTo>
                    <a:pt x="21725" y="31379"/>
                  </a:moveTo>
                  <a:cubicBezTo>
                    <a:pt x="21725" y="31379"/>
                    <a:pt x="21725" y="31379"/>
                    <a:pt x="21725" y="31379"/>
                  </a:cubicBezTo>
                  <a:lnTo>
                    <a:pt x="17253" y="10950"/>
                  </a:lnTo>
                  <a:cubicBezTo>
                    <a:pt x="17253" y="10950"/>
                    <a:pt x="17253" y="10950"/>
                    <a:pt x="17253" y="10950"/>
                  </a:cubicBezTo>
                  <a:lnTo>
                    <a:pt x="15975" y="6481"/>
                  </a:lnTo>
                  <a:lnTo>
                    <a:pt x="15975" y="6481"/>
                  </a:lnTo>
                  <a:cubicBezTo>
                    <a:pt x="14696" y="2012"/>
                    <a:pt x="10224" y="-541"/>
                    <a:pt x="6390" y="97"/>
                  </a:cubicBezTo>
                  <a:cubicBezTo>
                    <a:pt x="4473" y="735"/>
                    <a:pt x="2555" y="2012"/>
                    <a:pt x="1278" y="3927"/>
                  </a:cubicBezTo>
                  <a:cubicBezTo>
                    <a:pt x="0" y="5843"/>
                    <a:pt x="0" y="7758"/>
                    <a:pt x="0" y="10311"/>
                  </a:cubicBezTo>
                  <a:lnTo>
                    <a:pt x="2555" y="20526"/>
                  </a:lnTo>
                  <a:lnTo>
                    <a:pt x="7029" y="40955"/>
                  </a:lnTo>
                  <a:cubicBezTo>
                    <a:pt x="7668" y="42870"/>
                    <a:pt x="8945" y="44785"/>
                    <a:pt x="10863" y="46062"/>
                  </a:cubicBezTo>
                  <a:cubicBezTo>
                    <a:pt x="12780" y="47339"/>
                    <a:pt x="14696" y="47339"/>
                    <a:pt x="17253" y="47339"/>
                  </a:cubicBezTo>
                  <a:cubicBezTo>
                    <a:pt x="19170" y="46700"/>
                    <a:pt x="21086" y="45423"/>
                    <a:pt x="22365" y="43508"/>
                  </a:cubicBezTo>
                  <a:cubicBezTo>
                    <a:pt x="23642" y="41593"/>
                    <a:pt x="23642" y="39678"/>
                    <a:pt x="23642" y="37124"/>
                  </a:cubicBezTo>
                  <a:lnTo>
                    <a:pt x="21725" y="31379"/>
                  </a:lnTo>
                  <a:close/>
                </a:path>
              </a:pathLst>
            </a:custGeom>
            <a:solidFill>
              <a:srgbClr val="0076A8"/>
            </a:solidFill>
            <a:ln w="6390" cap="flat">
              <a:noFill/>
              <a:prstDash val="solid"/>
              <a:miter/>
            </a:ln>
          </p:spPr>
          <p:txBody>
            <a:bodyPr rtlCol="0" anchor="ctr"/>
            <a:lstStyle/>
            <a:p>
              <a:endParaRPr lang="en-US"/>
            </a:p>
          </p:txBody>
        </p:sp>
        <p:sp>
          <p:nvSpPr>
            <p:cNvPr id="632" name="Graphic 4">
              <a:extLst>
                <a:ext uri="{FF2B5EF4-FFF2-40B4-BE49-F238E27FC236}">
                  <a16:creationId xmlns:a16="http://schemas.microsoft.com/office/drawing/2014/main" id="{CA5C7E67-BD02-FD45-AF3B-78FCA608AC9B}"/>
                </a:ext>
              </a:extLst>
            </p:cNvPr>
            <p:cNvSpPr/>
            <p:nvPr/>
          </p:nvSpPr>
          <p:spPr>
            <a:xfrm>
              <a:off x="8239823" y="1885352"/>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258154 w 361670"/>
                <a:gd name="connsiteY5" fmla="*/ 218971 h 361333"/>
                <a:gd name="connsiteX6" fmla="*/ 233233 w 361670"/>
                <a:gd name="connsiteY6" fmla="*/ 264297 h 361333"/>
                <a:gd name="connsiteX7" fmla="*/ 229399 w 361670"/>
                <a:gd name="connsiteY7" fmla="*/ 271958 h 361333"/>
                <a:gd name="connsiteX8" fmla="*/ 229399 w 361670"/>
                <a:gd name="connsiteY8" fmla="*/ 293663 h 361333"/>
                <a:gd name="connsiteX9" fmla="*/ 223009 w 361670"/>
                <a:gd name="connsiteY9" fmla="*/ 300047 h 361333"/>
                <a:gd name="connsiteX10" fmla="*/ 216619 w 361670"/>
                <a:gd name="connsiteY10" fmla="*/ 293663 h 361333"/>
                <a:gd name="connsiteX11" fmla="*/ 216619 w 361670"/>
                <a:gd name="connsiteY11" fmla="*/ 271958 h 361333"/>
                <a:gd name="connsiteX12" fmla="*/ 226204 w 361670"/>
                <a:gd name="connsiteY12" fmla="*/ 253444 h 361333"/>
                <a:gd name="connsiteX13" fmla="*/ 245374 w 361670"/>
                <a:gd name="connsiteY13" fmla="*/ 218332 h 361333"/>
                <a:gd name="connsiteX14" fmla="*/ 245374 w 361670"/>
                <a:gd name="connsiteY14" fmla="*/ 206841 h 361333"/>
                <a:gd name="connsiteX15" fmla="*/ 245374 w 361670"/>
                <a:gd name="connsiteY15" fmla="*/ 180667 h 361333"/>
                <a:gd name="connsiteX16" fmla="*/ 238984 w 361670"/>
                <a:gd name="connsiteY16" fmla="*/ 174283 h 361333"/>
                <a:gd name="connsiteX17" fmla="*/ 180836 w 361670"/>
                <a:gd name="connsiteY17" fmla="*/ 174283 h 361333"/>
                <a:gd name="connsiteX18" fmla="*/ 180836 w 361670"/>
                <a:gd name="connsiteY18" fmla="*/ 176836 h 361333"/>
                <a:gd name="connsiteX19" fmla="*/ 180836 w 361670"/>
                <a:gd name="connsiteY19" fmla="*/ 179390 h 361333"/>
                <a:gd name="connsiteX20" fmla="*/ 180836 w 361670"/>
                <a:gd name="connsiteY20" fmla="*/ 180028 h 361333"/>
                <a:gd name="connsiteX21" fmla="*/ 182113 w 361670"/>
                <a:gd name="connsiteY21" fmla="*/ 183859 h 361333"/>
                <a:gd name="connsiteX22" fmla="*/ 183391 w 361670"/>
                <a:gd name="connsiteY22" fmla="*/ 186412 h 361333"/>
                <a:gd name="connsiteX23" fmla="*/ 191698 w 361670"/>
                <a:gd name="connsiteY23" fmla="*/ 190881 h 361333"/>
                <a:gd name="connsiteX24" fmla="*/ 223009 w 361670"/>
                <a:gd name="connsiteY24" fmla="*/ 190881 h 361333"/>
                <a:gd name="connsiteX25" fmla="*/ 229399 w 361670"/>
                <a:gd name="connsiteY25" fmla="*/ 197265 h 361333"/>
                <a:gd name="connsiteX26" fmla="*/ 223009 w 361670"/>
                <a:gd name="connsiteY26" fmla="*/ 203649 h 361333"/>
                <a:gd name="connsiteX27" fmla="*/ 182113 w 361670"/>
                <a:gd name="connsiteY27" fmla="*/ 244506 h 361333"/>
                <a:gd name="connsiteX28" fmla="*/ 175723 w 361670"/>
                <a:gd name="connsiteY28" fmla="*/ 250890 h 361333"/>
                <a:gd name="connsiteX29" fmla="*/ 169333 w 361670"/>
                <a:gd name="connsiteY29" fmla="*/ 244506 h 361333"/>
                <a:gd name="connsiteX30" fmla="*/ 188503 w 361670"/>
                <a:gd name="connsiteY30" fmla="*/ 203649 h 361333"/>
                <a:gd name="connsiteX31" fmla="*/ 173167 w 361670"/>
                <a:gd name="connsiteY31" fmla="*/ 195350 h 361333"/>
                <a:gd name="connsiteX32" fmla="*/ 170611 w 361670"/>
                <a:gd name="connsiteY32" fmla="*/ 190881 h 361333"/>
                <a:gd name="connsiteX33" fmla="*/ 163582 w 361670"/>
                <a:gd name="connsiteY33" fmla="*/ 194073 h 361333"/>
                <a:gd name="connsiteX34" fmla="*/ 159110 w 361670"/>
                <a:gd name="connsiteY34" fmla="*/ 194711 h 361333"/>
                <a:gd name="connsiteX35" fmla="*/ 151441 w 361670"/>
                <a:gd name="connsiteY35" fmla="*/ 193435 h 361333"/>
                <a:gd name="connsiteX36" fmla="*/ 149525 w 361670"/>
                <a:gd name="connsiteY36" fmla="*/ 197265 h 361333"/>
                <a:gd name="connsiteX37" fmla="*/ 136745 w 361670"/>
                <a:gd name="connsiteY37" fmla="*/ 206841 h 361333"/>
                <a:gd name="connsiteX38" fmla="*/ 132271 w 361670"/>
                <a:gd name="connsiteY38" fmla="*/ 207479 h 361333"/>
                <a:gd name="connsiteX39" fmla="*/ 121409 w 361670"/>
                <a:gd name="connsiteY39" fmla="*/ 204287 h 361333"/>
                <a:gd name="connsiteX40" fmla="*/ 123326 w 361670"/>
                <a:gd name="connsiteY40" fmla="*/ 224078 h 361333"/>
                <a:gd name="connsiteX41" fmla="*/ 135466 w 361670"/>
                <a:gd name="connsiteY41" fmla="*/ 255359 h 361333"/>
                <a:gd name="connsiteX42" fmla="*/ 141856 w 361670"/>
                <a:gd name="connsiteY42" fmla="*/ 270681 h 361333"/>
                <a:gd name="connsiteX43" fmla="*/ 141856 w 361670"/>
                <a:gd name="connsiteY43" fmla="*/ 294940 h 361333"/>
                <a:gd name="connsiteX44" fmla="*/ 135466 w 361670"/>
                <a:gd name="connsiteY44" fmla="*/ 301324 h 361333"/>
                <a:gd name="connsiteX45" fmla="*/ 129076 w 361670"/>
                <a:gd name="connsiteY45" fmla="*/ 294940 h 361333"/>
                <a:gd name="connsiteX46" fmla="*/ 129076 w 361670"/>
                <a:gd name="connsiteY46" fmla="*/ 270681 h 361333"/>
                <a:gd name="connsiteX47" fmla="*/ 126521 w 361670"/>
                <a:gd name="connsiteY47" fmla="*/ 264297 h 361333"/>
                <a:gd name="connsiteX48" fmla="*/ 110546 w 361670"/>
                <a:gd name="connsiteY48" fmla="*/ 224716 h 361333"/>
                <a:gd name="connsiteX49" fmla="*/ 104795 w 361670"/>
                <a:gd name="connsiteY49" fmla="*/ 158323 h 361333"/>
                <a:gd name="connsiteX50" fmla="*/ 104795 w 361670"/>
                <a:gd name="connsiteY50" fmla="*/ 157684 h 361333"/>
                <a:gd name="connsiteX51" fmla="*/ 107990 w 361670"/>
                <a:gd name="connsiteY51" fmla="*/ 144278 h 361333"/>
                <a:gd name="connsiteX52" fmla="*/ 120770 w 361670"/>
                <a:gd name="connsiteY52" fmla="*/ 134702 h 361333"/>
                <a:gd name="connsiteX53" fmla="*/ 132911 w 361670"/>
                <a:gd name="connsiteY53" fmla="*/ 135340 h 361333"/>
                <a:gd name="connsiteX54" fmla="*/ 134828 w 361670"/>
                <a:gd name="connsiteY54" fmla="*/ 131510 h 361333"/>
                <a:gd name="connsiteX55" fmla="*/ 147607 w 361670"/>
                <a:gd name="connsiteY55" fmla="*/ 121934 h 361333"/>
                <a:gd name="connsiteX56" fmla="*/ 155915 w 361670"/>
                <a:gd name="connsiteY56" fmla="*/ 121934 h 361333"/>
                <a:gd name="connsiteX57" fmla="*/ 147607 w 361670"/>
                <a:gd name="connsiteY57" fmla="*/ 87460 h 361333"/>
                <a:gd name="connsiteX58" fmla="*/ 163582 w 361670"/>
                <a:gd name="connsiteY58" fmla="*/ 62563 h 361333"/>
                <a:gd name="connsiteX59" fmla="*/ 179557 w 361670"/>
                <a:gd name="connsiteY59" fmla="*/ 65117 h 361333"/>
                <a:gd name="connsiteX60" fmla="*/ 188503 w 361670"/>
                <a:gd name="connsiteY60" fmla="*/ 76608 h 361333"/>
                <a:gd name="connsiteX61" fmla="*/ 188503 w 361670"/>
                <a:gd name="connsiteY61" fmla="*/ 77246 h 361333"/>
                <a:gd name="connsiteX62" fmla="*/ 188503 w 361670"/>
                <a:gd name="connsiteY62" fmla="*/ 78523 h 361333"/>
                <a:gd name="connsiteX63" fmla="*/ 200005 w 361670"/>
                <a:gd name="connsiteY63" fmla="*/ 127680 h 361333"/>
                <a:gd name="connsiteX64" fmla="*/ 211507 w 361670"/>
                <a:gd name="connsiteY64" fmla="*/ 78523 h 361333"/>
                <a:gd name="connsiteX65" fmla="*/ 212146 w 361670"/>
                <a:gd name="connsiteY65" fmla="*/ 77246 h 361333"/>
                <a:gd name="connsiteX66" fmla="*/ 212146 w 361670"/>
                <a:gd name="connsiteY66" fmla="*/ 76608 h 361333"/>
                <a:gd name="connsiteX67" fmla="*/ 221092 w 361670"/>
                <a:gd name="connsiteY67" fmla="*/ 65755 h 361333"/>
                <a:gd name="connsiteX68" fmla="*/ 237067 w 361670"/>
                <a:gd name="connsiteY68" fmla="*/ 63201 h 361333"/>
                <a:gd name="connsiteX69" fmla="*/ 249846 w 361670"/>
                <a:gd name="connsiteY69" fmla="*/ 72777 h 361333"/>
                <a:gd name="connsiteX70" fmla="*/ 252403 w 361670"/>
                <a:gd name="connsiteY70" fmla="*/ 88737 h 361333"/>
                <a:gd name="connsiteX71" fmla="*/ 235150 w 361670"/>
                <a:gd name="connsiteY71" fmla="*/ 163430 h 361333"/>
                <a:gd name="connsiteX72" fmla="*/ 239623 w 361670"/>
                <a:gd name="connsiteY72" fmla="*/ 163430 h 361333"/>
                <a:gd name="connsiteX73" fmla="*/ 258792 w 361670"/>
                <a:gd name="connsiteY73" fmla="*/ 182582 h 361333"/>
                <a:gd name="connsiteX74" fmla="*/ 258154 w 361670"/>
                <a:gd name="connsiteY74" fmla="*/ 21897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1670" h="361333">
                  <a:moveTo>
                    <a:pt x="180836" y="0"/>
                  </a:moveTo>
                  <a:cubicBezTo>
                    <a:pt x="80513" y="0"/>
                    <a:pt x="0" y="81076"/>
                    <a:pt x="0" y="180667"/>
                  </a:cubicBezTo>
                  <a:cubicBezTo>
                    <a:pt x="0" y="280257"/>
                    <a:pt x="81152" y="361333"/>
                    <a:pt x="180836" y="361333"/>
                  </a:cubicBezTo>
                  <a:cubicBezTo>
                    <a:pt x="280518" y="361333"/>
                    <a:pt x="361670" y="280257"/>
                    <a:pt x="361670" y="180667"/>
                  </a:cubicBezTo>
                  <a:cubicBezTo>
                    <a:pt x="361670" y="81076"/>
                    <a:pt x="281157" y="0"/>
                    <a:pt x="180836" y="0"/>
                  </a:cubicBezTo>
                  <a:close/>
                  <a:moveTo>
                    <a:pt x="258154" y="218971"/>
                  </a:moveTo>
                  <a:cubicBezTo>
                    <a:pt x="257515" y="236846"/>
                    <a:pt x="247930" y="254082"/>
                    <a:pt x="233233" y="264297"/>
                  </a:cubicBezTo>
                  <a:cubicBezTo>
                    <a:pt x="230677" y="266212"/>
                    <a:pt x="229399" y="268766"/>
                    <a:pt x="229399" y="271958"/>
                  </a:cubicBezTo>
                  <a:lnTo>
                    <a:pt x="229399" y="293663"/>
                  </a:lnTo>
                  <a:cubicBezTo>
                    <a:pt x="229399" y="297493"/>
                    <a:pt x="226843" y="300047"/>
                    <a:pt x="223009" y="300047"/>
                  </a:cubicBezTo>
                  <a:cubicBezTo>
                    <a:pt x="219175" y="300047"/>
                    <a:pt x="216619" y="297493"/>
                    <a:pt x="216619" y="293663"/>
                  </a:cubicBezTo>
                  <a:lnTo>
                    <a:pt x="216619" y="271958"/>
                  </a:lnTo>
                  <a:cubicBezTo>
                    <a:pt x="216619" y="264935"/>
                    <a:pt x="220453" y="257913"/>
                    <a:pt x="226204" y="253444"/>
                  </a:cubicBezTo>
                  <a:cubicBezTo>
                    <a:pt x="237705" y="245783"/>
                    <a:pt x="245374" y="232377"/>
                    <a:pt x="245374" y="218332"/>
                  </a:cubicBezTo>
                  <a:lnTo>
                    <a:pt x="245374" y="206841"/>
                  </a:lnTo>
                  <a:lnTo>
                    <a:pt x="245374" y="180667"/>
                  </a:lnTo>
                  <a:cubicBezTo>
                    <a:pt x="245374" y="177475"/>
                    <a:pt x="242818" y="174283"/>
                    <a:pt x="238984" y="174283"/>
                  </a:cubicBezTo>
                  <a:lnTo>
                    <a:pt x="180836" y="174283"/>
                  </a:lnTo>
                  <a:cubicBezTo>
                    <a:pt x="180836" y="174921"/>
                    <a:pt x="180836" y="175560"/>
                    <a:pt x="180836" y="176836"/>
                  </a:cubicBezTo>
                  <a:lnTo>
                    <a:pt x="180836" y="179390"/>
                  </a:lnTo>
                  <a:lnTo>
                    <a:pt x="180836" y="180028"/>
                  </a:lnTo>
                  <a:cubicBezTo>
                    <a:pt x="180836" y="181305"/>
                    <a:pt x="181474" y="182582"/>
                    <a:pt x="182113" y="183859"/>
                  </a:cubicBezTo>
                  <a:cubicBezTo>
                    <a:pt x="182752" y="184497"/>
                    <a:pt x="182752" y="185774"/>
                    <a:pt x="183391" y="186412"/>
                  </a:cubicBezTo>
                  <a:cubicBezTo>
                    <a:pt x="185308" y="188966"/>
                    <a:pt x="188503" y="190243"/>
                    <a:pt x="191698" y="190881"/>
                  </a:cubicBezTo>
                  <a:lnTo>
                    <a:pt x="223009" y="190881"/>
                  </a:lnTo>
                  <a:cubicBezTo>
                    <a:pt x="226843" y="190881"/>
                    <a:pt x="229399" y="193435"/>
                    <a:pt x="229399" y="197265"/>
                  </a:cubicBezTo>
                  <a:cubicBezTo>
                    <a:pt x="229399" y="201095"/>
                    <a:pt x="226843" y="203649"/>
                    <a:pt x="223009" y="203649"/>
                  </a:cubicBezTo>
                  <a:cubicBezTo>
                    <a:pt x="200644" y="203649"/>
                    <a:pt x="182113" y="222163"/>
                    <a:pt x="182113" y="244506"/>
                  </a:cubicBezTo>
                  <a:cubicBezTo>
                    <a:pt x="182113" y="248337"/>
                    <a:pt x="179557" y="250890"/>
                    <a:pt x="175723" y="250890"/>
                  </a:cubicBezTo>
                  <a:cubicBezTo>
                    <a:pt x="171889" y="250890"/>
                    <a:pt x="169333" y="248337"/>
                    <a:pt x="169333" y="244506"/>
                  </a:cubicBezTo>
                  <a:cubicBezTo>
                    <a:pt x="169333" y="227908"/>
                    <a:pt x="177001" y="213225"/>
                    <a:pt x="188503" y="203649"/>
                  </a:cubicBezTo>
                  <a:cubicBezTo>
                    <a:pt x="182113" y="203011"/>
                    <a:pt x="177001" y="199819"/>
                    <a:pt x="173167" y="195350"/>
                  </a:cubicBezTo>
                  <a:cubicBezTo>
                    <a:pt x="171889" y="194073"/>
                    <a:pt x="171251" y="192796"/>
                    <a:pt x="170611" y="190881"/>
                  </a:cubicBezTo>
                  <a:cubicBezTo>
                    <a:pt x="168695" y="192158"/>
                    <a:pt x="166138" y="193435"/>
                    <a:pt x="163582" y="194073"/>
                  </a:cubicBezTo>
                  <a:cubicBezTo>
                    <a:pt x="162305" y="194711"/>
                    <a:pt x="160387" y="194711"/>
                    <a:pt x="159110" y="194711"/>
                  </a:cubicBezTo>
                  <a:cubicBezTo>
                    <a:pt x="156553" y="194711"/>
                    <a:pt x="153997" y="194073"/>
                    <a:pt x="151441" y="193435"/>
                  </a:cubicBezTo>
                  <a:cubicBezTo>
                    <a:pt x="150802" y="194711"/>
                    <a:pt x="150164" y="195988"/>
                    <a:pt x="149525" y="197265"/>
                  </a:cubicBezTo>
                  <a:cubicBezTo>
                    <a:pt x="146330" y="201734"/>
                    <a:pt x="141856" y="205564"/>
                    <a:pt x="136745" y="206841"/>
                  </a:cubicBezTo>
                  <a:cubicBezTo>
                    <a:pt x="135466" y="207479"/>
                    <a:pt x="133550" y="207479"/>
                    <a:pt x="132271" y="207479"/>
                  </a:cubicBezTo>
                  <a:cubicBezTo>
                    <a:pt x="128438" y="207479"/>
                    <a:pt x="124604" y="206203"/>
                    <a:pt x="121409" y="204287"/>
                  </a:cubicBezTo>
                  <a:lnTo>
                    <a:pt x="123326" y="224078"/>
                  </a:lnTo>
                  <a:cubicBezTo>
                    <a:pt x="123326" y="236207"/>
                    <a:pt x="127799" y="247060"/>
                    <a:pt x="135466" y="255359"/>
                  </a:cubicBezTo>
                  <a:cubicBezTo>
                    <a:pt x="139301" y="259190"/>
                    <a:pt x="141856" y="264935"/>
                    <a:pt x="141856" y="270681"/>
                  </a:cubicBezTo>
                  <a:lnTo>
                    <a:pt x="141856" y="294940"/>
                  </a:lnTo>
                  <a:cubicBezTo>
                    <a:pt x="141856" y="298770"/>
                    <a:pt x="139301" y="301324"/>
                    <a:pt x="135466" y="301324"/>
                  </a:cubicBezTo>
                  <a:cubicBezTo>
                    <a:pt x="131633" y="301324"/>
                    <a:pt x="129076" y="298770"/>
                    <a:pt x="129076" y="294940"/>
                  </a:cubicBezTo>
                  <a:lnTo>
                    <a:pt x="129076" y="270681"/>
                  </a:lnTo>
                  <a:cubicBezTo>
                    <a:pt x="129076" y="268127"/>
                    <a:pt x="128438" y="266212"/>
                    <a:pt x="126521" y="264297"/>
                  </a:cubicBezTo>
                  <a:cubicBezTo>
                    <a:pt x="116297" y="253444"/>
                    <a:pt x="110546" y="239399"/>
                    <a:pt x="110546" y="224716"/>
                  </a:cubicBezTo>
                  <a:lnTo>
                    <a:pt x="104795" y="158323"/>
                  </a:lnTo>
                  <a:cubicBezTo>
                    <a:pt x="104795" y="158323"/>
                    <a:pt x="104795" y="158323"/>
                    <a:pt x="104795" y="157684"/>
                  </a:cubicBezTo>
                  <a:cubicBezTo>
                    <a:pt x="104156" y="153216"/>
                    <a:pt x="105434" y="148747"/>
                    <a:pt x="107990" y="144278"/>
                  </a:cubicBezTo>
                  <a:cubicBezTo>
                    <a:pt x="111185" y="139809"/>
                    <a:pt x="115658" y="135979"/>
                    <a:pt x="120770" y="134702"/>
                  </a:cubicBezTo>
                  <a:cubicBezTo>
                    <a:pt x="125243" y="133425"/>
                    <a:pt x="129076" y="134064"/>
                    <a:pt x="132911" y="135340"/>
                  </a:cubicBezTo>
                  <a:cubicBezTo>
                    <a:pt x="133550" y="134064"/>
                    <a:pt x="134189" y="132787"/>
                    <a:pt x="134828" y="131510"/>
                  </a:cubicBezTo>
                  <a:cubicBezTo>
                    <a:pt x="138022" y="127041"/>
                    <a:pt x="142496" y="123211"/>
                    <a:pt x="147607" y="121934"/>
                  </a:cubicBezTo>
                  <a:cubicBezTo>
                    <a:pt x="150164" y="121296"/>
                    <a:pt x="153358" y="121296"/>
                    <a:pt x="155915" y="121934"/>
                  </a:cubicBezTo>
                  <a:lnTo>
                    <a:pt x="147607" y="87460"/>
                  </a:lnTo>
                  <a:cubicBezTo>
                    <a:pt x="145051" y="75969"/>
                    <a:pt x="152081" y="65117"/>
                    <a:pt x="163582" y="62563"/>
                  </a:cubicBezTo>
                  <a:cubicBezTo>
                    <a:pt x="169333" y="61286"/>
                    <a:pt x="174446" y="62563"/>
                    <a:pt x="179557" y="65117"/>
                  </a:cubicBezTo>
                  <a:cubicBezTo>
                    <a:pt x="184031" y="67670"/>
                    <a:pt x="186586" y="71500"/>
                    <a:pt x="188503" y="76608"/>
                  </a:cubicBezTo>
                  <a:cubicBezTo>
                    <a:pt x="188503" y="76608"/>
                    <a:pt x="188503" y="77246"/>
                    <a:pt x="188503" y="77246"/>
                  </a:cubicBezTo>
                  <a:cubicBezTo>
                    <a:pt x="188503" y="77246"/>
                    <a:pt x="188503" y="77884"/>
                    <a:pt x="188503" y="78523"/>
                  </a:cubicBezTo>
                  <a:lnTo>
                    <a:pt x="200005" y="127680"/>
                  </a:lnTo>
                  <a:lnTo>
                    <a:pt x="211507" y="78523"/>
                  </a:lnTo>
                  <a:cubicBezTo>
                    <a:pt x="211507" y="77884"/>
                    <a:pt x="211507" y="77884"/>
                    <a:pt x="212146" y="77246"/>
                  </a:cubicBezTo>
                  <a:cubicBezTo>
                    <a:pt x="212146" y="77246"/>
                    <a:pt x="212146" y="76608"/>
                    <a:pt x="212146" y="76608"/>
                  </a:cubicBezTo>
                  <a:cubicBezTo>
                    <a:pt x="214063" y="72139"/>
                    <a:pt x="216619" y="68308"/>
                    <a:pt x="221092" y="65755"/>
                  </a:cubicBezTo>
                  <a:cubicBezTo>
                    <a:pt x="225565" y="62563"/>
                    <a:pt x="231315" y="61925"/>
                    <a:pt x="237067" y="63201"/>
                  </a:cubicBezTo>
                  <a:cubicBezTo>
                    <a:pt x="242818" y="64478"/>
                    <a:pt x="247290" y="67670"/>
                    <a:pt x="249846" y="72777"/>
                  </a:cubicBezTo>
                  <a:cubicBezTo>
                    <a:pt x="253041" y="77246"/>
                    <a:pt x="253680" y="82992"/>
                    <a:pt x="252403" y="88737"/>
                  </a:cubicBezTo>
                  <a:lnTo>
                    <a:pt x="235150" y="163430"/>
                  </a:lnTo>
                  <a:lnTo>
                    <a:pt x="239623" y="163430"/>
                  </a:lnTo>
                  <a:cubicBezTo>
                    <a:pt x="249846" y="163430"/>
                    <a:pt x="258792" y="171729"/>
                    <a:pt x="258792" y="182582"/>
                  </a:cubicBezTo>
                  <a:lnTo>
                    <a:pt x="258154" y="218971"/>
                  </a:lnTo>
                  <a:close/>
                </a:path>
              </a:pathLst>
            </a:custGeom>
            <a:solidFill>
              <a:srgbClr val="0076A8"/>
            </a:solidFill>
            <a:ln w="6390" cap="flat">
              <a:noFill/>
              <a:prstDash val="solid"/>
              <a:miter/>
            </a:ln>
          </p:spPr>
          <p:txBody>
            <a:bodyPr rtlCol="0" anchor="ctr"/>
            <a:lstStyle/>
            <a:p>
              <a:endParaRPr lang="en-US"/>
            </a:p>
          </p:txBody>
        </p:sp>
      </p:grpSp>
      <p:sp>
        <p:nvSpPr>
          <p:cNvPr id="633" name="Graphic 4">
            <a:extLst>
              <a:ext uri="{FF2B5EF4-FFF2-40B4-BE49-F238E27FC236}">
                <a16:creationId xmlns:a16="http://schemas.microsoft.com/office/drawing/2014/main" id="{ADB888F4-45B9-C14B-814C-F2ED0AC1D0A3}"/>
              </a:ext>
            </a:extLst>
          </p:cNvPr>
          <p:cNvSpPr>
            <a:spLocks noChangeAspect="1"/>
          </p:cNvSpPr>
          <p:nvPr/>
        </p:nvSpPr>
        <p:spPr>
          <a:xfrm>
            <a:off x="8239823" y="237117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255597 w 361670"/>
              <a:gd name="connsiteY5" fmla="*/ 225355 h 361333"/>
              <a:gd name="connsiteX6" fmla="*/ 239623 w 361670"/>
              <a:gd name="connsiteY6" fmla="*/ 264935 h 361333"/>
              <a:gd name="connsiteX7" fmla="*/ 237067 w 361670"/>
              <a:gd name="connsiteY7" fmla="*/ 271319 h 361333"/>
              <a:gd name="connsiteX8" fmla="*/ 237067 w 361670"/>
              <a:gd name="connsiteY8" fmla="*/ 296217 h 361333"/>
              <a:gd name="connsiteX9" fmla="*/ 230677 w 361670"/>
              <a:gd name="connsiteY9" fmla="*/ 302601 h 361333"/>
              <a:gd name="connsiteX10" fmla="*/ 224287 w 361670"/>
              <a:gd name="connsiteY10" fmla="*/ 296217 h 361333"/>
              <a:gd name="connsiteX11" fmla="*/ 224287 w 361670"/>
              <a:gd name="connsiteY11" fmla="*/ 271319 h 361333"/>
              <a:gd name="connsiteX12" fmla="*/ 230677 w 361670"/>
              <a:gd name="connsiteY12" fmla="*/ 255998 h 361333"/>
              <a:gd name="connsiteX13" fmla="*/ 242818 w 361670"/>
              <a:gd name="connsiteY13" fmla="*/ 224716 h 361333"/>
              <a:gd name="connsiteX14" fmla="*/ 242818 w 361670"/>
              <a:gd name="connsiteY14" fmla="*/ 160876 h 361333"/>
              <a:gd name="connsiteX15" fmla="*/ 240900 w 361670"/>
              <a:gd name="connsiteY15" fmla="*/ 156408 h 361333"/>
              <a:gd name="connsiteX16" fmla="*/ 235789 w 361670"/>
              <a:gd name="connsiteY16" fmla="*/ 153854 h 361333"/>
              <a:gd name="connsiteX17" fmla="*/ 230038 w 361670"/>
              <a:gd name="connsiteY17" fmla="*/ 155769 h 361333"/>
              <a:gd name="connsiteX18" fmla="*/ 227482 w 361670"/>
              <a:gd name="connsiteY18" fmla="*/ 161515 h 361333"/>
              <a:gd name="connsiteX19" fmla="*/ 226843 w 361670"/>
              <a:gd name="connsiteY19" fmla="*/ 174921 h 361333"/>
              <a:gd name="connsiteX20" fmla="*/ 220453 w 361670"/>
              <a:gd name="connsiteY20" fmla="*/ 180667 h 361333"/>
              <a:gd name="connsiteX21" fmla="*/ 219814 w 361670"/>
              <a:gd name="connsiteY21" fmla="*/ 180667 h 361333"/>
              <a:gd name="connsiteX22" fmla="*/ 214063 w 361670"/>
              <a:gd name="connsiteY22" fmla="*/ 173644 h 361333"/>
              <a:gd name="connsiteX23" fmla="*/ 215341 w 361670"/>
              <a:gd name="connsiteY23" fmla="*/ 155769 h 361333"/>
              <a:gd name="connsiteX24" fmla="*/ 215341 w 361670"/>
              <a:gd name="connsiteY24" fmla="*/ 155131 h 361333"/>
              <a:gd name="connsiteX25" fmla="*/ 215980 w 361670"/>
              <a:gd name="connsiteY25" fmla="*/ 150024 h 361333"/>
              <a:gd name="connsiteX26" fmla="*/ 214063 w 361670"/>
              <a:gd name="connsiteY26" fmla="*/ 144278 h 361333"/>
              <a:gd name="connsiteX27" fmla="*/ 208312 w 361670"/>
              <a:gd name="connsiteY27" fmla="*/ 141724 h 361333"/>
              <a:gd name="connsiteX28" fmla="*/ 199366 w 361670"/>
              <a:gd name="connsiteY28" fmla="*/ 149385 h 361333"/>
              <a:gd name="connsiteX29" fmla="*/ 198088 w 361670"/>
              <a:gd name="connsiteY29" fmla="*/ 168537 h 361333"/>
              <a:gd name="connsiteX30" fmla="*/ 197449 w 361670"/>
              <a:gd name="connsiteY30" fmla="*/ 171091 h 361333"/>
              <a:gd name="connsiteX31" fmla="*/ 191698 w 361670"/>
              <a:gd name="connsiteY31" fmla="*/ 174921 h 361333"/>
              <a:gd name="connsiteX32" fmla="*/ 191059 w 361670"/>
              <a:gd name="connsiteY32" fmla="*/ 174921 h 361333"/>
              <a:gd name="connsiteX33" fmla="*/ 185308 w 361670"/>
              <a:gd name="connsiteY33" fmla="*/ 167899 h 361333"/>
              <a:gd name="connsiteX34" fmla="*/ 186586 w 361670"/>
              <a:gd name="connsiteY34" fmla="*/ 148747 h 361333"/>
              <a:gd name="connsiteX35" fmla="*/ 190420 w 361670"/>
              <a:gd name="connsiteY35" fmla="*/ 81077 h 361333"/>
              <a:gd name="connsiteX36" fmla="*/ 183391 w 361670"/>
              <a:gd name="connsiteY36" fmla="*/ 72139 h 361333"/>
              <a:gd name="connsiteX37" fmla="*/ 177641 w 361670"/>
              <a:gd name="connsiteY37" fmla="*/ 74054 h 361333"/>
              <a:gd name="connsiteX38" fmla="*/ 175084 w 361670"/>
              <a:gd name="connsiteY38" fmla="*/ 79162 h 361333"/>
              <a:gd name="connsiteX39" fmla="*/ 175084 w 361670"/>
              <a:gd name="connsiteY39" fmla="*/ 79162 h 361333"/>
              <a:gd name="connsiteX40" fmla="*/ 175084 w 361670"/>
              <a:gd name="connsiteY40" fmla="*/ 79162 h 361333"/>
              <a:gd name="connsiteX41" fmla="*/ 169972 w 361670"/>
              <a:gd name="connsiteY41" fmla="*/ 167260 h 361333"/>
              <a:gd name="connsiteX42" fmla="*/ 169972 w 361670"/>
              <a:gd name="connsiteY42" fmla="*/ 167899 h 361333"/>
              <a:gd name="connsiteX43" fmla="*/ 169333 w 361670"/>
              <a:gd name="connsiteY43" fmla="*/ 169176 h 361333"/>
              <a:gd name="connsiteX44" fmla="*/ 168695 w 361670"/>
              <a:gd name="connsiteY44" fmla="*/ 169814 h 361333"/>
              <a:gd name="connsiteX45" fmla="*/ 167416 w 361670"/>
              <a:gd name="connsiteY45" fmla="*/ 171091 h 361333"/>
              <a:gd name="connsiteX46" fmla="*/ 166777 w 361670"/>
              <a:gd name="connsiteY46" fmla="*/ 171729 h 361333"/>
              <a:gd name="connsiteX47" fmla="*/ 165500 w 361670"/>
              <a:gd name="connsiteY47" fmla="*/ 172368 h 361333"/>
              <a:gd name="connsiteX48" fmla="*/ 164861 w 361670"/>
              <a:gd name="connsiteY48" fmla="*/ 172368 h 361333"/>
              <a:gd name="connsiteX49" fmla="*/ 164221 w 361670"/>
              <a:gd name="connsiteY49" fmla="*/ 172368 h 361333"/>
              <a:gd name="connsiteX50" fmla="*/ 163582 w 361670"/>
              <a:gd name="connsiteY50" fmla="*/ 172368 h 361333"/>
              <a:gd name="connsiteX51" fmla="*/ 162943 w 361670"/>
              <a:gd name="connsiteY51" fmla="*/ 172368 h 361333"/>
              <a:gd name="connsiteX52" fmla="*/ 162305 w 361670"/>
              <a:gd name="connsiteY52" fmla="*/ 172368 h 361333"/>
              <a:gd name="connsiteX53" fmla="*/ 161026 w 361670"/>
              <a:gd name="connsiteY53" fmla="*/ 172368 h 361333"/>
              <a:gd name="connsiteX54" fmla="*/ 159748 w 361670"/>
              <a:gd name="connsiteY54" fmla="*/ 171729 h 361333"/>
              <a:gd name="connsiteX55" fmla="*/ 159110 w 361670"/>
              <a:gd name="connsiteY55" fmla="*/ 171091 h 361333"/>
              <a:gd name="connsiteX56" fmla="*/ 158471 w 361670"/>
              <a:gd name="connsiteY56" fmla="*/ 170452 h 361333"/>
              <a:gd name="connsiteX57" fmla="*/ 157831 w 361670"/>
              <a:gd name="connsiteY57" fmla="*/ 169176 h 361333"/>
              <a:gd name="connsiteX58" fmla="*/ 157192 w 361670"/>
              <a:gd name="connsiteY58" fmla="*/ 167899 h 361333"/>
              <a:gd name="connsiteX59" fmla="*/ 157192 w 361670"/>
              <a:gd name="connsiteY59" fmla="*/ 167260 h 361333"/>
              <a:gd name="connsiteX60" fmla="*/ 139940 w 361670"/>
              <a:gd name="connsiteY60" fmla="*/ 89376 h 361333"/>
              <a:gd name="connsiteX61" fmla="*/ 139940 w 361670"/>
              <a:gd name="connsiteY61" fmla="*/ 88738 h 361333"/>
              <a:gd name="connsiteX62" fmla="*/ 136745 w 361670"/>
              <a:gd name="connsiteY62" fmla="*/ 84269 h 361333"/>
              <a:gd name="connsiteX63" fmla="*/ 130994 w 361670"/>
              <a:gd name="connsiteY63" fmla="*/ 82992 h 361333"/>
              <a:gd name="connsiteX64" fmla="*/ 125243 w 361670"/>
              <a:gd name="connsiteY64" fmla="*/ 93206 h 361333"/>
              <a:gd name="connsiteX65" fmla="*/ 143774 w 361670"/>
              <a:gd name="connsiteY65" fmla="*/ 176836 h 361333"/>
              <a:gd name="connsiteX66" fmla="*/ 138661 w 361670"/>
              <a:gd name="connsiteY66" fmla="*/ 184497 h 361333"/>
              <a:gd name="connsiteX67" fmla="*/ 137384 w 361670"/>
              <a:gd name="connsiteY67" fmla="*/ 184497 h 361333"/>
              <a:gd name="connsiteX68" fmla="*/ 130994 w 361670"/>
              <a:gd name="connsiteY68" fmla="*/ 179390 h 361333"/>
              <a:gd name="connsiteX69" fmla="*/ 128438 w 361670"/>
              <a:gd name="connsiteY69" fmla="*/ 167899 h 361333"/>
              <a:gd name="connsiteX70" fmla="*/ 126521 w 361670"/>
              <a:gd name="connsiteY70" fmla="*/ 168537 h 361333"/>
              <a:gd name="connsiteX71" fmla="*/ 119492 w 361670"/>
              <a:gd name="connsiteY71" fmla="*/ 178752 h 361333"/>
              <a:gd name="connsiteX72" fmla="*/ 119492 w 361670"/>
              <a:gd name="connsiteY72" fmla="*/ 217694 h 361333"/>
              <a:gd name="connsiteX73" fmla="*/ 139301 w 361670"/>
              <a:gd name="connsiteY73" fmla="*/ 253444 h 361333"/>
              <a:gd name="connsiteX74" fmla="*/ 148886 w 361670"/>
              <a:gd name="connsiteY74" fmla="*/ 271958 h 361333"/>
              <a:gd name="connsiteX75" fmla="*/ 148886 w 361670"/>
              <a:gd name="connsiteY75" fmla="*/ 294302 h 361333"/>
              <a:gd name="connsiteX76" fmla="*/ 142496 w 361670"/>
              <a:gd name="connsiteY76" fmla="*/ 300686 h 361333"/>
              <a:gd name="connsiteX77" fmla="*/ 136106 w 361670"/>
              <a:gd name="connsiteY77" fmla="*/ 294302 h 361333"/>
              <a:gd name="connsiteX78" fmla="*/ 136106 w 361670"/>
              <a:gd name="connsiteY78" fmla="*/ 271958 h 361333"/>
              <a:gd name="connsiteX79" fmla="*/ 131633 w 361670"/>
              <a:gd name="connsiteY79" fmla="*/ 264297 h 361333"/>
              <a:gd name="connsiteX80" fmla="*/ 106712 w 361670"/>
              <a:gd name="connsiteY80" fmla="*/ 218332 h 361333"/>
              <a:gd name="connsiteX81" fmla="*/ 106712 w 361670"/>
              <a:gd name="connsiteY81" fmla="*/ 206203 h 361333"/>
              <a:gd name="connsiteX82" fmla="*/ 106712 w 361670"/>
              <a:gd name="connsiteY82" fmla="*/ 178752 h 361333"/>
              <a:gd name="connsiteX83" fmla="*/ 120770 w 361670"/>
              <a:gd name="connsiteY83" fmla="*/ 156408 h 361333"/>
              <a:gd name="connsiteX84" fmla="*/ 124604 w 361670"/>
              <a:gd name="connsiteY84" fmla="*/ 154492 h 361333"/>
              <a:gd name="connsiteX85" fmla="*/ 111185 w 361670"/>
              <a:gd name="connsiteY85" fmla="*/ 95121 h 361333"/>
              <a:gd name="connsiteX86" fmla="*/ 126521 w 361670"/>
              <a:gd name="connsiteY86" fmla="*/ 70224 h 361333"/>
              <a:gd name="connsiteX87" fmla="*/ 142496 w 361670"/>
              <a:gd name="connsiteY87" fmla="*/ 72778 h 361333"/>
              <a:gd name="connsiteX88" fmla="*/ 151441 w 361670"/>
              <a:gd name="connsiteY88" fmla="*/ 84269 h 361333"/>
              <a:gd name="connsiteX89" fmla="*/ 151441 w 361670"/>
              <a:gd name="connsiteY89" fmla="*/ 84907 h 361333"/>
              <a:gd name="connsiteX90" fmla="*/ 151441 w 361670"/>
              <a:gd name="connsiteY90" fmla="*/ 86184 h 361333"/>
              <a:gd name="connsiteX91" fmla="*/ 158471 w 361670"/>
              <a:gd name="connsiteY91" fmla="*/ 118742 h 361333"/>
              <a:gd name="connsiteX92" fmla="*/ 161026 w 361670"/>
              <a:gd name="connsiteY92" fmla="*/ 76608 h 361333"/>
              <a:gd name="connsiteX93" fmla="*/ 161026 w 361670"/>
              <a:gd name="connsiteY93" fmla="*/ 75331 h 361333"/>
              <a:gd name="connsiteX94" fmla="*/ 161026 w 361670"/>
              <a:gd name="connsiteY94" fmla="*/ 75331 h 361333"/>
              <a:gd name="connsiteX95" fmla="*/ 168056 w 361670"/>
              <a:gd name="connsiteY95" fmla="*/ 62563 h 361333"/>
              <a:gd name="connsiteX96" fmla="*/ 182752 w 361670"/>
              <a:gd name="connsiteY96" fmla="*/ 57456 h 361333"/>
              <a:gd name="connsiteX97" fmla="*/ 201922 w 361670"/>
              <a:gd name="connsiteY97" fmla="*/ 79800 h 361333"/>
              <a:gd name="connsiteX98" fmla="*/ 201283 w 361670"/>
              <a:gd name="connsiteY98" fmla="*/ 92568 h 361333"/>
              <a:gd name="connsiteX99" fmla="*/ 199366 w 361670"/>
              <a:gd name="connsiteY99" fmla="*/ 128318 h 361333"/>
              <a:gd name="connsiteX100" fmla="*/ 208312 w 361670"/>
              <a:gd name="connsiteY100" fmla="*/ 127041 h 361333"/>
              <a:gd name="connsiteX101" fmla="*/ 223009 w 361670"/>
              <a:gd name="connsiteY101" fmla="*/ 134064 h 361333"/>
              <a:gd name="connsiteX102" fmla="*/ 226843 w 361670"/>
              <a:gd name="connsiteY102" fmla="*/ 141086 h 361333"/>
              <a:gd name="connsiteX103" fmla="*/ 236428 w 361670"/>
              <a:gd name="connsiteY103" fmla="*/ 139171 h 361333"/>
              <a:gd name="connsiteX104" fmla="*/ 250485 w 361670"/>
              <a:gd name="connsiteY104" fmla="*/ 146193 h 361333"/>
              <a:gd name="connsiteX105" fmla="*/ 255597 w 361670"/>
              <a:gd name="connsiteY105" fmla="*/ 157684 h 361333"/>
              <a:gd name="connsiteX106" fmla="*/ 255597 w 361670"/>
              <a:gd name="connsiteY106" fmla="*/ 158323 h 361333"/>
              <a:gd name="connsiteX107" fmla="*/ 255597 w 361670"/>
              <a:gd name="connsiteY107" fmla="*/ 22535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61670" h="361333">
                <a:moveTo>
                  <a:pt x="180836" y="0"/>
                </a:moveTo>
                <a:cubicBezTo>
                  <a:pt x="80513" y="0"/>
                  <a:pt x="0" y="81077"/>
                  <a:pt x="0" y="180667"/>
                </a:cubicBezTo>
                <a:cubicBezTo>
                  <a:pt x="0" y="280257"/>
                  <a:pt x="81152" y="361333"/>
                  <a:pt x="180836" y="361333"/>
                </a:cubicBezTo>
                <a:cubicBezTo>
                  <a:pt x="280518" y="361333"/>
                  <a:pt x="361670" y="280257"/>
                  <a:pt x="361670" y="180667"/>
                </a:cubicBezTo>
                <a:cubicBezTo>
                  <a:pt x="361670" y="81077"/>
                  <a:pt x="281157" y="0"/>
                  <a:pt x="180836" y="0"/>
                </a:cubicBezTo>
                <a:close/>
                <a:moveTo>
                  <a:pt x="255597" y="225355"/>
                </a:moveTo>
                <a:cubicBezTo>
                  <a:pt x="255597" y="240038"/>
                  <a:pt x="249846" y="254083"/>
                  <a:pt x="239623" y="264935"/>
                </a:cubicBezTo>
                <a:cubicBezTo>
                  <a:pt x="237705" y="266851"/>
                  <a:pt x="237067" y="268766"/>
                  <a:pt x="237067" y="271319"/>
                </a:cubicBezTo>
                <a:lnTo>
                  <a:pt x="237067" y="296217"/>
                </a:lnTo>
                <a:cubicBezTo>
                  <a:pt x="237067" y="300047"/>
                  <a:pt x="234510" y="302601"/>
                  <a:pt x="230677" y="302601"/>
                </a:cubicBezTo>
                <a:cubicBezTo>
                  <a:pt x="226843" y="302601"/>
                  <a:pt x="224287" y="300047"/>
                  <a:pt x="224287" y="296217"/>
                </a:cubicBezTo>
                <a:lnTo>
                  <a:pt x="224287" y="271319"/>
                </a:lnTo>
                <a:cubicBezTo>
                  <a:pt x="224287" y="265574"/>
                  <a:pt x="226204" y="259828"/>
                  <a:pt x="230677" y="255998"/>
                </a:cubicBezTo>
                <a:cubicBezTo>
                  <a:pt x="238984" y="247699"/>
                  <a:pt x="242818" y="236846"/>
                  <a:pt x="242818" y="224716"/>
                </a:cubicBezTo>
                <a:lnTo>
                  <a:pt x="242818" y="160876"/>
                </a:lnTo>
                <a:cubicBezTo>
                  <a:pt x="242818" y="158961"/>
                  <a:pt x="242179" y="157684"/>
                  <a:pt x="240900" y="156408"/>
                </a:cubicBezTo>
                <a:cubicBezTo>
                  <a:pt x="239623" y="154492"/>
                  <a:pt x="237705" y="153854"/>
                  <a:pt x="235789" y="153854"/>
                </a:cubicBezTo>
                <a:cubicBezTo>
                  <a:pt x="233872" y="153854"/>
                  <a:pt x="231955" y="154492"/>
                  <a:pt x="230038" y="155769"/>
                </a:cubicBezTo>
                <a:cubicBezTo>
                  <a:pt x="228120" y="157046"/>
                  <a:pt x="227482" y="158961"/>
                  <a:pt x="227482" y="161515"/>
                </a:cubicBezTo>
                <a:lnTo>
                  <a:pt x="226843" y="174921"/>
                </a:lnTo>
                <a:cubicBezTo>
                  <a:pt x="226843" y="178113"/>
                  <a:pt x="223648" y="180667"/>
                  <a:pt x="220453" y="180667"/>
                </a:cubicBezTo>
                <a:cubicBezTo>
                  <a:pt x="220453" y="180667"/>
                  <a:pt x="220453" y="180667"/>
                  <a:pt x="219814" y="180667"/>
                </a:cubicBezTo>
                <a:cubicBezTo>
                  <a:pt x="215980" y="180667"/>
                  <a:pt x="213424" y="177475"/>
                  <a:pt x="214063" y="173644"/>
                </a:cubicBezTo>
                <a:lnTo>
                  <a:pt x="215341" y="155769"/>
                </a:lnTo>
                <a:cubicBezTo>
                  <a:pt x="215341" y="155769"/>
                  <a:pt x="215341" y="155131"/>
                  <a:pt x="215341" y="155131"/>
                </a:cubicBezTo>
                <a:lnTo>
                  <a:pt x="215980" y="150024"/>
                </a:lnTo>
                <a:cubicBezTo>
                  <a:pt x="215980" y="148108"/>
                  <a:pt x="215341" y="145555"/>
                  <a:pt x="214063" y="144278"/>
                </a:cubicBezTo>
                <a:cubicBezTo>
                  <a:pt x="212785" y="142363"/>
                  <a:pt x="210868" y="141724"/>
                  <a:pt x="208312" y="141724"/>
                </a:cubicBezTo>
                <a:cubicBezTo>
                  <a:pt x="203839" y="141724"/>
                  <a:pt x="200005" y="144916"/>
                  <a:pt x="199366" y="149385"/>
                </a:cubicBezTo>
                <a:lnTo>
                  <a:pt x="198088" y="168537"/>
                </a:lnTo>
                <a:cubicBezTo>
                  <a:pt x="198088" y="169176"/>
                  <a:pt x="198088" y="170452"/>
                  <a:pt x="197449" y="171091"/>
                </a:cubicBezTo>
                <a:cubicBezTo>
                  <a:pt x="196171" y="173644"/>
                  <a:pt x="194254" y="174921"/>
                  <a:pt x="191698" y="174921"/>
                </a:cubicBezTo>
                <a:cubicBezTo>
                  <a:pt x="191698" y="174921"/>
                  <a:pt x="191698" y="174921"/>
                  <a:pt x="191059" y="174921"/>
                </a:cubicBezTo>
                <a:cubicBezTo>
                  <a:pt x="187225" y="174921"/>
                  <a:pt x="184669" y="171729"/>
                  <a:pt x="185308" y="167899"/>
                </a:cubicBezTo>
                <a:lnTo>
                  <a:pt x="186586" y="148747"/>
                </a:lnTo>
                <a:lnTo>
                  <a:pt x="190420" y="81077"/>
                </a:lnTo>
                <a:cubicBezTo>
                  <a:pt x="190420" y="76608"/>
                  <a:pt x="187225" y="72778"/>
                  <a:pt x="183391" y="72139"/>
                </a:cubicBezTo>
                <a:cubicBezTo>
                  <a:pt x="181474" y="72139"/>
                  <a:pt x="179557" y="72778"/>
                  <a:pt x="177641" y="74054"/>
                </a:cubicBezTo>
                <a:cubicBezTo>
                  <a:pt x="176362" y="75331"/>
                  <a:pt x="175084" y="77246"/>
                  <a:pt x="175084" y="79162"/>
                </a:cubicBezTo>
                <a:cubicBezTo>
                  <a:pt x="175084" y="79162"/>
                  <a:pt x="175084" y="79162"/>
                  <a:pt x="175084" y="79162"/>
                </a:cubicBezTo>
                <a:cubicBezTo>
                  <a:pt x="175084" y="79162"/>
                  <a:pt x="175084" y="79162"/>
                  <a:pt x="175084" y="79162"/>
                </a:cubicBezTo>
                <a:lnTo>
                  <a:pt x="169972" y="167260"/>
                </a:lnTo>
                <a:cubicBezTo>
                  <a:pt x="169972" y="167260"/>
                  <a:pt x="169972" y="167260"/>
                  <a:pt x="169972" y="167899"/>
                </a:cubicBezTo>
                <a:cubicBezTo>
                  <a:pt x="169972" y="168537"/>
                  <a:pt x="169972" y="168537"/>
                  <a:pt x="169333" y="169176"/>
                </a:cubicBezTo>
                <a:cubicBezTo>
                  <a:pt x="169333" y="169814"/>
                  <a:pt x="169333" y="169814"/>
                  <a:pt x="168695" y="169814"/>
                </a:cubicBezTo>
                <a:cubicBezTo>
                  <a:pt x="168695" y="170452"/>
                  <a:pt x="168056" y="170452"/>
                  <a:pt x="167416" y="171091"/>
                </a:cubicBezTo>
                <a:cubicBezTo>
                  <a:pt x="167416" y="171091"/>
                  <a:pt x="167416" y="171729"/>
                  <a:pt x="166777" y="171729"/>
                </a:cubicBezTo>
                <a:cubicBezTo>
                  <a:pt x="166138" y="172368"/>
                  <a:pt x="166138" y="172368"/>
                  <a:pt x="165500" y="172368"/>
                </a:cubicBezTo>
                <a:cubicBezTo>
                  <a:pt x="165500" y="172368"/>
                  <a:pt x="164861" y="172368"/>
                  <a:pt x="164861" y="172368"/>
                </a:cubicBezTo>
                <a:cubicBezTo>
                  <a:pt x="164861" y="172368"/>
                  <a:pt x="164861" y="172368"/>
                  <a:pt x="164221" y="172368"/>
                </a:cubicBezTo>
                <a:cubicBezTo>
                  <a:pt x="163582" y="172368"/>
                  <a:pt x="163582" y="172368"/>
                  <a:pt x="163582" y="172368"/>
                </a:cubicBezTo>
                <a:cubicBezTo>
                  <a:pt x="163582" y="172368"/>
                  <a:pt x="162943" y="172368"/>
                  <a:pt x="162943" y="172368"/>
                </a:cubicBezTo>
                <a:cubicBezTo>
                  <a:pt x="162943" y="172368"/>
                  <a:pt x="162943" y="172368"/>
                  <a:pt x="162305" y="172368"/>
                </a:cubicBezTo>
                <a:cubicBezTo>
                  <a:pt x="161666" y="172368"/>
                  <a:pt x="161666" y="172368"/>
                  <a:pt x="161026" y="172368"/>
                </a:cubicBezTo>
                <a:cubicBezTo>
                  <a:pt x="160387" y="172368"/>
                  <a:pt x="160387" y="172368"/>
                  <a:pt x="159748" y="171729"/>
                </a:cubicBezTo>
                <a:cubicBezTo>
                  <a:pt x="159110" y="171729"/>
                  <a:pt x="159110" y="171091"/>
                  <a:pt x="159110" y="171091"/>
                </a:cubicBezTo>
                <a:cubicBezTo>
                  <a:pt x="158471" y="171091"/>
                  <a:pt x="158471" y="170452"/>
                  <a:pt x="158471" y="170452"/>
                </a:cubicBezTo>
                <a:cubicBezTo>
                  <a:pt x="158471" y="170452"/>
                  <a:pt x="157831" y="169814"/>
                  <a:pt x="157831" y="169176"/>
                </a:cubicBezTo>
                <a:cubicBezTo>
                  <a:pt x="157831" y="168537"/>
                  <a:pt x="157192" y="168537"/>
                  <a:pt x="157192" y="167899"/>
                </a:cubicBezTo>
                <a:cubicBezTo>
                  <a:pt x="157192" y="167899"/>
                  <a:pt x="157192" y="167899"/>
                  <a:pt x="157192" y="167260"/>
                </a:cubicBezTo>
                <a:lnTo>
                  <a:pt x="139940" y="89376"/>
                </a:lnTo>
                <a:cubicBezTo>
                  <a:pt x="139940" y="89376"/>
                  <a:pt x="139940" y="89376"/>
                  <a:pt x="139940" y="88738"/>
                </a:cubicBezTo>
                <a:cubicBezTo>
                  <a:pt x="139301" y="87461"/>
                  <a:pt x="138022" y="85546"/>
                  <a:pt x="136745" y="84269"/>
                </a:cubicBezTo>
                <a:cubicBezTo>
                  <a:pt x="134828" y="82992"/>
                  <a:pt x="132911" y="82992"/>
                  <a:pt x="130994" y="82992"/>
                </a:cubicBezTo>
                <a:cubicBezTo>
                  <a:pt x="126521" y="84269"/>
                  <a:pt x="123965" y="88738"/>
                  <a:pt x="125243" y="93206"/>
                </a:cubicBezTo>
                <a:lnTo>
                  <a:pt x="143774" y="176836"/>
                </a:lnTo>
                <a:cubicBezTo>
                  <a:pt x="144412" y="180028"/>
                  <a:pt x="142496" y="183859"/>
                  <a:pt x="138661" y="184497"/>
                </a:cubicBezTo>
                <a:cubicBezTo>
                  <a:pt x="138022" y="184497"/>
                  <a:pt x="138022" y="184497"/>
                  <a:pt x="137384" y="184497"/>
                </a:cubicBezTo>
                <a:cubicBezTo>
                  <a:pt x="134189" y="184497"/>
                  <a:pt x="131633" y="182582"/>
                  <a:pt x="130994" y="179390"/>
                </a:cubicBezTo>
                <a:lnTo>
                  <a:pt x="128438" y="167899"/>
                </a:lnTo>
                <a:lnTo>
                  <a:pt x="126521" y="168537"/>
                </a:lnTo>
                <a:cubicBezTo>
                  <a:pt x="122686" y="170452"/>
                  <a:pt x="119492" y="174283"/>
                  <a:pt x="119492" y="178752"/>
                </a:cubicBezTo>
                <a:lnTo>
                  <a:pt x="119492" y="217694"/>
                </a:lnTo>
                <a:cubicBezTo>
                  <a:pt x="120131" y="231739"/>
                  <a:pt x="127160" y="245145"/>
                  <a:pt x="139301" y="253444"/>
                </a:cubicBezTo>
                <a:cubicBezTo>
                  <a:pt x="145691" y="257913"/>
                  <a:pt x="148886" y="264297"/>
                  <a:pt x="148886" y="271958"/>
                </a:cubicBezTo>
                <a:lnTo>
                  <a:pt x="148886" y="294302"/>
                </a:lnTo>
                <a:cubicBezTo>
                  <a:pt x="148886" y="298132"/>
                  <a:pt x="146330" y="300686"/>
                  <a:pt x="142496" y="300686"/>
                </a:cubicBezTo>
                <a:cubicBezTo>
                  <a:pt x="138661" y="300686"/>
                  <a:pt x="136106" y="298132"/>
                  <a:pt x="136106" y="294302"/>
                </a:cubicBezTo>
                <a:lnTo>
                  <a:pt x="136106" y="271958"/>
                </a:lnTo>
                <a:cubicBezTo>
                  <a:pt x="136106" y="268766"/>
                  <a:pt x="134828" y="265574"/>
                  <a:pt x="131633" y="264297"/>
                </a:cubicBezTo>
                <a:cubicBezTo>
                  <a:pt x="116297" y="254083"/>
                  <a:pt x="107351" y="236846"/>
                  <a:pt x="106712" y="218332"/>
                </a:cubicBezTo>
                <a:lnTo>
                  <a:pt x="106712" y="206203"/>
                </a:lnTo>
                <a:lnTo>
                  <a:pt x="106712" y="178752"/>
                </a:lnTo>
                <a:cubicBezTo>
                  <a:pt x="106712" y="169176"/>
                  <a:pt x="112463" y="160238"/>
                  <a:pt x="120770" y="156408"/>
                </a:cubicBezTo>
                <a:lnTo>
                  <a:pt x="124604" y="154492"/>
                </a:lnTo>
                <a:lnTo>
                  <a:pt x="111185" y="95121"/>
                </a:lnTo>
                <a:cubicBezTo>
                  <a:pt x="108629" y="83630"/>
                  <a:pt x="115658" y="72778"/>
                  <a:pt x="126521" y="70224"/>
                </a:cubicBezTo>
                <a:cubicBezTo>
                  <a:pt x="131633" y="68947"/>
                  <a:pt x="137384" y="69586"/>
                  <a:pt x="142496" y="72778"/>
                </a:cubicBezTo>
                <a:cubicBezTo>
                  <a:pt x="146330" y="75331"/>
                  <a:pt x="149525" y="79162"/>
                  <a:pt x="151441" y="84269"/>
                </a:cubicBezTo>
                <a:cubicBezTo>
                  <a:pt x="151441" y="84269"/>
                  <a:pt x="151441" y="84907"/>
                  <a:pt x="151441" y="84907"/>
                </a:cubicBezTo>
                <a:cubicBezTo>
                  <a:pt x="151441" y="84907"/>
                  <a:pt x="151441" y="85546"/>
                  <a:pt x="151441" y="86184"/>
                </a:cubicBezTo>
                <a:lnTo>
                  <a:pt x="158471" y="118742"/>
                </a:lnTo>
                <a:lnTo>
                  <a:pt x="161026" y="76608"/>
                </a:lnTo>
                <a:cubicBezTo>
                  <a:pt x="161026" y="75970"/>
                  <a:pt x="161026" y="75331"/>
                  <a:pt x="161026" y="75331"/>
                </a:cubicBezTo>
                <a:cubicBezTo>
                  <a:pt x="161026" y="75331"/>
                  <a:pt x="161026" y="75331"/>
                  <a:pt x="161026" y="75331"/>
                </a:cubicBezTo>
                <a:cubicBezTo>
                  <a:pt x="161666" y="70224"/>
                  <a:pt x="164221" y="65755"/>
                  <a:pt x="168056" y="62563"/>
                </a:cubicBezTo>
                <a:cubicBezTo>
                  <a:pt x="171889" y="58733"/>
                  <a:pt x="177641" y="56818"/>
                  <a:pt x="182752" y="57456"/>
                </a:cubicBezTo>
                <a:cubicBezTo>
                  <a:pt x="194254" y="58094"/>
                  <a:pt x="202561" y="68309"/>
                  <a:pt x="201922" y="79800"/>
                </a:cubicBezTo>
                <a:lnTo>
                  <a:pt x="201283" y="92568"/>
                </a:lnTo>
                <a:lnTo>
                  <a:pt x="199366" y="128318"/>
                </a:lnTo>
                <a:cubicBezTo>
                  <a:pt x="201922" y="127041"/>
                  <a:pt x="205117" y="127041"/>
                  <a:pt x="208312" y="127041"/>
                </a:cubicBezTo>
                <a:cubicBezTo>
                  <a:pt x="214063" y="127680"/>
                  <a:pt x="219175" y="130233"/>
                  <a:pt x="223009" y="134064"/>
                </a:cubicBezTo>
                <a:cubicBezTo>
                  <a:pt x="224925" y="135979"/>
                  <a:pt x="226204" y="138533"/>
                  <a:pt x="226843" y="141086"/>
                </a:cubicBezTo>
                <a:cubicBezTo>
                  <a:pt x="230038" y="139809"/>
                  <a:pt x="233233" y="139171"/>
                  <a:pt x="236428" y="139171"/>
                </a:cubicBezTo>
                <a:cubicBezTo>
                  <a:pt x="242179" y="139809"/>
                  <a:pt x="246651" y="142363"/>
                  <a:pt x="250485" y="146193"/>
                </a:cubicBezTo>
                <a:cubicBezTo>
                  <a:pt x="253041" y="149385"/>
                  <a:pt x="254959" y="153216"/>
                  <a:pt x="255597" y="157684"/>
                </a:cubicBezTo>
                <a:cubicBezTo>
                  <a:pt x="255597" y="157684"/>
                  <a:pt x="255597" y="158323"/>
                  <a:pt x="255597" y="158323"/>
                </a:cubicBezTo>
                <a:lnTo>
                  <a:pt x="255597" y="225355"/>
                </a:lnTo>
                <a:close/>
              </a:path>
            </a:pathLst>
          </a:custGeom>
          <a:solidFill>
            <a:srgbClr val="0076A8"/>
          </a:solidFill>
          <a:ln w="6390" cap="flat">
            <a:noFill/>
            <a:prstDash val="solid"/>
            <a:miter/>
          </a:ln>
        </p:spPr>
        <p:txBody>
          <a:bodyPr rtlCol="0" anchor="ctr"/>
          <a:lstStyle/>
          <a:p>
            <a:endParaRPr lang="en-US"/>
          </a:p>
        </p:txBody>
      </p:sp>
      <p:sp>
        <p:nvSpPr>
          <p:cNvPr id="634" name="Graphic 4">
            <a:extLst>
              <a:ext uri="{FF2B5EF4-FFF2-40B4-BE49-F238E27FC236}">
                <a16:creationId xmlns:a16="http://schemas.microsoft.com/office/drawing/2014/main" id="{382724D2-CC27-C54B-9B08-C980EF5F3B34}"/>
              </a:ext>
            </a:extLst>
          </p:cNvPr>
          <p:cNvSpPr>
            <a:spLocks noChangeAspect="1"/>
          </p:cNvSpPr>
          <p:nvPr/>
        </p:nvSpPr>
        <p:spPr>
          <a:xfrm>
            <a:off x="6147119"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48247 w 361670"/>
              <a:gd name="connsiteY5" fmla="*/ 66394 h 361333"/>
              <a:gd name="connsiteX6" fmla="*/ 154637 w 361670"/>
              <a:gd name="connsiteY6" fmla="*/ 60010 h 361333"/>
              <a:gd name="connsiteX7" fmla="*/ 161027 w 361670"/>
              <a:gd name="connsiteY7" fmla="*/ 66394 h 361333"/>
              <a:gd name="connsiteX8" fmla="*/ 161027 w 361670"/>
              <a:gd name="connsiteY8" fmla="*/ 90653 h 361333"/>
              <a:gd name="connsiteX9" fmla="*/ 154637 w 361670"/>
              <a:gd name="connsiteY9" fmla="*/ 97037 h 361333"/>
              <a:gd name="connsiteX10" fmla="*/ 148247 w 361670"/>
              <a:gd name="connsiteY10" fmla="*/ 90653 h 361333"/>
              <a:gd name="connsiteX11" fmla="*/ 148247 w 361670"/>
              <a:gd name="connsiteY11" fmla="*/ 66394 h 361333"/>
              <a:gd name="connsiteX12" fmla="*/ 109268 w 361670"/>
              <a:gd name="connsiteY12" fmla="*/ 77246 h 361333"/>
              <a:gd name="connsiteX13" fmla="*/ 118214 w 361670"/>
              <a:gd name="connsiteY13" fmla="*/ 75970 h 361333"/>
              <a:gd name="connsiteX14" fmla="*/ 136106 w 361670"/>
              <a:gd name="connsiteY14" fmla="*/ 90014 h 361333"/>
              <a:gd name="connsiteX15" fmla="*/ 137384 w 361670"/>
              <a:gd name="connsiteY15" fmla="*/ 98952 h 361333"/>
              <a:gd name="connsiteX16" fmla="*/ 132272 w 361670"/>
              <a:gd name="connsiteY16" fmla="*/ 101505 h 361333"/>
              <a:gd name="connsiteX17" fmla="*/ 128438 w 361670"/>
              <a:gd name="connsiteY17" fmla="*/ 100229 h 361333"/>
              <a:gd name="connsiteX18" fmla="*/ 110546 w 361670"/>
              <a:gd name="connsiteY18" fmla="*/ 86184 h 361333"/>
              <a:gd name="connsiteX19" fmla="*/ 109268 w 361670"/>
              <a:gd name="connsiteY19" fmla="*/ 77246 h 361333"/>
              <a:gd name="connsiteX20" fmla="*/ 60066 w 361670"/>
              <a:gd name="connsiteY20" fmla="*/ 204287 h 361333"/>
              <a:gd name="connsiteX21" fmla="*/ 67094 w 361670"/>
              <a:gd name="connsiteY21" fmla="*/ 198542 h 361333"/>
              <a:gd name="connsiteX22" fmla="*/ 79874 w 361670"/>
              <a:gd name="connsiteY22" fmla="*/ 199819 h 361333"/>
              <a:gd name="connsiteX23" fmla="*/ 85625 w 361670"/>
              <a:gd name="connsiteY23" fmla="*/ 206841 h 361333"/>
              <a:gd name="connsiteX24" fmla="*/ 79235 w 361670"/>
              <a:gd name="connsiteY24" fmla="*/ 212587 h 361333"/>
              <a:gd name="connsiteX25" fmla="*/ 78596 w 361670"/>
              <a:gd name="connsiteY25" fmla="*/ 212587 h 361333"/>
              <a:gd name="connsiteX26" fmla="*/ 65816 w 361670"/>
              <a:gd name="connsiteY26" fmla="*/ 211310 h 361333"/>
              <a:gd name="connsiteX27" fmla="*/ 60066 w 361670"/>
              <a:gd name="connsiteY27" fmla="*/ 204287 h 361333"/>
              <a:gd name="connsiteX28" fmla="*/ 68372 w 361670"/>
              <a:gd name="connsiteY28" fmla="*/ 245783 h 361333"/>
              <a:gd name="connsiteX29" fmla="*/ 63261 w 361670"/>
              <a:gd name="connsiteY29" fmla="*/ 243230 h 361333"/>
              <a:gd name="connsiteX30" fmla="*/ 65177 w 361670"/>
              <a:gd name="connsiteY30" fmla="*/ 234292 h 361333"/>
              <a:gd name="connsiteX31" fmla="*/ 85625 w 361670"/>
              <a:gd name="connsiteY31" fmla="*/ 220247 h 361333"/>
              <a:gd name="connsiteX32" fmla="*/ 94571 w 361670"/>
              <a:gd name="connsiteY32" fmla="*/ 222163 h 361333"/>
              <a:gd name="connsiteX33" fmla="*/ 92654 w 361670"/>
              <a:gd name="connsiteY33" fmla="*/ 231100 h 361333"/>
              <a:gd name="connsiteX34" fmla="*/ 72206 w 361670"/>
              <a:gd name="connsiteY34" fmla="*/ 245145 h 361333"/>
              <a:gd name="connsiteX35" fmla="*/ 68372 w 361670"/>
              <a:gd name="connsiteY35" fmla="*/ 245783 h 361333"/>
              <a:gd name="connsiteX36" fmla="*/ 107351 w 361670"/>
              <a:gd name="connsiteY36" fmla="*/ 243230 h 361333"/>
              <a:gd name="connsiteX37" fmla="*/ 102239 w 361670"/>
              <a:gd name="connsiteY37" fmla="*/ 254721 h 361333"/>
              <a:gd name="connsiteX38" fmla="*/ 96488 w 361670"/>
              <a:gd name="connsiteY38" fmla="*/ 258551 h 361333"/>
              <a:gd name="connsiteX39" fmla="*/ 93932 w 361670"/>
              <a:gd name="connsiteY39" fmla="*/ 257913 h 361333"/>
              <a:gd name="connsiteX40" fmla="*/ 90737 w 361670"/>
              <a:gd name="connsiteY40" fmla="*/ 249614 h 361333"/>
              <a:gd name="connsiteX41" fmla="*/ 95849 w 361670"/>
              <a:gd name="connsiteY41" fmla="*/ 238123 h 361333"/>
              <a:gd name="connsiteX42" fmla="*/ 104156 w 361670"/>
              <a:gd name="connsiteY42" fmla="*/ 234931 h 361333"/>
              <a:gd name="connsiteX43" fmla="*/ 107351 w 361670"/>
              <a:gd name="connsiteY43" fmla="*/ 243230 h 361333"/>
              <a:gd name="connsiteX44" fmla="*/ 194893 w 361670"/>
              <a:gd name="connsiteY44" fmla="*/ 97037 h 361333"/>
              <a:gd name="connsiteX45" fmla="*/ 198727 w 361670"/>
              <a:gd name="connsiteY45" fmla="*/ 103421 h 361333"/>
              <a:gd name="connsiteX46" fmla="*/ 226204 w 361670"/>
              <a:gd name="connsiteY46" fmla="*/ 121934 h 361333"/>
              <a:gd name="connsiteX47" fmla="*/ 226204 w 361670"/>
              <a:gd name="connsiteY47" fmla="*/ 122573 h 361333"/>
              <a:gd name="connsiteX48" fmla="*/ 226843 w 361670"/>
              <a:gd name="connsiteY48" fmla="*/ 123211 h 361333"/>
              <a:gd name="connsiteX49" fmla="*/ 227482 w 361670"/>
              <a:gd name="connsiteY49" fmla="*/ 123849 h 361333"/>
              <a:gd name="connsiteX50" fmla="*/ 228121 w 361670"/>
              <a:gd name="connsiteY50" fmla="*/ 124488 h 361333"/>
              <a:gd name="connsiteX51" fmla="*/ 228760 w 361670"/>
              <a:gd name="connsiteY51" fmla="*/ 125126 h 361333"/>
              <a:gd name="connsiteX52" fmla="*/ 228760 w 361670"/>
              <a:gd name="connsiteY52" fmla="*/ 125765 h 361333"/>
              <a:gd name="connsiteX53" fmla="*/ 230038 w 361670"/>
              <a:gd name="connsiteY53" fmla="*/ 128957 h 361333"/>
              <a:gd name="connsiteX54" fmla="*/ 251764 w 361670"/>
              <a:gd name="connsiteY54" fmla="*/ 150662 h 361333"/>
              <a:gd name="connsiteX55" fmla="*/ 255597 w 361670"/>
              <a:gd name="connsiteY55" fmla="*/ 158961 h 361333"/>
              <a:gd name="connsiteX56" fmla="*/ 249846 w 361670"/>
              <a:gd name="connsiteY56" fmla="*/ 162792 h 361333"/>
              <a:gd name="connsiteX57" fmla="*/ 247291 w 361670"/>
              <a:gd name="connsiteY57" fmla="*/ 162153 h 361333"/>
              <a:gd name="connsiteX58" fmla="*/ 217897 w 361670"/>
              <a:gd name="connsiteY58" fmla="*/ 132787 h 361333"/>
              <a:gd name="connsiteX59" fmla="*/ 175084 w 361670"/>
              <a:gd name="connsiteY59" fmla="*/ 132787 h 361333"/>
              <a:gd name="connsiteX60" fmla="*/ 182113 w 361670"/>
              <a:gd name="connsiteY60" fmla="*/ 144278 h 361333"/>
              <a:gd name="connsiteX61" fmla="*/ 187864 w 361670"/>
              <a:gd name="connsiteY61" fmla="*/ 138533 h 361333"/>
              <a:gd name="connsiteX62" fmla="*/ 188503 w 361670"/>
              <a:gd name="connsiteY62" fmla="*/ 137894 h 361333"/>
              <a:gd name="connsiteX63" fmla="*/ 196171 w 361670"/>
              <a:gd name="connsiteY63" fmla="*/ 134702 h 361333"/>
              <a:gd name="connsiteX64" fmla="*/ 206395 w 361670"/>
              <a:gd name="connsiteY64" fmla="*/ 139171 h 361333"/>
              <a:gd name="connsiteX65" fmla="*/ 236428 w 361670"/>
              <a:gd name="connsiteY65" fmla="*/ 187689 h 361333"/>
              <a:gd name="connsiteX66" fmla="*/ 242179 w 361670"/>
              <a:gd name="connsiteY66" fmla="*/ 208118 h 361333"/>
              <a:gd name="connsiteX67" fmla="*/ 262626 w 361670"/>
              <a:gd name="connsiteY67" fmla="*/ 199819 h 361333"/>
              <a:gd name="connsiteX68" fmla="*/ 276045 w 361670"/>
              <a:gd name="connsiteY68" fmla="*/ 194711 h 361333"/>
              <a:gd name="connsiteX69" fmla="*/ 293937 w 361670"/>
              <a:gd name="connsiteY69" fmla="*/ 194711 h 361333"/>
              <a:gd name="connsiteX70" fmla="*/ 300327 w 361670"/>
              <a:gd name="connsiteY70" fmla="*/ 201095 h 361333"/>
              <a:gd name="connsiteX71" fmla="*/ 293937 w 361670"/>
              <a:gd name="connsiteY71" fmla="*/ 207479 h 361333"/>
              <a:gd name="connsiteX72" fmla="*/ 276045 w 361670"/>
              <a:gd name="connsiteY72" fmla="*/ 207479 h 361333"/>
              <a:gd name="connsiteX73" fmla="*/ 271572 w 361670"/>
              <a:gd name="connsiteY73" fmla="*/ 209395 h 361333"/>
              <a:gd name="connsiteX74" fmla="*/ 240901 w 361670"/>
              <a:gd name="connsiteY74" fmla="*/ 221524 h 361333"/>
              <a:gd name="connsiteX75" fmla="*/ 238345 w 361670"/>
              <a:gd name="connsiteY75" fmla="*/ 229823 h 361333"/>
              <a:gd name="connsiteX76" fmla="*/ 238984 w 361670"/>
              <a:gd name="connsiteY76" fmla="*/ 236207 h 361333"/>
              <a:gd name="connsiteX77" fmla="*/ 248569 w 361670"/>
              <a:gd name="connsiteY77" fmla="*/ 251529 h 361333"/>
              <a:gd name="connsiteX78" fmla="*/ 246651 w 361670"/>
              <a:gd name="connsiteY78" fmla="*/ 260467 h 361333"/>
              <a:gd name="connsiteX79" fmla="*/ 243456 w 361670"/>
              <a:gd name="connsiteY79" fmla="*/ 261743 h 361333"/>
              <a:gd name="connsiteX80" fmla="*/ 238345 w 361670"/>
              <a:gd name="connsiteY80" fmla="*/ 258551 h 361333"/>
              <a:gd name="connsiteX81" fmla="*/ 228760 w 361670"/>
              <a:gd name="connsiteY81" fmla="*/ 243230 h 361333"/>
              <a:gd name="connsiteX82" fmla="*/ 227482 w 361670"/>
              <a:gd name="connsiteY82" fmla="*/ 225355 h 361333"/>
              <a:gd name="connsiteX83" fmla="*/ 226204 w 361670"/>
              <a:gd name="connsiteY83" fmla="*/ 195350 h 361333"/>
              <a:gd name="connsiteX84" fmla="*/ 197449 w 361670"/>
              <a:gd name="connsiteY84" fmla="*/ 149385 h 361333"/>
              <a:gd name="connsiteX85" fmla="*/ 195532 w 361670"/>
              <a:gd name="connsiteY85" fmla="*/ 150024 h 361333"/>
              <a:gd name="connsiteX86" fmla="*/ 194893 w 361670"/>
              <a:gd name="connsiteY86" fmla="*/ 150662 h 361333"/>
              <a:gd name="connsiteX87" fmla="*/ 192337 w 361670"/>
              <a:gd name="connsiteY87" fmla="*/ 153216 h 361333"/>
              <a:gd name="connsiteX88" fmla="*/ 191698 w 361670"/>
              <a:gd name="connsiteY88" fmla="*/ 155131 h 361333"/>
              <a:gd name="connsiteX89" fmla="*/ 192337 w 361670"/>
              <a:gd name="connsiteY89" fmla="*/ 162153 h 361333"/>
              <a:gd name="connsiteX90" fmla="*/ 195532 w 361670"/>
              <a:gd name="connsiteY90" fmla="*/ 167260 h 361333"/>
              <a:gd name="connsiteX91" fmla="*/ 195532 w 361670"/>
              <a:gd name="connsiteY91" fmla="*/ 167260 h 361333"/>
              <a:gd name="connsiteX92" fmla="*/ 212785 w 361670"/>
              <a:gd name="connsiteY92" fmla="*/ 194711 h 361333"/>
              <a:gd name="connsiteX93" fmla="*/ 210868 w 361670"/>
              <a:gd name="connsiteY93" fmla="*/ 203649 h 361333"/>
              <a:gd name="connsiteX94" fmla="*/ 201922 w 361670"/>
              <a:gd name="connsiteY94" fmla="*/ 201734 h 361333"/>
              <a:gd name="connsiteX95" fmla="*/ 184669 w 361670"/>
              <a:gd name="connsiteY95" fmla="*/ 174283 h 361333"/>
              <a:gd name="connsiteX96" fmla="*/ 184669 w 361670"/>
              <a:gd name="connsiteY96" fmla="*/ 174283 h 361333"/>
              <a:gd name="connsiteX97" fmla="*/ 184030 w 361670"/>
              <a:gd name="connsiteY97" fmla="*/ 173644 h 361333"/>
              <a:gd name="connsiteX98" fmla="*/ 181474 w 361670"/>
              <a:gd name="connsiteY98" fmla="*/ 169814 h 361333"/>
              <a:gd name="connsiteX99" fmla="*/ 181474 w 361670"/>
              <a:gd name="connsiteY99" fmla="*/ 169814 h 361333"/>
              <a:gd name="connsiteX100" fmla="*/ 153997 w 361670"/>
              <a:gd name="connsiteY100" fmla="*/ 125126 h 361333"/>
              <a:gd name="connsiteX101" fmla="*/ 150802 w 361670"/>
              <a:gd name="connsiteY101" fmla="*/ 122573 h 361333"/>
              <a:gd name="connsiteX102" fmla="*/ 146969 w 361670"/>
              <a:gd name="connsiteY102" fmla="*/ 123211 h 361333"/>
              <a:gd name="connsiteX103" fmla="*/ 144412 w 361670"/>
              <a:gd name="connsiteY103" fmla="*/ 126403 h 361333"/>
              <a:gd name="connsiteX104" fmla="*/ 145052 w 361670"/>
              <a:gd name="connsiteY104" fmla="*/ 130233 h 361333"/>
              <a:gd name="connsiteX105" fmla="*/ 175084 w 361670"/>
              <a:gd name="connsiteY105" fmla="*/ 178113 h 361333"/>
              <a:gd name="connsiteX106" fmla="*/ 173167 w 361670"/>
              <a:gd name="connsiteY106" fmla="*/ 187051 h 361333"/>
              <a:gd name="connsiteX107" fmla="*/ 164221 w 361670"/>
              <a:gd name="connsiteY107" fmla="*/ 185135 h 361333"/>
              <a:gd name="connsiteX108" fmla="*/ 134828 w 361670"/>
              <a:gd name="connsiteY108" fmla="*/ 137894 h 361333"/>
              <a:gd name="connsiteX109" fmla="*/ 134828 w 361670"/>
              <a:gd name="connsiteY109" fmla="*/ 137894 h 361333"/>
              <a:gd name="connsiteX110" fmla="*/ 134189 w 361670"/>
              <a:gd name="connsiteY110" fmla="*/ 137256 h 361333"/>
              <a:gd name="connsiteX111" fmla="*/ 127799 w 361670"/>
              <a:gd name="connsiteY111" fmla="*/ 126403 h 361333"/>
              <a:gd name="connsiteX112" fmla="*/ 120131 w 361670"/>
              <a:gd name="connsiteY112" fmla="*/ 124488 h 361333"/>
              <a:gd name="connsiteX113" fmla="*/ 117575 w 361670"/>
              <a:gd name="connsiteY113" fmla="*/ 127680 h 361333"/>
              <a:gd name="connsiteX114" fmla="*/ 118214 w 361670"/>
              <a:gd name="connsiteY114" fmla="*/ 132149 h 361333"/>
              <a:gd name="connsiteX115" fmla="*/ 122048 w 361670"/>
              <a:gd name="connsiteY115" fmla="*/ 138533 h 361333"/>
              <a:gd name="connsiteX116" fmla="*/ 122687 w 361670"/>
              <a:gd name="connsiteY116" fmla="*/ 139171 h 361333"/>
              <a:gd name="connsiteX117" fmla="*/ 122687 w 361670"/>
              <a:gd name="connsiteY117" fmla="*/ 139171 h 361333"/>
              <a:gd name="connsiteX118" fmla="*/ 154637 w 361670"/>
              <a:gd name="connsiteY118" fmla="*/ 190881 h 361333"/>
              <a:gd name="connsiteX119" fmla="*/ 152720 w 361670"/>
              <a:gd name="connsiteY119" fmla="*/ 199819 h 361333"/>
              <a:gd name="connsiteX120" fmla="*/ 149525 w 361670"/>
              <a:gd name="connsiteY120" fmla="*/ 201095 h 361333"/>
              <a:gd name="connsiteX121" fmla="*/ 144412 w 361670"/>
              <a:gd name="connsiteY121" fmla="*/ 197903 h 361333"/>
              <a:gd name="connsiteX122" fmla="*/ 111824 w 361670"/>
              <a:gd name="connsiteY122" fmla="*/ 146193 h 361333"/>
              <a:gd name="connsiteX123" fmla="*/ 104795 w 361670"/>
              <a:gd name="connsiteY123" fmla="*/ 144916 h 361333"/>
              <a:gd name="connsiteX124" fmla="*/ 102239 w 361670"/>
              <a:gd name="connsiteY124" fmla="*/ 148108 h 361333"/>
              <a:gd name="connsiteX125" fmla="*/ 102878 w 361670"/>
              <a:gd name="connsiteY125" fmla="*/ 152577 h 361333"/>
              <a:gd name="connsiteX126" fmla="*/ 115019 w 361670"/>
              <a:gd name="connsiteY126" fmla="*/ 172368 h 361333"/>
              <a:gd name="connsiteX127" fmla="*/ 115019 w 361670"/>
              <a:gd name="connsiteY127" fmla="*/ 172368 h 361333"/>
              <a:gd name="connsiteX128" fmla="*/ 134828 w 361670"/>
              <a:gd name="connsiteY128" fmla="*/ 204287 h 361333"/>
              <a:gd name="connsiteX129" fmla="*/ 132911 w 361670"/>
              <a:gd name="connsiteY129" fmla="*/ 213225 h 361333"/>
              <a:gd name="connsiteX130" fmla="*/ 123965 w 361670"/>
              <a:gd name="connsiteY130" fmla="*/ 211310 h 361333"/>
              <a:gd name="connsiteX131" fmla="*/ 104156 w 361670"/>
              <a:gd name="connsiteY131" fmla="*/ 179390 h 361333"/>
              <a:gd name="connsiteX132" fmla="*/ 100961 w 361670"/>
              <a:gd name="connsiteY132" fmla="*/ 176836 h 361333"/>
              <a:gd name="connsiteX133" fmla="*/ 97127 w 361670"/>
              <a:gd name="connsiteY133" fmla="*/ 177475 h 361333"/>
              <a:gd name="connsiteX134" fmla="*/ 94571 w 361670"/>
              <a:gd name="connsiteY134" fmla="*/ 180667 h 361333"/>
              <a:gd name="connsiteX135" fmla="*/ 95210 w 361670"/>
              <a:gd name="connsiteY135" fmla="*/ 185135 h 361333"/>
              <a:gd name="connsiteX136" fmla="*/ 139301 w 361670"/>
              <a:gd name="connsiteY136" fmla="*/ 255359 h 361333"/>
              <a:gd name="connsiteX137" fmla="*/ 160387 w 361670"/>
              <a:gd name="connsiteY137" fmla="*/ 270681 h 361333"/>
              <a:gd name="connsiteX138" fmla="*/ 171889 w 361670"/>
              <a:gd name="connsiteY138" fmla="*/ 278980 h 361333"/>
              <a:gd name="connsiteX139" fmla="*/ 182752 w 361670"/>
              <a:gd name="connsiteY139" fmla="*/ 296217 h 361333"/>
              <a:gd name="connsiteX140" fmla="*/ 180835 w 361670"/>
              <a:gd name="connsiteY140" fmla="*/ 305155 h 361333"/>
              <a:gd name="connsiteX141" fmla="*/ 177640 w 361670"/>
              <a:gd name="connsiteY141" fmla="*/ 306431 h 361333"/>
              <a:gd name="connsiteX142" fmla="*/ 172528 w 361670"/>
              <a:gd name="connsiteY142" fmla="*/ 303239 h 361333"/>
              <a:gd name="connsiteX143" fmla="*/ 161665 w 361670"/>
              <a:gd name="connsiteY143" fmla="*/ 286003 h 361333"/>
              <a:gd name="connsiteX144" fmla="*/ 157832 w 361670"/>
              <a:gd name="connsiteY144" fmla="*/ 282811 h 361333"/>
              <a:gd name="connsiteX145" fmla="*/ 129077 w 361670"/>
              <a:gd name="connsiteY145" fmla="*/ 261743 h 361333"/>
              <a:gd name="connsiteX146" fmla="*/ 84986 w 361670"/>
              <a:gd name="connsiteY146" fmla="*/ 191519 h 361333"/>
              <a:gd name="connsiteX147" fmla="*/ 82430 w 361670"/>
              <a:gd name="connsiteY147" fmla="*/ 178113 h 361333"/>
              <a:gd name="connsiteX148" fmla="*/ 90098 w 361670"/>
              <a:gd name="connsiteY148" fmla="*/ 166622 h 361333"/>
              <a:gd name="connsiteX149" fmla="*/ 95210 w 361670"/>
              <a:gd name="connsiteY149" fmla="*/ 164707 h 361333"/>
              <a:gd name="connsiteX150" fmla="*/ 92015 w 361670"/>
              <a:gd name="connsiteY150" fmla="*/ 159600 h 361333"/>
              <a:gd name="connsiteX151" fmla="*/ 89459 w 361670"/>
              <a:gd name="connsiteY151" fmla="*/ 146193 h 361333"/>
              <a:gd name="connsiteX152" fmla="*/ 97127 w 361670"/>
              <a:gd name="connsiteY152" fmla="*/ 134702 h 361333"/>
              <a:gd name="connsiteX153" fmla="*/ 104156 w 361670"/>
              <a:gd name="connsiteY153" fmla="*/ 132149 h 361333"/>
              <a:gd name="connsiteX154" fmla="*/ 104156 w 361670"/>
              <a:gd name="connsiteY154" fmla="*/ 126403 h 361333"/>
              <a:gd name="connsiteX155" fmla="*/ 111824 w 361670"/>
              <a:gd name="connsiteY155" fmla="*/ 114912 h 361333"/>
              <a:gd name="connsiteX156" fmla="*/ 134189 w 361670"/>
              <a:gd name="connsiteY156" fmla="*/ 117465 h 361333"/>
              <a:gd name="connsiteX157" fmla="*/ 138662 w 361670"/>
              <a:gd name="connsiteY157" fmla="*/ 113635 h 361333"/>
              <a:gd name="connsiteX158" fmla="*/ 152080 w 361670"/>
              <a:gd name="connsiteY158" fmla="*/ 111720 h 361333"/>
              <a:gd name="connsiteX159" fmla="*/ 163582 w 361670"/>
              <a:gd name="connsiteY159" fmla="*/ 120019 h 361333"/>
              <a:gd name="connsiteX160" fmla="*/ 166138 w 361670"/>
              <a:gd name="connsiteY160" fmla="*/ 123849 h 361333"/>
              <a:gd name="connsiteX161" fmla="*/ 201283 w 361670"/>
              <a:gd name="connsiteY161" fmla="*/ 123849 h 361333"/>
              <a:gd name="connsiteX162" fmla="*/ 191059 w 361670"/>
              <a:gd name="connsiteY162" fmla="*/ 117465 h 361333"/>
              <a:gd name="connsiteX163" fmla="*/ 182113 w 361670"/>
              <a:gd name="connsiteY163" fmla="*/ 89376 h 361333"/>
              <a:gd name="connsiteX164" fmla="*/ 196171 w 361670"/>
              <a:gd name="connsiteY164" fmla="*/ 83630 h 361333"/>
              <a:gd name="connsiteX165" fmla="*/ 196810 w 361670"/>
              <a:gd name="connsiteY165" fmla="*/ 84269 h 361333"/>
              <a:gd name="connsiteX166" fmla="*/ 235150 w 361670"/>
              <a:gd name="connsiteY166" fmla="*/ 100229 h 361333"/>
              <a:gd name="connsiteX167" fmla="*/ 270934 w 361670"/>
              <a:gd name="connsiteY167" fmla="*/ 121296 h 361333"/>
              <a:gd name="connsiteX168" fmla="*/ 276684 w 361670"/>
              <a:gd name="connsiteY168" fmla="*/ 123849 h 361333"/>
              <a:gd name="connsiteX169" fmla="*/ 293298 w 361670"/>
              <a:gd name="connsiteY169" fmla="*/ 123849 h 361333"/>
              <a:gd name="connsiteX170" fmla="*/ 299688 w 361670"/>
              <a:gd name="connsiteY170" fmla="*/ 130233 h 361333"/>
              <a:gd name="connsiteX171" fmla="*/ 293298 w 361670"/>
              <a:gd name="connsiteY171" fmla="*/ 136617 h 361333"/>
              <a:gd name="connsiteX172" fmla="*/ 276684 w 361670"/>
              <a:gd name="connsiteY172" fmla="*/ 136617 h 361333"/>
              <a:gd name="connsiteX173" fmla="*/ 261349 w 361670"/>
              <a:gd name="connsiteY173" fmla="*/ 128957 h 361333"/>
              <a:gd name="connsiteX174" fmla="*/ 233872 w 361670"/>
              <a:gd name="connsiteY174" fmla="*/ 112358 h 361333"/>
              <a:gd name="connsiteX175" fmla="*/ 233233 w 361670"/>
              <a:gd name="connsiteY175" fmla="*/ 112358 h 361333"/>
              <a:gd name="connsiteX176" fmla="*/ 193615 w 361670"/>
              <a:gd name="connsiteY176" fmla="*/ 96398 h 361333"/>
              <a:gd name="connsiteX177" fmla="*/ 194893 w 361670"/>
              <a:gd name="connsiteY177" fmla="*/ 9703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361670" h="361333">
                <a:moveTo>
                  <a:pt x="180835" y="0"/>
                </a:moveTo>
                <a:cubicBezTo>
                  <a:pt x="80513" y="0"/>
                  <a:pt x="0" y="81077"/>
                  <a:pt x="0" y="180667"/>
                </a:cubicBezTo>
                <a:cubicBezTo>
                  <a:pt x="0" y="280257"/>
                  <a:pt x="81152" y="361334"/>
                  <a:pt x="180835" y="361334"/>
                </a:cubicBezTo>
                <a:cubicBezTo>
                  <a:pt x="280518" y="361334"/>
                  <a:pt x="361670" y="280257"/>
                  <a:pt x="361670" y="180667"/>
                </a:cubicBezTo>
                <a:cubicBezTo>
                  <a:pt x="361670" y="81077"/>
                  <a:pt x="280518" y="0"/>
                  <a:pt x="180835" y="0"/>
                </a:cubicBezTo>
                <a:close/>
                <a:moveTo>
                  <a:pt x="148247" y="66394"/>
                </a:moveTo>
                <a:cubicBezTo>
                  <a:pt x="148247" y="62563"/>
                  <a:pt x="150802" y="60010"/>
                  <a:pt x="154637" y="60010"/>
                </a:cubicBezTo>
                <a:cubicBezTo>
                  <a:pt x="158470" y="60010"/>
                  <a:pt x="161027" y="62563"/>
                  <a:pt x="161027" y="66394"/>
                </a:cubicBezTo>
                <a:lnTo>
                  <a:pt x="161027" y="90653"/>
                </a:lnTo>
                <a:cubicBezTo>
                  <a:pt x="161027" y="94483"/>
                  <a:pt x="158470" y="97037"/>
                  <a:pt x="154637" y="97037"/>
                </a:cubicBezTo>
                <a:cubicBezTo>
                  <a:pt x="150802" y="97037"/>
                  <a:pt x="148247" y="94483"/>
                  <a:pt x="148247" y="90653"/>
                </a:cubicBezTo>
                <a:lnTo>
                  <a:pt x="148247" y="66394"/>
                </a:lnTo>
                <a:close/>
                <a:moveTo>
                  <a:pt x="109268" y="77246"/>
                </a:moveTo>
                <a:cubicBezTo>
                  <a:pt x="111185" y="74693"/>
                  <a:pt x="115658" y="74054"/>
                  <a:pt x="118214" y="75970"/>
                </a:cubicBezTo>
                <a:lnTo>
                  <a:pt x="136106" y="90014"/>
                </a:lnTo>
                <a:cubicBezTo>
                  <a:pt x="138662" y="91930"/>
                  <a:pt x="139301" y="96398"/>
                  <a:pt x="137384" y="98952"/>
                </a:cubicBezTo>
                <a:cubicBezTo>
                  <a:pt x="136106" y="100867"/>
                  <a:pt x="134189" y="101505"/>
                  <a:pt x="132272" y="101505"/>
                </a:cubicBezTo>
                <a:cubicBezTo>
                  <a:pt x="130994" y="101505"/>
                  <a:pt x="129716" y="100867"/>
                  <a:pt x="128438" y="100229"/>
                </a:cubicBezTo>
                <a:lnTo>
                  <a:pt x="110546" y="86184"/>
                </a:lnTo>
                <a:cubicBezTo>
                  <a:pt x="107990" y="84269"/>
                  <a:pt x="107351" y="80438"/>
                  <a:pt x="109268" y="77246"/>
                </a:cubicBezTo>
                <a:close/>
                <a:moveTo>
                  <a:pt x="60066" y="204287"/>
                </a:moveTo>
                <a:cubicBezTo>
                  <a:pt x="60704" y="201095"/>
                  <a:pt x="63899" y="198542"/>
                  <a:pt x="67094" y="198542"/>
                </a:cubicBezTo>
                <a:lnTo>
                  <a:pt x="79874" y="199819"/>
                </a:lnTo>
                <a:cubicBezTo>
                  <a:pt x="83069" y="200457"/>
                  <a:pt x="86264" y="203011"/>
                  <a:pt x="85625" y="206841"/>
                </a:cubicBezTo>
                <a:cubicBezTo>
                  <a:pt x="84986" y="210033"/>
                  <a:pt x="82430" y="212587"/>
                  <a:pt x="79235" y="212587"/>
                </a:cubicBezTo>
                <a:cubicBezTo>
                  <a:pt x="79235" y="212587"/>
                  <a:pt x="78596" y="212587"/>
                  <a:pt x="78596" y="212587"/>
                </a:cubicBezTo>
                <a:lnTo>
                  <a:pt x="65816" y="211310"/>
                </a:lnTo>
                <a:cubicBezTo>
                  <a:pt x="62621" y="210671"/>
                  <a:pt x="60066" y="207479"/>
                  <a:pt x="60066" y="204287"/>
                </a:cubicBezTo>
                <a:close/>
                <a:moveTo>
                  <a:pt x="68372" y="245783"/>
                </a:moveTo>
                <a:cubicBezTo>
                  <a:pt x="66456" y="245783"/>
                  <a:pt x="64538" y="244507"/>
                  <a:pt x="63261" y="243230"/>
                </a:cubicBezTo>
                <a:cubicBezTo>
                  <a:pt x="61343" y="240038"/>
                  <a:pt x="61982" y="236207"/>
                  <a:pt x="65177" y="234292"/>
                </a:cubicBezTo>
                <a:lnTo>
                  <a:pt x="85625" y="220247"/>
                </a:lnTo>
                <a:cubicBezTo>
                  <a:pt x="88820" y="218332"/>
                  <a:pt x="92654" y="218971"/>
                  <a:pt x="94571" y="222163"/>
                </a:cubicBezTo>
                <a:cubicBezTo>
                  <a:pt x="96488" y="225355"/>
                  <a:pt x="95849" y="229185"/>
                  <a:pt x="92654" y="231100"/>
                </a:cubicBezTo>
                <a:lnTo>
                  <a:pt x="72206" y="245145"/>
                </a:lnTo>
                <a:cubicBezTo>
                  <a:pt x="70928" y="245145"/>
                  <a:pt x="69650" y="245783"/>
                  <a:pt x="68372" y="245783"/>
                </a:cubicBezTo>
                <a:close/>
                <a:moveTo>
                  <a:pt x="107351" y="243230"/>
                </a:moveTo>
                <a:lnTo>
                  <a:pt x="102239" y="254721"/>
                </a:lnTo>
                <a:cubicBezTo>
                  <a:pt x="100961" y="257275"/>
                  <a:pt x="99044" y="258551"/>
                  <a:pt x="96488" y="258551"/>
                </a:cubicBezTo>
                <a:cubicBezTo>
                  <a:pt x="95849" y="258551"/>
                  <a:pt x="94571" y="258551"/>
                  <a:pt x="93932" y="257913"/>
                </a:cubicBezTo>
                <a:cubicBezTo>
                  <a:pt x="90737" y="256636"/>
                  <a:pt x="89459" y="252806"/>
                  <a:pt x="90737" y="249614"/>
                </a:cubicBezTo>
                <a:lnTo>
                  <a:pt x="95849" y="238123"/>
                </a:lnTo>
                <a:cubicBezTo>
                  <a:pt x="97127" y="234931"/>
                  <a:pt x="100961" y="233654"/>
                  <a:pt x="104156" y="234931"/>
                </a:cubicBezTo>
                <a:cubicBezTo>
                  <a:pt x="107351" y="236207"/>
                  <a:pt x="109268" y="240038"/>
                  <a:pt x="107351" y="243230"/>
                </a:cubicBezTo>
                <a:close/>
                <a:moveTo>
                  <a:pt x="194893" y="97037"/>
                </a:moveTo>
                <a:cubicBezTo>
                  <a:pt x="194893" y="98952"/>
                  <a:pt x="196171" y="101505"/>
                  <a:pt x="198727" y="103421"/>
                </a:cubicBezTo>
                <a:cubicBezTo>
                  <a:pt x="212785" y="111720"/>
                  <a:pt x="225565" y="121296"/>
                  <a:pt x="226204" y="121934"/>
                </a:cubicBezTo>
                <a:cubicBezTo>
                  <a:pt x="226204" y="121934"/>
                  <a:pt x="226204" y="121934"/>
                  <a:pt x="226204" y="122573"/>
                </a:cubicBezTo>
                <a:cubicBezTo>
                  <a:pt x="226204" y="122573"/>
                  <a:pt x="226843" y="123211"/>
                  <a:pt x="226843" y="123211"/>
                </a:cubicBezTo>
                <a:cubicBezTo>
                  <a:pt x="226843" y="123211"/>
                  <a:pt x="227482" y="123849"/>
                  <a:pt x="227482" y="123849"/>
                </a:cubicBezTo>
                <a:cubicBezTo>
                  <a:pt x="227482" y="123849"/>
                  <a:pt x="227482" y="124488"/>
                  <a:pt x="228121" y="124488"/>
                </a:cubicBezTo>
                <a:cubicBezTo>
                  <a:pt x="228121" y="124488"/>
                  <a:pt x="228121" y="125126"/>
                  <a:pt x="228760" y="125126"/>
                </a:cubicBezTo>
                <a:cubicBezTo>
                  <a:pt x="228760" y="125126"/>
                  <a:pt x="228760" y="125126"/>
                  <a:pt x="228760" y="125765"/>
                </a:cubicBezTo>
                <a:cubicBezTo>
                  <a:pt x="228760" y="127041"/>
                  <a:pt x="229399" y="128318"/>
                  <a:pt x="230038" y="128957"/>
                </a:cubicBezTo>
                <a:cubicBezTo>
                  <a:pt x="233872" y="139171"/>
                  <a:pt x="241540" y="146832"/>
                  <a:pt x="251764" y="150662"/>
                </a:cubicBezTo>
                <a:cubicBezTo>
                  <a:pt x="254959" y="151939"/>
                  <a:pt x="256876" y="155769"/>
                  <a:pt x="255597" y="158961"/>
                </a:cubicBezTo>
                <a:cubicBezTo>
                  <a:pt x="254319" y="161515"/>
                  <a:pt x="252403" y="162792"/>
                  <a:pt x="249846" y="162792"/>
                </a:cubicBezTo>
                <a:cubicBezTo>
                  <a:pt x="249208" y="162792"/>
                  <a:pt x="248569" y="162792"/>
                  <a:pt x="247291" y="162153"/>
                </a:cubicBezTo>
                <a:cubicBezTo>
                  <a:pt x="233872" y="157046"/>
                  <a:pt x="223009" y="146193"/>
                  <a:pt x="217897" y="132787"/>
                </a:cubicBezTo>
                <a:lnTo>
                  <a:pt x="175084" y="132787"/>
                </a:lnTo>
                <a:lnTo>
                  <a:pt x="182113" y="144278"/>
                </a:lnTo>
                <a:cubicBezTo>
                  <a:pt x="183391" y="141724"/>
                  <a:pt x="185308" y="139809"/>
                  <a:pt x="187864" y="138533"/>
                </a:cubicBezTo>
                <a:lnTo>
                  <a:pt x="188503" y="137894"/>
                </a:lnTo>
                <a:cubicBezTo>
                  <a:pt x="191059" y="135979"/>
                  <a:pt x="193615" y="135341"/>
                  <a:pt x="196171" y="134702"/>
                </a:cubicBezTo>
                <a:cubicBezTo>
                  <a:pt x="200005" y="134064"/>
                  <a:pt x="204478" y="135341"/>
                  <a:pt x="206395" y="139171"/>
                </a:cubicBezTo>
                <a:lnTo>
                  <a:pt x="236428" y="187689"/>
                </a:lnTo>
                <a:cubicBezTo>
                  <a:pt x="239623" y="194073"/>
                  <a:pt x="241540" y="201095"/>
                  <a:pt x="242179" y="208118"/>
                </a:cubicBezTo>
                <a:cubicBezTo>
                  <a:pt x="249846" y="207479"/>
                  <a:pt x="256876" y="204926"/>
                  <a:pt x="262626" y="199819"/>
                </a:cubicBezTo>
                <a:cubicBezTo>
                  <a:pt x="266460" y="196627"/>
                  <a:pt x="270934" y="194711"/>
                  <a:pt x="276045" y="194711"/>
                </a:cubicBezTo>
                <a:lnTo>
                  <a:pt x="293937" y="194711"/>
                </a:lnTo>
                <a:cubicBezTo>
                  <a:pt x="297771" y="194711"/>
                  <a:pt x="300327" y="197265"/>
                  <a:pt x="300327" y="201095"/>
                </a:cubicBezTo>
                <a:cubicBezTo>
                  <a:pt x="300327" y="204926"/>
                  <a:pt x="297771" y="207479"/>
                  <a:pt x="293937" y="207479"/>
                </a:cubicBezTo>
                <a:lnTo>
                  <a:pt x="276045" y="207479"/>
                </a:lnTo>
                <a:cubicBezTo>
                  <a:pt x="274128" y="207479"/>
                  <a:pt x="272850" y="208118"/>
                  <a:pt x="271572" y="209395"/>
                </a:cubicBezTo>
                <a:cubicBezTo>
                  <a:pt x="263266" y="217055"/>
                  <a:pt x="252403" y="221524"/>
                  <a:pt x="240901" y="221524"/>
                </a:cubicBezTo>
                <a:cubicBezTo>
                  <a:pt x="240261" y="224078"/>
                  <a:pt x="239623" y="227270"/>
                  <a:pt x="238345" y="229823"/>
                </a:cubicBezTo>
                <a:cubicBezTo>
                  <a:pt x="237706" y="231739"/>
                  <a:pt x="237706" y="234292"/>
                  <a:pt x="238984" y="236207"/>
                </a:cubicBezTo>
                <a:lnTo>
                  <a:pt x="248569" y="251529"/>
                </a:lnTo>
                <a:cubicBezTo>
                  <a:pt x="250486" y="254721"/>
                  <a:pt x="249846" y="258551"/>
                  <a:pt x="246651" y="260467"/>
                </a:cubicBezTo>
                <a:cubicBezTo>
                  <a:pt x="245374" y="261105"/>
                  <a:pt x="244735" y="261743"/>
                  <a:pt x="243456" y="261743"/>
                </a:cubicBezTo>
                <a:cubicBezTo>
                  <a:pt x="241540" y="261743"/>
                  <a:pt x="238984" y="260467"/>
                  <a:pt x="238345" y="258551"/>
                </a:cubicBezTo>
                <a:lnTo>
                  <a:pt x="228760" y="243230"/>
                </a:lnTo>
                <a:cubicBezTo>
                  <a:pt x="225565" y="238123"/>
                  <a:pt x="224926" y="231100"/>
                  <a:pt x="227482" y="225355"/>
                </a:cubicBezTo>
                <a:cubicBezTo>
                  <a:pt x="231316" y="215779"/>
                  <a:pt x="231316" y="204926"/>
                  <a:pt x="226204" y="195350"/>
                </a:cubicBezTo>
                <a:lnTo>
                  <a:pt x="197449" y="149385"/>
                </a:lnTo>
                <a:cubicBezTo>
                  <a:pt x="196810" y="149385"/>
                  <a:pt x="196171" y="150024"/>
                  <a:pt x="195532" y="150024"/>
                </a:cubicBezTo>
                <a:lnTo>
                  <a:pt x="194893" y="150662"/>
                </a:lnTo>
                <a:cubicBezTo>
                  <a:pt x="193615" y="151300"/>
                  <a:pt x="192976" y="151939"/>
                  <a:pt x="192337" y="153216"/>
                </a:cubicBezTo>
                <a:cubicBezTo>
                  <a:pt x="191698" y="153854"/>
                  <a:pt x="191698" y="154492"/>
                  <a:pt x="191698" y="155131"/>
                </a:cubicBezTo>
                <a:cubicBezTo>
                  <a:pt x="191059" y="157684"/>
                  <a:pt x="191059" y="159600"/>
                  <a:pt x="192337" y="162153"/>
                </a:cubicBezTo>
                <a:lnTo>
                  <a:pt x="195532" y="167260"/>
                </a:lnTo>
                <a:cubicBezTo>
                  <a:pt x="195532" y="167260"/>
                  <a:pt x="195532" y="167260"/>
                  <a:pt x="195532" y="167260"/>
                </a:cubicBezTo>
                <a:lnTo>
                  <a:pt x="212785" y="194711"/>
                </a:lnTo>
                <a:cubicBezTo>
                  <a:pt x="214702" y="197903"/>
                  <a:pt x="214063" y="201734"/>
                  <a:pt x="210868" y="203649"/>
                </a:cubicBezTo>
                <a:cubicBezTo>
                  <a:pt x="207673" y="205564"/>
                  <a:pt x="203839" y="204926"/>
                  <a:pt x="201922" y="201734"/>
                </a:cubicBezTo>
                <a:lnTo>
                  <a:pt x="184669" y="174283"/>
                </a:lnTo>
                <a:cubicBezTo>
                  <a:pt x="184669" y="174283"/>
                  <a:pt x="184669" y="174283"/>
                  <a:pt x="184669" y="174283"/>
                </a:cubicBezTo>
                <a:lnTo>
                  <a:pt x="184030" y="173644"/>
                </a:lnTo>
                <a:lnTo>
                  <a:pt x="181474" y="169814"/>
                </a:lnTo>
                <a:cubicBezTo>
                  <a:pt x="181474" y="169814"/>
                  <a:pt x="181474" y="169814"/>
                  <a:pt x="181474" y="169814"/>
                </a:cubicBezTo>
                <a:lnTo>
                  <a:pt x="153997" y="125126"/>
                </a:lnTo>
                <a:cubicBezTo>
                  <a:pt x="153358" y="123849"/>
                  <a:pt x="152080" y="123211"/>
                  <a:pt x="150802" y="122573"/>
                </a:cubicBezTo>
                <a:cubicBezTo>
                  <a:pt x="149525" y="121934"/>
                  <a:pt x="148247" y="122573"/>
                  <a:pt x="146969" y="123211"/>
                </a:cubicBezTo>
                <a:cubicBezTo>
                  <a:pt x="145690" y="123849"/>
                  <a:pt x="145052" y="125126"/>
                  <a:pt x="144412" y="126403"/>
                </a:cubicBezTo>
                <a:cubicBezTo>
                  <a:pt x="144412" y="127680"/>
                  <a:pt x="144412" y="128957"/>
                  <a:pt x="145052" y="130233"/>
                </a:cubicBezTo>
                <a:lnTo>
                  <a:pt x="175084" y="178113"/>
                </a:lnTo>
                <a:cubicBezTo>
                  <a:pt x="177001" y="181305"/>
                  <a:pt x="176362" y="185135"/>
                  <a:pt x="173167" y="187051"/>
                </a:cubicBezTo>
                <a:cubicBezTo>
                  <a:pt x="169972" y="188966"/>
                  <a:pt x="166138" y="188327"/>
                  <a:pt x="164221" y="185135"/>
                </a:cubicBezTo>
                <a:lnTo>
                  <a:pt x="134828" y="137894"/>
                </a:lnTo>
                <a:cubicBezTo>
                  <a:pt x="134828" y="137894"/>
                  <a:pt x="134828" y="137894"/>
                  <a:pt x="134828" y="137894"/>
                </a:cubicBezTo>
                <a:cubicBezTo>
                  <a:pt x="134828" y="137894"/>
                  <a:pt x="134828" y="137256"/>
                  <a:pt x="134189" y="137256"/>
                </a:cubicBezTo>
                <a:lnTo>
                  <a:pt x="127799" y="126403"/>
                </a:lnTo>
                <a:cubicBezTo>
                  <a:pt x="125882" y="123849"/>
                  <a:pt x="122687" y="123211"/>
                  <a:pt x="120131" y="124488"/>
                </a:cubicBezTo>
                <a:cubicBezTo>
                  <a:pt x="118853" y="125126"/>
                  <a:pt x="118214" y="126403"/>
                  <a:pt x="117575" y="127680"/>
                </a:cubicBezTo>
                <a:cubicBezTo>
                  <a:pt x="117575" y="128957"/>
                  <a:pt x="117575" y="130872"/>
                  <a:pt x="118214" y="132149"/>
                </a:cubicBezTo>
                <a:lnTo>
                  <a:pt x="122048" y="138533"/>
                </a:lnTo>
                <a:cubicBezTo>
                  <a:pt x="122048" y="138533"/>
                  <a:pt x="122687" y="139171"/>
                  <a:pt x="122687" y="139171"/>
                </a:cubicBezTo>
                <a:cubicBezTo>
                  <a:pt x="122687" y="139171"/>
                  <a:pt x="122687" y="139171"/>
                  <a:pt x="122687" y="139171"/>
                </a:cubicBezTo>
                <a:lnTo>
                  <a:pt x="154637" y="190881"/>
                </a:lnTo>
                <a:cubicBezTo>
                  <a:pt x="156553" y="194073"/>
                  <a:pt x="155275" y="197903"/>
                  <a:pt x="152720" y="199819"/>
                </a:cubicBezTo>
                <a:cubicBezTo>
                  <a:pt x="151442" y="200457"/>
                  <a:pt x="150802" y="201095"/>
                  <a:pt x="149525" y="201095"/>
                </a:cubicBezTo>
                <a:cubicBezTo>
                  <a:pt x="147607" y="201095"/>
                  <a:pt x="145052" y="199819"/>
                  <a:pt x="144412" y="197903"/>
                </a:cubicBezTo>
                <a:lnTo>
                  <a:pt x="111824" y="146193"/>
                </a:lnTo>
                <a:cubicBezTo>
                  <a:pt x="109907" y="143640"/>
                  <a:pt x="106712" y="143001"/>
                  <a:pt x="104795" y="144916"/>
                </a:cubicBezTo>
                <a:cubicBezTo>
                  <a:pt x="103517" y="145555"/>
                  <a:pt x="102878" y="146832"/>
                  <a:pt x="102239" y="148108"/>
                </a:cubicBezTo>
                <a:cubicBezTo>
                  <a:pt x="102239" y="149385"/>
                  <a:pt x="102239" y="151300"/>
                  <a:pt x="102878" y="152577"/>
                </a:cubicBezTo>
                <a:lnTo>
                  <a:pt x="115019" y="172368"/>
                </a:lnTo>
                <a:cubicBezTo>
                  <a:pt x="115019" y="172368"/>
                  <a:pt x="115019" y="172368"/>
                  <a:pt x="115019" y="172368"/>
                </a:cubicBezTo>
                <a:lnTo>
                  <a:pt x="134828" y="204287"/>
                </a:lnTo>
                <a:cubicBezTo>
                  <a:pt x="136745" y="207479"/>
                  <a:pt x="135467" y="211310"/>
                  <a:pt x="132911" y="213225"/>
                </a:cubicBezTo>
                <a:cubicBezTo>
                  <a:pt x="129716" y="215140"/>
                  <a:pt x="125882" y="214502"/>
                  <a:pt x="123965" y="211310"/>
                </a:cubicBezTo>
                <a:lnTo>
                  <a:pt x="104156" y="179390"/>
                </a:lnTo>
                <a:cubicBezTo>
                  <a:pt x="103517" y="178113"/>
                  <a:pt x="102239" y="177475"/>
                  <a:pt x="100961" y="176836"/>
                </a:cubicBezTo>
                <a:cubicBezTo>
                  <a:pt x="99683" y="176198"/>
                  <a:pt x="98405" y="176836"/>
                  <a:pt x="97127" y="177475"/>
                </a:cubicBezTo>
                <a:cubicBezTo>
                  <a:pt x="95849" y="178113"/>
                  <a:pt x="95210" y="179390"/>
                  <a:pt x="94571" y="180667"/>
                </a:cubicBezTo>
                <a:cubicBezTo>
                  <a:pt x="94571" y="181944"/>
                  <a:pt x="94571" y="183859"/>
                  <a:pt x="95210" y="185135"/>
                </a:cubicBezTo>
                <a:lnTo>
                  <a:pt x="139301" y="255359"/>
                </a:lnTo>
                <a:cubicBezTo>
                  <a:pt x="144412" y="263020"/>
                  <a:pt x="151442" y="268766"/>
                  <a:pt x="160387" y="270681"/>
                </a:cubicBezTo>
                <a:cubicBezTo>
                  <a:pt x="165500" y="271958"/>
                  <a:pt x="169333" y="275150"/>
                  <a:pt x="171889" y="278980"/>
                </a:cubicBezTo>
                <a:lnTo>
                  <a:pt x="182752" y="296217"/>
                </a:lnTo>
                <a:cubicBezTo>
                  <a:pt x="184669" y="299409"/>
                  <a:pt x="183391" y="303239"/>
                  <a:pt x="180835" y="305155"/>
                </a:cubicBezTo>
                <a:cubicBezTo>
                  <a:pt x="179557" y="305793"/>
                  <a:pt x="178918" y="306431"/>
                  <a:pt x="177640" y="306431"/>
                </a:cubicBezTo>
                <a:cubicBezTo>
                  <a:pt x="175723" y="306431"/>
                  <a:pt x="173167" y="305155"/>
                  <a:pt x="172528" y="303239"/>
                </a:cubicBezTo>
                <a:lnTo>
                  <a:pt x="161665" y="286003"/>
                </a:lnTo>
                <a:cubicBezTo>
                  <a:pt x="161027" y="284726"/>
                  <a:pt x="159110" y="283449"/>
                  <a:pt x="157832" y="282811"/>
                </a:cubicBezTo>
                <a:cubicBezTo>
                  <a:pt x="146330" y="279619"/>
                  <a:pt x="136106" y="271958"/>
                  <a:pt x="129077" y="261743"/>
                </a:cubicBezTo>
                <a:lnTo>
                  <a:pt x="84986" y="191519"/>
                </a:lnTo>
                <a:cubicBezTo>
                  <a:pt x="82430" y="187689"/>
                  <a:pt x="81791" y="182582"/>
                  <a:pt x="82430" y="178113"/>
                </a:cubicBezTo>
                <a:cubicBezTo>
                  <a:pt x="83708" y="173644"/>
                  <a:pt x="86264" y="169176"/>
                  <a:pt x="90098" y="166622"/>
                </a:cubicBezTo>
                <a:cubicBezTo>
                  <a:pt x="91376" y="165345"/>
                  <a:pt x="93293" y="165345"/>
                  <a:pt x="95210" y="164707"/>
                </a:cubicBezTo>
                <a:lnTo>
                  <a:pt x="92015" y="159600"/>
                </a:lnTo>
                <a:cubicBezTo>
                  <a:pt x="89459" y="155769"/>
                  <a:pt x="88820" y="150662"/>
                  <a:pt x="89459" y="146193"/>
                </a:cubicBezTo>
                <a:cubicBezTo>
                  <a:pt x="90737" y="141724"/>
                  <a:pt x="93293" y="137256"/>
                  <a:pt x="97127" y="134702"/>
                </a:cubicBezTo>
                <a:cubicBezTo>
                  <a:pt x="99044" y="133425"/>
                  <a:pt x="101600" y="132787"/>
                  <a:pt x="104156" y="132149"/>
                </a:cubicBezTo>
                <a:cubicBezTo>
                  <a:pt x="104156" y="130233"/>
                  <a:pt x="104156" y="128318"/>
                  <a:pt x="104156" y="126403"/>
                </a:cubicBezTo>
                <a:cubicBezTo>
                  <a:pt x="105434" y="121934"/>
                  <a:pt x="107990" y="117465"/>
                  <a:pt x="111824" y="114912"/>
                </a:cubicBezTo>
                <a:cubicBezTo>
                  <a:pt x="118853" y="110443"/>
                  <a:pt x="128438" y="111720"/>
                  <a:pt x="134189" y="117465"/>
                </a:cubicBezTo>
                <a:cubicBezTo>
                  <a:pt x="135467" y="116189"/>
                  <a:pt x="136745" y="114912"/>
                  <a:pt x="138662" y="113635"/>
                </a:cubicBezTo>
                <a:cubicBezTo>
                  <a:pt x="142496" y="111081"/>
                  <a:pt x="147607" y="110443"/>
                  <a:pt x="152080" y="111720"/>
                </a:cubicBezTo>
                <a:cubicBezTo>
                  <a:pt x="156553" y="112997"/>
                  <a:pt x="161027" y="115550"/>
                  <a:pt x="163582" y="120019"/>
                </a:cubicBezTo>
                <a:lnTo>
                  <a:pt x="166138" y="123849"/>
                </a:lnTo>
                <a:lnTo>
                  <a:pt x="201283" y="123849"/>
                </a:lnTo>
                <a:cubicBezTo>
                  <a:pt x="198088" y="121934"/>
                  <a:pt x="194893" y="119381"/>
                  <a:pt x="191059" y="117465"/>
                </a:cubicBezTo>
                <a:cubicBezTo>
                  <a:pt x="180835" y="111081"/>
                  <a:pt x="178279" y="97675"/>
                  <a:pt x="182113" y="89376"/>
                </a:cubicBezTo>
                <a:cubicBezTo>
                  <a:pt x="184669" y="83630"/>
                  <a:pt x="190420" y="81077"/>
                  <a:pt x="196171" y="83630"/>
                </a:cubicBezTo>
                <a:cubicBezTo>
                  <a:pt x="196171" y="83630"/>
                  <a:pt x="196810" y="83630"/>
                  <a:pt x="196810" y="84269"/>
                </a:cubicBezTo>
                <a:cubicBezTo>
                  <a:pt x="212146" y="92568"/>
                  <a:pt x="221731" y="97037"/>
                  <a:pt x="235150" y="100229"/>
                </a:cubicBezTo>
                <a:cubicBezTo>
                  <a:pt x="238345" y="100867"/>
                  <a:pt x="256876" y="103421"/>
                  <a:pt x="270934" y="121296"/>
                </a:cubicBezTo>
                <a:cubicBezTo>
                  <a:pt x="272211" y="123211"/>
                  <a:pt x="274128" y="123849"/>
                  <a:pt x="276684" y="123849"/>
                </a:cubicBezTo>
                <a:lnTo>
                  <a:pt x="293298" y="123849"/>
                </a:lnTo>
                <a:cubicBezTo>
                  <a:pt x="297132" y="123849"/>
                  <a:pt x="299688" y="126403"/>
                  <a:pt x="299688" y="130233"/>
                </a:cubicBezTo>
                <a:cubicBezTo>
                  <a:pt x="299688" y="134064"/>
                  <a:pt x="297132" y="136617"/>
                  <a:pt x="293298" y="136617"/>
                </a:cubicBezTo>
                <a:lnTo>
                  <a:pt x="276684" y="136617"/>
                </a:lnTo>
                <a:cubicBezTo>
                  <a:pt x="270934" y="136617"/>
                  <a:pt x="265182" y="134064"/>
                  <a:pt x="261349" y="128957"/>
                </a:cubicBezTo>
                <a:cubicBezTo>
                  <a:pt x="249846" y="114273"/>
                  <a:pt x="234511" y="112358"/>
                  <a:pt x="233872" y="112358"/>
                </a:cubicBezTo>
                <a:cubicBezTo>
                  <a:pt x="233872" y="112358"/>
                  <a:pt x="233233" y="112358"/>
                  <a:pt x="233233" y="112358"/>
                </a:cubicBezTo>
                <a:cubicBezTo>
                  <a:pt x="219175" y="109166"/>
                  <a:pt x="208951" y="104697"/>
                  <a:pt x="193615" y="96398"/>
                </a:cubicBezTo>
                <a:cubicBezTo>
                  <a:pt x="194254" y="94483"/>
                  <a:pt x="194254" y="95760"/>
                  <a:pt x="194893" y="97037"/>
                </a:cubicBezTo>
                <a:close/>
              </a:path>
            </a:pathLst>
          </a:custGeom>
          <a:solidFill>
            <a:srgbClr val="0076A8"/>
          </a:solidFill>
          <a:ln w="6390" cap="flat">
            <a:noFill/>
            <a:prstDash val="solid"/>
            <a:miter/>
          </a:ln>
        </p:spPr>
        <p:txBody>
          <a:bodyPr rtlCol="0" anchor="ctr"/>
          <a:lstStyle/>
          <a:p>
            <a:endParaRPr lang="en-US"/>
          </a:p>
        </p:txBody>
      </p:sp>
      <p:grpSp>
        <p:nvGrpSpPr>
          <p:cNvPr id="256" name="Graphic 4">
            <a:extLst>
              <a:ext uri="{FF2B5EF4-FFF2-40B4-BE49-F238E27FC236}">
                <a16:creationId xmlns:a16="http://schemas.microsoft.com/office/drawing/2014/main" id="{526B65A3-E273-B847-B8A2-88409BF96837}"/>
              </a:ext>
            </a:extLst>
          </p:cNvPr>
          <p:cNvGrpSpPr>
            <a:grpSpLocks noChangeAspect="1"/>
          </p:cNvGrpSpPr>
          <p:nvPr/>
        </p:nvGrpSpPr>
        <p:grpSpPr>
          <a:xfrm>
            <a:off x="6753524" y="4308712"/>
            <a:ext cx="361670" cy="361333"/>
            <a:chOff x="6753524" y="4308712"/>
            <a:chExt cx="361670" cy="361333"/>
          </a:xfrm>
          <a:solidFill>
            <a:srgbClr val="0076A8"/>
          </a:solidFill>
        </p:grpSpPr>
        <p:sp>
          <p:nvSpPr>
            <p:cNvPr id="257" name="Graphic 4">
              <a:extLst>
                <a:ext uri="{FF2B5EF4-FFF2-40B4-BE49-F238E27FC236}">
                  <a16:creationId xmlns:a16="http://schemas.microsoft.com/office/drawing/2014/main" id="{C9220848-7885-E34E-9CCF-B44BD5B76E76}"/>
                </a:ext>
              </a:extLst>
            </p:cNvPr>
            <p:cNvSpPr/>
            <p:nvPr/>
          </p:nvSpPr>
          <p:spPr>
            <a:xfrm>
              <a:off x="6753524"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4"/>
                    <a:pt x="180835" y="361334"/>
                  </a:cubicBezTo>
                  <a:cubicBezTo>
                    <a:pt x="281157" y="361334"/>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7"/>
                    <a:pt x="180835" y="13407"/>
                  </a:cubicBezTo>
                  <a:cubicBezTo>
                    <a:pt x="273489" y="13407"/>
                    <a:pt x="348890" y="88738"/>
                    <a:pt x="348890" y="181305"/>
                  </a:cubicBezTo>
                  <a:cubicBezTo>
                    <a:pt x="348890" y="273873"/>
                    <a:pt x="274128" y="349204"/>
                    <a:pt x="180835" y="349204"/>
                  </a:cubicBezTo>
                  <a:close/>
                </a:path>
              </a:pathLst>
            </a:custGeom>
            <a:solidFill>
              <a:srgbClr val="0076A8"/>
            </a:solidFill>
            <a:ln w="6390" cap="flat">
              <a:noFill/>
              <a:prstDash val="solid"/>
              <a:miter/>
            </a:ln>
          </p:spPr>
          <p:txBody>
            <a:bodyPr rtlCol="0" anchor="ctr"/>
            <a:lstStyle/>
            <a:p>
              <a:endParaRPr lang="en-US"/>
            </a:p>
          </p:txBody>
        </p:sp>
        <p:sp>
          <p:nvSpPr>
            <p:cNvPr id="258" name="Graphic 4">
              <a:extLst>
                <a:ext uri="{FF2B5EF4-FFF2-40B4-BE49-F238E27FC236}">
                  <a16:creationId xmlns:a16="http://schemas.microsoft.com/office/drawing/2014/main" id="{5A313ABF-C1AE-6B47-AD9C-3C756A931D4A}"/>
                </a:ext>
              </a:extLst>
            </p:cNvPr>
            <p:cNvSpPr/>
            <p:nvPr/>
          </p:nvSpPr>
          <p:spPr>
            <a:xfrm>
              <a:off x="6842983" y="4380212"/>
              <a:ext cx="184029" cy="218970"/>
            </a:xfrm>
            <a:custGeom>
              <a:avLst/>
              <a:gdLst>
                <a:gd name="connsiteX0" fmla="*/ 175723 w 184029"/>
                <a:gd name="connsiteY0" fmla="*/ 97037 h 218970"/>
                <a:gd name="connsiteX1" fmla="*/ 180835 w 184029"/>
                <a:gd name="connsiteY1" fmla="*/ 86184 h 218970"/>
                <a:gd name="connsiteX2" fmla="*/ 180835 w 184029"/>
                <a:gd name="connsiteY2" fmla="*/ 82992 h 218970"/>
                <a:gd name="connsiteX3" fmla="*/ 179557 w 184029"/>
                <a:gd name="connsiteY3" fmla="*/ 75970 h 218970"/>
                <a:gd name="connsiteX4" fmla="*/ 174445 w 184029"/>
                <a:gd name="connsiteY4" fmla="*/ 67670 h 218970"/>
                <a:gd name="connsiteX5" fmla="*/ 172528 w 184029"/>
                <a:gd name="connsiteY5" fmla="*/ 65755 h 218970"/>
                <a:gd name="connsiteX6" fmla="*/ 177640 w 184029"/>
                <a:gd name="connsiteY6" fmla="*/ 52349 h 218970"/>
                <a:gd name="connsiteX7" fmla="*/ 171250 w 184029"/>
                <a:gd name="connsiteY7" fmla="*/ 37027 h 218970"/>
                <a:gd name="connsiteX8" fmla="*/ 166777 w 184029"/>
                <a:gd name="connsiteY8" fmla="*/ 33835 h 218970"/>
                <a:gd name="connsiteX9" fmla="*/ 170611 w 184029"/>
                <a:gd name="connsiteY9" fmla="*/ 21706 h 218970"/>
                <a:gd name="connsiteX10" fmla="*/ 164221 w 184029"/>
                <a:gd name="connsiteY10" fmla="*/ 6384 h 218970"/>
                <a:gd name="connsiteX11" fmla="*/ 148885 w 184029"/>
                <a:gd name="connsiteY11" fmla="*/ 0 h 218970"/>
                <a:gd name="connsiteX12" fmla="*/ 81791 w 184029"/>
                <a:gd name="connsiteY12" fmla="*/ 0 h 218970"/>
                <a:gd name="connsiteX13" fmla="*/ 39617 w 184029"/>
                <a:gd name="connsiteY13" fmla="*/ 16598 h 218970"/>
                <a:gd name="connsiteX14" fmla="*/ 32589 w 184029"/>
                <a:gd name="connsiteY14" fmla="*/ 19790 h 218970"/>
                <a:gd name="connsiteX15" fmla="*/ 6390 w 184029"/>
                <a:gd name="connsiteY15" fmla="*/ 19790 h 218970"/>
                <a:gd name="connsiteX16" fmla="*/ 0 w 184029"/>
                <a:gd name="connsiteY16" fmla="*/ 26174 h 218970"/>
                <a:gd name="connsiteX17" fmla="*/ 6390 w 184029"/>
                <a:gd name="connsiteY17" fmla="*/ 32558 h 218970"/>
                <a:gd name="connsiteX18" fmla="*/ 32589 w 184029"/>
                <a:gd name="connsiteY18" fmla="*/ 32558 h 218970"/>
                <a:gd name="connsiteX19" fmla="*/ 48563 w 184029"/>
                <a:gd name="connsiteY19" fmla="*/ 26174 h 218970"/>
                <a:gd name="connsiteX20" fmla="*/ 81791 w 184029"/>
                <a:gd name="connsiteY20" fmla="*/ 12768 h 218970"/>
                <a:gd name="connsiteX21" fmla="*/ 148885 w 184029"/>
                <a:gd name="connsiteY21" fmla="*/ 12768 h 218970"/>
                <a:gd name="connsiteX22" fmla="*/ 155275 w 184029"/>
                <a:gd name="connsiteY22" fmla="*/ 15322 h 218970"/>
                <a:gd name="connsiteX23" fmla="*/ 157831 w 184029"/>
                <a:gd name="connsiteY23" fmla="*/ 21706 h 218970"/>
                <a:gd name="connsiteX24" fmla="*/ 148885 w 184029"/>
                <a:gd name="connsiteY24" fmla="*/ 30643 h 218970"/>
                <a:gd name="connsiteX25" fmla="*/ 138022 w 184029"/>
                <a:gd name="connsiteY25" fmla="*/ 30643 h 218970"/>
                <a:gd name="connsiteX26" fmla="*/ 138022 w 184029"/>
                <a:gd name="connsiteY26" fmla="*/ 30643 h 218970"/>
                <a:gd name="connsiteX27" fmla="*/ 131633 w 184029"/>
                <a:gd name="connsiteY27" fmla="*/ 37027 h 218970"/>
                <a:gd name="connsiteX28" fmla="*/ 138022 w 184029"/>
                <a:gd name="connsiteY28" fmla="*/ 43411 h 218970"/>
                <a:gd name="connsiteX29" fmla="*/ 138022 w 184029"/>
                <a:gd name="connsiteY29" fmla="*/ 43411 h 218970"/>
                <a:gd name="connsiteX30" fmla="*/ 148885 w 184029"/>
                <a:gd name="connsiteY30" fmla="*/ 43411 h 218970"/>
                <a:gd name="connsiteX31" fmla="*/ 155915 w 184029"/>
                <a:gd name="connsiteY31" fmla="*/ 43411 h 218970"/>
                <a:gd name="connsiteX32" fmla="*/ 162305 w 184029"/>
                <a:gd name="connsiteY32" fmla="*/ 45965 h 218970"/>
                <a:gd name="connsiteX33" fmla="*/ 164860 w 184029"/>
                <a:gd name="connsiteY33" fmla="*/ 52349 h 218970"/>
                <a:gd name="connsiteX34" fmla="*/ 156553 w 184029"/>
                <a:gd name="connsiteY34" fmla="*/ 61286 h 218970"/>
                <a:gd name="connsiteX35" fmla="*/ 141217 w 184029"/>
                <a:gd name="connsiteY35" fmla="*/ 61286 h 218970"/>
                <a:gd name="connsiteX36" fmla="*/ 134828 w 184029"/>
                <a:gd name="connsiteY36" fmla="*/ 67670 h 218970"/>
                <a:gd name="connsiteX37" fmla="*/ 141217 w 184029"/>
                <a:gd name="connsiteY37" fmla="*/ 74054 h 218970"/>
                <a:gd name="connsiteX38" fmla="*/ 159110 w 184029"/>
                <a:gd name="connsiteY38" fmla="*/ 74054 h 218970"/>
                <a:gd name="connsiteX39" fmla="*/ 165500 w 184029"/>
                <a:gd name="connsiteY39" fmla="*/ 76608 h 218970"/>
                <a:gd name="connsiteX40" fmla="*/ 167416 w 184029"/>
                <a:gd name="connsiteY40" fmla="*/ 80438 h 218970"/>
                <a:gd name="connsiteX41" fmla="*/ 168055 w 184029"/>
                <a:gd name="connsiteY41" fmla="*/ 83630 h 218970"/>
                <a:gd name="connsiteX42" fmla="*/ 168055 w 184029"/>
                <a:gd name="connsiteY42" fmla="*/ 84907 h 218970"/>
                <a:gd name="connsiteX43" fmla="*/ 159748 w 184029"/>
                <a:gd name="connsiteY43" fmla="*/ 92568 h 218970"/>
                <a:gd name="connsiteX44" fmla="*/ 159110 w 184029"/>
                <a:gd name="connsiteY44" fmla="*/ 92568 h 218970"/>
                <a:gd name="connsiteX45" fmla="*/ 143774 w 184029"/>
                <a:gd name="connsiteY45" fmla="*/ 92568 h 218970"/>
                <a:gd name="connsiteX46" fmla="*/ 137384 w 184029"/>
                <a:gd name="connsiteY46" fmla="*/ 98952 h 218970"/>
                <a:gd name="connsiteX47" fmla="*/ 143774 w 184029"/>
                <a:gd name="connsiteY47" fmla="*/ 105336 h 218970"/>
                <a:gd name="connsiteX48" fmla="*/ 159110 w 184029"/>
                <a:gd name="connsiteY48" fmla="*/ 105336 h 218970"/>
                <a:gd name="connsiteX49" fmla="*/ 160387 w 184029"/>
                <a:gd name="connsiteY49" fmla="*/ 105336 h 218970"/>
                <a:gd name="connsiteX50" fmla="*/ 161026 w 184029"/>
                <a:gd name="connsiteY50" fmla="*/ 105336 h 218970"/>
                <a:gd name="connsiteX51" fmla="*/ 161665 w 184029"/>
                <a:gd name="connsiteY51" fmla="*/ 105336 h 218970"/>
                <a:gd name="connsiteX52" fmla="*/ 162305 w 184029"/>
                <a:gd name="connsiteY52" fmla="*/ 105336 h 218970"/>
                <a:gd name="connsiteX53" fmla="*/ 168055 w 184029"/>
                <a:gd name="connsiteY53" fmla="*/ 107889 h 218970"/>
                <a:gd name="connsiteX54" fmla="*/ 170611 w 184029"/>
                <a:gd name="connsiteY54" fmla="*/ 114273 h 218970"/>
                <a:gd name="connsiteX55" fmla="*/ 161665 w 184029"/>
                <a:gd name="connsiteY55" fmla="*/ 123211 h 218970"/>
                <a:gd name="connsiteX56" fmla="*/ 102239 w 184029"/>
                <a:gd name="connsiteY56" fmla="*/ 123211 h 218970"/>
                <a:gd name="connsiteX57" fmla="*/ 97127 w 184029"/>
                <a:gd name="connsiteY57" fmla="*/ 125765 h 218970"/>
                <a:gd name="connsiteX58" fmla="*/ 96488 w 184029"/>
                <a:gd name="connsiteY58" fmla="*/ 131510 h 218970"/>
                <a:gd name="connsiteX59" fmla="*/ 106712 w 184029"/>
                <a:gd name="connsiteY59" fmla="*/ 199819 h 218970"/>
                <a:gd name="connsiteX60" fmla="*/ 97766 w 184029"/>
                <a:gd name="connsiteY60" fmla="*/ 206203 h 218970"/>
                <a:gd name="connsiteX61" fmla="*/ 90737 w 184029"/>
                <a:gd name="connsiteY61" fmla="*/ 179390 h 218970"/>
                <a:gd name="connsiteX62" fmla="*/ 76040 w 184029"/>
                <a:gd name="connsiteY62" fmla="*/ 154492 h 218970"/>
                <a:gd name="connsiteX63" fmla="*/ 49202 w 184029"/>
                <a:gd name="connsiteY63" fmla="*/ 121296 h 218970"/>
                <a:gd name="connsiteX64" fmla="*/ 29394 w 184029"/>
                <a:gd name="connsiteY64" fmla="*/ 109805 h 218970"/>
                <a:gd name="connsiteX65" fmla="*/ 7029 w 184029"/>
                <a:gd name="connsiteY65" fmla="*/ 109805 h 218970"/>
                <a:gd name="connsiteX66" fmla="*/ 639 w 184029"/>
                <a:gd name="connsiteY66" fmla="*/ 116189 h 218970"/>
                <a:gd name="connsiteX67" fmla="*/ 7029 w 184029"/>
                <a:gd name="connsiteY67" fmla="*/ 122573 h 218970"/>
                <a:gd name="connsiteX68" fmla="*/ 29394 w 184029"/>
                <a:gd name="connsiteY68" fmla="*/ 122573 h 218970"/>
                <a:gd name="connsiteX69" fmla="*/ 38340 w 184029"/>
                <a:gd name="connsiteY69" fmla="*/ 127680 h 218970"/>
                <a:gd name="connsiteX70" fmla="*/ 67094 w 184029"/>
                <a:gd name="connsiteY70" fmla="*/ 163430 h 218970"/>
                <a:gd name="connsiteX71" fmla="*/ 78596 w 184029"/>
                <a:gd name="connsiteY71" fmla="*/ 182582 h 218970"/>
                <a:gd name="connsiteX72" fmla="*/ 86264 w 184029"/>
                <a:gd name="connsiteY72" fmla="*/ 210033 h 218970"/>
                <a:gd name="connsiteX73" fmla="*/ 97766 w 184029"/>
                <a:gd name="connsiteY73" fmla="*/ 218971 h 218970"/>
                <a:gd name="connsiteX74" fmla="*/ 99683 w 184029"/>
                <a:gd name="connsiteY74" fmla="*/ 218971 h 218970"/>
                <a:gd name="connsiteX75" fmla="*/ 118214 w 184029"/>
                <a:gd name="connsiteY75" fmla="*/ 206203 h 218970"/>
                <a:gd name="connsiteX76" fmla="*/ 111824 w 184029"/>
                <a:gd name="connsiteY76" fmla="*/ 135341 h 218970"/>
                <a:gd name="connsiteX77" fmla="*/ 161665 w 184029"/>
                <a:gd name="connsiteY77" fmla="*/ 135341 h 218970"/>
                <a:gd name="connsiteX78" fmla="*/ 162305 w 184029"/>
                <a:gd name="connsiteY78" fmla="*/ 135341 h 218970"/>
                <a:gd name="connsiteX79" fmla="*/ 184030 w 184029"/>
                <a:gd name="connsiteY79" fmla="*/ 113635 h 218970"/>
                <a:gd name="connsiteX80" fmla="*/ 177640 w 184029"/>
                <a:gd name="connsiteY80" fmla="*/ 98313 h 218970"/>
                <a:gd name="connsiteX81" fmla="*/ 175723 w 184029"/>
                <a:gd name="connsiteY81" fmla="*/ 97037 h 21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84029" h="218970">
                  <a:moveTo>
                    <a:pt x="175723" y="97037"/>
                  </a:moveTo>
                  <a:cubicBezTo>
                    <a:pt x="178279" y="93845"/>
                    <a:pt x="180196" y="90014"/>
                    <a:pt x="180835" y="86184"/>
                  </a:cubicBezTo>
                  <a:cubicBezTo>
                    <a:pt x="180835" y="85546"/>
                    <a:pt x="180835" y="84269"/>
                    <a:pt x="180835" y="82992"/>
                  </a:cubicBezTo>
                  <a:cubicBezTo>
                    <a:pt x="180835" y="80438"/>
                    <a:pt x="180196" y="78523"/>
                    <a:pt x="179557" y="75970"/>
                  </a:cubicBezTo>
                  <a:cubicBezTo>
                    <a:pt x="178279" y="72778"/>
                    <a:pt x="176362" y="69586"/>
                    <a:pt x="174445" y="67670"/>
                  </a:cubicBezTo>
                  <a:cubicBezTo>
                    <a:pt x="173806" y="67032"/>
                    <a:pt x="173167" y="66394"/>
                    <a:pt x="172528" y="65755"/>
                  </a:cubicBezTo>
                  <a:cubicBezTo>
                    <a:pt x="175723" y="61925"/>
                    <a:pt x="177640" y="57456"/>
                    <a:pt x="177640" y="52349"/>
                  </a:cubicBezTo>
                  <a:cubicBezTo>
                    <a:pt x="177640" y="46603"/>
                    <a:pt x="175084" y="40858"/>
                    <a:pt x="171250" y="37027"/>
                  </a:cubicBezTo>
                  <a:cubicBezTo>
                    <a:pt x="169972" y="35750"/>
                    <a:pt x="168695" y="34474"/>
                    <a:pt x="166777" y="33835"/>
                  </a:cubicBezTo>
                  <a:cubicBezTo>
                    <a:pt x="169333" y="30005"/>
                    <a:pt x="170611" y="26174"/>
                    <a:pt x="170611" y="21706"/>
                  </a:cubicBezTo>
                  <a:cubicBezTo>
                    <a:pt x="170611" y="15960"/>
                    <a:pt x="168055" y="10214"/>
                    <a:pt x="164221" y="6384"/>
                  </a:cubicBezTo>
                  <a:cubicBezTo>
                    <a:pt x="160387" y="2554"/>
                    <a:pt x="154636" y="0"/>
                    <a:pt x="148885" y="0"/>
                  </a:cubicBezTo>
                  <a:lnTo>
                    <a:pt x="81791" y="0"/>
                  </a:lnTo>
                  <a:cubicBezTo>
                    <a:pt x="65816" y="0"/>
                    <a:pt x="51119" y="5746"/>
                    <a:pt x="39617" y="16598"/>
                  </a:cubicBezTo>
                  <a:cubicBezTo>
                    <a:pt x="37701" y="18514"/>
                    <a:pt x="35145" y="19790"/>
                    <a:pt x="32589" y="19790"/>
                  </a:cubicBezTo>
                  <a:lnTo>
                    <a:pt x="6390" y="19790"/>
                  </a:lnTo>
                  <a:cubicBezTo>
                    <a:pt x="2556" y="19790"/>
                    <a:pt x="0" y="22344"/>
                    <a:pt x="0" y="26174"/>
                  </a:cubicBezTo>
                  <a:cubicBezTo>
                    <a:pt x="0" y="30005"/>
                    <a:pt x="2556" y="32558"/>
                    <a:pt x="6390" y="32558"/>
                  </a:cubicBezTo>
                  <a:lnTo>
                    <a:pt x="32589" y="32558"/>
                  </a:lnTo>
                  <a:cubicBezTo>
                    <a:pt x="38340" y="32558"/>
                    <a:pt x="44091" y="30005"/>
                    <a:pt x="48563" y="26174"/>
                  </a:cubicBezTo>
                  <a:cubicBezTo>
                    <a:pt x="57509" y="17875"/>
                    <a:pt x="69011" y="12768"/>
                    <a:pt x="81791" y="12768"/>
                  </a:cubicBezTo>
                  <a:lnTo>
                    <a:pt x="148885" y="12768"/>
                  </a:lnTo>
                  <a:cubicBezTo>
                    <a:pt x="151441" y="12768"/>
                    <a:pt x="153358" y="13406"/>
                    <a:pt x="155275" y="15322"/>
                  </a:cubicBezTo>
                  <a:cubicBezTo>
                    <a:pt x="157192" y="17237"/>
                    <a:pt x="157831" y="19152"/>
                    <a:pt x="157831" y="21706"/>
                  </a:cubicBezTo>
                  <a:cubicBezTo>
                    <a:pt x="157831" y="26813"/>
                    <a:pt x="153997" y="30643"/>
                    <a:pt x="148885" y="30643"/>
                  </a:cubicBezTo>
                  <a:lnTo>
                    <a:pt x="138022" y="30643"/>
                  </a:lnTo>
                  <a:lnTo>
                    <a:pt x="138022" y="30643"/>
                  </a:lnTo>
                  <a:cubicBezTo>
                    <a:pt x="134189" y="30643"/>
                    <a:pt x="131633" y="33197"/>
                    <a:pt x="131633" y="37027"/>
                  </a:cubicBezTo>
                  <a:cubicBezTo>
                    <a:pt x="131633" y="40858"/>
                    <a:pt x="134189" y="43411"/>
                    <a:pt x="138022" y="43411"/>
                  </a:cubicBezTo>
                  <a:lnTo>
                    <a:pt x="138022" y="43411"/>
                  </a:lnTo>
                  <a:lnTo>
                    <a:pt x="148885" y="43411"/>
                  </a:lnTo>
                  <a:lnTo>
                    <a:pt x="155915" y="43411"/>
                  </a:lnTo>
                  <a:cubicBezTo>
                    <a:pt x="158470" y="43411"/>
                    <a:pt x="160387" y="44050"/>
                    <a:pt x="162305" y="45965"/>
                  </a:cubicBezTo>
                  <a:cubicBezTo>
                    <a:pt x="164221" y="47880"/>
                    <a:pt x="164860" y="49795"/>
                    <a:pt x="164860" y="52349"/>
                  </a:cubicBezTo>
                  <a:cubicBezTo>
                    <a:pt x="164860" y="56818"/>
                    <a:pt x="161026" y="61286"/>
                    <a:pt x="156553" y="61286"/>
                  </a:cubicBezTo>
                  <a:lnTo>
                    <a:pt x="141217" y="61286"/>
                  </a:lnTo>
                  <a:cubicBezTo>
                    <a:pt x="137384" y="61286"/>
                    <a:pt x="134828" y="63840"/>
                    <a:pt x="134828" y="67670"/>
                  </a:cubicBezTo>
                  <a:cubicBezTo>
                    <a:pt x="134828" y="71501"/>
                    <a:pt x="137384" y="74054"/>
                    <a:pt x="141217" y="74054"/>
                  </a:cubicBezTo>
                  <a:lnTo>
                    <a:pt x="159110" y="74054"/>
                  </a:lnTo>
                  <a:cubicBezTo>
                    <a:pt x="161665" y="74054"/>
                    <a:pt x="163582" y="74693"/>
                    <a:pt x="165500" y="76608"/>
                  </a:cubicBezTo>
                  <a:cubicBezTo>
                    <a:pt x="166777" y="77885"/>
                    <a:pt x="167416" y="79162"/>
                    <a:pt x="167416" y="80438"/>
                  </a:cubicBezTo>
                  <a:cubicBezTo>
                    <a:pt x="167416" y="81077"/>
                    <a:pt x="168055" y="82354"/>
                    <a:pt x="168055" y="83630"/>
                  </a:cubicBezTo>
                  <a:cubicBezTo>
                    <a:pt x="168055" y="84269"/>
                    <a:pt x="168055" y="84269"/>
                    <a:pt x="168055" y="84907"/>
                  </a:cubicBezTo>
                  <a:cubicBezTo>
                    <a:pt x="167416" y="89376"/>
                    <a:pt x="164221" y="92568"/>
                    <a:pt x="159748" y="92568"/>
                  </a:cubicBezTo>
                  <a:cubicBezTo>
                    <a:pt x="159748" y="92568"/>
                    <a:pt x="159110" y="92568"/>
                    <a:pt x="159110" y="92568"/>
                  </a:cubicBezTo>
                  <a:lnTo>
                    <a:pt x="143774" y="92568"/>
                  </a:lnTo>
                  <a:cubicBezTo>
                    <a:pt x="139940" y="92568"/>
                    <a:pt x="137384" y="95121"/>
                    <a:pt x="137384" y="98952"/>
                  </a:cubicBezTo>
                  <a:cubicBezTo>
                    <a:pt x="137384" y="102782"/>
                    <a:pt x="139940" y="105336"/>
                    <a:pt x="143774" y="105336"/>
                  </a:cubicBezTo>
                  <a:lnTo>
                    <a:pt x="159110" y="105336"/>
                  </a:lnTo>
                  <a:cubicBezTo>
                    <a:pt x="159748" y="105336"/>
                    <a:pt x="160387" y="105336"/>
                    <a:pt x="160387" y="105336"/>
                  </a:cubicBezTo>
                  <a:cubicBezTo>
                    <a:pt x="160387" y="105336"/>
                    <a:pt x="161026" y="105336"/>
                    <a:pt x="161026" y="105336"/>
                  </a:cubicBezTo>
                  <a:cubicBezTo>
                    <a:pt x="161026" y="105336"/>
                    <a:pt x="161665" y="105336"/>
                    <a:pt x="161665" y="105336"/>
                  </a:cubicBezTo>
                  <a:lnTo>
                    <a:pt x="162305" y="105336"/>
                  </a:lnTo>
                  <a:cubicBezTo>
                    <a:pt x="164221" y="105336"/>
                    <a:pt x="166777" y="106613"/>
                    <a:pt x="168055" y="107889"/>
                  </a:cubicBezTo>
                  <a:cubicBezTo>
                    <a:pt x="169972" y="109805"/>
                    <a:pt x="170611" y="111720"/>
                    <a:pt x="170611" y="114273"/>
                  </a:cubicBezTo>
                  <a:cubicBezTo>
                    <a:pt x="170611" y="119381"/>
                    <a:pt x="166777" y="123211"/>
                    <a:pt x="161665" y="123211"/>
                  </a:cubicBezTo>
                  <a:lnTo>
                    <a:pt x="102239" y="123211"/>
                  </a:lnTo>
                  <a:cubicBezTo>
                    <a:pt x="100322" y="123211"/>
                    <a:pt x="98405" y="124488"/>
                    <a:pt x="97127" y="125765"/>
                  </a:cubicBezTo>
                  <a:cubicBezTo>
                    <a:pt x="95849" y="127680"/>
                    <a:pt x="95849" y="129595"/>
                    <a:pt x="96488" y="131510"/>
                  </a:cubicBezTo>
                  <a:cubicBezTo>
                    <a:pt x="109907" y="165984"/>
                    <a:pt x="113102" y="188966"/>
                    <a:pt x="106712" y="199819"/>
                  </a:cubicBezTo>
                  <a:cubicBezTo>
                    <a:pt x="104795" y="203011"/>
                    <a:pt x="101600" y="204926"/>
                    <a:pt x="97766" y="206203"/>
                  </a:cubicBezTo>
                  <a:lnTo>
                    <a:pt x="90737" y="179390"/>
                  </a:lnTo>
                  <a:cubicBezTo>
                    <a:pt x="88181" y="169814"/>
                    <a:pt x="83069" y="161515"/>
                    <a:pt x="76040" y="154492"/>
                  </a:cubicBezTo>
                  <a:cubicBezTo>
                    <a:pt x="66456" y="144278"/>
                    <a:pt x="56231" y="133425"/>
                    <a:pt x="49202" y="121296"/>
                  </a:cubicBezTo>
                  <a:cubicBezTo>
                    <a:pt x="44730" y="114273"/>
                    <a:pt x="37061" y="109805"/>
                    <a:pt x="29394" y="109805"/>
                  </a:cubicBezTo>
                  <a:lnTo>
                    <a:pt x="7029" y="109805"/>
                  </a:lnTo>
                  <a:cubicBezTo>
                    <a:pt x="3195" y="109805"/>
                    <a:pt x="639" y="112358"/>
                    <a:pt x="639" y="116189"/>
                  </a:cubicBezTo>
                  <a:cubicBezTo>
                    <a:pt x="639" y="120019"/>
                    <a:pt x="3195" y="122573"/>
                    <a:pt x="7029" y="122573"/>
                  </a:cubicBezTo>
                  <a:lnTo>
                    <a:pt x="29394" y="122573"/>
                  </a:lnTo>
                  <a:cubicBezTo>
                    <a:pt x="33227" y="122573"/>
                    <a:pt x="36422" y="124488"/>
                    <a:pt x="38340" y="127680"/>
                  </a:cubicBezTo>
                  <a:cubicBezTo>
                    <a:pt x="46007" y="141086"/>
                    <a:pt x="56871" y="152577"/>
                    <a:pt x="67094" y="163430"/>
                  </a:cubicBezTo>
                  <a:cubicBezTo>
                    <a:pt x="72206" y="169176"/>
                    <a:pt x="76679" y="175560"/>
                    <a:pt x="78596" y="182582"/>
                  </a:cubicBezTo>
                  <a:lnTo>
                    <a:pt x="86264" y="210033"/>
                  </a:lnTo>
                  <a:cubicBezTo>
                    <a:pt x="87542" y="215140"/>
                    <a:pt x="92654" y="218971"/>
                    <a:pt x="97766" y="218971"/>
                  </a:cubicBezTo>
                  <a:cubicBezTo>
                    <a:pt x="98405" y="218971"/>
                    <a:pt x="99044" y="218971"/>
                    <a:pt x="99683" y="218971"/>
                  </a:cubicBezTo>
                  <a:cubicBezTo>
                    <a:pt x="107990" y="217694"/>
                    <a:pt x="114380" y="213225"/>
                    <a:pt x="118214" y="206203"/>
                  </a:cubicBezTo>
                  <a:cubicBezTo>
                    <a:pt x="127799" y="188966"/>
                    <a:pt x="120130" y="159600"/>
                    <a:pt x="111824" y="135341"/>
                  </a:cubicBezTo>
                  <a:lnTo>
                    <a:pt x="161665" y="135341"/>
                  </a:lnTo>
                  <a:cubicBezTo>
                    <a:pt x="161665" y="135341"/>
                    <a:pt x="161665" y="135341"/>
                    <a:pt x="162305" y="135341"/>
                  </a:cubicBezTo>
                  <a:cubicBezTo>
                    <a:pt x="174445" y="135341"/>
                    <a:pt x="184030" y="125765"/>
                    <a:pt x="184030" y="113635"/>
                  </a:cubicBezTo>
                  <a:cubicBezTo>
                    <a:pt x="184030" y="107889"/>
                    <a:pt x="181474" y="102144"/>
                    <a:pt x="177640" y="98313"/>
                  </a:cubicBezTo>
                  <a:cubicBezTo>
                    <a:pt x="177001" y="98313"/>
                    <a:pt x="176362" y="97675"/>
                    <a:pt x="175723" y="97037"/>
                  </a:cubicBezTo>
                  <a:close/>
                </a:path>
              </a:pathLst>
            </a:custGeom>
            <a:solidFill>
              <a:srgbClr val="0076A8"/>
            </a:solidFill>
            <a:ln w="6390" cap="flat">
              <a:noFill/>
              <a:prstDash val="solid"/>
              <a:miter/>
            </a:ln>
          </p:spPr>
          <p:txBody>
            <a:bodyPr rtlCol="0" anchor="ctr"/>
            <a:lstStyle/>
            <a:p>
              <a:endParaRPr lang="en-US"/>
            </a:p>
          </p:txBody>
        </p:sp>
      </p:grpSp>
      <p:grpSp>
        <p:nvGrpSpPr>
          <p:cNvPr id="259" name="Graphic 4">
            <a:extLst>
              <a:ext uri="{FF2B5EF4-FFF2-40B4-BE49-F238E27FC236}">
                <a16:creationId xmlns:a16="http://schemas.microsoft.com/office/drawing/2014/main" id="{4AFC0E3D-E89C-354B-8724-5CA216664C6A}"/>
              </a:ext>
            </a:extLst>
          </p:cNvPr>
          <p:cNvGrpSpPr>
            <a:grpSpLocks noChangeAspect="1"/>
          </p:cNvGrpSpPr>
          <p:nvPr/>
        </p:nvGrpSpPr>
        <p:grpSpPr>
          <a:xfrm>
            <a:off x="6753524" y="3339623"/>
            <a:ext cx="361670" cy="361333"/>
            <a:chOff x="6753524" y="3339623"/>
            <a:chExt cx="361670" cy="361333"/>
          </a:xfrm>
          <a:solidFill>
            <a:srgbClr val="0076A8"/>
          </a:solidFill>
        </p:grpSpPr>
        <p:sp>
          <p:nvSpPr>
            <p:cNvPr id="260" name="Graphic 4">
              <a:extLst>
                <a:ext uri="{FF2B5EF4-FFF2-40B4-BE49-F238E27FC236}">
                  <a16:creationId xmlns:a16="http://schemas.microsoft.com/office/drawing/2014/main" id="{DA17B991-671F-5045-ADD7-477A9C7CAAA4}"/>
                </a:ext>
              </a:extLst>
            </p:cNvPr>
            <p:cNvSpPr/>
            <p:nvPr/>
          </p:nvSpPr>
          <p:spPr>
            <a:xfrm>
              <a:off x="6753524"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4128" y="349204"/>
                    <a:pt x="180835" y="349204"/>
                  </a:cubicBezTo>
                  <a:close/>
                </a:path>
              </a:pathLst>
            </a:custGeom>
            <a:solidFill>
              <a:srgbClr val="0076A8"/>
            </a:solidFill>
            <a:ln w="6390" cap="flat">
              <a:noFill/>
              <a:prstDash val="solid"/>
              <a:miter/>
            </a:ln>
          </p:spPr>
          <p:txBody>
            <a:bodyPr rtlCol="0" anchor="ctr"/>
            <a:lstStyle/>
            <a:p>
              <a:endParaRPr lang="en-US"/>
            </a:p>
          </p:txBody>
        </p:sp>
        <p:sp>
          <p:nvSpPr>
            <p:cNvPr id="261" name="Graphic 4">
              <a:extLst>
                <a:ext uri="{FF2B5EF4-FFF2-40B4-BE49-F238E27FC236}">
                  <a16:creationId xmlns:a16="http://schemas.microsoft.com/office/drawing/2014/main" id="{77D79F3C-0051-D148-94AF-C6B3FB5590BF}"/>
                </a:ext>
              </a:extLst>
            </p:cNvPr>
            <p:cNvSpPr/>
            <p:nvPr/>
          </p:nvSpPr>
          <p:spPr>
            <a:xfrm>
              <a:off x="6831242" y="3400228"/>
              <a:ext cx="206563" cy="242634"/>
            </a:xfrm>
            <a:custGeom>
              <a:avLst/>
              <a:gdLst>
                <a:gd name="connsiteX0" fmla="*/ 197689 w 206563"/>
                <a:gd name="connsiteY0" fmla="*/ 60053 h 242634"/>
                <a:gd name="connsiteX1" fmla="*/ 174685 w 206563"/>
                <a:gd name="connsiteY1" fmla="*/ 65160 h 242634"/>
                <a:gd name="connsiteX2" fmla="*/ 167656 w 206563"/>
                <a:gd name="connsiteY2" fmla="*/ 76013 h 242634"/>
                <a:gd name="connsiteX3" fmla="*/ 176602 w 206563"/>
                <a:gd name="connsiteY3" fmla="*/ 38986 h 242634"/>
                <a:gd name="connsiteX4" fmla="*/ 163183 w 206563"/>
                <a:gd name="connsiteY4" fmla="*/ 17919 h 242634"/>
                <a:gd name="connsiteX5" fmla="*/ 140818 w 206563"/>
                <a:gd name="connsiteY5" fmla="*/ 30687 h 242634"/>
                <a:gd name="connsiteX6" fmla="*/ 128038 w 206563"/>
                <a:gd name="connsiteY6" fmla="*/ 70906 h 242634"/>
                <a:gd name="connsiteX7" fmla="*/ 122927 w 206563"/>
                <a:gd name="connsiteY7" fmla="*/ 18557 h 242634"/>
                <a:gd name="connsiteX8" fmla="*/ 103117 w 206563"/>
                <a:gd name="connsiteY8" fmla="*/ 44 h 242634"/>
                <a:gd name="connsiteX9" fmla="*/ 85865 w 206563"/>
                <a:gd name="connsiteY9" fmla="*/ 21111 h 242634"/>
                <a:gd name="connsiteX10" fmla="*/ 88421 w 206563"/>
                <a:gd name="connsiteY10" fmla="*/ 67075 h 242634"/>
                <a:gd name="connsiteX11" fmla="*/ 76280 w 206563"/>
                <a:gd name="connsiteY11" fmla="*/ 35794 h 242634"/>
                <a:gd name="connsiteX12" fmla="*/ 52638 w 206563"/>
                <a:gd name="connsiteY12" fmla="*/ 22388 h 242634"/>
                <a:gd name="connsiteX13" fmla="*/ 41135 w 206563"/>
                <a:gd name="connsiteY13" fmla="*/ 45370 h 242634"/>
                <a:gd name="connsiteX14" fmla="*/ 64139 w 206563"/>
                <a:gd name="connsiteY14" fmla="*/ 120062 h 242634"/>
                <a:gd name="connsiteX15" fmla="*/ 64778 w 206563"/>
                <a:gd name="connsiteY15" fmla="*/ 129638 h 242634"/>
                <a:gd name="connsiteX16" fmla="*/ 63500 w 206563"/>
                <a:gd name="connsiteY16" fmla="*/ 129638 h 242634"/>
                <a:gd name="connsiteX17" fmla="*/ 42413 w 206563"/>
                <a:gd name="connsiteY17" fmla="*/ 107294 h 242634"/>
                <a:gd name="connsiteX18" fmla="*/ 41774 w 206563"/>
                <a:gd name="connsiteY18" fmla="*/ 106656 h 242634"/>
                <a:gd name="connsiteX19" fmla="*/ 6629 w 206563"/>
                <a:gd name="connsiteY19" fmla="*/ 98357 h 242634"/>
                <a:gd name="connsiteX20" fmla="*/ 240 w 206563"/>
                <a:gd name="connsiteY20" fmla="*/ 106018 h 242634"/>
                <a:gd name="connsiteX21" fmla="*/ 2157 w 206563"/>
                <a:gd name="connsiteY21" fmla="*/ 115593 h 242634"/>
                <a:gd name="connsiteX22" fmla="*/ 28994 w 206563"/>
                <a:gd name="connsiteY22" fmla="*/ 159643 h 242634"/>
                <a:gd name="connsiteX23" fmla="*/ 29633 w 206563"/>
                <a:gd name="connsiteY23" fmla="*/ 160920 h 242634"/>
                <a:gd name="connsiteX24" fmla="*/ 65417 w 206563"/>
                <a:gd name="connsiteY24" fmla="*/ 204969 h 242634"/>
                <a:gd name="connsiteX25" fmla="*/ 68612 w 206563"/>
                <a:gd name="connsiteY25" fmla="*/ 211992 h 242634"/>
                <a:gd name="connsiteX26" fmla="*/ 67973 w 206563"/>
                <a:gd name="connsiteY26" fmla="*/ 236251 h 242634"/>
                <a:gd name="connsiteX27" fmla="*/ 74363 w 206563"/>
                <a:gd name="connsiteY27" fmla="*/ 242635 h 242634"/>
                <a:gd name="connsiteX28" fmla="*/ 74363 w 206563"/>
                <a:gd name="connsiteY28" fmla="*/ 242635 h 242634"/>
                <a:gd name="connsiteX29" fmla="*/ 80753 w 206563"/>
                <a:gd name="connsiteY29" fmla="*/ 236251 h 242634"/>
                <a:gd name="connsiteX30" fmla="*/ 81392 w 206563"/>
                <a:gd name="connsiteY30" fmla="*/ 211992 h 242634"/>
                <a:gd name="connsiteX31" fmla="*/ 73724 w 206563"/>
                <a:gd name="connsiteY31" fmla="*/ 195393 h 242634"/>
                <a:gd name="connsiteX32" fmla="*/ 41774 w 206563"/>
                <a:gd name="connsiteY32" fmla="*/ 156451 h 242634"/>
                <a:gd name="connsiteX33" fmla="*/ 13658 w 206563"/>
                <a:gd name="connsiteY33" fmla="*/ 109210 h 242634"/>
                <a:gd name="connsiteX34" fmla="*/ 32828 w 206563"/>
                <a:gd name="connsiteY34" fmla="*/ 115593 h 242634"/>
                <a:gd name="connsiteX35" fmla="*/ 57749 w 206563"/>
                <a:gd name="connsiteY35" fmla="*/ 141129 h 242634"/>
                <a:gd name="connsiteX36" fmla="*/ 59666 w 206563"/>
                <a:gd name="connsiteY36" fmla="*/ 141768 h 242634"/>
                <a:gd name="connsiteX37" fmla="*/ 73724 w 206563"/>
                <a:gd name="connsiteY37" fmla="*/ 137937 h 242634"/>
                <a:gd name="connsiteX38" fmla="*/ 75641 w 206563"/>
                <a:gd name="connsiteY38" fmla="*/ 116232 h 242634"/>
                <a:gd name="connsiteX39" fmla="*/ 52638 w 206563"/>
                <a:gd name="connsiteY39" fmla="*/ 42178 h 242634"/>
                <a:gd name="connsiteX40" fmla="*/ 55832 w 206563"/>
                <a:gd name="connsiteY40" fmla="*/ 34517 h 242634"/>
                <a:gd name="connsiteX41" fmla="*/ 64139 w 206563"/>
                <a:gd name="connsiteY41" fmla="*/ 40263 h 242634"/>
                <a:gd name="connsiteX42" fmla="*/ 90977 w 206563"/>
                <a:gd name="connsiteY42" fmla="*/ 108571 h 242634"/>
                <a:gd name="connsiteX43" fmla="*/ 98006 w 206563"/>
                <a:gd name="connsiteY43" fmla="*/ 112402 h 242634"/>
                <a:gd name="connsiteX44" fmla="*/ 103117 w 206563"/>
                <a:gd name="connsiteY44" fmla="*/ 106018 h 242634"/>
                <a:gd name="connsiteX45" fmla="*/ 98645 w 206563"/>
                <a:gd name="connsiteY45" fmla="*/ 20472 h 242634"/>
                <a:gd name="connsiteX46" fmla="*/ 103757 w 206563"/>
                <a:gd name="connsiteY46" fmla="*/ 12812 h 242634"/>
                <a:gd name="connsiteX47" fmla="*/ 110147 w 206563"/>
                <a:gd name="connsiteY47" fmla="*/ 19834 h 242634"/>
                <a:gd name="connsiteX48" fmla="*/ 118453 w 206563"/>
                <a:gd name="connsiteY48" fmla="*/ 103464 h 242634"/>
                <a:gd name="connsiteX49" fmla="*/ 124204 w 206563"/>
                <a:gd name="connsiteY49" fmla="*/ 109210 h 242634"/>
                <a:gd name="connsiteX50" fmla="*/ 131233 w 206563"/>
                <a:gd name="connsiteY50" fmla="*/ 104741 h 242634"/>
                <a:gd name="connsiteX51" fmla="*/ 152959 w 206563"/>
                <a:gd name="connsiteY51" fmla="*/ 33879 h 242634"/>
                <a:gd name="connsiteX52" fmla="*/ 159988 w 206563"/>
                <a:gd name="connsiteY52" fmla="*/ 30048 h 242634"/>
                <a:gd name="connsiteX53" fmla="*/ 163822 w 206563"/>
                <a:gd name="connsiteY53" fmla="*/ 35794 h 242634"/>
                <a:gd name="connsiteX54" fmla="*/ 145930 w 206563"/>
                <a:gd name="connsiteY54" fmla="*/ 108571 h 242634"/>
                <a:gd name="connsiteX55" fmla="*/ 149764 w 206563"/>
                <a:gd name="connsiteY55" fmla="*/ 116232 h 242634"/>
                <a:gd name="connsiteX56" fmla="*/ 157432 w 206563"/>
                <a:gd name="connsiteY56" fmla="*/ 113678 h 242634"/>
                <a:gd name="connsiteX57" fmla="*/ 184909 w 206563"/>
                <a:gd name="connsiteY57" fmla="*/ 72182 h 242634"/>
                <a:gd name="connsiteX58" fmla="*/ 190660 w 206563"/>
                <a:gd name="connsiteY58" fmla="*/ 70906 h 242634"/>
                <a:gd name="connsiteX59" fmla="*/ 192577 w 206563"/>
                <a:gd name="connsiteY59" fmla="*/ 77928 h 242634"/>
                <a:gd name="connsiteX60" fmla="*/ 165100 w 206563"/>
                <a:gd name="connsiteY60" fmla="*/ 128361 h 242634"/>
                <a:gd name="connsiteX61" fmla="*/ 164461 w 206563"/>
                <a:gd name="connsiteY61" fmla="*/ 131553 h 242634"/>
                <a:gd name="connsiteX62" fmla="*/ 164461 w 206563"/>
                <a:gd name="connsiteY62" fmla="*/ 166665 h 242634"/>
                <a:gd name="connsiteX63" fmla="*/ 152959 w 206563"/>
                <a:gd name="connsiteY63" fmla="*/ 197309 h 242634"/>
                <a:gd name="connsiteX64" fmla="*/ 147208 w 206563"/>
                <a:gd name="connsiteY64" fmla="*/ 211992 h 242634"/>
                <a:gd name="connsiteX65" fmla="*/ 147208 w 206563"/>
                <a:gd name="connsiteY65" fmla="*/ 235613 h 242634"/>
                <a:gd name="connsiteX66" fmla="*/ 153598 w 206563"/>
                <a:gd name="connsiteY66" fmla="*/ 241997 h 242634"/>
                <a:gd name="connsiteX67" fmla="*/ 159988 w 206563"/>
                <a:gd name="connsiteY67" fmla="*/ 235613 h 242634"/>
                <a:gd name="connsiteX68" fmla="*/ 159988 w 206563"/>
                <a:gd name="connsiteY68" fmla="*/ 211992 h 242634"/>
                <a:gd name="connsiteX69" fmla="*/ 162544 w 206563"/>
                <a:gd name="connsiteY69" fmla="*/ 206246 h 242634"/>
                <a:gd name="connsiteX70" fmla="*/ 177241 w 206563"/>
                <a:gd name="connsiteY70" fmla="*/ 168581 h 242634"/>
                <a:gd name="connsiteX71" fmla="*/ 177241 w 206563"/>
                <a:gd name="connsiteY71" fmla="*/ 167942 h 242634"/>
                <a:gd name="connsiteX72" fmla="*/ 177241 w 206563"/>
                <a:gd name="connsiteY72" fmla="*/ 134107 h 242634"/>
                <a:gd name="connsiteX73" fmla="*/ 204079 w 206563"/>
                <a:gd name="connsiteY73" fmla="*/ 84950 h 242634"/>
                <a:gd name="connsiteX74" fmla="*/ 197689 w 206563"/>
                <a:gd name="connsiteY74" fmla="*/ 60053 h 24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06563" h="242634">
                  <a:moveTo>
                    <a:pt x="197689" y="60053"/>
                  </a:moveTo>
                  <a:cubicBezTo>
                    <a:pt x="189382" y="54946"/>
                    <a:pt x="179797" y="56861"/>
                    <a:pt x="174685" y="65160"/>
                  </a:cubicBezTo>
                  <a:lnTo>
                    <a:pt x="167656" y="76013"/>
                  </a:lnTo>
                  <a:lnTo>
                    <a:pt x="176602" y="38986"/>
                  </a:lnTo>
                  <a:cubicBezTo>
                    <a:pt x="179158" y="28133"/>
                    <a:pt x="172129" y="19834"/>
                    <a:pt x="163183" y="17919"/>
                  </a:cubicBezTo>
                  <a:cubicBezTo>
                    <a:pt x="154237" y="15365"/>
                    <a:pt x="144013" y="19196"/>
                    <a:pt x="140818" y="30687"/>
                  </a:cubicBezTo>
                  <a:lnTo>
                    <a:pt x="128038" y="70906"/>
                  </a:lnTo>
                  <a:lnTo>
                    <a:pt x="122927" y="18557"/>
                  </a:lnTo>
                  <a:cubicBezTo>
                    <a:pt x="121648" y="5789"/>
                    <a:pt x="112063" y="-595"/>
                    <a:pt x="103117" y="44"/>
                  </a:cubicBezTo>
                  <a:cubicBezTo>
                    <a:pt x="94172" y="682"/>
                    <a:pt x="85226" y="7704"/>
                    <a:pt x="85865" y="21111"/>
                  </a:cubicBezTo>
                  <a:lnTo>
                    <a:pt x="88421" y="67075"/>
                  </a:lnTo>
                  <a:lnTo>
                    <a:pt x="76280" y="35794"/>
                  </a:lnTo>
                  <a:cubicBezTo>
                    <a:pt x="71807" y="23664"/>
                    <a:pt x="60944" y="19834"/>
                    <a:pt x="52638" y="22388"/>
                  </a:cubicBezTo>
                  <a:cubicBezTo>
                    <a:pt x="44330" y="24941"/>
                    <a:pt x="37940" y="33879"/>
                    <a:pt x="41135" y="45370"/>
                  </a:cubicBezTo>
                  <a:lnTo>
                    <a:pt x="64139" y="120062"/>
                  </a:lnTo>
                  <a:cubicBezTo>
                    <a:pt x="66056" y="127085"/>
                    <a:pt x="64778" y="129638"/>
                    <a:pt x="64778" y="129638"/>
                  </a:cubicBezTo>
                  <a:cubicBezTo>
                    <a:pt x="64778" y="129638"/>
                    <a:pt x="64139" y="129638"/>
                    <a:pt x="63500" y="129638"/>
                  </a:cubicBezTo>
                  <a:cubicBezTo>
                    <a:pt x="61583" y="128361"/>
                    <a:pt x="55193" y="122616"/>
                    <a:pt x="42413" y="107294"/>
                  </a:cubicBezTo>
                  <a:cubicBezTo>
                    <a:pt x="42413" y="107294"/>
                    <a:pt x="41774" y="106656"/>
                    <a:pt x="41774" y="106656"/>
                  </a:cubicBezTo>
                  <a:cubicBezTo>
                    <a:pt x="26438" y="91973"/>
                    <a:pt x="13019" y="95165"/>
                    <a:pt x="6629" y="98357"/>
                  </a:cubicBezTo>
                  <a:cubicBezTo>
                    <a:pt x="3435" y="99634"/>
                    <a:pt x="1518" y="102826"/>
                    <a:pt x="240" y="106018"/>
                  </a:cubicBezTo>
                  <a:cubicBezTo>
                    <a:pt x="-399" y="109210"/>
                    <a:pt x="240" y="113040"/>
                    <a:pt x="2157" y="115593"/>
                  </a:cubicBezTo>
                  <a:cubicBezTo>
                    <a:pt x="17493" y="135384"/>
                    <a:pt x="27717" y="152621"/>
                    <a:pt x="28994" y="159643"/>
                  </a:cubicBezTo>
                  <a:cubicBezTo>
                    <a:pt x="28994" y="160281"/>
                    <a:pt x="28994" y="160281"/>
                    <a:pt x="29633" y="160920"/>
                  </a:cubicBezTo>
                  <a:cubicBezTo>
                    <a:pt x="36663" y="178157"/>
                    <a:pt x="55832" y="197309"/>
                    <a:pt x="65417" y="204969"/>
                  </a:cubicBezTo>
                  <a:cubicBezTo>
                    <a:pt x="67334" y="206885"/>
                    <a:pt x="68612" y="209438"/>
                    <a:pt x="68612" y="211992"/>
                  </a:cubicBezTo>
                  <a:lnTo>
                    <a:pt x="67973" y="236251"/>
                  </a:lnTo>
                  <a:cubicBezTo>
                    <a:pt x="67973" y="240081"/>
                    <a:pt x="70529" y="242635"/>
                    <a:pt x="74363" y="242635"/>
                  </a:cubicBezTo>
                  <a:cubicBezTo>
                    <a:pt x="74363" y="242635"/>
                    <a:pt x="74363" y="242635"/>
                    <a:pt x="74363" y="242635"/>
                  </a:cubicBezTo>
                  <a:cubicBezTo>
                    <a:pt x="77558" y="242635"/>
                    <a:pt x="80753" y="240081"/>
                    <a:pt x="80753" y="236251"/>
                  </a:cubicBezTo>
                  <a:lnTo>
                    <a:pt x="81392" y="211992"/>
                  </a:lnTo>
                  <a:cubicBezTo>
                    <a:pt x="81392" y="205608"/>
                    <a:pt x="78836" y="199224"/>
                    <a:pt x="73724" y="195393"/>
                  </a:cubicBezTo>
                  <a:cubicBezTo>
                    <a:pt x="64139" y="187094"/>
                    <a:pt x="47525" y="170496"/>
                    <a:pt x="41774" y="156451"/>
                  </a:cubicBezTo>
                  <a:cubicBezTo>
                    <a:pt x="38579" y="144321"/>
                    <a:pt x="23243" y="122616"/>
                    <a:pt x="13658" y="109210"/>
                  </a:cubicBezTo>
                  <a:cubicBezTo>
                    <a:pt x="19409" y="107294"/>
                    <a:pt x="25799" y="109210"/>
                    <a:pt x="32828" y="115593"/>
                  </a:cubicBezTo>
                  <a:cubicBezTo>
                    <a:pt x="49443" y="136022"/>
                    <a:pt x="57110" y="140491"/>
                    <a:pt x="57749" y="141129"/>
                  </a:cubicBezTo>
                  <a:cubicBezTo>
                    <a:pt x="58388" y="141129"/>
                    <a:pt x="59027" y="141768"/>
                    <a:pt x="59666" y="141768"/>
                  </a:cubicBezTo>
                  <a:cubicBezTo>
                    <a:pt x="67334" y="143683"/>
                    <a:pt x="71807" y="139853"/>
                    <a:pt x="73724" y="137937"/>
                  </a:cubicBezTo>
                  <a:cubicBezTo>
                    <a:pt x="76919" y="134745"/>
                    <a:pt x="79475" y="128361"/>
                    <a:pt x="75641" y="116232"/>
                  </a:cubicBezTo>
                  <a:lnTo>
                    <a:pt x="52638" y="42178"/>
                  </a:lnTo>
                  <a:cubicBezTo>
                    <a:pt x="51359" y="37709"/>
                    <a:pt x="53276" y="35155"/>
                    <a:pt x="55832" y="34517"/>
                  </a:cubicBezTo>
                  <a:cubicBezTo>
                    <a:pt x="58388" y="33879"/>
                    <a:pt x="61583" y="34517"/>
                    <a:pt x="64139" y="40263"/>
                  </a:cubicBezTo>
                  <a:lnTo>
                    <a:pt x="90977" y="108571"/>
                  </a:lnTo>
                  <a:cubicBezTo>
                    <a:pt x="92255" y="111763"/>
                    <a:pt x="95450" y="113040"/>
                    <a:pt x="98006" y="112402"/>
                  </a:cubicBezTo>
                  <a:cubicBezTo>
                    <a:pt x="101201" y="111763"/>
                    <a:pt x="103117" y="109210"/>
                    <a:pt x="103117" y="106018"/>
                  </a:cubicBezTo>
                  <a:lnTo>
                    <a:pt x="98645" y="20472"/>
                  </a:lnTo>
                  <a:cubicBezTo>
                    <a:pt x="98645" y="15365"/>
                    <a:pt x="101201" y="12812"/>
                    <a:pt x="103757" y="12812"/>
                  </a:cubicBezTo>
                  <a:cubicBezTo>
                    <a:pt x="106312" y="12812"/>
                    <a:pt x="109507" y="14727"/>
                    <a:pt x="110147" y="19834"/>
                  </a:cubicBezTo>
                  <a:lnTo>
                    <a:pt x="118453" y="103464"/>
                  </a:lnTo>
                  <a:cubicBezTo>
                    <a:pt x="118453" y="106656"/>
                    <a:pt x="121010" y="108571"/>
                    <a:pt x="124204" y="109210"/>
                  </a:cubicBezTo>
                  <a:cubicBezTo>
                    <a:pt x="127399" y="109210"/>
                    <a:pt x="129956" y="107933"/>
                    <a:pt x="131233" y="104741"/>
                  </a:cubicBezTo>
                  <a:lnTo>
                    <a:pt x="152959" y="33879"/>
                  </a:lnTo>
                  <a:cubicBezTo>
                    <a:pt x="154237" y="28771"/>
                    <a:pt x="159349" y="29410"/>
                    <a:pt x="159988" y="30048"/>
                  </a:cubicBezTo>
                  <a:cubicBezTo>
                    <a:pt x="161266" y="30048"/>
                    <a:pt x="165100" y="31963"/>
                    <a:pt x="163822" y="35794"/>
                  </a:cubicBezTo>
                  <a:lnTo>
                    <a:pt x="145930" y="108571"/>
                  </a:lnTo>
                  <a:cubicBezTo>
                    <a:pt x="145292" y="111763"/>
                    <a:pt x="146569" y="114955"/>
                    <a:pt x="149764" y="116232"/>
                  </a:cubicBezTo>
                  <a:cubicBezTo>
                    <a:pt x="152320" y="117509"/>
                    <a:pt x="156154" y="116232"/>
                    <a:pt x="157432" y="113678"/>
                  </a:cubicBezTo>
                  <a:lnTo>
                    <a:pt x="184909" y="72182"/>
                  </a:lnTo>
                  <a:cubicBezTo>
                    <a:pt x="186826" y="68991"/>
                    <a:pt x="189382" y="70267"/>
                    <a:pt x="190660" y="70906"/>
                  </a:cubicBezTo>
                  <a:cubicBezTo>
                    <a:pt x="191299" y="70906"/>
                    <a:pt x="195133" y="73459"/>
                    <a:pt x="192577" y="77928"/>
                  </a:cubicBezTo>
                  <a:lnTo>
                    <a:pt x="165100" y="128361"/>
                  </a:lnTo>
                  <a:cubicBezTo>
                    <a:pt x="164461" y="129000"/>
                    <a:pt x="164461" y="130277"/>
                    <a:pt x="164461" y="131553"/>
                  </a:cubicBezTo>
                  <a:lnTo>
                    <a:pt x="164461" y="166665"/>
                  </a:lnTo>
                  <a:cubicBezTo>
                    <a:pt x="162544" y="181987"/>
                    <a:pt x="158710" y="190925"/>
                    <a:pt x="152959" y="197309"/>
                  </a:cubicBezTo>
                  <a:cubicBezTo>
                    <a:pt x="149125" y="201139"/>
                    <a:pt x="147208" y="206246"/>
                    <a:pt x="147208" y="211992"/>
                  </a:cubicBezTo>
                  <a:lnTo>
                    <a:pt x="147208" y="235613"/>
                  </a:lnTo>
                  <a:cubicBezTo>
                    <a:pt x="147208" y="239443"/>
                    <a:pt x="149764" y="241997"/>
                    <a:pt x="153598" y="241997"/>
                  </a:cubicBezTo>
                  <a:cubicBezTo>
                    <a:pt x="157432" y="241997"/>
                    <a:pt x="159988" y="239443"/>
                    <a:pt x="159988" y="235613"/>
                  </a:cubicBezTo>
                  <a:lnTo>
                    <a:pt x="159988" y="211992"/>
                  </a:lnTo>
                  <a:cubicBezTo>
                    <a:pt x="159988" y="210077"/>
                    <a:pt x="160627" y="207523"/>
                    <a:pt x="162544" y="206246"/>
                  </a:cubicBezTo>
                  <a:cubicBezTo>
                    <a:pt x="172129" y="195393"/>
                    <a:pt x="175324" y="181987"/>
                    <a:pt x="177241" y="168581"/>
                  </a:cubicBezTo>
                  <a:cubicBezTo>
                    <a:pt x="177241" y="168581"/>
                    <a:pt x="177241" y="167942"/>
                    <a:pt x="177241" y="167942"/>
                  </a:cubicBezTo>
                  <a:lnTo>
                    <a:pt x="177241" y="134107"/>
                  </a:lnTo>
                  <a:lnTo>
                    <a:pt x="204079" y="84950"/>
                  </a:lnTo>
                  <a:cubicBezTo>
                    <a:pt x="209830" y="74098"/>
                    <a:pt x="204718" y="64522"/>
                    <a:pt x="197689" y="60053"/>
                  </a:cubicBezTo>
                  <a:close/>
                </a:path>
              </a:pathLst>
            </a:custGeom>
            <a:solidFill>
              <a:srgbClr val="0076A8"/>
            </a:solidFill>
            <a:ln w="6390" cap="flat">
              <a:noFill/>
              <a:prstDash val="solid"/>
              <a:miter/>
            </a:ln>
          </p:spPr>
          <p:txBody>
            <a:bodyPr rtlCol="0" anchor="ctr"/>
            <a:lstStyle/>
            <a:p>
              <a:endParaRPr lang="en-US"/>
            </a:p>
          </p:txBody>
        </p:sp>
      </p:grpSp>
      <p:grpSp>
        <p:nvGrpSpPr>
          <p:cNvPr id="262" name="Graphic 4">
            <a:extLst>
              <a:ext uri="{FF2B5EF4-FFF2-40B4-BE49-F238E27FC236}">
                <a16:creationId xmlns:a16="http://schemas.microsoft.com/office/drawing/2014/main" id="{DBD270CB-1A91-6A47-B0CE-22560FDD5A3A}"/>
              </a:ext>
            </a:extLst>
          </p:cNvPr>
          <p:cNvGrpSpPr>
            <a:grpSpLocks noChangeAspect="1"/>
          </p:cNvGrpSpPr>
          <p:nvPr/>
        </p:nvGrpSpPr>
        <p:grpSpPr>
          <a:xfrm>
            <a:off x="7802113" y="3339623"/>
            <a:ext cx="361670" cy="361333"/>
            <a:chOff x="7802113" y="3339623"/>
            <a:chExt cx="361670" cy="361333"/>
          </a:xfrm>
          <a:solidFill>
            <a:srgbClr val="0076A8"/>
          </a:solidFill>
        </p:grpSpPr>
        <p:sp>
          <p:nvSpPr>
            <p:cNvPr id="263" name="Graphic 4">
              <a:extLst>
                <a:ext uri="{FF2B5EF4-FFF2-40B4-BE49-F238E27FC236}">
                  <a16:creationId xmlns:a16="http://schemas.microsoft.com/office/drawing/2014/main" id="{7E841DE2-355E-B54B-8577-2891A525B87B}"/>
                </a:ext>
              </a:extLst>
            </p:cNvPr>
            <p:cNvSpPr/>
            <p:nvPr/>
          </p:nvSpPr>
          <p:spPr>
            <a:xfrm>
              <a:off x="7802113" y="333962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2" y="361333"/>
                    <a:pt x="180836" y="361333"/>
                  </a:cubicBezTo>
                  <a:cubicBezTo>
                    <a:pt x="281157" y="361333"/>
                    <a:pt x="361670" y="280257"/>
                    <a:pt x="361670" y="180667"/>
                  </a:cubicBezTo>
                  <a:cubicBezTo>
                    <a:pt x="361670" y="81077"/>
                    <a:pt x="280518" y="0"/>
                    <a:pt x="180836" y="0"/>
                  </a:cubicBezTo>
                  <a:close/>
                  <a:moveTo>
                    <a:pt x="180836" y="349204"/>
                  </a:moveTo>
                  <a:cubicBezTo>
                    <a:pt x="88181" y="349204"/>
                    <a:pt x="12780" y="273873"/>
                    <a:pt x="12780" y="181305"/>
                  </a:cubicBezTo>
                  <a:cubicBezTo>
                    <a:pt x="12780" y="88738"/>
                    <a:pt x="88181" y="13406"/>
                    <a:pt x="180836" y="13406"/>
                  </a:cubicBezTo>
                  <a:cubicBezTo>
                    <a:pt x="273490" y="13406"/>
                    <a:pt x="348890" y="88738"/>
                    <a:pt x="348890" y="181305"/>
                  </a:cubicBezTo>
                  <a:cubicBezTo>
                    <a:pt x="348890" y="273873"/>
                    <a:pt x="273490" y="349204"/>
                    <a:pt x="180836" y="349204"/>
                  </a:cubicBezTo>
                  <a:close/>
                </a:path>
              </a:pathLst>
            </a:custGeom>
            <a:solidFill>
              <a:srgbClr val="0076A8"/>
            </a:solidFill>
            <a:ln w="6390" cap="flat">
              <a:noFill/>
              <a:prstDash val="solid"/>
              <a:miter/>
            </a:ln>
          </p:spPr>
          <p:txBody>
            <a:bodyPr rtlCol="0" anchor="ctr"/>
            <a:lstStyle/>
            <a:p>
              <a:endParaRPr lang="en-US"/>
            </a:p>
          </p:txBody>
        </p:sp>
        <p:sp>
          <p:nvSpPr>
            <p:cNvPr id="264" name="Graphic 4">
              <a:extLst>
                <a:ext uri="{FF2B5EF4-FFF2-40B4-BE49-F238E27FC236}">
                  <a16:creationId xmlns:a16="http://schemas.microsoft.com/office/drawing/2014/main" id="{90A4CB66-C474-C84F-8826-C4A8DE1D0DEE}"/>
                </a:ext>
              </a:extLst>
            </p:cNvPr>
            <p:cNvSpPr/>
            <p:nvPr/>
          </p:nvSpPr>
          <p:spPr>
            <a:xfrm>
              <a:off x="7890294" y="3403463"/>
              <a:ext cx="185535" cy="235569"/>
            </a:xfrm>
            <a:custGeom>
              <a:avLst/>
              <a:gdLst>
                <a:gd name="connsiteX0" fmla="*/ 176362 w 185535"/>
                <a:gd name="connsiteY0" fmla="*/ 85546 h 235569"/>
                <a:gd name="connsiteX1" fmla="*/ 142495 w 185535"/>
                <a:gd name="connsiteY1" fmla="*/ 94483 h 235569"/>
                <a:gd name="connsiteX2" fmla="*/ 130354 w 185535"/>
                <a:gd name="connsiteY2" fmla="*/ 114912 h 235569"/>
                <a:gd name="connsiteX3" fmla="*/ 130354 w 185535"/>
                <a:gd name="connsiteY3" fmla="*/ 21067 h 235569"/>
                <a:gd name="connsiteX4" fmla="*/ 109268 w 185535"/>
                <a:gd name="connsiteY4" fmla="*/ 0 h 235569"/>
                <a:gd name="connsiteX5" fmla="*/ 94571 w 185535"/>
                <a:gd name="connsiteY5" fmla="*/ 6384 h 235569"/>
                <a:gd name="connsiteX6" fmla="*/ 88181 w 185535"/>
                <a:gd name="connsiteY6" fmla="*/ 19790 h 235569"/>
                <a:gd name="connsiteX7" fmla="*/ 88181 w 185535"/>
                <a:gd name="connsiteY7" fmla="*/ 21067 h 235569"/>
                <a:gd name="connsiteX8" fmla="*/ 88181 w 185535"/>
                <a:gd name="connsiteY8" fmla="*/ 60648 h 235569"/>
                <a:gd name="connsiteX9" fmla="*/ 79874 w 185535"/>
                <a:gd name="connsiteY9" fmla="*/ 58733 h 235569"/>
                <a:gd name="connsiteX10" fmla="*/ 65177 w 185535"/>
                <a:gd name="connsiteY10" fmla="*/ 65117 h 235569"/>
                <a:gd name="connsiteX11" fmla="*/ 61982 w 185535"/>
                <a:gd name="connsiteY11" fmla="*/ 68947 h 235569"/>
                <a:gd name="connsiteX12" fmla="*/ 50480 w 185535"/>
                <a:gd name="connsiteY12" fmla="*/ 65755 h 235569"/>
                <a:gd name="connsiteX13" fmla="*/ 35783 w 185535"/>
                <a:gd name="connsiteY13" fmla="*/ 72139 h 235569"/>
                <a:gd name="connsiteX14" fmla="*/ 33227 w 185535"/>
                <a:gd name="connsiteY14" fmla="*/ 75331 h 235569"/>
                <a:gd name="connsiteX15" fmla="*/ 21086 w 185535"/>
                <a:gd name="connsiteY15" fmla="*/ 71501 h 235569"/>
                <a:gd name="connsiteX16" fmla="*/ 6390 w 185535"/>
                <a:gd name="connsiteY16" fmla="*/ 77885 h 235569"/>
                <a:gd name="connsiteX17" fmla="*/ 0 w 185535"/>
                <a:gd name="connsiteY17" fmla="*/ 92568 h 235569"/>
                <a:gd name="connsiteX18" fmla="*/ 0 w 185535"/>
                <a:gd name="connsiteY18" fmla="*/ 97675 h 235569"/>
                <a:gd name="connsiteX19" fmla="*/ 0 w 185535"/>
                <a:gd name="connsiteY19" fmla="*/ 110443 h 235569"/>
                <a:gd name="connsiteX20" fmla="*/ 0 w 185535"/>
                <a:gd name="connsiteY20" fmla="*/ 111720 h 235569"/>
                <a:gd name="connsiteX21" fmla="*/ 0 w 185535"/>
                <a:gd name="connsiteY21" fmla="*/ 112358 h 235569"/>
                <a:gd name="connsiteX22" fmla="*/ 0 w 185535"/>
                <a:gd name="connsiteY22" fmla="*/ 112997 h 235569"/>
                <a:gd name="connsiteX23" fmla="*/ 0 w 185535"/>
                <a:gd name="connsiteY23" fmla="*/ 157684 h 235569"/>
                <a:gd name="connsiteX24" fmla="*/ 15975 w 185535"/>
                <a:gd name="connsiteY24" fmla="*/ 197903 h 235569"/>
                <a:gd name="connsiteX25" fmla="*/ 18530 w 185535"/>
                <a:gd name="connsiteY25" fmla="*/ 204287 h 235569"/>
                <a:gd name="connsiteX26" fmla="*/ 18530 w 185535"/>
                <a:gd name="connsiteY26" fmla="*/ 229185 h 235569"/>
                <a:gd name="connsiteX27" fmla="*/ 24920 w 185535"/>
                <a:gd name="connsiteY27" fmla="*/ 235569 h 235569"/>
                <a:gd name="connsiteX28" fmla="*/ 31310 w 185535"/>
                <a:gd name="connsiteY28" fmla="*/ 229185 h 235569"/>
                <a:gd name="connsiteX29" fmla="*/ 31310 w 185535"/>
                <a:gd name="connsiteY29" fmla="*/ 204287 h 235569"/>
                <a:gd name="connsiteX30" fmla="*/ 24920 w 185535"/>
                <a:gd name="connsiteY30" fmla="*/ 188966 h 235569"/>
                <a:gd name="connsiteX31" fmla="*/ 12140 w 185535"/>
                <a:gd name="connsiteY31" fmla="*/ 157684 h 235569"/>
                <a:gd name="connsiteX32" fmla="*/ 12140 w 185535"/>
                <a:gd name="connsiteY32" fmla="*/ 132149 h 235569"/>
                <a:gd name="connsiteX33" fmla="*/ 20447 w 185535"/>
                <a:gd name="connsiteY33" fmla="*/ 134064 h 235569"/>
                <a:gd name="connsiteX34" fmla="*/ 35145 w 185535"/>
                <a:gd name="connsiteY34" fmla="*/ 127680 h 235569"/>
                <a:gd name="connsiteX35" fmla="*/ 49841 w 185535"/>
                <a:gd name="connsiteY35" fmla="*/ 134064 h 235569"/>
                <a:gd name="connsiteX36" fmla="*/ 64538 w 185535"/>
                <a:gd name="connsiteY36" fmla="*/ 127680 h 235569"/>
                <a:gd name="connsiteX37" fmla="*/ 66455 w 185535"/>
                <a:gd name="connsiteY37" fmla="*/ 125765 h 235569"/>
                <a:gd name="connsiteX38" fmla="*/ 79235 w 185535"/>
                <a:gd name="connsiteY38" fmla="*/ 130233 h 235569"/>
                <a:gd name="connsiteX39" fmla="*/ 100322 w 185535"/>
                <a:gd name="connsiteY39" fmla="*/ 109166 h 235569"/>
                <a:gd name="connsiteX40" fmla="*/ 100322 w 185535"/>
                <a:gd name="connsiteY40" fmla="*/ 79800 h 235569"/>
                <a:gd name="connsiteX41" fmla="*/ 100322 w 185535"/>
                <a:gd name="connsiteY41" fmla="*/ 79162 h 235569"/>
                <a:gd name="connsiteX42" fmla="*/ 100322 w 185535"/>
                <a:gd name="connsiteY42" fmla="*/ 20429 h 235569"/>
                <a:gd name="connsiteX43" fmla="*/ 102878 w 185535"/>
                <a:gd name="connsiteY43" fmla="*/ 15322 h 235569"/>
                <a:gd name="connsiteX44" fmla="*/ 108629 w 185535"/>
                <a:gd name="connsiteY44" fmla="*/ 12768 h 235569"/>
                <a:gd name="connsiteX45" fmla="*/ 116935 w 185535"/>
                <a:gd name="connsiteY45" fmla="*/ 21067 h 235569"/>
                <a:gd name="connsiteX46" fmla="*/ 116935 w 185535"/>
                <a:gd name="connsiteY46" fmla="*/ 131510 h 235569"/>
                <a:gd name="connsiteX47" fmla="*/ 57509 w 185535"/>
                <a:gd name="connsiteY47" fmla="*/ 158323 h 235569"/>
                <a:gd name="connsiteX48" fmla="*/ 58148 w 185535"/>
                <a:gd name="connsiteY48" fmla="*/ 167260 h 235569"/>
                <a:gd name="connsiteX49" fmla="*/ 67094 w 185535"/>
                <a:gd name="connsiteY49" fmla="*/ 166622 h 235569"/>
                <a:gd name="connsiteX50" fmla="*/ 115658 w 185535"/>
                <a:gd name="connsiteY50" fmla="*/ 144278 h 235569"/>
                <a:gd name="connsiteX51" fmla="*/ 122048 w 185535"/>
                <a:gd name="connsiteY51" fmla="*/ 144278 h 235569"/>
                <a:gd name="connsiteX52" fmla="*/ 128438 w 185535"/>
                <a:gd name="connsiteY52" fmla="*/ 141086 h 235569"/>
                <a:gd name="connsiteX53" fmla="*/ 129076 w 185535"/>
                <a:gd name="connsiteY53" fmla="*/ 140448 h 235569"/>
                <a:gd name="connsiteX54" fmla="*/ 153358 w 185535"/>
                <a:gd name="connsiteY54" fmla="*/ 100867 h 235569"/>
                <a:gd name="connsiteX55" fmla="*/ 165499 w 185535"/>
                <a:gd name="connsiteY55" fmla="*/ 95121 h 235569"/>
                <a:gd name="connsiteX56" fmla="*/ 172528 w 185535"/>
                <a:gd name="connsiteY56" fmla="*/ 97675 h 235569"/>
                <a:gd name="connsiteX57" fmla="*/ 139939 w 185535"/>
                <a:gd name="connsiteY57" fmla="*/ 175560 h 235569"/>
                <a:gd name="connsiteX58" fmla="*/ 126520 w 185535"/>
                <a:gd name="connsiteY58" fmla="*/ 192158 h 235569"/>
                <a:gd name="connsiteX59" fmla="*/ 117574 w 185535"/>
                <a:gd name="connsiteY59" fmla="*/ 210033 h 235569"/>
                <a:gd name="connsiteX60" fmla="*/ 117574 w 185535"/>
                <a:gd name="connsiteY60" fmla="*/ 227908 h 235569"/>
                <a:gd name="connsiteX61" fmla="*/ 123964 w 185535"/>
                <a:gd name="connsiteY61" fmla="*/ 234292 h 235569"/>
                <a:gd name="connsiteX62" fmla="*/ 130354 w 185535"/>
                <a:gd name="connsiteY62" fmla="*/ 227908 h 235569"/>
                <a:gd name="connsiteX63" fmla="*/ 130354 w 185535"/>
                <a:gd name="connsiteY63" fmla="*/ 210033 h 235569"/>
                <a:gd name="connsiteX64" fmla="*/ 134189 w 185535"/>
                <a:gd name="connsiteY64" fmla="*/ 202372 h 235569"/>
                <a:gd name="connsiteX65" fmla="*/ 152080 w 185535"/>
                <a:gd name="connsiteY65" fmla="*/ 180028 h 235569"/>
                <a:gd name="connsiteX66" fmla="*/ 184669 w 185535"/>
                <a:gd name="connsiteY66" fmla="*/ 102144 h 235569"/>
                <a:gd name="connsiteX67" fmla="*/ 176362 w 185535"/>
                <a:gd name="connsiteY67" fmla="*/ 85546 h 235569"/>
                <a:gd name="connsiteX68" fmla="*/ 20447 w 185535"/>
                <a:gd name="connsiteY68" fmla="*/ 120657 h 235569"/>
                <a:gd name="connsiteX69" fmla="*/ 14696 w 185535"/>
                <a:gd name="connsiteY69" fmla="*/ 118104 h 235569"/>
                <a:gd name="connsiteX70" fmla="*/ 12140 w 185535"/>
                <a:gd name="connsiteY70" fmla="*/ 112358 h 235569"/>
                <a:gd name="connsiteX71" fmla="*/ 12140 w 185535"/>
                <a:gd name="connsiteY71" fmla="*/ 110443 h 235569"/>
                <a:gd name="connsiteX72" fmla="*/ 12140 w 185535"/>
                <a:gd name="connsiteY72" fmla="*/ 97675 h 235569"/>
                <a:gd name="connsiteX73" fmla="*/ 12140 w 185535"/>
                <a:gd name="connsiteY73" fmla="*/ 92568 h 235569"/>
                <a:gd name="connsiteX74" fmla="*/ 14696 w 185535"/>
                <a:gd name="connsiteY74" fmla="*/ 86822 h 235569"/>
                <a:gd name="connsiteX75" fmla="*/ 20447 w 185535"/>
                <a:gd name="connsiteY75" fmla="*/ 84269 h 235569"/>
                <a:gd name="connsiteX76" fmla="*/ 28755 w 185535"/>
                <a:gd name="connsiteY76" fmla="*/ 92568 h 235569"/>
                <a:gd name="connsiteX77" fmla="*/ 28755 w 185535"/>
                <a:gd name="connsiteY77" fmla="*/ 112358 h 235569"/>
                <a:gd name="connsiteX78" fmla="*/ 20447 w 185535"/>
                <a:gd name="connsiteY78" fmla="*/ 120657 h 235569"/>
                <a:gd name="connsiteX79" fmla="*/ 58787 w 185535"/>
                <a:gd name="connsiteY79" fmla="*/ 112358 h 235569"/>
                <a:gd name="connsiteX80" fmla="*/ 56231 w 185535"/>
                <a:gd name="connsiteY80" fmla="*/ 118104 h 235569"/>
                <a:gd name="connsiteX81" fmla="*/ 50480 w 185535"/>
                <a:gd name="connsiteY81" fmla="*/ 120657 h 235569"/>
                <a:gd name="connsiteX82" fmla="*/ 42173 w 185535"/>
                <a:gd name="connsiteY82" fmla="*/ 112358 h 235569"/>
                <a:gd name="connsiteX83" fmla="*/ 42173 w 185535"/>
                <a:gd name="connsiteY83" fmla="*/ 92568 h 235569"/>
                <a:gd name="connsiteX84" fmla="*/ 42173 w 185535"/>
                <a:gd name="connsiteY84" fmla="*/ 86184 h 235569"/>
                <a:gd name="connsiteX85" fmla="*/ 44730 w 185535"/>
                <a:gd name="connsiteY85" fmla="*/ 80438 h 235569"/>
                <a:gd name="connsiteX86" fmla="*/ 50480 w 185535"/>
                <a:gd name="connsiteY86" fmla="*/ 77885 h 235569"/>
                <a:gd name="connsiteX87" fmla="*/ 58787 w 185535"/>
                <a:gd name="connsiteY87" fmla="*/ 85546 h 235569"/>
                <a:gd name="connsiteX88" fmla="*/ 58787 w 185535"/>
                <a:gd name="connsiteY88" fmla="*/ 107889 h 235569"/>
                <a:gd name="connsiteX89" fmla="*/ 58787 w 185535"/>
                <a:gd name="connsiteY89" fmla="*/ 107889 h 235569"/>
                <a:gd name="connsiteX90" fmla="*/ 58787 w 185535"/>
                <a:gd name="connsiteY90" fmla="*/ 107889 h 235569"/>
                <a:gd name="connsiteX91" fmla="*/ 58787 w 185535"/>
                <a:gd name="connsiteY91" fmla="*/ 112358 h 235569"/>
                <a:gd name="connsiteX92" fmla="*/ 58787 w 185535"/>
                <a:gd name="connsiteY92" fmla="*/ 112358 h 235569"/>
                <a:gd name="connsiteX93" fmla="*/ 79874 w 185535"/>
                <a:gd name="connsiteY93" fmla="*/ 116189 h 235569"/>
                <a:gd name="connsiteX94" fmla="*/ 74123 w 185535"/>
                <a:gd name="connsiteY94" fmla="*/ 113635 h 235569"/>
                <a:gd name="connsiteX95" fmla="*/ 71567 w 185535"/>
                <a:gd name="connsiteY95" fmla="*/ 107889 h 235569"/>
                <a:gd name="connsiteX96" fmla="*/ 71567 w 185535"/>
                <a:gd name="connsiteY96" fmla="*/ 86184 h 235569"/>
                <a:gd name="connsiteX97" fmla="*/ 71567 w 185535"/>
                <a:gd name="connsiteY97" fmla="*/ 84907 h 235569"/>
                <a:gd name="connsiteX98" fmla="*/ 71567 w 185535"/>
                <a:gd name="connsiteY98" fmla="*/ 79800 h 235569"/>
                <a:gd name="connsiteX99" fmla="*/ 74123 w 185535"/>
                <a:gd name="connsiteY99" fmla="*/ 74054 h 235569"/>
                <a:gd name="connsiteX100" fmla="*/ 79874 w 185535"/>
                <a:gd name="connsiteY100" fmla="*/ 71501 h 235569"/>
                <a:gd name="connsiteX101" fmla="*/ 88181 w 185535"/>
                <a:gd name="connsiteY101" fmla="*/ 79800 h 235569"/>
                <a:gd name="connsiteX102" fmla="*/ 88181 w 185535"/>
                <a:gd name="connsiteY102" fmla="*/ 100867 h 235569"/>
                <a:gd name="connsiteX103" fmla="*/ 88181 w 185535"/>
                <a:gd name="connsiteY103" fmla="*/ 100867 h 235569"/>
                <a:gd name="connsiteX104" fmla="*/ 88181 w 185535"/>
                <a:gd name="connsiteY104" fmla="*/ 108528 h 235569"/>
                <a:gd name="connsiteX105" fmla="*/ 79874 w 185535"/>
                <a:gd name="connsiteY105" fmla="*/ 116189 h 235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85535" h="235569">
                  <a:moveTo>
                    <a:pt x="176362" y="85546"/>
                  </a:moveTo>
                  <a:cubicBezTo>
                    <a:pt x="166138" y="80438"/>
                    <a:pt x="150164" y="82354"/>
                    <a:pt x="142495" y="94483"/>
                  </a:cubicBezTo>
                  <a:cubicBezTo>
                    <a:pt x="138661" y="101505"/>
                    <a:pt x="134189" y="108528"/>
                    <a:pt x="130354" y="114912"/>
                  </a:cubicBezTo>
                  <a:lnTo>
                    <a:pt x="130354" y="21067"/>
                  </a:lnTo>
                  <a:cubicBezTo>
                    <a:pt x="130354" y="9576"/>
                    <a:pt x="120769" y="0"/>
                    <a:pt x="109268" y="0"/>
                  </a:cubicBezTo>
                  <a:cubicBezTo>
                    <a:pt x="103517" y="0"/>
                    <a:pt x="98404" y="1915"/>
                    <a:pt x="94571" y="6384"/>
                  </a:cubicBezTo>
                  <a:cubicBezTo>
                    <a:pt x="90737" y="10214"/>
                    <a:pt x="88820" y="14683"/>
                    <a:pt x="88181" y="19790"/>
                  </a:cubicBezTo>
                  <a:cubicBezTo>
                    <a:pt x="88181" y="20429"/>
                    <a:pt x="88181" y="21067"/>
                    <a:pt x="88181" y="21067"/>
                  </a:cubicBezTo>
                  <a:lnTo>
                    <a:pt x="88181" y="60648"/>
                  </a:lnTo>
                  <a:cubicBezTo>
                    <a:pt x="85625" y="59371"/>
                    <a:pt x="83069" y="58733"/>
                    <a:pt x="79874" y="58733"/>
                  </a:cubicBezTo>
                  <a:cubicBezTo>
                    <a:pt x="74123" y="58733"/>
                    <a:pt x="69011" y="60648"/>
                    <a:pt x="65177" y="65117"/>
                  </a:cubicBezTo>
                  <a:cubicBezTo>
                    <a:pt x="63899" y="66394"/>
                    <a:pt x="63260" y="67670"/>
                    <a:pt x="61982" y="68947"/>
                  </a:cubicBezTo>
                  <a:cubicBezTo>
                    <a:pt x="58787" y="67032"/>
                    <a:pt x="54953" y="65755"/>
                    <a:pt x="50480" y="65755"/>
                  </a:cubicBezTo>
                  <a:cubicBezTo>
                    <a:pt x="44730" y="65755"/>
                    <a:pt x="39617" y="67670"/>
                    <a:pt x="35783" y="72139"/>
                  </a:cubicBezTo>
                  <a:cubicBezTo>
                    <a:pt x="34505" y="73416"/>
                    <a:pt x="33866" y="74054"/>
                    <a:pt x="33227" y="75331"/>
                  </a:cubicBezTo>
                  <a:cubicBezTo>
                    <a:pt x="30032" y="72778"/>
                    <a:pt x="25560" y="71501"/>
                    <a:pt x="21086" y="71501"/>
                  </a:cubicBezTo>
                  <a:cubicBezTo>
                    <a:pt x="15335" y="71501"/>
                    <a:pt x="10224" y="73416"/>
                    <a:pt x="6390" y="77885"/>
                  </a:cubicBezTo>
                  <a:cubicBezTo>
                    <a:pt x="2555" y="81715"/>
                    <a:pt x="0" y="87461"/>
                    <a:pt x="0" y="92568"/>
                  </a:cubicBezTo>
                  <a:lnTo>
                    <a:pt x="0" y="97675"/>
                  </a:lnTo>
                  <a:lnTo>
                    <a:pt x="0" y="110443"/>
                  </a:lnTo>
                  <a:lnTo>
                    <a:pt x="0" y="111720"/>
                  </a:lnTo>
                  <a:cubicBezTo>
                    <a:pt x="0" y="111720"/>
                    <a:pt x="0" y="112358"/>
                    <a:pt x="0" y="112358"/>
                  </a:cubicBezTo>
                  <a:cubicBezTo>
                    <a:pt x="0" y="112358"/>
                    <a:pt x="0" y="112358"/>
                    <a:pt x="0" y="112997"/>
                  </a:cubicBezTo>
                  <a:lnTo>
                    <a:pt x="0" y="157684"/>
                  </a:lnTo>
                  <a:cubicBezTo>
                    <a:pt x="0" y="173006"/>
                    <a:pt x="5750" y="187051"/>
                    <a:pt x="15975" y="197903"/>
                  </a:cubicBezTo>
                  <a:cubicBezTo>
                    <a:pt x="17891" y="199819"/>
                    <a:pt x="18530" y="202372"/>
                    <a:pt x="18530" y="204287"/>
                  </a:cubicBezTo>
                  <a:lnTo>
                    <a:pt x="18530" y="229185"/>
                  </a:lnTo>
                  <a:cubicBezTo>
                    <a:pt x="18530" y="233015"/>
                    <a:pt x="21086" y="235569"/>
                    <a:pt x="24920" y="235569"/>
                  </a:cubicBezTo>
                  <a:cubicBezTo>
                    <a:pt x="28755" y="235569"/>
                    <a:pt x="31310" y="233015"/>
                    <a:pt x="31310" y="229185"/>
                  </a:cubicBezTo>
                  <a:lnTo>
                    <a:pt x="31310" y="204287"/>
                  </a:lnTo>
                  <a:cubicBezTo>
                    <a:pt x="31310" y="198542"/>
                    <a:pt x="29394" y="192796"/>
                    <a:pt x="24920" y="188966"/>
                  </a:cubicBezTo>
                  <a:cubicBezTo>
                    <a:pt x="16614" y="180667"/>
                    <a:pt x="12140" y="169176"/>
                    <a:pt x="12140" y="157684"/>
                  </a:cubicBezTo>
                  <a:lnTo>
                    <a:pt x="12140" y="132149"/>
                  </a:lnTo>
                  <a:cubicBezTo>
                    <a:pt x="14696" y="133425"/>
                    <a:pt x="17891" y="134064"/>
                    <a:pt x="20447" y="134064"/>
                  </a:cubicBezTo>
                  <a:cubicBezTo>
                    <a:pt x="26199" y="134064"/>
                    <a:pt x="31310" y="131510"/>
                    <a:pt x="35145" y="127680"/>
                  </a:cubicBezTo>
                  <a:cubicBezTo>
                    <a:pt x="38978" y="131510"/>
                    <a:pt x="44090" y="134064"/>
                    <a:pt x="49841" y="134064"/>
                  </a:cubicBezTo>
                  <a:cubicBezTo>
                    <a:pt x="55592" y="134064"/>
                    <a:pt x="60704" y="132149"/>
                    <a:pt x="64538" y="127680"/>
                  </a:cubicBezTo>
                  <a:cubicBezTo>
                    <a:pt x="65177" y="127041"/>
                    <a:pt x="65816" y="126403"/>
                    <a:pt x="66455" y="125765"/>
                  </a:cubicBezTo>
                  <a:cubicBezTo>
                    <a:pt x="70289" y="128318"/>
                    <a:pt x="74762" y="130233"/>
                    <a:pt x="79235" y="130233"/>
                  </a:cubicBezTo>
                  <a:cubicBezTo>
                    <a:pt x="90737" y="130233"/>
                    <a:pt x="100322" y="120657"/>
                    <a:pt x="100322" y="109166"/>
                  </a:cubicBezTo>
                  <a:lnTo>
                    <a:pt x="100322" y="79800"/>
                  </a:lnTo>
                  <a:cubicBezTo>
                    <a:pt x="100322" y="79800"/>
                    <a:pt x="100322" y="79162"/>
                    <a:pt x="100322" y="79162"/>
                  </a:cubicBezTo>
                  <a:lnTo>
                    <a:pt x="100322" y="20429"/>
                  </a:lnTo>
                  <a:cubicBezTo>
                    <a:pt x="100322" y="18514"/>
                    <a:pt x="101599" y="16598"/>
                    <a:pt x="102878" y="15322"/>
                  </a:cubicBezTo>
                  <a:cubicBezTo>
                    <a:pt x="104156" y="14045"/>
                    <a:pt x="106712" y="12768"/>
                    <a:pt x="108629" y="12768"/>
                  </a:cubicBezTo>
                  <a:cubicBezTo>
                    <a:pt x="113102" y="12768"/>
                    <a:pt x="116935" y="16598"/>
                    <a:pt x="116935" y="21067"/>
                  </a:cubicBezTo>
                  <a:lnTo>
                    <a:pt x="116935" y="131510"/>
                  </a:lnTo>
                  <a:cubicBezTo>
                    <a:pt x="94571" y="131510"/>
                    <a:pt x="72845" y="141086"/>
                    <a:pt x="57509" y="158323"/>
                  </a:cubicBezTo>
                  <a:cubicBezTo>
                    <a:pt x="54953" y="160876"/>
                    <a:pt x="55592" y="165345"/>
                    <a:pt x="58148" y="167260"/>
                  </a:cubicBezTo>
                  <a:cubicBezTo>
                    <a:pt x="60704" y="169814"/>
                    <a:pt x="65177" y="169176"/>
                    <a:pt x="67094" y="166622"/>
                  </a:cubicBezTo>
                  <a:cubicBezTo>
                    <a:pt x="79235" y="152577"/>
                    <a:pt x="97127" y="144278"/>
                    <a:pt x="115658" y="144278"/>
                  </a:cubicBezTo>
                  <a:cubicBezTo>
                    <a:pt x="117574" y="144278"/>
                    <a:pt x="119492" y="144278"/>
                    <a:pt x="122048" y="144278"/>
                  </a:cubicBezTo>
                  <a:cubicBezTo>
                    <a:pt x="124604" y="144278"/>
                    <a:pt x="127159" y="143001"/>
                    <a:pt x="128438" y="141086"/>
                  </a:cubicBezTo>
                  <a:lnTo>
                    <a:pt x="129076" y="140448"/>
                  </a:lnTo>
                  <a:cubicBezTo>
                    <a:pt x="129076" y="140448"/>
                    <a:pt x="141856" y="119381"/>
                    <a:pt x="153358" y="100867"/>
                  </a:cubicBezTo>
                  <a:cubicBezTo>
                    <a:pt x="156553" y="95760"/>
                    <a:pt x="162943" y="95121"/>
                    <a:pt x="165499" y="95121"/>
                  </a:cubicBezTo>
                  <a:cubicBezTo>
                    <a:pt x="169972" y="95121"/>
                    <a:pt x="172528" y="97037"/>
                    <a:pt x="172528" y="97675"/>
                  </a:cubicBezTo>
                  <a:lnTo>
                    <a:pt x="139939" y="175560"/>
                  </a:lnTo>
                  <a:cubicBezTo>
                    <a:pt x="137384" y="181944"/>
                    <a:pt x="132271" y="187689"/>
                    <a:pt x="126520" y="192158"/>
                  </a:cubicBezTo>
                  <a:cubicBezTo>
                    <a:pt x="120769" y="196627"/>
                    <a:pt x="117574" y="203011"/>
                    <a:pt x="117574" y="210033"/>
                  </a:cubicBezTo>
                  <a:lnTo>
                    <a:pt x="117574" y="227908"/>
                  </a:lnTo>
                  <a:cubicBezTo>
                    <a:pt x="117574" y="231738"/>
                    <a:pt x="120130" y="234292"/>
                    <a:pt x="123964" y="234292"/>
                  </a:cubicBezTo>
                  <a:cubicBezTo>
                    <a:pt x="127799" y="234292"/>
                    <a:pt x="130354" y="231738"/>
                    <a:pt x="130354" y="227908"/>
                  </a:cubicBezTo>
                  <a:lnTo>
                    <a:pt x="130354" y="210033"/>
                  </a:lnTo>
                  <a:cubicBezTo>
                    <a:pt x="130354" y="206841"/>
                    <a:pt x="131633" y="204287"/>
                    <a:pt x="134189" y="202372"/>
                  </a:cubicBezTo>
                  <a:cubicBezTo>
                    <a:pt x="141856" y="196627"/>
                    <a:pt x="148246" y="188327"/>
                    <a:pt x="152080" y="180028"/>
                  </a:cubicBezTo>
                  <a:lnTo>
                    <a:pt x="184669" y="102144"/>
                  </a:lnTo>
                  <a:cubicBezTo>
                    <a:pt x="187225" y="95760"/>
                    <a:pt x="184030" y="88738"/>
                    <a:pt x="176362" y="85546"/>
                  </a:cubicBezTo>
                  <a:close/>
                  <a:moveTo>
                    <a:pt x="20447" y="120657"/>
                  </a:moveTo>
                  <a:cubicBezTo>
                    <a:pt x="17891" y="120657"/>
                    <a:pt x="15975" y="120019"/>
                    <a:pt x="14696" y="118104"/>
                  </a:cubicBezTo>
                  <a:cubicBezTo>
                    <a:pt x="13419" y="116827"/>
                    <a:pt x="12140" y="114273"/>
                    <a:pt x="12140" y="112358"/>
                  </a:cubicBezTo>
                  <a:lnTo>
                    <a:pt x="12140" y="110443"/>
                  </a:lnTo>
                  <a:lnTo>
                    <a:pt x="12140" y="97675"/>
                  </a:lnTo>
                  <a:lnTo>
                    <a:pt x="12140" y="92568"/>
                  </a:lnTo>
                  <a:cubicBezTo>
                    <a:pt x="12140" y="90014"/>
                    <a:pt x="12780" y="88099"/>
                    <a:pt x="14696" y="86822"/>
                  </a:cubicBezTo>
                  <a:cubicBezTo>
                    <a:pt x="15975" y="85546"/>
                    <a:pt x="18530" y="84269"/>
                    <a:pt x="20447" y="84269"/>
                  </a:cubicBezTo>
                  <a:cubicBezTo>
                    <a:pt x="24920" y="84269"/>
                    <a:pt x="28755" y="88099"/>
                    <a:pt x="28755" y="92568"/>
                  </a:cubicBezTo>
                  <a:lnTo>
                    <a:pt x="28755" y="112358"/>
                  </a:lnTo>
                  <a:cubicBezTo>
                    <a:pt x="28755" y="116827"/>
                    <a:pt x="24920" y="120657"/>
                    <a:pt x="20447" y="120657"/>
                  </a:cubicBezTo>
                  <a:close/>
                  <a:moveTo>
                    <a:pt x="58787" y="112358"/>
                  </a:moveTo>
                  <a:cubicBezTo>
                    <a:pt x="58787" y="114912"/>
                    <a:pt x="58148" y="116827"/>
                    <a:pt x="56231" y="118104"/>
                  </a:cubicBezTo>
                  <a:cubicBezTo>
                    <a:pt x="54953" y="119381"/>
                    <a:pt x="52397" y="120657"/>
                    <a:pt x="50480" y="120657"/>
                  </a:cubicBezTo>
                  <a:cubicBezTo>
                    <a:pt x="46007" y="120657"/>
                    <a:pt x="42173" y="116827"/>
                    <a:pt x="42173" y="112358"/>
                  </a:cubicBezTo>
                  <a:lnTo>
                    <a:pt x="42173" y="92568"/>
                  </a:lnTo>
                  <a:lnTo>
                    <a:pt x="42173" y="86184"/>
                  </a:lnTo>
                  <a:cubicBezTo>
                    <a:pt x="42173" y="83630"/>
                    <a:pt x="42812" y="81715"/>
                    <a:pt x="44730" y="80438"/>
                  </a:cubicBezTo>
                  <a:cubicBezTo>
                    <a:pt x="46646" y="79162"/>
                    <a:pt x="48563" y="77885"/>
                    <a:pt x="50480" y="77885"/>
                  </a:cubicBezTo>
                  <a:cubicBezTo>
                    <a:pt x="54953" y="77885"/>
                    <a:pt x="58787" y="81077"/>
                    <a:pt x="58787" y="85546"/>
                  </a:cubicBezTo>
                  <a:lnTo>
                    <a:pt x="58787" y="107889"/>
                  </a:lnTo>
                  <a:cubicBezTo>
                    <a:pt x="58787" y="107889"/>
                    <a:pt x="58787" y="107889"/>
                    <a:pt x="58787" y="107889"/>
                  </a:cubicBezTo>
                  <a:cubicBezTo>
                    <a:pt x="58787" y="107889"/>
                    <a:pt x="58787" y="107889"/>
                    <a:pt x="58787" y="107889"/>
                  </a:cubicBezTo>
                  <a:lnTo>
                    <a:pt x="58787" y="112358"/>
                  </a:lnTo>
                  <a:cubicBezTo>
                    <a:pt x="58787" y="112358"/>
                    <a:pt x="58787" y="112358"/>
                    <a:pt x="58787" y="112358"/>
                  </a:cubicBezTo>
                  <a:close/>
                  <a:moveTo>
                    <a:pt x="79874" y="116189"/>
                  </a:moveTo>
                  <a:cubicBezTo>
                    <a:pt x="77318" y="116189"/>
                    <a:pt x="75401" y="115550"/>
                    <a:pt x="74123" y="113635"/>
                  </a:cubicBezTo>
                  <a:cubicBezTo>
                    <a:pt x="72845" y="112358"/>
                    <a:pt x="71567" y="109805"/>
                    <a:pt x="71567" y="107889"/>
                  </a:cubicBezTo>
                  <a:lnTo>
                    <a:pt x="71567" y="86184"/>
                  </a:lnTo>
                  <a:cubicBezTo>
                    <a:pt x="71567" y="85546"/>
                    <a:pt x="71567" y="85546"/>
                    <a:pt x="71567" y="84907"/>
                  </a:cubicBezTo>
                  <a:lnTo>
                    <a:pt x="71567" y="79800"/>
                  </a:lnTo>
                  <a:cubicBezTo>
                    <a:pt x="71567" y="77246"/>
                    <a:pt x="72206" y="75331"/>
                    <a:pt x="74123" y="74054"/>
                  </a:cubicBezTo>
                  <a:cubicBezTo>
                    <a:pt x="75401" y="72778"/>
                    <a:pt x="77957" y="71501"/>
                    <a:pt x="79874" y="71501"/>
                  </a:cubicBezTo>
                  <a:cubicBezTo>
                    <a:pt x="84347" y="71501"/>
                    <a:pt x="88181" y="74693"/>
                    <a:pt x="88181" y="79800"/>
                  </a:cubicBezTo>
                  <a:lnTo>
                    <a:pt x="88181" y="100867"/>
                  </a:lnTo>
                  <a:cubicBezTo>
                    <a:pt x="88181" y="100867"/>
                    <a:pt x="88181" y="100867"/>
                    <a:pt x="88181" y="100867"/>
                  </a:cubicBezTo>
                  <a:lnTo>
                    <a:pt x="88181" y="108528"/>
                  </a:lnTo>
                  <a:cubicBezTo>
                    <a:pt x="88181" y="112997"/>
                    <a:pt x="84347" y="116189"/>
                    <a:pt x="79874" y="116189"/>
                  </a:cubicBezTo>
                  <a:close/>
                </a:path>
              </a:pathLst>
            </a:custGeom>
            <a:solidFill>
              <a:srgbClr val="0076A8"/>
            </a:solidFill>
            <a:ln w="6390" cap="flat">
              <a:noFill/>
              <a:prstDash val="solid"/>
              <a:miter/>
            </a:ln>
          </p:spPr>
          <p:txBody>
            <a:bodyPr rtlCol="0" anchor="ctr"/>
            <a:lstStyle/>
            <a:p>
              <a:endParaRPr lang="en-US"/>
            </a:p>
          </p:txBody>
        </p:sp>
      </p:grpSp>
      <p:sp>
        <p:nvSpPr>
          <p:cNvPr id="265" name="Graphic 4">
            <a:extLst>
              <a:ext uri="{FF2B5EF4-FFF2-40B4-BE49-F238E27FC236}">
                <a16:creationId xmlns:a16="http://schemas.microsoft.com/office/drawing/2014/main" id="{9E5FC324-80DC-924E-A1E4-1068F4C22EC9}"/>
              </a:ext>
            </a:extLst>
          </p:cNvPr>
          <p:cNvSpPr>
            <a:spLocks noChangeAspect="1"/>
          </p:cNvSpPr>
          <p:nvPr/>
        </p:nvSpPr>
        <p:spPr>
          <a:xfrm>
            <a:off x="7192513" y="4308712"/>
            <a:ext cx="361670" cy="361333"/>
          </a:xfrm>
          <a:custGeom>
            <a:avLst/>
            <a:gdLst>
              <a:gd name="connsiteX0" fmla="*/ 180836 w 361670"/>
              <a:gd name="connsiteY0" fmla="*/ 0 h 361333"/>
              <a:gd name="connsiteX1" fmla="*/ 0 w 361670"/>
              <a:gd name="connsiteY1" fmla="*/ 180667 h 361333"/>
              <a:gd name="connsiteX2" fmla="*/ 180836 w 361670"/>
              <a:gd name="connsiteY2" fmla="*/ 361334 h 361333"/>
              <a:gd name="connsiteX3" fmla="*/ 361670 w 361670"/>
              <a:gd name="connsiteY3" fmla="*/ 180667 h 361333"/>
              <a:gd name="connsiteX4" fmla="*/ 180836 w 361670"/>
              <a:gd name="connsiteY4" fmla="*/ 0 h 361333"/>
              <a:gd name="connsiteX5" fmla="*/ 251125 w 361670"/>
              <a:gd name="connsiteY5" fmla="*/ 207479 h 361333"/>
              <a:gd name="connsiteX6" fmla="*/ 251125 w 361670"/>
              <a:gd name="connsiteY6" fmla="*/ 207479 h 361333"/>
              <a:gd name="connsiteX7" fmla="*/ 201283 w 361670"/>
              <a:gd name="connsiteY7" fmla="*/ 207479 h 361333"/>
              <a:gd name="connsiteX8" fmla="*/ 207673 w 361670"/>
              <a:gd name="connsiteY8" fmla="*/ 278342 h 361333"/>
              <a:gd name="connsiteX9" fmla="*/ 189142 w 361670"/>
              <a:gd name="connsiteY9" fmla="*/ 291110 h 361333"/>
              <a:gd name="connsiteX10" fmla="*/ 187225 w 361670"/>
              <a:gd name="connsiteY10" fmla="*/ 291110 h 361333"/>
              <a:gd name="connsiteX11" fmla="*/ 175723 w 361670"/>
              <a:gd name="connsiteY11" fmla="*/ 282172 h 361333"/>
              <a:gd name="connsiteX12" fmla="*/ 168056 w 361670"/>
              <a:gd name="connsiteY12" fmla="*/ 254721 h 361333"/>
              <a:gd name="connsiteX13" fmla="*/ 156553 w 361670"/>
              <a:gd name="connsiteY13" fmla="*/ 235569 h 361333"/>
              <a:gd name="connsiteX14" fmla="*/ 127799 w 361670"/>
              <a:gd name="connsiteY14" fmla="*/ 199819 h 361333"/>
              <a:gd name="connsiteX15" fmla="*/ 118853 w 361670"/>
              <a:gd name="connsiteY15" fmla="*/ 194711 h 361333"/>
              <a:gd name="connsiteX16" fmla="*/ 96488 w 361670"/>
              <a:gd name="connsiteY16" fmla="*/ 194711 h 361333"/>
              <a:gd name="connsiteX17" fmla="*/ 90098 w 361670"/>
              <a:gd name="connsiteY17" fmla="*/ 188327 h 361333"/>
              <a:gd name="connsiteX18" fmla="*/ 96488 w 361670"/>
              <a:gd name="connsiteY18" fmla="*/ 181944 h 361333"/>
              <a:gd name="connsiteX19" fmla="*/ 118853 w 361670"/>
              <a:gd name="connsiteY19" fmla="*/ 181944 h 361333"/>
              <a:gd name="connsiteX20" fmla="*/ 138662 w 361670"/>
              <a:gd name="connsiteY20" fmla="*/ 193435 h 361333"/>
              <a:gd name="connsiteX21" fmla="*/ 165500 w 361670"/>
              <a:gd name="connsiteY21" fmla="*/ 226631 h 361333"/>
              <a:gd name="connsiteX22" fmla="*/ 180197 w 361670"/>
              <a:gd name="connsiteY22" fmla="*/ 251529 h 361333"/>
              <a:gd name="connsiteX23" fmla="*/ 187225 w 361670"/>
              <a:gd name="connsiteY23" fmla="*/ 278342 h 361333"/>
              <a:gd name="connsiteX24" fmla="*/ 196172 w 361670"/>
              <a:gd name="connsiteY24" fmla="*/ 271958 h 361333"/>
              <a:gd name="connsiteX25" fmla="*/ 185947 w 361670"/>
              <a:gd name="connsiteY25" fmla="*/ 203649 h 361333"/>
              <a:gd name="connsiteX26" fmla="*/ 186587 w 361670"/>
              <a:gd name="connsiteY26" fmla="*/ 197903 h 361333"/>
              <a:gd name="connsiteX27" fmla="*/ 191698 w 361670"/>
              <a:gd name="connsiteY27" fmla="*/ 195350 h 361333"/>
              <a:gd name="connsiteX28" fmla="*/ 251125 w 361670"/>
              <a:gd name="connsiteY28" fmla="*/ 195350 h 361333"/>
              <a:gd name="connsiteX29" fmla="*/ 260071 w 361670"/>
              <a:gd name="connsiteY29" fmla="*/ 186412 h 361333"/>
              <a:gd name="connsiteX30" fmla="*/ 257515 w 361670"/>
              <a:gd name="connsiteY30" fmla="*/ 180028 h 361333"/>
              <a:gd name="connsiteX31" fmla="*/ 251764 w 361670"/>
              <a:gd name="connsiteY31" fmla="*/ 177475 h 361333"/>
              <a:gd name="connsiteX32" fmla="*/ 251125 w 361670"/>
              <a:gd name="connsiteY32" fmla="*/ 177475 h 361333"/>
              <a:gd name="connsiteX33" fmla="*/ 250486 w 361670"/>
              <a:gd name="connsiteY33" fmla="*/ 177475 h 361333"/>
              <a:gd name="connsiteX34" fmla="*/ 249846 w 361670"/>
              <a:gd name="connsiteY34" fmla="*/ 177475 h 361333"/>
              <a:gd name="connsiteX35" fmla="*/ 248569 w 361670"/>
              <a:gd name="connsiteY35" fmla="*/ 177475 h 361333"/>
              <a:gd name="connsiteX36" fmla="*/ 233233 w 361670"/>
              <a:gd name="connsiteY36" fmla="*/ 177475 h 361333"/>
              <a:gd name="connsiteX37" fmla="*/ 226843 w 361670"/>
              <a:gd name="connsiteY37" fmla="*/ 171091 h 361333"/>
              <a:gd name="connsiteX38" fmla="*/ 233233 w 361670"/>
              <a:gd name="connsiteY38" fmla="*/ 164707 h 361333"/>
              <a:gd name="connsiteX39" fmla="*/ 248569 w 361670"/>
              <a:gd name="connsiteY39" fmla="*/ 164707 h 361333"/>
              <a:gd name="connsiteX40" fmla="*/ 249208 w 361670"/>
              <a:gd name="connsiteY40" fmla="*/ 164707 h 361333"/>
              <a:gd name="connsiteX41" fmla="*/ 257515 w 361670"/>
              <a:gd name="connsiteY41" fmla="*/ 157046 h 361333"/>
              <a:gd name="connsiteX42" fmla="*/ 257515 w 361670"/>
              <a:gd name="connsiteY42" fmla="*/ 155769 h 361333"/>
              <a:gd name="connsiteX43" fmla="*/ 256876 w 361670"/>
              <a:gd name="connsiteY43" fmla="*/ 152577 h 361333"/>
              <a:gd name="connsiteX44" fmla="*/ 254959 w 361670"/>
              <a:gd name="connsiteY44" fmla="*/ 148747 h 361333"/>
              <a:gd name="connsiteX45" fmla="*/ 248569 w 361670"/>
              <a:gd name="connsiteY45" fmla="*/ 146193 h 361333"/>
              <a:gd name="connsiteX46" fmla="*/ 230677 w 361670"/>
              <a:gd name="connsiteY46" fmla="*/ 146193 h 361333"/>
              <a:gd name="connsiteX47" fmla="*/ 224287 w 361670"/>
              <a:gd name="connsiteY47" fmla="*/ 139809 h 361333"/>
              <a:gd name="connsiteX48" fmla="*/ 230677 w 361670"/>
              <a:gd name="connsiteY48" fmla="*/ 133425 h 361333"/>
              <a:gd name="connsiteX49" fmla="*/ 246013 w 361670"/>
              <a:gd name="connsiteY49" fmla="*/ 133425 h 361333"/>
              <a:gd name="connsiteX50" fmla="*/ 254320 w 361670"/>
              <a:gd name="connsiteY50" fmla="*/ 124488 h 361333"/>
              <a:gd name="connsiteX51" fmla="*/ 251764 w 361670"/>
              <a:gd name="connsiteY51" fmla="*/ 118104 h 361333"/>
              <a:gd name="connsiteX52" fmla="*/ 245374 w 361670"/>
              <a:gd name="connsiteY52" fmla="*/ 115550 h 361333"/>
              <a:gd name="connsiteX53" fmla="*/ 238345 w 361670"/>
              <a:gd name="connsiteY53" fmla="*/ 115550 h 361333"/>
              <a:gd name="connsiteX54" fmla="*/ 227482 w 361670"/>
              <a:gd name="connsiteY54" fmla="*/ 115550 h 361333"/>
              <a:gd name="connsiteX55" fmla="*/ 227482 w 361670"/>
              <a:gd name="connsiteY55" fmla="*/ 115550 h 361333"/>
              <a:gd name="connsiteX56" fmla="*/ 221092 w 361670"/>
              <a:gd name="connsiteY56" fmla="*/ 109166 h 361333"/>
              <a:gd name="connsiteX57" fmla="*/ 227482 w 361670"/>
              <a:gd name="connsiteY57" fmla="*/ 102782 h 361333"/>
              <a:gd name="connsiteX58" fmla="*/ 227482 w 361670"/>
              <a:gd name="connsiteY58" fmla="*/ 102782 h 361333"/>
              <a:gd name="connsiteX59" fmla="*/ 238345 w 361670"/>
              <a:gd name="connsiteY59" fmla="*/ 102782 h 361333"/>
              <a:gd name="connsiteX60" fmla="*/ 247291 w 361670"/>
              <a:gd name="connsiteY60" fmla="*/ 93845 h 361333"/>
              <a:gd name="connsiteX61" fmla="*/ 244735 w 361670"/>
              <a:gd name="connsiteY61" fmla="*/ 87461 h 361333"/>
              <a:gd name="connsiteX62" fmla="*/ 238345 w 361670"/>
              <a:gd name="connsiteY62" fmla="*/ 84907 h 361333"/>
              <a:gd name="connsiteX63" fmla="*/ 171251 w 361670"/>
              <a:gd name="connsiteY63" fmla="*/ 84907 h 361333"/>
              <a:gd name="connsiteX64" fmla="*/ 138022 w 361670"/>
              <a:gd name="connsiteY64" fmla="*/ 98313 h 361333"/>
              <a:gd name="connsiteX65" fmla="*/ 122048 w 361670"/>
              <a:gd name="connsiteY65" fmla="*/ 104697 h 361333"/>
              <a:gd name="connsiteX66" fmla="*/ 95849 w 361670"/>
              <a:gd name="connsiteY66" fmla="*/ 104697 h 361333"/>
              <a:gd name="connsiteX67" fmla="*/ 89459 w 361670"/>
              <a:gd name="connsiteY67" fmla="*/ 98313 h 361333"/>
              <a:gd name="connsiteX68" fmla="*/ 95849 w 361670"/>
              <a:gd name="connsiteY68" fmla="*/ 91930 h 361333"/>
              <a:gd name="connsiteX69" fmla="*/ 122048 w 361670"/>
              <a:gd name="connsiteY69" fmla="*/ 91930 h 361333"/>
              <a:gd name="connsiteX70" fmla="*/ 129077 w 361670"/>
              <a:gd name="connsiteY70" fmla="*/ 88738 h 361333"/>
              <a:gd name="connsiteX71" fmla="*/ 171251 w 361670"/>
              <a:gd name="connsiteY71" fmla="*/ 72139 h 361333"/>
              <a:gd name="connsiteX72" fmla="*/ 238345 w 361670"/>
              <a:gd name="connsiteY72" fmla="*/ 72139 h 361333"/>
              <a:gd name="connsiteX73" fmla="*/ 253681 w 361670"/>
              <a:gd name="connsiteY73" fmla="*/ 78523 h 361333"/>
              <a:gd name="connsiteX74" fmla="*/ 260071 w 361670"/>
              <a:gd name="connsiteY74" fmla="*/ 93845 h 361333"/>
              <a:gd name="connsiteX75" fmla="*/ 256236 w 361670"/>
              <a:gd name="connsiteY75" fmla="*/ 105974 h 361333"/>
              <a:gd name="connsiteX76" fmla="*/ 260710 w 361670"/>
              <a:gd name="connsiteY76" fmla="*/ 109166 h 361333"/>
              <a:gd name="connsiteX77" fmla="*/ 267100 w 361670"/>
              <a:gd name="connsiteY77" fmla="*/ 124488 h 361333"/>
              <a:gd name="connsiteX78" fmla="*/ 261987 w 361670"/>
              <a:gd name="connsiteY78" fmla="*/ 137894 h 361333"/>
              <a:gd name="connsiteX79" fmla="*/ 263905 w 361670"/>
              <a:gd name="connsiteY79" fmla="*/ 139809 h 361333"/>
              <a:gd name="connsiteX80" fmla="*/ 269016 w 361670"/>
              <a:gd name="connsiteY80" fmla="*/ 148108 h 361333"/>
              <a:gd name="connsiteX81" fmla="*/ 270295 w 361670"/>
              <a:gd name="connsiteY81" fmla="*/ 155131 h 361333"/>
              <a:gd name="connsiteX82" fmla="*/ 270295 w 361670"/>
              <a:gd name="connsiteY82" fmla="*/ 158323 h 361333"/>
              <a:gd name="connsiteX83" fmla="*/ 265182 w 361670"/>
              <a:gd name="connsiteY83" fmla="*/ 169176 h 361333"/>
              <a:gd name="connsiteX84" fmla="*/ 267100 w 361670"/>
              <a:gd name="connsiteY84" fmla="*/ 170452 h 361333"/>
              <a:gd name="connsiteX85" fmla="*/ 273490 w 361670"/>
              <a:gd name="connsiteY85" fmla="*/ 185774 h 361333"/>
              <a:gd name="connsiteX86" fmla="*/ 251125 w 361670"/>
              <a:gd name="connsiteY86" fmla="*/ 20747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61670" h="361333">
                <a:moveTo>
                  <a:pt x="180836" y="0"/>
                </a:moveTo>
                <a:cubicBezTo>
                  <a:pt x="80513" y="0"/>
                  <a:pt x="0" y="81077"/>
                  <a:pt x="0" y="180667"/>
                </a:cubicBezTo>
                <a:cubicBezTo>
                  <a:pt x="0" y="280257"/>
                  <a:pt x="81153" y="361334"/>
                  <a:pt x="180836" y="361334"/>
                </a:cubicBezTo>
                <a:cubicBezTo>
                  <a:pt x="281157" y="361334"/>
                  <a:pt x="361670" y="280257"/>
                  <a:pt x="361670" y="180667"/>
                </a:cubicBezTo>
                <a:cubicBezTo>
                  <a:pt x="361670" y="81077"/>
                  <a:pt x="281157" y="0"/>
                  <a:pt x="180836" y="0"/>
                </a:cubicBezTo>
                <a:close/>
                <a:moveTo>
                  <a:pt x="251125" y="207479"/>
                </a:moveTo>
                <a:cubicBezTo>
                  <a:pt x="251125" y="207479"/>
                  <a:pt x="251125" y="207479"/>
                  <a:pt x="251125" y="207479"/>
                </a:cubicBezTo>
                <a:lnTo>
                  <a:pt x="201283" y="207479"/>
                </a:lnTo>
                <a:cubicBezTo>
                  <a:pt x="209590" y="231100"/>
                  <a:pt x="217258" y="261105"/>
                  <a:pt x="207673" y="278342"/>
                </a:cubicBezTo>
                <a:cubicBezTo>
                  <a:pt x="203839" y="285364"/>
                  <a:pt x="197449" y="289194"/>
                  <a:pt x="189142" y="291110"/>
                </a:cubicBezTo>
                <a:cubicBezTo>
                  <a:pt x="188503" y="291110"/>
                  <a:pt x="187864" y="291110"/>
                  <a:pt x="187225" y="291110"/>
                </a:cubicBezTo>
                <a:cubicBezTo>
                  <a:pt x="182113" y="291110"/>
                  <a:pt x="177002" y="287279"/>
                  <a:pt x="175723" y="282172"/>
                </a:cubicBezTo>
                <a:lnTo>
                  <a:pt x="168056" y="254721"/>
                </a:lnTo>
                <a:cubicBezTo>
                  <a:pt x="166138" y="247698"/>
                  <a:pt x="162305" y="240676"/>
                  <a:pt x="156553" y="235569"/>
                </a:cubicBezTo>
                <a:cubicBezTo>
                  <a:pt x="146330" y="224716"/>
                  <a:pt x="135467" y="213225"/>
                  <a:pt x="127799" y="199819"/>
                </a:cubicBezTo>
                <a:cubicBezTo>
                  <a:pt x="125882" y="196627"/>
                  <a:pt x="122687" y="194711"/>
                  <a:pt x="118853" y="194711"/>
                </a:cubicBezTo>
                <a:lnTo>
                  <a:pt x="96488" y="194711"/>
                </a:lnTo>
                <a:cubicBezTo>
                  <a:pt x="92654" y="194711"/>
                  <a:pt x="90098" y="192158"/>
                  <a:pt x="90098" y="188327"/>
                </a:cubicBezTo>
                <a:cubicBezTo>
                  <a:pt x="90098" y="184497"/>
                  <a:pt x="92654" y="181944"/>
                  <a:pt x="96488" y="181944"/>
                </a:cubicBezTo>
                <a:lnTo>
                  <a:pt x="118853" y="181944"/>
                </a:lnTo>
                <a:cubicBezTo>
                  <a:pt x="127160" y="181944"/>
                  <a:pt x="134828" y="186412"/>
                  <a:pt x="138662" y="193435"/>
                </a:cubicBezTo>
                <a:cubicBezTo>
                  <a:pt x="145691" y="205564"/>
                  <a:pt x="155915" y="216417"/>
                  <a:pt x="165500" y="226631"/>
                </a:cubicBezTo>
                <a:cubicBezTo>
                  <a:pt x="172528" y="233654"/>
                  <a:pt x="177641" y="242591"/>
                  <a:pt x="180197" y="251529"/>
                </a:cubicBezTo>
                <a:lnTo>
                  <a:pt x="187225" y="278342"/>
                </a:lnTo>
                <a:cubicBezTo>
                  <a:pt x="191698" y="277703"/>
                  <a:pt x="194254" y="275788"/>
                  <a:pt x="196172" y="271958"/>
                </a:cubicBezTo>
                <a:cubicBezTo>
                  <a:pt x="202561" y="261105"/>
                  <a:pt x="198727" y="238122"/>
                  <a:pt x="185947" y="203649"/>
                </a:cubicBezTo>
                <a:cubicBezTo>
                  <a:pt x="185308" y="201734"/>
                  <a:pt x="185308" y="199180"/>
                  <a:pt x="186587" y="197903"/>
                </a:cubicBezTo>
                <a:cubicBezTo>
                  <a:pt x="187864" y="195988"/>
                  <a:pt x="189782" y="195350"/>
                  <a:pt x="191698" y="195350"/>
                </a:cubicBezTo>
                <a:lnTo>
                  <a:pt x="251125" y="195350"/>
                </a:lnTo>
                <a:cubicBezTo>
                  <a:pt x="256236" y="195350"/>
                  <a:pt x="260071" y="190881"/>
                  <a:pt x="260071" y="186412"/>
                </a:cubicBezTo>
                <a:cubicBezTo>
                  <a:pt x="260071" y="183859"/>
                  <a:pt x="259431" y="181944"/>
                  <a:pt x="257515" y="180028"/>
                </a:cubicBezTo>
                <a:cubicBezTo>
                  <a:pt x="256236" y="178752"/>
                  <a:pt x="253681" y="177475"/>
                  <a:pt x="251764" y="177475"/>
                </a:cubicBezTo>
                <a:lnTo>
                  <a:pt x="251125" y="177475"/>
                </a:lnTo>
                <a:cubicBezTo>
                  <a:pt x="251125" y="177475"/>
                  <a:pt x="250486" y="177475"/>
                  <a:pt x="250486" y="177475"/>
                </a:cubicBezTo>
                <a:cubicBezTo>
                  <a:pt x="250486" y="177475"/>
                  <a:pt x="249846" y="177475"/>
                  <a:pt x="249846" y="177475"/>
                </a:cubicBezTo>
                <a:cubicBezTo>
                  <a:pt x="249208" y="177475"/>
                  <a:pt x="248569" y="177475"/>
                  <a:pt x="248569" y="177475"/>
                </a:cubicBezTo>
                <a:lnTo>
                  <a:pt x="233233" y="177475"/>
                </a:lnTo>
                <a:cubicBezTo>
                  <a:pt x="229399" y="177475"/>
                  <a:pt x="226843" y="174921"/>
                  <a:pt x="226843" y="171091"/>
                </a:cubicBezTo>
                <a:cubicBezTo>
                  <a:pt x="226843" y="167260"/>
                  <a:pt x="229399" y="164707"/>
                  <a:pt x="233233" y="164707"/>
                </a:cubicBezTo>
                <a:lnTo>
                  <a:pt x="248569" y="164707"/>
                </a:lnTo>
                <a:cubicBezTo>
                  <a:pt x="248569" y="164707"/>
                  <a:pt x="249208" y="164707"/>
                  <a:pt x="249208" y="164707"/>
                </a:cubicBezTo>
                <a:cubicBezTo>
                  <a:pt x="253681" y="164707"/>
                  <a:pt x="256876" y="160876"/>
                  <a:pt x="257515" y="157046"/>
                </a:cubicBezTo>
                <a:cubicBezTo>
                  <a:pt x="257515" y="156408"/>
                  <a:pt x="257515" y="156408"/>
                  <a:pt x="257515" y="155769"/>
                </a:cubicBezTo>
                <a:cubicBezTo>
                  <a:pt x="257515" y="154492"/>
                  <a:pt x="257515" y="153854"/>
                  <a:pt x="256876" y="152577"/>
                </a:cubicBezTo>
                <a:cubicBezTo>
                  <a:pt x="256236" y="151300"/>
                  <a:pt x="255597" y="150024"/>
                  <a:pt x="254959" y="148747"/>
                </a:cubicBezTo>
                <a:cubicBezTo>
                  <a:pt x="253041" y="146832"/>
                  <a:pt x="251125" y="146193"/>
                  <a:pt x="248569" y="146193"/>
                </a:cubicBezTo>
                <a:lnTo>
                  <a:pt x="230677" y="146193"/>
                </a:lnTo>
                <a:cubicBezTo>
                  <a:pt x="226843" y="146193"/>
                  <a:pt x="224287" y="143640"/>
                  <a:pt x="224287" y="139809"/>
                </a:cubicBezTo>
                <a:cubicBezTo>
                  <a:pt x="224287" y="135979"/>
                  <a:pt x="226843" y="133425"/>
                  <a:pt x="230677" y="133425"/>
                </a:cubicBezTo>
                <a:lnTo>
                  <a:pt x="246013" y="133425"/>
                </a:lnTo>
                <a:cubicBezTo>
                  <a:pt x="250486" y="132787"/>
                  <a:pt x="254320" y="128957"/>
                  <a:pt x="254320" y="124488"/>
                </a:cubicBezTo>
                <a:cubicBezTo>
                  <a:pt x="254320" y="121934"/>
                  <a:pt x="253681" y="120019"/>
                  <a:pt x="251764" y="118104"/>
                </a:cubicBezTo>
                <a:cubicBezTo>
                  <a:pt x="249846" y="116189"/>
                  <a:pt x="247930" y="115550"/>
                  <a:pt x="245374" y="115550"/>
                </a:cubicBezTo>
                <a:lnTo>
                  <a:pt x="238345" y="115550"/>
                </a:lnTo>
                <a:lnTo>
                  <a:pt x="227482" y="115550"/>
                </a:lnTo>
                <a:lnTo>
                  <a:pt x="227482" y="115550"/>
                </a:lnTo>
                <a:cubicBezTo>
                  <a:pt x="223648" y="115550"/>
                  <a:pt x="221092" y="112997"/>
                  <a:pt x="221092" y="109166"/>
                </a:cubicBezTo>
                <a:cubicBezTo>
                  <a:pt x="221092" y="105336"/>
                  <a:pt x="223648" y="102782"/>
                  <a:pt x="227482" y="102782"/>
                </a:cubicBezTo>
                <a:lnTo>
                  <a:pt x="227482" y="102782"/>
                </a:lnTo>
                <a:lnTo>
                  <a:pt x="238345" y="102782"/>
                </a:lnTo>
                <a:cubicBezTo>
                  <a:pt x="243456" y="102782"/>
                  <a:pt x="247291" y="98952"/>
                  <a:pt x="247291" y="93845"/>
                </a:cubicBezTo>
                <a:cubicBezTo>
                  <a:pt x="247291" y="91291"/>
                  <a:pt x="246651" y="89376"/>
                  <a:pt x="244735" y="87461"/>
                </a:cubicBezTo>
                <a:cubicBezTo>
                  <a:pt x="242818" y="85546"/>
                  <a:pt x="240901" y="84907"/>
                  <a:pt x="238345" y="84907"/>
                </a:cubicBezTo>
                <a:lnTo>
                  <a:pt x="171251" y="84907"/>
                </a:lnTo>
                <a:cubicBezTo>
                  <a:pt x="159110" y="84907"/>
                  <a:pt x="146969" y="89376"/>
                  <a:pt x="138022" y="98313"/>
                </a:cubicBezTo>
                <a:cubicBezTo>
                  <a:pt x="133550" y="102144"/>
                  <a:pt x="127799" y="104697"/>
                  <a:pt x="122048" y="104697"/>
                </a:cubicBezTo>
                <a:lnTo>
                  <a:pt x="95849" y="104697"/>
                </a:lnTo>
                <a:cubicBezTo>
                  <a:pt x="92015" y="104697"/>
                  <a:pt x="89459" y="102144"/>
                  <a:pt x="89459" y="98313"/>
                </a:cubicBezTo>
                <a:cubicBezTo>
                  <a:pt x="89459" y="94483"/>
                  <a:pt x="92015" y="91930"/>
                  <a:pt x="95849" y="91930"/>
                </a:cubicBezTo>
                <a:lnTo>
                  <a:pt x="122048" y="91930"/>
                </a:lnTo>
                <a:cubicBezTo>
                  <a:pt x="124604" y="91930"/>
                  <a:pt x="127160" y="90653"/>
                  <a:pt x="129077" y="88738"/>
                </a:cubicBezTo>
                <a:cubicBezTo>
                  <a:pt x="140579" y="77885"/>
                  <a:pt x="155276" y="72139"/>
                  <a:pt x="171251" y="72139"/>
                </a:cubicBezTo>
                <a:lnTo>
                  <a:pt x="238345" y="72139"/>
                </a:lnTo>
                <a:cubicBezTo>
                  <a:pt x="244096" y="72139"/>
                  <a:pt x="249846" y="74693"/>
                  <a:pt x="253681" y="78523"/>
                </a:cubicBezTo>
                <a:cubicBezTo>
                  <a:pt x="257515" y="82354"/>
                  <a:pt x="260071" y="88099"/>
                  <a:pt x="260071" y="93845"/>
                </a:cubicBezTo>
                <a:cubicBezTo>
                  <a:pt x="260071" y="98313"/>
                  <a:pt x="258792" y="102782"/>
                  <a:pt x="256236" y="105974"/>
                </a:cubicBezTo>
                <a:cubicBezTo>
                  <a:pt x="257515" y="106613"/>
                  <a:pt x="259431" y="107889"/>
                  <a:pt x="260710" y="109166"/>
                </a:cubicBezTo>
                <a:cubicBezTo>
                  <a:pt x="264544" y="112997"/>
                  <a:pt x="267100" y="118742"/>
                  <a:pt x="267100" y="124488"/>
                </a:cubicBezTo>
                <a:cubicBezTo>
                  <a:pt x="267100" y="129595"/>
                  <a:pt x="265182" y="134702"/>
                  <a:pt x="261987" y="137894"/>
                </a:cubicBezTo>
                <a:cubicBezTo>
                  <a:pt x="262626" y="138533"/>
                  <a:pt x="263266" y="139171"/>
                  <a:pt x="263905" y="139809"/>
                </a:cubicBezTo>
                <a:cubicBezTo>
                  <a:pt x="266461" y="142363"/>
                  <a:pt x="268377" y="144916"/>
                  <a:pt x="269016" y="148108"/>
                </a:cubicBezTo>
                <a:cubicBezTo>
                  <a:pt x="269656" y="150024"/>
                  <a:pt x="270295" y="152577"/>
                  <a:pt x="270295" y="155131"/>
                </a:cubicBezTo>
                <a:cubicBezTo>
                  <a:pt x="270295" y="156408"/>
                  <a:pt x="270295" y="157046"/>
                  <a:pt x="270295" y="158323"/>
                </a:cubicBezTo>
                <a:cubicBezTo>
                  <a:pt x="269656" y="162792"/>
                  <a:pt x="267739" y="166622"/>
                  <a:pt x="265182" y="169176"/>
                </a:cubicBezTo>
                <a:cubicBezTo>
                  <a:pt x="265821" y="169814"/>
                  <a:pt x="266461" y="169814"/>
                  <a:pt x="267100" y="170452"/>
                </a:cubicBezTo>
                <a:cubicBezTo>
                  <a:pt x="270934" y="174283"/>
                  <a:pt x="273490" y="180028"/>
                  <a:pt x="273490" y="185774"/>
                </a:cubicBezTo>
                <a:cubicBezTo>
                  <a:pt x="272851" y="197903"/>
                  <a:pt x="263266" y="207479"/>
                  <a:pt x="251125" y="207479"/>
                </a:cubicBezTo>
                <a:close/>
              </a:path>
            </a:pathLst>
          </a:custGeom>
          <a:solidFill>
            <a:srgbClr val="0076A8"/>
          </a:solidFill>
          <a:ln w="6390" cap="flat">
            <a:noFill/>
            <a:prstDash val="solid"/>
            <a:miter/>
          </a:ln>
        </p:spPr>
        <p:txBody>
          <a:bodyPr rtlCol="0" anchor="ctr"/>
          <a:lstStyle/>
          <a:p>
            <a:endParaRPr lang="en-US"/>
          </a:p>
        </p:txBody>
      </p:sp>
      <p:sp>
        <p:nvSpPr>
          <p:cNvPr id="266" name="Graphic 4">
            <a:extLst>
              <a:ext uri="{FF2B5EF4-FFF2-40B4-BE49-F238E27FC236}">
                <a16:creationId xmlns:a16="http://schemas.microsoft.com/office/drawing/2014/main" id="{C1025850-7B7C-3842-A24B-B12C960D08CA}"/>
              </a:ext>
            </a:extLst>
          </p:cNvPr>
          <p:cNvSpPr>
            <a:spLocks noChangeAspect="1"/>
          </p:cNvSpPr>
          <p:nvPr/>
        </p:nvSpPr>
        <p:spPr>
          <a:xfrm>
            <a:off x="7192513" y="333962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281796 w 361670"/>
              <a:gd name="connsiteY5" fmla="*/ 144278 h 361333"/>
              <a:gd name="connsiteX6" fmla="*/ 254959 w 361670"/>
              <a:gd name="connsiteY6" fmla="*/ 193435 h 361333"/>
              <a:gd name="connsiteX7" fmla="*/ 254959 w 361670"/>
              <a:gd name="connsiteY7" fmla="*/ 227270 h 361333"/>
              <a:gd name="connsiteX8" fmla="*/ 254959 w 361670"/>
              <a:gd name="connsiteY8" fmla="*/ 227908 h 361333"/>
              <a:gd name="connsiteX9" fmla="*/ 240261 w 361670"/>
              <a:gd name="connsiteY9" fmla="*/ 265574 h 361333"/>
              <a:gd name="connsiteX10" fmla="*/ 237706 w 361670"/>
              <a:gd name="connsiteY10" fmla="*/ 271319 h 361333"/>
              <a:gd name="connsiteX11" fmla="*/ 237706 w 361670"/>
              <a:gd name="connsiteY11" fmla="*/ 294940 h 361333"/>
              <a:gd name="connsiteX12" fmla="*/ 231316 w 361670"/>
              <a:gd name="connsiteY12" fmla="*/ 301324 h 361333"/>
              <a:gd name="connsiteX13" fmla="*/ 224926 w 361670"/>
              <a:gd name="connsiteY13" fmla="*/ 294940 h 361333"/>
              <a:gd name="connsiteX14" fmla="*/ 224926 w 361670"/>
              <a:gd name="connsiteY14" fmla="*/ 271319 h 361333"/>
              <a:gd name="connsiteX15" fmla="*/ 230677 w 361670"/>
              <a:gd name="connsiteY15" fmla="*/ 256636 h 361333"/>
              <a:gd name="connsiteX16" fmla="*/ 242179 w 361670"/>
              <a:gd name="connsiteY16" fmla="*/ 225993 h 361333"/>
              <a:gd name="connsiteX17" fmla="*/ 242179 w 361670"/>
              <a:gd name="connsiteY17" fmla="*/ 190881 h 361333"/>
              <a:gd name="connsiteX18" fmla="*/ 242818 w 361670"/>
              <a:gd name="connsiteY18" fmla="*/ 187689 h 361333"/>
              <a:gd name="connsiteX19" fmla="*/ 270295 w 361670"/>
              <a:gd name="connsiteY19" fmla="*/ 137256 h 361333"/>
              <a:gd name="connsiteX20" fmla="*/ 268377 w 361670"/>
              <a:gd name="connsiteY20" fmla="*/ 130233 h 361333"/>
              <a:gd name="connsiteX21" fmla="*/ 262626 w 361670"/>
              <a:gd name="connsiteY21" fmla="*/ 131510 h 361333"/>
              <a:gd name="connsiteX22" fmla="*/ 235150 w 361670"/>
              <a:gd name="connsiteY22" fmla="*/ 173006 h 361333"/>
              <a:gd name="connsiteX23" fmla="*/ 227482 w 361670"/>
              <a:gd name="connsiteY23" fmla="*/ 175560 h 361333"/>
              <a:gd name="connsiteX24" fmla="*/ 223648 w 361670"/>
              <a:gd name="connsiteY24" fmla="*/ 167899 h 361333"/>
              <a:gd name="connsiteX25" fmla="*/ 241540 w 361670"/>
              <a:gd name="connsiteY25" fmla="*/ 95121 h 361333"/>
              <a:gd name="connsiteX26" fmla="*/ 237706 w 361670"/>
              <a:gd name="connsiteY26" fmla="*/ 89376 h 361333"/>
              <a:gd name="connsiteX27" fmla="*/ 230677 w 361670"/>
              <a:gd name="connsiteY27" fmla="*/ 93206 h 361333"/>
              <a:gd name="connsiteX28" fmla="*/ 208951 w 361670"/>
              <a:gd name="connsiteY28" fmla="*/ 164068 h 361333"/>
              <a:gd name="connsiteX29" fmla="*/ 201922 w 361670"/>
              <a:gd name="connsiteY29" fmla="*/ 168537 h 361333"/>
              <a:gd name="connsiteX30" fmla="*/ 196172 w 361670"/>
              <a:gd name="connsiteY30" fmla="*/ 162792 h 361333"/>
              <a:gd name="connsiteX31" fmla="*/ 187864 w 361670"/>
              <a:gd name="connsiteY31" fmla="*/ 79162 h 361333"/>
              <a:gd name="connsiteX32" fmla="*/ 181474 w 361670"/>
              <a:gd name="connsiteY32" fmla="*/ 72139 h 361333"/>
              <a:gd name="connsiteX33" fmla="*/ 176362 w 361670"/>
              <a:gd name="connsiteY33" fmla="*/ 79800 h 361333"/>
              <a:gd name="connsiteX34" fmla="*/ 180836 w 361670"/>
              <a:gd name="connsiteY34" fmla="*/ 165345 h 361333"/>
              <a:gd name="connsiteX35" fmla="*/ 175723 w 361670"/>
              <a:gd name="connsiteY35" fmla="*/ 171729 h 361333"/>
              <a:gd name="connsiteX36" fmla="*/ 168695 w 361670"/>
              <a:gd name="connsiteY36" fmla="*/ 167899 h 361333"/>
              <a:gd name="connsiteX37" fmla="*/ 141857 w 361670"/>
              <a:gd name="connsiteY37" fmla="*/ 99590 h 361333"/>
              <a:gd name="connsiteX38" fmla="*/ 133550 w 361670"/>
              <a:gd name="connsiteY38" fmla="*/ 93845 h 361333"/>
              <a:gd name="connsiteX39" fmla="*/ 130355 w 361670"/>
              <a:gd name="connsiteY39" fmla="*/ 101505 h 361333"/>
              <a:gd name="connsiteX40" fmla="*/ 153358 w 361670"/>
              <a:gd name="connsiteY40" fmla="*/ 175560 h 361333"/>
              <a:gd name="connsiteX41" fmla="*/ 151442 w 361670"/>
              <a:gd name="connsiteY41" fmla="*/ 197265 h 361333"/>
              <a:gd name="connsiteX42" fmla="*/ 137384 w 361670"/>
              <a:gd name="connsiteY42" fmla="*/ 201095 h 361333"/>
              <a:gd name="connsiteX43" fmla="*/ 135467 w 361670"/>
              <a:gd name="connsiteY43" fmla="*/ 200457 h 361333"/>
              <a:gd name="connsiteX44" fmla="*/ 110546 w 361670"/>
              <a:gd name="connsiteY44" fmla="*/ 174921 h 361333"/>
              <a:gd name="connsiteX45" fmla="*/ 91376 w 361670"/>
              <a:gd name="connsiteY45" fmla="*/ 168537 h 361333"/>
              <a:gd name="connsiteX46" fmla="*/ 119492 w 361670"/>
              <a:gd name="connsiteY46" fmla="*/ 215779 h 361333"/>
              <a:gd name="connsiteX47" fmla="*/ 151442 w 361670"/>
              <a:gd name="connsiteY47" fmla="*/ 254721 h 361333"/>
              <a:gd name="connsiteX48" fmla="*/ 159110 w 361670"/>
              <a:gd name="connsiteY48" fmla="*/ 271319 h 361333"/>
              <a:gd name="connsiteX49" fmla="*/ 158471 w 361670"/>
              <a:gd name="connsiteY49" fmla="*/ 295578 h 361333"/>
              <a:gd name="connsiteX50" fmla="*/ 152081 w 361670"/>
              <a:gd name="connsiteY50" fmla="*/ 301962 h 361333"/>
              <a:gd name="connsiteX51" fmla="*/ 152081 w 361670"/>
              <a:gd name="connsiteY51" fmla="*/ 301962 h 361333"/>
              <a:gd name="connsiteX52" fmla="*/ 145691 w 361670"/>
              <a:gd name="connsiteY52" fmla="*/ 295578 h 361333"/>
              <a:gd name="connsiteX53" fmla="*/ 146330 w 361670"/>
              <a:gd name="connsiteY53" fmla="*/ 271319 h 361333"/>
              <a:gd name="connsiteX54" fmla="*/ 143135 w 361670"/>
              <a:gd name="connsiteY54" fmla="*/ 264297 h 361333"/>
              <a:gd name="connsiteX55" fmla="*/ 107351 w 361670"/>
              <a:gd name="connsiteY55" fmla="*/ 220247 h 361333"/>
              <a:gd name="connsiteX56" fmla="*/ 106712 w 361670"/>
              <a:gd name="connsiteY56" fmla="*/ 218971 h 361333"/>
              <a:gd name="connsiteX57" fmla="*/ 79874 w 361670"/>
              <a:gd name="connsiteY57" fmla="*/ 174921 h 361333"/>
              <a:gd name="connsiteX58" fmla="*/ 77958 w 361670"/>
              <a:gd name="connsiteY58" fmla="*/ 165345 h 361333"/>
              <a:gd name="connsiteX59" fmla="*/ 84348 w 361670"/>
              <a:gd name="connsiteY59" fmla="*/ 157684 h 361333"/>
              <a:gd name="connsiteX60" fmla="*/ 119492 w 361670"/>
              <a:gd name="connsiteY60" fmla="*/ 165984 h 361333"/>
              <a:gd name="connsiteX61" fmla="*/ 120131 w 361670"/>
              <a:gd name="connsiteY61" fmla="*/ 166622 h 361333"/>
              <a:gd name="connsiteX62" fmla="*/ 141217 w 361670"/>
              <a:gd name="connsiteY62" fmla="*/ 188966 h 361333"/>
              <a:gd name="connsiteX63" fmla="*/ 142496 w 361670"/>
              <a:gd name="connsiteY63" fmla="*/ 188966 h 361333"/>
              <a:gd name="connsiteX64" fmla="*/ 141857 w 361670"/>
              <a:gd name="connsiteY64" fmla="*/ 179390 h 361333"/>
              <a:gd name="connsiteX65" fmla="*/ 118853 w 361670"/>
              <a:gd name="connsiteY65" fmla="*/ 104697 h 361333"/>
              <a:gd name="connsiteX66" fmla="*/ 130355 w 361670"/>
              <a:gd name="connsiteY66" fmla="*/ 81715 h 361333"/>
              <a:gd name="connsiteX67" fmla="*/ 153997 w 361670"/>
              <a:gd name="connsiteY67" fmla="*/ 95121 h 361333"/>
              <a:gd name="connsiteX68" fmla="*/ 166138 w 361670"/>
              <a:gd name="connsiteY68" fmla="*/ 126403 h 361333"/>
              <a:gd name="connsiteX69" fmla="*/ 163582 w 361670"/>
              <a:gd name="connsiteY69" fmla="*/ 80438 h 361333"/>
              <a:gd name="connsiteX70" fmla="*/ 180836 w 361670"/>
              <a:gd name="connsiteY70" fmla="*/ 59371 h 361333"/>
              <a:gd name="connsiteX71" fmla="*/ 200644 w 361670"/>
              <a:gd name="connsiteY71" fmla="*/ 77885 h 361333"/>
              <a:gd name="connsiteX72" fmla="*/ 205756 w 361670"/>
              <a:gd name="connsiteY72" fmla="*/ 130233 h 361333"/>
              <a:gd name="connsiteX73" fmla="*/ 218536 w 361670"/>
              <a:gd name="connsiteY73" fmla="*/ 90014 h 361333"/>
              <a:gd name="connsiteX74" fmla="*/ 240901 w 361670"/>
              <a:gd name="connsiteY74" fmla="*/ 77246 h 361333"/>
              <a:gd name="connsiteX75" fmla="*/ 254320 w 361670"/>
              <a:gd name="connsiteY75" fmla="*/ 98313 h 361333"/>
              <a:gd name="connsiteX76" fmla="*/ 245374 w 361670"/>
              <a:gd name="connsiteY76" fmla="*/ 135341 h 361333"/>
              <a:gd name="connsiteX77" fmla="*/ 252403 w 361670"/>
              <a:gd name="connsiteY77" fmla="*/ 124488 h 361333"/>
              <a:gd name="connsiteX78" fmla="*/ 275406 w 361670"/>
              <a:gd name="connsiteY78" fmla="*/ 119381 h 361333"/>
              <a:gd name="connsiteX79" fmla="*/ 281796 w 361670"/>
              <a:gd name="connsiteY79" fmla="*/ 14427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361670" h="361333">
                <a:moveTo>
                  <a:pt x="180836" y="0"/>
                </a:moveTo>
                <a:cubicBezTo>
                  <a:pt x="80513" y="0"/>
                  <a:pt x="0" y="81077"/>
                  <a:pt x="0" y="180667"/>
                </a:cubicBezTo>
                <a:cubicBezTo>
                  <a:pt x="0" y="280257"/>
                  <a:pt x="81153" y="361333"/>
                  <a:pt x="180836" y="361333"/>
                </a:cubicBezTo>
                <a:cubicBezTo>
                  <a:pt x="281157" y="361333"/>
                  <a:pt x="361670" y="280257"/>
                  <a:pt x="361670" y="180667"/>
                </a:cubicBezTo>
                <a:cubicBezTo>
                  <a:pt x="361670" y="81077"/>
                  <a:pt x="281157" y="0"/>
                  <a:pt x="180836" y="0"/>
                </a:cubicBezTo>
                <a:close/>
                <a:moveTo>
                  <a:pt x="281796" y="144278"/>
                </a:moveTo>
                <a:lnTo>
                  <a:pt x="254959" y="193435"/>
                </a:lnTo>
                <a:lnTo>
                  <a:pt x="254959" y="227270"/>
                </a:lnTo>
                <a:cubicBezTo>
                  <a:pt x="254959" y="227270"/>
                  <a:pt x="254959" y="227908"/>
                  <a:pt x="254959" y="227908"/>
                </a:cubicBezTo>
                <a:cubicBezTo>
                  <a:pt x="253041" y="241314"/>
                  <a:pt x="249846" y="255359"/>
                  <a:pt x="240261" y="265574"/>
                </a:cubicBezTo>
                <a:cubicBezTo>
                  <a:pt x="238984" y="267489"/>
                  <a:pt x="237706" y="269404"/>
                  <a:pt x="237706" y="271319"/>
                </a:cubicBezTo>
                <a:lnTo>
                  <a:pt x="237706" y="294940"/>
                </a:lnTo>
                <a:cubicBezTo>
                  <a:pt x="237706" y="298770"/>
                  <a:pt x="235150" y="301324"/>
                  <a:pt x="231316" y="301324"/>
                </a:cubicBezTo>
                <a:cubicBezTo>
                  <a:pt x="227482" y="301324"/>
                  <a:pt x="224926" y="298770"/>
                  <a:pt x="224926" y="294940"/>
                </a:cubicBezTo>
                <a:lnTo>
                  <a:pt x="224926" y="271319"/>
                </a:lnTo>
                <a:cubicBezTo>
                  <a:pt x="224926" y="266212"/>
                  <a:pt x="226843" y="260466"/>
                  <a:pt x="230677" y="256636"/>
                </a:cubicBezTo>
                <a:cubicBezTo>
                  <a:pt x="236428" y="250252"/>
                  <a:pt x="240261" y="241314"/>
                  <a:pt x="242179" y="225993"/>
                </a:cubicBezTo>
                <a:lnTo>
                  <a:pt x="242179" y="190881"/>
                </a:lnTo>
                <a:cubicBezTo>
                  <a:pt x="242179" y="189604"/>
                  <a:pt x="242179" y="188966"/>
                  <a:pt x="242818" y="187689"/>
                </a:cubicBezTo>
                <a:lnTo>
                  <a:pt x="270295" y="137256"/>
                </a:lnTo>
                <a:cubicBezTo>
                  <a:pt x="272211" y="133425"/>
                  <a:pt x="269016" y="130872"/>
                  <a:pt x="268377" y="130233"/>
                </a:cubicBezTo>
                <a:cubicBezTo>
                  <a:pt x="267100" y="129595"/>
                  <a:pt x="264544" y="128318"/>
                  <a:pt x="262626" y="131510"/>
                </a:cubicBezTo>
                <a:lnTo>
                  <a:pt x="235150" y="173006"/>
                </a:lnTo>
                <a:cubicBezTo>
                  <a:pt x="233233" y="175560"/>
                  <a:pt x="230038" y="176836"/>
                  <a:pt x="227482" y="175560"/>
                </a:cubicBezTo>
                <a:cubicBezTo>
                  <a:pt x="224926" y="174283"/>
                  <a:pt x="223009" y="171091"/>
                  <a:pt x="223648" y="167899"/>
                </a:cubicBezTo>
                <a:lnTo>
                  <a:pt x="241540" y="95121"/>
                </a:lnTo>
                <a:cubicBezTo>
                  <a:pt x="242818" y="90653"/>
                  <a:pt x="238984" y="89376"/>
                  <a:pt x="237706" y="89376"/>
                </a:cubicBezTo>
                <a:cubicBezTo>
                  <a:pt x="237067" y="89376"/>
                  <a:pt x="231955" y="88099"/>
                  <a:pt x="230677" y="93206"/>
                </a:cubicBezTo>
                <a:lnTo>
                  <a:pt x="208951" y="164068"/>
                </a:lnTo>
                <a:cubicBezTo>
                  <a:pt x="208312" y="167260"/>
                  <a:pt x="205117" y="168537"/>
                  <a:pt x="201922" y="168537"/>
                </a:cubicBezTo>
                <a:cubicBezTo>
                  <a:pt x="198727" y="168537"/>
                  <a:pt x="196810" y="165984"/>
                  <a:pt x="196172" y="162792"/>
                </a:cubicBezTo>
                <a:lnTo>
                  <a:pt x="187864" y="79162"/>
                </a:lnTo>
                <a:cubicBezTo>
                  <a:pt x="187225" y="73416"/>
                  <a:pt x="184031" y="72139"/>
                  <a:pt x="181474" y="72139"/>
                </a:cubicBezTo>
                <a:cubicBezTo>
                  <a:pt x="178918" y="72139"/>
                  <a:pt x="175723" y="74054"/>
                  <a:pt x="176362" y="79800"/>
                </a:cubicBezTo>
                <a:lnTo>
                  <a:pt x="180836" y="165345"/>
                </a:lnTo>
                <a:cubicBezTo>
                  <a:pt x="180836" y="168537"/>
                  <a:pt x="178918" y="171091"/>
                  <a:pt x="175723" y="171729"/>
                </a:cubicBezTo>
                <a:cubicBezTo>
                  <a:pt x="172528" y="172368"/>
                  <a:pt x="169333" y="170452"/>
                  <a:pt x="168695" y="167899"/>
                </a:cubicBezTo>
                <a:lnTo>
                  <a:pt x="141857" y="99590"/>
                </a:lnTo>
                <a:cubicBezTo>
                  <a:pt x="139940" y="94483"/>
                  <a:pt x="136106" y="93206"/>
                  <a:pt x="133550" y="93845"/>
                </a:cubicBezTo>
                <a:cubicBezTo>
                  <a:pt x="130994" y="94483"/>
                  <a:pt x="129077" y="97037"/>
                  <a:pt x="130355" y="101505"/>
                </a:cubicBezTo>
                <a:lnTo>
                  <a:pt x="153358" y="175560"/>
                </a:lnTo>
                <a:cubicBezTo>
                  <a:pt x="157192" y="187689"/>
                  <a:pt x="153997" y="194073"/>
                  <a:pt x="151442" y="197265"/>
                </a:cubicBezTo>
                <a:cubicBezTo>
                  <a:pt x="149525" y="199180"/>
                  <a:pt x="145052" y="202372"/>
                  <a:pt x="137384" y="201095"/>
                </a:cubicBezTo>
                <a:cubicBezTo>
                  <a:pt x="136745" y="201095"/>
                  <a:pt x="136106" y="200457"/>
                  <a:pt x="135467" y="200457"/>
                </a:cubicBezTo>
                <a:cubicBezTo>
                  <a:pt x="134189" y="199819"/>
                  <a:pt x="127160" y="195350"/>
                  <a:pt x="110546" y="174921"/>
                </a:cubicBezTo>
                <a:cubicBezTo>
                  <a:pt x="104156" y="168537"/>
                  <a:pt x="97766" y="166622"/>
                  <a:pt x="91376" y="168537"/>
                </a:cubicBezTo>
                <a:cubicBezTo>
                  <a:pt x="100961" y="181305"/>
                  <a:pt x="116297" y="203011"/>
                  <a:pt x="119492" y="215779"/>
                </a:cubicBezTo>
                <a:cubicBezTo>
                  <a:pt x="125243" y="229185"/>
                  <a:pt x="141857" y="246422"/>
                  <a:pt x="151442" y="254721"/>
                </a:cubicBezTo>
                <a:cubicBezTo>
                  <a:pt x="156553" y="259190"/>
                  <a:pt x="159110" y="264935"/>
                  <a:pt x="159110" y="271319"/>
                </a:cubicBezTo>
                <a:lnTo>
                  <a:pt x="158471" y="295578"/>
                </a:lnTo>
                <a:cubicBezTo>
                  <a:pt x="158471" y="298770"/>
                  <a:pt x="155276" y="301962"/>
                  <a:pt x="152081" y="301962"/>
                </a:cubicBezTo>
                <a:cubicBezTo>
                  <a:pt x="152081" y="301962"/>
                  <a:pt x="152081" y="301962"/>
                  <a:pt x="152081" y="301962"/>
                </a:cubicBezTo>
                <a:cubicBezTo>
                  <a:pt x="148247" y="301962"/>
                  <a:pt x="145691" y="298770"/>
                  <a:pt x="145691" y="295578"/>
                </a:cubicBezTo>
                <a:lnTo>
                  <a:pt x="146330" y="271319"/>
                </a:lnTo>
                <a:cubicBezTo>
                  <a:pt x="146330" y="268766"/>
                  <a:pt x="145052" y="266212"/>
                  <a:pt x="143135" y="264297"/>
                </a:cubicBezTo>
                <a:cubicBezTo>
                  <a:pt x="134189" y="256636"/>
                  <a:pt x="114380" y="237484"/>
                  <a:pt x="107351" y="220247"/>
                </a:cubicBezTo>
                <a:cubicBezTo>
                  <a:pt x="107351" y="219609"/>
                  <a:pt x="107351" y="219609"/>
                  <a:pt x="106712" y="218971"/>
                </a:cubicBezTo>
                <a:cubicBezTo>
                  <a:pt x="104795" y="211948"/>
                  <a:pt x="94571" y="194711"/>
                  <a:pt x="79874" y="174921"/>
                </a:cubicBezTo>
                <a:cubicBezTo>
                  <a:pt x="77958" y="172368"/>
                  <a:pt x="77318" y="168537"/>
                  <a:pt x="77958" y="165345"/>
                </a:cubicBezTo>
                <a:cubicBezTo>
                  <a:pt x="78597" y="162153"/>
                  <a:pt x="81153" y="158961"/>
                  <a:pt x="84348" y="157684"/>
                </a:cubicBezTo>
                <a:cubicBezTo>
                  <a:pt x="90738" y="154492"/>
                  <a:pt x="104156" y="151300"/>
                  <a:pt x="119492" y="165984"/>
                </a:cubicBezTo>
                <a:cubicBezTo>
                  <a:pt x="119492" y="165984"/>
                  <a:pt x="120131" y="166622"/>
                  <a:pt x="120131" y="166622"/>
                </a:cubicBezTo>
                <a:cubicBezTo>
                  <a:pt x="132911" y="181944"/>
                  <a:pt x="139301" y="187689"/>
                  <a:pt x="141217" y="188966"/>
                </a:cubicBezTo>
                <a:cubicBezTo>
                  <a:pt x="141857" y="188966"/>
                  <a:pt x="142496" y="188966"/>
                  <a:pt x="142496" y="188966"/>
                </a:cubicBezTo>
                <a:cubicBezTo>
                  <a:pt x="142496" y="188966"/>
                  <a:pt x="143774" y="187051"/>
                  <a:pt x="141857" y="179390"/>
                </a:cubicBezTo>
                <a:lnTo>
                  <a:pt x="118853" y="104697"/>
                </a:lnTo>
                <a:cubicBezTo>
                  <a:pt x="115658" y="92568"/>
                  <a:pt x="122048" y="84269"/>
                  <a:pt x="130355" y="81715"/>
                </a:cubicBezTo>
                <a:cubicBezTo>
                  <a:pt x="138662" y="79162"/>
                  <a:pt x="149525" y="82992"/>
                  <a:pt x="153997" y="95121"/>
                </a:cubicBezTo>
                <a:lnTo>
                  <a:pt x="166138" y="126403"/>
                </a:lnTo>
                <a:lnTo>
                  <a:pt x="163582" y="80438"/>
                </a:lnTo>
                <a:cubicBezTo>
                  <a:pt x="162943" y="67032"/>
                  <a:pt x="171889" y="60010"/>
                  <a:pt x="180836" y="59371"/>
                </a:cubicBezTo>
                <a:cubicBezTo>
                  <a:pt x="189782" y="58733"/>
                  <a:pt x="199367" y="65117"/>
                  <a:pt x="200644" y="77885"/>
                </a:cubicBezTo>
                <a:lnTo>
                  <a:pt x="205756" y="130233"/>
                </a:lnTo>
                <a:lnTo>
                  <a:pt x="218536" y="90014"/>
                </a:lnTo>
                <a:cubicBezTo>
                  <a:pt x="221731" y="78523"/>
                  <a:pt x="231955" y="75331"/>
                  <a:pt x="240901" y="77246"/>
                </a:cubicBezTo>
                <a:cubicBezTo>
                  <a:pt x="249208" y="79162"/>
                  <a:pt x="256876" y="87461"/>
                  <a:pt x="254320" y="98313"/>
                </a:cubicBezTo>
                <a:lnTo>
                  <a:pt x="245374" y="135341"/>
                </a:lnTo>
                <a:lnTo>
                  <a:pt x="252403" y="124488"/>
                </a:lnTo>
                <a:cubicBezTo>
                  <a:pt x="257515" y="116827"/>
                  <a:pt x="267100" y="114273"/>
                  <a:pt x="275406" y="119381"/>
                </a:cubicBezTo>
                <a:cubicBezTo>
                  <a:pt x="282436" y="125126"/>
                  <a:pt x="286908" y="134702"/>
                  <a:pt x="281796" y="144278"/>
                </a:cubicBezTo>
                <a:close/>
              </a:path>
            </a:pathLst>
          </a:custGeom>
          <a:solidFill>
            <a:srgbClr val="0076A8"/>
          </a:solidFill>
          <a:ln w="6390" cap="flat">
            <a:noFill/>
            <a:prstDash val="solid"/>
            <a:miter/>
          </a:ln>
        </p:spPr>
        <p:txBody>
          <a:bodyPr rtlCol="0" anchor="ctr"/>
          <a:lstStyle/>
          <a:p>
            <a:endParaRPr lang="en-US"/>
          </a:p>
        </p:txBody>
      </p:sp>
      <p:grpSp>
        <p:nvGrpSpPr>
          <p:cNvPr id="267" name="Graphic 4">
            <a:extLst>
              <a:ext uri="{FF2B5EF4-FFF2-40B4-BE49-F238E27FC236}">
                <a16:creationId xmlns:a16="http://schemas.microsoft.com/office/drawing/2014/main" id="{5EEB1694-4A6E-374A-AB1D-749E93F8E4AB}"/>
              </a:ext>
            </a:extLst>
          </p:cNvPr>
          <p:cNvGrpSpPr>
            <a:grpSpLocks noChangeAspect="1"/>
          </p:cNvGrpSpPr>
          <p:nvPr/>
        </p:nvGrpSpPr>
        <p:grpSpPr>
          <a:xfrm>
            <a:off x="8239823" y="3339623"/>
            <a:ext cx="361670" cy="361333"/>
            <a:chOff x="8239823" y="3339623"/>
            <a:chExt cx="361670" cy="361333"/>
          </a:xfrm>
          <a:solidFill>
            <a:srgbClr val="0076A8"/>
          </a:solidFill>
        </p:grpSpPr>
        <p:sp>
          <p:nvSpPr>
            <p:cNvPr id="268" name="Graphic 4">
              <a:extLst>
                <a:ext uri="{FF2B5EF4-FFF2-40B4-BE49-F238E27FC236}">
                  <a16:creationId xmlns:a16="http://schemas.microsoft.com/office/drawing/2014/main" id="{B50F26C3-C7A6-774D-94AB-242098D66C2F}"/>
                </a:ext>
              </a:extLst>
            </p:cNvPr>
            <p:cNvSpPr/>
            <p:nvPr/>
          </p:nvSpPr>
          <p:spPr>
            <a:xfrm>
              <a:off x="8370178" y="3481348"/>
              <a:ext cx="16613" cy="42134"/>
            </a:xfrm>
            <a:custGeom>
              <a:avLst/>
              <a:gdLst>
                <a:gd name="connsiteX0" fmla="*/ 16614 w 16613"/>
                <a:gd name="connsiteY0" fmla="*/ 30005 h 42134"/>
                <a:gd name="connsiteX1" fmla="*/ 16614 w 16613"/>
                <a:gd name="connsiteY1" fmla="*/ 30005 h 42134"/>
                <a:gd name="connsiteX2" fmla="*/ 16614 w 16613"/>
                <a:gd name="connsiteY2" fmla="*/ 7661 h 42134"/>
                <a:gd name="connsiteX3" fmla="*/ 8306 w 16613"/>
                <a:gd name="connsiteY3" fmla="*/ 0 h 42134"/>
                <a:gd name="connsiteX4" fmla="*/ 2556 w 16613"/>
                <a:gd name="connsiteY4" fmla="*/ 2553 h 42134"/>
                <a:gd name="connsiteX5" fmla="*/ 0 w 16613"/>
                <a:gd name="connsiteY5" fmla="*/ 8299 h 42134"/>
                <a:gd name="connsiteX6" fmla="*/ 0 w 16613"/>
                <a:gd name="connsiteY6" fmla="*/ 14045 h 42134"/>
                <a:gd name="connsiteX7" fmla="*/ 0 w 16613"/>
                <a:gd name="connsiteY7" fmla="*/ 33835 h 42134"/>
                <a:gd name="connsiteX8" fmla="*/ 8306 w 16613"/>
                <a:gd name="connsiteY8" fmla="*/ 42134 h 42134"/>
                <a:gd name="connsiteX9" fmla="*/ 14058 w 16613"/>
                <a:gd name="connsiteY9" fmla="*/ 39581 h 42134"/>
                <a:gd name="connsiteX10" fmla="*/ 16614 w 16613"/>
                <a:gd name="connsiteY10" fmla="*/ 33835 h 42134"/>
                <a:gd name="connsiteX11" fmla="*/ 16614 w 16613"/>
                <a:gd name="connsiteY11" fmla="*/ 33835 h 42134"/>
                <a:gd name="connsiteX12" fmla="*/ 16614 w 16613"/>
                <a:gd name="connsiteY12" fmla="*/ 30005 h 42134"/>
                <a:gd name="connsiteX13" fmla="*/ 16614 w 16613"/>
                <a:gd name="connsiteY13" fmla="*/ 30005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613" h="42134">
                  <a:moveTo>
                    <a:pt x="16614" y="30005"/>
                  </a:moveTo>
                  <a:cubicBezTo>
                    <a:pt x="16614" y="30005"/>
                    <a:pt x="16614" y="30005"/>
                    <a:pt x="16614" y="30005"/>
                  </a:cubicBezTo>
                  <a:lnTo>
                    <a:pt x="16614" y="7661"/>
                  </a:lnTo>
                  <a:cubicBezTo>
                    <a:pt x="15975" y="3192"/>
                    <a:pt x="12780" y="0"/>
                    <a:pt x="8306" y="0"/>
                  </a:cubicBezTo>
                  <a:cubicBezTo>
                    <a:pt x="5751" y="0"/>
                    <a:pt x="3834" y="638"/>
                    <a:pt x="2556" y="2553"/>
                  </a:cubicBezTo>
                  <a:cubicBezTo>
                    <a:pt x="639" y="3830"/>
                    <a:pt x="0" y="6384"/>
                    <a:pt x="0" y="8299"/>
                  </a:cubicBezTo>
                  <a:lnTo>
                    <a:pt x="0" y="14045"/>
                  </a:lnTo>
                  <a:lnTo>
                    <a:pt x="0" y="33835"/>
                  </a:lnTo>
                  <a:cubicBezTo>
                    <a:pt x="0" y="38304"/>
                    <a:pt x="3834" y="42134"/>
                    <a:pt x="8306" y="42134"/>
                  </a:cubicBezTo>
                  <a:cubicBezTo>
                    <a:pt x="10863" y="42134"/>
                    <a:pt x="12780" y="41496"/>
                    <a:pt x="14058" y="39581"/>
                  </a:cubicBezTo>
                  <a:cubicBezTo>
                    <a:pt x="15975" y="38304"/>
                    <a:pt x="16614" y="35750"/>
                    <a:pt x="16614" y="33835"/>
                  </a:cubicBezTo>
                  <a:cubicBezTo>
                    <a:pt x="16614" y="33835"/>
                    <a:pt x="16614" y="33835"/>
                    <a:pt x="16614" y="33835"/>
                  </a:cubicBezTo>
                  <a:lnTo>
                    <a:pt x="16614" y="30005"/>
                  </a:lnTo>
                  <a:cubicBezTo>
                    <a:pt x="16614" y="30005"/>
                    <a:pt x="16614" y="30005"/>
                    <a:pt x="16614" y="30005"/>
                  </a:cubicBezTo>
                  <a:close/>
                </a:path>
              </a:pathLst>
            </a:custGeom>
            <a:solidFill>
              <a:srgbClr val="0076A8"/>
            </a:solidFill>
            <a:ln w="6390" cap="flat">
              <a:noFill/>
              <a:prstDash val="solid"/>
              <a:miter/>
            </a:ln>
          </p:spPr>
          <p:txBody>
            <a:bodyPr rtlCol="0" anchor="ctr"/>
            <a:lstStyle/>
            <a:p>
              <a:endParaRPr lang="en-US"/>
            </a:p>
          </p:txBody>
        </p:sp>
        <p:sp>
          <p:nvSpPr>
            <p:cNvPr id="269" name="Graphic 4">
              <a:extLst>
                <a:ext uri="{FF2B5EF4-FFF2-40B4-BE49-F238E27FC236}">
                  <a16:creationId xmlns:a16="http://schemas.microsoft.com/office/drawing/2014/main" id="{B73C4AB0-AA42-0C40-A3B4-1D06595400AF}"/>
                </a:ext>
              </a:extLst>
            </p:cNvPr>
            <p:cNvSpPr/>
            <p:nvPr/>
          </p:nvSpPr>
          <p:spPr>
            <a:xfrm>
              <a:off x="8399572" y="3474325"/>
              <a:ext cx="16897" cy="45326"/>
            </a:xfrm>
            <a:custGeom>
              <a:avLst/>
              <a:gdLst>
                <a:gd name="connsiteX0" fmla="*/ 16614 w 16897"/>
                <a:gd name="connsiteY0" fmla="*/ 29367 h 45326"/>
                <a:gd name="connsiteX1" fmla="*/ 16614 w 16897"/>
                <a:gd name="connsiteY1" fmla="*/ 8299 h 45326"/>
                <a:gd name="connsiteX2" fmla="*/ 8307 w 16897"/>
                <a:gd name="connsiteY2" fmla="*/ 0 h 45326"/>
                <a:gd name="connsiteX3" fmla="*/ 2556 w 16897"/>
                <a:gd name="connsiteY3" fmla="*/ 2554 h 45326"/>
                <a:gd name="connsiteX4" fmla="*/ 0 w 16897"/>
                <a:gd name="connsiteY4" fmla="*/ 8299 h 45326"/>
                <a:gd name="connsiteX5" fmla="*/ 0 w 16897"/>
                <a:gd name="connsiteY5" fmla="*/ 14045 h 45326"/>
                <a:gd name="connsiteX6" fmla="*/ 0 w 16897"/>
                <a:gd name="connsiteY6" fmla="*/ 15322 h 45326"/>
                <a:gd name="connsiteX7" fmla="*/ 0 w 16897"/>
                <a:gd name="connsiteY7" fmla="*/ 37027 h 45326"/>
                <a:gd name="connsiteX8" fmla="*/ 2556 w 16897"/>
                <a:gd name="connsiteY8" fmla="*/ 42773 h 45326"/>
                <a:gd name="connsiteX9" fmla="*/ 8307 w 16897"/>
                <a:gd name="connsiteY9" fmla="*/ 45327 h 45326"/>
                <a:gd name="connsiteX10" fmla="*/ 16614 w 16897"/>
                <a:gd name="connsiteY10" fmla="*/ 37027 h 45326"/>
                <a:gd name="connsiteX11" fmla="*/ 16614 w 16897"/>
                <a:gd name="connsiteY11" fmla="*/ 29367 h 45326"/>
                <a:gd name="connsiteX12" fmla="*/ 16614 w 16897"/>
                <a:gd name="connsiteY12" fmla="*/ 29367 h 45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897" h="45326">
                  <a:moveTo>
                    <a:pt x="16614" y="29367"/>
                  </a:moveTo>
                  <a:lnTo>
                    <a:pt x="16614" y="8299"/>
                  </a:lnTo>
                  <a:cubicBezTo>
                    <a:pt x="15975" y="3192"/>
                    <a:pt x="12780" y="0"/>
                    <a:pt x="8307" y="0"/>
                  </a:cubicBezTo>
                  <a:cubicBezTo>
                    <a:pt x="5751" y="0"/>
                    <a:pt x="3834" y="639"/>
                    <a:pt x="2556" y="2554"/>
                  </a:cubicBezTo>
                  <a:cubicBezTo>
                    <a:pt x="1278" y="3831"/>
                    <a:pt x="0" y="6384"/>
                    <a:pt x="0" y="8299"/>
                  </a:cubicBezTo>
                  <a:lnTo>
                    <a:pt x="0" y="14045"/>
                  </a:lnTo>
                  <a:cubicBezTo>
                    <a:pt x="0" y="14683"/>
                    <a:pt x="0" y="14683"/>
                    <a:pt x="0" y="15322"/>
                  </a:cubicBezTo>
                  <a:lnTo>
                    <a:pt x="0" y="37027"/>
                  </a:lnTo>
                  <a:cubicBezTo>
                    <a:pt x="0" y="38943"/>
                    <a:pt x="639" y="41496"/>
                    <a:pt x="2556" y="42773"/>
                  </a:cubicBezTo>
                  <a:cubicBezTo>
                    <a:pt x="4473" y="44688"/>
                    <a:pt x="6390" y="45327"/>
                    <a:pt x="8307" y="45327"/>
                  </a:cubicBezTo>
                  <a:cubicBezTo>
                    <a:pt x="12780" y="45327"/>
                    <a:pt x="16614" y="41496"/>
                    <a:pt x="16614" y="37027"/>
                  </a:cubicBezTo>
                  <a:lnTo>
                    <a:pt x="16614" y="29367"/>
                  </a:lnTo>
                  <a:cubicBezTo>
                    <a:pt x="17253" y="30005"/>
                    <a:pt x="16614" y="30005"/>
                    <a:pt x="16614" y="29367"/>
                  </a:cubicBezTo>
                  <a:close/>
                </a:path>
              </a:pathLst>
            </a:custGeom>
            <a:solidFill>
              <a:srgbClr val="0076A8"/>
            </a:solidFill>
            <a:ln w="6390" cap="flat">
              <a:noFill/>
              <a:prstDash val="solid"/>
              <a:miter/>
            </a:ln>
          </p:spPr>
          <p:txBody>
            <a:bodyPr rtlCol="0" anchor="ctr"/>
            <a:lstStyle/>
            <a:p>
              <a:endParaRPr lang="en-US"/>
            </a:p>
          </p:txBody>
        </p:sp>
        <p:sp>
          <p:nvSpPr>
            <p:cNvPr id="270" name="Graphic 4">
              <a:extLst>
                <a:ext uri="{FF2B5EF4-FFF2-40B4-BE49-F238E27FC236}">
                  <a16:creationId xmlns:a16="http://schemas.microsoft.com/office/drawing/2014/main" id="{93091D8F-F0AD-4E4F-B477-17FC76A6A1A2}"/>
                </a:ext>
              </a:extLst>
            </p:cNvPr>
            <p:cNvSpPr/>
            <p:nvPr/>
          </p:nvSpPr>
          <p:spPr>
            <a:xfrm>
              <a:off x="8239823" y="333962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273490 w 361670"/>
                <a:gd name="connsiteY5" fmla="*/ 166622 h 361333"/>
                <a:gd name="connsiteX6" fmla="*/ 240900 w 361670"/>
                <a:gd name="connsiteY6" fmla="*/ 244506 h 361333"/>
                <a:gd name="connsiteX7" fmla="*/ 223009 w 361670"/>
                <a:gd name="connsiteY7" fmla="*/ 266850 h 361333"/>
                <a:gd name="connsiteX8" fmla="*/ 219175 w 361670"/>
                <a:gd name="connsiteY8" fmla="*/ 274511 h 361333"/>
                <a:gd name="connsiteX9" fmla="*/ 219175 w 361670"/>
                <a:gd name="connsiteY9" fmla="*/ 292386 h 361333"/>
                <a:gd name="connsiteX10" fmla="*/ 212785 w 361670"/>
                <a:gd name="connsiteY10" fmla="*/ 298770 h 361333"/>
                <a:gd name="connsiteX11" fmla="*/ 206395 w 361670"/>
                <a:gd name="connsiteY11" fmla="*/ 292386 h 361333"/>
                <a:gd name="connsiteX12" fmla="*/ 206395 w 361670"/>
                <a:gd name="connsiteY12" fmla="*/ 274511 h 361333"/>
                <a:gd name="connsiteX13" fmla="*/ 215341 w 361670"/>
                <a:gd name="connsiteY13" fmla="*/ 256636 h 361333"/>
                <a:gd name="connsiteX14" fmla="*/ 228760 w 361670"/>
                <a:gd name="connsiteY14" fmla="*/ 240038 h 361333"/>
                <a:gd name="connsiteX15" fmla="*/ 261349 w 361670"/>
                <a:gd name="connsiteY15" fmla="*/ 162153 h 361333"/>
                <a:gd name="connsiteX16" fmla="*/ 254320 w 361670"/>
                <a:gd name="connsiteY16" fmla="*/ 159600 h 361333"/>
                <a:gd name="connsiteX17" fmla="*/ 242179 w 361670"/>
                <a:gd name="connsiteY17" fmla="*/ 165345 h 361333"/>
                <a:gd name="connsiteX18" fmla="*/ 217897 w 361670"/>
                <a:gd name="connsiteY18" fmla="*/ 204926 h 361333"/>
                <a:gd name="connsiteX19" fmla="*/ 217258 w 361670"/>
                <a:gd name="connsiteY19" fmla="*/ 205564 h 361333"/>
                <a:gd name="connsiteX20" fmla="*/ 210868 w 361670"/>
                <a:gd name="connsiteY20" fmla="*/ 208756 h 361333"/>
                <a:gd name="connsiteX21" fmla="*/ 204478 w 361670"/>
                <a:gd name="connsiteY21" fmla="*/ 208756 h 361333"/>
                <a:gd name="connsiteX22" fmla="*/ 155915 w 361670"/>
                <a:gd name="connsiteY22" fmla="*/ 231100 h 361333"/>
                <a:gd name="connsiteX23" fmla="*/ 146969 w 361670"/>
                <a:gd name="connsiteY23" fmla="*/ 231738 h 361333"/>
                <a:gd name="connsiteX24" fmla="*/ 146330 w 361670"/>
                <a:gd name="connsiteY24" fmla="*/ 222801 h 361333"/>
                <a:gd name="connsiteX25" fmla="*/ 205756 w 361670"/>
                <a:gd name="connsiteY25" fmla="*/ 195988 h 361333"/>
                <a:gd name="connsiteX26" fmla="*/ 205756 w 361670"/>
                <a:gd name="connsiteY26" fmla="*/ 85546 h 361333"/>
                <a:gd name="connsiteX27" fmla="*/ 197449 w 361670"/>
                <a:gd name="connsiteY27" fmla="*/ 77246 h 361333"/>
                <a:gd name="connsiteX28" fmla="*/ 191698 w 361670"/>
                <a:gd name="connsiteY28" fmla="*/ 79800 h 361333"/>
                <a:gd name="connsiteX29" fmla="*/ 189142 w 361670"/>
                <a:gd name="connsiteY29" fmla="*/ 84907 h 361333"/>
                <a:gd name="connsiteX30" fmla="*/ 189142 w 361670"/>
                <a:gd name="connsiteY30" fmla="*/ 143640 h 361333"/>
                <a:gd name="connsiteX31" fmla="*/ 189142 w 361670"/>
                <a:gd name="connsiteY31" fmla="*/ 144278 h 361333"/>
                <a:gd name="connsiteX32" fmla="*/ 189142 w 361670"/>
                <a:gd name="connsiteY32" fmla="*/ 173006 h 361333"/>
                <a:gd name="connsiteX33" fmla="*/ 168056 w 361670"/>
                <a:gd name="connsiteY33" fmla="*/ 194073 h 361333"/>
                <a:gd name="connsiteX34" fmla="*/ 155276 w 361670"/>
                <a:gd name="connsiteY34" fmla="*/ 189604 h 361333"/>
                <a:gd name="connsiteX35" fmla="*/ 153358 w 361670"/>
                <a:gd name="connsiteY35" fmla="*/ 191519 h 361333"/>
                <a:gd name="connsiteX36" fmla="*/ 138661 w 361670"/>
                <a:gd name="connsiteY36" fmla="*/ 197903 h 361333"/>
                <a:gd name="connsiteX37" fmla="*/ 123965 w 361670"/>
                <a:gd name="connsiteY37" fmla="*/ 191519 h 361333"/>
                <a:gd name="connsiteX38" fmla="*/ 109268 w 361670"/>
                <a:gd name="connsiteY38" fmla="*/ 197903 h 361333"/>
                <a:gd name="connsiteX39" fmla="*/ 100961 w 361670"/>
                <a:gd name="connsiteY39" fmla="*/ 195988 h 361333"/>
                <a:gd name="connsiteX40" fmla="*/ 100961 w 361670"/>
                <a:gd name="connsiteY40" fmla="*/ 221524 h 361333"/>
                <a:gd name="connsiteX41" fmla="*/ 113741 w 361670"/>
                <a:gd name="connsiteY41" fmla="*/ 252806 h 361333"/>
                <a:gd name="connsiteX42" fmla="*/ 120131 w 361670"/>
                <a:gd name="connsiteY42" fmla="*/ 268127 h 361333"/>
                <a:gd name="connsiteX43" fmla="*/ 120131 w 361670"/>
                <a:gd name="connsiteY43" fmla="*/ 293025 h 361333"/>
                <a:gd name="connsiteX44" fmla="*/ 113741 w 361670"/>
                <a:gd name="connsiteY44" fmla="*/ 299409 h 361333"/>
                <a:gd name="connsiteX45" fmla="*/ 107351 w 361670"/>
                <a:gd name="connsiteY45" fmla="*/ 293025 h 361333"/>
                <a:gd name="connsiteX46" fmla="*/ 107351 w 361670"/>
                <a:gd name="connsiteY46" fmla="*/ 268127 h 361333"/>
                <a:gd name="connsiteX47" fmla="*/ 104795 w 361670"/>
                <a:gd name="connsiteY47" fmla="*/ 261743 h 361333"/>
                <a:gd name="connsiteX48" fmla="*/ 88820 w 361670"/>
                <a:gd name="connsiteY48" fmla="*/ 221524 h 361333"/>
                <a:gd name="connsiteX49" fmla="*/ 88820 w 361670"/>
                <a:gd name="connsiteY49" fmla="*/ 176836 h 361333"/>
                <a:gd name="connsiteX50" fmla="*/ 88820 w 361670"/>
                <a:gd name="connsiteY50" fmla="*/ 176198 h 361333"/>
                <a:gd name="connsiteX51" fmla="*/ 88820 w 361670"/>
                <a:gd name="connsiteY51" fmla="*/ 175560 h 361333"/>
                <a:gd name="connsiteX52" fmla="*/ 88820 w 361670"/>
                <a:gd name="connsiteY52" fmla="*/ 174283 h 361333"/>
                <a:gd name="connsiteX53" fmla="*/ 88820 w 361670"/>
                <a:gd name="connsiteY53" fmla="*/ 174283 h 361333"/>
                <a:gd name="connsiteX54" fmla="*/ 88820 w 361670"/>
                <a:gd name="connsiteY54" fmla="*/ 155769 h 361333"/>
                <a:gd name="connsiteX55" fmla="*/ 95210 w 361670"/>
                <a:gd name="connsiteY55" fmla="*/ 141086 h 361333"/>
                <a:gd name="connsiteX56" fmla="*/ 109907 w 361670"/>
                <a:gd name="connsiteY56" fmla="*/ 134702 h 361333"/>
                <a:gd name="connsiteX57" fmla="*/ 122048 w 361670"/>
                <a:gd name="connsiteY57" fmla="*/ 138533 h 361333"/>
                <a:gd name="connsiteX58" fmla="*/ 124604 w 361670"/>
                <a:gd name="connsiteY58" fmla="*/ 135341 h 361333"/>
                <a:gd name="connsiteX59" fmla="*/ 139301 w 361670"/>
                <a:gd name="connsiteY59" fmla="*/ 128957 h 361333"/>
                <a:gd name="connsiteX60" fmla="*/ 150802 w 361670"/>
                <a:gd name="connsiteY60" fmla="*/ 132149 h 361333"/>
                <a:gd name="connsiteX61" fmla="*/ 153997 w 361670"/>
                <a:gd name="connsiteY61" fmla="*/ 128318 h 361333"/>
                <a:gd name="connsiteX62" fmla="*/ 168695 w 361670"/>
                <a:gd name="connsiteY62" fmla="*/ 121934 h 361333"/>
                <a:gd name="connsiteX63" fmla="*/ 177001 w 361670"/>
                <a:gd name="connsiteY63" fmla="*/ 123849 h 361333"/>
                <a:gd name="connsiteX64" fmla="*/ 177001 w 361670"/>
                <a:gd name="connsiteY64" fmla="*/ 84269 h 361333"/>
                <a:gd name="connsiteX65" fmla="*/ 177001 w 361670"/>
                <a:gd name="connsiteY65" fmla="*/ 82992 h 361333"/>
                <a:gd name="connsiteX66" fmla="*/ 183391 w 361670"/>
                <a:gd name="connsiteY66" fmla="*/ 69586 h 361333"/>
                <a:gd name="connsiteX67" fmla="*/ 198088 w 361670"/>
                <a:gd name="connsiteY67" fmla="*/ 63202 h 361333"/>
                <a:gd name="connsiteX68" fmla="*/ 219175 w 361670"/>
                <a:gd name="connsiteY68" fmla="*/ 84269 h 361333"/>
                <a:gd name="connsiteX69" fmla="*/ 219175 w 361670"/>
                <a:gd name="connsiteY69" fmla="*/ 178113 h 361333"/>
                <a:gd name="connsiteX70" fmla="*/ 231315 w 361670"/>
                <a:gd name="connsiteY70" fmla="*/ 157684 h 361333"/>
                <a:gd name="connsiteX71" fmla="*/ 265182 w 361670"/>
                <a:gd name="connsiteY71" fmla="*/ 148747 h 361333"/>
                <a:gd name="connsiteX72" fmla="*/ 273490 w 361670"/>
                <a:gd name="connsiteY72" fmla="*/ 16662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61670" h="361333">
                  <a:moveTo>
                    <a:pt x="180836" y="0"/>
                  </a:moveTo>
                  <a:cubicBezTo>
                    <a:pt x="80513" y="0"/>
                    <a:pt x="0" y="81077"/>
                    <a:pt x="0" y="180667"/>
                  </a:cubicBezTo>
                  <a:cubicBezTo>
                    <a:pt x="0" y="280257"/>
                    <a:pt x="81152" y="361333"/>
                    <a:pt x="180836" y="361333"/>
                  </a:cubicBezTo>
                  <a:cubicBezTo>
                    <a:pt x="281157" y="361333"/>
                    <a:pt x="361670" y="280257"/>
                    <a:pt x="361670" y="180667"/>
                  </a:cubicBezTo>
                  <a:cubicBezTo>
                    <a:pt x="361670" y="81077"/>
                    <a:pt x="281157" y="0"/>
                    <a:pt x="180836" y="0"/>
                  </a:cubicBezTo>
                  <a:close/>
                  <a:moveTo>
                    <a:pt x="273490" y="166622"/>
                  </a:moveTo>
                  <a:lnTo>
                    <a:pt x="240900" y="244506"/>
                  </a:lnTo>
                  <a:cubicBezTo>
                    <a:pt x="237705" y="252806"/>
                    <a:pt x="231315" y="260466"/>
                    <a:pt x="223009" y="266850"/>
                  </a:cubicBezTo>
                  <a:cubicBezTo>
                    <a:pt x="220453" y="268766"/>
                    <a:pt x="219175" y="271319"/>
                    <a:pt x="219175" y="274511"/>
                  </a:cubicBezTo>
                  <a:lnTo>
                    <a:pt x="219175" y="292386"/>
                  </a:lnTo>
                  <a:cubicBezTo>
                    <a:pt x="219175" y="296217"/>
                    <a:pt x="216619" y="298770"/>
                    <a:pt x="212785" y="298770"/>
                  </a:cubicBezTo>
                  <a:cubicBezTo>
                    <a:pt x="208951" y="298770"/>
                    <a:pt x="206395" y="296217"/>
                    <a:pt x="206395" y="292386"/>
                  </a:cubicBezTo>
                  <a:lnTo>
                    <a:pt x="206395" y="274511"/>
                  </a:lnTo>
                  <a:cubicBezTo>
                    <a:pt x="206395" y="267489"/>
                    <a:pt x="209590" y="260466"/>
                    <a:pt x="215341" y="256636"/>
                  </a:cubicBezTo>
                  <a:cubicBezTo>
                    <a:pt x="221092" y="252167"/>
                    <a:pt x="226204" y="245783"/>
                    <a:pt x="228760" y="240038"/>
                  </a:cubicBezTo>
                  <a:lnTo>
                    <a:pt x="261349" y="162153"/>
                  </a:lnTo>
                  <a:cubicBezTo>
                    <a:pt x="260710" y="162153"/>
                    <a:pt x="258154" y="160238"/>
                    <a:pt x="254320" y="159600"/>
                  </a:cubicBezTo>
                  <a:cubicBezTo>
                    <a:pt x="251764" y="159600"/>
                    <a:pt x="246013" y="159600"/>
                    <a:pt x="242179" y="165345"/>
                  </a:cubicBezTo>
                  <a:cubicBezTo>
                    <a:pt x="230677" y="183859"/>
                    <a:pt x="217897" y="204926"/>
                    <a:pt x="217897" y="204926"/>
                  </a:cubicBezTo>
                  <a:lnTo>
                    <a:pt x="217258" y="205564"/>
                  </a:lnTo>
                  <a:cubicBezTo>
                    <a:pt x="215980" y="207479"/>
                    <a:pt x="213424" y="208756"/>
                    <a:pt x="210868" y="208756"/>
                  </a:cubicBezTo>
                  <a:cubicBezTo>
                    <a:pt x="208951" y="208756"/>
                    <a:pt x="207034" y="208756"/>
                    <a:pt x="204478" y="208756"/>
                  </a:cubicBezTo>
                  <a:cubicBezTo>
                    <a:pt x="185947" y="208756"/>
                    <a:pt x="168056" y="217055"/>
                    <a:pt x="155915" y="231100"/>
                  </a:cubicBezTo>
                  <a:cubicBezTo>
                    <a:pt x="153358" y="233654"/>
                    <a:pt x="149525" y="234292"/>
                    <a:pt x="146969" y="231738"/>
                  </a:cubicBezTo>
                  <a:cubicBezTo>
                    <a:pt x="144412" y="229185"/>
                    <a:pt x="143774" y="225355"/>
                    <a:pt x="146330" y="222801"/>
                  </a:cubicBezTo>
                  <a:cubicBezTo>
                    <a:pt x="161026" y="205564"/>
                    <a:pt x="182752" y="195988"/>
                    <a:pt x="205756" y="195988"/>
                  </a:cubicBezTo>
                  <a:lnTo>
                    <a:pt x="205756" y="85546"/>
                  </a:lnTo>
                  <a:cubicBezTo>
                    <a:pt x="205756" y="81077"/>
                    <a:pt x="201922" y="77246"/>
                    <a:pt x="197449" y="77246"/>
                  </a:cubicBezTo>
                  <a:cubicBezTo>
                    <a:pt x="194893" y="77246"/>
                    <a:pt x="192976" y="77885"/>
                    <a:pt x="191698" y="79800"/>
                  </a:cubicBezTo>
                  <a:cubicBezTo>
                    <a:pt x="190420" y="81077"/>
                    <a:pt x="189142" y="82992"/>
                    <a:pt x="189142" y="84907"/>
                  </a:cubicBezTo>
                  <a:lnTo>
                    <a:pt x="189142" y="143640"/>
                  </a:lnTo>
                  <a:cubicBezTo>
                    <a:pt x="189142" y="143640"/>
                    <a:pt x="189142" y="144278"/>
                    <a:pt x="189142" y="144278"/>
                  </a:cubicBezTo>
                  <a:lnTo>
                    <a:pt x="189142" y="173006"/>
                  </a:lnTo>
                  <a:cubicBezTo>
                    <a:pt x="189142" y="184497"/>
                    <a:pt x="179557" y="194073"/>
                    <a:pt x="168056" y="194073"/>
                  </a:cubicBezTo>
                  <a:cubicBezTo>
                    <a:pt x="163582" y="194073"/>
                    <a:pt x="159110" y="192158"/>
                    <a:pt x="155276" y="189604"/>
                  </a:cubicBezTo>
                  <a:cubicBezTo>
                    <a:pt x="154636" y="190243"/>
                    <a:pt x="153997" y="190881"/>
                    <a:pt x="153358" y="191519"/>
                  </a:cubicBezTo>
                  <a:cubicBezTo>
                    <a:pt x="149525" y="195350"/>
                    <a:pt x="143774" y="197903"/>
                    <a:pt x="138661" y="197903"/>
                  </a:cubicBezTo>
                  <a:cubicBezTo>
                    <a:pt x="132911" y="197903"/>
                    <a:pt x="127799" y="195350"/>
                    <a:pt x="123965" y="191519"/>
                  </a:cubicBezTo>
                  <a:cubicBezTo>
                    <a:pt x="120131" y="195350"/>
                    <a:pt x="115019" y="197903"/>
                    <a:pt x="109268" y="197903"/>
                  </a:cubicBezTo>
                  <a:cubicBezTo>
                    <a:pt x="106073" y="197903"/>
                    <a:pt x="103517" y="197265"/>
                    <a:pt x="100961" y="195988"/>
                  </a:cubicBezTo>
                  <a:lnTo>
                    <a:pt x="100961" y="221524"/>
                  </a:lnTo>
                  <a:cubicBezTo>
                    <a:pt x="100961" y="233015"/>
                    <a:pt x="105434" y="244506"/>
                    <a:pt x="113741" y="252806"/>
                  </a:cubicBezTo>
                  <a:cubicBezTo>
                    <a:pt x="117575" y="257274"/>
                    <a:pt x="120131" y="262382"/>
                    <a:pt x="120131" y="268127"/>
                  </a:cubicBezTo>
                  <a:lnTo>
                    <a:pt x="120131" y="293025"/>
                  </a:lnTo>
                  <a:cubicBezTo>
                    <a:pt x="120131" y="296855"/>
                    <a:pt x="117575" y="299409"/>
                    <a:pt x="113741" y="299409"/>
                  </a:cubicBezTo>
                  <a:cubicBezTo>
                    <a:pt x="109907" y="299409"/>
                    <a:pt x="107351" y="296855"/>
                    <a:pt x="107351" y="293025"/>
                  </a:cubicBezTo>
                  <a:lnTo>
                    <a:pt x="107351" y="268127"/>
                  </a:lnTo>
                  <a:cubicBezTo>
                    <a:pt x="107351" y="265574"/>
                    <a:pt x="106712" y="263020"/>
                    <a:pt x="104795" y="261743"/>
                  </a:cubicBezTo>
                  <a:cubicBezTo>
                    <a:pt x="94571" y="250890"/>
                    <a:pt x="88820" y="236846"/>
                    <a:pt x="88820" y="221524"/>
                  </a:cubicBezTo>
                  <a:lnTo>
                    <a:pt x="88820" y="176836"/>
                  </a:lnTo>
                  <a:cubicBezTo>
                    <a:pt x="88820" y="176836"/>
                    <a:pt x="88820" y="176836"/>
                    <a:pt x="88820" y="176198"/>
                  </a:cubicBezTo>
                  <a:cubicBezTo>
                    <a:pt x="88820" y="176198"/>
                    <a:pt x="88820" y="175560"/>
                    <a:pt x="88820" y="175560"/>
                  </a:cubicBezTo>
                  <a:lnTo>
                    <a:pt x="88820" y="174283"/>
                  </a:lnTo>
                  <a:cubicBezTo>
                    <a:pt x="88820" y="174283"/>
                    <a:pt x="88820" y="174283"/>
                    <a:pt x="88820" y="174283"/>
                  </a:cubicBezTo>
                  <a:lnTo>
                    <a:pt x="88820" y="155769"/>
                  </a:lnTo>
                  <a:cubicBezTo>
                    <a:pt x="88820" y="150024"/>
                    <a:pt x="90737" y="144916"/>
                    <a:pt x="95210" y="141086"/>
                  </a:cubicBezTo>
                  <a:cubicBezTo>
                    <a:pt x="99044" y="137256"/>
                    <a:pt x="104795" y="134702"/>
                    <a:pt x="109907" y="134702"/>
                  </a:cubicBezTo>
                  <a:cubicBezTo>
                    <a:pt x="114380" y="134702"/>
                    <a:pt x="118214" y="135979"/>
                    <a:pt x="122048" y="138533"/>
                  </a:cubicBezTo>
                  <a:cubicBezTo>
                    <a:pt x="122686" y="137256"/>
                    <a:pt x="123965" y="135979"/>
                    <a:pt x="124604" y="135341"/>
                  </a:cubicBezTo>
                  <a:cubicBezTo>
                    <a:pt x="128438" y="131510"/>
                    <a:pt x="134189" y="128957"/>
                    <a:pt x="139301" y="128957"/>
                  </a:cubicBezTo>
                  <a:cubicBezTo>
                    <a:pt x="143774" y="128957"/>
                    <a:pt x="147607" y="130233"/>
                    <a:pt x="150802" y="132149"/>
                  </a:cubicBezTo>
                  <a:cubicBezTo>
                    <a:pt x="151441" y="130872"/>
                    <a:pt x="152720" y="129595"/>
                    <a:pt x="153997" y="128318"/>
                  </a:cubicBezTo>
                  <a:cubicBezTo>
                    <a:pt x="157831" y="124488"/>
                    <a:pt x="163582" y="121934"/>
                    <a:pt x="168695" y="121934"/>
                  </a:cubicBezTo>
                  <a:cubicBezTo>
                    <a:pt x="171889" y="121934"/>
                    <a:pt x="174446" y="122573"/>
                    <a:pt x="177001" y="123849"/>
                  </a:cubicBezTo>
                  <a:lnTo>
                    <a:pt x="177001" y="84269"/>
                  </a:lnTo>
                  <a:cubicBezTo>
                    <a:pt x="177001" y="83630"/>
                    <a:pt x="177001" y="82992"/>
                    <a:pt x="177001" y="82992"/>
                  </a:cubicBezTo>
                  <a:cubicBezTo>
                    <a:pt x="177641" y="77885"/>
                    <a:pt x="179557" y="73416"/>
                    <a:pt x="183391" y="69586"/>
                  </a:cubicBezTo>
                  <a:cubicBezTo>
                    <a:pt x="187225" y="65755"/>
                    <a:pt x="192976" y="63202"/>
                    <a:pt x="198088" y="63202"/>
                  </a:cubicBezTo>
                  <a:cubicBezTo>
                    <a:pt x="209590" y="63202"/>
                    <a:pt x="219175" y="72778"/>
                    <a:pt x="219175" y="84269"/>
                  </a:cubicBezTo>
                  <a:lnTo>
                    <a:pt x="219175" y="178113"/>
                  </a:lnTo>
                  <a:cubicBezTo>
                    <a:pt x="223009" y="171729"/>
                    <a:pt x="227482" y="164707"/>
                    <a:pt x="231315" y="157684"/>
                  </a:cubicBezTo>
                  <a:cubicBezTo>
                    <a:pt x="238984" y="145555"/>
                    <a:pt x="254959" y="143640"/>
                    <a:pt x="265182" y="148747"/>
                  </a:cubicBezTo>
                  <a:cubicBezTo>
                    <a:pt x="272211" y="152577"/>
                    <a:pt x="276045" y="159600"/>
                    <a:pt x="273490" y="166622"/>
                  </a:cubicBezTo>
                  <a:close/>
                </a:path>
              </a:pathLst>
            </a:custGeom>
            <a:solidFill>
              <a:srgbClr val="0076A8"/>
            </a:solidFill>
            <a:ln w="6390" cap="flat">
              <a:noFill/>
              <a:prstDash val="solid"/>
              <a:miter/>
            </a:ln>
          </p:spPr>
          <p:txBody>
            <a:bodyPr rtlCol="0" anchor="ctr"/>
            <a:lstStyle/>
            <a:p>
              <a:endParaRPr lang="en-US"/>
            </a:p>
          </p:txBody>
        </p:sp>
        <p:sp>
          <p:nvSpPr>
            <p:cNvPr id="271" name="Graphic 4">
              <a:extLst>
                <a:ext uri="{FF2B5EF4-FFF2-40B4-BE49-F238E27FC236}">
                  <a16:creationId xmlns:a16="http://schemas.microsoft.com/office/drawing/2014/main" id="{3A4D23FA-8AE1-BC4D-A5C1-838A3823893E}"/>
                </a:ext>
              </a:extLst>
            </p:cNvPr>
            <p:cNvSpPr/>
            <p:nvPr/>
          </p:nvSpPr>
          <p:spPr>
            <a:xfrm>
              <a:off x="8340785" y="3487093"/>
              <a:ext cx="16613" cy="36388"/>
            </a:xfrm>
            <a:custGeom>
              <a:avLst/>
              <a:gdLst>
                <a:gd name="connsiteX0" fmla="*/ 8306 w 16613"/>
                <a:gd name="connsiteY0" fmla="*/ 0 h 36388"/>
                <a:gd name="connsiteX1" fmla="*/ 2555 w 16613"/>
                <a:gd name="connsiteY1" fmla="*/ 2554 h 36388"/>
                <a:gd name="connsiteX2" fmla="*/ 0 w 16613"/>
                <a:gd name="connsiteY2" fmla="*/ 8299 h 36388"/>
                <a:gd name="connsiteX3" fmla="*/ 0 w 16613"/>
                <a:gd name="connsiteY3" fmla="*/ 13407 h 36388"/>
                <a:gd name="connsiteX4" fmla="*/ 0 w 16613"/>
                <a:gd name="connsiteY4" fmla="*/ 26175 h 36388"/>
                <a:gd name="connsiteX5" fmla="*/ 0 w 16613"/>
                <a:gd name="connsiteY5" fmla="*/ 28090 h 36388"/>
                <a:gd name="connsiteX6" fmla="*/ 2555 w 16613"/>
                <a:gd name="connsiteY6" fmla="*/ 33835 h 36388"/>
                <a:gd name="connsiteX7" fmla="*/ 8306 w 16613"/>
                <a:gd name="connsiteY7" fmla="*/ 36389 h 36388"/>
                <a:gd name="connsiteX8" fmla="*/ 16614 w 16613"/>
                <a:gd name="connsiteY8" fmla="*/ 28090 h 36388"/>
                <a:gd name="connsiteX9" fmla="*/ 16614 w 16613"/>
                <a:gd name="connsiteY9" fmla="*/ 8299 h 36388"/>
                <a:gd name="connsiteX10" fmla="*/ 8306 w 16613"/>
                <a:gd name="connsiteY10" fmla="*/ 0 h 36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13" h="36388">
                  <a:moveTo>
                    <a:pt x="8306" y="0"/>
                  </a:moveTo>
                  <a:cubicBezTo>
                    <a:pt x="5750" y="0"/>
                    <a:pt x="3834" y="639"/>
                    <a:pt x="2555" y="2554"/>
                  </a:cubicBezTo>
                  <a:cubicBezTo>
                    <a:pt x="639" y="4469"/>
                    <a:pt x="0" y="6384"/>
                    <a:pt x="0" y="8299"/>
                  </a:cubicBezTo>
                  <a:lnTo>
                    <a:pt x="0" y="13407"/>
                  </a:lnTo>
                  <a:lnTo>
                    <a:pt x="0" y="26175"/>
                  </a:lnTo>
                  <a:lnTo>
                    <a:pt x="0" y="28090"/>
                  </a:lnTo>
                  <a:cubicBezTo>
                    <a:pt x="0" y="30005"/>
                    <a:pt x="639" y="32559"/>
                    <a:pt x="2555" y="33835"/>
                  </a:cubicBezTo>
                  <a:cubicBezTo>
                    <a:pt x="4473" y="35751"/>
                    <a:pt x="6390" y="36389"/>
                    <a:pt x="8306" y="36389"/>
                  </a:cubicBezTo>
                  <a:cubicBezTo>
                    <a:pt x="12780" y="36389"/>
                    <a:pt x="16614" y="32559"/>
                    <a:pt x="16614" y="28090"/>
                  </a:cubicBezTo>
                  <a:lnTo>
                    <a:pt x="16614" y="8299"/>
                  </a:lnTo>
                  <a:cubicBezTo>
                    <a:pt x="16614" y="3831"/>
                    <a:pt x="12780" y="0"/>
                    <a:pt x="8306" y="0"/>
                  </a:cubicBezTo>
                  <a:close/>
                </a:path>
              </a:pathLst>
            </a:custGeom>
            <a:solidFill>
              <a:srgbClr val="0076A8"/>
            </a:solidFill>
            <a:ln w="6390" cap="flat">
              <a:noFill/>
              <a:prstDash val="solid"/>
              <a:miter/>
            </a:ln>
          </p:spPr>
          <p:txBody>
            <a:bodyPr rtlCol="0" anchor="ctr"/>
            <a:lstStyle/>
            <a:p>
              <a:endParaRPr lang="en-US"/>
            </a:p>
          </p:txBody>
        </p:sp>
      </p:grpSp>
      <p:sp>
        <p:nvSpPr>
          <p:cNvPr id="272" name="Graphic 4">
            <a:extLst>
              <a:ext uri="{FF2B5EF4-FFF2-40B4-BE49-F238E27FC236}">
                <a16:creationId xmlns:a16="http://schemas.microsoft.com/office/drawing/2014/main" id="{19499F42-10CA-C244-A975-B1216C305CFA}"/>
              </a:ext>
            </a:extLst>
          </p:cNvPr>
          <p:cNvSpPr>
            <a:spLocks noChangeAspect="1"/>
          </p:cNvSpPr>
          <p:nvPr/>
        </p:nvSpPr>
        <p:spPr>
          <a:xfrm>
            <a:off x="7192513" y="3824168"/>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261987 w 361670"/>
              <a:gd name="connsiteY5" fmla="*/ 124488 h 361333"/>
              <a:gd name="connsiteX6" fmla="*/ 261987 w 361670"/>
              <a:gd name="connsiteY6" fmla="*/ 141086 h 361333"/>
              <a:gd name="connsiteX7" fmla="*/ 261987 w 361670"/>
              <a:gd name="connsiteY7" fmla="*/ 197265 h 361333"/>
              <a:gd name="connsiteX8" fmla="*/ 244735 w 361670"/>
              <a:gd name="connsiteY8" fmla="*/ 240676 h 361333"/>
              <a:gd name="connsiteX9" fmla="*/ 241540 w 361670"/>
              <a:gd name="connsiteY9" fmla="*/ 248337 h 361333"/>
              <a:gd name="connsiteX10" fmla="*/ 241540 w 361670"/>
              <a:gd name="connsiteY10" fmla="*/ 275149 h 361333"/>
              <a:gd name="connsiteX11" fmla="*/ 235150 w 361670"/>
              <a:gd name="connsiteY11" fmla="*/ 281533 h 361333"/>
              <a:gd name="connsiteX12" fmla="*/ 228760 w 361670"/>
              <a:gd name="connsiteY12" fmla="*/ 275149 h 361333"/>
              <a:gd name="connsiteX13" fmla="*/ 228760 w 361670"/>
              <a:gd name="connsiteY13" fmla="*/ 248337 h 361333"/>
              <a:gd name="connsiteX14" fmla="*/ 235150 w 361670"/>
              <a:gd name="connsiteY14" fmla="*/ 231738 h 361333"/>
              <a:gd name="connsiteX15" fmla="*/ 249208 w 361670"/>
              <a:gd name="connsiteY15" fmla="*/ 197265 h 361333"/>
              <a:gd name="connsiteX16" fmla="*/ 249208 w 361670"/>
              <a:gd name="connsiteY16" fmla="*/ 141086 h 361333"/>
              <a:gd name="connsiteX17" fmla="*/ 249208 w 361670"/>
              <a:gd name="connsiteY17" fmla="*/ 125126 h 361333"/>
              <a:gd name="connsiteX18" fmla="*/ 249208 w 361670"/>
              <a:gd name="connsiteY18" fmla="*/ 123211 h 361333"/>
              <a:gd name="connsiteX19" fmla="*/ 246651 w 361670"/>
              <a:gd name="connsiteY19" fmla="*/ 116188 h 361333"/>
              <a:gd name="connsiteX20" fmla="*/ 239623 w 361670"/>
              <a:gd name="connsiteY20" fmla="*/ 113635 h 361333"/>
              <a:gd name="connsiteX21" fmla="*/ 230038 w 361670"/>
              <a:gd name="connsiteY21" fmla="*/ 123211 h 361333"/>
              <a:gd name="connsiteX22" fmla="*/ 230038 w 361670"/>
              <a:gd name="connsiteY22" fmla="*/ 138532 h 361333"/>
              <a:gd name="connsiteX23" fmla="*/ 230038 w 361670"/>
              <a:gd name="connsiteY23" fmla="*/ 138532 h 361333"/>
              <a:gd name="connsiteX24" fmla="*/ 230038 w 361670"/>
              <a:gd name="connsiteY24" fmla="*/ 139809 h 361333"/>
              <a:gd name="connsiteX25" fmla="*/ 223648 w 361670"/>
              <a:gd name="connsiteY25" fmla="*/ 146193 h 361333"/>
              <a:gd name="connsiteX26" fmla="*/ 217258 w 361670"/>
              <a:gd name="connsiteY26" fmla="*/ 139809 h 361333"/>
              <a:gd name="connsiteX27" fmla="*/ 217258 w 361670"/>
              <a:gd name="connsiteY27" fmla="*/ 123211 h 361333"/>
              <a:gd name="connsiteX28" fmla="*/ 217258 w 361670"/>
              <a:gd name="connsiteY28" fmla="*/ 123211 h 361333"/>
              <a:gd name="connsiteX29" fmla="*/ 217258 w 361670"/>
              <a:gd name="connsiteY29" fmla="*/ 111081 h 361333"/>
              <a:gd name="connsiteX30" fmla="*/ 214702 w 361670"/>
              <a:gd name="connsiteY30" fmla="*/ 104059 h 361333"/>
              <a:gd name="connsiteX31" fmla="*/ 207673 w 361670"/>
              <a:gd name="connsiteY31" fmla="*/ 101505 h 361333"/>
              <a:gd name="connsiteX32" fmla="*/ 198088 w 361670"/>
              <a:gd name="connsiteY32" fmla="*/ 110443 h 361333"/>
              <a:gd name="connsiteX33" fmla="*/ 198088 w 361670"/>
              <a:gd name="connsiteY33" fmla="*/ 138532 h 361333"/>
              <a:gd name="connsiteX34" fmla="*/ 191698 w 361670"/>
              <a:gd name="connsiteY34" fmla="*/ 144916 h 361333"/>
              <a:gd name="connsiteX35" fmla="*/ 185308 w 361670"/>
              <a:gd name="connsiteY35" fmla="*/ 138532 h 361333"/>
              <a:gd name="connsiteX36" fmla="*/ 185308 w 361670"/>
              <a:gd name="connsiteY36" fmla="*/ 128318 h 361333"/>
              <a:gd name="connsiteX37" fmla="*/ 185308 w 361670"/>
              <a:gd name="connsiteY37" fmla="*/ 128318 h 361333"/>
              <a:gd name="connsiteX38" fmla="*/ 185308 w 361670"/>
              <a:gd name="connsiteY38" fmla="*/ 111720 h 361333"/>
              <a:gd name="connsiteX39" fmla="*/ 185308 w 361670"/>
              <a:gd name="connsiteY39" fmla="*/ 110443 h 361333"/>
              <a:gd name="connsiteX40" fmla="*/ 185308 w 361670"/>
              <a:gd name="connsiteY40" fmla="*/ 104059 h 361333"/>
              <a:gd name="connsiteX41" fmla="*/ 182752 w 361670"/>
              <a:gd name="connsiteY41" fmla="*/ 97036 h 361333"/>
              <a:gd name="connsiteX42" fmla="*/ 175723 w 361670"/>
              <a:gd name="connsiteY42" fmla="*/ 94483 h 361333"/>
              <a:gd name="connsiteX43" fmla="*/ 166138 w 361670"/>
              <a:gd name="connsiteY43" fmla="*/ 104059 h 361333"/>
              <a:gd name="connsiteX44" fmla="*/ 166138 w 361670"/>
              <a:gd name="connsiteY44" fmla="*/ 111081 h 361333"/>
              <a:gd name="connsiteX45" fmla="*/ 166138 w 361670"/>
              <a:gd name="connsiteY45" fmla="*/ 112358 h 361333"/>
              <a:gd name="connsiteX46" fmla="*/ 166138 w 361670"/>
              <a:gd name="connsiteY46" fmla="*/ 112358 h 361333"/>
              <a:gd name="connsiteX47" fmla="*/ 166138 w 361670"/>
              <a:gd name="connsiteY47" fmla="*/ 137894 h 361333"/>
              <a:gd name="connsiteX48" fmla="*/ 159748 w 361670"/>
              <a:gd name="connsiteY48" fmla="*/ 144278 h 361333"/>
              <a:gd name="connsiteX49" fmla="*/ 153358 w 361670"/>
              <a:gd name="connsiteY49" fmla="*/ 137894 h 361333"/>
              <a:gd name="connsiteX50" fmla="*/ 153358 w 361670"/>
              <a:gd name="connsiteY50" fmla="*/ 111081 h 361333"/>
              <a:gd name="connsiteX51" fmla="*/ 150802 w 361670"/>
              <a:gd name="connsiteY51" fmla="*/ 105336 h 361333"/>
              <a:gd name="connsiteX52" fmla="*/ 143774 w 361670"/>
              <a:gd name="connsiteY52" fmla="*/ 102782 h 361333"/>
              <a:gd name="connsiteX53" fmla="*/ 134189 w 361670"/>
              <a:gd name="connsiteY53" fmla="*/ 112358 h 361333"/>
              <a:gd name="connsiteX54" fmla="*/ 134189 w 361670"/>
              <a:gd name="connsiteY54" fmla="*/ 166622 h 361333"/>
              <a:gd name="connsiteX55" fmla="*/ 127799 w 361670"/>
              <a:gd name="connsiteY55" fmla="*/ 173006 h 361333"/>
              <a:gd name="connsiteX56" fmla="*/ 121409 w 361670"/>
              <a:gd name="connsiteY56" fmla="*/ 166622 h 361333"/>
              <a:gd name="connsiteX57" fmla="*/ 121409 w 361670"/>
              <a:gd name="connsiteY57" fmla="*/ 139171 h 361333"/>
              <a:gd name="connsiteX58" fmla="*/ 120770 w 361670"/>
              <a:gd name="connsiteY58" fmla="*/ 139171 h 361333"/>
              <a:gd name="connsiteX59" fmla="*/ 113102 w 361670"/>
              <a:gd name="connsiteY59" fmla="*/ 146832 h 361333"/>
              <a:gd name="connsiteX60" fmla="*/ 113102 w 361670"/>
              <a:gd name="connsiteY60" fmla="*/ 191519 h 361333"/>
              <a:gd name="connsiteX61" fmla="*/ 134828 w 361670"/>
              <a:gd name="connsiteY61" fmla="*/ 231100 h 361333"/>
              <a:gd name="connsiteX62" fmla="*/ 145052 w 361670"/>
              <a:gd name="connsiteY62" fmla="*/ 250890 h 361333"/>
              <a:gd name="connsiteX63" fmla="*/ 145052 w 361670"/>
              <a:gd name="connsiteY63" fmla="*/ 275149 h 361333"/>
              <a:gd name="connsiteX64" fmla="*/ 138662 w 361670"/>
              <a:gd name="connsiteY64" fmla="*/ 281533 h 361333"/>
              <a:gd name="connsiteX65" fmla="*/ 132272 w 361670"/>
              <a:gd name="connsiteY65" fmla="*/ 275149 h 361333"/>
              <a:gd name="connsiteX66" fmla="*/ 132272 w 361670"/>
              <a:gd name="connsiteY66" fmla="*/ 250890 h 361333"/>
              <a:gd name="connsiteX67" fmla="*/ 127160 w 361670"/>
              <a:gd name="connsiteY67" fmla="*/ 241953 h 361333"/>
              <a:gd name="connsiteX68" fmla="*/ 99683 w 361670"/>
              <a:gd name="connsiteY68" fmla="*/ 192158 h 361333"/>
              <a:gd name="connsiteX69" fmla="*/ 99683 w 361670"/>
              <a:gd name="connsiteY69" fmla="*/ 190243 h 361333"/>
              <a:gd name="connsiteX70" fmla="*/ 99683 w 361670"/>
              <a:gd name="connsiteY70" fmla="*/ 146832 h 361333"/>
              <a:gd name="connsiteX71" fmla="*/ 120131 w 361670"/>
              <a:gd name="connsiteY71" fmla="*/ 126403 h 361333"/>
              <a:gd name="connsiteX72" fmla="*/ 120770 w 361670"/>
              <a:gd name="connsiteY72" fmla="*/ 126403 h 361333"/>
              <a:gd name="connsiteX73" fmla="*/ 120770 w 361670"/>
              <a:gd name="connsiteY73" fmla="*/ 112358 h 361333"/>
              <a:gd name="connsiteX74" fmla="*/ 143135 w 361670"/>
              <a:gd name="connsiteY74" fmla="*/ 90014 h 361333"/>
              <a:gd name="connsiteX75" fmla="*/ 155276 w 361670"/>
              <a:gd name="connsiteY75" fmla="*/ 93844 h 361333"/>
              <a:gd name="connsiteX76" fmla="*/ 175084 w 361670"/>
              <a:gd name="connsiteY76" fmla="*/ 81715 h 361333"/>
              <a:gd name="connsiteX77" fmla="*/ 191059 w 361670"/>
              <a:gd name="connsiteY77" fmla="*/ 88099 h 361333"/>
              <a:gd name="connsiteX78" fmla="*/ 194893 w 361670"/>
              <a:gd name="connsiteY78" fmla="*/ 93206 h 361333"/>
              <a:gd name="connsiteX79" fmla="*/ 207673 w 361670"/>
              <a:gd name="connsiteY79" fmla="*/ 89376 h 361333"/>
              <a:gd name="connsiteX80" fmla="*/ 223648 w 361670"/>
              <a:gd name="connsiteY80" fmla="*/ 95760 h 361333"/>
              <a:gd name="connsiteX81" fmla="*/ 228760 w 361670"/>
              <a:gd name="connsiteY81" fmla="*/ 104059 h 361333"/>
              <a:gd name="connsiteX82" fmla="*/ 239623 w 361670"/>
              <a:gd name="connsiteY82" fmla="*/ 100867 h 361333"/>
              <a:gd name="connsiteX83" fmla="*/ 255597 w 361670"/>
              <a:gd name="connsiteY83" fmla="*/ 107251 h 361333"/>
              <a:gd name="connsiteX84" fmla="*/ 261987 w 361670"/>
              <a:gd name="connsiteY84" fmla="*/ 123211 h 361333"/>
              <a:gd name="connsiteX85" fmla="*/ 261987 w 361670"/>
              <a:gd name="connsiteY85" fmla="*/ 12448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361670" h="361333">
                <a:moveTo>
                  <a:pt x="180836" y="0"/>
                </a:moveTo>
                <a:cubicBezTo>
                  <a:pt x="80513" y="0"/>
                  <a:pt x="0" y="81076"/>
                  <a:pt x="0" y="180667"/>
                </a:cubicBezTo>
                <a:cubicBezTo>
                  <a:pt x="0" y="280257"/>
                  <a:pt x="81153" y="361333"/>
                  <a:pt x="180836" y="361333"/>
                </a:cubicBezTo>
                <a:cubicBezTo>
                  <a:pt x="281157" y="361333"/>
                  <a:pt x="361670" y="280257"/>
                  <a:pt x="361670" y="180667"/>
                </a:cubicBezTo>
                <a:cubicBezTo>
                  <a:pt x="361670" y="81076"/>
                  <a:pt x="281157" y="0"/>
                  <a:pt x="180836" y="0"/>
                </a:cubicBezTo>
                <a:close/>
                <a:moveTo>
                  <a:pt x="261987" y="124488"/>
                </a:moveTo>
                <a:lnTo>
                  <a:pt x="261987" y="141086"/>
                </a:lnTo>
                <a:lnTo>
                  <a:pt x="261987" y="197265"/>
                </a:lnTo>
                <a:cubicBezTo>
                  <a:pt x="261987" y="213225"/>
                  <a:pt x="255597" y="228546"/>
                  <a:pt x="244735" y="240676"/>
                </a:cubicBezTo>
                <a:cubicBezTo>
                  <a:pt x="242818" y="242591"/>
                  <a:pt x="241540" y="245145"/>
                  <a:pt x="241540" y="248337"/>
                </a:cubicBezTo>
                <a:lnTo>
                  <a:pt x="241540" y="275149"/>
                </a:lnTo>
                <a:cubicBezTo>
                  <a:pt x="241540" y="278980"/>
                  <a:pt x="238984" y="281533"/>
                  <a:pt x="235150" y="281533"/>
                </a:cubicBezTo>
                <a:cubicBezTo>
                  <a:pt x="231316" y="281533"/>
                  <a:pt x="228760" y="278980"/>
                  <a:pt x="228760" y="275149"/>
                </a:cubicBezTo>
                <a:lnTo>
                  <a:pt x="228760" y="248337"/>
                </a:lnTo>
                <a:cubicBezTo>
                  <a:pt x="228760" y="241953"/>
                  <a:pt x="231316" y="236207"/>
                  <a:pt x="235150" y="231738"/>
                </a:cubicBezTo>
                <a:cubicBezTo>
                  <a:pt x="244096" y="222163"/>
                  <a:pt x="249208" y="210033"/>
                  <a:pt x="249208" y="197265"/>
                </a:cubicBezTo>
                <a:lnTo>
                  <a:pt x="249208" y="141086"/>
                </a:lnTo>
                <a:lnTo>
                  <a:pt x="249208" y="125126"/>
                </a:lnTo>
                <a:lnTo>
                  <a:pt x="249208" y="123211"/>
                </a:lnTo>
                <a:cubicBezTo>
                  <a:pt x="249208" y="120657"/>
                  <a:pt x="247930" y="118104"/>
                  <a:pt x="246651" y="116188"/>
                </a:cubicBezTo>
                <a:cubicBezTo>
                  <a:pt x="244735" y="114273"/>
                  <a:pt x="242179" y="113635"/>
                  <a:pt x="239623" y="113635"/>
                </a:cubicBezTo>
                <a:cubicBezTo>
                  <a:pt x="234511" y="113635"/>
                  <a:pt x="230038" y="118104"/>
                  <a:pt x="230038" y="123211"/>
                </a:cubicBezTo>
                <a:lnTo>
                  <a:pt x="230038" y="138532"/>
                </a:lnTo>
                <a:cubicBezTo>
                  <a:pt x="230038" y="138532"/>
                  <a:pt x="230038" y="138532"/>
                  <a:pt x="230038" y="138532"/>
                </a:cubicBezTo>
                <a:lnTo>
                  <a:pt x="230038" y="139809"/>
                </a:lnTo>
                <a:cubicBezTo>
                  <a:pt x="230038" y="143640"/>
                  <a:pt x="227482" y="146193"/>
                  <a:pt x="223648" y="146193"/>
                </a:cubicBezTo>
                <a:cubicBezTo>
                  <a:pt x="219814" y="146193"/>
                  <a:pt x="217258" y="143640"/>
                  <a:pt x="217258" y="139809"/>
                </a:cubicBezTo>
                <a:lnTo>
                  <a:pt x="217258" y="123211"/>
                </a:lnTo>
                <a:cubicBezTo>
                  <a:pt x="217258" y="123211"/>
                  <a:pt x="217258" y="123211"/>
                  <a:pt x="217258" y="123211"/>
                </a:cubicBezTo>
                <a:lnTo>
                  <a:pt x="217258" y="111081"/>
                </a:lnTo>
                <a:cubicBezTo>
                  <a:pt x="217258" y="108528"/>
                  <a:pt x="215980" y="105974"/>
                  <a:pt x="214702" y="104059"/>
                </a:cubicBezTo>
                <a:cubicBezTo>
                  <a:pt x="212785" y="102144"/>
                  <a:pt x="210229" y="101505"/>
                  <a:pt x="207673" y="101505"/>
                </a:cubicBezTo>
                <a:cubicBezTo>
                  <a:pt x="202561" y="101505"/>
                  <a:pt x="198727" y="105336"/>
                  <a:pt x="198088" y="110443"/>
                </a:cubicBezTo>
                <a:lnTo>
                  <a:pt x="198088" y="138532"/>
                </a:lnTo>
                <a:cubicBezTo>
                  <a:pt x="198088" y="142363"/>
                  <a:pt x="195532" y="144916"/>
                  <a:pt x="191698" y="144916"/>
                </a:cubicBezTo>
                <a:cubicBezTo>
                  <a:pt x="187864" y="144916"/>
                  <a:pt x="185308" y="142363"/>
                  <a:pt x="185308" y="138532"/>
                </a:cubicBezTo>
                <a:lnTo>
                  <a:pt x="185308" y="128318"/>
                </a:lnTo>
                <a:cubicBezTo>
                  <a:pt x="185308" y="128318"/>
                  <a:pt x="185308" y="128318"/>
                  <a:pt x="185308" y="128318"/>
                </a:cubicBezTo>
                <a:lnTo>
                  <a:pt x="185308" y="111720"/>
                </a:lnTo>
                <a:cubicBezTo>
                  <a:pt x="185308" y="111081"/>
                  <a:pt x="185308" y="111081"/>
                  <a:pt x="185308" y="110443"/>
                </a:cubicBezTo>
                <a:lnTo>
                  <a:pt x="185308" y="104059"/>
                </a:lnTo>
                <a:cubicBezTo>
                  <a:pt x="185308" y="101505"/>
                  <a:pt x="184031" y="98952"/>
                  <a:pt x="182752" y="97036"/>
                </a:cubicBezTo>
                <a:cubicBezTo>
                  <a:pt x="180836" y="95121"/>
                  <a:pt x="178279" y="94483"/>
                  <a:pt x="175723" y="94483"/>
                </a:cubicBezTo>
                <a:cubicBezTo>
                  <a:pt x="170612" y="94483"/>
                  <a:pt x="166138" y="98952"/>
                  <a:pt x="166138" y="104059"/>
                </a:cubicBezTo>
                <a:lnTo>
                  <a:pt x="166138" y="111081"/>
                </a:lnTo>
                <a:cubicBezTo>
                  <a:pt x="166138" y="111720"/>
                  <a:pt x="166138" y="111720"/>
                  <a:pt x="166138" y="112358"/>
                </a:cubicBezTo>
                <a:cubicBezTo>
                  <a:pt x="166138" y="112358"/>
                  <a:pt x="166138" y="112358"/>
                  <a:pt x="166138" y="112358"/>
                </a:cubicBezTo>
                <a:lnTo>
                  <a:pt x="166138" y="137894"/>
                </a:lnTo>
                <a:cubicBezTo>
                  <a:pt x="166138" y="141724"/>
                  <a:pt x="163582" y="144278"/>
                  <a:pt x="159748" y="144278"/>
                </a:cubicBezTo>
                <a:cubicBezTo>
                  <a:pt x="155915" y="144278"/>
                  <a:pt x="153358" y="141724"/>
                  <a:pt x="153358" y="137894"/>
                </a:cubicBezTo>
                <a:lnTo>
                  <a:pt x="153358" y="111081"/>
                </a:lnTo>
                <a:cubicBezTo>
                  <a:pt x="153358" y="108528"/>
                  <a:pt x="152081" y="106612"/>
                  <a:pt x="150802" y="105336"/>
                </a:cubicBezTo>
                <a:cubicBezTo>
                  <a:pt x="148886" y="103420"/>
                  <a:pt x="146330" y="102782"/>
                  <a:pt x="143774" y="102782"/>
                </a:cubicBezTo>
                <a:cubicBezTo>
                  <a:pt x="138662" y="102782"/>
                  <a:pt x="134189" y="107251"/>
                  <a:pt x="134189" y="112358"/>
                </a:cubicBezTo>
                <a:lnTo>
                  <a:pt x="134189" y="166622"/>
                </a:lnTo>
                <a:cubicBezTo>
                  <a:pt x="134189" y="170452"/>
                  <a:pt x="131633" y="173006"/>
                  <a:pt x="127799" y="173006"/>
                </a:cubicBezTo>
                <a:cubicBezTo>
                  <a:pt x="123965" y="173006"/>
                  <a:pt x="121409" y="170452"/>
                  <a:pt x="121409" y="166622"/>
                </a:cubicBezTo>
                <a:lnTo>
                  <a:pt x="121409" y="139171"/>
                </a:lnTo>
                <a:lnTo>
                  <a:pt x="120770" y="139171"/>
                </a:lnTo>
                <a:cubicBezTo>
                  <a:pt x="116297" y="139171"/>
                  <a:pt x="113102" y="142363"/>
                  <a:pt x="113102" y="146832"/>
                </a:cubicBezTo>
                <a:lnTo>
                  <a:pt x="113102" y="191519"/>
                </a:lnTo>
                <a:cubicBezTo>
                  <a:pt x="113741" y="207479"/>
                  <a:pt x="122048" y="222163"/>
                  <a:pt x="134828" y="231100"/>
                </a:cubicBezTo>
                <a:cubicBezTo>
                  <a:pt x="141217" y="235569"/>
                  <a:pt x="145052" y="242591"/>
                  <a:pt x="145052" y="250890"/>
                </a:cubicBezTo>
                <a:lnTo>
                  <a:pt x="145052" y="275149"/>
                </a:lnTo>
                <a:cubicBezTo>
                  <a:pt x="145052" y="278980"/>
                  <a:pt x="142496" y="281533"/>
                  <a:pt x="138662" y="281533"/>
                </a:cubicBezTo>
                <a:cubicBezTo>
                  <a:pt x="134828" y="281533"/>
                  <a:pt x="132272" y="278980"/>
                  <a:pt x="132272" y="275149"/>
                </a:cubicBezTo>
                <a:lnTo>
                  <a:pt x="132272" y="250890"/>
                </a:lnTo>
                <a:cubicBezTo>
                  <a:pt x="132272" y="247060"/>
                  <a:pt x="130355" y="243868"/>
                  <a:pt x="127160" y="241953"/>
                </a:cubicBezTo>
                <a:cubicBezTo>
                  <a:pt x="110546" y="230462"/>
                  <a:pt x="100322" y="211948"/>
                  <a:pt x="99683" y="192158"/>
                </a:cubicBezTo>
                <a:cubicBezTo>
                  <a:pt x="99683" y="191519"/>
                  <a:pt x="99683" y="190881"/>
                  <a:pt x="99683" y="190243"/>
                </a:cubicBezTo>
                <a:lnTo>
                  <a:pt x="99683" y="146832"/>
                </a:lnTo>
                <a:cubicBezTo>
                  <a:pt x="99683" y="135340"/>
                  <a:pt x="108629" y="126403"/>
                  <a:pt x="120131" y="126403"/>
                </a:cubicBezTo>
                <a:lnTo>
                  <a:pt x="120770" y="126403"/>
                </a:lnTo>
                <a:lnTo>
                  <a:pt x="120770" y="112358"/>
                </a:lnTo>
                <a:cubicBezTo>
                  <a:pt x="120770" y="100228"/>
                  <a:pt x="130994" y="90014"/>
                  <a:pt x="143135" y="90014"/>
                </a:cubicBezTo>
                <a:cubicBezTo>
                  <a:pt x="147607" y="90014"/>
                  <a:pt x="152081" y="91291"/>
                  <a:pt x="155276" y="93844"/>
                </a:cubicBezTo>
                <a:cubicBezTo>
                  <a:pt x="159110" y="86822"/>
                  <a:pt x="166777" y="81715"/>
                  <a:pt x="175084" y="81715"/>
                </a:cubicBezTo>
                <a:cubicBezTo>
                  <a:pt x="180836" y="81715"/>
                  <a:pt x="186587" y="84268"/>
                  <a:pt x="191059" y="88099"/>
                </a:cubicBezTo>
                <a:cubicBezTo>
                  <a:pt x="192337" y="89376"/>
                  <a:pt x="193615" y="91291"/>
                  <a:pt x="194893" y="93206"/>
                </a:cubicBezTo>
                <a:cubicBezTo>
                  <a:pt x="198727" y="90652"/>
                  <a:pt x="202561" y="89376"/>
                  <a:pt x="207673" y="89376"/>
                </a:cubicBezTo>
                <a:cubicBezTo>
                  <a:pt x="213424" y="89376"/>
                  <a:pt x="219175" y="91929"/>
                  <a:pt x="223648" y="95760"/>
                </a:cubicBezTo>
                <a:cubicBezTo>
                  <a:pt x="226204" y="98313"/>
                  <a:pt x="227482" y="100867"/>
                  <a:pt x="228760" y="104059"/>
                </a:cubicBezTo>
                <a:cubicBezTo>
                  <a:pt x="231955" y="102144"/>
                  <a:pt x="235789" y="100867"/>
                  <a:pt x="239623" y="100867"/>
                </a:cubicBezTo>
                <a:cubicBezTo>
                  <a:pt x="245374" y="100867"/>
                  <a:pt x="251125" y="103420"/>
                  <a:pt x="255597" y="107251"/>
                </a:cubicBezTo>
                <a:cubicBezTo>
                  <a:pt x="260071" y="111720"/>
                  <a:pt x="261987" y="116827"/>
                  <a:pt x="261987" y="123211"/>
                </a:cubicBezTo>
                <a:lnTo>
                  <a:pt x="261987" y="124488"/>
                </a:lnTo>
                <a:close/>
              </a:path>
            </a:pathLst>
          </a:custGeom>
          <a:solidFill>
            <a:srgbClr val="0076A8"/>
          </a:solidFill>
          <a:ln w="6390" cap="flat">
            <a:noFill/>
            <a:prstDash val="solid"/>
            <a:miter/>
          </a:ln>
        </p:spPr>
        <p:txBody>
          <a:bodyPr rtlCol="0" anchor="ctr"/>
          <a:lstStyle/>
          <a:p>
            <a:endParaRPr lang="en-US"/>
          </a:p>
        </p:txBody>
      </p:sp>
      <p:sp>
        <p:nvSpPr>
          <p:cNvPr id="273" name="Graphic 4">
            <a:extLst>
              <a:ext uri="{FF2B5EF4-FFF2-40B4-BE49-F238E27FC236}">
                <a16:creationId xmlns:a16="http://schemas.microsoft.com/office/drawing/2014/main" id="{5A3C741A-2285-E142-856A-46A2ACC1C55C}"/>
              </a:ext>
            </a:extLst>
          </p:cNvPr>
          <p:cNvSpPr>
            <a:spLocks noChangeAspect="1"/>
          </p:cNvSpPr>
          <p:nvPr/>
        </p:nvSpPr>
        <p:spPr>
          <a:xfrm>
            <a:off x="6147119"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90742 w 361670"/>
              <a:gd name="connsiteY5" fmla="*/ 208118 h 361333"/>
              <a:gd name="connsiteX6" fmla="*/ 276045 w 361670"/>
              <a:gd name="connsiteY6" fmla="*/ 214502 h 361333"/>
              <a:gd name="connsiteX7" fmla="*/ 223009 w 361670"/>
              <a:gd name="connsiteY7" fmla="*/ 214502 h 361333"/>
              <a:gd name="connsiteX8" fmla="*/ 224926 w 361670"/>
              <a:gd name="connsiteY8" fmla="*/ 222801 h 361333"/>
              <a:gd name="connsiteX9" fmla="*/ 218536 w 361670"/>
              <a:gd name="connsiteY9" fmla="*/ 237484 h 361333"/>
              <a:gd name="connsiteX10" fmla="*/ 214702 w 361670"/>
              <a:gd name="connsiteY10" fmla="*/ 240676 h 361333"/>
              <a:gd name="connsiteX11" fmla="*/ 217897 w 361670"/>
              <a:gd name="connsiteY11" fmla="*/ 252167 h 361333"/>
              <a:gd name="connsiteX12" fmla="*/ 211507 w 361670"/>
              <a:gd name="connsiteY12" fmla="*/ 266850 h 361333"/>
              <a:gd name="connsiteX13" fmla="*/ 196810 w 361670"/>
              <a:gd name="connsiteY13" fmla="*/ 273234 h 361333"/>
              <a:gd name="connsiteX14" fmla="*/ 136106 w 361670"/>
              <a:gd name="connsiteY14" fmla="*/ 273234 h 361333"/>
              <a:gd name="connsiteX15" fmla="*/ 96488 w 361670"/>
              <a:gd name="connsiteY15" fmla="*/ 257274 h 361333"/>
              <a:gd name="connsiteX16" fmla="*/ 90098 w 361670"/>
              <a:gd name="connsiteY16" fmla="*/ 254721 h 361333"/>
              <a:gd name="connsiteX17" fmla="*/ 70289 w 361670"/>
              <a:gd name="connsiteY17" fmla="*/ 254721 h 361333"/>
              <a:gd name="connsiteX18" fmla="*/ 63899 w 361670"/>
              <a:gd name="connsiteY18" fmla="*/ 248337 h 361333"/>
              <a:gd name="connsiteX19" fmla="*/ 70289 w 361670"/>
              <a:gd name="connsiteY19" fmla="*/ 241953 h 361333"/>
              <a:gd name="connsiteX20" fmla="*/ 90098 w 361670"/>
              <a:gd name="connsiteY20" fmla="*/ 241953 h 361333"/>
              <a:gd name="connsiteX21" fmla="*/ 105434 w 361670"/>
              <a:gd name="connsiteY21" fmla="*/ 248337 h 361333"/>
              <a:gd name="connsiteX22" fmla="*/ 136106 w 361670"/>
              <a:gd name="connsiteY22" fmla="*/ 260466 h 361333"/>
              <a:gd name="connsiteX23" fmla="*/ 196810 w 361670"/>
              <a:gd name="connsiteY23" fmla="*/ 260466 h 361333"/>
              <a:gd name="connsiteX24" fmla="*/ 202561 w 361670"/>
              <a:gd name="connsiteY24" fmla="*/ 257913 h 361333"/>
              <a:gd name="connsiteX25" fmla="*/ 205117 w 361670"/>
              <a:gd name="connsiteY25" fmla="*/ 252167 h 361333"/>
              <a:gd name="connsiteX26" fmla="*/ 196810 w 361670"/>
              <a:gd name="connsiteY26" fmla="*/ 243868 h 361333"/>
              <a:gd name="connsiteX27" fmla="*/ 177640 w 361670"/>
              <a:gd name="connsiteY27" fmla="*/ 243868 h 361333"/>
              <a:gd name="connsiteX28" fmla="*/ 171250 w 361670"/>
              <a:gd name="connsiteY28" fmla="*/ 237484 h 361333"/>
              <a:gd name="connsiteX29" fmla="*/ 177640 w 361670"/>
              <a:gd name="connsiteY29" fmla="*/ 231100 h 361333"/>
              <a:gd name="connsiteX30" fmla="*/ 196810 w 361670"/>
              <a:gd name="connsiteY30" fmla="*/ 231100 h 361333"/>
              <a:gd name="connsiteX31" fmla="*/ 196810 w 361670"/>
              <a:gd name="connsiteY31" fmla="*/ 231100 h 361333"/>
              <a:gd name="connsiteX32" fmla="*/ 196810 w 361670"/>
              <a:gd name="connsiteY32" fmla="*/ 231100 h 361333"/>
              <a:gd name="connsiteX33" fmla="*/ 203200 w 361670"/>
              <a:gd name="connsiteY33" fmla="*/ 231100 h 361333"/>
              <a:gd name="connsiteX34" fmla="*/ 208951 w 361670"/>
              <a:gd name="connsiteY34" fmla="*/ 228546 h 361333"/>
              <a:gd name="connsiteX35" fmla="*/ 211507 w 361670"/>
              <a:gd name="connsiteY35" fmla="*/ 222801 h 361333"/>
              <a:gd name="connsiteX36" fmla="*/ 203839 w 361670"/>
              <a:gd name="connsiteY36" fmla="*/ 214502 h 361333"/>
              <a:gd name="connsiteX37" fmla="*/ 177640 w 361670"/>
              <a:gd name="connsiteY37" fmla="*/ 214502 h 361333"/>
              <a:gd name="connsiteX38" fmla="*/ 171250 w 361670"/>
              <a:gd name="connsiteY38" fmla="*/ 208118 h 361333"/>
              <a:gd name="connsiteX39" fmla="*/ 177640 w 361670"/>
              <a:gd name="connsiteY39" fmla="*/ 201734 h 361333"/>
              <a:gd name="connsiteX40" fmla="*/ 203200 w 361670"/>
              <a:gd name="connsiteY40" fmla="*/ 201734 h 361333"/>
              <a:gd name="connsiteX41" fmla="*/ 203200 w 361670"/>
              <a:gd name="connsiteY41" fmla="*/ 201734 h 361333"/>
              <a:gd name="connsiteX42" fmla="*/ 204478 w 361670"/>
              <a:gd name="connsiteY42" fmla="*/ 201734 h 361333"/>
              <a:gd name="connsiteX43" fmla="*/ 275406 w 361670"/>
              <a:gd name="connsiteY43" fmla="*/ 201734 h 361333"/>
              <a:gd name="connsiteX44" fmla="*/ 281157 w 361670"/>
              <a:gd name="connsiteY44" fmla="*/ 199180 h 361333"/>
              <a:gd name="connsiteX45" fmla="*/ 283713 w 361670"/>
              <a:gd name="connsiteY45" fmla="*/ 193435 h 361333"/>
              <a:gd name="connsiteX46" fmla="*/ 276045 w 361670"/>
              <a:gd name="connsiteY46" fmla="*/ 185135 h 361333"/>
              <a:gd name="connsiteX47" fmla="*/ 258154 w 361670"/>
              <a:gd name="connsiteY47" fmla="*/ 185135 h 361333"/>
              <a:gd name="connsiteX48" fmla="*/ 258154 w 361670"/>
              <a:gd name="connsiteY48" fmla="*/ 185135 h 361333"/>
              <a:gd name="connsiteX49" fmla="*/ 258154 w 361670"/>
              <a:gd name="connsiteY49" fmla="*/ 185135 h 361333"/>
              <a:gd name="connsiteX50" fmla="*/ 177640 w 361670"/>
              <a:gd name="connsiteY50" fmla="*/ 185135 h 361333"/>
              <a:gd name="connsiteX51" fmla="*/ 171250 w 361670"/>
              <a:gd name="connsiteY51" fmla="*/ 178752 h 361333"/>
              <a:gd name="connsiteX52" fmla="*/ 177640 w 361670"/>
              <a:gd name="connsiteY52" fmla="*/ 172368 h 361333"/>
              <a:gd name="connsiteX53" fmla="*/ 258154 w 361670"/>
              <a:gd name="connsiteY53" fmla="*/ 172368 h 361333"/>
              <a:gd name="connsiteX54" fmla="*/ 263904 w 361670"/>
              <a:gd name="connsiteY54" fmla="*/ 169814 h 361333"/>
              <a:gd name="connsiteX55" fmla="*/ 266460 w 361670"/>
              <a:gd name="connsiteY55" fmla="*/ 164068 h 361333"/>
              <a:gd name="connsiteX56" fmla="*/ 258154 w 361670"/>
              <a:gd name="connsiteY56" fmla="*/ 155769 h 361333"/>
              <a:gd name="connsiteX57" fmla="*/ 160387 w 361670"/>
              <a:gd name="connsiteY57" fmla="*/ 155769 h 361333"/>
              <a:gd name="connsiteX58" fmla="*/ 159748 w 361670"/>
              <a:gd name="connsiteY58" fmla="*/ 155769 h 361333"/>
              <a:gd name="connsiteX59" fmla="*/ 158470 w 361670"/>
              <a:gd name="connsiteY59" fmla="*/ 155769 h 361333"/>
              <a:gd name="connsiteX60" fmla="*/ 157192 w 361670"/>
              <a:gd name="connsiteY60" fmla="*/ 155131 h 361333"/>
              <a:gd name="connsiteX61" fmla="*/ 155915 w 361670"/>
              <a:gd name="connsiteY61" fmla="*/ 154492 h 361333"/>
              <a:gd name="connsiteX62" fmla="*/ 155275 w 361670"/>
              <a:gd name="connsiteY62" fmla="*/ 153216 h 361333"/>
              <a:gd name="connsiteX63" fmla="*/ 154637 w 361670"/>
              <a:gd name="connsiteY63" fmla="*/ 152577 h 361333"/>
              <a:gd name="connsiteX64" fmla="*/ 154637 w 361670"/>
              <a:gd name="connsiteY64" fmla="*/ 151939 h 361333"/>
              <a:gd name="connsiteX65" fmla="*/ 153997 w 361670"/>
              <a:gd name="connsiteY65" fmla="*/ 150662 h 361333"/>
              <a:gd name="connsiteX66" fmla="*/ 153997 w 361670"/>
              <a:gd name="connsiteY66" fmla="*/ 149385 h 361333"/>
              <a:gd name="connsiteX67" fmla="*/ 153997 w 361670"/>
              <a:gd name="connsiteY67" fmla="*/ 148747 h 361333"/>
              <a:gd name="connsiteX68" fmla="*/ 153997 w 361670"/>
              <a:gd name="connsiteY68" fmla="*/ 148108 h 361333"/>
              <a:gd name="connsiteX69" fmla="*/ 153997 w 361670"/>
              <a:gd name="connsiteY69" fmla="*/ 146832 h 361333"/>
              <a:gd name="connsiteX70" fmla="*/ 154637 w 361670"/>
              <a:gd name="connsiteY70" fmla="*/ 145555 h 361333"/>
              <a:gd name="connsiteX71" fmla="*/ 155275 w 361670"/>
              <a:gd name="connsiteY71" fmla="*/ 144278 h 361333"/>
              <a:gd name="connsiteX72" fmla="*/ 156553 w 361670"/>
              <a:gd name="connsiteY72" fmla="*/ 143640 h 361333"/>
              <a:gd name="connsiteX73" fmla="*/ 157192 w 361670"/>
              <a:gd name="connsiteY73" fmla="*/ 143001 h 361333"/>
              <a:gd name="connsiteX74" fmla="*/ 192976 w 361670"/>
              <a:gd name="connsiteY74" fmla="*/ 120657 h 361333"/>
              <a:gd name="connsiteX75" fmla="*/ 200644 w 361670"/>
              <a:gd name="connsiteY75" fmla="*/ 105974 h 361333"/>
              <a:gd name="connsiteX76" fmla="*/ 199366 w 361670"/>
              <a:gd name="connsiteY76" fmla="*/ 100867 h 361333"/>
              <a:gd name="connsiteX77" fmla="*/ 198088 w 361670"/>
              <a:gd name="connsiteY77" fmla="*/ 100867 h 361333"/>
              <a:gd name="connsiteX78" fmla="*/ 196810 w 361670"/>
              <a:gd name="connsiteY78" fmla="*/ 101505 h 361333"/>
              <a:gd name="connsiteX79" fmla="*/ 196810 w 361670"/>
              <a:gd name="connsiteY79" fmla="*/ 101505 h 361333"/>
              <a:gd name="connsiteX80" fmla="*/ 122048 w 361670"/>
              <a:gd name="connsiteY80" fmla="*/ 132148 h 361333"/>
              <a:gd name="connsiteX81" fmla="*/ 105434 w 361670"/>
              <a:gd name="connsiteY81" fmla="*/ 145555 h 361333"/>
              <a:gd name="connsiteX82" fmla="*/ 87542 w 361670"/>
              <a:gd name="connsiteY82" fmla="*/ 154492 h 361333"/>
              <a:gd name="connsiteX83" fmla="*/ 69650 w 361670"/>
              <a:gd name="connsiteY83" fmla="*/ 154492 h 361333"/>
              <a:gd name="connsiteX84" fmla="*/ 63261 w 361670"/>
              <a:gd name="connsiteY84" fmla="*/ 148108 h 361333"/>
              <a:gd name="connsiteX85" fmla="*/ 69650 w 361670"/>
              <a:gd name="connsiteY85" fmla="*/ 141724 h 361333"/>
              <a:gd name="connsiteX86" fmla="*/ 87542 w 361670"/>
              <a:gd name="connsiteY86" fmla="*/ 141724 h 361333"/>
              <a:gd name="connsiteX87" fmla="*/ 95210 w 361670"/>
              <a:gd name="connsiteY87" fmla="*/ 137894 h 361333"/>
              <a:gd name="connsiteX88" fmla="*/ 116936 w 361670"/>
              <a:gd name="connsiteY88" fmla="*/ 120657 h 361333"/>
              <a:gd name="connsiteX89" fmla="*/ 191698 w 361670"/>
              <a:gd name="connsiteY89" fmla="*/ 90014 h 361333"/>
              <a:gd name="connsiteX90" fmla="*/ 192976 w 361670"/>
              <a:gd name="connsiteY90" fmla="*/ 89376 h 361333"/>
              <a:gd name="connsiteX91" fmla="*/ 193615 w 361670"/>
              <a:gd name="connsiteY91" fmla="*/ 89376 h 361333"/>
              <a:gd name="connsiteX92" fmla="*/ 194893 w 361670"/>
              <a:gd name="connsiteY92" fmla="*/ 88737 h 361333"/>
              <a:gd name="connsiteX93" fmla="*/ 210229 w 361670"/>
              <a:gd name="connsiteY93" fmla="*/ 95121 h 361333"/>
              <a:gd name="connsiteX94" fmla="*/ 199366 w 361670"/>
              <a:gd name="connsiteY94" fmla="*/ 130872 h 361333"/>
              <a:gd name="connsiteX95" fmla="*/ 182113 w 361670"/>
              <a:gd name="connsiteY95" fmla="*/ 141724 h 361333"/>
              <a:gd name="connsiteX96" fmla="*/ 257514 w 361670"/>
              <a:gd name="connsiteY96" fmla="*/ 141724 h 361333"/>
              <a:gd name="connsiteX97" fmla="*/ 278601 w 361670"/>
              <a:gd name="connsiteY97" fmla="*/ 162792 h 361333"/>
              <a:gd name="connsiteX98" fmla="*/ 276684 w 361670"/>
              <a:gd name="connsiteY98" fmla="*/ 171091 h 361333"/>
              <a:gd name="connsiteX99" fmla="*/ 295854 w 361670"/>
              <a:gd name="connsiteY99" fmla="*/ 191519 h 361333"/>
              <a:gd name="connsiteX100" fmla="*/ 290742 w 361670"/>
              <a:gd name="connsiteY100" fmla="*/ 20811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0518" y="0"/>
                  <a:pt x="180835" y="0"/>
                </a:cubicBezTo>
                <a:close/>
                <a:moveTo>
                  <a:pt x="290742" y="208118"/>
                </a:moveTo>
                <a:cubicBezTo>
                  <a:pt x="286908" y="211948"/>
                  <a:pt x="281796" y="214502"/>
                  <a:pt x="276045" y="214502"/>
                </a:cubicBezTo>
                <a:lnTo>
                  <a:pt x="223009" y="214502"/>
                </a:lnTo>
                <a:cubicBezTo>
                  <a:pt x="224287" y="217055"/>
                  <a:pt x="224926" y="219609"/>
                  <a:pt x="224926" y="222801"/>
                </a:cubicBezTo>
                <a:cubicBezTo>
                  <a:pt x="224926" y="228546"/>
                  <a:pt x="223009" y="233654"/>
                  <a:pt x="218536" y="237484"/>
                </a:cubicBezTo>
                <a:cubicBezTo>
                  <a:pt x="217258" y="238761"/>
                  <a:pt x="215980" y="239399"/>
                  <a:pt x="214702" y="240676"/>
                </a:cubicBezTo>
                <a:cubicBezTo>
                  <a:pt x="216619" y="243868"/>
                  <a:pt x="217897" y="247698"/>
                  <a:pt x="217897" y="252167"/>
                </a:cubicBezTo>
                <a:cubicBezTo>
                  <a:pt x="217897" y="257913"/>
                  <a:pt x="215980" y="263020"/>
                  <a:pt x="211507" y="266850"/>
                </a:cubicBezTo>
                <a:cubicBezTo>
                  <a:pt x="207673" y="270681"/>
                  <a:pt x="202561" y="273234"/>
                  <a:pt x="196810" y="273234"/>
                </a:cubicBezTo>
                <a:lnTo>
                  <a:pt x="136106" y="273234"/>
                </a:lnTo>
                <a:cubicBezTo>
                  <a:pt x="121409" y="273234"/>
                  <a:pt x="107351" y="267489"/>
                  <a:pt x="96488" y="257274"/>
                </a:cubicBezTo>
                <a:cubicBezTo>
                  <a:pt x="94571" y="255359"/>
                  <a:pt x="92015" y="254721"/>
                  <a:pt x="90098" y="254721"/>
                </a:cubicBezTo>
                <a:lnTo>
                  <a:pt x="70289" y="254721"/>
                </a:lnTo>
                <a:cubicBezTo>
                  <a:pt x="66456" y="254721"/>
                  <a:pt x="63899" y="252167"/>
                  <a:pt x="63899" y="248337"/>
                </a:cubicBezTo>
                <a:cubicBezTo>
                  <a:pt x="63899" y="244506"/>
                  <a:pt x="66456" y="241953"/>
                  <a:pt x="70289" y="241953"/>
                </a:cubicBezTo>
                <a:lnTo>
                  <a:pt x="90098" y="241953"/>
                </a:lnTo>
                <a:cubicBezTo>
                  <a:pt x="95849" y="241953"/>
                  <a:pt x="100961" y="243868"/>
                  <a:pt x="105434" y="248337"/>
                </a:cubicBezTo>
                <a:cubicBezTo>
                  <a:pt x="113741" y="255998"/>
                  <a:pt x="124604" y="260466"/>
                  <a:pt x="136106" y="260466"/>
                </a:cubicBezTo>
                <a:lnTo>
                  <a:pt x="196810" y="260466"/>
                </a:lnTo>
                <a:cubicBezTo>
                  <a:pt x="198727" y="260466"/>
                  <a:pt x="201283" y="259828"/>
                  <a:pt x="202561" y="257913"/>
                </a:cubicBezTo>
                <a:cubicBezTo>
                  <a:pt x="203839" y="256636"/>
                  <a:pt x="205117" y="254082"/>
                  <a:pt x="205117" y="252167"/>
                </a:cubicBezTo>
                <a:cubicBezTo>
                  <a:pt x="205117" y="247698"/>
                  <a:pt x="201283" y="243868"/>
                  <a:pt x="196810" y="243868"/>
                </a:cubicBezTo>
                <a:lnTo>
                  <a:pt x="177640" y="243868"/>
                </a:lnTo>
                <a:cubicBezTo>
                  <a:pt x="173806" y="243868"/>
                  <a:pt x="171250" y="241314"/>
                  <a:pt x="171250" y="237484"/>
                </a:cubicBezTo>
                <a:cubicBezTo>
                  <a:pt x="171250" y="233654"/>
                  <a:pt x="173806" y="231100"/>
                  <a:pt x="177640" y="231100"/>
                </a:cubicBezTo>
                <a:lnTo>
                  <a:pt x="196810" y="231100"/>
                </a:lnTo>
                <a:cubicBezTo>
                  <a:pt x="196810" y="231100"/>
                  <a:pt x="196810" y="231100"/>
                  <a:pt x="196810" y="231100"/>
                </a:cubicBezTo>
                <a:cubicBezTo>
                  <a:pt x="196810" y="231100"/>
                  <a:pt x="196810" y="231100"/>
                  <a:pt x="196810" y="231100"/>
                </a:cubicBezTo>
                <a:lnTo>
                  <a:pt x="203200" y="231100"/>
                </a:lnTo>
                <a:cubicBezTo>
                  <a:pt x="205117" y="231100"/>
                  <a:pt x="207673" y="230462"/>
                  <a:pt x="208951" y="228546"/>
                </a:cubicBezTo>
                <a:cubicBezTo>
                  <a:pt x="210229" y="227270"/>
                  <a:pt x="211507" y="224716"/>
                  <a:pt x="211507" y="222801"/>
                </a:cubicBezTo>
                <a:cubicBezTo>
                  <a:pt x="211507" y="218332"/>
                  <a:pt x="208312" y="215140"/>
                  <a:pt x="203839" y="214502"/>
                </a:cubicBezTo>
                <a:lnTo>
                  <a:pt x="177640" y="214502"/>
                </a:lnTo>
                <a:cubicBezTo>
                  <a:pt x="173806" y="214502"/>
                  <a:pt x="171250" y="211948"/>
                  <a:pt x="171250" y="208118"/>
                </a:cubicBezTo>
                <a:cubicBezTo>
                  <a:pt x="171250" y="204287"/>
                  <a:pt x="173806" y="201734"/>
                  <a:pt x="177640" y="201734"/>
                </a:cubicBezTo>
                <a:lnTo>
                  <a:pt x="203200" y="201734"/>
                </a:lnTo>
                <a:cubicBezTo>
                  <a:pt x="203200" y="201734"/>
                  <a:pt x="203200" y="201734"/>
                  <a:pt x="203200" y="201734"/>
                </a:cubicBezTo>
                <a:cubicBezTo>
                  <a:pt x="203839" y="201734"/>
                  <a:pt x="203839" y="201734"/>
                  <a:pt x="204478" y="201734"/>
                </a:cubicBezTo>
                <a:lnTo>
                  <a:pt x="275406" y="201734"/>
                </a:lnTo>
                <a:cubicBezTo>
                  <a:pt x="277323" y="201734"/>
                  <a:pt x="279879" y="201095"/>
                  <a:pt x="281157" y="199180"/>
                </a:cubicBezTo>
                <a:cubicBezTo>
                  <a:pt x="282435" y="197903"/>
                  <a:pt x="283713" y="195350"/>
                  <a:pt x="283713" y="193435"/>
                </a:cubicBezTo>
                <a:cubicBezTo>
                  <a:pt x="283713" y="188966"/>
                  <a:pt x="280518" y="185774"/>
                  <a:pt x="276045" y="185135"/>
                </a:cubicBezTo>
                <a:lnTo>
                  <a:pt x="258154" y="185135"/>
                </a:lnTo>
                <a:cubicBezTo>
                  <a:pt x="258154" y="185135"/>
                  <a:pt x="258154" y="185135"/>
                  <a:pt x="258154" y="185135"/>
                </a:cubicBezTo>
                <a:cubicBezTo>
                  <a:pt x="258154" y="185135"/>
                  <a:pt x="258154" y="185135"/>
                  <a:pt x="258154" y="185135"/>
                </a:cubicBezTo>
                <a:lnTo>
                  <a:pt x="177640" y="185135"/>
                </a:lnTo>
                <a:cubicBezTo>
                  <a:pt x="173806" y="185135"/>
                  <a:pt x="171250" y="182582"/>
                  <a:pt x="171250" y="178752"/>
                </a:cubicBezTo>
                <a:cubicBezTo>
                  <a:pt x="171250" y="174921"/>
                  <a:pt x="173806" y="172368"/>
                  <a:pt x="177640" y="172368"/>
                </a:cubicBezTo>
                <a:lnTo>
                  <a:pt x="258154" y="172368"/>
                </a:lnTo>
                <a:cubicBezTo>
                  <a:pt x="260709" y="172368"/>
                  <a:pt x="262626" y="171091"/>
                  <a:pt x="263904" y="169814"/>
                </a:cubicBezTo>
                <a:cubicBezTo>
                  <a:pt x="265182" y="168537"/>
                  <a:pt x="266460" y="165984"/>
                  <a:pt x="266460" y="164068"/>
                </a:cubicBezTo>
                <a:cubicBezTo>
                  <a:pt x="266460" y="159600"/>
                  <a:pt x="262626" y="155769"/>
                  <a:pt x="258154" y="155769"/>
                </a:cubicBezTo>
                <a:lnTo>
                  <a:pt x="160387" y="155769"/>
                </a:lnTo>
                <a:cubicBezTo>
                  <a:pt x="160387" y="155769"/>
                  <a:pt x="159748" y="155769"/>
                  <a:pt x="159748" y="155769"/>
                </a:cubicBezTo>
                <a:cubicBezTo>
                  <a:pt x="159110" y="155769"/>
                  <a:pt x="159110" y="155769"/>
                  <a:pt x="158470" y="155769"/>
                </a:cubicBezTo>
                <a:cubicBezTo>
                  <a:pt x="157832" y="155769"/>
                  <a:pt x="157832" y="155131"/>
                  <a:pt x="157192" y="155131"/>
                </a:cubicBezTo>
                <a:cubicBezTo>
                  <a:pt x="156553" y="155131"/>
                  <a:pt x="156553" y="154492"/>
                  <a:pt x="155915" y="154492"/>
                </a:cubicBezTo>
                <a:cubicBezTo>
                  <a:pt x="155275" y="154492"/>
                  <a:pt x="155275" y="153854"/>
                  <a:pt x="155275" y="153216"/>
                </a:cubicBezTo>
                <a:cubicBezTo>
                  <a:pt x="155275" y="153216"/>
                  <a:pt x="154637" y="152577"/>
                  <a:pt x="154637" y="152577"/>
                </a:cubicBezTo>
                <a:cubicBezTo>
                  <a:pt x="154637" y="152577"/>
                  <a:pt x="154637" y="152577"/>
                  <a:pt x="154637" y="151939"/>
                </a:cubicBezTo>
                <a:cubicBezTo>
                  <a:pt x="154637" y="151300"/>
                  <a:pt x="154637" y="151300"/>
                  <a:pt x="153997" y="150662"/>
                </a:cubicBezTo>
                <a:cubicBezTo>
                  <a:pt x="153997" y="150024"/>
                  <a:pt x="153997" y="150024"/>
                  <a:pt x="153997" y="149385"/>
                </a:cubicBezTo>
                <a:cubicBezTo>
                  <a:pt x="153997" y="149385"/>
                  <a:pt x="153997" y="149385"/>
                  <a:pt x="153997" y="148747"/>
                </a:cubicBezTo>
                <a:cubicBezTo>
                  <a:pt x="153997" y="148747"/>
                  <a:pt x="153997" y="148108"/>
                  <a:pt x="153997" y="148108"/>
                </a:cubicBezTo>
                <a:cubicBezTo>
                  <a:pt x="153997" y="147470"/>
                  <a:pt x="153997" y="147470"/>
                  <a:pt x="153997" y="146832"/>
                </a:cubicBezTo>
                <a:cubicBezTo>
                  <a:pt x="153997" y="146193"/>
                  <a:pt x="154637" y="146193"/>
                  <a:pt x="154637" y="145555"/>
                </a:cubicBezTo>
                <a:cubicBezTo>
                  <a:pt x="154637" y="144916"/>
                  <a:pt x="155275" y="144916"/>
                  <a:pt x="155275" y="144278"/>
                </a:cubicBezTo>
                <a:cubicBezTo>
                  <a:pt x="155275" y="143640"/>
                  <a:pt x="155915" y="143640"/>
                  <a:pt x="156553" y="143640"/>
                </a:cubicBezTo>
                <a:cubicBezTo>
                  <a:pt x="156553" y="143640"/>
                  <a:pt x="157192" y="143001"/>
                  <a:pt x="157192" y="143001"/>
                </a:cubicBezTo>
                <a:cubicBezTo>
                  <a:pt x="157192" y="143001"/>
                  <a:pt x="175723" y="132148"/>
                  <a:pt x="192976" y="120657"/>
                </a:cubicBezTo>
                <a:cubicBezTo>
                  <a:pt x="198088" y="117465"/>
                  <a:pt x="200644" y="111081"/>
                  <a:pt x="200644" y="105974"/>
                </a:cubicBezTo>
                <a:cubicBezTo>
                  <a:pt x="200644" y="102782"/>
                  <a:pt x="200005" y="101505"/>
                  <a:pt x="199366" y="100867"/>
                </a:cubicBezTo>
                <a:cubicBezTo>
                  <a:pt x="199366" y="100867"/>
                  <a:pt x="198727" y="100867"/>
                  <a:pt x="198088" y="100867"/>
                </a:cubicBezTo>
                <a:lnTo>
                  <a:pt x="196810" y="101505"/>
                </a:lnTo>
                <a:cubicBezTo>
                  <a:pt x="196810" y="101505"/>
                  <a:pt x="196810" y="101505"/>
                  <a:pt x="196810" y="101505"/>
                </a:cubicBezTo>
                <a:lnTo>
                  <a:pt x="122048" y="132148"/>
                </a:lnTo>
                <a:cubicBezTo>
                  <a:pt x="116297" y="134702"/>
                  <a:pt x="109907" y="139171"/>
                  <a:pt x="105434" y="145555"/>
                </a:cubicBezTo>
                <a:cubicBezTo>
                  <a:pt x="100961" y="151300"/>
                  <a:pt x="94571" y="154492"/>
                  <a:pt x="87542" y="154492"/>
                </a:cubicBezTo>
                <a:lnTo>
                  <a:pt x="69650" y="154492"/>
                </a:lnTo>
                <a:cubicBezTo>
                  <a:pt x="65816" y="154492"/>
                  <a:pt x="63261" y="151939"/>
                  <a:pt x="63261" y="148108"/>
                </a:cubicBezTo>
                <a:cubicBezTo>
                  <a:pt x="63261" y="144278"/>
                  <a:pt x="65816" y="141724"/>
                  <a:pt x="69650" y="141724"/>
                </a:cubicBezTo>
                <a:lnTo>
                  <a:pt x="87542" y="141724"/>
                </a:lnTo>
                <a:cubicBezTo>
                  <a:pt x="90737" y="141724"/>
                  <a:pt x="93293" y="140448"/>
                  <a:pt x="95210" y="137894"/>
                </a:cubicBezTo>
                <a:cubicBezTo>
                  <a:pt x="100961" y="130233"/>
                  <a:pt x="108629" y="123849"/>
                  <a:pt x="116936" y="120657"/>
                </a:cubicBezTo>
                <a:lnTo>
                  <a:pt x="191698" y="90014"/>
                </a:lnTo>
                <a:cubicBezTo>
                  <a:pt x="192337" y="90014"/>
                  <a:pt x="192976" y="89376"/>
                  <a:pt x="192976" y="89376"/>
                </a:cubicBezTo>
                <a:lnTo>
                  <a:pt x="193615" y="89376"/>
                </a:lnTo>
                <a:cubicBezTo>
                  <a:pt x="194254" y="89376"/>
                  <a:pt x="194254" y="89376"/>
                  <a:pt x="194893" y="88737"/>
                </a:cubicBezTo>
                <a:cubicBezTo>
                  <a:pt x="201283" y="86822"/>
                  <a:pt x="207034" y="89376"/>
                  <a:pt x="210229" y="95121"/>
                </a:cubicBezTo>
                <a:cubicBezTo>
                  <a:pt x="215980" y="104697"/>
                  <a:pt x="212146" y="122572"/>
                  <a:pt x="199366" y="130872"/>
                </a:cubicBezTo>
                <a:cubicBezTo>
                  <a:pt x="193615" y="134702"/>
                  <a:pt x="187864" y="138532"/>
                  <a:pt x="182113" y="141724"/>
                </a:cubicBezTo>
                <a:lnTo>
                  <a:pt x="257514" y="141724"/>
                </a:lnTo>
                <a:cubicBezTo>
                  <a:pt x="269016" y="141724"/>
                  <a:pt x="278601" y="151300"/>
                  <a:pt x="278601" y="162792"/>
                </a:cubicBezTo>
                <a:cubicBezTo>
                  <a:pt x="278601" y="165984"/>
                  <a:pt x="277962" y="168537"/>
                  <a:pt x="276684" y="171091"/>
                </a:cubicBezTo>
                <a:cubicBezTo>
                  <a:pt x="287547" y="172368"/>
                  <a:pt x="295854" y="181305"/>
                  <a:pt x="295854" y="191519"/>
                </a:cubicBezTo>
                <a:cubicBezTo>
                  <a:pt x="296493" y="198542"/>
                  <a:pt x="294576" y="204287"/>
                  <a:pt x="290742" y="208118"/>
                </a:cubicBezTo>
                <a:close/>
              </a:path>
            </a:pathLst>
          </a:custGeom>
          <a:solidFill>
            <a:srgbClr val="0076A8"/>
          </a:solidFill>
          <a:ln w="6390" cap="flat">
            <a:noFill/>
            <a:prstDash val="solid"/>
            <a:miter/>
          </a:ln>
        </p:spPr>
        <p:txBody>
          <a:bodyPr rtlCol="0" anchor="ctr"/>
          <a:lstStyle/>
          <a:p>
            <a:endParaRPr lang="en-US"/>
          </a:p>
        </p:txBody>
      </p:sp>
      <p:sp>
        <p:nvSpPr>
          <p:cNvPr id="274" name="Graphic 4">
            <a:extLst>
              <a:ext uri="{FF2B5EF4-FFF2-40B4-BE49-F238E27FC236}">
                <a16:creationId xmlns:a16="http://schemas.microsoft.com/office/drawing/2014/main" id="{A8E4BFA6-0553-774B-8E94-C05CA09C42EC}"/>
              </a:ext>
            </a:extLst>
          </p:cNvPr>
          <p:cNvSpPr>
            <a:spLocks noChangeAspect="1"/>
          </p:cNvSpPr>
          <p:nvPr/>
        </p:nvSpPr>
        <p:spPr>
          <a:xfrm>
            <a:off x="6147119"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300966 w 361670"/>
              <a:gd name="connsiteY5" fmla="*/ 169814 h 361333"/>
              <a:gd name="connsiteX6" fmla="*/ 286269 w 361670"/>
              <a:gd name="connsiteY6" fmla="*/ 210033 h 361333"/>
              <a:gd name="connsiteX7" fmla="*/ 270934 w 361670"/>
              <a:gd name="connsiteY7" fmla="*/ 229823 h 361333"/>
              <a:gd name="connsiteX8" fmla="*/ 235150 w 361670"/>
              <a:gd name="connsiteY8" fmla="*/ 255998 h 361333"/>
              <a:gd name="connsiteX9" fmla="*/ 226843 w 361670"/>
              <a:gd name="connsiteY9" fmla="*/ 268127 h 361333"/>
              <a:gd name="connsiteX10" fmla="*/ 220453 w 361670"/>
              <a:gd name="connsiteY10" fmla="*/ 273873 h 361333"/>
              <a:gd name="connsiteX11" fmla="*/ 219814 w 361670"/>
              <a:gd name="connsiteY11" fmla="*/ 273873 h 361333"/>
              <a:gd name="connsiteX12" fmla="*/ 214063 w 361670"/>
              <a:gd name="connsiteY12" fmla="*/ 266850 h 361333"/>
              <a:gd name="connsiteX13" fmla="*/ 227482 w 361670"/>
              <a:gd name="connsiteY13" fmla="*/ 245145 h 361333"/>
              <a:gd name="connsiteX14" fmla="*/ 263266 w 361670"/>
              <a:gd name="connsiteY14" fmla="*/ 218971 h 361333"/>
              <a:gd name="connsiteX15" fmla="*/ 274128 w 361670"/>
              <a:gd name="connsiteY15" fmla="*/ 204926 h 361333"/>
              <a:gd name="connsiteX16" fmla="*/ 288825 w 361670"/>
              <a:gd name="connsiteY16" fmla="*/ 164707 h 361333"/>
              <a:gd name="connsiteX17" fmla="*/ 290103 w 361670"/>
              <a:gd name="connsiteY17" fmla="*/ 154492 h 361333"/>
              <a:gd name="connsiteX18" fmla="*/ 286269 w 361670"/>
              <a:gd name="connsiteY18" fmla="*/ 99590 h 361333"/>
              <a:gd name="connsiteX19" fmla="*/ 284352 w 361670"/>
              <a:gd name="connsiteY19" fmla="*/ 100229 h 361333"/>
              <a:gd name="connsiteX20" fmla="*/ 280518 w 361670"/>
              <a:gd name="connsiteY20" fmla="*/ 104697 h 361333"/>
              <a:gd name="connsiteX21" fmla="*/ 275406 w 361670"/>
              <a:gd name="connsiteY21" fmla="*/ 150024 h 361333"/>
              <a:gd name="connsiteX22" fmla="*/ 284352 w 361670"/>
              <a:gd name="connsiteY22" fmla="*/ 155769 h 361333"/>
              <a:gd name="connsiteX23" fmla="*/ 281157 w 361670"/>
              <a:gd name="connsiteY23" fmla="*/ 173644 h 361333"/>
              <a:gd name="connsiteX24" fmla="*/ 263904 w 361670"/>
              <a:gd name="connsiteY24" fmla="*/ 195350 h 361333"/>
              <a:gd name="connsiteX25" fmla="*/ 251124 w 361670"/>
              <a:gd name="connsiteY25" fmla="*/ 205564 h 361333"/>
              <a:gd name="connsiteX26" fmla="*/ 230677 w 361670"/>
              <a:gd name="connsiteY26" fmla="*/ 215779 h 361333"/>
              <a:gd name="connsiteX27" fmla="*/ 222370 w 361670"/>
              <a:gd name="connsiteY27" fmla="*/ 213225 h 361333"/>
              <a:gd name="connsiteX28" fmla="*/ 224926 w 361670"/>
              <a:gd name="connsiteY28" fmla="*/ 204926 h 361333"/>
              <a:gd name="connsiteX29" fmla="*/ 245374 w 361670"/>
              <a:gd name="connsiteY29" fmla="*/ 194711 h 361333"/>
              <a:gd name="connsiteX30" fmla="*/ 253681 w 361670"/>
              <a:gd name="connsiteY30" fmla="*/ 187689 h 361333"/>
              <a:gd name="connsiteX31" fmla="*/ 271572 w 361670"/>
              <a:gd name="connsiteY31" fmla="*/ 165984 h 361333"/>
              <a:gd name="connsiteX32" fmla="*/ 273489 w 361670"/>
              <a:gd name="connsiteY32" fmla="*/ 164068 h 361333"/>
              <a:gd name="connsiteX33" fmla="*/ 262626 w 361670"/>
              <a:gd name="connsiteY33" fmla="*/ 164068 h 361333"/>
              <a:gd name="connsiteX34" fmla="*/ 242179 w 361670"/>
              <a:gd name="connsiteY34" fmla="*/ 180028 h 361333"/>
              <a:gd name="connsiteX35" fmla="*/ 237706 w 361670"/>
              <a:gd name="connsiteY35" fmla="*/ 181944 h 361333"/>
              <a:gd name="connsiteX36" fmla="*/ 230677 w 361670"/>
              <a:gd name="connsiteY36" fmla="*/ 182582 h 361333"/>
              <a:gd name="connsiteX37" fmla="*/ 189781 w 361670"/>
              <a:gd name="connsiteY37" fmla="*/ 217694 h 361333"/>
              <a:gd name="connsiteX38" fmla="*/ 186586 w 361670"/>
              <a:gd name="connsiteY38" fmla="*/ 243230 h 361333"/>
              <a:gd name="connsiteX39" fmla="*/ 180196 w 361670"/>
              <a:gd name="connsiteY39" fmla="*/ 249614 h 361333"/>
              <a:gd name="connsiteX40" fmla="*/ 180196 w 361670"/>
              <a:gd name="connsiteY40" fmla="*/ 249614 h 361333"/>
              <a:gd name="connsiteX41" fmla="*/ 180196 w 361670"/>
              <a:gd name="connsiteY41" fmla="*/ 249614 h 361333"/>
              <a:gd name="connsiteX42" fmla="*/ 173806 w 361670"/>
              <a:gd name="connsiteY42" fmla="*/ 243230 h 361333"/>
              <a:gd name="connsiteX43" fmla="*/ 170611 w 361670"/>
              <a:gd name="connsiteY43" fmla="*/ 217694 h 361333"/>
              <a:gd name="connsiteX44" fmla="*/ 129716 w 361670"/>
              <a:gd name="connsiteY44" fmla="*/ 182582 h 361333"/>
              <a:gd name="connsiteX45" fmla="*/ 122687 w 361670"/>
              <a:gd name="connsiteY45" fmla="*/ 181944 h 361333"/>
              <a:gd name="connsiteX46" fmla="*/ 118214 w 361670"/>
              <a:gd name="connsiteY46" fmla="*/ 180028 h 361333"/>
              <a:gd name="connsiteX47" fmla="*/ 97766 w 361670"/>
              <a:gd name="connsiteY47" fmla="*/ 164068 h 361333"/>
              <a:gd name="connsiteX48" fmla="*/ 86264 w 361670"/>
              <a:gd name="connsiteY48" fmla="*/ 164068 h 361333"/>
              <a:gd name="connsiteX49" fmla="*/ 87542 w 361670"/>
              <a:gd name="connsiteY49" fmla="*/ 165984 h 361333"/>
              <a:gd name="connsiteX50" fmla="*/ 105434 w 361670"/>
              <a:gd name="connsiteY50" fmla="*/ 188327 h 361333"/>
              <a:gd name="connsiteX51" fmla="*/ 113741 w 361670"/>
              <a:gd name="connsiteY51" fmla="*/ 195350 h 361333"/>
              <a:gd name="connsiteX52" fmla="*/ 134189 w 361670"/>
              <a:gd name="connsiteY52" fmla="*/ 205564 h 361333"/>
              <a:gd name="connsiteX53" fmla="*/ 136745 w 361670"/>
              <a:gd name="connsiteY53" fmla="*/ 213863 h 361333"/>
              <a:gd name="connsiteX54" fmla="*/ 128438 w 361670"/>
              <a:gd name="connsiteY54" fmla="*/ 216417 h 361333"/>
              <a:gd name="connsiteX55" fmla="*/ 107990 w 361670"/>
              <a:gd name="connsiteY55" fmla="*/ 206203 h 361333"/>
              <a:gd name="connsiteX56" fmla="*/ 95210 w 361670"/>
              <a:gd name="connsiteY56" fmla="*/ 195988 h 361333"/>
              <a:gd name="connsiteX57" fmla="*/ 77318 w 361670"/>
              <a:gd name="connsiteY57" fmla="*/ 174283 h 361333"/>
              <a:gd name="connsiteX58" fmla="*/ 74762 w 361670"/>
              <a:gd name="connsiteY58" fmla="*/ 157046 h 361333"/>
              <a:gd name="connsiteX59" fmla="*/ 83708 w 361670"/>
              <a:gd name="connsiteY59" fmla="*/ 151300 h 361333"/>
              <a:gd name="connsiteX60" fmla="*/ 78596 w 361670"/>
              <a:gd name="connsiteY60" fmla="*/ 105974 h 361333"/>
              <a:gd name="connsiteX61" fmla="*/ 74762 w 361670"/>
              <a:gd name="connsiteY61" fmla="*/ 101505 h 361333"/>
              <a:gd name="connsiteX62" fmla="*/ 72845 w 361670"/>
              <a:gd name="connsiteY62" fmla="*/ 100867 h 361333"/>
              <a:gd name="connsiteX63" fmla="*/ 69011 w 361670"/>
              <a:gd name="connsiteY63" fmla="*/ 155769 h 361333"/>
              <a:gd name="connsiteX64" fmla="*/ 70289 w 361670"/>
              <a:gd name="connsiteY64" fmla="*/ 165984 h 361333"/>
              <a:gd name="connsiteX65" fmla="*/ 84986 w 361670"/>
              <a:gd name="connsiteY65" fmla="*/ 206203 h 361333"/>
              <a:gd name="connsiteX66" fmla="*/ 95849 w 361670"/>
              <a:gd name="connsiteY66" fmla="*/ 220247 h 361333"/>
              <a:gd name="connsiteX67" fmla="*/ 131633 w 361670"/>
              <a:gd name="connsiteY67" fmla="*/ 246422 h 361333"/>
              <a:gd name="connsiteX68" fmla="*/ 145052 w 361670"/>
              <a:gd name="connsiteY68" fmla="*/ 268127 h 361333"/>
              <a:gd name="connsiteX69" fmla="*/ 139301 w 361670"/>
              <a:gd name="connsiteY69" fmla="*/ 275149 h 361333"/>
              <a:gd name="connsiteX70" fmla="*/ 138662 w 361670"/>
              <a:gd name="connsiteY70" fmla="*/ 275149 h 361333"/>
              <a:gd name="connsiteX71" fmla="*/ 132272 w 361670"/>
              <a:gd name="connsiteY71" fmla="*/ 269404 h 361333"/>
              <a:gd name="connsiteX72" fmla="*/ 123965 w 361670"/>
              <a:gd name="connsiteY72" fmla="*/ 257274 h 361333"/>
              <a:gd name="connsiteX73" fmla="*/ 88181 w 361670"/>
              <a:gd name="connsiteY73" fmla="*/ 231100 h 361333"/>
              <a:gd name="connsiteX74" fmla="*/ 72845 w 361670"/>
              <a:gd name="connsiteY74" fmla="*/ 211310 h 361333"/>
              <a:gd name="connsiteX75" fmla="*/ 58148 w 361670"/>
              <a:gd name="connsiteY75" fmla="*/ 171091 h 361333"/>
              <a:gd name="connsiteX76" fmla="*/ 56231 w 361670"/>
              <a:gd name="connsiteY76" fmla="*/ 155769 h 361333"/>
              <a:gd name="connsiteX77" fmla="*/ 60066 w 361670"/>
              <a:gd name="connsiteY77" fmla="*/ 100867 h 361333"/>
              <a:gd name="connsiteX78" fmla="*/ 71567 w 361670"/>
              <a:gd name="connsiteY78" fmla="*/ 89376 h 361333"/>
              <a:gd name="connsiteX79" fmla="*/ 90737 w 361670"/>
              <a:gd name="connsiteY79" fmla="*/ 104697 h 361333"/>
              <a:gd name="connsiteX80" fmla="*/ 90737 w 361670"/>
              <a:gd name="connsiteY80" fmla="*/ 105336 h 361333"/>
              <a:gd name="connsiteX81" fmla="*/ 95849 w 361670"/>
              <a:gd name="connsiteY81" fmla="*/ 151939 h 361333"/>
              <a:gd name="connsiteX82" fmla="*/ 102239 w 361670"/>
              <a:gd name="connsiteY82" fmla="*/ 153854 h 361333"/>
              <a:gd name="connsiteX83" fmla="*/ 123965 w 361670"/>
              <a:gd name="connsiteY83" fmla="*/ 169814 h 361333"/>
              <a:gd name="connsiteX84" fmla="*/ 129716 w 361670"/>
              <a:gd name="connsiteY84" fmla="*/ 170452 h 361333"/>
              <a:gd name="connsiteX85" fmla="*/ 178918 w 361670"/>
              <a:gd name="connsiteY85" fmla="*/ 207479 h 361333"/>
              <a:gd name="connsiteX86" fmla="*/ 228121 w 361670"/>
              <a:gd name="connsiteY86" fmla="*/ 170452 h 361333"/>
              <a:gd name="connsiteX87" fmla="*/ 233872 w 361670"/>
              <a:gd name="connsiteY87" fmla="*/ 169814 h 361333"/>
              <a:gd name="connsiteX88" fmla="*/ 255597 w 361670"/>
              <a:gd name="connsiteY88" fmla="*/ 153854 h 361333"/>
              <a:gd name="connsiteX89" fmla="*/ 261349 w 361670"/>
              <a:gd name="connsiteY89" fmla="*/ 151939 h 361333"/>
              <a:gd name="connsiteX90" fmla="*/ 266460 w 361670"/>
              <a:gd name="connsiteY90" fmla="*/ 105336 h 361333"/>
              <a:gd name="connsiteX91" fmla="*/ 266460 w 361670"/>
              <a:gd name="connsiteY91" fmla="*/ 104697 h 361333"/>
              <a:gd name="connsiteX92" fmla="*/ 285630 w 361670"/>
              <a:gd name="connsiteY92" fmla="*/ 89376 h 361333"/>
              <a:gd name="connsiteX93" fmla="*/ 297132 w 361670"/>
              <a:gd name="connsiteY93" fmla="*/ 100867 h 361333"/>
              <a:gd name="connsiteX94" fmla="*/ 300966 w 361670"/>
              <a:gd name="connsiteY94" fmla="*/ 155769 h 361333"/>
              <a:gd name="connsiteX95" fmla="*/ 300966 w 361670"/>
              <a:gd name="connsiteY95" fmla="*/ 16981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300966" y="169814"/>
                </a:moveTo>
                <a:lnTo>
                  <a:pt x="286269" y="210033"/>
                </a:lnTo>
                <a:cubicBezTo>
                  <a:pt x="283074" y="218332"/>
                  <a:pt x="277962" y="225355"/>
                  <a:pt x="270934" y="229823"/>
                </a:cubicBezTo>
                <a:lnTo>
                  <a:pt x="235150" y="255998"/>
                </a:lnTo>
                <a:cubicBezTo>
                  <a:pt x="230038" y="259828"/>
                  <a:pt x="226843" y="263658"/>
                  <a:pt x="226843" y="268127"/>
                </a:cubicBezTo>
                <a:cubicBezTo>
                  <a:pt x="226843" y="271319"/>
                  <a:pt x="223648" y="273873"/>
                  <a:pt x="220453" y="273873"/>
                </a:cubicBezTo>
                <a:cubicBezTo>
                  <a:pt x="220453" y="273873"/>
                  <a:pt x="219814" y="273873"/>
                  <a:pt x="219814" y="273873"/>
                </a:cubicBezTo>
                <a:cubicBezTo>
                  <a:pt x="216619" y="273234"/>
                  <a:pt x="213424" y="270681"/>
                  <a:pt x="214063" y="266850"/>
                </a:cubicBezTo>
                <a:cubicBezTo>
                  <a:pt x="214702" y="258551"/>
                  <a:pt x="219175" y="251529"/>
                  <a:pt x="227482" y="245145"/>
                </a:cubicBezTo>
                <a:lnTo>
                  <a:pt x="263266" y="218971"/>
                </a:lnTo>
                <a:cubicBezTo>
                  <a:pt x="268377" y="215140"/>
                  <a:pt x="271572" y="210671"/>
                  <a:pt x="274128" y="204926"/>
                </a:cubicBezTo>
                <a:lnTo>
                  <a:pt x="288825" y="164707"/>
                </a:lnTo>
                <a:cubicBezTo>
                  <a:pt x="290103" y="161515"/>
                  <a:pt x="290742" y="158323"/>
                  <a:pt x="290103" y="154492"/>
                </a:cubicBezTo>
                <a:lnTo>
                  <a:pt x="286269" y="99590"/>
                </a:lnTo>
                <a:cubicBezTo>
                  <a:pt x="285630" y="99590"/>
                  <a:pt x="284991" y="99590"/>
                  <a:pt x="284352" y="100229"/>
                </a:cubicBezTo>
                <a:cubicBezTo>
                  <a:pt x="283713" y="100867"/>
                  <a:pt x="281796" y="102144"/>
                  <a:pt x="280518" y="104697"/>
                </a:cubicBezTo>
                <a:lnTo>
                  <a:pt x="275406" y="150024"/>
                </a:lnTo>
                <a:cubicBezTo>
                  <a:pt x="279240" y="151300"/>
                  <a:pt x="281796" y="153216"/>
                  <a:pt x="284352" y="155769"/>
                </a:cubicBezTo>
                <a:cubicBezTo>
                  <a:pt x="285630" y="157684"/>
                  <a:pt x="290103" y="164707"/>
                  <a:pt x="281157" y="173644"/>
                </a:cubicBezTo>
                <a:lnTo>
                  <a:pt x="263904" y="195350"/>
                </a:lnTo>
                <a:cubicBezTo>
                  <a:pt x="260709" y="199819"/>
                  <a:pt x="256236" y="203011"/>
                  <a:pt x="251124" y="205564"/>
                </a:cubicBezTo>
                <a:lnTo>
                  <a:pt x="230677" y="215779"/>
                </a:lnTo>
                <a:cubicBezTo>
                  <a:pt x="227482" y="217694"/>
                  <a:pt x="223648" y="215779"/>
                  <a:pt x="222370" y="213225"/>
                </a:cubicBezTo>
                <a:cubicBezTo>
                  <a:pt x="221092" y="210033"/>
                  <a:pt x="222370" y="206203"/>
                  <a:pt x="224926" y="204926"/>
                </a:cubicBezTo>
                <a:lnTo>
                  <a:pt x="245374" y="194711"/>
                </a:lnTo>
                <a:cubicBezTo>
                  <a:pt x="248569" y="192796"/>
                  <a:pt x="251764" y="190881"/>
                  <a:pt x="253681" y="187689"/>
                </a:cubicBezTo>
                <a:lnTo>
                  <a:pt x="271572" y="165984"/>
                </a:lnTo>
                <a:cubicBezTo>
                  <a:pt x="272850" y="164707"/>
                  <a:pt x="272850" y="164068"/>
                  <a:pt x="273489" y="164068"/>
                </a:cubicBezTo>
                <a:cubicBezTo>
                  <a:pt x="271572" y="162792"/>
                  <a:pt x="266460" y="162153"/>
                  <a:pt x="262626" y="164068"/>
                </a:cubicBezTo>
                <a:cubicBezTo>
                  <a:pt x="256236" y="167260"/>
                  <a:pt x="249208" y="173006"/>
                  <a:pt x="242179" y="180028"/>
                </a:cubicBezTo>
                <a:cubicBezTo>
                  <a:pt x="240901" y="181305"/>
                  <a:pt x="238984" y="181944"/>
                  <a:pt x="237706" y="181944"/>
                </a:cubicBezTo>
                <a:cubicBezTo>
                  <a:pt x="237706" y="181944"/>
                  <a:pt x="235150" y="181944"/>
                  <a:pt x="230677" y="182582"/>
                </a:cubicBezTo>
                <a:cubicBezTo>
                  <a:pt x="211507" y="184497"/>
                  <a:pt x="195532" y="198542"/>
                  <a:pt x="189781" y="217694"/>
                </a:cubicBezTo>
                <a:cubicBezTo>
                  <a:pt x="187225" y="225993"/>
                  <a:pt x="186586" y="231100"/>
                  <a:pt x="186586" y="243230"/>
                </a:cubicBezTo>
                <a:cubicBezTo>
                  <a:pt x="186586" y="247060"/>
                  <a:pt x="184030" y="249614"/>
                  <a:pt x="180196" y="249614"/>
                </a:cubicBezTo>
                <a:cubicBezTo>
                  <a:pt x="180196" y="249614"/>
                  <a:pt x="180196" y="249614"/>
                  <a:pt x="180196" y="249614"/>
                </a:cubicBezTo>
                <a:cubicBezTo>
                  <a:pt x="180196" y="249614"/>
                  <a:pt x="180196" y="249614"/>
                  <a:pt x="180196" y="249614"/>
                </a:cubicBezTo>
                <a:cubicBezTo>
                  <a:pt x="176362" y="249614"/>
                  <a:pt x="173806" y="247060"/>
                  <a:pt x="173806" y="243230"/>
                </a:cubicBezTo>
                <a:cubicBezTo>
                  <a:pt x="173806" y="231100"/>
                  <a:pt x="173167" y="225993"/>
                  <a:pt x="170611" y="217694"/>
                </a:cubicBezTo>
                <a:cubicBezTo>
                  <a:pt x="165500" y="198542"/>
                  <a:pt x="148885" y="184497"/>
                  <a:pt x="129716" y="182582"/>
                </a:cubicBezTo>
                <a:cubicBezTo>
                  <a:pt x="125243" y="181944"/>
                  <a:pt x="122687" y="181944"/>
                  <a:pt x="122687" y="181944"/>
                </a:cubicBezTo>
                <a:cubicBezTo>
                  <a:pt x="121409" y="181944"/>
                  <a:pt x="119492" y="181305"/>
                  <a:pt x="118214" y="180028"/>
                </a:cubicBezTo>
                <a:cubicBezTo>
                  <a:pt x="111185" y="173644"/>
                  <a:pt x="104156" y="167260"/>
                  <a:pt x="97766" y="164068"/>
                </a:cubicBezTo>
                <a:cubicBezTo>
                  <a:pt x="93293" y="162153"/>
                  <a:pt x="88181" y="162792"/>
                  <a:pt x="86264" y="164068"/>
                </a:cubicBezTo>
                <a:cubicBezTo>
                  <a:pt x="86264" y="164707"/>
                  <a:pt x="86903" y="165345"/>
                  <a:pt x="87542" y="165984"/>
                </a:cubicBezTo>
                <a:lnTo>
                  <a:pt x="105434" y="188327"/>
                </a:lnTo>
                <a:cubicBezTo>
                  <a:pt x="107990" y="190881"/>
                  <a:pt x="110546" y="193435"/>
                  <a:pt x="113741" y="195350"/>
                </a:cubicBezTo>
                <a:lnTo>
                  <a:pt x="134189" y="205564"/>
                </a:lnTo>
                <a:cubicBezTo>
                  <a:pt x="137384" y="206841"/>
                  <a:pt x="138662" y="210671"/>
                  <a:pt x="136745" y="213863"/>
                </a:cubicBezTo>
                <a:cubicBezTo>
                  <a:pt x="135467" y="217055"/>
                  <a:pt x="131633" y="218332"/>
                  <a:pt x="128438" y="216417"/>
                </a:cubicBezTo>
                <a:lnTo>
                  <a:pt x="107990" y="206203"/>
                </a:lnTo>
                <a:cubicBezTo>
                  <a:pt x="102878" y="203649"/>
                  <a:pt x="98405" y="200457"/>
                  <a:pt x="95210" y="195988"/>
                </a:cubicBezTo>
                <a:lnTo>
                  <a:pt x="77318" y="174283"/>
                </a:lnTo>
                <a:cubicBezTo>
                  <a:pt x="69011" y="165984"/>
                  <a:pt x="73484" y="158961"/>
                  <a:pt x="74762" y="157046"/>
                </a:cubicBezTo>
                <a:cubicBezTo>
                  <a:pt x="76679" y="154492"/>
                  <a:pt x="79874" y="152577"/>
                  <a:pt x="83708" y="151300"/>
                </a:cubicBezTo>
                <a:lnTo>
                  <a:pt x="78596" y="105974"/>
                </a:lnTo>
                <a:cubicBezTo>
                  <a:pt x="77957" y="102782"/>
                  <a:pt x="76040" y="101505"/>
                  <a:pt x="74762" y="101505"/>
                </a:cubicBezTo>
                <a:cubicBezTo>
                  <a:pt x="74123" y="100867"/>
                  <a:pt x="73484" y="100867"/>
                  <a:pt x="72845" y="100867"/>
                </a:cubicBezTo>
                <a:lnTo>
                  <a:pt x="69011" y="155769"/>
                </a:lnTo>
                <a:cubicBezTo>
                  <a:pt x="69011" y="158961"/>
                  <a:pt x="69011" y="162792"/>
                  <a:pt x="70289" y="165984"/>
                </a:cubicBezTo>
                <a:lnTo>
                  <a:pt x="84986" y="206203"/>
                </a:lnTo>
                <a:cubicBezTo>
                  <a:pt x="86903" y="211948"/>
                  <a:pt x="90737" y="217055"/>
                  <a:pt x="95849" y="220247"/>
                </a:cubicBezTo>
                <a:lnTo>
                  <a:pt x="131633" y="246422"/>
                </a:lnTo>
                <a:cubicBezTo>
                  <a:pt x="139940" y="252167"/>
                  <a:pt x="144412" y="259828"/>
                  <a:pt x="145052" y="268127"/>
                </a:cubicBezTo>
                <a:cubicBezTo>
                  <a:pt x="145690" y="271319"/>
                  <a:pt x="142496" y="274511"/>
                  <a:pt x="139301" y="275149"/>
                </a:cubicBezTo>
                <a:cubicBezTo>
                  <a:pt x="139301" y="275149"/>
                  <a:pt x="138662" y="275149"/>
                  <a:pt x="138662" y="275149"/>
                </a:cubicBezTo>
                <a:cubicBezTo>
                  <a:pt x="135467" y="275149"/>
                  <a:pt x="132911" y="272596"/>
                  <a:pt x="132272" y="269404"/>
                </a:cubicBezTo>
                <a:cubicBezTo>
                  <a:pt x="131633" y="264935"/>
                  <a:pt x="129077" y="261105"/>
                  <a:pt x="123965" y="257274"/>
                </a:cubicBezTo>
                <a:lnTo>
                  <a:pt x="88181" y="231100"/>
                </a:lnTo>
                <a:cubicBezTo>
                  <a:pt x="81152" y="225993"/>
                  <a:pt x="76040" y="218971"/>
                  <a:pt x="72845" y="211310"/>
                </a:cubicBezTo>
                <a:lnTo>
                  <a:pt x="58148" y="171091"/>
                </a:lnTo>
                <a:cubicBezTo>
                  <a:pt x="56231" y="165984"/>
                  <a:pt x="55593" y="160876"/>
                  <a:pt x="56231" y="155769"/>
                </a:cubicBezTo>
                <a:lnTo>
                  <a:pt x="60066" y="100867"/>
                </a:lnTo>
                <a:cubicBezTo>
                  <a:pt x="60704" y="94483"/>
                  <a:pt x="65177" y="90014"/>
                  <a:pt x="71567" y="89376"/>
                </a:cubicBezTo>
                <a:cubicBezTo>
                  <a:pt x="78596" y="88738"/>
                  <a:pt x="88181" y="93845"/>
                  <a:pt x="90737" y="104697"/>
                </a:cubicBezTo>
                <a:cubicBezTo>
                  <a:pt x="90737" y="104697"/>
                  <a:pt x="90737" y="105336"/>
                  <a:pt x="90737" y="105336"/>
                </a:cubicBezTo>
                <a:lnTo>
                  <a:pt x="95849" y="151939"/>
                </a:lnTo>
                <a:cubicBezTo>
                  <a:pt x="97766" y="152577"/>
                  <a:pt x="100322" y="153216"/>
                  <a:pt x="102239" y="153854"/>
                </a:cubicBezTo>
                <a:cubicBezTo>
                  <a:pt x="109907" y="157046"/>
                  <a:pt x="116936" y="163430"/>
                  <a:pt x="123965" y="169814"/>
                </a:cubicBezTo>
                <a:cubicBezTo>
                  <a:pt x="125243" y="169814"/>
                  <a:pt x="127160" y="169814"/>
                  <a:pt x="129716" y="170452"/>
                </a:cubicBezTo>
                <a:cubicBezTo>
                  <a:pt x="151442" y="172368"/>
                  <a:pt x="170611" y="187051"/>
                  <a:pt x="178918" y="207479"/>
                </a:cubicBezTo>
                <a:cubicBezTo>
                  <a:pt x="187225" y="187051"/>
                  <a:pt x="206395" y="172368"/>
                  <a:pt x="228121" y="170452"/>
                </a:cubicBezTo>
                <a:cubicBezTo>
                  <a:pt x="230677" y="170452"/>
                  <a:pt x="232594" y="169814"/>
                  <a:pt x="233872" y="169814"/>
                </a:cubicBezTo>
                <a:cubicBezTo>
                  <a:pt x="240901" y="163430"/>
                  <a:pt x="247929" y="157046"/>
                  <a:pt x="255597" y="153854"/>
                </a:cubicBezTo>
                <a:cubicBezTo>
                  <a:pt x="257514" y="153216"/>
                  <a:pt x="259431" y="152577"/>
                  <a:pt x="261349" y="151939"/>
                </a:cubicBezTo>
                <a:lnTo>
                  <a:pt x="266460" y="105336"/>
                </a:lnTo>
                <a:cubicBezTo>
                  <a:pt x="266460" y="105336"/>
                  <a:pt x="266460" y="104697"/>
                  <a:pt x="266460" y="104697"/>
                </a:cubicBezTo>
                <a:cubicBezTo>
                  <a:pt x="269016" y="93845"/>
                  <a:pt x="278601" y="88738"/>
                  <a:pt x="285630" y="89376"/>
                </a:cubicBezTo>
                <a:cubicBezTo>
                  <a:pt x="292020" y="90014"/>
                  <a:pt x="296493" y="94483"/>
                  <a:pt x="297132" y="100867"/>
                </a:cubicBezTo>
                <a:lnTo>
                  <a:pt x="300966" y="155769"/>
                </a:lnTo>
                <a:cubicBezTo>
                  <a:pt x="303522" y="159600"/>
                  <a:pt x="302883" y="164707"/>
                  <a:pt x="300966" y="169814"/>
                </a:cubicBezTo>
                <a:close/>
              </a:path>
            </a:pathLst>
          </a:custGeom>
          <a:solidFill>
            <a:srgbClr val="0076A8"/>
          </a:solidFill>
          <a:ln w="6390" cap="flat">
            <a:noFill/>
            <a:prstDash val="solid"/>
            <a:miter/>
          </a:ln>
        </p:spPr>
        <p:txBody>
          <a:bodyPr rtlCol="0" anchor="ctr"/>
          <a:lstStyle/>
          <a:p>
            <a:endParaRPr lang="en-US"/>
          </a:p>
        </p:txBody>
      </p:sp>
      <p:grpSp>
        <p:nvGrpSpPr>
          <p:cNvPr id="275" name="Graphic 4">
            <a:extLst>
              <a:ext uri="{FF2B5EF4-FFF2-40B4-BE49-F238E27FC236}">
                <a16:creationId xmlns:a16="http://schemas.microsoft.com/office/drawing/2014/main" id="{D953C0CD-50FB-CB40-BCE4-381107855070}"/>
              </a:ext>
            </a:extLst>
          </p:cNvPr>
          <p:cNvGrpSpPr>
            <a:grpSpLocks noChangeAspect="1"/>
          </p:cNvGrpSpPr>
          <p:nvPr/>
        </p:nvGrpSpPr>
        <p:grpSpPr>
          <a:xfrm>
            <a:off x="7802113" y="3824168"/>
            <a:ext cx="361670" cy="361333"/>
            <a:chOff x="7802113" y="3824168"/>
            <a:chExt cx="361670" cy="361333"/>
          </a:xfrm>
          <a:solidFill>
            <a:srgbClr val="0076A8"/>
          </a:solidFill>
        </p:grpSpPr>
        <p:sp>
          <p:nvSpPr>
            <p:cNvPr id="276" name="Graphic 4">
              <a:extLst>
                <a:ext uri="{FF2B5EF4-FFF2-40B4-BE49-F238E27FC236}">
                  <a16:creationId xmlns:a16="http://schemas.microsoft.com/office/drawing/2014/main" id="{4C1F9021-CB7A-1A46-AB53-D000DB1AC600}"/>
                </a:ext>
              </a:extLst>
            </p:cNvPr>
            <p:cNvSpPr/>
            <p:nvPr/>
          </p:nvSpPr>
          <p:spPr>
            <a:xfrm>
              <a:off x="7802113" y="3824168"/>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6"/>
                    <a:pt x="0" y="180667"/>
                  </a:cubicBezTo>
                  <a:cubicBezTo>
                    <a:pt x="0" y="280257"/>
                    <a:pt x="81152" y="361333"/>
                    <a:pt x="180836" y="361333"/>
                  </a:cubicBezTo>
                  <a:cubicBezTo>
                    <a:pt x="281157" y="361333"/>
                    <a:pt x="361670" y="280257"/>
                    <a:pt x="361670" y="180667"/>
                  </a:cubicBezTo>
                  <a:cubicBezTo>
                    <a:pt x="361670" y="81076"/>
                    <a:pt x="280518"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873"/>
                    <a:pt x="273490" y="349204"/>
                    <a:pt x="180836" y="349204"/>
                  </a:cubicBezTo>
                  <a:close/>
                </a:path>
              </a:pathLst>
            </a:custGeom>
            <a:solidFill>
              <a:srgbClr val="0076A8"/>
            </a:solidFill>
            <a:ln w="6390" cap="flat">
              <a:noFill/>
              <a:prstDash val="solid"/>
              <a:miter/>
            </a:ln>
          </p:spPr>
          <p:txBody>
            <a:bodyPr rtlCol="0" anchor="ctr"/>
            <a:lstStyle/>
            <a:p>
              <a:endParaRPr lang="en-US"/>
            </a:p>
          </p:txBody>
        </p:sp>
        <p:sp>
          <p:nvSpPr>
            <p:cNvPr id="277" name="Graphic 4">
              <a:extLst>
                <a:ext uri="{FF2B5EF4-FFF2-40B4-BE49-F238E27FC236}">
                  <a16:creationId xmlns:a16="http://schemas.microsoft.com/office/drawing/2014/main" id="{D79D1914-1FA5-FA45-99A3-6D6FFA820063}"/>
                </a:ext>
              </a:extLst>
            </p:cNvPr>
            <p:cNvSpPr/>
            <p:nvPr/>
          </p:nvSpPr>
          <p:spPr>
            <a:xfrm>
              <a:off x="7901796" y="3880985"/>
              <a:ext cx="162304" cy="248975"/>
            </a:xfrm>
            <a:custGeom>
              <a:avLst/>
              <a:gdLst>
                <a:gd name="connsiteX0" fmla="*/ 139940 w 162304"/>
                <a:gd name="connsiteY0" fmla="*/ 0 h 248975"/>
                <a:gd name="connsiteX1" fmla="*/ 117575 w 162304"/>
                <a:gd name="connsiteY1" fmla="*/ 22344 h 248975"/>
                <a:gd name="connsiteX2" fmla="*/ 117575 w 162304"/>
                <a:gd name="connsiteY2" fmla="*/ 58733 h 248975"/>
                <a:gd name="connsiteX3" fmla="*/ 107990 w 162304"/>
                <a:gd name="connsiteY3" fmla="*/ 56179 h 248975"/>
                <a:gd name="connsiteX4" fmla="*/ 95210 w 162304"/>
                <a:gd name="connsiteY4" fmla="*/ 60010 h 248975"/>
                <a:gd name="connsiteX5" fmla="*/ 91376 w 162304"/>
                <a:gd name="connsiteY5" fmla="*/ 54902 h 248975"/>
                <a:gd name="connsiteX6" fmla="*/ 75402 w 162304"/>
                <a:gd name="connsiteY6" fmla="*/ 48519 h 248975"/>
                <a:gd name="connsiteX7" fmla="*/ 55593 w 162304"/>
                <a:gd name="connsiteY7" fmla="*/ 60648 h 248975"/>
                <a:gd name="connsiteX8" fmla="*/ 43452 w 162304"/>
                <a:gd name="connsiteY8" fmla="*/ 56818 h 248975"/>
                <a:gd name="connsiteX9" fmla="*/ 21087 w 162304"/>
                <a:gd name="connsiteY9" fmla="*/ 79162 h 248975"/>
                <a:gd name="connsiteX10" fmla="*/ 21087 w 162304"/>
                <a:gd name="connsiteY10" fmla="*/ 93206 h 248975"/>
                <a:gd name="connsiteX11" fmla="*/ 20448 w 162304"/>
                <a:gd name="connsiteY11" fmla="*/ 93206 h 248975"/>
                <a:gd name="connsiteX12" fmla="*/ 0 w 162304"/>
                <a:gd name="connsiteY12" fmla="*/ 113635 h 248975"/>
                <a:gd name="connsiteX13" fmla="*/ 0 w 162304"/>
                <a:gd name="connsiteY13" fmla="*/ 157046 h 248975"/>
                <a:gd name="connsiteX14" fmla="*/ 0 w 162304"/>
                <a:gd name="connsiteY14" fmla="*/ 158961 h 248975"/>
                <a:gd name="connsiteX15" fmla="*/ 27477 w 162304"/>
                <a:gd name="connsiteY15" fmla="*/ 208756 h 248975"/>
                <a:gd name="connsiteX16" fmla="*/ 32589 w 162304"/>
                <a:gd name="connsiteY16" fmla="*/ 217694 h 248975"/>
                <a:gd name="connsiteX17" fmla="*/ 32589 w 162304"/>
                <a:gd name="connsiteY17" fmla="*/ 241953 h 248975"/>
                <a:gd name="connsiteX18" fmla="*/ 38978 w 162304"/>
                <a:gd name="connsiteY18" fmla="*/ 248337 h 248975"/>
                <a:gd name="connsiteX19" fmla="*/ 45368 w 162304"/>
                <a:gd name="connsiteY19" fmla="*/ 241953 h 248975"/>
                <a:gd name="connsiteX20" fmla="*/ 45368 w 162304"/>
                <a:gd name="connsiteY20" fmla="*/ 217694 h 248975"/>
                <a:gd name="connsiteX21" fmla="*/ 35145 w 162304"/>
                <a:gd name="connsiteY21" fmla="*/ 197903 h 248975"/>
                <a:gd name="connsiteX22" fmla="*/ 13419 w 162304"/>
                <a:gd name="connsiteY22" fmla="*/ 158323 h 248975"/>
                <a:gd name="connsiteX23" fmla="*/ 13419 w 162304"/>
                <a:gd name="connsiteY23" fmla="*/ 113635 h 248975"/>
                <a:gd name="connsiteX24" fmla="*/ 21087 w 162304"/>
                <a:gd name="connsiteY24" fmla="*/ 105974 h 248975"/>
                <a:gd name="connsiteX25" fmla="*/ 85625 w 162304"/>
                <a:gd name="connsiteY25" fmla="*/ 105974 h 248975"/>
                <a:gd name="connsiteX26" fmla="*/ 86264 w 162304"/>
                <a:gd name="connsiteY26" fmla="*/ 109166 h 248975"/>
                <a:gd name="connsiteX27" fmla="*/ 86264 w 162304"/>
                <a:gd name="connsiteY27" fmla="*/ 112997 h 248975"/>
                <a:gd name="connsiteX28" fmla="*/ 86264 w 162304"/>
                <a:gd name="connsiteY28" fmla="*/ 112997 h 248975"/>
                <a:gd name="connsiteX29" fmla="*/ 84986 w 162304"/>
                <a:gd name="connsiteY29" fmla="*/ 117465 h 248975"/>
                <a:gd name="connsiteX30" fmla="*/ 83069 w 162304"/>
                <a:gd name="connsiteY30" fmla="*/ 120019 h 248975"/>
                <a:gd name="connsiteX31" fmla="*/ 72845 w 162304"/>
                <a:gd name="connsiteY31" fmla="*/ 125126 h 248975"/>
                <a:gd name="connsiteX32" fmla="*/ 38340 w 162304"/>
                <a:gd name="connsiteY32" fmla="*/ 125126 h 248975"/>
                <a:gd name="connsiteX33" fmla="*/ 31950 w 162304"/>
                <a:gd name="connsiteY33" fmla="*/ 131510 h 248975"/>
                <a:gd name="connsiteX34" fmla="*/ 38340 w 162304"/>
                <a:gd name="connsiteY34" fmla="*/ 137894 h 248975"/>
                <a:gd name="connsiteX35" fmla="*/ 38340 w 162304"/>
                <a:gd name="connsiteY35" fmla="*/ 137894 h 248975"/>
                <a:gd name="connsiteX36" fmla="*/ 83708 w 162304"/>
                <a:gd name="connsiteY36" fmla="*/ 183220 h 248975"/>
                <a:gd name="connsiteX37" fmla="*/ 90098 w 162304"/>
                <a:gd name="connsiteY37" fmla="*/ 189604 h 248975"/>
                <a:gd name="connsiteX38" fmla="*/ 96488 w 162304"/>
                <a:gd name="connsiteY38" fmla="*/ 183220 h 248975"/>
                <a:gd name="connsiteX39" fmla="*/ 115019 w 162304"/>
                <a:gd name="connsiteY39" fmla="*/ 161515 h 248975"/>
                <a:gd name="connsiteX40" fmla="*/ 120131 w 162304"/>
                <a:gd name="connsiteY40" fmla="*/ 153854 h 248975"/>
                <a:gd name="connsiteX41" fmla="*/ 112463 w 162304"/>
                <a:gd name="connsiteY41" fmla="*/ 148747 h 248975"/>
                <a:gd name="connsiteX42" fmla="*/ 92015 w 162304"/>
                <a:gd name="connsiteY42" fmla="*/ 160876 h 248975"/>
                <a:gd name="connsiteX43" fmla="*/ 74123 w 162304"/>
                <a:gd name="connsiteY43" fmla="*/ 137894 h 248975"/>
                <a:gd name="connsiteX44" fmla="*/ 92015 w 162304"/>
                <a:gd name="connsiteY44" fmla="*/ 128957 h 248975"/>
                <a:gd name="connsiteX45" fmla="*/ 107990 w 162304"/>
                <a:gd name="connsiteY45" fmla="*/ 135341 h 248975"/>
                <a:gd name="connsiteX46" fmla="*/ 123965 w 162304"/>
                <a:gd name="connsiteY46" fmla="*/ 128957 h 248975"/>
                <a:gd name="connsiteX47" fmla="*/ 123965 w 162304"/>
                <a:gd name="connsiteY47" fmla="*/ 128957 h 248975"/>
                <a:gd name="connsiteX48" fmla="*/ 139940 w 162304"/>
                <a:gd name="connsiteY48" fmla="*/ 135979 h 248975"/>
                <a:gd name="connsiteX49" fmla="*/ 149525 w 162304"/>
                <a:gd name="connsiteY49" fmla="*/ 133425 h 248975"/>
                <a:gd name="connsiteX50" fmla="*/ 149525 w 162304"/>
                <a:gd name="connsiteY50" fmla="*/ 164707 h 248975"/>
                <a:gd name="connsiteX51" fmla="*/ 135467 w 162304"/>
                <a:gd name="connsiteY51" fmla="*/ 199180 h 248975"/>
                <a:gd name="connsiteX52" fmla="*/ 129077 w 162304"/>
                <a:gd name="connsiteY52" fmla="*/ 215779 h 248975"/>
                <a:gd name="connsiteX53" fmla="*/ 129077 w 162304"/>
                <a:gd name="connsiteY53" fmla="*/ 242591 h 248975"/>
                <a:gd name="connsiteX54" fmla="*/ 135467 w 162304"/>
                <a:gd name="connsiteY54" fmla="*/ 248975 h 248975"/>
                <a:gd name="connsiteX55" fmla="*/ 141857 w 162304"/>
                <a:gd name="connsiteY55" fmla="*/ 242591 h 248975"/>
                <a:gd name="connsiteX56" fmla="*/ 141857 w 162304"/>
                <a:gd name="connsiteY56" fmla="*/ 215140 h 248975"/>
                <a:gd name="connsiteX57" fmla="*/ 145052 w 162304"/>
                <a:gd name="connsiteY57" fmla="*/ 207479 h 248975"/>
                <a:gd name="connsiteX58" fmla="*/ 162305 w 162304"/>
                <a:gd name="connsiteY58" fmla="*/ 164068 h 248975"/>
                <a:gd name="connsiteX59" fmla="*/ 162305 w 162304"/>
                <a:gd name="connsiteY59" fmla="*/ 112997 h 248975"/>
                <a:gd name="connsiteX60" fmla="*/ 162305 w 162304"/>
                <a:gd name="connsiteY60" fmla="*/ 91930 h 248975"/>
                <a:gd name="connsiteX61" fmla="*/ 162305 w 162304"/>
                <a:gd name="connsiteY61" fmla="*/ 22344 h 248975"/>
                <a:gd name="connsiteX62" fmla="*/ 155915 w 162304"/>
                <a:gd name="connsiteY62" fmla="*/ 6384 h 248975"/>
                <a:gd name="connsiteX63" fmla="*/ 139940 w 162304"/>
                <a:gd name="connsiteY63" fmla="*/ 0 h 248975"/>
                <a:gd name="connsiteX64" fmla="*/ 33867 w 162304"/>
                <a:gd name="connsiteY64" fmla="*/ 79800 h 248975"/>
                <a:gd name="connsiteX65" fmla="*/ 43452 w 162304"/>
                <a:gd name="connsiteY65" fmla="*/ 70224 h 248975"/>
                <a:gd name="connsiteX66" fmla="*/ 50481 w 162304"/>
                <a:gd name="connsiteY66" fmla="*/ 72778 h 248975"/>
                <a:gd name="connsiteX67" fmla="*/ 53037 w 162304"/>
                <a:gd name="connsiteY67" fmla="*/ 78523 h 248975"/>
                <a:gd name="connsiteX68" fmla="*/ 53037 w 162304"/>
                <a:gd name="connsiteY68" fmla="*/ 93206 h 248975"/>
                <a:gd name="connsiteX69" fmla="*/ 33867 w 162304"/>
                <a:gd name="connsiteY69" fmla="*/ 93206 h 248975"/>
                <a:gd name="connsiteX70" fmla="*/ 33867 w 162304"/>
                <a:gd name="connsiteY70" fmla="*/ 79800 h 248975"/>
                <a:gd name="connsiteX71" fmla="*/ 65817 w 162304"/>
                <a:gd name="connsiteY71" fmla="*/ 93206 h 248975"/>
                <a:gd name="connsiteX72" fmla="*/ 65817 w 162304"/>
                <a:gd name="connsiteY72" fmla="*/ 79800 h 248975"/>
                <a:gd name="connsiteX73" fmla="*/ 65817 w 162304"/>
                <a:gd name="connsiteY73" fmla="*/ 79800 h 248975"/>
                <a:gd name="connsiteX74" fmla="*/ 65817 w 162304"/>
                <a:gd name="connsiteY74" fmla="*/ 78523 h 248975"/>
                <a:gd name="connsiteX75" fmla="*/ 65817 w 162304"/>
                <a:gd name="connsiteY75" fmla="*/ 71501 h 248975"/>
                <a:gd name="connsiteX76" fmla="*/ 75402 w 162304"/>
                <a:gd name="connsiteY76" fmla="*/ 61925 h 248975"/>
                <a:gd name="connsiteX77" fmla="*/ 82430 w 162304"/>
                <a:gd name="connsiteY77" fmla="*/ 64478 h 248975"/>
                <a:gd name="connsiteX78" fmla="*/ 84986 w 162304"/>
                <a:gd name="connsiteY78" fmla="*/ 71501 h 248975"/>
                <a:gd name="connsiteX79" fmla="*/ 84986 w 162304"/>
                <a:gd name="connsiteY79" fmla="*/ 77885 h 248975"/>
                <a:gd name="connsiteX80" fmla="*/ 84986 w 162304"/>
                <a:gd name="connsiteY80" fmla="*/ 79162 h 248975"/>
                <a:gd name="connsiteX81" fmla="*/ 84986 w 162304"/>
                <a:gd name="connsiteY81" fmla="*/ 93845 h 248975"/>
                <a:gd name="connsiteX82" fmla="*/ 65817 w 162304"/>
                <a:gd name="connsiteY82" fmla="*/ 93845 h 248975"/>
                <a:gd name="connsiteX83" fmla="*/ 114380 w 162304"/>
                <a:gd name="connsiteY83" fmla="*/ 120019 h 248975"/>
                <a:gd name="connsiteX84" fmla="*/ 107351 w 162304"/>
                <a:gd name="connsiteY84" fmla="*/ 122573 h 248975"/>
                <a:gd name="connsiteX85" fmla="*/ 97766 w 162304"/>
                <a:gd name="connsiteY85" fmla="*/ 113635 h 248975"/>
                <a:gd name="connsiteX86" fmla="*/ 97766 w 162304"/>
                <a:gd name="connsiteY86" fmla="*/ 112358 h 248975"/>
                <a:gd name="connsiteX87" fmla="*/ 97766 w 162304"/>
                <a:gd name="connsiteY87" fmla="*/ 111081 h 248975"/>
                <a:gd name="connsiteX88" fmla="*/ 97766 w 162304"/>
                <a:gd name="connsiteY88" fmla="*/ 109166 h 248975"/>
                <a:gd name="connsiteX89" fmla="*/ 97766 w 162304"/>
                <a:gd name="connsiteY89" fmla="*/ 77246 h 248975"/>
                <a:gd name="connsiteX90" fmla="*/ 107351 w 162304"/>
                <a:gd name="connsiteY90" fmla="*/ 68309 h 248975"/>
                <a:gd name="connsiteX91" fmla="*/ 114380 w 162304"/>
                <a:gd name="connsiteY91" fmla="*/ 70862 h 248975"/>
                <a:gd name="connsiteX92" fmla="*/ 116936 w 162304"/>
                <a:gd name="connsiteY92" fmla="*/ 77885 h 248975"/>
                <a:gd name="connsiteX93" fmla="*/ 116936 w 162304"/>
                <a:gd name="connsiteY93" fmla="*/ 112358 h 248975"/>
                <a:gd name="connsiteX94" fmla="*/ 116936 w 162304"/>
                <a:gd name="connsiteY94" fmla="*/ 112358 h 248975"/>
                <a:gd name="connsiteX95" fmla="*/ 114380 w 162304"/>
                <a:gd name="connsiteY95" fmla="*/ 120019 h 248975"/>
                <a:gd name="connsiteX96" fmla="*/ 146330 w 162304"/>
                <a:gd name="connsiteY96" fmla="*/ 120019 h 248975"/>
                <a:gd name="connsiteX97" fmla="*/ 139301 w 162304"/>
                <a:gd name="connsiteY97" fmla="*/ 122573 h 248975"/>
                <a:gd name="connsiteX98" fmla="*/ 129716 w 162304"/>
                <a:gd name="connsiteY98" fmla="*/ 112997 h 248975"/>
                <a:gd name="connsiteX99" fmla="*/ 129716 w 162304"/>
                <a:gd name="connsiteY99" fmla="*/ 112997 h 248975"/>
                <a:gd name="connsiteX100" fmla="*/ 129716 w 162304"/>
                <a:gd name="connsiteY100" fmla="*/ 78523 h 248975"/>
                <a:gd name="connsiteX101" fmla="*/ 129716 w 162304"/>
                <a:gd name="connsiteY101" fmla="*/ 78523 h 248975"/>
                <a:gd name="connsiteX102" fmla="*/ 129716 w 162304"/>
                <a:gd name="connsiteY102" fmla="*/ 22344 h 248975"/>
                <a:gd name="connsiteX103" fmla="*/ 139301 w 162304"/>
                <a:gd name="connsiteY103" fmla="*/ 12768 h 248975"/>
                <a:gd name="connsiteX104" fmla="*/ 146330 w 162304"/>
                <a:gd name="connsiteY104" fmla="*/ 15322 h 248975"/>
                <a:gd name="connsiteX105" fmla="*/ 148886 w 162304"/>
                <a:gd name="connsiteY105" fmla="*/ 22344 h 248975"/>
                <a:gd name="connsiteX106" fmla="*/ 148886 w 162304"/>
                <a:gd name="connsiteY106" fmla="*/ 92568 h 248975"/>
                <a:gd name="connsiteX107" fmla="*/ 148886 w 162304"/>
                <a:gd name="connsiteY107" fmla="*/ 112997 h 248975"/>
                <a:gd name="connsiteX108" fmla="*/ 146330 w 162304"/>
                <a:gd name="connsiteY108" fmla="*/ 120019 h 24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162304" h="248975">
                  <a:moveTo>
                    <a:pt x="139940" y="0"/>
                  </a:moveTo>
                  <a:cubicBezTo>
                    <a:pt x="127799" y="0"/>
                    <a:pt x="117575" y="10215"/>
                    <a:pt x="117575" y="22344"/>
                  </a:cubicBezTo>
                  <a:lnTo>
                    <a:pt x="117575" y="58733"/>
                  </a:lnTo>
                  <a:cubicBezTo>
                    <a:pt x="114380" y="57456"/>
                    <a:pt x="111185" y="56179"/>
                    <a:pt x="107990" y="56179"/>
                  </a:cubicBezTo>
                  <a:cubicBezTo>
                    <a:pt x="103517" y="56179"/>
                    <a:pt x="99044" y="57456"/>
                    <a:pt x="95210" y="60010"/>
                  </a:cubicBezTo>
                  <a:cubicBezTo>
                    <a:pt x="93933" y="58094"/>
                    <a:pt x="93293" y="56818"/>
                    <a:pt x="91376" y="54902"/>
                  </a:cubicBezTo>
                  <a:cubicBezTo>
                    <a:pt x="86903" y="50434"/>
                    <a:pt x="81792" y="48519"/>
                    <a:pt x="75402" y="48519"/>
                  </a:cubicBezTo>
                  <a:cubicBezTo>
                    <a:pt x="66456" y="48519"/>
                    <a:pt x="59427" y="53626"/>
                    <a:pt x="55593" y="60648"/>
                  </a:cubicBezTo>
                  <a:cubicBezTo>
                    <a:pt x="51758" y="58094"/>
                    <a:pt x="47925" y="56818"/>
                    <a:pt x="43452" y="56818"/>
                  </a:cubicBezTo>
                  <a:cubicBezTo>
                    <a:pt x="31311" y="56818"/>
                    <a:pt x="21087" y="67032"/>
                    <a:pt x="21087" y="79162"/>
                  </a:cubicBezTo>
                  <a:lnTo>
                    <a:pt x="21087" y="93206"/>
                  </a:lnTo>
                  <a:lnTo>
                    <a:pt x="20448" y="93206"/>
                  </a:lnTo>
                  <a:cubicBezTo>
                    <a:pt x="8946" y="93206"/>
                    <a:pt x="0" y="102144"/>
                    <a:pt x="0" y="113635"/>
                  </a:cubicBezTo>
                  <a:lnTo>
                    <a:pt x="0" y="157046"/>
                  </a:lnTo>
                  <a:cubicBezTo>
                    <a:pt x="0" y="157684"/>
                    <a:pt x="0" y="158323"/>
                    <a:pt x="0" y="158961"/>
                  </a:cubicBezTo>
                  <a:cubicBezTo>
                    <a:pt x="639" y="178752"/>
                    <a:pt x="10863" y="197265"/>
                    <a:pt x="27477" y="208756"/>
                  </a:cubicBezTo>
                  <a:cubicBezTo>
                    <a:pt x="30672" y="210671"/>
                    <a:pt x="32589" y="214502"/>
                    <a:pt x="32589" y="217694"/>
                  </a:cubicBezTo>
                  <a:lnTo>
                    <a:pt x="32589" y="241953"/>
                  </a:lnTo>
                  <a:cubicBezTo>
                    <a:pt x="32589" y="245783"/>
                    <a:pt x="35145" y="248337"/>
                    <a:pt x="38978" y="248337"/>
                  </a:cubicBezTo>
                  <a:cubicBezTo>
                    <a:pt x="42813" y="248337"/>
                    <a:pt x="45368" y="245783"/>
                    <a:pt x="45368" y="241953"/>
                  </a:cubicBezTo>
                  <a:lnTo>
                    <a:pt x="45368" y="217694"/>
                  </a:lnTo>
                  <a:cubicBezTo>
                    <a:pt x="45368" y="210033"/>
                    <a:pt x="41535" y="202372"/>
                    <a:pt x="35145" y="197903"/>
                  </a:cubicBezTo>
                  <a:cubicBezTo>
                    <a:pt x="22365" y="188966"/>
                    <a:pt x="14058" y="174283"/>
                    <a:pt x="13419" y="158323"/>
                  </a:cubicBezTo>
                  <a:lnTo>
                    <a:pt x="13419" y="113635"/>
                  </a:lnTo>
                  <a:cubicBezTo>
                    <a:pt x="13419" y="109166"/>
                    <a:pt x="16614" y="105974"/>
                    <a:pt x="21087" y="105974"/>
                  </a:cubicBezTo>
                  <a:lnTo>
                    <a:pt x="85625" y="105974"/>
                  </a:lnTo>
                  <a:cubicBezTo>
                    <a:pt x="85625" y="106613"/>
                    <a:pt x="85625" y="107889"/>
                    <a:pt x="86264" y="109166"/>
                  </a:cubicBezTo>
                  <a:lnTo>
                    <a:pt x="86264" y="112997"/>
                  </a:lnTo>
                  <a:cubicBezTo>
                    <a:pt x="86264" y="112997"/>
                    <a:pt x="86264" y="112997"/>
                    <a:pt x="86264" y="112997"/>
                  </a:cubicBezTo>
                  <a:cubicBezTo>
                    <a:pt x="86264" y="114273"/>
                    <a:pt x="85625" y="116189"/>
                    <a:pt x="84986" y="117465"/>
                  </a:cubicBezTo>
                  <a:cubicBezTo>
                    <a:pt x="84348" y="118742"/>
                    <a:pt x="83708" y="119381"/>
                    <a:pt x="83069" y="120019"/>
                  </a:cubicBezTo>
                  <a:cubicBezTo>
                    <a:pt x="80513" y="123211"/>
                    <a:pt x="76679" y="125126"/>
                    <a:pt x="72845" y="125126"/>
                  </a:cubicBezTo>
                  <a:lnTo>
                    <a:pt x="38340" y="125126"/>
                  </a:lnTo>
                  <a:cubicBezTo>
                    <a:pt x="34506" y="125126"/>
                    <a:pt x="31950" y="127680"/>
                    <a:pt x="31950" y="131510"/>
                  </a:cubicBezTo>
                  <a:cubicBezTo>
                    <a:pt x="31950" y="135341"/>
                    <a:pt x="34506" y="137894"/>
                    <a:pt x="38340" y="137894"/>
                  </a:cubicBezTo>
                  <a:lnTo>
                    <a:pt x="38340" y="137894"/>
                  </a:lnTo>
                  <a:cubicBezTo>
                    <a:pt x="63261" y="137894"/>
                    <a:pt x="83708" y="158323"/>
                    <a:pt x="83708" y="183220"/>
                  </a:cubicBezTo>
                  <a:cubicBezTo>
                    <a:pt x="83708" y="187051"/>
                    <a:pt x="86264" y="189604"/>
                    <a:pt x="90098" y="189604"/>
                  </a:cubicBezTo>
                  <a:cubicBezTo>
                    <a:pt x="93933" y="189604"/>
                    <a:pt x="96488" y="187051"/>
                    <a:pt x="96488" y="183220"/>
                  </a:cubicBezTo>
                  <a:cubicBezTo>
                    <a:pt x="96488" y="172368"/>
                    <a:pt x="104156" y="163430"/>
                    <a:pt x="115019" y="161515"/>
                  </a:cubicBezTo>
                  <a:cubicBezTo>
                    <a:pt x="118214" y="160876"/>
                    <a:pt x="120770" y="157684"/>
                    <a:pt x="120131" y="153854"/>
                  </a:cubicBezTo>
                  <a:cubicBezTo>
                    <a:pt x="119492" y="150662"/>
                    <a:pt x="116297" y="148108"/>
                    <a:pt x="112463" y="148747"/>
                  </a:cubicBezTo>
                  <a:cubicBezTo>
                    <a:pt x="104156" y="150024"/>
                    <a:pt x="97128" y="154492"/>
                    <a:pt x="92015" y="160876"/>
                  </a:cubicBezTo>
                  <a:cubicBezTo>
                    <a:pt x="88181" y="151939"/>
                    <a:pt x="81792" y="143640"/>
                    <a:pt x="74123" y="137894"/>
                  </a:cubicBezTo>
                  <a:cubicBezTo>
                    <a:pt x="81153" y="137256"/>
                    <a:pt x="87543" y="134064"/>
                    <a:pt x="92015" y="128957"/>
                  </a:cubicBezTo>
                  <a:cubicBezTo>
                    <a:pt x="95849" y="132787"/>
                    <a:pt x="101600" y="135341"/>
                    <a:pt x="107990" y="135341"/>
                  </a:cubicBezTo>
                  <a:cubicBezTo>
                    <a:pt x="113741" y="135341"/>
                    <a:pt x="119492" y="132787"/>
                    <a:pt x="123965" y="128957"/>
                  </a:cubicBezTo>
                  <a:cubicBezTo>
                    <a:pt x="123965" y="128957"/>
                    <a:pt x="123965" y="128957"/>
                    <a:pt x="123965" y="128957"/>
                  </a:cubicBezTo>
                  <a:cubicBezTo>
                    <a:pt x="127799" y="133425"/>
                    <a:pt x="133550" y="135979"/>
                    <a:pt x="139940" y="135979"/>
                  </a:cubicBezTo>
                  <a:cubicBezTo>
                    <a:pt x="143135" y="135979"/>
                    <a:pt x="146330" y="135341"/>
                    <a:pt x="149525" y="133425"/>
                  </a:cubicBezTo>
                  <a:lnTo>
                    <a:pt x="149525" y="164707"/>
                  </a:lnTo>
                  <a:cubicBezTo>
                    <a:pt x="149525" y="177475"/>
                    <a:pt x="144412" y="189604"/>
                    <a:pt x="135467" y="199180"/>
                  </a:cubicBezTo>
                  <a:cubicBezTo>
                    <a:pt x="130994" y="203649"/>
                    <a:pt x="129077" y="209395"/>
                    <a:pt x="129077" y="215779"/>
                  </a:cubicBezTo>
                  <a:lnTo>
                    <a:pt x="129077" y="242591"/>
                  </a:lnTo>
                  <a:cubicBezTo>
                    <a:pt x="129077" y="246422"/>
                    <a:pt x="131633" y="248975"/>
                    <a:pt x="135467" y="248975"/>
                  </a:cubicBezTo>
                  <a:cubicBezTo>
                    <a:pt x="139301" y="248975"/>
                    <a:pt x="141857" y="246422"/>
                    <a:pt x="141857" y="242591"/>
                  </a:cubicBezTo>
                  <a:lnTo>
                    <a:pt x="141857" y="215140"/>
                  </a:lnTo>
                  <a:cubicBezTo>
                    <a:pt x="141857" y="212587"/>
                    <a:pt x="143135" y="209395"/>
                    <a:pt x="145052" y="207479"/>
                  </a:cubicBezTo>
                  <a:cubicBezTo>
                    <a:pt x="155915" y="195988"/>
                    <a:pt x="162305" y="180667"/>
                    <a:pt x="162305" y="164068"/>
                  </a:cubicBezTo>
                  <a:lnTo>
                    <a:pt x="162305" y="112997"/>
                  </a:lnTo>
                  <a:lnTo>
                    <a:pt x="162305" y="91930"/>
                  </a:lnTo>
                  <a:lnTo>
                    <a:pt x="162305" y="22344"/>
                  </a:lnTo>
                  <a:cubicBezTo>
                    <a:pt x="162305" y="16599"/>
                    <a:pt x="159748" y="10853"/>
                    <a:pt x="155915" y="6384"/>
                  </a:cubicBezTo>
                  <a:cubicBezTo>
                    <a:pt x="151442" y="1915"/>
                    <a:pt x="145691" y="0"/>
                    <a:pt x="139940" y="0"/>
                  </a:cubicBezTo>
                  <a:close/>
                  <a:moveTo>
                    <a:pt x="33867" y="79800"/>
                  </a:moveTo>
                  <a:cubicBezTo>
                    <a:pt x="33867" y="74693"/>
                    <a:pt x="38340" y="70224"/>
                    <a:pt x="43452" y="70224"/>
                  </a:cubicBezTo>
                  <a:cubicBezTo>
                    <a:pt x="46008" y="70224"/>
                    <a:pt x="48563" y="71501"/>
                    <a:pt x="50481" y="72778"/>
                  </a:cubicBezTo>
                  <a:cubicBezTo>
                    <a:pt x="52398" y="74693"/>
                    <a:pt x="53037" y="76608"/>
                    <a:pt x="53037" y="78523"/>
                  </a:cubicBezTo>
                  <a:lnTo>
                    <a:pt x="53037" y="93206"/>
                  </a:lnTo>
                  <a:lnTo>
                    <a:pt x="33867" y="93206"/>
                  </a:lnTo>
                  <a:lnTo>
                    <a:pt x="33867" y="79800"/>
                  </a:lnTo>
                  <a:close/>
                  <a:moveTo>
                    <a:pt x="65817" y="93206"/>
                  </a:moveTo>
                  <a:lnTo>
                    <a:pt x="65817" y="79800"/>
                  </a:lnTo>
                  <a:cubicBezTo>
                    <a:pt x="65817" y="79800"/>
                    <a:pt x="65817" y="79800"/>
                    <a:pt x="65817" y="79800"/>
                  </a:cubicBezTo>
                  <a:cubicBezTo>
                    <a:pt x="65817" y="79162"/>
                    <a:pt x="65817" y="79162"/>
                    <a:pt x="65817" y="78523"/>
                  </a:cubicBezTo>
                  <a:lnTo>
                    <a:pt x="65817" y="71501"/>
                  </a:lnTo>
                  <a:cubicBezTo>
                    <a:pt x="65817" y="66394"/>
                    <a:pt x="70289" y="61925"/>
                    <a:pt x="75402" y="61925"/>
                  </a:cubicBezTo>
                  <a:cubicBezTo>
                    <a:pt x="77958" y="61925"/>
                    <a:pt x="80513" y="63202"/>
                    <a:pt x="82430" y="64478"/>
                  </a:cubicBezTo>
                  <a:cubicBezTo>
                    <a:pt x="84348" y="66394"/>
                    <a:pt x="84986" y="68947"/>
                    <a:pt x="84986" y="71501"/>
                  </a:cubicBezTo>
                  <a:lnTo>
                    <a:pt x="84986" y="77885"/>
                  </a:lnTo>
                  <a:cubicBezTo>
                    <a:pt x="84986" y="78523"/>
                    <a:pt x="84986" y="78523"/>
                    <a:pt x="84986" y="79162"/>
                  </a:cubicBezTo>
                  <a:lnTo>
                    <a:pt x="84986" y="93845"/>
                  </a:lnTo>
                  <a:lnTo>
                    <a:pt x="65817" y="93845"/>
                  </a:lnTo>
                  <a:close/>
                  <a:moveTo>
                    <a:pt x="114380" y="120019"/>
                  </a:moveTo>
                  <a:cubicBezTo>
                    <a:pt x="112463" y="121934"/>
                    <a:pt x="109907" y="122573"/>
                    <a:pt x="107351" y="122573"/>
                  </a:cubicBezTo>
                  <a:cubicBezTo>
                    <a:pt x="102239" y="122573"/>
                    <a:pt x="97766" y="118742"/>
                    <a:pt x="97766" y="113635"/>
                  </a:cubicBezTo>
                  <a:cubicBezTo>
                    <a:pt x="97766" y="112997"/>
                    <a:pt x="97766" y="112997"/>
                    <a:pt x="97766" y="112358"/>
                  </a:cubicBezTo>
                  <a:lnTo>
                    <a:pt x="97766" y="111081"/>
                  </a:lnTo>
                  <a:cubicBezTo>
                    <a:pt x="97766" y="110443"/>
                    <a:pt x="97766" y="109805"/>
                    <a:pt x="97766" y="109166"/>
                  </a:cubicBezTo>
                  <a:lnTo>
                    <a:pt x="97766" y="77246"/>
                  </a:lnTo>
                  <a:cubicBezTo>
                    <a:pt x="98405" y="72139"/>
                    <a:pt x="102239" y="68309"/>
                    <a:pt x="107351" y="68309"/>
                  </a:cubicBezTo>
                  <a:cubicBezTo>
                    <a:pt x="109907" y="68309"/>
                    <a:pt x="112463" y="69586"/>
                    <a:pt x="114380" y="70862"/>
                  </a:cubicBezTo>
                  <a:cubicBezTo>
                    <a:pt x="116297" y="72778"/>
                    <a:pt x="116936" y="75331"/>
                    <a:pt x="116936" y="77885"/>
                  </a:cubicBezTo>
                  <a:lnTo>
                    <a:pt x="116936" y="112358"/>
                  </a:lnTo>
                  <a:cubicBezTo>
                    <a:pt x="116936" y="112358"/>
                    <a:pt x="116936" y="112358"/>
                    <a:pt x="116936" y="112358"/>
                  </a:cubicBezTo>
                  <a:cubicBezTo>
                    <a:pt x="116936" y="115550"/>
                    <a:pt x="116297" y="118104"/>
                    <a:pt x="114380" y="120019"/>
                  </a:cubicBezTo>
                  <a:close/>
                  <a:moveTo>
                    <a:pt x="146330" y="120019"/>
                  </a:moveTo>
                  <a:cubicBezTo>
                    <a:pt x="144412" y="121934"/>
                    <a:pt x="141857" y="122573"/>
                    <a:pt x="139301" y="122573"/>
                  </a:cubicBezTo>
                  <a:cubicBezTo>
                    <a:pt x="134189" y="122573"/>
                    <a:pt x="129716" y="118104"/>
                    <a:pt x="129716" y="112997"/>
                  </a:cubicBezTo>
                  <a:cubicBezTo>
                    <a:pt x="129716" y="112997"/>
                    <a:pt x="129716" y="112997"/>
                    <a:pt x="129716" y="112997"/>
                  </a:cubicBezTo>
                  <a:lnTo>
                    <a:pt x="129716" y="78523"/>
                  </a:lnTo>
                  <a:cubicBezTo>
                    <a:pt x="129716" y="78523"/>
                    <a:pt x="129716" y="78523"/>
                    <a:pt x="129716" y="78523"/>
                  </a:cubicBezTo>
                  <a:lnTo>
                    <a:pt x="129716" y="22344"/>
                  </a:lnTo>
                  <a:cubicBezTo>
                    <a:pt x="129716" y="17237"/>
                    <a:pt x="134189" y="12768"/>
                    <a:pt x="139301" y="12768"/>
                  </a:cubicBezTo>
                  <a:cubicBezTo>
                    <a:pt x="141857" y="12768"/>
                    <a:pt x="144412" y="14045"/>
                    <a:pt x="146330" y="15322"/>
                  </a:cubicBezTo>
                  <a:cubicBezTo>
                    <a:pt x="148247" y="17237"/>
                    <a:pt x="148886" y="19791"/>
                    <a:pt x="148886" y="22344"/>
                  </a:cubicBezTo>
                  <a:lnTo>
                    <a:pt x="148886" y="92568"/>
                  </a:lnTo>
                  <a:lnTo>
                    <a:pt x="148886" y="112997"/>
                  </a:lnTo>
                  <a:cubicBezTo>
                    <a:pt x="149525" y="115550"/>
                    <a:pt x="148247" y="118104"/>
                    <a:pt x="146330" y="120019"/>
                  </a:cubicBezTo>
                  <a:close/>
                </a:path>
              </a:pathLst>
            </a:custGeom>
            <a:solidFill>
              <a:srgbClr val="0076A8"/>
            </a:solidFill>
            <a:ln w="6390" cap="flat">
              <a:noFill/>
              <a:prstDash val="solid"/>
              <a:miter/>
            </a:ln>
          </p:spPr>
          <p:txBody>
            <a:bodyPr rtlCol="0" anchor="ctr"/>
            <a:lstStyle/>
            <a:p>
              <a:endParaRPr lang="en-US"/>
            </a:p>
          </p:txBody>
        </p:sp>
      </p:grpSp>
      <p:grpSp>
        <p:nvGrpSpPr>
          <p:cNvPr id="278" name="Graphic 4">
            <a:extLst>
              <a:ext uri="{FF2B5EF4-FFF2-40B4-BE49-F238E27FC236}">
                <a16:creationId xmlns:a16="http://schemas.microsoft.com/office/drawing/2014/main" id="{B6F8BD4D-3863-F548-B32A-2199A8DEF8EA}"/>
              </a:ext>
            </a:extLst>
          </p:cNvPr>
          <p:cNvGrpSpPr>
            <a:grpSpLocks noChangeAspect="1"/>
          </p:cNvGrpSpPr>
          <p:nvPr/>
        </p:nvGrpSpPr>
        <p:grpSpPr>
          <a:xfrm>
            <a:off x="6147119" y="3824168"/>
            <a:ext cx="361670" cy="361333"/>
            <a:chOff x="6147119" y="3824168"/>
            <a:chExt cx="361670" cy="361333"/>
          </a:xfrm>
          <a:solidFill>
            <a:srgbClr val="0076A8"/>
          </a:solidFill>
        </p:grpSpPr>
        <p:sp>
          <p:nvSpPr>
            <p:cNvPr id="279" name="Graphic 4">
              <a:extLst>
                <a:ext uri="{FF2B5EF4-FFF2-40B4-BE49-F238E27FC236}">
                  <a16:creationId xmlns:a16="http://schemas.microsoft.com/office/drawing/2014/main" id="{D1BCF274-27FF-B94E-8B29-D2EDA3F38208}"/>
                </a:ext>
              </a:extLst>
            </p:cNvPr>
            <p:cNvSpPr/>
            <p:nvPr/>
          </p:nvSpPr>
          <p:spPr>
            <a:xfrm>
              <a:off x="6312619" y="3918012"/>
              <a:ext cx="19169" cy="31281"/>
            </a:xfrm>
            <a:custGeom>
              <a:avLst/>
              <a:gdLst>
                <a:gd name="connsiteX0" fmla="*/ 19170 w 19169"/>
                <a:gd name="connsiteY0" fmla="*/ 15960 h 31281"/>
                <a:gd name="connsiteX1" fmla="*/ 19170 w 19169"/>
                <a:gd name="connsiteY1" fmla="*/ 9576 h 31281"/>
                <a:gd name="connsiteX2" fmla="*/ 16614 w 19169"/>
                <a:gd name="connsiteY2" fmla="*/ 2554 h 31281"/>
                <a:gd name="connsiteX3" fmla="*/ 9585 w 19169"/>
                <a:gd name="connsiteY3" fmla="*/ 0 h 31281"/>
                <a:gd name="connsiteX4" fmla="*/ 0 w 19169"/>
                <a:gd name="connsiteY4" fmla="*/ 9576 h 31281"/>
                <a:gd name="connsiteX5" fmla="*/ 0 w 19169"/>
                <a:gd name="connsiteY5" fmla="*/ 16599 h 31281"/>
                <a:gd name="connsiteX6" fmla="*/ 0 w 19169"/>
                <a:gd name="connsiteY6" fmla="*/ 17875 h 31281"/>
                <a:gd name="connsiteX7" fmla="*/ 0 w 19169"/>
                <a:gd name="connsiteY7" fmla="*/ 17875 h 31281"/>
                <a:gd name="connsiteX8" fmla="*/ 0 w 19169"/>
                <a:gd name="connsiteY8" fmla="*/ 31282 h 31281"/>
                <a:gd name="connsiteX9" fmla="*/ 19170 w 19169"/>
                <a:gd name="connsiteY9" fmla="*/ 31282 h 31281"/>
                <a:gd name="connsiteX10" fmla="*/ 19170 w 19169"/>
                <a:gd name="connsiteY10" fmla="*/ 16599 h 31281"/>
                <a:gd name="connsiteX11" fmla="*/ 19170 w 19169"/>
                <a:gd name="connsiteY11" fmla="*/ 15960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169" h="31281">
                  <a:moveTo>
                    <a:pt x="19170" y="15960"/>
                  </a:moveTo>
                  <a:lnTo>
                    <a:pt x="19170" y="9576"/>
                  </a:lnTo>
                  <a:cubicBezTo>
                    <a:pt x="19170" y="7023"/>
                    <a:pt x="17892" y="4469"/>
                    <a:pt x="16614" y="2554"/>
                  </a:cubicBezTo>
                  <a:cubicBezTo>
                    <a:pt x="14697" y="639"/>
                    <a:pt x="12141" y="0"/>
                    <a:pt x="9585" y="0"/>
                  </a:cubicBezTo>
                  <a:cubicBezTo>
                    <a:pt x="4473" y="0"/>
                    <a:pt x="0" y="4469"/>
                    <a:pt x="0" y="9576"/>
                  </a:cubicBezTo>
                  <a:lnTo>
                    <a:pt x="0" y="16599"/>
                  </a:lnTo>
                  <a:cubicBezTo>
                    <a:pt x="0" y="17237"/>
                    <a:pt x="0" y="17237"/>
                    <a:pt x="0" y="17875"/>
                  </a:cubicBezTo>
                  <a:cubicBezTo>
                    <a:pt x="0" y="17875"/>
                    <a:pt x="0" y="17875"/>
                    <a:pt x="0" y="17875"/>
                  </a:cubicBezTo>
                  <a:lnTo>
                    <a:pt x="0" y="31282"/>
                  </a:lnTo>
                  <a:lnTo>
                    <a:pt x="19170" y="31282"/>
                  </a:lnTo>
                  <a:lnTo>
                    <a:pt x="19170" y="16599"/>
                  </a:lnTo>
                  <a:cubicBezTo>
                    <a:pt x="19170" y="16599"/>
                    <a:pt x="19170" y="16599"/>
                    <a:pt x="19170" y="15960"/>
                  </a:cubicBezTo>
                  <a:close/>
                </a:path>
              </a:pathLst>
            </a:custGeom>
            <a:solidFill>
              <a:srgbClr val="0076A8"/>
            </a:solidFill>
            <a:ln w="6390" cap="flat">
              <a:noFill/>
              <a:prstDash val="solid"/>
              <a:miter/>
            </a:ln>
          </p:spPr>
          <p:txBody>
            <a:bodyPr rtlCol="0" anchor="ctr"/>
            <a:lstStyle/>
            <a:p>
              <a:endParaRPr lang="en-US"/>
            </a:p>
          </p:txBody>
        </p:sp>
        <p:sp>
          <p:nvSpPr>
            <p:cNvPr id="280" name="Graphic 4">
              <a:extLst>
                <a:ext uri="{FF2B5EF4-FFF2-40B4-BE49-F238E27FC236}">
                  <a16:creationId xmlns:a16="http://schemas.microsoft.com/office/drawing/2014/main" id="{F546DC2A-2B6D-D246-9F26-5F4CEDBF1289}"/>
                </a:ext>
              </a:extLst>
            </p:cNvPr>
            <p:cNvSpPr/>
            <p:nvPr/>
          </p:nvSpPr>
          <p:spPr>
            <a:xfrm>
              <a:off x="6280669" y="3926311"/>
              <a:ext cx="19169" cy="23620"/>
            </a:xfrm>
            <a:custGeom>
              <a:avLst/>
              <a:gdLst>
                <a:gd name="connsiteX0" fmla="*/ 19170 w 19169"/>
                <a:gd name="connsiteY0" fmla="*/ 8937 h 23620"/>
                <a:gd name="connsiteX1" fmla="*/ 16614 w 19169"/>
                <a:gd name="connsiteY1" fmla="*/ 2553 h 23620"/>
                <a:gd name="connsiteX2" fmla="*/ 9585 w 19169"/>
                <a:gd name="connsiteY2" fmla="*/ 0 h 23620"/>
                <a:gd name="connsiteX3" fmla="*/ 0 w 19169"/>
                <a:gd name="connsiteY3" fmla="*/ 9576 h 23620"/>
                <a:gd name="connsiteX4" fmla="*/ 0 w 19169"/>
                <a:gd name="connsiteY4" fmla="*/ 23620 h 23620"/>
                <a:gd name="connsiteX5" fmla="*/ 19170 w 19169"/>
                <a:gd name="connsiteY5" fmla="*/ 23620 h 23620"/>
                <a:gd name="connsiteX6" fmla="*/ 19170 w 19169"/>
                <a:gd name="connsiteY6" fmla="*/ 8937 h 2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69" h="23620">
                  <a:moveTo>
                    <a:pt x="19170" y="8937"/>
                  </a:moveTo>
                  <a:cubicBezTo>
                    <a:pt x="19170" y="6384"/>
                    <a:pt x="17892" y="4468"/>
                    <a:pt x="16614" y="2553"/>
                  </a:cubicBezTo>
                  <a:cubicBezTo>
                    <a:pt x="14697" y="638"/>
                    <a:pt x="12141" y="0"/>
                    <a:pt x="9585" y="0"/>
                  </a:cubicBezTo>
                  <a:cubicBezTo>
                    <a:pt x="4473" y="0"/>
                    <a:pt x="0" y="4468"/>
                    <a:pt x="0" y="9576"/>
                  </a:cubicBezTo>
                  <a:lnTo>
                    <a:pt x="0" y="23620"/>
                  </a:lnTo>
                  <a:lnTo>
                    <a:pt x="19170" y="23620"/>
                  </a:lnTo>
                  <a:lnTo>
                    <a:pt x="19170" y="8937"/>
                  </a:lnTo>
                  <a:close/>
                </a:path>
              </a:pathLst>
            </a:custGeom>
            <a:solidFill>
              <a:srgbClr val="0076A8"/>
            </a:solidFill>
            <a:ln w="6390" cap="flat">
              <a:noFill/>
              <a:prstDash val="solid"/>
              <a:miter/>
            </a:ln>
          </p:spPr>
          <p:txBody>
            <a:bodyPr rtlCol="0" anchor="ctr"/>
            <a:lstStyle/>
            <a:p>
              <a:endParaRPr lang="en-US"/>
            </a:p>
          </p:txBody>
        </p:sp>
        <p:sp>
          <p:nvSpPr>
            <p:cNvPr id="281" name="Graphic 4">
              <a:extLst>
                <a:ext uri="{FF2B5EF4-FFF2-40B4-BE49-F238E27FC236}">
                  <a16:creationId xmlns:a16="http://schemas.microsoft.com/office/drawing/2014/main" id="{1214ADAF-BB2B-B442-A44F-843EBE93CFFB}"/>
                </a:ext>
              </a:extLst>
            </p:cNvPr>
            <p:cNvSpPr/>
            <p:nvPr/>
          </p:nvSpPr>
          <p:spPr>
            <a:xfrm>
              <a:off x="6344568" y="3925673"/>
              <a:ext cx="19169" cy="54263"/>
            </a:xfrm>
            <a:custGeom>
              <a:avLst/>
              <a:gdLst>
                <a:gd name="connsiteX0" fmla="*/ 19170 w 19169"/>
                <a:gd name="connsiteY0" fmla="*/ 21706 h 54263"/>
                <a:gd name="connsiteX1" fmla="*/ 19170 w 19169"/>
                <a:gd name="connsiteY1" fmla="*/ 21706 h 54263"/>
                <a:gd name="connsiteX2" fmla="*/ 19170 w 19169"/>
                <a:gd name="connsiteY2" fmla="*/ 9576 h 54263"/>
                <a:gd name="connsiteX3" fmla="*/ 16614 w 19169"/>
                <a:gd name="connsiteY3" fmla="*/ 2554 h 54263"/>
                <a:gd name="connsiteX4" fmla="*/ 9585 w 19169"/>
                <a:gd name="connsiteY4" fmla="*/ 0 h 54263"/>
                <a:gd name="connsiteX5" fmla="*/ 0 w 19169"/>
                <a:gd name="connsiteY5" fmla="*/ 8938 h 54263"/>
                <a:gd name="connsiteX6" fmla="*/ 0 w 19169"/>
                <a:gd name="connsiteY6" fmla="*/ 40858 h 54263"/>
                <a:gd name="connsiteX7" fmla="*/ 0 w 19169"/>
                <a:gd name="connsiteY7" fmla="*/ 42773 h 54263"/>
                <a:gd name="connsiteX8" fmla="*/ 0 w 19169"/>
                <a:gd name="connsiteY8" fmla="*/ 44050 h 54263"/>
                <a:gd name="connsiteX9" fmla="*/ 0 w 19169"/>
                <a:gd name="connsiteY9" fmla="*/ 45327 h 54263"/>
                <a:gd name="connsiteX10" fmla="*/ 9585 w 19169"/>
                <a:gd name="connsiteY10" fmla="*/ 54264 h 54263"/>
                <a:gd name="connsiteX11" fmla="*/ 16614 w 19169"/>
                <a:gd name="connsiteY11" fmla="*/ 51710 h 54263"/>
                <a:gd name="connsiteX12" fmla="*/ 19170 w 19169"/>
                <a:gd name="connsiteY12" fmla="*/ 44688 h 54263"/>
                <a:gd name="connsiteX13" fmla="*/ 19170 w 19169"/>
                <a:gd name="connsiteY13" fmla="*/ 44688 h 54263"/>
                <a:gd name="connsiteX14" fmla="*/ 19170 w 19169"/>
                <a:gd name="connsiteY14" fmla="*/ 21706 h 5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169" h="54263">
                  <a:moveTo>
                    <a:pt x="19170" y="21706"/>
                  </a:moveTo>
                  <a:cubicBezTo>
                    <a:pt x="19170" y="21706"/>
                    <a:pt x="19170" y="21706"/>
                    <a:pt x="19170" y="21706"/>
                  </a:cubicBezTo>
                  <a:lnTo>
                    <a:pt x="19170" y="9576"/>
                  </a:lnTo>
                  <a:cubicBezTo>
                    <a:pt x="19170" y="7023"/>
                    <a:pt x="17892" y="4469"/>
                    <a:pt x="16614" y="2554"/>
                  </a:cubicBezTo>
                  <a:cubicBezTo>
                    <a:pt x="14697" y="639"/>
                    <a:pt x="12141" y="0"/>
                    <a:pt x="9585" y="0"/>
                  </a:cubicBezTo>
                  <a:cubicBezTo>
                    <a:pt x="4473" y="0"/>
                    <a:pt x="639" y="3831"/>
                    <a:pt x="0" y="8938"/>
                  </a:cubicBezTo>
                  <a:lnTo>
                    <a:pt x="0" y="40858"/>
                  </a:lnTo>
                  <a:cubicBezTo>
                    <a:pt x="0" y="41496"/>
                    <a:pt x="0" y="42135"/>
                    <a:pt x="0" y="42773"/>
                  </a:cubicBezTo>
                  <a:lnTo>
                    <a:pt x="0" y="44050"/>
                  </a:lnTo>
                  <a:cubicBezTo>
                    <a:pt x="0" y="44688"/>
                    <a:pt x="0" y="44688"/>
                    <a:pt x="0" y="45327"/>
                  </a:cubicBezTo>
                  <a:cubicBezTo>
                    <a:pt x="0" y="50434"/>
                    <a:pt x="4473" y="54264"/>
                    <a:pt x="9585" y="54264"/>
                  </a:cubicBezTo>
                  <a:cubicBezTo>
                    <a:pt x="12141" y="54264"/>
                    <a:pt x="14697" y="52987"/>
                    <a:pt x="16614" y="51710"/>
                  </a:cubicBezTo>
                  <a:cubicBezTo>
                    <a:pt x="18531" y="49795"/>
                    <a:pt x="19170" y="47242"/>
                    <a:pt x="19170" y="44688"/>
                  </a:cubicBezTo>
                  <a:cubicBezTo>
                    <a:pt x="19170" y="44688"/>
                    <a:pt x="19170" y="44688"/>
                    <a:pt x="19170" y="44688"/>
                  </a:cubicBezTo>
                  <a:lnTo>
                    <a:pt x="19170" y="21706"/>
                  </a:lnTo>
                  <a:close/>
                </a:path>
              </a:pathLst>
            </a:custGeom>
            <a:solidFill>
              <a:srgbClr val="0076A8"/>
            </a:solidFill>
            <a:ln w="6390" cap="flat">
              <a:noFill/>
              <a:prstDash val="solid"/>
              <a:miter/>
            </a:ln>
          </p:spPr>
          <p:txBody>
            <a:bodyPr rtlCol="0" anchor="ctr"/>
            <a:lstStyle/>
            <a:p>
              <a:endParaRPr lang="en-US"/>
            </a:p>
          </p:txBody>
        </p:sp>
        <p:sp>
          <p:nvSpPr>
            <p:cNvPr id="282" name="Graphic 4">
              <a:extLst>
                <a:ext uri="{FF2B5EF4-FFF2-40B4-BE49-F238E27FC236}">
                  <a16:creationId xmlns:a16="http://schemas.microsoft.com/office/drawing/2014/main" id="{C6719F48-6F0E-2043-AA19-E1605D8F8041}"/>
                </a:ext>
              </a:extLst>
            </p:cNvPr>
            <p:cNvSpPr/>
            <p:nvPr/>
          </p:nvSpPr>
          <p:spPr>
            <a:xfrm>
              <a:off x="6147119"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61987 w 361670"/>
                <a:gd name="connsiteY5" fmla="*/ 124488 h 361333"/>
                <a:gd name="connsiteX6" fmla="*/ 261987 w 361670"/>
                <a:gd name="connsiteY6" fmla="*/ 145555 h 361333"/>
                <a:gd name="connsiteX7" fmla="*/ 261987 w 361670"/>
                <a:gd name="connsiteY7" fmla="*/ 197265 h 361333"/>
                <a:gd name="connsiteX8" fmla="*/ 244735 w 361670"/>
                <a:gd name="connsiteY8" fmla="*/ 240676 h 361333"/>
                <a:gd name="connsiteX9" fmla="*/ 241540 w 361670"/>
                <a:gd name="connsiteY9" fmla="*/ 248337 h 361333"/>
                <a:gd name="connsiteX10" fmla="*/ 241540 w 361670"/>
                <a:gd name="connsiteY10" fmla="*/ 275149 h 361333"/>
                <a:gd name="connsiteX11" fmla="*/ 235150 w 361670"/>
                <a:gd name="connsiteY11" fmla="*/ 281533 h 361333"/>
                <a:gd name="connsiteX12" fmla="*/ 228760 w 361670"/>
                <a:gd name="connsiteY12" fmla="*/ 275149 h 361333"/>
                <a:gd name="connsiteX13" fmla="*/ 228760 w 361670"/>
                <a:gd name="connsiteY13" fmla="*/ 248337 h 361333"/>
                <a:gd name="connsiteX14" fmla="*/ 235150 w 361670"/>
                <a:gd name="connsiteY14" fmla="*/ 231738 h 361333"/>
                <a:gd name="connsiteX15" fmla="*/ 249208 w 361670"/>
                <a:gd name="connsiteY15" fmla="*/ 197265 h 361333"/>
                <a:gd name="connsiteX16" fmla="*/ 249208 w 361670"/>
                <a:gd name="connsiteY16" fmla="*/ 165984 h 361333"/>
                <a:gd name="connsiteX17" fmla="*/ 239623 w 361670"/>
                <a:gd name="connsiteY17" fmla="*/ 168537 h 361333"/>
                <a:gd name="connsiteX18" fmla="*/ 223648 w 361670"/>
                <a:gd name="connsiteY18" fmla="*/ 161515 h 361333"/>
                <a:gd name="connsiteX19" fmla="*/ 223648 w 361670"/>
                <a:gd name="connsiteY19" fmla="*/ 161515 h 361333"/>
                <a:gd name="connsiteX20" fmla="*/ 207673 w 361670"/>
                <a:gd name="connsiteY20" fmla="*/ 167899 h 361333"/>
                <a:gd name="connsiteX21" fmla="*/ 191698 w 361670"/>
                <a:gd name="connsiteY21" fmla="*/ 161515 h 361333"/>
                <a:gd name="connsiteX22" fmla="*/ 173806 w 361670"/>
                <a:gd name="connsiteY22" fmla="*/ 170452 h 361333"/>
                <a:gd name="connsiteX23" fmla="*/ 191698 w 361670"/>
                <a:gd name="connsiteY23" fmla="*/ 193435 h 361333"/>
                <a:gd name="connsiteX24" fmla="*/ 212146 w 361670"/>
                <a:gd name="connsiteY24" fmla="*/ 181305 h 361333"/>
                <a:gd name="connsiteX25" fmla="*/ 219814 w 361670"/>
                <a:gd name="connsiteY25" fmla="*/ 186412 h 361333"/>
                <a:gd name="connsiteX26" fmla="*/ 214702 w 361670"/>
                <a:gd name="connsiteY26" fmla="*/ 194073 h 361333"/>
                <a:gd name="connsiteX27" fmla="*/ 196171 w 361670"/>
                <a:gd name="connsiteY27" fmla="*/ 215779 h 361333"/>
                <a:gd name="connsiteX28" fmla="*/ 189781 w 361670"/>
                <a:gd name="connsiteY28" fmla="*/ 222163 h 361333"/>
                <a:gd name="connsiteX29" fmla="*/ 183391 w 361670"/>
                <a:gd name="connsiteY29" fmla="*/ 215779 h 361333"/>
                <a:gd name="connsiteX30" fmla="*/ 138022 w 361670"/>
                <a:gd name="connsiteY30" fmla="*/ 170452 h 361333"/>
                <a:gd name="connsiteX31" fmla="*/ 138022 w 361670"/>
                <a:gd name="connsiteY31" fmla="*/ 170452 h 361333"/>
                <a:gd name="connsiteX32" fmla="*/ 131633 w 361670"/>
                <a:gd name="connsiteY32" fmla="*/ 164068 h 361333"/>
                <a:gd name="connsiteX33" fmla="*/ 138022 w 361670"/>
                <a:gd name="connsiteY33" fmla="*/ 157684 h 361333"/>
                <a:gd name="connsiteX34" fmla="*/ 172528 w 361670"/>
                <a:gd name="connsiteY34" fmla="*/ 157684 h 361333"/>
                <a:gd name="connsiteX35" fmla="*/ 182752 w 361670"/>
                <a:gd name="connsiteY35" fmla="*/ 152577 h 361333"/>
                <a:gd name="connsiteX36" fmla="*/ 184669 w 361670"/>
                <a:gd name="connsiteY36" fmla="*/ 149385 h 361333"/>
                <a:gd name="connsiteX37" fmla="*/ 185947 w 361670"/>
                <a:gd name="connsiteY37" fmla="*/ 144916 h 361333"/>
                <a:gd name="connsiteX38" fmla="*/ 185947 w 361670"/>
                <a:gd name="connsiteY38" fmla="*/ 144916 h 361333"/>
                <a:gd name="connsiteX39" fmla="*/ 185947 w 361670"/>
                <a:gd name="connsiteY39" fmla="*/ 141086 h 361333"/>
                <a:gd name="connsiteX40" fmla="*/ 185308 w 361670"/>
                <a:gd name="connsiteY40" fmla="*/ 137894 h 361333"/>
                <a:gd name="connsiteX41" fmla="*/ 120770 w 361670"/>
                <a:gd name="connsiteY41" fmla="*/ 137894 h 361333"/>
                <a:gd name="connsiteX42" fmla="*/ 113102 w 361670"/>
                <a:gd name="connsiteY42" fmla="*/ 145555 h 361333"/>
                <a:gd name="connsiteX43" fmla="*/ 113102 w 361670"/>
                <a:gd name="connsiteY43" fmla="*/ 190243 h 361333"/>
                <a:gd name="connsiteX44" fmla="*/ 134828 w 361670"/>
                <a:gd name="connsiteY44" fmla="*/ 229823 h 361333"/>
                <a:gd name="connsiteX45" fmla="*/ 145052 w 361670"/>
                <a:gd name="connsiteY45" fmla="*/ 249614 h 361333"/>
                <a:gd name="connsiteX46" fmla="*/ 145052 w 361670"/>
                <a:gd name="connsiteY46" fmla="*/ 273873 h 361333"/>
                <a:gd name="connsiteX47" fmla="*/ 138662 w 361670"/>
                <a:gd name="connsiteY47" fmla="*/ 280257 h 361333"/>
                <a:gd name="connsiteX48" fmla="*/ 132272 w 361670"/>
                <a:gd name="connsiteY48" fmla="*/ 273873 h 361333"/>
                <a:gd name="connsiteX49" fmla="*/ 132272 w 361670"/>
                <a:gd name="connsiteY49" fmla="*/ 249614 h 361333"/>
                <a:gd name="connsiteX50" fmla="*/ 127160 w 361670"/>
                <a:gd name="connsiteY50" fmla="*/ 240676 h 361333"/>
                <a:gd name="connsiteX51" fmla="*/ 99683 w 361670"/>
                <a:gd name="connsiteY51" fmla="*/ 190881 h 361333"/>
                <a:gd name="connsiteX52" fmla="*/ 99683 w 361670"/>
                <a:gd name="connsiteY52" fmla="*/ 188966 h 361333"/>
                <a:gd name="connsiteX53" fmla="*/ 99683 w 361670"/>
                <a:gd name="connsiteY53" fmla="*/ 145555 h 361333"/>
                <a:gd name="connsiteX54" fmla="*/ 120131 w 361670"/>
                <a:gd name="connsiteY54" fmla="*/ 125126 h 361333"/>
                <a:gd name="connsiteX55" fmla="*/ 120770 w 361670"/>
                <a:gd name="connsiteY55" fmla="*/ 125126 h 361333"/>
                <a:gd name="connsiteX56" fmla="*/ 120770 w 361670"/>
                <a:gd name="connsiteY56" fmla="*/ 111081 h 361333"/>
                <a:gd name="connsiteX57" fmla="*/ 143135 w 361670"/>
                <a:gd name="connsiteY57" fmla="*/ 88737 h 361333"/>
                <a:gd name="connsiteX58" fmla="*/ 155275 w 361670"/>
                <a:gd name="connsiteY58" fmla="*/ 92568 h 361333"/>
                <a:gd name="connsiteX59" fmla="*/ 175084 w 361670"/>
                <a:gd name="connsiteY59" fmla="*/ 80438 h 361333"/>
                <a:gd name="connsiteX60" fmla="*/ 191059 w 361670"/>
                <a:gd name="connsiteY60" fmla="*/ 86822 h 361333"/>
                <a:gd name="connsiteX61" fmla="*/ 194893 w 361670"/>
                <a:gd name="connsiteY61" fmla="*/ 91929 h 361333"/>
                <a:gd name="connsiteX62" fmla="*/ 207673 w 361670"/>
                <a:gd name="connsiteY62" fmla="*/ 88099 h 361333"/>
                <a:gd name="connsiteX63" fmla="*/ 223648 w 361670"/>
                <a:gd name="connsiteY63" fmla="*/ 94483 h 361333"/>
                <a:gd name="connsiteX64" fmla="*/ 228760 w 361670"/>
                <a:gd name="connsiteY64" fmla="*/ 102782 h 361333"/>
                <a:gd name="connsiteX65" fmla="*/ 239623 w 361670"/>
                <a:gd name="connsiteY65" fmla="*/ 99590 h 361333"/>
                <a:gd name="connsiteX66" fmla="*/ 255597 w 361670"/>
                <a:gd name="connsiteY66" fmla="*/ 105974 h 361333"/>
                <a:gd name="connsiteX67" fmla="*/ 261987 w 361670"/>
                <a:gd name="connsiteY67" fmla="*/ 121934 h 361333"/>
                <a:gd name="connsiteX68" fmla="*/ 261987 w 361670"/>
                <a:gd name="connsiteY68" fmla="*/ 12448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0518" y="0"/>
                    <a:pt x="180835" y="0"/>
                  </a:cubicBezTo>
                  <a:close/>
                  <a:moveTo>
                    <a:pt x="261987" y="124488"/>
                  </a:moveTo>
                  <a:lnTo>
                    <a:pt x="261987" y="145555"/>
                  </a:lnTo>
                  <a:lnTo>
                    <a:pt x="261987" y="197265"/>
                  </a:lnTo>
                  <a:cubicBezTo>
                    <a:pt x="261987" y="213225"/>
                    <a:pt x="255597" y="228546"/>
                    <a:pt x="244735" y="240676"/>
                  </a:cubicBezTo>
                  <a:cubicBezTo>
                    <a:pt x="242818" y="242591"/>
                    <a:pt x="241540" y="245145"/>
                    <a:pt x="241540" y="248337"/>
                  </a:cubicBezTo>
                  <a:lnTo>
                    <a:pt x="241540" y="275149"/>
                  </a:lnTo>
                  <a:cubicBezTo>
                    <a:pt x="241540" y="278980"/>
                    <a:pt x="238984" y="281533"/>
                    <a:pt x="235150" y="281533"/>
                  </a:cubicBezTo>
                  <a:cubicBezTo>
                    <a:pt x="231316" y="281533"/>
                    <a:pt x="228760" y="278980"/>
                    <a:pt x="228760" y="275149"/>
                  </a:cubicBezTo>
                  <a:lnTo>
                    <a:pt x="228760" y="248337"/>
                  </a:lnTo>
                  <a:cubicBezTo>
                    <a:pt x="228760" y="241953"/>
                    <a:pt x="231316" y="236207"/>
                    <a:pt x="235150" y="231738"/>
                  </a:cubicBezTo>
                  <a:cubicBezTo>
                    <a:pt x="244096" y="222163"/>
                    <a:pt x="249208" y="210033"/>
                    <a:pt x="249208" y="197265"/>
                  </a:cubicBezTo>
                  <a:lnTo>
                    <a:pt x="249208" y="165984"/>
                  </a:lnTo>
                  <a:cubicBezTo>
                    <a:pt x="246013" y="167260"/>
                    <a:pt x="242818" y="168537"/>
                    <a:pt x="239623" y="168537"/>
                  </a:cubicBezTo>
                  <a:cubicBezTo>
                    <a:pt x="233233" y="168537"/>
                    <a:pt x="227482" y="165984"/>
                    <a:pt x="223648" y="161515"/>
                  </a:cubicBezTo>
                  <a:cubicBezTo>
                    <a:pt x="223648" y="161515"/>
                    <a:pt x="223648" y="161515"/>
                    <a:pt x="223648" y="161515"/>
                  </a:cubicBezTo>
                  <a:cubicBezTo>
                    <a:pt x="219175" y="165984"/>
                    <a:pt x="214063" y="167899"/>
                    <a:pt x="207673" y="167899"/>
                  </a:cubicBezTo>
                  <a:cubicBezTo>
                    <a:pt x="201283" y="167899"/>
                    <a:pt x="196171" y="165345"/>
                    <a:pt x="191698" y="161515"/>
                  </a:cubicBezTo>
                  <a:cubicBezTo>
                    <a:pt x="187225" y="166622"/>
                    <a:pt x="180835" y="170452"/>
                    <a:pt x="173806" y="170452"/>
                  </a:cubicBezTo>
                  <a:cubicBezTo>
                    <a:pt x="181474" y="176836"/>
                    <a:pt x="187864" y="184497"/>
                    <a:pt x="191698" y="193435"/>
                  </a:cubicBezTo>
                  <a:cubicBezTo>
                    <a:pt x="196810" y="187689"/>
                    <a:pt x="203839" y="183220"/>
                    <a:pt x="212146" y="181305"/>
                  </a:cubicBezTo>
                  <a:cubicBezTo>
                    <a:pt x="215341" y="180667"/>
                    <a:pt x="219175" y="183220"/>
                    <a:pt x="219814" y="186412"/>
                  </a:cubicBezTo>
                  <a:cubicBezTo>
                    <a:pt x="220453" y="189604"/>
                    <a:pt x="217897" y="193435"/>
                    <a:pt x="214702" y="194073"/>
                  </a:cubicBezTo>
                  <a:cubicBezTo>
                    <a:pt x="203839" y="195988"/>
                    <a:pt x="196171" y="204926"/>
                    <a:pt x="196171" y="215779"/>
                  </a:cubicBezTo>
                  <a:cubicBezTo>
                    <a:pt x="196171" y="219609"/>
                    <a:pt x="193615" y="222163"/>
                    <a:pt x="189781" y="222163"/>
                  </a:cubicBezTo>
                  <a:cubicBezTo>
                    <a:pt x="185947" y="222163"/>
                    <a:pt x="183391" y="219609"/>
                    <a:pt x="183391" y="215779"/>
                  </a:cubicBezTo>
                  <a:cubicBezTo>
                    <a:pt x="183391" y="190881"/>
                    <a:pt x="162943" y="170452"/>
                    <a:pt x="138022" y="170452"/>
                  </a:cubicBezTo>
                  <a:lnTo>
                    <a:pt x="138022" y="170452"/>
                  </a:lnTo>
                  <a:cubicBezTo>
                    <a:pt x="134189" y="170452"/>
                    <a:pt x="131633" y="167899"/>
                    <a:pt x="131633" y="164068"/>
                  </a:cubicBezTo>
                  <a:cubicBezTo>
                    <a:pt x="131633" y="160238"/>
                    <a:pt x="134189" y="157684"/>
                    <a:pt x="138022" y="157684"/>
                  </a:cubicBezTo>
                  <a:lnTo>
                    <a:pt x="172528" y="157684"/>
                  </a:lnTo>
                  <a:cubicBezTo>
                    <a:pt x="177001" y="157684"/>
                    <a:pt x="180196" y="155769"/>
                    <a:pt x="182752" y="152577"/>
                  </a:cubicBezTo>
                  <a:cubicBezTo>
                    <a:pt x="183391" y="151939"/>
                    <a:pt x="184030" y="150662"/>
                    <a:pt x="184669" y="149385"/>
                  </a:cubicBezTo>
                  <a:cubicBezTo>
                    <a:pt x="185308" y="148108"/>
                    <a:pt x="185947" y="146193"/>
                    <a:pt x="185947" y="144916"/>
                  </a:cubicBezTo>
                  <a:cubicBezTo>
                    <a:pt x="185947" y="144916"/>
                    <a:pt x="185947" y="144916"/>
                    <a:pt x="185947" y="144916"/>
                  </a:cubicBezTo>
                  <a:lnTo>
                    <a:pt x="185947" y="141086"/>
                  </a:lnTo>
                  <a:cubicBezTo>
                    <a:pt x="185947" y="139809"/>
                    <a:pt x="185947" y="139171"/>
                    <a:pt x="185308" y="137894"/>
                  </a:cubicBezTo>
                  <a:lnTo>
                    <a:pt x="120770" y="137894"/>
                  </a:lnTo>
                  <a:cubicBezTo>
                    <a:pt x="116297" y="137894"/>
                    <a:pt x="113102" y="141086"/>
                    <a:pt x="113102" y="145555"/>
                  </a:cubicBezTo>
                  <a:lnTo>
                    <a:pt x="113102" y="190243"/>
                  </a:lnTo>
                  <a:cubicBezTo>
                    <a:pt x="113741" y="206203"/>
                    <a:pt x="121409" y="220886"/>
                    <a:pt x="134828" y="229823"/>
                  </a:cubicBezTo>
                  <a:cubicBezTo>
                    <a:pt x="141217" y="234292"/>
                    <a:pt x="145052" y="241314"/>
                    <a:pt x="145052" y="249614"/>
                  </a:cubicBezTo>
                  <a:lnTo>
                    <a:pt x="145052" y="273873"/>
                  </a:lnTo>
                  <a:cubicBezTo>
                    <a:pt x="145052" y="277703"/>
                    <a:pt x="142496" y="280257"/>
                    <a:pt x="138662" y="280257"/>
                  </a:cubicBezTo>
                  <a:cubicBezTo>
                    <a:pt x="134828" y="280257"/>
                    <a:pt x="132272" y="277703"/>
                    <a:pt x="132272" y="273873"/>
                  </a:cubicBezTo>
                  <a:lnTo>
                    <a:pt x="132272" y="249614"/>
                  </a:lnTo>
                  <a:cubicBezTo>
                    <a:pt x="132272" y="245783"/>
                    <a:pt x="130355" y="242591"/>
                    <a:pt x="127160" y="240676"/>
                  </a:cubicBezTo>
                  <a:cubicBezTo>
                    <a:pt x="110546" y="229185"/>
                    <a:pt x="100322" y="210671"/>
                    <a:pt x="99683" y="190881"/>
                  </a:cubicBezTo>
                  <a:cubicBezTo>
                    <a:pt x="99683" y="190243"/>
                    <a:pt x="99683" y="189604"/>
                    <a:pt x="99683" y="188966"/>
                  </a:cubicBezTo>
                  <a:lnTo>
                    <a:pt x="99683" y="145555"/>
                  </a:lnTo>
                  <a:cubicBezTo>
                    <a:pt x="99683" y="134064"/>
                    <a:pt x="108629" y="125126"/>
                    <a:pt x="120131" y="125126"/>
                  </a:cubicBezTo>
                  <a:lnTo>
                    <a:pt x="120770" y="125126"/>
                  </a:lnTo>
                  <a:lnTo>
                    <a:pt x="120770" y="111081"/>
                  </a:lnTo>
                  <a:cubicBezTo>
                    <a:pt x="120770" y="98952"/>
                    <a:pt x="130994" y="88737"/>
                    <a:pt x="143135" y="88737"/>
                  </a:cubicBezTo>
                  <a:cubicBezTo>
                    <a:pt x="147607" y="88737"/>
                    <a:pt x="152080" y="90014"/>
                    <a:pt x="155275" y="92568"/>
                  </a:cubicBezTo>
                  <a:cubicBezTo>
                    <a:pt x="159110" y="85545"/>
                    <a:pt x="166777" y="80438"/>
                    <a:pt x="175084" y="80438"/>
                  </a:cubicBezTo>
                  <a:cubicBezTo>
                    <a:pt x="180835" y="80438"/>
                    <a:pt x="186586" y="82992"/>
                    <a:pt x="191059" y="86822"/>
                  </a:cubicBezTo>
                  <a:cubicBezTo>
                    <a:pt x="192337" y="88099"/>
                    <a:pt x="193615" y="90014"/>
                    <a:pt x="194893" y="91929"/>
                  </a:cubicBezTo>
                  <a:cubicBezTo>
                    <a:pt x="198727" y="89376"/>
                    <a:pt x="202561" y="88099"/>
                    <a:pt x="207673" y="88099"/>
                  </a:cubicBezTo>
                  <a:cubicBezTo>
                    <a:pt x="213424" y="88099"/>
                    <a:pt x="219175" y="90652"/>
                    <a:pt x="223648" y="94483"/>
                  </a:cubicBezTo>
                  <a:cubicBezTo>
                    <a:pt x="226204" y="97036"/>
                    <a:pt x="227482" y="99590"/>
                    <a:pt x="228760" y="102782"/>
                  </a:cubicBezTo>
                  <a:cubicBezTo>
                    <a:pt x="231955" y="100867"/>
                    <a:pt x="235789" y="99590"/>
                    <a:pt x="239623" y="99590"/>
                  </a:cubicBezTo>
                  <a:cubicBezTo>
                    <a:pt x="245374" y="99590"/>
                    <a:pt x="251124" y="102144"/>
                    <a:pt x="255597" y="105974"/>
                  </a:cubicBezTo>
                  <a:cubicBezTo>
                    <a:pt x="260071" y="110443"/>
                    <a:pt x="261987" y="115550"/>
                    <a:pt x="261987" y="121934"/>
                  </a:cubicBezTo>
                  <a:lnTo>
                    <a:pt x="261987" y="124488"/>
                  </a:lnTo>
                  <a:close/>
                </a:path>
              </a:pathLst>
            </a:custGeom>
            <a:solidFill>
              <a:srgbClr val="0076A8"/>
            </a:solidFill>
            <a:ln w="6390" cap="flat">
              <a:noFill/>
              <a:prstDash val="solid"/>
              <a:miter/>
            </a:ln>
          </p:spPr>
          <p:txBody>
            <a:bodyPr rtlCol="0" anchor="ctr"/>
            <a:lstStyle/>
            <a:p>
              <a:endParaRPr lang="en-US"/>
            </a:p>
          </p:txBody>
        </p:sp>
        <p:sp>
          <p:nvSpPr>
            <p:cNvPr id="283" name="Graphic 4">
              <a:extLst>
                <a:ext uri="{FF2B5EF4-FFF2-40B4-BE49-F238E27FC236}">
                  <a16:creationId xmlns:a16="http://schemas.microsoft.com/office/drawing/2014/main" id="{6BCDB418-49C7-DE44-843C-FF3440C645D1}"/>
                </a:ext>
              </a:extLst>
            </p:cNvPr>
            <p:cNvSpPr/>
            <p:nvPr/>
          </p:nvSpPr>
          <p:spPr>
            <a:xfrm>
              <a:off x="6377157" y="3937802"/>
              <a:ext cx="19169" cy="41495"/>
            </a:xfrm>
            <a:custGeom>
              <a:avLst/>
              <a:gdLst>
                <a:gd name="connsiteX0" fmla="*/ 19170 w 19169"/>
                <a:gd name="connsiteY0" fmla="*/ 9576 h 41495"/>
                <a:gd name="connsiteX1" fmla="*/ 16614 w 19169"/>
                <a:gd name="connsiteY1" fmla="*/ 2553 h 41495"/>
                <a:gd name="connsiteX2" fmla="*/ 9585 w 19169"/>
                <a:gd name="connsiteY2" fmla="*/ 0 h 41495"/>
                <a:gd name="connsiteX3" fmla="*/ 0 w 19169"/>
                <a:gd name="connsiteY3" fmla="*/ 9576 h 41495"/>
                <a:gd name="connsiteX4" fmla="*/ 0 w 19169"/>
                <a:gd name="connsiteY4" fmla="*/ 31920 h 41495"/>
                <a:gd name="connsiteX5" fmla="*/ 0 w 19169"/>
                <a:gd name="connsiteY5" fmla="*/ 31920 h 41495"/>
                <a:gd name="connsiteX6" fmla="*/ 9585 w 19169"/>
                <a:gd name="connsiteY6" fmla="*/ 41496 h 41495"/>
                <a:gd name="connsiteX7" fmla="*/ 16614 w 19169"/>
                <a:gd name="connsiteY7" fmla="*/ 38942 h 41495"/>
                <a:gd name="connsiteX8" fmla="*/ 19170 w 19169"/>
                <a:gd name="connsiteY8" fmla="*/ 31920 h 41495"/>
                <a:gd name="connsiteX9" fmla="*/ 19170 w 19169"/>
                <a:gd name="connsiteY9" fmla="*/ 11491 h 41495"/>
                <a:gd name="connsiteX10" fmla="*/ 19170 w 19169"/>
                <a:gd name="connsiteY10" fmla="*/ 9576 h 41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169" h="41495">
                  <a:moveTo>
                    <a:pt x="19170" y="9576"/>
                  </a:moveTo>
                  <a:cubicBezTo>
                    <a:pt x="19170" y="7022"/>
                    <a:pt x="17892" y="4469"/>
                    <a:pt x="16614" y="2553"/>
                  </a:cubicBezTo>
                  <a:cubicBezTo>
                    <a:pt x="14697" y="638"/>
                    <a:pt x="12141" y="0"/>
                    <a:pt x="9585" y="0"/>
                  </a:cubicBezTo>
                  <a:cubicBezTo>
                    <a:pt x="4473" y="0"/>
                    <a:pt x="0" y="4469"/>
                    <a:pt x="0" y="9576"/>
                  </a:cubicBezTo>
                  <a:lnTo>
                    <a:pt x="0" y="31920"/>
                  </a:lnTo>
                  <a:cubicBezTo>
                    <a:pt x="0" y="31920"/>
                    <a:pt x="0" y="31920"/>
                    <a:pt x="0" y="31920"/>
                  </a:cubicBezTo>
                  <a:cubicBezTo>
                    <a:pt x="0" y="37027"/>
                    <a:pt x="4473" y="41496"/>
                    <a:pt x="9585" y="41496"/>
                  </a:cubicBezTo>
                  <a:cubicBezTo>
                    <a:pt x="12141" y="41496"/>
                    <a:pt x="14697" y="40219"/>
                    <a:pt x="16614" y="38942"/>
                  </a:cubicBezTo>
                  <a:cubicBezTo>
                    <a:pt x="18531" y="37027"/>
                    <a:pt x="19170" y="34473"/>
                    <a:pt x="19170" y="31920"/>
                  </a:cubicBezTo>
                  <a:lnTo>
                    <a:pt x="19170" y="11491"/>
                  </a:lnTo>
                  <a:lnTo>
                    <a:pt x="19170" y="9576"/>
                  </a:lnTo>
                  <a:close/>
                </a:path>
              </a:pathLst>
            </a:custGeom>
            <a:solidFill>
              <a:srgbClr val="0076A8"/>
            </a:solidFill>
            <a:ln w="6390" cap="flat">
              <a:noFill/>
              <a:prstDash val="solid"/>
              <a:miter/>
            </a:ln>
          </p:spPr>
          <p:txBody>
            <a:bodyPr rtlCol="0" anchor="ctr"/>
            <a:lstStyle/>
            <a:p>
              <a:endParaRPr lang="en-US"/>
            </a:p>
          </p:txBody>
        </p:sp>
      </p:grpSp>
      <p:grpSp>
        <p:nvGrpSpPr>
          <p:cNvPr id="284" name="Graphic 4">
            <a:extLst>
              <a:ext uri="{FF2B5EF4-FFF2-40B4-BE49-F238E27FC236}">
                <a16:creationId xmlns:a16="http://schemas.microsoft.com/office/drawing/2014/main" id="{6A19F1C4-D946-2C4D-B7D6-8F76E7736299}"/>
              </a:ext>
            </a:extLst>
          </p:cNvPr>
          <p:cNvGrpSpPr>
            <a:grpSpLocks noChangeAspect="1"/>
          </p:cNvGrpSpPr>
          <p:nvPr/>
        </p:nvGrpSpPr>
        <p:grpSpPr>
          <a:xfrm>
            <a:off x="8239823" y="4308712"/>
            <a:ext cx="361670" cy="361333"/>
            <a:chOff x="8239823" y="4308712"/>
            <a:chExt cx="361670" cy="361333"/>
          </a:xfrm>
          <a:solidFill>
            <a:srgbClr val="0076A8"/>
          </a:solidFill>
        </p:grpSpPr>
        <p:sp>
          <p:nvSpPr>
            <p:cNvPr id="285" name="Graphic 4">
              <a:extLst>
                <a:ext uri="{FF2B5EF4-FFF2-40B4-BE49-F238E27FC236}">
                  <a16:creationId xmlns:a16="http://schemas.microsoft.com/office/drawing/2014/main" id="{4321B328-5D4F-FB44-A86A-93B97CED8C64}"/>
                </a:ext>
              </a:extLst>
            </p:cNvPr>
            <p:cNvSpPr/>
            <p:nvPr/>
          </p:nvSpPr>
          <p:spPr>
            <a:xfrm>
              <a:off x="8462832" y="4400446"/>
              <a:ext cx="33567" cy="64034"/>
            </a:xfrm>
            <a:custGeom>
              <a:avLst/>
              <a:gdLst>
                <a:gd name="connsiteX0" fmla="*/ 15975 w 33567"/>
                <a:gd name="connsiteY0" fmla="*/ 64035 h 64034"/>
                <a:gd name="connsiteX1" fmla="*/ 33227 w 33567"/>
                <a:gd name="connsiteY1" fmla="*/ 8494 h 64034"/>
                <a:gd name="connsiteX2" fmla="*/ 29394 w 33567"/>
                <a:gd name="connsiteY2" fmla="*/ 195 h 64034"/>
                <a:gd name="connsiteX3" fmla="*/ 20447 w 33567"/>
                <a:gd name="connsiteY3" fmla="*/ 6579 h 64034"/>
                <a:gd name="connsiteX4" fmla="*/ 0 w 33567"/>
                <a:gd name="connsiteY4" fmla="*/ 60204 h 64034"/>
                <a:gd name="connsiteX5" fmla="*/ 15975 w 33567"/>
                <a:gd name="connsiteY5" fmla="*/ 64035 h 6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567" h="64034">
                  <a:moveTo>
                    <a:pt x="15975" y="64035"/>
                  </a:moveTo>
                  <a:lnTo>
                    <a:pt x="33227" y="8494"/>
                  </a:lnTo>
                  <a:cubicBezTo>
                    <a:pt x="34506" y="3387"/>
                    <a:pt x="31950" y="833"/>
                    <a:pt x="29394" y="195"/>
                  </a:cubicBezTo>
                  <a:cubicBezTo>
                    <a:pt x="26837" y="-444"/>
                    <a:pt x="22365" y="195"/>
                    <a:pt x="20447" y="6579"/>
                  </a:cubicBezTo>
                  <a:lnTo>
                    <a:pt x="0" y="60204"/>
                  </a:lnTo>
                  <a:lnTo>
                    <a:pt x="15975" y="64035"/>
                  </a:lnTo>
                  <a:close/>
                </a:path>
              </a:pathLst>
            </a:custGeom>
            <a:solidFill>
              <a:srgbClr val="0076A8"/>
            </a:solidFill>
            <a:ln w="6390" cap="flat">
              <a:noFill/>
              <a:prstDash val="solid"/>
              <a:miter/>
            </a:ln>
          </p:spPr>
          <p:txBody>
            <a:bodyPr rtlCol="0" anchor="ctr"/>
            <a:lstStyle/>
            <a:p>
              <a:endParaRPr lang="en-US"/>
            </a:p>
          </p:txBody>
        </p:sp>
        <p:sp>
          <p:nvSpPr>
            <p:cNvPr id="286" name="Graphic 4">
              <a:extLst>
                <a:ext uri="{FF2B5EF4-FFF2-40B4-BE49-F238E27FC236}">
                  <a16:creationId xmlns:a16="http://schemas.microsoft.com/office/drawing/2014/main" id="{E228252B-DBB4-A643-9C1A-B5D6B02CD1F3}"/>
                </a:ext>
              </a:extLst>
            </p:cNvPr>
            <p:cNvSpPr/>
            <p:nvPr/>
          </p:nvSpPr>
          <p:spPr>
            <a:xfrm>
              <a:off x="8239823" y="4308712"/>
              <a:ext cx="361670" cy="361333"/>
            </a:xfrm>
            <a:custGeom>
              <a:avLst/>
              <a:gdLst>
                <a:gd name="connsiteX0" fmla="*/ 180836 w 361670"/>
                <a:gd name="connsiteY0" fmla="*/ 0 h 361333"/>
                <a:gd name="connsiteX1" fmla="*/ 0 w 361670"/>
                <a:gd name="connsiteY1" fmla="*/ 180667 h 361333"/>
                <a:gd name="connsiteX2" fmla="*/ 180836 w 361670"/>
                <a:gd name="connsiteY2" fmla="*/ 361334 h 361333"/>
                <a:gd name="connsiteX3" fmla="*/ 361670 w 361670"/>
                <a:gd name="connsiteY3" fmla="*/ 180667 h 361333"/>
                <a:gd name="connsiteX4" fmla="*/ 180836 w 361670"/>
                <a:gd name="connsiteY4" fmla="*/ 0 h 361333"/>
                <a:gd name="connsiteX5" fmla="*/ 269655 w 361670"/>
                <a:gd name="connsiteY5" fmla="*/ 210671 h 361333"/>
                <a:gd name="connsiteX6" fmla="*/ 239623 w 361670"/>
                <a:gd name="connsiteY6" fmla="*/ 265574 h 361333"/>
                <a:gd name="connsiteX7" fmla="*/ 236428 w 361670"/>
                <a:gd name="connsiteY7" fmla="*/ 272596 h 361333"/>
                <a:gd name="connsiteX8" fmla="*/ 237067 w 361670"/>
                <a:gd name="connsiteY8" fmla="*/ 298770 h 361333"/>
                <a:gd name="connsiteX9" fmla="*/ 230677 w 361670"/>
                <a:gd name="connsiteY9" fmla="*/ 305154 h 361333"/>
                <a:gd name="connsiteX10" fmla="*/ 230677 w 361670"/>
                <a:gd name="connsiteY10" fmla="*/ 305154 h 361333"/>
                <a:gd name="connsiteX11" fmla="*/ 224287 w 361670"/>
                <a:gd name="connsiteY11" fmla="*/ 298770 h 361333"/>
                <a:gd name="connsiteX12" fmla="*/ 223648 w 361670"/>
                <a:gd name="connsiteY12" fmla="*/ 272596 h 361333"/>
                <a:gd name="connsiteX13" fmla="*/ 230677 w 361670"/>
                <a:gd name="connsiteY13" fmla="*/ 255998 h 361333"/>
                <a:gd name="connsiteX14" fmla="*/ 256875 w 361670"/>
                <a:gd name="connsiteY14" fmla="*/ 210033 h 361333"/>
                <a:gd name="connsiteX15" fmla="*/ 256875 w 361670"/>
                <a:gd name="connsiteY15" fmla="*/ 183859 h 361333"/>
                <a:gd name="connsiteX16" fmla="*/ 247290 w 361670"/>
                <a:gd name="connsiteY16" fmla="*/ 171091 h 361333"/>
                <a:gd name="connsiteX17" fmla="*/ 206395 w 361670"/>
                <a:gd name="connsiteY17" fmla="*/ 160238 h 361333"/>
                <a:gd name="connsiteX18" fmla="*/ 216619 w 361670"/>
                <a:gd name="connsiteY18" fmla="*/ 180028 h 361333"/>
                <a:gd name="connsiteX19" fmla="*/ 242818 w 361670"/>
                <a:gd name="connsiteY19" fmla="*/ 188966 h 361333"/>
                <a:gd name="connsiteX20" fmla="*/ 247290 w 361670"/>
                <a:gd name="connsiteY20" fmla="*/ 195988 h 361333"/>
                <a:gd name="connsiteX21" fmla="*/ 240900 w 361670"/>
                <a:gd name="connsiteY21" fmla="*/ 201095 h 361333"/>
                <a:gd name="connsiteX22" fmla="*/ 189142 w 361670"/>
                <a:gd name="connsiteY22" fmla="*/ 223439 h 361333"/>
                <a:gd name="connsiteX23" fmla="*/ 180196 w 361670"/>
                <a:gd name="connsiteY23" fmla="*/ 223439 h 361333"/>
                <a:gd name="connsiteX24" fmla="*/ 180196 w 361670"/>
                <a:gd name="connsiteY24" fmla="*/ 214502 h 361333"/>
                <a:gd name="connsiteX25" fmla="*/ 215341 w 361670"/>
                <a:gd name="connsiteY25" fmla="*/ 192158 h 361333"/>
                <a:gd name="connsiteX26" fmla="*/ 212146 w 361670"/>
                <a:gd name="connsiteY26" fmla="*/ 190881 h 361333"/>
                <a:gd name="connsiteX27" fmla="*/ 194254 w 361670"/>
                <a:gd name="connsiteY27" fmla="*/ 153216 h 361333"/>
                <a:gd name="connsiteX28" fmla="*/ 198727 w 361670"/>
                <a:gd name="connsiteY28" fmla="*/ 146832 h 361333"/>
                <a:gd name="connsiteX29" fmla="*/ 204478 w 361670"/>
                <a:gd name="connsiteY29" fmla="*/ 145555 h 361333"/>
                <a:gd name="connsiteX30" fmla="*/ 207673 w 361670"/>
                <a:gd name="connsiteY30" fmla="*/ 75970 h 361333"/>
                <a:gd name="connsiteX31" fmla="*/ 201283 w 361670"/>
                <a:gd name="connsiteY31" fmla="*/ 67670 h 361333"/>
                <a:gd name="connsiteX32" fmla="*/ 194254 w 361670"/>
                <a:gd name="connsiteY32" fmla="*/ 75331 h 361333"/>
                <a:gd name="connsiteX33" fmla="*/ 185947 w 361670"/>
                <a:gd name="connsiteY33" fmla="*/ 165984 h 361333"/>
                <a:gd name="connsiteX34" fmla="*/ 180196 w 361670"/>
                <a:gd name="connsiteY34" fmla="*/ 171729 h 361333"/>
                <a:gd name="connsiteX35" fmla="*/ 173167 w 361670"/>
                <a:gd name="connsiteY35" fmla="*/ 167260 h 361333"/>
                <a:gd name="connsiteX36" fmla="*/ 148886 w 361670"/>
                <a:gd name="connsiteY36" fmla="*/ 90653 h 361333"/>
                <a:gd name="connsiteX37" fmla="*/ 140579 w 361670"/>
                <a:gd name="connsiteY37" fmla="*/ 86184 h 361333"/>
                <a:gd name="connsiteX38" fmla="*/ 136106 w 361670"/>
                <a:gd name="connsiteY38" fmla="*/ 93206 h 361333"/>
                <a:gd name="connsiteX39" fmla="*/ 156553 w 361670"/>
                <a:gd name="connsiteY39" fmla="*/ 169176 h 361333"/>
                <a:gd name="connsiteX40" fmla="*/ 153358 w 361670"/>
                <a:gd name="connsiteY40" fmla="*/ 176836 h 361333"/>
                <a:gd name="connsiteX41" fmla="*/ 145691 w 361670"/>
                <a:gd name="connsiteY41" fmla="*/ 174921 h 361333"/>
                <a:gd name="connsiteX42" fmla="*/ 115019 w 361670"/>
                <a:gd name="connsiteY42" fmla="*/ 132149 h 361333"/>
                <a:gd name="connsiteX43" fmla="*/ 107990 w 361670"/>
                <a:gd name="connsiteY43" fmla="*/ 130872 h 361333"/>
                <a:gd name="connsiteX44" fmla="*/ 105434 w 361670"/>
                <a:gd name="connsiteY44" fmla="*/ 139171 h 361333"/>
                <a:gd name="connsiteX45" fmla="*/ 132911 w 361670"/>
                <a:gd name="connsiteY45" fmla="*/ 190243 h 361333"/>
                <a:gd name="connsiteX46" fmla="*/ 133550 w 361670"/>
                <a:gd name="connsiteY46" fmla="*/ 192796 h 361333"/>
                <a:gd name="connsiteX47" fmla="*/ 135466 w 361670"/>
                <a:gd name="connsiteY47" fmla="*/ 224716 h 361333"/>
                <a:gd name="connsiteX48" fmla="*/ 150164 w 361670"/>
                <a:gd name="connsiteY48" fmla="*/ 257274 h 361333"/>
                <a:gd name="connsiteX49" fmla="*/ 156553 w 361670"/>
                <a:gd name="connsiteY49" fmla="*/ 273234 h 361333"/>
                <a:gd name="connsiteX50" fmla="*/ 156553 w 361670"/>
                <a:gd name="connsiteY50" fmla="*/ 298132 h 361333"/>
                <a:gd name="connsiteX51" fmla="*/ 150164 w 361670"/>
                <a:gd name="connsiteY51" fmla="*/ 304516 h 361333"/>
                <a:gd name="connsiteX52" fmla="*/ 143774 w 361670"/>
                <a:gd name="connsiteY52" fmla="*/ 298132 h 361333"/>
                <a:gd name="connsiteX53" fmla="*/ 143774 w 361670"/>
                <a:gd name="connsiteY53" fmla="*/ 273234 h 361333"/>
                <a:gd name="connsiteX54" fmla="*/ 141217 w 361670"/>
                <a:gd name="connsiteY54" fmla="*/ 266212 h 361333"/>
                <a:gd name="connsiteX55" fmla="*/ 123326 w 361670"/>
                <a:gd name="connsiteY55" fmla="*/ 225993 h 361333"/>
                <a:gd name="connsiteX56" fmla="*/ 121409 w 361670"/>
                <a:gd name="connsiteY56" fmla="*/ 194711 h 361333"/>
                <a:gd name="connsiteX57" fmla="*/ 94571 w 361670"/>
                <a:gd name="connsiteY57" fmla="*/ 144916 h 361333"/>
                <a:gd name="connsiteX58" fmla="*/ 101600 w 361670"/>
                <a:gd name="connsiteY58" fmla="*/ 120019 h 361333"/>
                <a:gd name="connsiteX59" fmla="*/ 125881 w 361670"/>
                <a:gd name="connsiteY59" fmla="*/ 125126 h 361333"/>
                <a:gd name="connsiteX60" fmla="*/ 136106 w 361670"/>
                <a:gd name="connsiteY60" fmla="*/ 139171 h 361333"/>
                <a:gd name="connsiteX61" fmla="*/ 124604 w 361670"/>
                <a:gd name="connsiteY61" fmla="*/ 96398 h 361333"/>
                <a:gd name="connsiteX62" fmla="*/ 138661 w 361670"/>
                <a:gd name="connsiteY62" fmla="*/ 74054 h 361333"/>
                <a:gd name="connsiteX63" fmla="*/ 162305 w 361670"/>
                <a:gd name="connsiteY63" fmla="*/ 87461 h 361333"/>
                <a:gd name="connsiteX64" fmla="*/ 177001 w 361670"/>
                <a:gd name="connsiteY64" fmla="*/ 133425 h 361333"/>
                <a:gd name="connsiteX65" fmla="*/ 182752 w 361670"/>
                <a:gd name="connsiteY65" fmla="*/ 74693 h 361333"/>
                <a:gd name="connsiteX66" fmla="*/ 203200 w 361670"/>
                <a:gd name="connsiteY66" fmla="*/ 54902 h 361333"/>
                <a:gd name="connsiteX67" fmla="*/ 221092 w 361670"/>
                <a:gd name="connsiteY67" fmla="*/ 76608 h 361333"/>
                <a:gd name="connsiteX68" fmla="*/ 219175 w 361670"/>
                <a:gd name="connsiteY68" fmla="*/ 128318 h 361333"/>
                <a:gd name="connsiteX69" fmla="*/ 232594 w 361670"/>
                <a:gd name="connsiteY69" fmla="*/ 92568 h 361333"/>
                <a:gd name="connsiteX70" fmla="*/ 257515 w 361670"/>
                <a:gd name="connsiteY70" fmla="*/ 78523 h 361333"/>
                <a:gd name="connsiteX71" fmla="*/ 269655 w 361670"/>
                <a:gd name="connsiteY71" fmla="*/ 102782 h 361333"/>
                <a:gd name="connsiteX72" fmla="*/ 252403 w 361670"/>
                <a:gd name="connsiteY72" fmla="*/ 158323 h 361333"/>
                <a:gd name="connsiteX73" fmla="*/ 270934 w 361670"/>
                <a:gd name="connsiteY73" fmla="*/ 183220 h 361333"/>
                <a:gd name="connsiteX74" fmla="*/ 270934 w 361670"/>
                <a:gd name="connsiteY74" fmla="*/ 21067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1670" h="361333">
                  <a:moveTo>
                    <a:pt x="180836" y="0"/>
                  </a:moveTo>
                  <a:cubicBezTo>
                    <a:pt x="80513" y="0"/>
                    <a:pt x="0" y="81077"/>
                    <a:pt x="0" y="180667"/>
                  </a:cubicBezTo>
                  <a:cubicBezTo>
                    <a:pt x="0" y="280257"/>
                    <a:pt x="81152" y="361334"/>
                    <a:pt x="180836" y="361334"/>
                  </a:cubicBezTo>
                  <a:cubicBezTo>
                    <a:pt x="281157" y="361334"/>
                    <a:pt x="361670" y="280257"/>
                    <a:pt x="361670" y="180667"/>
                  </a:cubicBezTo>
                  <a:cubicBezTo>
                    <a:pt x="361670" y="81077"/>
                    <a:pt x="281157" y="0"/>
                    <a:pt x="180836" y="0"/>
                  </a:cubicBezTo>
                  <a:close/>
                  <a:moveTo>
                    <a:pt x="269655" y="210671"/>
                  </a:moveTo>
                  <a:cubicBezTo>
                    <a:pt x="269016" y="230462"/>
                    <a:pt x="253041" y="252806"/>
                    <a:pt x="239623" y="265574"/>
                  </a:cubicBezTo>
                  <a:cubicBezTo>
                    <a:pt x="237705" y="267489"/>
                    <a:pt x="236428" y="270042"/>
                    <a:pt x="236428" y="272596"/>
                  </a:cubicBezTo>
                  <a:lnTo>
                    <a:pt x="237067" y="298770"/>
                  </a:lnTo>
                  <a:cubicBezTo>
                    <a:pt x="237067" y="302601"/>
                    <a:pt x="234510" y="305154"/>
                    <a:pt x="230677" y="305154"/>
                  </a:cubicBezTo>
                  <a:cubicBezTo>
                    <a:pt x="230677" y="305154"/>
                    <a:pt x="230677" y="305154"/>
                    <a:pt x="230677" y="305154"/>
                  </a:cubicBezTo>
                  <a:cubicBezTo>
                    <a:pt x="227482" y="305154"/>
                    <a:pt x="224287" y="302601"/>
                    <a:pt x="224287" y="298770"/>
                  </a:cubicBezTo>
                  <a:lnTo>
                    <a:pt x="223648" y="272596"/>
                  </a:lnTo>
                  <a:cubicBezTo>
                    <a:pt x="223648" y="266212"/>
                    <a:pt x="226204" y="260466"/>
                    <a:pt x="230677" y="255998"/>
                  </a:cubicBezTo>
                  <a:cubicBezTo>
                    <a:pt x="242818" y="243868"/>
                    <a:pt x="256236" y="224716"/>
                    <a:pt x="256875" y="210033"/>
                  </a:cubicBezTo>
                  <a:lnTo>
                    <a:pt x="256875" y="183859"/>
                  </a:lnTo>
                  <a:cubicBezTo>
                    <a:pt x="256875" y="178113"/>
                    <a:pt x="253041" y="172368"/>
                    <a:pt x="247290" y="171091"/>
                  </a:cubicBezTo>
                  <a:lnTo>
                    <a:pt x="206395" y="160238"/>
                  </a:lnTo>
                  <a:cubicBezTo>
                    <a:pt x="204478" y="173644"/>
                    <a:pt x="211507" y="178113"/>
                    <a:pt x="216619" y="180028"/>
                  </a:cubicBezTo>
                  <a:lnTo>
                    <a:pt x="242818" y="188966"/>
                  </a:lnTo>
                  <a:cubicBezTo>
                    <a:pt x="246013" y="190243"/>
                    <a:pt x="247290" y="192796"/>
                    <a:pt x="247290" y="195988"/>
                  </a:cubicBezTo>
                  <a:cubicBezTo>
                    <a:pt x="246651" y="199180"/>
                    <a:pt x="244095" y="201095"/>
                    <a:pt x="240900" y="201095"/>
                  </a:cubicBezTo>
                  <a:cubicBezTo>
                    <a:pt x="221092" y="201734"/>
                    <a:pt x="202561" y="209395"/>
                    <a:pt x="189142" y="223439"/>
                  </a:cubicBezTo>
                  <a:cubicBezTo>
                    <a:pt x="186586" y="225993"/>
                    <a:pt x="182752" y="225993"/>
                    <a:pt x="180196" y="223439"/>
                  </a:cubicBezTo>
                  <a:cubicBezTo>
                    <a:pt x="177641" y="220886"/>
                    <a:pt x="177641" y="217055"/>
                    <a:pt x="180196" y="214502"/>
                  </a:cubicBezTo>
                  <a:cubicBezTo>
                    <a:pt x="190420" y="204287"/>
                    <a:pt x="201922" y="196627"/>
                    <a:pt x="215341" y="192158"/>
                  </a:cubicBezTo>
                  <a:lnTo>
                    <a:pt x="212146" y="190881"/>
                  </a:lnTo>
                  <a:cubicBezTo>
                    <a:pt x="196810" y="185135"/>
                    <a:pt x="190420" y="171729"/>
                    <a:pt x="194254" y="153216"/>
                  </a:cubicBezTo>
                  <a:cubicBezTo>
                    <a:pt x="194893" y="150662"/>
                    <a:pt x="196171" y="148747"/>
                    <a:pt x="198727" y="146832"/>
                  </a:cubicBezTo>
                  <a:cubicBezTo>
                    <a:pt x="200644" y="145555"/>
                    <a:pt x="202561" y="145555"/>
                    <a:pt x="204478" y="145555"/>
                  </a:cubicBezTo>
                  <a:lnTo>
                    <a:pt x="207673" y="75970"/>
                  </a:lnTo>
                  <a:cubicBezTo>
                    <a:pt x="207673" y="70224"/>
                    <a:pt x="204478" y="67670"/>
                    <a:pt x="201283" y="67670"/>
                  </a:cubicBezTo>
                  <a:cubicBezTo>
                    <a:pt x="198088" y="67670"/>
                    <a:pt x="194893" y="69586"/>
                    <a:pt x="194254" y="75331"/>
                  </a:cubicBezTo>
                  <a:lnTo>
                    <a:pt x="185947" y="165984"/>
                  </a:lnTo>
                  <a:cubicBezTo>
                    <a:pt x="185947" y="169176"/>
                    <a:pt x="183391" y="171729"/>
                    <a:pt x="180196" y="171729"/>
                  </a:cubicBezTo>
                  <a:cubicBezTo>
                    <a:pt x="177001" y="171729"/>
                    <a:pt x="174446" y="170452"/>
                    <a:pt x="173167" y="167260"/>
                  </a:cubicBezTo>
                  <a:lnTo>
                    <a:pt x="148886" y="90653"/>
                  </a:lnTo>
                  <a:cubicBezTo>
                    <a:pt x="146969" y="84907"/>
                    <a:pt x="141856" y="85546"/>
                    <a:pt x="140579" y="86184"/>
                  </a:cubicBezTo>
                  <a:cubicBezTo>
                    <a:pt x="139301" y="86822"/>
                    <a:pt x="134828" y="88099"/>
                    <a:pt x="136106" y="93206"/>
                  </a:cubicBezTo>
                  <a:lnTo>
                    <a:pt x="156553" y="169176"/>
                  </a:lnTo>
                  <a:cubicBezTo>
                    <a:pt x="157192" y="172368"/>
                    <a:pt x="155915" y="175560"/>
                    <a:pt x="153358" y="176836"/>
                  </a:cubicBezTo>
                  <a:cubicBezTo>
                    <a:pt x="150802" y="178113"/>
                    <a:pt x="146969" y="177475"/>
                    <a:pt x="145691" y="174921"/>
                  </a:cubicBezTo>
                  <a:lnTo>
                    <a:pt x="115019" y="132149"/>
                  </a:lnTo>
                  <a:cubicBezTo>
                    <a:pt x="112463" y="128318"/>
                    <a:pt x="109268" y="129595"/>
                    <a:pt x="107990" y="130872"/>
                  </a:cubicBezTo>
                  <a:cubicBezTo>
                    <a:pt x="107351" y="130872"/>
                    <a:pt x="102878" y="134064"/>
                    <a:pt x="105434" y="139171"/>
                  </a:cubicBezTo>
                  <a:lnTo>
                    <a:pt x="132911" y="190243"/>
                  </a:lnTo>
                  <a:cubicBezTo>
                    <a:pt x="133550" y="190881"/>
                    <a:pt x="133550" y="192158"/>
                    <a:pt x="133550" y="192796"/>
                  </a:cubicBezTo>
                  <a:lnTo>
                    <a:pt x="135466" y="224716"/>
                  </a:lnTo>
                  <a:cubicBezTo>
                    <a:pt x="137384" y="238122"/>
                    <a:pt x="142496" y="248975"/>
                    <a:pt x="150164" y="257274"/>
                  </a:cubicBezTo>
                  <a:cubicBezTo>
                    <a:pt x="153997" y="261743"/>
                    <a:pt x="156553" y="266850"/>
                    <a:pt x="156553" y="273234"/>
                  </a:cubicBezTo>
                  <a:lnTo>
                    <a:pt x="156553" y="298132"/>
                  </a:lnTo>
                  <a:cubicBezTo>
                    <a:pt x="156553" y="301962"/>
                    <a:pt x="153997" y="304516"/>
                    <a:pt x="150164" y="304516"/>
                  </a:cubicBezTo>
                  <a:cubicBezTo>
                    <a:pt x="146330" y="304516"/>
                    <a:pt x="143774" y="301962"/>
                    <a:pt x="143774" y="298132"/>
                  </a:cubicBezTo>
                  <a:lnTo>
                    <a:pt x="143774" y="273234"/>
                  </a:lnTo>
                  <a:cubicBezTo>
                    <a:pt x="143774" y="270681"/>
                    <a:pt x="142496" y="268127"/>
                    <a:pt x="141217" y="266212"/>
                  </a:cubicBezTo>
                  <a:cubicBezTo>
                    <a:pt x="130994" y="255998"/>
                    <a:pt x="125243" y="242591"/>
                    <a:pt x="123326" y="225993"/>
                  </a:cubicBezTo>
                  <a:lnTo>
                    <a:pt x="121409" y="194711"/>
                  </a:lnTo>
                  <a:lnTo>
                    <a:pt x="94571" y="144916"/>
                  </a:lnTo>
                  <a:cubicBezTo>
                    <a:pt x="88820" y="134702"/>
                    <a:pt x="93932" y="124488"/>
                    <a:pt x="101600" y="120019"/>
                  </a:cubicBezTo>
                  <a:cubicBezTo>
                    <a:pt x="109907" y="114912"/>
                    <a:pt x="120131" y="116827"/>
                    <a:pt x="125881" y="125126"/>
                  </a:cubicBezTo>
                  <a:lnTo>
                    <a:pt x="136106" y="139171"/>
                  </a:lnTo>
                  <a:lnTo>
                    <a:pt x="124604" y="96398"/>
                  </a:lnTo>
                  <a:cubicBezTo>
                    <a:pt x="122048" y="84269"/>
                    <a:pt x="129716" y="75970"/>
                    <a:pt x="138661" y="74054"/>
                  </a:cubicBezTo>
                  <a:cubicBezTo>
                    <a:pt x="147607" y="71501"/>
                    <a:pt x="159110" y="75331"/>
                    <a:pt x="162305" y="87461"/>
                  </a:cubicBezTo>
                  <a:lnTo>
                    <a:pt x="177001" y="133425"/>
                  </a:lnTo>
                  <a:lnTo>
                    <a:pt x="182752" y="74693"/>
                  </a:lnTo>
                  <a:cubicBezTo>
                    <a:pt x="184031" y="61286"/>
                    <a:pt x="193615" y="54264"/>
                    <a:pt x="203200" y="54902"/>
                  </a:cubicBezTo>
                  <a:cubicBezTo>
                    <a:pt x="212785" y="55541"/>
                    <a:pt x="221731" y="63202"/>
                    <a:pt x="221092" y="76608"/>
                  </a:cubicBezTo>
                  <a:lnTo>
                    <a:pt x="219175" y="128318"/>
                  </a:lnTo>
                  <a:lnTo>
                    <a:pt x="232594" y="92568"/>
                  </a:lnTo>
                  <a:cubicBezTo>
                    <a:pt x="237705" y="79800"/>
                    <a:pt x="248569" y="75970"/>
                    <a:pt x="257515" y="78523"/>
                  </a:cubicBezTo>
                  <a:cubicBezTo>
                    <a:pt x="265821" y="81077"/>
                    <a:pt x="272850" y="90653"/>
                    <a:pt x="269655" y="102782"/>
                  </a:cubicBezTo>
                  <a:lnTo>
                    <a:pt x="252403" y="158323"/>
                  </a:lnTo>
                  <a:cubicBezTo>
                    <a:pt x="263265" y="161515"/>
                    <a:pt x="270934" y="171729"/>
                    <a:pt x="270934" y="183220"/>
                  </a:cubicBezTo>
                  <a:lnTo>
                    <a:pt x="270934" y="210671"/>
                  </a:lnTo>
                  <a:close/>
                </a:path>
              </a:pathLst>
            </a:custGeom>
            <a:solidFill>
              <a:srgbClr val="0076A8"/>
            </a:solidFill>
            <a:ln w="6390" cap="flat">
              <a:noFill/>
              <a:prstDash val="solid"/>
              <a:miter/>
            </a:ln>
          </p:spPr>
          <p:txBody>
            <a:bodyPr rtlCol="0" anchor="ctr"/>
            <a:lstStyle/>
            <a:p>
              <a:endParaRPr lang="en-US"/>
            </a:p>
          </p:txBody>
        </p:sp>
      </p:grpSp>
      <p:grpSp>
        <p:nvGrpSpPr>
          <p:cNvPr id="287" name="Graphic 4">
            <a:extLst>
              <a:ext uri="{FF2B5EF4-FFF2-40B4-BE49-F238E27FC236}">
                <a16:creationId xmlns:a16="http://schemas.microsoft.com/office/drawing/2014/main" id="{ED3E7CEE-9C1E-9446-93AF-507212E82243}"/>
              </a:ext>
            </a:extLst>
          </p:cNvPr>
          <p:cNvGrpSpPr>
            <a:grpSpLocks noChangeAspect="1"/>
          </p:cNvGrpSpPr>
          <p:nvPr/>
        </p:nvGrpSpPr>
        <p:grpSpPr>
          <a:xfrm>
            <a:off x="8239823" y="3824168"/>
            <a:ext cx="361670" cy="361333"/>
            <a:chOff x="8239823" y="3824168"/>
            <a:chExt cx="361670" cy="361333"/>
          </a:xfrm>
          <a:solidFill>
            <a:srgbClr val="0076A8"/>
          </a:solidFill>
        </p:grpSpPr>
        <p:sp>
          <p:nvSpPr>
            <p:cNvPr id="288" name="Graphic 4">
              <a:extLst>
                <a:ext uri="{FF2B5EF4-FFF2-40B4-BE49-F238E27FC236}">
                  <a16:creationId xmlns:a16="http://schemas.microsoft.com/office/drawing/2014/main" id="{80CEB2E0-F3C6-9F4A-80F3-139F6DFCAD04}"/>
                </a:ext>
              </a:extLst>
            </p:cNvPr>
            <p:cNvSpPr/>
            <p:nvPr/>
          </p:nvSpPr>
          <p:spPr>
            <a:xfrm>
              <a:off x="8374012" y="3950570"/>
              <a:ext cx="19169" cy="23620"/>
            </a:xfrm>
            <a:custGeom>
              <a:avLst/>
              <a:gdLst>
                <a:gd name="connsiteX0" fmla="*/ 19170 w 19169"/>
                <a:gd name="connsiteY0" fmla="*/ 8937 h 23620"/>
                <a:gd name="connsiteX1" fmla="*/ 16614 w 19169"/>
                <a:gd name="connsiteY1" fmla="*/ 2553 h 23620"/>
                <a:gd name="connsiteX2" fmla="*/ 9585 w 19169"/>
                <a:gd name="connsiteY2" fmla="*/ 0 h 23620"/>
                <a:gd name="connsiteX3" fmla="*/ 0 w 19169"/>
                <a:gd name="connsiteY3" fmla="*/ 9576 h 23620"/>
                <a:gd name="connsiteX4" fmla="*/ 0 w 19169"/>
                <a:gd name="connsiteY4" fmla="*/ 23621 h 23620"/>
                <a:gd name="connsiteX5" fmla="*/ 19170 w 19169"/>
                <a:gd name="connsiteY5" fmla="*/ 23621 h 23620"/>
                <a:gd name="connsiteX6" fmla="*/ 19170 w 19169"/>
                <a:gd name="connsiteY6" fmla="*/ 8937 h 2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69" h="23620">
                  <a:moveTo>
                    <a:pt x="19170" y="8937"/>
                  </a:moveTo>
                  <a:cubicBezTo>
                    <a:pt x="19170" y="6384"/>
                    <a:pt x="17892" y="4469"/>
                    <a:pt x="16614" y="2553"/>
                  </a:cubicBezTo>
                  <a:cubicBezTo>
                    <a:pt x="14697" y="638"/>
                    <a:pt x="12141" y="0"/>
                    <a:pt x="9585" y="0"/>
                  </a:cubicBezTo>
                  <a:cubicBezTo>
                    <a:pt x="4473" y="0"/>
                    <a:pt x="0" y="4469"/>
                    <a:pt x="0" y="9576"/>
                  </a:cubicBezTo>
                  <a:lnTo>
                    <a:pt x="0" y="23621"/>
                  </a:lnTo>
                  <a:lnTo>
                    <a:pt x="19170" y="23621"/>
                  </a:lnTo>
                  <a:lnTo>
                    <a:pt x="19170" y="8937"/>
                  </a:lnTo>
                  <a:close/>
                </a:path>
              </a:pathLst>
            </a:custGeom>
            <a:solidFill>
              <a:srgbClr val="0076A8"/>
            </a:solidFill>
            <a:ln w="6390" cap="flat">
              <a:noFill/>
              <a:prstDash val="solid"/>
              <a:miter/>
            </a:ln>
          </p:spPr>
          <p:txBody>
            <a:bodyPr rtlCol="0" anchor="ctr"/>
            <a:lstStyle/>
            <a:p>
              <a:endParaRPr lang="en-US"/>
            </a:p>
          </p:txBody>
        </p:sp>
        <p:sp>
          <p:nvSpPr>
            <p:cNvPr id="289" name="Graphic 4">
              <a:extLst>
                <a:ext uri="{FF2B5EF4-FFF2-40B4-BE49-F238E27FC236}">
                  <a16:creationId xmlns:a16="http://schemas.microsoft.com/office/drawing/2014/main" id="{F9C1F40F-70FC-3949-A723-F6A87D029D02}"/>
                </a:ext>
              </a:extLst>
            </p:cNvPr>
            <p:cNvSpPr/>
            <p:nvPr/>
          </p:nvSpPr>
          <p:spPr>
            <a:xfrm>
              <a:off x="8437911" y="3949932"/>
              <a:ext cx="19169" cy="53625"/>
            </a:xfrm>
            <a:custGeom>
              <a:avLst/>
              <a:gdLst>
                <a:gd name="connsiteX0" fmla="*/ 19170 w 19169"/>
                <a:gd name="connsiteY0" fmla="*/ 9576 h 53625"/>
                <a:gd name="connsiteX1" fmla="*/ 16614 w 19169"/>
                <a:gd name="connsiteY1" fmla="*/ 2554 h 53625"/>
                <a:gd name="connsiteX2" fmla="*/ 9585 w 19169"/>
                <a:gd name="connsiteY2" fmla="*/ 0 h 53625"/>
                <a:gd name="connsiteX3" fmla="*/ 0 w 19169"/>
                <a:gd name="connsiteY3" fmla="*/ 8938 h 53625"/>
                <a:gd name="connsiteX4" fmla="*/ 0 w 19169"/>
                <a:gd name="connsiteY4" fmla="*/ 40219 h 53625"/>
                <a:gd name="connsiteX5" fmla="*/ 0 w 19169"/>
                <a:gd name="connsiteY5" fmla="*/ 42135 h 53625"/>
                <a:gd name="connsiteX6" fmla="*/ 0 w 19169"/>
                <a:gd name="connsiteY6" fmla="*/ 43411 h 53625"/>
                <a:gd name="connsiteX7" fmla="*/ 0 w 19169"/>
                <a:gd name="connsiteY7" fmla="*/ 44688 h 53625"/>
                <a:gd name="connsiteX8" fmla="*/ 9585 w 19169"/>
                <a:gd name="connsiteY8" fmla="*/ 53626 h 53625"/>
                <a:gd name="connsiteX9" fmla="*/ 16614 w 19169"/>
                <a:gd name="connsiteY9" fmla="*/ 51072 h 53625"/>
                <a:gd name="connsiteX10" fmla="*/ 19170 w 19169"/>
                <a:gd name="connsiteY10" fmla="*/ 44050 h 53625"/>
                <a:gd name="connsiteX11" fmla="*/ 19170 w 19169"/>
                <a:gd name="connsiteY11" fmla="*/ 44050 h 53625"/>
                <a:gd name="connsiteX12" fmla="*/ 19170 w 19169"/>
                <a:gd name="connsiteY12" fmla="*/ 9576 h 5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169" h="53625">
                  <a:moveTo>
                    <a:pt x="19170" y="9576"/>
                  </a:moveTo>
                  <a:cubicBezTo>
                    <a:pt x="19170" y="7023"/>
                    <a:pt x="17892" y="4469"/>
                    <a:pt x="16614" y="2554"/>
                  </a:cubicBezTo>
                  <a:cubicBezTo>
                    <a:pt x="14697" y="639"/>
                    <a:pt x="12141" y="0"/>
                    <a:pt x="9585" y="0"/>
                  </a:cubicBezTo>
                  <a:cubicBezTo>
                    <a:pt x="4473" y="0"/>
                    <a:pt x="639" y="3831"/>
                    <a:pt x="0" y="8938"/>
                  </a:cubicBezTo>
                  <a:lnTo>
                    <a:pt x="0" y="40219"/>
                  </a:lnTo>
                  <a:cubicBezTo>
                    <a:pt x="0" y="40858"/>
                    <a:pt x="0" y="41496"/>
                    <a:pt x="0" y="42135"/>
                  </a:cubicBezTo>
                  <a:lnTo>
                    <a:pt x="0" y="43411"/>
                  </a:lnTo>
                  <a:cubicBezTo>
                    <a:pt x="0" y="44050"/>
                    <a:pt x="0" y="44050"/>
                    <a:pt x="0" y="44688"/>
                  </a:cubicBezTo>
                  <a:cubicBezTo>
                    <a:pt x="0" y="49795"/>
                    <a:pt x="4473" y="53626"/>
                    <a:pt x="9585" y="53626"/>
                  </a:cubicBezTo>
                  <a:cubicBezTo>
                    <a:pt x="12141" y="53626"/>
                    <a:pt x="14697" y="52349"/>
                    <a:pt x="16614" y="51072"/>
                  </a:cubicBezTo>
                  <a:cubicBezTo>
                    <a:pt x="18531" y="49157"/>
                    <a:pt x="19170" y="46603"/>
                    <a:pt x="19170" y="44050"/>
                  </a:cubicBezTo>
                  <a:cubicBezTo>
                    <a:pt x="19170" y="44050"/>
                    <a:pt x="19170" y="44050"/>
                    <a:pt x="19170" y="44050"/>
                  </a:cubicBezTo>
                  <a:lnTo>
                    <a:pt x="19170" y="9576"/>
                  </a:lnTo>
                  <a:close/>
                </a:path>
              </a:pathLst>
            </a:custGeom>
            <a:solidFill>
              <a:srgbClr val="0076A8"/>
            </a:solidFill>
            <a:ln w="6390" cap="flat">
              <a:noFill/>
              <a:prstDash val="solid"/>
              <a:miter/>
            </a:ln>
          </p:spPr>
          <p:txBody>
            <a:bodyPr rtlCol="0" anchor="ctr"/>
            <a:lstStyle/>
            <a:p>
              <a:endParaRPr lang="en-US"/>
            </a:p>
          </p:txBody>
        </p:sp>
        <p:sp>
          <p:nvSpPr>
            <p:cNvPr id="290" name="Graphic 4">
              <a:extLst>
                <a:ext uri="{FF2B5EF4-FFF2-40B4-BE49-F238E27FC236}">
                  <a16:creationId xmlns:a16="http://schemas.microsoft.com/office/drawing/2014/main" id="{1CE43A0B-7FB4-B842-B8CE-75F5C37634F4}"/>
                </a:ext>
              </a:extLst>
            </p:cNvPr>
            <p:cNvSpPr/>
            <p:nvPr/>
          </p:nvSpPr>
          <p:spPr>
            <a:xfrm>
              <a:off x="8405962" y="3942271"/>
              <a:ext cx="19169" cy="31281"/>
            </a:xfrm>
            <a:custGeom>
              <a:avLst/>
              <a:gdLst>
                <a:gd name="connsiteX0" fmla="*/ 19170 w 19169"/>
                <a:gd name="connsiteY0" fmla="*/ 15960 h 31281"/>
                <a:gd name="connsiteX1" fmla="*/ 19170 w 19169"/>
                <a:gd name="connsiteY1" fmla="*/ 9576 h 31281"/>
                <a:gd name="connsiteX2" fmla="*/ 16614 w 19169"/>
                <a:gd name="connsiteY2" fmla="*/ 2553 h 31281"/>
                <a:gd name="connsiteX3" fmla="*/ 9585 w 19169"/>
                <a:gd name="connsiteY3" fmla="*/ 0 h 31281"/>
                <a:gd name="connsiteX4" fmla="*/ 0 w 19169"/>
                <a:gd name="connsiteY4" fmla="*/ 9576 h 31281"/>
                <a:gd name="connsiteX5" fmla="*/ 0 w 19169"/>
                <a:gd name="connsiteY5" fmla="*/ 16598 h 31281"/>
                <a:gd name="connsiteX6" fmla="*/ 0 w 19169"/>
                <a:gd name="connsiteY6" fmla="*/ 17875 h 31281"/>
                <a:gd name="connsiteX7" fmla="*/ 0 w 19169"/>
                <a:gd name="connsiteY7" fmla="*/ 17875 h 31281"/>
                <a:gd name="connsiteX8" fmla="*/ 0 w 19169"/>
                <a:gd name="connsiteY8" fmla="*/ 31281 h 31281"/>
                <a:gd name="connsiteX9" fmla="*/ 19170 w 19169"/>
                <a:gd name="connsiteY9" fmla="*/ 31281 h 31281"/>
                <a:gd name="connsiteX10" fmla="*/ 19170 w 19169"/>
                <a:gd name="connsiteY10" fmla="*/ 16598 h 31281"/>
                <a:gd name="connsiteX11" fmla="*/ 19170 w 19169"/>
                <a:gd name="connsiteY11" fmla="*/ 15960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169" h="31281">
                  <a:moveTo>
                    <a:pt x="19170" y="15960"/>
                  </a:moveTo>
                  <a:lnTo>
                    <a:pt x="19170" y="9576"/>
                  </a:lnTo>
                  <a:cubicBezTo>
                    <a:pt x="19170" y="7022"/>
                    <a:pt x="17892" y="4468"/>
                    <a:pt x="16614" y="2553"/>
                  </a:cubicBezTo>
                  <a:cubicBezTo>
                    <a:pt x="14697" y="638"/>
                    <a:pt x="12141" y="0"/>
                    <a:pt x="9585" y="0"/>
                  </a:cubicBezTo>
                  <a:cubicBezTo>
                    <a:pt x="4473" y="0"/>
                    <a:pt x="0" y="4468"/>
                    <a:pt x="0" y="9576"/>
                  </a:cubicBezTo>
                  <a:lnTo>
                    <a:pt x="0" y="16598"/>
                  </a:lnTo>
                  <a:cubicBezTo>
                    <a:pt x="0" y="17236"/>
                    <a:pt x="0" y="17236"/>
                    <a:pt x="0" y="17875"/>
                  </a:cubicBezTo>
                  <a:cubicBezTo>
                    <a:pt x="0" y="17875"/>
                    <a:pt x="0" y="17875"/>
                    <a:pt x="0" y="17875"/>
                  </a:cubicBezTo>
                  <a:lnTo>
                    <a:pt x="0" y="31281"/>
                  </a:lnTo>
                  <a:lnTo>
                    <a:pt x="19170" y="31281"/>
                  </a:lnTo>
                  <a:lnTo>
                    <a:pt x="19170" y="16598"/>
                  </a:lnTo>
                  <a:cubicBezTo>
                    <a:pt x="19170" y="16598"/>
                    <a:pt x="19170" y="16598"/>
                    <a:pt x="19170" y="15960"/>
                  </a:cubicBezTo>
                  <a:close/>
                </a:path>
              </a:pathLst>
            </a:custGeom>
            <a:solidFill>
              <a:srgbClr val="0076A8"/>
            </a:solidFill>
            <a:ln w="6390" cap="flat">
              <a:noFill/>
              <a:prstDash val="solid"/>
              <a:miter/>
            </a:ln>
          </p:spPr>
          <p:txBody>
            <a:bodyPr rtlCol="0" anchor="ctr"/>
            <a:lstStyle/>
            <a:p>
              <a:endParaRPr lang="en-US"/>
            </a:p>
          </p:txBody>
        </p:sp>
        <p:sp>
          <p:nvSpPr>
            <p:cNvPr id="291" name="Graphic 4">
              <a:extLst>
                <a:ext uri="{FF2B5EF4-FFF2-40B4-BE49-F238E27FC236}">
                  <a16:creationId xmlns:a16="http://schemas.microsoft.com/office/drawing/2014/main" id="{A90A2C74-66D6-9C45-8607-9B374231F0C4}"/>
                </a:ext>
              </a:extLst>
            </p:cNvPr>
            <p:cNvSpPr/>
            <p:nvPr/>
          </p:nvSpPr>
          <p:spPr>
            <a:xfrm>
              <a:off x="8469861" y="3893753"/>
              <a:ext cx="19169" cy="109804"/>
            </a:xfrm>
            <a:custGeom>
              <a:avLst/>
              <a:gdLst>
                <a:gd name="connsiteX0" fmla="*/ 19170 w 19169"/>
                <a:gd name="connsiteY0" fmla="*/ 9576 h 109804"/>
                <a:gd name="connsiteX1" fmla="*/ 16614 w 19169"/>
                <a:gd name="connsiteY1" fmla="*/ 2554 h 109804"/>
                <a:gd name="connsiteX2" fmla="*/ 9585 w 19169"/>
                <a:gd name="connsiteY2" fmla="*/ 0 h 109804"/>
                <a:gd name="connsiteX3" fmla="*/ 0 w 19169"/>
                <a:gd name="connsiteY3" fmla="*/ 9576 h 109804"/>
                <a:gd name="connsiteX4" fmla="*/ 0 w 19169"/>
                <a:gd name="connsiteY4" fmla="*/ 65755 h 109804"/>
                <a:gd name="connsiteX5" fmla="*/ 0 w 19169"/>
                <a:gd name="connsiteY5" fmla="*/ 65755 h 109804"/>
                <a:gd name="connsiteX6" fmla="*/ 0 w 19169"/>
                <a:gd name="connsiteY6" fmla="*/ 100229 h 109804"/>
                <a:gd name="connsiteX7" fmla="*/ 0 w 19169"/>
                <a:gd name="connsiteY7" fmla="*/ 100229 h 109804"/>
                <a:gd name="connsiteX8" fmla="*/ 9585 w 19169"/>
                <a:gd name="connsiteY8" fmla="*/ 109805 h 109804"/>
                <a:gd name="connsiteX9" fmla="*/ 16614 w 19169"/>
                <a:gd name="connsiteY9" fmla="*/ 107251 h 109804"/>
                <a:gd name="connsiteX10" fmla="*/ 19170 w 19169"/>
                <a:gd name="connsiteY10" fmla="*/ 100229 h 109804"/>
                <a:gd name="connsiteX11" fmla="*/ 19170 w 19169"/>
                <a:gd name="connsiteY11" fmla="*/ 79800 h 109804"/>
                <a:gd name="connsiteX12" fmla="*/ 19170 w 19169"/>
                <a:gd name="connsiteY12" fmla="*/ 9576 h 10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169" h="109804">
                  <a:moveTo>
                    <a:pt x="19170" y="9576"/>
                  </a:moveTo>
                  <a:cubicBezTo>
                    <a:pt x="19170" y="7023"/>
                    <a:pt x="17892" y="4469"/>
                    <a:pt x="16614" y="2554"/>
                  </a:cubicBezTo>
                  <a:cubicBezTo>
                    <a:pt x="14697" y="639"/>
                    <a:pt x="12141" y="0"/>
                    <a:pt x="9585" y="0"/>
                  </a:cubicBezTo>
                  <a:cubicBezTo>
                    <a:pt x="4473" y="0"/>
                    <a:pt x="0" y="4469"/>
                    <a:pt x="0" y="9576"/>
                  </a:cubicBezTo>
                  <a:lnTo>
                    <a:pt x="0" y="65755"/>
                  </a:lnTo>
                  <a:cubicBezTo>
                    <a:pt x="0" y="65755"/>
                    <a:pt x="0" y="65755"/>
                    <a:pt x="0" y="65755"/>
                  </a:cubicBezTo>
                  <a:lnTo>
                    <a:pt x="0" y="100229"/>
                  </a:lnTo>
                  <a:cubicBezTo>
                    <a:pt x="0" y="100229"/>
                    <a:pt x="0" y="100229"/>
                    <a:pt x="0" y="100229"/>
                  </a:cubicBezTo>
                  <a:cubicBezTo>
                    <a:pt x="0" y="105336"/>
                    <a:pt x="4473" y="109805"/>
                    <a:pt x="9585" y="109805"/>
                  </a:cubicBezTo>
                  <a:cubicBezTo>
                    <a:pt x="12141" y="109805"/>
                    <a:pt x="14697" y="108528"/>
                    <a:pt x="16614" y="107251"/>
                  </a:cubicBezTo>
                  <a:cubicBezTo>
                    <a:pt x="18531" y="105336"/>
                    <a:pt x="19170" y="102782"/>
                    <a:pt x="19170" y="100229"/>
                  </a:cubicBezTo>
                  <a:lnTo>
                    <a:pt x="19170" y="79800"/>
                  </a:lnTo>
                  <a:lnTo>
                    <a:pt x="19170" y="9576"/>
                  </a:lnTo>
                  <a:close/>
                </a:path>
              </a:pathLst>
            </a:custGeom>
            <a:solidFill>
              <a:srgbClr val="0076A8"/>
            </a:solidFill>
            <a:ln w="6390" cap="flat">
              <a:noFill/>
              <a:prstDash val="solid"/>
              <a:miter/>
            </a:ln>
          </p:spPr>
          <p:txBody>
            <a:bodyPr rtlCol="0" anchor="ctr"/>
            <a:lstStyle/>
            <a:p>
              <a:endParaRPr lang="en-US"/>
            </a:p>
          </p:txBody>
        </p:sp>
        <p:sp>
          <p:nvSpPr>
            <p:cNvPr id="292" name="Graphic 4">
              <a:extLst>
                <a:ext uri="{FF2B5EF4-FFF2-40B4-BE49-F238E27FC236}">
                  <a16:creationId xmlns:a16="http://schemas.microsoft.com/office/drawing/2014/main" id="{1764024B-0348-064B-B114-924B8C8BCD10}"/>
                </a:ext>
              </a:extLst>
            </p:cNvPr>
            <p:cNvSpPr/>
            <p:nvPr/>
          </p:nvSpPr>
          <p:spPr>
            <a:xfrm>
              <a:off x="8239823" y="3824168"/>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261987 w 361670"/>
                <a:gd name="connsiteY5" fmla="*/ 148747 h 361333"/>
                <a:gd name="connsiteX6" fmla="*/ 261987 w 361670"/>
                <a:gd name="connsiteY6" fmla="*/ 169814 h 361333"/>
                <a:gd name="connsiteX7" fmla="*/ 261987 w 361670"/>
                <a:gd name="connsiteY7" fmla="*/ 221524 h 361333"/>
                <a:gd name="connsiteX8" fmla="*/ 244735 w 361670"/>
                <a:gd name="connsiteY8" fmla="*/ 264935 h 361333"/>
                <a:gd name="connsiteX9" fmla="*/ 241540 w 361670"/>
                <a:gd name="connsiteY9" fmla="*/ 272596 h 361333"/>
                <a:gd name="connsiteX10" fmla="*/ 241540 w 361670"/>
                <a:gd name="connsiteY10" fmla="*/ 299409 h 361333"/>
                <a:gd name="connsiteX11" fmla="*/ 235150 w 361670"/>
                <a:gd name="connsiteY11" fmla="*/ 305793 h 361333"/>
                <a:gd name="connsiteX12" fmla="*/ 228760 w 361670"/>
                <a:gd name="connsiteY12" fmla="*/ 299409 h 361333"/>
                <a:gd name="connsiteX13" fmla="*/ 228760 w 361670"/>
                <a:gd name="connsiteY13" fmla="*/ 271958 h 361333"/>
                <a:gd name="connsiteX14" fmla="*/ 235150 w 361670"/>
                <a:gd name="connsiteY14" fmla="*/ 255359 h 361333"/>
                <a:gd name="connsiteX15" fmla="*/ 249208 w 361670"/>
                <a:gd name="connsiteY15" fmla="*/ 220886 h 361333"/>
                <a:gd name="connsiteX16" fmla="*/ 249208 w 361670"/>
                <a:gd name="connsiteY16" fmla="*/ 189604 h 361333"/>
                <a:gd name="connsiteX17" fmla="*/ 239623 w 361670"/>
                <a:gd name="connsiteY17" fmla="*/ 192158 h 361333"/>
                <a:gd name="connsiteX18" fmla="*/ 223648 w 361670"/>
                <a:gd name="connsiteY18" fmla="*/ 185135 h 361333"/>
                <a:gd name="connsiteX19" fmla="*/ 223648 w 361670"/>
                <a:gd name="connsiteY19" fmla="*/ 185135 h 361333"/>
                <a:gd name="connsiteX20" fmla="*/ 207673 w 361670"/>
                <a:gd name="connsiteY20" fmla="*/ 191519 h 361333"/>
                <a:gd name="connsiteX21" fmla="*/ 191698 w 361670"/>
                <a:gd name="connsiteY21" fmla="*/ 185135 h 361333"/>
                <a:gd name="connsiteX22" fmla="*/ 173806 w 361670"/>
                <a:gd name="connsiteY22" fmla="*/ 194073 h 361333"/>
                <a:gd name="connsiteX23" fmla="*/ 191698 w 361670"/>
                <a:gd name="connsiteY23" fmla="*/ 217055 h 361333"/>
                <a:gd name="connsiteX24" fmla="*/ 212146 w 361670"/>
                <a:gd name="connsiteY24" fmla="*/ 204926 h 361333"/>
                <a:gd name="connsiteX25" fmla="*/ 219814 w 361670"/>
                <a:gd name="connsiteY25" fmla="*/ 210033 h 361333"/>
                <a:gd name="connsiteX26" fmla="*/ 214702 w 361670"/>
                <a:gd name="connsiteY26" fmla="*/ 217694 h 361333"/>
                <a:gd name="connsiteX27" fmla="*/ 196171 w 361670"/>
                <a:gd name="connsiteY27" fmla="*/ 239399 h 361333"/>
                <a:gd name="connsiteX28" fmla="*/ 189781 w 361670"/>
                <a:gd name="connsiteY28" fmla="*/ 245783 h 361333"/>
                <a:gd name="connsiteX29" fmla="*/ 183391 w 361670"/>
                <a:gd name="connsiteY29" fmla="*/ 239399 h 361333"/>
                <a:gd name="connsiteX30" fmla="*/ 138022 w 361670"/>
                <a:gd name="connsiteY30" fmla="*/ 194073 h 361333"/>
                <a:gd name="connsiteX31" fmla="*/ 138022 w 361670"/>
                <a:gd name="connsiteY31" fmla="*/ 194073 h 361333"/>
                <a:gd name="connsiteX32" fmla="*/ 131633 w 361670"/>
                <a:gd name="connsiteY32" fmla="*/ 187689 h 361333"/>
                <a:gd name="connsiteX33" fmla="*/ 138022 w 361670"/>
                <a:gd name="connsiteY33" fmla="*/ 181305 h 361333"/>
                <a:gd name="connsiteX34" fmla="*/ 172528 w 361670"/>
                <a:gd name="connsiteY34" fmla="*/ 181305 h 361333"/>
                <a:gd name="connsiteX35" fmla="*/ 182752 w 361670"/>
                <a:gd name="connsiteY35" fmla="*/ 176198 h 361333"/>
                <a:gd name="connsiteX36" fmla="*/ 184669 w 361670"/>
                <a:gd name="connsiteY36" fmla="*/ 173006 h 361333"/>
                <a:gd name="connsiteX37" fmla="*/ 185947 w 361670"/>
                <a:gd name="connsiteY37" fmla="*/ 168537 h 361333"/>
                <a:gd name="connsiteX38" fmla="*/ 185947 w 361670"/>
                <a:gd name="connsiteY38" fmla="*/ 168537 h 361333"/>
                <a:gd name="connsiteX39" fmla="*/ 185947 w 361670"/>
                <a:gd name="connsiteY39" fmla="*/ 164707 h 361333"/>
                <a:gd name="connsiteX40" fmla="*/ 185308 w 361670"/>
                <a:gd name="connsiteY40" fmla="*/ 161515 h 361333"/>
                <a:gd name="connsiteX41" fmla="*/ 120770 w 361670"/>
                <a:gd name="connsiteY41" fmla="*/ 161515 h 361333"/>
                <a:gd name="connsiteX42" fmla="*/ 113102 w 361670"/>
                <a:gd name="connsiteY42" fmla="*/ 169176 h 361333"/>
                <a:gd name="connsiteX43" fmla="*/ 113102 w 361670"/>
                <a:gd name="connsiteY43" fmla="*/ 213863 h 361333"/>
                <a:gd name="connsiteX44" fmla="*/ 134828 w 361670"/>
                <a:gd name="connsiteY44" fmla="*/ 253444 h 361333"/>
                <a:gd name="connsiteX45" fmla="*/ 145051 w 361670"/>
                <a:gd name="connsiteY45" fmla="*/ 273234 h 361333"/>
                <a:gd name="connsiteX46" fmla="*/ 145051 w 361670"/>
                <a:gd name="connsiteY46" fmla="*/ 297493 h 361333"/>
                <a:gd name="connsiteX47" fmla="*/ 138661 w 361670"/>
                <a:gd name="connsiteY47" fmla="*/ 303877 h 361333"/>
                <a:gd name="connsiteX48" fmla="*/ 132271 w 361670"/>
                <a:gd name="connsiteY48" fmla="*/ 297493 h 361333"/>
                <a:gd name="connsiteX49" fmla="*/ 132271 w 361670"/>
                <a:gd name="connsiteY49" fmla="*/ 273234 h 361333"/>
                <a:gd name="connsiteX50" fmla="*/ 127160 w 361670"/>
                <a:gd name="connsiteY50" fmla="*/ 264297 h 361333"/>
                <a:gd name="connsiteX51" fmla="*/ 99683 w 361670"/>
                <a:gd name="connsiteY51" fmla="*/ 214502 h 361333"/>
                <a:gd name="connsiteX52" fmla="*/ 99683 w 361670"/>
                <a:gd name="connsiteY52" fmla="*/ 212587 h 361333"/>
                <a:gd name="connsiteX53" fmla="*/ 99683 w 361670"/>
                <a:gd name="connsiteY53" fmla="*/ 169176 h 361333"/>
                <a:gd name="connsiteX54" fmla="*/ 120131 w 361670"/>
                <a:gd name="connsiteY54" fmla="*/ 148747 h 361333"/>
                <a:gd name="connsiteX55" fmla="*/ 120770 w 361670"/>
                <a:gd name="connsiteY55" fmla="*/ 148747 h 361333"/>
                <a:gd name="connsiteX56" fmla="*/ 120770 w 361670"/>
                <a:gd name="connsiteY56" fmla="*/ 134702 h 361333"/>
                <a:gd name="connsiteX57" fmla="*/ 143135 w 361670"/>
                <a:gd name="connsiteY57" fmla="*/ 112358 h 361333"/>
                <a:gd name="connsiteX58" fmla="*/ 155276 w 361670"/>
                <a:gd name="connsiteY58" fmla="*/ 116188 h 361333"/>
                <a:gd name="connsiteX59" fmla="*/ 175084 w 361670"/>
                <a:gd name="connsiteY59" fmla="*/ 104059 h 361333"/>
                <a:gd name="connsiteX60" fmla="*/ 191059 w 361670"/>
                <a:gd name="connsiteY60" fmla="*/ 110443 h 361333"/>
                <a:gd name="connsiteX61" fmla="*/ 194893 w 361670"/>
                <a:gd name="connsiteY61" fmla="*/ 115550 h 361333"/>
                <a:gd name="connsiteX62" fmla="*/ 207673 w 361670"/>
                <a:gd name="connsiteY62" fmla="*/ 111720 h 361333"/>
                <a:gd name="connsiteX63" fmla="*/ 217258 w 361670"/>
                <a:gd name="connsiteY63" fmla="*/ 114273 h 361333"/>
                <a:gd name="connsiteX64" fmla="*/ 217258 w 361670"/>
                <a:gd name="connsiteY64" fmla="*/ 77884 h 361333"/>
                <a:gd name="connsiteX65" fmla="*/ 239623 w 361670"/>
                <a:gd name="connsiteY65" fmla="*/ 55540 h 361333"/>
                <a:gd name="connsiteX66" fmla="*/ 255597 w 361670"/>
                <a:gd name="connsiteY66" fmla="*/ 61924 h 361333"/>
                <a:gd name="connsiteX67" fmla="*/ 261987 w 361670"/>
                <a:gd name="connsiteY67" fmla="*/ 77884 h 361333"/>
                <a:gd name="connsiteX68" fmla="*/ 261987 w 361670"/>
                <a:gd name="connsiteY68" fmla="*/ 14874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61670" h="361333">
                  <a:moveTo>
                    <a:pt x="180836" y="0"/>
                  </a:moveTo>
                  <a:cubicBezTo>
                    <a:pt x="80513" y="0"/>
                    <a:pt x="0" y="81076"/>
                    <a:pt x="0" y="180667"/>
                  </a:cubicBezTo>
                  <a:cubicBezTo>
                    <a:pt x="0" y="280257"/>
                    <a:pt x="81152" y="361333"/>
                    <a:pt x="180836" y="361333"/>
                  </a:cubicBezTo>
                  <a:cubicBezTo>
                    <a:pt x="281157" y="361333"/>
                    <a:pt x="361670" y="280257"/>
                    <a:pt x="361670" y="180667"/>
                  </a:cubicBezTo>
                  <a:cubicBezTo>
                    <a:pt x="361670" y="81076"/>
                    <a:pt x="281157" y="0"/>
                    <a:pt x="180836" y="0"/>
                  </a:cubicBezTo>
                  <a:close/>
                  <a:moveTo>
                    <a:pt x="261987" y="148747"/>
                  </a:moveTo>
                  <a:lnTo>
                    <a:pt x="261987" y="169814"/>
                  </a:lnTo>
                  <a:lnTo>
                    <a:pt x="261987" y="221524"/>
                  </a:lnTo>
                  <a:cubicBezTo>
                    <a:pt x="261987" y="237484"/>
                    <a:pt x="255597" y="252806"/>
                    <a:pt x="244735" y="264935"/>
                  </a:cubicBezTo>
                  <a:cubicBezTo>
                    <a:pt x="242818" y="266850"/>
                    <a:pt x="241540" y="269404"/>
                    <a:pt x="241540" y="272596"/>
                  </a:cubicBezTo>
                  <a:lnTo>
                    <a:pt x="241540" y="299409"/>
                  </a:lnTo>
                  <a:cubicBezTo>
                    <a:pt x="241540" y="303239"/>
                    <a:pt x="238984" y="305793"/>
                    <a:pt x="235150" y="305793"/>
                  </a:cubicBezTo>
                  <a:cubicBezTo>
                    <a:pt x="231315" y="305793"/>
                    <a:pt x="228760" y="303239"/>
                    <a:pt x="228760" y="299409"/>
                  </a:cubicBezTo>
                  <a:lnTo>
                    <a:pt x="228760" y="271958"/>
                  </a:lnTo>
                  <a:cubicBezTo>
                    <a:pt x="228760" y="265574"/>
                    <a:pt x="231315" y="259828"/>
                    <a:pt x="235150" y="255359"/>
                  </a:cubicBezTo>
                  <a:cubicBezTo>
                    <a:pt x="244095" y="245783"/>
                    <a:pt x="249208" y="233654"/>
                    <a:pt x="249208" y="220886"/>
                  </a:cubicBezTo>
                  <a:lnTo>
                    <a:pt x="249208" y="189604"/>
                  </a:lnTo>
                  <a:cubicBezTo>
                    <a:pt x="246013" y="190881"/>
                    <a:pt x="242818" y="192158"/>
                    <a:pt x="239623" y="192158"/>
                  </a:cubicBezTo>
                  <a:cubicBezTo>
                    <a:pt x="233233" y="192158"/>
                    <a:pt x="227482" y="189604"/>
                    <a:pt x="223648" y="185135"/>
                  </a:cubicBezTo>
                  <a:cubicBezTo>
                    <a:pt x="223648" y="185135"/>
                    <a:pt x="223648" y="185135"/>
                    <a:pt x="223648" y="185135"/>
                  </a:cubicBezTo>
                  <a:cubicBezTo>
                    <a:pt x="219175" y="189604"/>
                    <a:pt x="214063" y="191519"/>
                    <a:pt x="207673" y="191519"/>
                  </a:cubicBezTo>
                  <a:cubicBezTo>
                    <a:pt x="201283" y="191519"/>
                    <a:pt x="196171" y="188966"/>
                    <a:pt x="191698" y="185135"/>
                  </a:cubicBezTo>
                  <a:cubicBezTo>
                    <a:pt x="187225" y="190243"/>
                    <a:pt x="180836" y="194073"/>
                    <a:pt x="173806" y="194073"/>
                  </a:cubicBezTo>
                  <a:cubicBezTo>
                    <a:pt x="181474" y="200457"/>
                    <a:pt x="187864" y="208118"/>
                    <a:pt x="191698" y="217055"/>
                  </a:cubicBezTo>
                  <a:cubicBezTo>
                    <a:pt x="196810" y="211310"/>
                    <a:pt x="203839" y="206841"/>
                    <a:pt x="212146" y="204926"/>
                  </a:cubicBezTo>
                  <a:cubicBezTo>
                    <a:pt x="215341" y="204287"/>
                    <a:pt x="219175" y="206841"/>
                    <a:pt x="219814" y="210033"/>
                  </a:cubicBezTo>
                  <a:cubicBezTo>
                    <a:pt x="220453" y="213225"/>
                    <a:pt x="217897" y="217055"/>
                    <a:pt x="214702" y="217694"/>
                  </a:cubicBezTo>
                  <a:cubicBezTo>
                    <a:pt x="203839" y="219609"/>
                    <a:pt x="196171" y="228546"/>
                    <a:pt x="196171" y="239399"/>
                  </a:cubicBezTo>
                  <a:cubicBezTo>
                    <a:pt x="196171" y="243230"/>
                    <a:pt x="193615" y="245783"/>
                    <a:pt x="189781" y="245783"/>
                  </a:cubicBezTo>
                  <a:cubicBezTo>
                    <a:pt x="185947" y="245783"/>
                    <a:pt x="183391" y="243230"/>
                    <a:pt x="183391" y="239399"/>
                  </a:cubicBezTo>
                  <a:cubicBezTo>
                    <a:pt x="183391" y="214502"/>
                    <a:pt x="162943" y="194073"/>
                    <a:pt x="138022" y="194073"/>
                  </a:cubicBezTo>
                  <a:lnTo>
                    <a:pt x="138022" y="194073"/>
                  </a:lnTo>
                  <a:cubicBezTo>
                    <a:pt x="134189" y="194073"/>
                    <a:pt x="131633" y="191519"/>
                    <a:pt x="131633" y="187689"/>
                  </a:cubicBezTo>
                  <a:cubicBezTo>
                    <a:pt x="131633" y="183859"/>
                    <a:pt x="134189" y="181305"/>
                    <a:pt x="138022" y="181305"/>
                  </a:cubicBezTo>
                  <a:lnTo>
                    <a:pt x="172528" y="181305"/>
                  </a:lnTo>
                  <a:cubicBezTo>
                    <a:pt x="177001" y="181305"/>
                    <a:pt x="180196" y="179390"/>
                    <a:pt x="182752" y="176198"/>
                  </a:cubicBezTo>
                  <a:cubicBezTo>
                    <a:pt x="183391" y="175560"/>
                    <a:pt x="184031" y="174283"/>
                    <a:pt x="184669" y="173006"/>
                  </a:cubicBezTo>
                  <a:cubicBezTo>
                    <a:pt x="185308" y="171729"/>
                    <a:pt x="185947" y="169814"/>
                    <a:pt x="185947" y="168537"/>
                  </a:cubicBezTo>
                  <a:cubicBezTo>
                    <a:pt x="185947" y="168537"/>
                    <a:pt x="185947" y="168537"/>
                    <a:pt x="185947" y="168537"/>
                  </a:cubicBezTo>
                  <a:lnTo>
                    <a:pt x="185947" y="164707"/>
                  </a:lnTo>
                  <a:cubicBezTo>
                    <a:pt x="185947" y="163430"/>
                    <a:pt x="185947" y="162792"/>
                    <a:pt x="185308" y="161515"/>
                  </a:cubicBezTo>
                  <a:lnTo>
                    <a:pt x="120770" y="161515"/>
                  </a:lnTo>
                  <a:cubicBezTo>
                    <a:pt x="116297" y="161515"/>
                    <a:pt x="113102" y="164707"/>
                    <a:pt x="113102" y="169176"/>
                  </a:cubicBezTo>
                  <a:lnTo>
                    <a:pt x="113102" y="213863"/>
                  </a:lnTo>
                  <a:cubicBezTo>
                    <a:pt x="113741" y="229823"/>
                    <a:pt x="121409" y="244506"/>
                    <a:pt x="134828" y="253444"/>
                  </a:cubicBezTo>
                  <a:cubicBezTo>
                    <a:pt x="141217" y="257913"/>
                    <a:pt x="145051" y="264935"/>
                    <a:pt x="145051" y="273234"/>
                  </a:cubicBezTo>
                  <a:lnTo>
                    <a:pt x="145051" y="297493"/>
                  </a:lnTo>
                  <a:cubicBezTo>
                    <a:pt x="145051" y="301324"/>
                    <a:pt x="142496" y="303877"/>
                    <a:pt x="138661" y="303877"/>
                  </a:cubicBezTo>
                  <a:cubicBezTo>
                    <a:pt x="134828" y="303877"/>
                    <a:pt x="132271" y="301324"/>
                    <a:pt x="132271" y="297493"/>
                  </a:cubicBezTo>
                  <a:lnTo>
                    <a:pt x="132271" y="273234"/>
                  </a:lnTo>
                  <a:cubicBezTo>
                    <a:pt x="132271" y="269404"/>
                    <a:pt x="130355" y="266212"/>
                    <a:pt x="127160" y="264297"/>
                  </a:cubicBezTo>
                  <a:cubicBezTo>
                    <a:pt x="110546" y="252806"/>
                    <a:pt x="100322" y="234292"/>
                    <a:pt x="99683" y="214502"/>
                  </a:cubicBezTo>
                  <a:cubicBezTo>
                    <a:pt x="99683" y="213863"/>
                    <a:pt x="99683" y="213225"/>
                    <a:pt x="99683" y="212587"/>
                  </a:cubicBezTo>
                  <a:lnTo>
                    <a:pt x="99683" y="169176"/>
                  </a:lnTo>
                  <a:cubicBezTo>
                    <a:pt x="99683" y="157684"/>
                    <a:pt x="108629" y="148747"/>
                    <a:pt x="120131" y="148747"/>
                  </a:cubicBezTo>
                  <a:lnTo>
                    <a:pt x="120770" y="148747"/>
                  </a:lnTo>
                  <a:lnTo>
                    <a:pt x="120770" y="134702"/>
                  </a:lnTo>
                  <a:cubicBezTo>
                    <a:pt x="120770" y="122572"/>
                    <a:pt x="130994" y="112358"/>
                    <a:pt x="143135" y="112358"/>
                  </a:cubicBezTo>
                  <a:cubicBezTo>
                    <a:pt x="147607" y="112358"/>
                    <a:pt x="152081" y="113635"/>
                    <a:pt x="155276" y="116188"/>
                  </a:cubicBezTo>
                  <a:cubicBezTo>
                    <a:pt x="159110" y="109166"/>
                    <a:pt x="166777" y="104059"/>
                    <a:pt x="175084" y="104059"/>
                  </a:cubicBezTo>
                  <a:cubicBezTo>
                    <a:pt x="180836" y="104059"/>
                    <a:pt x="186586" y="106612"/>
                    <a:pt x="191059" y="110443"/>
                  </a:cubicBezTo>
                  <a:cubicBezTo>
                    <a:pt x="192337" y="111720"/>
                    <a:pt x="193615" y="113635"/>
                    <a:pt x="194893" y="115550"/>
                  </a:cubicBezTo>
                  <a:cubicBezTo>
                    <a:pt x="198727" y="112996"/>
                    <a:pt x="202561" y="111720"/>
                    <a:pt x="207673" y="111720"/>
                  </a:cubicBezTo>
                  <a:cubicBezTo>
                    <a:pt x="210868" y="111720"/>
                    <a:pt x="214063" y="112358"/>
                    <a:pt x="217258" y="114273"/>
                  </a:cubicBezTo>
                  <a:lnTo>
                    <a:pt x="217258" y="77884"/>
                  </a:lnTo>
                  <a:cubicBezTo>
                    <a:pt x="217258" y="65755"/>
                    <a:pt x="227482" y="55540"/>
                    <a:pt x="239623" y="55540"/>
                  </a:cubicBezTo>
                  <a:cubicBezTo>
                    <a:pt x="245374" y="55540"/>
                    <a:pt x="251125" y="58094"/>
                    <a:pt x="255597" y="61924"/>
                  </a:cubicBezTo>
                  <a:cubicBezTo>
                    <a:pt x="260070" y="66393"/>
                    <a:pt x="261987" y="71500"/>
                    <a:pt x="261987" y="77884"/>
                  </a:cubicBezTo>
                  <a:lnTo>
                    <a:pt x="261987" y="148747"/>
                  </a:lnTo>
                  <a:close/>
                </a:path>
              </a:pathLst>
            </a:custGeom>
            <a:solidFill>
              <a:srgbClr val="0076A8"/>
            </a:solidFill>
            <a:ln w="6390" cap="flat">
              <a:noFill/>
              <a:prstDash val="solid"/>
              <a:miter/>
            </a:ln>
          </p:spPr>
          <p:txBody>
            <a:bodyPr rtlCol="0" anchor="ctr"/>
            <a:lstStyle/>
            <a:p>
              <a:endParaRPr lang="en-US"/>
            </a:p>
          </p:txBody>
        </p:sp>
      </p:grpSp>
      <p:grpSp>
        <p:nvGrpSpPr>
          <p:cNvPr id="293" name="Graphic 4">
            <a:extLst>
              <a:ext uri="{FF2B5EF4-FFF2-40B4-BE49-F238E27FC236}">
                <a16:creationId xmlns:a16="http://schemas.microsoft.com/office/drawing/2014/main" id="{C29FC848-7492-864B-9B23-717B755ADFEC}"/>
              </a:ext>
            </a:extLst>
          </p:cNvPr>
          <p:cNvGrpSpPr>
            <a:grpSpLocks noChangeAspect="1"/>
          </p:cNvGrpSpPr>
          <p:nvPr/>
        </p:nvGrpSpPr>
        <p:grpSpPr>
          <a:xfrm>
            <a:off x="6147119" y="4308712"/>
            <a:ext cx="361670" cy="361333"/>
            <a:chOff x="6147119" y="4308712"/>
            <a:chExt cx="361670" cy="361333"/>
          </a:xfrm>
          <a:solidFill>
            <a:srgbClr val="0076A8"/>
          </a:solidFill>
        </p:grpSpPr>
        <p:sp>
          <p:nvSpPr>
            <p:cNvPr id="294" name="Graphic 4">
              <a:extLst>
                <a:ext uri="{FF2B5EF4-FFF2-40B4-BE49-F238E27FC236}">
                  <a16:creationId xmlns:a16="http://schemas.microsoft.com/office/drawing/2014/main" id="{F68AD067-EEEC-4F40-94C5-70F3B7E8C339}"/>
                </a:ext>
              </a:extLst>
            </p:cNvPr>
            <p:cNvSpPr/>
            <p:nvPr/>
          </p:nvSpPr>
          <p:spPr>
            <a:xfrm>
              <a:off x="6356070" y="4506615"/>
              <a:ext cx="48563" cy="16598"/>
            </a:xfrm>
            <a:custGeom>
              <a:avLst/>
              <a:gdLst>
                <a:gd name="connsiteX0" fmla="*/ 7029 w 48563"/>
                <a:gd name="connsiteY0" fmla="*/ 16599 h 16598"/>
                <a:gd name="connsiteX1" fmla="*/ 35783 w 48563"/>
                <a:gd name="connsiteY1" fmla="*/ 16599 h 16598"/>
                <a:gd name="connsiteX2" fmla="*/ 36423 w 48563"/>
                <a:gd name="connsiteY2" fmla="*/ 16599 h 16598"/>
                <a:gd name="connsiteX3" fmla="*/ 40257 w 48563"/>
                <a:gd name="connsiteY3" fmla="*/ 16599 h 16598"/>
                <a:gd name="connsiteX4" fmla="*/ 46008 w 48563"/>
                <a:gd name="connsiteY4" fmla="*/ 14045 h 16598"/>
                <a:gd name="connsiteX5" fmla="*/ 48563 w 48563"/>
                <a:gd name="connsiteY5" fmla="*/ 8299 h 16598"/>
                <a:gd name="connsiteX6" fmla="*/ 40895 w 48563"/>
                <a:gd name="connsiteY6" fmla="*/ 0 h 16598"/>
                <a:gd name="connsiteX7" fmla="*/ 34505 w 48563"/>
                <a:gd name="connsiteY7" fmla="*/ 0 h 16598"/>
                <a:gd name="connsiteX8" fmla="*/ 33867 w 48563"/>
                <a:gd name="connsiteY8" fmla="*/ 0 h 16598"/>
                <a:gd name="connsiteX9" fmla="*/ 12141 w 48563"/>
                <a:gd name="connsiteY9" fmla="*/ 0 h 16598"/>
                <a:gd name="connsiteX10" fmla="*/ 11502 w 48563"/>
                <a:gd name="connsiteY10" fmla="*/ 0 h 16598"/>
                <a:gd name="connsiteX11" fmla="*/ 8307 w 48563"/>
                <a:gd name="connsiteY11" fmla="*/ 0 h 16598"/>
                <a:gd name="connsiteX12" fmla="*/ 0 w 48563"/>
                <a:gd name="connsiteY12" fmla="*/ 8299 h 16598"/>
                <a:gd name="connsiteX13" fmla="*/ 2556 w 48563"/>
                <a:gd name="connsiteY13" fmla="*/ 14045 h 16598"/>
                <a:gd name="connsiteX14" fmla="*/ 7029 w 48563"/>
                <a:gd name="connsiteY14" fmla="*/ 16599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8563" h="16598">
                  <a:moveTo>
                    <a:pt x="7029" y="16599"/>
                  </a:moveTo>
                  <a:lnTo>
                    <a:pt x="35783" y="16599"/>
                  </a:lnTo>
                  <a:cubicBezTo>
                    <a:pt x="35783" y="16599"/>
                    <a:pt x="35783" y="16599"/>
                    <a:pt x="36423" y="16599"/>
                  </a:cubicBezTo>
                  <a:lnTo>
                    <a:pt x="40257" y="16599"/>
                  </a:lnTo>
                  <a:cubicBezTo>
                    <a:pt x="42173" y="16599"/>
                    <a:pt x="44730" y="15960"/>
                    <a:pt x="46008" y="14045"/>
                  </a:cubicBezTo>
                  <a:cubicBezTo>
                    <a:pt x="47285" y="12768"/>
                    <a:pt x="48563" y="10215"/>
                    <a:pt x="48563" y="8299"/>
                  </a:cubicBezTo>
                  <a:cubicBezTo>
                    <a:pt x="48563" y="3831"/>
                    <a:pt x="45368" y="639"/>
                    <a:pt x="40895" y="0"/>
                  </a:cubicBezTo>
                  <a:lnTo>
                    <a:pt x="34505" y="0"/>
                  </a:lnTo>
                  <a:cubicBezTo>
                    <a:pt x="34505" y="0"/>
                    <a:pt x="33867" y="0"/>
                    <a:pt x="33867" y="0"/>
                  </a:cubicBezTo>
                  <a:lnTo>
                    <a:pt x="12141" y="0"/>
                  </a:lnTo>
                  <a:cubicBezTo>
                    <a:pt x="12141" y="0"/>
                    <a:pt x="11502" y="0"/>
                    <a:pt x="11502" y="0"/>
                  </a:cubicBezTo>
                  <a:lnTo>
                    <a:pt x="8307" y="0"/>
                  </a:lnTo>
                  <a:cubicBezTo>
                    <a:pt x="3834" y="0"/>
                    <a:pt x="0" y="3831"/>
                    <a:pt x="0" y="8299"/>
                  </a:cubicBezTo>
                  <a:cubicBezTo>
                    <a:pt x="0" y="10215"/>
                    <a:pt x="639" y="12768"/>
                    <a:pt x="2556" y="14045"/>
                  </a:cubicBezTo>
                  <a:cubicBezTo>
                    <a:pt x="3195" y="15960"/>
                    <a:pt x="5112" y="16599"/>
                    <a:pt x="7029" y="16599"/>
                  </a:cubicBezTo>
                  <a:close/>
                </a:path>
              </a:pathLst>
            </a:custGeom>
            <a:solidFill>
              <a:srgbClr val="0076A8"/>
            </a:solidFill>
            <a:ln w="6390" cap="flat">
              <a:noFill/>
              <a:prstDash val="solid"/>
              <a:miter/>
            </a:ln>
          </p:spPr>
          <p:txBody>
            <a:bodyPr rtlCol="0" anchor="ctr"/>
            <a:lstStyle/>
            <a:p>
              <a:endParaRPr lang="en-US"/>
            </a:p>
          </p:txBody>
        </p:sp>
        <p:sp>
          <p:nvSpPr>
            <p:cNvPr id="295" name="Graphic 4">
              <a:extLst>
                <a:ext uri="{FF2B5EF4-FFF2-40B4-BE49-F238E27FC236}">
                  <a16:creationId xmlns:a16="http://schemas.microsoft.com/office/drawing/2014/main" id="{392FD253-9D4F-5B4D-BC10-992365DAB777}"/>
                </a:ext>
              </a:extLst>
            </p:cNvPr>
            <p:cNvSpPr/>
            <p:nvPr/>
          </p:nvSpPr>
          <p:spPr>
            <a:xfrm>
              <a:off x="6352236" y="4535982"/>
              <a:ext cx="47924" cy="16598"/>
            </a:xfrm>
            <a:custGeom>
              <a:avLst/>
              <a:gdLst>
                <a:gd name="connsiteX0" fmla="*/ 40257 w 47924"/>
                <a:gd name="connsiteY0" fmla="*/ 0 h 16598"/>
                <a:gd name="connsiteX1" fmla="*/ 10863 w 47924"/>
                <a:gd name="connsiteY1" fmla="*/ 0 h 16598"/>
                <a:gd name="connsiteX2" fmla="*/ 10863 w 47924"/>
                <a:gd name="connsiteY2" fmla="*/ 0 h 16598"/>
                <a:gd name="connsiteX3" fmla="*/ 8307 w 47924"/>
                <a:gd name="connsiteY3" fmla="*/ 0 h 16598"/>
                <a:gd name="connsiteX4" fmla="*/ 2556 w 47924"/>
                <a:gd name="connsiteY4" fmla="*/ 2553 h 16598"/>
                <a:gd name="connsiteX5" fmla="*/ 0 w 47924"/>
                <a:gd name="connsiteY5" fmla="*/ 8299 h 16598"/>
                <a:gd name="connsiteX6" fmla="*/ 8307 w 47924"/>
                <a:gd name="connsiteY6" fmla="*/ 16598 h 16598"/>
                <a:gd name="connsiteX7" fmla="*/ 8946 w 47924"/>
                <a:gd name="connsiteY7" fmla="*/ 16598 h 16598"/>
                <a:gd name="connsiteX8" fmla="*/ 8946 w 47924"/>
                <a:gd name="connsiteY8" fmla="*/ 16598 h 16598"/>
                <a:gd name="connsiteX9" fmla="*/ 15336 w 47924"/>
                <a:gd name="connsiteY9" fmla="*/ 16598 h 16598"/>
                <a:gd name="connsiteX10" fmla="*/ 15336 w 47924"/>
                <a:gd name="connsiteY10" fmla="*/ 16598 h 16598"/>
                <a:gd name="connsiteX11" fmla="*/ 31311 w 47924"/>
                <a:gd name="connsiteY11" fmla="*/ 16598 h 16598"/>
                <a:gd name="connsiteX12" fmla="*/ 31311 w 47924"/>
                <a:gd name="connsiteY12" fmla="*/ 16598 h 16598"/>
                <a:gd name="connsiteX13" fmla="*/ 39618 w 47924"/>
                <a:gd name="connsiteY13" fmla="*/ 16598 h 16598"/>
                <a:gd name="connsiteX14" fmla="*/ 45369 w 47924"/>
                <a:gd name="connsiteY14" fmla="*/ 14044 h 16598"/>
                <a:gd name="connsiteX15" fmla="*/ 47925 w 47924"/>
                <a:gd name="connsiteY15" fmla="*/ 8299 h 16598"/>
                <a:gd name="connsiteX16" fmla="*/ 40257 w 47924"/>
                <a:gd name="connsiteY16" fmla="*/ 0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7924" h="16598">
                  <a:moveTo>
                    <a:pt x="40257" y="0"/>
                  </a:moveTo>
                  <a:lnTo>
                    <a:pt x="10863" y="0"/>
                  </a:lnTo>
                  <a:cubicBezTo>
                    <a:pt x="10863" y="0"/>
                    <a:pt x="10863" y="0"/>
                    <a:pt x="10863" y="0"/>
                  </a:cubicBezTo>
                  <a:lnTo>
                    <a:pt x="8307" y="0"/>
                  </a:lnTo>
                  <a:cubicBezTo>
                    <a:pt x="6390" y="0"/>
                    <a:pt x="3834" y="638"/>
                    <a:pt x="2556" y="2553"/>
                  </a:cubicBezTo>
                  <a:cubicBezTo>
                    <a:pt x="1278" y="3830"/>
                    <a:pt x="0" y="6384"/>
                    <a:pt x="0" y="8299"/>
                  </a:cubicBezTo>
                  <a:cubicBezTo>
                    <a:pt x="0" y="12768"/>
                    <a:pt x="3834" y="16598"/>
                    <a:pt x="8307" y="16598"/>
                  </a:cubicBezTo>
                  <a:lnTo>
                    <a:pt x="8946" y="16598"/>
                  </a:lnTo>
                  <a:cubicBezTo>
                    <a:pt x="8946" y="16598"/>
                    <a:pt x="8946" y="16598"/>
                    <a:pt x="8946" y="16598"/>
                  </a:cubicBezTo>
                  <a:lnTo>
                    <a:pt x="15336" y="16598"/>
                  </a:lnTo>
                  <a:cubicBezTo>
                    <a:pt x="15336" y="16598"/>
                    <a:pt x="15336" y="16598"/>
                    <a:pt x="15336" y="16598"/>
                  </a:cubicBezTo>
                  <a:lnTo>
                    <a:pt x="31311" y="16598"/>
                  </a:lnTo>
                  <a:cubicBezTo>
                    <a:pt x="31311" y="16598"/>
                    <a:pt x="31311" y="16598"/>
                    <a:pt x="31311" y="16598"/>
                  </a:cubicBezTo>
                  <a:lnTo>
                    <a:pt x="39618" y="16598"/>
                  </a:lnTo>
                  <a:cubicBezTo>
                    <a:pt x="41535" y="16598"/>
                    <a:pt x="44091" y="15960"/>
                    <a:pt x="45369" y="14044"/>
                  </a:cubicBezTo>
                  <a:cubicBezTo>
                    <a:pt x="46647" y="12768"/>
                    <a:pt x="47925" y="10214"/>
                    <a:pt x="47925" y="8299"/>
                  </a:cubicBezTo>
                  <a:cubicBezTo>
                    <a:pt x="47925" y="3830"/>
                    <a:pt x="44730" y="638"/>
                    <a:pt x="40257" y="0"/>
                  </a:cubicBezTo>
                  <a:close/>
                </a:path>
              </a:pathLst>
            </a:custGeom>
            <a:solidFill>
              <a:srgbClr val="0076A8"/>
            </a:solidFill>
            <a:ln w="6390" cap="flat">
              <a:noFill/>
              <a:prstDash val="solid"/>
              <a:miter/>
            </a:ln>
          </p:spPr>
          <p:txBody>
            <a:bodyPr rtlCol="0" anchor="ctr"/>
            <a:lstStyle/>
            <a:p>
              <a:endParaRPr lang="en-US"/>
            </a:p>
          </p:txBody>
        </p:sp>
        <p:sp>
          <p:nvSpPr>
            <p:cNvPr id="296" name="Graphic 4">
              <a:extLst>
                <a:ext uri="{FF2B5EF4-FFF2-40B4-BE49-F238E27FC236}">
                  <a16:creationId xmlns:a16="http://schemas.microsoft.com/office/drawing/2014/main" id="{53F49F42-5300-5440-B44D-1E2D09EA5E10}"/>
                </a:ext>
              </a:extLst>
            </p:cNvPr>
            <p:cNvSpPr/>
            <p:nvPr/>
          </p:nvSpPr>
          <p:spPr>
            <a:xfrm>
              <a:off x="6359265" y="4477887"/>
              <a:ext cx="38978" cy="16598"/>
            </a:xfrm>
            <a:custGeom>
              <a:avLst/>
              <a:gdLst>
                <a:gd name="connsiteX0" fmla="*/ 0 w 38978"/>
                <a:gd name="connsiteY0" fmla="*/ 8299 h 16598"/>
                <a:gd name="connsiteX1" fmla="*/ 2556 w 38978"/>
                <a:gd name="connsiteY1" fmla="*/ 14045 h 16598"/>
                <a:gd name="connsiteX2" fmla="*/ 7668 w 38978"/>
                <a:gd name="connsiteY2" fmla="*/ 16599 h 16598"/>
                <a:gd name="connsiteX3" fmla="*/ 30672 w 38978"/>
                <a:gd name="connsiteY3" fmla="*/ 16599 h 16598"/>
                <a:gd name="connsiteX4" fmla="*/ 36423 w 38978"/>
                <a:gd name="connsiteY4" fmla="*/ 14045 h 16598"/>
                <a:gd name="connsiteX5" fmla="*/ 38978 w 38978"/>
                <a:gd name="connsiteY5" fmla="*/ 8299 h 16598"/>
                <a:gd name="connsiteX6" fmla="*/ 30672 w 38978"/>
                <a:gd name="connsiteY6" fmla="*/ 0 h 16598"/>
                <a:gd name="connsiteX7" fmla="*/ 8946 w 38978"/>
                <a:gd name="connsiteY7" fmla="*/ 0 h 16598"/>
                <a:gd name="connsiteX8" fmla="*/ 0 w 38978"/>
                <a:gd name="connsiteY8" fmla="*/ 8299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78" h="16598">
                  <a:moveTo>
                    <a:pt x="0" y="8299"/>
                  </a:moveTo>
                  <a:cubicBezTo>
                    <a:pt x="0" y="10215"/>
                    <a:pt x="639" y="12768"/>
                    <a:pt x="2556" y="14045"/>
                  </a:cubicBezTo>
                  <a:cubicBezTo>
                    <a:pt x="3834" y="15322"/>
                    <a:pt x="5751" y="15960"/>
                    <a:pt x="7668" y="16599"/>
                  </a:cubicBezTo>
                  <a:lnTo>
                    <a:pt x="30672" y="16599"/>
                  </a:lnTo>
                  <a:cubicBezTo>
                    <a:pt x="33228" y="16599"/>
                    <a:pt x="35145" y="15322"/>
                    <a:pt x="36423" y="14045"/>
                  </a:cubicBezTo>
                  <a:cubicBezTo>
                    <a:pt x="37700" y="12768"/>
                    <a:pt x="38978" y="10215"/>
                    <a:pt x="38978" y="8299"/>
                  </a:cubicBezTo>
                  <a:cubicBezTo>
                    <a:pt x="38978" y="3831"/>
                    <a:pt x="35145" y="0"/>
                    <a:pt x="30672" y="0"/>
                  </a:cubicBezTo>
                  <a:lnTo>
                    <a:pt x="8946" y="0"/>
                  </a:lnTo>
                  <a:cubicBezTo>
                    <a:pt x="3834" y="0"/>
                    <a:pt x="0" y="3831"/>
                    <a:pt x="0" y="8299"/>
                  </a:cubicBezTo>
                  <a:close/>
                </a:path>
              </a:pathLst>
            </a:custGeom>
            <a:solidFill>
              <a:srgbClr val="0076A8"/>
            </a:solidFill>
            <a:ln w="6390" cap="flat">
              <a:noFill/>
              <a:prstDash val="solid"/>
              <a:miter/>
            </a:ln>
          </p:spPr>
          <p:txBody>
            <a:bodyPr rtlCol="0" anchor="ctr"/>
            <a:lstStyle/>
            <a:p>
              <a:endParaRPr lang="en-US"/>
            </a:p>
          </p:txBody>
        </p:sp>
        <p:sp>
          <p:nvSpPr>
            <p:cNvPr id="297" name="Graphic 4">
              <a:extLst>
                <a:ext uri="{FF2B5EF4-FFF2-40B4-BE49-F238E27FC236}">
                  <a16:creationId xmlns:a16="http://schemas.microsoft.com/office/drawing/2014/main" id="{4042F7B0-CFE5-D34A-A847-A339E66B0E2C}"/>
                </a:ext>
              </a:extLst>
            </p:cNvPr>
            <p:cNvSpPr/>
            <p:nvPr/>
          </p:nvSpPr>
          <p:spPr>
            <a:xfrm>
              <a:off x="6147119"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265821 w 361670"/>
                <a:gd name="connsiteY5" fmla="*/ 235569 h 361333"/>
                <a:gd name="connsiteX6" fmla="*/ 259431 w 361670"/>
                <a:gd name="connsiteY6" fmla="*/ 250252 h 361333"/>
                <a:gd name="connsiteX7" fmla="*/ 254319 w 361670"/>
                <a:gd name="connsiteY7" fmla="*/ 254082 h 361333"/>
                <a:gd name="connsiteX8" fmla="*/ 257514 w 361670"/>
                <a:gd name="connsiteY8" fmla="*/ 264935 h 361333"/>
                <a:gd name="connsiteX9" fmla="*/ 251124 w 361670"/>
                <a:gd name="connsiteY9" fmla="*/ 279618 h 361333"/>
                <a:gd name="connsiteX10" fmla="*/ 236428 w 361670"/>
                <a:gd name="connsiteY10" fmla="*/ 286002 h 361333"/>
                <a:gd name="connsiteX11" fmla="*/ 220453 w 361670"/>
                <a:gd name="connsiteY11" fmla="*/ 286002 h 361333"/>
                <a:gd name="connsiteX12" fmla="*/ 213424 w 361670"/>
                <a:gd name="connsiteY12" fmla="*/ 286002 h 361333"/>
                <a:gd name="connsiteX13" fmla="*/ 168055 w 361670"/>
                <a:gd name="connsiteY13" fmla="*/ 286002 h 361333"/>
                <a:gd name="connsiteX14" fmla="*/ 128438 w 361670"/>
                <a:gd name="connsiteY14" fmla="*/ 270042 h 361333"/>
                <a:gd name="connsiteX15" fmla="*/ 122048 w 361670"/>
                <a:gd name="connsiteY15" fmla="*/ 267489 h 361333"/>
                <a:gd name="connsiteX16" fmla="*/ 97766 w 361670"/>
                <a:gd name="connsiteY16" fmla="*/ 267489 h 361333"/>
                <a:gd name="connsiteX17" fmla="*/ 91376 w 361670"/>
                <a:gd name="connsiteY17" fmla="*/ 261105 h 361333"/>
                <a:gd name="connsiteX18" fmla="*/ 97766 w 361670"/>
                <a:gd name="connsiteY18" fmla="*/ 254721 h 361333"/>
                <a:gd name="connsiteX19" fmla="*/ 122048 w 361670"/>
                <a:gd name="connsiteY19" fmla="*/ 254721 h 361333"/>
                <a:gd name="connsiteX20" fmla="*/ 137384 w 361670"/>
                <a:gd name="connsiteY20" fmla="*/ 261105 h 361333"/>
                <a:gd name="connsiteX21" fmla="*/ 168055 w 361670"/>
                <a:gd name="connsiteY21" fmla="*/ 273234 h 361333"/>
                <a:gd name="connsiteX22" fmla="*/ 194893 w 361670"/>
                <a:gd name="connsiteY22" fmla="*/ 273234 h 361333"/>
                <a:gd name="connsiteX23" fmla="*/ 192976 w 361670"/>
                <a:gd name="connsiteY23" fmla="*/ 264935 h 361333"/>
                <a:gd name="connsiteX24" fmla="*/ 198727 w 361670"/>
                <a:gd name="connsiteY24" fmla="*/ 250890 h 361333"/>
                <a:gd name="connsiteX25" fmla="*/ 192337 w 361670"/>
                <a:gd name="connsiteY25" fmla="*/ 236207 h 361333"/>
                <a:gd name="connsiteX26" fmla="*/ 198727 w 361670"/>
                <a:gd name="connsiteY26" fmla="*/ 221524 h 361333"/>
                <a:gd name="connsiteX27" fmla="*/ 200005 w 361670"/>
                <a:gd name="connsiteY27" fmla="*/ 220247 h 361333"/>
                <a:gd name="connsiteX28" fmla="*/ 194893 w 361670"/>
                <a:gd name="connsiteY28" fmla="*/ 206841 h 361333"/>
                <a:gd name="connsiteX29" fmla="*/ 203200 w 361670"/>
                <a:gd name="connsiteY29" fmla="*/ 190243 h 361333"/>
                <a:gd name="connsiteX30" fmla="*/ 199366 w 361670"/>
                <a:gd name="connsiteY30" fmla="*/ 178113 h 361333"/>
                <a:gd name="connsiteX31" fmla="*/ 201283 w 361670"/>
                <a:gd name="connsiteY31" fmla="*/ 169814 h 361333"/>
                <a:gd name="connsiteX32" fmla="*/ 195532 w 361670"/>
                <a:gd name="connsiteY32" fmla="*/ 169814 h 361333"/>
                <a:gd name="connsiteX33" fmla="*/ 195532 w 361670"/>
                <a:gd name="connsiteY33" fmla="*/ 173644 h 361333"/>
                <a:gd name="connsiteX34" fmla="*/ 161027 w 361670"/>
                <a:gd name="connsiteY34" fmla="*/ 225993 h 361333"/>
                <a:gd name="connsiteX35" fmla="*/ 158470 w 361670"/>
                <a:gd name="connsiteY35" fmla="*/ 226631 h 361333"/>
                <a:gd name="connsiteX36" fmla="*/ 152720 w 361670"/>
                <a:gd name="connsiteY36" fmla="*/ 222801 h 361333"/>
                <a:gd name="connsiteX37" fmla="*/ 155915 w 361670"/>
                <a:gd name="connsiteY37" fmla="*/ 214502 h 361333"/>
                <a:gd name="connsiteX38" fmla="*/ 182752 w 361670"/>
                <a:gd name="connsiteY38" fmla="*/ 173644 h 361333"/>
                <a:gd name="connsiteX39" fmla="*/ 182113 w 361670"/>
                <a:gd name="connsiteY39" fmla="*/ 164707 h 361333"/>
                <a:gd name="connsiteX40" fmla="*/ 182113 w 361670"/>
                <a:gd name="connsiteY40" fmla="*/ 164068 h 361333"/>
                <a:gd name="connsiteX41" fmla="*/ 182113 w 361670"/>
                <a:gd name="connsiteY41" fmla="*/ 163430 h 361333"/>
                <a:gd name="connsiteX42" fmla="*/ 182113 w 361670"/>
                <a:gd name="connsiteY42" fmla="*/ 163430 h 361333"/>
                <a:gd name="connsiteX43" fmla="*/ 182113 w 361670"/>
                <a:gd name="connsiteY43" fmla="*/ 162792 h 361333"/>
                <a:gd name="connsiteX44" fmla="*/ 182113 w 361670"/>
                <a:gd name="connsiteY44" fmla="*/ 161515 h 361333"/>
                <a:gd name="connsiteX45" fmla="*/ 182113 w 361670"/>
                <a:gd name="connsiteY45" fmla="*/ 160876 h 361333"/>
                <a:gd name="connsiteX46" fmla="*/ 192337 w 361670"/>
                <a:gd name="connsiteY46" fmla="*/ 94483 h 361333"/>
                <a:gd name="connsiteX47" fmla="*/ 184669 w 361670"/>
                <a:gd name="connsiteY47" fmla="*/ 89376 h 361333"/>
                <a:gd name="connsiteX48" fmla="*/ 177640 w 361670"/>
                <a:gd name="connsiteY48" fmla="*/ 113635 h 361333"/>
                <a:gd name="connsiteX49" fmla="*/ 164221 w 361670"/>
                <a:gd name="connsiteY49" fmla="*/ 137256 h 361333"/>
                <a:gd name="connsiteX50" fmla="*/ 138022 w 361670"/>
                <a:gd name="connsiteY50" fmla="*/ 170452 h 361333"/>
                <a:gd name="connsiteX51" fmla="*/ 118853 w 361670"/>
                <a:gd name="connsiteY51" fmla="*/ 181944 h 361333"/>
                <a:gd name="connsiteX52" fmla="*/ 98405 w 361670"/>
                <a:gd name="connsiteY52" fmla="*/ 181944 h 361333"/>
                <a:gd name="connsiteX53" fmla="*/ 92015 w 361670"/>
                <a:gd name="connsiteY53" fmla="*/ 175560 h 361333"/>
                <a:gd name="connsiteX54" fmla="*/ 98405 w 361670"/>
                <a:gd name="connsiteY54" fmla="*/ 169176 h 361333"/>
                <a:gd name="connsiteX55" fmla="*/ 118853 w 361670"/>
                <a:gd name="connsiteY55" fmla="*/ 169176 h 361333"/>
                <a:gd name="connsiteX56" fmla="*/ 127160 w 361670"/>
                <a:gd name="connsiteY56" fmla="*/ 164068 h 361333"/>
                <a:gd name="connsiteX57" fmla="*/ 155275 w 361670"/>
                <a:gd name="connsiteY57" fmla="*/ 128318 h 361333"/>
                <a:gd name="connsiteX58" fmla="*/ 165500 w 361670"/>
                <a:gd name="connsiteY58" fmla="*/ 110443 h 361333"/>
                <a:gd name="connsiteX59" fmla="*/ 172528 w 361670"/>
                <a:gd name="connsiteY59" fmla="*/ 84907 h 361333"/>
                <a:gd name="connsiteX60" fmla="*/ 185308 w 361670"/>
                <a:gd name="connsiteY60" fmla="*/ 76608 h 361333"/>
                <a:gd name="connsiteX61" fmla="*/ 203200 w 361670"/>
                <a:gd name="connsiteY61" fmla="*/ 88099 h 361333"/>
                <a:gd name="connsiteX62" fmla="*/ 196810 w 361670"/>
                <a:gd name="connsiteY62" fmla="*/ 156408 h 361333"/>
                <a:gd name="connsiteX63" fmla="*/ 219814 w 361670"/>
                <a:gd name="connsiteY63" fmla="*/ 156408 h 361333"/>
                <a:gd name="connsiteX64" fmla="*/ 241540 w 361670"/>
                <a:gd name="connsiteY64" fmla="*/ 156408 h 361333"/>
                <a:gd name="connsiteX65" fmla="*/ 262626 w 361670"/>
                <a:gd name="connsiteY65" fmla="*/ 177475 h 361333"/>
                <a:gd name="connsiteX66" fmla="*/ 259431 w 361670"/>
                <a:gd name="connsiteY66" fmla="*/ 188966 h 361333"/>
                <a:gd name="connsiteX67" fmla="*/ 269016 w 361670"/>
                <a:gd name="connsiteY67" fmla="*/ 206841 h 361333"/>
                <a:gd name="connsiteX68" fmla="*/ 262626 w 361670"/>
                <a:gd name="connsiteY68" fmla="*/ 221524 h 361333"/>
                <a:gd name="connsiteX69" fmla="*/ 260709 w 361670"/>
                <a:gd name="connsiteY69" fmla="*/ 223439 h 361333"/>
                <a:gd name="connsiteX70" fmla="*/ 265821 w 361670"/>
                <a:gd name="connsiteY70" fmla="*/ 23556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61670" h="361333">
                  <a:moveTo>
                    <a:pt x="180835" y="0"/>
                  </a:moveTo>
                  <a:cubicBezTo>
                    <a:pt x="80513" y="0"/>
                    <a:pt x="0" y="81077"/>
                    <a:pt x="0" y="180667"/>
                  </a:cubicBezTo>
                  <a:cubicBezTo>
                    <a:pt x="0" y="280257"/>
                    <a:pt x="81152" y="361334"/>
                    <a:pt x="180835" y="361334"/>
                  </a:cubicBezTo>
                  <a:cubicBezTo>
                    <a:pt x="281157" y="361334"/>
                    <a:pt x="361670" y="280257"/>
                    <a:pt x="361670" y="180667"/>
                  </a:cubicBezTo>
                  <a:cubicBezTo>
                    <a:pt x="361670" y="81077"/>
                    <a:pt x="280518" y="0"/>
                    <a:pt x="180835" y="0"/>
                  </a:cubicBezTo>
                  <a:close/>
                  <a:moveTo>
                    <a:pt x="265821" y="235569"/>
                  </a:moveTo>
                  <a:cubicBezTo>
                    <a:pt x="265821" y="241314"/>
                    <a:pt x="263904" y="246422"/>
                    <a:pt x="259431" y="250252"/>
                  </a:cubicBezTo>
                  <a:cubicBezTo>
                    <a:pt x="258154" y="251529"/>
                    <a:pt x="256236" y="252806"/>
                    <a:pt x="254319" y="254082"/>
                  </a:cubicBezTo>
                  <a:cubicBezTo>
                    <a:pt x="256236" y="257274"/>
                    <a:pt x="257514" y="261105"/>
                    <a:pt x="257514" y="264935"/>
                  </a:cubicBezTo>
                  <a:cubicBezTo>
                    <a:pt x="257514" y="270681"/>
                    <a:pt x="255597" y="275788"/>
                    <a:pt x="251124" y="279618"/>
                  </a:cubicBezTo>
                  <a:cubicBezTo>
                    <a:pt x="247291" y="283449"/>
                    <a:pt x="242179" y="286002"/>
                    <a:pt x="236428" y="286002"/>
                  </a:cubicBezTo>
                  <a:lnTo>
                    <a:pt x="220453" y="286002"/>
                  </a:lnTo>
                  <a:lnTo>
                    <a:pt x="213424" y="286002"/>
                  </a:lnTo>
                  <a:lnTo>
                    <a:pt x="168055" y="286002"/>
                  </a:lnTo>
                  <a:cubicBezTo>
                    <a:pt x="153358" y="286002"/>
                    <a:pt x="139301" y="280257"/>
                    <a:pt x="128438" y="270042"/>
                  </a:cubicBezTo>
                  <a:cubicBezTo>
                    <a:pt x="126521" y="268127"/>
                    <a:pt x="123965" y="267489"/>
                    <a:pt x="122048" y="267489"/>
                  </a:cubicBezTo>
                  <a:lnTo>
                    <a:pt x="97766" y="267489"/>
                  </a:lnTo>
                  <a:cubicBezTo>
                    <a:pt x="93932" y="267489"/>
                    <a:pt x="91376" y="264935"/>
                    <a:pt x="91376" y="261105"/>
                  </a:cubicBezTo>
                  <a:cubicBezTo>
                    <a:pt x="91376" y="257274"/>
                    <a:pt x="93932" y="254721"/>
                    <a:pt x="97766" y="254721"/>
                  </a:cubicBezTo>
                  <a:lnTo>
                    <a:pt x="122048" y="254721"/>
                  </a:lnTo>
                  <a:cubicBezTo>
                    <a:pt x="127799" y="254721"/>
                    <a:pt x="132911" y="256636"/>
                    <a:pt x="137384" y="261105"/>
                  </a:cubicBezTo>
                  <a:cubicBezTo>
                    <a:pt x="145690" y="268766"/>
                    <a:pt x="156553" y="273234"/>
                    <a:pt x="168055" y="273234"/>
                  </a:cubicBezTo>
                  <a:lnTo>
                    <a:pt x="194893" y="273234"/>
                  </a:lnTo>
                  <a:cubicBezTo>
                    <a:pt x="193615" y="270681"/>
                    <a:pt x="192976" y="268127"/>
                    <a:pt x="192976" y="264935"/>
                  </a:cubicBezTo>
                  <a:cubicBezTo>
                    <a:pt x="192976" y="259190"/>
                    <a:pt x="194893" y="254721"/>
                    <a:pt x="198727" y="250890"/>
                  </a:cubicBezTo>
                  <a:cubicBezTo>
                    <a:pt x="194893" y="247060"/>
                    <a:pt x="192337" y="241953"/>
                    <a:pt x="192337" y="236207"/>
                  </a:cubicBezTo>
                  <a:cubicBezTo>
                    <a:pt x="192337" y="230462"/>
                    <a:pt x="194254" y="225355"/>
                    <a:pt x="198727" y="221524"/>
                  </a:cubicBezTo>
                  <a:cubicBezTo>
                    <a:pt x="199366" y="220886"/>
                    <a:pt x="199366" y="220886"/>
                    <a:pt x="200005" y="220247"/>
                  </a:cubicBezTo>
                  <a:cubicBezTo>
                    <a:pt x="196810" y="216417"/>
                    <a:pt x="194893" y="211948"/>
                    <a:pt x="194893" y="206841"/>
                  </a:cubicBezTo>
                  <a:cubicBezTo>
                    <a:pt x="194893" y="199819"/>
                    <a:pt x="198088" y="194073"/>
                    <a:pt x="203200" y="190243"/>
                  </a:cubicBezTo>
                  <a:cubicBezTo>
                    <a:pt x="200644" y="186412"/>
                    <a:pt x="199366" y="182582"/>
                    <a:pt x="199366" y="178113"/>
                  </a:cubicBezTo>
                  <a:cubicBezTo>
                    <a:pt x="199366" y="174921"/>
                    <a:pt x="200005" y="172368"/>
                    <a:pt x="201283" y="169814"/>
                  </a:cubicBezTo>
                  <a:lnTo>
                    <a:pt x="195532" y="169814"/>
                  </a:lnTo>
                  <a:cubicBezTo>
                    <a:pt x="195532" y="171091"/>
                    <a:pt x="195532" y="172368"/>
                    <a:pt x="195532" y="173644"/>
                  </a:cubicBezTo>
                  <a:cubicBezTo>
                    <a:pt x="195532" y="196627"/>
                    <a:pt x="182113" y="217055"/>
                    <a:pt x="161027" y="225993"/>
                  </a:cubicBezTo>
                  <a:cubicBezTo>
                    <a:pt x="160387" y="226631"/>
                    <a:pt x="159110" y="226631"/>
                    <a:pt x="158470" y="226631"/>
                  </a:cubicBezTo>
                  <a:cubicBezTo>
                    <a:pt x="155915" y="226631"/>
                    <a:pt x="153358" y="225355"/>
                    <a:pt x="152720" y="222801"/>
                  </a:cubicBezTo>
                  <a:cubicBezTo>
                    <a:pt x="151442" y="219609"/>
                    <a:pt x="152720" y="215779"/>
                    <a:pt x="155915" y="214502"/>
                  </a:cubicBezTo>
                  <a:cubicBezTo>
                    <a:pt x="172528" y="207479"/>
                    <a:pt x="182752" y="191519"/>
                    <a:pt x="182752" y="173644"/>
                  </a:cubicBezTo>
                  <a:cubicBezTo>
                    <a:pt x="182752" y="170452"/>
                    <a:pt x="182752" y="167260"/>
                    <a:pt x="182113" y="164707"/>
                  </a:cubicBezTo>
                  <a:cubicBezTo>
                    <a:pt x="182113" y="164707"/>
                    <a:pt x="182113" y="164068"/>
                    <a:pt x="182113" y="164068"/>
                  </a:cubicBezTo>
                  <a:cubicBezTo>
                    <a:pt x="182113" y="164068"/>
                    <a:pt x="182113" y="163430"/>
                    <a:pt x="182113" y="163430"/>
                  </a:cubicBezTo>
                  <a:cubicBezTo>
                    <a:pt x="182113" y="163430"/>
                    <a:pt x="182113" y="163430"/>
                    <a:pt x="182113" y="163430"/>
                  </a:cubicBezTo>
                  <a:cubicBezTo>
                    <a:pt x="182113" y="163430"/>
                    <a:pt x="182113" y="162792"/>
                    <a:pt x="182113" y="162792"/>
                  </a:cubicBezTo>
                  <a:cubicBezTo>
                    <a:pt x="182113" y="162153"/>
                    <a:pt x="182113" y="162153"/>
                    <a:pt x="182113" y="161515"/>
                  </a:cubicBezTo>
                  <a:cubicBezTo>
                    <a:pt x="182113" y="161515"/>
                    <a:pt x="182113" y="160876"/>
                    <a:pt x="182113" y="160876"/>
                  </a:cubicBezTo>
                  <a:cubicBezTo>
                    <a:pt x="198727" y="116827"/>
                    <a:pt x="195532" y="100229"/>
                    <a:pt x="192337" y="94483"/>
                  </a:cubicBezTo>
                  <a:cubicBezTo>
                    <a:pt x="190420" y="91930"/>
                    <a:pt x="188503" y="90014"/>
                    <a:pt x="184669" y="89376"/>
                  </a:cubicBezTo>
                  <a:lnTo>
                    <a:pt x="177640" y="113635"/>
                  </a:lnTo>
                  <a:cubicBezTo>
                    <a:pt x="175084" y="122573"/>
                    <a:pt x="170611" y="130233"/>
                    <a:pt x="164221" y="137256"/>
                  </a:cubicBezTo>
                  <a:cubicBezTo>
                    <a:pt x="157832" y="143640"/>
                    <a:pt x="146330" y="155769"/>
                    <a:pt x="138022" y="170452"/>
                  </a:cubicBezTo>
                  <a:cubicBezTo>
                    <a:pt x="134189" y="177475"/>
                    <a:pt x="126521" y="181944"/>
                    <a:pt x="118853" y="181944"/>
                  </a:cubicBezTo>
                  <a:lnTo>
                    <a:pt x="98405" y="181944"/>
                  </a:lnTo>
                  <a:cubicBezTo>
                    <a:pt x="94571" y="181944"/>
                    <a:pt x="92015" y="179390"/>
                    <a:pt x="92015" y="175560"/>
                  </a:cubicBezTo>
                  <a:cubicBezTo>
                    <a:pt x="92015" y="171729"/>
                    <a:pt x="94571" y="169176"/>
                    <a:pt x="98405" y="169176"/>
                  </a:cubicBezTo>
                  <a:lnTo>
                    <a:pt x="118853" y="169176"/>
                  </a:lnTo>
                  <a:cubicBezTo>
                    <a:pt x="122048" y="169176"/>
                    <a:pt x="125243" y="167260"/>
                    <a:pt x="127160" y="164068"/>
                  </a:cubicBezTo>
                  <a:cubicBezTo>
                    <a:pt x="136106" y="148108"/>
                    <a:pt x="148247" y="134702"/>
                    <a:pt x="155275" y="128318"/>
                  </a:cubicBezTo>
                  <a:cubicBezTo>
                    <a:pt x="160387" y="123211"/>
                    <a:pt x="164221" y="116827"/>
                    <a:pt x="165500" y="110443"/>
                  </a:cubicBezTo>
                  <a:lnTo>
                    <a:pt x="172528" y="84907"/>
                  </a:lnTo>
                  <a:cubicBezTo>
                    <a:pt x="173806" y="79162"/>
                    <a:pt x="179557" y="75331"/>
                    <a:pt x="185308" y="76608"/>
                  </a:cubicBezTo>
                  <a:cubicBezTo>
                    <a:pt x="192976" y="77885"/>
                    <a:pt x="199366" y="81715"/>
                    <a:pt x="203200" y="88099"/>
                  </a:cubicBezTo>
                  <a:cubicBezTo>
                    <a:pt x="210868" y="100867"/>
                    <a:pt x="208312" y="123849"/>
                    <a:pt x="196810" y="156408"/>
                  </a:cubicBezTo>
                  <a:lnTo>
                    <a:pt x="219814" y="156408"/>
                  </a:lnTo>
                  <a:lnTo>
                    <a:pt x="241540" y="156408"/>
                  </a:lnTo>
                  <a:cubicBezTo>
                    <a:pt x="253041" y="156408"/>
                    <a:pt x="262626" y="165984"/>
                    <a:pt x="262626" y="177475"/>
                  </a:cubicBezTo>
                  <a:cubicBezTo>
                    <a:pt x="262626" y="181305"/>
                    <a:pt x="261349" y="185774"/>
                    <a:pt x="259431" y="188966"/>
                  </a:cubicBezTo>
                  <a:cubicBezTo>
                    <a:pt x="265182" y="192796"/>
                    <a:pt x="269016" y="199180"/>
                    <a:pt x="269016" y="206841"/>
                  </a:cubicBezTo>
                  <a:cubicBezTo>
                    <a:pt x="269016" y="212587"/>
                    <a:pt x="267099" y="217694"/>
                    <a:pt x="262626" y="221524"/>
                  </a:cubicBezTo>
                  <a:cubicBezTo>
                    <a:pt x="261987" y="222163"/>
                    <a:pt x="261349" y="222801"/>
                    <a:pt x="260709" y="223439"/>
                  </a:cubicBezTo>
                  <a:cubicBezTo>
                    <a:pt x="263904" y="226631"/>
                    <a:pt x="265821" y="231100"/>
                    <a:pt x="265821" y="235569"/>
                  </a:cubicBezTo>
                  <a:close/>
                </a:path>
              </a:pathLst>
            </a:custGeom>
            <a:solidFill>
              <a:srgbClr val="0076A8"/>
            </a:solidFill>
            <a:ln w="6390" cap="flat">
              <a:noFill/>
              <a:prstDash val="solid"/>
              <a:miter/>
            </a:ln>
          </p:spPr>
          <p:txBody>
            <a:bodyPr rtlCol="0" anchor="ctr"/>
            <a:lstStyle/>
            <a:p>
              <a:endParaRPr lang="en-US"/>
            </a:p>
          </p:txBody>
        </p:sp>
        <p:sp>
          <p:nvSpPr>
            <p:cNvPr id="298" name="Graphic 4">
              <a:extLst>
                <a:ext uri="{FF2B5EF4-FFF2-40B4-BE49-F238E27FC236}">
                  <a16:creationId xmlns:a16="http://schemas.microsoft.com/office/drawing/2014/main" id="{DEB2FF4A-0A3E-474D-812F-AFFA6E56DC7C}"/>
                </a:ext>
              </a:extLst>
            </p:cNvPr>
            <p:cNvSpPr/>
            <p:nvPr/>
          </p:nvSpPr>
          <p:spPr>
            <a:xfrm>
              <a:off x="6352875" y="4565348"/>
              <a:ext cx="38978" cy="16598"/>
            </a:xfrm>
            <a:custGeom>
              <a:avLst/>
              <a:gdLst>
                <a:gd name="connsiteX0" fmla="*/ 30672 w 38978"/>
                <a:gd name="connsiteY0" fmla="*/ 0 h 16598"/>
                <a:gd name="connsiteX1" fmla="*/ 8307 w 38978"/>
                <a:gd name="connsiteY1" fmla="*/ 0 h 16598"/>
                <a:gd name="connsiteX2" fmla="*/ 0 w 38978"/>
                <a:gd name="connsiteY2" fmla="*/ 8299 h 16598"/>
                <a:gd name="connsiteX3" fmla="*/ 2556 w 38978"/>
                <a:gd name="connsiteY3" fmla="*/ 14045 h 16598"/>
                <a:gd name="connsiteX4" fmla="*/ 7668 w 38978"/>
                <a:gd name="connsiteY4" fmla="*/ 16598 h 16598"/>
                <a:gd name="connsiteX5" fmla="*/ 14697 w 38978"/>
                <a:gd name="connsiteY5" fmla="*/ 16598 h 16598"/>
                <a:gd name="connsiteX6" fmla="*/ 30672 w 38978"/>
                <a:gd name="connsiteY6" fmla="*/ 16598 h 16598"/>
                <a:gd name="connsiteX7" fmla="*/ 36423 w 38978"/>
                <a:gd name="connsiteY7" fmla="*/ 14045 h 16598"/>
                <a:gd name="connsiteX8" fmla="*/ 38978 w 38978"/>
                <a:gd name="connsiteY8" fmla="*/ 8299 h 16598"/>
                <a:gd name="connsiteX9" fmla="*/ 30672 w 38978"/>
                <a:gd name="connsiteY9" fmla="*/ 0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78" h="16598">
                  <a:moveTo>
                    <a:pt x="30672" y="0"/>
                  </a:moveTo>
                  <a:lnTo>
                    <a:pt x="8307" y="0"/>
                  </a:lnTo>
                  <a:cubicBezTo>
                    <a:pt x="3834" y="0"/>
                    <a:pt x="0" y="3830"/>
                    <a:pt x="0" y="8299"/>
                  </a:cubicBezTo>
                  <a:cubicBezTo>
                    <a:pt x="0" y="10214"/>
                    <a:pt x="639" y="12768"/>
                    <a:pt x="2556" y="14045"/>
                  </a:cubicBezTo>
                  <a:cubicBezTo>
                    <a:pt x="3834" y="15322"/>
                    <a:pt x="5751" y="15960"/>
                    <a:pt x="7668" y="16598"/>
                  </a:cubicBezTo>
                  <a:lnTo>
                    <a:pt x="14697" y="16598"/>
                  </a:lnTo>
                  <a:lnTo>
                    <a:pt x="30672" y="16598"/>
                  </a:lnTo>
                  <a:cubicBezTo>
                    <a:pt x="32589" y="16598"/>
                    <a:pt x="35145" y="15960"/>
                    <a:pt x="36423" y="14045"/>
                  </a:cubicBezTo>
                  <a:cubicBezTo>
                    <a:pt x="37700" y="12768"/>
                    <a:pt x="38978" y="10214"/>
                    <a:pt x="38978" y="8299"/>
                  </a:cubicBezTo>
                  <a:cubicBezTo>
                    <a:pt x="38978" y="3192"/>
                    <a:pt x="35145" y="0"/>
                    <a:pt x="30672" y="0"/>
                  </a:cubicBezTo>
                  <a:close/>
                </a:path>
              </a:pathLst>
            </a:custGeom>
            <a:solidFill>
              <a:srgbClr val="0076A8"/>
            </a:solidFill>
            <a:ln w="6390" cap="flat">
              <a:noFill/>
              <a:prstDash val="solid"/>
              <a:miter/>
            </a:ln>
          </p:spPr>
          <p:txBody>
            <a:bodyPr rtlCol="0" anchor="ctr"/>
            <a:lstStyle/>
            <a:p>
              <a:endParaRPr lang="en-US"/>
            </a:p>
          </p:txBody>
        </p:sp>
      </p:grpSp>
      <p:sp>
        <p:nvSpPr>
          <p:cNvPr id="299" name="Graphic 4">
            <a:extLst>
              <a:ext uri="{FF2B5EF4-FFF2-40B4-BE49-F238E27FC236}">
                <a16:creationId xmlns:a16="http://schemas.microsoft.com/office/drawing/2014/main" id="{EF203C39-215B-CF41-A8D5-EA098EE01E98}"/>
              </a:ext>
            </a:extLst>
          </p:cNvPr>
          <p:cNvSpPr>
            <a:spLocks noChangeAspect="1"/>
          </p:cNvSpPr>
          <p:nvPr/>
        </p:nvSpPr>
        <p:spPr>
          <a:xfrm>
            <a:off x="7192513" y="2855717"/>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272211 w 361670"/>
              <a:gd name="connsiteY5" fmla="*/ 224716 h 361333"/>
              <a:gd name="connsiteX6" fmla="*/ 256236 w 361670"/>
              <a:gd name="connsiteY6" fmla="*/ 264297 h 361333"/>
              <a:gd name="connsiteX7" fmla="*/ 253681 w 361670"/>
              <a:gd name="connsiteY7" fmla="*/ 270681 h 361333"/>
              <a:gd name="connsiteX8" fmla="*/ 253681 w 361670"/>
              <a:gd name="connsiteY8" fmla="*/ 290471 h 361333"/>
              <a:gd name="connsiteX9" fmla="*/ 247291 w 361670"/>
              <a:gd name="connsiteY9" fmla="*/ 296855 h 361333"/>
              <a:gd name="connsiteX10" fmla="*/ 240901 w 361670"/>
              <a:gd name="connsiteY10" fmla="*/ 290471 h 361333"/>
              <a:gd name="connsiteX11" fmla="*/ 240901 w 361670"/>
              <a:gd name="connsiteY11" fmla="*/ 270681 h 361333"/>
              <a:gd name="connsiteX12" fmla="*/ 247291 w 361670"/>
              <a:gd name="connsiteY12" fmla="*/ 255359 h 361333"/>
              <a:gd name="connsiteX13" fmla="*/ 259431 w 361670"/>
              <a:gd name="connsiteY13" fmla="*/ 224716 h 361333"/>
              <a:gd name="connsiteX14" fmla="*/ 259431 w 361670"/>
              <a:gd name="connsiteY14" fmla="*/ 168537 h 361333"/>
              <a:gd name="connsiteX15" fmla="*/ 259431 w 361670"/>
              <a:gd name="connsiteY15" fmla="*/ 163430 h 361333"/>
              <a:gd name="connsiteX16" fmla="*/ 256876 w 361670"/>
              <a:gd name="connsiteY16" fmla="*/ 157684 h 361333"/>
              <a:gd name="connsiteX17" fmla="*/ 251125 w 361670"/>
              <a:gd name="connsiteY17" fmla="*/ 155131 h 361333"/>
              <a:gd name="connsiteX18" fmla="*/ 242818 w 361670"/>
              <a:gd name="connsiteY18" fmla="*/ 163430 h 361333"/>
              <a:gd name="connsiteX19" fmla="*/ 242818 w 361670"/>
              <a:gd name="connsiteY19" fmla="*/ 182582 h 361333"/>
              <a:gd name="connsiteX20" fmla="*/ 236428 w 361670"/>
              <a:gd name="connsiteY20" fmla="*/ 188966 h 361333"/>
              <a:gd name="connsiteX21" fmla="*/ 230038 w 361670"/>
              <a:gd name="connsiteY21" fmla="*/ 182582 h 361333"/>
              <a:gd name="connsiteX22" fmla="*/ 230038 w 361670"/>
              <a:gd name="connsiteY22" fmla="*/ 163430 h 361333"/>
              <a:gd name="connsiteX23" fmla="*/ 230038 w 361670"/>
              <a:gd name="connsiteY23" fmla="*/ 163430 h 361333"/>
              <a:gd name="connsiteX24" fmla="*/ 230038 w 361670"/>
              <a:gd name="connsiteY24" fmla="*/ 163430 h 361333"/>
              <a:gd name="connsiteX25" fmla="*/ 230038 w 361670"/>
              <a:gd name="connsiteY25" fmla="*/ 157046 h 361333"/>
              <a:gd name="connsiteX26" fmla="*/ 227482 w 361670"/>
              <a:gd name="connsiteY26" fmla="*/ 151300 h 361333"/>
              <a:gd name="connsiteX27" fmla="*/ 221731 w 361670"/>
              <a:gd name="connsiteY27" fmla="*/ 148747 h 361333"/>
              <a:gd name="connsiteX28" fmla="*/ 213424 w 361670"/>
              <a:gd name="connsiteY28" fmla="*/ 156408 h 361333"/>
              <a:gd name="connsiteX29" fmla="*/ 213424 w 361670"/>
              <a:gd name="connsiteY29" fmla="*/ 182582 h 361333"/>
              <a:gd name="connsiteX30" fmla="*/ 207034 w 361670"/>
              <a:gd name="connsiteY30" fmla="*/ 188966 h 361333"/>
              <a:gd name="connsiteX31" fmla="*/ 200644 w 361670"/>
              <a:gd name="connsiteY31" fmla="*/ 182582 h 361333"/>
              <a:gd name="connsiteX32" fmla="*/ 200644 w 361670"/>
              <a:gd name="connsiteY32" fmla="*/ 157046 h 361333"/>
              <a:gd name="connsiteX33" fmla="*/ 200644 w 361670"/>
              <a:gd name="connsiteY33" fmla="*/ 157046 h 361333"/>
              <a:gd name="connsiteX34" fmla="*/ 200644 w 361670"/>
              <a:gd name="connsiteY34" fmla="*/ 155769 h 361333"/>
              <a:gd name="connsiteX35" fmla="*/ 200644 w 361670"/>
              <a:gd name="connsiteY35" fmla="*/ 84907 h 361333"/>
              <a:gd name="connsiteX36" fmla="*/ 198088 w 361670"/>
              <a:gd name="connsiteY36" fmla="*/ 79161 h 361333"/>
              <a:gd name="connsiteX37" fmla="*/ 192337 w 361670"/>
              <a:gd name="connsiteY37" fmla="*/ 76608 h 361333"/>
              <a:gd name="connsiteX38" fmla="*/ 184031 w 361670"/>
              <a:gd name="connsiteY38" fmla="*/ 84268 h 361333"/>
              <a:gd name="connsiteX39" fmla="*/ 184031 w 361670"/>
              <a:gd name="connsiteY39" fmla="*/ 102144 h 361333"/>
              <a:gd name="connsiteX40" fmla="*/ 184031 w 361670"/>
              <a:gd name="connsiteY40" fmla="*/ 102144 h 361333"/>
              <a:gd name="connsiteX41" fmla="*/ 184031 w 361670"/>
              <a:gd name="connsiteY41" fmla="*/ 102144 h 361333"/>
              <a:gd name="connsiteX42" fmla="*/ 184031 w 361670"/>
              <a:gd name="connsiteY42" fmla="*/ 182582 h 361333"/>
              <a:gd name="connsiteX43" fmla="*/ 177641 w 361670"/>
              <a:gd name="connsiteY43" fmla="*/ 188966 h 361333"/>
              <a:gd name="connsiteX44" fmla="*/ 171251 w 361670"/>
              <a:gd name="connsiteY44" fmla="*/ 182582 h 361333"/>
              <a:gd name="connsiteX45" fmla="*/ 171251 w 361670"/>
              <a:gd name="connsiteY45" fmla="*/ 102144 h 361333"/>
              <a:gd name="connsiteX46" fmla="*/ 168695 w 361670"/>
              <a:gd name="connsiteY46" fmla="*/ 96398 h 361333"/>
              <a:gd name="connsiteX47" fmla="*/ 162943 w 361670"/>
              <a:gd name="connsiteY47" fmla="*/ 93844 h 361333"/>
              <a:gd name="connsiteX48" fmla="*/ 154637 w 361670"/>
              <a:gd name="connsiteY48" fmla="*/ 102144 h 361333"/>
              <a:gd name="connsiteX49" fmla="*/ 154637 w 361670"/>
              <a:gd name="connsiteY49" fmla="*/ 199819 h 361333"/>
              <a:gd name="connsiteX50" fmla="*/ 154637 w 361670"/>
              <a:gd name="connsiteY50" fmla="*/ 200457 h 361333"/>
              <a:gd name="connsiteX51" fmla="*/ 154637 w 361670"/>
              <a:gd name="connsiteY51" fmla="*/ 201734 h 361333"/>
              <a:gd name="connsiteX52" fmla="*/ 153997 w 361670"/>
              <a:gd name="connsiteY52" fmla="*/ 203011 h 361333"/>
              <a:gd name="connsiteX53" fmla="*/ 153358 w 361670"/>
              <a:gd name="connsiteY53" fmla="*/ 204287 h 361333"/>
              <a:gd name="connsiteX54" fmla="*/ 152081 w 361670"/>
              <a:gd name="connsiteY54" fmla="*/ 204926 h 361333"/>
              <a:gd name="connsiteX55" fmla="*/ 151442 w 361670"/>
              <a:gd name="connsiteY55" fmla="*/ 205564 h 361333"/>
              <a:gd name="connsiteX56" fmla="*/ 150802 w 361670"/>
              <a:gd name="connsiteY56" fmla="*/ 205564 h 361333"/>
              <a:gd name="connsiteX57" fmla="*/ 149525 w 361670"/>
              <a:gd name="connsiteY57" fmla="*/ 206203 h 361333"/>
              <a:gd name="connsiteX58" fmla="*/ 148247 w 361670"/>
              <a:gd name="connsiteY58" fmla="*/ 206203 h 361333"/>
              <a:gd name="connsiteX59" fmla="*/ 147607 w 361670"/>
              <a:gd name="connsiteY59" fmla="*/ 206203 h 361333"/>
              <a:gd name="connsiteX60" fmla="*/ 146969 w 361670"/>
              <a:gd name="connsiteY60" fmla="*/ 206203 h 361333"/>
              <a:gd name="connsiteX61" fmla="*/ 145691 w 361670"/>
              <a:gd name="connsiteY61" fmla="*/ 206203 h 361333"/>
              <a:gd name="connsiteX62" fmla="*/ 144412 w 361670"/>
              <a:gd name="connsiteY62" fmla="*/ 205564 h 361333"/>
              <a:gd name="connsiteX63" fmla="*/ 143135 w 361670"/>
              <a:gd name="connsiteY63" fmla="*/ 204926 h 361333"/>
              <a:gd name="connsiteX64" fmla="*/ 142496 w 361670"/>
              <a:gd name="connsiteY64" fmla="*/ 203649 h 361333"/>
              <a:gd name="connsiteX65" fmla="*/ 141857 w 361670"/>
              <a:gd name="connsiteY65" fmla="*/ 203011 h 361333"/>
              <a:gd name="connsiteX66" fmla="*/ 119492 w 361670"/>
              <a:gd name="connsiteY66" fmla="*/ 167260 h 361333"/>
              <a:gd name="connsiteX67" fmla="*/ 104795 w 361670"/>
              <a:gd name="connsiteY67" fmla="*/ 159600 h 361333"/>
              <a:gd name="connsiteX68" fmla="*/ 99683 w 361670"/>
              <a:gd name="connsiteY68" fmla="*/ 160876 h 361333"/>
              <a:gd name="connsiteX69" fmla="*/ 99683 w 361670"/>
              <a:gd name="connsiteY69" fmla="*/ 162153 h 361333"/>
              <a:gd name="connsiteX70" fmla="*/ 130994 w 361670"/>
              <a:gd name="connsiteY70" fmla="*/ 238122 h 361333"/>
              <a:gd name="connsiteX71" fmla="*/ 144412 w 361670"/>
              <a:gd name="connsiteY71" fmla="*/ 254721 h 361333"/>
              <a:gd name="connsiteX72" fmla="*/ 153358 w 361670"/>
              <a:gd name="connsiteY72" fmla="*/ 272596 h 361333"/>
              <a:gd name="connsiteX73" fmla="*/ 153358 w 361670"/>
              <a:gd name="connsiteY73" fmla="*/ 290471 h 361333"/>
              <a:gd name="connsiteX74" fmla="*/ 146969 w 361670"/>
              <a:gd name="connsiteY74" fmla="*/ 296855 h 361333"/>
              <a:gd name="connsiteX75" fmla="*/ 140579 w 361670"/>
              <a:gd name="connsiteY75" fmla="*/ 290471 h 361333"/>
              <a:gd name="connsiteX76" fmla="*/ 140579 w 361670"/>
              <a:gd name="connsiteY76" fmla="*/ 272596 h 361333"/>
              <a:gd name="connsiteX77" fmla="*/ 136745 w 361670"/>
              <a:gd name="connsiteY77" fmla="*/ 264935 h 361333"/>
              <a:gd name="connsiteX78" fmla="*/ 119492 w 361670"/>
              <a:gd name="connsiteY78" fmla="*/ 243230 h 361333"/>
              <a:gd name="connsiteX79" fmla="*/ 88820 w 361670"/>
              <a:gd name="connsiteY79" fmla="*/ 168537 h 361333"/>
              <a:gd name="connsiteX80" fmla="*/ 88181 w 361670"/>
              <a:gd name="connsiteY80" fmla="*/ 166622 h 361333"/>
              <a:gd name="connsiteX81" fmla="*/ 88181 w 361670"/>
              <a:gd name="connsiteY81" fmla="*/ 166622 h 361333"/>
              <a:gd name="connsiteX82" fmla="*/ 87543 w 361670"/>
              <a:gd name="connsiteY82" fmla="*/ 165345 h 361333"/>
              <a:gd name="connsiteX83" fmla="*/ 93933 w 361670"/>
              <a:gd name="connsiteY83" fmla="*/ 150024 h 361333"/>
              <a:gd name="connsiteX84" fmla="*/ 129716 w 361670"/>
              <a:gd name="connsiteY84" fmla="*/ 160876 h 361333"/>
              <a:gd name="connsiteX85" fmla="*/ 140579 w 361670"/>
              <a:gd name="connsiteY85" fmla="*/ 178113 h 361333"/>
              <a:gd name="connsiteX86" fmla="*/ 140579 w 361670"/>
              <a:gd name="connsiteY86" fmla="*/ 102782 h 361333"/>
              <a:gd name="connsiteX87" fmla="*/ 161666 w 361670"/>
              <a:gd name="connsiteY87" fmla="*/ 81715 h 361333"/>
              <a:gd name="connsiteX88" fmla="*/ 169972 w 361670"/>
              <a:gd name="connsiteY88" fmla="*/ 83630 h 361333"/>
              <a:gd name="connsiteX89" fmla="*/ 190420 w 361670"/>
              <a:gd name="connsiteY89" fmla="*/ 64478 h 361333"/>
              <a:gd name="connsiteX90" fmla="*/ 205117 w 361670"/>
              <a:gd name="connsiteY90" fmla="*/ 70862 h 361333"/>
              <a:gd name="connsiteX91" fmla="*/ 211507 w 361670"/>
              <a:gd name="connsiteY91" fmla="*/ 85545 h 361333"/>
              <a:gd name="connsiteX92" fmla="*/ 211507 w 361670"/>
              <a:gd name="connsiteY92" fmla="*/ 138532 h 361333"/>
              <a:gd name="connsiteX93" fmla="*/ 219814 w 361670"/>
              <a:gd name="connsiteY93" fmla="*/ 136617 h 361333"/>
              <a:gd name="connsiteX94" fmla="*/ 234511 w 361670"/>
              <a:gd name="connsiteY94" fmla="*/ 143001 h 361333"/>
              <a:gd name="connsiteX95" fmla="*/ 237706 w 361670"/>
              <a:gd name="connsiteY95" fmla="*/ 146832 h 361333"/>
              <a:gd name="connsiteX96" fmla="*/ 249208 w 361670"/>
              <a:gd name="connsiteY96" fmla="*/ 143640 h 361333"/>
              <a:gd name="connsiteX97" fmla="*/ 263905 w 361670"/>
              <a:gd name="connsiteY97" fmla="*/ 150024 h 361333"/>
              <a:gd name="connsiteX98" fmla="*/ 270295 w 361670"/>
              <a:gd name="connsiteY98" fmla="*/ 164707 h 361333"/>
              <a:gd name="connsiteX99" fmla="*/ 270295 w 361670"/>
              <a:gd name="connsiteY99" fmla="*/ 169814 h 361333"/>
              <a:gd name="connsiteX100" fmla="*/ 272211 w 361670"/>
              <a:gd name="connsiteY100" fmla="*/ 22471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361670" h="361333">
                <a:moveTo>
                  <a:pt x="180836" y="0"/>
                </a:moveTo>
                <a:cubicBezTo>
                  <a:pt x="80513" y="0"/>
                  <a:pt x="0" y="81076"/>
                  <a:pt x="0" y="180667"/>
                </a:cubicBezTo>
                <a:cubicBezTo>
                  <a:pt x="0" y="280257"/>
                  <a:pt x="81153" y="361333"/>
                  <a:pt x="180836" y="361333"/>
                </a:cubicBezTo>
                <a:cubicBezTo>
                  <a:pt x="280518" y="361333"/>
                  <a:pt x="361670" y="280257"/>
                  <a:pt x="361670" y="180667"/>
                </a:cubicBezTo>
                <a:cubicBezTo>
                  <a:pt x="361670" y="81076"/>
                  <a:pt x="281157" y="0"/>
                  <a:pt x="180836" y="0"/>
                </a:cubicBezTo>
                <a:close/>
                <a:moveTo>
                  <a:pt x="272211" y="224716"/>
                </a:moveTo>
                <a:cubicBezTo>
                  <a:pt x="272211" y="239399"/>
                  <a:pt x="266461" y="253444"/>
                  <a:pt x="256236" y="264297"/>
                </a:cubicBezTo>
                <a:cubicBezTo>
                  <a:pt x="254320" y="266212"/>
                  <a:pt x="253681" y="268766"/>
                  <a:pt x="253681" y="270681"/>
                </a:cubicBezTo>
                <a:lnTo>
                  <a:pt x="253681" y="290471"/>
                </a:lnTo>
                <a:cubicBezTo>
                  <a:pt x="253681" y="294301"/>
                  <a:pt x="251125" y="296855"/>
                  <a:pt x="247291" y="296855"/>
                </a:cubicBezTo>
                <a:cubicBezTo>
                  <a:pt x="243456" y="296855"/>
                  <a:pt x="240901" y="294301"/>
                  <a:pt x="240901" y="290471"/>
                </a:cubicBezTo>
                <a:lnTo>
                  <a:pt x="240901" y="270681"/>
                </a:lnTo>
                <a:cubicBezTo>
                  <a:pt x="240901" y="264935"/>
                  <a:pt x="242818" y="259828"/>
                  <a:pt x="247291" y="255359"/>
                </a:cubicBezTo>
                <a:cubicBezTo>
                  <a:pt x="254959" y="247060"/>
                  <a:pt x="259431" y="236207"/>
                  <a:pt x="259431" y="224716"/>
                </a:cubicBezTo>
                <a:lnTo>
                  <a:pt x="259431" y="168537"/>
                </a:lnTo>
                <a:lnTo>
                  <a:pt x="259431" y="163430"/>
                </a:lnTo>
                <a:cubicBezTo>
                  <a:pt x="259431" y="161515"/>
                  <a:pt x="258792" y="158961"/>
                  <a:pt x="256876" y="157684"/>
                </a:cubicBezTo>
                <a:cubicBezTo>
                  <a:pt x="255597" y="156408"/>
                  <a:pt x="253041" y="155131"/>
                  <a:pt x="251125" y="155131"/>
                </a:cubicBezTo>
                <a:cubicBezTo>
                  <a:pt x="246651" y="155131"/>
                  <a:pt x="242818" y="158961"/>
                  <a:pt x="242818" y="163430"/>
                </a:cubicBezTo>
                <a:lnTo>
                  <a:pt x="242818" y="182582"/>
                </a:lnTo>
                <a:cubicBezTo>
                  <a:pt x="242818" y="186412"/>
                  <a:pt x="240261" y="188966"/>
                  <a:pt x="236428" y="188966"/>
                </a:cubicBezTo>
                <a:cubicBezTo>
                  <a:pt x="232594" y="188966"/>
                  <a:pt x="230038" y="186412"/>
                  <a:pt x="230038" y="182582"/>
                </a:cubicBezTo>
                <a:lnTo>
                  <a:pt x="230038" y="163430"/>
                </a:lnTo>
                <a:cubicBezTo>
                  <a:pt x="230038" y="163430"/>
                  <a:pt x="230038" y="163430"/>
                  <a:pt x="230038" y="163430"/>
                </a:cubicBezTo>
                <a:cubicBezTo>
                  <a:pt x="230038" y="163430"/>
                  <a:pt x="230038" y="163430"/>
                  <a:pt x="230038" y="163430"/>
                </a:cubicBezTo>
                <a:lnTo>
                  <a:pt x="230038" y="157046"/>
                </a:lnTo>
                <a:cubicBezTo>
                  <a:pt x="230038" y="155131"/>
                  <a:pt x="229399" y="152577"/>
                  <a:pt x="227482" y="151300"/>
                </a:cubicBezTo>
                <a:cubicBezTo>
                  <a:pt x="226204" y="150024"/>
                  <a:pt x="223648" y="148747"/>
                  <a:pt x="221731" y="148747"/>
                </a:cubicBezTo>
                <a:cubicBezTo>
                  <a:pt x="217258" y="148747"/>
                  <a:pt x="214063" y="151939"/>
                  <a:pt x="213424" y="156408"/>
                </a:cubicBezTo>
                <a:lnTo>
                  <a:pt x="213424" y="182582"/>
                </a:lnTo>
                <a:cubicBezTo>
                  <a:pt x="213424" y="186412"/>
                  <a:pt x="210868" y="188966"/>
                  <a:pt x="207034" y="188966"/>
                </a:cubicBezTo>
                <a:cubicBezTo>
                  <a:pt x="203200" y="188966"/>
                  <a:pt x="200644" y="186412"/>
                  <a:pt x="200644" y="182582"/>
                </a:cubicBezTo>
                <a:lnTo>
                  <a:pt x="200644" y="157046"/>
                </a:lnTo>
                <a:cubicBezTo>
                  <a:pt x="200644" y="157046"/>
                  <a:pt x="200644" y="157046"/>
                  <a:pt x="200644" y="157046"/>
                </a:cubicBezTo>
                <a:cubicBezTo>
                  <a:pt x="200644" y="156408"/>
                  <a:pt x="200644" y="156408"/>
                  <a:pt x="200644" y="155769"/>
                </a:cubicBezTo>
                <a:lnTo>
                  <a:pt x="200644" y="84907"/>
                </a:lnTo>
                <a:cubicBezTo>
                  <a:pt x="200644" y="82992"/>
                  <a:pt x="200005" y="80438"/>
                  <a:pt x="198088" y="79161"/>
                </a:cubicBezTo>
                <a:cubicBezTo>
                  <a:pt x="196810" y="77884"/>
                  <a:pt x="194254" y="76608"/>
                  <a:pt x="192337" y="76608"/>
                </a:cubicBezTo>
                <a:cubicBezTo>
                  <a:pt x="187864" y="76608"/>
                  <a:pt x="184669" y="79800"/>
                  <a:pt x="184031" y="84268"/>
                </a:cubicBezTo>
                <a:lnTo>
                  <a:pt x="184031" y="102144"/>
                </a:lnTo>
                <a:cubicBezTo>
                  <a:pt x="184031" y="102144"/>
                  <a:pt x="184031" y="102144"/>
                  <a:pt x="184031" y="102144"/>
                </a:cubicBezTo>
                <a:cubicBezTo>
                  <a:pt x="184031" y="102144"/>
                  <a:pt x="184031" y="102144"/>
                  <a:pt x="184031" y="102144"/>
                </a:cubicBezTo>
                <a:lnTo>
                  <a:pt x="184031" y="182582"/>
                </a:lnTo>
                <a:cubicBezTo>
                  <a:pt x="184031" y="186412"/>
                  <a:pt x="181474" y="188966"/>
                  <a:pt x="177641" y="188966"/>
                </a:cubicBezTo>
                <a:cubicBezTo>
                  <a:pt x="173807" y="188966"/>
                  <a:pt x="171251" y="186412"/>
                  <a:pt x="171251" y="182582"/>
                </a:cubicBezTo>
                <a:lnTo>
                  <a:pt x="171251" y="102144"/>
                </a:lnTo>
                <a:cubicBezTo>
                  <a:pt x="171251" y="99590"/>
                  <a:pt x="169972" y="97675"/>
                  <a:pt x="168695" y="96398"/>
                </a:cubicBezTo>
                <a:cubicBezTo>
                  <a:pt x="167417" y="95121"/>
                  <a:pt x="164861" y="93844"/>
                  <a:pt x="162943" y="93844"/>
                </a:cubicBezTo>
                <a:cubicBezTo>
                  <a:pt x="158471" y="93844"/>
                  <a:pt x="154637" y="97675"/>
                  <a:pt x="154637" y="102144"/>
                </a:cubicBezTo>
                <a:lnTo>
                  <a:pt x="154637" y="199819"/>
                </a:lnTo>
                <a:cubicBezTo>
                  <a:pt x="154637" y="199819"/>
                  <a:pt x="154637" y="200457"/>
                  <a:pt x="154637" y="200457"/>
                </a:cubicBezTo>
                <a:cubicBezTo>
                  <a:pt x="154637" y="201095"/>
                  <a:pt x="154637" y="201095"/>
                  <a:pt x="154637" y="201734"/>
                </a:cubicBezTo>
                <a:cubicBezTo>
                  <a:pt x="154637" y="202372"/>
                  <a:pt x="154637" y="202372"/>
                  <a:pt x="153997" y="203011"/>
                </a:cubicBezTo>
                <a:cubicBezTo>
                  <a:pt x="153997" y="203649"/>
                  <a:pt x="153358" y="203649"/>
                  <a:pt x="153358" y="204287"/>
                </a:cubicBezTo>
                <a:cubicBezTo>
                  <a:pt x="153358" y="204926"/>
                  <a:pt x="152720" y="204926"/>
                  <a:pt x="152081" y="204926"/>
                </a:cubicBezTo>
                <a:cubicBezTo>
                  <a:pt x="152081" y="204926"/>
                  <a:pt x="151442" y="205564"/>
                  <a:pt x="151442" y="205564"/>
                </a:cubicBezTo>
                <a:cubicBezTo>
                  <a:pt x="151442" y="205564"/>
                  <a:pt x="151442" y="205564"/>
                  <a:pt x="150802" y="205564"/>
                </a:cubicBezTo>
                <a:cubicBezTo>
                  <a:pt x="150164" y="205564"/>
                  <a:pt x="150164" y="205564"/>
                  <a:pt x="149525" y="206203"/>
                </a:cubicBezTo>
                <a:cubicBezTo>
                  <a:pt x="148886" y="206203"/>
                  <a:pt x="148886" y="206203"/>
                  <a:pt x="148247" y="206203"/>
                </a:cubicBezTo>
                <a:cubicBezTo>
                  <a:pt x="148247" y="206203"/>
                  <a:pt x="148247" y="206203"/>
                  <a:pt x="147607" y="206203"/>
                </a:cubicBezTo>
                <a:cubicBezTo>
                  <a:pt x="147607" y="206203"/>
                  <a:pt x="146969" y="206203"/>
                  <a:pt x="146969" y="206203"/>
                </a:cubicBezTo>
                <a:cubicBezTo>
                  <a:pt x="146330" y="206203"/>
                  <a:pt x="146330" y="206203"/>
                  <a:pt x="145691" y="206203"/>
                </a:cubicBezTo>
                <a:cubicBezTo>
                  <a:pt x="145052" y="206203"/>
                  <a:pt x="145052" y="206203"/>
                  <a:pt x="144412" y="205564"/>
                </a:cubicBezTo>
                <a:cubicBezTo>
                  <a:pt x="143774" y="205564"/>
                  <a:pt x="143774" y="204926"/>
                  <a:pt x="143135" y="204926"/>
                </a:cubicBezTo>
                <a:cubicBezTo>
                  <a:pt x="142496" y="204926"/>
                  <a:pt x="142496" y="204287"/>
                  <a:pt x="142496" y="203649"/>
                </a:cubicBezTo>
                <a:cubicBezTo>
                  <a:pt x="142496" y="203649"/>
                  <a:pt x="141857" y="203011"/>
                  <a:pt x="141857" y="203011"/>
                </a:cubicBezTo>
                <a:cubicBezTo>
                  <a:pt x="141857" y="203011"/>
                  <a:pt x="130994" y="184497"/>
                  <a:pt x="119492" y="167260"/>
                </a:cubicBezTo>
                <a:cubicBezTo>
                  <a:pt x="116297" y="162153"/>
                  <a:pt x="109907" y="159600"/>
                  <a:pt x="104795" y="159600"/>
                </a:cubicBezTo>
                <a:cubicBezTo>
                  <a:pt x="101600" y="159600"/>
                  <a:pt x="100322" y="160238"/>
                  <a:pt x="99683" y="160876"/>
                </a:cubicBezTo>
                <a:cubicBezTo>
                  <a:pt x="99683" y="160876"/>
                  <a:pt x="99683" y="161515"/>
                  <a:pt x="99683" y="162153"/>
                </a:cubicBezTo>
                <a:lnTo>
                  <a:pt x="130994" y="238122"/>
                </a:lnTo>
                <a:cubicBezTo>
                  <a:pt x="133550" y="243868"/>
                  <a:pt x="138022" y="250252"/>
                  <a:pt x="144412" y="254721"/>
                </a:cubicBezTo>
                <a:cubicBezTo>
                  <a:pt x="150164" y="259190"/>
                  <a:pt x="153358" y="265574"/>
                  <a:pt x="153358" y="272596"/>
                </a:cubicBezTo>
                <a:lnTo>
                  <a:pt x="153358" y="290471"/>
                </a:lnTo>
                <a:cubicBezTo>
                  <a:pt x="153358" y="294301"/>
                  <a:pt x="150802" y="296855"/>
                  <a:pt x="146969" y="296855"/>
                </a:cubicBezTo>
                <a:cubicBezTo>
                  <a:pt x="143135" y="296855"/>
                  <a:pt x="140579" y="294301"/>
                  <a:pt x="140579" y="290471"/>
                </a:cubicBezTo>
                <a:lnTo>
                  <a:pt x="140579" y="272596"/>
                </a:lnTo>
                <a:cubicBezTo>
                  <a:pt x="140579" y="269404"/>
                  <a:pt x="139301" y="266850"/>
                  <a:pt x="136745" y="264935"/>
                </a:cubicBezTo>
                <a:cubicBezTo>
                  <a:pt x="129077" y="259190"/>
                  <a:pt x="122687" y="251529"/>
                  <a:pt x="119492" y="243230"/>
                </a:cubicBezTo>
                <a:lnTo>
                  <a:pt x="88820" y="168537"/>
                </a:lnTo>
                <a:cubicBezTo>
                  <a:pt x="88820" y="167899"/>
                  <a:pt x="88181" y="167260"/>
                  <a:pt x="88181" y="166622"/>
                </a:cubicBezTo>
                <a:lnTo>
                  <a:pt x="88181" y="166622"/>
                </a:lnTo>
                <a:cubicBezTo>
                  <a:pt x="88181" y="165984"/>
                  <a:pt x="88181" y="165984"/>
                  <a:pt x="87543" y="165345"/>
                </a:cubicBezTo>
                <a:cubicBezTo>
                  <a:pt x="85625" y="158961"/>
                  <a:pt x="88181" y="153216"/>
                  <a:pt x="93933" y="150024"/>
                </a:cubicBezTo>
                <a:cubicBezTo>
                  <a:pt x="103517" y="144278"/>
                  <a:pt x="121409" y="148108"/>
                  <a:pt x="129716" y="160876"/>
                </a:cubicBezTo>
                <a:cubicBezTo>
                  <a:pt x="133550" y="166622"/>
                  <a:pt x="137384" y="172368"/>
                  <a:pt x="140579" y="178113"/>
                </a:cubicBezTo>
                <a:lnTo>
                  <a:pt x="140579" y="102782"/>
                </a:lnTo>
                <a:cubicBezTo>
                  <a:pt x="140579" y="91291"/>
                  <a:pt x="150164" y="81715"/>
                  <a:pt x="161666" y="81715"/>
                </a:cubicBezTo>
                <a:cubicBezTo>
                  <a:pt x="164861" y="81715"/>
                  <a:pt x="167417" y="82353"/>
                  <a:pt x="169972" y="83630"/>
                </a:cubicBezTo>
                <a:cubicBezTo>
                  <a:pt x="171251" y="72777"/>
                  <a:pt x="180197" y="64478"/>
                  <a:pt x="190420" y="64478"/>
                </a:cubicBezTo>
                <a:cubicBezTo>
                  <a:pt x="196172" y="64478"/>
                  <a:pt x="201283" y="66393"/>
                  <a:pt x="205117" y="70862"/>
                </a:cubicBezTo>
                <a:cubicBezTo>
                  <a:pt x="208951" y="74692"/>
                  <a:pt x="211507" y="79800"/>
                  <a:pt x="211507" y="85545"/>
                </a:cubicBezTo>
                <a:lnTo>
                  <a:pt x="211507" y="138532"/>
                </a:lnTo>
                <a:cubicBezTo>
                  <a:pt x="214063" y="137256"/>
                  <a:pt x="216619" y="136617"/>
                  <a:pt x="219814" y="136617"/>
                </a:cubicBezTo>
                <a:cubicBezTo>
                  <a:pt x="225565" y="136617"/>
                  <a:pt x="230677" y="138532"/>
                  <a:pt x="234511" y="143001"/>
                </a:cubicBezTo>
                <a:cubicBezTo>
                  <a:pt x="235789" y="144278"/>
                  <a:pt x="236428" y="145555"/>
                  <a:pt x="237706" y="146832"/>
                </a:cubicBezTo>
                <a:cubicBezTo>
                  <a:pt x="240901" y="144916"/>
                  <a:pt x="244735" y="143640"/>
                  <a:pt x="249208" y="143640"/>
                </a:cubicBezTo>
                <a:cubicBezTo>
                  <a:pt x="254959" y="143640"/>
                  <a:pt x="260071" y="145555"/>
                  <a:pt x="263905" y="150024"/>
                </a:cubicBezTo>
                <a:cubicBezTo>
                  <a:pt x="267739" y="153854"/>
                  <a:pt x="270295" y="158961"/>
                  <a:pt x="270295" y="164707"/>
                </a:cubicBezTo>
                <a:lnTo>
                  <a:pt x="270295" y="169814"/>
                </a:lnTo>
                <a:lnTo>
                  <a:pt x="272211" y="224716"/>
                </a:lnTo>
                <a:close/>
              </a:path>
            </a:pathLst>
          </a:custGeom>
          <a:solidFill>
            <a:srgbClr val="0076A8"/>
          </a:solidFill>
          <a:ln w="6390" cap="flat">
            <a:noFill/>
            <a:prstDash val="solid"/>
            <a:miter/>
          </a:ln>
        </p:spPr>
        <p:txBody>
          <a:bodyPr rtlCol="0" anchor="ctr"/>
          <a:lstStyle/>
          <a:p>
            <a:endParaRPr lang="en-US"/>
          </a:p>
        </p:txBody>
      </p:sp>
      <p:grpSp>
        <p:nvGrpSpPr>
          <p:cNvPr id="300" name="Graphic 4">
            <a:extLst>
              <a:ext uri="{FF2B5EF4-FFF2-40B4-BE49-F238E27FC236}">
                <a16:creationId xmlns:a16="http://schemas.microsoft.com/office/drawing/2014/main" id="{996E0C2C-7435-974C-8775-1E4FB17BE98F}"/>
              </a:ext>
            </a:extLst>
          </p:cNvPr>
          <p:cNvGrpSpPr>
            <a:grpSpLocks noChangeAspect="1"/>
          </p:cNvGrpSpPr>
          <p:nvPr/>
        </p:nvGrpSpPr>
        <p:grpSpPr>
          <a:xfrm>
            <a:off x="7802113" y="4792617"/>
            <a:ext cx="361670" cy="361333"/>
            <a:chOff x="7802113" y="4792617"/>
            <a:chExt cx="361670" cy="361333"/>
          </a:xfrm>
          <a:solidFill>
            <a:srgbClr val="0076A8"/>
          </a:solidFill>
        </p:grpSpPr>
        <p:sp>
          <p:nvSpPr>
            <p:cNvPr id="301" name="Graphic 4">
              <a:extLst>
                <a:ext uri="{FF2B5EF4-FFF2-40B4-BE49-F238E27FC236}">
                  <a16:creationId xmlns:a16="http://schemas.microsoft.com/office/drawing/2014/main" id="{9AAC6894-0D67-5C46-9F53-A6A82171598A}"/>
                </a:ext>
              </a:extLst>
            </p:cNvPr>
            <p:cNvSpPr/>
            <p:nvPr/>
          </p:nvSpPr>
          <p:spPr>
            <a:xfrm>
              <a:off x="7802113" y="4792617"/>
              <a:ext cx="361670" cy="361333"/>
            </a:xfrm>
            <a:custGeom>
              <a:avLst/>
              <a:gdLst>
                <a:gd name="connsiteX0" fmla="*/ 180836 w 361670"/>
                <a:gd name="connsiteY0" fmla="*/ 0 h 361333"/>
                <a:gd name="connsiteX1" fmla="*/ 0 w 361670"/>
                <a:gd name="connsiteY1" fmla="*/ 180667 h 361333"/>
                <a:gd name="connsiteX2" fmla="*/ 180836 w 361670"/>
                <a:gd name="connsiteY2" fmla="*/ 361334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7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895"/>
                    <a:pt x="81152" y="361334"/>
                    <a:pt x="180836" y="361334"/>
                  </a:cubicBezTo>
                  <a:cubicBezTo>
                    <a:pt x="281157" y="361334"/>
                    <a:pt x="361670" y="280257"/>
                    <a:pt x="361670" y="180667"/>
                  </a:cubicBezTo>
                  <a:cubicBezTo>
                    <a:pt x="361670" y="81077"/>
                    <a:pt x="280518" y="0"/>
                    <a:pt x="180836" y="0"/>
                  </a:cubicBezTo>
                  <a:close/>
                  <a:moveTo>
                    <a:pt x="180836" y="349204"/>
                  </a:moveTo>
                  <a:cubicBezTo>
                    <a:pt x="88181" y="349204"/>
                    <a:pt x="12780" y="273873"/>
                    <a:pt x="12780" y="181305"/>
                  </a:cubicBezTo>
                  <a:cubicBezTo>
                    <a:pt x="12780" y="88738"/>
                    <a:pt x="88181" y="13407"/>
                    <a:pt x="180836" y="13407"/>
                  </a:cubicBezTo>
                  <a:cubicBezTo>
                    <a:pt x="273490" y="13407"/>
                    <a:pt x="348890" y="88738"/>
                    <a:pt x="348890" y="181305"/>
                  </a:cubicBezTo>
                  <a:cubicBezTo>
                    <a:pt x="348890" y="273873"/>
                    <a:pt x="273490" y="349204"/>
                    <a:pt x="180836" y="349204"/>
                  </a:cubicBezTo>
                  <a:close/>
                </a:path>
              </a:pathLst>
            </a:custGeom>
            <a:solidFill>
              <a:srgbClr val="0076A8"/>
            </a:solidFill>
            <a:ln w="6390" cap="flat">
              <a:noFill/>
              <a:prstDash val="solid"/>
              <a:miter/>
            </a:ln>
          </p:spPr>
          <p:txBody>
            <a:bodyPr rtlCol="0" anchor="ctr"/>
            <a:lstStyle/>
            <a:p>
              <a:endParaRPr lang="en-US"/>
            </a:p>
          </p:txBody>
        </p:sp>
        <p:sp>
          <p:nvSpPr>
            <p:cNvPr id="302" name="Graphic 4">
              <a:extLst>
                <a:ext uri="{FF2B5EF4-FFF2-40B4-BE49-F238E27FC236}">
                  <a16:creationId xmlns:a16="http://schemas.microsoft.com/office/drawing/2014/main" id="{B0527670-367A-6C40-87AF-D20630307E54}"/>
                </a:ext>
              </a:extLst>
            </p:cNvPr>
            <p:cNvSpPr/>
            <p:nvPr/>
          </p:nvSpPr>
          <p:spPr>
            <a:xfrm>
              <a:off x="7854749" y="4881093"/>
              <a:ext cx="257430" cy="182843"/>
            </a:xfrm>
            <a:custGeom>
              <a:avLst/>
              <a:gdLst>
                <a:gd name="connsiteX0" fmla="*/ 256637 w 257430"/>
                <a:gd name="connsiteY0" fmla="*/ 88999 h 182843"/>
                <a:gd name="connsiteX1" fmla="*/ 248330 w 257430"/>
                <a:gd name="connsiteY1" fmla="*/ 85168 h 182843"/>
                <a:gd name="connsiteX2" fmla="*/ 221492 w 257430"/>
                <a:gd name="connsiteY2" fmla="*/ 96021 h 182843"/>
                <a:gd name="connsiteX3" fmla="*/ 212546 w 257430"/>
                <a:gd name="connsiteY3" fmla="*/ 85168 h 182843"/>
                <a:gd name="connsiteX4" fmla="*/ 205517 w 257430"/>
                <a:gd name="connsiteY4" fmla="*/ 76231 h 182843"/>
                <a:gd name="connsiteX5" fmla="*/ 225326 w 257430"/>
                <a:gd name="connsiteY5" fmla="*/ 69847 h 182843"/>
                <a:gd name="connsiteX6" fmla="*/ 227243 w 257430"/>
                <a:gd name="connsiteY6" fmla="*/ 60909 h 182843"/>
                <a:gd name="connsiteX7" fmla="*/ 218297 w 257430"/>
                <a:gd name="connsiteY7" fmla="*/ 58994 h 182843"/>
                <a:gd name="connsiteX8" fmla="*/ 188904 w 257430"/>
                <a:gd name="connsiteY8" fmla="*/ 62186 h 182843"/>
                <a:gd name="connsiteX9" fmla="*/ 188904 w 257430"/>
                <a:gd name="connsiteY9" fmla="*/ 62186 h 182843"/>
                <a:gd name="connsiteX10" fmla="*/ 188264 w 257430"/>
                <a:gd name="connsiteY10" fmla="*/ 62186 h 182843"/>
                <a:gd name="connsiteX11" fmla="*/ 156314 w 257430"/>
                <a:gd name="connsiteY11" fmla="*/ 49418 h 182843"/>
                <a:gd name="connsiteX12" fmla="*/ 155676 w 257430"/>
                <a:gd name="connsiteY12" fmla="*/ 49418 h 182843"/>
                <a:gd name="connsiteX13" fmla="*/ 155037 w 257430"/>
                <a:gd name="connsiteY13" fmla="*/ 49418 h 182843"/>
                <a:gd name="connsiteX14" fmla="*/ 153119 w 257430"/>
                <a:gd name="connsiteY14" fmla="*/ 49418 h 182843"/>
                <a:gd name="connsiteX15" fmla="*/ 153119 w 257430"/>
                <a:gd name="connsiteY15" fmla="*/ 49418 h 182843"/>
                <a:gd name="connsiteX16" fmla="*/ 105834 w 257430"/>
                <a:gd name="connsiteY16" fmla="*/ 54525 h 182843"/>
                <a:gd name="connsiteX17" fmla="*/ 103278 w 257430"/>
                <a:gd name="connsiteY17" fmla="*/ 55164 h 182843"/>
                <a:gd name="connsiteX18" fmla="*/ 73245 w 257430"/>
                <a:gd name="connsiteY18" fmla="*/ 58356 h 182843"/>
                <a:gd name="connsiteX19" fmla="*/ 96888 w 257430"/>
                <a:gd name="connsiteY19" fmla="*/ 37289 h 182843"/>
                <a:gd name="connsiteX20" fmla="*/ 127560 w 257430"/>
                <a:gd name="connsiteY20" fmla="*/ 25797 h 182843"/>
                <a:gd name="connsiteX21" fmla="*/ 149286 w 257430"/>
                <a:gd name="connsiteY21" fmla="*/ 25159 h 182843"/>
                <a:gd name="connsiteX22" fmla="*/ 161427 w 257430"/>
                <a:gd name="connsiteY22" fmla="*/ 25797 h 182843"/>
                <a:gd name="connsiteX23" fmla="*/ 199127 w 257430"/>
                <a:gd name="connsiteY23" fmla="*/ 25797 h 182843"/>
                <a:gd name="connsiteX24" fmla="*/ 199127 w 257430"/>
                <a:gd name="connsiteY24" fmla="*/ 25797 h 182843"/>
                <a:gd name="connsiteX25" fmla="*/ 208073 w 257430"/>
                <a:gd name="connsiteY25" fmla="*/ 23244 h 182843"/>
                <a:gd name="connsiteX26" fmla="*/ 228521 w 257430"/>
                <a:gd name="connsiteY26" fmla="*/ 12391 h 182843"/>
                <a:gd name="connsiteX27" fmla="*/ 231077 w 257430"/>
                <a:gd name="connsiteY27" fmla="*/ 3454 h 182843"/>
                <a:gd name="connsiteX28" fmla="*/ 222131 w 257430"/>
                <a:gd name="connsiteY28" fmla="*/ 900 h 182843"/>
                <a:gd name="connsiteX29" fmla="*/ 201044 w 257430"/>
                <a:gd name="connsiteY29" fmla="*/ 11753 h 182843"/>
                <a:gd name="connsiteX30" fmla="*/ 198489 w 257430"/>
                <a:gd name="connsiteY30" fmla="*/ 12391 h 182843"/>
                <a:gd name="connsiteX31" fmla="*/ 160788 w 257430"/>
                <a:gd name="connsiteY31" fmla="*/ 12391 h 182843"/>
                <a:gd name="connsiteX32" fmla="*/ 149924 w 257430"/>
                <a:gd name="connsiteY32" fmla="*/ 11753 h 182843"/>
                <a:gd name="connsiteX33" fmla="*/ 122448 w 257430"/>
                <a:gd name="connsiteY33" fmla="*/ 13668 h 182843"/>
                <a:gd name="connsiteX34" fmla="*/ 121809 w 257430"/>
                <a:gd name="connsiteY34" fmla="*/ 13668 h 182843"/>
                <a:gd name="connsiteX35" fmla="*/ 105834 w 257430"/>
                <a:gd name="connsiteY35" fmla="*/ 8561 h 182843"/>
                <a:gd name="connsiteX36" fmla="*/ 104556 w 257430"/>
                <a:gd name="connsiteY36" fmla="*/ 8561 h 182843"/>
                <a:gd name="connsiteX37" fmla="*/ 95610 w 257430"/>
                <a:gd name="connsiteY37" fmla="*/ 9199 h 182843"/>
                <a:gd name="connsiteX38" fmla="*/ 64300 w 257430"/>
                <a:gd name="connsiteY38" fmla="*/ 16221 h 182843"/>
                <a:gd name="connsiteX39" fmla="*/ 58549 w 257430"/>
                <a:gd name="connsiteY39" fmla="*/ 16221 h 182843"/>
                <a:gd name="connsiteX40" fmla="*/ 40657 w 257430"/>
                <a:gd name="connsiteY40" fmla="*/ 7922 h 182843"/>
                <a:gd name="connsiteX41" fmla="*/ 32350 w 257430"/>
                <a:gd name="connsiteY41" fmla="*/ 11114 h 182843"/>
                <a:gd name="connsiteX42" fmla="*/ 35545 w 257430"/>
                <a:gd name="connsiteY42" fmla="*/ 19413 h 182843"/>
                <a:gd name="connsiteX43" fmla="*/ 54075 w 257430"/>
                <a:gd name="connsiteY43" fmla="*/ 27713 h 182843"/>
                <a:gd name="connsiteX44" fmla="*/ 62383 w 257430"/>
                <a:gd name="connsiteY44" fmla="*/ 28989 h 182843"/>
                <a:gd name="connsiteX45" fmla="*/ 67495 w 257430"/>
                <a:gd name="connsiteY45" fmla="*/ 28351 h 182843"/>
                <a:gd name="connsiteX46" fmla="*/ 98805 w 257430"/>
                <a:gd name="connsiteY46" fmla="*/ 21329 h 182843"/>
                <a:gd name="connsiteX47" fmla="*/ 102640 w 257430"/>
                <a:gd name="connsiteY47" fmla="*/ 21329 h 182843"/>
                <a:gd name="connsiteX48" fmla="*/ 103278 w 257430"/>
                <a:gd name="connsiteY48" fmla="*/ 21329 h 182843"/>
                <a:gd name="connsiteX49" fmla="*/ 91137 w 257430"/>
                <a:gd name="connsiteY49" fmla="*/ 25797 h 182843"/>
                <a:gd name="connsiteX50" fmla="*/ 89220 w 257430"/>
                <a:gd name="connsiteY50" fmla="*/ 27074 h 182843"/>
                <a:gd name="connsiteX51" fmla="*/ 68134 w 257430"/>
                <a:gd name="connsiteY51" fmla="*/ 45588 h 182843"/>
                <a:gd name="connsiteX52" fmla="*/ 61744 w 257430"/>
                <a:gd name="connsiteY52" fmla="*/ 51333 h 182843"/>
                <a:gd name="connsiteX53" fmla="*/ 60465 w 257430"/>
                <a:gd name="connsiteY53" fmla="*/ 63463 h 182843"/>
                <a:gd name="connsiteX54" fmla="*/ 82191 w 257430"/>
                <a:gd name="connsiteY54" fmla="*/ 75592 h 182843"/>
                <a:gd name="connsiteX55" fmla="*/ 108390 w 257430"/>
                <a:gd name="connsiteY55" fmla="*/ 66655 h 182843"/>
                <a:gd name="connsiteX56" fmla="*/ 153119 w 257430"/>
                <a:gd name="connsiteY56" fmla="*/ 62186 h 182843"/>
                <a:gd name="connsiteX57" fmla="*/ 183791 w 257430"/>
                <a:gd name="connsiteY57" fmla="*/ 74316 h 182843"/>
                <a:gd name="connsiteX58" fmla="*/ 195294 w 257430"/>
                <a:gd name="connsiteY58" fmla="*/ 82615 h 182843"/>
                <a:gd name="connsiteX59" fmla="*/ 203600 w 257430"/>
                <a:gd name="connsiteY59" fmla="*/ 92829 h 182843"/>
                <a:gd name="connsiteX60" fmla="*/ 215102 w 257430"/>
                <a:gd name="connsiteY60" fmla="*/ 106874 h 182843"/>
                <a:gd name="connsiteX61" fmla="*/ 215102 w 257430"/>
                <a:gd name="connsiteY61" fmla="*/ 106874 h 182843"/>
                <a:gd name="connsiteX62" fmla="*/ 215102 w 257430"/>
                <a:gd name="connsiteY62" fmla="*/ 106874 h 182843"/>
                <a:gd name="connsiteX63" fmla="*/ 217019 w 257430"/>
                <a:gd name="connsiteY63" fmla="*/ 108789 h 182843"/>
                <a:gd name="connsiteX64" fmla="*/ 218936 w 257430"/>
                <a:gd name="connsiteY64" fmla="*/ 111343 h 182843"/>
                <a:gd name="connsiteX65" fmla="*/ 217019 w 257430"/>
                <a:gd name="connsiteY65" fmla="*/ 113258 h 182843"/>
                <a:gd name="connsiteX66" fmla="*/ 215741 w 257430"/>
                <a:gd name="connsiteY66" fmla="*/ 113896 h 182843"/>
                <a:gd name="connsiteX67" fmla="*/ 211907 w 257430"/>
                <a:gd name="connsiteY67" fmla="*/ 117088 h 182843"/>
                <a:gd name="connsiteX68" fmla="*/ 199766 w 257430"/>
                <a:gd name="connsiteY68" fmla="*/ 106874 h 182843"/>
                <a:gd name="connsiteX69" fmla="*/ 185709 w 257430"/>
                <a:gd name="connsiteY69" fmla="*/ 94744 h 182843"/>
                <a:gd name="connsiteX70" fmla="*/ 176763 w 257430"/>
                <a:gd name="connsiteY70" fmla="*/ 96021 h 182843"/>
                <a:gd name="connsiteX71" fmla="*/ 178040 w 257430"/>
                <a:gd name="connsiteY71" fmla="*/ 104959 h 182843"/>
                <a:gd name="connsiteX72" fmla="*/ 191459 w 257430"/>
                <a:gd name="connsiteY72" fmla="*/ 116450 h 182843"/>
                <a:gd name="connsiteX73" fmla="*/ 201684 w 257430"/>
                <a:gd name="connsiteY73" fmla="*/ 125387 h 182843"/>
                <a:gd name="connsiteX74" fmla="*/ 202322 w 257430"/>
                <a:gd name="connsiteY74" fmla="*/ 126026 h 182843"/>
                <a:gd name="connsiteX75" fmla="*/ 204239 w 257430"/>
                <a:gd name="connsiteY75" fmla="*/ 129856 h 182843"/>
                <a:gd name="connsiteX76" fmla="*/ 201044 w 257430"/>
                <a:gd name="connsiteY76" fmla="*/ 134325 h 182843"/>
                <a:gd name="connsiteX77" fmla="*/ 196571 w 257430"/>
                <a:gd name="connsiteY77" fmla="*/ 137517 h 182843"/>
                <a:gd name="connsiteX78" fmla="*/ 190181 w 257430"/>
                <a:gd name="connsiteY78" fmla="*/ 133048 h 182843"/>
                <a:gd name="connsiteX79" fmla="*/ 180596 w 257430"/>
                <a:gd name="connsiteY79" fmla="*/ 124749 h 182843"/>
                <a:gd name="connsiteX80" fmla="*/ 179319 w 257430"/>
                <a:gd name="connsiteY80" fmla="*/ 123472 h 182843"/>
                <a:gd name="connsiteX81" fmla="*/ 166539 w 257430"/>
                <a:gd name="connsiteY81" fmla="*/ 111343 h 182843"/>
                <a:gd name="connsiteX82" fmla="*/ 157593 w 257430"/>
                <a:gd name="connsiteY82" fmla="*/ 111981 h 182843"/>
                <a:gd name="connsiteX83" fmla="*/ 158232 w 257430"/>
                <a:gd name="connsiteY83" fmla="*/ 120919 h 182843"/>
                <a:gd name="connsiteX84" fmla="*/ 170373 w 257430"/>
                <a:gd name="connsiteY84" fmla="*/ 131771 h 182843"/>
                <a:gd name="connsiteX85" fmla="*/ 172289 w 257430"/>
                <a:gd name="connsiteY85" fmla="*/ 133687 h 182843"/>
                <a:gd name="connsiteX86" fmla="*/ 172289 w 257430"/>
                <a:gd name="connsiteY86" fmla="*/ 133687 h 182843"/>
                <a:gd name="connsiteX87" fmla="*/ 172289 w 257430"/>
                <a:gd name="connsiteY87" fmla="*/ 133687 h 182843"/>
                <a:gd name="connsiteX88" fmla="*/ 179319 w 257430"/>
                <a:gd name="connsiteY88" fmla="*/ 140709 h 182843"/>
                <a:gd name="connsiteX89" fmla="*/ 181235 w 257430"/>
                <a:gd name="connsiteY89" fmla="*/ 141986 h 182843"/>
                <a:gd name="connsiteX90" fmla="*/ 182514 w 257430"/>
                <a:gd name="connsiteY90" fmla="*/ 142624 h 182843"/>
                <a:gd name="connsiteX91" fmla="*/ 179319 w 257430"/>
                <a:gd name="connsiteY91" fmla="*/ 147093 h 182843"/>
                <a:gd name="connsiteX92" fmla="*/ 175484 w 257430"/>
                <a:gd name="connsiteY92" fmla="*/ 150285 h 182843"/>
                <a:gd name="connsiteX93" fmla="*/ 163983 w 257430"/>
                <a:gd name="connsiteY93" fmla="*/ 140709 h 182843"/>
                <a:gd name="connsiteX94" fmla="*/ 149924 w 257430"/>
                <a:gd name="connsiteY94" fmla="*/ 128579 h 182843"/>
                <a:gd name="connsiteX95" fmla="*/ 140979 w 257430"/>
                <a:gd name="connsiteY95" fmla="*/ 129856 h 182843"/>
                <a:gd name="connsiteX96" fmla="*/ 142257 w 257430"/>
                <a:gd name="connsiteY96" fmla="*/ 138794 h 182843"/>
                <a:gd name="connsiteX97" fmla="*/ 155037 w 257430"/>
                <a:gd name="connsiteY97" fmla="*/ 149647 h 182843"/>
                <a:gd name="connsiteX98" fmla="*/ 158232 w 257430"/>
                <a:gd name="connsiteY98" fmla="*/ 152200 h 182843"/>
                <a:gd name="connsiteX99" fmla="*/ 157593 w 257430"/>
                <a:gd name="connsiteY99" fmla="*/ 152839 h 182843"/>
                <a:gd name="connsiteX100" fmla="*/ 151842 w 257430"/>
                <a:gd name="connsiteY100" fmla="*/ 157946 h 182843"/>
                <a:gd name="connsiteX101" fmla="*/ 145452 w 257430"/>
                <a:gd name="connsiteY101" fmla="*/ 155392 h 182843"/>
                <a:gd name="connsiteX102" fmla="*/ 144174 w 257430"/>
                <a:gd name="connsiteY102" fmla="*/ 154754 h 182843"/>
                <a:gd name="connsiteX103" fmla="*/ 141618 w 257430"/>
                <a:gd name="connsiteY103" fmla="*/ 144539 h 182843"/>
                <a:gd name="connsiteX104" fmla="*/ 140340 w 257430"/>
                <a:gd name="connsiteY104" fmla="*/ 143263 h 182843"/>
                <a:gd name="connsiteX105" fmla="*/ 131394 w 257430"/>
                <a:gd name="connsiteY105" fmla="*/ 137517 h 182843"/>
                <a:gd name="connsiteX106" fmla="*/ 128199 w 257430"/>
                <a:gd name="connsiteY106" fmla="*/ 127941 h 182843"/>
                <a:gd name="connsiteX107" fmla="*/ 127560 w 257430"/>
                <a:gd name="connsiteY107" fmla="*/ 127303 h 182843"/>
                <a:gd name="connsiteX108" fmla="*/ 121170 w 257430"/>
                <a:gd name="connsiteY108" fmla="*/ 122195 h 182843"/>
                <a:gd name="connsiteX109" fmla="*/ 119253 w 257430"/>
                <a:gd name="connsiteY109" fmla="*/ 101128 h 182843"/>
                <a:gd name="connsiteX110" fmla="*/ 92415 w 257430"/>
                <a:gd name="connsiteY110" fmla="*/ 97936 h 182843"/>
                <a:gd name="connsiteX111" fmla="*/ 91776 w 257430"/>
                <a:gd name="connsiteY111" fmla="*/ 98575 h 182843"/>
                <a:gd name="connsiteX112" fmla="*/ 89860 w 257430"/>
                <a:gd name="connsiteY112" fmla="*/ 96021 h 182843"/>
                <a:gd name="connsiteX113" fmla="*/ 62383 w 257430"/>
                <a:gd name="connsiteY113" fmla="*/ 91552 h 182843"/>
                <a:gd name="connsiteX114" fmla="*/ 40657 w 257430"/>
                <a:gd name="connsiteY114" fmla="*/ 105597 h 182843"/>
                <a:gd name="connsiteX115" fmla="*/ 37462 w 257430"/>
                <a:gd name="connsiteY115" fmla="*/ 102405 h 182843"/>
                <a:gd name="connsiteX116" fmla="*/ 8707 w 257430"/>
                <a:gd name="connsiteY116" fmla="*/ 85168 h 182843"/>
                <a:gd name="connsiteX117" fmla="*/ 401 w 257430"/>
                <a:gd name="connsiteY117" fmla="*/ 88999 h 182843"/>
                <a:gd name="connsiteX118" fmla="*/ 4234 w 257430"/>
                <a:gd name="connsiteY118" fmla="*/ 97298 h 182843"/>
                <a:gd name="connsiteX119" fmla="*/ 27877 w 257430"/>
                <a:gd name="connsiteY119" fmla="*/ 110704 h 182843"/>
                <a:gd name="connsiteX120" fmla="*/ 30433 w 257430"/>
                <a:gd name="connsiteY120" fmla="*/ 113258 h 182843"/>
                <a:gd name="connsiteX121" fmla="*/ 26599 w 257430"/>
                <a:gd name="connsiteY121" fmla="*/ 120919 h 182843"/>
                <a:gd name="connsiteX122" fmla="*/ 29155 w 257430"/>
                <a:gd name="connsiteY122" fmla="*/ 134325 h 182843"/>
                <a:gd name="connsiteX123" fmla="*/ 43213 w 257430"/>
                <a:gd name="connsiteY123" fmla="*/ 145178 h 182843"/>
                <a:gd name="connsiteX124" fmla="*/ 46408 w 257430"/>
                <a:gd name="connsiteY124" fmla="*/ 154115 h 182843"/>
                <a:gd name="connsiteX125" fmla="*/ 68134 w 257430"/>
                <a:gd name="connsiteY125" fmla="*/ 164968 h 182843"/>
                <a:gd name="connsiteX126" fmla="*/ 68773 w 257430"/>
                <a:gd name="connsiteY126" fmla="*/ 165607 h 182843"/>
                <a:gd name="connsiteX127" fmla="*/ 93055 w 257430"/>
                <a:gd name="connsiteY127" fmla="*/ 174544 h 182843"/>
                <a:gd name="connsiteX128" fmla="*/ 94971 w 257430"/>
                <a:gd name="connsiteY128" fmla="*/ 174544 h 182843"/>
                <a:gd name="connsiteX129" fmla="*/ 96250 w 257430"/>
                <a:gd name="connsiteY129" fmla="*/ 176459 h 182843"/>
                <a:gd name="connsiteX130" fmla="*/ 112863 w 257430"/>
                <a:gd name="connsiteY130" fmla="*/ 182843 h 182843"/>
                <a:gd name="connsiteX131" fmla="*/ 114780 w 257430"/>
                <a:gd name="connsiteY131" fmla="*/ 182843 h 182843"/>
                <a:gd name="connsiteX132" fmla="*/ 135867 w 257430"/>
                <a:gd name="connsiteY132" fmla="*/ 168160 h 182843"/>
                <a:gd name="connsiteX133" fmla="*/ 136506 w 257430"/>
                <a:gd name="connsiteY133" fmla="*/ 167522 h 182843"/>
                <a:gd name="connsiteX134" fmla="*/ 137784 w 257430"/>
                <a:gd name="connsiteY134" fmla="*/ 166245 h 182843"/>
                <a:gd name="connsiteX135" fmla="*/ 137784 w 257430"/>
                <a:gd name="connsiteY135" fmla="*/ 166245 h 182843"/>
                <a:gd name="connsiteX136" fmla="*/ 149924 w 257430"/>
                <a:gd name="connsiteY136" fmla="*/ 171352 h 182843"/>
                <a:gd name="connsiteX137" fmla="*/ 150564 w 257430"/>
                <a:gd name="connsiteY137" fmla="*/ 171352 h 182843"/>
                <a:gd name="connsiteX138" fmla="*/ 165899 w 257430"/>
                <a:gd name="connsiteY138" fmla="*/ 162415 h 182843"/>
                <a:gd name="connsiteX139" fmla="*/ 167178 w 257430"/>
                <a:gd name="connsiteY139" fmla="*/ 161138 h 182843"/>
                <a:gd name="connsiteX140" fmla="*/ 173568 w 257430"/>
                <a:gd name="connsiteY140" fmla="*/ 163691 h 182843"/>
                <a:gd name="connsiteX141" fmla="*/ 174206 w 257430"/>
                <a:gd name="connsiteY141" fmla="*/ 163691 h 182843"/>
                <a:gd name="connsiteX142" fmla="*/ 186986 w 257430"/>
                <a:gd name="connsiteY142" fmla="*/ 157307 h 182843"/>
                <a:gd name="connsiteX143" fmla="*/ 193376 w 257430"/>
                <a:gd name="connsiteY143" fmla="*/ 149647 h 182843"/>
                <a:gd name="connsiteX144" fmla="*/ 195294 w 257430"/>
                <a:gd name="connsiteY144" fmla="*/ 150285 h 182843"/>
                <a:gd name="connsiteX145" fmla="*/ 195932 w 257430"/>
                <a:gd name="connsiteY145" fmla="*/ 150285 h 182843"/>
                <a:gd name="connsiteX146" fmla="*/ 208712 w 257430"/>
                <a:gd name="connsiteY146" fmla="*/ 143901 h 182843"/>
                <a:gd name="connsiteX147" fmla="*/ 216380 w 257430"/>
                <a:gd name="connsiteY147" fmla="*/ 130495 h 182843"/>
                <a:gd name="connsiteX148" fmla="*/ 216380 w 257430"/>
                <a:gd name="connsiteY148" fmla="*/ 129218 h 182843"/>
                <a:gd name="connsiteX149" fmla="*/ 224687 w 257430"/>
                <a:gd name="connsiteY149" fmla="*/ 124111 h 182843"/>
                <a:gd name="connsiteX150" fmla="*/ 225965 w 257430"/>
                <a:gd name="connsiteY150" fmla="*/ 123472 h 182843"/>
                <a:gd name="connsiteX151" fmla="*/ 232355 w 257430"/>
                <a:gd name="connsiteY151" fmla="*/ 111981 h 182843"/>
                <a:gd name="connsiteX152" fmla="*/ 231077 w 257430"/>
                <a:gd name="connsiteY152" fmla="*/ 105597 h 182843"/>
                <a:gd name="connsiteX153" fmla="*/ 254720 w 257430"/>
                <a:gd name="connsiteY153" fmla="*/ 96021 h 182843"/>
                <a:gd name="connsiteX154" fmla="*/ 256637 w 257430"/>
                <a:gd name="connsiteY154" fmla="*/ 88999 h 182843"/>
                <a:gd name="connsiteX155" fmla="*/ 38101 w 257430"/>
                <a:gd name="connsiteY155" fmla="*/ 127941 h 182843"/>
                <a:gd name="connsiteX156" fmla="*/ 37462 w 257430"/>
                <a:gd name="connsiteY156" fmla="*/ 124111 h 182843"/>
                <a:gd name="connsiteX157" fmla="*/ 38101 w 257430"/>
                <a:gd name="connsiteY157" fmla="*/ 122195 h 182843"/>
                <a:gd name="connsiteX158" fmla="*/ 67495 w 257430"/>
                <a:gd name="connsiteY158" fmla="*/ 103043 h 182843"/>
                <a:gd name="connsiteX159" fmla="*/ 72606 w 257430"/>
                <a:gd name="connsiteY159" fmla="*/ 101128 h 182843"/>
                <a:gd name="connsiteX160" fmla="*/ 78357 w 257430"/>
                <a:gd name="connsiteY160" fmla="*/ 104320 h 182843"/>
                <a:gd name="connsiteX161" fmla="*/ 79635 w 257430"/>
                <a:gd name="connsiteY161" fmla="*/ 106235 h 182843"/>
                <a:gd name="connsiteX162" fmla="*/ 79635 w 257430"/>
                <a:gd name="connsiteY162" fmla="*/ 106235 h 182843"/>
                <a:gd name="connsiteX163" fmla="*/ 48964 w 257430"/>
                <a:gd name="connsiteY163" fmla="*/ 131771 h 182843"/>
                <a:gd name="connsiteX164" fmla="*/ 48964 w 257430"/>
                <a:gd name="connsiteY164" fmla="*/ 131771 h 182843"/>
                <a:gd name="connsiteX165" fmla="*/ 48325 w 257430"/>
                <a:gd name="connsiteY165" fmla="*/ 132410 h 182843"/>
                <a:gd name="connsiteX166" fmla="*/ 38101 w 257430"/>
                <a:gd name="connsiteY166" fmla="*/ 127941 h 182843"/>
                <a:gd name="connsiteX167" fmla="*/ 55354 w 257430"/>
                <a:gd name="connsiteY167" fmla="*/ 147731 h 182843"/>
                <a:gd name="connsiteX168" fmla="*/ 55354 w 257430"/>
                <a:gd name="connsiteY168" fmla="*/ 144539 h 182843"/>
                <a:gd name="connsiteX169" fmla="*/ 55354 w 257430"/>
                <a:gd name="connsiteY169" fmla="*/ 144539 h 182843"/>
                <a:gd name="connsiteX170" fmla="*/ 57910 w 257430"/>
                <a:gd name="connsiteY170" fmla="*/ 142624 h 182843"/>
                <a:gd name="connsiteX171" fmla="*/ 90498 w 257430"/>
                <a:gd name="connsiteY171" fmla="*/ 115811 h 182843"/>
                <a:gd name="connsiteX172" fmla="*/ 91137 w 257430"/>
                <a:gd name="connsiteY172" fmla="*/ 115173 h 182843"/>
                <a:gd name="connsiteX173" fmla="*/ 98805 w 257430"/>
                <a:gd name="connsiteY173" fmla="*/ 110066 h 182843"/>
                <a:gd name="connsiteX174" fmla="*/ 108390 w 257430"/>
                <a:gd name="connsiteY174" fmla="*/ 110704 h 182843"/>
                <a:gd name="connsiteX175" fmla="*/ 107112 w 257430"/>
                <a:gd name="connsiteY175" fmla="*/ 120280 h 182843"/>
                <a:gd name="connsiteX176" fmla="*/ 106473 w 257430"/>
                <a:gd name="connsiteY176" fmla="*/ 120919 h 182843"/>
                <a:gd name="connsiteX177" fmla="*/ 105834 w 257430"/>
                <a:gd name="connsiteY177" fmla="*/ 121557 h 182843"/>
                <a:gd name="connsiteX178" fmla="*/ 68773 w 257430"/>
                <a:gd name="connsiteY178" fmla="*/ 152839 h 182843"/>
                <a:gd name="connsiteX179" fmla="*/ 55354 w 257430"/>
                <a:gd name="connsiteY179" fmla="*/ 147731 h 182843"/>
                <a:gd name="connsiteX180" fmla="*/ 79635 w 257430"/>
                <a:gd name="connsiteY180" fmla="*/ 161138 h 182843"/>
                <a:gd name="connsiteX181" fmla="*/ 111585 w 257430"/>
                <a:gd name="connsiteY181" fmla="*/ 134325 h 182843"/>
                <a:gd name="connsiteX182" fmla="*/ 112224 w 257430"/>
                <a:gd name="connsiteY182" fmla="*/ 134325 h 182843"/>
                <a:gd name="connsiteX183" fmla="*/ 117975 w 257430"/>
                <a:gd name="connsiteY183" fmla="*/ 137517 h 182843"/>
                <a:gd name="connsiteX184" fmla="*/ 117975 w 257430"/>
                <a:gd name="connsiteY184" fmla="*/ 139432 h 182843"/>
                <a:gd name="connsiteX185" fmla="*/ 115419 w 257430"/>
                <a:gd name="connsiteY185" fmla="*/ 143901 h 182843"/>
                <a:gd name="connsiteX186" fmla="*/ 110946 w 257430"/>
                <a:gd name="connsiteY186" fmla="*/ 149008 h 182843"/>
                <a:gd name="connsiteX187" fmla="*/ 103917 w 257430"/>
                <a:gd name="connsiteY187" fmla="*/ 156031 h 182843"/>
                <a:gd name="connsiteX188" fmla="*/ 99445 w 257430"/>
                <a:gd name="connsiteY188" fmla="*/ 159223 h 182843"/>
                <a:gd name="connsiteX189" fmla="*/ 92415 w 257430"/>
                <a:gd name="connsiteY189" fmla="*/ 163691 h 182843"/>
                <a:gd name="connsiteX190" fmla="*/ 79635 w 257430"/>
                <a:gd name="connsiteY190" fmla="*/ 161138 h 182843"/>
                <a:gd name="connsiteX191" fmla="*/ 126282 w 257430"/>
                <a:gd name="connsiteY191" fmla="*/ 161138 h 182843"/>
                <a:gd name="connsiteX192" fmla="*/ 113502 w 257430"/>
                <a:gd name="connsiteY192" fmla="*/ 171991 h 182843"/>
                <a:gd name="connsiteX193" fmla="*/ 105834 w 257430"/>
                <a:gd name="connsiteY193" fmla="*/ 170075 h 182843"/>
                <a:gd name="connsiteX194" fmla="*/ 107112 w 257430"/>
                <a:gd name="connsiteY194" fmla="*/ 168799 h 182843"/>
                <a:gd name="connsiteX195" fmla="*/ 110946 w 257430"/>
                <a:gd name="connsiteY195" fmla="*/ 165607 h 182843"/>
                <a:gd name="connsiteX196" fmla="*/ 112224 w 257430"/>
                <a:gd name="connsiteY196" fmla="*/ 164968 h 182843"/>
                <a:gd name="connsiteX197" fmla="*/ 119892 w 257430"/>
                <a:gd name="connsiteY197" fmla="*/ 157307 h 182843"/>
                <a:gd name="connsiteX198" fmla="*/ 125643 w 257430"/>
                <a:gd name="connsiteY198" fmla="*/ 150923 h 182843"/>
                <a:gd name="connsiteX199" fmla="*/ 130755 w 257430"/>
                <a:gd name="connsiteY199" fmla="*/ 154115 h 182843"/>
                <a:gd name="connsiteX200" fmla="*/ 126282 w 257430"/>
                <a:gd name="connsiteY200" fmla="*/ 161138 h 182843"/>
                <a:gd name="connsiteX201" fmla="*/ 126282 w 257430"/>
                <a:gd name="connsiteY201" fmla="*/ 161138 h 182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Lst>
              <a:rect l="l" t="t" r="r" b="b"/>
              <a:pathLst>
                <a:path w="257430" h="182843">
                  <a:moveTo>
                    <a:pt x="256637" y="88999"/>
                  </a:moveTo>
                  <a:cubicBezTo>
                    <a:pt x="255358" y="85807"/>
                    <a:pt x="251525" y="83892"/>
                    <a:pt x="248330" y="85168"/>
                  </a:cubicBezTo>
                  <a:lnTo>
                    <a:pt x="221492" y="96021"/>
                  </a:lnTo>
                  <a:cubicBezTo>
                    <a:pt x="218297" y="92191"/>
                    <a:pt x="215102" y="88360"/>
                    <a:pt x="212546" y="85168"/>
                  </a:cubicBezTo>
                  <a:cubicBezTo>
                    <a:pt x="209990" y="81976"/>
                    <a:pt x="207434" y="79423"/>
                    <a:pt x="205517" y="76231"/>
                  </a:cubicBezTo>
                  <a:cubicBezTo>
                    <a:pt x="213185" y="74954"/>
                    <a:pt x="220853" y="73039"/>
                    <a:pt x="225326" y="69847"/>
                  </a:cubicBezTo>
                  <a:cubicBezTo>
                    <a:pt x="228521" y="67932"/>
                    <a:pt x="229160" y="64101"/>
                    <a:pt x="227243" y="60909"/>
                  </a:cubicBezTo>
                  <a:cubicBezTo>
                    <a:pt x="225326" y="57717"/>
                    <a:pt x="221492" y="57079"/>
                    <a:pt x="218297" y="58994"/>
                  </a:cubicBezTo>
                  <a:cubicBezTo>
                    <a:pt x="211907" y="63463"/>
                    <a:pt x="192737" y="64740"/>
                    <a:pt x="188904" y="62186"/>
                  </a:cubicBezTo>
                  <a:cubicBezTo>
                    <a:pt x="188904" y="62186"/>
                    <a:pt x="188904" y="62186"/>
                    <a:pt x="188904" y="62186"/>
                  </a:cubicBezTo>
                  <a:cubicBezTo>
                    <a:pt x="188904" y="62186"/>
                    <a:pt x="188264" y="62186"/>
                    <a:pt x="188264" y="62186"/>
                  </a:cubicBezTo>
                  <a:lnTo>
                    <a:pt x="156314" y="49418"/>
                  </a:lnTo>
                  <a:cubicBezTo>
                    <a:pt x="156314" y="49418"/>
                    <a:pt x="156314" y="49418"/>
                    <a:pt x="155676" y="49418"/>
                  </a:cubicBezTo>
                  <a:cubicBezTo>
                    <a:pt x="155676" y="49418"/>
                    <a:pt x="155037" y="49418"/>
                    <a:pt x="155037" y="49418"/>
                  </a:cubicBezTo>
                  <a:cubicBezTo>
                    <a:pt x="154398" y="49418"/>
                    <a:pt x="153759" y="49418"/>
                    <a:pt x="153119" y="49418"/>
                  </a:cubicBezTo>
                  <a:cubicBezTo>
                    <a:pt x="153119" y="49418"/>
                    <a:pt x="153119" y="49418"/>
                    <a:pt x="153119" y="49418"/>
                  </a:cubicBezTo>
                  <a:lnTo>
                    <a:pt x="105834" y="54525"/>
                  </a:lnTo>
                  <a:cubicBezTo>
                    <a:pt x="105195" y="54525"/>
                    <a:pt x="103917" y="55164"/>
                    <a:pt x="103278" y="55164"/>
                  </a:cubicBezTo>
                  <a:cubicBezTo>
                    <a:pt x="84109" y="66655"/>
                    <a:pt x="77080" y="62824"/>
                    <a:pt x="73245" y="58356"/>
                  </a:cubicBezTo>
                  <a:lnTo>
                    <a:pt x="96888" y="37289"/>
                  </a:lnTo>
                  <a:lnTo>
                    <a:pt x="127560" y="25797"/>
                  </a:lnTo>
                  <a:cubicBezTo>
                    <a:pt x="133950" y="23244"/>
                    <a:pt x="141618" y="23882"/>
                    <a:pt x="149286" y="25159"/>
                  </a:cubicBezTo>
                  <a:cubicBezTo>
                    <a:pt x="153119" y="25797"/>
                    <a:pt x="157593" y="25797"/>
                    <a:pt x="161427" y="25797"/>
                  </a:cubicBezTo>
                  <a:lnTo>
                    <a:pt x="199127" y="25797"/>
                  </a:lnTo>
                  <a:cubicBezTo>
                    <a:pt x="199127" y="25797"/>
                    <a:pt x="199127" y="25797"/>
                    <a:pt x="199127" y="25797"/>
                  </a:cubicBezTo>
                  <a:cubicBezTo>
                    <a:pt x="202322" y="25797"/>
                    <a:pt x="205517" y="24521"/>
                    <a:pt x="208073" y="23244"/>
                  </a:cubicBezTo>
                  <a:lnTo>
                    <a:pt x="228521" y="12391"/>
                  </a:lnTo>
                  <a:cubicBezTo>
                    <a:pt x="231716" y="10476"/>
                    <a:pt x="232994" y="6646"/>
                    <a:pt x="231077" y="3454"/>
                  </a:cubicBezTo>
                  <a:cubicBezTo>
                    <a:pt x="229160" y="262"/>
                    <a:pt x="225326" y="-1015"/>
                    <a:pt x="222131" y="900"/>
                  </a:cubicBezTo>
                  <a:lnTo>
                    <a:pt x="201044" y="11753"/>
                  </a:lnTo>
                  <a:cubicBezTo>
                    <a:pt x="200405" y="12391"/>
                    <a:pt x="199127" y="12391"/>
                    <a:pt x="198489" y="12391"/>
                  </a:cubicBezTo>
                  <a:lnTo>
                    <a:pt x="160788" y="12391"/>
                  </a:lnTo>
                  <a:cubicBezTo>
                    <a:pt x="157593" y="12391"/>
                    <a:pt x="153759" y="11753"/>
                    <a:pt x="149924" y="11753"/>
                  </a:cubicBezTo>
                  <a:cubicBezTo>
                    <a:pt x="140979" y="11114"/>
                    <a:pt x="131394" y="9838"/>
                    <a:pt x="122448" y="13668"/>
                  </a:cubicBezTo>
                  <a:lnTo>
                    <a:pt x="121809" y="13668"/>
                  </a:lnTo>
                  <a:lnTo>
                    <a:pt x="105834" y="8561"/>
                  </a:lnTo>
                  <a:cubicBezTo>
                    <a:pt x="105195" y="8561"/>
                    <a:pt x="105195" y="8561"/>
                    <a:pt x="104556" y="8561"/>
                  </a:cubicBezTo>
                  <a:cubicBezTo>
                    <a:pt x="101361" y="7922"/>
                    <a:pt x="98805" y="8561"/>
                    <a:pt x="95610" y="9199"/>
                  </a:cubicBezTo>
                  <a:lnTo>
                    <a:pt x="64300" y="16221"/>
                  </a:lnTo>
                  <a:cubicBezTo>
                    <a:pt x="62383" y="16860"/>
                    <a:pt x="59826" y="16860"/>
                    <a:pt x="58549" y="16221"/>
                  </a:cubicBezTo>
                  <a:lnTo>
                    <a:pt x="40657" y="7922"/>
                  </a:lnTo>
                  <a:cubicBezTo>
                    <a:pt x="37462" y="6646"/>
                    <a:pt x="33628" y="7922"/>
                    <a:pt x="32350" y="11114"/>
                  </a:cubicBezTo>
                  <a:cubicBezTo>
                    <a:pt x="31072" y="14306"/>
                    <a:pt x="32350" y="18137"/>
                    <a:pt x="35545" y="19413"/>
                  </a:cubicBezTo>
                  <a:lnTo>
                    <a:pt x="54075" y="27713"/>
                  </a:lnTo>
                  <a:cubicBezTo>
                    <a:pt x="56631" y="28351"/>
                    <a:pt x="59188" y="28989"/>
                    <a:pt x="62383" y="28989"/>
                  </a:cubicBezTo>
                  <a:cubicBezTo>
                    <a:pt x="64300" y="28989"/>
                    <a:pt x="66216" y="28989"/>
                    <a:pt x="67495" y="28351"/>
                  </a:cubicBezTo>
                  <a:lnTo>
                    <a:pt x="98805" y="21329"/>
                  </a:lnTo>
                  <a:cubicBezTo>
                    <a:pt x="100083" y="21329"/>
                    <a:pt x="101361" y="20690"/>
                    <a:pt x="102640" y="21329"/>
                  </a:cubicBezTo>
                  <a:lnTo>
                    <a:pt x="103278" y="21329"/>
                  </a:lnTo>
                  <a:lnTo>
                    <a:pt x="91137" y="25797"/>
                  </a:lnTo>
                  <a:cubicBezTo>
                    <a:pt x="90498" y="25797"/>
                    <a:pt x="89860" y="26436"/>
                    <a:pt x="89220" y="27074"/>
                  </a:cubicBezTo>
                  <a:lnTo>
                    <a:pt x="68134" y="45588"/>
                  </a:lnTo>
                  <a:lnTo>
                    <a:pt x="61744" y="51333"/>
                  </a:lnTo>
                  <a:cubicBezTo>
                    <a:pt x="58549" y="54525"/>
                    <a:pt x="57910" y="59632"/>
                    <a:pt x="60465" y="63463"/>
                  </a:cubicBezTo>
                  <a:cubicBezTo>
                    <a:pt x="63021" y="67293"/>
                    <a:pt x="68773" y="75592"/>
                    <a:pt x="82191" y="75592"/>
                  </a:cubicBezTo>
                  <a:cubicBezTo>
                    <a:pt x="88581" y="75592"/>
                    <a:pt x="97527" y="73039"/>
                    <a:pt x="108390" y="66655"/>
                  </a:cubicBezTo>
                  <a:lnTo>
                    <a:pt x="153119" y="62186"/>
                  </a:lnTo>
                  <a:lnTo>
                    <a:pt x="183791" y="74316"/>
                  </a:lnTo>
                  <a:cubicBezTo>
                    <a:pt x="188264" y="76231"/>
                    <a:pt x="192099" y="78784"/>
                    <a:pt x="195294" y="82615"/>
                  </a:cubicBezTo>
                  <a:cubicBezTo>
                    <a:pt x="197849" y="85807"/>
                    <a:pt x="200405" y="88999"/>
                    <a:pt x="203600" y="92829"/>
                  </a:cubicBezTo>
                  <a:cubicBezTo>
                    <a:pt x="207434" y="97298"/>
                    <a:pt x="211268" y="101767"/>
                    <a:pt x="215102" y="106874"/>
                  </a:cubicBezTo>
                  <a:cubicBezTo>
                    <a:pt x="215102" y="106874"/>
                    <a:pt x="215102" y="106874"/>
                    <a:pt x="215102" y="106874"/>
                  </a:cubicBezTo>
                  <a:cubicBezTo>
                    <a:pt x="215102" y="106874"/>
                    <a:pt x="215102" y="106874"/>
                    <a:pt x="215102" y="106874"/>
                  </a:cubicBezTo>
                  <a:cubicBezTo>
                    <a:pt x="215741" y="107512"/>
                    <a:pt x="216380" y="108151"/>
                    <a:pt x="217019" y="108789"/>
                  </a:cubicBezTo>
                  <a:cubicBezTo>
                    <a:pt x="217658" y="109427"/>
                    <a:pt x="218936" y="110704"/>
                    <a:pt x="218936" y="111343"/>
                  </a:cubicBezTo>
                  <a:cubicBezTo>
                    <a:pt x="218936" y="111343"/>
                    <a:pt x="217658" y="112619"/>
                    <a:pt x="217019" y="113258"/>
                  </a:cubicBezTo>
                  <a:lnTo>
                    <a:pt x="215741" y="113896"/>
                  </a:lnTo>
                  <a:cubicBezTo>
                    <a:pt x="213185" y="115811"/>
                    <a:pt x="211907" y="116450"/>
                    <a:pt x="211907" y="117088"/>
                  </a:cubicBezTo>
                  <a:cubicBezTo>
                    <a:pt x="209351" y="115811"/>
                    <a:pt x="203600" y="110704"/>
                    <a:pt x="199766" y="106874"/>
                  </a:cubicBezTo>
                  <a:cubicBezTo>
                    <a:pt x="195294" y="102405"/>
                    <a:pt x="190181" y="97936"/>
                    <a:pt x="185709" y="94744"/>
                  </a:cubicBezTo>
                  <a:cubicBezTo>
                    <a:pt x="183153" y="92829"/>
                    <a:pt x="178679" y="93468"/>
                    <a:pt x="176763" y="96021"/>
                  </a:cubicBezTo>
                  <a:cubicBezTo>
                    <a:pt x="174845" y="98575"/>
                    <a:pt x="175484" y="103043"/>
                    <a:pt x="178040" y="104959"/>
                  </a:cubicBezTo>
                  <a:cubicBezTo>
                    <a:pt x="182514" y="108151"/>
                    <a:pt x="186986" y="112619"/>
                    <a:pt x="191459" y="116450"/>
                  </a:cubicBezTo>
                  <a:cubicBezTo>
                    <a:pt x="195294" y="120280"/>
                    <a:pt x="198489" y="123472"/>
                    <a:pt x="201684" y="125387"/>
                  </a:cubicBezTo>
                  <a:cubicBezTo>
                    <a:pt x="201684" y="125387"/>
                    <a:pt x="201684" y="126026"/>
                    <a:pt x="202322" y="126026"/>
                  </a:cubicBezTo>
                  <a:cubicBezTo>
                    <a:pt x="203600" y="127303"/>
                    <a:pt x="204239" y="128579"/>
                    <a:pt x="204239" y="129856"/>
                  </a:cubicBezTo>
                  <a:cubicBezTo>
                    <a:pt x="204239" y="131133"/>
                    <a:pt x="204239" y="131771"/>
                    <a:pt x="201044" y="134325"/>
                  </a:cubicBezTo>
                  <a:cubicBezTo>
                    <a:pt x="197849" y="136879"/>
                    <a:pt x="197210" y="137517"/>
                    <a:pt x="196571" y="137517"/>
                  </a:cubicBezTo>
                  <a:cubicBezTo>
                    <a:pt x="195294" y="137517"/>
                    <a:pt x="192737" y="134963"/>
                    <a:pt x="190181" y="133048"/>
                  </a:cubicBezTo>
                  <a:cubicBezTo>
                    <a:pt x="187625" y="130495"/>
                    <a:pt x="184430" y="127941"/>
                    <a:pt x="180596" y="124749"/>
                  </a:cubicBezTo>
                  <a:cubicBezTo>
                    <a:pt x="179958" y="124111"/>
                    <a:pt x="179319" y="123472"/>
                    <a:pt x="179319" y="123472"/>
                  </a:cubicBezTo>
                  <a:cubicBezTo>
                    <a:pt x="175484" y="119642"/>
                    <a:pt x="171012" y="115173"/>
                    <a:pt x="166539" y="111343"/>
                  </a:cubicBezTo>
                  <a:cubicBezTo>
                    <a:pt x="163983" y="108789"/>
                    <a:pt x="159509" y="109427"/>
                    <a:pt x="157593" y="111981"/>
                  </a:cubicBezTo>
                  <a:cubicBezTo>
                    <a:pt x="155676" y="114535"/>
                    <a:pt x="155676" y="119003"/>
                    <a:pt x="158232" y="120919"/>
                  </a:cubicBezTo>
                  <a:cubicBezTo>
                    <a:pt x="162065" y="124111"/>
                    <a:pt x="165899" y="127941"/>
                    <a:pt x="170373" y="131771"/>
                  </a:cubicBezTo>
                  <a:cubicBezTo>
                    <a:pt x="171012" y="132410"/>
                    <a:pt x="171650" y="133048"/>
                    <a:pt x="172289" y="133687"/>
                  </a:cubicBezTo>
                  <a:cubicBezTo>
                    <a:pt x="172289" y="133687"/>
                    <a:pt x="172289" y="133687"/>
                    <a:pt x="172289" y="133687"/>
                  </a:cubicBezTo>
                  <a:cubicBezTo>
                    <a:pt x="172289" y="133687"/>
                    <a:pt x="172289" y="133687"/>
                    <a:pt x="172289" y="133687"/>
                  </a:cubicBezTo>
                  <a:cubicBezTo>
                    <a:pt x="174845" y="136240"/>
                    <a:pt x="176763" y="138155"/>
                    <a:pt x="179319" y="140709"/>
                  </a:cubicBezTo>
                  <a:cubicBezTo>
                    <a:pt x="179958" y="141347"/>
                    <a:pt x="180596" y="141986"/>
                    <a:pt x="181235" y="141986"/>
                  </a:cubicBezTo>
                  <a:cubicBezTo>
                    <a:pt x="181874" y="142624"/>
                    <a:pt x="182514" y="143263"/>
                    <a:pt x="182514" y="142624"/>
                  </a:cubicBezTo>
                  <a:cubicBezTo>
                    <a:pt x="182514" y="143901"/>
                    <a:pt x="182514" y="144539"/>
                    <a:pt x="179319" y="147093"/>
                  </a:cubicBezTo>
                  <a:cubicBezTo>
                    <a:pt x="176124" y="149647"/>
                    <a:pt x="175484" y="150285"/>
                    <a:pt x="175484" y="150285"/>
                  </a:cubicBezTo>
                  <a:cubicBezTo>
                    <a:pt x="173568" y="149647"/>
                    <a:pt x="167817" y="144539"/>
                    <a:pt x="163983" y="140709"/>
                  </a:cubicBezTo>
                  <a:cubicBezTo>
                    <a:pt x="159509" y="136879"/>
                    <a:pt x="155037" y="132410"/>
                    <a:pt x="149924" y="128579"/>
                  </a:cubicBezTo>
                  <a:cubicBezTo>
                    <a:pt x="147369" y="126664"/>
                    <a:pt x="142896" y="127303"/>
                    <a:pt x="140979" y="129856"/>
                  </a:cubicBezTo>
                  <a:cubicBezTo>
                    <a:pt x="139062" y="132410"/>
                    <a:pt x="139701" y="136879"/>
                    <a:pt x="142257" y="138794"/>
                  </a:cubicBezTo>
                  <a:cubicBezTo>
                    <a:pt x="146729" y="141986"/>
                    <a:pt x="150564" y="145816"/>
                    <a:pt x="155037" y="149647"/>
                  </a:cubicBezTo>
                  <a:cubicBezTo>
                    <a:pt x="156314" y="150285"/>
                    <a:pt x="156954" y="151562"/>
                    <a:pt x="158232" y="152200"/>
                  </a:cubicBezTo>
                  <a:cubicBezTo>
                    <a:pt x="158232" y="152200"/>
                    <a:pt x="158232" y="152200"/>
                    <a:pt x="157593" y="152839"/>
                  </a:cubicBezTo>
                  <a:cubicBezTo>
                    <a:pt x="156314" y="154754"/>
                    <a:pt x="153119" y="157307"/>
                    <a:pt x="151842" y="157946"/>
                  </a:cubicBezTo>
                  <a:cubicBezTo>
                    <a:pt x="150564" y="157307"/>
                    <a:pt x="146729" y="156031"/>
                    <a:pt x="145452" y="155392"/>
                  </a:cubicBezTo>
                  <a:cubicBezTo>
                    <a:pt x="144813" y="155392"/>
                    <a:pt x="144813" y="154754"/>
                    <a:pt x="144174" y="154754"/>
                  </a:cubicBezTo>
                  <a:cubicBezTo>
                    <a:pt x="144813" y="151562"/>
                    <a:pt x="144174" y="147731"/>
                    <a:pt x="141618" y="144539"/>
                  </a:cubicBezTo>
                  <a:cubicBezTo>
                    <a:pt x="140979" y="143901"/>
                    <a:pt x="140979" y="143901"/>
                    <a:pt x="140340" y="143263"/>
                  </a:cubicBezTo>
                  <a:cubicBezTo>
                    <a:pt x="137784" y="140709"/>
                    <a:pt x="134589" y="138155"/>
                    <a:pt x="131394" y="137517"/>
                  </a:cubicBezTo>
                  <a:cubicBezTo>
                    <a:pt x="131394" y="134325"/>
                    <a:pt x="130755" y="131133"/>
                    <a:pt x="128199" y="127941"/>
                  </a:cubicBezTo>
                  <a:cubicBezTo>
                    <a:pt x="128199" y="127941"/>
                    <a:pt x="127560" y="127303"/>
                    <a:pt x="127560" y="127303"/>
                  </a:cubicBezTo>
                  <a:cubicBezTo>
                    <a:pt x="125643" y="125387"/>
                    <a:pt x="123087" y="123472"/>
                    <a:pt x="121170" y="122195"/>
                  </a:cubicBezTo>
                  <a:cubicBezTo>
                    <a:pt x="125004" y="115173"/>
                    <a:pt x="124365" y="107512"/>
                    <a:pt x="119253" y="101128"/>
                  </a:cubicBezTo>
                  <a:cubicBezTo>
                    <a:pt x="112224" y="92829"/>
                    <a:pt x="101361" y="91552"/>
                    <a:pt x="92415" y="97936"/>
                  </a:cubicBezTo>
                  <a:lnTo>
                    <a:pt x="91776" y="98575"/>
                  </a:lnTo>
                  <a:cubicBezTo>
                    <a:pt x="91137" y="97936"/>
                    <a:pt x="90498" y="96660"/>
                    <a:pt x="89860" y="96021"/>
                  </a:cubicBezTo>
                  <a:cubicBezTo>
                    <a:pt x="84747" y="88999"/>
                    <a:pt x="74524" y="83892"/>
                    <a:pt x="62383" y="91552"/>
                  </a:cubicBezTo>
                  <a:lnTo>
                    <a:pt x="40657" y="105597"/>
                  </a:lnTo>
                  <a:cubicBezTo>
                    <a:pt x="39379" y="104320"/>
                    <a:pt x="38101" y="103043"/>
                    <a:pt x="37462" y="102405"/>
                  </a:cubicBezTo>
                  <a:cubicBezTo>
                    <a:pt x="36823" y="101767"/>
                    <a:pt x="28516" y="92829"/>
                    <a:pt x="8707" y="85168"/>
                  </a:cubicBezTo>
                  <a:cubicBezTo>
                    <a:pt x="5512" y="83892"/>
                    <a:pt x="1678" y="85807"/>
                    <a:pt x="401" y="88999"/>
                  </a:cubicBezTo>
                  <a:cubicBezTo>
                    <a:pt x="-878" y="92191"/>
                    <a:pt x="1039" y="96021"/>
                    <a:pt x="4234" y="97298"/>
                  </a:cubicBezTo>
                  <a:cubicBezTo>
                    <a:pt x="21487" y="103682"/>
                    <a:pt x="27877" y="110704"/>
                    <a:pt x="27877" y="110704"/>
                  </a:cubicBezTo>
                  <a:cubicBezTo>
                    <a:pt x="28516" y="111343"/>
                    <a:pt x="29155" y="112619"/>
                    <a:pt x="30433" y="113258"/>
                  </a:cubicBezTo>
                  <a:cubicBezTo>
                    <a:pt x="28516" y="115173"/>
                    <a:pt x="27238" y="117727"/>
                    <a:pt x="26599" y="120919"/>
                  </a:cubicBezTo>
                  <a:cubicBezTo>
                    <a:pt x="25960" y="126026"/>
                    <a:pt x="26599" y="131133"/>
                    <a:pt x="29155" y="134325"/>
                  </a:cubicBezTo>
                  <a:cubicBezTo>
                    <a:pt x="33628" y="140071"/>
                    <a:pt x="38740" y="143901"/>
                    <a:pt x="43213" y="145178"/>
                  </a:cubicBezTo>
                  <a:cubicBezTo>
                    <a:pt x="43213" y="148370"/>
                    <a:pt x="44490" y="150923"/>
                    <a:pt x="46408" y="154115"/>
                  </a:cubicBezTo>
                  <a:cubicBezTo>
                    <a:pt x="50880" y="160499"/>
                    <a:pt x="59826" y="164968"/>
                    <a:pt x="68134" y="164968"/>
                  </a:cubicBezTo>
                  <a:cubicBezTo>
                    <a:pt x="68134" y="164968"/>
                    <a:pt x="68134" y="165607"/>
                    <a:pt x="68773" y="165607"/>
                  </a:cubicBezTo>
                  <a:cubicBezTo>
                    <a:pt x="72606" y="171991"/>
                    <a:pt x="86025" y="174544"/>
                    <a:pt x="93055" y="174544"/>
                  </a:cubicBezTo>
                  <a:cubicBezTo>
                    <a:pt x="93693" y="174544"/>
                    <a:pt x="94332" y="174544"/>
                    <a:pt x="94971" y="174544"/>
                  </a:cubicBezTo>
                  <a:cubicBezTo>
                    <a:pt x="95610" y="175183"/>
                    <a:pt x="96250" y="175821"/>
                    <a:pt x="96250" y="176459"/>
                  </a:cubicBezTo>
                  <a:cubicBezTo>
                    <a:pt x="100083" y="180290"/>
                    <a:pt x="105834" y="182843"/>
                    <a:pt x="112863" y="182843"/>
                  </a:cubicBezTo>
                  <a:cubicBezTo>
                    <a:pt x="113502" y="182843"/>
                    <a:pt x="114141" y="182843"/>
                    <a:pt x="114780" y="182843"/>
                  </a:cubicBezTo>
                  <a:cubicBezTo>
                    <a:pt x="120531" y="182205"/>
                    <a:pt x="127560" y="177098"/>
                    <a:pt x="135867" y="168160"/>
                  </a:cubicBezTo>
                  <a:lnTo>
                    <a:pt x="136506" y="167522"/>
                  </a:lnTo>
                  <a:cubicBezTo>
                    <a:pt x="137145" y="166883"/>
                    <a:pt x="137145" y="166883"/>
                    <a:pt x="137784" y="166245"/>
                  </a:cubicBezTo>
                  <a:cubicBezTo>
                    <a:pt x="137784" y="166245"/>
                    <a:pt x="137784" y="166245"/>
                    <a:pt x="137784" y="166245"/>
                  </a:cubicBezTo>
                  <a:cubicBezTo>
                    <a:pt x="140340" y="168160"/>
                    <a:pt x="147369" y="170714"/>
                    <a:pt x="149924" y="171352"/>
                  </a:cubicBezTo>
                  <a:cubicBezTo>
                    <a:pt x="149924" y="171352"/>
                    <a:pt x="150564" y="171352"/>
                    <a:pt x="150564" y="171352"/>
                  </a:cubicBezTo>
                  <a:cubicBezTo>
                    <a:pt x="156954" y="171352"/>
                    <a:pt x="161427" y="166245"/>
                    <a:pt x="165899" y="162415"/>
                  </a:cubicBezTo>
                  <a:cubicBezTo>
                    <a:pt x="165899" y="161776"/>
                    <a:pt x="166539" y="161776"/>
                    <a:pt x="167178" y="161138"/>
                  </a:cubicBezTo>
                  <a:cubicBezTo>
                    <a:pt x="169734" y="162415"/>
                    <a:pt x="171650" y="163053"/>
                    <a:pt x="173568" y="163691"/>
                  </a:cubicBezTo>
                  <a:cubicBezTo>
                    <a:pt x="173568" y="163691"/>
                    <a:pt x="174206" y="163691"/>
                    <a:pt x="174206" y="163691"/>
                  </a:cubicBezTo>
                  <a:cubicBezTo>
                    <a:pt x="179319" y="163691"/>
                    <a:pt x="183153" y="160499"/>
                    <a:pt x="186986" y="157307"/>
                  </a:cubicBezTo>
                  <a:cubicBezTo>
                    <a:pt x="189542" y="155392"/>
                    <a:pt x="191459" y="152839"/>
                    <a:pt x="193376" y="149647"/>
                  </a:cubicBezTo>
                  <a:cubicBezTo>
                    <a:pt x="194015" y="149647"/>
                    <a:pt x="194654" y="150285"/>
                    <a:pt x="195294" y="150285"/>
                  </a:cubicBezTo>
                  <a:cubicBezTo>
                    <a:pt x="195294" y="150285"/>
                    <a:pt x="195932" y="150285"/>
                    <a:pt x="195932" y="150285"/>
                  </a:cubicBezTo>
                  <a:cubicBezTo>
                    <a:pt x="201044" y="150285"/>
                    <a:pt x="204879" y="147093"/>
                    <a:pt x="208712" y="143901"/>
                  </a:cubicBezTo>
                  <a:cubicBezTo>
                    <a:pt x="211907" y="140709"/>
                    <a:pt x="215741" y="136879"/>
                    <a:pt x="216380" y="130495"/>
                  </a:cubicBezTo>
                  <a:cubicBezTo>
                    <a:pt x="216380" y="129856"/>
                    <a:pt x="216380" y="129856"/>
                    <a:pt x="216380" y="129218"/>
                  </a:cubicBezTo>
                  <a:cubicBezTo>
                    <a:pt x="219575" y="127941"/>
                    <a:pt x="222131" y="126026"/>
                    <a:pt x="224687" y="124111"/>
                  </a:cubicBezTo>
                  <a:lnTo>
                    <a:pt x="225965" y="123472"/>
                  </a:lnTo>
                  <a:cubicBezTo>
                    <a:pt x="229160" y="120919"/>
                    <a:pt x="232355" y="118365"/>
                    <a:pt x="232355" y="111981"/>
                  </a:cubicBezTo>
                  <a:cubicBezTo>
                    <a:pt x="232355" y="109427"/>
                    <a:pt x="231716" y="107512"/>
                    <a:pt x="231077" y="105597"/>
                  </a:cubicBezTo>
                  <a:lnTo>
                    <a:pt x="254720" y="96021"/>
                  </a:lnTo>
                  <a:cubicBezTo>
                    <a:pt x="256637" y="96021"/>
                    <a:pt x="258553" y="92191"/>
                    <a:pt x="256637" y="88999"/>
                  </a:cubicBezTo>
                  <a:close/>
                  <a:moveTo>
                    <a:pt x="38101" y="127941"/>
                  </a:moveTo>
                  <a:cubicBezTo>
                    <a:pt x="37462" y="127303"/>
                    <a:pt x="37462" y="126026"/>
                    <a:pt x="37462" y="124111"/>
                  </a:cubicBezTo>
                  <a:cubicBezTo>
                    <a:pt x="37462" y="122834"/>
                    <a:pt x="38101" y="122195"/>
                    <a:pt x="38101" y="122195"/>
                  </a:cubicBezTo>
                  <a:lnTo>
                    <a:pt x="67495" y="103043"/>
                  </a:lnTo>
                  <a:cubicBezTo>
                    <a:pt x="68134" y="102405"/>
                    <a:pt x="70050" y="101128"/>
                    <a:pt x="72606" y="101128"/>
                  </a:cubicBezTo>
                  <a:cubicBezTo>
                    <a:pt x="74524" y="101128"/>
                    <a:pt x="76440" y="101767"/>
                    <a:pt x="78357" y="104320"/>
                  </a:cubicBezTo>
                  <a:cubicBezTo>
                    <a:pt x="78996" y="104959"/>
                    <a:pt x="79635" y="105597"/>
                    <a:pt x="79635" y="106235"/>
                  </a:cubicBezTo>
                  <a:cubicBezTo>
                    <a:pt x="79635" y="106235"/>
                    <a:pt x="79635" y="106235"/>
                    <a:pt x="79635" y="106235"/>
                  </a:cubicBezTo>
                  <a:lnTo>
                    <a:pt x="48964" y="131771"/>
                  </a:lnTo>
                  <a:cubicBezTo>
                    <a:pt x="48964" y="131771"/>
                    <a:pt x="48964" y="131771"/>
                    <a:pt x="48964" y="131771"/>
                  </a:cubicBezTo>
                  <a:cubicBezTo>
                    <a:pt x="48964" y="131771"/>
                    <a:pt x="48325" y="131771"/>
                    <a:pt x="48325" y="132410"/>
                  </a:cubicBezTo>
                  <a:cubicBezTo>
                    <a:pt x="47047" y="134325"/>
                    <a:pt x="42574" y="134325"/>
                    <a:pt x="38101" y="127941"/>
                  </a:cubicBezTo>
                  <a:close/>
                  <a:moveTo>
                    <a:pt x="55354" y="147731"/>
                  </a:moveTo>
                  <a:cubicBezTo>
                    <a:pt x="54075" y="145816"/>
                    <a:pt x="54715" y="145178"/>
                    <a:pt x="55354" y="144539"/>
                  </a:cubicBezTo>
                  <a:cubicBezTo>
                    <a:pt x="55354" y="144539"/>
                    <a:pt x="55354" y="144539"/>
                    <a:pt x="55354" y="144539"/>
                  </a:cubicBezTo>
                  <a:cubicBezTo>
                    <a:pt x="56631" y="143901"/>
                    <a:pt x="57270" y="143263"/>
                    <a:pt x="57910" y="142624"/>
                  </a:cubicBezTo>
                  <a:lnTo>
                    <a:pt x="90498" y="115811"/>
                  </a:lnTo>
                  <a:cubicBezTo>
                    <a:pt x="90498" y="115811"/>
                    <a:pt x="90498" y="115811"/>
                    <a:pt x="91137" y="115173"/>
                  </a:cubicBezTo>
                  <a:lnTo>
                    <a:pt x="98805" y="110066"/>
                  </a:lnTo>
                  <a:cubicBezTo>
                    <a:pt x="100722" y="108789"/>
                    <a:pt x="105195" y="106235"/>
                    <a:pt x="108390" y="110704"/>
                  </a:cubicBezTo>
                  <a:cubicBezTo>
                    <a:pt x="111585" y="114535"/>
                    <a:pt x="109668" y="118365"/>
                    <a:pt x="107112" y="120280"/>
                  </a:cubicBezTo>
                  <a:cubicBezTo>
                    <a:pt x="106473" y="120280"/>
                    <a:pt x="106473" y="120919"/>
                    <a:pt x="106473" y="120919"/>
                  </a:cubicBezTo>
                  <a:cubicBezTo>
                    <a:pt x="106473" y="120919"/>
                    <a:pt x="106473" y="120919"/>
                    <a:pt x="105834" y="121557"/>
                  </a:cubicBezTo>
                  <a:lnTo>
                    <a:pt x="68773" y="152839"/>
                  </a:lnTo>
                  <a:cubicBezTo>
                    <a:pt x="63660" y="154115"/>
                    <a:pt x="57910" y="150923"/>
                    <a:pt x="55354" y="147731"/>
                  </a:cubicBezTo>
                  <a:close/>
                  <a:moveTo>
                    <a:pt x="79635" y="161138"/>
                  </a:moveTo>
                  <a:lnTo>
                    <a:pt x="111585" y="134325"/>
                  </a:lnTo>
                  <a:cubicBezTo>
                    <a:pt x="111585" y="134325"/>
                    <a:pt x="111585" y="134325"/>
                    <a:pt x="112224" y="134325"/>
                  </a:cubicBezTo>
                  <a:cubicBezTo>
                    <a:pt x="113502" y="134325"/>
                    <a:pt x="115419" y="134963"/>
                    <a:pt x="117975" y="137517"/>
                  </a:cubicBezTo>
                  <a:cubicBezTo>
                    <a:pt x="118614" y="138155"/>
                    <a:pt x="117975" y="138794"/>
                    <a:pt x="117975" y="139432"/>
                  </a:cubicBezTo>
                  <a:cubicBezTo>
                    <a:pt x="116697" y="140709"/>
                    <a:pt x="115419" y="141986"/>
                    <a:pt x="115419" y="143901"/>
                  </a:cubicBezTo>
                  <a:cubicBezTo>
                    <a:pt x="114141" y="145816"/>
                    <a:pt x="112224" y="147731"/>
                    <a:pt x="110946" y="149008"/>
                  </a:cubicBezTo>
                  <a:lnTo>
                    <a:pt x="103917" y="156031"/>
                  </a:lnTo>
                  <a:cubicBezTo>
                    <a:pt x="102640" y="156669"/>
                    <a:pt x="101361" y="157946"/>
                    <a:pt x="99445" y="159223"/>
                  </a:cubicBezTo>
                  <a:cubicBezTo>
                    <a:pt x="97527" y="161138"/>
                    <a:pt x="93693" y="163691"/>
                    <a:pt x="92415" y="163691"/>
                  </a:cubicBezTo>
                  <a:cubicBezTo>
                    <a:pt x="89860" y="163691"/>
                    <a:pt x="82830" y="162415"/>
                    <a:pt x="79635" y="161138"/>
                  </a:cubicBezTo>
                  <a:close/>
                  <a:moveTo>
                    <a:pt x="126282" y="161138"/>
                  </a:moveTo>
                  <a:cubicBezTo>
                    <a:pt x="117336" y="170075"/>
                    <a:pt x="114141" y="171352"/>
                    <a:pt x="113502" y="171991"/>
                  </a:cubicBezTo>
                  <a:cubicBezTo>
                    <a:pt x="110307" y="171991"/>
                    <a:pt x="107751" y="171352"/>
                    <a:pt x="105834" y="170075"/>
                  </a:cubicBezTo>
                  <a:cubicBezTo>
                    <a:pt x="106473" y="169437"/>
                    <a:pt x="107112" y="169437"/>
                    <a:pt x="107112" y="168799"/>
                  </a:cubicBezTo>
                  <a:cubicBezTo>
                    <a:pt x="108390" y="167522"/>
                    <a:pt x="109668" y="166883"/>
                    <a:pt x="110946" y="165607"/>
                  </a:cubicBezTo>
                  <a:cubicBezTo>
                    <a:pt x="110946" y="165607"/>
                    <a:pt x="111585" y="164968"/>
                    <a:pt x="112224" y="164968"/>
                  </a:cubicBezTo>
                  <a:lnTo>
                    <a:pt x="119892" y="157307"/>
                  </a:lnTo>
                  <a:cubicBezTo>
                    <a:pt x="121170" y="156031"/>
                    <a:pt x="123726" y="153477"/>
                    <a:pt x="125643" y="150923"/>
                  </a:cubicBezTo>
                  <a:cubicBezTo>
                    <a:pt x="126921" y="151562"/>
                    <a:pt x="128838" y="152200"/>
                    <a:pt x="130755" y="154115"/>
                  </a:cubicBezTo>
                  <a:cubicBezTo>
                    <a:pt x="131394" y="155392"/>
                    <a:pt x="128199" y="159223"/>
                    <a:pt x="126282" y="161138"/>
                  </a:cubicBezTo>
                  <a:lnTo>
                    <a:pt x="126282" y="161138"/>
                  </a:lnTo>
                  <a:close/>
                </a:path>
              </a:pathLst>
            </a:custGeom>
            <a:solidFill>
              <a:srgbClr val="0076A8"/>
            </a:solidFill>
            <a:ln w="6390" cap="flat">
              <a:noFill/>
              <a:prstDash val="solid"/>
              <a:miter/>
            </a:ln>
          </p:spPr>
          <p:txBody>
            <a:bodyPr rtlCol="0" anchor="ctr"/>
            <a:lstStyle/>
            <a:p>
              <a:endParaRPr lang="en-US"/>
            </a:p>
          </p:txBody>
        </p:sp>
      </p:grpSp>
      <p:grpSp>
        <p:nvGrpSpPr>
          <p:cNvPr id="303" name="Graphic 4">
            <a:extLst>
              <a:ext uri="{FF2B5EF4-FFF2-40B4-BE49-F238E27FC236}">
                <a16:creationId xmlns:a16="http://schemas.microsoft.com/office/drawing/2014/main" id="{B60086D9-DE79-0043-9AF0-83A52C438227}"/>
              </a:ext>
            </a:extLst>
          </p:cNvPr>
          <p:cNvGrpSpPr>
            <a:grpSpLocks noChangeAspect="1"/>
          </p:cNvGrpSpPr>
          <p:nvPr/>
        </p:nvGrpSpPr>
        <p:grpSpPr>
          <a:xfrm>
            <a:off x="8239823" y="4792617"/>
            <a:ext cx="361670" cy="361333"/>
            <a:chOff x="8239823" y="4792617"/>
            <a:chExt cx="361670" cy="361333"/>
          </a:xfrm>
          <a:solidFill>
            <a:srgbClr val="0076A8"/>
          </a:solidFill>
        </p:grpSpPr>
        <p:sp>
          <p:nvSpPr>
            <p:cNvPr id="304" name="Graphic 4">
              <a:extLst>
                <a:ext uri="{FF2B5EF4-FFF2-40B4-BE49-F238E27FC236}">
                  <a16:creationId xmlns:a16="http://schemas.microsoft.com/office/drawing/2014/main" id="{B4C37C59-A7C3-3E45-9014-F20D08055FC6}"/>
                </a:ext>
              </a:extLst>
            </p:cNvPr>
            <p:cNvSpPr/>
            <p:nvPr/>
          </p:nvSpPr>
          <p:spPr>
            <a:xfrm>
              <a:off x="8372734" y="5014780"/>
              <a:ext cx="38339" cy="29366"/>
            </a:xfrm>
            <a:custGeom>
              <a:avLst/>
              <a:gdLst>
                <a:gd name="connsiteX0" fmla="*/ 19170 w 38339"/>
                <a:gd name="connsiteY0" fmla="*/ 24897 h 29366"/>
                <a:gd name="connsiteX1" fmla="*/ 23642 w 38339"/>
                <a:gd name="connsiteY1" fmla="*/ 21705 h 29366"/>
                <a:gd name="connsiteX2" fmla="*/ 31310 w 38339"/>
                <a:gd name="connsiteY2" fmla="*/ 14683 h 29366"/>
                <a:gd name="connsiteX3" fmla="*/ 35783 w 38339"/>
                <a:gd name="connsiteY3" fmla="*/ 9576 h 29366"/>
                <a:gd name="connsiteX4" fmla="*/ 38340 w 38339"/>
                <a:gd name="connsiteY4" fmla="*/ 5107 h 29366"/>
                <a:gd name="connsiteX5" fmla="*/ 38340 w 38339"/>
                <a:gd name="connsiteY5" fmla="*/ 3192 h 29366"/>
                <a:gd name="connsiteX6" fmla="*/ 32589 w 38339"/>
                <a:gd name="connsiteY6" fmla="*/ 0 h 29366"/>
                <a:gd name="connsiteX7" fmla="*/ 31950 w 38339"/>
                <a:gd name="connsiteY7" fmla="*/ 0 h 29366"/>
                <a:gd name="connsiteX8" fmla="*/ 0 w 38339"/>
                <a:gd name="connsiteY8" fmla="*/ 26812 h 29366"/>
                <a:gd name="connsiteX9" fmla="*/ 12780 w 38339"/>
                <a:gd name="connsiteY9" fmla="*/ 29366 h 29366"/>
                <a:gd name="connsiteX10" fmla="*/ 19170 w 38339"/>
                <a:gd name="connsiteY10" fmla="*/ 24897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339" h="29366">
                  <a:moveTo>
                    <a:pt x="19170" y="24897"/>
                  </a:moveTo>
                  <a:cubicBezTo>
                    <a:pt x="20447" y="23620"/>
                    <a:pt x="21725" y="22982"/>
                    <a:pt x="23642" y="21705"/>
                  </a:cubicBezTo>
                  <a:lnTo>
                    <a:pt x="31310" y="14683"/>
                  </a:lnTo>
                  <a:cubicBezTo>
                    <a:pt x="32589" y="13406"/>
                    <a:pt x="34505" y="11491"/>
                    <a:pt x="35783" y="9576"/>
                  </a:cubicBezTo>
                  <a:cubicBezTo>
                    <a:pt x="35783" y="7660"/>
                    <a:pt x="37061" y="6384"/>
                    <a:pt x="38340" y="5107"/>
                  </a:cubicBezTo>
                  <a:cubicBezTo>
                    <a:pt x="38340" y="4468"/>
                    <a:pt x="38340" y="3830"/>
                    <a:pt x="38340" y="3192"/>
                  </a:cubicBezTo>
                  <a:cubicBezTo>
                    <a:pt x="35783" y="638"/>
                    <a:pt x="33866" y="0"/>
                    <a:pt x="32589" y="0"/>
                  </a:cubicBezTo>
                  <a:cubicBezTo>
                    <a:pt x="32589" y="0"/>
                    <a:pt x="32589" y="0"/>
                    <a:pt x="31950" y="0"/>
                  </a:cubicBezTo>
                  <a:lnTo>
                    <a:pt x="0" y="26812"/>
                  </a:lnTo>
                  <a:cubicBezTo>
                    <a:pt x="3195" y="28089"/>
                    <a:pt x="10863" y="29366"/>
                    <a:pt x="12780" y="29366"/>
                  </a:cubicBezTo>
                  <a:cubicBezTo>
                    <a:pt x="13419" y="29366"/>
                    <a:pt x="17253" y="26812"/>
                    <a:pt x="19170" y="24897"/>
                  </a:cubicBezTo>
                  <a:close/>
                </a:path>
              </a:pathLst>
            </a:custGeom>
            <a:solidFill>
              <a:srgbClr val="0076A8"/>
            </a:solidFill>
            <a:ln w="6390" cap="flat">
              <a:noFill/>
              <a:prstDash val="solid"/>
              <a:miter/>
            </a:ln>
          </p:spPr>
          <p:txBody>
            <a:bodyPr rtlCol="0" anchor="ctr"/>
            <a:lstStyle/>
            <a:p>
              <a:endParaRPr lang="en-US"/>
            </a:p>
          </p:txBody>
        </p:sp>
        <p:sp>
          <p:nvSpPr>
            <p:cNvPr id="305" name="Graphic 4">
              <a:extLst>
                <a:ext uri="{FF2B5EF4-FFF2-40B4-BE49-F238E27FC236}">
                  <a16:creationId xmlns:a16="http://schemas.microsoft.com/office/drawing/2014/main" id="{B384E2D8-8960-8445-AAA5-0E075EF65816}"/>
                </a:ext>
              </a:extLst>
            </p:cNvPr>
            <p:cNvSpPr/>
            <p:nvPr/>
          </p:nvSpPr>
          <p:spPr>
            <a:xfrm>
              <a:off x="8347075" y="4989907"/>
              <a:ext cx="55447" cy="44746"/>
            </a:xfrm>
            <a:custGeom>
              <a:avLst/>
              <a:gdLst>
                <a:gd name="connsiteX0" fmla="*/ 14157 w 55447"/>
                <a:gd name="connsiteY0" fmla="*/ 44664 h 44746"/>
                <a:gd name="connsiteX1" fmla="*/ 51219 w 55447"/>
                <a:gd name="connsiteY1" fmla="*/ 13382 h 44746"/>
                <a:gd name="connsiteX2" fmla="*/ 51857 w 55447"/>
                <a:gd name="connsiteY2" fmla="*/ 12744 h 44746"/>
                <a:gd name="connsiteX3" fmla="*/ 52496 w 55447"/>
                <a:gd name="connsiteY3" fmla="*/ 12106 h 44746"/>
                <a:gd name="connsiteX4" fmla="*/ 53774 w 55447"/>
                <a:gd name="connsiteY4" fmla="*/ 2530 h 44746"/>
                <a:gd name="connsiteX5" fmla="*/ 44189 w 55447"/>
                <a:gd name="connsiteY5" fmla="*/ 1891 h 44746"/>
                <a:gd name="connsiteX6" fmla="*/ 36521 w 55447"/>
                <a:gd name="connsiteY6" fmla="*/ 6998 h 44746"/>
                <a:gd name="connsiteX7" fmla="*/ 35883 w 55447"/>
                <a:gd name="connsiteY7" fmla="*/ 7637 h 44746"/>
                <a:gd name="connsiteX8" fmla="*/ 3294 w 55447"/>
                <a:gd name="connsiteY8" fmla="*/ 34450 h 44746"/>
                <a:gd name="connsiteX9" fmla="*/ 738 w 55447"/>
                <a:gd name="connsiteY9" fmla="*/ 36365 h 44746"/>
                <a:gd name="connsiteX10" fmla="*/ 738 w 55447"/>
                <a:gd name="connsiteY10" fmla="*/ 36365 h 44746"/>
                <a:gd name="connsiteX11" fmla="*/ 738 w 55447"/>
                <a:gd name="connsiteY11" fmla="*/ 39557 h 44746"/>
                <a:gd name="connsiteX12" fmla="*/ 14157 w 55447"/>
                <a:gd name="connsiteY12" fmla="*/ 44664 h 44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447" h="44746">
                  <a:moveTo>
                    <a:pt x="14157" y="44664"/>
                  </a:moveTo>
                  <a:lnTo>
                    <a:pt x="51219" y="13382"/>
                  </a:lnTo>
                  <a:cubicBezTo>
                    <a:pt x="51219" y="13382"/>
                    <a:pt x="51219" y="13382"/>
                    <a:pt x="51857" y="12744"/>
                  </a:cubicBezTo>
                  <a:cubicBezTo>
                    <a:pt x="51857" y="12106"/>
                    <a:pt x="52496" y="12106"/>
                    <a:pt x="52496" y="12106"/>
                  </a:cubicBezTo>
                  <a:cubicBezTo>
                    <a:pt x="55052" y="9552"/>
                    <a:pt x="56969" y="5722"/>
                    <a:pt x="53774" y="2530"/>
                  </a:cubicBezTo>
                  <a:cubicBezTo>
                    <a:pt x="50579" y="-1939"/>
                    <a:pt x="46106" y="614"/>
                    <a:pt x="44189" y="1891"/>
                  </a:cubicBezTo>
                  <a:lnTo>
                    <a:pt x="36521" y="6998"/>
                  </a:lnTo>
                  <a:cubicBezTo>
                    <a:pt x="36521" y="6998"/>
                    <a:pt x="36521" y="6998"/>
                    <a:pt x="35883" y="7637"/>
                  </a:cubicBezTo>
                  <a:lnTo>
                    <a:pt x="3294" y="34450"/>
                  </a:lnTo>
                  <a:cubicBezTo>
                    <a:pt x="2655" y="35088"/>
                    <a:pt x="1377" y="35726"/>
                    <a:pt x="738" y="36365"/>
                  </a:cubicBezTo>
                  <a:cubicBezTo>
                    <a:pt x="738" y="36365"/>
                    <a:pt x="738" y="36365"/>
                    <a:pt x="738" y="36365"/>
                  </a:cubicBezTo>
                  <a:cubicBezTo>
                    <a:pt x="99" y="37003"/>
                    <a:pt x="-540" y="37642"/>
                    <a:pt x="738" y="39557"/>
                  </a:cubicBezTo>
                  <a:cubicBezTo>
                    <a:pt x="3294" y="42110"/>
                    <a:pt x="9684" y="45302"/>
                    <a:pt x="14157" y="44664"/>
                  </a:cubicBezTo>
                  <a:close/>
                </a:path>
              </a:pathLst>
            </a:custGeom>
            <a:solidFill>
              <a:srgbClr val="0076A8"/>
            </a:solidFill>
            <a:ln w="6390" cap="flat">
              <a:noFill/>
              <a:prstDash val="solid"/>
              <a:miter/>
            </a:ln>
          </p:spPr>
          <p:txBody>
            <a:bodyPr rtlCol="0" anchor="ctr"/>
            <a:lstStyle/>
            <a:p>
              <a:endParaRPr lang="en-US"/>
            </a:p>
          </p:txBody>
        </p:sp>
        <p:sp>
          <p:nvSpPr>
            <p:cNvPr id="306" name="Graphic 4">
              <a:extLst>
                <a:ext uri="{FF2B5EF4-FFF2-40B4-BE49-F238E27FC236}">
                  <a16:creationId xmlns:a16="http://schemas.microsoft.com/office/drawing/2014/main" id="{11F2CD5B-DC5B-F44E-B1DC-23B1C4806787}"/>
                </a:ext>
              </a:extLst>
            </p:cNvPr>
            <p:cNvSpPr/>
            <p:nvPr/>
          </p:nvSpPr>
          <p:spPr>
            <a:xfrm>
              <a:off x="8329921" y="4983499"/>
              <a:ext cx="42173" cy="31571"/>
            </a:xfrm>
            <a:custGeom>
              <a:avLst/>
              <a:gdLst>
                <a:gd name="connsiteX0" fmla="*/ 10863 w 42173"/>
                <a:gd name="connsiteY0" fmla="*/ 31282 h 31571"/>
                <a:gd name="connsiteX1" fmla="*/ 11502 w 42173"/>
                <a:gd name="connsiteY1" fmla="*/ 30643 h 31571"/>
                <a:gd name="connsiteX2" fmla="*/ 11502 w 42173"/>
                <a:gd name="connsiteY2" fmla="*/ 30643 h 31571"/>
                <a:gd name="connsiteX3" fmla="*/ 42173 w 42173"/>
                <a:gd name="connsiteY3" fmla="*/ 5107 h 31571"/>
                <a:gd name="connsiteX4" fmla="*/ 42173 w 42173"/>
                <a:gd name="connsiteY4" fmla="*/ 5107 h 31571"/>
                <a:gd name="connsiteX5" fmla="*/ 40896 w 42173"/>
                <a:gd name="connsiteY5" fmla="*/ 3192 h 31571"/>
                <a:gd name="connsiteX6" fmla="*/ 35145 w 42173"/>
                <a:gd name="connsiteY6" fmla="*/ 0 h 31571"/>
                <a:gd name="connsiteX7" fmla="*/ 30033 w 42173"/>
                <a:gd name="connsiteY7" fmla="*/ 1915 h 31571"/>
                <a:gd name="connsiteX8" fmla="*/ 639 w 42173"/>
                <a:gd name="connsiteY8" fmla="*/ 21067 h 31571"/>
                <a:gd name="connsiteX9" fmla="*/ 0 w 42173"/>
                <a:gd name="connsiteY9" fmla="*/ 22982 h 31571"/>
                <a:gd name="connsiteX10" fmla="*/ 639 w 42173"/>
                <a:gd name="connsiteY10" fmla="*/ 26813 h 31571"/>
                <a:gd name="connsiteX11" fmla="*/ 10863 w 42173"/>
                <a:gd name="connsiteY11" fmla="*/ 31282 h 31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173" h="31571">
                  <a:moveTo>
                    <a:pt x="10863" y="31282"/>
                  </a:moveTo>
                  <a:cubicBezTo>
                    <a:pt x="11502" y="31282"/>
                    <a:pt x="11502" y="31282"/>
                    <a:pt x="11502" y="30643"/>
                  </a:cubicBezTo>
                  <a:cubicBezTo>
                    <a:pt x="11502" y="30643"/>
                    <a:pt x="11502" y="30643"/>
                    <a:pt x="11502" y="30643"/>
                  </a:cubicBezTo>
                  <a:lnTo>
                    <a:pt x="42173" y="5107"/>
                  </a:lnTo>
                  <a:cubicBezTo>
                    <a:pt x="42173" y="5107"/>
                    <a:pt x="42173" y="5107"/>
                    <a:pt x="42173" y="5107"/>
                  </a:cubicBezTo>
                  <a:cubicBezTo>
                    <a:pt x="42173" y="4469"/>
                    <a:pt x="41535" y="3830"/>
                    <a:pt x="40896" y="3192"/>
                  </a:cubicBezTo>
                  <a:cubicBezTo>
                    <a:pt x="38978" y="638"/>
                    <a:pt x="37062" y="0"/>
                    <a:pt x="35145" y="0"/>
                  </a:cubicBezTo>
                  <a:cubicBezTo>
                    <a:pt x="33228" y="0"/>
                    <a:pt x="31311" y="1277"/>
                    <a:pt x="30033" y="1915"/>
                  </a:cubicBezTo>
                  <a:lnTo>
                    <a:pt x="639" y="21067"/>
                  </a:lnTo>
                  <a:cubicBezTo>
                    <a:pt x="639" y="21067"/>
                    <a:pt x="0" y="21706"/>
                    <a:pt x="0" y="22982"/>
                  </a:cubicBezTo>
                  <a:cubicBezTo>
                    <a:pt x="0" y="24259"/>
                    <a:pt x="0" y="26174"/>
                    <a:pt x="639" y="26813"/>
                  </a:cubicBezTo>
                  <a:cubicBezTo>
                    <a:pt x="5751" y="31920"/>
                    <a:pt x="9585" y="31920"/>
                    <a:pt x="10863" y="31282"/>
                  </a:cubicBezTo>
                  <a:close/>
                </a:path>
              </a:pathLst>
            </a:custGeom>
            <a:solidFill>
              <a:srgbClr val="0076A8"/>
            </a:solidFill>
            <a:ln w="6390" cap="flat">
              <a:noFill/>
              <a:prstDash val="solid"/>
              <a:miter/>
            </a:ln>
          </p:spPr>
          <p:txBody>
            <a:bodyPr rtlCol="0" anchor="ctr"/>
            <a:lstStyle/>
            <a:p>
              <a:endParaRPr lang="en-US"/>
            </a:p>
          </p:txBody>
        </p:sp>
        <p:sp>
          <p:nvSpPr>
            <p:cNvPr id="307" name="Graphic 4">
              <a:extLst>
                <a:ext uri="{FF2B5EF4-FFF2-40B4-BE49-F238E27FC236}">
                  <a16:creationId xmlns:a16="http://schemas.microsoft.com/office/drawing/2014/main" id="{273247E1-E05D-8248-B69A-9EC8687A7DC3}"/>
                </a:ext>
              </a:extLst>
            </p:cNvPr>
            <p:cNvSpPr/>
            <p:nvPr/>
          </p:nvSpPr>
          <p:spPr>
            <a:xfrm>
              <a:off x="8398933" y="5032017"/>
              <a:ext cx="24540" cy="21067"/>
            </a:xfrm>
            <a:custGeom>
              <a:avLst/>
              <a:gdLst>
                <a:gd name="connsiteX0" fmla="*/ 24281 w 24540"/>
                <a:gd name="connsiteY0" fmla="*/ 3192 h 21067"/>
                <a:gd name="connsiteX1" fmla="*/ 19170 w 24540"/>
                <a:gd name="connsiteY1" fmla="*/ 0 h 21067"/>
                <a:gd name="connsiteX2" fmla="*/ 13419 w 24540"/>
                <a:gd name="connsiteY2" fmla="*/ 6384 h 21067"/>
                <a:gd name="connsiteX3" fmla="*/ 5751 w 24540"/>
                <a:gd name="connsiteY3" fmla="*/ 14045 h 21067"/>
                <a:gd name="connsiteX4" fmla="*/ 5111 w 24540"/>
                <a:gd name="connsiteY4" fmla="*/ 14683 h 21067"/>
                <a:gd name="connsiteX5" fmla="*/ 1278 w 24540"/>
                <a:gd name="connsiteY5" fmla="*/ 17875 h 21067"/>
                <a:gd name="connsiteX6" fmla="*/ 0 w 24540"/>
                <a:gd name="connsiteY6" fmla="*/ 19152 h 21067"/>
                <a:gd name="connsiteX7" fmla="*/ 7668 w 24540"/>
                <a:gd name="connsiteY7" fmla="*/ 21067 h 21067"/>
                <a:gd name="connsiteX8" fmla="*/ 20447 w 24540"/>
                <a:gd name="connsiteY8" fmla="*/ 10215 h 21067"/>
                <a:gd name="connsiteX9" fmla="*/ 21086 w 24540"/>
                <a:gd name="connsiteY9" fmla="*/ 9576 h 21067"/>
                <a:gd name="connsiteX10" fmla="*/ 24281 w 24540"/>
                <a:gd name="connsiteY10" fmla="*/ 3192 h 2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40" h="21067">
                  <a:moveTo>
                    <a:pt x="24281" y="3192"/>
                  </a:moveTo>
                  <a:cubicBezTo>
                    <a:pt x="22365" y="1277"/>
                    <a:pt x="20447" y="639"/>
                    <a:pt x="19170" y="0"/>
                  </a:cubicBezTo>
                  <a:cubicBezTo>
                    <a:pt x="17253" y="2554"/>
                    <a:pt x="14696" y="5107"/>
                    <a:pt x="13419" y="6384"/>
                  </a:cubicBezTo>
                  <a:lnTo>
                    <a:pt x="5751" y="14045"/>
                  </a:lnTo>
                  <a:cubicBezTo>
                    <a:pt x="5751" y="14045"/>
                    <a:pt x="5111" y="14683"/>
                    <a:pt x="5111" y="14683"/>
                  </a:cubicBezTo>
                  <a:cubicBezTo>
                    <a:pt x="3834" y="15960"/>
                    <a:pt x="2556" y="16599"/>
                    <a:pt x="1278" y="17875"/>
                  </a:cubicBezTo>
                  <a:cubicBezTo>
                    <a:pt x="639" y="18514"/>
                    <a:pt x="0" y="18514"/>
                    <a:pt x="0" y="19152"/>
                  </a:cubicBezTo>
                  <a:cubicBezTo>
                    <a:pt x="1917" y="20429"/>
                    <a:pt x="4473" y="21067"/>
                    <a:pt x="7668" y="21067"/>
                  </a:cubicBezTo>
                  <a:cubicBezTo>
                    <a:pt x="8946" y="21067"/>
                    <a:pt x="12141" y="19152"/>
                    <a:pt x="20447" y="10215"/>
                  </a:cubicBezTo>
                  <a:lnTo>
                    <a:pt x="21086" y="9576"/>
                  </a:lnTo>
                  <a:cubicBezTo>
                    <a:pt x="21726" y="8299"/>
                    <a:pt x="25560" y="4469"/>
                    <a:pt x="24281" y="3192"/>
                  </a:cubicBezTo>
                  <a:close/>
                </a:path>
              </a:pathLst>
            </a:custGeom>
            <a:solidFill>
              <a:srgbClr val="0076A8"/>
            </a:solidFill>
            <a:ln w="6390" cap="flat">
              <a:noFill/>
              <a:prstDash val="solid"/>
              <a:miter/>
            </a:ln>
          </p:spPr>
          <p:txBody>
            <a:bodyPr rtlCol="0" anchor="ctr"/>
            <a:lstStyle/>
            <a:p>
              <a:endParaRPr lang="en-US"/>
            </a:p>
          </p:txBody>
        </p:sp>
        <p:sp>
          <p:nvSpPr>
            <p:cNvPr id="308" name="Graphic 4">
              <a:extLst>
                <a:ext uri="{FF2B5EF4-FFF2-40B4-BE49-F238E27FC236}">
                  <a16:creationId xmlns:a16="http://schemas.microsoft.com/office/drawing/2014/main" id="{3D22B0DD-7B6A-F64C-8218-42B0323C62B4}"/>
                </a:ext>
              </a:extLst>
            </p:cNvPr>
            <p:cNvSpPr/>
            <p:nvPr/>
          </p:nvSpPr>
          <p:spPr>
            <a:xfrm>
              <a:off x="8239823" y="4792617"/>
              <a:ext cx="361670" cy="361333"/>
            </a:xfrm>
            <a:custGeom>
              <a:avLst/>
              <a:gdLst>
                <a:gd name="connsiteX0" fmla="*/ 180836 w 361670"/>
                <a:gd name="connsiteY0" fmla="*/ 0 h 361333"/>
                <a:gd name="connsiteX1" fmla="*/ 0 w 361670"/>
                <a:gd name="connsiteY1" fmla="*/ 180667 h 361333"/>
                <a:gd name="connsiteX2" fmla="*/ 180836 w 361670"/>
                <a:gd name="connsiteY2" fmla="*/ 361334 h 361333"/>
                <a:gd name="connsiteX3" fmla="*/ 361670 w 361670"/>
                <a:gd name="connsiteY3" fmla="*/ 180667 h 361333"/>
                <a:gd name="connsiteX4" fmla="*/ 180836 w 361670"/>
                <a:gd name="connsiteY4" fmla="*/ 0 h 361333"/>
                <a:gd name="connsiteX5" fmla="*/ 306078 w 361670"/>
                <a:gd name="connsiteY5" fmla="*/ 185774 h 361333"/>
                <a:gd name="connsiteX6" fmla="*/ 282435 w 361670"/>
                <a:gd name="connsiteY6" fmla="*/ 195350 h 361333"/>
                <a:gd name="connsiteX7" fmla="*/ 283713 w 361670"/>
                <a:gd name="connsiteY7" fmla="*/ 201734 h 361333"/>
                <a:gd name="connsiteX8" fmla="*/ 277323 w 361670"/>
                <a:gd name="connsiteY8" fmla="*/ 213225 h 361333"/>
                <a:gd name="connsiteX9" fmla="*/ 276045 w 361670"/>
                <a:gd name="connsiteY9" fmla="*/ 213863 h 361333"/>
                <a:gd name="connsiteX10" fmla="*/ 267739 w 361670"/>
                <a:gd name="connsiteY10" fmla="*/ 218971 h 361333"/>
                <a:gd name="connsiteX11" fmla="*/ 267739 w 361670"/>
                <a:gd name="connsiteY11" fmla="*/ 220247 h 361333"/>
                <a:gd name="connsiteX12" fmla="*/ 260070 w 361670"/>
                <a:gd name="connsiteY12" fmla="*/ 233654 h 361333"/>
                <a:gd name="connsiteX13" fmla="*/ 247290 w 361670"/>
                <a:gd name="connsiteY13" fmla="*/ 240038 h 361333"/>
                <a:gd name="connsiteX14" fmla="*/ 246651 w 361670"/>
                <a:gd name="connsiteY14" fmla="*/ 240038 h 361333"/>
                <a:gd name="connsiteX15" fmla="*/ 244735 w 361670"/>
                <a:gd name="connsiteY15" fmla="*/ 239399 h 361333"/>
                <a:gd name="connsiteX16" fmla="*/ 238345 w 361670"/>
                <a:gd name="connsiteY16" fmla="*/ 247060 h 361333"/>
                <a:gd name="connsiteX17" fmla="*/ 225565 w 361670"/>
                <a:gd name="connsiteY17" fmla="*/ 253444 h 361333"/>
                <a:gd name="connsiteX18" fmla="*/ 224925 w 361670"/>
                <a:gd name="connsiteY18" fmla="*/ 253444 h 361333"/>
                <a:gd name="connsiteX19" fmla="*/ 218536 w 361670"/>
                <a:gd name="connsiteY19" fmla="*/ 250891 h 361333"/>
                <a:gd name="connsiteX20" fmla="*/ 217258 w 361670"/>
                <a:gd name="connsiteY20" fmla="*/ 252167 h 361333"/>
                <a:gd name="connsiteX21" fmla="*/ 201922 w 361670"/>
                <a:gd name="connsiteY21" fmla="*/ 261105 h 361333"/>
                <a:gd name="connsiteX22" fmla="*/ 201283 w 361670"/>
                <a:gd name="connsiteY22" fmla="*/ 261105 h 361333"/>
                <a:gd name="connsiteX23" fmla="*/ 189142 w 361670"/>
                <a:gd name="connsiteY23" fmla="*/ 255998 h 361333"/>
                <a:gd name="connsiteX24" fmla="*/ 189142 w 361670"/>
                <a:gd name="connsiteY24" fmla="*/ 255998 h 361333"/>
                <a:gd name="connsiteX25" fmla="*/ 187864 w 361670"/>
                <a:gd name="connsiteY25" fmla="*/ 257275 h 361333"/>
                <a:gd name="connsiteX26" fmla="*/ 187225 w 361670"/>
                <a:gd name="connsiteY26" fmla="*/ 257913 h 361333"/>
                <a:gd name="connsiteX27" fmla="*/ 166138 w 361670"/>
                <a:gd name="connsiteY27" fmla="*/ 272596 h 361333"/>
                <a:gd name="connsiteX28" fmla="*/ 164221 w 361670"/>
                <a:gd name="connsiteY28" fmla="*/ 272596 h 361333"/>
                <a:gd name="connsiteX29" fmla="*/ 147607 w 361670"/>
                <a:gd name="connsiteY29" fmla="*/ 266212 h 361333"/>
                <a:gd name="connsiteX30" fmla="*/ 146330 w 361670"/>
                <a:gd name="connsiteY30" fmla="*/ 264297 h 361333"/>
                <a:gd name="connsiteX31" fmla="*/ 144412 w 361670"/>
                <a:gd name="connsiteY31" fmla="*/ 264297 h 361333"/>
                <a:gd name="connsiteX32" fmla="*/ 120131 w 361670"/>
                <a:gd name="connsiteY32" fmla="*/ 255359 h 361333"/>
                <a:gd name="connsiteX33" fmla="*/ 119492 w 361670"/>
                <a:gd name="connsiteY33" fmla="*/ 254721 h 361333"/>
                <a:gd name="connsiteX34" fmla="*/ 97766 w 361670"/>
                <a:gd name="connsiteY34" fmla="*/ 243868 h 361333"/>
                <a:gd name="connsiteX35" fmla="*/ 94571 w 361670"/>
                <a:gd name="connsiteY35" fmla="*/ 234931 h 361333"/>
                <a:gd name="connsiteX36" fmla="*/ 80513 w 361670"/>
                <a:gd name="connsiteY36" fmla="*/ 224078 h 361333"/>
                <a:gd name="connsiteX37" fmla="*/ 77957 w 361670"/>
                <a:gd name="connsiteY37" fmla="*/ 210671 h 361333"/>
                <a:gd name="connsiteX38" fmla="*/ 81792 w 361670"/>
                <a:gd name="connsiteY38" fmla="*/ 203011 h 361333"/>
                <a:gd name="connsiteX39" fmla="*/ 79874 w 361670"/>
                <a:gd name="connsiteY39" fmla="*/ 200457 h 361333"/>
                <a:gd name="connsiteX40" fmla="*/ 56232 w 361670"/>
                <a:gd name="connsiteY40" fmla="*/ 186412 h 361333"/>
                <a:gd name="connsiteX41" fmla="*/ 52397 w 361670"/>
                <a:gd name="connsiteY41" fmla="*/ 178113 h 361333"/>
                <a:gd name="connsiteX42" fmla="*/ 60704 w 361670"/>
                <a:gd name="connsiteY42" fmla="*/ 174283 h 361333"/>
                <a:gd name="connsiteX43" fmla="*/ 89459 w 361670"/>
                <a:gd name="connsiteY43" fmla="*/ 191519 h 361333"/>
                <a:gd name="connsiteX44" fmla="*/ 92654 w 361670"/>
                <a:gd name="connsiteY44" fmla="*/ 194711 h 361333"/>
                <a:gd name="connsiteX45" fmla="*/ 114380 w 361670"/>
                <a:gd name="connsiteY45" fmla="*/ 180667 h 361333"/>
                <a:gd name="connsiteX46" fmla="*/ 141856 w 361670"/>
                <a:gd name="connsiteY46" fmla="*/ 185135 h 361333"/>
                <a:gd name="connsiteX47" fmla="*/ 143774 w 361670"/>
                <a:gd name="connsiteY47" fmla="*/ 187689 h 361333"/>
                <a:gd name="connsiteX48" fmla="*/ 144412 w 361670"/>
                <a:gd name="connsiteY48" fmla="*/ 187051 h 361333"/>
                <a:gd name="connsiteX49" fmla="*/ 171251 w 361670"/>
                <a:gd name="connsiteY49" fmla="*/ 190243 h 361333"/>
                <a:gd name="connsiteX50" fmla="*/ 173167 w 361670"/>
                <a:gd name="connsiteY50" fmla="*/ 211310 h 361333"/>
                <a:gd name="connsiteX51" fmla="*/ 179557 w 361670"/>
                <a:gd name="connsiteY51" fmla="*/ 216417 h 361333"/>
                <a:gd name="connsiteX52" fmla="*/ 180196 w 361670"/>
                <a:gd name="connsiteY52" fmla="*/ 217055 h 361333"/>
                <a:gd name="connsiteX53" fmla="*/ 183391 w 361670"/>
                <a:gd name="connsiteY53" fmla="*/ 226631 h 361333"/>
                <a:gd name="connsiteX54" fmla="*/ 192337 w 361670"/>
                <a:gd name="connsiteY54" fmla="*/ 233015 h 361333"/>
                <a:gd name="connsiteX55" fmla="*/ 193615 w 361670"/>
                <a:gd name="connsiteY55" fmla="*/ 234292 h 361333"/>
                <a:gd name="connsiteX56" fmla="*/ 196171 w 361670"/>
                <a:gd name="connsiteY56" fmla="*/ 244507 h 361333"/>
                <a:gd name="connsiteX57" fmla="*/ 197449 w 361670"/>
                <a:gd name="connsiteY57" fmla="*/ 245145 h 361333"/>
                <a:gd name="connsiteX58" fmla="*/ 203839 w 361670"/>
                <a:gd name="connsiteY58" fmla="*/ 247699 h 361333"/>
                <a:gd name="connsiteX59" fmla="*/ 209590 w 361670"/>
                <a:gd name="connsiteY59" fmla="*/ 242591 h 361333"/>
                <a:gd name="connsiteX60" fmla="*/ 210229 w 361670"/>
                <a:gd name="connsiteY60" fmla="*/ 241953 h 361333"/>
                <a:gd name="connsiteX61" fmla="*/ 207034 w 361670"/>
                <a:gd name="connsiteY61" fmla="*/ 239399 h 361333"/>
                <a:gd name="connsiteX62" fmla="*/ 194254 w 361670"/>
                <a:gd name="connsiteY62" fmla="*/ 228547 h 361333"/>
                <a:gd name="connsiteX63" fmla="*/ 192976 w 361670"/>
                <a:gd name="connsiteY63" fmla="*/ 219609 h 361333"/>
                <a:gd name="connsiteX64" fmla="*/ 201922 w 361670"/>
                <a:gd name="connsiteY64" fmla="*/ 218332 h 361333"/>
                <a:gd name="connsiteX65" fmla="*/ 215980 w 361670"/>
                <a:gd name="connsiteY65" fmla="*/ 230462 h 361333"/>
                <a:gd name="connsiteX66" fmla="*/ 227482 w 361670"/>
                <a:gd name="connsiteY66" fmla="*/ 240038 h 361333"/>
                <a:gd name="connsiteX67" fmla="*/ 231315 w 361670"/>
                <a:gd name="connsiteY67" fmla="*/ 236846 h 361333"/>
                <a:gd name="connsiteX68" fmla="*/ 234510 w 361670"/>
                <a:gd name="connsiteY68" fmla="*/ 232377 h 361333"/>
                <a:gd name="connsiteX69" fmla="*/ 233233 w 361670"/>
                <a:gd name="connsiteY69" fmla="*/ 231739 h 361333"/>
                <a:gd name="connsiteX70" fmla="*/ 231315 w 361670"/>
                <a:gd name="connsiteY70" fmla="*/ 230462 h 361333"/>
                <a:gd name="connsiteX71" fmla="*/ 224287 w 361670"/>
                <a:gd name="connsiteY71" fmla="*/ 223439 h 361333"/>
                <a:gd name="connsiteX72" fmla="*/ 224287 w 361670"/>
                <a:gd name="connsiteY72" fmla="*/ 223439 h 361333"/>
                <a:gd name="connsiteX73" fmla="*/ 224287 w 361670"/>
                <a:gd name="connsiteY73" fmla="*/ 223439 h 361333"/>
                <a:gd name="connsiteX74" fmla="*/ 222370 w 361670"/>
                <a:gd name="connsiteY74" fmla="*/ 221524 h 361333"/>
                <a:gd name="connsiteX75" fmla="*/ 210229 w 361670"/>
                <a:gd name="connsiteY75" fmla="*/ 210671 h 361333"/>
                <a:gd name="connsiteX76" fmla="*/ 209590 w 361670"/>
                <a:gd name="connsiteY76" fmla="*/ 201734 h 361333"/>
                <a:gd name="connsiteX77" fmla="*/ 218536 w 361670"/>
                <a:gd name="connsiteY77" fmla="*/ 201095 h 361333"/>
                <a:gd name="connsiteX78" fmla="*/ 231315 w 361670"/>
                <a:gd name="connsiteY78" fmla="*/ 213225 h 361333"/>
                <a:gd name="connsiteX79" fmla="*/ 232594 w 361670"/>
                <a:gd name="connsiteY79" fmla="*/ 214502 h 361333"/>
                <a:gd name="connsiteX80" fmla="*/ 242179 w 361670"/>
                <a:gd name="connsiteY80" fmla="*/ 222801 h 361333"/>
                <a:gd name="connsiteX81" fmla="*/ 248569 w 361670"/>
                <a:gd name="connsiteY81" fmla="*/ 227270 h 361333"/>
                <a:gd name="connsiteX82" fmla="*/ 253041 w 361670"/>
                <a:gd name="connsiteY82" fmla="*/ 224078 h 361333"/>
                <a:gd name="connsiteX83" fmla="*/ 256236 w 361670"/>
                <a:gd name="connsiteY83" fmla="*/ 219609 h 361333"/>
                <a:gd name="connsiteX84" fmla="*/ 254320 w 361670"/>
                <a:gd name="connsiteY84" fmla="*/ 215779 h 361333"/>
                <a:gd name="connsiteX85" fmla="*/ 253680 w 361670"/>
                <a:gd name="connsiteY85" fmla="*/ 215140 h 361333"/>
                <a:gd name="connsiteX86" fmla="*/ 243456 w 361670"/>
                <a:gd name="connsiteY86" fmla="*/ 206203 h 361333"/>
                <a:gd name="connsiteX87" fmla="*/ 230038 w 361670"/>
                <a:gd name="connsiteY87" fmla="*/ 194711 h 361333"/>
                <a:gd name="connsiteX88" fmla="*/ 228760 w 361670"/>
                <a:gd name="connsiteY88" fmla="*/ 185774 h 361333"/>
                <a:gd name="connsiteX89" fmla="*/ 237705 w 361670"/>
                <a:gd name="connsiteY89" fmla="*/ 184497 h 361333"/>
                <a:gd name="connsiteX90" fmla="*/ 251764 w 361670"/>
                <a:gd name="connsiteY90" fmla="*/ 196627 h 361333"/>
                <a:gd name="connsiteX91" fmla="*/ 263905 w 361670"/>
                <a:gd name="connsiteY91" fmla="*/ 206841 h 361333"/>
                <a:gd name="connsiteX92" fmla="*/ 267739 w 361670"/>
                <a:gd name="connsiteY92" fmla="*/ 203649 h 361333"/>
                <a:gd name="connsiteX93" fmla="*/ 269016 w 361670"/>
                <a:gd name="connsiteY93" fmla="*/ 203011 h 361333"/>
                <a:gd name="connsiteX94" fmla="*/ 270934 w 361670"/>
                <a:gd name="connsiteY94" fmla="*/ 201095 h 361333"/>
                <a:gd name="connsiteX95" fmla="*/ 269016 w 361670"/>
                <a:gd name="connsiteY95" fmla="*/ 198542 h 361333"/>
                <a:gd name="connsiteX96" fmla="*/ 267100 w 361670"/>
                <a:gd name="connsiteY96" fmla="*/ 196627 h 361333"/>
                <a:gd name="connsiteX97" fmla="*/ 267100 w 361670"/>
                <a:gd name="connsiteY97" fmla="*/ 196627 h 361333"/>
                <a:gd name="connsiteX98" fmla="*/ 267100 w 361670"/>
                <a:gd name="connsiteY98" fmla="*/ 196627 h 361333"/>
                <a:gd name="connsiteX99" fmla="*/ 255597 w 361670"/>
                <a:gd name="connsiteY99" fmla="*/ 182582 h 361333"/>
                <a:gd name="connsiteX100" fmla="*/ 247290 w 361670"/>
                <a:gd name="connsiteY100" fmla="*/ 172368 h 361333"/>
                <a:gd name="connsiteX101" fmla="*/ 235789 w 361670"/>
                <a:gd name="connsiteY101" fmla="*/ 164068 h 361333"/>
                <a:gd name="connsiteX102" fmla="*/ 205117 w 361670"/>
                <a:gd name="connsiteY102" fmla="*/ 151939 h 361333"/>
                <a:gd name="connsiteX103" fmla="*/ 160387 w 361670"/>
                <a:gd name="connsiteY103" fmla="*/ 156408 h 361333"/>
                <a:gd name="connsiteX104" fmla="*/ 134189 w 361670"/>
                <a:gd name="connsiteY104" fmla="*/ 165345 h 361333"/>
                <a:gd name="connsiteX105" fmla="*/ 112463 w 361670"/>
                <a:gd name="connsiteY105" fmla="*/ 153216 h 361333"/>
                <a:gd name="connsiteX106" fmla="*/ 113741 w 361670"/>
                <a:gd name="connsiteY106" fmla="*/ 141086 h 361333"/>
                <a:gd name="connsiteX107" fmla="*/ 120131 w 361670"/>
                <a:gd name="connsiteY107" fmla="*/ 135341 h 361333"/>
                <a:gd name="connsiteX108" fmla="*/ 141217 w 361670"/>
                <a:gd name="connsiteY108" fmla="*/ 116827 h 361333"/>
                <a:gd name="connsiteX109" fmla="*/ 143135 w 361670"/>
                <a:gd name="connsiteY109" fmla="*/ 115550 h 361333"/>
                <a:gd name="connsiteX110" fmla="*/ 155276 w 361670"/>
                <a:gd name="connsiteY110" fmla="*/ 111081 h 361333"/>
                <a:gd name="connsiteX111" fmla="*/ 154636 w 361670"/>
                <a:gd name="connsiteY111" fmla="*/ 111081 h 361333"/>
                <a:gd name="connsiteX112" fmla="*/ 150802 w 361670"/>
                <a:gd name="connsiteY112" fmla="*/ 111081 h 361333"/>
                <a:gd name="connsiteX113" fmla="*/ 119492 w 361670"/>
                <a:gd name="connsiteY113" fmla="*/ 118104 h 361333"/>
                <a:gd name="connsiteX114" fmla="*/ 114380 w 361670"/>
                <a:gd name="connsiteY114" fmla="*/ 118742 h 361333"/>
                <a:gd name="connsiteX115" fmla="*/ 106073 w 361670"/>
                <a:gd name="connsiteY115" fmla="*/ 117465 h 361333"/>
                <a:gd name="connsiteX116" fmla="*/ 87542 w 361670"/>
                <a:gd name="connsiteY116" fmla="*/ 109166 h 361333"/>
                <a:gd name="connsiteX117" fmla="*/ 84347 w 361670"/>
                <a:gd name="connsiteY117" fmla="*/ 100867 h 361333"/>
                <a:gd name="connsiteX118" fmla="*/ 92654 w 361670"/>
                <a:gd name="connsiteY118" fmla="*/ 97675 h 361333"/>
                <a:gd name="connsiteX119" fmla="*/ 110546 w 361670"/>
                <a:gd name="connsiteY119" fmla="*/ 105974 h 361333"/>
                <a:gd name="connsiteX120" fmla="*/ 116297 w 361670"/>
                <a:gd name="connsiteY120" fmla="*/ 105974 h 361333"/>
                <a:gd name="connsiteX121" fmla="*/ 147607 w 361670"/>
                <a:gd name="connsiteY121" fmla="*/ 98952 h 361333"/>
                <a:gd name="connsiteX122" fmla="*/ 156553 w 361670"/>
                <a:gd name="connsiteY122" fmla="*/ 98313 h 361333"/>
                <a:gd name="connsiteX123" fmla="*/ 157831 w 361670"/>
                <a:gd name="connsiteY123" fmla="*/ 98313 h 361333"/>
                <a:gd name="connsiteX124" fmla="*/ 173806 w 361670"/>
                <a:gd name="connsiteY124" fmla="*/ 103421 h 361333"/>
                <a:gd name="connsiteX125" fmla="*/ 174446 w 361670"/>
                <a:gd name="connsiteY125" fmla="*/ 103421 h 361333"/>
                <a:gd name="connsiteX126" fmla="*/ 201922 w 361670"/>
                <a:gd name="connsiteY126" fmla="*/ 101505 h 361333"/>
                <a:gd name="connsiteX127" fmla="*/ 212785 w 361670"/>
                <a:gd name="connsiteY127" fmla="*/ 102144 h 361333"/>
                <a:gd name="connsiteX128" fmla="*/ 250485 w 361670"/>
                <a:gd name="connsiteY128" fmla="*/ 102144 h 361333"/>
                <a:gd name="connsiteX129" fmla="*/ 253041 w 361670"/>
                <a:gd name="connsiteY129" fmla="*/ 101505 h 361333"/>
                <a:gd name="connsiteX130" fmla="*/ 274128 w 361670"/>
                <a:gd name="connsiteY130" fmla="*/ 90653 h 361333"/>
                <a:gd name="connsiteX131" fmla="*/ 283075 w 361670"/>
                <a:gd name="connsiteY131" fmla="*/ 93206 h 361333"/>
                <a:gd name="connsiteX132" fmla="*/ 280518 w 361670"/>
                <a:gd name="connsiteY132" fmla="*/ 102144 h 361333"/>
                <a:gd name="connsiteX133" fmla="*/ 260070 w 361670"/>
                <a:gd name="connsiteY133" fmla="*/ 112997 h 361333"/>
                <a:gd name="connsiteX134" fmla="*/ 251125 w 361670"/>
                <a:gd name="connsiteY134" fmla="*/ 115550 h 361333"/>
                <a:gd name="connsiteX135" fmla="*/ 251125 w 361670"/>
                <a:gd name="connsiteY135" fmla="*/ 115550 h 361333"/>
                <a:gd name="connsiteX136" fmla="*/ 213424 w 361670"/>
                <a:gd name="connsiteY136" fmla="*/ 115550 h 361333"/>
                <a:gd name="connsiteX137" fmla="*/ 201283 w 361670"/>
                <a:gd name="connsiteY137" fmla="*/ 114912 h 361333"/>
                <a:gd name="connsiteX138" fmla="*/ 179557 w 361670"/>
                <a:gd name="connsiteY138" fmla="*/ 115550 h 361333"/>
                <a:gd name="connsiteX139" fmla="*/ 148886 w 361670"/>
                <a:gd name="connsiteY139" fmla="*/ 127041 h 361333"/>
                <a:gd name="connsiteX140" fmla="*/ 125243 w 361670"/>
                <a:gd name="connsiteY140" fmla="*/ 148108 h 361333"/>
                <a:gd name="connsiteX141" fmla="*/ 155276 w 361670"/>
                <a:gd name="connsiteY141" fmla="*/ 144916 h 361333"/>
                <a:gd name="connsiteX142" fmla="*/ 157831 w 361670"/>
                <a:gd name="connsiteY142" fmla="*/ 144278 h 361333"/>
                <a:gd name="connsiteX143" fmla="*/ 205117 w 361670"/>
                <a:gd name="connsiteY143" fmla="*/ 139171 h 361333"/>
                <a:gd name="connsiteX144" fmla="*/ 205117 w 361670"/>
                <a:gd name="connsiteY144" fmla="*/ 139171 h 361333"/>
                <a:gd name="connsiteX145" fmla="*/ 207034 w 361670"/>
                <a:gd name="connsiteY145" fmla="*/ 139171 h 361333"/>
                <a:gd name="connsiteX146" fmla="*/ 207673 w 361670"/>
                <a:gd name="connsiteY146" fmla="*/ 139171 h 361333"/>
                <a:gd name="connsiteX147" fmla="*/ 208312 w 361670"/>
                <a:gd name="connsiteY147" fmla="*/ 139171 h 361333"/>
                <a:gd name="connsiteX148" fmla="*/ 240261 w 361670"/>
                <a:gd name="connsiteY148" fmla="*/ 151939 h 361333"/>
                <a:gd name="connsiteX149" fmla="*/ 240900 w 361670"/>
                <a:gd name="connsiteY149" fmla="*/ 151939 h 361333"/>
                <a:gd name="connsiteX150" fmla="*/ 240900 w 361670"/>
                <a:gd name="connsiteY150" fmla="*/ 151939 h 361333"/>
                <a:gd name="connsiteX151" fmla="*/ 270295 w 361670"/>
                <a:gd name="connsiteY151" fmla="*/ 148747 h 361333"/>
                <a:gd name="connsiteX152" fmla="*/ 279240 w 361670"/>
                <a:gd name="connsiteY152" fmla="*/ 150662 h 361333"/>
                <a:gd name="connsiteX153" fmla="*/ 277323 w 361670"/>
                <a:gd name="connsiteY153" fmla="*/ 159600 h 361333"/>
                <a:gd name="connsiteX154" fmla="*/ 257515 w 361670"/>
                <a:gd name="connsiteY154" fmla="*/ 165984 h 361333"/>
                <a:gd name="connsiteX155" fmla="*/ 264544 w 361670"/>
                <a:gd name="connsiteY155" fmla="*/ 174921 h 361333"/>
                <a:gd name="connsiteX156" fmla="*/ 273490 w 361670"/>
                <a:gd name="connsiteY156" fmla="*/ 185774 h 361333"/>
                <a:gd name="connsiteX157" fmla="*/ 300327 w 361670"/>
                <a:gd name="connsiteY157" fmla="*/ 174921 h 361333"/>
                <a:gd name="connsiteX158" fmla="*/ 308634 w 361670"/>
                <a:gd name="connsiteY158" fmla="*/ 178752 h 361333"/>
                <a:gd name="connsiteX159" fmla="*/ 306078 w 361670"/>
                <a:gd name="connsiteY159" fmla="*/ 18577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361670" h="361333">
                  <a:moveTo>
                    <a:pt x="180836" y="0"/>
                  </a:moveTo>
                  <a:cubicBezTo>
                    <a:pt x="80513" y="0"/>
                    <a:pt x="0" y="81077"/>
                    <a:pt x="0" y="180667"/>
                  </a:cubicBezTo>
                  <a:cubicBezTo>
                    <a:pt x="0" y="280257"/>
                    <a:pt x="81152" y="361334"/>
                    <a:pt x="180836" y="361334"/>
                  </a:cubicBezTo>
                  <a:cubicBezTo>
                    <a:pt x="281157" y="361334"/>
                    <a:pt x="361670" y="280257"/>
                    <a:pt x="361670" y="180667"/>
                  </a:cubicBezTo>
                  <a:cubicBezTo>
                    <a:pt x="361670" y="81077"/>
                    <a:pt x="281157" y="0"/>
                    <a:pt x="180836" y="0"/>
                  </a:cubicBezTo>
                  <a:close/>
                  <a:moveTo>
                    <a:pt x="306078" y="185774"/>
                  </a:moveTo>
                  <a:lnTo>
                    <a:pt x="282435" y="195350"/>
                  </a:lnTo>
                  <a:cubicBezTo>
                    <a:pt x="283075" y="197265"/>
                    <a:pt x="283713" y="199180"/>
                    <a:pt x="283713" y="201734"/>
                  </a:cubicBezTo>
                  <a:cubicBezTo>
                    <a:pt x="283075" y="207479"/>
                    <a:pt x="280518" y="210671"/>
                    <a:pt x="277323" y="213225"/>
                  </a:cubicBezTo>
                  <a:lnTo>
                    <a:pt x="276045" y="213863"/>
                  </a:lnTo>
                  <a:cubicBezTo>
                    <a:pt x="273490" y="215779"/>
                    <a:pt x="270934" y="218332"/>
                    <a:pt x="267739" y="218971"/>
                  </a:cubicBezTo>
                  <a:cubicBezTo>
                    <a:pt x="267739" y="219609"/>
                    <a:pt x="267739" y="219609"/>
                    <a:pt x="267739" y="220247"/>
                  </a:cubicBezTo>
                  <a:cubicBezTo>
                    <a:pt x="267100" y="226631"/>
                    <a:pt x="263905" y="230462"/>
                    <a:pt x="260070" y="233654"/>
                  </a:cubicBezTo>
                  <a:cubicBezTo>
                    <a:pt x="256236" y="236846"/>
                    <a:pt x="252403" y="240038"/>
                    <a:pt x="247290" y="240038"/>
                  </a:cubicBezTo>
                  <a:cubicBezTo>
                    <a:pt x="247290" y="240038"/>
                    <a:pt x="246651" y="240038"/>
                    <a:pt x="246651" y="240038"/>
                  </a:cubicBezTo>
                  <a:cubicBezTo>
                    <a:pt x="246013" y="240038"/>
                    <a:pt x="245374" y="240038"/>
                    <a:pt x="244735" y="239399"/>
                  </a:cubicBezTo>
                  <a:cubicBezTo>
                    <a:pt x="243456" y="242591"/>
                    <a:pt x="240900" y="245145"/>
                    <a:pt x="238345" y="247060"/>
                  </a:cubicBezTo>
                  <a:cubicBezTo>
                    <a:pt x="234510" y="250252"/>
                    <a:pt x="230677" y="253444"/>
                    <a:pt x="225565" y="253444"/>
                  </a:cubicBezTo>
                  <a:cubicBezTo>
                    <a:pt x="225565" y="253444"/>
                    <a:pt x="224925" y="253444"/>
                    <a:pt x="224925" y="253444"/>
                  </a:cubicBezTo>
                  <a:cubicBezTo>
                    <a:pt x="223009" y="253444"/>
                    <a:pt x="220453" y="252806"/>
                    <a:pt x="218536" y="250891"/>
                  </a:cubicBezTo>
                  <a:cubicBezTo>
                    <a:pt x="217897" y="251529"/>
                    <a:pt x="217897" y="251529"/>
                    <a:pt x="217258" y="252167"/>
                  </a:cubicBezTo>
                  <a:cubicBezTo>
                    <a:pt x="213424" y="256636"/>
                    <a:pt x="208951" y="261105"/>
                    <a:pt x="201922" y="261105"/>
                  </a:cubicBezTo>
                  <a:cubicBezTo>
                    <a:pt x="201922" y="261105"/>
                    <a:pt x="201283" y="261105"/>
                    <a:pt x="201283" y="261105"/>
                  </a:cubicBezTo>
                  <a:cubicBezTo>
                    <a:pt x="198727" y="261105"/>
                    <a:pt x="191698" y="257913"/>
                    <a:pt x="189142" y="255998"/>
                  </a:cubicBezTo>
                  <a:cubicBezTo>
                    <a:pt x="189142" y="255998"/>
                    <a:pt x="189142" y="255998"/>
                    <a:pt x="189142" y="255998"/>
                  </a:cubicBezTo>
                  <a:cubicBezTo>
                    <a:pt x="188503" y="256636"/>
                    <a:pt x="187864" y="257275"/>
                    <a:pt x="187864" y="257275"/>
                  </a:cubicBezTo>
                  <a:lnTo>
                    <a:pt x="187225" y="257913"/>
                  </a:lnTo>
                  <a:cubicBezTo>
                    <a:pt x="178918" y="266212"/>
                    <a:pt x="171889" y="271958"/>
                    <a:pt x="166138" y="272596"/>
                  </a:cubicBezTo>
                  <a:cubicBezTo>
                    <a:pt x="165500" y="272596"/>
                    <a:pt x="164861" y="272596"/>
                    <a:pt x="164221" y="272596"/>
                  </a:cubicBezTo>
                  <a:cubicBezTo>
                    <a:pt x="157831" y="272596"/>
                    <a:pt x="151441" y="270043"/>
                    <a:pt x="147607" y="266212"/>
                  </a:cubicBezTo>
                  <a:cubicBezTo>
                    <a:pt x="146969" y="265574"/>
                    <a:pt x="146330" y="264935"/>
                    <a:pt x="146330" y="264297"/>
                  </a:cubicBezTo>
                  <a:cubicBezTo>
                    <a:pt x="145691" y="264297"/>
                    <a:pt x="145051" y="264297"/>
                    <a:pt x="144412" y="264297"/>
                  </a:cubicBezTo>
                  <a:cubicBezTo>
                    <a:pt x="136745" y="264297"/>
                    <a:pt x="123965" y="261105"/>
                    <a:pt x="120131" y="255359"/>
                  </a:cubicBezTo>
                  <a:cubicBezTo>
                    <a:pt x="120131" y="255359"/>
                    <a:pt x="120131" y="254721"/>
                    <a:pt x="119492" y="254721"/>
                  </a:cubicBezTo>
                  <a:cubicBezTo>
                    <a:pt x="110546" y="254721"/>
                    <a:pt x="101600" y="249614"/>
                    <a:pt x="97766" y="243868"/>
                  </a:cubicBezTo>
                  <a:cubicBezTo>
                    <a:pt x="95849" y="241315"/>
                    <a:pt x="94571" y="238123"/>
                    <a:pt x="94571" y="234931"/>
                  </a:cubicBezTo>
                  <a:cubicBezTo>
                    <a:pt x="89459" y="233654"/>
                    <a:pt x="84986" y="230462"/>
                    <a:pt x="80513" y="224078"/>
                  </a:cubicBezTo>
                  <a:cubicBezTo>
                    <a:pt x="77957" y="220247"/>
                    <a:pt x="76679" y="215140"/>
                    <a:pt x="77957" y="210671"/>
                  </a:cubicBezTo>
                  <a:cubicBezTo>
                    <a:pt x="78597" y="207479"/>
                    <a:pt x="79874" y="204926"/>
                    <a:pt x="81792" y="203011"/>
                  </a:cubicBezTo>
                  <a:cubicBezTo>
                    <a:pt x="81152" y="202372"/>
                    <a:pt x="80513" y="201734"/>
                    <a:pt x="79874" y="200457"/>
                  </a:cubicBezTo>
                  <a:cubicBezTo>
                    <a:pt x="79874" y="200457"/>
                    <a:pt x="72845" y="193435"/>
                    <a:pt x="56232" y="186412"/>
                  </a:cubicBezTo>
                  <a:cubicBezTo>
                    <a:pt x="53037" y="185135"/>
                    <a:pt x="51119" y="181305"/>
                    <a:pt x="52397" y="178113"/>
                  </a:cubicBezTo>
                  <a:cubicBezTo>
                    <a:pt x="53676" y="174921"/>
                    <a:pt x="57509" y="173006"/>
                    <a:pt x="60704" y="174283"/>
                  </a:cubicBezTo>
                  <a:cubicBezTo>
                    <a:pt x="80513" y="181944"/>
                    <a:pt x="88820" y="190243"/>
                    <a:pt x="89459" y="191519"/>
                  </a:cubicBezTo>
                  <a:cubicBezTo>
                    <a:pt x="90737" y="192796"/>
                    <a:pt x="91376" y="194073"/>
                    <a:pt x="92654" y="194711"/>
                  </a:cubicBezTo>
                  <a:lnTo>
                    <a:pt x="114380" y="180667"/>
                  </a:lnTo>
                  <a:cubicBezTo>
                    <a:pt x="126521" y="173006"/>
                    <a:pt x="136745" y="178752"/>
                    <a:pt x="141856" y="185135"/>
                  </a:cubicBezTo>
                  <a:cubicBezTo>
                    <a:pt x="142496" y="185774"/>
                    <a:pt x="143135" y="187051"/>
                    <a:pt x="143774" y="187689"/>
                  </a:cubicBezTo>
                  <a:lnTo>
                    <a:pt x="144412" y="187051"/>
                  </a:lnTo>
                  <a:cubicBezTo>
                    <a:pt x="153358" y="180667"/>
                    <a:pt x="164221" y="181944"/>
                    <a:pt x="171251" y="190243"/>
                  </a:cubicBezTo>
                  <a:cubicBezTo>
                    <a:pt x="176362" y="196627"/>
                    <a:pt x="177001" y="204287"/>
                    <a:pt x="173167" y="211310"/>
                  </a:cubicBezTo>
                  <a:cubicBezTo>
                    <a:pt x="175723" y="212587"/>
                    <a:pt x="177641" y="214502"/>
                    <a:pt x="179557" y="216417"/>
                  </a:cubicBezTo>
                  <a:cubicBezTo>
                    <a:pt x="179557" y="216417"/>
                    <a:pt x="180196" y="217055"/>
                    <a:pt x="180196" y="217055"/>
                  </a:cubicBezTo>
                  <a:cubicBezTo>
                    <a:pt x="182752" y="220247"/>
                    <a:pt x="183391" y="223439"/>
                    <a:pt x="183391" y="226631"/>
                  </a:cubicBezTo>
                  <a:cubicBezTo>
                    <a:pt x="186586" y="227908"/>
                    <a:pt x="189781" y="229823"/>
                    <a:pt x="192337" y="233015"/>
                  </a:cubicBezTo>
                  <a:cubicBezTo>
                    <a:pt x="192976" y="233654"/>
                    <a:pt x="192976" y="233654"/>
                    <a:pt x="193615" y="234292"/>
                  </a:cubicBezTo>
                  <a:cubicBezTo>
                    <a:pt x="196171" y="238123"/>
                    <a:pt x="196810" y="241315"/>
                    <a:pt x="196171" y="244507"/>
                  </a:cubicBezTo>
                  <a:cubicBezTo>
                    <a:pt x="196810" y="244507"/>
                    <a:pt x="196810" y="245145"/>
                    <a:pt x="197449" y="245145"/>
                  </a:cubicBezTo>
                  <a:cubicBezTo>
                    <a:pt x="198727" y="245783"/>
                    <a:pt x="201922" y="247060"/>
                    <a:pt x="203839" y="247699"/>
                  </a:cubicBezTo>
                  <a:cubicBezTo>
                    <a:pt x="205117" y="247060"/>
                    <a:pt x="207673" y="244507"/>
                    <a:pt x="209590" y="242591"/>
                  </a:cubicBezTo>
                  <a:cubicBezTo>
                    <a:pt x="209590" y="242591"/>
                    <a:pt x="209590" y="242591"/>
                    <a:pt x="210229" y="241953"/>
                  </a:cubicBezTo>
                  <a:cubicBezTo>
                    <a:pt x="209590" y="241315"/>
                    <a:pt x="208312" y="240038"/>
                    <a:pt x="207034" y="239399"/>
                  </a:cubicBezTo>
                  <a:cubicBezTo>
                    <a:pt x="202561" y="235569"/>
                    <a:pt x="198727" y="231739"/>
                    <a:pt x="194254" y="228547"/>
                  </a:cubicBezTo>
                  <a:cubicBezTo>
                    <a:pt x="191698" y="226631"/>
                    <a:pt x="191059" y="222163"/>
                    <a:pt x="192976" y="219609"/>
                  </a:cubicBezTo>
                  <a:cubicBezTo>
                    <a:pt x="194893" y="217055"/>
                    <a:pt x="199366" y="216417"/>
                    <a:pt x="201922" y="218332"/>
                  </a:cubicBezTo>
                  <a:cubicBezTo>
                    <a:pt x="206395" y="222163"/>
                    <a:pt x="211507" y="226631"/>
                    <a:pt x="215980" y="230462"/>
                  </a:cubicBezTo>
                  <a:cubicBezTo>
                    <a:pt x="219814" y="234292"/>
                    <a:pt x="225565" y="239399"/>
                    <a:pt x="227482" y="240038"/>
                  </a:cubicBezTo>
                  <a:cubicBezTo>
                    <a:pt x="227482" y="240038"/>
                    <a:pt x="228120" y="239399"/>
                    <a:pt x="231315" y="236846"/>
                  </a:cubicBezTo>
                  <a:cubicBezTo>
                    <a:pt x="234510" y="234292"/>
                    <a:pt x="234510" y="233654"/>
                    <a:pt x="234510" y="232377"/>
                  </a:cubicBezTo>
                  <a:cubicBezTo>
                    <a:pt x="234510" y="232377"/>
                    <a:pt x="233872" y="231739"/>
                    <a:pt x="233233" y="231739"/>
                  </a:cubicBezTo>
                  <a:cubicBezTo>
                    <a:pt x="232594" y="231100"/>
                    <a:pt x="231955" y="230462"/>
                    <a:pt x="231315" y="230462"/>
                  </a:cubicBezTo>
                  <a:cubicBezTo>
                    <a:pt x="228760" y="228547"/>
                    <a:pt x="226843" y="225993"/>
                    <a:pt x="224287" y="223439"/>
                  </a:cubicBezTo>
                  <a:cubicBezTo>
                    <a:pt x="224287" y="223439"/>
                    <a:pt x="224287" y="223439"/>
                    <a:pt x="224287" y="223439"/>
                  </a:cubicBezTo>
                  <a:cubicBezTo>
                    <a:pt x="224287" y="223439"/>
                    <a:pt x="224287" y="223439"/>
                    <a:pt x="224287" y="223439"/>
                  </a:cubicBezTo>
                  <a:cubicBezTo>
                    <a:pt x="223648" y="222801"/>
                    <a:pt x="223009" y="222163"/>
                    <a:pt x="222370" y="221524"/>
                  </a:cubicBezTo>
                  <a:cubicBezTo>
                    <a:pt x="218536" y="217694"/>
                    <a:pt x="214702" y="213863"/>
                    <a:pt x="210229" y="210671"/>
                  </a:cubicBezTo>
                  <a:cubicBezTo>
                    <a:pt x="207673" y="208118"/>
                    <a:pt x="207034" y="204287"/>
                    <a:pt x="209590" y="201734"/>
                  </a:cubicBezTo>
                  <a:cubicBezTo>
                    <a:pt x="212146" y="199180"/>
                    <a:pt x="215980" y="198542"/>
                    <a:pt x="218536" y="201095"/>
                  </a:cubicBezTo>
                  <a:cubicBezTo>
                    <a:pt x="223009" y="204926"/>
                    <a:pt x="227482" y="208756"/>
                    <a:pt x="231315" y="213225"/>
                  </a:cubicBezTo>
                  <a:cubicBezTo>
                    <a:pt x="231955" y="213863"/>
                    <a:pt x="232594" y="214502"/>
                    <a:pt x="232594" y="214502"/>
                  </a:cubicBezTo>
                  <a:cubicBezTo>
                    <a:pt x="236428" y="217694"/>
                    <a:pt x="239623" y="220247"/>
                    <a:pt x="242179" y="222801"/>
                  </a:cubicBezTo>
                  <a:cubicBezTo>
                    <a:pt x="244735" y="225355"/>
                    <a:pt x="247290" y="227270"/>
                    <a:pt x="248569" y="227270"/>
                  </a:cubicBezTo>
                  <a:cubicBezTo>
                    <a:pt x="248569" y="227270"/>
                    <a:pt x="249846" y="226631"/>
                    <a:pt x="253041" y="224078"/>
                  </a:cubicBezTo>
                  <a:cubicBezTo>
                    <a:pt x="256236" y="221524"/>
                    <a:pt x="256236" y="220886"/>
                    <a:pt x="256236" y="219609"/>
                  </a:cubicBezTo>
                  <a:cubicBezTo>
                    <a:pt x="256236" y="217694"/>
                    <a:pt x="255597" y="217055"/>
                    <a:pt x="254320" y="215779"/>
                  </a:cubicBezTo>
                  <a:cubicBezTo>
                    <a:pt x="254320" y="215779"/>
                    <a:pt x="254320" y="215140"/>
                    <a:pt x="253680" y="215140"/>
                  </a:cubicBezTo>
                  <a:cubicBezTo>
                    <a:pt x="251125" y="213225"/>
                    <a:pt x="247290" y="210033"/>
                    <a:pt x="243456" y="206203"/>
                  </a:cubicBezTo>
                  <a:cubicBezTo>
                    <a:pt x="238984" y="202372"/>
                    <a:pt x="234510" y="197903"/>
                    <a:pt x="230038" y="194711"/>
                  </a:cubicBezTo>
                  <a:cubicBezTo>
                    <a:pt x="227482" y="192796"/>
                    <a:pt x="226843" y="188327"/>
                    <a:pt x="228760" y="185774"/>
                  </a:cubicBezTo>
                  <a:cubicBezTo>
                    <a:pt x="230677" y="183220"/>
                    <a:pt x="235150" y="182582"/>
                    <a:pt x="237705" y="184497"/>
                  </a:cubicBezTo>
                  <a:cubicBezTo>
                    <a:pt x="242179" y="188327"/>
                    <a:pt x="247290" y="192796"/>
                    <a:pt x="251764" y="196627"/>
                  </a:cubicBezTo>
                  <a:cubicBezTo>
                    <a:pt x="255597" y="200457"/>
                    <a:pt x="261349" y="205564"/>
                    <a:pt x="263905" y="206841"/>
                  </a:cubicBezTo>
                  <a:cubicBezTo>
                    <a:pt x="264544" y="206841"/>
                    <a:pt x="265182" y="206203"/>
                    <a:pt x="267739" y="203649"/>
                  </a:cubicBezTo>
                  <a:lnTo>
                    <a:pt x="269016" y="203011"/>
                  </a:lnTo>
                  <a:cubicBezTo>
                    <a:pt x="269655" y="202372"/>
                    <a:pt x="270934" y="201734"/>
                    <a:pt x="270934" y="201095"/>
                  </a:cubicBezTo>
                  <a:cubicBezTo>
                    <a:pt x="270934" y="200457"/>
                    <a:pt x="269655" y="199180"/>
                    <a:pt x="269016" y="198542"/>
                  </a:cubicBezTo>
                  <a:cubicBezTo>
                    <a:pt x="268377" y="197903"/>
                    <a:pt x="267739" y="197265"/>
                    <a:pt x="267100" y="196627"/>
                  </a:cubicBezTo>
                  <a:cubicBezTo>
                    <a:pt x="267100" y="196627"/>
                    <a:pt x="267100" y="196627"/>
                    <a:pt x="267100" y="196627"/>
                  </a:cubicBezTo>
                  <a:cubicBezTo>
                    <a:pt x="267100" y="196627"/>
                    <a:pt x="267100" y="196627"/>
                    <a:pt x="267100" y="196627"/>
                  </a:cubicBezTo>
                  <a:cubicBezTo>
                    <a:pt x="263265" y="191519"/>
                    <a:pt x="258792" y="187051"/>
                    <a:pt x="255597" y="182582"/>
                  </a:cubicBezTo>
                  <a:cubicBezTo>
                    <a:pt x="252403" y="178752"/>
                    <a:pt x="249846" y="175560"/>
                    <a:pt x="247290" y="172368"/>
                  </a:cubicBezTo>
                  <a:cubicBezTo>
                    <a:pt x="244095" y="168537"/>
                    <a:pt x="240261" y="165345"/>
                    <a:pt x="235789" y="164068"/>
                  </a:cubicBezTo>
                  <a:lnTo>
                    <a:pt x="205117" y="151939"/>
                  </a:lnTo>
                  <a:lnTo>
                    <a:pt x="160387" y="156408"/>
                  </a:lnTo>
                  <a:cubicBezTo>
                    <a:pt x="149525" y="162792"/>
                    <a:pt x="141217" y="164707"/>
                    <a:pt x="134189" y="165345"/>
                  </a:cubicBezTo>
                  <a:cubicBezTo>
                    <a:pt x="121409" y="165345"/>
                    <a:pt x="115019" y="157046"/>
                    <a:pt x="112463" y="153216"/>
                  </a:cubicBezTo>
                  <a:cubicBezTo>
                    <a:pt x="109907" y="149385"/>
                    <a:pt x="110546" y="144278"/>
                    <a:pt x="113741" y="141086"/>
                  </a:cubicBezTo>
                  <a:lnTo>
                    <a:pt x="120131" y="135341"/>
                  </a:lnTo>
                  <a:lnTo>
                    <a:pt x="141217" y="116827"/>
                  </a:lnTo>
                  <a:cubicBezTo>
                    <a:pt x="141856" y="116189"/>
                    <a:pt x="142496" y="116189"/>
                    <a:pt x="143135" y="115550"/>
                  </a:cubicBezTo>
                  <a:lnTo>
                    <a:pt x="155276" y="111081"/>
                  </a:lnTo>
                  <a:lnTo>
                    <a:pt x="154636" y="111081"/>
                  </a:lnTo>
                  <a:cubicBezTo>
                    <a:pt x="153358" y="111081"/>
                    <a:pt x="152081" y="111081"/>
                    <a:pt x="150802" y="111081"/>
                  </a:cubicBezTo>
                  <a:lnTo>
                    <a:pt x="119492" y="118104"/>
                  </a:lnTo>
                  <a:cubicBezTo>
                    <a:pt x="117575" y="118742"/>
                    <a:pt x="115658" y="118742"/>
                    <a:pt x="114380" y="118742"/>
                  </a:cubicBezTo>
                  <a:cubicBezTo>
                    <a:pt x="111824" y="118742"/>
                    <a:pt x="108629" y="118104"/>
                    <a:pt x="106073" y="117465"/>
                  </a:cubicBezTo>
                  <a:lnTo>
                    <a:pt x="87542" y="109166"/>
                  </a:lnTo>
                  <a:cubicBezTo>
                    <a:pt x="84347" y="107889"/>
                    <a:pt x="83069" y="104059"/>
                    <a:pt x="84347" y="100867"/>
                  </a:cubicBezTo>
                  <a:cubicBezTo>
                    <a:pt x="85625" y="97675"/>
                    <a:pt x="89459" y="96398"/>
                    <a:pt x="92654" y="97675"/>
                  </a:cubicBezTo>
                  <a:lnTo>
                    <a:pt x="110546" y="105974"/>
                  </a:lnTo>
                  <a:cubicBezTo>
                    <a:pt x="112463" y="106613"/>
                    <a:pt x="114380" y="106613"/>
                    <a:pt x="116297" y="105974"/>
                  </a:cubicBezTo>
                  <a:lnTo>
                    <a:pt x="147607" y="98952"/>
                  </a:lnTo>
                  <a:cubicBezTo>
                    <a:pt x="150802" y="98313"/>
                    <a:pt x="153358" y="98313"/>
                    <a:pt x="156553" y="98313"/>
                  </a:cubicBezTo>
                  <a:cubicBezTo>
                    <a:pt x="157192" y="98313"/>
                    <a:pt x="157192" y="98313"/>
                    <a:pt x="157831" y="98313"/>
                  </a:cubicBezTo>
                  <a:lnTo>
                    <a:pt x="173806" y="103421"/>
                  </a:lnTo>
                  <a:lnTo>
                    <a:pt x="174446" y="103421"/>
                  </a:lnTo>
                  <a:cubicBezTo>
                    <a:pt x="183391" y="100229"/>
                    <a:pt x="192976" y="100867"/>
                    <a:pt x="201922" y="101505"/>
                  </a:cubicBezTo>
                  <a:cubicBezTo>
                    <a:pt x="205756" y="102144"/>
                    <a:pt x="209590" y="102144"/>
                    <a:pt x="212785" y="102144"/>
                  </a:cubicBezTo>
                  <a:lnTo>
                    <a:pt x="250485" y="102144"/>
                  </a:lnTo>
                  <a:cubicBezTo>
                    <a:pt x="251764" y="102144"/>
                    <a:pt x="252403" y="102144"/>
                    <a:pt x="253041" y="101505"/>
                  </a:cubicBezTo>
                  <a:lnTo>
                    <a:pt x="274128" y="90653"/>
                  </a:lnTo>
                  <a:cubicBezTo>
                    <a:pt x="277323" y="88738"/>
                    <a:pt x="281157" y="90014"/>
                    <a:pt x="283075" y="93206"/>
                  </a:cubicBezTo>
                  <a:cubicBezTo>
                    <a:pt x="284991" y="96398"/>
                    <a:pt x="283713" y="100229"/>
                    <a:pt x="280518" y="102144"/>
                  </a:cubicBezTo>
                  <a:lnTo>
                    <a:pt x="260070" y="112997"/>
                  </a:lnTo>
                  <a:cubicBezTo>
                    <a:pt x="257515" y="114273"/>
                    <a:pt x="254320" y="115550"/>
                    <a:pt x="251125" y="115550"/>
                  </a:cubicBezTo>
                  <a:cubicBezTo>
                    <a:pt x="251125" y="115550"/>
                    <a:pt x="251125" y="115550"/>
                    <a:pt x="251125" y="115550"/>
                  </a:cubicBezTo>
                  <a:lnTo>
                    <a:pt x="213424" y="115550"/>
                  </a:lnTo>
                  <a:cubicBezTo>
                    <a:pt x="209590" y="115550"/>
                    <a:pt x="205117" y="114912"/>
                    <a:pt x="201283" y="114912"/>
                  </a:cubicBezTo>
                  <a:cubicBezTo>
                    <a:pt x="193615" y="114273"/>
                    <a:pt x="185947" y="113635"/>
                    <a:pt x="179557" y="115550"/>
                  </a:cubicBezTo>
                  <a:lnTo>
                    <a:pt x="148886" y="127041"/>
                  </a:lnTo>
                  <a:lnTo>
                    <a:pt x="125243" y="148108"/>
                  </a:lnTo>
                  <a:cubicBezTo>
                    <a:pt x="129076" y="152577"/>
                    <a:pt x="136106" y="156408"/>
                    <a:pt x="155276" y="144916"/>
                  </a:cubicBezTo>
                  <a:cubicBezTo>
                    <a:pt x="155915" y="144278"/>
                    <a:pt x="157192" y="144278"/>
                    <a:pt x="157831" y="144278"/>
                  </a:cubicBezTo>
                  <a:lnTo>
                    <a:pt x="205117" y="139171"/>
                  </a:lnTo>
                  <a:cubicBezTo>
                    <a:pt x="205117" y="139171"/>
                    <a:pt x="205117" y="139171"/>
                    <a:pt x="205117" y="139171"/>
                  </a:cubicBezTo>
                  <a:cubicBezTo>
                    <a:pt x="205756" y="139171"/>
                    <a:pt x="206395" y="139171"/>
                    <a:pt x="207034" y="139171"/>
                  </a:cubicBezTo>
                  <a:cubicBezTo>
                    <a:pt x="207034" y="139171"/>
                    <a:pt x="207673" y="139171"/>
                    <a:pt x="207673" y="139171"/>
                  </a:cubicBezTo>
                  <a:cubicBezTo>
                    <a:pt x="207673" y="139171"/>
                    <a:pt x="207673" y="139171"/>
                    <a:pt x="208312" y="139171"/>
                  </a:cubicBezTo>
                  <a:lnTo>
                    <a:pt x="240261" y="151939"/>
                  </a:lnTo>
                  <a:cubicBezTo>
                    <a:pt x="240261" y="151939"/>
                    <a:pt x="240900" y="151939"/>
                    <a:pt x="240900" y="151939"/>
                  </a:cubicBezTo>
                  <a:cubicBezTo>
                    <a:pt x="240900" y="151939"/>
                    <a:pt x="240900" y="151939"/>
                    <a:pt x="240900" y="151939"/>
                  </a:cubicBezTo>
                  <a:cubicBezTo>
                    <a:pt x="244735" y="153854"/>
                    <a:pt x="263905" y="152577"/>
                    <a:pt x="270295" y="148747"/>
                  </a:cubicBezTo>
                  <a:cubicBezTo>
                    <a:pt x="273490" y="146832"/>
                    <a:pt x="277323" y="147470"/>
                    <a:pt x="279240" y="150662"/>
                  </a:cubicBezTo>
                  <a:cubicBezTo>
                    <a:pt x="281157" y="153854"/>
                    <a:pt x="280518" y="157684"/>
                    <a:pt x="277323" y="159600"/>
                  </a:cubicBezTo>
                  <a:cubicBezTo>
                    <a:pt x="272850" y="162792"/>
                    <a:pt x="265182" y="164707"/>
                    <a:pt x="257515" y="165984"/>
                  </a:cubicBezTo>
                  <a:cubicBezTo>
                    <a:pt x="259431" y="168537"/>
                    <a:pt x="261987" y="171729"/>
                    <a:pt x="264544" y="174921"/>
                  </a:cubicBezTo>
                  <a:cubicBezTo>
                    <a:pt x="267100" y="178113"/>
                    <a:pt x="270295" y="181944"/>
                    <a:pt x="273490" y="185774"/>
                  </a:cubicBezTo>
                  <a:lnTo>
                    <a:pt x="300327" y="174921"/>
                  </a:lnTo>
                  <a:cubicBezTo>
                    <a:pt x="303522" y="173644"/>
                    <a:pt x="307356" y="174921"/>
                    <a:pt x="308634" y="178752"/>
                  </a:cubicBezTo>
                  <a:cubicBezTo>
                    <a:pt x="311190" y="180667"/>
                    <a:pt x="309912" y="184497"/>
                    <a:pt x="306078" y="185774"/>
                  </a:cubicBezTo>
                  <a:close/>
                </a:path>
              </a:pathLst>
            </a:custGeom>
            <a:solidFill>
              <a:srgbClr val="0076A8"/>
            </a:solidFill>
            <a:ln w="6390" cap="flat">
              <a:noFill/>
              <a:prstDash val="solid"/>
              <a:miter/>
            </a:ln>
          </p:spPr>
          <p:txBody>
            <a:bodyPr rtlCol="0" anchor="ctr"/>
            <a:lstStyle/>
            <a:p>
              <a:endParaRPr lang="en-US"/>
            </a:p>
          </p:txBody>
        </p:sp>
      </p:grpSp>
      <p:grpSp>
        <p:nvGrpSpPr>
          <p:cNvPr id="309" name="Graphic 4">
            <a:extLst>
              <a:ext uri="{FF2B5EF4-FFF2-40B4-BE49-F238E27FC236}">
                <a16:creationId xmlns:a16="http://schemas.microsoft.com/office/drawing/2014/main" id="{ACEC279A-024D-7148-8BE3-2A30B3FF6EE7}"/>
              </a:ext>
            </a:extLst>
          </p:cNvPr>
          <p:cNvGrpSpPr>
            <a:grpSpLocks noChangeAspect="1"/>
          </p:cNvGrpSpPr>
          <p:nvPr/>
        </p:nvGrpSpPr>
        <p:grpSpPr>
          <a:xfrm>
            <a:off x="6753524" y="4792617"/>
            <a:ext cx="361670" cy="361333"/>
            <a:chOff x="6753524" y="4792617"/>
            <a:chExt cx="361670" cy="361333"/>
          </a:xfrm>
          <a:solidFill>
            <a:srgbClr val="0076A8"/>
          </a:solidFill>
        </p:grpSpPr>
        <p:sp>
          <p:nvSpPr>
            <p:cNvPr id="310" name="Graphic 4">
              <a:extLst>
                <a:ext uri="{FF2B5EF4-FFF2-40B4-BE49-F238E27FC236}">
                  <a16:creationId xmlns:a16="http://schemas.microsoft.com/office/drawing/2014/main" id="{E30A07B8-FD12-1C48-B27D-75BA5252F415}"/>
                </a:ext>
              </a:extLst>
            </p:cNvPr>
            <p:cNvSpPr/>
            <p:nvPr/>
          </p:nvSpPr>
          <p:spPr>
            <a:xfrm>
              <a:off x="6753524"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4"/>
                    <a:pt x="180835" y="361334"/>
                  </a:cubicBezTo>
                  <a:cubicBezTo>
                    <a:pt x="281157" y="361334"/>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7"/>
                    <a:pt x="180835" y="13407"/>
                  </a:cubicBezTo>
                  <a:cubicBezTo>
                    <a:pt x="273489" y="13407"/>
                    <a:pt x="348890" y="88738"/>
                    <a:pt x="348890" y="181305"/>
                  </a:cubicBezTo>
                  <a:cubicBezTo>
                    <a:pt x="348890" y="273873"/>
                    <a:pt x="274128" y="349204"/>
                    <a:pt x="180835" y="349204"/>
                  </a:cubicBezTo>
                  <a:close/>
                </a:path>
              </a:pathLst>
            </a:custGeom>
            <a:solidFill>
              <a:srgbClr val="0076A8"/>
            </a:solidFill>
            <a:ln w="6390" cap="flat">
              <a:noFill/>
              <a:prstDash val="solid"/>
              <a:miter/>
            </a:ln>
          </p:spPr>
          <p:txBody>
            <a:bodyPr rtlCol="0" anchor="ctr"/>
            <a:lstStyle/>
            <a:p>
              <a:endParaRPr lang="en-US"/>
            </a:p>
          </p:txBody>
        </p:sp>
        <p:sp>
          <p:nvSpPr>
            <p:cNvPr id="311" name="Graphic 4">
              <a:extLst>
                <a:ext uri="{FF2B5EF4-FFF2-40B4-BE49-F238E27FC236}">
                  <a16:creationId xmlns:a16="http://schemas.microsoft.com/office/drawing/2014/main" id="{3CA8C4D7-8076-C441-B4F5-B5254127E7B7}"/>
                </a:ext>
              </a:extLst>
            </p:cNvPr>
            <p:cNvSpPr/>
            <p:nvPr/>
          </p:nvSpPr>
          <p:spPr>
            <a:xfrm>
              <a:off x="6816785" y="4887101"/>
              <a:ext cx="235788" cy="173644"/>
            </a:xfrm>
            <a:custGeom>
              <a:avLst/>
              <a:gdLst>
                <a:gd name="connsiteX0" fmla="*/ 228120 w 235788"/>
                <a:gd name="connsiteY0" fmla="*/ 12768 h 173644"/>
                <a:gd name="connsiteX1" fmla="*/ 229398 w 235788"/>
                <a:gd name="connsiteY1" fmla="*/ 12768 h 173644"/>
                <a:gd name="connsiteX2" fmla="*/ 235788 w 235788"/>
                <a:gd name="connsiteY2" fmla="*/ 6384 h 173644"/>
                <a:gd name="connsiteX3" fmla="*/ 229398 w 235788"/>
                <a:gd name="connsiteY3" fmla="*/ 0 h 173644"/>
                <a:gd name="connsiteX4" fmla="*/ 221731 w 235788"/>
                <a:gd name="connsiteY4" fmla="*/ 0 h 173644"/>
                <a:gd name="connsiteX5" fmla="*/ 215341 w 235788"/>
                <a:gd name="connsiteY5" fmla="*/ 6384 h 173644"/>
                <a:gd name="connsiteX6" fmla="*/ 215341 w 235788"/>
                <a:gd name="connsiteY6" fmla="*/ 23620 h 173644"/>
                <a:gd name="connsiteX7" fmla="*/ 182752 w 235788"/>
                <a:gd name="connsiteY7" fmla="*/ 23620 h 173644"/>
                <a:gd name="connsiteX8" fmla="*/ 127799 w 235788"/>
                <a:gd name="connsiteY8" fmla="*/ 7660 h 173644"/>
                <a:gd name="connsiteX9" fmla="*/ 123325 w 235788"/>
                <a:gd name="connsiteY9" fmla="*/ 8299 h 173644"/>
                <a:gd name="connsiteX10" fmla="*/ 95209 w 235788"/>
                <a:gd name="connsiteY10" fmla="*/ 23620 h 173644"/>
                <a:gd name="connsiteX11" fmla="*/ 94571 w 235788"/>
                <a:gd name="connsiteY11" fmla="*/ 23620 h 173644"/>
                <a:gd name="connsiteX12" fmla="*/ 20447 w 235788"/>
                <a:gd name="connsiteY12" fmla="*/ 23620 h 173644"/>
                <a:gd name="connsiteX13" fmla="*/ 20447 w 235788"/>
                <a:gd name="connsiteY13" fmla="*/ 6384 h 173644"/>
                <a:gd name="connsiteX14" fmla="*/ 14058 w 235788"/>
                <a:gd name="connsiteY14" fmla="*/ 0 h 173644"/>
                <a:gd name="connsiteX15" fmla="*/ 6390 w 235788"/>
                <a:gd name="connsiteY15" fmla="*/ 0 h 173644"/>
                <a:gd name="connsiteX16" fmla="*/ 0 w 235788"/>
                <a:gd name="connsiteY16" fmla="*/ 6384 h 173644"/>
                <a:gd name="connsiteX17" fmla="*/ 6390 w 235788"/>
                <a:gd name="connsiteY17" fmla="*/ 12768 h 173644"/>
                <a:gd name="connsiteX18" fmla="*/ 7668 w 235788"/>
                <a:gd name="connsiteY18" fmla="*/ 12768 h 173644"/>
                <a:gd name="connsiteX19" fmla="*/ 7668 w 235788"/>
                <a:gd name="connsiteY19" fmla="*/ 127680 h 173644"/>
                <a:gd name="connsiteX20" fmla="*/ 6390 w 235788"/>
                <a:gd name="connsiteY20" fmla="*/ 127680 h 173644"/>
                <a:gd name="connsiteX21" fmla="*/ 0 w 235788"/>
                <a:gd name="connsiteY21" fmla="*/ 134064 h 173644"/>
                <a:gd name="connsiteX22" fmla="*/ 6390 w 235788"/>
                <a:gd name="connsiteY22" fmla="*/ 140448 h 173644"/>
                <a:gd name="connsiteX23" fmla="*/ 14058 w 235788"/>
                <a:gd name="connsiteY23" fmla="*/ 140448 h 173644"/>
                <a:gd name="connsiteX24" fmla="*/ 20447 w 235788"/>
                <a:gd name="connsiteY24" fmla="*/ 134064 h 173644"/>
                <a:gd name="connsiteX25" fmla="*/ 20447 w 235788"/>
                <a:gd name="connsiteY25" fmla="*/ 124488 h 173644"/>
                <a:gd name="connsiteX26" fmla="*/ 34505 w 235788"/>
                <a:gd name="connsiteY26" fmla="*/ 124488 h 173644"/>
                <a:gd name="connsiteX27" fmla="*/ 56870 w 235788"/>
                <a:gd name="connsiteY27" fmla="*/ 161515 h 173644"/>
                <a:gd name="connsiteX28" fmla="*/ 70928 w 235788"/>
                <a:gd name="connsiteY28" fmla="*/ 172368 h 173644"/>
                <a:gd name="connsiteX29" fmla="*/ 77957 w 235788"/>
                <a:gd name="connsiteY29" fmla="*/ 173644 h 173644"/>
                <a:gd name="connsiteX30" fmla="*/ 88820 w 235788"/>
                <a:gd name="connsiteY30" fmla="*/ 170452 h 173644"/>
                <a:gd name="connsiteX31" fmla="*/ 95849 w 235788"/>
                <a:gd name="connsiteY31" fmla="*/ 164068 h 173644"/>
                <a:gd name="connsiteX32" fmla="*/ 107989 w 235788"/>
                <a:gd name="connsiteY32" fmla="*/ 171729 h 173644"/>
                <a:gd name="connsiteX33" fmla="*/ 113740 w 235788"/>
                <a:gd name="connsiteY33" fmla="*/ 172368 h 173644"/>
                <a:gd name="connsiteX34" fmla="*/ 125881 w 235788"/>
                <a:gd name="connsiteY34" fmla="*/ 169176 h 173644"/>
                <a:gd name="connsiteX35" fmla="*/ 133549 w 235788"/>
                <a:gd name="connsiteY35" fmla="*/ 161515 h 173644"/>
                <a:gd name="connsiteX36" fmla="*/ 152080 w 235788"/>
                <a:gd name="connsiteY36" fmla="*/ 170452 h 173644"/>
                <a:gd name="connsiteX37" fmla="*/ 163582 w 235788"/>
                <a:gd name="connsiteY37" fmla="*/ 167260 h 173644"/>
                <a:gd name="connsiteX38" fmla="*/ 173806 w 235788"/>
                <a:gd name="connsiteY38" fmla="*/ 153216 h 173644"/>
                <a:gd name="connsiteX39" fmla="*/ 173806 w 235788"/>
                <a:gd name="connsiteY39" fmla="*/ 153216 h 173644"/>
                <a:gd name="connsiteX40" fmla="*/ 179557 w 235788"/>
                <a:gd name="connsiteY40" fmla="*/ 153854 h 173644"/>
                <a:gd name="connsiteX41" fmla="*/ 191698 w 235788"/>
                <a:gd name="connsiteY41" fmla="*/ 150662 h 173644"/>
                <a:gd name="connsiteX42" fmla="*/ 202561 w 235788"/>
                <a:gd name="connsiteY42" fmla="*/ 124488 h 173644"/>
                <a:gd name="connsiteX43" fmla="*/ 214063 w 235788"/>
                <a:gd name="connsiteY43" fmla="*/ 124488 h 173644"/>
                <a:gd name="connsiteX44" fmla="*/ 215341 w 235788"/>
                <a:gd name="connsiteY44" fmla="*/ 123849 h 173644"/>
                <a:gd name="connsiteX45" fmla="*/ 215341 w 235788"/>
                <a:gd name="connsiteY45" fmla="*/ 133425 h 173644"/>
                <a:gd name="connsiteX46" fmla="*/ 221731 w 235788"/>
                <a:gd name="connsiteY46" fmla="*/ 139809 h 173644"/>
                <a:gd name="connsiteX47" fmla="*/ 229398 w 235788"/>
                <a:gd name="connsiteY47" fmla="*/ 139809 h 173644"/>
                <a:gd name="connsiteX48" fmla="*/ 235788 w 235788"/>
                <a:gd name="connsiteY48" fmla="*/ 133425 h 173644"/>
                <a:gd name="connsiteX49" fmla="*/ 229398 w 235788"/>
                <a:gd name="connsiteY49" fmla="*/ 127041 h 173644"/>
                <a:gd name="connsiteX50" fmla="*/ 228120 w 235788"/>
                <a:gd name="connsiteY50" fmla="*/ 127041 h 173644"/>
                <a:gd name="connsiteX51" fmla="*/ 228120 w 235788"/>
                <a:gd name="connsiteY51" fmla="*/ 12768 h 173644"/>
                <a:gd name="connsiteX52" fmla="*/ 189781 w 235788"/>
                <a:gd name="connsiteY52" fmla="*/ 132787 h 173644"/>
                <a:gd name="connsiteX53" fmla="*/ 184669 w 235788"/>
                <a:gd name="connsiteY53" fmla="*/ 139171 h 173644"/>
                <a:gd name="connsiteX54" fmla="*/ 177001 w 235788"/>
                <a:gd name="connsiteY54" fmla="*/ 140448 h 173644"/>
                <a:gd name="connsiteX55" fmla="*/ 170611 w 235788"/>
                <a:gd name="connsiteY55" fmla="*/ 135340 h 173644"/>
                <a:gd name="connsiteX56" fmla="*/ 145051 w 235788"/>
                <a:gd name="connsiteY56" fmla="*/ 91929 h 173644"/>
                <a:gd name="connsiteX57" fmla="*/ 136105 w 235788"/>
                <a:gd name="connsiteY57" fmla="*/ 89376 h 173644"/>
                <a:gd name="connsiteX58" fmla="*/ 133549 w 235788"/>
                <a:gd name="connsiteY58" fmla="*/ 98313 h 173644"/>
                <a:gd name="connsiteX59" fmla="*/ 159109 w 235788"/>
                <a:gd name="connsiteY59" fmla="*/ 141724 h 173644"/>
                <a:gd name="connsiteX60" fmla="*/ 156553 w 235788"/>
                <a:gd name="connsiteY60" fmla="*/ 155769 h 173644"/>
                <a:gd name="connsiteX61" fmla="*/ 141856 w 235788"/>
                <a:gd name="connsiteY61" fmla="*/ 151939 h 173644"/>
                <a:gd name="connsiteX62" fmla="*/ 132910 w 235788"/>
                <a:gd name="connsiteY62" fmla="*/ 137256 h 173644"/>
                <a:gd name="connsiteX63" fmla="*/ 132910 w 235788"/>
                <a:gd name="connsiteY63" fmla="*/ 136617 h 173644"/>
                <a:gd name="connsiteX64" fmla="*/ 132910 w 235788"/>
                <a:gd name="connsiteY64" fmla="*/ 136617 h 173644"/>
                <a:gd name="connsiteX65" fmla="*/ 120769 w 235788"/>
                <a:gd name="connsiteY65" fmla="*/ 115550 h 173644"/>
                <a:gd name="connsiteX66" fmla="*/ 120130 w 235788"/>
                <a:gd name="connsiteY66" fmla="*/ 114912 h 173644"/>
                <a:gd name="connsiteX67" fmla="*/ 118214 w 235788"/>
                <a:gd name="connsiteY67" fmla="*/ 111081 h 173644"/>
                <a:gd name="connsiteX68" fmla="*/ 109268 w 235788"/>
                <a:gd name="connsiteY68" fmla="*/ 109166 h 173644"/>
                <a:gd name="connsiteX69" fmla="*/ 107350 w 235788"/>
                <a:gd name="connsiteY69" fmla="*/ 118104 h 173644"/>
                <a:gd name="connsiteX70" fmla="*/ 122686 w 235788"/>
                <a:gd name="connsiteY70" fmla="*/ 143640 h 173644"/>
                <a:gd name="connsiteX71" fmla="*/ 118853 w 235788"/>
                <a:gd name="connsiteY71" fmla="*/ 157684 h 173644"/>
                <a:gd name="connsiteX72" fmla="*/ 111184 w 235788"/>
                <a:gd name="connsiteY72" fmla="*/ 158961 h 173644"/>
                <a:gd name="connsiteX73" fmla="*/ 104794 w 235788"/>
                <a:gd name="connsiteY73" fmla="*/ 153854 h 173644"/>
                <a:gd name="connsiteX74" fmla="*/ 104794 w 235788"/>
                <a:gd name="connsiteY74" fmla="*/ 153854 h 173644"/>
                <a:gd name="connsiteX75" fmla="*/ 95849 w 235788"/>
                <a:gd name="connsiteY75" fmla="*/ 139171 h 173644"/>
                <a:gd name="connsiteX76" fmla="*/ 95849 w 235788"/>
                <a:gd name="connsiteY76" fmla="*/ 139171 h 173644"/>
                <a:gd name="connsiteX77" fmla="*/ 95849 w 235788"/>
                <a:gd name="connsiteY77" fmla="*/ 139171 h 173644"/>
                <a:gd name="connsiteX78" fmla="*/ 90098 w 235788"/>
                <a:gd name="connsiteY78" fmla="*/ 130872 h 173644"/>
                <a:gd name="connsiteX79" fmla="*/ 81152 w 235788"/>
                <a:gd name="connsiteY79" fmla="*/ 128956 h 173644"/>
                <a:gd name="connsiteX80" fmla="*/ 79235 w 235788"/>
                <a:gd name="connsiteY80" fmla="*/ 137894 h 173644"/>
                <a:gd name="connsiteX81" fmla="*/ 84986 w 235788"/>
                <a:gd name="connsiteY81" fmla="*/ 146193 h 173644"/>
                <a:gd name="connsiteX82" fmla="*/ 86264 w 235788"/>
                <a:gd name="connsiteY82" fmla="*/ 153854 h 173644"/>
                <a:gd name="connsiteX83" fmla="*/ 81791 w 235788"/>
                <a:gd name="connsiteY83" fmla="*/ 159600 h 173644"/>
                <a:gd name="connsiteX84" fmla="*/ 74123 w 235788"/>
                <a:gd name="connsiteY84" fmla="*/ 160238 h 173644"/>
                <a:gd name="connsiteX85" fmla="*/ 67094 w 235788"/>
                <a:gd name="connsiteY85" fmla="*/ 154492 h 173644"/>
                <a:gd name="connsiteX86" fmla="*/ 43451 w 235788"/>
                <a:gd name="connsiteY86" fmla="*/ 114912 h 173644"/>
                <a:gd name="connsiteX87" fmla="*/ 37700 w 235788"/>
                <a:gd name="connsiteY87" fmla="*/ 111720 h 173644"/>
                <a:gd name="connsiteX88" fmla="*/ 20447 w 235788"/>
                <a:gd name="connsiteY88" fmla="*/ 111720 h 173644"/>
                <a:gd name="connsiteX89" fmla="*/ 20447 w 235788"/>
                <a:gd name="connsiteY89" fmla="*/ 37027 h 173644"/>
                <a:gd name="connsiteX90" fmla="*/ 70928 w 235788"/>
                <a:gd name="connsiteY90" fmla="*/ 37027 h 173644"/>
                <a:gd name="connsiteX91" fmla="*/ 58787 w 235788"/>
                <a:gd name="connsiteY91" fmla="*/ 43411 h 173644"/>
                <a:gd name="connsiteX92" fmla="*/ 47925 w 235788"/>
                <a:gd name="connsiteY92" fmla="*/ 62563 h 173644"/>
                <a:gd name="connsiteX93" fmla="*/ 55592 w 235788"/>
                <a:gd name="connsiteY93" fmla="*/ 80438 h 173644"/>
                <a:gd name="connsiteX94" fmla="*/ 71567 w 235788"/>
                <a:gd name="connsiteY94" fmla="*/ 84907 h 173644"/>
                <a:gd name="connsiteX95" fmla="*/ 157831 w 235788"/>
                <a:gd name="connsiteY95" fmla="*/ 70224 h 173644"/>
                <a:gd name="connsiteX96" fmla="*/ 189142 w 235788"/>
                <a:gd name="connsiteY96" fmla="*/ 125126 h 173644"/>
                <a:gd name="connsiteX97" fmla="*/ 189781 w 235788"/>
                <a:gd name="connsiteY97" fmla="*/ 132787 h 173644"/>
                <a:gd name="connsiteX98" fmla="*/ 213423 w 235788"/>
                <a:gd name="connsiteY98" fmla="*/ 111720 h 173644"/>
                <a:gd name="connsiteX99" fmla="*/ 197448 w 235788"/>
                <a:gd name="connsiteY99" fmla="*/ 111720 h 173644"/>
                <a:gd name="connsiteX100" fmla="*/ 195532 w 235788"/>
                <a:gd name="connsiteY100" fmla="*/ 112358 h 173644"/>
                <a:gd name="connsiteX101" fmla="*/ 166138 w 235788"/>
                <a:gd name="connsiteY101" fmla="*/ 60009 h 173644"/>
                <a:gd name="connsiteX102" fmla="*/ 159748 w 235788"/>
                <a:gd name="connsiteY102" fmla="*/ 56817 h 173644"/>
                <a:gd name="connsiteX103" fmla="*/ 69011 w 235788"/>
                <a:gd name="connsiteY103" fmla="*/ 72139 h 173644"/>
                <a:gd name="connsiteX104" fmla="*/ 63260 w 235788"/>
                <a:gd name="connsiteY104" fmla="*/ 70862 h 173644"/>
                <a:gd name="connsiteX105" fmla="*/ 60065 w 235788"/>
                <a:gd name="connsiteY105" fmla="*/ 62563 h 173644"/>
                <a:gd name="connsiteX106" fmla="*/ 64538 w 235788"/>
                <a:gd name="connsiteY106" fmla="*/ 54902 h 173644"/>
                <a:gd name="connsiteX107" fmla="*/ 125881 w 235788"/>
                <a:gd name="connsiteY107" fmla="*/ 21705 h 173644"/>
                <a:gd name="connsiteX108" fmla="*/ 178918 w 235788"/>
                <a:gd name="connsiteY108" fmla="*/ 37027 h 173644"/>
                <a:gd name="connsiteX109" fmla="*/ 180835 w 235788"/>
                <a:gd name="connsiteY109" fmla="*/ 37027 h 173644"/>
                <a:gd name="connsiteX110" fmla="*/ 214063 w 235788"/>
                <a:gd name="connsiteY110" fmla="*/ 37027 h 173644"/>
                <a:gd name="connsiteX111" fmla="*/ 214063 w 235788"/>
                <a:gd name="connsiteY111" fmla="*/ 112358 h 173644"/>
                <a:gd name="connsiteX112" fmla="*/ 213423 w 235788"/>
                <a:gd name="connsiteY112" fmla="*/ 111720 h 173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235788" h="173644">
                  <a:moveTo>
                    <a:pt x="228120" y="12768"/>
                  </a:moveTo>
                  <a:lnTo>
                    <a:pt x="229398" y="12768"/>
                  </a:lnTo>
                  <a:cubicBezTo>
                    <a:pt x="233233" y="12768"/>
                    <a:pt x="235788" y="10214"/>
                    <a:pt x="235788" y="6384"/>
                  </a:cubicBezTo>
                  <a:cubicBezTo>
                    <a:pt x="235788" y="2553"/>
                    <a:pt x="233233" y="0"/>
                    <a:pt x="229398" y="0"/>
                  </a:cubicBezTo>
                  <a:lnTo>
                    <a:pt x="221731" y="0"/>
                  </a:lnTo>
                  <a:cubicBezTo>
                    <a:pt x="217897" y="0"/>
                    <a:pt x="215341" y="2553"/>
                    <a:pt x="215341" y="6384"/>
                  </a:cubicBezTo>
                  <a:lnTo>
                    <a:pt x="215341" y="23620"/>
                  </a:lnTo>
                  <a:lnTo>
                    <a:pt x="182752" y="23620"/>
                  </a:lnTo>
                  <a:lnTo>
                    <a:pt x="127799" y="7660"/>
                  </a:lnTo>
                  <a:cubicBezTo>
                    <a:pt x="126520" y="7022"/>
                    <a:pt x="124604" y="7660"/>
                    <a:pt x="123325" y="8299"/>
                  </a:cubicBezTo>
                  <a:lnTo>
                    <a:pt x="95209" y="23620"/>
                  </a:lnTo>
                  <a:cubicBezTo>
                    <a:pt x="95209" y="23620"/>
                    <a:pt x="95209" y="23620"/>
                    <a:pt x="94571" y="23620"/>
                  </a:cubicBezTo>
                  <a:lnTo>
                    <a:pt x="20447" y="23620"/>
                  </a:lnTo>
                  <a:lnTo>
                    <a:pt x="20447" y="6384"/>
                  </a:lnTo>
                  <a:cubicBezTo>
                    <a:pt x="20447" y="2553"/>
                    <a:pt x="17891" y="0"/>
                    <a:pt x="14058" y="0"/>
                  </a:cubicBezTo>
                  <a:lnTo>
                    <a:pt x="6390" y="0"/>
                  </a:lnTo>
                  <a:cubicBezTo>
                    <a:pt x="2555" y="0"/>
                    <a:pt x="0" y="2553"/>
                    <a:pt x="0" y="6384"/>
                  </a:cubicBezTo>
                  <a:cubicBezTo>
                    <a:pt x="0" y="10214"/>
                    <a:pt x="2555" y="12768"/>
                    <a:pt x="6390" y="12768"/>
                  </a:cubicBezTo>
                  <a:lnTo>
                    <a:pt x="7668" y="12768"/>
                  </a:lnTo>
                  <a:lnTo>
                    <a:pt x="7668" y="127680"/>
                  </a:lnTo>
                  <a:lnTo>
                    <a:pt x="6390" y="127680"/>
                  </a:lnTo>
                  <a:cubicBezTo>
                    <a:pt x="2555" y="127680"/>
                    <a:pt x="0" y="130233"/>
                    <a:pt x="0" y="134064"/>
                  </a:cubicBezTo>
                  <a:cubicBezTo>
                    <a:pt x="0" y="137894"/>
                    <a:pt x="2555" y="140448"/>
                    <a:pt x="6390" y="140448"/>
                  </a:cubicBezTo>
                  <a:lnTo>
                    <a:pt x="14058" y="140448"/>
                  </a:lnTo>
                  <a:cubicBezTo>
                    <a:pt x="17891" y="140448"/>
                    <a:pt x="20447" y="137894"/>
                    <a:pt x="20447" y="134064"/>
                  </a:cubicBezTo>
                  <a:lnTo>
                    <a:pt x="20447" y="124488"/>
                  </a:lnTo>
                  <a:lnTo>
                    <a:pt x="34505" y="124488"/>
                  </a:lnTo>
                  <a:lnTo>
                    <a:pt x="56870" y="161515"/>
                  </a:lnTo>
                  <a:cubicBezTo>
                    <a:pt x="60065" y="166622"/>
                    <a:pt x="65177" y="170452"/>
                    <a:pt x="70928" y="172368"/>
                  </a:cubicBezTo>
                  <a:cubicBezTo>
                    <a:pt x="73484" y="173006"/>
                    <a:pt x="75401" y="173644"/>
                    <a:pt x="77957" y="173644"/>
                  </a:cubicBezTo>
                  <a:cubicBezTo>
                    <a:pt x="81791" y="173644"/>
                    <a:pt x="85625" y="172368"/>
                    <a:pt x="88820" y="170452"/>
                  </a:cubicBezTo>
                  <a:cubicBezTo>
                    <a:pt x="92014" y="168537"/>
                    <a:pt x="93932" y="166622"/>
                    <a:pt x="95849" y="164068"/>
                  </a:cubicBezTo>
                  <a:cubicBezTo>
                    <a:pt x="99044" y="167899"/>
                    <a:pt x="102878" y="170452"/>
                    <a:pt x="107989" y="171729"/>
                  </a:cubicBezTo>
                  <a:cubicBezTo>
                    <a:pt x="109907" y="172368"/>
                    <a:pt x="111824" y="172368"/>
                    <a:pt x="113740" y="172368"/>
                  </a:cubicBezTo>
                  <a:cubicBezTo>
                    <a:pt x="117574" y="172368"/>
                    <a:pt x="122048" y="171091"/>
                    <a:pt x="125881" y="169176"/>
                  </a:cubicBezTo>
                  <a:cubicBezTo>
                    <a:pt x="129076" y="167260"/>
                    <a:pt x="131633" y="164707"/>
                    <a:pt x="133549" y="161515"/>
                  </a:cubicBezTo>
                  <a:cubicBezTo>
                    <a:pt x="138022" y="167260"/>
                    <a:pt x="145051" y="170452"/>
                    <a:pt x="152080" y="170452"/>
                  </a:cubicBezTo>
                  <a:cubicBezTo>
                    <a:pt x="155914" y="170452"/>
                    <a:pt x="159748" y="169176"/>
                    <a:pt x="163582" y="167260"/>
                  </a:cubicBezTo>
                  <a:cubicBezTo>
                    <a:pt x="169333" y="164068"/>
                    <a:pt x="172528" y="158961"/>
                    <a:pt x="173806" y="153216"/>
                  </a:cubicBezTo>
                  <a:cubicBezTo>
                    <a:pt x="173806" y="153216"/>
                    <a:pt x="173806" y="153216"/>
                    <a:pt x="173806" y="153216"/>
                  </a:cubicBezTo>
                  <a:cubicBezTo>
                    <a:pt x="175723" y="153854"/>
                    <a:pt x="177640" y="153854"/>
                    <a:pt x="179557" y="153854"/>
                  </a:cubicBezTo>
                  <a:cubicBezTo>
                    <a:pt x="183391" y="153854"/>
                    <a:pt x="187864" y="152577"/>
                    <a:pt x="191698" y="150662"/>
                  </a:cubicBezTo>
                  <a:cubicBezTo>
                    <a:pt x="200643" y="145555"/>
                    <a:pt x="205117" y="134702"/>
                    <a:pt x="202561" y="124488"/>
                  </a:cubicBezTo>
                  <a:lnTo>
                    <a:pt x="214063" y="124488"/>
                  </a:lnTo>
                  <a:cubicBezTo>
                    <a:pt x="214702" y="124488"/>
                    <a:pt x="215341" y="124488"/>
                    <a:pt x="215341" y="123849"/>
                  </a:cubicBezTo>
                  <a:lnTo>
                    <a:pt x="215341" y="133425"/>
                  </a:lnTo>
                  <a:cubicBezTo>
                    <a:pt x="215341" y="137256"/>
                    <a:pt x="217897" y="139809"/>
                    <a:pt x="221731" y="139809"/>
                  </a:cubicBezTo>
                  <a:lnTo>
                    <a:pt x="229398" y="139809"/>
                  </a:lnTo>
                  <a:cubicBezTo>
                    <a:pt x="233233" y="139809"/>
                    <a:pt x="235788" y="137256"/>
                    <a:pt x="235788" y="133425"/>
                  </a:cubicBezTo>
                  <a:cubicBezTo>
                    <a:pt x="235788" y="129595"/>
                    <a:pt x="233233" y="127041"/>
                    <a:pt x="229398" y="127041"/>
                  </a:cubicBezTo>
                  <a:lnTo>
                    <a:pt x="228120" y="127041"/>
                  </a:lnTo>
                  <a:lnTo>
                    <a:pt x="228120" y="12768"/>
                  </a:lnTo>
                  <a:close/>
                  <a:moveTo>
                    <a:pt x="189781" y="132787"/>
                  </a:moveTo>
                  <a:cubicBezTo>
                    <a:pt x="189142" y="135340"/>
                    <a:pt x="187225" y="137894"/>
                    <a:pt x="184669" y="139171"/>
                  </a:cubicBezTo>
                  <a:cubicBezTo>
                    <a:pt x="182113" y="140448"/>
                    <a:pt x="179557" y="141086"/>
                    <a:pt x="177001" y="140448"/>
                  </a:cubicBezTo>
                  <a:cubicBezTo>
                    <a:pt x="174445" y="139809"/>
                    <a:pt x="171889" y="137894"/>
                    <a:pt x="170611" y="135340"/>
                  </a:cubicBezTo>
                  <a:lnTo>
                    <a:pt x="145051" y="91929"/>
                  </a:lnTo>
                  <a:cubicBezTo>
                    <a:pt x="143134" y="88737"/>
                    <a:pt x="139300" y="88099"/>
                    <a:pt x="136105" y="89376"/>
                  </a:cubicBezTo>
                  <a:cubicBezTo>
                    <a:pt x="132910" y="90652"/>
                    <a:pt x="132271" y="95121"/>
                    <a:pt x="133549" y="98313"/>
                  </a:cubicBezTo>
                  <a:lnTo>
                    <a:pt x="159109" y="141724"/>
                  </a:lnTo>
                  <a:cubicBezTo>
                    <a:pt x="161665" y="146193"/>
                    <a:pt x="161665" y="152577"/>
                    <a:pt x="156553" y="155769"/>
                  </a:cubicBezTo>
                  <a:cubicBezTo>
                    <a:pt x="151441" y="158961"/>
                    <a:pt x="145051" y="157046"/>
                    <a:pt x="141856" y="151939"/>
                  </a:cubicBezTo>
                  <a:lnTo>
                    <a:pt x="132910" y="137256"/>
                  </a:lnTo>
                  <a:cubicBezTo>
                    <a:pt x="132910" y="137256"/>
                    <a:pt x="132910" y="137256"/>
                    <a:pt x="132910" y="136617"/>
                  </a:cubicBezTo>
                  <a:cubicBezTo>
                    <a:pt x="132910" y="136617"/>
                    <a:pt x="132910" y="136617"/>
                    <a:pt x="132910" y="136617"/>
                  </a:cubicBezTo>
                  <a:lnTo>
                    <a:pt x="120769" y="115550"/>
                  </a:lnTo>
                  <a:cubicBezTo>
                    <a:pt x="120769" y="115550"/>
                    <a:pt x="120130" y="114912"/>
                    <a:pt x="120130" y="114912"/>
                  </a:cubicBezTo>
                  <a:lnTo>
                    <a:pt x="118214" y="111081"/>
                  </a:lnTo>
                  <a:cubicBezTo>
                    <a:pt x="116297" y="107889"/>
                    <a:pt x="112463" y="107251"/>
                    <a:pt x="109268" y="109166"/>
                  </a:cubicBezTo>
                  <a:cubicBezTo>
                    <a:pt x="106073" y="111081"/>
                    <a:pt x="105434" y="114912"/>
                    <a:pt x="107350" y="118104"/>
                  </a:cubicBezTo>
                  <a:lnTo>
                    <a:pt x="122686" y="143640"/>
                  </a:lnTo>
                  <a:cubicBezTo>
                    <a:pt x="125243" y="148747"/>
                    <a:pt x="123964" y="154492"/>
                    <a:pt x="118853" y="157684"/>
                  </a:cubicBezTo>
                  <a:cubicBezTo>
                    <a:pt x="116297" y="158961"/>
                    <a:pt x="113740" y="159600"/>
                    <a:pt x="111184" y="158961"/>
                  </a:cubicBezTo>
                  <a:cubicBezTo>
                    <a:pt x="108629" y="158323"/>
                    <a:pt x="106073" y="156408"/>
                    <a:pt x="104794" y="153854"/>
                  </a:cubicBezTo>
                  <a:cubicBezTo>
                    <a:pt x="104794" y="153854"/>
                    <a:pt x="104794" y="153854"/>
                    <a:pt x="104794" y="153854"/>
                  </a:cubicBezTo>
                  <a:lnTo>
                    <a:pt x="95849" y="139171"/>
                  </a:lnTo>
                  <a:cubicBezTo>
                    <a:pt x="95849" y="139171"/>
                    <a:pt x="95849" y="139171"/>
                    <a:pt x="95849" y="139171"/>
                  </a:cubicBezTo>
                  <a:cubicBezTo>
                    <a:pt x="95849" y="139171"/>
                    <a:pt x="95849" y="139171"/>
                    <a:pt x="95849" y="139171"/>
                  </a:cubicBezTo>
                  <a:lnTo>
                    <a:pt x="90098" y="130872"/>
                  </a:lnTo>
                  <a:cubicBezTo>
                    <a:pt x="88181" y="127680"/>
                    <a:pt x="84347" y="127041"/>
                    <a:pt x="81152" y="128956"/>
                  </a:cubicBezTo>
                  <a:cubicBezTo>
                    <a:pt x="77957" y="130872"/>
                    <a:pt x="77318" y="134702"/>
                    <a:pt x="79235" y="137894"/>
                  </a:cubicBezTo>
                  <a:lnTo>
                    <a:pt x="84986" y="146193"/>
                  </a:lnTo>
                  <a:cubicBezTo>
                    <a:pt x="86264" y="148747"/>
                    <a:pt x="86903" y="151300"/>
                    <a:pt x="86264" y="153854"/>
                  </a:cubicBezTo>
                  <a:cubicBezTo>
                    <a:pt x="85625" y="156408"/>
                    <a:pt x="84347" y="158323"/>
                    <a:pt x="81791" y="159600"/>
                  </a:cubicBezTo>
                  <a:cubicBezTo>
                    <a:pt x="79874" y="160876"/>
                    <a:pt x="76679" y="160876"/>
                    <a:pt x="74123" y="160238"/>
                  </a:cubicBezTo>
                  <a:cubicBezTo>
                    <a:pt x="71567" y="159600"/>
                    <a:pt x="69011" y="157684"/>
                    <a:pt x="67094" y="154492"/>
                  </a:cubicBezTo>
                  <a:lnTo>
                    <a:pt x="43451" y="114912"/>
                  </a:lnTo>
                  <a:cubicBezTo>
                    <a:pt x="42173" y="112996"/>
                    <a:pt x="40256" y="111720"/>
                    <a:pt x="37700" y="111720"/>
                  </a:cubicBezTo>
                  <a:lnTo>
                    <a:pt x="20447" y="111720"/>
                  </a:lnTo>
                  <a:lnTo>
                    <a:pt x="20447" y="37027"/>
                  </a:lnTo>
                  <a:lnTo>
                    <a:pt x="70928" y="37027"/>
                  </a:lnTo>
                  <a:lnTo>
                    <a:pt x="58787" y="43411"/>
                  </a:lnTo>
                  <a:cubicBezTo>
                    <a:pt x="51758" y="47241"/>
                    <a:pt x="47925" y="54264"/>
                    <a:pt x="47925" y="62563"/>
                  </a:cubicBezTo>
                  <a:cubicBezTo>
                    <a:pt x="47925" y="69585"/>
                    <a:pt x="50480" y="75969"/>
                    <a:pt x="55592" y="80438"/>
                  </a:cubicBezTo>
                  <a:cubicBezTo>
                    <a:pt x="60065" y="84268"/>
                    <a:pt x="65177" y="85545"/>
                    <a:pt x="71567" y="84907"/>
                  </a:cubicBezTo>
                  <a:lnTo>
                    <a:pt x="157831" y="70224"/>
                  </a:lnTo>
                  <a:lnTo>
                    <a:pt x="189142" y="125126"/>
                  </a:lnTo>
                  <a:cubicBezTo>
                    <a:pt x="189781" y="127680"/>
                    <a:pt x="190420" y="130233"/>
                    <a:pt x="189781" y="132787"/>
                  </a:cubicBezTo>
                  <a:close/>
                  <a:moveTo>
                    <a:pt x="213423" y="111720"/>
                  </a:moveTo>
                  <a:lnTo>
                    <a:pt x="197448" y="111720"/>
                  </a:lnTo>
                  <a:cubicBezTo>
                    <a:pt x="196810" y="111720"/>
                    <a:pt x="196171" y="111720"/>
                    <a:pt x="195532" y="112358"/>
                  </a:cubicBezTo>
                  <a:lnTo>
                    <a:pt x="166138" y="60009"/>
                  </a:lnTo>
                  <a:cubicBezTo>
                    <a:pt x="164860" y="57456"/>
                    <a:pt x="162304" y="56179"/>
                    <a:pt x="159748" y="56817"/>
                  </a:cubicBezTo>
                  <a:lnTo>
                    <a:pt x="69011" y="72139"/>
                  </a:lnTo>
                  <a:cubicBezTo>
                    <a:pt x="66455" y="72777"/>
                    <a:pt x="65177" y="72139"/>
                    <a:pt x="63260" y="70862"/>
                  </a:cubicBezTo>
                  <a:cubicBezTo>
                    <a:pt x="61343" y="68947"/>
                    <a:pt x="60065" y="65755"/>
                    <a:pt x="60065" y="62563"/>
                  </a:cubicBezTo>
                  <a:cubicBezTo>
                    <a:pt x="60065" y="59371"/>
                    <a:pt x="61982" y="56179"/>
                    <a:pt x="64538" y="54902"/>
                  </a:cubicBezTo>
                  <a:lnTo>
                    <a:pt x="125881" y="21705"/>
                  </a:lnTo>
                  <a:lnTo>
                    <a:pt x="178918" y="37027"/>
                  </a:lnTo>
                  <a:cubicBezTo>
                    <a:pt x="179557" y="37027"/>
                    <a:pt x="180196" y="37027"/>
                    <a:pt x="180835" y="37027"/>
                  </a:cubicBezTo>
                  <a:lnTo>
                    <a:pt x="214063" y="37027"/>
                  </a:lnTo>
                  <a:lnTo>
                    <a:pt x="214063" y="112358"/>
                  </a:lnTo>
                  <a:cubicBezTo>
                    <a:pt x="214702" y="111720"/>
                    <a:pt x="214063" y="111720"/>
                    <a:pt x="213423" y="111720"/>
                  </a:cubicBezTo>
                  <a:close/>
                </a:path>
              </a:pathLst>
            </a:custGeom>
            <a:solidFill>
              <a:srgbClr val="0076A8"/>
            </a:solidFill>
            <a:ln w="6390" cap="flat">
              <a:noFill/>
              <a:prstDash val="solid"/>
              <a:miter/>
            </a:ln>
          </p:spPr>
          <p:txBody>
            <a:bodyPr rtlCol="0" anchor="ctr"/>
            <a:lstStyle/>
            <a:p>
              <a:endParaRPr lang="en-US"/>
            </a:p>
          </p:txBody>
        </p:sp>
      </p:grpSp>
      <p:grpSp>
        <p:nvGrpSpPr>
          <p:cNvPr id="312" name="Graphic 4">
            <a:extLst>
              <a:ext uri="{FF2B5EF4-FFF2-40B4-BE49-F238E27FC236}">
                <a16:creationId xmlns:a16="http://schemas.microsoft.com/office/drawing/2014/main" id="{A7099089-4C0C-2849-93D0-F78843666E60}"/>
              </a:ext>
            </a:extLst>
          </p:cNvPr>
          <p:cNvGrpSpPr>
            <a:grpSpLocks noChangeAspect="1"/>
          </p:cNvGrpSpPr>
          <p:nvPr/>
        </p:nvGrpSpPr>
        <p:grpSpPr>
          <a:xfrm>
            <a:off x="7192513" y="4792617"/>
            <a:ext cx="361674" cy="361333"/>
            <a:chOff x="7192513" y="4792617"/>
            <a:chExt cx="361674" cy="361333"/>
          </a:xfrm>
          <a:solidFill>
            <a:srgbClr val="0076A8"/>
          </a:solidFill>
        </p:grpSpPr>
        <p:sp>
          <p:nvSpPr>
            <p:cNvPr id="313" name="Graphic 4">
              <a:extLst>
                <a:ext uri="{FF2B5EF4-FFF2-40B4-BE49-F238E27FC236}">
                  <a16:creationId xmlns:a16="http://schemas.microsoft.com/office/drawing/2014/main" id="{BE9EA68E-792E-0D40-A07C-C6199F391FD8}"/>
                </a:ext>
              </a:extLst>
            </p:cNvPr>
            <p:cNvSpPr/>
            <p:nvPr/>
          </p:nvSpPr>
          <p:spPr>
            <a:xfrm>
              <a:off x="7316477" y="4908806"/>
              <a:ext cx="154636" cy="90652"/>
            </a:xfrm>
            <a:custGeom>
              <a:avLst/>
              <a:gdLst>
                <a:gd name="connsiteX0" fmla="*/ 120770 w 154636"/>
                <a:gd name="connsiteY0" fmla="*/ 15322 h 90652"/>
                <a:gd name="connsiteX1" fmla="*/ 118853 w 154636"/>
                <a:gd name="connsiteY1" fmla="*/ 15322 h 90652"/>
                <a:gd name="connsiteX2" fmla="*/ 65817 w 154636"/>
                <a:gd name="connsiteY2" fmla="*/ 0 h 90652"/>
                <a:gd name="connsiteX3" fmla="*/ 4473 w 154636"/>
                <a:gd name="connsiteY3" fmla="*/ 33197 h 90652"/>
                <a:gd name="connsiteX4" fmla="*/ 0 w 154636"/>
                <a:gd name="connsiteY4" fmla="*/ 40858 h 90652"/>
                <a:gd name="connsiteX5" fmla="*/ 3195 w 154636"/>
                <a:gd name="connsiteY5" fmla="*/ 49157 h 90652"/>
                <a:gd name="connsiteX6" fmla="*/ 8946 w 154636"/>
                <a:gd name="connsiteY6" fmla="*/ 50434 h 90652"/>
                <a:gd name="connsiteX7" fmla="*/ 99683 w 154636"/>
                <a:gd name="connsiteY7" fmla="*/ 35112 h 90652"/>
                <a:gd name="connsiteX8" fmla="*/ 106073 w 154636"/>
                <a:gd name="connsiteY8" fmla="*/ 38304 h 90652"/>
                <a:gd name="connsiteX9" fmla="*/ 135466 w 154636"/>
                <a:gd name="connsiteY9" fmla="*/ 90653 h 90652"/>
                <a:gd name="connsiteX10" fmla="*/ 137384 w 154636"/>
                <a:gd name="connsiteY10" fmla="*/ 90014 h 90652"/>
                <a:gd name="connsiteX11" fmla="*/ 153358 w 154636"/>
                <a:gd name="connsiteY11" fmla="*/ 90014 h 90652"/>
                <a:gd name="connsiteX12" fmla="*/ 154636 w 154636"/>
                <a:gd name="connsiteY12" fmla="*/ 90014 h 90652"/>
                <a:gd name="connsiteX13" fmla="*/ 154636 w 154636"/>
                <a:gd name="connsiteY13" fmla="*/ 14683 h 90652"/>
                <a:gd name="connsiteX14" fmla="*/ 120770 w 154636"/>
                <a:gd name="connsiteY14" fmla="*/ 14683 h 90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4636" h="90652">
                  <a:moveTo>
                    <a:pt x="120770" y="15322"/>
                  </a:moveTo>
                  <a:cubicBezTo>
                    <a:pt x="120131" y="15322"/>
                    <a:pt x="119492" y="15322"/>
                    <a:pt x="118853" y="15322"/>
                  </a:cubicBezTo>
                  <a:lnTo>
                    <a:pt x="65817" y="0"/>
                  </a:lnTo>
                  <a:lnTo>
                    <a:pt x="4473" y="33197"/>
                  </a:lnTo>
                  <a:cubicBezTo>
                    <a:pt x="1917" y="35112"/>
                    <a:pt x="0" y="37666"/>
                    <a:pt x="0" y="40858"/>
                  </a:cubicBezTo>
                  <a:cubicBezTo>
                    <a:pt x="0" y="44050"/>
                    <a:pt x="1278" y="47242"/>
                    <a:pt x="3195" y="49157"/>
                  </a:cubicBezTo>
                  <a:cubicBezTo>
                    <a:pt x="4473" y="50434"/>
                    <a:pt x="6390" y="51072"/>
                    <a:pt x="8946" y="50434"/>
                  </a:cubicBezTo>
                  <a:lnTo>
                    <a:pt x="99683" y="35112"/>
                  </a:lnTo>
                  <a:cubicBezTo>
                    <a:pt x="102239" y="34474"/>
                    <a:pt x="104795" y="35751"/>
                    <a:pt x="106073" y="38304"/>
                  </a:cubicBezTo>
                  <a:lnTo>
                    <a:pt x="135466" y="90653"/>
                  </a:lnTo>
                  <a:cubicBezTo>
                    <a:pt x="136106" y="90653"/>
                    <a:pt x="136745" y="90014"/>
                    <a:pt x="137384" y="90014"/>
                  </a:cubicBezTo>
                  <a:lnTo>
                    <a:pt x="153358" y="90014"/>
                  </a:lnTo>
                  <a:cubicBezTo>
                    <a:pt x="153997" y="90014"/>
                    <a:pt x="154636" y="90014"/>
                    <a:pt x="154636" y="90014"/>
                  </a:cubicBezTo>
                  <a:lnTo>
                    <a:pt x="154636" y="14683"/>
                  </a:lnTo>
                  <a:lnTo>
                    <a:pt x="120770" y="14683"/>
                  </a:lnTo>
                  <a:close/>
                </a:path>
              </a:pathLst>
            </a:custGeom>
            <a:solidFill>
              <a:srgbClr val="0076A8"/>
            </a:solidFill>
            <a:ln w="6390" cap="flat">
              <a:noFill/>
              <a:prstDash val="solid"/>
              <a:miter/>
            </a:ln>
          </p:spPr>
          <p:txBody>
            <a:bodyPr rtlCol="0" anchor="ctr"/>
            <a:lstStyle/>
            <a:p>
              <a:endParaRPr lang="en-US"/>
            </a:p>
          </p:txBody>
        </p:sp>
        <p:sp>
          <p:nvSpPr>
            <p:cNvPr id="314" name="Graphic 4">
              <a:extLst>
                <a:ext uri="{FF2B5EF4-FFF2-40B4-BE49-F238E27FC236}">
                  <a16:creationId xmlns:a16="http://schemas.microsoft.com/office/drawing/2014/main" id="{459A733C-49C3-D641-A295-0CC04967D762}"/>
                </a:ext>
              </a:extLst>
            </p:cNvPr>
            <p:cNvSpPr/>
            <p:nvPr/>
          </p:nvSpPr>
          <p:spPr>
            <a:xfrm>
              <a:off x="7275582" y="4924128"/>
              <a:ext cx="169333" cy="123630"/>
            </a:xfrm>
            <a:custGeom>
              <a:avLst/>
              <a:gdLst>
                <a:gd name="connsiteX0" fmla="*/ 137384 w 169333"/>
                <a:gd name="connsiteY0" fmla="*/ 33197 h 123630"/>
                <a:gd name="connsiteX1" fmla="*/ 51119 w 169333"/>
                <a:gd name="connsiteY1" fmla="*/ 47880 h 123630"/>
                <a:gd name="connsiteX2" fmla="*/ 35145 w 169333"/>
                <a:gd name="connsiteY2" fmla="*/ 43411 h 123630"/>
                <a:gd name="connsiteX3" fmla="*/ 27477 w 169333"/>
                <a:gd name="connsiteY3" fmla="*/ 25536 h 123630"/>
                <a:gd name="connsiteX4" fmla="*/ 38340 w 169333"/>
                <a:gd name="connsiteY4" fmla="*/ 6384 h 123630"/>
                <a:gd name="connsiteX5" fmla="*/ 50481 w 169333"/>
                <a:gd name="connsiteY5" fmla="*/ 0 h 123630"/>
                <a:gd name="connsiteX6" fmla="*/ 0 w 169333"/>
                <a:gd name="connsiteY6" fmla="*/ 0 h 123630"/>
                <a:gd name="connsiteX7" fmla="*/ 0 w 169333"/>
                <a:gd name="connsiteY7" fmla="*/ 74693 h 123630"/>
                <a:gd name="connsiteX8" fmla="*/ 17253 w 169333"/>
                <a:gd name="connsiteY8" fmla="*/ 74693 h 123630"/>
                <a:gd name="connsiteX9" fmla="*/ 23004 w 169333"/>
                <a:gd name="connsiteY9" fmla="*/ 77885 h 123630"/>
                <a:gd name="connsiteX10" fmla="*/ 46647 w 169333"/>
                <a:gd name="connsiteY10" fmla="*/ 117465 h 123630"/>
                <a:gd name="connsiteX11" fmla="*/ 53676 w 169333"/>
                <a:gd name="connsiteY11" fmla="*/ 123211 h 123630"/>
                <a:gd name="connsiteX12" fmla="*/ 61343 w 169333"/>
                <a:gd name="connsiteY12" fmla="*/ 122573 h 123630"/>
                <a:gd name="connsiteX13" fmla="*/ 63899 w 169333"/>
                <a:gd name="connsiteY13" fmla="*/ 109805 h 123630"/>
                <a:gd name="connsiteX14" fmla="*/ 58148 w 169333"/>
                <a:gd name="connsiteY14" fmla="*/ 101505 h 123630"/>
                <a:gd name="connsiteX15" fmla="*/ 60066 w 169333"/>
                <a:gd name="connsiteY15" fmla="*/ 92568 h 123630"/>
                <a:gd name="connsiteX16" fmla="*/ 69012 w 169333"/>
                <a:gd name="connsiteY16" fmla="*/ 94483 h 123630"/>
                <a:gd name="connsiteX17" fmla="*/ 74763 w 169333"/>
                <a:gd name="connsiteY17" fmla="*/ 102782 h 123630"/>
                <a:gd name="connsiteX18" fmla="*/ 74763 w 169333"/>
                <a:gd name="connsiteY18" fmla="*/ 102782 h 123630"/>
                <a:gd name="connsiteX19" fmla="*/ 74763 w 169333"/>
                <a:gd name="connsiteY19" fmla="*/ 102782 h 123630"/>
                <a:gd name="connsiteX20" fmla="*/ 74763 w 169333"/>
                <a:gd name="connsiteY20" fmla="*/ 102782 h 123630"/>
                <a:gd name="connsiteX21" fmla="*/ 83708 w 169333"/>
                <a:gd name="connsiteY21" fmla="*/ 117465 h 123630"/>
                <a:gd name="connsiteX22" fmla="*/ 98405 w 169333"/>
                <a:gd name="connsiteY22" fmla="*/ 121296 h 123630"/>
                <a:gd name="connsiteX23" fmla="*/ 102239 w 169333"/>
                <a:gd name="connsiteY23" fmla="*/ 107251 h 123630"/>
                <a:gd name="connsiteX24" fmla="*/ 86903 w 169333"/>
                <a:gd name="connsiteY24" fmla="*/ 81715 h 123630"/>
                <a:gd name="connsiteX25" fmla="*/ 88820 w 169333"/>
                <a:gd name="connsiteY25" fmla="*/ 72777 h 123630"/>
                <a:gd name="connsiteX26" fmla="*/ 97766 w 169333"/>
                <a:gd name="connsiteY26" fmla="*/ 74693 h 123630"/>
                <a:gd name="connsiteX27" fmla="*/ 99683 w 169333"/>
                <a:gd name="connsiteY27" fmla="*/ 78523 h 123630"/>
                <a:gd name="connsiteX28" fmla="*/ 100322 w 169333"/>
                <a:gd name="connsiteY28" fmla="*/ 79161 h 123630"/>
                <a:gd name="connsiteX29" fmla="*/ 112463 w 169333"/>
                <a:gd name="connsiteY29" fmla="*/ 100229 h 123630"/>
                <a:gd name="connsiteX30" fmla="*/ 112463 w 169333"/>
                <a:gd name="connsiteY30" fmla="*/ 100867 h 123630"/>
                <a:gd name="connsiteX31" fmla="*/ 121409 w 169333"/>
                <a:gd name="connsiteY31" fmla="*/ 115550 h 123630"/>
                <a:gd name="connsiteX32" fmla="*/ 136106 w 169333"/>
                <a:gd name="connsiteY32" fmla="*/ 119381 h 123630"/>
                <a:gd name="connsiteX33" fmla="*/ 138662 w 169333"/>
                <a:gd name="connsiteY33" fmla="*/ 105336 h 123630"/>
                <a:gd name="connsiteX34" fmla="*/ 113102 w 169333"/>
                <a:gd name="connsiteY34" fmla="*/ 61925 h 123630"/>
                <a:gd name="connsiteX35" fmla="*/ 115658 w 169333"/>
                <a:gd name="connsiteY35" fmla="*/ 52987 h 123630"/>
                <a:gd name="connsiteX36" fmla="*/ 124604 w 169333"/>
                <a:gd name="connsiteY36" fmla="*/ 55541 h 123630"/>
                <a:gd name="connsiteX37" fmla="*/ 150164 w 169333"/>
                <a:gd name="connsiteY37" fmla="*/ 98952 h 123630"/>
                <a:gd name="connsiteX38" fmla="*/ 156553 w 169333"/>
                <a:gd name="connsiteY38" fmla="*/ 104059 h 123630"/>
                <a:gd name="connsiteX39" fmla="*/ 164222 w 169333"/>
                <a:gd name="connsiteY39" fmla="*/ 102782 h 123630"/>
                <a:gd name="connsiteX40" fmla="*/ 168056 w 169333"/>
                <a:gd name="connsiteY40" fmla="*/ 88099 h 123630"/>
                <a:gd name="connsiteX41" fmla="*/ 137384 w 169333"/>
                <a:gd name="connsiteY41" fmla="*/ 33197 h 123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69333" h="123630">
                  <a:moveTo>
                    <a:pt x="137384" y="33197"/>
                  </a:moveTo>
                  <a:lnTo>
                    <a:pt x="51119" y="47880"/>
                  </a:lnTo>
                  <a:cubicBezTo>
                    <a:pt x="44730" y="48518"/>
                    <a:pt x="39618" y="47241"/>
                    <a:pt x="35145" y="43411"/>
                  </a:cubicBezTo>
                  <a:cubicBezTo>
                    <a:pt x="30033" y="38942"/>
                    <a:pt x="27477" y="32558"/>
                    <a:pt x="27477" y="25536"/>
                  </a:cubicBezTo>
                  <a:cubicBezTo>
                    <a:pt x="27477" y="17875"/>
                    <a:pt x="31950" y="10853"/>
                    <a:pt x="38340" y="6384"/>
                  </a:cubicBezTo>
                  <a:lnTo>
                    <a:pt x="50481" y="0"/>
                  </a:lnTo>
                  <a:lnTo>
                    <a:pt x="0" y="0"/>
                  </a:lnTo>
                  <a:lnTo>
                    <a:pt x="0" y="74693"/>
                  </a:lnTo>
                  <a:lnTo>
                    <a:pt x="17253" y="74693"/>
                  </a:lnTo>
                  <a:cubicBezTo>
                    <a:pt x="19809" y="74693"/>
                    <a:pt x="21726" y="75969"/>
                    <a:pt x="23004" y="77885"/>
                  </a:cubicBezTo>
                  <a:lnTo>
                    <a:pt x="46647" y="117465"/>
                  </a:lnTo>
                  <a:cubicBezTo>
                    <a:pt x="47925" y="120019"/>
                    <a:pt x="50481" y="121934"/>
                    <a:pt x="53676" y="123211"/>
                  </a:cubicBezTo>
                  <a:cubicBezTo>
                    <a:pt x="56232" y="123849"/>
                    <a:pt x="58788" y="123849"/>
                    <a:pt x="61343" y="122573"/>
                  </a:cubicBezTo>
                  <a:cubicBezTo>
                    <a:pt x="67094" y="119381"/>
                    <a:pt x="66456" y="113635"/>
                    <a:pt x="63899" y="109805"/>
                  </a:cubicBezTo>
                  <a:lnTo>
                    <a:pt x="58148" y="101505"/>
                  </a:lnTo>
                  <a:cubicBezTo>
                    <a:pt x="56232" y="98313"/>
                    <a:pt x="56871" y="94483"/>
                    <a:pt x="60066" y="92568"/>
                  </a:cubicBezTo>
                  <a:cubicBezTo>
                    <a:pt x="63261" y="90653"/>
                    <a:pt x="67094" y="91291"/>
                    <a:pt x="69012" y="94483"/>
                  </a:cubicBezTo>
                  <a:lnTo>
                    <a:pt x="74763" y="102782"/>
                  </a:lnTo>
                  <a:cubicBezTo>
                    <a:pt x="74763" y="102782"/>
                    <a:pt x="74763" y="102782"/>
                    <a:pt x="74763" y="102782"/>
                  </a:cubicBezTo>
                  <a:cubicBezTo>
                    <a:pt x="74763" y="102782"/>
                    <a:pt x="74763" y="102782"/>
                    <a:pt x="74763" y="102782"/>
                  </a:cubicBezTo>
                  <a:cubicBezTo>
                    <a:pt x="74763" y="102782"/>
                    <a:pt x="74763" y="102782"/>
                    <a:pt x="74763" y="102782"/>
                  </a:cubicBezTo>
                  <a:lnTo>
                    <a:pt x="83708" y="117465"/>
                  </a:lnTo>
                  <a:cubicBezTo>
                    <a:pt x="86903" y="122573"/>
                    <a:pt x="93293" y="123849"/>
                    <a:pt x="98405" y="121296"/>
                  </a:cubicBezTo>
                  <a:cubicBezTo>
                    <a:pt x="103517" y="118104"/>
                    <a:pt x="104795" y="112358"/>
                    <a:pt x="102239" y="107251"/>
                  </a:cubicBezTo>
                  <a:lnTo>
                    <a:pt x="86903" y="81715"/>
                  </a:lnTo>
                  <a:cubicBezTo>
                    <a:pt x="84986" y="78523"/>
                    <a:pt x="86264" y="74693"/>
                    <a:pt x="88820" y="72777"/>
                  </a:cubicBezTo>
                  <a:cubicBezTo>
                    <a:pt x="92015" y="70862"/>
                    <a:pt x="95849" y="72139"/>
                    <a:pt x="97766" y="74693"/>
                  </a:cubicBezTo>
                  <a:lnTo>
                    <a:pt x="99683" y="78523"/>
                  </a:lnTo>
                  <a:cubicBezTo>
                    <a:pt x="99683" y="78523"/>
                    <a:pt x="100322" y="79161"/>
                    <a:pt x="100322" y="79161"/>
                  </a:cubicBezTo>
                  <a:lnTo>
                    <a:pt x="112463" y="100229"/>
                  </a:lnTo>
                  <a:cubicBezTo>
                    <a:pt x="112463" y="100229"/>
                    <a:pt x="112463" y="100229"/>
                    <a:pt x="112463" y="100867"/>
                  </a:cubicBezTo>
                  <a:lnTo>
                    <a:pt x="121409" y="115550"/>
                  </a:lnTo>
                  <a:cubicBezTo>
                    <a:pt x="124604" y="120657"/>
                    <a:pt x="130994" y="122573"/>
                    <a:pt x="136106" y="119381"/>
                  </a:cubicBezTo>
                  <a:cubicBezTo>
                    <a:pt x="141857" y="116189"/>
                    <a:pt x="141217" y="109805"/>
                    <a:pt x="138662" y="105336"/>
                  </a:cubicBezTo>
                  <a:lnTo>
                    <a:pt x="113102" y="61925"/>
                  </a:lnTo>
                  <a:cubicBezTo>
                    <a:pt x="111185" y="58733"/>
                    <a:pt x="112463" y="54902"/>
                    <a:pt x="115658" y="52987"/>
                  </a:cubicBezTo>
                  <a:cubicBezTo>
                    <a:pt x="118853" y="51072"/>
                    <a:pt x="122687" y="52349"/>
                    <a:pt x="124604" y="55541"/>
                  </a:cubicBezTo>
                  <a:lnTo>
                    <a:pt x="150164" y="98952"/>
                  </a:lnTo>
                  <a:cubicBezTo>
                    <a:pt x="151442" y="101505"/>
                    <a:pt x="153997" y="102782"/>
                    <a:pt x="156553" y="104059"/>
                  </a:cubicBezTo>
                  <a:cubicBezTo>
                    <a:pt x="159110" y="104697"/>
                    <a:pt x="162305" y="104059"/>
                    <a:pt x="164222" y="102782"/>
                  </a:cubicBezTo>
                  <a:cubicBezTo>
                    <a:pt x="169333" y="99590"/>
                    <a:pt x="170612" y="93206"/>
                    <a:pt x="168056" y="88099"/>
                  </a:cubicBezTo>
                  <a:lnTo>
                    <a:pt x="137384" y="33197"/>
                  </a:lnTo>
                  <a:close/>
                </a:path>
              </a:pathLst>
            </a:custGeom>
            <a:solidFill>
              <a:srgbClr val="0076A8"/>
            </a:solidFill>
            <a:ln w="6390" cap="flat">
              <a:noFill/>
              <a:prstDash val="solid"/>
              <a:miter/>
            </a:ln>
          </p:spPr>
          <p:txBody>
            <a:bodyPr rtlCol="0" anchor="ctr"/>
            <a:lstStyle/>
            <a:p>
              <a:endParaRPr lang="en-US"/>
            </a:p>
          </p:txBody>
        </p:sp>
        <p:sp>
          <p:nvSpPr>
            <p:cNvPr id="315" name="Graphic 4">
              <a:extLst>
                <a:ext uri="{FF2B5EF4-FFF2-40B4-BE49-F238E27FC236}">
                  <a16:creationId xmlns:a16="http://schemas.microsoft.com/office/drawing/2014/main" id="{410C284E-77A2-6146-8F76-469083BFE498}"/>
                </a:ext>
              </a:extLst>
            </p:cNvPr>
            <p:cNvSpPr/>
            <p:nvPr/>
          </p:nvSpPr>
          <p:spPr>
            <a:xfrm>
              <a:off x="7192513" y="4792617"/>
              <a:ext cx="361674" cy="361333"/>
            </a:xfrm>
            <a:custGeom>
              <a:avLst/>
              <a:gdLst>
                <a:gd name="connsiteX0" fmla="*/ 180836 w 361674"/>
                <a:gd name="connsiteY0" fmla="*/ 0 h 361333"/>
                <a:gd name="connsiteX1" fmla="*/ 0 w 361674"/>
                <a:gd name="connsiteY1" fmla="*/ 180667 h 361333"/>
                <a:gd name="connsiteX2" fmla="*/ 180836 w 361674"/>
                <a:gd name="connsiteY2" fmla="*/ 361334 h 361333"/>
                <a:gd name="connsiteX3" fmla="*/ 361670 w 361674"/>
                <a:gd name="connsiteY3" fmla="*/ 180667 h 361333"/>
                <a:gd name="connsiteX4" fmla="*/ 180836 w 361674"/>
                <a:gd name="connsiteY4" fmla="*/ 0 h 361333"/>
                <a:gd name="connsiteX5" fmla="*/ 292659 w 361674"/>
                <a:gd name="connsiteY5" fmla="*/ 222163 h 361333"/>
                <a:gd name="connsiteX6" fmla="*/ 299049 w 361674"/>
                <a:gd name="connsiteY6" fmla="*/ 228547 h 361333"/>
                <a:gd name="connsiteX7" fmla="*/ 292659 w 361674"/>
                <a:gd name="connsiteY7" fmla="*/ 234931 h 361333"/>
                <a:gd name="connsiteX8" fmla="*/ 284991 w 361674"/>
                <a:gd name="connsiteY8" fmla="*/ 234931 h 361333"/>
                <a:gd name="connsiteX9" fmla="*/ 278601 w 361674"/>
                <a:gd name="connsiteY9" fmla="*/ 228547 h 361333"/>
                <a:gd name="connsiteX10" fmla="*/ 278601 w 361674"/>
                <a:gd name="connsiteY10" fmla="*/ 218971 h 361333"/>
                <a:gd name="connsiteX11" fmla="*/ 277323 w 361674"/>
                <a:gd name="connsiteY11" fmla="*/ 218971 h 361333"/>
                <a:gd name="connsiteX12" fmla="*/ 265821 w 361674"/>
                <a:gd name="connsiteY12" fmla="*/ 218971 h 361333"/>
                <a:gd name="connsiteX13" fmla="*/ 255597 w 361674"/>
                <a:gd name="connsiteY13" fmla="*/ 245145 h 361333"/>
                <a:gd name="connsiteX14" fmla="*/ 243456 w 361674"/>
                <a:gd name="connsiteY14" fmla="*/ 248337 h 361333"/>
                <a:gd name="connsiteX15" fmla="*/ 237706 w 361674"/>
                <a:gd name="connsiteY15" fmla="*/ 247699 h 361333"/>
                <a:gd name="connsiteX16" fmla="*/ 237706 w 361674"/>
                <a:gd name="connsiteY16" fmla="*/ 247699 h 361333"/>
                <a:gd name="connsiteX17" fmla="*/ 227482 w 361674"/>
                <a:gd name="connsiteY17" fmla="*/ 261743 h 361333"/>
                <a:gd name="connsiteX18" fmla="*/ 215980 w 361674"/>
                <a:gd name="connsiteY18" fmla="*/ 264935 h 361333"/>
                <a:gd name="connsiteX19" fmla="*/ 197449 w 361674"/>
                <a:gd name="connsiteY19" fmla="*/ 255998 h 361333"/>
                <a:gd name="connsiteX20" fmla="*/ 189782 w 361674"/>
                <a:gd name="connsiteY20" fmla="*/ 263659 h 361333"/>
                <a:gd name="connsiteX21" fmla="*/ 177641 w 361674"/>
                <a:gd name="connsiteY21" fmla="*/ 266851 h 361333"/>
                <a:gd name="connsiteX22" fmla="*/ 159748 w 361674"/>
                <a:gd name="connsiteY22" fmla="*/ 258551 h 361333"/>
                <a:gd name="connsiteX23" fmla="*/ 152720 w 361674"/>
                <a:gd name="connsiteY23" fmla="*/ 264935 h 361333"/>
                <a:gd name="connsiteX24" fmla="*/ 141857 w 361674"/>
                <a:gd name="connsiteY24" fmla="*/ 268127 h 361333"/>
                <a:gd name="connsiteX25" fmla="*/ 134828 w 361674"/>
                <a:gd name="connsiteY25" fmla="*/ 266851 h 361333"/>
                <a:gd name="connsiteX26" fmla="*/ 120770 w 361674"/>
                <a:gd name="connsiteY26" fmla="*/ 255998 h 361333"/>
                <a:gd name="connsiteX27" fmla="*/ 98405 w 361674"/>
                <a:gd name="connsiteY27" fmla="*/ 218971 h 361333"/>
                <a:gd name="connsiteX28" fmla="*/ 84348 w 361674"/>
                <a:gd name="connsiteY28" fmla="*/ 218971 h 361333"/>
                <a:gd name="connsiteX29" fmla="*/ 84348 w 361674"/>
                <a:gd name="connsiteY29" fmla="*/ 228547 h 361333"/>
                <a:gd name="connsiteX30" fmla="*/ 77958 w 361674"/>
                <a:gd name="connsiteY30" fmla="*/ 234931 h 361333"/>
                <a:gd name="connsiteX31" fmla="*/ 70289 w 361674"/>
                <a:gd name="connsiteY31" fmla="*/ 234931 h 361333"/>
                <a:gd name="connsiteX32" fmla="*/ 63899 w 361674"/>
                <a:gd name="connsiteY32" fmla="*/ 228547 h 361333"/>
                <a:gd name="connsiteX33" fmla="*/ 70289 w 361674"/>
                <a:gd name="connsiteY33" fmla="*/ 222163 h 361333"/>
                <a:gd name="connsiteX34" fmla="*/ 71568 w 361674"/>
                <a:gd name="connsiteY34" fmla="*/ 222163 h 361333"/>
                <a:gd name="connsiteX35" fmla="*/ 71568 w 361674"/>
                <a:gd name="connsiteY35" fmla="*/ 107251 h 361333"/>
                <a:gd name="connsiteX36" fmla="*/ 70289 w 361674"/>
                <a:gd name="connsiteY36" fmla="*/ 107251 h 361333"/>
                <a:gd name="connsiteX37" fmla="*/ 63899 w 361674"/>
                <a:gd name="connsiteY37" fmla="*/ 100867 h 361333"/>
                <a:gd name="connsiteX38" fmla="*/ 70289 w 361674"/>
                <a:gd name="connsiteY38" fmla="*/ 94483 h 361333"/>
                <a:gd name="connsiteX39" fmla="*/ 77958 w 361674"/>
                <a:gd name="connsiteY39" fmla="*/ 94483 h 361333"/>
                <a:gd name="connsiteX40" fmla="*/ 84348 w 361674"/>
                <a:gd name="connsiteY40" fmla="*/ 100867 h 361333"/>
                <a:gd name="connsiteX41" fmla="*/ 84348 w 361674"/>
                <a:gd name="connsiteY41" fmla="*/ 118104 h 361333"/>
                <a:gd name="connsiteX42" fmla="*/ 157832 w 361674"/>
                <a:gd name="connsiteY42" fmla="*/ 118104 h 361333"/>
                <a:gd name="connsiteX43" fmla="*/ 158471 w 361674"/>
                <a:gd name="connsiteY43" fmla="*/ 118104 h 361333"/>
                <a:gd name="connsiteX44" fmla="*/ 186587 w 361674"/>
                <a:gd name="connsiteY44" fmla="*/ 102782 h 361333"/>
                <a:gd name="connsiteX45" fmla="*/ 191059 w 361674"/>
                <a:gd name="connsiteY45" fmla="*/ 102144 h 361333"/>
                <a:gd name="connsiteX46" fmla="*/ 246013 w 361674"/>
                <a:gd name="connsiteY46" fmla="*/ 118104 h 361333"/>
                <a:gd name="connsiteX47" fmla="*/ 278601 w 361674"/>
                <a:gd name="connsiteY47" fmla="*/ 118104 h 361333"/>
                <a:gd name="connsiteX48" fmla="*/ 278601 w 361674"/>
                <a:gd name="connsiteY48" fmla="*/ 100867 h 361333"/>
                <a:gd name="connsiteX49" fmla="*/ 284991 w 361674"/>
                <a:gd name="connsiteY49" fmla="*/ 94483 h 361333"/>
                <a:gd name="connsiteX50" fmla="*/ 292659 w 361674"/>
                <a:gd name="connsiteY50" fmla="*/ 94483 h 361333"/>
                <a:gd name="connsiteX51" fmla="*/ 299049 w 361674"/>
                <a:gd name="connsiteY51" fmla="*/ 100867 h 361333"/>
                <a:gd name="connsiteX52" fmla="*/ 292659 w 361674"/>
                <a:gd name="connsiteY52" fmla="*/ 107251 h 361333"/>
                <a:gd name="connsiteX53" fmla="*/ 291381 w 361674"/>
                <a:gd name="connsiteY53" fmla="*/ 107251 h 361333"/>
                <a:gd name="connsiteX54" fmla="*/ 291381 w 361674"/>
                <a:gd name="connsiteY54" fmla="*/ 222163 h 361333"/>
                <a:gd name="connsiteX55" fmla="*/ 292659 w 361674"/>
                <a:gd name="connsiteY55" fmla="*/ 22216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61674" h="361333">
                  <a:moveTo>
                    <a:pt x="180836" y="0"/>
                  </a:moveTo>
                  <a:cubicBezTo>
                    <a:pt x="80513" y="0"/>
                    <a:pt x="0" y="81077"/>
                    <a:pt x="0" y="180667"/>
                  </a:cubicBezTo>
                  <a:cubicBezTo>
                    <a:pt x="0" y="280895"/>
                    <a:pt x="81153" y="361334"/>
                    <a:pt x="180836" y="361334"/>
                  </a:cubicBezTo>
                  <a:cubicBezTo>
                    <a:pt x="280518" y="361334"/>
                    <a:pt x="361670" y="280257"/>
                    <a:pt x="361670" y="180667"/>
                  </a:cubicBezTo>
                  <a:cubicBezTo>
                    <a:pt x="362310" y="81077"/>
                    <a:pt x="281157" y="0"/>
                    <a:pt x="180836" y="0"/>
                  </a:cubicBezTo>
                  <a:close/>
                  <a:moveTo>
                    <a:pt x="292659" y="222163"/>
                  </a:moveTo>
                  <a:cubicBezTo>
                    <a:pt x="296493" y="222163"/>
                    <a:pt x="299049" y="224716"/>
                    <a:pt x="299049" y="228547"/>
                  </a:cubicBezTo>
                  <a:cubicBezTo>
                    <a:pt x="299049" y="232377"/>
                    <a:pt x="296493" y="234931"/>
                    <a:pt x="292659" y="234931"/>
                  </a:cubicBezTo>
                  <a:lnTo>
                    <a:pt x="284991" y="234931"/>
                  </a:lnTo>
                  <a:cubicBezTo>
                    <a:pt x="281157" y="234931"/>
                    <a:pt x="278601" y="232377"/>
                    <a:pt x="278601" y="228547"/>
                  </a:cubicBezTo>
                  <a:lnTo>
                    <a:pt x="278601" y="218971"/>
                  </a:lnTo>
                  <a:cubicBezTo>
                    <a:pt x="277962" y="218971"/>
                    <a:pt x="277323" y="218971"/>
                    <a:pt x="277323" y="218971"/>
                  </a:cubicBezTo>
                  <a:lnTo>
                    <a:pt x="265821" y="218971"/>
                  </a:lnTo>
                  <a:cubicBezTo>
                    <a:pt x="268377" y="228547"/>
                    <a:pt x="264544" y="239399"/>
                    <a:pt x="255597" y="245145"/>
                  </a:cubicBezTo>
                  <a:cubicBezTo>
                    <a:pt x="251764" y="247060"/>
                    <a:pt x="247930" y="248337"/>
                    <a:pt x="243456" y="248337"/>
                  </a:cubicBezTo>
                  <a:cubicBezTo>
                    <a:pt x="241540" y="248337"/>
                    <a:pt x="239623" y="248337"/>
                    <a:pt x="237706" y="247699"/>
                  </a:cubicBezTo>
                  <a:cubicBezTo>
                    <a:pt x="237706" y="247699"/>
                    <a:pt x="237706" y="247699"/>
                    <a:pt x="237706" y="247699"/>
                  </a:cubicBezTo>
                  <a:cubicBezTo>
                    <a:pt x="236428" y="253444"/>
                    <a:pt x="233233" y="258551"/>
                    <a:pt x="227482" y="261743"/>
                  </a:cubicBezTo>
                  <a:cubicBezTo>
                    <a:pt x="223648" y="263659"/>
                    <a:pt x="219814" y="264935"/>
                    <a:pt x="215980" y="264935"/>
                  </a:cubicBezTo>
                  <a:cubicBezTo>
                    <a:pt x="208951" y="264935"/>
                    <a:pt x="201922" y="261743"/>
                    <a:pt x="197449" y="255998"/>
                  </a:cubicBezTo>
                  <a:cubicBezTo>
                    <a:pt x="195532" y="259190"/>
                    <a:pt x="192977" y="261743"/>
                    <a:pt x="189782" y="263659"/>
                  </a:cubicBezTo>
                  <a:cubicBezTo>
                    <a:pt x="185947" y="265574"/>
                    <a:pt x="182113" y="266851"/>
                    <a:pt x="177641" y="266851"/>
                  </a:cubicBezTo>
                  <a:cubicBezTo>
                    <a:pt x="170612" y="266851"/>
                    <a:pt x="164222" y="263659"/>
                    <a:pt x="159748" y="258551"/>
                  </a:cubicBezTo>
                  <a:cubicBezTo>
                    <a:pt x="157832" y="261105"/>
                    <a:pt x="155915" y="263020"/>
                    <a:pt x="152720" y="264935"/>
                  </a:cubicBezTo>
                  <a:cubicBezTo>
                    <a:pt x="149525" y="266851"/>
                    <a:pt x="145691" y="268127"/>
                    <a:pt x="141857" y="268127"/>
                  </a:cubicBezTo>
                  <a:cubicBezTo>
                    <a:pt x="139301" y="268127"/>
                    <a:pt x="137384" y="267489"/>
                    <a:pt x="134828" y="266851"/>
                  </a:cubicBezTo>
                  <a:cubicBezTo>
                    <a:pt x="129077" y="264935"/>
                    <a:pt x="123965" y="261105"/>
                    <a:pt x="120770" y="255998"/>
                  </a:cubicBezTo>
                  <a:lnTo>
                    <a:pt x="98405" y="218971"/>
                  </a:lnTo>
                  <a:lnTo>
                    <a:pt x="84348" y="218971"/>
                  </a:lnTo>
                  <a:lnTo>
                    <a:pt x="84348" y="228547"/>
                  </a:lnTo>
                  <a:cubicBezTo>
                    <a:pt x="84348" y="232377"/>
                    <a:pt x="81792" y="234931"/>
                    <a:pt x="77958" y="234931"/>
                  </a:cubicBezTo>
                  <a:lnTo>
                    <a:pt x="70289" y="234931"/>
                  </a:lnTo>
                  <a:cubicBezTo>
                    <a:pt x="66456" y="234931"/>
                    <a:pt x="63899" y="232377"/>
                    <a:pt x="63899" y="228547"/>
                  </a:cubicBezTo>
                  <a:cubicBezTo>
                    <a:pt x="63899" y="224716"/>
                    <a:pt x="66456" y="222163"/>
                    <a:pt x="70289" y="222163"/>
                  </a:cubicBezTo>
                  <a:lnTo>
                    <a:pt x="71568" y="222163"/>
                  </a:lnTo>
                  <a:lnTo>
                    <a:pt x="71568" y="107251"/>
                  </a:lnTo>
                  <a:lnTo>
                    <a:pt x="70289" y="107251"/>
                  </a:lnTo>
                  <a:cubicBezTo>
                    <a:pt x="66456" y="107251"/>
                    <a:pt x="63899" y="104697"/>
                    <a:pt x="63899" y="100867"/>
                  </a:cubicBezTo>
                  <a:cubicBezTo>
                    <a:pt x="63899" y="97037"/>
                    <a:pt x="66456" y="94483"/>
                    <a:pt x="70289" y="94483"/>
                  </a:cubicBezTo>
                  <a:lnTo>
                    <a:pt x="77958" y="94483"/>
                  </a:lnTo>
                  <a:cubicBezTo>
                    <a:pt x="81792" y="94483"/>
                    <a:pt x="84348" y="97037"/>
                    <a:pt x="84348" y="100867"/>
                  </a:cubicBezTo>
                  <a:lnTo>
                    <a:pt x="84348" y="118104"/>
                  </a:lnTo>
                  <a:lnTo>
                    <a:pt x="157832" y="118104"/>
                  </a:lnTo>
                  <a:cubicBezTo>
                    <a:pt x="157832" y="118104"/>
                    <a:pt x="158471" y="118104"/>
                    <a:pt x="158471" y="118104"/>
                  </a:cubicBezTo>
                  <a:lnTo>
                    <a:pt x="186587" y="102782"/>
                  </a:lnTo>
                  <a:cubicBezTo>
                    <a:pt x="187864" y="102144"/>
                    <a:pt x="189782" y="101505"/>
                    <a:pt x="191059" y="102144"/>
                  </a:cubicBezTo>
                  <a:lnTo>
                    <a:pt x="246013" y="118104"/>
                  </a:lnTo>
                  <a:lnTo>
                    <a:pt x="278601" y="118104"/>
                  </a:lnTo>
                  <a:lnTo>
                    <a:pt x="278601" y="100867"/>
                  </a:lnTo>
                  <a:cubicBezTo>
                    <a:pt x="278601" y="97037"/>
                    <a:pt x="281157" y="94483"/>
                    <a:pt x="284991" y="94483"/>
                  </a:cubicBezTo>
                  <a:lnTo>
                    <a:pt x="292659" y="94483"/>
                  </a:lnTo>
                  <a:cubicBezTo>
                    <a:pt x="296493" y="94483"/>
                    <a:pt x="299049" y="97037"/>
                    <a:pt x="299049" y="100867"/>
                  </a:cubicBezTo>
                  <a:cubicBezTo>
                    <a:pt x="299049" y="104697"/>
                    <a:pt x="296493" y="107251"/>
                    <a:pt x="292659" y="107251"/>
                  </a:cubicBezTo>
                  <a:lnTo>
                    <a:pt x="291381" y="107251"/>
                  </a:lnTo>
                  <a:lnTo>
                    <a:pt x="291381" y="222163"/>
                  </a:lnTo>
                  <a:lnTo>
                    <a:pt x="292659" y="222163"/>
                  </a:lnTo>
                  <a:close/>
                </a:path>
              </a:pathLst>
            </a:custGeom>
            <a:solidFill>
              <a:srgbClr val="0076A8"/>
            </a:solidFill>
            <a:ln w="6390" cap="flat">
              <a:noFill/>
              <a:prstDash val="solid"/>
              <a:miter/>
            </a:ln>
          </p:spPr>
          <p:txBody>
            <a:bodyPr rtlCol="0" anchor="ctr"/>
            <a:lstStyle/>
            <a:p>
              <a:endParaRPr lang="en-US"/>
            </a:p>
          </p:txBody>
        </p:sp>
      </p:grpSp>
      <p:grpSp>
        <p:nvGrpSpPr>
          <p:cNvPr id="723" name="Graphic 4">
            <a:extLst>
              <a:ext uri="{FF2B5EF4-FFF2-40B4-BE49-F238E27FC236}">
                <a16:creationId xmlns:a16="http://schemas.microsoft.com/office/drawing/2014/main" id="{A5D64B83-CF45-E54F-806C-4E3F9C35E23E}"/>
              </a:ext>
            </a:extLst>
          </p:cNvPr>
          <p:cNvGrpSpPr>
            <a:grpSpLocks noChangeAspect="1"/>
          </p:cNvGrpSpPr>
          <p:nvPr/>
        </p:nvGrpSpPr>
        <p:grpSpPr>
          <a:xfrm>
            <a:off x="10324860" y="1402085"/>
            <a:ext cx="361670" cy="361333"/>
            <a:chOff x="10324860" y="1402085"/>
            <a:chExt cx="361670" cy="361333"/>
          </a:xfrm>
          <a:solidFill>
            <a:srgbClr val="00A3E0"/>
          </a:solidFill>
        </p:grpSpPr>
        <p:sp>
          <p:nvSpPr>
            <p:cNvPr id="725" name="Graphic 4">
              <a:extLst>
                <a:ext uri="{FF2B5EF4-FFF2-40B4-BE49-F238E27FC236}">
                  <a16:creationId xmlns:a16="http://schemas.microsoft.com/office/drawing/2014/main" id="{0CE4C7BB-20F7-3B41-8968-739E8DEFA939}"/>
                </a:ext>
              </a:extLst>
            </p:cNvPr>
            <p:cNvSpPr/>
            <p:nvPr/>
          </p:nvSpPr>
          <p:spPr>
            <a:xfrm>
              <a:off x="10407290" y="1485076"/>
              <a:ext cx="196810" cy="196626"/>
            </a:xfrm>
            <a:custGeom>
              <a:avLst/>
              <a:gdLst>
                <a:gd name="connsiteX0" fmla="*/ 98405 w 196810"/>
                <a:gd name="connsiteY0" fmla="*/ 0 h 196626"/>
                <a:gd name="connsiteX1" fmla="*/ 0 w 196810"/>
                <a:gd name="connsiteY1" fmla="*/ 98313 h 196626"/>
                <a:gd name="connsiteX2" fmla="*/ 98405 w 196810"/>
                <a:gd name="connsiteY2" fmla="*/ 196627 h 196626"/>
                <a:gd name="connsiteX3" fmla="*/ 196810 w 196810"/>
                <a:gd name="connsiteY3" fmla="*/ 98313 h 196626"/>
                <a:gd name="connsiteX4" fmla="*/ 98405 w 196810"/>
                <a:gd name="connsiteY4" fmla="*/ 0 h 196626"/>
                <a:gd name="connsiteX5" fmla="*/ 129077 w 196810"/>
                <a:gd name="connsiteY5" fmla="*/ 63840 h 196626"/>
                <a:gd name="connsiteX6" fmla="*/ 138662 w 196810"/>
                <a:gd name="connsiteY6" fmla="*/ 73416 h 196626"/>
                <a:gd name="connsiteX7" fmla="*/ 129077 w 196810"/>
                <a:gd name="connsiteY7" fmla="*/ 82992 h 196626"/>
                <a:gd name="connsiteX8" fmla="*/ 119492 w 196810"/>
                <a:gd name="connsiteY8" fmla="*/ 73416 h 196626"/>
                <a:gd name="connsiteX9" fmla="*/ 129077 w 196810"/>
                <a:gd name="connsiteY9" fmla="*/ 63840 h 196626"/>
                <a:gd name="connsiteX10" fmla="*/ 68373 w 196810"/>
                <a:gd name="connsiteY10" fmla="*/ 63840 h 196626"/>
                <a:gd name="connsiteX11" fmla="*/ 77958 w 196810"/>
                <a:gd name="connsiteY11" fmla="*/ 73416 h 196626"/>
                <a:gd name="connsiteX12" fmla="*/ 68373 w 196810"/>
                <a:gd name="connsiteY12" fmla="*/ 82992 h 196626"/>
                <a:gd name="connsiteX13" fmla="*/ 58788 w 196810"/>
                <a:gd name="connsiteY13" fmla="*/ 73416 h 196626"/>
                <a:gd name="connsiteX14" fmla="*/ 68373 w 196810"/>
                <a:gd name="connsiteY14" fmla="*/ 63840 h 196626"/>
                <a:gd name="connsiteX15" fmla="*/ 146330 w 196810"/>
                <a:gd name="connsiteY15" fmla="*/ 158961 h 196626"/>
                <a:gd name="connsiteX16" fmla="*/ 138023 w 196810"/>
                <a:gd name="connsiteY16" fmla="*/ 155131 h 196626"/>
                <a:gd name="connsiteX17" fmla="*/ 111824 w 196810"/>
                <a:gd name="connsiteY17" fmla="*/ 129595 h 196626"/>
                <a:gd name="connsiteX18" fmla="*/ 76679 w 196810"/>
                <a:gd name="connsiteY18" fmla="*/ 133425 h 196626"/>
                <a:gd name="connsiteX19" fmla="*/ 59427 w 196810"/>
                <a:gd name="connsiteY19" fmla="*/ 156408 h 196626"/>
                <a:gd name="connsiteX20" fmla="*/ 53037 w 196810"/>
                <a:gd name="connsiteY20" fmla="*/ 160876 h 196626"/>
                <a:gd name="connsiteX21" fmla="*/ 51119 w 196810"/>
                <a:gd name="connsiteY21" fmla="*/ 160876 h 196626"/>
                <a:gd name="connsiteX22" fmla="*/ 46647 w 196810"/>
                <a:gd name="connsiteY22" fmla="*/ 152577 h 196626"/>
                <a:gd name="connsiteX23" fmla="*/ 69012 w 196810"/>
                <a:gd name="connsiteY23" fmla="*/ 122572 h 196626"/>
                <a:gd name="connsiteX24" fmla="*/ 115019 w 196810"/>
                <a:gd name="connsiteY24" fmla="*/ 117465 h 196626"/>
                <a:gd name="connsiteX25" fmla="*/ 149525 w 196810"/>
                <a:gd name="connsiteY25" fmla="*/ 150662 h 196626"/>
                <a:gd name="connsiteX26" fmla="*/ 146330 w 196810"/>
                <a:gd name="connsiteY26" fmla="*/ 158961 h 196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96810" h="196626">
                  <a:moveTo>
                    <a:pt x="98405" y="0"/>
                  </a:moveTo>
                  <a:cubicBezTo>
                    <a:pt x="44091" y="0"/>
                    <a:pt x="0" y="44049"/>
                    <a:pt x="0" y="98313"/>
                  </a:cubicBezTo>
                  <a:cubicBezTo>
                    <a:pt x="0" y="152577"/>
                    <a:pt x="44091" y="196627"/>
                    <a:pt x="98405" y="196627"/>
                  </a:cubicBezTo>
                  <a:cubicBezTo>
                    <a:pt x="152720" y="196627"/>
                    <a:pt x="196810" y="152577"/>
                    <a:pt x="196810" y="98313"/>
                  </a:cubicBezTo>
                  <a:cubicBezTo>
                    <a:pt x="196810" y="44049"/>
                    <a:pt x="152720" y="0"/>
                    <a:pt x="98405" y="0"/>
                  </a:cubicBezTo>
                  <a:close/>
                  <a:moveTo>
                    <a:pt x="129077" y="63840"/>
                  </a:moveTo>
                  <a:cubicBezTo>
                    <a:pt x="134189" y="63840"/>
                    <a:pt x="138662" y="68309"/>
                    <a:pt x="138662" y="73416"/>
                  </a:cubicBezTo>
                  <a:cubicBezTo>
                    <a:pt x="138662" y="78523"/>
                    <a:pt x="134189" y="82992"/>
                    <a:pt x="129077" y="82992"/>
                  </a:cubicBezTo>
                  <a:cubicBezTo>
                    <a:pt x="123965" y="82992"/>
                    <a:pt x="119492" y="78523"/>
                    <a:pt x="119492" y="73416"/>
                  </a:cubicBezTo>
                  <a:cubicBezTo>
                    <a:pt x="119492" y="68309"/>
                    <a:pt x="123326" y="63840"/>
                    <a:pt x="129077" y="63840"/>
                  </a:cubicBezTo>
                  <a:close/>
                  <a:moveTo>
                    <a:pt x="68373" y="63840"/>
                  </a:moveTo>
                  <a:cubicBezTo>
                    <a:pt x="73484" y="63840"/>
                    <a:pt x="77958" y="68309"/>
                    <a:pt x="77958" y="73416"/>
                  </a:cubicBezTo>
                  <a:cubicBezTo>
                    <a:pt x="77958" y="78523"/>
                    <a:pt x="73484" y="82992"/>
                    <a:pt x="68373" y="82992"/>
                  </a:cubicBezTo>
                  <a:cubicBezTo>
                    <a:pt x="63261" y="82992"/>
                    <a:pt x="58788" y="78523"/>
                    <a:pt x="58788" y="73416"/>
                  </a:cubicBezTo>
                  <a:cubicBezTo>
                    <a:pt x="58788" y="68309"/>
                    <a:pt x="63261" y="63840"/>
                    <a:pt x="68373" y="63840"/>
                  </a:cubicBezTo>
                  <a:close/>
                  <a:moveTo>
                    <a:pt x="146330" y="158961"/>
                  </a:moveTo>
                  <a:cubicBezTo>
                    <a:pt x="143135" y="160238"/>
                    <a:pt x="139301" y="158323"/>
                    <a:pt x="138023" y="155131"/>
                  </a:cubicBezTo>
                  <a:cubicBezTo>
                    <a:pt x="136745" y="151939"/>
                    <a:pt x="129716" y="135340"/>
                    <a:pt x="111824" y="129595"/>
                  </a:cubicBezTo>
                  <a:cubicBezTo>
                    <a:pt x="107351" y="128318"/>
                    <a:pt x="91376" y="123849"/>
                    <a:pt x="76679" y="133425"/>
                  </a:cubicBezTo>
                  <a:cubicBezTo>
                    <a:pt x="65178" y="140448"/>
                    <a:pt x="60704" y="151939"/>
                    <a:pt x="59427" y="156408"/>
                  </a:cubicBezTo>
                  <a:cubicBezTo>
                    <a:pt x="58788" y="158961"/>
                    <a:pt x="56232" y="160876"/>
                    <a:pt x="53037" y="160876"/>
                  </a:cubicBezTo>
                  <a:cubicBezTo>
                    <a:pt x="52398" y="160876"/>
                    <a:pt x="51759" y="160876"/>
                    <a:pt x="51119" y="160876"/>
                  </a:cubicBezTo>
                  <a:cubicBezTo>
                    <a:pt x="47925" y="159600"/>
                    <a:pt x="46008" y="156408"/>
                    <a:pt x="46647" y="152577"/>
                  </a:cubicBezTo>
                  <a:cubicBezTo>
                    <a:pt x="48564" y="145555"/>
                    <a:pt x="54954" y="132148"/>
                    <a:pt x="69012" y="122572"/>
                  </a:cubicBezTo>
                  <a:cubicBezTo>
                    <a:pt x="88820" y="110443"/>
                    <a:pt x="109269" y="115550"/>
                    <a:pt x="115019" y="117465"/>
                  </a:cubicBezTo>
                  <a:cubicBezTo>
                    <a:pt x="138662" y="125764"/>
                    <a:pt x="147608" y="146832"/>
                    <a:pt x="149525" y="150662"/>
                  </a:cubicBezTo>
                  <a:cubicBezTo>
                    <a:pt x="151442" y="153854"/>
                    <a:pt x="149525" y="157684"/>
                    <a:pt x="146330" y="158961"/>
                  </a:cubicBezTo>
                  <a:close/>
                </a:path>
              </a:pathLst>
            </a:custGeom>
            <a:solidFill>
              <a:srgbClr val="00A3E0"/>
            </a:solidFill>
            <a:ln w="6390" cap="flat">
              <a:noFill/>
              <a:prstDash val="solid"/>
              <a:miter/>
            </a:ln>
          </p:spPr>
          <p:txBody>
            <a:bodyPr rtlCol="0" anchor="ctr"/>
            <a:lstStyle/>
            <a:p>
              <a:endParaRPr lang="en-US"/>
            </a:p>
          </p:txBody>
        </p:sp>
        <p:sp>
          <p:nvSpPr>
            <p:cNvPr id="727" name="Graphic 4">
              <a:extLst>
                <a:ext uri="{FF2B5EF4-FFF2-40B4-BE49-F238E27FC236}">
                  <a16:creationId xmlns:a16="http://schemas.microsoft.com/office/drawing/2014/main" id="{9FA39D48-1D5B-0F4E-B4D6-D599B84C883B}"/>
                </a:ext>
              </a:extLst>
            </p:cNvPr>
            <p:cNvSpPr/>
            <p:nvPr/>
          </p:nvSpPr>
          <p:spPr>
            <a:xfrm>
              <a:off x="10324860"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292386 h 361333"/>
                <a:gd name="connsiteX6" fmla="*/ 69650 w 361670"/>
                <a:gd name="connsiteY6" fmla="*/ 181305 h 361333"/>
                <a:gd name="connsiteX7" fmla="*/ 180835 w 361670"/>
                <a:gd name="connsiteY7" fmla="*/ 70224 h 361333"/>
                <a:gd name="connsiteX8" fmla="*/ 292020 w 361670"/>
                <a:gd name="connsiteY8" fmla="*/ 181305 h 361333"/>
                <a:gd name="connsiteX9" fmla="*/ 180835 w 361670"/>
                <a:gd name="connsiteY9" fmla="*/ 29238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180835" y="292386"/>
                  </a:moveTo>
                  <a:cubicBezTo>
                    <a:pt x="119492" y="292386"/>
                    <a:pt x="69650" y="242591"/>
                    <a:pt x="69650" y="181305"/>
                  </a:cubicBezTo>
                  <a:cubicBezTo>
                    <a:pt x="69650" y="120019"/>
                    <a:pt x="119492" y="70224"/>
                    <a:pt x="180835" y="70224"/>
                  </a:cubicBezTo>
                  <a:cubicBezTo>
                    <a:pt x="242178" y="70224"/>
                    <a:pt x="292020" y="120019"/>
                    <a:pt x="292020" y="181305"/>
                  </a:cubicBezTo>
                  <a:cubicBezTo>
                    <a:pt x="292659" y="242591"/>
                    <a:pt x="242818" y="292386"/>
                    <a:pt x="180835" y="292386"/>
                  </a:cubicBezTo>
                  <a:close/>
                </a:path>
              </a:pathLst>
            </a:custGeom>
            <a:solidFill>
              <a:srgbClr val="00A3E0"/>
            </a:solidFill>
            <a:ln w="6390" cap="flat">
              <a:noFill/>
              <a:prstDash val="solid"/>
              <a:miter/>
            </a:ln>
          </p:spPr>
          <p:txBody>
            <a:bodyPr rtlCol="0" anchor="ctr"/>
            <a:lstStyle/>
            <a:p>
              <a:endParaRPr lang="en-US"/>
            </a:p>
          </p:txBody>
        </p:sp>
      </p:grpSp>
      <p:grpSp>
        <p:nvGrpSpPr>
          <p:cNvPr id="728" name="Graphic 4">
            <a:extLst>
              <a:ext uri="{FF2B5EF4-FFF2-40B4-BE49-F238E27FC236}">
                <a16:creationId xmlns:a16="http://schemas.microsoft.com/office/drawing/2014/main" id="{06431E4C-2610-C848-8495-DB03A79F3046}"/>
              </a:ext>
            </a:extLst>
          </p:cNvPr>
          <p:cNvGrpSpPr>
            <a:grpSpLocks noChangeAspect="1"/>
          </p:cNvGrpSpPr>
          <p:nvPr/>
        </p:nvGrpSpPr>
        <p:grpSpPr>
          <a:xfrm>
            <a:off x="10324860" y="918179"/>
            <a:ext cx="361670" cy="361333"/>
            <a:chOff x="10324860" y="918179"/>
            <a:chExt cx="361670" cy="361333"/>
          </a:xfrm>
          <a:solidFill>
            <a:srgbClr val="00A3E0"/>
          </a:solidFill>
        </p:grpSpPr>
        <p:sp>
          <p:nvSpPr>
            <p:cNvPr id="729" name="Graphic 4">
              <a:extLst>
                <a:ext uri="{FF2B5EF4-FFF2-40B4-BE49-F238E27FC236}">
                  <a16:creationId xmlns:a16="http://schemas.microsoft.com/office/drawing/2014/main" id="{022D49FE-8BAA-EB4F-A6D9-90C0617D8811}"/>
                </a:ext>
              </a:extLst>
            </p:cNvPr>
            <p:cNvSpPr/>
            <p:nvPr/>
          </p:nvSpPr>
          <p:spPr>
            <a:xfrm>
              <a:off x="10407290" y="1000532"/>
              <a:ext cx="196810" cy="196626"/>
            </a:xfrm>
            <a:custGeom>
              <a:avLst/>
              <a:gdLst>
                <a:gd name="connsiteX0" fmla="*/ 98405 w 196810"/>
                <a:gd name="connsiteY0" fmla="*/ 0 h 196626"/>
                <a:gd name="connsiteX1" fmla="*/ 0 w 196810"/>
                <a:gd name="connsiteY1" fmla="*/ 98313 h 196626"/>
                <a:gd name="connsiteX2" fmla="*/ 98405 w 196810"/>
                <a:gd name="connsiteY2" fmla="*/ 196627 h 196626"/>
                <a:gd name="connsiteX3" fmla="*/ 196810 w 196810"/>
                <a:gd name="connsiteY3" fmla="*/ 98313 h 196626"/>
                <a:gd name="connsiteX4" fmla="*/ 98405 w 196810"/>
                <a:gd name="connsiteY4" fmla="*/ 0 h 196626"/>
                <a:gd name="connsiteX5" fmla="*/ 129077 w 196810"/>
                <a:gd name="connsiteY5" fmla="*/ 63840 h 196626"/>
                <a:gd name="connsiteX6" fmla="*/ 138662 w 196810"/>
                <a:gd name="connsiteY6" fmla="*/ 73416 h 196626"/>
                <a:gd name="connsiteX7" fmla="*/ 129077 w 196810"/>
                <a:gd name="connsiteY7" fmla="*/ 82992 h 196626"/>
                <a:gd name="connsiteX8" fmla="*/ 119492 w 196810"/>
                <a:gd name="connsiteY8" fmla="*/ 73416 h 196626"/>
                <a:gd name="connsiteX9" fmla="*/ 129077 w 196810"/>
                <a:gd name="connsiteY9" fmla="*/ 63840 h 196626"/>
                <a:gd name="connsiteX10" fmla="*/ 68373 w 196810"/>
                <a:gd name="connsiteY10" fmla="*/ 63840 h 196626"/>
                <a:gd name="connsiteX11" fmla="*/ 77958 w 196810"/>
                <a:gd name="connsiteY11" fmla="*/ 73416 h 196626"/>
                <a:gd name="connsiteX12" fmla="*/ 68373 w 196810"/>
                <a:gd name="connsiteY12" fmla="*/ 82992 h 196626"/>
                <a:gd name="connsiteX13" fmla="*/ 58788 w 196810"/>
                <a:gd name="connsiteY13" fmla="*/ 73416 h 196626"/>
                <a:gd name="connsiteX14" fmla="*/ 68373 w 196810"/>
                <a:gd name="connsiteY14" fmla="*/ 63840 h 196626"/>
                <a:gd name="connsiteX15" fmla="*/ 150164 w 196810"/>
                <a:gd name="connsiteY15" fmla="*/ 123849 h 196626"/>
                <a:gd name="connsiteX16" fmla="*/ 115658 w 196810"/>
                <a:gd name="connsiteY16" fmla="*/ 157046 h 196626"/>
                <a:gd name="connsiteX17" fmla="*/ 97128 w 196810"/>
                <a:gd name="connsiteY17" fmla="*/ 160238 h 196626"/>
                <a:gd name="connsiteX18" fmla="*/ 69650 w 196810"/>
                <a:gd name="connsiteY18" fmla="*/ 152577 h 196626"/>
                <a:gd name="connsiteX19" fmla="*/ 47286 w 196810"/>
                <a:gd name="connsiteY19" fmla="*/ 122572 h 196626"/>
                <a:gd name="connsiteX20" fmla="*/ 51759 w 196810"/>
                <a:gd name="connsiteY20" fmla="*/ 114912 h 196626"/>
                <a:gd name="connsiteX21" fmla="*/ 59427 w 196810"/>
                <a:gd name="connsiteY21" fmla="*/ 119380 h 196626"/>
                <a:gd name="connsiteX22" fmla="*/ 76679 w 196810"/>
                <a:gd name="connsiteY22" fmla="*/ 142363 h 196626"/>
                <a:gd name="connsiteX23" fmla="*/ 111824 w 196810"/>
                <a:gd name="connsiteY23" fmla="*/ 146193 h 196626"/>
                <a:gd name="connsiteX24" fmla="*/ 138023 w 196810"/>
                <a:gd name="connsiteY24" fmla="*/ 120657 h 196626"/>
                <a:gd name="connsiteX25" fmla="*/ 146330 w 196810"/>
                <a:gd name="connsiteY25" fmla="*/ 116827 h 196626"/>
                <a:gd name="connsiteX26" fmla="*/ 150164 w 196810"/>
                <a:gd name="connsiteY26" fmla="*/ 123849 h 196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96810" h="196626">
                  <a:moveTo>
                    <a:pt x="98405" y="0"/>
                  </a:moveTo>
                  <a:cubicBezTo>
                    <a:pt x="44091" y="0"/>
                    <a:pt x="0" y="44049"/>
                    <a:pt x="0" y="98313"/>
                  </a:cubicBezTo>
                  <a:cubicBezTo>
                    <a:pt x="0" y="152577"/>
                    <a:pt x="44091" y="196627"/>
                    <a:pt x="98405" y="196627"/>
                  </a:cubicBezTo>
                  <a:cubicBezTo>
                    <a:pt x="152720" y="196627"/>
                    <a:pt x="196810" y="152577"/>
                    <a:pt x="196810" y="98313"/>
                  </a:cubicBezTo>
                  <a:cubicBezTo>
                    <a:pt x="196810" y="44049"/>
                    <a:pt x="152720" y="0"/>
                    <a:pt x="98405" y="0"/>
                  </a:cubicBezTo>
                  <a:close/>
                  <a:moveTo>
                    <a:pt x="129077" y="63840"/>
                  </a:moveTo>
                  <a:cubicBezTo>
                    <a:pt x="134189" y="63840"/>
                    <a:pt x="138662" y="68309"/>
                    <a:pt x="138662" y="73416"/>
                  </a:cubicBezTo>
                  <a:cubicBezTo>
                    <a:pt x="138662" y="78523"/>
                    <a:pt x="134189" y="82992"/>
                    <a:pt x="129077" y="82992"/>
                  </a:cubicBezTo>
                  <a:cubicBezTo>
                    <a:pt x="123965" y="82992"/>
                    <a:pt x="119492" y="78523"/>
                    <a:pt x="119492" y="73416"/>
                  </a:cubicBezTo>
                  <a:cubicBezTo>
                    <a:pt x="119492" y="68309"/>
                    <a:pt x="123326" y="63840"/>
                    <a:pt x="129077" y="63840"/>
                  </a:cubicBezTo>
                  <a:close/>
                  <a:moveTo>
                    <a:pt x="68373" y="63840"/>
                  </a:moveTo>
                  <a:cubicBezTo>
                    <a:pt x="73484" y="63840"/>
                    <a:pt x="77958" y="68309"/>
                    <a:pt x="77958" y="73416"/>
                  </a:cubicBezTo>
                  <a:cubicBezTo>
                    <a:pt x="77958" y="78523"/>
                    <a:pt x="73484" y="82992"/>
                    <a:pt x="68373" y="82992"/>
                  </a:cubicBezTo>
                  <a:cubicBezTo>
                    <a:pt x="63261" y="82992"/>
                    <a:pt x="58788" y="78523"/>
                    <a:pt x="58788" y="73416"/>
                  </a:cubicBezTo>
                  <a:cubicBezTo>
                    <a:pt x="58788" y="68309"/>
                    <a:pt x="63261" y="63840"/>
                    <a:pt x="68373" y="63840"/>
                  </a:cubicBezTo>
                  <a:close/>
                  <a:moveTo>
                    <a:pt x="150164" y="123849"/>
                  </a:moveTo>
                  <a:cubicBezTo>
                    <a:pt x="148886" y="128318"/>
                    <a:pt x="139301" y="149385"/>
                    <a:pt x="115658" y="157046"/>
                  </a:cubicBezTo>
                  <a:cubicBezTo>
                    <a:pt x="112464" y="158323"/>
                    <a:pt x="106074" y="160238"/>
                    <a:pt x="97128" y="160238"/>
                  </a:cubicBezTo>
                  <a:cubicBezTo>
                    <a:pt x="88820" y="160238"/>
                    <a:pt x="79235" y="158323"/>
                    <a:pt x="69650" y="152577"/>
                  </a:cubicBezTo>
                  <a:cubicBezTo>
                    <a:pt x="54954" y="143640"/>
                    <a:pt x="49203" y="130233"/>
                    <a:pt x="47286" y="122572"/>
                  </a:cubicBezTo>
                  <a:cubicBezTo>
                    <a:pt x="46008" y="119380"/>
                    <a:pt x="47925" y="115550"/>
                    <a:pt x="51759" y="114912"/>
                  </a:cubicBezTo>
                  <a:cubicBezTo>
                    <a:pt x="54954" y="113635"/>
                    <a:pt x="58788" y="115550"/>
                    <a:pt x="59427" y="119380"/>
                  </a:cubicBezTo>
                  <a:cubicBezTo>
                    <a:pt x="60704" y="123849"/>
                    <a:pt x="65178" y="134702"/>
                    <a:pt x="76679" y="142363"/>
                  </a:cubicBezTo>
                  <a:cubicBezTo>
                    <a:pt x="91376" y="151939"/>
                    <a:pt x="107351" y="147470"/>
                    <a:pt x="111824" y="146193"/>
                  </a:cubicBezTo>
                  <a:cubicBezTo>
                    <a:pt x="129716" y="139809"/>
                    <a:pt x="136745" y="123849"/>
                    <a:pt x="138023" y="120657"/>
                  </a:cubicBezTo>
                  <a:cubicBezTo>
                    <a:pt x="139301" y="117465"/>
                    <a:pt x="143135" y="115550"/>
                    <a:pt x="146330" y="116827"/>
                  </a:cubicBezTo>
                  <a:cubicBezTo>
                    <a:pt x="149525" y="116827"/>
                    <a:pt x="151442" y="120657"/>
                    <a:pt x="150164" y="123849"/>
                  </a:cubicBezTo>
                  <a:close/>
                </a:path>
              </a:pathLst>
            </a:custGeom>
            <a:solidFill>
              <a:srgbClr val="00A3E0"/>
            </a:solidFill>
            <a:ln w="6390" cap="flat">
              <a:noFill/>
              <a:prstDash val="solid"/>
              <a:miter/>
            </a:ln>
          </p:spPr>
          <p:txBody>
            <a:bodyPr rtlCol="0" anchor="ctr"/>
            <a:lstStyle/>
            <a:p>
              <a:endParaRPr lang="en-US"/>
            </a:p>
          </p:txBody>
        </p:sp>
        <p:sp>
          <p:nvSpPr>
            <p:cNvPr id="731" name="Graphic 4">
              <a:extLst>
                <a:ext uri="{FF2B5EF4-FFF2-40B4-BE49-F238E27FC236}">
                  <a16:creationId xmlns:a16="http://schemas.microsoft.com/office/drawing/2014/main" id="{BC859B1D-3E50-C043-8AA1-E5EEEC3D058F}"/>
                </a:ext>
              </a:extLst>
            </p:cNvPr>
            <p:cNvSpPr/>
            <p:nvPr/>
          </p:nvSpPr>
          <p:spPr>
            <a:xfrm>
              <a:off x="10324860"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291748 h 361333"/>
                <a:gd name="connsiteX6" fmla="*/ 69650 w 361670"/>
                <a:gd name="connsiteY6" fmla="*/ 180667 h 361333"/>
                <a:gd name="connsiteX7" fmla="*/ 180835 w 361670"/>
                <a:gd name="connsiteY7" fmla="*/ 69585 h 361333"/>
                <a:gd name="connsiteX8" fmla="*/ 292020 w 361670"/>
                <a:gd name="connsiteY8" fmla="*/ 180667 h 361333"/>
                <a:gd name="connsiteX9" fmla="*/ 180835 w 361670"/>
                <a:gd name="connsiteY9" fmla="*/ 29174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80835" y="291748"/>
                  </a:moveTo>
                  <a:cubicBezTo>
                    <a:pt x="119492" y="291748"/>
                    <a:pt x="69650" y="241953"/>
                    <a:pt x="69650" y="180667"/>
                  </a:cubicBezTo>
                  <a:cubicBezTo>
                    <a:pt x="69650" y="119380"/>
                    <a:pt x="119492" y="69585"/>
                    <a:pt x="180835" y="69585"/>
                  </a:cubicBezTo>
                  <a:cubicBezTo>
                    <a:pt x="242178" y="69585"/>
                    <a:pt x="292020" y="119380"/>
                    <a:pt x="292020" y="180667"/>
                  </a:cubicBezTo>
                  <a:cubicBezTo>
                    <a:pt x="292020" y="241953"/>
                    <a:pt x="242818" y="291748"/>
                    <a:pt x="180835" y="291748"/>
                  </a:cubicBezTo>
                  <a:close/>
                </a:path>
              </a:pathLst>
            </a:custGeom>
            <a:solidFill>
              <a:srgbClr val="00A3E0"/>
            </a:solidFill>
            <a:ln w="6390" cap="flat">
              <a:noFill/>
              <a:prstDash val="solid"/>
              <a:miter/>
            </a:ln>
          </p:spPr>
          <p:txBody>
            <a:bodyPr rtlCol="0" anchor="ctr"/>
            <a:lstStyle/>
            <a:p>
              <a:endParaRPr lang="en-US"/>
            </a:p>
          </p:txBody>
        </p:sp>
      </p:grpSp>
      <p:grpSp>
        <p:nvGrpSpPr>
          <p:cNvPr id="2" name="Group 1">
            <a:extLst>
              <a:ext uri="{FF2B5EF4-FFF2-40B4-BE49-F238E27FC236}">
                <a16:creationId xmlns:a16="http://schemas.microsoft.com/office/drawing/2014/main" id="{6E474815-94E8-C04D-96C8-4A73B195109B}"/>
              </a:ext>
            </a:extLst>
          </p:cNvPr>
          <p:cNvGrpSpPr>
            <a:grpSpLocks noChangeAspect="1"/>
          </p:cNvGrpSpPr>
          <p:nvPr/>
        </p:nvGrpSpPr>
        <p:grpSpPr>
          <a:xfrm>
            <a:off x="9887149" y="1885352"/>
            <a:ext cx="361670" cy="361333"/>
            <a:chOff x="9887149" y="1885352"/>
            <a:chExt cx="361670" cy="361333"/>
          </a:xfrm>
        </p:grpSpPr>
        <p:sp>
          <p:nvSpPr>
            <p:cNvPr id="734" name="Graphic 4">
              <a:extLst>
                <a:ext uri="{FF2B5EF4-FFF2-40B4-BE49-F238E27FC236}">
                  <a16:creationId xmlns:a16="http://schemas.microsoft.com/office/drawing/2014/main" id="{57A93C6C-EB75-7B40-A801-736A8D5CA2BA}"/>
                </a:ext>
              </a:extLst>
            </p:cNvPr>
            <p:cNvSpPr/>
            <p:nvPr/>
          </p:nvSpPr>
          <p:spPr>
            <a:xfrm>
              <a:off x="9887149" y="1885352"/>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735" name="Graphic 4">
              <a:extLst>
                <a:ext uri="{FF2B5EF4-FFF2-40B4-BE49-F238E27FC236}">
                  <a16:creationId xmlns:a16="http://schemas.microsoft.com/office/drawing/2014/main" id="{9F6C8C32-04DA-AC48-8F2B-AA3C00F17E88}"/>
                </a:ext>
              </a:extLst>
            </p:cNvPr>
            <p:cNvSpPr/>
            <p:nvPr/>
          </p:nvSpPr>
          <p:spPr>
            <a:xfrm>
              <a:off x="10015465" y="2082495"/>
              <a:ext cx="104757" cy="45448"/>
            </a:xfrm>
            <a:custGeom>
              <a:avLst/>
              <a:gdLst>
                <a:gd name="connsiteX0" fmla="*/ 100444 w 104757"/>
                <a:gd name="connsiteY0" fmla="*/ 1399 h 45448"/>
                <a:gd name="connsiteX1" fmla="*/ 92138 w 104757"/>
                <a:gd name="connsiteY1" fmla="*/ 5229 h 45448"/>
                <a:gd name="connsiteX2" fmla="*/ 65299 w 104757"/>
                <a:gd name="connsiteY2" fmla="*/ 31404 h 45448"/>
                <a:gd name="connsiteX3" fmla="*/ 29516 w 104757"/>
                <a:gd name="connsiteY3" fmla="*/ 27573 h 45448"/>
                <a:gd name="connsiteX4" fmla="*/ 12263 w 104757"/>
                <a:gd name="connsiteY4" fmla="*/ 4591 h 45448"/>
                <a:gd name="connsiteX5" fmla="*/ 4595 w 104757"/>
                <a:gd name="connsiteY5" fmla="*/ 122 h 45448"/>
                <a:gd name="connsiteX6" fmla="*/ 122 w 104757"/>
                <a:gd name="connsiteY6" fmla="*/ 7783 h 45448"/>
                <a:gd name="connsiteX7" fmla="*/ 23126 w 104757"/>
                <a:gd name="connsiteY7" fmla="*/ 37788 h 45448"/>
                <a:gd name="connsiteX8" fmla="*/ 51242 w 104757"/>
                <a:gd name="connsiteY8" fmla="*/ 45449 h 45448"/>
                <a:gd name="connsiteX9" fmla="*/ 69773 w 104757"/>
                <a:gd name="connsiteY9" fmla="*/ 42257 h 45448"/>
                <a:gd name="connsiteX10" fmla="*/ 104278 w 104757"/>
                <a:gd name="connsiteY10" fmla="*/ 8421 h 45448"/>
                <a:gd name="connsiteX11" fmla="*/ 100444 w 104757"/>
                <a:gd name="connsiteY11" fmla="*/ 1399 h 45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757" h="45448">
                  <a:moveTo>
                    <a:pt x="100444" y="1399"/>
                  </a:moveTo>
                  <a:cubicBezTo>
                    <a:pt x="97249" y="122"/>
                    <a:pt x="93415" y="2037"/>
                    <a:pt x="92138" y="5229"/>
                  </a:cubicBezTo>
                  <a:cubicBezTo>
                    <a:pt x="90859" y="8421"/>
                    <a:pt x="83830" y="25020"/>
                    <a:pt x="65299" y="31404"/>
                  </a:cubicBezTo>
                  <a:cubicBezTo>
                    <a:pt x="60827" y="32681"/>
                    <a:pt x="44852" y="37149"/>
                    <a:pt x="29516" y="27573"/>
                  </a:cubicBezTo>
                  <a:cubicBezTo>
                    <a:pt x="18014" y="20551"/>
                    <a:pt x="13541" y="9060"/>
                    <a:pt x="12263" y="4591"/>
                  </a:cubicBezTo>
                  <a:cubicBezTo>
                    <a:pt x="10985" y="1399"/>
                    <a:pt x="7790" y="-516"/>
                    <a:pt x="4595" y="122"/>
                  </a:cubicBezTo>
                  <a:cubicBezTo>
                    <a:pt x="1400" y="1399"/>
                    <a:pt x="-516" y="4591"/>
                    <a:pt x="122" y="7783"/>
                  </a:cubicBezTo>
                  <a:cubicBezTo>
                    <a:pt x="2679" y="14805"/>
                    <a:pt x="8429" y="28850"/>
                    <a:pt x="23126" y="37788"/>
                  </a:cubicBezTo>
                  <a:cubicBezTo>
                    <a:pt x="32711" y="44172"/>
                    <a:pt x="42935" y="45449"/>
                    <a:pt x="51242" y="45449"/>
                  </a:cubicBezTo>
                  <a:cubicBezTo>
                    <a:pt x="60188" y="45449"/>
                    <a:pt x="66578" y="43533"/>
                    <a:pt x="69773" y="42257"/>
                  </a:cubicBezTo>
                  <a:cubicBezTo>
                    <a:pt x="93415" y="33957"/>
                    <a:pt x="103000" y="12890"/>
                    <a:pt x="104278" y="8421"/>
                  </a:cubicBezTo>
                  <a:cubicBezTo>
                    <a:pt x="105556" y="6506"/>
                    <a:pt x="104278" y="2676"/>
                    <a:pt x="100444" y="1399"/>
                  </a:cubicBezTo>
                  <a:close/>
                </a:path>
              </a:pathLst>
            </a:custGeom>
            <a:solidFill>
              <a:srgbClr val="00A3E0"/>
            </a:solidFill>
            <a:ln w="6390" cap="flat">
              <a:noFill/>
              <a:prstDash val="solid"/>
              <a:miter/>
            </a:ln>
          </p:spPr>
          <p:txBody>
            <a:bodyPr rtlCol="0" anchor="ctr"/>
            <a:lstStyle/>
            <a:p>
              <a:endParaRPr lang="en-US"/>
            </a:p>
          </p:txBody>
        </p:sp>
        <p:sp>
          <p:nvSpPr>
            <p:cNvPr id="736" name="Graphic 4">
              <a:extLst>
                <a:ext uri="{FF2B5EF4-FFF2-40B4-BE49-F238E27FC236}">
                  <a16:creationId xmlns:a16="http://schemas.microsoft.com/office/drawing/2014/main" id="{088F62E7-4978-5B4C-B602-DD554029FFF1}"/>
                </a:ext>
              </a:extLst>
            </p:cNvPr>
            <p:cNvSpPr/>
            <p:nvPr/>
          </p:nvSpPr>
          <p:spPr>
            <a:xfrm>
              <a:off x="10087154" y="2030268"/>
              <a:ext cx="23003" cy="22343"/>
            </a:xfrm>
            <a:custGeom>
              <a:avLst/>
              <a:gdLst>
                <a:gd name="connsiteX0" fmla="*/ 11502 w 23003"/>
                <a:gd name="connsiteY0" fmla="*/ 22344 h 22343"/>
                <a:gd name="connsiteX1" fmla="*/ 23004 w 23003"/>
                <a:gd name="connsiteY1" fmla="*/ 10853 h 22343"/>
                <a:gd name="connsiteX2" fmla="*/ 23004 w 23003"/>
                <a:gd name="connsiteY2" fmla="*/ 10853 h 22343"/>
                <a:gd name="connsiteX3" fmla="*/ 11502 w 23003"/>
                <a:gd name="connsiteY3" fmla="*/ 0 h 22343"/>
                <a:gd name="connsiteX4" fmla="*/ 0 w 23003"/>
                <a:gd name="connsiteY4" fmla="*/ 11491 h 22343"/>
                <a:gd name="connsiteX5" fmla="*/ 11502 w 23003"/>
                <a:gd name="connsiteY5" fmla="*/ 22344 h 22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03" h="22343">
                  <a:moveTo>
                    <a:pt x="11502" y="22344"/>
                  </a:moveTo>
                  <a:cubicBezTo>
                    <a:pt x="17892" y="22344"/>
                    <a:pt x="23004" y="17237"/>
                    <a:pt x="23004" y="10853"/>
                  </a:cubicBezTo>
                  <a:lnTo>
                    <a:pt x="23004" y="10853"/>
                  </a:lnTo>
                  <a:cubicBezTo>
                    <a:pt x="23004" y="4469"/>
                    <a:pt x="17892" y="0"/>
                    <a:pt x="11502" y="0"/>
                  </a:cubicBezTo>
                  <a:cubicBezTo>
                    <a:pt x="5112" y="0"/>
                    <a:pt x="0" y="5107"/>
                    <a:pt x="0" y="11491"/>
                  </a:cubicBezTo>
                  <a:cubicBezTo>
                    <a:pt x="0" y="17875"/>
                    <a:pt x="5112" y="22344"/>
                    <a:pt x="11502" y="22344"/>
                  </a:cubicBezTo>
                  <a:close/>
                </a:path>
              </a:pathLst>
            </a:custGeom>
            <a:solidFill>
              <a:srgbClr val="00A3E0"/>
            </a:solidFill>
            <a:ln w="6390" cap="flat">
              <a:noFill/>
              <a:prstDash val="solid"/>
              <a:miter/>
            </a:ln>
          </p:spPr>
          <p:txBody>
            <a:bodyPr rtlCol="0" anchor="ctr"/>
            <a:lstStyle/>
            <a:p>
              <a:endParaRPr lang="en-US"/>
            </a:p>
          </p:txBody>
        </p:sp>
        <p:sp>
          <p:nvSpPr>
            <p:cNvPr id="737" name="Graphic 4">
              <a:extLst>
                <a:ext uri="{FF2B5EF4-FFF2-40B4-BE49-F238E27FC236}">
                  <a16:creationId xmlns:a16="http://schemas.microsoft.com/office/drawing/2014/main" id="{0B392CFC-FF8F-E64B-857D-454194024422}"/>
                </a:ext>
              </a:extLst>
            </p:cNvPr>
            <p:cNvSpPr/>
            <p:nvPr/>
          </p:nvSpPr>
          <p:spPr>
            <a:xfrm>
              <a:off x="9955522" y="1954299"/>
              <a:ext cx="224925" cy="224716"/>
            </a:xfrm>
            <a:custGeom>
              <a:avLst/>
              <a:gdLst>
                <a:gd name="connsiteX0" fmla="*/ 112463 w 224925"/>
                <a:gd name="connsiteY0" fmla="*/ 0 h 224716"/>
                <a:gd name="connsiteX1" fmla="*/ 0 w 224925"/>
                <a:gd name="connsiteY1" fmla="*/ 112358 h 224716"/>
                <a:gd name="connsiteX2" fmla="*/ 112463 w 224925"/>
                <a:gd name="connsiteY2" fmla="*/ 224716 h 224716"/>
                <a:gd name="connsiteX3" fmla="*/ 224925 w 224925"/>
                <a:gd name="connsiteY3" fmla="*/ 112358 h 224716"/>
                <a:gd name="connsiteX4" fmla="*/ 112463 w 224925"/>
                <a:gd name="connsiteY4" fmla="*/ 0 h 224716"/>
                <a:gd name="connsiteX5" fmla="*/ 112463 w 224925"/>
                <a:gd name="connsiteY5" fmla="*/ 211948 h 224716"/>
                <a:gd name="connsiteX6" fmla="*/ 12780 w 224925"/>
                <a:gd name="connsiteY6" fmla="*/ 112358 h 224716"/>
                <a:gd name="connsiteX7" fmla="*/ 112463 w 224925"/>
                <a:gd name="connsiteY7" fmla="*/ 12768 h 224716"/>
                <a:gd name="connsiteX8" fmla="*/ 212146 w 224925"/>
                <a:gd name="connsiteY8" fmla="*/ 112358 h 224716"/>
                <a:gd name="connsiteX9" fmla="*/ 112463 w 224925"/>
                <a:gd name="connsiteY9" fmla="*/ 211948 h 22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925" h="224716">
                  <a:moveTo>
                    <a:pt x="112463" y="0"/>
                  </a:moveTo>
                  <a:cubicBezTo>
                    <a:pt x="50481" y="0"/>
                    <a:pt x="0" y="50433"/>
                    <a:pt x="0" y="112358"/>
                  </a:cubicBezTo>
                  <a:cubicBezTo>
                    <a:pt x="0" y="174283"/>
                    <a:pt x="50481" y="224716"/>
                    <a:pt x="112463" y="224716"/>
                  </a:cubicBezTo>
                  <a:cubicBezTo>
                    <a:pt x="174446" y="224716"/>
                    <a:pt x="224925" y="174283"/>
                    <a:pt x="224925" y="112358"/>
                  </a:cubicBezTo>
                  <a:cubicBezTo>
                    <a:pt x="224925" y="50433"/>
                    <a:pt x="174446" y="0"/>
                    <a:pt x="112463" y="0"/>
                  </a:cubicBezTo>
                  <a:close/>
                  <a:moveTo>
                    <a:pt x="112463" y="211948"/>
                  </a:moveTo>
                  <a:cubicBezTo>
                    <a:pt x="57509" y="211948"/>
                    <a:pt x="12780" y="167260"/>
                    <a:pt x="12780" y="112358"/>
                  </a:cubicBezTo>
                  <a:cubicBezTo>
                    <a:pt x="12780" y="57456"/>
                    <a:pt x="57509" y="12768"/>
                    <a:pt x="112463" y="12768"/>
                  </a:cubicBezTo>
                  <a:cubicBezTo>
                    <a:pt x="167416" y="12768"/>
                    <a:pt x="212146" y="57456"/>
                    <a:pt x="212146" y="112358"/>
                  </a:cubicBezTo>
                  <a:cubicBezTo>
                    <a:pt x="212146" y="167260"/>
                    <a:pt x="167416" y="211948"/>
                    <a:pt x="112463" y="211948"/>
                  </a:cubicBezTo>
                  <a:close/>
                </a:path>
              </a:pathLst>
            </a:custGeom>
            <a:solidFill>
              <a:srgbClr val="00A3E0"/>
            </a:solidFill>
            <a:ln w="6390" cap="flat">
              <a:noFill/>
              <a:prstDash val="solid"/>
              <a:miter/>
            </a:ln>
          </p:spPr>
          <p:txBody>
            <a:bodyPr rtlCol="0" anchor="ctr"/>
            <a:lstStyle/>
            <a:p>
              <a:endParaRPr lang="en-US"/>
            </a:p>
          </p:txBody>
        </p:sp>
        <p:sp>
          <p:nvSpPr>
            <p:cNvPr id="738" name="Graphic 4">
              <a:extLst>
                <a:ext uri="{FF2B5EF4-FFF2-40B4-BE49-F238E27FC236}">
                  <a16:creationId xmlns:a16="http://schemas.microsoft.com/office/drawing/2014/main" id="{445E9ADD-A0B8-DB4B-A3F1-B3A0262AD714}"/>
                </a:ext>
              </a:extLst>
            </p:cNvPr>
            <p:cNvSpPr/>
            <p:nvPr/>
          </p:nvSpPr>
          <p:spPr>
            <a:xfrm>
              <a:off x="10023916" y="2033528"/>
              <a:ext cx="38118" cy="16331"/>
            </a:xfrm>
            <a:custGeom>
              <a:avLst/>
              <a:gdLst>
                <a:gd name="connsiteX0" fmla="*/ 5729 w 38118"/>
                <a:gd name="connsiteY0" fmla="*/ 15893 h 16331"/>
                <a:gd name="connsiteX1" fmla="*/ 8924 w 38118"/>
                <a:gd name="connsiteY1" fmla="*/ 15254 h 16331"/>
                <a:gd name="connsiteX2" fmla="*/ 28094 w 38118"/>
                <a:gd name="connsiteY2" fmla="*/ 15254 h 16331"/>
                <a:gd name="connsiteX3" fmla="*/ 37040 w 38118"/>
                <a:gd name="connsiteY3" fmla="*/ 13339 h 16331"/>
                <a:gd name="connsiteX4" fmla="*/ 35122 w 38118"/>
                <a:gd name="connsiteY4" fmla="*/ 4401 h 16331"/>
                <a:gd name="connsiteX5" fmla="*/ 3173 w 38118"/>
                <a:gd name="connsiteY5" fmla="*/ 4401 h 16331"/>
                <a:gd name="connsiteX6" fmla="*/ 617 w 38118"/>
                <a:gd name="connsiteY6" fmla="*/ 13339 h 16331"/>
                <a:gd name="connsiteX7" fmla="*/ 5729 w 38118"/>
                <a:gd name="connsiteY7" fmla="*/ 15893 h 16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18" h="16331">
                  <a:moveTo>
                    <a:pt x="5729" y="15893"/>
                  </a:moveTo>
                  <a:cubicBezTo>
                    <a:pt x="7007" y="15893"/>
                    <a:pt x="7646" y="15893"/>
                    <a:pt x="8924" y="15254"/>
                  </a:cubicBezTo>
                  <a:cubicBezTo>
                    <a:pt x="18509" y="9509"/>
                    <a:pt x="27455" y="14616"/>
                    <a:pt x="28094" y="15254"/>
                  </a:cubicBezTo>
                  <a:cubicBezTo>
                    <a:pt x="31289" y="17169"/>
                    <a:pt x="35122" y="16531"/>
                    <a:pt x="37040" y="13339"/>
                  </a:cubicBezTo>
                  <a:cubicBezTo>
                    <a:pt x="38957" y="10147"/>
                    <a:pt x="38317" y="6317"/>
                    <a:pt x="35122" y="4401"/>
                  </a:cubicBezTo>
                  <a:cubicBezTo>
                    <a:pt x="34484" y="3763"/>
                    <a:pt x="19148" y="-5175"/>
                    <a:pt x="3173" y="4401"/>
                  </a:cubicBezTo>
                  <a:cubicBezTo>
                    <a:pt x="-22" y="6317"/>
                    <a:pt x="-661" y="10147"/>
                    <a:pt x="617" y="13339"/>
                  </a:cubicBezTo>
                  <a:cubicBezTo>
                    <a:pt x="1256" y="14616"/>
                    <a:pt x="3812" y="15893"/>
                    <a:pt x="5729" y="15893"/>
                  </a:cubicBezTo>
                  <a:close/>
                </a:path>
              </a:pathLst>
            </a:custGeom>
            <a:solidFill>
              <a:srgbClr val="00A3E0"/>
            </a:solidFill>
            <a:ln w="6390" cap="flat">
              <a:noFill/>
              <a:prstDash val="solid"/>
              <a:miter/>
            </a:ln>
          </p:spPr>
          <p:txBody>
            <a:bodyPr rtlCol="0" anchor="ctr"/>
            <a:lstStyle/>
            <a:p>
              <a:endParaRPr lang="en-US"/>
            </a:p>
          </p:txBody>
        </p:sp>
      </p:grpSp>
      <p:grpSp>
        <p:nvGrpSpPr>
          <p:cNvPr id="739" name="Graphic 4">
            <a:extLst>
              <a:ext uri="{FF2B5EF4-FFF2-40B4-BE49-F238E27FC236}">
                <a16:creationId xmlns:a16="http://schemas.microsoft.com/office/drawing/2014/main" id="{1DC13F30-2374-3F44-A901-064FDB773C8E}"/>
              </a:ext>
            </a:extLst>
          </p:cNvPr>
          <p:cNvGrpSpPr>
            <a:grpSpLocks noChangeAspect="1"/>
          </p:cNvGrpSpPr>
          <p:nvPr/>
        </p:nvGrpSpPr>
        <p:grpSpPr>
          <a:xfrm>
            <a:off x="10324860" y="1885352"/>
            <a:ext cx="361670" cy="361333"/>
            <a:chOff x="10324860" y="1885352"/>
            <a:chExt cx="361670" cy="361333"/>
          </a:xfrm>
          <a:solidFill>
            <a:srgbClr val="00A3E0"/>
          </a:solidFill>
        </p:grpSpPr>
        <p:sp>
          <p:nvSpPr>
            <p:cNvPr id="740" name="Graphic 4">
              <a:extLst>
                <a:ext uri="{FF2B5EF4-FFF2-40B4-BE49-F238E27FC236}">
                  <a16:creationId xmlns:a16="http://schemas.microsoft.com/office/drawing/2014/main" id="{A3F8CD21-5F7E-AC46-A3A9-3930BC860241}"/>
                </a:ext>
              </a:extLst>
            </p:cNvPr>
            <p:cNvSpPr/>
            <p:nvPr/>
          </p:nvSpPr>
          <p:spPr>
            <a:xfrm>
              <a:off x="10406012" y="1967067"/>
              <a:ext cx="199365" cy="199180"/>
            </a:xfrm>
            <a:custGeom>
              <a:avLst/>
              <a:gdLst>
                <a:gd name="connsiteX0" fmla="*/ 99683 w 199365"/>
                <a:gd name="connsiteY0" fmla="*/ 0 h 199180"/>
                <a:gd name="connsiteX1" fmla="*/ 0 w 199365"/>
                <a:gd name="connsiteY1" fmla="*/ 99590 h 199180"/>
                <a:gd name="connsiteX2" fmla="*/ 99683 w 199365"/>
                <a:gd name="connsiteY2" fmla="*/ 199180 h 199180"/>
                <a:gd name="connsiteX3" fmla="*/ 199366 w 199365"/>
                <a:gd name="connsiteY3" fmla="*/ 99590 h 199180"/>
                <a:gd name="connsiteX4" fmla="*/ 99683 w 199365"/>
                <a:gd name="connsiteY4" fmla="*/ 0 h 199180"/>
                <a:gd name="connsiteX5" fmla="*/ 130355 w 199365"/>
                <a:gd name="connsiteY5" fmla="*/ 63201 h 199180"/>
                <a:gd name="connsiteX6" fmla="*/ 141856 w 199365"/>
                <a:gd name="connsiteY6" fmla="*/ 74054 h 199180"/>
                <a:gd name="connsiteX7" fmla="*/ 141856 w 199365"/>
                <a:gd name="connsiteY7" fmla="*/ 74054 h 199180"/>
                <a:gd name="connsiteX8" fmla="*/ 130355 w 199365"/>
                <a:gd name="connsiteY8" fmla="*/ 85545 h 199180"/>
                <a:gd name="connsiteX9" fmla="*/ 118853 w 199365"/>
                <a:gd name="connsiteY9" fmla="*/ 74054 h 199180"/>
                <a:gd name="connsiteX10" fmla="*/ 130355 w 199365"/>
                <a:gd name="connsiteY10" fmla="*/ 63201 h 199180"/>
                <a:gd name="connsiteX11" fmla="*/ 58787 w 199365"/>
                <a:gd name="connsiteY11" fmla="*/ 70224 h 199180"/>
                <a:gd name="connsiteX12" fmla="*/ 90737 w 199365"/>
                <a:gd name="connsiteY12" fmla="*/ 70224 h 199180"/>
                <a:gd name="connsiteX13" fmla="*/ 92654 w 199365"/>
                <a:gd name="connsiteY13" fmla="*/ 79161 h 199180"/>
                <a:gd name="connsiteX14" fmla="*/ 83708 w 199365"/>
                <a:gd name="connsiteY14" fmla="*/ 81077 h 199180"/>
                <a:gd name="connsiteX15" fmla="*/ 64538 w 199365"/>
                <a:gd name="connsiteY15" fmla="*/ 81077 h 199180"/>
                <a:gd name="connsiteX16" fmla="*/ 61343 w 199365"/>
                <a:gd name="connsiteY16" fmla="*/ 81715 h 199180"/>
                <a:gd name="connsiteX17" fmla="*/ 55592 w 199365"/>
                <a:gd name="connsiteY17" fmla="*/ 78523 h 199180"/>
                <a:gd name="connsiteX18" fmla="*/ 58787 w 199365"/>
                <a:gd name="connsiteY18" fmla="*/ 70224 h 199180"/>
                <a:gd name="connsiteX19" fmla="*/ 152081 w 199365"/>
                <a:gd name="connsiteY19" fmla="*/ 125126 h 199180"/>
                <a:gd name="connsiteX20" fmla="*/ 117575 w 199365"/>
                <a:gd name="connsiteY20" fmla="*/ 158961 h 199180"/>
                <a:gd name="connsiteX21" fmla="*/ 99044 w 199365"/>
                <a:gd name="connsiteY21" fmla="*/ 162153 h 199180"/>
                <a:gd name="connsiteX22" fmla="*/ 70928 w 199365"/>
                <a:gd name="connsiteY22" fmla="*/ 154492 h 199180"/>
                <a:gd name="connsiteX23" fmla="*/ 47925 w 199365"/>
                <a:gd name="connsiteY23" fmla="*/ 124488 h 199180"/>
                <a:gd name="connsiteX24" fmla="*/ 52397 w 199365"/>
                <a:gd name="connsiteY24" fmla="*/ 116827 h 199180"/>
                <a:gd name="connsiteX25" fmla="*/ 60066 w 199365"/>
                <a:gd name="connsiteY25" fmla="*/ 121296 h 199180"/>
                <a:gd name="connsiteX26" fmla="*/ 77318 w 199365"/>
                <a:gd name="connsiteY26" fmla="*/ 144278 h 199180"/>
                <a:gd name="connsiteX27" fmla="*/ 113102 w 199365"/>
                <a:gd name="connsiteY27" fmla="*/ 148108 h 199180"/>
                <a:gd name="connsiteX28" fmla="*/ 139940 w 199365"/>
                <a:gd name="connsiteY28" fmla="*/ 121934 h 199180"/>
                <a:gd name="connsiteX29" fmla="*/ 148246 w 199365"/>
                <a:gd name="connsiteY29" fmla="*/ 118104 h 199180"/>
                <a:gd name="connsiteX30" fmla="*/ 152081 w 199365"/>
                <a:gd name="connsiteY30" fmla="*/ 125126 h 199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9365" h="199180">
                  <a:moveTo>
                    <a:pt x="99683" y="0"/>
                  </a:moveTo>
                  <a:cubicBezTo>
                    <a:pt x="44730" y="0"/>
                    <a:pt x="0" y="44688"/>
                    <a:pt x="0" y="99590"/>
                  </a:cubicBezTo>
                  <a:cubicBezTo>
                    <a:pt x="0" y="154492"/>
                    <a:pt x="44730" y="199180"/>
                    <a:pt x="99683" y="199180"/>
                  </a:cubicBezTo>
                  <a:cubicBezTo>
                    <a:pt x="154636" y="199180"/>
                    <a:pt x="199366" y="154492"/>
                    <a:pt x="199366" y="99590"/>
                  </a:cubicBezTo>
                  <a:cubicBezTo>
                    <a:pt x="199366" y="44688"/>
                    <a:pt x="155276" y="0"/>
                    <a:pt x="99683" y="0"/>
                  </a:cubicBezTo>
                  <a:close/>
                  <a:moveTo>
                    <a:pt x="130355" y="63201"/>
                  </a:moveTo>
                  <a:cubicBezTo>
                    <a:pt x="136745" y="63201"/>
                    <a:pt x="141856" y="68309"/>
                    <a:pt x="141856" y="74054"/>
                  </a:cubicBezTo>
                  <a:lnTo>
                    <a:pt x="141856" y="74054"/>
                  </a:lnTo>
                  <a:cubicBezTo>
                    <a:pt x="141856" y="80438"/>
                    <a:pt x="136745" y="85545"/>
                    <a:pt x="130355" y="85545"/>
                  </a:cubicBezTo>
                  <a:cubicBezTo>
                    <a:pt x="123965" y="85545"/>
                    <a:pt x="118853" y="80438"/>
                    <a:pt x="118853" y="74054"/>
                  </a:cubicBezTo>
                  <a:cubicBezTo>
                    <a:pt x="118853" y="67670"/>
                    <a:pt x="124604" y="63201"/>
                    <a:pt x="130355" y="63201"/>
                  </a:cubicBezTo>
                  <a:close/>
                  <a:moveTo>
                    <a:pt x="58787" y="70224"/>
                  </a:moveTo>
                  <a:cubicBezTo>
                    <a:pt x="75402" y="60648"/>
                    <a:pt x="90098" y="70224"/>
                    <a:pt x="90737" y="70224"/>
                  </a:cubicBezTo>
                  <a:cubicBezTo>
                    <a:pt x="93932" y="72139"/>
                    <a:pt x="94571" y="75969"/>
                    <a:pt x="92654" y="79161"/>
                  </a:cubicBezTo>
                  <a:cubicBezTo>
                    <a:pt x="90737" y="82353"/>
                    <a:pt x="86903" y="82992"/>
                    <a:pt x="83708" y="81077"/>
                  </a:cubicBezTo>
                  <a:cubicBezTo>
                    <a:pt x="83069" y="81077"/>
                    <a:pt x="74762" y="75331"/>
                    <a:pt x="64538" y="81077"/>
                  </a:cubicBezTo>
                  <a:cubicBezTo>
                    <a:pt x="63261" y="81715"/>
                    <a:pt x="62622" y="81715"/>
                    <a:pt x="61343" y="81715"/>
                  </a:cubicBezTo>
                  <a:cubicBezTo>
                    <a:pt x="59427" y="81715"/>
                    <a:pt x="56871" y="80438"/>
                    <a:pt x="55592" y="78523"/>
                  </a:cubicBezTo>
                  <a:cubicBezTo>
                    <a:pt x="54314" y="75969"/>
                    <a:pt x="55592" y="72139"/>
                    <a:pt x="58787" y="70224"/>
                  </a:cubicBezTo>
                  <a:close/>
                  <a:moveTo>
                    <a:pt x="152081" y="125126"/>
                  </a:moveTo>
                  <a:cubicBezTo>
                    <a:pt x="150802" y="129595"/>
                    <a:pt x="141217" y="150662"/>
                    <a:pt x="117575" y="158961"/>
                  </a:cubicBezTo>
                  <a:cubicBezTo>
                    <a:pt x="114380" y="160238"/>
                    <a:pt x="107990" y="162153"/>
                    <a:pt x="99044" y="162153"/>
                  </a:cubicBezTo>
                  <a:cubicBezTo>
                    <a:pt x="90737" y="162153"/>
                    <a:pt x="80513" y="160238"/>
                    <a:pt x="70928" y="154492"/>
                  </a:cubicBezTo>
                  <a:cubicBezTo>
                    <a:pt x="56232" y="145555"/>
                    <a:pt x="50481" y="131510"/>
                    <a:pt x="47925" y="124488"/>
                  </a:cubicBezTo>
                  <a:cubicBezTo>
                    <a:pt x="46647" y="121296"/>
                    <a:pt x="48563" y="117465"/>
                    <a:pt x="52397" y="116827"/>
                  </a:cubicBezTo>
                  <a:cubicBezTo>
                    <a:pt x="55592" y="115550"/>
                    <a:pt x="59427" y="117465"/>
                    <a:pt x="60066" y="121296"/>
                  </a:cubicBezTo>
                  <a:cubicBezTo>
                    <a:pt x="61343" y="125765"/>
                    <a:pt x="65817" y="137256"/>
                    <a:pt x="77318" y="144278"/>
                  </a:cubicBezTo>
                  <a:cubicBezTo>
                    <a:pt x="92654" y="153854"/>
                    <a:pt x="108629" y="149385"/>
                    <a:pt x="113102" y="148108"/>
                  </a:cubicBezTo>
                  <a:cubicBezTo>
                    <a:pt x="131633" y="141724"/>
                    <a:pt x="138661" y="125126"/>
                    <a:pt x="139940" y="121934"/>
                  </a:cubicBezTo>
                  <a:cubicBezTo>
                    <a:pt x="141217" y="118742"/>
                    <a:pt x="145051" y="116827"/>
                    <a:pt x="148246" y="118104"/>
                  </a:cubicBezTo>
                  <a:cubicBezTo>
                    <a:pt x="151441" y="118104"/>
                    <a:pt x="153358" y="121934"/>
                    <a:pt x="152081" y="125126"/>
                  </a:cubicBezTo>
                  <a:close/>
                </a:path>
              </a:pathLst>
            </a:custGeom>
            <a:solidFill>
              <a:srgbClr val="00A3E0"/>
            </a:solidFill>
            <a:ln w="6390" cap="flat">
              <a:noFill/>
              <a:prstDash val="solid"/>
              <a:miter/>
            </a:ln>
          </p:spPr>
          <p:txBody>
            <a:bodyPr rtlCol="0" anchor="ctr"/>
            <a:lstStyle/>
            <a:p>
              <a:endParaRPr lang="en-US"/>
            </a:p>
          </p:txBody>
        </p:sp>
        <p:sp>
          <p:nvSpPr>
            <p:cNvPr id="741" name="Graphic 4">
              <a:extLst>
                <a:ext uri="{FF2B5EF4-FFF2-40B4-BE49-F238E27FC236}">
                  <a16:creationId xmlns:a16="http://schemas.microsoft.com/office/drawing/2014/main" id="{D318C32C-AB6E-EE45-8179-5AE00B53880C}"/>
                </a:ext>
              </a:extLst>
            </p:cNvPr>
            <p:cNvSpPr/>
            <p:nvPr/>
          </p:nvSpPr>
          <p:spPr>
            <a:xfrm>
              <a:off x="10324860" y="1885352"/>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293663 h 361333"/>
                <a:gd name="connsiteX6" fmla="*/ 68372 w 361670"/>
                <a:gd name="connsiteY6" fmla="*/ 181305 h 361333"/>
                <a:gd name="connsiteX7" fmla="*/ 180835 w 361670"/>
                <a:gd name="connsiteY7" fmla="*/ 68947 h 361333"/>
                <a:gd name="connsiteX8" fmla="*/ 293298 w 361670"/>
                <a:gd name="connsiteY8" fmla="*/ 181305 h 361333"/>
                <a:gd name="connsiteX9" fmla="*/ 180835 w 361670"/>
                <a:gd name="connsiteY9" fmla="*/ 29366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257"/>
                    <a:pt x="361670" y="180667"/>
                  </a:cubicBezTo>
                  <a:cubicBezTo>
                    <a:pt x="361670" y="81076"/>
                    <a:pt x="281157" y="0"/>
                    <a:pt x="180835" y="0"/>
                  </a:cubicBezTo>
                  <a:close/>
                  <a:moveTo>
                    <a:pt x="180835" y="293663"/>
                  </a:moveTo>
                  <a:cubicBezTo>
                    <a:pt x="118853" y="293663"/>
                    <a:pt x="68372" y="243230"/>
                    <a:pt x="68372" y="181305"/>
                  </a:cubicBezTo>
                  <a:cubicBezTo>
                    <a:pt x="68372" y="119380"/>
                    <a:pt x="118853" y="68947"/>
                    <a:pt x="180835" y="68947"/>
                  </a:cubicBezTo>
                  <a:cubicBezTo>
                    <a:pt x="242818" y="68947"/>
                    <a:pt x="293298" y="119380"/>
                    <a:pt x="293298" y="181305"/>
                  </a:cubicBezTo>
                  <a:cubicBezTo>
                    <a:pt x="293298" y="243230"/>
                    <a:pt x="243456" y="293663"/>
                    <a:pt x="180835" y="293663"/>
                  </a:cubicBezTo>
                  <a:close/>
                </a:path>
              </a:pathLst>
            </a:custGeom>
            <a:solidFill>
              <a:srgbClr val="00A3E0"/>
            </a:solidFill>
            <a:ln w="6390" cap="flat">
              <a:noFill/>
              <a:prstDash val="solid"/>
              <a:miter/>
            </a:ln>
          </p:spPr>
          <p:txBody>
            <a:bodyPr rtlCol="0" anchor="ctr"/>
            <a:lstStyle/>
            <a:p>
              <a:endParaRPr lang="en-US"/>
            </a:p>
          </p:txBody>
        </p:sp>
      </p:grpSp>
      <p:grpSp>
        <p:nvGrpSpPr>
          <p:cNvPr id="742" name="Graphic 4">
            <a:extLst>
              <a:ext uri="{FF2B5EF4-FFF2-40B4-BE49-F238E27FC236}">
                <a16:creationId xmlns:a16="http://schemas.microsoft.com/office/drawing/2014/main" id="{0F2F66A4-9C40-0C47-B7A8-DECC83C4A8DF}"/>
              </a:ext>
            </a:extLst>
          </p:cNvPr>
          <p:cNvGrpSpPr>
            <a:grpSpLocks noChangeAspect="1"/>
          </p:cNvGrpSpPr>
          <p:nvPr/>
        </p:nvGrpSpPr>
        <p:grpSpPr>
          <a:xfrm>
            <a:off x="2560447" y="2371173"/>
            <a:ext cx="361670" cy="361333"/>
            <a:chOff x="2560447" y="2371173"/>
            <a:chExt cx="361670" cy="361333"/>
          </a:xfrm>
          <a:solidFill>
            <a:srgbClr val="012169"/>
          </a:solidFill>
        </p:grpSpPr>
        <p:sp>
          <p:nvSpPr>
            <p:cNvPr id="743" name="Graphic 4">
              <a:extLst>
                <a:ext uri="{FF2B5EF4-FFF2-40B4-BE49-F238E27FC236}">
                  <a16:creationId xmlns:a16="http://schemas.microsoft.com/office/drawing/2014/main" id="{144032FA-C9BC-6C45-806E-E8390A103187}"/>
                </a:ext>
              </a:extLst>
            </p:cNvPr>
            <p:cNvSpPr/>
            <p:nvPr/>
          </p:nvSpPr>
          <p:spPr>
            <a:xfrm>
              <a:off x="2560447"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4128"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744" name="Graphic 4">
              <a:extLst>
                <a:ext uri="{FF2B5EF4-FFF2-40B4-BE49-F238E27FC236}">
                  <a16:creationId xmlns:a16="http://schemas.microsoft.com/office/drawing/2014/main" id="{3A19F8DC-F46D-1743-BDDD-51E7DEA2596B}"/>
                </a:ext>
              </a:extLst>
            </p:cNvPr>
            <p:cNvSpPr/>
            <p:nvPr/>
          </p:nvSpPr>
          <p:spPr>
            <a:xfrm>
              <a:off x="2657415" y="2443422"/>
              <a:ext cx="168768" cy="216945"/>
            </a:xfrm>
            <a:custGeom>
              <a:avLst/>
              <a:gdLst>
                <a:gd name="connsiteX0" fmla="*/ 129236 w 168768"/>
                <a:gd name="connsiteY0" fmla="*/ 8827 h 216945"/>
                <a:gd name="connsiteX1" fmla="*/ 71727 w 168768"/>
                <a:gd name="connsiteY1" fmla="*/ 3720 h 216945"/>
                <a:gd name="connsiteX2" fmla="*/ 18690 w 168768"/>
                <a:gd name="connsiteY2" fmla="*/ 63730 h 216945"/>
                <a:gd name="connsiteX3" fmla="*/ 18052 w 168768"/>
                <a:gd name="connsiteY3" fmla="*/ 68837 h 216945"/>
                <a:gd name="connsiteX4" fmla="*/ 15495 w 168768"/>
                <a:gd name="connsiteY4" fmla="*/ 78413 h 216945"/>
                <a:gd name="connsiteX5" fmla="*/ 799 w 168768"/>
                <a:gd name="connsiteY5" fmla="*/ 109694 h 216945"/>
                <a:gd name="connsiteX6" fmla="*/ 799 w 168768"/>
                <a:gd name="connsiteY6" fmla="*/ 110333 h 216945"/>
                <a:gd name="connsiteX7" fmla="*/ 2077 w 168768"/>
                <a:gd name="connsiteY7" fmla="*/ 122462 h 216945"/>
                <a:gd name="connsiteX8" fmla="*/ 11662 w 168768"/>
                <a:gd name="connsiteY8" fmla="*/ 127569 h 216945"/>
                <a:gd name="connsiteX9" fmla="*/ 18052 w 168768"/>
                <a:gd name="connsiteY9" fmla="*/ 128208 h 216945"/>
                <a:gd name="connsiteX10" fmla="*/ 18052 w 168768"/>
                <a:gd name="connsiteY10" fmla="*/ 146083 h 216945"/>
                <a:gd name="connsiteX11" fmla="*/ 22524 w 168768"/>
                <a:gd name="connsiteY11" fmla="*/ 160766 h 216945"/>
                <a:gd name="connsiteX12" fmla="*/ 39777 w 168768"/>
                <a:gd name="connsiteY12" fmla="*/ 168427 h 216945"/>
                <a:gd name="connsiteX13" fmla="*/ 55113 w 168768"/>
                <a:gd name="connsiteY13" fmla="*/ 169065 h 216945"/>
                <a:gd name="connsiteX14" fmla="*/ 55113 w 168768"/>
                <a:gd name="connsiteY14" fmla="*/ 210561 h 216945"/>
                <a:gd name="connsiteX15" fmla="*/ 61503 w 168768"/>
                <a:gd name="connsiteY15" fmla="*/ 216945 h 216945"/>
                <a:gd name="connsiteX16" fmla="*/ 136265 w 168768"/>
                <a:gd name="connsiteY16" fmla="*/ 216945 h 216945"/>
                <a:gd name="connsiteX17" fmla="*/ 142655 w 168768"/>
                <a:gd name="connsiteY17" fmla="*/ 210561 h 216945"/>
                <a:gd name="connsiteX18" fmla="*/ 142655 w 168768"/>
                <a:gd name="connsiteY18" fmla="*/ 141614 h 216945"/>
                <a:gd name="connsiteX19" fmla="*/ 150323 w 168768"/>
                <a:gd name="connsiteY19" fmla="*/ 123101 h 216945"/>
                <a:gd name="connsiteX20" fmla="*/ 166298 w 168768"/>
                <a:gd name="connsiteY20" fmla="*/ 53515 h 216945"/>
                <a:gd name="connsiteX21" fmla="*/ 129236 w 168768"/>
                <a:gd name="connsiteY21" fmla="*/ 8827 h 216945"/>
                <a:gd name="connsiteX22" fmla="*/ 140099 w 168768"/>
                <a:gd name="connsiteY22" fmla="*/ 115440 h 216945"/>
                <a:gd name="connsiteX23" fmla="*/ 129876 w 168768"/>
                <a:gd name="connsiteY23" fmla="*/ 140976 h 216945"/>
                <a:gd name="connsiteX24" fmla="*/ 129876 w 168768"/>
                <a:gd name="connsiteY24" fmla="*/ 142253 h 216945"/>
                <a:gd name="connsiteX25" fmla="*/ 129876 w 168768"/>
                <a:gd name="connsiteY25" fmla="*/ 205454 h 216945"/>
                <a:gd name="connsiteX26" fmla="*/ 67893 w 168768"/>
                <a:gd name="connsiteY26" fmla="*/ 205454 h 216945"/>
                <a:gd name="connsiteX27" fmla="*/ 67893 w 168768"/>
                <a:gd name="connsiteY27" fmla="*/ 163958 h 216945"/>
                <a:gd name="connsiteX28" fmla="*/ 65976 w 168768"/>
                <a:gd name="connsiteY28" fmla="*/ 159489 h 216945"/>
                <a:gd name="connsiteX29" fmla="*/ 61503 w 168768"/>
                <a:gd name="connsiteY29" fmla="*/ 157574 h 216945"/>
                <a:gd name="connsiteX30" fmla="*/ 41055 w 168768"/>
                <a:gd name="connsiteY30" fmla="*/ 156936 h 216945"/>
                <a:gd name="connsiteX31" fmla="*/ 32748 w 168768"/>
                <a:gd name="connsiteY31" fmla="*/ 153744 h 216945"/>
                <a:gd name="connsiteX32" fmla="*/ 30832 w 168768"/>
                <a:gd name="connsiteY32" fmla="*/ 147998 h 216945"/>
                <a:gd name="connsiteX33" fmla="*/ 30832 w 168768"/>
                <a:gd name="connsiteY33" fmla="*/ 147360 h 216945"/>
                <a:gd name="connsiteX34" fmla="*/ 30832 w 168768"/>
                <a:gd name="connsiteY34" fmla="*/ 123101 h 216945"/>
                <a:gd name="connsiteX35" fmla="*/ 24442 w 168768"/>
                <a:gd name="connsiteY35" fmla="*/ 116717 h 216945"/>
                <a:gd name="connsiteX36" fmla="*/ 12940 w 168768"/>
                <a:gd name="connsiteY36" fmla="*/ 116078 h 216945"/>
                <a:gd name="connsiteX37" fmla="*/ 12940 w 168768"/>
                <a:gd name="connsiteY37" fmla="*/ 116078 h 216945"/>
                <a:gd name="connsiteX38" fmla="*/ 12940 w 168768"/>
                <a:gd name="connsiteY38" fmla="*/ 115440 h 216945"/>
                <a:gd name="connsiteX39" fmla="*/ 26997 w 168768"/>
                <a:gd name="connsiteY39" fmla="*/ 86074 h 216945"/>
                <a:gd name="connsiteX40" fmla="*/ 30832 w 168768"/>
                <a:gd name="connsiteY40" fmla="*/ 70752 h 216945"/>
                <a:gd name="connsiteX41" fmla="*/ 31470 w 168768"/>
                <a:gd name="connsiteY41" fmla="*/ 65645 h 216945"/>
                <a:gd name="connsiteX42" fmla="*/ 75561 w 168768"/>
                <a:gd name="connsiteY42" fmla="*/ 15850 h 216945"/>
                <a:gd name="connsiteX43" fmla="*/ 123486 w 168768"/>
                <a:gd name="connsiteY43" fmla="*/ 20318 h 216945"/>
                <a:gd name="connsiteX44" fmla="*/ 154157 w 168768"/>
                <a:gd name="connsiteY44" fmla="*/ 57346 h 216945"/>
                <a:gd name="connsiteX45" fmla="*/ 140099 w 168768"/>
                <a:gd name="connsiteY45" fmla="*/ 115440 h 216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68768" h="216945">
                  <a:moveTo>
                    <a:pt x="129236" y="8827"/>
                  </a:moveTo>
                  <a:cubicBezTo>
                    <a:pt x="110706" y="-749"/>
                    <a:pt x="89619" y="-2664"/>
                    <a:pt x="71727" y="3720"/>
                  </a:cubicBezTo>
                  <a:cubicBezTo>
                    <a:pt x="42333" y="13934"/>
                    <a:pt x="21885" y="37555"/>
                    <a:pt x="18690" y="63730"/>
                  </a:cubicBezTo>
                  <a:cubicBezTo>
                    <a:pt x="18690" y="65645"/>
                    <a:pt x="18052" y="67560"/>
                    <a:pt x="18052" y="68837"/>
                  </a:cubicBezTo>
                  <a:cubicBezTo>
                    <a:pt x="17413" y="73306"/>
                    <a:pt x="17413" y="75221"/>
                    <a:pt x="15495" y="78413"/>
                  </a:cubicBezTo>
                  <a:cubicBezTo>
                    <a:pt x="11662" y="84797"/>
                    <a:pt x="799" y="108418"/>
                    <a:pt x="799" y="109694"/>
                  </a:cubicBezTo>
                  <a:cubicBezTo>
                    <a:pt x="799" y="109694"/>
                    <a:pt x="799" y="110333"/>
                    <a:pt x="799" y="110333"/>
                  </a:cubicBezTo>
                  <a:cubicBezTo>
                    <a:pt x="160" y="111610"/>
                    <a:pt x="-1118" y="117355"/>
                    <a:pt x="2077" y="122462"/>
                  </a:cubicBezTo>
                  <a:cubicBezTo>
                    <a:pt x="3355" y="124377"/>
                    <a:pt x="6550" y="127569"/>
                    <a:pt x="11662" y="127569"/>
                  </a:cubicBezTo>
                  <a:cubicBezTo>
                    <a:pt x="14218" y="127569"/>
                    <a:pt x="16135" y="127569"/>
                    <a:pt x="18052" y="128208"/>
                  </a:cubicBezTo>
                  <a:lnTo>
                    <a:pt x="18052" y="146083"/>
                  </a:lnTo>
                  <a:cubicBezTo>
                    <a:pt x="18052" y="147998"/>
                    <a:pt x="18052" y="155021"/>
                    <a:pt x="22524" y="160766"/>
                  </a:cubicBezTo>
                  <a:cubicBezTo>
                    <a:pt x="26358" y="165235"/>
                    <a:pt x="32109" y="167788"/>
                    <a:pt x="39777" y="168427"/>
                  </a:cubicBezTo>
                  <a:cubicBezTo>
                    <a:pt x="46806" y="169065"/>
                    <a:pt x="51918" y="169065"/>
                    <a:pt x="55113" y="169065"/>
                  </a:cubicBezTo>
                  <a:lnTo>
                    <a:pt x="55113" y="210561"/>
                  </a:lnTo>
                  <a:cubicBezTo>
                    <a:pt x="55113" y="214392"/>
                    <a:pt x="57669" y="216945"/>
                    <a:pt x="61503" y="216945"/>
                  </a:cubicBezTo>
                  <a:lnTo>
                    <a:pt x="136265" y="216945"/>
                  </a:lnTo>
                  <a:cubicBezTo>
                    <a:pt x="140099" y="216945"/>
                    <a:pt x="142655" y="214392"/>
                    <a:pt x="142655" y="210561"/>
                  </a:cubicBezTo>
                  <a:lnTo>
                    <a:pt x="142655" y="141614"/>
                  </a:lnTo>
                  <a:cubicBezTo>
                    <a:pt x="143294" y="137784"/>
                    <a:pt x="145850" y="127569"/>
                    <a:pt x="150323" y="123101"/>
                  </a:cubicBezTo>
                  <a:cubicBezTo>
                    <a:pt x="154796" y="117993"/>
                    <a:pt x="175883" y="90542"/>
                    <a:pt x="166298" y="53515"/>
                  </a:cubicBezTo>
                  <a:cubicBezTo>
                    <a:pt x="161186" y="35002"/>
                    <a:pt x="147767" y="18403"/>
                    <a:pt x="129236" y="8827"/>
                  </a:cubicBezTo>
                  <a:close/>
                  <a:moveTo>
                    <a:pt x="140099" y="115440"/>
                  </a:moveTo>
                  <a:cubicBezTo>
                    <a:pt x="132431" y="124377"/>
                    <a:pt x="129876" y="139061"/>
                    <a:pt x="129876" y="140976"/>
                  </a:cubicBezTo>
                  <a:cubicBezTo>
                    <a:pt x="129876" y="141614"/>
                    <a:pt x="129876" y="141614"/>
                    <a:pt x="129876" y="142253"/>
                  </a:cubicBezTo>
                  <a:lnTo>
                    <a:pt x="129876" y="205454"/>
                  </a:lnTo>
                  <a:lnTo>
                    <a:pt x="67893" y="205454"/>
                  </a:lnTo>
                  <a:lnTo>
                    <a:pt x="67893" y="163958"/>
                  </a:lnTo>
                  <a:cubicBezTo>
                    <a:pt x="67893" y="162043"/>
                    <a:pt x="67254" y="160766"/>
                    <a:pt x="65976" y="159489"/>
                  </a:cubicBezTo>
                  <a:cubicBezTo>
                    <a:pt x="64698" y="158213"/>
                    <a:pt x="62781" y="157574"/>
                    <a:pt x="61503" y="157574"/>
                  </a:cubicBezTo>
                  <a:cubicBezTo>
                    <a:pt x="61503" y="157574"/>
                    <a:pt x="57030" y="157574"/>
                    <a:pt x="41055" y="156936"/>
                  </a:cubicBezTo>
                  <a:cubicBezTo>
                    <a:pt x="37221" y="156936"/>
                    <a:pt x="34665" y="155659"/>
                    <a:pt x="32748" y="153744"/>
                  </a:cubicBezTo>
                  <a:cubicBezTo>
                    <a:pt x="30832" y="151190"/>
                    <a:pt x="30832" y="147998"/>
                    <a:pt x="30832" y="147998"/>
                  </a:cubicBezTo>
                  <a:cubicBezTo>
                    <a:pt x="30832" y="147998"/>
                    <a:pt x="30832" y="147360"/>
                    <a:pt x="30832" y="147360"/>
                  </a:cubicBezTo>
                  <a:lnTo>
                    <a:pt x="30832" y="123101"/>
                  </a:lnTo>
                  <a:cubicBezTo>
                    <a:pt x="30832" y="119270"/>
                    <a:pt x="28275" y="116717"/>
                    <a:pt x="24442" y="116717"/>
                  </a:cubicBezTo>
                  <a:cubicBezTo>
                    <a:pt x="24442" y="116717"/>
                    <a:pt x="20608" y="116717"/>
                    <a:pt x="12940" y="116078"/>
                  </a:cubicBezTo>
                  <a:cubicBezTo>
                    <a:pt x="12940" y="116078"/>
                    <a:pt x="12940" y="116078"/>
                    <a:pt x="12940" y="116078"/>
                  </a:cubicBezTo>
                  <a:cubicBezTo>
                    <a:pt x="12940" y="116078"/>
                    <a:pt x="12940" y="115440"/>
                    <a:pt x="12940" y="115440"/>
                  </a:cubicBezTo>
                  <a:cubicBezTo>
                    <a:pt x="16135" y="108418"/>
                    <a:pt x="24442" y="90542"/>
                    <a:pt x="26997" y="86074"/>
                  </a:cubicBezTo>
                  <a:cubicBezTo>
                    <a:pt x="30192" y="80328"/>
                    <a:pt x="30832" y="75859"/>
                    <a:pt x="30832" y="70752"/>
                  </a:cubicBezTo>
                  <a:cubicBezTo>
                    <a:pt x="30832" y="69475"/>
                    <a:pt x="30832" y="67560"/>
                    <a:pt x="31470" y="65645"/>
                  </a:cubicBezTo>
                  <a:cubicBezTo>
                    <a:pt x="34026" y="41386"/>
                    <a:pt x="55752" y="22872"/>
                    <a:pt x="75561" y="15850"/>
                  </a:cubicBezTo>
                  <a:cubicBezTo>
                    <a:pt x="90258" y="10742"/>
                    <a:pt x="108150" y="12019"/>
                    <a:pt x="123486" y="20318"/>
                  </a:cubicBezTo>
                  <a:cubicBezTo>
                    <a:pt x="138821" y="28618"/>
                    <a:pt x="149684" y="42024"/>
                    <a:pt x="154157" y="57346"/>
                  </a:cubicBezTo>
                  <a:cubicBezTo>
                    <a:pt x="161825" y="87989"/>
                    <a:pt x="143933" y="110971"/>
                    <a:pt x="140099" y="115440"/>
                  </a:cubicBezTo>
                  <a:close/>
                </a:path>
              </a:pathLst>
            </a:custGeom>
            <a:solidFill>
              <a:srgbClr val="012169"/>
            </a:solidFill>
            <a:ln w="6390" cap="flat">
              <a:noFill/>
              <a:prstDash val="solid"/>
              <a:miter/>
            </a:ln>
          </p:spPr>
          <p:txBody>
            <a:bodyPr rtlCol="0" anchor="ctr"/>
            <a:lstStyle/>
            <a:p>
              <a:endParaRPr lang="en-US"/>
            </a:p>
          </p:txBody>
        </p:sp>
        <p:sp>
          <p:nvSpPr>
            <p:cNvPr id="745" name="Graphic 4">
              <a:extLst>
                <a:ext uri="{FF2B5EF4-FFF2-40B4-BE49-F238E27FC236}">
                  <a16:creationId xmlns:a16="http://schemas.microsoft.com/office/drawing/2014/main" id="{F57EB165-4684-3D4E-A7B6-CD7D13333BC1}"/>
                </a:ext>
              </a:extLst>
            </p:cNvPr>
            <p:cNvSpPr/>
            <p:nvPr/>
          </p:nvSpPr>
          <p:spPr>
            <a:xfrm>
              <a:off x="2701026" y="2472088"/>
              <a:ext cx="95849" cy="92519"/>
            </a:xfrm>
            <a:custGeom>
              <a:avLst/>
              <a:gdLst>
                <a:gd name="connsiteX0" fmla="*/ 88181 w 95849"/>
                <a:gd name="connsiteY0" fmla="*/ 34426 h 92519"/>
                <a:gd name="connsiteX1" fmla="*/ 86903 w 95849"/>
                <a:gd name="connsiteY1" fmla="*/ 19104 h 92519"/>
                <a:gd name="connsiteX2" fmla="*/ 73484 w 95849"/>
                <a:gd name="connsiteY2" fmla="*/ 12720 h 92519"/>
                <a:gd name="connsiteX3" fmla="*/ 63260 w 95849"/>
                <a:gd name="connsiteY3" fmla="*/ 1229 h 92519"/>
                <a:gd name="connsiteX4" fmla="*/ 48563 w 95849"/>
                <a:gd name="connsiteY4" fmla="*/ 3783 h 92519"/>
                <a:gd name="connsiteX5" fmla="*/ 33867 w 95849"/>
                <a:gd name="connsiteY5" fmla="*/ 591 h 92519"/>
                <a:gd name="connsiteX6" fmla="*/ 23643 w 95849"/>
                <a:gd name="connsiteY6" fmla="*/ 11443 h 92519"/>
                <a:gd name="connsiteX7" fmla="*/ 9585 w 95849"/>
                <a:gd name="connsiteY7" fmla="*/ 17189 h 92519"/>
                <a:gd name="connsiteX8" fmla="*/ 7668 w 95849"/>
                <a:gd name="connsiteY8" fmla="*/ 31872 h 92519"/>
                <a:gd name="connsiteX9" fmla="*/ 0 w 95849"/>
                <a:gd name="connsiteY9" fmla="*/ 44640 h 92519"/>
                <a:gd name="connsiteX10" fmla="*/ 7668 w 95849"/>
                <a:gd name="connsiteY10" fmla="*/ 58046 h 92519"/>
                <a:gd name="connsiteX11" fmla="*/ 8946 w 95849"/>
                <a:gd name="connsiteY11" fmla="*/ 73368 h 92519"/>
                <a:gd name="connsiteX12" fmla="*/ 22365 w 95849"/>
                <a:gd name="connsiteY12" fmla="*/ 79752 h 92519"/>
                <a:gd name="connsiteX13" fmla="*/ 32589 w 95849"/>
                <a:gd name="connsiteY13" fmla="*/ 91243 h 92519"/>
                <a:gd name="connsiteX14" fmla="*/ 47285 w 95849"/>
                <a:gd name="connsiteY14" fmla="*/ 88689 h 92519"/>
                <a:gd name="connsiteX15" fmla="*/ 58148 w 95849"/>
                <a:gd name="connsiteY15" fmla="*/ 92520 h 92519"/>
                <a:gd name="connsiteX16" fmla="*/ 61982 w 95849"/>
                <a:gd name="connsiteY16" fmla="*/ 91881 h 92519"/>
                <a:gd name="connsiteX17" fmla="*/ 72206 w 95849"/>
                <a:gd name="connsiteY17" fmla="*/ 81029 h 92519"/>
                <a:gd name="connsiteX18" fmla="*/ 86264 w 95849"/>
                <a:gd name="connsiteY18" fmla="*/ 75283 h 92519"/>
                <a:gd name="connsiteX19" fmla="*/ 88181 w 95849"/>
                <a:gd name="connsiteY19" fmla="*/ 60600 h 92519"/>
                <a:gd name="connsiteX20" fmla="*/ 95849 w 95849"/>
                <a:gd name="connsiteY20" fmla="*/ 47832 h 92519"/>
                <a:gd name="connsiteX21" fmla="*/ 88181 w 95849"/>
                <a:gd name="connsiteY21" fmla="*/ 34426 h 92519"/>
                <a:gd name="connsiteX22" fmla="*/ 83069 w 95849"/>
                <a:gd name="connsiteY22" fmla="*/ 38895 h 92519"/>
                <a:gd name="connsiteX23" fmla="*/ 79235 w 95849"/>
                <a:gd name="connsiteY23" fmla="*/ 44002 h 92519"/>
                <a:gd name="connsiteX24" fmla="*/ 79235 w 95849"/>
                <a:gd name="connsiteY24" fmla="*/ 44002 h 92519"/>
                <a:gd name="connsiteX25" fmla="*/ 82430 w 95849"/>
                <a:gd name="connsiteY25" fmla="*/ 47832 h 92519"/>
                <a:gd name="connsiteX26" fmla="*/ 78596 w 95849"/>
                <a:gd name="connsiteY26" fmla="*/ 51662 h 92519"/>
                <a:gd name="connsiteX27" fmla="*/ 75401 w 95849"/>
                <a:gd name="connsiteY27" fmla="*/ 54216 h 92519"/>
                <a:gd name="connsiteX28" fmla="*/ 73484 w 95849"/>
                <a:gd name="connsiteY28" fmla="*/ 56131 h 92519"/>
                <a:gd name="connsiteX29" fmla="*/ 73484 w 95849"/>
                <a:gd name="connsiteY29" fmla="*/ 59323 h 92519"/>
                <a:gd name="connsiteX30" fmla="*/ 74123 w 95849"/>
                <a:gd name="connsiteY30" fmla="*/ 63154 h 92519"/>
                <a:gd name="connsiteX31" fmla="*/ 74762 w 95849"/>
                <a:gd name="connsiteY31" fmla="*/ 68261 h 92519"/>
                <a:gd name="connsiteX32" fmla="*/ 69650 w 95849"/>
                <a:gd name="connsiteY32" fmla="*/ 68899 h 92519"/>
                <a:gd name="connsiteX33" fmla="*/ 65177 w 95849"/>
                <a:gd name="connsiteY33" fmla="*/ 68899 h 92519"/>
                <a:gd name="connsiteX34" fmla="*/ 62621 w 95849"/>
                <a:gd name="connsiteY34" fmla="*/ 69538 h 92519"/>
                <a:gd name="connsiteX35" fmla="*/ 61343 w 95849"/>
                <a:gd name="connsiteY35" fmla="*/ 72091 h 92519"/>
                <a:gd name="connsiteX36" fmla="*/ 60065 w 95849"/>
                <a:gd name="connsiteY36" fmla="*/ 75922 h 92519"/>
                <a:gd name="connsiteX37" fmla="*/ 56870 w 95849"/>
                <a:gd name="connsiteY37" fmla="*/ 80390 h 92519"/>
                <a:gd name="connsiteX38" fmla="*/ 52397 w 95849"/>
                <a:gd name="connsiteY38" fmla="*/ 77837 h 92519"/>
                <a:gd name="connsiteX39" fmla="*/ 49202 w 95849"/>
                <a:gd name="connsiteY39" fmla="*/ 75922 h 92519"/>
                <a:gd name="connsiteX40" fmla="*/ 46646 w 95849"/>
                <a:gd name="connsiteY40" fmla="*/ 74645 h 92519"/>
                <a:gd name="connsiteX41" fmla="*/ 44091 w 95849"/>
                <a:gd name="connsiteY41" fmla="*/ 75922 h 92519"/>
                <a:gd name="connsiteX42" fmla="*/ 40257 w 95849"/>
                <a:gd name="connsiteY42" fmla="*/ 77837 h 92519"/>
                <a:gd name="connsiteX43" fmla="*/ 35783 w 95849"/>
                <a:gd name="connsiteY43" fmla="*/ 79752 h 92519"/>
                <a:gd name="connsiteX44" fmla="*/ 33228 w 95849"/>
                <a:gd name="connsiteY44" fmla="*/ 75283 h 92519"/>
                <a:gd name="connsiteX45" fmla="*/ 31950 w 95849"/>
                <a:gd name="connsiteY45" fmla="*/ 71453 h 92519"/>
                <a:gd name="connsiteX46" fmla="*/ 30672 w 95849"/>
                <a:gd name="connsiteY46" fmla="*/ 68899 h 92519"/>
                <a:gd name="connsiteX47" fmla="*/ 28116 w 95849"/>
                <a:gd name="connsiteY47" fmla="*/ 68261 h 92519"/>
                <a:gd name="connsiteX48" fmla="*/ 24282 w 95849"/>
                <a:gd name="connsiteY48" fmla="*/ 67622 h 92519"/>
                <a:gd name="connsiteX49" fmla="*/ 19170 w 95849"/>
                <a:gd name="connsiteY49" fmla="*/ 66346 h 92519"/>
                <a:gd name="connsiteX50" fmla="*/ 19809 w 95849"/>
                <a:gd name="connsiteY50" fmla="*/ 61238 h 92519"/>
                <a:gd name="connsiteX51" fmla="*/ 21087 w 95849"/>
                <a:gd name="connsiteY51" fmla="*/ 55493 h 92519"/>
                <a:gd name="connsiteX52" fmla="*/ 21087 w 95849"/>
                <a:gd name="connsiteY52" fmla="*/ 52301 h 92519"/>
                <a:gd name="connsiteX53" fmla="*/ 18531 w 95849"/>
                <a:gd name="connsiteY53" fmla="*/ 50386 h 92519"/>
                <a:gd name="connsiteX54" fmla="*/ 16614 w 95849"/>
                <a:gd name="connsiteY54" fmla="*/ 48470 h 92519"/>
                <a:gd name="connsiteX55" fmla="*/ 13419 w 95849"/>
                <a:gd name="connsiteY55" fmla="*/ 44640 h 92519"/>
                <a:gd name="connsiteX56" fmla="*/ 17253 w 95849"/>
                <a:gd name="connsiteY56" fmla="*/ 40810 h 92519"/>
                <a:gd name="connsiteX57" fmla="*/ 20448 w 95849"/>
                <a:gd name="connsiteY57" fmla="*/ 38256 h 92519"/>
                <a:gd name="connsiteX58" fmla="*/ 22365 w 95849"/>
                <a:gd name="connsiteY58" fmla="*/ 36341 h 92519"/>
                <a:gd name="connsiteX59" fmla="*/ 22365 w 95849"/>
                <a:gd name="connsiteY59" fmla="*/ 33787 h 92519"/>
                <a:gd name="connsiteX60" fmla="*/ 21726 w 95849"/>
                <a:gd name="connsiteY60" fmla="*/ 29957 h 92519"/>
                <a:gd name="connsiteX61" fmla="*/ 21087 w 95849"/>
                <a:gd name="connsiteY61" fmla="*/ 24850 h 92519"/>
                <a:gd name="connsiteX62" fmla="*/ 26199 w 95849"/>
                <a:gd name="connsiteY62" fmla="*/ 24211 h 92519"/>
                <a:gd name="connsiteX63" fmla="*/ 30672 w 95849"/>
                <a:gd name="connsiteY63" fmla="*/ 24211 h 92519"/>
                <a:gd name="connsiteX64" fmla="*/ 33228 w 95849"/>
                <a:gd name="connsiteY64" fmla="*/ 23573 h 92519"/>
                <a:gd name="connsiteX65" fmla="*/ 34506 w 95849"/>
                <a:gd name="connsiteY65" fmla="*/ 21019 h 92519"/>
                <a:gd name="connsiteX66" fmla="*/ 35783 w 95849"/>
                <a:gd name="connsiteY66" fmla="*/ 17189 h 92519"/>
                <a:gd name="connsiteX67" fmla="*/ 38340 w 95849"/>
                <a:gd name="connsiteY67" fmla="*/ 12720 h 92519"/>
                <a:gd name="connsiteX68" fmla="*/ 42812 w 95849"/>
                <a:gd name="connsiteY68" fmla="*/ 15274 h 92519"/>
                <a:gd name="connsiteX69" fmla="*/ 46007 w 95849"/>
                <a:gd name="connsiteY69" fmla="*/ 17189 h 92519"/>
                <a:gd name="connsiteX70" fmla="*/ 48563 w 95849"/>
                <a:gd name="connsiteY70" fmla="*/ 18466 h 92519"/>
                <a:gd name="connsiteX71" fmla="*/ 51119 w 95849"/>
                <a:gd name="connsiteY71" fmla="*/ 17189 h 92519"/>
                <a:gd name="connsiteX72" fmla="*/ 54953 w 95849"/>
                <a:gd name="connsiteY72" fmla="*/ 15274 h 92519"/>
                <a:gd name="connsiteX73" fmla="*/ 59426 w 95849"/>
                <a:gd name="connsiteY73" fmla="*/ 13359 h 92519"/>
                <a:gd name="connsiteX74" fmla="*/ 61982 w 95849"/>
                <a:gd name="connsiteY74" fmla="*/ 17827 h 92519"/>
                <a:gd name="connsiteX75" fmla="*/ 63260 w 95849"/>
                <a:gd name="connsiteY75" fmla="*/ 21658 h 92519"/>
                <a:gd name="connsiteX76" fmla="*/ 64538 w 95849"/>
                <a:gd name="connsiteY76" fmla="*/ 24211 h 92519"/>
                <a:gd name="connsiteX77" fmla="*/ 67733 w 95849"/>
                <a:gd name="connsiteY77" fmla="*/ 24850 h 92519"/>
                <a:gd name="connsiteX78" fmla="*/ 71567 w 95849"/>
                <a:gd name="connsiteY78" fmla="*/ 25488 h 92519"/>
                <a:gd name="connsiteX79" fmla="*/ 76679 w 95849"/>
                <a:gd name="connsiteY79" fmla="*/ 26765 h 92519"/>
                <a:gd name="connsiteX80" fmla="*/ 76040 w 95849"/>
                <a:gd name="connsiteY80" fmla="*/ 31872 h 92519"/>
                <a:gd name="connsiteX81" fmla="*/ 74762 w 95849"/>
                <a:gd name="connsiteY81" fmla="*/ 36341 h 92519"/>
                <a:gd name="connsiteX82" fmla="*/ 74762 w 95849"/>
                <a:gd name="connsiteY82" fmla="*/ 38895 h 92519"/>
                <a:gd name="connsiteX83" fmla="*/ 76679 w 95849"/>
                <a:gd name="connsiteY83" fmla="*/ 40810 h 92519"/>
                <a:gd name="connsiteX84" fmla="*/ 79874 w 95849"/>
                <a:gd name="connsiteY84" fmla="*/ 44002 h 92519"/>
                <a:gd name="connsiteX85" fmla="*/ 83069 w 95849"/>
                <a:gd name="connsiteY85" fmla="*/ 38895 h 92519"/>
                <a:gd name="connsiteX86" fmla="*/ 84347 w 95849"/>
                <a:gd name="connsiteY86" fmla="*/ 36979 h 92519"/>
                <a:gd name="connsiteX87" fmla="*/ 84347 w 95849"/>
                <a:gd name="connsiteY87" fmla="*/ 36979 h 92519"/>
                <a:gd name="connsiteX88" fmla="*/ 83069 w 95849"/>
                <a:gd name="connsiteY88" fmla="*/ 38895 h 92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95849" h="92519">
                  <a:moveTo>
                    <a:pt x="88181" y="34426"/>
                  </a:moveTo>
                  <a:cubicBezTo>
                    <a:pt x="89459" y="30595"/>
                    <a:pt x="90737" y="24850"/>
                    <a:pt x="86903" y="19104"/>
                  </a:cubicBezTo>
                  <a:cubicBezTo>
                    <a:pt x="83069" y="13997"/>
                    <a:pt x="77318" y="12720"/>
                    <a:pt x="73484" y="12720"/>
                  </a:cubicBezTo>
                  <a:cubicBezTo>
                    <a:pt x="72206" y="8890"/>
                    <a:pt x="69650" y="3783"/>
                    <a:pt x="63260" y="1229"/>
                  </a:cubicBezTo>
                  <a:cubicBezTo>
                    <a:pt x="56870" y="-686"/>
                    <a:pt x="51758" y="1867"/>
                    <a:pt x="48563" y="3783"/>
                  </a:cubicBezTo>
                  <a:cubicBezTo>
                    <a:pt x="45368" y="1867"/>
                    <a:pt x="40257" y="-1325"/>
                    <a:pt x="33867" y="591"/>
                  </a:cubicBezTo>
                  <a:cubicBezTo>
                    <a:pt x="27477" y="2506"/>
                    <a:pt x="24921" y="7613"/>
                    <a:pt x="23643" y="11443"/>
                  </a:cubicBezTo>
                  <a:cubicBezTo>
                    <a:pt x="19809" y="11443"/>
                    <a:pt x="14058" y="12082"/>
                    <a:pt x="9585" y="17189"/>
                  </a:cubicBezTo>
                  <a:cubicBezTo>
                    <a:pt x="5751" y="22296"/>
                    <a:pt x="6390" y="28042"/>
                    <a:pt x="7668" y="31872"/>
                  </a:cubicBezTo>
                  <a:cubicBezTo>
                    <a:pt x="4473" y="34426"/>
                    <a:pt x="0" y="38256"/>
                    <a:pt x="0" y="44640"/>
                  </a:cubicBezTo>
                  <a:cubicBezTo>
                    <a:pt x="0" y="51024"/>
                    <a:pt x="4473" y="55493"/>
                    <a:pt x="7668" y="58046"/>
                  </a:cubicBezTo>
                  <a:cubicBezTo>
                    <a:pt x="6390" y="61877"/>
                    <a:pt x="5112" y="67622"/>
                    <a:pt x="8946" y="73368"/>
                  </a:cubicBezTo>
                  <a:cubicBezTo>
                    <a:pt x="12780" y="78475"/>
                    <a:pt x="18531" y="79752"/>
                    <a:pt x="22365" y="79752"/>
                  </a:cubicBezTo>
                  <a:cubicBezTo>
                    <a:pt x="23643" y="83582"/>
                    <a:pt x="26199" y="88689"/>
                    <a:pt x="32589" y="91243"/>
                  </a:cubicBezTo>
                  <a:cubicBezTo>
                    <a:pt x="38978" y="93158"/>
                    <a:pt x="44091" y="90605"/>
                    <a:pt x="47285" y="88689"/>
                  </a:cubicBezTo>
                  <a:cubicBezTo>
                    <a:pt x="49841" y="90605"/>
                    <a:pt x="53675" y="92520"/>
                    <a:pt x="58148" y="92520"/>
                  </a:cubicBezTo>
                  <a:cubicBezTo>
                    <a:pt x="59426" y="92520"/>
                    <a:pt x="60704" y="92520"/>
                    <a:pt x="61982" y="91881"/>
                  </a:cubicBezTo>
                  <a:cubicBezTo>
                    <a:pt x="68372" y="89966"/>
                    <a:pt x="70928" y="84859"/>
                    <a:pt x="72206" y="81029"/>
                  </a:cubicBezTo>
                  <a:cubicBezTo>
                    <a:pt x="76040" y="81029"/>
                    <a:pt x="81791" y="80390"/>
                    <a:pt x="86264" y="75283"/>
                  </a:cubicBezTo>
                  <a:cubicBezTo>
                    <a:pt x="90098" y="70176"/>
                    <a:pt x="89459" y="64430"/>
                    <a:pt x="88181" y="60600"/>
                  </a:cubicBezTo>
                  <a:cubicBezTo>
                    <a:pt x="91376" y="58046"/>
                    <a:pt x="95849" y="54216"/>
                    <a:pt x="95849" y="47832"/>
                  </a:cubicBezTo>
                  <a:cubicBezTo>
                    <a:pt x="95849" y="40810"/>
                    <a:pt x="91376" y="36979"/>
                    <a:pt x="88181" y="34426"/>
                  </a:cubicBezTo>
                  <a:close/>
                  <a:moveTo>
                    <a:pt x="83069" y="38895"/>
                  </a:moveTo>
                  <a:lnTo>
                    <a:pt x="79235" y="44002"/>
                  </a:lnTo>
                  <a:lnTo>
                    <a:pt x="79235" y="44002"/>
                  </a:lnTo>
                  <a:cubicBezTo>
                    <a:pt x="80513" y="45278"/>
                    <a:pt x="82430" y="46555"/>
                    <a:pt x="82430" y="47832"/>
                  </a:cubicBezTo>
                  <a:cubicBezTo>
                    <a:pt x="82430" y="49109"/>
                    <a:pt x="80513" y="50386"/>
                    <a:pt x="78596" y="51662"/>
                  </a:cubicBezTo>
                  <a:cubicBezTo>
                    <a:pt x="77318" y="52301"/>
                    <a:pt x="76040" y="53578"/>
                    <a:pt x="75401" y="54216"/>
                  </a:cubicBezTo>
                  <a:lnTo>
                    <a:pt x="73484" y="56131"/>
                  </a:lnTo>
                  <a:lnTo>
                    <a:pt x="73484" y="59323"/>
                  </a:lnTo>
                  <a:cubicBezTo>
                    <a:pt x="73484" y="59962"/>
                    <a:pt x="74123" y="61877"/>
                    <a:pt x="74123" y="63154"/>
                  </a:cubicBezTo>
                  <a:cubicBezTo>
                    <a:pt x="74762" y="65069"/>
                    <a:pt x="75401" y="67622"/>
                    <a:pt x="74762" y="68261"/>
                  </a:cubicBezTo>
                  <a:cubicBezTo>
                    <a:pt x="74123" y="68899"/>
                    <a:pt x="71567" y="68899"/>
                    <a:pt x="69650" y="68899"/>
                  </a:cubicBezTo>
                  <a:cubicBezTo>
                    <a:pt x="68372" y="68899"/>
                    <a:pt x="66455" y="68899"/>
                    <a:pt x="65177" y="68899"/>
                  </a:cubicBezTo>
                  <a:lnTo>
                    <a:pt x="62621" y="69538"/>
                  </a:lnTo>
                  <a:lnTo>
                    <a:pt x="61343" y="72091"/>
                  </a:lnTo>
                  <a:cubicBezTo>
                    <a:pt x="60704" y="72730"/>
                    <a:pt x="60065" y="74645"/>
                    <a:pt x="60065" y="75922"/>
                  </a:cubicBezTo>
                  <a:cubicBezTo>
                    <a:pt x="59426" y="77837"/>
                    <a:pt x="58787" y="80390"/>
                    <a:pt x="56870" y="80390"/>
                  </a:cubicBezTo>
                  <a:cubicBezTo>
                    <a:pt x="55592" y="80390"/>
                    <a:pt x="53675" y="79114"/>
                    <a:pt x="52397" y="77837"/>
                  </a:cubicBezTo>
                  <a:cubicBezTo>
                    <a:pt x="51119" y="77198"/>
                    <a:pt x="49841" y="75922"/>
                    <a:pt x="49202" y="75922"/>
                  </a:cubicBezTo>
                  <a:lnTo>
                    <a:pt x="46646" y="74645"/>
                  </a:lnTo>
                  <a:lnTo>
                    <a:pt x="44091" y="75922"/>
                  </a:lnTo>
                  <a:cubicBezTo>
                    <a:pt x="43451" y="76560"/>
                    <a:pt x="41535" y="77198"/>
                    <a:pt x="40257" y="77837"/>
                  </a:cubicBezTo>
                  <a:cubicBezTo>
                    <a:pt x="38978" y="79114"/>
                    <a:pt x="36423" y="80390"/>
                    <a:pt x="35783" y="79752"/>
                  </a:cubicBezTo>
                  <a:cubicBezTo>
                    <a:pt x="34506" y="79114"/>
                    <a:pt x="33867" y="77198"/>
                    <a:pt x="33228" y="75283"/>
                  </a:cubicBezTo>
                  <a:cubicBezTo>
                    <a:pt x="32589" y="74006"/>
                    <a:pt x="31950" y="72730"/>
                    <a:pt x="31950" y="71453"/>
                  </a:cubicBezTo>
                  <a:lnTo>
                    <a:pt x="30672" y="68899"/>
                  </a:lnTo>
                  <a:lnTo>
                    <a:pt x="28116" y="68261"/>
                  </a:lnTo>
                  <a:cubicBezTo>
                    <a:pt x="27477" y="68261"/>
                    <a:pt x="25560" y="68261"/>
                    <a:pt x="24282" y="67622"/>
                  </a:cubicBezTo>
                  <a:cubicBezTo>
                    <a:pt x="22365" y="67622"/>
                    <a:pt x="19809" y="67622"/>
                    <a:pt x="19170" y="66346"/>
                  </a:cubicBezTo>
                  <a:cubicBezTo>
                    <a:pt x="18531" y="65707"/>
                    <a:pt x="19170" y="63154"/>
                    <a:pt x="19809" y="61238"/>
                  </a:cubicBezTo>
                  <a:cubicBezTo>
                    <a:pt x="20448" y="58685"/>
                    <a:pt x="21087" y="57408"/>
                    <a:pt x="21087" y="55493"/>
                  </a:cubicBezTo>
                  <a:lnTo>
                    <a:pt x="21087" y="52301"/>
                  </a:lnTo>
                  <a:lnTo>
                    <a:pt x="18531" y="50386"/>
                  </a:lnTo>
                  <a:cubicBezTo>
                    <a:pt x="17892" y="50386"/>
                    <a:pt x="17253" y="49109"/>
                    <a:pt x="16614" y="48470"/>
                  </a:cubicBezTo>
                  <a:cubicBezTo>
                    <a:pt x="15336" y="47194"/>
                    <a:pt x="13419" y="45917"/>
                    <a:pt x="13419" y="44640"/>
                  </a:cubicBezTo>
                  <a:cubicBezTo>
                    <a:pt x="13419" y="43363"/>
                    <a:pt x="15336" y="42086"/>
                    <a:pt x="17253" y="40810"/>
                  </a:cubicBezTo>
                  <a:cubicBezTo>
                    <a:pt x="18531" y="40171"/>
                    <a:pt x="19809" y="38895"/>
                    <a:pt x="20448" y="38256"/>
                  </a:cubicBezTo>
                  <a:lnTo>
                    <a:pt x="22365" y="36341"/>
                  </a:lnTo>
                  <a:lnTo>
                    <a:pt x="22365" y="33787"/>
                  </a:lnTo>
                  <a:cubicBezTo>
                    <a:pt x="22365" y="33149"/>
                    <a:pt x="21726" y="31234"/>
                    <a:pt x="21726" y="29957"/>
                  </a:cubicBezTo>
                  <a:cubicBezTo>
                    <a:pt x="21087" y="28042"/>
                    <a:pt x="20448" y="25488"/>
                    <a:pt x="21087" y="24850"/>
                  </a:cubicBezTo>
                  <a:cubicBezTo>
                    <a:pt x="21726" y="24211"/>
                    <a:pt x="24282" y="24211"/>
                    <a:pt x="26199" y="24211"/>
                  </a:cubicBezTo>
                  <a:cubicBezTo>
                    <a:pt x="27477" y="24211"/>
                    <a:pt x="29394" y="24211"/>
                    <a:pt x="30672" y="24211"/>
                  </a:cubicBezTo>
                  <a:lnTo>
                    <a:pt x="33228" y="23573"/>
                  </a:lnTo>
                  <a:lnTo>
                    <a:pt x="34506" y="21019"/>
                  </a:lnTo>
                  <a:cubicBezTo>
                    <a:pt x="35145" y="20381"/>
                    <a:pt x="35783" y="18466"/>
                    <a:pt x="35783" y="17189"/>
                  </a:cubicBezTo>
                  <a:cubicBezTo>
                    <a:pt x="36423" y="15274"/>
                    <a:pt x="37062" y="12720"/>
                    <a:pt x="38340" y="12720"/>
                  </a:cubicBezTo>
                  <a:cubicBezTo>
                    <a:pt x="39617" y="12720"/>
                    <a:pt x="41535" y="13997"/>
                    <a:pt x="42812" y="15274"/>
                  </a:cubicBezTo>
                  <a:cubicBezTo>
                    <a:pt x="44091" y="15912"/>
                    <a:pt x="45368" y="17189"/>
                    <a:pt x="46007" y="17189"/>
                  </a:cubicBezTo>
                  <a:lnTo>
                    <a:pt x="48563" y="18466"/>
                  </a:lnTo>
                  <a:lnTo>
                    <a:pt x="51119" y="17189"/>
                  </a:lnTo>
                  <a:cubicBezTo>
                    <a:pt x="51758" y="16551"/>
                    <a:pt x="53675" y="15912"/>
                    <a:pt x="54953" y="15274"/>
                  </a:cubicBezTo>
                  <a:cubicBezTo>
                    <a:pt x="56231" y="13997"/>
                    <a:pt x="58787" y="12720"/>
                    <a:pt x="59426" y="13359"/>
                  </a:cubicBezTo>
                  <a:cubicBezTo>
                    <a:pt x="60704" y="13997"/>
                    <a:pt x="61343" y="16551"/>
                    <a:pt x="61982" y="17827"/>
                  </a:cubicBezTo>
                  <a:cubicBezTo>
                    <a:pt x="62621" y="19104"/>
                    <a:pt x="63260" y="21019"/>
                    <a:pt x="63260" y="21658"/>
                  </a:cubicBezTo>
                  <a:lnTo>
                    <a:pt x="64538" y="24211"/>
                  </a:lnTo>
                  <a:lnTo>
                    <a:pt x="67733" y="24850"/>
                  </a:lnTo>
                  <a:cubicBezTo>
                    <a:pt x="68372" y="24850"/>
                    <a:pt x="70289" y="24850"/>
                    <a:pt x="71567" y="25488"/>
                  </a:cubicBezTo>
                  <a:cubicBezTo>
                    <a:pt x="73484" y="25488"/>
                    <a:pt x="76040" y="25488"/>
                    <a:pt x="76679" y="26765"/>
                  </a:cubicBezTo>
                  <a:cubicBezTo>
                    <a:pt x="77318" y="27403"/>
                    <a:pt x="76679" y="29957"/>
                    <a:pt x="76040" y="31872"/>
                  </a:cubicBezTo>
                  <a:cubicBezTo>
                    <a:pt x="75401" y="33787"/>
                    <a:pt x="75401" y="35064"/>
                    <a:pt x="74762" y="36341"/>
                  </a:cubicBezTo>
                  <a:lnTo>
                    <a:pt x="74762" y="38895"/>
                  </a:lnTo>
                  <a:lnTo>
                    <a:pt x="76679" y="40810"/>
                  </a:lnTo>
                  <a:cubicBezTo>
                    <a:pt x="77318" y="42086"/>
                    <a:pt x="78596" y="42725"/>
                    <a:pt x="79874" y="44002"/>
                  </a:cubicBezTo>
                  <a:lnTo>
                    <a:pt x="83069" y="38895"/>
                  </a:lnTo>
                  <a:lnTo>
                    <a:pt x="84347" y="36979"/>
                  </a:lnTo>
                  <a:lnTo>
                    <a:pt x="84347" y="36979"/>
                  </a:lnTo>
                  <a:lnTo>
                    <a:pt x="83069" y="38895"/>
                  </a:lnTo>
                  <a:close/>
                </a:path>
              </a:pathLst>
            </a:custGeom>
            <a:solidFill>
              <a:srgbClr val="012169"/>
            </a:solidFill>
            <a:ln w="6390" cap="flat">
              <a:noFill/>
              <a:prstDash val="solid"/>
              <a:miter/>
            </a:ln>
          </p:spPr>
          <p:txBody>
            <a:bodyPr rtlCol="0" anchor="ctr"/>
            <a:lstStyle/>
            <a:p>
              <a:endParaRPr lang="en-US"/>
            </a:p>
          </p:txBody>
        </p:sp>
        <p:sp>
          <p:nvSpPr>
            <p:cNvPr id="746" name="Graphic 4">
              <a:extLst>
                <a:ext uri="{FF2B5EF4-FFF2-40B4-BE49-F238E27FC236}">
                  <a16:creationId xmlns:a16="http://schemas.microsoft.com/office/drawing/2014/main" id="{CE128A3A-CC3A-904D-A84D-A7597AFDF534}"/>
                </a:ext>
              </a:extLst>
            </p:cNvPr>
            <p:cNvSpPr/>
            <p:nvPr/>
          </p:nvSpPr>
          <p:spPr>
            <a:xfrm>
              <a:off x="2726110" y="2497101"/>
              <a:ext cx="44402" cy="45163"/>
            </a:xfrm>
            <a:custGeom>
              <a:avLst/>
              <a:gdLst>
                <a:gd name="connsiteX0" fmla="*/ 33064 w 44402"/>
                <a:gd name="connsiteY0" fmla="*/ 2390 h 45163"/>
                <a:gd name="connsiteX1" fmla="*/ 15812 w 44402"/>
                <a:gd name="connsiteY1" fmla="*/ 1114 h 45163"/>
                <a:gd name="connsiteX2" fmla="*/ 2393 w 44402"/>
                <a:gd name="connsiteY2" fmla="*/ 11966 h 45163"/>
                <a:gd name="connsiteX3" fmla="*/ 1115 w 44402"/>
                <a:gd name="connsiteY3" fmla="*/ 29203 h 45163"/>
                <a:gd name="connsiteX4" fmla="*/ 11978 w 44402"/>
                <a:gd name="connsiteY4" fmla="*/ 42610 h 45163"/>
                <a:gd name="connsiteX5" fmla="*/ 22201 w 44402"/>
                <a:gd name="connsiteY5" fmla="*/ 45163 h 45163"/>
                <a:gd name="connsiteX6" fmla="*/ 28591 w 44402"/>
                <a:gd name="connsiteY6" fmla="*/ 43886 h 45163"/>
                <a:gd name="connsiteX7" fmla="*/ 42010 w 44402"/>
                <a:gd name="connsiteY7" fmla="*/ 33034 h 45163"/>
                <a:gd name="connsiteX8" fmla="*/ 43288 w 44402"/>
                <a:gd name="connsiteY8" fmla="*/ 15797 h 45163"/>
                <a:gd name="connsiteX9" fmla="*/ 33064 w 44402"/>
                <a:gd name="connsiteY9" fmla="*/ 2390 h 45163"/>
                <a:gd name="connsiteX10" fmla="*/ 31147 w 44402"/>
                <a:gd name="connsiteY10" fmla="*/ 26650 h 45163"/>
                <a:gd name="connsiteX11" fmla="*/ 25396 w 44402"/>
                <a:gd name="connsiteY11" fmla="*/ 31118 h 45163"/>
                <a:gd name="connsiteX12" fmla="*/ 18367 w 44402"/>
                <a:gd name="connsiteY12" fmla="*/ 30480 h 45163"/>
                <a:gd name="connsiteX13" fmla="*/ 13894 w 44402"/>
                <a:gd name="connsiteY13" fmla="*/ 24734 h 45163"/>
                <a:gd name="connsiteX14" fmla="*/ 14533 w 44402"/>
                <a:gd name="connsiteY14" fmla="*/ 17712 h 45163"/>
                <a:gd name="connsiteX15" fmla="*/ 20284 w 44402"/>
                <a:gd name="connsiteY15" fmla="*/ 13243 h 45163"/>
                <a:gd name="connsiteX16" fmla="*/ 22840 w 44402"/>
                <a:gd name="connsiteY16" fmla="*/ 12605 h 45163"/>
                <a:gd name="connsiteX17" fmla="*/ 27313 w 44402"/>
                <a:gd name="connsiteY17" fmla="*/ 13882 h 45163"/>
                <a:gd name="connsiteX18" fmla="*/ 31786 w 44402"/>
                <a:gd name="connsiteY18" fmla="*/ 19627 h 45163"/>
                <a:gd name="connsiteX19" fmla="*/ 31147 w 44402"/>
                <a:gd name="connsiteY19" fmla="*/ 26650 h 45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402" h="45163">
                  <a:moveTo>
                    <a:pt x="33064" y="2390"/>
                  </a:moveTo>
                  <a:cubicBezTo>
                    <a:pt x="27952" y="-163"/>
                    <a:pt x="21562" y="-802"/>
                    <a:pt x="15812" y="1114"/>
                  </a:cubicBezTo>
                  <a:cubicBezTo>
                    <a:pt x="10061" y="3029"/>
                    <a:pt x="5588" y="6859"/>
                    <a:pt x="2393" y="11966"/>
                  </a:cubicBezTo>
                  <a:cubicBezTo>
                    <a:pt x="-163" y="17074"/>
                    <a:pt x="-802" y="23458"/>
                    <a:pt x="1115" y="29203"/>
                  </a:cubicBezTo>
                  <a:cubicBezTo>
                    <a:pt x="3032" y="34949"/>
                    <a:pt x="6866" y="39418"/>
                    <a:pt x="11978" y="42610"/>
                  </a:cubicBezTo>
                  <a:cubicBezTo>
                    <a:pt x="15172" y="44525"/>
                    <a:pt x="19006" y="45163"/>
                    <a:pt x="22201" y="45163"/>
                  </a:cubicBezTo>
                  <a:cubicBezTo>
                    <a:pt x="24757" y="45163"/>
                    <a:pt x="26674" y="44525"/>
                    <a:pt x="28591" y="43886"/>
                  </a:cubicBezTo>
                  <a:cubicBezTo>
                    <a:pt x="34342" y="41971"/>
                    <a:pt x="38815" y="38141"/>
                    <a:pt x="42010" y="33034"/>
                  </a:cubicBezTo>
                  <a:cubicBezTo>
                    <a:pt x="44566" y="27926"/>
                    <a:pt x="45205" y="21542"/>
                    <a:pt x="43288" y="15797"/>
                  </a:cubicBezTo>
                  <a:cubicBezTo>
                    <a:pt x="42010" y="10051"/>
                    <a:pt x="38176" y="4944"/>
                    <a:pt x="33064" y="2390"/>
                  </a:cubicBezTo>
                  <a:close/>
                  <a:moveTo>
                    <a:pt x="31147" y="26650"/>
                  </a:moveTo>
                  <a:cubicBezTo>
                    <a:pt x="29869" y="29203"/>
                    <a:pt x="27952" y="30480"/>
                    <a:pt x="25396" y="31118"/>
                  </a:cubicBezTo>
                  <a:cubicBezTo>
                    <a:pt x="22840" y="31757"/>
                    <a:pt x="20284" y="31757"/>
                    <a:pt x="18367" y="30480"/>
                  </a:cubicBezTo>
                  <a:cubicBezTo>
                    <a:pt x="15812" y="29203"/>
                    <a:pt x="14533" y="27288"/>
                    <a:pt x="13894" y="24734"/>
                  </a:cubicBezTo>
                  <a:cubicBezTo>
                    <a:pt x="13256" y="22181"/>
                    <a:pt x="13256" y="19627"/>
                    <a:pt x="14533" y="17712"/>
                  </a:cubicBezTo>
                  <a:cubicBezTo>
                    <a:pt x="15812" y="15158"/>
                    <a:pt x="17728" y="13882"/>
                    <a:pt x="20284" y="13243"/>
                  </a:cubicBezTo>
                  <a:cubicBezTo>
                    <a:pt x="20923" y="13243"/>
                    <a:pt x="22201" y="12605"/>
                    <a:pt x="22840" y="12605"/>
                  </a:cubicBezTo>
                  <a:cubicBezTo>
                    <a:pt x="24118" y="12605"/>
                    <a:pt x="26035" y="13243"/>
                    <a:pt x="27313" y="13882"/>
                  </a:cubicBezTo>
                  <a:cubicBezTo>
                    <a:pt x="29869" y="15158"/>
                    <a:pt x="31147" y="17074"/>
                    <a:pt x="31786" y="19627"/>
                  </a:cubicBezTo>
                  <a:cubicBezTo>
                    <a:pt x="32425" y="22181"/>
                    <a:pt x="31786" y="24096"/>
                    <a:pt x="31147" y="26650"/>
                  </a:cubicBezTo>
                  <a:close/>
                </a:path>
              </a:pathLst>
            </a:custGeom>
            <a:solidFill>
              <a:srgbClr val="012169"/>
            </a:solidFill>
            <a:ln w="6390" cap="flat">
              <a:noFill/>
              <a:prstDash val="solid"/>
              <a:miter/>
            </a:ln>
          </p:spPr>
          <p:txBody>
            <a:bodyPr rtlCol="0" anchor="ctr"/>
            <a:lstStyle/>
            <a:p>
              <a:endParaRPr lang="en-US"/>
            </a:p>
          </p:txBody>
        </p:sp>
      </p:grpSp>
      <p:grpSp>
        <p:nvGrpSpPr>
          <p:cNvPr id="747" name="Graphic 4">
            <a:extLst>
              <a:ext uri="{FF2B5EF4-FFF2-40B4-BE49-F238E27FC236}">
                <a16:creationId xmlns:a16="http://schemas.microsoft.com/office/drawing/2014/main" id="{2AFC8F25-34DE-CF48-8440-38515E659B51}"/>
              </a:ext>
            </a:extLst>
          </p:cNvPr>
          <p:cNvGrpSpPr>
            <a:grpSpLocks noChangeAspect="1"/>
          </p:cNvGrpSpPr>
          <p:nvPr/>
        </p:nvGrpSpPr>
        <p:grpSpPr>
          <a:xfrm>
            <a:off x="2560447" y="2855717"/>
            <a:ext cx="361670" cy="361333"/>
            <a:chOff x="2560447" y="2855717"/>
            <a:chExt cx="361670" cy="361333"/>
          </a:xfrm>
          <a:solidFill>
            <a:srgbClr val="012169"/>
          </a:solidFill>
        </p:grpSpPr>
        <p:sp>
          <p:nvSpPr>
            <p:cNvPr id="748" name="Graphic 4">
              <a:extLst>
                <a:ext uri="{FF2B5EF4-FFF2-40B4-BE49-F238E27FC236}">
                  <a16:creationId xmlns:a16="http://schemas.microsoft.com/office/drawing/2014/main" id="{6665F126-CDBE-404B-8DF1-476841138989}"/>
                </a:ext>
              </a:extLst>
            </p:cNvPr>
            <p:cNvSpPr/>
            <p:nvPr/>
          </p:nvSpPr>
          <p:spPr>
            <a:xfrm>
              <a:off x="2560447"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8565 h 361333"/>
                <a:gd name="connsiteX6" fmla="*/ 12780 w 361670"/>
                <a:gd name="connsiteY6" fmla="*/ 180667 h 361333"/>
                <a:gd name="connsiteX7" fmla="*/ 180835 w 361670"/>
                <a:gd name="connsiteY7" fmla="*/ 12768 h 361333"/>
                <a:gd name="connsiteX8" fmla="*/ 348890 w 361670"/>
                <a:gd name="connsiteY8" fmla="*/ 180667 h 361333"/>
                <a:gd name="connsiteX9" fmla="*/ 180835 w 361670"/>
                <a:gd name="connsiteY9" fmla="*/ 3485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1157" y="0"/>
                    <a:pt x="180835" y="0"/>
                  </a:cubicBezTo>
                  <a:close/>
                  <a:moveTo>
                    <a:pt x="180835" y="348565"/>
                  </a:moveTo>
                  <a:cubicBezTo>
                    <a:pt x="88181" y="348565"/>
                    <a:pt x="12780" y="273234"/>
                    <a:pt x="12780" y="180667"/>
                  </a:cubicBezTo>
                  <a:cubicBezTo>
                    <a:pt x="12780" y="88099"/>
                    <a:pt x="88181" y="12768"/>
                    <a:pt x="180835" y="12768"/>
                  </a:cubicBezTo>
                  <a:cubicBezTo>
                    <a:pt x="273489" y="12768"/>
                    <a:pt x="348890" y="88099"/>
                    <a:pt x="348890" y="180667"/>
                  </a:cubicBezTo>
                  <a:cubicBezTo>
                    <a:pt x="348890" y="273234"/>
                    <a:pt x="274128" y="348565"/>
                    <a:pt x="180835" y="348565"/>
                  </a:cubicBezTo>
                  <a:close/>
                </a:path>
              </a:pathLst>
            </a:custGeom>
            <a:solidFill>
              <a:srgbClr val="012169"/>
            </a:solidFill>
            <a:ln w="6390" cap="flat">
              <a:noFill/>
              <a:prstDash val="solid"/>
              <a:miter/>
            </a:ln>
          </p:spPr>
          <p:txBody>
            <a:bodyPr rtlCol="0" anchor="ctr"/>
            <a:lstStyle/>
            <a:p>
              <a:endParaRPr lang="en-US"/>
            </a:p>
          </p:txBody>
        </p:sp>
        <p:sp>
          <p:nvSpPr>
            <p:cNvPr id="749" name="Graphic 4">
              <a:extLst>
                <a:ext uri="{FF2B5EF4-FFF2-40B4-BE49-F238E27FC236}">
                  <a16:creationId xmlns:a16="http://schemas.microsoft.com/office/drawing/2014/main" id="{7789547A-B452-7B4D-99A3-98C82C1E9042}"/>
                </a:ext>
              </a:extLst>
            </p:cNvPr>
            <p:cNvSpPr/>
            <p:nvPr/>
          </p:nvSpPr>
          <p:spPr>
            <a:xfrm>
              <a:off x="2736073" y="2957141"/>
              <a:ext cx="73040" cy="71582"/>
            </a:xfrm>
            <a:custGeom>
              <a:avLst/>
              <a:gdLst>
                <a:gd name="connsiteX0" fmla="*/ 5849 w 73040"/>
                <a:gd name="connsiteY0" fmla="*/ 13489 h 71582"/>
                <a:gd name="connsiteX1" fmla="*/ 44827 w 73040"/>
                <a:gd name="connsiteY1" fmla="*/ 32002 h 71582"/>
                <a:gd name="connsiteX2" fmla="*/ 60163 w 73040"/>
                <a:gd name="connsiteY2" fmla="*/ 65837 h 71582"/>
                <a:gd name="connsiteX3" fmla="*/ 66553 w 73040"/>
                <a:gd name="connsiteY3" fmla="*/ 71583 h 71582"/>
                <a:gd name="connsiteX4" fmla="*/ 67192 w 73040"/>
                <a:gd name="connsiteY4" fmla="*/ 71583 h 71582"/>
                <a:gd name="connsiteX5" fmla="*/ 72943 w 73040"/>
                <a:gd name="connsiteY5" fmla="*/ 64560 h 71582"/>
                <a:gd name="connsiteX6" fmla="*/ 53773 w 73040"/>
                <a:gd name="connsiteY6" fmla="*/ 22426 h 71582"/>
                <a:gd name="connsiteX7" fmla="*/ 7127 w 73040"/>
                <a:gd name="connsiteY7" fmla="*/ 82 h 71582"/>
                <a:gd name="connsiteX8" fmla="*/ 98 w 73040"/>
                <a:gd name="connsiteY8" fmla="*/ 5828 h 71582"/>
                <a:gd name="connsiteX9" fmla="*/ 5849 w 73040"/>
                <a:gd name="connsiteY9" fmla="*/ 13489 h 71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040" h="71582">
                  <a:moveTo>
                    <a:pt x="5849" y="13489"/>
                  </a:moveTo>
                  <a:cubicBezTo>
                    <a:pt x="5849" y="13489"/>
                    <a:pt x="28853" y="16042"/>
                    <a:pt x="44827" y="32002"/>
                  </a:cubicBezTo>
                  <a:cubicBezTo>
                    <a:pt x="58885" y="46685"/>
                    <a:pt x="60163" y="65837"/>
                    <a:pt x="60163" y="65837"/>
                  </a:cubicBezTo>
                  <a:cubicBezTo>
                    <a:pt x="60163" y="69029"/>
                    <a:pt x="63358" y="71583"/>
                    <a:pt x="66553" y="71583"/>
                  </a:cubicBezTo>
                  <a:cubicBezTo>
                    <a:pt x="66553" y="71583"/>
                    <a:pt x="66553" y="71583"/>
                    <a:pt x="67192" y="71583"/>
                  </a:cubicBezTo>
                  <a:cubicBezTo>
                    <a:pt x="71026" y="71583"/>
                    <a:pt x="73582" y="68391"/>
                    <a:pt x="72943" y="64560"/>
                  </a:cubicBezTo>
                  <a:cubicBezTo>
                    <a:pt x="72943" y="63284"/>
                    <a:pt x="71665" y="40301"/>
                    <a:pt x="53773" y="22426"/>
                  </a:cubicBezTo>
                  <a:cubicBezTo>
                    <a:pt x="34603" y="3274"/>
                    <a:pt x="7766" y="721"/>
                    <a:pt x="7127" y="82"/>
                  </a:cubicBezTo>
                  <a:cubicBezTo>
                    <a:pt x="3932" y="-556"/>
                    <a:pt x="737" y="2636"/>
                    <a:pt x="98" y="5828"/>
                  </a:cubicBezTo>
                  <a:cubicBezTo>
                    <a:pt x="-541" y="10297"/>
                    <a:pt x="2015" y="13489"/>
                    <a:pt x="5849" y="13489"/>
                  </a:cubicBezTo>
                  <a:close/>
                </a:path>
              </a:pathLst>
            </a:custGeom>
            <a:solidFill>
              <a:srgbClr val="012169"/>
            </a:solidFill>
            <a:ln w="6390" cap="flat">
              <a:noFill/>
              <a:prstDash val="solid"/>
              <a:miter/>
            </a:ln>
          </p:spPr>
          <p:txBody>
            <a:bodyPr rtlCol="0" anchor="ctr"/>
            <a:lstStyle/>
            <a:p>
              <a:endParaRPr lang="en-US"/>
            </a:p>
          </p:txBody>
        </p:sp>
        <p:sp>
          <p:nvSpPr>
            <p:cNvPr id="750" name="Graphic 4">
              <a:extLst>
                <a:ext uri="{FF2B5EF4-FFF2-40B4-BE49-F238E27FC236}">
                  <a16:creationId xmlns:a16="http://schemas.microsoft.com/office/drawing/2014/main" id="{F13F188F-68C5-A34D-BD77-9DA2580FC82C}"/>
                </a:ext>
              </a:extLst>
            </p:cNvPr>
            <p:cNvSpPr/>
            <p:nvPr/>
          </p:nvSpPr>
          <p:spPr>
            <a:xfrm>
              <a:off x="2643736" y="2928495"/>
              <a:ext cx="195732" cy="215140"/>
            </a:xfrm>
            <a:custGeom>
              <a:avLst/>
              <a:gdLst>
                <a:gd name="connsiteX0" fmla="*/ 176782 w 195732"/>
                <a:gd name="connsiteY0" fmla="*/ 154492 h 215140"/>
                <a:gd name="connsiteX1" fmla="*/ 176143 w 195732"/>
                <a:gd name="connsiteY1" fmla="*/ 153216 h 215140"/>
                <a:gd name="connsiteX2" fmla="*/ 194674 w 195732"/>
                <a:gd name="connsiteY2" fmla="*/ 96398 h 215140"/>
                <a:gd name="connsiteX3" fmla="*/ 98186 w 195732"/>
                <a:gd name="connsiteY3" fmla="*/ 0 h 215140"/>
                <a:gd name="connsiteX4" fmla="*/ 28535 w 195732"/>
                <a:gd name="connsiteY4" fmla="*/ 29366 h 215140"/>
                <a:gd name="connsiteX5" fmla="*/ 1698 w 195732"/>
                <a:gd name="connsiteY5" fmla="*/ 97036 h 215140"/>
                <a:gd name="connsiteX6" fmla="*/ 20228 w 195732"/>
                <a:gd name="connsiteY6" fmla="*/ 152577 h 215140"/>
                <a:gd name="connsiteX7" fmla="*/ 420 w 195732"/>
                <a:gd name="connsiteY7" fmla="*/ 206841 h 215140"/>
                <a:gd name="connsiteX8" fmla="*/ 1059 w 195732"/>
                <a:gd name="connsiteY8" fmla="*/ 212587 h 215140"/>
                <a:gd name="connsiteX9" fmla="*/ 6171 w 195732"/>
                <a:gd name="connsiteY9" fmla="*/ 215140 h 215140"/>
                <a:gd name="connsiteX10" fmla="*/ 18312 w 195732"/>
                <a:gd name="connsiteY10" fmla="*/ 215140 h 215140"/>
                <a:gd name="connsiteX11" fmla="*/ 23423 w 195732"/>
                <a:gd name="connsiteY11" fmla="*/ 212587 h 215140"/>
                <a:gd name="connsiteX12" fmla="*/ 55373 w 195732"/>
                <a:gd name="connsiteY12" fmla="*/ 195988 h 215140"/>
                <a:gd name="connsiteX13" fmla="*/ 85406 w 195732"/>
                <a:gd name="connsiteY13" fmla="*/ 212587 h 215140"/>
                <a:gd name="connsiteX14" fmla="*/ 90518 w 195732"/>
                <a:gd name="connsiteY14" fmla="*/ 215140 h 215140"/>
                <a:gd name="connsiteX15" fmla="*/ 107132 w 195732"/>
                <a:gd name="connsiteY15" fmla="*/ 215140 h 215140"/>
                <a:gd name="connsiteX16" fmla="*/ 107132 w 195732"/>
                <a:gd name="connsiteY16" fmla="*/ 215140 h 215140"/>
                <a:gd name="connsiteX17" fmla="*/ 112244 w 195732"/>
                <a:gd name="connsiteY17" fmla="*/ 212587 h 215140"/>
                <a:gd name="connsiteX18" fmla="*/ 143554 w 195732"/>
                <a:gd name="connsiteY18" fmla="*/ 196627 h 215140"/>
                <a:gd name="connsiteX19" fmla="*/ 172309 w 195732"/>
                <a:gd name="connsiteY19" fmla="*/ 212587 h 215140"/>
                <a:gd name="connsiteX20" fmla="*/ 177421 w 195732"/>
                <a:gd name="connsiteY20" fmla="*/ 215140 h 215140"/>
                <a:gd name="connsiteX21" fmla="*/ 189562 w 195732"/>
                <a:gd name="connsiteY21" fmla="*/ 215140 h 215140"/>
                <a:gd name="connsiteX22" fmla="*/ 194674 w 195732"/>
                <a:gd name="connsiteY22" fmla="*/ 212587 h 215140"/>
                <a:gd name="connsiteX23" fmla="*/ 195313 w 195732"/>
                <a:gd name="connsiteY23" fmla="*/ 206841 h 215140"/>
                <a:gd name="connsiteX24" fmla="*/ 176782 w 195732"/>
                <a:gd name="connsiteY24" fmla="*/ 154492 h 215140"/>
                <a:gd name="connsiteX25" fmla="*/ 37481 w 195732"/>
                <a:gd name="connsiteY25" fmla="*/ 38304 h 215140"/>
                <a:gd name="connsiteX26" fmla="*/ 98186 w 195732"/>
                <a:gd name="connsiteY26" fmla="*/ 12768 h 215140"/>
                <a:gd name="connsiteX27" fmla="*/ 181894 w 195732"/>
                <a:gd name="connsiteY27" fmla="*/ 96398 h 215140"/>
                <a:gd name="connsiteX28" fmla="*/ 158890 w 195732"/>
                <a:gd name="connsiteY28" fmla="*/ 153216 h 215140"/>
                <a:gd name="connsiteX29" fmla="*/ 126940 w 195732"/>
                <a:gd name="connsiteY29" fmla="*/ 159600 h 215140"/>
                <a:gd name="connsiteX30" fmla="*/ 64319 w 195732"/>
                <a:gd name="connsiteY30" fmla="*/ 160238 h 215140"/>
                <a:gd name="connsiteX31" fmla="*/ 34925 w 195732"/>
                <a:gd name="connsiteY31" fmla="*/ 151300 h 215140"/>
                <a:gd name="connsiteX32" fmla="*/ 13839 w 195732"/>
                <a:gd name="connsiteY32" fmla="*/ 96398 h 215140"/>
                <a:gd name="connsiteX33" fmla="*/ 37481 w 195732"/>
                <a:gd name="connsiteY33" fmla="*/ 38304 h 215140"/>
                <a:gd name="connsiteX34" fmla="*/ 180616 w 195732"/>
                <a:gd name="connsiteY34" fmla="*/ 203011 h 215140"/>
                <a:gd name="connsiteX35" fmla="*/ 143554 w 195732"/>
                <a:gd name="connsiteY35" fmla="*/ 184497 h 215140"/>
                <a:gd name="connsiteX36" fmla="*/ 104576 w 195732"/>
                <a:gd name="connsiteY36" fmla="*/ 203011 h 215140"/>
                <a:gd name="connsiteX37" fmla="*/ 93713 w 195732"/>
                <a:gd name="connsiteY37" fmla="*/ 203011 h 215140"/>
                <a:gd name="connsiteX38" fmla="*/ 55373 w 195732"/>
                <a:gd name="connsiteY38" fmla="*/ 183859 h 215140"/>
                <a:gd name="connsiteX39" fmla="*/ 15756 w 195732"/>
                <a:gd name="connsiteY39" fmla="*/ 203011 h 215140"/>
                <a:gd name="connsiteX40" fmla="*/ 15756 w 195732"/>
                <a:gd name="connsiteY40" fmla="*/ 203011 h 215140"/>
                <a:gd name="connsiteX41" fmla="*/ 30452 w 195732"/>
                <a:gd name="connsiteY41" fmla="*/ 163430 h 215140"/>
                <a:gd name="connsiteX42" fmla="*/ 31730 w 195732"/>
                <a:gd name="connsiteY42" fmla="*/ 163430 h 215140"/>
                <a:gd name="connsiteX43" fmla="*/ 63680 w 195732"/>
                <a:gd name="connsiteY43" fmla="*/ 172368 h 215140"/>
                <a:gd name="connsiteX44" fmla="*/ 129496 w 195732"/>
                <a:gd name="connsiteY44" fmla="*/ 171729 h 215140"/>
                <a:gd name="connsiteX45" fmla="*/ 167836 w 195732"/>
                <a:gd name="connsiteY45" fmla="*/ 163430 h 215140"/>
                <a:gd name="connsiteX46" fmla="*/ 180616 w 195732"/>
                <a:gd name="connsiteY46" fmla="*/ 203011 h 215140"/>
                <a:gd name="connsiteX47" fmla="*/ 180616 w 195732"/>
                <a:gd name="connsiteY47" fmla="*/ 203011 h 215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5732" h="215140">
                  <a:moveTo>
                    <a:pt x="176782" y="154492"/>
                  </a:moveTo>
                  <a:cubicBezTo>
                    <a:pt x="176782" y="153854"/>
                    <a:pt x="176143" y="153854"/>
                    <a:pt x="176143" y="153216"/>
                  </a:cubicBezTo>
                  <a:cubicBezTo>
                    <a:pt x="187645" y="137256"/>
                    <a:pt x="194674" y="116188"/>
                    <a:pt x="194674" y="96398"/>
                  </a:cubicBezTo>
                  <a:cubicBezTo>
                    <a:pt x="194674" y="43411"/>
                    <a:pt x="151222" y="0"/>
                    <a:pt x="98186" y="0"/>
                  </a:cubicBezTo>
                  <a:cubicBezTo>
                    <a:pt x="71987" y="0"/>
                    <a:pt x="46427" y="10853"/>
                    <a:pt x="28535" y="29366"/>
                  </a:cubicBezTo>
                  <a:cubicBezTo>
                    <a:pt x="10644" y="47880"/>
                    <a:pt x="1059" y="72139"/>
                    <a:pt x="1698" y="97036"/>
                  </a:cubicBezTo>
                  <a:cubicBezTo>
                    <a:pt x="2337" y="121296"/>
                    <a:pt x="9366" y="137894"/>
                    <a:pt x="20228" y="152577"/>
                  </a:cubicBezTo>
                  <a:lnTo>
                    <a:pt x="420" y="206841"/>
                  </a:lnTo>
                  <a:cubicBezTo>
                    <a:pt x="-219" y="208756"/>
                    <a:pt x="-219" y="210671"/>
                    <a:pt x="1059" y="212587"/>
                  </a:cubicBezTo>
                  <a:cubicBezTo>
                    <a:pt x="2337" y="214502"/>
                    <a:pt x="4254" y="215140"/>
                    <a:pt x="6171" y="215140"/>
                  </a:cubicBezTo>
                  <a:lnTo>
                    <a:pt x="18312" y="215140"/>
                  </a:lnTo>
                  <a:cubicBezTo>
                    <a:pt x="20228" y="215140"/>
                    <a:pt x="22146" y="214502"/>
                    <a:pt x="23423" y="212587"/>
                  </a:cubicBezTo>
                  <a:cubicBezTo>
                    <a:pt x="23423" y="212587"/>
                    <a:pt x="36842" y="195988"/>
                    <a:pt x="55373" y="195988"/>
                  </a:cubicBezTo>
                  <a:cubicBezTo>
                    <a:pt x="73265" y="195988"/>
                    <a:pt x="85406" y="212587"/>
                    <a:pt x="85406" y="212587"/>
                  </a:cubicBezTo>
                  <a:cubicBezTo>
                    <a:pt x="86684" y="214502"/>
                    <a:pt x="88601" y="215140"/>
                    <a:pt x="90518" y="215140"/>
                  </a:cubicBezTo>
                  <a:lnTo>
                    <a:pt x="107132" y="215140"/>
                  </a:lnTo>
                  <a:cubicBezTo>
                    <a:pt x="107132" y="215140"/>
                    <a:pt x="107132" y="215140"/>
                    <a:pt x="107132" y="215140"/>
                  </a:cubicBezTo>
                  <a:cubicBezTo>
                    <a:pt x="109049" y="215140"/>
                    <a:pt x="110966" y="214502"/>
                    <a:pt x="112244" y="212587"/>
                  </a:cubicBezTo>
                  <a:cubicBezTo>
                    <a:pt x="112244" y="212587"/>
                    <a:pt x="126301" y="196627"/>
                    <a:pt x="143554" y="196627"/>
                  </a:cubicBezTo>
                  <a:cubicBezTo>
                    <a:pt x="160807" y="196627"/>
                    <a:pt x="172309" y="211948"/>
                    <a:pt x="172309" y="212587"/>
                  </a:cubicBezTo>
                  <a:cubicBezTo>
                    <a:pt x="173587" y="214502"/>
                    <a:pt x="175504" y="215140"/>
                    <a:pt x="177421" y="215140"/>
                  </a:cubicBezTo>
                  <a:lnTo>
                    <a:pt x="189562" y="215140"/>
                  </a:lnTo>
                  <a:cubicBezTo>
                    <a:pt x="191479" y="215140"/>
                    <a:pt x="193396" y="213863"/>
                    <a:pt x="194674" y="212587"/>
                  </a:cubicBezTo>
                  <a:cubicBezTo>
                    <a:pt x="195952" y="210671"/>
                    <a:pt x="195952" y="208756"/>
                    <a:pt x="195313" y="206841"/>
                  </a:cubicBezTo>
                  <a:lnTo>
                    <a:pt x="176782" y="154492"/>
                  </a:lnTo>
                  <a:close/>
                  <a:moveTo>
                    <a:pt x="37481" y="38304"/>
                  </a:moveTo>
                  <a:cubicBezTo>
                    <a:pt x="53456" y="21706"/>
                    <a:pt x="75182" y="12768"/>
                    <a:pt x="98186" y="12768"/>
                  </a:cubicBezTo>
                  <a:cubicBezTo>
                    <a:pt x="144193" y="12768"/>
                    <a:pt x="181894" y="50433"/>
                    <a:pt x="181894" y="96398"/>
                  </a:cubicBezTo>
                  <a:cubicBezTo>
                    <a:pt x="181894" y="116827"/>
                    <a:pt x="172948" y="139171"/>
                    <a:pt x="158890" y="153216"/>
                  </a:cubicBezTo>
                  <a:cubicBezTo>
                    <a:pt x="150583" y="155769"/>
                    <a:pt x="138442" y="158961"/>
                    <a:pt x="126940" y="159600"/>
                  </a:cubicBezTo>
                  <a:cubicBezTo>
                    <a:pt x="107132" y="161515"/>
                    <a:pt x="78377" y="162153"/>
                    <a:pt x="64319" y="160238"/>
                  </a:cubicBezTo>
                  <a:cubicBezTo>
                    <a:pt x="52178" y="158323"/>
                    <a:pt x="43232" y="156408"/>
                    <a:pt x="34925" y="151300"/>
                  </a:cubicBezTo>
                  <a:cubicBezTo>
                    <a:pt x="22146" y="135979"/>
                    <a:pt x="14478" y="121296"/>
                    <a:pt x="13839" y="96398"/>
                  </a:cubicBezTo>
                  <a:cubicBezTo>
                    <a:pt x="13839" y="75331"/>
                    <a:pt x="22146" y="54264"/>
                    <a:pt x="37481" y="38304"/>
                  </a:cubicBezTo>
                  <a:close/>
                  <a:moveTo>
                    <a:pt x="180616" y="203011"/>
                  </a:moveTo>
                  <a:cubicBezTo>
                    <a:pt x="175504" y="197265"/>
                    <a:pt x="162085" y="184497"/>
                    <a:pt x="143554" y="184497"/>
                  </a:cubicBezTo>
                  <a:cubicBezTo>
                    <a:pt x="124385" y="184497"/>
                    <a:pt x="109688" y="197265"/>
                    <a:pt x="104576" y="203011"/>
                  </a:cubicBezTo>
                  <a:lnTo>
                    <a:pt x="93713" y="203011"/>
                  </a:lnTo>
                  <a:cubicBezTo>
                    <a:pt x="88601" y="197265"/>
                    <a:pt x="75182" y="183859"/>
                    <a:pt x="55373" y="183859"/>
                  </a:cubicBezTo>
                  <a:cubicBezTo>
                    <a:pt x="35564" y="183859"/>
                    <a:pt x="20867" y="197265"/>
                    <a:pt x="15756" y="203011"/>
                  </a:cubicBezTo>
                  <a:lnTo>
                    <a:pt x="15756" y="203011"/>
                  </a:lnTo>
                  <a:lnTo>
                    <a:pt x="30452" y="163430"/>
                  </a:lnTo>
                  <a:cubicBezTo>
                    <a:pt x="31091" y="163430"/>
                    <a:pt x="31091" y="163430"/>
                    <a:pt x="31730" y="163430"/>
                  </a:cubicBezTo>
                  <a:cubicBezTo>
                    <a:pt x="41315" y="168537"/>
                    <a:pt x="51539" y="170452"/>
                    <a:pt x="63680" y="172368"/>
                  </a:cubicBezTo>
                  <a:cubicBezTo>
                    <a:pt x="78377" y="174921"/>
                    <a:pt x="107771" y="174283"/>
                    <a:pt x="129496" y="171729"/>
                  </a:cubicBezTo>
                  <a:cubicBezTo>
                    <a:pt x="143554" y="170452"/>
                    <a:pt x="159529" y="165984"/>
                    <a:pt x="167836" y="163430"/>
                  </a:cubicBezTo>
                  <a:lnTo>
                    <a:pt x="180616" y="203011"/>
                  </a:lnTo>
                  <a:lnTo>
                    <a:pt x="180616" y="203011"/>
                  </a:lnTo>
                  <a:close/>
                </a:path>
              </a:pathLst>
            </a:custGeom>
            <a:solidFill>
              <a:srgbClr val="012169"/>
            </a:solidFill>
            <a:ln w="6390" cap="flat">
              <a:noFill/>
              <a:prstDash val="solid"/>
              <a:miter/>
            </a:ln>
          </p:spPr>
          <p:txBody>
            <a:bodyPr rtlCol="0" anchor="ctr"/>
            <a:lstStyle/>
            <a:p>
              <a:endParaRPr lang="en-US"/>
            </a:p>
          </p:txBody>
        </p:sp>
      </p:grpSp>
      <p:grpSp>
        <p:nvGrpSpPr>
          <p:cNvPr id="751" name="Graphic 4">
            <a:extLst>
              <a:ext uri="{FF2B5EF4-FFF2-40B4-BE49-F238E27FC236}">
                <a16:creationId xmlns:a16="http://schemas.microsoft.com/office/drawing/2014/main" id="{07E4E976-463A-5E45-AD36-E8C8A423931C}"/>
              </a:ext>
            </a:extLst>
          </p:cNvPr>
          <p:cNvGrpSpPr>
            <a:grpSpLocks noChangeAspect="1"/>
          </p:cNvGrpSpPr>
          <p:nvPr/>
        </p:nvGrpSpPr>
        <p:grpSpPr>
          <a:xfrm>
            <a:off x="2998797" y="2371173"/>
            <a:ext cx="361670" cy="361333"/>
            <a:chOff x="2998797" y="2371173"/>
            <a:chExt cx="361670" cy="361333"/>
          </a:xfrm>
          <a:solidFill>
            <a:srgbClr val="012169"/>
          </a:solidFill>
        </p:grpSpPr>
        <p:sp>
          <p:nvSpPr>
            <p:cNvPr id="752" name="Graphic 4">
              <a:extLst>
                <a:ext uri="{FF2B5EF4-FFF2-40B4-BE49-F238E27FC236}">
                  <a16:creationId xmlns:a16="http://schemas.microsoft.com/office/drawing/2014/main" id="{DB0F1DAF-0763-D14A-973C-36B4E11FF629}"/>
                </a:ext>
              </a:extLst>
            </p:cNvPr>
            <p:cNvSpPr/>
            <p:nvPr/>
          </p:nvSpPr>
          <p:spPr>
            <a:xfrm>
              <a:off x="3177296" y="2509706"/>
              <a:ext cx="18731" cy="18932"/>
            </a:xfrm>
            <a:custGeom>
              <a:avLst/>
              <a:gdLst>
                <a:gd name="connsiteX0" fmla="*/ 13839 w 18731"/>
                <a:gd name="connsiteY0" fmla="*/ 1277 h 18932"/>
                <a:gd name="connsiteX1" fmla="*/ 9366 w 18731"/>
                <a:gd name="connsiteY1" fmla="*/ 0 h 18932"/>
                <a:gd name="connsiteX2" fmla="*/ 6810 w 18731"/>
                <a:gd name="connsiteY2" fmla="*/ 638 h 18932"/>
                <a:gd name="connsiteX3" fmla="*/ 1059 w 18731"/>
                <a:gd name="connsiteY3" fmla="*/ 5107 h 18932"/>
                <a:gd name="connsiteX4" fmla="*/ 420 w 18731"/>
                <a:gd name="connsiteY4" fmla="*/ 12130 h 18932"/>
                <a:gd name="connsiteX5" fmla="*/ 4893 w 18731"/>
                <a:gd name="connsiteY5" fmla="*/ 17875 h 18932"/>
                <a:gd name="connsiteX6" fmla="*/ 11922 w 18731"/>
                <a:gd name="connsiteY6" fmla="*/ 18514 h 18932"/>
                <a:gd name="connsiteX7" fmla="*/ 17673 w 18731"/>
                <a:gd name="connsiteY7" fmla="*/ 14045 h 18932"/>
                <a:gd name="connsiteX8" fmla="*/ 18312 w 18731"/>
                <a:gd name="connsiteY8" fmla="*/ 7022 h 18932"/>
                <a:gd name="connsiteX9" fmla="*/ 13839 w 18731"/>
                <a:gd name="connsiteY9" fmla="*/ 1277 h 1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31" h="18932">
                  <a:moveTo>
                    <a:pt x="13839" y="1277"/>
                  </a:moveTo>
                  <a:cubicBezTo>
                    <a:pt x="12561" y="638"/>
                    <a:pt x="10644" y="0"/>
                    <a:pt x="9366" y="0"/>
                  </a:cubicBezTo>
                  <a:cubicBezTo>
                    <a:pt x="8727" y="0"/>
                    <a:pt x="7449" y="0"/>
                    <a:pt x="6810" y="638"/>
                  </a:cubicBezTo>
                  <a:cubicBezTo>
                    <a:pt x="4254" y="1277"/>
                    <a:pt x="2337" y="3192"/>
                    <a:pt x="1059" y="5107"/>
                  </a:cubicBezTo>
                  <a:cubicBezTo>
                    <a:pt x="-219" y="7661"/>
                    <a:pt x="-219" y="10214"/>
                    <a:pt x="420" y="12130"/>
                  </a:cubicBezTo>
                  <a:cubicBezTo>
                    <a:pt x="1059" y="14045"/>
                    <a:pt x="2976" y="16598"/>
                    <a:pt x="4893" y="17875"/>
                  </a:cubicBezTo>
                  <a:cubicBezTo>
                    <a:pt x="7449" y="19152"/>
                    <a:pt x="10005" y="19152"/>
                    <a:pt x="11922" y="18514"/>
                  </a:cubicBezTo>
                  <a:cubicBezTo>
                    <a:pt x="14478" y="17875"/>
                    <a:pt x="16394" y="15960"/>
                    <a:pt x="17673" y="14045"/>
                  </a:cubicBezTo>
                  <a:cubicBezTo>
                    <a:pt x="18951" y="12130"/>
                    <a:pt x="18951" y="8938"/>
                    <a:pt x="18312" y="7022"/>
                  </a:cubicBezTo>
                  <a:cubicBezTo>
                    <a:pt x="17673" y="5107"/>
                    <a:pt x="16394" y="1915"/>
                    <a:pt x="13839" y="1277"/>
                  </a:cubicBezTo>
                  <a:close/>
                </a:path>
              </a:pathLst>
            </a:custGeom>
            <a:solidFill>
              <a:srgbClr val="012169"/>
            </a:solidFill>
            <a:ln w="6390" cap="flat">
              <a:noFill/>
              <a:prstDash val="solid"/>
              <a:miter/>
            </a:ln>
          </p:spPr>
          <p:txBody>
            <a:bodyPr rtlCol="0" anchor="ctr"/>
            <a:lstStyle/>
            <a:p>
              <a:endParaRPr lang="en-US"/>
            </a:p>
          </p:txBody>
        </p:sp>
        <p:sp>
          <p:nvSpPr>
            <p:cNvPr id="753" name="Graphic 4">
              <a:extLst>
                <a:ext uri="{FF2B5EF4-FFF2-40B4-BE49-F238E27FC236}">
                  <a16:creationId xmlns:a16="http://schemas.microsoft.com/office/drawing/2014/main" id="{A21040D7-3937-E541-BE25-761907D52224}"/>
                </a:ext>
              </a:extLst>
            </p:cNvPr>
            <p:cNvSpPr/>
            <p:nvPr/>
          </p:nvSpPr>
          <p:spPr>
            <a:xfrm>
              <a:off x="3222445" y="2509067"/>
              <a:ext cx="1278" cy="1915"/>
            </a:xfrm>
            <a:custGeom>
              <a:avLst/>
              <a:gdLst>
                <a:gd name="connsiteX0" fmla="*/ 0 w 1278"/>
                <a:gd name="connsiteY0" fmla="*/ 1915 h 1915"/>
                <a:gd name="connsiteX1" fmla="*/ 1278 w 1278"/>
                <a:gd name="connsiteY1" fmla="*/ 0 h 1915"/>
                <a:gd name="connsiteX2" fmla="*/ 1278 w 1278"/>
                <a:gd name="connsiteY2" fmla="*/ 0 h 1915"/>
              </a:gdLst>
              <a:ahLst/>
              <a:cxnLst>
                <a:cxn ang="0">
                  <a:pos x="connsiteX0" y="connsiteY0"/>
                </a:cxn>
                <a:cxn ang="0">
                  <a:pos x="connsiteX1" y="connsiteY1"/>
                </a:cxn>
                <a:cxn ang="0">
                  <a:pos x="connsiteX2" y="connsiteY2"/>
                </a:cxn>
              </a:cxnLst>
              <a:rect l="l" t="t" r="r" b="b"/>
              <a:pathLst>
                <a:path w="1278" h="1915">
                  <a:moveTo>
                    <a:pt x="0" y="1915"/>
                  </a:moveTo>
                  <a:lnTo>
                    <a:pt x="1278" y="0"/>
                  </a:lnTo>
                  <a:lnTo>
                    <a:pt x="1278" y="0"/>
                  </a:lnTo>
                  <a:close/>
                </a:path>
              </a:pathLst>
            </a:custGeom>
            <a:solidFill>
              <a:srgbClr val="012169"/>
            </a:solidFill>
            <a:ln w="6390" cap="flat">
              <a:noFill/>
              <a:prstDash val="solid"/>
              <a:miter/>
            </a:ln>
          </p:spPr>
          <p:txBody>
            <a:bodyPr rtlCol="0" anchor="ctr"/>
            <a:lstStyle/>
            <a:p>
              <a:endParaRPr lang="en-US"/>
            </a:p>
          </p:txBody>
        </p:sp>
        <p:sp>
          <p:nvSpPr>
            <p:cNvPr id="754" name="Graphic 4">
              <a:extLst>
                <a:ext uri="{FF2B5EF4-FFF2-40B4-BE49-F238E27FC236}">
                  <a16:creationId xmlns:a16="http://schemas.microsoft.com/office/drawing/2014/main" id="{7AEC3C85-087A-BA4B-AB37-03BA7816BF6A}"/>
                </a:ext>
              </a:extLst>
            </p:cNvPr>
            <p:cNvSpPr/>
            <p:nvPr/>
          </p:nvSpPr>
          <p:spPr>
            <a:xfrm>
              <a:off x="2998797"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46652 w 361670"/>
                <a:gd name="connsiteY5" fmla="*/ 195988 h 361333"/>
                <a:gd name="connsiteX6" fmla="*/ 238984 w 361670"/>
                <a:gd name="connsiteY6" fmla="*/ 214502 h 361333"/>
                <a:gd name="connsiteX7" fmla="*/ 238984 w 361670"/>
                <a:gd name="connsiteY7" fmla="*/ 283449 h 361333"/>
                <a:gd name="connsiteX8" fmla="*/ 232594 w 361670"/>
                <a:gd name="connsiteY8" fmla="*/ 289833 h 361333"/>
                <a:gd name="connsiteX9" fmla="*/ 157832 w 361670"/>
                <a:gd name="connsiteY9" fmla="*/ 289833 h 361333"/>
                <a:gd name="connsiteX10" fmla="*/ 151442 w 361670"/>
                <a:gd name="connsiteY10" fmla="*/ 283449 h 361333"/>
                <a:gd name="connsiteX11" fmla="*/ 151442 w 361670"/>
                <a:gd name="connsiteY11" fmla="*/ 241953 h 361333"/>
                <a:gd name="connsiteX12" fmla="*/ 136106 w 361670"/>
                <a:gd name="connsiteY12" fmla="*/ 241315 h 361333"/>
                <a:gd name="connsiteX13" fmla="*/ 118853 w 361670"/>
                <a:gd name="connsiteY13" fmla="*/ 233654 h 361333"/>
                <a:gd name="connsiteX14" fmla="*/ 114380 w 361670"/>
                <a:gd name="connsiteY14" fmla="*/ 218971 h 361333"/>
                <a:gd name="connsiteX15" fmla="*/ 114380 w 361670"/>
                <a:gd name="connsiteY15" fmla="*/ 201095 h 361333"/>
                <a:gd name="connsiteX16" fmla="*/ 107990 w 361670"/>
                <a:gd name="connsiteY16" fmla="*/ 200457 h 361333"/>
                <a:gd name="connsiteX17" fmla="*/ 98405 w 361670"/>
                <a:gd name="connsiteY17" fmla="*/ 195350 h 361333"/>
                <a:gd name="connsiteX18" fmla="*/ 97127 w 361670"/>
                <a:gd name="connsiteY18" fmla="*/ 183220 h 361333"/>
                <a:gd name="connsiteX19" fmla="*/ 97127 w 361670"/>
                <a:gd name="connsiteY19" fmla="*/ 182582 h 361333"/>
                <a:gd name="connsiteX20" fmla="*/ 111824 w 361670"/>
                <a:gd name="connsiteY20" fmla="*/ 151300 h 361333"/>
                <a:gd name="connsiteX21" fmla="*/ 114380 w 361670"/>
                <a:gd name="connsiteY21" fmla="*/ 141724 h 361333"/>
                <a:gd name="connsiteX22" fmla="*/ 115019 w 361670"/>
                <a:gd name="connsiteY22" fmla="*/ 136617 h 361333"/>
                <a:gd name="connsiteX23" fmla="*/ 168055 w 361670"/>
                <a:gd name="connsiteY23" fmla="*/ 76608 h 361333"/>
                <a:gd name="connsiteX24" fmla="*/ 225565 w 361670"/>
                <a:gd name="connsiteY24" fmla="*/ 81715 h 361333"/>
                <a:gd name="connsiteX25" fmla="*/ 262626 w 361670"/>
                <a:gd name="connsiteY25" fmla="*/ 127041 h 361333"/>
                <a:gd name="connsiteX26" fmla="*/ 246652 w 361670"/>
                <a:gd name="connsiteY26" fmla="*/ 19598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1" y="280257"/>
                    <a:pt x="361671" y="180667"/>
                  </a:cubicBezTo>
                  <a:cubicBezTo>
                    <a:pt x="361671" y="81077"/>
                    <a:pt x="281157" y="0"/>
                    <a:pt x="180835" y="0"/>
                  </a:cubicBezTo>
                  <a:close/>
                  <a:moveTo>
                    <a:pt x="246652" y="195988"/>
                  </a:moveTo>
                  <a:cubicBezTo>
                    <a:pt x="242179" y="201095"/>
                    <a:pt x="239623" y="210671"/>
                    <a:pt x="238984" y="214502"/>
                  </a:cubicBezTo>
                  <a:lnTo>
                    <a:pt x="238984" y="283449"/>
                  </a:lnTo>
                  <a:cubicBezTo>
                    <a:pt x="238984" y="287279"/>
                    <a:pt x="236428" y="289833"/>
                    <a:pt x="232594" y="289833"/>
                  </a:cubicBezTo>
                  <a:lnTo>
                    <a:pt x="157832" y="289833"/>
                  </a:lnTo>
                  <a:cubicBezTo>
                    <a:pt x="153998" y="289833"/>
                    <a:pt x="151442" y="287279"/>
                    <a:pt x="151442" y="283449"/>
                  </a:cubicBezTo>
                  <a:lnTo>
                    <a:pt x="151442" y="241953"/>
                  </a:lnTo>
                  <a:cubicBezTo>
                    <a:pt x="148247" y="241953"/>
                    <a:pt x="143135" y="241315"/>
                    <a:pt x="136106" y="241315"/>
                  </a:cubicBezTo>
                  <a:cubicBezTo>
                    <a:pt x="128438" y="240676"/>
                    <a:pt x="122687" y="238123"/>
                    <a:pt x="118853" y="233654"/>
                  </a:cubicBezTo>
                  <a:cubicBezTo>
                    <a:pt x="113741" y="227908"/>
                    <a:pt x="113741" y="220886"/>
                    <a:pt x="114380" y="218971"/>
                  </a:cubicBezTo>
                  <a:lnTo>
                    <a:pt x="114380" y="201095"/>
                  </a:lnTo>
                  <a:cubicBezTo>
                    <a:pt x="112463" y="201095"/>
                    <a:pt x="110546" y="201095"/>
                    <a:pt x="107990" y="200457"/>
                  </a:cubicBezTo>
                  <a:cubicBezTo>
                    <a:pt x="102239" y="199819"/>
                    <a:pt x="99683" y="197265"/>
                    <a:pt x="98405" y="195350"/>
                  </a:cubicBezTo>
                  <a:cubicBezTo>
                    <a:pt x="95210" y="190243"/>
                    <a:pt x="96488" y="183859"/>
                    <a:pt x="97127" y="183220"/>
                  </a:cubicBezTo>
                  <a:cubicBezTo>
                    <a:pt x="97127" y="183220"/>
                    <a:pt x="97127" y="182582"/>
                    <a:pt x="97127" y="182582"/>
                  </a:cubicBezTo>
                  <a:cubicBezTo>
                    <a:pt x="97766" y="181305"/>
                    <a:pt x="108629" y="157684"/>
                    <a:pt x="111824" y="151300"/>
                  </a:cubicBezTo>
                  <a:cubicBezTo>
                    <a:pt x="113741" y="148108"/>
                    <a:pt x="113741" y="146193"/>
                    <a:pt x="114380" y="141724"/>
                  </a:cubicBezTo>
                  <a:cubicBezTo>
                    <a:pt x="114380" y="140448"/>
                    <a:pt x="114380" y="138533"/>
                    <a:pt x="115019" y="136617"/>
                  </a:cubicBezTo>
                  <a:cubicBezTo>
                    <a:pt x="118214" y="110443"/>
                    <a:pt x="138662" y="86822"/>
                    <a:pt x="168055" y="76608"/>
                  </a:cubicBezTo>
                  <a:cubicBezTo>
                    <a:pt x="186586" y="70224"/>
                    <a:pt x="207673" y="72139"/>
                    <a:pt x="225565" y="81715"/>
                  </a:cubicBezTo>
                  <a:cubicBezTo>
                    <a:pt x="244096" y="91291"/>
                    <a:pt x="257515" y="107889"/>
                    <a:pt x="262626" y="127041"/>
                  </a:cubicBezTo>
                  <a:cubicBezTo>
                    <a:pt x="272211" y="162792"/>
                    <a:pt x="251125" y="190881"/>
                    <a:pt x="246652" y="195988"/>
                  </a:cubicBezTo>
                  <a:close/>
                </a:path>
              </a:pathLst>
            </a:custGeom>
            <a:solidFill>
              <a:srgbClr val="012169"/>
            </a:solidFill>
            <a:ln w="6390" cap="flat">
              <a:noFill/>
              <a:prstDash val="solid"/>
              <a:miter/>
            </a:ln>
          </p:spPr>
          <p:txBody>
            <a:bodyPr rtlCol="0" anchor="ctr"/>
            <a:lstStyle/>
            <a:p>
              <a:endParaRPr lang="en-US"/>
            </a:p>
          </p:txBody>
        </p:sp>
        <p:sp>
          <p:nvSpPr>
            <p:cNvPr id="755" name="Graphic 4">
              <a:extLst>
                <a:ext uri="{FF2B5EF4-FFF2-40B4-BE49-F238E27FC236}">
                  <a16:creationId xmlns:a16="http://schemas.microsoft.com/office/drawing/2014/main" id="{07827233-92A5-9641-BC7E-98652FB46327}"/>
                </a:ext>
              </a:extLst>
            </p:cNvPr>
            <p:cNvSpPr/>
            <p:nvPr/>
          </p:nvSpPr>
          <p:spPr>
            <a:xfrm>
              <a:off x="3108065" y="2455609"/>
              <a:ext cx="142520" cy="192628"/>
            </a:xfrm>
            <a:custGeom>
              <a:avLst/>
              <a:gdLst>
                <a:gd name="connsiteX0" fmla="*/ 110546 w 142520"/>
                <a:gd name="connsiteY0" fmla="*/ 7493 h 192628"/>
                <a:gd name="connsiteX1" fmla="*/ 62622 w 142520"/>
                <a:gd name="connsiteY1" fmla="*/ 3025 h 192628"/>
                <a:gd name="connsiteX2" fmla="*/ 18531 w 142520"/>
                <a:gd name="connsiteY2" fmla="*/ 52820 h 192628"/>
                <a:gd name="connsiteX3" fmla="*/ 17892 w 142520"/>
                <a:gd name="connsiteY3" fmla="*/ 57927 h 192628"/>
                <a:gd name="connsiteX4" fmla="*/ 14058 w 142520"/>
                <a:gd name="connsiteY4" fmla="*/ 73248 h 192628"/>
                <a:gd name="connsiteX5" fmla="*/ 0 w 142520"/>
                <a:gd name="connsiteY5" fmla="*/ 102615 h 192628"/>
                <a:gd name="connsiteX6" fmla="*/ 0 w 142520"/>
                <a:gd name="connsiteY6" fmla="*/ 103253 h 192628"/>
                <a:gd name="connsiteX7" fmla="*/ 0 w 142520"/>
                <a:gd name="connsiteY7" fmla="*/ 103253 h 192628"/>
                <a:gd name="connsiteX8" fmla="*/ 11502 w 142520"/>
                <a:gd name="connsiteY8" fmla="*/ 103891 h 192628"/>
                <a:gd name="connsiteX9" fmla="*/ 17892 w 142520"/>
                <a:gd name="connsiteY9" fmla="*/ 110275 h 192628"/>
                <a:gd name="connsiteX10" fmla="*/ 17892 w 142520"/>
                <a:gd name="connsiteY10" fmla="*/ 134535 h 192628"/>
                <a:gd name="connsiteX11" fmla="*/ 17892 w 142520"/>
                <a:gd name="connsiteY11" fmla="*/ 135173 h 192628"/>
                <a:gd name="connsiteX12" fmla="*/ 19809 w 142520"/>
                <a:gd name="connsiteY12" fmla="*/ 140919 h 192628"/>
                <a:gd name="connsiteX13" fmla="*/ 28116 w 142520"/>
                <a:gd name="connsiteY13" fmla="*/ 144111 h 192628"/>
                <a:gd name="connsiteX14" fmla="*/ 48564 w 142520"/>
                <a:gd name="connsiteY14" fmla="*/ 144749 h 192628"/>
                <a:gd name="connsiteX15" fmla="*/ 53037 w 142520"/>
                <a:gd name="connsiteY15" fmla="*/ 146664 h 192628"/>
                <a:gd name="connsiteX16" fmla="*/ 54954 w 142520"/>
                <a:gd name="connsiteY16" fmla="*/ 151133 h 192628"/>
                <a:gd name="connsiteX17" fmla="*/ 54954 w 142520"/>
                <a:gd name="connsiteY17" fmla="*/ 192629 h 192628"/>
                <a:gd name="connsiteX18" fmla="*/ 116936 w 142520"/>
                <a:gd name="connsiteY18" fmla="*/ 192629 h 192628"/>
                <a:gd name="connsiteX19" fmla="*/ 116936 w 142520"/>
                <a:gd name="connsiteY19" fmla="*/ 129427 h 192628"/>
                <a:gd name="connsiteX20" fmla="*/ 116936 w 142520"/>
                <a:gd name="connsiteY20" fmla="*/ 128151 h 192628"/>
                <a:gd name="connsiteX21" fmla="*/ 127160 w 142520"/>
                <a:gd name="connsiteY21" fmla="*/ 102615 h 192628"/>
                <a:gd name="connsiteX22" fmla="*/ 140579 w 142520"/>
                <a:gd name="connsiteY22" fmla="*/ 44520 h 192628"/>
                <a:gd name="connsiteX23" fmla="*/ 110546 w 142520"/>
                <a:gd name="connsiteY23" fmla="*/ 7493 h 192628"/>
                <a:gd name="connsiteX24" fmla="*/ 118853 w 142520"/>
                <a:gd name="connsiteY24" fmla="*/ 77079 h 192628"/>
                <a:gd name="connsiteX25" fmla="*/ 116936 w 142520"/>
                <a:gd name="connsiteY25" fmla="*/ 91762 h 192628"/>
                <a:gd name="connsiteX26" fmla="*/ 102878 w 142520"/>
                <a:gd name="connsiteY26" fmla="*/ 97507 h 192628"/>
                <a:gd name="connsiteX27" fmla="*/ 92654 w 142520"/>
                <a:gd name="connsiteY27" fmla="*/ 108360 h 192628"/>
                <a:gd name="connsiteX28" fmla="*/ 88820 w 142520"/>
                <a:gd name="connsiteY28" fmla="*/ 108999 h 192628"/>
                <a:gd name="connsiteX29" fmla="*/ 77957 w 142520"/>
                <a:gd name="connsiteY29" fmla="*/ 105168 h 192628"/>
                <a:gd name="connsiteX30" fmla="*/ 63260 w 142520"/>
                <a:gd name="connsiteY30" fmla="*/ 107722 h 192628"/>
                <a:gd name="connsiteX31" fmla="*/ 53037 w 142520"/>
                <a:gd name="connsiteY31" fmla="*/ 96231 h 192628"/>
                <a:gd name="connsiteX32" fmla="*/ 39618 w 142520"/>
                <a:gd name="connsiteY32" fmla="*/ 89847 h 192628"/>
                <a:gd name="connsiteX33" fmla="*/ 38340 w 142520"/>
                <a:gd name="connsiteY33" fmla="*/ 74525 h 192628"/>
                <a:gd name="connsiteX34" fmla="*/ 30672 w 142520"/>
                <a:gd name="connsiteY34" fmla="*/ 61119 h 192628"/>
                <a:gd name="connsiteX35" fmla="*/ 38340 w 142520"/>
                <a:gd name="connsiteY35" fmla="*/ 48351 h 192628"/>
                <a:gd name="connsiteX36" fmla="*/ 40257 w 142520"/>
                <a:gd name="connsiteY36" fmla="*/ 33668 h 192628"/>
                <a:gd name="connsiteX37" fmla="*/ 54314 w 142520"/>
                <a:gd name="connsiteY37" fmla="*/ 27922 h 192628"/>
                <a:gd name="connsiteX38" fmla="*/ 64538 w 142520"/>
                <a:gd name="connsiteY38" fmla="*/ 17069 h 192628"/>
                <a:gd name="connsiteX39" fmla="*/ 79235 w 142520"/>
                <a:gd name="connsiteY39" fmla="*/ 20261 h 192628"/>
                <a:gd name="connsiteX40" fmla="*/ 93932 w 142520"/>
                <a:gd name="connsiteY40" fmla="*/ 17708 h 192628"/>
                <a:gd name="connsiteX41" fmla="*/ 104156 w 142520"/>
                <a:gd name="connsiteY41" fmla="*/ 29199 h 192628"/>
                <a:gd name="connsiteX42" fmla="*/ 117575 w 142520"/>
                <a:gd name="connsiteY42" fmla="*/ 35583 h 192628"/>
                <a:gd name="connsiteX43" fmla="*/ 118853 w 142520"/>
                <a:gd name="connsiteY43" fmla="*/ 50904 h 192628"/>
                <a:gd name="connsiteX44" fmla="*/ 126521 w 142520"/>
                <a:gd name="connsiteY44" fmla="*/ 64311 h 192628"/>
                <a:gd name="connsiteX45" fmla="*/ 118853 w 142520"/>
                <a:gd name="connsiteY45" fmla="*/ 77079 h 19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42520" h="192628">
                  <a:moveTo>
                    <a:pt x="110546" y="7493"/>
                  </a:moveTo>
                  <a:cubicBezTo>
                    <a:pt x="95210" y="-806"/>
                    <a:pt x="77957" y="-2083"/>
                    <a:pt x="62622" y="3025"/>
                  </a:cubicBezTo>
                  <a:cubicBezTo>
                    <a:pt x="42813" y="10047"/>
                    <a:pt x="21087" y="27922"/>
                    <a:pt x="18531" y="52820"/>
                  </a:cubicBezTo>
                  <a:cubicBezTo>
                    <a:pt x="18531" y="54735"/>
                    <a:pt x="17892" y="56012"/>
                    <a:pt x="17892" y="57927"/>
                  </a:cubicBezTo>
                  <a:cubicBezTo>
                    <a:pt x="17253" y="63034"/>
                    <a:pt x="17253" y="67503"/>
                    <a:pt x="14058" y="73248"/>
                  </a:cubicBezTo>
                  <a:cubicBezTo>
                    <a:pt x="11502" y="77717"/>
                    <a:pt x="3195" y="95592"/>
                    <a:pt x="0" y="102615"/>
                  </a:cubicBezTo>
                  <a:cubicBezTo>
                    <a:pt x="0" y="102615"/>
                    <a:pt x="0" y="103253"/>
                    <a:pt x="0" y="103253"/>
                  </a:cubicBezTo>
                  <a:cubicBezTo>
                    <a:pt x="0" y="103253"/>
                    <a:pt x="0" y="103253"/>
                    <a:pt x="0" y="103253"/>
                  </a:cubicBezTo>
                  <a:cubicBezTo>
                    <a:pt x="7668" y="103891"/>
                    <a:pt x="11502" y="103891"/>
                    <a:pt x="11502" y="103891"/>
                  </a:cubicBezTo>
                  <a:cubicBezTo>
                    <a:pt x="15336" y="103891"/>
                    <a:pt x="17892" y="106445"/>
                    <a:pt x="17892" y="110275"/>
                  </a:cubicBezTo>
                  <a:lnTo>
                    <a:pt x="17892" y="134535"/>
                  </a:lnTo>
                  <a:cubicBezTo>
                    <a:pt x="17892" y="134535"/>
                    <a:pt x="17892" y="135173"/>
                    <a:pt x="17892" y="135173"/>
                  </a:cubicBezTo>
                  <a:cubicBezTo>
                    <a:pt x="17892" y="135173"/>
                    <a:pt x="17892" y="138365"/>
                    <a:pt x="19809" y="140919"/>
                  </a:cubicBezTo>
                  <a:cubicBezTo>
                    <a:pt x="21087" y="142834"/>
                    <a:pt x="24282" y="143472"/>
                    <a:pt x="28116" y="144111"/>
                  </a:cubicBezTo>
                  <a:cubicBezTo>
                    <a:pt x="44091" y="145387"/>
                    <a:pt x="48564" y="144749"/>
                    <a:pt x="48564" y="144749"/>
                  </a:cubicBezTo>
                  <a:cubicBezTo>
                    <a:pt x="50480" y="144749"/>
                    <a:pt x="51759" y="145387"/>
                    <a:pt x="53037" y="146664"/>
                  </a:cubicBezTo>
                  <a:cubicBezTo>
                    <a:pt x="54314" y="147941"/>
                    <a:pt x="54954" y="149856"/>
                    <a:pt x="54954" y="151133"/>
                  </a:cubicBezTo>
                  <a:lnTo>
                    <a:pt x="54954" y="192629"/>
                  </a:lnTo>
                  <a:lnTo>
                    <a:pt x="116936" y="192629"/>
                  </a:lnTo>
                  <a:lnTo>
                    <a:pt x="116936" y="129427"/>
                  </a:lnTo>
                  <a:cubicBezTo>
                    <a:pt x="116936" y="128789"/>
                    <a:pt x="116936" y="128789"/>
                    <a:pt x="116936" y="128151"/>
                  </a:cubicBezTo>
                  <a:cubicBezTo>
                    <a:pt x="116936" y="126235"/>
                    <a:pt x="120131" y="111552"/>
                    <a:pt x="127160" y="102615"/>
                  </a:cubicBezTo>
                  <a:cubicBezTo>
                    <a:pt x="130994" y="98146"/>
                    <a:pt x="148247" y="75164"/>
                    <a:pt x="140579" y="44520"/>
                  </a:cubicBezTo>
                  <a:cubicBezTo>
                    <a:pt x="136745" y="29199"/>
                    <a:pt x="125882" y="15793"/>
                    <a:pt x="110546" y="7493"/>
                  </a:cubicBezTo>
                  <a:close/>
                  <a:moveTo>
                    <a:pt x="118853" y="77079"/>
                  </a:moveTo>
                  <a:cubicBezTo>
                    <a:pt x="120131" y="80909"/>
                    <a:pt x="120770" y="86655"/>
                    <a:pt x="116936" y="91762"/>
                  </a:cubicBezTo>
                  <a:cubicBezTo>
                    <a:pt x="113102" y="96869"/>
                    <a:pt x="107351" y="97507"/>
                    <a:pt x="102878" y="97507"/>
                  </a:cubicBezTo>
                  <a:cubicBezTo>
                    <a:pt x="101600" y="101338"/>
                    <a:pt x="99044" y="106445"/>
                    <a:pt x="92654" y="108360"/>
                  </a:cubicBezTo>
                  <a:cubicBezTo>
                    <a:pt x="91376" y="108999"/>
                    <a:pt x="90098" y="108999"/>
                    <a:pt x="88820" y="108999"/>
                  </a:cubicBezTo>
                  <a:cubicBezTo>
                    <a:pt x="84347" y="108999"/>
                    <a:pt x="80513" y="107083"/>
                    <a:pt x="77957" y="105168"/>
                  </a:cubicBezTo>
                  <a:cubicBezTo>
                    <a:pt x="74762" y="107083"/>
                    <a:pt x="69650" y="110275"/>
                    <a:pt x="63260" y="107722"/>
                  </a:cubicBezTo>
                  <a:cubicBezTo>
                    <a:pt x="56870" y="105807"/>
                    <a:pt x="54314" y="100061"/>
                    <a:pt x="53037" y="96231"/>
                  </a:cubicBezTo>
                  <a:cubicBezTo>
                    <a:pt x="49203" y="96231"/>
                    <a:pt x="43452" y="94954"/>
                    <a:pt x="39618" y="89847"/>
                  </a:cubicBezTo>
                  <a:cubicBezTo>
                    <a:pt x="35784" y="84740"/>
                    <a:pt x="37062" y="78356"/>
                    <a:pt x="38340" y="74525"/>
                  </a:cubicBezTo>
                  <a:cubicBezTo>
                    <a:pt x="35145" y="71972"/>
                    <a:pt x="30672" y="68141"/>
                    <a:pt x="30672" y="61119"/>
                  </a:cubicBezTo>
                  <a:cubicBezTo>
                    <a:pt x="30672" y="54735"/>
                    <a:pt x="35145" y="50266"/>
                    <a:pt x="38340" y="48351"/>
                  </a:cubicBezTo>
                  <a:cubicBezTo>
                    <a:pt x="37062" y="44520"/>
                    <a:pt x="36423" y="38775"/>
                    <a:pt x="40257" y="33668"/>
                  </a:cubicBezTo>
                  <a:cubicBezTo>
                    <a:pt x="44091" y="28561"/>
                    <a:pt x="49842" y="27922"/>
                    <a:pt x="54314" y="27922"/>
                  </a:cubicBezTo>
                  <a:cubicBezTo>
                    <a:pt x="55593" y="24092"/>
                    <a:pt x="58148" y="18985"/>
                    <a:pt x="64538" y="17069"/>
                  </a:cubicBezTo>
                  <a:cubicBezTo>
                    <a:pt x="70928" y="15154"/>
                    <a:pt x="76040" y="18346"/>
                    <a:pt x="79235" y="20261"/>
                  </a:cubicBezTo>
                  <a:cubicBezTo>
                    <a:pt x="82430" y="18346"/>
                    <a:pt x="87542" y="15154"/>
                    <a:pt x="93932" y="17708"/>
                  </a:cubicBezTo>
                  <a:cubicBezTo>
                    <a:pt x="100322" y="19623"/>
                    <a:pt x="102878" y="25369"/>
                    <a:pt x="104156" y="29199"/>
                  </a:cubicBezTo>
                  <a:cubicBezTo>
                    <a:pt x="107990" y="29199"/>
                    <a:pt x="113741" y="30476"/>
                    <a:pt x="117575" y="35583"/>
                  </a:cubicBezTo>
                  <a:cubicBezTo>
                    <a:pt x="121409" y="40690"/>
                    <a:pt x="120131" y="47074"/>
                    <a:pt x="118853" y="50904"/>
                  </a:cubicBezTo>
                  <a:cubicBezTo>
                    <a:pt x="122048" y="53458"/>
                    <a:pt x="126521" y="57288"/>
                    <a:pt x="126521" y="64311"/>
                  </a:cubicBezTo>
                  <a:cubicBezTo>
                    <a:pt x="126521" y="70695"/>
                    <a:pt x="122048" y="74525"/>
                    <a:pt x="118853" y="77079"/>
                  </a:cubicBezTo>
                  <a:close/>
                </a:path>
              </a:pathLst>
            </a:custGeom>
            <a:solidFill>
              <a:srgbClr val="012169"/>
            </a:solidFill>
            <a:ln w="6390" cap="flat">
              <a:noFill/>
              <a:prstDash val="solid"/>
              <a:miter/>
            </a:ln>
          </p:spPr>
          <p:txBody>
            <a:bodyPr rtlCol="0" anchor="ctr"/>
            <a:lstStyle/>
            <a:p>
              <a:endParaRPr lang="en-US"/>
            </a:p>
          </p:txBody>
        </p:sp>
        <p:sp>
          <p:nvSpPr>
            <p:cNvPr id="756" name="Graphic 4">
              <a:extLst>
                <a:ext uri="{FF2B5EF4-FFF2-40B4-BE49-F238E27FC236}">
                  <a16:creationId xmlns:a16="http://schemas.microsoft.com/office/drawing/2014/main" id="{1C55329C-0297-E841-A569-C331651FD1BF}"/>
                </a:ext>
              </a:extLst>
            </p:cNvPr>
            <p:cNvSpPr/>
            <p:nvPr/>
          </p:nvSpPr>
          <p:spPr>
            <a:xfrm>
              <a:off x="3151517" y="2484808"/>
              <a:ext cx="70289" cy="68308"/>
            </a:xfrm>
            <a:custGeom>
              <a:avLst/>
              <a:gdLst>
                <a:gd name="connsiteX0" fmla="*/ 63260 w 70289"/>
                <a:gd name="connsiteY0" fmla="*/ 28089 h 68308"/>
                <a:gd name="connsiteX1" fmla="*/ 61343 w 70289"/>
                <a:gd name="connsiteY1" fmla="*/ 26174 h 68308"/>
                <a:gd name="connsiteX2" fmla="*/ 61343 w 70289"/>
                <a:gd name="connsiteY2" fmla="*/ 23621 h 68308"/>
                <a:gd name="connsiteX3" fmla="*/ 62621 w 70289"/>
                <a:gd name="connsiteY3" fmla="*/ 19152 h 68308"/>
                <a:gd name="connsiteX4" fmla="*/ 63260 w 70289"/>
                <a:gd name="connsiteY4" fmla="*/ 14045 h 68308"/>
                <a:gd name="connsiteX5" fmla="*/ 58148 w 70289"/>
                <a:gd name="connsiteY5" fmla="*/ 12768 h 68308"/>
                <a:gd name="connsiteX6" fmla="*/ 54314 w 70289"/>
                <a:gd name="connsiteY6" fmla="*/ 12130 h 68308"/>
                <a:gd name="connsiteX7" fmla="*/ 51119 w 70289"/>
                <a:gd name="connsiteY7" fmla="*/ 11491 h 68308"/>
                <a:gd name="connsiteX8" fmla="*/ 49841 w 70289"/>
                <a:gd name="connsiteY8" fmla="*/ 8938 h 68308"/>
                <a:gd name="connsiteX9" fmla="*/ 48563 w 70289"/>
                <a:gd name="connsiteY9" fmla="*/ 5107 h 68308"/>
                <a:gd name="connsiteX10" fmla="*/ 46007 w 70289"/>
                <a:gd name="connsiteY10" fmla="*/ 638 h 68308"/>
                <a:gd name="connsiteX11" fmla="*/ 41535 w 70289"/>
                <a:gd name="connsiteY11" fmla="*/ 2554 h 68308"/>
                <a:gd name="connsiteX12" fmla="*/ 37701 w 70289"/>
                <a:gd name="connsiteY12" fmla="*/ 4469 h 68308"/>
                <a:gd name="connsiteX13" fmla="*/ 35145 w 70289"/>
                <a:gd name="connsiteY13" fmla="*/ 5746 h 68308"/>
                <a:gd name="connsiteX14" fmla="*/ 32589 w 70289"/>
                <a:gd name="connsiteY14" fmla="*/ 4469 h 68308"/>
                <a:gd name="connsiteX15" fmla="*/ 29394 w 70289"/>
                <a:gd name="connsiteY15" fmla="*/ 2554 h 68308"/>
                <a:gd name="connsiteX16" fmla="*/ 24921 w 70289"/>
                <a:gd name="connsiteY16" fmla="*/ 0 h 68308"/>
                <a:gd name="connsiteX17" fmla="*/ 22365 w 70289"/>
                <a:gd name="connsiteY17" fmla="*/ 4469 h 68308"/>
                <a:gd name="connsiteX18" fmla="*/ 21087 w 70289"/>
                <a:gd name="connsiteY18" fmla="*/ 8299 h 68308"/>
                <a:gd name="connsiteX19" fmla="*/ 19809 w 70289"/>
                <a:gd name="connsiteY19" fmla="*/ 10853 h 68308"/>
                <a:gd name="connsiteX20" fmla="*/ 17253 w 70289"/>
                <a:gd name="connsiteY20" fmla="*/ 11491 h 68308"/>
                <a:gd name="connsiteX21" fmla="*/ 12780 w 70289"/>
                <a:gd name="connsiteY21" fmla="*/ 11491 h 68308"/>
                <a:gd name="connsiteX22" fmla="*/ 7668 w 70289"/>
                <a:gd name="connsiteY22" fmla="*/ 12130 h 68308"/>
                <a:gd name="connsiteX23" fmla="*/ 8307 w 70289"/>
                <a:gd name="connsiteY23" fmla="*/ 17237 h 68308"/>
                <a:gd name="connsiteX24" fmla="*/ 8946 w 70289"/>
                <a:gd name="connsiteY24" fmla="*/ 21067 h 68308"/>
                <a:gd name="connsiteX25" fmla="*/ 8946 w 70289"/>
                <a:gd name="connsiteY25" fmla="*/ 24259 h 68308"/>
                <a:gd name="connsiteX26" fmla="*/ 7029 w 70289"/>
                <a:gd name="connsiteY26" fmla="*/ 26174 h 68308"/>
                <a:gd name="connsiteX27" fmla="*/ 3834 w 70289"/>
                <a:gd name="connsiteY27" fmla="*/ 28728 h 68308"/>
                <a:gd name="connsiteX28" fmla="*/ 0 w 70289"/>
                <a:gd name="connsiteY28" fmla="*/ 32558 h 68308"/>
                <a:gd name="connsiteX29" fmla="*/ 3195 w 70289"/>
                <a:gd name="connsiteY29" fmla="*/ 36389 h 68308"/>
                <a:gd name="connsiteX30" fmla="*/ 5112 w 70289"/>
                <a:gd name="connsiteY30" fmla="*/ 38304 h 68308"/>
                <a:gd name="connsiteX31" fmla="*/ 7668 w 70289"/>
                <a:gd name="connsiteY31" fmla="*/ 40219 h 68308"/>
                <a:gd name="connsiteX32" fmla="*/ 7668 w 70289"/>
                <a:gd name="connsiteY32" fmla="*/ 43411 h 68308"/>
                <a:gd name="connsiteX33" fmla="*/ 6390 w 70289"/>
                <a:gd name="connsiteY33" fmla="*/ 49157 h 68308"/>
                <a:gd name="connsiteX34" fmla="*/ 5751 w 70289"/>
                <a:gd name="connsiteY34" fmla="*/ 54264 h 68308"/>
                <a:gd name="connsiteX35" fmla="*/ 10863 w 70289"/>
                <a:gd name="connsiteY35" fmla="*/ 55541 h 68308"/>
                <a:gd name="connsiteX36" fmla="*/ 14697 w 70289"/>
                <a:gd name="connsiteY36" fmla="*/ 56179 h 68308"/>
                <a:gd name="connsiteX37" fmla="*/ 17892 w 70289"/>
                <a:gd name="connsiteY37" fmla="*/ 56817 h 68308"/>
                <a:gd name="connsiteX38" fmla="*/ 19170 w 70289"/>
                <a:gd name="connsiteY38" fmla="*/ 59371 h 68308"/>
                <a:gd name="connsiteX39" fmla="*/ 20448 w 70289"/>
                <a:gd name="connsiteY39" fmla="*/ 63201 h 68308"/>
                <a:gd name="connsiteX40" fmla="*/ 23004 w 70289"/>
                <a:gd name="connsiteY40" fmla="*/ 67670 h 68308"/>
                <a:gd name="connsiteX41" fmla="*/ 27477 w 70289"/>
                <a:gd name="connsiteY41" fmla="*/ 65755 h 68308"/>
                <a:gd name="connsiteX42" fmla="*/ 31311 w 70289"/>
                <a:gd name="connsiteY42" fmla="*/ 63840 h 68308"/>
                <a:gd name="connsiteX43" fmla="*/ 33867 w 70289"/>
                <a:gd name="connsiteY43" fmla="*/ 62563 h 68308"/>
                <a:gd name="connsiteX44" fmla="*/ 36423 w 70289"/>
                <a:gd name="connsiteY44" fmla="*/ 63840 h 68308"/>
                <a:gd name="connsiteX45" fmla="*/ 39617 w 70289"/>
                <a:gd name="connsiteY45" fmla="*/ 65755 h 68308"/>
                <a:gd name="connsiteX46" fmla="*/ 44091 w 70289"/>
                <a:gd name="connsiteY46" fmla="*/ 68308 h 68308"/>
                <a:gd name="connsiteX47" fmla="*/ 47285 w 70289"/>
                <a:gd name="connsiteY47" fmla="*/ 63840 h 68308"/>
                <a:gd name="connsiteX48" fmla="*/ 48563 w 70289"/>
                <a:gd name="connsiteY48" fmla="*/ 60009 h 68308"/>
                <a:gd name="connsiteX49" fmla="*/ 49841 w 70289"/>
                <a:gd name="connsiteY49" fmla="*/ 57456 h 68308"/>
                <a:gd name="connsiteX50" fmla="*/ 52397 w 70289"/>
                <a:gd name="connsiteY50" fmla="*/ 56817 h 68308"/>
                <a:gd name="connsiteX51" fmla="*/ 56870 w 70289"/>
                <a:gd name="connsiteY51" fmla="*/ 56817 h 68308"/>
                <a:gd name="connsiteX52" fmla="*/ 61982 w 70289"/>
                <a:gd name="connsiteY52" fmla="*/ 56179 h 68308"/>
                <a:gd name="connsiteX53" fmla="*/ 61343 w 70289"/>
                <a:gd name="connsiteY53" fmla="*/ 51072 h 68308"/>
                <a:gd name="connsiteX54" fmla="*/ 60704 w 70289"/>
                <a:gd name="connsiteY54" fmla="*/ 47241 h 68308"/>
                <a:gd name="connsiteX55" fmla="*/ 60704 w 70289"/>
                <a:gd name="connsiteY55" fmla="*/ 44049 h 68308"/>
                <a:gd name="connsiteX56" fmla="*/ 62621 w 70289"/>
                <a:gd name="connsiteY56" fmla="*/ 42134 h 68308"/>
                <a:gd name="connsiteX57" fmla="*/ 65816 w 70289"/>
                <a:gd name="connsiteY57" fmla="*/ 39581 h 68308"/>
                <a:gd name="connsiteX58" fmla="*/ 69650 w 70289"/>
                <a:gd name="connsiteY58" fmla="*/ 35750 h 68308"/>
                <a:gd name="connsiteX59" fmla="*/ 66455 w 70289"/>
                <a:gd name="connsiteY59" fmla="*/ 31920 h 68308"/>
                <a:gd name="connsiteX60" fmla="*/ 66455 w 70289"/>
                <a:gd name="connsiteY60" fmla="*/ 31920 h 68308"/>
                <a:gd name="connsiteX61" fmla="*/ 70289 w 70289"/>
                <a:gd name="connsiteY61" fmla="*/ 26813 h 68308"/>
                <a:gd name="connsiteX62" fmla="*/ 66455 w 70289"/>
                <a:gd name="connsiteY62" fmla="*/ 31920 h 68308"/>
                <a:gd name="connsiteX63" fmla="*/ 63260 w 70289"/>
                <a:gd name="connsiteY63" fmla="*/ 28089 h 68308"/>
                <a:gd name="connsiteX64" fmla="*/ 54953 w 70289"/>
                <a:gd name="connsiteY64" fmla="*/ 44688 h 68308"/>
                <a:gd name="connsiteX65" fmla="*/ 41535 w 70289"/>
                <a:gd name="connsiteY65" fmla="*/ 55541 h 68308"/>
                <a:gd name="connsiteX66" fmla="*/ 35145 w 70289"/>
                <a:gd name="connsiteY66" fmla="*/ 56817 h 68308"/>
                <a:gd name="connsiteX67" fmla="*/ 24921 w 70289"/>
                <a:gd name="connsiteY67" fmla="*/ 54264 h 68308"/>
                <a:gd name="connsiteX68" fmla="*/ 14058 w 70289"/>
                <a:gd name="connsiteY68" fmla="*/ 40857 h 68308"/>
                <a:gd name="connsiteX69" fmla="*/ 15336 w 70289"/>
                <a:gd name="connsiteY69" fmla="*/ 23621 h 68308"/>
                <a:gd name="connsiteX70" fmla="*/ 28116 w 70289"/>
                <a:gd name="connsiteY70" fmla="*/ 12768 h 68308"/>
                <a:gd name="connsiteX71" fmla="*/ 45368 w 70289"/>
                <a:gd name="connsiteY71" fmla="*/ 14045 h 68308"/>
                <a:gd name="connsiteX72" fmla="*/ 56231 w 70289"/>
                <a:gd name="connsiteY72" fmla="*/ 27451 h 68308"/>
                <a:gd name="connsiteX73" fmla="*/ 54953 w 70289"/>
                <a:gd name="connsiteY73" fmla="*/ 44688 h 6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70289" h="68308">
                  <a:moveTo>
                    <a:pt x="63260" y="28089"/>
                  </a:moveTo>
                  <a:lnTo>
                    <a:pt x="61343" y="26174"/>
                  </a:lnTo>
                  <a:lnTo>
                    <a:pt x="61343" y="23621"/>
                  </a:lnTo>
                  <a:cubicBezTo>
                    <a:pt x="61343" y="22344"/>
                    <a:pt x="61982" y="21067"/>
                    <a:pt x="62621" y="19152"/>
                  </a:cubicBezTo>
                  <a:cubicBezTo>
                    <a:pt x="63260" y="17237"/>
                    <a:pt x="63899" y="14683"/>
                    <a:pt x="63260" y="14045"/>
                  </a:cubicBezTo>
                  <a:cubicBezTo>
                    <a:pt x="62621" y="13406"/>
                    <a:pt x="60065" y="12768"/>
                    <a:pt x="58148" y="12768"/>
                  </a:cubicBezTo>
                  <a:cubicBezTo>
                    <a:pt x="56870" y="12768"/>
                    <a:pt x="54953" y="12768"/>
                    <a:pt x="54314" y="12130"/>
                  </a:cubicBezTo>
                  <a:lnTo>
                    <a:pt x="51119" y="11491"/>
                  </a:lnTo>
                  <a:lnTo>
                    <a:pt x="49841" y="8938"/>
                  </a:lnTo>
                  <a:cubicBezTo>
                    <a:pt x="49202" y="8299"/>
                    <a:pt x="48563" y="6384"/>
                    <a:pt x="48563" y="5107"/>
                  </a:cubicBezTo>
                  <a:cubicBezTo>
                    <a:pt x="47925" y="3192"/>
                    <a:pt x="47285" y="638"/>
                    <a:pt x="46007" y="638"/>
                  </a:cubicBezTo>
                  <a:cubicBezTo>
                    <a:pt x="44730" y="0"/>
                    <a:pt x="42812" y="1915"/>
                    <a:pt x="41535" y="2554"/>
                  </a:cubicBezTo>
                  <a:cubicBezTo>
                    <a:pt x="40257" y="3192"/>
                    <a:pt x="38978" y="4469"/>
                    <a:pt x="37701" y="4469"/>
                  </a:cubicBezTo>
                  <a:lnTo>
                    <a:pt x="35145" y="5746"/>
                  </a:lnTo>
                  <a:lnTo>
                    <a:pt x="32589" y="4469"/>
                  </a:lnTo>
                  <a:cubicBezTo>
                    <a:pt x="31950" y="3830"/>
                    <a:pt x="30033" y="3192"/>
                    <a:pt x="29394" y="2554"/>
                  </a:cubicBezTo>
                  <a:cubicBezTo>
                    <a:pt x="28116" y="1277"/>
                    <a:pt x="25560" y="0"/>
                    <a:pt x="24921" y="0"/>
                  </a:cubicBezTo>
                  <a:cubicBezTo>
                    <a:pt x="23643" y="638"/>
                    <a:pt x="23004" y="2554"/>
                    <a:pt x="22365" y="4469"/>
                  </a:cubicBezTo>
                  <a:cubicBezTo>
                    <a:pt x="21726" y="5746"/>
                    <a:pt x="21087" y="7022"/>
                    <a:pt x="21087" y="8299"/>
                  </a:cubicBezTo>
                  <a:lnTo>
                    <a:pt x="19809" y="10853"/>
                  </a:lnTo>
                  <a:lnTo>
                    <a:pt x="17253" y="11491"/>
                  </a:lnTo>
                  <a:cubicBezTo>
                    <a:pt x="15975" y="11491"/>
                    <a:pt x="14058" y="11491"/>
                    <a:pt x="12780" y="11491"/>
                  </a:cubicBezTo>
                  <a:cubicBezTo>
                    <a:pt x="10863" y="11491"/>
                    <a:pt x="8307" y="11491"/>
                    <a:pt x="7668" y="12130"/>
                  </a:cubicBezTo>
                  <a:cubicBezTo>
                    <a:pt x="7029" y="12768"/>
                    <a:pt x="7668" y="15322"/>
                    <a:pt x="8307" y="17237"/>
                  </a:cubicBezTo>
                  <a:cubicBezTo>
                    <a:pt x="8946" y="18514"/>
                    <a:pt x="8946" y="20429"/>
                    <a:pt x="8946" y="21067"/>
                  </a:cubicBezTo>
                  <a:lnTo>
                    <a:pt x="8946" y="24259"/>
                  </a:lnTo>
                  <a:lnTo>
                    <a:pt x="7029" y="26174"/>
                  </a:lnTo>
                  <a:cubicBezTo>
                    <a:pt x="6390" y="26813"/>
                    <a:pt x="5112" y="28089"/>
                    <a:pt x="3834" y="28728"/>
                  </a:cubicBezTo>
                  <a:cubicBezTo>
                    <a:pt x="2556" y="30005"/>
                    <a:pt x="0" y="31281"/>
                    <a:pt x="0" y="32558"/>
                  </a:cubicBezTo>
                  <a:cubicBezTo>
                    <a:pt x="0" y="33835"/>
                    <a:pt x="1917" y="35112"/>
                    <a:pt x="3195" y="36389"/>
                  </a:cubicBezTo>
                  <a:cubicBezTo>
                    <a:pt x="3834" y="37027"/>
                    <a:pt x="5112" y="37665"/>
                    <a:pt x="5112" y="38304"/>
                  </a:cubicBezTo>
                  <a:lnTo>
                    <a:pt x="7668" y="40219"/>
                  </a:lnTo>
                  <a:lnTo>
                    <a:pt x="7668" y="43411"/>
                  </a:lnTo>
                  <a:cubicBezTo>
                    <a:pt x="7668" y="45326"/>
                    <a:pt x="7029" y="46603"/>
                    <a:pt x="6390" y="49157"/>
                  </a:cubicBezTo>
                  <a:cubicBezTo>
                    <a:pt x="5751" y="51072"/>
                    <a:pt x="5112" y="52987"/>
                    <a:pt x="5751" y="54264"/>
                  </a:cubicBezTo>
                  <a:cubicBezTo>
                    <a:pt x="6390" y="54902"/>
                    <a:pt x="8946" y="55541"/>
                    <a:pt x="10863" y="55541"/>
                  </a:cubicBezTo>
                  <a:cubicBezTo>
                    <a:pt x="12141" y="55541"/>
                    <a:pt x="14058" y="55541"/>
                    <a:pt x="14697" y="56179"/>
                  </a:cubicBezTo>
                  <a:lnTo>
                    <a:pt x="17892" y="56817"/>
                  </a:lnTo>
                  <a:lnTo>
                    <a:pt x="19170" y="59371"/>
                  </a:lnTo>
                  <a:cubicBezTo>
                    <a:pt x="19809" y="60009"/>
                    <a:pt x="20448" y="61925"/>
                    <a:pt x="20448" y="63201"/>
                  </a:cubicBezTo>
                  <a:cubicBezTo>
                    <a:pt x="21087" y="65117"/>
                    <a:pt x="21726" y="67670"/>
                    <a:pt x="23004" y="67670"/>
                  </a:cubicBezTo>
                  <a:cubicBezTo>
                    <a:pt x="24282" y="68308"/>
                    <a:pt x="26199" y="66393"/>
                    <a:pt x="27477" y="65755"/>
                  </a:cubicBezTo>
                  <a:cubicBezTo>
                    <a:pt x="28755" y="65117"/>
                    <a:pt x="30033" y="63840"/>
                    <a:pt x="31311" y="63840"/>
                  </a:cubicBezTo>
                  <a:lnTo>
                    <a:pt x="33867" y="62563"/>
                  </a:lnTo>
                  <a:lnTo>
                    <a:pt x="36423" y="63840"/>
                  </a:lnTo>
                  <a:cubicBezTo>
                    <a:pt x="37062" y="64478"/>
                    <a:pt x="38978" y="65117"/>
                    <a:pt x="39617" y="65755"/>
                  </a:cubicBezTo>
                  <a:cubicBezTo>
                    <a:pt x="40896" y="67032"/>
                    <a:pt x="42812" y="68308"/>
                    <a:pt x="44091" y="68308"/>
                  </a:cubicBezTo>
                  <a:cubicBezTo>
                    <a:pt x="45368" y="67670"/>
                    <a:pt x="46646" y="65755"/>
                    <a:pt x="47285" y="63840"/>
                  </a:cubicBezTo>
                  <a:cubicBezTo>
                    <a:pt x="47925" y="62563"/>
                    <a:pt x="48563" y="61286"/>
                    <a:pt x="48563" y="60009"/>
                  </a:cubicBezTo>
                  <a:lnTo>
                    <a:pt x="49841" y="57456"/>
                  </a:lnTo>
                  <a:lnTo>
                    <a:pt x="52397" y="56817"/>
                  </a:lnTo>
                  <a:cubicBezTo>
                    <a:pt x="53675" y="56817"/>
                    <a:pt x="55592" y="56817"/>
                    <a:pt x="56870" y="56817"/>
                  </a:cubicBezTo>
                  <a:cubicBezTo>
                    <a:pt x="58787" y="56817"/>
                    <a:pt x="61343" y="56817"/>
                    <a:pt x="61982" y="56179"/>
                  </a:cubicBezTo>
                  <a:cubicBezTo>
                    <a:pt x="62621" y="55541"/>
                    <a:pt x="61982" y="52987"/>
                    <a:pt x="61343" y="51072"/>
                  </a:cubicBezTo>
                  <a:cubicBezTo>
                    <a:pt x="60704" y="49795"/>
                    <a:pt x="60704" y="47880"/>
                    <a:pt x="60704" y="47241"/>
                  </a:cubicBezTo>
                  <a:lnTo>
                    <a:pt x="60704" y="44049"/>
                  </a:lnTo>
                  <a:lnTo>
                    <a:pt x="62621" y="42134"/>
                  </a:lnTo>
                  <a:cubicBezTo>
                    <a:pt x="63260" y="41496"/>
                    <a:pt x="64538" y="40219"/>
                    <a:pt x="65816" y="39581"/>
                  </a:cubicBezTo>
                  <a:cubicBezTo>
                    <a:pt x="67733" y="38304"/>
                    <a:pt x="69650" y="37027"/>
                    <a:pt x="69650" y="35750"/>
                  </a:cubicBezTo>
                  <a:cubicBezTo>
                    <a:pt x="69650" y="34473"/>
                    <a:pt x="67733" y="33197"/>
                    <a:pt x="66455" y="31920"/>
                  </a:cubicBezTo>
                  <a:lnTo>
                    <a:pt x="66455" y="31920"/>
                  </a:lnTo>
                  <a:lnTo>
                    <a:pt x="70289" y="26813"/>
                  </a:lnTo>
                  <a:lnTo>
                    <a:pt x="66455" y="31920"/>
                  </a:lnTo>
                  <a:cubicBezTo>
                    <a:pt x="65177" y="30005"/>
                    <a:pt x="64538" y="28728"/>
                    <a:pt x="63260" y="28089"/>
                  </a:cubicBezTo>
                  <a:close/>
                  <a:moveTo>
                    <a:pt x="54953" y="44688"/>
                  </a:moveTo>
                  <a:cubicBezTo>
                    <a:pt x="52397" y="49795"/>
                    <a:pt x="47285" y="53625"/>
                    <a:pt x="41535" y="55541"/>
                  </a:cubicBezTo>
                  <a:cubicBezTo>
                    <a:pt x="39617" y="56179"/>
                    <a:pt x="37062" y="56817"/>
                    <a:pt x="35145" y="56817"/>
                  </a:cubicBezTo>
                  <a:cubicBezTo>
                    <a:pt x="31311" y="56817"/>
                    <a:pt x="28116" y="56179"/>
                    <a:pt x="24921" y="54264"/>
                  </a:cubicBezTo>
                  <a:cubicBezTo>
                    <a:pt x="19809" y="51710"/>
                    <a:pt x="15975" y="46603"/>
                    <a:pt x="14058" y="40857"/>
                  </a:cubicBezTo>
                  <a:cubicBezTo>
                    <a:pt x="12141" y="35112"/>
                    <a:pt x="12780" y="29366"/>
                    <a:pt x="15336" y="23621"/>
                  </a:cubicBezTo>
                  <a:cubicBezTo>
                    <a:pt x="17892" y="18514"/>
                    <a:pt x="23004" y="14683"/>
                    <a:pt x="28116" y="12768"/>
                  </a:cubicBezTo>
                  <a:cubicBezTo>
                    <a:pt x="33867" y="10853"/>
                    <a:pt x="39617" y="11491"/>
                    <a:pt x="45368" y="14045"/>
                  </a:cubicBezTo>
                  <a:cubicBezTo>
                    <a:pt x="50480" y="16598"/>
                    <a:pt x="54314" y="21706"/>
                    <a:pt x="56231" y="27451"/>
                  </a:cubicBezTo>
                  <a:cubicBezTo>
                    <a:pt x="58148" y="33197"/>
                    <a:pt x="57509" y="39581"/>
                    <a:pt x="54953" y="44688"/>
                  </a:cubicBezTo>
                  <a:close/>
                </a:path>
              </a:pathLst>
            </a:custGeom>
            <a:solidFill>
              <a:srgbClr val="012169"/>
            </a:solidFill>
            <a:ln w="6390" cap="flat">
              <a:noFill/>
              <a:prstDash val="solid"/>
              <a:miter/>
            </a:ln>
          </p:spPr>
          <p:txBody>
            <a:bodyPr rtlCol="0" anchor="ctr"/>
            <a:lstStyle/>
            <a:p>
              <a:endParaRPr lang="en-US"/>
            </a:p>
          </p:txBody>
        </p:sp>
      </p:grpSp>
      <p:grpSp>
        <p:nvGrpSpPr>
          <p:cNvPr id="757" name="Graphic 4">
            <a:extLst>
              <a:ext uri="{FF2B5EF4-FFF2-40B4-BE49-F238E27FC236}">
                <a16:creationId xmlns:a16="http://schemas.microsoft.com/office/drawing/2014/main" id="{65E3F674-625C-1441-9ACA-5ABC2E04716A}"/>
              </a:ext>
            </a:extLst>
          </p:cNvPr>
          <p:cNvGrpSpPr>
            <a:grpSpLocks noChangeAspect="1"/>
          </p:cNvGrpSpPr>
          <p:nvPr/>
        </p:nvGrpSpPr>
        <p:grpSpPr>
          <a:xfrm>
            <a:off x="2998797" y="2855717"/>
            <a:ext cx="361670" cy="361333"/>
            <a:chOff x="2998797" y="2855717"/>
            <a:chExt cx="361670" cy="361333"/>
          </a:xfrm>
          <a:solidFill>
            <a:srgbClr val="012169"/>
          </a:solidFill>
        </p:grpSpPr>
        <p:sp>
          <p:nvSpPr>
            <p:cNvPr id="758" name="Graphic 4">
              <a:extLst>
                <a:ext uri="{FF2B5EF4-FFF2-40B4-BE49-F238E27FC236}">
                  <a16:creationId xmlns:a16="http://schemas.microsoft.com/office/drawing/2014/main" id="{556FCF8B-85FA-5D4F-AFFA-3F7C3750EB4C}"/>
                </a:ext>
              </a:extLst>
            </p:cNvPr>
            <p:cNvSpPr/>
            <p:nvPr/>
          </p:nvSpPr>
          <p:spPr>
            <a:xfrm>
              <a:off x="3096563" y="3092563"/>
              <a:ext cx="164860" cy="39580"/>
            </a:xfrm>
            <a:custGeom>
              <a:avLst/>
              <a:gdLst>
                <a:gd name="connsiteX0" fmla="*/ 113741 w 164860"/>
                <a:gd name="connsiteY0" fmla="*/ 8299 h 39580"/>
                <a:gd name="connsiteX1" fmla="*/ 47925 w 164860"/>
                <a:gd name="connsiteY1" fmla="*/ 8938 h 39580"/>
                <a:gd name="connsiteX2" fmla="*/ 15975 w 164860"/>
                <a:gd name="connsiteY2" fmla="*/ 0 h 39580"/>
                <a:gd name="connsiteX3" fmla="*/ 14697 w 164860"/>
                <a:gd name="connsiteY3" fmla="*/ 0 h 39580"/>
                <a:gd name="connsiteX4" fmla="*/ 0 w 164860"/>
                <a:gd name="connsiteY4" fmla="*/ 39581 h 39580"/>
                <a:gd name="connsiteX5" fmla="*/ 0 w 164860"/>
                <a:gd name="connsiteY5" fmla="*/ 39581 h 39580"/>
                <a:gd name="connsiteX6" fmla="*/ 39617 w 164860"/>
                <a:gd name="connsiteY6" fmla="*/ 20429 h 39580"/>
                <a:gd name="connsiteX7" fmla="*/ 77957 w 164860"/>
                <a:gd name="connsiteY7" fmla="*/ 39581 h 39580"/>
                <a:gd name="connsiteX8" fmla="*/ 88820 w 164860"/>
                <a:gd name="connsiteY8" fmla="*/ 39581 h 39580"/>
                <a:gd name="connsiteX9" fmla="*/ 127799 w 164860"/>
                <a:gd name="connsiteY9" fmla="*/ 21067 h 39580"/>
                <a:gd name="connsiteX10" fmla="*/ 164860 w 164860"/>
                <a:gd name="connsiteY10" fmla="*/ 39581 h 39580"/>
                <a:gd name="connsiteX11" fmla="*/ 164860 w 164860"/>
                <a:gd name="connsiteY11" fmla="*/ 39581 h 39580"/>
                <a:gd name="connsiteX12" fmla="*/ 150803 w 164860"/>
                <a:gd name="connsiteY12" fmla="*/ 638 h 39580"/>
                <a:gd name="connsiteX13" fmla="*/ 113741 w 164860"/>
                <a:gd name="connsiteY13" fmla="*/ 8299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4860" h="39580">
                  <a:moveTo>
                    <a:pt x="113741" y="8299"/>
                  </a:moveTo>
                  <a:cubicBezTo>
                    <a:pt x="92654" y="10214"/>
                    <a:pt x="63260" y="10853"/>
                    <a:pt x="47925" y="8938"/>
                  </a:cubicBezTo>
                  <a:cubicBezTo>
                    <a:pt x="36423" y="7022"/>
                    <a:pt x="25560" y="5107"/>
                    <a:pt x="15975" y="0"/>
                  </a:cubicBezTo>
                  <a:cubicBezTo>
                    <a:pt x="15336" y="0"/>
                    <a:pt x="15336" y="0"/>
                    <a:pt x="14697" y="0"/>
                  </a:cubicBezTo>
                  <a:lnTo>
                    <a:pt x="0" y="39581"/>
                  </a:lnTo>
                  <a:lnTo>
                    <a:pt x="0" y="39581"/>
                  </a:lnTo>
                  <a:cubicBezTo>
                    <a:pt x="5112" y="33835"/>
                    <a:pt x="19809" y="20429"/>
                    <a:pt x="39617" y="20429"/>
                  </a:cubicBezTo>
                  <a:cubicBezTo>
                    <a:pt x="59426" y="20429"/>
                    <a:pt x="72845" y="33835"/>
                    <a:pt x="77957" y="39581"/>
                  </a:cubicBezTo>
                  <a:lnTo>
                    <a:pt x="88820" y="39581"/>
                  </a:lnTo>
                  <a:cubicBezTo>
                    <a:pt x="93932" y="33835"/>
                    <a:pt x="108629" y="21067"/>
                    <a:pt x="127799" y="21067"/>
                  </a:cubicBezTo>
                  <a:cubicBezTo>
                    <a:pt x="146330" y="21067"/>
                    <a:pt x="159748" y="33835"/>
                    <a:pt x="164860" y="39581"/>
                  </a:cubicBezTo>
                  <a:lnTo>
                    <a:pt x="164860" y="39581"/>
                  </a:lnTo>
                  <a:lnTo>
                    <a:pt x="150803" y="638"/>
                  </a:lnTo>
                  <a:cubicBezTo>
                    <a:pt x="143774" y="3192"/>
                    <a:pt x="127799" y="7022"/>
                    <a:pt x="113741" y="8299"/>
                  </a:cubicBezTo>
                  <a:close/>
                </a:path>
              </a:pathLst>
            </a:custGeom>
            <a:solidFill>
              <a:srgbClr val="012169"/>
            </a:solidFill>
            <a:ln w="6390" cap="flat">
              <a:noFill/>
              <a:prstDash val="solid"/>
              <a:miter/>
            </a:ln>
          </p:spPr>
          <p:txBody>
            <a:bodyPr rtlCol="0" anchor="ctr"/>
            <a:lstStyle/>
            <a:p>
              <a:endParaRPr lang="en-US"/>
            </a:p>
          </p:txBody>
        </p:sp>
        <p:sp>
          <p:nvSpPr>
            <p:cNvPr id="759" name="Graphic 4">
              <a:extLst>
                <a:ext uri="{FF2B5EF4-FFF2-40B4-BE49-F238E27FC236}">
                  <a16:creationId xmlns:a16="http://schemas.microsoft.com/office/drawing/2014/main" id="{C7B09581-73D7-B845-988D-B51762CB0098}"/>
                </a:ext>
              </a:extLst>
            </p:cNvPr>
            <p:cNvSpPr/>
            <p:nvPr/>
          </p:nvSpPr>
          <p:spPr>
            <a:xfrm>
              <a:off x="3096529" y="2941263"/>
              <a:ext cx="167450" cy="148899"/>
            </a:xfrm>
            <a:custGeom>
              <a:avLst/>
              <a:gdLst>
                <a:gd name="connsiteX0" fmla="*/ 49876 w 167450"/>
                <a:gd name="connsiteY0" fmla="*/ 147470 h 148899"/>
                <a:gd name="connsiteX1" fmla="*/ 112497 w 167450"/>
                <a:gd name="connsiteY1" fmla="*/ 146832 h 148899"/>
                <a:gd name="connsiteX2" fmla="*/ 144447 w 167450"/>
                <a:gd name="connsiteY2" fmla="*/ 140448 h 148899"/>
                <a:gd name="connsiteX3" fmla="*/ 167451 w 167450"/>
                <a:gd name="connsiteY3" fmla="*/ 83630 h 148899"/>
                <a:gd name="connsiteX4" fmla="*/ 83743 w 167450"/>
                <a:gd name="connsiteY4" fmla="*/ 0 h 148899"/>
                <a:gd name="connsiteX5" fmla="*/ 23038 w 167450"/>
                <a:gd name="connsiteY5" fmla="*/ 25536 h 148899"/>
                <a:gd name="connsiteX6" fmla="*/ 34 w 167450"/>
                <a:gd name="connsiteY6" fmla="*/ 84268 h 148899"/>
                <a:gd name="connsiteX7" fmla="*/ 21121 w 167450"/>
                <a:gd name="connsiteY7" fmla="*/ 139171 h 148899"/>
                <a:gd name="connsiteX8" fmla="*/ 49876 w 167450"/>
                <a:gd name="connsiteY8" fmla="*/ 147470 h 148899"/>
                <a:gd name="connsiteX9" fmla="*/ 84381 w 167450"/>
                <a:gd name="connsiteY9" fmla="*/ 16598 h 148899"/>
                <a:gd name="connsiteX10" fmla="*/ 131028 w 167450"/>
                <a:gd name="connsiteY10" fmla="*/ 38942 h 148899"/>
                <a:gd name="connsiteX11" fmla="*/ 150198 w 167450"/>
                <a:gd name="connsiteY11" fmla="*/ 81076 h 148899"/>
                <a:gd name="connsiteX12" fmla="*/ 144447 w 167450"/>
                <a:gd name="connsiteY12" fmla="*/ 88099 h 148899"/>
                <a:gd name="connsiteX13" fmla="*/ 143808 w 167450"/>
                <a:gd name="connsiteY13" fmla="*/ 88099 h 148899"/>
                <a:gd name="connsiteX14" fmla="*/ 137418 w 167450"/>
                <a:gd name="connsiteY14" fmla="*/ 82353 h 148899"/>
                <a:gd name="connsiteX15" fmla="*/ 122082 w 167450"/>
                <a:gd name="connsiteY15" fmla="*/ 48518 h 148899"/>
                <a:gd name="connsiteX16" fmla="*/ 83104 w 167450"/>
                <a:gd name="connsiteY16" fmla="*/ 30005 h 148899"/>
                <a:gd name="connsiteX17" fmla="*/ 77353 w 167450"/>
                <a:gd name="connsiteY17" fmla="*/ 22982 h 148899"/>
                <a:gd name="connsiteX18" fmla="*/ 84381 w 167450"/>
                <a:gd name="connsiteY18" fmla="*/ 16598 h 148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7450" h="148899">
                  <a:moveTo>
                    <a:pt x="49876" y="147470"/>
                  </a:moveTo>
                  <a:cubicBezTo>
                    <a:pt x="63934" y="150024"/>
                    <a:pt x="92688" y="148747"/>
                    <a:pt x="112497" y="146832"/>
                  </a:cubicBezTo>
                  <a:cubicBezTo>
                    <a:pt x="123360" y="145555"/>
                    <a:pt x="136140" y="142363"/>
                    <a:pt x="144447" y="140448"/>
                  </a:cubicBezTo>
                  <a:cubicBezTo>
                    <a:pt x="158505" y="126403"/>
                    <a:pt x="167451" y="104059"/>
                    <a:pt x="167451" y="83630"/>
                  </a:cubicBezTo>
                  <a:cubicBezTo>
                    <a:pt x="167451" y="37665"/>
                    <a:pt x="129750" y="0"/>
                    <a:pt x="83743" y="0"/>
                  </a:cubicBezTo>
                  <a:cubicBezTo>
                    <a:pt x="61378" y="0"/>
                    <a:pt x="39013" y="9576"/>
                    <a:pt x="23038" y="25536"/>
                  </a:cubicBezTo>
                  <a:cubicBezTo>
                    <a:pt x="7702" y="41496"/>
                    <a:pt x="-605" y="62563"/>
                    <a:pt x="34" y="84268"/>
                  </a:cubicBezTo>
                  <a:cubicBezTo>
                    <a:pt x="673" y="109166"/>
                    <a:pt x="8341" y="123849"/>
                    <a:pt x="21121" y="139171"/>
                  </a:cubicBezTo>
                  <a:cubicBezTo>
                    <a:pt x="28789" y="144278"/>
                    <a:pt x="37735" y="145555"/>
                    <a:pt x="49876" y="147470"/>
                  </a:cubicBezTo>
                  <a:close/>
                  <a:moveTo>
                    <a:pt x="84381" y="16598"/>
                  </a:moveTo>
                  <a:cubicBezTo>
                    <a:pt x="85659" y="16598"/>
                    <a:pt x="111858" y="19152"/>
                    <a:pt x="131028" y="38942"/>
                  </a:cubicBezTo>
                  <a:cubicBezTo>
                    <a:pt x="148920" y="56817"/>
                    <a:pt x="150198" y="80438"/>
                    <a:pt x="150198" y="81076"/>
                  </a:cubicBezTo>
                  <a:cubicBezTo>
                    <a:pt x="150198" y="84907"/>
                    <a:pt x="147642" y="87460"/>
                    <a:pt x="144447" y="88099"/>
                  </a:cubicBezTo>
                  <a:cubicBezTo>
                    <a:pt x="144447" y="88099"/>
                    <a:pt x="144447" y="88099"/>
                    <a:pt x="143808" y="88099"/>
                  </a:cubicBezTo>
                  <a:cubicBezTo>
                    <a:pt x="140613" y="88099"/>
                    <a:pt x="137418" y="85545"/>
                    <a:pt x="137418" y="82353"/>
                  </a:cubicBezTo>
                  <a:cubicBezTo>
                    <a:pt x="137418" y="82353"/>
                    <a:pt x="136140" y="62563"/>
                    <a:pt x="122082" y="48518"/>
                  </a:cubicBezTo>
                  <a:cubicBezTo>
                    <a:pt x="106107" y="32558"/>
                    <a:pt x="83104" y="30005"/>
                    <a:pt x="83104" y="30005"/>
                  </a:cubicBezTo>
                  <a:cubicBezTo>
                    <a:pt x="79909" y="29366"/>
                    <a:pt x="76714" y="26813"/>
                    <a:pt x="77353" y="22982"/>
                  </a:cubicBezTo>
                  <a:cubicBezTo>
                    <a:pt x="77991" y="19152"/>
                    <a:pt x="81186" y="16598"/>
                    <a:pt x="84381" y="16598"/>
                  </a:cubicBezTo>
                  <a:close/>
                </a:path>
              </a:pathLst>
            </a:custGeom>
            <a:solidFill>
              <a:srgbClr val="012169"/>
            </a:solidFill>
            <a:ln w="6390" cap="flat">
              <a:noFill/>
              <a:prstDash val="solid"/>
              <a:miter/>
            </a:ln>
          </p:spPr>
          <p:txBody>
            <a:bodyPr rtlCol="0" anchor="ctr"/>
            <a:lstStyle/>
            <a:p>
              <a:endParaRPr lang="en-US"/>
            </a:p>
          </p:txBody>
        </p:sp>
        <p:sp>
          <p:nvSpPr>
            <p:cNvPr id="760" name="Graphic 4">
              <a:extLst>
                <a:ext uri="{FF2B5EF4-FFF2-40B4-BE49-F238E27FC236}">
                  <a16:creationId xmlns:a16="http://schemas.microsoft.com/office/drawing/2014/main" id="{FB8CC6DF-6DB0-E645-9FF1-405D4A30AA6E}"/>
                </a:ext>
              </a:extLst>
            </p:cNvPr>
            <p:cNvSpPr/>
            <p:nvPr/>
          </p:nvSpPr>
          <p:spPr>
            <a:xfrm>
              <a:off x="2998797"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77962 w 361670"/>
                <a:gd name="connsiteY5" fmla="*/ 286002 h 361333"/>
                <a:gd name="connsiteX6" fmla="*/ 272850 w 361670"/>
                <a:gd name="connsiteY6" fmla="*/ 288556 h 361333"/>
                <a:gd name="connsiteX7" fmla="*/ 260710 w 361670"/>
                <a:gd name="connsiteY7" fmla="*/ 288556 h 361333"/>
                <a:gd name="connsiteX8" fmla="*/ 255597 w 361670"/>
                <a:gd name="connsiteY8" fmla="*/ 286002 h 361333"/>
                <a:gd name="connsiteX9" fmla="*/ 226843 w 361670"/>
                <a:gd name="connsiteY9" fmla="*/ 270042 h 361333"/>
                <a:gd name="connsiteX10" fmla="*/ 195532 w 361670"/>
                <a:gd name="connsiteY10" fmla="*/ 286002 h 361333"/>
                <a:gd name="connsiteX11" fmla="*/ 190420 w 361670"/>
                <a:gd name="connsiteY11" fmla="*/ 288556 h 361333"/>
                <a:gd name="connsiteX12" fmla="*/ 190420 w 361670"/>
                <a:gd name="connsiteY12" fmla="*/ 288556 h 361333"/>
                <a:gd name="connsiteX13" fmla="*/ 173806 w 361670"/>
                <a:gd name="connsiteY13" fmla="*/ 288556 h 361333"/>
                <a:gd name="connsiteX14" fmla="*/ 168695 w 361670"/>
                <a:gd name="connsiteY14" fmla="*/ 286002 h 361333"/>
                <a:gd name="connsiteX15" fmla="*/ 138662 w 361670"/>
                <a:gd name="connsiteY15" fmla="*/ 269404 h 361333"/>
                <a:gd name="connsiteX16" fmla="*/ 106712 w 361670"/>
                <a:gd name="connsiteY16" fmla="*/ 286002 h 361333"/>
                <a:gd name="connsiteX17" fmla="*/ 101600 w 361670"/>
                <a:gd name="connsiteY17" fmla="*/ 288556 h 361333"/>
                <a:gd name="connsiteX18" fmla="*/ 89459 w 361670"/>
                <a:gd name="connsiteY18" fmla="*/ 288556 h 361333"/>
                <a:gd name="connsiteX19" fmla="*/ 84347 w 361670"/>
                <a:gd name="connsiteY19" fmla="*/ 286002 h 361333"/>
                <a:gd name="connsiteX20" fmla="*/ 83708 w 361670"/>
                <a:gd name="connsiteY20" fmla="*/ 280257 h 361333"/>
                <a:gd name="connsiteX21" fmla="*/ 103517 w 361670"/>
                <a:gd name="connsiteY21" fmla="*/ 225993 h 361333"/>
                <a:gd name="connsiteX22" fmla="*/ 84986 w 361670"/>
                <a:gd name="connsiteY22" fmla="*/ 170452 h 361333"/>
                <a:gd name="connsiteX23" fmla="*/ 111824 w 361670"/>
                <a:gd name="connsiteY23" fmla="*/ 102782 h 361333"/>
                <a:gd name="connsiteX24" fmla="*/ 181474 w 361670"/>
                <a:gd name="connsiteY24" fmla="*/ 73416 h 361333"/>
                <a:gd name="connsiteX25" fmla="*/ 277962 w 361670"/>
                <a:gd name="connsiteY25" fmla="*/ 169814 h 361333"/>
                <a:gd name="connsiteX26" fmla="*/ 259431 w 361670"/>
                <a:gd name="connsiteY26" fmla="*/ 226631 h 361333"/>
                <a:gd name="connsiteX27" fmla="*/ 260071 w 361670"/>
                <a:gd name="connsiteY27" fmla="*/ 227908 h 361333"/>
                <a:gd name="connsiteX28" fmla="*/ 279240 w 361670"/>
                <a:gd name="connsiteY28" fmla="*/ 280895 h 361333"/>
                <a:gd name="connsiteX29" fmla="*/ 277962 w 361670"/>
                <a:gd name="connsiteY29" fmla="*/ 28600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1" y="280257"/>
                    <a:pt x="361671" y="180667"/>
                  </a:cubicBezTo>
                  <a:cubicBezTo>
                    <a:pt x="361671" y="81076"/>
                    <a:pt x="281157" y="0"/>
                    <a:pt x="180835" y="0"/>
                  </a:cubicBezTo>
                  <a:close/>
                  <a:moveTo>
                    <a:pt x="277962" y="286002"/>
                  </a:moveTo>
                  <a:cubicBezTo>
                    <a:pt x="276684" y="287917"/>
                    <a:pt x="274767" y="288556"/>
                    <a:pt x="272850" y="288556"/>
                  </a:cubicBezTo>
                  <a:lnTo>
                    <a:pt x="260710" y="288556"/>
                  </a:lnTo>
                  <a:cubicBezTo>
                    <a:pt x="258792" y="288556"/>
                    <a:pt x="256876" y="287279"/>
                    <a:pt x="255597" y="286002"/>
                  </a:cubicBezTo>
                  <a:cubicBezTo>
                    <a:pt x="255597" y="286002"/>
                    <a:pt x="244096" y="270042"/>
                    <a:pt x="226843" y="270042"/>
                  </a:cubicBezTo>
                  <a:cubicBezTo>
                    <a:pt x="209590" y="270042"/>
                    <a:pt x="195532" y="286002"/>
                    <a:pt x="195532" y="286002"/>
                  </a:cubicBezTo>
                  <a:cubicBezTo>
                    <a:pt x="194254" y="287279"/>
                    <a:pt x="192337" y="288556"/>
                    <a:pt x="190420" y="288556"/>
                  </a:cubicBezTo>
                  <a:cubicBezTo>
                    <a:pt x="190420" y="288556"/>
                    <a:pt x="190420" y="288556"/>
                    <a:pt x="190420" y="288556"/>
                  </a:cubicBezTo>
                  <a:lnTo>
                    <a:pt x="173806" y="288556"/>
                  </a:lnTo>
                  <a:cubicBezTo>
                    <a:pt x="171889" y="288556"/>
                    <a:pt x="169972" y="287279"/>
                    <a:pt x="168695" y="286002"/>
                  </a:cubicBezTo>
                  <a:cubicBezTo>
                    <a:pt x="168695" y="286002"/>
                    <a:pt x="156553" y="269404"/>
                    <a:pt x="138662" y="269404"/>
                  </a:cubicBezTo>
                  <a:cubicBezTo>
                    <a:pt x="120131" y="269404"/>
                    <a:pt x="106712" y="286002"/>
                    <a:pt x="106712" y="286002"/>
                  </a:cubicBezTo>
                  <a:cubicBezTo>
                    <a:pt x="105434" y="287279"/>
                    <a:pt x="103517" y="288556"/>
                    <a:pt x="101600" y="288556"/>
                  </a:cubicBezTo>
                  <a:lnTo>
                    <a:pt x="89459" y="288556"/>
                  </a:lnTo>
                  <a:cubicBezTo>
                    <a:pt x="87542" y="288556"/>
                    <a:pt x="85625" y="287279"/>
                    <a:pt x="84347" y="286002"/>
                  </a:cubicBezTo>
                  <a:cubicBezTo>
                    <a:pt x="83069" y="284087"/>
                    <a:pt x="83069" y="282172"/>
                    <a:pt x="83708" y="280257"/>
                  </a:cubicBezTo>
                  <a:lnTo>
                    <a:pt x="103517" y="225993"/>
                  </a:lnTo>
                  <a:cubicBezTo>
                    <a:pt x="92654" y="211310"/>
                    <a:pt x="85625" y="194711"/>
                    <a:pt x="84986" y="170452"/>
                  </a:cubicBezTo>
                  <a:cubicBezTo>
                    <a:pt x="84347" y="144916"/>
                    <a:pt x="93932" y="121296"/>
                    <a:pt x="111824" y="102782"/>
                  </a:cubicBezTo>
                  <a:cubicBezTo>
                    <a:pt x="130355" y="84268"/>
                    <a:pt x="155276" y="73416"/>
                    <a:pt x="181474" y="73416"/>
                  </a:cubicBezTo>
                  <a:cubicBezTo>
                    <a:pt x="234511" y="73416"/>
                    <a:pt x="277962" y="116827"/>
                    <a:pt x="277962" y="169814"/>
                  </a:cubicBezTo>
                  <a:cubicBezTo>
                    <a:pt x="277962" y="190243"/>
                    <a:pt x="270934" y="210671"/>
                    <a:pt x="259431" y="226631"/>
                  </a:cubicBezTo>
                  <a:cubicBezTo>
                    <a:pt x="259431" y="227270"/>
                    <a:pt x="260071" y="227270"/>
                    <a:pt x="260071" y="227908"/>
                  </a:cubicBezTo>
                  <a:lnTo>
                    <a:pt x="279240" y="280895"/>
                  </a:lnTo>
                  <a:cubicBezTo>
                    <a:pt x="279240" y="282172"/>
                    <a:pt x="279240" y="284087"/>
                    <a:pt x="277962" y="286002"/>
                  </a:cubicBezTo>
                  <a:close/>
                </a:path>
              </a:pathLst>
            </a:custGeom>
            <a:solidFill>
              <a:srgbClr val="012169"/>
            </a:solidFill>
            <a:ln w="6390" cap="flat">
              <a:noFill/>
              <a:prstDash val="solid"/>
              <a:miter/>
            </a:ln>
          </p:spPr>
          <p:txBody>
            <a:bodyPr rtlCol="0" anchor="ctr"/>
            <a:lstStyle/>
            <a:p>
              <a:endParaRPr lang="en-US"/>
            </a:p>
          </p:txBody>
        </p:sp>
      </p:grpSp>
      <p:grpSp>
        <p:nvGrpSpPr>
          <p:cNvPr id="761" name="Graphic 4">
            <a:extLst>
              <a:ext uri="{FF2B5EF4-FFF2-40B4-BE49-F238E27FC236}">
                <a16:creationId xmlns:a16="http://schemas.microsoft.com/office/drawing/2014/main" id="{B87F94CA-AD0F-434E-9AD2-FAAA2F6D49EF}"/>
              </a:ext>
            </a:extLst>
          </p:cNvPr>
          <p:cNvGrpSpPr>
            <a:grpSpLocks noChangeAspect="1"/>
          </p:cNvGrpSpPr>
          <p:nvPr/>
        </p:nvGrpSpPr>
        <p:grpSpPr>
          <a:xfrm>
            <a:off x="9887149" y="4792617"/>
            <a:ext cx="361670" cy="361333"/>
            <a:chOff x="9887149" y="4792617"/>
            <a:chExt cx="361670" cy="361333"/>
          </a:xfrm>
          <a:solidFill>
            <a:srgbClr val="00A3E0"/>
          </a:solidFill>
        </p:grpSpPr>
        <p:sp>
          <p:nvSpPr>
            <p:cNvPr id="762" name="Graphic 4">
              <a:extLst>
                <a:ext uri="{FF2B5EF4-FFF2-40B4-BE49-F238E27FC236}">
                  <a16:creationId xmlns:a16="http://schemas.microsoft.com/office/drawing/2014/main" id="{F6638A11-BCDD-DC47-BEA6-C8C89CB765D6}"/>
                </a:ext>
              </a:extLst>
            </p:cNvPr>
            <p:cNvSpPr/>
            <p:nvPr/>
          </p:nvSpPr>
          <p:spPr>
            <a:xfrm>
              <a:off x="9887149"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4"/>
                    <a:pt x="180835" y="361334"/>
                  </a:cubicBezTo>
                  <a:cubicBezTo>
                    <a:pt x="281157" y="361334"/>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7"/>
                    <a:pt x="180835" y="13407"/>
                  </a:cubicBezTo>
                  <a:cubicBezTo>
                    <a:pt x="273489" y="13407"/>
                    <a:pt x="348890" y="88738"/>
                    <a:pt x="348890" y="181305"/>
                  </a:cubicBezTo>
                  <a:cubicBezTo>
                    <a:pt x="348890"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763" name="Graphic 4">
              <a:extLst>
                <a:ext uri="{FF2B5EF4-FFF2-40B4-BE49-F238E27FC236}">
                  <a16:creationId xmlns:a16="http://schemas.microsoft.com/office/drawing/2014/main" id="{9D203F9F-DDA1-A74B-9E4F-CDDFA928E801}"/>
                </a:ext>
              </a:extLst>
            </p:cNvPr>
            <p:cNvSpPr/>
            <p:nvPr/>
          </p:nvSpPr>
          <p:spPr>
            <a:xfrm>
              <a:off x="9982359" y="4911998"/>
              <a:ext cx="46007" cy="45964"/>
            </a:xfrm>
            <a:custGeom>
              <a:avLst/>
              <a:gdLst>
                <a:gd name="connsiteX0" fmla="*/ 46008 w 46007"/>
                <a:gd name="connsiteY0" fmla="*/ 22982 h 45964"/>
                <a:gd name="connsiteX1" fmla="*/ 23004 w 46007"/>
                <a:gd name="connsiteY1" fmla="*/ 45965 h 45964"/>
                <a:gd name="connsiteX2" fmla="*/ 0 w 46007"/>
                <a:gd name="connsiteY2" fmla="*/ 22982 h 45964"/>
                <a:gd name="connsiteX3" fmla="*/ 23004 w 46007"/>
                <a:gd name="connsiteY3" fmla="*/ 0 h 45964"/>
                <a:gd name="connsiteX4" fmla="*/ 46008 w 46007"/>
                <a:gd name="connsiteY4" fmla="*/ 22982 h 45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07" h="45964">
                  <a:moveTo>
                    <a:pt x="46008" y="22982"/>
                  </a:moveTo>
                  <a:cubicBezTo>
                    <a:pt x="46008" y="35675"/>
                    <a:pt x="35708" y="45965"/>
                    <a:pt x="23004" y="45965"/>
                  </a:cubicBezTo>
                  <a:cubicBezTo>
                    <a:pt x="10299" y="45965"/>
                    <a:pt x="0" y="35675"/>
                    <a:pt x="0" y="22982"/>
                  </a:cubicBezTo>
                  <a:cubicBezTo>
                    <a:pt x="0" y="10290"/>
                    <a:pt x="10300" y="0"/>
                    <a:pt x="23004" y="0"/>
                  </a:cubicBezTo>
                  <a:cubicBezTo>
                    <a:pt x="35709" y="0"/>
                    <a:pt x="46008" y="10290"/>
                    <a:pt x="46008" y="22982"/>
                  </a:cubicBezTo>
                  <a:close/>
                </a:path>
              </a:pathLst>
            </a:custGeom>
            <a:solidFill>
              <a:srgbClr val="00A3E0"/>
            </a:solidFill>
            <a:ln w="6390" cap="flat">
              <a:noFill/>
              <a:prstDash val="solid"/>
              <a:miter/>
            </a:ln>
          </p:spPr>
          <p:txBody>
            <a:bodyPr rtlCol="0" anchor="ctr"/>
            <a:lstStyle/>
            <a:p>
              <a:endParaRPr lang="en-US"/>
            </a:p>
          </p:txBody>
        </p:sp>
        <p:sp>
          <p:nvSpPr>
            <p:cNvPr id="764" name="Graphic 4">
              <a:extLst>
                <a:ext uri="{FF2B5EF4-FFF2-40B4-BE49-F238E27FC236}">
                  <a16:creationId xmlns:a16="http://schemas.microsoft.com/office/drawing/2014/main" id="{4CD62E73-231E-1F48-8349-4CFACE3E82CD}"/>
                </a:ext>
              </a:extLst>
            </p:cNvPr>
            <p:cNvSpPr/>
            <p:nvPr/>
          </p:nvSpPr>
          <p:spPr>
            <a:xfrm>
              <a:off x="10099295" y="4905175"/>
              <a:ext cx="54598" cy="63640"/>
            </a:xfrm>
            <a:custGeom>
              <a:avLst/>
              <a:gdLst>
                <a:gd name="connsiteX0" fmla="*/ 3195 w 54598"/>
                <a:gd name="connsiteY0" fmla="*/ 38104 h 63640"/>
                <a:gd name="connsiteX1" fmla="*/ 44730 w 54598"/>
                <a:gd name="connsiteY1" fmla="*/ 63002 h 63640"/>
                <a:gd name="connsiteX2" fmla="*/ 47925 w 54598"/>
                <a:gd name="connsiteY2" fmla="*/ 63640 h 63640"/>
                <a:gd name="connsiteX3" fmla="*/ 53676 w 54598"/>
                <a:gd name="connsiteY3" fmla="*/ 60448 h 63640"/>
                <a:gd name="connsiteX4" fmla="*/ 51758 w 54598"/>
                <a:gd name="connsiteY4" fmla="*/ 51511 h 63640"/>
                <a:gd name="connsiteX5" fmla="*/ 19170 w 54598"/>
                <a:gd name="connsiteY5" fmla="*/ 31720 h 63640"/>
                <a:gd name="connsiteX6" fmla="*/ 51119 w 54598"/>
                <a:gd name="connsiteY6" fmla="*/ 11930 h 63640"/>
                <a:gd name="connsiteX7" fmla="*/ 53037 w 54598"/>
                <a:gd name="connsiteY7" fmla="*/ 2993 h 63640"/>
                <a:gd name="connsiteX8" fmla="*/ 44091 w 54598"/>
                <a:gd name="connsiteY8" fmla="*/ 1077 h 63640"/>
                <a:gd name="connsiteX9" fmla="*/ 3195 w 54598"/>
                <a:gd name="connsiteY9" fmla="*/ 25975 h 63640"/>
                <a:gd name="connsiteX10" fmla="*/ 0 w 54598"/>
                <a:gd name="connsiteY10" fmla="*/ 31720 h 63640"/>
                <a:gd name="connsiteX11" fmla="*/ 3195 w 54598"/>
                <a:gd name="connsiteY11" fmla="*/ 38104 h 6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598" h="63640">
                  <a:moveTo>
                    <a:pt x="3195" y="38104"/>
                  </a:moveTo>
                  <a:lnTo>
                    <a:pt x="44730" y="63002"/>
                  </a:lnTo>
                  <a:cubicBezTo>
                    <a:pt x="46007" y="63640"/>
                    <a:pt x="46647" y="63640"/>
                    <a:pt x="47925" y="63640"/>
                  </a:cubicBezTo>
                  <a:cubicBezTo>
                    <a:pt x="49842" y="63640"/>
                    <a:pt x="52397" y="62364"/>
                    <a:pt x="53676" y="60448"/>
                  </a:cubicBezTo>
                  <a:cubicBezTo>
                    <a:pt x="55592" y="57256"/>
                    <a:pt x="54314" y="53426"/>
                    <a:pt x="51758" y="51511"/>
                  </a:cubicBezTo>
                  <a:lnTo>
                    <a:pt x="19170" y="31720"/>
                  </a:lnTo>
                  <a:lnTo>
                    <a:pt x="51119" y="11930"/>
                  </a:lnTo>
                  <a:cubicBezTo>
                    <a:pt x="54314" y="10015"/>
                    <a:pt x="54953" y="6185"/>
                    <a:pt x="53037" y="2993"/>
                  </a:cubicBezTo>
                  <a:cubicBezTo>
                    <a:pt x="51119" y="-199"/>
                    <a:pt x="47286" y="-838"/>
                    <a:pt x="44091" y="1077"/>
                  </a:cubicBezTo>
                  <a:lnTo>
                    <a:pt x="3195" y="25975"/>
                  </a:lnTo>
                  <a:cubicBezTo>
                    <a:pt x="1278" y="27252"/>
                    <a:pt x="0" y="29167"/>
                    <a:pt x="0" y="31720"/>
                  </a:cubicBezTo>
                  <a:cubicBezTo>
                    <a:pt x="0" y="34912"/>
                    <a:pt x="1278" y="36828"/>
                    <a:pt x="3195" y="38104"/>
                  </a:cubicBezTo>
                  <a:close/>
                </a:path>
              </a:pathLst>
            </a:custGeom>
            <a:solidFill>
              <a:srgbClr val="00A3E0"/>
            </a:solidFill>
            <a:ln w="6390" cap="flat">
              <a:noFill/>
              <a:prstDash val="solid"/>
              <a:miter/>
            </a:ln>
          </p:spPr>
          <p:txBody>
            <a:bodyPr rtlCol="0" anchor="ctr"/>
            <a:lstStyle/>
            <a:p>
              <a:endParaRPr lang="en-US"/>
            </a:p>
          </p:txBody>
        </p:sp>
        <p:sp>
          <p:nvSpPr>
            <p:cNvPr id="765" name="Graphic 4">
              <a:extLst>
                <a:ext uri="{FF2B5EF4-FFF2-40B4-BE49-F238E27FC236}">
                  <a16:creationId xmlns:a16="http://schemas.microsoft.com/office/drawing/2014/main" id="{A4DD9B00-A153-5A4A-B72B-57280EA5140B}"/>
                </a:ext>
              </a:extLst>
            </p:cNvPr>
            <p:cNvSpPr/>
            <p:nvPr/>
          </p:nvSpPr>
          <p:spPr>
            <a:xfrm>
              <a:off x="9970382" y="5015388"/>
              <a:ext cx="195398" cy="59401"/>
            </a:xfrm>
            <a:custGeom>
              <a:avLst/>
              <a:gdLst>
                <a:gd name="connsiteX0" fmla="*/ 183867 w 195398"/>
                <a:gd name="connsiteY0" fmla="*/ 2584 h 59401"/>
                <a:gd name="connsiteX1" fmla="*/ 97603 w 195398"/>
                <a:gd name="connsiteY1" fmla="*/ 46633 h 59401"/>
                <a:gd name="connsiteX2" fmla="*/ 11338 w 195398"/>
                <a:gd name="connsiteY2" fmla="*/ 2584 h 59401"/>
                <a:gd name="connsiteX3" fmla="*/ 2392 w 195398"/>
                <a:gd name="connsiteY3" fmla="*/ 1307 h 59401"/>
                <a:gd name="connsiteX4" fmla="*/ 1115 w 195398"/>
                <a:gd name="connsiteY4" fmla="*/ 10244 h 59401"/>
                <a:gd name="connsiteX5" fmla="*/ 97603 w 195398"/>
                <a:gd name="connsiteY5" fmla="*/ 59401 h 59401"/>
                <a:gd name="connsiteX6" fmla="*/ 194090 w 195398"/>
                <a:gd name="connsiteY6" fmla="*/ 10244 h 59401"/>
                <a:gd name="connsiteX7" fmla="*/ 192813 w 195398"/>
                <a:gd name="connsiteY7" fmla="*/ 1307 h 59401"/>
                <a:gd name="connsiteX8" fmla="*/ 183867 w 195398"/>
                <a:gd name="connsiteY8" fmla="*/ 2584 h 59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398" h="59401">
                  <a:moveTo>
                    <a:pt x="183867" y="2584"/>
                  </a:moveTo>
                  <a:cubicBezTo>
                    <a:pt x="162141" y="30673"/>
                    <a:pt x="130831" y="46633"/>
                    <a:pt x="97603" y="46633"/>
                  </a:cubicBezTo>
                  <a:cubicBezTo>
                    <a:pt x="64375" y="46633"/>
                    <a:pt x="32426" y="30673"/>
                    <a:pt x="11338" y="2584"/>
                  </a:cubicBezTo>
                  <a:cubicBezTo>
                    <a:pt x="9422" y="30"/>
                    <a:pt x="4948" y="-608"/>
                    <a:pt x="2392" y="1307"/>
                  </a:cubicBezTo>
                  <a:cubicBezTo>
                    <a:pt x="-163" y="3222"/>
                    <a:pt x="-803" y="7691"/>
                    <a:pt x="1115" y="10244"/>
                  </a:cubicBezTo>
                  <a:cubicBezTo>
                    <a:pt x="24757" y="41526"/>
                    <a:pt x="59902" y="59401"/>
                    <a:pt x="97603" y="59401"/>
                  </a:cubicBezTo>
                  <a:cubicBezTo>
                    <a:pt x="135303" y="59401"/>
                    <a:pt x="170448" y="41526"/>
                    <a:pt x="194090" y="10244"/>
                  </a:cubicBezTo>
                  <a:cubicBezTo>
                    <a:pt x="196008" y="7691"/>
                    <a:pt x="196008" y="3222"/>
                    <a:pt x="192813" y="1307"/>
                  </a:cubicBezTo>
                  <a:cubicBezTo>
                    <a:pt x="190257" y="-608"/>
                    <a:pt x="185784" y="-608"/>
                    <a:pt x="183867" y="2584"/>
                  </a:cubicBezTo>
                  <a:close/>
                </a:path>
              </a:pathLst>
            </a:custGeom>
            <a:solidFill>
              <a:srgbClr val="00A3E0"/>
            </a:solidFill>
            <a:ln w="6390" cap="flat">
              <a:noFill/>
              <a:prstDash val="solid"/>
              <a:miter/>
            </a:ln>
          </p:spPr>
          <p:txBody>
            <a:bodyPr rtlCol="0" anchor="ctr"/>
            <a:lstStyle/>
            <a:p>
              <a:endParaRPr lang="en-US"/>
            </a:p>
          </p:txBody>
        </p:sp>
      </p:grpSp>
      <p:sp>
        <p:nvSpPr>
          <p:cNvPr id="766" name="Graphic 4">
            <a:extLst>
              <a:ext uri="{FF2B5EF4-FFF2-40B4-BE49-F238E27FC236}">
                <a16:creationId xmlns:a16="http://schemas.microsoft.com/office/drawing/2014/main" id="{754661E6-3875-4247-92A6-A50E03CCA77C}"/>
              </a:ext>
            </a:extLst>
          </p:cNvPr>
          <p:cNvSpPr>
            <a:spLocks noChangeAspect="1"/>
          </p:cNvSpPr>
          <p:nvPr/>
        </p:nvSpPr>
        <p:spPr>
          <a:xfrm>
            <a:off x="10324860"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215979 w 361670"/>
              <a:gd name="connsiteY5" fmla="*/ 139809 h 361333"/>
              <a:gd name="connsiteX6" fmla="*/ 256875 w 361670"/>
              <a:gd name="connsiteY6" fmla="*/ 114912 h 361333"/>
              <a:gd name="connsiteX7" fmla="*/ 265821 w 361670"/>
              <a:gd name="connsiteY7" fmla="*/ 116827 h 361333"/>
              <a:gd name="connsiteX8" fmla="*/ 263904 w 361670"/>
              <a:gd name="connsiteY8" fmla="*/ 125765 h 361333"/>
              <a:gd name="connsiteX9" fmla="*/ 231954 w 361670"/>
              <a:gd name="connsiteY9" fmla="*/ 145555 h 361333"/>
              <a:gd name="connsiteX10" fmla="*/ 264543 w 361670"/>
              <a:gd name="connsiteY10" fmla="*/ 165345 h 361333"/>
              <a:gd name="connsiteX11" fmla="*/ 266460 w 361670"/>
              <a:gd name="connsiteY11" fmla="*/ 174283 h 361333"/>
              <a:gd name="connsiteX12" fmla="*/ 260709 w 361670"/>
              <a:gd name="connsiteY12" fmla="*/ 177475 h 361333"/>
              <a:gd name="connsiteX13" fmla="*/ 257514 w 361670"/>
              <a:gd name="connsiteY13" fmla="*/ 176836 h 361333"/>
              <a:gd name="connsiteX14" fmla="*/ 215979 w 361670"/>
              <a:gd name="connsiteY14" fmla="*/ 151939 h 361333"/>
              <a:gd name="connsiteX15" fmla="*/ 212784 w 361670"/>
              <a:gd name="connsiteY15" fmla="*/ 146193 h 361333"/>
              <a:gd name="connsiteX16" fmla="*/ 215979 w 361670"/>
              <a:gd name="connsiteY16" fmla="*/ 139809 h 361333"/>
              <a:gd name="connsiteX17" fmla="*/ 118214 w 361670"/>
              <a:gd name="connsiteY17" fmla="*/ 119381 h 361333"/>
              <a:gd name="connsiteX18" fmla="*/ 141217 w 361670"/>
              <a:gd name="connsiteY18" fmla="*/ 142363 h 361333"/>
              <a:gd name="connsiteX19" fmla="*/ 118214 w 361670"/>
              <a:gd name="connsiteY19" fmla="*/ 165345 h 361333"/>
              <a:gd name="connsiteX20" fmla="*/ 95209 w 361670"/>
              <a:gd name="connsiteY20" fmla="*/ 142363 h 361333"/>
              <a:gd name="connsiteX21" fmla="*/ 118214 w 361670"/>
              <a:gd name="connsiteY21" fmla="*/ 119381 h 361333"/>
              <a:gd name="connsiteX22" fmla="*/ 277323 w 361670"/>
              <a:gd name="connsiteY22" fmla="*/ 233015 h 361333"/>
              <a:gd name="connsiteX23" fmla="*/ 180835 w 361670"/>
              <a:gd name="connsiteY23" fmla="*/ 282172 h 361333"/>
              <a:gd name="connsiteX24" fmla="*/ 84347 w 361670"/>
              <a:gd name="connsiteY24" fmla="*/ 233015 h 361333"/>
              <a:gd name="connsiteX25" fmla="*/ 85625 w 361670"/>
              <a:gd name="connsiteY25" fmla="*/ 224078 h 361333"/>
              <a:gd name="connsiteX26" fmla="*/ 94571 w 361670"/>
              <a:gd name="connsiteY26" fmla="*/ 225355 h 361333"/>
              <a:gd name="connsiteX27" fmla="*/ 180835 w 361670"/>
              <a:gd name="connsiteY27" fmla="*/ 269404 h 361333"/>
              <a:gd name="connsiteX28" fmla="*/ 267099 w 361670"/>
              <a:gd name="connsiteY28" fmla="*/ 225355 h 361333"/>
              <a:gd name="connsiteX29" fmla="*/ 276045 w 361670"/>
              <a:gd name="connsiteY29" fmla="*/ 224078 h 361333"/>
              <a:gd name="connsiteX30" fmla="*/ 277323 w 361670"/>
              <a:gd name="connsiteY30" fmla="*/ 23301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1670" h="361333">
                <a:moveTo>
                  <a:pt x="180835" y="0"/>
                </a:moveTo>
                <a:cubicBezTo>
                  <a:pt x="80513" y="0"/>
                  <a:pt x="0" y="81077"/>
                  <a:pt x="0" y="180667"/>
                </a:cubicBezTo>
                <a:cubicBezTo>
                  <a:pt x="0" y="280257"/>
                  <a:pt x="81152" y="361334"/>
                  <a:pt x="180835" y="361334"/>
                </a:cubicBezTo>
                <a:cubicBezTo>
                  <a:pt x="280518" y="361334"/>
                  <a:pt x="361670" y="280257"/>
                  <a:pt x="361670" y="180667"/>
                </a:cubicBezTo>
                <a:cubicBezTo>
                  <a:pt x="361670" y="81077"/>
                  <a:pt x="281157" y="0"/>
                  <a:pt x="180835" y="0"/>
                </a:cubicBezTo>
                <a:close/>
                <a:moveTo>
                  <a:pt x="215979" y="139809"/>
                </a:moveTo>
                <a:lnTo>
                  <a:pt x="256875" y="114912"/>
                </a:lnTo>
                <a:cubicBezTo>
                  <a:pt x="260070" y="112997"/>
                  <a:pt x="263904" y="114273"/>
                  <a:pt x="265821" y="116827"/>
                </a:cubicBezTo>
                <a:cubicBezTo>
                  <a:pt x="267738" y="120019"/>
                  <a:pt x="266460" y="123849"/>
                  <a:pt x="263904" y="125765"/>
                </a:cubicBezTo>
                <a:lnTo>
                  <a:pt x="231954" y="145555"/>
                </a:lnTo>
                <a:lnTo>
                  <a:pt x="264543" y="165345"/>
                </a:lnTo>
                <a:cubicBezTo>
                  <a:pt x="267738" y="167260"/>
                  <a:pt x="268377" y="171091"/>
                  <a:pt x="266460" y="174283"/>
                </a:cubicBezTo>
                <a:cubicBezTo>
                  <a:pt x="265182" y="176198"/>
                  <a:pt x="263265" y="177475"/>
                  <a:pt x="260709" y="177475"/>
                </a:cubicBezTo>
                <a:cubicBezTo>
                  <a:pt x="259431" y="177475"/>
                  <a:pt x="258153" y="177475"/>
                  <a:pt x="257514" y="176836"/>
                </a:cubicBezTo>
                <a:lnTo>
                  <a:pt x="215979" y="151939"/>
                </a:lnTo>
                <a:cubicBezTo>
                  <a:pt x="214063" y="150662"/>
                  <a:pt x="212784" y="148747"/>
                  <a:pt x="212784" y="146193"/>
                </a:cubicBezTo>
                <a:cubicBezTo>
                  <a:pt x="212784" y="143001"/>
                  <a:pt x="214063" y="141086"/>
                  <a:pt x="215979" y="139809"/>
                </a:cubicBezTo>
                <a:close/>
                <a:moveTo>
                  <a:pt x="118214" y="119381"/>
                </a:moveTo>
                <a:cubicBezTo>
                  <a:pt x="130994" y="119381"/>
                  <a:pt x="141217" y="129595"/>
                  <a:pt x="141217" y="142363"/>
                </a:cubicBezTo>
                <a:cubicBezTo>
                  <a:pt x="141217" y="155131"/>
                  <a:pt x="130994" y="165345"/>
                  <a:pt x="118214" y="165345"/>
                </a:cubicBezTo>
                <a:cubicBezTo>
                  <a:pt x="105434" y="165345"/>
                  <a:pt x="95209" y="155131"/>
                  <a:pt x="95209" y="142363"/>
                </a:cubicBezTo>
                <a:cubicBezTo>
                  <a:pt x="95209" y="129595"/>
                  <a:pt x="105434" y="119381"/>
                  <a:pt x="118214" y="119381"/>
                </a:cubicBezTo>
                <a:close/>
                <a:moveTo>
                  <a:pt x="277323" y="233015"/>
                </a:moveTo>
                <a:cubicBezTo>
                  <a:pt x="253680" y="264297"/>
                  <a:pt x="218536" y="282172"/>
                  <a:pt x="180835" y="282172"/>
                </a:cubicBezTo>
                <a:cubicBezTo>
                  <a:pt x="143134" y="282172"/>
                  <a:pt x="107989" y="264297"/>
                  <a:pt x="84347" y="233015"/>
                </a:cubicBezTo>
                <a:cubicBezTo>
                  <a:pt x="82430" y="230462"/>
                  <a:pt x="82430" y="225993"/>
                  <a:pt x="85625" y="224078"/>
                </a:cubicBezTo>
                <a:cubicBezTo>
                  <a:pt x="88181" y="222163"/>
                  <a:pt x="92654" y="222801"/>
                  <a:pt x="94571" y="225355"/>
                </a:cubicBezTo>
                <a:cubicBezTo>
                  <a:pt x="116297" y="253444"/>
                  <a:pt x="147607" y="269404"/>
                  <a:pt x="180835" y="269404"/>
                </a:cubicBezTo>
                <a:cubicBezTo>
                  <a:pt x="214063" y="269404"/>
                  <a:pt x="246013" y="253444"/>
                  <a:pt x="267099" y="225355"/>
                </a:cubicBezTo>
                <a:cubicBezTo>
                  <a:pt x="269016" y="222801"/>
                  <a:pt x="273489" y="222163"/>
                  <a:pt x="276045" y="224078"/>
                </a:cubicBezTo>
                <a:cubicBezTo>
                  <a:pt x="279240" y="225993"/>
                  <a:pt x="279879" y="230462"/>
                  <a:pt x="277323" y="233015"/>
                </a:cubicBezTo>
                <a:close/>
              </a:path>
            </a:pathLst>
          </a:custGeom>
          <a:solidFill>
            <a:srgbClr val="00A3E0"/>
          </a:solidFill>
          <a:ln w="6390" cap="flat">
            <a:noFill/>
            <a:prstDash val="solid"/>
            <a:miter/>
          </a:ln>
        </p:spPr>
        <p:txBody>
          <a:bodyPr rtlCol="0" anchor="ctr"/>
          <a:lstStyle/>
          <a:p>
            <a:endParaRPr lang="en-US"/>
          </a:p>
        </p:txBody>
      </p:sp>
      <p:grpSp>
        <p:nvGrpSpPr>
          <p:cNvPr id="767" name="Graphic 4">
            <a:extLst>
              <a:ext uri="{FF2B5EF4-FFF2-40B4-BE49-F238E27FC236}">
                <a16:creationId xmlns:a16="http://schemas.microsoft.com/office/drawing/2014/main" id="{434EA297-0A50-CF47-A8EF-B5D797784A30}"/>
              </a:ext>
            </a:extLst>
          </p:cNvPr>
          <p:cNvGrpSpPr>
            <a:grpSpLocks noChangeAspect="1"/>
          </p:cNvGrpSpPr>
          <p:nvPr/>
        </p:nvGrpSpPr>
        <p:grpSpPr>
          <a:xfrm>
            <a:off x="9887149" y="3339623"/>
            <a:ext cx="361670" cy="361333"/>
            <a:chOff x="9887149" y="3339623"/>
            <a:chExt cx="361670" cy="361333"/>
          </a:xfrm>
          <a:solidFill>
            <a:srgbClr val="00A3E0"/>
          </a:solidFill>
        </p:grpSpPr>
        <p:sp>
          <p:nvSpPr>
            <p:cNvPr id="768" name="Graphic 4">
              <a:extLst>
                <a:ext uri="{FF2B5EF4-FFF2-40B4-BE49-F238E27FC236}">
                  <a16:creationId xmlns:a16="http://schemas.microsoft.com/office/drawing/2014/main" id="{C9F0784D-197B-AA4C-B77D-4CD945B0E374}"/>
                </a:ext>
              </a:extLst>
            </p:cNvPr>
            <p:cNvSpPr/>
            <p:nvPr/>
          </p:nvSpPr>
          <p:spPr>
            <a:xfrm>
              <a:off x="9887149"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769" name="Graphic 4">
              <a:extLst>
                <a:ext uri="{FF2B5EF4-FFF2-40B4-BE49-F238E27FC236}">
                  <a16:creationId xmlns:a16="http://schemas.microsoft.com/office/drawing/2014/main" id="{4E1E4426-F324-FC4D-BC4A-4FCB921F36CF}"/>
                </a:ext>
              </a:extLst>
            </p:cNvPr>
            <p:cNvSpPr/>
            <p:nvPr/>
          </p:nvSpPr>
          <p:spPr>
            <a:xfrm>
              <a:off x="9973101" y="3432191"/>
              <a:ext cx="189104" cy="176197"/>
            </a:xfrm>
            <a:custGeom>
              <a:avLst/>
              <a:gdLst>
                <a:gd name="connsiteX0" fmla="*/ 183704 w 189104"/>
                <a:gd name="connsiteY0" fmla="*/ 7022 h 176197"/>
                <a:gd name="connsiteX1" fmla="*/ 129390 w 189104"/>
                <a:gd name="connsiteY1" fmla="*/ 7022 h 176197"/>
                <a:gd name="connsiteX2" fmla="*/ 108942 w 189104"/>
                <a:gd name="connsiteY2" fmla="*/ 0 h 176197"/>
                <a:gd name="connsiteX3" fmla="*/ 47598 w 189104"/>
                <a:gd name="connsiteY3" fmla="*/ 0 h 176197"/>
                <a:gd name="connsiteX4" fmla="*/ 15648 w 189104"/>
                <a:gd name="connsiteY4" fmla="*/ 13406 h 176197"/>
                <a:gd name="connsiteX5" fmla="*/ 313 w 189104"/>
                <a:gd name="connsiteY5" fmla="*/ 74693 h 176197"/>
                <a:gd name="connsiteX6" fmla="*/ 40569 w 189104"/>
                <a:gd name="connsiteY6" fmla="*/ 114912 h 176197"/>
                <a:gd name="connsiteX7" fmla="*/ 65490 w 189104"/>
                <a:gd name="connsiteY7" fmla="*/ 114912 h 176197"/>
                <a:gd name="connsiteX8" fmla="*/ 54628 w 189104"/>
                <a:gd name="connsiteY8" fmla="*/ 147470 h 176197"/>
                <a:gd name="connsiteX9" fmla="*/ 62934 w 189104"/>
                <a:gd name="connsiteY9" fmla="*/ 174283 h 176197"/>
                <a:gd name="connsiteX10" fmla="*/ 67407 w 189104"/>
                <a:gd name="connsiteY10" fmla="*/ 176198 h 176197"/>
                <a:gd name="connsiteX11" fmla="*/ 67407 w 189104"/>
                <a:gd name="connsiteY11" fmla="*/ 176198 h 176197"/>
                <a:gd name="connsiteX12" fmla="*/ 71880 w 189104"/>
                <a:gd name="connsiteY12" fmla="*/ 174283 h 176197"/>
                <a:gd name="connsiteX13" fmla="*/ 132584 w 189104"/>
                <a:gd name="connsiteY13" fmla="*/ 104059 h 176197"/>
                <a:gd name="connsiteX14" fmla="*/ 132584 w 189104"/>
                <a:gd name="connsiteY14" fmla="*/ 104059 h 176197"/>
                <a:gd name="connsiteX15" fmla="*/ 132584 w 189104"/>
                <a:gd name="connsiteY15" fmla="*/ 104059 h 176197"/>
                <a:gd name="connsiteX16" fmla="*/ 138336 w 189104"/>
                <a:gd name="connsiteY16" fmla="*/ 94483 h 176197"/>
                <a:gd name="connsiteX17" fmla="*/ 182426 w 189104"/>
                <a:gd name="connsiteY17" fmla="*/ 94483 h 176197"/>
                <a:gd name="connsiteX18" fmla="*/ 188816 w 189104"/>
                <a:gd name="connsiteY18" fmla="*/ 88099 h 176197"/>
                <a:gd name="connsiteX19" fmla="*/ 188816 w 189104"/>
                <a:gd name="connsiteY19" fmla="*/ 13406 h 176197"/>
                <a:gd name="connsiteX20" fmla="*/ 183704 w 189104"/>
                <a:gd name="connsiteY20" fmla="*/ 7022 h 176197"/>
                <a:gd name="connsiteX21" fmla="*/ 68685 w 189104"/>
                <a:gd name="connsiteY21" fmla="*/ 160238 h 176197"/>
                <a:gd name="connsiteX22" fmla="*/ 67407 w 189104"/>
                <a:gd name="connsiteY22" fmla="*/ 151939 h 176197"/>
                <a:gd name="connsiteX23" fmla="*/ 80826 w 189104"/>
                <a:gd name="connsiteY23" fmla="*/ 111081 h 176197"/>
                <a:gd name="connsiteX24" fmla="*/ 80826 w 189104"/>
                <a:gd name="connsiteY24" fmla="*/ 109805 h 176197"/>
                <a:gd name="connsiteX25" fmla="*/ 80826 w 189104"/>
                <a:gd name="connsiteY25" fmla="*/ 108528 h 176197"/>
                <a:gd name="connsiteX26" fmla="*/ 80826 w 189104"/>
                <a:gd name="connsiteY26" fmla="*/ 108528 h 176197"/>
                <a:gd name="connsiteX27" fmla="*/ 80826 w 189104"/>
                <a:gd name="connsiteY27" fmla="*/ 107251 h 176197"/>
                <a:gd name="connsiteX28" fmla="*/ 80826 w 189104"/>
                <a:gd name="connsiteY28" fmla="*/ 105974 h 176197"/>
                <a:gd name="connsiteX29" fmla="*/ 80187 w 189104"/>
                <a:gd name="connsiteY29" fmla="*/ 104697 h 176197"/>
                <a:gd name="connsiteX30" fmla="*/ 79548 w 189104"/>
                <a:gd name="connsiteY30" fmla="*/ 104059 h 176197"/>
                <a:gd name="connsiteX31" fmla="*/ 78270 w 189104"/>
                <a:gd name="connsiteY31" fmla="*/ 103421 h 176197"/>
                <a:gd name="connsiteX32" fmla="*/ 76992 w 189104"/>
                <a:gd name="connsiteY32" fmla="*/ 102782 h 176197"/>
                <a:gd name="connsiteX33" fmla="*/ 76992 w 189104"/>
                <a:gd name="connsiteY33" fmla="*/ 102782 h 176197"/>
                <a:gd name="connsiteX34" fmla="*/ 75714 w 189104"/>
                <a:gd name="connsiteY34" fmla="*/ 102782 h 176197"/>
                <a:gd name="connsiteX35" fmla="*/ 74436 w 189104"/>
                <a:gd name="connsiteY35" fmla="*/ 102782 h 176197"/>
                <a:gd name="connsiteX36" fmla="*/ 40569 w 189104"/>
                <a:gd name="connsiteY36" fmla="*/ 102782 h 176197"/>
                <a:gd name="connsiteX37" fmla="*/ 13093 w 189104"/>
                <a:gd name="connsiteY37" fmla="*/ 74693 h 176197"/>
                <a:gd name="connsiteX38" fmla="*/ 25233 w 189104"/>
                <a:gd name="connsiteY38" fmla="*/ 22982 h 176197"/>
                <a:gd name="connsiteX39" fmla="*/ 47598 w 189104"/>
                <a:gd name="connsiteY39" fmla="*/ 14045 h 176197"/>
                <a:gd name="connsiteX40" fmla="*/ 108942 w 189104"/>
                <a:gd name="connsiteY40" fmla="*/ 14045 h 176197"/>
                <a:gd name="connsiteX41" fmla="*/ 129390 w 189104"/>
                <a:gd name="connsiteY41" fmla="*/ 35112 h 176197"/>
                <a:gd name="connsiteX42" fmla="*/ 129390 w 189104"/>
                <a:gd name="connsiteY42" fmla="*/ 82354 h 176197"/>
                <a:gd name="connsiteX43" fmla="*/ 123638 w 189104"/>
                <a:gd name="connsiteY43" fmla="*/ 97037 h 176197"/>
                <a:gd name="connsiteX44" fmla="*/ 123638 w 189104"/>
                <a:gd name="connsiteY44" fmla="*/ 97037 h 176197"/>
                <a:gd name="connsiteX45" fmla="*/ 68685 w 189104"/>
                <a:gd name="connsiteY45" fmla="*/ 160238 h 176197"/>
                <a:gd name="connsiteX46" fmla="*/ 177314 w 189104"/>
                <a:gd name="connsiteY46" fmla="*/ 82354 h 176197"/>
                <a:gd name="connsiteX47" fmla="*/ 142169 w 189104"/>
                <a:gd name="connsiteY47" fmla="*/ 82354 h 176197"/>
                <a:gd name="connsiteX48" fmla="*/ 142169 w 189104"/>
                <a:gd name="connsiteY48" fmla="*/ 81715 h 176197"/>
                <a:gd name="connsiteX49" fmla="*/ 142169 w 189104"/>
                <a:gd name="connsiteY49" fmla="*/ 34474 h 176197"/>
                <a:gd name="connsiteX50" fmla="*/ 139613 w 189104"/>
                <a:gd name="connsiteY50" fmla="*/ 20429 h 176197"/>
                <a:gd name="connsiteX51" fmla="*/ 177314 w 189104"/>
                <a:gd name="connsiteY51" fmla="*/ 20429 h 176197"/>
                <a:gd name="connsiteX52" fmla="*/ 177314 w 189104"/>
                <a:gd name="connsiteY52" fmla="*/ 82354 h 176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89104" h="176197">
                  <a:moveTo>
                    <a:pt x="183704" y="7022"/>
                  </a:moveTo>
                  <a:lnTo>
                    <a:pt x="129390" y="7022"/>
                  </a:lnTo>
                  <a:cubicBezTo>
                    <a:pt x="123638" y="2554"/>
                    <a:pt x="116610" y="0"/>
                    <a:pt x="108942" y="0"/>
                  </a:cubicBezTo>
                  <a:lnTo>
                    <a:pt x="47598" y="0"/>
                  </a:lnTo>
                  <a:cubicBezTo>
                    <a:pt x="34179" y="0"/>
                    <a:pt x="23956" y="4469"/>
                    <a:pt x="15648" y="13406"/>
                  </a:cubicBezTo>
                  <a:cubicBezTo>
                    <a:pt x="-3521" y="34474"/>
                    <a:pt x="313" y="73416"/>
                    <a:pt x="313" y="74693"/>
                  </a:cubicBezTo>
                  <a:cubicBezTo>
                    <a:pt x="313" y="94483"/>
                    <a:pt x="21399" y="114912"/>
                    <a:pt x="40569" y="114912"/>
                  </a:cubicBezTo>
                  <a:lnTo>
                    <a:pt x="65490" y="114912"/>
                  </a:lnTo>
                  <a:lnTo>
                    <a:pt x="54628" y="147470"/>
                  </a:lnTo>
                  <a:cubicBezTo>
                    <a:pt x="50793" y="161515"/>
                    <a:pt x="62295" y="173644"/>
                    <a:pt x="62934" y="174283"/>
                  </a:cubicBezTo>
                  <a:cubicBezTo>
                    <a:pt x="64212" y="175560"/>
                    <a:pt x="65490" y="176198"/>
                    <a:pt x="67407" y="176198"/>
                  </a:cubicBezTo>
                  <a:cubicBezTo>
                    <a:pt x="67407" y="176198"/>
                    <a:pt x="67407" y="176198"/>
                    <a:pt x="67407" y="176198"/>
                  </a:cubicBezTo>
                  <a:cubicBezTo>
                    <a:pt x="69324" y="176198"/>
                    <a:pt x="70602" y="175560"/>
                    <a:pt x="71880" y="174283"/>
                  </a:cubicBezTo>
                  <a:lnTo>
                    <a:pt x="132584" y="104059"/>
                  </a:lnTo>
                  <a:cubicBezTo>
                    <a:pt x="132584" y="104059"/>
                    <a:pt x="132584" y="104059"/>
                    <a:pt x="132584" y="104059"/>
                  </a:cubicBezTo>
                  <a:cubicBezTo>
                    <a:pt x="132584" y="104059"/>
                    <a:pt x="132584" y="104059"/>
                    <a:pt x="132584" y="104059"/>
                  </a:cubicBezTo>
                  <a:cubicBezTo>
                    <a:pt x="135141" y="101505"/>
                    <a:pt x="137057" y="97675"/>
                    <a:pt x="138336" y="94483"/>
                  </a:cubicBezTo>
                  <a:lnTo>
                    <a:pt x="182426" y="94483"/>
                  </a:lnTo>
                  <a:cubicBezTo>
                    <a:pt x="186260" y="94483"/>
                    <a:pt x="188816" y="91930"/>
                    <a:pt x="188816" y="88099"/>
                  </a:cubicBezTo>
                  <a:lnTo>
                    <a:pt x="188816" y="13406"/>
                  </a:lnTo>
                  <a:cubicBezTo>
                    <a:pt x="190094" y="10214"/>
                    <a:pt x="186899" y="7022"/>
                    <a:pt x="183704" y="7022"/>
                  </a:cubicBezTo>
                  <a:close/>
                  <a:moveTo>
                    <a:pt x="68685" y="160238"/>
                  </a:moveTo>
                  <a:cubicBezTo>
                    <a:pt x="67407" y="157684"/>
                    <a:pt x="66768" y="155131"/>
                    <a:pt x="67407" y="151939"/>
                  </a:cubicBezTo>
                  <a:lnTo>
                    <a:pt x="80826" y="111081"/>
                  </a:lnTo>
                  <a:cubicBezTo>
                    <a:pt x="80826" y="110443"/>
                    <a:pt x="80826" y="110443"/>
                    <a:pt x="80826" y="109805"/>
                  </a:cubicBezTo>
                  <a:cubicBezTo>
                    <a:pt x="80826" y="109166"/>
                    <a:pt x="80826" y="109166"/>
                    <a:pt x="80826" y="108528"/>
                  </a:cubicBezTo>
                  <a:cubicBezTo>
                    <a:pt x="80826" y="108528"/>
                    <a:pt x="80826" y="108528"/>
                    <a:pt x="80826" y="108528"/>
                  </a:cubicBezTo>
                  <a:cubicBezTo>
                    <a:pt x="80826" y="107889"/>
                    <a:pt x="80826" y="107889"/>
                    <a:pt x="80826" y="107251"/>
                  </a:cubicBezTo>
                  <a:cubicBezTo>
                    <a:pt x="80826" y="106613"/>
                    <a:pt x="80826" y="106613"/>
                    <a:pt x="80826" y="105974"/>
                  </a:cubicBezTo>
                  <a:cubicBezTo>
                    <a:pt x="80826" y="105336"/>
                    <a:pt x="80187" y="105336"/>
                    <a:pt x="80187" y="104697"/>
                  </a:cubicBezTo>
                  <a:cubicBezTo>
                    <a:pt x="80187" y="104697"/>
                    <a:pt x="79548" y="104059"/>
                    <a:pt x="79548" y="104059"/>
                  </a:cubicBezTo>
                  <a:cubicBezTo>
                    <a:pt x="79548" y="104059"/>
                    <a:pt x="78909" y="103421"/>
                    <a:pt x="78270" y="103421"/>
                  </a:cubicBezTo>
                  <a:cubicBezTo>
                    <a:pt x="77631" y="103421"/>
                    <a:pt x="77631" y="102782"/>
                    <a:pt x="76992" y="102782"/>
                  </a:cubicBezTo>
                  <a:cubicBezTo>
                    <a:pt x="76992" y="102782"/>
                    <a:pt x="76992" y="102782"/>
                    <a:pt x="76992" y="102782"/>
                  </a:cubicBezTo>
                  <a:cubicBezTo>
                    <a:pt x="76353" y="102782"/>
                    <a:pt x="76353" y="102782"/>
                    <a:pt x="75714" y="102782"/>
                  </a:cubicBezTo>
                  <a:cubicBezTo>
                    <a:pt x="75075" y="102782"/>
                    <a:pt x="75075" y="102782"/>
                    <a:pt x="74436" y="102782"/>
                  </a:cubicBezTo>
                  <a:lnTo>
                    <a:pt x="40569" y="102782"/>
                  </a:lnTo>
                  <a:cubicBezTo>
                    <a:pt x="28428" y="102782"/>
                    <a:pt x="13093" y="87461"/>
                    <a:pt x="13093" y="74693"/>
                  </a:cubicBezTo>
                  <a:cubicBezTo>
                    <a:pt x="13093" y="74054"/>
                    <a:pt x="9898" y="39581"/>
                    <a:pt x="25233" y="22982"/>
                  </a:cubicBezTo>
                  <a:cubicBezTo>
                    <a:pt x="30984" y="16598"/>
                    <a:pt x="38013" y="14045"/>
                    <a:pt x="47598" y="14045"/>
                  </a:cubicBezTo>
                  <a:lnTo>
                    <a:pt x="108942" y="14045"/>
                  </a:lnTo>
                  <a:cubicBezTo>
                    <a:pt x="121082" y="14045"/>
                    <a:pt x="129390" y="22344"/>
                    <a:pt x="129390" y="35112"/>
                  </a:cubicBezTo>
                  <a:lnTo>
                    <a:pt x="129390" y="82354"/>
                  </a:lnTo>
                  <a:cubicBezTo>
                    <a:pt x="129390" y="87461"/>
                    <a:pt x="127472" y="93206"/>
                    <a:pt x="123638" y="97037"/>
                  </a:cubicBezTo>
                  <a:cubicBezTo>
                    <a:pt x="123638" y="97037"/>
                    <a:pt x="123638" y="97037"/>
                    <a:pt x="123638" y="97037"/>
                  </a:cubicBezTo>
                  <a:lnTo>
                    <a:pt x="68685" y="160238"/>
                  </a:lnTo>
                  <a:close/>
                  <a:moveTo>
                    <a:pt x="177314" y="82354"/>
                  </a:moveTo>
                  <a:lnTo>
                    <a:pt x="142169" y="82354"/>
                  </a:lnTo>
                  <a:cubicBezTo>
                    <a:pt x="142169" y="82354"/>
                    <a:pt x="142169" y="81715"/>
                    <a:pt x="142169" y="81715"/>
                  </a:cubicBezTo>
                  <a:lnTo>
                    <a:pt x="142169" y="34474"/>
                  </a:lnTo>
                  <a:cubicBezTo>
                    <a:pt x="142169" y="29366"/>
                    <a:pt x="140892" y="24898"/>
                    <a:pt x="139613" y="20429"/>
                  </a:cubicBezTo>
                  <a:lnTo>
                    <a:pt x="177314" y="20429"/>
                  </a:lnTo>
                  <a:lnTo>
                    <a:pt x="177314" y="82354"/>
                  </a:lnTo>
                  <a:close/>
                </a:path>
              </a:pathLst>
            </a:custGeom>
            <a:solidFill>
              <a:srgbClr val="00A3E0"/>
            </a:solidFill>
            <a:ln w="6390" cap="flat">
              <a:noFill/>
              <a:prstDash val="solid"/>
              <a:miter/>
            </a:ln>
          </p:spPr>
          <p:txBody>
            <a:bodyPr rtlCol="0" anchor="ctr"/>
            <a:lstStyle/>
            <a:p>
              <a:endParaRPr lang="en-US"/>
            </a:p>
          </p:txBody>
        </p:sp>
      </p:grpSp>
      <p:grpSp>
        <p:nvGrpSpPr>
          <p:cNvPr id="770" name="Graphic 4">
            <a:extLst>
              <a:ext uri="{FF2B5EF4-FFF2-40B4-BE49-F238E27FC236}">
                <a16:creationId xmlns:a16="http://schemas.microsoft.com/office/drawing/2014/main" id="{B6535F8E-DA1D-5A41-AAC7-7C43C45AF613}"/>
              </a:ext>
            </a:extLst>
          </p:cNvPr>
          <p:cNvGrpSpPr>
            <a:grpSpLocks noChangeAspect="1"/>
          </p:cNvGrpSpPr>
          <p:nvPr/>
        </p:nvGrpSpPr>
        <p:grpSpPr>
          <a:xfrm>
            <a:off x="9887149" y="2855717"/>
            <a:ext cx="361670" cy="361333"/>
            <a:chOff x="9887149" y="2855717"/>
            <a:chExt cx="361670" cy="361333"/>
          </a:xfrm>
          <a:solidFill>
            <a:srgbClr val="00A3E0"/>
          </a:solidFill>
        </p:grpSpPr>
        <p:sp>
          <p:nvSpPr>
            <p:cNvPr id="771" name="Graphic 4">
              <a:extLst>
                <a:ext uri="{FF2B5EF4-FFF2-40B4-BE49-F238E27FC236}">
                  <a16:creationId xmlns:a16="http://schemas.microsoft.com/office/drawing/2014/main" id="{687097D6-DA16-004E-B638-2DF4E2AD0971}"/>
                </a:ext>
              </a:extLst>
            </p:cNvPr>
            <p:cNvSpPr/>
            <p:nvPr/>
          </p:nvSpPr>
          <p:spPr>
            <a:xfrm>
              <a:off x="9887149"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8565 h 361333"/>
                <a:gd name="connsiteX6" fmla="*/ 12780 w 361670"/>
                <a:gd name="connsiteY6" fmla="*/ 180667 h 361333"/>
                <a:gd name="connsiteX7" fmla="*/ 180835 w 361670"/>
                <a:gd name="connsiteY7" fmla="*/ 12768 h 361333"/>
                <a:gd name="connsiteX8" fmla="*/ 348890 w 361670"/>
                <a:gd name="connsiteY8" fmla="*/ 180667 h 361333"/>
                <a:gd name="connsiteX9" fmla="*/ 180835 w 361670"/>
                <a:gd name="connsiteY9" fmla="*/ 3485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257"/>
                    <a:pt x="361670" y="180667"/>
                  </a:cubicBezTo>
                  <a:cubicBezTo>
                    <a:pt x="361670" y="81076"/>
                    <a:pt x="281157" y="0"/>
                    <a:pt x="180835" y="0"/>
                  </a:cubicBezTo>
                  <a:close/>
                  <a:moveTo>
                    <a:pt x="180835" y="348565"/>
                  </a:moveTo>
                  <a:cubicBezTo>
                    <a:pt x="88181" y="348565"/>
                    <a:pt x="12780" y="273234"/>
                    <a:pt x="12780" y="180667"/>
                  </a:cubicBezTo>
                  <a:cubicBezTo>
                    <a:pt x="12780" y="88099"/>
                    <a:pt x="88181" y="12768"/>
                    <a:pt x="180835" y="12768"/>
                  </a:cubicBezTo>
                  <a:cubicBezTo>
                    <a:pt x="273489" y="12768"/>
                    <a:pt x="348890" y="88099"/>
                    <a:pt x="348890" y="180667"/>
                  </a:cubicBezTo>
                  <a:cubicBezTo>
                    <a:pt x="348890" y="273234"/>
                    <a:pt x="273489" y="348565"/>
                    <a:pt x="180835" y="348565"/>
                  </a:cubicBezTo>
                  <a:close/>
                </a:path>
              </a:pathLst>
            </a:custGeom>
            <a:solidFill>
              <a:srgbClr val="00A3E0"/>
            </a:solidFill>
            <a:ln w="6390" cap="flat">
              <a:noFill/>
              <a:prstDash val="solid"/>
              <a:miter/>
            </a:ln>
          </p:spPr>
          <p:txBody>
            <a:bodyPr rtlCol="0" anchor="ctr"/>
            <a:lstStyle/>
            <a:p>
              <a:endParaRPr lang="en-US"/>
            </a:p>
          </p:txBody>
        </p:sp>
        <p:sp>
          <p:nvSpPr>
            <p:cNvPr id="772" name="Graphic 4">
              <a:extLst>
                <a:ext uri="{FF2B5EF4-FFF2-40B4-BE49-F238E27FC236}">
                  <a16:creationId xmlns:a16="http://schemas.microsoft.com/office/drawing/2014/main" id="{62788AA3-9EFC-4B4A-8706-7FC73152A70E}"/>
                </a:ext>
              </a:extLst>
            </p:cNvPr>
            <p:cNvSpPr/>
            <p:nvPr/>
          </p:nvSpPr>
          <p:spPr>
            <a:xfrm>
              <a:off x="9959355" y="2935517"/>
              <a:ext cx="217280" cy="200457"/>
            </a:xfrm>
            <a:custGeom>
              <a:avLst/>
              <a:gdLst>
                <a:gd name="connsiteX0" fmla="*/ 171251 w 217280"/>
                <a:gd name="connsiteY0" fmla="*/ 70862 h 200457"/>
                <a:gd name="connsiteX1" fmla="*/ 140579 w 217280"/>
                <a:gd name="connsiteY1" fmla="*/ 70862 h 200457"/>
                <a:gd name="connsiteX2" fmla="*/ 153358 w 217280"/>
                <a:gd name="connsiteY2" fmla="*/ 31920 h 200457"/>
                <a:gd name="connsiteX3" fmla="*/ 143774 w 217280"/>
                <a:gd name="connsiteY3" fmla="*/ 1915 h 200457"/>
                <a:gd name="connsiteX4" fmla="*/ 139301 w 217280"/>
                <a:gd name="connsiteY4" fmla="*/ 0 h 200457"/>
                <a:gd name="connsiteX5" fmla="*/ 134828 w 217280"/>
                <a:gd name="connsiteY5" fmla="*/ 1915 h 200457"/>
                <a:gd name="connsiteX6" fmla="*/ 65178 w 217280"/>
                <a:gd name="connsiteY6" fmla="*/ 81715 h 200457"/>
                <a:gd name="connsiteX7" fmla="*/ 64538 w 217280"/>
                <a:gd name="connsiteY7" fmla="*/ 82353 h 200457"/>
                <a:gd name="connsiteX8" fmla="*/ 64538 w 217280"/>
                <a:gd name="connsiteY8" fmla="*/ 82353 h 200457"/>
                <a:gd name="connsiteX9" fmla="*/ 57509 w 217280"/>
                <a:gd name="connsiteY9" fmla="*/ 93844 h 200457"/>
                <a:gd name="connsiteX10" fmla="*/ 6390 w 217280"/>
                <a:gd name="connsiteY10" fmla="*/ 93844 h 200457"/>
                <a:gd name="connsiteX11" fmla="*/ 0 w 217280"/>
                <a:gd name="connsiteY11" fmla="*/ 100228 h 200457"/>
                <a:gd name="connsiteX12" fmla="*/ 0 w 217280"/>
                <a:gd name="connsiteY12" fmla="*/ 186412 h 200457"/>
                <a:gd name="connsiteX13" fmla="*/ 6390 w 217280"/>
                <a:gd name="connsiteY13" fmla="*/ 192796 h 200457"/>
                <a:gd name="connsiteX14" fmla="*/ 69012 w 217280"/>
                <a:gd name="connsiteY14" fmla="*/ 192796 h 200457"/>
                <a:gd name="connsiteX15" fmla="*/ 92654 w 217280"/>
                <a:gd name="connsiteY15" fmla="*/ 200457 h 200457"/>
                <a:gd name="connsiteX16" fmla="*/ 163582 w 217280"/>
                <a:gd name="connsiteY16" fmla="*/ 200457 h 200457"/>
                <a:gd name="connsiteX17" fmla="*/ 199367 w 217280"/>
                <a:gd name="connsiteY17" fmla="*/ 185135 h 200457"/>
                <a:gd name="connsiteX18" fmla="*/ 216619 w 217280"/>
                <a:gd name="connsiteY18" fmla="*/ 115550 h 200457"/>
                <a:gd name="connsiteX19" fmla="*/ 171251 w 217280"/>
                <a:gd name="connsiteY19" fmla="*/ 70862 h 200457"/>
                <a:gd name="connsiteX20" fmla="*/ 12780 w 217280"/>
                <a:gd name="connsiteY20" fmla="*/ 107251 h 200457"/>
                <a:gd name="connsiteX21" fmla="*/ 54953 w 217280"/>
                <a:gd name="connsiteY21" fmla="*/ 107251 h 200457"/>
                <a:gd name="connsiteX22" fmla="*/ 54953 w 217280"/>
                <a:gd name="connsiteY22" fmla="*/ 109166 h 200457"/>
                <a:gd name="connsiteX23" fmla="*/ 54953 w 217280"/>
                <a:gd name="connsiteY23" fmla="*/ 164068 h 200457"/>
                <a:gd name="connsiteX24" fmla="*/ 58788 w 217280"/>
                <a:gd name="connsiteY24" fmla="*/ 181305 h 200457"/>
                <a:gd name="connsiteX25" fmla="*/ 12780 w 217280"/>
                <a:gd name="connsiteY25" fmla="*/ 181305 h 200457"/>
                <a:gd name="connsiteX26" fmla="*/ 12780 w 217280"/>
                <a:gd name="connsiteY26" fmla="*/ 107251 h 200457"/>
                <a:gd name="connsiteX27" fmla="*/ 189782 w 217280"/>
                <a:gd name="connsiteY27" fmla="*/ 177475 h 200457"/>
                <a:gd name="connsiteX28" fmla="*/ 163582 w 217280"/>
                <a:gd name="connsiteY28" fmla="*/ 188327 h 200457"/>
                <a:gd name="connsiteX29" fmla="*/ 92654 w 217280"/>
                <a:gd name="connsiteY29" fmla="*/ 188327 h 200457"/>
                <a:gd name="connsiteX30" fmla="*/ 67733 w 217280"/>
                <a:gd name="connsiteY30" fmla="*/ 163430 h 200457"/>
                <a:gd name="connsiteX31" fmla="*/ 67733 w 217280"/>
                <a:gd name="connsiteY31" fmla="*/ 108528 h 200457"/>
                <a:gd name="connsiteX32" fmla="*/ 74123 w 217280"/>
                <a:gd name="connsiteY32" fmla="*/ 91291 h 200457"/>
                <a:gd name="connsiteX33" fmla="*/ 74763 w 217280"/>
                <a:gd name="connsiteY33" fmla="*/ 90652 h 200457"/>
                <a:gd name="connsiteX34" fmla="*/ 74763 w 217280"/>
                <a:gd name="connsiteY34" fmla="*/ 90652 h 200457"/>
                <a:gd name="connsiteX35" fmla="*/ 139301 w 217280"/>
                <a:gd name="connsiteY35" fmla="*/ 16598 h 200457"/>
                <a:gd name="connsiteX36" fmla="*/ 141217 w 217280"/>
                <a:gd name="connsiteY36" fmla="*/ 28089 h 200457"/>
                <a:gd name="connsiteX37" fmla="*/ 125243 w 217280"/>
                <a:gd name="connsiteY37" fmla="*/ 75331 h 200457"/>
                <a:gd name="connsiteX38" fmla="*/ 125243 w 217280"/>
                <a:gd name="connsiteY38" fmla="*/ 76608 h 200457"/>
                <a:gd name="connsiteX39" fmla="*/ 125243 w 217280"/>
                <a:gd name="connsiteY39" fmla="*/ 77884 h 200457"/>
                <a:gd name="connsiteX40" fmla="*/ 125243 w 217280"/>
                <a:gd name="connsiteY40" fmla="*/ 77884 h 200457"/>
                <a:gd name="connsiteX41" fmla="*/ 125243 w 217280"/>
                <a:gd name="connsiteY41" fmla="*/ 79161 h 200457"/>
                <a:gd name="connsiteX42" fmla="*/ 125243 w 217280"/>
                <a:gd name="connsiteY42" fmla="*/ 80438 h 200457"/>
                <a:gd name="connsiteX43" fmla="*/ 125882 w 217280"/>
                <a:gd name="connsiteY43" fmla="*/ 81715 h 200457"/>
                <a:gd name="connsiteX44" fmla="*/ 126521 w 217280"/>
                <a:gd name="connsiteY44" fmla="*/ 82992 h 200457"/>
                <a:gd name="connsiteX45" fmla="*/ 127160 w 217280"/>
                <a:gd name="connsiteY45" fmla="*/ 83630 h 200457"/>
                <a:gd name="connsiteX46" fmla="*/ 128438 w 217280"/>
                <a:gd name="connsiteY46" fmla="*/ 84268 h 200457"/>
                <a:gd name="connsiteX47" fmla="*/ 128438 w 217280"/>
                <a:gd name="connsiteY47" fmla="*/ 84268 h 200457"/>
                <a:gd name="connsiteX48" fmla="*/ 129716 w 217280"/>
                <a:gd name="connsiteY48" fmla="*/ 84268 h 200457"/>
                <a:gd name="connsiteX49" fmla="*/ 130994 w 217280"/>
                <a:gd name="connsiteY49" fmla="*/ 84268 h 200457"/>
                <a:gd name="connsiteX50" fmla="*/ 169972 w 217280"/>
                <a:gd name="connsiteY50" fmla="*/ 84268 h 200457"/>
                <a:gd name="connsiteX51" fmla="*/ 202561 w 217280"/>
                <a:gd name="connsiteY51" fmla="*/ 117465 h 200457"/>
                <a:gd name="connsiteX52" fmla="*/ 189782 w 217280"/>
                <a:gd name="connsiteY52" fmla="*/ 177475 h 200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17280" h="200457">
                  <a:moveTo>
                    <a:pt x="171251" y="70862"/>
                  </a:moveTo>
                  <a:lnTo>
                    <a:pt x="140579" y="70862"/>
                  </a:lnTo>
                  <a:lnTo>
                    <a:pt x="153358" y="31920"/>
                  </a:lnTo>
                  <a:cubicBezTo>
                    <a:pt x="157832" y="15960"/>
                    <a:pt x="144412" y="2554"/>
                    <a:pt x="143774" y="1915"/>
                  </a:cubicBezTo>
                  <a:cubicBezTo>
                    <a:pt x="142496" y="638"/>
                    <a:pt x="140579" y="0"/>
                    <a:pt x="139301" y="0"/>
                  </a:cubicBezTo>
                  <a:cubicBezTo>
                    <a:pt x="137384" y="0"/>
                    <a:pt x="136106" y="638"/>
                    <a:pt x="134828" y="1915"/>
                  </a:cubicBezTo>
                  <a:lnTo>
                    <a:pt x="65178" y="81715"/>
                  </a:lnTo>
                  <a:cubicBezTo>
                    <a:pt x="65178" y="81715"/>
                    <a:pt x="65178" y="82353"/>
                    <a:pt x="64538" y="82353"/>
                  </a:cubicBezTo>
                  <a:cubicBezTo>
                    <a:pt x="64538" y="82353"/>
                    <a:pt x="64538" y="82353"/>
                    <a:pt x="64538" y="82353"/>
                  </a:cubicBezTo>
                  <a:cubicBezTo>
                    <a:pt x="61343" y="85545"/>
                    <a:pt x="59427" y="89376"/>
                    <a:pt x="57509" y="93844"/>
                  </a:cubicBezTo>
                  <a:lnTo>
                    <a:pt x="6390" y="93844"/>
                  </a:lnTo>
                  <a:cubicBezTo>
                    <a:pt x="2556" y="93844"/>
                    <a:pt x="0" y="96398"/>
                    <a:pt x="0" y="100228"/>
                  </a:cubicBezTo>
                  <a:lnTo>
                    <a:pt x="0" y="186412"/>
                  </a:lnTo>
                  <a:cubicBezTo>
                    <a:pt x="0" y="190243"/>
                    <a:pt x="2556" y="192796"/>
                    <a:pt x="6390" y="192796"/>
                  </a:cubicBezTo>
                  <a:lnTo>
                    <a:pt x="69012" y="192796"/>
                  </a:lnTo>
                  <a:cubicBezTo>
                    <a:pt x="75402" y="197903"/>
                    <a:pt x="83708" y="200457"/>
                    <a:pt x="92654" y="200457"/>
                  </a:cubicBezTo>
                  <a:lnTo>
                    <a:pt x="163582" y="200457"/>
                  </a:lnTo>
                  <a:cubicBezTo>
                    <a:pt x="178279" y="200457"/>
                    <a:pt x="190420" y="195350"/>
                    <a:pt x="199367" y="185135"/>
                  </a:cubicBezTo>
                  <a:cubicBezTo>
                    <a:pt x="221092" y="160876"/>
                    <a:pt x="217258" y="116827"/>
                    <a:pt x="216619" y="115550"/>
                  </a:cubicBezTo>
                  <a:cubicBezTo>
                    <a:pt x="216619" y="95121"/>
                    <a:pt x="192977" y="70862"/>
                    <a:pt x="171251" y="70862"/>
                  </a:cubicBezTo>
                  <a:close/>
                  <a:moveTo>
                    <a:pt x="12780" y="107251"/>
                  </a:moveTo>
                  <a:lnTo>
                    <a:pt x="54953" y="107251"/>
                  </a:lnTo>
                  <a:cubicBezTo>
                    <a:pt x="54953" y="107889"/>
                    <a:pt x="54953" y="108528"/>
                    <a:pt x="54953" y="109166"/>
                  </a:cubicBezTo>
                  <a:lnTo>
                    <a:pt x="54953" y="164068"/>
                  </a:lnTo>
                  <a:cubicBezTo>
                    <a:pt x="54953" y="170452"/>
                    <a:pt x="56232" y="176198"/>
                    <a:pt x="58788" y="181305"/>
                  </a:cubicBezTo>
                  <a:lnTo>
                    <a:pt x="12780" y="181305"/>
                  </a:lnTo>
                  <a:lnTo>
                    <a:pt x="12780" y="107251"/>
                  </a:lnTo>
                  <a:close/>
                  <a:moveTo>
                    <a:pt x="189782" y="177475"/>
                  </a:moveTo>
                  <a:cubicBezTo>
                    <a:pt x="183392" y="184497"/>
                    <a:pt x="174446" y="188327"/>
                    <a:pt x="163582" y="188327"/>
                  </a:cubicBezTo>
                  <a:lnTo>
                    <a:pt x="92654" y="188327"/>
                  </a:lnTo>
                  <a:cubicBezTo>
                    <a:pt x="77958" y="188327"/>
                    <a:pt x="67733" y="178113"/>
                    <a:pt x="67733" y="163430"/>
                  </a:cubicBezTo>
                  <a:lnTo>
                    <a:pt x="67733" y="108528"/>
                  </a:lnTo>
                  <a:cubicBezTo>
                    <a:pt x="67733" y="102144"/>
                    <a:pt x="70289" y="95760"/>
                    <a:pt x="74123" y="91291"/>
                  </a:cubicBezTo>
                  <a:cubicBezTo>
                    <a:pt x="74123" y="91291"/>
                    <a:pt x="74123" y="90652"/>
                    <a:pt x="74763" y="90652"/>
                  </a:cubicBezTo>
                  <a:cubicBezTo>
                    <a:pt x="74763" y="90652"/>
                    <a:pt x="74763" y="90652"/>
                    <a:pt x="74763" y="90652"/>
                  </a:cubicBezTo>
                  <a:lnTo>
                    <a:pt x="139301" y="16598"/>
                  </a:lnTo>
                  <a:cubicBezTo>
                    <a:pt x="141217" y="19790"/>
                    <a:pt x="142496" y="24259"/>
                    <a:pt x="141217" y="28089"/>
                  </a:cubicBezTo>
                  <a:lnTo>
                    <a:pt x="125243" y="75331"/>
                  </a:lnTo>
                  <a:cubicBezTo>
                    <a:pt x="125243" y="75969"/>
                    <a:pt x="125243" y="75969"/>
                    <a:pt x="125243" y="76608"/>
                  </a:cubicBezTo>
                  <a:cubicBezTo>
                    <a:pt x="125243" y="77246"/>
                    <a:pt x="125243" y="77246"/>
                    <a:pt x="125243" y="77884"/>
                  </a:cubicBezTo>
                  <a:cubicBezTo>
                    <a:pt x="125243" y="77884"/>
                    <a:pt x="125243" y="77884"/>
                    <a:pt x="125243" y="77884"/>
                  </a:cubicBezTo>
                  <a:cubicBezTo>
                    <a:pt x="125243" y="78523"/>
                    <a:pt x="125243" y="78523"/>
                    <a:pt x="125243" y="79161"/>
                  </a:cubicBezTo>
                  <a:cubicBezTo>
                    <a:pt x="125243" y="79800"/>
                    <a:pt x="125243" y="79800"/>
                    <a:pt x="125243" y="80438"/>
                  </a:cubicBezTo>
                  <a:cubicBezTo>
                    <a:pt x="125243" y="81076"/>
                    <a:pt x="125882" y="81076"/>
                    <a:pt x="125882" y="81715"/>
                  </a:cubicBezTo>
                  <a:cubicBezTo>
                    <a:pt x="125882" y="82353"/>
                    <a:pt x="126521" y="82353"/>
                    <a:pt x="126521" y="82992"/>
                  </a:cubicBezTo>
                  <a:cubicBezTo>
                    <a:pt x="126521" y="82992"/>
                    <a:pt x="127160" y="83630"/>
                    <a:pt x="127160" y="83630"/>
                  </a:cubicBezTo>
                  <a:cubicBezTo>
                    <a:pt x="127799" y="83630"/>
                    <a:pt x="127799" y="84268"/>
                    <a:pt x="128438" y="84268"/>
                  </a:cubicBezTo>
                  <a:cubicBezTo>
                    <a:pt x="128438" y="84268"/>
                    <a:pt x="128438" y="84268"/>
                    <a:pt x="128438" y="84268"/>
                  </a:cubicBezTo>
                  <a:cubicBezTo>
                    <a:pt x="129077" y="84268"/>
                    <a:pt x="129077" y="84268"/>
                    <a:pt x="129716" y="84268"/>
                  </a:cubicBezTo>
                  <a:cubicBezTo>
                    <a:pt x="130355" y="84268"/>
                    <a:pt x="130355" y="84268"/>
                    <a:pt x="130994" y="84268"/>
                  </a:cubicBezTo>
                  <a:lnTo>
                    <a:pt x="169972" y="84268"/>
                  </a:lnTo>
                  <a:cubicBezTo>
                    <a:pt x="184669" y="84268"/>
                    <a:pt x="202561" y="102144"/>
                    <a:pt x="202561" y="117465"/>
                  </a:cubicBezTo>
                  <a:cubicBezTo>
                    <a:pt x="203839" y="117465"/>
                    <a:pt x="207673" y="157684"/>
                    <a:pt x="189782" y="177475"/>
                  </a:cubicBezTo>
                  <a:close/>
                </a:path>
              </a:pathLst>
            </a:custGeom>
            <a:solidFill>
              <a:srgbClr val="00A3E0"/>
            </a:solidFill>
            <a:ln w="6390" cap="flat">
              <a:noFill/>
              <a:prstDash val="solid"/>
              <a:miter/>
            </a:ln>
          </p:spPr>
          <p:txBody>
            <a:bodyPr rtlCol="0" anchor="ctr"/>
            <a:lstStyle/>
            <a:p>
              <a:endParaRPr lang="en-US"/>
            </a:p>
          </p:txBody>
        </p:sp>
      </p:grpSp>
      <p:grpSp>
        <p:nvGrpSpPr>
          <p:cNvPr id="773" name="Graphic 4">
            <a:extLst>
              <a:ext uri="{FF2B5EF4-FFF2-40B4-BE49-F238E27FC236}">
                <a16:creationId xmlns:a16="http://schemas.microsoft.com/office/drawing/2014/main" id="{E1901850-2662-0649-A102-872DA74D3410}"/>
              </a:ext>
            </a:extLst>
          </p:cNvPr>
          <p:cNvGrpSpPr>
            <a:grpSpLocks noChangeAspect="1"/>
          </p:cNvGrpSpPr>
          <p:nvPr/>
        </p:nvGrpSpPr>
        <p:grpSpPr>
          <a:xfrm>
            <a:off x="10324860" y="3339623"/>
            <a:ext cx="361670" cy="361333"/>
            <a:chOff x="10324860" y="3339623"/>
            <a:chExt cx="361670" cy="361333"/>
          </a:xfrm>
          <a:solidFill>
            <a:srgbClr val="00A3E0"/>
          </a:solidFill>
        </p:grpSpPr>
        <p:sp>
          <p:nvSpPr>
            <p:cNvPr id="774" name="Graphic 4">
              <a:extLst>
                <a:ext uri="{FF2B5EF4-FFF2-40B4-BE49-F238E27FC236}">
                  <a16:creationId xmlns:a16="http://schemas.microsoft.com/office/drawing/2014/main" id="{9EBF3FC1-7C48-EC47-BFFF-2DC9FCA7731D}"/>
                </a:ext>
              </a:extLst>
            </p:cNvPr>
            <p:cNvSpPr/>
            <p:nvPr/>
          </p:nvSpPr>
          <p:spPr>
            <a:xfrm>
              <a:off x="10551063" y="3451981"/>
              <a:ext cx="37700" cy="61924"/>
            </a:xfrm>
            <a:custGeom>
              <a:avLst/>
              <a:gdLst>
                <a:gd name="connsiteX0" fmla="*/ 2556 w 37700"/>
                <a:gd name="connsiteY0" fmla="*/ 14045 h 61924"/>
                <a:gd name="connsiteX1" fmla="*/ 2556 w 37700"/>
                <a:gd name="connsiteY1" fmla="*/ 61286 h 61924"/>
                <a:gd name="connsiteX2" fmla="*/ 2556 w 37700"/>
                <a:gd name="connsiteY2" fmla="*/ 61925 h 61924"/>
                <a:gd name="connsiteX3" fmla="*/ 37701 w 37700"/>
                <a:gd name="connsiteY3" fmla="*/ 61925 h 61924"/>
                <a:gd name="connsiteX4" fmla="*/ 37701 w 37700"/>
                <a:gd name="connsiteY4" fmla="*/ 0 h 61924"/>
                <a:gd name="connsiteX5" fmla="*/ 0 w 37700"/>
                <a:gd name="connsiteY5" fmla="*/ 0 h 61924"/>
                <a:gd name="connsiteX6" fmla="*/ 2556 w 37700"/>
                <a:gd name="connsiteY6" fmla="*/ 14045 h 6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700" h="61924">
                  <a:moveTo>
                    <a:pt x="2556" y="14045"/>
                  </a:moveTo>
                  <a:lnTo>
                    <a:pt x="2556" y="61286"/>
                  </a:lnTo>
                  <a:cubicBezTo>
                    <a:pt x="2556" y="61286"/>
                    <a:pt x="2556" y="61925"/>
                    <a:pt x="2556" y="61925"/>
                  </a:cubicBezTo>
                  <a:lnTo>
                    <a:pt x="37701" y="61925"/>
                  </a:lnTo>
                  <a:lnTo>
                    <a:pt x="37701" y="0"/>
                  </a:lnTo>
                  <a:lnTo>
                    <a:pt x="0" y="0"/>
                  </a:lnTo>
                  <a:cubicBezTo>
                    <a:pt x="1278" y="4469"/>
                    <a:pt x="2556" y="8938"/>
                    <a:pt x="2556" y="14045"/>
                  </a:cubicBezTo>
                  <a:close/>
                </a:path>
              </a:pathLst>
            </a:custGeom>
            <a:solidFill>
              <a:srgbClr val="00A3E0"/>
            </a:solidFill>
            <a:ln w="6390" cap="flat">
              <a:noFill/>
              <a:prstDash val="solid"/>
              <a:miter/>
            </a:ln>
          </p:spPr>
          <p:txBody>
            <a:bodyPr rtlCol="0" anchor="ctr"/>
            <a:lstStyle/>
            <a:p>
              <a:endParaRPr lang="en-US"/>
            </a:p>
          </p:txBody>
        </p:sp>
        <p:sp>
          <p:nvSpPr>
            <p:cNvPr id="775" name="Graphic 4">
              <a:extLst>
                <a:ext uri="{FF2B5EF4-FFF2-40B4-BE49-F238E27FC236}">
                  <a16:creationId xmlns:a16="http://schemas.microsoft.com/office/drawing/2014/main" id="{5AFED875-B7A8-3849-BD90-B4AD36613636}"/>
                </a:ext>
              </a:extLst>
            </p:cNvPr>
            <p:cNvSpPr/>
            <p:nvPr/>
          </p:nvSpPr>
          <p:spPr>
            <a:xfrm>
              <a:off x="10324860"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76045 w 361670"/>
                <a:gd name="connsiteY5" fmla="*/ 181305 h 361333"/>
                <a:gd name="connsiteX6" fmla="*/ 269655 w 361670"/>
                <a:gd name="connsiteY6" fmla="*/ 187689 h 361333"/>
                <a:gd name="connsiteX7" fmla="*/ 225564 w 361670"/>
                <a:gd name="connsiteY7" fmla="*/ 187689 h 361333"/>
                <a:gd name="connsiteX8" fmla="*/ 219813 w 361670"/>
                <a:gd name="connsiteY8" fmla="*/ 197265 h 361333"/>
                <a:gd name="connsiteX9" fmla="*/ 219813 w 361670"/>
                <a:gd name="connsiteY9" fmla="*/ 197265 h 361333"/>
                <a:gd name="connsiteX10" fmla="*/ 219813 w 361670"/>
                <a:gd name="connsiteY10" fmla="*/ 197265 h 361333"/>
                <a:gd name="connsiteX11" fmla="*/ 159109 w 361670"/>
                <a:gd name="connsiteY11" fmla="*/ 267489 h 361333"/>
                <a:gd name="connsiteX12" fmla="*/ 154636 w 361670"/>
                <a:gd name="connsiteY12" fmla="*/ 269404 h 361333"/>
                <a:gd name="connsiteX13" fmla="*/ 154636 w 361670"/>
                <a:gd name="connsiteY13" fmla="*/ 269404 h 361333"/>
                <a:gd name="connsiteX14" fmla="*/ 150164 w 361670"/>
                <a:gd name="connsiteY14" fmla="*/ 267489 h 361333"/>
                <a:gd name="connsiteX15" fmla="*/ 141856 w 361670"/>
                <a:gd name="connsiteY15" fmla="*/ 240676 h 361333"/>
                <a:gd name="connsiteX16" fmla="*/ 152719 w 361670"/>
                <a:gd name="connsiteY16" fmla="*/ 208118 h 361333"/>
                <a:gd name="connsiteX17" fmla="*/ 127799 w 361670"/>
                <a:gd name="connsiteY17" fmla="*/ 208118 h 361333"/>
                <a:gd name="connsiteX18" fmla="*/ 87542 w 361670"/>
                <a:gd name="connsiteY18" fmla="*/ 167899 h 361333"/>
                <a:gd name="connsiteX19" fmla="*/ 102878 w 361670"/>
                <a:gd name="connsiteY19" fmla="*/ 106613 h 361333"/>
                <a:gd name="connsiteX20" fmla="*/ 134828 w 361670"/>
                <a:gd name="connsiteY20" fmla="*/ 93206 h 361333"/>
                <a:gd name="connsiteX21" fmla="*/ 196171 w 361670"/>
                <a:gd name="connsiteY21" fmla="*/ 93206 h 361333"/>
                <a:gd name="connsiteX22" fmla="*/ 216618 w 361670"/>
                <a:gd name="connsiteY22" fmla="*/ 100229 h 361333"/>
                <a:gd name="connsiteX23" fmla="*/ 270933 w 361670"/>
                <a:gd name="connsiteY23" fmla="*/ 100229 h 361333"/>
                <a:gd name="connsiteX24" fmla="*/ 277323 w 361670"/>
                <a:gd name="connsiteY24" fmla="*/ 106613 h 361333"/>
                <a:gd name="connsiteX25" fmla="*/ 277323 w 361670"/>
                <a:gd name="connsiteY25" fmla="*/ 18130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276045" y="181305"/>
                  </a:moveTo>
                  <a:cubicBezTo>
                    <a:pt x="276045" y="185135"/>
                    <a:pt x="273489" y="187689"/>
                    <a:pt x="269655" y="187689"/>
                  </a:cubicBezTo>
                  <a:lnTo>
                    <a:pt x="225564" y="187689"/>
                  </a:lnTo>
                  <a:cubicBezTo>
                    <a:pt x="224287" y="190881"/>
                    <a:pt x="222369" y="194073"/>
                    <a:pt x="219813" y="197265"/>
                  </a:cubicBezTo>
                  <a:cubicBezTo>
                    <a:pt x="219813" y="197265"/>
                    <a:pt x="219813" y="197265"/>
                    <a:pt x="219813" y="197265"/>
                  </a:cubicBezTo>
                  <a:cubicBezTo>
                    <a:pt x="219813" y="197265"/>
                    <a:pt x="219813" y="197265"/>
                    <a:pt x="219813" y="197265"/>
                  </a:cubicBezTo>
                  <a:lnTo>
                    <a:pt x="159109" y="267489"/>
                  </a:lnTo>
                  <a:cubicBezTo>
                    <a:pt x="157831" y="268766"/>
                    <a:pt x="156553" y="269404"/>
                    <a:pt x="154636" y="269404"/>
                  </a:cubicBezTo>
                  <a:cubicBezTo>
                    <a:pt x="154636" y="269404"/>
                    <a:pt x="154636" y="269404"/>
                    <a:pt x="154636" y="269404"/>
                  </a:cubicBezTo>
                  <a:cubicBezTo>
                    <a:pt x="152719" y="269404"/>
                    <a:pt x="151441" y="268766"/>
                    <a:pt x="150164" y="267489"/>
                  </a:cubicBezTo>
                  <a:cubicBezTo>
                    <a:pt x="149524" y="266850"/>
                    <a:pt x="138022" y="254721"/>
                    <a:pt x="141856" y="240676"/>
                  </a:cubicBezTo>
                  <a:lnTo>
                    <a:pt x="152719" y="208118"/>
                  </a:lnTo>
                  <a:lnTo>
                    <a:pt x="127799" y="208118"/>
                  </a:lnTo>
                  <a:cubicBezTo>
                    <a:pt x="107989" y="208118"/>
                    <a:pt x="87542" y="187051"/>
                    <a:pt x="87542" y="167899"/>
                  </a:cubicBezTo>
                  <a:cubicBezTo>
                    <a:pt x="87542" y="166622"/>
                    <a:pt x="83708" y="127680"/>
                    <a:pt x="102878" y="106613"/>
                  </a:cubicBezTo>
                  <a:cubicBezTo>
                    <a:pt x="111184" y="97675"/>
                    <a:pt x="121409" y="93206"/>
                    <a:pt x="134828" y="93206"/>
                  </a:cubicBezTo>
                  <a:lnTo>
                    <a:pt x="196171" y="93206"/>
                  </a:lnTo>
                  <a:cubicBezTo>
                    <a:pt x="204478" y="93206"/>
                    <a:pt x="211507" y="95760"/>
                    <a:pt x="216618" y="100229"/>
                  </a:cubicBezTo>
                  <a:lnTo>
                    <a:pt x="270933" y="100229"/>
                  </a:lnTo>
                  <a:cubicBezTo>
                    <a:pt x="274767" y="100229"/>
                    <a:pt x="277323" y="102782"/>
                    <a:pt x="277323" y="106613"/>
                  </a:cubicBezTo>
                  <a:lnTo>
                    <a:pt x="277323" y="181305"/>
                  </a:lnTo>
                  <a:close/>
                </a:path>
              </a:pathLst>
            </a:custGeom>
            <a:solidFill>
              <a:srgbClr val="00A3E0"/>
            </a:solidFill>
            <a:ln w="6390" cap="flat">
              <a:noFill/>
              <a:prstDash val="solid"/>
              <a:miter/>
            </a:ln>
          </p:spPr>
          <p:txBody>
            <a:bodyPr rtlCol="0" anchor="ctr"/>
            <a:lstStyle/>
            <a:p>
              <a:endParaRPr lang="en-US"/>
            </a:p>
          </p:txBody>
        </p:sp>
        <p:sp>
          <p:nvSpPr>
            <p:cNvPr id="776" name="Graphic 4">
              <a:extLst>
                <a:ext uri="{FF2B5EF4-FFF2-40B4-BE49-F238E27FC236}">
                  <a16:creationId xmlns:a16="http://schemas.microsoft.com/office/drawing/2014/main" id="{42869B5A-AAB9-1346-8C33-ECAFAC87F0F0}"/>
                </a:ext>
              </a:extLst>
            </p:cNvPr>
            <p:cNvSpPr/>
            <p:nvPr/>
          </p:nvSpPr>
          <p:spPr>
            <a:xfrm>
              <a:off x="10424267" y="3445597"/>
              <a:ext cx="116572" cy="146193"/>
            </a:xfrm>
            <a:custGeom>
              <a:avLst/>
              <a:gdLst>
                <a:gd name="connsiteX0" fmla="*/ 110822 w 116572"/>
                <a:gd name="connsiteY0" fmla="*/ 82992 h 146193"/>
                <a:gd name="connsiteX1" fmla="*/ 116573 w 116572"/>
                <a:gd name="connsiteY1" fmla="*/ 68309 h 146193"/>
                <a:gd name="connsiteX2" fmla="*/ 116573 w 116572"/>
                <a:gd name="connsiteY2" fmla="*/ 21067 h 146193"/>
                <a:gd name="connsiteX3" fmla="*/ 96125 w 116572"/>
                <a:gd name="connsiteY3" fmla="*/ 0 h 146193"/>
                <a:gd name="connsiteX4" fmla="*/ 34782 w 116572"/>
                <a:gd name="connsiteY4" fmla="*/ 0 h 146193"/>
                <a:gd name="connsiteX5" fmla="*/ 12417 w 116572"/>
                <a:gd name="connsiteY5" fmla="*/ 8938 h 146193"/>
                <a:gd name="connsiteX6" fmla="*/ 276 w 116572"/>
                <a:gd name="connsiteY6" fmla="*/ 60648 h 146193"/>
                <a:gd name="connsiteX7" fmla="*/ 27753 w 116572"/>
                <a:gd name="connsiteY7" fmla="*/ 88738 h 146193"/>
                <a:gd name="connsiteX8" fmla="*/ 61620 w 116572"/>
                <a:gd name="connsiteY8" fmla="*/ 88738 h 146193"/>
                <a:gd name="connsiteX9" fmla="*/ 62897 w 116572"/>
                <a:gd name="connsiteY9" fmla="*/ 88738 h 146193"/>
                <a:gd name="connsiteX10" fmla="*/ 64176 w 116572"/>
                <a:gd name="connsiteY10" fmla="*/ 88738 h 146193"/>
                <a:gd name="connsiteX11" fmla="*/ 64176 w 116572"/>
                <a:gd name="connsiteY11" fmla="*/ 88738 h 146193"/>
                <a:gd name="connsiteX12" fmla="*/ 65453 w 116572"/>
                <a:gd name="connsiteY12" fmla="*/ 89376 h 146193"/>
                <a:gd name="connsiteX13" fmla="*/ 66732 w 116572"/>
                <a:gd name="connsiteY13" fmla="*/ 90014 h 146193"/>
                <a:gd name="connsiteX14" fmla="*/ 67371 w 116572"/>
                <a:gd name="connsiteY14" fmla="*/ 90653 h 146193"/>
                <a:gd name="connsiteX15" fmla="*/ 68010 w 116572"/>
                <a:gd name="connsiteY15" fmla="*/ 91930 h 146193"/>
                <a:gd name="connsiteX16" fmla="*/ 68010 w 116572"/>
                <a:gd name="connsiteY16" fmla="*/ 93206 h 146193"/>
                <a:gd name="connsiteX17" fmla="*/ 68010 w 116572"/>
                <a:gd name="connsiteY17" fmla="*/ 94483 h 146193"/>
                <a:gd name="connsiteX18" fmla="*/ 68010 w 116572"/>
                <a:gd name="connsiteY18" fmla="*/ 94483 h 146193"/>
                <a:gd name="connsiteX19" fmla="*/ 68010 w 116572"/>
                <a:gd name="connsiteY19" fmla="*/ 95760 h 146193"/>
                <a:gd name="connsiteX20" fmla="*/ 68010 w 116572"/>
                <a:gd name="connsiteY20" fmla="*/ 97037 h 146193"/>
                <a:gd name="connsiteX21" fmla="*/ 54591 w 116572"/>
                <a:gd name="connsiteY21" fmla="*/ 137894 h 146193"/>
                <a:gd name="connsiteX22" fmla="*/ 55869 w 116572"/>
                <a:gd name="connsiteY22" fmla="*/ 146193 h 146193"/>
                <a:gd name="connsiteX23" fmla="*/ 110822 w 116572"/>
                <a:gd name="connsiteY23" fmla="*/ 82992 h 146193"/>
                <a:gd name="connsiteX24" fmla="*/ 110822 w 116572"/>
                <a:gd name="connsiteY24" fmla="*/ 82992 h 14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6572" h="146193">
                  <a:moveTo>
                    <a:pt x="110822" y="82992"/>
                  </a:moveTo>
                  <a:cubicBezTo>
                    <a:pt x="114017" y="79162"/>
                    <a:pt x="116573" y="73416"/>
                    <a:pt x="116573" y="68309"/>
                  </a:cubicBezTo>
                  <a:lnTo>
                    <a:pt x="116573" y="21067"/>
                  </a:lnTo>
                  <a:cubicBezTo>
                    <a:pt x="116573" y="8299"/>
                    <a:pt x="108266" y="0"/>
                    <a:pt x="96125" y="0"/>
                  </a:cubicBezTo>
                  <a:lnTo>
                    <a:pt x="34782" y="0"/>
                  </a:lnTo>
                  <a:cubicBezTo>
                    <a:pt x="25197" y="0"/>
                    <a:pt x="18168" y="3192"/>
                    <a:pt x="12417" y="8938"/>
                  </a:cubicBezTo>
                  <a:cubicBezTo>
                    <a:pt x="-2919" y="26175"/>
                    <a:pt x="276" y="60648"/>
                    <a:pt x="276" y="60648"/>
                  </a:cubicBezTo>
                  <a:cubicBezTo>
                    <a:pt x="276" y="73416"/>
                    <a:pt x="15612" y="88738"/>
                    <a:pt x="27753" y="88738"/>
                  </a:cubicBezTo>
                  <a:lnTo>
                    <a:pt x="61620" y="88738"/>
                  </a:lnTo>
                  <a:cubicBezTo>
                    <a:pt x="62258" y="88738"/>
                    <a:pt x="62258" y="88738"/>
                    <a:pt x="62897" y="88738"/>
                  </a:cubicBezTo>
                  <a:cubicBezTo>
                    <a:pt x="63537" y="88738"/>
                    <a:pt x="63537" y="88738"/>
                    <a:pt x="64176" y="88738"/>
                  </a:cubicBezTo>
                  <a:cubicBezTo>
                    <a:pt x="64176" y="88738"/>
                    <a:pt x="64176" y="88738"/>
                    <a:pt x="64176" y="88738"/>
                  </a:cubicBezTo>
                  <a:cubicBezTo>
                    <a:pt x="64815" y="88738"/>
                    <a:pt x="64815" y="89376"/>
                    <a:pt x="65453" y="89376"/>
                  </a:cubicBezTo>
                  <a:cubicBezTo>
                    <a:pt x="66092" y="89376"/>
                    <a:pt x="66092" y="90014"/>
                    <a:pt x="66732" y="90014"/>
                  </a:cubicBezTo>
                  <a:cubicBezTo>
                    <a:pt x="66732" y="90014"/>
                    <a:pt x="67371" y="90653"/>
                    <a:pt x="67371" y="90653"/>
                  </a:cubicBezTo>
                  <a:cubicBezTo>
                    <a:pt x="67371" y="91291"/>
                    <a:pt x="68010" y="91291"/>
                    <a:pt x="68010" y="91930"/>
                  </a:cubicBezTo>
                  <a:cubicBezTo>
                    <a:pt x="68010" y="92568"/>
                    <a:pt x="68010" y="92568"/>
                    <a:pt x="68010" y="93206"/>
                  </a:cubicBezTo>
                  <a:cubicBezTo>
                    <a:pt x="68010" y="93845"/>
                    <a:pt x="68010" y="93845"/>
                    <a:pt x="68010" y="94483"/>
                  </a:cubicBezTo>
                  <a:cubicBezTo>
                    <a:pt x="68010" y="94483"/>
                    <a:pt x="68010" y="94483"/>
                    <a:pt x="68010" y="94483"/>
                  </a:cubicBezTo>
                  <a:cubicBezTo>
                    <a:pt x="68010" y="95121"/>
                    <a:pt x="68010" y="95121"/>
                    <a:pt x="68010" y="95760"/>
                  </a:cubicBezTo>
                  <a:cubicBezTo>
                    <a:pt x="68010" y="96398"/>
                    <a:pt x="68010" y="96398"/>
                    <a:pt x="68010" y="97037"/>
                  </a:cubicBezTo>
                  <a:lnTo>
                    <a:pt x="54591" y="137894"/>
                  </a:lnTo>
                  <a:cubicBezTo>
                    <a:pt x="53952" y="140448"/>
                    <a:pt x="54591" y="143640"/>
                    <a:pt x="55869" y="146193"/>
                  </a:cubicBezTo>
                  <a:lnTo>
                    <a:pt x="110822" y="82992"/>
                  </a:lnTo>
                  <a:cubicBezTo>
                    <a:pt x="110822" y="82992"/>
                    <a:pt x="110822" y="82992"/>
                    <a:pt x="110822" y="82992"/>
                  </a:cubicBezTo>
                  <a:close/>
                </a:path>
              </a:pathLst>
            </a:custGeom>
            <a:solidFill>
              <a:srgbClr val="00A3E0"/>
            </a:solidFill>
            <a:ln w="6390" cap="flat">
              <a:noFill/>
              <a:prstDash val="solid"/>
              <a:miter/>
            </a:ln>
          </p:spPr>
          <p:txBody>
            <a:bodyPr rtlCol="0" anchor="ctr"/>
            <a:lstStyle/>
            <a:p>
              <a:endParaRPr lang="en-US"/>
            </a:p>
          </p:txBody>
        </p:sp>
      </p:grpSp>
      <p:grpSp>
        <p:nvGrpSpPr>
          <p:cNvPr id="777" name="Graphic 4">
            <a:extLst>
              <a:ext uri="{FF2B5EF4-FFF2-40B4-BE49-F238E27FC236}">
                <a16:creationId xmlns:a16="http://schemas.microsoft.com/office/drawing/2014/main" id="{EC5D7A15-FB11-BE40-BBA6-3F485326047F}"/>
              </a:ext>
            </a:extLst>
          </p:cNvPr>
          <p:cNvGrpSpPr>
            <a:grpSpLocks noChangeAspect="1"/>
          </p:cNvGrpSpPr>
          <p:nvPr/>
        </p:nvGrpSpPr>
        <p:grpSpPr>
          <a:xfrm>
            <a:off x="10324860" y="2855717"/>
            <a:ext cx="361670" cy="361333"/>
            <a:chOff x="10324860" y="2855717"/>
            <a:chExt cx="361670" cy="361333"/>
          </a:xfrm>
          <a:solidFill>
            <a:srgbClr val="00A3E0"/>
          </a:solidFill>
        </p:grpSpPr>
        <p:sp>
          <p:nvSpPr>
            <p:cNvPr id="778" name="Graphic 4">
              <a:extLst>
                <a:ext uri="{FF2B5EF4-FFF2-40B4-BE49-F238E27FC236}">
                  <a16:creationId xmlns:a16="http://schemas.microsoft.com/office/drawing/2014/main" id="{AF9AC06F-6A25-9E46-BB16-52B43C715D59}"/>
                </a:ext>
              </a:extLst>
            </p:cNvPr>
            <p:cNvSpPr/>
            <p:nvPr/>
          </p:nvSpPr>
          <p:spPr>
            <a:xfrm>
              <a:off x="10466078" y="2951477"/>
              <a:ext cx="136450" cy="171729"/>
            </a:xfrm>
            <a:custGeom>
              <a:avLst/>
              <a:gdLst>
                <a:gd name="connsiteX0" fmla="*/ 102239 w 136450"/>
                <a:gd name="connsiteY0" fmla="*/ 67670 h 171729"/>
                <a:gd name="connsiteX1" fmla="*/ 63261 w 136450"/>
                <a:gd name="connsiteY1" fmla="*/ 67670 h 171729"/>
                <a:gd name="connsiteX2" fmla="*/ 61982 w 136450"/>
                <a:gd name="connsiteY2" fmla="*/ 67670 h 171729"/>
                <a:gd name="connsiteX3" fmla="*/ 60704 w 136450"/>
                <a:gd name="connsiteY3" fmla="*/ 67670 h 171729"/>
                <a:gd name="connsiteX4" fmla="*/ 60704 w 136450"/>
                <a:gd name="connsiteY4" fmla="*/ 67670 h 171729"/>
                <a:gd name="connsiteX5" fmla="*/ 59426 w 136450"/>
                <a:gd name="connsiteY5" fmla="*/ 67032 h 171729"/>
                <a:gd name="connsiteX6" fmla="*/ 58787 w 136450"/>
                <a:gd name="connsiteY6" fmla="*/ 66393 h 171729"/>
                <a:gd name="connsiteX7" fmla="*/ 58148 w 136450"/>
                <a:gd name="connsiteY7" fmla="*/ 65117 h 171729"/>
                <a:gd name="connsiteX8" fmla="*/ 57509 w 136450"/>
                <a:gd name="connsiteY8" fmla="*/ 63840 h 171729"/>
                <a:gd name="connsiteX9" fmla="*/ 57509 w 136450"/>
                <a:gd name="connsiteY9" fmla="*/ 62563 h 171729"/>
                <a:gd name="connsiteX10" fmla="*/ 57509 w 136450"/>
                <a:gd name="connsiteY10" fmla="*/ 61286 h 171729"/>
                <a:gd name="connsiteX11" fmla="*/ 57509 w 136450"/>
                <a:gd name="connsiteY11" fmla="*/ 61286 h 171729"/>
                <a:gd name="connsiteX12" fmla="*/ 57509 w 136450"/>
                <a:gd name="connsiteY12" fmla="*/ 60009 h 171729"/>
                <a:gd name="connsiteX13" fmla="*/ 57509 w 136450"/>
                <a:gd name="connsiteY13" fmla="*/ 58733 h 171729"/>
                <a:gd name="connsiteX14" fmla="*/ 73484 w 136450"/>
                <a:gd name="connsiteY14" fmla="*/ 11491 h 171729"/>
                <a:gd name="connsiteX15" fmla="*/ 71567 w 136450"/>
                <a:gd name="connsiteY15" fmla="*/ 0 h 171729"/>
                <a:gd name="connsiteX16" fmla="*/ 7029 w 136450"/>
                <a:gd name="connsiteY16" fmla="*/ 74054 h 171729"/>
                <a:gd name="connsiteX17" fmla="*/ 7029 w 136450"/>
                <a:gd name="connsiteY17" fmla="*/ 74054 h 171729"/>
                <a:gd name="connsiteX18" fmla="*/ 6390 w 136450"/>
                <a:gd name="connsiteY18" fmla="*/ 74692 h 171729"/>
                <a:gd name="connsiteX19" fmla="*/ 0 w 136450"/>
                <a:gd name="connsiteY19" fmla="*/ 91929 h 171729"/>
                <a:gd name="connsiteX20" fmla="*/ 0 w 136450"/>
                <a:gd name="connsiteY20" fmla="*/ 146832 h 171729"/>
                <a:gd name="connsiteX21" fmla="*/ 24921 w 136450"/>
                <a:gd name="connsiteY21" fmla="*/ 171729 h 171729"/>
                <a:gd name="connsiteX22" fmla="*/ 95849 w 136450"/>
                <a:gd name="connsiteY22" fmla="*/ 171729 h 171729"/>
                <a:gd name="connsiteX23" fmla="*/ 122048 w 136450"/>
                <a:gd name="connsiteY23" fmla="*/ 160876 h 171729"/>
                <a:gd name="connsiteX24" fmla="*/ 136105 w 136450"/>
                <a:gd name="connsiteY24" fmla="*/ 100228 h 171729"/>
                <a:gd name="connsiteX25" fmla="*/ 102239 w 136450"/>
                <a:gd name="connsiteY25" fmla="*/ 67670 h 17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6450" h="171729">
                  <a:moveTo>
                    <a:pt x="102239" y="67670"/>
                  </a:moveTo>
                  <a:lnTo>
                    <a:pt x="63261" y="67670"/>
                  </a:lnTo>
                  <a:cubicBezTo>
                    <a:pt x="62621" y="67670"/>
                    <a:pt x="62621" y="67670"/>
                    <a:pt x="61982" y="67670"/>
                  </a:cubicBezTo>
                  <a:cubicBezTo>
                    <a:pt x="61343" y="67670"/>
                    <a:pt x="61343" y="67670"/>
                    <a:pt x="60704" y="67670"/>
                  </a:cubicBezTo>
                  <a:cubicBezTo>
                    <a:pt x="60704" y="67670"/>
                    <a:pt x="60704" y="67670"/>
                    <a:pt x="60704" y="67670"/>
                  </a:cubicBezTo>
                  <a:cubicBezTo>
                    <a:pt x="60066" y="67670"/>
                    <a:pt x="60066" y="67032"/>
                    <a:pt x="59426" y="67032"/>
                  </a:cubicBezTo>
                  <a:cubicBezTo>
                    <a:pt x="59426" y="67032"/>
                    <a:pt x="58787" y="66393"/>
                    <a:pt x="58787" y="66393"/>
                  </a:cubicBezTo>
                  <a:cubicBezTo>
                    <a:pt x="58787" y="66393"/>
                    <a:pt x="58148" y="65755"/>
                    <a:pt x="58148" y="65117"/>
                  </a:cubicBezTo>
                  <a:cubicBezTo>
                    <a:pt x="58148" y="64478"/>
                    <a:pt x="57509" y="64478"/>
                    <a:pt x="57509" y="63840"/>
                  </a:cubicBezTo>
                  <a:cubicBezTo>
                    <a:pt x="57509" y="63201"/>
                    <a:pt x="57509" y="63201"/>
                    <a:pt x="57509" y="62563"/>
                  </a:cubicBezTo>
                  <a:cubicBezTo>
                    <a:pt x="57509" y="61925"/>
                    <a:pt x="57509" y="61925"/>
                    <a:pt x="57509" y="61286"/>
                  </a:cubicBezTo>
                  <a:cubicBezTo>
                    <a:pt x="57509" y="61286"/>
                    <a:pt x="57509" y="61286"/>
                    <a:pt x="57509" y="61286"/>
                  </a:cubicBezTo>
                  <a:cubicBezTo>
                    <a:pt x="57509" y="60648"/>
                    <a:pt x="57509" y="60648"/>
                    <a:pt x="57509" y="60009"/>
                  </a:cubicBezTo>
                  <a:cubicBezTo>
                    <a:pt x="57509" y="59371"/>
                    <a:pt x="57509" y="59371"/>
                    <a:pt x="57509" y="58733"/>
                  </a:cubicBezTo>
                  <a:lnTo>
                    <a:pt x="73484" y="11491"/>
                  </a:lnTo>
                  <a:cubicBezTo>
                    <a:pt x="74762" y="7661"/>
                    <a:pt x="72845" y="3192"/>
                    <a:pt x="71567" y="0"/>
                  </a:cubicBezTo>
                  <a:lnTo>
                    <a:pt x="7029" y="74054"/>
                  </a:lnTo>
                  <a:cubicBezTo>
                    <a:pt x="7029" y="74054"/>
                    <a:pt x="7029" y="74054"/>
                    <a:pt x="7029" y="74054"/>
                  </a:cubicBezTo>
                  <a:cubicBezTo>
                    <a:pt x="7029" y="74054"/>
                    <a:pt x="7029" y="74692"/>
                    <a:pt x="6390" y="74692"/>
                  </a:cubicBezTo>
                  <a:cubicBezTo>
                    <a:pt x="1917" y="79800"/>
                    <a:pt x="0" y="85545"/>
                    <a:pt x="0" y="91929"/>
                  </a:cubicBezTo>
                  <a:lnTo>
                    <a:pt x="0" y="146832"/>
                  </a:lnTo>
                  <a:cubicBezTo>
                    <a:pt x="0" y="161515"/>
                    <a:pt x="10224" y="171729"/>
                    <a:pt x="24921" y="171729"/>
                  </a:cubicBezTo>
                  <a:lnTo>
                    <a:pt x="95849" y="171729"/>
                  </a:lnTo>
                  <a:cubicBezTo>
                    <a:pt x="106712" y="171729"/>
                    <a:pt x="115658" y="167899"/>
                    <a:pt x="122048" y="160876"/>
                  </a:cubicBezTo>
                  <a:cubicBezTo>
                    <a:pt x="139940" y="141086"/>
                    <a:pt x="136105" y="100867"/>
                    <a:pt x="136105" y="100228"/>
                  </a:cubicBezTo>
                  <a:cubicBezTo>
                    <a:pt x="135466" y="86184"/>
                    <a:pt x="116935" y="67670"/>
                    <a:pt x="102239" y="67670"/>
                  </a:cubicBezTo>
                  <a:close/>
                </a:path>
              </a:pathLst>
            </a:custGeom>
            <a:solidFill>
              <a:srgbClr val="00A3E0"/>
            </a:solidFill>
            <a:ln w="6390" cap="flat">
              <a:noFill/>
              <a:prstDash val="solid"/>
              <a:miter/>
            </a:ln>
          </p:spPr>
          <p:txBody>
            <a:bodyPr rtlCol="0" anchor="ctr"/>
            <a:lstStyle/>
            <a:p>
              <a:endParaRPr lang="en-US"/>
            </a:p>
          </p:txBody>
        </p:sp>
        <p:sp>
          <p:nvSpPr>
            <p:cNvPr id="779" name="Graphic 4">
              <a:extLst>
                <a:ext uri="{FF2B5EF4-FFF2-40B4-BE49-F238E27FC236}">
                  <a16:creationId xmlns:a16="http://schemas.microsoft.com/office/drawing/2014/main" id="{580B13B1-D114-8047-AD2F-C2996C1D98E8}"/>
                </a:ext>
              </a:extLst>
            </p:cNvPr>
            <p:cNvSpPr/>
            <p:nvPr/>
          </p:nvSpPr>
          <p:spPr>
            <a:xfrm>
              <a:off x="10409846" y="3042130"/>
              <a:ext cx="46008" cy="73415"/>
            </a:xfrm>
            <a:custGeom>
              <a:avLst/>
              <a:gdLst>
                <a:gd name="connsiteX0" fmla="*/ 42173 w 46008"/>
                <a:gd name="connsiteY0" fmla="*/ 56817 h 73415"/>
                <a:gd name="connsiteX1" fmla="*/ 42173 w 46008"/>
                <a:gd name="connsiteY1" fmla="*/ 1915 h 73415"/>
                <a:gd name="connsiteX2" fmla="*/ 42173 w 46008"/>
                <a:gd name="connsiteY2" fmla="*/ 0 h 73415"/>
                <a:gd name="connsiteX3" fmla="*/ 0 w 46008"/>
                <a:gd name="connsiteY3" fmla="*/ 0 h 73415"/>
                <a:gd name="connsiteX4" fmla="*/ 0 w 46008"/>
                <a:gd name="connsiteY4" fmla="*/ 73416 h 73415"/>
                <a:gd name="connsiteX5" fmla="*/ 46008 w 46008"/>
                <a:gd name="connsiteY5" fmla="*/ 73416 h 73415"/>
                <a:gd name="connsiteX6" fmla="*/ 42173 w 46008"/>
                <a:gd name="connsiteY6" fmla="*/ 56817 h 7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008" h="73415">
                  <a:moveTo>
                    <a:pt x="42173" y="56817"/>
                  </a:moveTo>
                  <a:lnTo>
                    <a:pt x="42173" y="1915"/>
                  </a:lnTo>
                  <a:cubicBezTo>
                    <a:pt x="42173" y="1277"/>
                    <a:pt x="42173" y="638"/>
                    <a:pt x="42173" y="0"/>
                  </a:cubicBezTo>
                  <a:lnTo>
                    <a:pt x="0" y="0"/>
                  </a:lnTo>
                  <a:lnTo>
                    <a:pt x="0" y="73416"/>
                  </a:lnTo>
                  <a:lnTo>
                    <a:pt x="46008" y="73416"/>
                  </a:lnTo>
                  <a:cubicBezTo>
                    <a:pt x="44091" y="68947"/>
                    <a:pt x="42173" y="63201"/>
                    <a:pt x="42173" y="56817"/>
                  </a:cubicBezTo>
                  <a:close/>
                </a:path>
              </a:pathLst>
            </a:custGeom>
            <a:solidFill>
              <a:srgbClr val="00A3E0"/>
            </a:solidFill>
            <a:ln w="6390" cap="flat">
              <a:noFill/>
              <a:prstDash val="solid"/>
              <a:miter/>
            </a:ln>
          </p:spPr>
          <p:txBody>
            <a:bodyPr rtlCol="0" anchor="ctr"/>
            <a:lstStyle/>
            <a:p>
              <a:endParaRPr lang="en-US"/>
            </a:p>
          </p:txBody>
        </p:sp>
        <p:sp>
          <p:nvSpPr>
            <p:cNvPr id="780" name="Graphic 4">
              <a:extLst>
                <a:ext uri="{FF2B5EF4-FFF2-40B4-BE49-F238E27FC236}">
                  <a16:creationId xmlns:a16="http://schemas.microsoft.com/office/drawing/2014/main" id="{00B1D1D6-5DF2-454F-930B-9B77E61A1383}"/>
                </a:ext>
              </a:extLst>
            </p:cNvPr>
            <p:cNvSpPr/>
            <p:nvPr/>
          </p:nvSpPr>
          <p:spPr>
            <a:xfrm>
              <a:off x="10324860"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71572 w 361670"/>
                <a:gd name="connsiteY5" fmla="*/ 266212 h 361333"/>
                <a:gd name="connsiteX6" fmla="*/ 235788 w 361670"/>
                <a:gd name="connsiteY6" fmla="*/ 281533 h 361333"/>
                <a:gd name="connsiteX7" fmla="*/ 164860 w 361670"/>
                <a:gd name="connsiteY7" fmla="*/ 281533 h 361333"/>
                <a:gd name="connsiteX8" fmla="*/ 141217 w 361670"/>
                <a:gd name="connsiteY8" fmla="*/ 273873 h 361333"/>
                <a:gd name="connsiteX9" fmla="*/ 78596 w 361670"/>
                <a:gd name="connsiteY9" fmla="*/ 273873 h 361333"/>
                <a:gd name="connsiteX10" fmla="*/ 72206 w 361670"/>
                <a:gd name="connsiteY10" fmla="*/ 267489 h 361333"/>
                <a:gd name="connsiteX11" fmla="*/ 72206 w 361670"/>
                <a:gd name="connsiteY11" fmla="*/ 180667 h 361333"/>
                <a:gd name="connsiteX12" fmla="*/ 78596 w 361670"/>
                <a:gd name="connsiteY12" fmla="*/ 174283 h 361333"/>
                <a:gd name="connsiteX13" fmla="*/ 129715 w 361670"/>
                <a:gd name="connsiteY13" fmla="*/ 174283 h 361333"/>
                <a:gd name="connsiteX14" fmla="*/ 136744 w 361670"/>
                <a:gd name="connsiteY14" fmla="*/ 162792 h 361333"/>
                <a:gd name="connsiteX15" fmla="*/ 136744 w 361670"/>
                <a:gd name="connsiteY15" fmla="*/ 162792 h 361333"/>
                <a:gd name="connsiteX16" fmla="*/ 137384 w 361670"/>
                <a:gd name="connsiteY16" fmla="*/ 162153 h 361333"/>
                <a:gd name="connsiteX17" fmla="*/ 207033 w 361670"/>
                <a:gd name="connsiteY17" fmla="*/ 82353 h 361333"/>
                <a:gd name="connsiteX18" fmla="*/ 211507 w 361670"/>
                <a:gd name="connsiteY18" fmla="*/ 80438 h 361333"/>
                <a:gd name="connsiteX19" fmla="*/ 215979 w 361670"/>
                <a:gd name="connsiteY19" fmla="*/ 82353 h 361333"/>
                <a:gd name="connsiteX20" fmla="*/ 225564 w 361670"/>
                <a:gd name="connsiteY20" fmla="*/ 112358 h 361333"/>
                <a:gd name="connsiteX21" fmla="*/ 212784 w 361670"/>
                <a:gd name="connsiteY21" fmla="*/ 151300 h 361333"/>
                <a:gd name="connsiteX22" fmla="*/ 243456 w 361670"/>
                <a:gd name="connsiteY22" fmla="*/ 151300 h 361333"/>
                <a:gd name="connsiteX23" fmla="*/ 288825 w 361670"/>
                <a:gd name="connsiteY23" fmla="*/ 196627 h 361333"/>
                <a:gd name="connsiteX24" fmla="*/ 271572 w 361670"/>
                <a:gd name="connsiteY24" fmla="*/ 26621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1157" y="0"/>
                    <a:pt x="180835" y="0"/>
                  </a:cubicBezTo>
                  <a:close/>
                  <a:moveTo>
                    <a:pt x="271572" y="266212"/>
                  </a:moveTo>
                  <a:cubicBezTo>
                    <a:pt x="262626" y="276426"/>
                    <a:pt x="250485" y="281533"/>
                    <a:pt x="235788" y="281533"/>
                  </a:cubicBezTo>
                  <a:lnTo>
                    <a:pt x="164860" y="281533"/>
                  </a:lnTo>
                  <a:cubicBezTo>
                    <a:pt x="155275" y="281533"/>
                    <a:pt x="147607" y="278341"/>
                    <a:pt x="141217" y="273873"/>
                  </a:cubicBezTo>
                  <a:lnTo>
                    <a:pt x="78596" y="273873"/>
                  </a:lnTo>
                  <a:cubicBezTo>
                    <a:pt x="74762" y="273873"/>
                    <a:pt x="72206" y="271319"/>
                    <a:pt x="72206" y="267489"/>
                  </a:cubicBezTo>
                  <a:lnTo>
                    <a:pt x="72206" y="180667"/>
                  </a:lnTo>
                  <a:cubicBezTo>
                    <a:pt x="72206" y="176836"/>
                    <a:pt x="74762" y="174283"/>
                    <a:pt x="78596" y="174283"/>
                  </a:cubicBezTo>
                  <a:lnTo>
                    <a:pt x="129715" y="174283"/>
                  </a:lnTo>
                  <a:cubicBezTo>
                    <a:pt x="131633" y="170452"/>
                    <a:pt x="133549" y="166622"/>
                    <a:pt x="136744" y="162792"/>
                  </a:cubicBezTo>
                  <a:cubicBezTo>
                    <a:pt x="136744" y="162792"/>
                    <a:pt x="136744" y="162792"/>
                    <a:pt x="136744" y="162792"/>
                  </a:cubicBezTo>
                  <a:cubicBezTo>
                    <a:pt x="136744" y="162792"/>
                    <a:pt x="136744" y="162153"/>
                    <a:pt x="137384" y="162153"/>
                  </a:cubicBezTo>
                  <a:lnTo>
                    <a:pt x="207033" y="82353"/>
                  </a:lnTo>
                  <a:cubicBezTo>
                    <a:pt x="208312" y="81076"/>
                    <a:pt x="209589" y="80438"/>
                    <a:pt x="211507" y="80438"/>
                  </a:cubicBezTo>
                  <a:cubicBezTo>
                    <a:pt x="213423" y="80438"/>
                    <a:pt x="214702" y="81076"/>
                    <a:pt x="215979" y="82353"/>
                  </a:cubicBezTo>
                  <a:cubicBezTo>
                    <a:pt x="216618" y="82992"/>
                    <a:pt x="230038" y="96398"/>
                    <a:pt x="225564" y="112358"/>
                  </a:cubicBezTo>
                  <a:lnTo>
                    <a:pt x="212784" y="151300"/>
                  </a:lnTo>
                  <a:lnTo>
                    <a:pt x="243456" y="151300"/>
                  </a:lnTo>
                  <a:cubicBezTo>
                    <a:pt x="265182" y="151300"/>
                    <a:pt x="288825" y="174921"/>
                    <a:pt x="288825" y="196627"/>
                  </a:cubicBezTo>
                  <a:cubicBezTo>
                    <a:pt x="289464" y="197903"/>
                    <a:pt x="293937" y="241953"/>
                    <a:pt x="271572" y="266212"/>
                  </a:cubicBezTo>
                  <a:close/>
                </a:path>
              </a:pathLst>
            </a:custGeom>
            <a:solidFill>
              <a:srgbClr val="00A3E0"/>
            </a:solidFill>
            <a:ln w="6390" cap="flat">
              <a:noFill/>
              <a:prstDash val="solid"/>
              <a:miter/>
            </a:ln>
          </p:spPr>
          <p:txBody>
            <a:bodyPr rtlCol="0" anchor="ctr"/>
            <a:lstStyle/>
            <a:p>
              <a:endParaRPr lang="en-US"/>
            </a:p>
          </p:txBody>
        </p:sp>
      </p:grpSp>
      <p:grpSp>
        <p:nvGrpSpPr>
          <p:cNvPr id="781" name="Graphic 4">
            <a:extLst>
              <a:ext uri="{FF2B5EF4-FFF2-40B4-BE49-F238E27FC236}">
                <a16:creationId xmlns:a16="http://schemas.microsoft.com/office/drawing/2014/main" id="{AF36FD54-7A0D-104A-81BB-CD34674075A6}"/>
              </a:ext>
            </a:extLst>
          </p:cNvPr>
          <p:cNvGrpSpPr>
            <a:grpSpLocks noChangeAspect="1"/>
          </p:cNvGrpSpPr>
          <p:nvPr/>
        </p:nvGrpSpPr>
        <p:grpSpPr>
          <a:xfrm>
            <a:off x="9887149" y="2371173"/>
            <a:ext cx="361670" cy="361333"/>
            <a:chOff x="9887149" y="2371173"/>
            <a:chExt cx="361670" cy="361333"/>
          </a:xfrm>
          <a:solidFill>
            <a:srgbClr val="00A3E0"/>
          </a:solidFill>
        </p:grpSpPr>
        <p:sp>
          <p:nvSpPr>
            <p:cNvPr id="782" name="Graphic 4">
              <a:extLst>
                <a:ext uri="{FF2B5EF4-FFF2-40B4-BE49-F238E27FC236}">
                  <a16:creationId xmlns:a16="http://schemas.microsoft.com/office/drawing/2014/main" id="{77EF788C-5FF5-6245-9255-15E22DAE465A}"/>
                </a:ext>
              </a:extLst>
            </p:cNvPr>
            <p:cNvSpPr/>
            <p:nvPr/>
          </p:nvSpPr>
          <p:spPr>
            <a:xfrm>
              <a:off x="9887149"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783" name="Graphic 4">
              <a:extLst>
                <a:ext uri="{FF2B5EF4-FFF2-40B4-BE49-F238E27FC236}">
                  <a16:creationId xmlns:a16="http://schemas.microsoft.com/office/drawing/2014/main" id="{0967C0EA-556C-FF40-B106-A46BB64F1E77}"/>
                </a:ext>
              </a:extLst>
            </p:cNvPr>
            <p:cNvSpPr/>
            <p:nvPr/>
          </p:nvSpPr>
          <p:spPr>
            <a:xfrm>
              <a:off x="9962714" y="2579929"/>
              <a:ext cx="198490" cy="90652"/>
            </a:xfrm>
            <a:custGeom>
              <a:avLst/>
              <a:gdLst>
                <a:gd name="connsiteX0" fmla="*/ 183228 w 198490"/>
                <a:gd name="connsiteY0" fmla="*/ 3192 h 90652"/>
                <a:gd name="connsiteX1" fmla="*/ 180033 w 198490"/>
                <a:gd name="connsiteY1" fmla="*/ 3830 h 90652"/>
                <a:gd name="connsiteX2" fmla="*/ 165975 w 198490"/>
                <a:gd name="connsiteY2" fmla="*/ 15960 h 90652"/>
                <a:gd name="connsiteX3" fmla="*/ 153195 w 198490"/>
                <a:gd name="connsiteY3" fmla="*/ 49157 h 90652"/>
                <a:gd name="connsiteX4" fmla="*/ 153195 w 198490"/>
                <a:gd name="connsiteY4" fmla="*/ 33835 h 90652"/>
                <a:gd name="connsiteX5" fmla="*/ 119329 w 198490"/>
                <a:gd name="connsiteY5" fmla="*/ 0 h 90652"/>
                <a:gd name="connsiteX6" fmla="*/ 86101 w 198490"/>
                <a:gd name="connsiteY6" fmla="*/ 0 h 90652"/>
                <a:gd name="connsiteX7" fmla="*/ 52234 w 198490"/>
                <a:gd name="connsiteY7" fmla="*/ 33835 h 90652"/>
                <a:gd name="connsiteX8" fmla="*/ 52234 w 198490"/>
                <a:gd name="connsiteY8" fmla="*/ 56179 h 90652"/>
                <a:gd name="connsiteX9" fmla="*/ 33703 w 198490"/>
                <a:gd name="connsiteY9" fmla="*/ 19152 h 90652"/>
                <a:gd name="connsiteX10" fmla="*/ 21562 w 198490"/>
                <a:gd name="connsiteY10" fmla="*/ 9576 h 90652"/>
                <a:gd name="connsiteX11" fmla="*/ 13255 w 198490"/>
                <a:gd name="connsiteY11" fmla="*/ 7661 h 90652"/>
                <a:gd name="connsiteX12" fmla="*/ 2393 w 198490"/>
                <a:gd name="connsiteY12" fmla="*/ 11491 h 90652"/>
                <a:gd name="connsiteX13" fmla="*/ 1115 w 198490"/>
                <a:gd name="connsiteY13" fmla="*/ 22982 h 90652"/>
                <a:gd name="connsiteX14" fmla="*/ 2393 w 198490"/>
                <a:gd name="connsiteY14" fmla="*/ 24897 h 90652"/>
                <a:gd name="connsiteX15" fmla="*/ 14534 w 198490"/>
                <a:gd name="connsiteY15" fmla="*/ 37665 h 90652"/>
                <a:gd name="connsiteX16" fmla="*/ 30508 w 198490"/>
                <a:gd name="connsiteY16" fmla="*/ 86184 h 90652"/>
                <a:gd name="connsiteX17" fmla="*/ 36260 w 198490"/>
                <a:gd name="connsiteY17" fmla="*/ 90653 h 90652"/>
                <a:gd name="connsiteX18" fmla="*/ 38176 w 198490"/>
                <a:gd name="connsiteY18" fmla="*/ 90014 h 90652"/>
                <a:gd name="connsiteX19" fmla="*/ 42010 w 198490"/>
                <a:gd name="connsiteY19" fmla="*/ 81715 h 90652"/>
                <a:gd name="connsiteX20" fmla="*/ 26035 w 198490"/>
                <a:gd name="connsiteY20" fmla="*/ 34473 h 90652"/>
                <a:gd name="connsiteX21" fmla="*/ 52234 w 198490"/>
                <a:gd name="connsiteY21" fmla="*/ 86184 h 90652"/>
                <a:gd name="connsiteX22" fmla="*/ 59263 w 198490"/>
                <a:gd name="connsiteY22" fmla="*/ 89376 h 90652"/>
                <a:gd name="connsiteX23" fmla="*/ 64375 w 198490"/>
                <a:gd name="connsiteY23" fmla="*/ 82992 h 90652"/>
                <a:gd name="connsiteX24" fmla="*/ 64375 w 198490"/>
                <a:gd name="connsiteY24" fmla="*/ 33197 h 90652"/>
                <a:gd name="connsiteX25" fmla="*/ 85462 w 198490"/>
                <a:gd name="connsiteY25" fmla="*/ 12130 h 90652"/>
                <a:gd name="connsiteX26" fmla="*/ 118689 w 198490"/>
                <a:gd name="connsiteY26" fmla="*/ 12130 h 90652"/>
                <a:gd name="connsiteX27" fmla="*/ 139776 w 198490"/>
                <a:gd name="connsiteY27" fmla="*/ 33197 h 90652"/>
                <a:gd name="connsiteX28" fmla="*/ 139776 w 198490"/>
                <a:gd name="connsiteY28" fmla="*/ 82992 h 90652"/>
                <a:gd name="connsiteX29" fmla="*/ 144888 w 198490"/>
                <a:gd name="connsiteY29" fmla="*/ 89376 h 90652"/>
                <a:gd name="connsiteX30" fmla="*/ 151917 w 198490"/>
                <a:gd name="connsiteY30" fmla="*/ 85545 h 90652"/>
                <a:gd name="connsiteX31" fmla="*/ 176838 w 198490"/>
                <a:gd name="connsiteY31" fmla="*/ 20429 h 90652"/>
                <a:gd name="connsiteX32" fmla="*/ 181950 w 198490"/>
                <a:gd name="connsiteY32" fmla="*/ 15960 h 90652"/>
                <a:gd name="connsiteX33" fmla="*/ 183228 w 198490"/>
                <a:gd name="connsiteY33" fmla="*/ 15960 h 90652"/>
                <a:gd name="connsiteX34" fmla="*/ 180672 w 198490"/>
                <a:gd name="connsiteY34" fmla="*/ 17875 h 90652"/>
                <a:gd name="connsiteX35" fmla="*/ 178116 w 198490"/>
                <a:gd name="connsiteY35" fmla="*/ 21067 h 90652"/>
                <a:gd name="connsiteX36" fmla="*/ 161502 w 198490"/>
                <a:gd name="connsiteY36" fmla="*/ 81715 h 90652"/>
                <a:gd name="connsiteX37" fmla="*/ 165975 w 198490"/>
                <a:gd name="connsiteY37" fmla="*/ 89376 h 90652"/>
                <a:gd name="connsiteX38" fmla="*/ 173643 w 198490"/>
                <a:gd name="connsiteY38" fmla="*/ 84907 h 90652"/>
                <a:gd name="connsiteX39" fmla="*/ 189618 w 198490"/>
                <a:gd name="connsiteY39" fmla="*/ 26174 h 90652"/>
                <a:gd name="connsiteX40" fmla="*/ 194730 w 198490"/>
                <a:gd name="connsiteY40" fmla="*/ 22344 h 90652"/>
                <a:gd name="connsiteX41" fmla="*/ 196008 w 198490"/>
                <a:gd name="connsiteY41" fmla="*/ 21067 h 90652"/>
                <a:gd name="connsiteX42" fmla="*/ 196647 w 198490"/>
                <a:gd name="connsiteY42" fmla="*/ 7661 h 90652"/>
                <a:gd name="connsiteX43" fmla="*/ 183228 w 198490"/>
                <a:gd name="connsiteY43" fmla="*/ 3192 h 90652"/>
                <a:gd name="connsiteX44" fmla="*/ 18367 w 198490"/>
                <a:gd name="connsiteY44" fmla="*/ 21706 h 90652"/>
                <a:gd name="connsiteX45" fmla="*/ 19006 w 198490"/>
                <a:gd name="connsiteY45" fmla="*/ 21706 h 90652"/>
                <a:gd name="connsiteX46" fmla="*/ 22840 w 198490"/>
                <a:gd name="connsiteY46" fmla="*/ 24259 h 90652"/>
                <a:gd name="connsiteX47" fmla="*/ 24757 w 198490"/>
                <a:gd name="connsiteY47" fmla="*/ 28089 h 90652"/>
                <a:gd name="connsiteX48" fmla="*/ 18367 w 198490"/>
                <a:gd name="connsiteY48" fmla="*/ 21706 h 90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98490" h="90652">
                  <a:moveTo>
                    <a:pt x="183228" y="3192"/>
                  </a:moveTo>
                  <a:lnTo>
                    <a:pt x="180033" y="3830"/>
                  </a:lnTo>
                  <a:cubicBezTo>
                    <a:pt x="173643" y="5107"/>
                    <a:pt x="168531" y="10214"/>
                    <a:pt x="165975" y="15960"/>
                  </a:cubicBezTo>
                  <a:lnTo>
                    <a:pt x="153195" y="49157"/>
                  </a:lnTo>
                  <a:lnTo>
                    <a:pt x="153195" y="33835"/>
                  </a:lnTo>
                  <a:cubicBezTo>
                    <a:pt x="153195" y="15322"/>
                    <a:pt x="137859" y="0"/>
                    <a:pt x="119329" y="0"/>
                  </a:cubicBezTo>
                  <a:lnTo>
                    <a:pt x="86101" y="0"/>
                  </a:lnTo>
                  <a:cubicBezTo>
                    <a:pt x="67570" y="0"/>
                    <a:pt x="52234" y="15322"/>
                    <a:pt x="52234" y="33835"/>
                  </a:cubicBezTo>
                  <a:lnTo>
                    <a:pt x="52234" y="56179"/>
                  </a:lnTo>
                  <a:lnTo>
                    <a:pt x="33703" y="19152"/>
                  </a:lnTo>
                  <a:cubicBezTo>
                    <a:pt x="31147" y="14683"/>
                    <a:pt x="27313" y="10853"/>
                    <a:pt x="21562" y="9576"/>
                  </a:cubicBezTo>
                  <a:lnTo>
                    <a:pt x="13255" y="7661"/>
                  </a:lnTo>
                  <a:cubicBezTo>
                    <a:pt x="9421" y="6384"/>
                    <a:pt x="4949" y="8299"/>
                    <a:pt x="2393" y="11491"/>
                  </a:cubicBezTo>
                  <a:cubicBezTo>
                    <a:pt x="-164" y="14683"/>
                    <a:pt x="-802" y="19152"/>
                    <a:pt x="1115" y="22982"/>
                  </a:cubicBezTo>
                  <a:cubicBezTo>
                    <a:pt x="1115" y="23621"/>
                    <a:pt x="1754" y="24259"/>
                    <a:pt x="2393" y="24897"/>
                  </a:cubicBezTo>
                  <a:lnTo>
                    <a:pt x="14534" y="37665"/>
                  </a:lnTo>
                  <a:lnTo>
                    <a:pt x="30508" y="86184"/>
                  </a:lnTo>
                  <a:cubicBezTo>
                    <a:pt x="31147" y="88737"/>
                    <a:pt x="33703" y="90653"/>
                    <a:pt x="36260" y="90653"/>
                  </a:cubicBezTo>
                  <a:cubicBezTo>
                    <a:pt x="36898" y="90653"/>
                    <a:pt x="37537" y="90653"/>
                    <a:pt x="38176" y="90014"/>
                  </a:cubicBezTo>
                  <a:cubicBezTo>
                    <a:pt x="41371" y="88737"/>
                    <a:pt x="43288" y="85545"/>
                    <a:pt x="42010" y="81715"/>
                  </a:cubicBezTo>
                  <a:lnTo>
                    <a:pt x="26035" y="34473"/>
                  </a:lnTo>
                  <a:lnTo>
                    <a:pt x="52234" y="86184"/>
                  </a:lnTo>
                  <a:cubicBezTo>
                    <a:pt x="53512" y="88737"/>
                    <a:pt x="56707" y="90014"/>
                    <a:pt x="59263" y="89376"/>
                  </a:cubicBezTo>
                  <a:cubicBezTo>
                    <a:pt x="62458" y="88737"/>
                    <a:pt x="64375" y="86184"/>
                    <a:pt x="64375" y="82992"/>
                  </a:cubicBezTo>
                  <a:lnTo>
                    <a:pt x="64375" y="33197"/>
                  </a:lnTo>
                  <a:cubicBezTo>
                    <a:pt x="64375" y="21706"/>
                    <a:pt x="73960" y="12130"/>
                    <a:pt x="85462" y="12130"/>
                  </a:cubicBezTo>
                  <a:lnTo>
                    <a:pt x="118689" y="12130"/>
                  </a:lnTo>
                  <a:cubicBezTo>
                    <a:pt x="130191" y="12130"/>
                    <a:pt x="139776" y="21706"/>
                    <a:pt x="139776" y="33197"/>
                  </a:cubicBezTo>
                  <a:lnTo>
                    <a:pt x="139776" y="82992"/>
                  </a:lnTo>
                  <a:cubicBezTo>
                    <a:pt x="139776" y="86184"/>
                    <a:pt x="141694" y="88737"/>
                    <a:pt x="144888" y="89376"/>
                  </a:cubicBezTo>
                  <a:cubicBezTo>
                    <a:pt x="148083" y="90014"/>
                    <a:pt x="150639" y="88099"/>
                    <a:pt x="151917" y="85545"/>
                  </a:cubicBezTo>
                  <a:lnTo>
                    <a:pt x="176838" y="20429"/>
                  </a:lnTo>
                  <a:cubicBezTo>
                    <a:pt x="177477" y="18514"/>
                    <a:pt x="179394" y="16598"/>
                    <a:pt x="181950" y="15960"/>
                  </a:cubicBezTo>
                  <a:lnTo>
                    <a:pt x="183228" y="15960"/>
                  </a:lnTo>
                  <a:lnTo>
                    <a:pt x="180672" y="17875"/>
                  </a:lnTo>
                  <a:cubicBezTo>
                    <a:pt x="179394" y="18514"/>
                    <a:pt x="178755" y="19790"/>
                    <a:pt x="178116" y="21067"/>
                  </a:cubicBezTo>
                  <a:lnTo>
                    <a:pt x="161502" y="81715"/>
                  </a:lnTo>
                  <a:cubicBezTo>
                    <a:pt x="160863" y="84907"/>
                    <a:pt x="162780" y="88737"/>
                    <a:pt x="165975" y="89376"/>
                  </a:cubicBezTo>
                  <a:cubicBezTo>
                    <a:pt x="169170" y="90014"/>
                    <a:pt x="173004" y="88099"/>
                    <a:pt x="173643" y="84907"/>
                  </a:cubicBezTo>
                  <a:lnTo>
                    <a:pt x="189618" y="26174"/>
                  </a:lnTo>
                  <a:lnTo>
                    <a:pt x="194730" y="22344"/>
                  </a:lnTo>
                  <a:cubicBezTo>
                    <a:pt x="195368" y="21706"/>
                    <a:pt x="196008" y="21706"/>
                    <a:pt x="196008" y="21067"/>
                  </a:cubicBezTo>
                  <a:cubicBezTo>
                    <a:pt x="199203" y="16598"/>
                    <a:pt x="199203" y="11491"/>
                    <a:pt x="196647" y="7661"/>
                  </a:cubicBezTo>
                  <a:cubicBezTo>
                    <a:pt x="195368" y="3830"/>
                    <a:pt x="188978" y="1277"/>
                    <a:pt x="183228" y="3192"/>
                  </a:cubicBezTo>
                  <a:close/>
                  <a:moveTo>
                    <a:pt x="18367" y="21706"/>
                  </a:moveTo>
                  <a:lnTo>
                    <a:pt x="19006" y="21706"/>
                  </a:lnTo>
                  <a:cubicBezTo>
                    <a:pt x="20285" y="22344"/>
                    <a:pt x="21562" y="22982"/>
                    <a:pt x="22840" y="24259"/>
                  </a:cubicBezTo>
                  <a:lnTo>
                    <a:pt x="24757" y="28089"/>
                  </a:lnTo>
                  <a:lnTo>
                    <a:pt x="18367" y="21706"/>
                  </a:lnTo>
                  <a:close/>
                </a:path>
              </a:pathLst>
            </a:custGeom>
            <a:solidFill>
              <a:srgbClr val="00A3E0"/>
            </a:solidFill>
            <a:ln w="6390" cap="flat">
              <a:noFill/>
              <a:prstDash val="solid"/>
              <a:miter/>
            </a:ln>
          </p:spPr>
          <p:txBody>
            <a:bodyPr rtlCol="0" anchor="ctr"/>
            <a:lstStyle/>
            <a:p>
              <a:endParaRPr lang="en-US"/>
            </a:p>
          </p:txBody>
        </p:sp>
        <p:sp>
          <p:nvSpPr>
            <p:cNvPr id="784" name="Graphic 4">
              <a:extLst>
                <a:ext uri="{FF2B5EF4-FFF2-40B4-BE49-F238E27FC236}">
                  <a16:creationId xmlns:a16="http://schemas.microsoft.com/office/drawing/2014/main" id="{036DF875-DC9D-C64B-8FE7-350A79F37CDC}"/>
                </a:ext>
              </a:extLst>
            </p:cNvPr>
            <p:cNvSpPr/>
            <p:nvPr/>
          </p:nvSpPr>
          <p:spPr>
            <a:xfrm>
              <a:off x="10032201" y="2502683"/>
              <a:ext cx="67733" cy="67670"/>
            </a:xfrm>
            <a:custGeom>
              <a:avLst/>
              <a:gdLst>
                <a:gd name="connsiteX0" fmla="*/ 33867 w 67733"/>
                <a:gd name="connsiteY0" fmla="*/ 67670 h 67670"/>
                <a:gd name="connsiteX1" fmla="*/ 67733 w 67733"/>
                <a:gd name="connsiteY1" fmla="*/ 33835 h 67670"/>
                <a:gd name="connsiteX2" fmla="*/ 33867 w 67733"/>
                <a:gd name="connsiteY2" fmla="*/ 0 h 67670"/>
                <a:gd name="connsiteX3" fmla="*/ 0 w 67733"/>
                <a:gd name="connsiteY3" fmla="*/ 33835 h 67670"/>
                <a:gd name="connsiteX4" fmla="*/ 33867 w 67733"/>
                <a:gd name="connsiteY4" fmla="*/ 67670 h 67670"/>
                <a:gd name="connsiteX5" fmla="*/ 33867 w 67733"/>
                <a:gd name="connsiteY5" fmla="*/ 12768 h 67670"/>
                <a:gd name="connsiteX6" fmla="*/ 54953 w 67733"/>
                <a:gd name="connsiteY6" fmla="*/ 33835 h 67670"/>
                <a:gd name="connsiteX7" fmla="*/ 33867 w 67733"/>
                <a:gd name="connsiteY7" fmla="*/ 54902 h 67670"/>
                <a:gd name="connsiteX8" fmla="*/ 12780 w 67733"/>
                <a:gd name="connsiteY8" fmla="*/ 33835 h 67670"/>
                <a:gd name="connsiteX9" fmla="*/ 33867 w 67733"/>
                <a:gd name="connsiteY9" fmla="*/ 12768 h 6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733" h="67670">
                  <a:moveTo>
                    <a:pt x="33867" y="67670"/>
                  </a:moveTo>
                  <a:cubicBezTo>
                    <a:pt x="52397" y="67670"/>
                    <a:pt x="67733" y="52349"/>
                    <a:pt x="67733" y="33835"/>
                  </a:cubicBezTo>
                  <a:cubicBezTo>
                    <a:pt x="67733" y="15322"/>
                    <a:pt x="52397" y="0"/>
                    <a:pt x="33867" y="0"/>
                  </a:cubicBezTo>
                  <a:cubicBezTo>
                    <a:pt x="15336" y="0"/>
                    <a:pt x="0" y="15322"/>
                    <a:pt x="0" y="33835"/>
                  </a:cubicBezTo>
                  <a:cubicBezTo>
                    <a:pt x="0" y="52349"/>
                    <a:pt x="15336" y="67670"/>
                    <a:pt x="33867" y="67670"/>
                  </a:cubicBezTo>
                  <a:close/>
                  <a:moveTo>
                    <a:pt x="33867" y="12768"/>
                  </a:moveTo>
                  <a:cubicBezTo>
                    <a:pt x="45368" y="12768"/>
                    <a:pt x="54953" y="22344"/>
                    <a:pt x="54953" y="33835"/>
                  </a:cubicBezTo>
                  <a:cubicBezTo>
                    <a:pt x="54953" y="45326"/>
                    <a:pt x="45368" y="54902"/>
                    <a:pt x="33867" y="54902"/>
                  </a:cubicBezTo>
                  <a:cubicBezTo>
                    <a:pt x="22365" y="54902"/>
                    <a:pt x="12780" y="45326"/>
                    <a:pt x="12780" y="33835"/>
                  </a:cubicBezTo>
                  <a:cubicBezTo>
                    <a:pt x="12780" y="22344"/>
                    <a:pt x="22365" y="12768"/>
                    <a:pt x="33867" y="12768"/>
                  </a:cubicBezTo>
                  <a:close/>
                </a:path>
              </a:pathLst>
            </a:custGeom>
            <a:solidFill>
              <a:srgbClr val="00A3E0"/>
            </a:solidFill>
            <a:ln w="6390" cap="flat">
              <a:noFill/>
              <a:prstDash val="solid"/>
              <a:miter/>
            </a:ln>
          </p:spPr>
          <p:txBody>
            <a:bodyPr rtlCol="0" anchor="ctr"/>
            <a:lstStyle/>
            <a:p>
              <a:endParaRPr lang="en-US"/>
            </a:p>
          </p:txBody>
        </p:sp>
        <p:sp>
          <p:nvSpPr>
            <p:cNvPr id="785" name="Graphic 4">
              <a:extLst>
                <a:ext uri="{FF2B5EF4-FFF2-40B4-BE49-F238E27FC236}">
                  <a16:creationId xmlns:a16="http://schemas.microsoft.com/office/drawing/2014/main" id="{D45E6997-10AE-5141-AA73-1B988D04F046}"/>
                </a:ext>
              </a:extLst>
            </p:cNvPr>
            <p:cNvSpPr/>
            <p:nvPr/>
          </p:nvSpPr>
          <p:spPr>
            <a:xfrm>
              <a:off x="9963479" y="2499781"/>
              <a:ext cx="53185" cy="30991"/>
            </a:xfrm>
            <a:custGeom>
              <a:avLst/>
              <a:gdLst>
                <a:gd name="connsiteX0" fmla="*/ 14407 w 53185"/>
                <a:gd name="connsiteY0" fmla="*/ 25246 h 30991"/>
                <a:gd name="connsiteX1" fmla="*/ 21436 w 53185"/>
                <a:gd name="connsiteY1" fmla="*/ 27162 h 30991"/>
                <a:gd name="connsiteX2" fmla="*/ 38050 w 53185"/>
                <a:gd name="connsiteY2" fmla="*/ 21416 h 30991"/>
                <a:gd name="connsiteX3" fmla="*/ 41884 w 53185"/>
                <a:gd name="connsiteY3" fmla="*/ 27800 h 30991"/>
                <a:gd name="connsiteX4" fmla="*/ 46996 w 53185"/>
                <a:gd name="connsiteY4" fmla="*/ 30992 h 30991"/>
                <a:gd name="connsiteX5" fmla="*/ 50191 w 53185"/>
                <a:gd name="connsiteY5" fmla="*/ 29715 h 30991"/>
                <a:gd name="connsiteX6" fmla="*/ 52108 w 53185"/>
                <a:gd name="connsiteY6" fmla="*/ 20778 h 30991"/>
                <a:gd name="connsiteX7" fmla="*/ 45718 w 53185"/>
                <a:gd name="connsiteY7" fmla="*/ 10563 h 30991"/>
                <a:gd name="connsiteX8" fmla="*/ 38050 w 53185"/>
                <a:gd name="connsiteY8" fmla="*/ 8010 h 30991"/>
                <a:gd name="connsiteX9" fmla="*/ 20797 w 53185"/>
                <a:gd name="connsiteY9" fmla="*/ 14394 h 30991"/>
                <a:gd name="connsiteX10" fmla="*/ 11212 w 53185"/>
                <a:gd name="connsiteY10" fmla="*/ 2264 h 30991"/>
                <a:gd name="connsiteX11" fmla="*/ 2266 w 53185"/>
                <a:gd name="connsiteY11" fmla="*/ 1626 h 30991"/>
                <a:gd name="connsiteX12" fmla="*/ 1627 w 53185"/>
                <a:gd name="connsiteY12" fmla="*/ 10563 h 30991"/>
                <a:gd name="connsiteX13" fmla="*/ 14407 w 53185"/>
                <a:gd name="connsiteY13" fmla="*/ 25246 h 30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3185" h="30991">
                  <a:moveTo>
                    <a:pt x="14407" y="25246"/>
                  </a:moveTo>
                  <a:cubicBezTo>
                    <a:pt x="16324" y="27162"/>
                    <a:pt x="18880" y="28438"/>
                    <a:pt x="21436" y="27162"/>
                  </a:cubicBezTo>
                  <a:lnTo>
                    <a:pt x="38050" y="21416"/>
                  </a:lnTo>
                  <a:lnTo>
                    <a:pt x="41884" y="27800"/>
                  </a:lnTo>
                  <a:cubicBezTo>
                    <a:pt x="43162" y="29715"/>
                    <a:pt x="45079" y="30992"/>
                    <a:pt x="46996" y="30992"/>
                  </a:cubicBezTo>
                  <a:cubicBezTo>
                    <a:pt x="48274" y="30992"/>
                    <a:pt x="49552" y="30992"/>
                    <a:pt x="50191" y="29715"/>
                  </a:cubicBezTo>
                  <a:cubicBezTo>
                    <a:pt x="53386" y="27800"/>
                    <a:pt x="54024" y="23970"/>
                    <a:pt x="52108" y="20778"/>
                  </a:cubicBezTo>
                  <a:lnTo>
                    <a:pt x="45718" y="10563"/>
                  </a:lnTo>
                  <a:cubicBezTo>
                    <a:pt x="44440" y="8010"/>
                    <a:pt x="41245" y="6733"/>
                    <a:pt x="38050" y="8010"/>
                  </a:cubicBezTo>
                  <a:lnTo>
                    <a:pt x="20797" y="14394"/>
                  </a:lnTo>
                  <a:lnTo>
                    <a:pt x="11212" y="2264"/>
                  </a:lnTo>
                  <a:cubicBezTo>
                    <a:pt x="9295" y="-290"/>
                    <a:pt x="4822" y="-928"/>
                    <a:pt x="2266" y="1626"/>
                  </a:cubicBezTo>
                  <a:cubicBezTo>
                    <a:pt x="-290" y="3541"/>
                    <a:pt x="-929" y="8010"/>
                    <a:pt x="1627" y="10563"/>
                  </a:cubicBezTo>
                  <a:lnTo>
                    <a:pt x="14407" y="25246"/>
                  </a:lnTo>
                  <a:close/>
                </a:path>
              </a:pathLst>
            </a:custGeom>
            <a:solidFill>
              <a:srgbClr val="00A3E0"/>
            </a:solidFill>
            <a:ln w="6390" cap="flat">
              <a:noFill/>
              <a:prstDash val="solid"/>
              <a:miter/>
            </a:ln>
          </p:spPr>
          <p:txBody>
            <a:bodyPr rtlCol="0" anchor="ctr"/>
            <a:lstStyle/>
            <a:p>
              <a:endParaRPr lang="en-US"/>
            </a:p>
          </p:txBody>
        </p:sp>
        <p:sp>
          <p:nvSpPr>
            <p:cNvPr id="786" name="Graphic 4">
              <a:extLst>
                <a:ext uri="{FF2B5EF4-FFF2-40B4-BE49-F238E27FC236}">
                  <a16:creationId xmlns:a16="http://schemas.microsoft.com/office/drawing/2014/main" id="{4157E9E2-8D0B-864C-80D0-3B623896C1A4}"/>
                </a:ext>
              </a:extLst>
            </p:cNvPr>
            <p:cNvSpPr/>
            <p:nvPr/>
          </p:nvSpPr>
          <p:spPr>
            <a:xfrm>
              <a:off x="9966035" y="2524040"/>
              <a:ext cx="42962" cy="26523"/>
            </a:xfrm>
            <a:custGeom>
              <a:avLst/>
              <a:gdLst>
                <a:gd name="connsiteX0" fmla="*/ 29743 w 42962"/>
                <a:gd name="connsiteY0" fmla="*/ 6094 h 26523"/>
                <a:gd name="connsiteX1" fmla="*/ 17602 w 42962"/>
                <a:gd name="connsiteY1" fmla="*/ 10563 h 26523"/>
                <a:gd name="connsiteX2" fmla="*/ 11212 w 42962"/>
                <a:gd name="connsiteY2" fmla="*/ 2264 h 26523"/>
                <a:gd name="connsiteX3" fmla="*/ 2266 w 42962"/>
                <a:gd name="connsiteY3" fmla="*/ 1626 h 26523"/>
                <a:gd name="connsiteX4" fmla="*/ 1627 w 42962"/>
                <a:gd name="connsiteY4" fmla="*/ 10563 h 26523"/>
                <a:gd name="connsiteX5" fmla="*/ 11212 w 42962"/>
                <a:gd name="connsiteY5" fmla="*/ 22054 h 26523"/>
                <a:gd name="connsiteX6" fmla="*/ 18241 w 42962"/>
                <a:gd name="connsiteY6" fmla="*/ 23970 h 26523"/>
                <a:gd name="connsiteX7" fmla="*/ 29743 w 42962"/>
                <a:gd name="connsiteY7" fmla="*/ 20139 h 26523"/>
                <a:gd name="connsiteX8" fmla="*/ 31660 w 42962"/>
                <a:gd name="connsiteY8" fmla="*/ 23331 h 26523"/>
                <a:gd name="connsiteX9" fmla="*/ 36772 w 42962"/>
                <a:gd name="connsiteY9" fmla="*/ 26523 h 26523"/>
                <a:gd name="connsiteX10" fmla="*/ 39967 w 42962"/>
                <a:gd name="connsiteY10" fmla="*/ 25246 h 26523"/>
                <a:gd name="connsiteX11" fmla="*/ 41883 w 42962"/>
                <a:gd name="connsiteY11" fmla="*/ 16309 h 26523"/>
                <a:gd name="connsiteX12" fmla="*/ 36772 w 42962"/>
                <a:gd name="connsiteY12" fmla="*/ 8648 h 26523"/>
                <a:gd name="connsiteX13" fmla="*/ 29743 w 42962"/>
                <a:gd name="connsiteY13" fmla="*/ 6094 h 26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962" h="26523">
                  <a:moveTo>
                    <a:pt x="29743" y="6094"/>
                  </a:moveTo>
                  <a:lnTo>
                    <a:pt x="17602" y="10563"/>
                  </a:lnTo>
                  <a:lnTo>
                    <a:pt x="11212" y="2264"/>
                  </a:lnTo>
                  <a:cubicBezTo>
                    <a:pt x="9295" y="-290"/>
                    <a:pt x="4822" y="-928"/>
                    <a:pt x="2266" y="1626"/>
                  </a:cubicBezTo>
                  <a:cubicBezTo>
                    <a:pt x="-290" y="3541"/>
                    <a:pt x="-929" y="8010"/>
                    <a:pt x="1627" y="10563"/>
                  </a:cubicBezTo>
                  <a:lnTo>
                    <a:pt x="11212" y="22054"/>
                  </a:lnTo>
                  <a:cubicBezTo>
                    <a:pt x="13129" y="23970"/>
                    <a:pt x="15685" y="25246"/>
                    <a:pt x="18241" y="23970"/>
                  </a:cubicBezTo>
                  <a:lnTo>
                    <a:pt x="29743" y="20139"/>
                  </a:lnTo>
                  <a:lnTo>
                    <a:pt x="31660" y="23331"/>
                  </a:lnTo>
                  <a:cubicBezTo>
                    <a:pt x="32938" y="25246"/>
                    <a:pt x="34855" y="26523"/>
                    <a:pt x="36772" y="26523"/>
                  </a:cubicBezTo>
                  <a:cubicBezTo>
                    <a:pt x="38050" y="26523"/>
                    <a:pt x="39328" y="26523"/>
                    <a:pt x="39967" y="25246"/>
                  </a:cubicBezTo>
                  <a:cubicBezTo>
                    <a:pt x="43162" y="23331"/>
                    <a:pt x="43801" y="19501"/>
                    <a:pt x="41883" y="16309"/>
                  </a:cubicBezTo>
                  <a:lnTo>
                    <a:pt x="36772" y="8648"/>
                  </a:lnTo>
                  <a:cubicBezTo>
                    <a:pt x="36133" y="6094"/>
                    <a:pt x="32938" y="4818"/>
                    <a:pt x="29743" y="6094"/>
                  </a:cubicBezTo>
                  <a:close/>
                </a:path>
              </a:pathLst>
            </a:custGeom>
            <a:solidFill>
              <a:srgbClr val="00A3E0"/>
            </a:solidFill>
            <a:ln w="6390" cap="flat">
              <a:noFill/>
              <a:prstDash val="solid"/>
              <a:miter/>
            </a:ln>
          </p:spPr>
          <p:txBody>
            <a:bodyPr rtlCol="0" anchor="ctr"/>
            <a:lstStyle/>
            <a:p>
              <a:endParaRPr lang="en-US"/>
            </a:p>
          </p:txBody>
        </p:sp>
        <p:sp>
          <p:nvSpPr>
            <p:cNvPr id="787" name="Graphic 4">
              <a:extLst>
                <a:ext uri="{FF2B5EF4-FFF2-40B4-BE49-F238E27FC236}">
                  <a16:creationId xmlns:a16="http://schemas.microsoft.com/office/drawing/2014/main" id="{63CF7BC0-799E-BC45-B1CB-0F983ABDE645}"/>
                </a:ext>
              </a:extLst>
            </p:cNvPr>
            <p:cNvSpPr/>
            <p:nvPr/>
          </p:nvSpPr>
          <p:spPr>
            <a:xfrm>
              <a:off x="10111675" y="2502683"/>
              <a:ext cx="56893" cy="30004"/>
            </a:xfrm>
            <a:custGeom>
              <a:avLst/>
              <a:gdLst>
                <a:gd name="connsiteX0" fmla="*/ 4234 w 56893"/>
                <a:gd name="connsiteY0" fmla="*/ 22344 h 30004"/>
                <a:gd name="connsiteX1" fmla="*/ 22765 w 56893"/>
                <a:gd name="connsiteY1" fmla="*/ 29366 h 30004"/>
                <a:gd name="connsiteX2" fmla="*/ 24682 w 56893"/>
                <a:gd name="connsiteY2" fmla="*/ 30005 h 30004"/>
                <a:gd name="connsiteX3" fmla="*/ 29794 w 56893"/>
                <a:gd name="connsiteY3" fmla="*/ 27451 h 30004"/>
                <a:gd name="connsiteX4" fmla="*/ 41296 w 56893"/>
                <a:gd name="connsiteY4" fmla="*/ 14045 h 30004"/>
                <a:gd name="connsiteX5" fmla="*/ 47686 w 56893"/>
                <a:gd name="connsiteY5" fmla="*/ 17237 h 30004"/>
                <a:gd name="connsiteX6" fmla="*/ 55992 w 56893"/>
                <a:gd name="connsiteY6" fmla="*/ 14683 h 30004"/>
                <a:gd name="connsiteX7" fmla="*/ 53437 w 56893"/>
                <a:gd name="connsiteY7" fmla="*/ 6384 h 30004"/>
                <a:gd name="connsiteX8" fmla="*/ 42574 w 56893"/>
                <a:gd name="connsiteY8" fmla="*/ 638 h 30004"/>
                <a:gd name="connsiteX9" fmla="*/ 34906 w 56893"/>
                <a:gd name="connsiteY9" fmla="*/ 2554 h 30004"/>
                <a:gd name="connsiteX10" fmla="*/ 23404 w 56893"/>
                <a:gd name="connsiteY10" fmla="*/ 16598 h 30004"/>
                <a:gd name="connsiteX11" fmla="*/ 8707 w 56893"/>
                <a:gd name="connsiteY11" fmla="*/ 11491 h 30004"/>
                <a:gd name="connsiteX12" fmla="*/ 400 w 56893"/>
                <a:gd name="connsiteY12" fmla="*/ 15322 h 30004"/>
                <a:gd name="connsiteX13" fmla="*/ 4234 w 56893"/>
                <a:gd name="connsiteY13" fmla="*/ 22344 h 30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893" h="30004">
                  <a:moveTo>
                    <a:pt x="4234" y="22344"/>
                  </a:moveTo>
                  <a:lnTo>
                    <a:pt x="22765" y="29366"/>
                  </a:lnTo>
                  <a:cubicBezTo>
                    <a:pt x="23404" y="29366"/>
                    <a:pt x="24043" y="30005"/>
                    <a:pt x="24682" y="30005"/>
                  </a:cubicBezTo>
                  <a:cubicBezTo>
                    <a:pt x="26599" y="30005"/>
                    <a:pt x="28516" y="29366"/>
                    <a:pt x="29794" y="27451"/>
                  </a:cubicBezTo>
                  <a:lnTo>
                    <a:pt x="41296" y="14045"/>
                  </a:lnTo>
                  <a:lnTo>
                    <a:pt x="47686" y="17237"/>
                  </a:lnTo>
                  <a:cubicBezTo>
                    <a:pt x="50881" y="19152"/>
                    <a:pt x="54715" y="17875"/>
                    <a:pt x="55992" y="14683"/>
                  </a:cubicBezTo>
                  <a:cubicBezTo>
                    <a:pt x="57910" y="11491"/>
                    <a:pt x="56632" y="7661"/>
                    <a:pt x="53437" y="6384"/>
                  </a:cubicBezTo>
                  <a:lnTo>
                    <a:pt x="42574" y="638"/>
                  </a:lnTo>
                  <a:cubicBezTo>
                    <a:pt x="40018" y="-638"/>
                    <a:pt x="36823" y="0"/>
                    <a:pt x="34906" y="2554"/>
                  </a:cubicBezTo>
                  <a:lnTo>
                    <a:pt x="23404" y="16598"/>
                  </a:lnTo>
                  <a:lnTo>
                    <a:pt x="8707" y="11491"/>
                  </a:lnTo>
                  <a:cubicBezTo>
                    <a:pt x="5512" y="10214"/>
                    <a:pt x="1678" y="12130"/>
                    <a:pt x="400" y="15322"/>
                  </a:cubicBezTo>
                  <a:cubicBezTo>
                    <a:pt x="-877" y="17237"/>
                    <a:pt x="1039" y="21067"/>
                    <a:pt x="4234" y="22344"/>
                  </a:cubicBezTo>
                  <a:close/>
                </a:path>
              </a:pathLst>
            </a:custGeom>
            <a:solidFill>
              <a:srgbClr val="00A3E0"/>
            </a:solidFill>
            <a:ln w="6390" cap="flat">
              <a:noFill/>
              <a:prstDash val="solid"/>
              <a:miter/>
            </a:ln>
          </p:spPr>
          <p:txBody>
            <a:bodyPr rtlCol="0" anchor="ctr"/>
            <a:lstStyle/>
            <a:p>
              <a:endParaRPr lang="en-US"/>
            </a:p>
          </p:txBody>
        </p:sp>
        <p:sp>
          <p:nvSpPr>
            <p:cNvPr id="788" name="Graphic 4">
              <a:extLst>
                <a:ext uri="{FF2B5EF4-FFF2-40B4-BE49-F238E27FC236}">
                  <a16:creationId xmlns:a16="http://schemas.microsoft.com/office/drawing/2014/main" id="{04F4FF29-B10E-4C42-8E62-6F9A31688A5C}"/>
                </a:ext>
              </a:extLst>
            </p:cNvPr>
            <p:cNvSpPr/>
            <p:nvPr/>
          </p:nvSpPr>
          <p:spPr>
            <a:xfrm>
              <a:off x="10126372" y="2524389"/>
              <a:ext cx="46030" cy="26174"/>
            </a:xfrm>
            <a:custGeom>
              <a:avLst/>
              <a:gdLst>
                <a:gd name="connsiteX0" fmla="*/ 42574 w 46030"/>
                <a:gd name="connsiteY0" fmla="*/ 5107 h 26174"/>
                <a:gd name="connsiteX1" fmla="*/ 34267 w 46030"/>
                <a:gd name="connsiteY1" fmla="*/ 638 h 26174"/>
                <a:gd name="connsiteX2" fmla="*/ 26599 w 46030"/>
                <a:gd name="connsiteY2" fmla="*/ 2554 h 26174"/>
                <a:gd name="connsiteX3" fmla="*/ 18292 w 46030"/>
                <a:gd name="connsiteY3" fmla="*/ 12130 h 26174"/>
                <a:gd name="connsiteX4" fmla="*/ 8707 w 46030"/>
                <a:gd name="connsiteY4" fmla="*/ 8299 h 26174"/>
                <a:gd name="connsiteX5" fmla="*/ 401 w 46030"/>
                <a:gd name="connsiteY5" fmla="*/ 12130 h 26174"/>
                <a:gd name="connsiteX6" fmla="*/ 4234 w 46030"/>
                <a:gd name="connsiteY6" fmla="*/ 20429 h 26174"/>
                <a:gd name="connsiteX7" fmla="*/ 18292 w 46030"/>
                <a:gd name="connsiteY7" fmla="*/ 25536 h 26174"/>
                <a:gd name="connsiteX8" fmla="*/ 20209 w 46030"/>
                <a:gd name="connsiteY8" fmla="*/ 26174 h 26174"/>
                <a:gd name="connsiteX9" fmla="*/ 25321 w 46030"/>
                <a:gd name="connsiteY9" fmla="*/ 23621 h 26174"/>
                <a:gd name="connsiteX10" fmla="*/ 32989 w 46030"/>
                <a:gd name="connsiteY10" fmla="*/ 14683 h 26174"/>
                <a:gd name="connsiteX11" fmla="*/ 36823 w 46030"/>
                <a:gd name="connsiteY11" fmla="*/ 16598 h 26174"/>
                <a:gd name="connsiteX12" fmla="*/ 45130 w 46030"/>
                <a:gd name="connsiteY12" fmla="*/ 14045 h 26174"/>
                <a:gd name="connsiteX13" fmla="*/ 42574 w 46030"/>
                <a:gd name="connsiteY13" fmla="*/ 5107 h 2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030" h="26174">
                  <a:moveTo>
                    <a:pt x="42574" y="5107"/>
                  </a:moveTo>
                  <a:lnTo>
                    <a:pt x="34267" y="638"/>
                  </a:lnTo>
                  <a:cubicBezTo>
                    <a:pt x="31711" y="-638"/>
                    <a:pt x="28516" y="0"/>
                    <a:pt x="26599" y="2554"/>
                  </a:cubicBezTo>
                  <a:lnTo>
                    <a:pt x="18292" y="12130"/>
                  </a:lnTo>
                  <a:lnTo>
                    <a:pt x="8707" y="8299"/>
                  </a:lnTo>
                  <a:cubicBezTo>
                    <a:pt x="5512" y="7022"/>
                    <a:pt x="1678" y="8938"/>
                    <a:pt x="401" y="12130"/>
                  </a:cubicBezTo>
                  <a:cubicBezTo>
                    <a:pt x="-878" y="15322"/>
                    <a:pt x="1039" y="19152"/>
                    <a:pt x="4234" y="20429"/>
                  </a:cubicBezTo>
                  <a:lnTo>
                    <a:pt x="18292" y="25536"/>
                  </a:lnTo>
                  <a:cubicBezTo>
                    <a:pt x="18931" y="25536"/>
                    <a:pt x="19570" y="26174"/>
                    <a:pt x="20209" y="26174"/>
                  </a:cubicBezTo>
                  <a:cubicBezTo>
                    <a:pt x="22126" y="26174"/>
                    <a:pt x="24043" y="25536"/>
                    <a:pt x="25321" y="23621"/>
                  </a:cubicBezTo>
                  <a:lnTo>
                    <a:pt x="32989" y="14683"/>
                  </a:lnTo>
                  <a:lnTo>
                    <a:pt x="36823" y="16598"/>
                  </a:lnTo>
                  <a:cubicBezTo>
                    <a:pt x="40018" y="18514"/>
                    <a:pt x="43852" y="17237"/>
                    <a:pt x="45130" y="14045"/>
                  </a:cubicBezTo>
                  <a:cubicBezTo>
                    <a:pt x="47047" y="10214"/>
                    <a:pt x="45769" y="6384"/>
                    <a:pt x="42574" y="5107"/>
                  </a:cubicBezTo>
                  <a:close/>
                </a:path>
              </a:pathLst>
            </a:custGeom>
            <a:solidFill>
              <a:srgbClr val="00A3E0"/>
            </a:solidFill>
            <a:ln w="6390" cap="flat">
              <a:noFill/>
              <a:prstDash val="solid"/>
              <a:miter/>
            </a:ln>
          </p:spPr>
          <p:txBody>
            <a:bodyPr rtlCol="0" anchor="ctr"/>
            <a:lstStyle/>
            <a:p>
              <a:endParaRPr lang="en-US"/>
            </a:p>
          </p:txBody>
        </p:sp>
        <p:sp>
          <p:nvSpPr>
            <p:cNvPr id="789" name="Graphic 4">
              <a:extLst>
                <a:ext uri="{FF2B5EF4-FFF2-40B4-BE49-F238E27FC236}">
                  <a16:creationId xmlns:a16="http://schemas.microsoft.com/office/drawing/2014/main" id="{97CC8A58-ACE0-8842-B640-D584EF9CCE15}"/>
                </a:ext>
              </a:extLst>
            </p:cNvPr>
            <p:cNvSpPr/>
            <p:nvPr/>
          </p:nvSpPr>
          <p:spPr>
            <a:xfrm>
              <a:off x="10054064" y="2432999"/>
              <a:ext cx="33252" cy="55639"/>
            </a:xfrm>
            <a:custGeom>
              <a:avLst/>
              <a:gdLst>
                <a:gd name="connsiteX0" fmla="*/ 3057 w 33252"/>
                <a:gd name="connsiteY0" fmla="*/ 32657 h 55639"/>
                <a:gd name="connsiteX1" fmla="*/ 18393 w 33252"/>
                <a:gd name="connsiteY1" fmla="*/ 40956 h 55639"/>
                <a:gd name="connsiteX2" fmla="*/ 16476 w 33252"/>
                <a:gd name="connsiteY2" fmla="*/ 47978 h 55639"/>
                <a:gd name="connsiteX3" fmla="*/ 20949 w 33252"/>
                <a:gd name="connsiteY3" fmla="*/ 55639 h 55639"/>
                <a:gd name="connsiteX4" fmla="*/ 22866 w 33252"/>
                <a:gd name="connsiteY4" fmla="*/ 55639 h 55639"/>
                <a:gd name="connsiteX5" fmla="*/ 29256 w 33252"/>
                <a:gd name="connsiteY5" fmla="*/ 51170 h 55639"/>
                <a:gd name="connsiteX6" fmla="*/ 33090 w 33252"/>
                <a:gd name="connsiteY6" fmla="*/ 39679 h 55639"/>
                <a:gd name="connsiteX7" fmla="*/ 29895 w 33252"/>
                <a:gd name="connsiteY7" fmla="*/ 32018 h 55639"/>
                <a:gd name="connsiteX8" fmla="*/ 13920 w 33252"/>
                <a:gd name="connsiteY8" fmla="*/ 23081 h 55639"/>
                <a:gd name="connsiteX9" fmla="*/ 16476 w 33252"/>
                <a:gd name="connsiteY9" fmla="*/ 7759 h 55639"/>
                <a:gd name="connsiteX10" fmla="*/ 11364 w 33252"/>
                <a:gd name="connsiteY10" fmla="*/ 98 h 55639"/>
                <a:gd name="connsiteX11" fmla="*/ 3696 w 33252"/>
                <a:gd name="connsiteY11" fmla="*/ 5206 h 55639"/>
                <a:gd name="connsiteX12" fmla="*/ 501 w 33252"/>
                <a:gd name="connsiteY12" fmla="*/ 24996 h 55639"/>
                <a:gd name="connsiteX13" fmla="*/ 3057 w 33252"/>
                <a:gd name="connsiteY13" fmla="*/ 32657 h 55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252" h="55639">
                  <a:moveTo>
                    <a:pt x="3057" y="32657"/>
                  </a:moveTo>
                  <a:lnTo>
                    <a:pt x="18393" y="40956"/>
                  </a:lnTo>
                  <a:lnTo>
                    <a:pt x="16476" y="47978"/>
                  </a:lnTo>
                  <a:cubicBezTo>
                    <a:pt x="15198" y="51170"/>
                    <a:pt x="17115" y="55001"/>
                    <a:pt x="20949" y="55639"/>
                  </a:cubicBezTo>
                  <a:cubicBezTo>
                    <a:pt x="21588" y="55639"/>
                    <a:pt x="22227" y="55639"/>
                    <a:pt x="22866" y="55639"/>
                  </a:cubicBezTo>
                  <a:cubicBezTo>
                    <a:pt x="25422" y="55639"/>
                    <a:pt x="27978" y="53724"/>
                    <a:pt x="29256" y="51170"/>
                  </a:cubicBezTo>
                  <a:lnTo>
                    <a:pt x="33090" y="39679"/>
                  </a:lnTo>
                  <a:cubicBezTo>
                    <a:pt x="33729" y="37126"/>
                    <a:pt x="32451" y="33934"/>
                    <a:pt x="29895" y="32018"/>
                  </a:cubicBezTo>
                  <a:lnTo>
                    <a:pt x="13920" y="23081"/>
                  </a:lnTo>
                  <a:lnTo>
                    <a:pt x="16476" y="7759"/>
                  </a:lnTo>
                  <a:cubicBezTo>
                    <a:pt x="17115" y="4567"/>
                    <a:pt x="14559" y="737"/>
                    <a:pt x="11364" y="98"/>
                  </a:cubicBezTo>
                  <a:cubicBezTo>
                    <a:pt x="8169" y="-540"/>
                    <a:pt x="4335" y="2014"/>
                    <a:pt x="3696" y="5206"/>
                  </a:cubicBezTo>
                  <a:lnTo>
                    <a:pt x="501" y="24996"/>
                  </a:lnTo>
                  <a:cubicBezTo>
                    <a:pt x="-776" y="28826"/>
                    <a:pt x="501" y="31380"/>
                    <a:pt x="3057" y="32657"/>
                  </a:cubicBezTo>
                  <a:close/>
                </a:path>
              </a:pathLst>
            </a:custGeom>
            <a:solidFill>
              <a:srgbClr val="00A3E0"/>
            </a:solidFill>
            <a:ln w="6390" cap="flat">
              <a:noFill/>
              <a:prstDash val="solid"/>
              <a:miter/>
            </a:ln>
          </p:spPr>
          <p:txBody>
            <a:bodyPr rtlCol="0" anchor="ctr"/>
            <a:lstStyle/>
            <a:p>
              <a:endParaRPr lang="en-US"/>
            </a:p>
          </p:txBody>
        </p:sp>
        <p:sp>
          <p:nvSpPr>
            <p:cNvPr id="790" name="Graphic 4">
              <a:extLst>
                <a:ext uri="{FF2B5EF4-FFF2-40B4-BE49-F238E27FC236}">
                  <a16:creationId xmlns:a16="http://schemas.microsoft.com/office/drawing/2014/main" id="{68FD11AD-28D9-934C-AC86-FED4AF03EECF}"/>
                </a:ext>
              </a:extLst>
            </p:cNvPr>
            <p:cNvSpPr/>
            <p:nvPr/>
          </p:nvSpPr>
          <p:spPr>
            <a:xfrm>
              <a:off x="10037313" y="2450874"/>
              <a:ext cx="27639" cy="45424"/>
            </a:xfrm>
            <a:custGeom>
              <a:avLst/>
              <a:gdLst>
                <a:gd name="connsiteX0" fmla="*/ 3195 w 27639"/>
                <a:gd name="connsiteY0" fmla="*/ 28188 h 45424"/>
                <a:gd name="connsiteX1" fmla="*/ 13419 w 27639"/>
                <a:gd name="connsiteY1" fmla="*/ 33934 h 45424"/>
                <a:gd name="connsiteX2" fmla="*/ 12140 w 27639"/>
                <a:gd name="connsiteY2" fmla="*/ 37764 h 45424"/>
                <a:gd name="connsiteX3" fmla="*/ 16614 w 27639"/>
                <a:gd name="connsiteY3" fmla="*/ 45425 h 45424"/>
                <a:gd name="connsiteX4" fmla="*/ 18530 w 27639"/>
                <a:gd name="connsiteY4" fmla="*/ 45425 h 45424"/>
                <a:gd name="connsiteX5" fmla="*/ 24920 w 27639"/>
                <a:gd name="connsiteY5" fmla="*/ 40956 h 45424"/>
                <a:gd name="connsiteX6" fmla="*/ 27476 w 27639"/>
                <a:gd name="connsiteY6" fmla="*/ 32018 h 45424"/>
                <a:gd name="connsiteX7" fmla="*/ 24281 w 27639"/>
                <a:gd name="connsiteY7" fmla="*/ 24358 h 45424"/>
                <a:gd name="connsiteX8" fmla="*/ 13419 w 27639"/>
                <a:gd name="connsiteY8" fmla="*/ 17974 h 45424"/>
                <a:gd name="connsiteX9" fmla="*/ 15335 w 27639"/>
                <a:gd name="connsiteY9" fmla="*/ 7759 h 45424"/>
                <a:gd name="connsiteX10" fmla="*/ 10224 w 27639"/>
                <a:gd name="connsiteY10" fmla="*/ 98 h 45424"/>
                <a:gd name="connsiteX11" fmla="*/ 2555 w 27639"/>
                <a:gd name="connsiteY11" fmla="*/ 5206 h 45424"/>
                <a:gd name="connsiteX12" fmla="*/ 0 w 27639"/>
                <a:gd name="connsiteY12" fmla="*/ 19889 h 45424"/>
                <a:gd name="connsiteX13" fmla="*/ 3195 w 27639"/>
                <a:gd name="connsiteY13" fmla="*/ 28188 h 45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639" h="45424">
                  <a:moveTo>
                    <a:pt x="3195" y="28188"/>
                  </a:moveTo>
                  <a:lnTo>
                    <a:pt x="13419" y="33934"/>
                  </a:lnTo>
                  <a:lnTo>
                    <a:pt x="12140" y="37764"/>
                  </a:lnTo>
                  <a:cubicBezTo>
                    <a:pt x="10863" y="40956"/>
                    <a:pt x="12780" y="44786"/>
                    <a:pt x="16614" y="45425"/>
                  </a:cubicBezTo>
                  <a:cubicBezTo>
                    <a:pt x="17253" y="45425"/>
                    <a:pt x="17891" y="45425"/>
                    <a:pt x="18530" y="45425"/>
                  </a:cubicBezTo>
                  <a:cubicBezTo>
                    <a:pt x="21086" y="45425"/>
                    <a:pt x="23642" y="43510"/>
                    <a:pt x="24920" y="40956"/>
                  </a:cubicBezTo>
                  <a:lnTo>
                    <a:pt x="27476" y="32018"/>
                  </a:lnTo>
                  <a:cubicBezTo>
                    <a:pt x="28115" y="29465"/>
                    <a:pt x="26837" y="26273"/>
                    <a:pt x="24281" y="24358"/>
                  </a:cubicBezTo>
                  <a:lnTo>
                    <a:pt x="13419" y="17974"/>
                  </a:lnTo>
                  <a:lnTo>
                    <a:pt x="15335" y="7759"/>
                  </a:lnTo>
                  <a:cubicBezTo>
                    <a:pt x="15975" y="4567"/>
                    <a:pt x="13419" y="737"/>
                    <a:pt x="10224" y="98"/>
                  </a:cubicBezTo>
                  <a:cubicBezTo>
                    <a:pt x="7029" y="-540"/>
                    <a:pt x="3195" y="2014"/>
                    <a:pt x="2555" y="5206"/>
                  </a:cubicBezTo>
                  <a:lnTo>
                    <a:pt x="0" y="19889"/>
                  </a:lnTo>
                  <a:cubicBezTo>
                    <a:pt x="0" y="24358"/>
                    <a:pt x="1278" y="26911"/>
                    <a:pt x="3195" y="28188"/>
                  </a:cubicBezTo>
                  <a:close/>
                </a:path>
              </a:pathLst>
            </a:custGeom>
            <a:solidFill>
              <a:srgbClr val="00A3E0"/>
            </a:solidFill>
            <a:ln w="6390" cap="flat">
              <a:noFill/>
              <a:prstDash val="solid"/>
              <a:miter/>
            </a:ln>
          </p:spPr>
          <p:txBody>
            <a:bodyPr rtlCol="0" anchor="ctr"/>
            <a:lstStyle/>
            <a:p>
              <a:endParaRPr lang="en-US"/>
            </a:p>
          </p:txBody>
        </p:sp>
      </p:grpSp>
      <p:grpSp>
        <p:nvGrpSpPr>
          <p:cNvPr id="830" name="Graphic 4">
            <a:extLst>
              <a:ext uri="{FF2B5EF4-FFF2-40B4-BE49-F238E27FC236}">
                <a16:creationId xmlns:a16="http://schemas.microsoft.com/office/drawing/2014/main" id="{419E7666-CBD1-E94A-A6EC-A45BA1CE6DAD}"/>
              </a:ext>
            </a:extLst>
          </p:cNvPr>
          <p:cNvGrpSpPr>
            <a:grpSpLocks noChangeAspect="1"/>
          </p:cNvGrpSpPr>
          <p:nvPr/>
        </p:nvGrpSpPr>
        <p:grpSpPr>
          <a:xfrm>
            <a:off x="10324860" y="2371173"/>
            <a:ext cx="361670" cy="361333"/>
            <a:chOff x="10324860" y="2371173"/>
            <a:chExt cx="361670" cy="361333"/>
          </a:xfrm>
          <a:solidFill>
            <a:srgbClr val="00A3E0"/>
          </a:solidFill>
        </p:grpSpPr>
        <p:sp>
          <p:nvSpPr>
            <p:cNvPr id="831" name="Graphic 4">
              <a:extLst>
                <a:ext uri="{FF2B5EF4-FFF2-40B4-BE49-F238E27FC236}">
                  <a16:creationId xmlns:a16="http://schemas.microsoft.com/office/drawing/2014/main" id="{18C87B83-2F6E-8B4D-9928-C2EBBE12F9EE}"/>
                </a:ext>
              </a:extLst>
            </p:cNvPr>
            <p:cNvSpPr/>
            <p:nvPr/>
          </p:nvSpPr>
          <p:spPr>
            <a:xfrm>
              <a:off x="10482691" y="2515451"/>
              <a:ext cx="42173" cy="42134"/>
            </a:xfrm>
            <a:custGeom>
              <a:avLst/>
              <a:gdLst>
                <a:gd name="connsiteX0" fmla="*/ 21087 w 42173"/>
                <a:gd name="connsiteY0" fmla="*/ 42134 h 42134"/>
                <a:gd name="connsiteX1" fmla="*/ 42173 w 42173"/>
                <a:gd name="connsiteY1" fmla="*/ 21067 h 42134"/>
                <a:gd name="connsiteX2" fmla="*/ 21087 w 42173"/>
                <a:gd name="connsiteY2" fmla="*/ 0 h 42134"/>
                <a:gd name="connsiteX3" fmla="*/ 0 w 42173"/>
                <a:gd name="connsiteY3" fmla="*/ 21067 h 42134"/>
                <a:gd name="connsiteX4" fmla="*/ 21087 w 42173"/>
                <a:gd name="connsiteY4" fmla="*/ 42134 h 42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73" h="42134">
                  <a:moveTo>
                    <a:pt x="21087" y="42134"/>
                  </a:moveTo>
                  <a:cubicBezTo>
                    <a:pt x="32589" y="42134"/>
                    <a:pt x="42173" y="32558"/>
                    <a:pt x="42173" y="21067"/>
                  </a:cubicBezTo>
                  <a:cubicBezTo>
                    <a:pt x="42173" y="9576"/>
                    <a:pt x="32589" y="0"/>
                    <a:pt x="21087" y="0"/>
                  </a:cubicBezTo>
                  <a:cubicBezTo>
                    <a:pt x="9585" y="0"/>
                    <a:pt x="0" y="9576"/>
                    <a:pt x="0" y="21067"/>
                  </a:cubicBezTo>
                  <a:cubicBezTo>
                    <a:pt x="0" y="32558"/>
                    <a:pt x="9585" y="42134"/>
                    <a:pt x="21087" y="42134"/>
                  </a:cubicBezTo>
                  <a:close/>
                </a:path>
              </a:pathLst>
            </a:custGeom>
            <a:solidFill>
              <a:srgbClr val="00A3E0"/>
            </a:solidFill>
            <a:ln w="6390" cap="flat">
              <a:noFill/>
              <a:prstDash val="solid"/>
              <a:miter/>
            </a:ln>
          </p:spPr>
          <p:txBody>
            <a:bodyPr rtlCol="0" anchor="ctr"/>
            <a:lstStyle/>
            <a:p>
              <a:endParaRPr lang="en-US"/>
            </a:p>
          </p:txBody>
        </p:sp>
        <p:sp>
          <p:nvSpPr>
            <p:cNvPr id="357" name="Graphic 4">
              <a:extLst>
                <a:ext uri="{FF2B5EF4-FFF2-40B4-BE49-F238E27FC236}">
                  <a16:creationId xmlns:a16="http://schemas.microsoft.com/office/drawing/2014/main" id="{92A1552D-AB07-D44A-88CF-9EB050C8772A}"/>
                </a:ext>
              </a:extLst>
            </p:cNvPr>
            <p:cNvSpPr/>
            <p:nvPr/>
          </p:nvSpPr>
          <p:spPr>
            <a:xfrm>
              <a:off x="10419431" y="2602273"/>
              <a:ext cx="6389" cy="7022"/>
            </a:xfrm>
            <a:custGeom>
              <a:avLst/>
              <a:gdLst>
                <a:gd name="connsiteX0" fmla="*/ 639 w 6389"/>
                <a:gd name="connsiteY0" fmla="*/ 0 h 7022"/>
                <a:gd name="connsiteX1" fmla="*/ 0 w 6389"/>
                <a:gd name="connsiteY1" fmla="*/ 0 h 7022"/>
                <a:gd name="connsiteX2" fmla="*/ 6390 w 6389"/>
                <a:gd name="connsiteY2" fmla="*/ 7022 h 7022"/>
                <a:gd name="connsiteX3" fmla="*/ 4473 w 6389"/>
                <a:gd name="connsiteY3" fmla="*/ 3192 h 7022"/>
                <a:gd name="connsiteX4" fmla="*/ 639 w 6389"/>
                <a:gd name="connsiteY4" fmla="*/ 0 h 70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9" h="7022">
                  <a:moveTo>
                    <a:pt x="639" y="0"/>
                  </a:moveTo>
                  <a:lnTo>
                    <a:pt x="0" y="0"/>
                  </a:lnTo>
                  <a:lnTo>
                    <a:pt x="6390" y="7022"/>
                  </a:lnTo>
                  <a:lnTo>
                    <a:pt x="4473" y="3192"/>
                  </a:lnTo>
                  <a:cubicBezTo>
                    <a:pt x="3195" y="1277"/>
                    <a:pt x="1917" y="0"/>
                    <a:pt x="639" y="0"/>
                  </a:cubicBezTo>
                  <a:close/>
                </a:path>
              </a:pathLst>
            </a:custGeom>
            <a:solidFill>
              <a:srgbClr val="00A3E0"/>
            </a:solidFill>
            <a:ln w="6390" cap="flat">
              <a:noFill/>
              <a:prstDash val="solid"/>
              <a:miter/>
            </a:ln>
          </p:spPr>
          <p:txBody>
            <a:bodyPr rtlCol="0" anchor="ctr"/>
            <a:lstStyle/>
            <a:p>
              <a:endParaRPr lang="en-US"/>
            </a:p>
          </p:txBody>
        </p:sp>
        <p:sp>
          <p:nvSpPr>
            <p:cNvPr id="358" name="Graphic 4">
              <a:extLst>
                <a:ext uri="{FF2B5EF4-FFF2-40B4-BE49-F238E27FC236}">
                  <a16:creationId xmlns:a16="http://schemas.microsoft.com/office/drawing/2014/main" id="{708F7878-9644-694F-AB77-6C9A42BC69FC}"/>
                </a:ext>
              </a:extLst>
            </p:cNvPr>
            <p:cNvSpPr/>
            <p:nvPr/>
          </p:nvSpPr>
          <p:spPr>
            <a:xfrm>
              <a:off x="10324860"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25564 w 361670"/>
                <a:gd name="connsiteY5" fmla="*/ 145555 h 361333"/>
                <a:gd name="connsiteX6" fmla="*/ 233872 w 361670"/>
                <a:gd name="connsiteY6" fmla="*/ 141724 h 361333"/>
                <a:gd name="connsiteX7" fmla="*/ 248568 w 361670"/>
                <a:gd name="connsiteY7" fmla="*/ 146832 h 361333"/>
                <a:gd name="connsiteX8" fmla="*/ 260070 w 361670"/>
                <a:gd name="connsiteY8" fmla="*/ 132787 h 361333"/>
                <a:gd name="connsiteX9" fmla="*/ 267738 w 361670"/>
                <a:gd name="connsiteY9" fmla="*/ 130872 h 361333"/>
                <a:gd name="connsiteX10" fmla="*/ 278601 w 361670"/>
                <a:gd name="connsiteY10" fmla="*/ 136617 h 361333"/>
                <a:gd name="connsiteX11" fmla="*/ 281157 w 361670"/>
                <a:gd name="connsiteY11" fmla="*/ 144916 h 361333"/>
                <a:gd name="connsiteX12" fmla="*/ 272850 w 361670"/>
                <a:gd name="connsiteY12" fmla="*/ 147470 h 361333"/>
                <a:gd name="connsiteX13" fmla="*/ 266460 w 361670"/>
                <a:gd name="connsiteY13" fmla="*/ 144278 h 361333"/>
                <a:gd name="connsiteX14" fmla="*/ 254958 w 361670"/>
                <a:gd name="connsiteY14" fmla="*/ 157684 h 361333"/>
                <a:gd name="connsiteX15" fmla="*/ 249846 w 361670"/>
                <a:gd name="connsiteY15" fmla="*/ 160238 h 361333"/>
                <a:gd name="connsiteX16" fmla="*/ 247929 w 361670"/>
                <a:gd name="connsiteY16" fmla="*/ 159600 h 361333"/>
                <a:gd name="connsiteX17" fmla="*/ 229398 w 361670"/>
                <a:gd name="connsiteY17" fmla="*/ 152577 h 361333"/>
                <a:gd name="connsiteX18" fmla="*/ 225564 w 361670"/>
                <a:gd name="connsiteY18" fmla="*/ 145555 h 361333"/>
                <a:gd name="connsiteX19" fmla="*/ 166777 w 361670"/>
                <a:gd name="connsiteY19" fmla="*/ 88099 h 361333"/>
                <a:gd name="connsiteX20" fmla="*/ 169972 w 361670"/>
                <a:gd name="connsiteY20" fmla="*/ 68309 h 361333"/>
                <a:gd name="connsiteX21" fmla="*/ 177640 w 361670"/>
                <a:gd name="connsiteY21" fmla="*/ 63202 h 361333"/>
                <a:gd name="connsiteX22" fmla="*/ 182752 w 361670"/>
                <a:gd name="connsiteY22" fmla="*/ 70862 h 361333"/>
                <a:gd name="connsiteX23" fmla="*/ 180196 w 361670"/>
                <a:gd name="connsiteY23" fmla="*/ 86184 h 361333"/>
                <a:gd name="connsiteX24" fmla="*/ 196171 w 361670"/>
                <a:gd name="connsiteY24" fmla="*/ 95121 h 361333"/>
                <a:gd name="connsiteX25" fmla="*/ 199366 w 361670"/>
                <a:gd name="connsiteY25" fmla="*/ 102782 h 361333"/>
                <a:gd name="connsiteX26" fmla="*/ 195532 w 361670"/>
                <a:gd name="connsiteY26" fmla="*/ 114273 h 361333"/>
                <a:gd name="connsiteX27" fmla="*/ 189142 w 361670"/>
                <a:gd name="connsiteY27" fmla="*/ 118742 h 361333"/>
                <a:gd name="connsiteX28" fmla="*/ 187225 w 361670"/>
                <a:gd name="connsiteY28" fmla="*/ 118742 h 361333"/>
                <a:gd name="connsiteX29" fmla="*/ 182752 w 361670"/>
                <a:gd name="connsiteY29" fmla="*/ 111081 h 361333"/>
                <a:gd name="connsiteX30" fmla="*/ 184669 w 361670"/>
                <a:gd name="connsiteY30" fmla="*/ 104059 h 361333"/>
                <a:gd name="connsiteX31" fmla="*/ 169333 w 361670"/>
                <a:gd name="connsiteY31" fmla="*/ 95760 h 361333"/>
                <a:gd name="connsiteX32" fmla="*/ 166777 w 361670"/>
                <a:gd name="connsiteY32" fmla="*/ 88099 h 361333"/>
                <a:gd name="connsiteX33" fmla="*/ 150802 w 361670"/>
                <a:gd name="connsiteY33" fmla="*/ 101505 h 361333"/>
                <a:gd name="connsiteX34" fmla="*/ 153358 w 361670"/>
                <a:gd name="connsiteY34" fmla="*/ 86822 h 361333"/>
                <a:gd name="connsiteX35" fmla="*/ 161026 w 361670"/>
                <a:gd name="connsiteY35" fmla="*/ 81715 h 361333"/>
                <a:gd name="connsiteX36" fmla="*/ 166138 w 361670"/>
                <a:gd name="connsiteY36" fmla="*/ 89376 h 361333"/>
                <a:gd name="connsiteX37" fmla="*/ 164221 w 361670"/>
                <a:gd name="connsiteY37" fmla="*/ 99590 h 361333"/>
                <a:gd name="connsiteX38" fmla="*/ 175084 w 361670"/>
                <a:gd name="connsiteY38" fmla="*/ 105974 h 361333"/>
                <a:gd name="connsiteX39" fmla="*/ 178279 w 361670"/>
                <a:gd name="connsiteY39" fmla="*/ 113635 h 361333"/>
                <a:gd name="connsiteX40" fmla="*/ 175723 w 361670"/>
                <a:gd name="connsiteY40" fmla="*/ 122573 h 361333"/>
                <a:gd name="connsiteX41" fmla="*/ 169333 w 361670"/>
                <a:gd name="connsiteY41" fmla="*/ 127041 h 361333"/>
                <a:gd name="connsiteX42" fmla="*/ 167416 w 361670"/>
                <a:gd name="connsiteY42" fmla="*/ 127041 h 361333"/>
                <a:gd name="connsiteX43" fmla="*/ 162943 w 361670"/>
                <a:gd name="connsiteY43" fmla="*/ 119381 h 361333"/>
                <a:gd name="connsiteX44" fmla="*/ 164221 w 361670"/>
                <a:gd name="connsiteY44" fmla="*/ 115550 h 361333"/>
                <a:gd name="connsiteX45" fmla="*/ 153997 w 361670"/>
                <a:gd name="connsiteY45" fmla="*/ 109805 h 361333"/>
                <a:gd name="connsiteX46" fmla="*/ 150802 w 361670"/>
                <a:gd name="connsiteY46" fmla="*/ 101505 h 361333"/>
                <a:gd name="connsiteX47" fmla="*/ 178918 w 361670"/>
                <a:gd name="connsiteY47" fmla="*/ 131510 h 361333"/>
                <a:gd name="connsiteX48" fmla="*/ 212784 w 361670"/>
                <a:gd name="connsiteY48" fmla="*/ 165345 h 361333"/>
                <a:gd name="connsiteX49" fmla="*/ 178918 w 361670"/>
                <a:gd name="connsiteY49" fmla="*/ 199180 h 361333"/>
                <a:gd name="connsiteX50" fmla="*/ 145051 w 361670"/>
                <a:gd name="connsiteY50" fmla="*/ 165345 h 361333"/>
                <a:gd name="connsiteX51" fmla="*/ 178918 w 361670"/>
                <a:gd name="connsiteY51" fmla="*/ 131510 h 361333"/>
                <a:gd name="connsiteX52" fmla="*/ 79235 w 361670"/>
                <a:gd name="connsiteY52" fmla="*/ 129595 h 361333"/>
                <a:gd name="connsiteX53" fmla="*/ 88181 w 361670"/>
                <a:gd name="connsiteY53" fmla="*/ 130233 h 361333"/>
                <a:gd name="connsiteX54" fmla="*/ 97766 w 361670"/>
                <a:gd name="connsiteY54" fmla="*/ 142363 h 361333"/>
                <a:gd name="connsiteX55" fmla="*/ 115019 w 361670"/>
                <a:gd name="connsiteY55" fmla="*/ 135979 h 361333"/>
                <a:gd name="connsiteX56" fmla="*/ 122686 w 361670"/>
                <a:gd name="connsiteY56" fmla="*/ 138533 h 361333"/>
                <a:gd name="connsiteX57" fmla="*/ 129076 w 361670"/>
                <a:gd name="connsiteY57" fmla="*/ 148747 h 361333"/>
                <a:gd name="connsiteX58" fmla="*/ 127159 w 361670"/>
                <a:gd name="connsiteY58" fmla="*/ 157684 h 361333"/>
                <a:gd name="connsiteX59" fmla="*/ 123964 w 361670"/>
                <a:gd name="connsiteY59" fmla="*/ 158961 h 361333"/>
                <a:gd name="connsiteX60" fmla="*/ 118853 w 361670"/>
                <a:gd name="connsiteY60" fmla="*/ 155769 h 361333"/>
                <a:gd name="connsiteX61" fmla="*/ 115019 w 361670"/>
                <a:gd name="connsiteY61" fmla="*/ 149385 h 361333"/>
                <a:gd name="connsiteX62" fmla="*/ 98404 w 361670"/>
                <a:gd name="connsiteY62" fmla="*/ 155131 h 361333"/>
                <a:gd name="connsiteX63" fmla="*/ 91376 w 361670"/>
                <a:gd name="connsiteY63" fmla="*/ 153216 h 361333"/>
                <a:gd name="connsiteX64" fmla="*/ 78596 w 361670"/>
                <a:gd name="connsiteY64" fmla="*/ 137894 h 361333"/>
                <a:gd name="connsiteX65" fmla="*/ 79235 w 361670"/>
                <a:gd name="connsiteY65" fmla="*/ 129595 h 361333"/>
                <a:gd name="connsiteX66" fmla="*/ 119492 w 361670"/>
                <a:gd name="connsiteY66" fmla="*/ 178113 h 361333"/>
                <a:gd name="connsiteX67" fmla="*/ 116297 w 361670"/>
                <a:gd name="connsiteY67" fmla="*/ 179390 h 361333"/>
                <a:gd name="connsiteX68" fmla="*/ 111184 w 361670"/>
                <a:gd name="connsiteY68" fmla="*/ 176198 h 361333"/>
                <a:gd name="connsiteX69" fmla="*/ 109268 w 361670"/>
                <a:gd name="connsiteY69" fmla="*/ 173006 h 361333"/>
                <a:gd name="connsiteX70" fmla="*/ 97766 w 361670"/>
                <a:gd name="connsiteY70" fmla="*/ 176836 h 361333"/>
                <a:gd name="connsiteX71" fmla="*/ 90737 w 361670"/>
                <a:gd name="connsiteY71" fmla="*/ 174921 h 361333"/>
                <a:gd name="connsiteX72" fmla="*/ 81152 w 361670"/>
                <a:gd name="connsiteY72" fmla="*/ 163430 h 361333"/>
                <a:gd name="connsiteX73" fmla="*/ 81791 w 361670"/>
                <a:gd name="connsiteY73" fmla="*/ 154492 h 361333"/>
                <a:gd name="connsiteX74" fmla="*/ 90737 w 361670"/>
                <a:gd name="connsiteY74" fmla="*/ 155131 h 361333"/>
                <a:gd name="connsiteX75" fmla="*/ 97127 w 361670"/>
                <a:gd name="connsiteY75" fmla="*/ 163430 h 361333"/>
                <a:gd name="connsiteX76" fmla="*/ 109268 w 361670"/>
                <a:gd name="connsiteY76" fmla="*/ 158961 h 361333"/>
                <a:gd name="connsiteX77" fmla="*/ 116935 w 361670"/>
                <a:gd name="connsiteY77" fmla="*/ 161515 h 361333"/>
                <a:gd name="connsiteX78" fmla="*/ 122048 w 361670"/>
                <a:gd name="connsiteY78" fmla="*/ 169176 h 361333"/>
                <a:gd name="connsiteX79" fmla="*/ 119492 w 361670"/>
                <a:gd name="connsiteY79" fmla="*/ 178113 h 361333"/>
                <a:gd name="connsiteX80" fmla="*/ 274128 w 361670"/>
                <a:gd name="connsiteY80" fmla="*/ 230462 h 361333"/>
                <a:gd name="connsiteX81" fmla="*/ 272850 w 361670"/>
                <a:gd name="connsiteY81" fmla="*/ 231739 h 361333"/>
                <a:gd name="connsiteX82" fmla="*/ 267738 w 361670"/>
                <a:gd name="connsiteY82" fmla="*/ 235569 h 361333"/>
                <a:gd name="connsiteX83" fmla="*/ 251763 w 361670"/>
                <a:gd name="connsiteY83" fmla="*/ 294302 h 361333"/>
                <a:gd name="connsiteX84" fmla="*/ 244095 w 361670"/>
                <a:gd name="connsiteY84" fmla="*/ 298771 h 361333"/>
                <a:gd name="connsiteX85" fmla="*/ 239623 w 361670"/>
                <a:gd name="connsiteY85" fmla="*/ 291110 h 361333"/>
                <a:gd name="connsiteX86" fmla="*/ 256236 w 361670"/>
                <a:gd name="connsiteY86" fmla="*/ 230462 h 361333"/>
                <a:gd name="connsiteX87" fmla="*/ 258792 w 361670"/>
                <a:gd name="connsiteY87" fmla="*/ 227270 h 361333"/>
                <a:gd name="connsiteX88" fmla="*/ 261348 w 361670"/>
                <a:gd name="connsiteY88" fmla="*/ 225355 h 361333"/>
                <a:gd name="connsiteX89" fmla="*/ 260070 w 361670"/>
                <a:gd name="connsiteY89" fmla="*/ 225355 h 361333"/>
                <a:gd name="connsiteX90" fmla="*/ 254958 w 361670"/>
                <a:gd name="connsiteY90" fmla="*/ 229823 h 361333"/>
                <a:gd name="connsiteX91" fmla="*/ 230038 w 361670"/>
                <a:gd name="connsiteY91" fmla="*/ 294940 h 361333"/>
                <a:gd name="connsiteX92" fmla="*/ 223008 w 361670"/>
                <a:gd name="connsiteY92" fmla="*/ 298771 h 361333"/>
                <a:gd name="connsiteX93" fmla="*/ 217897 w 361670"/>
                <a:gd name="connsiteY93" fmla="*/ 292387 h 361333"/>
                <a:gd name="connsiteX94" fmla="*/ 217897 w 361670"/>
                <a:gd name="connsiteY94" fmla="*/ 242591 h 361333"/>
                <a:gd name="connsiteX95" fmla="*/ 196810 w 361670"/>
                <a:gd name="connsiteY95" fmla="*/ 221524 h 361333"/>
                <a:gd name="connsiteX96" fmla="*/ 163582 w 361670"/>
                <a:gd name="connsiteY96" fmla="*/ 221524 h 361333"/>
                <a:gd name="connsiteX97" fmla="*/ 142495 w 361670"/>
                <a:gd name="connsiteY97" fmla="*/ 242591 h 361333"/>
                <a:gd name="connsiteX98" fmla="*/ 142495 w 361670"/>
                <a:gd name="connsiteY98" fmla="*/ 292387 h 361333"/>
                <a:gd name="connsiteX99" fmla="*/ 137384 w 361670"/>
                <a:gd name="connsiteY99" fmla="*/ 298771 h 361333"/>
                <a:gd name="connsiteX100" fmla="*/ 130354 w 361670"/>
                <a:gd name="connsiteY100" fmla="*/ 295579 h 361333"/>
                <a:gd name="connsiteX101" fmla="*/ 104156 w 361670"/>
                <a:gd name="connsiteY101" fmla="*/ 243868 h 361333"/>
                <a:gd name="connsiteX102" fmla="*/ 120130 w 361670"/>
                <a:gd name="connsiteY102" fmla="*/ 291110 h 361333"/>
                <a:gd name="connsiteX103" fmla="*/ 116297 w 361670"/>
                <a:gd name="connsiteY103" fmla="*/ 299409 h 361333"/>
                <a:gd name="connsiteX104" fmla="*/ 114379 w 361670"/>
                <a:gd name="connsiteY104" fmla="*/ 300047 h 361333"/>
                <a:gd name="connsiteX105" fmla="*/ 108629 w 361670"/>
                <a:gd name="connsiteY105" fmla="*/ 295579 h 361333"/>
                <a:gd name="connsiteX106" fmla="*/ 92654 w 361670"/>
                <a:gd name="connsiteY106" fmla="*/ 247060 h 361333"/>
                <a:gd name="connsiteX107" fmla="*/ 80513 w 361670"/>
                <a:gd name="connsiteY107" fmla="*/ 234292 h 361333"/>
                <a:gd name="connsiteX108" fmla="*/ 79235 w 361670"/>
                <a:gd name="connsiteY108" fmla="*/ 232377 h 361333"/>
                <a:gd name="connsiteX109" fmla="*/ 80513 w 361670"/>
                <a:gd name="connsiteY109" fmla="*/ 220886 h 361333"/>
                <a:gd name="connsiteX110" fmla="*/ 91376 w 361670"/>
                <a:gd name="connsiteY110" fmla="*/ 217055 h 361333"/>
                <a:gd name="connsiteX111" fmla="*/ 99683 w 361670"/>
                <a:gd name="connsiteY111" fmla="*/ 218971 h 361333"/>
                <a:gd name="connsiteX112" fmla="*/ 111824 w 361670"/>
                <a:gd name="connsiteY112" fmla="*/ 228547 h 361333"/>
                <a:gd name="connsiteX113" fmla="*/ 130354 w 361670"/>
                <a:gd name="connsiteY113" fmla="*/ 265574 h 361333"/>
                <a:gd name="connsiteX114" fmla="*/ 130354 w 361670"/>
                <a:gd name="connsiteY114" fmla="*/ 243230 h 361333"/>
                <a:gd name="connsiteX115" fmla="*/ 164221 w 361670"/>
                <a:gd name="connsiteY115" fmla="*/ 209395 h 361333"/>
                <a:gd name="connsiteX116" fmla="*/ 197448 w 361670"/>
                <a:gd name="connsiteY116" fmla="*/ 209395 h 361333"/>
                <a:gd name="connsiteX117" fmla="*/ 231315 w 361670"/>
                <a:gd name="connsiteY117" fmla="*/ 243230 h 361333"/>
                <a:gd name="connsiteX118" fmla="*/ 231315 w 361670"/>
                <a:gd name="connsiteY118" fmla="*/ 258551 h 361333"/>
                <a:gd name="connsiteX119" fmla="*/ 244095 w 361670"/>
                <a:gd name="connsiteY119" fmla="*/ 225355 h 361333"/>
                <a:gd name="connsiteX120" fmla="*/ 258153 w 361670"/>
                <a:gd name="connsiteY120" fmla="*/ 213225 h 361333"/>
                <a:gd name="connsiteX121" fmla="*/ 261348 w 361670"/>
                <a:gd name="connsiteY121" fmla="*/ 212587 h 361333"/>
                <a:gd name="connsiteX122" fmla="*/ 276684 w 361670"/>
                <a:gd name="connsiteY122" fmla="*/ 217694 h 361333"/>
                <a:gd name="connsiteX123" fmla="*/ 274128 w 361670"/>
                <a:gd name="connsiteY123" fmla="*/ 230462 h 361333"/>
                <a:gd name="connsiteX124" fmla="*/ 284991 w 361670"/>
                <a:gd name="connsiteY124" fmla="*/ 166622 h 361333"/>
                <a:gd name="connsiteX125" fmla="*/ 276684 w 361670"/>
                <a:gd name="connsiteY125" fmla="*/ 169176 h 361333"/>
                <a:gd name="connsiteX126" fmla="*/ 272850 w 361670"/>
                <a:gd name="connsiteY126" fmla="*/ 167260 h 361333"/>
                <a:gd name="connsiteX127" fmla="*/ 265182 w 361670"/>
                <a:gd name="connsiteY127" fmla="*/ 176198 h 361333"/>
                <a:gd name="connsiteX128" fmla="*/ 260070 w 361670"/>
                <a:gd name="connsiteY128" fmla="*/ 178752 h 361333"/>
                <a:gd name="connsiteX129" fmla="*/ 258153 w 361670"/>
                <a:gd name="connsiteY129" fmla="*/ 178113 h 361333"/>
                <a:gd name="connsiteX130" fmla="*/ 244095 w 361670"/>
                <a:gd name="connsiteY130" fmla="*/ 173006 h 361333"/>
                <a:gd name="connsiteX131" fmla="*/ 240261 w 361670"/>
                <a:gd name="connsiteY131" fmla="*/ 164707 h 361333"/>
                <a:gd name="connsiteX132" fmla="*/ 248568 w 361670"/>
                <a:gd name="connsiteY132" fmla="*/ 160876 h 361333"/>
                <a:gd name="connsiteX133" fmla="*/ 258153 w 361670"/>
                <a:gd name="connsiteY133" fmla="*/ 164707 h 361333"/>
                <a:gd name="connsiteX134" fmla="*/ 266460 w 361670"/>
                <a:gd name="connsiteY134" fmla="*/ 155131 h 361333"/>
                <a:gd name="connsiteX135" fmla="*/ 274128 w 361670"/>
                <a:gd name="connsiteY135" fmla="*/ 153216 h 361333"/>
                <a:gd name="connsiteX136" fmla="*/ 282435 w 361670"/>
                <a:gd name="connsiteY136" fmla="*/ 157684 h 361333"/>
                <a:gd name="connsiteX137" fmla="*/ 284991 w 361670"/>
                <a:gd name="connsiteY137" fmla="*/ 16662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225564" y="145555"/>
                  </a:moveTo>
                  <a:cubicBezTo>
                    <a:pt x="226843" y="142363"/>
                    <a:pt x="230677" y="140448"/>
                    <a:pt x="233872" y="141724"/>
                  </a:cubicBezTo>
                  <a:lnTo>
                    <a:pt x="248568" y="146832"/>
                  </a:lnTo>
                  <a:lnTo>
                    <a:pt x="260070" y="132787"/>
                  </a:lnTo>
                  <a:cubicBezTo>
                    <a:pt x="261987" y="130233"/>
                    <a:pt x="265182" y="129595"/>
                    <a:pt x="267738" y="130872"/>
                  </a:cubicBezTo>
                  <a:lnTo>
                    <a:pt x="278601" y="136617"/>
                  </a:lnTo>
                  <a:cubicBezTo>
                    <a:pt x="281796" y="138533"/>
                    <a:pt x="283074" y="142363"/>
                    <a:pt x="281157" y="144916"/>
                  </a:cubicBezTo>
                  <a:cubicBezTo>
                    <a:pt x="279240" y="148108"/>
                    <a:pt x="275406" y="149385"/>
                    <a:pt x="272850" y="147470"/>
                  </a:cubicBezTo>
                  <a:lnTo>
                    <a:pt x="266460" y="144278"/>
                  </a:lnTo>
                  <a:lnTo>
                    <a:pt x="254958" y="157684"/>
                  </a:lnTo>
                  <a:cubicBezTo>
                    <a:pt x="253680" y="158961"/>
                    <a:pt x="251763" y="160238"/>
                    <a:pt x="249846" y="160238"/>
                  </a:cubicBezTo>
                  <a:cubicBezTo>
                    <a:pt x="249208" y="160238"/>
                    <a:pt x="248568" y="160238"/>
                    <a:pt x="247929" y="159600"/>
                  </a:cubicBezTo>
                  <a:lnTo>
                    <a:pt x="229398" y="152577"/>
                  </a:lnTo>
                  <a:cubicBezTo>
                    <a:pt x="225564" y="152577"/>
                    <a:pt x="224287" y="148747"/>
                    <a:pt x="225564" y="145555"/>
                  </a:cubicBezTo>
                  <a:close/>
                  <a:moveTo>
                    <a:pt x="166777" y="88099"/>
                  </a:moveTo>
                  <a:lnTo>
                    <a:pt x="169972" y="68309"/>
                  </a:lnTo>
                  <a:cubicBezTo>
                    <a:pt x="170611" y="65117"/>
                    <a:pt x="173806" y="62563"/>
                    <a:pt x="177640" y="63202"/>
                  </a:cubicBezTo>
                  <a:cubicBezTo>
                    <a:pt x="180835" y="63840"/>
                    <a:pt x="183391" y="67032"/>
                    <a:pt x="182752" y="70862"/>
                  </a:cubicBezTo>
                  <a:lnTo>
                    <a:pt x="180196" y="86184"/>
                  </a:lnTo>
                  <a:lnTo>
                    <a:pt x="196171" y="95121"/>
                  </a:lnTo>
                  <a:cubicBezTo>
                    <a:pt x="198727" y="96398"/>
                    <a:pt x="200005" y="99590"/>
                    <a:pt x="199366" y="102782"/>
                  </a:cubicBezTo>
                  <a:lnTo>
                    <a:pt x="195532" y="114273"/>
                  </a:lnTo>
                  <a:cubicBezTo>
                    <a:pt x="194893" y="116827"/>
                    <a:pt x="192337" y="118742"/>
                    <a:pt x="189142" y="118742"/>
                  </a:cubicBezTo>
                  <a:cubicBezTo>
                    <a:pt x="188503" y="118742"/>
                    <a:pt x="187864" y="118742"/>
                    <a:pt x="187225" y="118742"/>
                  </a:cubicBezTo>
                  <a:cubicBezTo>
                    <a:pt x="184030" y="117465"/>
                    <a:pt x="182113" y="114273"/>
                    <a:pt x="182752" y="111081"/>
                  </a:cubicBezTo>
                  <a:lnTo>
                    <a:pt x="184669" y="104059"/>
                  </a:lnTo>
                  <a:lnTo>
                    <a:pt x="169333" y="95760"/>
                  </a:lnTo>
                  <a:cubicBezTo>
                    <a:pt x="167416" y="93206"/>
                    <a:pt x="166138" y="90653"/>
                    <a:pt x="166777" y="88099"/>
                  </a:cubicBezTo>
                  <a:close/>
                  <a:moveTo>
                    <a:pt x="150802" y="101505"/>
                  </a:moveTo>
                  <a:lnTo>
                    <a:pt x="153358" y="86822"/>
                  </a:lnTo>
                  <a:cubicBezTo>
                    <a:pt x="153997" y="83630"/>
                    <a:pt x="157192" y="81077"/>
                    <a:pt x="161026" y="81715"/>
                  </a:cubicBezTo>
                  <a:cubicBezTo>
                    <a:pt x="164221" y="82354"/>
                    <a:pt x="166777" y="85546"/>
                    <a:pt x="166138" y="89376"/>
                  </a:cubicBezTo>
                  <a:lnTo>
                    <a:pt x="164221" y="99590"/>
                  </a:lnTo>
                  <a:lnTo>
                    <a:pt x="175084" y="105974"/>
                  </a:lnTo>
                  <a:cubicBezTo>
                    <a:pt x="177640" y="107251"/>
                    <a:pt x="178918" y="110443"/>
                    <a:pt x="178279" y="113635"/>
                  </a:cubicBezTo>
                  <a:lnTo>
                    <a:pt x="175723" y="122573"/>
                  </a:lnTo>
                  <a:cubicBezTo>
                    <a:pt x="175084" y="125126"/>
                    <a:pt x="172528" y="127041"/>
                    <a:pt x="169333" y="127041"/>
                  </a:cubicBezTo>
                  <a:cubicBezTo>
                    <a:pt x="168694" y="127041"/>
                    <a:pt x="168055" y="127041"/>
                    <a:pt x="167416" y="127041"/>
                  </a:cubicBezTo>
                  <a:cubicBezTo>
                    <a:pt x="164221" y="125765"/>
                    <a:pt x="162304" y="122573"/>
                    <a:pt x="162943" y="119381"/>
                  </a:cubicBezTo>
                  <a:lnTo>
                    <a:pt x="164221" y="115550"/>
                  </a:lnTo>
                  <a:lnTo>
                    <a:pt x="153997" y="109805"/>
                  </a:lnTo>
                  <a:cubicBezTo>
                    <a:pt x="151441" y="106613"/>
                    <a:pt x="150164" y="104059"/>
                    <a:pt x="150802" y="101505"/>
                  </a:cubicBezTo>
                  <a:close/>
                  <a:moveTo>
                    <a:pt x="178918" y="131510"/>
                  </a:moveTo>
                  <a:cubicBezTo>
                    <a:pt x="197448" y="131510"/>
                    <a:pt x="212784" y="146832"/>
                    <a:pt x="212784" y="165345"/>
                  </a:cubicBezTo>
                  <a:cubicBezTo>
                    <a:pt x="212784" y="183859"/>
                    <a:pt x="197448" y="199180"/>
                    <a:pt x="178918" y="199180"/>
                  </a:cubicBezTo>
                  <a:cubicBezTo>
                    <a:pt x="160387" y="199180"/>
                    <a:pt x="145051" y="183859"/>
                    <a:pt x="145051" y="165345"/>
                  </a:cubicBezTo>
                  <a:cubicBezTo>
                    <a:pt x="145051" y="146832"/>
                    <a:pt x="160387" y="131510"/>
                    <a:pt x="178918" y="131510"/>
                  </a:cubicBezTo>
                  <a:close/>
                  <a:moveTo>
                    <a:pt x="79235" y="129595"/>
                  </a:moveTo>
                  <a:cubicBezTo>
                    <a:pt x="81791" y="127680"/>
                    <a:pt x="86264" y="127680"/>
                    <a:pt x="88181" y="130233"/>
                  </a:cubicBezTo>
                  <a:lnTo>
                    <a:pt x="97766" y="142363"/>
                  </a:lnTo>
                  <a:lnTo>
                    <a:pt x="115019" y="135979"/>
                  </a:lnTo>
                  <a:cubicBezTo>
                    <a:pt x="117574" y="134702"/>
                    <a:pt x="120769" y="135979"/>
                    <a:pt x="122686" y="138533"/>
                  </a:cubicBezTo>
                  <a:lnTo>
                    <a:pt x="129076" y="148747"/>
                  </a:lnTo>
                  <a:cubicBezTo>
                    <a:pt x="130994" y="151939"/>
                    <a:pt x="129715" y="155769"/>
                    <a:pt x="127159" y="157684"/>
                  </a:cubicBezTo>
                  <a:cubicBezTo>
                    <a:pt x="125881" y="158323"/>
                    <a:pt x="125243" y="158961"/>
                    <a:pt x="123964" y="158961"/>
                  </a:cubicBezTo>
                  <a:cubicBezTo>
                    <a:pt x="122048" y="158961"/>
                    <a:pt x="119492" y="157684"/>
                    <a:pt x="118853" y="155769"/>
                  </a:cubicBezTo>
                  <a:lnTo>
                    <a:pt x="115019" y="149385"/>
                  </a:lnTo>
                  <a:lnTo>
                    <a:pt x="98404" y="155131"/>
                  </a:lnTo>
                  <a:cubicBezTo>
                    <a:pt x="95849" y="155769"/>
                    <a:pt x="93293" y="155131"/>
                    <a:pt x="91376" y="153216"/>
                  </a:cubicBezTo>
                  <a:lnTo>
                    <a:pt x="78596" y="137894"/>
                  </a:lnTo>
                  <a:cubicBezTo>
                    <a:pt x="76040" y="135341"/>
                    <a:pt x="76679" y="131510"/>
                    <a:pt x="79235" y="129595"/>
                  </a:cubicBezTo>
                  <a:close/>
                  <a:moveTo>
                    <a:pt x="119492" y="178113"/>
                  </a:moveTo>
                  <a:cubicBezTo>
                    <a:pt x="118214" y="178752"/>
                    <a:pt x="117574" y="179390"/>
                    <a:pt x="116297" y="179390"/>
                  </a:cubicBezTo>
                  <a:cubicBezTo>
                    <a:pt x="114379" y="179390"/>
                    <a:pt x="111824" y="178113"/>
                    <a:pt x="111184" y="176198"/>
                  </a:cubicBezTo>
                  <a:lnTo>
                    <a:pt x="109268" y="173006"/>
                  </a:lnTo>
                  <a:lnTo>
                    <a:pt x="97766" y="176836"/>
                  </a:lnTo>
                  <a:cubicBezTo>
                    <a:pt x="95209" y="177475"/>
                    <a:pt x="92654" y="176836"/>
                    <a:pt x="90737" y="174921"/>
                  </a:cubicBezTo>
                  <a:lnTo>
                    <a:pt x="81152" y="163430"/>
                  </a:lnTo>
                  <a:cubicBezTo>
                    <a:pt x="79235" y="160876"/>
                    <a:pt x="79235" y="156408"/>
                    <a:pt x="81791" y="154492"/>
                  </a:cubicBezTo>
                  <a:cubicBezTo>
                    <a:pt x="84347" y="152577"/>
                    <a:pt x="88820" y="152577"/>
                    <a:pt x="90737" y="155131"/>
                  </a:cubicBezTo>
                  <a:lnTo>
                    <a:pt x="97127" y="163430"/>
                  </a:lnTo>
                  <a:lnTo>
                    <a:pt x="109268" y="158961"/>
                  </a:lnTo>
                  <a:cubicBezTo>
                    <a:pt x="111824" y="157684"/>
                    <a:pt x="115019" y="158961"/>
                    <a:pt x="116935" y="161515"/>
                  </a:cubicBezTo>
                  <a:lnTo>
                    <a:pt x="122048" y="169176"/>
                  </a:lnTo>
                  <a:cubicBezTo>
                    <a:pt x="123325" y="172368"/>
                    <a:pt x="122686" y="176198"/>
                    <a:pt x="119492" y="178113"/>
                  </a:cubicBezTo>
                  <a:close/>
                  <a:moveTo>
                    <a:pt x="274128" y="230462"/>
                  </a:moveTo>
                  <a:cubicBezTo>
                    <a:pt x="273489" y="231100"/>
                    <a:pt x="273489" y="231739"/>
                    <a:pt x="272850" y="231739"/>
                  </a:cubicBezTo>
                  <a:lnTo>
                    <a:pt x="267738" y="235569"/>
                  </a:lnTo>
                  <a:lnTo>
                    <a:pt x="251763" y="294302"/>
                  </a:lnTo>
                  <a:cubicBezTo>
                    <a:pt x="251124" y="297494"/>
                    <a:pt x="247290" y="300047"/>
                    <a:pt x="244095" y="298771"/>
                  </a:cubicBezTo>
                  <a:cubicBezTo>
                    <a:pt x="240900" y="298132"/>
                    <a:pt x="238983" y="294302"/>
                    <a:pt x="239623" y="291110"/>
                  </a:cubicBezTo>
                  <a:lnTo>
                    <a:pt x="256236" y="230462"/>
                  </a:lnTo>
                  <a:cubicBezTo>
                    <a:pt x="256875" y="229185"/>
                    <a:pt x="257514" y="227908"/>
                    <a:pt x="258792" y="227270"/>
                  </a:cubicBezTo>
                  <a:lnTo>
                    <a:pt x="261348" y="225355"/>
                  </a:lnTo>
                  <a:lnTo>
                    <a:pt x="260070" y="225355"/>
                  </a:lnTo>
                  <a:cubicBezTo>
                    <a:pt x="257514" y="225993"/>
                    <a:pt x="255597" y="227908"/>
                    <a:pt x="254958" y="229823"/>
                  </a:cubicBezTo>
                  <a:lnTo>
                    <a:pt x="230038" y="294940"/>
                  </a:lnTo>
                  <a:cubicBezTo>
                    <a:pt x="228759" y="298132"/>
                    <a:pt x="226203" y="299409"/>
                    <a:pt x="223008" y="298771"/>
                  </a:cubicBezTo>
                  <a:cubicBezTo>
                    <a:pt x="219813" y="298132"/>
                    <a:pt x="217897" y="295579"/>
                    <a:pt x="217897" y="292387"/>
                  </a:cubicBezTo>
                  <a:lnTo>
                    <a:pt x="217897" y="242591"/>
                  </a:lnTo>
                  <a:cubicBezTo>
                    <a:pt x="217897" y="231100"/>
                    <a:pt x="208312" y="221524"/>
                    <a:pt x="196810" y="221524"/>
                  </a:cubicBezTo>
                  <a:lnTo>
                    <a:pt x="163582" y="221524"/>
                  </a:lnTo>
                  <a:cubicBezTo>
                    <a:pt x="152080" y="221524"/>
                    <a:pt x="142495" y="231100"/>
                    <a:pt x="142495" y="242591"/>
                  </a:cubicBezTo>
                  <a:lnTo>
                    <a:pt x="142495" y="292387"/>
                  </a:lnTo>
                  <a:cubicBezTo>
                    <a:pt x="142495" y="295579"/>
                    <a:pt x="140579" y="298132"/>
                    <a:pt x="137384" y="298771"/>
                  </a:cubicBezTo>
                  <a:cubicBezTo>
                    <a:pt x="134189" y="299409"/>
                    <a:pt x="131633" y="298132"/>
                    <a:pt x="130354" y="295579"/>
                  </a:cubicBezTo>
                  <a:lnTo>
                    <a:pt x="104156" y="243868"/>
                  </a:lnTo>
                  <a:lnTo>
                    <a:pt x="120130" y="291110"/>
                  </a:lnTo>
                  <a:cubicBezTo>
                    <a:pt x="121409" y="294302"/>
                    <a:pt x="119492" y="298132"/>
                    <a:pt x="116297" y="299409"/>
                  </a:cubicBezTo>
                  <a:cubicBezTo>
                    <a:pt x="115658" y="299409"/>
                    <a:pt x="115019" y="300047"/>
                    <a:pt x="114379" y="300047"/>
                  </a:cubicBezTo>
                  <a:cubicBezTo>
                    <a:pt x="111824" y="300047"/>
                    <a:pt x="109268" y="298132"/>
                    <a:pt x="108629" y="295579"/>
                  </a:cubicBezTo>
                  <a:lnTo>
                    <a:pt x="92654" y="247060"/>
                  </a:lnTo>
                  <a:lnTo>
                    <a:pt x="80513" y="234292"/>
                  </a:lnTo>
                  <a:cubicBezTo>
                    <a:pt x="79874" y="233654"/>
                    <a:pt x="79874" y="233015"/>
                    <a:pt x="79235" y="232377"/>
                  </a:cubicBezTo>
                  <a:cubicBezTo>
                    <a:pt x="77318" y="228547"/>
                    <a:pt x="77957" y="224078"/>
                    <a:pt x="80513" y="220886"/>
                  </a:cubicBezTo>
                  <a:cubicBezTo>
                    <a:pt x="83069" y="217694"/>
                    <a:pt x="87542" y="216417"/>
                    <a:pt x="91376" y="217055"/>
                  </a:cubicBezTo>
                  <a:lnTo>
                    <a:pt x="99683" y="218971"/>
                  </a:lnTo>
                  <a:cubicBezTo>
                    <a:pt x="104794" y="220247"/>
                    <a:pt x="109268" y="223439"/>
                    <a:pt x="111824" y="228547"/>
                  </a:cubicBezTo>
                  <a:lnTo>
                    <a:pt x="130354" y="265574"/>
                  </a:lnTo>
                  <a:lnTo>
                    <a:pt x="130354" y="243230"/>
                  </a:lnTo>
                  <a:cubicBezTo>
                    <a:pt x="130354" y="224716"/>
                    <a:pt x="145690" y="209395"/>
                    <a:pt x="164221" y="209395"/>
                  </a:cubicBezTo>
                  <a:lnTo>
                    <a:pt x="197448" y="209395"/>
                  </a:lnTo>
                  <a:cubicBezTo>
                    <a:pt x="215979" y="209395"/>
                    <a:pt x="231315" y="224716"/>
                    <a:pt x="231315" y="243230"/>
                  </a:cubicBezTo>
                  <a:lnTo>
                    <a:pt x="231315" y="258551"/>
                  </a:lnTo>
                  <a:lnTo>
                    <a:pt x="244095" y="225355"/>
                  </a:lnTo>
                  <a:cubicBezTo>
                    <a:pt x="246651" y="218971"/>
                    <a:pt x="251763" y="214502"/>
                    <a:pt x="258153" y="213225"/>
                  </a:cubicBezTo>
                  <a:lnTo>
                    <a:pt x="261348" y="212587"/>
                  </a:lnTo>
                  <a:cubicBezTo>
                    <a:pt x="267099" y="211310"/>
                    <a:pt x="273489" y="213225"/>
                    <a:pt x="276684" y="217694"/>
                  </a:cubicBezTo>
                  <a:cubicBezTo>
                    <a:pt x="277323" y="220886"/>
                    <a:pt x="276684" y="225993"/>
                    <a:pt x="274128" y="230462"/>
                  </a:cubicBezTo>
                  <a:close/>
                  <a:moveTo>
                    <a:pt x="284991" y="166622"/>
                  </a:moveTo>
                  <a:cubicBezTo>
                    <a:pt x="283074" y="169814"/>
                    <a:pt x="279240" y="171091"/>
                    <a:pt x="276684" y="169176"/>
                  </a:cubicBezTo>
                  <a:lnTo>
                    <a:pt x="272850" y="167260"/>
                  </a:lnTo>
                  <a:lnTo>
                    <a:pt x="265182" y="176198"/>
                  </a:lnTo>
                  <a:cubicBezTo>
                    <a:pt x="263904" y="177475"/>
                    <a:pt x="261987" y="178752"/>
                    <a:pt x="260070" y="178752"/>
                  </a:cubicBezTo>
                  <a:cubicBezTo>
                    <a:pt x="259431" y="178752"/>
                    <a:pt x="258792" y="178752"/>
                    <a:pt x="258153" y="178113"/>
                  </a:cubicBezTo>
                  <a:lnTo>
                    <a:pt x="244095" y="173006"/>
                  </a:lnTo>
                  <a:cubicBezTo>
                    <a:pt x="240900" y="171729"/>
                    <a:pt x="238983" y="167899"/>
                    <a:pt x="240261" y="164707"/>
                  </a:cubicBezTo>
                  <a:cubicBezTo>
                    <a:pt x="241539" y="161515"/>
                    <a:pt x="245373" y="159600"/>
                    <a:pt x="248568" y="160876"/>
                  </a:cubicBezTo>
                  <a:lnTo>
                    <a:pt x="258153" y="164707"/>
                  </a:lnTo>
                  <a:lnTo>
                    <a:pt x="266460" y="155131"/>
                  </a:lnTo>
                  <a:cubicBezTo>
                    <a:pt x="268377" y="152577"/>
                    <a:pt x="271572" y="151939"/>
                    <a:pt x="274128" y="153216"/>
                  </a:cubicBezTo>
                  <a:lnTo>
                    <a:pt x="282435" y="157684"/>
                  </a:lnTo>
                  <a:cubicBezTo>
                    <a:pt x="284991" y="159600"/>
                    <a:pt x="286269" y="163430"/>
                    <a:pt x="284991" y="166622"/>
                  </a:cubicBezTo>
                  <a:close/>
                </a:path>
              </a:pathLst>
            </a:custGeom>
            <a:solidFill>
              <a:srgbClr val="00A3E0"/>
            </a:solidFill>
            <a:ln w="6390" cap="flat">
              <a:noFill/>
              <a:prstDash val="solid"/>
              <a:miter/>
            </a:ln>
          </p:spPr>
          <p:txBody>
            <a:bodyPr rtlCol="0" anchor="ctr"/>
            <a:lstStyle/>
            <a:p>
              <a:endParaRPr lang="en-US"/>
            </a:p>
          </p:txBody>
        </p:sp>
      </p:grpSp>
      <p:grpSp>
        <p:nvGrpSpPr>
          <p:cNvPr id="359" name="Graphic 4">
            <a:extLst>
              <a:ext uri="{FF2B5EF4-FFF2-40B4-BE49-F238E27FC236}">
                <a16:creationId xmlns:a16="http://schemas.microsoft.com/office/drawing/2014/main" id="{BB95BD3A-EE3F-104A-803F-528B354AA5FC}"/>
              </a:ext>
            </a:extLst>
          </p:cNvPr>
          <p:cNvGrpSpPr>
            <a:grpSpLocks noChangeAspect="1"/>
          </p:cNvGrpSpPr>
          <p:nvPr/>
        </p:nvGrpSpPr>
        <p:grpSpPr>
          <a:xfrm>
            <a:off x="9887149" y="4308712"/>
            <a:ext cx="361670" cy="361333"/>
            <a:chOff x="9887149" y="4308712"/>
            <a:chExt cx="361670" cy="361333"/>
          </a:xfrm>
          <a:solidFill>
            <a:srgbClr val="00A3E0"/>
          </a:solidFill>
        </p:grpSpPr>
        <p:sp>
          <p:nvSpPr>
            <p:cNvPr id="360" name="Graphic 4">
              <a:extLst>
                <a:ext uri="{FF2B5EF4-FFF2-40B4-BE49-F238E27FC236}">
                  <a16:creationId xmlns:a16="http://schemas.microsoft.com/office/drawing/2014/main" id="{C161072A-E48B-6645-8000-352CB1043D23}"/>
                </a:ext>
              </a:extLst>
            </p:cNvPr>
            <p:cNvSpPr/>
            <p:nvPr/>
          </p:nvSpPr>
          <p:spPr>
            <a:xfrm>
              <a:off x="9887149"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4"/>
                    <a:pt x="180835" y="361334"/>
                  </a:cubicBezTo>
                  <a:cubicBezTo>
                    <a:pt x="281157" y="361334"/>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7"/>
                    <a:pt x="180835" y="13407"/>
                  </a:cubicBezTo>
                  <a:cubicBezTo>
                    <a:pt x="273489" y="13407"/>
                    <a:pt x="348890" y="88738"/>
                    <a:pt x="348890" y="181305"/>
                  </a:cubicBezTo>
                  <a:cubicBezTo>
                    <a:pt x="348890" y="273234"/>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361" name="Graphic 4">
              <a:extLst>
                <a:ext uri="{FF2B5EF4-FFF2-40B4-BE49-F238E27FC236}">
                  <a16:creationId xmlns:a16="http://schemas.microsoft.com/office/drawing/2014/main" id="{66269FFA-0DAC-3B45-9EB8-E98802263640}"/>
                </a:ext>
              </a:extLst>
            </p:cNvPr>
            <p:cNvSpPr/>
            <p:nvPr/>
          </p:nvSpPr>
          <p:spPr>
            <a:xfrm>
              <a:off x="9962550" y="4470865"/>
              <a:ext cx="37061" cy="37027"/>
            </a:xfrm>
            <a:custGeom>
              <a:avLst/>
              <a:gdLst>
                <a:gd name="connsiteX0" fmla="*/ 18531 w 37061"/>
                <a:gd name="connsiteY0" fmla="*/ 0 h 37027"/>
                <a:gd name="connsiteX1" fmla="*/ 0 w 37061"/>
                <a:gd name="connsiteY1" fmla="*/ 18513 h 37027"/>
                <a:gd name="connsiteX2" fmla="*/ 18531 w 37061"/>
                <a:gd name="connsiteY2" fmla="*/ 37027 h 37027"/>
                <a:gd name="connsiteX3" fmla="*/ 37062 w 37061"/>
                <a:gd name="connsiteY3" fmla="*/ 18513 h 37027"/>
                <a:gd name="connsiteX4" fmla="*/ 18531 w 37061"/>
                <a:gd name="connsiteY4" fmla="*/ 0 h 37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61" h="37027">
                  <a:moveTo>
                    <a:pt x="18531" y="0"/>
                  </a:moveTo>
                  <a:cubicBezTo>
                    <a:pt x="8307" y="0"/>
                    <a:pt x="0" y="8299"/>
                    <a:pt x="0" y="18513"/>
                  </a:cubicBezTo>
                  <a:cubicBezTo>
                    <a:pt x="0" y="28728"/>
                    <a:pt x="8307" y="37027"/>
                    <a:pt x="18531" y="37027"/>
                  </a:cubicBezTo>
                  <a:cubicBezTo>
                    <a:pt x="28755" y="37027"/>
                    <a:pt x="37062" y="28728"/>
                    <a:pt x="37062" y="18513"/>
                  </a:cubicBezTo>
                  <a:cubicBezTo>
                    <a:pt x="37062" y="8299"/>
                    <a:pt x="28755" y="0"/>
                    <a:pt x="18531" y="0"/>
                  </a:cubicBezTo>
                  <a:close/>
                </a:path>
              </a:pathLst>
            </a:custGeom>
            <a:solidFill>
              <a:srgbClr val="00A3E0"/>
            </a:solidFill>
            <a:ln w="6390" cap="flat">
              <a:noFill/>
              <a:prstDash val="solid"/>
              <a:miter/>
            </a:ln>
          </p:spPr>
          <p:txBody>
            <a:bodyPr rtlCol="0" anchor="ctr"/>
            <a:lstStyle/>
            <a:p>
              <a:endParaRPr lang="en-US"/>
            </a:p>
          </p:txBody>
        </p:sp>
        <p:sp>
          <p:nvSpPr>
            <p:cNvPr id="362" name="Graphic 4">
              <a:extLst>
                <a:ext uri="{FF2B5EF4-FFF2-40B4-BE49-F238E27FC236}">
                  <a16:creationId xmlns:a16="http://schemas.microsoft.com/office/drawing/2014/main" id="{05EE1EC3-6642-5F4E-87F8-5661235D0026}"/>
                </a:ext>
              </a:extLst>
            </p:cNvPr>
            <p:cNvSpPr/>
            <p:nvPr/>
          </p:nvSpPr>
          <p:spPr>
            <a:xfrm>
              <a:off x="10049453" y="4470865"/>
              <a:ext cx="37061" cy="37027"/>
            </a:xfrm>
            <a:custGeom>
              <a:avLst/>
              <a:gdLst>
                <a:gd name="connsiteX0" fmla="*/ 18531 w 37061"/>
                <a:gd name="connsiteY0" fmla="*/ 0 h 37027"/>
                <a:gd name="connsiteX1" fmla="*/ 0 w 37061"/>
                <a:gd name="connsiteY1" fmla="*/ 18513 h 37027"/>
                <a:gd name="connsiteX2" fmla="*/ 18531 w 37061"/>
                <a:gd name="connsiteY2" fmla="*/ 37027 h 37027"/>
                <a:gd name="connsiteX3" fmla="*/ 37062 w 37061"/>
                <a:gd name="connsiteY3" fmla="*/ 18513 h 37027"/>
                <a:gd name="connsiteX4" fmla="*/ 18531 w 37061"/>
                <a:gd name="connsiteY4" fmla="*/ 0 h 37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61" h="37027">
                  <a:moveTo>
                    <a:pt x="18531" y="0"/>
                  </a:moveTo>
                  <a:cubicBezTo>
                    <a:pt x="8307" y="0"/>
                    <a:pt x="0" y="8299"/>
                    <a:pt x="0" y="18513"/>
                  </a:cubicBezTo>
                  <a:cubicBezTo>
                    <a:pt x="0" y="28728"/>
                    <a:pt x="8307" y="37027"/>
                    <a:pt x="18531" y="37027"/>
                  </a:cubicBezTo>
                  <a:cubicBezTo>
                    <a:pt x="28755" y="37027"/>
                    <a:pt x="37062" y="28728"/>
                    <a:pt x="37062" y="18513"/>
                  </a:cubicBezTo>
                  <a:cubicBezTo>
                    <a:pt x="37062" y="8299"/>
                    <a:pt x="28755" y="0"/>
                    <a:pt x="18531" y="0"/>
                  </a:cubicBezTo>
                  <a:close/>
                </a:path>
              </a:pathLst>
            </a:custGeom>
            <a:solidFill>
              <a:srgbClr val="00A3E0"/>
            </a:solidFill>
            <a:ln w="6390" cap="flat">
              <a:noFill/>
              <a:prstDash val="solid"/>
              <a:miter/>
            </a:ln>
          </p:spPr>
          <p:txBody>
            <a:bodyPr rtlCol="0" anchor="ctr"/>
            <a:lstStyle/>
            <a:p>
              <a:endParaRPr lang="en-US"/>
            </a:p>
          </p:txBody>
        </p:sp>
        <p:sp>
          <p:nvSpPr>
            <p:cNvPr id="363" name="Graphic 4">
              <a:extLst>
                <a:ext uri="{FF2B5EF4-FFF2-40B4-BE49-F238E27FC236}">
                  <a16:creationId xmlns:a16="http://schemas.microsoft.com/office/drawing/2014/main" id="{D58BCCFD-C85E-C944-A2F6-F7876F1B14E6}"/>
                </a:ext>
              </a:extLst>
            </p:cNvPr>
            <p:cNvSpPr/>
            <p:nvPr/>
          </p:nvSpPr>
          <p:spPr>
            <a:xfrm>
              <a:off x="10136357" y="4470865"/>
              <a:ext cx="37061" cy="37027"/>
            </a:xfrm>
            <a:custGeom>
              <a:avLst/>
              <a:gdLst>
                <a:gd name="connsiteX0" fmla="*/ 18530 w 37061"/>
                <a:gd name="connsiteY0" fmla="*/ 0 h 37027"/>
                <a:gd name="connsiteX1" fmla="*/ 0 w 37061"/>
                <a:gd name="connsiteY1" fmla="*/ 18513 h 37027"/>
                <a:gd name="connsiteX2" fmla="*/ 18530 w 37061"/>
                <a:gd name="connsiteY2" fmla="*/ 37027 h 37027"/>
                <a:gd name="connsiteX3" fmla="*/ 37061 w 37061"/>
                <a:gd name="connsiteY3" fmla="*/ 18513 h 37027"/>
                <a:gd name="connsiteX4" fmla="*/ 18530 w 37061"/>
                <a:gd name="connsiteY4" fmla="*/ 0 h 37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61" h="37027">
                  <a:moveTo>
                    <a:pt x="18530" y="0"/>
                  </a:moveTo>
                  <a:cubicBezTo>
                    <a:pt x="8306" y="0"/>
                    <a:pt x="0" y="8299"/>
                    <a:pt x="0" y="18513"/>
                  </a:cubicBezTo>
                  <a:cubicBezTo>
                    <a:pt x="0" y="28728"/>
                    <a:pt x="8306" y="37027"/>
                    <a:pt x="18530" y="37027"/>
                  </a:cubicBezTo>
                  <a:cubicBezTo>
                    <a:pt x="28755" y="37027"/>
                    <a:pt x="37061" y="28728"/>
                    <a:pt x="37061" y="18513"/>
                  </a:cubicBezTo>
                  <a:cubicBezTo>
                    <a:pt x="37061" y="8299"/>
                    <a:pt x="28755" y="0"/>
                    <a:pt x="18530" y="0"/>
                  </a:cubicBezTo>
                  <a:close/>
                </a:path>
              </a:pathLst>
            </a:custGeom>
            <a:solidFill>
              <a:srgbClr val="00A3E0"/>
            </a:solidFill>
            <a:ln w="6390" cap="flat">
              <a:noFill/>
              <a:prstDash val="solid"/>
              <a:miter/>
            </a:ln>
          </p:spPr>
          <p:txBody>
            <a:bodyPr rtlCol="0" anchor="ctr"/>
            <a:lstStyle/>
            <a:p>
              <a:endParaRPr lang="en-US"/>
            </a:p>
          </p:txBody>
        </p:sp>
      </p:grpSp>
      <p:sp>
        <p:nvSpPr>
          <p:cNvPr id="364" name="Graphic 4">
            <a:extLst>
              <a:ext uri="{FF2B5EF4-FFF2-40B4-BE49-F238E27FC236}">
                <a16:creationId xmlns:a16="http://schemas.microsoft.com/office/drawing/2014/main" id="{91C185F4-96BE-964F-9CF0-1190791C7FA6}"/>
              </a:ext>
            </a:extLst>
          </p:cNvPr>
          <p:cNvSpPr>
            <a:spLocks noChangeAspect="1"/>
          </p:cNvSpPr>
          <p:nvPr/>
        </p:nvSpPr>
        <p:spPr>
          <a:xfrm>
            <a:off x="10324860" y="4308712"/>
            <a:ext cx="361674" cy="361333"/>
          </a:xfrm>
          <a:custGeom>
            <a:avLst/>
            <a:gdLst>
              <a:gd name="connsiteX0" fmla="*/ 180835 w 361674"/>
              <a:gd name="connsiteY0" fmla="*/ 0 h 361333"/>
              <a:gd name="connsiteX1" fmla="*/ 0 w 361674"/>
              <a:gd name="connsiteY1" fmla="*/ 180667 h 361333"/>
              <a:gd name="connsiteX2" fmla="*/ 180835 w 361674"/>
              <a:gd name="connsiteY2" fmla="*/ 361334 h 361333"/>
              <a:gd name="connsiteX3" fmla="*/ 361670 w 361674"/>
              <a:gd name="connsiteY3" fmla="*/ 180667 h 361333"/>
              <a:gd name="connsiteX4" fmla="*/ 180835 w 361674"/>
              <a:gd name="connsiteY4" fmla="*/ 0 h 361333"/>
              <a:gd name="connsiteX5" fmla="*/ 93932 w 361674"/>
              <a:gd name="connsiteY5" fmla="*/ 199180 h 361333"/>
              <a:gd name="connsiteX6" fmla="*/ 75401 w 361674"/>
              <a:gd name="connsiteY6" fmla="*/ 180667 h 361333"/>
              <a:gd name="connsiteX7" fmla="*/ 93932 w 361674"/>
              <a:gd name="connsiteY7" fmla="*/ 162153 h 361333"/>
              <a:gd name="connsiteX8" fmla="*/ 112463 w 361674"/>
              <a:gd name="connsiteY8" fmla="*/ 180667 h 361333"/>
              <a:gd name="connsiteX9" fmla="*/ 93932 w 361674"/>
              <a:gd name="connsiteY9" fmla="*/ 199180 h 361333"/>
              <a:gd name="connsiteX10" fmla="*/ 180835 w 361674"/>
              <a:gd name="connsiteY10" fmla="*/ 199180 h 361333"/>
              <a:gd name="connsiteX11" fmla="*/ 162304 w 361674"/>
              <a:gd name="connsiteY11" fmla="*/ 180667 h 361333"/>
              <a:gd name="connsiteX12" fmla="*/ 180835 w 361674"/>
              <a:gd name="connsiteY12" fmla="*/ 162153 h 361333"/>
              <a:gd name="connsiteX13" fmla="*/ 199366 w 361674"/>
              <a:gd name="connsiteY13" fmla="*/ 180667 h 361333"/>
              <a:gd name="connsiteX14" fmla="*/ 180835 w 361674"/>
              <a:gd name="connsiteY14" fmla="*/ 199180 h 361333"/>
              <a:gd name="connsiteX15" fmla="*/ 268377 w 361674"/>
              <a:gd name="connsiteY15" fmla="*/ 199180 h 361333"/>
              <a:gd name="connsiteX16" fmla="*/ 249846 w 361674"/>
              <a:gd name="connsiteY16" fmla="*/ 180667 h 361333"/>
              <a:gd name="connsiteX17" fmla="*/ 268377 w 361674"/>
              <a:gd name="connsiteY17" fmla="*/ 162153 h 361333"/>
              <a:gd name="connsiteX18" fmla="*/ 286908 w 361674"/>
              <a:gd name="connsiteY18" fmla="*/ 180667 h 361333"/>
              <a:gd name="connsiteX19" fmla="*/ 268377 w 361674"/>
              <a:gd name="connsiteY19" fmla="*/ 19918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674" h="361333">
                <a:moveTo>
                  <a:pt x="180835" y="0"/>
                </a:moveTo>
                <a:cubicBezTo>
                  <a:pt x="80513" y="0"/>
                  <a:pt x="0" y="81077"/>
                  <a:pt x="0" y="180667"/>
                </a:cubicBezTo>
                <a:cubicBezTo>
                  <a:pt x="0" y="280895"/>
                  <a:pt x="81152" y="361334"/>
                  <a:pt x="180835" y="361334"/>
                </a:cubicBezTo>
                <a:cubicBezTo>
                  <a:pt x="281157" y="361334"/>
                  <a:pt x="361670" y="280257"/>
                  <a:pt x="361670" y="180667"/>
                </a:cubicBezTo>
                <a:cubicBezTo>
                  <a:pt x="362309" y="81077"/>
                  <a:pt x="281157" y="0"/>
                  <a:pt x="180835" y="0"/>
                </a:cubicBezTo>
                <a:close/>
                <a:moveTo>
                  <a:pt x="93932" y="199180"/>
                </a:moveTo>
                <a:cubicBezTo>
                  <a:pt x="83708" y="199180"/>
                  <a:pt x="75401" y="190881"/>
                  <a:pt x="75401" y="180667"/>
                </a:cubicBezTo>
                <a:cubicBezTo>
                  <a:pt x="75401" y="170452"/>
                  <a:pt x="83708" y="162153"/>
                  <a:pt x="93932" y="162153"/>
                </a:cubicBezTo>
                <a:cubicBezTo>
                  <a:pt x="104156" y="162153"/>
                  <a:pt x="112463" y="170452"/>
                  <a:pt x="112463" y="180667"/>
                </a:cubicBezTo>
                <a:cubicBezTo>
                  <a:pt x="112463" y="190881"/>
                  <a:pt x="104156" y="199180"/>
                  <a:pt x="93932" y="199180"/>
                </a:cubicBezTo>
                <a:close/>
                <a:moveTo>
                  <a:pt x="180835" y="199180"/>
                </a:moveTo>
                <a:cubicBezTo>
                  <a:pt x="170611" y="199180"/>
                  <a:pt x="162304" y="190881"/>
                  <a:pt x="162304" y="180667"/>
                </a:cubicBezTo>
                <a:cubicBezTo>
                  <a:pt x="162304" y="170452"/>
                  <a:pt x="170611" y="162153"/>
                  <a:pt x="180835" y="162153"/>
                </a:cubicBezTo>
                <a:cubicBezTo>
                  <a:pt x="191059" y="162153"/>
                  <a:pt x="199366" y="170452"/>
                  <a:pt x="199366" y="180667"/>
                </a:cubicBezTo>
                <a:cubicBezTo>
                  <a:pt x="199366" y="190881"/>
                  <a:pt x="191698" y="199180"/>
                  <a:pt x="180835" y="199180"/>
                </a:cubicBezTo>
                <a:close/>
                <a:moveTo>
                  <a:pt x="268377" y="199180"/>
                </a:moveTo>
                <a:cubicBezTo>
                  <a:pt x="258153" y="199180"/>
                  <a:pt x="249846" y="190881"/>
                  <a:pt x="249846" y="180667"/>
                </a:cubicBezTo>
                <a:cubicBezTo>
                  <a:pt x="249846" y="170452"/>
                  <a:pt x="258153" y="162153"/>
                  <a:pt x="268377" y="162153"/>
                </a:cubicBezTo>
                <a:cubicBezTo>
                  <a:pt x="278601" y="162153"/>
                  <a:pt x="286908" y="170452"/>
                  <a:pt x="286908" y="180667"/>
                </a:cubicBezTo>
                <a:cubicBezTo>
                  <a:pt x="286908" y="190881"/>
                  <a:pt x="278601" y="199180"/>
                  <a:pt x="268377" y="199180"/>
                </a:cubicBezTo>
                <a:close/>
              </a:path>
            </a:pathLst>
          </a:custGeom>
          <a:solidFill>
            <a:srgbClr val="00A3E0"/>
          </a:solidFill>
          <a:ln w="6390" cap="flat">
            <a:noFill/>
            <a:prstDash val="solid"/>
            <a:miter/>
          </a:ln>
        </p:spPr>
        <p:txBody>
          <a:bodyPr rtlCol="0" anchor="ctr"/>
          <a:lstStyle/>
          <a:p>
            <a:endParaRPr lang="en-US"/>
          </a:p>
        </p:txBody>
      </p:sp>
      <p:grpSp>
        <p:nvGrpSpPr>
          <p:cNvPr id="365" name="Graphic 4">
            <a:extLst>
              <a:ext uri="{FF2B5EF4-FFF2-40B4-BE49-F238E27FC236}">
                <a16:creationId xmlns:a16="http://schemas.microsoft.com/office/drawing/2014/main" id="{FFC60782-BE3E-D14D-B395-FCBAD7065462}"/>
              </a:ext>
            </a:extLst>
          </p:cNvPr>
          <p:cNvGrpSpPr>
            <a:grpSpLocks noChangeAspect="1"/>
          </p:cNvGrpSpPr>
          <p:nvPr/>
        </p:nvGrpSpPr>
        <p:grpSpPr>
          <a:xfrm>
            <a:off x="9887149" y="3824168"/>
            <a:ext cx="361670" cy="361333"/>
            <a:chOff x="9887149" y="3824168"/>
            <a:chExt cx="361670" cy="361333"/>
          </a:xfrm>
          <a:solidFill>
            <a:srgbClr val="00A3E0"/>
          </a:solidFill>
        </p:grpSpPr>
        <p:sp>
          <p:nvSpPr>
            <p:cNvPr id="366" name="Graphic 4">
              <a:extLst>
                <a:ext uri="{FF2B5EF4-FFF2-40B4-BE49-F238E27FC236}">
                  <a16:creationId xmlns:a16="http://schemas.microsoft.com/office/drawing/2014/main" id="{78AD25ED-A452-944F-8FB5-C5F38ABA106C}"/>
                </a:ext>
              </a:extLst>
            </p:cNvPr>
            <p:cNvSpPr/>
            <p:nvPr/>
          </p:nvSpPr>
          <p:spPr>
            <a:xfrm>
              <a:off x="9887149" y="3824168"/>
              <a:ext cx="361670" cy="361333"/>
            </a:xfrm>
            <a:custGeom>
              <a:avLst/>
              <a:gdLst>
                <a:gd name="connsiteX0" fmla="*/ 180835 w 361670"/>
                <a:gd name="connsiteY0" fmla="*/ 349204 h 361333"/>
                <a:gd name="connsiteX1" fmla="*/ 12780 w 361670"/>
                <a:gd name="connsiteY1" fmla="*/ 181305 h 361333"/>
                <a:gd name="connsiteX2" fmla="*/ 180835 w 361670"/>
                <a:gd name="connsiteY2" fmla="*/ 13406 h 361333"/>
                <a:gd name="connsiteX3" fmla="*/ 348890 w 361670"/>
                <a:gd name="connsiteY3" fmla="*/ 181305 h 361333"/>
                <a:gd name="connsiteX4" fmla="*/ 180835 w 361670"/>
                <a:gd name="connsiteY4" fmla="*/ 349204 h 361333"/>
                <a:gd name="connsiteX5" fmla="*/ 180835 w 361670"/>
                <a:gd name="connsiteY5" fmla="*/ 0 h 361333"/>
                <a:gd name="connsiteX6" fmla="*/ 0 w 361670"/>
                <a:gd name="connsiteY6" fmla="*/ 180667 h 361333"/>
                <a:gd name="connsiteX7" fmla="*/ 180835 w 361670"/>
                <a:gd name="connsiteY7" fmla="*/ 361333 h 361333"/>
                <a:gd name="connsiteX8" fmla="*/ 361670 w 361670"/>
                <a:gd name="connsiteY8" fmla="*/ 180667 h 361333"/>
                <a:gd name="connsiteX9" fmla="*/ 180835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1076"/>
                    <a:pt x="281157" y="0"/>
                    <a:pt x="180835" y="0"/>
                  </a:cubicBezTo>
                </a:path>
              </a:pathLst>
            </a:custGeom>
            <a:solidFill>
              <a:srgbClr val="00A3E0"/>
            </a:solidFill>
            <a:ln w="6390" cap="flat">
              <a:noFill/>
              <a:prstDash val="solid"/>
              <a:miter/>
            </a:ln>
          </p:spPr>
          <p:txBody>
            <a:bodyPr rtlCol="0" anchor="ctr"/>
            <a:lstStyle/>
            <a:p>
              <a:endParaRPr lang="en-US"/>
            </a:p>
          </p:txBody>
        </p:sp>
        <p:sp>
          <p:nvSpPr>
            <p:cNvPr id="367" name="Graphic 4">
              <a:extLst>
                <a:ext uri="{FF2B5EF4-FFF2-40B4-BE49-F238E27FC236}">
                  <a16:creationId xmlns:a16="http://schemas.microsoft.com/office/drawing/2014/main" id="{79EDCB62-872C-E24B-9232-F0AA658E3D04}"/>
                </a:ext>
              </a:extLst>
            </p:cNvPr>
            <p:cNvSpPr/>
            <p:nvPr/>
          </p:nvSpPr>
          <p:spPr>
            <a:xfrm>
              <a:off x="9957119" y="3906521"/>
              <a:ext cx="223008" cy="197265"/>
            </a:xfrm>
            <a:custGeom>
              <a:avLst/>
              <a:gdLst>
                <a:gd name="connsiteX0" fmla="*/ 197129 w 223008"/>
                <a:gd name="connsiteY0" fmla="*/ 90653 h 197265"/>
                <a:gd name="connsiteX1" fmla="*/ 110865 w 223008"/>
                <a:gd name="connsiteY1" fmla="*/ 181305 h 197265"/>
                <a:gd name="connsiteX2" fmla="*/ 24601 w 223008"/>
                <a:gd name="connsiteY2" fmla="*/ 90653 h 197265"/>
                <a:gd name="connsiteX3" fmla="*/ 24601 w 223008"/>
                <a:gd name="connsiteY3" fmla="*/ 25536 h 197265"/>
                <a:gd name="connsiteX4" fmla="*/ 53994 w 223008"/>
                <a:gd name="connsiteY4" fmla="*/ 12130 h 197265"/>
                <a:gd name="connsiteX5" fmla="*/ 85944 w 223008"/>
                <a:gd name="connsiteY5" fmla="*/ 25536 h 197265"/>
                <a:gd name="connsiteX6" fmla="*/ 105754 w 223008"/>
                <a:gd name="connsiteY6" fmla="*/ 44688 h 197265"/>
                <a:gd name="connsiteX7" fmla="*/ 106392 w 223008"/>
                <a:gd name="connsiteY7" fmla="*/ 45327 h 197265"/>
                <a:gd name="connsiteX8" fmla="*/ 107670 w 223008"/>
                <a:gd name="connsiteY8" fmla="*/ 45965 h 197265"/>
                <a:gd name="connsiteX9" fmla="*/ 108949 w 223008"/>
                <a:gd name="connsiteY9" fmla="*/ 45965 h 197265"/>
                <a:gd name="connsiteX10" fmla="*/ 110226 w 223008"/>
                <a:gd name="connsiteY10" fmla="*/ 45965 h 197265"/>
                <a:gd name="connsiteX11" fmla="*/ 111504 w 223008"/>
                <a:gd name="connsiteY11" fmla="*/ 45965 h 197265"/>
                <a:gd name="connsiteX12" fmla="*/ 112782 w 223008"/>
                <a:gd name="connsiteY12" fmla="*/ 45965 h 197265"/>
                <a:gd name="connsiteX13" fmla="*/ 114060 w 223008"/>
                <a:gd name="connsiteY13" fmla="*/ 45327 h 197265"/>
                <a:gd name="connsiteX14" fmla="*/ 114699 w 223008"/>
                <a:gd name="connsiteY14" fmla="*/ 44688 h 197265"/>
                <a:gd name="connsiteX15" fmla="*/ 134508 w 223008"/>
                <a:gd name="connsiteY15" fmla="*/ 25536 h 197265"/>
                <a:gd name="connsiteX16" fmla="*/ 166458 w 223008"/>
                <a:gd name="connsiteY16" fmla="*/ 12130 h 197265"/>
                <a:gd name="connsiteX17" fmla="*/ 195852 w 223008"/>
                <a:gd name="connsiteY17" fmla="*/ 25536 h 197265"/>
                <a:gd name="connsiteX18" fmla="*/ 197129 w 223008"/>
                <a:gd name="connsiteY18" fmla="*/ 90653 h 197265"/>
                <a:gd name="connsiteX19" fmla="*/ 167736 w 223008"/>
                <a:gd name="connsiteY19" fmla="*/ 0 h 197265"/>
                <a:gd name="connsiteX20" fmla="*/ 126201 w 223008"/>
                <a:gd name="connsiteY20" fmla="*/ 17237 h 197265"/>
                <a:gd name="connsiteX21" fmla="*/ 110865 w 223008"/>
                <a:gd name="connsiteY21" fmla="*/ 31920 h 197265"/>
                <a:gd name="connsiteX22" fmla="*/ 95529 w 223008"/>
                <a:gd name="connsiteY22" fmla="*/ 17237 h 197265"/>
                <a:gd name="connsiteX23" fmla="*/ 55273 w 223008"/>
                <a:gd name="connsiteY23" fmla="*/ 0 h 197265"/>
                <a:gd name="connsiteX24" fmla="*/ 54634 w 223008"/>
                <a:gd name="connsiteY24" fmla="*/ 0 h 197265"/>
                <a:gd name="connsiteX25" fmla="*/ 16294 w 223008"/>
                <a:gd name="connsiteY25" fmla="*/ 17237 h 197265"/>
                <a:gd name="connsiteX26" fmla="*/ 16294 w 223008"/>
                <a:gd name="connsiteY26" fmla="*/ 99590 h 197265"/>
                <a:gd name="connsiteX27" fmla="*/ 107031 w 223008"/>
                <a:gd name="connsiteY27" fmla="*/ 195350 h 197265"/>
                <a:gd name="connsiteX28" fmla="*/ 107031 w 223008"/>
                <a:gd name="connsiteY28" fmla="*/ 195350 h 197265"/>
                <a:gd name="connsiteX29" fmla="*/ 107031 w 223008"/>
                <a:gd name="connsiteY29" fmla="*/ 195350 h 197265"/>
                <a:gd name="connsiteX30" fmla="*/ 108309 w 223008"/>
                <a:gd name="connsiteY30" fmla="*/ 195988 h 197265"/>
                <a:gd name="connsiteX31" fmla="*/ 108949 w 223008"/>
                <a:gd name="connsiteY31" fmla="*/ 196627 h 197265"/>
                <a:gd name="connsiteX32" fmla="*/ 111504 w 223008"/>
                <a:gd name="connsiteY32" fmla="*/ 197265 h 197265"/>
                <a:gd name="connsiteX33" fmla="*/ 114060 w 223008"/>
                <a:gd name="connsiteY33" fmla="*/ 196627 h 197265"/>
                <a:gd name="connsiteX34" fmla="*/ 114699 w 223008"/>
                <a:gd name="connsiteY34" fmla="*/ 195988 h 197265"/>
                <a:gd name="connsiteX35" fmla="*/ 115977 w 223008"/>
                <a:gd name="connsiteY35" fmla="*/ 195350 h 197265"/>
                <a:gd name="connsiteX36" fmla="*/ 115977 w 223008"/>
                <a:gd name="connsiteY36" fmla="*/ 195350 h 197265"/>
                <a:gd name="connsiteX37" fmla="*/ 115977 w 223008"/>
                <a:gd name="connsiteY37" fmla="*/ 195350 h 197265"/>
                <a:gd name="connsiteX38" fmla="*/ 206714 w 223008"/>
                <a:gd name="connsiteY38" fmla="*/ 99590 h 197265"/>
                <a:gd name="connsiteX39" fmla="*/ 206714 w 223008"/>
                <a:gd name="connsiteY39" fmla="*/ 17237 h 197265"/>
                <a:gd name="connsiteX40" fmla="*/ 167736 w 223008"/>
                <a:gd name="connsiteY40" fmla="*/ 0 h 19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23008" h="197265">
                  <a:moveTo>
                    <a:pt x="197129" y="90653"/>
                  </a:moveTo>
                  <a:lnTo>
                    <a:pt x="110865" y="181305"/>
                  </a:lnTo>
                  <a:lnTo>
                    <a:pt x="24601" y="90653"/>
                  </a:lnTo>
                  <a:cubicBezTo>
                    <a:pt x="7348" y="72778"/>
                    <a:pt x="7348" y="43411"/>
                    <a:pt x="24601" y="25536"/>
                  </a:cubicBezTo>
                  <a:cubicBezTo>
                    <a:pt x="32908" y="17237"/>
                    <a:pt x="43132" y="12130"/>
                    <a:pt x="53994" y="12130"/>
                  </a:cubicBezTo>
                  <a:cubicBezTo>
                    <a:pt x="65497" y="12130"/>
                    <a:pt x="76999" y="16599"/>
                    <a:pt x="85944" y="25536"/>
                  </a:cubicBezTo>
                  <a:lnTo>
                    <a:pt x="105754" y="44688"/>
                  </a:lnTo>
                  <a:cubicBezTo>
                    <a:pt x="105754" y="44688"/>
                    <a:pt x="106392" y="45327"/>
                    <a:pt x="106392" y="45327"/>
                  </a:cubicBezTo>
                  <a:cubicBezTo>
                    <a:pt x="107031" y="45327"/>
                    <a:pt x="107031" y="45965"/>
                    <a:pt x="107670" y="45965"/>
                  </a:cubicBezTo>
                  <a:cubicBezTo>
                    <a:pt x="108309" y="45965"/>
                    <a:pt x="108309" y="45965"/>
                    <a:pt x="108949" y="45965"/>
                  </a:cubicBezTo>
                  <a:cubicBezTo>
                    <a:pt x="109587" y="45965"/>
                    <a:pt x="109587" y="45965"/>
                    <a:pt x="110226" y="45965"/>
                  </a:cubicBezTo>
                  <a:cubicBezTo>
                    <a:pt x="110865" y="45965"/>
                    <a:pt x="110865" y="45965"/>
                    <a:pt x="111504" y="45965"/>
                  </a:cubicBezTo>
                  <a:cubicBezTo>
                    <a:pt x="112144" y="45965"/>
                    <a:pt x="112144" y="45965"/>
                    <a:pt x="112782" y="45965"/>
                  </a:cubicBezTo>
                  <a:cubicBezTo>
                    <a:pt x="113421" y="45965"/>
                    <a:pt x="113421" y="45327"/>
                    <a:pt x="114060" y="45327"/>
                  </a:cubicBezTo>
                  <a:cubicBezTo>
                    <a:pt x="114060" y="45327"/>
                    <a:pt x="114699" y="45327"/>
                    <a:pt x="114699" y="44688"/>
                  </a:cubicBezTo>
                  <a:lnTo>
                    <a:pt x="134508" y="25536"/>
                  </a:lnTo>
                  <a:cubicBezTo>
                    <a:pt x="143454" y="16599"/>
                    <a:pt x="154956" y="11491"/>
                    <a:pt x="166458" y="12130"/>
                  </a:cubicBezTo>
                  <a:cubicBezTo>
                    <a:pt x="177321" y="12130"/>
                    <a:pt x="188183" y="17237"/>
                    <a:pt x="195852" y="25536"/>
                  </a:cubicBezTo>
                  <a:cubicBezTo>
                    <a:pt x="214383" y="44050"/>
                    <a:pt x="214383" y="72778"/>
                    <a:pt x="197129" y="90653"/>
                  </a:cubicBezTo>
                  <a:moveTo>
                    <a:pt x="167736" y="0"/>
                  </a:moveTo>
                  <a:cubicBezTo>
                    <a:pt x="152400" y="0"/>
                    <a:pt x="137703" y="5746"/>
                    <a:pt x="126201" y="17237"/>
                  </a:cubicBezTo>
                  <a:lnTo>
                    <a:pt x="110865" y="31920"/>
                  </a:lnTo>
                  <a:lnTo>
                    <a:pt x="95529" y="17237"/>
                  </a:lnTo>
                  <a:cubicBezTo>
                    <a:pt x="84028" y="6384"/>
                    <a:pt x="69969" y="0"/>
                    <a:pt x="55273" y="0"/>
                  </a:cubicBezTo>
                  <a:cubicBezTo>
                    <a:pt x="55273" y="0"/>
                    <a:pt x="54634" y="0"/>
                    <a:pt x="54634" y="0"/>
                  </a:cubicBezTo>
                  <a:cubicBezTo>
                    <a:pt x="39937" y="0"/>
                    <a:pt x="26518" y="6384"/>
                    <a:pt x="16294" y="17237"/>
                  </a:cubicBezTo>
                  <a:cubicBezTo>
                    <a:pt x="-5431" y="40219"/>
                    <a:pt x="-5431" y="77246"/>
                    <a:pt x="16294" y="99590"/>
                  </a:cubicBezTo>
                  <a:lnTo>
                    <a:pt x="107031" y="195350"/>
                  </a:lnTo>
                  <a:cubicBezTo>
                    <a:pt x="107031" y="195350"/>
                    <a:pt x="107031" y="195350"/>
                    <a:pt x="107031" y="195350"/>
                  </a:cubicBezTo>
                  <a:cubicBezTo>
                    <a:pt x="107031" y="195350"/>
                    <a:pt x="107031" y="195350"/>
                    <a:pt x="107031" y="195350"/>
                  </a:cubicBezTo>
                  <a:cubicBezTo>
                    <a:pt x="107670" y="195988"/>
                    <a:pt x="107670" y="195988"/>
                    <a:pt x="108309" y="195988"/>
                  </a:cubicBezTo>
                  <a:cubicBezTo>
                    <a:pt x="108309" y="195988"/>
                    <a:pt x="108949" y="196627"/>
                    <a:pt x="108949" y="196627"/>
                  </a:cubicBezTo>
                  <a:cubicBezTo>
                    <a:pt x="109587" y="196627"/>
                    <a:pt x="110226" y="197265"/>
                    <a:pt x="111504" y="197265"/>
                  </a:cubicBezTo>
                  <a:cubicBezTo>
                    <a:pt x="112144" y="197265"/>
                    <a:pt x="113421" y="197265"/>
                    <a:pt x="114060" y="196627"/>
                  </a:cubicBezTo>
                  <a:cubicBezTo>
                    <a:pt x="114060" y="196627"/>
                    <a:pt x="114699" y="196627"/>
                    <a:pt x="114699" y="195988"/>
                  </a:cubicBezTo>
                  <a:cubicBezTo>
                    <a:pt x="115338" y="195988"/>
                    <a:pt x="115338" y="195350"/>
                    <a:pt x="115977" y="195350"/>
                  </a:cubicBezTo>
                  <a:cubicBezTo>
                    <a:pt x="115977" y="195350"/>
                    <a:pt x="115977" y="195350"/>
                    <a:pt x="115977" y="195350"/>
                  </a:cubicBezTo>
                  <a:cubicBezTo>
                    <a:pt x="115977" y="195350"/>
                    <a:pt x="115977" y="195350"/>
                    <a:pt x="115977" y="195350"/>
                  </a:cubicBezTo>
                  <a:lnTo>
                    <a:pt x="206714" y="99590"/>
                  </a:lnTo>
                  <a:cubicBezTo>
                    <a:pt x="228440" y="76608"/>
                    <a:pt x="228440" y="39581"/>
                    <a:pt x="206714" y="17237"/>
                  </a:cubicBezTo>
                  <a:cubicBezTo>
                    <a:pt x="195852" y="6384"/>
                    <a:pt x="181793" y="0"/>
                    <a:pt x="167736" y="0"/>
                  </a:cubicBezTo>
                </a:path>
              </a:pathLst>
            </a:custGeom>
            <a:solidFill>
              <a:srgbClr val="00A3E0"/>
            </a:solidFill>
            <a:ln w="6390" cap="flat">
              <a:noFill/>
              <a:prstDash val="solid"/>
              <a:miter/>
            </a:ln>
          </p:spPr>
          <p:txBody>
            <a:bodyPr rtlCol="0" anchor="ctr"/>
            <a:lstStyle/>
            <a:p>
              <a:endParaRPr lang="en-US"/>
            </a:p>
          </p:txBody>
        </p:sp>
      </p:grpSp>
      <p:grpSp>
        <p:nvGrpSpPr>
          <p:cNvPr id="368" name="Graphic 4">
            <a:extLst>
              <a:ext uri="{FF2B5EF4-FFF2-40B4-BE49-F238E27FC236}">
                <a16:creationId xmlns:a16="http://schemas.microsoft.com/office/drawing/2014/main" id="{925DE673-AAB7-FA43-AB4D-E942CBAEFC01}"/>
              </a:ext>
            </a:extLst>
          </p:cNvPr>
          <p:cNvGrpSpPr>
            <a:grpSpLocks noChangeAspect="1"/>
          </p:cNvGrpSpPr>
          <p:nvPr/>
        </p:nvGrpSpPr>
        <p:grpSpPr>
          <a:xfrm>
            <a:off x="10324860" y="3824168"/>
            <a:ext cx="361674" cy="361333"/>
            <a:chOff x="10324860" y="3824168"/>
            <a:chExt cx="361674" cy="361333"/>
          </a:xfrm>
          <a:solidFill>
            <a:srgbClr val="00A3E0"/>
          </a:solidFill>
        </p:grpSpPr>
        <p:sp>
          <p:nvSpPr>
            <p:cNvPr id="369" name="Graphic 4">
              <a:extLst>
                <a:ext uri="{FF2B5EF4-FFF2-40B4-BE49-F238E27FC236}">
                  <a16:creationId xmlns:a16="http://schemas.microsoft.com/office/drawing/2014/main" id="{365D854F-8C56-654B-AF7C-D03FDEBFE4F5}"/>
                </a:ext>
              </a:extLst>
            </p:cNvPr>
            <p:cNvSpPr/>
            <p:nvPr/>
          </p:nvSpPr>
          <p:spPr>
            <a:xfrm>
              <a:off x="10407769" y="3919235"/>
              <a:ext cx="198407" cy="169229"/>
            </a:xfrm>
            <a:custGeom>
              <a:avLst/>
              <a:gdLst>
                <a:gd name="connsiteX0" fmla="*/ 154796 w 198407"/>
                <a:gd name="connsiteY0" fmla="*/ 54 h 169229"/>
                <a:gd name="connsiteX1" fmla="*/ 122847 w 198407"/>
                <a:gd name="connsiteY1" fmla="*/ 13460 h 169229"/>
                <a:gd name="connsiteX2" fmla="*/ 103038 w 198407"/>
                <a:gd name="connsiteY2" fmla="*/ 32612 h 169229"/>
                <a:gd name="connsiteX3" fmla="*/ 102399 w 198407"/>
                <a:gd name="connsiteY3" fmla="*/ 33250 h 169229"/>
                <a:gd name="connsiteX4" fmla="*/ 101121 w 198407"/>
                <a:gd name="connsiteY4" fmla="*/ 33889 h 169229"/>
                <a:gd name="connsiteX5" fmla="*/ 99843 w 198407"/>
                <a:gd name="connsiteY5" fmla="*/ 33889 h 169229"/>
                <a:gd name="connsiteX6" fmla="*/ 98565 w 198407"/>
                <a:gd name="connsiteY6" fmla="*/ 33889 h 169229"/>
                <a:gd name="connsiteX7" fmla="*/ 97287 w 198407"/>
                <a:gd name="connsiteY7" fmla="*/ 33889 h 169229"/>
                <a:gd name="connsiteX8" fmla="*/ 96009 w 198407"/>
                <a:gd name="connsiteY8" fmla="*/ 33889 h 169229"/>
                <a:gd name="connsiteX9" fmla="*/ 94731 w 198407"/>
                <a:gd name="connsiteY9" fmla="*/ 33250 h 169229"/>
                <a:gd name="connsiteX10" fmla="*/ 94092 w 198407"/>
                <a:gd name="connsiteY10" fmla="*/ 32612 h 169229"/>
                <a:gd name="connsiteX11" fmla="*/ 74283 w 198407"/>
                <a:gd name="connsiteY11" fmla="*/ 13460 h 169229"/>
                <a:gd name="connsiteX12" fmla="*/ 42334 w 198407"/>
                <a:gd name="connsiteY12" fmla="*/ 54 h 169229"/>
                <a:gd name="connsiteX13" fmla="*/ 12940 w 198407"/>
                <a:gd name="connsiteY13" fmla="*/ 13460 h 169229"/>
                <a:gd name="connsiteX14" fmla="*/ 12940 w 198407"/>
                <a:gd name="connsiteY14" fmla="*/ 78576 h 169229"/>
                <a:gd name="connsiteX15" fmla="*/ 99204 w 198407"/>
                <a:gd name="connsiteY15" fmla="*/ 169229 h 169229"/>
                <a:gd name="connsiteX16" fmla="*/ 185468 w 198407"/>
                <a:gd name="connsiteY16" fmla="*/ 78576 h 169229"/>
                <a:gd name="connsiteX17" fmla="*/ 185468 w 198407"/>
                <a:gd name="connsiteY17" fmla="*/ 13460 h 169229"/>
                <a:gd name="connsiteX18" fmla="*/ 154796 w 198407"/>
                <a:gd name="connsiteY18" fmla="*/ 54 h 16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8407" h="169229">
                  <a:moveTo>
                    <a:pt x="154796" y="54"/>
                  </a:moveTo>
                  <a:cubicBezTo>
                    <a:pt x="143294" y="-585"/>
                    <a:pt x="131793" y="4522"/>
                    <a:pt x="122847" y="13460"/>
                  </a:cubicBezTo>
                  <a:lnTo>
                    <a:pt x="103038" y="32612"/>
                  </a:lnTo>
                  <a:cubicBezTo>
                    <a:pt x="103038" y="32612"/>
                    <a:pt x="102399" y="33250"/>
                    <a:pt x="102399" y="33250"/>
                  </a:cubicBezTo>
                  <a:cubicBezTo>
                    <a:pt x="101759" y="33250"/>
                    <a:pt x="101759" y="33889"/>
                    <a:pt x="101121" y="33889"/>
                  </a:cubicBezTo>
                  <a:cubicBezTo>
                    <a:pt x="100482" y="33889"/>
                    <a:pt x="100482" y="33889"/>
                    <a:pt x="99843" y="33889"/>
                  </a:cubicBezTo>
                  <a:cubicBezTo>
                    <a:pt x="99204" y="33889"/>
                    <a:pt x="99204" y="33889"/>
                    <a:pt x="98565" y="33889"/>
                  </a:cubicBezTo>
                  <a:cubicBezTo>
                    <a:pt x="97926" y="33889"/>
                    <a:pt x="97926" y="33889"/>
                    <a:pt x="97287" y="33889"/>
                  </a:cubicBezTo>
                  <a:cubicBezTo>
                    <a:pt x="96648" y="33889"/>
                    <a:pt x="96648" y="33889"/>
                    <a:pt x="96009" y="33889"/>
                  </a:cubicBezTo>
                  <a:cubicBezTo>
                    <a:pt x="95370" y="33889"/>
                    <a:pt x="95370" y="33250"/>
                    <a:pt x="94731" y="33250"/>
                  </a:cubicBezTo>
                  <a:cubicBezTo>
                    <a:pt x="94731" y="33250"/>
                    <a:pt x="94092" y="33250"/>
                    <a:pt x="94092" y="32612"/>
                  </a:cubicBezTo>
                  <a:lnTo>
                    <a:pt x="74283" y="13460"/>
                  </a:lnTo>
                  <a:cubicBezTo>
                    <a:pt x="65337" y="4522"/>
                    <a:pt x="53835" y="-585"/>
                    <a:pt x="42334" y="54"/>
                  </a:cubicBezTo>
                  <a:cubicBezTo>
                    <a:pt x="31470" y="54"/>
                    <a:pt x="20608" y="5161"/>
                    <a:pt x="12940" y="13460"/>
                  </a:cubicBezTo>
                  <a:cubicBezTo>
                    <a:pt x="-4313" y="31335"/>
                    <a:pt x="-4313" y="60701"/>
                    <a:pt x="12940" y="78576"/>
                  </a:cubicBezTo>
                  <a:lnTo>
                    <a:pt x="99204" y="169229"/>
                  </a:lnTo>
                  <a:lnTo>
                    <a:pt x="185468" y="78576"/>
                  </a:lnTo>
                  <a:cubicBezTo>
                    <a:pt x="202721" y="60701"/>
                    <a:pt x="202721" y="31335"/>
                    <a:pt x="185468" y="13460"/>
                  </a:cubicBezTo>
                  <a:cubicBezTo>
                    <a:pt x="176522" y="5161"/>
                    <a:pt x="165659" y="54"/>
                    <a:pt x="154796" y="54"/>
                  </a:cubicBezTo>
                </a:path>
              </a:pathLst>
            </a:custGeom>
            <a:solidFill>
              <a:srgbClr val="00A3E0"/>
            </a:solidFill>
            <a:ln w="6390" cap="flat">
              <a:noFill/>
              <a:prstDash val="solid"/>
              <a:miter/>
            </a:ln>
          </p:spPr>
          <p:txBody>
            <a:bodyPr rtlCol="0" anchor="ctr"/>
            <a:lstStyle/>
            <a:p>
              <a:endParaRPr lang="en-US"/>
            </a:p>
          </p:txBody>
        </p:sp>
        <p:sp>
          <p:nvSpPr>
            <p:cNvPr id="370" name="Graphic 4">
              <a:extLst>
                <a:ext uri="{FF2B5EF4-FFF2-40B4-BE49-F238E27FC236}">
                  <a16:creationId xmlns:a16="http://schemas.microsoft.com/office/drawing/2014/main" id="{302D2393-4A8E-2448-879B-A9974724CC0B}"/>
                </a:ext>
              </a:extLst>
            </p:cNvPr>
            <p:cNvSpPr/>
            <p:nvPr/>
          </p:nvSpPr>
          <p:spPr>
            <a:xfrm>
              <a:off x="10324860" y="3824168"/>
              <a:ext cx="361674" cy="361333"/>
            </a:xfrm>
            <a:custGeom>
              <a:avLst/>
              <a:gdLst>
                <a:gd name="connsiteX0" fmla="*/ 276684 w 361674"/>
                <a:gd name="connsiteY0" fmla="*/ 181944 h 361333"/>
                <a:gd name="connsiteX1" fmla="*/ 185947 w 361674"/>
                <a:gd name="connsiteY1" fmla="*/ 277703 h 361333"/>
                <a:gd name="connsiteX2" fmla="*/ 185947 w 361674"/>
                <a:gd name="connsiteY2" fmla="*/ 277703 h 361333"/>
                <a:gd name="connsiteX3" fmla="*/ 185947 w 361674"/>
                <a:gd name="connsiteY3" fmla="*/ 277703 h 361333"/>
                <a:gd name="connsiteX4" fmla="*/ 184669 w 361674"/>
                <a:gd name="connsiteY4" fmla="*/ 278341 h 361333"/>
                <a:gd name="connsiteX5" fmla="*/ 184030 w 361674"/>
                <a:gd name="connsiteY5" fmla="*/ 278980 h 361333"/>
                <a:gd name="connsiteX6" fmla="*/ 181474 w 361674"/>
                <a:gd name="connsiteY6" fmla="*/ 279618 h 361333"/>
                <a:gd name="connsiteX7" fmla="*/ 178918 w 361674"/>
                <a:gd name="connsiteY7" fmla="*/ 278980 h 361333"/>
                <a:gd name="connsiteX8" fmla="*/ 178279 w 361674"/>
                <a:gd name="connsiteY8" fmla="*/ 278341 h 361333"/>
                <a:gd name="connsiteX9" fmla="*/ 177001 w 361674"/>
                <a:gd name="connsiteY9" fmla="*/ 277703 h 361333"/>
                <a:gd name="connsiteX10" fmla="*/ 177001 w 361674"/>
                <a:gd name="connsiteY10" fmla="*/ 277703 h 361333"/>
                <a:gd name="connsiteX11" fmla="*/ 177001 w 361674"/>
                <a:gd name="connsiteY11" fmla="*/ 277703 h 361333"/>
                <a:gd name="connsiteX12" fmla="*/ 86264 w 361674"/>
                <a:gd name="connsiteY12" fmla="*/ 181944 h 361333"/>
                <a:gd name="connsiteX13" fmla="*/ 86264 w 361674"/>
                <a:gd name="connsiteY13" fmla="*/ 99590 h 361333"/>
                <a:gd name="connsiteX14" fmla="*/ 124604 w 361674"/>
                <a:gd name="connsiteY14" fmla="*/ 82353 h 361333"/>
                <a:gd name="connsiteX15" fmla="*/ 125243 w 361674"/>
                <a:gd name="connsiteY15" fmla="*/ 82353 h 361333"/>
                <a:gd name="connsiteX16" fmla="*/ 165499 w 361674"/>
                <a:gd name="connsiteY16" fmla="*/ 99590 h 361333"/>
                <a:gd name="connsiteX17" fmla="*/ 180835 w 361674"/>
                <a:gd name="connsiteY17" fmla="*/ 114273 h 361333"/>
                <a:gd name="connsiteX18" fmla="*/ 196171 w 361674"/>
                <a:gd name="connsiteY18" fmla="*/ 99590 h 361333"/>
                <a:gd name="connsiteX19" fmla="*/ 237705 w 361674"/>
                <a:gd name="connsiteY19" fmla="*/ 82353 h 361333"/>
                <a:gd name="connsiteX20" fmla="*/ 276045 w 361674"/>
                <a:gd name="connsiteY20" fmla="*/ 99590 h 361333"/>
                <a:gd name="connsiteX21" fmla="*/ 276684 w 361674"/>
                <a:gd name="connsiteY21" fmla="*/ 181944 h 361333"/>
                <a:gd name="connsiteX22" fmla="*/ 180835 w 361674"/>
                <a:gd name="connsiteY22" fmla="*/ 0 h 361333"/>
                <a:gd name="connsiteX23" fmla="*/ 0 w 361674"/>
                <a:gd name="connsiteY23" fmla="*/ 180667 h 361333"/>
                <a:gd name="connsiteX24" fmla="*/ 180835 w 361674"/>
                <a:gd name="connsiteY24" fmla="*/ 361333 h 361333"/>
                <a:gd name="connsiteX25" fmla="*/ 361670 w 361674"/>
                <a:gd name="connsiteY25" fmla="*/ 180667 h 361333"/>
                <a:gd name="connsiteX26" fmla="*/ 180835 w 361674"/>
                <a:gd name="connsiteY26"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1674" h="361333">
                  <a:moveTo>
                    <a:pt x="276684" y="181944"/>
                  </a:moveTo>
                  <a:lnTo>
                    <a:pt x="185947" y="277703"/>
                  </a:lnTo>
                  <a:cubicBezTo>
                    <a:pt x="185947" y="277703"/>
                    <a:pt x="185947" y="277703"/>
                    <a:pt x="185947" y="277703"/>
                  </a:cubicBezTo>
                  <a:cubicBezTo>
                    <a:pt x="185947" y="277703"/>
                    <a:pt x="185947" y="277703"/>
                    <a:pt x="185947" y="277703"/>
                  </a:cubicBezTo>
                  <a:cubicBezTo>
                    <a:pt x="185308" y="278341"/>
                    <a:pt x="185308" y="278341"/>
                    <a:pt x="184669" y="278341"/>
                  </a:cubicBezTo>
                  <a:cubicBezTo>
                    <a:pt x="184669" y="278341"/>
                    <a:pt x="184030" y="278980"/>
                    <a:pt x="184030" y="278980"/>
                  </a:cubicBezTo>
                  <a:cubicBezTo>
                    <a:pt x="183391" y="278980"/>
                    <a:pt x="182752" y="279618"/>
                    <a:pt x="181474" y="279618"/>
                  </a:cubicBezTo>
                  <a:cubicBezTo>
                    <a:pt x="180196" y="279618"/>
                    <a:pt x="179557" y="279618"/>
                    <a:pt x="178918" y="278980"/>
                  </a:cubicBezTo>
                  <a:cubicBezTo>
                    <a:pt x="178918" y="278980"/>
                    <a:pt x="178279" y="278980"/>
                    <a:pt x="178279" y="278341"/>
                  </a:cubicBezTo>
                  <a:cubicBezTo>
                    <a:pt x="177640" y="278341"/>
                    <a:pt x="177640" y="277703"/>
                    <a:pt x="177001" y="277703"/>
                  </a:cubicBezTo>
                  <a:cubicBezTo>
                    <a:pt x="177001" y="277703"/>
                    <a:pt x="177001" y="277703"/>
                    <a:pt x="177001" y="277703"/>
                  </a:cubicBezTo>
                  <a:cubicBezTo>
                    <a:pt x="177001" y="277703"/>
                    <a:pt x="177001" y="277703"/>
                    <a:pt x="177001" y="277703"/>
                  </a:cubicBezTo>
                  <a:lnTo>
                    <a:pt x="86264" y="181944"/>
                  </a:lnTo>
                  <a:cubicBezTo>
                    <a:pt x="64538" y="158961"/>
                    <a:pt x="64538" y="121934"/>
                    <a:pt x="86264" y="99590"/>
                  </a:cubicBezTo>
                  <a:cubicBezTo>
                    <a:pt x="96488" y="88737"/>
                    <a:pt x="110545" y="82353"/>
                    <a:pt x="124604" y="82353"/>
                  </a:cubicBezTo>
                  <a:cubicBezTo>
                    <a:pt x="124604" y="82353"/>
                    <a:pt x="125243" y="82353"/>
                    <a:pt x="125243" y="82353"/>
                  </a:cubicBezTo>
                  <a:cubicBezTo>
                    <a:pt x="139939" y="82353"/>
                    <a:pt x="153997" y="88099"/>
                    <a:pt x="165499" y="99590"/>
                  </a:cubicBezTo>
                  <a:lnTo>
                    <a:pt x="180835" y="114273"/>
                  </a:lnTo>
                  <a:lnTo>
                    <a:pt x="196171" y="99590"/>
                  </a:lnTo>
                  <a:cubicBezTo>
                    <a:pt x="207673" y="88099"/>
                    <a:pt x="222369" y="82353"/>
                    <a:pt x="237705" y="82353"/>
                  </a:cubicBezTo>
                  <a:cubicBezTo>
                    <a:pt x="252403" y="82353"/>
                    <a:pt x="265821" y="88737"/>
                    <a:pt x="276045" y="99590"/>
                  </a:cubicBezTo>
                  <a:cubicBezTo>
                    <a:pt x="298410" y="121934"/>
                    <a:pt x="298410" y="159600"/>
                    <a:pt x="276684" y="181944"/>
                  </a:cubicBezTo>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2309" y="81076"/>
                    <a:pt x="281157" y="0"/>
                    <a:pt x="180835" y="0"/>
                  </a:cubicBezTo>
                </a:path>
              </a:pathLst>
            </a:custGeom>
            <a:solidFill>
              <a:srgbClr val="00A3E0"/>
            </a:solidFill>
            <a:ln w="6390" cap="flat">
              <a:noFill/>
              <a:prstDash val="solid"/>
              <a:miter/>
            </a:ln>
          </p:spPr>
          <p:txBody>
            <a:bodyPr rtlCol="0" anchor="ctr"/>
            <a:lstStyle/>
            <a:p>
              <a:endParaRPr lang="en-US"/>
            </a:p>
          </p:txBody>
        </p:sp>
      </p:grpSp>
      <p:grpSp>
        <p:nvGrpSpPr>
          <p:cNvPr id="371" name="Graphic 4">
            <a:extLst>
              <a:ext uri="{FF2B5EF4-FFF2-40B4-BE49-F238E27FC236}">
                <a16:creationId xmlns:a16="http://schemas.microsoft.com/office/drawing/2014/main" id="{E8DC1A26-3273-A048-BEFC-80E492DC2CBB}"/>
              </a:ext>
            </a:extLst>
          </p:cNvPr>
          <p:cNvGrpSpPr>
            <a:grpSpLocks noChangeAspect="1"/>
          </p:cNvGrpSpPr>
          <p:nvPr/>
        </p:nvGrpSpPr>
        <p:grpSpPr>
          <a:xfrm>
            <a:off x="467743" y="3339623"/>
            <a:ext cx="361670" cy="361333"/>
            <a:chOff x="467743" y="3339623"/>
            <a:chExt cx="361670" cy="361333"/>
          </a:xfrm>
          <a:solidFill>
            <a:srgbClr val="012169"/>
          </a:solidFill>
        </p:grpSpPr>
        <p:sp>
          <p:nvSpPr>
            <p:cNvPr id="372" name="Graphic 4">
              <a:extLst>
                <a:ext uri="{FF2B5EF4-FFF2-40B4-BE49-F238E27FC236}">
                  <a16:creationId xmlns:a16="http://schemas.microsoft.com/office/drawing/2014/main" id="{EDB8CDE6-66B0-4F49-ADB9-C5E60FC32C9E}"/>
                </a:ext>
              </a:extLst>
            </p:cNvPr>
            <p:cNvSpPr/>
            <p:nvPr/>
          </p:nvSpPr>
          <p:spPr>
            <a:xfrm>
              <a:off x="467743"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373" name="Graphic 4">
              <a:extLst>
                <a:ext uri="{FF2B5EF4-FFF2-40B4-BE49-F238E27FC236}">
                  <a16:creationId xmlns:a16="http://schemas.microsoft.com/office/drawing/2014/main" id="{B7625BE9-5E5D-4A40-BFE1-B912BAC49660}"/>
                </a:ext>
              </a:extLst>
            </p:cNvPr>
            <p:cNvSpPr/>
            <p:nvPr/>
          </p:nvSpPr>
          <p:spPr>
            <a:xfrm>
              <a:off x="668155" y="3455808"/>
              <a:ext cx="108483" cy="130875"/>
            </a:xfrm>
            <a:custGeom>
              <a:avLst/>
              <a:gdLst>
                <a:gd name="connsiteX0" fmla="*/ 105027 w 108483"/>
                <a:gd name="connsiteY0" fmla="*/ 118746 h 130875"/>
                <a:gd name="connsiteX1" fmla="*/ 83941 w 108483"/>
                <a:gd name="connsiteY1" fmla="*/ 113000 h 130875"/>
                <a:gd name="connsiteX2" fmla="*/ 71161 w 108483"/>
                <a:gd name="connsiteY2" fmla="*/ 109808 h 130875"/>
                <a:gd name="connsiteX3" fmla="*/ 65410 w 108483"/>
                <a:gd name="connsiteY3" fmla="*/ 92572 h 130875"/>
                <a:gd name="connsiteX4" fmla="*/ 79468 w 108483"/>
                <a:gd name="connsiteY4" fmla="*/ 60013 h 130875"/>
                <a:gd name="connsiteX5" fmla="*/ 73717 w 108483"/>
                <a:gd name="connsiteY5" fmla="*/ 14687 h 130875"/>
                <a:gd name="connsiteX6" fmla="*/ 41128 w 108483"/>
                <a:gd name="connsiteY6" fmla="*/ 4 h 130875"/>
                <a:gd name="connsiteX7" fmla="*/ 8539 w 108483"/>
                <a:gd name="connsiteY7" fmla="*/ 14687 h 130875"/>
                <a:gd name="connsiteX8" fmla="*/ 2788 w 108483"/>
                <a:gd name="connsiteY8" fmla="*/ 60013 h 130875"/>
                <a:gd name="connsiteX9" fmla="*/ 16846 w 108483"/>
                <a:gd name="connsiteY9" fmla="*/ 92572 h 130875"/>
                <a:gd name="connsiteX10" fmla="*/ 11734 w 108483"/>
                <a:gd name="connsiteY10" fmla="*/ 109808 h 130875"/>
                <a:gd name="connsiteX11" fmla="*/ 10456 w 108483"/>
                <a:gd name="connsiteY11" fmla="*/ 118746 h 130875"/>
                <a:gd name="connsiteX12" fmla="*/ 19402 w 108483"/>
                <a:gd name="connsiteY12" fmla="*/ 120023 h 130875"/>
                <a:gd name="connsiteX13" fmla="*/ 27709 w 108483"/>
                <a:gd name="connsiteY13" fmla="*/ 84911 h 130875"/>
                <a:gd name="connsiteX14" fmla="*/ 15568 w 108483"/>
                <a:gd name="connsiteY14" fmla="*/ 56821 h 130875"/>
                <a:gd name="connsiteX15" fmla="*/ 18763 w 108483"/>
                <a:gd name="connsiteY15" fmla="*/ 22348 h 130875"/>
                <a:gd name="connsiteX16" fmla="*/ 41767 w 108483"/>
                <a:gd name="connsiteY16" fmla="*/ 12772 h 130875"/>
                <a:gd name="connsiteX17" fmla="*/ 64132 w 108483"/>
                <a:gd name="connsiteY17" fmla="*/ 22348 h 130875"/>
                <a:gd name="connsiteX18" fmla="*/ 67327 w 108483"/>
                <a:gd name="connsiteY18" fmla="*/ 56821 h 130875"/>
                <a:gd name="connsiteX19" fmla="*/ 55186 w 108483"/>
                <a:gd name="connsiteY19" fmla="*/ 84911 h 130875"/>
                <a:gd name="connsiteX20" fmla="*/ 64132 w 108483"/>
                <a:gd name="connsiteY20" fmla="*/ 120023 h 130875"/>
                <a:gd name="connsiteX21" fmla="*/ 82663 w 108483"/>
                <a:gd name="connsiteY21" fmla="*/ 125130 h 130875"/>
                <a:gd name="connsiteX22" fmla="*/ 98637 w 108483"/>
                <a:gd name="connsiteY22" fmla="*/ 129599 h 130875"/>
                <a:gd name="connsiteX23" fmla="*/ 101832 w 108483"/>
                <a:gd name="connsiteY23" fmla="*/ 130875 h 130875"/>
                <a:gd name="connsiteX24" fmla="*/ 107583 w 108483"/>
                <a:gd name="connsiteY24" fmla="*/ 127683 h 130875"/>
                <a:gd name="connsiteX25" fmla="*/ 105027 w 108483"/>
                <a:gd name="connsiteY25" fmla="*/ 118746 h 13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8483" h="130875">
                  <a:moveTo>
                    <a:pt x="105027" y="118746"/>
                  </a:moveTo>
                  <a:cubicBezTo>
                    <a:pt x="98637" y="114915"/>
                    <a:pt x="90969" y="113639"/>
                    <a:pt x="83941" y="113000"/>
                  </a:cubicBezTo>
                  <a:cubicBezTo>
                    <a:pt x="78829" y="112362"/>
                    <a:pt x="73078" y="111723"/>
                    <a:pt x="71161" y="109808"/>
                  </a:cubicBezTo>
                  <a:cubicBezTo>
                    <a:pt x="65410" y="105339"/>
                    <a:pt x="64771" y="95125"/>
                    <a:pt x="65410" y="92572"/>
                  </a:cubicBezTo>
                  <a:cubicBezTo>
                    <a:pt x="71161" y="84911"/>
                    <a:pt x="76912" y="71504"/>
                    <a:pt x="79468" y="60013"/>
                  </a:cubicBezTo>
                  <a:cubicBezTo>
                    <a:pt x="83941" y="40223"/>
                    <a:pt x="82024" y="25540"/>
                    <a:pt x="73717" y="14687"/>
                  </a:cubicBezTo>
                  <a:cubicBezTo>
                    <a:pt x="61576" y="4"/>
                    <a:pt x="41767" y="4"/>
                    <a:pt x="41128" y="4"/>
                  </a:cubicBezTo>
                  <a:cubicBezTo>
                    <a:pt x="40489" y="4"/>
                    <a:pt x="20680" y="-635"/>
                    <a:pt x="8539" y="14687"/>
                  </a:cubicBezTo>
                  <a:cubicBezTo>
                    <a:pt x="-407" y="25540"/>
                    <a:pt x="-2324" y="40861"/>
                    <a:pt x="2788" y="60013"/>
                  </a:cubicBezTo>
                  <a:cubicBezTo>
                    <a:pt x="5344" y="71504"/>
                    <a:pt x="11095" y="84911"/>
                    <a:pt x="16846" y="92572"/>
                  </a:cubicBezTo>
                  <a:cubicBezTo>
                    <a:pt x="18124" y="94487"/>
                    <a:pt x="17485" y="105339"/>
                    <a:pt x="11734" y="109808"/>
                  </a:cubicBezTo>
                  <a:cubicBezTo>
                    <a:pt x="9178" y="111723"/>
                    <a:pt x="8539" y="116192"/>
                    <a:pt x="10456" y="118746"/>
                  </a:cubicBezTo>
                  <a:cubicBezTo>
                    <a:pt x="12373" y="121299"/>
                    <a:pt x="16846" y="121938"/>
                    <a:pt x="19402" y="120023"/>
                  </a:cubicBezTo>
                  <a:cubicBezTo>
                    <a:pt x="30904" y="111085"/>
                    <a:pt x="32821" y="92572"/>
                    <a:pt x="27709" y="84911"/>
                  </a:cubicBezTo>
                  <a:cubicBezTo>
                    <a:pt x="23236" y="78527"/>
                    <a:pt x="18124" y="67036"/>
                    <a:pt x="15568" y="56821"/>
                  </a:cubicBezTo>
                  <a:cubicBezTo>
                    <a:pt x="11734" y="41500"/>
                    <a:pt x="13012" y="30009"/>
                    <a:pt x="18763" y="22348"/>
                  </a:cubicBezTo>
                  <a:cubicBezTo>
                    <a:pt x="26431" y="12772"/>
                    <a:pt x="41128" y="12772"/>
                    <a:pt x="41767" y="12772"/>
                  </a:cubicBezTo>
                  <a:cubicBezTo>
                    <a:pt x="41767" y="12772"/>
                    <a:pt x="56464" y="12772"/>
                    <a:pt x="64132" y="22348"/>
                  </a:cubicBezTo>
                  <a:cubicBezTo>
                    <a:pt x="69883" y="30009"/>
                    <a:pt x="71161" y="41500"/>
                    <a:pt x="67327" y="56821"/>
                  </a:cubicBezTo>
                  <a:cubicBezTo>
                    <a:pt x="64771" y="67036"/>
                    <a:pt x="59659" y="78527"/>
                    <a:pt x="55186" y="84911"/>
                  </a:cubicBezTo>
                  <a:cubicBezTo>
                    <a:pt x="50074" y="91933"/>
                    <a:pt x="51352" y="111085"/>
                    <a:pt x="64132" y="120023"/>
                  </a:cubicBezTo>
                  <a:cubicBezTo>
                    <a:pt x="69244" y="123215"/>
                    <a:pt x="75634" y="123853"/>
                    <a:pt x="82663" y="125130"/>
                  </a:cubicBezTo>
                  <a:cubicBezTo>
                    <a:pt x="88414" y="125768"/>
                    <a:pt x="94803" y="127045"/>
                    <a:pt x="98637" y="129599"/>
                  </a:cubicBezTo>
                  <a:cubicBezTo>
                    <a:pt x="99915" y="130237"/>
                    <a:pt x="100554" y="130875"/>
                    <a:pt x="101832" y="130875"/>
                  </a:cubicBezTo>
                  <a:cubicBezTo>
                    <a:pt x="103749" y="130875"/>
                    <a:pt x="106305" y="129599"/>
                    <a:pt x="107583" y="127683"/>
                  </a:cubicBezTo>
                  <a:cubicBezTo>
                    <a:pt x="109500" y="124491"/>
                    <a:pt x="108222" y="120661"/>
                    <a:pt x="105027" y="118746"/>
                  </a:cubicBezTo>
                  <a:close/>
                </a:path>
              </a:pathLst>
            </a:custGeom>
            <a:solidFill>
              <a:srgbClr val="012169"/>
            </a:solidFill>
            <a:ln w="6390" cap="flat">
              <a:noFill/>
              <a:prstDash val="solid"/>
              <a:miter/>
            </a:ln>
          </p:spPr>
          <p:txBody>
            <a:bodyPr rtlCol="0" anchor="ctr"/>
            <a:lstStyle/>
            <a:p>
              <a:endParaRPr lang="en-US"/>
            </a:p>
          </p:txBody>
        </p:sp>
        <p:sp>
          <p:nvSpPr>
            <p:cNvPr id="374" name="Graphic 4">
              <a:extLst>
                <a:ext uri="{FF2B5EF4-FFF2-40B4-BE49-F238E27FC236}">
                  <a16:creationId xmlns:a16="http://schemas.microsoft.com/office/drawing/2014/main" id="{B5BDEAF8-B827-8841-B211-3EA66AE24B31}"/>
                </a:ext>
              </a:extLst>
            </p:cNvPr>
            <p:cNvSpPr/>
            <p:nvPr/>
          </p:nvSpPr>
          <p:spPr>
            <a:xfrm>
              <a:off x="520929" y="3437934"/>
              <a:ext cx="168945" cy="164070"/>
            </a:xfrm>
            <a:custGeom>
              <a:avLst/>
              <a:gdLst>
                <a:gd name="connsiteX0" fmla="*/ 164711 w 168945"/>
                <a:gd name="connsiteY0" fmla="*/ 152580 h 164070"/>
                <a:gd name="connsiteX1" fmla="*/ 135317 w 168945"/>
                <a:gd name="connsiteY1" fmla="*/ 146196 h 164070"/>
                <a:gd name="connsiteX2" fmla="*/ 121899 w 168945"/>
                <a:gd name="connsiteY2" fmla="*/ 143642 h 164070"/>
                <a:gd name="connsiteX3" fmla="*/ 111675 w 168945"/>
                <a:gd name="connsiteY3" fmla="*/ 116191 h 164070"/>
                <a:gd name="connsiteX4" fmla="*/ 129566 w 168945"/>
                <a:gd name="connsiteY4" fmla="*/ 74695 h 164070"/>
                <a:gd name="connsiteX5" fmla="*/ 122538 w 168945"/>
                <a:gd name="connsiteY5" fmla="*/ 17239 h 164070"/>
                <a:gd name="connsiteX6" fmla="*/ 84198 w 168945"/>
                <a:gd name="connsiteY6" fmla="*/ 3 h 164070"/>
                <a:gd name="connsiteX7" fmla="*/ 45858 w 168945"/>
                <a:gd name="connsiteY7" fmla="*/ 17239 h 164070"/>
                <a:gd name="connsiteX8" fmla="*/ 38829 w 168945"/>
                <a:gd name="connsiteY8" fmla="*/ 74695 h 164070"/>
                <a:gd name="connsiteX9" fmla="*/ 56721 w 168945"/>
                <a:gd name="connsiteY9" fmla="*/ 115553 h 164070"/>
                <a:gd name="connsiteX10" fmla="*/ 46497 w 168945"/>
                <a:gd name="connsiteY10" fmla="*/ 143004 h 164070"/>
                <a:gd name="connsiteX11" fmla="*/ 33078 w 168945"/>
                <a:gd name="connsiteY11" fmla="*/ 145558 h 164070"/>
                <a:gd name="connsiteX12" fmla="*/ 3685 w 168945"/>
                <a:gd name="connsiteY12" fmla="*/ 151942 h 164070"/>
                <a:gd name="connsiteX13" fmla="*/ 490 w 168945"/>
                <a:gd name="connsiteY13" fmla="*/ 160241 h 164070"/>
                <a:gd name="connsiteX14" fmla="*/ 8797 w 168945"/>
                <a:gd name="connsiteY14" fmla="*/ 163433 h 164070"/>
                <a:gd name="connsiteX15" fmla="*/ 33717 w 168945"/>
                <a:gd name="connsiteY15" fmla="*/ 158326 h 164070"/>
                <a:gd name="connsiteX16" fmla="*/ 52887 w 168945"/>
                <a:gd name="connsiteY16" fmla="*/ 154495 h 164070"/>
                <a:gd name="connsiteX17" fmla="*/ 68862 w 168945"/>
                <a:gd name="connsiteY17" fmla="*/ 128959 h 164070"/>
                <a:gd name="connsiteX18" fmla="*/ 67584 w 168945"/>
                <a:gd name="connsiteY18" fmla="*/ 108531 h 164070"/>
                <a:gd name="connsiteX19" fmla="*/ 51609 w 168945"/>
                <a:gd name="connsiteY19" fmla="*/ 71503 h 164070"/>
                <a:gd name="connsiteX20" fmla="*/ 56082 w 168945"/>
                <a:gd name="connsiteY20" fmla="*/ 24900 h 164070"/>
                <a:gd name="connsiteX21" fmla="*/ 84837 w 168945"/>
                <a:gd name="connsiteY21" fmla="*/ 12771 h 164070"/>
                <a:gd name="connsiteX22" fmla="*/ 112953 w 168945"/>
                <a:gd name="connsiteY22" fmla="*/ 24900 h 164070"/>
                <a:gd name="connsiteX23" fmla="*/ 117426 w 168945"/>
                <a:gd name="connsiteY23" fmla="*/ 71503 h 164070"/>
                <a:gd name="connsiteX24" fmla="*/ 101451 w 168945"/>
                <a:gd name="connsiteY24" fmla="*/ 108531 h 164070"/>
                <a:gd name="connsiteX25" fmla="*/ 100173 w 168945"/>
                <a:gd name="connsiteY25" fmla="*/ 128959 h 164070"/>
                <a:gd name="connsiteX26" fmla="*/ 116148 w 168945"/>
                <a:gd name="connsiteY26" fmla="*/ 154495 h 164070"/>
                <a:gd name="connsiteX27" fmla="*/ 135317 w 168945"/>
                <a:gd name="connsiteY27" fmla="*/ 158326 h 164070"/>
                <a:gd name="connsiteX28" fmla="*/ 160238 w 168945"/>
                <a:gd name="connsiteY28" fmla="*/ 163433 h 164070"/>
                <a:gd name="connsiteX29" fmla="*/ 162794 w 168945"/>
                <a:gd name="connsiteY29" fmla="*/ 164071 h 164070"/>
                <a:gd name="connsiteX30" fmla="*/ 168545 w 168945"/>
                <a:gd name="connsiteY30" fmla="*/ 160241 h 164070"/>
                <a:gd name="connsiteX31" fmla="*/ 164711 w 168945"/>
                <a:gd name="connsiteY31" fmla="*/ 152580 h 164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68945" h="164070">
                  <a:moveTo>
                    <a:pt x="164711" y="152580"/>
                  </a:moveTo>
                  <a:cubicBezTo>
                    <a:pt x="153209" y="147473"/>
                    <a:pt x="142985" y="146834"/>
                    <a:pt x="135317" y="146196"/>
                  </a:cubicBezTo>
                  <a:cubicBezTo>
                    <a:pt x="129566" y="146196"/>
                    <a:pt x="125093" y="145558"/>
                    <a:pt x="121899" y="143642"/>
                  </a:cubicBezTo>
                  <a:cubicBezTo>
                    <a:pt x="114870" y="139812"/>
                    <a:pt x="109758" y="120660"/>
                    <a:pt x="111675" y="116191"/>
                  </a:cubicBezTo>
                  <a:cubicBezTo>
                    <a:pt x="118704" y="106615"/>
                    <a:pt x="125732" y="89379"/>
                    <a:pt x="129566" y="74695"/>
                  </a:cubicBezTo>
                  <a:cubicBezTo>
                    <a:pt x="135317" y="49798"/>
                    <a:pt x="133400" y="30007"/>
                    <a:pt x="122538" y="17239"/>
                  </a:cubicBezTo>
                  <a:cubicBezTo>
                    <a:pt x="108480" y="3"/>
                    <a:pt x="85476" y="3"/>
                    <a:pt x="84198" y="3"/>
                  </a:cubicBezTo>
                  <a:cubicBezTo>
                    <a:pt x="83559" y="3"/>
                    <a:pt x="59916" y="-636"/>
                    <a:pt x="45858" y="17239"/>
                  </a:cubicBezTo>
                  <a:cubicBezTo>
                    <a:pt x="34995" y="30646"/>
                    <a:pt x="32439" y="49798"/>
                    <a:pt x="38829" y="74695"/>
                  </a:cubicBezTo>
                  <a:cubicBezTo>
                    <a:pt x="42663" y="89379"/>
                    <a:pt x="49692" y="106615"/>
                    <a:pt x="56721" y="115553"/>
                  </a:cubicBezTo>
                  <a:cubicBezTo>
                    <a:pt x="58638" y="120022"/>
                    <a:pt x="53526" y="139174"/>
                    <a:pt x="46497" y="143004"/>
                  </a:cubicBezTo>
                  <a:cubicBezTo>
                    <a:pt x="43302" y="144919"/>
                    <a:pt x="38829" y="144919"/>
                    <a:pt x="33078" y="145558"/>
                  </a:cubicBezTo>
                  <a:cubicBezTo>
                    <a:pt x="24772" y="146196"/>
                    <a:pt x="15187" y="146196"/>
                    <a:pt x="3685" y="151942"/>
                  </a:cubicBezTo>
                  <a:cubicBezTo>
                    <a:pt x="490" y="153218"/>
                    <a:pt x="-788" y="157049"/>
                    <a:pt x="490" y="160241"/>
                  </a:cubicBezTo>
                  <a:cubicBezTo>
                    <a:pt x="1768" y="163433"/>
                    <a:pt x="5602" y="164710"/>
                    <a:pt x="8797" y="163433"/>
                  </a:cubicBezTo>
                  <a:cubicBezTo>
                    <a:pt x="17743" y="158964"/>
                    <a:pt x="26049" y="158964"/>
                    <a:pt x="33717" y="158326"/>
                  </a:cubicBezTo>
                  <a:cubicBezTo>
                    <a:pt x="40746" y="157687"/>
                    <a:pt x="47136" y="157687"/>
                    <a:pt x="52887" y="154495"/>
                  </a:cubicBezTo>
                  <a:cubicBezTo>
                    <a:pt x="61194" y="150026"/>
                    <a:pt x="66306" y="138535"/>
                    <a:pt x="68862" y="128959"/>
                  </a:cubicBezTo>
                  <a:cubicBezTo>
                    <a:pt x="70140" y="122575"/>
                    <a:pt x="71418" y="113638"/>
                    <a:pt x="67584" y="108531"/>
                  </a:cubicBezTo>
                  <a:cubicBezTo>
                    <a:pt x="61833" y="100231"/>
                    <a:pt x="54804" y="84910"/>
                    <a:pt x="51609" y="71503"/>
                  </a:cubicBezTo>
                  <a:cubicBezTo>
                    <a:pt x="46497" y="50436"/>
                    <a:pt x="47775" y="35115"/>
                    <a:pt x="56082" y="24900"/>
                  </a:cubicBezTo>
                  <a:cubicBezTo>
                    <a:pt x="66306" y="12132"/>
                    <a:pt x="84198" y="12771"/>
                    <a:pt x="84837" y="12771"/>
                  </a:cubicBezTo>
                  <a:cubicBezTo>
                    <a:pt x="84837" y="12771"/>
                    <a:pt x="102729" y="12771"/>
                    <a:pt x="112953" y="24900"/>
                  </a:cubicBezTo>
                  <a:cubicBezTo>
                    <a:pt x="121260" y="35115"/>
                    <a:pt x="122538" y="50436"/>
                    <a:pt x="117426" y="71503"/>
                  </a:cubicBezTo>
                  <a:cubicBezTo>
                    <a:pt x="114231" y="84271"/>
                    <a:pt x="107841" y="100231"/>
                    <a:pt x="101451" y="108531"/>
                  </a:cubicBezTo>
                  <a:cubicBezTo>
                    <a:pt x="97617" y="113638"/>
                    <a:pt x="98895" y="122575"/>
                    <a:pt x="100173" y="128959"/>
                  </a:cubicBezTo>
                  <a:cubicBezTo>
                    <a:pt x="102090" y="138535"/>
                    <a:pt x="107841" y="150026"/>
                    <a:pt x="116148" y="154495"/>
                  </a:cubicBezTo>
                  <a:cubicBezTo>
                    <a:pt x="121899" y="157687"/>
                    <a:pt x="128288" y="157687"/>
                    <a:pt x="135317" y="158326"/>
                  </a:cubicBezTo>
                  <a:cubicBezTo>
                    <a:pt x="142985" y="158964"/>
                    <a:pt x="150653" y="158964"/>
                    <a:pt x="160238" y="163433"/>
                  </a:cubicBezTo>
                  <a:cubicBezTo>
                    <a:pt x="160877" y="164071"/>
                    <a:pt x="162155" y="164071"/>
                    <a:pt x="162794" y="164071"/>
                  </a:cubicBezTo>
                  <a:cubicBezTo>
                    <a:pt x="165350" y="164071"/>
                    <a:pt x="167267" y="162794"/>
                    <a:pt x="168545" y="160241"/>
                  </a:cubicBezTo>
                  <a:cubicBezTo>
                    <a:pt x="169823" y="157687"/>
                    <a:pt x="167906" y="153857"/>
                    <a:pt x="164711" y="152580"/>
                  </a:cubicBezTo>
                  <a:close/>
                </a:path>
              </a:pathLst>
            </a:custGeom>
            <a:solidFill>
              <a:srgbClr val="012169"/>
            </a:solidFill>
            <a:ln w="6390" cap="flat">
              <a:noFill/>
              <a:prstDash val="solid"/>
              <a:miter/>
            </a:ln>
          </p:spPr>
          <p:txBody>
            <a:bodyPr rtlCol="0" anchor="ctr"/>
            <a:lstStyle/>
            <a:p>
              <a:endParaRPr lang="en-US"/>
            </a:p>
          </p:txBody>
        </p:sp>
      </p:grpSp>
      <p:sp>
        <p:nvSpPr>
          <p:cNvPr id="375" name="Graphic 4">
            <a:extLst>
              <a:ext uri="{FF2B5EF4-FFF2-40B4-BE49-F238E27FC236}">
                <a16:creationId xmlns:a16="http://schemas.microsoft.com/office/drawing/2014/main" id="{E7B33A17-535D-B44A-96BE-0E40CAACC402}"/>
              </a:ext>
            </a:extLst>
          </p:cNvPr>
          <p:cNvSpPr>
            <a:spLocks noChangeAspect="1"/>
          </p:cNvSpPr>
          <p:nvPr/>
        </p:nvSpPr>
        <p:spPr>
          <a:xfrm>
            <a:off x="905454" y="333962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21731 w 361674"/>
              <a:gd name="connsiteY5" fmla="*/ 259190 h 361333"/>
              <a:gd name="connsiteX6" fmla="*/ 215980 w 361674"/>
              <a:gd name="connsiteY6" fmla="*/ 263020 h 361333"/>
              <a:gd name="connsiteX7" fmla="*/ 213424 w 361674"/>
              <a:gd name="connsiteY7" fmla="*/ 262382 h 361333"/>
              <a:gd name="connsiteX8" fmla="*/ 188503 w 361674"/>
              <a:gd name="connsiteY8" fmla="*/ 257274 h 361333"/>
              <a:gd name="connsiteX9" fmla="*/ 169333 w 361674"/>
              <a:gd name="connsiteY9" fmla="*/ 253444 h 361333"/>
              <a:gd name="connsiteX10" fmla="*/ 153358 w 361674"/>
              <a:gd name="connsiteY10" fmla="*/ 227908 h 361333"/>
              <a:gd name="connsiteX11" fmla="*/ 154636 w 361674"/>
              <a:gd name="connsiteY11" fmla="*/ 207479 h 361333"/>
              <a:gd name="connsiteX12" fmla="*/ 170611 w 361674"/>
              <a:gd name="connsiteY12" fmla="*/ 170452 h 361333"/>
              <a:gd name="connsiteX13" fmla="*/ 166138 w 361674"/>
              <a:gd name="connsiteY13" fmla="*/ 123849 h 361333"/>
              <a:gd name="connsiteX14" fmla="*/ 138023 w 361674"/>
              <a:gd name="connsiteY14" fmla="*/ 111720 h 361333"/>
              <a:gd name="connsiteX15" fmla="*/ 109268 w 361674"/>
              <a:gd name="connsiteY15" fmla="*/ 123849 h 361333"/>
              <a:gd name="connsiteX16" fmla="*/ 104795 w 361674"/>
              <a:gd name="connsiteY16" fmla="*/ 170452 h 361333"/>
              <a:gd name="connsiteX17" fmla="*/ 120770 w 361674"/>
              <a:gd name="connsiteY17" fmla="*/ 207479 h 361333"/>
              <a:gd name="connsiteX18" fmla="*/ 122048 w 361674"/>
              <a:gd name="connsiteY18" fmla="*/ 227908 h 361333"/>
              <a:gd name="connsiteX19" fmla="*/ 106073 w 361674"/>
              <a:gd name="connsiteY19" fmla="*/ 253444 h 361333"/>
              <a:gd name="connsiteX20" fmla="*/ 86903 w 361674"/>
              <a:gd name="connsiteY20" fmla="*/ 257274 h 361333"/>
              <a:gd name="connsiteX21" fmla="*/ 61982 w 361674"/>
              <a:gd name="connsiteY21" fmla="*/ 262382 h 361333"/>
              <a:gd name="connsiteX22" fmla="*/ 53676 w 361674"/>
              <a:gd name="connsiteY22" fmla="*/ 259190 h 361333"/>
              <a:gd name="connsiteX23" fmla="*/ 56871 w 361674"/>
              <a:gd name="connsiteY23" fmla="*/ 250890 h 361333"/>
              <a:gd name="connsiteX24" fmla="*/ 86264 w 361674"/>
              <a:gd name="connsiteY24" fmla="*/ 244506 h 361333"/>
              <a:gd name="connsiteX25" fmla="*/ 99683 w 361674"/>
              <a:gd name="connsiteY25" fmla="*/ 241953 h 361333"/>
              <a:gd name="connsiteX26" fmla="*/ 109907 w 361674"/>
              <a:gd name="connsiteY26" fmla="*/ 214502 h 361333"/>
              <a:gd name="connsiteX27" fmla="*/ 92015 w 361674"/>
              <a:gd name="connsiteY27" fmla="*/ 173644 h 361333"/>
              <a:gd name="connsiteX28" fmla="*/ 99044 w 361674"/>
              <a:gd name="connsiteY28" fmla="*/ 116189 h 361333"/>
              <a:gd name="connsiteX29" fmla="*/ 137384 w 361674"/>
              <a:gd name="connsiteY29" fmla="*/ 98952 h 361333"/>
              <a:gd name="connsiteX30" fmla="*/ 175723 w 361674"/>
              <a:gd name="connsiteY30" fmla="*/ 116189 h 361333"/>
              <a:gd name="connsiteX31" fmla="*/ 182752 w 361674"/>
              <a:gd name="connsiteY31" fmla="*/ 173644 h 361333"/>
              <a:gd name="connsiteX32" fmla="*/ 164860 w 361674"/>
              <a:gd name="connsiteY32" fmla="*/ 215140 h 361333"/>
              <a:gd name="connsiteX33" fmla="*/ 175084 w 361674"/>
              <a:gd name="connsiteY33" fmla="*/ 242591 h 361333"/>
              <a:gd name="connsiteX34" fmla="*/ 188503 w 361674"/>
              <a:gd name="connsiteY34" fmla="*/ 245145 h 361333"/>
              <a:gd name="connsiteX35" fmla="*/ 217897 w 361674"/>
              <a:gd name="connsiteY35" fmla="*/ 251529 h 361333"/>
              <a:gd name="connsiteX36" fmla="*/ 221731 w 361674"/>
              <a:gd name="connsiteY36" fmla="*/ 259190 h 361333"/>
              <a:gd name="connsiteX37" fmla="*/ 307995 w 361674"/>
              <a:gd name="connsiteY37" fmla="*/ 243868 h 361333"/>
              <a:gd name="connsiteX38" fmla="*/ 302244 w 361674"/>
              <a:gd name="connsiteY38" fmla="*/ 247060 h 361333"/>
              <a:gd name="connsiteX39" fmla="*/ 299049 w 361674"/>
              <a:gd name="connsiteY39" fmla="*/ 245783 h 361333"/>
              <a:gd name="connsiteX40" fmla="*/ 283074 w 361674"/>
              <a:gd name="connsiteY40" fmla="*/ 241314 h 361333"/>
              <a:gd name="connsiteX41" fmla="*/ 264543 w 361674"/>
              <a:gd name="connsiteY41" fmla="*/ 236207 h 361333"/>
              <a:gd name="connsiteX42" fmla="*/ 255597 w 361674"/>
              <a:gd name="connsiteY42" fmla="*/ 201095 h 361333"/>
              <a:gd name="connsiteX43" fmla="*/ 267738 w 361674"/>
              <a:gd name="connsiteY43" fmla="*/ 173006 h 361333"/>
              <a:gd name="connsiteX44" fmla="*/ 264543 w 361674"/>
              <a:gd name="connsiteY44" fmla="*/ 138533 h 361333"/>
              <a:gd name="connsiteX45" fmla="*/ 242179 w 361674"/>
              <a:gd name="connsiteY45" fmla="*/ 128957 h 361333"/>
              <a:gd name="connsiteX46" fmla="*/ 219175 w 361674"/>
              <a:gd name="connsiteY46" fmla="*/ 138533 h 361333"/>
              <a:gd name="connsiteX47" fmla="*/ 215980 w 361674"/>
              <a:gd name="connsiteY47" fmla="*/ 173006 h 361333"/>
              <a:gd name="connsiteX48" fmla="*/ 228121 w 361674"/>
              <a:gd name="connsiteY48" fmla="*/ 201095 h 361333"/>
              <a:gd name="connsiteX49" fmla="*/ 219814 w 361674"/>
              <a:gd name="connsiteY49" fmla="*/ 236207 h 361333"/>
              <a:gd name="connsiteX50" fmla="*/ 210868 w 361674"/>
              <a:gd name="connsiteY50" fmla="*/ 234930 h 361333"/>
              <a:gd name="connsiteX51" fmla="*/ 212146 w 361674"/>
              <a:gd name="connsiteY51" fmla="*/ 225993 h 361333"/>
              <a:gd name="connsiteX52" fmla="*/ 217258 w 361674"/>
              <a:gd name="connsiteY52" fmla="*/ 208756 h 361333"/>
              <a:gd name="connsiteX53" fmla="*/ 203200 w 361674"/>
              <a:gd name="connsiteY53" fmla="*/ 176198 h 361333"/>
              <a:gd name="connsiteX54" fmla="*/ 208951 w 361674"/>
              <a:gd name="connsiteY54" fmla="*/ 130872 h 361333"/>
              <a:gd name="connsiteX55" fmla="*/ 241540 w 361674"/>
              <a:gd name="connsiteY55" fmla="*/ 116189 h 361333"/>
              <a:gd name="connsiteX56" fmla="*/ 274128 w 361674"/>
              <a:gd name="connsiteY56" fmla="*/ 130872 h 361333"/>
              <a:gd name="connsiteX57" fmla="*/ 279879 w 361674"/>
              <a:gd name="connsiteY57" fmla="*/ 176198 h 361333"/>
              <a:gd name="connsiteX58" fmla="*/ 265821 w 361674"/>
              <a:gd name="connsiteY58" fmla="*/ 208756 h 361333"/>
              <a:gd name="connsiteX59" fmla="*/ 271572 w 361674"/>
              <a:gd name="connsiteY59" fmla="*/ 225993 h 361333"/>
              <a:gd name="connsiteX60" fmla="*/ 284352 w 361674"/>
              <a:gd name="connsiteY60" fmla="*/ 229185 h 361333"/>
              <a:gd name="connsiteX61" fmla="*/ 305439 w 361674"/>
              <a:gd name="connsiteY61" fmla="*/ 234930 h 361333"/>
              <a:gd name="connsiteX62" fmla="*/ 307995 w 361674"/>
              <a:gd name="connsiteY62" fmla="*/ 24386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61674"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09" y="81077"/>
                  <a:pt x="281157" y="0"/>
                  <a:pt x="180835" y="0"/>
                </a:cubicBezTo>
                <a:close/>
                <a:moveTo>
                  <a:pt x="221731" y="259190"/>
                </a:moveTo>
                <a:cubicBezTo>
                  <a:pt x="220453" y="261743"/>
                  <a:pt x="218536" y="263020"/>
                  <a:pt x="215980" y="263020"/>
                </a:cubicBezTo>
                <a:cubicBezTo>
                  <a:pt x="215341" y="263020"/>
                  <a:pt x="214063" y="263020"/>
                  <a:pt x="213424" y="262382"/>
                </a:cubicBezTo>
                <a:cubicBezTo>
                  <a:pt x="204478" y="257913"/>
                  <a:pt x="196171" y="257913"/>
                  <a:pt x="188503" y="257274"/>
                </a:cubicBezTo>
                <a:cubicBezTo>
                  <a:pt x="181474" y="256636"/>
                  <a:pt x="175084" y="256636"/>
                  <a:pt x="169333" y="253444"/>
                </a:cubicBezTo>
                <a:cubicBezTo>
                  <a:pt x="161026" y="248975"/>
                  <a:pt x="155915" y="237484"/>
                  <a:pt x="153358" y="227908"/>
                </a:cubicBezTo>
                <a:cubicBezTo>
                  <a:pt x="152081" y="221524"/>
                  <a:pt x="150803" y="212587"/>
                  <a:pt x="154636" y="207479"/>
                </a:cubicBezTo>
                <a:cubicBezTo>
                  <a:pt x="160387" y="199180"/>
                  <a:pt x="167416" y="183859"/>
                  <a:pt x="170611" y="170452"/>
                </a:cubicBezTo>
                <a:cubicBezTo>
                  <a:pt x="175723" y="149385"/>
                  <a:pt x="174445" y="134064"/>
                  <a:pt x="166138" y="123849"/>
                </a:cubicBezTo>
                <a:cubicBezTo>
                  <a:pt x="155915" y="111081"/>
                  <a:pt x="138662" y="111720"/>
                  <a:pt x="138023" y="111720"/>
                </a:cubicBezTo>
                <a:cubicBezTo>
                  <a:pt x="137384" y="111720"/>
                  <a:pt x="119492" y="111720"/>
                  <a:pt x="109268" y="123849"/>
                </a:cubicBezTo>
                <a:cubicBezTo>
                  <a:pt x="100961" y="134064"/>
                  <a:pt x="99683" y="149385"/>
                  <a:pt x="104795" y="170452"/>
                </a:cubicBezTo>
                <a:cubicBezTo>
                  <a:pt x="107990" y="183220"/>
                  <a:pt x="114380" y="199180"/>
                  <a:pt x="120770" y="207479"/>
                </a:cubicBezTo>
                <a:cubicBezTo>
                  <a:pt x="124604" y="212587"/>
                  <a:pt x="123326" y="221524"/>
                  <a:pt x="122048" y="227908"/>
                </a:cubicBezTo>
                <a:cubicBezTo>
                  <a:pt x="120131" y="237484"/>
                  <a:pt x="114380" y="248975"/>
                  <a:pt x="106073" y="253444"/>
                </a:cubicBezTo>
                <a:cubicBezTo>
                  <a:pt x="100322" y="256636"/>
                  <a:pt x="93932" y="256636"/>
                  <a:pt x="86903" y="257274"/>
                </a:cubicBezTo>
                <a:cubicBezTo>
                  <a:pt x="79235" y="257913"/>
                  <a:pt x="71567" y="257913"/>
                  <a:pt x="61982" y="262382"/>
                </a:cubicBezTo>
                <a:cubicBezTo>
                  <a:pt x="58787" y="263658"/>
                  <a:pt x="54954" y="262382"/>
                  <a:pt x="53676" y="259190"/>
                </a:cubicBezTo>
                <a:cubicBezTo>
                  <a:pt x="52397" y="255998"/>
                  <a:pt x="53676" y="252167"/>
                  <a:pt x="56871" y="250890"/>
                </a:cubicBezTo>
                <a:cubicBezTo>
                  <a:pt x="68372" y="245783"/>
                  <a:pt x="78596" y="245145"/>
                  <a:pt x="86264" y="244506"/>
                </a:cubicBezTo>
                <a:cubicBezTo>
                  <a:pt x="92015" y="244506"/>
                  <a:pt x="96488" y="243868"/>
                  <a:pt x="99683" y="241953"/>
                </a:cubicBezTo>
                <a:cubicBezTo>
                  <a:pt x="106712" y="238122"/>
                  <a:pt x="111824" y="218971"/>
                  <a:pt x="109907" y="214502"/>
                </a:cubicBezTo>
                <a:cubicBezTo>
                  <a:pt x="102878" y="204926"/>
                  <a:pt x="95849" y="188327"/>
                  <a:pt x="92015" y="173644"/>
                </a:cubicBezTo>
                <a:cubicBezTo>
                  <a:pt x="86264" y="148747"/>
                  <a:pt x="88181" y="128957"/>
                  <a:pt x="99044" y="116189"/>
                </a:cubicBezTo>
                <a:cubicBezTo>
                  <a:pt x="113102" y="98952"/>
                  <a:pt x="136106" y="98952"/>
                  <a:pt x="137384" y="98952"/>
                </a:cubicBezTo>
                <a:cubicBezTo>
                  <a:pt x="138023" y="98952"/>
                  <a:pt x="161026" y="98313"/>
                  <a:pt x="175723" y="116189"/>
                </a:cubicBezTo>
                <a:cubicBezTo>
                  <a:pt x="186586" y="129595"/>
                  <a:pt x="189142" y="148747"/>
                  <a:pt x="182752" y="173644"/>
                </a:cubicBezTo>
                <a:cubicBezTo>
                  <a:pt x="178918" y="188327"/>
                  <a:pt x="171889" y="205564"/>
                  <a:pt x="164860" y="215140"/>
                </a:cubicBezTo>
                <a:cubicBezTo>
                  <a:pt x="162943" y="218971"/>
                  <a:pt x="168055" y="238761"/>
                  <a:pt x="175084" y="242591"/>
                </a:cubicBezTo>
                <a:cubicBezTo>
                  <a:pt x="178279" y="244506"/>
                  <a:pt x="182752" y="244506"/>
                  <a:pt x="188503" y="245145"/>
                </a:cubicBezTo>
                <a:cubicBezTo>
                  <a:pt x="196810" y="245783"/>
                  <a:pt x="206395" y="245783"/>
                  <a:pt x="217897" y="251529"/>
                </a:cubicBezTo>
                <a:cubicBezTo>
                  <a:pt x="221731" y="252167"/>
                  <a:pt x="223009" y="255998"/>
                  <a:pt x="221731" y="259190"/>
                </a:cubicBezTo>
                <a:close/>
                <a:moveTo>
                  <a:pt x="307995" y="243868"/>
                </a:moveTo>
                <a:cubicBezTo>
                  <a:pt x="306717" y="245783"/>
                  <a:pt x="304800" y="247060"/>
                  <a:pt x="302244" y="247060"/>
                </a:cubicBezTo>
                <a:cubicBezTo>
                  <a:pt x="300966" y="247060"/>
                  <a:pt x="299688" y="247060"/>
                  <a:pt x="299049" y="245783"/>
                </a:cubicBezTo>
                <a:cubicBezTo>
                  <a:pt x="295215" y="243230"/>
                  <a:pt x="288825" y="242591"/>
                  <a:pt x="283074" y="241314"/>
                </a:cubicBezTo>
                <a:cubicBezTo>
                  <a:pt x="276684" y="240676"/>
                  <a:pt x="270294" y="239399"/>
                  <a:pt x="264543" y="236207"/>
                </a:cubicBezTo>
                <a:cubicBezTo>
                  <a:pt x="252403" y="227270"/>
                  <a:pt x="250486" y="208118"/>
                  <a:pt x="255597" y="201095"/>
                </a:cubicBezTo>
                <a:cubicBezTo>
                  <a:pt x="260070" y="194711"/>
                  <a:pt x="265182" y="183220"/>
                  <a:pt x="267738" y="173006"/>
                </a:cubicBezTo>
                <a:cubicBezTo>
                  <a:pt x="271572" y="157684"/>
                  <a:pt x="270294" y="146193"/>
                  <a:pt x="264543" y="138533"/>
                </a:cubicBezTo>
                <a:cubicBezTo>
                  <a:pt x="256875" y="128957"/>
                  <a:pt x="242179" y="128957"/>
                  <a:pt x="242179" y="128957"/>
                </a:cubicBezTo>
                <a:cubicBezTo>
                  <a:pt x="241540" y="128957"/>
                  <a:pt x="226843" y="128957"/>
                  <a:pt x="219175" y="138533"/>
                </a:cubicBezTo>
                <a:cubicBezTo>
                  <a:pt x="213424" y="146193"/>
                  <a:pt x="212146" y="157684"/>
                  <a:pt x="215980" y="173006"/>
                </a:cubicBezTo>
                <a:cubicBezTo>
                  <a:pt x="218536" y="183220"/>
                  <a:pt x="223648" y="194711"/>
                  <a:pt x="228121" y="201095"/>
                </a:cubicBezTo>
                <a:cubicBezTo>
                  <a:pt x="233233" y="208118"/>
                  <a:pt x="231955" y="227270"/>
                  <a:pt x="219814" y="236207"/>
                </a:cubicBezTo>
                <a:cubicBezTo>
                  <a:pt x="217258" y="238122"/>
                  <a:pt x="212785" y="237484"/>
                  <a:pt x="210868" y="234930"/>
                </a:cubicBezTo>
                <a:cubicBezTo>
                  <a:pt x="208951" y="232377"/>
                  <a:pt x="209590" y="227908"/>
                  <a:pt x="212146" y="225993"/>
                </a:cubicBezTo>
                <a:cubicBezTo>
                  <a:pt x="217897" y="221524"/>
                  <a:pt x="218536" y="211310"/>
                  <a:pt x="217258" y="208756"/>
                </a:cubicBezTo>
                <a:cubicBezTo>
                  <a:pt x="212146" y="201095"/>
                  <a:pt x="205756" y="187689"/>
                  <a:pt x="203200" y="176198"/>
                </a:cubicBezTo>
                <a:cubicBezTo>
                  <a:pt x="198727" y="156408"/>
                  <a:pt x="200644" y="141724"/>
                  <a:pt x="208951" y="130872"/>
                </a:cubicBezTo>
                <a:cubicBezTo>
                  <a:pt x="221092" y="116189"/>
                  <a:pt x="240901" y="116189"/>
                  <a:pt x="241540" y="116189"/>
                </a:cubicBezTo>
                <a:cubicBezTo>
                  <a:pt x="242179" y="116189"/>
                  <a:pt x="261987" y="115550"/>
                  <a:pt x="274128" y="130872"/>
                </a:cubicBezTo>
                <a:cubicBezTo>
                  <a:pt x="283074" y="141724"/>
                  <a:pt x="284991" y="157046"/>
                  <a:pt x="279879" y="176198"/>
                </a:cubicBezTo>
                <a:cubicBezTo>
                  <a:pt x="277323" y="187689"/>
                  <a:pt x="271572" y="201095"/>
                  <a:pt x="265821" y="208756"/>
                </a:cubicBezTo>
                <a:cubicBezTo>
                  <a:pt x="264543" y="210671"/>
                  <a:pt x="265182" y="221524"/>
                  <a:pt x="271572" y="225993"/>
                </a:cubicBezTo>
                <a:cubicBezTo>
                  <a:pt x="274128" y="227270"/>
                  <a:pt x="279240" y="227908"/>
                  <a:pt x="284352" y="229185"/>
                </a:cubicBezTo>
                <a:cubicBezTo>
                  <a:pt x="291381" y="230462"/>
                  <a:pt x="299049" y="231100"/>
                  <a:pt x="305439" y="234930"/>
                </a:cubicBezTo>
                <a:cubicBezTo>
                  <a:pt x="309273" y="236846"/>
                  <a:pt x="309912" y="240676"/>
                  <a:pt x="307995" y="243868"/>
                </a:cubicBezTo>
                <a:close/>
              </a:path>
            </a:pathLst>
          </a:custGeom>
          <a:solidFill>
            <a:srgbClr val="012169"/>
          </a:solidFill>
          <a:ln w="6390" cap="flat">
            <a:noFill/>
            <a:prstDash val="solid"/>
            <a:miter/>
          </a:ln>
        </p:spPr>
        <p:txBody>
          <a:bodyPr rtlCol="0" anchor="ctr"/>
          <a:lstStyle/>
          <a:p>
            <a:endParaRPr lang="en-US"/>
          </a:p>
        </p:txBody>
      </p:sp>
      <p:grpSp>
        <p:nvGrpSpPr>
          <p:cNvPr id="448" name="Group 447">
            <a:extLst>
              <a:ext uri="{FF2B5EF4-FFF2-40B4-BE49-F238E27FC236}">
                <a16:creationId xmlns:a16="http://schemas.microsoft.com/office/drawing/2014/main" id="{B96DB465-47E4-C242-9676-FC07546AE0F9}"/>
              </a:ext>
            </a:extLst>
          </p:cNvPr>
          <p:cNvGrpSpPr>
            <a:grpSpLocks noChangeAspect="1"/>
          </p:cNvGrpSpPr>
          <p:nvPr/>
        </p:nvGrpSpPr>
        <p:grpSpPr>
          <a:xfrm>
            <a:off x="905454" y="1885352"/>
            <a:ext cx="361674" cy="361333"/>
            <a:chOff x="905454" y="1885352"/>
            <a:chExt cx="361674" cy="361333"/>
          </a:xfrm>
        </p:grpSpPr>
        <p:sp>
          <p:nvSpPr>
            <p:cNvPr id="382" name="Graphic 4">
              <a:extLst>
                <a:ext uri="{FF2B5EF4-FFF2-40B4-BE49-F238E27FC236}">
                  <a16:creationId xmlns:a16="http://schemas.microsoft.com/office/drawing/2014/main" id="{892B2C67-C157-3E40-83A8-687201DD510E}"/>
                </a:ext>
              </a:extLst>
            </p:cNvPr>
            <p:cNvSpPr/>
            <p:nvPr/>
          </p:nvSpPr>
          <p:spPr>
            <a:xfrm>
              <a:off x="977330" y="1964235"/>
              <a:ext cx="219431" cy="121623"/>
            </a:xfrm>
            <a:custGeom>
              <a:avLst/>
              <a:gdLst>
                <a:gd name="connsiteX0" fmla="*/ 199695 w 219431"/>
                <a:gd name="connsiteY0" fmla="*/ 50073 h 121623"/>
                <a:gd name="connsiteX1" fmla="*/ 195222 w 219431"/>
                <a:gd name="connsiteY1" fmla="*/ 45604 h 121623"/>
                <a:gd name="connsiteX2" fmla="*/ 174136 w 219431"/>
                <a:gd name="connsiteY2" fmla="*/ 16876 h 121623"/>
                <a:gd name="connsiteX3" fmla="*/ 144742 w 219431"/>
                <a:gd name="connsiteY3" fmla="*/ 15600 h 121623"/>
                <a:gd name="connsiteX4" fmla="*/ 137074 w 219431"/>
                <a:gd name="connsiteY4" fmla="*/ 14323 h 121623"/>
                <a:gd name="connsiteX5" fmla="*/ 81482 w 219431"/>
                <a:gd name="connsiteY5" fmla="*/ 916 h 121623"/>
                <a:gd name="connsiteX6" fmla="*/ 37391 w 219431"/>
                <a:gd name="connsiteY6" fmla="*/ 34752 h 121623"/>
                <a:gd name="connsiteX7" fmla="*/ 32279 w 219431"/>
                <a:gd name="connsiteY7" fmla="*/ 39859 h 121623"/>
                <a:gd name="connsiteX8" fmla="*/ 7358 w 219431"/>
                <a:gd name="connsiteY8" fmla="*/ 52627 h 121623"/>
                <a:gd name="connsiteX9" fmla="*/ 6719 w 219431"/>
                <a:gd name="connsiteY9" fmla="*/ 53265 h 121623"/>
                <a:gd name="connsiteX10" fmla="*/ 6719 w 219431"/>
                <a:gd name="connsiteY10" fmla="*/ 92846 h 121623"/>
                <a:gd name="connsiteX11" fmla="*/ 41225 w 219431"/>
                <a:gd name="connsiteY11" fmla="*/ 108167 h 121623"/>
                <a:gd name="connsiteX12" fmla="*/ 42503 w 219431"/>
                <a:gd name="connsiteY12" fmla="*/ 108167 h 121623"/>
                <a:gd name="connsiteX13" fmla="*/ 47615 w 219431"/>
                <a:gd name="connsiteY13" fmla="*/ 110082 h 121623"/>
                <a:gd name="connsiteX14" fmla="*/ 69341 w 219431"/>
                <a:gd name="connsiteY14" fmla="*/ 121574 h 121623"/>
                <a:gd name="connsiteX15" fmla="*/ 89789 w 219431"/>
                <a:gd name="connsiteY15" fmla="*/ 116466 h 121623"/>
                <a:gd name="connsiteX16" fmla="*/ 96178 w 219431"/>
                <a:gd name="connsiteY16" fmla="*/ 115828 h 121623"/>
                <a:gd name="connsiteX17" fmla="*/ 134518 w 219431"/>
                <a:gd name="connsiteY17" fmla="*/ 119658 h 121623"/>
                <a:gd name="connsiteX18" fmla="*/ 164551 w 219431"/>
                <a:gd name="connsiteY18" fmla="*/ 104337 h 121623"/>
                <a:gd name="connsiteX19" fmla="*/ 172219 w 219431"/>
                <a:gd name="connsiteY19" fmla="*/ 101783 h 121623"/>
                <a:gd name="connsiteX20" fmla="*/ 216948 w 219431"/>
                <a:gd name="connsiteY20" fmla="*/ 85823 h 121623"/>
                <a:gd name="connsiteX21" fmla="*/ 217587 w 219431"/>
                <a:gd name="connsiteY21" fmla="*/ 63479 h 121623"/>
                <a:gd name="connsiteX22" fmla="*/ 199695 w 219431"/>
                <a:gd name="connsiteY22" fmla="*/ 50073 h 121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9431" h="121623">
                  <a:moveTo>
                    <a:pt x="199695" y="50073"/>
                  </a:moveTo>
                  <a:cubicBezTo>
                    <a:pt x="197778" y="49435"/>
                    <a:pt x="195862" y="47519"/>
                    <a:pt x="195222" y="45604"/>
                  </a:cubicBezTo>
                  <a:cubicBezTo>
                    <a:pt x="195222" y="45604"/>
                    <a:pt x="189472" y="24537"/>
                    <a:pt x="174136" y="16876"/>
                  </a:cubicBezTo>
                  <a:cubicBezTo>
                    <a:pt x="159439" y="9216"/>
                    <a:pt x="145381" y="15600"/>
                    <a:pt x="144742" y="15600"/>
                  </a:cubicBezTo>
                  <a:cubicBezTo>
                    <a:pt x="142186" y="16876"/>
                    <a:pt x="138991" y="16238"/>
                    <a:pt x="137074" y="14323"/>
                  </a:cubicBezTo>
                  <a:cubicBezTo>
                    <a:pt x="136435" y="13684"/>
                    <a:pt x="119182" y="-4191"/>
                    <a:pt x="81482" y="916"/>
                  </a:cubicBezTo>
                  <a:cubicBezTo>
                    <a:pt x="44420" y="5385"/>
                    <a:pt x="37391" y="34113"/>
                    <a:pt x="37391" y="34752"/>
                  </a:cubicBezTo>
                  <a:cubicBezTo>
                    <a:pt x="36752" y="37305"/>
                    <a:pt x="34835" y="39220"/>
                    <a:pt x="32279" y="39859"/>
                  </a:cubicBezTo>
                  <a:cubicBezTo>
                    <a:pt x="14387" y="42412"/>
                    <a:pt x="10553" y="48158"/>
                    <a:pt x="7358" y="52627"/>
                  </a:cubicBezTo>
                  <a:lnTo>
                    <a:pt x="6719" y="53265"/>
                  </a:lnTo>
                  <a:cubicBezTo>
                    <a:pt x="1607" y="60287"/>
                    <a:pt x="-5422" y="74971"/>
                    <a:pt x="6719" y="92846"/>
                  </a:cubicBezTo>
                  <a:cubicBezTo>
                    <a:pt x="20138" y="111998"/>
                    <a:pt x="40586" y="108167"/>
                    <a:pt x="41225" y="108167"/>
                  </a:cubicBezTo>
                  <a:cubicBezTo>
                    <a:pt x="41864" y="108167"/>
                    <a:pt x="41864" y="108167"/>
                    <a:pt x="42503" y="108167"/>
                  </a:cubicBezTo>
                  <a:cubicBezTo>
                    <a:pt x="44420" y="108167"/>
                    <a:pt x="46337" y="108806"/>
                    <a:pt x="47615" y="110082"/>
                  </a:cubicBezTo>
                  <a:cubicBezTo>
                    <a:pt x="47615" y="110082"/>
                    <a:pt x="57839" y="120935"/>
                    <a:pt x="69341" y="121574"/>
                  </a:cubicBezTo>
                  <a:cubicBezTo>
                    <a:pt x="81482" y="122212"/>
                    <a:pt x="89789" y="116466"/>
                    <a:pt x="89789" y="116466"/>
                  </a:cubicBezTo>
                  <a:cubicBezTo>
                    <a:pt x="91706" y="115190"/>
                    <a:pt x="93623" y="115190"/>
                    <a:pt x="96178" y="115828"/>
                  </a:cubicBezTo>
                  <a:cubicBezTo>
                    <a:pt x="96178" y="115828"/>
                    <a:pt x="111514" y="122212"/>
                    <a:pt x="134518" y="119658"/>
                  </a:cubicBezTo>
                  <a:cubicBezTo>
                    <a:pt x="155605" y="117743"/>
                    <a:pt x="164551" y="104337"/>
                    <a:pt x="164551" y="104337"/>
                  </a:cubicBezTo>
                  <a:cubicBezTo>
                    <a:pt x="166468" y="101783"/>
                    <a:pt x="169024" y="100506"/>
                    <a:pt x="172219" y="101783"/>
                  </a:cubicBezTo>
                  <a:cubicBezTo>
                    <a:pt x="173497" y="102422"/>
                    <a:pt x="206085" y="113274"/>
                    <a:pt x="216948" y="85823"/>
                  </a:cubicBezTo>
                  <a:cubicBezTo>
                    <a:pt x="220143" y="76886"/>
                    <a:pt x="220143" y="69863"/>
                    <a:pt x="217587" y="63479"/>
                  </a:cubicBezTo>
                  <a:cubicBezTo>
                    <a:pt x="211197" y="53903"/>
                    <a:pt x="199695" y="50073"/>
                    <a:pt x="199695" y="50073"/>
                  </a:cubicBezTo>
                  <a:close/>
                </a:path>
              </a:pathLst>
            </a:custGeom>
            <a:solidFill>
              <a:srgbClr val="012169"/>
            </a:solidFill>
            <a:ln w="6390" cap="flat">
              <a:noFill/>
              <a:prstDash val="solid"/>
              <a:miter/>
            </a:ln>
          </p:spPr>
          <p:txBody>
            <a:bodyPr rtlCol="0" anchor="ctr"/>
            <a:lstStyle/>
            <a:p>
              <a:endParaRPr lang="en-US"/>
            </a:p>
          </p:txBody>
        </p:sp>
        <p:sp>
          <p:nvSpPr>
            <p:cNvPr id="383" name="Graphic 4">
              <a:extLst>
                <a:ext uri="{FF2B5EF4-FFF2-40B4-BE49-F238E27FC236}">
                  <a16:creationId xmlns:a16="http://schemas.microsoft.com/office/drawing/2014/main" id="{98BAA535-3E96-D344-86E4-65F18BF3D3E8}"/>
                </a:ext>
              </a:extLst>
            </p:cNvPr>
            <p:cNvSpPr/>
            <p:nvPr/>
          </p:nvSpPr>
          <p:spPr>
            <a:xfrm>
              <a:off x="1136769" y="2121560"/>
              <a:ext cx="19169" cy="19151"/>
            </a:xfrm>
            <a:custGeom>
              <a:avLst/>
              <a:gdLst>
                <a:gd name="connsiteX0" fmla="*/ 9585 w 19169"/>
                <a:gd name="connsiteY0" fmla="*/ 0 h 19151"/>
                <a:gd name="connsiteX1" fmla="*/ 0 w 19169"/>
                <a:gd name="connsiteY1" fmla="*/ 9576 h 19151"/>
                <a:gd name="connsiteX2" fmla="*/ 9585 w 19169"/>
                <a:gd name="connsiteY2" fmla="*/ 19152 h 19151"/>
                <a:gd name="connsiteX3" fmla="*/ 19170 w 19169"/>
                <a:gd name="connsiteY3" fmla="*/ 9576 h 19151"/>
                <a:gd name="connsiteX4" fmla="*/ 9585 w 19169"/>
                <a:gd name="connsiteY4" fmla="*/ 0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9585" y="0"/>
                  </a:moveTo>
                  <a:cubicBezTo>
                    <a:pt x="4473" y="0"/>
                    <a:pt x="0" y="4469"/>
                    <a:pt x="0" y="9576"/>
                  </a:cubicBezTo>
                  <a:cubicBezTo>
                    <a:pt x="0" y="14683"/>
                    <a:pt x="4473" y="19152"/>
                    <a:pt x="9585" y="19152"/>
                  </a:cubicBezTo>
                  <a:cubicBezTo>
                    <a:pt x="14697" y="19152"/>
                    <a:pt x="19170" y="14683"/>
                    <a:pt x="19170" y="9576"/>
                  </a:cubicBezTo>
                  <a:cubicBezTo>
                    <a:pt x="19170" y="4469"/>
                    <a:pt x="15336" y="0"/>
                    <a:pt x="9585" y="0"/>
                  </a:cubicBezTo>
                  <a:close/>
                </a:path>
              </a:pathLst>
            </a:custGeom>
            <a:solidFill>
              <a:srgbClr val="012169"/>
            </a:solidFill>
            <a:ln w="6390" cap="flat">
              <a:noFill/>
              <a:prstDash val="solid"/>
              <a:miter/>
            </a:ln>
          </p:spPr>
          <p:txBody>
            <a:bodyPr rtlCol="0" anchor="ctr"/>
            <a:lstStyle/>
            <a:p>
              <a:endParaRPr lang="en-US"/>
            </a:p>
          </p:txBody>
        </p:sp>
        <p:sp>
          <p:nvSpPr>
            <p:cNvPr id="384" name="Graphic 4">
              <a:extLst>
                <a:ext uri="{FF2B5EF4-FFF2-40B4-BE49-F238E27FC236}">
                  <a16:creationId xmlns:a16="http://schemas.microsoft.com/office/drawing/2014/main" id="{8679C200-8244-5942-BE21-3D2A67A45B6D}"/>
                </a:ext>
              </a:extLst>
            </p:cNvPr>
            <p:cNvSpPr/>
            <p:nvPr/>
          </p:nvSpPr>
          <p:spPr>
            <a:xfrm>
              <a:off x="905454" y="1885352"/>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40901 w 361674"/>
                <a:gd name="connsiteY5" fmla="*/ 268766 h 361333"/>
                <a:gd name="connsiteX6" fmla="*/ 218536 w 361674"/>
                <a:gd name="connsiteY6" fmla="*/ 246422 h 361333"/>
                <a:gd name="connsiteX7" fmla="*/ 240901 w 361674"/>
                <a:gd name="connsiteY7" fmla="*/ 224078 h 361333"/>
                <a:gd name="connsiteX8" fmla="*/ 263265 w 361674"/>
                <a:gd name="connsiteY8" fmla="*/ 246422 h 361333"/>
                <a:gd name="connsiteX9" fmla="*/ 240901 w 361674"/>
                <a:gd name="connsiteY9" fmla="*/ 268766 h 361333"/>
                <a:gd name="connsiteX10" fmla="*/ 265182 w 361674"/>
                <a:gd name="connsiteY10" fmla="*/ 296855 h 361333"/>
                <a:gd name="connsiteX11" fmla="*/ 257514 w 361674"/>
                <a:gd name="connsiteY11" fmla="*/ 289194 h 361333"/>
                <a:gd name="connsiteX12" fmla="*/ 265182 w 361674"/>
                <a:gd name="connsiteY12" fmla="*/ 281533 h 361333"/>
                <a:gd name="connsiteX13" fmla="*/ 272850 w 361674"/>
                <a:gd name="connsiteY13" fmla="*/ 289194 h 361333"/>
                <a:gd name="connsiteX14" fmla="*/ 265182 w 361674"/>
                <a:gd name="connsiteY14" fmla="*/ 296855 h 361333"/>
                <a:gd name="connsiteX15" fmla="*/ 299688 w 361674"/>
                <a:gd name="connsiteY15" fmla="*/ 169814 h 361333"/>
                <a:gd name="connsiteX16" fmla="*/ 243457 w 361674"/>
                <a:gd name="connsiteY16" fmla="*/ 194711 h 361333"/>
                <a:gd name="connsiteX17" fmla="*/ 207034 w 361674"/>
                <a:gd name="connsiteY17" fmla="*/ 211948 h 361333"/>
                <a:gd name="connsiteX18" fmla="*/ 166138 w 361674"/>
                <a:gd name="connsiteY18" fmla="*/ 208118 h 361333"/>
                <a:gd name="connsiteX19" fmla="*/ 143135 w 361674"/>
                <a:gd name="connsiteY19" fmla="*/ 213863 h 361333"/>
                <a:gd name="connsiteX20" fmla="*/ 140579 w 361674"/>
                <a:gd name="connsiteY20" fmla="*/ 213863 h 361333"/>
                <a:gd name="connsiteX21" fmla="*/ 112463 w 361674"/>
                <a:gd name="connsiteY21" fmla="*/ 200457 h 361333"/>
                <a:gd name="connsiteX22" fmla="*/ 68372 w 361674"/>
                <a:gd name="connsiteY22" fmla="*/ 179390 h 361333"/>
                <a:gd name="connsiteX23" fmla="*/ 68372 w 361674"/>
                <a:gd name="connsiteY23" fmla="*/ 124488 h 361333"/>
                <a:gd name="connsiteX24" fmla="*/ 69011 w 361674"/>
                <a:gd name="connsiteY24" fmla="*/ 123849 h 361333"/>
                <a:gd name="connsiteX25" fmla="*/ 98405 w 361674"/>
                <a:gd name="connsiteY25" fmla="*/ 106612 h 361333"/>
                <a:gd name="connsiteX26" fmla="*/ 152081 w 361674"/>
                <a:gd name="connsiteY26" fmla="*/ 67032 h 361333"/>
                <a:gd name="connsiteX27" fmla="*/ 215341 w 361674"/>
                <a:gd name="connsiteY27" fmla="*/ 81715 h 361333"/>
                <a:gd name="connsiteX28" fmla="*/ 252403 w 361674"/>
                <a:gd name="connsiteY28" fmla="*/ 84907 h 361333"/>
                <a:gd name="connsiteX29" fmla="*/ 278601 w 361674"/>
                <a:gd name="connsiteY29" fmla="*/ 118742 h 361333"/>
                <a:gd name="connsiteX30" fmla="*/ 299688 w 361674"/>
                <a:gd name="connsiteY30" fmla="*/ 137894 h 361333"/>
                <a:gd name="connsiteX31" fmla="*/ 299688 w 361674"/>
                <a:gd name="connsiteY31" fmla="*/ 16981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1674"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2309" y="81076"/>
                    <a:pt x="281157" y="0"/>
                    <a:pt x="180835" y="0"/>
                  </a:cubicBezTo>
                  <a:close/>
                  <a:moveTo>
                    <a:pt x="240901" y="268766"/>
                  </a:moveTo>
                  <a:cubicBezTo>
                    <a:pt x="228760" y="268766"/>
                    <a:pt x="218536" y="258551"/>
                    <a:pt x="218536" y="246422"/>
                  </a:cubicBezTo>
                  <a:cubicBezTo>
                    <a:pt x="218536" y="234292"/>
                    <a:pt x="228760" y="224078"/>
                    <a:pt x="240901" y="224078"/>
                  </a:cubicBezTo>
                  <a:cubicBezTo>
                    <a:pt x="253042" y="224078"/>
                    <a:pt x="263265" y="234292"/>
                    <a:pt x="263265" y="246422"/>
                  </a:cubicBezTo>
                  <a:cubicBezTo>
                    <a:pt x="263265" y="258551"/>
                    <a:pt x="253680" y="268766"/>
                    <a:pt x="240901" y="268766"/>
                  </a:cubicBezTo>
                  <a:close/>
                  <a:moveTo>
                    <a:pt x="265182" y="296855"/>
                  </a:moveTo>
                  <a:cubicBezTo>
                    <a:pt x="261348" y="296855"/>
                    <a:pt x="257514" y="293663"/>
                    <a:pt x="257514" y="289194"/>
                  </a:cubicBezTo>
                  <a:cubicBezTo>
                    <a:pt x="257514" y="284725"/>
                    <a:pt x="260709" y="281533"/>
                    <a:pt x="265182" y="281533"/>
                  </a:cubicBezTo>
                  <a:cubicBezTo>
                    <a:pt x="269016" y="281533"/>
                    <a:pt x="272850" y="284725"/>
                    <a:pt x="272850" y="289194"/>
                  </a:cubicBezTo>
                  <a:cubicBezTo>
                    <a:pt x="272850" y="293663"/>
                    <a:pt x="269016" y="296855"/>
                    <a:pt x="265182" y="296855"/>
                  </a:cubicBezTo>
                  <a:close/>
                  <a:moveTo>
                    <a:pt x="299688" y="169814"/>
                  </a:moveTo>
                  <a:cubicBezTo>
                    <a:pt x="288825" y="198542"/>
                    <a:pt x="260070" y="199180"/>
                    <a:pt x="243457" y="194711"/>
                  </a:cubicBezTo>
                  <a:cubicBezTo>
                    <a:pt x="238345" y="200457"/>
                    <a:pt x="226843" y="210033"/>
                    <a:pt x="207034" y="211948"/>
                  </a:cubicBezTo>
                  <a:cubicBezTo>
                    <a:pt x="186586" y="213863"/>
                    <a:pt x="171889" y="210033"/>
                    <a:pt x="166138" y="208118"/>
                  </a:cubicBezTo>
                  <a:cubicBezTo>
                    <a:pt x="162304" y="210033"/>
                    <a:pt x="153998" y="213863"/>
                    <a:pt x="143135" y="213863"/>
                  </a:cubicBezTo>
                  <a:cubicBezTo>
                    <a:pt x="142496" y="213863"/>
                    <a:pt x="141218" y="213863"/>
                    <a:pt x="140579" y="213863"/>
                  </a:cubicBezTo>
                  <a:cubicBezTo>
                    <a:pt x="127799" y="213225"/>
                    <a:pt x="116936" y="204926"/>
                    <a:pt x="112463" y="200457"/>
                  </a:cubicBezTo>
                  <a:cubicBezTo>
                    <a:pt x="104156" y="201095"/>
                    <a:pt x="83069" y="200457"/>
                    <a:pt x="68372" y="179390"/>
                  </a:cubicBezTo>
                  <a:cubicBezTo>
                    <a:pt x="49842" y="153216"/>
                    <a:pt x="63899" y="130872"/>
                    <a:pt x="68372" y="124488"/>
                  </a:cubicBezTo>
                  <a:lnTo>
                    <a:pt x="69011" y="123849"/>
                  </a:lnTo>
                  <a:cubicBezTo>
                    <a:pt x="72845" y="118742"/>
                    <a:pt x="78596" y="110443"/>
                    <a:pt x="98405" y="106612"/>
                  </a:cubicBezTo>
                  <a:cubicBezTo>
                    <a:pt x="102239" y="96398"/>
                    <a:pt x="115019" y="71500"/>
                    <a:pt x="152081" y="67032"/>
                  </a:cubicBezTo>
                  <a:cubicBezTo>
                    <a:pt x="187225" y="62563"/>
                    <a:pt x="207673" y="75331"/>
                    <a:pt x="215341" y="81715"/>
                  </a:cubicBezTo>
                  <a:cubicBezTo>
                    <a:pt x="222370" y="79800"/>
                    <a:pt x="237067" y="76608"/>
                    <a:pt x="252403" y="84907"/>
                  </a:cubicBezTo>
                  <a:cubicBezTo>
                    <a:pt x="268377" y="93206"/>
                    <a:pt x="276045" y="111081"/>
                    <a:pt x="278601" y="118742"/>
                  </a:cubicBezTo>
                  <a:cubicBezTo>
                    <a:pt x="283713" y="121296"/>
                    <a:pt x="294576" y="126403"/>
                    <a:pt x="299688" y="137894"/>
                  </a:cubicBezTo>
                  <a:cubicBezTo>
                    <a:pt x="304161" y="146832"/>
                    <a:pt x="304161" y="157684"/>
                    <a:pt x="299688" y="169814"/>
                  </a:cubicBezTo>
                  <a:close/>
                </a:path>
              </a:pathLst>
            </a:custGeom>
            <a:solidFill>
              <a:srgbClr val="012169"/>
            </a:solidFill>
            <a:ln w="6390" cap="flat">
              <a:noFill/>
              <a:prstDash val="solid"/>
              <a:miter/>
            </a:ln>
          </p:spPr>
          <p:txBody>
            <a:bodyPr rtlCol="0" anchor="ctr"/>
            <a:lstStyle/>
            <a:p>
              <a:endParaRPr lang="en-US"/>
            </a:p>
          </p:txBody>
        </p:sp>
      </p:grpSp>
      <p:grpSp>
        <p:nvGrpSpPr>
          <p:cNvPr id="385" name="Graphic 4">
            <a:extLst>
              <a:ext uri="{FF2B5EF4-FFF2-40B4-BE49-F238E27FC236}">
                <a16:creationId xmlns:a16="http://schemas.microsoft.com/office/drawing/2014/main" id="{74AEA966-877E-2547-95A9-FF2ED6C76320}"/>
              </a:ext>
            </a:extLst>
          </p:cNvPr>
          <p:cNvGrpSpPr>
            <a:grpSpLocks noChangeAspect="1"/>
          </p:cNvGrpSpPr>
          <p:nvPr/>
        </p:nvGrpSpPr>
        <p:grpSpPr>
          <a:xfrm>
            <a:off x="2560447" y="1885352"/>
            <a:ext cx="361674" cy="361333"/>
            <a:chOff x="2560447" y="1885352"/>
            <a:chExt cx="361674" cy="361333"/>
          </a:xfrm>
          <a:solidFill>
            <a:srgbClr val="012169"/>
          </a:solidFill>
        </p:grpSpPr>
        <p:sp>
          <p:nvSpPr>
            <p:cNvPr id="386" name="Graphic 4">
              <a:extLst>
                <a:ext uri="{FF2B5EF4-FFF2-40B4-BE49-F238E27FC236}">
                  <a16:creationId xmlns:a16="http://schemas.microsoft.com/office/drawing/2014/main" id="{E04D8564-DAB6-714A-9C8E-3C4DC739828B}"/>
                </a:ext>
              </a:extLst>
            </p:cNvPr>
            <p:cNvSpPr/>
            <p:nvPr/>
          </p:nvSpPr>
          <p:spPr>
            <a:xfrm>
              <a:off x="2560447" y="1885352"/>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6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2309" y="81076"/>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4128"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387" name="Graphic 4">
              <a:extLst>
                <a:ext uri="{FF2B5EF4-FFF2-40B4-BE49-F238E27FC236}">
                  <a16:creationId xmlns:a16="http://schemas.microsoft.com/office/drawing/2014/main" id="{63E71546-016F-2542-B8AA-66F27A70FB21}"/>
                </a:ext>
              </a:extLst>
            </p:cNvPr>
            <p:cNvSpPr/>
            <p:nvPr/>
          </p:nvSpPr>
          <p:spPr>
            <a:xfrm>
              <a:off x="2611966" y="1990688"/>
              <a:ext cx="73324" cy="71500"/>
            </a:xfrm>
            <a:custGeom>
              <a:avLst/>
              <a:gdLst>
                <a:gd name="connsiteX0" fmla="*/ 59027 w 73324"/>
                <a:gd name="connsiteY0" fmla="*/ 70224 h 71500"/>
                <a:gd name="connsiteX1" fmla="*/ 61583 w 73324"/>
                <a:gd name="connsiteY1" fmla="*/ 63840 h 71500"/>
                <a:gd name="connsiteX2" fmla="*/ 58388 w 73324"/>
                <a:gd name="connsiteY2" fmla="*/ 45965 h 71500"/>
                <a:gd name="connsiteX3" fmla="*/ 71168 w 73324"/>
                <a:gd name="connsiteY3" fmla="*/ 33197 h 71500"/>
                <a:gd name="connsiteX4" fmla="*/ 73085 w 73324"/>
                <a:gd name="connsiteY4" fmla="*/ 26813 h 71500"/>
                <a:gd name="connsiteX5" fmla="*/ 67973 w 73324"/>
                <a:gd name="connsiteY5" fmla="*/ 22344 h 71500"/>
                <a:gd name="connsiteX6" fmla="*/ 50081 w 73324"/>
                <a:gd name="connsiteY6" fmla="*/ 19790 h 71500"/>
                <a:gd name="connsiteX7" fmla="*/ 42413 w 73324"/>
                <a:gd name="connsiteY7" fmla="*/ 3830 h 71500"/>
                <a:gd name="connsiteX8" fmla="*/ 36662 w 73324"/>
                <a:gd name="connsiteY8" fmla="*/ 0 h 71500"/>
                <a:gd name="connsiteX9" fmla="*/ 30911 w 73324"/>
                <a:gd name="connsiteY9" fmla="*/ 3830 h 71500"/>
                <a:gd name="connsiteX10" fmla="*/ 23243 w 73324"/>
                <a:gd name="connsiteY10" fmla="*/ 19790 h 71500"/>
                <a:gd name="connsiteX11" fmla="*/ 5352 w 73324"/>
                <a:gd name="connsiteY11" fmla="*/ 22344 h 71500"/>
                <a:gd name="connsiteX12" fmla="*/ 240 w 73324"/>
                <a:gd name="connsiteY12" fmla="*/ 26813 h 71500"/>
                <a:gd name="connsiteX13" fmla="*/ 2157 w 73324"/>
                <a:gd name="connsiteY13" fmla="*/ 33197 h 71500"/>
                <a:gd name="connsiteX14" fmla="*/ 14937 w 73324"/>
                <a:gd name="connsiteY14" fmla="*/ 45965 h 71500"/>
                <a:gd name="connsiteX15" fmla="*/ 11742 w 73324"/>
                <a:gd name="connsiteY15" fmla="*/ 63840 h 71500"/>
                <a:gd name="connsiteX16" fmla="*/ 14297 w 73324"/>
                <a:gd name="connsiteY16" fmla="*/ 70224 h 71500"/>
                <a:gd name="connsiteX17" fmla="*/ 18131 w 73324"/>
                <a:gd name="connsiteY17" fmla="*/ 71500 h 71500"/>
                <a:gd name="connsiteX18" fmla="*/ 21326 w 73324"/>
                <a:gd name="connsiteY18" fmla="*/ 70862 h 71500"/>
                <a:gd name="connsiteX19" fmla="*/ 37301 w 73324"/>
                <a:gd name="connsiteY19" fmla="*/ 62563 h 71500"/>
                <a:gd name="connsiteX20" fmla="*/ 53276 w 73324"/>
                <a:gd name="connsiteY20" fmla="*/ 70862 h 71500"/>
                <a:gd name="connsiteX21" fmla="*/ 59027 w 73324"/>
                <a:gd name="connsiteY21" fmla="*/ 70224 h 71500"/>
                <a:gd name="connsiteX22" fmla="*/ 45608 w 73324"/>
                <a:gd name="connsiteY22" fmla="*/ 44688 h 71500"/>
                <a:gd name="connsiteX23" fmla="*/ 46886 w 73324"/>
                <a:gd name="connsiteY23" fmla="*/ 52987 h 71500"/>
                <a:gd name="connsiteX24" fmla="*/ 39218 w 73324"/>
                <a:gd name="connsiteY24" fmla="*/ 49157 h 71500"/>
                <a:gd name="connsiteX25" fmla="*/ 33467 w 73324"/>
                <a:gd name="connsiteY25" fmla="*/ 49157 h 71500"/>
                <a:gd name="connsiteX26" fmla="*/ 25799 w 73324"/>
                <a:gd name="connsiteY26" fmla="*/ 52987 h 71500"/>
                <a:gd name="connsiteX27" fmla="*/ 27077 w 73324"/>
                <a:gd name="connsiteY27" fmla="*/ 44688 h 71500"/>
                <a:gd name="connsiteX28" fmla="*/ 25160 w 73324"/>
                <a:gd name="connsiteY28" fmla="*/ 38942 h 71500"/>
                <a:gd name="connsiteX29" fmla="*/ 19409 w 73324"/>
                <a:gd name="connsiteY29" fmla="*/ 33197 h 71500"/>
                <a:gd name="connsiteX30" fmla="*/ 27716 w 73324"/>
                <a:gd name="connsiteY30" fmla="*/ 31920 h 71500"/>
                <a:gd name="connsiteX31" fmla="*/ 32828 w 73324"/>
                <a:gd name="connsiteY31" fmla="*/ 28728 h 71500"/>
                <a:gd name="connsiteX32" fmla="*/ 36662 w 73324"/>
                <a:gd name="connsiteY32" fmla="*/ 21067 h 71500"/>
                <a:gd name="connsiteX33" fmla="*/ 40496 w 73324"/>
                <a:gd name="connsiteY33" fmla="*/ 28728 h 71500"/>
                <a:gd name="connsiteX34" fmla="*/ 45608 w 73324"/>
                <a:gd name="connsiteY34" fmla="*/ 31920 h 71500"/>
                <a:gd name="connsiteX35" fmla="*/ 53915 w 73324"/>
                <a:gd name="connsiteY35" fmla="*/ 33197 h 71500"/>
                <a:gd name="connsiteX36" fmla="*/ 48164 w 73324"/>
                <a:gd name="connsiteY36" fmla="*/ 38942 h 71500"/>
                <a:gd name="connsiteX37" fmla="*/ 45608 w 73324"/>
                <a:gd name="connsiteY37" fmla="*/ 44688 h 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3324" h="71500">
                  <a:moveTo>
                    <a:pt x="59027" y="70224"/>
                  </a:moveTo>
                  <a:cubicBezTo>
                    <a:pt x="60944" y="68947"/>
                    <a:pt x="62222" y="66393"/>
                    <a:pt x="61583" y="63840"/>
                  </a:cubicBezTo>
                  <a:lnTo>
                    <a:pt x="58388" y="45965"/>
                  </a:lnTo>
                  <a:lnTo>
                    <a:pt x="71168" y="33197"/>
                  </a:lnTo>
                  <a:cubicBezTo>
                    <a:pt x="73085" y="31281"/>
                    <a:pt x="73724" y="28728"/>
                    <a:pt x="73085" y="26813"/>
                  </a:cubicBezTo>
                  <a:cubicBezTo>
                    <a:pt x="72446" y="24259"/>
                    <a:pt x="70529" y="22982"/>
                    <a:pt x="67973" y="22344"/>
                  </a:cubicBezTo>
                  <a:lnTo>
                    <a:pt x="50081" y="19790"/>
                  </a:lnTo>
                  <a:lnTo>
                    <a:pt x="42413" y="3830"/>
                  </a:lnTo>
                  <a:cubicBezTo>
                    <a:pt x="41135" y="1915"/>
                    <a:pt x="39218" y="0"/>
                    <a:pt x="36662" y="0"/>
                  </a:cubicBezTo>
                  <a:cubicBezTo>
                    <a:pt x="34106" y="0"/>
                    <a:pt x="32189" y="1277"/>
                    <a:pt x="30911" y="3830"/>
                  </a:cubicBezTo>
                  <a:lnTo>
                    <a:pt x="23243" y="19790"/>
                  </a:lnTo>
                  <a:lnTo>
                    <a:pt x="5352" y="22344"/>
                  </a:lnTo>
                  <a:cubicBezTo>
                    <a:pt x="2796" y="22982"/>
                    <a:pt x="879" y="24259"/>
                    <a:pt x="240" y="26813"/>
                  </a:cubicBezTo>
                  <a:cubicBezTo>
                    <a:pt x="-399" y="29366"/>
                    <a:pt x="240" y="31920"/>
                    <a:pt x="2157" y="33197"/>
                  </a:cubicBezTo>
                  <a:lnTo>
                    <a:pt x="14937" y="45965"/>
                  </a:lnTo>
                  <a:lnTo>
                    <a:pt x="11742" y="63840"/>
                  </a:lnTo>
                  <a:cubicBezTo>
                    <a:pt x="11103" y="66393"/>
                    <a:pt x="12381" y="68947"/>
                    <a:pt x="14297" y="70224"/>
                  </a:cubicBezTo>
                  <a:cubicBezTo>
                    <a:pt x="15576" y="70862"/>
                    <a:pt x="16853" y="71500"/>
                    <a:pt x="18131" y="71500"/>
                  </a:cubicBezTo>
                  <a:cubicBezTo>
                    <a:pt x="19409" y="71500"/>
                    <a:pt x="20048" y="71500"/>
                    <a:pt x="21326" y="70862"/>
                  </a:cubicBezTo>
                  <a:lnTo>
                    <a:pt x="37301" y="62563"/>
                  </a:lnTo>
                  <a:lnTo>
                    <a:pt x="53276" y="70862"/>
                  </a:lnTo>
                  <a:cubicBezTo>
                    <a:pt x="54554" y="71500"/>
                    <a:pt x="57110" y="71500"/>
                    <a:pt x="59027" y="70224"/>
                  </a:cubicBezTo>
                  <a:close/>
                  <a:moveTo>
                    <a:pt x="45608" y="44688"/>
                  </a:moveTo>
                  <a:lnTo>
                    <a:pt x="46886" y="52987"/>
                  </a:lnTo>
                  <a:lnTo>
                    <a:pt x="39218" y="49157"/>
                  </a:lnTo>
                  <a:cubicBezTo>
                    <a:pt x="37301" y="47880"/>
                    <a:pt x="35384" y="47880"/>
                    <a:pt x="33467" y="49157"/>
                  </a:cubicBezTo>
                  <a:lnTo>
                    <a:pt x="25799" y="52987"/>
                  </a:lnTo>
                  <a:lnTo>
                    <a:pt x="27077" y="44688"/>
                  </a:lnTo>
                  <a:cubicBezTo>
                    <a:pt x="27716" y="42773"/>
                    <a:pt x="26438" y="40219"/>
                    <a:pt x="25160" y="38942"/>
                  </a:cubicBezTo>
                  <a:lnTo>
                    <a:pt x="19409" y="33197"/>
                  </a:lnTo>
                  <a:lnTo>
                    <a:pt x="27716" y="31920"/>
                  </a:lnTo>
                  <a:cubicBezTo>
                    <a:pt x="29633" y="31920"/>
                    <a:pt x="31550" y="30005"/>
                    <a:pt x="32828" y="28728"/>
                  </a:cubicBezTo>
                  <a:lnTo>
                    <a:pt x="36662" y="21067"/>
                  </a:lnTo>
                  <a:lnTo>
                    <a:pt x="40496" y="28728"/>
                  </a:lnTo>
                  <a:cubicBezTo>
                    <a:pt x="41135" y="30643"/>
                    <a:pt x="43052" y="31920"/>
                    <a:pt x="45608" y="31920"/>
                  </a:cubicBezTo>
                  <a:lnTo>
                    <a:pt x="53915" y="33197"/>
                  </a:lnTo>
                  <a:lnTo>
                    <a:pt x="48164" y="38942"/>
                  </a:lnTo>
                  <a:cubicBezTo>
                    <a:pt x="45608" y="40857"/>
                    <a:pt x="44969" y="42773"/>
                    <a:pt x="45608" y="44688"/>
                  </a:cubicBezTo>
                  <a:close/>
                </a:path>
              </a:pathLst>
            </a:custGeom>
            <a:solidFill>
              <a:srgbClr val="012169"/>
            </a:solidFill>
            <a:ln w="6390" cap="flat">
              <a:noFill/>
              <a:prstDash val="solid"/>
              <a:miter/>
            </a:ln>
          </p:spPr>
          <p:txBody>
            <a:bodyPr rtlCol="0" anchor="ctr"/>
            <a:lstStyle/>
            <a:p>
              <a:endParaRPr lang="en-US"/>
            </a:p>
          </p:txBody>
        </p:sp>
        <p:sp>
          <p:nvSpPr>
            <p:cNvPr id="388" name="Graphic 4">
              <a:extLst>
                <a:ext uri="{FF2B5EF4-FFF2-40B4-BE49-F238E27FC236}">
                  <a16:creationId xmlns:a16="http://schemas.microsoft.com/office/drawing/2014/main" id="{DEA156F2-E1FB-F342-A3F3-0337031BD883}"/>
                </a:ext>
              </a:extLst>
            </p:cNvPr>
            <p:cNvSpPr/>
            <p:nvPr/>
          </p:nvSpPr>
          <p:spPr>
            <a:xfrm>
              <a:off x="2705259" y="1990688"/>
              <a:ext cx="73324" cy="71500"/>
            </a:xfrm>
            <a:custGeom>
              <a:avLst/>
              <a:gdLst>
                <a:gd name="connsiteX0" fmla="*/ 59027 w 73324"/>
                <a:gd name="connsiteY0" fmla="*/ 70224 h 71500"/>
                <a:gd name="connsiteX1" fmla="*/ 61583 w 73324"/>
                <a:gd name="connsiteY1" fmla="*/ 63840 h 71500"/>
                <a:gd name="connsiteX2" fmla="*/ 58388 w 73324"/>
                <a:gd name="connsiteY2" fmla="*/ 45965 h 71500"/>
                <a:gd name="connsiteX3" fmla="*/ 71168 w 73324"/>
                <a:gd name="connsiteY3" fmla="*/ 33197 h 71500"/>
                <a:gd name="connsiteX4" fmla="*/ 73085 w 73324"/>
                <a:gd name="connsiteY4" fmla="*/ 26813 h 71500"/>
                <a:gd name="connsiteX5" fmla="*/ 67973 w 73324"/>
                <a:gd name="connsiteY5" fmla="*/ 22344 h 71500"/>
                <a:gd name="connsiteX6" fmla="*/ 50081 w 73324"/>
                <a:gd name="connsiteY6" fmla="*/ 19790 h 71500"/>
                <a:gd name="connsiteX7" fmla="*/ 42413 w 73324"/>
                <a:gd name="connsiteY7" fmla="*/ 3830 h 71500"/>
                <a:gd name="connsiteX8" fmla="*/ 36662 w 73324"/>
                <a:gd name="connsiteY8" fmla="*/ 0 h 71500"/>
                <a:gd name="connsiteX9" fmla="*/ 30911 w 73324"/>
                <a:gd name="connsiteY9" fmla="*/ 3830 h 71500"/>
                <a:gd name="connsiteX10" fmla="*/ 23243 w 73324"/>
                <a:gd name="connsiteY10" fmla="*/ 19790 h 71500"/>
                <a:gd name="connsiteX11" fmla="*/ 5352 w 73324"/>
                <a:gd name="connsiteY11" fmla="*/ 22344 h 71500"/>
                <a:gd name="connsiteX12" fmla="*/ 240 w 73324"/>
                <a:gd name="connsiteY12" fmla="*/ 26813 h 71500"/>
                <a:gd name="connsiteX13" fmla="*/ 2157 w 73324"/>
                <a:gd name="connsiteY13" fmla="*/ 33197 h 71500"/>
                <a:gd name="connsiteX14" fmla="*/ 14937 w 73324"/>
                <a:gd name="connsiteY14" fmla="*/ 45965 h 71500"/>
                <a:gd name="connsiteX15" fmla="*/ 11742 w 73324"/>
                <a:gd name="connsiteY15" fmla="*/ 63840 h 71500"/>
                <a:gd name="connsiteX16" fmla="*/ 14298 w 73324"/>
                <a:gd name="connsiteY16" fmla="*/ 70224 h 71500"/>
                <a:gd name="connsiteX17" fmla="*/ 18132 w 73324"/>
                <a:gd name="connsiteY17" fmla="*/ 71500 h 71500"/>
                <a:gd name="connsiteX18" fmla="*/ 21327 w 73324"/>
                <a:gd name="connsiteY18" fmla="*/ 70862 h 71500"/>
                <a:gd name="connsiteX19" fmla="*/ 37301 w 73324"/>
                <a:gd name="connsiteY19" fmla="*/ 62563 h 71500"/>
                <a:gd name="connsiteX20" fmla="*/ 53276 w 73324"/>
                <a:gd name="connsiteY20" fmla="*/ 70862 h 71500"/>
                <a:gd name="connsiteX21" fmla="*/ 59027 w 73324"/>
                <a:gd name="connsiteY21" fmla="*/ 70224 h 71500"/>
                <a:gd name="connsiteX22" fmla="*/ 45608 w 73324"/>
                <a:gd name="connsiteY22" fmla="*/ 44688 h 71500"/>
                <a:gd name="connsiteX23" fmla="*/ 46886 w 73324"/>
                <a:gd name="connsiteY23" fmla="*/ 52987 h 71500"/>
                <a:gd name="connsiteX24" fmla="*/ 39218 w 73324"/>
                <a:gd name="connsiteY24" fmla="*/ 49157 h 71500"/>
                <a:gd name="connsiteX25" fmla="*/ 33467 w 73324"/>
                <a:gd name="connsiteY25" fmla="*/ 49157 h 71500"/>
                <a:gd name="connsiteX26" fmla="*/ 25799 w 73324"/>
                <a:gd name="connsiteY26" fmla="*/ 52987 h 71500"/>
                <a:gd name="connsiteX27" fmla="*/ 27077 w 73324"/>
                <a:gd name="connsiteY27" fmla="*/ 44688 h 71500"/>
                <a:gd name="connsiteX28" fmla="*/ 25160 w 73324"/>
                <a:gd name="connsiteY28" fmla="*/ 38942 h 71500"/>
                <a:gd name="connsiteX29" fmla="*/ 19409 w 73324"/>
                <a:gd name="connsiteY29" fmla="*/ 33197 h 71500"/>
                <a:gd name="connsiteX30" fmla="*/ 27716 w 73324"/>
                <a:gd name="connsiteY30" fmla="*/ 31920 h 71500"/>
                <a:gd name="connsiteX31" fmla="*/ 32828 w 73324"/>
                <a:gd name="connsiteY31" fmla="*/ 28728 h 71500"/>
                <a:gd name="connsiteX32" fmla="*/ 36662 w 73324"/>
                <a:gd name="connsiteY32" fmla="*/ 21067 h 71500"/>
                <a:gd name="connsiteX33" fmla="*/ 40496 w 73324"/>
                <a:gd name="connsiteY33" fmla="*/ 28728 h 71500"/>
                <a:gd name="connsiteX34" fmla="*/ 45608 w 73324"/>
                <a:gd name="connsiteY34" fmla="*/ 31920 h 71500"/>
                <a:gd name="connsiteX35" fmla="*/ 53915 w 73324"/>
                <a:gd name="connsiteY35" fmla="*/ 33197 h 71500"/>
                <a:gd name="connsiteX36" fmla="*/ 48164 w 73324"/>
                <a:gd name="connsiteY36" fmla="*/ 38942 h 71500"/>
                <a:gd name="connsiteX37" fmla="*/ 45608 w 73324"/>
                <a:gd name="connsiteY37" fmla="*/ 44688 h 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3324" h="71500">
                  <a:moveTo>
                    <a:pt x="59027" y="70224"/>
                  </a:moveTo>
                  <a:cubicBezTo>
                    <a:pt x="60944" y="68947"/>
                    <a:pt x="62222" y="66393"/>
                    <a:pt x="61583" y="63840"/>
                  </a:cubicBezTo>
                  <a:lnTo>
                    <a:pt x="58388" y="45965"/>
                  </a:lnTo>
                  <a:lnTo>
                    <a:pt x="71168" y="33197"/>
                  </a:lnTo>
                  <a:cubicBezTo>
                    <a:pt x="73085" y="31281"/>
                    <a:pt x="73724" y="28728"/>
                    <a:pt x="73085" y="26813"/>
                  </a:cubicBezTo>
                  <a:cubicBezTo>
                    <a:pt x="72446" y="24259"/>
                    <a:pt x="70529" y="22982"/>
                    <a:pt x="67973" y="22344"/>
                  </a:cubicBezTo>
                  <a:lnTo>
                    <a:pt x="50081" y="19790"/>
                  </a:lnTo>
                  <a:lnTo>
                    <a:pt x="42413" y="3830"/>
                  </a:lnTo>
                  <a:cubicBezTo>
                    <a:pt x="41135" y="1915"/>
                    <a:pt x="39218" y="0"/>
                    <a:pt x="36662" y="0"/>
                  </a:cubicBezTo>
                  <a:cubicBezTo>
                    <a:pt x="34106" y="0"/>
                    <a:pt x="32189" y="1277"/>
                    <a:pt x="30911" y="3830"/>
                  </a:cubicBezTo>
                  <a:lnTo>
                    <a:pt x="23243" y="19790"/>
                  </a:lnTo>
                  <a:lnTo>
                    <a:pt x="5352" y="22344"/>
                  </a:lnTo>
                  <a:cubicBezTo>
                    <a:pt x="2796" y="22982"/>
                    <a:pt x="879" y="24259"/>
                    <a:pt x="240" y="26813"/>
                  </a:cubicBezTo>
                  <a:cubicBezTo>
                    <a:pt x="-399" y="29366"/>
                    <a:pt x="240" y="31920"/>
                    <a:pt x="2157" y="33197"/>
                  </a:cubicBezTo>
                  <a:lnTo>
                    <a:pt x="14937" y="45965"/>
                  </a:lnTo>
                  <a:lnTo>
                    <a:pt x="11742" y="63840"/>
                  </a:lnTo>
                  <a:cubicBezTo>
                    <a:pt x="11103" y="66393"/>
                    <a:pt x="12380" y="68947"/>
                    <a:pt x="14298" y="70224"/>
                  </a:cubicBezTo>
                  <a:cubicBezTo>
                    <a:pt x="15575" y="70862"/>
                    <a:pt x="16854" y="71500"/>
                    <a:pt x="18132" y="71500"/>
                  </a:cubicBezTo>
                  <a:cubicBezTo>
                    <a:pt x="19409" y="71500"/>
                    <a:pt x="20048" y="71500"/>
                    <a:pt x="21327" y="70862"/>
                  </a:cubicBezTo>
                  <a:lnTo>
                    <a:pt x="37301" y="62563"/>
                  </a:lnTo>
                  <a:lnTo>
                    <a:pt x="53276" y="70862"/>
                  </a:lnTo>
                  <a:cubicBezTo>
                    <a:pt x="54554" y="71500"/>
                    <a:pt x="57110" y="71500"/>
                    <a:pt x="59027" y="70224"/>
                  </a:cubicBezTo>
                  <a:close/>
                  <a:moveTo>
                    <a:pt x="45608" y="44688"/>
                  </a:moveTo>
                  <a:lnTo>
                    <a:pt x="46886" y="52987"/>
                  </a:lnTo>
                  <a:lnTo>
                    <a:pt x="39218" y="49157"/>
                  </a:lnTo>
                  <a:cubicBezTo>
                    <a:pt x="37301" y="47880"/>
                    <a:pt x="35384" y="47880"/>
                    <a:pt x="33467" y="49157"/>
                  </a:cubicBezTo>
                  <a:lnTo>
                    <a:pt x="25799" y="52987"/>
                  </a:lnTo>
                  <a:lnTo>
                    <a:pt x="27077" y="44688"/>
                  </a:lnTo>
                  <a:cubicBezTo>
                    <a:pt x="27716" y="42773"/>
                    <a:pt x="26438" y="40219"/>
                    <a:pt x="25160" y="38942"/>
                  </a:cubicBezTo>
                  <a:lnTo>
                    <a:pt x="19409" y="33197"/>
                  </a:lnTo>
                  <a:lnTo>
                    <a:pt x="27716" y="31920"/>
                  </a:lnTo>
                  <a:cubicBezTo>
                    <a:pt x="29633" y="31920"/>
                    <a:pt x="31550" y="30005"/>
                    <a:pt x="32828" y="28728"/>
                  </a:cubicBezTo>
                  <a:lnTo>
                    <a:pt x="36662" y="21067"/>
                  </a:lnTo>
                  <a:lnTo>
                    <a:pt x="40496" y="28728"/>
                  </a:lnTo>
                  <a:cubicBezTo>
                    <a:pt x="41135" y="30643"/>
                    <a:pt x="43052" y="31920"/>
                    <a:pt x="45608" y="31920"/>
                  </a:cubicBezTo>
                  <a:lnTo>
                    <a:pt x="53915" y="33197"/>
                  </a:lnTo>
                  <a:lnTo>
                    <a:pt x="48164" y="38942"/>
                  </a:lnTo>
                  <a:cubicBezTo>
                    <a:pt x="45608" y="40857"/>
                    <a:pt x="44969" y="42773"/>
                    <a:pt x="45608" y="44688"/>
                  </a:cubicBezTo>
                  <a:close/>
                </a:path>
              </a:pathLst>
            </a:custGeom>
            <a:solidFill>
              <a:srgbClr val="012169"/>
            </a:solidFill>
            <a:ln w="6390" cap="flat">
              <a:noFill/>
              <a:prstDash val="solid"/>
              <a:miter/>
            </a:ln>
          </p:spPr>
          <p:txBody>
            <a:bodyPr rtlCol="0" anchor="ctr"/>
            <a:lstStyle/>
            <a:p>
              <a:endParaRPr lang="en-US"/>
            </a:p>
          </p:txBody>
        </p:sp>
        <p:sp>
          <p:nvSpPr>
            <p:cNvPr id="389" name="Graphic 4">
              <a:extLst>
                <a:ext uri="{FF2B5EF4-FFF2-40B4-BE49-F238E27FC236}">
                  <a16:creationId xmlns:a16="http://schemas.microsoft.com/office/drawing/2014/main" id="{5433522E-C5E5-4F4E-941E-3ACA8B1C68D9}"/>
                </a:ext>
              </a:extLst>
            </p:cNvPr>
            <p:cNvSpPr/>
            <p:nvPr/>
          </p:nvSpPr>
          <p:spPr>
            <a:xfrm>
              <a:off x="2798552" y="1990688"/>
              <a:ext cx="73349" cy="71558"/>
            </a:xfrm>
            <a:custGeom>
              <a:avLst/>
              <a:gdLst>
                <a:gd name="connsiteX0" fmla="*/ 73085 w 73349"/>
                <a:gd name="connsiteY0" fmla="*/ 26813 h 71558"/>
                <a:gd name="connsiteX1" fmla="*/ 67973 w 73349"/>
                <a:gd name="connsiteY1" fmla="*/ 22344 h 71558"/>
                <a:gd name="connsiteX2" fmla="*/ 50081 w 73349"/>
                <a:gd name="connsiteY2" fmla="*/ 19790 h 71558"/>
                <a:gd name="connsiteX3" fmla="*/ 42413 w 73349"/>
                <a:gd name="connsiteY3" fmla="*/ 3830 h 71558"/>
                <a:gd name="connsiteX4" fmla="*/ 36662 w 73349"/>
                <a:gd name="connsiteY4" fmla="*/ 0 h 71558"/>
                <a:gd name="connsiteX5" fmla="*/ 30911 w 73349"/>
                <a:gd name="connsiteY5" fmla="*/ 3830 h 71558"/>
                <a:gd name="connsiteX6" fmla="*/ 23243 w 73349"/>
                <a:gd name="connsiteY6" fmla="*/ 19790 h 71558"/>
                <a:gd name="connsiteX7" fmla="*/ 5352 w 73349"/>
                <a:gd name="connsiteY7" fmla="*/ 22344 h 71558"/>
                <a:gd name="connsiteX8" fmla="*/ 240 w 73349"/>
                <a:gd name="connsiteY8" fmla="*/ 26813 h 71558"/>
                <a:gd name="connsiteX9" fmla="*/ 2157 w 73349"/>
                <a:gd name="connsiteY9" fmla="*/ 33197 h 71558"/>
                <a:gd name="connsiteX10" fmla="*/ 14936 w 73349"/>
                <a:gd name="connsiteY10" fmla="*/ 45965 h 71558"/>
                <a:gd name="connsiteX11" fmla="*/ 11741 w 73349"/>
                <a:gd name="connsiteY11" fmla="*/ 63840 h 71558"/>
                <a:gd name="connsiteX12" fmla="*/ 14298 w 73349"/>
                <a:gd name="connsiteY12" fmla="*/ 70224 h 71558"/>
                <a:gd name="connsiteX13" fmla="*/ 18131 w 73349"/>
                <a:gd name="connsiteY13" fmla="*/ 71500 h 71558"/>
                <a:gd name="connsiteX14" fmla="*/ 21326 w 73349"/>
                <a:gd name="connsiteY14" fmla="*/ 70862 h 71558"/>
                <a:gd name="connsiteX15" fmla="*/ 37301 w 73349"/>
                <a:gd name="connsiteY15" fmla="*/ 62563 h 71558"/>
                <a:gd name="connsiteX16" fmla="*/ 53276 w 73349"/>
                <a:gd name="connsiteY16" fmla="*/ 70862 h 71558"/>
                <a:gd name="connsiteX17" fmla="*/ 60305 w 73349"/>
                <a:gd name="connsiteY17" fmla="*/ 70224 h 71558"/>
                <a:gd name="connsiteX18" fmla="*/ 62861 w 73349"/>
                <a:gd name="connsiteY18" fmla="*/ 63840 h 71558"/>
                <a:gd name="connsiteX19" fmla="*/ 59666 w 73349"/>
                <a:gd name="connsiteY19" fmla="*/ 45965 h 71558"/>
                <a:gd name="connsiteX20" fmla="*/ 72446 w 73349"/>
                <a:gd name="connsiteY20" fmla="*/ 33197 h 71558"/>
                <a:gd name="connsiteX21" fmla="*/ 73085 w 73349"/>
                <a:gd name="connsiteY21" fmla="*/ 26813 h 71558"/>
                <a:gd name="connsiteX22" fmla="*/ 46886 w 73349"/>
                <a:gd name="connsiteY22" fmla="*/ 38942 h 71558"/>
                <a:gd name="connsiteX23" fmla="*/ 44969 w 73349"/>
                <a:gd name="connsiteY23" fmla="*/ 44688 h 71558"/>
                <a:gd name="connsiteX24" fmla="*/ 46247 w 73349"/>
                <a:gd name="connsiteY24" fmla="*/ 52987 h 71558"/>
                <a:gd name="connsiteX25" fmla="*/ 38579 w 73349"/>
                <a:gd name="connsiteY25" fmla="*/ 49157 h 71558"/>
                <a:gd name="connsiteX26" fmla="*/ 32828 w 73349"/>
                <a:gd name="connsiteY26" fmla="*/ 49157 h 71558"/>
                <a:gd name="connsiteX27" fmla="*/ 25160 w 73349"/>
                <a:gd name="connsiteY27" fmla="*/ 52987 h 71558"/>
                <a:gd name="connsiteX28" fmla="*/ 26438 w 73349"/>
                <a:gd name="connsiteY28" fmla="*/ 44688 h 71558"/>
                <a:gd name="connsiteX29" fmla="*/ 24521 w 73349"/>
                <a:gd name="connsiteY29" fmla="*/ 38942 h 71558"/>
                <a:gd name="connsiteX30" fmla="*/ 18770 w 73349"/>
                <a:gd name="connsiteY30" fmla="*/ 33197 h 71558"/>
                <a:gd name="connsiteX31" fmla="*/ 27077 w 73349"/>
                <a:gd name="connsiteY31" fmla="*/ 31920 h 71558"/>
                <a:gd name="connsiteX32" fmla="*/ 32189 w 73349"/>
                <a:gd name="connsiteY32" fmla="*/ 28728 h 71558"/>
                <a:gd name="connsiteX33" fmla="*/ 36023 w 73349"/>
                <a:gd name="connsiteY33" fmla="*/ 21067 h 71558"/>
                <a:gd name="connsiteX34" fmla="*/ 39857 w 73349"/>
                <a:gd name="connsiteY34" fmla="*/ 28728 h 71558"/>
                <a:gd name="connsiteX35" fmla="*/ 44969 w 73349"/>
                <a:gd name="connsiteY35" fmla="*/ 31920 h 71558"/>
                <a:gd name="connsiteX36" fmla="*/ 53276 w 73349"/>
                <a:gd name="connsiteY36" fmla="*/ 33197 h 71558"/>
                <a:gd name="connsiteX37" fmla="*/ 46886 w 73349"/>
                <a:gd name="connsiteY37" fmla="*/ 38942 h 71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3349" h="71558">
                  <a:moveTo>
                    <a:pt x="73085" y="26813"/>
                  </a:moveTo>
                  <a:cubicBezTo>
                    <a:pt x="72446" y="24259"/>
                    <a:pt x="70529" y="22982"/>
                    <a:pt x="67973" y="22344"/>
                  </a:cubicBezTo>
                  <a:lnTo>
                    <a:pt x="50081" y="19790"/>
                  </a:lnTo>
                  <a:lnTo>
                    <a:pt x="42413" y="3830"/>
                  </a:lnTo>
                  <a:cubicBezTo>
                    <a:pt x="41135" y="1915"/>
                    <a:pt x="39218" y="0"/>
                    <a:pt x="36662" y="0"/>
                  </a:cubicBezTo>
                  <a:cubicBezTo>
                    <a:pt x="34106" y="0"/>
                    <a:pt x="32189" y="1277"/>
                    <a:pt x="30911" y="3830"/>
                  </a:cubicBezTo>
                  <a:lnTo>
                    <a:pt x="23243" y="19790"/>
                  </a:lnTo>
                  <a:lnTo>
                    <a:pt x="5352" y="22344"/>
                  </a:lnTo>
                  <a:cubicBezTo>
                    <a:pt x="2796" y="22982"/>
                    <a:pt x="879" y="24259"/>
                    <a:pt x="240" y="26813"/>
                  </a:cubicBezTo>
                  <a:cubicBezTo>
                    <a:pt x="-399" y="29366"/>
                    <a:pt x="240" y="31920"/>
                    <a:pt x="2157" y="33197"/>
                  </a:cubicBezTo>
                  <a:lnTo>
                    <a:pt x="14936" y="45965"/>
                  </a:lnTo>
                  <a:lnTo>
                    <a:pt x="11741" y="63840"/>
                  </a:lnTo>
                  <a:cubicBezTo>
                    <a:pt x="11103" y="66393"/>
                    <a:pt x="12380" y="68947"/>
                    <a:pt x="14298" y="70224"/>
                  </a:cubicBezTo>
                  <a:cubicBezTo>
                    <a:pt x="15575" y="70862"/>
                    <a:pt x="16854" y="71500"/>
                    <a:pt x="18131" y="71500"/>
                  </a:cubicBezTo>
                  <a:cubicBezTo>
                    <a:pt x="19409" y="71500"/>
                    <a:pt x="20048" y="71500"/>
                    <a:pt x="21326" y="70862"/>
                  </a:cubicBezTo>
                  <a:lnTo>
                    <a:pt x="37301" y="62563"/>
                  </a:lnTo>
                  <a:lnTo>
                    <a:pt x="53276" y="70862"/>
                  </a:lnTo>
                  <a:cubicBezTo>
                    <a:pt x="55193" y="72139"/>
                    <a:pt x="57749" y="71500"/>
                    <a:pt x="60305" y="70224"/>
                  </a:cubicBezTo>
                  <a:cubicBezTo>
                    <a:pt x="62222" y="68947"/>
                    <a:pt x="63500" y="66393"/>
                    <a:pt x="62861" y="63840"/>
                  </a:cubicBezTo>
                  <a:lnTo>
                    <a:pt x="59666" y="45965"/>
                  </a:lnTo>
                  <a:lnTo>
                    <a:pt x="72446" y="33197"/>
                  </a:lnTo>
                  <a:cubicBezTo>
                    <a:pt x="73085" y="31920"/>
                    <a:pt x="73724" y="29366"/>
                    <a:pt x="73085" y="26813"/>
                  </a:cubicBezTo>
                  <a:close/>
                  <a:moveTo>
                    <a:pt x="46886" y="38942"/>
                  </a:moveTo>
                  <a:cubicBezTo>
                    <a:pt x="45608" y="40219"/>
                    <a:pt x="44969" y="42773"/>
                    <a:pt x="44969" y="44688"/>
                  </a:cubicBezTo>
                  <a:lnTo>
                    <a:pt x="46247" y="52987"/>
                  </a:lnTo>
                  <a:lnTo>
                    <a:pt x="38579" y="49157"/>
                  </a:lnTo>
                  <a:cubicBezTo>
                    <a:pt x="36662" y="47880"/>
                    <a:pt x="34745" y="47880"/>
                    <a:pt x="32828" y="49157"/>
                  </a:cubicBezTo>
                  <a:lnTo>
                    <a:pt x="25160" y="52987"/>
                  </a:lnTo>
                  <a:lnTo>
                    <a:pt x="26438" y="44688"/>
                  </a:lnTo>
                  <a:cubicBezTo>
                    <a:pt x="27077" y="42773"/>
                    <a:pt x="25799" y="40219"/>
                    <a:pt x="24521" y="38942"/>
                  </a:cubicBezTo>
                  <a:lnTo>
                    <a:pt x="18770" y="33197"/>
                  </a:lnTo>
                  <a:lnTo>
                    <a:pt x="27077" y="31920"/>
                  </a:lnTo>
                  <a:cubicBezTo>
                    <a:pt x="28994" y="31920"/>
                    <a:pt x="30911" y="30005"/>
                    <a:pt x="32189" y="28728"/>
                  </a:cubicBezTo>
                  <a:lnTo>
                    <a:pt x="36023" y="21067"/>
                  </a:lnTo>
                  <a:lnTo>
                    <a:pt x="39857" y="28728"/>
                  </a:lnTo>
                  <a:cubicBezTo>
                    <a:pt x="40496" y="30643"/>
                    <a:pt x="42413" y="31920"/>
                    <a:pt x="44969" y="31920"/>
                  </a:cubicBezTo>
                  <a:lnTo>
                    <a:pt x="53276" y="33197"/>
                  </a:lnTo>
                  <a:lnTo>
                    <a:pt x="46886" y="38942"/>
                  </a:lnTo>
                  <a:close/>
                </a:path>
              </a:pathLst>
            </a:custGeom>
            <a:solidFill>
              <a:srgbClr val="012169"/>
            </a:solidFill>
            <a:ln w="6390" cap="flat">
              <a:noFill/>
              <a:prstDash val="solid"/>
              <a:miter/>
            </a:ln>
          </p:spPr>
          <p:txBody>
            <a:bodyPr rtlCol="0" anchor="ctr"/>
            <a:lstStyle/>
            <a:p>
              <a:endParaRPr lang="en-US"/>
            </a:p>
          </p:txBody>
        </p:sp>
        <p:sp>
          <p:nvSpPr>
            <p:cNvPr id="390" name="Graphic 4">
              <a:extLst>
                <a:ext uri="{FF2B5EF4-FFF2-40B4-BE49-F238E27FC236}">
                  <a16:creationId xmlns:a16="http://schemas.microsoft.com/office/drawing/2014/main" id="{5AF0E817-9AEE-3A4D-884C-E02A6056EE81}"/>
                </a:ext>
              </a:extLst>
            </p:cNvPr>
            <p:cNvSpPr/>
            <p:nvPr/>
          </p:nvSpPr>
          <p:spPr>
            <a:xfrm>
              <a:off x="2658613" y="2071605"/>
              <a:ext cx="74602" cy="71079"/>
            </a:xfrm>
            <a:custGeom>
              <a:avLst/>
              <a:gdLst>
                <a:gd name="connsiteX0" fmla="*/ 67973 w 74602"/>
                <a:gd name="connsiteY0" fmla="*/ 21865 h 71079"/>
                <a:gd name="connsiteX1" fmla="*/ 50081 w 74602"/>
                <a:gd name="connsiteY1" fmla="*/ 19311 h 71079"/>
                <a:gd name="connsiteX2" fmla="*/ 42413 w 74602"/>
                <a:gd name="connsiteY2" fmla="*/ 3352 h 71079"/>
                <a:gd name="connsiteX3" fmla="*/ 30911 w 74602"/>
                <a:gd name="connsiteY3" fmla="*/ 3352 h 71079"/>
                <a:gd name="connsiteX4" fmla="*/ 23243 w 74602"/>
                <a:gd name="connsiteY4" fmla="*/ 19311 h 71079"/>
                <a:gd name="connsiteX5" fmla="*/ 5352 w 74602"/>
                <a:gd name="connsiteY5" fmla="*/ 21865 h 71079"/>
                <a:gd name="connsiteX6" fmla="*/ 240 w 74602"/>
                <a:gd name="connsiteY6" fmla="*/ 26334 h 71079"/>
                <a:gd name="connsiteX7" fmla="*/ 2157 w 74602"/>
                <a:gd name="connsiteY7" fmla="*/ 32718 h 71079"/>
                <a:gd name="connsiteX8" fmla="*/ 14936 w 74602"/>
                <a:gd name="connsiteY8" fmla="*/ 45486 h 71079"/>
                <a:gd name="connsiteX9" fmla="*/ 11741 w 74602"/>
                <a:gd name="connsiteY9" fmla="*/ 63361 h 71079"/>
                <a:gd name="connsiteX10" fmla="*/ 14297 w 74602"/>
                <a:gd name="connsiteY10" fmla="*/ 69745 h 71079"/>
                <a:gd name="connsiteX11" fmla="*/ 18131 w 74602"/>
                <a:gd name="connsiteY11" fmla="*/ 71022 h 71079"/>
                <a:gd name="connsiteX12" fmla="*/ 21326 w 74602"/>
                <a:gd name="connsiteY12" fmla="*/ 70383 h 71079"/>
                <a:gd name="connsiteX13" fmla="*/ 37301 w 74602"/>
                <a:gd name="connsiteY13" fmla="*/ 62084 h 71079"/>
                <a:gd name="connsiteX14" fmla="*/ 53276 w 74602"/>
                <a:gd name="connsiteY14" fmla="*/ 70383 h 71079"/>
                <a:gd name="connsiteX15" fmla="*/ 60305 w 74602"/>
                <a:gd name="connsiteY15" fmla="*/ 69745 h 71079"/>
                <a:gd name="connsiteX16" fmla="*/ 62861 w 74602"/>
                <a:gd name="connsiteY16" fmla="*/ 63361 h 71079"/>
                <a:gd name="connsiteX17" fmla="*/ 59666 w 74602"/>
                <a:gd name="connsiteY17" fmla="*/ 45486 h 71079"/>
                <a:gd name="connsiteX18" fmla="*/ 72446 w 74602"/>
                <a:gd name="connsiteY18" fmla="*/ 32718 h 71079"/>
                <a:gd name="connsiteX19" fmla="*/ 74363 w 74602"/>
                <a:gd name="connsiteY19" fmla="*/ 26334 h 71079"/>
                <a:gd name="connsiteX20" fmla="*/ 67973 w 74602"/>
                <a:gd name="connsiteY20" fmla="*/ 21865 h 71079"/>
                <a:gd name="connsiteX21" fmla="*/ 47525 w 74602"/>
                <a:gd name="connsiteY21" fmla="*/ 38463 h 71079"/>
                <a:gd name="connsiteX22" fmla="*/ 45608 w 74602"/>
                <a:gd name="connsiteY22" fmla="*/ 44209 h 71079"/>
                <a:gd name="connsiteX23" fmla="*/ 46886 w 74602"/>
                <a:gd name="connsiteY23" fmla="*/ 52508 h 71079"/>
                <a:gd name="connsiteX24" fmla="*/ 39218 w 74602"/>
                <a:gd name="connsiteY24" fmla="*/ 48678 h 71079"/>
                <a:gd name="connsiteX25" fmla="*/ 36023 w 74602"/>
                <a:gd name="connsiteY25" fmla="*/ 48039 h 71079"/>
                <a:gd name="connsiteX26" fmla="*/ 32828 w 74602"/>
                <a:gd name="connsiteY26" fmla="*/ 48678 h 71079"/>
                <a:gd name="connsiteX27" fmla="*/ 25160 w 74602"/>
                <a:gd name="connsiteY27" fmla="*/ 52508 h 71079"/>
                <a:gd name="connsiteX28" fmla="*/ 26438 w 74602"/>
                <a:gd name="connsiteY28" fmla="*/ 44209 h 71079"/>
                <a:gd name="connsiteX29" fmla="*/ 24521 w 74602"/>
                <a:gd name="connsiteY29" fmla="*/ 38463 h 71079"/>
                <a:gd name="connsiteX30" fmla="*/ 18770 w 74602"/>
                <a:gd name="connsiteY30" fmla="*/ 32718 h 71079"/>
                <a:gd name="connsiteX31" fmla="*/ 27077 w 74602"/>
                <a:gd name="connsiteY31" fmla="*/ 31441 h 71079"/>
                <a:gd name="connsiteX32" fmla="*/ 32189 w 74602"/>
                <a:gd name="connsiteY32" fmla="*/ 28249 h 71079"/>
                <a:gd name="connsiteX33" fmla="*/ 36023 w 74602"/>
                <a:gd name="connsiteY33" fmla="*/ 20588 h 71079"/>
                <a:gd name="connsiteX34" fmla="*/ 39857 w 74602"/>
                <a:gd name="connsiteY34" fmla="*/ 28249 h 71079"/>
                <a:gd name="connsiteX35" fmla="*/ 44969 w 74602"/>
                <a:gd name="connsiteY35" fmla="*/ 31441 h 71079"/>
                <a:gd name="connsiteX36" fmla="*/ 53276 w 74602"/>
                <a:gd name="connsiteY36" fmla="*/ 32718 h 71079"/>
                <a:gd name="connsiteX37" fmla="*/ 47525 w 74602"/>
                <a:gd name="connsiteY37" fmla="*/ 38463 h 7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4602" h="71079">
                  <a:moveTo>
                    <a:pt x="67973" y="21865"/>
                  </a:moveTo>
                  <a:lnTo>
                    <a:pt x="50081" y="19311"/>
                  </a:lnTo>
                  <a:lnTo>
                    <a:pt x="42413" y="3352"/>
                  </a:lnTo>
                  <a:cubicBezTo>
                    <a:pt x="40496" y="-1117"/>
                    <a:pt x="32828" y="-1117"/>
                    <a:pt x="30911" y="3352"/>
                  </a:cubicBezTo>
                  <a:lnTo>
                    <a:pt x="23243" y="19311"/>
                  </a:lnTo>
                  <a:lnTo>
                    <a:pt x="5352" y="21865"/>
                  </a:lnTo>
                  <a:cubicBezTo>
                    <a:pt x="2796" y="22503"/>
                    <a:pt x="879" y="23780"/>
                    <a:pt x="240" y="26334"/>
                  </a:cubicBezTo>
                  <a:cubicBezTo>
                    <a:pt x="-399" y="28887"/>
                    <a:pt x="240" y="31441"/>
                    <a:pt x="2157" y="32718"/>
                  </a:cubicBezTo>
                  <a:lnTo>
                    <a:pt x="14936" y="45486"/>
                  </a:lnTo>
                  <a:lnTo>
                    <a:pt x="11741" y="63361"/>
                  </a:lnTo>
                  <a:cubicBezTo>
                    <a:pt x="11102" y="65915"/>
                    <a:pt x="12380" y="68468"/>
                    <a:pt x="14297" y="69745"/>
                  </a:cubicBezTo>
                  <a:cubicBezTo>
                    <a:pt x="15575" y="70383"/>
                    <a:pt x="16854" y="71022"/>
                    <a:pt x="18131" y="71022"/>
                  </a:cubicBezTo>
                  <a:cubicBezTo>
                    <a:pt x="19409" y="71022"/>
                    <a:pt x="20048" y="71022"/>
                    <a:pt x="21326" y="70383"/>
                  </a:cubicBezTo>
                  <a:lnTo>
                    <a:pt x="37301" y="62084"/>
                  </a:lnTo>
                  <a:lnTo>
                    <a:pt x="53276" y="70383"/>
                  </a:lnTo>
                  <a:cubicBezTo>
                    <a:pt x="55193" y="71660"/>
                    <a:pt x="57749" y="71022"/>
                    <a:pt x="60305" y="69745"/>
                  </a:cubicBezTo>
                  <a:cubicBezTo>
                    <a:pt x="62222" y="68468"/>
                    <a:pt x="63500" y="65915"/>
                    <a:pt x="62861" y="63361"/>
                  </a:cubicBezTo>
                  <a:lnTo>
                    <a:pt x="59666" y="45486"/>
                  </a:lnTo>
                  <a:lnTo>
                    <a:pt x="72446" y="32718"/>
                  </a:lnTo>
                  <a:cubicBezTo>
                    <a:pt x="74363" y="30803"/>
                    <a:pt x="75002" y="28249"/>
                    <a:pt x="74363" y="26334"/>
                  </a:cubicBezTo>
                  <a:cubicBezTo>
                    <a:pt x="72446" y="23780"/>
                    <a:pt x="70529" y="22503"/>
                    <a:pt x="67973" y="21865"/>
                  </a:cubicBezTo>
                  <a:close/>
                  <a:moveTo>
                    <a:pt x="47525" y="38463"/>
                  </a:moveTo>
                  <a:cubicBezTo>
                    <a:pt x="46247" y="39740"/>
                    <a:pt x="45608" y="42294"/>
                    <a:pt x="45608" y="44209"/>
                  </a:cubicBezTo>
                  <a:lnTo>
                    <a:pt x="46886" y="52508"/>
                  </a:lnTo>
                  <a:lnTo>
                    <a:pt x="39218" y="48678"/>
                  </a:lnTo>
                  <a:cubicBezTo>
                    <a:pt x="38579" y="48039"/>
                    <a:pt x="37301" y="48039"/>
                    <a:pt x="36023" y="48039"/>
                  </a:cubicBezTo>
                  <a:cubicBezTo>
                    <a:pt x="34745" y="48039"/>
                    <a:pt x="34106" y="48039"/>
                    <a:pt x="32828" y="48678"/>
                  </a:cubicBezTo>
                  <a:lnTo>
                    <a:pt x="25160" y="52508"/>
                  </a:lnTo>
                  <a:lnTo>
                    <a:pt x="26438" y="44209"/>
                  </a:lnTo>
                  <a:cubicBezTo>
                    <a:pt x="27077" y="42294"/>
                    <a:pt x="25799" y="39740"/>
                    <a:pt x="24521" y="38463"/>
                  </a:cubicBezTo>
                  <a:lnTo>
                    <a:pt x="18770" y="32718"/>
                  </a:lnTo>
                  <a:lnTo>
                    <a:pt x="27077" y="31441"/>
                  </a:lnTo>
                  <a:cubicBezTo>
                    <a:pt x="28994" y="31441"/>
                    <a:pt x="30911" y="29526"/>
                    <a:pt x="32189" y="28249"/>
                  </a:cubicBezTo>
                  <a:lnTo>
                    <a:pt x="36023" y="20588"/>
                  </a:lnTo>
                  <a:lnTo>
                    <a:pt x="39857" y="28249"/>
                  </a:lnTo>
                  <a:cubicBezTo>
                    <a:pt x="40496" y="30164"/>
                    <a:pt x="42413" y="31441"/>
                    <a:pt x="44969" y="31441"/>
                  </a:cubicBezTo>
                  <a:lnTo>
                    <a:pt x="53276" y="32718"/>
                  </a:lnTo>
                  <a:lnTo>
                    <a:pt x="47525" y="38463"/>
                  </a:lnTo>
                  <a:close/>
                </a:path>
              </a:pathLst>
            </a:custGeom>
            <a:solidFill>
              <a:srgbClr val="012169"/>
            </a:solidFill>
            <a:ln w="6390" cap="flat">
              <a:noFill/>
              <a:prstDash val="solid"/>
              <a:miter/>
            </a:ln>
          </p:spPr>
          <p:txBody>
            <a:bodyPr rtlCol="0" anchor="ctr"/>
            <a:lstStyle/>
            <a:p>
              <a:endParaRPr lang="en-US"/>
            </a:p>
          </p:txBody>
        </p:sp>
        <p:sp>
          <p:nvSpPr>
            <p:cNvPr id="391" name="Graphic 4">
              <a:extLst>
                <a:ext uri="{FF2B5EF4-FFF2-40B4-BE49-F238E27FC236}">
                  <a16:creationId xmlns:a16="http://schemas.microsoft.com/office/drawing/2014/main" id="{90A4417B-D2EB-1B4A-9A5A-62C849BEA18A}"/>
                </a:ext>
              </a:extLst>
            </p:cNvPr>
            <p:cNvSpPr/>
            <p:nvPr/>
          </p:nvSpPr>
          <p:spPr>
            <a:xfrm>
              <a:off x="2751906" y="2071605"/>
              <a:ext cx="74602" cy="71079"/>
            </a:xfrm>
            <a:custGeom>
              <a:avLst/>
              <a:gdLst>
                <a:gd name="connsiteX0" fmla="*/ 67973 w 74602"/>
                <a:gd name="connsiteY0" fmla="*/ 21865 h 71079"/>
                <a:gd name="connsiteX1" fmla="*/ 50081 w 74602"/>
                <a:gd name="connsiteY1" fmla="*/ 19311 h 71079"/>
                <a:gd name="connsiteX2" fmla="*/ 42413 w 74602"/>
                <a:gd name="connsiteY2" fmla="*/ 3352 h 71079"/>
                <a:gd name="connsiteX3" fmla="*/ 30911 w 74602"/>
                <a:gd name="connsiteY3" fmla="*/ 3352 h 71079"/>
                <a:gd name="connsiteX4" fmla="*/ 23243 w 74602"/>
                <a:gd name="connsiteY4" fmla="*/ 19311 h 71079"/>
                <a:gd name="connsiteX5" fmla="*/ 5352 w 74602"/>
                <a:gd name="connsiteY5" fmla="*/ 21865 h 71079"/>
                <a:gd name="connsiteX6" fmla="*/ 240 w 74602"/>
                <a:gd name="connsiteY6" fmla="*/ 26334 h 71079"/>
                <a:gd name="connsiteX7" fmla="*/ 2157 w 74602"/>
                <a:gd name="connsiteY7" fmla="*/ 32718 h 71079"/>
                <a:gd name="connsiteX8" fmla="*/ 14936 w 74602"/>
                <a:gd name="connsiteY8" fmla="*/ 45486 h 71079"/>
                <a:gd name="connsiteX9" fmla="*/ 11741 w 74602"/>
                <a:gd name="connsiteY9" fmla="*/ 63361 h 71079"/>
                <a:gd name="connsiteX10" fmla="*/ 14297 w 74602"/>
                <a:gd name="connsiteY10" fmla="*/ 69745 h 71079"/>
                <a:gd name="connsiteX11" fmla="*/ 18131 w 74602"/>
                <a:gd name="connsiteY11" fmla="*/ 71022 h 71079"/>
                <a:gd name="connsiteX12" fmla="*/ 21326 w 74602"/>
                <a:gd name="connsiteY12" fmla="*/ 70383 h 71079"/>
                <a:gd name="connsiteX13" fmla="*/ 37301 w 74602"/>
                <a:gd name="connsiteY13" fmla="*/ 62084 h 71079"/>
                <a:gd name="connsiteX14" fmla="*/ 53276 w 74602"/>
                <a:gd name="connsiteY14" fmla="*/ 70383 h 71079"/>
                <a:gd name="connsiteX15" fmla="*/ 60305 w 74602"/>
                <a:gd name="connsiteY15" fmla="*/ 69745 h 71079"/>
                <a:gd name="connsiteX16" fmla="*/ 62861 w 74602"/>
                <a:gd name="connsiteY16" fmla="*/ 63361 h 71079"/>
                <a:gd name="connsiteX17" fmla="*/ 59666 w 74602"/>
                <a:gd name="connsiteY17" fmla="*/ 45486 h 71079"/>
                <a:gd name="connsiteX18" fmla="*/ 72446 w 74602"/>
                <a:gd name="connsiteY18" fmla="*/ 32718 h 71079"/>
                <a:gd name="connsiteX19" fmla="*/ 74363 w 74602"/>
                <a:gd name="connsiteY19" fmla="*/ 26334 h 71079"/>
                <a:gd name="connsiteX20" fmla="*/ 67973 w 74602"/>
                <a:gd name="connsiteY20" fmla="*/ 21865 h 71079"/>
                <a:gd name="connsiteX21" fmla="*/ 46886 w 74602"/>
                <a:gd name="connsiteY21" fmla="*/ 38463 h 71079"/>
                <a:gd name="connsiteX22" fmla="*/ 44969 w 74602"/>
                <a:gd name="connsiteY22" fmla="*/ 44209 h 71079"/>
                <a:gd name="connsiteX23" fmla="*/ 46247 w 74602"/>
                <a:gd name="connsiteY23" fmla="*/ 52508 h 71079"/>
                <a:gd name="connsiteX24" fmla="*/ 38579 w 74602"/>
                <a:gd name="connsiteY24" fmla="*/ 48678 h 71079"/>
                <a:gd name="connsiteX25" fmla="*/ 35384 w 74602"/>
                <a:gd name="connsiteY25" fmla="*/ 48039 h 71079"/>
                <a:gd name="connsiteX26" fmla="*/ 32189 w 74602"/>
                <a:gd name="connsiteY26" fmla="*/ 48678 h 71079"/>
                <a:gd name="connsiteX27" fmla="*/ 24521 w 74602"/>
                <a:gd name="connsiteY27" fmla="*/ 52508 h 71079"/>
                <a:gd name="connsiteX28" fmla="*/ 25799 w 74602"/>
                <a:gd name="connsiteY28" fmla="*/ 44209 h 71079"/>
                <a:gd name="connsiteX29" fmla="*/ 23882 w 74602"/>
                <a:gd name="connsiteY29" fmla="*/ 38463 h 71079"/>
                <a:gd name="connsiteX30" fmla="*/ 18131 w 74602"/>
                <a:gd name="connsiteY30" fmla="*/ 32718 h 71079"/>
                <a:gd name="connsiteX31" fmla="*/ 26438 w 74602"/>
                <a:gd name="connsiteY31" fmla="*/ 31441 h 71079"/>
                <a:gd name="connsiteX32" fmla="*/ 31550 w 74602"/>
                <a:gd name="connsiteY32" fmla="*/ 28249 h 71079"/>
                <a:gd name="connsiteX33" fmla="*/ 35384 w 74602"/>
                <a:gd name="connsiteY33" fmla="*/ 20588 h 71079"/>
                <a:gd name="connsiteX34" fmla="*/ 39218 w 74602"/>
                <a:gd name="connsiteY34" fmla="*/ 28249 h 71079"/>
                <a:gd name="connsiteX35" fmla="*/ 44330 w 74602"/>
                <a:gd name="connsiteY35" fmla="*/ 31441 h 71079"/>
                <a:gd name="connsiteX36" fmla="*/ 52637 w 74602"/>
                <a:gd name="connsiteY36" fmla="*/ 32718 h 71079"/>
                <a:gd name="connsiteX37" fmla="*/ 46886 w 74602"/>
                <a:gd name="connsiteY37" fmla="*/ 38463 h 7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4602" h="71079">
                  <a:moveTo>
                    <a:pt x="67973" y="21865"/>
                  </a:moveTo>
                  <a:lnTo>
                    <a:pt x="50081" y="19311"/>
                  </a:lnTo>
                  <a:lnTo>
                    <a:pt x="42413" y="3352"/>
                  </a:lnTo>
                  <a:cubicBezTo>
                    <a:pt x="40496" y="-1117"/>
                    <a:pt x="32828" y="-1117"/>
                    <a:pt x="30911" y="3352"/>
                  </a:cubicBezTo>
                  <a:lnTo>
                    <a:pt x="23243" y="19311"/>
                  </a:lnTo>
                  <a:lnTo>
                    <a:pt x="5352" y="21865"/>
                  </a:lnTo>
                  <a:cubicBezTo>
                    <a:pt x="2796" y="22503"/>
                    <a:pt x="878" y="23780"/>
                    <a:pt x="240" y="26334"/>
                  </a:cubicBezTo>
                  <a:cubicBezTo>
                    <a:pt x="-399" y="28887"/>
                    <a:pt x="240" y="31441"/>
                    <a:pt x="2157" y="32718"/>
                  </a:cubicBezTo>
                  <a:lnTo>
                    <a:pt x="14936" y="45486"/>
                  </a:lnTo>
                  <a:lnTo>
                    <a:pt x="11741" y="63361"/>
                  </a:lnTo>
                  <a:cubicBezTo>
                    <a:pt x="11102" y="65915"/>
                    <a:pt x="12380" y="68468"/>
                    <a:pt x="14297" y="69745"/>
                  </a:cubicBezTo>
                  <a:cubicBezTo>
                    <a:pt x="15575" y="70383"/>
                    <a:pt x="16853" y="71022"/>
                    <a:pt x="18131" y="71022"/>
                  </a:cubicBezTo>
                  <a:cubicBezTo>
                    <a:pt x="19409" y="71022"/>
                    <a:pt x="20048" y="71022"/>
                    <a:pt x="21326" y="70383"/>
                  </a:cubicBezTo>
                  <a:lnTo>
                    <a:pt x="37301" y="62084"/>
                  </a:lnTo>
                  <a:lnTo>
                    <a:pt x="53276" y="70383"/>
                  </a:lnTo>
                  <a:cubicBezTo>
                    <a:pt x="55193" y="71660"/>
                    <a:pt x="57749" y="71022"/>
                    <a:pt x="60305" y="69745"/>
                  </a:cubicBezTo>
                  <a:cubicBezTo>
                    <a:pt x="62222" y="68468"/>
                    <a:pt x="63500" y="65915"/>
                    <a:pt x="62861" y="63361"/>
                  </a:cubicBezTo>
                  <a:lnTo>
                    <a:pt x="59666" y="45486"/>
                  </a:lnTo>
                  <a:lnTo>
                    <a:pt x="72446" y="32718"/>
                  </a:lnTo>
                  <a:cubicBezTo>
                    <a:pt x="74363" y="30803"/>
                    <a:pt x="75002" y="28249"/>
                    <a:pt x="74363" y="26334"/>
                  </a:cubicBezTo>
                  <a:cubicBezTo>
                    <a:pt x="72446" y="23780"/>
                    <a:pt x="69890" y="22503"/>
                    <a:pt x="67973" y="21865"/>
                  </a:cubicBezTo>
                  <a:close/>
                  <a:moveTo>
                    <a:pt x="46886" y="38463"/>
                  </a:moveTo>
                  <a:cubicBezTo>
                    <a:pt x="45608" y="39740"/>
                    <a:pt x="44969" y="42294"/>
                    <a:pt x="44969" y="44209"/>
                  </a:cubicBezTo>
                  <a:lnTo>
                    <a:pt x="46247" y="52508"/>
                  </a:lnTo>
                  <a:lnTo>
                    <a:pt x="38579" y="48678"/>
                  </a:lnTo>
                  <a:cubicBezTo>
                    <a:pt x="37940" y="48039"/>
                    <a:pt x="36662" y="48039"/>
                    <a:pt x="35384" y="48039"/>
                  </a:cubicBezTo>
                  <a:cubicBezTo>
                    <a:pt x="34106" y="48039"/>
                    <a:pt x="33467" y="48039"/>
                    <a:pt x="32189" y="48678"/>
                  </a:cubicBezTo>
                  <a:lnTo>
                    <a:pt x="24521" y="52508"/>
                  </a:lnTo>
                  <a:lnTo>
                    <a:pt x="25799" y="44209"/>
                  </a:lnTo>
                  <a:cubicBezTo>
                    <a:pt x="26438" y="42294"/>
                    <a:pt x="25160" y="39740"/>
                    <a:pt x="23882" y="38463"/>
                  </a:cubicBezTo>
                  <a:lnTo>
                    <a:pt x="18131" y="32718"/>
                  </a:lnTo>
                  <a:lnTo>
                    <a:pt x="26438" y="31441"/>
                  </a:lnTo>
                  <a:cubicBezTo>
                    <a:pt x="28355" y="31441"/>
                    <a:pt x="30272" y="29526"/>
                    <a:pt x="31550" y="28249"/>
                  </a:cubicBezTo>
                  <a:lnTo>
                    <a:pt x="35384" y="20588"/>
                  </a:lnTo>
                  <a:lnTo>
                    <a:pt x="39218" y="28249"/>
                  </a:lnTo>
                  <a:cubicBezTo>
                    <a:pt x="39857" y="30164"/>
                    <a:pt x="41774" y="31441"/>
                    <a:pt x="44330" y="31441"/>
                  </a:cubicBezTo>
                  <a:lnTo>
                    <a:pt x="52637" y="32718"/>
                  </a:lnTo>
                  <a:lnTo>
                    <a:pt x="46886" y="38463"/>
                  </a:lnTo>
                  <a:close/>
                </a:path>
              </a:pathLst>
            </a:custGeom>
            <a:solidFill>
              <a:srgbClr val="012169"/>
            </a:solidFill>
            <a:ln w="6390" cap="flat">
              <a:noFill/>
              <a:prstDash val="solid"/>
              <a:miter/>
            </a:ln>
          </p:spPr>
          <p:txBody>
            <a:bodyPr rtlCol="0" anchor="ctr"/>
            <a:lstStyle/>
            <a:p>
              <a:endParaRPr lang="en-US"/>
            </a:p>
          </p:txBody>
        </p:sp>
      </p:grpSp>
      <p:grpSp>
        <p:nvGrpSpPr>
          <p:cNvPr id="392" name="Graphic 4">
            <a:extLst>
              <a:ext uri="{FF2B5EF4-FFF2-40B4-BE49-F238E27FC236}">
                <a16:creationId xmlns:a16="http://schemas.microsoft.com/office/drawing/2014/main" id="{1DEA3E99-96FF-0641-9361-0698C56C6134}"/>
              </a:ext>
            </a:extLst>
          </p:cNvPr>
          <p:cNvGrpSpPr>
            <a:grpSpLocks noChangeAspect="1"/>
          </p:cNvGrpSpPr>
          <p:nvPr/>
        </p:nvGrpSpPr>
        <p:grpSpPr>
          <a:xfrm>
            <a:off x="2560447" y="918179"/>
            <a:ext cx="361670" cy="361333"/>
            <a:chOff x="2560447" y="918179"/>
            <a:chExt cx="361670" cy="361333"/>
          </a:xfrm>
          <a:solidFill>
            <a:srgbClr val="012169"/>
          </a:solidFill>
        </p:grpSpPr>
        <p:sp>
          <p:nvSpPr>
            <p:cNvPr id="393" name="Graphic 4">
              <a:extLst>
                <a:ext uri="{FF2B5EF4-FFF2-40B4-BE49-F238E27FC236}">
                  <a16:creationId xmlns:a16="http://schemas.microsoft.com/office/drawing/2014/main" id="{250F88E8-ECB9-AE44-9D69-44146893B275}"/>
                </a:ext>
              </a:extLst>
            </p:cNvPr>
            <p:cNvSpPr/>
            <p:nvPr/>
          </p:nvSpPr>
          <p:spPr>
            <a:xfrm>
              <a:off x="2560447"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4128"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394" name="Graphic 4">
              <a:extLst>
                <a:ext uri="{FF2B5EF4-FFF2-40B4-BE49-F238E27FC236}">
                  <a16:creationId xmlns:a16="http://schemas.microsoft.com/office/drawing/2014/main" id="{418256D5-F763-C74A-9221-92B8D20C4B5D}"/>
                </a:ext>
              </a:extLst>
            </p:cNvPr>
            <p:cNvSpPr/>
            <p:nvPr/>
          </p:nvSpPr>
          <p:spPr>
            <a:xfrm>
              <a:off x="2622619" y="1025165"/>
              <a:ext cx="188952" cy="188591"/>
            </a:xfrm>
            <a:custGeom>
              <a:avLst/>
              <a:gdLst>
                <a:gd name="connsiteX0" fmla="*/ 188314 w 188952"/>
                <a:gd name="connsiteY0" fmla="*/ 150288 h 188591"/>
                <a:gd name="connsiteX1" fmla="*/ 132722 w 188952"/>
                <a:gd name="connsiteY1" fmla="*/ 118368 h 188591"/>
                <a:gd name="connsiteX2" fmla="*/ 117386 w 188952"/>
                <a:gd name="connsiteY2" fmla="*/ 121560 h 188591"/>
                <a:gd name="connsiteX3" fmla="*/ 104606 w 188952"/>
                <a:gd name="connsiteY3" fmla="*/ 133051 h 188591"/>
                <a:gd name="connsiteX4" fmla="*/ 102689 w 188952"/>
                <a:gd name="connsiteY4" fmla="*/ 134967 h 188591"/>
                <a:gd name="connsiteX5" fmla="*/ 54764 w 188952"/>
                <a:gd name="connsiteY5" fmla="*/ 87087 h 188591"/>
                <a:gd name="connsiteX6" fmla="*/ 56681 w 188952"/>
                <a:gd name="connsiteY6" fmla="*/ 85171 h 188591"/>
                <a:gd name="connsiteX7" fmla="*/ 68183 w 188952"/>
                <a:gd name="connsiteY7" fmla="*/ 72403 h 188591"/>
                <a:gd name="connsiteX8" fmla="*/ 39428 w 188952"/>
                <a:gd name="connsiteY8" fmla="*/ 1541 h 188591"/>
                <a:gd name="connsiteX9" fmla="*/ 38789 w 188952"/>
                <a:gd name="connsiteY9" fmla="*/ 903 h 188591"/>
                <a:gd name="connsiteX10" fmla="*/ 34316 w 188952"/>
                <a:gd name="connsiteY10" fmla="*/ 264 h 188591"/>
                <a:gd name="connsiteX11" fmla="*/ 33678 w 188952"/>
                <a:gd name="connsiteY11" fmla="*/ 264 h 188591"/>
                <a:gd name="connsiteX12" fmla="*/ 4923 w 188952"/>
                <a:gd name="connsiteY12" fmla="*/ 30908 h 188591"/>
                <a:gd name="connsiteX13" fmla="*/ 38789 w 188952"/>
                <a:gd name="connsiteY13" fmla="*/ 150288 h 188591"/>
                <a:gd name="connsiteX14" fmla="*/ 127610 w 188952"/>
                <a:gd name="connsiteY14" fmla="*/ 188592 h 188591"/>
                <a:gd name="connsiteX15" fmla="*/ 188953 w 188952"/>
                <a:gd name="connsiteY15" fmla="*/ 155395 h 188591"/>
                <a:gd name="connsiteX16" fmla="*/ 188953 w 188952"/>
                <a:gd name="connsiteY16" fmla="*/ 154757 h 188591"/>
                <a:gd name="connsiteX17" fmla="*/ 188314 w 188952"/>
                <a:gd name="connsiteY17" fmla="*/ 150288 h 188591"/>
                <a:gd name="connsiteX18" fmla="*/ 188314 w 188952"/>
                <a:gd name="connsiteY18" fmla="*/ 150288 h 188591"/>
                <a:gd name="connsiteX19" fmla="*/ 128249 w 188952"/>
                <a:gd name="connsiteY19" fmla="*/ 177101 h 188591"/>
                <a:gd name="connsiteX20" fmla="*/ 49013 w 188952"/>
                <a:gd name="connsiteY20" fmla="*/ 142627 h 188591"/>
                <a:gd name="connsiteX21" fmla="*/ 18342 w 188952"/>
                <a:gd name="connsiteY21" fmla="*/ 36015 h 188591"/>
                <a:gd name="connsiteX22" fmla="*/ 34955 w 188952"/>
                <a:gd name="connsiteY22" fmla="*/ 14309 h 188591"/>
                <a:gd name="connsiteX23" fmla="*/ 57320 w 188952"/>
                <a:gd name="connsiteY23" fmla="*/ 67935 h 188591"/>
                <a:gd name="connsiteX24" fmla="*/ 49013 w 188952"/>
                <a:gd name="connsiteY24" fmla="*/ 76234 h 188591"/>
                <a:gd name="connsiteX25" fmla="*/ 43901 w 188952"/>
                <a:gd name="connsiteY25" fmla="*/ 80703 h 188591"/>
                <a:gd name="connsiteX26" fmla="*/ 41984 w 188952"/>
                <a:gd name="connsiteY26" fmla="*/ 85810 h 188591"/>
                <a:gd name="connsiteX27" fmla="*/ 105245 w 188952"/>
                <a:gd name="connsiteY27" fmla="*/ 149011 h 188591"/>
                <a:gd name="connsiteX28" fmla="*/ 110357 w 188952"/>
                <a:gd name="connsiteY28" fmla="*/ 147096 h 188591"/>
                <a:gd name="connsiteX29" fmla="*/ 114830 w 188952"/>
                <a:gd name="connsiteY29" fmla="*/ 141989 h 188591"/>
                <a:gd name="connsiteX30" fmla="*/ 123137 w 188952"/>
                <a:gd name="connsiteY30" fmla="*/ 133690 h 188591"/>
                <a:gd name="connsiteX31" fmla="*/ 133360 w 188952"/>
                <a:gd name="connsiteY31" fmla="*/ 131775 h 188591"/>
                <a:gd name="connsiteX32" fmla="*/ 176812 w 188952"/>
                <a:gd name="connsiteY32" fmla="*/ 156034 h 188591"/>
                <a:gd name="connsiteX33" fmla="*/ 128249 w 188952"/>
                <a:gd name="connsiteY33" fmla="*/ 177101 h 188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88952" h="188591">
                  <a:moveTo>
                    <a:pt x="188314" y="150288"/>
                  </a:moveTo>
                  <a:cubicBezTo>
                    <a:pt x="174256" y="128583"/>
                    <a:pt x="150613" y="118368"/>
                    <a:pt x="132722" y="118368"/>
                  </a:cubicBezTo>
                  <a:cubicBezTo>
                    <a:pt x="126970" y="118368"/>
                    <a:pt x="121220" y="119645"/>
                    <a:pt x="117386" y="121560"/>
                  </a:cubicBezTo>
                  <a:cubicBezTo>
                    <a:pt x="112913" y="124114"/>
                    <a:pt x="108440" y="128583"/>
                    <a:pt x="104606" y="133051"/>
                  </a:cubicBezTo>
                  <a:cubicBezTo>
                    <a:pt x="103967" y="133690"/>
                    <a:pt x="103328" y="134328"/>
                    <a:pt x="102689" y="134967"/>
                  </a:cubicBezTo>
                  <a:cubicBezTo>
                    <a:pt x="82241" y="132413"/>
                    <a:pt x="57320" y="105600"/>
                    <a:pt x="54764" y="87087"/>
                  </a:cubicBezTo>
                  <a:cubicBezTo>
                    <a:pt x="55403" y="86448"/>
                    <a:pt x="56042" y="85810"/>
                    <a:pt x="56681" y="85171"/>
                  </a:cubicBezTo>
                  <a:cubicBezTo>
                    <a:pt x="61154" y="81341"/>
                    <a:pt x="65627" y="77511"/>
                    <a:pt x="68183" y="72403"/>
                  </a:cubicBezTo>
                  <a:cubicBezTo>
                    <a:pt x="77129" y="53890"/>
                    <a:pt x="66905" y="18778"/>
                    <a:pt x="39428" y="1541"/>
                  </a:cubicBezTo>
                  <a:lnTo>
                    <a:pt x="38789" y="903"/>
                  </a:lnTo>
                  <a:cubicBezTo>
                    <a:pt x="37511" y="264"/>
                    <a:pt x="36233" y="-374"/>
                    <a:pt x="34316" y="264"/>
                  </a:cubicBezTo>
                  <a:lnTo>
                    <a:pt x="33678" y="264"/>
                  </a:lnTo>
                  <a:cubicBezTo>
                    <a:pt x="21537" y="2180"/>
                    <a:pt x="11313" y="13032"/>
                    <a:pt x="4923" y="30908"/>
                  </a:cubicBezTo>
                  <a:cubicBezTo>
                    <a:pt x="-5301" y="60274"/>
                    <a:pt x="-2106" y="109431"/>
                    <a:pt x="38789" y="150288"/>
                  </a:cubicBezTo>
                  <a:cubicBezTo>
                    <a:pt x="72017" y="183485"/>
                    <a:pt x="108440" y="188592"/>
                    <a:pt x="127610" y="188592"/>
                  </a:cubicBezTo>
                  <a:cubicBezTo>
                    <a:pt x="160198" y="188592"/>
                    <a:pt x="186397" y="174547"/>
                    <a:pt x="188953" y="155395"/>
                  </a:cubicBezTo>
                  <a:lnTo>
                    <a:pt x="188953" y="154757"/>
                  </a:lnTo>
                  <a:cubicBezTo>
                    <a:pt x="188953" y="153480"/>
                    <a:pt x="188953" y="151565"/>
                    <a:pt x="188314" y="150288"/>
                  </a:cubicBezTo>
                  <a:lnTo>
                    <a:pt x="188314" y="150288"/>
                  </a:lnTo>
                  <a:close/>
                  <a:moveTo>
                    <a:pt x="128249" y="177101"/>
                  </a:moveTo>
                  <a:cubicBezTo>
                    <a:pt x="111635" y="177101"/>
                    <a:pt x="79046" y="172632"/>
                    <a:pt x="49013" y="142627"/>
                  </a:cubicBezTo>
                  <a:cubicBezTo>
                    <a:pt x="12591" y="106239"/>
                    <a:pt x="9396" y="62189"/>
                    <a:pt x="18342" y="36015"/>
                  </a:cubicBezTo>
                  <a:cubicBezTo>
                    <a:pt x="22176" y="24524"/>
                    <a:pt x="28565" y="16224"/>
                    <a:pt x="34955" y="14309"/>
                  </a:cubicBezTo>
                  <a:cubicBezTo>
                    <a:pt x="56042" y="28992"/>
                    <a:pt x="63071" y="55805"/>
                    <a:pt x="57320" y="67935"/>
                  </a:cubicBezTo>
                  <a:cubicBezTo>
                    <a:pt x="56042" y="70488"/>
                    <a:pt x="52208" y="73680"/>
                    <a:pt x="49013" y="76234"/>
                  </a:cubicBezTo>
                  <a:cubicBezTo>
                    <a:pt x="47096" y="77511"/>
                    <a:pt x="45818" y="79426"/>
                    <a:pt x="43901" y="80703"/>
                  </a:cubicBezTo>
                  <a:cubicBezTo>
                    <a:pt x="42623" y="81979"/>
                    <a:pt x="41984" y="83895"/>
                    <a:pt x="41984" y="85810"/>
                  </a:cubicBezTo>
                  <a:cubicBezTo>
                    <a:pt x="42623" y="111346"/>
                    <a:pt x="75851" y="148373"/>
                    <a:pt x="105245" y="149011"/>
                  </a:cubicBezTo>
                  <a:cubicBezTo>
                    <a:pt x="107162" y="149011"/>
                    <a:pt x="109079" y="148373"/>
                    <a:pt x="110357" y="147096"/>
                  </a:cubicBezTo>
                  <a:cubicBezTo>
                    <a:pt x="111635" y="145819"/>
                    <a:pt x="112913" y="143904"/>
                    <a:pt x="114830" y="141989"/>
                  </a:cubicBezTo>
                  <a:cubicBezTo>
                    <a:pt x="117386" y="138797"/>
                    <a:pt x="120581" y="134967"/>
                    <a:pt x="123137" y="133690"/>
                  </a:cubicBezTo>
                  <a:cubicBezTo>
                    <a:pt x="125693" y="132413"/>
                    <a:pt x="129527" y="131775"/>
                    <a:pt x="133360" y="131775"/>
                  </a:cubicBezTo>
                  <a:cubicBezTo>
                    <a:pt x="146779" y="131775"/>
                    <a:pt x="165310" y="139435"/>
                    <a:pt x="176812" y="156034"/>
                  </a:cubicBezTo>
                  <a:cubicBezTo>
                    <a:pt x="173617" y="166248"/>
                    <a:pt x="154447" y="177101"/>
                    <a:pt x="128249" y="177101"/>
                  </a:cubicBezTo>
                  <a:close/>
                </a:path>
              </a:pathLst>
            </a:custGeom>
            <a:solidFill>
              <a:srgbClr val="012169"/>
            </a:solidFill>
            <a:ln w="6390" cap="flat">
              <a:noFill/>
              <a:prstDash val="solid"/>
              <a:miter/>
            </a:ln>
          </p:spPr>
          <p:txBody>
            <a:bodyPr rtlCol="0" anchor="ctr"/>
            <a:lstStyle/>
            <a:p>
              <a:endParaRPr lang="en-US"/>
            </a:p>
          </p:txBody>
        </p:sp>
        <p:sp>
          <p:nvSpPr>
            <p:cNvPr id="395" name="Graphic 4">
              <a:extLst>
                <a:ext uri="{FF2B5EF4-FFF2-40B4-BE49-F238E27FC236}">
                  <a16:creationId xmlns:a16="http://schemas.microsoft.com/office/drawing/2014/main" id="{7F499BEF-5D28-004C-BF22-297495D0AD03}"/>
                </a:ext>
              </a:extLst>
            </p:cNvPr>
            <p:cNvSpPr/>
            <p:nvPr/>
          </p:nvSpPr>
          <p:spPr>
            <a:xfrm>
              <a:off x="2711250" y="1008831"/>
              <a:ext cx="134925" cy="119380"/>
            </a:xfrm>
            <a:custGeom>
              <a:avLst/>
              <a:gdLst>
                <a:gd name="connsiteX0" fmla="*/ 129077 w 134925"/>
                <a:gd name="connsiteY0" fmla="*/ 0 h 119380"/>
                <a:gd name="connsiteX1" fmla="*/ 6390 w 134925"/>
                <a:gd name="connsiteY1" fmla="*/ 0 h 119380"/>
                <a:gd name="connsiteX2" fmla="*/ 0 w 134925"/>
                <a:gd name="connsiteY2" fmla="*/ 6384 h 119380"/>
                <a:gd name="connsiteX3" fmla="*/ 0 w 134925"/>
                <a:gd name="connsiteY3" fmla="*/ 89376 h 119380"/>
                <a:gd name="connsiteX4" fmla="*/ 6390 w 134925"/>
                <a:gd name="connsiteY4" fmla="*/ 95760 h 119380"/>
                <a:gd name="connsiteX5" fmla="*/ 20448 w 134925"/>
                <a:gd name="connsiteY5" fmla="*/ 95760 h 119380"/>
                <a:gd name="connsiteX6" fmla="*/ 20448 w 134925"/>
                <a:gd name="connsiteY6" fmla="*/ 112997 h 119380"/>
                <a:gd name="connsiteX7" fmla="*/ 24282 w 134925"/>
                <a:gd name="connsiteY7" fmla="*/ 118742 h 119380"/>
                <a:gd name="connsiteX8" fmla="*/ 26838 w 134925"/>
                <a:gd name="connsiteY8" fmla="*/ 119381 h 119380"/>
                <a:gd name="connsiteX9" fmla="*/ 30672 w 134925"/>
                <a:gd name="connsiteY9" fmla="*/ 118104 h 119380"/>
                <a:gd name="connsiteX10" fmla="*/ 56871 w 134925"/>
                <a:gd name="connsiteY10" fmla="*/ 95760 h 119380"/>
                <a:gd name="connsiteX11" fmla="*/ 128438 w 134925"/>
                <a:gd name="connsiteY11" fmla="*/ 95760 h 119380"/>
                <a:gd name="connsiteX12" fmla="*/ 134828 w 134925"/>
                <a:gd name="connsiteY12" fmla="*/ 89376 h 119380"/>
                <a:gd name="connsiteX13" fmla="*/ 134828 w 134925"/>
                <a:gd name="connsiteY13" fmla="*/ 6384 h 119380"/>
                <a:gd name="connsiteX14" fmla="*/ 129077 w 134925"/>
                <a:gd name="connsiteY14" fmla="*/ 0 h 119380"/>
                <a:gd name="connsiteX15" fmla="*/ 122687 w 134925"/>
                <a:gd name="connsiteY15" fmla="*/ 82992 h 119380"/>
                <a:gd name="connsiteX16" fmla="*/ 54954 w 134925"/>
                <a:gd name="connsiteY16" fmla="*/ 82992 h 119380"/>
                <a:gd name="connsiteX17" fmla="*/ 51119 w 134925"/>
                <a:gd name="connsiteY17" fmla="*/ 84269 h 119380"/>
                <a:gd name="connsiteX18" fmla="*/ 33228 w 134925"/>
                <a:gd name="connsiteY18" fmla="*/ 98952 h 119380"/>
                <a:gd name="connsiteX19" fmla="*/ 33228 w 134925"/>
                <a:gd name="connsiteY19" fmla="*/ 88737 h 119380"/>
                <a:gd name="connsiteX20" fmla="*/ 26838 w 134925"/>
                <a:gd name="connsiteY20" fmla="*/ 82353 h 119380"/>
                <a:gd name="connsiteX21" fmla="*/ 12780 w 134925"/>
                <a:gd name="connsiteY21" fmla="*/ 82353 h 119380"/>
                <a:gd name="connsiteX22" fmla="*/ 12780 w 134925"/>
                <a:gd name="connsiteY22" fmla="*/ 12130 h 119380"/>
                <a:gd name="connsiteX23" fmla="*/ 122687 w 134925"/>
                <a:gd name="connsiteY23" fmla="*/ 12130 h 119380"/>
                <a:gd name="connsiteX24" fmla="*/ 122687 w 134925"/>
                <a:gd name="connsiteY24" fmla="*/ 82992 h 119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4925" h="119380">
                  <a:moveTo>
                    <a:pt x="129077" y="0"/>
                  </a:moveTo>
                  <a:lnTo>
                    <a:pt x="6390" y="0"/>
                  </a:lnTo>
                  <a:cubicBezTo>
                    <a:pt x="2556" y="0"/>
                    <a:pt x="0" y="2554"/>
                    <a:pt x="0" y="6384"/>
                  </a:cubicBezTo>
                  <a:lnTo>
                    <a:pt x="0" y="89376"/>
                  </a:lnTo>
                  <a:cubicBezTo>
                    <a:pt x="0" y="93206"/>
                    <a:pt x="2556" y="95760"/>
                    <a:pt x="6390" y="95760"/>
                  </a:cubicBezTo>
                  <a:lnTo>
                    <a:pt x="20448" y="95760"/>
                  </a:lnTo>
                  <a:lnTo>
                    <a:pt x="20448" y="112997"/>
                  </a:lnTo>
                  <a:cubicBezTo>
                    <a:pt x="20448" y="115550"/>
                    <a:pt x="21726" y="117465"/>
                    <a:pt x="24282" y="118742"/>
                  </a:cubicBezTo>
                  <a:cubicBezTo>
                    <a:pt x="24921" y="119381"/>
                    <a:pt x="26199" y="119381"/>
                    <a:pt x="26838" y="119381"/>
                  </a:cubicBezTo>
                  <a:cubicBezTo>
                    <a:pt x="28116" y="119381"/>
                    <a:pt x="30033" y="118742"/>
                    <a:pt x="30672" y="118104"/>
                  </a:cubicBezTo>
                  <a:lnTo>
                    <a:pt x="56871" y="95760"/>
                  </a:lnTo>
                  <a:lnTo>
                    <a:pt x="128438" y="95760"/>
                  </a:lnTo>
                  <a:cubicBezTo>
                    <a:pt x="132272" y="95760"/>
                    <a:pt x="134828" y="93206"/>
                    <a:pt x="134828" y="89376"/>
                  </a:cubicBezTo>
                  <a:lnTo>
                    <a:pt x="134828" y="6384"/>
                  </a:lnTo>
                  <a:cubicBezTo>
                    <a:pt x="135467" y="2554"/>
                    <a:pt x="132911" y="0"/>
                    <a:pt x="129077" y="0"/>
                  </a:cubicBezTo>
                  <a:close/>
                  <a:moveTo>
                    <a:pt x="122687" y="82992"/>
                  </a:moveTo>
                  <a:lnTo>
                    <a:pt x="54954" y="82992"/>
                  </a:lnTo>
                  <a:cubicBezTo>
                    <a:pt x="53676" y="82992"/>
                    <a:pt x="51759" y="83630"/>
                    <a:pt x="51119" y="84269"/>
                  </a:cubicBezTo>
                  <a:lnTo>
                    <a:pt x="33228" y="98952"/>
                  </a:lnTo>
                  <a:lnTo>
                    <a:pt x="33228" y="88737"/>
                  </a:lnTo>
                  <a:cubicBezTo>
                    <a:pt x="33228" y="84907"/>
                    <a:pt x="30672" y="82353"/>
                    <a:pt x="26838" y="82353"/>
                  </a:cubicBezTo>
                  <a:lnTo>
                    <a:pt x="12780" y="82353"/>
                  </a:lnTo>
                  <a:lnTo>
                    <a:pt x="12780" y="12130"/>
                  </a:lnTo>
                  <a:lnTo>
                    <a:pt x="122687" y="12130"/>
                  </a:lnTo>
                  <a:lnTo>
                    <a:pt x="122687" y="82992"/>
                  </a:lnTo>
                  <a:close/>
                </a:path>
              </a:pathLst>
            </a:custGeom>
            <a:solidFill>
              <a:srgbClr val="012169"/>
            </a:solidFill>
            <a:ln w="6390" cap="flat">
              <a:noFill/>
              <a:prstDash val="solid"/>
              <a:miter/>
            </a:ln>
          </p:spPr>
          <p:txBody>
            <a:bodyPr rtlCol="0" anchor="ctr"/>
            <a:lstStyle/>
            <a:p>
              <a:endParaRPr lang="en-US"/>
            </a:p>
          </p:txBody>
        </p:sp>
      </p:grpSp>
      <p:grpSp>
        <p:nvGrpSpPr>
          <p:cNvPr id="396" name="Graphic 4">
            <a:extLst>
              <a:ext uri="{FF2B5EF4-FFF2-40B4-BE49-F238E27FC236}">
                <a16:creationId xmlns:a16="http://schemas.microsoft.com/office/drawing/2014/main" id="{C2037D8E-F752-6F40-8C15-AD686091101C}"/>
              </a:ext>
            </a:extLst>
          </p:cNvPr>
          <p:cNvGrpSpPr>
            <a:grpSpLocks noChangeAspect="1"/>
          </p:cNvGrpSpPr>
          <p:nvPr/>
        </p:nvGrpSpPr>
        <p:grpSpPr>
          <a:xfrm>
            <a:off x="2998797" y="1885352"/>
            <a:ext cx="361670" cy="361333"/>
            <a:chOff x="2998797" y="1885352"/>
            <a:chExt cx="361670" cy="361333"/>
          </a:xfrm>
          <a:solidFill>
            <a:srgbClr val="012169"/>
          </a:solidFill>
        </p:grpSpPr>
        <p:sp>
          <p:nvSpPr>
            <p:cNvPr id="397" name="Graphic 4">
              <a:extLst>
                <a:ext uri="{FF2B5EF4-FFF2-40B4-BE49-F238E27FC236}">
                  <a16:creationId xmlns:a16="http://schemas.microsoft.com/office/drawing/2014/main" id="{D151F669-663F-374C-91D9-89A43CF2F2DE}"/>
                </a:ext>
              </a:extLst>
            </p:cNvPr>
            <p:cNvSpPr/>
            <p:nvPr/>
          </p:nvSpPr>
          <p:spPr>
            <a:xfrm>
              <a:off x="3161740" y="2011755"/>
              <a:ext cx="34505" cy="31919"/>
            </a:xfrm>
            <a:custGeom>
              <a:avLst/>
              <a:gdLst>
                <a:gd name="connsiteX0" fmla="*/ 34506 w 34505"/>
                <a:gd name="connsiteY0" fmla="*/ 12130 h 31919"/>
                <a:gd name="connsiteX1" fmla="*/ 26199 w 34505"/>
                <a:gd name="connsiteY1" fmla="*/ 10853 h 31919"/>
                <a:gd name="connsiteX2" fmla="*/ 21087 w 34505"/>
                <a:gd name="connsiteY2" fmla="*/ 7661 h 31919"/>
                <a:gd name="connsiteX3" fmla="*/ 17253 w 34505"/>
                <a:gd name="connsiteY3" fmla="*/ 0 h 31919"/>
                <a:gd name="connsiteX4" fmla="*/ 13419 w 34505"/>
                <a:gd name="connsiteY4" fmla="*/ 7661 h 31919"/>
                <a:gd name="connsiteX5" fmla="*/ 8307 w 34505"/>
                <a:gd name="connsiteY5" fmla="*/ 10853 h 31919"/>
                <a:gd name="connsiteX6" fmla="*/ 0 w 34505"/>
                <a:gd name="connsiteY6" fmla="*/ 12130 h 31919"/>
                <a:gd name="connsiteX7" fmla="*/ 5751 w 34505"/>
                <a:gd name="connsiteY7" fmla="*/ 17875 h 31919"/>
                <a:gd name="connsiteX8" fmla="*/ 7668 w 34505"/>
                <a:gd name="connsiteY8" fmla="*/ 23621 h 31919"/>
                <a:gd name="connsiteX9" fmla="*/ 6390 w 34505"/>
                <a:gd name="connsiteY9" fmla="*/ 31920 h 31919"/>
                <a:gd name="connsiteX10" fmla="*/ 14058 w 34505"/>
                <a:gd name="connsiteY10" fmla="*/ 28089 h 31919"/>
                <a:gd name="connsiteX11" fmla="*/ 17253 w 34505"/>
                <a:gd name="connsiteY11" fmla="*/ 27451 h 31919"/>
                <a:gd name="connsiteX12" fmla="*/ 20448 w 34505"/>
                <a:gd name="connsiteY12" fmla="*/ 28089 h 31919"/>
                <a:gd name="connsiteX13" fmla="*/ 28116 w 34505"/>
                <a:gd name="connsiteY13" fmla="*/ 31920 h 31919"/>
                <a:gd name="connsiteX14" fmla="*/ 26838 w 34505"/>
                <a:gd name="connsiteY14" fmla="*/ 23621 h 31919"/>
                <a:gd name="connsiteX15" fmla="*/ 28755 w 34505"/>
                <a:gd name="connsiteY15" fmla="*/ 17875 h 31919"/>
                <a:gd name="connsiteX16" fmla="*/ 34506 w 34505"/>
                <a:gd name="connsiteY16" fmla="*/ 12130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505" h="31919">
                  <a:moveTo>
                    <a:pt x="34506" y="12130"/>
                  </a:moveTo>
                  <a:lnTo>
                    <a:pt x="26199" y="10853"/>
                  </a:lnTo>
                  <a:cubicBezTo>
                    <a:pt x="24282" y="10853"/>
                    <a:pt x="22365" y="8938"/>
                    <a:pt x="21087" y="7661"/>
                  </a:cubicBezTo>
                  <a:lnTo>
                    <a:pt x="17253" y="0"/>
                  </a:lnTo>
                  <a:lnTo>
                    <a:pt x="13419" y="7661"/>
                  </a:lnTo>
                  <a:cubicBezTo>
                    <a:pt x="12780" y="9576"/>
                    <a:pt x="10863" y="10853"/>
                    <a:pt x="8307" y="10853"/>
                  </a:cubicBezTo>
                  <a:lnTo>
                    <a:pt x="0" y="12130"/>
                  </a:lnTo>
                  <a:lnTo>
                    <a:pt x="5751" y="17875"/>
                  </a:lnTo>
                  <a:cubicBezTo>
                    <a:pt x="7029" y="19152"/>
                    <a:pt x="7668" y="21706"/>
                    <a:pt x="7668" y="23621"/>
                  </a:cubicBezTo>
                  <a:lnTo>
                    <a:pt x="6390" y="31920"/>
                  </a:lnTo>
                  <a:lnTo>
                    <a:pt x="14058" y="28089"/>
                  </a:lnTo>
                  <a:cubicBezTo>
                    <a:pt x="14697" y="27451"/>
                    <a:pt x="15975" y="27451"/>
                    <a:pt x="17253" y="27451"/>
                  </a:cubicBezTo>
                  <a:cubicBezTo>
                    <a:pt x="18531" y="27451"/>
                    <a:pt x="19170" y="27451"/>
                    <a:pt x="20448" y="28089"/>
                  </a:cubicBezTo>
                  <a:lnTo>
                    <a:pt x="28116" y="31920"/>
                  </a:lnTo>
                  <a:lnTo>
                    <a:pt x="26838" y="23621"/>
                  </a:lnTo>
                  <a:cubicBezTo>
                    <a:pt x="26199" y="21706"/>
                    <a:pt x="27477" y="19152"/>
                    <a:pt x="28755" y="17875"/>
                  </a:cubicBezTo>
                  <a:lnTo>
                    <a:pt x="34506" y="12130"/>
                  </a:lnTo>
                  <a:close/>
                </a:path>
              </a:pathLst>
            </a:custGeom>
            <a:solidFill>
              <a:srgbClr val="012169"/>
            </a:solidFill>
            <a:ln w="6390" cap="flat">
              <a:noFill/>
              <a:prstDash val="solid"/>
              <a:miter/>
            </a:ln>
          </p:spPr>
          <p:txBody>
            <a:bodyPr rtlCol="0" anchor="ctr"/>
            <a:lstStyle/>
            <a:p>
              <a:endParaRPr lang="en-US"/>
            </a:p>
          </p:txBody>
        </p:sp>
        <p:sp>
          <p:nvSpPr>
            <p:cNvPr id="398" name="Graphic 4">
              <a:extLst>
                <a:ext uri="{FF2B5EF4-FFF2-40B4-BE49-F238E27FC236}">
                  <a16:creationId xmlns:a16="http://schemas.microsoft.com/office/drawing/2014/main" id="{A6C61031-6CE4-454F-9790-70EEB013A35D}"/>
                </a:ext>
              </a:extLst>
            </p:cNvPr>
            <p:cNvSpPr/>
            <p:nvPr/>
          </p:nvSpPr>
          <p:spPr>
            <a:xfrm>
              <a:off x="3209026" y="2092193"/>
              <a:ext cx="34505" cy="31919"/>
            </a:xfrm>
            <a:custGeom>
              <a:avLst/>
              <a:gdLst>
                <a:gd name="connsiteX0" fmla="*/ 21087 w 34505"/>
                <a:gd name="connsiteY0" fmla="*/ 7661 h 31919"/>
                <a:gd name="connsiteX1" fmla="*/ 17253 w 34505"/>
                <a:gd name="connsiteY1" fmla="*/ 0 h 31919"/>
                <a:gd name="connsiteX2" fmla="*/ 13419 w 34505"/>
                <a:gd name="connsiteY2" fmla="*/ 7661 h 31919"/>
                <a:gd name="connsiteX3" fmla="*/ 8307 w 34505"/>
                <a:gd name="connsiteY3" fmla="*/ 10853 h 31919"/>
                <a:gd name="connsiteX4" fmla="*/ 0 w 34505"/>
                <a:gd name="connsiteY4" fmla="*/ 12130 h 31919"/>
                <a:gd name="connsiteX5" fmla="*/ 5751 w 34505"/>
                <a:gd name="connsiteY5" fmla="*/ 17875 h 31919"/>
                <a:gd name="connsiteX6" fmla="*/ 7668 w 34505"/>
                <a:gd name="connsiteY6" fmla="*/ 23621 h 31919"/>
                <a:gd name="connsiteX7" fmla="*/ 6390 w 34505"/>
                <a:gd name="connsiteY7" fmla="*/ 31920 h 31919"/>
                <a:gd name="connsiteX8" fmla="*/ 14058 w 34505"/>
                <a:gd name="connsiteY8" fmla="*/ 28089 h 31919"/>
                <a:gd name="connsiteX9" fmla="*/ 17253 w 34505"/>
                <a:gd name="connsiteY9" fmla="*/ 27451 h 31919"/>
                <a:gd name="connsiteX10" fmla="*/ 20448 w 34505"/>
                <a:gd name="connsiteY10" fmla="*/ 28089 h 31919"/>
                <a:gd name="connsiteX11" fmla="*/ 28116 w 34505"/>
                <a:gd name="connsiteY11" fmla="*/ 31920 h 31919"/>
                <a:gd name="connsiteX12" fmla="*/ 26838 w 34505"/>
                <a:gd name="connsiteY12" fmla="*/ 23621 h 31919"/>
                <a:gd name="connsiteX13" fmla="*/ 28755 w 34505"/>
                <a:gd name="connsiteY13" fmla="*/ 17875 h 31919"/>
                <a:gd name="connsiteX14" fmla="*/ 34506 w 34505"/>
                <a:gd name="connsiteY14" fmla="*/ 12130 h 31919"/>
                <a:gd name="connsiteX15" fmla="*/ 26199 w 34505"/>
                <a:gd name="connsiteY15" fmla="*/ 10853 h 31919"/>
                <a:gd name="connsiteX16" fmla="*/ 21087 w 34505"/>
                <a:gd name="connsiteY16" fmla="*/ 7661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505" h="31919">
                  <a:moveTo>
                    <a:pt x="21087" y="7661"/>
                  </a:moveTo>
                  <a:lnTo>
                    <a:pt x="17253" y="0"/>
                  </a:lnTo>
                  <a:lnTo>
                    <a:pt x="13419" y="7661"/>
                  </a:lnTo>
                  <a:cubicBezTo>
                    <a:pt x="12780" y="9576"/>
                    <a:pt x="10863" y="10853"/>
                    <a:pt x="8307" y="10853"/>
                  </a:cubicBezTo>
                  <a:lnTo>
                    <a:pt x="0" y="12130"/>
                  </a:lnTo>
                  <a:lnTo>
                    <a:pt x="5751" y="17875"/>
                  </a:lnTo>
                  <a:cubicBezTo>
                    <a:pt x="7029" y="19152"/>
                    <a:pt x="7668" y="21706"/>
                    <a:pt x="7668" y="23621"/>
                  </a:cubicBezTo>
                  <a:lnTo>
                    <a:pt x="6390" y="31920"/>
                  </a:lnTo>
                  <a:lnTo>
                    <a:pt x="14058" y="28089"/>
                  </a:lnTo>
                  <a:cubicBezTo>
                    <a:pt x="14697" y="27451"/>
                    <a:pt x="15975" y="27451"/>
                    <a:pt x="17253" y="27451"/>
                  </a:cubicBezTo>
                  <a:cubicBezTo>
                    <a:pt x="18531" y="27451"/>
                    <a:pt x="19170" y="27451"/>
                    <a:pt x="20448" y="28089"/>
                  </a:cubicBezTo>
                  <a:lnTo>
                    <a:pt x="28116" y="31920"/>
                  </a:lnTo>
                  <a:lnTo>
                    <a:pt x="26838" y="23621"/>
                  </a:lnTo>
                  <a:cubicBezTo>
                    <a:pt x="26199" y="21706"/>
                    <a:pt x="27477" y="19152"/>
                    <a:pt x="28755" y="17875"/>
                  </a:cubicBezTo>
                  <a:lnTo>
                    <a:pt x="34506" y="12130"/>
                  </a:lnTo>
                  <a:lnTo>
                    <a:pt x="26199" y="10853"/>
                  </a:lnTo>
                  <a:cubicBezTo>
                    <a:pt x="23643" y="10853"/>
                    <a:pt x="21726" y="9576"/>
                    <a:pt x="21087" y="7661"/>
                  </a:cubicBezTo>
                  <a:close/>
                </a:path>
              </a:pathLst>
            </a:custGeom>
            <a:solidFill>
              <a:srgbClr val="012169"/>
            </a:solidFill>
            <a:ln w="6390" cap="flat">
              <a:noFill/>
              <a:prstDash val="solid"/>
              <a:miter/>
            </a:ln>
          </p:spPr>
          <p:txBody>
            <a:bodyPr rtlCol="0" anchor="ctr"/>
            <a:lstStyle/>
            <a:p>
              <a:endParaRPr lang="en-US"/>
            </a:p>
          </p:txBody>
        </p:sp>
        <p:sp>
          <p:nvSpPr>
            <p:cNvPr id="399" name="Graphic 4">
              <a:extLst>
                <a:ext uri="{FF2B5EF4-FFF2-40B4-BE49-F238E27FC236}">
                  <a16:creationId xmlns:a16="http://schemas.microsoft.com/office/drawing/2014/main" id="{B3E36C1D-090D-E946-B1B1-EA23CC214DA9}"/>
                </a:ext>
              </a:extLst>
            </p:cNvPr>
            <p:cNvSpPr/>
            <p:nvPr/>
          </p:nvSpPr>
          <p:spPr>
            <a:xfrm>
              <a:off x="3115733" y="2092193"/>
              <a:ext cx="34505" cy="31919"/>
            </a:xfrm>
            <a:custGeom>
              <a:avLst/>
              <a:gdLst>
                <a:gd name="connsiteX0" fmla="*/ 21087 w 34505"/>
                <a:gd name="connsiteY0" fmla="*/ 7661 h 31919"/>
                <a:gd name="connsiteX1" fmla="*/ 17253 w 34505"/>
                <a:gd name="connsiteY1" fmla="*/ 0 h 31919"/>
                <a:gd name="connsiteX2" fmla="*/ 13419 w 34505"/>
                <a:gd name="connsiteY2" fmla="*/ 7661 h 31919"/>
                <a:gd name="connsiteX3" fmla="*/ 8307 w 34505"/>
                <a:gd name="connsiteY3" fmla="*/ 10853 h 31919"/>
                <a:gd name="connsiteX4" fmla="*/ 0 w 34505"/>
                <a:gd name="connsiteY4" fmla="*/ 12130 h 31919"/>
                <a:gd name="connsiteX5" fmla="*/ 5751 w 34505"/>
                <a:gd name="connsiteY5" fmla="*/ 17875 h 31919"/>
                <a:gd name="connsiteX6" fmla="*/ 7668 w 34505"/>
                <a:gd name="connsiteY6" fmla="*/ 23621 h 31919"/>
                <a:gd name="connsiteX7" fmla="*/ 6390 w 34505"/>
                <a:gd name="connsiteY7" fmla="*/ 31920 h 31919"/>
                <a:gd name="connsiteX8" fmla="*/ 14058 w 34505"/>
                <a:gd name="connsiteY8" fmla="*/ 28089 h 31919"/>
                <a:gd name="connsiteX9" fmla="*/ 17253 w 34505"/>
                <a:gd name="connsiteY9" fmla="*/ 27451 h 31919"/>
                <a:gd name="connsiteX10" fmla="*/ 20448 w 34505"/>
                <a:gd name="connsiteY10" fmla="*/ 28089 h 31919"/>
                <a:gd name="connsiteX11" fmla="*/ 28116 w 34505"/>
                <a:gd name="connsiteY11" fmla="*/ 31920 h 31919"/>
                <a:gd name="connsiteX12" fmla="*/ 26838 w 34505"/>
                <a:gd name="connsiteY12" fmla="*/ 23621 h 31919"/>
                <a:gd name="connsiteX13" fmla="*/ 28755 w 34505"/>
                <a:gd name="connsiteY13" fmla="*/ 17875 h 31919"/>
                <a:gd name="connsiteX14" fmla="*/ 34506 w 34505"/>
                <a:gd name="connsiteY14" fmla="*/ 12130 h 31919"/>
                <a:gd name="connsiteX15" fmla="*/ 26199 w 34505"/>
                <a:gd name="connsiteY15" fmla="*/ 10853 h 31919"/>
                <a:gd name="connsiteX16" fmla="*/ 21087 w 34505"/>
                <a:gd name="connsiteY16" fmla="*/ 7661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505" h="31919">
                  <a:moveTo>
                    <a:pt x="21087" y="7661"/>
                  </a:moveTo>
                  <a:lnTo>
                    <a:pt x="17253" y="0"/>
                  </a:lnTo>
                  <a:lnTo>
                    <a:pt x="13419" y="7661"/>
                  </a:lnTo>
                  <a:cubicBezTo>
                    <a:pt x="12780" y="9576"/>
                    <a:pt x="10863" y="10853"/>
                    <a:pt x="8307" y="10853"/>
                  </a:cubicBezTo>
                  <a:lnTo>
                    <a:pt x="0" y="12130"/>
                  </a:lnTo>
                  <a:lnTo>
                    <a:pt x="5751" y="17875"/>
                  </a:lnTo>
                  <a:cubicBezTo>
                    <a:pt x="7029" y="19152"/>
                    <a:pt x="7668" y="21706"/>
                    <a:pt x="7668" y="23621"/>
                  </a:cubicBezTo>
                  <a:lnTo>
                    <a:pt x="6390" y="31920"/>
                  </a:lnTo>
                  <a:lnTo>
                    <a:pt x="14058" y="28089"/>
                  </a:lnTo>
                  <a:cubicBezTo>
                    <a:pt x="14697" y="27451"/>
                    <a:pt x="15975" y="27451"/>
                    <a:pt x="17253" y="27451"/>
                  </a:cubicBezTo>
                  <a:cubicBezTo>
                    <a:pt x="18531" y="27451"/>
                    <a:pt x="19170" y="27451"/>
                    <a:pt x="20448" y="28089"/>
                  </a:cubicBezTo>
                  <a:lnTo>
                    <a:pt x="28116" y="31920"/>
                  </a:lnTo>
                  <a:lnTo>
                    <a:pt x="26838" y="23621"/>
                  </a:lnTo>
                  <a:cubicBezTo>
                    <a:pt x="26199" y="21706"/>
                    <a:pt x="27477" y="19152"/>
                    <a:pt x="28755" y="17875"/>
                  </a:cubicBezTo>
                  <a:lnTo>
                    <a:pt x="34506" y="12130"/>
                  </a:lnTo>
                  <a:lnTo>
                    <a:pt x="26199" y="10853"/>
                  </a:lnTo>
                  <a:cubicBezTo>
                    <a:pt x="23643" y="10853"/>
                    <a:pt x="21726" y="9576"/>
                    <a:pt x="21087" y="7661"/>
                  </a:cubicBezTo>
                  <a:close/>
                </a:path>
              </a:pathLst>
            </a:custGeom>
            <a:solidFill>
              <a:srgbClr val="012169"/>
            </a:solidFill>
            <a:ln w="6390" cap="flat">
              <a:noFill/>
              <a:prstDash val="solid"/>
              <a:miter/>
            </a:ln>
          </p:spPr>
          <p:txBody>
            <a:bodyPr rtlCol="0" anchor="ctr"/>
            <a:lstStyle/>
            <a:p>
              <a:endParaRPr lang="en-US"/>
            </a:p>
          </p:txBody>
        </p:sp>
        <p:sp>
          <p:nvSpPr>
            <p:cNvPr id="400" name="Graphic 4">
              <a:extLst>
                <a:ext uri="{FF2B5EF4-FFF2-40B4-BE49-F238E27FC236}">
                  <a16:creationId xmlns:a16="http://schemas.microsoft.com/office/drawing/2014/main" id="{1D43CBB5-93D0-4243-8F21-AFF430FDB421}"/>
                </a:ext>
              </a:extLst>
            </p:cNvPr>
            <p:cNvSpPr/>
            <p:nvPr/>
          </p:nvSpPr>
          <p:spPr>
            <a:xfrm>
              <a:off x="2998797" y="1885352"/>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71567 w 361670"/>
                <a:gd name="connsiteY5" fmla="*/ 175560 h 361333"/>
                <a:gd name="connsiteX6" fmla="*/ 68372 w 361670"/>
                <a:gd name="connsiteY6" fmla="*/ 176198 h 361333"/>
                <a:gd name="connsiteX7" fmla="*/ 64538 w 361670"/>
                <a:gd name="connsiteY7" fmla="*/ 174921 h 361333"/>
                <a:gd name="connsiteX8" fmla="*/ 61982 w 361670"/>
                <a:gd name="connsiteY8" fmla="*/ 168537 h 361333"/>
                <a:gd name="connsiteX9" fmla="*/ 65177 w 361670"/>
                <a:gd name="connsiteY9" fmla="*/ 150662 h 361333"/>
                <a:gd name="connsiteX10" fmla="*/ 52398 w 361670"/>
                <a:gd name="connsiteY10" fmla="*/ 137894 h 361333"/>
                <a:gd name="connsiteX11" fmla="*/ 50481 w 361670"/>
                <a:gd name="connsiteY11" fmla="*/ 131510 h 361333"/>
                <a:gd name="connsiteX12" fmla="*/ 55593 w 361670"/>
                <a:gd name="connsiteY12" fmla="*/ 127041 h 361333"/>
                <a:gd name="connsiteX13" fmla="*/ 73484 w 361670"/>
                <a:gd name="connsiteY13" fmla="*/ 124488 h 361333"/>
                <a:gd name="connsiteX14" fmla="*/ 81152 w 361670"/>
                <a:gd name="connsiteY14" fmla="*/ 108528 h 361333"/>
                <a:gd name="connsiteX15" fmla="*/ 92654 w 361670"/>
                <a:gd name="connsiteY15" fmla="*/ 108528 h 361333"/>
                <a:gd name="connsiteX16" fmla="*/ 100322 w 361670"/>
                <a:gd name="connsiteY16" fmla="*/ 124488 h 361333"/>
                <a:gd name="connsiteX17" fmla="*/ 118214 w 361670"/>
                <a:gd name="connsiteY17" fmla="*/ 127041 h 361333"/>
                <a:gd name="connsiteX18" fmla="*/ 123326 w 361670"/>
                <a:gd name="connsiteY18" fmla="*/ 131510 h 361333"/>
                <a:gd name="connsiteX19" fmla="*/ 121409 w 361670"/>
                <a:gd name="connsiteY19" fmla="*/ 137894 h 361333"/>
                <a:gd name="connsiteX20" fmla="*/ 108629 w 361670"/>
                <a:gd name="connsiteY20" fmla="*/ 150662 h 361333"/>
                <a:gd name="connsiteX21" fmla="*/ 111824 w 361670"/>
                <a:gd name="connsiteY21" fmla="*/ 168537 h 361333"/>
                <a:gd name="connsiteX22" fmla="*/ 109268 w 361670"/>
                <a:gd name="connsiteY22" fmla="*/ 174921 h 361333"/>
                <a:gd name="connsiteX23" fmla="*/ 102239 w 361670"/>
                <a:gd name="connsiteY23" fmla="*/ 175560 h 361333"/>
                <a:gd name="connsiteX24" fmla="*/ 86264 w 361670"/>
                <a:gd name="connsiteY24" fmla="*/ 167260 h 361333"/>
                <a:gd name="connsiteX25" fmla="*/ 71567 w 361670"/>
                <a:gd name="connsiteY25" fmla="*/ 175560 h 361333"/>
                <a:gd name="connsiteX26" fmla="*/ 169333 w 361670"/>
                <a:gd name="connsiteY26" fmla="*/ 218971 h 361333"/>
                <a:gd name="connsiteX27" fmla="*/ 156553 w 361670"/>
                <a:gd name="connsiteY27" fmla="*/ 231738 h 361333"/>
                <a:gd name="connsiteX28" fmla="*/ 159748 w 361670"/>
                <a:gd name="connsiteY28" fmla="*/ 249614 h 361333"/>
                <a:gd name="connsiteX29" fmla="*/ 157192 w 361670"/>
                <a:gd name="connsiteY29" fmla="*/ 255998 h 361333"/>
                <a:gd name="connsiteX30" fmla="*/ 153358 w 361670"/>
                <a:gd name="connsiteY30" fmla="*/ 257274 h 361333"/>
                <a:gd name="connsiteX31" fmla="*/ 150164 w 361670"/>
                <a:gd name="connsiteY31" fmla="*/ 256636 h 361333"/>
                <a:gd name="connsiteX32" fmla="*/ 134189 w 361670"/>
                <a:gd name="connsiteY32" fmla="*/ 248337 h 361333"/>
                <a:gd name="connsiteX33" fmla="*/ 118214 w 361670"/>
                <a:gd name="connsiteY33" fmla="*/ 256636 h 361333"/>
                <a:gd name="connsiteX34" fmla="*/ 111185 w 361670"/>
                <a:gd name="connsiteY34" fmla="*/ 255998 h 361333"/>
                <a:gd name="connsiteX35" fmla="*/ 108629 w 361670"/>
                <a:gd name="connsiteY35" fmla="*/ 249614 h 361333"/>
                <a:gd name="connsiteX36" fmla="*/ 111824 w 361670"/>
                <a:gd name="connsiteY36" fmla="*/ 231738 h 361333"/>
                <a:gd name="connsiteX37" fmla="*/ 99044 w 361670"/>
                <a:gd name="connsiteY37" fmla="*/ 218971 h 361333"/>
                <a:gd name="connsiteX38" fmla="*/ 97127 w 361670"/>
                <a:gd name="connsiteY38" fmla="*/ 212587 h 361333"/>
                <a:gd name="connsiteX39" fmla="*/ 102239 w 361670"/>
                <a:gd name="connsiteY39" fmla="*/ 208118 h 361333"/>
                <a:gd name="connsiteX40" fmla="*/ 120131 w 361670"/>
                <a:gd name="connsiteY40" fmla="*/ 205564 h 361333"/>
                <a:gd name="connsiteX41" fmla="*/ 127799 w 361670"/>
                <a:gd name="connsiteY41" fmla="*/ 189604 h 361333"/>
                <a:gd name="connsiteX42" fmla="*/ 139301 w 361670"/>
                <a:gd name="connsiteY42" fmla="*/ 189604 h 361333"/>
                <a:gd name="connsiteX43" fmla="*/ 146969 w 361670"/>
                <a:gd name="connsiteY43" fmla="*/ 205564 h 361333"/>
                <a:gd name="connsiteX44" fmla="*/ 164861 w 361670"/>
                <a:gd name="connsiteY44" fmla="*/ 208118 h 361333"/>
                <a:gd name="connsiteX45" fmla="*/ 169972 w 361670"/>
                <a:gd name="connsiteY45" fmla="*/ 212587 h 361333"/>
                <a:gd name="connsiteX46" fmla="*/ 169333 w 361670"/>
                <a:gd name="connsiteY46" fmla="*/ 218971 h 361333"/>
                <a:gd name="connsiteX47" fmla="*/ 180835 w 361670"/>
                <a:gd name="connsiteY47" fmla="*/ 167260 h 361333"/>
                <a:gd name="connsiteX48" fmla="*/ 164861 w 361670"/>
                <a:gd name="connsiteY48" fmla="*/ 175560 h 361333"/>
                <a:gd name="connsiteX49" fmla="*/ 161666 w 361670"/>
                <a:gd name="connsiteY49" fmla="*/ 176198 h 361333"/>
                <a:gd name="connsiteX50" fmla="*/ 157832 w 361670"/>
                <a:gd name="connsiteY50" fmla="*/ 174921 h 361333"/>
                <a:gd name="connsiteX51" fmla="*/ 155276 w 361670"/>
                <a:gd name="connsiteY51" fmla="*/ 168537 h 361333"/>
                <a:gd name="connsiteX52" fmla="*/ 158471 w 361670"/>
                <a:gd name="connsiteY52" fmla="*/ 150662 h 361333"/>
                <a:gd name="connsiteX53" fmla="*/ 145691 w 361670"/>
                <a:gd name="connsiteY53" fmla="*/ 137894 h 361333"/>
                <a:gd name="connsiteX54" fmla="*/ 143774 w 361670"/>
                <a:gd name="connsiteY54" fmla="*/ 131510 h 361333"/>
                <a:gd name="connsiteX55" fmla="*/ 148886 w 361670"/>
                <a:gd name="connsiteY55" fmla="*/ 127041 h 361333"/>
                <a:gd name="connsiteX56" fmla="*/ 166777 w 361670"/>
                <a:gd name="connsiteY56" fmla="*/ 124488 h 361333"/>
                <a:gd name="connsiteX57" fmla="*/ 174445 w 361670"/>
                <a:gd name="connsiteY57" fmla="*/ 108528 h 361333"/>
                <a:gd name="connsiteX58" fmla="*/ 185947 w 361670"/>
                <a:gd name="connsiteY58" fmla="*/ 108528 h 361333"/>
                <a:gd name="connsiteX59" fmla="*/ 193615 w 361670"/>
                <a:gd name="connsiteY59" fmla="*/ 124488 h 361333"/>
                <a:gd name="connsiteX60" fmla="*/ 211507 w 361670"/>
                <a:gd name="connsiteY60" fmla="*/ 127041 h 361333"/>
                <a:gd name="connsiteX61" fmla="*/ 216619 w 361670"/>
                <a:gd name="connsiteY61" fmla="*/ 131510 h 361333"/>
                <a:gd name="connsiteX62" fmla="*/ 214702 w 361670"/>
                <a:gd name="connsiteY62" fmla="*/ 137894 h 361333"/>
                <a:gd name="connsiteX63" fmla="*/ 201922 w 361670"/>
                <a:gd name="connsiteY63" fmla="*/ 150662 h 361333"/>
                <a:gd name="connsiteX64" fmla="*/ 205117 w 361670"/>
                <a:gd name="connsiteY64" fmla="*/ 168537 h 361333"/>
                <a:gd name="connsiteX65" fmla="*/ 202561 w 361670"/>
                <a:gd name="connsiteY65" fmla="*/ 174921 h 361333"/>
                <a:gd name="connsiteX66" fmla="*/ 195532 w 361670"/>
                <a:gd name="connsiteY66" fmla="*/ 175560 h 361333"/>
                <a:gd name="connsiteX67" fmla="*/ 180835 w 361670"/>
                <a:gd name="connsiteY67" fmla="*/ 167260 h 361333"/>
                <a:gd name="connsiteX68" fmla="*/ 262626 w 361670"/>
                <a:gd name="connsiteY68" fmla="*/ 218971 h 361333"/>
                <a:gd name="connsiteX69" fmla="*/ 249847 w 361670"/>
                <a:gd name="connsiteY69" fmla="*/ 231738 h 361333"/>
                <a:gd name="connsiteX70" fmla="*/ 253042 w 361670"/>
                <a:gd name="connsiteY70" fmla="*/ 249614 h 361333"/>
                <a:gd name="connsiteX71" fmla="*/ 250486 w 361670"/>
                <a:gd name="connsiteY71" fmla="*/ 255998 h 361333"/>
                <a:gd name="connsiteX72" fmla="*/ 246652 w 361670"/>
                <a:gd name="connsiteY72" fmla="*/ 257274 h 361333"/>
                <a:gd name="connsiteX73" fmla="*/ 243457 w 361670"/>
                <a:gd name="connsiteY73" fmla="*/ 256636 h 361333"/>
                <a:gd name="connsiteX74" fmla="*/ 227482 w 361670"/>
                <a:gd name="connsiteY74" fmla="*/ 248337 h 361333"/>
                <a:gd name="connsiteX75" fmla="*/ 211507 w 361670"/>
                <a:gd name="connsiteY75" fmla="*/ 256636 h 361333"/>
                <a:gd name="connsiteX76" fmla="*/ 204478 w 361670"/>
                <a:gd name="connsiteY76" fmla="*/ 255998 h 361333"/>
                <a:gd name="connsiteX77" fmla="*/ 201922 w 361670"/>
                <a:gd name="connsiteY77" fmla="*/ 249614 h 361333"/>
                <a:gd name="connsiteX78" fmla="*/ 205117 w 361670"/>
                <a:gd name="connsiteY78" fmla="*/ 231738 h 361333"/>
                <a:gd name="connsiteX79" fmla="*/ 192337 w 361670"/>
                <a:gd name="connsiteY79" fmla="*/ 218971 h 361333"/>
                <a:gd name="connsiteX80" fmla="*/ 190420 w 361670"/>
                <a:gd name="connsiteY80" fmla="*/ 212587 h 361333"/>
                <a:gd name="connsiteX81" fmla="*/ 195532 w 361670"/>
                <a:gd name="connsiteY81" fmla="*/ 208118 h 361333"/>
                <a:gd name="connsiteX82" fmla="*/ 213424 w 361670"/>
                <a:gd name="connsiteY82" fmla="*/ 205564 h 361333"/>
                <a:gd name="connsiteX83" fmla="*/ 221092 w 361670"/>
                <a:gd name="connsiteY83" fmla="*/ 189604 h 361333"/>
                <a:gd name="connsiteX84" fmla="*/ 232594 w 361670"/>
                <a:gd name="connsiteY84" fmla="*/ 189604 h 361333"/>
                <a:gd name="connsiteX85" fmla="*/ 240262 w 361670"/>
                <a:gd name="connsiteY85" fmla="*/ 205564 h 361333"/>
                <a:gd name="connsiteX86" fmla="*/ 258154 w 361670"/>
                <a:gd name="connsiteY86" fmla="*/ 208118 h 361333"/>
                <a:gd name="connsiteX87" fmla="*/ 263266 w 361670"/>
                <a:gd name="connsiteY87" fmla="*/ 212587 h 361333"/>
                <a:gd name="connsiteX88" fmla="*/ 262626 w 361670"/>
                <a:gd name="connsiteY88" fmla="*/ 218971 h 361333"/>
                <a:gd name="connsiteX89" fmla="*/ 295854 w 361670"/>
                <a:gd name="connsiteY89" fmla="*/ 151300 h 361333"/>
                <a:gd name="connsiteX90" fmla="*/ 299049 w 361670"/>
                <a:gd name="connsiteY90" fmla="*/ 169176 h 361333"/>
                <a:gd name="connsiteX91" fmla="*/ 296493 w 361670"/>
                <a:gd name="connsiteY91" fmla="*/ 175560 h 361333"/>
                <a:gd name="connsiteX92" fmla="*/ 289464 w 361670"/>
                <a:gd name="connsiteY92" fmla="*/ 176198 h 361333"/>
                <a:gd name="connsiteX93" fmla="*/ 273489 w 361670"/>
                <a:gd name="connsiteY93" fmla="*/ 167899 h 361333"/>
                <a:gd name="connsiteX94" fmla="*/ 257515 w 361670"/>
                <a:gd name="connsiteY94" fmla="*/ 176198 h 361333"/>
                <a:gd name="connsiteX95" fmla="*/ 254320 w 361670"/>
                <a:gd name="connsiteY95" fmla="*/ 176836 h 361333"/>
                <a:gd name="connsiteX96" fmla="*/ 250486 w 361670"/>
                <a:gd name="connsiteY96" fmla="*/ 175560 h 361333"/>
                <a:gd name="connsiteX97" fmla="*/ 247930 w 361670"/>
                <a:gd name="connsiteY97" fmla="*/ 169176 h 361333"/>
                <a:gd name="connsiteX98" fmla="*/ 251125 w 361670"/>
                <a:gd name="connsiteY98" fmla="*/ 151300 h 361333"/>
                <a:gd name="connsiteX99" fmla="*/ 238345 w 361670"/>
                <a:gd name="connsiteY99" fmla="*/ 138532 h 361333"/>
                <a:gd name="connsiteX100" fmla="*/ 236428 w 361670"/>
                <a:gd name="connsiteY100" fmla="*/ 132148 h 361333"/>
                <a:gd name="connsiteX101" fmla="*/ 241540 w 361670"/>
                <a:gd name="connsiteY101" fmla="*/ 127680 h 361333"/>
                <a:gd name="connsiteX102" fmla="*/ 259431 w 361670"/>
                <a:gd name="connsiteY102" fmla="*/ 125126 h 361333"/>
                <a:gd name="connsiteX103" fmla="*/ 267100 w 361670"/>
                <a:gd name="connsiteY103" fmla="*/ 109166 h 361333"/>
                <a:gd name="connsiteX104" fmla="*/ 278602 w 361670"/>
                <a:gd name="connsiteY104" fmla="*/ 109166 h 361333"/>
                <a:gd name="connsiteX105" fmla="*/ 286269 w 361670"/>
                <a:gd name="connsiteY105" fmla="*/ 125126 h 361333"/>
                <a:gd name="connsiteX106" fmla="*/ 304161 w 361670"/>
                <a:gd name="connsiteY106" fmla="*/ 127680 h 361333"/>
                <a:gd name="connsiteX107" fmla="*/ 309273 w 361670"/>
                <a:gd name="connsiteY107" fmla="*/ 132148 h 361333"/>
                <a:gd name="connsiteX108" fmla="*/ 307356 w 361670"/>
                <a:gd name="connsiteY108" fmla="*/ 138532 h 361333"/>
                <a:gd name="connsiteX109" fmla="*/ 295854 w 361670"/>
                <a:gd name="connsiteY109" fmla="*/ 15130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1" y="280257"/>
                    <a:pt x="361671" y="180667"/>
                  </a:cubicBezTo>
                  <a:cubicBezTo>
                    <a:pt x="361671" y="81076"/>
                    <a:pt x="281157" y="0"/>
                    <a:pt x="180835" y="0"/>
                  </a:cubicBezTo>
                  <a:close/>
                  <a:moveTo>
                    <a:pt x="71567" y="175560"/>
                  </a:moveTo>
                  <a:cubicBezTo>
                    <a:pt x="70928" y="176198"/>
                    <a:pt x="69650" y="176198"/>
                    <a:pt x="68372" y="176198"/>
                  </a:cubicBezTo>
                  <a:cubicBezTo>
                    <a:pt x="67094" y="176198"/>
                    <a:pt x="65816" y="175560"/>
                    <a:pt x="64538" y="174921"/>
                  </a:cubicBezTo>
                  <a:cubicBezTo>
                    <a:pt x="62622" y="173644"/>
                    <a:pt x="61343" y="171091"/>
                    <a:pt x="61982" y="168537"/>
                  </a:cubicBezTo>
                  <a:lnTo>
                    <a:pt x="65177" y="150662"/>
                  </a:lnTo>
                  <a:lnTo>
                    <a:pt x="52398" y="137894"/>
                  </a:lnTo>
                  <a:cubicBezTo>
                    <a:pt x="50481" y="135979"/>
                    <a:pt x="49842" y="133425"/>
                    <a:pt x="50481" y="131510"/>
                  </a:cubicBezTo>
                  <a:cubicBezTo>
                    <a:pt x="51119" y="128956"/>
                    <a:pt x="53037" y="127680"/>
                    <a:pt x="55593" y="127041"/>
                  </a:cubicBezTo>
                  <a:lnTo>
                    <a:pt x="73484" y="124488"/>
                  </a:lnTo>
                  <a:lnTo>
                    <a:pt x="81152" y="108528"/>
                  </a:lnTo>
                  <a:cubicBezTo>
                    <a:pt x="83069" y="104059"/>
                    <a:pt x="90737" y="104059"/>
                    <a:pt x="92654" y="108528"/>
                  </a:cubicBezTo>
                  <a:lnTo>
                    <a:pt x="100322" y="124488"/>
                  </a:lnTo>
                  <a:lnTo>
                    <a:pt x="118214" y="127041"/>
                  </a:lnTo>
                  <a:cubicBezTo>
                    <a:pt x="120770" y="127680"/>
                    <a:pt x="122687" y="128956"/>
                    <a:pt x="123326" y="131510"/>
                  </a:cubicBezTo>
                  <a:cubicBezTo>
                    <a:pt x="123965" y="134064"/>
                    <a:pt x="123326" y="136617"/>
                    <a:pt x="121409" y="137894"/>
                  </a:cubicBezTo>
                  <a:lnTo>
                    <a:pt x="108629" y="150662"/>
                  </a:lnTo>
                  <a:lnTo>
                    <a:pt x="111824" y="168537"/>
                  </a:lnTo>
                  <a:cubicBezTo>
                    <a:pt x="112463" y="171091"/>
                    <a:pt x="111185" y="173644"/>
                    <a:pt x="109268" y="174921"/>
                  </a:cubicBezTo>
                  <a:cubicBezTo>
                    <a:pt x="107351" y="176198"/>
                    <a:pt x="104795" y="176836"/>
                    <a:pt x="102239" y="175560"/>
                  </a:cubicBezTo>
                  <a:lnTo>
                    <a:pt x="86264" y="167260"/>
                  </a:lnTo>
                  <a:lnTo>
                    <a:pt x="71567" y="175560"/>
                  </a:lnTo>
                  <a:close/>
                  <a:moveTo>
                    <a:pt x="169333" y="218971"/>
                  </a:moveTo>
                  <a:lnTo>
                    <a:pt x="156553" y="231738"/>
                  </a:lnTo>
                  <a:lnTo>
                    <a:pt x="159748" y="249614"/>
                  </a:lnTo>
                  <a:cubicBezTo>
                    <a:pt x="160387" y="252167"/>
                    <a:pt x="159110" y="254721"/>
                    <a:pt x="157192" y="255998"/>
                  </a:cubicBezTo>
                  <a:cubicBezTo>
                    <a:pt x="155915" y="256636"/>
                    <a:pt x="154637" y="257274"/>
                    <a:pt x="153358" y="257274"/>
                  </a:cubicBezTo>
                  <a:cubicBezTo>
                    <a:pt x="152081" y="257274"/>
                    <a:pt x="151442" y="257274"/>
                    <a:pt x="150164" y="256636"/>
                  </a:cubicBezTo>
                  <a:lnTo>
                    <a:pt x="134189" y="248337"/>
                  </a:lnTo>
                  <a:lnTo>
                    <a:pt x="118214" y="256636"/>
                  </a:lnTo>
                  <a:cubicBezTo>
                    <a:pt x="116297" y="257913"/>
                    <a:pt x="113741" y="257274"/>
                    <a:pt x="111185" y="255998"/>
                  </a:cubicBezTo>
                  <a:cubicBezTo>
                    <a:pt x="109268" y="254721"/>
                    <a:pt x="107990" y="252167"/>
                    <a:pt x="108629" y="249614"/>
                  </a:cubicBezTo>
                  <a:lnTo>
                    <a:pt x="111824" y="231738"/>
                  </a:lnTo>
                  <a:lnTo>
                    <a:pt x="99044" y="218971"/>
                  </a:lnTo>
                  <a:cubicBezTo>
                    <a:pt x="97127" y="217055"/>
                    <a:pt x="96488" y="214502"/>
                    <a:pt x="97127" y="212587"/>
                  </a:cubicBezTo>
                  <a:cubicBezTo>
                    <a:pt x="97766" y="210033"/>
                    <a:pt x="99683" y="208756"/>
                    <a:pt x="102239" y="208118"/>
                  </a:cubicBezTo>
                  <a:lnTo>
                    <a:pt x="120131" y="205564"/>
                  </a:lnTo>
                  <a:lnTo>
                    <a:pt x="127799" y="189604"/>
                  </a:lnTo>
                  <a:cubicBezTo>
                    <a:pt x="129716" y="185135"/>
                    <a:pt x="137384" y="185135"/>
                    <a:pt x="139301" y="189604"/>
                  </a:cubicBezTo>
                  <a:lnTo>
                    <a:pt x="146969" y="205564"/>
                  </a:lnTo>
                  <a:lnTo>
                    <a:pt x="164861" y="208118"/>
                  </a:lnTo>
                  <a:cubicBezTo>
                    <a:pt x="167416" y="208756"/>
                    <a:pt x="169333" y="210033"/>
                    <a:pt x="169972" y="212587"/>
                  </a:cubicBezTo>
                  <a:cubicBezTo>
                    <a:pt x="171889" y="215140"/>
                    <a:pt x="171250" y="217694"/>
                    <a:pt x="169333" y="218971"/>
                  </a:cubicBezTo>
                  <a:close/>
                  <a:moveTo>
                    <a:pt x="180835" y="167260"/>
                  </a:moveTo>
                  <a:lnTo>
                    <a:pt x="164861" y="175560"/>
                  </a:lnTo>
                  <a:cubicBezTo>
                    <a:pt x="164221" y="176198"/>
                    <a:pt x="162943" y="176198"/>
                    <a:pt x="161666" y="176198"/>
                  </a:cubicBezTo>
                  <a:cubicBezTo>
                    <a:pt x="160387" y="176198"/>
                    <a:pt x="159110" y="175560"/>
                    <a:pt x="157832" y="174921"/>
                  </a:cubicBezTo>
                  <a:cubicBezTo>
                    <a:pt x="155915" y="173644"/>
                    <a:pt x="154637" y="171091"/>
                    <a:pt x="155276" y="168537"/>
                  </a:cubicBezTo>
                  <a:lnTo>
                    <a:pt x="158471" y="150662"/>
                  </a:lnTo>
                  <a:lnTo>
                    <a:pt x="145691" y="137894"/>
                  </a:lnTo>
                  <a:cubicBezTo>
                    <a:pt x="143774" y="135979"/>
                    <a:pt x="143135" y="133425"/>
                    <a:pt x="143774" y="131510"/>
                  </a:cubicBezTo>
                  <a:cubicBezTo>
                    <a:pt x="144413" y="128956"/>
                    <a:pt x="146330" y="127680"/>
                    <a:pt x="148886" y="127041"/>
                  </a:cubicBezTo>
                  <a:lnTo>
                    <a:pt x="166777" y="124488"/>
                  </a:lnTo>
                  <a:lnTo>
                    <a:pt x="174445" y="108528"/>
                  </a:lnTo>
                  <a:cubicBezTo>
                    <a:pt x="176362" y="104059"/>
                    <a:pt x="184030" y="104059"/>
                    <a:pt x="185947" y="108528"/>
                  </a:cubicBezTo>
                  <a:lnTo>
                    <a:pt x="193615" y="124488"/>
                  </a:lnTo>
                  <a:lnTo>
                    <a:pt x="211507" y="127041"/>
                  </a:lnTo>
                  <a:cubicBezTo>
                    <a:pt x="214063" y="127680"/>
                    <a:pt x="215980" y="128956"/>
                    <a:pt x="216619" y="131510"/>
                  </a:cubicBezTo>
                  <a:cubicBezTo>
                    <a:pt x="217258" y="134064"/>
                    <a:pt x="216619" y="136617"/>
                    <a:pt x="214702" y="137894"/>
                  </a:cubicBezTo>
                  <a:lnTo>
                    <a:pt x="201922" y="150662"/>
                  </a:lnTo>
                  <a:lnTo>
                    <a:pt x="205117" y="168537"/>
                  </a:lnTo>
                  <a:cubicBezTo>
                    <a:pt x="205756" y="171091"/>
                    <a:pt x="204478" y="173644"/>
                    <a:pt x="202561" y="174921"/>
                  </a:cubicBezTo>
                  <a:cubicBezTo>
                    <a:pt x="200644" y="176198"/>
                    <a:pt x="198088" y="176836"/>
                    <a:pt x="195532" y="175560"/>
                  </a:cubicBezTo>
                  <a:lnTo>
                    <a:pt x="180835" y="167260"/>
                  </a:lnTo>
                  <a:close/>
                  <a:moveTo>
                    <a:pt x="262626" y="218971"/>
                  </a:moveTo>
                  <a:lnTo>
                    <a:pt x="249847" y="231738"/>
                  </a:lnTo>
                  <a:lnTo>
                    <a:pt x="253042" y="249614"/>
                  </a:lnTo>
                  <a:cubicBezTo>
                    <a:pt x="253681" y="252167"/>
                    <a:pt x="252403" y="254721"/>
                    <a:pt x="250486" y="255998"/>
                  </a:cubicBezTo>
                  <a:cubicBezTo>
                    <a:pt x="249208" y="256636"/>
                    <a:pt x="247930" y="257274"/>
                    <a:pt x="246652" y="257274"/>
                  </a:cubicBezTo>
                  <a:cubicBezTo>
                    <a:pt x="245374" y="257274"/>
                    <a:pt x="244735" y="257274"/>
                    <a:pt x="243457" y="256636"/>
                  </a:cubicBezTo>
                  <a:lnTo>
                    <a:pt x="227482" y="248337"/>
                  </a:lnTo>
                  <a:lnTo>
                    <a:pt x="211507" y="256636"/>
                  </a:lnTo>
                  <a:cubicBezTo>
                    <a:pt x="209590" y="257913"/>
                    <a:pt x="207034" y="257274"/>
                    <a:pt x="204478" y="255998"/>
                  </a:cubicBezTo>
                  <a:cubicBezTo>
                    <a:pt x="202561" y="254721"/>
                    <a:pt x="201283" y="252167"/>
                    <a:pt x="201922" y="249614"/>
                  </a:cubicBezTo>
                  <a:lnTo>
                    <a:pt x="205117" y="231738"/>
                  </a:lnTo>
                  <a:lnTo>
                    <a:pt x="192337" y="218971"/>
                  </a:lnTo>
                  <a:cubicBezTo>
                    <a:pt x="190420" y="217055"/>
                    <a:pt x="189781" y="214502"/>
                    <a:pt x="190420" y="212587"/>
                  </a:cubicBezTo>
                  <a:cubicBezTo>
                    <a:pt x="191059" y="210033"/>
                    <a:pt x="192976" y="208756"/>
                    <a:pt x="195532" y="208118"/>
                  </a:cubicBezTo>
                  <a:lnTo>
                    <a:pt x="213424" y="205564"/>
                  </a:lnTo>
                  <a:lnTo>
                    <a:pt x="221092" y="189604"/>
                  </a:lnTo>
                  <a:cubicBezTo>
                    <a:pt x="223009" y="185135"/>
                    <a:pt x="230677" y="185135"/>
                    <a:pt x="232594" y="189604"/>
                  </a:cubicBezTo>
                  <a:lnTo>
                    <a:pt x="240262" y="205564"/>
                  </a:lnTo>
                  <a:lnTo>
                    <a:pt x="258154" y="208118"/>
                  </a:lnTo>
                  <a:cubicBezTo>
                    <a:pt x="260710" y="208756"/>
                    <a:pt x="262626" y="210033"/>
                    <a:pt x="263266" y="212587"/>
                  </a:cubicBezTo>
                  <a:cubicBezTo>
                    <a:pt x="264544" y="215140"/>
                    <a:pt x="263905" y="217694"/>
                    <a:pt x="262626" y="218971"/>
                  </a:cubicBezTo>
                  <a:close/>
                  <a:moveTo>
                    <a:pt x="295854" y="151300"/>
                  </a:moveTo>
                  <a:lnTo>
                    <a:pt x="299049" y="169176"/>
                  </a:lnTo>
                  <a:cubicBezTo>
                    <a:pt x="299688" y="171729"/>
                    <a:pt x="298410" y="174283"/>
                    <a:pt x="296493" y="175560"/>
                  </a:cubicBezTo>
                  <a:cubicBezTo>
                    <a:pt x="294576" y="176836"/>
                    <a:pt x="292020" y="177475"/>
                    <a:pt x="289464" y="176198"/>
                  </a:cubicBezTo>
                  <a:lnTo>
                    <a:pt x="273489" y="167899"/>
                  </a:lnTo>
                  <a:lnTo>
                    <a:pt x="257515" y="176198"/>
                  </a:lnTo>
                  <a:cubicBezTo>
                    <a:pt x="256876" y="176836"/>
                    <a:pt x="255597" y="176836"/>
                    <a:pt x="254320" y="176836"/>
                  </a:cubicBezTo>
                  <a:cubicBezTo>
                    <a:pt x="253042" y="176836"/>
                    <a:pt x="251764" y="176198"/>
                    <a:pt x="250486" y="175560"/>
                  </a:cubicBezTo>
                  <a:cubicBezTo>
                    <a:pt x="248569" y="174283"/>
                    <a:pt x="247291" y="171729"/>
                    <a:pt x="247930" y="169176"/>
                  </a:cubicBezTo>
                  <a:lnTo>
                    <a:pt x="251125" y="151300"/>
                  </a:lnTo>
                  <a:lnTo>
                    <a:pt x="238345" y="138532"/>
                  </a:lnTo>
                  <a:cubicBezTo>
                    <a:pt x="236428" y="136617"/>
                    <a:pt x="235789" y="134064"/>
                    <a:pt x="236428" y="132148"/>
                  </a:cubicBezTo>
                  <a:cubicBezTo>
                    <a:pt x="237067" y="129595"/>
                    <a:pt x="238984" y="128318"/>
                    <a:pt x="241540" y="127680"/>
                  </a:cubicBezTo>
                  <a:lnTo>
                    <a:pt x="259431" y="125126"/>
                  </a:lnTo>
                  <a:lnTo>
                    <a:pt x="267100" y="109166"/>
                  </a:lnTo>
                  <a:cubicBezTo>
                    <a:pt x="269016" y="104697"/>
                    <a:pt x="276684" y="104697"/>
                    <a:pt x="278602" y="109166"/>
                  </a:cubicBezTo>
                  <a:lnTo>
                    <a:pt x="286269" y="125126"/>
                  </a:lnTo>
                  <a:lnTo>
                    <a:pt x="304161" y="127680"/>
                  </a:lnTo>
                  <a:cubicBezTo>
                    <a:pt x="306717" y="128318"/>
                    <a:pt x="308634" y="129595"/>
                    <a:pt x="309273" y="132148"/>
                  </a:cubicBezTo>
                  <a:cubicBezTo>
                    <a:pt x="309912" y="134702"/>
                    <a:pt x="309273" y="137256"/>
                    <a:pt x="307356" y="138532"/>
                  </a:cubicBezTo>
                  <a:lnTo>
                    <a:pt x="295854" y="151300"/>
                  </a:lnTo>
                  <a:close/>
                </a:path>
              </a:pathLst>
            </a:custGeom>
            <a:solidFill>
              <a:srgbClr val="012169"/>
            </a:solidFill>
            <a:ln w="6390" cap="flat">
              <a:noFill/>
              <a:prstDash val="solid"/>
              <a:miter/>
            </a:ln>
          </p:spPr>
          <p:txBody>
            <a:bodyPr rtlCol="0" anchor="ctr"/>
            <a:lstStyle/>
            <a:p>
              <a:endParaRPr lang="en-US"/>
            </a:p>
          </p:txBody>
        </p:sp>
        <p:sp>
          <p:nvSpPr>
            <p:cNvPr id="401" name="Graphic 4">
              <a:extLst>
                <a:ext uri="{FF2B5EF4-FFF2-40B4-BE49-F238E27FC236}">
                  <a16:creationId xmlns:a16="http://schemas.microsoft.com/office/drawing/2014/main" id="{096DAAFB-29FD-B748-9B6B-C4EC458C4269}"/>
                </a:ext>
              </a:extLst>
            </p:cNvPr>
            <p:cNvSpPr/>
            <p:nvPr/>
          </p:nvSpPr>
          <p:spPr>
            <a:xfrm>
              <a:off x="3255672" y="2011755"/>
              <a:ext cx="34505" cy="31919"/>
            </a:xfrm>
            <a:custGeom>
              <a:avLst/>
              <a:gdLst>
                <a:gd name="connsiteX0" fmla="*/ 21087 w 34505"/>
                <a:gd name="connsiteY0" fmla="*/ 7661 h 31919"/>
                <a:gd name="connsiteX1" fmla="*/ 17253 w 34505"/>
                <a:gd name="connsiteY1" fmla="*/ 0 h 31919"/>
                <a:gd name="connsiteX2" fmla="*/ 13419 w 34505"/>
                <a:gd name="connsiteY2" fmla="*/ 7661 h 31919"/>
                <a:gd name="connsiteX3" fmla="*/ 8307 w 34505"/>
                <a:gd name="connsiteY3" fmla="*/ 10853 h 31919"/>
                <a:gd name="connsiteX4" fmla="*/ 0 w 34505"/>
                <a:gd name="connsiteY4" fmla="*/ 12130 h 31919"/>
                <a:gd name="connsiteX5" fmla="*/ 5751 w 34505"/>
                <a:gd name="connsiteY5" fmla="*/ 17875 h 31919"/>
                <a:gd name="connsiteX6" fmla="*/ 7668 w 34505"/>
                <a:gd name="connsiteY6" fmla="*/ 23621 h 31919"/>
                <a:gd name="connsiteX7" fmla="*/ 6390 w 34505"/>
                <a:gd name="connsiteY7" fmla="*/ 31920 h 31919"/>
                <a:gd name="connsiteX8" fmla="*/ 14058 w 34505"/>
                <a:gd name="connsiteY8" fmla="*/ 28089 h 31919"/>
                <a:gd name="connsiteX9" fmla="*/ 17253 w 34505"/>
                <a:gd name="connsiteY9" fmla="*/ 27451 h 31919"/>
                <a:gd name="connsiteX10" fmla="*/ 20448 w 34505"/>
                <a:gd name="connsiteY10" fmla="*/ 28089 h 31919"/>
                <a:gd name="connsiteX11" fmla="*/ 28116 w 34505"/>
                <a:gd name="connsiteY11" fmla="*/ 31920 h 31919"/>
                <a:gd name="connsiteX12" fmla="*/ 26838 w 34505"/>
                <a:gd name="connsiteY12" fmla="*/ 23621 h 31919"/>
                <a:gd name="connsiteX13" fmla="*/ 28755 w 34505"/>
                <a:gd name="connsiteY13" fmla="*/ 17875 h 31919"/>
                <a:gd name="connsiteX14" fmla="*/ 34506 w 34505"/>
                <a:gd name="connsiteY14" fmla="*/ 12130 h 31919"/>
                <a:gd name="connsiteX15" fmla="*/ 26199 w 34505"/>
                <a:gd name="connsiteY15" fmla="*/ 10853 h 31919"/>
                <a:gd name="connsiteX16" fmla="*/ 21087 w 34505"/>
                <a:gd name="connsiteY16" fmla="*/ 7661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505" h="31919">
                  <a:moveTo>
                    <a:pt x="21087" y="7661"/>
                  </a:moveTo>
                  <a:lnTo>
                    <a:pt x="17253" y="0"/>
                  </a:lnTo>
                  <a:lnTo>
                    <a:pt x="13419" y="7661"/>
                  </a:lnTo>
                  <a:cubicBezTo>
                    <a:pt x="12780" y="9576"/>
                    <a:pt x="10863" y="10853"/>
                    <a:pt x="8307" y="10853"/>
                  </a:cubicBezTo>
                  <a:lnTo>
                    <a:pt x="0" y="12130"/>
                  </a:lnTo>
                  <a:lnTo>
                    <a:pt x="5751" y="17875"/>
                  </a:lnTo>
                  <a:cubicBezTo>
                    <a:pt x="7029" y="19152"/>
                    <a:pt x="7668" y="21706"/>
                    <a:pt x="7668" y="23621"/>
                  </a:cubicBezTo>
                  <a:lnTo>
                    <a:pt x="6390" y="31920"/>
                  </a:lnTo>
                  <a:lnTo>
                    <a:pt x="14058" y="28089"/>
                  </a:lnTo>
                  <a:cubicBezTo>
                    <a:pt x="14697" y="27451"/>
                    <a:pt x="15975" y="27451"/>
                    <a:pt x="17253" y="27451"/>
                  </a:cubicBezTo>
                  <a:cubicBezTo>
                    <a:pt x="18531" y="27451"/>
                    <a:pt x="19170" y="27451"/>
                    <a:pt x="20448" y="28089"/>
                  </a:cubicBezTo>
                  <a:lnTo>
                    <a:pt x="28116" y="31920"/>
                  </a:lnTo>
                  <a:lnTo>
                    <a:pt x="26838" y="23621"/>
                  </a:lnTo>
                  <a:cubicBezTo>
                    <a:pt x="26199" y="21706"/>
                    <a:pt x="27477" y="19152"/>
                    <a:pt x="28755" y="17875"/>
                  </a:cubicBezTo>
                  <a:lnTo>
                    <a:pt x="34506" y="12130"/>
                  </a:lnTo>
                  <a:lnTo>
                    <a:pt x="26199" y="10853"/>
                  </a:lnTo>
                  <a:cubicBezTo>
                    <a:pt x="23643" y="10853"/>
                    <a:pt x="21726" y="9576"/>
                    <a:pt x="21087" y="7661"/>
                  </a:cubicBezTo>
                  <a:close/>
                </a:path>
              </a:pathLst>
            </a:custGeom>
            <a:solidFill>
              <a:srgbClr val="012169"/>
            </a:solidFill>
            <a:ln w="6390" cap="flat">
              <a:noFill/>
              <a:prstDash val="solid"/>
              <a:miter/>
            </a:ln>
          </p:spPr>
          <p:txBody>
            <a:bodyPr rtlCol="0" anchor="ctr"/>
            <a:lstStyle/>
            <a:p>
              <a:endParaRPr lang="en-US"/>
            </a:p>
          </p:txBody>
        </p:sp>
        <p:sp>
          <p:nvSpPr>
            <p:cNvPr id="402" name="Graphic 4">
              <a:extLst>
                <a:ext uri="{FF2B5EF4-FFF2-40B4-BE49-F238E27FC236}">
                  <a16:creationId xmlns:a16="http://schemas.microsoft.com/office/drawing/2014/main" id="{12C783DE-B189-294C-BECB-43378680C6A8}"/>
                </a:ext>
              </a:extLst>
            </p:cNvPr>
            <p:cNvSpPr/>
            <p:nvPr/>
          </p:nvSpPr>
          <p:spPr>
            <a:xfrm>
              <a:off x="3069086" y="2011755"/>
              <a:ext cx="34505" cy="31919"/>
            </a:xfrm>
            <a:custGeom>
              <a:avLst/>
              <a:gdLst>
                <a:gd name="connsiteX0" fmla="*/ 34506 w 34505"/>
                <a:gd name="connsiteY0" fmla="*/ 12130 h 31919"/>
                <a:gd name="connsiteX1" fmla="*/ 26199 w 34505"/>
                <a:gd name="connsiteY1" fmla="*/ 10853 h 31919"/>
                <a:gd name="connsiteX2" fmla="*/ 21087 w 34505"/>
                <a:gd name="connsiteY2" fmla="*/ 7661 h 31919"/>
                <a:gd name="connsiteX3" fmla="*/ 17253 w 34505"/>
                <a:gd name="connsiteY3" fmla="*/ 0 h 31919"/>
                <a:gd name="connsiteX4" fmla="*/ 13419 w 34505"/>
                <a:gd name="connsiteY4" fmla="*/ 7661 h 31919"/>
                <a:gd name="connsiteX5" fmla="*/ 8307 w 34505"/>
                <a:gd name="connsiteY5" fmla="*/ 10853 h 31919"/>
                <a:gd name="connsiteX6" fmla="*/ 0 w 34505"/>
                <a:gd name="connsiteY6" fmla="*/ 12130 h 31919"/>
                <a:gd name="connsiteX7" fmla="*/ 5751 w 34505"/>
                <a:gd name="connsiteY7" fmla="*/ 17875 h 31919"/>
                <a:gd name="connsiteX8" fmla="*/ 7668 w 34505"/>
                <a:gd name="connsiteY8" fmla="*/ 23621 h 31919"/>
                <a:gd name="connsiteX9" fmla="*/ 6390 w 34505"/>
                <a:gd name="connsiteY9" fmla="*/ 31920 h 31919"/>
                <a:gd name="connsiteX10" fmla="*/ 14058 w 34505"/>
                <a:gd name="connsiteY10" fmla="*/ 28089 h 31919"/>
                <a:gd name="connsiteX11" fmla="*/ 17253 w 34505"/>
                <a:gd name="connsiteY11" fmla="*/ 27451 h 31919"/>
                <a:gd name="connsiteX12" fmla="*/ 20448 w 34505"/>
                <a:gd name="connsiteY12" fmla="*/ 28089 h 31919"/>
                <a:gd name="connsiteX13" fmla="*/ 28116 w 34505"/>
                <a:gd name="connsiteY13" fmla="*/ 31920 h 31919"/>
                <a:gd name="connsiteX14" fmla="*/ 26838 w 34505"/>
                <a:gd name="connsiteY14" fmla="*/ 23621 h 31919"/>
                <a:gd name="connsiteX15" fmla="*/ 28755 w 34505"/>
                <a:gd name="connsiteY15" fmla="*/ 17875 h 31919"/>
                <a:gd name="connsiteX16" fmla="*/ 34506 w 34505"/>
                <a:gd name="connsiteY16" fmla="*/ 12130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505" h="31919">
                  <a:moveTo>
                    <a:pt x="34506" y="12130"/>
                  </a:moveTo>
                  <a:lnTo>
                    <a:pt x="26199" y="10853"/>
                  </a:lnTo>
                  <a:cubicBezTo>
                    <a:pt x="24282" y="10853"/>
                    <a:pt x="22365" y="8938"/>
                    <a:pt x="21087" y="7661"/>
                  </a:cubicBezTo>
                  <a:lnTo>
                    <a:pt x="17253" y="0"/>
                  </a:lnTo>
                  <a:lnTo>
                    <a:pt x="13419" y="7661"/>
                  </a:lnTo>
                  <a:cubicBezTo>
                    <a:pt x="12780" y="9576"/>
                    <a:pt x="10863" y="10853"/>
                    <a:pt x="8307" y="10853"/>
                  </a:cubicBezTo>
                  <a:lnTo>
                    <a:pt x="0" y="12130"/>
                  </a:lnTo>
                  <a:lnTo>
                    <a:pt x="5751" y="17875"/>
                  </a:lnTo>
                  <a:cubicBezTo>
                    <a:pt x="7029" y="19152"/>
                    <a:pt x="7668" y="21706"/>
                    <a:pt x="7668" y="23621"/>
                  </a:cubicBezTo>
                  <a:lnTo>
                    <a:pt x="6390" y="31920"/>
                  </a:lnTo>
                  <a:lnTo>
                    <a:pt x="14058" y="28089"/>
                  </a:lnTo>
                  <a:cubicBezTo>
                    <a:pt x="14697" y="27451"/>
                    <a:pt x="15975" y="27451"/>
                    <a:pt x="17253" y="27451"/>
                  </a:cubicBezTo>
                  <a:cubicBezTo>
                    <a:pt x="18531" y="27451"/>
                    <a:pt x="19170" y="27451"/>
                    <a:pt x="20448" y="28089"/>
                  </a:cubicBezTo>
                  <a:lnTo>
                    <a:pt x="28116" y="31920"/>
                  </a:lnTo>
                  <a:lnTo>
                    <a:pt x="26838" y="23621"/>
                  </a:lnTo>
                  <a:cubicBezTo>
                    <a:pt x="26199" y="21706"/>
                    <a:pt x="27477" y="19152"/>
                    <a:pt x="28755" y="17875"/>
                  </a:cubicBezTo>
                  <a:lnTo>
                    <a:pt x="34506" y="12130"/>
                  </a:lnTo>
                  <a:close/>
                </a:path>
              </a:pathLst>
            </a:custGeom>
            <a:solidFill>
              <a:srgbClr val="012169"/>
            </a:solidFill>
            <a:ln w="6390" cap="flat">
              <a:noFill/>
              <a:prstDash val="solid"/>
              <a:miter/>
            </a:ln>
          </p:spPr>
          <p:txBody>
            <a:bodyPr rtlCol="0" anchor="ctr"/>
            <a:lstStyle/>
            <a:p>
              <a:endParaRPr lang="en-US"/>
            </a:p>
          </p:txBody>
        </p:sp>
      </p:grpSp>
      <p:grpSp>
        <p:nvGrpSpPr>
          <p:cNvPr id="403" name="Graphic 4">
            <a:extLst>
              <a:ext uri="{FF2B5EF4-FFF2-40B4-BE49-F238E27FC236}">
                <a16:creationId xmlns:a16="http://schemas.microsoft.com/office/drawing/2014/main" id="{A56F6B86-B2A8-AA4D-8939-9B55F3E29894}"/>
              </a:ext>
            </a:extLst>
          </p:cNvPr>
          <p:cNvGrpSpPr>
            <a:grpSpLocks noChangeAspect="1"/>
          </p:cNvGrpSpPr>
          <p:nvPr/>
        </p:nvGrpSpPr>
        <p:grpSpPr>
          <a:xfrm>
            <a:off x="2998797" y="918179"/>
            <a:ext cx="361670" cy="361333"/>
            <a:chOff x="2998797" y="918179"/>
            <a:chExt cx="361670" cy="361333"/>
          </a:xfrm>
          <a:solidFill>
            <a:srgbClr val="012169"/>
          </a:solidFill>
        </p:grpSpPr>
        <p:sp>
          <p:nvSpPr>
            <p:cNvPr id="404" name="Graphic 4">
              <a:extLst>
                <a:ext uri="{FF2B5EF4-FFF2-40B4-BE49-F238E27FC236}">
                  <a16:creationId xmlns:a16="http://schemas.microsoft.com/office/drawing/2014/main" id="{B4797A75-D4EE-6140-806D-EF19593AC823}"/>
                </a:ext>
              </a:extLst>
            </p:cNvPr>
            <p:cNvSpPr/>
            <p:nvPr/>
          </p:nvSpPr>
          <p:spPr>
            <a:xfrm>
              <a:off x="3162379" y="1022238"/>
              <a:ext cx="109906" cy="86183"/>
            </a:xfrm>
            <a:custGeom>
              <a:avLst/>
              <a:gdLst>
                <a:gd name="connsiteX0" fmla="*/ 0 w 109906"/>
                <a:gd name="connsiteY0" fmla="*/ 69585 h 86183"/>
                <a:gd name="connsiteX1" fmla="*/ 14058 w 109906"/>
                <a:gd name="connsiteY1" fmla="*/ 69585 h 86183"/>
                <a:gd name="connsiteX2" fmla="*/ 20448 w 109906"/>
                <a:gd name="connsiteY2" fmla="*/ 75969 h 86183"/>
                <a:gd name="connsiteX3" fmla="*/ 20448 w 109906"/>
                <a:gd name="connsiteY3" fmla="*/ 86184 h 86183"/>
                <a:gd name="connsiteX4" fmla="*/ 38340 w 109906"/>
                <a:gd name="connsiteY4" fmla="*/ 71501 h 86183"/>
                <a:gd name="connsiteX5" fmla="*/ 42174 w 109906"/>
                <a:gd name="connsiteY5" fmla="*/ 70224 h 86183"/>
                <a:gd name="connsiteX6" fmla="*/ 109907 w 109906"/>
                <a:gd name="connsiteY6" fmla="*/ 70224 h 86183"/>
                <a:gd name="connsiteX7" fmla="*/ 109907 w 109906"/>
                <a:gd name="connsiteY7" fmla="*/ 0 h 86183"/>
                <a:gd name="connsiteX8" fmla="*/ 0 w 109906"/>
                <a:gd name="connsiteY8" fmla="*/ 0 h 86183"/>
                <a:gd name="connsiteX9" fmla="*/ 0 w 109906"/>
                <a:gd name="connsiteY9" fmla="*/ 69585 h 86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9906" h="86183">
                  <a:moveTo>
                    <a:pt x="0" y="69585"/>
                  </a:moveTo>
                  <a:lnTo>
                    <a:pt x="14058" y="69585"/>
                  </a:lnTo>
                  <a:cubicBezTo>
                    <a:pt x="17892" y="69585"/>
                    <a:pt x="20448" y="72139"/>
                    <a:pt x="20448" y="75969"/>
                  </a:cubicBezTo>
                  <a:lnTo>
                    <a:pt x="20448" y="86184"/>
                  </a:lnTo>
                  <a:lnTo>
                    <a:pt x="38340" y="71501"/>
                  </a:lnTo>
                  <a:cubicBezTo>
                    <a:pt x="39618" y="70224"/>
                    <a:pt x="40896" y="70224"/>
                    <a:pt x="42174" y="70224"/>
                  </a:cubicBezTo>
                  <a:lnTo>
                    <a:pt x="109907" y="70224"/>
                  </a:lnTo>
                  <a:lnTo>
                    <a:pt x="109907" y="0"/>
                  </a:lnTo>
                  <a:lnTo>
                    <a:pt x="0" y="0"/>
                  </a:lnTo>
                  <a:lnTo>
                    <a:pt x="0" y="69585"/>
                  </a:lnTo>
                  <a:close/>
                </a:path>
              </a:pathLst>
            </a:custGeom>
            <a:solidFill>
              <a:srgbClr val="012169"/>
            </a:solidFill>
            <a:ln w="6390" cap="flat">
              <a:noFill/>
              <a:prstDash val="solid"/>
              <a:miter/>
            </a:ln>
          </p:spPr>
          <p:txBody>
            <a:bodyPr rtlCol="0" anchor="ctr"/>
            <a:lstStyle/>
            <a:p>
              <a:endParaRPr lang="en-US"/>
            </a:p>
          </p:txBody>
        </p:sp>
        <p:sp>
          <p:nvSpPr>
            <p:cNvPr id="405" name="Graphic 4">
              <a:extLst>
                <a:ext uri="{FF2B5EF4-FFF2-40B4-BE49-F238E27FC236}">
                  <a16:creationId xmlns:a16="http://schemas.microsoft.com/office/drawing/2014/main" id="{E654C460-0A4F-6F4F-BA8C-6BA3F73C3AC4}"/>
                </a:ext>
              </a:extLst>
            </p:cNvPr>
            <p:cNvSpPr/>
            <p:nvPr/>
          </p:nvSpPr>
          <p:spPr>
            <a:xfrm>
              <a:off x="3073826" y="1039474"/>
              <a:ext cx="162676" cy="162791"/>
            </a:xfrm>
            <a:custGeom>
              <a:avLst/>
              <a:gdLst>
                <a:gd name="connsiteX0" fmla="*/ 119864 w 162676"/>
                <a:gd name="connsiteY0" fmla="*/ 117465 h 162791"/>
                <a:gd name="connsiteX1" fmla="*/ 109640 w 162676"/>
                <a:gd name="connsiteY1" fmla="*/ 119380 h 162791"/>
                <a:gd name="connsiteX2" fmla="*/ 101333 w 162676"/>
                <a:gd name="connsiteY2" fmla="*/ 127680 h 162791"/>
                <a:gd name="connsiteX3" fmla="*/ 96860 w 162676"/>
                <a:gd name="connsiteY3" fmla="*/ 132787 h 162791"/>
                <a:gd name="connsiteX4" fmla="*/ 91748 w 162676"/>
                <a:gd name="connsiteY4" fmla="*/ 134702 h 162791"/>
                <a:gd name="connsiteX5" fmla="*/ 28488 w 162676"/>
                <a:gd name="connsiteY5" fmla="*/ 71501 h 162791"/>
                <a:gd name="connsiteX6" fmla="*/ 30405 w 162676"/>
                <a:gd name="connsiteY6" fmla="*/ 66393 h 162791"/>
                <a:gd name="connsiteX7" fmla="*/ 34878 w 162676"/>
                <a:gd name="connsiteY7" fmla="*/ 61925 h 162791"/>
                <a:gd name="connsiteX8" fmla="*/ 43185 w 162676"/>
                <a:gd name="connsiteY8" fmla="*/ 53626 h 162791"/>
                <a:gd name="connsiteX9" fmla="*/ 20820 w 162676"/>
                <a:gd name="connsiteY9" fmla="*/ 0 h 162791"/>
                <a:gd name="connsiteX10" fmla="*/ 4206 w 162676"/>
                <a:gd name="connsiteY10" fmla="*/ 21706 h 162791"/>
                <a:gd name="connsiteX11" fmla="*/ 34878 w 162676"/>
                <a:gd name="connsiteY11" fmla="*/ 128318 h 162791"/>
                <a:gd name="connsiteX12" fmla="*/ 114113 w 162676"/>
                <a:gd name="connsiteY12" fmla="*/ 162792 h 162791"/>
                <a:gd name="connsiteX13" fmla="*/ 162677 w 162676"/>
                <a:gd name="connsiteY13" fmla="*/ 141724 h 162791"/>
                <a:gd name="connsiteX14" fmla="*/ 119864 w 162676"/>
                <a:gd name="connsiteY14" fmla="*/ 117465 h 16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76" h="162791">
                  <a:moveTo>
                    <a:pt x="119864" y="117465"/>
                  </a:moveTo>
                  <a:cubicBezTo>
                    <a:pt x="116030" y="117465"/>
                    <a:pt x="112196" y="118104"/>
                    <a:pt x="109640" y="119380"/>
                  </a:cubicBezTo>
                  <a:cubicBezTo>
                    <a:pt x="107084" y="120657"/>
                    <a:pt x="103889" y="124488"/>
                    <a:pt x="101333" y="127680"/>
                  </a:cubicBezTo>
                  <a:cubicBezTo>
                    <a:pt x="100055" y="129595"/>
                    <a:pt x="98138" y="130872"/>
                    <a:pt x="96860" y="132787"/>
                  </a:cubicBezTo>
                  <a:cubicBezTo>
                    <a:pt x="95582" y="134064"/>
                    <a:pt x="93665" y="134702"/>
                    <a:pt x="91748" y="134702"/>
                  </a:cubicBezTo>
                  <a:cubicBezTo>
                    <a:pt x="62355" y="134064"/>
                    <a:pt x="29127" y="97037"/>
                    <a:pt x="28488" y="71501"/>
                  </a:cubicBezTo>
                  <a:cubicBezTo>
                    <a:pt x="28488" y="69585"/>
                    <a:pt x="29127" y="67670"/>
                    <a:pt x="30405" y="66393"/>
                  </a:cubicBezTo>
                  <a:cubicBezTo>
                    <a:pt x="31683" y="65117"/>
                    <a:pt x="33600" y="63840"/>
                    <a:pt x="34878" y="61925"/>
                  </a:cubicBezTo>
                  <a:cubicBezTo>
                    <a:pt x="38073" y="59371"/>
                    <a:pt x="41907" y="55541"/>
                    <a:pt x="43185" y="53626"/>
                  </a:cubicBezTo>
                  <a:cubicBezTo>
                    <a:pt x="48936" y="41496"/>
                    <a:pt x="41907" y="14683"/>
                    <a:pt x="20820" y="0"/>
                  </a:cubicBezTo>
                  <a:cubicBezTo>
                    <a:pt x="14430" y="1915"/>
                    <a:pt x="8040" y="10214"/>
                    <a:pt x="4206" y="21706"/>
                  </a:cubicBezTo>
                  <a:cubicBezTo>
                    <a:pt x="-4740" y="47880"/>
                    <a:pt x="-1545" y="91291"/>
                    <a:pt x="34878" y="128318"/>
                  </a:cubicBezTo>
                  <a:cubicBezTo>
                    <a:pt x="64911" y="158323"/>
                    <a:pt x="97499" y="162792"/>
                    <a:pt x="114113" y="162792"/>
                  </a:cubicBezTo>
                  <a:cubicBezTo>
                    <a:pt x="140312" y="162792"/>
                    <a:pt x="159482" y="152577"/>
                    <a:pt x="162677" y="141724"/>
                  </a:cubicBezTo>
                  <a:cubicBezTo>
                    <a:pt x="151814" y="125126"/>
                    <a:pt x="133283" y="117465"/>
                    <a:pt x="119864" y="117465"/>
                  </a:cubicBezTo>
                  <a:close/>
                </a:path>
              </a:pathLst>
            </a:custGeom>
            <a:solidFill>
              <a:srgbClr val="012169"/>
            </a:solidFill>
            <a:ln w="6390" cap="flat">
              <a:noFill/>
              <a:prstDash val="solid"/>
              <a:miter/>
            </a:ln>
          </p:spPr>
          <p:txBody>
            <a:bodyPr rtlCol="0" anchor="ctr"/>
            <a:lstStyle/>
            <a:p>
              <a:endParaRPr lang="en-US"/>
            </a:p>
          </p:txBody>
        </p:sp>
        <p:sp>
          <p:nvSpPr>
            <p:cNvPr id="406" name="Graphic 4">
              <a:extLst>
                <a:ext uri="{FF2B5EF4-FFF2-40B4-BE49-F238E27FC236}">
                  <a16:creationId xmlns:a16="http://schemas.microsoft.com/office/drawing/2014/main" id="{08AE29D5-A7AB-B948-9E35-6F04FF069476}"/>
                </a:ext>
              </a:extLst>
            </p:cNvPr>
            <p:cNvSpPr/>
            <p:nvPr/>
          </p:nvSpPr>
          <p:spPr>
            <a:xfrm>
              <a:off x="2998797"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51125 w 361670"/>
                <a:gd name="connsiteY5" fmla="*/ 263659 h 361333"/>
                <a:gd name="connsiteX6" fmla="*/ 189781 w 361670"/>
                <a:gd name="connsiteY6" fmla="*/ 296855 h 361333"/>
                <a:gd name="connsiteX7" fmla="*/ 100961 w 361670"/>
                <a:gd name="connsiteY7" fmla="*/ 258551 h 361333"/>
                <a:gd name="connsiteX8" fmla="*/ 67094 w 361670"/>
                <a:gd name="connsiteY8" fmla="*/ 139171 h 361333"/>
                <a:gd name="connsiteX9" fmla="*/ 95849 w 361670"/>
                <a:gd name="connsiteY9" fmla="*/ 108528 h 361333"/>
                <a:gd name="connsiteX10" fmla="*/ 96488 w 361670"/>
                <a:gd name="connsiteY10" fmla="*/ 108528 h 361333"/>
                <a:gd name="connsiteX11" fmla="*/ 100961 w 361670"/>
                <a:gd name="connsiteY11" fmla="*/ 109166 h 361333"/>
                <a:gd name="connsiteX12" fmla="*/ 101600 w 361670"/>
                <a:gd name="connsiteY12" fmla="*/ 109804 h 361333"/>
                <a:gd name="connsiteX13" fmla="*/ 130355 w 361670"/>
                <a:gd name="connsiteY13" fmla="*/ 180667 h 361333"/>
                <a:gd name="connsiteX14" fmla="*/ 118853 w 361670"/>
                <a:gd name="connsiteY14" fmla="*/ 193435 h 361333"/>
                <a:gd name="connsiteX15" fmla="*/ 116936 w 361670"/>
                <a:gd name="connsiteY15" fmla="*/ 195350 h 361333"/>
                <a:gd name="connsiteX16" fmla="*/ 164861 w 361670"/>
                <a:gd name="connsiteY16" fmla="*/ 243230 h 361333"/>
                <a:gd name="connsiteX17" fmla="*/ 166777 w 361670"/>
                <a:gd name="connsiteY17" fmla="*/ 241315 h 361333"/>
                <a:gd name="connsiteX18" fmla="*/ 179557 w 361670"/>
                <a:gd name="connsiteY18" fmla="*/ 229823 h 361333"/>
                <a:gd name="connsiteX19" fmla="*/ 194893 w 361670"/>
                <a:gd name="connsiteY19" fmla="*/ 226631 h 361333"/>
                <a:gd name="connsiteX20" fmla="*/ 250486 w 361670"/>
                <a:gd name="connsiteY20" fmla="*/ 258551 h 361333"/>
                <a:gd name="connsiteX21" fmla="*/ 251125 w 361670"/>
                <a:gd name="connsiteY21" fmla="*/ 259190 h 361333"/>
                <a:gd name="connsiteX22" fmla="*/ 251764 w 361670"/>
                <a:gd name="connsiteY22" fmla="*/ 263659 h 361333"/>
                <a:gd name="connsiteX23" fmla="*/ 251125 w 361670"/>
                <a:gd name="connsiteY23" fmla="*/ 263659 h 361333"/>
                <a:gd name="connsiteX24" fmla="*/ 286269 w 361670"/>
                <a:gd name="connsiteY24" fmla="*/ 180028 h 361333"/>
                <a:gd name="connsiteX25" fmla="*/ 279879 w 361670"/>
                <a:gd name="connsiteY25" fmla="*/ 186412 h 361333"/>
                <a:gd name="connsiteX26" fmla="*/ 208312 w 361670"/>
                <a:gd name="connsiteY26" fmla="*/ 186412 h 361333"/>
                <a:gd name="connsiteX27" fmla="*/ 182113 w 361670"/>
                <a:gd name="connsiteY27" fmla="*/ 208756 h 361333"/>
                <a:gd name="connsiteX28" fmla="*/ 178279 w 361670"/>
                <a:gd name="connsiteY28" fmla="*/ 210033 h 361333"/>
                <a:gd name="connsiteX29" fmla="*/ 175723 w 361670"/>
                <a:gd name="connsiteY29" fmla="*/ 209395 h 361333"/>
                <a:gd name="connsiteX30" fmla="*/ 171889 w 361670"/>
                <a:gd name="connsiteY30" fmla="*/ 203649 h 361333"/>
                <a:gd name="connsiteX31" fmla="*/ 171889 w 361670"/>
                <a:gd name="connsiteY31" fmla="*/ 186412 h 361333"/>
                <a:gd name="connsiteX32" fmla="*/ 157832 w 361670"/>
                <a:gd name="connsiteY32" fmla="*/ 186412 h 361333"/>
                <a:gd name="connsiteX33" fmla="*/ 151442 w 361670"/>
                <a:gd name="connsiteY33" fmla="*/ 180028 h 361333"/>
                <a:gd name="connsiteX34" fmla="*/ 151442 w 361670"/>
                <a:gd name="connsiteY34" fmla="*/ 97037 h 361333"/>
                <a:gd name="connsiteX35" fmla="*/ 157832 w 361670"/>
                <a:gd name="connsiteY35" fmla="*/ 90653 h 361333"/>
                <a:gd name="connsiteX36" fmla="*/ 280518 w 361670"/>
                <a:gd name="connsiteY36" fmla="*/ 90653 h 361333"/>
                <a:gd name="connsiteX37" fmla="*/ 286908 w 361670"/>
                <a:gd name="connsiteY37" fmla="*/ 97037 h 361333"/>
                <a:gd name="connsiteX38" fmla="*/ 286908 w 361670"/>
                <a:gd name="connsiteY38" fmla="*/ 18002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1" y="280257"/>
                    <a:pt x="361671" y="180667"/>
                  </a:cubicBezTo>
                  <a:cubicBezTo>
                    <a:pt x="361671" y="81077"/>
                    <a:pt x="281157" y="0"/>
                    <a:pt x="180835" y="0"/>
                  </a:cubicBezTo>
                  <a:close/>
                  <a:moveTo>
                    <a:pt x="251125" y="263659"/>
                  </a:moveTo>
                  <a:cubicBezTo>
                    <a:pt x="248569" y="282810"/>
                    <a:pt x="222370" y="296855"/>
                    <a:pt x="189781" y="296855"/>
                  </a:cubicBezTo>
                  <a:cubicBezTo>
                    <a:pt x="171250" y="296855"/>
                    <a:pt x="134828" y="291748"/>
                    <a:pt x="100961" y="258551"/>
                  </a:cubicBezTo>
                  <a:cubicBezTo>
                    <a:pt x="60066" y="217694"/>
                    <a:pt x="57509" y="168537"/>
                    <a:pt x="67094" y="139171"/>
                  </a:cubicBezTo>
                  <a:cubicBezTo>
                    <a:pt x="72845" y="121934"/>
                    <a:pt x="83708" y="110443"/>
                    <a:pt x="95849" y="108528"/>
                  </a:cubicBezTo>
                  <a:lnTo>
                    <a:pt x="96488" y="108528"/>
                  </a:lnTo>
                  <a:cubicBezTo>
                    <a:pt x="97766" y="108528"/>
                    <a:pt x="99683" y="108528"/>
                    <a:pt x="100961" y="109166"/>
                  </a:cubicBezTo>
                  <a:lnTo>
                    <a:pt x="101600" y="109804"/>
                  </a:lnTo>
                  <a:cubicBezTo>
                    <a:pt x="128438" y="127041"/>
                    <a:pt x="139301" y="162153"/>
                    <a:pt x="130355" y="180667"/>
                  </a:cubicBezTo>
                  <a:cubicBezTo>
                    <a:pt x="127799" y="185135"/>
                    <a:pt x="123326" y="189604"/>
                    <a:pt x="118853" y="193435"/>
                  </a:cubicBezTo>
                  <a:cubicBezTo>
                    <a:pt x="118214" y="194073"/>
                    <a:pt x="117575" y="194711"/>
                    <a:pt x="116936" y="195350"/>
                  </a:cubicBezTo>
                  <a:cubicBezTo>
                    <a:pt x="120131" y="213863"/>
                    <a:pt x="144413" y="240676"/>
                    <a:pt x="164861" y="243230"/>
                  </a:cubicBezTo>
                  <a:cubicBezTo>
                    <a:pt x="165500" y="242591"/>
                    <a:pt x="166138" y="241953"/>
                    <a:pt x="166777" y="241315"/>
                  </a:cubicBezTo>
                  <a:cubicBezTo>
                    <a:pt x="170611" y="236846"/>
                    <a:pt x="174445" y="232377"/>
                    <a:pt x="179557" y="229823"/>
                  </a:cubicBezTo>
                  <a:cubicBezTo>
                    <a:pt x="184030" y="227908"/>
                    <a:pt x="189142" y="226631"/>
                    <a:pt x="194893" y="226631"/>
                  </a:cubicBezTo>
                  <a:cubicBezTo>
                    <a:pt x="212146" y="226631"/>
                    <a:pt x="236428" y="236207"/>
                    <a:pt x="250486" y="258551"/>
                  </a:cubicBezTo>
                  <a:lnTo>
                    <a:pt x="251125" y="259190"/>
                  </a:lnTo>
                  <a:cubicBezTo>
                    <a:pt x="251764" y="260467"/>
                    <a:pt x="252403" y="261743"/>
                    <a:pt x="251764" y="263659"/>
                  </a:cubicBezTo>
                  <a:lnTo>
                    <a:pt x="251125" y="263659"/>
                  </a:lnTo>
                  <a:close/>
                  <a:moveTo>
                    <a:pt x="286269" y="180028"/>
                  </a:moveTo>
                  <a:cubicBezTo>
                    <a:pt x="286269" y="183859"/>
                    <a:pt x="283713" y="186412"/>
                    <a:pt x="279879" y="186412"/>
                  </a:cubicBezTo>
                  <a:lnTo>
                    <a:pt x="208312" y="186412"/>
                  </a:lnTo>
                  <a:lnTo>
                    <a:pt x="182113" y="208756"/>
                  </a:lnTo>
                  <a:cubicBezTo>
                    <a:pt x="180835" y="210033"/>
                    <a:pt x="179557" y="210033"/>
                    <a:pt x="178279" y="210033"/>
                  </a:cubicBezTo>
                  <a:cubicBezTo>
                    <a:pt x="177640" y="210033"/>
                    <a:pt x="176362" y="210033"/>
                    <a:pt x="175723" y="209395"/>
                  </a:cubicBezTo>
                  <a:cubicBezTo>
                    <a:pt x="173167" y="208118"/>
                    <a:pt x="171889" y="206203"/>
                    <a:pt x="171889" y="203649"/>
                  </a:cubicBezTo>
                  <a:lnTo>
                    <a:pt x="171889" y="186412"/>
                  </a:lnTo>
                  <a:lnTo>
                    <a:pt x="157832" y="186412"/>
                  </a:lnTo>
                  <a:cubicBezTo>
                    <a:pt x="153998" y="186412"/>
                    <a:pt x="151442" y="183859"/>
                    <a:pt x="151442" y="180028"/>
                  </a:cubicBezTo>
                  <a:lnTo>
                    <a:pt x="151442" y="97037"/>
                  </a:lnTo>
                  <a:cubicBezTo>
                    <a:pt x="151442" y="93206"/>
                    <a:pt x="153998" y="90653"/>
                    <a:pt x="157832" y="90653"/>
                  </a:cubicBezTo>
                  <a:lnTo>
                    <a:pt x="280518" y="90653"/>
                  </a:lnTo>
                  <a:cubicBezTo>
                    <a:pt x="284352" y="90653"/>
                    <a:pt x="286908" y="93206"/>
                    <a:pt x="286908" y="97037"/>
                  </a:cubicBezTo>
                  <a:lnTo>
                    <a:pt x="286908" y="180028"/>
                  </a:lnTo>
                  <a:close/>
                </a:path>
              </a:pathLst>
            </a:custGeom>
            <a:solidFill>
              <a:srgbClr val="012169"/>
            </a:solidFill>
            <a:ln w="6390" cap="flat">
              <a:noFill/>
              <a:prstDash val="solid"/>
              <a:miter/>
            </a:ln>
          </p:spPr>
          <p:txBody>
            <a:bodyPr rtlCol="0" anchor="ctr"/>
            <a:lstStyle/>
            <a:p>
              <a:endParaRPr lang="en-US"/>
            </a:p>
          </p:txBody>
        </p:sp>
      </p:grpSp>
      <p:grpSp>
        <p:nvGrpSpPr>
          <p:cNvPr id="407" name="Graphic 4">
            <a:extLst>
              <a:ext uri="{FF2B5EF4-FFF2-40B4-BE49-F238E27FC236}">
                <a16:creationId xmlns:a16="http://schemas.microsoft.com/office/drawing/2014/main" id="{C8BDCD6F-EC44-B14F-825D-75FC36CD1716}"/>
              </a:ext>
            </a:extLst>
          </p:cNvPr>
          <p:cNvGrpSpPr>
            <a:grpSpLocks noChangeAspect="1"/>
          </p:cNvGrpSpPr>
          <p:nvPr/>
        </p:nvGrpSpPr>
        <p:grpSpPr>
          <a:xfrm>
            <a:off x="467743" y="918179"/>
            <a:ext cx="361670" cy="361333"/>
            <a:chOff x="467743" y="918179"/>
            <a:chExt cx="361670" cy="361333"/>
          </a:xfrm>
          <a:solidFill>
            <a:srgbClr val="012169"/>
          </a:solidFill>
        </p:grpSpPr>
        <p:sp>
          <p:nvSpPr>
            <p:cNvPr id="408" name="Graphic 4">
              <a:extLst>
                <a:ext uri="{FF2B5EF4-FFF2-40B4-BE49-F238E27FC236}">
                  <a16:creationId xmlns:a16="http://schemas.microsoft.com/office/drawing/2014/main" id="{DEF1B121-E5FE-3E4D-A36B-9753AB2B34AF}"/>
                </a:ext>
              </a:extLst>
            </p:cNvPr>
            <p:cNvSpPr/>
            <p:nvPr/>
          </p:nvSpPr>
          <p:spPr>
            <a:xfrm>
              <a:off x="467743"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234"/>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409" name="Graphic 4">
              <a:extLst>
                <a:ext uri="{FF2B5EF4-FFF2-40B4-BE49-F238E27FC236}">
                  <a16:creationId xmlns:a16="http://schemas.microsoft.com/office/drawing/2014/main" id="{7FCF3AF4-DDED-E54F-9D80-286C8DF817A3}"/>
                </a:ext>
              </a:extLst>
            </p:cNvPr>
            <p:cNvSpPr/>
            <p:nvPr/>
          </p:nvSpPr>
          <p:spPr>
            <a:xfrm>
              <a:off x="540588" y="999894"/>
              <a:ext cx="215463" cy="198541"/>
            </a:xfrm>
            <a:custGeom>
              <a:avLst/>
              <a:gdLst>
                <a:gd name="connsiteX0" fmla="*/ 201283 w 215463"/>
                <a:gd name="connsiteY0" fmla="*/ 0 h 198541"/>
                <a:gd name="connsiteX1" fmla="*/ 76040 w 215463"/>
                <a:gd name="connsiteY1" fmla="*/ 0 h 198541"/>
                <a:gd name="connsiteX2" fmla="*/ 62621 w 215463"/>
                <a:gd name="connsiteY2" fmla="*/ 14683 h 198541"/>
                <a:gd name="connsiteX3" fmla="*/ 62621 w 215463"/>
                <a:gd name="connsiteY3" fmla="*/ 74054 h 198541"/>
                <a:gd name="connsiteX4" fmla="*/ 13419 w 215463"/>
                <a:gd name="connsiteY4" fmla="*/ 74054 h 198541"/>
                <a:gd name="connsiteX5" fmla="*/ 1278 w 215463"/>
                <a:gd name="connsiteY5" fmla="*/ 87461 h 198541"/>
                <a:gd name="connsiteX6" fmla="*/ 0 w 215463"/>
                <a:gd name="connsiteY6" fmla="*/ 158323 h 198541"/>
                <a:gd name="connsiteX7" fmla="*/ 4473 w 215463"/>
                <a:gd name="connsiteY7" fmla="*/ 169814 h 198541"/>
                <a:gd name="connsiteX8" fmla="*/ 13419 w 215463"/>
                <a:gd name="connsiteY8" fmla="*/ 173644 h 198541"/>
                <a:gd name="connsiteX9" fmla="*/ 13419 w 215463"/>
                <a:gd name="connsiteY9" fmla="*/ 173644 h 198541"/>
                <a:gd name="connsiteX10" fmla="*/ 27477 w 215463"/>
                <a:gd name="connsiteY10" fmla="*/ 173644 h 198541"/>
                <a:gd name="connsiteX11" fmla="*/ 39618 w 215463"/>
                <a:gd name="connsiteY11" fmla="*/ 195350 h 198541"/>
                <a:gd name="connsiteX12" fmla="*/ 40257 w 215463"/>
                <a:gd name="connsiteY12" fmla="*/ 195988 h 198541"/>
                <a:gd name="connsiteX13" fmla="*/ 40896 w 215463"/>
                <a:gd name="connsiteY13" fmla="*/ 196627 h 198541"/>
                <a:gd name="connsiteX14" fmla="*/ 42174 w 215463"/>
                <a:gd name="connsiteY14" fmla="*/ 197265 h 198541"/>
                <a:gd name="connsiteX15" fmla="*/ 42813 w 215463"/>
                <a:gd name="connsiteY15" fmla="*/ 197903 h 198541"/>
                <a:gd name="connsiteX16" fmla="*/ 44730 w 215463"/>
                <a:gd name="connsiteY16" fmla="*/ 198542 h 198541"/>
                <a:gd name="connsiteX17" fmla="*/ 44730 w 215463"/>
                <a:gd name="connsiteY17" fmla="*/ 198542 h 198541"/>
                <a:gd name="connsiteX18" fmla="*/ 46008 w 215463"/>
                <a:gd name="connsiteY18" fmla="*/ 198542 h 198541"/>
                <a:gd name="connsiteX19" fmla="*/ 47925 w 215463"/>
                <a:gd name="connsiteY19" fmla="*/ 198542 h 198541"/>
                <a:gd name="connsiteX20" fmla="*/ 48564 w 215463"/>
                <a:gd name="connsiteY20" fmla="*/ 198542 h 198541"/>
                <a:gd name="connsiteX21" fmla="*/ 49203 w 215463"/>
                <a:gd name="connsiteY21" fmla="*/ 198542 h 198541"/>
                <a:gd name="connsiteX22" fmla="*/ 49203 w 215463"/>
                <a:gd name="connsiteY22" fmla="*/ 198542 h 198541"/>
                <a:gd name="connsiteX23" fmla="*/ 50481 w 215463"/>
                <a:gd name="connsiteY23" fmla="*/ 197265 h 198541"/>
                <a:gd name="connsiteX24" fmla="*/ 51119 w 215463"/>
                <a:gd name="connsiteY24" fmla="*/ 196627 h 198541"/>
                <a:gd name="connsiteX25" fmla="*/ 51758 w 215463"/>
                <a:gd name="connsiteY25" fmla="*/ 195350 h 198541"/>
                <a:gd name="connsiteX26" fmla="*/ 51758 w 215463"/>
                <a:gd name="connsiteY26" fmla="*/ 194711 h 198541"/>
                <a:gd name="connsiteX27" fmla="*/ 51758 w 215463"/>
                <a:gd name="connsiteY27" fmla="*/ 194711 h 198541"/>
                <a:gd name="connsiteX28" fmla="*/ 56231 w 215463"/>
                <a:gd name="connsiteY28" fmla="*/ 176198 h 198541"/>
                <a:gd name="connsiteX29" fmla="*/ 125882 w 215463"/>
                <a:gd name="connsiteY29" fmla="*/ 176198 h 198541"/>
                <a:gd name="connsiteX30" fmla="*/ 138023 w 215463"/>
                <a:gd name="connsiteY30" fmla="*/ 162792 h 198541"/>
                <a:gd name="connsiteX31" fmla="*/ 138023 w 215463"/>
                <a:gd name="connsiteY31" fmla="*/ 112996 h 198541"/>
                <a:gd name="connsiteX32" fmla="*/ 153997 w 215463"/>
                <a:gd name="connsiteY32" fmla="*/ 112996 h 198541"/>
                <a:gd name="connsiteX33" fmla="*/ 159109 w 215463"/>
                <a:gd name="connsiteY33" fmla="*/ 134064 h 198541"/>
                <a:gd name="connsiteX34" fmla="*/ 159109 w 215463"/>
                <a:gd name="connsiteY34" fmla="*/ 134064 h 198541"/>
                <a:gd name="connsiteX35" fmla="*/ 159109 w 215463"/>
                <a:gd name="connsiteY35" fmla="*/ 134702 h 198541"/>
                <a:gd name="connsiteX36" fmla="*/ 159748 w 215463"/>
                <a:gd name="connsiteY36" fmla="*/ 135979 h 198541"/>
                <a:gd name="connsiteX37" fmla="*/ 160387 w 215463"/>
                <a:gd name="connsiteY37" fmla="*/ 136617 h 198541"/>
                <a:gd name="connsiteX38" fmla="*/ 161665 w 215463"/>
                <a:gd name="connsiteY38" fmla="*/ 137894 h 198541"/>
                <a:gd name="connsiteX39" fmla="*/ 161665 w 215463"/>
                <a:gd name="connsiteY39" fmla="*/ 137894 h 198541"/>
                <a:gd name="connsiteX40" fmla="*/ 162304 w 215463"/>
                <a:gd name="connsiteY40" fmla="*/ 137894 h 198541"/>
                <a:gd name="connsiteX41" fmla="*/ 162943 w 215463"/>
                <a:gd name="connsiteY41" fmla="*/ 137894 h 198541"/>
                <a:gd name="connsiteX42" fmla="*/ 164860 w 215463"/>
                <a:gd name="connsiteY42" fmla="*/ 137894 h 198541"/>
                <a:gd name="connsiteX43" fmla="*/ 166138 w 215463"/>
                <a:gd name="connsiteY43" fmla="*/ 137894 h 198541"/>
                <a:gd name="connsiteX44" fmla="*/ 166138 w 215463"/>
                <a:gd name="connsiteY44" fmla="*/ 137894 h 198541"/>
                <a:gd name="connsiteX45" fmla="*/ 168055 w 215463"/>
                <a:gd name="connsiteY45" fmla="*/ 137256 h 198541"/>
                <a:gd name="connsiteX46" fmla="*/ 168694 w 215463"/>
                <a:gd name="connsiteY46" fmla="*/ 136617 h 198541"/>
                <a:gd name="connsiteX47" fmla="*/ 169972 w 215463"/>
                <a:gd name="connsiteY47" fmla="*/ 135979 h 198541"/>
                <a:gd name="connsiteX48" fmla="*/ 170611 w 215463"/>
                <a:gd name="connsiteY48" fmla="*/ 135340 h 198541"/>
                <a:gd name="connsiteX49" fmla="*/ 171250 w 215463"/>
                <a:gd name="connsiteY49" fmla="*/ 134702 h 198541"/>
                <a:gd name="connsiteX50" fmla="*/ 185308 w 215463"/>
                <a:gd name="connsiteY50" fmla="*/ 109804 h 198541"/>
                <a:gd name="connsiteX51" fmla="*/ 201283 w 215463"/>
                <a:gd name="connsiteY51" fmla="*/ 109804 h 198541"/>
                <a:gd name="connsiteX52" fmla="*/ 210868 w 215463"/>
                <a:gd name="connsiteY52" fmla="*/ 105974 h 198541"/>
                <a:gd name="connsiteX53" fmla="*/ 215341 w 215463"/>
                <a:gd name="connsiteY53" fmla="*/ 93845 h 198541"/>
                <a:gd name="connsiteX54" fmla="*/ 214063 w 215463"/>
                <a:gd name="connsiteY54" fmla="*/ 15322 h 198541"/>
                <a:gd name="connsiteX55" fmla="*/ 201283 w 215463"/>
                <a:gd name="connsiteY55" fmla="*/ 0 h 198541"/>
                <a:gd name="connsiteX56" fmla="*/ 125882 w 215463"/>
                <a:gd name="connsiteY56" fmla="*/ 161515 h 198541"/>
                <a:gd name="connsiteX57" fmla="*/ 125882 w 215463"/>
                <a:gd name="connsiteY57" fmla="*/ 162153 h 198541"/>
                <a:gd name="connsiteX58" fmla="*/ 52398 w 215463"/>
                <a:gd name="connsiteY58" fmla="*/ 162153 h 198541"/>
                <a:gd name="connsiteX59" fmla="*/ 51758 w 215463"/>
                <a:gd name="connsiteY59" fmla="*/ 162153 h 198541"/>
                <a:gd name="connsiteX60" fmla="*/ 45369 w 215463"/>
                <a:gd name="connsiteY60" fmla="*/ 166622 h 198541"/>
                <a:gd name="connsiteX61" fmla="*/ 43452 w 215463"/>
                <a:gd name="connsiteY61" fmla="*/ 174283 h 198541"/>
                <a:gd name="connsiteX62" fmla="*/ 37062 w 215463"/>
                <a:gd name="connsiteY62" fmla="*/ 163430 h 198541"/>
                <a:gd name="connsiteX63" fmla="*/ 36423 w 215463"/>
                <a:gd name="connsiteY63" fmla="*/ 162792 h 198541"/>
                <a:gd name="connsiteX64" fmla="*/ 35784 w 215463"/>
                <a:gd name="connsiteY64" fmla="*/ 161515 h 198541"/>
                <a:gd name="connsiteX65" fmla="*/ 34506 w 215463"/>
                <a:gd name="connsiteY65" fmla="*/ 160876 h 198541"/>
                <a:gd name="connsiteX66" fmla="*/ 33228 w 215463"/>
                <a:gd name="connsiteY66" fmla="*/ 160238 h 198541"/>
                <a:gd name="connsiteX67" fmla="*/ 31950 w 215463"/>
                <a:gd name="connsiteY67" fmla="*/ 160238 h 198541"/>
                <a:gd name="connsiteX68" fmla="*/ 31311 w 215463"/>
                <a:gd name="connsiteY68" fmla="*/ 160238 h 198541"/>
                <a:gd name="connsiteX69" fmla="*/ 14058 w 215463"/>
                <a:gd name="connsiteY69" fmla="*/ 160876 h 198541"/>
                <a:gd name="connsiteX70" fmla="*/ 13419 w 215463"/>
                <a:gd name="connsiteY70" fmla="*/ 158323 h 198541"/>
                <a:gd name="connsiteX71" fmla="*/ 14697 w 215463"/>
                <a:gd name="connsiteY71" fmla="*/ 87461 h 198541"/>
                <a:gd name="connsiteX72" fmla="*/ 14697 w 215463"/>
                <a:gd name="connsiteY72" fmla="*/ 86822 h 198541"/>
                <a:gd name="connsiteX73" fmla="*/ 63260 w 215463"/>
                <a:gd name="connsiteY73" fmla="*/ 86822 h 198541"/>
                <a:gd name="connsiteX74" fmla="*/ 63260 w 215463"/>
                <a:gd name="connsiteY74" fmla="*/ 97037 h 198541"/>
                <a:gd name="connsiteX75" fmla="*/ 76679 w 215463"/>
                <a:gd name="connsiteY75" fmla="*/ 111720 h 198541"/>
                <a:gd name="connsiteX76" fmla="*/ 126521 w 215463"/>
                <a:gd name="connsiteY76" fmla="*/ 111720 h 198541"/>
                <a:gd name="connsiteX77" fmla="*/ 126521 w 215463"/>
                <a:gd name="connsiteY77" fmla="*/ 161515 h 198541"/>
                <a:gd name="connsiteX78" fmla="*/ 201283 w 215463"/>
                <a:gd name="connsiteY78" fmla="*/ 96398 h 198541"/>
                <a:gd name="connsiteX79" fmla="*/ 181474 w 215463"/>
                <a:gd name="connsiteY79" fmla="*/ 95760 h 198541"/>
                <a:gd name="connsiteX80" fmla="*/ 180835 w 215463"/>
                <a:gd name="connsiteY80" fmla="*/ 95760 h 198541"/>
                <a:gd name="connsiteX81" fmla="*/ 178918 w 215463"/>
                <a:gd name="connsiteY81" fmla="*/ 96398 h 198541"/>
                <a:gd name="connsiteX82" fmla="*/ 178279 w 215463"/>
                <a:gd name="connsiteY82" fmla="*/ 96398 h 198541"/>
                <a:gd name="connsiteX83" fmla="*/ 177001 w 215463"/>
                <a:gd name="connsiteY83" fmla="*/ 97037 h 198541"/>
                <a:gd name="connsiteX84" fmla="*/ 176362 w 215463"/>
                <a:gd name="connsiteY84" fmla="*/ 97675 h 198541"/>
                <a:gd name="connsiteX85" fmla="*/ 175723 w 215463"/>
                <a:gd name="connsiteY85" fmla="*/ 98313 h 198541"/>
                <a:gd name="connsiteX86" fmla="*/ 168055 w 215463"/>
                <a:gd name="connsiteY86" fmla="*/ 112358 h 198541"/>
                <a:gd name="connsiteX87" fmla="*/ 165499 w 215463"/>
                <a:gd name="connsiteY87" fmla="*/ 102144 h 198541"/>
                <a:gd name="connsiteX88" fmla="*/ 159109 w 215463"/>
                <a:gd name="connsiteY88" fmla="*/ 97675 h 198541"/>
                <a:gd name="connsiteX89" fmla="*/ 158470 w 215463"/>
                <a:gd name="connsiteY89" fmla="*/ 97675 h 198541"/>
                <a:gd name="connsiteX90" fmla="*/ 132272 w 215463"/>
                <a:gd name="connsiteY90" fmla="*/ 97675 h 198541"/>
                <a:gd name="connsiteX91" fmla="*/ 132272 w 215463"/>
                <a:gd name="connsiteY91" fmla="*/ 97675 h 198541"/>
                <a:gd name="connsiteX92" fmla="*/ 132272 w 215463"/>
                <a:gd name="connsiteY92" fmla="*/ 97675 h 198541"/>
                <a:gd name="connsiteX93" fmla="*/ 76679 w 215463"/>
                <a:gd name="connsiteY93" fmla="*/ 97675 h 198541"/>
                <a:gd name="connsiteX94" fmla="*/ 76040 w 215463"/>
                <a:gd name="connsiteY94" fmla="*/ 95760 h 198541"/>
                <a:gd name="connsiteX95" fmla="*/ 76040 w 215463"/>
                <a:gd name="connsiteY95" fmla="*/ 13406 h 198541"/>
                <a:gd name="connsiteX96" fmla="*/ 76679 w 215463"/>
                <a:gd name="connsiteY96" fmla="*/ 11491 h 198541"/>
                <a:gd name="connsiteX97" fmla="*/ 201922 w 215463"/>
                <a:gd name="connsiteY97" fmla="*/ 11491 h 198541"/>
                <a:gd name="connsiteX98" fmla="*/ 202561 w 215463"/>
                <a:gd name="connsiteY98" fmla="*/ 13406 h 198541"/>
                <a:gd name="connsiteX99" fmla="*/ 203839 w 215463"/>
                <a:gd name="connsiteY99" fmla="*/ 91929 h 198541"/>
                <a:gd name="connsiteX100" fmla="*/ 201283 w 215463"/>
                <a:gd name="connsiteY100" fmla="*/ 96398 h 198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215463" h="198541">
                  <a:moveTo>
                    <a:pt x="201283" y="0"/>
                  </a:moveTo>
                  <a:lnTo>
                    <a:pt x="76040" y="0"/>
                  </a:lnTo>
                  <a:cubicBezTo>
                    <a:pt x="69011" y="0"/>
                    <a:pt x="62621" y="6384"/>
                    <a:pt x="62621" y="14683"/>
                  </a:cubicBezTo>
                  <a:lnTo>
                    <a:pt x="62621" y="74054"/>
                  </a:lnTo>
                  <a:lnTo>
                    <a:pt x="13419" y="74054"/>
                  </a:lnTo>
                  <a:cubicBezTo>
                    <a:pt x="6390" y="74054"/>
                    <a:pt x="1278" y="80438"/>
                    <a:pt x="1278" y="87461"/>
                  </a:cubicBezTo>
                  <a:lnTo>
                    <a:pt x="0" y="158323"/>
                  </a:lnTo>
                  <a:cubicBezTo>
                    <a:pt x="0" y="162792"/>
                    <a:pt x="1278" y="166622"/>
                    <a:pt x="4473" y="169814"/>
                  </a:cubicBezTo>
                  <a:cubicBezTo>
                    <a:pt x="7029" y="172368"/>
                    <a:pt x="10224" y="173644"/>
                    <a:pt x="13419" y="173644"/>
                  </a:cubicBezTo>
                  <a:cubicBezTo>
                    <a:pt x="13419" y="173644"/>
                    <a:pt x="13419" y="173644"/>
                    <a:pt x="13419" y="173644"/>
                  </a:cubicBezTo>
                  <a:lnTo>
                    <a:pt x="27477" y="173644"/>
                  </a:lnTo>
                  <a:lnTo>
                    <a:pt x="39618" y="195350"/>
                  </a:lnTo>
                  <a:cubicBezTo>
                    <a:pt x="39618" y="195350"/>
                    <a:pt x="39618" y="195350"/>
                    <a:pt x="40257" y="195988"/>
                  </a:cubicBezTo>
                  <a:cubicBezTo>
                    <a:pt x="40257" y="195988"/>
                    <a:pt x="40257" y="196627"/>
                    <a:pt x="40896" y="196627"/>
                  </a:cubicBezTo>
                  <a:cubicBezTo>
                    <a:pt x="40896" y="197265"/>
                    <a:pt x="41535" y="197265"/>
                    <a:pt x="42174" y="197265"/>
                  </a:cubicBezTo>
                  <a:cubicBezTo>
                    <a:pt x="42174" y="197265"/>
                    <a:pt x="42174" y="197265"/>
                    <a:pt x="42813" y="197903"/>
                  </a:cubicBezTo>
                  <a:cubicBezTo>
                    <a:pt x="43452" y="198542"/>
                    <a:pt x="44091" y="198542"/>
                    <a:pt x="44730" y="198542"/>
                  </a:cubicBezTo>
                  <a:cubicBezTo>
                    <a:pt x="44730" y="198542"/>
                    <a:pt x="44730" y="198542"/>
                    <a:pt x="44730" y="198542"/>
                  </a:cubicBezTo>
                  <a:cubicBezTo>
                    <a:pt x="45369" y="198542"/>
                    <a:pt x="46008" y="198542"/>
                    <a:pt x="46008" y="198542"/>
                  </a:cubicBezTo>
                  <a:cubicBezTo>
                    <a:pt x="46647" y="198542"/>
                    <a:pt x="47286" y="198542"/>
                    <a:pt x="47925" y="198542"/>
                  </a:cubicBezTo>
                  <a:cubicBezTo>
                    <a:pt x="47925" y="198542"/>
                    <a:pt x="48564" y="198542"/>
                    <a:pt x="48564" y="198542"/>
                  </a:cubicBezTo>
                  <a:cubicBezTo>
                    <a:pt x="48564" y="198542"/>
                    <a:pt x="49203" y="198542"/>
                    <a:pt x="49203" y="198542"/>
                  </a:cubicBezTo>
                  <a:cubicBezTo>
                    <a:pt x="49203" y="198542"/>
                    <a:pt x="49203" y="198542"/>
                    <a:pt x="49203" y="198542"/>
                  </a:cubicBezTo>
                  <a:cubicBezTo>
                    <a:pt x="49842" y="198542"/>
                    <a:pt x="49842" y="197903"/>
                    <a:pt x="50481" y="197265"/>
                  </a:cubicBezTo>
                  <a:cubicBezTo>
                    <a:pt x="50481" y="197265"/>
                    <a:pt x="51119" y="196627"/>
                    <a:pt x="51119" y="196627"/>
                  </a:cubicBezTo>
                  <a:cubicBezTo>
                    <a:pt x="51119" y="195988"/>
                    <a:pt x="51758" y="195988"/>
                    <a:pt x="51758" y="195350"/>
                  </a:cubicBezTo>
                  <a:cubicBezTo>
                    <a:pt x="51758" y="195350"/>
                    <a:pt x="51758" y="194711"/>
                    <a:pt x="51758" y="194711"/>
                  </a:cubicBezTo>
                  <a:cubicBezTo>
                    <a:pt x="51758" y="194711"/>
                    <a:pt x="51758" y="194711"/>
                    <a:pt x="51758" y="194711"/>
                  </a:cubicBezTo>
                  <a:lnTo>
                    <a:pt x="56231" y="176198"/>
                  </a:lnTo>
                  <a:lnTo>
                    <a:pt x="125882" y="176198"/>
                  </a:lnTo>
                  <a:cubicBezTo>
                    <a:pt x="132911" y="176198"/>
                    <a:pt x="138023" y="169814"/>
                    <a:pt x="138023" y="162792"/>
                  </a:cubicBezTo>
                  <a:lnTo>
                    <a:pt x="138023" y="112996"/>
                  </a:lnTo>
                  <a:lnTo>
                    <a:pt x="153997" y="112996"/>
                  </a:lnTo>
                  <a:lnTo>
                    <a:pt x="159109" y="134064"/>
                  </a:lnTo>
                  <a:cubicBezTo>
                    <a:pt x="159109" y="134064"/>
                    <a:pt x="159109" y="134064"/>
                    <a:pt x="159109" y="134064"/>
                  </a:cubicBezTo>
                  <a:cubicBezTo>
                    <a:pt x="159109" y="134064"/>
                    <a:pt x="159109" y="134702"/>
                    <a:pt x="159109" y="134702"/>
                  </a:cubicBezTo>
                  <a:cubicBezTo>
                    <a:pt x="159109" y="135340"/>
                    <a:pt x="159748" y="135979"/>
                    <a:pt x="159748" y="135979"/>
                  </a:cubicBezTo>
                  <a:cubicBezTo>
                    <a:pt x="159748" y="135979"/>
                    <a:pt x="160387" y="136617"/>
                    <a:pt x="160387" y="136617"/>
                  </a:cubicBezTo>
                  <a:cubicBezTo>
                    <a:pt x="161026" y="137256"/>
                    <a:pt x="161026" y="137256"/>
                    <a:pt x="161665" y="137894"/>
                  </a:cubicBezTo>
                  <a:cubicBezTo>
                    <a:pt x="161665" y="137894"/>
                    <a:pt x="161665" y="137894"/>
                    <a:pt x="161665" y="137894"/>
                  </a:cubicBezTo>
                  <a:cubicBezTo>
                    <a:pt x="161665" y="137894"/>
                    <a:pt x="162304" y="137894"/>
                    <a:pt x="162304" y="137894"/>
                  </a:cubicBezTo>
                  <a:cubicBezTo>
                    <a:pt x="162304" y="137894"/>
                    <a:pt x="162943" y="137894"/>
                    <a:pt x="162943" y="137894"/>
                  </a:cubicBezTo>
                  <a:cubicBezTo>
                    <a:pt x="163582" y="137894"/>
                    <a:pt x="164221" y="137894"/>
                    <a:pt x="164860" y="137894"/>
                  </a:cubicBezTo>
                  <a:cubicBezTo>
                    <a:pt x="165499" y="137894"/>
                    <a:pt x="166138" y="137894"/>
                    <a:pt x="166138" y="137894"/>
                  </a:cubicBezTo>
                  <a:cubicBezTo>
                    <a:pt x="166138" y="137894"/>
                    <a:pt x="166138" y="137894"/>
                    <a:pt x="166138" y="137894"/>
                  </a:cubicBezTo>
                  <a:cubicBezTo>
                    <a:pt x="166777" y="137894"/>
                    <a:pt x="167416" y="137256"/>
                    <a:pt x="168055" y="137256"/>
                  </a:cubicBezTo>
                  <a:cubicBezTo>
                    <a:pt x="168055" y="137256"/>
                    <a:pt x="168055" y="137256"/>
                    <a:pt x="168694" y="136617"/>
                  </a:cubicBezTo>
                  <a:cubicBezTo>
                    <a:pt x="169333" y="136617"/>
                    <a:pt x="169333" y="135979"/>
                    <a:pt x="169972" y="135979"/>
                  </a:cubicBezTo>
                  <a:cubicBezTo>
                    <a:pt x="169972" y="135979"/>
                    <a:pt x="169972" y="135340"/>
                    <a:pt x="170611" y="135340"/>
                  </a:cubicBezTo>
                  <a:cubicBezTo>
                    <a:pt x="170611" y="135340"/>
                    <a:pt x="170611" y="135340"/>
                    <a:pt x="171250" y="134702"/>
                  </a:cubicBezTo>
                  <a:lnTo>
                    <a:pt x="185308" y="109804"/>
                  </a:lnTo>
                  <a:lnTo>
                    <a:pt x="201283" y="109804"/>
                  </a:lnTo>
                  <a:cubicBezTo>
                    <a:pt x="205117" y="109804"/>
                    <a:pt x="208312" y="108528"/>
                    <a:pt x="210868" y="105974"/>
                  </a:cubicBezTo>
                  <a:cubicBezTo>
                    <a:pt x="214063" y="102782"/>
                    <a:pt x="215980" y="98313"/>
                    <a:pt x="215341" y="93845"/>
                  </a:cubicBezTo>
                  <a:lnTo>
                    <a:pt x="214063" y="15322"/>
                  </a:lnTo>
                  <a:cubicBezTo>
                    <a:pt x="214702" y="6384"/>
                    <a:pt x="208951" y="0"/>
                    <a:pt x="201283" y="0"/>
                  </a:cubicBezTo>
                  <a:close/>
                  <a:moveTo>
                    <a:pt x="125882" y="161515"/>
                  </a:moveTo>
                  <a:cubicBezTo>
                    <a:pt x="125882" y="162153"/>
                    <a:pt x="125882" y="162153"/>
                    <a:pt x="125882" y="162153"/>
                  </a:cubicBezTo>
                  <a:lnTo>
                    <a:pt x="52398" y="162153"/>
                  </a:lnTo>
                  <a:cubicBezTo>
                    <a:pt x="52398" y="162153"/>
                    <a:pt x="51758" y="162153"/>
                    <a:pt x="51758" y="162153"/>
                  </a:cubicBezTo>
                  <a:cubicBezTo>
                    <a:pt x="48564" y="162153"/>
                    <a:pt x="46008" y="164068"/>
                    <a:pt x="45369" y="166622"/>
                  </a:cubicBezTo>
                  <a:lnTo>
                    <a:pt x="43452" y="174283"/>
                  </a:lnTo>
                  <a:lnTo>
                    <a:pt x="37062" y="163430"/>
                  </a:lnTo>
                  <a:cubicBezTo>
                    <a:pt x="37062" y="163430"/>
                    <a:pt x="36423" y="162792"/>
                    <a:pt x="36423" y="162792"/>
                  </a:cubicBezTo>
                  <a:cubicBezTo>
                    <a:pt x="36423" y="162153"/>
                    <a:pt x="35784" y="162153"/>
                    <a:pt x="35784" y="161515"/>
                  </a:cubicBezTo>
                  <a:cubicBezTo>
                    <a:pt x="35784" y="161515"/>
                    <a:pt x="35145" y="160876"/>
                    <a:pt x="34506" y="160876"/>
                  </a:cubicBezTo>
                  <a:cubicBezTo>
                    <a:pt x="33867" y="160876"/>
                    <a:pt x="33867" y="160238"/>
                    <a:pt x="33228" y="160238"/>
                  </a:cubicBezTo>
                  <a:cubicBezTo>
                    <a:pt x="32589" y="160238"/>
                    <a:pt x="32589" y="160238"/>
                    <a:pt x="31950" y="160238"/>
                  </a:cubicBezTo>
                  <a:cubicBezTo>
                    <a:pt x="31950" y="160238"/>
                    <a:pt x="31311" y="160238"/>
                    <a:pt x="31311" y="160238"/>
                  </a:cubicBezTo>
                  <a:lnTo>
                    <a:pt x="14058" y="160876"/>
                  </a:lnTo>
                  <a:cubicBezTo>
                    <a:pt x="14058" y="160876"/>
                    <a:pt x="13419" y="160238"/>
                    <a:pt x="13419" y="158323"/>
                  </a:cubicBezTo>
                  <a:lnTo>
                    <a:pt x="14697" y="87461"/>
                  </a:lnTo>
                  <a:cubicBezTo>
                    <a:pt x="14697" y="86822"/>
                    <a:pt x="14697" y="86822"/>
                    <a:pt x="14697" y="86822"/>
                  </a:cubicBezTo>
                  <a:lnTo>
                    <a:pt x="63260" y="86822"/>
                  </a:lnTo>
                  <a:lnTo>
                    <a:pt x="63260" y="97037"/>
                  </a:lnTo>
                  <a:cubicBezTo>
                    <a:pt x="63260" y="105336"/>
                    <a:pt x="69011" y="111720"/>
                    <a:pt x="76679" y="111720"/>
                  </a:cubicBezTo>
                  <a:lnTo>
                    <a:pt x="126521" y="111720"/>
                  </a:lnTo>
                  <a:lnTo>
                    <a:pt x="126521" y="161515"/>
                  </a:lnTo>
                  <a:close/>
                  <a:moveTo>
                    <a:pt x="201283" y="96398"/>
                  </a:moveTo>
                  <a:lnTo>
                    <a:pt x="181474" y="95760"/>
                  </a:lnTo>
                  <a:cubicBezTo>
                    <a:pt x="181474" y="95760"/>
                    <a:pt x="180835" y="95760"/>
                    <a:pt x="180835" y="95760"/>
                  </a:cubicBezTo>
                  <a:cubicBezTo>
                    <a:pt x="180196" y="95760"/>
                    <a:pt x="179557" y="95760"/>
                    <a:pt x="178918" y="96398"/>
                  </a:cubicBezTo>
                  <a:cubicBezTo>
                    <a:pt x="178918" y="96398"/>
                    <a:pt x="178279" y="96398"/>
                    <a:pt x="178279" y="96398"/>
                  </a:cubicBezTo>
                  <a:cubicBezTo>
                    <a:pt x="177640" y="96398"/>
                    <a:pt x="177001" y="97037"/>
                    <a:pt x="177001" y="97037"/>
                  </a:cubicBezTo>
                  <a:cubicBezTo>
                    <a:pt x="177001" y="97037"/>
                    <a:pt x="176362" y="97675"/>
                    <a:pt x="176362" y="97675"/>
                  </a:cubicBezTo>
                  <a:cubicBezTo>
                    <a:pt x="176362" y="97675"/>
                    <a:pt x="175723" y="98313"/>
                    <a:pt x="175723" y="98313"/>
                  </a:cubicBezTo>
                  <a:lnTo>
                    <a:pt x="168055" y="112358"/>
                  </a:lnTo>
                  <a:lnTo>
                    <a:pt x="165499" y="102144"/>
                  </a:lnTo>
                  <a:cubicBezTo>
                    <a:pt x="164860" y="98952"/>
                    <a:pt x="161665" y="97037"/>
                    <a:pt x="159109" y="97675"/>
                  </a:cubicBezTo>
                  <a:cubicBezTo>
                    <a:pt x="159109" y="97675"/>
                    <a:pt x="158470" y="97675"/>
                    <a:pt x="158470" y="97675"/>
                  </a:cubicBezTo>
                  <a:lnTo>
                    <a:pt x="132272" y="97675"/>
                  </a:lnTo>
                  <a:cubicBezTo>
                    <a:pt x="132272" y="97675"/>
                    <a:pt x="132272" y="97675"/>
                    <a:pt x="132272" y="97675"/>
                  </a:cubicBezTo>
                  <a:cubicBezTo>
                    <a:pt x="132272" y="97675"/>
                    <a:pt x="132272" y="97675"/>
                    <a:pt x="132272" y="97675"/>
                  </a:cubicBezTo>
                  <a:lnTo>
                    <a:pt x="76679" y="97675"/>
                  </a:lnTo>
                  <a:cubicBezTo>
                    <a:pt x="76679" y="97675"/>
                    <a:pt x="76040" y="97037"/>
                    <a:pt x="76040" y="95760"/>
                  </a:cubicBezTo>
                  <a:lnTo>
                    <a:pt x="76040" y="13406"/>
                  </a:lnTo>
                  <a:cubicBezTo>
                    <a:pt x="76040" y="12130"/>
                    <a:pt x="76679" y="11491"/>
                    <a:pt x="76679" y="11491"/>
                  </a:cubicBezTo>
                  <a:lnTo>
                    <a:pt x="201922" y="11491"/>
                  </a:lnTo>
                  <a:cubicBezTo>
                    <a:pt x="201922" y="11491"/>
                    <a:pt x="202561" y="12130"/>
                    <a:pt x="202561" y="13406"/>
                  </a:cubicBezTo>
                  <a:lnTo>
                    <a:pt x="203839" y="91929"/>
                  </a:lnTo>
                  <a:cubicBezTo>
                    <a:pt x="202561" y="94483"/>
                    <a:pt x="202561" y="95760"/>
                    <a:pt x="201283" y="96398"/>
                  </a:cubicBezTo>
                  <a:close/>
                </a:path>
              </a:pathLst>
            </a:custGeom>
            <a:solidFill>
              <a:srgbClr val="012169"/>
            </a:solidFill>
            <a:ln w="6390" cap="flat">
              <a:noFill/>
              <a:prstDash val="solid"/>
              <a:miter/>
            </a:ln>
          </p:spPr>
          <p:txBody>
            <a:bodyPr rtlCol="0" anchor="ctr"/>
            <a:lstStyle/>
            <a:p>
              <a:endParaRPr lang="en-US"/>
            </a:p>
          </p:txBody>
        </p:sp>
        <p:sp>
          <p:nvSpPr>
            <p:cNvPr id="410" name="Graphic 4">
              <a:extLst>
                <a:ext uri="{FF2B5EF4-FFF2-40B4-BE49-F238E27FC236}">
                  <a16:creationId xmlns:a16="http://schemas.microsoft.com/office/drawing/2014/main" id="{C0E4EFCB-DAD1-294E-8B4F-B88B80907E14}"/>
                </a:ext>
              </a:extLst>
            </p:cNvPr>
            <p:cNvSpPr/>
            <p:nvPr/>
          </p:nvSpPr>
          <p:spPr>
            <a:xfrm>
              <a:off x="640910" y="1049050"/>
              <a:ext cx="12779" cy="12767"/>
            </a:xfrm>
            <a:custGeom>
              <a:avLst/>
              <a:gdLst>
                <a:gd name="connsiteX0" fmla="*/ 10863 w 12779"/>
                <a:gd name="connsiteY0" fmla="*/ 1915 h 12767"/>
                <a:gd name="connsiteX1" fmla="*/ 8946 w 12779"/>
                <a:gd name="connsiteY1" fmla="*/ 638 h 12767"/>
                <a:gd name="connsiteX2" fmla="*/ 5112 w 12779"/>
                <a:gd name="connsiteY2" fmla="*/ 0 h 12767"/>
                <a:gd name="connsiteX3" fmla="*/ 3834 w 12779"/>
                <a:gd name="connsiteY3" fmla="*/ 638 h 12767"/>
                <a:gd name="connsiteX4" fmla="*/ 2556 w 12779"/>
                <a:gd name="connsiteY4" fmla="*/ 1277 h 12767"/>
                <a:gd name="connsiteX5" fmla="*/ 1917 w 12779"/>
                <a:gd name="connsiteY5" fmla="*/ 1915 h 12767"/>
                <a:gd name="connsiteX6" fmla="*/ 639 w 12779"/>
                <a:gd name="connsiteY6" fmla="*/ 3830 h 12767"/>
                <a:gd name="connsiteX7" fmla="*/ 0 w 12779"/>
                <a:gd name="connsiteY7" fmla="*/ 6384 h 12767"/>
                <a:gd name="connsiteX8" fmla="*/ 1917 w 12779"/>
                <a:gd name="connsiteY8" fmla="*/ 10853 h 12767"/>
                <a:gd name="connsiteX9" fmla="*/ 3834 w 12779"/>
                <a:gd name="connsiteY9" fmla="*/ 12130 h 12767"/>
                <a:gd name="connsiteX10" fmla="*/ 6390 w 12779"/>
                <a:gd name="connsiteY10" fmla="*/ 12768 h 12767"/>
                <a:gd name="connsiteX11" fmla="*/ 8946 w 12779"/>
                <a:gd name="connsiteY11" fmla="*/ 12130 h 12767"/>
                <a:gd name="connsiteX12" fmla="*/ 10863 w 12779"/>
                <a:gd name="connsiteY12" fmla="*/ 10853 h 12767"/>
                <a:gd name="connsiteX13" fmla="*/ 12780 w 12779"/>
                <a:gd name="connsiteY13" fmla="*/ 6384 h 12767"/>
                <a:gd name="connsiteX14" fmla="*/ 12141 w 12779"/>
                <a:gd name="connsiteY14" fmla="*/ 3830 h 12767"/>
                <a:gd name="connsiteX15" fmla="*/ 10863 w 12779"/>
                <a:gd name="connsiteY15" fmla="*/ 1915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79" h="12767">
                  <a:moveTo>
                    <a:pt x="10863" y="1915"/>
                  </a:moveTo>
                  <a:cubicBezTo>
                    <a:pt x="10224" y="1277"/>
                    <a:pt x="9585" y="638"/>
                    <a:pt x="8946" y="638"/>
                  </a:cubicBezTo>
                  <a:cubicBezTo>
                    <a:pt x="7668" y="0"/>
                    <a:pt x="6390" y="0"/>
                    <a:pt x="5112" y="0"/>
                  </a:cubicBezTo>
                  <a:cubicBezTo>
                    <a:pt x="4473" y="0"/>
                    <a:pt x="4473" y="0"/>
                    <a:pt x="3834" y="638"/>
                  </a:cubicBezTo>
                  <a:cubicBezTo>
                    <a:pt x="3195" y="638"/>
                    <a:pt x="3195" y="1277"/>
                    <a:pt x="2556" y="1277"/>
                  </a:cubicBezTo>
                  <a:cubicBezTo>
                    <a:pt x="1917" y="1277"/>
                    <a:pt x="1917" y="1915"/>
                    <a:pt x="1917" y="1915"/>
                  </a:cubicBezTo>
                  <a:cubicBezTo>
                    <a:pt x="1278" y="2554"/>
                    <a:pt x="639" y="3192"/>
                    <a:pt x="639" y="3830"/>
                  </a:cubicBezTo>
                  <a:cubicBezTo>
                    <a:pt x="639" y="4469"/>
                    <a:pt x="0" y="5107"/>
                    <a:pt x="0" y="6384"/>
                  </a:cubicBezTo>
                  <a:cubicBezTo>
                    <a:pt x="0" y="8299"/>
                    <a:pt x="639" y="9576"/>
                    <a:pt x="1917" y="10853"/>
                  </a:cubicBezTo>
                  <a:cubicBezTo>
                    <a:pt x="2556" y="11491"/>
                    <a:pt x="3195" y="12130"/>
                    <a:pt x="3834" y="12130"/>
                  </a:cubicBezTo>
                  <a:cubicBezTo>
                    <a:pt x="4473" y="12768"/>
                    <a:pt x="5112" y="12768"/>
                    <a:pt x="6390" y="12768"/>
                  </a:cubicBezTo>
                  <a:cubicBezTo>
                    <a:pt x="7029" y="12768"/>
                    <a:pt x="8307" y="12768"/>
                    <a:pt x="8946" y="12130"/>
                  </a:cubicBezTo>
                  <a:cubicBezTo>
                    <a:pt x="9585" y="12130"/>
                    <a:pt x="10224" y="11491"/>
                    <a:pt x="10863" y="10853"/>
                  </a:cubicBezTo>
                  <a:cubicBezTo>
                    <a:pt x="12141" y="9576"/>
                    <a:pt x="12780" y="8299"/>
                    <a:pt x="12780" y="6384"/>
                  </a:cubicBezTo>
                  <a:cubicBezTo>
                    <a:pt x="12780" y="5746"/>
                    <a:pt x="12780" y="4469"/>
                    <a:pt x="12141" y="3830"/>
                  </a:cubicBezTo>
                  <a:cubicBezTo>
                    <a:pt x="12141" y="3192"/>
                    <a:pt x="11502" y="2554"/>
                    <a:pt x="10863" y="1915"/>
                  </a:cubicBezTo>
                  <a:close/>
                </a:path>
              </a:pathLst>
            </a:custGeom>
            <a:solidFill>
              <a:srgbClr val="012169"/>
            </a:solidFill>
            <a:ln w="6390" cap="flat">
              <a:noFill/>
              <a:prstDash val="solid"/>
              <a:miter/>
            </a:ln>
          </p:spPr>
          <p:txBody>
            <a:bodyPr rtlCol="0" anchor="ctr"/>
            <a:lstStyle/>
            <a:p>
              <a:endParaRPr lang="en-US"/>
            </a:p>
          </p:txBody>
        </p:sp>
        <p:sp>
          <p:nvSpPr>
            <p:cNvPr id="411" name="Graphic 4">
              <a:extLst>
                <a:ext uri="{FF2B5EF4-FFF2-40B4-BE49-F238E27FC236}">
                  <a16:creationId xmlns:a16="http://schemas.microsoft.com/office/drawing/2014/main" id="{7997089D-CB7B-1847-ABEF-FF2BD54D4EBB}"/>
                </a:ext>
              </a:extLst>
            </p:cNvPr>
            <p:cNvSpPr/>
            <p:nvPr/>
          </p:nvSpPr>
          <p:spPr>
            <a:xfrm>
              <a:off x="706088" y="1049050"/>
              <a:ext cx="12779" cy="12767"/>
            </a:xfrm>
            <a:custGeom>
              <a:avLst/>
              <a:gdLst>
                <a:gd name="connsiteX0" fmla="*/ 10863 w 12779"/>
                <a:gd name="connsiteY0" fmla="*/ 1915 h 12767"/>
                <a:gd name="connsiteX1" fmla="*/ 10224 w 12779"/>
                <a:gd name="connsiteY1" fmla="*/ 1277 h 12767"/>
                <a:gd name="connsiteX2" fmla="*/ 8946 w 12779"/>
                <a:gd name="connsiteY2" fmla="*/ 638 h 12767"/>
                <a:gd name="connsiteX3" fmla="*/ 7668 w 12779"/>
                <a:gd name="connsiteY3" fmla="*/ 0 h 12767"/>
                <a:gd name="connsiteX4" fmla="*/ 3834 w 12779"/>
                <a:gd name="connsiteY4" fmla="*/ 638 h 12767"/>
                <a:gd name="connsiteX5" fmla="*/ 1917 w 12779"/>
                <a:gd name="connsiteY5" fmla="*/ 1915 h 12767"/>
                <a:gd name="connsiteX6" fmla="*/ 639 w 12779"/>
                <a:gd name="connsiteY6" fmla="*/ 3830 h 12767"/>
                <a:gd name="connsiteX7" fmla="*/ 0 w 12779"/>
                <a:gd name="connsiteY7" fmla="*/ 6384 h 12767"/>
                <a:gd name="connsiteX8" fmla="*/ 1917 w 12779"/>
                <a:gd name="connsiteY8" fmla="*/ 10853 h 12767"/>
                <a:gd name="connsiteX9" fmla="*/ 3834 w 12779"/>
                <a:gd name="connsiteY9" fmla="*/ 12130 h 12767"/>
                <a:gd name="connsiteX10" fmla="*/ 6390 w 12779"/>
                <a:gd name="connsiteY10" fmla="*/ 12768 h 12767"/>
                <a:gd name="connsiteX11" fmla="*/ 8946 w 12779"/>
                <a:gd name="connsiteY11" fmla="*/ 12130 h 12767"/>
                <a:gd name="connsiteX12" fmla="*/ 10863 w 12779"/>
                <a:gd name="connsiteY12" fmla="*/ 10853 h 12767"/>
                <a:gd name="connsiteX13" fmla="*/ 12780 w 12779"/>
                <a:gd name="connsiteY13" fmla="*/ 6384 h 12767"/>
                <a:gd name="connsiteX14" fmla="*/ 12141 w 12779"/>
                <a:gd name="connsiteY14" fmla="*/ 3830 h 12767"/>
                <a:gd name="connsiteX15" fmla="*/ 10863 w 12779"/>
                <a:gd name="connsiteY15" fmla="*/ 1915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79" h="12767">
                  <a:moveTo>
                    <a:pt x="10863" y="1915"/>
                  </a:moveTo>
                  <a:cubicBezTo>
                    <a:pt x="10863" y="1915"/>
                    <a:pt x="10224" y="1277"/>
                    <a:pt x="10224" y="1277"/>
                  </a:cubicBezTo>
                  <a:cubicBezTo>
                    <a:pt x="9585" y="1277"/>
                    <a:pt x="9585" y="638"/>
                    <a:pt x="8946" y="638"/>
                  </a:cubicBezTo>
                  <a:cubicBezTo>
                    <a:pt x="8307" y="638"/>
                    <a:pt x="8307" y="638"/>
                    <a:pt x="7668" y="0"/>
                  </a:cubicBezTo>
                  <a:cubicBezTo>
                    <a:pt x="6390" y="0"/>
                    <a:pt x="5112" y="0"/>
                    <a:pt x="3834" y="638"/>
                  </a:cubicBezTo>
                  <a:cubicBezTo>
                    <a:pt x="3195" y="638"/>
                    <a:pt x="2556" y="1277"/>
                    <a:pt x="1917" y="1915"/>
                  </a:cubicBezTo>
                  <a:cubicBezTo>
                    <a:pt x="1278" y="2554"/>
                    <a:pt x="639" y="3192"/>
                    <a:pt x="639" y="3830"/>
                  </a:cubicBezTo>
                  <a:cubicBezTo>
                    <a:pt x="0" y="4469"/>
                    <a:pt x="0" y="5107"/>
                    <a:pt x="0" y="6384"/>
                  </a:cubicBezTo>
                  <a:cubicBezTo>
                    <a:pt x="0" y="8299"/>
                    <a:pt x="639" y="9576"/>
                    <a:pt x="1917" y="10853"/>
                  </a:cubicBezTo>
                  <a:cubicBezTo>
                    <a:pt x="2556" y="11491"/>
                    <a:pt x="3195" y="12130"/>
                    <a:pt x="3834" y="12130"/>
                  </a:cubicBezTo>
                  <a:cubicBezTo>
                    <a:pt x="4473" y="12768"/>
                    <a:pt x="5112" y="12768"/>
                    <a:pt x="6390" y="12768"/>
                  </a:cubicBezTo>
                  <a:cubicBezTo>
                    <a:pt x="7029" y="12768"/>
                    <a:pt x="8307" y="12768"/>
                    <a:pt x="8946" y="12130"/>
                  </a:cubicBezTo>
                  <a:cubicBezTo>
                    <a:pt x="9585" y="12130"/>
                    <a:pt x="10224" y="11491"/>
                    <a:pt x="10863" y="10853"/>
                  </a:cubicBezTo>
                  <a:cubicBezTo>
                    <a:pt x="12141" y="9576"/>
                    <a:pt x="12780" y="8299"/>
                    <a:pt x="12780" y="6384"/>
                  </a:cubicBezTo>
                  <a:cubicBezTo>
                    <a:pt x="12780" y="5746"/>
                    <a:pt x="12780" y="4469"/>
                    <a:pt x="12141" y="3830"/>
                  </a:cubicBezTo>
                  <a:cubicBezTo>
                    <a:pt x="12141" y="3192"/>
                    <a:pt x="11502" y="2554"/>
                    <a:pt x="10863" y="1915"/>
                  </a:cubicBezTo>
                  <a:close/>
                </a:path>
              </a:pathLst>
            </a:custGeom>
            <a:solidFill>
              <a:srgbClr val="012169"/>
            </a:solidFill>
            <a:ln w="6390" cap="flat">
              <a:noFill/>
              <a:prstDash val="solid"/>
              <a:miter/>
            </a:ln>
          </p:spPr>
          <p:txBody>
            <a:bodyPr rtlCol="0" anchor="ctr"/>
            <a:lstStyle/>
            <a:p>
              <a:endParaRPr lang="en-US"/>
            </a:p>
          </p:txBody>
        </p:sp>
        <p:sp>
          <p:nvSpPr>
            <p:cNvPr id="412" name="Graphic 4">
              <a:extLst>
                <a:ext uri="{FF2B5EF4-FFF2-40B4-BE49-F238E27FC236}">
                  <a16:creationId xmlns:a16="http://schemas.microsoft.com/office/drawing/2014/main" id="{D50F9AE2-65B1-6B41-A645-7B835F26DD58}"/>
                </a:ext>
              </a:extLst>
            </p:cNvPr>
            <p:cNvSpPr/>
            <p:nvPr/>
          </p:nvSpPr>
          <p:spPr>
            <a:xfrm>
              <a:off x="672221" y="1049050"/>
              <a:ext cx="12779" cy="12767"/>
            </a:xfrm>
            <a:custGeom>
              <a:avLst/>
              <a:gdLst>
                <a:gd name="connsiteX0" fmla="*/ 11502 w 12779"/>
                <a:gd name="connsiteY0" fmla="*/ 1915 h 12767"/>
                <a:gd name="connsiteX1" fmla="*/ 9585 w 12779"/>
                <a:gd name="connsiteY1" fmla="*/ 638 h 12767"/>
                <a:gd name="connsiteX2" fmla="*/ 5751 w 12779"/>
                <a:gd name="connsiteY2" fmla="*/ 0 h 12767"/>
                <a:gd name="connsiteX3" fmla="*/ 4473 w 12779"/>
                <a:gd name="connsiteY3" fmla="*/ 638 h 12767"/>
                <a:gd name="connsiteX4" fmla="*/ 3195 w 12779"/>
                <a:gd name="connsiteY4" fmla="*/ 1277 h 12767"/>
                <a:gd name="connsiteX5" fmla="*/ 1917 w 12779"/>
                <a:gd name="connsiteY5" fmla="*/ 1915 h 12767"/>
                <a:gd name="connsiteX6" fmla="*/ 639 w 12779"/>
                <a:gd name="connsiteY6" fmla="*/ 3830 h 12767"/>
                <a:gd name="connsiteX7" fmla="*/ 0 w 12779"/>
                <a:gd name="connsiteY7" fmla="*/ 6384 h 12767"/>
                <a:gd name="connsiteX8" fmla="*/ 1917 w 12779"/>
                <a:gd name="connsiteY8" fmla="*/ 10853 h 12767"/>
                <a:gd name="connsiteX9" fmla="*/ 3834 w 12779"/>
                <a:gd name="connsiteY9" fmla="*/ 12130 h 12767"/>
                <a:gd name="connsiteX10" fmla="*/ 6390 w 12779"/>
                <a:gd name="connsiteY10" fmla="*/ 12768 h 12767"/>
                <a:gd name="connsiteX11" fmla="*/ 8946 w 12779"/>
                <a:gd name="connsiteY11" fmla="*/ 12130 h 12767"/>
                <a:gd name="connsiteX12" fmla="*/ 10863 w 12779"/>
                <a:gd name="connsiteY12" fmla="*/ 10853 h 12767"/>
                <a:gd name="connsiteX13" fmla="*/ 12780 w 12779"/>
                <a:gd name="connsiteY13" fmla="*/ 6384 h 12767"/>
                <a:gd name="connsiteX14" fmla="*/ 12141 w 12779"/>
                <a:gd name="connsiteY14" fmla="*/ 3830 h 12767"/>
                <a:gd name="connsiteX15" fmla="*/ 11502 w 12779"/>
                <a:gd name="connsiteY15" fmla="*/ 1915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79" h="12767">
                  <a:moveTo>
                    <a:pt x="11502" y="1915"/>
                  </a:moveTo>
                  <a:cubicBezTo>
                    <a:pt x="10863" y="1277"/>
                    <a:pt x="10224" y="638"/>
                    <a:pt x="9585" y="638"/>
                  </a:cubicBezTo>
                  <a:cubicBezTo>
                    <a:pt x="8307" y="0"/>
                    <a:pt x="7029" y="0"/>
                    <a:pt x="5751" y="0"/>
                  </a:cubicBezTo>
                  <a:cubicBezTo>
                    <a:pt x="5112" y="0"/>
                    <a:pt x="5112" y="0"/>
                    <a:pt x="4473" y="638"/>
                  </a:cubicBezTo>
                  <a:cubicBezTo>
                    <a:pt x="3834" y="638"/>
                    <a:pt x="3834" y="1277"/>
                    <a:pt x="3195" y="1277"/>
                  </a:cubicBezTo>
                  <a:cubicBezTo>
                    <a:pt x="2556" y="1277"/>
                    <a:pt x="2556" y="1915"/>
                    <a:pt x="1917" y="1915"/>
                  </a:cubicBezTo>
                  <a:cubicBezTo>
                    <a:pt x="1278" y="2554"/>
                    <a:pt x="639" y="3192"/>
                    <a:pt x="639" y="3830"/>
                  </a:cubicBezTo>
                  <a:cubicBezTo>
                    <a:pt x="0" y="4469"/>
                    <a:pt x="0" y="5107"/>
                    <a:pt x="0" y="6384"/>
                  </a:cubicBezTo>
                  <a:cubicBezTo>
                    <a:pt x="0" y="8299"/>
                    <a:pt x="639" y="9576"/>
                    <a:pt x="1917" y="10853"/>
                  </a:cubicBezTo>
                  <a:cubicBezTo>
                    <a:pt x="2556" y="11491"/>
                    <a:pt x="3195" y="12130"/>
                    <a:pt x="3834" y="12130"/>
                  </a:cubicBezTo>
                  <a:cubicBezTo>
                    <a:pt x="4473" y="12768"/>
                    <a:pt x="5112" y="12768"/>
                    <a:pt x="6390" y="12768"/>
                  </a:cubicBezTo>
                  <a:cubicBezTo>
                    <a:pt x="7029" y="12768"/>
                    <a:pt x="8307" y="12768"/>
                    <a:pt x="8946" y="12130"/>
                  </a:cubicBezTo>
                  <a:cubicBezTo>
                    <a:pt x="9585" y="12130"/>
                    <a:pt x="10224" y="11491"/>
                    <a:pt x="10863" y="10853"/>
                  </a:cubicBezTo>
                  <a:cubicBezTo>
                    <a:pt x="12141" y="9576"/>
                    <a:pt x="12780" y="8299"/>
                    <a:pt x="12780" y="6384"/>
                  </a:cubicBezTo>
                  <a:cubicBezTo>
                    <a:pt x="12780" y="5746"/>
                    <a:pt x="12780" y="4469"/>
                    <a:pt x="12141" y="3830"/>
                  </a:cubicBezTo>
                  <a:cubicBezTo>
                    <a:pt x="12780" y="3192"/>
                    <a:pt x="12141" y="2554"/>
                    <a:pt x="11502" y="1915"/>
                  </a:cubicBezTo>
                  <a:close/>
                </a:path>
              </a:pathLst>
            </a:custGeom>
            <a:solidFill>
              <a:srgbClr val="012169"/>
            </a:solidFill>
            <a:ln w="6390" cap="flat">
              <a:noFill/>
              <a:prstDash val="solid"/>
              <a:miter/>
            </a:ln>
          </p:spPr>
          <p:txBody>
            <a:bodyPr rtlCol="0" anchor="ctr"/>
            <a:lstStyle/>
            <a:p>
              <a:endParaRPr lang="en-US"/>
            </a:p>
          </p:txBody>
        </p:sp>
      </p:grpSp>
      <p:grpSp>
        <p:nvGrpSpPr>
          <p:cNvPr id="413" name="Graphic 4">
            <a:extLst>
              <a:ext uri="{FF2B5EF4-FFF2-40B4-BE49-F238E27FC236}">
                <a16:creationId xmlns:a16="http://schemas.microsoft.com/office/drawing/2014/main" id="{71FC9C9B-CA5A-2D48-8980-5934BEE8E58A}"/>
              </a:ext>
            </a:extLst>
          </p:cNvPr>
          <p:cNvGrpSpPr>
            <a:grpSpLocks noChangeAspect="1"/>
          </p:cNvGrpSpPr>
          <p:nvPr/>
        </p:nvGrpSpPr>
        <p:grpSpPr>
          <a:xfrm>
            <a:off x="467743" y="1402085"/>
            <a:ext cx="361670" cy="361333"/>
            <a:chOff x="467743" y="1402085"/>
            <a:chExt cx="361670" cy="361333"/>
          </a:xfrm>
          <a:solidFill>
            <a:srgbClr val="012169"/>
          </a:solidFill>
        </p:grpSpPr>
        <p:sp>
          <p:nvSpPr>
            <p:cNvPr id="414" name="Graphic 4">
              <a:extLst>
                <a:ext uri="{FF2B5EF4-FFF2-40B4-BE49-F238E27FC236}">
                  <a16:creationId xmlns:a16="http://schemas.microsoft.com/office/drawing/2014/main" id="{1C7699CF-BFF3-C84D-9AF0-96C4FF93A4F5}"/>
                </a:ext>
              </a:extLst>
            </p:cNvPr>
            <p:cNvSpPr/>
            <p:nvPr/>
          </p:nvSpPr>
          <p:spPr>
            <a:xfrm>
              <a:off x="467743"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415" name="Graphic 4">
              <a:extLst>
                <a:ext uri="{FF2B5EF4-FFF2-40B4-BE49-F238E27FC236}">
                  <a16:creationId xmlns:a16="http://schemas.microsoft.com/office/drawing/2014/main" id="{29884C44-40EC-C146-B129-E26053D1028D}"/>
                </a:ext>
              </a:extLst>
            </p:cNvPr>
            <p:cNvSpPr/>
            <p:nvPr/>
          </p:nvSpPr>
          <p:spPr>
            <a:xfrm>
              <a:off x="559758" y="1485715"/>
              <a:ext cx="201390" cy="125125"/>
            </a:xfrm>
            <a:custGeom>
              <a:avLst/>
              <a:gdLst>
                <a:gd name="connsiteX0" fmla="*/ 177001 w 201390"/>
                <a:gd name="connsiteY0" fmla="*/ 42134 h 125125"/>
                <a:gd name="connsiteX1" fmla="*/ 133550 w 201390"/>
                <a:gd name="connsiteY1" fmla="*/ 14045 h 125125"/>
                <a:gd name="connsiteX2" fmla="*/ 98405 w 201390"/>
                <a:gd name="connsiteY2" fmla="*/ 6384 h 125125"/>
                <a:gd name="connsiteX3" fmla="*/ 76679 w 201390"/>
                <a:gd name="connsiteY3" fmla="*/ 0 h 125125"/>
                <a:gd name="connsiteX4" fmla="*/ 46008 w 201390"/>
                <a:gd name="connsiteY4" fmla="*/ 13406 h 125125"/>
                <a:gd name="connsiteX5" fmla="*/ 7029 w 201390"/>
                <a:gd name="connsiteY5" fmla="*/ 46603 h 125125"/>
                <a:gd name="connsiteX6" fmla="*/ 7668 w 201390"/>
                <a:gd name="connsiteY6" fmla="*/ 53625 h 125125"/>
                <a:gd name="connsiteX7" fmla="*/ 0 w 201390"/>
                <a:gd name="connsiteY7" fmla="*/ 73416 h 125125"/>
                <a:gd name="connsiteX8" fmla="*/ 35145 w 201390"/>
                <a:gd name="connsiteY8" fmla="*/ 106612 h 125125"/>
                <a:gd name="connsiteX9" fmla="*/ 69011 w 201390"/>
                <a:gd name="connsiteY9" fmla="*/ 125126 h 125125"/>
                <a:gd name="connsiteX10" fmla="*/ 84986 w 201390"/>
                <a:gd name="connsiteY10" fmla="*/ 121934 h 125125"/>
                <a:gd name="connsiteX11" fmla="*/ 116297 w 201390"/>
                <a:gd name="connsiteY11" fmla="*/ 121934 h 125125"/>
                <a:gd name="connsiteX12" fmla="*/ 132272 w 201390"/>
                <a:gd name="connsiteY12" fmla="*/ 125126 h 125125"/>
                <a:gd name="connsiteX13" fmla="*/ 166138 w 201390"/>
                <a:gd name="connsiteY13" fmla="*/ 106612 h 125125"/>
                <a:gd name="connsiteX14" fmla="*/ 201283 w 201390"/>
                <a:gd name="connsiteY14" fmla="*/ 73416 h 125125"/>
                <a:gd name="connsiteX15" fmla="*/ 177001 w 201390"/>
                <a:gd name="connsiteY15" fmla="*/ 42134 h 125125"/>
                <a:gd name="connsiteX16" fmla="*/ 163582 w 201390"/>
                <a:gd name="connsiteY16" fmla="*/ 93845 h 125125"/>
                <a:gd name="connsiteX17" fmla="*/ 162943 w 201390"/>
                <a:gd name="connsiteY17" fmla="*/ 93845 h 125125"/>
                <a:gd name="connsiteX18" fmla="*/ 156553 w 201390"/>
                <a:gd name="connsiteY18" fmla="*/ 97675 h 125125"/>
                <a:gd name="connsiteX19" fmla="*/ 132272 w 201390"/>
                <a:gd name="connsiteY19" fmla="*/ 112358 h 125125"/>
                <a:gd name="connsiteX20" fmla="*/ 119492 w 201390"/>
                <a:gd name="connsiteY20" fmla="*/ 109166 h 125125"/>
                <a:gd name="connsiteX21" fmla="*/ 116936 w 201390"/>
                <a:gd name="connsiteY21" fmla="*/ 108528 h 125125"/>
                <a:gd name="connsiteX22" fmla="*/ 114380 w 201390"/>
                <a:gd name="connsiteY22" fmla="*/ 109166 h 125125"/>
                <a:gd name="connsiteX23" fmla="*/ 88181 w 201390"/>
                <a:gd name="connsiteY23" fmla="*/ 109166 h 125125"/>
                <a:gd name="connsiteX24" fmla="*/ 82430 w 201390"/>
                <a:gd name="connsiteY24" fmla="*/ 109166 h 125125"/>
                <a:gd name="connsiteX25" fmla="*/ 69650 w 201390"/>
                <a:gd name="connsiteY25" fmla="*/ 112358 h 125125"/>
                <a:gd name="connsiteX26" fmla="*/ 45369 w 201390"/>
                <a:gd name="connsiteY26" fmla="*/ 97675 h 125125"/>
                <a:gd name="connsiteX27" fmla="*/ 38979 w 201390"/>
                <a:gd name="connsiteY27" fmla="*/ 93845 h 125125"/>
                <a:gd name="connsiteX28" fmla="*/ 37701 w 201390"/>
                <a:gd name="connsiteY28" fmla="*/ 93845 h 125125"/>
                <a:gd name="connsiteX29" fmla="*/ 12780 w 201390"/>
                <a:gd name="connsiteY29" fmla="*/ 73416 h 125125"/>
                <a:gd name="connsiteX30" fmla="*/ 19170 w 201390"/>
                <a:gd name="connsiteY30" fmla="*/ 60009 h 125125"/>
                <a:gd name="connsiteX31" fmla="*/ 21087 w 201390"/>
                <a:gd name="connsiteY31" fmla="*/ 52987 h 125125"/>
                <a:gd name="connsiteX32" fmla="*/ 19809 w 201390"/>
                <a:gd name="connsiteY32" fmla="*/ 46603 h 125125"/>
                <a:gd name="connsiteX33" fmla="*/ 44730 w 201390"/>
                <a:gd name="connsiteY33" fmla="*/ 26174 h 125125"/>
                <a:gd name="connsiteX34" fmla="*/ 47925 w 201390"/>
                <a:gd name="connsiteY34" fmla="*/ 26174 h 125125"/>
                <a:gd name="connsiteX35" fmla="*/ 53675 w 201390"/>
                <a:gd name="connsiteY35" fmla="*/ 23621 h 125125"/>
                <a:gd name="connsiteX36" fmla="*/ 76040 w 201390"/>
                <a:gd name="connsiteY36" fmla="*/ 12768 h 125125"/>
                <a:gd name="connsiteX37" fmla="*/ 93293 w 201390"/>
                <a:gd name="connsiteY37" fmla="*/ 18514 h 125125"/>
                <a:gd name="connsiteX38" fmla="*/ 99044 w 201390"/>
                <a:gd name="connsiteY38" fmla="*/ 19790 h 125125"/>
                <a:gd name="connsiteX39" fmla="*/ 127160 w 201390"/>
                <a:gd name="connsiteY39" fmla="*/ 25536 h 125125"/>
                <a:gd name="connsiteX40" fmla="*/ 132911 w 201390"/>
                <a:gd name="connsiteY40" fmla="*/ 27451 h 125125"/>
                <a:gd name="connsiteX41" fmla="*/ 164860 w 201390"/>
                <a:gd name="connsiteY41" fmla="*/ 46603 h 125125"/>
                <a:gd name="connsiteX42" fmla="*/ 164860 w 201390"/>
                <a:gd name="connsiteY42" fmla="*/ 47241 h 125125"/>
                <a:gd name="connsiteX43" fmla="*/ 169972 w 201390"/>
                <a:gd name="connsiteY43" fmla="*/ 53625 h 125125"/>
                <a:gd name="connsiteX44" fmla="*/ 189781 w 201390"/>
                <a:gd name="connsiteY44" fmla="*/ 73416 h 125125"/>
                <a:gd name="connsiteX45" fmla="*/ 163582 w 201390"/>
                <a:gd name="connsiteY45" fmla="*/ 93845 h 12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1390" h="125125">
                  <a:moveTo>
                    <a:pt x="177001" y="42134"/>
                  </a:moveTo>
                  <a:cubicBezTo>
                    <a:pt x="174445" y="24259"/>
                    <a:pt x="155275" y="10853"/>
                    <a:pt x="133550" y="14045"/>
                  </a:cubicBezTo>
                  <a:cubicBezTo>
                    <a:pt x="123965" y="6384"/>
                    <a:pt x="111185" y="3830"/>
                    <a:pt x="98405" y="6384"/>
                  </a:cubicBezTo>
                  <a:cubicBezTo>
                    <a:pt x="92015" y="2554"/>
                    <a:pt x="84347" y="0"/>
                    <a:pt x="76679" y="0"/>
                  </a:cubicBezTo>
                  <a:cubicBezTo>
                    <a:pt x="64538" y="0"/>
                    <a:pt x="53675" y="5107"/>
                    <a:pt x="46008" y="13406"/>
                  </a:cubicBezTo>
                  <a:cubicBezTo>
                    <a:pt x="24921" y="12768"/>
                    <a:pt x="7029" y="28089"/>
                    <a:pt x="7029" y="46603"/>
                  </a:cubicBezTo>
                  <a:cubicBezTo>
                    <a:pt x="7029" y="49157"/>
                    <a:pt x="7029" y="51072"/>
                    <a:pt x="7668" y="53625"/>
                  </a:cubicBezTo>
                  <a:cubicBezTo>
                    <a:pt x="2556" y="59371"/>
                    <a:pt x="0" y="66393"/>
                    <a:pt x="0" y="73416"/>
                  </a:cubicBezTo>
                  <a:cubicBezTo>
                    <a:pt x="0" y="90653"/>
                    <a:pt x="15336" y="105336"/>
                    <a:pt x="35145" y="106612"/>
                  </a:cubicBezTo>
                  <a:cubicBezTo>
                    <a:pt x="41535" y="118104"/>
                    <a:pt x="54314" y="125126"/>
                    <a:pt x="69011" y="125126"/>
                  </a:cubicBezTo>
                  <a:cubicBezTo>
                    <a:pt x="74762" y="125126"/>
                    <a:pt x="79874" y="123849"/>
                    <a:pt x="84986" y="121934"/>
                  </a:cubicBezTo>
                  <a:cubicBezTo>
                    <a:pt x="94571" y="125764"/>
                    <a:pt x="106712" y="125764"/>
                    <a:pt x="116297" y="121934"/>
                  </a:cubicBezTo>
                  <a:cubicBezTo>
                    <a:pt x="121409" y="123849"/>
                    <a:pt x="126521" y="125126"/>
                    <a:pt x="132272" y="125126"/>
                  </a:cubicBezTo>
                  <a:cubicBezTo>
                    <a:pt x="146969" y="125126"/>
                    <a:pt x="160387" y="118104"/>
                    <a:pt x="166138" y="106612"/>
                  </a:cubicBezTo>
                  <a:cubicBezTo>
                    <a:pt x="185947" y="105336"/>
                    <a:pt x="201283" y="91291"/>
                    <a:pt x="201283" y="73416"/>
                  </a:cubicBezTo>
                  <a:cubicBezTo>
                    <a:pt x="202561" y="59371"/>
                    <a:pt x="192337" y="46603"/>
                    <a:pt x="177001" y="42134"/>
                  </a:cubicBezTo>
                  <a:close/>
                  <a:moveTo>
                    <a:pt x="163582" y="93845"/>
                  </a:moveTo>
                  <a:cubicBezTo>
                    <a:pt x="163582" y="93845"/>
                    <a:pt x="162943" y="93845"/>
                    <a:pt x="162943" y="93845"/>
                  </a:cubicBezTo>
                  <a:cubicBezTo>
                    <a:pt x="160387" y="93845"/>
                    <a:pt x="157831" y="95121"/>
                    <a:pt x="156553" y="97675"/>
                  </a:cubicBezTo>
                  <a:cubicBezTo>
                    <a:pt x="153358" y="105974"/>
                    <a:pt x="143774" y="112358"/>
                    <a:pt x="132272" y="112358"/>
                  </a:cubicBezTo>
                  <a:cubicBezTo>
                    <a:pt x="127799" y="112358"/>
                    <a:pt x="123326" y="111081"/>
                    <a:pt x="119492" y="109166"/>
                  </a:cubicBezTo>
                  <a:cubicBezTo>
                    <a:pt x="118853" y="108528"/>
                    <a:pt x="117575" y="108528"/>
                    <a:pt x="116936" y="108528"/>
                  </a:cubicBezTo>
                  <a:cubicBezTo>
                    <a:pt x="116297" y="108528"/>
                    <a:pt x="115019" y="108528"/>
                    <a:pt x="114380" y="109166"/>
                  </a:cubicBezTo>
                  <a:cubicBezTo>
                    <a:pt x="106712" y="112996"/>
                    <a:pt x="96488" y="112996"/>
                    <a:pt x="88181" y="109166"/>
                  </a:cubicBezTo>
                  <a:cubicBezTo>
                    <a:pt x="86264" y="108528"/>
                    <a:pt x="84347" y="108528"/>
                    <a:pt x="82430" y="109166"/>
                  </a:cubicBezTo>
                  <a:cubicBezTo>
                    <a:pt x="78596" y="111081"/>
                    <a:pt x="74123" y="112358"/>
                    <a:pt x="69650" y="112358"/>
                  </a:cubicBezTo>
                  <a:cubicBezTo>
                    <a:pt x="58787" y="112358"/>
                    <a:pt x="48564" y="106612"/>
                    <a:pt x="45369" y="97675"/>
                  </a:cubicBezTo>
                  <a:cubicBezTo>
                    <a:pt x="44091" y="95121"/>
                    <a:pt x="41535" y="93206"/>
                    <a:pt x="38979" y="93845"/>
                  </a:cubicBezTo>
                  <a:cubicBezTo>
                    <a:pt x="38979" y="93845"/>
                    <a:pt x="37701" y="93845"/>
                    <a:pt x="37701" y="93845"/>
                  </a:cubicBezTo>
                  <a:cubicBezTo>
                    <a:pt x="23643" y="93845"/>
                    <a:pt x="12780" y="84907"/>
                    <a:pt x="12780" y="73416"/>
                  </a:cubicBezTo>
                  <a:cubicBezTo>
                    <a:pt x="12780" y="68309"/>
                    <a:pt x="15336" y="63840"/>
                    <a:pt x="19170" y="60009"/>
                  </a:cubicBezTo>
                  <a:cubicBezTo>
                    <a:pt x="21087" y="58094"/>
                    <a:pt x="21726" y="55541"/>
                    <a:pt x="21087" y="52987"/>
                  </a:cubicBezTo>
                  <a:cubicBezTo>
                    <a:pt x="20448" y="51072"/>
                    <a:pt x="19809" y="49157"/>
                    <a:pt x="19809" y="46603"/>
                  </a:cubicBezTo>
                  <a:cubicBezTo>
                    <a:pt x="19809" y="35112"/>
                    <a:pt x="31311" y="26174"/>
                    <a:pt x="44730" y="26174"/>
                  </a:cubicBezTo>
                  <a:cubicBezTo>
                    <a:pt x="46008" y="26174"/>
                    <a:pt x="47286" y="26174"/>
                    <a:pt x="47925" y="26174"/>
                  </a:cubicBezTo>
                  <a:cubicBezTo>
                    <a:pt x="50481" y="26174"/>
                    <a:pt x="52398" y="25536"/>
                    <a:pt x="53675" y="23621"/>
                  </a:cubicBezTo>
                  <a:cubicBezTo>
                    <a:pt x="58148" y="17237"/>
                    <a:pt x="66455" y="12768"/>
                    <a:pt x="76040" y="12768"/>
                  </a:cubicBezTo>
                  <a:cubicBezTo>
                    <a:pt x="82430" y="12768"/>
                    <a:pt x="88181" y="14683"/>
                    <a:pt x="93293" y="18514"/>
                  </a:cubicBezTo>
                  <a:cubicBezTo>
                    <a:pt x="95210" y="19790"/>
                    <a:pt x="97127" y="19790"/>
                    <a:pt x="99044" y="19790"/>
                  </a:cubicBezTo>
                  <a:cubicBezTo>
                    <a:pt x="109268" y="16598"/>
                    <a:pt x="120131" y="19152"/>
                    <a:pt x="127160" y="25536"/>
                  </a:cubicBezTo>
                  <a:cubicBezTo>
                    <a:pt x="128438" y="26813"/>
                    <a:pt x="130994" y="27451"/>
                    <a:pt x="132911" y="27451"/>
                  </a:cubicBezTo>
                  <a:cubicBezTo>
                    <a:pt x="149525" y="23621"/>
                    <a:pt x="164860" y="34473"/>
                    <a:pt x="164860" y="46603"/>
                  </a:cubicBezTo>
                  <a:cubicBezTo>
                    <a:pt x="164860" y="46603"/>
                    <a:pt x="164860" y="47241"/>
                    <a:pt x="164860" y="47241"/>
                  </a:cubicBezTo>
                  <a:cubicBezTo>
                    <a:pt x="164860" y="50433"/>
                    <a:pt x="166777" y="52987"/>
                    <a:pt x="169972" y="53625"/>
                  </a:cubicBezTo>
                  <a:cubicBezTo>
                    <a:pt x="181474" y="55541"/>
                    <a:pt x="189781" y="63840"/>
                    <a:pt x="189781" y="73416"/>
                  </a:cubicBezTo>
                  <a:cubicBezTo>
                    <a:pt x="189781" y="84269"/>
                    <a:pt x="178279" y="93845"/>
                    <a:pt x="163582" y="93845"/>
                  </a:cubicBezTo>
                  <a:close/>
                </a:path>
              </a:pathLst>
            </a:custGeom>
            <a:solidFill>
              <a:srgbClr val="012169"/>
            </a:solidFill>
            <a:ln w="6390" cap="flat">
              <a:noFill/>
              <a:prstDash val="solid"/>
              <a:miter/>
            </a:ln>
          </p:spPr>
          <p:txBody>
            <a:bodyPr rtlCol="0" anchor="ctr"/>
            <a:lstStyle/>
            <a:p>
              <a:endParaRPr lang="en-US"/>
            </a:p>
          </p:txBody>
        </p:sp>
        <p:sp>
          <p:nvSpPr>
            <p:cNvPr id="416" name="Graphic 4">
              <a:extLst>
                <a:ext uri="{FF2B5EF4-FFF2-40B4-BE49-F238E27FC236}">
                  <a16:creationId xmlns:a16="http://schemas.microsoft.com/office/drawing/2014/main" id="{C9E3E47E-4451-A24B-B532-96DB3ADE935A}"/>
                </a:ext>
              </a:extLst>
            </p:cNvPr>
            <p:cNvSpPr/>
            <p:nvPr/>
          </p:nvSpPr>
          <p:spPr>
            <a:xfrm>
              <a:off x="564870" y="1603180"/>
              <a:ext cx="44729" cy="44687"/>
            </a:xfrm>
            <a:custGeom>
              <a:avLst/>
              <a:gdLst>
                <a:gd name="connsiteX0" fmla="*/ 22365 w 44729"/>
                <a:gd name="connsiteY0" fmla="*/ 0 h 44687"/>
                <a:gd name="connsiteX1" fmla="*/ 0 w 44729"/>
                <a:gd name="connsiteY1" fmla="*/ 22344 h 44687"/>
                <a:gd name="connsiteX2" fmla="*/ 22365 w 44729"/>
                <a:gd name="connsiteY2" fmla="*/ 44688 h 44687"/>
                <a:gd name="connsiteX3" fmla="*/ 44730 w 44729"/>
                <a:gd name="connsiteY3" fmla="*/ 22344 h 44687"/>
                <a:gd name="connsiteX4" fmla="*/ 22365 w 44729"/>
                <a:gd name="connsiteY4" fmla="*/ 0 h 44687"/>
                <a:gd name="connsiteX5" fmla="*/ 22365 w 44729"/>
                <a:gd name="connsiteY5" fmla="*/ 31920 h 44687"/>
                <a:gd name="connsiteX6" fmla="*/ 12780 w 44729"/>
                <a:gd name="connsiteY6" fmla="*/ 22344 h 44687"/>
                <a:gd name="connsiteX7" fmla="*/ 22365 w 44729"/>
                <a:gd name="connsiteY7" fmla="*/ 12768 h 44687"/>
                <a:gd name="connsiteX8" fmla="*/ 31950 w 44729"/>
                <a:gd name="connsiteY8" fmla="*/ 22344 h 44687"/>
                <a:gd name="connsiteX9" fmla="*/ 22365 w 44729"/>
                <a:gd name="connsiteY9" fmla="*/ 31920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29" h="44687">
                  <a:moveTo>
                    <a:pt x="22365" y="0"/>
                  </a:moveTo>
                  <a:cubicBezTo>
                    <a:pt x="10224" y="0"/>
                    <a:pt x="0" y="10214"/>
                    <a:pt x="0" y="22344"/>
                  </a:cubicBezTo>
                  <a:cubicBezTo>
                    <a:pt x="0" y="34473"/>
                    <a:pt x="10224" y="44688"/>
                    <a:pt x="22365" y="44688"/>
                  </a:cubicBezTo>
                  <a:cubicBezTo>
                    <a:pt x="34506" y="44688"/>
                    <a:pt x="44730" y="34473"/>
                    <a:pt x="44730" y="22344"/>
                  </a:cubicBezTo>
                  <a:cubicBezTo>
                    <a:pt x="44730" y="10214"/>
                    <a:pt x="34506" y="0"/>
                    <a:pt x="22365" y="0"/>
                  </a:cubicBezTo>
                  <a:close/>
                  <a:moveTo>
                    <a:pt x="22365" y="31920"/>
                  </a:moveTo>
                  <a:cubicBezTo>
                    <a:pt x="17253" y="31920"/>
                    <a:pt x="12780" y="27451"/>
                    <a:pt x="12780" y="22344"/>
                  </a:cubicBezTo>
                  <a:cubicBezTo>
                    <a:pt x="12780" y="17237"/>
                    <a:pt x="17253" y="12768"/>
                    <a:pt x="22365" y="12768"/>
                  </a:cubicBezTo>
                  <a:cubicBezTo>
                    <a:pt x="27477" y="12768"/>
                    <a:pt x="31950" y="17237"/>
                    <a:pt x="31950" y="22344"/>
                  </a:cubicBezTo>
                  <a:cubicBezTo>
                    <a:pt x="31950" y="27451"/>
                    <a:pt x="27477" y="31920"/>
                    <a:pt x="22365" y="31920"/>
                  </a:cubicBezTo>
                  <a:close/>
                </a:path>
              </a:pathLst>
            </a:custGeom>
            <a:solidFill>
              <a:srgbClr val="012169"/>
            </a:solidFill>
            <a:ln w="6390" cap="flat">
              <a:noFill/>
              <a:prstDash val="solid"/>
              <a:miter/>
            </a:ln>
          </p:spPr>
          <p:txBody>
            <a:bodyPr rtlCol="0" anchor="ctr"/>
            <a:lstStyle/>
            <a:p>
              <a:endParaRPr lang="en-US"/>
            </a:p>
          </p:txBody>
        </p:sp>
        <p:sp>
          <p:nvSpPr>
            <p:cNvPr id="417" name="Graphic 4">
              <a:extLst>
                <a:ext uri="{FF2B5EF4-FFF2-40B4-BE49-F238E27FC236}">
                  <a16:creationId xmlns:a16="http://schemas.microsoft.com/office/drawing/2014/main" id="{F7554724-1244-A44B-A1E7-15EB1E1D6EDB}"/>
                </a:ext>
              </a:extLst>
            </p:cNvPr>
            <p:cNvSpPr/>
            <p:nvPr/>
          </p:nvSpPr>
          <p:spPr>
            <a:xfrm>
              <a:off x="547617" y="1648506"/>
              <a:ext cx="33227" cy="33196"/>
            </a:xfrm>
            <a:custGeom>
              <a:avLst/>
              <a:gdLst>
                <a:gd name="connsiteX0" fmla="*/ 16614 w 33227"/>
                <a:gd name="connsiteY0" fmla="*/ 0 h 33196"/>
                <a:gd name="connsiteX1" fmla="*/ 0 w 33227"/>
                <a:gd name="connsiteY1" fmla="*/ 16598 h 33196"/>
                <a:gd name="connsiteX2" fmla="*/ 16614 w 33227"/>
                <a:gd name="connsiteY2" fmla="*/ 33197 h 33196"/>
                <a:gd name="connsiteX3" fmla="*/ 33228 w 33227"/>
                <a:gd name="connsiteY3" fmla="*/ 16598 h 33196"/>
                <a:gd name="connsiteX4" fmla="*/ 16614 w 33227"/>
                <a:gd name="connsiteY4" fmla="*/ 0 h 33196"/>
                <a:gd name="connsiteX5" fmla="*/ 16614 w 33227"/>
                <a:gd name="connsiteY5" fmla="*/ 19790 h 33196"/>
                <a:gd name="connsiteX6" fmla="*/ 12780 w 33227"/>
                <a:gd name="connsiteY6" fmla="*/ 15960 h 33196"/>
                <a:gd name="connsiteX7" fmla="*/ 16614 w 33227"/>
                <a:gd name="connsiteY7" fmla="*/ 12130 h 33196"/>
                <a:gd name="connsiteX8" fmla="*/ 20448 w 33227"/>
                <a:gd name="connsiteY8" fmla="*/ 15960 h 33196"/>
                <a:gd name="connsiteX9" fmla="*/ 16614 w 33227"/>
                <a:gd name="connsiteY9" fmla="*/ 19790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7" h="33196">
                  <a:moveTo>
                    <a:pt x="16614" y="0"/>
                  </a:moveTo>
                  <a:cubicBezTo>
                    <a:pt x="7668" y="0"/>
                    <a:pt x="0" y="7022"/>
                    <a:pt x="0" y="16598"/>
                  </a:cubicBezTo>
                  <a:cubicBezTo>
                    <a:pt x="0" y="25536"/>
                    <a:pt x="7029" y="33197"/>
                    <a:pt x="16614" y="33197"/>
                  </a:cubicBezTo>
                  <a:cubicBezTo>
                    <a:pt x="26199" y="33197"/>
                    <a:pt x="33228" y="26174"/>
                    <a:pt x="33228" y="16598"/>
                  </a:cubicBezTo>
                  <a:cubicBezTo>
                    <a:pt x="32589" y="7022"/>
                    <a:pt x="25560" y="0"/>
                    <a:pt x="16614" y="0"/>
                  </a:cubicBezTo>
                  <a:close/>
                  <a:moveTo>
                    <a:pt x="16614" y="19790"/>
                  </a:moveTo>
                  <a:cubicBezTo>
                    <a:pt x="14697" y="19790"/>
                    <a:pt x="12780" y="18514"/>
                    <a:pt x="12780" y="15960"/>
                  </a:cubicBezTo>
                  <a:cubicBezTo>
                    <a:pt x="12780" y="13406"/>
                    <a:pt x="14058" y="12130"/>
                    <a:pt x="16614" y="12130"/>
                  </a:cubicBezTo>
                  <a:cubicBezTo>
                    <a:pt x="18531" y="12130"/>
                    <a:pt x="20448" y="13406"/>
                    <a:pt x="20448" y="15960"/>
                  </a:cubicBezTo>
                  <a:cubicBezTo>
                    <a:pt x="20448" y="18514"/>
                    <a:pt x="18531" y="19790"/>
                    <a:pt x="16614" y="19790"/>
                  </a:cubicBezTo>
                  <a:close/>
                </a:path>
              </a:pathLst>
            </a:custGeom>
            <a:solidFill>
              <a:srgbClr val="012169"/>
            </a:solidFill>
            <a:ln w="6390" cap="flat">
              <a:noFill/>
              <a:prstDash val="solid"/>
              <a:miter/>
            </a:ln>
          </p:spPr>
          <p:txBody>
            <a:bodyPr rtlCol="0" anchor="ctr"/>
            <a:lstStyle/>
            <a:p>
              <a:endParaRPr lang="en-US"/>
            </a:p>
          </p:txBody>
        </p:sp>
      </p:grpSp>
      <p:grpSp>
        <p:nvGrpSpPr>
          <p:cNvPr id="418" name="Graphic 4">
            <a:extLst>
              <a:ext uri="{FF2B5EF4-FFF2-40B4-BE49-F238E27FC236}">
                <a16:creationId xmlns:a16="http://schemas.microsoft.com/office/drawing/2014/main" id="{4958E27B-917B-7947-B1D4-D0B68F063C14}"/>
              </a:ext>
            </a:extLst>
          </p:cNvPr>
          <p:cNvGrpSpPr>
            <a:grpSpLocks noChangeAspect="1"/>
          </p:cNvGrpSpPr>
          <p:nvPr/>
        </p:nvGrpSpPr>
        <p:grpSpPr>
          <a:xfrm>
            <a:off x="1515054" y="1402085"/>
            <a:ext cx="361670" cy="361333"/>
            <a:chOff x="1515054" y="1402085"/>
            <a:chExt cx="361670" cy="361333"/>
          </a:xfrm>
          <a:solidFill>
            <a:srgbClr val="012169"/>
          </a:solidFill>
        </p:grpSpPr>
        <p:sp>
          <p:nvSpPr>
            <p:cNvPr id="419" name="Graphic 4">
              <a:extLst>
                <a:ext uri="{FF2B5EF4-FFF2-40B4-BE49-F238E27FC236}">
                  <a16:creationId xmlns:a16="http://schemas.microsoft.com/office/drawing/2014/main" id="{8437D831-7FB5-A740-AE54-C14E19D8D4EB}"/>
                </a:ext>
              </a:extLst>
            </p:cNvPr>
            <p:cNvSpPr/>
            <p:nvPr/>
          </p:nvSpPr>
          <p:spPr>
            <a:xfrm>
              <a:off x="1515054"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420" name="Graphic 4">
              <a:extLst>
                <a:ext uri="{FF2B5EF4-FFF2-40B4-BE49-F238E27FC236}">
                  <a16:creationId xmlns:a16="http://schemas.microsoft.com/office/drawing/2014/main" id="{BBCB47BA-044B-1646-A515-AA7FAFBC5D23}"/>
                </a:ext>
              </a:extLst>
            </p:cNvPr>
            <p:cNvSpPr/>
            <p:nvPr/>
          </p:nvSpPr>
          <p:spPr>
            <a:xfrm>
              <a:off x="1591094" y="1502952"/>
              <a:ext cx="208951" cy="185773"/>
            </a:xfrm>
            <a:custGeom>
              <a:avLst/>
              <a:gdLst>
                <a:gd name="connsiteX0" fmla="*/ 191698 w 208951"/>
                <a:gd name="connsiteY0" fmla="*/ 0 h 185773"/>
                <a:gd name="connsiteX1" fmla="*/ 15975 w 208951"/>
                <a:gd name="connsiteY1" fmla="*/ 0 h 185773"/>
                <a:gd name="connsiteX2" fmla="*/ 0 w 208951"/>
                <a:gd name="connsiteY2" fmla="*/ 17875 h 185773"/>
                <a:gd name="connsiteX3" fmla="*/ 0 w 208951"/>
                <a:gd name="connsiteY3" fmla="*/ 132787 h 185773"/>
                <a:gd name="connsiteX4" fmla="*/ 15975 w 208951"/>
                <a:gd name="connsiteY4" fmla="*/ 150662 h 185773"/>
                <a:gd name="connsiteX5" fmla="*/ 127799 w 208951"/>
                <a:gd name="connsiteY5" fmla="*/ 150662 h 185773"/>
                <a:gd name="connsiteX6" fmla="*/ 135467 w 208951"/>
                <a:gd name="connsiteY6" fmla="*/ 181943 h 185773"/>
                <a:gd name="connsiteX7" fmla="*/ 135467 w 208951"/>
                <a:gd name="connsiteY7" fmla="*/ 181943 h 185773"/>
                <a:gd name="connsiteX8" fmla="*/ 135467 w 208951"/>
                <a:gd name="connsiteY8" fmla="*/ 182582 h 185773"/>
                <a:gd name="connsiteX9" fmla="*/ 136106 w 208951"/>
                <a:gd name="connsiteY9" fmla="*/ 183859 h 185773"/>
                <a:gd name="connsiteX10" fmla="*/ 136745 w 208951"/>
                <a:gd name="connsiteY10" fmla="*/ 184497 h 185773"/>
                <a:gd name="connsiteX11" fmla="*/ 138023 w 208951"/>
                <a:gd name="connsiteY11" fmla="*/ 185774 h 185773"/>
                <a:gd name="connsiteX12" fmla="*/ 138023 w 208951"/>
                <a:gd name="connsiteY12" fmla="*/ 185774 h 185773"/>
                <a:gd name="connsiteX13" fmla="*/ 138662 w 208951"/>
                <a:gd name="connsiteY13" fmla="*/ 185774 h 185773"/>
                <a:gd name="connsiteX14" fmla="*/ 139301 w 208951"/>
                <a:gd name="connsiteY14" fmla="*/ 185774 h 185773"/>
                <a:gd name="connsiteX15" fmla="*/ 141218 w 208951"/>
                <a:gd name="connsiteY15" fmla="*/ 185774 h 185773"/>
                <a:gd name="connsiteX16" fmla="*/ 142496 w 208951"/>
                <a:gd name="connsiteY16" fmla="*/ 185774 h 185773"/>
                <a:gd name="connsiteX17" fmla="*/ 142496 w 208951"/>
                <a:gd name="connsiteY17" fmla="*/ 185774 h 185773"/>
                <a:gd name="connsiteX18" fmla="*/ 144413 w 208951"/>
                <a:gd name="connsiteY18" fmla="*/ 185135 h 185773"/>
                <a:gd name="connsiteX19" fmla="*/ 145052 w 208951"/>
                <a:gd name="connsiteY19" fmla="*/ 184497 h 185773"/>
                <a:gd name="connsiteX20" fmla="*/ 146330 w 208951"/>
                <a:gd name="connsiteY20" fmla="*/ 183859 h 185773"/>
                <a:gd name="connsiteX21" fmla="*/ 146969 w 208951"/>
                <a:gd name="connsiteY21" fmla="*/ 183220 h 185773"/>
                <a:gd name="connsiteX22" fmla="*/ 147608 w 208951"/>
                <a:gd name="connsiteY22" fmla="*/ 182582 h 185773"/>
                <a:gd name="connsiteX23" fmla="*/ 167416 w 208951"/>
                <a:gd name="connsiteY23" fmla="*/ 146832 h 185773"/>
                <a:gd name="connsiteX24" fmla="*/ 191059 w 208951"/>
                <a:gd name="connsiteY24" fmla="*/ 147470 h 185773"/>
                <a:gd name="connsiteX25" fmla="*/ 203200 w 208951"/>
                <a:gd name="connsiteY25" fmla="*/ 142363 h 185773"/>
                <a:gd name="connsiteX26" fmla="*/ 208951 w 208951"/>
                <a:gd name="connsiteY26" fmla="*/ 127041 h 185773"/>
                <a:gd name="connsiteX27" fmla="*/ 207673 w 208951"/>
                <a:gd name="connsiteY27" fmla="*/ 16598 h 185773"/>
                <a:gd name="connsiteX28" fmla="*/ 191698 w 208951"/>
                <a:gd name="connsiteY28" fmla="*/ 0 h 185773"/>
                <a:gd name="connsiteX29" fmla="*/ 194254 w 208951"/>
                <a:gd name="connsiteY29" fmla="*/ 134064 h 185773"/>
                <a:gd name="connsiteX30" fmla="*/ 191698 w 208951"/>
                <a:gd name="connsiteY30" fmla="*/ 135340 h 185773"/>
                <a:gd name="connsiteX31" fmla="*/ 164221 w 208951"/>
                <a:gd name="connsiteY31" fmla="*/ 134702 h 185773"/>
                <a:gd name="connsiteX32" fmla="*/ 162943 w 208951"/>
                <a:gd name="connsiteY32" fmla="*/ 134702 h 185773"/>
                <a:gd name="connsiteX33" fmla="*/ 162304 w 208951"/>
                <a:gd name="connsiteY33" fmla="*/ 134702 h 185773"/>
                <a:gd name="connsiteX34" fmla="*/ 160387 w 208951"/>
                <a:gd name="connsiteY34" fmla="*/ 135979 h 185773"/>
                <a:gd name="connsiteX35" fmla="*/ 160387 w 208951"/>
                <a:gd name="connsiteY35" fmla="*/ 135979 h 185773"/>
                <a:gd name="connsiteX36" fmla="*/ 159109 w 208951"/>
                <a:gd name="connsiteY36" fmla="*/ 137894 h 185773"/>
                <a:gd name="connsiteX37" fmla="*/ 159109 w 208951"/>
                <a:gd name="connsiteY37" fmla="*/ 137894 h 185773"/>
                <a:gd name="connsiteX38" fmla="*/ 159109 w 208951"/>
                <a:gd name="connsiteY38" fmla="*/ 138532 h 185773"/>
                <a:gd name="connsiteX39" fmla="*/ 159109 w 208951"/>
                <a:gd name="connsiteY39" fmla="*/ 138532 h 185773"/>
                <a:gd name="connsiteX40" fmla="*/ 145052 w 208951"/>
                <a:gd name="connsiteY40" fmla="*/ 162791 h 185773"/>
                <a:gd name="connsiteX41" fmla="*/ 139940 w 208951"/>
                <a:gd name="connsiteY41" fmla="*/ 142363 h 185773"/>
                <a:gd name="connsiteX42" fmla="*/ 132911 w 208951"/>
                <a:gd name="connsiteY42" fmla="*/ 137894 h 185773"/>
                <a:gd name="connsiteX43" fmla="*/ 132272 w 208951"/>
                <a:gd name="connsiteY43" fmla="*/ 137894 h 185773"/>
                <a:gd name="connsiteX44" fmla="*/ 16614 w 208951"/>
                <a:gd name="connsiteY44" fmla="*/ 137894 h 185773"/>
                <a:gd name="connsiteX45" fmla="*/ 13419 w 208951"/>
                <a:gd name="connsiteY45" fmla="*/ 132787 h 185773"/>
                <a:gd name="connsiteX46" fmla="*/ 13419 w 208951"/>
                <a:gd name="connsiteY46" fmla="*/ 17875 h 185773"/>
                <a:gd name="connsiteX47" fmla="*/ 16614 w 208951"/>
                <a:gd name="connsiteY47" fmla="*/ 12768 h 185773"/>
                <a:gd name="connsiteX48" fmla="*/ 191698 w 208951"/>
                <a:gd name="connsiteY48" fmla="*/ 12768 h 185773"/>
                <a:gd name="connsiteX49" fmla="*/ 194893 w 208951"/>
                <a:gd name="connsiteY49" fmla="*/ 17875 h 185773"/>
                <a:gd name="connsiteX50" fmla="*/ 196171 w 208951"/>
                <a:gd name="connsiteY50" fmla="*/ 128318 h 185773"/>
                <a:gd name="connsiteX51" fmla="*/ 194254 w 208951"/>
                <a:gd name="connsiteY51" fmla="*/ 134064 h 185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08951" h="185773">
                  <a:moveTo>
                    <a:pt x="191698" y="0"/>
                  </a:moveTo>
                  <a:lnTo>
                    <a:pt x="15975" y="0"/>
                  </a:lnTo>
                  <a:cubicBezTo>
                    <a:pt x="7029" y="0"/>
                    <a:pt x="0" y="7661"/>
                    <a:pt x="0" y="17875"/>
                  </a:cubicBezTo>
                  <a:lnTo>
                    <a:pt x="0" y="132787"/>
                  </a:lnTo>
                  <a:cubicBezTo>
                    <a:pt x="0" y="142363"/>
                    <a:pt x="7029" y="150662"/>
                    <a:pt x="15975" y="150662"/>
                  </a:cubicBezTo>
                  <a:lnTo>
                    <a:pt x="127799" y="150662"/>
                  </a:lnTo>
                  <a:lnTo>
                    <a:pt x="135467" y="181943"/>
                  </a:lnTo>
                  <a:cubicBezTo>
                    <a:pt x="135467" y="181943"/>
                    <a:pt x="135467" y="181943"/>
                    <a:pt x="135467" y="181943"/>
                  </a:cubicBezTo>
                  <a:cubicBezTo>
                    <a:pt x="135467" y="181943"/>
                    <a:pt x="135467" y="182582"/>
                    <a:pt x="135467" y="182582"/>
                  </a:cubicBezTo>
                  <a:cubicBezTo>
                    <a:pt x="135467" y="183220"/>
                    <a:pt x="136106" y="183859"/>
                    <a:pt x="136106" y="183859"/>
                  </a:cubicBezTo>
                  <a:cubicBezTo>
                    <a:pt x="136106" y="183859"/>
                    <a:pt x="136745" y="184497"/>
                    <a:pt x="136745" y="184497"/>
                  </a:cubicBezTo>
                  <a:cubicBezTo>
                    <a:pt x="137384" y="185135"/>
                    <a:pt x="137384" y="185135"/>
                    <a:pt x="138023" y="185774"/>
                  </a:cubicBezTo>
                  <a:cubicBezTo>
                    <a:pt x="138023" y="185774"/>
                    <a:pt x="138023" y="185774"/>
                    <a:pt x="138023" y="185774"/>
                  </a:cubicBezTo>
                  <a:cubicBezTo>
                    <a:pt x="138023" y="185774"/>
                    <a:pt x="138662" y="185774"/>
                    <a:pt x="138662" y="185774"/>
                  </a:cubicBezTo>
                  <a:cubicBezTo>
                    <a:pt x="138662" y="185774"/>
                    <a:pt x="139301" y="185774"/>
                    <a:pt x="139301" y="185774"/>
                  </a:cubicBezTo>
                  <a:cubicBezTo>
                    <a:pt x="139940" y="185774"/>
                    <a:pt x="140579" y="185774"/>
                    <a:pt x="141218" y="185774"/>
                  </a:cubicBezTo>
                  <a:cubicBezTo>
                    <a:pt x="141857" y="185774"/>
                    <a:pt x="142496" y="185774"/>
                    <a:pt x="142496" y="185774"/>
                  </a:cubicBezTo>
                  <a:cubicBezTo>
                    <a:pt x="142496" y="185774"/>
                    <a:pt x="142496" y="185774"/>
                    <a:pt x="142496" y="185774"/>
                  </a:cubicBezTo>
                  <a:cubicBezTo>
                    <a:pt x="143135" y="185774"/>
                    <a:pt x="143774" y="185135"/>
                    <a:pt x="144413" y="185135"/>
                  </a:cubicBezTo>
                  <a:cubicBezTo>
                    <a:pt x="144413" y="185135"/>
                    <a:pt x="144413" y="185135"/>
                    <a:pt x="145052" y="184497"/>
                  </a:cubicBezTo>
                  <a:cubicBezTo>
                    <a:pt x="145690" y="184497"/>
                    <a:pt x="145690" y="183859"/>
                    <a:pt x="146330" y="183859"/>
                  </a:cubicBezTo>
                  <a:cubicBezTo>
                    <a:pt x="146330" y="183859"/>
                    <a:pt x="146330" y="183220"/>
                    <a:pt x="146969" y="183220"/>
                  </a:cubicBezTo>
                  <a:cubicBezTo>
                    <a:pt x="146969" y="183220"/>
                    <a:pt x="146969" y="183220"/>
                    <a:pt x="147608" y="182582"/>
                  </a:cubicBezTo>
                  <a:lnTo>
                    <a:pt x="167416" y="146832"/>
                  </a:lnTo>
                  <a:lnTo>
                    <a:pt x="191059" y="147470"/>
                  </a:lnTo>
                  <a:cubicBezTo>
                    <a:pt x="195532" y="147470"/>
                    <a:pt x="199366" y="145555"/>
                    <a:pt x="203200" y="142363"/>
                  </a:cubicBezTo>
                  <a:cubicBezTo>
                    <a:pt x="207034" y="138532"/>
                    <a:pt x="208951" y="132787"/>
                    <a:pt x="208951" y="127041"/>
                  </a:cubicBezTo>
                  <a:lnTo>
                    <a:pt x="207673" y="16598"/>
                  </a:lnTo>
                  <a:cubicBezTo>
                    <a:pt x="207673" y="7661"/>
                    <a:pt x="200644" y="0"/>
                    <a:pt x="191698" y="0"/>
                  </a:cubicBezTo>
                  <a:close/>
                  <a:moveTo>
                    <a:pt x="194254" y="134064"/>
                  </a:moveTo>
                  <a:cubicBezTo>
                    <a:pt x="193615" y="134702"/>
                    <a:pt x="192976" y="135340"/>
                    <a:pt x="191698" y="135340"/>
                  </a:cubicBezTo>
                  <a:lnTo>
                    <a:pt x="164221" y="134702"/>
                  </a:lnTo>
                  <a:cubicBezTo>
                    <a:pt x="163582" y="134702"/>
                    <a:pt x="163582" y="134702"/>
                    <a:pt x="162943" y="134702"/>
                  </a:cubicBezTo>
                  <a:cubicBezTo>
                    <a:pt x="162943" y="134702"/>
                    <a:pt x="162304" y="134702"/>
                    <a:pt x="162304" y="134702"/>
                  </a:cubicBezTo>
                  <a:cubicBezTo>
                    <a:pt x="161665" y="134702"/>
                    <a:pt x="161027" y="135340"/>
                    <a:pt x="160387" y="135979"/>
                  </a:cubicBezTo>
                  <a:cubicBezTo>
                    <a:pt x="160387" y="135979"/>
                    <a:pt x="160387" y="135979"/>
                    <a:pt x="160387" y="135979"/>
                  </a:cubicBezTo>
                  <a:cubicBezTo>
                    <a:pt x="159748" y="136617"/>
                    <a:pt x="159109" y="137256"/>
                    <a:pt x="159109" y="137894"/>
                  </a:cubicBezTo>
                  <a:cubicBezTo>
                    <a:pt x="159109" y="137894"/>
                    <a:pt x="159109" y="137894"/>
                    <a:pt x="159109" y="137894"/>
                  </a:cubicBezTo>
                  <a:lnTo>
                    <a:pt x="159109" y="138532"/>
                  </a:lnTo>
                  <a:cubicBezTo>
                    <a:pt x="159109" y="138532"/>
                    <a:pt x="159109" y="138532"/>
                    <a:pt x="159109" y="138532"/>
                  </a:cubicBezTo>
                  <a:lnTo>
                    <a:pt x="145052" y="162791"/>
                  </a:lnTo>
                  <a:lnTo>
                    <a:pt x="139940" y="142363"/>
                  </a:lnTo>
                  <a:cubicBezTo>
                    <a:pt x="139301" y="139171"/>
                    <a:pt x="136106" y="137256"/>
                    <a:pt x="132911" y="137894"/>
                  </a:cubicBezTo>
                  <a:cubicBezTo>
                    <a:pt x="132911" y="137894"/>
                    <a:pt x="132272" y="137894"/>
                    <a:pt x="132272" y="137894"/>
                  </a:cubicBezTo>
                  <a:lnTo>
                    <a:pt x="16614" y="137894"/>
                  </a:lnTo>
                  <a:cubicBezTo>
                    <a:pt x="15336" y="137894"/>
                    <a:pt x="13419" y="135979"/>
                    <a:pt x="13419" y="132787"/>
                  </a:cubicBezTo>
                  <a:lnTo>
                    <a:pt x="13419" y="17875"/>
                  </a:lnTo>
                  <a:cubicBezTo>
                    <a:pt x="13419" y="14683"/>
                    <a:pt x="15336" y="12768"/>
                    <a:pt x="16614" y="12768"/>
                  </a:cubicBezTo>
                  <a:lnTo>
                    <a:pt x="191698" y="12768"/>
                  </a:lnTo>
                  <a:cubicBezTo>
                    <a:pt x="192976" y="12768"/>
                    <a:pt x="194893" y="14683"/>
                    <a:pt x="194893" y="17875"/>
                  </a:cubicBezTo>
                  <a:lnTo>
                    <a:pt x="196171" y="128318"/>
                  </a:lnTo>
                  <a:cubicBezTo>
                    <a:pt x="196171" y="130233"/>
                    <a:pt x="195532" y="132787"/>
                    <a:pt x="194254" y="134064"/>
                  </a:cubicBezTo>
                  <a:close/>
                </a:path>
              </a:pathLst>
            </a:custGeom>
            <a:solidFill>
              <a:srgbClr val="012169"/>
            </a:solidFill>
            <a:ln w="6390" cap="flat">
              <a:noFill/>
              <a:prstDash val="solid"/>
              <a:miter/>
            </a:ln>
          </p:spPr>
          <p:txBody>
            <a:bodyPr rtlCol="0" anchor="ctr"/>
            <a:lstStyle/>
            <a:p>
              <a:endParaRPr lang="en-US"/>
            </a:p>
          </p:txBody>
        </p:sp>
        <p:sp>
          <p:nvSpPr>
            <p:cNvPr id="421" name="Graphic 4">
              <a:extLst>
                <a:ext uri="{FF2B5EF4-FFF2-40B4-BE49-F238E27FC236}">
                  <a16:creationId xmlns:a16="http://schemas.microsoft.com/office/drawing/2014/main" id="{450A0316-CE28-B245-B4F1-F171C3571940}"/>
                </a:ext>
              </a:extLst>
            </p:cNvPr>
            <p:cNvSpPr/>
            <p:nvPr/>
          </p:nvSpPr>
          <p:spPr>
            <a:xfrm>
              <a:off x="1705474" y="1544447"/>
              <a:ext cx="31325" cy="65116"/>
            </a:xfrm>
            <a:custGeom>
              <a:avLst/>
              <a:gdLst>
                <a:gd name="connsiteX0" fmla="*/ 24921 w 31325"/>
                <a:gd name="connsiteY0" fmla="*/ 0 h 65116"/>
                <a:gd name="connsiteX1" fmla="*/ 6390 w 31325"/>
                <a:gd name="connsiteY1" fmla="*/ 0 h 65116"/>
                <a:gd name="connsiteX2" fmla="*/ 0 w 31325"/>
                <a:gd name="connsiteY2" fmla="*/ 6384 h 65116"/>
                <a:gd name="connsiteX3" fmla="*/ 0 w 31325"/>
                <a:gd name="connsiteY3" fmla="*/ 29366 h 65116"/>
                <a:gd name="connsiteX4" fmla="*/ 6390 w 31325"/>
                <a:gd name="connsiteY4" fmla="*/ 35750 h 65116"/>
                <a:gd name="connsiteX5" fmla="*/ 17892 w 31325"/>
                <a:gd name="connsiteY5" fmla="*/ 35750 h 65116"/>
                <a:gd name="connsiteX6" fmla="*/ 8946 w 31325"/>
                <a:gd name="connsiteY6" fmla="*/ 52349 h 65116"/>
                <a:gd name="connsiteX7" fmla="*/ 3834 w 31325"/>
                <a:gd name="connsiteY7" fmla="*/ 60009 h 65116"/>
                <a:gd name="connsiteX8" fmla="*/ 10224 w 31325"/>
                <a:gd name="connsiteY8" fmla="*/ 65117 h 65116"/>
                <a:gd name="connsiteX9" fmla="*/ 11502 w 31325"/>
                <a:gd name="connsiteY9" fmla="*/ 65117 h 65116"/>
                <a:gd name="connsiteX10" fmla="*/ 31311 w 31325"/>
                <a:gd name="connsiteY10" fmla="*/ 30005 h 65116"/>
                <a:gd name="connsiteX11" fmla="*/ 31311 w 31325"/>
                <a:gd name="connsiteY11" fmla="*/ 30005 h 65116"/>
                <a:gd name="connsiteX12" fmla="*/ 31311 w 31325"/>
                <a:gd name="connsiteY12" fmla="*/ 7022 h 65116"/>
                <a:gd name="connsiteX13" fmla="*/ 24921 w 31325"/>
                <a:gd name="connsiteY13" fmla="*/ 0 h 65116"/>
                <a:gd name="connsiteX14" fmla="*/ 12780 w 31325"/>
                <a:gd name="connsiteY14" fmla="*/ 12768 h 65116"/>
                <a:gd name="connsiteX15" fmla="*/ 18531 w 31325"/>
                <a:gd name="connsiteY15" fmla="*/ 12768 h 65116"/>
                <a:gd name="connsiteX16" fmla="*/ 18531 w 31325"/>
                <a:gd name="connsiteY16" fmla="*/ 22982 h 65116"/>
                <a:gd name="connsiteX17" fmla="*/ 12780 w 31325"/>
                <a:gd name="connsiteY17" fmla="*/ 22982 h 65116"/>
                <a:gd name="connsiteX18" fmla="*/ 12780 w 31325"/>
                <a:gd name="connsiteY18" fmla="*/ 12768 h 65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325" h="65116">
                  <a:moveTo>
                    <a:pt x="24921" y="0"/>
                  </a:moveTo>
                  <a:lnTo>
                    <a:pt x="6390" y="0"/>
                  </a:lnTo>
                  <a:cubicBezTo>
                    <a:pt x="2556" y="0"/>
                    <a:pt x="0" y="2554"/>
                    <a:pt x="0" y="6384"/>
                  </a:cubicBezTo>
                  <a:lnTo>
                    <a:pt x="0" y="29366"/>
                  </a:lnTo>
                  <a:cubicBezTo>
                    <a:pt x="0" y="33197"/>
                    <a:pt x="2556" y="35750"/>
                    <a:pt x="6390" y="35750"/>
                  </a:cubicBezTo>
                  <a:lnTo>
                    <a:pt x="17892" y="35750"/>
                  </a:lnTo>
                  <a:cubicBezTo>
                    <a:pt x="16614" y="49795"/>
                    <a:pt x="9585" y="52349"/>
                    <a:pt x="8946" y="52349"/>
                  </a:cubicBezTo>
                  <a:cubicBezTo>
                    <a:pt x="5751" y="52987"/>
                    <a:pt x="3195" y="56179"/>
                    <a:pt x="3834" y="60009"/>
                  </a:cubicBezTo>
                  <a:cubicBezTo>
                    <a:pt x="4473" y="63201"/>
                    <a:pt x="7029" y="65117"/>
                    <a:pt x="10224" y="65117"/>
                  </a:cubicBezTo>
                  <a:cubicBezTo>
                    <a:pt x="10863" y="65117"/>
                    <a:pt x="10863" y="65117"/>
                    <a:pt x="11502" y="65117"/>
                  </a:cubicBezTo>
                  <a:cubicBezTo>
                    <a:pt x="12141" y="65117"/>
                    <a:pt x="31950" y="61286"/>
                    <a:pt x="31311" y="30005"/>
                  </a:cubicBezTo>
                  <a:cubicBezTo>
                    <a:pt x="31311" y="30005"/>
                    <a:pt x="31311" y="30005"/>
                    <a:pt x="31311" y="30005"/>
                  </a:cubicBezTo>
                  <a:lnTo>
                    <a:pt x="31311" y="7022"/>
                  </a:lnTo>
                  <a:cubicBezTo>
                    <a:pt x="31311" y="2554"/>
                    <a:pt x="28116" y="0"/>
                    <a:pt x="24921" y="0"/>
                  </a:cubicBezTo>
                  <a:close/>
                  <a:moveTo>
                    <a:pt x="12780" y="12768"/>
                  </a:moveTo>
                  <a:lnTo>
                    <a:pt x="18531" y="12768"/>
                  </a:lnTo>
                  <a:lnTo>
                    <a:pt x="18531" y="22982"/>
                  </a:lnTo>
                  <a:lnTo>
                    <a:pt x="12780" y="22982"/>
                  </a:lnTo>
                  <a:lnTo>
                    <a:pt x="12780" y="12768"/>
                  </a:lnTo>
                  <a:close/>
                </a:path>
              </a:pathLst>
            </a:custGeom>
            <a:solidFill>
              <a:srgbClr val="012169"/>
            </a:solidFill>
            <a:ln w="6390" cap="flat">
              <a:noFill/>
              <a:prstDash val="solid"/>
              <a:miter/>
            </a:ln>
          </p:spPr>
          <p:txBody>
            <a:bodyPr rtlCol="0" anchor="ctr"/>
            <a:lstStyle/>
            <a:p>
              <a:endParaRPr lang="en-US"/>
            </a:p>
          </p:txBody>
        </p:sp>
        <p:sp>
          <p:nvSpPr>
            <p:cNvPr id="422" name="Graphic 4">
              <a:extLst>
                <a:ext uri="{FF2B5EF4-FFF2-40B4-BE49-F238E27FC236}">
                  <a16:creationId xmlns:a16="http://schemas.microsoft.com/office/drawing/2014/main" id="{DA9B15A7-2FA2-344F-88D1-4BF047C51460}"/>
                </a:ext>
              </a:extLst>
            </p:cNvPr>
            <p:cNvSpPr/>
            <p:nvPr/>
          </p:nvSpPr>
          <p:spPr>
            <a:xfrm>
              <a:off x="1657549" y="1544447"/>
              <a:ext cx="31325" cy="65116"/>
            </a:xfrm>
            <a:custGeom>
              <a:avLst/>
              <a:gdLst>
                <a:gd name="connsiteX0" fmla="*/ 24921 w 31325"/>
                <a:gd name="connsiteY0" fmla="*/ 0 h 65116"/>
                <a:gd name="connsiteX1" fmla="*/ 6390 w 31325"/>
                <a:gd name="connsiteY1" fmla="*/ 0 h 65116"/>
                <a:gd name="connsiteX2" fmla="*/ 0 w 31325"/>
                <a:gd name="connsiteY2" fmla="*/ 6384 h 65116"/>
                <a:gd name="connsiteX3" fmla="*/ 0 w 31325"/>
                <a:gd name="connsiteY3" fmla="*/ 29366 h 65116"/>
                <a:gd name="connsiteX4" fmla="*/ 6390 w 31325"/>
                <a:gd name="connsiteY4" fmla="*/ 35750 h 65116"/>
                <a:gd name="connsiteX5" fmla="*/ 17892 w 31325"/>
                <a:gd name="connsiteY5" fmla="*/ 35750 h 65116"/>
                <a:gd name="connsiteX6" fmla="*/ 8946 w 31325"/>
                <a:gd name="connsiteY6" fmla="*/ 52349 h 65116"/>
                <a:gd name="connsiteX7" fmla="*/ 3834 w 31325"/>
                <a:gd name="connsiteY7" fmla="*/ 60009 h 65116"/>
                <a:gd name="connsiteX8" fmla="*/ 10224 w 31325"/>
                <a:gd name="connsiteY8" fmla="*/ 65117 h 65116"/>
                <a:gd name="connsiteX9" fmla="*/ 11502 w 31325"/>
                <a:gd name="connsiteY9" fmla="*/ 65117 h 65116"/>
                <a:gd name="connsiteX10" fmla="*/ 31311 w 31325"/>
                <a:gd name="connsiteY10" fmla="*/ 30005 h 65116"/>
                <a:gd name="connsiteX11" fmla="*/ 31311 w 31325"/>
                <a:gd name="connsiteY11" fmla="*/ 30005 h 65116"/>
                <a:gd name="connsiteX12" fmla="*/ 31311 w 31325"/>
                <a:gd name="connsiteY12" fmla="*/ 7022 h 65116"/>
                <a:gd name="connsiteX13" fmla="*/ 24921 w 31325"/>
                <a:gd name="connsiteY13" fmla="*/ 0 h 65116"/>
                <a:gd name="connsiteX14" fmla="*/ 12780 w 31325"/>
                <a:gd name="connsiteY14" fmla="*/ 12768 h 65116"/>
                <a:gd name="connsiteX15" fmla="*/ 18531 w 31325"/>
                <a:gd name="connsiteY15" fmla="*/ 12768 h 65116"/>
                <a:gd name="connsiteX16" fmla="*/ 18531 w 31325"/>
                <a:gd name="connsiteY16" fmla="*/ 22982 h 65116"/>
                <a:gd name="connsiteX17" fmla="*/ 12780 w 31325"/>
                <a:gd name="connsiteY17" fmla="*/ 22982 h 65116"/>
                <a:gd name="connsiteX18" fmla="*/ 12780 w 31325"/>
                <a:gd name="connsiteY18" fmla="*/ 12768 h 65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325" h="65116">
                  <a:moveTo>
                    <a:pt x="24921" y="0"/>
                  </a:moveTo>
                  <a:lnTo>
                    <a:pt x="6390" y="0"/>
                  </a:lnTo>
                  <a:cubicBezTo>
                    <a:pt x="2556" y="0"/>
                    <a:pt x="0" y="2554"/>
                    <a:pt x="0" y="6384"/>
                  </a:cubicBezTo>
                  <a:lnTo>
                    <a:pt x="0" y="29366"/>
                  </a:lnTo>
                  <a:cubicBezTo>
                    <a:pt x="0" y="33197"/>
                    <a:pt x="2556" y="35750"/>
                    <a:pt x="6390" y="35750"/>
                  </a:cubicBezTo>
                  <a:lnTo>
                    <a:pt x="17892" y="35750"/>
                  </a:lnTo>
                  <a:cubicBezTo>
                    <a:pt x="16614" y="49795"/>
                    <a:pt x="9585" y="52349"/>
                    <a:pt x="8946" y="52349"/>
                  </a:cubicBezTo>
                  <a:cubicBezTo>
                    <a:pt x="5751" y="52987"/>
                    <a:pt x="3195" y="56179"/>
                    <a:pt x="3834" y="60009"/>
                  </a:cubicBezTo>
                  <a:cubicBezTo>
                    <a:pt x="4473" y="63201"/>
                    <a:pt x="7029" y="65117"/>
                    <a:pt x="10224" y="65117"/>
                  </a:cubicBezTo>
                  <a:cubicBezTo>
                    <a:pt x="10863" y="65117"/>
                    <a:pt x="10863" y="65117"/>
                    <a:pt x="11502" y="65117"/>
                  </a:cubicBezTo>
                  <a:cubicBezTo>
                    <a:pt x="12141" y="65117"/>
                    <a:pt x="31950" y="61286"/>
                    <a:pt x="31311" y="30005"/>
                  </a:cubicBezTo>
                  <a:cubicBezTo>
                    <a:pt x="31311" y="30005"/>
                    <a:pt x="31311" y="30005"/>
                    <a:pt x="31311" y="30005"/>
                  </a:cubicBezTo>
                  <a:lnTo>
                    <a:pt x="31311" y="7022"/>
                  </a:lnTo>
                  <a:cubicBezTo>
                    <a:pt x="31311" y="2554"/>
                    <a:pt x="28116" y="0"/>
                    <a:pt x="24921" y="0"/>
                  </a:cubicBezTo>
                  <a:close/>
                  <a:moveTo>
                    <a:pt x="12780" y="12768"/>
                  </a:moveTo>
                  <a:lnTo>
                    <a:pt x="18531" y="12768"/>
                  </a:lnTo>
                  <a:lnTo>
                    <a:pt x="18531" y="22982"/>
                  </a:lnTo>
                  <a:lnTo>
                    <a:pt x="12780" y="22982"/>
                  </a:lnTo>
                  <a:lnTo>
                    <a:pt x="12780" y="12768"/>
                  </a:lnTo>
                  <a:close/>
                </a:path>
              </a:pathLst>
            </a:custGeom>
            <a:solidFill>
              <a:srgbClr val="012169"/>
            </a:solidFill>
            <a:ln w="6390" cap="flat">
              <a:noFill/>
              <a:prstDash val="solid"/>
              <a:miter/>
            </a:ln>
          </p:spPr>
          <p:txBody>
            <a:bodyPr rtlCol="0" anchor="ctr"/>
            <a:lstStyle/>
            <a:p>
              <a:endParaRPr lang="en-US"/>
            </a:p>
          </p:txBody>
        </p:sp>
      </p:grpSp>
      <p:grpSp>
        <p:nvGrpSpPr>
          <p:cNvPr id="423" name="Graphic 4">
            <a:extLst>
              <a:ext uri="{FF2B5EF4-FFF2-40B4-BE49-F238E27FC236}">
                <a16:creationId xmlns:a16="http://schemas.microsoft.com/office/drawing/2014/main" id="{54308C27-2CFA-D24F-B1ED-24629420A254}"/>
              </a:ext>
            </a:extLst>
          </p:cNvPr>
          <p:cNvGrpSpPr>
            <a:grpSpLocks noChangeAspect="1"/>
          </p:cNvGrpSpPr>
          <p:nvPr/>
        </p:nvGrpSpPr>
        <p:grpSpPr>
          <a:xfrm>
            <a:off x="1515054" y="918179"/>
            <a:ext cx="361670" cy="361333"/>
            <a:chOff x="1515054" y="918179"/>
            <a:chExt cx="361670" cy="361333"/>
          </a:xfrm>
          <a:solidFill>
            <a:srgbClr val="012169"/>
          </a:solidFill>
        </p:grpSpPr>
        <p:sp>
          <p:nvSpPr>
            <p:cNvPr id="424" name="Graphic 4">
              <a:extLst>
                <a:ext uri="{FF2B5EF4-FFF2-40B4-BE49-F238E27FC236}">
                  <a16:creationId xmlns:a16="http://schemas.microsoft.com/office/drawing/2014/main" id="{0F2A604D-4E29-8940-87D4-3B9647DF6DDA}"/>
                </a:ext>
              </a:extLst>
            </p:cNvPr>
            <p:cNvSpPr/>
            <p:nvPr/>
          </p:nvSpPr>
          <p:spPr>
            <a:xfrm>
              <a:off x="1515054"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234"/>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425" name="Graphic 4">
              <a:extLst>
                <a:ext uri="{FF2B5EF4-FFF2-40B4-BE49-F238E27FC236}">
                  <a16:creationId xmlns:a16="http://schemas.microsoft.com/office/drawing/2014/main" id="{B336B2FE-F503-8241-B3DA-99388F4CE1AD}"/>
                </a:ext>
              </a:extLst>
            </p:cNvPr>
            <p:cNvSpPr/>
            <p:nvPr/>
          </p:nvSpPr>
          <p:spPr>
            <a:xfrm>
              <a:off x="1584704" y="995425"/>
              <a:ext cx="221756" cy="206202"/>
            </a:xfrm>
            <a:custGeom>
              <a:avLst/>
              <a:gdLst>
                <a:gd name="connsiteX0" fmla="*/ 194254 w 221756"/>
                <a:gd name="connsiteY0" fmla="*/ 46603 h 206202"/>
                <a:gd name="connsiteX1" fmla="*/ 146330 w 221756"/>
                <a:gd name="connsiteY1" fmla="*/ 15322 h 206202"/>
                <a:gd name="connsiteX2" fmla="*/ 107351 w 221756"/>
                <a:gd name="connsiteY2" fmla="*/ 7022 h 206202"/>
                <a:gd name="connsiteX3" fmla="*/ 83069 w 221756"/>
                <a:gd name="connsiteY3" fmla="*/ 0 h 206202"/>
                <a:gd name="connsiteX4" fmla="*/ 49842 w 221756"/>
                <a:gd name="connsiteY4" fmla="*/ 14683 h 206202"/>
                <a:gd name="connsiteX5" fmla="*/ 48564 w 221756"/>
                <a:gd name="connsiteY5" fmla="*/ 14683 h 206202"/>
                <a:gd name="connsiteX6" fmla="*/ 7029 w 221756"/>
                <a:gd name="connsiteY6" fmla="*/ 50433 h 206202"/>
                <a:gd name="connsiteX7" fmla="*/ 8307 w 221756"/>
                <a:gd name="connsiteY7" fmla="*/ 58094 h 206202"/>
                <a:gd name="connsiteX8" fmla="*/ 0 w 221756"/>
                <a:gd name="connsiteY8" fmla="*/ 79800 h 206202"/>
                <a:gd name="connsiteX9" fmla="*/ 38979 w 221756"/>
                <a:gd name="connsiteY9" fmla="*/ 115550 h 206202"/>
                <a:gd name="connsiteX10" fmla="*/ 51119 w 221756"/>
                <a:gd name="connsiteY10" fmla="*/ 128318 h 206202"/>
                <a:gd name="connsiteX11" fmla="*/ 74123 w 221756"/>
                <a:gd name="connsiteY11" fmla="*/ 201734 h 206202"/>
                <a:gd name="connsiteX12" fmla="*/ 80513 w 221756"/>
                <a:gd name="connsiteY12" fmla="*/ 206203 h 206202"/>
                <a:gd name="connsiteX13" fmla="*/ 80513 w 221756"/>
                <a:gd name="connsiteY13" fmla="*/ 206203 h 206202"/>
                <a:gd name="connsiteX14" fmla="*/ 86264 w 221756"/>
                <a:gd name="connsiteY14" fmla="*/ 201734 h 206202"/>
                <a:gd name="connsiteX15" fmla="*/ 105434 w 221756"/>
                <a:gd name="connsiteY15" fmla="*/ 135979 h 206202"/>
                <a:gd name="connsiteX16" fmla="*/ 128438 w 221756"/>
                <a:gd name="connsiteY16" fmla="*/ 132787 h 206202"/>
                <a:gd name="connsiteX17" fmla="*/ 145690 w 221756"/>
                <a:gd name="connsiteY17" fmla="*/ 135979 h 206202"/>
                <a:gd name="connsiteX18" fmla="*/ 182752 w 221756"/>
                <a:gd name="connsiteY18" fmla="*/ 115550 h 206202"/>
                <a:gd name="connsiteX19" fmla="*/ 221731 w 221756"/>
                <a:gd name="connsiteY19" fmla="*/ 79800 h 206202"/>
                <a:gd name="connsiteX20" fmla="*/ 194254 w 221756"/>
                <a:gd name="connsiteY20" fmla="*/ 46603 h 206202"/>
                <a:gd name="connsiteX21" fmla="*/ 180835 w 221756"/>
                <a:gd name="connsiteY21" fmla="*/ 103420 h 206202"/>
                <a:gd name="connsiteX22" fmla="*/ 180196 w 221756"/>
                <a:gd name="connsiteY22" fmla="*/ 103420 h 206202"/>
                <a:gd name="connsiteX23" fmla="*/ 179557 w 221756"/>
                <a:gd name="connsiteY23" fmla="*/ 103420 h 206202"/>
                <a:gd name="connsiteX24" fmla="*/ 173167 w 221756"/>
                <a:gd name="connsiteY24" fmla="*/ 107251 h 206202"/>
                <a:gd name="connsiteX25" fmla="*/ 145690 w 221756"/>
                <a:gd name="connsiteY25" fmla="*/ 123849 h 206202"/>
                <a:gd name="connsiteX26" fmla="*/ 130994 w 221756"/>
                <a:gd name="connsiteY26" fmla="*/ 120657 h 206202"/>
                <a:gd name="connsiteX27" fmla="*/ 125243 w 221756"/>
                <a:gd name="connsiteY27" fmla="*/ 120657 h 206202"/>
                <a:gd name="connsiteX28" fmla="*/ 102239 w 221756"/>
                <a:gd name="connsiteY28" fmla="*/ 123211 h 206202"/>
                <a:gd name="connsiteX29" fmla="*/ 94571 w 221756"/>
                <a:gd name="connsiteY29" fmla="*/ 127680 h 206202"/>
                <a:gd name="connsiteX30" fmla="*/ 79874 w 221756"/>
                <a:gd name="connsiteY30" fmla="*/ 178752 h 206202"/>
                <a:gd name="connsiteX31" fmla="*/ 61982 w 221756"/>
                <a:gd name="connsiteY31" fmla="*/ 123211 h 206202"/>
                <a:gd name="connsiteX32" fmla="*/ 59426 w 221756"/>
                <a:gd name="connsiteY32" fmla="*/ 119380 h 206202"/>
                <a:gd name="connsiteX33" fmla="*/ 48564 w 221756"/>
                <a:gd name="connsiteY33" fmla="*/ 107251 h 206202"/>
                <a:gd name="connsiteX34" fmla="*/ 42813 w 221756"/>
                <a:gd name="connsiteY34" fmla="*/ 103420 h 206202"/>
                <a:gd name="connsiteX35" fmla="*/ 42813 w 221756"/>
                <a:gd name="connsiteY35" fmla="*/ 103420 h 206202"/>
                <a:gd name="connsiteX36" fmla="*/ 42174 w 221756"/>
                <a:gd name="connsiteY36" fmla="*/ 103420 h 206202"/>
                <a:gd name="connsiteX37" fmla="*/ 41535 w 221756"/>
                <a:gd name="connsiteY37" fmla="*/ 103420 h 206202"/>
                <a:gd name="connsiteX38" fmla="*/ 12780 w 221756"/>
                <a:gd name="connsiteY38" fmla="*/ 80438 h 206202"/>
                <a:gd name="connsiteX39" fmla="*/ 19809 w 221756"/>
                <a:gd name="connsiteY39" fmla="*/ 65117 h 206202"/>
                <a:gd name="connsiteX40" fmla="*/ 21726 w 221756"/>
                <a:gd name="connsiteY40" fmla="*/ 58094 h 206202"/>
                <a:gd name="connsiteX41" fmla="*/ 20448 w 221756"/>
                <a:gd name="connsiteY41" fmla="*/ 51072 h 206202"/>
                <a:gd name="connsiteX42" fmla="*/ 49202 w 221756"/>
                <a:gd name="connsiteY42" fmla="*/ 28089 h 206202"/>
                <a:gd name="connsiteX43" fmla="*/ 53036 w 221756"/>
                <a:gd name="connsiteY43" fmla="*/ 28089 h 206202"/>
                <a:gd name="connsiteX44" fmla="*/ 58788 w 221756"/>
                <a:gd name="connsiteY44" fmla="*/ 25536 h 206202"/>
                <a:gd name="connsiteX45" fmla="*/ 83708 w 221756"/>
                <a:gd name="connsiteY45" fmla="*/ 13406 h 206202"/>
                <a:gd name="connsiteX46" fmla="*/ 102878 w 221756"/>
                <a:gd name="connsiteY46" fmla="*/ 19790 h 206202"/>
                <a:gd name="connsiteX47" fmla="*/ 108629 w 221756"/>
                <a:gd name="connsiteY47" fmla="*/ 21067 h 206202"/>
                <a:gd name="connsiteX48" fmla="*/ 140579 w 221756"/>
                <a:gd name="connsiteY48" fmla="*/ 28089 h 206202"/>
                <a:gd name="connsiteX49" fmla="*/ 146330 w 221756"/>
                <a:gd name="connsiteY49" fmla="*/ 30005 h 206202"/>
                <a:gd name="connsiteX50" fmla="*/ 182113 w 221756"/>
                <a:gd name="connsiteY50" fmla="*/ 52349 h 206202"/>
                <a:gd name="connsiteX51" fmla="*/ 182113 w 221756"/>
                <a:gd name="connsiteY51" fmla="*/ 52987 h 206202"/>
                <a:gd name="connsiteX52" fmla="*/ 187225 w 221756"/>
                <a:gd name="connsiteY52" fmla="*/ 59371 h 206202"/>
                <a:gd name="connsiteX53" fmla="*/ 209590 w 221756"/>
                <a:gd name="connsiteY53" fmla="*/ 81715 h 206202"/>
                <a:gd name="connsiteX54" fmla="*/ 180835 w 221756"/>
                <a:gd name="connsiteY54" fmla="*/ 103420 h 206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21756" h="206202">
                  <a:moveTo>
                    <a:pt x="194254" y="46603"/>
                  </a:moveTo>
                  <a:cubicBezTo>
                    <a:pt x="191698" y="26813"/>
                    <a:pt x="170611" y="12130"/>
                    <a:pt x="146330" y="15322"/>
                  </a:cubicBezTo>
                  <a:cubicBezTo>
                    <a:pt x="136106" y="7022"/>
                    <a:pt x="121409" y="3830"/>
                    <a:pt x="107351" y="7022"/>
                  </a:cubicBezTo>
                  <a:cubicBezTo>
                    <a:pt x="100322" y="2554"/>
                    <a:pt x="92015" y="0"/>
                    <a:pt x="83069" y="0"/>
                  </a:cubicBezTo>
                  <a:cubicBezTo>
                    <a:pt x="69650" y="0"/>
                    <a:pt x="57509" y="5746"/>
                    <a:pt x="49842" y="14683"/>
                  </a:cubicBezTo>
                  <a:cubicBezTo>
                    <a:pt x="49202" y="14683"/>
                    <a:pt x="48564" y="14683"/>
                    <a:pt x="48564" y="14683"/>
                  </a:cubicBezTo>
                  <a:cubicBezTo>
                    <a:pt x="25560" y="14683"/>
                    <a:pt x="7029" y="30643"/>
                    <a:pt x="7029" y="50433"/>
                  </a:cubicBezTo>
                  <a:cubicBezTo>
                    <a:pt x="7029" y="52987"/>
                    <a:pt x="7668" y="55541"/>
                    <a:pt x="8307" y="58094"/>
                  </a:cubicBezTo>
                  <a:cubicBezTo>
                    <a:pt x="2556" y="64478"/>
                    <a:pt x="0" y="72139"/>
                    <a:pt x="0" y="79800"/>
                  </a:cubicBezTo>
                  <a:cubicBezTo>
                    <a:pt x="0" y="98952"/>
                    <a:pt x="17253" y="114912"/>
                    <a:pt x="38979" y="115550"/>
                  </a:cubicBezTo>
                  <a:cubicBezTo>
                    <a:pt x="41535" y="120657"/>
                    <a:pt x="46008" y="125126"/>
                    <a:pt x="51119" y="128318"/>
                  </a:cubicBezTo>
                  <a:lnTo>
                    <a:pt x="74123" y="201734"/>
                  </a:lnTo>
                  <a:cubicBezTo>
                    <a:pt x="74762" y="204287"/>
                    <a:pt x="77318" y="206203"/>
                    <a:pt x="80513" y="206203"/>
                  </a:cubicBezTo>
                  <a:cubicBezTo>
                    <a:pt x="80513" y="206203"/>
                    <a:pt x="80513" y="206203"/>
                    <a:pt x="80513" y="206203"/>
                  </a:cubicBezTo>
                  <a:cubicBezTo>
                    <a:pt x="83069" y="206203"/>
                    <a:pt x="85625" y="204287"/>
                    <a:pt x="86264" y="201734"/>
                  </a:cubicBezTo>
                  <a:lnTo>
                    <a:pt x="105434" y="135979"/>
                  </a:lnTo>
                  <a:cubicBezTo>
                    <a:pt x="113102" y="136617"/>
                    <a:pt x="121409" y="135979"/>
                    <a:pt x="128438" y="132787"/>
                  </a:cubicBezTo>
                  <a:cubicBezTo>
                    <a:pt x="134189" y="134702"/>
                    <a:pt x="139940" y="135979"/>
                    <a:pt x="145690" y="135979"/>
                  </a:cubicBezTo>
                  <a:cubicBezTo>
                    <a:pt x="161665" y="135979"/>
                    <a:pt x="176362" y="127680"/>
                    <a:pt x="182752" y="115550"/>
                  </a:cubicBezTo>
                  <a:cubicBezTo>
                    <a:pt x="204478" y="114273"/>
                    <a:pt x="221731" y="98952"/>
                    <a:pt x="221731" y="79800"/>
                  </a:cubicBezTo>
                  <a:cubicBezTo>
                    <a:pt x="222370" y="65117"/>
                    <a:pt x="210868" y="51710"/>
                    <a:pt x="194254" y="46603"/>
                  </a:cubicBezTo>
                  <a:close/>
                  <a:moveTo>
                    <a:pt x="180835" y="103420"/>
                  </a:moveTo>
                  <a:lnTo>
                    <a:pt x="180196" y="103420"/>
                  </a:lnTo>
                  <a:cubicBezTo>
                    <a:pt x="180196" y="103420"/>
                    <a:pt x="179557" y="103420"/>
                    <a:pt x="179557" y="103420"/>
                  </a:cubicBezTo>
                  <a:cubicBezTo>
                    <a:pt x="177001" y="103420"/>
                    <a:pt x="174445" y="104697"/>
                    <a:pt x="173167" y="107251"/>
                  </a:cubicBezTo>
                  <a:cubicBezTo>
                    <a:pt x="169333" y="116827"/>
                    <a:pt x="158470" y="123849"/>
                    <a:pt x="145690" y="123849"/>
                  </a:cubicBezTo>
                  <a:cubicBezTo>
                    <a:pt x="140579" y="123849"/>
                    <a:pt x="135467" y="122572"/>
                    <a:pt x="130994" y="120657"/>
                  </a:cubicBezTo>
                  <a:cubicBezTo>
                    <a:pt x="129077" y="120019"/>
                    <a:pt x="127160" y="120019"/>
                    <a:pt x="125243" y="120657"/>
                  </a:cubicBezTo>
                  <a:cubicBezTo>
                    <a:pt x="118214" y="123849"/>
                    <a:pt x="110546" y="125126"/>
                    <a:pt x="102239" y="123211"/>
                  </a:cubicBezTo>
                  <a:cubicBezTo>
                    <a:pt x="99044" y="122572"/>
                    <a:pt x="95210" y="124488"/>
                    <a:pt x="94571" y="127680"/>
                  </a:cubicBezTo>
                  <a:lnTo>
                    <a:pt x="79874" y="178752"/>
                  </a:lnTo>
                  <a:lnTo>
                    <a:pt x="61982" y="123211"/>
                  </a:lnTo>
                  <a:cubicBezTo>
                    <a:pt x="61343" y="121934"/>
                    <a:pt x="60704" y="120657"/>
                    <a:pt x="59426" y="119380"/>
                  </a:cubicBezTo>
                  <a:cubicBezTo>
                    <a:pt x="54314" y="116188"/>
                    <a:pt x="50480" y="112358"/>
                    <a:pt x="48564" y="107251"/>
                  </a:cubicBezTo>
                  <a:cubicBezTo>
                    <a:pt x="47925" y="104697"/>
                    <a:pt x="45369" y="103420"/>
                    <a:pt x="42813" y="103420"/>
                  </a:cubicBezTo>
                  <a:cubicBezTo>
                    <a:pt x="42813" y="103420"/>
                    <a:pt x="42813" y="103420"/>
                    <a:pt x="42813" y="103420"/>
                  </a:cubicBezTo>
                  <a:cubicBezTo>
                    <a:pt x="42813" y="103420"/>
                    <a:pt x="42174" y="103420"/>
                    <a:pt x="42174" y="103420"/>
                  </a:cubicBezTo>
                  <a:lnTo>
                    <a:pt x="41535" y="103420"/>
                  </a:lnTo>
                  <a:cubicBezTo>
                    <a:pt x="25560" y="103420"/>
                    <a:pt x="12780" y="93206"/>
                    <a:pt x="12780" y="80438"/>
                  </a:cubicBezTo>
                  <a:cubicBezTo>
                    <a:pt x="12780" y="74693"/>
                    <a:pt x="15336" y="69585"/>
                    <a:pt x="19809" y="65117"/>
                  </a:cubicBezTo>
                  <a:cubicBezTo>
                    <a:pt x="21726" y="63201"/>
                    <a:pt x="22365" y="60648"/>
                    <a:pt x="21726" y="58094"/>
                  </a:cubicBezTo>
                  <a:cubicBezTo>
                    <a:pt x="21087" y="55541"/>
                    <a:pt x="20448" y="53625"/>
                    <a:pt x="20448" y="51072"/>
                  </a:cubicBezTo>
                  <a:cubicBezTo>
                    <a:pt x="20448" y="38304"/>
                    <a:pt x="33228" y="28089"/>
                    <a:pt x="49202" y="28089"/>
                  </a:cubicBezTo>
                  <a:cubicBezTo>
                    <a:pt x="50480" y="28089"/>
                    <a:pt x="51759" y="28089"/>
                    <a:pt x="53036" y="28089"/>
                  </a:cubicBezTo>
                  <a:cubicBezTo>
                    <a:pt x="55593" y="28089"/>
                    <a:pt x="57509" y="27451"/>
                    <a:pt x="58788" y="25536"/>
                  </a:cubicBezTo>
                  <a:cubicBezTo>
                    <a:pt x="63899" y="17875"/>
                    <a:pt x="73484" y="13406"/>
                    <a:pt x="83708" y="13406"/>
                  </a:cubicBezTo>
                  <a:cubicBezTo>
                    <a:pt x="90737" y="13406"/>
                    <a:pt x="97766" y="15322"/>
                    <a:pt x="102878" y="19790"/>
                  </a:cubicBezTo>
                  <a:cubicBezTo>
                    <a:pt x="104795" y="21067"/>
                    <a:pt x="106712" y="21067"/>
                    <a:pt x="108629" y="21067"/>
                  </a:cubicBezTo>
                  <a:cubicBezTo>
                    <a:pt x="120131" y="17237"/>
                    <a:pt x="132911" y="20429"/>
                    <a:pt x="140579" y="28089"/>
                  </a:cubicBezTo>
                  <a:cubicBezTo>
                    <a:pt x="141857" y="29366"/>
                    <a:pt x="144413" y="30005"/>
                    <a:pt x="146330" y="30005"/>
                  </a:cubicBezTo>
                  <a:cubicBezTo>
                    <a:pt x="165499" y="25536"/>
                    <a:pt x="182113" y="37665"/>
                    <a:pt x="182113" y="52349"/>
                  </a:cubicBezTo>
                  <a:cubicBezTo>
                    <a:pt x="182113" y="52349"/>
                    <a:pt x="182113" y="52987"/>
                    <a:pt x="182113" y="52987"/>
                  </a:cubicBezTo>
                  <a:cubicBezTo>
                    <a:pt x="182113" y="56179"/>
                    <a:pt x="184030" y="58733"/>
                    <a:pt x="187225" y="59371"/>
                  </a:cubicBezTo>
                  <a:cubicBezTo>
                    <a:pt x="200005" y="61925"/>
                    <a:pt x="209590" y="71501"/>
                    <a:pt x="209590" y="81715"/>
                  </a:cubicBezTo>
                  <a:cubicBezTo>
                    <a:pt x="209590" y="93206"/>
                    <a:pt x="196810" y="103420"/>
                    <a:pt x="180835" y="103420"/>
                  </a:cubicBezTo>
                  <a:close/>
                </a:path>
              </a:pathLst>
            </a:custGeom>
            <a:solidFill>
              <a:srgbClr val="012169"/>
            </a:solidFill>
            <a:ln w="6390" cap="flat">
              <a:noFill/>
              <a:prstDash val="solid"/>
              <a:miter/>
            </a:ln>
          </p:spPr>
          <p:txBody>
            <a:bodyPr rtlCol="0" anchor="ctr"/>
            <a:lstStyle/>
            <a:p>
              <a:endParaRPr lang="en-US"/>
            </a:p>
          </p:txBody>
        </p:sp>
      </p:grpSp>
      <p:grpSp>
        <p:nvGrpSpPr>
          <p:cNvPr id="426" name="Graphic 4">
            <a:extLst>
              <a:ext uri="{FF2B5EF4-FFF2-40B4-BE49-F238E27FC236}">
                <a16:creationId xmlns:a16="http://schemas.microsoft.com/office/drawing/2014/main" id="{B19EA4AA-6457-D842-8660-8A93DA216D14}"/>
              </a:ext>
            </a:extLst>
          </p:cNvPr>
          <p:cNvGrpSpPr>
            <a:grpSpLocks noChangeAspect="1"/>
          </p:cNvGrpSpPr>
          <p:nvPr/>
        </p:nvGrpSpPr>
        <p:grpSpPr>
          <a:xfrm>
            <a:off x="1952764" y="918179"/>
            <a:ext cx="361670" cy="361333"/>
            <a:chOff x="1952764" y="918179"/>
            <a:chExt cx="361670" cy="361333"/>
          </a:xfrm>
          <a:solidFill>
            <a:srgbClr val="012169"/>
          </a:solidFill>
        </p:grpSpPr>
        <p:sp>
          <p:nvSpPr>
            <p:cNvPr id="427" name="Graphic 4">
              <a:extLst>
                <a:ext uri="{FF2B5EF4-FFF2-40B4-BE49-F238E27FC236}">
                  <a16:creationId xmlns:a16="http://schemas.microsoft.com/office/drawing/2014/main" id="{8EAE40BC-FF3A-FA43-8F8C-4DFD434980EA}"/>
                </a:ext>
              </a:extLst>
            </p:cNvPr>
            <p:cNvSpPr/>
            <p:nvPr/>
          </p:nvSpPr>
          <p:spPr>
            <a:xfrm>
              <a:off x="2035194" y="1007554"/>
              <a:ext cx="196809" cy="165345"/>
            </a:xfrm>
            <a:custGeom>
              <a:avLst/>
              <a:gdLst>
                <a:gd name="connsiteX0" fmla="*/ 174445 w 196809"/>
                <a:gd name="connsiteY0" fmla="*/ 45965 h 165345"/>
                <a:gd name="connsiteX1" fmla="*/ 169333 w 196809"/>
                <a:gd name="connsiteY1" fmla="*/ 39581 h 165345"/>
                <a:gd name="connsiteX2" fmla="*/ 169333 w 196809"/>
                <a:gd name="connsiteY2" fmla="*/ 38942 h 165345"/>
                <a:gd name="connsiteX3" fmla="*/ 133550 w 196809"/>
                <a:gd name="connsiteY3" fmla="*/ 16598 h 165345"/>
                <a:gd name="connsiteX4" fmla="*/ 127799 w 196809"/>
                <a:gd name="connsiteY4" fmla="*/ 14683 h 165345"/>
                <a:gd name="connsiteX5" fmla="*/ 95849 w 196809"/>
                <a:gd name="connsiteY5" fmla="*/ 7661 h 165345"/>
                <a:gd name="connsiteX6" fmla="*/ 90098 w 196809"/>
                <a:gd name="connsiteY6" fmla="*/ 6384 h 165345"/>
                <a:gd name="connsiteX7" fmla="*/ 70928 w 196809"/>
                <a:gd name="connsiteY7" fmla="*/ 0 h 165345"/>
                <a:gd name="connsiteX8" fmla="*/ 46008 w 196809"/>
                <a:gd name="connsiteY8" fmla="*/ 12130 h 165345"/>
                <a:gd name="connsiteX9" fmla="*/ 40257 w 196809"/>
                <a:gd name="connsiteY9" fmla="*/ 14683 h 165345"/>
                <a:gd name="connsiteX10" fmla="*/ 36423 w 196809"/>
                <a:gd name="connsiteY10" fmla="*/ 14683 h 165345"/>
                <a:gd name="connsiteX11" fmla="*/ 7668 w 196809"/>
                <a:gd name="connsiteY11" fmla="*/ 37666 h 165345"/>
                <a:gd name="connsiteX12" fmla="*/ 8946 w 196809"/>
                <a:gd name="connsiteY12" fmla="*/ 44688 h 165345"/>
                <a:gd name="connsiteX13" fmla="*/ 7029 w 196809"/>
                <a:gd name="connsiteY13" fmla="*/ 51710 h 165345"/>
                <a:gd name="connsiteX14" fmla="*/ 0 w 196809"/>
                <a:gd name="connsiteY14" fmla="*/ 67032 h 165345"/>
                <a:gd name="connsiteX15" fmla="*/ 28755 w 196809"/>
                <a:gd name="connsiteY15" fmla="*/ 90014 h 165345"/>
                <a:gd name="connsiteX16" fmla="*/ 29394 w 196809"/>
                <a:gd name="connsiteY16" fmla="*/ 90014 h 165345"/>
                <a:gd name="connsiteX17" fmla="*/ 30033 w 196809"/>
                <a:gd name="connsiteY17" fmla="*/ 90014 h 165345"/>
                <a:gd name="connsiteX18" fmla="*/ 30033 w 196809"/>
                <a:gd name="connsiteY18" fmla="*/ 90014 h 165345"/>
                <a:gd name="connsiteX19" fmla="*/ 35784 w 196809"/>
                <a:gd name="connsiteY19" fmla="*/ 93845 h 165345"/>
                <a:gd name="connsiteX20" fmla="*/ 46646 w 196809"/>
                <a:gd name="connsiteY20" fmla="*/ 105974 h 165345"/>
                <a:gd name="connsiteX21" fmla="*/ 49203 w 196809"/>
                <a:gd name="connsiteY21" fmla="*/ 109804 h 165345"/>
                <a:gd name="connsiteX22" fmla="*/ 67094 w 196809"/>
                <a:gd name="connsiteY22" fmla="*/ 165345 h 165345"/>
                <a:gd name="connsiteX23" fmla="*/ 81791 w 196809"/>
                <a:gd name="connsiteY23" fmla="*/ 114273 h 165345"/>
                <a:gd name="connsiteX24" fmla="*/ 89459 w 196809"/>
                <a:gd name="connsiteY24" fmla="*/ 109804 h 165345"/>
                <a:gd name="connsiteX25" fmla="*/ 112463 w 196809"/>
                <a:gd name="connsiteY25" fmla="*/ 107251 h 165345"/>
                <a:gd name="connsiteX26" fmla="*/ 118214 w 196809"/>
                <a:gd name="connsiteY26" fmla="*/ 107251 h 165345"/>
                <a:gd name="connsiteX27" fmla="*/ 132911 w 196809"/>
                <a:gd name="connsiteY27" fmla="*/ 110443 h 165345"/>
                <a:gd name="connsiteX28" fmla="*/ 160387 w 196809"/>
                <a:gd name="connsiteY28" fmla="*/ 93845 h 165345"/>
                <a:gd name="connsiteX29" fmla="*/ 166777 w 196809"/>
                <a:gd name="connsiteY29" fmla="*/ 90014 h 165345"/>
                <a:gd name="connsiteX30" fmla="*/ 167416 w 196809"/>
                <a:gd name="connsiteY30" fmla="*/ 90014 h 165345"/>
                <a:gd name="connsiteX31" fmla="*/ 168055 w 196809"/>
                <a:gd name="connsiteY31" fmla="*/ 90014 h 165345"/>
                <a:gd name="connsiteX32" fmla="*/ 196810 w 196809"/>
                <a:gd name="connsiteY32" fmla="*/ 67032 h 165345"/>
                <a:gd name="connsiteX33" fmla="*/ 174445 w 196809"/>
                <a:gd name="connsiteY33" fmla="*/ 45965 h 165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96809" h="165345">
                  <a:moveTo>
                    <a:pt x="174445" y="45965"/>
                  </a:moveTo>
                  <a:cubicBezTo>
                    <a:pt x="171250" y="45326"/>
                    <a:pt x="169333" y="42773"/>
                    <a:pt x="169333" y="39581"/>
                  </a:cubicBezTo>
                  <a:cubicBezTo>
                    <a:pt x="169333" y="39581"/>
                    <a:pt x="169333" y="38942"/>
                    <a:pt x="169333" y="38942"/>
                  </a:cubicBezTo>
                  <a:cubicBezTo>
                    <a:pt x="169333" y="24259"/>
                    <a:pt x="152719" y="12768"/>
                    <a:pt x="133550" y="16598"/>
                  </a:cubicBezTo>
                  <a:cubicBezTo>
                    <a:pt x="131633" y="17237"/>
                    <a:pt x="129077" y="16598"/>
                    <a:pt x="127799" y="14683"/>
                  </a:cubicBezTo>
                  <a:cubicBezTo>
                    <a:pt x="120131" y="7022"/>
                    <a:pt x="107351" y="4469"/>
                    <a:pt x="95849" y="7661"/>
                  </a:cubicBezTo>
                  <a:cubicBezTo>
                    <a:pt x="93932" y="8299"/>
                    <a:pt x="92015" y="7661"/>
                    <a:pt x="90098" y="6384"/>
                  </a:cubicBezTo>
                  <a:cubicBezTo>
                    <a:pt x="84986" y="2554"/>
                    <a:pt x="77957" y="0"/>
                    <a:pt x="70928" y="0"/>
                  </a:cubicBezTo>
                  <a:cubicBezTo>
                    <a:pt x="60704" y="0"/>
                    <a:pt x="51119" y="4469"/>
                    <a:pt x="46008" y="12130"/>
                  </a:cubicBezTo>
                  <a:cubicBezTo>
                    <a:pt x="44730" y="14045"/>
                    <a:pt x="42174" y="15322"/>
                    <a:pt x="40257" y="14683"/>
                  </a:cubicBezTo>
                  <a:cubicBezTo>
                    <a:pt x="38979" y="14683"/>
                    <a:pt x="37701" y="14683"/>
                    <a:pt x="36423" y="14683"/>
                  </a:cubicBezTo>
                  <a:cubicBezTo>
                    <a:pt x="20448" y="14683"/>
                    <a:pt x="7668" y="24898"/>
                    <a:pt x="7668" y="37666"/>
                  </a:cubicBezTo>
                  <a:cubicBezTo>
                    <a:pt x="7668" y="40219"/>
                    <a:pt x="8307" y="42134"/>
                    <a:pt x="8946" y="44688"/>
                  </a:cubicBezTo>
                  <a:cubicBezTo>
                    <a:pt x="10224" y="47242"/>
                    <a:pt x="9585" y="49795"/>
                    <a:pt x="7029" y="51710"/>
                  </a:cubicBezTo>
                  <a:cubicBezTo>
                    <a:pt x="2556" y="56179"/>
                    <a:pt x="0" y="61286"/>
                    <a:pt x="0" y="67032"/>
                  </a:cubicBezTo>
                  <a:cubicBezTo>
                    <a:pt x="0" y="79800"/>
                    <a:pt x="12780" y="90014"/>
                    <a:pt x="28755" y="90014"/>
                  </a:cubicBezTo>
                  <a:lnTo>
                    <a:pt x="29394" y="90014"/>
                  </a:lnTo>
                  <a:cubicBezTo>
                    <a:pt x="29394" y="90014"/>
                    <a:pt x="30033" y="90014"/>
                    <a:pt x="30033" y="90014"/>
                  </a:cubicBezTo>
                  <a:cubicBezTo>
                    <a:pt x="30033" y="90014"/>
                    <a:pt x="30033" y="90014"/>
                    <a:pt x="30033" y="90014"/>
                  </a:cubicBezTo>
                  <a:cubicBezTo>
                    <a:pt x="32589" y="90014"/>
                    <a:pt x="35145" y="91929"/>
                    <a:pt x="35784" y="93845"/>
                  </a:cubicBezTo>
                  <a:cubicBezTo>
                    <a:pt x="37701" y="98313"/>
                    <a:pt x="41535" y="102782"/>
                    <a:pt x="46646" y="105974"/>
                  </a:cubicBezTo>
                  <a:cubicBezTo>
                    <a:pt x="47925" y="106612"/>
                    <a:pt x="49203" y="107889"/>
                    <a:pt x="49203" y="109804"/>
                  </a:cubicBezTo>
                  <a:lnTo>
                    <a:pt x="67094" y="165345"/>
                  </a:lnTo>
                  <a:lnTo>
                    <a:pt x="81791" y="114273"/>
                  </a:lnTo>
                  <a:cubicBezTo>
                    <a:pt x="83069" y="111081"/>
                    <a:pt x="86264" y="109166"/>
                    <a:pt x="89459" y="109804"/>
                  </a:cubicBezTo>
                  <a:cubicBezTo>
                    <a:pt x="97127" y="111720"/>
                    <a:pt x="105434" y="111081"/>
                    <a:pt x="112463" y="107251"/>
                  </a:cubicBezTo>
                  <a:cubicBezTo>
                    <a:pt x="114380" y="106612"/>
                    <a:pt x="116297" y="106612"/>
                    <a:pt x="118214" y="107251"/>
                  </a:cubicBezTo>
                  <a:cubicBezTo>
                    <a:pt x="122687" y="109166"/>
                    <a:pt x="127799" y="110443"/>
                    <a:pt x="132911" y="110443"/>
                  </a:cubicBezTo>
                  <a:cubicBezTo>
                    <a:pt x="145052" y="110443"/>
                    <a:pt x="156553" y="103420"/>
                    <a:pt x="160387" y="93845"/>
                  </a:cubicBezTo>
                  <a:cubicBezTo>
                    <a:pt x="161665" y="91291"/>
                    <a:pt x="164221" y="89376"/>
                    <a:pt x="166777" y="90014"/>
                  </a:cubicBezTo>
                  <a:cubicBezTo>
                    <a:pt x="166777" y="90014"/>
                    <a:pt x="167416" y="90014"/>
                    <a:pt x="167416" y="90014"/>
                  </a:cubicBezTo>
                  <a:lnTo>
                    <a:pt x="168055" y="90014"/>
                  </a:lnTo>
                  <a:cubicBezTo>
                    <a:pt x="184030" y="90014"/>
                    <a:pt x="196810" y="79800"/>
                    <a:pt x="196810" y="67032"/>
                  </a:cubicBezTo>
                  <a:cubicBezTo>
                    <a:pt x="196810" y="57456"/>
                    <a:pt x="187225" y="47880"/>
                    <a:pt x="174445" y="45965"/>
                  </a:cubicBezTo>
                  <a:close/>
                </a:path>
              </a:pathLst>
            </a:custGeom>
            <a:solidFill>
              <a:srgbClr val="012169"/>
            </a:solidFill>
            <a:ln w="6390" cap="flat">
              <a:noFill/>
              <a:prstDash val="solid"/>
              <a:miter/>
            </a:ln>
          </p:spPr>
          <p:txBody>
            <a:bodyPr rtlCol="0" anchor="ctr"/>
            <a:lstStyle/>
            <a:p>
              <a:endParaRPr lang="en-US"/>
            </a:p>
          </p:txBody>
        </p:sp>
        <p:sp>
          <p:nvSpPr>
            <p:cNvPr id="428" name="Graphic 4">
              <a:extLst>
                <a:ext uri="{FF2B5EF4-FFF2-40B4-BE49-F238E27FC236}">
                  <a16:creationId xmlns:a16="http://schemas.microsoft.com/office/drawing/2014/main" id="{846B673C-AF50-B74E-8FE3-AEEC63388CA9}"/>
                </a:ext>
              </a:extLst>
            </p:cNvPr>
            <p:cNvSpPr/>
            <p:nvPr/>
          </p:nvSpPr>
          <p:spPr>
            <a:xfrm>
              <a:off x="1952764"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53042 w 361670"/>
                <a:gd name="connsiteY5" fmla="*/ 193435 h 361333"/>
                <a:gd name="connsiteX6" fmla="*/ 215980 w 361670"/>
                <a:gd name="connsiteY6" fmla="*/ 213863 h 361333"/>
                <a:gd name="connsiteX7" fmla="*/ 198727 w 361670"/>
                <a:gd name="connsiteY7" fmla="*/ 210671 h 361333"/>
                <a:gd name="connsiteX8" fmla="*/ 175723 w 361670"/>
                <a:gd name="connsiteY8" fmla="*/ 213863 h 361333"/>
                <a:gd name="connsiteX9" fmla="*/ 156553 w 361670"/>
                <a:gd name="connsiteY9" fmla="*/ 279618 h 361333"/>
                <a:gd name="connsiteX10" fmla="*/ 150803 w 361670"/>
                <a:gd name="connsiteY10" fmla="*/ 284087 h 361333"/>
                <a:gd name="connsiteX11" fmla="*/ 150803 w 361670"/>
                <a:gd name="connsiteY11" fmla="*/ 284087 h 361333"/>
                <a:gd name="connsiteX12" fmla="*/ 144413 w 361670"/>
                <a:gd name="connsiteY12" fmla="*/ 279618 h 361333"/>
                <a:gd name="connsiteX13" fmla="*/ 121409 w 361670"/>
                <a:gd name="connsiteY13" fmla="*/ 206203 h 361333"/>
                <a:gd name="connsiteX14" fmla="*/ 109268 w 361670"/>
                <a:gd name="connsiteY14" fmla="*/ 193435 h 361333"/>
                <a:gd name="connsiteX15" fmla="*/ 70289 w 361670"/>
                <a:gd name="connsiteY15" fmla="*/ 157684 h 361333"/>
                <a:gd name="connsiteX16" fmla="*/ 78596 w 361670"/>
                <a:gd name="connsiteY16" fmla="*/ 135979 h 361333"/>
                <a:gd name="connsiteX17" fmla="*/ 77318 w 361670"/>
                <a:gd name="connsiteY17" fmla="*/ 128318 h 361333"/>
                <a:gd name="connsiteX18" fmla="*/ 118853 w 361670"/>
                <a:gd name="connsiteY18" fmla="*/ 92568 h 361333"/>
                <a:gd name="connsiteX19" fmla="*/ 120131 w 361670"/>
                <a:gd name="connsiteY19" fmla="*/ 92568 h 361333"/>
                <a:gd name="connsiteX20" fmla="*/ 153358 w 361670"/>
                <a:gd name="connsiteY20" fmla="*/ 77885 h 361333"/>
                <a:gd name="connsiteX21" fmla="*/ 177640 w 361670"/>
                <a:gd name="connsiteY21" fmla="*/ 84907 h 361333"/>
                <a:gd name="connsiteX22" fmla="*/ 216619 w 361670"/>
                <a:gd name="connsiteY22" fmla="*/ 93206 h 361333"/>
                <a:gd name="connsiteX23" fmla="*/ 264543 w 361670"/>
                <a:gd name="connsiteY23" fmla="*/ 124488 h 361333"/>
                <a:gd name="connsiteX24" fmla="*/ 292020 w 361670"/>
                <a:gd name="connsiteY24" fmla="*/ 158323 h 361333"/>
                <a:gd name="connsiteX25" fmla="*/ 253042 w 361670"/>
                <a:gd name="connsiteY25" fmla="*/ 19343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253042" y="193435"/>
                  </a:moveTo>
                  <a:cubicBezTo>
                    <a:pt x="246013" y="206203"/>
                    <a:pt x="231955" y="213863"/>
                    <a:pt x="215980" y="213863"/>
                  </a:cubicBezTo>
                  <a:cubicBezTo>
                    <a:pt x="210229" y="213863"/>
                    <a:pt x="203839" y="212587"/>
                    <a:pt x="198727" y="210671"/>
                  </a:cubicBezTo>
                  <a:cubicBezTo>
                    <a:pt x="191698" y="213225"/>
                    <a:pt x="184030" y="214502"/>
                    <a:pt x="175723" y="213863"/>
                  </a:cubicBezTo>
                  <a:lnTo>
                    <a:pt x="156553" y="279618"/>
                  </a:lnTo>
                  <a:cubicBezTo>
                    <a:pt x="155914" y="282172"/>
                    <a:pt x="153358" y="284087"/>
                    <a:pt x="150803" y="284087"/>
                  </a:cubicBezTo>
                  <a:cubicBezTo>
                    <a:pt x="150803" y="284087"/>
                    <a:pt x="150803" y="284087"/>
                    <a:pt x="150803" y="284087"/>
                  </a:cubicBezTo>
                  <a:cubicBezTo>
                    <a:pt x="148246" y="284087"/>
                    <a:pt x="145690" y="282172"/>
                    <a:pt x="144413" y="279618"/>
                  </a:cubicBezTo>
                  <a:lnTo>
                    <a:pt x="121409" y="206203"/>
                  </a:lnTo>
                  <a:cubicBezTo>
                    <a:pt x="116297" y="203011"/>
                    <a:pt x="111824" y="198542"/>
                    <a:pt x="109268" y="193435"/>
                  </a:cubicBezTo>
                  <a:cubicBezTo>
                    <a:pt x="87542" y="192158"/>
                    <a:pt x="70289" y="176836"/>
                    <a:pt x="70289" y="157684"/>
                  </a:cubicBezTo>
                  <a:cubicBezTo>
                    <a:pt x="70289" y="150024"/>
                    <a:pt x="73484" y="142363"/>
                    <a:pt x="78596" y="135979"/>
                  </a:cubicBezTo>
                  <a:cubicBezTo>
                    <a:pt x="77957" y="133425"/>
                    <a:pt x="77318" y="130872"/>
                    <a:pt x="77318" y="128318"/>
                  </a:cubicBezTo>
                  <a:cubicBezTo>
                    <a:pt x="77318" y="108528"/>
                    <a:pt x="95849" y="92568"/>
                    <a:pt x="118853" y="92568"/>
                  </a:cubicBezTo>
                  <a:cubicBezTo>
                    <a:pt x="119492" y="92568"/>
                    <a:pt x="120131" y="92568"/>
                    <a:pt x="120131" y="92568"/>
                  </a:cubicBezTo>
                  <a:cubicBezTo>
                    <a:pt x="127799" y="83630"/>
                    <a:pt x="140579" y="77885"/>
                    <a:pt x="153358" y="77885"/>
                  </a:cubicBezTo>
                  <a:cubicBezTo>
                    <a:pt x="162304" y="77885"/>
                    <a:pt x="170611" y="80438"/>
                    <a:pt x="177640" y="84907"/>
                  </a:cubicBezTo>
                  <a:cubicBezTo>
                    <a:pt x="191059" y="81715"/>
                    <a:pt x="206395" y="84907"/>
                    <a:pt x="216619" y="93206"/>
                  </a:cubicBezTo>
                  <a:cubicBezTo>
                    <a:pt x="240262" y="89376"/>
                    <a:pt x="261348" y="104697"/>
                    <a:pt x="264543" y="124488"/>
                  </a:cubicBezTo>
                  <a:cubicBezTo>
                    <a:pt x="281157" y="129595"/>
                    <a:pt x="292020" y="143001"/>
                    <a:pt x="292020" y="158323"/>
                  </a:cubicBezTo>
                  <a:cubicBezTo>
                    <a:pt x="292020" y="176836"/>
                    <a:pt x="274767" y="192796"/>
                    <a:pt x="253042" y="193435"/>
                  </a:cubicBezTo>
                  <a:close/>
                </a:path>
              </a:pathLst>
            </a:custGeom>
            <a:solidFill>
              <a:srgbClr val="012169"/>
            </a:solidFill>
            <a:ln w="6390" cap="flat">
              <a:noFill/>
              <a:prstDash val="solid"/>
              <a:miter/>
            </a:ln>
          </p:spPr>
          <p:txBody>
            <a:bodyPr rtlCol="0" anchor="ctr"/>
            <a:lstStyle/>
            <a:p>
              <a:endParaRPr lang="en-US"/>
            </a:p>
          </p:txBody>
        </p:sp>
      </p:grpSp>
      <p:grpSp>
        <p:nvGrpSpPr>
          <p:cNvPr id="429" name="Graphic 4">
            <a:extLst>
              <a:ext uri="{FF2B5EF4-FFF2-40B4-BE49-F238E27FC236}">
                <a16:creationId xmlns:a16="http://schemas.microsoft.com/office/drawing/2014/main" id="{2F02D21E-08B7-3F43-91EC-69BE3770341F}"/>
              </a:ext>
            </a:extLst>
          </p:cNvPr>
          <p:cNvGrpSpPr>
            <a:grpSpLocks noChangeAspect="1"/>
          </p:cNvGrpSpPr>
          <p:nvPr/>
        </p:nvGrpSpPr>
        <p:grpSpPr>
          <a:xfrm>
            <a:off x="905454" y="918179"/>
            <a:ext cx="361670" cy="361333"/>
            <a:chOff x="905454" y="918179"/>
            <a:chExt cx="361670" cy="361333"/>
          </a:xfrm>
          <a:solidFill>
            <a:srgbClr val="012169"/>
          </a:solidFill>
        </p:grpSpPr>
        <p:sp>
          <p:nvSpPr>
            <p:cNvPr id="430" name="Graphic 4">
              <a:extLst>
                <a:ext uri="{FF2B5EF4-FFF2-40B4-BE49-F238E27FC236}">
                  <a16:creationId xmlns:a16="http://schemas.microsoft.com/office/drawing/2014/main" id="{4F6B58B1-0749-FD43-B444-72092ADD9CF0}"/>
                </a:ext>
              </a:extLst>
            </p:cNvPr>
            <p:cNvSpPr/>
            <p:nvPr/>
          </p:nvSpPr>
          <p:spPr>
            <a:xfrm>
              <a:off x="991718" y="1086716"/>
              <a:ext cx="112462" cy="87460"/>
            </a:xfrm>
            <a:custGeom>
              <a:avLst/>
              <a:gdLst>
                <a:gd name="connsiteX0" fmla="*/ 49842 w 112462"/>
                <a:gd name="connsiteY0" fmla="*/ 10214 h 87460"/>
                <a:gd name="connsiteX1" fmla="*/ 49842 w 112462"/>
                <a:gd name="connsiteY1" fmla="*/ 0 h 87460"/>
                <a:gd name="connsiteX2" fmla="*/ 1278 w 112462"/>
                <a:gd name="connsiteY2" fmla="*/ 0 h 87460"/>
                <a:gd name="connsiteX3" fmla="*/ 1278 w 112462"/>
                <a:gd name="connsiteY3" fmla="*/ 638 h 87460"/>
                <a:gd name="connsiteX4" fmla="*/ 0 w 112462"/>
                <a:gd name="connsiteY4" fmla="*/ 71501 h 87460"/>
                <a:gd name="connsiteX5" fmla="*/ 639 w 112462"/>
                <a:gd name="connsiteY5" fmla="*/ 74054 h 87460"/>
                <a:gd name="connsiteX6" fmla="*/ 17892 w 112462"/>
                <a:gd name="connsiteY6" fmla="*/ 73416 h 87460"/>
                <a:gd name="connsiteX7" fmla="*/ 17892 w 112462"/>
                <a:gd name="connsiteY7" fmla="*/ 73416 h 87460"/>
                <a:gd name="connsiteX8" fmla="*/ 18531 w 112462"/>
                <a:gd name="connsiteY8" fmla="*/ 73416 h 87460"/>
                <a:gd name="connsiteX9" fmla="*/ 19809 w 112462"/>
                <a:gd name="connsiteY9" fmla="*/ 73416 h 87460"/>
                <a:gd name="connsiteX10" fmla="*/ 21087 w 112462"/>
                <a:gd name="connsiteY10" fmla="*/ 74054 h 87460"/>
                <a:gd name="connsiteX11" fmla="*/ 22365 w 112462"/>
                <a:gd name="connsiteY11" fmla="*/ 74693 h 87460"/>
                <a:gd name="connsiteX12" fmla="*/ 23004 w 112462"/>
                <a:gd name="connsiteY12" fmla="*/ 75969 h 87460"/>
                <a:gd name="connsiteX13" fmla="*/ 23643 w 112462"/>
                <a:gd name="connsiteY13" fmla="*/ 76608 h 87460"/>
                <a:gd name="connsiteX14" fmla="*/ 30033 w 112462"/>
                <a:gd name="connsiteY14" fmla="*/ 87461 h 87460"/>
                <a:gd name="connsiteX15" fmla="*/ 31950 w 112462"/>
                <a:gd name="connsiteY15" fmla="*/ 79800 h 87460"/>
                <a:gd name="connsiteX16" fmla="*/ 38340 w 112462"/>
                <a:gd name="connsiteY16" fmla="*/ 75331 h 87460"/>
                <a:gd name="connsiteX17" fmla="*/ 38979 w 112462"/>
                <a:gd name="connsiteY17" fmla="*/ 75331 h 87460"/>
                <a:gd name="connsiteX18" fmla="*/ 112463 w 112462"/>
                <a:gd name="connsiteY18" fmla="*/ 75331 h 87460"/>
                <a:gd name="connsiteX19" fmla="*/ 112463 w 112462"/>
                <a:gd name="connsiteY19" fmla="*/ 74693 h 87460"/>
                <a:gd name="connsiteX20" fmla="*/ 112463 w 112462"/>
                <a:gd name="connsiteY20" fmla="*/ 24897 h 87460"/>
                <a:gd name="connsiteX21" fmla="*/ 62621 w 112462"/>
                <a:gd name="connsiteY21" fmla="*/ 24897 h 87460"/>
                <a:gd name="connsiteX22" fmla="*/ 49842 w 112462"/>
                <a:gd name="connsiteY22" fmla="*/ 10214 h 8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2462" h="87460">
                  <a:moveTo>
                    <a:pt x="49842" y="10214"/>
                  </a:moveTo>
                  <a:lnTo>
                    <a:pt x="49842" y="0"/>
                  </a:lnTo>
                  <a:lnTo>
                    <a:pt x="1278" y="0"/>
                  </a:lnTo>
                  <a:cubicBezTo>
                    <a:pt x="1278" y="0"/>
                    <a:pt x="1278" y="638"/>
                    <a:pt x="1278" y="638"/>
                  </a:cubicBezTo>
                  <a:lnTo>
                    <a:pt x="0" y="71501"/>
                  </a:lnTo>
                  <a:cubicBezTo>
                    <a:pt x="0" y="72777"/>
                    <a:pt x="639" y="73416"/>
                    <a:pt x="639" y="74054"/>
                  </a:cubicBezTo>
                  <a:lnTo>
                    <a:pt x="17892" y="73416"/>
                  </a:lnTo>
                  <a:cubicBezTo>
                    <a:pt x="17892" y="73416"/>
                    <a:pt x="17892" y="73416"/>
                    <a:pt x="17892" y="73416"/>
                  </a:cubicBezTo>
                  <a:cubicBezTo>
                    <a:pt x="17892" y="73416"/>
                    <a:pt x="18531" y="73416"/>
                    <a:pt x="18531" y="73416"/>
                  </a:cubicBezTo>
                  <a:cubicBezTo>
                    <a:pt x="19170" y="73416"/>
                    <a:pt x="19170" y="73416"/>
                    <a:pt x="19809" y="73416"/>
                  </a:cubicBezTo>
                  <a:cubicBezTo>
                    <a:pt x="20448" y="73416"/>
                    <a:pt x="20448" y="74054"/>
                    <a:pt x="21087" y="74054"/>
                  </a:cubicBezTo>
                  <a:cubicBezTo>
                    <a:pt x="21726" y="74054"/>
                    <a:pt x="21726" y="74693"/>
                    <a:pt x="22365" y="74693"/>
                  </a:cubicBezTo>
                  <a:cubicBezTo>
                    <a:pt x="23004" y="74693"/>
                    <a:pt x="23004" y="75331"/>
                    <a:pt x="23004" y="75969"/>
                  </a:cubicBezTo>
                  <a:cubicBezTo>
                    <a:pt x="23004" y="75969"/>
                    <a:pt x="23643" y="76608"/>
                    <a:pt x="23643" y="76608"/>
                  </a:cubicBezTo>
                  <a:lnTo>
                    <a:pt x="30033" y="87461"/>
                  </a:lnTo>
                  <a:lnTo>
                    <a:pt x="31950" y="79800"/>
                  </a:lnTo>
                  <a:cubicBezTo>
                    <a:pt x="32589" y="76608"/>
                    <a:pt x="35784" y="74693"/>
                    <a:pt x="38340" y="75331"/>
                  </a:cubicBezTo>
                  <a:cubicBezTo>
                    <a:pt x="38340" y="75331"/>
                    <a:pt x="38979" y="75331"/>
                    <a:pt x="38979" y="75331"/>
                  </a:cubicBezTo>
                  <a:lnTo>
                    <a:pt x="112463" y="75331"/>
                  </a:lnTo>
                  <a:cubicBezTo>
                    <a:pt x="112463" y="75331"/>
                    <a:pt x="112463" y="74693"/>
                    <a:pt x="112463" y="74693"/>
                  </a:cubicBezTo>
                  <a:lnTo>
                    <a:pt x="112463" y="24897"/>
                  </a:lnTo>
                  <a:lnTo>
                    <a:pt x="62621" y="24897"/>
                  </a:lnTo>
                  <a:cubicBezTo>
                    <a:pt x="55592" y="24259"/>
                    <a:pt x="49842" y="17875"/>
                    <a:pt x="49842" y="10214"/>
                  </a:cubicBezTo>
                  <a:close/>
                </a:path>
              </a:pathLst>
            </a:custGeom>
            <a:solidFill>
              <a:srgbClr val="012169"/>
            </a:solidFill>
            <a:ln w="6390" cap="flat">
              <a:noFill/>
              <a:prstDash val="solid"/>
              <a:miter/>
            </a:ln>
          </p:spPr>
          <p:txBody>
            <a:bodyPr rtlCol="0" anchor="ctr"/>
            <a:lstStyle/>
            <a:p>
              <a:endParaRPr lang="en-US"/>
            </a:p>
          </p:txBody>
        </p:sp>
        <p:sp>
          <p:nvSpPr>
            <p:cNvPr id="431" name="Graphic 4">
              <a:extLst>
                <a:ext uri="{FF2B5EF4-FFF2-40B4-BE49-F238E27FC236}">
                  <a16:creationId xmlns:a16="http://schemas.microsoft.com/office/drawing/2014/main" id="{7B7CE74E-88A8-BA42-B5F1-A88936DE3784}"/>
                </a:ext>
              </a:extLst>
            </p:cNvPr>
            <p:cNvSpPr/>
            <p:nvPr/>
          </p:nvSpPr>
          <p:spPr>
            <a:xfrm>
              <a:off x="1053700" y="1012662"/>
              <a:ext cx="126520" cy="100866"/>
            </a:xfrm>
            <a:custGeom>
              <a:avLst/>
              <a:gdLst>
                <a:gd name="connsiteX0" fmla="*/ 125882 w 126520"/>
                <a:gd name="connsiteY0" fmla="*/ 0 h 100866"/>
                <a:gd name="connsiteX1" fmla="*/ 639 w 126520"/>
                <a:gd name="connsiteY1" fmla="*/ 0 h 100866"/>
                <a:gd name="connsiteX2" fmla="*/ 0 w 126520"/>
                <a:gd name="connsiteY2" fmla="*/ 1915 h 100866"/>
                <a:gd name="connsiteX3" fmla="*/ 0 w 126520"/>
                <a:gd name="connsiteY3" fmla="*/ 84269 h 100866"/>
                <a:gd name="connsiteX4" fmla="*/ 639 w 126520"/>
                <a:gd name="connsiteY4" fmla="*/ 86184 h 100866"/>
                <a:gd name="connsiteX5" fmla="*/ 56231 w 126520"/>
                <a:gd name="connsiteY5" fmla="*/ 86184 h 100866"/>
                <a:gd name="connsiteX6" fmla="*/ 56231 w 126520"/>
                <a:gd name="connsiteY6" fmla="*/ 86184 h 100866"/>
                <a:gd name="connsiteX7" fmla="*/ 56231 w 126520"/>
                <a:gd name="connsiteY7" fmla="*/ 86184 h 100866"/>
                <a:gd name="connsiteX8" fmla="*/ 82430 w 126520"/>
                <a:gd name="connsiteY8" fmla="*/ 86184 h 100866"/>
                <a:gd name="connsiteX9" fmla="*/ 83069 w 126520"/>
                <a:gd name="connsiteY9" fmla="*/ 86184 h 100866"/>
                <a:gd name="connsiteX10" fmla="*/ 89459 w 126520"/>
                <a:gd name="connsiteY10" fmla="*/ 90653 h 100866"/>
                <a:gd name="connsiteX11" fmla="*/ 92015 w 126520"/>
                <a:gd name="connsiteY11" fmla="*/ 100867 h 100866"/>
                <a:gd name="connsiteX12" fmla="*/ 99683 w 126520"/>
                <a:gd name="connsiteY12" fmla="*/ 86822 h 100866"/>
                <a:gd name="connsiteX13" fmla="*/ 100322 w 126520"/>
                <a:gd name="connsiteY13" fmla="*/ 86184 h 100866"/>
                <a:gd name="connsiteX14" fmla="*/ 100961 w 126520"/>
                <a:gd name="connsiteY14" fmla="*/ 84907 h 100866"/>
                <a:gd name="connsiteX15" fmla="*/ 102239 w 126520"/>
                <a:gd name="connsiteY15" fmla="*/ 84269 h 100866"/>
                <a:gd name="connsiteX16" fmla="*/ 102878 w 126520"/>
                <a:gd name="connsiteY16" fmla="*/ 83630 h 100866"/>
                <a:gd name="connsiteX17" fmla="*/ 104795 w 126520"/>
                <a:gd name="connsiteY17" fmla="*/ 82992 h 100866"/>
                <a:gd name="connsiteX18" fmla="*/ 105434 w 126520"/>
                <a:gd name="connsiteY18" fmla="*/ 82992 h 100866"/>
                <a:gd name="connsiteX19" fmla="*/ 125243 w 126520"/>
                <a:gd name="connsiteY19" fmla="*/ 83630 h 100866"/>
                <a:gd name="connsiteX20" fmla="*/ 126521 w 126520"/>
                <a:gd name="connsiteY20" fmla="*/ 80438 h 100866"/>
                <a:gd name="connsiteX21" fmla="*/ 125243 w 126520"/>
                <a:gd name="connsiteY21" fmla="*/ 1915 h 100866"/>
                <a:gd name="connsiteX22" fmla="*/ 125882 w 126520"/>
                <a:gd name="connsiteY22" fmla="*/ 0 h 100866"/>
                <a:gd name="connsiteX23" fmla="*/ 36423 w 126520"/>
                <a:gd name="connsiteY23" fmla="*/ 47241 h 100866"/>
                <a:gd name="connsiteX24" fmla="*/ 34506 w 126520"/>
                <a:gd name="connsiteY24" fmla="*/ 48518 h 100866"/>
                <a:gd name="connsiteX25" fmla="*/ 31950 w 126520"/>
                <a:gd name="connsiteY25" fmla="*/ 49157 h 100866"/>
                <a:gd name="connsiteX26" fmla="*/ 29394 w 126520"/>
                <a:gd name="connsiteY26" fmla="*/ 48518 h 100866"/>
                <a:gd name="connsiteX27" fmla="*/ 27477 w 126520"/>
                <a:gd name="connsiteY27" fmla="*/ 47241 h 100866"/>
                <a:gd name="connsiteX28" fmla="*/ 25560 w 126520"/>
                <a:gd name="connsiteY28" fmla="*/ 42773 h 100866"/>
                <a:gd name="connsiteX29" fmla="*/ 26199 w 126520"/>
                <a:gd name="connsiteY29" fmla="*/ 40219 h 100866"/>
                <a:gd name="connsiteX30" fmla="*/ 27477 w 126520"/>
                <a:gd name="connsiteY30" fmla="*/ 38304 h 100866"/>
                <a:gd name="connsiteX31" fmla="*/ 29394 w 126520"/>
                <a:gd name="connsiteY31" fmla="*/ 37027 h 100866"/>
                <a:gd name="connsiteX32" fmla="*/ 33228 w 126520"/>
                <a:gd name="connsiteY32" fmla="*/ 36389 h 100866"/>
                <a:gd name="connsiteX33" fmla="*/ 34506 w 126520"/>
                <a:gd name="connsiteY33" fmla="*/ 37027 h 100866"/>
                <a:gd name="connsiteX34" fmla="*/ 35784 w 126520"/>
                <a:gd name="connsiteY34" fmla="*/ 37665 h 100866"/>
                <a:gd name="connsiteX35" fmla="*/ 36423 w 126520"/>
                <a:gd name="connsiteY35" fmla="*/ 38304 h 100866"/>
                <a:gd name="connsiteX36" fmla="*/ 37701 w 126520"/>
                <a:gd name="connsiteY36" fmla="*/ 40219 h 100866"/>
                <a:gd name="connsiteX37" fmla="*/ 38340 w 126520"/>
                <a:gd name="connsiteY37" fmla="*/ 42773 h 100866"/>
                <a:gd name="connsiteX38" fmla="*/ 36423 w 126520"/>
                <a:gd name="connsiteY38" fmla="*/ 47241 h 100866"/>
                <a:gd name="connsiteX39" fmla="*/ 69650 w 126520"/>
                <a:gd name="connsiteY39" fmla="*/ 45326 h 100866"/>
                <a:gd name="connsiteX40" fmla="*/ 68372 w 126520"/>
                <a:gd name="connsiteY40" fmla="*/ 47241 h 100866"/>
                <a:gd name="connsiteX41" fmla="*/ 63899 w 126520"/>
                <a:gd name="connsiteY41" fmla="*/ 49157 h 100866"/>
                <a:gd name="connsiteX42" fmla="*/ 59426 w 126520"/>
                <a:gd name="connsiteY42" fmla="*/ 47241 h 100866"/>
                <a:gd name="connsiteX43" fmla="*/ 58148 w 126520"/>
                <a:gd name="connsiteY43" fmla="*/ 45326 h 100866"/>
                <a:gd name="connsiteX44" fmla="*/ 57509 w 126520"/>
                <a:gd name="connsiteY44" fmla="*/ 42773 h 100866"/>
                <a:gd name="connsiteX45" fmla="*/ 58148 w 126520"/>
                <a:gd name="connsiteY45" fmla="*/ 40219 h 100866"/>
                <a:gd name="connsiteX46" fmla="*/ 59426 w 126520"/>
                <a:gd name="connsiteY46" fmla="*/ 38304 h 100866"/>
                <a:gd name="connsiteX47" fmla="*/ 68372 w 126520"/>
                <a:gd name="connsiteY47" fmla="*/ 38304 h 100866"/>
                <a:gd name="connsiteX48" fmla="*/ 69650 w 126520"/>
                <a:gd name="connsiteY48" fmla="*/ 40219 h 100866"/>
                <a:gd name="connsiteX49" fmla="*/ 70289 w 126520"/>
                <a:gd name="connsiteY49" fmla="*/ 42773 h 100866"/>
                <a:gd name="connsiteX50" fmla="*/ 69650 w 126520"/>
                <a:gd name="connsiteY50" fmla="*/ 45326 h 100866"/>
                <a:gd name="connsiteX51" fmla="*/ 101600 w 126520"/>
                <a:gd name="connsiteY51" fmla="*/ 47241 h 100866"/>
                <a:gd name="connsiteX52" fmla="*/ 99683 w 126520"/>
                <a:gd name="connsiteY52" fmla="*/ 48518 h 100866"/>
                <a:gd name="connsiteX53" fmla="*/ 97127 w 126520"/>
                <a:gd name="connsiteY53" fmla="*/ 49157 h 100866"/>
                <a:gd name="connsiteX54" fmla="*/ 94571 w 126520"/>
                <a:gd name="connsiteY54" fmla="*/ 48518 h 100866"/>
                <a:gd name="connsiteX55" fmla="*/ 92654 w 126520"/>
                <a:gd name="connsiteY55" fmla="*/ 47241 h 100866"/>
                <a:gd name="connsiteX56" fmla="*/ 90737 w 126520"/>
                <a:gd name="connsiteY56" fmla="*/ 42773 h 100866"/>
                <a:gd name="connsiteX57" fmla="*/ 91376 w 126520"/>
                <a:gd name="connsiteY57" fmla="*/ 40219 h 100866"/>
                <a:gd name="connsiteX58" fmla="*/ 92654 w 126520"/>
                <a:gd name="connsiteY58" fmla="*/ 38304 h 100866"/>
                <a:gd name="connsiteX59" fmla="*/ 93293 w 126520"/>
                <a:gd name="connsiteY59" fmla="*/ 37665 h 100866"/>
                <a:gd name="connsiteX60" fmla="*/ 94571 w 126520"/>
                <a:gd name="connsiteY60" fmla="*/ 37027 h 100866"/>
                <a:gd name="connsiteX61" fmla="*/ 95849 w 126520"/>
                <a:gd name="connsiteY61" fmla="*/ 36389 h 100866"/>
                <a:gd name="connsiteX62" fmla="*/ 99683 w 126520"/>
                <a:gd name="connsiteY62" fmla="*/ 37027 h 100866"/>
                <a:gd name="connsiteX63" fmla="*/ 101600 w 126520"/>
                <a:gd name="connsiteY63" fmla="*/ 38304 h 100866"/>
                <a:gd name="connsiteX64" fmla="*/ 102878 w 126520"/>
                <a:gd name="connsiteY64" fmla="*/ 40219 h 100866"/>
                <a:gd name="connsiteX65" fmla="*/ 103517 w 126520"/>
                <a:gd name="connsiteY65" fmla="*/ 42773 h 100866"/>
                <a:gd name="connsiteX66" fmla="*/ 101600 w 126520"/>
                <a:gd name="connsiteY66" fmla="*/ 47241 h 10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26520" h="100866">
                  <a:moveTo>
                    <a:pt x="125882" y="0"/>
                  </a:moveTo>
                  <a:lnTo>
                    <a:pt x="639" y="0"/>
                  </a:lnTo>
                  <a:cubicBezTo>
                    <a:pt x="639" y="0"/>
                    <a:pt x="0" y="638"/>
                    <a:pt x="0" y="1915"/>
                  </a:cubicBezTo>
                  <a:lnTo>
                    <a:pt x="0" y="84269"/>
                  </a:lnTo>
                  <a:cubicBezTo>
                    <a:pt x="0" y="85545"/>
                    <a:pt x="639" y="86184"/>
                    <a:pt x="639" y="86184"/>
                  </a:cubicBezTo>
                  <a:lnTo>
                    <a:pt x="56231" y="86184"/>
                  </a:lnTo>
                  <a:cubicBezTo>
                    <a:pt x="56231" y="86184"/>
                    <a:pt x="56231" y="86184"/>
                    <a:pt x="56231" y="86184"/>
                  </a:cubicBezTo>
                  <a:cubicBezTo>
                    <a:pt x="56231" y="86184"/>
                    <a:pt x="56231" y="86184"/>
                    <a:pt x="56231" y="86184"/>
                  </a:cubicBezTo>
                  <a:lnTo>
                    <a:pt x="82430" y="86184"/>
                  </a:lnTo>
                  <a:cubicBezTo>
                    <a:pt x="82430" y="86184"/>
                    <a:pt x="83069" y="86184"/>
                    <a:pt x="83069" y="86184"/>
                  </a:cubicBezTo>
                  <a:cubicBezTo>
                    <a:pt x="86264" y="86184"/>
                    <a:pt x="88820" y="88099"/>
                    <a:pt x="89459" y="90653"/>
                  </a:cubicBezTo>
                  <a:lnTo>
                    <a:pt x="92015" y="100867"/>
                  </a:lnTo>
                  <a:lnTo>
                    <a:pt x="99683" y="86822"/>
                  </a:lnTo>
                  <a:cubicBezTo>
                    <a:pt x="99683" y="86822"/>
                    <a:pt x="100322" y="86184"/>
                    <a:pt x="100322" y="86184"/>
                  </a:cubicBezTo>
                  <a:cubicBezTo>
                    <a:pt x="100322" y="85545"/>
                    <a:pt x="100961" y="85545"/>
                    <a:pt x="100961" y="84907"/>
                  </a:cubicBezTo>
                  <a:cubicBezTo>
                    <a:pt x="101600" y="84269"/>
                    <a:pt x="101600" y="84269"/>
                    <a:pt x="102239" y="84269"/>
                  </a:cubicBezTo>
                  <a:cubicBezTo>
                    <a:pt x="102239" y="84269"/>
                    <a:pt x="102878" y="84269"/>
                    <a:pt x="102878" y="83630"/>
                  </a:cubicBezTo>
                  <a:cubicBezTo>
                    <a:pt x="103517" y="83630"/>
                    <a:pt x="104156" y="83630"/>
                    <a:pt x="104795" y="82992"/>
                  </a:cubicBezTo>
                  <a:cubicBezTo>
                    <a:pt x="104795" y="82992"/>
                    <a:pt x="105434" y="82992"/>
                    <a:pt x="105434" y="82992"/>
                  </a:cubicBezTo>
                  <a:lnTo>
                    <a:pt x="125243" y="83630"/>
                  </a:lnTo>
                  <a:cubicBezTo>
                    <a:pt x="126521" y="82992"/>
                    <a:pt x="126521" y="81715"/>
                    <a:pt x="126521" y="80438"/>
                  </a:cubicBezTo>
                  <a:lnTo>
                    <a:pt x="125243" y="1915"/>
                  </a:lnTo>
                  <a:cubicBezTo>
                    <a:pt x="126521" y="638"/>
                    <a:pt x="125882" y="0"/>
                    <a:pt x="125882" y="0"/>
                  </a:cubicBezTo>
                  <a:close/>
                  <a:moveTo>
                    <a:pt x="36423" y="47241"/>
                  </a:moveTo>
                  <a:cubicBezTo>
                    <a:pt x="35784" y="47880"/>
                    <a:pt x="35145" y="48518"/>
                    <a:pt x="34506" y="48518"/>
                  </a:cubicBezTo>
                  <a:cubicBezTo>
                    <a:pt x="33867" y="49157"/>
                    <a:pt x="33228" y="49157"/>
                    <a:pt x="31950" y="49157"/>
                  </a:cubicBezTo>
                  <a:cubicBezTo>
                    <a:pt x="30672" y="49157"/>
                    <a:pt x="30033" y="49157"/>
                    <a:pt x="29394" y="48518"/>
                  </a:cubicBezTo>
                  <a:cubicBezTo>
                    <a:pt x="28755" y="48518"/>
                    <a:pt x="28116" y="47880"/>
                    <a:pt x="27477" y="47241"/>
                  </a:cubicBezTo>
                  <a:cubicBezTo>
                    <a:pt x="26199" y="45965"/>
                    <a:pt x="25560" y="44688"/>
                    <a:pt x="25560" y="42773"/>
                  </a:cubicBezTo>
                  <a:cubicBezTo>
                    <a:pt x="25560" y="42134"/>
                    <a:pt x="25560" y="40857"/>
                    <a:pt x="26199" y="40219"/>
                  </a:cubicBezTo>
                  <a:cubicBezTo>
                    <a:pt x="26199" y="39581"/>
                    <a:pt x="26838" y="38942"/>
                    <a:pt x="27477" y="38304"/>
                  </a:cubicBezTo>
                  <a:cubicBezTo>
                    <a:pt x="28116" y="37665"/>
                    <a:pt x="28755" y="37027"/>
                    <a:pt x="29394" y="37027"/>
                  </a:cubicBezTo>
                  <a:cubicBezTo>
                    <a:pt x="30672" y="36389"/>
                    <a:pt x="31950" y="36389"/>
                    <a:pt x="33228" y="36389"/>
                  </a:cubicBezTo>
                  <a:cubicBezTo>
                    <a:pt x="33867" y="36389"/>
                    <a:pt x="33867" y="36389"/>
                    <a:pt x="34506" y="37027"/>
                  </a:cubicBezTo>
                  <a:cubicBezTo>
                    <a:pt x="35145" y="37027"/>
                    <a:pt x="35145" y="37665"/>
                    <a:pt x="35784" y="37665"/>
                  </a:cubicBezTo>
                  <a:cubicBezTo>
                    <a:pt x="35784" y="37665"/>
                    <a:pt x="36423" y="38304"/>
                    <a:pt x="36423" y="38304"/>
                  </a:cubicBezTo>
                  <a:cubicBezTo>
                    <a:pt x="37062" y="38942"/>
                    <a:pt x="37701" y="39581"/>
                    <a:pt x="37701" y="40219"/>
                  </a:cubicBezTo>
                  <a:cubicBezTo>
                    <a:pt x="37701" y="40857"/>
                    <a:pt x="38340" y="41496"/>
                    <a:pt x="38340" y="42773"/>
                  </a:cubicBezTo>
                  <a:cubicBezTo>
                    <a:pt x="38340" y="44688"/>
                    <a:pt x="37701" y="45965"/>
                    <a:pt x="36423" y="47241"/>
                  </a:cubicBezTo>
                  <a:close/>
                  <a:moveTo>
                    <a:pt x="69650" y="45326"/>
                  </a:moveTo>
                  <a:cubicBezTo>
                    <a:pt x="69011" y="45965"/>
                    <a:pt x="69011" y="46603"/>
                    <a:pt x="68372" y="47241"/>
                  </a:cubicBezTo>
                  <a:cubicBezTo>
                    <a:pt x="67094" y="48518"/>
                    <a:pt x="65816" y="49157"/>
                    <a:pt x="63899" y="49157"/>
                  </a:cubicBezTo>
                  <a:cubicBezTo>
                    <a:pt x="61982" y="49157"/>
                    <a:pt x="60704" y="48518"/>
                    <a:pt x="59426" y="47241"/>
                  </a:cubicBezTo>
                  <a:cubicBezTo>
                    <a:pt x="58788" y="46603"/>
                    <a:pt x="58148" y="45965"/>
                    <a:pt x="58148" y="45326"/>
                  </a:cubicBezTo>
                  <a:cubicBezTo>
                    <a:pt x="57509" y="44688"/>
                    <a:pt x="57509" y="44049"/>
                    <a:pt x="57509" y="42773"/>
                  </a:cubicBezTo>
                  <a:cubicBezTo>
                    <a:pt x="57509" y="42134"/>
                    <a:pt x="57509" y="40857"/>
                    <a:pt x="58148" y="40219"/>
                  </a:cubicBezTo>
                  <a:cubicBezTo>
                    <a:pt x="58788" y="39581"/>
                    <a:pt x="58788" y="38942"/>
                    <a:pt x="59426" y="38304"/>
                  </a:cubicBezTo>
                  <a:cubicBezTo>
                    <a:pt x="61982" y="35750"/>
                    <a:pt x="65816" y="35750"/>
                    <a:pt x="68372" y="38304"/>
                  </a:cubicBezTo>
                  <a:cubicBezTo>
                    <a:pt x="69011" y="38942"/>
                    <a:pt x="69650" y="39581"/>
                    <a:pt x="69650" y="40219"/>
                  </a:cubicBezTo>
                  <a:cubicBezTo>
                    <a:pt x="70289" y="40857"/>
                    <a:pt x="70289" y="41496"/>
                    <a:pt x="70289" y="42773"/>
                  </a:cubicBezTo>
                  <a:cubicBezTo>
                    <a:pt x="70289" y="44049"/>
                    <a:pt x="70289" y="44688"/>
                    <a:pt x="69650" y="45326"/>
                  </a:cubicBezTo>
                  <a:close/>
                  <a:moveTo>
                    <a:pt x="101600" y="47241"/>
                  </a:moveTo>
                  <a:cubicBezTo>
                    <a:pt x="100961" y="47880"/>
                    <a:pt x="100322" y="48518"/>
                    <a:pt x="99683" y="48518"/>
                  </a:cubicBezTo>
                  <a:cubicBezTo>
                    <a:pt x="99044" y="49157"/>
                    <a:pt x="98405" y="49157"/>
                    <a:pt x="97127" y="49157"/>
                  </a:cubicBezTo>
                  <a:cubicBezTo>
                    <a:pt x="96488" y="49157"/>
                    <a:pt x="95210" y="49157"/>
                    <a:pt x="94571" y="48518"/>
                  </a:cubicBezTo>
                  <a:cubicBezTo>
                    <a:pt x="93932" y="48518"/>
                    <a:pt x="93293" y="47880"/>
                    <a:pt x="92654" y="47241"/>
                  </a:cubicBezTo>
                  <a:cubicBezTo>
                    <a:pt x="91376" y="45965"/>
                    <a:pt x="90737" y="44688"/>
                    <a:pt x="90737" y="42773"/>
                  </a:cubicBezTo>
                  <a:cubicBezTo>
                    <a:pt x="90737" y="42134"/>
                    <a:pt x="90737" y="40857"/>
                    <a:pt x="91376" y="40219"/>
                  </a:cubicBezTo>
                  <a:cubicBezTo>
                    <a:pt x="92015" y="39581"/>
                    <a:pt x="92015" y="38942"/>
                    <a:pt x="92654" y="38304"/>
                  </a:cubicBezTo>
                  <a:cubicBezTo>
                    <a:pt x="93293" y="38304"/>
                    <a:pt x="93293" y="37665"/>
                    <a:pt x="93293" y="37665"/>
                  </a:cubicBezTo>
                  <a:cubicBezTo>
                    <a:pt x="93932" y="37665"/>
                    <a:pt x="93932" y="37027"/>
                    <a:pt x="94571" y="37027"/>
                  </a:cubicBezTo>
                  <a:cubicBezTo>
                    <a:pt x="95210" y="37027"/>
                    <a:pt x="95210" y="37027"/>
                    <a:pt x="95849" y="36389"/>
                  </a:cubicBezTo>
                  <a:cubicBezTo>
                    <a:pt x="97127" y="36389"/>
                    <a:pt x="98405" y="36389"/>
                    <a:pt x="99683" y="37027"/>
                  </a:cubicBezTo>
                  <a:cubicBezTo>
                    <a:pt x="100322" y="37027"/>
                    <a:pt x="100961" y="37665"/>
                    <a:pt x="101600" y="38304"/>
                  </a:cubicBezTo>
                  <a:cubicBezTo>
                    <a:pt x="102239" y="38942"/>
                    <a:pt x="102878" y="39581"/>
                    <a:pt x="102878" y="40219"/>
                  </a:cubicBezTo>
                  <a:cubicBezTo>
                    <a:pt x="103517" y="40857"/>
                    <a:pt x="103517" y="41496"/>
                    <a:pt x="103517" y="42773"/>
                  </a:cubicBezTo>
                  <a:cubicBezTo>
                    <a:pt x="102878" y="44688"/>
                    <a:pt x="102239" y="45965"/>
                    <a:pt x="101600" y="47241"/>
                  </a:cubicBezTo>
                  <a:close/>
                </a:path>
              </a:pathLst>
            </a:custGeom>
            <a:solidFill>
              <a:srgbClr val="012169"/>
            </a:solidFill>
            <a:ln w="6390" cap="flat">
              <a:noFill/>
              <a:prstDash val="solid"/>
              <a:miter/>
            </a:ln>
          </p:spPr>
          <p:txBody>
            <a:bodyPr rtlCol="0" anchor="ctr"/>
            <a:lstStyle/>
            <a:p>
              <a:endParaRPr lang="en-US"/>
            </a:p>
          </p:txBody>
        </p:sp>
        <p:sp>
          <p:nvSpPr>
            <p:cNvPr id="432" name="Graphic 4">
              <a:extLst>
                <a:ext uri="{FF2B5EF4-FFF2-40B4-BE49-F238E27FC236}">
                  <a16:creationId xmlns:a16="http://schemas.microsoft.com/office/drawing/2014/main" id="{D5E81B5A-AE2F-014A-94DC-A898EEAB3F20}"/>
                </a:ext>
              </a:extLst>
            </p:cNvPr>
            <p:cNvSpPr/>
            <p:nvPr/>
          </p:nvSpPr>
          <p:spPr>
            <a:xfrm>
              <a:off x="905454"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83713 w 361670"/>
                <a:gd name="connsiteY5" fmla="*/ 187051 h 361333"/>
                <a:gd name="connsiteX6" fmla="*/ 274128 w 361670"/>
                <a:gd name="connsiteY6" fmla="*/ 190881 h 361333"/>
                <a:gd name="connsiteX7" fmla="*/ 258154 w 361670"/>
                <a:gd name="connsiteY7" fmla="*/ 190881 h 361333"/>
                <a:gd name="connsiteX8" fmla="*/ 244096 w 361670"/>
                <a:gd name="connsiteY8" fmla="*/ 215779 h 361333"/>
                <a:gd name="connsiteX9" fmla="*/ 243457 w 361670"/>
                <a:gd name="connsiteY9" fmla="*/ 216417 h 361333"/>
                <a:gd name="connsiteX10" fmla="*/ 242818 w 361670"/>
                <a:gd name="connsiteY10" fmla="*/ 217055 h 361333"/>
                <a:gd name="connsiteX11" fmla="*/ 241540 w 361670"/>
                <a:gd name="connsiteY11" fmla="*/ 217694 h 361333"/>
                <a:gd name="connsiteX12" fmla="*/ 240901 w 361670"/>
                <a:gd name="connsiteY12" fmla="*/ 218332 h 361333"/>
                <a:gd name="connsiteX13" fmla="*/ 238984 w 361670"/>
                <a:gd name="connsiteY13" fmla="*/ 218971 h 361333"/>
                <a:gd name="connsiteX14" fmla="*/ 238984 w 361670"/>
                <a:gd name="connsiteY14" fmla="*/ 218971 h 361333"/>
                <a:gd name="connsiteX15" fmla="*/ 237706 w 361670"/>
                <a:gd name="connsiteY15" fmla="*/ 218971 h 361333"/>
                <a:gd name="connsiteX16" fmla="*/ 235789 w 361670"/>
                <a:gd name="connsiteY16" fmla="*/ 218971 h 361333"/>
                <a:gd name="connsiteX17" fmla="*/ 235150 w 361670"/>
                <a:gd name="connsiteY17" fmla="*/ 218971 h 361333"/>
                <a:gd name="connsiteX18" fmla="*/ 234511 w 361670"/>
                <a:gd name="connsiteY18" fmla="*/ 218971 h 361333"/>
                <a:gd name="connsiteX19" fmla="*/ 234511 w 361670"/>
                <a:gd name="connsiteY19" fmla="*/ 218971 h 361333"/>
                <a:gd name="connsiteX20" fmla="*/ 233233 w 361670"/>
                <a:gd name="connsiteY20" fmla="*/ 217694 h 361333"/>
                <a:gd name="connsiteX21" fmla="*/ 232594 w 361670"/>
                <a:gd name="connsiteY21" fmla="*/ 217055 h 361333"/>
                <a:gd name="connsiteX22" fmla="*/ 231955 w 361670"/>
                <a:gd name="connsiteY22" fmla="*/ 215779 h 361333"/>
                <a:gd name="connsiteX23" fmla="*/ 231955 w 361670"/>
                <a:gd name="connsiteY23" fmla="*/ 215140 h 361333"/>
                <a:gd name="connsiteX24" fmla="*/ 231955 w 361670"/>
                <a:gd name="connsiteY24" fmla="*/ 215140 h 361333"/>
                <a:gd name="connsiteX25" fmla="*/ 226843 w 361670"/>
                <a:gd name="connsiteY25" fmla="*/ 194073 h 361333"/>
                <a:gd name="connsiteX26" fmla="*/ 210868 w 361670"/>
                <a:gd name="connsiteY26" fmla="*/ 194073 h 361333"/>
                <a:gd name="connsiteX27" fmla="*/ 210868 w 361670"/>
                <a:gd name="connsiteY27" fmla="*/ 243868 h 361333"/>
                <a:gd name="connsiteX28" fmla="*/ 198727 w 361670"/>
                <a:gd name="connsiteY28" fmla="*/ 257275 h 361333"/>
                <a:gd name="connsiteX29" fmla="*/ 129077 w 361670"/>
                <a:gd name="connsiteY29" fmla="*/ 257275 h 361333"/>
                <a:gd name="connsiteX30" fmla="*/ 124604 w 361670"/>
                <a:gd name="connsiteY30" fmla="*/ 275788 h 361333"/>
                <a:gd name="connsiteX31" fmla="*/ 124604 w 361670"/>
                <a:gd name="connsiteY31" fmla="*/ 275788 h 361333"/>
                <a:gd name="connsiteX32" fmla="*/ 124604 w 361670"/>
                <a:gd name="connsiteY32" fmla="*/ 276426 h 361333"/>
                <a:gd name="connsiteX33" fmla="*/ 123965 w 361670"/>
                <a:gd name="connsiteY33" fmla="*/ 277703 h 361333"/>
                <a:gd name="connsiteX34" fmla="*/ 123326 w 361670"/>
                <a:gd name="connsiteY34" fmla="*/ 278342 h 361333"/>
                <a:gd name="connsiteX35" fmla="*/ 122048 w 361670"/>
                <a:gd name="connsiteY35" fmla="*/ 279618 h 361333"/>
                <a:gd name="connsiteX36" fmla="*/ 122048 w 361670"/>
                <a:gd name="connsiteY36" fmla="*/ 279618 h 361333"/>
                <a:gd name="connsiteX37" fmla="*/ 121409 w 361670"/>
                <a:gd name="connsiteY37" fmla="*/ 279618 h 361333"/>
                <a:gd name="connsiteX38" fmla="*/ 120770 w 361670"/>
                <a:gd name="connsiteY38" fmla="*/ 279618 h 361333"/>
                <a:gd name="connsiteX39" fmla="*/ 118853 w 361670"/>
                <a:gd name="connsiteY39" fmla="*/ 279618 h 361333"/>
                <a:gd name="connsiteX40" fmla="*/ 117575 w 361670"/>
                <a:gd name="connsiteY40" fmla="*/ 279618 h 361333"/>
                <a:gd name="connsiteX41" fmla="*/ 117575 w 361670"/>
                <a:gd name="connsiteY41" fmla="*/ 279618 h 361333"/>
                <a:gd name="connsiteX42" fmla="*/ 115658 w 361670"/>
                <a:gd name="connsiteY42" fmla="*/ 278980 h 361333"/>
                <a:gd name="connsiteX43" fmla="*/ 115019 w 361670"/>
                <a:gd name="connsiteY43" fmla="*/ 278342 h 361333"/>
                <a:gd name="connsiteX44" fmla="*/ 113741 w 361670"/>
                <a:gd name="connsiteY44" fmla="*/ 277703 h 361333"/>
                <a:gd name="connsiteX45" fmla="*/ 113102 w 361670"/>
                <a:gd name="connsiteY45" fmla="*/ 277065 h 361333"/>
                <a:gd name="connsiteX46" fmla="*/ 112463 w 361670"/>
                <a:gd name="connsiteY46" fmla="*/ 276426 h 361333"/>
                <a:gd name="connsiteX47" fmla="*/ 100322 w 361670"/>
                <a:gd name="connsiteY47" fmla="*/ 254721 h 361333"/>
                <a:gd name="connsiteX48" fmla="*/ 86264 w 361670"/>
                <a:gd name="connsiteY48" fmla="*/ 254721 h 361333"/>
                <a:gd name="connsiteX49" fmla="*/ 86264 w 361670"/>
                <a:gd name="connsiteY49" fmla="*/ 254721 h 361333"/>
                <a:gd name="connsiteX50" fmla="*/ 77318 w 361670"/>
                <a:gd name="connsiteY50" fmla="*/ 250891 h 361333"/>
                <a:gd name="connsiteX51" fmla="*/ 72845 w 361670"/>
                <a:gd name="connsiteY51" fmla="*/ 239399 h 361333"/>
                <a:gd name="connsiteX52" fmla="*/ 74123 w 361670"/>
                <a:gd name="connsiteY52" fmla="*/ 168537 h 361333"/>
                <a:gd name="connsiteX53" fmla="*/ 86264 w 361670"/>
                <a:gd name="connsiteY53" fmla="*/ 155131 h 361333"/>
                <a:gd name="connsiteX54" fmla="*/ 135467 w 361670"/>
                <a:gd name="connsiteY54" fmla="*/ 155131 h 361333"/>
                <a:gd name="connsiteX55" fmla="*/ 135467 w 361670"/>
                <a:gd name="connsiteY55" fmla="*/ 95760 h 361333"/>
                <a:gd name="connsiteX56" fmla="*/ 148886 w 361670"/>
                <a:gd name="connsiteY56" fmla="*/ 81077 h 361333"/>
                <a:gd name="connsiteX57" fmla="*/ 274128 w 361670"/>
                <a:gd name="connsiteY57" fmla="*/ 81077 h 361333"/>
                <a:gd name="connsiteX58" fmla="*/ 287547 w 361670"/>
                <a:gd name="connsiteY58" fmla="*/ 95760 h 361333"/>
                <a:gd name="connsiteX59" fmla="*/ 288825 w 361670"/>
                <a:gd name="connsiteY59" fmla="*/ 174283 h 361333"/>
                <a:gd name="connsiteX60" fmla="*/ 283713 w 361670"/>
                <a:gd name="connsiteY60" fmla="*/ 18705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283713" y="187051"/>
                  </a:moveTo>
                  <a:cubicBezTo>
                    <a:pt x="281157" y="189604"/>
                    <a:pt x="277962" y="190881"/>
                    <a:pt x="274128" y="190881"/>
                  </a:cubicBezTo>
                  <a:lnTo>
                    <a:pt x="258154" y="190881"/>
                  </a:lnTo>
                  <a:lnTo>
                    <a:pt x="244096" y="215779"/>
                  </a:lnTo>
                  <a:cubicBezTo>
                    <a:pt x="244096" y="215779"/>
                    <a:pt x="244096" y="215779"/>
                    <a:pt x="243457" y="216417"/>
                  </a:cubicBezTo>
                  <a:cubicBezTo>
                    <a:pt x="243457" y="216417"/>
                    <a:pt x="243457" y="217055"/>
                    <a:pt x="242818" y="217055"/>
                  </a:cubicBezTo>
                  <a:cubicBezTo>
                    <a:pt x="242818" y="217694"/>
                    <a:pt x="242179" y="217694"/>
                    <a:pt x="241540" y="217694"/>
                  </a:cubicBezTo>
                  <a:cubicBezTo>
                    <a:pt x="241540" y="217694"/>
                    <a:pt x="241540" y="217694"/>
                    <a:pt x="240901" y="218332"/>
                  </a:cubicBezTo>
                  <a:cubicBezTo>
                    <a:pt x="240262" y="218971"/>
                    <a:pt x="239623" y="218971"/>
                    <a:pt x="238984" y="218971"/>
                  </a:cubicBezTo>
                  <a:cubicBezTo>
                    <a:pt x="238984" y="218971"/>
                    <a:pt x="238984" y="218971"/>
                    <a:pt x="238984" y="218971"/>
                  </a:cubicBezTo>
                  <a:cubicBezTo>
                    <a:pt x="238345" y="218971"/>
                    <a:pt x="237706" y="218971"/>
                    <a:pt x="237706" y="218971"/>
                  </a:cubicBezTo>
                  <a:cubicBezTo>
                    <a:pt x="237067" y="218971"/>
                    <a:pt x="236428" y="218971"/>
                    <a:pt x="235789" y="218971"/>
                  </a:cubicBezTo>
                  <a:cubicBezTo>
                    <a:pt x="235789" y="218971"/>
                    <a:pt x="235150" y="218971"/>
                    <a:pt x="235150" y="218971"/>
                  </a:cubicBezTo>
                  <a:cubicBezTo>
                    <a:pt x="235150" y="218971"/>
                    <a:pt x="234511" y="218971"/>
                    <a:pt x="234511" y="218971"/>
                  </a:cubicBezTo>
                  <a:cubicBezTo>
                    <a:pt x="234511" y="218971"/>
                    <a:pt x="234511" y="218971"/>
                    <a:pt x="234511" y="218971"/>
                  </a:cubicBezTo>
                  <a:cubicBezTo>
                    <a:pt x="233872" y="218971"/>
                    <a:pt x="233872" y="218332"/>
                    <a:pt x="233233" y="217694"/>
                  </a:cubicBezTo>
                  <a:cubicBezTo>
                    <a:pt x="233233" y="217694"/>
                    <a:pt x="232594" y="217055"/>
                    <a:pt x="232594" y="217055"/>
                  </a:cubicBezTo>
                  <a:cubicBezTo>
                    <a:pt x="232594" y="216417"/>
                    <a:pt x="231955" y="216417"/>
                    <a:pt x="231955" y="215779"/>
                  </a:cubicBezTo>
                  <a:cubicBezTo>
                    <a:pt x="231955" y="215779"/>
                    <a:pt x="231955" y="215140"/>
                    <a:pt x="231955" y="215140"/>
                  </a:cubicBezTo>
                  <a:cubicBezTo>
                    <a:pt x="231955" y="215140"/>
                    <a:pt x="231955" y="215140"/>
                    <a:pt x="231955" y="215140"/>
                  </a:cubicBezTo>
                  <a:lnTo>
                    <a:pt x="226843" y="194073"/>
                  </a:lnTo>
                  <a:lnTo>
                    <a:pt x="210868" y="194073"/>
                  </a:lnTo>
                  <a:lnTo>
                    <a:pt x="210868" y="243868"/>
                  </a:lnTo>
                  <a:cubicBezTo>
                    <a:pt x="210868" y="251529"/>
                    <a:pt x="205117" y="257275"/>
                    <a:pt x="198727" y="257275"/>
                  </a:cubicBezTo>
                  <a:lnTo>
                    <a:pt x="129077" y="257275"/>
                  </a:lnTo>
                  <a:lnTo>
                    <a:pt x="124604" y="275788"/>
                  </a:lnTo>
                  <a:cubicBezTo>
                    <a:pt x="124604" y="275788"/>
                    <a:pt x="124604" y="275788"/>
                    <a:pt x="124604" y="275788"/>
                  </a:cubicBezTo>
                  <a:cubicBezTo>
                    <a:pt x="124604" y="275788"/>
                    <a:pt x="124604" y="276426"/>
                    <a:pt x="124604" y="276426"/>
                  </a:cubicBezTo>
                  <a:cubicBezTo>
                    <a:pt x="124604" y="277065"/>
                    <a:pt x="123965" y="277703"/>
                    <a:pt x="123965" y="277703"/>
                  </a:cubicBezTo>
                  <a:cubicBezTo>
                    <a:pt x="123965" y="277703"/>
                    <a:pt x="123326" y="278342"/>
                    <a:pt x="123326" y="278342"/>
                  </a:cubicBezTo>
                  <a:cubicBezTo>
                    <a:pt x="122687" y="278980"/>
                    <a:pt x="122687" y="278980"/>
                    <a:pt x="122048" y="279618"/>
                  </a:cubicBezTo>
                  <a:cubicBezTo>
                    <a:pt x="122048" y="279618"/>
                    <a:pt x="122048" y="279618"/>
                    <a:pt x="122048" y="279618"/>
                  </a:cubicBezTo>
                  <a:cubicBezTo>
                    <a:pt x="122048" y="279618"/>
                    <a:pt x="121409" y="279618"/>
                    <a:pt x="121409" y="279618"/>
                  </a:cubicBezTo>
                  <a:cubicBezTo>
                    <a:pt x="121409" y="279618"/>
                    <a:pt x="120770" y="279618"/>
                    <a:pt x="120770" y="279618"/>
                  </a:cubicBezTo>
                  <a:cubicBezTo>
                    <a:pt x="120131" y="279618"/>
                    <a:pt x="119492" y="279618"/>
                    <a:pt x="118853" y="279618"/>
                  </a:cubicBezTo>
                  <a:cubicBezTo>
                    <a:pt x="118214" y="279618"/>
                    <a:pt x="117575" y="279618"/>
                    <a:pt x="117575" y="279618"/>
                  </a:cubicBezTo>
                  <a:cubicBezTo>
                    <a:pt x="117575" y="279618"/>
                    <a:pt x="117575" y="279618"/>
                    <a:pt x="117575" y="279618"/>
                  </a:cubicBezTo>
                  <a:cubicBezTo>
                    <a:pt x="116936" y="279618"/>
                    <a:pt x="116297" y="278980"/>
                    <a:pt x="115658" y="278980"/>
                  </a:cubicBezTo>
                  <a:cubicBezTo>
                    <a:pt x="115658" y="278980"/>
                    <a:pt x="115658" y="278980"/>
                    <a:pt x="115019" y="278342"/>
                  </a:cubicBezTo>
                  <a:cubicBezTo>
                    <a:pt x="114380" y="278342"/>
                    <a:pt x="114380" y="277703"/>
                    <a:pt x="113741" y="277703"/>
                  </a:cubicBezTo>
                  <a:cubicBezTo>
                    <a:pt x="113741" y="277703"/>
                    <a:pt x="113741" y="277065"/>
                    <a:pt x="113102" y="277065"/>
                  </a:cubicBezTo>
                  <a:cubicBezTo>
                    <a:pt x="113102" y="277065"/>
                    <a:pt x="113102" y="277065"/>
                    <a:pt x="112463" y="276426"/>
                  </a:cubicBezTo>
                  <a:lnTo>
                    <a:pt x="100322" y="254721"/>
                  </a:lnTo>
                  <a:lnTo>
                    <a:pt x="86264" y="254721"/>
                  </a:lnTo>
                  <a:cubicBezTo>
                    <a:pt x="86264" y="254721"/>
                    <a:pt x="86264" y="254721"/>
                    <a:pt x="86264" y="254721"/>
                  </a:cubicBezTo>
                  <a:cubicBezTo>
                    <a:pt x="83069" y="254721"/>
                    <a:pt x="79874" y="253444"/>
                    <a:pt x="77318" y="250891"/>
                  </a:cubicBezTo>
                  <a:cubicBezTo>
                    <a:pt x="74123" y="247699"/>
                    <a:pt x="72845" y="243868"/>
                    <a:pt x="72845" y="239399"/>
                  </a:cubicBezTo>
                  <a:lnTo>
                    <a:pt x="74123" y="168537"/>
                  </a:lnTo>
                  <a:cubicBezTo>
                    <a:pt x="74123" y="160876"/>
                    <a:pt x="79874" y="155131"/>
                    <a:pt x="86264" y="155131"/>
                  </a:cubicBezTo>
                  <a:lnTo>
                    <a:pt x="135467" y="155131"/>
                  </a:lnTo>
                  <a:lnTo>
                    <a:pt x="135467" y="95760"/>
                  </a:lnTo>
                  <a:cubicBezTo>
                    <a:pt x="135467" y="87461"/>
                    <a:pt x="141218" y="81077"/>
                    <a:pt x="148886" y="81077"/>
                  </a:cubicBezTo>
                  <a:lnTo>
                    <a:pt x="274128" y="81077"/>
                  </a:lnTo>
                  <a:cubicBezTo>
                    <a:pt x="281157" y="81077"/>
                    <a:pt x="287547" y="87461"/>
                    <a:pt x="287547" y="95760"/>
                  </a:cubicBezTo>
                  <a:lnTo>
                    <a:pt x="288825" y="174283"/>
                  </a:lnTo>
                  <a:cubicBezTo>
                    <a:pt x="288825" y="179390"/>
                    <a:pt x="286908" y="183859"/>
                    <a:pt x="283713" y="187051"/>
                  </a:cubicBezTo>
                  <a:close/>
                </a:path>
              </a:pathLst>
            </a:custGeom>
            <a:solidFill>
              <a:srgbClr val="012169"/>
            </a:solidFill>
            <a:ln w="6390" cap="flat">
              <a:noFill/>
              <a:prstDash val="solid"/>
              <a:miter/>
            </a:ln>
          </p:spPr>
          <p:txBody>
            <a:bodyPr rtlCol="0" anchor="ctr"/>
            <a:lstStyle/>
            <a:p>
              <a:endParaRPr lang="en-US"/>
            </a:p>
          </p:txBody>
        </p:sp>
      </p:grpSp>
      <p:grpSp>
        <p:nvGrpSpPr>
          <p:cNvPr id="433" name="Graphic 4">
            <a:extLst>
              <a:ext uri="{FF2B5EF4-FFF2-40B4-BE49-F238E27FC236}">
                <a16:creationId xmlns:a16="http://schemas.microsoft.com/office/drawing/2014/main" id="{84340616-2952-8F40-A17A-A3C8CDDA9F34}"/>
              </a:ext>
            </a:extLst>
          </p:cNvPr>
          <p:cNvGrpSpPr>
            <a:grpSpLocks noChangeAspect="1"/>
          </p:cNvGrpSpPr>
          <p:nvPr/>
        </p:nvGrpSpPr>
        <p:grpSpPr>
          <a:xfrm>
            <a:off x="905454" y="1402085"/>
            <a:ext cx="361670" cy="361333"/>
            <a:chOff x="905454" y="1402085"/>
            <a:chExt cx="361670" cy="361333"/>
          </a:xfrm>
          <a:solidFill>
            <a:srgbClr val="012169"/>
          </a:solidFill>
        </p:grpSpPr>
        <p:sp>
          <p:nvSpPr>
            <p:cNvPr id="434" name="Graphic 4">
              <a:extLst>
                <a:ext uri="{FF2B5EF4-FFF2-40B4-BE49-F238E27FC236}">
                  <a16:creationId xmlns:a16="http://schemas.microsoft.com/office/drawing/2014/main" id="{E24466C3-7422-FD47-8CC1-A65B2D826482}"/>
                </a:ext>
              </a:extLst>
            </p:cNvPr>
            <p:cNvSpPr/>
            <p:nvPr/>
          </p:nvSpPr>
          <p:spPr>
            <a:xfrm>
              <a:off x="1010888" y="1498483"/>
              <a:ext cx="176362" cy="99590"/>
            </a:xfrm>
            <a:custGeom>
              <a:avLst/>
              <a:gdLst>
                <a:gd name="connsiteX0" fmla="*/ 157192 w 176362"/>
                <a:gd name="connsiteY0" fmla="*/ 40857 h 99590"/>
                <a:gd name="connsiteX1" fmla="*/ 152081 w 176362"/>
                <a:gd name="connsiteY1" fmla="*/ 34473 h 99590"/>
                <a:gd name="connsiteX2" fmla="*/ 152081 w 176362"/>
                <a:gd name="connsiteY2" fmla="*/ 33835 h 99590"/>
                <a:gd name="connsiteX3" fmla="*/ 120131 w 176362"/>
                <a:gd name="connsiteY3" fmla="*/ 14683 h 99590"/>
                <a:gd name="connsiteX4" fmla="*/ 114380 w 176362"/>
                <a:gd name="connsiteY4" fmla="*/ 12768 h 99590"/>
                <a:gd name="connsiteX5" fmla="*/ 86264 w 176362"/>
                <a:gd name="connsiteY5" fmla="*/ 7022 h 99590"/>
                <a:gd name="connsiteX6" fmla="*/ 80513 w 176362"/>
                <a:gd name="connsiteY6" fmla="*/ 5746 h 99590"/>
                <a:gd name="connsiteX7" fmla="*/ 63260 w 176362"/>
                <a:gd name="connsiteY7" fmla="*/ 0 h 99590"/>
                <a:gd name="connsiteX8" fmla="*/ 40896 w 176362"/>
                <a:gd name="connsiteY8" fmla="*/ 10853 h 99590"/>
                <a:gd name="connsiteX9" fmla="*/ 35145 w 176362"/>
                <a:gd name="connsiteY9" fmla="*/ 13406 h 99590"/>
                <a:gd name="connsiteX10" fmla="*/ 31950 w 176362"/>
                <a:gd name="connsiteY10" fmla="*/ 13406 h 99590"/>
                <a:gd name="connsiteX11" fmla="*/ 7029 w 176362"/>
                <a:gd name="connsiteY11" fmla="*/ 33835 h 99590"/>
                <a:gd name="connsiteX12" fmla="*/ 8307 w 176362"/>
                <a:gd name="connsiteY12" fmla="*/ 40219 h 99590"/>
                <a:gd name="connsiteX13" fmla="*/ 6390 w 176362"/>
                <a:gd name="connsiteY13" fmla="*/ 47241 h 99590"/>
                <a:gd name="connsiteX14" fmla="*/ 0 w 176362"/>
                <a:gd name="connsiteY14" fmla="*/ 60648 h 99590"/>
                <a:gd name="connsiteX15" fmla="*/ 24921 w 176362"/>
                <a:gd name="connsiteY15" fmla="*/ 81077 h 99590"/>
                <a:gd name="connsiteX16" fmla="*/ 26199 w 176362"/>
                <a:gd name="connsiteY16" fmla="*/ 81077 h 99590"/>
                <a:gd name="connsiteX17" fmla="*/ 32589 w 176362"/>
                <a:gd name="connsiteY17" fmla="*/ 84907 h 99590"/>
                <a:gd name="connsiteX18" fmla="*/ 56871 w 176362"/>
                <a:gd name="connsiteY18" fmla="*/ 99590 h 99590"/>
                <a:gd name="connsiteX19" fmla="*/ 69650 w 176362"/>
                <a:gd name="connsiteY19" fmla="*/ 96398 h 99590"/>
                <a:gd name="connsiteX20" fmla="*/ 75401 w 176362"/>
                <a:gd name="connsiteY20" fmla="*/ 96398 h 99590"/>
                <a:gd name="connsiteX21" fmla="*/ 101600 w 176362"/>
                <a:gd name="connsiteY21" fmla="*/ 96398 h 99590"/>
                <a:gd name="connsiteX22" fmla="*/ 104156 w 176362"/>
                <a:gd name="connsiteY22" fmla="*/ 95760 h 99590"/>
                <a:gd name="connsiteX23" fmla="*/ 106712 w 176362"/>
                <a:gd name="connsiteY23" fmla="*/ 96398 h 99590"/>
                <a:gd name="connsiteX24" fmla="*/ 119492 w 176362"/>
                <a:gd name="connsiteY24" fmla="*/ 99590 h 99590"/>
                <a:gd name="connsiteX25" fmla="*/ 143774 w 176362"/>
                <a:gd name="connsiteY25" fmla="*/ 84907 h 99590"/>
                <a:gd name="connsiteX26" fmla="*/ 150164 w 176362"/>
                <a:gd name="connsiteY26" fmla="*/ 81077 h 99590"/>
                <a:gd name="connsiteX27" fmla="*/ 150803 w 176362"/>
                <a:gd name="connsiteY27" fmla="*/ 81077 h 99590"/>
                <a:gd name="connsiteX28" fmla="*/ 176362 w 176362"/>
                <a:gd name="connsiteY28" fmla="*/ 60648 h 99590"/>
                <a:gd name="connsiteX29" fmla="*/ 157192 w 176362"/>
                <a:gd name="connsiteY29" fmla="*/ 40857 h 99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6362" h="99590">
                  <a:moveTo>
                    <a:pt x="157192" y="40857"/>
                  </a:moveTo>
                  <a:cubicBezTo>
                    <a:pt x="153998" y="40219"/>
                    <a:pt x="152081" y="37665"/>
                    <a:pt x="152081" y="34473"/>
                  </a:cubicBezTo>
                  <a:cubicBezTo>
                    <a:pt x="152081" y="34473"/>
                    <a:pt x="152081" y="33835"/>
                    <a:pt x="152081" y="33835"/>
                  </a:cubicBezTo>
                  <a:cubicBezTo>
                    <a:pt x="152081" y="21067"/>
                    <a:pt x="137384" y="10853"/>
                    <a:pt x="120131" y="14683"/>
                  </a:cubicBezTo>
                  <a:cubicBezTo>
                    <a:pt x="118214" y="15322"/>
                    <a:pt x="115658" y="14683"/>
                    <a:pt x="114380" y="12768"/>
                  </a:cubicBezTo>
                  <a:cubicBezTo>
                    <a:pt x="107351" y="6384"/>
                    <a:pt x="96488" y="3830"/>
                    <a:pt x="86264" y="7022"/>
                  </a:cubicBezTo>
                  <a:cubicBezTo>
                    <a:pt x="84347" y="7661"/>
                    <a:pt x="82430" y="7022"/>
                    <a:pt x="80513" y="5746"/>
                  </a:cubicBezTo>
                  <a:cubicBezTo>
                    <a:pt x="76040" y="2554"/>
                    <a:pt x="69650" y="0"/>
                    <a:pt x="63260" y="0"/>
                  </a:cubicBezTo>
                  <a:cubicBezTo>
                    <a:pt x="54314" y="0"/>
                    <a:pt x="45369" y="3830"/>
                    <a:pt x="40896" y="10853"/>
                  </a:cubicBezTo>
                  <a:cubicBezTo>
                    <a:pt x="39618" y="12768"/>
                    <a:pt x="37062" y="14045"/>
                    <a:pt x="35145" y="13406"/>
                  </a:cubicBezTo>
                  <a:cubicBezTo>
                    <a:pt x="33867" y="13406"/>
                    <a:pt x="32589" y="13406"/>
                    <a:pt x="31950" y="13406"/>
                  </a:cubicBezTo>
                  <a:cubicBezTo>
                    <a:pt x="17892" y="13406"/>
                    <a:pt x="7029" y="22344"/>
                    <a:pt x="7029" y="33835"/>
                  </a:cubicBezTo>
                  <a:cubicBezTo>
                    <a:pt x="7029" y="35750"/>
                    <a:pt x="7668" y="38304"/>
                    <a:pt x="8307" y="40219"/>
                  </a:cubicBezTo>
                  <a:cubicBezTo>
                    <a:pt x="9585" y="42773"/>
                    <a:pt x="8946" y="45326"/>
                    <a:pt x="6390" y="47241"/>
                  </a:cubicBezTo>
                  <a:cubicBezTo>
                    <a:pt x="2556" y="51072"/>
                    <a:pt x="0" y="55541"/>
                    <a:pt x="0" y="60648"/>
                  </a:cubicBezTo>
                  <a:cubicBezTo>
                    <a:pt x="0" y="72139"/>
                    <a:pt x="11502" y="81077"/>
                    <a:pt x="24921" y="81077"/>
                  </a:cubicBezTo>
                  <a:cubicBezTo>
                    <a:pt x="24921" y="81077"/>
                    <a:pt x="26199" y="81077"/>
                    <a:pt x="26199" y="81077"/>
                  </a:cubicBezTo>
                  <a:cubicBezTo>
                    <a:pt x="28755" y="81077"/>
                    <a:pt x="31311" y="82353"/>
                    <a:pt x="32589" y="84907"/>
                  </a:cubicBezTo>
                  <a:cubicBezTo>
                    <a:pt x="35784" y="93206"/>
                    <a:pt x="45369" y="99590"/>
                    <a:pt x="56871" y="99590"/>
                  </a:cubicBezTo>
                  <a:cubicBezTo>
                    <a:pt x="61343" y="99590"/>
                    <a:pt x="65816" y="98313"/>
                    <a:pt x="69650" y="96398"/>
                  </a:cubicBezTo>
                  <a:cubicBezTo>
                    <a:pt x="71567" y="95760"/>
                    <a:pt x="73484" y="95760"/>
                    <a:pt x="75401" y="96398"/>
                  </a:cubicBezTo>
                  <a:cubicBezTo>
                    <a:pt x="83069" y="100229"/>
                    <a:pt x="93293" y="100229"/>
                    <a:pt x="101600" y="96398"/>
                  </a:cubicBezTo>
                  <a:cubicBezTo>
                    <a:pt x="102239" y="95760"/>
                    <a:pt x="103517" y="95760"/>
                    <a:pt x="104156" y="95760"/>
                  </a:cubicBezTo>
                  <a:cubicBezTo>
                    <a:pt x="104795" y="95760"/>
                    <a:pt x="106073" y="95760"/>
                    <a:pt x="106712" y="96398"/>
                  </a:cubicBezTo>
                  <a:cubicBezTo>
                    <a:pt x="110546" y="98313"/>
                    <a:pt x="115019" y="99590"/>
                    <a:pt x="119492" y="99590"/>
                  </a:cubicBezTo>
                  <a:cubicBezTo>
                    <a:pt x="130355" y="99590"/>
                    <a:pt x="140579" y="93845"/>
                    <a:pt x="143774" y="84907"/>
                  </a:cubicBezTo>
                  <a:cubicBezTo>
                    <a:pt x="145052" y="82353"/>
                    <a:pt x="146969" y="80438"/>
                    <a:pt x="150164" y="81077"/>
                  </a:cubicBezTo>
                  <a:cubicBezTo>
                    <a:pt x="150164" y="81077"/>
                    <a:pt x="150803" y="81077"/>
                    <a:pt x="150803" y="81077"/>
                  </a:cubicBezTo>
                  <a:cubicBezTo>
                    <a:pt x="165499" y="81077"/>
                    <a:pt x="176362" y="72139"/>
                    <a:pt x="176362" y="60648"/>
                  </a:cubicBezTo>
                  <a:cubicBezTo>
                    <a:pt x="176362" y="51072"/>
                    <a:pt x="168055" y="42773"/>
                    <a:pt x="157192" y="40857"/>
                  </a:cubicBezTo>
                  <a:close/>
                </a:path>
              </a:pathLst>
            </a:custGeom>
            <a:solidFill>
              <a:srgbClr val="012169"/>
            </a:solidFill>
            <a:ln w="6390" cap="flat">
              <a:noFill/>
              <a:prstDash val="solid"/>
              <a:miter/>
            </a:ln>
          </p:spPr>
          <p:txBody>
            <a:bodyPr rtlCol="0" anchor="ctr"/>
            <a:lstStyle/>
            <a:p>
              <a:endParaRPr lang="en-US"/>
            </a:p>
          </p:txBody>
        </p:sp>
        <p:sp>
          <p:nvSpPr>
            <p:cNvPr id="435" name="Graphic 4">
              <a:extLst>
                <a:ext uri="{FF2B5EF4-FFF2-40B4-BE49-F238E27FC236}">
                  <a16:creationId xmlns:a16="http://schemas.microsoft.com/office/drawing/2014/main" id="{124CA199-5452-B94C-A1E9-F0D2E35629C4}"/>
                </a:ext>
              </a:extLst>
            </p:cNvPr>
            <p:cNvSpPr/>
            <p:nvPr/>
          </p:nvSpPr>
          <p:spPr>
            <a:xfrm>
              <a:off x="1015360" y="1615948"/>
              <a:ext cx="19169" cy="19151"/>
            </a:xfrm>
            <a:custGeom>
              <a:avLst/>
              <a:gdLst>
                <a:gd name="connsiteX0" fmla="*/ 9585 w 19169"/>
                <a:gd name="connsiteY0" fmla="*/ 0 h 19151"/>
                <a:gd name="connsiteX1" fmla="*/ 0 w 19169"/>
                <a:gd name="connsiteY1" fmla="*/ 9576 h 19151"/>
                <a:gd name="connsiteX2" fmla="*/ 9585 w 19169"/>
                <a:gd name="connsiteY2" fmla="*/ 19152 h 19151"/>
                <a:gd name="connsiteX3" fmla="*/ 19170 w 19169"/>
                <a:gd name="connsiteY3" fmla="*/ 9576 h 19151"/>
                <a:gd name="connsiteX4" fmla="*/ 9585 w 19169"/>
                <a:gd name="connsiteY4" fmla="*/ 0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9585" y="0"/>
                  </a:moveTo>
                  <a:cubicBezTo>
                    <a:pt x="4473" y="0"/>
                    <a:pt x="0" y="4469"/>
                    <a:pt x="0" y="9576"/>
                  </a:cubicBezTo>
                  <a:cubicBezTo>
                    <a:pt x="0" y="14683"/>
                    <a:pt x="4473" y="19152"/>
                    <a:pt x="9585" y="19152"/>
                  </a:cubicBezTo>
                  <a:cubicBezTo>
                    <a:pt x="14697" y="19152"/>
                    <a:pt x="19170" y="14683"/>
                    <a:pt x="19170" y="9576"/>
                  </a:cubicBezTo>
                  <a:cubicBezTo>
                    <a:pt x="19170" y="4469"/>
                    <a:pt x="14697" y="0"/>
                    <a:pt x="9585" y="0"/>
                  </a:cubicBezTo>
                  <a:close/>
                </a:path>
              </a:pathLst>
            </a:custGeom>
            <a:solidFill>
              <a:srgbClr val="012169"/>
            </a:solidFill>
            <a:ln w="6390" cap="flat">
              <a:noFill/>
              <a:prstDash val="solid"/>
              <a:miter/>
            </a:ln>
          </p:spPr>
          <p:txBody>
            <a:bodyPr rtlCol="0" anchor="ctr"/>
            <a:lstStyle/>
            <a:p>
              <a:endParaRPr lang="en-US"/>
            </a:p>
          </p:txBody>
        </p:sp>
        <p:sp>
          <p:nvSpPr>
            <p:cNvPr id="436" name="Graphic 4">
              <a:extLst>
                <a:ext uri="{FF2B5EF4-FFF2-40B4-BE49-F238E27FC236}">
                  <a16:creationId xmlns:a16="http://schemas.microsoft.com/office/drawing/2014/main" id="{9CA83D0F-53D0-E54A-97B5-8A387CEB11AF}"/>
                </a:ext>
              </a:extLst>
            </p:cNvPr>
            <p:cNvSpPr/>
            <p:nvPr/>
          </p:nvSpPr>
          <p:spPr>
            <a:xfrm>
              <a:off x="998108" y="1661274"/>
              <a:ext cx="7667" cy="7660"/>
            </a:xfrm>
            <a:custGeom>
              <a:avLst/>
              <a:gdLst>
                <a:gd name="connsiteX0" fmla="*/ 3834 w 7667"/>
                <a:gd name="connsiteY0" fmla="*/ 0 h 7660"/>
                <a:gd name="connsiteX1" fmla="*/ 0 w 7667"/>
                <a:gd name="connsiteY1" fmla="*/ 3830 h 7660"/>
                <a:gd name="connsiteX2" fmla="*/ 3834 w 7667"/>
                <a:gd name="connsiteY2" fmla="*/ 7661 h 7660"/>
                <a:gd name="connsiteX3" fmla="*/ 7668 w 7667"/>
                <a:gd name="connsiteY3" fmla="*/ 3830 h 7660"/>
                <a:gd name="connsiteX4" fmla="*/ 3834 w 7667"/>
                <a:gd name="connsiteY4" fmla="*/ 0 h 7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7" h="7660">
                  <a:moveTo>
                    <a:pt x="3834" y="0"/>
                  </a:moveTo>
                  <a:cubicBezTo>
                    <a:pt x="1917" y="0"/>
                    <a:pt x="0" y="1277"/>
                    <a:pt x="0" y="3830"/>
                  </a:cubicBezTo>
                  <a:cubicBezTo>
                    <a:pt x="0" y="6384"/>
                    <a:pt x="1278" y="7661"/>
                    <a:pt x="3834" y="7661"/>
                  </a:cubicBezTo>
                  <a:cubicBezTo>
                    <a:pt x="5751" y="7661"/>
                    <a:pt x="7668" y="6384"/>
                    <a:pt x="7668" y="3830"/>
                  </a:cubicBezTo>
                  <a:cubicBezTo>
                    <a:pt x="7668" y="1277"/>
                    <a:pt x="5751" y="0"/>
                    <a:pt x="3834" y="0"/>
                  </a:cubicBezTo>
                  <a:close/>
                </a:path>
              </a:pathLst>
            </a:custGeom>
            <a:solidFill>
              <a:srgbClr val="012169"/>
            </a:solidFill>
            <a:ln w="6390" cap="flat">
              <a:noFill/>
              <a:prstDash val="solid"/>
              <a:miter/>
            </a:ln>
          </p:spPr>
          <p:txBody>
            <a:bodyPr rtlCol="0" anchor="ctr"/>
            <a:lstStyle/>
            <a:p>
              <a:endParaRPr lang="en-US"/>
            </a:p>
          </p:txBody>
        </p:sp>
        <p:sp>
          <p:nvSpPr>
            <p:cNvPr id="437" name="Graphic 4">
              <a:extLst>
                <a:ext uri="{FF2B5EF4-FFF2-40B4-BE49-F238E27FC236}">
                  <a16:creationId xmlns:a16="http://schemas.microsoft.com/office/drawing/2014/main" id="{87F40FB0-1947-774C-8A94-3807F0DDED21}"/>
                </a:ext>
              </a:extLst>
            </p:cNvPr>
            <p:cNvSpPr/>
            <p:nvPr/>
          </p:nvSpPr>
          <p:spPr>
            <a:xfrm>
              <a:off x="905454"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96488 w 361670"/>
                <a:gd name="connsiteY5" fmla="*/ 278980 h 361333"/>
                <a:gd name="connsiteX6" fmla="*/ 79874 w 361670"/>
                <a:gd name="connsiteY6" fmla="*/ 262382 h 361333"/>
                <a:gd name="connsiteX7" fmla="*/ 96488 w 361670"/>
                <a:gd name="connsiteY7" fmla="*/ 245783 h 361333"/>
                <a:gd name="connsiteX8" fmla="*/ 113102 w 361670"/>
                <a:gd name="connsiteY8" fmla="*/ 262382 h 361333"/>
                <a:gd name="connsiteX9" fmla="*/ 96488 w 361670"/>
                <a:gd name="connsiteY9" fmla="*/ 278980 h 361333"/>
                <a:gd name="connsiteX10" fmla="*/ 119492 w 361670"/>
                <a:gd name="connsiteY10" fmla="*/ 245783 h 361333"/>
                <a:gd name="connsiteX11" fmla="*/ 97127 w 361670"/>
                <a:gd name="connsiteY11" fmla="*/ 223439 h 361333"/>
                <a:gd name="connsiteX12" fmla="*/ 119492 w 361670"/>
                <a:gd name="connsiteY12" fmla="*/ 201095 h 361333"/>
                <a:gd name="connsiteX13" fmla="*/ 141857 w 361670"/>
                <a:gd name="connsiteY13" fmla="*/ 223439 h 361333"/>
                <a:gd name="connsiteX14" fmla="*/ 119492 w 361670"/>
                <a:gd name="connsiteY14" fmla="*/ 245783 h 361333"/>
                <a:gd name="connsiteX15" fmla="*/ 259431 w 361670"/>
                <a:gd name="connsiteY15" fmla="*/ 189604 h 361333"/>
                <a:gd name="connsiteX16" fmla="*/ 225565 w 361670"/>
                <a:gd name="connsiteY16" fmla="*/ 208118 h 361333"/>
                <a:gd name="connsiteX17" fmla="*/ 209590 w 361670"/>
                <a:gd name="connsiteY17" fmla="*/ 204926 h 361333"/>
                <a:gd name="connsiteX18" fmla="*/ 178279 w 361670"/>
                <a:gd name="connsiteY18" fmla="*/ 204926 h 361333"/>
                <a:gd name="connsiteX19" fmla="*/ 162304 w 361670"/>
                <a:gd name="connsiteY19" fmla="*/ 208118 h 361333"/>
                <a:gd name="connsiteX20" fmla="*/ 128438 w 361670"/>
                <a:gd name="connsiteY20" fmla="*/ 189604 h 361333"/>
                <a:gd name="connsiteX21" fmla="*/ 93293 w 361670"/>
                <a:gd name="connsiteY21" fmla="*/ 156408 h 361333"/>
                <a:gd name="connsiteX22" fmla="*/ 100961 w 361670"/>
                <a:gd name="connsiteY22" fmla="*/ 136617 h 361333"/>
                <a:gd name="connsiteX23" fmla="*/ 100322 w 361670"/>
                <a:gd name="connsiteY23" fmla="*/ 129595 h 361333"/>
                <a:gd name="connsiteX24" fmla="*/ 139301 w 361670"/>
                <a:gd name="connsiteY24" fmla="*/ 96398 h 361333"/>
                <a:gd name="connsiteX25" fmla="*/ 169972 w 361670"/>
                <a:gd name="connsiteY25" fmla="*/ 82992 h 361333"/>
                <a:gd name="connsiteX26" fmla="*/ 191698 w 361670"/>
                <a:gd name="connsiteY26" fmla="*/ 89376 h 361333"/>
                <a:gd name="connsiteX27" fmla="*/ 226843 w 361670"/>
                <a:gd name="connsiteY27" fmla="*/ 97037 h 361333"/>
                <a:gd name="connsiteX28" fmla="*/ 270294 w 361670"/>
                <a:gd name="connsiteY28" fmla="*/ 125126 h 361333"/>
                <a:gd name="connsiteX29" fmla="*/ 295215 w 361670"/>
                <a:gd name="connsiteY29" fmla="*/ 156408 h 361333"/>
                <a:gd name="connsiteX30" fmla="*/ 259431 w 361670"/>
                <a:gd name="connsiteY30" fmla="*/ 1896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96488" y="278980"/>
                  </a:moveTo>
                  <a:cubicBezTo>
                    <a:pt x="87542" y="278980"/>
                    <a:pt x="79874" y="271958"/>
                    <a:pt x="79874" y="262382"/>
                  </a:cubicBezTo>
                  <a:cubicBezTo>
                    <a:pt x="79874" y="253444"/>
                    <a:pt x="86903" y="245783"/>
                    <a:pt x="96488" y="245783"/>
                  </a:cubicBezTo>
                  <a:cubicBezTo>
                    <a:pt x="106073" y="245783"/>
                    <a:pt x="113102" y="252806"/>
                    <a:pt x="113102" y="262382"/>
                  </a:cubicBezTo>
                  <a:cubicBezTo>
                    <a:pt x="113102" y="271319"/>
                    <a:pt x="105434" y="278980"/>
                    <a:pt x="96488" y="278980"/>
                  </a:cubicBezTo>
                  <a:close/>
                  <a:moveTo>
                    <a:pt x="119492" y="245783"/>
                  </a:moveTo>
                  <a:cubicBezTo>
                    <a:pt x="107351" y="245783"/>
                    <a:pt x="97127" y="235569"/>
                    <a:pt x="97127" y="223439"/>
                  </a:cubicBezTo>
                  <a:cubicBezTo>
                    <a:pt x="97127" y="211310"/>
                    <a:pt x="107351" y="201095"/>
                    <a:pt x="119492" y="201095"/>
                  </a:cubicBezTo>
                  <a:cubicBezTo>
                    <a:pt x="131633" y="201095"/>
                    <a:pt x="141857" y="211310"/>
                    <a:pt x="141857" y="223439"/>
                  </a:cubicBezTo>
                  <a:cubicBezTo>
                    <a:pt x="141857" y="235569"/>
                    <a:pt x="131633" y="245783"/>
                    <a:pt x="119492" y="245783"/>
                  </a:cubicBezTo>
                  <a:close/>
                  <a:moveTo>
                    <a:pt x="259431" y="189604"/>
                  </a:moveTo>
                  <a:cubicBezTo>
                    <a:pt x="253042" y="201095"/>
                    <a:pt x="240262" y="208118"/>
                    <a:pt x="225565" y="208118"/>
                  </a:cubicBezTo>
                  <a:cubicBezTo>
                    <a:pt x="220453" y="208118"/>
                    <a:pt x="214702" y="206841"/>
                    <a:pt x="209590" y="204926"/>
                  </a:cubicBezTo>
                  <a:cubicBezTo>
                    <a:pt x="200005" y="208756"/>
                    <a:pt x="187864" y="208756"/>
                    <a:pt x="178279" y="204926"/>
                  </a:cubicBezTo>
                  <a:cubicBezTo>
                    <a:pt x="173167" y="206841"/>
                    <a:pt x="168055" y="208118"/>
                    <a:pt x="162304" y="208118"/>
                  </a:cubicBezTo>
                  <a:cubicBezTo>
                    <a:pt x="147608" y="208118"/>
                    <a:pt x="134189" y="201095"/>
                    <a:pt x="128438" y="189604"/>
                  </a:cubicBezTo>
                  <a:cubicBezTo>
                    <a:pt x="108629" y="188327"/>
                    <a:pt x="93293" y="174283"/>
                    <a:pt x="93293" y="156408"/>
                  </a:cubicBezTo>
                  <a:cubicBezTo>
                    <a:pt x="93293" y="149385"/>
                    <a:pt x="95849" y="142363"/>
                    <a:pt x="100961" y="136617"/>
                  </a:cubicBezTo>
                  <a:cubicBezTo>
                    <a:pt x="100322" y="134064"/>
                    <a:pt x="100322" y="132148"/>
                    <a:pt x="100322" y="129595"/>
                  </a:cubicBezTo>
                  <a:cubicBezTo>
                    <a:pt x="100322" y="111081"/>
                    <a:pt x="118214" y="95760"/>
                    <a:pt x="139301" y="96398"/>
                  </a:cubicBezTo>
                  <a:cubicBezTo>
                    <a:pt x="146330" y="88099"/>
                    <a:pt x="157831" y="82992"/>
                    <a:pt x="169972" y="82992"/>
                  </a:cubicBezTo>
                  <a:cubicBezTo>
                    <a:pt x="177640" y="82992"/>
                    <a:pt x="185308" y="84907"/>
                    <a:pt x="191698" y="89376"/>
                  </a:cubicBezTo>
                  <a:cubicBezTo>
                    <a:pt x="203839" y="86822"/>
                    <a:pt x="217258" y="89376"/>
                    <a:pt x="226843" y="97037"/>
                  </a:cubicBezTo>
                  <a:cubicBezTo>
                    <a:pt x="248569" y="93845"/>
                    <a:pt x="267738" y="107251"/>
                    <a:pt x="270294" y="125126"/>
                  </a:cubicBezTo>
                  <a:cubicBezTo>
                    <a:pt x="284991" y="129595"/>
                    <a:pt x="295215" y="142363"/>
                    <a:pt x="295215" y="156408"/>
                  </a:cubicBezTo>
                  <a:cubicBezTo>
                    <a:pt x="294576" y="174283"/>
                    <a:pt x="279240" y="188966"/>
                    <a:pt x="259431" y="189604"/>
                  </a:cubicBezTo>
                  <a:close/>
                </a:path>
              </a:pathLst>
            </a:custGeom>
            <a:solidFill>
              <a:srgbClr val="012169"/>
            </a:solidFill>
            <a:ln w="6390" cap="flat">
              <a:noFill/>
              <a:prstDash val="solid"/>
              <a:miter/>
            </a:ln>
          </p:spPr>
          <p:txBody>
            <a:bodyPr rtlCol="0" anchor="ctr"/>
            <a:lstStyle/>
            <a:p>
              <a:endParaRPr lang="en-US"/>
            </a:p>
          </p:txBody>
        </p:sp>
      </p:grpSp>
      <p:grpSp>
        <p:nvGrpSpPr>
          <p:cNvPr id="438" name="Graphic 4">
            <a:extLst>
              <a:ext uri="{FF2B5EF4-FFF2-40B4-BE49-F238E27FC236}">
                <a16:creationId xmlns:a16="http://schemas.microsoft.com/office/drawing/2014/main" id="{E8D03BAA-6DB0-ED47-A493-44656B7CE728}"/>
              </a:ext>
            </a:extLst>
          </p:cNvPr>
          <p:cNvGrpSpPr>
            <a:grpSpLocks noChangeAspect="1"/>
          </p:cNvGrpSpPr>
          <p:nvPr/>
        </p:nvGrpSpPr>
        <p:grpSpPr>
          <a:xfrm>
            <a:off x="1952764" y="1402085"/>
            <a:ext cx="361670" cy="361333"/>
            <a:chOff x="1952764" y="1402085"/>
            <a:chExt cx="361670" cy="361333"/>
          </a:xfrm>
          <a:solidFill>
            <a:srgbClr val="012169"/>
          </a:solidFill>
        </p:grpSpPr>
        <p:sp>
          <p:nvSpPr>
            <p:cNvPr id="439" name="Graphic 4">
              <a:extLst>
                <a:ext uri="{FF2B5EF4-FFF2-40B4-BE49-F238E27FC236}">
                  <a16:creationId xmlns:a16="http://schemas.microsoft.com/office/drawing/2014/main" id="{8A1A1241-CB36-5F41-9F7A-3AFAE1957861}"/>
                </a:ext>
              </a:extLst>
            </p:cNvPr>
            <p:cNvSpPr/>
            <p:nvPr/>
          </p:nvSpPr>
          <p:spPr>
            <a:xfrm>
              <a:off x="2042223" y="1515720"/>
              <a:ext cx="183391" cy="150023"/>
            </a:xfrm>
            <a:custGeom>
              <a:avLst/>
              <a:gdLst>
                <a:gd name="connsiteX0" fmla="*/ 178918 w 183391"/>
                <a:gd name="connsiteY0" fmla="*/ 0 h 150023"/>
                <a:gd name="connsiteX1" fmla="*/ 3195 w 183391"/>
                <a:gd name="connsiteY1" fmla="*/ 0 h 150023"/>
                <a:gd name="connsiteX2" fmla="*/ 0 w 183391"/>
                <a:gd name="connsiteY2" fmla="*/ 5107 h 150023"/>
                <a:gd name="connsiteX3" fmla="*/ 0 w 183391"/>
                <a:gd name="connsiteY3" fmla="*/ 120019 h 150023"/>
                <a:gd name="connsiteX4" fmla="*/ 3195 w 183391"/>
                <a:gd name="connsiteY4" fmla="*/ 125126 h 150023"/>
                <a:gd name="connsiteX5" fmla="*/ 118853 w 183391"/>
                <a:gd name="connsiteY5" fmla="*/ 125126 h 150023"/>
                <a:gd name="connsiteX6" fmla="*/ 119492 w 183391"/>
                <a:gd name="connsiteY6" fmla="*/ 125126 h 150023"/>
                <a:gd name="connsiteX7" fmla="*/ 126521 w 183391"/>
                <a:gd name="connsiteY7" fmla="*/ 129595 h 150023"/>
                <a:gd name="connsiteX8" fmla="*/ 131633 w 183391"/>
                <a:gd name="connsiteY8" fmla="*/ 150023 h 150023"/>
                <a:gd name="connsiteX9" fmla="*/ 145690 w 183391"/>
                <a:gd name="connsiteY9" fmla="*/ 125126 h 150023"/>
                <a:gd name="connsiteX10" fmla="*/ 146330 w 183391"/>
                <a:gd name="connsiteY10" fmla="*/ 124488 h 150023"/>
                <a:gd name="connsiteX11" fmla="*/ 147608 w 183391"/>
                <a:gd name="connsiteY11" fmla="*/ 123211 h 150023"/>
                <a:gd name="connsiteX12" fmla="*/ 148246 w 183391"/>
                <a:gd name="connsiteY12" fmla="*/ 122572 h 150023"/>
                <a:gd name="connsiteX13" fmla="*/ 149524 w 183391"/>
                <a:gd name="connsiteY13" fmla="*/ 121934 h 150023"/>
                <a:gd name="connsiteX14" fmla="*/ 150164 w 183391"/>
                <a:gd name="connsiteY14" fmla="*/ 121934 h 150023"/>
                <a:gd name="connsiteX15" fmla="*/ 151441 w 183391"/>
                <a:gd name="connsiteY15" fmla="*/ 121934 h 150023"/>
                <a:gd name="connsiteX16" fmla="*/ 178918 w 183391"/>
                <a:gd name="connsiteY16" fmla="*/ 122572 h 150023"/>
                <a:gd name="connsiteX17" fmla="*/ 181474 w 183391"/>
                <a:gd name="connsiteY17" fmla="*/ 121296 h 150023"/>
                <a:gd name="connsiteX18" fmla="*/ 183391 w 183391"/>
                <a:gd name="connsiteY18" fmla="*/ 115550 h 150023"/>
                <a:gd name="connsiteX19" fmla="*/ 182113 w 183391"/>
                <a:gd name="connsiteY19" fmla="*/ 5107 h 150023"/>
                <a:gd name="connsiteX20" fmla="*/ 178918 w 183391"/>
                <a:gd name="connsiteY20" fmla="*/ 0 h 150023"/>
                <a:gd name="connsiteX21" fmla="*/ 84347 w 183391"/>
                <a:gd name="connsiteY21" fmla="*/ 58094 h 150023"/>
                <a:gd name="connsiteX22" fmla="*/ 84347 w 183391"/>
                <a:gd name="connsiteY22" fmla="*/ 58094 h 150023"/>
                <a:gd name="connsiteX23" fmla="*/ 64538 w 183391"/>
                <a:gd name="connsiteY23" fmla="*/ 93206 h 150023"/>
                <a:gd name="connsiteX24" fmla="*/ 63260 w 183391"/>
                <a:gd name="connsiteY24" fmla="*/ 93206 h 150023"/>
                <a:gd name="connsiteX25" fmla="*/ 56870 w 183391"/>
                <a:gd name="connsiteY25" fmla="*/ 88099 h 150023"/>
                <a:gd name="connsiteX26" fmla="*/ 61982 w 183391"/>
                <a:gd name="connsiteY26" fmla="*/ 80438 h 150023"/>
                <a:gd name="connsiteX27" fmla="*/ 70928 w 183391"/>
                <a:gd name="connsiteY27" fmla="*/ 63840 h 150023"/>
                <a:gd name="connsiteX28" fmla="*/ 60065 w 183391"/>
                <a:gd name="connsiteY28" fmla="*/ 63840 h 150023"/>
                <a:gd name="connsiteX29" fmla="*/ 53675 w 183391"/>
                <a:gd name="connsiteY29" fmla="*/ 57456 h 150023"/>
                <a:gd name="connsiteX30" fmla="*/ 53675 w 183391"/>
                <a:gd name="connsiteY30" fmla="*/ 34473 h 150023"/>
                <a:gd name="connsiteX31" fmla="*/ 60065 w 183391"/>
                <a:gd name="connsiteY31" fmla="*/ 28089 h 150023"/>
                <a:gd name="connsiteX32" fmla="*/ 78596 w 183391"/>
                <a:gd name="connsiteY32" fmla="*/ 28089 h 150023"/>
                <a:gd name="connsiteX33" fmla="*/ 84986 w 183391"/>
                <a:gd name="connsiteY33" fmla="*/ 34473 h 150023"/>
                <a:gd name="connsiteX34" fmla="*/ 84986 w 183391"/>
                <a:gd name="connsiteY34" fmla="*/ 58094 h 150023"/>
                <a:gd name="connsiteX35" fmla="*/ 132272 w 183391"/>
                <a:gd name="connsiteY35" fmla="*/ 58094 h 150023"/>
                <a:gd name="connsiteX36" fmla="*/ 132272 w 183391"/>
                <a:gd name="connsiteY36" fmla="*/ 58094 h 150023"/>
                <a:gd name="connsiteX37" fmla="*/ 112463 w 183391"/>
                <a:gd name="connsiteY37" fmla="*/ 93206 h 150023"/>
                <a:gd name="connsiteX38" fmla="*/ 111185 w 183391"/>
                <a:gd name="connsiteY38" fmla="*/ 93206 h 150023"/>
                <a:gd name="connsiteX39" fmla="*/ 104795 w 183391"/>
                <a:gd name="connsiteY39" fmla="*/ 88099 h 150023"/>
                <a:gd name="connsiteX40" fmla="*/ 109907 w 183391"/>
                <a:gd name="connsiteY40" fmla="*/ 80438 h 150023"/>
                <a:gd name="connsiteX41" fmla="*/ 118853 w 183391"/>
                <a:gd name="connsiteY41" fmla="*/ 63840 h 150023"/>
                <a:gd name="connsiteX42" fmla="*/ 107351 w 183391"/>
                <a:gd name="connsiteY42" fmla="*/ 63840 h 150023"/>
                <a:gd name="connsiteX43" fmla="*/ 100961 w 183391"/>
                <a:gd name="connsiteY43" fmla="*/ 57456 h 150023"/>
                <a:gd name="connsiteX44" fmla="*/ 100961 w 183391"/>
                <a:gd name="connsiteY44" fmla="*/ 34473 h 150023"/>
                <a:gd name="connsiteX45" fmla="*/ 107351 w 183391"/>
                <a:gd name="connsiteY45" fmla="*/ 28089 h 150023"/>
                <a:gd name="connsiteX46" fmla="*/ 125882 w 183391"/>
                <a:gd name="connsiteY46" fmla="*/ 28089 h 150023"/>
                <a:gd name="connsiteX47" fmla="*/ 132272 w 183391"/>
                <a:gd name="connsiteY47" fmla="*/ 34473 h 150023"/>
                <a:gd name="connsiteX48" fmla="*/ 132272 w 183391"/>
                <a:gd name="connsiteY48" fmla="*/ 58094 h 15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83391" h="150023">
                  <a:moveTo>
                    <a:pt x="178918" y="0"/>
                  </a:moveTo>
                  <a:lnTo>
                    <a:pt x="3195" y="0"/>
                  </a:lnTo>
                  <a:cubicBezTo>
                    <a:pt x="1917" y="0"/>
                    <a:pt x="0" y="1915"/>
                    <a:pt x="0" y="5107"/>
                  </a:cubicBezTo>
                  <a:lnTo>
                    <a:pt x="0" y="120019"/>
                  </a:lnTo>
                  <a:cubicBezTo>
                    <a:pt x="0" y="123211"/>
                    <a:pt x="1917" y="125126"/>
                    <a:pt x="3195" y="125126"/>
                  </a:cubicBezTo>
                  <a:lnTo>
                    <a:pt x="118853" y="125126"/>
                  </a:lnTo>
                  <a:cubicBezTo>
                    <a:pt x="118853" y="125126"/>
                    <a:pt x="119492" y="125126"/>
                    <a:pt x="119492" y="125126"/>
                  </a:cubicBezTo>
                  <a:cubicBezTo>
                    <a:pt x="122687" y="124488"/>
                    <a:pt x="125882" y="126403"/>
                    <a:pt x="126521" y="129595"/>
                  </a:cubicBezTo>
                  <a:lnTo>
                    <a:pt x="131633" y="150023"/>
                  </a:lnTo>
                  <a:lnTo>
                    <a:pt x="145690" y="125126"/>
                  </a:lnTo>
                  <a:cubicBezTo>
                    <a:pt x="145690" y="125126"/>
                    <a:pt x="146330" y="124488"/>
                    <a:pt x="146330" y="124488"/>
                  </a:cubicBezTo>
                  <a:cubicBezTo>
                    <a:pt x="146330" y="123849"/>
                    <a:pt x="146969" y="123849"/>
                    <a:pt x="147608" y="123211"/>
                  </a:cubicBezTo>
                  <a:cubicBezTo>
                    <a:pt x="147608" y="123211"/>
                    <a:pt x="148246" y="123211"/>
                    <a:pt x="148246" y="122572"/>
                  </a:cubicBezTo>
                  <a:cubicBezTo>
                    <a:pt x="148885" y="122572"/>
                    <a:pt x="148885" y="121934"/>
                    <a:pt x="149524" y="121934"/>
                  </a:cubicBezTo>
                  <a:cubicBezTo>
                    <a:pt x="149524" y="121934"/>
                    <a:pt x="150164" y="121934"/>
                    <a:pt x="150164" y="121934"/>
                  </a:cubicBezTo>
                  <a:cubicBezTo>
                    <a:pt x="150803" y="121934"/>
                    <a:pt x="150803" y="121934"/>
                    <a:pt x="151441" y="121934"/>
                  </a:cubicBezTo>
                  <a:lnTo>
                    <a:pt x="178918" y="122572"/>
                  </a:lnTo>
                  <a:cubicBezTo>
                    <a:pt x="180196" y="122572"/>
                    <a:pt x="180835" y="121934"/>
                    <a:pt x="181474" y="121296"/>
                  </a:cubicBezTo>
                  <a:cubicBezTo>
                    <a:pt x="182752" y="120019"/>
                    <a:pt x="183391" y="117465"/>
                    <a:pt x="183391" y="115550"/>
                  </a:cubicBezTo>
                  <a:lnTo>
                    <a:pt x="182113" y="5107"/>
                  </a:lnTo>
                  <a:cubicBezTo>
                    <a:pt x="181474" y="1915"/>
                    <a:pt x="180196" y="0"/>
                    <a:pt x="178918" y="0"/>
                  </a:cubicBezTo>
                  <a:close/>
                  <a:moveTo>
                    <a:pt x="84347" y="58094"/>
                  </a:moveTo>
                  <a:cubicBezTo>
                    <a:pt x="84347" y="58094"/>
                    <a:pt x="84347" y="58094"/>
                    <a:pt x="84347" y="58094"/>
                  </a:cubicBezTo>
                  <a:cubicBezTo>
                    <a:pt x="84986" y="89376"/>
                    <a:pt x="65816" y="93206"/>
                    <a:pt x="64538" y="93206"/>
                  </a:cubicBezTo>
                  <a:cubicBezTo>
                    <a:pt x="63899" y="93206"/>
                    <a:pt x="63899" y="93206"/>
                    <a:pt x="63260" y="93206"/>
                  </a:cubicBezTo>
                  <a:cubicBezTo>
                    <a:pt x="60065" y="93206"/>
                    <a:pt x="57509" y="91291"/>
                    <a:pt x="56870" y="88099"/>
                  </a:cubicBezTo>
                  <a:cubicBezTo>
                    <a:pt x="56231" y="84907"/>
                    <a:pt x="58148" y="81715"/>
                    <a:pt x="61982" y="80438"/>
                  </a:cubicBezTo>
                  <a:cubicBezTo>
                    <a:pt x="62621" y="80438"/>
                    <a:pt x="69650" y="77885"/>
                    <a:pt x="70928" y="63840"/>
                  </a:cubicBezTo>
                  <a:lnTo>
                    <a:pt x="60065" y="63840"/>
                  </a:lnTo>
                  <a:cubicBezTo>
                    <a:pt x="56231" y="63840"/>
                    <a:pt x="53675" y="61286"/>
                    <a:pt x="53675" y="57456"/>
                  </a:cubicBezTo>
                  <a:lnTo>
                    <a:pt x="53675" y="34473"/>
                  </a:lnTo>
                  <a:cubicBezTo>
                    <a:pt x="53675" y="30643"/>
                    <a:pt x="56231" y="28089"/>
                    <a:pt x="60065" y="28089"/>
                  </a:cubicBezTo>
                  <a:lnTo>
                    <a:pt x="78596" y="28089"/>
                  </a:lnTo>
                  <a:cubicBezTo>
                    <a:pt x="82430" y="28089"/>
                    <a:pt x="84986" y="30643"/>
                    <a:pt x="84986" y="34473"/>
                  </a:cubicBezTo>
                  <a:lnTo>
                    <a:pt x="84986" y="58094"/>
                  </a:lnTo>
                  <a:close/>
                  <a:moveTo>
                    <a:pt x="132272" y="58094"/>
                  </a:moveTo>
                  <a:cubicBezTo>
                    <a:pt x="132272" y="58094"/>
                    <a:pt x="132272" y="58094"/>
                    <a:pt x="132272" y="58094"/>
                  </a:cubicBezTo>
                  <a:cubicBezTo>
                    <a:pt x="132911" y="89376"/>
                    <a:pt x="113741" y="93206"/>
                    <a:pt x="112463" y="93206"/>
                  </a:cubicBezTo>
                  <a:cubicBezTo>
                    <a:pt x="111824" y="93206"/>
                    <a:pt x="111824" y="93206"/>
                    <a:pt x="111185" y="93206"/>
                  </a:cubicBezTo>
                  <a:cubicBezTo>
                    <a:pt x="107990" y="93206"/>
                    <a:pt x="105434" y="91291"/>
                    <a:pt x="104795" y="88099"/>
                  </a:cubicBezTo>
                  <a:cubicBezTo>
                    <a:pt x="104156" y="84907"/>
                    <a:pt x="106073" y="81715"/>
                    <a:pt x="109907" y="80438"/>
                  </a:cubicBezTo>
                  <a:cubicBezTo>
                    <a:pt x="110546" y="80438"/>
                    <a:pt x="117575" y="77885"/>
                    <a:pt x="118853" y="63840"/>
                  </a:cubicBezTo>
                  <a:lnTo>
                    <a:pt x="107351" y="63840"/>
                  </a:lnTo>
                  <a:cubicBezTo>
                    <a:pt x="103517" y="63840"/>
                    <a:pt x="100961" y="61286"/>
                    <a:pt x="100961" y="57456"/>
                  </a:cubicBezTo>
                  <a:lnTo>
                    <a:pt x="100961" y="34473"/>
                  </a:lnTo>
                  <a:cubicBezTo>
                    <a:pt x="100961" y="30643"/>
                    <a:pt x="103517" y="28089"/>
                    <a:pt x="107351" y="28089"/>
                  </a:cubicBezTo>
                  <a:lnTo>
                    <a:pt x="125882" y="28089"/>
                  </a:lnTo>
                  <a:cubicBezTo>
                    <a:pt x="129716" y="28089"/>
                    <a:pt x="132272" y="30643"/>
                    <a:pt x="132272" y="34473"/>
                  </a:cubicBezTo>
                  <a:lnTo>
                    <a:pt x="132272" y="58094"/>
                  </a:lnTo>
                  <a:close/>
                </a:path>
              </a:pathLst>
            </a:custGeom>
            <a:solidFill>
              <a:srgbClr val="012169"/>
            </a:solidFill>
            <a:ln w="6390" cap="flat">
              <a:noFill/>
              <a:prstDash val="solid"/>
              <a:miter/>
            </a:ln>
          </p:spPr>
          <p:txBody>
            <a:bodyPr rtlCol="0" anchor="ctr"/>
            <a:lstStyle/>
            <a:p>
              <a:endParaRPr lang="en-US"/>
            </a:p>
          </p:txBody>
        </p:sp>
        <p:sp>
          <p:nvSpPr>
            <p:cNvPr id="832" name="Graphic 4">
              <a:extLst>
                <a:ext uri="{FF2B5EF4-FFF2-40B4-BE49-F238E27FC236}">
                  <a16:creationId xmlns:a16="http://schemas.microsoft.com/office/drawing/2014/main" id="{EC06B5C4-09C4-CA48-8BF4-17C1D9314037}"/>
                </a:ext>
              </a:extLst>
            </p:cNvPr>
            <p:cNvSpPr/>
            <p:nvPr/>
          </p:nvSpPr>
          <p:spPr>
            <a:xfrm>
              <a:off x="2156603" y="1557215"/>
              <a:ext cx="5750" cy="10214"/>
            </a:xfrm>
            <a:custGeom>
              <a:avLst/>
              <a:gdLst>
                <a:gd name="connsiteX0" fmla="*/ 0 w 5750"/>
                <a:gd name="connsiteY0" fmla="*/ 0 h 10214"/>
                <a:gd name="connsiteX1" fmla="*/ 5751 w 5750"/>
                <a:gd name="connsiteY1" fmla="*/ 0 h 10214"/>
                <a:gd name="connsiteX2" fmla="*/ 5751 w 5750"/>
                <a:gd name="connsiteY2" fmla="*/ 10214 h 10214"/>
                <a:gd name="connsiteX3" fmla="*/ 0 w 5750"/>
                <a:gd name="connsiteY3" fmla="*/ 10214 h 10214"/>
              </a:gdLst>
              <a:ahLst/>
              <a:cxnLst>
                <a:cxn ang="0">
                  <a:pos x="connsiteX0" y="connsiteY0"/>
                </a:cxn>
                <a:cxn ang="0">
                  <a:pos x="connsiteX1" y="connsiteY1"/>
                </a:cxn>
                <a:cxn ang="0">
                  <a:pos x="connsiteX2" y="connsiteY2"/>
                </a:cxn>
                <a:cxn ang="0">
                  <a:pos x="connsiteX3" y="connsiteY3"/>
                </a:cxn>
              </a:cxnLst>
              <a:rect l="l" t="t" r="r" b="b"/>
              <a:pathLst>
                <a:path w="5750" h="10214">
                  <a:moveTo>
                    <a:pt x="0" y="0"/>
                  </a:moveTo>
                  <a:lnTo>
                    <a:pt x="5751" y="0"/>
                  </a:lnTo>
                  <a:lnTo>
                    <a:pt x="5751" y="10214"/>
                  </a:lnTo>
                  <a:lnTo>
                    <a:pt x="0" y="10214"/>
                  </a:lnTo>
                  <a:close/>
                </a:path>
              </a:pathLst>
            </a:custGeom>
            <a:solidFill>
              <a:srgbClr val="012169"/>
            </a:solidFill>
            <a:ln w="6390" cap="flat">
              <a:noFill/>
              <a:prstDash val="solid"/>
              <a:miter/>
            </a:ln>
          </p:spPr>
          <p:txBody>
            <a:bodyPr rtlCol="0" anchor="ctr"/>
            <a:lstStyle/>
            <a:p>
              <a:endParaRPr lang="en-US"/>
            </a:p>
          </p:txBody>
        </p:sp>
        <p:sp>
          <p:nvSpPr>
            <p:cNvPr id="833" name="Graphic 4">
              <a:extLst>
                <a:ext uri="{FF2B5EF4-FFF2-40B4-BE49-F238E27FC236}">
                  <a16:creationId xmlns:a16="http://schemas.microsoft.com/office/drawing/2014/main" id="{32CA35B0-6027-FC48-A5AC-4BDDCCAEA608}"/>
                </a:ext>
              </a:extLst>
            </p:cNvPr>
            <p:cNvSpPr/>
            <p:nvPr/>
          </p:nvSpPr>
          <p:spPr>
            <a:xfrm>
              <a:off x="2108679" y="1557215"/>
              <a:ext cx="5750" cy="10214"/>
            </a:xfrm>
            <a:custGeom>
              <a:avLst/>
              <a:gdLst>
                <a:gd name="connsiteX0" fmla="*/ 0 w 5750"/>
                <a:gd name="connsiteY0" fmla="*/ 0 h 10214"/>
                <a:gd name="connsiteX1" fmla="*/ 5751 w 5750"/>
                <a:gd name="connsiteY1" fmla="*/ 0 h 10214"/>
                <a:gd name="connsiteX2" fmla="*/ 5751 w 5750"/>
                <a:gd name="connsiteY2" fmla="*/ 10214 h 10214"/>
                <a:gd name="connsiteX3" fmla="*/ 0 w 5750"/>
                <a:gd name="connsiteY3" fmla="*/ 10214 h 10214"/>
              </a:gdLst>
              <a:ahLst/>
              <a:cxnLst>
                <a:cxn ang="0">
                  <a:pos x="connsiteX0" y="connsiteY0"/>
                </a:cxn>
                <a:cxn ang="0">
                  <a:pos x="connsiteX1" y="connsiteY1"/>
                </a:cxn>
                <a:cxn ang="0">
                  <a:pos x="connsiteX2" y="connsiteY2"/>
                </a:cxn>
                <a:cxn ang="0">
                  <a:pos x="connsiteX3" y="connsiteY3"/>
                </a:cxn>
              </a:cxnLst>
              <a:rect l="l" t="t" r="r" b="b"/>
              <a:pathLst>
                <a:path w="5750" h="10214">
                  <a:moveTo>
                    <a:pt x="0" y="0"/>
                  </a:moveTo>
                  <a:lnTo>
                    <a:pt x="5751" y="0"/>
                  </a:lnTo>
                  <a:lnTo>
                    <a:pt x="5751" y="10214"/>
                  </a:lnTo>
                  <a:lnTo>
                    <a:pt x="0" y="10214"/>
                  </a:lnTo>
                  <a:close/>
                </a:path>
              </a:pathLst>
            </a:custGeom>
            <a:solidFill>
              <a:srgbClr val="012169"/>
            </a:solidFill>
            <a:ln w="6390" cap="flat">
              <a:noFill/>
              <a:prstDash val="solid"/>
              <a:miter/>
            </a:ln>
          </p:spPr>
          <p:txBody>
            <a:bodyPr rtlCol="0" anchor="ctr"/>
            <a:lstStyle/>
            <a:p>
              <a:endParaRPr lang="en-US"/>
            </a:p>
          </p:txBody>
        </p:sp>
        <p:sp>
          <p:nvSpPr>
            <p:cNvPr id="834" name="Graphic 4">
              <a:extLst>
                <a:ext uri="{FF2B5EF4-FFF2-40B4-BE49-F238E27FC236}">
                  <a16:creationId xmlns:a16="http://schemas.microsoft.com/office/drawing/2014/main" id="{C8D0B8CE-5C99-8040-897C-E3B89031B0BF}"/>
                </a:ext>
              </a:extLst>
            </p:cNvPr>
            <p:cNvSpPr/>
            <p:nvPr/>
          </p:nvSpPr>
          <p:spPr>
            <a:xfrm>
              <a:off x="1952764"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79879 w 361670"/>
                <a:gd name="connsiteY5" fmla="*/ 243868 h 361333"/>
                <a:gd name="connsiteX6" fmla="*/ 267738 w 361670"/>
                <a:gd name="connsiteY6" fmla="*/ 248975 h 361333"/>
                <a:gd name="connsiteX7" fmla="*/ 244095 w 361670"/>
                <a:gd name="connsiteY7" fmla="*/ 248337 h 361333"/>
                <a:gd name="connsiteX8" fmla="*/ 224287 w 361670"/>
                <a:gd name="connsiteY8" fmla="*/ 284087 h 361333"/>
                <a:gd name="connsiteX9" fmla="*/ 223648 w 361670"/>
                <a:gd name="connsiteY9" fmla="*/ 284726 h 361333"/>
                <a:gd name="connsiteX10" fmla="*/ 223009 w 361670"/>
                <a:gd name="connsiteY10" fmla="*/ 285364 h 361333"/>
                <a:gd name="connsiteX11" fmla="*/ 221731 w 361670"/>
                <a:gd name="connsiteY11" fmla="*/ 286002 h 361333"/>
                <a:gd name="connsiteX12" fmla="*/ 221092 w 361670"/>
                <a:gd name="connsiteY12" fmla="*/ 286641 h 361333"/>
                <a:gd name="connsiteX13" fmla="*/ 219175 w 361670"/>
                <a:gd name="connsiteY13" fmla="*/ 287279 h 361333"/>
                <a:gd name="connsiteX14" fmla="*/ 219175 w 361670"/>
                <a:gd name="connsiteY14" fmla="*/ 287279 h 361333"/>
                <a:gd name="connsiteX15" fmla="*/ 217897 w 361670"/>
                <a:gd name="connsiteY15" fmla="*/ 287279 h 361333"/>
                <a:gd name="connsiteX16" fmla="*/ 215980 w 361670"/>
                <a:gd name="connsiteY16" fmla="*/ 287279 h 361333"/>
                <a:gd name="connsiteX17" fmla="*/ 215341 w 361670"/>
                <a:gd name="connsiteY17" fmla="*/ 287279 h 361333"/>
                <a:gd name="connsiteX18" fmla="*/ 214702 w 361670"/>
                <a:gd name="connsiteY18" fmla="*/ 287279 h 361333"/>
                <a:gd name="connsiteX19" fmla="*/ 214702 w 361670"/>
                <a:gd name="connsiteY19" fmla="*/ 287279 h 361333"/>
                <a:gd name="connsiteX20" fmla="*/ 213424 w 361670"/>
                <a:gd name="connsiteY20" fmla="*/ 286002 h 361333"/>
                <a:gd name="connsiteX21" fmla="*/ 212785 w 361670"/>
                <a:gd name="connsiteY21" fmla="*/ 285364 h 361333"/>
                <a:gd name="connsiteX22" fmla="*/ 212146 w 361670"/>
                <a:gd name="connsiteY22" fmla="*/ 284087 h 361333"/>
                <a:gd name="connsiteX23" fmla="*/ 212146 w 361670"/>
                <a:gd name="connsiteY23" fmla="*/ 283449 h 361333"/>
                <a:gd name="connsiteX24" fmla="*/ 212146 w 361670"/>
                <a:gd name="connsiteY24" fmla="*/ 283449 h 361333"/>
                <a:gd name="connsiteX25" fmla="*/ 204478 w 361670"/>
                <a:gd name="connsiteY25" fmla="*/ 252167 h 361333"/>
                <a:gd name="connsiteX26" fmla="*/ 92654 w 361670"/>
                <a:gd name="connsiteY26" fmla="*/ 252167 h 361333"/>
                <a:gd name="connsiteX27" fmla="*/ 76679 w 361670"/>
                <a:gd name="connsiteY27" fmla="*/ 234292 h 361333"/>
                <a:gd name="connsiteX28" fmla="*/ 76679 w 361670"/>
                <a:gd name="connsiteY28" fmla="*/ 119380 h 361333"/>
                <a:gd name="connsiteX29" fmla="*/ 92654 w 361670"/>
                <a:gd name="connsiteY29" fmla="*/ 101505 h 361333"/>
                <a:gd name="connsiteX30" fmla="*/ 268377 w 361670"/>
                <a:gd name="connsiteY30" fmla="*/ 101505 h 361333"/>
                <a:gd name="connsiteX31" fmla="*/ 284352 w 361670"/>
                <a:gd name="connsiteY31" fmla="*/ 119380 h 361333"/>
                <a:gd name="connsiteX32" fmla="*/ 285630 w 361670"/>
                <a:gd name="connsiteY32" fmla="*/ 229823 h 361333"/>
                <a:gd name="connsiteX33" fmla="*/ 279879 w 361670"/>
                <a:gd name="connsiteY33" fmla="*/ 24386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279879" y="243868"/>
                  </a:moveTo>
                  <a:cubicBezTo>
                    <a:pt x="276684" y="247060"/>
                    <a:pt x="272211" y="248975"/>
                    <a:pt x="267738" y="248975"/>
                  </a:cubicBezTo>
                  <a:lnTo>
                    <a:pt x="244095" y="248337"/>
                  </a:lnTo>
                  <a:lnTo>
                    <a:pt x="224287" y="284087"/>
                  </a:lnTo>
                  <a:cubicBezTo>
                    <a:pt x="224287" y="284087"/>
                    <a:pt x="224287" y="284087"/>
                    <a:pt x="223648" y="284726"/>
                  </a:cubicBezTo>
                  <a:cubicBezTo>
                    <a:pt x="223648" y="284726"/>
                    <a:pt x="223648" y="285364"/>
                    <a:pt x="223009" y="285364"/>
                  </a:cubicBezTo>
                  <a:cubicBezTo>
                    <a:pt x="223009" y="286002"/>
                    <a:pt x="222370" y="286002"/>
                    <a:pt x="221731" y="286002"/>
                  </a:cubicBezTo>
                  <a:cubicBezTo>
                    <a:pt x="221731" y="286002"/>
                    <a:pt x="221731" y="286002"/>
                    <a:pt x="221092" y="286641"/>
                  </a:cubicBezTo>
                  <a:cubicBezTo>
                    <a:pt x="220453" y="287279"/>
                    <a:pt x="219814" y="287279"/>
                    <a:pt x="219175" y="287279"/>
                  </a:cubicBezTo>
                  <a:cubicBezTo>
                    <a:pt x="219175" y="287279"/>
                    <a:pt x="219175" y="287279"/>
                    <a:pt x="219175" y="287279"/>
                  </a:cubicBezTo>
                  <a:cubicBezTo>
                    <a:pt x="218536" y="287279"/>
                    <a:pt x="217897" y="287279"/>
                    <a:pt x="217897" y="287279"/>
                  </a:cubicBezTo>
                  <a:cubicBezTo>
                    <a:pt x="217258" y="287279"/>
                    <a:pt x="216619" y="287279"/>
                    <a:pt x="215980" y="287279"/>
                  </a:cubicBezTo>
                  <a:cubicBezTo>
                    <a:pt x="215980" y="287279"/>
                    <a:pt x="215341" y="287279"/>
                    <a:pt x="215341" y="287279"/>
                  </a:cubicBezTo>
                  <a:cubicBezTo>
                    <a:pt x="215341" y="287279"/>
                    <a:pt x="214702" y="287279"/>
                    <a:pt x="214702" y="287279"/>
                  </a:cubicBezTo>
                  <a:cubicBezTo>
                    <a:pt x="214702" y="287279"/>
                    <a:pt x="214702" y="287279"/>
                    <a:pt x="214702" y="287279"/>
                  </a:cubicBezTo>
                  <a:cubicBezTo>
                    <a:pt x="214063" y="287279"/>
                    <a:pt x="214063" y="286641"/>
                    <a:pt x="213424" y="286002"/>
                  </a:cubicBezTo>
                  <a:cubicBezTo>
                    <a:pt x="213424" y="286002"/>
                    <a:pt x="212785" y="285364"/>
                    <a:pt x="212785" y="285364"/>
                  </a:cubicBezTo>
                  <a:cubicBezTo>
                    <a:pt x="212146" y="284726"/>
                    <a:pt x="212146" y="284726"/>
                    <a:pt x="212146" y="284087"/>
                  </a:cubicBezTo>
                  <a:cubicBezTo>
                    <a:pt x="212146" y="284087"/>
                    <a:pt x="212146" y="283449"/>
                    <a:pt x="212146" y="283449"/>
                  </a:cubicBezTo>
                  <a:cubicBezTo>
                    <a:pt x="212146" y="283449"/>
                    <a:pt x="212146" y="283449"/>
                    <a:pt x="212146" y="283449"/>
                  </a:cubicBezTo>
                  <a:lnTo>
                    <a:pt x="204478" y="252167"/>
                  </a:lnTo>
                  <a:lnTo>
                    <a:pt x="92654" y="252167"/>
                  </a:lnTo>
                  <a:cubicBezTo>
                    <a:pt x="83708" y="252167"/>
                    <a:pt x="76679" y="244506"/>
                    <a:pt x="76679" y="234292"/>
                  </a:cubicBezTo>
                  <a:lnTo>
                    <a:pt x="76679" y="119380"/>
                  </a:lnTo>
                  <a:cubicBezTo>
                    <a:pt x="76679" y="109804"/>
                    <a:pt x="83708" y="101505"/>
                    <a:pt x="92654" y="101505"/>
                  </a:cubicBezTo>
                  <a:lnTo>
                    <a:pt x="268377" y="101505"/>
                  </a:lnTo>
                  <a:cubicBezTo>
                    <a:pt x="277323" y="101505"/>
                    <a:pt x="284352" y="109166"/>
                    <a:pt x="284352" y="119380"/>
                  </a:cubicBezTo>
                  <a:lnTo>
                    <a:pt x="285630" y="229823"/>
                  </a:lnTo>
                  <a:cubicBezTo>
                    <a:pt x="285630" y="234292"/>
                    <a:pt x="283713" y="240038"/>
                    <a:pt x="279879" y="243868"/>
                  </a:cubicBezTo>
                  <a:close/>
                </a:path>
              </a:pathLst>
            </a:custGeom>
            <a:solidFill>
              <a:srgbClr val="012169"/>
            </a:solidFill>
            <a:ln w="6390" cap="flat">
              <a:noFill/>
              <a:prstDash val="solid"/>
              <a:miter/>
            </a:ln>
          </p:spPr>
          <p:txBody>
            <a:bodyPr rtlCol="0" anchor="ctr"/>
            <a:lstStyle/>
            <a:p>
              <a:endParaRPr lang="en-US"/>
            </a:p>
          </p:txBody>
        </p:sp>
      </p:grpSp>
      <p:grpSp>
        <p:nvGrpSpPr>
          <p:cNvPr id="835" name="Graphic 4">
            <a:extLst>
              <a:ext uri="{FF2B5EF4-FFF2-40B4-BE49-F238E27FC236}">
                <a16:creationId xmlns:a16="http://schemas.microsoft.com/office/drawing/2014/main" id="{9D45355C-C061-8649-8688-04A69D8BBBAF}"/>
              </a:ext>
            </a:extLst>
          </p:cNvPr>
          <p:cNvGrpSpPr>
            <a:grpSpLocks noChangeAspect="1"/>
          </p:cNvGrpSpPr>
          <p:nvPr/>
        </p:nvGrpSpPr>
        <p:grpSpPr>
          <a:xfrm>
            <a:off x="1515054" y="3824168"/>
            <a:ext cx="361670" cy="361333"/>
            <a:chOff x="1515054" y="3824168"/>
            <a:chExt cx="361670" cy="361333"/>
          </a:xfrm>
          <a:solidFill>
            <a:srgbClr val="012169"/>
          </a:solidFill>
        </p:grpSpPr>
        <p:sp>
          <p:nvSpPr>
            <p:cNvPr id="836" name="Graphic 4">
              <a:extLst>
                <a:ext uri="{FF2B5EF4-FFF2-40B4-BE49-F238E27FC236}">
                  <a16:creationId xmlns:a16="http://schemas.microsoft.com/office/drawing/2014/main" id="{373D40FC-F39A-2844-9FAD-1F8D2ABCC945}"/>
                </a:ext>
              </a:extLst>
            </p:cNvPr>
            <p:cNvSpPr/>
            <p:nvPr/>
          </p:nvSpPr>
          <p:spPr>
            <a:xfrm>
              <a:off x="1515054"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1076"/>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837" name="Graphic 4">
              <a:extLst>
                <a:ext uri="{FF2B5EF4-FFF2-40B4-BE49-F238E27FC236}">
                  <a16:creationId xmlns:a16="http://schemas.microsoft.com/office/drawing/2014/main" id="{EB64B07E-B3DA-8F4E-947C-B6F01EE0524D}"/>
                </a:ext>
              </a:extLst>
            </p:cNvPr>
            <p:cNvSpPr/>
            <p:nvPr/>
          </p:nvSpPr>
          <p:spPr>
            <a:xfrm>
              <a:off x="1658827" y="3995258"/>
              <a:ext cx="12779" cy="12768"/>
            </a:xfrm>
            <a:custGeom>
              <a:avLst/>
              <a:gdLst>
                <a:gd name="connsiteX0" fmla="*/ 1917 w 12779"/>
                <a:gd name="connsiteY0" fmla="*/ 10853 h 12768"/>
                <a:gd name="connsiteX1" fmla="*/ 3834 w 12779"/>
                <a:gd name="connsiteY1" fmla="*/ 12130 h 12768"/>
                <a:gd name="connsiteX2" fmla="*/ 6390 w 12779"/>
                <a:gd name="connsiteY2" fmla="*/ 12768 h 12768"/>
                <a:gd name="connsiteX3" fmla="*/ 8946 w 12779"/>
                <a:gd name="connsiteY3" fmla="*/ 12130 h 12768"/>
                <a:gd name="connsiteX4" fmla="*/ 10863 w 12779"/>
                <a:gd name="connsiteY4" fmla="*/ 10853 h 12768"/>
                <a:gd name="connsiteX5" fmla="*/ 12780 w 12779"/>
                <a:gd name="connsiteY5" fmla="*/ 6384 h 12768"/>
                <a:gd name="connsiteX6" fmla="*/ 12141 w 12779"/>
                <a:gd name="connsiteY6" fmla="*/ 3830 h 12768"/>
                <a:gd name="connsiteX7" fmla="*/ 10863 w 12779"/>
                <a:gd name="connsiteY7" fmla="*/ 1915 h 12768"/>
                <a:gd name="connsiteX8" fmla="*/ 1917 w 12779"/>
                <a:gd name="connsiteY8" fmla="*/ 1915 h 12768"/>
                <a:gd name="connsiteX9" fmla="*/ 639 w 12779"/>
                <a:gd name="connsiteY9" fmla="*/ 3830 h 12768"/>
                <a:gd name="connsiteX10" fmla="*/ 0 w 12779"/>
                <a:gd name="connsiteY10" fmla="*/ 6384 h 12768"/>
                <a:gd name="connsiteX11" fmla="*/ 639 w 12779"/>
                <a:gd name="connsiteY11" fmla="*/ 8938 h 12768"/>
                <a:gd name="connsiteX12" fmla="*/ 1917 w 12779"/>
                <a:gd name="connsiteY12" fmla="*/ 10853 h 1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79" h="12768">
                  <a:moveTo>
                    <a:pt x="1917" y="10853"/>
                  </a:moveTo>
                  <a:cubicBezTo>
                    <a:pt x="2556" y="11491"/>
                    <a:pt x="3195" y="12130"/>
                    <a:pt x="3834" y="12130"/>
                  </a:cubicBezTo>
                  <a:cubicBezTo>
                    <a:pt x="4473" y="12768"/>
                    <a:pt x="5751" y="12768"/>
                    <a:pt x="6390" y="12768"/>
                  </a:cubicBezTo>
                  <a:cubicBezTo>
                    <a:pt x="7029" y="12768"/>
                    <a:pt x="8307" y="12768"/>
                    <a:pt x="8946" y="12130"/>
                  </a:cubicBezTo>
                  <a:cubicBezTo>
                    <a:pt x="9585" y="12130"/>
                    <a:pt x="10224" y="11491"/>
                    <a:pt x="10863" y="10853"/>
                  </a:cubicBezTo>
                  <a:cubicBezTo>
                    <a:pt x="12141" y="9576"/>
                    <a:pt x="12780" y="8299"/>
                    <a:pt x="12780" y="6384"/>
                  </a:cubicBezTo>
                  <a:cubicBezTo>
                    <a:pt x="12780" y="5746"/>
                    <a:pt x="12780" y="4469"/>
                    <a:pt x="12141" y="3830"/>
                  </a:cubicBezTo>
                  <a:cubicBezTo>
                    <a:pt x="12141" y="3192"/>
                    <a:pt x="11502" y="2554"/>
                    <a:pt x="10863" y="1915"/>
                  </a:cubicBezTo>
                  <a:cubicBezTo>
                    <a:pt x="8307" y="-638"/>
                    <a:pt x="4473" y="-638"/>
                    <a:pt x="1917" y="1915"/>
                  </a:cubicBezTo>
                  <a:cubicBezTo>
                    <a:pt x="1278" y="2554"/>
                    <a:pt x="639" y="3192"/>
                    <a:pt x="639" y="3830"/>
                  </a:cubicBezTo>
                  <a:cubicBezTo>
                    <a:pt x="639" y="4469"/>
                    <a:pt x="0" y="5107"/>
                    <a:pt x="0" y="6384"/>
                  </a:cubicBezTo>
                  <a:cubicBezTo>
                    <a:pt x="0" y="7022"/>
                    <a:pt x="0" y="8299"/>
                    <a:pt x="639" y="8938"/>
                  </a:cubicBezTo>
                  <a:cubicBezTo>
                    <a:pt x="1278" y="9576"/>
                    <a:pt x="1278" y="10214"/>
                    <a:pt x="1917" y="10853"/>
                  </a:cubicBezTo>
                  <a:close/>
                </a:path>
              </a:pathLst>
            </a:custGeom>
            <a:solidFill>
              <a:srgbClr val="012169"/>
            </a:solidFill>
            <a:ln w="6390" cap="flat">
              <a:noFill/>
              <a:prstDash val="solid"/>
              <a:miter/>
            </a:ln>
          </p:spPr>
          <p:txBody>
            <a:bodyPr rtlCol="0" anchor="ctr"/>
            <a:lstStyle/>
            <a:p>
              <a:endParaRPr lang="en-US"/>
            </a:p>
          </p:txBody>
        </p:sp>
        <p:sp>
          <p:nvSpPr>
            <p:cNvPr id="838" name="Graphic 4">
              <a:extLst>
                <a:ext uri="{FF2B5EF4-FFF2-40B4-BE49-F238E27FC236}">
                  <a16:creationId xmlns:a16="http://schemas.microsoft.com/office/drawing/2014/main" id="{1EF9DA49-E1B5-E64E-B515-8A4586F3AEE1}"/>
                </a:ext>
              </a:extLst>
            </p:cNvPr>
            <p:cNvSpPr/>
            <p:nvPr/>
          </p:nvSpPr>
          <p:spPr>
            <a:xfrm>
              <a:off x="1689499" y="3995418"/>
              <a:ext cx="12779" cy="12608"/>
            </a:xfrm>
            <a:custGeom>
              <a:avLst/>
              <a:gdLst>
                <a:gd name="connsiteX0" fmla="*/ 3834 w 12779"/>
                <a:gd name="connsiteY0" fmla="*/ 11970 h 12608"/>
                <a:gd name="connsiteX1" fmla="*/ 6390 w 12779"/>
                <a:gd name="connsiteY1" fmla="*/ 12608 h 12608"/>
                <a:gd name="connsiteX2" fmla="*/ 8946 w 12779"/>
                <a:gd name="connsiteY2" fmla="*/ 11970 h 12608"/>
                <a:gd name="connsiteX3" fmla="*/ 10863 w 12779"/>
                <a:gd name="connsiteY3" fmla="*/ 10693 h 12608"/>
                <a:gd name="connsiteX4" fmla="*/ 12780 w 12779"/>
                <a:gd name="connsiteY4" fmla="*/ 6224 h 12608"/>
                <a:gd name="connsiteX5" fmla="*/ 10863 w 12779"/>
                <a:gd name="connsiteY5" fmla="*/ 1756 h 12608"/>
                <a:gd name="connsiteX6" fmla="*/ 8946 w 12779"/>
                <a:gd name="connsiteY6" fmla="*/ 479 h 12608"/>
                <a:gd name="connsiteX7" fmla="*/ 3834 w 12779"/>
                <a:gd name="connsiteY7" fmla="*/ 479 h 12608"/>
                <a:gd name="connsiteX8" fmla="*/ 1917 w 12779"/>
                <a:gd name="connsiteY8" fmla="*/ 1756 h 12608"/>
                <a:gd name="connsiteX9" fmla="*/ 0 w 12779"/>
                <a:gd name="connsiteY9" fmla="*/ 6224 h 12608"/>
                <a:gd name="connsiteX10" fmla="*/ 1917 w 12779"/>
                <a:gd name="connsiteY10" fmla="*/ 10693 h 12608"/>
                <a:gd name="connsiteX11" fmla="*/ 3834 w 12779"/>
                <a:gd name="connsiteY11" fmla="*/ 11970 h 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79" h="12608">
                  <a:moveTo>
                    <a:pt x="3834" y="11970"/>
                  </a:moveTo>
                  <a:cubicBezTo>
                    <a:pt x="4473" y="11970"/>
                    <a:pt x="5112" y="12608"/>
                    <a:pt x="6390" y="12608"/>
                  </a:cubicBezTo>
                  <a:cubicBezTo>
                    <a:pt x="7668" y="12608"/>
                    <a:pt x="8307" y="12608"/>
                    <a:pt x="8946" y="11970"/>
                  </a:cubicBezTo>
                  <a:cubicBezTo>
                    <a:pt x="9585" y="11332"/>
                    <a:pt x="10224" y="11332"/>
                    <a:pt x="10863" y="10693"/>
                  </a:cubicBezTo>
                  <a:cubicBezTo>
                    <a:pt x="12141" y="9416"/>
                    <a:pt x="12780" y="8140"/>
                    <a:pt x="12780" y="6224"/>
                  </a:cubicBezTo>
                  <a:cubicBezTo>
                    <a:pt x="12780" y="4309"/>
                    <a:pt x="12141" y="3032"/>
                    <a:pt x="10863" y="1756"/>
                  </a:cubicBezTo>
                  <a:cubicBezTo>
                    <a:pt x="10224" y="1117"/>
                    <a:pt x="9585" y="479"/>
                    <a:pt x="8946" y="479"/>
                  </a:cubicBezTo>
                  <a:cubicBezTo>
                    <a:pt x="7668" y="-160"/>
                    <a:pt x="5751" y="-160"/>
                    <a:pt x="3834" y="479"/>
                  </a:cubicBezTo>
                  <a:cubicBezTo>
                    <a:pt x="3195" y="479"/>
                    <a:pt x="2556" y="1117"/>
                    <a:pt x="1917" y="1756"/>
                  </a:cubicBezTo>
                  <a:cubicBezTo>
                    <a:pt x="639" y="3032"/>
                    <a:pt x="0" y="4309"/>
                    <a:pt x="0" y="6224"/>
                  </a:cubicBezTo>
                  <a:cubicBezTo>
                    <a:pt x="0" y="8140"/>
                    <a:pt x="639" y="9416"/>
                    <a:pt x="1917" y="10693"/>
                  </a:cubicBezTo>
                  <a:cubicBezTo>
                    <a:pt x="2556" y="11332"/>
                    <a:pt x="3195" y="11970"/>
                    <a:pt x="3834" y="11970"/>
                  </a:cubicBezTo>
                  <a:close/>
                </a:path>
              </a:pathLst>
            </a:custGeom>
            <a:solidFill>
              <a:srgbClr val="012169"/>
            </a:solidFill>
            <a:ln w="6390" cap="flat">
              <a:noFill/>
              <a:prstDash val="solid"/>
              <a:miter/>
            </a:ln>
          </p:spPr>
          <p:txBody>
            <a:bodyPr rtlCol="0" anchor="ctr"/>
            <a:lstStyle/>
            <a:p>
              <a:endParaRPr lang="en-US"/>
            </a:p>
          </p:txBody>
        </p:sp>
        <p:sp>
          <p:nvSpPr>
            <p:cNvPr id="839" name="Graphic 4">
              <a:extLst>
                <a:ext uri="{FF2B5EF4-FFF2-40B4-BE49-F238E27FC236}">
                  <a16:creationId xmlns:a16="http://schemas.microsoft.com/office/drawing/2014/main" id="{52ED7836-AF32-3B40-B9B5-4830F81DE759}"/>
                </a:ext>
              </a:extLst>
            </p:cNvPr>
            <p:cNvSpPr/>
            <p:nvPr/>
          </p:nvSpPr>
          <p:spPr>
            <a:xfrm>
              <a:off x="1719532" y="3995258"/>
              <a:ext cx="12779" cy="12768"/>
            </a:xfrm>
            <a:custGeom>
              <a:avLst/>
              <a:gdLst>
                <a:gd name="connsiteX0" fmla="*/ 1917 w 12779"/>
                <a:gd name="connsiteY0" fmla="*/ 10853 h 12768"/>
                <a:gd name="connsiteX1" fmla="*/ 6390 w 12779"/>
                <a:gd name="connsiteY1" fmla="*/ 12768 h 12768"/>
                <a:gd name="connsiteX2" fmla="*/ 8946 w 12779"/>
                <a:gd name="connsiteY2" fmla="*/ 12130 h 12768"/>
                <a:gd name="connsiteX3" fmla="*/ 10863 w 12779"/>
                <a:gd name="connsiteY3" fmla="*/ 10853 h 12768"/>
                <a:gd name="connsiteX4" fmla="*/ 12141 w 12779"/>
                <a:gd name="connsiteY4" fmla="*/ 8938 h 12768"/>
                <a:gd name="connsiteX5" fmla="*/ 12780 w 12779"/>
                <a:gd name="connsiteY5" fmla="*/ 6384 h 12768"/>
                <a:gd name="connsiteX6" fmla="*/ 10863 w 12779"/>
                <a:gd name="connsiteY6" fmla="*/ 1915 h 12768"/>
                <a:gd name="connsiteX7" fmla="*/ 1917 w 12779"/>
                <a:gd name="connsiteY7" fmla="*/ 1915 h 12768"/>
                <a:gd name="connsiteX8" fmla="*/ 0 w 12779"/>
                <a:gd name="connsiteY8" fmla="*/ 6384 h 12768"/>
                <a:gd name="connsiteX9" fmla="*/ 639 w 12779"/>
                <a:gd name="connsiteY9" fmla="*/ 8938 h 12768"/>
                <a:gd name="connsiteX10" fmla="*/ 1917 w 12779"/>
                <a:gd name="connsiteY10" fmla="*/ 10853 h 1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9" h="12768">
                  <a:moveTo>
                    <a:pt x="1917" y="10853"/>
                  </a:moveTo>
                  <a:cubicBezTo>
                    <a:pt x="3195" y="12130"/>
                    <a:pt x="4473" y="12768"/>
                    <a:pt x="6390" y="12768"/>
                  </a:cubicBezTo>
                  <a:cubicBezTo>
                    <a:pt x="7029" y="12768"/>
                    <a:pt x="8307" y="12768"/>
                    <a:pt x="8946" y="12130"/>
                  </a:cubicBezTo>
                  <a:cubicBezTo>
                    <a:pt x="9585" y="11491"/>
                    <a:pt x="10224" y="11491"/>
                    <a:pt x="10863" y="10853"/>
                  </a:cubicBezTo>
                  <a:cubicBezTo>
                    <a:pt x="11502" y="10214"/>
                    <a:pt x="12141" y="9576"/>
                    <a:pt x="12141" y="8938"/>
                  </a:cubicBezTo>
                  <a:cubicBezTo>
                    <a:pt x="12141" y="8299"/>
                    <a:pt x="12780" y="7661"/>
                    <a:pt x="12780" y="6384"/>
                  </a:cubicBezTo>
                  <a:cubicBezTo>
                    <a:pt x="12780" y="4469"/>
                    <a:pt x="12141" y="3192"/>
                    <a:pt x="10863" y="1915"/>
                  </a:cubicBezTo>
                  <a:cubicBezTo>
                    <a:pt x="8307" y="-638"/>
                    <a:pt x="4473" y="-638"/>
                    <a:pt x="1917" y="1915"/>
                  </a:cubicBezTo>
                  <a:cubicBezTo>
                    <a:pt x="639" y="3192"/>
                    <a:pt x="0" y="4469"/>
                    <a:pt x="0" y="6384"/>
                  </a:cubicBezTo>
                  <a:cubicBezTo>
                    <a:pt x="0" y="7022"/>
                    <a:pt x="0" y="8299"/>
                    <a:pt x="639" y="8938"/>
                  </a:cubicBezTo>
                  <a:cubicBezTo>
                    <a:pt x="1278" y="9576"/>
                    <a:pt x="1278" y="10214"/>
                    <a:pt x="1917" y="10853"/>
                  </a:cubicBezTo>
                  <a:close/>
                </a:path>
              </a:pathLst>
            </a:custGeom>
            <a:solidFill>
              <a:srgbClr val="012169"/>
            </a:solidFill>
            <a:ln w="6390" cap="flat">
              <a:noFill/>
              <a:prstDash val="solid"/>
              <a:miter/>
            </a:ln>
          </p:spPr>
          <p:txBody>
            <a:bodyPr rtlCol="0" anchor="ctr"/>
            <a:lstStyle/>
            <a:p>
              <a:endParaRPr lang="en-US"/>
            </a:p>
          </p:txBody>
        </p:sp>
        <p:sp>
          <p:nvSpPr>
            <p:cNvPr id="840" name="Graphic 4">
              <a:extLst>
                <a:ext uri="{FF2B5EF4-FFF2-40B4-BE49-F238E27FC236}">
                  <a16:creationId xmlns:a16="http://schemas.microsoft.com/office/drawing/2014/main" id="{0904ABB8-7594-8D44-B7F0-31F5EC7507CF}"/>
                </a:ext>
              </a:extLst>
            </p:cNvPr>
            <p:cNvSpPr/>
            <p:nvPr/>
          </p:nvSpPr>
          <p:spPr>
            <a:xfrm>
              <a:off x="1582787" y="3926950"/>
              <a:ext cx="225564" cy="194711"/>
            </a:xfrm>
            <a:custGeom>
              <a:avLst/>
              <a:gdLst>
                <a:gd name="connsiteX0" fmla="*/ 219175 w 225564"/>
                <a:gd name="connsiteY0" fmla="*/ 0 h 194711"/>
                <a:gd name="connsiteX1" fmla="*/ 6390 w 225564"/>
                <a:gd name="connsiteY1" fmla="*/ 0 h 194711"/>
                <a:gd name="connsiteX2" fmla="*/ 0 w 225564"/>
                <a:gd name="connsiteY2" fmla="*/ 6384 h 194711"/>
                <a:gd name="connsiteX3" fmla="*/ 0 w 225564"/>
                <a:gd name="connsiteY3" fmla="*/ 143001 h 194711"/>
                <a:gd name="connsiteX4" fmla="*/ 6390 w 225564"/>
                <a:gd name="connsiteY4" fmla="*/ 149385 h 194711"/>
                <a:gd name="connsiteX5" fmla="*/ 37701 w 225564"/>
                <a:gd name="connsiteY5" fmla="*/ 149385 h 194711"/>
                <a:gd name="connsiteX6" fmla="*/ 37701 w 225564"/>
                <a:gd name="connsiteY6" fmla="*/ 188327 h 194711"/>
                <a:gd name="connsiteX7" fmla="*/ 42174 w 225564"/>
                <a:gd name="connsiteY7" fmla="*/ 194073 h 194711"/>
                <a:gd name="connsiteX8" fmla="*/ 44091 w 225564"/>
                <a:gd name="connsiteY8" fmla="*/ 194711 h 194711"/>
                <a:gd name="connsiteX9" fmla="*/ 49202 w 225564"/>
                <a:gd name="connsiteY9" fmla="*/ 192158 h 194711"/>
                <a:gd name="connsiteX10" fmla="*/ 84986 w 225564"/>
                <a:gd name="connsiteY10" fmla="*/ 148747 h 194711"/>
                <a:gd name="connsiteX11" fmla="*/ 219175 w 225564"/>
                <a:gd name="connsiteY11" fmla="*/ 148747 h 194711"/>
                <a:gd name="connsiteX12" fmla="*/ 225565 w 225564"/>
                <a:gd name="connsiteY12" fmla="*/ 142363 h 194711"/>
                <a:gd name="connsiteX13" fmla="*/ 225565 w 225564"/>
                <a:gd name="connsiteY13" fmla="*/ 5746 h 194711"/>
                <a:gd name="connsiteX14" fmla="*/ 219175 w 225564"/>
                <a:gd name="connsiteY14" fmla="*/ 0 h 194711"/>
                <a:gd name="connsiteX15" fmla="*/ 212785 w 225564"/>
                <a:gd name="connsiteY15" fmla="*/ 136617 h 194711"/>
                <a:gd name="connsiteX16" fmla="*/ 82430 w 225564"/>
                <a:gd name="connsiteY16" fmla="*/ 136617 h 194711"/>
                <a:gd name="connsiteX17" fmla="*/ 77318 w 225564"/>
                <a:gd name="connsiteY17" fmla="*/ 139171 h 194711"/>
                <a:gd name="connsiteX18" fmla="*/ 50481 w 225564"/>
                <a:gd name="connsiteY18" fmla="*/ 171091 h 194711"/>
                <a:gd name="connsiteX19" fmla="*/ 50481 w 225564"/>
                <a:gd name="connsiteY19" fmla="*/ 143001 h 194711"/>
                <a:gd name="connsiteX20" fmla="*/ 44091 w 225564"/>
                <a:gd name="connsiteY20" fmla="*/ 136617 h 194711"/>
                <a:gd name="connsiteX21" fmla="*/ 12780 w 225564"/>
                <a:gd name="connsiteY21" fmla="*/ 136617 h 194711"/>
                <a:gd name="connsiteX22" fmla="*/ 12780 w 225564"/>
                <a:gd name="connsiteY22" fmla="*/ 12768 h 194711"/>
                <a:gd name="connsiteX23" fmla="*/ 212785 w 225564"/>
                <a:gd name="connsiteY23" fmla="*/ 12768 h 194711"/>
                <a:gd name="connsiteX24" fmla="*/ 212785 w 225564"/>
                <a:gd name="connsiteY24" fmla="*/ 136617 h 194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5564" h="194711">
                  <a:moveTo>
                    <a:pt x="219175" y="0"/>
                  </a:moveTo>
                  <a:lnTo>
                    <a:pt x="6390" y="0"/>
                  </a:lnTo>
                  <a:cubicBezTo>
                    <a:pt x="2556" y="0"/>
                    <a:pt x="0" y="2554"/>
                    <a:pt x="0" y="6384"/>
                  </a:cubicBezTo>
                  <a:lnTo>
                    <a:pt x="0" y="143001"/>
                  </a:lnTo>
                  <a:cubicBezTo>
                    <a:pt x="0" y="146832"/>
                    <a:pt x="2556" y="149385"/>
                    <a:pt x="6390" y="149385"/>
                  </a:cubicBezTo>
                  <a:lnTo>
                    <a:pt x="37701" y="149385"/>
                  </a:lnTo>
                  <a:lnTo>
                    <a:pt x="37701" y="188327"/>
                  </a:lnTo>
                  <a:cubicBezTo>
                    <a:pt x="37701" y="190881"/>
                    <a:pt x="39618" y="193435"/>
                    <a:pt x="42174" y="194073"/>
                  </a:cubicBezTo>
                  <a:cubicBezTo>
                    <a:pt x="42813" y="194073"/>
                    <a:pt x="43452" y="194711"/>
                    <a:pt x="44091" y="194711"/>
                  </a:cubicBezTo>
                  <a:cubicBezTo>
                    <a:pt x="46008" y="194711"/>
                    <a:pt x="47925" y="194073"/>
                    <a:pt x="49202" y="192158"/>
                  </a:cubicBezTo>
                  <a:lnTo>
                    <a:pt x="84986" y="148747"/>
                  </a:lnTo>
                  <a:lnTo>
                    <a:pt x="219175" y="148747"/>
                  </a:lnTo>
                  <a:cubicBezTo>
                    <a:pt x="223009" y="148747"/>
                    <a:pt x="225565" y="146193"/>
                    <a:pt x="225565" y="142363"/>
                  </a:cubicBezTo>
                  <a:lnTo>
                    <a:pt x="225565" y="5746"/>
                  </a:lnTo>
                  <a:cubicBezTo>
                    <a:pt x="225565" y="2554"/>
                    <a:pt x="223009" y="0"/>
                    <a:pt x="219175" y="0"/>
                  </a:cubicBezTo>
                  <a:close/>
                  <a:moveTo>
                    <a:pt x="212785" y="136617"/>
                  </a:moveTo>
                  <a:lnTo>
                    <a:pt x="82430" y="136617"/>
                  </a:lnTo>
                  <a:cubicBezTo>
                    <a:pt x="80513" y="136617"/>
                    <a:pt x="78596" y="137256"/>
                    <a:pt x="77318" y="139171"/>
                  </a:cubicBezTo>
                  <a:lnTo>
                    <a:pt x="50481" y="171091"/>
                  </a:lnTo>
                  <a:lnTo>
                    <a:pt x="50481" y="143001"/>
                  </a:lnTo>
                  <a:cubicBezTo>
                    <a:pt x="50481" y="139171"/>
                    <a:pt x="47925" y="136617"/>
                    <a:pt x="44091" y="136617"/>
                  </a:cubicBezTo>
                  <a:lnTo>
                    <a:pt x="12780" y="136617"/>
                  </a:lnTo>
                  <a:lnTo>
                    <a:pt x="12780" y="12768"/>
                  </a:lnTo>
                  <a:lnTo>
                    <a:pt x="212785" y="12768"/>
                  </a:lnTo>
                  <a:lnTo>
                    <a:pt x="212785" y="136617"/>
                  </a:lnTo>
                  <a:close/>
                </a:path>
              </a:pathLst>
            </a:custGeom>
            <a:solidFill>
              <a:srgbClr val="012169"/>
            </a:solidFill>
            <a:ln w="6390" cap="flat">
              <a:noFill/>
              <a:prstDash val="solid"/>
              <a:miter/>
            </a:ln>
          </p:spPr>
          <p:txBody>
            <a:bodyPr rtlCol="0" anchor="ctr"/>
            <a:lstStyle/>
            <a:p>
              <a:endParaRPr lang="en-US"/>
            </a:p>
          </p:txBody>
        </p:sp>
      </p:grpSp>
      <p:grpSp>
        <p:nvGrpSpPr>
          <p:cNvPr id="841" name="Graphic 4">
            <a:extLst>
              <a:ext uri="{FF2B5EF4-FFF2-40B4-BE49-F238E27FC236}">
                <a16:creationId xmlns:a16="http://schemas.microsoft.com/office/drawing/2014/main" id="{2452BB89-43BA-1A41-9AE2-EFC6D4443D78}"/>
              </a:ext>
            </a:extLst>
          </p:cNvPr>
          <p:cNvGrpSpPr>
            <a:grpSpLocks noChangeAspect="1"/>
          </p:cNvGrpSpPr>
          <p:nvPr/>
        </p:nvGrpSpPr>
        <p:grpSpPr>
          <a:xfrm>
            <a:off x="1515054" y="2371173"/>
            <a:ext cx="361670" cy="361333"/>
            <a:chOff x="1515054" y="2371173"/>
            <a:chExt cx="361670" cy="361333"/>
          </a:xfrm>
          <a:solidFill>
            <a:srgbClr val="012169"/>
          </a:solidFill>
        </p:grpSpPr>
        <p:sp>
          <p:nvSpPr>
            <p:cNvPr id="842" name="Graphic 4">
              <a:extLst>
                <a:ext uri="{FF2B5EF4-FFF2-40B4-BE49-F238E27FC236}">
                  <a16:creationId xmlns:a16="http://schemas.microsoft.com/office/drawing/2014/main" id="{DF320903-D515-864D-AF03-AC6900F01581}"/>
                </a:ext>
              </a:extLst>
            </p:cNvPr>
            <p:cNvSpPr/>
            <p:nvPr/>
          </p:nvSpPr>
          <p:spPr>
            <a:xfrm>
              <a:off x="151505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843" name="Graphic 4">
              <a:extLst>
                <a:ext uri="{FF2B5EF4-FFF2-40B4-BE49-F238E27FC236}">
                  <a16:creationId xmlns:a16="http://schemas.microsoft.com/office/drawing/2014/main" id="{7E9AD4FA-6445-7E4C-AF95-4191C9B18B0B}"/>
                </a:ext>
              </a:extLst>
            </p:cNvPr>
            <p:cNvSpPr/>
            <p:nvPr/>
          </p:nvSpPr>
          <p:spPr>
            <a:xfrm>
              <a:off x="1598762" y="2454803"/>
              <a:ext cx="42812" cy="80438"/>
            </a:xfrm>
            <a:custGeom>
              <a:avLst/>
              <a:gdLst>
                <a:gd name="connsiteX0" fmla="*/ 36423 w 42812"/>
                <a:gd name="connsiteY0" fmla="*/ 37665 h 80438"/>
                <a:gd name="connsiteX1" fmla="*/ 12780 w 42812"/>
                <a:gd name="connsiteY1" fmla="*/ 37665 h 80438"/>
                <a:gd name="connsiteX2" fmla="*/ 37062 w 42812"/>
                <a:gd name="connsiteY2" fmla="*/ 12768 h 80438"/>
                <a:gd name="connsiteX3" fmla="*/ 42813 w 42812"/>
                <a:gd name="connsiteY3" fmla="*/ 5746 h 80438"/>
                <a:gd name="connsiteX4" fmla="*/ 35784 w 42812"/>
                <a:gd name="connsiteY4" fmla="*/ 0 h 80438"/>
                <a:gd name="connsiteX5" fmla="*/ 0 w 42812"/>
                <a:gd name="connsiteY5" fmla="*/ 44049 h 80438"/>
                <a:gd name="connsiteX6" fmla="*/ 0 w 42812"/>
                <a:gd name="connsiteY6" fmla="*/ 74054 h 80438"/>
                <a:gd name="connsiteX7" fmla="*/ 6390 w 42812"/>
                <a:gd name="connsiteY7" fmla="*/ 80438 h 80438"/>
                <a:gd name="connsiteX8" fmla="*/ 36423 w 42812"/>
                <a:gd name="connsiteY8" fmla="*/ 80438 h 80438"/>
                <a:gd name="connsiteX9" fmla="*/ 42813 w 42812"/>
                <a:gd name="connsiteY9" fmla="*/ 74054 h 80438"/>
                <a:gd name="connsiteX10" fmla="*/ 42813 w 42812"/>
                <a:gd name="connsiteY10" fmla="*/ 44049 h 80438"/>
                <a:gd name="connsiteX11" fmla="*/ 36423 w 42812"/>
                <a:gd name="connsiteY11" fmla="*/ 37665 h 80438"/>
                <a:gd name="connsiteX12" fmla="*/ 30033 w 42812"/>
                <a:gd name="connsiteY12" fmla="*/ 68309 h 80438"/>
                <a:gd name="connsiteX13" fmla="*/ 12780 w 42812"/>
                <a:gd name="connsiteY13" fmla="*/ 68309 h 80438"/>
                <a:gd name="connsiteX14" fmla="*/ 12780 w 42812"/>
                <a:gd name="connsiteY14" fmla="*/ 51072 h 80438"/>
                <a:gd name="connsiteX15" fmla="*/ 30033 w 42812"/>
                <a:gd name="connsiteY15" fmla="*/ 51072 h 80438"/>
                <a:gd name="connsiteX16" fmla="*/ 30033 w 42812"/>
                <a:gd name="connsiteY16" fmla="*/ 68309 h 80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812" h="80438">
                  <a:moveTo>
                    <a:pt x="36423" y="37665"/>
                  </a:moveTo>
                  <a:lnTo>
                    <a:pt x="12780" y="37665"/>
                  </a:lnTo>
                  <a:cubicBezTo>
                    <a:pt x="15975" y="15960"/>
                    <a:pt x="34506" y="12768"/>
                    <a:pt x="37062" y="12768"/>
                  </a:cubicBezTo>
                  <a:cubicBezTo>
                    <a:pt x="40257" y="12130"/>
                    <a:pt x="42813" y="8938"/>
                    <a:pt x="42813" y="5746"/>
                  </a:cubicBezTo>
                  <a:cubicBezTo>
                    <a:pt x="42174" y="2554"/>
                    <a:pt x="39618" y="0"/>
                    <a:pt x="35784" y="0"/>
                  </a:cubicBezTo>
                  <a:cubicBezTo>
                    <a:pt x="23643" y="1277"/>
                    <a:pt x="0" y="12130"/>
                    <a:pt x="0" y="44049"/>
                  </a:cubicBezTo>
                  <a:lnTo>
                    <a:pt x="0" y="74054"/>
                  </a:lnTo>
                  <a:cubicBezTo>
                    <a:pt x="0" y="77885"/>
                    <a:pt x="2556" y="80438"/>
                    <a:pt x="6390" y="80438"/>
                  </a:cubicBezTo>
                  <a:lnTo>
                    <a:pt x="36423" y="80438"/>
                  </a:lnTo>
                  <a:cubicBezTo>
                    <a:pt x="40257" y="80438"/>
                    <a:pt x="42813" y="77885"/>
                    <a:pt x="42813" y="74054"/>
                  </a:cubicBezTo>
                  <a:lnTo>
                    <a:pt x="42813" y="44049"/>
                  </a:lnTo>
                  <a:cubicBezTo>
                    <a:pt x="42813" y="40857"/>
                    <a:pt x="40257" y="37665"/>
                    <a:pt x="36423" y="37665"/>
                  </a:cubicBezTo>
                  <a:close/>
                  <a:moveTo>
                    <a:pt x="30033" y="68309"/>
                  </a:moveTo>
                  <a:lnTo>
                    <a:pt x="12780" y="68309"/>
                  </a:lnTo>
                  <a:lnTo>
                    <a:pt x="12780" y="51072"/>
                  </a:lnTo>
                  <a:lnTo>
                    <a:pt x="30033" y="51072"/>
                  </a:lnTo>
                  <a:lnTo>
                    <a:pt x="30033" y="68309"/>
                  </a:lnTo>
                  <a:close/>
                </a:path>
              </a:pathLst>
            </a:custGeom>
            <a:solidFill>
              <a:srgbClr val="012169"/>
            </a:solidFill>
            <a:ln w="6390" cap="flat">
              <a:noFill/>
              <a:prstDash val="solid"/>
              <a:miter/>
            </a:ln>
          </p:spPr>
          <p:txBody>
            <a:bodyPr rtlCol="0" anchor="ctr"/>
            <a:lstStyle/>
            <a:p>
              <a:endParaRPr lang="en-US"/>
            </a:p>
          </p:txBody>
        </p:sp>
        <p:sp>
          <p:nvSpPr>
            <p:cNvPr id="844" name="Graphic 4">
              <a:extLst>
                <a:ext uri="{FF2B5EF4-FFF2-40B4-BE49-F238E27FC236}">
                  <a16:creationId xmlns:a16="http://schemas.microsoft.com/office/drawing/2014/main" id="{391EA397-512D-1341-9AA5-7FDD9193B93D}"/>
                </a:ext>
              </a:extLst>
            </p:cNvPr>
            <p:cNvSpPr/>
            <p:nvPr/>
          </p:nvSpPr>
          <p:spPr>
            <a:xfrm>
              <a:off x="1659466" y="2455442"/>
              <a:ext cx="42812" cy="80438"/>
            </a:xfrm>
            <a:custGeom>
              <a:avLst/>
              <a:gdLst>
                <a:gd name="connsiteX0" fmla="*/ 42812 w 42812"/>
                <a:gd name="connsiteY0" fmla="*/ 74054 h 80438"/>
                <a:gd name="connsiteX1" fmla="*/ 42812 w 42812"/>
                <a:gd name="connsiteY1" fmla="*/ 44049 h 80438"/>
                <a:gd name="connsiteX2" fmla="*/ 36423 w 42812"/>
                <a:gd name="connsiteY2" fmla="*/ 37665 h 80438"/>
                <a:gd name="connsiteX3" fmla="*/ 12780 w 42812"/>
                <a:gd name="connsiteY3" fmla="*/ 37665 h 80438"/>
                <a:gd name="connsiteX4" fmla="*/ 37062 w 42812"/>
                <a:gd name="connsiteY4" fmla="*/ 12768 h 80438"/>
                <a:gd name="connsiteX5" fmla="*/ 42812 w 42812"/>
                <a:gd name="connsiteY5" fmla="*/ 5746 h 80438"/>
                <a:gd name="connsiteX6" fmla="*/ 35783 w 42812"/>
                <a:gd name="connsiteY6" fmla="*/ 0 h 80438"/>
                <a:gd name="connsiteX7" fmla="*/ 0 w 42812"/>
                <a:gd name="connsiteY7" fmla="*/ 44049 h 80438"/>
                <a:gd name="connsiteX8" fmla="*/ 0 w 42812"/>
                <a:gd name="connsiteY8" fmla="*/ 74054 h 80438"/>
                <a:gd name="connsiteX9" fmla="*/ 6390 w 42812"/>
                <a:gd name="connsiteY9" fmla="*/ 80438 h 80438"/>
                <a:gd name="connsiteX10" fmla="*/ 36423 w 42812"/>
                <a:gd name="connsiteY10" fmla="*/ 80438 h 80438"/>
                <a:gd name="connsiteX11" fmla="*/ 42812 w 42812"/>
                <a:gd name="connsiteY11" fmla="*/ 74054 h 80438"/>
                <a:gd name="connsiteX12" fmla="*/ 30033 w 42812"/>
                <a:gd name="connsiteY12" fmla="*/ 67670 h 80438"/>
                <a:gd name="connsiteX13" fmla="*/ 12780 w 42812"/>
                <a:gd name="connsiteY13" fmla="*/ 67670 h 80438"/>
                <a:gd name="connsiteX14" fmla="*/ 12780 w 42812"/>
                <a:gd name="connsiteY14" fmla="*/ 50433 h 80438"/>
                <a:gd name="connsiteX15" fmla="*/ 30033 w 42812"/>
                <a:gd name="connsiteY15" fmla="*/ 50433 h 80438"/>
                <a:gd name="connsiteX16" fmla="*/ 30033 w 42812"/>
                <a:gd name="connsiteY16" fmla="*/ 67670 h 80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812" h="80438">
                  <a:moveTo>
                    <a:pt x="42812" y="74054"/>
                  </a:moveTo>
                  <a:lnTo>
                    <a:pt x="42812" y="44049"/>
                  </a:lnTo>
                  <a:cubicBezTo>
                    <a:pt x="42812" y="40219"/>
                    <a:pt x="40257" y="37665"/>
                    <a:pt x="36423" y="37665"/>
                  </a:cubicBezTo>
                  <a:lnTo>
                    <a:pt x="12780" y="37665"/>
                  </a:lnTo>
                  <a:cubicBezTo>
                    <a:pt x="15975" y="15960"/>
                    <a:pt x="34506" y="12768"/>
                    <a:pt x="37062" y="12768"/>
                  </a:cubicBezTo>
                  <a:cubicBezTo>
                    <a:pt x="40257" y="12130"/>
                    <a:pt x="42812" y="8938"/>
                    <a:pt x="42812" y="5746"/>
                  </a:cubicBezTo>
                  <a:cubicBezTo>
                    <a:pt x="42173" y="2554"/>
                    <a:pt x="39617" y="0"/>
                    <a:pt x="35783" y="0"/>
                  </a:cubicBezTo>
                  <a:cubicBezTo>
                    <a:pt x="23643" y="1277"/>
                    <a:pt x="0" y="12130"/>
                    <a:pt x="0" y="44049"/>
                  </a:cubicBezTo>
                  <a:lnTo>
                    <a:pt x="0" y="74054"/>
                  </a:lnTo>
                  <a:cubicBezTo>
                    <a:pt x="0" y="77885"/>
                    <a:pt x="2556" y="80438"/>
                    <a:pt x="6390" y="80438"/>
                  </a:cubicBezTo>
                  <a:lnTo>
                    <a:pt x="36423" y="80438"/>
                  </a:lnTo>
                  <a:cubicBezTo>
                    <a:pt x="39617" y="80438"/>
                    <a:pt x="42812" y="77246"/>
                    <a:pt x="42812" y="74054"/>
                  </a:cubicBezTo>
                  <a:close/>
                  <a:moveTo>
                    <a:pt x="30033" y="67670"/>
                  </a:moveTo>
                  <a:lnTo>
                    <a:pt x="12780" y="67670"/>
                  </a:lnTo>
                  <a:lnTo>
                    <a:pt x="12780" y="50433"/>
                  </a:lnTo>
                  <a:lnTo>
                    <a:pt x="30033" y="50433"/>
                  </a:lnTo>
                  <a:lnTo>
                    <a:pt x="30033" y="67670"/>
                  </a:lnTo>
                  <a:close/>
                </a:path>
              </a:pathLst>
            </a:custGeom>
            <a:solidFill>
              <a:srgbClr val="012169"/>
            </a:solidFill>
            <a:ln w="6390" cap="flat">
              <a:noFill/>
              <a:prstDash val="solid"/>
              <a:miter/>
            </a:ln>
          </p:spPr>
          <p:txBody>
            <a:bodyPr rtlCol="0" anchor="ctr"/>
            <a:lstStyle/>
            <a:p>
              <a:endParaRPr lang="en-US"/>
            </a:p>
          </p:txBody>
        </p:sp>
        <p:sp>
          <p:nvSpPr>
            <p:cNvPr id="845" name="Graphic 4">
              <a:extLst>
                <a:ext uri="{FF2B5EF4-FFF2-40B4-BE49-F238E27FC236}">
                  <a16:creationId xmlns:a16="http://schemas.microsoft.com/office/drawing/2014/main" id="{97B304AB-4C9D-194A-A6FA-D2075A350023}"/>
                </a:ext>
              </a:extLst>
            </p:cNvPr>
            <p:cNvSpPr/>
            <p:nvPr/>
          </p:nvSpPr>
          <p:spPr>
            <a:xfrm>
              <a:off x="1750203" y="2568438"/>
              <a:ext cx="42812" cy="80438"/>
            </a:xfrm>
            <a:custGeom>
              <a:avLst/>
              <a:gdLst>
                <a:gd name="connsiteX0" fmla="*/ 36423 w 42812"/>
                <a:gd name="connsiteY0" fmla="*/ 0 h 80438"/>
                <a:gd name="connsiteX1" fmla="*/ 6390 w 42812"/>
                <a:gd name="connsiteY1" fmla="*/ 0 h 80438"/>
                <a:gd name="connsiteX2" fmla="*/ 0 w 42812"/>
                <a:gd name="connsiteY2" fmla="*/ 6384 h 80438"/>
                <a:gd name="connsiteX3" fmla="*/ 0 w 42812"/>
                <a:gd name="connsiteY3" fmla="*/ 36389 h 80438"/>
                <a:gd name="connsiteX4" fmla="*/ 6390 w 42812"/>
                <a:gd name="connsiteY4" fmla="*/ 42773 h 80438"/>
                <a:gd name="connsiteX5" fmla="*/ 30033 w 42812"/>
                <a:gd name="connsiteY5" fmla="*/ 42773 h 80438"/>
                <a:gd name="connsiteX6" fmla="*/ 5751 w 42812"/>
                <a:gd name="connsiteY6" fmla="*/ 67670 h 80438"/>
                <a:gd name="connsiteX7" fmla="*/ 0 w 42812"/>
                <a:gd name="connsiteY7" fmla="*/ 74692 h 80438"/>
                <a:gd name="connsiteX8" fmla="*/ 6390 w 42812"/>
                <a:gd name="connsiteY8" fmla="*/ 80438 h 80438"/>
                <a:gd name="connsiteX9" fmla="*/ 7029 w 42812"/>
                <a:gd name="connsiteY9" fmla="*/ 80438 h 80438"/>
                <a:gd name="connsiteX10" fmla="*/ 42813 w 42812"/>
                <a:gd name="connsiteY10" fmla="*/ 36389 h 80438"/>
                <a:gd name="connsiteX11" fmla="*/ 42813 w 42812"/>
                <a:gd name="connsiteY11" fmla="*/ 6384 h 80438"/>
                <a:gd name="connsiteX12" fmla="*/ 36423 w 42812"/>
                <a:gd name="connsiteY12" fmla="*/ 0 h 80438"/>
                <a:gd name="connsiteX13" fmla="*/ 12141 w 42812"/>
                <a:gd name="connsiteY13" fmla="*/ 12768 h 80438"/>
                <a:gd name="connsiteX14" fmla="*/ 29394 w 42812"/>
                <a:gd name="connsiteY14" fmla="*/ 12768 h 80438"/>
                <a:gd name="connsiteX15" fmla="*/ 29394 w 42812"/>
                <a:gd name="connsiteY15" fmla="*/ 30005 h 80438"/>
                <a:gd name="connsiteX16" fmla="*/ 12141 w 42812"/>
                <a:gd name="connsiteY16" fmla="*/ 30005 h 80438"/>
                <a:gd name="connsiteX17" fmla="*/ 12141 w 42812"/>
                <a:gd name="connsiteY17" fmla="*/ 12768 h 80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812" h="80438">
                  <a:moveTo>
                    <a:pt x="36423" y="0"/>
                  </a:moveTo>
                  <a:lnTo>
                    <a:pt x="6390" y="0"/>
                  </a:lnTo>
                  <a:cubicBezTo>
                    <a:pt x="2556" y="0"/>
                    <a:pt x="0" y="2554"/>
                    <a:pt x="0" y="6384"/>
                  </a:cubicBezTo>
                  <a:lnTo>
                    <a:pt x="0" y="36389"/>
                  </a:lnTo>
                  <a:cubicBezTo>
                    <a:pt x="0" y="40219"/>
                    <a:pt x="2556" y="42773"/>
                    <a:pt x="6390" y="42773"/>
                  </a:cubicBezTo>
                  <a:lnTo>
                    <a:pt x="30033" y="42773"/>
                  </a:lnTo>
                  <a:cubicBezTo>
                    <a:pt x="26838" y="64478"/>
                    <a:pt x="8307" y="67670"/>
                    <a:pt x="5751" y="67670"/>
                  </a:cubicBezTo>
                  <a:cubicBezTo>
                    <a:pt x="2556" y="68308"/>
                    <a:pt x="0" y="71500"/>
                    <a:pt x="0" y="74692"/>
                  </a:cubicBezTo>
                  <a:cubicBezTo>
                    <a:pt x="639" y="77884"/>
                    <a:pt x="3195" y="80438"/>
                    <a:pt x="6390" y="80438"/>
                  </a:cubicBezTo>
                  <a:cubicBezTo>
                    <a:pt x="6390" y="80438"/>
                    <a:pt x="7029" y="80438"/>
                    <a:pt x="7029" y="80438"/>
                  </a:cubicBezTo>
                  <a:cubicBezTo>
                    <a:pt x="19170" y="79161"/>
                    <a:pt x="42813" y="68308"/>
                    <a:pt x="42813" y="36389"/>
                  </a:cubicBezTo>
                  <a:lnTo>
                    <a:pt x="42813" y="6384"/>
                  </a:lnTo>
                  <a:cubicBezTo>
                    <a:pt x="42813" y="2554"/>
                    <a:pt x="39618" y="0"/>
                    <a:pt x="36423" y="0"/>
                  </a:cubicBezTo>
                  <a:close/>
                  <a:moveTo>
                    <a:pt x="12141" y="12768"/>
                  </a:moveTo>
                  <a:lnTo>
                    <a:pt x="29394" y="12768"/>
                  </a:lnTo>
                  <a:lnTo>
                    <a:pt x="29394" y="30005"/>
                  </a:lnTo>
                  <a:lnTo>
                    <a:pt x="12141" y="30005"/>
                  </a:lnTo>
                  <a:lnTo>
                    <a:pt x="12141" y="12768"/>
                  </a:lnTo>
                  <a:close/>
                </a:path>
              </a:pathLst>
            </a:custGeom>
            <a:solidFill>
              <a:srgbClr val="012169"/>
            </a:solidFill>
            <a:ln w="6390" cap="flat">
              <a:noFill/>
              <a:prstDash val="solid"/>
              <a:miter/>
            </a:ln>
          </p:spPr>
          <p:txBody>
            <a:bodyPr rtlCol="0" anchor="ctr"/>
            <a:lstStyle/>
            <a:p>
              <a:endParaRPr lang="en-US"/>
            </a:p>
          </p:txBody>
        </p:sp>
        <p:sp>
          <p:nvSpPr>
            <p:cNvPr id="846" name="Graphic 4">
              <a:extLst>
                <a:ext uri="{FF2B5EF4-FFF2-40B4-BE49-F238E27FC236}">
                  <a16:creationId xmlns:a16="http://schemas.microsoft.com/office/drawing/2014/main" id="{9854738B-CD20-CA4C-9F0F-1C0CC0DE8CAB}"/>
                </a:ext>
              </a:extLst>
            </p:cNvPr>
            <p:cNvSpPr/>
            <p:nvPr/>
          </p:nvSpPr>
          <p:spPr>
            <a:xfrm>
              <a:off x="1689499" y="2568438"/>
              <a:ext cx="42812" cy="80438"/>
            </a:xfrm>
            <a:custGeom>
              <a:avLst/>
              <a:gdLst>
                <a:gd name="connsiteX0" fmla="*/ 36423 w 42812"/>
                <a:gd name="connsiteY0" fmla="*/ 0 h 80438"/>
                <a:gd name="connsiteX1" fmla="*/ 6390 w 42812"/>
                <a:gd name="connsiteY1" fmla="*/ 0 h 80438"/>
                <a:gd name="connsiteX2" fmla="*/ 0 w 42812"/>
                <a:gd name="connsiteY2" fmla="*/ 6384 h 80438"/>
                <a:gd name="connsiteX3" fmla="*/ 0 w 42812"/>
                <a:gd name="connsiteY3" fmla="*/ 36389 h 80438"/>
                <a:gd name="connsiteX4" fmla="*/ 6390 w 42812"/>
                <a:gd name="connsiteY4" fmla="*/ 42773 h 80438"/>
                <a:gd name="connsiteX5" fmla="*/ 30033 w 42812"/>
                <a:gd name="connsiteY5" fmla="*/ 42773 h 80438"/>
                <a:gd name="connsiteX6" fmla="*/ 5751 w 42812"/>
                <a:gd name="connsiteY6" fmla="*/ 67670 h 80438"/>
                <a:gd name="connsiteX7" fmla="*/ 0 w 42812"/>
                <a:gd name="connsiteY7" fmla="*/ 74692 h 80438"/>
                <a:gd name="connsiteX8" fmla="*/ 6390 w 42812"/>
                <a:gd name="connsiteY8" fmla="*/ 80438 h 80438"/>
                <a:gd name="connsiteX9" fmla="*/ 7029 w 42812"/>
                <a:gd name="connsiteY9" fmla="*/ 80438 h 80438"/>
                <a:gd name="connsiteX10" fmla="*/ 42813 w 42812"/>
                <a:gd name="connsiteY10" fmla="*/ 36389 h 80438"/>
                <a:gd name="connsiteX11" fmla="*/ 42813 w 42812"/>
                <a:gd name="connsiteY11" fmla="*/ 6384 h 80438"/>
                <a:gd name="connsiteX12" fmla="*/ 36423 w 42812"/>
                <a:gd name="connsiteY12" fmla="*/ 0 h 80438"/>
                <a:gd name="connsiteX13" fmla="*/ 12780 w 42812"/>
                <a:gd name="connsiteY13" fmla="*/ 12768 h 80438"/>
                <a:gd name="connsiteX14" fmla="*/ 30033 w 42812"/>
                <a:gd name="connsiteY14" fmla="*/ 12768 h 80438"/>
                <a:gd name="connsiteX15" fmla="*/ 30033 w 42812"/>
                <a:gd name="connsiteY15" fmla="*/ 30005 h 80438"/>
                <a:gd name="connsiteX16" fmla="*/ 12780 w 42812"/>
                <a:gd name="connsiteY16" fmla="*/ 30005 h 80438"/>
                <a:gd name="connsiteX17" fmla="*/ 12780 w 42812"/>
                <a:gd name="connsiteY17" fmla="*/ 12768 h 80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812" h="80438">
                  <a:moveTo>
                    <a:pt x="36423" y="0"/>
                  </a:moveTo>
                  <a:lnTo>
                    <a:pt x="6390" y="0"/>
                  </a:lnTo>
                  <a:cubicBezTo>
                    <a:pt x="2556" y="0"/>
                    <a:pt x="0" y="2554"/>
                    <a:pt x="0" y="6384"/>
                  </a:cubicBezTo>
                  <a:lnTo>
                    <a:pt x="0" y="36389"/>
                  </a:lnTo>
                  <a:cubicBezTo>
                    <a:pt x="0" y="40219"/>
                    <a:pt x="2556" y="42773"/>
                    <a:pt x="6390" y="42773"/>
                  </a:cubicBezTo>
                  <a:lnTo>
                    <a:pt x="30033" y="42773"/>
                  </a:lnTo>
                  <a:cubicBezTo>
                    <a:pt x="26838" y="64478"/>
                    <a:pt x="8307" y="67670"/>
                    <a:pt x="5751" y="67670"/>
                  </a:cubicBezTo>
                  <a:cubicBezTo>
                    <a:pt x="2556" y="68308"/>
                    <a:pt x="0" y="71500"/>
                    <a:pt x="0" y="74692"/>
                  </a:cubicBezTo>
                  <a:cubicBezTo>
                    <a:pt x="639" y="77884"/>
                    <a:pt x="3195" y="80438"/>
                    <a:pt x="6390" y="80438"/>
                  </a:cubicBezTo>
                  <a:cubicBezTo>
                    <a:pt x="6390" y="80438"/>
                    <a:pt x="7029" y="80438"/>
                    <a:pt x="7029" y="80438"/>
                  </a:cubicBezTo>
                  <a:cubicBezTo>
                    <a:pt x="19170" y="79161"/>
                    <a:pt x="42813" y="68308"/>
                    <a:pt x="42813" y="36389"/>
                  </a:cubicBezTo>
                  <a:lnTo>
                    <a:pt x="42813" y="6384"/>
                  </a:lnTo>
                  <a:cubicBezTo>
                    <a:pt x="42813" y="2554"/>
                    <a:pt x="40257" y="0"/>
                    <a:pt x="36423" y="0"/>
                  </a:cubicBezTo>
                  <a:close/>
                  <a:moveTo>
                    <a:pt x="12780" y="12768"/>
                  </a:moveTo>
                  <a:lnTo>
                    <a:pt x="30033" y="12768"/>
                  </a:lnTo>
                  <a:lnTo>
                    <a:pt x="30033" y="30005"/>
                  </a:lnTo>
                  <a:lnTo>
                    <a:pt x="12780" y="30005"/>
                  </a:lnTo>
                  <a:lnTo>
                    <a:pt x="12780" y="12768"/>
                  </a:lnTo>
                  <a:close/>
                </a:path>
              </a:pathLst>
            </a:custGeom>
            <a:solidFill>
              <a:srgbClr val="012169"/>
            </a:solidFill>
            <a:ln w="6390" cap="flat">
              <a:noFill/>
              <a:prstDash val="solid"/>
              <a:miter/>
            </a:ln>
          </p:spPr>
          <p:txBody>
            <a:bodyPr rtlCol="0" anchor="ctr"/>
            <a:lstStyle/>
            <a:p>
              <a:endParaRPr lang="en-US"/>
            </a:p>
          </p:txBody>
        </p:sp>
      </p:grpSp>
      <p:grpSp>
        <p:nvGrpSpPr>
          <p:cNvPr id="847" name="Graphic 4">
            <a:extLst>
              <a:ext uri="{FF2B5EF4-FFF2-40B4-BE49-F238E27FC236}">
                <a16:creationId xmlns:a16="http://schemas.microsoft.com/office/drawing/2014/main" id="{9EDED41E-DC32-A040-A0CB-5125C5A7B49A}"/>
              </a:ext>
            </a:extLst>
          </p:cNvPr>
          <p:cNvGrpSpPr>
            <a:grpSpLocks noChangeAspect="1"/>
          </p:cNvGrpSpPr>
          <p:nvPr/>
        </p:nvGrpSpPr>
        <p:grpSpPr>
          <a:xfrm>
            <a:off x="1515054" y="3339623"/>
            <a:ext cx="361670" cy="361333"/>
            <a:chOff x="1515054" y="3339623"/>
            <a:chExt cx="361670" cy="361333"/>
          </a:xfrm>
          <a:solidFill>
            <a:srgbClr val="012169"/>
          </a:solidFill>
        </p:grpSpPr>
        <p:sp>
          <p:nvSpPr>
            <p:cNvPr id="848" name="Graphic 4">
              <a:extLst>
                <a:ext uri="{FF2B5EF4-FFF2-40B4-BE49-F238E27FC236}">
                  <a16:creationId xmlns:a16="http://schemas.microsoft.com/office/drawing/2014/main" id="{48710D13-6EBD-8846-9730-5A1B74E8F1E9}"/>
                </a:ext>
              </a:extLst>
            </p:cNvPr>
            <p:cNvSpPr/>
            <p:nvPr/>
          </p:nvSpPr>
          <p:spPr>
            <a:xfrm>
              <a:off x="1515054"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849" name="Graphic 4">
              <a:extLst>
                <a:ext uri="{FF2B5EF4-FFF2-40B4-BE49-F238E27FC236}">
                  <a16:creationId xmlns:a16="http://schemas.microsoft.com/office/drawing/2014/main" id="{7F1223A8-7739-C845-A94E-5DE1882B697C}"/>
                </a:ext>
              </a:extLst>
            </p:cNvPr>
            <p:cNvSpPr/>
            <p:nvPr/>
          </p:nvSpPr>
          <p:spPr>
            <a:xfrm>
              <a:off x="1594928" y="3433468"/>
              <a:ext cx="202560" cy="175559"/>
            </a:xfrm>
            <a:custGeom>
              <a:avLst/>
              <a:gdLst>
                <a:gd name="connsiteX0" fmla="*/ 195532 w 202560"/>
                <a:gd name="connsiteY0" fmla="*/ 0 h 175559"/>
                <a:gd name="connsiteX1" fmla="*/ 6390 w 202560"/>
                <a:gd name="connsiteY1" fmla="*/ 0 h 175559"/>
                <a:gd name="connsiteX2" fmla="*/ 0 w 202560"/>
                <a:gd name="connsiteY2" fmla="*/ 6384 h 175559"/>
                <a:gd name="connsiteX3" fmla="*/ 0 w 202560"/>
                <a:gd name="connsiteY3" fmla="*/ 128318 h 175559"/>
                <a:gd name="connsiteX4" fmla="*/ 6390 w 202560"/>
                <a:gd name="connsiteY4" fmla="*/ 134702 h 175559"/>
                <a:gd name="connsiteX5" fmla="*/ 33867 w 202560"/>
                <a:gd name="connsiteY5" fmla="*/ 134702 h 175559"/>
                <a:gd name="connsiteX6" fmla="*/ 33867 w 202560"/>
                <a:gd name="connsiteY6" fmla="*/ 169176 h 175559"/>
                <a:gd name="connsiteX7" fmla="*/ 38340 w 202560"/>
                <a:gd name="connsiteY7" fmla="*/ 174921 h 175559"/>
                <a:gd name="connsiteX8" fmla="*/ 40257 w 202560"/>
                <a:gd name="connsiteY8" fmla="*/ 175560 h 175559"/>
                <a:gd name="connsiteX9" fmla="*/ 45369 w 202560"/>
                <a:gd name="connsiteY9" fmla="*/ 173006 h 175559"/>
                <a:gd name="connsiteX10" fmla="*/ 77318 w 202560"/>
                <a:gd name="connsiteY10" fmla="*/ 134702 h 175559"/>
                <a:gd name="connsiteX11" fmla="*/ 196171 w 202560"/>
                <a:gd name="connsiteY11" fmla="*/ 134702 h 175559"/>
                <a:gd name="connsiteX12" fmla="*/ 202561 w 202560"/>
                <a:gd name="connsiteY12" fmla="*/ 128318 h 175559"/>
                <a:gd name="connsiteX13" fmla="*/ 202561 w 202560"/>
                <a:gd name="connsiteY13" fmla="*/ 6384 h 175559"/>
                <a:gd name="connsiteX14" fmla="*/ 195532 w 202560"/>
                <a:gd name="connsiteY14" fmla="*/ 0 h 175559"/>
                <a:gd name="connsiteX15" fmla="*/ 189142 w 202560"/>
                <a:gd name="connsiteY15" fmla="*/ 121296 h 175559"/>
                <a:gd name="connsiteX16" fmla="*/ 73484 w 202560"/>
                <a:gd name="connsiteY16" fmla="*/ 121296 h 175559"/>
                <a:gd name="connsiteX17" fmla="*/ 68372 w 202560"/>
                <a:gd name="connsiteY17" fmla="*/ 123849 h 175559"/>
                <a:gd name="connsiteX18" fmla="*/ 46007 w 202560"/>
                <a:gd name="connsiteY18" fmla="*/ 150662 h 175559"/>
                <a:gd name="connsiteX19" fmla="*/ 46007 w 202560"/>
                <a:gd name="connsiteY19" fmla="*/ 127680 h 175559"/>
                <a:gd name="connsiteX20" fmla="*/ 39618 w 202560"/>
                <a:gd name="connsiteY20" fmla="*/ 121296 h 175559"/>
                <a:gd name="connsiteX21" fmla="*/ 12141 w 202560"/>
                <a:gd name="connsiteY21" fmla="*/ 121296 h 175559"/>
                <a:gd name="connsiteX22" fmla="*/ 12141 w 202560"/>
                <a:gd name="connsiteY22" fmla="*/ 12129 h 175559"/>
                <a:gd name="connsiteX23" fmla="*/ 188503 w 202560"/>
                <a:gd name="connsiteY23" fmla="*/ 12129 h 175559"/>
                <a:gd name="connsiteX24" fmla="*/ 188503 w 202560"/>
                <a:gd name="connsiteY24" fmla="*/ 121296 h 1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2560" h="175559">
                  <a:moveTo>
                    <a:pt x="195532" y="0"/>
                  </a:moveTo>
                  <a:lnTo>
                    <a:pt x="6390" y="0"/>
                  </a:lnTo>
                  <a:cubicBezTo>
                    <a:pt x="2556" y="0"/>
                    <a:pt x="0" y="2553"/>
                    <a:pt x="0" y="6384"/>
                  </a:cubicBezTo>
                  <a:lnTo>
                    <a:pt x="0" y="128318"/>
                  </a:lnTo>
                  <a:cubicBezTo>
                    <a:pt x="0" y="132149"/>
                    <a:pt x="2556" y="134702"/>
                    <a:pt x="6390" y="134702"/>
                  </a:cubicBezTo>
                  <a:lnTo>
                    <a:pt x="33867" y="134702"/>
                  </a:lnTo>
                  <a:lnTo>
                    <a:pt x="33867" y="169176"/>
                  </a:lnTo>
                  <a:cubicBezTo>
                    <a:pt x="33867" y="171729"/>
                    <a:pt x="35784" y="174283"/>
                    <a:pt x="38340" y="174921"/>
                  </a:cubicBezTo>
                  <a:cubicBezTo>
                    <a:pt x="38979" y="174921"/>
                    <a:pt x="39618" y="175560"/>
                    <a:pt x="40257" y="175560"/>
                  </a:cubicBezTo>
                  <a:cubicBezTo>
                    <a:pt x="42174" y="175560"/>
                    <a:pt x="44091" y="174921"/>
                    <a:pt x="45369" y="173006"/>
                  </a:cubicBezTo>
                  <a:lnTo>
                    <a:pt x="77318" y="134702"/>
                  </a:lnTo>
                  <a:lnTo>
                    <a:pt x="196171" y="134702"/>
                  </a:lnTo>
                  <a:cubicBezTo>
                    <a:pt x="200005" y="134702"/>
                    <a:pt x="202561" y="132149"/>
                    <a:pt x="202561" y="128318"/>
                  </a:cubicBezTo>
                  <a:lnTo>
                    <a:pt x="202561" y="6384"/>
                  </a:lnTo>
                  <a:cubicBezTo>
                    <a:pt x="201922" y="2553"/>
                    <a:pt x="199366" y="0"/>
                    <a:pt x="195532" y="0"/>
                  </a:cubicBezTo>
                  <a:close/>
                  <a:moveTo>
                    <a:pt x="189142" y="121296"/>
                  </a:moveTo>
                  <a:lnTo>
                    <a:pt x="73484" y="121296"/>
                  </a:lnTo>
                  <a:cubicBezTo>
                    <a:pt x="71567" y="121296"/>
                    <a:pt x="69650" y="121934"/>
                    <a:pt x="68372" y="123849"/>
                  </a:cubicBezTo>
                  <a:lnTo>
                    <a:pt x="46007" y="150662"/>
                  </a:lnTo>
                  <a:lnTo>
                    <a:pt x="46007" y="127680"/>
                  </a:lnTo>
                  <a:cubicBezTo>
                    <a:pt x="46007" y="123849"/>
                    <a:pt x="43451" y="121296"/>
                    <a:pt x="39618" y="121296"/>
                  </a:cubicBezTo>
                  <a:lnTo>
                    <a:pt x="12141" y="121296"/>
                  </a:lnTo>
                  <a:lnTo>
                    <a:pt x="12141" y="12129"/>
                  </a:lnTo>
                  <a:lnTo>
                    <a:pt x="188503" y="12129"/>
                  </a:lnTo>
                  <a:lnTo>
                    <a:pt x="188503" y="121296"/>
                  </a:lnTo>
                  <a:close/>
                </a:path>
              </a:pathLst>
            </a:custGeom>
            <a:solidFill>
              <a:srgbClr val="012169"/>
            </a:solidFill>
            <a:ln w="6390" cap="flat">
              <a:noFill/>
              <a:prstDash val="solid"/>
              <a:miter/>
            </a:ln>
          </p:spPr>
          <p:txBody>
            <a:bodyPr rtlCol="0" anchor="ctr"/>
            <a:lstStyle/>
            <a:p>
              <a:endParaRPr lang="en-US"/>
            </a:p>
          </p:txBody>
        </p:sp>
      </p:grpSp>
      <p:grpSp>
        <p:nvGrpSpPr>
          <p:cNvPr id="850" name="Graphic 4">
            <a:extLst>
              <a:ext uri="{FF2B5EF4-FFF2-40B4-BE49-F238E27FC236}">
                <a16:creationId xmlns:a16="http://schemas.microsoft.com/office/drawing/2014/main" id="{5DBE2FD7-C159-AB45-8D20-467D82654D49}"/>
              </a:ext>
            </a:extLst>
          </p:cNvPr>
          <p:cNvGrpSpPr>
            <a:grpSpLocks noChangeAspect="1"/>
          </p:cNvGrpSpPr>
          <p:nvPr/>
        </p:nvGrpSpPr>
        <p:grpSpPr>
          <a:xfrm>
            <a:off x="1515054" y="2855717"/>
            <a:ext cx="361670" cy="361333"/>
            <a:chOff x="1515054" y="2855717"/>
            <a:chExt cx="361670" cy="361333"/>
          </a:xfrm>
          <a:solidFill>
            <a:srgbClr val="012169"/>
          </a:solidFill>
        </p:grpSpPr>
        <p:sp>
          <p:nvSpPr>
            <p:cNvPr id="851" name="Graphic 4">
              <a:extLst>
                <a:ext uri="{FF2B5EF4-FFF2-40B4-BE49-F238E27FC236}">
                  <a16:creationId xmlns:a16="http://schemas.microsoft.com/office/drawing/2014/main" id="{AA68E2C0-B6AD-4D4F-B5F4-E6FC7AFC3AD4}"/>
                </a:ext>
              </a:extLst>
            </p:cNvPr>
            <p:cNvSpPr/>
            <p:nvPr/>
          </p:nvSpPr>
          <p:spPr>
            <a:xfrm>
              <a:off x="1515054"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1670" y="80438"/>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234"/>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852" name="Graphic 4">
              <a:extLst>
                <a:ext uri="{FF2B5EF4-FFF2-40B4-BE49-F238E27FC236}">
                  <a16:creationId xmlns:a16="http://schemas.microsoft.com/office/drawing/2014/main" id="{CC0868C5-20DB-5A40-989C-90E94D36783A}"/>
                </a:ext>
              </a:extLst>
            </p:cNvPr>
            <p:cNvSpPr/>
            <p:nvPr/>
          </p:nvSpPr>
          <p:spPr>
            <a:xfrm>
              <a:off x="1594928" y="2948923"/>
              <a:ext cx="202560" cy="175559"/>
            </a:xfrm>
            <a:custGeom>
              <a:avLst/>
              <a:gdLst>
                <a:gd name="connsiteX0" fmla="*/ 195532 w 202560"/>
                <a:gd name="connsiteY0" fmla="*/ 0 h 175559"/>
                <a:gd name="connsiteX1" fmla="*/ 6390 w 202560"/>
                <a:gd name="connsiteY1" fmla="*/ 0 h 175559"/>
                <a:gd name="connsiteX2" fmla="*/ 0 w 202560"/>
                <a:gd name="connsiteY2" fmla="*/ 6384 h 175559"/>
                <a:gd name="connsiteX3" fmla="*/ 0 w 202560"/>
                <a:gd name="connsiteY3" fmla="*/ 128318 h 175559"/>
                <a:gd name="connsiteX4" fmla="*/ 6390 w 202560"/>
                <a:gd name="connsiteY4" fmla="*/ 134702 h 175559"/>
                <a:gd name="connsiteX5" fmla="*/ 33867 w 202560"/>
                <a:gd name="connsiteY5" fmla="*/ 134702 h 175559"/>
                <a:gd name="connsiteX6" fmla="*/ 33867 w 202560"/>
                <a:gd name="connsiteY6" fmla="*/ 169176 h 175559"/>
                <a:gd name="connsiteX7" fmla="*/ 38340 w 202560"/>
                <a:gd name="connsiteY7" fmla="*/ 174921 h 175559"/>
                <a:gd name="connsiteX8" fmla="*/ 40257 w 202560"/>
                <a:gd name="connsiteY8" fmla="*/ 175560 h 175559"/>
                <a:gd name="connsiteX9" fmla="*/ 45369 w 202560"/>
                <a:gd name="connsiteY9" fmla="*/ 173006 h 175559"/>
                <a:gd name="connsiteX10" fmla="*/ 77318 w 202560"/>
                <a:gd name="connsiteY10" fmla="*/ 134702 h 175559"/>
                <a:gd name="connsiteX11" fmla="*/ 196171 w 202560"/>
                <a:gd name="connsiteY11" fmla="*/ 134702 h 175559"/>
                <a:gd name="connsiteX12" fmla="*/ 202561 w 202560"/>
                <a:gd name="connsiteY12" fmla="*/ 128318 h 175559"/>
                <a:gd name="connsiteX13" fmla="*/ 202561 w 202560"/>
                <a:gd name="connsiteY13" fmla="*/ 6384 h 175559"/>
                <a:gd name="connsiteX14" fmla="*/ 195532 w 202560"/>
                <a:gd name="connsiteY14" fmla="*/ 0 h 175559"/>
                <a:gd name="connsiteX15" fmla="*/ 189142 w 202560"/>
                <a:gd name="connsiteY15" fmla="*/ 121934 h 175559"/>
                <a:gd name="connsiteX16" fmla="*/ 73484 w 202560"/>
                <a:gd name="connsiteY16" fmla="*/ 121934 h 175559"/>
                <a:gd name="connsiteX17" fmla="*/ 68372 w 202560"/>
                <a:gd name="connsiteY17" fmla="*/ 124488 h 175559"/>
                <a:gd name="connsiteX18" fmla="*/ 46007 w 202560"/>
                <a:gd name="connsiteY18" fmla="*/ 151300 h 175559"/>
                <a:gd name="connsiteX19" fmla="*/ 46007 w 202560"/>
                <a:gd name="connsiteY19" fmla="*/ 128318 h 175559"/>
                <a:gd name="connsiteX20" fmla="*/ 39618 w 202560"/>
                <a:gd name="connsiteY20" fmla="*/ 121934 h 175559"/>
                <a:gd name="connsiteX21" fmla="*/ 12141 w 202560"/>
                <a:gd name="connsiteY21" fmla="*/ 121934 h 175559"/>
                <a:gd name="connsiteX22" fmla="*/ 12141 w 202560"/>
                <a:gd name="connsiteY22" fmla="*/ 12768 h 175559"/>
                <a:gd name="connsiteX23" fmla="*/ 188503 w 202560"/>
                <a:gd name="connsiteY23" fmla="*/ 12768 h 175559"/>
                <a:gd name="connsiteX24" fmla="*/ 188503 w 202560"/>
                <a:gd name="connsiteY24" fmla="*/ 121934 h 1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2560" h="175559">
                  <a:moveTo>
                    <a:pt x="195532" y="0"/>
                  </a:moveTo>
                  <a:lnTo>
                    <a:pt x="6390" y="0"/>
                  </a:lnTo>
                  <a:cubicBezTo>
                    <a:pt x="2556" y="0"/>
                    <a:pt x="0" y="2554"/>
                    <a:pt x="0" y="6384"/>
                  </a:cubicBezTo>
                  <a:lnTo>
                    <a:pt x="0" y="128318"/>
                  </a:lnTo>
                  <a:cubicBezTo>
                    <a:pt x="0" y="132149"/>
                    <a:pt x="2556" y="134702"/>
                    <a:pt x="6390" y="134702"/>
                  </a:cubicBezTo>
                  <a:lnTo>
                    <a:pt x="33867" y="134702"/>
                  </a:lnTo>
                  <a:lnTo>
                    <a:pt x="33867" y="169176"/>
                  </a:lnTo>
                  <a:cubicBezTo>
                    <a:pt x="33867" y="171729"/>
                    <a:pt x="35784" y="174283"/>
                    <a:pt x="38340" y="174921"/>
                  </a:cubicBezTo>
                  <a:cubicBezTo>
                    <a:pt x="38979" y="174921"/>
                    <a:pt x="39618" y="175560"/>
                    <a:pt x="40257" y="175560"/>
                  </a:cubicBezTo>
                  <a:cubicBezTo>
                    <a:pt x="42174" y="175560"/>
                    <a:pt x="44091" y="174921"/>
                    <a:pt x="45369" y="173006"/>
                  </a:cubicBezTo>
                  <a:lnTo>
                    <a:pt x="77318" y="134702"/>
                  </a:lnTo>
                  <a:lnTo>
                    <a:pt x="196171" y="134702"/>
                  </a:lnTo>
                  <a:cubicBezTo>
                    <a:pt x="200005" y="134702"/>
                    <a:pt x="202561" y="132149"/>
                    <a:pt x="202561" y="128318"/>
                  </a:cubicBezTo>
                  <a:lnTo>
                    <a:pt x="202561" y="6384"/>
                  </a:lnTo>
                  <a:cubicBezTo>
                    <a:pt x="201922" y="2554"/>
                    <a:pt x="199366" y="0"/>
                    <a:pt x="195532" y="0"/>
                  </a:cubicBezTo>
                  <a:close/>
                  <a:moveTo>
                    <a:pt x="189142" y="121934"/>
                  </a:moveTo>
                  <a:lnTo>
                    <a:pt x="73484" y="121934"/>
                  </a:lnTo>
                  <a:cubicBezTo>
                    <a:pt x="71567" y="121934"/>
                    <a:pt x="69650" y="122573"/>
                    <a:pt x="68372" y="124488"/>
                  </a:cubicBezTo>
                  <a:lnTo>
                    <a:pt x="46007" y="151300"/>
                  </a:lnTo>
                  <a:lnTo>
                    <a:pt x="46007" y="128318"/>
                  </a:lnTo>
                  <a:cubicBezTo>
                    <a:pt x="46007" y="124488"/>
                    <a:pt x="43451" y="121934"/>
                    <a:pt x="39618" y="121934"/>
                  </a:cubicBezTo>
                  <a:lnTo>
                    <a:pt x="12141" y="121934"/>
                  </a:lnTo>
                  <a:lnTo>
                    <a:pt x="12141" y="12768"/>
                  </a:lnTo>
                  <a:lnTo>
                    <a:pt x="188503" y="12768"/>
                  </a:lnTo>
                  <a:lnTo>
                    <a:pt x="188503" y="121934"/>
                  </a:lnTo>
                  <a:close/>
                </a:path>
              </a:pathLst>
            </a:custGeom>
            <a:solidFill>
              <a:srgbClr val="012169"/>
            </a:solidFill>
            <a:ln w="6390" cap="flat">
              <a:noFill/>
              <a:prstDash val="solid"/>
              <a:miter/>
            </a:ln>
          </p:spPr>
          <p:txBody>
            <a:bodyPr rtlCol="0" anchor="ctr"/>
            <a:lstStyle/>
            <a:p>
              <a:endParaRPr lang="en-US"/>
            </a:p>
          </p:txBody>
        </p:sp>
        <p:sp>
          <p:nvSpPr>
            <p:cNvPr id="853" name="Graphic 4">
              <a:extLst>
                <a:ext uri="{FF2B5EF4-FFF2-40B4-BE49-F238E27FC236}">
                  <a16:creationId xmlns:a16="http://schemas.microsoft.com/office/drawing/2014/main" id="{60E43BFE-D432-F640-B6B0-8EEA696363D1}"/>
                </a:ext>
              </a:extLst>
            </p:cNvPr>
            <p:cNvSpPr/>
            <p:nvPr/>
          </p:nvSpPr>
          <p:spPr>
            <a:xfrm>
              <a:off x="1619849" y="2982759"/>
              <a:ext cx="151441" cy="12767"/>
            </a:xfrm>
            <a:custGeom>
              <a:avLst/>
              <a:gdLst>
                <a:gd name="connsiteX0" fmla="*/ 6390 w 151441"/>
                <a:gd name="connsiteY0" fmla="*/ 12768 h 12767"/>
                <a:gd name="connsiteX1" fmla="*/ 145052 w 151441"/>
                <a:gd name="connsiteY1" fmla="*/ 12768 h 12767"/>
                <a:gd name="connsiteX2" fmla="*/ 151442 w 151441"/>
                <a:gd name="connsiteY2" fmla="*/ 6384 h 12767"/>
                <a:gd name="connsiteX3" fmla="*/ 145052 w 151441"/>
                <a:gd name="connsiteY3" fmla="*/ 0 h 12767"/>
                <a:gd name="connsiteX4" fmla="*/ 6390 w 151441"/>
                <a:gd name="connsiteY4" fmla="*/ 0 h 12767"/>
                <a:gd name="connsiteX5" fmla="*/ 0 w 151441"/>
                <a:gd name="connsiteY5" fmla="*/ 6384 h 12767"/>
                <a:gd name="connsiteX6" fmla="*/ 6390 w 151441"/>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441" h="12767">
                  <a:moveTo>
                    <a:pt x="6390" y="12768"/>
                  </a:moveTo>
                  <a:lnTo>
                    <a:pt x="145052" y="12768"/>
                  </a:lnTo>
                  <a:cubicBezTo>
                    <a:pt x="148885" y="12768"/>
                    <a:pt x="151442" y="10214"/>
                    <a:pt x="151442" y="6384"/>
                  </a:cubicBezTo>
                  <a:cubicBezTo>
                    <a:pt x="151442" y="2554"/>
                    <a:pt x="148885" y="0"/>
                    <a:pt x="145052" y="0"/>
                  </a:cubicBezTo>
                  <a:lnTo>
                    <a:pt x="6390" y="0"/>
                  </a:lnTo>
                  <a:cubicBezTo>
                    <a:pt x="2556" y="0"/>
                    <a:pt x="0" y="2554"/>
                    <a:pt x="0" y="6384"/>
                  </a:cubicBezTo>
                  <a:cubicBezTo>
                    <a:pt x="0" y="10214"/>
                    <a:pt x="3195" y="12768"/>
                    <a:pt x="6390" y="12768"/>
                  </a:cubicBezTo>
                  <a:close/>
                </a:path>
              </a:pathLst>
            </a:custGeom>
            <a:solidFill>
              <a:srgbClr val="012169"/>
            </a:solidFill>
            <a:ln w="6390" cap="flat">
              <a:noFill/>
              <a:prstDash val="solid"/>
              <a:miter/>
            </a:ln>
          </p:spPr>
          <p:txBody>
            <a:bodyPr rtlCol="0" anchor="ctr"/>
            <a:lstStyle/>
            <a:p>
              <a:endParaRPr lang="en-US"/>
            </a:p>
          </p:txBody>
        </p:sp>
        <p:sp>
          <p:nvSpPr>
            <p:cNvPr id="854" name="Graphic 4">
              <a:extLst>
                <a:ext uri="{FF2B5EF4-FFF2-40B4-BE49-F238E27FC236}">
                  <a16:creationId xmlns:a16="http://schemas.microsoft.com/office/drawing/2014/main" id="{E4AE46CE-183A-0D48-8067-AC4790B4E45C}"/>
                </a:ext>
              </a:extLst>
            </p:cNvPr>
            <p:cNvSpPr/>
            <p:nvPr/>
          </p:nvSpPr>
          <p:spPr>
            <a:xfrm>
              <a:off x="1619849" y="3010210"/>
              <a:ext cx="151441" cy="12767"/>
            </a:xfrm>
            <a:custGeom>
              <a:avLst/>
              <a:gdLst>
                <a:gd name="connsiteX0" fmla="*/ 6390 w 151441"/>
                <a:gd name="connsiteY0" fmla="*/ 12768 h 12767"/>
                <a:gd name="connsiteX1" fmla="*/ 145052 w 151441"/>
                <a:gd name="connsiteY1" fmla="*/ 12768 h 12767"/>
                <a:gd name="connsiteX2" fmla="*/ 151442 w 151441"/>
                <a:gd name="connsiteY2" fmla="*/ 6384 h 12767"/>
                <a:gd name="connsiteX3" fmla="*/ 145052 w 151441"/>
                <a:gd name="connsiteY3" fmla="*/ 0 h 12767"/>
                <a:gd name="connsiteX4" fmla="*/ 6390 w 151441"/>
                <a:gd name="connsiteY4" fmla="*/ 0 h 12767"/>
                <a:gd name="connsiteX5" fmla="*/ 0 w 151441"/>
                <a:gd name="connsiteY5" fmla="*/ 6384 h 12767"/>
                <a:gd name="connsiteX6" fmla="*/ 6390 w 151441"/>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441" h="12767">
                  <a:moveTo>
                    <a:pt x="6390" y="12768"/>
                  </a:moveTo>
                  <a:lnTo>
                    <a:pt x="145052" y="12768"/>
                  </a:lnTo>
                  <a:cubicBezTo>
                    <a:pt x="148885" y="12768"/>
                    <a:pt x="151442" y="10214"/>
                    <a:pt x="151442" y="6384"/>
                  </a:cubicBezTo>
                  <a:cubicBezTo>
                    <a:pt x="151442" y="2554"/>
                    <a:pt x="148885" y="0"/>
                    <a:pt x="145052" y="0"/>
                  </a:cubicBezTo>
                  <a:lnTo>
                    <a:pt x="6390" y="0"/>
                  </a:lnTo>
                  <a:cubicBezTo>
                    <a:pt x="2556" y="0"/>
                    <a:pt x="0" y="2554"/>
                    <a:pt x="0" y="6384"/>
                  </a:cubicBezTo>
                  <a:cubicBezTo>
                    <a:pt x="0" y="10214"/>
                    <a:pt x="3195" y="12768"/>
                    <a:pt x="6390" y="12768"/>
                  </a:cubicBezTo>
                  <a:close/>
                </a:path>
              </a:pathLst>
            </a:custGeom>
            <a:solidFill>
              <a:srgbClr val="012169"/>
            </a:solidFill>
            <a:ln w="6390" cap="flat">
              <a:noFill/>
              <a:prstDash val="solid"/>
              <a:miter/>
            </a:ln>
          </p:spPr>
          <p:txBody>
            <a:bodyPr rtlCol="0" anchor="ctr"/>
            <a:lstStyle/>
            <a:p>
              <a:endParaRPr lang="en-US"/>
            </a:p>
          </p:txBody>
        </p:sp>
        <p:sp>
          <p:nvSpPr>
            <p:cNvPr id="855" name="Graphic 4">
              <a:extLst>
                <a:ext uri="{FF2B5EF4-FFF2-40B4-BE49-F238E27FC236}">
                  <a16:creationId xmlns:a16="http://schemas.microsoft.com/office/drawing/2014/main" id="{9D27E979-DE07-AF4C-A522-DB1B657CC3C5}"/>
                </a:ext>
              </a:extLst>
            </p:cNvPr>
            <p:cNvSpPr/>
            <p:nvPr/>
          </p:nvSpPr>
          <p:spPr>
            <a:xfrm>
              <a:off x="1619849" y="3038299"/>
              <a:ext cx="151441" cy="12767"/>
            </a:xfrm>
            <a:custGeom>
              <a:avLst/>
              <a:gdLst>
                <a:gd name="connsiteX0" fmla="*/ 6390 w 151441"/>
                <a:gd name="connsiteY0" fmla="*/ 12768 h 12767"/>
                <a:gd name="connsiteX1" fmla="*/ 145052 w 151441"/>
                <a:gd name="connsiteY1" fmla="*/ 12768 h 12767"/>
                <a:gd name="connsiteX2" fmla="*/ 151442 w 151441"/>
                <a:gd name="connsiteY2" fmla="*/ 6384 h 12767"/>
                <a:gd name="connsiteX3" fmla="*/ 145052 w 151441"/>
                <a:gd name="connsiteY3" fmla="*/ 0 h 12767"/>
                <a:gd name="connsiteX4" fmla="*/ 6390 w 151441"/>
                <a:gd name="connsiteY4" fmla="*/ 0 h 12767"/>
                <a:gd name="connsiteX5" fmla="*/ 0 w 151441"/>
                <a:gd name="connsiteY5" fmla="*/ 6384 h 12767"/>
                <a:gd name="connsiteX6" fmla="*/ 6390 w 151441"/>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441" h="12767">
                  <a:moveTo>
                    <a:pt x="6390" y="12768"/>
                  </a:moveTo>
                  <a:lnTo>
                    <a:pt x="145052" y="12768"/>
                  </a:lnTo>
                  <a:cubicBezTo>
                    <a:pt x="148885" y="12768"/>
                    <a:pt x="151442" y="10214"/>
                    <a:pt x="151442" y="6384"/>
                  </a:cubicBezTo>
                  <a:cubicBezTo>
                    <a:pt x="151442" y="2554"/>
                    <a:pt x="148885" y="0"/>
                    <a:pt x="145052" y="0"/>
                  </a:cubicBezTo>
                  <a:lnTo>
                    <a:pt x="6390" y="0"/>
                  </a:lnTo>
                  <a:cubicBezTo>
                    <a:pt x="2556" y="0"/>
                    <a:pt x="0" y="2554"/>
                    <a:pt x="0" y="6384"/>
                  </a:cubicBezTo>
                  <a:cubicBezTo>
                    <a:pt x="0" y="10214"/>
                    <a:pt x="3195" y="12768"/>
                    <a:pt x="6390" y="12768"/>
                  </a:cubicBezTo>
                  <a:close/>
                </a:path>
              </a:pathLst>
            </a:custGeom>
            <a:solidFill>
              <a:srgbClr val="012169"/>
            </a:solidFill>
            <a:ln w="6390" cap="flat">
              <a:noFill/>
              <a:prstDash val="solid"/>
              <a:miter/>
            </a:ln>
          </p:spPr>
          <p:txBody>
            <a:bodyPr rtlCol="0" anchor="ctr"/>
            <a:lstStyle/>
            <a:p>
              <a:endParaRPr lang="en-US"/>
            </a:p>
          </p:txBody>
        </p:sp>
      </p:grpSp>
      <p:grpSp>
        <p:nvGrpSpPr>
          <p:cNvPr id="856" name="Graphic 4">
            <a:extLst>
              <a:ext uri="{FF2B5EF4-FFF2-40B4-BE49-F238E27FC236}">
                <a16:creationId xmlns:a16="http://schemas.microsoft.com/office/drawing/2014/main" id="{54CD1A05-1C6A-714E-B9B7-447894710494}"/>
              </a:ext>
            </a:extLst>
          </p:cNvPr>
          <p:cNvGrpSpPr>
            <a:grpSpLocks noChangeAspect="1"/>
          </p:cNvGrpSpPr>
          <p:nvPr/>
        </p:nvGrpSpPr>
        <p:grpSpPr>
          <a:xfrm>
            <a:off x="467743" y="4792617"/>
            <a:ext cx="361670" cy="361333"/>
            <a:chOff x="467743" y="4792617"/>
            <a:chExt cx="361670" cy="361333"/>
          </a:xfrm>
          <a:solidFill>
            <a:srgbClr val="012169"/>
          </a:solidFill>
        </p:grpSpPr>
        <p:sp>
          <p:nvSpPr>
            <p:cNvPr id="857" name="Graphic 4">
              <a:extLst>
                <a:ext uri="{FF2B5EF4-FFF2-40B4-BE49-F238E27FC236}">
                  <a16:creationId xmlns:a16="http://schemas.microsoft.com/office/drawing/2014/main" id="{74B8BD21-BB23-E246-965F-D067898C0754}"/>
                </a:ext>
              </a:extLst>
            </p:cNvPr>
            <p:cNvSpPr/>
            <p:nvPr/>
          </p:nvSpPr>
          <p:spPr>
            <a:xfrm>
              <a:off x="467743"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4"/>
                    <a:pt x="180835" y="361334"/>
                  </a:cubicBezTo>
                  <a:cubicBezTo>
                    <a:pt x="281157" y="361334"/>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858" name="Graphic 4">
              <a:extLst>
                <a:ext uri="{FF2B5EF4-FFF2-40B4-BE49-F238E27FC236}">
                  <a16:creationId xmlns:a16="http://schemas.microsoft.com/office/drawing/2014/main" id="{D4E59EE3-587D-F847-A97E-3F0684B1E63C}"/>
                </a:ext>
              </a:extLst>
            </p:cNvPr>
            <p:cNvSpPr/>
            <p:nvPr/>
          </p:nvSpPr>
          <p:spPr>
            <a:xfrm>
              <a:off x="536754" y="4883909"/>
              <a:ext cx="223008" cy="178113"/>
            </a:xfrm>
            <a:custGeom>
              <a:avLst/>
              <a:gdLst>
                <a:gd name="connsiteX0" fmla="*/ 222370 w 223008"/>
                <a:gd name="connsiteY0" fmla="*/ 86184 h 178113"/>
                <a:gd name="connsiteX1" fmla="*/ 170611 w 223008"/>
                <a:gd name="connsiteY1" fmla="*/ 38942 h 178113"/>
                <a:gd name="connsiteX2" fmla="*/ 198727 w 223008"/>
                <a:gd name="connsiteY2" fmla="*/ 10853 h 178113"/>
                <a:gd name="connsiteX3" fmla="*/ 198727 w 223008"/>
                <a:gd name="connsiteY3" fmla="*/ 1915 h 178113"/>
                <a:gd name="connsiteX4" fmla="*/ 189781 w 223008"/>
                <a:gd name="connsiteY4" fmla="*/ 1915 h 178113"/>
                <a:gd name="connsiteX5" fmla="*/ 159109 w 223008"/>
                <a:gd name="connsiteY5" fmla="*/ 32558 h 178113"/>
                <a:gd name="connsiteX6" fmla="*/ 111824 w 223008"/>
                <a:gd name="connsiteY6" fmla="*/ 22344 h 178113"/>
                <a:gd name="connsiteX7" fmla="*/ 1278 w 223008"/>
                <a:gd name="connsiteY7" fmla="*/ 84907 h 178113"/>
                <a:gd name="connsiteX8" fmla="*/ 0 w 223008"/>
                <a:gd name="connsiteY8" fmla="*/ 89376 h 178113"/>
                <a:gd name="connsiteX9" fmla="*/ 639 w 223008"/>
                <a:gd name="connsiteY9" fmla="*/ 92568 h 178113"/>
                <a:gd name="connsiteX10" fmla="*/ 51119 w 223008"/>
                <a:gd name="connsiteY10" fmla="*/ 139171 h 178113"/>
                <a:gd name="connsiteX11" fmla="*/ 23004 w 223008"/>
                <a:gd name="connsiteY11" fmla="*/ 167260 h 178113"/>
                <a:gd name="connsiteX12" fmla="*/ 23004 w 223008"/>
                <a:gd name="connsiteY12" fmla="*/ 176198 h 178113"/>
                <a:gd name="connsiteX13" fmla="*/ 27477 w 223008"/>
                <a:gd name="connsiteY13" fmla="*/ 178113 h 178113"/>
                <a:gd name="connsiteX14" fmla="*/ 31950 w 223008"/>
                <a:gd name="connsiteY14" fmla="*/ 176198 h 178113"/>
                <a:gd name="connsiteX15" fmla="*/ 63260 w 223008"/>
                <a:gd name="connsiteY15" fmla="*/ 144916 h 178113"/>
                <a:gd name="connsiteX16" fmla="*/ 111185 w 223008"/>
                <a:gd name="connsiteY16" fmla="*/ 155769 h 178113"/>
                <a:gd name="connsiteX17" fmla="*/ 221731 w 223008"/>
                <a:gd name="connsiteY17" fmla="*/ 93206 h 178113"/>
                <a:gd name="connsiteX18" fmla="*/ 223009 w 223008"/>
                <a:gd name="connsiteY18" fmla="*/ 88737 h 178113"/>
                <a:gd name="connsiteX19" fmla="*/ 222370 w 223008"/>
                <a:gd name="connsiteY19" fmla="*/ 86184 h 178113"/>
                <a:gd name="connsiteX20" fmla="*/ 14058 w 223008"/>
                <a:gd name="connsiteY20" fmla="*/ 90014 h 178113"/>
                <a:gd name="connsiteX21" fmla="*/ 111824 w 223008"/>
                <a:gd name="connsiteY21" fmla="*/ 35750 h 178113"/>
                <a:gd name="connsiteX22" fmla="*/ 148886 w 223008"/>
                <a:gd name="connsiteY22" fmla="*/ 42773 h 178113"/>
                <a:gd name="connsiteX23" fmla="*/ 131633 w 223008"/>
                <a:gd name="connsiteY23" fmla="*/ 60009 h 178113"/>
                <a:gd name="connsiteX24" fmla="*/ 110546 w 223008"/>
                <a:gd name="connsiteY24" fmla="*/ 53625 h 178113"/>
                <a:gd name="connsiteX25" fmla="*/ 74123 w 223008"/>
                <a:gd name="connsiteY25" fmla="*/ 90014 h 178113"/>
                <a:gd name="connsiteX26" fmla="*/ 80513 w 223008"/>
                <a:gd name="connsiteY26" fmla="*/ 111081 h 178113"/>
                <a:gd name="connsiteX27" fmla="*/ 60704 w 223008"/>
                <a:gd name="connsiteY27" fmla="*/ 130872 h 178113"/>
                <a:gd name="connsiteX28" fmla="*/ 14058 w 223008"/>
                <a:gd name="connsiteY28" fmla="*/ 90014 h 178113"/>
                <a:gd name="connsiteX29" fmla="*/ 134828 w 223008"/>
                <a:gd name="connsiteY29" fmla="*/ 90014 h 178113"/>
                <a:gd name="connsiteX30" fmla="*/ 111185 w 223008"/>
                <a:gd name="connsiteY30" fmla="*/ 113635 h 178113"/>
                <a:gd name="connsiteX31" fmla="*/ 99683 w 223008"/>
                <a:gd name="connsiteY31" fmla="*/ 110443 h 178113"/>
                <a:gd name="connsiteX32" fmla="*/ 132272 w 223008"/>
                <a:gd name="connsiteY32" fmla="*/ 77884 h 178113"/>
                <a:gd name="connsiteX33" fmla="*/ 134828 w 223008"/>
                <a:gd name="connsiteY33" fmla="*/ 90014 h 178113"/>
                <a:gd name="connsiteX34" fmla="*/ 86903 w 223008"/>
                <a:gd name="connsiteY34" fmla="*/ 90014 h 178113"/>
                <a:gd name="connsiteX35" fmla="*/ 110546 w 223008"/>
                <a:gd name="connsiteY35" fmla="*/ 66393 h 178113"/>
                <a:gd name="connsiteX36" fmla="*/ 122048 w 223008"/>
                <a:gd name="connsiteY36" fmla="*/ 69585 h 178113"/>
                <a:gd name="connsiteX37" fmla="*/ 89459 w 223008"/>
                <a:gd name="connsiteY37" fmla="*/ 102144 h 178113"/>
                <a:gd name="connsiteX38" fmla="*/ 86903 w 223008"/>
                <a:gd name="connsiteY38" fmla="*/ 90014 h 178113"/>
                <a:gd name="connsiteX39" fmla="*/ 111824 w 223008"/>
                <a:gd name="connsiteY39" fmla="*/ 144278 h 178113"/>
                <a:gd name="connsiteX40" fmla="*/ 73484 w 223008"/>
                <a:gd name="connsiteY40" fmla="*/ 136617 h 178113"/>
                <a:gd name="connsiteX41" fmla="*/ 90098 w 223008"/>
                <a:gd name="connsiteY41" fmla="*/ 120019 h 178113"/>
                <a:gd name="connsiteX42" fmla="*/ 111185 w 223008"/>
                <a:gd name="connsiteY42" fmla="*/ 126403 h 178113"/>
                <a:gd name="connsiteX43" fmla="*/ 147608 w 223008"/>
                <a:gd name="connsiteY43" fmla="*/ 90014 h 178113"/>
                <a:gd name="connsiteX44" fmla="*/ 141218 w 223008"/>
                <a:gd name="connsiteY44" fmla="*/ 68947 h 178113"/>
                <a:gd name="connsiteX45" fmla="*/ 161665 w 223008"/>
                <a:gd name="connsiteY45" fmla="*/ 48518 h 178113"/>
                <a:gd name="connsiteX46" fmla="*/ 209590 w 223008"/>
                <a:gd name="connsiteY46" fmla="*/ 90014 h 178113"/>
                <a:gd name="connsiteX47" fmla="*/ 111824 w 223008"/>
                <a:gd name="connsiteY47" fmla="*/ 144278 h 178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3008" h="178113">
                  <a:moveTo>
                    <a:pt x="222370" y="86184"/>
                  </a:moveTo>
                  <a:cubicBezTo>
                    <a:pt x="213424" y="72139"/>
                    <a:pt x="195532" y="52987"/>
                    <a:pt x="170611" y="38942"/>
                  </a:cubicBezTo>
                  <a:lnTo>
                    <a:pt x="198727" y="10853"/>
                  </a:lnTo>
                  <a:cubicBezTo>
                    <a:pt x="201283" y="8299"/>
                    <a:pt x="201283" y="4469"/>
                    <a:pt x="198727" y="1915"/>
                  </a:cubicBezTo>
                  <a:cubicBezTo>
                    <a:pt x="196171" y="-638"/>
                    <a:pt x="192337" y="-638"/>
                    <a:pt x="189781" y="1915"/>
                  </a:cubicBezTo>
                  <a:lnTo>
                    <a:pt x="159109" y="32558"/>
                  </a:lnTo>
                  <a:cubicBezTo>
                    <a:pt x="145052" y="26174"/>
                    <a:pt x="129077" y="22344"/>
                    <a:pt x="111824" y="22344"/>
                  </a:cubicBezTo>
                  <a:cubicBezTo>
                    <a:pt x="61982" y="22344"/>
                    <a:pt x="22365" y="54902"/>
                    <a:pt x="1278" y="84907"/>
                  </a:cubicBezTo>
                  <a:cubicBezTo>
                    <a:pt x="639" y="86184"/>
                    <a:pt x="0" y="87460"/>
                    <a:pt x="0" y="89376"/>
                  </a:cubicBezTo>
                  <a:cubicBezTo>
                    <a:pt x="0" y="90652"/>
                    <a:pt x="0" y="91929"/>
                    <a:pt x="639" y="92568"/>
                  </a:cubicBezTo>
                  <a:cubicBezTo>
                    <a:pt x="9585" y="106612"/>
                    <a:pt x="27477" y="125764"/>
                    <a:pt x="51119" y="139171"/>
                  </a:cubicBezTo>
                  <a:lnTo>
                    <a:pt x="23004" y="167260"/>
                  </a:lnTo>
                  <a:cubicBezTo>
                    <a:pt x="20448" y="169814"/>
                    <a:pt x="20448" y="173644"/>
                    <a:pt x="23004" y="176198"/>
                  </a:cubicBezTo>
                  <a:cubicBezTo>
                    <a:pt x="24282" y="177475"/>
                    <a:pt x="26199" y="178113"/>
                    <a:pt x="27477" y="178113"/>
                  </a:cubicBezTo>
                  <a:cubicBezTo>
                    <a:pt x="28755" y="178113"/>
                    <a:pt x="30672" y="177475"/>
                    <a:pt x="31950" y="176198"/>
                  </a:cubicBezTo>
                  <a:lnTo>
                    <a:pt x="63260" y="144916"/>
                  </a:lnTo>
                  <a:cubicBezTo>
                    <a:pt x="77318" y="151300"/>
                    <a:pt x="93932" y="155769"/>
                    <a:pt x="111185" y="155769"/>
                  </a:cubicBezTo>
                  <a:cubicBezTo>
                    <a:pt x="161026" y="155769"/>
                    <a:pt x="200644" y="123211"/>
                    <a:pt x="221731" y="93206"/>
                  </a:cubicBezTo>
                  <a:cubicBezTo>
                    <a:pt x="222370" y="91929"/>
                    <a:pt x="223009" y="90652"/>
                    <a:pt x="223009" y="88737"/>
                  </a:cubicBezTo>
                  <a:cubicBezTo>
                    <a:pt x="223009" y="88737"/>
                    <a:pt x="223009" y="87460"/>
                    <a:pt x="222370" y="86184"/>
                  </a:cubicBezTo>
                  <a:close/>
                  <a:moveTo>
                    <a:pt x="14058" y="90014"/>
                  </a:moveTo>
                  <a:cubicBezTo>
                    <a:pt x="33867" y="63201"/>
                    <a:pt x="68372" y="35750"/>
                    <a:pt x="111824" y="35750"/>
                  </a:cubicBezTo>
                  <a:cubicBezTo>
                    <a:pt x="125243" y="35750"/>
                    <a:pt x="138023" y="38304"/>
                    <a:pt x="148886" y="42773"/>
                  </a:cubicBezTo>
                  <a:lnTo>
                    <a:pt x="131633" y="60009"/>
                  </a:lnTo>
                  <a:cubicBezTo>
                    <a:pt x="125882" y="55541"/>
                    <a:pt x="118214" y="53625"/>
                    <a:pt x="110546" y="53625"/>
                  </a:cubicBezTo>
                  <a:cubicBezTo>
                    <a:pt x="90098" y="53625"/>
                    <a:pt x="74123" y="70224"/>
                    <a:pt x="74123" y="90014"/>
                  </a:cubicBezTo>
                  <a:cubicBezTo>
                    <a:pt x="74123" y="97675"/>
                    <a:pt x="76679" y="105336"/>
                    <a:pt x="80513" y="111081"/>
                  </a:cubicBezTo>
                  <a:lnTo>
                    <a:pt x="60704" y="130872"/>
                  </a:lnTo>
                  <a:cubicBezTo>
                    <a:pt x="39618" y="119380"/>
                    <a:pt x="23643" y="102782"/>
                    <a:pt x="14058" y="90014"/>
                  </a:cubicBezTo>
                  <a:close/>
                  <a:moveTo>
                    <a:pt x="134828" y="90014"/>
                  </a:moveTo>
                  <a:cubicBezTo>
                    <a:pt x="134828" y="103420"/>
                    <a:pt x="123965" y="113635"/>
                    <a:pt x="111185" y="113635"/>
                  </a:cubicBezTo>
                  <a:cubicBezTo>
                    <a:pt x="106712" y="113635"/>
                    <a:pt x="102878" y="112358"/>
                    <a:pt x="99683" y="110443"/>
                  </a:cubicBezTo>
                  <a:lnTo>
                    <a:pt x="132272" y="77884"/>
                  </a:lnTo>
                  <a:cubicBezTo>
                    <a:pt x="133550" y="81715"/>
                    <a:pt x="134828" y="85545"/>
                    <a:pt x="134828" y="90014"/>
                  </a:cubicBezTo>
                  <a:close/>
                  <a:moveTo>
                    <a:pt x="86903" y="90014"/>
                  </a:moveTo>
                  <a:cubicBezTo>
                    <a:pt x="86903" y="76608"/>
                    <a:pt x="97766" y="66393"/>
                    <a:pt x="110546" y="66393"/>
                  </a:cubicBezTo>
                  <a:cubicBezTo>
                    <a:pt x="115019" y="66393"/>
                    <a:pt x="118853" y="67670"/>
                    <a:pt x="122048" y="69585"/>
                  </a:cubicBezTo>
                  <a:lnTo>
                    <a:pt x="89459" y="102144"/>
                  </a:lnTo>
                  <a:cubicBezTo>
                    <a:pt x="88181" y="98313"/>
                    <a:pt x="86903" y="94483"/>
                    <a:pt x="86903" y="90014"/>
                  </a:cubicBezTo>
                  <a:close/>
                  <a:moveTo>
                    <a:pt x="111824" y="144278"/>
                  </a:moveTo>
                  <a:cubicBezTo>
                    <a:pt x="97766" y="144278"/>
                    <a:pt x="84986" y="141086"/>
                    <a:pt x="73484" y="136617"/>
                  </a:cubicBezTo>
                  <a:lnTo>
                    <a:pt x="90098" y="120019"/>
                  </a:lnTo>
                  <a:cubicBezTo>
                    <a:pt x="95849" y="124488"/>
                    <a:pt x="103517" y="126403"/>
                    <a:pt x="111185" y="126403"/>
                  </a:cubicBezTo>
                  <a:cubicBezTo>
                    <a:pt x="131633" y="126403"/>
                    <a:pt x="147608" y="109804"/>
                    <a:pt x="147608" y="90014"/>
                  </a:cubicBezTo>
                  <a:cubicBezTo>
                    <a:pt x="147608" y="82353"/>
                    <a:pt x="145052" y="74692"/>
                    <a:pt x="141218" y="68947"/>
                  </a:cubicBezTo>
                  <a:lnTo>
                    <a:pt x="161665" y="48518"/>
                  </a:lnTo>
                  <a:cubicBezTo>
                    <a:pt x="183391" y="60009"/>
                    <a:pt x="200005" y="77246"/>
                    <a:pt x="209590" y="90014"/>
                  </a:cubicBezTo>
                  <a:cubicBezTo>
                    <a:pt x="189781" y="116827"/>
                    <a:pt x="154636" y="144278"/>
                    <a:pt x="111824" y="144278"/>
                  </a:cubicBezTo>
                  <a:close/>
                </a:path>
              </a:pathLst>
            </a:custGeom>
            <a:solidFill>
              <a:srgbClr val="012169"/>
            </a:solidFill>
            <a:ln w="6390" cap="flat">
              <a:noFill/>
              <a:prstDash val="solid"/>
              <a:miter/>
            </a:ln>
          </p:spPr>
          <p:txBody>
            <a:bodyPr rtlCol="0" anchor="ctr"/>
            <a:lstStyle/>
            <a:p>
              <a:endParaRPr lang="en-US"/>
            </a:p>
          </p:txBody>
        </p:sp>
      </p:grpSp>
      <p:grpSp>
        <p:nvGrpSpPr>
          <p:cNvPr id="867" name="Graphic 4">
            <a:extLst>
              <a:ext uri="{FF2B5EF4-FFF2-40B4-BE49-F238E27FC236}">
                <a16:creationId xmlns:a16="http://schemas.microsoft.com/office/drawing/2014/main" id="{9853AE7F-A32B-1941-BFF3-AF35836EC3F6}"/>
              </a:ext>
            </a:extLst>
          </p:cNvPr>
          <p:cNvGrpSpPr>
            <a:grpSpLocks noChangeAspect="1"/>
          </p:cNvGrpSpPr>
          <p:nvPr/>
        </p:nvGrpSpPr>
        <p:grpSpPr>
          <a:xfrm>
            <a:off x="1952764" y="3824168"/>
            <a:ext cx="361674" cy="361333"/>
            <a:chOff x="1952764" y="3824168"/>
            <a:chExt cx="361674" cy="361333"/>
          </a:xfrm>
          <a:solidFill>
            <a:srgbClr val="012169"/>
          </a:solidFill>
        </p:grpSpPr>
        <p:sp>
          <p:nvSpPr>
            <p:cNvPr id="868" name="Graphic 4">
              <a:extLst>
                <a:ext uri="{FF2B5EF4-FFF2-40B4-BE49-F238E27FC236}">
                  <a16:creationId xmlns:a16="http://schemas.microsoft.com/office/drawing/2014/main" id="{C99E12BE-D749-A140-AB27-90491360109C}"/>
                </a:ext>
              </a:extLst>
            </p:cNvPr>
            <p:cNvSpPr/>
            <p:nvPr/>
          </p:nvSpPr>
          <p:spPr>
            <a:xfrm>
              <a:off x="1952764" y="3824168"/>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93937 w 361674"/>
                <a:gd name="connsiteY5" fmla="*/ 245783 h 361333"/>
                <a:gd name="connsiteX6" fmla="*/ 287547 w 361674"/>
                <a:gd name="connsiteY6" fmla="*/ 252167 h 361333"/>
                <a:gd name="connsiteX7" fmla="*/ 153998 w 361674"/>
                <a:gd name="connsiteY7" fmla="*/ 252167 h 361333"/>
                <a:gd name="connsiteX8" fmla="*/ 118214 w 361674"/>
                <a:gd name="connsiteY8" fmla="*/ 295578 h 361333"/>
                <a:gd name="connsiteX9" fmla="*/ 113102 w 361674"/>
                <a:gd name="connsiteY9" fmla="*/ 298132 h 361333"/>
                <a:gd name="connsiteX10" fmla="*/ 111185 w 361674"/>
                <a:gd name="connsiteY10" fmla="*/ 297493 h 361333"/>
                <a:gd name="connsiteX11" fmla="*/ 106712 w 361674"/>
                <a:gd name="connsiteY11" fmla="*/ 291748 h 361333"/>
                <a:gd name="connsiteX12" fmla="*/ 106712 w 361674"/>
                <a:gd name="connsiteY12" fmla="*/ 252806 h 361333"/>
                <a:gd name="connsiteX13" fmla="*/ 75401 w 361674"/>
                <a:gd name="connsiteY13" fmla="*/ 252806 h 361333"/>
                <a:gd name="connsiteX14" fmla="*/ 69011 w 361674"/>
                <a:gd name="connsiteY14" fmla="*/ 246422 h 361333"/>
                <a:gd name="connsiteX15" fmla="*/ 69011 w 361674"/>
                <a:gd name="connsiteY15" fmla="*/ 109804 h 361333"/>
                <a:gd name="connsiteX16" fmla="*/ 75401 w 361674"/>
                <a:gd name="connsiteY16" fmla="*/ 103420 h 361333"/>
                <a:gd name="connsiteX17" fmla="*/ 288186 w 361674"/>
                <a:gd name="connsiteY17" fmla="*/ 103420 h 361333"/>
                <a:gd name="connsiteX18" fmla="*/ 294576 w 361674"/>
                <a:gd name="connsiteY18" fmla="*/ 109804 h 361333"/>
                <a:gd name="connsiteX19" fmla="*/ 294576 w 361674"/>
                <a:gd name="connsiteY19" fmla="*/ 24578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674"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2309" y="81076"/>
                    <a:pt x="281157" y="0"/>
                    <a:pt x="180835" y="0"/>
                  </a:cubicBezTo>
                  <a:close/>
                  <a:moveTo>
                    <a:pt x="293937" y="245783"/>
                  </a:moveTo>
                  <a:cubicBezTo>
                    <a:pt x="293937" y="249614"/>
                    <a:pt x="291381" y="252167"/>
                    <a:pt x="287547" y="252167"/>
                  </a:cubicBezTo>
                  <a:lnTo>
                    <a:pt x="153998" y="252167"/>
                  </a:lnTo>
                  <a:lnTo>
                    <a:pt x="118214" y="295578"/>
                  </a:lnTo>
                  <a:cubicBezTo>
                    <a:pt x="116936" y="296855"/>
                    <a:pt x="115019" y="298132"/>
                    <a:pt x="113102" y="298132"/>
                  </a:cubicBezTo>
                  <a:cubicBezTo>
                    <a:pt x="112463" y="298132"/>
                    <a:pt x="111824" y="298132"/>
                    <a:pt x="111185" y="297493"/>
                  </a:cubicBezTo>
                  <a:cubicBezTo>
                    <a:pt x="108629" y="296855"/>
                    <a:pt x="106712" y="294301"/>
                    <a:pt x="106712" y="291748"/>
                  </a:cubicBezTo>
                  <a:lnTo>
                    <a:pt x="106712" y="252806"/>
                  </a:lnTo>
                  <a:lnTo>
                    <a:pt x="75401" y="252806"/>
                  </a:lnTo>
                  <a:cubicBezTo>
                    <a:pt x="71567" y="252806"/>
                    <a:pt x="69011" y="250252"/>
                    <a:pt x="69011" y="246422"/>
                  </a:cubicBezTo>
                  <a:lnTo>
                    <a:pt x="69011" y="109804"/>
                  </a:lnTo>
                  <a:cubicBezTo>
                    <a:pt x="69011" y="105974"/>
                    <a:pt x="71567" y="103420"/>
                    <a:pt x="75401" y="103420"/>
                  </a:cubicBezTo>
                  <a:lnTo>
                    <a:pt x="288186" y="103420"/>
                  </a:lnTo>
                  <a:cubicBezTo>
                    <a:pt x="292020" y="103420"/>
                    <a:pt x="294576" y="105974"/>
                    <a:pt x="294576" y="109804"/>
                  </a:cubicBezTo>
                  <a:lnTo>
                    <a:pt x="294576" y="245783"/>
                  </a:lnTo>
                  <a:close/>
                </a:path>
              </a:pathLst>
            </a:custGeom>
            <a:solidFill>
              <a:srgbClr val="012169"/>
            </a:solidFill>
            <a:ln w="6390" cap="flat">
              <a:noFill/>
              <a:prstDash val="solid"/>
              <a:miter/>
            </a:ln>
          </p:spPr>
          <p:txBody>
            <a:bodyPr rtlCol="0" anchor="ctr"/>
            <a:lstStyle/>
            <a:p>
              <a:endParaRPr lang="en-US"/>
            </a:p>
          </p:txBody>
        </p:sp>
        <p:sp>
          <p:nvSpPr>
            <p:cNvPr id="869" name="Graphic 4">
              <a:extLst>
                <a:ext uri="{FF2B5EF4-FFF2-40B4-BE49-F238E27FC236}">
                  <a16:creationId xmlns:a16="http://schemas.microsoft.com/office/drawing/2014/main" id="{1DC70C79-FFF3-BC42-B624-1CAFB41E69E9}"/>
                </a:ext>
              </a:extLst>
            </p:cNvPr>
            <p:cNvSpPr/>
            <p:nvPr/>
          </p:nvSpPr>
          <p:spPr>
            <a:xfrm>
              <a:off x="2033916" y="3939718"/>
              <a:ext cx="200005" cy="158322"/>
            </a:xfrm>
            <a:custGeom>
              <a:avLst/>
              <a:gdLst>
                <a:gd name="connsiteX0" fmla="*/ 0 w 200005"/>
                <a:gd name="connsiteY0" fmla="*/ 123849 h 158322"/>
                <a:gd name="connsiteX1" fmla="*/ 31311 w 200005"/>
                <a:gd name="connsiteY1" fmla="*/ 123849 h 158322"/>
                <a:gd name="connsiteX2" fmla="*/ 37701 w 200005"/>
                <a:gd name="connsiteY2" fmla="*/ 130233 h 158322"/>
                <a:gd name="connsiteX3" fmla="*/ 37701 w 200005"/>
                <a:gd name="connsiteY3" fmla="*/ 158323 h 158322"/>
                <a:gd name="connsiteX4" fmla="*/ 64538 w 200005"/>
                <a:gd name="connsiteY4" fmla="*/ 126403 h 158322"/>
                <a:gd name="connsiteX5" fmla="*/ 69650 w 200005"/>
                <a:gd name="connsiteY5" fmla="*/ 123849 h 158322"/>
                <a:gd name="connsiteX6" fmla="*/ 200005 w 200005"/>
                <a:gd name="connsiteY6" fmla="*/ 123849 h 158322"/>
                <a:gd name="connsiteX7" fmla="*/ 200005 w 200005"/>
                <a:gd name="connsiteY7" fmla="*/ 0 h 158322"/>
                <a:gd name="connsiteX8" fmla="*/ 0 w 200005"/>
                <a:gd name="connsiteY8" fmla="*/ 0 h 158322"/>
                <a:gd name="connsiteX9" fmla="*/ 0 w 200005"/>
                <a:gd name="connsiteY9" fmla="*/ 123849 h 158322"/>
                <a:gd name="connsiteX10" fmla="*/ 124604 w 200005"/>
                <a:gd name="connsiteY10" fmla="*/ 59371 h 158322"/>
                <a:gd name="connsiteX11" fmla="*/ 125882 w 200005"/>
                <a:gd name="connsiteY11" fmla="*/ 57456 h 158322"/>
                <a:gd name="connsiteX12" fmla="*/ 134828 w 200005"/>
                <a:gd name="connsiteY12" fmla="*/ 57456 h 158322"/>
                <a:gd name="connsiteX13" fmla="*/ 136106 w 200005"/>
                <a:gd name="connsiteY13" fmla="*/ 59371 h 158322"/>
                <a:gd name="connsiteX14" fmla="*/ 136745 w 200005"/>
                <a:gd name="connsiteY14" fmla="*/ 61925 h 158322"/>
                <a:gd name="connsiteX15" fmla="*/ 136106 w 200005"/>
                <a:gd name="connsiteY15" fmla="*/ 64478 h 158322"/>
                <a:gd name="connsiteX16" fmla="*/ 134828 w 200005"/>
                <a:gd name="connsiteY16" fmla="*/ 66394 h 158322"/>
                <a:gd name="connsiteX17" fmla="*/ 130355 w 200005"/>
                <a:gd name="connsiteY17" fmla="*/ 68309 h 158322"/>
                <a:gd name="connsiteX18" fmla="*/ 127799 w 200005"/>
                <a:gd name="connsiteY18" fmla="*/ 67670 h 158322"/>
                <a:gd name="connsiteX19" fmla="*/ 125882 w 200005"/>
                <a:gd name="connsiteY19" fmla="*/ 66394 h 158322"/>
                <a:gd name="connsiteX20" fmla="*/ 124604 w 200005"/>
                <a:gd name="connsiteY20" fmla="*/ 64478 h 158322"/>
                <a:gd name="connsiteX21" fmla="*/ 123965 w 200005"/>
                <a:gd name="connsiteY21" fmla="*/ 61925 h 158322"/>
                <a:gd name="connsiteX22" fmla="*/ 124604 w 200005"/>
                <a:gd name="connsiteY22" fmla="*/ 59371 h 158322"/>
                <a:gd name="connsiteX23" fmla="*/ 93932 w 200005"/>
                <a:gd name="connsiteY23" fmla="*/ 59371 h 158322"/>
                <a:gd name="connsiteX24" fmla="*/ 95210 w 200005"/>
                <a:gd name="connsiteY24" fmla="*/ 57456 h 158322"/>
                <a:gd name="connsiteX25" fmla="*/ 97127 w 200005"/>
                <a:gd name="connsiteY25" fmla="*/ 56179 h 158322"/>
                <a:gd name="connsiteX26" fmla="*/ 104156 w 200005"/>
                <a:gd name="connsiteY26" fmla="*/ 57456 h 158322"/>
                <a:gd name="connsiteX27" fmla="*/ 105434 w 200005"/>
                <a:gd name="connsiteY27" fmla="*/ 59371 h 158322"/>
                <a:gd name="connsiteX28" fmla="*/ 106073 w 200005"/>
                <a:gd name="connsiteY28" fmla="*/ 61925 h 158322"/>
                <a:gd name="connsiteX29" fmla="*/ 104156 w 200005"/>
                <a:gd name="connsiteY29" fmla="*/ 66394 h 158322"/>
                <a:gd name="connsiteX30" fmla="*/ 99683 w 200005"/>
                <a:gd name="connsiteY30" fmla="*/ 68309 h 158322"/>
                <a:gd name="connsiteX31" fmla="*/ 97127 w 200005"/>
                <a:gd name="connsiteY31" fmla="*/ 67670 h 158322"/>
                <a:gd name="connsiteX32" fmla="*/ 95210 w 200005"/>
                <a:gd name="connsiteY32" fmla="*/ 66394 h 158322"/>
                <a:gd name="connsiteX33" fmla="*/ 93293 w 200005"/>
                <a:gd name="connsiteY33" fmla="*/ 61925 h 158322"/>
                <a:gd name="connsiteX34" fmla="*/ 93932 w 200005"/>
                <a:gd name="connsiteY34" fmla="*/ 59371 h 158322"/>
                <a:gd name="connsiteX35" fmla="*/ 65177 w 200005"/>
                <a:gd name="connsiteY35" fmla="*/ 57456 h 158322"/>
                <a:gd name="connsiteX36" fmla="*/ 67094 w 200005"/>
                <a:gd name="connsiteY36" fmla="*/ 56179 h 158322"/>
                <a:gd name="connsiteX37" fmla="*/ 74123 w 200005"/>
                <a:gd name="connsiteY37" fmla="*/ 57456 h 158322"/>
                <a:gd name="connsiteX38" fmla="*/ 76040 w 200005"/>
                <a:gd name="connsiteY38" fmla="*/ 61925 h 158322"/>
                <a:gd name="connsiteX39" fmla="*/ 75401 w 200005"/>
                <a:gd name="connsiteY39" fmla="*/ 64478 h 158322"/>
                <a:gd name="connsiteX40" fmla="*/ 74123 w 200005"/>
                <a:gd name="connsiteY40" fmla="*/ 66394 h 158322"/>
                <a:gd name="connsiteX41" fmla="*/ 69650 w 200005"/>
                <a:gd name="connsiteY41" fmla="*/ 68309 h 158322"/>
                <a:gd name="connsiteX42" fmla="*/ 67094 w 200005"/>
                <a:gd name="connsiteY42" fmla="*/ 67670 h 158322"/>
                <a:gd name="connsiteX43" fmla="*/ 65177 w 200005"/>
                <a:gd name="connsiteY43" fmla="*/ 66394 h 158322"/>
                <a:gd name="connsiteX44" fmla="*/ 63261 w 200005"/>
                <a:gd name="connsiteY44" fmla="*/ 61925 h 158322"/>
                <a:gd name="connsiteX45" fmla="*/ 65177 w 200005"/>
                <a:gd name="connsiteY45" fmla="*/ 57456 h 158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0005" h="158322">
                  <a:moveTo>
                    <a:pt x="0" y="123849"/>
                  </a:moveTo>
                  <a:lnTo>
                    <a:pt x="31311" y="123849"/>
                  </a:lnTo>
                  <a:cubicBezTo>
                    <a:pt x="35145" y="123849"/>
                    <a:pt x="37701" y="126403"/>
                    <a:pt x="37701" y="130233"/>
                  </a:cubicBezTo>
                  <a:lnTo>
                    <a:pt x="37701" y="158323"/>
                  </a:lnTo>
                  <a:lnTo>
                    <a:pt x="64538" y="126403"/>
                  </a:lnTo>
                  <a:cubicBezTo>
                    <a:pt x="65816" y="125126"/>
                    <a:pt x="67733" y="123849"/>
                    <a:pt x="69650" y="123849"/>
                  </a:cubicBezTo>
                  <a:lnTo>
                    <a:pt x="200005" y="123849"/>
                  </a:lnTo>
                  <a:lnTo>
                    <a:pt x="200005" y="0"/>
                  </a:lnTo>
                  <a:lnTo>
                    <a:pt x="0" y="0"/>
                  </a:lnTo>
                  <a:lnTo>
                    <a:pt x="0" y="123849"/>
                  </a:lnTo>
                  <a:close/>
                  <a:moveTo>
                    <a:pt x="124604" y="59371"/>
                  </a:moveTo>
                  <a:cubicBezTo>
                    <a:pt x="124604" y="58733"/>
                    <a:pt x="125243" y="58094"/>
                    <a:pt x="125882" y="57456"/>
                  </a:cubicBezTo>
                  <a:cubicBezTo>
                    <a:pt x="128438" y="54902"/>
                    <a:pt x="132272" y="54902"/>
                    <a:pt x="134828" y="57456"/>
                  </a:cubicBezTo>
                  <a:cubicBezTo>
                    <a:pt x="135467" y="58094"/>
                    <a:pt x="136106" y="58733"/>
                    <a:pt x="136106" y="59371"/>
                  </a:cubicBezTo>
                  <a:cubicBezTo>
                    <a:pt x="136106" y="60010"/>
                    <a:pt x="136745" y="60648"/>
                    <a:pt x="136745" y="61925"/>
                  </a:cubicBezTo>
                  <a:cubicBezTo>
                    <a:pt x="136745" y="63202"/>
                    <a:pt x="136745" y="63840"/>
                    <a:pt x="136106" y="64478"/>
                  </a:cubicBezTo>
                  <a:cubicBezTo>
                    <a:pt x="136106" y="65117"/>
                    <a:pt x="135467" y="65755"/>
                    <a:pt x="134828" y="66394"/>
                  </a:cubicBezTo>
                  <a:cubicBezTo>
                    <a:pt x="133550" y="67670"/>
                    <a:pt x="132272" y="68309"/>
                    <a:pt x="130355" y="68309"/>
                  </a:cubicBezTo>
                  <a:cubicBezTo>
                    <a:pt x="129716" y="68309"/>
                    <a:pt x="128438" y="68309"/>
                    <a:pt x="127799" y="67670"/>
                  </a:cubicBezTo>
                  <a:cubicBezTo>
                    <a:pt x="127160" y="67032"/>
                    <a:pt x="126521" y="67032"/>
                    <a:pt x="125882" y="66394"/>
                  </a:cubicBezTo>
                  <a:cubicBezTo>
                    <a:pt x="125243" y="65755"/>
                    <a:pt x="124604" y="65117"/>
                    <a:pt x="124604" y="64478"/>
                  </a:cubicBezTo>
                  <a:cubicBezTo>
                    <a:pt x="124604" y="63840"/>
                    <a:pt x="123965" y="63202"/>
                    <a:pt x="123965" y="61925"/>
                  </a:cubicBezTo>
                  <a:cubicBezTo>
                    <a:pt x="123965" y="60648"/>
                    <a:pt x="123965" y="60010"/>
                    <a:pt x="124604" y="59371"/>
                  </a:cubicBezTo>
                  <a:close/>
                  <a:moveTo>
                    <a:pt x="93932" y="59371"/>
                  </a:moveTo>
                  <a:cubicBezTo>
                    <a:pt x="93932" y="58733"/>
                    <a:pt x="94571" y="58094"/>
                    <a:pt x="95210" y="57456"/>
                  </a:cubicBezTo>
                  <a:cubicBezTo>
                    <a:pt x="95849" y="56818"/>
                    <a:pt x="96488" y="56179"/>
                    <a:pt x="97127" y="56179"/>
                  </a:cubicBezTo>
                  <a:cubicBezTo>
                    <a:pt x="99683" y="55541"/>
                    <a:pt x="102239" y="55541"/>
                    <a:pt x="104156" y="57456"/>
                  </a:cubicBezTo>
                  <a:cubicBezTo>
                    <a:pt x="104795" y="58094"/>
                    <a:pt x="105434" y="58733"/>
                    <a:pt x="105434" y="59371"/>
                  </a:cubicBezTo>
                  <a:cubicBezTo>
                    <a:pt x="106073" y="60010"/>
                    <a:pt x="106073" y="60648"/>
                    <a:pt x="106073" y="61925"/>
                  </a:cubicBezTo>
                  <a:cubicBezTo>
                    <a:pt x="106073" y="63840"/>
                    <a:pt x="105434" y="65117"/>
                    <a:pt x="104156" y="66394"/>
                  </a:cubicBezTo>
                  <a:cubicBezTo>
                    <a:pt x="102878" y="67670"/>
                    <a:pt x="101600" y="68309"/>
                    <a:pt x="99683" y="68309"/>
                  </a:cubicBezTo>
                  <a:cubicBezTo>
                    <a:pt x="99044" y="68309"/>
                    <a:pt x="97766" y="68309"/>
                    <a:pt x="97127" y="67670"/>
                  </a:cubicBezTo>
                  <a:cubicBezTo>
                    <a:pt x="96488" y="67032"/>
                    <a:pt x="95849" y="67032"/>
                    <a:pt x="95210" y="66394"/>
                  </a:cubicBezTo>
                  <a:cubicBezTo>
                    <a:pt x="93932" y="65117"/>
                    <a:pt x="93293" y="63840"/>
                    <a:pt x="93293" y="61925"/>
                  </a:cubicBezTo>
                  <a:cubicBezTo>
                    <a:pt x="93293" y="60648"/>
                    <a:pt x="93932" y="60010"/>
                    <a:pt x="93932" y="59371"/>
                  </a:cubicBezTo>
                  <a:close/>
                  <a:moveTo>
                    <a:pt x="65177" y="57456"/>
                  </a:moveTo>
                  <a:cubicBezTo>
                    <a:pt x="65816" y="56818"/>
                    <a:pt x="66456" y="56179"/>
                    <a:pt x="67094" y="56179"/>
                  </a:cubicBezTo>
                  <a:cubicBezTo>
                    <a:pt x="69650" y="55541"/>
                    <a:pt x="72206" y="55541"/>
                    <a:pt x="74123" y="57456"/>
                  </a:cubicBezTo>
                  <a:cubicBezTo>
                    <a:pt x="75401" y="58733"/>
                    <a:pt x="76040" y="60648"/>
                    <a:pt x="76040" y="61925"/>
                  </a:cubicBezTo>
                  <a:cubicBezTo>
                    <a:pt x="76040" y="62563"/>
                    <a:pt x="76040" y="63840"/>
                    <a:pt x="75401" y="64478"/>
                  </a:cubicBezTo>
                  <a:cubicBezTo>
                    <a:pt x="75401" y="65117"/>
                    <a:pt x="74762" y="65755"/>
                    <a:pt x="74123" y="66394"/>
                  </a:cubicBezTo>
                  <a:cubicBezTo>
                    <a:pt x="72845" y="67670"/>
                    <a:pt x="71567" y="68309"/>
                    <a:pt x="69650" y="68309"/>
                  </a:cubicBezTo>
                  <a:cubicBezTo>
                    <a:pt x="69011" y="68309"/>
                    <a:pt x="67733" y="68309"/>
                    <a:pt x="67094" y="67670"/>
                  </a:cubicBezTo>
                  <a:cubicBezTo>
                    <a:pt x="66456" y="67032"/>
                    <a:pt x="65816" y="67032"/>
                    <a:pt x="65177" y="66394"/>
                  </a:cubicBezTo>
                  <a:cubicBezTo>
                    <a:pt x="63899" y="65117"/>
                    <a:pt x="63261" y="63840"/>
                    <a:pt x="63261" y="61925"/>
                  </a:cubicBezTo>
                  <a:cubicBezTo>
                    <a:pt x="63261" y="60010"/>
                    <a:pt x="63899" y="58733"/>
                    <a:pt x="65177" y="57456"/>
                  </a:cubicBezTo>
                  <a:close/>
                </a:path>
              </a:pathLst>
            </a:custGeom>
            <a:solidFill>
              <a:srgbClr val="012169"/>
            </a:solidFill>
            <a:ln w="6390" cap="flat">
              <a:noFill/>
              <a:prstDash val="solid"/>
              <a:miter/>
            </a:ln>
          </p:spPr>
          <p:txBody>
            <a:bodyPr rtlCol="0" anchor="ctr"/>
            <a:lstStyle/>
            <a:p>
              <a:endParaRPr lang="en-US"/>
            </a:p>
          </p:txBody>
        </p:sp>
      </p:grpSp>
      <p:grpSp>
        <p:nvGrpSpPr>
          <p:cNvPr id="870" name="Graphic 4">
            <a:extLst>
              <a:ext uri="{FF2B5EF4-FFF2-40B4-BE49-F238E27FC236}">
                <a16:creationId xmlns:a16="http://schemas.microsoft.com/office/drawing/2014/main" id="{ECD991A2-8441-1045-A0AD-5324D814DF90}"/>
              </a:ext>
            </a:extLst>
          </p:cNvPr>
          <p:cNvGrpSpPr>
            <a:grpSpLocks noChangeAspect="1"/>
          </p:cNvGrpSpPr>
          <p:nvPr/>
        </p:nvGrpSpPr>
        <p:grpSpPr>
          <a:xfrm>
            <a:off x="1952764" y="2371173"/>
            <a:ext cx="361670" cy="361333"/>
            <a:chOff x="1952764" y="2371173"/>
            <a:chExt cx="361670" cy="361333"/>
          </a:xfrm>
          <a:solidFill>
            <a:srgbClr val="012169"/>
          </a:solidFill>
        </p:grpSpPr>
        <p:sp>
          <p:nvSpPr>
            <p:cNvPr id="871" name="Graphic 4">
              <a:extLst>
                <a:ext uri="{FF2B5EF4-FFF2-40B4-BE49-F238E27FC236}">
                  <a16:creationId xmlns:a16="http://schemas.microsoft.com/office/drawing/2014/main" id="{12F73524-7AB4-1B45-A5AF-8EA299413A51}"/>
                </a:ext>
              </a:extLst>
            </p:cNvPr>
            <p:cNvSpPr/>
            <p:nvPr/>
          </p:nvSpPr>
          <p:spPr>
            <a:xfrm>
              <a:off x="2139989" y="2581206"/>
              <a:ext cx="17252" cy="17236"/>
            </a:xfrm>
            <a:custGeom>
              <a:avLst/>
              <a:gdLst>
                <a:gd name="connsiteX0" fmla="*/ 0 w 17252"/>
                <a:gd name="connsiteY0" fmla="*/ 0 h 17236"/>
                <a:gd name="connsiteX1" fmla="*/ 17253 w 17252"/>
                <a:gd name="connsiteY1" fmla="*/ 0 h 17236"/>
                <a:gd name="connsiteX2" fmla="*/ 17253 w 17252"/>
                <a:gd name="connsiteY2" fmla="*/ 17237 h 17236"/>
                <a:gd name="connsiteX3" fmla="*/ 0 w 17252"/>
                <a:gd name="connsiteY3" fmla="*/ 17237 h 17236"/>
              </a:gdLst>
              <a:ahLst/>
              <a:cxnLst>
                <a:cxn ang="0">
                  <a:pos x="connsiteX0" y="connsiteY0"/>
                </a:cxn>
                <a:cxn ang="0">
                  <a:pos x="connsiteX1" y="connsiteY1"/>
                </a:cxn>
                <a:cxn ang="0">
                  <a:pos x="connsiteX2" y="connsiteY2"/>
                </a:cxn>
                <a:cxn ang="0">
                  <a:pos x="connsiteX3" y="connsiteY3"/>
                </a:cxn>
              </a:cxnLst>
              <a:rect l="l" t="t" r="r" b="b"/>
              <a:pathLst>
                <a:path w="17252" h="17236">
                  <a:moveTo>
                    <a:pt x="0" y="0"/>
                  </a:moveTo>
                  <a:lnTo>
                    <a:pt x="17253" y="0"/>
                  </a:lnTo>
                  <a:lnTo>
                    <a:pt x="17253" y="17237"/>
                  </a:lnTo>
                  <a:lnTo>
                    <a:pt x="0" y="17237"/>
                  </a:lnTo>
                  <a:close/>
                </a:path>
              </a:pathLst>
            </a:custGeom>
            <a:solidFill>
              <a:srgbClr val="012169"/>
            </a:solidFill>
            <a:ln w="6390" cap="flat">
              <a:noFill/>
              <a:prstDash val="solid"/>
              <a:miter/>
            </a:ln>
          </p:spPr>
          <p:txBody>
            <a:bodyPr rtlCol="0" anchor="ctr"/>
            <a:lstStyle/>
            <a:p>
              <a:endParaRPr lang="en-US"/>
            </a:p>
          </p:txBody>
        </p:sp>
        <p:sp>
          <p:nvSpPr>
            <p:cNvPr id="872" name="Graphic 4">
              <a:extLst>
                <a:ext uri="{FF2B5EF4-FFF2-40B4-BE49-F238E27FC236}">
                  <a16:creationId xmlns:a16="http://schemas.microsoft.com/office/drawing/2014/main" id="{321167C3-5CE4-624F-8CD0-EF8CE00F9AC8}"/>
                </a:ext>
              </a:extLst>
            </p:cNvPr>
            <p:cNvSpPr/>
            <p:nvPr/>
          </p:nvSpPr>
          <p:spPr>
            <a:xfrm>
              <a:off x="2200694" y="2581206"/>
              <a:ext cx="17252" cy="17236"/>
            </a:xfrm>
            <a:custGeom>
              <a:avLst/>
              <a:gdLst>
                <a:gd name="connsiteX0" fmla="*/ 0 w 17252"/>
                <a:gd name="connsiteY0" fmla="*/ 0 h 17236"/>
                <a:gd name="connsiteX1" fmla="*/ 17253 w 17252"/>
                <a:gd name="connsiteY1" fmla="*/ 0 h 17236"/>
                <a:gd name="connsiteX2" fmla="*/ 17253 w 17252"/>
                <a:gd name="connsiteY2" fmla="*/ 17237 h 17236"/>
                <a:gd name="connsiteX3" fmla="*/ 0 w 17252"/>
                <a:gd name="connsiteY3" fmla="*/ 17237 h 17236"/>
              </a:gdLst>
              <a:ahLst/>
              <a:cxnLst>
                <a:cxn ang="0">
                  <a:pos x="connsiteX0" y="connsiteY0"/>
                </a:cxn>
                <a:cxn ang="0">
                  <a:pos x="connsiteX1" y="connsiteY1"/>
                </a:cxn>
                <a:cxn ang="0">
                  <a:pos x="connsiteX2" y="connsiteY2"/>
                </a:cxn>
                <a:cxn ang="0">
                  <a:pos x="connsiteX3" y="connsiteY3"/>
                </a:cxn>
              </a:cxnLst>
              <a:rect l="l" t="t" r="r" b="b"/>
              <a:pathLst>
                <a:path w="17252" h="17236">
                  <a:moveTo>
                    <a:pt x="0" y="0"/>
                  </a:moveTo>
                  <a:lnTo>
                    <a:pt x="17253" y="0"/>
                  </a:lnTo>
                  <a:lnTo>
                    <a:pt x="17253" y="17237"/>
                  </a:lnTo>
                  <a:lnTo>
                    <a:pt x="0" y="17237"/>
                  </a:lnTo>
                  <a:close/>
                </a:path>
              </a:pathLst>
            </a:custGeom>
            <a:solidFill>
              <a:srgbClr val="012169"/>
            </a:solidFill>
            <a:ln w="6390" cap="flat">
              <a:noFill/>
              <a:prstDash val="solid"/>
              <a:miter/>
            </a:ln>
          </p:spPr>
          <p:txBody>
            <a:bodyPr rtlCol="0" anchor="ctr"/>
            <a:lstStyle/>
            <a:p>
              <a:endParaRPr lang="en-US"/>
            </a:p>
          </p:txBody>
        </p:sp>
        <p:sp>
          <p:nvSpPr>
            <p:cNvPr id="873" name="Graphic 4">
              <a:extLst>
                <a:ext uri="{FF2B5EF4-FFF2-40B4-BE49-F238E27FC236}">
                  <a16:creationId xmlns:a16="http://schemas.microsoft.com/office/drawing/2014/main" id="{95F1D3D0-49F9-6549-89DF-8DFF5DC28C7D}"/>
                </a:ext>
              </a:extLst>
            </p:cNvPr>
            <p:cNvSpPr/>
            <p:nvPr/>
          </p:nvSpPr>
          <p:spPr>
            <a:xfrm>
              <a:off x="2049252" y="2505237"/>
              <a:ext cx="17252" cy="17236"/>
            </a:xfrm>
            <a:custGeom>
              <a:avLst/>
              <a:gdLst>
                <a:gd name="connsiteX0" fmla="*/ 0 w 17252"/>
                <a:gd name="connsiteY0" fmla="*/ 0 h 17236"/>
                <a:gd name="connsiteX1" fmla="*/ 17253 w 17252"/>
                <a:gd name="connsiteY1" fmla="*/ 0 h 17236"/>
                <a:gd name="connsiteX2" fmla="*/ 17253 w 17252"/>
                <a:gd name="connsiteY2" fmla="*/ 17237 h 17236"/>
                <a:gd name="connsiteX3" fmla="*/ 0 w 17252"/>
                <a:gd name="connsiteY3" fmla="*/ 17237 h 17236"/>
              </a:gdLst>
              <a:ahLst/>
              <a:cxnLst>
                <a:cxn ang="0">
                  <a:pos x="connsiteX0" y="connsiteY0"/>
                </a:cxn>
                <a:cxn ang="0">
                  <a:pos x="connsiteX1" y="connsiteY1"/>
                </a:cxn>
                <a:cxn ang="0">
                  <a:pos x="connsiteX2" y="connsiteY2"/>
                </a:cxn>
                <a:cxn ang="0">
                  <a:pos x="connsiteX3" y="connsiteY3"/>
                </a:cxn>
              </a:cxnLst>
              <a:rect l="l" t="t" r="r" b="b"/>
              <a:pathLst>
                <a:path w="17252" h="17236">
                  <a:moveTo>
                    <a:pt x="0" y="0"/>
                  </a:moveTo>
                  <a:lnTo>
                    <a:pt x="17253" y="0"/>
                  </a:lnTo>
                  <a:lnTo>
                    <a:pt x="17253" y="17237"/>
                  </a:lnTo>
                  <a:lnTo>
                    <a:pt x="0" y="17237"/>
                  </a:lnTo>
                  <a:close/>
                </a:path>
              </a:pathLst>
            </a:custGeom>
            <a:solidFill>
              <a:srgbClr val="012169"/>
            </a:solidFill>
            <a:ln w="6390" cap="flat">
              <a:noFill/>
              <a:prstDash val="solid"/>
              <a:miter/>
            </a:ln>
          </p:spPr>
          <p:txBody>
            <a:bodyPr rtlCol="0" anchor="ctr"/>
            <a:lstStyle/>
            <a:p>
              <a:endParaRPr lang="en-US"/>
            </a:p>
          </p:txBody>
        </p:sp>
        <p:sp>
          <p:nvSpPr>
            <p:cNvPr id="874" name="Graphic 4">
              <a:extLst>
                <a:ext uri="{FF2B5EF4-FFF2-40B4-BE49-F238E27FC236}">
                  <a16:creationId xmlns:a16="http://schemas.microsoft.com/office/drawing/2014/main" id="{10525CB4-5F31-F542-BBCD-F6F8A12FA010}"/>
                </a:ext>
              </a:extLst>
            </p:cNvPr>
            <p:cNvSpPr/>
            <p:nvPr/>
          </p:nvSpPr>
          <p:spPr>
            <a:xfrm>
              <a:off x="2109957" y="2505237"/>
              <a:ext cx="17252" cy="17236"/>
            </a:xfrm>
            <a:custGeom>
              <a:avLst/>
              <a:gdLst>
                <a:gd name="connsiteX0" fmla="*/ 0 w 17252"/>
                <a:gd name="connsiteY0" fmla="*/ 0 h 17236"/>
                <a:gd name="connsiteX1" fmla="*/ 17253 w 17252"/>
                <a:gd name="connsiteY1" fmla="*/ 0 h 17236"/>
                <a:gd name="connsiteX2" fmla="*/ 17253 w 17252"/>
                <a:gd name="connsiteY2" fmla="*/ 17237 h 17236"/>
                <a:gd name="connsiteX3" fmla="*/ 0 w 17252"/>
                <a:gd name="connsiteY3" fmla="*/ 17237 h 17236"/>
              </a:gdLst>
              <a:ahLst/>
              <a:cxnLst>
                <a:cxn ang="0">
                  <a:pos x="connsiteX0" y="connsiteY0"/>
                </a:cxn>
                <a:cxn ang="0">
                  <a:pos x="connsiteX1" y="connsiteY1"/>
                </a:cxn>
                <a:cxn ang="0">
                  <a:pos x="connsiteX2" y="connsiteY2"/>
                </a:cxn>
                <a:cxn ang="0">
                  <a:pos x="connsiteX3" y="connsiteY3"/>
                </a:cxn>
              </a:cxnLst>
              <a:rect l="l" t="t" r="r" b="b"/>
              <a:pathLst>
                <a:path w="17252" h="17236">
                  <a:moveTo>
                    <a:pt x="0" y="0"/>
                  </a:moveTo>
                  <a:lnTo>
                    <a:pt x="17253" y="0"/>
                  </a:lnTo>
                  <a:lnTo>
                    <a:pt x="17253" y="17237"/>
                  </a:lnTo>
                  <a:lnTo>
                    <a:pt x="0" y="17237"/>
                  </a:lnTo>
                  <a:close/>
                </a:path>
              </a:pathLst>
            </a:custGeom>
            <a:solidFill>
              <a:srgbClr val="012169"/>
            </a:solidFill>
            <a:ln w="6390" cap="flat">
              <a:noFill/>
              <a:prstDash val="solid"/>
              <a:miter/>
            </a:ln>
          </p:spPr>
          <p:txBody>
            <a:bodyPr rtlCol="0" anchor="ctr"/>
            <a:lstStyle/>
            <a:p>
              <a:endParaRPr lang="en-US"/>
            </a:p>
          </p:txBody>
        </p:sp>
        <p:sp>
          <p:nvSpPr>
            <p:cNvPr id="875" name="Graphic 4">
              <a:extLst>
                <a:ext uri="{FF2B5EF4-FFF2-40B4-BE49-F238E27FC236}">
                  <a16:creationId xmlns:a16="http://schemas.microsoft.com/office/drawing/2014/main" id="{EC20D80E-CE4A-2E4B-B49E-47FAEC057F69}"/>
                </a:ext>
              </a:extLst>
            </p:cNvPr>
            <p:cNvSpPr/>
            <p:nvPr/>
          </p:nvSpPr>
          <p:spPr>
            <a:xfrm>
              <a:off x="195276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27160 w 361670"/>
                <a:gd name="connsiteY5" fmla="*/ 158323 h 361333"/>
                <a:gd name="connsiteX6" fmla="*/ 120770 w 361670"/>
                <a:gd name="connsiteY6" fmla="*/ 164707 h 361333"/>
                <a:gd name="connsiteX7" fmla="*/ 90737 w 361670"/>
                <a:gd name="connsiteY7" fmla="*/ 164707 h 361333"/>
                <a:gd name="connsiteX8" fmla="*/ 84347 w 361670"/>
                <a:gd name="connsiteY8" fmla="*/ 158323 h 361333"/>
                <a:gd name="connsiteX9" fmla="*/ 84347 w 361670"/>
                <a:gd name="connsiteY9" fmla="*/ 128318 h 361333"/>
                <a:gd name="connsiteX10" fmla="*/ 120131 w 361670"/>
                <a:gd name="connsiteY10" fmla="*/ 84269 h 361333"/>
                <a:gd name="connsiteX11" fmla="*/ 127160 w 361670"/>
                <a:gd name="connsiteY11" fmla="*/ 90014 h 361333"/>
                <a:gd name="connsiteX12" fmla="*/ 121409 w 361670"/>
                <a:gd name="connsiteY12" fmla="*/ 97037 h 361333"/>
                <a:gd name="connsiteX13" fmla="*/ 97127 w 361670"/>
                <a:gd name="connsiteY13" fmla="*/ 121934 h 361333"/>
                <a:gd name="connsiteX14" fmla="*/ 120770 w 361670"/>
                <a:gd name="connsiteY14" fmla="*/ 121934 h 361333"/>
                <a:gd name="connsiteX15" fmla="*/ 127160 w 361670"/>
                <a:gd name="connsiteY15" fmla="*/ 128318 h 361333"/>
                <a:gd name="connsiteX16" fmla="*/ 127160 w 361670"/>
                <a:gd name="connsiteY16" fmla="*/ 158323 h 361333"/>
                <a:gd name="connsiteX17" fmla="*/ 144413 w 361670"/>
                <a:gd name="connsiteY17" fmla="*/ 158323 h 361333"/>
                <a:gd name="connsiteX18" fmla="*/ 144413 w 361670"/>
                <a:gd name="connsiteY18" fmla="*/ 128318 h 361333"/>
                <a:gd name="connsiteX19" fmla="*/ 180196 w 361670"/>
                <a:gd name="connsiteY19" fmla="*/ 84269 h 361333"/>
                <a:gd name="connsiteX20" fmla="*/ 187225 w 361670"/>
                <a:gd name="connsiteY20" fmla="*/ 90014 h 361333"/>
                <a:gd name="connsiteX21" fmla="*/ 181474 w 361670"/>
                <a:gd name="connsiteY21" fmla="*/ 97037 h 361333"/>
                <a:gd name="connsiteX22" fmla="*/ 157192 w 361670"/>
                <a:gd name="connsiteY22" fmla="*/ 121934 h 361333"/>
                <a:gd name="connsiteX23" fmla="*/ 180835 w 361670"/>
                <a:gd name="connsiteY23" fmla="*/ 121934 h 361333"/>
                <a:gd name="connsiteX24" fmla="*/ 187225 w 361670"/>
                <a:gd name="connsiteY24" fmla="*/ 128318 h 361333"/>
                <a:gd name="connsiteX25" fmla="*/ 187225 w 361670"/>
                <a:gd name="connsiteY25" fmla="*/ 158323 h 361333"/>
                <a:gd name="connsiteX26" fmla="*/ 180835 w 361670"/>
                <a:gd name="connsiteY26" fmla="*/ 164707 h 361333"/>
                <a:gd name="connsiteX27" fmla="*/ 150803 w 361670"/>
                <a:gd name="connsiteY27" fmla="*/ 164707 h 361333"/>
                <a:gd name="connsiteX28" fmla="*/ 144413 w 361670"/>
                <a:gd name="connsiteY28" fmla="*/ 158323 h 361333"/>
                <a:gd name="connsiteX29" fmla="*/ 217897 w 361670"/>
                <a:gd name="connsiteY29" fmla="*/ 233654 h 361333"/>
                <a:gd name="connsiteX30" fmla="*/ 182113 w 361670"/>
                <a:gd name="connsiteY30" fmla="*/ 277703 h 361333"/>
                <a:gd name="connsiteX31" fmla="*/ 181474 w 361670"/>
                <a:gd name="connsiteY31" fmla="*/ 277703 h 361333"/>
                <a:gd name="connsiteX32" fmla="*/ 175084 w 361670"/>
                <a:gd name="connsiteY32" fmla="*/ 271958 h 361333"/>
                <a:gd name="connsiteX33" fmla="*/ 180835 w 361670"/>
                <a:gd name="connsiteY33" fmla="*/ 264935 h 361333"/>
                <a:gd name="connsiteX34" fmla="*/ 205117 w 361670"/>
                <a:gd name="connsiteY34" fmla="*/ 240038 h 361333"/>
                <a:gd name="connsiteX35" fmla="*/ 181474 w 361670"/>
                <a:gd name="connsiteY35" fmla="*/ 240038 h 361333"/>
                <a:gd name="connsiteX36" fmla="*/ 175084 w 361670"/>
                <a:gd name="connsiteY36" fmla="*/ 233654 h 361333"/>
                <a:gd name="connsiteX37" fmla="*/ 175084 w 361670"/>
                <a:gd name="connsiteY37" fmla="*/ 203649 h 361333"/>
                <a:gd name="connsiteX38" fmla="*/ 181474 w 361670"/>
                <a:gd name="connsiteY38" fmla="*/ 197265 h 361333"/>
                <a:gd name="connsiteX39" fmla="*/ 211507 w 361670"/>
                <a:gd name="connsiteY39" fmla="*/ 197265 h 361333"/>
                <a:gd name="connsiteX40" fmla="*/ 217897 w 361670"/>
                <a:gd name="connsiteY40" fmla="*/ 203649 h 361333"/>
                <a:gd name="connsiteX41" fmla="*/ 217897 w 361670"/>
                <a:gd name="connsiteY41" fmla="*/ 233654 h 361333"/>
                <a:gd name="connsiteX42" fmla="*/ 277962 w 361670"/>
                <a:gd name="connsiteY42" fmla="*/ 233654 h 361333"/>
                <a:gd name="connsiteX43" fmla="*/ 242179 w 361670"/>
                <a:gd name="connsiteY43" fmla="*/ 277703 h 361333"/>
                <a:gd name="connsiteX44" fmla="*/ 241540 w 361670"/>
                <a:gd name="connsiteY44" fmla="*/ 277703 h 361333"/>
                <a:gd name="connsiteX45" fmla="*/ 235150 w 361670"/>
                <a:gd name="connsiteY45" fmla="*/ 271958 h 361333"/>
                <a:gd name="connsiteX46" fmla="*/ 240901 w 361670"/>
                <a:gd name="connsiteY46" fmla="*/ 264935 h 361333"/>
                <a:gd name="connsiteX47" fmla="*/ 265182 w 361670"/>
                <a:gd name="connsiteY47" fmla="*/ 240038 h 361333"/>
                <a:gd name="connsiteX48" fmla="*/ 241540 w 361670"/>
                <a:gd name="connsiteY48" fmla="*/ 240038 h 361333"/>
                <a:gd name="connsiteX49" fmla="*/ 235150 w 361670"/>
                <a:gd name="connsiteY49" fmla="*/ 233654 h 361333"/>
                <a:gd name="connsiteX50" fmla="*/ 235150 w 361670"/>
                <a:gd name="connsiteY50" fmla="*/ 203649 h 361333"/>
                <a:gd name="connsiteX51" fmla="*/ 241540 w 361670"/>
                <a:gd name="connsiteY51" fmla="*/ 197265 h 361333"/>
                <a:gd name="connsiteX52" fmla="*/ 271572 w 361670"/>
                <a:gd name="connsiteY52" fmla="*/ 197265 h 361333"/>
                <a:gd name="connsiteX53" fmla="*/ 277962 w 361670"/>
                <a:gd name="connsiteY53" fmla="*/ 203649 h 361333"/>
                <a:gd name="connsiteX54" fmla="*/ 277962 w 361670"/>
                <a:gd name="connsiteY54" fmla="*/ 23365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127160" y="158323"/>
                  </a:moveTo>
                  <a:cubicBezTo>
                    <a:pt x="127160" y="162153"/>
                    <a:pt x="124604" y="164707"/>
                    <a:pt x="120770" y="164707"/>
                  </a:cubicBezTo>
                  <a:lnTo>
                    <a:pt x="90737" y="164707"/>
                  </a:lnTo>
                  <a:cubicBezTo>
                    <a:pt x="86903" y="164707"/>
                    <a:pt x="84347" y="162153"/>
                    <a:pt x="84347" y="158323"/>
                  </a:cubicBezTo>
                  <a:lnTo>
                    <a:pt x="84347" y="128318"/>
                  </a:lnTo>
                  <a:cubicBezTo>
                    <a:pt x="84347" y="96398"/>
                    <a:pt x="107990" y="85546"/>
                    <a:pt x="120131" y="84269"/>
                  </a:cubicBezTo>
                  <a:cubicBezTo>
                    <a:pt x="123965" y="83630"/>
                    <a:pt x="126521" y="86184"/>
                    <a:pt x="127160" y="90014"/>
                  </a:cubicBezTo>
                  <a:cubicBezTo>
                    <a:pt x="127799" y="93206"/>
                    <a:pt x="125243" y="96398"/>
                    <a:pt x="121409" y="97037"/>
                  </a:cubicBezTo>
                  <a:cubicBezTo>
                    <a:pt x="118853" y="97037"/>
                    <a:pt x="100322" y="100229"/>
                    <a:pt x="97127" y="121934"/>
                  </a:cubicBezTo>
                  <a:lnTo>
                    <a:pt x="120770" y="121934"/>
                  </a:lnTo>
                  <a:cubicBezTo>
                    <a:pt x="124604" y="121934"/>
                    <a:pt x="127160" y="124488"/>
                    <a:pt x="127160" y="128318"/>
                  </a:cubicBezTo>
                  <a:lnTo>
                    <a:pt x="127160" y="158323"/>
                  </a:lnTo>
                  <a:close/>
                  <a:moveTo>
                    <a:pt x="144413" y="158323"/>
                  </a:moveTo>
                  <a:lnTo>
                    <a:pt x="144413" y="128318"/>
                  </a:lnTo>
                  <a:cubicBezTo>
                    <a:pt x="144413" y="96398"/>
                    <a:pt x="168055" y="85546"/>
                    <a:pt x="180196" y="84269"/>
                  </a:cubicBezTo>
                  <a:cubicBezTo>
                    <a:pt x="184030" y="83630"/>
                    <a:pt x="186586" y="86184"/>
                    <a:pt x="187225" y="90014"/>
                  </a:cubicBezTo>
                  <a:cubicBezTo>
                    <a:pt x="187864" y="93206"/>
                    <a:pt x="185308" y="96398"/>
                    <a:pt x="181474" y="97037"/>
                  </a:cubicBezTo>
                  <a:cubicBezTo>
                    <a:pt x="178918" y="97037"/>
                    <a:pt x="160387" y="100229"/>
                    <a:pt x="157192" y="121934"/>
                  </a:cubicBezTo>
                  <a:lnTo>
                    <a:pt x="180835" y="121934"/>
                  </a:lnTo>
                  <a:cubicBezTo>
                    <a:pt x="184669" y="121934"/>
                    <a:pt x="187225" y="124488"/>
                    <a:pt x="187225" y="128318"/>
                  </a:cubicBezTo>
                  <a:lnTo>
                    <a:pt x="187225" y="158323"/>
                  </a:lnTo>
                  <a:cubicBezTo>
                    <a:pt x="187225" y="162153"/>
                    <a:pt x="184669" y="164707"/>
                    <a:pt x="180835" y="164707"/>
                  </a:cubicBezTo>
                  <a:lnTo>
                    <a:pt x="150803" y="164707"/>
                  </a:lnTo>
                  <a:cubicBezTo>
                    <a:pt x="146969" y="164707"/>
                    <a:pt x="144413" y="161515"/>
                    <a:pt x="144413" y="158323"/>
                  </a:cubicBezTo>
                  <a:close/>
                  <a:moveTo>
                    <a:pt x="217897" y="233654"/>
                  </a:moveTo>
                  <a:cubicBezTo>
                    <a:pt x="217897" y="265574"/>
                    <a:pt x="194254" y="276427"/>
                    <a:pt x="182113" y="277703"/>
                  </a:cubicBezTo>
                  <a:cubicBezTo>
                    <a:pt x="182113" y="277703"/>
                    <a:pt x="181474" y="277703"/>
                    <a:pt x="181474" y="277703"/>
                  </a:cubicBezTo>
                  <a:cubicBezTo>
                    <a:pt x="178279" y="277703"/>
                    <a:pt x="175723" y="275150"/>
                    <a:pt x="175084" y="271958"/>
                  </a:cubicBezTo>
                  <a:cubicBezTo>
                    <a:pt x="174445" y="268766"/>
                    <a:pt x="177001" y="265574"/>
                    <a:pt x="180835" y="264935"/>
                  </a:cubicBezTo>
                  <a:cubicBezTo>
                    <a:pt x="183391" y="264935"/>
                    <a:pt x="201922" y="261743"/>
                    <a:pt x="205117" y="240038"/>
                  </a:cubicBezTo>
                  <a:lnTo>
                    <a:pt x="181474" y="240038"/>
                  </a:lnTo>
                  <a:cubicBezTo>
                    <a:pt x="177640" y="240038"/>
                    <a:pt x="175084" y="237484"/>
                    <a:pt x="175084" y="233654"/>
                  </a:cubicBezTo>
                  <a:lnTo>
                    <a:pt x="175084" y="203649"/>
                  </a:lnTo>
                  <a:cubicBezTo>
                    <a:pt x="175084" y="199819"/>
                    <a:pt x="177640" y="197265"/>
                    <a:pt x="181474" y="197265"/>
                  </a:cubicBezTo>
                  <a:lnTo>
                    <a:pt x="211507" y="197265"/>
                  </a:lnTo>
                  <a:cubicBezTo>
                    <a:pt x="215341" y="197265"/>
                    <a:pt x="217897" y="199819"/>
                    <a:pt x="217897" y="203649"/>
                  </a:cubicBezTo>
                  <a:lnTo>
                    <a:pt x="217897" y="233654"/>
                  </a:lnTo>
                  <a:close/>
                  <a:moveTo>
                    <a:pt x="277962" y="233654"/>
                  </a:moveTo>
                  <a:cubicBezTo>
                    <a:pt x="277962" y="265574"/>
                    <a:pt x="254319" y="276427"/>
                    <a:pt x="242179" y="277703"/>
                  </a:cubicBezTo>
                  <a:cubicBezTo>
                    <a:pt x="242179" y="277703"/>
                    <a:pt x="241540" y="277703"/>
                    <a:pt x="241540" y="277703"/>
                  </a:cubicBezTo>
                  <a:cubicBezTo>
                    <a:pt x="238345" y="277703"/>
                    <a:pt x="235789" y="275150"/>
                    <a:pt x="235150" y="271958"/>
                  </a:cubicBezTo>
                  <a:cubicBezTo>
                    <a:pt x="234511" y="268766"/>
                    <a:pt x="237067" y="265574"/>
                    <a:pt x="240901" y="264935"/>
                  </a:cubicBezTo>
                  <a:cubicBezTo>
                    <a:pt x="243457" y="264935"/>
                    <a:pt x="261987" y="261743"/>
                    <a:pt x="265182" y="240038"/>
                  </a:cubicBezTo>
                  <a:lnTo>
                    <a:pt x="241540" y="240038"/>
                  </a:lnTo>
                  <a:cubicBezTo>
                    <a:pt x="237706" y="240038"/>
                    <a:pt x="235150" y="237484"/>
                    <a:pt x="235150" y="233654"/>
                  </a:cubicBezTo>
                  <a:lnTo>
                    <a:pt x="235150" y="203649"/>
                  </a:lnTo>
                  <a:cubicBezTo>
                    <a:pt x="235150" y="199819"/>
                    <a:pt x="237706" y="197265"/>
                    <a:pt x="241540" y="197265"/>
                  </a:cubicBezTo>
                  <a:lnTo>
                    <a:pt x="271572" y="197265"/>
                  </a:lnTo>
                  <a:cubicBezTo>
                    <a:pt x="275406" y="197265"/>
                    <a:pt x="277962" y="199819"/>
                    <a:pt x="277962" y="203649"/>
                  </a:cubicBezTo>
                  <a:lnTo>
                    <a:pt x="277962" y="233654"/>
                  </a:lnTo>
                  <a:close/>
                </a:path>
              </a:pathLst>
            </a:custGeom>
            <a:solidFill>
              <a:srgbClr val="012169"/>
            </a:solidFill>
            <a:ln w="6390" cap="flat">
              <a:noFill/>
              <a:prstDash val="solid"/>
              <a:miter/>
            </a:ln>
          </p:spPr>
          <p:txBody>
            <a:bodyPr rtlCol="0" anchor="ctr"/>
            <a:lstStyle/>
            <a:p>
              <a:endParaRPr lang="en-US"/>
            </a:p>
          </p:txBody>
        </p:sp>
      </p:grpSp>
      <p:grpSp>
        <p:nvGrpSpPr>
          <p:cNvPr id="876" name="Graphic 4">
            <a:extLst>
              <a:ext uri="{FF2B5EF4-FFF2-40B4-BE49-F238E27FC236}">
                <a16:creationId xmlns:a16="http://schemas.microsoft.com/office/drawing/2014/main" id="{3D45A7CB-00E1-5248-93F6-99470ACD68E8}"/>
              </a:ext>
            </a:extLst>
          </p:cNvPr>
          <p:cNvGrpSpPr>
            <a:grpSpLocks noChangeAspect="1"/>
          </p:cNvGrpSpPr>
          <p:nvPr/>
        </p:nvGrpSpPr>
        <p:grpSpPr>
          <a:xfrm>
            <a:off x="1952764" y="3339623"/>
            <a:ext cx="361674" cy="361333"/>
            <a:chOff x="1952764" y="3339623"/>
            <a:chExt cx="361674" cy="361333"/>
          </a:xfrm>
          <a:solidFill>
            <a:srgbClr val="012169"/>
          </a:solidFill>
        </p:grpSpPr>
        <p:sp>
          <p:nvSpPr>
            <p:cNvPr id="877" name="Graphic 4">
              <a:extLst>
                <a:ext uri="{FF2B5EF4-FFF2-40B4-BE49-F238E27FC236}">
                  <a16:creationId xmlns:a16="http://schemas.microsoft.com/office/drawing/2014/main" id="{FCAA57D8-8E44-D440-AB3D-3EBB3E7CD64F}"/>
                </a:ext>
              </a:extLst>
            </p:cNvPr>
            <p:cNvSpPr/>
            <p:nvPr/>
          </p:nvSpPr>
          <p:spPr>
            <a:xfrm>
              <a:off x="2045418" y="3445597"/>
              <a:ext cx="177001" cy="138532"/>
            </a:xfrm>
            <a:custGeom>
              <a:avLst/>
              <a:gdLst>
                <a:gd name="connsiteX0" fmla="*/ 0 w 177001"/>
                <a:gd name="connsiteY0" fmla="*/ 109166 h 138532"/>
                <a:gd name="connsiteX1" fmla="*/ 27477 w 177001"/>
                <a:gd name="connsiteY1" fmla="*/ 109166 h 138532"/>
                <a:gd name="connsiteX2" fmla="*/ 33867 w 177001"/>
                <a:gd name="connsiteY2" fmla="*/ 115550 h 138532"/>
                <a:gd name="connsiteX3" fmla="*/ 33867 w 177001"/>
                <a:gd name="connsiteY3" fmla="*/ 138533 h 138532"/>
                <a:gd name="connsiteX4" fmla="*/ 56231 w 177001"/>
                <a:gd name="connsiteY4" fmla="*/ 111720 h 138532"/>
                <a:gd name="connsiteX5" fmla="*/ 61343 w 177001"/>
                <a:gd name="connsiteY5" fmla="*/ 109166 h 138532"/>
                <a:gd name="connsiteX6" fmla="*/ 177001 w 177001"/>
                <a:gd name="connsiteY6" fmla="*/ 109166 h 138532"/>
                <a:gd name="connsiteX7" fmla="*/ 177001 w 177001"/>
                <a:gd name="connsiteY7" fmla="*/ 0 h 138532"/>
                <a:gd name="connsiteX8" fmla="*/ 639 w 177001"/>
                <a:gd name="connsiteY8" fmla="*/ 0 h 138532"/>
                <a:gd name="connsiteX9" fmla="*/ 639 w 177001"/>
                <a:gd name="connsiteY9" fmla="*/ 109166 h 138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001" h="138532">
                  <a:moveTo>
                    <a:pt x="0" y="109166"/>
                  </a:moveTo>
                  <a:lnTo>
                    <a:pt x="27477" y="109166"/>
                  </a:lnTo>
                  <a:cubicBezTo>
                    <a:pt x="31311" y="109166"/>
                    <a:pt x="33867" y="111720"/>
                    <a:pt x="33867" y="115550"/>
                  </a:cubicBezTo>
                  <a:lnTo>
                    <a:pt x="33867" y="138533"/>
                  </a:lnTo>
                  <a:lnTo>
                    <a:pt x="56231" y="111720"/>
                  </a:lnTo>
                  <a:cubicBezTo>
                    <a:pt x="57509" y="110443"/>
                    <a:pt x="59426" y="109166"/>
                    <a:pt x="61343" y="109166"/>
                  </a:cubicBezTo>
                  <a:lnTo>
                    <a:pt x="177001" y="109166"/>
                  </a:lnTo>
                  <a:lnTo>
                    <a:pt x="177001" y="0"/>
                  </a:lnTo>
                  <a:lnTo>
                    <a:pt x="639" y="0"/>
                  </a:lnTo>
                  <a:lnTo>
                    <a:pt x="639" y="109166"/>
                  </a:lnTo>
                  <a:close/>
                </a:path>
              </a:pathLst>
            </a:custGeom>
            <a:solidFill>
              <a:srgbClr val="012169"/>
            </a:solidFill>
            <a:ln w="6390" cap="flat">
              <a:noFill/>
              <a:prstDash val="solid"/>
              <a:miter/>
            </a:ln>
          </p:spPr>
          <p:txBody>
            <a:bodyPr rtlCol="0" anchor="ctr"/>
            <a:lstStyle/>
            <a:p>
              <a:endParaRPr lang="en-US"/>
            </a:p>
          </p:txBody>
        </p:sp>
        <p:sp>
          <p:nvSpPr>
            <p:cNvPr id="878" name="Graphic 4">
              <a:extLst>
                <a:ext uri="{FF2B5EF4-FFF2-40B4-BE49-F238E27FC236}">
                  <a16:creationId xmlns:a16="http://schemas.microsoft.com/office/drawing/2014/main" id="{63029F41-BEF4-3D45-9E93-7D78DA2E8EB0}"/>
                </a:ext>
              </a:extLst>
            </p:cNvPr>
            <p:cNvSpPr/>
            <p:nvPr/>
          </p:nvSpPr>
          <p:spPr>
            <a:xfrm>
              <a:off x="1952764" y="333962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82435 w 361674"/>
                <a:gd name="connsiteY5" fmla="*/ 221524 h 361333"/>
                <a:gd name="connsiteX6" fmla="*/ 276045 w 361674"/>
                <a:gd name="connsiteY6" fmla="*/ 227908 h 361333"/>
                <a:gd name="connsiteX7" fmla="*/ 157192 w 361674"/>
                <a:gd name="connsiteY7" fmla="*/ 227908 h 361333"/>
                <a:gd name="connsiteX8" fmla="*/ 125243 w 361674"/>
                <a:gd name="connsiteY8" fmla="*/ 266212 h 361333"/>
                <a:gd name="connsiteX9" fmla="*/ 120131 w 361674"/>
                <a:gd name="connsiteY9" fmla="*/ 268766 h 361333"/>
                <a:gd name="connsiteX10" fmla="*/ 118214 w 361674"/>
                <a:gd name="connsiteY10" fmla="*/ 268127 h 361333"/>
                <a:gd name="connsiteX11" fmla="*/ 113741 w 361674"/>
                <a:gd name="connsiteY11" fmla="*/ 262382 h 361333"/>
                <a:gd name="connsiteX12" fmla="*/ 113741 w 361674"/>
                <a:gd name="connsiteY12" fmla="*/ 227908 h 361333"/>
                <a:gd name="connsiteX13" fmla="*/ 86264 w 361674"/>
                <a:gd name="connsiteY13" fmla="*/ 227908 h 361333"/>
                <a:gd name="connsiteX14" fmla="*/ 79874 w 361674"/>
                <a:gd name="connsiteY14" fmla="*/ 221524 h 361333"/>
                <a:gd name="connsiteX15" fmla="*/ 79874 w 361674"/>
                <a:gd name="connsiteY15" fmla="*/ 99590 h 361333"/>
                <a:gd name="connsiteX16" fmla="*/ 86264 w 361674"/>
                <a:gd name="connsiteY16" fmla="*/ 93206 h 361333"/>
                <a:gd name="connsiteX17" fmla="*/ 275406 w 361674"/>
                <a:gd name="connsiteY17" fmla="*/ 93206 h 361333"/>
                <a:gd name="connsiteX18" fmla="*/ 281796 w 361674"/>
                <a:gd name="connsiteY18" fmla="*/ 99590 h 361333"/>
                <a:gd name="connsiteX19" fmla="*/ 281796 w 361674"/>
                <a:gd name="connsiteY19" fmla="*/ 22152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674"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09" y="81077"/>
                    <a:pt x="281157" y="0"/>
                    <a:pt x="180835" y="0"/>
                  </a:cubicBezTo>
                  <a:close/>
                  <a:moveTo>
                    <a:pt x="282435" y="221524"/>
                  </a:moveTo>
                  <a:cubicBezTo>
                    <a:pt x="282435" y="225355"/>
                    <a:pt x="279879" y="227908"/>
                    <a:pt x="276045" y="227908"/>
                  </a:cubicBezTo>
                  <a:lnTo>
                    <a:pt x="157192" y="227908"/>
                  </a:lnTo>
                  <a:lnTo>
                    <a:pt x="125243" y="266212"/>
                  </a:lnTo>
                  <a:cubicBezTo>
                    <a:pt x="123965" y="267489"/>
                    <a:pt x="122048" y="268766"/>
                    <a:pt x="120131" y="268766"/>
                  </a:cubicBezTo>
                  <a:cubicBezTo>
                    <a:pt x="119492" y="268766"/>
                    <a:pt x="118853" y="268766"/>
                    <a:pt x="118214" y="268127"/>
                  </a:cubicBezTo>
                  <a:cubicBezTo>
                    <a:pt x="115658" y="267489"/>
                    <a:pt x="113741" y="264935"/>
                    <a:pt x="113741" y="262382"/>
                  </a:cubicBezTo>
                  <a:lnTo>
                    <a:pt x="113741" y="227908"/>
                  </a:lnTo>
                  <a:lnTo>
                    <a:pt x="86264" y="227908"/>
                  </a:lnTo>
                  <a:cubicBezTo>
                    <a:pt x="82430" y="227908"/>
                    <a:pt x="79874" y="225355"/>
                    <a:pt x="79874" y="221524"/>
                  </a:cubicBezTo>
                  <a:lnTo>
                    <a:pt x="79874" y="99590"/>
                  </a:lnTo>
                  <a:cubicBezTo>
                    <a:pt x="79874" y="95760"/>
                    <a:pt x="82430" y="93206"/>
                    <a:pt x="86264" y="93206"/>
                  </a:cubicBezTo>
                  <a:lnTo>
                    <a:pt x="275406" y="93206"/>
                  </a:lnTo>
                  <a:cubicBezTo>
                    <a:pt x="279240" y="93206"/>
                    <a:pt x="281796" y="95760"/>
                    <a:pt x="281796" y="99590"/>
                  </a:cubicBezTo>
                  <a:lnTo>
                    <a:pt x="281796" y="221524"/>
                  </a:lnTo>
                  <a:close/>
                </a:path>
              </a:pathLst>
            </a:custGeom>
            <a:solidFill>
              <a:srgbClr val="012169"/>
            </a:solidFill>
            <a:ln w="6390" cap="flat">
              <a:noFill/>
              <a:prstDash val="solid"/>
              <a:miter/>
            </a:ln>
          </p:spPr>
          <p:txBody>
            <a:bodyPr rtlCol="0" anchor="ctr"/>
            <a:lstStyle/>
            <a:p>
              <a:endParaRPr lang="en-US"/>
            </a:p>
          </p:txBody>
        </p:sp>
      </p:grpSp>
      <p:grpSp>
        <p:nvGrpSpPr>
          <p:cNvPr id="879" name="Graphic 4">
            <a:extLst>
              <a:ext uri="{FF2B5EF4-FFF2-40B4-BE49-F238E27FC236}">
                <a16:creationId xmlns:a16="http://schemas.microsoft.com/office/drawing/2014/main" id="{0E5444E6-3B54-BE49-BB8B-599B0DEAE619}"/>
              </a:ext>
            </a:extLst>
          </p:cNvPr>
          <p:cNvGrpSpPr>
            <a:grpSpLocks noChangeAspect="1"/>
          </p:cNvGrpSpPr>
          <p:nvPr/>
        </p:nvGrpSpPr>
        <p:grpSpPr>
          <a:xfrm>
            <a:off x="1952764" y="2855717"/>
            <a:ext cx="361674" cy="361333"/>
            <a:chOff x="1952764" y="2855717"/>
            <a:chExt cx="361674" cy="361333"/>
          </a:xfrm>
          <a:solidFill>
            <a:srgbClr val="012169"/>
          </a:solidFill>
        </p:grpSpPr>
        <p:sp>
          <p:nvSpPr>
            <p:cNvPr id="880" name="Graphic 4">
              <a:extLst>
                <a:ext uri="{FF2B5EF4-FFF2-40B4-BE49-F238E27FC236}">
                  <a16:creationId xmlns:a16="http://schemas.microsoft.com/office/drawing/2014/main" id="{4FA77F72-4BB1-8043-8326-17638F9822F5}"/>
                </a:ext>
              </a:extLst>
            </p:cNvPr>
            <p:cNvSpPr/>
            <p:nvPr/>
          </p:nvSpPr>
          <p:spPr>
            <a:xfrm>
              <a:off x="1952764" y="2855717"/>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82435 w 361674"/>
                <a:gd name="connsiteY5" fmla="*/ 221524 h 361333"/>
                <a:gd name="connsiteX6" fmla="*/ 276045 w 361674"/>
                <a:gd name="connsiteY6" fmla="*/ 227908 h 361333"/>
                <a:gd name="connsiteX7" fmla="*/ 157192 w 361674"/>
                <a:gd name="connsiteY7" fmla="*/ 227908 h 361333"/>
                <a:gd name="connsiteX8" fmla="*/ 125243 w 361674"/>
                <a:gd name="connsiteY8" fmla="*/ 266212 h 361333"/>
                <a:gd name="connsiteX9" fmla="*/ 120131 w 361674"/>
                <a:gd name="connsiteY9" fmla="*/ 268766 h 361333"/>
                <a:gd name="connsiteX10" fmla="*/ 118214 w 361674"/>
                <a:gd name="connsiteY10" fmla="*/ 268127 h 361333"/>
                <a:gd name="connsiteX11" fmla="*/ 113741 w 361674"/>
                <a:gd name="connsiteY11" fmla="*/ 262382 h 361333"/>
                <a:gd name="connsiteX12" fmla="*/ 113741 w 361674"/>
                <a:gd name="connsiteY12" fmla="*/ 227908 h 361333"/>
                <a:gd name="connsiteX13" fmla="*/ 86264 w 361674"/>
                <a:gd name="connsiteY13" fmla="*/ 227908 h 361333"/>
                <a:gd name="connsiteX14" fmla="*/ 79874 w 361674"/>
                <a:gd name="connsiteY14" fmla="*/ 221524 h 361333"/>
                <a:gd name="connsiteX15" fmla="*/ 79874 w 361674"/>
                <a:gd name="connsiteY15" fmla="*/ 99590 h 361333"/>
                <a:gd name="connsiteX16" fmla="*/ 86264 w 361674"/>
                <a:gd name="connsiteY16" fmla="*/ 93206 h 361333"/>
                <a:gd name="connsiteX17" fmla="*/ 275406 w 361674"/>
                <a:gd name="connsiteY17" fmla="*/ 93206 h 361333"/>
                <a:gd name="connsiteX18" fmla="*/ 281796 w 361674"/>
                <a:gd name="connsiteY18" fmla="*/ 99590 h 361333"/>
                <a:gd name="connsiteX19" fmla="*/ 281796 w 361674"/>
                <a:gd name="connsiteY19" fmla="*/ 22152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674"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2309" y="80438"/>
                    <a:pt x="281157" y="0"/>
                    <a:pt x="180835" y="0"/>
                  </a:cubicBezTo>
                  <a:close/>
                  <a:moveTo>
                    <a:pt x="282435" y="221524"/>
                  </a:moveTo>
                  <a:cubicBezTo>
                    <a:pt x="282435" y="225355"/>
                    <a:pt x="279879" y="227908"/>
                    <a:pt x="276045" y="227908"/>
                  </a:cubicBezTo>
                  <a:lnTo>
                    <a:pt x="157192" y="227908"/>
                  </a:lnTo>
                  <a:lnTo>
                    <a:pt x="125243" y="266212"/>
                  </a:lnTo>
                  <a:cubicBezTo>
                    <a:pt x="123965" y="267489"/>
                    <a:pt x="122048" y="268766"/>
                    <a:pt x="120131" y="268766"/>
                  </a:cubicBezTo>
                  <a:cubicBezTo>
                    <a:pt x="119492" y="268766"/>
                    <a:pt x="118853" y="268766"/>
                    <a:pt x="118214" y="268127"/>
                  </a:cubicBezTo>
                  <a:cubicBezTo>
                    <a:pt x="115658" y="267489"/>
                    <a:pt x="113741" y="264935"/>
                    <a:pt x="113741" y="262382"/>
                  </a:cubicBezTo>
                  <a:lnTo>
                    <a:pt x="113741" y="227908"/>
                  </a:lnTo>
                  <a:lnTo>
                    <a:pt x="86264" y="227908"/>
                  </a:lnTo>
                  <a:cubicBezTo>
                    <a:pt x="82430" y="227908"/>
                    <a:pt x="79874" y="225355"/>
                    <a:pt x="79874" y="221524"/>
                  </a:cubicBezTo>
                  <a:lnTo>
                    <a:pt x="79874" y="99590"/>
                  </a:lnTo>
                  <a:cubicBezTo>
                    <a:pt x="79874" y="95760"/>
                    <a:pt x="82430" y="93206"/>
                    <a:pt x="86264" y="93206"/>
                  </a:cubicBezTo>
                  <a:lnTo>
                    <a:pt x="275406" y="93206"/>
                  </a:lnTo>
                  <a:cubicBezTo>
                    <a:pt x="279240" y="93206"/>
                    <a:pt x="281796" y="95760"/>
                    <a:pt x="281796" y="99590"/>
                  </a:cubicBezTo>
                  <a:lnTo>
                    <a:pt x="281796" y="221524"/>
                  </a:lnTo>
                  <a:close/>
                </a:path>
              </a:pathLst>
            </a:custGeom>
            <a:solidFill>
              <a:srgbClr val="012169"/>
            </a:solidFill>
            <a:ln w="6390" cap="flat">
              <a:noFill/>
              <a:prstDash val="solid"/>
              <a:miter/>
            </a:ln>
          </p:spPr>
          <p:txBody>
            <a:bodyPr rtlCol="0" anchor="ctr"/>
            <a:lstStyle/>
            <a:p>
              <a:endParaRPr lang="en-US"/>
            </a:p>
          </p:txBody>
        </p:sp>
        <p:sp>
          <p:nvSpPr>
            <p:cNvPr id="881" name="Graphic 4">
              <a:extLst>
                <a:ext uri="{FF2B5EF4-FFF2-40B4-BE49-F238E27FC236}">
                  <a16:creationId xmlns:a16="http://schemas.microsoft.com/office/drawing/2014/main" id="{21D20A49-B083-CB40-9E80-C22CA2B2A9AD}"/>
                </a:ext>
              </a:extLst>
            </p:cNvPr>
            <p:cNvSpPr/>
            <p:nvPr/>
          </p:nvSpPr>
          <p:spPr>
            <a:xfrm>
              <a:off x="2045418" y="2961691"/>
              <a:ext cx="177001" cy="138532"/>
            </a:xfrm>
            <a:custGeom>
              <a:avLst/>
              <a:gdLst>
                <a:gd name="connsiteX0" fmla="*/ 0 w 177001"/>
                <a:gd name="connsiteY0" fmla="*/ 109166 h 138532"/>
                <a:gd name="connsiteX1" fmla="*/ 27477 w 177001"/>
                <a:gd name="connsiteY1" fmla="*/ 109166 h 138532"/>
                <a:gd name="connsiteX2" fmla="*/ 33867 w 177001"/>
                <a:gd name="connsiteY2" fmla="*/ 115550 h 138532"/>
                <a:gd name="connsiteX3" fmla="*/ 33867 w 177001"/>
                <a:gd name="connsiteY3" fmla="*/ 138533 h 138532"/>
                <a:gd name="connsiteX4" fmla="*/ 56231 w 177001"/>
                <a:gd name="connsiteY4" fmla="*/ 111720 h 138532"/>
                <a:gd name="connsiteX5" fmla="*/ 61343 w 177001"/>
                <a:gd name="connsiteY5" fmla="*/ 109166 h 138532"/>
                <a:gd name="connsiteX6" fmla="*/ 177001 w 177001"/>
                <a:gd name="connsiteY6" fmla="*/ 109166 h 138532"/>
                <a:gd name="connsiteX7" fmla="*/ 177001 w 177001"/>
                <a:gd name="connsiteY7" fmla="*/ 0 h 138532"/>
                <a:gd name="connsiteX8" fmla="*/ 639 w 177001"/>
                <a:gd name="connsiteY8" fmla="*/ 0 h 138532"/>
                <a:gd name="connsiteX9" fmla="*/ 639 w 177001"/>
                <a:gd name="connsiteY9" fmla="*/ 109166 h 138532"/>
                <a:gd name="connsiteX10" fmla="*/ 19170 w 177001"/>
                <a:gd name="connsiteY10" fmla="*/ 21067 h 138532"/>
                <a:gd name="connsiteX11" fmla="*/ 157831 w 177001"/>
                <a:gd name="connsiteY11" fmla="*/ 21067 h 138532"/>
                <a:gd name="connsiteX12" fmla="*/ 164221 w 177001"/>
                <a:gd name="connsiteY12" fmla="*/ 27451 h 138532"/>
                <a:gd name="connsiteX13" fmla="*/ 157831 w 177001"/>
                <a:gd name="connsiteY13" fmla="*/ 33835 h 138532"/>
                <a:gd name="connsiteX14" fmla="*/ 19170 w 177001"/>
                <a:gd name="connsiteY14" fmla="*/ 33835 h 138532"/>
                <a:gd name="connsiteX15" fmla="*/ 12780 w 177001"/>
                <a:gd name="connsiteY15" fmla="*/ 27451 h 138532"/>
                <a:gd name="connsiteX16" fmla="*/ 19170 w 177001"/>
                <a:gd name="connsiteY16" fmla="*/ 21067 h 138532"/>
                <a:gd name="connsiteX17" fmla="*/ 19170 w 177001"/>
                <a:gd name="connsiteY17" fmla="*/ 48518 h 138532"/>
                <a:gd name="connsiteX18" fmla="*/ 157831 w 177001"/>
                <a:gd name="connsiteY18" fmla="*/ 48518 h 138532"/>
                <a:gd name="connsiteX19" fmla="*/ 164221 w 177001"/>
                <a:gd name="connsiteY19" fmla="*/ 54902 h 138532"/>
                <a:gd name="connsiteX20" fmla="*/ 157831 w 177001"/>
                <a:gd name="connsiteY20" fmla="*/ 61286 h 138532"/>
                <a:gd name="connsiteX21" fmla="*/ 19170 w 177001"/>
                <a:gd name="connsiteY21" fmla="*/ 61286 h 138532"/>
                <a:gd name="connsiteX22" fmla="*/ 12780 w 177001"/>
                <a:gd name="connsiteY22" fmla="*/ 54902 h 138532"/>
                <a:gd name="connsiteX23" fmla="*/ 19170 w 177001"/>
                <a:gd name="connsiteY23" fmla="*/ 48518 h 138532"/>
                <a:gd name="connsiteX24" fmla="*/ 19170 w 177001"/>
                <a:gd name="connsiteY24" fmla="*/ 76608 h 138532"/>
                <a:gd name="connsiteX25" fmla="*/ 157831 w 177001"/>
                <a:gd name="connsiteY25" fmla="*/ 76608 h 138532"/>
                <a:gd name="connsiteX26" fmla="*/ 164221 w 177001"/>
                <a:gd name="connsiteY26" fmla="*/ 82992 h 138532"/>
                <a:gd name="connsiteX27" fmla="*/ 157831 w 177001"/>
                <a:gd name="connsiteY27" fmla="*/ 89376 h 138532"/>
                <a:gd name="connsiteX28" fmla="*/ 19170 w 177001"/>
                <a:gd name="connsiteY28" fmla="*/ 89376 h 138532"/>
                <a:gd name="connsiteX29" fmla="*/ 12780 w 177001"/>
                <a:gd name="connsiteY29" fmla="*/ 82992 h 138532"/>
                <a:gd name="connsiteX30" fmla="*/ 19170 w 177001"/>
                <a:gd name="connsiteY30" fmla="*/ 76608 h 138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77001" h="138532">
                  <a:moveTo>
                    <a:pt x="0" y="109166"/>
                  </a:moveTo>
                  <a:lnTo>
                    <a:pt x="27477" y="109166"/>
                  </a:lnTo>
                  <a:cubicBezTo>
                    <a:pt x="31311" y="109166"/>
                    <a:pt x="33867" y="111720"/>
                    <a:pt x="33867" y="115550"/>
                  </a:cubicBezTo>
                  <a:lnTo>
                    <a:pt x="33867" y="138533"/>
                  </a:lnTo>
                  <a:lnTo>
                    <a:pt x="56231" y="111720"/>
                  </a:lnTo>
                  <a:cubicBezTo>
                    <a:pt x="57509" y="110443"/>
                    <a:pt x="59426" y="109166"/>
                    <a:pt x="61343" y="109166"/>
                  </a:cubicBezTo>
                  <a:lnTo>
                    <a:pt x="177001" y="109166"/>
                  </a:lnTo>
                  <a:lnTo>
                    <a:pt x="177001" y="0"/>
                  </a:lnTo>
                  <a:lnTo>
                    <a:pt x="639" y="0"/>
                  </a:lnTo>
                  <a:lnTo>
                    <a:pt x="639" y="109166"/>
                  </a:lnTo>
                  <a:close/>
                  <a:moveTo>
                    <a:pt x="19170" y="21067"/>
                  </a:moveTo>
                  <a:lnTo>
                    <a:pt x="157831" y="21067"/>
                  </a:lnTo>
                  <a:cubicBezTo>
                    <a:pt x="161665" y="21067"/>
                    <a:pt x="164221" y="23621"/>
                    <a:pt x="164221" y="27451"/>
                  </a:cubicBezTo>
                  <a:cubicBezTo>
                    <a:pt x="164221" y="31282"/>
                    <a:pt x="161665" y="33835"/>
                    <a:pt x="157831" y="33835"/>
                  </a:cubicBezTo>
                  <a:lnTo>
                    <a:pt x="19170" y="33835"/>
                  </a:lnTo>
                  <a:cubicBezTo>
                    <a:pt x="15336" y="33835"/>
                    <a:pt x="12780" y="31282"/>
                    <a:pt x="12780" y="27451"/>
                  </a:cubicBezTo>
                  <a:cubicBezTo>
                    <a:pt x="12780" y="23621"/>
                    <a:pt x="15336" y="21067"/>
                    <a:pt x="19170" y="21067"/>
                  </a:cubicBezTo>
                  <a:close/>
                  <a:moveTo>
                    <a:pt x="19170" y="48518"/>
                  </a:moveTo>
                  <a:lnTo>
                    <a:pt x="157831" y="48518"/>
                  </a:lnTo>
                  <a:cubicBezTo>
                    <a:pt x="161665" y="48518"/>
                    <a:pt x="164221" y="51072"/>
                    <a:pt x="164221" y="54902"/>
                  </a:cubicBezTo>
                  <a:cubicBezTo>
                    <a:pt x="164221" y="58733"/>
                    <a:pt x="161665" y="61286"/>
                    <a:pt x="157831" y="61286"/>
                  </a:cubicBezTo>
                  <a:lnTo>
                    <a:pt x="19170" y="61286"/>
                  </a:lnTo>
                  <a:cubicBezTo>
                    <a:pt x="15336" y="61286"/>
                    <a:pt x="12780" y="58733"/>
                    <a:pt x="12780" y="54902"/>
                  </a:cubicBezTo>
                  <a:cubicBezTo>
                    <a:pt x="12780" y="51072"/>
                    <a:pt x="15336" y="48518"/>
                    <a:pt x="19170" y="48518"/>
                  </a:cubicBezTo>
                  <a:close/>
                  <a:moveTo>
                    <a:pt x="19170" y="76608"/>
                  </a:moveTo>
                  <a:lnTo>
                    <a:pt x="157831" y="76608"/>
                  </a:lnTo>
                  <a:cubicBezTo>
                    <a:pt x="161665" y="76608"/>
                    <a:pt x="164221" y="79162"/>
                    <a:pt x="164221" y="82992"/>
                  </a:cubicBezTo>
                  <a:cubicBezTo>
                    <a:pt x="164221" y="86822"/>
                    <a:pt x="161665" y="89376"/>
                    <a:pt x="157831" y="89376"/>
                  </a:cubicBezTo>
                  <a:lnTo>
                    <a:pt x="19170" y="89376"/>
                  </a:lnTo>
                  <a:cubicBezTo>
                    <a:pt x="15336" y="89376"/>
                    <a:pt x="12780" y="86822"/>
                    <a:pt x="12780" y="82992"/>
                  </a:cubicBezTo>
                  <a:cubicBezTo>
                    <a:pt x="12780" y="79162"/>
                    <a:pt x="15336" y="76608"/>
                    <a:pt x="19170" y="76608"/>
                  </a:cubicBezTo>
                  <a:close/>
                </a:path>
              </a:pathLst>
            </a:custGeom>
            <a:solidFill>
              <a:srgbClr val="012169"/>
            </a:solidFill>
            <a:ln w="6390" cap="flat">
              <a:noFill/>
              <a:prstDash val="solid"/>
              <a:miter/>
            </a:ln>
          </p:spPr>
          <p:txBody>
            <a:bodyPr rtlCol="0" anchor="ctr"/>
            <a:lstStyle/>
            <a:p>
              <a:endParaRPr lang="en-US"/>
            </a:p>
          </p:txBody>
        </p:sp>
      </p:grpSp>
      <p:grpSp>
        <p:nvGrpSpPr>
          <p:cNvPr id="882" name="Graphic 4">
            <a:extLst>
              <a:ext uri="{FF2B5EF4-FFF2-40B4-BE49-F238E27FC236}">
                <a16:creationId xmlns:a16="http://schemas.microsoft.com/office/drawing/2014/main" id="{76E1ACB4-29AC-3B40-B5D2-25D3D676BF23}"/>
              </a:ext>
            </a:extLst>
          </p:cNvPr>
          <p:cNvGrpSpPr>
            <a:grpSpLocks noChangeAspect="1"/>
          </p:cNvGrpSpPr>
          <p:nvPr/>
        </p:nvGrpSpPr>
        <p:grpSpPr>
          <a:xfrm>
            <a:off x="905454" y="4792617"/>
            <a:ext cx="361674" cy="361333"/>
            <a:chOff x="905454" y="4792617"/>
            <a:chExt cx="361674" cy="361333"/>
          </a:xfrm>
          <a:solidFill>
            <a:srgbClr val="012169"/>
          </a:solidFill>
        </p:grpSpPr>
        <p:sp>
          <p:nvSpPr>
            <p:cNvPr id="883" name="Graphic 4">
              <a:extLst>
                <a:ext uri="{FF2B5EF4-FFF2-40B4-BE49-F238E27FC236}">
                  <a16:creationId xmlns:a16="http://schemas.microsoft.com/office/drawing/2014/main" id="{730712C6-5E47-9846-B9EF-614AA2D4C4EC}"/>
                </a:ext>
              </a:extLst>
            </p:cNvPr>
            <p:cNvSpPr/>
            <p:nvPr/>
          </p:nvSpPr>
          <p:spPr>
            <a:xfrm>
              <a:off x="1062007" y="4950302"/>
              <a:ext cx="35783" cy="35111"/>
            </a:xfrm>
            <a:custGeom>
              <a:avLst/>
              <a:gdLst>
                <a:gd name="connsiteX0" fmla="*/ 23643 w 35783"/>
                <a:gd name="connsiteY0" fmla="*/ 0 h 35111"/>
                <a:gd name="connsiteX1" fmla="*/ 0 w 35783"/>
                <a:gd name="connsiteY1" fmla="*/ 23621 h 35111"/>
                <a:gd name="connsiteX2" fmla="*/ 3195 w 35783"/>
                <a:gd name="connsiteY2" fmla="*/ 35112 h 35111"/>
                <a:gd name="connsiteX3" fmla="*/ 35784 w 35783"/>
                <a:gd name="connsiteY3" fmla="*/ 2554 h 35111"/>
                <a:gd name="connsiteX4" fmla="*/ 23643 w 35783"/>
                <a:gd name="connsiteY4" fmla="*/ 0 h 3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83" h="35111">
                  <a:moveTo>
                    <a:pt x="23643" y="0"/>
                  </a:moveTo>
                  <a:cubicBezTo>
                    <a:pt x="10224" y="0"/>
                    <a:pt x="0" y="10853"/>
                    <a:pt x="0" y="23621"/>
                  </a:cubicBezTo>
                  <a:cubicBezTo>
                    <a:pt x="0" y="28090"/>
                    <a:pt x="1278" y="31920"/>
                    <a:pt x="3195" y="35112"/>
                  </a:cubicBezTo>
                  <a:lnTo>
                    <a:pt x="35784" y="2554"/>
                  </a:lnTo>
                  <a:cubicBezTo>
                    <a:pt x="31950" y="639"/>
                    <a:pt x="28116" y="0"/>
                    <a:pt x="23643" y="0"/>
                  </a:cubicBezTo>
                  <a:close/>
                </a:path>
              </a:pathLst>
            </a:custGeom>
            <a:solidFill>
              <a:srgbClr val="012169"/>
            </a:solidFill>
            <a:ln w="6390" cap="flat">
              <a:noFill/>
              <a:prstDash val="solid"/>
              <a:miter/>
            </a:ln>
          </p:spPr>
          <p:txBody>
            <a:bodyPr rtlCol="0" anchor="ctr"/>
            <a:lstStyle/>
            <a:p>
              <a:endParaRPr lang="en-US"/>
            </a:p>
          </p:txBody>
        </p:sp>
        <p:sp>
          <p:nvSpPr>
            <p:cNvPr id="884" name="Graphic 4">
              <a:extLst>
                <a:ext uri="{FF2B5EF4-FFF2-40B4-BE49-F238E27FC236}">
                  <a16:creationId xmlns:a16="http://schemas.microsoft.com/office/drawing/2014/main" id="{83C210BA-6505-2449-B8A9-492DB1F51A4A}"/>
                </a:ext>
              </a:extLst>
            </p:cNvPr>
            <p:cNvSpPr/>
            <p:nvPr/>
          </p:nvSpPr>
          <p:spPr>
            <a:xfrm>
              <a:off x="1073509" y="4962432"/>
              <a:ext cx="35783" cy="35111"/>
            </a:xfrm>
            <a:custGeom>
              <a:avLst/>
              <a:gdLst>
                <a:gd name="connsiteX0" fmla="*/ 12141 w 35783"/>
                <a:gd name="connsiteY0" fmla="*/ 35112 h 35111"/>
                <a:gd name="connsiteX1" fmla="*/ 35784 w 35783"/>
                <a:gd name="connsiteY1" fmla="*/ 11491 h 35111"/>
                <a:gd name="connsiteX2" fmla="*/ 32589 w 35783"/>
                <a:gd name="connsiteY2" fmla="*/ 0 h 35111"/>
                <a:gd name="connsiteX3" fmla="*/ 0 w 35783"/>
                <a:gd name="connsiteY3" fmla="*/ 32558 h 35111"/>
                <a:gd name="connsiteX4" fmla="*/ 12141 w 35783"/>
                <a:gd name="connsiteY4" fmla="*/ 35112 h 3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83" h="35111">
                  <a:moveTo>
                    <a:pt x="12141" y="35112"/>
                  </a:moveTo>
                  <a:cubicBezTo>
                    <a:pt x="25560" y="35112"/>
                    <a:pt x="35784" y="24259"/>
                    <a:pt x="35784" y="11491"/>
                  </a:cubicBezTo>
                  <a:cubicBezTo>
                    <a:pt x="35784" y="7022"/>
                    <a:pt x="34506" y="3192"/>
                    <a:pt x="32589" y="0"/>
                  </a:cubicBezTo>
                  <a:lnTo>
                    <a:pt x="0" y="32558"/>
                  </a:lnTo>
                  <a:cubicBezTo>
                    <a:pt x="3834" y="33835"/>
                    <a:pt x="8307" y="35112"/>
                    <a:pt x="12141" y="35112"/>
                  </a:cubicBezTo>
                  <a:close/>
                </a:path>
              </a:pathLst>
            </a:custGeom>
            <a:solidFill>
              <a:srgbClr val="012169"/>
            </a:solidFill>
            <a:ln w="6390" cap="flat">
              <a:noFill/>
              <a:prstDash val="solid"/>
              <a:miter/>
            </a:ln>
          </p:spPr>
          <p:txBody>
            <a:bodyPr rtlCol="0" anchor="ctr"/>
            <a:lstStyle/>
            <a:p>
              <a:endParaRPr lang="en-US"/>
            </a:p>
          </p:txBody>
        </p:sp>
        <p:sp>
          <p:nvSpPr>
            <p:cNvPr id="885" name="Graphic 4">
              <a:extLst>
                <a:ext uri="{FF2B5EF4-FFF2-40B4-BE49-F238E27FC236}">
                  <a16:creationId xmlns:a16="http://schemas.microsoft.com/office/drawing/2014/main" id="{06534CF3-D658-3944-AC9C-A6FDBE444EB1}"/>
                </a:ext>
              </a:extLst>
            </p:cNvPr>
            <p:cNvSpPr/>
            <p:nvPr/>
          </p:nvSpPr>
          <p:spPr>
            <a:xfrm>
              <a:off x="989162" y="4919659"/>
              <a:ext cx="134827" cy="95121"/>
            </a:xfrm>
            <a:custGeom>
              <a:avLst/>
              <a:gdLst>
                <a:gd name="connsiteX0" fmla="*/ 60065 w 134827"/>
                <a:gd name="connsiteY0" fmla="*/ 54264 h 95121"/>
                <a:gd name="connsiteX1" fmla="*/ 96488 w 134827"/>
                <a:gd name="connsiteY1" fmla="*/ 17875 h 95121"/>
                <a:gd name="connsiteX2" fmla="*/ 117575 w 134827"/>
                <a:gd name="connsiteY2" fmla="*/ 24259 h 95121"/>
                <a:gd name="connsiteX3" fmla="*/ 134828 w 134827"/>
                <a:gd name="connsiteY3" fmla="*/ 7022 h 95121"/>
                <a:gd name="connsiteX4" fmla="*/ 97766 w 134827"/>
                <a:gd name="connsiteY4" fmla="*/ 0 h 95121"/>
                <a:gd name="connsiteX5" fmla="*/ 0 w 134827"/>
                <a:gd name="connsiteY5" fmla="*/ 54264 h 95121"/>
                <a:gd name="connsiteX6" fmla="*/ 46647 w 134827"/>
                <a:gd name="connsiteY6" fmla="*/ 95121 h 95121"/>
                <a:gd name="connsiteX7" fmla="*/ 66455 w 134827"/>
                <a:gd name="connsiteY7" fmla="*/ 75331 h 95121"/>
                <a:gd name="connsiteX8" fmla="*/ 60065 w 134827"/>
                <a:gd name="connsiteY8" fmla="*/ 54264 h 95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827" h="95121">
                  <a:moveTo>
                    <a:pt x="60065" y="54264"/>
                  </a:moveTo>
                  <a:cubicBezTo>
                    <a:pt x="60065" y="33835"/>
                    <a:pt x="76679" y="17875"/>
                    <a:pt x="96488" y="17875"/>
                  </a:cubicBezTo>
                  <a:cubicBezTo>
                    <a:pt x="104156" y="17875"/>
                    <a:pt x="111824" y="20429"/>
                    <a:pt x="117575" y="24259"/>
                  </a:cubicBezTo>
                  <a:lnTo>
                    <a:pt x="134828" y="7022"/>
                  </a:lnTo>
                  <a:cubicBezTo>
                    <a:pt x="123326" y="2554"/>
                    <a:pt x="111185" y="0"/>
                    <a:pt x="97766" y="0"/>
                  </a:cubicBezTo>
                  <a:cubicBezTo>
                    <a:pt x="54953" y="0"/>
                    <a:pt x="19809" y="27451"/>
                    <a:pt x="0" y="54264"/>
                  </a:cubicBezTo>
                  <a:cubicBezTo>
                    <a:pt x="8946" y="67032"/>
                    <a:pt x="25560" y="83630"/>
                    <a:pt x="46647" y="95121"/>
                  </a:cubicBezTo>
                  <a:lnTo>
                    <a:pt x="66455" y="75331"/>
                  </a:lnTo>
                  <a:cubicBezTo>
                    <a:pt x="62621" y="68947"/>
                    <a:pt x="60065" y="61925"/>
                    <a:pt x="60065" y="54264"/>
                  </a:cubicBezTo>
                  <a:close/>
                </a:path>
              </a:pathLst>
            </a:custGeom>
            <a:solidFill>
              <a:srgbClr val="012169"/>
            </a:solidFill>
            <a:ln w="6390" cap="flat">
              <a:noFill/>
              <a:prstDash val="solid"/>
              <a:miter/>
            </a:ln>
          </p:spPr>
          <p:txBody>
            <a:bodyPr rtlCol="0" anchor="ctr"/>
            <a:lstStyle/>
            <a:p>
              <a:endParaRPr lang="en-US"/>
            </a:p>
          </p:txBody>
        </p:sp>
        <p:sp>
          <p:nvSpPr>
            <p:cNvPr id="886" name="Graphic 4">
              <a:extLst>
                <a:ext uri="{FF2B5EF4-FFF2-40B4-BE49-F238E27FC236}">
                  <a16:creationId xmlns:a16="http://schemas.microsoft.com/office/drawing/2014/main" id="{CCAA3960-5860-F444-9956-920CA80E3355}"/>
                </a:ext>
              </a:extLst>
            </p:cNvPr>
            <p:cNvSpPr/>
            <p:nvPr/>
          </p:nvSpPr>
          <p:spPr>
            <a:xfrm>
              <a:off x="1047949" y="4932427"/>
              <a:ext cx="136105" cy="95759"/>
            </a:xfrm>
            <a:custGeom>
              <a:avLst/>
              <a:gdLst>
                <a:gd name="connsiteX0" fmla="*/ 88181 w 136105"/>
                <a:gd name="connsiteY0" fmla="*/ 0 h 95759"/>
                <a:gd name="connsiteX1" fmla="*/ 67733 w 136105"/>
                <a:gd name="connsiteY1" fmla="*/ 20429 h 95759"/>
                <a:gd name="connsiteX2" fmla="*/ 74123 w 136105"/>
                <a:gd name="connsiteY2" fmla="*/ 41496 h 95759"/>
                <a:gd name="connsiteX3" fmla="*/ 37701 w 136105"/>
                <a:gd name="connsiteY3" fmla="*/ 77885 h 95759"/>
                <a:gd name="connsiteX4" fmla="*/ 16614 w 136105"/>
                <a:gd name="connsiteY4" fmla="*/ 71501 h 95759"/>
                <a:gd name="connsiteX5" fmla="*/ 0 w 136105"/>
                <a:gd name="connsiteY5" fmla="*/ 88099 h 95759"/>
                <a:gd name="connsiteX6" fmla="*/ 38340 w 136105"/>
                <a:gd name="connsiteY6" fmla="*/ 95760 h 95759"/>
                <a:gd name="connsiteX7" fmla="*/ 136106 w 136105"/>
                <a:gd name="connsiteY7" fmla="*/ 41496 h 95759"/>
                <a:gd name="connsiteX8" fmla="*/ 88181 w 136105"/>
                <a:gd name="connsiteY8" fmla="*/ 0 h 95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105" h="95759">
                  <a:moveTo>
                    <a:pt x="88181" y="0"/>
                  </a:moveTo>
                  <a:lnTo>
                    <a:pt x="67733" y="20429"/>
                  </a:lnTo>
                  <a:cubicBezTo>
                    <a:pt x="72206" y="26174"/>
                    <a:pt x="74123" y="33835"/>
                    <a:pt x="74123" y="41496"/>
                  </a:cubicBezTo>
                  <a:cubicBezTo>
                    <a:pt x="74123" y="61925"/>
                    <a:pt x="57509" y="77885"/>
                    <a:pt x="37701" y="77885"/>
                  </a:cubicBezTo>
                  <a:cubicBezTo>
                    <a:pt x="30033" y="77885"/>
                    <a:pt x="22365" y="75331"/>
                    <a:pt x="16614" y="71501"/>
                  </a:cubicBezTo>
                  <a:lnTo>
                    <a:pt x="0" y="88099"/>
                  </a:lnTo>
                  <a:cubicBezTo>
                    <a:pt x="11502" y="92568"/>
                    <a:pt x="24282" y="95760"/>
                    <a:pt x="38340" y="95760"/>
                  </a:cubicBezTo>
                  <a:cubicBezTo>
                    <a:pt x="81152" y="95760"/>
                    <a:pt x="116297" y="68309"/>
                    <a:pt x="136106" y="41496"/>
                  </a:cubicBezTo>
                  <a:cubicBezTo>
                    <a:pt x="126521" y="28728"/>
                    <a:pt x="110546" y="11491"/>
                    <a:pt x="88181" y="0"/>
                  </a:cubicBezTo>
                  <a:close/>
                </a:path>
              </a:pathLst>
            </a:custGeom>
            <a:solidFill>
              <a:srgbClr val="012169"/>
            </a:solidFill>
            <a:ln w="6390" cap="flat">
              <a:noFill/>
              <a:prstDash val="solid"/>
              <a:miter/>
            </a:ln>
          </p:spPr>
          <p:txBody>
            <a:bodyPr rtlCol="0" anchor="ctr"/>
            <a:lstStyle/>
            <a:p>
              <a:endParaRPr lang="en-US"/>
            </a:p>
          </p:txBody>
        </p:sp>
        <p:sp>
          <p:nvSpPr>
            <p:cNvPr id="887" name="Graphic 4">
              <a:extLst>
                <a:ext uri="{FF2B5EF4-FFF2-40B4-BE49-F238E27FC236}">
                  <a16:creationId xmlns:a16="http://schemas.microsoft.com/office/drawing/2014/main" id="{7F19BCE7-F7CF-FA44-9688-8B7BE6FB454E}"/>
                </a:ext>
              </a:extLst>
            </p:cNvPr>
            <p:cNvSpPr/>
            <p:nvPr/>
          </p:nvSpPr>
          <p:spPr>
            <a:xfrm>
              <a:off x="905454" y="4792617"/>
              <a:ext cx="361674" cy="361333"/>
            </a:xfrm>
            <a:custGeom>
              <a:avLst/>
              <a:gdLst>
                <a:gd name="connsiteX0" fmla="*/ 180835 w 361674"/>
                <a:gd name="connsiteY0" fmla="*/ 0 h 361333"/>
                <a:gd name="connsiteX1" fmla="*/ 0 w 361674"/>
                <a:gd name="connsiteY1" fmla="*/ 180667 h 361333"/>
                <a:gd name="connsiteX2" fmla="*/ 180835 w 361674"/>
                <a:gd name="connsiteY2" fmla="*/ 361334 h 361333"/>
                <a:gd name="connsiteX3" fmla="*/ 361670 w 361674"/>
                <a:gd name="connsiteY3" fmla="*/ 180667 h 361333"/>
                <a:gd name="connsiteX4" fmla="*/ 180835 w 361674"/>
                <a:gd name="connsiteY4" fmla="*/ 0 h 361333"/>
                <a:gd name="connsiteX5" fmla="*/ 291381 w 361674"/>
                <a:gd name="connsiteY5" fmla="*/ 185135 h 361333"/>
                <a:gd name="connsiteX6" fmla="*/ 180835 w 361674"/>
                <a:gd name="connsiteY6" fmla="*/ 247699 h 361333"/>
                <a:gd name="connsiteX7" fmla="*/ 132911 w 361674"/>
                <a:gd name="connsiteY7" fmla="*/ 236846 h 361333"/>
                <a:gd name="connsiteX8" fmla="*/ 101600 w 361674"/>
                <a:gd name="connsiteY8" fmla="*/ 268127 h 361333"/>
                <a:gd name="connsiteX9" fmla="*/ 97127 w 361674"/>
                <a:gd name="connsiteY9" fmla="*/ 270043 h 361333"/>
                <a:gd name="connsiteX10" fmla="*/ 92654 w 361674"/>
                <a:gd name="connsiteY10" fmla="*/ 268127 h 361333"/>
                <a:gd name="connsiteX11" fmla="*/ 92654 w 361674"/>
                <a:gd name="connsiteY11" fmla="*/ 259190 h 361333"/>
                <a:gd name="connsiteX12" fmla="*/ 120770 w 361674"/>
                <a:gd name="connsiteY12" fmla="*/ 231100 h 361333"/>
                <a:gd name="connsiteX13" fmla="*/ 70289 w 361674"/>
                <a:gd name="connsiteY13" fmla="*/ 184497 h 361333"/>
                <a:gd name="connsiteX14" fmla="*/ 69650 w 361674"/>
                <a:gd name="connsiteY14" fmla="*/ 181305 h 361333"/>
                <a:gd name="connsiteX15" fmla="*/ 70928 w 361674"/>
                <a:gd name="connsiteY15" fmla="*/ 176836 h 361333"/>
                <a:gd name="connsiteX16" fmla="*/ 181474 w 361674"/>
                <a:gd name="connsiteY16" fmla="*/ 114273 h 361333"/>
                <a:gd name="connsiteX17" fmla="*/ 228760 w 361674"/>
                <a:gd name="connsiteY17" fmla="*/ 124488 h 361333"/>
                <a:gd name="connsiteX18" fmla="*/ 259431 w 361674"/>
                <a:gd name="connsiteY18" fmla="*/ 93845 h 361333"/>
                <a:gd name="connsiteX19" fmla="*/ 268377 w 361674"/>
                <a:gd name="connsiteY19" fmla="*/ 93845 h 361333"/>
                <a:gd name="connsiteX20" fmla="*/ 268377 w 361674"/>
                <a:gd name="connsiteY20" fmla="*/ 102782 h 361333"/>
                <a:gd name="connsiteX21" fmla="*/ 240262 w 361674"/>
                <a:gd name="connsiteY21" fmla="*/ 130872 h 361333"/>
                <a:gd name="connsiteX22" fmla="*/ 292020 w 361674"/>
                <a:gd name="connsiteY22" fmla="*/ 178113 h 361333"/>
                <a:gd name="connsiteX23" fmla="*/ 292659 w 361674"/>
                <a:gd name="connsiteY23" fmla="*/ 181305 h 361333"/>
                <a:gd name="connsiteX24" fmla="*/ 291381 w 361674"/>
                <a:gd name="connsiteY24" fmla="*/ 18513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1674" h="361333">
                  <a:moveTo>
                    <a:pt x="180835" y="0"/>
                  </a:moveTo>
                  <a:cubicBezTo>
                    <a:pt x="80513" y="0"/>
                    <a:pt x="0" y="81077"/>
                    <a:pt x="0" y="180667"/>
                  </a:cubicBezTo>
                  <a:cubicBezTo>
                    <a:pt x="0" y="280895"/>
                    <a:pt x="81152" y="361334"/>
                    <a:pt x="180835" y="361334"/>
                  </a:cubicBezTo>
                  <a:cubicBezTo>
                    <a:pt x="281157" y="361334"/>
                    <a:pt x="361670" y="280257"/>
                    <a:pt x="361670" y="180667"/>
                  </a:cubicBezTo>
                  <a:cubicBezTo>
                    <a:pt x="362309" y="81077"/>
                    <a:pt x="281157" y="0"/>
                    <a:pt x="180835" y="0"/>
                  </a:cubicBezTo>
                  <a:close/>
                  <a:moveTo>
                    <a:pt x="291381" y="185135"/>
                  </a:moveTo>
                  <a:cubicBezTo>
                    <a:pt x="270294" y="215779"/>
                    <a:pt x="230677" y="247699"/>
                    <a:pt x="180835" y="247699"/>
                  </a:cubicBezTo>
                  <a:cubicBezTo>
                    <a:pt x="162943" y="247699"/>
                    <a:pt x="146969" y="243230"/>
                    <a:pt x="132911" y="236846"/>
                  </a:cubicBezTo>
                  <a:lnTo>
                    <a:pt x="101600" y="268127"/>
                  </a:lnTo>
                  <a:cubicBezTo>
                    <a:pt x="100322" y="269404"/>
                    <a:pt x="98405" y="270043"/>
                    <a:pt x="97127" y="270043"/>
                  </a:cubicBezTo>
                  <a:cubicBezTo>
                    <a:pt x="95849" y="270043"/>
                    <a:pt x="93932" y="269404"/>
                    <a:pt x="92654" y="268127"/>
                  </a:cubicBezTo>
                  <a:cubicBezTo>
                    <a:pt x="90098" y="265574"/>
                    <a:pt x="90098" y="261743"/>
                    <a:pt x="92654" y="259190"/>
                  </a:cubicBezTo>
                  <a:lnTo>
                    <a:pt x="120770" y="231100"/>
                  </a:lnTo>
                  <a:cubicBezTo>
                    <a:pt x="96488" y="217694"/>
                    <a:pt x="79235" y="197903"/>
                    <a:pt x="70289" y="184497"/>
                  </a:cubicBezTo>
                  <a:cubicBezTo>
                    <a:pt x="69650" y="183220"/>
                    <a:pt x="69650" y="182582"/>
                    <a:pt x="69650" y="181305"/>
                  </a:cubicBezTo>
                  <a:cubicBezTo>
                    <a:pt x="69650" y="180028"/>
                    <a:pt x="69650" y="178113"/>
                    <a:pt x="70928" y="176836"/>
                  </a:cubicBezTo>
                  <a:cubicBezTo>
                    <a:pt x="92015" y="146193"/>
                    <a:pt x="131633" y="114273"/>
                    <a:pt x="181474" y="114273"/>
                  </a:cubicBezTo>
                  <a:cubicBezTo>
                    <a:pt x="198727" y="114273"/>
                    <a:pt x="214702" y="118104"/>
                    <a:pt x="228760" y="124488"/>
                  </a:cubicBezTo>
                  <a:lnTo>
                    <a:pt x="259431" y="93845"/>
                  </a:lnTo>
                  <a:cubicBezTo>
                    <a:pt x="261987" y="91291"/>
                    <a:pt x="265821" y="91291"/>
                    <a:pt x="268377" y="93845"/>
                  </a:cubicBezTo>
                  <a:cubicBezTo>
                    <a:pt x="270933" y="96398"/>
                    <a:pt x="270933" y="100229"/>
                    <a:pt x="268377" y="102782"/>
                  </a:cubicBezTo>
                  <a:lnTo>
                    <a:pt x="240262" y="130872"/>
                  </a:lnTo>
                  <a:cubicBezTo>
                    <a:pt x="264543" y="144278"/>
                    <a:pt x="282435" y="164068"/>
                    <a:pt x="292020" y="178113"/>
                  </a:cubicBezTo>
                  <a:cubicBezTo>
                    <a:pt x="292659" y="179390"/>
                    <a:pt x="292659" y="180028"/>
                    <a:pt x="292659" y="181305"/>
                  </a:cubicBezTo>
                  <a:cubicBezTo>
                    <a:pt x="292659" y="182582"/>
                    <a:pt x="292659" y="183859"/>
                    <a:pt x="291381" y="185135"/>
                  </a:cubicBezTo>
                  <a:close/>
                </a:path>
              </a:pathLst>
            </a:custGeom>
            <a:solidFill>
              <a:srgbClr val="012169"/>
            </a:solidFill>
            <a:ln w="6390" cap="flat">
              <a:noFill/>
              <a:prstDash val="solid"/>
              <a:miter/>
            </a:ln>
          </p:spPr>
          <p:txBody>
            <a:bodyPr rtlCol="0" anchor="ctr"/>
            <a:lstStyle/>
            <a:p>
              <a:endParaRPr lang="en-US"/>
            </a:p>
          </p:txBody>
        </p:sp>
      </p:grpSp>
      <p:grpSp>
        <p:nvGrpSpPr>
          <p:cNvPr id="898" name="Graphic 4">
            <a:extLst>
              <a:ext uri="{FF2B5EF4-FFF2-40B4-BE49-F238E27FC236}">
                <a16:creationId xmlns:a16="http://schemas.microsoft.com/office/drawing/2014/main" id="{C651B775-2D1B-F546-8196-7051C4470EAD}"/>
              </a:ext>
            </a:extLst>
          </p:cNvPr>
          <p:cNvGrpSpPr>
            <a:grpSpLocks noChangeAspect="1"/>
          </p:cNvGrpSpPr>
          <p:nvPr/>
        </p:nvGrpSpPr>
        <p:grpSpPr>
          <a:xfrm>
            <a:off x="467743" y="4308712"/>
            <a:ext cx="361670" cy="361333"/>
            <a:chOff x="467743" y="4308712"/>
            <a:chExt cx="361670" cy="361333"/>
          </a:xfrm>
          <a:solidFill>
            <a:srgbClr val="012169"/>
          </a:solidFill>
        </p:grpSpPr>
        <p:sp>
          <p:nvSpPr>
            <p:cNvPr id="899" name="Graphic 4">
              <a:extLst>
                <a:ext uri="{FF2B5EF4-FFF2-40B4-BE49-F238E27FC236}">
                  <a16:creationId xmlns:a16="http://schemas.microsoft.com/office/drawing/2014/main" id="{188E80DC-8332-044D-A54A-6D63E4C6E3D9}"/>
                </a:ext>
              </a:extLst>
            </p:cNvPr>
            <p:cNvSpPr/>
            <p:nvPr/>
          </p:nvSpPr>
          <p:spPr>
            <a:xfrm>
              <a:off x="467743"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900" name="Graphic 4">
              <a:extLst>
                <a:ext uri="{FF2B5EF4-FFF2-40B4-BE49-F238E27FC236}">
                  <a16:creationId xmlns:a16="http://schemas.microsoft.com/office/drawing/2014/main" id="{E10741A0-3698-D34F-9944-1FB55605EAAE}"/>
                </a:ext>
              </a:extLst>
            </p:cNvPr>
            <p:cNvSpPr/>
            <p:nvPr/>
          </p:nvSpPr>
          <p:spPr>
            <a:xfrm>
              <a:off x="534198" y="4421070"/>
              <a:ext cx="228120" cy="137255"/>
            </a:xfrm>
            <a:custGeom>
              <a:avLst/>
              <a:gdLst>
                <a:gd name="connsiteX0" fmla="*/ 227482 w 228120"/>
                <a:gd name="connsiteY0" fmla="*/ 65116 h 137255"/>
                <a:gd name="connsiteX1" fmla="*/ 114380 w 228120"/>
                <a:gd name="connsiteY1" fmla="*/ 0 h 137255"/>
                <a:gd name="connsiteX2" fmla="*/ 1278 w 228120"/>
                <a:gd name="connsiteY2" fmla="*/ 64478 h 137255"/>
                <a:gd name="connsiteX3" fmla="*/ 0 w 228120"/>
                <a:gd name="connsiteY3" fmla="*/ 68947 h 137255"/>
                <a:gd name="connsiteX4" fmla="*/ 639 w 228120"/>
                <a:gd name="connsiteY4" fmla="*/ 72139 h 137255"/>
                <a:gd name="connsiteX5" fmla="*/ 113741 w 228120"/>
                <a:gd name="connsiteY5" fmla="*/ 137256 h 137255"/>
                <a:gd name="connsiteX6" fmla="*/ 226843 w 228120"/>
                <a:gd name="connsiteY6" fmla="*/ 72777 h 137255"/>
                <a:gd name="connsiteX7" fmla="*/ 228121 w 228120"/>
                <a:gd name="connsiteY7" fmla="*/ 68308 h 137255"/>
                <a:gd name="connsiteX8" fmla="*/ 227482 w 228120"/>
                <a:gd name="connsiteY8" fmla="*/ 65116 h 137255"/>
                <a:gd name="connsiteX9" fmla="*/ 114380 w 228120"/>
                <a:gd name="connsiteY9" fmla="*/ 123849 h 137255"/>
                <a:gd name="connsiteX10" fmla="*/ 14058 w 228120"/>
                <a:gd name="connsiteY10" fmla="*/ 68308 h 137255"/>
                <a:gd name="connsiteX11" fmla="*/ 114380 w 228120"/>
                <a:gd name="connsiteY11" fmla="*/ 12768 h 137255"/>
                <a:gd name="connsiteX12" fmla="*/ 214702 w 228120"/>
                <a:gd name="connsiteY12" fmla="*/ 68308 h 137255"/>
                <a:gd name="connsiteX13" fmla="*/ 114380 w 228120"/>
                <a:gd name="connsiteY13" fmla="*/ 123849 h 13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8120" h="137255">
                  <a:moveTo>
                    <a:pt x="227482" y="65116"/>
                  </a:moveTo>
                  <a:cubicBezTo>
                    <a:pt x="211507" y="40857"/>
                    <a:pt x="169972" y="0"/>
                    <a:pt x="114380" y="0"/>
                  </a:cubicBezTo>
                  <a:cubicBezTo>
                    <a:pt x="63260" y="0"/>
                    <a:pt x="22365" y="33196"/>
                    <a:pt x="1278" y="64478"/>
                  </a:cubicBezTo>
                  <a:cubicBezTo>
                    <a:pt x="639" y="65755"/>
                    <a:pt x="0" y="67032"/>
                    <a:pt x="0" y="68947"/>
                  </a:cubicBezTo>
                  <a:cubicBezTo>
                    <a:pt x="0" y="70224"/>
                    <a:pt x="0" y="71500"/>
                    <a:pt x="639" y="72139"/>
                  </a:cubicBezTo>
                  <a:cubicBezTo>
                    <a:pt x="16614" y="96398"/>
                    <a:pt x="58148" y="137256"/>
                    <a:pt x="113741" y="137256"/>
                  </a:cubicBezTo>
                  <a:cubicBezTo>
                    <a:pt x="164860" y="137256"/>
                    <a:pt x="205756" y="104059"/>
                    <a:pt x="226843" y="72777"/>
                  </a:cubicBezTo>
                  <a:cubicBezTo>
                    <a:pt x="227482" y="71500"/>
                    <a:pt x="228121" y="70224"/>
                    <a:pt x="228121" y="68308"/>
                  </a:cubicBezTo>
                  <a:cubicBezTo>
                    <a:pt x="228121" y="67032"/>
                    <a:pt x="228121" y="65755"/>
                    <a:pt x="227482" y="65116"/>
                  </a:cubicBezTo>
                  <a:close/>
                  <a:moveTo>
                    <a:pt x="114380" y="123849"/>
                  </a:moveTo>
                  <a:cubicBezTo>
                    <a:pt x="66455" y="123849"/>
                    <a:pt x="30033" y="90014"/>
                    <a:pt x="14058" y="68308"/>
                  </a:cubicBezTo>
                  <a:cubicBezTo>
                    <a:pt x="33867" y="40857"/>
                    <a:pt x="70289" y="12768"/>
                    <a:pt x="114380" y="12768"/>
                  </a:cubicBezTo>
                  <a:cubicBezTo>
                    <a:pt x="162304" y="12768"/>
                    <a:pt x="198727" y="46603"/>
                    <a:pt x="214702" y="68308"/>
                  </a:cubicBezTo>
                  <a:cubicBezTo>
                    <a:pt x="194254" y="95760"/>
                    <a:pt x="158470" y="123849"/>
                    <a:pt x="114380" y="123849"/>
                  </a:cubicBezTo>
                  <a:close/>
                </a:path>
              </a:pathLst>
            </a:custGeom>
            <a:solidFill>
              <a:srgbClr val="012169"/>
            </a:solidFill>
            <a:ln w="6390" cap="flat">
              <a:noFill/>
              <a:prstDash val="solid"/>
              <a:miter/>
            </a:ln>
          </p:spPr>
          <p:txBody>
            <a:bodyPr rtlCol="0" anchor="ctr"/>
            <a:lstStyle/>
            <a:p>
              <a:endParaRPr lang="en-US"/>
            </a:p>
          </p:txBody>
        </p:sp>
        <p:sp>
          <p:nvSpPr>
            <p:cNvPr id="901" name="Graphic 4">
              <a:extLst>
                <a:ext uri="{FF2B5EF4-FFF2-40B4-BE49-F238E27FC236}">
                  <a16:creationId xmlns:a16="http://schemas.microsoft.com/office/drawing/2014/main" id="{E5E3BCAC-5A45-DE49-A968-8EB356DD3D6B}"/>
                </a:ext>
              </a:extLst>
            </p:cNvPr>
            <p:cNvSpPr/>
            <p:nvPr/>
          </p:nvSpPr>
          <p:spPr>
            <a:xfrm>
              <a:off x="610238" y="4452351"/>
              <a:ext cx="75401" cy="75330"/>
            </a:xfrm>
            <a:custGeom>
              <a:avLst/>
              <a:gdLst>
                <a:gd name="connsiteX0" fmla="*/ 37701 w 75401"/>
                <a:gd name="connsiteY0" fmla="*/ 0 h 75330"/>
                <a:gd name="connsiteX1" fmla="*/ 0 w 75401"/>
                <a:gd name="connsiteY1" fmla="*/ 37666 h 75330"/>
                <a:gd name="connsiteX2" fmla="*/ 37701 w 75401"/>
                <a:gd name="connsiteY2" fmla="*/ 75331 h 75330"/>
                <a:gd name="connsiteX3" fmla="*/ 75401 w 75401"/>
                <a:gd name="connsiteY3" fmla="*/ 37666 h 75330"/>
                <a:gd name="connsiteX4" fmla="*/ 37701 w 75401"/>
                <a:gd name="connsiteY4" fmla="*/ 0 h 75330"/>
                <a:gd name="connsiteX5" fmla="*/ 37701 w 75401"/>
                <a:gd name="connsiteY5" fmla="*/ 61925 h 75330"/>
                <a:gd name="connsiteX6" fmla="*/ 12780 w 75401"/>
                <a:gd name="connsiteY6" fmla="*/ 37027 h 75330"/>
                <a:gd name="connsiteX7" fmla="*/ 37701 w 75401"/>
                <a:gd name="connsiteY7" fmla="*/ 12130 h 75330"/>
                <a:gd name="connsiteX8" fmla="*/ 62621 w 75401"/>
                <a:gd name="connsiteY8" fmla="*/ 37027 h 75330"/>
                <a:gd name="connsiteX9" fmla="*/ 37701 w 75401"/>
                <a:gd name="connsiteY9" fmla="*/ 61925 h 7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401" h="75330">
                  <a:moveTo>
                    <a:pt x="37701" y="0"/>
                  </a:moveTo>
                  <a:cubicBezTo>
                    <a:pt x="17253" y="0"/>
                    <a:pt x="0" y="16599"/>
                    <a:pt x="0" y="37666"/>
                  </a:cubicBezTo>
                  <a:cubicBezTo>
                    <a:pt x="0" y="58733"/>
                    <a:pt x="16614" y="75331"/>
                    <a:pt x="37701" y="75331"/>
                  </a:cubicBezTo>
                  <a:cubicBezTo>
                    <a:pt x="58787" y="75331"/>
                    <a:pt x="75401" y="58733"/>
                    <a:pt x="75401" y="37666"/>
                  </a:cubicBezTo>
                  <a:cubicBezTo>
                    <a:pt x="75401" y="16599"/>
                    <a:pt x="58148" y="0"/>
                    <a:pt x="37701" y="0"/>
                  </a:cubicBezTo>
                  <a:close/>
                  <a:moveTo>
                    <a:pt x="37701" y="61925"/>
                  </a:moveTo>
                  <a:cubicBezTo>
                    <a:pt x="24282" y="61925"/>
                    <a:pt x="12780" y="51072"/>
                    <a:pt x="12780" y="37027"/>
                  </a:cubicBezTo>
                  <a:cubicBezTo>
                    <a:pt x="12780" y="23621"/>
                    <a:pt x="23643" y="12130"/>
                    <a:pt x="37701" y="12130"/>
                  </a:cubicBezTo>
                  <a:cubicBezTo>
                    <a:pt x="51758" y="12130"/>
                    <a:pt x="62621" y="22983"/>
                    <a:pt x="62621" y="37027"/>
                  </a:cubicBezTo>
                  <a:cubicBezTo>
                    <a:pt x="61982" y="50434"/>
                    <a:pt x="51119" y="61925"/>
                    <a:pt x="37701" y="61925"/>
                  </a:cubicBezTo>
                  <a:close/>
                </a:path>
              </a:pathLst>
            </a:custGeom>
            <a:solidFill>
              <a:srgbClr val="012169"/>
            </a:solidFill>
            <a:ln w="6390" cap="flat">
              <a:noFill/>
              <a:prstDash val="solid"/>
              <a:miter/>
            </a:ln>
          </p:spPr>
          <p:txBody>
            <a:bodyPr rtlCol="0" anchor="ctr"/>
            <a:lstStyle/>
            <a:p>
              <a:endParaRPr lang="en-US"/>
            </a:p>
          </p:txBody>
        </p:sp>
      </p:grpSp>
      <p:grpSp>
        <p:nvGrpSpPr>
          <p:cNvPr id="902" name="Graphic 4">
            <a:extLst>
              <a:ext uri="{FF2B5EF4-FFF2-40B4-BE49-F238E27FC236}">
                <a16:creationId xmlns:a16="http://schemas.microsoft.com/office/drawing/2014/main" id="{0DF13DE7-C03D-6848-8F51-165BC178DCB3}"/>
              </a:ext>
            </a:extLst>
          </p:cNvPr>
          <p:cNvGrpSpPr>
            <a:grpSpLocks noChangeAspect="1"/>
          </p:cNvGrpSpPr>
          <p:nvPr/>
        </p:nvGrpSpPr>
        <p:grpSpPr>
          <a:xfrm>
            <a:off x="1515054" y="1885352"/>
            <a:ext cx="361670" cy="361333"/>
            <a:chOff x="1515054" y="1885352"/>
            <a:chExt cx="361670" cy="361333"/>
          </a:xfrm>
          <a:solidFill>
            <a:srgbClr val="012169"/>
          </a:solidFill>
        </p:grpSpPr>
        <p:sp>
          <p:nvSpPr>
            <p:cNvPr id="903" name="Graphic 4">
              <a:extLst>
                <a:ext uri="{FF2B5EF4-FFF2-40B4-BE49-F238E27FC236}">
                  <a16:creationId xmlns:a16="http://schemas.microsoft.com/office/drawing/2014/main" id="{A916B7CB-6F65-7B4E-9536-A35B2FB47096}"/>
                </a:ext>
              </a:extLst>
            </p:cNvPr>
            <p:cNvSpPr/>
            <p:nvPr/>
          </p:nvSpPr>
          <p:spPr>
            <a:xfrm>
              <a:off x="1515054" y="1885352"/>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904" name="Graphic 4">
              <a:extLst>
                <a:ext uri="{FF2B5EF4-FFF2-40B4-BE49-F238E27FC236}">
                  <a16:creationId xmlns:a16="http://schemas.microsoft.com/office/drawing/2014/main" id="{6C6350B0-4EE7-7847-8C41-487779BCE3B1}"/>
                </a:ext>
              </a:extLst>
            </p:cNvPr>
            <p:cNvSpPr/>
            <p:nvPr/>
          </p:nvSpPr>
          <p:spPr>
            <a:xfrm>
              <a:off x="1593650" y="1977920"/>
              <a:ext cx="122047" cy="108527"/>
            </a:xfrm>
            <a:custGeom>
              <a:avLst/>
              <a:gdLst>
                <a:gd name="connsiteX0" fmla="*/ 122048 w 122047"/>
                <a:gd name="connsiteY0" fmla="*/ 74692 h 108527"/>
                <a:gd name="connsiteX1" fmla="*/ 122048 w 122047"/>
                <a:gd name="connsiteY1" fmla="*/ 6384 h 108527"/>
                <a:gd name="connsiteX2" fmla="*/ 115658 w 122047"/>
                <a:gd name="connsiteY2" fmla="*/ 0 h 108527"/>
                <a:gd name="connsiteX3" fmla="*/ 6390 w 122047"/>
                <a:gd name="connsiteY3" fmla="*/ 0 h 108527"/>
                <a:gd name="connsiteX4" fmla="*/ 0 w 122047"/>
                <a:gd name="connsiteY4" fmla="*/ 6384 h 108527"/>
                <a:gd name="connsiteX5" fmla="*/ 0 w 122047"/>
                <a:gd name="connsiteY5" fmla="*/ 74692 h 108527"/>
                <a:gd name="connsiteX6" fmla="*/ 6390 w 122047"/>
                <a:gd name="connsiteY6" fmla="*/ 81076 h 108527"/>
                <a:gd name="connsiteX7" fmla="*/ 20448 w 122047"/>
                <a:gd name="connsiteY7" fmla="*/ 81076 h 108527"/>
                <a:gd name="connsiteX8" fmla="*/ 20448 w 122047"/>
                <a:gd name="connsiteY8" fmla="*/ 102144 h 108527"/>
                <a:gd name="connsiteX9" fmla="*/ 24282 w 122047"/>
                <a:gd name="connsiteY9" fmla="*/ 107889 h 108527"/>
                <a:gd name="connsiteX10" fmla="*/ 26838 w 122047"/>
                <a:gd name="connsiteY10" fmla="*/ 108528 h 108527"/>
                <a:gd name="connsiteX11" fmla="*/ 31311 w 122047"/>
                <a:gd name="connsiteY11" fmla="*/ 106612 h 108527"/>
                <a:gd name="connsiteX12" fmla="*/ 56870 w 122047"/>
                <a:gd name="connsiteY12" fmla="*/ 81076 h 108527"/>
                <a:gd name="connsiteX13" fmla="*/ 115658 w 122047"/>
                <a:gd name="connsiteY13" fmla="*/ 81076 h 108527"/>
                <a:gd name="connsiteX14" fmla="*/ 122048 w 122047"/>
                <a:gd name="connsiteY14" fmla="*/ 74692 h 108527"/>
                <a:gd name="connsiteX15" fmla="*/ 109268 w 122047"/>
                <a:gd name="connsiteY15" fmla="*/ 68308 h 108527"/>
                <a:gd name="connsiteX16" fmla="*/ 54314 w 122047"/>
                <a:gd name="connsiteY16" fmla="*/ 68308 h 108527"/>
                <a:gd name="connsiteX17" fmla="*/ 49842 w 122047"/>
                <a:gd name="connsiteY17" fmla="*/ 70224 h 108527"/>
                <a:gd name="connsiteX18" fmla="*/ 33228 w 122047"/>
                <a:gd name="connsiteY18" fmla="*/ 86822 h 108527"/>
                <a:gd name="connsiteX19" fmla="*/ 33228 w 122047"/>
                <a:gd name="connsiteY19" fmla="*/ 74692 h 108527"/>
                <a:gd name="connsiteX20" fmla="*/ 26838 w 122047"/>
                <a:gd name="connsiteY20" fmla="*/ 68308 h 108527"/>
                <a:gd name="connsiteX21" fmla="*/ 12780 w 122047"/>
                <a:gd name="connsiteY21" fmla="*/ 68308 h 108527"/>
                <a:gd name="connsiteX22" fmla="*/ 12780 w 122047"/>
                <a:gd name="connsiteY22" fmla="*/ 12768 h 108527"/>
                <a:gd name="connsiteX23" fmla="*/ 109268 w 122047"/>
                <a:gd name="connsiteY23" fmla="*/ 12768 h 108527"/>
                <a:gd name="connsiteX24" fmla="*/ 109268 w 122047"/>
                <a:gd name="connsiteY24" fmla="*/ 68308 h 10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2047" h="108527">
                  <a:moveTo>
                    <a:pt x="122048" y="74692"/>
                  </a:moveTo>
                  <a:lnTo>
                    <a:pt x="122048" y="6384"/>
                  </a:lnTo>
                  <a:cubicBezTo>
                    <a:pt x="122048" y="2554"/>
                    <a:pt x="119492" y="0"/>
                    <a:pt x="115658" y="0"/>
                  </a:cubicBezTo>
                  <a:lnTo>
                    <a:pt x="6390" y="0"/>
                  </a:lnTo>
                  <a:cubicBezTo>
                    <a:pt x="2556" y="0"/>
                    <a:pt x="0" y="2554"/>
                    <a:pt x="0" y="6384"/>
                  </a:cubicBezTo>
                  <a:lnTo>
                    <a:pt x="0" y="74692"/>
                  </a:lnTo>
                  <a:cubicBezTo>
                    <a:pt x="0" y="78523"/>
                    <a:pt x="2556" y="81076"/>
                    <a:pt x="6390" y="81076"/>
                  </a:cubicBezTo>
                  <a:lnTo>
                    <a:pt x="20448" y="81076"/>
                  </a:lnTo>
                  <a:lnTo>
                    <a:pt x="20448" y="102144"/>
                  </a:lnTo>
                  <a:cubicBezTo>
                    <a:pt x="20448" y="104697"/>
                    <a:pt x="21726" y="107251"/>
                    <a:pt x="24282" y="107889"/>
                  </a:cubicBezTo>
                  <a:cubicBezTo>
                    <a:pt x="24921" y="108528"/>
                    <a:pt x="26199" y="108528"/>
                    <a:pt x="26838" y="108528"/>
                  </a:cubicBezTo>
                  <a:cubicBezTo>
                    <a:pt x="28755" y="108528"/>
                    <a:pt x="30033" y="107889"/>
                    <a:pt x="31311" y="106612"/>
                  </a:cubicBezTo>
                  <a:lnTo>
                    <a:pt x="56870" y="81076"/>
                  </a:lnTo>
                  <a:lnTo>
                    <a:pt x="115658" y="81076"/>
                  </a:lnTo>
                  <a:cubicBezTo>
                    <a:pt x="119492" y="81076"/>
                    <a:pt x="122048" y="78523"/>
                    <a:pt x="122048" y="74692"/>
                  </a:cubicBezTo>
                  <a:close/>
                  <a:moveTo>
                    <a:pt x="109268" y="68308"/>
                  </a:moveTo>
                  <a:lnTo>
                    <a:pt x="54314" y="68308"/>
                  </a:lnTo>
                  <a:cubicBezTo>
                    <a:pt x="52398" y="68308"/>
                    <a:pt x="51119" y="68947"/>
                    <a:pt x="49842" y="70224"/>
                  </a:cubicBezTo>
                  <a:lnTo>
                    <a:pt x="33228" y="86822"/>
                  </a:lnTo>
                  <a:lnTo>
                    <a:pt x="33228" y="74692"/>
                  </a:lnTo>
                  <a:cubicBezTo>
                    <a:pt x="33228" y="70862"/>
                    <a:pt x="30672" y="68308"/>
                    <a:pt x="26838" y="68308"/>
                  </a:cubicBezTo>
                  <a:lnTo>
                    <a:pt x="12780" y="68308"/>
                  </a:lnTo>
                  <a:lnTo>
                    <a:pt x="12780" y="12768"/>
                  </a:lnTo>
                  <a:lnTo>
                    <a:pt x="109268" y="12768"/>
                  </a:lnTo>
                  <a:lnTo>
                    <a:pt x="109268" y="68308"/>
                  </a:lnTo>
                  <a:close/>
                </a:path>
              </a:pathLst>
            </a:custGeom>
            <a:solidFill>
              <a:srgbClr val="012169"/>
            </a:solidFill>
            <a:ln w="6390" cap="flat">
              <a:noFill/>
              <a:prstDash val="solid"/>
              <a:miter/>
            </a:ln>
          </p:spPr>
          <p:txBody>
            <a:bodyPr rtlCol="0" anchor="ctr"/>
            <a:lstStyle/>
            <a:p>
              <a:endParaRPr lang="en-US"/>
            </a:p>
          </p:txBody>
        </p:sp>
        <p:sp>
          <p:nvSpPr>
            <p:cNvPr id="905" name="Graphic 4">
              <a:extLst>
                <a:ext uri="{FF2B5EF4-FFF2-40B4-BE49-F238E27FC236}">
                  <a16:creationId xmlns:a16="http://schemas.microsoft.com/office/drawing/2014/main" id="{67D22FE7-BEF0-A141-B850-AA4AD4CC1474}"/>
                </a:ext>
              </a:extLst>
            </p:cNvPr>
            <p:cNvSpPr/>
            <p:nvPr/>
          </p:nvSpPr>
          <p:spPr>
            <a:xfrm>
              <a:off x="1675441" y="2032822"/>
              <a:ext cx="122686" cy="122572"/>
            </a:xfrm>
            <a:custGeom>
              <a:avLst/>
              <a:gdLst>
                <a:gd name="connsiteX0" fmla="*/ 116297 w 122686"/>
                <a:gd name="connsiteY0" fmla="*/ 0 h 122572"/>
                <a:gd name="connsiteX1" fmla="*/ 61343 w 122686"/>
                <a:gd name="connsiteY1" fmla="*/ 0 h 122572"/>
                <a:gd name="connsiteX2" fmla="*/ 54953 w 122686"/>
                <a:gd name="connsiteY2" fmla="*/ 6384 h 122572"/>
                <a:gd name="connsiteX3" fmla="*/ 61343 w 122686"/>
                <a:gd name="connsiteY3" fmla="*/ 12768 h 122572"/>
                <a:gd name="connsiteX4" fmla="*/ 109907 w 122686"/>
                <a:gd name="connsiteY4" fmla="*/ 12768 h 122572"/>
                <a:gd name="connsiteX5" fmla="*/ 109907 w 122686"/>
                <a:gd name="connsiteY5" fmla="*/ 82354 h 122572"/>
                <a:gd name="connsiteX6" fmla="*/ 88820 w 122686"/>
                <a:gd name="connsiteY6" fmla="*/ 82354 h 122572"/>
                <a:gd name="connsiteX7" fmla="*/ 82430 w 122686"/>
                <a:gd name="connsiteY7" fmla="*/ 88738 h 122572"/>
                <a:gd name="connsiteX8" fmla="*/ 82430 w 122686"/>
                <a:gd name="connsiteY8" fmla="*/ 100867 h 122572"/>
                <a:gd name="connsiteX9" fmla="*/ 65816 w 122686"/>
                <a:gd name="connsiteY9" fmla="*/ 84269 h 122572"/>
                <a:gd name="connsiteX10" fmla="*/ 61343 w 122686"/>
                <a:gd name="connsiteY10" fmla="*/ 82354 h 122572"/>
                <a:gd name="connsiteX11" fmla="*/ 12780 w 122686"/>
                <a:gd name="connsiteY11" fmla="*/ 82354 h 122572"/>
                <a:gd name="connsiteX12" fmla="*/ 12780 w 122686"/>
                <a:gd name="connsiteY12" fmla="*/ 47880 h 122572"/>
                <a:gd name="connsiteX13" fmla="*/ 6390 w 122686"/>
                <a:gd name="connsiteY13" fmla="*/ 41496 h 122572"/>
                <a:gd name="connsiteX14" fmla="*/ 0 w 122686"/>
                <a:gd name="connsiteY14" fmla="*/ 47880 h 122572"/>
                <a:gd name="connsiteX15" fmla="*/ 0 w 122686"/>
                <a:gd name="connsiteY15" fmla="*/ 88738 h 122572"/>
                <a:gd name="connsiteX16" fmla="*/ 6390 w 122686"/>
                <a:gd name="connsiteY16" fmla="*/ 95121 h 122572"/>
                <a:gd name="connsiteX17" fmla="*/ 58787 w 122686"/>
                <a:gd name="connsiteY17" fmla="*/ 95121 h 122572"/>
                <a:gd name="connsiteX18" fmla="*/ 84347 w 122686"/>
                <a:gd name="connsiteY18" fmla="*/ 120657 h 122572"/>
                <a:gd name="connsiteX19" fmla="*/ 88820 w 122686"/>
                <a:gd name="connsiteY19" fmla="*/ 122573 h 122572"/>
                <a:gd name="connsiteX20" fmla="*/ 91376 w 122686"/>
                <a:gd name="connsiteY20" fmla="*/ 121934 h 122572"/>
                <a:gd name="connsiteX21" fmla="*/ 95210 w 122686"/>
                <a:gd name="connsiteY21" fmla="*/ 116189 h 122572"/>
                <a:gd name="connsiteX22" fmla="*/ 95210 w 122686"/>
                <a:gd name="connsiteY22" fmla="*/ 95121 h 122572"/>
                <a:gd name="connsiteX23" fmla="*/ 116297 w 122686"/>
                <a:gd name="connsiteY23" fmla="*/ 95121 h 122572"/>
                <a:gd name="connsiteX24" fmla="*/ 122687 w 122686"/>
                <a:gd name="connsiteY24" fmla="*/ 88738 h 122572"/>
                <a:gd name="connsiteX25" fmla="*/ 122687 w 122686"/>
                <a:gd name="connsiteY25" fmla="*/ 6384 h 122572"/>
                <a:gd name="connsiteX26" fmla="*/ 116297 w 122686"/>
                <a:gd name="connsiteY26" fmla="*/ 0 h 12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2686" h="122572">
                  <a:moveTo>
                    <a:pt x="116297" y="0"/>
                  </a:moveTo>
                  <a:lnTo>
                    <a:pt x="61343" y="0"/>
                  </a:lnTo>
                  <a:cubicBezTo>
                    <a:pt x="57509" y="0"/>
                    <a:pt x="54953" y="2554"/>
                    <a:pt x="54953" y="6384"/>
                  </a:cubicBezTo>
                  <a:cubicBezTo>
                    <a:pt x="54953" y="10214"/>
                    <a:pt x="57509" y="12768"/>
                    <a:pt x="61343" y="12768"/>
                  </a:cubicBezTo>
                  <a:lnTo>
                    <a:pt x="109907" y="12768"/>
                  </a:lnTo>
                  <a:lnTo>
                    <a:pt x="109907" y="82354"/>
                  </a:lnTo>
                  <a:lnTo>
                    <a:pt x="88820" y="82354"/>
                  </a:lnTo>
                  <a:cubicBezTo>
                    <a:pt x="84986" y="82354"/>
                    <a:pt x="82430" y="84907"/>
                    <a:pt x="82430" y="88738"/>
                  </a:cubicBezTo>
                  <a:lnTo>
                    <a:pt x="82430" y="100867"/>
                  </a:lnTo>
                  <a:lnTo>
                    <a:pt x="65816" y="84269"/>
                  </a:lnTo>
                  <a:cubicBezTo>
                    <a:pt x="64538" y="82992"/>
                    <a:pt x="63260" y="82354"/>
                    <a:pt x="61343" y="82354"/>
                  </a:cubicBezTo>
                  <a:lnTo>
                    <a:pt x="12780" y="82354"/>
                  </a:lnTo>
                  <a:lnTo>
                    <a:pt x="12780" y="47880"/>
                  </a:lnTo>
                  <a:cubicBezTo>
                    <a:pt x="12780" y="44050"/>
                    <a:pt x="10224" y="41496"/>
                    <a:pt x="6390" y="41496"/>
                  </a:cubicBezTo>
                  <a:cubicBezTo>
                    <a:pt x="2556" y="41496"/>
                    <a:pt x="0" y="44050"/>
                    <a:pt x="0" y="47880"/>
                  </a:cubicBezTo>
                  <a:lnTo>
                    <a:pt x="0" y="88738"/>
                  </a:lnTo>
                  <a:cubicBezTo>
                    <a:pt x="0" y="92568"/>
                    <a:pt x="2556" y="95121"/>
                    <a:pt x="6390" y="95121"/>
                  </a:cubicBezTo>
                  <a:lnTo>
                    <a:pt x="58787" y="95121"/>
                  </a:lnTo>
                  <a:lnTo>
                    <a:pt x="84347" y="120657"/>
                  </a:lnTo>
                  <a:cubicBezTo>
                    <a:pt x="85625" y="121934"/>
                    <a:pt x="86903" y="122573"/>
                    <a:pt x="88820" y="122573"/>
                  </a:cubicBezTo>
                  <a:cubicBezTo>
                    <a:pt x="89459" y="122573"/>
                    <a:pt x="90737" y="122573"/>
                    <a:pt x="91376" y="121934"/>
                  </a:cubicBezTo>
                  <a:cubicBezTo>
                    <a:pt x="93932" y="120657"/>
                    <a:pt x="95210" y="118742"/>
                    <a:pt x="95210" y="116189"/>
                  </a:cubicBezTo>
                  <a:lnTo>
                    <a:pt x="95210" y="95121"/>
                  </a:lnTo>
                  <a:lnTo>
                    <a:pt x="116297" y="95121"/>
                  </a:lnTo>
                  <a:cubicBezTo>
                    <a:pt x="120131" y="95121"/>
                    <a:pt x="122687" y="92568"/>
                    <a:pt x="122687" y="88738"/>
                  </a:cubicBezTo>
                  <a:lnTo>
                    <a:pt x="122687" y="6384"/>
                  </a:lnTo>
                  <a:cubicBezTo>
                    <a:pt x="122687" y="3192"/>
                    <a:pt x="119492" y="0"/>
                    <a:pt x="116297" y="0"/>
                  </a:cubicBezTo>
                  <a:close/>
                </a:path>
              </a:pathLst>
            </a:custGeom>
            <a:solidFill>
              <a:srgbClr val="012169"/>
            </a:solidFill>
            <a:ln w="6390" cap="flat">
              <a:noFill/>
              <a:prstDash val="solid"/>
              <a:miter/>
            </a:ln>
          </p:spPr>
          <p:txBody>
            <a:bodyPr rtlCol="0" anchor="ctr"/>
            <a:lstStyle/>
            <a:p>
              <a:endParaRPr lang="en-US"/>
            </a:p>
          </p:txBody>
        </p:sp>
      </p:grpSp>
      <p:grpSp>
        <p:nvGrpSpPr>
          <p:cNvPr id="906" name="Graphic 4">
            <a:extLst>
              <a:ext uri="{FF2B5EF4-FFF2-40B4-BE49-F238E27FC236}">
                <a16:creationId xmlns:a16="http://schemas.microsoft.com/office/drawing/2014/main" id="{D36D4DE4-9141-964B-90B1-CE88F6DB45B7}"/>
              </a:ext>
            </a:extLst>
          </p:cNvPr>
          <p:cNvGrpSpPr>
            <a:grpSpLocks noChangeAspect="1"/>
          </p:cNvGrpSpPr>
          <p:nvPr/>
        </p:nvGrpSpPr>
        <p:grpSpPr>
          <a:xfrm>
            <a:off x="467743" y="2855717"/>
            <a:ext cx="361670" cy="361333"/>
            <a:chOff x="467743" y="2855717"/>
            <a:chExt cx="361670" cy="361333"/>
          </a:xfrm>
          <a:solidFill>
            <a:srgbClr val="012169"/>
          </a:solidFill>
        </p:grpSpPr>
        <p:sp>
          <p:nvSpPr>
            <p:cNvPr id="907" name="Graphic 4">
              <a:extLst>
                <a:ext uri="{FF2B5EF4-FFF2-40B4-BE49-F238E27FC236}">
                  <a16:creationId xmlns:a16="http://schemas.microsoft.com/office/drawing/2014/main" id="{F426BFC7-E815-B042-BD8D-ECABAB6A8C4D}"/>
                </a:ext>
              </a:extLst>
            </p:cNvPr>
            <p:cNvSpPr/>
            <p:nvPr/>
          </p:nvSpPr>
          <p:spPr>
            <a:xfrm>
              <a:off x="467743"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0438"/>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908" name="Graphic 4">
              <a:extLst>
                <a:ext uri="{FF2B5EF4-FFF2-40B4-BE49-F238E27FC236}">
                  <a16:creationId xmlns:a16="http://schemas.microsoft.com/office/drawing/2014/main" id="{5DFCAFD3-E203-854B-94B1-4AC4D0B4A5AE}"/>
                </a:ext>
              </a:extLst>
            </p:cNvPr>
            <p:cNvSpPr/>
            <p:nvPr/>
          </p:nvSpPr>
          <p:spPr>
            <a:xfrm>
              <a:off x="565509" y="3007018"/>
              <a:ext cx="60065" cy="60009"/>
            </a:xfrm>
            <a:custGeom>
              <a:avLst/>
              <a:gdLst>
                <a:gd name="connsiteX0" fmla="*/ 30033 w 60065"/>
                <a:gd name="connsiteY0" fmla="*/ 60009 h 60009"/>
                <a:gd name="connsiteX1" fmla="*/ 60065 w 60065"/>
                <a:gd name="connsiteY1" fmla="*/ 30005 h 60009"/>
                <a:gd name="connsiteX2" fmla="*/ 30033 w 60065"/>
                <a:gd name="connsiteY2" fmla="*/ 0 h 60009"/>
                <a:gd name="connsiteX3" fmla="*/ 0 w 60065"/>
                <a:gd name="connsiteY3" fmla="*/ 30005 h 60009"/>
                <a:gd name="connsiteX4" fmla="*/ 30033 w 60065"/>
                <a:gd name="connsiteY4" fmla="*/ 60009 h 60009"/>
                <a:gd name="connsiteX5" fmla="*/ 30033 w 60065"/>
                <a:gd name="connsiteY5" fmla="*/ 12768 h 60009"/>
                <a:gd name="connsiteX6" fmla="*/ 47286 w 60065"/>
                <a:gd name="connsiteY6" fmla="*/ 30005 h 60009"/>
                <a:gd name="connsiteX7" fmla="*/ 30033 w 60065"/>
                <a:gd name="connsiteY7" fmla="*/ 47241 h 60009"/>
                <a:gd name="connsiteX8" fmla="*/ 12780 w 60065"/>
                <a:gd name="connsiteY8" fmla="*/ 30005 h 60009"/>
                <a:gd name="connsiteX9" fmla="*/ 30033 w 60065"/>
                <a:gd name="connsiteY9" fmla="*/ 12768 h 60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065" h="60009">
                  <a:moveTo>
                    <a:pt x="30033" y="60009"/>
                  </a:moveTo>
                  <a:cubicBezTo>
                    <a:pt x="46647" y="60009"/>
                    <a:pt x="60065" y="46603"/>
                    <a:pt x="60065" y="30005"/>
                  </a:cubicBezTo>
                  <a:cubicBezTo>
                    <a:pt x="60065" y="13406"/>
                    <a:pt x="46647" y="0"/>
                    <a:pt x="30033" y="0"/>
                  </a:cubicBezTo>
                  <a:cubicBezTo>
                    <a:pt x="13419" y="0"/>
                    <a:pt x="0" y="13406"/>
                    <a:pt x="0" y="30005"/>
                  </a:cubicBezTo>
                  <a:cubicBezTo>
                    <a:pt x="0" y="46603"/>
                    <a:pt x="13419" y="60009"/>
                    <a:pt x="30033" y="60009"/>
                  </a:cubicBezTo>
                  <a:close/>
                  <a:moveTo>
                    <a:pt x="30033" y="12768"/>
                  </a:moveTo>
                  <a:cubicBezTo>
                    <a:pt x="39618" y="12768"/>
                    <a:pt x="47286" y="20429"/>
                    <a:pt x="47286" y="30005"/>
                  </a:cubicBezTo>
                  <a:cubicBezTo>
                    <a:pt x="47286" y="39581"/>
                    <a:pt x="39618" y="47241"/>
                    <a:pt x="30033" y="47241"/>
                  </a:cubicBezTo>
                  <a:cubicBezTo>
                    <a:pt x="20448" y="47241"/>
                    <a:pt x="12780" y="39581"/>
                    <a:pt x="12780" y="30005"/>
                  </a:cubicBezTo>
                  <a:cubicBezTo>
                    <a:pt x="12780" y="20429"/>
                    <a:pt x="20448" y="12768"/>
                    <a:pt x="30033" y="12768"/>
                  </a:cubicBezTo>
                  <a:close/>
                </a:path>
              </a:pathLst>
            </a:custGeom>
            <a:solidFill>
              <a:srgbClr val="012169"/>
            </a:solidFill>
            <a:ln w="6390" cap="flat">
              <a:noFill/>
              <a:prstDash val="solid"/>
              <a:miter/>
            </a:ln>
          </p:spPr>
          <p:txBody>
            <a:bodyPr rtlCol="0" anchor="ctr"/>
            <a:lstStyle/>
            <a:p>
              <a:endParaRPr lang="en-US"/>
            </a:p>
          </p:txBody>
        </p:sp>
        <p:sp>
          <p:nvSpPr>
            <p:cNvPr id="909" name="Graphic 4">
              <a:extLst>
                <a:ext uri="{FF2B5EF4-FFF2-40B4-BE49-F238E27FC236}">
                  <a16:creationId xmlns:a16="http://schemas.microsoft.com/office/drawing/2014/main" id="{CE67BAB6-491C-6F4E-9308-9D179523757E}"/>
                </a:ext>
              </a:extLst>
            </p:cNvPr>
            <p:cNvSpPr/>
            <p:nvPr/>
          </p:nvSpPr>
          <p:spPr>
            <a:xfrm>
              <a:off x="653051" y="3014380"/>
              <a:ext cx="19169" cy="44348"/>
            </a:xfrm>
            <a:custGeom>
              <a:avLst/>
              <a:gdLst>
                <a:gd name="connsiteX0" fmla="*/ 1917 w 19169"/>
                <a:gd name="connsiteY0" fmla="*/ 1576 h 44348"/>
                <a:gd name="connsiteX1" fmla="*/ 1917 w 19169"/>
                <a:gd name="connsiteY1" fmla="*/ 10513 h 44348"/>
                <a:gd name="connsiteX2" fmla="*/ 6390 w 19169"/>
                <a:gd name="connsiteY2" fmla="*/ 22004 h 44348"/>
                <a:gd name="connsiteX3" fmla="*/ 1917 w 19169"/>
                <a:gd name="connsiteY3" fmla="*/ 33496 h 44348"/>
                <a:gd name="connsiteX4" fmla="*/ 1917 w 19169"/>
                <a:gd name="connsiteY4" fmla="*/ 42433 h 44348"/>
                <a:gd name="connsiteX5" fmla="*/ 6390 w 19169"/>
                <a:gd name="connsiteY5" fmla="*/ 44348 h 44348"/>
                <a:gd name="connsiteX6" fmla="*/ 10863 w 19169"/>
                <a:gd name="connsiteY6" fmla="*/ 42433 h 44348"/>
                <a:gd name="connsiteX7" fmla="*/ 19170 w 19169"/>
                <a:gd name="connsiteY7" fmla="*/ 22643 h 44348"/>
                <a:gd name="connsiteX8" fmla="*/ 10863 w 19169"/>
                <a:gd name="connsiteY8" fmla="*/ 2853 h 44348"/>
                <a:gd name="connsiteX9" fmla="*/ 1917 w 19169"/>
                <a:gd name="connsiteY9" fmla="*/ 1576 h 4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169" h="44348">
                  <a:moveTo>
                    <a:pt x="1917" y="1576"/>
                  </a:moveTo>
                  <a:cubicBezTo>
                    <a:pt x="-639" y="4129"/>
                    <a:pt x="-639" y="7960"/>
                    <a:pt x="1917" y="10513"/>
                  </a:cubicBezTo>
                  <a:cubicBezTo>
                    <a:pt x="5112" y="13705"/>
                    <a:pt x="6390" y="17536"/>
                    <a:pt x="6390" y="22004"/>
                  </a:cubicBezTo>
                  <a:cubicBezTo>
                    <a:pt x="6390" y="26473"/>
                    <a:pt x="4473" y="30304"/>
                    <a:pt x="1917" y="33496"/>
                  </a:cubicBezTo>
                  <a:cubicBezTo>
                    <a:pt x="-639" y="36049"/>
                    <a:pt x="-639" y="39880"/>
                    <a:pt x="1917" y="42433"/>
                  </a:cubicBezTo>
                  <a:cubicBezTo>
                    <a:pt x="3195" y="43710"/>
                    <a:pt x="4473" y="44348"/>
                    <a:pt x="6390" y="44348"/>
                  </a:cubicBezTo>
                  <a:cubicBezTo>
                    <a:pt x="8307" y="44348"/>
                    <a:pt x="9585" y="43710"/>
                    <a:pt x="10863" y="42433"/>
                  </a:cubicBezTo>
                  <a:cubicBezTo>
                    <a:pt x="15975" y="36688"/>
                    <a:pt x="19170" y="29665"/>
                    <a:pt x="19170" y="22643"/>
                  </a:cubicBezTo>
                  <a:cubicBezTo>
                    <a:pt x="19170" y="14982"/>
                    <a:pt x="16614" y="7960"/>
                    <a:pt x="10863" y="2853"/>
                  </a:cubicBezTo>
                  <a:cubicBezTo>
                    <a:pt x="8946" y="-339"/>
                    <a:pt x="5112" y="-978"/>
                    <a:pt x="1917" y="1576"/>
                  </a:cubicBezTo>
                  <a:close/>
                </a:path>
              </a:pathLst>
            </a:custGeom>
            <a:solidFill>
              <a:srgbClr val="012169"/>
            </a:solidFill>
            <a:ln w="6390" cap="flat">
              <a:noFill/>
              <a:prstDash val="solid"/>
              <a:miter/>
            </a:ln>
          </p:spPr>
          <p:txBody>
            <a:bodyPr rtlCol="0" anchor="ctr"/>
            <a:lstStyle/>
            <a:p>
              <a:endParaRPr lang="en-US"/>
            </a:p>
          </p:txBody>
        </p:sp>
        <p:sp>
          <p:nvSpPr>
            <p:cNvPr id="910" name="Graphic 4">
              <a:extLst>
                <a:ext uri="{FF2B5EF4-FFF2-40B4-BE49-F238E27FC236}">
                  <a16:creationId xmlns:a16="http://schemas.microsoft.com/office/drawing/2014/main" id="{3268A68B-AB51-1744-B444-19218853A2A4}"/>
                </a:ext>
              </a:extLst>
            </p:cNvPr>
            <p:cNvSpPr/>
            <p:nvPr/>
          </p:nvSpPr>
          <p:spPr>
            <a:xfrm>
              <a:off x="678262" y="2983048"/>
              <a:ext cx="35493" cy="106961"/>
            </a:xfrm>
            <a:custGeom>
              <a:avLst/>
              <a:gdLst>
                <a:gd name="connsiteX0" fmla="*/ 10573 w 35493"/>
                <a:gd name="connsiteY0" fmla="*/ 1626 h 106961"/>
                <a:gd name="connsiteX1" fmla="*/ 1627 w 35493"/>
                <a:gd name="connsiteY1" fmla="*/ 2264 h 106961"/>
                <a:gd name="connsiteX2" fmla="*/ 2266 w 35493"/>
                <a:gd name="connsiteY2" fmla="*/ 11202 h 106961"/>
                <a:gd name="connsiteX3" fmla="*/ 22075 w 35493"/>
                <a:gd name="connsiteY3" fmla="*/ 53336 h 106961"/>
                <a:gd name="connsiteX4" fmla="*/ 2266 w 35493"/>
                <a:gd name="connsiteY4" fmla="*/ 95470 h 106961"/>
                <a:gd name="connsiteX5" fmla="*/ 1627 w 35493"/>
                <a:gd name="connsiteY5" fmla="*/ 104408 h 106961"/>
                <a:gd name="connsiteX6" fmla="*/ 6739 w 35493"/>
                <a:gd name="connsiteY6" fmla="*/ 106961 h 106961"/>
                <a:gd name="connsiteX7" fmla="*/ 10573 w 35493"/>
                <a:gd name="connsiteY7" fmla="*/ 105685 h 106961"/>
                <a:gd name="connsiteX8" fmla="*/ 35494 w 35493"/>
                <a:gd name="connsiteY8" fmla="*/ 53974 h 106961"/>
                <a:gd name="connsiteX9" fmla="*/ 10573 w 35493"/>
                <a:gd name="connsiteY9" fmla="*/ 1626 h 10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493" h="106961">
                  <a:moveTo>
                    <a:pt x="10573" y="1626"/>
                  </a:moveTo>
                  <a:cubicBezTo>
                    <a:pt x="8017" y="-928"/>
                    <a:pt x="3544" y="-290"/>
                    <a:pt x="1627" y="2264"/>
                  </a:cubicBezTo>
                  <a:cubicBezTo>
                    <a:pt x="-929" y="4818"/>
                    <a:pt x="-290" y="9286"/>
                    <a:pt x="2266" y="11202"/>
                  </a:cubicBezTo>
                  <a:cubicBezTo>
                    <a:pt x="15046" y="22054"/>
                    <a:pt x="22075" y="37376"/>
                    <a:pt x="22075" y="53336"/>
                  </a:cubicBezTo>
                  <a:cubicBezTo>
                    <a:pt x="22075" y="69296"/>
                    <a:pt x="15046" y="84617"/>
                    <a:pt x="2266" y="95470"/>
                  </a:cubicBezTo>
                  <a:cubicBezTo>
                    <a:pt x="-290" y="98024"/>
                    <a:pt x="-929" y="101854"/>
                    <a:pt x="1627" y="104408"/>
                  </a:cubicBezTo>
                  <a:cubicBezTo>
                    <a:pt x="2905" y="105685"/>
                    <a:pt x="4822" y="106961"/>
                    <a:pt x="6739" y="106961"/>
                  </a:cubicBezTo>
                  <a:cubicBezTo>
                    <a:pt x="8017" y="106961"/>
                    <a:pt x="9934" y="106323"/>
                    <a:pt x="10573" y="105685"/>
                  </a:cubicBezTo>
                  <a:cubicBezTo>
                    <a:pt x="25909" y="92278"/>
                    <a:pt x="35494" y="73765"/>
                    <a:pt x="35494" y="53974"/>
                  </a:cubicBezTo>
                  <a:cubicBezTo>
                    <a:pt x="35494" y="33545"/>
                    <a:pt x="26548" y="14394"/>
                    <a:pt x="10573" y="1626"/>
                  </a:cubicBezTo>
                  <a:close/>
                </a:path>
              </a:pathLst>
            </a:custGeom>
            <a:solidFill>
              <a:srgbClr val="012169"/>
            </a:solidFill>
            <a:ln w="6390" cap="flat">
              <a:noFill/>
              <a:prstDash val="solid"/>
              <a:miter/>
            </a:ln>
          </p:spPr>
          <p:txBody>
            <a:bodyPr rtlCol="0" anchor="ctr"/>
            <a:lstStyle/>
            <a:p>
              <a:endParaRPr lang="en-US"/>
            </a:p>
          </p:txBody>
        </p:sp>
        <p:sp>
          <p:nvSpPr>
            <p:cNvPr id="911" name="Graphic 4">
              <a:extLst>
                <a:ext uri="{FF2B5EF4-FFF2-40B4-BE49-F238E27FC236}">
                  <a16:creationId xmlns:a16="http://schemas.microsoft.com/office/drawing/2014/main" id="{FB38903B-30AD-B043-B619-5115A6395F98}"/>
                </a:ext>
              </a:extLst>
            </p:cNvPr>
            <p:cNvSpPr/>
            <p:nvPr/>
          </p:nvSpPr>
          <p:spPr>
            <a:xfrm>
              <a:off x="703501" y="2951447"/>
              <a:ext cx="51149" cy="169844"/>
            </a:xfrm>
            <a:custGeom>
              <a:avLst/>
              <a:gdLst>
                <a:gd name="connsiteX0" fmla="*/ 10254 w 51149"/>
                <a:gd name="connsiteY0" fmla="*/ 1307 h 169844"/>
                <a:gd name="connsiteX1" fmla="*/ 1308 w 51149"/>
                <a:gd name="connsiteY1" fmla="*/ 2584 h 169844"/>
                <a:gd name="connsiteX2" fmla="*/ 2586 w 51149"/>
                <a:gd name="connsiteY2" fmla="*/ 11521 h 169844"/>
                <a:gd name="connsiteX3" fmla="*/ 39009 w 51149"/>
                <a:gd name="connsiteY3" fmla="*/ 84937 h 169844"/>
                <a:gd name="connsiteX4" fmla="*/ 2586 w 51149"/>
                <a:gd name="connsiteY4" fmla="*/ 158353 h 169844"/>
                <a:gd name="connsiteX5" fmla="*/ 1308 w 51149"/>
                <a:gd name="connsiteY5" fmla="*/ 167291 h 169844"/>
                <a:gd name="connsiteX6" fmla="*/ 6420 w 51149"/>
                <a:gd name="connsiteY6" fmla="*/ 169844 h 169844"/>
                <a:gd name="connsiteX7" fmla="*/ 10254 w 51149"/>
                <a:gd name="connsiteY7" fmla="*/ 168567 h 169844"/>
                <a:gd name="connsiteX8" fmla="*/ 51150 w 51149"/>
                <a:gd name="connsiteY8" fmla="*/ 84937 h 169844"/>
                <a:gd name="connsiteX9" fmla="*/ 10254 w 51149"/>
                <a:gd name="connsiteY9" fmla="*/ 1307 h 169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149" h="169844">
                  <a:moveTo>
                    <a:pt x="10254" y="1307"/>
                  </a:moveTo>
                  <a:cubicBezTo>
                    <a:pt x="7698" y="-608"/>
                    <a:pt x="3225" y="-608"/>
                    <a:pt x="1308" y="2584"/>
                  </a:cubicBezTo>
                  <a:cubicBezTo>
                    <a:pt x="-609" y="5137"/>
                    <a:pt x="-609" y="9606"/>
                    <a:pt x="2586" y="11521"/>
                  </a:cubicBezTo>
                  <a:cubicBezTo>
                    <a:pt x="25590" y="30035"/>
                    <a:pt x="39009" y="56848"/>
                    <a:pt x="39009" y="84937"/>
                  </a:cubicBezTo>
                  <a:cubicBezTo>
                    <a:pt x="39009" y="113665"/>
                    <a:pt x="25590" y="140478"/>
                    <a:pt x="2586" y="158353"/>
                  </a:cubicBezTo>
                  <a:cubicBezTo>
                    <a:pt x="30" y="160268"/>
                    <a:pt x="-609" y="164737"/>
                    <a:pt x="1308" y="167291"/>
                  </a:cubicBezTo>
                  <a:cubicBezTo>
                    <a:pt x="2586" y="168567"/>
                    <a:pt x="4503" y="169844"/>
                    <a:pt x="6420" y="169844"/>
                  </a:cubicBezTo>
                  <a:cubicBezTo>
                    <a:pt x="7698" y="169844"/>
                    <a:pt x="8976" y="169206"/>
                    <a:pt x="10254" y="168567"/>
                  </a:cubicBezTo>
                  <a:cubicBezTo>
                    <a:pt x="36453" y="148139"/>
                    <a:pt x="51150" y="117496"/>
                    <a:pt x="51150" y="84937"/>
                  </a:cubicBezTo>
                  <a:cubicBezTo>
                    <a:pt x="51150" y="52379"/>
                    <a:pt x="36453" y="22374"/>
                    <a:pt x="10254" y="1307"/>
                  </a:cubicBezTo>
                  <a:close/>
                </a:path>
              </a:pathLst>
            </a:custGeom>
            <a:solidFill>
              <a:srgbClr val="012169"/>
            </a:solidFill>
            <a:ln w="6390" cap="flat">
              <a:noFill/>
              <a:prstDash val="solid"/>
              <a:miter/>
            </a:ln>
          </p:spPr>
          <p:txBody>
            <a:bodyPr rtlCol="0" anchor="ctr"/>
            <a:lstStyle/>
            <a:p>
              <a:endParaRPr lang="en-US"/>
            </a:p>
          </p:txBody>
        </p:sp>
        <p:sp>
          <p:nvSpPr>
            <p:cNvPr id="912" name="Graphic 4">
              <a:extLst>
                <a:ext uri="{FF2B5EF4-FFF2-40B4-BE49-F238E27FC236}">
                  <a16:creationId xmlns:a16="http://schemas.microsoft.com/office/drawing/2014/main" id="{CDAF18D4-93BE-5748-8E00-0CF4B104C345}"/>
                </a:ext>
              </a:extLst>
            </p:cNvPr>
            <p:cNvSpPr/>
            <p:nvPr/>
          </p:nvSpPr>
          <p:spPr>
            <a:xfrm>
              <a:off x="541866" y="3084902"/>
              <a:ext cx="106711" cy="36388"/>
            </a:xfrm>
            <a:custGeom>
              <a:avLst/>
              <a:gdLst>
                <a:gd name="connsiteX0" fmla="*/ 100322 w 106711"/>
                <a:gd name="connsiteY0" fmla="*/ 0 h 36388"/>
                <a:gd name="connsiteX1" fmla="*/ 6390 w 106711"/>
                <a:gd name="connsiteY1" fmla="*/ 0 h 36388"/>
                <a:gd name="connsiteX2" fmla="*/ 0 w 106711"/>
                <a:gd name="connsiteY2" fmla="*/ 6384 h 36388"/>
                <a:gd name="connsiteX3" fmla="*/ 0 w 106711"/>
                <a:gd name="connsiteY3" fmla="*/ 30005 h 36388"/>
                <a:gd name="connsiteX4" fmla="*/ 6390 w 106711"/>
                <a:gd name="connsiteY4" fmla="*/ 36389 h 36388"/>
                <a:gd name="connsiteX5" fmla="*/ 12780 w 106711"/>
                <a:gd name="connsiteY5" fmla="*/ 30005 h 36388"/>
                <a:gd name="connsiteX6" fmla="*/ 12780 w 106711"/>
                <a:gd name="connsiteY6" fmla="*/ 12768 h 36388"/>
                <a:gd name="connsiteX7" fmla="*/ 93932 w 106711"/>
                <a:gd name="connsiteY7" fmla="*/ 12768 h 36388"/>
                <a:gd name="connsiteX8" fmla="*/ 93932 w 106711"/>
                <a:gd name="connsiteY8" fmla="*/ 30005 h 36388"/>
                <a:gd name="connsiteX9" fmla="*/ 100322 w 106711"/>
                <a:gd name="connsiteY9" fmla="*/ 36389 h 36388"/>
                <a:gd name="connsiteX10" fmla="*/ 106712 w 106711"/>
                <a:gd name="connsiteY10" fmla="*/ 30005 h 36388"/>
                <a:gd name="connsiteX11" fmla="*/ 106712 w 106711"/>
                <a:gd name="connsiteY11" fmla="*/ 6384 h 36388"/>
                <a:gd name="connsiteX12" fmla="*/ 100322 w 106711"/>
                <a:gd name="connsiteY12" fmla="*/ 0 h 36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711" h="36388">
                  <a:moveTo>
                    <a:pt x="100322" y="0"/>
                  </a:moveTo>
                  <a:lnTo>
                    <a:pt x="6390" y="0"/>
                  </a:lnTo>
                  <a:cubicBezTo>
                    <a:pt x="2556" y="0"/>
                    <a:pt x="0" y="2554"/>
                    <a:pt x="0" y="6384"/>
                  </a:cubicBezTo>
                  <a:lnTo>
                    <a:pt x="0" y="30005"/>
                  </a:lnTo>
                  <a:cubicBezTo>
                    <a:pt x="0" y="33835"/>
                    <a:pt x="2556" y="36389"/>
                    <a:pt x="6390" y="36389"/>
                  </a:cubicBezTo>
                  <a:cubicBezTo>
                    <a:pt x="10224" y="36389"/>
                    <a:pt x="12780" y="33835"/>
                    <a:pt x="12780" y="30005"/>
                  </a:cubicBezTo>
                  <a:lnTo>
                    <a:pt x="12780" y="12768"/>
                  </a:lnTo>
                  <a:lnTo>
                    <a:pt x="93932" y="12768"/>
                  </a:lnTo>
                  <a:lnTo>
                    <a:pt x="93932" y="30005"/>
                  </a:lnTo>
                  <a:cubicBezTo>
                    <a:pt x="93932" y="33835"/>
                    <a:pt x="96488" y="36389"/>
                    <a:pt x="100322" y="36389"/>
                  </a:cubicBezTo>
                  <a:cubicBezTo>
                    <a:pt x="104156" y="36389"/>
                    <a:pt x="106712" y="33835"/>
                    <a:pt x="106712" y="30005"/>
                  </a:cubicBezTo>
                  <a:lnTo>
                    <a:pt x="106712" y="6384"/>
                  </a:lnTo>
                  <a:cubicBezTo>
                    <a:pt x="106712" y="3192"/>
                    <a:pt x="104156" y="0"/>
                    <a:pt x="100322" y="0"/>
                  </a:cubicBezTo>
                  <a:close/>
                </a:path>
              </a:pathLst>
            </a:custGeom>
            <a:solidFill>
              <a:srgbClr val="012169"/>
            </a:solidFill>
            <a:ln w="6390" cap="flat">
              <a:noFill/>
              <a:prstDash val="solid"/>
              <a:miter/>
            </a:ln>
          </p:spPr>
          <p:txBody>
            <a:bodyPr rtlCol="0" anchor="ctr"/>
            <a:lstStyle/>
            <a:p>
              <a:endParaRPr lang="en-US"/>
            </a:p>
          </p:txBody>
        </p:sp>
      </p:grpSp>
      <p:grpSp>
        <p:nvGrpSpPr>
          <p:cNvPr id="913" name="Graphic 4">
            <a:extLst>
              <a:ext uri="{FF2B5EF4-FFF2-40B4-BE49-F238E27FC236}">
                <a16:creationId xmlns:a16="http://schemas.microsoft.com/office/drawing/2014/main" id="{77E5BE44-3396-B74E-82BC-3A988CCB5D79}"/>
              </a:ext>
            </a:extLst>
          </p:cNvPr>
          <p:cNvGrpSpPr>
            <a:grpSpLocks noChangeAspect="1"/>
          </p:cNvGrpSpPr>
          <p:nvPr/>
        </p:nvGrpSpPr>
        <p:grpSpPr>
          <a:xfrm>
            <a:off x="905454" y="4308712"/>
            <a:ext cx="361670" cy="361971"/>
            <a:chOff x="905454" y="4308712"/>
            <a:chExt cx="361670" cy="361971"/>
          </a:xfrm>
          <a:solidFill>
            <a:srgbClr val="012169"/>
          </a:solidFill>
        </p:grpSpPr>
        <p:sp>
          <p:nvSpPr>
            <p:cNvPr id="914" name="Graphic 4">
              <a:extLst>
                <a:ext uri="{FF2B5EF4-FFF2-40B4-BE49-F238E27FC236}">
                  <a16:creationId xmlns:a16="http://schemas.microsoft.com/office/drawing/2014/main" id="{4E20E29D-BC70-224A-81FD-B4B525925544}"/>
                </a:ext>
              </a:extLst>
            </p:cNvPr>
            <p:cNvSpPr/>
            <p:nvPr/>
          </p:nvSpPr>
          <p:spPr>
            <a:xfrm>
              <a:off x="985967" y="4433838"/>
              <a:ext cx="200643" cy="111081"/>
            </a:xfrm>
            <a:custGeom>
              <a:avLst/>
              <a:gdLst>
                <a:gd name="connsiteX0" fmla="*/ 100322 w 200643"/>
                <a:gd name="connsiteY0" fmla="*/ 0 h 111081"/>
                <a:gd name="connsiteX1" fmla="*/ 0 w 200643"/>
                <a:gd name="connsiteY1" fmla="*/ 55540 h 111081"/>
                <a:gd name="connsiteX2" fmla="*/ 100322 w 200643"/>
                <a:gd name="connsiteY2" fmla="*/ 111081 h 111081"/>
                <a:gd name="connsiteX3" fmla="*/ 200644 w 200643"/>
                <a:gd name="connsiteY3" fmla="*/ 55540 h 111081"/>
                <a:gd name="connsiteX4" fmla="*/ 100322 w 200643"/>
                <a:gd name="connsiteY4" fmla="*/ 0 h 111081"/>
                <a:gd name="connsiteX5" fmla="*/ 99683 w 200643"/>
                <a:gd name="connsiteY5" fmla="*/ 93206 h 111081"/>
                <a:gd name="connsiteX6" fmla="*/ 61982 w 200643"/>
                <a:gd name="connsiteY6" fmla="*/ 55540 h 111081"/>
                <a:gd name="connsiteX7" fmla="*/ 99683 w 200643"/>
                <a:gd name="connsiteY7" fmla="*/ 17875 h 111081"/>
                <a:gd name="connsiteX8" fmla="*/ 137384 w 200643"/>
                <a:gd name="connsiteY8" fmla="*/ 55540 h 111081"/>
                <a:gd name="connsiteX9" fmla="*/ 99683 w 200643"/>
                <a:gd name="connsiteY9" fmla="*/ 93206 h 111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643" h="111081">
                  <a:moveTo>
                    <a:pt x="100322" y="0"/>
                  </a:moveTo>
                  <a:cubicBezTo>
                    <a:pt x="56231" y="0"/>
                    <a:pt x="20448" y="28089"/>
                    <a:pt x="0" y="55540"/>
                  </a:cubicBezTo>
                  <a:cubicBezTo>
                    <a:pt x="15975" y="77884"/>
                    <a:pt x="52397" y="111081"/>
                    <a:pt x="100322" y="111081"/>
                  </a:cubicBezTo>
                  <a:cubicBezTo>
                    <a:pt x="144413" y="111081"/>
                    <a:pt x="180196" y="82992"/>
                    <a:pt x="200644" y="55540"/>
                  </a:cubicBezTo>
                  <a:cubicBezTo>
                    <a:pt x="184669" y="33835"/>
                    <a:pt x="148247" y="0"/>
                    <a:pt x="100322" y="0"/>
                  </a:cubicBezTo>
                  <a:close/>
                  <a:moveTo>
                    <a:pt x="99683" y="93206"/>
                  </a:moveTo>
                  <a:cubicBezTo>
                    <a:pt x="79235" y="93206"/>
                    <a:pt x="61982" y="76608"/>
                    <a:pt x="61982" y="55540"/>
                  </a:cubicBezTo>
                  <a:cubicBezTo>
                    <a:pt x="61982" y="34473"/>
                    <a:pt x="78596" y="17875"/>
                    <a:pt x="99683" y="17875"/>
                  </a:cubicBezTo>
                  <a:cubicBezTo>
                    <a:pt x="120770" y="17875"/>
                    <a:pt x="137384" y="34473"/>
                    <a:pt x="137384" y="55540"/>
                  </a:cubicBezTo>
                  <a:cubicBezTo>
                    <a:pt x="137384" y="76608"/>
                    <a:pt x="120770" y="93206"/>
                    <a:pt x="99683" y="93206"/>
                  </a:cubicBezTo>
                  <a:close/>
                </a:path>
              </a:pathLst>
            </a:custGeom>
            <a:solidFill>
              <a:srgbClr val="012169"/>
            </a:solidFill>
            <a:ln w="6390" cap="flat">
              <a:noFill/>
              <a:prstDash val="solid"/>
              <a:miter/>
            </a:ln>
          </p:spPr>
          <p:txBody>
            <a:bodyPr rtlCol="0" anchor="ctr"/>
            <a:lstStyle/>
            <a:p>
              <a:endParaRPr lang="en-US"/>
            </a:p>
          </p:txBody>
        </p:sp>
        <p:sp>
          <p:nvSpPr>
            <p:cNvPr id="915" name="Graphic 4">
              <a:extLst>
                <a:ext uri="{FF2B5EF4-FFF2-40B4-BE49-F238E27FC236}">
                  <a16:creationId xmlns:a16="http://schemas.microsoft.com/office/drawing/2014/main" id="{26B013B7-EBC0-7C42-8C0D-12F6A00E6974}"/>
                </a:ext>
              </a:extLst>
            </p:cNvPr>
            <p:cNvSpPr/>
            <p:nvPr/>
          </p:nvSpPr>
          <p:spPr>
            <a:xfrm>
              <a:off x="1060729" y="4465119"/>
              <a:ext cx="49841" cy="49794"/>
            </a:xfrm>
            <a:custGeom>
              <a:avLst/>
              <a:gdLst>
                <a:gd name="connsiteX0" fmla="*/ 24921 w 49841"/>
                <a:gd name="connsiteY0" fmla="*/ 0 h 49794"/>
                <a:gd name="connsiteX1" fmla="*/ 0 w 49841"/>
                <a:gd name="connsiteY1" fmla="*/ 24898 h 49794"/>
                <a:gd name="connsiteX2" fmla="*/ 24921 w 49841"/>
                <a:gd name="connsiteY2" fmla="*/ 49795 h 49794"/>
                <a:gd name="connsiteX3" fmla="*/ 49842 w 49841"/>
                <a:gd name="connsiteY3" fmla="*/ 24898 h 49794"/>
                <a:gd name="connsiteX4" fmla="*/ 24921 w 49841"/>
                <a:gd name="connsiteY4" fmla="*/ 0 h 497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841" h="49794">
                  <a:moveTo>
                    <a:pt x="24921" y="0"/>
                  </a:moveTo>
                  <a:cubicBezTo>
                    <a:pt x="11502" y="0"/>
                    <a:pt x="0" y="10853"/>
                    <a:pt x="0" y="24898"/>
                  </a:cubicBezTo>
                  <a:cubicBezTo>
                    <a:pt x="0" y="38304"/>
                    <a:pt x="10863" y="49795"/>
                    <a:pt x="24921" y="49795"/>
                  </a:cubicBezTo>
                  <a:cubicBezTo>
                    <a:pt x="38979" y="49795"/>
                    <a:pt x="49842" y="38943"/>
                    <a:pt x="49842" y="24898"/>
                  </a:cubicBezTo>
                  <a:cubicBezTo>
                    <a:pt x="49842" y="10853"/>
                    <a:pt x="38979" y="0"/>
                    <a:pt x="24921" y="0"/>
                  </a:cubicBezTo>
                  <a:close/>
                </a:path>
              </a:pathLst>
            </a:custGeom>
            <a:solidFill>
              <a:srgbClr val="012169"/>
            </a:solidFill>
            <a:ln w="6390" cap="flat">
              <a:noFill/>
              <a:prstDash val="solid"/>
              <a:miter/>
            </a:ln>
          </p:spPr>
          <p:txBody>
            <a:bodyPr rtlCol="0" anchor="ctr"/>
            <a:lstStyle/>
            <a:p>
              <a:endParaRPr lang="en-US"/>
            </a:p>
          </p:txBody>
        </p:sp>
        <p:sp>
          <p:nvSpPr>
            <p:cNvPr id="916" name="Graphic 4">
              <a:extLst>
                <a:ext uri="{FF2B5EF4-FFF2-40B4-BE49-F238E27FC236}">
                  <a16:creationId xmlns:a16="http://schemas.microsoft.com/office/drawing/2014/main" id="{5ED7ECE8-39B4-8240-B78E-041817208052}"/>
                </a:ext>
              </a:extLst>
            </p:cNvPr>
            <p:cNvSpPr/>
            <p:nvPr/>
          </p:nvSpPr>
          <p:spPr>
            <a:xfrm>
              <a:off x="905454" y="4308712"/>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180835 w 361670"/>
                <a:gd name="connsiteY4" fmla="*/ 0 h 361971"/>
                <a:gd name="connsiteX5" fmla="*/ 293937 w 361670"/>
                <a:gd name="connsiteY5" fmla="*/ 184497 h 361971"/>
                <a:gd name="connsiteX6" fmla="*/ 180835 w 361670"/>
                <a:gd name="connsiteY6" fmla="*/ 248975 h 361971"/>
                <a:gd name="connsiteX7" fmla="*/ 67733 w 361670"/>
                <a:gd name="connsiteY7" fmla="*/ 183859 h 361971"/>
                <a:gd name="connsiteX8" fmla="*/ 67094 w 361670"/>
                <a:gd name="connsiteY8" fmla="*/ 180667 h 361971"/>
                <a:gd name="connsiteX9" fmla="*/ 68372 w 361670"/>
                <a:gd name="connsiteY9" fmla="*/ 176198 h 361971"/>
                <a:gd name="connsiteX10" fmla="*/ 181474 w 361670"/>
                <a:gd name="connsiteY10" fmla="*/ 111720 h 361971"/>
                <a:gd name="connsiteX11" fmla="*/ 294576 w 361670"/>
                <a:gd name="connsiteY11" fmla="*/ 176836 h 361971"/>
                <a:gd name="connsiteX12" fmla="*/ 295215 w 361670"/>
                <a:gd name="connsiteY12" fmla="*/ 180028 h 361971"/>
                <a:gd name="connsiteX13" fmla="*/ 293937 w 361670"/>
                <a:gd name="connsiteY13" fmla="*/ 18449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0"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81715"/>
                    <a:pt x="281157" y="0"/>
                    <a:pt x="180835" y="0"/>
                  </a:cubicBezTo>
                  <a:close/>
                  <a:moveTo>
                    <a:pt x="293937" y="184497"/>
                  </a:moveTo>
                  <a:cubicBezTo>
                    <a:pt x="272850" y="215779"/>
                    <a:pt x="231955" y="248975"/>
                    <a:pt x="180835" y="248975"/>
                  </a:cubicBezTo>
                  <a:cubicBezTo>
                    <a:pt x="124604" y="248975"/>
                    <a:pt x="83069" y="208118"/>
                    <a:pt x="67733" y="183859"/>
                  </a:cubicBezTo>
                  <a:cubicBezTo>
                    <a:pt x="67094" y="182582"/>
                    <a:pt x="67094" y="181944"/>
                    <a:pt x="67094" y="180667"/>
                  </a:cubicBezTo>
                  <a:cubicBezTo>
                    <a:pt x="67094" y="179390"/>
                    <a:pt x="67094" y="177475"/>
                    <a:pt x="68372" y="176198"/>
                  </a:cubicBezTo>
                  <a:cubicBezTo>
                    <a:pt x="89459" y="144916"/>
                    <a:pt x="130355" y="111720"/>
                    <a:pt x="181474" y="111720"/>
                  </a:cubicBezTo>
                  <a:cubicBezTo>
                    <a:pt x="237706" y="111720"/>
                    <a:pt x="279240" y="152577"/>
                    <a:pt x="294576" y="176836"/>
                  </a:cubicBezTo>
                  <a:cubicBezTo>
                    <a:pt x="295215" y="178113"/>
                    <a:pt x="295215" y="178752"/>
                    <a:pt x="295215" y="180028"/>
                  </a:cubicBezTo>
                  <a:cubicBezTo>
                    <a:pt x="295215" y="181944"/>
                    <a:pt x="295215" y="183220"/>
                    <a:pt x="293937" y="184497"/>
                  </a:cubicBezTo>
                  <a:close/>
                </a:path>
              </a:pathLst>
            </a:custGeom>
            <a:solidFill>
              <a:srgbClr val="012169"/>
            </a:solidFill>
            <a:ln w="6390" cap="flat">
              <a:noFill/>
              <a:prstDash val="solid"/>
              <a:miter/>
            </a:ln>
          </p:spPr>
          <p:txBody>
            <a:bodyPr rtlCol="0" anchor="ctr"/>
            <a:lstStyle/>
            <a:p>
              <a:endParaRPr lang="en-US"/>
            </a:p>
          </p:txBody>
        </p:sp>
      </p:grpSp>
      <p:grpSp>
        <p:nvGrpSpPr>
          <p:cNvPr id="917" name="Graphic 4">
            <a:extLst>
              <a:ext uri="{FF2B5EF4-FFF2-40B4-BE49-F238E27FC236}">
                <a16:creationId xmlns:a16="http://schemas.microsoft.com/office/drawing/2014/main" id="{F1F0FDCD-8B70-5041-8E73-FA7AB8306ED1}"/>
              </a:ext>
            </a:extLst>
          </p:cNvPr>
          <p:cNvGrpSpPr>
            <a:grpSpLocks noChangeAspect="1"/>
          </p:cNvGrpSpPr>
          <p:nvPr/>
        </p:nvGrpSpPr>
        <p:grpSpPr>
          <a:xfrm>
            <a:off x="1952764" y="1885352"/>
            <a:ext cx="361670" cy="361333"/>
            <a:chOff x="1952764" y="1885352"/>
            <a:chExt cx="361670" cy="361333"/>
          </a:xfrm>
          <a:solidFill>
            <a:srgbClr val="012169"/>
          </a:solidFill>
        </p:grpSpPr>
        <p:sp>
          <p:nvSpPr>
            <p:cNvPr id="918" name="Graphic 4">
              <a:extLst>
                <a:ext uri="{FF2B5EF4-FFF2-40B4-BE49-F238E27FC236}">
                  <a16:creationId xmlns:a16="http://schemas.microsoft.com/office/drawing/2014/main" id="{FBD8DA17-083D-434C-B62A-A42A8ABDB694}"/>
                </a:ext>
              </a:extLst>
            </p:cNvPr>
            <p:cNvSpPr/>
            <p:nvPr/>
          </p:nvSpPr>
          <p:spPr>
            <a:xfrm>
              <a:off x="2044140" y="1990688"/>
              <a:ext cx="96488" cy="74054"/>
            </a:xfrm>
            <a:custGeom>
              <a:avLst/>
              <a:gdLst>
                <a:gd name="connsiteX0" fmla="*/ 0 w 96488"/>
                <a:gd name="connsiteY0" fmla="*/ 55541 h 74054"/>
                <a:gd name="connsiteX1" fmla="*/ 14058 w 96488"/>
                <a:gd name="connsiteY1" fmla="*/ 55541 h 74054"/>
                <a:gd name="connsiteX2" fmla="*/ 20448 w 96488"/>
                <a:gd name="connsiteY2" fmla="*/ 61925 h 74054"/>
                <a:gd name="connsiteX3" fmla="*/ 20448 w 96488"/>
                <a:gd name="connsiteY3" fmla="*/ 74054 h 74054"/>
                <a:gd name="connsiteX4" fmla="*/ 37062 w 96488"/>
                <a:gd name="connsiteY4" fmla="*/ 57456 h 74054"/>
                <a:gd name="connsiteX5" fmla="*/ 41535 w 96488"/>
                <a:gd name="connsiteY5" fmla="*/ 55541 h 74054"/>
                <a:gd name="connsiteX6" fmla="*/ 96488 w 96488"/>
                <a:gd name="connsiteY6" fmla="*/ 55541 h 74054"/>
                <a:gd name="connsiteX7" fmla="*/ 96488 w 96488"/>
                <a:gd name="connsiteY7" fmla="*/ 0 h 74054"/>
                <a:gd name="connsiteX8" fmla="*/ 0 w 96488"/>
                <a:gd name="connsiteY8" fmla="*/ 0 h 74054"/>
                <a:gd name="connsiteX9" fmla="*/ 0 w 96488"/>
                <a:gd name="connsiteY9" fmla="*/ 55541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6488" h="74054">
                  <a:moveTo>
                    <a:pt x="0" y="55541"/>
                  </a:moveTo>
                  <a:lnTo>
                    <a:pt x="14058" y="55541"/>
                  </a:lnTo>
                  <a:cubicBezTo>
                    <a:pt x="17892" y="55541"/>
                    <a:pt x="20448" y="58094"/>
                    <a:pt x="20448" y="61925"/>
                  </a:cubicBezTo>
                  <a:lnTo>
                    <a:pt x="20448" y="74054"/>
                  </a:lnTo>
                  <a:lnTo>
                    <a:pt x="37062" y="57456"/>
                  </a:lnTo>
                  <a:cubicBezTo>
                    <a:pt x="38340" y="56179"/>
                    <a:pt x="39618" y="55541"/>
                    <a:pt x="41535" y="55541"/>
                  </a:cubicBezTo>
                  <a:lnTo>
                    <a:pt x="96488" y="55541"/>
                  </a:lnTo>
                  <a:lnTo>
                    <a:pt x="96488" y="0"/>
                  </a:lnTo>
                  <a:lnTo>
                    <a:pt x="0" y="0"/>
                  </a:lnTo>
                  <a:lnTo>
                    <a:pt x="0" y="55541"/>
                  </a:lnTo>
                  <a:close/>
                </a:path>
              </a:pathLst>
            </a:custGeom>
            <a:solidFill>
              <a:srgbClr val="012169"/>
            </a:solidFill>
            <a:ln w="6390" cap="flat">
              <a:noFill/>
              <a:prstDash val="solid"/>
              <a:miter/>
            </a:ln>
          </p:spPr>
          <p:txBody>
            <a:bodyPr rtlCol="0" anchor="ctr"/>
            <a:lstStyle/>
            <a:p>
              <a:endParaRPr lang="en-US"/>
            </a:p>
          </p:txBody>
        </p:sp>
        <p:sp>
          <p:nvSpPr>
            <p:cNvPr id="919" name="Graphic 4">
              <a:extLst>
                <a:ext uri="{FF2B5EF4-FFF2-40B4-BE49-F238E27FC236}">
                  <a16:creationId xmlns:a16="http://schemas.microsoft.com/office/drawing/2014/main" id="{EF8A9A59-463D-F14E-A944-B357104FEFD3}"/>
                </a:ext>
              </a:extLst>
            </p:cNvPr>
            <p:cNvSpPr/>
            <p:nvPr/>
          </p:nvSpPr>
          <p:spPr>
            <a:xfrm>
              <a:off x="1952764" y="1885352"/>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10546 w 361670"/>
                <a:gd name="connsiteY5" fmla="*/ 199180 h 361333"/>
                <a:gd name="connsiteX6" fmla="*/ 106073 w 361670"/>
                <a:gd name="connsiteY6" fmla="*/ 201095 h 361333"/>
                <a:gd name="connsiteX7" fmla="*/ 103517 w 361670"/>
                <a:gd name="connsiteY7" fmla="*/ 200457 h 361333"/>
                <a:gd name="connsiteX8" fmla="*/ 99683 w 361670"/>
                <a:gd name="connsiteY8" fmla="*/ 194711 h 361333"/>
                <a:gd name="connsiteX9" fmla="*/ 99683 w 361670"/>
                <a:gd name="connsiteY9" fmla="*/ 173644 h 361333"/>
                <a:gd name="connsiteX10" fmla="*/ 85625 w 361670"/>
                <a:gd name="connsiteY10" fmla="*/ 173644 h 361333"/>
                <a:gd name="connsiteX11" fmla="*/ 79235 w 361670"/>
                <a:gd name="connsiteY11" fmla="*/ 167260 h 361333"/>
                <a:gd name="connsiteX12" fmla="*/ 79235 w 361670"/>
                <a:gd name="connsiteY12" fmla="*/ 98952 h 361333"/>
                <a:gd name="connsiteX13" fmla="*/ 85625 w 361670"/>
                <a:gd name="connsiteY13" fmla="*/ 92568 h 361333"/>
                <a:gd name="connsiteX14" fmla="*/ 194893 w 361670"/>
                <a:gd name="connsiteY14" fmla="*/ 92568 h 361333"/>
                <a:gd name="connsiteX15" fmla="*/ 201283 w 361670"/>
                <a:gd name="connsiteY15" fmla="*/ 98952 h 361333"/>
                <a:gd name="connsiteX16" fmla="*/ 201283 w 361670"/>
                <a:gd name="connsiteY16" fmla="*/ 167260 h 361333"/>
                <a:gd name="connsiteX17" fmla="*/ 194893 w 361670"/>
                <a:gd name="connsiteY17" fmla="*/ 173644 h 361333"/>
                <a:gd name="connsiteX18" fmla="*/ 136106 w 361670"/>
                <a:gd name="connsiteY18" fmla="*/ 173644 h 361333"/>
                <a:gd name="connsiteX19" fmla="*/ 110546 w 361670"/>
                <a:gd name="connsiteY19" fmla="*/ 199180 h 361333"/>
                <a:gd name="connsiteX20" fmla="*/ 283074 w 361670"/>
                <a:gd name="connsiteY20" fmla="*/ 236207 h 361333"/>
                <a:gd name="connsiteX21" fmla="*/ 276684 w 361670"/>
                <a:gd name="connsiteY21" fmla="*/ 242591 h 361333"/>
                <a:gd name="connsiteX22" fmla="*/ 255597 w 361670"/>
                <a:gd name="connsiteY22" fmla="*/ 242591 h 361333"/>
                <a:gd name="connsiteX23" fmla="*/ 255597 w 361670"/>
                <a:gd name="connsiteY23" fmla="*/ 263658 h 361333"/>
                <a:gd name="connsiteX24" fmla="*/ 251763 w 361670"/>
                <a:gd name="connsiteY24" fmla="*/ 269404 h 361333"/>
                <a:gd name="connsiteX25" fmla="*/ 249208 w 361670"/>
                <a:gd name="connsiteY25" fmla="*/ 270042 h 361333"/>
                <a:gd name="connsiteX26" fmla="*/ 244735 w 361670"/>
                <a:gd name="connsiteY26" fmla="*/ 268127 h 361333"/>
                <a:gd name="connsiteX27" fmla="*/ 219175 w 361670"/>
                <a:gd name="connsiteY27" fmla="*/ 242591 h 361333"/>
                <a:gd name="connsiteX28" fmla="*/ 166777 w 361670"/>
                <a:gd name="connsiteY28" fmla="*/ 242591 h 361333"/>
                <a:gd name="connsiteX29" fmla="*/ 160387 w 361670"/>
                <a:gd name="connsiteY29" fmla="*/ 236207 h 361333"/>
                <a:gd name="connsiteX30" fmla="*/ 160387 w 361670"/>
                <a:gd name="connsiteY30" fmla="*/ 195350 h 361333"/>
                <a:gd name="connsiteX31" fmla="*/ 166777 w 361670"/>
                <a:gd name="connsiteY31" fmla="*/ 188966 h 361333"/>
                <a:gd name="connsiteX32" fmla="*/ 173167 w 361670"/>
                <a:gd name="connsiteY32" fmla="*/ 195350 h 361333"/>
                <a:gd name="connsiteX33" fmla="*/ 173167 w 361670"/>
                <a:gd name="connsiteY33" fmla="*/ 229823 h 361333"/>
                <a:gd name="connsiteX34" fmla="*/ 221731 w 361670"/>
                <a:gd name="connsiteY34" fmla="*/ 229823 h 361333"/>
                <a:gd name="connsiteX35" fmla="*/ 226204 w 361670"/>
                <a:gd name="connsiteY35" fmla="*/ 231738 h 361333"/>
                <a:gd name="connsiteX36" fmla="*/ 242818 w 361670"/>
                <a:gd name="connsiteY36" fmla="*/ 248337 h 361333"/>
                <a:gd name="connsiteX37" fmla="*/ 242818 w 361670"/>
                <a:gd name="connsiteY37" fmla="*/ 236207 h 361333"/>
                <a:gd name="connsiteX38" fmla="*/ 249208 w 361670"/>
                <a:gd name="connsiteY38" fmla="*/ 229823 h 361333"/>
                <a:gd name="connsiteX39" fmla="*/ 270294 w 361670"/>
                <a:gd name="connsiteY39" fmla="*/ 229823 h 361333"/>
                <a:gd name="connsiteX40" fmla="*/ 270294 w 361670"/>
                <a:gd name="connsiteY40" fmla="*/ 160238 h 361333"/>
                <a:gd name="connsiteX41" fmla="*/ 221731 w 361670"/>
                <a:gd name="connsiteY41" fmla="*/ 160238 h 361333"/>
                <a:gd name="connsiteX42" fmla="*/ 215341 w 361670"/>
                <a:gd name="connsiteY42" fmla="*/ 153854 h 361333"/>
                <a:gd name="connsiteX43" fmla="*/ 221731 w 361670"/>
                <a:gd name="connsiteY43" fmla="*/ 147470 h 361333"/>
                <a:gd name="connsiteX44" fmla="*/ 276684 w 361670"/>
                <a:gd name="connsiteY44" fmla="*/ 147470 h 361333"/>
                <a:gd name="connsiteX45" fmla="*/ 283074 w 361670"/>
                <a:gd name="connsiteY45" fmla="*/ 153854 h 361333"/>
                <a:gd name="connsiteX46" fmla="*/ 283074 w 361670"/>
                <a:gd name="connsiteY46" fmla="*/ 23620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1157" y="0"/>
                    <a:pt x="180835" y="0"/>
                  </a:cubicBezTo>
                  <a:close/>
                  <a:moveTo>
                    <a:pt x="110546" y="199180"/>
                  </a:moveTo>
                  <a:cubicBezTo>
                    <a:pt x="109268" y="200457"/>
                    <a:pt x="107990" y="201095"/>
                    <a:pt x="106073" y="201095"/>
                  </a:cubicBezTo>
                  <a:cubicBezTo>
                    <a:pt x="105434" y="201095"/>
                    <a:pt x="104156" y="201095"/>
                    <a:pt x="103517" y="200457"/>
                  </a:cubicBezTo>
                  <a:cubicBezTo>
                    <a:pt x="100961" y="199180"/>
                    <a:pt x="99683" y="197265"/>
                    <a:pt x="99683" y="194711"/>
                  </a:cubicBezTo>
                  <a:lnTo>
                    <a:pt x="99683" y="173644"/>
                  </a:lnTo>
                  <a:lnTo>
                    <a:pt x="85625" y="173644"/>
                  </a:lnTo>
                  <a:cubicBezTo>
                    <a:pt x="81791" y="173644"/>
                    <a:pt x="79235" y="171091"/>
                    <a:pt x="79235" y="167260"/>
                  </a:cubicBezTo>
                  <a:lnTo>
                    <a:pt x="79235" y="98952"/>
                  </a:lnTo>
                  <a:cubicBezTo>
                    <a:pt x="79235" y="95121"/>
                    <a:pt x="81791" y="92568"/>
                    <a:pt x="85625" y="92568"/>
                  </a:cubicBezTo>
                  <a:lnTo>
                    <a:pt x="194893" y="92568"/>
                  </a:lnTo>
                  <a:cubicBezTo>
                    <a:pt x="198727" y="92568"/>
                    <a:pt x="201283" y="95121"/>
                    <a:pt x="201283" y="98952"/>
                  </a:cubicBezTo>
                  <a:lnTo>
                    <a:pt x="201283" y="167260"/>
                  </a:lnTo>
                  <a:cubicBezTo>
                    <a:pt x="201283" y="171091"/>
                    <a:pt x="198727" y="173644"/>
                    <a:pt x="194893" y="173644"/>
                  </a:cubicBezTo>
                  <a:lnTo>
                    <a:pt x="136106" y="173644"/>
                  </a:lnTo>
                  <a:lnTo>
                    <a:pt x="110546" y="199180"/>
                  </a:lnTo>
                  <a:close/>
                  <a:moveTo>
                    <a:pt x="283074" y="236207"/>
                  </a:moveTo>
                  <a:cubicBezTo>
                    <a:pt x="283074" y="240038"/>
                    <a:pt x="280518" y="242591"/>
                    <a:pt x="276684" y="242591"/>
                  </a:cubicBezTo>
                  <a:lnTo>
                    <a:pt x="255597" y="242591"/>
                  </a:lnTo>
                  <a:lnTo>
                    <a:pt x="255597" y="263658"/>
                  </a:lnTo>
                  <a:cubicBezTo>
                    <a:pt x="255597" y="266212"/>
                    <a:pt x="254319" y="268766"/>
                    <a:pt x="251763" y="269404"/>
                  </a:cubicBezTo>
                  <a:cubicBezTo>
                    <a:pt x="251124" y="270042"/>
                    <a:pt x="249847" y="270042"/>
                    <a:pt x="249208" y="270042"/>
                  </a:cubicBezTo>
                  <a:cubicBezTo>
                    <a:pt x="247290" y="270042"/>
                    <a:pt x="246013" y="269404"/>
                    <a:pt x="244735" y="268127"/>
                  </a:cubicBezTo>
                  <a:lnTo>
                    <a:pt x="219175" y="242591"/>
                  </a:lnTo>
                  <a:lnTo>
                    <a:pt x="166777" y="242591"/>
                  </a:lnTo>
                  <a:cubicBezTo>
                    <a:pt x="162943" y="242591"/>
                    <a:pt x="160387" y="240038"/>
                    <a:pt x="160387" y="236207"/>
                  </a:cubicBezTo>
                  <a:lnTo>
                    <a:pt x="160387" y="195350"/>
                  </a:lnTo>
                  <a:cubicBezTo>
                    <a:pt x="160387" y="191519"/>
                    <a:pt x="162943" y="188966"/>
                    <a:pt x="166777" y="188966"/>
                  </a:cubicBezTo>
                  <a:cubicBezTo>
                    <a:pt x="170611" y="188966"/>
                    <a:pt x="173167" y="191519"/>
                    <a:pt x="173167" y="195350"/>
                  </a:cubicBezTo>
                  <a:lnTo>
                    <a:pt x="173167" y="229823"/>
                  </a:lnTo>
                  <a:lnTo>
                    <a:pt x="221731" y="229823"/>
                  </a:lnTo>
                  <a:cubicBezTo>
                    <a:pt x="223648" y="229823"/>
                    <a:pt x="224926" y="230462"/>
                    <a:pt x="226204" y="231738"/>
                  </a:cubicBezTo>
                  <a:lnTo>
                    <a:pt x="242818" y="248337"/>
                  </a:lnTo>
                  <a:lnTo>
                    <a:pt x="242818" y="236207"/>
                  </a:lnTo>
                  <a:cubicBezTo>
                    <a:pt x="242818" y="232377"/>
                    <a:pt x="245374" y="229823"/>
                    <a:pt x="249208" y="229823"/>
                  </a:cubicBezTo>
                  <a:lnTo>
                    <a:pt x="270294" y="229823"/>
                  </a:lnTo>
                  <a:lnTo>
                    <a:pt x="270294" y="160238"/>
                  </a:lnTo>
                  <a:lnTo>
                    <a:pt x="221731" y="160238"/>
                  </a:lnTo>
                  <a:cubicBezTo>
                    <a:pt x="217897" y="160238"/>
                    <a:pt x="215341" y="157684"/>
                    <a:pt x="215341" y="153854"/>
                  </a:cubicBezTo>
                  <a:cubicBezTo>
                    <a:pt x="215341" y="150024"/>
                    <a:pt x="217897" y="147470"/>
                    <a:pt x="221731" y="147470"/>
                  </a:cubicBezTo>
                  <a:lnTo>
                    <a:pt x="276684" y="147470"/>
                  </a:lnTo>
                  <a:cubicBezTo>
                    <a:pt x="280518" y="147470"/>
                    <a:pt x="283074" y="150024"/>
                    <a:pt x="283074" y="153854"/>
                  </a:cubicBezTo>
                  <a:lnTo>
                    <a:pt x="283074" y="236207"/>
                  </a:lnTo>
                  <a:close/>
                </a:path>
              </a:pathLst>
            </a:custGeom>
            <a:solidFill>
              <a:srgbClr val="012169"/>
            </a:solidFill>
            <a:ln w="6390" cap="flat">
              <a:noFill/>
              <a:prstDash val="solid"/>
              <a:miter/>
            </a:ln>
          </p:spPr>
          <p:txBody>
            <a:bodyPr rtlCol="0" anchor="ctr"/>
            <a:lstStyle/>
            <a:p>
              <a:endParaRPr lang="en-US"/>
            </a:p>
          </p:txBody>
        </p:sp>
      </p:grpSp>
      <p:grpSp>
        <p:nvGrpSpPr>
          <p:cNvPr id="920" name="Graphic 4">
            <a:extLst>
              <a:ext uri="{FF2B5EF4-FFF2-40B4-BE49-F238E27FC236}">
                <a16:creationId xmlns:a16="http://schemas.microsoft.com/office/drawing/2014/main" id="{39864EB6-544B-DE40-AE71-D22F0AC71EEA}"/>
              </a:ext>
            </a:extLst>
          </p:cNvPr>
          <p:cNvGrpSpPr>
            <a:grpSpLocks noChangeAspect="1"/>
          </p:cNvGrpSpPr>
          <p:nvPr/>
        </p:nvGrpSpPr>
        <p:grpSpPr>
          <a:xfrm>
            <a:off x="905454" y="2855717"/>
            <a:ext cx="361674" cy="361333"/>
            <a:chOff x="905454" y="2855717"/>
            <a:chExt cx="361674" cy="361333"/>
          </a:xfrm>
          <a:solidFill>
            <a:srgbClr val="012169"/>
          </a:solidFill>
        </p:grpSpPr>
        <p:sp>
          <p:nvSpPr>
            <p:cNvPr id="921" name="Graphic 4">
              <a:extLst>
                <a:ext uri="{FF2B5EF4-FFF2-40B4-BE49-F238E27FC236}">
                  <a16:creationId xmlns:a16="http://schemas.microsoft.com/office/drawing/2014/main" id="{58039C83-ED36-E14A-9053-0E09514667DB}"/>
                </a:ext>
              </a:extLst>
            </p:cNvPr>
            <p:cNvSpPr/>
            <p:nvPr/>
          </p:nvSpPr>
          <p:spPr>
            <a:xfrm>
              <a:off x="1016000" y="3019786"/>
              <a:ext cx="34505" cy="34473"/>
            </a:xfrm>
            <a:custGeom>
              <a:avLst/>
              <a:gdLst>
                <a:gd name="connsiteX0" fmla="*/ 34506 w 34505"/>
                <a:gd name="connsiteY0" fmla="*/ 17237 h 34473"/>
                <a:gd name="connsiteX1" fmla="*/ 17253 w 34505"/>
                <a:gd name="connsiteY1" fmla="*/ 34474 h 34473"/>
                <a:gd name="connsiteX2" fmla="*/ 0 w 34505"/>
                <a:gd name="connsiteY2" fmla="*/ 17237 h 34473"/>
                <a:gd name="connsiteX3" fmla="*/ 17253 w 34505"/>
                <a:gd name="connsiteY3" fmla="*/ 0 h 34473"/>
                <a:gd name="connsiteX4" fmla="*/ 34506 w 34505"/>
                <a:gd name="connsiteY4" fmla="*/ 17237 h 34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5" h="34473">
                  <a:moveTo>
                    <a:pt x="34506" y="17237"/>
                  </a:moveTo>
                  <a:cubicBezTo>
                    <a:pt x="34506" y="26756"/>
                    <a:pt x="26781" y="34474"/>
                    <a:pt x="17253" y="34474"/>
                  </a:cubicBezTo>
                  <a:cubicBezTo>
                    <a:pt x="7724" y="34474"/>
                    <a:pt x="0" y="26756"/>
                    <a:pt x="0" y="17237"/>
                  </a:cubicBezTo>
                  <a:cubicBezTo>
                    <a:pt x="0" y="7717"/>
                    <a:pt x="7724" y="0"/>
                    <a:pt x="17253" y="0"/>
                  </a:cubicBezTo>
                  <a:cubicBezTo>
                    <a:pt x="26781" y="0"/>
                    <a:pt x="34506" y="7717"/>
                    <a:pt x="34506" y="17237"/>
                  </a:cubicBezTo>
                  <a:close/>
                </a:path>
              </a:pathLst>
            </a:custGeom>
            <a:solidFill>
              <a:srgbClr val="012169"/>
            </a:solidFill>
            <a:ln w="6390" cap="flat">
              <a:noFill/>
              <a:prstDash val="solid"/>
              <a:miter/>
            </a:ln>
          </p:spPr>
          <p:txBody>
            <a:bodyPr rtlCol="0" anchor="ctr"/>
            <a:lstStyle/>
            <a:p>
              <a:endParaRPr lang="en-US"/>
            </a:p>
          </p:txBody>
        </p:sp>
        <p:sp>
          <p:nvSpPr>
            <p:cNvPr id="922" name="Graphic 4">
              <a:extLst>
                <a:ext uri="{FF2B5EF4-FFF2-40B4-BE49-F238E27FC236}">
                  <a16:creationId xmlns:a16="http://schemas.microsoft.com/office/drawing/2014/main" id="{D38D8680-9346-5448-94FF-860EEFEEC670}"/>
                </a:ext>
              </a:extLst>
            </p:cNvPr>
            <p:cNvSpPr/>
            <p:nvPr/>
          </p:nvSpPr>
          <p:spPr>
            <a:xfrm>
              <a:off x="905454" y="2855717"/>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27799 w 361674"/>
                <a:gd name="connsiteY5" fmla="*/ 151300 h 361333"/>
                <a:gd name="connsiteX6" fmla="*/ 157831 w 361674"/>
                <a:gd name="connsiteY6" fmla="*/ 181305 h 361333"/>
                <a:gd name="connsiteX7" fmla="*/ 127799 w 361674"/>
                <a:gd name="connsiteY7" fmla="*/ 211310 h 361333"/>
                <a:gd name="connsiteX8" fmla="*/ 97766 w 361674"/>
                <a:gd name="connsiteY8" fmla="*/ 181305 h 361333"/>
                <a:gd name="connsiteX9" fmla="*/ 127799 w 361674"/>
                <a:gd name="connsiteY9" fmla="*/ 151300 h 361333"/>
                <a:gd name="connsiteX10" fmla="*/ 180835 w 361674"/>
                <a:gd name="connsiteY10" fmla="*/ 259190 h 361333"/>
                <a:gd name="connsiteX11" fmla="*/ 174445 w 361674"/>
                <a:gd name="connsiteY11" fmla="*/ 265574 h 361333"/>
                <a:gd name="connsiteX12" fmla="*/ 168055 w 361674"/>
                <a:gd name="connsiteY12" fmla="*/ 259190 h 361333"/>
                <a:gd name="connsiteX13" fmla="*/ 168055 w 361674"/>
                <a:gd name="connsiteY13" fmla="*/ 241953 h 361333"/>
                <a:gd name="connsiteX14" fmla="*/ 86903 w 361674"/>
                <a:gd name="connsiteY14" fmla="*/ 241953 h 361333"/>
                <a:gd name="connsiteX15" fmla="*/ 86903 w 361674"/>
                <a:gd name="connsiteY15" fmla="*/ 259190 h 361333"/>
                <a:gd name="connsiteX16" fmla="*/ 80513 w 361674"/>
                <a:gd name="connsiteY16" fmla="*/ 265574 h 361333"/>
                <a:gd name="connsiteX17" fmla="*/ 74123 w 361674"/>
                <a:gd name="connsiteY17" fmla="*/ 259190 h 361333"/>
                <a:gd name="connsiteX18" fmla="*/ 74123 w 361674"/>
                <a:gd name="connsiteY18" fmla="*/ 235569 h 361333"/>
                <a:gd name="connsiteX19" fmla="*/ 80513 w 361674"/>
                <a:gd name="connsiteY19" fmla="*/ 229185 h 361333"/>
                <a:gd name="connsiteX20" fmla="*/ 174445 w 361674"/>
                <a:gd name="connsiteY20" fmla="*/ 229185 h 361333"/>
                <a:gd name="connsiteX21" fmla="*/ 180835 w 361674"/>
                <a:gd name="connsiteY21" fmla="*/ 235569 h 361333"/>
                <a:gd name="connsiteX22" fmla="*/ 180835 w 361674"/>
                <a:gd name="connsiteY22" fmla="*/ 259190 h 361333"/>
                <a:gd name="connsiteX23" fmla="*/ 196810 w 361674"/>
                <a:gd name="connsiteY23" fmla="*/ 200457 h 361333"/>
                <a:gd name="connsiteX24" fmla="*/ 192337 w 361674"/>
                <a:gd name="connsiteY24" fmla="*/ 202372 h 361333"/>
                <a:gd name="connsiteX25" fmla="*/ 187864 w 361674"/>
                <a:gd name="connsiteY25" fmla="*/ 200457 h 361333"/>
                <a:gd name="connsiteX26" fmla="*/ 187864 w 361674"/>
                <a:gd name="connsiteY26" fmla="*/ 191519 h 361333"/>
                <a:gd name="connsiteX27" fmla="*/ 192337 w 361674"/>
                <a:gd name="connsiteY27" fmla="*/ 180028 h 361333"/>
                <a:gd name="connsiteX28" fmla="*/ 187864 w 361674"/>
                <a:gd name="connsiteY28" fmla="*/ 168537 h 361333"/>
                <a:gd name="connsiteX29" fmla="*/ 187864 w 361674"/>
                <a:gd name="connsiteY29" fmla="*/ 159600 h 361333"/>
                <a:gd name="connsiteX30" fmla="*/ 196810 w 361674"/>
                <a:gd name="connsiteY30" fmla="*/ 159600 h 361333"/>
                <a:gd name="connsiteX31" fmla="*/ 205117 w 361674"/>
                <a:gd name="connsiteY31" fmla="*/ 179390 h 361333"/>
                <a:gd name="connsiteX32" fmla="*/ 196810 w 361674"/>
                <a:gd name="connsiteY32" fmla="*/ 200457 h 361333"/>
                <a:gd name="connsiteX33" fmla="*/ 221731 w 361674"/>
                <a:gd name="connsiteY33" fmla="*/ 232377 h 361333"/>
                <a:gd name="connsiteX34" fmla="*/ 217897 w 361674"/>
                <a:gd name="connsiteY34" fmla="*/ 233654 h 361333"/>
                <a:gd name="connsiteX35" fmla="*/ 212785 w 361674"/>
                <a:gd name="connsiteY35" fmla="*/ 231100 h 361333"/>
                <a:gd name="connsiteX36" fmla="*/ 213424 w 361674"/>
                <a:gd name="connsiteY36" fmla="*/ 222163 h 361333"/>
                <a:gd name="connsiteX37" fmla="*/ 233233 w 361674"/>
                <a:gd name="connsiteY37" fmla="*/ 180028 h 361333"/>
                <a:gd name="connsiteX38" fmla="*/ 213424 w 361674"/>
                <a:gd name="connsiteY38" fmla="*/ 137894 h 361333"/>
                <a:gd name="connsiteX39" fmla="*/ 212785 w 361674"/>
                <a:gd name="connsiteY39" fmla="*/ 128956 h 361333"/>
                <a:gd name="connsiteX40" fmla="*/ 221731 w 361674"/>
                <a:gd name="connsiteY40" fmla="*/ 128318 h 361333"/>
                <a:gd name="connsiteX41" fmla="*/ 246652 w 361674"/>
                <a:gd name="connsiteY41" fmla="*/ 180028 h 361333"/>
                <a:gd name="connsiteX42" fmla="*/ 221731 w 361674"/>
                <a:gd name="connsiteY42" fmla="*/ 232377 h 361333"/>
                <a:gd name="connsiteX43" fmla="*/ 246013 w 361674"/>
                <a:gd name="connsiteY43" fmla="*/ 264297 h 361333"/>
                <a:gd name="connsiteX44" fmla="*/ 242179 w 361674"/>
                <a:gd name="connsiteY44" fmla="*/ 265574 h 361333"/>
                <a:gd name="connsiteX45" fmla="*/ 237067 w 361674"/>
                <a:gd name="connsiteY45" fmla="*/ 263020 h 361333"/>
                <a:gd name="connsiteX46" fmla="*/ 238345 w 361674"/>
                <a:gd name="connsiteY46" fmla="*/ 254082 h 361333"/>
                <a:gd name="connsiteX47" fmla="*/ 274767 w 361674"/>
                <a:gd name="connsiteY47" fmla="*/ 180667 h 361333"/>
                <a:gd name="connsiteX48" fmla="*/ 238345 w 361674"/>
                <a:gd name="connsiteY48" fmla="*/ 107251 h 361333"/>
                <a:gd name="connsiteX49" fmla="*/ 237067 w 361674"/>
                <a:gd name="connsiteY49" fmla="*/ 98313 h 361333"/>
                <a:gd name="connsiteX50" fmla="*/ 246013 w 361674"/>
                <a:gd name="connsiteY50" fmla="*/ 97036 h 361333"/>
                <a:gd name="connsiteX51" fmla="*/ 286908 w 361674"/>
                <a:gd name="connsiteY51" fmla="*/ 180667 h 361333"/>
                <a:gd name="connsiteX52" fmla="*/ 246013 w 361674"/>
                <a:gd name="connsiteY52" fmla="*/ 26429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1674"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2309" y="80438"/>
                    <a:pt x="281157" y="0"/>
                    <a:pt x="180835" y="0"/>
                  </a:cubicBezTo>
                  <a:close/>
                  <a:moveTo>
                    <a:pt x="127799" y="151300"/>
                  </a:moveTo>
                  <a:cubicBezTo>
                    <a:pt x="144413" y="151300"/>
                    <a:pt x="157831" y="164707"/>
                    <a:pt x="157831" y="181305"/>
                  </a:cubicBezTo>
                  <a:cubicBezTo>
                    <a:pt x="157831" y="197903"/>
                    <a:pt x="144413" y="211310"/>
                    <a:pt x="127799" y="211310"/>
                  </a:cubicBezTo>
                  <a:cubicBezTo>
                    <a:pt x="111185" y="211310"/>
                    <a:pt x="97766" y="197903"/>
                    <a:pt x="97766" y="181305"/>
                  </a:cubicBezTo>
                  <a:cubicBezTo>
                    <a:pt x="97766" y="164707"/>
                    <a:pt x="111185" y="151300"/>
                    <a:pt x="127799" y="151300"/>
                  </a:cubicBezTo>
                  <a:close/>
                  <a:moveTo>
                    <a:pt x="180835" y="259190"/>
                  </a:moveTo>
                  <a:cubicBezTo>
                    <a:pt x="180835" y="263020"/>
                    <a:pt x="178279" y="265574"/>
                    <a:pt x="174445" y="265574"/>
                  </a:cubicBezTo>
                  <a:cubicBezTo>
                    <a:pt x="170611" y="265574"/>
                    <a:pt x="168055" y="263020"/>
                    <a:pt x="168055" y="259190"/>
                  </a:cubicBezTo>
                  <a:lnTo>
                    <a:pt x="168055" y="241953"/>
                  </a:lnTo>
                  <a:lnTo>
                    <a:pt x="86903" y="241953"/>
                  </a:lnTo>
                  <a:lnTo>
                    <a:pt x="86903" y="259190"/>
                  </a:lnTo>
                  <a:cubicBezTo>
                    <a:pt x="86903" y="263020"/>
                    <a:pt x="84347" y="265574"/>
                    <a:pt x="80513" y="265574"/>
                  </a:cubicBezTo>
                  <a:cubicBezTo>
                    <a:pt x="76679" y="265574"/>
                    <a:pt x="74123" y="263020"/>
                    <a:pt x="74123" y="259190"/>
                  </a:cubicBezTo>
                  <a:lnTo>
                    <a:pt x="74123" y="235569"/>
                  </a:lnTo>
                  <a:cubicBezTo>
                    <a:pt x="74123" y="231738"/>
                    <a:pt x="76679" y="229185"/>
                    <a:pt x="80513" y="229185"/>
                  </a:cubicBezTo>
                  <a:lnTo>
                    <a:pt x="174445" y="229185"/>
                  </a:lnTo>
                  <a:cubicBezTo>
                    <a:pt x="178279" y="229185"/>
                    <a:pt x="180835" y="231738"/>
                    <a:pt x="180835" y="235569"/>
                  </a:cubicBezTo>
                  <a:lnTo>
                    <a:pt x="180835" y="259190"/>
                  </a:lnTo>
                  <a:close/>
                  <a:moveTo>
                    <a:pt x="196810" y="200457"/>
                  </a:moveTo>
                  <a:cubicBezTo>
                    <a:pt x="195532" y="201734"/>
                    <a:pt x="193615" y="202372"/>
                    <a:pt x="192337" y="202372"/>
                  </a:cubicBezTo>
                  <a:cubicBezTo>
                    <a:pt x="191059" y="202372"/>
                    <a:pt x="189142" y="201734"/>
                    <a:pt x="187864" y="200457"/>
                  </a:cubicBezTo>
                  <a:cubicBezTo>
                    <a:pt x="185308" y="197903"/>
                    <a:pt x="185308" y="194073"/>
                    <a:pt x="187864" y="191519"/>
                  </a:cubicBezTo>
                  <a:cubicBezTo>
                    <a:pt x="191059" y="188327"/>
                    <a:pt x="192337" y="184497"/>
                    <a:pt x="192337" y="180028"/>
                  </a:cubicBezTo>
                  <a:cubicBezTo>
                    <a:pt x="192337" y="175560"/>
                    <a:pt x="190420" y="171729"/>
                    <a:pt x="187864" y="168537"/>
                  </a:cubicBezTo>
                  <a:cubicBezTo>
                    <a:pt x="185308" y="165984"/>
                    <a:pt x="185308" y="162153"/>
                    <a:pt x="187864" y="159600"/>
                  </a:cubicBezTo>
                  <a:cubicBezTo>
                    <a:pt x="190420" y="157046"/>
                    <a:pt x="194254" y="157046"/>
                    <a:pt x="196810" y="159600"/>
                  </a:cubicBezTo>
                  <a:cubicBezTo>
                    <a:pt x="201922" y="165345"/>
                    <a:pt x="205117" y="172368"/>
                    <a:pt x="205117" y="179390"/>
                  </a:cubicBezTo>
                  <a:cubicBezTo>
                    <a:pt x="205117" y="188327"/>
                    <a:pt x="201922" y="195350"/>
                    <a:pt x="196810" y="200457"/>
                  </a:cubicBezTo>
                  <a:close/>
                  <a:moveTo>
                    <a:pt x="221731" y="232377"/>
                  </a:moveTo>
                  <a:cubicBezTo>
                    <a:pt x="220453" y="233654"/>
                    <a:pt x="219175" y="233654"/>
                    <a:pt x="217897" y="233654"/>
                  </a:cubicBezTo>
                  <a:cubicBezTo>
                    <a:pt x="215980" y="233654"/>
                    <a:pt x="214063" y="233015"/>
                    <a:pt x="212785" y="231100"/>
                  </a:cubicBezTo>
                  <a:cubicBezTo>
                    <a:pt x="210229" y="228546"/>
                    <a:pt x="210868" y="224078"/>
                    <a:pt x="213424" y="222163"/>
                  </a:cubicBezTo>
                  <a:cubicBezTo>
                    <a:pt x="226204" y="211310"/>
                    <a:pt x="233233" y="195988"/>
                    <a:pt x="233233" y="180028"/>
                  </a:cubicBezTo>
                  <a:cubicBezTo>
                    <a:pt x="233233" y="164068"/>
                    <a:pt x="226204" y="148747"/>
                    <a:pt x="213424" y="137894"/>
                  </a:cubicBezTo>
                  <a:cubicBezTo>
                    <a:pt x="210868" y="135340"/>
                    <a:pt x="210229" y="131510"/>
                    <a:pt x="212785" y="128956"/>
                  </a:cubicBezTo>
                  <a:cubicBezTo>
                    <a:pt x="215341" y="126403"/>
                    <a:pt x="219175" y="125764"/>
                    <a:pt x="221731" y="128318"/>
                  </a:cubicBezTo>
                  <a:cubicBezTo>
                    <a:pt x="237706" y="141724"/>
                    <a:pt x="246652" y="160238"/>
                    <a:pt x="246652" y="180028"/>
                  </a:cubicBezTo>
                  <a:cubicBezTo>
                    <a:pt x="246652" y="199819"/>
                    <a:pt x="237067" y="219609"/>
                    <a:pt x="221731" y="232377"/>
                  </a:cubicBezTo>
                  <a:close/>
                  <a:moveTo>
                    <a:pt x="246013" y="264297"/>
                  </a:moveTo>
                  <a:cubicBezTo>
                    <a:pt x="244735" y="264935"/>
                    <a:pt x="243457" y="265574"/>
                    <a:pt x="242179" y="265574"/>
                  </a:cubicBezTo>
                  <a:cubicBezTo>
                    <a:pt x="240262" y="265574"/>
                    <a:pt x="238345" y="264935"/>
                    <a:pt x="237067" y="263020"/>
                  </a:cubicBezTo>
                  <a:cubicBezTo>
                    <a:pt x="235150" y="260466"/>
                    <a:pt x="235150" y="255998"/>
                    <a:pt x="238345" y="254082"/>
                  </a:cubicBezTo>
                  <a:cubicBezTo>
                    <a:pt x="261348" y="235569"/>
                    <a:pt x="274767" y="208756"/>
                    <a:pt x="274767" y="180667"/>
                  </a:cubicBezTo>
                  <a:cubicBezTo>
                    <a:pt x="274767" y="152577"/>
                    <a:pt x="261348" y="125126"/>
                    <a:pt x="238345" y="107251"/>
                  </a:cubicBezTo>
                  <a:cubicBezTo>
                    <a:pt x="235789" y="105336"/>
                    <a:pt x="235150" y="100867"/>
                    <a:pt x="237067" y="98313"/>
                  </a:cubicBezTo>
                  <a:cubicBezTo>
                    <a:pt x="238984" y="95760"/>
                    <a:pt x="243457" y="95121"/>
                    <a:pt x="246013" y="97036"/>
                  </a:cubicBezTo>
                  <a:cubicBezTo>
                    <a:pt x="272211" y="117465"/>
                    <a:pt x="286908" y="148108"/>
                    <a:pt x="286908" y="180667"/>
                  </a:cubicBezTo>
                  <a:cubicBezTo>
                    <a:pt x="286908" y="213225"/>
                    <a:pt x="272211" y="243230"/>
                    <a:pt x="246013" y="264297"/>
                  </a:cubicBezTo>
                  <a:close/>
                </a:path>
              </a:pathLst>
            </a:custGeom>
            <a:solidFill>
              <a:srgbClr val="012169"/>
            </a:solidFill>
            <a:ln w="6390" cap="flat">
              <a:noFill/>
              <a:prstDash val="solid"/>
              <a:miter/>
            </a:ln>
          </p:spPr>
          <p:txBody>
            <a:bodyPr rtlCol="0" anchor="ctr"/>
            <a:lstStyle/>
            <a:p>
              <a:endParaRPr lang="en-US"/>
            </a:p>
          </p:txBody>
        </p:sp>
      </p:grpSp>
      <p:grpSp>
        <p:nvGrpSpPr>
          <p:cNvPr id="923" name="Graphic 4">
            <a:extLst>
              <a:ext uri="{FF2B5EF4-FFF2-40B4-BE49-F238E27FC236}">
                <a16:creationId xmlns:a16="http://schemas.microsoft.com/office/drawing/2014/main" id="{2E7F8956-DA13-3C4F-AE82-608F89CDD2A3}"/>
              </a:ext>
            </a:extLst>
          </p:cNvPr>
          <p:cNvGrpSpPr>
            <a:grpSpLocks noChangeAspect="1"/>
          </p:cNvGrpSpPr>
          <p:nvPr/>
        </p:nvGrpSpPr>
        <p:grpSpPr>
          <a:xfrm>
            <a:off x="467743" y="2371173"/>
            <a:ext cx="361670" cy="361333"/>
            <a:chOff x="467743" y="2371173"/>
            <a:chExt cx="361670" cy="361333"/>
          </a:xfrm>
          <a:solidFill>
            <a:srgbClr val="012169"/>
          </a:solidFill>
        </p:grpSpPr>
        <p:sp>
          <p:nvSpPr>
            <p:cNvPr id="924" name="Graphic 4">
              <a:extLst>
                <a:ext uri="{FF2B5EF4-FFF2-40B4-BE49-F238E27FC236}">
                  <a16:creationId xmlns:a16="http://schemas.microsoft.com/office/drawing/2014/main" id="{6BB47AE4-DDB8-304F-A00C-F4EDE615BFBF}"/>
                </a:ext>
              </a:extLst>
            </p:cNvPr>
            <p:cNvSpPr/>
            <p:nvPr/>
          </p:nvSpPr>
          <p:spPr>
            <a:xfrm>
              <a:off x="467743"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925" name="Graphic 4">
              <a:extLst>
                <a:ext uri="{FF2B5EF4-FFF2-40B4-BE49-F238E27FC236}">
                  <a16:creationId xmlns:a16="http://schemas.microsoft.com/office/drawing/2014/main" id="{A45868F5-45F2-8B44-82AF-153FE52045AB}"/>
                </a:ext>
              </a:extLst>
            </p:cNvPr>
            <p:cNvSpPr/>
            <p:nvPr/>
          </p:nvSpPr>
          <p:spPr>
            <a:xfrm>
              <a:off x="559758" y="2479701"/>
              <a:ext cx="78596" cy="144278"/>
            </a:xfrm>
            <a:custGeom>
              <a:avLst/>
              <a:gdLst>
                <a:gd name="connsiteX0" fmla="*/ 72206 w 78596"/>
                <a:gd name="connsiteY0" fmla="*/ 0 h 144278"/>
                <a:gd name="connsiteX1" fmla="*/ 6390 w 78596"/>
                <a:gd name="connsiteY1" fmla="*/ 0 h 144278"/>
                <a:gd name="connsiteX2" fmla="*/ 0 w 78596"/>
                <a:gd name="connsiteY2" fmla="*/ 6384 h 144278"/>
                <a:gd name="connsiteX3" fmla="*/ 0 w 78596"/>
                <a:gd name="connsiteY3" fmla="*/ 72139 h 144278"/>
                <a:gd name="connsiteX4" fmla="*/ 6390 w 78596"/>
                <a:gd name="connsiteY4" fmla="*/ 78523 h 144278"/>
                <a:gd name="connsiteX5" fmla="*/ 65177 w 78596"/>
                <a:gd name="connsiteY5" fmla="*/ 78523 h 144278"/>
                <a:gd name="connsiteX6" fmla="*/ 6390 w 78596"/>
                <a:gd name="connsiteY6" fmla="*/ 131510 h 144278"/>
                <a:gd name="connsiteX7" fmla="*/ 0 w 78596"/>
                <a:gd name="connsiteY7" fmla="*/ 137894 h 144278"/>
                <a:gd name="connsiteX8" fmla="*/ 6390 w 78596"/>
                <a:gd name="connsiteY8" fmla="*/ 144278 h 144278"/>
                <a:gd name="connsiteX9" fmla="*/ 78596 w 78596"/>
                <a:gd name="connsiteY9" fmla="*/ 72139 h 144278"/>
                <a:gd name="connsiteX10" fmla="*/ 78596 w 78596"/>
                <a:gd name="connsiteY10" fmla="*/ 6384 h 144278"/>
                <a:gd name="connsiteX11" fmla="*/ 72206 w 78596"/>
                <a:gd name="connsiteY11" fmla="*/ 0 h 144278"/>
                <a:gd name="connsiteX12" fmla="*/ 12780 w 78596"/>
                <a:gd name="connsiteY12" fmla="*/ 12768 h 144278"/>
                <a:gd name="connsiteX13" fmla="*/ 65816 w 78596"/>
                <a:gd name="connsiteY13" fmla="*/ 12768 h 144278"/>
                <a:gd name="connsiteX14" fmla="*/ 65816 w 78596"/>
                <a:gd name="connsiteY14" fmla="*/ 65755 h 144278"/>
                <a:gd name="connsiteX15" fmla="*/ 12780 w 78596"/>
                <a:gd name="connsiteY15" fmla="*/ 65755 h 144278"/>
                <a:gd name="connsiteX16" fmla="*/ 12780 w 78596"/>
                <a:gd name="connsiteY16" fmla="*/ 12768 h 14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8596" h="144278">
                  <a:moveTo>
                    <a:pt x="72206" y="0"/>
                  </a:moveTo>
                  <a:lnTo>
                    <a:pt x="6390" y="0"/>
                  </a:lnTo>
                  <a:cubicBezTo>
                    <a:pt x="2556" y="0"/>
                    <a:pt x="0" y="2554"/>
                    <a:pt x="0" y="6384"/>
                  </a:cubicBezTo>
                  <a:lnTo>
                    <a:pt x="0" y="72139"/>
                  </a:lnTo>
                  <a:cubicBezTo>
                    <a:pt x="0" y="75970"/>
                    <a:pt x="2556" y="78523"/>
                    <a:pt x="6390" y="78523"/>
                  </a:cubicBezTo>
                  <a:lnTo>
                    <a:pt x="65177" y="78523"/>
                  </a:lnTo>
                  <a:cubicBezTo>
                    <a:pt x="61982" y="109166"/>
                    <a:pt x="37701" y="131510"/>
                    <a:pt x="6390" y="131510"/>
                  </a:cubicBezTo>
                  <a:cubicBezTo>
                    <a:pt x="2556" y="131510"/>
                    <a:pt x="0" y="134064"/>
                    <a:pt x="0" y="137894"/>
                  </a:cubicBezTo>
                  <a:cubicBezTo>
                    <a:pt x="0" y="141724"/>
                    <a:pt x="2556" y="144278"/>
                    <a:pt x="6390" y="144278"/>
                  </a:cubicBezTo>
                  <a:cubicBezTo>
                    <a:pt x="47286" y="144278"/>
                    <a:pt x="78596" y="112997"/>
                    <a:pt x="78596" y="72139"/>
                  </a:cubicBezTo>
                  <a:lnTo>
                    <a:pt x="78596" y="6384"/>
                  </a:lnTo>
                  <a:cubicBezTo>
                    <a:pt x="78596" y="3192"/>
                    <a:pt x="76040" y="0"/>
                    <a:pt x="72206" y="0"/>
                  </a:cubicBezTo>
                  <a:close/>
                  <a:moveTo>
                    <a:pt x="12780" y="12768"/>
                  </a:moveTo>
                  <a:lnTo>
                    <a:pt x="65816" y="12768"/>
                  </a:lnTo>
                  <a:lnTo>
                    <a:pt x="65816" y="65755"/>
                  </a:lnTo>
                  <a:lnTo>
                    <a:pt x="12780" y="65755"/>
                  </a:lnTo>
                  <a:lnTo>
                    <a:pt x="12780" y="12768"/>
                  </a:lnTo>
                  <a:close/>
                </a:path>
              </a:pathLst>
            </a:custGeom>
            <a:solidFill>
              <a:srgbClr val="012169"/>
            </a:solidFill>
            <a:ln w="6390" cap="flat">
              <a:noFill/>
              <a:prstDash val="solid"/>
              <a:miter/>
            </a:ln>
          </p:spPr>
          <p:txBody>
            <a:bodyPr rtlCol="0" anchor="ctr"/>
            <a:lstStyle/>
            <a:p>
              <a:endParaRPr lang="en-US"/>
            </a:p>
          </p:txBody>
        </p:sp>
        <p:sp>
          <p:nvSpPr>
            <p:cNvPr id="926" name="Graphic 4">
              <a:extLst>
                <a:ext uri="{FF2B5EF4-FFF2-40B4-BE49-F238E27FC236}">
                  <a16:creationId xmlns:a16="http://schemas.microsoft.com/office/drawing/2014/main" id="{85F40576-03B9-224C-BDE4-2CF70E8CF114}"/>
                </a:ext>
              </a:extLst>
            </p:cNvPr>
            <p:cNvSpPr/>
            <p:nvPr/>
          </p:nvSpPr>
          <p:spPr>
            <a:xfrm>
              <a:off x="658802" y="2479701"/>
              <a:ext cx="78596" cy="144278"/>
            </a:xfrm>
            <a:custGeom>
              <a:avLst/>
              <a:gdLst>
                <a:gd name="connsiteX0" fmla="*/ 72206 w 78596"/>
                <a:gd name="connsiteY0" fmla="*/ 0 h 144278"/>
                <a:gd name="connsiteX1" fmla="*/ 6390 w 78596"/>
                <a:gd name="connsiteY1" fmla="*/ 0 h 144278"/>
                <a:gd name="connsiteX2" fmla="*/ 0 w 78596"/>
                <a:gd name="connsiteY2" fmla="*/ 6384 h 144278"/>
                <a:gd name="connsiteX3" fmla="*/ 0 w 78596"/>
                <a:gd name="connsiteY3" fmla="*/ 72139 h 144278"/>
                <a:gd name="connsiteX4" fmla="*/ 6390 w 78596"/>
                <a:gd name="connsiteY4" fmla="*/ 78523 h 144278"/>
                <a:gd name="connsiteX5" fmla="*/ 65177 w 78596"/>
                <a:gd name="connsiteY5" fmla="*/ 78523 h 144278"/>
                <a:gd name="connsiteX6" fmla="*/ 6390 w 78596"/>
                <a:gd name="connsiteY6" fmla="*/ 131510 h 144278"/>
                <a:gd name="connsiteX7" fmla="*/ 0 w 78596"/>
                <a:gd name="connsiteY7" fmla="*/ 137894 h 144278"/>
                <a:gd name="connsiteX8" fmla="*/ 6390 w 78596"/>
                <a:gd name="connsiteY8" fmla="*/ 144278 h 144278"/>
                <a:gd name="connsiteX9" fmla="*/ 78596 w 78596"/>
                <a:gd name="connsiteY9" fmla="*/ 72139 h 144278"/>
                <a:gd name="connsiteX10" fmla="*/ 78596 w 78596"/>
                <a:gd name="connsiteY10" fmla="*/ 6384 h 144278"/>
                <a:gd name="connsiteX11" fmla="*/ 72206 w 78596"/>
                <a:gd name="connsiteY11" fmla="*/ 0 h 144278"/>
                <a:gd name="connsiteX12" fmla="*/ 12780 w 78596"/>
                <a:gd name="connsiteY12" fmla="*/ 12768 h 144278"/>
                <a:gd name="connsiteX13" fmla="*/ 65816 w 78596"/>
                <a:gd name="connsiteY13" fmla="*/ 12768 h 144278"/>
                <a:gd name="connsiteX14" fmla="*/ 65816 w 78596"/>
                <a:gd name="connsiteY14" fmla="*/ 65755 h 144278"/>
                <a:gd name="connsiteX15" fmla="*/ 12780 w 78596"/>
                <a:gd name="connsiteY15" fmla="*/ 65755 h 144278"/>
                <a:gd name="connsiteX16" fmla="*/ 12780 w 78596"/>
                <a:gd name="connsiteY16" fmla="*/ 12768 h 14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8596" h="144278">
                  <a:moveTo>
                    <a:pt x="72206" y="0"/>
                  </a:moveTo>
                  <a:lnTo>
                    <a:pt x="6390" y="0"/>
                  </a:lnTo>
                  <a:cubicBezTo>
                    <a:pt x="2556" y="0"/>
                    <a:pt x="0" y="2554"/>
                    <a:pt x="0" y="6384"/>
                  </a:cubicBezTo>
                  <a:lnTo>
                    <a:pt x="0" y="72139"/>
                  </a:lnTo>
                  <a:cubicBezTo>
                    <a:pt x="0" y="75970"/>
                    <a:pt x="2556" y="78523"/>
                    <a:pt x="6390" y="78523"/>
                  </a:cubicBezTo>
                  <a:lnTo>
                    <a:pt x="65177" y="78523"/>
                  </a:lnTo>
                  <a:cubicBezTo>
                    <a:pt x="61982" y="109166"/>
                    <a:pt x="37701" y="131510"/>
                    <a:pt x="6390" y="131510"/>
                  </a:cubicBezTo>
                  <a:cubicBezTo>
                    <a:pt x="2556" y="131510"/>
                    <a:pt x="0" y="134064"/>
                    <a:pt x="0" y="137894"/>
                  </a:cubicBezTo>
                  <a:cubicBezTo>
                    <a:pt x="0" y="141724"/>
                    <a:pt x="2556" y="144278"/>
                    <a:pt x="6390" y="144278"/>
                  </a:cubicBezTo>
                  <a:cubicBezTo>
                    <a:pt x="47286" y="144278"/>
                    <a:pt x="78596" y="112997"/>
                    <a:pt x="78596" y="72139"/>
                  </a:cubicBezTo>
                  <a:lnTo>
                    <a:pt x="78596" y="6384"/>
                  </a:lnTo>
                  <a:cubicBezTo>
                    <a:pt x="78596" y="3192"/>
                    <a:pt x="75401" y="0"/>
                    <a:pt x="72206" y="0"/>
                  </a:cubicBezTo>
                  <a:close/>
                  <a:moveTo>
                    <a:pt x="12780" y="12768"/>
                  </a:moveTo>
                  <a:lnTo>
                    <a:pt x="65816" y="12768"/>
                  </a:lnTo>
                  <a:lnTo>
                    <a:pt x="65816" y="65755"/>
                  </a:lnTo>
                  <a:lnTo>
                    <a:pt x="12780" y="65755"/>
                  </a:lnTo>
                  <a:lnTo>
                    <a:pt x="12780" y="12768"/>
                  </a:lnTo>
                  <a:close/>
                </a:path>
              </a:pathLst>
            </a:custGeom>
            <a:solidFill>
              <a:srgbClr val="012169"/>
            </a:solidFill>
            <a:ln w="6390" cap="flat">
              <a:noFill/>
              <a:prstDash val="solid"/>
              <a:miter/>
            </a:ln>
          </p:spPr>
          <p:txBody>
            <a:bodyPr rtlCol="0" anchor="ctr"/>
            <a:lstStyle/>
            <a:p>
              <a:endParaRPr lang="en-US"/>
            </a:p>
          </p:txBody>
        </p:sp>
      </p:grpSp>
      <p:grpSp>
        <p:nvGrpSpPr>
          <p:cNvPr id="927" name="Graphic 4">
            <a:extLst>
              <a:ext uri="{FF2B5EF4-FFF2-40B4-BE49-F238E27FC236}">
                <a16:creationId xmlns:a16="http://schemas.microsoft.com/office/drawing/2014/main" id="{06EEAFC8-1102-6949-B418-203264C89023}"/>
              </a:ext>
            </a:extLst>
          </p:cNvPr>
          <p:cNvGrpSpPr>
            <a:grpSpLocks noChangeAspect="1"/>
          </p:cNvGrpSpPr>
          <p:nvPr/>
        </p:nvGrpSpPr>
        <p:grpSpPr>
          <a:xfrm>
            <a:off x="905454" y="2371173"/>
            <a:ext cx="361670" cy="361333"/>
            <a:chOff x="905454" y="2371173"/>
            <a:chExt cx="361670" cy="361333"/>
          </a:xfrm>
          <a:solidFill>
            <a:srgbClr val="012169"/>
          </a:solidFill>
        </p:grpSpPr>
        <p:sp>
          <p:nvSpPr>
            <p:cNvPr id="928" name="Graphic 4">
              <a:extLst>
                <a:ext uri="{FF2B5EF4-FFF2-40B4-BE49-F238E27FC236}">
                  <a16:creationId xmlns:a16="http://schemas.microsoft.com/office/drawing/2014/main" id="{758750F7-699E-B54C-A73B-88E2941A0E14}"/>
                </a:ext>
              </a:extLst>
            </p:cNvPr>
            <p:cNvSpPr/>
            <p:nvPr/>
          </p:nvSpPr>
          <p:spPr>
            <a:xfrm>
              <a:off x="1109293" y="2492469"/>
              <a:ext cx="53036" cy="52987"/>
            </a:xfrm>
            <a:custGeom>
              <a:avLst/>
              <a:gdLst>
                <a:gd name="connsiteX0" fmla="*/ 0 w 53036"/>
                <a:gd name="connsiteY0" fmla="*/ 0 h 52987"/>
                <a:gd name="connsiteX1" fmla="*/ 53037 w 53036"/>
                <a:gd name="connsiteY1" fmla="*/ 0 h 52987"/>
                <a:gd name="connsiteX2" fmla="*/ 53037 w 53036"/>
                <a:gd name="connsiteY2" fmla="*/ 52987 h 52987"/>
                <a:gd name="connsiteX3" fmla="*/ 0 w 53036"/>
                <a:gd name="connsiteY3" fmla="*/ 52987 h 52987"/>
              </a:gdLst>
              <a:ahLst/>
              <a:cxnLst>
                <a:cxn ang="0">
                  <a:pos x="connsiteX0" y="connsiteY0"/>
                </a:cxn>
                <a:cxn ang="0">
                  <a:pos x="connsiteX1" y="connsiteY1"/>
                </a:cxn>
                <a:cxn ang="0">
                  <a:pos x="connsiteX2" y="connsiteY2"/>
                </a:cxn>
                <a:cxn ang="0">
                  <a:pos x="connsiteX3" y="connsiteY3"/>
                </a:cxn>
              </a:cxnLst>
              <a:rect l="l" t="t" r="r" b="b"/>
              <a:pathLst>
                <a:path w="53036" h="52987">
                  <a:moveTo>
                    <a:pt x="0" y="0"/>
                  </a:moveTo>
                  <a:lnTo>
                    <a:pt x="53037" y="0"/>
                  </a:lnTo>
                  <a:lnTo>
                    <a:pt x="53037" y="52987"/>
                  </a:lnTo>
                  <a:lnTo>
                    <a:pt x="0" y="52987"/>
                  </a:lnTo>
                  <a:close/>
                </a:path>
              </a:pathLst>
            </a:custGeom>
            <a:solidFill>
              <a:srgbClr val="012169"/>
            </a:solidFill>
            <a:ln w="6390" cap="flat">
              <a:noFill/>
              <a:prstDash val="solid"/>
              <a:miter/>
            </a:ln>
          </p:spPr>
          <p:txBody>
            <a:bodyPr rtlCol="0" anchor="ctr"/>
            <a:lstStyle/>
            <a:p>
              <a:endParaRPr lang="en-US"/>
            </a:p>
          </p:txBody>
        </p:sp>
        <p:sp>
          <p:nvSpPr>
            <p:cNvPr id="929" name="Graphic 4">
              <a:extLst>
                <a:ext uri="{FF2B5EF4-FFF2-40B4-BE49-F238E27FC236}">
                  <a16:creationId xmlns:a16="http://schemas.microsoft.com/office/drawing/2014/main" id="{0B560816-0D3A-4544-B624-B2D4EB36E564}"/>
                </a:ext>
              </a:extLst>
            </p:cNvPr>
            <p:cNvSpPr/>
            <p:nvPr/>
          </p:nvSpPr>
          <p:spPr>
            <a:xfrm>
              <a:off x="90545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71250 w 361670"/>
                <a:gd name="connsiteY5" fmla="*/ 180667 h 361333"/>
                <a:gd name="connsiteX6" fmla="*/ 99044 w 361670"/>
                <a:gd name="connsiteY6" fmla="*/ 252806 h 361333"/>
                <a:gd name="connsiteX7" fmla="*/ 92654 w 361670"/>
                <a:gd name="connsiteY7" fmla="*/ 246422 h 361333"/>
                <a:gd name="connsiteX8" fmla="*/ 99044 w 361670"/>
                <a:gd name="connsiteY8" fmla="*/ 240038 h 361333"/>
                <a:gd name="connsiteX9" fmla="*/ 157831 w 361670"/>
                <a:gd name="connsiteY9" fmla="*/ 187051 h 361333"/>
                <a:gd name="connsiteX10" fmla="*/ 99044 w 361670"/>
                <a:gd name="connsiteY10" fmla="*/ 187051 h 361333"/>
                <a:gd name="connsiteX11" fmla="*/ 92654 w 361670"/>
                <a:gd name="connsiteY11" fmla="*/ 180667 h 361333"/>
                <a:gd name="connsiteX12" fmla="*/ 92654 w 361670"/>
                <a:gd name="connsiteY12" fmla="*/ 114912 h 361333"/>
                <a:gd name="connsiteX13" fmla="*/ 99044 w 361670"/>
                <a:gd name="connsiteY13" fmla="*/ 108528 h 361333"/>
                <a:gd name="connsiteX14" fmla="*/ 164860 w 361670"/>
                <a:gd name="connsiteY14" fmla="*/ 108528 h 361333"/>
                <a:gd name="connsiteX15" fmla="*/ 171250 w 361670"/>
                <a:gd name="connsiteY15" fmla="*/ 114912 h 361333"/>
                <a:gd name="connsiteX16" fmla="*/ 171250 w 361670"/>
                <a:gd name="connsiteY16" fmla="*/ 180667 h 361333"/>
                <a:gd name="connsiteX17" fmla="*/ 269655 w 361670"/>
                <a:gd name="connsiteY17" fmla="*/ 180667 h 361333"/>
                <a:gd name="connsiteX18" fmla="*/ 197449 w 361670"/>
                <a:gd name="connsiteY18" fmla="*/ 252806 h 361333"/>
                <a:gd name="connsiteX19" fmla="*/ 191059 w 361670"/>
                <a:gd name="connsiteY19" fmla="*/ 246422 h 361333"/>
                <a:gd name="connsiteX20" fmla="*/ 197449 w 361670"/>
                <a:gd name="connsiteY20" fmla="*/ 240038 h 361333"/>
                <a:gd name="connsiteX21" fmla="*/ 256237 w 361670"/>
                <a:gd name="connsiteY21" fmla="*/ 187051 h 361333"/>
                <a:gd name="connsiteX22" fmla="*/ 197449 w 361670"/>
                <a:gd name="connsiteY22" fmla="*/ 187051 h 361333"/>
                <a:gd name="connsiteX23" fmla="*/ 191059 w 361670"/>
                <a:gd name="connsiteY23" fmla="*/ 180667 h 361333"/>
                <a:gd name="connsiteX24" fmla="*/ 191059 w 361670"/>
                <a:gd name="connsiteY24" fmla="*/ 114912 h 361333"/>
                <a:gd name="connsiteX25" fmla="*/ 197449 w 361670"/>
                <a:gd name="connsiteY25" fmla="*/ 108528 h 361333"/>
                <a:gd name="connsiteX26" fmla="*/ 263265 w 361670"/>
                <a:gd name="connsiteY26" fmla="*/ 108528 h 361333"/>
                <a:gd name="connsiteX27" fmla="*/ 269655 w 361670"/>
                <a:gd name="connsiteY27" fmla="*/ 114912 h 361333"/>
                <a:gd name="connsiteX28" fmla="*/ 269655 w 361670"/>
                <a:gd name="connsiteY28" fmla="*/ 18066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71250" y="180667"/>
                  </a:moveTo>
                  <a:cubicBezTo>
                    <a:pt x="171250" y="221524"/>
                    <a:pt x="139940" y="252806"/>
                    <a:pt x="99044" y="252806"/>
                  </a:cubicBezTo>
                  <a:cubicBezTo>
                    <a:pt x="95210" y="252806"/>
                    <a:pt x="92654" y="250252"/>
                    <a:pt x="92654" y="246422"/>
                  </a:cubicBezTo>
                  <a:cubicBezTo>
                    <a:pt x="92654" y="242591"/>
                    <a:pt x="95210" y="240038"/>
                    <a:pt x="99044" y="240038"/>
                  </a:cubicBezTo>
                  <a:cubicBezTo>
                    <a:pt x="130994" y="240038"/>
                    <a:pt x="155275" y="217694"/>
                    <a:pt x="157831" y="187051"/>
                  </a:cubicBezTo>
                  <a:lnTo>
                    <a:pt x="99044" y="187051"/>
                  </a:lnTo>
                  <a:cubicBezTo>
                    <a:pt x="95210" y="187051"/>
                    <a:pt x="92654" y="184497"/>
                    <a:pt x="92654" y="180667"/>
                  </a:cubicBezTo>
                  <a:lnTo>
                    <a:pt x="92654" y="114912"/>
                  </a:lnTo>
                  <a:cubicBezTo>
                    <a:pt x="92654" y="111081"/>
                    <a:pt x="95210" y="108528"/>
                    <a:pt x="99044" y="108528"/>
                  </a:cubicBezTo>
                  <a:lnTo>
                    <a:pt x="164860" y="108528"/>
                  </a:lnTo>
                  <a:cubicBezTo>
                    <a:pt x="168694" y="108528"/>
                    <a:pt x="171250" y="111081"/>
                    <a:pt x="171250" y="114912"/>
                  </a:cubicBezTo>
                  <a:lnTo>
                    <a:pt x="171250" y="180667"/>
                  </a:lnTo>
                  <a:close/>
                  <a:moveTo>
                    <a:pt x="269655" y="180667"/>
                  </a:moveTo>
                  <a:cubicBezTo>
                    <a:pt x="269655" y="221524"/>
                    <a:pt x="238345" y="252806"/>
                    <a:pt x="197449" y="252806"/>
                  </a:cubicBezTo>
                  <a:cubicBezTo>
                    <a:pt x="193615" y="252806"/>
                    <a:pt x="191059" y="250252"/>
                    <a:pt x="191059" y="246422"/>
                  </a:cubicBezTo>
                  <a:cubicBezTo>
                    <a:pt x="191059" y="242591"/>
                    <a:pt x="193615" y="240038"/>
                    <a:pt x="197449" y="240038"/>
                  </a:cubicBezTo>
                  <a:cubicBezTo>
                    <a:pt x="229399" y="240038"/>
                    <a:pt x="253680" y="217694"/>
                    <a:pt x="256237" y="187051"/>
                  </a:cubicBezTo>
                  <a:lnTo>
                    <a:pt x="197449" y="187051"/>
                  </a:lnTo>
                  <a:cubicBezTo>
                    <a:pt x="193615" y="187051"/>
                    <a:pt x="191059" y="184497"/>
                    <a:pt x="191059" y="180667"/>
                  </a:cubicBezTo>
                  <a:lnTo>
                    <a:pt x="191059" y="114912"/>
                  </a:lnTo>
                  <a:cubicBezTo>
                    <a:pt x="191059" y="111081"/>
                    <a:pt x="193615" y="108528"/>
                    <a:pt x="197449" y="108528"/>
                  </a:cubicBezTo>
                  <a:lnTo>
                    <a:pt x="263265" y="108528"/>
                  </a:lnTo>
                  <a:cubicBezTo>
                    <a:pt x="267099" y="108528"/>
                    <a:pt x="269655" y="111081"/>
                    <a:pt x="269655" y="114912"/>
                  </a:cubicBezTo>
                  <a:lnTo>
                    <a:pt x="269655" y="180667"/>
                  </a:lnTo>
                  <a:close/>
                </a:path>
              </a:pathLst>
            </a:custGeom>
            <a:solidFill>
              <a:srgbClr val="012169"/>
            </a:solidFill>
            <a:ln w="6390" cap="flat">
              <a:noFill/>
              <a:prstDash val="solid"/>
              <a:miter/>
            </a:ln>
          </p:spPr>
          <p:txBody>
            <a:bodyPr rtlCol="0" anchor="ctr"/>
            <a:lstStyle/>
            <a:p>
              <a:endParaRPr lang="en-US"/>
            </a:p>
          </p:txBody>
        </p:sp>
        <p:sp>
          <p:nvSpPr>
            <p:cNvPr id="930" name="Graphic 4">
              <a:extLst>
                <a:ext uri="{FF2B5EF4-FFF2-40B4-BE49-F238E27FC236}">
                  <a16:creationId xmlns:a16="http://schemas.microsoft.com/office/drawing/2014/main" id="{FED5C9D7-8E4D-474A-9381-38A2A73FDC6F}"/>
                </a:ext>
              </a:extLst>
            </p:cNvPr>
            <p:cNvSpPr/>
            <p:nvPr/>
          </p:nvSpPr>
          <p:spPr>
            <a:xfrm>
              <a:off x="1010888" y="2492469"/>
              <a:ext cx="53036" cy="52987"/>
            </a:xfrm>
            <a:custGeom>
              <a:avLst/>
              <a:gdLst>
                <a:gd name="connsiteX0" fmla="*/ 0 w 53036"/>
                <a:gd name="connsiteY0" fmla="*/ 0 h 52987"/>
                <a:gd name="connsiteX1" fmla="*/ 53036 w 53036"/>
                <a:gd name="connsiteY1" fmla="*/ 0 h 52987"/>
                <a:gd name="connsiteX2" fmla="*/ 53036 w 53036"/>
                <a:gd name="connsiteY2" fmla="*/ 52987 h 52987"/>
                <a:gd name="connsiteX3" fmla="*/ 0 w 53036"/>
                <a:gd name="connsiteY3" fmla="*/ 52987 h 52987"/>
              </a:gdLst>
              <a:ahLst/>
              <a:cxnLst>
                <a:cxn ang="0">
                  <a:pos x="connsiteX0" y="connsiteY0"/>
                </a:cxn>
                <a:cxn ang="0">
                  <a:pos x="connsiteX1" y="connsiteY1"/>
                </a:cxn>
                <a:cxn ang="0">
                  <a:pos x="connsiteX2" y="connsiteY2"/>
                </a:cxn>
                <a:cxn ang="0">
                  <a:pos x="connsiteX3" y="connsiteY3"/>
                </a:cxn>
              </a:cxnLst>
              <a:rect l="l" t="t" r="r" b="b"/>
              <a:pathLst>
                <a:path w="53036" h="52987">
                  <a:moveTo>
                    <a:pt x="0" y="0"/>
                  </a:moveTo>
                  <a:lnTo>
                    <a:pt x="53036" y="0"/>
                  </a:lnTo>
                  <a:lnTo>
                    <a:pt x="53036" y="52987"/>
                  </a:lnTo>
                  <a:lnTo>
                    <a:pt x="0" y="52987"/>
                  </a:lnTo>
                  <a:close/>
                </a:path>
              </a:pathLst>
            </a:custGeom>
            <a:solidFill>
              <a:srgbClr val="012169"/>
            </a:solidFill>
            <a:ln w="6390" cap="flat">
              <a:noFill/>
              <a:prstDash val="solid"/>
              <a:miter/>
            </a:ln>
          </p:spPr>
          <p:txBody>
            <a:bodyPr rtlCol="0" anchor="ctr"/>
            <a:lstStyle/>
            <a:p>
              <a:endParaRPr lang="en-US"/>
            </a:p>
          </p:txBody>
        </p:sp>
      </p:grpSp>
      <p:grpSp>
        <p:nvGrpSpPr>
          <p:cNvPr id="931" name="Graphic 4">
            <a:extLst>
              <a:ext uri="{FF2B5EF4-FFF2-40B4-BE49-F238E27FC236}">
                <a16:creationId xmlns:a16="http://schemas.microsoft.com/office/drawing/2014/main" id="{8A68D111-7AF1-D44E-AFC4-0CC99113C459}"/>
              </a:ext>
            </a:extLst>
          </p:cNvPr>
          <p:cNvGrpSpPr>
            <a:grpSpLocks noChangeAspect="1"/>
          </p:cNvGrpSpPr>
          <p:nvPr/>
        </p:nvGrpSpPr>
        <p:grpSpPr>
          <a:xfrm>
            <a:off x="467743" y="3824168"/>
            <a:ext cx="361670" cy="361333"/>
            <a:chOff x="467743" y="3824168"/>
            <a:chExt cx="361670" cy="361333"/>
          </a:xfrm>
          <a:solidFill>
            <a:srgbClr val="012169"/>
          </a:solidFill>
        </p:grpSpPr>
        <p:sp>
          <p:nvSpPr>
            <p:cNvPr id="932" name="Graphic 4">
              <a:extLst>
                <a:ext uri="{FF2B5EF4-FFF2-40B4-BE49-F238E27FC236}">
                  <a16:creationId xmlns:a16="http://schemas.microsoft.com/office/drawing/2014/main" id="{7AA5C080-777A-4740-BE3B-FCB838E92014}"/>
                </a:ext>
              </a:extLst>
            </p:cNvPr>
            <p:cNvSpPr/>
            <p:nvPr/>
          </p:nvSpPr>
          <p:spPr>
            <a:xfrm>
              <a:off x="467743" y="3824168"/>
              <a:ext cx="361670" cy="361333"/>
            </a:xfrm>
            <a:custGeom>
              <a:avLst/>
              <a:gdLst>
                <a:gd name="connsiteX0" fmla="*/ 180835 w 361670"/>
                <a:gd name="connsiteY0" fmla="*/ 349204 h 361333"/>
                <a:gd name="connsiteX1" fmla="*/ 12780 w 361670"/>
                <a:gd name="connsiteY1" fmla="*/ 181305 h 361333"/>
                <a:gd name="connsiteX2" fmla="*/ 180835 w 361670"/>
                <a:gd name="connsiteY2" fmla="*/ 13406 h 361333"/>
                <a:gd name="connsiteX3" fmla="*/ 348891 w 361670"/>
                <a:gd name="connsiteY3" fmla="*/ 181305 h 361333"/>
                <a:gd name="connsiteX4" fmla="*/ 180835 w 361670"/>
                <a:gd name="connsiteY4" fmla="*/ 349204 h 361333"/>
                <a:gd name="connsiteX5" fmla="*/ 180835 w 361670"/>
                <a:gd name="connsiteY5" fmla="*/ 0 h 361333"/>
                <a:gd name="connsiteX6" fmla="*/ 0 w 361670"/>
                <a:gd name="connsiteY6" fmla="*/ 180667 h 361333"/>
                <a:gd name="connsiteX7" fmla="*/ 180835 w 361670"/>
                <a:gd name="connsiteY7" fmla="*/ 361333 h 361333"/>
                <a:gd name="connsiteX8" fmla="*/ 361670 w 361670"/>
                <a:gd name="connsiteY8" fmla="*/ 180667 h 361333"/>
                <a:gd name="connsiteX9" fmla="*/ 180835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1076"/>
                    <a:pt x="280518" y="0"/>
                    <a:pt x="180835" y="0"/>
                  </a:cubicBezTo>
                </a:path>
              </a:pathLst>
            </a:custGeom>
            <a:solidFill>
              <a:srgbClr val="012169"/>
            </a:solidFill>
            <a:ln w="6390" cap="flat">
              <a:noFill/>
              <a:prstDash val="solid"/>
              <a:miter/>
            </a:ln>
          </p:spPr>
          <p:txBody>
            <a:bodyPr rtlCol="0" anchor="ctr"/>
            <a:lstStyle/>
            <a:p>
              <a:endParaRPr lang="en-US"/>
            </a:p>
          </p:txBody>
        </p:sp>
        <p:sp>
          <p:nvSpPr>
            <p:cNvPr id="933" name="Graphic 4">
              <a:extLst>
                <a:ext uri="{FF2B5EF4-FFF2-40B4-BE49-F238E27FC236}">
                  <a16:creationId xmlns:a16="http://schemas.microsoft.com/office/drawing/2014/main" id="{5B79829E-DAF0-CA40-A278-D77113C1BA64}"/>
                </a:ext>
              </a:extLst>
            </p:cNvPr>
            <p:cNvSpPr/>
            <p:nvPr/>
          </p:nvSpPr>
          <p:spPr>
            <a:xfrm>
              <a:off x="544422" y="3926950"/>
              <a:ext cx="207672" cy="156407"/>
            </a:xfrm>
            <a:custGeom>
              <a:avLst/>
              <a:gdLst>
                <a:gd name="connsiteX0" fmla="*/ 194893 w 207672"/>
                <a:gd name="connsiteY0" fmla="*/ 81715 h 156407"/>
                <a:gd name="connsiteX1" fmla="*/ 185947 w 207672"/>
                <a:gd name="connsiteY1" fmla="*/ 99590 h 156407"/>
                <a:gd name="connsiteX2" fmla="*/ 170611 w 207672"/>
                <a:gd name="connsiteY2" fmla="*/ 95121 h 156407"/>
                <a:gd name="connsiteX3" fmla="*/ 148247 w 207672"/>
                <a:gd name="connsiteY3" fmla="*/ 80438 h 156407"/>
                <a:gd name="connsiteX4" fmla="*/ 144413 w 207672"/>
                <a:gd name="connsiteY4" fmla="*/ 86184 h 156407"/>
                <a:gd name="connsiteX5" fmla="*/ 144413 w 207672"/>
                <a:gd name="connsiteY5" fmla="*/ 143640 h 156407"/>
                <a:gd name="connsiteX6" fmla="*/ 13419 w 207672"/>
                <a:gd name="connsiteY6" fmla="*/ 143640 h 156407"/>
                <a:gd name="connsiteX7" fmla="*/ 13419 w 207672"/>
                <a:gd name="connsiteY7" fmla="*/ 12130 h 156407"/>
                <a:gd name="connsiteX8" fmla="*/ 50481 w 207672"/>
                <a:gd name="connsiteY8" fmla="*/ 12130 h 156407"/>
                <a:gd name="connsiteX9" fmla="*/ 46008 w 207672"/>
                <a:gd name="connsiteY9" fmla="*/ 15960 h 156407"/>
                <a:gd name="connsiteX10" fmla="*/ 37701 w 207672"/>
                <a:gd name="connsiteY10" fmla="*/ 45326 h 156407"/>
                <a:gd name="connsiteX11" fmla="*/ 67733 w 207672"/>
                <a:gd name="connsiteY11" fmla="*/ 62563 h 156407"/>
                <a:gd name="connsiteX12" fmla="*/ 89459 w 207672"/>
                <a:gd name="connsiteY12" fmla="*/ 62563 h 156407"/>
                <a:gd name="connsiteX13" fmla="*/ 119492 w 207672"/>
                <a:gd name="connsiteY13" fmla="*/ 45326 h 156407"/>
                <a:gd name="connsiteX14" fmla="*/ 111185 w 207672"/>
                <a:gd name="connsiteY14" fmla="*/ 15960 h 156407"/>
                <a:gd name="connsiteX15" fmla="*/ 106712 w 207672"/>
                <a:gd name="connsiteY15" fmla="*/ 12130 h 156407"/>
                <a:gd name="connsiteX16" fmla="*/ 143774 w 207672"/>
                <a:gd name="connsiteY16" fmla="*/ 12130 h 156407"/>
                <a:gd name="connsiteX17" fmla="*/ 143774 w 207672"/>
                <a:gd name="connsiteY17" fmla="*/ 55541 h 156407"/>
                <a:gd name="connsiteX18" fmla="*/ 147608 w 207672"/>
                <a:gd name="connsiteY18" fmla="*/ 61286 h 156407"/>
                <a:gd name="connsiteX19" fmla="*/ 169972 w 207672"/>
                <a:gd name="connsiteY19" fmla="*/ 46603 h 156407"/>
                <a:gd name="connsiteX20" fmla="*/ 185308 w 207672"/>
                <a:gd name="connsiteY20" fmla="*/ 42134 h 156407"/>
                <a:gd name="connsiteX21" fmla="*/ 194254 w 207672"/>
                <a:gd name="connsiteY21" fmla="*/ 60010 h 156407"/>
                <a:gd name="connsiteX22" fmla="*/ 194254 w 207672"/>
                <a:gd name="connsiteY22" fmla="*/ 81715 h 156407"/>
                <a:gd name="connsiteX23" fmla="*/ 190420 w 207672"/>
                <a:gd name="connsiteY23" fmla="*/ 30005 h 156407"/>
                <a:gd name="connsiteX24" fmla="*/ 161026 w 207672"/>
                <a:gd name="connsiteY24" fmla="*/ 38304 h 156407"/>
                <a:gd name="connsiteX25" fmla="*/ 157192 w 207672"/>
                <a:gd name="connsiteY25" fmla="*/ 42773 h 156407"/>
                <a:gd name="connsiteX26" fmla="*/ 157192 w 207672"/>
                <a:gd name="connsiteY26" fmla="*/ 6384 h 156407"/>
                <a:gd name="connsiteX27" fmla="*/ 150803 w 207672"/>
                <a:gd name="connsiteY27" fmla="*/ 0 h 156407"/>
                <a:gd name="connsiteX28" fmla="*/ 93932 w 207672"/>
                <a:gd name="connsiteY28" fmla="*/ 0 h 156407"/>
                <a:gd name="connsiteX29" fmla="*/ 88181 w 207672"/>
                <a:gd name="connsiteY29" fmla="*/ 3830 h 156407"/>
                <a:gd name="connsiteX30" fmla="*/ 102878 w 207672"/>
                <a:gd name="connsiteY30" fmla="*/ 26174 h 156407"/>
                <a:gd name="connsiteX31" fmla="*/ 107351 w 207672"/>
                <a:gd name="connsiteY31" fmla="*/ 41496 h 156407"/>
                <a:gd name="connsiteX32" fmla="*/ 89459 w 207672"/>
                <a:gd name="connsiteY32" fmla="*/ 50434 h 156407"/>
                <a:gd name="connsiteX33" fmla="*/ 67733 w 207672"/>
                <a:gd name="connsiteY33" fmla="*/ 50434 h 156407"/>
                <a:gd name="connsiteX34" fmla="*/ 49842 w 207672"/>
                <a:gd name="connsiteY34" fmla="*/ 41496 h 156407"/>
                <a:gd name="connsiteX35" fmla="*/ 54314 w 207672"/>
                <a:gd name="connsiteY35" fmla="*/ 26174 h 156407"/>
                <a:gd name="connsiteX36" fmla="*/ 69011 w 207672"/>
                <a:gd name="connsiteY36" fmla="*/ 3830 h 156407"/>
                <a:gd name="connsiteX37" fmla="*/ 63260 w 207672"/>
                <a:gd name="connsiteY37" fmla="*/ 0 h 156407"/>
                <a:gd name="connsiteX38" fmla="*/ 6390 w 207672"/>
                <a:gd name="connsiteY38" fmla="*/ 0 h 156407"/>
                <a:gd name="connsiteX39" fmla="*/ 0 w 207672"/>
                <a:gd name="connsiteY39" fmla="*/ 6384 h 156407"/>
                <a:gd name="connsiteX40" fmla="*/ 0 w 207672"/>
                <a:gd name="connsiteY40" fmla="*/ 150024 h 156407"/>
                <a:gd name="connsiteX41" fmla="*/ 6390 w 207672"/>
                <a:gd name="connsiteY41" fmla="*/ 156408 h 156407"/>
                <a:gd name="connsiteX42" fmla="*/ 150803 w 207672"/>
                <a:gd name="connsiteY42" fmla="*/ 156408 h 156407"/>
                <a:gd name="connsiteX43" fmla="*/ 157192 w 207672"/>
                <a:gd name="connsiteY43" fmla="*/ 150024 h 156407"/>
                <a:gd name="connsiteX44" fmla="*/ 157192 w 207672"/>
                <a:gd name="connsiteY44" fmla="*/ 98952 h 156407"/>
                <a:gd name="connsiteX45" fmla="*/ 161026 w 207672"/>
                <a:gd name="connsiteY45" fmla="*/ 103421 h 156407"/>
                <a:gd name="connsiteX46" fmla="*/ 190420 w 207672"/>
                <a:gd name="connsiteY46" fmla="*/ 111720 h 156407"/>
                <a:gd name="connsiteX47" fmla="*/ 207673 w 207672"/>
                <a:gd name="connsiteY47" fmla="*/ 81715 h 156407"/>
                <a:gd name="connsiteX48" fmla="*/ 207673 w 207672"/>
                <a:gd name="connsiteY48" fmla="*/ 60010 h 156407"/>
                <a:gd name="connsiteX49" fmla="*/ 190420 w 207672"/>
                <a:gd name="connsiteY49" fmla="*/ 30005 h 156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07672" h="156407">
                  <a:moveTo>
                    <a:pt x="194893" y="81715"/>
                  </a:moveTo>
                  <a:cubicBezTo>
                    <a:pt x="194893" y="91291"/>
                    <a:pt x="191698" y="97675"/>
                    <a:pt x="185947" y="99590"/>
                  </a:cubicBezTo>
                  <a:cubicBezTo>
                    <a:pt x="180835" y="101505"/>
                    <a:pt x="175084" y="99590"/>
                    <a:pt x="170611" y="95121"/>
                  </a:cubicBezTo>
                  <a:cubicBezTo>
                    <a:pt x="157192" y="80438"/>
                    <a:pt x="152720" y="78523"/>
                    <a:pt x="148247" y="80438"/>
                  </a:cubicBezTo>
                  <a:cubicBezTo>
                    <a:pt x="145691" y="81715"/>
                    <a:pt x="144413" y="83630"/>
                    <a:pt x="144413" y="86184"/>
                  </a:cubicBezTo>
                  <a:lnTo>
                    <a:pt x="144413" y="143640"/>
                  </a:lnTo>
                  <a:lnTo>
                    <a:pt x="13419" y="143640"/>
                  </a:lnTo>
                  <a:lnTo>
                    <a:pt x="13419" y="12130"/>
                  </a:lnTo>
                  <a:lnTo>
                    <a:pt x="50481" y="12130"/>
                  </a:lnTo>
                  <a:cubicBezTo>
                    <a:pt x="49203" y="13406"/>
                    <a:pt x="47925" y="14683"/>
                    <a:pt x="46008" y="15960"/>
                  </a:cubicBezTo>
                  <a:cubicBezTo>
                    <a:pt x="37062" y="23621"/>
                    <a:pt x="33867" y="35112"/>
                    <a:pt x="37701" y="45326"/>
                  </a:cubicBezTo>
                  <a:cubicBezTo>
                    <a:pt x="41535" y="56179"/>
                    <a:pt x="53036" y="62563"/>
                    <a:pt x="67733" y="62563"/>
                  </a:cubicBezTo>
                  <a:lnTo>
                    <a:pt x="89459" y="62563"/>
                  </a:lnTo>
                  <a:cubicBezTo>
                    <a:pt x="104156" y="62563"/>
                    <a:pt x="115658" y="56179"/>
                    <a:pt x="119492" y="45326"/>
                  </a:cubicBezTo>
                  <a:cubicBezTo>
                    <a:pt x="123326" y="35112"/>
                    <a:pt x="120131" y="23621"/>
                    <a:pt x="111185" y="15960"/>
                  </a:cubicBezTo>
                  <a:cubicBezTo>
                    <a:pt x="109268" y="14683"/>
                    <a:pt x="107990" y="13406"/>
                    <a:pt x="106712" y="12130"/>
                  </a:cubicBezTo>
                  <a:lnTo>
                    <a:pt x="143774" y="12130"/>
                  </a:lnTo>
                  <a:lnTo>
                    <a:pt x="143774" y="55541"/>
                  </a:lnTo>
                  <a:cubicBezTo>
                    <a:pt x="143774" y="58094"/>
                    <a:pt x="145052" y="60648"/>
                    <a:pt x="147608" y="61286"/>
                  </a:cubicBezTo>
                  <a:cubicBezTo>
                    <a:pt x="152081" y="63202"/>
                    <a:pt x="156553" y="61286"/>
                    <a:pt x="169972" y="46603"/>
                  </a:cubicBezTo>
                  <a:cubicBezTo>
                    <a:pt x="174445" y="42134"/>
                    <a:pt x="180196" y="40219"/>
                    <a:pt x="185308" y="42134"/>
                  </a:cubicBezTo>
                  <a:cubicBezTo>
                    <a:pt x="191059" y="44050"/>
                    <a:pt x="194254" y="51072"/>
                    <a:pt x="194254" y="60010"/>
                  </a:cubicBezTo>
                  <a:lnTo>
                    <a:pt x="194254" y="81715"/>
                  </a:lnTo>
                  <a:close/>
                  <a:moveTo>
                    <a:pt x="190420" y="30005"/>
                  </a:moveTo>
                  <a:cubicBezTo>
                    <a:pt x="180196" y="26174"/>
                    <a:pt x="168694" y="29366"/>
                    <a:pt x="161026" y="38304"/>
                  </a:cubicBezTo>
                  <a:cubicBezTo>
                    <a:pt x="159748" y="40219"/>
                    <a:pt x="158470" y="41496"/>
                    <a:pt x="157192" y="42773"/>
                  </a:cubicBezTo>
                  <a:lnTo>
                    <a:pt x="157192" y="6384"/>
                  </a:lnTo>
                  <a:cubicBezTo>
                    <a:pt x="157192" y="2554"/>
                    <a:pt x="154637" y="0"/>
                    <a:pt x="150803" y="0"/>
                  </a:cubicBezTo>
                  <a:lnTo>
                    <a:pt x="93932" y="0"/>
                  </a:lnTo>
                  <a:cubicBezTo>
                    <a:pt x="91376" y="0"/>
                    <a:pt x="88820" y="1277"/>
                    <a:pt x="88181" y="3830"/>
                  </a:cubicBezTo>
                  <a:cubicBezTo>
                    <a:pt x="86264" y="8299"/>
                    <a:pt x="88181" y="12768"/>
                    <a:pt x="102878" y="26174"/>
                  </a:cubicBezTo>
                  <a:cubicBezTo>
                    <a:pt x="107351" y="30643"/>
                    <a:pt x="109268" y="36389"/>
                    <a:pt x="107351" y="41496"/>
                  </a:cubicBezTo>
                  <a:cubicBezTo>
                    <a:pt x="105434" y="47242"/>
                    <a:pt x="98405" y="50434"/>
                    <a:pt x="89459" y="50434"/>
                  </a:cubicBezTo>
                  <a:lnTo>
                    <a:pt x="67733" y="50434"/>
                  </a:lnTo>
                  <a:cubicBezTo>
                    <a:pt x="58148" y="50434"/>
                    <a:pt x="51759" y="47242"/>
                    <a:pt x="49842" y="41496"/>
                  </a:cubicBezTo>
                  <a:cubicBezTo>
                    <a:pt x="47925" y="36389"/>
                    <a:pt x="49842" y="30643"/>
                    <a:pt x="54314" y="26174"/>
                  </a:cubicBezTo>
                  <a:cubicBezTo>
                    <a:pt x="69011" y="12768"/>
                    <a:pt x="70928" y="8299"/>
                    <a:pt x="69011" y="3830"/>
                  </a:cubicBezTo>
                  <a:cubicBezTo>
                    <a:pt x="67733" y="1277"/>
                    <a:pt x="65816" y="0"/>
                    <a:pt x="63260" y="0"/>
                  </a:cubicBezTo>
                  <a:lnTo>
                    <a:pt x="6390" y="0"/>
                  </a:lnTo>
                  <a:cubicBezTo>
                    <a:pt x="2556" y="0"/>
                    <a:pt x="0" y="2554"/>
                    <a:pt x="0" y="6384"/>
                  </a:cubicBezTo>
                  <a:lnTo>
                    <a:pt x="0" y="150024"/>
                  </a:lnTo>
                  <a:cubicBezTo>
                    <a:pt x="0" y="153854"/>
                    <a:pt x="2556" y="156408"/>
                    <a:pt x="6390" y="156408"/>
                  </a:cubicBezTo>
                  <a:lnTo>
                    <a:pt x="150803" y="156408"/>
                  </a:lnTo>
                  <a:cubicBezTo>
                    <a:pt x="154637" y="156408"/>
                    <a:pt x="157192" y="153854"/>
                    <a:pt x="157192" y="150024"/>
                  </a:cubicBezTo>
                  <a:lnTo>
                    <a:pt x="157192" y="98952"/>
                  </a:lnTo>
                  <a:cubicBezTo>
                    <a:pt x="158470" y="100229"/>
                    <a:pt x="159748" y="101505"/>
                    <a:pt x="161026" y="103421"/>
                  </a:cubicBezTo>
                  <a:cubicBezTo>
                    <a:pt x="168694" y="112358"/>
                    <a:pt x="180196" y="115550"/>
                    <a:pt x="190420" y="111720"/>
                  </a:cubicBezTo>
                  <a:cubicBezTo>
                    <a:pt x="201283" y="107889"/>
                    <a:pt x="207673" y="96398"/>
                    <a:pt x="207673" y="81715"/>
                  </a:cubicBezTo>
                  <a:lnTo>
                    <a:pt x="207673" y="60010"/>
                  </a:lnTo>
                  <a:cubicBezTo>
                    <a:pt x="207673" y="45326"/>
                    <a:pt x="201283" y="34474"/>
                    <a:pt x="190420" y="30005"/>
                  </a:cubicBezTo>
                </a:path>
              </a:pathLst>
            </a:custGeom>
            <a:solidFill>
              <a:srgbClr val="012169"/>
            </a:solidFill>
            <a:ln w="6390" cap="flat">
              <a:noFill/>
              <a:prstDash val="solid"/>
              <a:miter/>
            </a:ln>
          </p:spPr>
          <p:txBody>
            <a:bodyPr rtlCol="0" anchor="ctr"/>
            <a:lstStyle/>
            <a:p>
              <a:endParaRPr lang="en-US"/>
            </a:p>
          </p:txBody>
        </p:sp>
      </p:grpSp>
      <p:grpSp>
        <p:nvGrpSpPr>
          <p:cNvPr id="934" name="Graphic 4">
            <a:extLst>
              <a:ext uri="{FF2B5EF4-FFF2-40B4-BE49-F238E27FC236}">
                <a16:creationId xmlns:a16="http://schemas.microsoft.com/office/drawing/2014/main" id="{332FA4EC-7B98-6147-A7E1-E88EFD4C8B3D}"/>
              </a:ext>
            </a:extLst>
          </p:cNvPr>
          <p:cNvGrpSpPr>
            <a:grpSpLocks noChangeAspect="1"/>
          </p:cNvGrpSpPr>
          <p:nvPr/>
        </p:nvGrpSpPr>
        <p:grpSpPr>
          <a:xfrm>
            <a:off x="905454" y="3824168"/>
            <a:ext cx="361674" cy="361333"/>
            <a:chOff x="905454" y="3824168"/>
            <a:chExt cx="361674" cy="361333"/>
          </a:xfrm>
          <a:solidFill>
            <a:srgbClr val="012169"/>
          </a:solidFill>
        </p:grpSpPr>
        <p:sp>
          <p:nvSpPr>
            <p:cNvPr id="935" name="Graphic 4">
              <a:extLst>
                <a:ext uri="{FF2B5EF4-FFF2-40B4-BE49-F238E27FC236}">
                  <a16:creationId xmlns:a16="http://schemas.microsoft.com/office/drawing/2014/main" id="{FF04E748-86A5-AE43-91A8-216E5DB290CD}"/>
                </a:ext>
              </a:extLst>
            </p:cNvPr>
            <p:cNvSpPr/>
            <p:nvPr/>
          </p:nvSpPr>
          <p:spPr>
            <a:xfrm>
              <a:off x="905454" y="3824168"/>
              <a:ext cx="361674" cy="361333"/>
            </a:xfrm>
            <a:custGeom>
              <a:avLst/>
              <a:gdLst>
                <a:gd name="connsiteX0" fmla="*/ 284991 w 361674"/>
                <a:gd name="connsiteY0" fmla="*/ 184497 h 361333"/>
                <a:gd name="connsiteX1" fmla="*/ 267738 w 361674"/>
                <a:gd name="connsiteY1" fmla="*/ 214502 h 361333"/>
                <a:gd name="connsiteX2" fmla="*/ 238345 w 361674"/>
                <a:gd name="connsiteY2" fmla="*/ 206203 h 361333"/>
                <a:gd name="connsiteX3" fmla="*/ 234511 w 361674"/>
                <a:gd name="connsiteY3" fmla="*/ 201734 h 361333"/>
                <a:gd name="connsiteX4" fmla="*/ 234511 w 361674"/>
                <a:gd name="connsiteY4" fmla="*/ 252806 h 361333"/>
                <a:gd name="connsiteX5" fmla="*/ 228121 w 361674"/>
                <a:gd name="connsiteY5" fmla="*/ 259190 h 361333"/>
                <a:gd name="connsiteX6" fmla="*/ 83708 w 361674"/>
                <a:gd name="connsiteY6" fmla="*/ 259190 h 361333"/>
                <a:gd name="connsiteX7" fmla="*/ 77318 w 361674"/>
                <a:gd name="connsiteY7" fmla="*/ 252806 h 361333"/>
                <a:gd name="connsiteX8" fmla="*/ 77318 w 361674"/>
                <a:gd name="connsiteY8" fmla="*/ 108528 h 361333"/>
                <a:gd name="connsiteX9" fmla="*/ 83708 w 361674"/>
                <a:gd name="connsiteY9" fmla="*/ 102144 h 361333"/>
                <a:gd name="connsiteX10" fmla="*/ 140579 w 361674"/>
                <a:gd name="connsiteY10" fmla="*/ 102144 h 361333"/>
                <a:gd name="connsiteX11" fmla="*/ 146330 w 361674"/>
                <a:gd name="connsiteY11" fmla="*/ 105974 h 361333"/>
                <a:gd name="connsiteX12" fmla="*/ 131633 w 361674"/>
                <a:gd name="connsiteY12" fmla="*/ 128318 h 361333"/>
                <a:gd name="connsiteX13" fmla="*/ 127160 w 361674"/>
                <a:gd name="connsiteY13" fmla="*/ 143640 h 361333"/>
                <a:gd name="connsiteX14" fmla="*/ 145052 w 361674"/>
                <a:gd name="connsiteY14" fmla="*/ 152577 h 361333"/>
                <a:gd name="connsiteX15" fmla="*/ 166777 w 361674"/>
                <a:gd name="connsiteY15" fmla="*/ 152577 h 361333"/>
                <a:gd name="connsiteX16" fmla="*/ 184669 w 361674"/>
                <a:gd name="connsiteY16" fmla="*/ 143640 h 361333"/>
                <a:gd name="connsiteX17" fmla="*/ 180196 w 361674"/>
                <a:gd name="connsiteY17" fmla="*/ 128318 h 361333"/>
                <a:gd name="connsiteX18" fmla="*/ 165499 w 361674"/>
                <a:gd name="connsiteY18" fmla="*/ 105974 h 361333"/>
                <a:gd name="connsiteX19" fmla="*/ 171250 w 361674"/>
                <a:gd name="connsiteY19" fmla="*/ 102144 h 361333"/>
                <a:gd name="connsiteX20" fmla="*/ 228121 w 361674"/>
                <a:gd name="connsiteY20" fmla="*/ 102144 h 361333"/>
                <a:gd name="connsiteX21" fmla="*/ 234511 w 361674"/>
                <a:gd name="connsiteY21" fmla="*/ 108528 h 361333"/>
                <a:gd name="connsiteX22" fmla="*/ 234511 w 361674"/>
                <a:gd name="connsiteY22" fmla="*/ 144916 h 361333"/>
                <a:gd name="connsiteX23" fmla="*/ 238345 w 361674"/>
                <a:gd name="connsiteY23" fmla="*/ 140448 h 361333"/>
                <a:gd name="connsiteX24" fmla="*/ 267738 w 361674"/>
                <a:gd name="connsiteY24" fmla="*/ 132148 h 361333"/>
                <a:gd name="connsiteX25" fmla="*/ 284991 w 361674"/>
                <a:gd name="connsiteY25" fmla="*/ 162153 h 361333"/>
                <a:gd name="connsiteX26" fmla="*/ 284991 w 361674"/>
                <a:gd name="connsiteY26" fmla="*/ 184497 h 361333"/>
                <a:gd name="connsiteX27" fmla="*/ 180835 w 361674"/>
                <a:gd name="connsiteY27" fmla="*/ 0 h 361333"/>
                <a:gd name="connsiteX28" fmla="*/ 0 w 361674"/>
                <a:gd name="connsiteY28" fmla="*/ 180667 h 361333"/>
                <a:gd name="connsiteX29" fmla="*/ 180835 w 361674"/>
                <a:gd name="connsiteY29" fmla="*/ 361333 h 361333"/>
                <a:gd name="connsiteX30" fmla="*/ 361670 w 361674"/>
                <a:gd name="connsiteY30" fmla="*/ 180667 h 361333"/>
                <a:gd name="connsiteX31" fmla="*/ 180835 w 361674"/>
                <a:gd name="connsiteY31"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1674" h="361333">
                  <a:moveTo>
                    <a:pt x="284991" y="184497"/>
                  </a:moveTo>
                  <a:cubicBezTo>
                    <a:pt x="284991" y="199180"/>
                    <a:pt x="278601" y="210671"/>
                    <a:pt x="267738" y="214502"/>
                  </a:cubicBezTo>
                  <a:cubicBezTo>
                    <a:pt x="258154" y="218332"/>
                    <a:pt x="246652" y="215140"/>
                    <a:pt x="238345" y="206203"/>
                  </a:cubicBezTo>
                  <a:cubicBezTo>
                    <a:pt x="237067" y="204287"/>
                    <a:pt x="235789" y="203011"/>
                    <a:pt x="234511" y="201734"/>
                  </a:cubicBezTo>
                  <a:lnTo>
                    <a:pt x="234511" y="252806"/>
                  </a:lnTo>
                  <a:cubicBezTo>
                    <a:pt x="234511" y="256636"/>
                    <a:pt x="231955" y="259190"/>
                    <a:pt x="228121" y="259190"/>
                  </a:cubicBezTo>
                  <a:lnTo>
                    <a:pt x="83708" y="259190"/>
                  </a:lnTo>
                  <a:cubicBezTo>
                    <a:pt x="79874" y="259190"/>
                    <a:pt x="77318" y="256636"/>
                    <a:pt x="77318" y="252806"/>
                  </a:cubicBezTo>
                  <a:lnTo>
                    <a:pt x="77318" y="108528"/>
                  </a:lnTo>
                  <a:cubicBezTo>
                    <a:pt x="77318" y="104697"/>
                    <a:pt x="79874" y="102144"/>
                    <a:pt x="83708" y="102144"/>
                  </a:cubicBezTo>
                  <a:lnTo>
                    <a:pt x="140579" y="102144"/>
                  </a:lnTo>
                  <a:cubicBezTo>
                    <a:pt x="143135" y="102144"/>
                    <a:pt x="145691" y="104059"/>
                    <a:pt x="146330" y="105974"/>
                  </a:cubicBezTo>
                  <a:cubicBezTo>
                    <a:pt x="148247" y="110443"/>
                    <a:pt x="146330" y="114912"/>
                    <a:pt x="131633" y="128318"/>
                  </a:cubicBezTo>
                  <a:cubicBezTo>
                    <a:pt x="127160" y="132787"/>
                    <a:pt x="125243" y="138532"/>
                    <a:pt x="127160" y="143640"/>
                  </a:cubicBezTo>
                  <a:cubicBezTo>
                    <a:pt x="129077" y="149385"/>
                    <a:pt x="136106" y="152577"/>
                    <a:pt x="145052" y="152577"/>
                  </a:cubicBezTo>
                  <a:lnTo>
                    <a:pt x="166777" y="152577"/>
                  </a:lnTo>
                  <a:cubicBezTo>
                    <a:pt x="176362" y="152577"/>
                    <a:pt x="182752" y="149385"/>
                    <a:pt x="184669" y="143640"/>
                  </a:cubicBezTo>
                  <a:cubicBezTo>
                    <a:pt x="186586" y="138532"/>
                    <a:pt x="184669" y="132787"/>
                    <a:pt x="180196" y="128318"/>
                  </a:cubicBezTo>
                  <a:cubicBezTo>
                    <a:pt x="165499" y="114912"/>
                    <a:pt x="163582" y="110443"/>
                    <a:pt x="165499" y="105974"/>
                  </a:cubicBezTo>
                  <a:cubicBezTo>
                    <a:pt x="166777" y="103420"/>
                    <a:pt x="168694" y="102144"/>
                    <a:pt x="171250" y="102144"/>
                  </a:cubicBezTo>
                  <a:lnTo>
                    <a:pt x="228121" y="102144"/>
                  </a:lnTo>
                  <a:cubicBezTo>
                    <a:pt x="231955" y="102144"/>
                    <a:pt x="234511" y="104697"/>
                    <a:pt x="234511" y="108528"/>
                  </a:cubicBezTo>
                  <a:lnTo>
                    <a:pt x="234511" y="144916"/>
                  </a:lnTo>
                  <a:cubicBezTo>
                    <a:pt x="235789" y="143640"/>
                    <a:pt x="237067" y="142363"/>
                    <a:pt x="238345" y="140448"/>
                  </a:cubicBezTo>
                  <a:cubicBezTo>
                    <a:pt x="246013" y="131510"/>
                    <a:pt x="257514" y="128318"/>
                    <a:pt x="267738" y="132148"/>
                  </a:cubicBezTo>
                  <a:cubicBezTo>
                    <a:pt x="278601" y="136617"/>
                    <a:pt x="284991" y="147470"/>
                    <a:pt x="284991" y="162153"/>
                  </a:cubicBezTo>
                  <a:lnTo>
                    <a:pt x="284991" y="184497"/>
                  </a:lnTo>
                  <a:close/>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2309" y="81076"/>
                    <a:pt x="281157" y="0"/>
                    <a:pt x="180835" y="0"/>
                  </a:cubicBezTo>
                </a:path>
              </a:pathLst>
            </a:custGeom>
            <a:solidFill>
              <a:srgbClr val="012169"/>
            </a:solidFill>
            <a:ln w="6390" cap="flat">
              <a:noFill/>
              <a:prstDash val="solid"/>
              <a:miter/>
            </a:ln>
          </p:spPr>
          <p:txBody>
            <a:bodyPr rtlCol="0" anchor="ctr"/>
            <a:lstStyle/>
            <a:p>
              <a:endParaRPr lang="en-US"/>
            </a:p>
          </p:txBody>
        </p:sp>
        <p:sp>
          <p:nvSpPr>
            <p:cNvPr id="936" name="Graphic 4">
              <a:extLst>
                <a:ext uri="{FF2B5EF4-FFF2-40B4-BE49-F238E27FC236}">
                  <a16:creationId xmlns:a16="http://schemas.microsoft.com/office/drawing/2014/main" id="{8ADEF6F7-495A-4549-95FA-33D8C85563C9}"/>
                </a:ext>
              </a:extLst>
            </p:cNvPr>
            <p:cNvSpPr/>
            <p:nvPr/>
          </p:nvSpPr>
          <p:spPr>
            <a:xfrm>
              <a:off x="996830" y="3939079"/>
              <a:ext cx="182113" cy="131509"/>
            </a:xfrm>
            <a:custGeom>
              <a:avLst/>
              <a:gdLst>
                <a:gd name="connsiteX0" fmla="*/ 171889 w 182113"/>
                <a:gd name="connsiteY0" fmla="*/ 30004 h 131509"/>
                <a:gd name="connsiteX1" fmla="*/ 156553 w 182113"/>
                <a:gd name="connsiteY1" fmla="*/ 34473 h 131509"/>
                <a:gd name="connsiteX2" fmla="*/ 134189 w 182113"/>
                <a:gd name="connsiteY2" fmla="*/ 49156 h 131509"/>
                <a:gd name="connsiteX3" fmla="*/ 130355 w 182113"/>
                <a:gd name="connsiteY3" fmla="*/ 43411 h 131509"/>
                <a:gd name="connsiteX4" fmla="*/ 130355 w 182113"/>
                <a:gd name="connsiteY4" fmla="*/ 0 h 131509"/>
                <a:gd name="connsiteX5" fmla="*/ 93293 w 182113"/>
                <a:gd name="connsiteY5" fmla="*/ 0 h 131509"/>
                <a:gd name="connsiteX6" fmla="*/ 97766 w 182113"/>
                <a:gd name="connsiteY6" fmla="*/ 3830 h 131509"/>
                <a:gd name="connsiteX7" fmla="*/ 106073 w 182113"/>
                <a:gd name="connsiteY7" fmla="*/ 33196 h 131509"/>
                <a:gd name="connsiteX8" fmla="*/ 76040 w 182113"/>
                <a:gd name="connsiteY8" fmla="*/ 50433 h 131509"/>
                <a:gd name="connsiteX9" fmla="*/ 54314 w 182113"/>
                <a:gd name="connsiteY9" fmla="*/ 50433 h 131509"/>
                <a:gd name="connsiteX10" fmla="*/ 24282 w 182113"/>
                <a:gd name="connsiteY10" fmla="*/ 33196 h 131509"/>
                <a:gd name="connsiteX11" fmla="*/ 32589 w 182113"/>
                <a:gd name="connsiteY11" fmla="*/ 3830 h 131509"/>
                <a:gd name="connsiteX12" fmla="*/ 37062 w 182113"/>
                <a:gd name="connsiteY12" fmla="*/ 0 h 131509"/>
                <a:gd name="connsiteX13" fmla="*/ 0 w 182113"/>
                <a:gd name="connsiteY13" fmla="*/ 0 h 131509"/>
                <a:gd name="connsiteX14" fmla="*/ 0 w 182113"/>
                <a:gd name="connsiteY14" fmla="*/ 131510 h 131509"/>
                <a:gd name="connsiteX15" fmla="*/ 131633 w 182113"/>
                <a:gd name="connsiteY15" fmla="*/ 131510 h 131509"/>
                <a:gd name="connsiteX16" fmla="*/ 131633 w 182113"/>
                <a:gd name="connsiteY16" fmla="*/ 74054 h 131509"/>
                <a:gd name="connsiteX17" fmla="*/ 135467 w 182113"/>
                <a:gd name="connsiteY17" fmla="*/ 68308 h 131509"/>
                <a:gd name="connsiteX18" fmla="*/ 157831 w 182113"/>
                <a:gd name="connsiteY18" fmla="*/ 82992 h 131509"/>
                <a:gd name="connsiteX19" fmla="*/ 173167 w 182113"/>
                <a:gd name="connsiteY19" fmla="*/ 87460 h 131509"/>
                <a:gd name="connsiteX20" fmla="*/ 182113 w 182113"/>
                <a:gd name="connsiteY20" fmla="*/ 69585 h 131509"/>
                <a:gd name="connsiteX21" fmla="*/ 182113 w 182113"/>
                <a:gd name="connsiteY21" fmla="*/ 47880 h 131509"/>
                <a:gd name="connsiteX22" fmla="*/ 171889 w 182113"/>
                <a:gd name="connsiteY22" fmla="*/ 30004 h 131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2113" h="131509">
                  <a:moveTo>
                    <a:pt x="171889" y="30004"/>
                  </a:moveTo>
                  <a:cubicBezTo>
                    <a:pt x="166777" y="28089"/>
                    <a:pt x="161026" y="30004"/>
                    <a:pt x="156553" y="34473"/>
                  </a:cubicBezTo>
                  <a:cubicBezTo>
                    <a:pt x="143135" y="49156"/>
                    <a:pt x="138662" y="51072"/>
                    <a:pt x="134189" y="49156"/>
                  </a:cubicBezTo>
                  <a:cubicBezTo>
                    <a:pt x="131633" y="47880"/>
                    <a:pt x="130355" y="45964"/>
                    <a:pt x="130355" y="43411"/>
                  </a:cubicBezTo>
                  <a:lnTo>
                    <a:pt x="130355" y="0"/>
                  </a:lnTo>
                  <a:lnTo>
                    <a:pt x="93293" y="0"/>
                  </a:lnTo>
                  <a:cubicBezTo>
                    <a:pt x="94571" y="1276"/>
                    <a:pt x="95849" y="2553"/>
                    <a:pt x="97766" y="3830"/>
                  </a:cubicBezTo>
                  <a:cubicBezTo>
                    <a:pt x="106712" y="11491"/>
                    <a:pt x="109907" y="22982"/>
                    <a:pt x="106073" y="33196"/>
                  </a:cubicBezTo>
                  <a:cubicBezTo>
                    <a:pt x="102239" y="44049"/>
                    <a:pt x="90737" y="50433"/>
                    <a:pt x="76040" y="50433"/>
                  </a:cubicBezTo>
                  <a:lnTo>
                    <a:pt x="54314" y="50433"/>
                  </a:lnTo>
                  <a:cubicBezTo>
                    <a:pt x="39618" y="50433"/>
                    <a:pt x="28116" y="44049"/>
                    <a:pt x="24282" y="33196"/>
                  </a:cubicBezTo>
                  <a:cubicBezTo>
                    <a:pt x="20448" y="23620"/>
                    <a:pt x="23643" y="12129"/>
                    <a:pt x="32589" y="3830"/>
                  </a:cubicBezTo>
                  <a:cubicBezTo>
                    <a:pt x="34506" y="2553"/>
                    <a:pt x="35784" y="1276"/>
                    <a:pt x="37062" y="0"/>
                  </a:cubicBezTo>
                  <a:lnTo>
                    <a:pt x="0" y="0"/>
                  </a:lnTo>
                  <a:lnTo>
                    <a:pt x="0" y="131510"/>
                  </a:lnTo>
                  <a:lnTo>
                    <a:pt x="131633" y="131510"/>
                  </a:lnTo>
                  <a:lnTo>
                    <a:pt x="131633" y="74054"/>
                  </a:lnTo>
                  <a:cubicBezTo>
                    <a:pt x="131633" y="71500"/>
                    <a:pt x="133550" y="68947"/>
                    <a:pt x="135467" y="68308"/>
                  </a:cubicBezTo>
                  <a:cubicBezTo>
                    <a:pt x="139940" y="66393"/>
                    <a:pt x="144413" y="68308"/>
                    <a:pt x="157831" y="82992"/>
                  </a:cubicBezTo>
                  <a:cubicBezTo>
                    <a:pt x="162304" y="87460"/>
                    <a:pt x="168055" y="89376"/>
                    <a:pt x="173167" y="87460"/>
                  </a:cubicBezTo>
                  <a:cubicBezTo>
                    <a:pt x="178918" y="85545"/>
                    <a:pt x="182113" y="78523"/>
                    <a:pt x="182113" y="69585"/>
                  </a:cubicBezTo>
                  <a:lnTo>
                    <a:pt x="182113" y="47880"/>
                  </a:lnTo>
                  <a:cubicBezTo>
                    <a:pt x="180835" y="38942"/>
                    <a:pt x="177640" y="31920"/>
                    <a:pt x="171889" y="30004"/>
                  </a:cubicBezTo>
                </a:path>
              </a:pathLst>
            </a:custGeom>
            <a:solidFill>
              <a:srgbClr val="012169"/>
            </a:solidFill>
            <a:ln w="6390" cap="flat">
              <a:noFill/>
              <a:prstDash val="solid"/>
              <a:miter/>
            </a:ln>
          </p:spPr>
          <p:txBody>
            <a:bodyPr rtlCol="0" anchor="ctr"/>
            <a:lstStyle/>
            <a:p>
              <a:endParaRPr lang="en-US"/>
            </a:p>
          </p:txBody>
        </p:sp>
      </p:grpSp>
      <p:grpSp>
        <p:nvGrpSpPr>
          <p:cNvPr id="937" name="Graphic 4">
            <a:extLst>
              <a:ext uri="{FF2B5EF4-FFF2-40B4-BE49-F238E27FC236}">
                <a16:creationId xmlns:a16="http://schemas.microsoft.com/office/drawing/2014/main" id="{B4D6AA4B-9CE2-2A49-BE6F-7A1E01B09B93}"/>
              </a:ext>
            </a:extLst>
          </p:cNvPr>
          <p:cNvGrpSpPr>
            <a:grpSpLocks noChangeAspect="1"/>
          </p:cNvGrpSpPr>
          <p:nvPr/>
        </p:nvGrpSpPr>
        <p:grpSpPr>
          <a:xfrm>
            <a:off x="2560447" y="1402085"/>
            <a:ext cx="361674" cy="361333"/>
            <a:chOff x="2560447" y="1402085"/>
            <a:chExt cx="361674" cy="361333"/>
          </a:xfrm>
          <a:solidFill>
            <a:srgbClr val="012169"/>
          </a:solidFill>
        </p:grpSpPr>
        <p:sp>
          <p:nvSpPr>
            <p:cNvPr id="938" name="Graphic 4">
              <a:extLst>
                <a:ext uri="{FF2B5EF4-FFF2-40B4-BE49-F238E27FC236}">
                  <a16:creationId xmlns:a16="http://schemas.microsoft.com/office/drawing/2014/main" id="{50A452DD-0D14-A846-A033-16E15E2E53DE}"/>
                </a:ext>
              </a:extLst>
            </p:cNvPr>
            <p:cNvSpPr/>
            <p:nvPr/>
          </p:nvSpPr>
          <p:spPr>
            <a:xfrm>
              <a:off x="2560447" y="1402085"/>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6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09"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29" y="273873"/>
                    <a:pt x="274128"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939" name="Graphic 4">
              <a:extLst>
                <a:ext uri="{FF2B5EF4-FFF2-40B4-BE49-F238E27FC236}">
                  <a16:creationId xmlns:a16="http://schemas.microsoft.com/office/drawing/2014/main" id="{830EED89-F827-A546-8DA5-A2656033C3C5}"/>
                </a:ext>
              </a:extLst>
            </p:cNvPr>
            <p:cNvSpPr/>
            <p:nvPr/>
          </p:nvSpPr>
          <p:spPr>
            <a:xfrm>
              <a:off x="2631376" y="1500398"/>
              <a:ext cx="221091" cy="190881"/>
            </a:xfrm>
            <a:custGeom>
              <a:avLst/>
              <a:gdLst>
                <a:gd name="connsiteX0" fmla="*/ 214063 w 221091"/>
                <a:gd name="connsiteY0" fmla="*/ 0 h 190881"/>
                <a:gd name="connsiteX1" fmla="*/ 6390 w 221091"/>
                <a:gd name="connsiteY1" fmla="*/ 0 h 190881"/>
                <a:gd name="connsiteX2" fmla="*/ 0 w 221091"/>
                <a:gd name="connsiteY2" fmla="*/ 6384 h 190881"/>
                <a:gd name="connsiteX3" fmla="*/ 0 w 221091"/>
                <a:gd name="connsiteY3" fmla="*/ 139171 h 190881"/>
                <a:gd name="connsiteX4" fmla="*/ 6390 w 221091"/>
                <a:gd name="connsiteY4" fmla="*/ 145555 h 190881"/>
                <a:gd name="connsiteX5" fmla="*/ 38340 w 221091"/>
                <a:gd name="connsiteY5" fmla="*/ 145555 h 190881"/>
                <a:gd name="connsiteX6" fmla="*/ 38340 w 221091"/>
                <a:gd name="connsiteY6" fmla="*/ 184497 h 190881"/>
                <a:gd name="connsiteX7" fmla="*/ 42813 w 221091"/>
                <a:gd name="connsiteY7" fmla="*/ 190243 h 190881"/>
                <a:gd name="connsiteX8" fmla="*/ 44730 w 221091"/>
                <a:gd name="connsiteY8" fmla="*/ 190881 h 190881"/>
                <a:gd name="connsiteX9" fmla="*/ 49842 w 221091"/>
                <a:gd name="connsiteY9" fmla="*/ 188327 h 190881"/>
                <a:gd name="connsiteX10" fmla="*/ 84986 w 221091"/>
                <a:gd name="connsiteY10" fmla="*/ 145555 h 190881"/>
                <a:gd name="connsiteX11" fmla="*/ 214702 w 221091"/>
                <a:gd name="connsiteY11" fmla="*/ 145555 h 190881"/>
                <a:gd name="connsiteX12" fmla="*/ 221092 w 221091"/>
                <a:gd name="connsiteY12" fmla="*/ 139171 h 190881"/>
                <a:gd name="connsiteX13" fmla="*/ 221092 w 221091"/>
                <a:gd name="connsiteY13" fmla="*/ 6384 h 190881"/>
                <a:gd name="connsiteX14" fmla="*/ 214063 w 221091"/>
                <a:gd name="connsiteY14" fmla="*/ 0 h 190881"/>
                <a:gd name="connsiteX15" fmla="*/ 207673 w 221091"/>
                <a:gd name="connsiteY15" fmla="*/ 133425 h 190881"/>
                <a:gd name="connsiteX16" fmla="*/ 81152 w 221091"/>
                <a:gd name="connsiteY16" fmla="*/ 133425 h 190881"/>
                <a:gd name="connsiteX17" fmla="*/ 76040 w 221091"/>
                <a:gd name="connsiteY17" fmla="*/ 135979 h 190881"/>
                <a:gd name="connsiteX18" fmla="*/ 50481 w 221091"/>
                <a:gd name="connsiteY18" fmla="*/ 167260 h 190881"/>
                <a:gd name="connsiteX19" fmla="*/ 50481 w 221091"/>
                <a:gd name="connsiteY19" fmla="*/ 139809 h 190881"/>
                <a:gd name="connsiteX20" fmla="*/ 44091 w 221091"/>
                <a:gd name="connsiteY20" fmla="*/ 133425 h 190881"/>
                <a:gd name="connsiteX21" fmla="*/ 12141 w 221091"/>
                <a:gd name="connsiteY21" fmla="*/ 133425 h 190881"/>
                <a:gd name="connsiteX22" fmla="*/ 12141 w 221091"/>
                <a:gd name="connsiteY22" fmla="*/ 13406 h 190881"/>
                <a:gd name="connsiteX23" fmla="*/ 207034 w 221091"/>
                <a:gd name="connsiteY23" fmla="*/ 13406 h 190881"/>
                <a:gd name="connsiteX24" fmla="*/ 207034 w 221091"/>
                <a:gd name="connsiteY24" fmla="*/ 133425 h 190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1091" h="190881">
                  <a:moveTo>
                    <a:pt x="214063" y="0"/>
                  </a:moveTo>
                  <a:lnTo>
                    <a:pt x="6390" y="0"/>
                  </a:lnTo>
                  <a:cubicBezTo>
                    <a:pt x="2556" y="0"/>
                    <a:pt x="0" y="2554"/>
                    <a:pt x="0" y="6384"/>
                  </a:cubicBezTo>
                  <a:lnTo>
                    <a:pt x="0" y="139171"/>
                  </a:lnTo>
                  <a:cubicBezTo>
                    <a:pt x="0" y="143001"/>
                    <a:pt x="2556" y="145555"/>
                    <a:pt x="6390" y="145555"/>
                  </a:cubicBezTo>
                  <a:lnTo>
                    <a:pt x="38340" y="145555"/>
                  </a:lnTo>
                  <a:lnTo>
                    <a:pt x="38340" y="184497"/>
                  </a:lnTo>
                  <a:cubicBezTo>
                    <a:pt x="38340" y="187051"/>
                    <a:pt x="40257" y="189604"/>
                    <a:pt x="42813" y="190243"/>
                  </a:cubicBezTo>
                  <a:cubicBezTo>
                    <a:pt x="43452" y="190243"/>
                    <a:pt x="44091" y="190881"/>
                    <a:pt x="44730" y="190881"/>
                  </a:cubicBezTo>
                  <a:cubicBezTo>
                    <a:pt x="46647" y="190881"/>
                    <a:pt x="48564" y="190243"/>
                    <a:pt x="49842" y="188327"/>
                  </a:cubicBezTo>
                  <a:lnTo>
                    <a:pt x="84986" y="145555"/>
                  </a:lnTo>
                  <a:lnTo>
                    <a:pt x="214702" y="145555"/>
                  </a:lnTo>
                  <a:cubicBezTo>
                    <a:pt x="218536" y="145555"/>
                    <a:pt x="221092" y="143001"/>
                    <a:pt x="221092" y="139171"/>
                  </a:cubicBezTo>
                  <a:lnTo>
                    <a:pt x="221092" y="6384"/>
                  </a:lnTo>
                  <a:cubicBezTo>
                    <a:pt x="220453" y="3192"/>
                    <a:pt x="217897" y="0"/>
                    <a:pt x="214063" y="0"/>
                  </a:cubicBezTo>
                  <a:close/>
                  <a:moveTo>
                    <a:pt x="207673" y="133425"/>
                  </a:moveTo>
                  <a:lnTo>
                    <a:pt x="81152" y="133425"/>
                  </a:lnTo>
                  <a:cubicBezTo>
                    <a:pt x="79235" y="133425"/>
                    <a:pt x="77318" y="134064"/>
                    <a:pt x="76040" y="135979"/>
                  </a:cubicBezTo>
                  <a:lnTo>
                    <a:pt x="50481" y="167260"/>
                  </a:lnTo>
                  <a:lnTo>
                    <a:pt x="50481" y="139809"/>
                  </a:lnTo>
                  <a:cubicBezTo>
                    <a:pt x="50481" y="135979"/>
                    <a:pt x="47925" y="133425"/>
                    <a:pt x="44091" y="133425"/>
                  </a:cubicBezTo>
                  <a:lnTo>
                    <a:pt x="12141" y="133425"/>
                  </a:lnTo>
                  <a:lnTo>
                    <a:pt x="12141" y="13406"/>
                  </a:lnTo>
                  <a:lnTo>
                    <a:pt x="207034" y="13406"/>
                  </a:lnTo>
                  <a:lnTo>
                    <a:pt x="207034" y="133425"/>
                  </a:lnTo>
                  <a:close/>
                </a:path>
              </a:pathLst>
            </a:custGeom>
            <a:solidFill>
              <a:srgbClr val="012169"/>
            </a:solidFill>
            <a:ln w="6390" cap="flat">
              <a:noFill/>
              <a:prstDash val="solid"/>
              <a:miter/>
            </a:ln>
          </p:spPr>
          <p:txBody>
            <a:bodyPr rtlCol="0" anchor="ctr"/>
            <a:lstStyle/>
            <a:p>
              <a:endParaRPr lang="en-US"/>
            </a:p>
          </p:txBody>
        </p:sp>
        <p:sp>
          <p:nvSpPr>
            <p:cNvPr id="940" name="Graphic 4">
              <a:extLst>
                <a:ext uri="{FF2B5EF4-FFF2-40B4-BE49-F238E27FC236}">
                  <a16:creationId xmlns:a16="http://schemas.microsoft.com/office/drawing/2014/main" id="{8A44E062-2BD4-B94C-B76B-1F3CEFC78E4E}"/>
                </a:ext>
              </a:extLst>
            </p:cNvPr>
            <p:cNvSpPr/>
            <p:nvPr/>
          </p:nvSpPr>
          <p:spPr>
            <a:xfrm>
              <a:off x="2717640" y="1543171"/>
              <a:ext cx="32712" cy="30643"/>
            </a:xfrm>
            <a:custGeom>
              <a:avLst/>
              <a:gdLst>
                <a:gd name="connsiteX0" fmla="*/ 5112 w 32712"/>
                <a:gd name="connsiteY0" fmla="*/ 19790 h 30643"/>
                <a:gd name="connsiteX1" fmla="*/ 8946 w 32712"/>
                <a:gd name="connsiteY1" fmla="*/ 20429 h 30643"/>
                <a:gd name="connsiteX2" fmla="*/ 6390 w 32712"/>
                <a:gd name="connsiteY2" fmla="*/ 23621 h 30643"/>
                <a:gd name="connsiteX3" fmla="*/ 7668 w 32712"/>
                <a:gd name="connsiteY3" fmla="*/ 30005 h 30643"/>
                <a:gd name="connsiteX4" fmla="*/ 10224 w 32712"/>
                <a:gd name="connsiteY4" fmla="*/ 30643 h 30643"/>
                <a:gd name="connsiteX5" fmla="*/ 14058 w 32712"/>
                <a:gd name="connsiteY5" fmla="*/ 28728 h 30643"/>
                <a:gd name="connsiteX6" fmla="*/ 16614 w 32712"/>
                <a:gd name="connsiteY6" fmla="*/ 24897 h 30643"/>
                <a:gd name="connsiteX7" fmla="*/ 18531 w 32712"/>
                <a:gd name="connsiteY7" fmla="*/ 28089 h 30643"/>
                <a:gd name="connsiteX8" fmla="*/ 22365 w 32712"/>
                <a:gd name="connsiteY8" fmla="*/ 30643 h 30643"/>
                <a:gd name="connsiteX9" fmla="*/ 24921 w 32712"/>
                <a:gd name="connsiteY9" fmla="*/ 30005 h 30643"/>
                <a:gd name="connsiteX10" fmla="*/ 26838 w 32712"/>
                <a:gd name="connsiteY10" fmla="*/ 23621 h 30643"/>
                <a:gd name="connsiteX11" fmla="*/ 24921 w 32712"/>
                <a:gd name="connsiteY11" fmla="*/ 19790 h 30643"/>
                <a:gd name="connsiteX12" fmla="*/ 28755 w 32712"/>
                <a:gd name="connsiteY12" fmla="*/ 19152 h 30643"/>
                <a:gd name="connsiteX13" fmla="*/ 32589 w 32712"/>
                <a:gd name="connsiteY13" fmla="*/ 13406 h 30643"/>
                <a:gd name="connsiteX14" fmla="*/ 26838 w 32712"/>
                <a:gd name="connsiteY14" fmla="*/ 9576 h 30643"/>
                <a:gd name="connsiteX15" fmla="*/ 21726 w 32712"/>
                <a:gd name="connsiteY15" fmla="*/ 10214 h 30643"/>
                <a:gd name="connsiteX16" fmla="*/ 21087 w 32712"/>
                <a:gd name="connsiteY16" fmla="*/ 4469 h 30643"/>
                <a:gd name="connsiteX17" fmla="*/ 15975 w 32712"/>
                <a:gd name="connsiteY17" fmla="*/ 0 h 30643"/>
                <a:gd name="connsiteX18" fmla="*/ 11502 w 32712"/>
                <a:gd name="connsiteY18" fmla="*/ 5107 h 30643"/>
                <a:gd name="connsiteX19" fmla="*/ 11502 w 32712"/>
                <a:gd name="connsiteY19" fmla="*/ 10214 h 30643"/>
                <a:gd name="connsiteX20" fmla="*/ 5751 w 32712"/>
                <a:gd name="connsiteY20" fmla="*/ 8938 h 30643"/>
                <a:gd name="connsiteX21" fmla="*/ 0 w 32712"/>
                <a:gd name="connsiteY21" fmla="*/ 12768 h 30643"/>
                <a:gd name="connsiteX22" fmla="*/ 5112 w 32712"/>
                <a:gd name="connsiteY22" fmla="*/ 19790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2712" h="30643">
                  <a:moveTo>
                    <a:pt x="5112" y="19790"/>
                  </a:moveTo>
                  <a:lnTo>
                    <a:pt x="8946" y="20429"/>
                  </a:lnTo>
                  <a:lnTo>
                    <a:pt x="6390" y="23621"/>
                  </a:lnTo>
                  <a:cubicBezTo>
                    <a:pt x="5112" y="25536"/>
                    <a:pt x="5112" y="28728"/>
                    <a:pt x="7668" y="30005"/>
                  </a:cubicBezTo>
                  <a:cubicBezTo>
                    <a:pt x="8307" y="30643"/>
                    <a:pt x="9585" y="30643"/>
                    <a:pt x="10224" y="30643"/>
                  </a:cubicBezTo>
                  <a:cubicBezTo>
                    <a:pt x="11502" y="30643"/>
                    <a:pt x="13419" y="30005"/>
                    <a:pt x="14058" y="28728"/>
                  </a:cubicBezTo>
                  <a:lnTo>
                    <a:pt x="16614" y="24897"/>
                  </a:lnTo>
                  <a:lnTo>
                    <a:pt x="18531" y="28089"/>
                  </a:lnTo>
                  <a:cubicBezTo>
                    <a:pt x="19170" y="29366"/>
                    <a:pt x="21087" y="30643"/>
                    <a:pt x="22365" y="30643"/>
                  </a:cubicBezTo>
                  <a:cubicBezTo>
                    <a:pt x="23004" y="30643"/>
                    <a:pt x="24282" y="30643"/>
                    <a:pt x="24921" y="30005"/>
                  </a:cubicBezTo>
                  <a:cubicBezTo>
                    <a:pt x="27477" y="28728"/>
                    <a:pt x="28116" y="25536"/>
                    <a:pt x="26838" y="23621"/>
                  </a:cubicBezTo>
                  <a:lnTo>
                    <a:pt x="24921" y="19790"/>
                  </a:lnTo>
                  <a:lnTo>
                    <a:pt x="28755" y="19152"/>
                  </a:lnTo>
                  <a:cubicBezTo>
                    <a:pt x="31311" y="18514"/>
                    <a:pt x="33228" y="15960"/>
                    <a:pt x="32589" y="13406"/>
                  </a:cubicBezTo>
                  <a:cubicBezTo>
                    <a:pt x="31950" y="10853"/>
                    <a:pt x="29394" y="8938"/>
                    <a:pt x="26838" y="9576"/>
                  </a:cubicBezTo>
                  <a:lnTo>
                    <a:pt x="21726" y="10214"/>
                  </a:lnTo>
                  <a:lnTo>
                    <a:pt x="21087" y="4469"/>
                  </a:lnTo>
                  <a:cubicBezTo>
                    <a:pt x="21087" y="1915"/>
                    <a:pt x="18531" y="0"/>
                    <a:pt x="15975" y="0"/>
                  </a:cubicBezTo>
                  <a:cubicBezTo>
                    <a:pt x="13419" y="0"/>
                    <a:pt x="11502" y="2554"/>
                    <a:pt x="11502" y="5107"/>
                  </a:cubicBezTo>
                  <a:lnTo>
                    <a:pt x="11502" y="10214"/>
                  </a:lnTo>
                  <a:lnTo>
                    <a:pt x="5751" y="8938"/>
                  </a:lnTo>
                  <a:cubicBezTo>
                    <a:pt x="3195" y="8299"/>
                    <a:pt x="639" y="10214"/>
                    <a:pt x="0" y="12768"/>
                  </a:cubicBezTo>
                  <a:cubicBezTo>
                    <a:pt x="639" y="16598"/>
                    <a:pt x="2556" y="19152"/>
                    <a:pt x="5112" y="19790"/>
                  </a:cubicBezTo>
                  <a:close/>
                </a:path>
              </a:pathLst>
            </a:custGeom>
            <a:solidFill>
              <a:srgbClr val="012169"/>
            </a:solidFill>
            <a:ln w="6390" cap="flat">
              <a:noFill/>
              <a:prstDash val="solid"/>
              <a:miter/>
            </a:ln>
          </p:spPr>
          <p:txBody>
            <a:bodyPr rtlCol="0" anchor="ctr"/>
            <a:lstStyle/>
            <a:p>
              <a:endParaRPr lang="en-US"/>
            </a:p>
          </p:txBody>
        </p:sp>
        <p:sp>
          <p:nvSpPr>
            <p:cNvPr id="941" name="Graphic 4">
              <a:extLst>
                <a:ext uri="{FF2B5EF4-FFF2-40B4-BE49-F238E27FC236}">
                  <a16:creationId xmlns:a16="http://schemas.microsoft.com/office/drawing/2014/main" id="{0696DC66-9637-444B-88E2-2E7FC06D0296}"/>
                </a:ext>
              </a:extLst>
            </p:cNvPr>
            <p:cNvSpPr/>
            <p:nvPr/>
          </p:nvSpPr>
          <p:spPr>
            <a:xfrm>
              <a:off x="2752563" y="1543679"/>
              <a:ext cx="53108" cy="55670"/>
            </a:xfrm>
            <a:custGeom>
              <a:avLst/>
              <a:gdLst>
                <a:gd name="connsiteX0" fmla="*/ 8528 w 53108"/>
                <a:gd name="connsiteY0" fmla="*/ 51841 h 55670"/>
                <a:gd name="connsiteX1" fmla="*/ 23225 w 53108"/>
                <a:gd name="connsiteY1" fmla="*/ 55671 h 55670"/>
                <a:gd name="connsiteX2" fmla="*/ 37283 w 53108"/>
                <a:gd name="connsiteY2" fmla="*/ 53756 h 55670"/>
                <a:gd name="connsiteX3" fmla="*/ 41117 w 53108"/>
                <a:gd name="connsiteY3" fmla="*/ 48010 h 55670"/>
                <a:gd name="connsiteX4" fmla="*/ 35366 w 53108"/>
                <a:gd name="connsiteY4" fmla="*/ 44180 h 55670"/>
                <a:gd name="connsiteX5" fmla="*/ 14279 w 53108"/>
                <a:gd name="connsiteY5" fmla="*/ 43541 h 55670"/>
                <a:gd name="connsiteX6" fmla="*/ 9167 w 53108"/>
                <a:gd name="connsiteY6" fmla="*/ 33327 h 55670"/>
                <a:gd name="connsiteX7" fmla="*/ 22586 w 53108"/>
                <a:gd name="connsiteY7" fmla="*/ 11621 h 55670"/>
                <a:gd name="connsiteX8" fmla="*/ 37922 w 53108"/>
                <a:gd name="connsiteY8" fmla="*/ 12898 h 55670"/>
                <a:gd name="connsiteX9" fmla="*/ 43034 w 53108"/>
                <a:gd name="connsiteY9" fmla="*/ 21197 h 55670"/>
                <a:gd name="connsiteX10" fmla="*/ 41756 w 53108"/>
                <a:gd name="connsiteY10" fmla="*/ 32050 h 55670"/>
                <a:gd name="connsiteX11" fmla="*/ 40478 w 53108"/>
                <a:gd name="connsiteY11" fmla="*/ 32689 h 55670"/>
                <a:gd name="connsiteX12" fmla="*/ 39200 w 53108"/>
                <a:gd name="connsiteY12" fmla="*/ 31412 h 55670"/>
                <a:gd name="connsiteX13" fmla="*/ 40478 w 53108"/>
                <a:gd name="connsiteY13" fmla="*/ 18005 h 55670"/>
                <a:gd name="connsiteX14" fmla="*/ 37283 w 53108"/>
                <a:gd name="connsiteY14" fmla="*/ 12898 h 55670"/>
                <a:gd name="connsiteX15" fmla="*/ 20669 w 53108"/>
                <a:gd name="connsiteY15" fmla="*/ 13537 h 55670"/>
                <a:gd name="connsiteX16" fmla="*/ 12362 w 53108"/>
                <a:gd name="connsiteY16" fmla="*/ 24389 h 55670"/>
                <a:gd name="connsiteX17" fmla="*/ 18113 w 53108"/>
                <a:gd name="connsiteY17" fmla="*/ 40988 h 55670"/>
                <a:gd name="connsiteX18" fmla="*/ 34088 w 53108"/>
                <a:gd name="connsiteY18" fmla="*/ 39073 h 55670"/>
                <a:gd name="connsiteX19" fmla="*/ 40478 w 53108"/>
                <a:gd name="connsiteY19" fmla="*/ 41626 h 55670"/>
                <a:gd name="connsiteX20" fmla="*/ 49424 w 53108"/>
                <a:gd name="connsiteY20" fmla="*/ 37157 h 55670"/>
                <a:gd name="connsiteX21" fmla="*/ 52619 w 53108"/>
                <a:gd name="connsiteY21" fmla="*/ 18644 h 55670"/>
                <a:gd name="connsiteX22" fmla="*/ 43034 w 53108"/>
                <a:gd name="connsiteY22" fmla="*/ 3961 h 55670"/>
                <a:gd name="connsiteX23" fmla="*/ 20030 w 53108"/>
                <a:gd name="connsiteY23" fmla="*/ 1407 h 55670"/>
                <a:gd name="connsiteX24" fmla="*/ 221 w 53108"/>
                <a:gd name="connsiteY24" fmla="*/ 33327 h 55670"/>
                <a:gd name="connsiteX25" fmla="*/ 8528 w 53108"/>
                <a:gd name="connsiteY25" fmla="*/ 51841 h 55670"/>
                <a:gd name="connsiteX26" fmla="*/ 28976 w 53108"/>
                <a:gd name="connsiteY26" fmla="*/ 32050 h 55670"/>
                <a:gd name="connsiteX27" fmla="*/ 21308 w 53108"/>
                <a:gd name="connsiteY27" fmla="*/ 33965 h 55670"/>
                <a:gd name="connsiteX28" fmla="*/ 20669 w 53108"/>
                <a:gd name="connsiteY28" fmla="*/ 28858 h 55670"/>
                <a:gd name="connsiteX29" fmla="*/ 24503 w 53108"/>
                <a:gd name="connsiteY29" fmla="*/ 23751 h 55670"/>
                <a:gd name="connsiteX30" fmla="*/ 28976 w 53108"/>
                <a:gd name="connsiteY30" fmla="*/ 23113 h 55670"/>
                <a:gd name="connsiteX31" fmla="*/ 30254 w 53108"/>
                <a:gd name="connsiteY31" fmla="*/ 23113 h 55670"/>
                <a:gd name="connsiteX32" fmla="*/ 28976 w 53108"/>
                <a:gd name="connsiteY32" fmla="*/ 32050 h 5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3108" h="55670">
                  <a:moveTo>
                    <a:pt x="8528" y="51841"/>
                  </a:moveTo>
                  <a:cubicBezTo>
                    <a:pt x="12362" y="54394"/>
                    <a:pt x="17474" y="55671"/>
                    <a:pt x="23225" y="55671"/>
                  </a:cubicBezTo>
                  <a:cubicBezTo>
                    <a:pt x="27698" y="55671"/>
                    <a:pt x="32171" y="55033"/>
                    <a:pt x="37283" y="53756"/>
                  </a:cubicBezTo>
                  <a:cubicBezTo>
                    <a:pt x="39839" y="53117"/>
                    <a:pt x="41117" y="50564"/>
                    <a:pt x="41117" y="48010"/>
                  </a:cubicBezTo>
                  <a:cubicBezTo>
                    <a:pt x="40478" y="45457"/>
                    <a:pt x="37922" y="43541"/>
                    <a:pt x="35366" y="44180"/>
                  </a:cubicBezTo>
                  <a:cubicBezTo>
                    <a:pt x="25142" y="46733"/>
                    <a:pt x="18113" y="46095"/>
                    <a:pt x="14279" y="43541"/>
                  </a:cubicBezTo>
                  <a:cubicBezTo>
                    <a:pt x="11723" y="41626"/>
                    <a:pt x="9806" y="38434"/>
                    <a:pt x="9167" y="33327"/>
                  </a:cubicBezTo>
                  <a:cubicBezTo>
                    <a:pt x="7250" y="18644"/>
                    <a:pt x="16835" y="13537"/>
                    <a:pt x="22586" y="11621"/>
                  </a:cubicBezTo>
                  <a:cubicBezTo>
                    <a:pt x="26420" y="10345"/>
                    <a:pt x="33449" y="10345"/>
                    <a:pt x="37922" y="12898"/>
                  </a:cubicBezTo>
                  <a:cubicBezTo>
                    <a:pt x="41117" y="14813"/>
                    <a:pt x="42395" y="17367"/>
                    <a:pt x="43034" y="21197"/>
                  </a:cubicBezTo>
                  <a:cubicBezTo>
                    <a:pt x="44312" y="28220"/>
                    <a:pt x="42395" y="31412"/>
                    <a:pt x="41756" y="32050"/>
                  </a:cubicBezTo>
                  <a:cubicBezTo>
                    <a:pt x="41117" y="32689"/>
                    <a:pt x="40478" y="32689"/>
                    <a:pt x="40478" y="32689"/>
                  </a:cubicBezTo>
                  <a:cubicBezTo>
                    <a:pt x="40478" y="32689"/>
                    <a:pt x="39839" y="32050"/>
                    <a:pt x="39200" y="31412"/>
                  </a:cubicBezTo>
                  <a:lnTo>
                    <a:pt x="40478" y="18005"/>
                  </a:lnTo>
                  <a:cubicBezTo>
                    <a:pt x="40478" y="16090"/>
                    <a:pt x="39200" y="13537"/>
                    <a:pt x="37283" y="12898"/>
                  </a:cubicBezTo>
                  <a:cubicBezTo>
                    <a:pt x="36644" y="12260"/>
                    <a:pt x="27698" y="9706"/>
                    <a:pt x="20669" y="13537"/>
                  </a:cubicBezTo>
                  <a:cubicBezTo>
                    <a:pt x="16835" y="15452"/>
                    <a:pt x="13640" y="19282"/>
                    <a:pt x="12362" y="24389"/>
                  </a:cubicBezTo>
                  <a:cubicBezTo>
                    <a:pt x="9806" y="33327"/>
                    <a:pt x="13640" y="39073"/>
                    <a:pt x="18113" y="40988"/>
                  </a:cubicBezTo>
                  <a:cubicBezTo>
                    <a:pt x="23225" y="43541"/>
                    <a:pt x="29615" y="42903"/>
                    <a:pt x="34088" y="39073"/>
                  </a:cubicBezTo>
                  <a:cubicBezTo>
                    <a:pt x="35366" y="40349"/>
                    <a:pt x="37922" y="41626"/>
                    <a:pt x="40478" y="41626"/>
                  </a:cubicBezTo>
                  <a:cubicBezTo>
                    <a:pt x="43673" y="41626"/>
                    <a:pt x="46868" y="40349"/>
                    <a:pt x="49424" y="37157"/>
                  </a:cubicBezTo>
                  <a:cubicBezTo>
                    <a:pt x="52619" y="33327"/>
                    <a:pt x="53897" y="26943"/>
                    <a:pt x="52619" y="18644"/>
                  </a:cubicBezTo>
                  <a:cubicBezTo>
                    <a:pt x="51341" y="12260"/>
                    <a:pt x="48146" y="7153"/>
                    <a:pt x="43034" y="3961"/>
                  </a:cubicBezTo>
                  <a:cubicBezTo>
                    <a:pt x="35366" y="-1147"/>
                    <a:pt x="25781" y="-508"/>
                    <a:pt x="20030" y="1407"/>
                  </a:cubicBezTo>
                  <a:cubicBezTo>
                    <a:pt x="9167" y="5237"/>
                    <a:pt x="-1696" y="15452"/>
                    <a:pt x="221" y="33327"/>
                  </a:cubicBezTo>
                  <a:cubicBezTo>
                    <a:pt x="221" y="42903"/>
                    <a:pt x="3416" y="48649"/>
                    <a:pt x="8528" y="51841"/>
                  </a:cubicBezTo>
                  <a:close/>
                  <a:moveTo>
                    <a:pt x="28976" y="32050"/>
                  </a:moveTo>
                  <a:cubicBezTo>
                    <a:pt x="27059" y="34604"/>
                    <a:pt x="23225" y="35242"/>
                    <a:pt x="21308" y="33965"/>
                  </a:cubicBezTo>
                  <a:cubicBezTo>
                    <a:pt x="20030" y="33327"/>
                    <a:pt x="19391" y="31412"/>
                    <a:pt x="20669" y="28858"/>
                  </a:cubicBezTo>
                  <a:cubicBezTo>
                    <a:pt x="21308" y="26305"/>
                    <a:pt x="22586" y="25028"/>
                    <a:pt x="24503" y="23751"/>
                  </a:cubicBezTo>
                  <a:cubicBezTo>
                    <a:pt x="25781" y="23113"/>
                    <a:pt x="27698" y="23113"/>
                    <a:pt x="28976" y="23113"/>
                  </a:cubicBezTo>
                  <a:cubicBezTo>
                    <a:pt x="29615" y="23113"/>
                    <a:pt x="29615" y="23113"/>
                    <a:pt x="30254" y="23113"/>
                  </a:cubicBezTo>
                  <a:lnTo>
                    <a:pt x="28976" y="32050"/>
                  </a:lnTo>
                  <a:close/>
                </a:path>
              </a:pathLst>
            </a:custGeom>
            <a:solidFill>
              <a:srgbClr val="012169"/>
            </a:solidFill>
            <a:ln w="6390" cap="flat">
              <a:noFill/>
              <a:prstDash val="solid"/>
              <a:miter/>
            </a:ln>
          </p:spPr>
          <p:txBody>
            <a:bodyPr rtlCol="0" anchor="ctr"/>
            <a:lstStyle/>
            <a:p>
              <a:endParaRPr lang="en-US"/>
            </a:p>
          </p:txBody>
        </p:sp>
        <p:sp>
          <p:nvSpPr>
            <p:cNvPr id="942" name="Graphic 4">
              <a:extLst>
                <a:ext uri="{FF2B5EF4-FFF2-40B4-BE49-F238E27FC236}">
                  <a16:creationId xmlns:a16="http://schemas.microsoft.com/office/drawing/2014/main" id="{4E06A4F3-8D2C-9647-A876-C86F156963A3}"/>
                </a:ext>
              </a:extLst>
            </p:cNvPr>
            <p:cNvSpPr/>
            <p:nvPr/>
          </p:nvSpPr>
          <p:spPr>
            <a:xfrm>
              <a:off x="2809016" y="1581475"/>
              <a:ext cx="10223" cy="10214"/>
            </a:xfrm>
            <a:custGeom>
              <a:avLst/>
              <a:gdLst>
                <a:gd name="connsiteX0" fmla="*/ 5112 w 10223"/>
                <a:gd name="connsiteY0" fmla="*/ 10214 h 10214"/>
                <a:gd name="connsiteX1" fmla="*/ 10224 w 10223"/>
                <a:gd name="connsiteY1" fmla="*/ 5107 h 10214"/>
                <a:gd name="connsiteX2" fmla="*/ 10224 w 10223"/>
                <a:gd name="connsiteY2" fmla="*/ 4469 h 10214"/>
                <a:gd name="connsiteX3" fmla="*/ 5112 w 10223"/>
                <a:gd name="connsiteY3" fmla="*/ 0 h 10214"/>
                <a:gd name="connsiteX4" fmla="*/ 0 w 10223"/>
                <a:gd name="connsiteY4" fmla="*/ 5107 h 10214"/>
                <a:gd name="connsiteX5" fmla="*/ 5112 w 10223"/>
                <a:gd name="connsiteY5" fmla="*/ 10214 h 1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23" h="10214">
                  <a:moveTo>
                    <a:pt x="5112" y="10214"/>
                  </a:moveTo>
                  <a:cubicBezTo>
                    <a:pt x="7668" y="10214"/>
                    <a:pt x="10224" y="8299"/>
                    <a:pt x="10224" y="5107"/>
                  </a:cubicBezTo>
                  <a:lnTo>
                    <a:pt x="10224" y="4469"/>
                  </a:lnTo>
                  <a:cubicBezTo>
                    <a:pt x="10224" y="1915"/>
                    <a:pt x="8307" y="0"/>
                    <a:pt x="5112" y="0"/>
                  </a:cubicBezTo>
                  <a:cubicBezTo>
                    <a:pt x="2556" y="0"/>
                    <a:pt x="0" y="2554"/>
                    <a:pt x="0" y="5107"/>
                  </a:cubicBezTo>
                  <a:cubicBezTo>
                    <a:pt x="0" y="7661"/>
                    <a:pt x="1917" y="10214"/>
                    <a:pt x="5112" y="10214"/>
                  </a:cubicBezTo>
                  <a:close/>
                </a:path>
              </a:pathLst>
            </a:custGeom>
            <a:solidFill>
              <a:srgbClr val="012169"/>
            </a:solidFill>
            <a:ln w="6390" cap="flat">
              <a:noFill/>
              <a:prstDash val="solid"/>
              <a:miter/>
            </a:ln>
          </p:spPr>
          <p:txBody>
            <a:bodyPr rtlCol="0" anchor="ctr"/>
            <a:lstStyle/>
            <a:p>
              <a:endParaRPr lang="en-US"/>
            </a:p>
          </p:txBody>
        </p:sp>
        <p:sp>
          <p:nvSpPr>
            <p:cNvPr id="943" name="Graphic 4">
              <a:extLst>
                <a:ext uri="{FF2B5EF4-FFF2-40B4-BE49-F238E27FC236}">
                  <a16:creationId xmlns:a16="http://schemas.microsoft.com/office/drawing/2014/main" id="{C13ED15F-7070-9648-BC04-1D85C1E08814}"/>
                </a:ext>
              </a:extLst>
            </p:cNvPr>
            <p:cNvSpPr/>
            <p:nvPr/>
          </p:nvSpPr>
          <p:spPr>
            <a:xfrm>
              <a:off x="2809016" y="1546363"/>
              <a:ext cx="10223" cy="31281"/>
            </a:xfrm>
            <a:custGeom>
              <a:avLst/>
              <a:gdLst>
                <a:gd name="connsiteX0" fmla="*/ 5112 w 10223"/>
                <a:gd name="connsiteY0" fmla="*/ 31281 h 31281"/>
                <a:gd name="connsiteX1" fmla="*/ 10224 w 10223"/>
                <a:gd name="connsiteY1" fmla="*/ 26174 h 31281"/>
                <a:gd name="connsiteX2" fmla="*/ 10224 w 10223"/>
                <a:gd name="connsiteY2" fmla="*/ 5107 h 31281"/>
                <a:gd name="connsiteX3" fmla="*/ 5112 w 10223"/>
                <a:gd name="connsiteY3" fmla="*/ 0 h 31281"/>
                <a:gd name="connsiteX4" fmla="*/ 0 w 10223"/>
                <a:gd name="connsiteY4" fmla="*/ 5107 h 31281"/>
                <a:gd name="connsiteX5" fmla="*/ 0 w 10223"/>
                <a:gd name="connsiteY5" fmla="*/ 26174 h 31281"/>
                <a:gd name="connsiteX6" fmla="*/ 5112 w 10223"/>
                <a:gd name="connsiteY6" fmla="*/ 31281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23" h="31281">
                  <a:moveTo>
                    <a:pt x="5112" y="31281"/>
                  </a:moveTo>
                  <a:cubicBezTo>
                    <a:pt x="7668" y="31281"/>
                    <a:pt x="10224" y="29366"/>
                    <a:pt x="10224" y="26174"/>
                  </a:cubicBezTo>
                  <a:lnTo>
                    <a:pt x="10224" y="5107"/>
                  </a:lnTo>
                  <a:cubicBezTo>
                    <a:pt x="10224" y="2554"/>
                    <a:pt x="8307" y="0"/>
                    <a:pt x="5112" y="0"/>
                  </a:cubicBezTo>
                  <a:cubicBezTo>
                    <a:pt x="2556" y="0"/>
                    <a:pt x="0" y="1915"/>
                    <a:pt x="0" y="5107"/>
                  </a:cubicBezTo>
                  <a:lnTo>
                    <a:pt x="0" y="26174"/>
                  </a:lnTo>
                  <a:cubicBezTo>
                    <a:pt x="0" y="29366"/>
                    <a:pt x="1917" y="31281"/>
                    <a:pt x="5112" y="31281"/>
                  </a:cubicBezTo>
                  <a:close/>
                </a:path>
              </a:pathLst>
            </a:custGeom>
            <a:solidFill>
              <a:srgbClr val="012169"/>
            </a:solidFill>
            <a:ln w="6390" cap="flat">
              <a:noFill/>
              <a:prstDash val="solid"/>
              <a:miter/>
            </a:ln>
          </p:spPr>
          <p:txBody>
            <a:bodyPr rtlCol="0" anchor="ctr"/>
            <a:lstStyle/>
            <a:p>
              <a:endParaRPr lang="en-US"/>
            </a:p>
          </p:txBody>
        </p:sp>
        <p:sp>
          <p:nvSpPr>
            <p:cNvPr id="944" name="Graphic 4">
              <a:extLst>
                <a:ext uri="{FF2B5EF4-FFF2-40B4-BE49-F238E27FC236}">
                  <a16:creationId xmlns:a16="http://schemas.microsoft.com/office/drawing/2014/main" id="{5B4485A0-C616-F141-BEE7-4CE5B424C63C}"/>
                </a:ext>
              </a:extLst>
            </p:cNvPr>
            <p:cNvSpPr/>
            <p:nvPr/>
          </p:nvSpPr>
          <p:spPr>
            <a:xfrm>
              <a:off x="2704195" y="1546975"/>
              <a:ext cx="12251" cy="21092"/>
            </a:xfrm>
            <a:custGeom>
              <a:avLst/>
              <a:gdLst>
                <a:gd name="connsiteX0" fmla="*/ 5138 w 12251"/>
                <a:gd name="connsiteY0" fmla="*/ 21093 h 21092"/>
                <a:gd name="connsiteX1" fmla="*/ 8972 w 12251"/>
                <a:gd name="connsiteY1" fmla="*/ 19178 h 21092"/>
                <a:gd name="connsiteX2" fmla="*/ 10250 w 12251"/>
                <a:gd name="connsiteY2" fmla="*/ 1941 h 21092"/>
                <a:gd name="connsiteX3" fmla="*/ 3221 w 12251"/>
                <a:gd name="connsiteY3" fmla="*/ 664 h 21092"/>
                <a:gd name="connsiteX4" fmla="*/ 1943 w 12251"/>
                <a:gd name="connsiteY4" fmla="*/ 7048 h 21092"/>
                <a:gd name="connsiteX5" fmla="*/ 665 w 12251"/>
                <a:gd name="connsiteY5" fmla="*/ 13432 h 21092"/>
                <a:gd name="connsiteX6" fmla="*/ 1943 w 12251"/>
                <a:gd name="connsiteY6" fmla="*/ 19816 h 21092"/>
                <a:gd name="connsiteX7" fmla="*/ 5138 w 12251"/>
                <a:gd name="connsiteY7" fmla="*/ 21093 h 21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251" h="21092">
                  <a:moveTo>
                    <a:pt x="5138" y="21093"/>
                  </a:moveTo>
                  <a:cubicBezTo>
                    <a:pt x="6416" y="21093"/>
                    <a:pt x="8333" y="20455"/>
                    <a:pt x="8972" y="19178"/>
                  </a:cubicBezTo>
                  <a:cubicBezTo>
                    <a:pt x="14084" y="11517"/>
                    <a:pt x="12167" y="5133"/>
                    <a:pt x="10250" y="1941"/>
                  </a:cubicBezTo>
                  <a:cubicBezTo>
                    <a:pt x="8972" y="26"/>
                    <a:pt x="5777" y="-613"/>
                    <a:pt x="3221" y="664"/>
                  </a:cubicBezTo>
                  <a:cubicBezTo>
                    <a:pt x="1304" y="1941"/>
                    <a:pt x="665" y="5133"/>
                    <a:pt x="1943" y="7048"/>
                  </a:cubicBezTo>
                  <a:cubicBezTo>
                    <a:pt x="1943" y="7048"/>
                    <a:pt x="3221" y="9602"/>
                    <a:pt x="665" y="13432"/>
                  </a:cubicBezTo>
                  <a:cubicBezTo>
                    <a:pt x="-613" y="15347"/>
                    <a:pt x="26" y="18539"/>
                    <a:pt x="1943" y="19816"/>
                  </a:cubicBezTo>
                  <a:cubicBezTo>
                    <a:pt x="3221" y="21093"/>
                    <a:pt x="3860" y="21093"/>
                    <a:pt x="5138" y="21093"/>
                  </a:cubicBezTo>
                  <a:close/>
                </a:path>
              </a:pathLst>
            </a:custGeom>
            <a:solidFill>
              <a:srgbClr val="012169"/>
            </a:solidFill>
            <a:ln w="6390" cap="flat">
              <a:noFill/>
              <a:prstDash val="solid"/>
              <a:miter/>
            </a:ln>
          </p:spPr>
          <p:txBody>
            <a:bodyPr rtlCol="0" anchor="ctr"/>
            <a:lstStyle/>
            <a:p>
              <a:endParaRPr lang="en-US"/>
            </a:p>
          </p:txBody>
        </p:sp>
        <p:sp>
          <p:nvSpPr>
            <p:cNvPr id="945" name="Graphic 4">
              <a:extLst>
                <a:ext uri="{FF2B5EF4-FFF2-40B4-BE49-F238E27FC236}">
                  <a16:creationId xmlns:a16="http://schemas.microsoft.com/office/drawing/2014/main" id="{2CA2FADE-700A-E04D-874F-916029F18255}"/>
                </a:ext>
              </a:extLst>
            </p:cNvPr>
            <p:cNvSpPr/>
            <p:nvPr/>
          </p:nvSpPr>
          <p:spPr>
            <a:xfrm>
              <a:off x="2658852" y="1545600"/>
              <a:ext cx="41534" cy="49280"/>
            </a:xfrm>
            <a:custGeom>
              <a:avLst/>
              <a:gdLst>
                <a:gd name="connsiteX0" fmla="*/ 7029 w 41534"/>
                <a:gd name="connsiteY0" fmla="*/ 36512 h 49280"/>
                <a:gd name="connsiteX1" fmla="*/ 9585 w 41534"/>
                <a:gd name="connsiteY1" fmla="*/ 36512 h 49280"/>
                <a:gd name="connsiteX2" fmla="*/ 8307 w 41534"/>
                <a:gd name="connsiteY2" fmla="*/ 42896 h 49280"/>
                <a:gd name="connsiteX3" fmla="*/ 12141 w 41534"/>
                <a:gd name="connsiteY3" fmla="*/ 48642 h 49280"/>
                <a:gd name="connsiteX4" fmla="*/ 12780 w 41534"/>
                <a:gd name="connsiteY4" fmla="*/ 48642 h 49280"/>
                <a:gd name="connsiteX5" fmla="*/ 17253 w 41534"/>
                <a:gd name="connsiteY5" fmla="*/ 44812 h 49280"/>
                <a:gd name="connsiteX6" fmla="*/ 18531 w 41534"/>
                <a:gd name="connsiteY6" fmla="*/ 37151 h 49280"/>
                <a:gd name="connsiteX7" fmla="*/ 21726 w 41534"/>
                <a:gd name="connsiteY7" fmla="*/ 37151 h 49280"/>
                <a:gd name="connsiteX8" fmla="*/ 20448 w 41534"/>
                <a:gd name="connsiteY8" fmla="*/ 43535 h 49280"/>
                <a:gd name="connsiteX9" fmla="*/ 24282 w 41534"/>
                <a:gd name="connsiteY9" fmla="*/ 49280 h 49280"/>
                <a:gd name="connsiteX10" fmla="*/ 24921 w 41534"/>
                <a:gd name="connsiteY10" fmla="*/ 49280 h 49280"/>
                <a:gd name="connsiteX11" fmla="*/ 29394 w 41534"/>
                <a:gd name="connsiteY11" fmla="*/ 45450 h 49280"/>
                <a:gd name="connsiteX12" fmla="*/ 30672 w 41534"/>
                <a:gd name="connsiteY12" fmla="*/ 37151 h 49280"/>
                <a:gd name="connsiteX13" fmla="*/ 34506 w 41534"/>
                <a:gd name="connsiteY13" fmla="*/ 37151 h 49280"/>
                <a:gd name="connsiteX14" fmla="*/ 39617 w 41534"/>
                <a:gd name="connsiteY14" fmla="*/ 32044 h 49280"/>
                <a:gd name="connsiteX15" fmla="*/ 34506 w 41534"/>
                <a:gd name="connsiteY15" fmla="*/ 26936 h 49280"/>
                <a:gd name="connsiteX16" fmla="*/ 31950 w 41534"/>
                <a:gd name="connsiteY16" fmla="*/ 26936 h 49280"/>
                <a:gd name="connsiteX17" fmla="*/ 32589 w 41534"/>
                <a:gd name="connsiteY17" fmla="*/ 23106 h 49280"/>
                <a:gd name="connsiteX18" fmla="*/ 36423 w 41534"/>
                <a:gd name="connsiteY18" fmla="*/ 23106 h 49280"/>
                <a:gd name="connsiteX19" fmla="*/ 41535 w 41534"/>
                <a:gd name="connsiteY19" fmla="*/ 17999 h 49280"/>
                <a:gd name="connsiteX20" fmla="*/ 36423 w 41534"/>
                <a:gd name="connsiteY20" fmla="*/ 12892 h 49280"/>
                <a:gd name="connsiteX21" fmla="*/ 34506 w 41534"/>
                <a:gd name="connsiteY21" fmla="*/ 12892 h 49280"/>
                <a:gd name="connsiteX22" fmla="*/ 35784 w 41534"/>
                <a:gd name="connsiteY22" fmla="*/ 6508 h 49280"/>
                <a:gd name="connsiteX23" fmla="*/ 31950 w 41534"/>
                <a:gd name="connsiteY23" fmla="*/ 762 h 49280"/>
                <a:gd name="connsiteX24" fmla="*/ 26199 w 41534"/>
                <a:gd name="connsiteY24" fmla="*/ 4593 h 49280"/>
                <a:gd name="connsiteX25" fmla="*/ 24921 w 41534"/>
                <a:gd name="connsiteY25" fmla="*/ 12253 h 49280"/>
                <a:gd name="connsiteX26" fmla="*/ 21726 w 41534"/>
                <a:gd name="connsiteY26" fmla="*/ 12253 h 49280"/>
                <a:gd name="connsiteX27" fmla="*/ 23004 w 41534"/>
                <a:gd name="connsiteY27" fmla="*/ 5869 h 49280"/>
                <a:gd name="connsiteX28" fmla="*/ 19170 w 41534"/>
                <a:gd name="connsiteY28" fmla="*/ 124 h 49280"/>
                <a:gd name="connsiteX29" fmla="*/ 13419 w 41534"/>
                <a:gd name="connsiteY29" fmla="*/ 3954 h 49280"/>
                <a:gd name="connsiteX30" fmla="*/ 12141 w 41534"/>
                <a:gd name="connsiteY30" fmla="*/ 12253 h 49280"/>
                <a:gd name="connsiteX31" fmla="*/ 7668 w 41534"/>
                <a:gd name="connsiteY31" fmla="*/ 12253 h 49280"/>
                <a:gd name="connsiteX32" fmla="*/ 2556 w 41534"/>
                <a:gd name="connsiteY32" fmla="*/ 17360 h 49280"/>
                <a:gd name="connsiteX33" fmla="*/ 7668 w 41534"/>
                <a:gd name="connsiteY33" fmla="*/ 22468 h 49280"/>
                <a:gd name="connsiteX34" fmla="*/ 10224 w 41534"/>
                <a:gd name="connsiteY34" fmla="*/ 22468 h 49280"/>
                <a:gd name="connsiteX35" fmla="*/ 9585 w 41534"/>
                <a:gd name="connsiteY35" fmla="*/ 26298 h 49280"/>
                <a:gd name="connsiteX36" fmla="*/ 5112 w 41534"/>
                <a:gd name="connsiteY36" fmla="*/ 26298 h 49280"/>
                <a:gd name="connsiteX37" fmla="*/ 0 w 41534"/>
                <a:gd name="connsiteY37" fmla="*/ 31405 h 49280"/>
                <a:gd name="connsiteX38" fmla="*/ 7029 w 41534"/>
                <a:gd name="connsiteY38" fmla="*/ 36512 h 49280"/>
                <a:gd name="connsiteX39" fmla="*/ 21726 w 41534"/>
                <a:gd name="connsiteY39" fmla="*/ 23106 h 49280"/>
                <a:gd name="connsiteX40" fmla="*/ 24921 w 41534"/>
                <a:gd name="connsiteY40" fmla="*/ 23106 h 49280"/>
                <a:gd name="connsiteX41" fmla="*/ 24282 w 41534"/>
                <a:gd name="connsiteY41" fmla="*/ 26936 h 49280"/>
                <a:gd name="connsiteX42" fmla="*/ 21087 w 41534"/>
                <a:gd name="connsiteY42" fmla="*/ 26936 h 49280"/>
                <a:gd name="connsiteX43" fmla="*/ 21726 w 41534"/>
                <a:gd name="connsiteY43" fmla="*/ 23106 h 49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1534" h="49280">
                  <a:moveTo>
                    <a:pt x="7029" y="36512"/>
                  </a:moveTo>
                  <a:lnTo>
                    <a:pt x="9585" y="36512"/>
                  </a:lnTo>
                  <a:lnTo>
                    <a:pt x="8307" y="42896"/>
                  </a:lnTo>
                  <a:cubicBezTo>
                    <a:pt x="7668" y="45450"/>
                    <a:pt x="9585" y="48004"/>
                    <a:pt x="12141" y="48642"/>
                  </a:cubicBezTo>
                  <a:cubicBezTo>
                    <a:pt x="12141" y="48642"/>
                    <a:pt x="12780" y="48642"/>
                    <a:pt x="12780" y="48642"/>
                  </a:cubicBezTo>
                  <a:cubicBezTo>
                    <a:pt x="15336" y="48642"/>
                    <a:pt x="17253" y="46727"/>
                    <a:pt x="17253" y="44812"/>
                  </a:cubicBezTo>
                  <a:lnTo>
                    <a:pt x="18531" y="37151"/>
                  </a:lnTo>
                  <a:lnTo>
                    <a:pt x="21726" y="37151"/>
                  </a:lnTo>
                  <a:lnTo>
                    <a:pt x="20448" y="43535"/>
                  </a:lnTo>
                  <a:cubicBezTo>
                    <a:pt x="19809" y="46088"/>
                    <a:pt x="21726" y="48642"/>
                    <a:pt x="24282" y="49280"/>
                  </a:cubicBezTo>
                  <a:cubicBezTo>
                    <a:pt x="24282" y="49280"/>
                    <a:pt x="24921" y="49280"/>
                    <a:pt x="24921" y="49280"/>
                  </a:cubicBezTo>
                  <a:cubicBezTo>
                    <a:pt x="27477" y="49280"/>
                    <a:pt x="29394" y="47365"/>
                    <a:pt x="29394" y="45450"/>
                  </a:cubicBezTo>
                  <a:lnTo>
                    <a:pt x="30672" y="37151"/>
                  </a:lnTo>
                  <a:lnTo>
                    <a:pt x="34506" y="37151"/>
                  </a:lnTo>
                  <a:cubicBezTo>
                    <a:pt x="37062" y="37151"/>
                    <a:pt x="39617" y="35236"/>
                    <a:pt x="39617" y="32044"/>
                  </a:cubicBezTo>
                  <a:cubicBezTo>
                    <a:pt x="39617" y="28852"/>
                    <a:pt x="37701" y="26936"/>
                    <a:pt x="34506" y="26936"/>
                  </a:cubicBezTo>
                  <a:lnTo>
                    <a:pt x="31950" y="26936"/>
                  </a:lnTo>
                  <a:lnTo>
                    <a:pt x="32589" y="23106"/>
                  </a:lnTo>
                  <a:lnTo>
                    <a:pt x="36423" y="23106"/>
                  </a:lnTo>
                  <a:cubicBezTo>
                    <a:pt x="38979" y="23106"/>
                    <a:pt x="41535" y="21191"/>
                    <a:pt x="41535" y="17999"/>
                  </a:cubicBezTo>
                  <a:cubicBezTo>
                    <a:pt x="41535" y="14807"/>
                    <a:pt x="39617" y="12892"/>
                    <a:pt x="36423" y="12892"/>
                  </a:cubicBezTo>
                  <a:lnTo>
                    <a:pt x="34506" y="12892"/>
                  </a:lnTo>
                  <a:lnTo>
                    <a:pt x="35784" y="6508"/>
                  </a:lnTo>
                  <a:cubicBezTo>
                    <a:pt x="36423" y="3954"/>
                    <a:pt x="34506" y="1401"/>
                    <a:pt x="31950" y="762"/>
                  </a:cubicBezTo>
                  <a:cubicBezTo>
                    <a:pt x="29394" y="124"/>
                    <a:pt x="26838" y="2039"/>
                    <a:pt x="26199" y="4593"/>
                  </a:cubicBezTo>
                  <a:lnTo>
                    <a:pt x="24921" y="12253"/>
                  </a:lnTo>
                  <a:lnTo>
                    <a:pt x="21726" y="12253"/>
                  </a:lnTo>
                  <a:lnTo>
                    <a:pt x="23004" y="5869"/>
                  </a:lnTo>
                  <a:cubicBezTo>
                    <a:pt x="23643" y="3316"/>
                    <a:pt x="21726" y="762"/>
                    <a:pt x="19170" y="124"/>
                  </a:cubicBezTo>
                  <a:cubicBezTo>
                    <a:pt x="16614" y="-515"/>
                    <a:pt x="14058" y="1401"/>
                    <a:pt x="13419" y="3954"/>
                  </a:cubicBezTo>
                  <a:lnTo>
                    <a:pt x="12141" y="12253"/>
                  </a:lnTo>
                  <a:lnTo>
                    <a:pt x="7668" y="12253"/>
                  </a:lnTo>
                  <a:cubicBezTo>
                    <a:pt x="5112" y="12253"/>
                    <a:pt x="2556" y="14168"/>
                    <a:pt x="2556" y="17360"/>
                  </a:cubicBezTo>
                  <a:cubicBezTo>
                    <a:pt x="2556" y="20552"/>
                    <a:pt x="4473" y="22468"/>
                    <a:pt x="7668" y="22468"/>
                  </a:cubicBezTo>
                  <a:lnTo>
                    <a:pt x="10224" y="22468"/>
                  </a:lnTo>
                  <a:lnTo>
                    <a:pt x="9585" y="26298"/>
                  </a:lnTo>
                  <a:lnTo>
                    <a:pt x="5112" y="26298"/>
                  </a:lnTo>
                  <a:cubicBezTo>
                    <a:pt x="2556" y="26298"/>
                    <a:pt x="0" y="28213"/>
                    <a:pt x="0" y="31405"/>
                  </a:cubicBezTo>
                  <a:cubicBezTo>
                    <a:pt x="0" y="34597"/>
                    <a:pt x="4473" y="36512"/>
                    <a:pt x="7029" y="36512"/>
                  </a:cubicBezTo>
                  <a:close/>
                  <a:moveTo>
                    <a:pt x="21726" y="23106"/>
                  </a:moveTo>
                  <a:lnTo>
                    <a:pt x="24921" y="23106"/>
                  </a:lnTo>
                  <a:lnTo>
                    <a:pt x="24282" y="26936"/>
                  </a:lnTo>
                  <a:lnTo>
                    <a:pt x="21087" y="26936"/>
                  </a:lnTo>
                  <a:lnTo>
                    <a:pt x="21726" y="23106"/>
                  </a:lnTo>
                  <a:close/>
                </a:path>
              </a:pathLst>
            </a:custGeom>
            <a:solidFill>
              <a:srgbClr val="012169"/>
            </a:solidFill>
            <a:ln w="6390" cap="flat">
              <a:noFill/>
              <a:prstDash val="solid"/>
              <a:miter/>
            </a:ln>
          </p:spPr>
          <p:txBody>
            <a:bodyPr rtlCol="0" anchor="ctr"/>
            <a:lstStyle/>
            <a:p>
              <a:endParaRPr lang="en-US"/>
            </a:p>
          </p:txBody>
        </p:sp>
      </p:grpSp>
      <p:sp>
        <p:nvSpPr>
          <p:cNvPr id="946" name="Graphic 4">
            <a:extLst>
              <a:ext uri="{FF2B5EF4-FFF2-40B4-BE49-F238E27FC236}">
                <a16:creationId xmlns:a16="http://schemas.microsoft.com/office/drawing/2014/main" id="{20DD22EC-82C1-FD4E-919E-25F162E0452A}"/>
              </a:ext>
            </a:extLst>
          </p:cNvPr>
          <p:cNvSpPr>
            <a:spLocks noChangeAspect="1"/>
          </p:cNvSpPr>
          <p:nvPr/>
        </p:nvSpPr>
        <p:spPr>
          <a:xfrm>
            <a:off x="2998797" y="1402723"/>
            <a:ext cx="361670" cy="361333"/>
          </a:xfrm>
          <a:custGeom>
            <a:avLst/>
            <a:gdLst>
              <a:gd name="connsiteX0" fmla="*/ 122687 w 361670"/>
              <a:gd name="connsiteY0" fmla="*/ 169814 h 361333"/>
              <a:gd name="connsiteX1" fmla="*/ 123326 w 361670"/>
              <a:gd name="connsiteY1" fmla="*/ 165984 h 361333"/>
              <a:gd name="connsiteX2" fmla="*/ 120131 w 361670"/>
              <a:gd name="connsiteY2" fmla="*/ 165984 h 361333"/>
              <a:gd name="connsiteX3" fmla="*/ 119492 w 361670"/>
              <a:gd name="connsiteY3" fmla="*/ 169814 h 361333"/>
              <a:gd name="connsiteX4" fmla="*/ 122687 w 361670"/>
              <a:gd name="connsiteY4" fmla="*/ 169814 h 361333"/>
              <a:gd name="connsiteX5" fmla="*/ 221092 w 361670"/>
              <a:gd name="connsiteY5" fmla="*/ 173006 h 361333"/>
              <a:gd name="connsiteX6" fmla="*/ 221731 w 361670"/>
              <a:gd name="connsiteY6" fmla="*/ 164068 h 361333"/>
              <a:gd name="connsiteX7" fmla="*/ 220453 w 361670"/>
              <a:gd name="connsiteY7" fmla="*/ 164068 h 361333"/>
              <a:gd name="connsiteX8" fmla="*/ 215980 w 361670"/>
              <a:gd name="connsiteY8" fmla="*/ 164707 h 361333"/>
              <a:gd name="connsiteX9" fmla="*/ 212146 w 361670"/>
              <a:gd name="connsiteY9" fmla="*/ 169814 h 361333"/>
              <a:gd name="connsiteX10" fmla="*/ 212785 w 361670"/>
              <a:gd name="connsiteY10" fmla="*/ 174921 h 361333"/>
              <a:gd name="connsiteX11" fmla="*/ 221092 w 361670"/>
              <a:gd name="connsiteY11" fmla="*/ 173006 h 361333"/>
              <a:gd name="connsiteX12" fmla="*/ 152081 w 361670"/>
              <a:gd name="connsiteY12" fmla="*/ 163430 h 361333"/>
              <a:gd name="connsiteX13" fmla="*/ 148247 w 361670"/>
              <a:gd name="connsiteY13" fmla="*/ 165345 h 361333"/>
              <a:gd name="connsiteX14" fmla="*/ 145691 w 361670"/>
              <a:gd name="connsiteY14" fmla="*/ 164707 h 361333"/>
              <a:gd name="connsiteX15" fmla="*/ 144413 w 361670"/>
              <a:gd name="connsiteY15" fmla="*/ 158323 h 361333"/>
              <a:gd name="connsiteX16" fmla="*/ 145691 w 361670"/>
              <a:gd name="connsiteY16" fmla="*/ 151939 h 361333"/>
              <a:gd name="connsiteX17" fmla="*/ 146969 w 361670"/>
              <a:gd name="connsiteY17" fmla="*/ 145555 h 361333"/>
              <a:gd name="connsiteX18" fmla="*/ 153998 w 361670"/>
              <a:gd name="connsiteY18" fmla="*/ 146832 h 361333"/>
              <a:gd name="connsiteX19" fmla="*/ 152081 w 361670"/>
              <a:gd name="connsiteY19" fmla="*/ 163430 h 361333"/>
              <a:gd name="connsiteX20" fmla="*/ 158471 w 361670"/>
              <a:gd name="connsiteY20" fmla="*/ 154492 h 361333"/>
              <a:gd name="connsiteX21" fmla="*/ 164221 w 361670"/>
              <a:gd name="connsiteY21" fmla="*/ 150662 h 361333"/>
              <a:gd name="connsiteX22" fmla="*/ 169972 w 361670"/>
              <a:gd name="connsiteY22" fmla="*/ 151939 h 361333"/>
              <a:gd name="connsiteX23" fmla="*/ 169972 w 361670"/>
              <a:gd name="connsiteY23" fmla="*/ 146832 h 361333"/>
              <a:gd name="connsiteX24" fmla="*/ 174445 w 361670"/>
              <a:gd name="connsiteY24" fmla="*/ 141724 h 361333"/>
              <a:gd name="connsiteX25" fmla="*/ 179557 w 361670"/>
              <a:gd name="connsiteY25" fmla="*/ 146193 h 361333"/>
              <a:gd name="connsiteX26" fmla="*/ 180196 w 361670"/>
              <a:gd name="connsiteY26" fmla="*/ 151939 h 361333"/>
              <a:gd name="connsiteX27" fmla="*/ 185308 w 361670"/>
              <a:gd name="connsiteY27" fmla="*/ 151300 h 361333"/>
              <a:gd name="connsiteX28" fmla="*/ 191059 w 361670"/>
              <a:gd name="connsiteY28" fmla="*/ 155131 h 361333"/>
              <a:gd name="connsiteX29" fmla="*/ 187225 w 361670"/>
              <a:gd name="connsiteY29" fmla="*/ 160876 h 361333"/>
              <a:gd name="connsiteX30" fmla="*/ 183391 w 361670"/>
              <a:gd name="connsiteY30" fmla="*/ 161515 h 361333"/>
              <a:gd name="connsiteX31" fmla="*/ 185308 w 361670"/>
              <a:gd name="connsiteY31" fmla="*/ 165345 h 361333"/>
              <a:gd name="connsiteX32" fmla="*/ 183391 w 361670"/>
              <a:gd name="connsiteY32" fmla="*/ 171729 h 361333"/>
              <a:gd name="connsiteX33" fmla="*/ 180835 w 361670"/>
              <a:gd name="connsiteY33" fmla="*/ 172368 h 361333"/>
              <a:gd name="connsiteX34" fmla="*/ 177001 w 361670"/>
              <a:gd name="connsiteY34" fmla="*/ 169814 h 361333"/>
              <a:gd name="connsiteX35" fmla="*/ 175084 w 361670"/>
              <a:gd name="connsiteY35" fmla="*/ 166622 h 361333"/>
              <a:gd name="connsiteX36" fmla="*/ 172528 w 361670"/>
              <a:gd name="connsiteY36" fmla="*/ 170452 h 361333"/>
              <a:gd name="connsiteX37" fmla="*/ 168695 w 361670"/>
              <a:gd name="connsiteY37" fmla="*/ 172368 h 361333"/>
              <a:gd name="connsiteX38" fmla="*/ 166138 w 361670"/>
              <a:gd name="connsiteY38" fmla="*/ 171729 h 361333"/>
              <a:gd name="connsiteX39" fmla="*/ 164861 w 361670"/>
              <a:gd name="connsiteY39" fmla="*/ 165345 h 361333"/>
              <a:gd name="connsiteX40" fmla="*/ 167416 w 361670"/>
              <a:gd name="connsiteY40" fmla="*/ 162153 h 361333"/>
              <a:gd name="connsiteX41" fmla="*/ 163582 w 361670"/>
              <a:gd name="connsiteY41" fmla="*/ 161515 h 361333"/>
              <a:gd name="connsiteX42" fmla="*/ 158471 w 361670"/>
              <a:gd name="connsiteY42" fmla="*/ 154492 h 361333"/>
              <a:gd name="connsiteX43" fmla="*/ 210868 w 361670"/>
              <a:gd name="connsiteY43" fmla="*/ 144278 h 361333"/>
              <a:gd name="connsiteX44" fmla="*/ 233872 w 361670"/>
              <a:gd name="connsiteY44" fmla="*/ 146832 h 361333"/>
              <a:gd name="connsiteX45" fmla="*/ 243457 w 361670"/>
              <a:gd name="connsiteY45" fmla="*/ 161515 h 361333"/>
              <a:gd name="connsiteX46" fmla="*/ 240262 w 361670"/>
              <a:gd name="connsiteY46" fmla="*/ 180028 h 361333"/>
              <a:gd name="connsiteX47" fmla="*/ 231316 w 361670"/>
              <a:gd name="connsiteY47" fmla="*/ 184497 h 361333"/>
              <a:gd name="connsiteX48" fmla="*/ 224926 w 361670"/>
              <a:gd name="connsiteY48" fmla="*/ 181944 h 361333"/>
              <a:gd name="connsiteX49" fmla="*/ 208951 w 361670"/>
              <a:gd name="connsiteY49" fmla="*/ 183859 h 361333"/>
              <a:gd name="connsiteX50" fmla="*/ 203200 w 361670"/>
              <a:gd name="connsiteY50" fmla="*/ 167260 h 361333"/>
              <a:gd name="connsiteX51" fmla="*/ 211507 w 361670"/>
              <a:gd name="connsiteY51" fmla="*/ 156408 h 361333"/>
              <a:gd name="connsiteX52" fmla="*/ 228121 w 361670"/>
              <a:gd name="connsiteY52" fmla="*/ 155769 h 361333"/>
              <a:gd name="connsiteX53" fmla="*/ 231316 w 361670"/>
              <a:gd name="connsiteY53" fmla="*/ 160876 h 361333"/>
              <a:gd name="connsiteX54" fmla="*/ 230038 w 361670"/>
              <a:gd name="connsiteY54" fmla="*/ 174283 h 361333"/>
              <a:gd name="connsiteX55" fmla="*/ 231316 w 361670"/>
              <a:gd name="connsiteY55" fmla="*/ 175560 h 361333"/>
              <a:gd name="connsiteX56" fmla="*/ 232594 w 361670"/>
              <a:gd name="connsiteY56" fmla="*/ 174921 h 361333"/>
              <a:gd name="connsiteX57" fmla="*/ 233872 w 361670"/>
              <a:gd name="connsiteY57" fmla="*/ 164068 h 361333"/>
              <a:gd name="connsiteX58" fmla="*/ 228760 w 361670"/>
              <a:gd name="connsiteY58" fmla="*/ 155769 h 361333"/>
              <a:gd name="connsiteX59" fmla="*/ 213424 w 361670"/>
              <a:gd name="connsiteY59" fmla="*/ 154492 h 361333"/>
              <a:gd name="connsiteX60" fmla="*/ 200005 w 361670"/>
              <a:gd name="connsiteY60" fmla="*/ 176198 h 361333"/>
              <a:gd name="connsiteX61" fmla="*/ 205117 w 361670"/>
              <a:gd name="connsiteY61" fmla="*/ 186412 h 361333"/>
              <a:gd name="connsiteX62" fmla="*/ 226204 w 361670"/>
              <a:gd name="connsiteY62" fmla="*/ 187051 h 361333"/>
              <a:gd name="connsiteX63" fmla="*/ 231955 w 361670"/>
              <a:gd name="connsiteY63" fmla="*/ 190881 h 361333"/>
              <a:gd name="connsiteX64" fmla="*/ 228121 w 361670"/>
              <a:gd name="connsiteY64" fmla="*/ 196627 h 361333"/>
              <a:gd name="connsiteX65" fmla="*/ 214063 w 361670"/>
              <a:gd name="connsiteY65" fmla="*/ 198542 h 361333"/>
              <a:gd name="connsiteX66" fmla="*/ 199366 w 361670"/>
              <a:gd name="connsiteY66" fmla="*/ 194711 h 361333"/>
              <a:gd name="connsiteX67" fmla="*/ 189781 w 361670"/>
              <a:gd name="connsiteY67" fmla="*/ 177475 h 361333"/>
              <a:gd name="connsiteX68" fmla="*/ 210868 w 361670"/>
              <a:gd name="connsiteY68" fmla="*/ 144278 h 361333"/>
              <a:gd name="connsiteX69" fmla="*/ 248569 w 361670"/>
              <a:gd name="connsiteY69" fmla="*/ 149385 h 361333"/>
              <a:gd name="connsiteX70" fmla="*/ 253681 w 361670"/>
              <a:gd name="connsiteY70" fmla="*/ 144278 h 361333"/>
              <a:gd name="connsiteX71" fmla="*/ 258792 w 361670"/>
              <a:gd name="connsiteY71" fmla="*/ 149385 h 361333"/>
              <a:gd name="connsiteX72" fmla="*/ 258792 w 361670"/>
              <a:gd name="connsiteY72" fmla="*/ 170452 h 361333"/>
              <a:gd name="connsiteX73" fmla="*/ 253681 w 361670"/>
              <a:gd name="connsiteY73" fmla="*/ 175560 h 361333"/>
              <a:gd name="connsiteX74" fmla="*/ 248569 w 361670"/>
              <a:gd name="connsiteY74" fmla="*/ 170452 h 361333"/>
              <a:gd name="connsiteX75" fmla="*/ 248569 w 361670"/>
              <a:gd name="connsiteY75" fmla="*/ 149385 h 361333"/>
              <a:gd name="connsiteX76" fmla="*/ 248569 w 361670"/>
              <a:gd name="connsiteY76" fmla="*/ 184497 h 361333"/>
              <a:gd name="connsiteX77" fmla="*/ 253681 w 361670"/>
              <a:gd name="connsiteY77" fmla="*/ 179390 h 361333"/>
              <a:gd name="connsiteX78" fmla="*/ 258792 w 361670"/>
              <a:gd name="connsiteY78" fmla="*/ 183859 h 361333"/>
              <a:gd name="connsiteX79" fmla="*/ 258792 w 361670"/>
              <a:gd name="connsiteY79" fmla="*/ 184497 h 361333"/>
              <a:gd name="connsiteX80" fmla="*/ 253681 w 361670"/>
              <a:gd name="connsiteY80" fmla="*/ 189604 h 361333"/>
              <a:gd name="connsiteX81" fmla="*/ 248569 w 361670"/>
              <a:gd name="connsiteY81" fmla="*/ 184497 h 361333"/>
              <a:gd name="connsiteX82" fmla="*/ 141857 w 361670"/>
              <a:gd name="connsiteY82" fmla="*/ 161515 h 361333"/>
              <a:gd name="connsiteX83" fmla="*/ 136745 w 361670"/>
              <a:gd name="connsiteY83" fmla="*/ 166622 h 361333"/>
              <a:gd name="connsiteX84" fmla="*/ 132911 w 361670"/>
              <a:gd name="connsiteY84" fmla="*/ 166622 h 361333"/>
              <a:gd name="connsiteX85" fmla="*/ 132272 w 361670"/>
              <a:gd name="connsiteY85" fmla="*/ 170452 h 361333"/>
              <a:gd name="connsiteX86" fmla="*/ 134828 w 361670"/>
              <a:gd name="connsiteY86" fmla="*/ 170452 h 361333"/>
              <a:gd name="connsiteX87" fmla="*/ 139940 w 361670"/>
              <a:gd name="connsiteY87" fmla="*/ 175560 h 361333"/>
              <a:gd name="connsiteX88" fmla="*/ 134828 w 361670"/>
              <a:gd name="connsiteY88" fmla="*/ 180667 h 361333"/>
              <a:gd name="connsiteX89" fmla="*/ 130994 w 361670"/>
              <a:gd name="connsiteY89" fmla="*/ 180667 h 361333"/>
              <a:gd name="connsiteX90" fmla="*/ 129716 w 361670"/>
              <a:gd name="connsiteY90" fmla="*/ 188966 h 361333"/>
              <a:gd name="connsiteX91" fmla="*/ 125243 w 361670"/>
              <a:gd name="connsiteY91" fmla="*/ 192796 h 361333"/>
              <a:gd name="connsiteX92" fmla="*/ 124604 w 361670"/>
              <a:gd name="connsiteY92" fmla="*/ 192796 h 361333"/>
              <a:gd name="connsiteX93" fmla="*/ 120770 w 361670"/>
              <a:gd name="connsiteY93" fmla="*/ 187051 h 361333"/>
              <a:gd name="connsiteX94" fmla="*/ 122048 w 361670"/>
              <a:gd name="connsiteY94" fmla="*/ 180667 h 361333"/>
              <a:gd name="connsiteX95" fmla="*/ 118853 w 361670"/>
              <a:gd name="connsiteY95" fmla="*/ 180667 h 361333"/>
              <a:gd name="connsiteX96" fmla="*/ 117575 w 361670"/>
              <a:gd name="connsiteY96" fmla="*/ 188327 h 361333"/>
              <a:gd name="connsiteX97" fmla="*/ 113102 w 361670"/>
              <a:gd name="connsiteY97" fmla="*/ 192158 h 361333"/>
              <a:gd name="connsiteX98" fmla="*/ 112463 w 361670"/>
              <a:gd name="connsiteY98" fmla="*/ 192158 h 361333"/>
              <a:gd name="connsiteX99" fmla="*/ 108629 w 361670"/>
              <a:gd name="connsiteY99" fmla="*/ 186412 h 361333"/>
              <a:gd name="connsiteX100" fmla="*/ 109907 w 361670"/>
              <a:gd name="connsiteY100" fmla="*/ 180028 h 361333"/>
              <a:gd name="connsiteX101" fmla="*/ 107351 w 361670"/>
              <a:gd name="connsiteY101" fmla="*/ 180028 h 361333"/>
              <a:gd name="connsiteX102" fmla="*/ 102239 w 361670"/>
              <a:gd name="connsiteY102" fmla="*/ 174921 h 361333"/>
              <a:gd name="connsiteX103" fmla="*/ 107351 w 361670"/>
              <a:gd name="connsiteY103" fmla="*/ 169814 h 361333"/>
              <a:gd name="connsiteX104" fmla="*/ 111824 w 361670"/>
              <a:gd name="connsiteY104" fmla="*/ 169814 h 361333"/>
              <a:gd name="connsiteX105" fmla="*/ 112463 w 361670"/>
              <a:gd name="connsiteY105" fmla="*/ 165984 h 361333"/>
              <a:gd name="connsiteX106" fmla="*/ 109907 w 361670"/>
              <a:gd name="connsiteY106" fmla="*/ 165984 h 361333"/>
              <a:gd name="connsiteX107" fmla="*/ 104795 w 361670"/>
              <a:gd name="connsiteY107" fmla="*/ 160876 h 361333"/>
              <a:gd name="connsiteX108" fmla="*/ 109907 w 361670"/>
              <a:gd name="connsiteY108" fmla="*/ 155769 h 361333"/>
              <a:gd name="connsiteX109" fmla="*/ 114380 w 361670"/>
              <a:gd name="connsiteY109" fmla="*/ 155769 h 361333"/>
              <a:gd name="connsiteX110" fmla="*/ 115658 w 361670"/>
              <a:gd name="connsiteY110" fmla="*/ 147470 h 361333"/>
              <a:gd name="connsiteX111" fmla="*/ 121409 w 361670"/>
              <a:gd name="connsiteY111" fmla="*/ 143640 h 361333"/>
              <a:gd name="connsiteX112" fmla="*/ 125243 w 361670"/>
              <a:gd name="connsiteY112" fmla="*/ 149385 h 361333"/>
              <a:gd name="connsiteX113" fmla="*/ 123965 w 361670"/>
              <a:gd name="connsiteY113" fmla="*/ 155769 h 361333"/>
              <a:gd name="connsiteX114" fmla="*/ 127160 w 361670"/>
              <a:gd name="connsiteY114" fmla="*/ 155769 h 361333"/>
              <a:gd name="connsiteX115" fmla="*/ 128438 w 361670"/>
              <a:gd name="connsiteY115" fmla="*/ 148108 h 361333"/>
              <a:gd name="connsiteX116" fmla="*/ 134189 w 361670"/>
              <a:gd name="connsiteY116" fmla="*/ 144278 h 361333"/>
              <a:gd name="connsiteX117" fmla="*/ 138023 w 361670"/>
              <a:gd name="connsiteY117" fmla="*/ 150024 h 361333"/>
              <a:gd name="connsiteX118" fmla="*/ 136745 w 361670"/>
              <a:gd name="connsiteY118" fmla="*/ 156408 h 361333"/>
              <a:gd name="connsiteX119" fmla="*/ 138662 w 361670"/>
              <a:gd name="connsiteY119" fmla="*/ 156408 h 361333"/>
              <a:gd name="connsiteX120" fmla="*/ 141857 w 361670"/>
              <a:gd name="connsiteY120" fmla="*/ 161515 h 361333"/>
              <a:gd name="connsiteX121" fmla="*/ 151442 w 361670"/>
              <a:gd name="connsiteY121" fmla="*/ 231100 h 361333"/>
              <a:gd name="connsiteX122" fmla="*/ 277962 w 361670"/>
              <a:gd name="connsiteY122" fmla="*/ 231100 h 361333"/>
              <a:gd name="connsiteX123" fmla="*/ 277962 w 361670"/>
              <a:gd name="connsiteY123" fmla="*/ 111081 h 361333"/>
              <a:gd name="connsiteX124" fmla="*/ 83069 w 361670"/>
              <a:gd name="connsiteY124" fmla="*/ 111081 h 361333"/>
              <a:gd name="connsiteX125" fmla="*/ 83069 w 361670"/>
              <a:gd name="connsiteY125" fmla="*/ 231100 h 361333"/>
              <a:gd name="connsiteX126" fmla="*/ 115019 w 361670"/>
              <a:gd name="connsiteY126" fmla="*/ 231100 h 361333"/>
              <a:gd name="connsiteX127" fmla="*/ 121409 w 361670"/>
              <a:gd name="connsiteY127" fmla="*/ 237484 h 361333"/>
              <a:gd name="connsiteX128" fmla="*/ 121409 w 361670"/>
              <a:gd name="connsiteY128" fmla="*/ 264935 h 361333"/>
              <a:gd name="connsiteX129" fmla="*/ 146969 w 361670"/>
              <a:gd name="connsiteY129" fmla="*/ 233654 h 361333"/>
              <a:gd name="connsiteX130" fmla="*/ 151442 w 361670"/>
              <a:gd name="connsiteY130" fmla="*/ 231100 h 361333"/>
              <a:gd name="connsiteX131" fmla="*/ 291381 w 361670"/>
              <a:gd name="connsiteY131" fmla="*/ 237484 h 361333"/>
              <a:gd name="connsiteX132" fmla="*/ 284991 w 361670"/>
              <a:gd name="connsiteY132" fmla="*/ 243868 h 361333"/>
              <a:gd name="connsiteX133" fmla="*/ 155276 w 361670"/>
              <a:gd name="connsiteY133" fmla="*/ 243868 h 361333"/>
              <a:gd name="connsiteX134" fmla="*/ 120131 w 361670"/>
              <a:gd name="connsiteY134" fmla="*/ 286641 h 361333"/>
              <a:gd name="connsiteX135" fmla="*/ 115019 w 361670"/>
              <a:gd name="connsiteY135" fmla="*/ 289194 h 361333"/>
              <a:gd name="connsiteX136" fmla="*/ 113102 w 361670"/>
              <a:gd name="connsiteY136" fmla="*/ 288556 h 361333"/>
              <a:gd name="connsiteX137" fmla="*/ 108629 w 361670"/>
              <a:gd name="connsiteY137" fmla="*/ 282810 h 361333"/>
              <a:gd name="connsiteX138" fmla="*/ 108629 w 361670"/>
              <a:gd name="connsiteY138" fmla="*/ 243868 h 361333"/>
              <a:gd name="connsiteX139" fmla="*/ 76679 w 361670"/>
              <a:gd name="connsiteY139" fmla="*/ 243868 h 361333"/>
              <a:gd name="connsiteX140" fmla="*/ 70289 w 361670"/>
              <a:gd name="connsiteY140" fmla="*/ 237484 h 361333"/>
              <a:gd name="connsiteX141" fmla="*/ 70289 w 361670"/>
              <a:gd name="connsiteY141" fmla="*/ 104697 h 361333"/>
              <a:gd name="connsiteX142" fmla="*/ 76679 w 361670"/>
              <a:gd name="connsiteY142" fmla="*/ 98313 h 361333"/>
              <a:gd name="connsiteX143" fmla="*/ 284352 w 361670"/>
              <a:gd name="connsiteY143" fmla="*/ 98313 h 361333"/>
              <a:gd name="connsiteX144" fmla="*/ 290742 w 361670"/>
              <a:gd name="connsiteY144" fmla="*/ 104697 h 361333"/>
              <a:gd name="connsiteX145" fmla="*/ 290742 w 361670"/>
              <a:gd name="connsiteY145" fmla="*/ 237484 h 361333"/>
              <a:gd name="connsiteX146" fmla="*/ 361671 w 361670"/>
              <a:gd name="connsiteY146" fmla="*/ 180667 h 361333"/>
              <a:gd name="connsiteX147" fmla="*/ 180835 w 361670"/>
              <a:gd name="connsiteY147" fmla="*/ 0 h 361333"/>
              <a:gd name="connsiteX148" fmla="*/ 0 w 361670"/>
              <a:gd name="connsiteY148" fmla="*/ 180667 h 361333"/>
              <a:gd name="connsiteX149" fmla="*/ 180835 w 361670"/>
              <a:gd name="connsiteY149" fmla="*/ 361333 h 361333"/>
              <a:gd name="connsiteX150" fmla="*/ 361671 w 361670"/>
              <a:gd name="connsiteY150" fmla="*/ 18066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361670" h="361333">
                <a:moveTo>
                  <a:pt x="122687" y="169814"/>
                </a:moveTo>
                <a:lnTo>
                  <a:pt x="123326" y="165984"/>
                </a:lnTo>
                <a:lnTo>
                  <a:pt x="120131" y="165984"/>
                </a:lnTo>
                <a:lnTo>
                  <a:pt x="119492" y="169814"/>
                </a:lnTo>
                <a:lnTo>
                  <a:pt x="122687" y="169814"/>
                </a:lnTo>
                <a:close/>
                <a:moveTo>
                  <a:pt x="221092" y="173006"/>
                </a:moveTo>
                <a:lnTo>
                  <a:pt x="221731" y="164068"/>
                </a:lnTo>
                <a:cubicBezTo>
                  <a:pt x="221092" y="164068"/>
                  <a:pt x="221092" y="164068"/>
                  <a:pt x="220453" y="164068"/>
                </a:cubicBezTo>
                <a:cubicBezTo>
                  <a:pt x="219175" y="164068"/>
                  <a:pt x="217258" y="164068"/>
                  <a:pt x="215980" y="164707"/>
                </a:cubicBezTo>
                <a:cubicBezTo>
                  <a:pt x="214063" y="165345"/>
                  <a:pt x="212785" y="167260"/>
                  <a:pt x="212146" y="169814"/>
                </a:cubicBezTo>
                <a:cubicBezTo>
                  <a:pt x="211507" y="172368"/>
                  <a:pt x="211507" y="174283"/>
                  <a:pt x="212785" y="174921"/>
                </a:cubicBezTo>
                <a:cubicBezTo>
                  <a:pt x="215341" y="175560"/>
                  <a:pt x="218536" y="174921"/>
                  <a:pt x="221092" y="173006"/>
                </a:cubicBezTo>
                <a:moveTo>
                  <a:pt x="152081" y="163430"/>
                </a:moveTo>
                <a:cubicBezTo>
                  <a:pt x="151442" y="164707"/>
                  <a:pt x="149525" y="165345"/>
                  <a:pt x="148247" y="165345"/>
                </a:cubicBezTo>
                <a:cubicBezTo>
                  <a:pt x="147608" y="165345"/>
                  <a:pt x="146330" y="165345"/>
                  <a:pt x="145691" y="164707"/>
                </a:cubicBezTo>
                <a:cubicBezTo>
                  <a:pt x="143774" y="163430"/>
                  <a:pt x="143135" y="160238"/>
                  <a:pt x="144413" y="158323"/>
                </a:cubicBezTo>
                <a:cubicBezTo>
                  <a:pt x="146969" y="154492"/>
                  <a:pt x="146330" y="151939"/>
                  <a:pt x="145691" y="151939"/>
                </a:cubicBezTo>
                <a:cubicBezTo>
                  <a:pt x="144413" y="150024"/>
                  <a:pt x="145052" y="146832"/>
                  <a:pt x="146969" y="145555"/>
                </a:cubicBezTo>
                <a:cubicBezTo>
                  <a:pt x="148886" y="144278"/>
                  <a:pt x="152081" y="144916"/>
                  <a:pt x="153998" y="146832"/>
                </a:cubicBezTo>
                <a:cubicBezTo>
                  <a:pt x="155915" y="148747"/>
                  <a:pt x="157832" y="155769"/>
                  <a:pt x="152081" y="163430"/>
                </a:cubicBezTo>
                <a:moveTo>
                  <a:pt x="158471" y="154492"/>
                </a:moveTo>
                <a:cubicBezTo>
                  <a:pt x="159110" y="151939"/>
                  <a:pt x="161666" y="150024"/>
                  <a:pt x="164221" y="150662"/>
                </a:cubicBezTo>
                <a:lnTo>
                  <a:pt x="169972" y="151939"/>
                </a:lnTo>
                <a:lnTo>
                  <a:pt x="169972" y="146832"/>
                </a:lnTo>
                <a:cubicBezTo>
                  <a:pt x="169972" y="144278"/>
                  <a:pt x="171889" y="141724"/>
                  <a:pt x="174445" y="141724"/>
                </a:cubicBezTo>
                <a:cubicBezTo>
                  <a:pt x="177001" y="141724"/>
                  <a:pt x="179557" y="143640"/>
                  <a:pt x="179557" y="146193"/>
                </a:cubicBezTo>
                <a:lnTo>
                  <a:pt x="180196" y="151939"/>
                </a:lnTo>
                <a:lnTo>
                  <a:pt x="185308" y="151300"/>
                </a:lnTo>
                <a:cubicBezTo>
                  <a:pt x="187864" y="150662"/>
                  <a:pt x="190420" y="152577"/>
                  <a:pt x="191059" y="155131"/>
                </a:cubicBezTo>
                <a:cubicBezTo>
                  <a:pt x="191698" y="157684"/>
                  <a:pt x="189781" y="160238"/>
                  <a:pt x="187225" y="160876"/>
                </a:cubicBezTo>
                <a:lnTo>
                  <a:pt x="183391" y="161515"/>
                </a:lnTo>
                <a:lnTo>
                  <a:pt x="185308" y="165345"/>
                </a:lnTo>
                <a:cubicBezTo>
                  <a:pt x="186586" y="167899"/>
                  <a:pt x="185947" y="170452"/>
                  <a:pt x="183391" y="171729"/>
                </a:cubicBezTo>
                <a:cubicBezTo>
                  <a:pt x="182752" y="172368"/>
                  <a:pt x="182113" y="172368"/>
                  <a:pt x="180835" y="172368"/>
                </a:cubicBezTo>
                <a:cubicBezTo>
                  <a:pt x="178918" y="172368"/>
                  <a:pt x="177640" y="171729"/>
                  <a:pt x="177001" y="169814"/>
                </a:cubicBezTo>
                <a:lnTo>
                  <a:pt x="175084" y="166622"/>
                </a:lnTo>
                <a:lnTo>
                  <a:pt x="172528" y="170452"/>
                </a:lnTo>
                <a:cubicBezTo>
                  <a:pt x="171889" y="171729"/>
                  <a:pt x="169972" y="172368"/>
                  <a:pt x="168695" y="172368"/>
                </a:cubicBezTo>
                <a:cubicBezTo>
                  <a:pt x="167416" y="172368"/>
                  <a:pt x="166777" y="172368"/>
                  <a:pt x="166138" y="171729"/>
                </a:cubicBezTo>
                <a:cubicBezTo>
                  <a:pt x="164221" y="170452"/>
                  <a:pt x="163582" y="167260"/>
                  <a:pt x="164861" y="165345"/>
                </a:cubicBezTo>
                <a:lnTo>
                  <a:pt x="167416" y="162153"/>
                </a:lnTo>
                <a:lnTo>
                  <a:pt x="163582" y="161515"/>
                </a:lnTo>
                <a:cubicBezTo>
                  <a:pt x="159748" y="159600"/>
                  <a:pt x="157832" y="157046"/>
                  <a:pt x="158471" y="154492"/>
                </a:cubicBezTo>
                <a:moveTo>
                  <a:pt x="210868" y="144278"/>
                </a:moveTo>
                <a:cubicBezTo>
                  <a:pt x="216619" y="142363"/>
                  <a:pt x="226204" y="141724"/>
                  <a:pt x="233872" y="146832"/>
                </a:cubicBezTo>
                <a:cubicBezTo>
                  <a:pt x="238984" y="150024"/>
                  <a:pt x="242179" y="155131"/>
                  <a:pt x="243457" y="161515"/>
                </a:cubicBezTo>
                <a:cubicBezTo>
                  <a:pt x="244735" y="169814"/>
                  <a:pt x="243457" y="176198"/>
                  <a:pt x="240262" y="180028"/>
                </a:cubicBezTo>
                <a:cubicBezTo>
                  <a:pt x="237706" y="182582"/>
                  <a:pt x="234511" y="184497"/>
                  <a:pt x="231316" y="184497"/>
                </a:cubicBezTo>
                <a:cubicBezTo>
                  <a:pt x="228760" y="184497"/>
                  <a:pt x="226843" y="183220"/>
                  <a:pt x="224926" y="181944"/>
                </a:cubicBezTo>
                <a:cubicBezTo>
                  <a:pt x="220453" y="185135"/>
                  <a:pt x="214063" y="185774"/>
                  <a:pt x="208951" y="183859"/>
                </a:cubicBezTo>
                <a:cubicBezTo>
                  <a:pt x="204478" y="181305"/>
                  <a:pt x="200005" y="176198"/>
                  <a:pt x="203200" y="167260"/>
                </a:cubicBezTo>
                <a:cubicBezTo>
                  <a:pt x="204478" y="162153"/>
                  <a:pt x="207673" y="158961"/>
                  <a:pt x="211507" y="156408"/>
                </a:cubicBezTo>
                <a:cubicBezTo>
                  <a:pt x="219175" y="152577"/>
                  <a:pt x="227482" y="155131"/>
                  <a:pt x="228121" y="155769"/>
                </a:cubicBezTo>
                <a:cubicBezTo>
                  <a:pt x="230038" y="156408"/>
                  <a:pt x="231316" y="158323"/>
                  <a:pt x="231316" y="160876"/>
                </a:cubicBezTo>
                <a:lnTo>
                  <a:pt x="230038" y="174283"/>
                </a:lnTo>
                <a:cubicBezTo>
                  <a:pt x="230677" y="174921"/>
                  <a:pt x="230677" y="174921"/>
                  <a:pt x="231316" y="175560"/>
                </a:cubicBezTo>
                <a:cubicBezTo>
                  <a:pt x="231316" y="175560"/>
                  <a:pt x="231955" y="175560"/>
                  <a:pt x="232594" y="174921"/>
                </a:cubicBezTo>
                <a:cubicBezTo>
                  <a:pt x="233233" y="174283"/>
                  <a:pt x="235150" y="171091"/>
                  <a:pt x="233872" y="164068"/>
                </a:cubicBezTo>
                <a:cubicBezTo>
                  <a:pt x="233233" y="160238"/>
                  <a:pt x="231316" y="157684"/>
                  <a:pt x="228760" y="155769"/>
                </a:cubicBezTo>
                <a:cubicBezTo>
                  <a:pt x="224287" y="153216"/>
                  <a:pt x="217897" y="153216"/>
                  <a:pt x="213424" y="154492"/>
                </a:cubicBezTo>
                <a:cubicBezTo>
                  <a:pt x="207673" y="156408"/>
                  <a:pt x="198088" y="161515"/>
                  <a:pt x="200005" y="176198"/>
                </a:cubicBezTo>
                <a:cubicBezTo>
                  <a:pt x="200644" y="181305"/>
                  <a:pt x="202561" y="184497"/>
                  <a:pt x="205117" y="186412"/>
                </a:cubicBezTo>
                <a:cubicBezTo>
                  <a:pt x="209590" y="189604"/>
                  <a:pt x="216619" y="189604"/>
                  <a:pt x="226204" y="187051"/>
                </a:cubicBezTo>
                <a:cubicBezTo>
                  <a:pt x="228760" y="186412"/>
                  <a:pt x="231316" y="187689"/>
                  <a:pt x="231955" y="190881"/>
                </a:cubicBezTo>
                <a:cubicBezTo>
                  <a:pt x="232594" y="193435"/>
                  <a:pt x="231316" y="195988"/>
                  <a:pt x="228121" y="196627"/>
                </a:cubicBezTo>
                <a:cubicBezTo>
                  <a:pt x="223009" y="197903"/>
                  <a:pt x="217897" y="198542"/>
                  <a:pt x="214063" y="198542"/>
                </a:cubicBezTo>
                <a:cubicBezTo>
                  <a:pt x="208312" y="198542"/>
                  <a:pt x="203200" y="197265"/>
                  <a:pt x="199366" y="194711"/>
                </a:cubicBezTo>
                <a:cubicBezTo>
                  <a:pt x="194254" y="190881"/>
                  <a:pt x="191059" y="185135"/>
                  <a:pt x="189781" y="177475"/>
                </a:cubicBezTo>
                <a:cubicBezTo>
                  <a:pt x="189142" y="157684"/>
                  <a:pt x="200005" y="147470"/>
                  <a:pt x="210868" y="144278"/>
                </a:cubicBezTo>
                <a:moveTo>
                  <a:pt x="248569" y="149385"/>
                </a:moveTo>
                <a:cubicBezTo>
                  <a:pt x="248569" y="146832"/>
                  <a:pt x="250486" y="144278"/>
                  <a:pt x="253681" y="144278"/>
                </a:cubicBezTo>
                <a:cubicBezTo>
                  <a:pt x="256876" y="144278"/>
                  <a:pt x="258792" y="146193"/>
                  <a:pt x="258792" y="149385"/>
                </a:cubicBezTo>
                <a:lnTo>
                  <a:pt x="258792" y="170452"/>
                </a:lnTo>
                <a:cubicBezTo>
                  <a:pt x="258792" y="173006"/>
                  <a:pt x="256876" y="175560"/>
                  <a:pt x="253681" y="175560"/>
                </a:cubicBezTo>
                <a:cubicBezTo>
                  <a:pt x="250486" y="175560"/>
                  <a:pt x="248569" y="173644"/>
                  <a:pt x="248569" y="170452"/>
                </a:cubicBezTo>
                <a:lnTo>
                  <a:pt x="248569" y="149385"/>
                </a:lnTo>
                <a:close/>
                <a:moveTo>
                  <a:pt x="248569" y="184497"/>
                </a:moveTo>
                <a:cubicBezTo>
                  <a:pt x="248569" y="181944"/>
                  <a:pt x="250486" y="179390"/>
                  <a:pt x="253681" y="179390"/>
                </a:cubicBezTo>
                <a:cubicBezTo>
                  <a:pt x="256876" y="179390"/>
                  <a:pt x="258792" y="181305"/>
                  <a:pt x="258792" y="183859"/>
                </a:cubicBezTo>
                <a:lnTo>
                  <a:pt x="258792" y="184497"/>
                </a:lnTo>
                <a:cubicBezTo>
                  <a:pt x="258792" y="187051"/>
                  <a:pt x="256876" y="189604"/>
                  <a:pt x="253681" y="189604"/>
                </a:cubicBezTo>
                <a:cubicBezTo>
                  <a:pt x="250486" y="189604"/>
                  <a:pt x="248569" y="187051"/>
                  <a:pt x="248569" y="184497"/>
                </a:cubicBezTo>
                <a:moveTo>
                  <a:pt x="141857" y="161515"/>
                </a:moveTo>
                <a:cubicBezTo>
                  <a:pt x="141857" y="164068"/>
                  <a:pt x="139940" y="166622"/>
                  <a:pt x="136745" y="166622"/>
                </a:cubicBezTo>
                <a:lnTo>
                  <a:pt x="132911" y="166622"/>
                </a:lnTo>
                <a:lnTo>
                  <a:pt x="132272" y="170452"/>
                </a:lnTo>
                <a:lnTo>
                  <a:pt x="134828" y="170452"/>
                </a:lnTo>
                <a:cubicBezTo>
                  <a:pt x="137384" y="170452"/>
                  <a:pt x="139940" y="172368"/>
                  <a:pt x="139940" y="175560"/>
                </a:cubicBezTo>
                <a:cubicBezTo>
                  <a:pt x="139940" y="178752"/>
                  <a:pt x="138023" y="180667"/>
                  <a:pt x="134828" y="180667"/>
                </a:cubicBezTo>
                <a:lnTo>
                  <a:pt x="130994" y="180667"/>
                </a:lnTo>
                <a:lnTo>
                  <a:pt x="129716" y="188966"/>
                </a:lnTo>
                <a:cubicBezTo>
                  <a:pt x="129077" y="191519"/>
                  <a:pt x="127160" y="192796"/>
                  <a:pt x="125243" y="192796"/>
                </a:cubicBezTo>
                <a:cubicBezTo>
                  <a:pt x="125243" y="192796"/>
                  <a:pt x="124604" y="192796"/>
                  <a:pt x="124604" y="192796"/>
                </a:cubicBezTo>
                <a:cubicBezTo>
                  <a:pt x="122048" y="192158"/>
                  <a:pt x="120131" y="189604"/>
                  <a:pt x="120770" y="187051"/>
                </a:cubicBezTo>
                <a:lnTo>
                  <a:pt x="122048" y="180667"/>
                </a:lnTo>
                <a:lnTo>
                  <a:pt x="118853" y="180667"/>
                </a:lnTo>
                <a:lnTo>
                  <a:pt x="117575" y="188327"/>
                </a:lnTo>
                <a:cubicBezTo>
                  <a:pt x="116936" y="190881"/>
                  <a:pt x="115019" y="192158"/>
                  <a:pt x="113102" y="192158"/>
                </a:cubicBezTo>
                <a:cubicBezTo>
                  <a:pt x="113102" y="192158"/>
                  <a:pt x="112463" y="192158"/>
                  <a:pt x="112463" y="192158"/>
                </a:cubicBezTo>
                <a:cubicBezTo>
                  <a:pt x="109907" y="191519"/>
                  <a:pt x="107990" y="188966"/>
                  <a:pt x="108629" y="186412"/>
                </a:cubicBezTo>
                <a:lnTo>
                  <a:pt x="109907" y="180028"/>
                </a:lnTo>
                <a:lnTo>
                  <a:pt x="107351" y="180028"/>
                </a:lnTo>
                <a:cubicBezTo>
                  <a:pt x="104795" y="180028"/>
                  <a:pt x="102239" y="178113"/>
                  <a:pt x="102239" y="174921"/>
                </a:cubicBezTo>
                <a:cubicBezTo>
                  <a:pt x="102239" y="171729"/>
                  <a:pt x="104156" y="169814"/>
                  <a:pt x="107351" y="169814"/>
                </a:cubicBezTo>
                <a:lnTo>
                  <a:pt x="111824" y="169814"/>
                </a:lnTo>
                <a:lnTo>
                  <a:pt x="112463" y="165984"/>
                </a:lnTo>
                <a:lnTo>
                  <a:pt x="109907" y="165984"/>
                </a:lnTo>
                <a:cubicBezTo>
                  <a:pt x="107351" y="165984"/>
                  <a:pt x="104795" y="164068"/>
                  <a:pt x="104795" y="160876"/>
                </a:cubicBezTo>
                <a:cubicBezTo>
                  <a:pt x="104795" y="157684"/>
                  <a:pt x="106712" y="155769"/>
                  <a:pt x="109907" y="155769"/>
                </a:cubicBezTo>
                <a:lnTo>
                  <a:pt x="114380" y="155769"/>
                </a:lnTo>
                <a:lnTo>
                  <a:pt x="115658" y="147470"/>
                </a:lnTo>
                <a:cubicBezTo>
                  <a:pt x="116297" y="144916"/>
                  <a:pt x="118853" y="143001"/>
                  <a:pt x="121409" y="143640"/>
                </a:cubicBezTo>
                <a:cubicBezTo>
                  <a:pt x="123965" y="144278"/>
                  <a:pt x="125882" y="146832"/>
                  <a:pt x="125243" y="149385"/>
                </a:cubicBezTo>
                <a:lnTo>
                  <a:pt x="123965" y="155769"/>
                </a:lnTo>
                <a:lnTo>
                  <a:pt x="127160" y="155769"/>
                </a:lnTo>
                <a:lnTo>
                  <a:pt x="128438" y="148108"/>
                </a:lnTo>
                <a:cubicBezTo>
                  <a:pt x="129077" y="145555"/>
                  <a:pt x="131633" y="143640"/>
                  <a:pt x="134189" y="144278"/>
                </a:cubicBezTo>
                <a:cubicBezTo>
                  <a:pt x="136745" y="144916"/>
                  <a:pt x="138662" y="147470"/>
                  <a:pt x="138023" y="150024"/>
                </a:cubicBezTo>
                <a:lnTo>
                  <a:pt x="136745" y="156408"/>
                </a:lnTo>
                <a:lnTo>
                  <a:pt x="138662" y="156408"/>
                </a:lnTo>
                <a:cubicBezTo>
                  <a:pt x="139940" y="156408"/>
                  <a:pt x="141857" y="158323"/>
                  <a:pt x="141857" y="161515"/>
                </a:cubicBezTo>
                <a:moveTo>
                  <a:pt x="151442" y="231100"/>
                </a:moveTo>
                <a:lnTo>
                  <a:pt x="277962" y="231100"/>
                </a:lnTo>
                <a:lnTo>
                  <a:pt x="277962" y="111081"/>
                </a:lnTo>
                <a:lnTo>
                  <a:pt x="83069" y="111081"/>
                </a:lnTo>
                <a:lnTo>
                  <a:pt x="83069" y="231100"/>
                </a:lnTo>
                <a:lnTo>
                  <a:pt x="115019" y="231100"/>
                </a:lnTo>
                <a:cubicBezTo>
                  <a:pt x="118853" y="231100"/>
                  <a:pt x="121409" y="233654"/>
                  <a:pt x="121409" y="237484"/>
                </a:cubicBezTo>
                <a:lnTo>
                  <a:pt x="121409" y="264935"/>
                </a:lnTo>
                <a:lnTo>
                  <a:pt x="146969" y="233654"/>
                </a:lnTo>
                <a:cubicBezTo>
                  <a:pt x="148247" y="231738"/>
                  <a:pt x="149525" y="231100"/>
                  <a:pt x="151442" y="231100"/>
                </a:cubicBezTo>
                <a:moveTo>
                  <a:pt x="291381" y="237484"/>
                </a:moveTo>
                <a:cubicBezTo>
                  <a:pt x="291381" y="241314"/>
                  <a:pt x="288825" y="243868"/>
                  <a:pt x="284991" y="243868"/>
                </a:cubicBezTo>
                <a:lnTo>
                  <a:pt x="155276" y="243868"/>
                </a:lnTo>
                <a:lnTo>
                  <a:pt x="120131" y="286641"/>
                </a:lnTo>
                <a:cubicBezTo>
                  <a:pt x="118853" y="287918"/>
                  <a:pt x="116936" y="289194"/>
                  <a:pt x="115019" y="289194"/>
                </a:cubicBezTo>
                <a:cubicBezTo>
                  <a:pt x="114380" y="289194"/>
                  <a:pt x="113741" y="289194"/>
                  <a:pt x="113102" y="288556"/>
                </a:cubicBezTo>
                <a:cubicBezTo>
                  <a:pt x="110546" y="287918"/>
                  <a:pt x="108629" y="285364"/>
                  <a:pt x="108629" y="282810"/>
                </a:cubicBezTo>
                <a:lnTo>
                  <a:pt x="108629" y="243868"/>
                </a:lnTo>
                <a:lnTo>
                  <a:pt x="76679" y="243868"/>
                </a:lnTo>
                <a:cubicBezTo>
                  <a:pt x="72845" y="243868"/>
                  <a:pt x="70289" y="241314"/>
                  <a:pt x="70289" y="237484"/>
                </a:cubicBezTo>
                <a:lnTo>
                  <a:pt x="70289" y="104697"/>
                </a:lnTo>
                <a:cubicBezTo>
                  <a:pt x="70289" y="100867"/>
                  <a:pt x="72845" y="98313"/>
                  <a:pt x="76679" y="98313"/>
                </a:cubicBezTo>
                <a:lnTo>
                  <a:pt x="284352" y="98313"/>
                </a:lnTo>
                <a:cubicBezTo>
                  <a:pt x="288186" y="98313"/>
                  <a:pt x="290742" y="100867"/>
                  <a:pt x="290742" y="104697"/>
                </a:cubicBezTo>
                <a:lnTo>
                  <a:pt x="290742" y="237484"/>
                </a:lnTo>
                <a:close/>
                <a:moveTo>
                  <a:pt x="361671" y="180667"/>
                </a:moveTo>
                <a:cubicBezTo>
                  <a:pt x="361671" y="80438"/>
                  <a:pt x="280518" y="0"/>
                  <a:pt x="180835" y="0"/>
                </a:cubicBezTo>
                <a:cubicBezTo>
                  <a:pt x="80513" y="0"/>
                  <a:pt x="0" y="81077"/>
                  <a:pt x="0" y="180667"/>
                </a:cubicBezTo>
                <a:cubicBezTo>
                  <a:pt x="0" y="280895"/>
                  <a:pt x="81152" y="361333"/>
                  <a:pt x="180835" y="361333"/>
                </a:cubicBezTo>
                <a:cubicBezTo>
                  <a:pt x="281157" y="361333"/>
                  <a:pt x="361671" y="280257"/>
                  <a:pt x="361671" y="180667"/>
                </a:cubicBezTo>
              </a:path>
            </a:pathLst>
          </a:custGeom>
          <a:solidFill>
            <a:srgbClr val="012169"/>
          </a:solidFill>
          <a:ln w="6390" cap="flat">
            <a:noFill/>
            <a:prstDash val="solid"/>
            <a:miter/>
          </a:ln>
        </p:spPr>
        <p:txBody>
          <a:bodyPr rtlCol="0" anchor="ctr"/>
          <a:lstStyle/>
          <a:p>
            <a:endParaRPr lang="en-US"/>
          </a:p>
        </p:txBody>
      </p:sp>
      <p:grpSp>
        <p:nvGrpSpPr>
          <p:cNvPr id="5" name="Group 4">
            <a:extLst>
              <a:ext uri="{FF2B5EF4-FFF2-40B4-BE49-F238E27FC236}">
                <a16:creationId xmlns:a16="http://schemas.microsoft.com/office/drawing/2014/main" id="{AE66E7FA-3859-1841-83B7-EB46A6C0E82B}"/>
              </a:ext>
            </a:extLst>
          </p:cNvPr>
          <p:cNvGrpSpPr>
            <a:grpSpLocks noChangeAspect="1"/>
          </p:cNvGrpSpPr>
          <p:nvPr/>
        </p:nvGrpSpPr>
        <p:grpSpPr>
          <a:xfrm>
            <a:off x="9887149" y="1402085"/>
            <a:ext cx="361670" cy="361333"/>
            <a:chOff x="9887149" y="1402085"/>
            <a:chExt cx="361670" cy="361333"/>
          </a:xfrm>
        </p:grpSpPr>
        <p:sp>
          <p:nvSpPr>
            <p:cNvPr id="317" name="Graphic 4">
              <a:extLst>
                <a:ext uri="{FF2B5EF4-FFF2-40B4-BE49-F238E27FC236}">
                  <a16:creationId xmlns:a16="http://schemas.microsoft.com/office/drawing/2014/main" id="{385AE732-97E7-5741-8A25-E8C819133D20}"/>
                </a:ext>
              </a:extLst>
            </p:cNvPr>
            <p:cNvSpPr/>
            <p:nvPr/>
          </p:nvSpPr>
          <p:spPr>
            <a:xfrm>
              <a:off x="9887149"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713" name="Graphic 4">
              <a:extLst>
                <a:ext uri="{FF2B5EF4-FFF2-40B4-BE49-F238E27FC236}">
                  <a16:creationId xmlns:a16="http://schemas.microsoft.com/office/drawing/2014/main" id="{98B9FBF1-2075-E74A-AD86-C981084D16B3}"/>
                </a:ext>
              </a:extLst>
            </p:cNvPr>
            <p:cNvSpPr/>
            <p:nvPr/>
          </p:nvSpPr>
          <p:spPr>
            <a:xfrm>
              <a:off x="10016471" y="1599586"/>
              <a:ext cx="104311" cy="46366"/>
            </a:xfrm>
            <a:custGeom>
              <a:avLst/>
              <a:gdLst>
                <a:gd name="connsiteX0" fmla="*/ 68767 w 104311"/>
                <a:gd name="connsiteY0" fmla="*/ 2955 h 46366"/>
                <a:gd name="connsiteX1" fmla="*/ 22759 w 104311"/>
                <a:gd name="connsiteY1" fmla="*/ 8062 h 46366"/>
                <a:gd name="connsiteX2" fmla="*/ 394 w 104311"/>
                <a:gd name="connsiteY2" fmla="*/ 38067 h 46366"/>
                <a:gd name="connsiteX3" fmla="*/ 4868 w 104311"/>
                <a:gd name="connsiteY3" fmla="*/ 46366 h 46366"/>
                <a:gd name="connsiteX4" fmla="*/ 6784 w 104311"/>
                <a:gd name="connsiteY4" fmla="*/ 46366 h 46366"/>
                <a:gd name="connsiteX5" fmla="*/ 13174 w 104311"/>
                <a:gd name="connsiteY5" fmla="*/ 41897 h 46366"/>
                <a:gd name="connsiteX6" fmla="*/ 30427 w 104311"/>
                <a:gd name="connsiteY6" fmla="*/ 18915 h 46366"/>
                <a:gd name="connsiteX7" fmla="*/ 65572 w 104311"/>
                <a:gd name="connsiteY7" fmla="*/ 15085 h 46366"/>
                <a:gd name="connsiteX8" fmla="*/ 91771 w 104311"/>
                <a:gd name="connsiteY8" fmla="*/ 40621 h 46366"/>
                <a:gd name="connsiteX9" fmla="*/ 100077 w 104311"/>
                <a:gd name="connsiteY9" fmla="*/ 44451 h 46366"/>
                <a:gd name="connsiteX10" fmla="*/ 103912 w 104311"/>
                <a:gd name="connsiteY10" fmla="*/ 36152 h 46366"/>
                <a:gd name="connsiteX11" fmla="*/ 68767 w 104311"/>
                <a:gd name="connsiteY11" fmla="*/ 2955 h 46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311" h="46366">
                  <a:moveTo>
                    <a:pt x="68767" y="2955"/>
                  </a:moveTo>
                  <a:cubicBezTo>
                    <a:pt x="63016" y="1040"/>
                    <a:pt x="42568" y="-4706"/>
                    <a:pt x="22759" y="8062"/>
                  </a:cubicBezTo>
                  <a:cubicBezTo>
                    <a:pt x="8063" y="17000"/>
                    <a:pt x="2311" y="30406"/>
                    <a:pt x="394" y="38067"/>
                  </a:cubicBezTo>
                  <a:cubicBezTo>
                    <a:pt x="-883" y="41259"/>
                    <a:pt x="1033" y="45089"/>
                    <a:pt x="4868" y="46366"/>
                  </a:cubicBezTo>
                  <a:cubicBezTo>
                    <a:pt x="5506" y="46366"/>
                    <a:pt x="6145" y="46366"/>
                    <a:pt x="6784" y="46366"/>
                  </a:cubicBezTo>
                  <a:cubicBezTo>
                    <a:pt x="9340" y="46366"/>
                    <a:pt x="11896" y="44451"/>
                    <a:pt x="13174" y="41897"/>
                  </a:cubicBezTo>
                  <a:cubicBezTo>
                    <a:pt x="14453" y="37429"/>
                    <a:pt x="18925" y="26576"/>
                    <a:pt x="30427" y="18915"/>
                  </a:cubicBezTo>
                  <a:cubicBezTo>
                    <a:pt x="45124" y="9339"/>
                    <a:pt x="61099" y="13808"/>
                    <a:pt x="65572" y="15085"/>
                  </a:cubicBezTo>
                  <a:cubicBezTo>
                    <a:pt x="83463" y="21469"/>
                    <a:pt x="90492" y="37429"/>
                    <a:pt x="91771" y="40621"/>
                  </a:cubicBezTo>
                  <a:cubicBezTo>
                    <a:pt x="93048" y="43813"/>
                    <a:pt x="96882" y="45728"/>
                    <a:pt x="100077" y="44451"/>
                  </a:cubicBezTo>
                  <a:cubicBezTo>
                    <a:pt x="103272" y="43174"/>
                    <a:pt x="105189" y="39344"/>
                    <a:pt x="103912" y="36152"/>
                  </a:cubicBezTo>
                  <a:cubicBezTo>
                    <a:pt x="101355" y="31683"/>
                    <a:pt x="92409" y="10616"/>
                    <a:pt x="68767" y="2955"/>
                  </a:cubicBezTo>
                  <a:close/>
                </a:path>
              </a:pathLst>
            </a:custGeom>
            <a:solidFill>
              <a:srgbClr val="00A3E0"/>
            </a:solidFill>
            <a:ln w="6390" cap="flat">
              <a:noFill/>
              <a:prstDash val="solid"/>
              <a:miter/>
            </a:ln>
          </p:spPr>
          <p:txBody>
            <a:bodyPr rtlCol="0" anchor="ctr"/>
            <a:lstStyle/>
            <a:p>
              <a:endParaRPr lang="en-US"/>
            </a:p>
          </p:txBody>
        </p:sp>
        <p:sp>
          <p:nvSpPr>
            <p:cNvPr id="714" name="Graphic 4">
              <a:extLst>
                <a:ext uri="{FF2B5EF4-FFF2-40B4-BE49-F238E27FC236}">
                  <a16:creationId xmlns:a16="http://schemas.microsoft.com/office/drawing/2014/main" id="{A8309C7A-765D-2747-91C8-D294BEECDD6C}"/>
                </a:ext>
              </a:extLst>
            </p:cNvPr>
            <p:cNvSpPr/>
            <p:nvPr/>
          </p:nvSpPr>
          <p:spPr>
            <a:xfrm>
              <a:off x="9956799" y="1472308"/>
              <a:ext cx="222370" cy="222162"/>
            </a:xfrm>
            <a:custGeom>
              <a:avLst/>
              <a:gdLst>
                <a:gd name="connsiteX0" fmla="*/ 111185 w 222370"/>
                <a:gd name="connsiteY0" fmla="*/ 0 h 222162"/>
                <a:gd name="connsiteX1" fmla="*/ 0 w 222370"/>
                <a:gd name="connsiteY1" fmla="*/ 111081 h 222162"/>
                <a:gd name="connsiteX2" fmla="*/ 111185 w 222370"/>
                <a:gd name="connsiteY2" fmla="*/ 222163 h 222162"/>
                <a:gd name="connsiteX3" fmla="*/ 222370 w 222370"/>
                <a:gd name="connsiteY3" fmla="*/ 111081 h 222162"/>
                <a:gd name="connsiteX4" fmla="*/ 111185 w 222370"/>
                <a:gd name="connsiteY4" fmla="*/ 0 h 222162"/>
                <a:gd name="connsiteX5" fmla="*/ 111185 w 222370"/>
                <a:gd name="connsiteY5" fmla="*/ 209395 h 222162"/>
                <a:gd name="connsiteX6" fmla="*/ 12780 w 222370"/>
                <a:gd name="connsiteY6" fmla="*/ 111081 h 222162"/>
                <a:gd name="connsiteX7" fmla="*/ 111185 w 222370"/>
                <a:gd name="connsiteY7" fmla="*/ 12768 h 222162"/>
                <a:gd name="connsiteX8" fmla="*/ 209590 w 222370"/>
                <a:gd name="connsiteY8" fmla="*/ 111081 h 222162"/>
                <a:gd name="connsiteX9" fmla="*/ 111185 w 222370"/>
                <a:gd name="connsiteY9" fmla="*/ 209395 h 22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0" h="222162">
                  <a:moveTo>
                    <a:pt x="111185" y="0"/>
                  </a:moveTo>
                  <a:cubicBezTo>
                    <a:pt x="49842" y="0"/>
                    <a:pt x="0" y="49795"/>
                    <a:pt x="0" y="111081"/>
                  </a:cubicBezTo>
                  <a:cubicBezTo>
                    <a:pt x="0" y="172368"/>
                    <a:pt x="49842" y="222163"/>
                    <a:pt x="111185" y="222163"/>
                  </a:cubicBezTo>
                  <a:cubicBezTo>
                    <a:pt x="172528" y="222163"/>
                    <a:pt x="222370" y="172368"/>
                    <a:pt x="222370" y="111081"/>
                  </a:cubicBezTo>
                  <a:cubicBezTo>
                    <a:pt x="222370" y="49795"/>
                    <a:pt x="172528" y="0"/>
                    <a:pt x="111185" y="0"/>
                  </a:cubicBezTo>
                  <a:close/>
                  <a:moveTo>
                    <a:pt x="111185" y="209395"/>
                  </a:moveTo>
                  <a:cubicBezTo>
                    <a:pt x="56871" y="209395"/>
                    <a:pt x="12780" y="165345"/>
                    <a:pt x="12780" y="111081"/>
                  </a:cubicBezTo>
                  <a:cubicBezTo>
                    <a:pt x="12780" y="56817"/>
                    <a:pt x="56871" y="12768"/>
                    <a:pt x="111185" y="12768"/>
                  </a:cubicBezTo>
                  <a:cubicBezTo>
                    <a:pt x="165500" y="12768"/>
                    <a:pt x="209590" y="56817"/>
                    <a:pt x="209590" y="111081"/>
                  </a:cubicBezTo>
                  <a:cubicBezTo>
                    <a:pt x="209590" y="165345"/>
                    <a:pt x="165500" y="209395"/>
                    <a:pt x="111185" y="209395"/>
                  </a:cubicBezTo>
                  <a:close/>
                </a:path>
              </a:pathLst>
            </a:custGeom>
            <a:solidFill>
              <a:srgbClr val="00A3E0"/>
            </a:solidFill>
            <a:ln w="6390" cap="flat">
              <a:noFill/>
              <a:prstDash val="solid"/>
              <a:miter/>
            </a:ln>
          </p:spPr>
          <p:txBody>
            <a:bodyPr rtlCol="0" anchor="ctr"/>
            <a:lstStyle/>
            <a:p>
              <a:endParaRPr lang="en-US"/>
            </a:p>
          </p:txBody>
        </p:sp>
        <p:sp>
          <p:nvSpPr>
            <p:cNvPr id="485" name="Graphic 4">
              <a:extLst>
                <a:ext uri="{FF2B5EF4-FFF2-40B4-BE49-F238E27FC236}">
                  <a16:creationId xmlns:a16="http://schemas.microsoft.com/office/drawing/2014/main" id="{757C2CE2-7987-2540-B944-A0CCEC5CC3A7}"/>
                </a:ext>
              </a:extLst>
            </p:cNvPr>
            <p:cNvSpPr/>
            <p:nvPr/>
          </p:nvSpPr>
          <p:spPr>
            <a:xfrm>
              <a:off x="10087154" y="1544493"/>
              <a:ext cx="23003" cy="22343"/>
            </a:xfrm>
            <a:custGeom>
              <a:avLst/>
              <a:gdLst>
                <a:gd name="connsiteX0" fmla="*/ 11502 w 23003"/>
                <a:gd name="connsiteY0" fmla="*/ 22344 h 22343"/>
                <a:gd name="connsiteX1" fmla="*/ 23004 w 23003"/>
                <a:gd name="connsiteY1" fmla="*/ 10853 h 22343"/>
                <a:gd name="connsiteX2" fmla="*/ 23004 w 23003"/>
                <a:gd name="connsiteY2" fmla="*/ 10853 h 22343"/>
                <a:gd name="connsiteX3" fmla="*/ 11502 w 23003"/>
                <a:gd name="connsiteY3" fmla="*/ 0 h 22343"/>
                <a:gd name="connsiteX4" fmla="*/ 0 w 23003"/>
                <a:gd name="connsiteY4" fmla="*/ 11491 h 22343"/>
                <a:gd name="connsiteX5" fmla="*/ 11502 w 23003"/>
                <a:gd name="connsiteY5" fmla="*/ 22344 h 22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03" h="22343">
                  <a:moveTo>
                    <a:pt x="11502" y="22344"/>
                  </a:moveTo>
                  <a:cubicBezTo>
                    <a:pt x="17892" y="22344"/>
                    <a:pt x="23004" y="17237"/>
                    <a:pt x="23004" y="10853"/>
                  </a:cubicBezTo>
                  <a:lnTo>
                    <a:pt x="23004" y="10853"/>
                  </a:lnTo>
                  <a:cubicBezTo>
                    <a:pt x="23004" y="4469"/>
                    <a:pt x="17892" y="0"/>
                    <a:pt x="11502" y="0"/>
                  </a:cubicBezTo>
                  <a:cubicBezTo>
                    <a:pt x="5112" y="0"/>
                    <a:pt x="0" y="5107"/>
                    <a:pt x="0" y="11491"/>
                  </a:cubicBezTo>
                  <a:cubicBezTo>
                    <a:pt x="0" y="17875"/>
                    <a:pt x="5112" y="22344"/>
                    <a:pt x="11502" y="22344"/>
                  </a:cubicBezTo>
                  <a:close/>
                </a:path>
              </a:pathLst>
            </a:custGeom>
            <a:solidFill>
              <a:srgbClr val="00A3E0"/>
            </a:solidFill>
            <a:ln w="6390" cap="flat">
              <a:noFill/>
              <a:prstDash val="solid"/>
              <a:miter/>
            </a:ln>
          </p:spPr>
          <p:txBody>
            <a:bodyPr rtlCol="0" anchor="ctr"/>
            <a:lstStyle/>
            <a:p>
              <a:endParaRPr lang="en-US"/>
            </a:p>
          </p:txBody>
        </p:sp>
        <p:sp>
          <p:nvSpPr>
            <p:cNvPr id="486" name="Graphic 4">
              <a:extLst>
                <a:ext uri="{FF2B5EF4-FFF2-40B4-BE49-F238E27FC236}">
                  <a16:creationId xmlns:a16="http://schemas.microsoft.com/office/drawing/2014/main" id="{AE478FD0-CA85-5549-B528-E02C9E111B5C}"/>
                </a:ext>
              </a:extLst>
            </p:cNvPr>
            <p:cNvSpPr/>
            <p:nvPr/>
          </p:nvSpPr>
          <p:spPr>
            <a:xfrm>
              <a:off x="10023654" y="1544493"/>
              <a:ext cx="23003" cy="22343"/>
            </a:xfrm>
            <a:custGeom>
              <a:avLst/>
              <a:gdLst>
                <a:gd name="connsiteX0" fmla="*/ 11502 w 23003"/>
                <a:gd name="connsiteY0" fmla="*/ 22344 h 22343"/>
                <a:gd name="connsiteX1" fmla="*/ 23004 w 23003"/>
                <a:gd name="connsiteY1" fmla="*/ 10853 h 22343"/>
                <a:gd name="connsiteX2" fmla="*/ 23004 w 23003"/>
                <a:gd name="connsiteY2" fmla="*/ 10853 h 22343"/>
                <a:gd name="connsiteX3" fmla="*/ 11502 w 23003"/>
                <a:gd name="connsiteY3" fmla="*/ 0 h 22343"/>
                <a:gd name="connsiteX4" fmla="*/ 0 w 23003"/>
                <a:gd name="connsiteY4" fmla="*/ 11491 h 22343"/>
                <a:gd name="connsiteX5" fmla="*/ 11502 w 23003"/>
                <a:gd name="connsiteY5" fmla="*/ 22344 h 22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03" h="22343">
                  <a:moveTo>
                    <a:pt x="11502" y="22344"/>
                  </a:moveTo>
                  <a:cubicBezTo>
                    <a:pt x="17892" y="22344"/>
                    <a:pt x="23004" y="17237"/>
                    <a:pt x="23004" y="10853"/>
                  </a:cubicBezTo>
                  <a:lnTo>
                    <a:pt x="23004" y="10853"/>
                  </a:lnTo>
                  <a:cubicBezTo>
                    <a:pt x="23004" y="4469"/>
                    <a:pt x="17892" y="0"/>
                    <a:pt x="11502" y="0"/>
                  </a:cubicBezTo>
                  <a:cubicBezTo>
                    <a:pt x="5112" y="0"/>
                    <a:pt x="0" y="5107"/>
                    <a:pt x="0" y="11491"/>
                  </a:cubicBezTo>
                  <a:cubicBezTo>
                    <a:pt x="0" y="17875"/>
                    <a:pt x="5112" y="22344"/>
                    <a:pt x="11502" y="22344"/>
                  </a:cubicBezTo>
                  <a:close/>
                </a:path>
              </a:pathLst>
            </a:custGeom>
            <a:solidFill>
              <a:srgbClr val="00A3E0"/>
            </a:solidFill>
            <a:ln w="6390" cap="flat">
              <a:noFill/>
              <a:prstDash val="solid"/>
              <a:miter/>
            </a:ln>
          </p:spPr>
          <p:txBody>
            <a:bodyPr rtlCol="0" anchor="ctr"/>
            <a:lstStyle/>
            <a:p>
              <a:endParaRPr lang="en-US"/>
            </a:p>
          </p:txBody>
        </p:sp>
      </p:grpSp>
      <p:grpSp>
        <p:nvGrpSpPr>
          <p:cNvPr id="6" name="Group 5">
            <a:extLst>
              <a:ext uri="{FF2B5EF4-FFF2-40B4-BE49-F238E27FC236}">
                <a16:creationId xmlns:a16="http://schemas.microsoft.com/office/drawing/2014/main" id="{4B45E742-CABB-D543-8F68-2E2E8887A5EF}"/>
              </a:ext>
            </a:extLst>
          </p:cNvPr>
          <p:cNvGrpSpPr>
            <a:grpSpLocks noChangeAspect="1"/>
          </p:cNvGrpSpPr>
          <p:nvPr/>
        </p:nvGrpSpPr>
        <p:grpSpPr>
          <a:xfrm>
            <a:off x="9887149" y="918179"/>
            <a:ext cx="361670" cy="361333"/>
            <a:chOff x="9887149" y="918179"/>
            <a:chExt cx="361670" cy="361333"/>
          </a:xfrm>
        </p:grpSpPr>
        <p:sp>
          <p:nvSpPr>
            <p:cNvPr id="718" name="Graphic 4">
              <a:extLst>
                <a:ext uri="{FF2B5EF4-FFF2-40B4-BE49-F238E27FC236}">
                  <a16:creationId xmlns:a16="http://schemas.microsoft.com/office/drawing/2014/main" id="{7D795183-9928-3B4C-B655-B8B0ACE8361A}"/>
                </a:ext>
              </a:extLst>
            </p:cNvPr>
            <p:cNvSpPr/>
            <p:nvPr/>
          </p:nvSpPr>
          <p:spPr>
            <a:xfrm>
              <a:off x="9887149"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719" name="Graphic 4">
              <a:extLst>
                <a:ext uri="{FF2B5EF4-FFF2-40B4-BE49-F238E27FC236}">
                  <a16:creationId xmlns:a16="http://schemas.microsoft.com/office/drawing/2014/main" id="{31869CF8-DE5E-6646-8ADA-AB941E9E916E}"/>
                </a:ext>
              </a:extLst>
            </p:cNvPr>
            <p:cNvSpPr/>
            <p:nvPr/>
          </p:nvSpPr>
          <p:spPr>
            <a:xfrm>
              <a:off x="10016104" y="1114045"/>
              <a:ext cx="103479" cy="45448"/>
            </a:xfrm>
            <a:custGeom>
              <a:avLst/>
              <a:gdLst>
                <a:gd name="connsiteX0" fmla="*/ 99166 w 103479"/>
                <a:gd name="connsiteY0" fmla="*/ 2038 h 45448"/>
                <a:gd name="connsiteX1" fmla="*/ 90859 w 103479"/>
                <a:gd name="connsiteY1" fmla="*/ 5868 h 45448"/>
                <a:gd name="connsiteX2" fmla="*/ 64661 w 103479"/>
                <a:gd name="connsiteY2" fmla="*/ 31404 h 45448"/>
                <a:gd name="connsiteX3" fmla="*/ 29516 w 103479"/>
                <a:gd name="connsiteY3" fmla="*/ 27573 h 45448"/>
                <a:gd name="connsiteX4" fmla="*/ 12263 w 103479"/>
                <a:gd name="connsiteY4" fmla="*/ 4591 h 45448"/>
                <a:gd name="connsiteX5" fmla="*/ 4595 w 103479"/>
                <a:gd name="connsiteY5" fmla="*/ 122 h 45448"/>
                <a:gd name="connsiteX6" fmla="*/ 122 w 103479"/>
                <a:gd name="connsiteY6" fmla="*/ 7783 h 45448"/>
                <a:gd name="connsiteX7" fmla="*/ 22487 w 103479"/>
                <a:gd name="connsiteY7" fmla="*/ 37788 h 45448"/>
                <a:gd name="connsiteX8" fmla="*/ 49964 w 103479"/>
                <a:gd name="connsiteY8" fmla="*/ 45449 h 45448"/>
                <a:gd name="connsiteX9" fmla="*/ 68494 w 103479"/>
                <a:gd name="connsiteY9" fmla="*/ 42257 h 45448"/>
                <a:gd name="connsiteX10" fmla="*/ 103000 w 103479"/>
                <a:gd name="connsiteY10" fmla="*/ 9060 h 45448"/>
                <a:gd name="connsiteX11" fmla="*/ 99166 w 103479"/>
                <a:gd name="connsiteY11" fmla="*/ 2038 h 45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479" h="45448">
                  <a:moveTo>
                    <a:pt x="99166" y="2038"/>
                  </a:moveTo>
                  <a:cubicBezTo>
                    <a:pt x="95971" y="761"/>
                    <a:pt x="92138" y="2676"/>
                    <a:pt x="90859" y="5868"/>
                  </a:cubicBezTo>
                  <a:cubicBezTo>
                    <a:pt x="89582" y="9060"/>
                    <a:pt x="82553" y="25658"/>
                    <a:pt x="64661" y="31404"/>
                  </a:cubicBezTo>
                  <a:cubicBezTo>
                    <a:pt x="60188" y="32681"/>
                    <a:pt x="44213" y="37149"/>
                    <a:pt x="29516" y="27573"/>
                  </a:cubicBezTo>
                  <a:cubicBezTo>
                    <a:pt x="18015" y="20551"/>
                    <a:pt x="13541" y="9060"/>
                    <a:pt x="12263" y="4591"/>
                  </a:cubicBezTo>
                  <a:cubicBezTo>
                    <a:pt x="10985" y="1399"/>
                    <a:pt x="7790" y="-516"/>
                    <a:pt x="4595" y="122"/>
                  </a:cubicBezTo>
                  <a:cubicBezTo>
                    <a:pt x="1400" y="1399"/>
                    <a:pt x="-516" y="4591"/>
                    <a:pt x="122" y="7783"/>
                  </a:cubicBezTo>
                  <a:cubicBezTo>
                    <a:pt x="2040" y="14805"/>
                    <a:pt x="8430" y="28212"/>
                    <a:pt x="22487" y="37788"/>
                  </a:cubicBezTo>
                  <a:cubicBezTo>
                    <a:pt x="32072" y="43533"/>
                    <a:pt x="41657" y="45449"/>
                    <a:pt x="49964" y="45449"/>
                  </a:cubicBezTo>
                  <a:cubicBezTo>
                    <a:pt x="58271" y="45449"/>
                    <a:pt x="65299" y="43533"/>
                    <a:pt x="68494" y="42257"/>
                  </a:cubicBezTo>
                  <a:cubicBezTo>
                    <a:pt x="92138" y="33957"/>
                    <a:pt x="101084" y="12890"/>
                    <a:pt x="103000" y="9060"/>
                  </a:cubicBezTo>
                  <a:cubicBezTo>
                    <a:pt x="104279" y="7145"/>
                    <a:pt x="103000" y="3314"/>
                    <a:pt x="99166" y="2038"/>
                  </a:cubicBezTo>
                  <a:close/>
                </a:path>
              </a:pathLst>
            </a:custGeom>
            <a:solidFill>
              <a:srgbClr val="00A3E0"/>
            </a:solidFill>
            <a:ln w="6390" cap="flat">
              <a:noFill/>
              <a:prstDash val="solid"/>
              <a:miter/>
            </a:ln>
          </p:spPr>
          <p:txBody>
            <a:bodyPr rtlCol="0" anchor="ctr"/>
            <a:lstStyle/>
            <a:p>
              <a:endParaRPr lang="en-US"/>
            </a:p>
          </p:txBody>
        </p:sp>
        <p:sp>
          <p:nvSpPr>
            <p:cNvPr id="720" name="Graphic 4">
              <a:extLst>
                <a:ext uri="{FF2B5EF4-FFF2-40B4-BE49-F238E27FC236}">
                  <a16:creationId xmlns:a16="http://schemas.microsoft.com/office/drawing/2014/main" id="{D6458A4E-2BE1-164E-990D-9593108543D2}"/>
                </a:ext>
              </a:extLst>
            </p:cNvPr>
            <p:cNvSpPr/>
            <p:nvPr/>
          </p:nvSpPr>
          <p:spPr>
            <a:xfrm>
              <a:off x="9956799" y="987764"/>
              <a:ext cx="222370" cy="222162"/>
            </a:xfrm>
            <a:custGeom>
              <a:avLst/>
              <a:gdLst>
                <a:gd name="connsiteX0" fmla="*/ 111185 w 222370"/>
                <a:gd name="connsiteY0" fmla="*/ 0 h 222162"/>
                <a:gd name="connsiteX1" fmla="*/ 0 w 222370"/>
                <a:gd name="connsiteY1" fmla="*/ 111081 h 222162"/>
                <a:gd name="connsiteX2" fmla="*/ 111185 w 222370"/>
                <a:gd name="connsiteY2" fmla="*/ 222163 h 222162"/>
                <a:gd name="connsiteX3" fmla="*/ 222370 w 222370"/>
                <a:gd name="connsiteY3" fmla="*/ 111081 h 222162"/>
                <a:gd name="connsiteX4" fmla="*/ 111185 w 222370"/>
                <a:gd name="connsiteY4" fmla="*/ 0 h 222162"/>
                <a:gd name="connsiteX5" fmla="*/ 111185 w 222370"/>
                <a:gd name="connsiteY5" fmla="*/ 209395 h 222162"/>
                <a:gd name="connsiteX6" fmla="*/ 12780 w 222370"/>
                <a:gd name="connsiteY6" fmla="*/ 111081 h 222162"/>
                <a:gd name="connsiteX7" fmla="*/ 111185 w 222370"/>
                <a:gd name="connsiteY7" fmla="*/ 12768 h 222162"/>
                <a:gd name="connsiteX8" fmla="*/ 209590 w 222370"/>
                <a:gd name="connsiteY8" fmla="*/ 111081 h 222162"/>
                <a:gd name="connsiteX9" fmla="*/ 111185 w 222370"/>
                <a:gd name="connsiteY9" fmla="*/ 209395 h 22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0" h="222162">
                  <a:moveTo>
                    <a:pt x="111185" y="0"/>
                  </a:moveTo>
                  <a:cubicBezTo>
                    <a:pt x="49842" y="0"/>
                    <a:pt x="0" y="49795"/>
                    <a:pt x="0" y="111081"/>
                  </a:cubicBezTo>
                  <a:cubicBezTo>
                    <a:pt x="0" y="172368"/>
                    <a:pt x="49842" y="222163"/>
                    <a:pt x="111185" y="222163"/>
                  </a:cubicBezTo>
                  <a:cubicBezTo>
                    <a:pt x="172528" y="222163"/>
                    <a:pt x="222370" y="172368"/>
                    <a:pt x="222370" y="111081"/>
                  </a:cubicBezTo>
                  <a:cubicBezTo>
                    <a:pt x="222370" y="49795"/>
                    <a:pt x="172528" y="0"/>
                    <a:pt x="111185" y="0"/>
                  </a:cubicBezTo>
                  <a:close/>
                  <a:moveTo>
                    <a:pt x="111185" y="209395"/>
                  </a:moveTo>
                  <a:cubicBezTo>
                    <a:pt x="56871" y="209395"/>
                    <a:pt x="12780" y="165345"/>
                    <a:pt x="12780" y="111081"/>
                  </a:cubicBezTo>
                  <a:cubicBezTo>
                    <a:pt x="12780" y="56817"/>
                    <a:pt x="56871" y="12768"/>
                    <a:pt x="111185" y="12768"/>
                  </a:cubicBezTo>
                  <a:cubicBezTo>
                    <a:pt x="165500" y="12768"/>
                    <a:pt x="209590" y="56817"/>
                    <a:pt x="209590" y="111081"/>
                  </a:cubicBezTo>
                  <a:cubicBezTo>
                    <a:pt x="209590" y="165345"/>
                    <a:pt x="165500" y="209395"/>
                    <a:pt x="111185" y="209395"/>
                  </a:cubicBezTo>
                  <a:close/>
                </a:path>
              </a:pathLst>
            </a:custGeom>
            <a:solidFill>
              <a:srgbClr val="00A3E0"/>
            </a:solidFill>
            <a:ln w="6390" cap="flat">
              <a:noFill/>
              <a:prstDash val="solid"/>
              <a:miter/>
            </a:ln>
          </p:spPr>
          <p:txBody>
            <a:bodyPr rtlCol="0" anchor="ctr"/>
            <a:lstStyle/>
            <a:p>
              <a:endParaRPr lang="en-US"/>
            </a:p>
          </p:txBody>
        </p:sp>
        <p:sp>
          <p:nvSpPr>
            <p:cNvPr id="493" name="Graphic 4">
              <a:extLst>
                <a:ext uri="{FF2B5EF4-FFF2-40B4-BE49-F238E27FC236}">
                  <a16:creationId xmlns:a16="http://schemas.microsoft.com/office/drawing/2014/main" id="{C3F7C592-F9AD-0D41-B304-66A9FBACFBEC}"/>
                </a:ext>
              </a:extLst>
            </p:cNvPr>
            <p:cNvSpPr/>
            <p:nvPr/>
          </p:nvSpPr>
          <p:spPr>
            <a:xfrm>
              <a:off x="10087154" y="1061893"/>
              <a:ext cx="23003" cy="22343"/>
            </a:xfrm>
            <a:custGeom>
              <a:avLst/>
              <a:gdLst>
                <a:gd name="connsiteX0" fmla="*/ 11502 w 23003"/>
                <a:gd name="connsiteY0" fmla="*/ 22344 h 22343"/>
                <a:gd name="connsiteX1" fmla="*/ 23004 w 23003"/>
                <a:gd name="connsiteY1" fmla="*/ 10853 h 22343"/>
                <a:gd name="connsiteX2" fmla="*/ 23004 w 23003"/>
                <a:gd name="connsiteY2" fmla="*/ 10853 h 22343"/>
                <a:gd name="connsiteX3" fmla="*/ 11502 w 23003"/>
                <a:gd name="connsiteY3" fmla="*/ 0 h 22343"/>
                <a:gd name="connsiteX4" fmla="*/ 0 w 23003"/>
                <a:gd name="connsiteY4" fmla="*/ 11491 h 22343"/>
                <a:gd name="connsiteX5" fmla="*/ 11502 w 23003"/>
                <a:gd name="connsiteY5" fmla="*/ 22344 h 22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03" h="22343">
                  <a:moveTo>
                    <a:pt x="11502" y="22344"/>
                  </a:moveTo>
                  <a:cubicBezTo>
                    <a:pt x="17892" y="22344"/>
                    <a:pt x="23004" y="17237"/>
                    <a:pt x="23004" y="10853"/>
                  </a:cubicBezTo>
                  <a:lnTo>
                    <a:pt x="23004" y="10853"/>
                  </a:lnTo>
                  <a:cubicBezTo>
                    <a:pt x="23004" y="4469"/>
                    <a:pt x="17892" y="0"/>
                    <a:pt x="11502" y="0"/>
                  </a:cubicBezTo>
                  <a:cubicBezTo>
                    <a:pt x="5112" y="0"/>
                    <a:pt x="0" y="5107"/>
                    <a:pt x="0" y="11491"/>
                  </a:cubicBezTo>
                  <a:cubicBezTo>
                    <a:pt x="0" y="17875"/>
                    <a:pt x="5112" y="22344"/>
                    <a:pt x="11502" y="22344"/>
                  </a:cubicBezTo>
                  <a:close/>
                </a:path>
              </a:pathLst>
            </a:custGeom>
            <a:solidFill>
              <a:srgbClr val="00A3E0"/>
            </a:solidFill>
            <a:ln w="6390" cap="flat">
              <a:noFill/>
              <a:prstDash val="solid"/>
              <a:miter/>
            </a:ln>
          </p:spPr>
          <p:txBody>
            <a:bodyPr rtlCol="0" anchor="ctr"/>
            <a:lstStyle/>
            <a:p>
              <a:endParaRPr lang="en-US"/>
            </a:p>
          </p:txBody>
        </p:sp>
        <p:sp>
          <p:nvSpPr>
            <p:cNvPr id="494" name="Graphic 4">
              <a:extLst>
                <a:ext uri="{FF2B5EF4-FFF2-40B4-BE49-F238E27FC236}">
                  <a16:creationId xmlns:a16="http://schemas.microsoft.com/office/drawing/2014/main" id="{B8FB27C5-B786-3C43-95B4-9B6D254CC079}"/>
                </a:ext>
              </a:extLst>
            </p:cNvPr>
            <p:cNvSpPr/>
            <p:nvPr/>
          </p:nvSpPr>
          <p:spPr>
            <a:xfrm>
              <a:off x="10023654" y="1061893"/>
              <a:ext cx="23003" cy="22343"/>
            </a:xfrm>
            <a:custGeom>
              <a:avLst/>
              <a:gdLst>
                <a:gd name="connsiteX0" fmla="*/ 11502 w 23003"/>
                <a:gd name="connsiteY0" fmla="*/ 22344 h 22343"/>
                <a:gd name="connsiteX1" fmla="*/ 23004 w 23003"/>
                <a:gd name="connsiteY1" fmla="*/ 10853 h 22343"/>
                <a:gd name="connsiteX2" fmla="*/ 23004 w 23003"/>
                <a:gd name="connsiteY2" fmla="*/ 10853 h 22343"/>
                <a:gd name="connsiteX3" fmla="*/ 11502 w 23003"/>
                <a:gd name="connsiteY3" fmla="*/ 0 h 22343"/>
                <a:gd name="connsiteX4" fmla="*/ 0 w 23003"/>
                <a:gd name="connsiteY4" fmla="*/ 11491 h 22343"/>
                <a:gd name="connsiteX5" fmla="*/ 11502 w 23003"/>
                <a:gd name="connsiteY5" fmla="*/ 22344 h 22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03" h="22343">
                  <a:moveTo>
                    <a:pt x="11502" y="22344"/>
                  </a:moveTo>
                  <a:cubicBezTo>
                    <a:pt x="17892" y="22344"/>
                    <a:pt x="23004" y="17237"/>
                    <a:pt x="23004" y="10853"/>
                  </a:cubicBezTo>
                  <a:lnTo>
                    <a:pt x="23004" y="10853"/>
                  </a:lnTo>
                  <a:cubicBezTo>
                    <a:pt x="23004" y="4469"/>
                    <a:pt x="17892" y="0"/>
                    <a:pt x="11502" y="0"/>
                  </a:cubicBezTo>
                  <a:cubicBezTo>
                    <a:pt x="5112" y="0"/>
                    <a:pt x="0" y="5107"/>
                    <a:pt x="0" y="11491"/>
                  </a:cubicBezTo>
                  <a:cubicBezTo>
                    <a:pt x="0" y="17875"/>
                    <a:pt x="5112" y="22344"/>
                    <a:pt x="11502" y="22344"/>
                  </a:cubicBezTo>
                  <a:close/>
                </a:path>
              </a:pathLst>
            </a:custGeom>
            <a:solidFill>
              <a:srgbClr val="00A3E0"/>
            </a:solidFill>
            <a:ln w="6390" cap="flat">
              <a:noFill/>
              <a:prstDash val="solid"/>
              <a:miter/>
            </a:ln>
          </p:spPr>
          <p:txBody>
            <a:bodyPr rtlCol="0" anchor="ctr"/>
            <a:lstStyle/>
            <a:p>
              <a:endParaRPr lang="en-US"/>
            </a:p>
          </p:txBody>
        </p:sp>
      </p:grpSp>
      <p:grpSp>
        <p:nvGrpSpPr>
          <p:cNvPr id="449" name="Group 448">
            <a:extLst>
              <a:ext uri="{FF2B5EF4-FFF2-40B4-BE49-F238E27FC236}">
                <a16:creationId xmlns:a16="http://schemas.microsoft.com/office/drawing/2014/main" id="{6F34FB23-63E9-4D41-BBEE-CA448C1E8294}"/>
              </a:ext>
            </a:extLst>
          </p:cNvPr>
          <p:cNvGrpSpPr>
            <a:grpSpLocks noChangeAspect="1"/>
          </p:cNvGrpSpPr>
          <p:nvPr/>
        </p:nvGrpSpPr>
        <p:grpSpPr>
          <a:xfrm>
            <a:off x="467743" y="1885352"/>
            <a:ext cx="361670" cy="361333"/>
            <a:chOff x="467743" y="1885352"/>
            <a:chExt cx="361670" cy="361333"/>
          </a:xfrm>
        </p:grpSpPr>
        <p:sp>
          <p:nvSpPr>
            <p:cNvPr id="377" name="Graphic 4">
              <a:extLst>
                <a:ext uri="{FF2B5EF4-FFF2-40B4-BE49-F238E27FC236}">
                  <a16:creationId xmlns:a16="http://schemas.microsoft.com/office/drawing/2014/main" id="{900646A6-9154-BF40-8F84-802172FAFBFA}"/>
                </a:ext>
              </a:extLst>
            </p:cNvPr>
            <p:cNvSpPr/>
            <p:nvPr/>
          </p:nvSpPr>
          <p:spPr>
            <a:xfrm>
              <a:off x="467743" y="1885352"/>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257"/>
                    <a:pt x="361670" y="180667"/>
                  </a:cubicBezTo>
                  <a:cubicBezTo>
                    <a:pt x="361670" y="81076"/>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378" name="Graphic 4">
              <a:extLst>
                <a:ext uri="{FF2B5EF4-FFF2-40B4-BE49-F238E27FC236}">
                  <a16:creationId xmlns:a16="http://schemas.microsoft.com/office/drawing/2014/main" id="{6BA8A81D-7EE1-5E4B-B681-FB83C373AE75}"/>
                </a:ext>
              </a:extLst>
            </p:cNvPr>
            <p:cNvSpPr/>
            <p:nvPr/>
          </p:nvSpPr>
          <p:spPr>
            <a:xfrm>
              <a:off x="686279" y="2108792"/>
              <a:ext cx="44729" cy="44687"/>
            </a:xfrm>
            <a:custGeom>
              <a:avLst/>
              <a:gdLst>
                <a:gd name="connsiteX0" fmla="*/ 22365 w 44729"/>
                <a:gd name="connsiteY0" fmla="*/ 0 h 44687"/>
                <a:gd name="connsiteX1" fmla="*/ 0 w 44729"/>
                <a:gd name="connsiteY1" fmla="*/ 22344 h 44687"/>
                <a:gd name="connsiteX2" fmla="*/ 22365 w 44729"/>
                <a:gd name="connsiteY2" fmla="*/ 44688 h 44687"/>
                <a:gd name="connsiteX3" fmla="*/ 44730 w 44729"/>
                <a:gd name="connsiteY3" fmla="*/ 22344 h 44687"/>
                <a:gd name="connsiteX4" fmla="*/ 22365 w 44729"/>
                <a:gd name="connsiteY4" fmla="*/ 0 h 44687"/>
                <a:gd name="connsiteX5" fmla="*/ 22365 w 44729"/>
                <a:gd name="connsiteY5" fmla="*/ 32558 h 44687"/>
                <a:gd name="connsiteX6" fmla="*/ 12780 w 44729"/>
                <a:gd name="connsiteY6" fmla="*/ 22982 h 44687"/>
                <a:gd name="connsiteX7" fmla="*/ 22365 w 44729"/>
                <a:gd name="connsiteY7" fmla="*/ 13406 h 44687"/>
                <a:gd name="connsiteX8" fmla="*/ 31950 w 44729"/>
                <a:gd name="connsiteY8" fmla="*/ 22982 h 44687"/>
                <a:gd name="connsiteX9" fmla="*/ 22365 w 44729"/>
                <a:gd name="connsiteY9" fmla="*/ 32558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29" h="44687">
                  <a:moveTo>
                    <a:pt x="22365" y="0"/>
                  </a:moveTo>
                  <a:cubicBezTo>
                    <a:pt x="10224" y="0"/>
                    <a:pt x="0" y="10214"/>
                    <a:pt x="0" y="22344"/>
                  </a:cubicBezTo>
                  <a:cubicBezTo>
                    <a:pt x="0" y="34473"/>
                    <a:pt x="10224" y="44688"/>
                    <a:pt x="22365" y="44688"/>
                  </a:cubicBezTo>
                  <a:cubicBezTo>
                    <a:pt x="34506" y="44688"/>
                    <a:pt x="44730" y="34473"/>
                    <a:pt x="44730" y="22344"/>
                  </a:cubicBezTo>
                  <a:cubicBezTo>
                    <a:pt x="44730" y="10214"/>
                    <a:pt x="34506" y="0"/>
                    <a:pt x="22365" y="0"/>
                  </a:cubicBezTo>
                  <a:close/>
                  <a:moveTo>
                    <a:pt x="22365" y="32558"/>
                  </a:moveTo>
                  <a:cubicBezTo>
                    <a:pt x="17253" y="32558"/>
                    <a:pt x="12780" y="28089"/>
                    <a:pt x="12780" y="22982"/>
                  </a:cubicBezTo>
                  <a:cubicBezTo>
                    <a:pt x="12780" y="17875"/>
                    <a:pt x="17253" y="13406"/>
                    <a:pt x="22365" y="13406"/>
                  </a:cubicBezTo>
                  <a:cubicBezTo>
                    <a:pt x="27477" y="13406"/>
                    <a:pt x="31950" y="17875"/>
                    <a:pt x="31950" y="22982"/>
                  </a:cubicBezTo>
                  <a:cubicBezTo>
                    <a:pt x="31950" y="28089"/>
                    <a:pt x="27477" y="32558"/>
                    <a:pt x="22365" y="32558"/>
                  </a:cubicBezTo>
                  <a:close/>
                </a:path>
              </a:pathLst>
            </a:custGeom>
            <a:solidFill>
              <a:srgbClr val="012169"/>
            </a:solidFill>
            <a:ln w="6390" cap="flat">
              <a:noFill/>
              <a:prstDash val="solid"/>
              <a:miter/>
            </a:ln>
          </p:spPr>
          <p:txBody>
            <a:bodyPr rtlCol="0" anchor="ctr"/>
            <a:lstStyle/>
            <a:p>
              <a:endParaRPr lang="en-US"/>
            </a:p>
          </p:txBody>
        </p:sp>
        <p:sp>
          <p:nvSpPr>
            <p:cNvPr id="380" name="Graphic 4">
              <a:extLst>
                <a:ext uri="{FF2B5EF4-FFF2-40B4-BE49-F238E27FC236}">
                  <a16:creationId xmlns:a16="http://schemas.microsoft.com/office/drawing/2014/main" id="{CC625AC5-49B6-DB4E-9718-F8CD49FDFD64}"/>
                </a:ext>
              </a:extLst>
            </p:cNvPr>
            <p:cNvSpPr/>
            <p:nvPr/>
          </p:nvSpPr>
          <p:spPr>
            <a:xfrm>
              <a:off x="526153" y="1950817"/>
              <a:ext cx="244472" cy="147760"/>
            </a:xfrm>
            <a:custGeom>
              <a:avLst/>
              <a:gdLst>
                <a:gd name="connsiteX0" fmla="*/ 240639 w 244472"/>
                <a:gd name="connsiteY0" fmla="*/ 71791 h 147760"/>
                <a:gd name="connsiteX1" fmla="*/ 219552 w 244472"/>
                <a:gd name="connsiteY1" fmla="*/ 52639 h 147760"/>
                <a:gd name="connsiteX2" fmla="*/ 193353 w 244472"/>
                <a:gd name="connsiteY2" fmla="*/ 18804 h 147760"/>
                <a:gd name="connsiteX3" fmla="*/ 156291 w 244472"/>
                <a:gd name="connsiteY3" fmla="*/ 15612 h 147760"/>
                <a:gd name="connsiteX4" fmla="*/ 93031 w 244472"/>
                <a:gd name="connsiteY4" fmla="*/ 929 h 147760"/>
                <a:gd name="connsiteX5" fmla="*/ 39356 w 244472"/>
                <a:gd name="connsiteY5" fmla="*/ 40509 h 147760"/>
                <a:gd name="connsiteX6" fmla="*/ 9962 w 244472"/>
                <a:gd name="connsiteY6" fmla="*/ 57746 h 147760"/>
                <a:gd name="connsiteX7" fmla="*/ 9323 w 244472"/>
                <a:gd name="connsiteY7" fmla="*/ 58385 h 147760"/>
                <a:gd name="connsiteX8" fmla="*/ 9323 w 244472"/>
                <a:gd name="connsiteY8" fmla="*/ 113287 h 147760"/>
                <a:gd name="connsiteX9" fmla="*/ 53413 w 244472"/>
                <a:gd name="connsiteY9" fmla="*/ 134354 h 147760"/>
                <a:gd name="connsiteX10" fmla="*/ 81529 w 244472"/>
                <a:gd name="connsiteY10" fmla="*/ 147760 h 147760"/>
                <a:gd name="connsiteX11" fmla="*/ 84085 w 244472"/>
                <a:gd name="connsiteY11" fmla="*/ 147760 h 147760"/>
                <a:gd name="connsiteX12" fmla="*/ 107089 w 244472"/>
                <a:gd name="connsiteY12" fmla="*/ 142015 h 147760"/>
                <a:gd name="connsiteX13" fmla="*/ 147984 w 244472"/>
                <a:gd name="connsiteY13" fmla="*/ 145845 h 147760"/>
                <a:gd name="connsiteX14" fmla="*/ 184407 w 244472"/>
                <a:gd name="connsiteY14" fmla="*/ 128608 h 147760"/>
                <a:gd name="connsiteX15" fmla="*/ 240639 w 244472"/>
                <a:gd name="connsiteY15" fmla="*/ 103711 h 147760"/>
                <a:gd name="connsiteX16" fmla="*/ 240639 w 244472"/>
                <a:gd name="connsiteY16" fmla="*/ 71791 h 147760"/>
                <a:gd name="connsiteX17" fmla="*/ 229137 w 244472"/>
                <a:gd name="connsiteY17" fmla="*/ 99881 h 147760"/>
                <a:gd name="connsiteX18" fmla="*/ 184407 w 244472"/>
                <a:gd name="connsiteY18" fmla="*/ 115840 h 147760"/>
                <a:gd name="connsiteX19" fmla="*/ 176739 w 244472"/>
                <a:gd name="connsiteY19" fmla="*/ 118394 h 147760"/>
                <a:gd name="connsiteX20" fmla="*/ 146707 w 244472"/>
                <a:gd name="connsiteY20" fmla="*/ 133716 h 147760"/>
                <a:gd name="connsiteX21" fmla="*/ 108367 w 244472"/>
                <a:gd name="connsiteY21" fmla="*/ 129885 h 147760"/>
                <a:gd name="connsiteX22" fmla="*/ 101977 w 244472"/>
                <a:gd name="connsiteY22" fmla="*/ 130524 h 147760"/>
                <a:gd name="connsiteX23" fmla="*/ 81529 w 244472"/>
                <a:gd name="connsiteY23" fmla="*/ 135631 h 147760"/>
                <a:gd name="connsiteX24" fmla="*/ 59803 w 244472"/>
                <a:gd name="connsiteY24" fmla="*/ 124140 h 147760"/>
                <a:gd name="connsiteX25" fmla="*/ 54691 w 244472"/>
                <a:gd name="connsiteY25" fmla="*/ 122224 h 147760"/>
                <a:gd name="connsiteX26" fmla="*/ 53413 w 244472"/>
                <a:gd name="connsiteY26" fmla="*/ 122224 h 147760"/>
                <a:gd name="connsiteX27" fmla="*/ 18908 w 244472"/>
                <a:gd name="connsiteY27" fmla="*/ 106903 h 147760"/>
                <a:gd name="connsiteX28" fmla="*/ 18908 w 244472"/>
                <a:gd name="connsiteY28" fmla="*/ 67322 h 147760"/>
                <a:gd name="connsiteX29" fmla="*/ 19547 w 244472"/>
                <a:gd name="connsiteY29" fmla="*/ 66684 h 147760"/>
                <a:gd name="connsiteX30" fmla="*/ 44468 w 244472"/>
                <a:gd name="connsiteY30" fmla="*/ 53916 h 147760"/>
                <a:gd name="connsiteX31" fmla="*/ 49579 w 244472"/>
                <a:gd name="connsiteY31" fmla="*/ 48809 h 147760"/>
                <a:gd name="connsiteX32" fmla="*/ 93670 w 244472"/>
                <a:gd name="connsiteY32" fmla="*/ 14973 h 147760"/>
                <a:gd name="connsiteX33" fmla="*/ 149262 w 244472"/>
                <a:gd name="connsiteY33" fmla="*/ 28380 h 147760"/>
                <a:gd name="connsiteX34" fmla="*/ 156930 w 244472"/>
                <a:gd name="connsiteY34" fmla="*/ 29657 h 147760"/>
                <a:gd name="connsiteX35" fmla="*/ 186324 w 244472"/>
                <a:gd name="connsiteY35" fmla="*/ 30933 h 147760"/>
                <a:gd name="connsiteX36" fmla="*/ 207411 w 244472"/>
                <a:gd name="connsiteY36" fmla="*/ 59661 h 147760"/>
                <a:gd name="connsiteX37" fmla="*/ 211884 w 244472"/>
                <a:gd name="connsiteY37" fmla="*/ 64130 h 147760"/>
                <a:gd name="connsiteX38" fmla="*/ 228498 w 244472"/>
                <a:gd name="connsiteY38" fmla="*/ 78175 h 147760"/>
                <a:gd name="connsiteX39" fmla="*/ 229137 w 244472"/>
                <a:gd name="connsiteY39" fmla="*/ 99881 h 14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4472" h="147760">
                  <a:moveTo>
                    <a:pt x="240639" y="71791"/>
                  </a:moveTo>
                  <a:cubicBezTo>
                    <a:pt x="234888" y="60938"/>
                    <a:pt x="224664" y="55193"/>
                    <a:pt x="219552" y="52639"/>
                  </a:cubicBezTo>
                  <a:cubicBezTo>
                    <a:pt x="216996" y="44978"/>
                    <a:pt x="209328" y="27103"/>
                    <a:pt x="193353" y="18804"/>
                  </a:cubicBezTo>
                  <a:cubicBezTo>
                    <a:pt x="178017" y="11143"/>
                    <a:pt x="163320" y="13697"/>
                    <a:pt x="156291" y="15612"/>
                  </a:cubicBezTo>
                  <a:cubicBezTo>
                    <a:pt x="148623" y="9228"/>
                    <a:pt x="128176" y="-3540"/>
                    <a:pt x="93031" y="929"/>
                  </a:cubicBezTo>
                  <a:cubicBezTo>
                    <a:pt x="55969" y="5397"/>
                    <a:pt x="43189" y="30295"/>
                    <a:pt x="39356" y="40509"/>
                  </a:cubicBezTo>
                  <a:cubicBezTo>
                    <a:pt x="19547" y="44340"/>
                    <a:pt x="13796" y="52639"/>
                    <a:pt x="9962" y="57746"/>
                  </a:cubicBezTo>
                  <a:lnTo>
                    <a:pt x="9323" y="58385"/>
                  </a:lnTo>
                  <a:cubicBezTo>
                    <a:pt x="4850" y="64769"/>
                    <a:pt x="-9208" y="86474"/>
                    <a:pt x="9323" y="113287"/>
                  </a:cubicBezTo>
                  <a:cubicBezTo>
                    <a:pt x="24020" y="134354"/>
                    <a:pt x="45106" y="134992"/>
                    <a:pt x="53413" y="134354"/>
                  </a:cubicBezTo>
                  <a:cubicBezTo>
                    <a:pt x="57886" y="138823"/>
                    <a:pt x="68749" y="147122"/>
                    <a:pt x="81529" y="147760"/>
                  </a:cubicBezTo>
                  <a:cubicBezTo>
                    <a:pt x="82168" y="147760"/>
                    <a:pt x="83446" y="147760"/>
                    <a:pt x="84085" y="147760"/>
                  </a:cubicBezTo>
                  <a:cubicBezTo>
                    <a:pt x="94309" y="147760"/>
                    <a:pt x="102616" y="144568"/>
                    <a:pt x="107089" y="142015"/>
                  </a:cubicBezTo>
                  <a:cubicBezTo>
                    <a:pt x="113479" y="143930"/>
                    <a:pt x="128176" y="147760"/>
                    <a:pt x="147984" y="145845"/>
                  </a:cubicBezTo>
                  <a:cubicBezTo>
                    <a:pt x="167793" y="143930"/>
                    <a:pt x="179295" y="134354"/>
                    <a:pt x="184407" y="128608"/>
                  </a:cubicBezTo>
                  <a:cubicBezTo>
                    <a:pt x="201021" y="133077"/>
                    <a:pt x="229776" y="132439"/>
                    <a:pt x="240639" y="103711"/>
                  </a:cubicBezTo>
                  <a:cubicBezTo>
                    <a:pt x="245751" y="92220"/>
                    <a:pt x="245751" y="81367"/>
                    <a:pt x="240639" y="71791"/>
                  </a:cubicBezTo>
                  <a:close/>
                  <a:moveTo>
                    <a:pt x="229137" y="99881"/>
                  </a:moveTo>
                  <a:cubicBezTo>
                    <a:pt x="218274" y="127970"/>
                    <a:pt x="186324" y="116479"/>
                    <a:pt x="184407" y="115840"/>
                  </a:cubicBezTo>
                  <a:cubicBezTo>
                    <a:pt x="181851" y="114564"/>
                    <a:pt x="178656" y="115840"/>
                    <a:pt x="176739" y="118394"/>
                  </a:cubicBezTo>
                  <a:cubicBezTo>
                    <a:pt x="176100" y="119032"/>
                    <a:pt x="167793" y="131162"/>
                    <a:pt x="146707" y="133716"/>
                  </a:cubicBezTo>
                  <a:cubicBezTo>
                    <a:pt x="123703" y="136269"/>
                    <a:pt x="109006" y="129885"/>
                    <a:pt x="108367" y="129885"/>
                  </a:cubicBezTo>
                  <a:cubicBezTo>
                    <a:pt x="106450" y="129247"/>
                    <a:pt x="103894" y="129247"/>
                    <a:pt x="101977" y="130524"/>
                  </a:cubicBezTo>
                  <a:cubicBezTo>
                    <a:pt x="101977" y="130524"/>
                    <a:pt x="93670" y="136269"/>
                    <a:pt x="81529" y="135631"/>
                  </a:cubicBezTo>
                  <a:cubicBezTo>
                    <a:pt x="70027" y="134992"/>
                    <a:pt x="59803" y="124140"/>
                    <a:pt x="59803" y="124140"/>
                  </a:cubicBezTo>
                  <a:cubicBezTo>
                    <a:pt x="58525" y="122863"/>
                    <a:pt x="56608" y="122224"/>
                    <a:pt x="54691" y="122224"/>
                  </a:cubicBezTo>
                  <a:cubicBezTo>
                    <a:pt x="54052" y="122224"/>
                    <a:pt x="54052" y="122224"/>
                    <a:pt x="53413" y="122224"/>
                  </a:cubicBezTo>
                  <a:cubicBezTo>
                    <a:pt x="52774" y="122224"/>
                    <a:pt x="32327" y="126055"/>
                    <a:pt x="18908" y="106903"/>
                  </a:cubicBezTo>
                  <a:cubicBezTo>
                    <a:pt x="6128" y="89028"/>
                    <a:pt x="13157" y="74345"/>
                    <a:pt x="18908" y="67322"/>
                  </a:cubicBezTo>
                  <a:lnTo>
                    <a:pt x="19547" y="66684"/>
                  </a:lnTo>
                  <a:cubicBezTo>
                    <a:pt x="23381" y="62215"/>
                    <a:pt x="27215" y="56469"/>
                    <a:pt x="44468" y="53916"/>
                  </a:cubicBezTo>
                  <a:cubicBezTo>
                    <a:pt x="47023" y="53277"/>
                    <a:pt x="48940" y="51362"/>
                    <a:pt x="49579" y="48809"/>
                  </a:cubicBezTo>
                  <a:cubicBezTo>
                    <a:pt x="49579" y="47532"/>
                    <a:pt x="56608" y="19442"/>
                    <a:pt x="93670" y="14973"/>
                  </a:cubicBezTo>
                  <a:cubicBezTo>
                    <a:pt x="131371" y="10505"/>
                    <a:pt x="148623" y="27741"/>
                    <a:pt x="149262" y="28380"/>
                  </a:cubicBezTo>
                  <a:cubicBezTo>
                    <a:pt x="151179" y="30295"/>
                    <a:pt x="154374" y="30933"/>
                    <a:pt x="156930" y="29657"/>
                  </a:cubicBezTo>
                  <a:cubicBezTo>
                    <a:pt x="157569" y="29657"/>
                    <a:pt x="172266" y="23273"/>
                    <a:pt x="186324" y="30933"/>
                  </a:cubicBezTo>
                  <a:cubicBezTo>
                    <a:pt x="201660" y="38594"/>
                    <a:pt x="207411" y="59661"/>
                    <a:pt x="207411" y="59661"/>
                  </a:cubicBezTo>
                  <a:cubicBezTo>
                    <a:pt x="208050" y="61577"/>
                    <a:pt x="209328" y="63492"/>
                    <a:pt x="211884" y="64130"/>
                  </a:cubicBezTo>
                  <a:cubicBezTo>
                    <a:pt x="211884" y="64130"/>
                    <a:pt x="224025" y="67961"/>
                    <a:pt x="228498" y="78175"/>
                  </a:cubicBezTo>
                  <a:cubicBezTo>
                    <a:pt x="232332" y="83282"/>
                    <a:pt x="232332" y="90943"/>
                    <a:pt x="229137" y="99881"/>
                  </a:cubicBezTo>
                  <a:close/>
                </a:path>
              </a:pathLst>
            </a:custGeom>
            <a:solidFill>
              <a:srgbClr val="012169"/>
            </a:solidFill>
            <a:ln w="6390" cap="flat">
              <a:noFill/>
              <a:prstDash val="solid"/>
              <a:miter/>
            </a:ln>
          </p:spPr>
          <p:txBody>
            <a:bodyPr rtlCol="0" anchor="ctr"/>
            <a:lstStyle/>
            <a:p>
              <a:endParaRPr lang="en-US"/>
            </a:p>
          </p:txBody>
        </p:sp>
        <p:sp>
          <p:nvSpPr>
            <p:cNvPr id="505" name="Graphic 4">
              <a:extLst>
                <a:ext uri="{FF2B5EF4-FFF2-40B4-BE49-F238E27FC236}">
                  <a16:creationId xmlns:a16="http://schemas.microsoft.com/office/drawing/2014/main" id="{8D1FB9A1-9731-2D49-BEB5-38B0FFA0E36A}"/>
                </a:ext>
              </a:extLst>
            </p:cNvPr>
            <p:cNvSpPr/>
            <p:nvPr/>
          </p:nvSpPr>
          <p:spPr>
            <a:xfrm>
              <a:off x="731008" y="2163055"/>
              <a:ext cx="19169" cy="19151"/>
            </a:xfrm>
            <a:custGeom>
              <a:avLst/>
              <a:gdLst>
                <a:gd name="connsiteX0" fmla="*/ 9585 w 19169"/>
                <a:gd name="connsiteY0" fmla="*/ 0 h 19151"/>
                <a:gd name="connsiteX1" fmla="*/ 0 w 19169"/>
                <a:gd name="connsiteY1" fmla="*/ 9576 h 19151"/>
                <a:gd name="connsiteX2" fmla="*/ 9585 w 19169"/>
                <a:gd name="connsiteY2" fmla="*/ 19152 h 19151"/>
                <a:gd name="connsiteX3" fmla="*/ 19170 w 19169"/>
                <a:gd name="connsiteY3" fmla="*/ 9576 h 19151"/>
                <a:gd name="connsiteX4" fmla="*/ 9585 w 19169"/>
                <a:gd name="connsiteY4" fmla="*/ 0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9585" y="0"/>
                  </a:moveTo>
                  <a:cubicBezTo>
                    <a:pt x="4473" y="0"/>
                    <a:pt x="0" y="4469"/>
                    <a:pt x="0" y="9576"/>
                  </a:cubicBezTo>
                  <a:cubicBezTo>
                    <a:pt x="0" y="14683"/>
                    <a:pt x="4473" y="19152"/>
                    <a:pt x="9585" y="19152"/>
                  </a:cubicBezTo>
                  <a:cubicBezTo>
                    <a:pt x="14697" y="19152"/>
                    <a:pt x="19170" y="14683"/>
                    <a:pt x="19170" y="9576"/>
                  </a:cubicBezTo>
                  <a:cubicBezTo>
                    <a:pt x="19170" y="4469"/>
                    <a:pt x="15336" y="0"/>
                    <a:pt x="9585" y="0"/>
                  </a:cubicBezTo>
                  <a:close/>
                </a:path>
              </a:pathLst>
            </a:custGeom>
            <a:solidFill>
              <a:srgbClr val="012169"/>
            </a:solidFill>
            <a:ln w="6390" cap="flat">
              <a:noFill/>
              <a:prstDash val="solid"/>
              <a:miter/>
            </a:ln>
          </p:spPr>
          <p:txBody>
            <a:bodyPr rtlCol="0" anchor="ctr"/>
            <a:lstStyle/>
            <a:p>
              <a:endParaRPr lang="en-US"/>
            </a:p>
          </p:txBody>
        </p:sp>
      </p:grpSp>
      <p:grpSp>
        <p:nvGrpSpPr>
          <p:cNvPr id="949" name="Graphic 947">
            <a:extLst>
              <a:ext uri="{FF2B5EF4-FFF2-40B4-BE49-F238E27FC236}">
                <a16:creationId xmlns:a16="http://schemas.microsoft.com/office/drawing/2014/main" id="{9989FE0A-B5A7-AD43-83C0-D09EC4C04866}"/>
              </a:ext>
            </a:extLst>
          </p:cNvPr>
          <p:cNvGrpSpPr>
            <a:grpSpLocks noChangeAspect="1"/>
          </p:cNvGrpSpPr>
          <p:nvPr/>
        </p:nvGrpSpPr>
        <p:grpSpPr>
          <a:xfrm>
            <a:off x="1515054" y="4308712"/>
            <a:ext cx="367439" cy="367200"/>
            <a:chOff x="2636279" y="4327680"/>
            <a:chExt cx="537729" cy="537380"/>
          </a:xfrm>
          <a:solidFill>
            <a:srgbClr val="012169"/>
          </a:solidFill>
        </p:grpSpPr>
        <p:sp>
          <p:nvSpPr>
            <p:cNvPr id="950" name="Freeform 949">
              <a:extLst>
                <a:ext uri="{FF2B5EF4-FFF2-40B4-BE49-F238E27FC236}">
                  <a16:creationId xmlns:a16="http://schemas.microsoft.com/office/drawing/2014/main" id="{1B3558E1-1F96-9F4F-80E0-A8D5456A777A}"/>
                </a:ext>
              </a:extLst>
            </p:cNvPr>
            <p:cNvSpPr/>
            <p:nvPr/>
          </p:nvSpPr>
          <p:spPr>
            <a:xfrm>
              <a:off x="2636279" y="4327680"/>
              <a:ext cx="537729" cy="537380"/>
            </a:xfrm>
            <a:custGeom>
              <a:avLst/>
              <a:gdLst>
                <a:gd name="connsiteX0" fmla="*/ 269054 w 537729"/>
                <a:gd name="connsiteY0" fmla="*/ 0 h 537380"/>
                <a:gd name="connsiteX1" fmla="*/ 268865 w 537729"/>
                <a:gd name="connsiteY1" fmla="*/ 0 h 537380"/>
                <a:gd name="connsiteX2" fmla="*/ 0 w 537729"/>
                <a:gd name="connsiteY2" fmla="*/ 268690 h 537380"/>
                <a:gd name="connsiteX3" fmla="*/ 268865 w 537729"/>
                <a:gd name="connsiteY3" fmla="*/ 537381 h 537380"/>
                <a:gd name="connsiteX4" fmla="*/ 537730 w 537729"/>
                <a:gd name="connsiteY4" fmla="*/ 268690 h 537380"/>
                <a:gd name="connsiteX5" fmla="*/ 269054 w 537729"/>
                <a:gd name="connsiteY5" fmla="*/ 0 h 537380"/>
                <a:gd name="connsiteX6" fmla="*/ 269054 w 537729"/>
                <a:gd name="connsiteY6" fmla="*/ 518425 h 537380"/>
                <a:gd name="connsiteX7" fmla="*/ 19062 w 537729"/>
                <a:gd name="connsiteY7" fmla="*/ 268785 h 537380"/>
                <a:gd name="connsiteX8" fmla="*/ 19062 w 537729"/>
                <a:gd name="connsiteY8" fmla="*/ 268690 h 537380"/>
                <a:gd name="connsiteX9" fmla="*/ 268865 w 537729"/>
                <a:gd name="connsiteY9" fmla="*/ 18955 h 537380"/>
                <a:gd name="connsiteX10" fmla="*/ 518857 w 537729"/>
                <a:gd name="connsiteY10" fmla="*/ 268596 h 537380"/>
                <a:gd name="connsiteX11" fmla="*/ 269054 w 537729"/>
                <a:gd name="connsiteY11" fmla="*/ 518425 h 5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729" h="537380">
                  <a:moveTo>
                    <a:pt x="269054" y="0"/>
                  </a:moveTo>
                  <a:cubicBezTo>
                    <a:pt x="268960" y="0"/>
                    <a:pt x="268960" y="0"/>
                    <a:pt x="268865" y="0"/>
                  </a:cubicBezTo>
                  <a:cubicBezTo>
                    <a:pt x="120349" y="0"/>
                    <a:pt x="0" y="120271"/>
                    <a:pt x="0" y="268690"/>
                  </a:cubicBezTo>
                  <a:cubicBezTo>
                    <a:pt x="0" y="417110"/>
                    <a:pt x="120349" y="537381"/>
                    <a:pt x="268865" y="537381"/>
                  </a:cubicBezTo>
                  <a:cubicBezTo>
                    <a:pt x="417381" y="537381"/>
                    <a:pt x="537730" y="417110"/>
                    <a:pt x="537730" y="268690"/>
                  </a:cubicBezTo>
                  <a:cubicBezTo>
                    <a:pt x="537824" y="120366"/>
                    <a:pt x="417475" y="95"/>
                    <a:pt x="269054" y="0"/>
                  </a:cubicBezTo>
                  <a:close/>
                  <a:moveTo>
                    <a:pt x="269054" y="518425"/>
                  </a:moveTo>
                  <a:cubicBezTo>
                    <a:pt x="131066" y="518520"/>
                    <a:pt x="19157" y="406684"/>
                    <a:pt x="19062" y="268785"/>
                  </a:cubicBezTo>
                  <a:cubicBezTo>
                    <a:pt x="19062" y="268785"/>
                    <a:pt x="19062" y="268690"/>
                    <a:pt x="19062" y="268690"/>
                  </a:cubicBezTo>
                  <a:cubicBezTo>
                    <a:pt x="19252" y="130886"/>
                    <a:pt x="130971" y="19145"/>
                    <a:pt x="268865" y="18955"/>
                  </a:cubicBezTo>
                  <a:cubicBezTo>
                    <a:pt x="406854" y="18860"/>
                    <a:pt x="518762" y="130696"/>
                    <a:pt x="518857" y="268596"/>
                  </a:cubicBezTo>
                  <a:cubicBezTo>
                    <a:pt x="518952" y="406495"/>
                    <a:pt x="407043" y="518331"/>
                    <a:pt x="269054" y="518425"/>
                  </a:cubicBezTo>
                  <a:close/>
                </a:path>
              </a:pathLst>
            </a:custGeom>
            <a:grpFill/>
            <a:ln w="9463" cap="flat">
              <a:noFill/>
              <a:prstDash val="solid"/>
              <a:miter/>
            </a:ln>
          </p:spPr>
          <p:txBody>
            <a:bodyPr rtlCol="0" anchor="ctr"/>
            <a:lstStyle/>
            <a:p>
              <a:endParaRPr lang="en-US"/>
            </a:p>
          </p:txBody>
        </p:sp>
        <p:sp>
          <p:nvSpPr>
            <p:cNvPr id="951" name="Freeform 950">
              <a:extLst>
                <a:ext uri="{FF2B5EF4-FFF2-40B4-BE49-F238E27FC236}">
                  <a16:creationId xmlns:a16="http://schemas.microsoft.com/office/drawing/2014/main" id="{B0335DB5-BA7D-4A4D-9171-5343ECFCA58D}"/>
                </a:ext>
              </a:extLst>
            </p:cNvPr>
            <p:cNvSpPr/>
            <p:nvPr/>
          </p:nvSpPr>
          <p:spPr>
            <a:xfrm>
              <a:off x="2758050" y="4431555"/>
              <a:ext cx="293902" cy="330010"/>
            </a:xfrm>
            <a:custGeom>
              <a:avLst/>
              <a:gdLst>
                <a:gd name="connsiteX0" fmla="*/ 146904 w 293902"/>
                <a:gd name="connsiteY0" fmla="*/ 0 h 330010"/>
                <a:gd name="connsiteX1" fmla="*/ 146430 w 293902"/>
                <a:gd name="connsiteY1" fmla="*/ 0 h 330010"/>
                <a:gd name="connsiteX2" fmla="*/ 0 w 293902"/>
                <a:gd name="connsiteY2" fmla="*/ 147566 h 330010"/>
                <a:gd name="connsiteX3" fmla="*/ 2087 w 293902"/>
                <a:gd name="connsiteY3" fmla="*/ 166806 h 330010"/>
                <a:gd name="connsiteX4" fmla="*/ 28641 w 293902"/>
                <a:gd name="connsiteY4" fmla="*/ 322144 h 330010"/>
                <a:gd name="connsiteX5" fmla="*/ 32530 w 293902"/>
                <a:gd name="connsiteY5" fmla="*/ 328304 h 330010"/>
                <a:gd name="connsiteX6" fmla="*/ 38030 w 293902"/>
                <a:gd name="connsiteY6" fmla="*/ 330010 h 330010"/>
                <a:gd name="connsiteX7" fmla="*/ 39643 w 293902"/>
                <a:gd name="connsiteY7" fmla="*/ 329916 h 330010"/>
                <a:gd name="connsiteX8" fmla="*/ 99770 w 293902"/>
                <a:gd name="connsiteY8" fmla="*/ 319396 h 330010"/>
                <a:gd name="connsiteX9" fmla="*/ 107451 w 293902"/>
                <a:gd name="connsiteY9" fmla="*/ 308402 h 330010"/>
                <a:gd name="connsiteX10" fmla="*/ 82983 w 293902"/>
                <a:gd name="connsiteY10" fmla="*/ 168607 h 330010"/>
                <a:gd name="connsiteX11" fmla="*/ 80233 w 293902"/>
                <a:gd name="connsiteY11" fmla="*/ 150694 h 330010"/>
                <a:gd name="connsiteX12" fmla="*/ 80043 w 293902"/>
                <a:gd name="connsiteY12" fmla="*/ 144060 h 330010"/>
                <a:gd name="connsiteX13" fmla="*/ 146525 w 293902"/>
                <a:gd name="connsiteY13" fmla="*/ 79612 h 330010"/>
                <a:gd name="connsiteX14" fmla="*/ 149749 w 293902"/>
                <a:gd name="connsiteY14" fmla="*/ 78949 h 330010"/>
                <a:gd name="connsiteX15" fmla="*/ 154112 w 293902"/>
                <a:gd name="connsiteY15" fmla="*/ 79138 h 330010"/>
                <a:gd name="connsiteX16" fmla="*/ 213764 w 293902"/>
                <a:gd name="connsiteY16" fmla="*/ 149841 h 330010"/>
                <a:gd name="connsiteX17" fmla="*/ 210919 w 293902"/>
                <a:gd name="connsiteY17" fmla="*/ 168228 h 330010"/>
                <a:gd name="connsiteX18" fmla="*/ 186546 w 293902"/>
                <a:gd name="connsiteY18" fmla="*/ 308117 h 330010"/>
                <a:gd name="connsiteX19" fmla="*/ 194228 w 293902"/>
                <a:gd name="connsiteY19" fmla="*/ 319111 h 330010"/>
                <a:gd name="connsiteX20" fmla="*/ 254260 w 293902"/>
                <a:gd name="connsiteY20" fmla="*/ 329631 h 330010"/>
                <a:gd name="connsiteX21" fmla="*/ 261373 w 293902"/>
                <a:gd name="connsiteY21" fmla="*/ 328020 h 330010"/>
                <a:gd name="connsiteX22" fmla="*/ 265261 w 293902"/>
                <a:gd name="connsiteY22" fmla="*/ 321860 h 330010"/>
                <a:gd name="connsiteX23" fmla="*/ 291816 w 293902"/>
                <a:gd name="connsiteY23" fmla="*/ 166522 h 330010"/>
                <a:gd name="connsiteX24" fmla="*/ 293902 w 293902"/>
                <a:gd name="connsiteY24" fmla="*/ 147282 h 330010"/>
                <a:gd name="connsiteX25" fmla="*/ 293902 w 293902"/>
                <a:gd name="connsiteY25" fmla="*/ 146334 h 330010"/>
                <a:gd name="connsiteX26" fmla="*/ 146904 w 293902"/>
                <a:gd name="connsiteY26" fmla="*/ 0 h 330010"/>
                <a:gd name="connsiteX27" fmla="*/ 45807 w 293902"/>
                <a:gd name="connsiteY27" fmla="*/ 309539 h 330010"/>
                <a:gd name="connsiteX28" fmla="*/ 39832 w 293902"/>
                <a:gd name="connsiteY28" fmla="*/ 274851 h 330010"/>
                <a:gd name="connsiteX29" fmla="*/ 80897 w 293902"/>
                <a:gd name="connsiteY29" fmla="*/ 266700 h 330010"/>
                <a:gd name="connsiteX30" fmla="*/ 87156 w 293902"/>
                <a:gd name="connsiteY30" fmla="*/ 302336 h 330010"/>
                <a:gd name="connsiteX31" fmla="*/ 45807 w 293902"/>
                <a:gd name="connsiteY31" fmla="*/ 309539 h 330010"/>
                <a:gd name="connsiteX32" fmla="*/ 206841 w 293902"/>
                <a:gd name="connsiteY32" fmla="*/ 301957 h 330010"/>
                <a:gd name="connsiteX33" fmla="*/ 213006 w 293902"/>
                <a:gd name="connsiteY33" fmla="*/ 266510 h 330010"/>
                <a:gd name="connsiteX34" fmla="*/ 254071 w 293902"/>
                <a:gd name="connsiteY34" fmla="*/ 274661 h 330010"/>
                <a:gd name="connsiteX35" fmla="*/ 248191 w 293902"/>
                <a:gd name="connsiteY35" fmla="*/ 309160 h 330010"/>
                <a:gd name="connsiteX36" fmla="*/ 206841 w 293902"/>
                <a:gd name="connsiteY36" fmla="*/ 301957 h 330010"/>
                <a:gd name="connsiteX37" fmla="*/ 273038 w 293902"/>
                <a:gd name="connsiteY37" fmla="*/ 163204 h 330010"/>
                <a:gd name="connsiteX38" fmla="*/ 257200 w 293902"/>
                <a:gd name="connsiteY38" fmla="*/ 255990 h 330010"/>
                <a:gd name="connsiteX39" fmla="*/ 216230 w 293902"/>
                <a:gd name="connsiteY39" fmla="*/ 247840 h 330010"/>
                <a:gd name="connsiteX40" fmla="*/ 229508 w 293902"/>
                <a:gd name="connsiteY40" fmla="*/ 171640 h 330010"/>
                <a:gd name="connsiteX41" fmla="*/ 232637 w 293902"/>
                <a:gd name="connsiteY41" fmla="*/ 151642 h 330010"/>
                <a:gd name="connsiteX42" fmla="*/ 213101 w 293902"/>
                <a:gd name="connsiteY42" fmla="*/ 90037 h 330010"/>
                <a:gd name="connsiteX43" fmla="*/ 155724 w 293902"/>
                <a:gd name="connsiteY43" fmla="*/ 60278 h 330010"/>
                <a:gd name="connsiteX44" fmla="*/ 147188 w 293902"/>
                <a:gd name="connsiteY44" fmla="*/ 59993 h 330010"/>
                <a:gd name="connsiteX45" fmla="*/ 143869 w 293902"/>
                <a:gd name="connsiteY45" fmla="*/ 60657 h 330010"/>
                <a:gd name="connsiteX46" fmla="*/ 61076 w 293902"/>
                <a:gd name="connsiteY46" fmla="*/ 143775 h 330010"/>
                <a:gd name="connsiteX47" fmla="*/ 61360 w 293902"/>
                <a:gd name="connsiteY47" fmla="*/ 152495 h 330010"/>
                <a:gd name="connsiteX48" fmla="*/ 64395 w 293902"/>
                <a:gd name="connsiteY48" fmla="*/ 172019 h 330010"/>
                <a:gd name="connsiteX49" fmla="*/ 77672 w 293902"/>
                <a:gd name="connsiteY49" fmla="*/ 247934 h 330010"/>
                <a:gd name="connsiteX50" fmla="*/ 36703 w 293902"/>
                <a:gd name="connsiteY50" fmla="*/ 256085 h 330010"/>
                <a:gd name="connsiteX51" fmla="*/ 20865 w 293902"/>
                <a:gd name="connsiteY51" fmla="*/ 163489 h 330010"/>
                <a:gd name="connsiteX52" fmla="*/ 18968 w 293902"/>
                <a:gd name="connsiteY52" fmla="*/ 146998 h 330010"/>
                <a:gd name="connsiteX53" fmla="*/ 56144 w 293902"/>
                <a:gd name="connsiteY53" fmla="*/ 56581 h 330010"/>
                <a:gd name="connsiteX54" fmla="*/ 146619 w 293902"/>
                <a:gd name="connsiteY54" fmla="*/ 18955 h 330010"/>
                <a:gd name="connsiteX55" fmla="*/ 147094 w 293902"/>
                <a:gd name="connsiteY55" fmla="*/ 18955 h 330010"/>
                <a:gd name="connsiteX56" fmla="*/ 274935 w 293902"/>
                <a:gd name="connsiteY56" fmla="*/ 146240 h 330010"/>
                <a:gd name="connsiteX57" fmla="*/ 273038 w 293902"/>
                <a:gd name="connsiteY57" fmla="*/ 163204 h 33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93902" h="330010">
                  <a:moveTo>
                    <a:pt x="146904" y="0"/>
                  </a:moveTo>
                  <a:cubicBezTo>
                    <a:pt x="146714" y="0"/>
                    <a:pt x="146525" y="0"/>
                    <a:pt x="146430" y="0"/>
                  </a:cubicBezTo>
                  <a:cubicBezTo>
                    <a:pt x="65438" y="190"/>
                    <a:pt x="-189" y="66249"/>
                    <a:pt x="0" y="147566"/>
                  </a:cubicBezTo>
                  <a:cubicBezTo>
                    <a:pt x="285" y="153916"/>
                    <a:pt x="1044" y="160456"/>
                    <a:pt x="2087" y="166806"/>
                  </a:cubicBezTo>
                  <a:lnTo>
                    <a:pt x="28641" y="322144"/>
                  </a:lnTo>
                  <a:cubicBezTo>
                    <a:pt x="29021" y="324608"/>
                    <a:pt x="30443" y="326883"/>
                    <a:pt x="32530" y="328304"/>
                  </a:cubicBezTo>
                  <a:cubicBezTo>
                    <a:pt x="34142" y="329442"/>
                    <a:pt x="36039" y="330010"/>
                    <a:pt x="38030" y="330010"/>
                  </a:cubicBezTo>
                  <a:cubicBezTo>
                    <a:pt x="38599" y="330010"/>
                    <a:pt x="39168" y="330010"/>
                    <a:pt x="39643" y="329916"/>
                  </a:cubicBezTo>
                  <a:lnTo>
                    <a:pt x="99770" y="319396"/>
                  </a:lnTo>
                  <a:cubicBezTo>
                    <a:pt x="104891" y="318448"/>
                    <a:pt x="108400" y="313614"/>
                    <a:pt x="107451" y="308402"/>
                  </a:cubicBezTo>
                  <a:lnTo>
                    <a:pt x="82983" y="168607"/>
                  </a:lnTo>
                  <a:cubicBezTo>
                    <a:pt x="82983" y="168512"/>
                    <a:pt x="81181" y="159413"/>
                    <a:pt x="80233" y="150694"/>
                  </a:cubicBezTo>
                  <a:cubicBezTo>
                    <a:pt x="80043" y="148514"/>
                    <a:pt x="79949" y="146240"/>
                    <a:pt x="80043" y="144060"/>
                  </a:cubicBezTo>
                  <a:cubicBezTo>
                    <a:pt x="80612" y="107950"/>
                    <a:pt x="110866" y="79043"/>
                    <a:pt x="146525" y="79612"/>
                  </a:cubicBezTo>
                  <a:cubicBezTo>
                    <a:pt x="147378" y="79517"/>
                    <a:pt x="148611" y="79328"/>
                    <a:pt x="149749" y="78949"/>
                  </a:cubicBezTo>
                  <a:cubicBezTo>
                    <a:pt x="151172" y="78949"/>
                    <a:pt x="152689" y="79043"/>
                    <a:pt x="154112" y="79138"/>
                  </a:cubicBezTo>
                  <a:cubicBezTo>
                    <a:pt x="190150" y="82266"/>
                    <a:pt x="216894" y="114016"/>
                    <a:pt x="213764" y="149841"/>
                  </a:cubicBezTo>
                  <a:cubicBezTo>
                    <a:pt x="212816" y="158750"/>
                    <a:pt x="211014" y="167849"/>
                    <a:pt x="210919" y="168228"/>
                  </a:cubicBezTo>
                  <a:lnTo>
                    <a:pt x="186546" y="308117"/>
                  </a:lnTo>
                  <a:cubicBezTo>
                    <a:pt x="185693" y="313235"/>
                    <a:pt x="189107" y="318163"/>
                    <a:pt x="194228" y="319111"/>
                  </a:cubicBezTo>
                  <a:lnTo>
                    <a:pt x="254260" y="329631"/>
                  </a:lnTo>
                  <a:cubicBezTo>
                    <a:pt x="256726" y="330010"/>
                    <a:pt x="259287" y="329442"/>
                    <a:pt x="261373" y="328020"/>
                  </a:cubicBezTo>
                  <a:cubicBezTo>
                    <a:pt x="263459" y="326599"/>
                    <a:pt x="264787" y="324324"/>
                    <a:pt x="265261" y="321860"/>
                  </a:cubicBezTo>
                  <a:lnTo>
                    <a:pt x="291816" y="166522"/>
                  </a:lnTo>
                  <a:cubicBezTo>
                    <a:pt x="292859" y="160172"/>
                    <a:pt x="293618" y="153727"/>
                    <a:pt x="293902" y="147282"/>
                  </a:cubicBezTo>
                  <a:cubicBezTo>
                    <a:pt x="293902" y="147093"/>
                    <a:pt x="293902" y="146429"/>
                    <a:pt x="293902" y="146334"/>
                  </a:cubicBezTo>
                  <a:cubicBezTo>
                    <a:pt x="293618" y="65490"/>
                    <a:pt x="227801" y="0"/>
                    <a:pt x="146904" y="0"/>
                  </a:cubicBezTo>
                  <a:close/>
                  <a:moveTo>
                    <a:pt x="45807" y="309539"/>
                  </a:moveTo>
                  <a:lnTo>
                    <a:pt x="39832" y="274851"/>
                  </a:lnTo>
                  <a:lnTo>
                    <a:pt x="80897" y="266700"/>
                  </a:lnTo>
                  <a:lnTo>
                    <a:pt x="87156" y="302336"/>
                  </a:lnTo>
                  <a:lnTo>
                    <a:pt x="45807" y="309539"/>
                  </a:lnTo>
                  <a:close/>
                  <a:moveTo>
                    <a:pt x="206841" y="301957"/>
                  </a:moveTo>
                  <a:lnTo>
                    <a:pt x="213006" y="266510"/>
                  </a:lnTo>
                  <a:lnTo>
                    <a:pt x="254071" y="274661"/>
                  </a:lnTo>
                  <a:lnTo>
                    <a:pt x="248191" y="309160"/>
                  </a:lnTo>
                  <a:lnTo>
                    <a:pt x="206841" y="301957"/>
                  </a:lnTo>
                  <a:close/>
                  <a:moveTo>
                    <a:pt x="273038" y="163204"/>
                  </a:moveTo>
                  <a:lnTo>
                    <a:pt x="257200" y="255990"/>
                  </a:lnTo>
                  <a:lnTo>
                    <a:pt x="216230" y="247840"/>
                  </a:lnTo>
                  <a:lnTo>
                    <a:pt x="229508" y="171640"/>
                  </a:lnTo>
                  <a:cubicBezTo>
                    <a:pt x="229602" y="171260"/>
                    <a:pt x="231499" y="161688"/>
                    <a:pt x="232637" y="151642"/>
                  </a:cubicBezTo>
                  <a:cubicBezTo>
                    <a:pt x="234629" y="129180"/>
                    <a:pt x="227611" y="107287"/>
                    <a:pt x="213101" y="90037"/>
                  </a:cubicBezTo>
                  <a:cubicBezTo>
                    <a:pt x="198590" y="72788"/>
                    <a:pt x="178200" y="62173"/>
                    <a:pt x="155724" y="60278"/>
                  </a:cubicBezTo>
                  <a:cubicBezTo>
                    <a:pt x="152879" y="59993"/>
                    <a:pt x="150034" y="59899"/>
                    <a:pt x="147188" y="59993"/>
                  </a:cubicBezTo>
                  <a:cubicBezTo>
                    <a:pt x="146050" y="59993"/>
                    <a:pt x="144912" y="60278"/>
                    <a:pt x="143869" y="60657"/>
                  </a:cubicBezTo>
                  <a:cubicBezTo>
                    <a:pt x="98632" y="61510"/>
                    <a:pt x="61740" y="98283"/>
                    <a:pt x="61076" y="143775"/>
                  </a:cubicBezTo>
                  <a:cubicBezTo>
                    <a:pt x="61076" y="146619"/>
                    <a:pt x="61171" y="149462"/>
                    <a:pt x="61360" y="152495"/>
                  </a:cubicBezTo>
                  <a:cubicBezTo>
                    <a:pt x="62404" y="162257"/>
                    <a:pt x="64300" y="171829"/>
                    <a:pt x="64395" y="172019"/>
                  </a:cubicBezTo>
                  <a:lnTo>
                    <a:pt x="77672" y="247934"/>
                  </a:lnTo>
                  <a:lnTo>
                    <a:pt x="36703" y="256085"/>
                  </a:lnTo>
                  <a:lnTo>
                    <a:pt x="20865" y="163489"/>
                  </a:lnTo>
                  <a:cubicBezTo>
                    <a:pt x="19916" y="157897"/>
                    <a:pt x="19252" y="152116"/>
                    <a:pt x="18968" y="146998"/>
                  </a:cubicBezTo>
                  <a:cubicBezTo>
                    <a:pt x="18873" y="112878"/>
                    <a:pt x="32056" y="80749"/>
                    <a:pt x="56144" y="56581"/>
                  </a:cubicBezTo>
                  <a:cubicBezTo>
                    <a:pt x="80233" y="32413"/>
                    <a:pt x="112288" y="19050"/>
                    <a:pt x="146619" y="18955"/>
                  </a:cubicBezTo>
                  <a:cubicBezTo>
                    <a:pt x="146809" y="18955"/>
                    <a:pt x="146904" y="18955"/>
                    <a:pt x="147094" y="18955"/>
                  </a:cubicBezTo>
                  <a:cubicBezTo>
                    <a:pt x="217368" y="18955"/>
                    <a:pt x="274650" y="76010"/>
                    <a:pt x="274935" y="146240"/>
                  </a:cubicBezTo>
                  <a:cubicBezTo>
                    <a:pt x="274650" y="151926"/>
                    <a:pt x="273986" y="157613"/>
                    <a:pt x="273038" y="163204"/>
                  </a:cubicBezTo>
                  <a:close/>
                </a:path>
              </a:pathLst>
            </a:custGeom>
            <a:grpFill/>
            <a:ln w="9463" cap="flat">
              <a:noFill/>
              <a:prstDash val="solid"/>
              <a:miter/>
            </a:ln>
          </p:spPr>
          <p:txBody>
            <a:bodyPr rtlCol="0" anchor="ctr"/>
            <a:lstStyle/>
            <a:p>
              <a:endParaRPr lang="en-US"/>
            </a:p>
          </p:txBody>
        </p:sp>
      </p:grpSp>
      <p:grpSp>
        <p:nvGrpSpPr>
          <p:cNvPr id="952" name="Graphic 947">
            <a:extLst>
              <a:ext uri="{FF2B5EF4-FFF2-40B4-BE49-F238E27FC236}">
                <a16:creationId xmlns:a16="http://schemas.microsoft.com/office/drawing/2014/main" id="{C4367781-9838-B143-A952-373D32593708}"/>
              </a:ext>
            </a:extLst>
          </p:cNvPr>
          <p:cNvGrpSpPr>
            <a:grpSpLocks noChangeAspect="1"/>
          </p:cNvGrpSpPr>
          <p:nvPr/>
        </p:nvGrpSpPr>
        <p:grpSpPr>
          <a:xfrm>
            <a:off x="1952764" y="4308712"/>
            <a:ext cx="367439" cy="367200"/>
            <a:chOff x="3430355" y="4327680"/>
            <a:chExt cx="537729" cy="537380"/>
          </a:xfrm>
          <a:solidFill>
            <a:srgbClr val="012169"/>
          </a:solidFill>
        </p:grpSpPr>
        <p:sp>
          <p:nvSpPr>
            <p:cNvPr id="953" name="Freeform 952">
              <a:extLst>
                <a:ext uri="{FF2B5EF4-FFF2-40B4-BE49-F238E27FC236}">
                  <a16:creationId xmlns:a16="http://schemas.microsoft.com/office/drawing/2014/main" id="{C73A267C-3F4A-1843-8E62-893711B8A73E}"/>
                </a:ext>
              </a:extLst>
            </p:cNvPr>
            <p:cNvSpPr/>
            <p:nvPr/>
          </p:nvSpPr>
          <p:spPr>
            <a:xfrm>
              <a:off x="3758683" y="4698065"/>
              <a:ext cx="47323" cy="43028"/>
            </a:xfrm>
            <a:custGeom>
              <a:avLst/>
              <a:gdLst>
                <a:gd name="connsiteX0" fmla="*/ 6259 w 47323"/>
                <a:gd name="connsiteY0" fmla="*/ 0 h 43028"/>
                <a:gd name="connsiteX1" fmla="*/ 0 w 47323"/>
                <a:gd name="connsiteY1" fmla="*/ 35825 h 43028"/>
                <a:gd name="connsiteX2" fmla="*/ 41349 w 47323"/>
                <a:gd name="connsiteY2" fmla="*/ 43028 h 43028"/>
                <a:gd name="connsiteX3" fmla="*/ 47324 w 47323"/>
                <a:gd name="connsiteY3" fmla="*/ 8151 h 43028"/>
              </a:gdLst>
              <a:ahLst/>
              <a:cxnLst>
                <a:cxn ang="0">
                  <a:pos x="connsiteX0" y="connsiteY0"/>
                </a:cxn>
                <a:cxn ang="0">
                  <a:pos x="connsiteX1" y="connsiteY1"/>
                </a:cxn>
                <a:cxn ang="0">
                  <a:pos x="connsiteX2" y="connsiteY2"/>
                </a:cxn>
                <a:cxn ang="0">
                  <a:pos x="connsiteX3" y="connsiteY3"/>
                </a:cxn>
              </a:cxnLst>
              <a:rect l="l" t="t" r="r" b="b"/>
              <a:pathLst>
                <a:path w="47323" h="43028">
                  <a:moveTo>
                    <a:pt x="6259" y="0"/>
                  </a:moveTo>
                  <a:lnTo>
                    <a:pt x="0" y="35825"/>
                  </a:lnTo>
                  <a:lnTo>
                    <a:pt x="41349" y="43028"/>
                  </a:lnTo>
                  <a:lnTo>
                    <a:pt x="47324" y="8151"/>
                  </a:lnTo>
                  <a:close/>
                </a:path>
              </a:pathLst>
            </a:custGeom>
            <a:grpFill/>
            <a:ln w="9463" cap="flat">
              <a:noFill/>
              <a:prstDash val="solid"/>
              <a:miter/>
            </a:ln>
          </p:spPr>
          <p:txBody>
            <a:bodyPr rtlCol="0" anchor="ctr"/>
            <a:lstStyle/>
            <a:p>
              <a:endParaRPr lang="en-US"/>
            </a:p>
          </p:txBody>
        </p:sp>
        <p:sp>
          <p:nvSpPr>
            <p:cNvPr id="954" name="Freeform 953">
              <a:extLst>
                <a:ext uri="{FF2B5EF4-FFF2-40B4-BE49-F238E27FC236}">
                  <a16:creationId xmlns:a16="http://schemas.microsoft.com/office/drawing/2014/main" id="{DEE0C35E-4B39-6A43-91D4-D981817ECFAE}"/>
                </a:ext>
              </a:extLst>
            </p:cNvPr>
            <p:cNvSpPr/>
            <p:nvPr/>
          </p:nvSpPr>
          <p:spPr>
            <a:xfrm>
              <a:off x="3591958" y="4698255"/>
              <a:ext cx="47323" cy="42838"/>
            </a:xfrm>
            <a:custGeom>
              <a:avLst/>
              <a:gdLst>
                <a:gd name="connsiteX0" fmla="*/ 0 w 47323"/>
                <a:gd name="connsiteY0" fmla="*/ 8151 h 42838"/>
                <a:gd name="connsiteX1" fmla="*/ 5975 w 47323"/>
                <a:gd name="connsiteY1" fmla="*/ 42839 h 42838"/>
                <a:gd name="connsiteX2" fmla="*/ 47324 w 47323"/>
                <a:gd name="connsiteY2" fmla="*/ 35636 h 42838"/>
                <a:gd name="connsiteX3" fmla="*/ 41065 w 47323"/>
                <a:gd name="connsiteY3" fmla="*/ 0 h 42838"/>
              </a:gdLst>
              <a:ahLst/>
              <a:cxnLst>
                <a:cxn ang="0">
                  <a:pos x="connsiteX0" y="connsiteY0"/>
                </a:cxn>
                <a:cxn ang="0">
                  <a:pos x="connsiteX1" y="connsiteY1"/>
                </a:cxn>
                <a:cxn ang="0">
                  <a:pos x="connsiteX2" y="connsiteY2"/>
                </a:cxn>
                <a:cxn ang="0">
                  <a:pos x="connsiteX3" y="connsiteY3"/>
                </a:cxn>
              </a:cxnLst>
              <a:rect l="l" t="t" r="r" b="b"/>
              <a:pathLst>
                <a:path w="47323" h="42838">
                  <a:moveTo>
                    <a:pt x="0" y="8151"/>
                  </a:moveTo>
                  <a:lnTo>
                    <a:pt x="5975" y="42839"/>
                  </a:lnTo>
                  <a:lnTo>
                    <a:pt x="47324" y="35636"/>
                  </a:lnTo>
                  <a:lnTo>
                    <a:pt x="41065" y="0"/>
                  </a:lnTo>
                  <a:close/>
                </a:path>
              </a:pathLst>
            </a:custGeom>
            <a:grpFill/>
            <a:ln w="9463" cap="flat">
              <a:noFill/>
              <a:prstDash val="solid"/>
              <a:miter/>
            </a:ln>
          </p:spPr>
          <p:txBody>
            <a:bodyPr rtlCol="0" anchor="ctr"/>
            <a:lstStyle/>
            <a:p>
              <a:endParaRPr lang="en-US"/>
            </a:p>
          </p:txBody>
        </p:sp>
        <p:sp>
          <p:nvSpPr>
            <p:cNvPr id="955" name="Freeform 954">
              <a:extLst>
                <a:ext uri="{FF2B5EF4-FFF2-40B4-BE49-F238E27FC236}">
                  <a16:creationId xmlns:a16="http://schemas.microsoft.com/office/drawing/2014/main" id="{54A2E639-4192-C742-8C42-5F2020C6EFA4}"/>
                </a:ext>
              </a:extLst>
            </p:cNvPr>
            <p:cNvSpPr/>
            <p:nvPr/>
          </p:nvSpPr>
          <p:spPr>
            <a:xfrm>
              <a:off x="3430355" y="4327680"/>
              <a:ext cx="537729" cy="537380"/>
            </a:xfrm>
            <a:custGeom>
              <a:avLst/>
              <a:gdLst>
                <a:gd name="connsiteX0" fmla="*/ 268865 w 537729"/>
                <a:gd name="connsiteY0" fmla="*/ 0 h 537380"/>
                <a:gd name="connsiteX1" fmla="*/ 0 w 537729"/>
                <a:gd name="connsiteY1" fmla="*/ 268690 h 537380"/>
                <a:gd name="connsiteX2" fmla="*/ 268865 w 537729"/>
                <a:gd name="connsiteY2" fmla="*/ 537381 h 537380"/>
                <a:gd name="connsiteX3" fmla="*/ 537730 w 537729"/>
                <a:gd name="connsiteY3" fmla="*/ 268690 h 537380"/>
                <a:gd name="connsiteX4" fmla="*/ 268865 w 537729"/>
                <a:gd name="connsiteY4" fmla="*/ 0 h 537380"/>
                <a:gd name="connsiteX5" fmla="*/ 413303 w 537729"/>
                <a:gd name="connsiteY5" fmla="*/ 270681 h 537380"/>
                <a:gd name="connsiteX6" fmla="*/ 386843 w 537729"/>
                <a:gd name="connsiteY6" fmla="*/ 426019 h 537380"/>
                <a:gd name="connsiteX7" fmla="*/ 382955 w 537729"/>
                <a:gd name="connsiteY7" fmla="*/ 432179 h 537380"/>
                <a:gd name="connsiteX8" fmla="*/ 377454 w 537729"/>
                <a:gd name="connsiteY8" fmla="*/ 433885 h 537380"/>
                <a:gd name="connsiteX9" fmla="*/ 375842 w 537729"/>
                <a:gd name="connsiteY9" fmla="*/ 433790 h 537380"/>
                <a:gd name="connsiteX10" fmla="*/ 315715 w 537729"/>
                <a:gd name="connsiteY10" fmla="*/ 423270 h 537380"/>
                <a:gd name="connsiteX11" fmla="*/ 309550 w 537729"/>
                <a:gd name="connsiteY11" fmla="*/ 419384 h 537380"/>
                <a:gd name="connsiteX12" fmla="*/ 307938 w 537729"/>
                <a:gd name="connsiteY12" fmla="*/ 412276 h 537380"/>
                <a:gd name="connsiteX13" fmla="*/ 332596 w 537729"/>
                <a:gd name="connsiteY13" fmla="*/ 272007 h 537380"/>
                <a:gd name="connsiteX14" fmla="*/ 335441 w 537729"/>
                <a:gd name="connsiteY14" fmla="*/ 253621 h 537380"/>
                <a:gd name="connsiteX15" fmla="*/ 320267 w 537729"/>
                <a:gd name="connsiteY15" fmla="*/ 206043 h 537380"/>
                <a:gd name="connsiteX16" fmla="*/ 275788 w 537729"/>
                <a:gd name="connsiteY16" fmla="*/ 182918 h 537380"/>
                <a:gd name="connsiteX17" fmla="*/ 271425 w 537729"/>
                <a:gd name="connsiteY17" fmla="*/ 182728 h 537380"/>
                <a:gd name="connsiteX18" fmla="*/ 268201 w 537729"/>
                <a:gd name="connsiteY18" fmla="*/ 183392 h 537380"/>
                <a:gd name="connsiteX19" fmla="*/ 221541 w 537729"/>
                <a:gd name="connsiteY19" fmla="*/ 201873 h 537380"/>
                <a:gd name="connsiteX20" fmla="*/ 201625 w 537729"/>
                <a:gd name="connsiteY20" fmla="*/ 247840 h 537380"/>
                <a:gd name="connsiteX21" fmla="*/ 201815 w 537729"/>
                <a:gd name="connsiteY21" fmla="*/ 254474 h 537380"/>
                <a:gd name="connsiteX22" fmla="*/ 204565 w 537729"/>
                <a:gd name="connsiteY22" fmla="*/ 272387 h 537380"/>
                <a:gd name="connsiteX23" fmla="*/ 229033 w 537729"/>
                <a:gd name="connsiteY23" fmla="*/ 412181 h 537380"/>
                <a:gd name="connsiteX24" fmla="*/ 227421 w 537729"/>
                <a:gd name="connsiteY24" fmla="*/ 419290 h 537380"/>
                <a:gd name="connsiteX25" fmla="*/ 221256 w 537729"/>
                <a:gd name="connsiteY25" fmla="*/ 423175 h 537380"/>
                <a:gd name="connsiteX26" fmla="*/ 161129 w 537729"/>
                <a:gd name="connsiteY26" fmla="*/ 433696 h 537380"/>
                <a:gd name="connsiteX27" fmla="*/ 154016 w 537729"/>
                <a:gd name="connsiteY27" fmla="*/ 432084 h 537380"/>
                <a:gd name="connsiteX28" fmla="*/ 150128 w 537729"/>
                <a:gd name="connsiteY28" fmla="*/ 425924 h 537380"/>
                <a:gd name="connsiteX29" fmla="*/ 123668 w 537729"/>
                <a:gd name="connsiteY29" fmla="*/ 270586 h 537380"/>
                <a:gd name="connsiteX30" fmla="*/ 121487 w 537729"/>
                <a:gd name="connsiteY30" fmla="*/ 251441 h 537380"/>
                <a:gd name="connsiteX31" fmla="*/ 268296 w 537729"/>
                <a:gd name="connsiteY31" fmla="*/ 104159 h 537380"/>
                <a:gd name="connsiteX32" fmla="*/ 415105 w 537729"/>
                <a:gd name="connsiteY32" fmla="*/ 250872 h 537380"/>
                <a:gd name="connsiteX33" fmla="*/ 413303 w 537729"/>
                <a:gd name="connsiteY33" fmla="*/ 270681 h 5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537729" h="537380">
                  <a:moveTo>
                    <a:pt x="268865" y="0"/>
                  </a:moveTo>
                  <a:cubicBezTo>
                    <a:pt x="120349" y="0"/>
                    <a:pt x="0" y="120271"/>
                    <a:pt x="0" y="268690"/>
                  </a:cubicBezTo>
                  <a:cubicBezTo>
                    <a:pt x="0" y="417110"/>
                    <a:pt x="120349" y="537381"/>
                    <a:pt x="268865" y="537381"/>
                  </a:cubicBezTo>
                  <a:cubicBezTo>
                    <a:pt x="417381" y="537381"/>
                    <a:pt x="537730" y="417110"/>
                    <a:pt x="537730" y="268690"/>
                  </a:cubicBezTo>
                  <a:cubicBezTo>
                    <a:pt x="537730" y="120271"/>
                    <a:pt x="417381" y="0"/>
                    <a:pt x="268865" y="0"/>
                  </a:cubicBezTo>
                  <a:close/>
                  <a:moveTo>
                    <a:pt x="413303" y="270681"/>
                  </a:moveTo>
                  <a:lnTo>
                    <a:pt x="386843" y="426019"/>
                  </a:lnTo>
                  <a:cubicBezTo>
                    <a:pt x="386463" y="428483"/>
                    <a:pt x="385041" y="430757"/>
                    <a:pt x="382955" y="432179"/>
                  </a:cubicBezTo>
                  <a:cubicBezTo>
                    <a:pt x="381342" y="433316"/>
                    <a:pt x="379445" y="433885"/>
                    <a:pt x="377454" y="433885"/>
                  </a:cubicBezTo>
                  <a:cubicBezTo>
                    <a:pt x="376885" y="433885"/>
                    <a:pt x="376316" y="433885"/>
                    <a:pt x="375842" y="433790"/>
                  </a:cubicBezTo>
                  <a:lnTo>
                    <a:pt x="315715" y="423270"/>
                  </a:lnTo>
                  <a:cubicBezTo>
                    <a:pt x="313249" y="422796"/>
                    <a:pt x="311068" y="421469"/>
                    <a:pt x="309550" y="419384"/>
                  </a:cubicBezTo>
                  <a:cubicBezTo>
                    <a:pt x="308128" y="417299"/>
                    <a:pt x="307559" y="414740"/>
                    <a:pt x="307938" y="412276"/>
                  </a:cubicBezTo>
                  <a:lnTo>
                    <a:pt x="332596" y="272007"/>
                  </a:lnTo>
                  <a:cubicBezTo>
                    <a:pt x="332691" y="271723"/>
                    <a:pt x="334492" y="262530"/>
                    <a:pt x="335441" y="253621"/>
                  </a:cubicBezTo>
                  <a:cubicBezTo>
                    <a:pt x="336958" y="236466"/>
                    <a:pt x="331552" y="219407"/>
                    <a:pt x="320267" y="206043"/>
                  </a:cubicBezTo>
                  <a:cubicBezTo>
                    <a:pt x="308981" y="192680"/>
                    <a:pt x="293143" y="184434"/>
                    <a:pt x="275788" y="182918"/>
                  </a:cubicBezTo>
                  <a:cubicBezTo>
                    <a:pt x="274365" y="182823"/>
                    <a:pt x="272848" y="182728"/>
                    <a:pt x="271425" y="182728"/>
                  </a:cubicBezTo>
                  <a:cubicBezTo>
                    <a:pt x="270382" y="183107"/>
                    <a:pt x="269149" y="183297"/>
                    <a:pt x="268201" y="183392"/>
                  </a:cubicBezTo>
                  <a:cubicBezTo>
                    <a:pt x="250466" y="183297"/>
                    <a:pt x="234154" y="189742"/>
                    <a:pt x="221541" y="201873"/>
                  </a:cubicBezTo>
                  <a:cubicBezTo>
                    <a:pt x="209022" y="214099"/>
                    <a:pt x="201909" y="230401"/>
                    <a:pt x="201625" y="247840"/>
                  </a:cubicBezTo>
                  <a:cubicBezTo>
                    <a:pt x="201625" y="250019"/>
                    <a:pt x="201625" y="252294"/>
                    <a:pt x="201815" y="254474"/>
                  </a:cubicBezTo>
                  <a:cubicBezTo>
                    <a:pt x="202763" y="263193"/>
                    <a:pt x="204565" y="272292"/>
                    <a:pt x="204565" y="272387"/>
                  </a:cubicBezTo>
                  <a:lnTo>
                    <a:pt x="229033" y="412181"/>
                  </a:lnTo>
                  <a:cubicBezTo>
                    <a:pt x="229507" y="414646"/>
                    <a:pt x="228938" y="417205"/>
                    <a:pt x="227421" y="419290"/>
                  </a:cubicBezTo>
                  <a:cubicBezTo>
                    <a:pt x="225998" y="421375"/>
                    <a:pt x="223817" y="422796"/>
                    <a:pt x="221256" y="423175"/>
                  </a:cubicBezTo>
                  <a:lnTo>
                    <a:pt x="161129" y="433696"/>
                  </a:lnTo>
                  <a:cubicBezTo>
                    <a:pt x="158663" y="434075"/>
                    <a:pt x="156103" y="433506"/>
                    <a:pt x="154016" y="432084"/>
                  </a:cubicBezTo>
                  <a:cubicBezTo>
                    <a:pt x="151930" y="430663"/>
                    <a:pt x="150507" y="428388"/>
                    <a:pt x="150128" y="425924"/>
                  </a:cubicBezTo>
                  <a:lnTo>
                    <a:pt x="123668" y="270586"/>
                  </a:lnTo>
                  <a:cubicBezTo>
                    <a:pt x="122625" y="264331"/>
                    <a:pt x="121866" y="257886"/>
                    <a:pt x="121487" y="251441"/>
                  </a:cubicBezTo>
                  <a:cubicBezTo>
                    <a:pt x="121487" y="169934"/>
                    <a:pt x="187304" y="104159"/>
                    <a:pt x="268296" y="104159"/>
                  </a:cubicBezTo>
                  <a:cubicBezTo>
                    <a:pt x="349287" y="104159"/>
                    <a:pt x="415105" y="169934"/>
                    <a:pt x="415105" y="250872"/>
                  </a:cubicBezTo>
                  <a:cubicBezTo>
                    <a:pt x="415105" y="257791"/>
                    <a:pt x="414346" y="264331"/>
                    <a:pt x="413303" y="270681"/>
                  </a:cubicBezTo>
                  <a:close/>
                </a:path>
              </a:pathLst>
            </a:custGeom>
            <a:grpFill/>
            <a:ln w="9463" cap="flat">
              <a:noFill/>
              <a:prstDash val="solid"/>
              <a:miter/>
            </a:ln>
          </p:spPr>
          <p:txBody>
            <a:bodyPr rtlCol="0" anchor="ctr"/>
            <a:lstStyle/>
            <a:p>
              <a:endParaRPr lang="en-US"/>
            </a:p>
          </p:txBody>
        </p:sp>
        <p:sp>
          <p:nvSpPr>
            <p:cNvPr id="956" name="Freeform 955">
              <a:extLst>
                <a:ext uri="{FF2B5EF4-FFF2-40B4-BE49-F238E27FC236}">
                  <a16:creationId xmlns:a16="http://schemas.microsoft.com/office/drawing/2014/main" id="{A3234999-D3AF-DA4D-8868-27CC0D765B7C}"/>
                </a:ext>
              </a:extLst>
            </p:cNvPr>
            <p:cNvSpPr/>
            <p:nvPr/>
          </p:nvSpPr>
          <p:spPr>
            <a:xfrm>
              <a:off x="3571094" y="4450889"/>
              <a:ext cx="255777" cy="236845"/>
            </a:xfrm>
            <a:custGeom>
              <a:avLst/>
              <a:gdLst>
                <a:gd name="connsiteX0" fmla="*/ 127841 w 255777"/>
                <a:gd name="connsiteY0" fmla="*/ 0 h 236845"/>
                <a:gd name="connsiteX1" fmla="*/ 0 w 255777"/>
                <a:gd name="connsiteY1" fmla="*/ 127758 h 236845"/>
                <a:gd name="connsiteX2" fmla="*/ 1992 w 255777"/>
                <a:gd name="connsiteY2" fmla="*/ 144249 h 236845"/>
                <a:gd name="connsiteX3" fmla="*/ 17735 w 255777"/>
                <a:gd name="connsiteY3" fmla="*/ 236846 h 236845"/>
                <a:gd name="connsiteX4" fmla="*/ 58705 w 255777"/>
                <a:gd name="connsiteY4" fmla="*/ 228695 h 236845"/>
                <a:gd name="connsiteX5" fmla="*/ 45427 w 255777"/>
                <a:gd name="connsiteY5" fmla="*/ 152779 h 236845"/>
                <a:gd name="connsiteX6" fmla="*/ 42392 w 255777"/>
                <a:gd name="connsiteY6" fmla="*/ 133255 h 236845"/>
                <a:gd name="connsiteX7" fmla="*/ 42108 w 255777"/>
                <a:gd name="connsiteY7" fmla="*/ 124536 h 236845"/>
                <a:gd name="connsiteX8" fmla="*/ 67714 w 255777"/>
                <a:gd name="connsiteY8" fmla="*/ 65206 h 236845"/>
                <a:gd name="connsiteX9" fmla="*/ 124901 w 255777"/>
                <a:gd name="connsiteY9" fmla="*/ 41417 h 236845"/>
                <a:gd name="connsiteX10" fmla="*/ 128221 w 255777"/>
                <a:gd name="connsiteY10" fmla="*/ 40754 h 236845"/>
                <a:gd name="connsiteX11" fmla="*/ 136756 w 255777"/>
                <a:gd name="connsiteY11" fmla="*/ 41038 h 236845"/>
                <a:gd name="connsiteX12" fmla="*/ 194133 w 255777"/>
                <a:gd name="connsiteY12" fmla="*/ 70798 h 236845"/>
                <a:gd name="connsiteX13" fmla="*/ 213669 w 255777"/>
                <a:gd name="connsiteY13" fmla="*/ 132402 h 236845"/>
                <a:gd name="connsiteX14" fmla="*/ 210540 w 255777"/>
                <a:gd name="connsiteY14" fmla="*/ 152400 h 236845"/>
                <a:gd name="connsiteX15" fmla="*/ 197168 w 255777"/>
                <a:gd name="connsiteY15" fmla="*/ 228600 h 236845"/>
                <a:gd name="connsiteX16" fmla="*/ 238137 w 255777"/>
                <a:gd name="connsiteY16" fmla="*/ 236751 h 236845"/>
                <a:gd name="connsiteX17" fmla="*/ 253880 w 255777"/>
                <a:gd name="connsiteY17" fmla="*/ 144439 h 236845"/>
                <a:gd name="connsiteX18" fmla="*/ 255777 w 255777"/>
                <a:gd name="connsiteY18" fmla="*/ 127474 h 236845"/>
                <a:gd name="connsiteX19" fmla="*/ 127841 w 255777"/>
                <a:gd name="connsiteY19" fmla="*/ 0 h 23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5777" h="236845">
                  <a:moveTo>
                    <a:pt x="127841" y="0"/>
                  </a:moveTo>
                  <a:cubicBezTo>
                    <a:pt x="57377" y="0"/>
                    <a:pt x="0" y="57340"/>
                    <a:pt x="0" y="127758"/>
                  </a:cubicBezTo>
                  <a:cubicBezTo>
                    <a:pt x="379" y="132876"/>
                    <a:pt x="948" y="138657"/>
                    <a:pt x="1992" y="144249"/>
                  </a:cubicBezTo>
                  <a:lnTo>
                    <a:pt x="17735" y="236846"/>
                  </a:lnTo>
                  <a:lnTo>
                    <a:pt x="58705" y="228695"/>
                  </a:lnTo>
                  <a:lnTo>
                    <a:pt x="45427" y="152779"/>
                  </a:lnTo>
                  <a:cubicBezTo>
                    <a:pt x="45427" y="152590"/>
                    <a:pt x="43436" y="143017"/>
                    <a:pt x="42392" y="133255"/>
                  </a:cubicBezTo>
                  <a:cubicBezTo>
                    <a:pt x="42108" y="130222"/>
                    <a:pt x="42013" y="127379"/>
                    <a:pt x="42108" y="124536"/>
                  </a:cubicBezTo>
                  <a:cubicBezTo>
                    <a:pt x="42487" y="101979"/>
                    <a:pt x="51592" y="80939"/>
                    <a:pt x="67714" y="65206"/>
                  </a:cubicBezTo>
                  <a:cubicBezTo>
                    <a:pt x="83173" y="50231"/>
                    <a:pt x="103373" y="41796"/>
                    <a:pt x="124901" y="41417"/>
                  </a:cubicBezTo>
                  <a:cubicBezTo>
                    <a:pt x="125944" y="41038"/>
                    <a:pt x="127082" y="40754"/>
                    <a:pt x="128221" y="40754"/>
                  </a:cubicBezTo>
                  <a:cubicBezTo>
                    <a:pt x="131066" y="40754"/>
                    <a:pt x="133911" y="40849"/>
                    <a:pt x="136756" y="41038"/>
                  </a:cubicBezTo>
                  <a:cubicBezTo>
                    <a:pt x="159232" y="42934"/>
                    <a:pt x="179623" y="53549"/>
                    <a:pt x="194133" y="70798"/>
                  </a:cubicBezTo>
                  <a:cubicBezTo>
                    <a:pt x="208643" y="88047"/>
                    <a:pt x="215566" y="109940"/>
                    <a:pt x="213669" y="132402"/>
                  </a:cubicBezTo>
                  <a:cubicBezTo>
                    <a:pt x="212531" y="142449"/>
                    <a:pt x="210635" y="152021"/>
                    <a:pt x="210540" y="152400"/>
                  </a:cubicBezTo>
                  <a:lnTo>
                    <a:pt x="197168" y="228600"/>
                  </a:lnTo>
                  <a:lnTo>
                    <a:pt x="238137" y="236751"/>
                  </a:lnTo>
                  <a:lnTo>
                    <a:pt x="253880" y="144439"/>
                  </a:lnTo>
                  <a:cubicBezTo>
                    <a:pt x="254829" y="138847"/>
                    <a:pt x="255493" y="133066"/>
                    <a:pt x="255777" y="127474"/>
                  </a:cubicBezTo>
                  <a:cubicBezTo>
                    <a:pt x="255682" y="57340"/>
                    <a:pt x="198306" y="0"/>
                    <a:pt x="127841" y="0"/>
                  </a:cubicBezTo>
                  <a:close/>
                </a:path>
              </a:pathLst>
            </a:custGeom>
            <a:grpFill/>
            <a:ln w="9463" cap="flat">
              <a:noFill/>
              <a:prstDash val="solid"/>
              <a:miter/>
            </a:ln>
          </p:spPr>
          <p:txBody>
            <a:bodyPr rtlCol="0" anchor="ctr"/>
            <a:lstStyle/>
            <a:p>
              <a:endParaRPr lang="en-US"/>
            </a:p>
          </p:txBody>
        </p:sp>
      </p:grpSp>
      <p:grpSp>
        <p:nvGrpSpPr>
          <p:cNvPr id="487" name="Graphic 28">
            <a:extLst>
              <a:ext uri="{FF2B5EF4-FFF2-40B4-BE49-F238E27FC236}">
                <a16:creationId xmlns:a16="http://schemas.microsoft.com/office/drawing/2014/main" id="{E1E612F8-101B-8B42-9703-CF44F1435FE5}"/>
              </a:ext>
            </a:extLst>
          </p:cNvPr>
          <p:cNvGrpSpPr>
            <a:grpSpLocks noChangeAspect="1"/>
          </p:cNvGrpSpPr>
          <p:nvPr/>
        </p:nvGrpSpPr>
        <p:grpSpPr>
          <a:xfrm>
            <a:off x="1515054" y="4792617"/>
            <a:ext cx="367200" cy="366961"/>
            <a:chOff x="141729" y="802669"/>
            <a:chExt cx="530131" cy="529787"/>
          </a:xfrm>
          <a:solidFill>
            <a:srgbClr val="012169"/>
          </a:solidFill>
        </p:grpSpPr>
        <p:sp>
          <p:nvSpPr>
            <p:cNvPr id="488" name="Freeform 487">
              <a:extLst>
                <a:ext uri="{FF2B5EF4-FFF2-40B4-BE49-F238E27FC236}">
                  <a16:creationId xmlns:a16="http://schemas.microsoft.com/office/drawing/2014/main" id="{3EEAF176-C6AA-D34D-A78A-DFAC8B36220A}"/>
                </a:ext>
              </a:extLst>
            </p:cNvPr>
            <p:cNvSpPr/>
            <p:nvPr/>
          </p:nvSpPr>
          <p:spPr>
            <a:xfrm>
              <a:off x="141729" y="802669"/>
              <a:ext cx="530131" cy="529787"/>
            </a:xfrm>
            <a:custGeom>
              <a:avLst/>
              <a:gdLst>
                <a:gd name="connsiteX0" fmla="*/ 265627 w 530131"/>
                <a:gd name="connsiteY0" fmla="*/ 0 h 529787"/>
                <a:gd name="connsiteX1" fmla="*/ 265066 w 530131"/>
                <a:gd name="connsiteY1" fmla="*/ 0 h 529787"/>
                <a:gd name="connsiteX2" fmla="*/ 0 w 530131"/>
                <a:gd name="connsiteY2" fmla="*/ 264894 h 529787"/>
                <a:gd name="connsiteX3" fmla="*/ 265066 w 530131"/>
                <a:gd name="connsiteY3" fmla="*/ 529787 h 529787"/>
                <a:gd name="connsiteX4" fmla="*/ 530131 w 530131"/>
                <a:gd name="connsiteY4" fmla="*/ 265267 h 529787"/>
                <a:gd name="connsiteX5" fmla="*/ 265627 w 530131"/>
                <a:gd name="connsiteY5" fmla="*/ 0 h 529787"/>
                <a:gd name="connsiteX6" fmla="*/ 265253 w 530131"/>
                <a:gd name="connsiteY6" fmla="*/ 511100 h 529787"/>
                <a:gd name="connsiteX7" fmla="*/ 18793 w 530131"/>
                <a:gd name="connsiteY7" fmla="*/ 265267 h 529787"/>
                <a:gd name="connsiteX8" fmla="*/ 265066 w 530131"/>
                <a:gd name="connsiteY8" fmla="*/ 18687 h 529787"/>
                <a:gd name="connsiteX9" fmla="*/ 511525 w 530131"/>
                <a:gd name="connsiteY9" fmla="*/ 264800 h 529787"/>
                <a:gd name="connsiteX10" fmla="*/ 265253 w 530131"/>
                <a:gd name="connsiteY10" fmla="*/ 511100 h 529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0131" h="529787">
                  <a:moveTo>
                    <a:pt x="265627" y="0"/>
                  </a:moveTo>
                  <a:cubicBezTo>
                    <a:pt x="265440" y="0"/>
                    <a:pt x="265253" y="0"/>
                    <a:pt x="265066" y="0"/>
                  </a:cubicBezTo>
                  <a:cubicBezTo>
                    <a:pt x="118648" y="0"/>
                    <a:pt x="0" y="118571"/>
                    <a:pt x="0" y="264894"/>
                  </a:cubicBezTo>
                  <a:cubicBezTo>
                    <a:pt x="0" y="411216"/>
                    <a:pt x="118648" y="529787"/>
                    <a:pt x="265066" y="529787"/>
                  </a:cubicBezTo>
                  <a:cubicBezTo>
                    <a:pt x="411296" y="529787"/>
                    <a:pt x="529944" y="411403"/>
                    <a:pt x="530131" y="265267"/>
                  </a:cubicBezTo>
                  <a:cubicBezTo>
                    <a:pt x="530412" y="119039"/>
                    <a:pt x="411950" y="280"/>
                    <a:pt x="265627" y="0"/>
                  </a:cubicBezTo>
                  <a:close/>
                  <a:moveTo>
                    <a:pt x="265253" y="511100"/>
                  </a:moveTo>
                  <a:cubicBezTo>
                    <a:pt x="129307" y="511193"/>
                    <a:pt x="18980" y="401124"/>
                    <a:pt x="18793" y="265267"/>
                  </a:cubicBezTo>
                  <a:cubicBezTo>
                    <a:pt x="18700" y="129223"/>
                    <a:pt x="128933" y="18874"/>
                    <a:pt x="265066" y="18687"/>
                  </a:cubicBezTo>
                  <a:cubicBezTo>
                    <a:pt x="401105" y="18594"/>
                    <a:pt x="511432" y="128849"/>
                    <a:pt x="511525" y="264800"/>
                  </a:cubicBezTo>
                  <a:cubicBezTo>
                    <a:pt x="511619" y="400751"/>
                    <a:pt x="401292" y="511006"/>
                    <a:pt x="265253" y="511100"/>
                  </a:cubicBezTo>
                  <a:close/>
                </a:path>
              </a:pathLst>
            </a:custGeom>
            <a:grpFill/>
            <a:ln w="9339" cap="flat">
              <a:noFill/>
              <a:prstDash val="solid"/>
              <a:miter/>
            </a:ln>
          </p:spPr>
          <p:txBody>
            <a:bodyPr rtlCol="0" anchor="ctr"/>
            <a:lstStyle/>
            <a:p>
              <a:endParaRPr lang="en-US"/>
            </a:p>
          </p:txBody>
        </p:sp>
        <p:sp>
          <p:nvSpPr>
            <p:cNvPr id="489" name="Freeform 488">
              <a:extLst>
                <a:ext uri="{FF2B5EF4-FFF2-40B4-BE49-F238E27FC236}">
                  <a16:creationId xmlns:a16="http://schemas.microsoft.com/office/drawing/2014/main" id="{0388FBD0-AC17-F748-ADCB-86D166950148}"/>
                </a:ext>
              </a:extLst>
            </p:cNvPr>
            <p:cNvSpPr/>
            <p:nvPr/>
          </p:nvSpPr>
          <p:spPr>
            <a:xfrm>
              <a:off x="313672" y="1178285"/>
              <a:ext cx="66570" cy="66620"/>
            </a:xfrm>
            <a:custGeom>
              <a:avLst/>
              <a:gdLst>
                <a:gd name="connsiteX0" fmla="*/ 57221 w 66570"/>
                <a:gd name="connsiteY0" fmla="*/ 23920 h 66620"/>
                <a:gd name="connsiteX1" fmla="*/ 42635 w 66570"/>
                <a:gd name="connsiteY1" fmla="*/ 23920 h 66620"/>
                <a:gd name="connsiteX2" fmla="*/ 42635 w 66570"/>
                <a:gd name="connsiteY2" fmla="*/ 9344 h 66620"/>
                <a:gd name="connsiteX3" fmla="*/ 33285 w 66570"/>
                <a:gd name="connsiteY3" fmla="*/ 0 h 66620"/>
                <a:gd name="connsiteX4" fmla="*/ 23935 w 66570"/>
                <a:gd name="connsiteY4" fmla="*/ 9344 h 66620"/>
                <a:gd name="connsiteX5" fmla="*/ 23935 w 66570"/>
                <a:gd name="connsiteY5" fmla="*/ 23920 h 66620"/>
                <a:gd name="connsiteX6" fmla="*/ 9350 w 66570"/>
                <a:gd name="connsiteY6" fmla="*/ 23920 h 66620"/>
                <a:gd name="connsiteX7" fmla="*/ 0 w 66570"/>
                <a:gd name="connsiteY7" fmla="*/ 33264 h 66620"/>
                <a:gd name="connsiteX8" fmla="*/ 9350 w 66570"/>
                <a:gd name="connsiteY8" fmla="*/ 42607 h 66620"/>
                <a:gd name="connsiteX9" fmla="*/ 23935 w 66570"/>
                <a:gd name="connsiteY9" fmla="*/ 42607 h 66620"/>
                <a:gd name="connsiteX10" fmla="*/ 23935 w 66570"/>
                <a:gd name="connsiteY10" fmla="*/ 57277 h 66620"/>
                <a:gd name="connsiteX11" fmla="*/ 33285 w 66570"/>
                <a:gd name="connsiteY11" fmla="*/ 66620 h 66620"/>
                <a:gd name="connsiteX12" fmla="*/ 42635 w 66570"/>
                <a:gd name="connsiteY12" fmla="*/ 57277 h 66620"/>
                <a:gd name="connsiteX13" fmla="*/ 42635 w 66570"/>
                <a:gd name="connsiteY13" fmla="*/ 42607 h 66620"/>
                <a:gd name="connsiteX14" fmla="*/ 57221 w 66570"/>
                <a:gd name="connsiteY14" fmla="*/ 42607 h 66620"/>
                <a:gd name="connsiteX15" fmla="*/ 66570 w 66570"/>
                <a:gd name="connsiteY15" fmla="*/ 33264 h 66620"/>
                <a:gd name="connsiteX16" fmla="*/ 57221 w 66570"/>
                <a:gd name="connsiteY16" fmla="*/ 23920 h 66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6570" h="66620">
                  <a:moveTo>
                    <a:pt x="57221" y="23920"/>
                  </a:moveTo>
                  <a:lnTo>
                    <a:pt x="42635" y="23920"/>
                  </a:lnTo>
                  <a:lnTo>
                    <a:pt x="42635" y="9344"/>
                  </a:lnTo>
                  <a:cubicBezTo>
                    <a:pt x="42635" y="4205"/>
                    <a:pt x="38428" y="0"/>
                    <a:pt x="33285" y="0"/>
                  </a:cubicBezTo>
                  <a:cubicBezTo>
                    <a:pt x="28143" y="0"/>
                    <a:pt x="23935" y="4205"/>
                    <a:pt x="23935" y="9344"/>
                  </a:cubicBezTo>
                  <a:lnTo>
                    <a:pt x="23935" y="23920"/>
                  </a:lnTo>
                  <a:lnTo>
                    <a:pt x="9350" y="23920"/>
                  </a:lnTo>
                  <a:cubicBezTo>
                    <a:pt x="4207" y="23920"/>
                    <a:pt x="0" y="28124"/>
                    <a:pt x="0" y="33264"/>
                  </a:cubicBezTo>
                  <a:cubicBezTo>
                    <a:pt x="0" y="38403"/>
                    <a:pt x="4207" y="42607"/>
                    <a:pt x="9350" y="42607"/>
                  </a:cubicBezTo>
                  <a:lnTo>
                    <a:pt x="23935" y="42607"/>
                  </a:lnTo>
                  <a:lnTo>
                    <a:pt x="23935" y="57277"/>
                  </a:lnTo>
                  <a:cubicBezTo>
                    <a:pt x="23935" y="62416"/>
                    <a:pt x="28143" y="66620"/>
                    <a:pt x="33285" y="66620"/>
                  </a:cubicBezTo>
                  <a:cubicBezTo>
                    <a:pt x="38428" y="66620"/>
                    <a:pt x="42635" y="62416"/>
                    <a:pt x="42635" y="57277"/>
                  </a:cubicBezTo>
                  <a:lnTo>
                    <a:pt x="42635" y="42607"/>
                  </a:lnTo>
                  <a:lnTo>
                    <a:pt x="57221" y="42607"/>
                  </a:lnTo>
                  <a:cubicBezTo>
                    <a:pt x="62363" y="42607"/>
                    <a:pt x="66570" y="38403"/>
                    <a:pt x="66570" y="33264"/>
                  </a:cubicBezTo>
                  <a:cubicBezTo>
                    <a:pt x="66570" y="28124"/>
                    <a:pt x="62363" y="23920"/>
                    <a:pt x="57221" y="23920"/>
                  </a:cubicBezTo>
                  <a:close/>
                </a:path>
              </a:pathLst>
            </a:custGeom>
            <a:grpFill/>
            <a:ln w="9339" cap="flat">
              <a:noFill/>
              <a:prstDash val="solid"/>
              <a:miter/>
            </a:ln>
          </p:spPr>
          <p:txBody>
            <a:bodyPr rtlCol="0" anchor="ctr"/>
            <a:lstStyle/>
            <a:p>
              <a:endParaRPr lang="en-US"/>
            </a:p>
          </p:txBody>
        </p:sp>
        <p:sp>
          <p:nvSpPr>
            <p:cNvPr id="490" name="Freeform 489">
              <a:extLst>
                <a:ext uri="{FF2B5EF4-FFF2-40B4-BE49-F238E27FC236}">
                  <a16:creationId xmlns:a16="http://schemas.microsoft.com/office/drawing/2014/main" id="{F784AE7E-5152-3843-9C5C-8051523F0055}"/>
                </a:ext>
              </a:extLst>
            </p:cNvPr>
            <p:cNvSpPr/>
            <p:nvPr/>
          </p:nvSpPr>
          <p:spPr>
            <a:xfrm>
              <a:off x="433442" y="1202205"/>
              <a:ext cx="66570" cy="18687"/>
            </a:xfrm>
            <a:custGeom>
              <a:avLst/>
              <a:gdLst>
                <a:gd name="connsiteX0" fmla="*/ 57221 w 66570"/>
                <a:gd name="connsiteY0" fmla="*/ 0 h 18687"/>
                <a:gd name="connsiteX1" fmla="*/ 9350 w 66570"/>
                <a:gd name="connsiteY1" fmla="*/ 0 h 18687"/>
                <a:gd name="connsiteX2" fmla="*/ 0 w 66570"/>
                <a:gd name="connsiteY2" fmla="*/ 9344 h 18687"/>
                <a:gd name="connsiteX3" fmla="*/ 9350 w 66570"/>
                <a:gd name="connsiteY3" fmla="*/ 18687 h 18687"/>
                <a:gd name="connsiteX4" fmla="*/ 57221 w 66570"/>
                <a:gd name="connsiteY4" fmla="*/ 18687 h 18687"/>
                <a:gd name="connsiteX5" fmla="*/ 66570 w 66570"/>
                <a:gd name="connsiteY5" fmla="*/ 9344 h 18687"/>
                <a:gd name="connsiteX6" fmla="*/ 57221 w 66570"/>
                <a:gd name="connsiteY6" fmla="*/ 0 h 18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570" h="18687">
                  <a:moveTo>
                    <a:pt x="57221" y="0"/>
                  </a:moveTo>
                  <a:lnTo>
                    <a:pt x="9350" y="0"/>
                  </a:lnTo>
                  <a:cubicBezTo>
                    <a:pt x="4207" y="0"/>
                    <a:pt x="0" y="4205"/>
                    <a:pt x="0" y="9344"/>
                  </a:cubicBezTo>
                  <a:cubicBezTo>
                    <a:pt x="0" y="14483"/>
                    <a:pt x="4207" y="18687"/>
                    <a:pt x="9350" y="18687"/>
                  </a:cubicBezTo>
                  <a:lnTo>
                    <a:pt x="57221" y="18687"/>
                  </a:lnTo>
                  <a:cubicBezTo>
                    <a:pt x="62363" y="18687"/>
                    <a:pt x="66570" y="14483"/>
                    <a:pt x="66570" y="9344"/>
                  </a:cubicBezTo>
                  <a:cubicBezTo>
                    <a:pt x="66570" y="4205"/>
                    <a:pt x="62363" y="0"/>
                    <a:pt x="57221" y="0"/>
                  </a:cubicBezTo>
                  <a:close/>
                </a:path>
              </a:pathLst>
            </a:custGeom>
            <a:grpFill/>
            <a:ln w="9339" cap="flat">
              <a:noFill/>
              <a:prstDash val="solid"/>
              <a:miter/>
            </a:ln>
          </p:spPr>
          <p:txBody>
            <a:bodyPr rtlCol="0" anchor="ctr"/>
            <a:lstStyle/>
            <a:p>
              <a:endParaRPr lang="en-US"/>
            </a:p>
          </p:txBody>
        </p:sp>
        <p:sp>
          <p:nvSpPr>
            <p:cNvPr id="491" name="Freeform 490">
              <a:extLst>
                <a:ext uri="{FF2B5EF4-FFF2-40B4-BE49-F238E27FC236}">
                  <a16:creationId xmlns:a16="http://schemas.microsoft.com/office/drawing/2014/main" id="{AD0F748C-A618-C54B-9B6E-E7A1E6F31CAB}"/>
                </a:ext>
              </a:extLst>
            </p:cNvPr>
            <p:cNvSpPr/>
            <p:nvPr/>
          </p:nvSpPr>
          <p:spPr>
            <a:xfrm>
              <a:off x="289268" y="890967"/>
              <a:ext cx="234866" cy="262557"/>
            </a:xfrm>
            <a:custGeom>
              <a:avLst/>
              <a:gdLst>
                <a:gd name="connsiteX0" fmla="*/ 117340 w 234866"/>
                <a:gd name="connsiteY0" fmla="*/ 0 h 262557"/>
                <a:gd name="connsiteX1" fmla="*/ 116873 w 234866"/>
                <a:gd name="connsiteY1" fmla="*/ 0 h 262557"/>
                <a:gd name="connsiteX2" fmla="*/ 34127 w 234866"/>
                <a:gd name="connsiteY2" fmla="*/ 34478 h 262557"/>
                <a:gd name="connsiteX3" fmla="*/ 1 w 234866"/>
                <a:gd name="connsiteY3" fmla="*/ 117824 h 262557"/>
                <a:gd name="connsiteX4" fmla="*/ 1683 w 234866"/>
                <a:gd name="connsiteY4" fmla="*/ 133334 h 262557"/>
                <a:gd name="connsiteX5" fmla="*/ 22533 w 234866"/>
                <a:gd name="connsiteY5" fmla="*/ 254802 h 262557"/>
                <a:gd name="connsiteX6" fmla="*/ 26367 w 234866"/>
                <a:gd name="connsiteY6" fmla="*/ 260876 h 262557"/>
                <a:gd name="connsiteX7" fmla="*/ 31790 w 234866"/>
                <a:gd name="connsiteY7" fmla="*/ 262558 h 262557"/>
                <a:gd name="connsiteX8" fmla="*/ 33379 w 234866"/>
                <a:gd name="connsiteY8" fmla="*/ 262464 h 262557"/>
                <a:gd name="connsiteX9" fmla="*/ 80595 w 234866"/>
                <a:gd name="connsiteY9" fmla="*/ 254242 h 262557"/>
                <a:gd name="connsiteX10" fmla="*/ 86673 w 234866"/>
                <a:gd name="connsiteY10" fmla="*/ 250411 h 262557"/>
                <a:gd name="connsiteX11" fmla="*/ 88262 w 234866"/>
                <a:gd name="connsiteY11" fmla="*/ 243403 h 262557"/>
                <a:gd name="connsiteX12" fmla="*/ 68908 w 234866"/>
                <a:gd name="connsiteY12" fmla="*/ 133521 h 262557"/>
                <a:gd name="connsiteX13" fmla="*/ 66851 w 234866"/>
                <a:gd name="connsiteY13" fmla="*/ 120066 h 262557"/>
                <a:gd name="connsiteX14" fmla="*/ 66664 w 234866"/>
                <a:gd name="connsiteY14" fmla="*/ 114834 h 262557"/>
                <a:gd name="connsiteX15" fmla="*/ 117060 w 234866"/>
                <a:gd name="connsiteY15" fmla="*/ 66340 h 262557"/>
                <a:gd name="connsiteX16" fmla="*/ 119303 w 234866"/>
                <a:gd name="connsiteY16" fmla="*/ 66060 h 262557"/>
                <a:gd name="connsiteX17" fmla="*/ 123604 w 234866"/>
                <a:gd name="connsiteY17" fmla="*/ 66247 h 262557"/>
                <a:gd name="connsiteX18" fmla="*/ 157170 w 234866"/>
                <a:gd name="connsiteY18" fmla="*/ 83719 h 262557"/>
                <a:gd name="connsiteX19" fmla="*/ 168577 w 234866"/>
                <a:gd name="connsiteY19" fmla="*/ 119599 h 262557"/>
                <a:gd name="connsiteX20" fmla="*/ 166426 w 234866"/>
                <a:gd name="connsiteY20" fmla="*/ 133615 h 262557"/>
                <a:gd name="connsiteX21" fmla="*/ 154646 w 234866"/>
                <a:gd name="connsiteY21" fmla="*/ 200609 h 262557"/>
                <a:gd name="connsiteX22" fmla="*/ 154552 w 234866"/>
                <a:gd name="connsiteY22" fmla="*/ 200796 h 262557"/>
                <a:gd name="connsiteX23" fmla="*/ 154552 w 234866"/>
                <a:gd name="connsiteY23" fmla="*/ 200983 h 262557"/>
                <a:gd name="connsiteX24" fmla="*/ 147166 w 234866"/>
                <a:gd name="connsiteY24" fmla="*/ 243216 h 262557"/>
                <a:gd name="connsiteX25" fmla="*/ 154739 w 234866"/>
                <a:gd name="connsiteY25" fmla="*/ 254055 h 262557"/>
                <a:gd name="connsiteX26" fmla="*/ 201488 w 234866"/>
                <a:gd name="connsiteY26" fmla="*/ 262277 h 262557"/>
                <a:gd name="connsiteX27" fmla="*/ 208500 w 234866"/>
                <a:gd name="connsiteY27" fmla="*/ 260689 h 262557"/>
                <a:gd name="connsiteX28" fmla="*/ 212334 w 234866"/>
                <a:gd name="connsiteY28" fmla="*/ 254615 h 262557"/>
                <a:gd name="connsiteX29" fmla="*/ 233184 w 234866"/>
                <a:gd name="connsiteY29" fmla="*/ 133148 h 262557"/>
                <a:gd name="connsiteX30" fmla="*/ 234866 w 234866"/>
                <a:gd name="connsiteY30" fmla="*/ 117917 h 262557"/>
                <a:gd name="connsiteX31" fmla="*/ 234866 w 234866"/>
                <a:gd name="connsiteY31" fmla="*/ 116890 h 262557"/>
                <a:gd name="connsiteX32" fmla="*/ 200272 w 234866"/>
                <a:gd name="connsiteY32" fmla="*/ 34198 h 262557"/>
                <a:gd name="connsiteX33" fmla="*/ 117340 w 234866"/>
                <a:gd name="connsiteY33" fmla="*/ 0 h 262557"/>
                <a:gd name="connsiteX34" fmla="*/ 39457 w 234866"/>
                <a:gd name="connsiteY34" fmla="*/ 242375 h 262557"/>
                <a:gd name="connsiteX35" fmla="*/ 35436 w 234866"/>
                <a:gd name="connsiteY35" fmla="*/ 219203 h 262557"/>
                <a:gd name="connsiteX36" fmla="*/ 63953 w 234866"/>
                <a:gd name="connsiteY36" fmla="*/ 213597 h 262557"/>
                <a:gd name="connsiteX37" fmla="*/ 68160 w 234866"/>
                <a:gd name="connsiteY37" fmla="*/ 237423 h 262557"/>
                <a:gd name="connsiteX38" fmla="*/ 39457 w 234866"/>
                <a:gd name="connsiteY38" fmla="*/ 242375 h 262557"/>
                <a:gd name="connsiteX39" fmla="*/ 167081 w 234866"/>
                <a:gd name="connsiteY39" fmla="*/ 237143 h 262557"/>
                <a:gd name="connsiteX40" fmla="*/ 171195 w 234866"/>
                <a:gd name="connsiteY40" fmla="*/ 213503 h 262557"/>
                <a:gd name="connsiteX41" fmla="*/ 199337 w 234866"/>
                <a:gd name="connsiteY41" fmla="*/ 219109 h 262557"/>
                <a:gd name="connsiteX42" fmla="*/ 195411 w 234866"/>
                <a:gd name="connsiteY42" fmla="*/ 242095 h 262557"/>
                <a:gd name="connsiteX43" fmla="*/ 167081 w 234866"/>
                <a:gd name="connsiteY43" fmla="*/ 237143 h 262557"/>
                <a:gd name="connsiteX44" fmla="*/ 214578 w 234866"/>
                <a:gd name="connsiteY44" fmla="*/ 129877 h 262557"/>
                <a:gd name="connsiteX45" fmla="*/ 202423 w 234866"/>
                <a:gd name="connsiteY45" fmla="*/ 200702 h 262557"/>
                <a:gd name="connsiteX46" fmla="*/ 174374 w 234866"/>
                <a:gd name="connsiteY46" fmla="*/ 195096 h 262557"/>
                <a:gd name="connsiteX47" fmla="*/ 184565 w 234866"/>
                <a:gd name="connsiteY47" fmla="*/ 136885 h 262557"/>
                <a:gd name="connsiteX48" fmla="*/ 186996 w 234866"/>
                <a:gd name="connsiteY48" fmla="*/ 121281 h 262557"/>
                <a:gd name="connsiteX49" fmla="*/ 171288 w 234866"/>
                <a:gd name="connsiteY49" fmla="*/ 71573 h 262557"/>
                <a:gd name="connsiteX50" fmla="*/ 125007 w 234866"/>
                <a:gd name="connsiteY50" fmla="*/ 47466 h 262557"/>
                <a:gd name="connsiteX51" fmla="*/ 117714 w 234866"/>
                <a:gd name="connsiteY51" fmla="*/ 47186 h 262557"/>
                <a:gd name="connsiteX52" fmla="*/ 115657 w 234866"/>
                <a:gd name="connsiteY52" fmla="*/ 47466 h 262557"/>
                <a:gd name="connsiteX53" fmla="*/ 47871 w 234866"/>
                <a:gd name="connsiteY53" fmla="*/ 114367 h 262557"/>
                <a:gd name="connsiteX54" fmla="*/ 48152 w 234866"/>
                <a:gd name="connsiteY54" fmla="*/ 121655 h 262557"/>
                <a:gd name="connsiteX55" fmla="*/ 50489 w 234866"/>
                <a:gd name="connsiteY55" fmla="*/ 136885 h 262557"/>
                <a:gd name="connsiteX56" fmla="*/ 60680 w 234866"/>
                <a:gd name="connsiteY56" fmla="*/ 195003 h 262557"/>
                <a:gd name="connsiteX57" fmla="*/ 32164 w 234866"/>
                <a:gd name="connsiteY57" fmla="*/ 200609 h 262557"/>
                <a:gd name="connsiteX58" fmla="*/ 20009 w 234866"/>
                <a:gd name="connsiteY58" fmla="*/ 130064 h 262557"/>
                <a:gd name="connsiteX59" fmla="*/ 18513 w 234866"/>
                <a:gd name="connsiteY59" fmla="*/ 117076 h 262557"/>
                <a:gd name="connsiteX60" fmla="*/ 47217 w 234866"/>
                <a:gd name="connsiteY60" fmla="*/ 47466 h 262557"/>
                <a:gd name="connsiteX61" fmla="*/ 116966 w 234866"/>
                <a:gd name="connsiteY61" fmla="*/ 18501 h 262557"/>
                <a:gd name="connsiteX62" fmla="*/ 117340 w 234866"/>
                <a:gd name="connsiteY62" fmla="*/ 18501 h 262557"/>
                <a:gd name="connsiteX63" fmla="*/ 186809 w 234866"/>
                <a:gd name="connsiteY63" fmla="*/ 47092 h 262557"/>
                <a:gd name="connsiteX64" fmla="*/ 215886 w 234866"/>
                <a:gd name="connsiteY64" fmla="*/ 116516 h 262557"/>
                <a:gd name="connsiteX65" fmla="*/ 214578 w 234866"/>
                <a:gd name="connsiteY65" fmla="*/ 129877 h 262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34866" h="262557">
                  <a:moveTo>
                    <a:pt x="117340" y="0"/>
                  </a:moveTo>
                  <a:cubicBezTo>
                    <a:pt x="117153" y="0"/>
                    <a:pt x="117060" y="0"/>
                    <a:pt x="116873" y="0"/>
                  </a:cubicBezTo>
                  <a:cubicBezTo>
                    <a:pt x="85551" y="93"/>
                    <a:pt x="56193" y="12240"/>
                    <a:pt x="34127" y="34478"/>
                  </a:cubicBezTo>
                  <a:cubicBezTo>
                    <a:pt x="12062" y="56716"/>
                    <a:pt x="-93" y="86055"/>
                    <a:pt x="1" y="117824"/>
                  </a:cubicBezTo>
                  <a:cubicBezTo>
                    <a:pt x="281" y="122963"/>
                    <a:pt x="842" y="128195"/>
                    <a:pt x="1683" y="133334"/>
                  </a:cubicBezTo>
                  <a:lnTo>
                    <a:pt x="22533" y="254802"/>
                  </a:lnTo>
                  <a:cubicBezTo>
                    <a:pt x="22907" y="257232"/>
                    <a:pt x="24310" y="259474"/>
                    <a:pt x="26367" y="260876"/>
                  </a:cubicBezTo>
                  <a:cubicBezTo>
                    <a:pt x="27956" y="261997"/>
                    <a:pt x="29826" y="262558"/>
                    <a:pt x="31790" y="262558"/>
                  </a:cubicBezTo>
                  <a:cubicBezTo>
                    <a:pt x="32351" y="262558"/>
                    <a:pt x="32818" y="262558"/>
                    <a:pt x="33379" y="262464"/>
                  </a:cubicBezTo>
                  <a:lnTo>
                    <a:pt x="80595" y="254242"/>
                  </a:lnTo>
                  <a:cubicBezTo>
                    <a:pt x="83026" y="253775"/>
                    <a:pt x="85177" y="252466"/>
                    <a:pt x="86673" y="250411"/>
                  </a:cubicBezTo>
                  <a:cubicBezTo>
                    <a:pt x="88075" y="248355"/>
                    <a:pt x="88636" y="245832"/>
                    <a:pt x="88262" y="243403"/>
                  </a:cubicBezTo>
                  <a:lnTo>
                    <a:pt x="68908" y="133521"/>
                  </a:lnTo>
                  <a:cubicBezTo>
                    <a:pt x="68908" y="133428"/>
                    <a:pt x="67506" y="126794"/>
                    <a:pt x="66851" y="120066"/>
                  </a:cubicBezTo>
                  <a:cubicBezTo>
                    <a:pt x="66664" y="118291"/>
                    <a:pt x="66664" y="116609"/>
                    <a:pt x="66664" y="114834"/>
                  </a:cubicBezTo>
                  <a:cubicBezTo>
                    <a:pt x="67132" y="87550"/>
                    <a:pt x="89758" y="65499"/>
                    <a:pt x="117060" y="66340"/>
                  </a:cubicBezTo>
                  <a:cubicBezTo>
                    <a:pt x="117527" y="66247"/>
                    <a:pt x="118462" y="66247"/>
                    <a:pt x="119303" y="66060"/>
                  </a:cubicBezTo>
                  <a:cubicBezTo>
                    <a:pt x="120706" y="66060"/>
                    <a:pt x="122202" y="66153"/>
                    <a:pt x="123604" y="66247"/>
                  </a:cubicBezTo>
                  <a:cubicBezTo>
                    <a:pt x="136788" y="67368"/>
                    <a:pt x="148662" y="73628"/>
                    <a:pt x="157170" y="83719"/>
                  </a:cubicBezTo>
                  <a:cubicBezTo>
                    <a:pt x="165678" y="93811"/>
                    <a:pt x="169699" y="106611"/>
                    <a:pt x="168577" y="119599"/>
                  </a:cubicBezTo>
                  <a:cubicBezTo>
                    <a:pt x="167829" y="126607"/>
                    <a:pt x="166426" y="133334"/>
                    <a:pt x="166426" y="133615"/>
                  </a:cubicBezTo>
                  <a:lnTo>
                    <a:pt x="154646" y="200609"/>
                  </a:lnTo>
                  <a:cubicBezTo>
                    <a:pt x="154646" y="200702"/>
                    <a:pt x="154552" y="200702"/>
                    <a:pt x="154552" y="200796"/>
                  </a:cubicBezTo>
                  <a:cubicBezTo>
                    <a:pt x="154552" y="200889"/>
                    <a:pt x="154552" y="200889"/>
                    <a:pt x="154552" y="200983"/>
                  </a:cubicBezTo>
                  <a:lnTo>
                    <a:pt x="147166" y="243216"/>
                  </a:lnTo>
                  <a:cubicBezTo>
                    <a:pt x="146231" y="248262"/>
                    <a:pt x="149690" y="253120"/>
                    <a:pt x="154739" y="254055"/>
                  </a:cubicBezTo>
                  <a:lnTo>
                    <a:pt x="201488" y="262277"/>
                  </a:lnTo>
                  <a:cubicBezTo>
                    <a:pt x="203919" y="262651"/>
                    <a:pt x="206443" y="262184"/>
                    <a:pt x="208500" y="260689"/>
                  </a:cubicBezTo>
                  <a:cubicBezTo>
                    <a:pt x="210557" y="259287"/>
                    <a:pt x="211866" y="257045"/>
                    <a:pt x="212334" y="254615"/>
                  </a:cubicBezTo>
                  <a:lnTo>
                    <a:pt x="233184" y="133148"/>
                  </a:lnTo>
                  <a:cubicBezTo>
                    <a:pt x="234025" y="128195"/>
                    <a:pt x="234586" y="123056"/>
                    <a:pt x="234866" y="117917"/>
                  </a:cubicBezTo>
                  <a:cubicBezTo>
                    <a:pt x="234866" y="117730"/>
                    <a:pt x="234866" y="117076"/>
                    <a:pt x="234866" y="116890"/>
                  </a:cubicBezTo>
                  <a:cubicBezTo>
                    <a:pt x="234773" y="85588"/>
                    <a:pt x="222431" y="56249"/>
                    <a:pt x="200272" y="34198"/>
                  </a:cubicBezTo>
                  <a:cubicBezTo>
                    <a:pt x="178020" y="12053"/>
                    <a:pt x="148662" y="0"/>
                    <a:pt x="117340" y="0"/>
                  </a:cubicBezTo>
                  <a:close/>
                  <a:moveTo>
                    <a:pt x="39457" y="242375"/>
                  </a:moveTo>
                  <a:lnTo>
                    <a:pt x="35436" y="219203"/>
                  </a:lnTo>
                  <a:lnTo>
                    <a:pt x="63953" y="213597"/>
                  </a:lnTo>
                  <a:lnTo>
                    <a:pt x="68160" y="237423"/>
                  </a:lnTo>
                  <a:lnTo>
                    <a:pt x="39457" y="242375"/>
                  </a:lnTo>
                  <a:close/>
                  <a:moveTo>
                    <a:pt x="167081" y="237143"/>
                  </a:moveTo>
                  <a:lnTo>
                    <a:pt x="171195" y="213503"/>
                  </a:lnTo>
                  <a:lnTo>
                    <a:pt x="199337" y="219109"/>
                  </a:lnTo>
                  <a:lnTo>
                    <a:pt x="195411" y="242095"/>
                  </a:lnTo>
                  <a:lnTo>
                    <a:pt x="167081" y="237143"/>
                  </a:lnTo>
                  <a:close/>
                  <a:moveTo>
                    <a:pt x="214578" y="129877"/>
                  </a:moveTo>
                  <a:lnTo>
                    <a:pt x="202423" y="200702"/>
                  </a:lnTo>
                  <a:lnTo>
                    <a:pt x="174374" y="195096"/>
                  </a:lnTo>
                  <a:lnTo>
                    <a:pt x="184565" y="136885"/>
                  </a:lnTo>
                  <a:cubicBezTo>
                    <a:pt x="184658" y="136605"/>
                    <a:pt x="186061" y="129317"/>
                    <a:pt x="186996" y="121281"/>
                  </a:cubicBezTo>
                  <a:cubicBezTo>
                    <a:pt x="188585" y="103154"/>
                    <a:pt x="183069" y="85495"/>
                    <a:pt x="171288" y="71573"/>
                  </a:cubicBezTo>
                  <a:cubicBezTo>
                    <a:pt x="159507" y="57651"/>
                    <a:pt x="143145" y="49054"/>
                    <a:pt x="125007" y="47466"/>
                  </a:cubicBezTo>
                  <a:cubicBezTo>
                    <a:pt x="122576" y="47279"/>
                    <a:pt x="120145" y="47186"/>
                    <a:pt x="117714" y="47186"/>
                  </a:cubicBezTo>
                  <a:cubicBezTo>
                    <a:pt x="117060" y="47186"/>
                    <a:pt x="116312" y="47279"/>
                    <a:pt x="115657" y="47466"/>
                  </a:cubicBezTo>
                  <a:cubicBezTo>
                    <a:pt x="78819" y="47653"/>
                    <a:pt x="48526" y="77366"/>
                    <a:pt x="47871" y="114367"/>
                  </a:cubicBezTo>
                  <a:cubicBezTo>
                    <a:pt x="47871" y="116796"/>
                    <a:pt x="47871" y="119132"/>
                    <a:pt x="48152" y="121655"/>
                  </a:cubicBezTo>
                  <a:cubicBezTo>
                    <a:pt x="48900" y="129503"/>
                    <a:pt x="50489" y="136885"/>
                    <a:pt x="50489" y="136885"/>
                  </a:cubicBezTo>
                  <a:lnTo>
                    <a:pt x="60680" y="195003"/>
                  </a:lnTo>
                  <a:lnTo>
                    <a:pt x="32164" y="200609"/>
                  </a:lnTo>
                  <a:lnTo>
                    <a:pt x="20009" y="130064"/>
                  </a:lnTo>
                  <a:cubicBezTo>
                    <a:pt x="19261" y="125579"/>
                    <a:pt x="18794" y="121094"/>
                    <a:pt x="18513" y="117076"/>
                  </a:cubicBezTo>
                  <a:cubicBezTo>
                    <a:pt x="18513" y="90821"/>
                    <a:pt x="28704" y="66060"/>
                    <a:pt x="47217" y="47466"/>
                  </a:cubicBezTo>
                  <a:cubicBezTo>
                    <a:pt x="65823" y="28872"/>
                    <a:pt x="90506" y="18594"/>
                    <a:pt x="116966" y="18501"/>
                  </a:cubicBezTo>
                  <a:cubicBezTo>
                    <a:pt x="117060" y="18501"/>
                    <a:pt x="117247" y="18501"/>
                    <a:pt x="117340" y="18501"/>
                  </a:cubicBezTo>
                  <a:cubicBezTo>
                    <a:pt x="143519" y="18501"/>
                    <a:pt x="168203" y="28685"/>
                    <a:pt x="186809" y="47092"/>
                  </a:cubicBezTo>
                  <a:cubicBezTo>
                    <a:pt x="205508" y="65593"/>
                    <a:pt x="215793" y="90353"/>
                    <a:pt x="215886" y="116516"/>
                  </a:cubicBezTo>
                  <a:cubicBezTo>
                    <a:pt x="215793" y="121188"/>
                    <a:pt x="215325" y="125579"/>
                    <a:pt x="214578" y="129877"/>
                  </a:cubicBezTo>
                  <a:close/>
                </a:path>
              </a:pathLst>
            </a:custGeom>
            <a:grpFill/>
            <a:ln w="9339" cap="flat">
              <a:noFill/>
              <a:prstDash val="solid"/>
              <a:miter/>
            </a:ln>
          </p:spPr>
          <p:txBody>
            <a:bodyPr rtlCol="0" anchor="ctr"/>
            <a:lstStyle/>
            <a:p>
              <a:endParaRPr lang="en-US"/>
            </a:p>
          </p:txBody>
        </p:sp>
      </p:grpSp>
      <p:grpSp>
        <p:nvGrpSpPr>
          <p:cNvPr id="492" name="Graphic 28">
            <a:extLst>
              <a:ext uri="{FF2B5EF4-FFF2-40B4-BE49-F238E27FC236}">
                <a16:creationId xmlns:a16="http://schemas.microsoft.com/office/drawing/2014/main" id="{CF06E71F-982A-A84F-A00C-EF71D5A69241}"/>
              </a:ext>
            </a:extLst>
          </p:cNvPr>
          <p:cNvGrpSpPr>
            <a:grpSpLocks noChangeAspect="1"/>
          </p:cNvGrpSpPr>
          <p:nvPr/>
        </p:nvGrpSpPr>
        <p:grpSpPr>
          <a:xfrm>
            <a:off x="1952764" y="4792617"/>
            <a:ext cx="367200" cy="366961"/>
            <a:chOff x="924678" y="803043"/>
            <a:chExt cx="530131" cy="529787"/>
          </a:xfrm>
          <a:solidFill>
            <a:srgbClr val="012169"/>
          </a:solidFill>
        </p:grpSpPr>
        <p:sp>
          <p:nvSpPr>
            <p:cNvPr id="495" name="Freeform 494">
              <a:extLst>
                <a:ext uri="{FF2B5EF4-FFF2-40B4-BE49-F238E27FC236}">
                  <a16:creationId xmlns:a16="http://schemas.microsoft.com/office/drawing/2014/main" id="{12B356ED-CE2F-6A48-AD50-100FE29F4BAA}"/>
                </a:ext>
              </a:extLst>
            </p:cNvPr>
            <p:cNvSpPr/>
            <p:nvPr/>
          </p:nvSpPr>
          <p:spPr>
            <a:xfrm>
              <a:off x="1091291" y="910121"/>
              <a:ext cx="196999" cy="181547"/>
            </a:xfrm>
            <a:custGeom>
              <a:avLst/>
              <a:gdLst>
                <a:gd name="connsiteX0" fmla="*/ 98546 w 196999"/>
                <a:gd name="connsiteY0" fmla="*/ 0 h 181547"/>
                <a:gd name="connsiteX1" fmla="*/ 0 w 196999"/>
                <a:gd name="connsiteY1" fmla="*/ 98389 h 181547"/>
                <a:gd name="connsiteX2" fmla="*/ 1496 w 196999"/>
                <a:gd name="connsiteY2" fmla="*/ 111003 h 181547"/>
                <a:gd name="connsiteX3" fmla="*/ 13557 w 196999"/>
                <a:gd name="connsiteY3" fmla="*/ 181548 h 181547"/>
                <a:gd name="connsiteX4" fmla="*/ 41606 w 196999"/>
                <a:gd name="connsiteY4" fmla="*/ 176035 h 181547"/>
                <a:gd name="connsiteX5" fmla="*/ 31415 w 196999"/>
                <a:gd name="connsiteY5" fmla="*/ 117824 h 181547"/>
                <a:gd name="connsiteX6" fmla="*/ 29078 w 196999"/>
                <a:gd name="connsiteY6" fmla="*/ 102687 h 181547"/>
                <a:gd name="connsiteX7" fmla="*/ 28797 w 196999"/>
                <a:gd name="connsiteY7" fmla="*/ 95119 h 181547"/>
                <a:gd name="connsiteX8" fmla="*/ 49741 w 196999"/>
                <a:gd name="connsiteY8" fmla="*/ 47372 h 181547"/>
                <a:gd name="connsiteX9" fmla="*/ 96022 w 196999"/>
                <a:gd name="connsiteY9" fmla="*/ 28405 h 181547"/>
                <a:gd name="connsiteX10" fmla="*/ 98733 w 196999"/>
                <a:gd name="connsiteY10" fmla="*/ 27938 h 181547"/>
                <a:gd name="connsiteX11" fmla="*/ 105933 w 196999"/>
                <a:gd name="connsiteY11" fmla="*/ 28218 h 181547"/>
                <a:gd name="connsiteX12" fmla="*/ 167828 w 196999"/>
                <a:gd name="connsiteY12" fmla="*/ 102033 h 181547"/>
                <a:gd name="connsiteX13" fmla="*/ 165397 w 196999"/>
                <a:gd name="connsiteY13" fmla="*/ 117730 h 181547"/>
                <a:gd name="connsiteX14" fmla="*/ 155206 w 196999"/>
                <a:gd name="connsiteY14" fmla="*/ 175942 h 181547"/>
                <a:gd name="connsiteX15" fmla="*/ 183255 w 196999"/>
                <a:gd name="connsiteY15" fmla="*/ 181548 h 181547"/>
                <a:gd name="connsiteX16" fmla="*/ 195410 w 196999"/>
                <a:gd name="connsiteY16" fmla="*/ 110629 h 181547"/>
                <a:gd name="connsiteX17" fmla="*/ 196999 w 196999"/>
                <a:gd name="connsiteY17" fmla="*/ 97548 h 181547"/>
                <a:gd name="connsiteX18" fmla="*/ 98546 w 196999"/>
                <a:gd name="connsiteY18" fmla="*/ 0 h 181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6999" h="181547">
                  <a:moveTo>
                    <a:pt x="98546" y="0"/>
                  </a:moveTo>
                  <a:cubicBezTo>
                    <a:pt x="44224" y="0"/>
                    <a:pt x="93" y="44102"/>
                    <a:pt x="0" y="98389"/>
                  </a:cubicBezTo>
                  <a:cubicBezTo>
                    <a:pt x="280" y="102220"/>
                    <a:pt x="748" y="106705"/>
                    <a:pt x="1496" y="111003"/>
                  </a:cubicBezTo>
                  <a:lnTo>
                    <a:pt x="13557" y="181548"/>
                  </a:lnTo>
                  <a:lnTo>
                    <a:pt x="41606" y="176035"/>
                  </a:lnTo>
                  <a:lnTo>
                    <a:pt x="31415" y="117824"/>
                  </a:lnTo>
                  <a:cubicBezTo>
                    <a:pt x="31415" y="117730"/>
                    <a:pt x="29919" y="110442"/>
                    <a:pt x="29078" y="102687"/>
                  </a:cubicBezTo>
                  <a:cubicBezTo>
                    <a:pt x="28891" y="99977"/>
                    <a:pt x="28797" y="97548"/>
                    <a:pt x="28797" y="95119"/>
                  </a:cubicBezTo>
                  <a:cubicBezTo>
                    <a:pt x="29171" y="76899"/>
                    <a:pt x="36558" y="59986"/>
                    <a:pt x="49741" y="47372"/>
                  </a:cubicBezTo>
                  <a:cubicBezTo>
                    <a:pt x="62269" y="35319"/>
                    <a:pt x="78631" y="28592"/>
                    <a:pt x="96022" y="28405"/>
                  </a:cubicBezTo>
                  <a:cubicBezTo>
                    <a:pt x="96864" y="28124"/>
                    <a:pt x="97798" y="27938"/>
                    <a:pt x="98733" y="27938"/>
                  </a:cubicBezTo>
                  <a:cubicBezTo>
                    <a:pt x="101071" y="27938"/>
                    <a:pt x="103502" y="27938"/>
                    <a:pt x="105933" y="28218"/>
                  </a:cubicBezTo>
                  <a:cubicBezTo>
                    <a:pt x="143332" y="31488"/>
                    <a:pt x="171101" y="64658"/>
                    <a:pt x="167828" y="102033"/>
                  </a:cubicBezTo>
                  <a:cubicBezTo>
                    <a:pt x="166987" y="110069"/>
                    <a:pt x="165491" y="117450"/>
                    <a:pt x="165397" y="117730"/>
                  </a:cubicBezTo>
                  <a:lnTo>
                    <a:pt x="155206" y="175942"/>
                  </a:lnTo>
                  <a:lnTo>
                    <a:pt x="183255" y="181548"/>
                  </a:lnTo>
                  <a:lnTo>
                    <a:pt x="195410" y="110629"/>
                  </a:lnTo>
                  <a:cubicBezTo>
                    <a:pt x="196158" y="106238"/>
                    <a:pt x="196719" y="101846"/>
                    <a:pt x="196999" y="97548"/>
                  </a:cubicBezTo>
                  <a:cubicBezTo>
                    <a:pt x="196812" y="44102"/>
                    <a:pt x="152682" y="0"/>
                    <a:pt x="98546" y="0"/>
                  </a:cubicBezTo>
                  <a:close/>
                </a:path>
              </a:pathLst>
            </a:custGeom>
            <a:grpFill/>
            <a:ln w="9339" cap="flat">
              <a:noFill/>
              <a:prstDash val="solid"/>
              <a:miter/>
            </a:ln>
          </p:spPr>
          <p:txBody>
            <a:bodyPr rtlCol="0" anchor="ctr"/>
            <a:lstStyle/>
            <a:p>
              <a:endParaRPr lang="en-US"/>
            </a:p>
          </p:txBody>
        </p:sp>
        <p:sp>
          <p:nvSpPr>
            <p:cNvPr id="496" name="Freeform 495">
              <a:extLst>
                <a:ext uri="{FF2B5EF4-FFF2-40B4-BE49-F238E27FC236}">
                  <a16:creationId xmlns:a16="http://schemas.microsoft.com/office/drawing/2014/main" id="{EB36C0D8-E2E3-3E4A-8889-BEB4648CAB17}"/>
                </a:ext>
              </a:extLst>
            </p:cNvPr>
            <p:cNvSpPr/>
            <p:nvPr/>
          </p:nvSpPr>
          <p:spPr>
            <a:xfrm>
              <a:off x="1108027" y="1104563"/>
              <a:ext cx="32256" cy="28778"/>
            </a:xfrm>
            <a:custGeom>
              <a:avLst/>
              <a:gdLst>
                <a:gd name="connsiteX0" fmla="*/ 0 w 32256"/>
                <a:gd name="connsiteY0" fmla="*/ 5513 h 28778"/>
                <a:gd name="connsiteX1" fmla="*/ 3927 w 32256"/>
                <a:gd name="connsiteY1" fmla="*/ 28779 h 28778"/>
                <a:gd name="connsiteX2" fmla="*/ 32257 w 32256"/>
                <a:gd name="connsiteY2" fmla="*/ 23826 h 28778"/>
                <a:gd name="connsiteX3" fmla="*/ 28049 w 32256"/>
                <a:gd name="connsiteY3" fmla="*/ 0 h 28778"/>
              </a:gdLst>
              <a:ahLst/>
              <a:cxnLst>
                <a:cxn ang="0">
                  <a:pos x="connsiteX0" y="connsiteY0"/>
                </a:cxn>
                <a:cxn ang="0">
                  <a:pos x="connsiteX1" y="connsiteY1"/>
                </a:cxn>
                <a:cxn ang="0">
                  <a:pos x="connsiteX2" y="connsiteY2"/>
                </a:cxn>
                <a:cxn ang="0">
                  <a:pos x="connsiteX3" y="connsiteY3"/>
                </a:cxn>
              </a:cxnLst>
              <a:rect l="l" t="t" r="r" b="b"/>
              <a:pathLst>
                <a:path w="32256" h="28778">
                  <a:moveTo>
                    <a:pt x="0" y="5513"/>
                  </a:moveTo>
                  <a:lnTo>
                    <a:pt x="3927" y="28779"/>
                  </a:lnTo>
                  <a:lnTo>
                    <a:pt x="32257" y="23826"/>
                  </a:lnTo>
                  <a:lnTo>
                    <a:pt x="28049" y="0"/>
                  </a:lnTo>
                  <a:close/>
                </a:path>
              </a:pathLst>
            </a:custGeom>
            <a:grpFill/>
            <a:ln w="9339" cap="flat">
              <a:noFill/>
              <a:prstDash val="solid"/>
              <a:miter/>
            </a:ln>
          </p:spPr>
          <p:txBody>
            <a:bodyPr rtlCol="0" anchor="ctr"/>
            <a:lstStyle/>
            <a:p>
              <a:endParaRPr lang="en-US"/>
            </a:p>
          </p:txBody>
        </p:sp>
        <p:sp>
          <p:nvSpPr>
            <p:cNvPr id="497" name="Freeform 496">
              <a:extLst>
                <a:ext uri="{FF2B5EF4-FFF2-40B4-BE49-F238E27FC236}">
                  <a16:creationId xmlns:a16="http://schemas.microsoft.com/office/drawing/2014/main" id="{4A82BAB4-71D6-004E-A37B-472271BC7712}"/>
                </a:ext>
              </a:extLst>
            </p:cNvPr>
            <p:cNvSpPr/>
            <p:nvPr/>
          </p:nvSpPr>
          <p:spPr>
            <a:xfrm>
              <a:off x="1239111" y="1104470"/>
              <a:ext cx="32163" cy="28404"/>
            </a:xfrm>
            <a:custGeom>
              <a:avLst/>
              <a:gdLst>
                <a:gd name="connsiteX0" fmla="*/ 4114 w 32163"/>
                <a:gd name="connsiteY0" fmla="*/ 0 h 28404"/>
                <a:gd name="connsiteX1" fmla="*/ 0 w 32163"/>
                <a:gd name="connsiteY1" fmla="*/ 23453 h 28404"/>
                <a:gd name="connsiteX2" fmla="*/ 28236 w 32163"/>
                <a:gd name="connsiteY2" fmla="*/ 28405 h 28404"/>
                <a:gd name="connsiteX3" fmla="*/ 32163 w 32163"/>
                <a:gd name="connsiteY3" fmla="*/ 5513 h 28404"/>
              </a:gdLst>
              <a:ahLst/>
              <a:cxnLst>
                <a:cxn ang="0">
                  <a:pos x="connsiteX0" y="connsiteY0"/>
                </a:cxn>
                <a:cxn ang="0">
                  <a:pos x="connsiteX1" y="connsiteY1"/>
                </a:cxn>
                <a:cxn ang="0">
                  <a:pos x="connsiteX2" y="connsiteY2"/>
                </a:cxn>
                <a:cxn ang="0">
                  <a:pos x="connsiteX3" y="connsiteY3"/>
                </a:cxn>
              </a:cxnLst>
              <a:rect l="l" t="t" r="r" b="b"/>
              <a:pathLst>
                <a:path w="32163" h="28404">
                  <a:moveTo>
                    <a:pt x="4114" y="0"/>
                  </a:moveTo>
                  <a:lnTo>
                    <a:pt x="0" y="23453"/>
                  </a:lnTo>
                  <a:lnTo>
                    <a:pt x="28236" y="28405"/>
                  </a:lnTo>
                  <a:lnTo>
                    <a:pt x="32163" y="5513"/>
                  </a:lnTo>
                  <a:close/>
                </a:path>
              </a:pathLst>
            </a:custGeom>
            <a:grpFill/>
            <a:ln w="9339" cap="flat">
              <a:noFill/>
              <a:prstDash val="solid"/>
              <a:miter/>
            </a:ln>
          </p:spPr>
          <p:txBody>
            <a:bodyPr rtlCol="0" anchor="ctr"/>
            <a:lstStyle/>
            <a:p>
              <a:endParaRPr lang="en-US"/>
            </a:p>
          </p:txBody>
        </p:sp>
        <p:sp>
          <p:nvSpPr>
            <p:cNvPr id="498" name="Freeform 497">
              <a:extLst>
                <a:ext uri="{FF2B5EF4-FFF2-40B4-BE49-F238E27FC236}">
                  <a16:creationId xmlns:a16="http://schemas.microsoft.com/office/drawing/2014/main" id="{16CF4B95-6FC7-5644-ABD2-814881DD0D68}"/>
                </a:ext>
              </a:extLst>
            </p:cNvPr>
            <p:cNvSpPr/>
            <p:nvPr/>
          </p:nvSpPr>
          <p:spPr>
            <a:xfrm>
              <a:off x="924678" y="803043"/>
              <a:ext cx="530131" cy="529787"/>
            </a:xfrm>
            <a:custGeom>
              <a:avLst/>
              <a:gdLst>
                <a:gd name="connsiteX0" fmla="*/ 265066 w 530131"/>
                <a:gd name="connsiteY0" fmla="*/ 0 h 529787"/>
                <a:gd name="connsiteX1" fmla="*/ 0 w 530131"/>
                <a:gd name="connsiteY1" fmla="*/ 264894 h 529787"/>
                <a:gd name="connsiteX2" fmla="*/ 265066 w 530131"/>
                <a:gd name="connsiteY2" fmla="*/ 529787 h 529787"/>
                <a:gd name="connsiteX3" fmla="*/ 530131 w 530131"/>
                <a:gd name="connsiteY3" fmla="*/ 264894 h 529787"/>
                <a:gd name="connsiteX4" fmla="*/ 265066 w 530131"/>
                <a:gd name="connsiteY4" fmla="*/ 0 h 529787"/>
                <a:gd name="connsiteX5" fmla="*/ 229069 w 530131"/>
                <a:gd name="connsiteY5" fmla="*/ 417850 h 529787"/>
                <a:gd name="connsiteX6" fmla="*/ 214483 w 530131"/>
                <a:gd name="connsiteY6" fmla="*/ 417850 h 529787"/>
                <a:gd name="connsiteX7" fmla="*/ 214483 w 530131"/>
                <a:gd name="connsiteY7" fmla="*/ 432519 h 529787"/>
                <a:gd name="connsiteX8" fmla="*/ 205134 w 530131"/>
                <a:gd name="connsiteY8" fmla="*/ 441863 h 529787"/>
                <a:gd name="connsiteX9" fmla="*/ 195784 w 530131"/>
                <a:gd name="connsiteY9" fmla="*/ 432519 h 529787"/>
                <a:gd name="connsiteX10" fmla="*/ 195784 w 530131"/>
                <a:gd name="connsiteY10" fmla="*/ 417850 h 529787"/>
                <a:gd name="connsiteX11" fmla="*/ 181198 w 530131"/>
                <a:gd name="connsiteY11" fmla="*/ 417850 h 529787"/>
                <a:gd name="connsiteX12" fmla="*/ 171849 w 530131"/>
                <a:gd name="connsiteY12" fmla="*/ 408506 h 529787"/>
                <a:gd name="connsiteX13" fmla="*/ 181198 w 530131"/>
                <a:gd name="connsiteY13" fmla="*/ 399162 h 529787"/>
                <a:gd name="connsiteX14" fmla="*/ 195784 w 530131"/>
                <a:gd name="connsiteY14" fmla="*/ 399162 h 529787"/>
                <a:gd name="connsiteX15" fmla="*/ 195784 w 530131"/>
                <a:gd name="connsiteY15" fmla="*/ 384586 h 529787"/>
                <a:gd name="connsiteX16" fmla="*/ 205134 w 530131"/>
                <a:gd name="connsiteY16" fmla="*/ 375242 h 529787"/>
                <a:gd name="connsiteX17" fmla="*/ 214483 w 530131"/>
                <a:gd name="connsiteY17" fmla="*/ 384586 h 529787"/>
                <a:gd name="connsiteX18" fmla="*/ 214483 w 530131"/>
                <a:gd name="connsiteY18" fmla="*/ 399162 h 529787"/>
                <a:gd name="connsiteX19" fmla="*/ 229069 w 530131"/>
                <a:gd name="connsiteY19" fmla="*/ 399162 h 529787"/>
                <a:gd name="connsiteX20" fmla="*/ 238419 w 530131"/>
                <a:gd name="connsiteY20" fmla="*/ 408506 h 529787"/>
                <a:gd name="connsiteX21" fmla="*/ 229069 w 530131"/>
                <a:gd name="connsiteY21" fmla="*/ 417850 h 529787"/>
                <a:gd name="connsiteX22" fmla="*/ 348933 w 530131"/>
                <a:gd name="connsiteY22" fmla="*/ 417850 h 529787"/>
                <a:gd name="connsiteX23" fmla="*/ 300969 w 530131"/>
                <a:gd name="connsiteY23" fmla="*/ 417850 h 529787"/>
                <a:gd name="connsiteX24" fmla="*/ 291619 w 530131"/>
                <a:gd name="connsiteY24" fmla="*/ 408506 h 529787"/>
                <a:gd name="connsiteX25" fmla="*/ 300969 w 530131"/>
                <a:gd name="connsiteY25" fmla="*/ 399162 h 529787"/>
                <a:gd name="connsiteX26" fmla="*/ 348933 w 530131"/>
                <a:gd name="connsiteY26" fmla="*/ 399162 h 529787"/>
                <a:gd name="connsiteX27" fmla="*/ 358283 w 530131"/>
                <a:gd name="connsiteY27" fmla="*/ 408506 h 529787"/>
                <a:gd name="connsiteX28" fmla="*/ 348933 w 530131"/>
                <a:gd name="connsiteY28" fmla="*/ 417850 h 529787"/>
                <a:gd name="connsiteX29" fmla="*/ 380442 w 530131"/>
                <a:gd name="connsiteY29" fmla="*/ 220791 h 529787"/>
                <a:gd name="connsiteX30" fmla="*/ 359592 w 530131"/>
                <a:gd name="connsiteY30" fmla="*/ 342259 h 529787"/>
                <a:gd name="connsiteX31" fmla="*/ 355758 w 530131"/>
                <a:gd name="connsiteY31" fmla="*/ 348333 h 529787"/>
                <a:gd name="connsiteX32" fmla="*/ 348746 w 530131"/>
                <a:gd name="connsiteY32" fmla="*/ 349921 h 529787"/>
                <a:gd name="connsiteX33" fmla="*/ 301997 w 530131"/>
                <a:gd name="connsiteY33" fmla="*/ 341699 h 529787"/>
                <a:gd name="connsiteX34" fmla="*/ 294424 w 530131"/>
                <a:gd name="connsiteY34" fmla="*/ 330860 h 529787"/>
                <a:gd name="connsiteX35" fmla="*/ 313684 w 530131"/>
                <a:gd name="connsiteY35" fmla="*/ 221258 h 529787"/>
                <a:gd name="connsiteX36" fmla="*/ 315835 w 530131"/>
                <a:gd name="connsiteY36" fmla="*/ 207336 h 529787"/>
                <a:gd name="connsiteX37" fmla="*/ 270862 w 530131"/>
                <a:gd name="connsiteY37" fmla="*/ 153891 h 529787"/>
                <a:gd name="connsiteX38" fmla="*/ 267310 w 530131"/>
                <a:gd name="connsiteY38" fmla="*/ 153704 h 529787"/>
                <a:gd name="connsiteX39" fmla="*/ 264598 w 530131"/>
                <a:gd name="connsiteY39" fmla="*/ 154171 h 529787"/>
                <a:gd name="connsiteX40" fmla="*/ 263570 w 530131"/>
                <a:gd name="connsiteY40" fmla="*/ 154171 h 529787"/>
                <a:gd name="connsiteX41" fmla="*/ 229350 w 530131"/>
                <a:gd name="connsiteY41" fmla="*/ 167999 h 529787"/>
                <a:gd name="connsiteX42" fmla="*/ 214203 w 530131"/>
                <a:gd name="connsiteY42" fmla="*/ 202665 h 529787"/>
                <a:gd name="connsiteX43" fmla="*/ 214390 w 530131"/>
                <a:gd name="connsiteY43" fmla="*/ 207990 h 529787"/>
                <a:gd name="connsiteX44" fmla="*/ 216540 w 530131"/>
                <a:gd name="connsiteY44" fmla="*/ 221539 h 529787"/>
                <a:gd name="connsiteX45" fmla="*/ 235801 w 530131"/>
                <a:gd name="connsiteY45" fmla="*/ 331327 h 529787"/>
                <a:gd name="connsiteX46" fmla="*/ 228228 w 530131"/>
                <a:gd name="connsiteY46" fmla="*/ 342166 h 529787"/>
                <a:gd name="connsiteX47" fmla="*/ 181479 w 530131"/>
                <a:gd name="connsiteY47" fmla="*/ 350388 h 529787"/>
                <a:gd name="connsiteX48" fmla="*/ 179889 w 530131"/>
                <a:gd name="connsiteY48" fmla="*/ 350482 h 529787"/>
                <a:gd name="connsiteX49" fmla="*/ 174466 w 530131"/>
                <a:gd name="connsiteY49" fmla="*/ 348800 h 529787"/>
                <a:gd name="connsiteX50" fmla="*/ 170633 w 530131"/>
                <a:gd name="connsiteY50" fmla="*/ 342726 h 529787"/>
                <a:gd name="connsiteX51" fmla="*/ 149783 w 530131"/>
                <a:gd name="connsiteY51" fmla="*/ 221258 h 529787"/>
                <a:gd name="connsiteX52" fmla="*/ 148100 w 530131"/>
                <a:gd name="connsiteY52" fmla="*/ 206028 h 529787"/>
                <a:gd name="connsiteX53" fmla="*/ 265346 w 530131"/>
                <a:gd name="connsiteY53" fmla="*/ 88391 h 529787"/>
                <a:gd name="connsiteX54" fmla="*/ 382405 w 530131"/>
                <a:gd name="connsiteY54" fmla="*/ 205187 h 529787"/>
                <a:gd name="connsiteX55" fmla="*/ 380442 w 530131"/>
                <a:gd name="connsiteY55" fmla="*/ 220791 h 529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530131" h="529787">
                  <a:moveTo>
                    <a:pt x="265066" y="0"/>
                  </a:moveTo>
                  <a:cubicBezTo>
                    <a:pt x="118648" y="0"/>
                    <a:pt x="0" y="118571"/>
                    <a:pt x="0" y="264894"/>
                  </a:cubicBezTo>
                  <a:cubicBezTo>
                    <a:pt x="0" y="411216"/>
                    <a:pt x="118648" y="529787"/>
                    <a:pt x="265066" y="529787"/>
                  </a:cubicBezTo>
                  <a:cubicBezTo>
                    <a:pt x="411483" y="529787"/>
                    <a:pt x="530131" y="411216"/>
                    <a:pt x="530131" y="264894"/>
                  </a:cubicBezTo>
                  <a:cubicBezTo>
                    <a:pt x="530131" y="118571"/>
                    <a:pt x="411483" y="0"/>
                    <a:pt x="265066" y="0"/>
                  </a:cubicBezTo>
                  <a:close/>
                  <a:moveTo>
                    <a:pt x="229069" y="417850"/>
                  </a:moveTo>
                  <a:lnTo>
                    <a:pt x="214483" y="417850"/>
                  </a:lnTo>
                  <a:lnTo>
                    <a:pt x="214483" y="432519"/>
                  </a:lnTo>
                  <a:cubicBezTo>
                    <a:pt x="214483" y="437658"/>
                    <a:pt x="210276" y="441863"/>
                    <a:pt x="205134" y="441863"/>
                  </a:cubicBezTo>
                  <a:cubicBezTo>
                    <a:pt x="199991" y="441863"/>
                    <a:pt x="195784" y="437658"/>
                    <a:pt x="195784" y="432519"/>
                  </a:cubicBezTo>
                  <a:lnTo>
                    <a:pt x="195784" y="417850"/>
                  </a:lnTo>
                  <a:lnTo>
                    <a:pt x="181198" y="417850"/>
                  </a:lnTo>
                  <a:cubicBezTo>
                    <a:pt x="176056" y="417850"/>
                    <a:pt x="171849" y="413645"/>
                    <a:pt x="171849" y="408506"/>
                  </a:cubicBezTo>
                  <a:cubicBezTo>
                    <a:pt x="171849" y="403367"/>
                    <a:pt x="176056" y="399162"/>
                    <a:pt x="181198" y="399162"/>
                  </a:cubicBezTo>
                  <a:lnTo>
                    <a:pt x="195784" y="399162"/>
                  </a:lnTo>
                  <a:lnTo>
                    <a:pt x="195784" y="384586"/>
                  </a:lnTo>
                  <a:cubicBezTo>
                    <a:pt x="195784" y="379447"/>
                    <a:pt x="199991" y="375242"/>
                    <a:pt x="205134" y="375242"/>
                  </a:cubicBezTo>
                  <a:cubicBezTo>
                    <a:pt x="210276" y="375242"/>
                    <a:pt x="214483" y="379447"/>
                    <a:pt x="214483" y="384586"/>
                  </a:cubicBezTo>
                  <a:lnTo>
                    <a:pt x="214483" y="399162"/>
                  </a:lnTo>
                  <a:lnTo>
                    <a:pt x="229069" y="399162"/>
                  </a:lnTo>
                  <a:cubicBezTo>
                    <a:pt x="234211" y="399162"/>
                    <a:pt x="238419" y="403367"/>
                    <a:pt x="238419" y="408506"/>
                  </a:cubicBezTo>
                  <a:cubicBezTo>
                    <a:pt x="238419" y="413645"/>
                    <a:pt x="234211" y="417850"/>
                    <a:pt x="229069" y="417850"/>
                  </a:cubicBezTo>
                  <a:close/>
                  <a:moveTo>
                    <a:pt x="348933" y="417850"/>
                  </a:moveTo>
                  <a:lnTo>
                    <a:pt x="300969" y="417850"/>
                  </a:lnTo>
                  <a:cubicBezTo>
                    <a:pt x="295826" y="417850"/>
                    <a:pt x="291619" y="413645"/>
                    <a:pt x="291619" y="408506"/>
                  </a:cubicBezTo>
                  <a:cubicBezTo>
                    <a:pt x="291619" y="403367"/>
                    <a:pt x="295826" y="399162"/>
                    <a:pt x="300969" y="399162"/>
                  </a:cubicBezTo>
                  <a:lnTo>
                    <a:pt x="348933" y="399162"/>
                  </a:lnTo>
                  <a:cubicBezTo>
                    <a:pt x="354075" y="399162"/>
                    <a:pt x="358283" y="403367"/>
                    <a:pt x="358283" y="408506"/>
                  </a:cubicBezTo>
                  <a:cubicBezTo>
                    <a:pt x="358283" y="413645"/>
                    <a:pt x="354075" y="417850"/>
                    <a:pt x="348933" y="417850"/>
                  </a:cubicBezTo>
                  <a:close/>
                  <a:moveTo>
                    <a:pt x="380442" y="220791"/>
                  </a:moveTo>
                  <a:lnTo>
                    <a:pt x="359592" y="342259"/>
                  </a:lnTo>
                  <a:cubicBezTo>
                    <a:pt x="359218" y="344689"/>
                    <a:pt x="357815" y="346931"/>
                    <a:pt x="355758" y="348333"/>
                  </a:cubicBezTo>
                  <a:cubicBezTo>
                    <a:pt x="353701" y="349734"/>
                    <a:pt x="351177" y="350388"/>
                    <a:pt x="348746" y="349921"/>
                  </a:cubicBezTo>
                  <a:lnTo>
                    <a:pt x="301997" y="341699"/>
                  </a:lnTo>
                  <a:cubicBezTo>
                    <a:pt x="296948" y="340764"/>
                    <a:pt x="293489" y="335999"/>
                    <a:pt x="294424" y="330860"/>
                  </a:cubicBezTo>
                  <a:lnTo>
                    <a:pt x="313684" y="221258"/>
                  </a:lnTo>
                  <a:cubicBezTo>
                    <a:pt x="313778" y="220885"/>
                    <a:pt x="315180" y="214251"/>
                    <a:pt x="315835" y="207336"/>
                  </a:cubicBezTo>
                  <a:cubicBezTo>
                    <a:pt x="318172" y="180333"/>
                    <a:pt x="298070" y="156226"/>
                    <a:pt x="270862" y="153891"/>
                  </a:cubicBezTo>
                  <a:cubicBezTo>
                    <a:pt x="269647" y="153797"/>
                    <a:pt x="268432" y="153704"/>
                    <a:pt x="267310" y="153704"/>
                  </a:cubicBezTo>
                  <a:cubicBezTo>
                    <a:pt x="266375" y="153984"/>
                    <a:pt x="265159" y="154171"/>
                    <a:pt x="264598" y="154171"/>
                  </a:cubicBezTo>
                  <a:cubicBezTo>
                    <a:pt x="264224" y="154171"/>
                    <a:pt x="263944" y="154171"/>
                    <a:pt x="263570" y="154171"/>
                  </a:cubicBezTo>
                  <a:cubicBezTo>
                    <a:pt x="250761" y="154171"/>
                    <a:pt x="238606" y="159030"/>
                    <a:pt x="229350" y="167999"/>
                  </a:cubicBezTo>
                  <a:cubicBezTo>
                    <a:pt x="219813" y="177156"/>
                    <a:pt x="214390" y="189490"/>
                    <a:pt x="214203" y="202665"/>
                  </a:cubicBezTo>
                  <a:cubicBezTo>
                    <a:pt x="214203" y="204440"/>
                    <a:pt x="214203" y="206215"/>
                    <a:pt x="214390" y="207990"/>
                  </a:cubicBezTo>
                  <a:cubicBezTo>
                    <a:pt x="215138" y="214811"/>
                    <a:pt x="216447" y="221445"/>
                    <a:pt x="216540" y="221539"/>
                  </a:cubicBezTo>
                  <a:lnTo>
                    <a:pt x="235801" y="331327"/>
                  </a:lnTo>
                  <a:cubicBezTo>
                    <a:pt x="236642" y="336373"/>
                    <a:pt x="233276" y="341231"/>
                    <a:pt x="228228" y="342166"/>
                  </a:cubicBezTo>
                  <a:lnTo>
                    <a:pt x="181479" y="350388"/>
                  </a:lnTo>
                  <a:cubicBezTo>
                    <a:pt x="180918" y="350482"/>
                    <a:pt x="180357" y="350482"/>
                    <a:pt x="179889" y="350482"/>
                  </a:cubicBezTo>
                  <a:cubicBezTo>
                    <a:pt x="177926" y="350482"/>
                    <a:pt x="176056" y="349921"/>
                    <a:pt x="174466" y="348800"/>
                  </a:cubicBezTo>
                  <a:cubicBezTo>
                    <a:pt x="172410" y="347398"/>
                    <a:pt x="171007" y="345156"/>
                    <a:pt x="170633" y="342726"/>
                  </a:cubicBezTo>
                  <a:lnTo>
                    <a:pt x="149783" y="221258"/>
                  </a:lnTo>
                  <a:cubicBezTo>
                    <a:pt x="148942" y="216213"/>
                    <a:pt x="148381" y="211074"/>
                    <a:pt x="148100" y="206028"/>
                  </a:cubicBezTo>
                  <a:cubicBezTo>
                    <a:pt x="148100" y="140903"/>
                    <a:pt x="200739" y="88391"/>
                    <a:pt x="265346" y="88391"/>
                  </a:cubicBezTo>
                  <a:cubicBezTo>
                    <a:pt x="329766" y="88485"/>
                    <a:pt x="382218" y="140809"/>
                    <a:pt x="382405" y="205187"/>
                  </a:cubicBezTo>
                  <a:cubicBezTo>
                    <a:pt x="381844" y="210794"/>
                    <a:pt x="381283" y="215839"/>
                    <a:pt x="380442" y="220791"/>
                  </a:cubicBezTo>
                  <a:close/>
                </a:path>
              </a:pathLst>
            </a:custGeom>
            <a:grpFill/>
            <a:ln w="9339" cap="flat">
              <a:noFill/>
              <a:prstDash val="solid"/>
              <a:miter/>
            </a:ln>
          </p:spPr>
          <p:txBody>
            <a:bodyPr rtlCol="0" anchor="ctr"/>
            <a:lstStyle/>
            <a:p>
              <a:endParaRPr lang="en-US"/>
            </a:p>
          </p:txBody>
        </p:sp>
      </p:grpSp>
    </p:spTree>
    <p:extLst>
      <p:ext uri="{BB962C8B-B14F-4D97-AF65-F5344CB8AC3E}">
        <p14:creationId xmlns:p14="http://schemas.microsoft.com/office/powerpoint/2010/main" val="3467069731"/>
      </p:ext>
    </p:extLst>
  </p:cSld>
  <p:clrMapOvr>
    <a:masterClrMapping/>
  </p:clrMapOvr>
  <p:transition>
    <p:fade/>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0AB181-1E9F-2244-B53A-BC8E2F101DA6}"/>
              </a:ext>
            </a:extLst>
          </p:cNvPr>
          <p:cNvSpPr>
            <a:spLocks noGrp="1"/>
          </p:cNvSpPr>
          <p:nvPr>
            <p:ph type="title"/>
          </p:nvPr>
        </p:nvSpPr>
        <p:spPr/>
        <p:txBody>
          <a:bodyPr/>
          <a:lstStyle/>
          <a:p>
            <a:r>
              <a:rPr lang="en-US" dirty="0"/>
              <a:t>EDUCATION</a:t>
            </a:r>
          </a:p>
        </p:txBody>
      </p:sp>
      <p:sp>
        <p:nvSpPr>
          <p:cNvPr id="4" name="Content Placeholder 3">
            <a:extLst>
              <a:ext uri="{FF2B5EF4-FFF2-40B4-BE49-F238E27FC236}">
                <a16:creationId xmlns:a16="http://schemas.microsoft.com/office/drawing/2014/main" id="{DB57E314-8EE4-694B-B268-A9071E1D395E}"/>
              </a:ext>
            </a:extLst>
          </p:cNvPr>
          <p:cNvSpPr>
            <a:spLocks noGrp="1"/>
          </p:cNvSpPr>
          <p:nvPr>
            <p:ph idx="10"/>
          </p:nvPr>
        </p:nvSpPr>
        <p:spPr>
          <a:xfrm>
            <a:off x="463295" y="5473209"/>
            <a:ext cx="3664821" cy="1114021"/>
          </a:xfrm>
        </p:spPr>
        <p:txBody>
          <a:bodyPr/>
          <a:lstStyle/>
          <a:p>
            <a:r>
              <a:rPr lang="en-US" dirty="0"/>
              <a:t>Learning &amp; Development</a:t>
            </a:r>
          </a:p>
          <a:p>
            <a:r>
              <a:rPr lang="en-US" sz="900" dirty="0"/>
              <a:t>Keywords:</a:t>
            </a:r>
            <a:br>
              <a:rPr lang="en-US" sz="900" dirty="0"/>
            </a:br>
            <a:r>
              <a:rPr lang="en-US" sz="850" b="0" dirty="0"/>
              <a:t>Study, Notes, Bulletin, Bookmark, Enlightenment, Graduation, Certified, Approved, Rosette badge, Reading, Books, Diary, Badge, Mortar Board, Diploma, Trophy, Certificate, Tacks, Board pin, Open book, Globe, Banner, Writing pad, Candle, Eraser, School, University, Library, Alphabets, Language</a:t>
            </a:r>
          </a:p>
        </p:txBody>
      </p:sp>
      <p:grpSp>
        <p:nvGrpSpPr>
          <p:cNvPr id="6" name="Graphic 4">
            <a:extLst>
              <a:ext uri="{FF2B5EF4-FFF2-40B4-BE49-F238E27FC236}">
                <a16:creationId xmlns:a16="http://schemas.microsoft.com/office/drawing/2014/main" id="{C257B652-6062-A540-9634-CC65F94A75B6}"/>
              </a:ext>
            </a:extLst>
          </p:cNvPr>
          <p:cNvGrpSpPr>
            <a:grpSpLocks noChangeAspect="1"/>
          </p:cNvGrpSpPr>
          <p:nvPr/>
        </p:nvGrpSpPr>
        <p:grpSpPr>
          <a:xfrm>
            <a:off x="1514415" y="1402085"/>
            <a:ext cx="362309" cy="361971"/>
            <a:chOff x="1514415" y="1402085"/>
            <a:chExt cx="362309" cy="361971"/>
          </a:xfrm>
          <a:solidFill>
            <a:srgbClr val="26890D"/>
          </a:solidFill>
        </p:grpSpPr>
        <p:sp>
          <p:nvSpPr>
            <p:cNvPr id="7" name="Graphic 4">
              <a:extLst>
                <a:ext uri="{FF2B5EF4-FFF2-40B4-BE49-F238E27FC236}">
                  <a16:creationId xmlns:a16="http://schemas.microsoft.com/office/drawing/2014/main" id="{17D8A9E0-528E-AD40-92C1-B91358ED0B77}"/>
                </a:ext>
              </a:extLst>
            </p:cNvPr>
            <p:cNvSpPr/>
            <p:nvPr/>
          </p:nvSpPr>
          <p:spPr>
            <a:xfrm>
              <a:off x="1514415" y="1402085"/>
              <a:ext cx="362309" cy="361971"/>
            </a:xfrm>
            <a:custGeom>
              <a:avLst/>
              <a:gdLst>
                <a:gd name="connsiteX0" fmla="*/ 181474 w 362309"/>
                <a:gd name="connsiteY0" fmla="*/ 349204 h 361971"/>
                <a:gd name="connsiteX1" fmla="*/ 12780 w 362309"/>
                <a:gd name="connsiteY1" fmla="*/ 181305 h 361971"/>
                <a:gd name="connsiteX2" fmla="*/ 180835 w 362309"/>
                <a:gd name="connsiteY2" fmla="*/ 12768 h 361971"/>
                <a:gd name="connsiteX3" fmla="*/ 349530 w 362309"/>
                <a:gd name="connsiteY3" fmla="*/ 180667 h 361971"/>
                <a:gd name="connsiteX4" fmla="*/ 349530 w 362309"/>
                <a:gd name="connsiteY4" fmla="*/ 180667 h 361971"/>
                <a:gd name="connsiteX5" fmla="*/ 181474 w 362309"/>
                <a:gd name="connsiteY5" fmla="*/ 349204 h 361971"/>
                <a:gd name="connsiteX6" fmla="*/ 181474 w 362309"/>
                <a:gd name="connsiteY6" fmla="*/ 0 h 361971"/>
                <a:gd name="connsiteX7" fmla="*/ 0 w 362309"/>
                <a:gd name="connsiteY7" fmla="*/ 180667 h 361971"/>
                <a:gd name="connsiteX8" fmla="*/ 180835 w 362309"/>
                <a:gd name="connsiteY8" fmla="*/ 361972 h 361971"/>
                <a:gd name="connsiteX9" fmla="*/ 362310 w 362309"/>
                <a:gd name="connsiteY9" fmla="*/ 181305 h 361971"/>
                <a:gd name="connsiteX10" fmla="*/ 362310 w 362309"/>
                <a:gd name="connsiteY10" fmla="*/ 181305 h 361971"/>
                <a:gd name="connsiteX11" fmla="*/ 181474 w 362309"/>
                <a:gd name="connsiteY11"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49530" y="273873"/>
                    <a:pt x="274128" y="349204"/>
                    <a:pt x="181474" y="349204"/>
                  </a:cubicBezTo>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path>
              </a:pathLst>
            </a:custGeom>
            <a:solidFill>
              <a:srgbClr val="26890D"/>
            </a:solidFill>
            <a:ln w="6390" cap="flat">
              <a:noFill/>
              <a:prstDash val="solid"/>
              <a:miter/>
            </a:ln>
          </p:spPr>
          <p:txBody>
            <a:bodyPr rtlCol="0" anchor="ctr"/>
            <a:lstStyle/>
            <a:p>
              <a:endParaRPr lang="en-US"/>
            </a:p>
          </p:txBody>
        </p:sp>
        <p:sp>
          <p:nvSpPr>
            <p:cNvPr id="8" name="Graphic 4">
              <a:extLst>
                <a:ext uri="{FF2B5EF4-FFF2-40B4-BE49-F238E27FC236}">
                  <a16:creationId xmlns:a16="http://schemas.microsoft.com/office/drawing/2014/main" id="{A528CE44-7140-AF4A-B048-B070E42E2815}"/>
                </a:ext>
              </a:extLst>
            </p:cNvPr>
            <p:cNvSpPr/>
            <p:nvPr/>
          </p:nvSpPr>
          <p:spPr>
            <a:xfrm>
              <a:off x="1602515" y="1627854"/>
              <a:ext cx="207114" cy="62786"/>
            </a:xfrm>
            <a:custGeom>
              <a:avLst/>
              <a:gdLst>
                <a:gd name="connsiteX0" fmla="*/ 30113 w 207114"/>
                <a:gd name="connsiteY0" fmla="*/ 48742 h 62786"/>
                <a:gd name="connsiteX1" fmla="*/ 28196 w 207114"/>
                <a:gd name="connsiteY1" fmla="*/ 49380 h 62786"/>
                <a:gd name="connsiteX2" fmla="*/ 16055 w 207114"/>
                <a:gd name="connsiteY2" fmla="*/ 48742 h 62786"/>
                <a:gd name="connsiteX3" fmla="*/ 12861 w 207114"/>
                <a:gd name="connsiteY3" fmla="*/ 39804 h 62786"/>
                <a:gd name="connsiteX4" fmla="*/ 12861 w 207114"/>
                <a:gd name="connsiteY4" fmla="*/ 22567 h 62786"/>
                <a:gd name="connsiteX5" fmla="*/ 16694 w 207114"/>
                <a:gd name="connsiteY5" fmla="*/ 14907 h 62786"/>
                <a:gd name="connsiteX6" fmla="*/ 28835 w 207114"/>
                <a:gd name="connsiteY6" fmla="*/ 13630 h 62786"/>
                <a:gd name="connsiteX7" fmla="*/ 30113 w 207114"/>
                <a:gd name="connsiteY7" fmla="*/ 13630 h 62786"/>
                <a:gd name="connsiteX8" fmla="*/ 186028 w 207114"/>
                <a:gd name="connsiteY8" fmla="*/ 13630 h 62786"/>
                <a:gd name="connsiteX9" fmla="*/ 184750 w 207114"/>
                <a:gd name="connsiteY9" fmla="*/ 17460 h 62786"/>
                <a:gd name="connsiteX10" fmla="*/ 184750 w 207114"/>
                <a:gd name="connsiteY10" fmla="*/ 44911 h 62786"/>
                <a:gd name="connsiteX11" fmla="*/ 186028 w 207114"/>
                <a:gd name="connsiteY11" fmla="*/ 48742 h 62786"/>
                <a:gd name="connsiteX12" fmla="*/ 30113 w 207114"/>
                <a:gd name="connsiteY12" fmla="*/ 48742 h 62786"/>
                <a:gd name="connsiteX13" fmla="*/ 199447 w 207114"/>
                <a:gd name="connsiteY13" fmla="*/ 13630 h 62786"/>
                <a:gd name="connsiteX14" fmla="*/ 200725 w 207114"/>
                <a:gd name="connsiteY14" fmla="*/ 13630 h 62786"/>
                <a:gd name="connsiteX15" fmla="*/ 207115 w 207114"/>
                <a:gd name="connsiteY15" fmla="*/ 7246 h 62786"/>
                <a:gd name="connsiteX16" fmla="*/ 200725 w 207114"/>
                <a:gd name="connsiteY16" fmla="*/ 862 h 62786"/>
                <a:gd name="connsiteX17" fmla="*/ 30752 w 207114"/>
                <a:gd name="connsiteY17" fmla="*/ 862 h 62786"/>
                <a:gd name="connsiteX18" fmla="*/ 8388 w 207114"/>
                <a:gd name="connsiteY18" fmla="*/ 4692 h 62786"/>
                <a:gd name="connsiteX19" fmla="*/ 81 w 207114"/>
                <a:gd name="connsiteY19" fmla="*/ 22567 h 62786"/>
                <a:gd name="connsiteX20" fmla="*/ 81 w 207114"/>
                <a:gd name="connsiteY20" fmla="*/ 39166 h 62786"/>
                <a:gd name="connsiteX21" fmla="*/ 8388 w 207114"/>
                <a:gd name="connsiteY21" fmla="*/ 58318 h 62786"/>
                <a:gd name="connsiteX22" fmla="*/ 21806 w 207114"/>
                <a:gd name="connsiteY22" fmla="*/ 62787 h 62786"/>
                <a:gd name="connsiteX23" fmla="*/ 30752 w 207114"/>
                <a:gd name="connsiteY23" fmla="*/ 61510 h 62786"/>
                <a:gd name="connsiteX24" fmla="*/ 200086 w 207114"/>
                <a:gd name="connsiteY24" fmla="*/ 61510 h 62786"/>
                <a:gd name="connsiteX25" fmla="*/ 206476 w 207114"/>
                <a:gd name="connsiteY25" fmla="*/ 55126 h 62786"/>
                <a:gd name="connsiteX26" fmla="*/ 200086 w 207114"/>
                <a:gd name="connsiteY26" fmla="*/ 48742 h 62786"/>
                <a:gd name="connsiteX27" fmla="*/ 198169 w 207114"/>
                <a:gd name="connsiteY27" fmla="*/ 48742 h 62786"/>
                <a:gd name="connsiteX28" fmla="*/ 196252 w 207114"/>
                <a:gd name="connsiteY28" fmla="*/ 41081 h 62786"/>
                <a:gd name="connsiteX29" fmla="*/ 196252 w 207114"/>
                <a:gd name="connsiteY29" fmla="*/ 21291 h 62786"/>
                <a:gd name="connsiteX30" fmla="*/ 199447 w 207114"/>
                <a:gd name="connsiteY30" fmla="*/ 13630 h 62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07114" h="62786">
                  <a:moveTo>
                    <a:pt x="30113" y="48742"/>
                  </a:moveTo>
                  <a:cubicBezTo>
                    <a:pt x="29474" y="48742"/>
                    <a:pt x="28835" y="48742"/>
                    <a:pt x="28196" y="49380"/>
                  </a:cubicBezTo>
                  <a:cubicBezTo>
                    <a:pt x="24362" y="51295"/>
                    <a:pt x="19889" y="50657"/>
                    <a:pt x="16055" y="48742"/>
                  </a:cubicBezTo>
                  <a:cubicBezTo>
                    <a:pt x="13499" y="46827"/>
                    <a:pt x="12221" y="42996"/>
                    <a:pt x="12861" y="39804"/>
                  </a:cubicBezTo>
                  <a:lnTo>
                    <a:pt x="12861" y="22567"/>
                  </a:lnTo>
                  <a:cubicBezTo>
                    <a:pt x="12861" y="19375"/>
                    <a:pt x="14138" y="16822"/>
                    <a:pt x="16694" y="14907"/>
                  </a:cubicBezTo>
                  <a:cubicBezTo>
                    <a:pt x="20528" y="12353"/>
                    <a:pt x="25001" y="12353"/>
                    <a:pt x="28835" y="13630"/>
                  </a:cubicBezTo>
                  <a:lnTo>
                    <a:pt x="30113" y="13630"/>
                  </a:lnTo>
                  <a:lnTo>
                    <a:pt x="186028" y="13630"/>
                  </a:lnTo>
                  <a:lnTo>
                    <a:pt x="184750" y="17460"/>
                  </a:lnTo>
                  <a:cubicBezTo>
                    <a:pt x="182194" y="26398"/>
                    <a:pt x="182194" y="35974"/>
                    <a:pt x="184750" y="44911"/>
                  </a:cubicBezTo>
                  <a:lnTo>
                    <a:pt x="186028" y="48742"/>
                  </a:lnTo>
                  <a:lnTo>
                    <a:pt x="30113" y="48742"/>
                  </a:lnTo>
                  <a:close/>
                  <a:moveTo>
                    <a:pt x="199447" y="13630"/>
                  </a:moveTo>
                  <a:lnTo>
                    <a:pt x="200725" y="13630"/>
                  </a:lnTo>
                  <a:cubicBezTo>
                    <a:pt x="204559" y="13630"/>
                    <a:pt x="207115" y="11076"/>
                    <a:pt x="207115" y="7246"/>
                  </a:cubicBezTo>
                  <a:cubicBezTo>
                    <a:pt x="207115" y="3415"/>
                    <a:pt x="204559" y="862"/>
                    <a:pt x="200725" y="862"/>
                  </a:cubicBezTo>
                  <a:lnTo>
                    <a:pt x="30752" y="862"/>
                  </a:lnTo>
                  <a:cubicBezTo>
                    <a:pt x="23084" y="-1053"/>
                    <a:pt x="14778" y="223"/>
                    <a:pt x="8388" y="4692"/>
                  </a:cubicBezTo>
                  <a:cubicBezTo>
                    <a:pt x="2637" y="9161"/>
                    <a:pt x="81" y="15545"/>
                    <a:pt x="81" y="22567"/>
                  </a:cubicBezTo>
                  <a:lnTo>
                    <a:pt x="81" y="39166"/>
                  </a:lnTo>
                  <a:cubicBezTo>
                    <a:pt x="-558" y="46827"/>
                    <a:pt x="2637" y="53849"/>
                    <a:pt x="8388" y="58318"/>
                  </a:cubicBezTo>
                  <a:cubicBezTo>
                    <a:pt x="12221" y="61510"/>
                    <a:pt x="17333" y="62787"/>
                    <a:pt x="21806" y="62787"/>
                  </a:cubicBezTo>
                  <a:cubicBezTo>
                    <a:pt x="25001" y="62787"/>
                    <a:pt x="28196" y="62148"/>
                    <a:pt x="30752" y="61510"/>
                  </a:cubicBezTo>
                  <a:lnTo>
                    <a:pt x="200086" y="61510"/>
                  </a:lnTo>
                  <a:cubicBezTo>
                    <a:pt x="203920" y="61510"/>
                    <a:pt x="206476" y="58956"/>
                    <a:pt x="206476" y="55126"/>
                  </a:cubicBezTo>
                  <a:cubicBezTo>
                    <a:pt x="206476" y="51295"/>
                    <a:pt x="203920" y="48742"/>
                    <a:pt x="200086" y="48742"/>
                  </a:cubicBezTo>
                  <a:lnTo>
                    <a:pt x="198169" y="48742"/>
                  </a:lnTo>
                  <a:lnTo>
                    <a:pt x="196252" y="41081"/>
                  </a:lnTo>
                  <a:cubicBezTo>
                    <a:pt x="194335" y="34697"/>
                    <a:pt x="194335" y="27675"/>
                    <a:pt x="196252" y="21291"/>
                  </a:cubicBezTo>
                  <a:lnTo>
                    <a:pt x="199447" y="13630"/>
                  </a:lnTo>
                  <a:close/>
                </a:path>
              </a:pathLst>
            </a:custGeom>
            <a:solidFill>
              <a:srgbClr val="26890D"/>
            </a:solidFill>
            <a:ln w="6390" cap="flat">
              <a:noFill/>
              <a:prstDash val="solid"/>
              <a:miter/>
            </a:ln>
          </p:spPr>
          <p:txBody>
            <a:bodyPr rtlCol="0" anchor="ctr"/>
            <a:lstStyle/>
            <a:p>
              <a:endParaRPr lang="en-US"/>
            </a:p>
          </p:txBody>
        </p:sp>
        <p:sp>
          <p:nvSpPr>
            <p:cNvPr id="9" name="Graphic 4">
              <a:extLst>
                <a:ext uri="{FF2B5EF4-FFF2-40B4-BE49-F238E27FC236}">
                  <a16:creationId xmlns:a16="http://schemas.microsoft.com/office/drawing/2014/main" id="{8DC60E01-4519-6043-8D2C-FB6CDF0D31C8}"/>
                </a:ext>
              </a:extLst>
            </p:cNvPr>
            <p:cNvSpPr/>
            <p:nvPr/>
          </p:nvSpPr>
          <p:spPr>
            <a:xfrm>
              <a:off x="1582787" y="1549786"/>
              <a:ext cx="213104" cy="75578"/>
            </a:xfrm>
            <a:custGeom>
              <a:avLst/>
              <a:gdLst>
                <a:gd name="connsiteX0" fmla="*/ 191698 w 213104"/>
                <a:gd name="connsiteY0" fmla="*/ 75100 h 75578"/>
                <a:gd name="connsiteX1" fmla="*/ 204478 w 213104"/>
                <a:gd name="connsiteY1" fmla="*/ 70631 h 75578"/>
                <a:gd name="connsiteX2" fmla="*/ 212785 w 213104"/>
                <a:gd name="connsiteY2" fmla="*/ 48926 h 75578"/>
                <a:gd name="connsiteX3" fmla="*/ 212785 w 213104"/>
                <a:gd name="connsiteY3" fmla="*/ 27220 h 75578"/>
                <a:gd name="connsiteX4" fmla="*/ 205117 w 213104"/>
                <a:gd name="connsiteY4" fmla="*/ 3599 h 75578"/>
                <a:gd name="connsiteX5" fmla="*/ 187864 w 213104"/>
                <a:gd name="connsiteY5" fmla="*/ 1046 h 75578"/>
                <a:gd name="connsiteX6" fmla="*/ 131633 w 213104"/>
                <a:gd name="connsiteY6" fmla="*/ 1046 h 75578"/>
                <a:gd name="connsiteX7" fmla="*/ 125243 w 213104"/>
                <a:gd name="connsiteY7" fmla="*/ 7430 h 75578"/>
                <a:gd name="connsiteX8" fmla="*/ 131633 w 213104"/>
                <a:gd name="connsiteY8" fmla="*/ 13814 h 75578"/>
                <a:gd name="connsiteX9" fmla="*/ 189142 w 213104"/>
                <a:gd name="connsiteY9" fmla="*/ 13814 h 75578"/>
                <a:gd name="connsiteX10" fmla="*/ 191059 w 213104"/>
                <a:gd name="connsiteY10" fmla="*/ 13175 h 75578"/>
                <a:gd name="connsiteX11" fmla="*/ 197449 w 213104"/>
                <a:gd name="connsiteY11" fmla="*/ 13814 h 75578"/>
                <a:gd name="connsiteX12" fmla="*/ 200644 w 213104"/>
                <a:gd name="connsiteY12" fmla="*/ 26582 h 75578"/>
                <a:gd name="connsiteX13" fmla="*/ 200644 w 213104"/>
                <a:gd name="connsiteY13" fmla="*/ 27220 h 75578"/>
                <a:gd name="connsiteX14" fmla="*/ 200644 w 213104"/>
                <a:gd name="connsiteY14" fmla="*/ 49564 h 75578"/>
                <a:gd name="connsiteX15" fmla="*/ 196810 w 213104"/>
                <a:gd name="connsiteY15" fmla="*/ 61055 h 75578"/>
                <a:gd name="connsiteX16" fmla="*/ 190420 w 213104"/>
                <a:gd name="connsiteY16" fmla="*/ 62332 h 75578"/>
                <a:gd name="connsiteX17" fmla="*/ 189142 w 213104"/>
                <a:gd name="connsiteY17" fmla="*/ 62332 h 75578"/>
                <a:gd name="connsiteX18" fmla="*/ 23004 w 213104"/>
                <a:gd name="connsiteY18" fmla="*/ 62332 h 75578"/>
                <a:gd name="connsiteX19" fmla="*/ 24282 w 213104"/>
                <a:gd name="connsiteY19" fmla="*/ 54033 h 75578"/>
                <a:gd name="connsiteX20" fmla="*/ 24282 w 213104"/>
                <a:gd name="connsiteY20" fmla="*/ 22113 h 75578"/>
                <a:gd name="connsiteX21" fmla="*/ 23004 w 213104"/>
                <a:gd name="connsiteY21" fmla="*/ 13814 h 75578"/>
                <a:gd name="connsiteX22" fmla="*/ 77957 w 213104"/>
                <a:gd name="connsiteY22" fmla="*/ 13814 h 75578"/>
                <a:gd name="connsiteX23" fmla="*/ 84347 w 213104"/>
                <a:gd name="connsiteY23" fmla="*/ 7430 h 75578"/>
                <a:gd name="connsiteX24" fmla="*/ 77957 w 213104"/>
                <a:gd name="connsiteY24" fmla="*/ 1046 h 75578"/>
                <a:gd name="connsiteX25" fmla="*/ 6390 w 213104"/>
                <a:gd name="connsiteY25" fmla="*/ 1046 h 75578"/>
                <a:gd name="connsiteX26" fmla="*/ 0 w 213104"/>
                <a:gd name="connsiteY26" fmla="*/ 7430 h 75578"/>
                <a:gd name="connsiteX27" fmla="*/ 6390 w 213104"/>
                <a:gd name="connsiteY27" fmla="*/ 13814 h 75578"/>
                <a:gd name="connsiteX28" fmla="*/ 10224 w 213104"/>
                <a:gd name="connsiteY28" fmla="*/ 13814 h 75578"/>
                <a:gd name="connsiteX29" fmla="*/ 12141 w 213104"/>
                <a:gd name="connsiteY29" fmla="*/ 24028 h 75578"/>
                <a:gd name="connsiteX30" fmla="*/ 12141 w 213104"/>
                <a:gd name="connsiteY30" fmla="*/ 52118 h 75578"/>
                <a:gd name="connsiteX31" fmla="*/ 10224 w 213104"/>
                <a:gd name="connsiteY31" fmla="*/ 62332 h 75578"/>
                <a:gd name="connsiteX32" fmla="*/ 6390 w 213104"/>
                <a:gd name="connsiteY32" fmla="*/ 62332 h 75578"/>
                <a:gd name="connsiteX33" fmla="*/ 0 w 213104"/>
                <a:gd name="connsiteY33" fmla="*/ 68716 h 75578"/>
                <a:gd name="connsiteX34" fmla="*/ 6390 w 213104"/>
                <a:gd name="connsiteY34" fmla="*/ 75100 h 75578"/>
                <a:gd name="connsiteX35" fmla="*/ 187864 w 213104"/>
                <a:gd name="connsiteY35" fmla="*/ 75100 h 75578"/>
                <a:gd name="connsiteX36" fmla="*/ 191698 w 213104"/>
                <a:gd name="connsiteY36" fmla="*/ 75100 h 75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3104" h="75578">
                  <a:moveTo>
                    <a:pt x="191698" y="75100"/>
                  </a:moveTo>
                  <a:cubicBezTo>
                    <a:pt x="196171" y="75100"/>
                    <a:pt x="200644" y="73823"/>
                    <a:pt x="204478" y="70631"/>
                  </a:cubicBezTo>
                  <a:cubicBezTo>
                    <a:pt x="210229" y="64886"/>
                    <a:pt x="213424" y="57225"/>
                    <a:pt x="212785" y="48926"/>
                  </a:cubicBezTo>
                  <a:lnTo>
                    <a:pt x="212785" y="27220"/>
                  </a:lnTo>
                  <a:cubicBezTo>
                    <a:pt x="214063" y="18283"/>
                    <a:pt x="211507" y="9345"/>
                    <a:pt x="205117" y="3599"/>
                  </a:cubicBezTo>
                  <a:cubicBezTo>
                    <a:pt x="200005" y="-231"/>
                    <a:pt x="193615" y="-869"/>
                    <a:pt x="187864" y="1046"/>
                  </a:cubicBezTo>
                  <a:lnTo>
                    <a:pt x="131633" y="1046"/>
                  </a:lnTo>
                  <a:cubicBezTo>
                    <a:pt x="127799" y="1046"/>
                    <a:pt x="125243" y="3599"/>
                    <a:pt x="125243" y="7430"/>
                  </a:cubicBezTo>
                  <a:cubicBezTo>
                    <a:pt x="125243" y="11260"/>
                    <a:pt x="127799" y="13814"/>
                    <a:pt x="131633" y="13814"/>
                  </a:cubicBezTo>
                  <a:lnTo>
                    <a:pt x="189142" y="13814"/>
                  </a:lnTo>
                  <a:cubicBezTo>
                    <a:pt x="189781" y="13814"/>
                    <a:pt x="190420" y="13814"/>
                    <a:pt x="191059" y="13175"/>
                  </a:cubicBezTo>
                  <a:cubicBezTo>
                    <a:pt x="194893" y="11899"/>
                    <a:pt x="196810" y="13175"/>
                    <a:pt x="197449" y="13814"/>
                  </a:cubicBezTo>
                  <a:cubicBezTo>
                    <a:pt x="200644" y="17006"/>
                    <a:pt x="201922" y="22113"/>
                    <a:pt x="200644" y="26582"/>
                  </a:cubicBezTo>
                  <a:cubicBezTo>
                    <a:pt x="200644" y="26582"/>
                    <a:pt x="200644" y="27220"/>
                    <a:pt x="200644" y="27220"/>
                  </a:cubicBezTo>
                  <a:lnTo>
                    <a:pt x="200644" y="49564"/>
                  </a:lnTo>
                  <a:cubicBezTo>
                    <a:pt x="201283" y="54033"/>
                    <a:pt x="200005" y="57863"/>
                    <a:pt x="196810" y="61055"/>
                  </a:cubicBezTo>
                  <a:cubicBezTo>
                    <a:pt x="194893" y="62332"/>
                    <a:pt x="192337" y="62970"/>
                    <a:pt x="190420" y="62332"/>
                  </a:cubicBezTo>
                  <a:cubicBezTo>
                    <a:pt x="189781" y="62332"/>
                    <a:pt x="189142" y="62332"/>
                    <a:pt x="189142" y="62332"/>
                  </a:cubicBezTo>
                  <a:lnTo>
                    <a:pt x="23004" y="62332"/>
                  </a:lnTo>
                  <a:lnTo>
                    <a:pt x="24282" y="54033"/>
                  </a:lnTo>
                  <a:cubicBezTo>
                    <a:pt x="26199" y="43180"/>
                    <a:pt x="26199" y="32966"/>
                    <a:pt x="24282" y="22113"/>
                  </a:cubicBezTo>
                  <a:lnTo>
                    <a:pt x="23004" y="13814"/>
                  </a:lnTo>
                  <a:lnTo>
                    <a:pt x="77957" y="13814"/>
                  </a:lnTo>
                  <a:cubicBezTo>
                    <a:pt x="81791" y="13814"/>
                    <a:pt x="84347" y="11260"/>
                    <a:pt x="84347" y="7430"/>
                  </a:cubicBezTo>
                  <a:cubicBezTo>
                    <a:pt x="84347" y="3599"/>
                    <a:pt x="81791" y="1046"/>
                    <a:pt x="77957" y="1046"/>
                  </a:cubicBezTo>
                  <a:lnTo>
                    <a:pt x="6390" y="1046"/>
                  </a:lnTo>
                  <a:cubicBezTo>
                    <a:pt x="2556" y="1046"/>
                    <a:pt x="0" y="3599"/>
                    <a:pt x="0" y="7430"/>
                  </a:cubicBezTo>
                  <a:cubicBezTo>
                    <a:pt x="0" y="11260"/>
                    <a:pt x="2556" y="13814"/>
                    <a:pt x="6390" y="13814"/>
                  </a:cubicBezTo>
                  <a:lnTo>
                    <a:pt x="10224" y="13814"/>
                  </a:lnTo>
                  <a:lnTo>
                    <a:pt x="12141" y="24028"/>
                  </a:lnTo>
                  <a:cubicBezTo>
                    <a:pt x="13419" y="32966"/>
                    <a:pt x="13419" y="42542"/>
                    <a:pt x="12141" y="52118"/>
                  </a:cubicBezTo>
                  <a:lnTo>
                    <a:pt x="10224" y="62332"/>
                  </a:lnTo>
                  <a:lnTo>
                    <a:pt x="6390" y="62332"/>
                  </a:lnTo>
                  <a:cubicBezTo>
                    <a:pt x="2556" y="62332"/>
                    <a:pt x="0" y="64886"/>
                    <a:pt x="0" y="68716"/>
                  </a:cubicBezTo>
                  <a:cubicBezTo>
                    <a:pt x="0" y="72546"/>
                    <a:pt x="2556" y="75100"/>
                    <a:pt x="6390" y="75100"/>
                  </a:cubicBezTo>
                  <a:lnTo>
                    <a:pt x="187864" y="75100"/>
                  </a:lnTo>
                  <a:cubicBezTo>
                    <a:pt x="189142" y="75738"/>
                    <a:pt x="190420" y="75738"/>
                    <a:pt x="191698" y="75100"/>
                  </a:cubicBezTo>
                </a:path>
              </a:pathLst>
            </a:custGeom>
            <a:solidFill>
              <a:srgbClr val="26890D"/>
            </a:solidFill>
            <a:ln w="6390" cap="flat">
              <a:noFill/>
              <a:prstDash val="solid"/>
              <a:miter/>
            </a:ln>
          </p:spPr>
          <p:txBody>
            <a:bodyPr rtlCol="0" anchor="ctr"/>
            <a:lstStyle/>
            <a:p>
              <a:endParaRPr lang="en-US"/>
            </a:p>
          </p:txBody>
        </p:sp>
        <p:sp>
          <p:nvSpPr>
            <p:cNvPr id="10" name="Graphic 4">
              <a:extLst>
                <a:ext uri="{FF2B5EF4-FFF2-40B4-BE49-F238E27FC236}">
                  <a16:creationId xmlns:a16="http://schemas.microsoft.com/office/drawing/2014/main" id="{A40401C6-6908-F245-9CB9-EDCBDF94DB7D}"/>
                </a:ext>
              </a:extLst>
            </p:cNvPr>
            <p:cNvSpPr/>
            <p:nvPr/>
          </p:nvSpPr>
          <p:spPr>
            <a:xfrm>
              <a:off x="1761386" y="1567331"/>
              <a:ext cx="15114" cy="39679"/>
            </a:xfrm>
            <a:custGeom>
              <a:avLst/>
              <a:gdLst>
                <a:gd name="connsiteX0" fmla="*/ 15016 w 15114"/>
                <a:gd name="connsiteY0" fmla="*/ 7759 h 39679"/>
                <a:gd name="connsiteX1" fmla="*/ 9904 w 15114"/>
                <a:gd name="connsiteY1" fmla="*/ 98 h 39679"/>
                <a:gd name="connsiteX2" fmla="*/ 9904 w 15114"/>
                <a:gd name="connsiteY2" fmla="*/ 98 h 39679"/>
                <a:gd name="connsiteX3" fmla="*/ 2236 w 15114"/>
                <a:gd name="connsiteY3" fmla="*/ 5206 h 39679"/>
                <a:gd name="connsiteX4" fmla="*/ 958 w 15114"/>
                <a:gd name="connsiteY4" fmla="*/ 10951 h 39679"/>
                <a:gd name="connsiteX5" fmla="*/ 958 w 15114"/>
                <a:gd name="connsiteY5" fmla="*/ 27550 h 39679"/>
                <a:gd name="connsiteX6" fmla="*/ 2236 w 15114"/>
                <a:gd name="connsiteY6" fmla="*/ 34572 h 39679"/>
                <a:gd name="connsiteX7" fmla="*/ 8626 w 15114"/>
                <a:gd name="connsiteY7" fmla="*/ 39679 h 39679"/>
                <a:gd name="connsiteX8" fmla="*/ 9904 w 15114"/>
                <a:gd name="connsiteY8" fmla="*/ 39679 h 39679"/>
                <a:gd name="connsiteX9" fmla="*/ 15016 w 15114"/>
                <a:gd name="connsiteY9" fmla="*/ 32018 h 39679"/>
                <a:gd name="connsiteX10" fmla="*/ 15016 w 15114"/>
                <a:gd name="connsiteY10" fmla="*/ 32018 h 39679"/>
                <a:gd name="connsiteX11" fmla="*/ 13738 w 15114"/>
                <a:gd name="connsiteY11" fmla="*/ 24996 h 39679"/>
                <a:gd name="connsiteX12" fmla="*/ 13738 w 15114"/>
                <a:gd name="connsiteY12" fmla="*/ 12866 h 39679"/>
                <a:gd name="connsiteX13" fmla="*/ 15016 w 15114"/>
                <a:gd name="connsiteY13" fmla="*/ 7759 h 39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114" h="39679">
                  <a:moveTo>
                    <a:pt x="15016" y="7759"/>
                  </a:moveTo>
                  <a:cubicBezTo>
                    <a:pt x="15655" y="4567"/>
                    <a:pt x="13099" y="737"/>
                    <a:pt x="9904" y="98"/>
                  </a:cubicBezTo>
                  <a:cubicBezTo>
                    <a:pt x="9904" y="98"/>
                    <a:pt x="9904" y="98"/>
                    <a:pt x="9904" y="98"/>
                  </a:cubicBezTo>
                  <a:cubicBezTo>
                    <a:pt x="6710" y="-540"/>
                    <a:pt x="2876" y="2014"/>
                    <a:pt x="2236" y="5206"/>
                  </a:cubicBezTo>
                  <a:lnTo>
                    <a:pt x="958" y="10951"/>
                  </a:lnTo>
                  <a:cubicBezTo>
                    <a:pt x="-319" y="16697"/>
                    <a:pt x="-319" y="21804"/>
                    <a:pt x="958" y="27550"/>
                  </a:cubicBezTo>
                  <a:lnTo>
                    <a:pt x="2236" y="34572"/>
                  </a:lnTo>
                  <a:cubicBezTo>
                    <a:pt x="2876" y="37764"/>
                    <a:pt x="5431" y="39679"/>
                    <a:pt x="8626" y="39679"/>
                  </a:cubicBezTo>
                  <a:lnTo>
                    <a:pt x="9904" y="39679"/>
                  </a:lnTo>
                  <a:cubicBezTo>
                    <a:pt x="13099" y="39041"/>
                    <a:pt x="15655" y="35849"/>
                    <a:pt x="15016" y="32018"/>
                  </a:cubicBezTo>
                  <a:cubicBezTo>
                    <a:pt x="15016" y="32018"/>
                    <a:pt x="15016" y="32018"/>
                    <a:pt x="15016" y="32018"/>
                  </a:cubicBezTo>
                  <a:lnTo>
                    <a:pt x="13738" y="24996"/>
                  </a:lnTo>
                  <a:cubicBezTo>
                    <a:pt x="13099" y="21166"/>
                    <a:pt x="13099" y="16697"/>
                    <a:pt x="13738" y="12866"/>
                  </a:cubicBezTo>
                  <a:lnTo>
                    <a:pt x="15016" y="7759"/>
                  </a:lnTo>
                  <a:close/>
                </a:path>
              </a:pathLst>
            </a:custGeom>
            <a:solidFill>
              <a:srgbClr val="26890D"/>
            </a:solidFill>
            <a:ln w="6390" cap="flat">
              <a:noFill/>
              <a:prstDash val="solid"/>
              <a:miter/>
            </a:ln>
          </p:spPr>
          <p:txBody>
            <a:bodyPr rtlCol="0" anchor="ctr"/>
            <a:lstStyle/>
            <a:p>
              <a:endParaRPr lang="en-US"/>
            </a:p>
          </p:txBody>
        </p:sp>
        <p:sp>
          <p:nvSpPr>
            <p:cNvPr id="11" name="Graphic 4">
              <a:extLst>
                <a:ext uri="{FF2B5EF4-FFF2-40B4-BE49-F238E27FC236}">
                  <a16:creationId xmlns:a16="http://schemas.microsoft.com/office/drawing/2014/main" id="{BA76DC8D-B92B-624E-ADC2-1EAF451707C3}"/>
                </a:ext>
              </a:extLst>
            </p:cNvPr>
            <p:cNvSpPr/>
            <p:nvPr/>
          </p:nvSpPr>
          <p:spPr>
            <a:xfrm>
              <a:off x="1621004" y="1646493"/>
              <a:ext cx="13381" cy="24996"/>
            </a:xfrm>
            <a:custGeom>
              <a:avLst/>
              <a:gdLst>
                <a:gd name="connsiteX0" fmla="*/ 12902 w 13381"/>
                <a:gd name="connsiteY0" fmla="*/ 5206 h 24996"/>
                <a:gd name="connsiteX1" fmla="*/ 5234 w 13381"/>
                <a:gd name="connsiteY1" fmla="*/ 98 h 24996"/>
                <a:gd name="connsiteX2" fmla="*/ 5234 w 13381"/>
                <a:gd name="connsiteY2" fmla="*/ 98 h 24996"/>
                <a:gd name="connsiteX3" fmla="*/ 122 w 13381"/>
                <a:gd name="connsiteY3" fmla="*/ 7759 h 24996"/>
                <a:gd name="connsiteX4" fmla="*/ 761 w 13381"/>
                <a:gd name="connsiteY4" fmla="*/ 10951 h 24996"/>
                <a:gd name="connsiteX5" fmla="*/ 761 w 13381"/>
                <a:gd name="connsiteY5" fmla="*/ 14782 h 24996"/>
                <a:gd name="connsiteX6" fmla="*/ 122 w 13381"/>
                <a:gd name="connsiteY6" fmla="*/ 17335 h 24996"/>
                <a:gd name="connsiteX7" fmla="*/ 4595 w 13381"/>
                <a:gd name="connsiteY7" fmla="*/ 24996 h 24996"/>
                <a:gd name="connsiteX8" fmla="*/ 4595 w 13381"/>
                <a:gd name="connsiteY8" fmla="*/ 24996 h 24996"/>
                <a:gd name="connsiteX9" fmla="*/ 5873 w 13381"/>
                <a:gd name="connsiteY9" fmla="*/ 24996 h 24996"/>
                <a:gd name="connsiteX10" fmla="*/ 12263 w 13381"/>
                <a:gd name="connsiteY10" fmla="*/ 19889 h 24996"/>
                <a:gd name="connsiteX11" fmla="*/ 12902 w 13381"/>
                <a:gd name="connsiteY11" fmla="*/ 17335 h 24996"/>
                <a:gd name="connsiteX12" fmla="*/ 12902 w 13381"/>
                <a:gd name="connsiteY12" fmla="*/ 8398 h 24996"/>
                <a:gd name="connsiteX13" fmla="*/ 12902 w 13381"/>
                <a:gd name="connsiteY13" fmla="*/ 5206 h 2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381" h="24996">
                  <a:moveTo>
                    <a:pt x="12902" y="5206"/>
                  </a:moveTo>
                  <a:cubicBezTo>
                    <a:pt x="12263" y="2014"/>
                    <a:pt x="9068" y="-540"/>
                    <a:pt x="5234" y="98"/>
                  </a:cubicBezTo>
                  <a:cubicBezTo>
                    <a:pt x="5234" y="98"/>
                    <a:pt x="5234" y="98"/>
                    <a:pt x="5234" y="98"/>
                  </a:cubicBezTo>
                  <a:cubicBezTo>
                    <a:pt x="2039" y="737"/>
                    <a:pt x="-517" y="4567"/>
                    <a:pt x="122" y="7759"/>
                  </a:cubicBezTo>
                  <a:lnTo>
                    <a:pt x="761" y="10951"/>
                  </a:lnTo>
                  <a:cubicBezTo>
                    <a:pt x="761" y="12228"/>
                    <a:pt x="761" y="13505"/>
                    <a:pt x="761" y="14782"/>
                  </a:cubicBezTo>
                  <a:lnTo>
                    <a:pt x="122" y="17335"/>
                  </a:lnTo>
                  <a:cubicBezTo>
                    <a:pt x="-517" y="20527"/>
                    <a:pt x="1400" y="24358"/>
                    <a:pt x="4595" y="24996"/>
                  </a:cubicBezTo>
                  <a:cubicBezTo>
                    <a:pt x="4595" y="24996"/>
                    <a:pt x="4595" y="24996"/>
                    <a:pt x="4595" y="24996"/>
                  </a:cubicBezTo>
                  <a:cubicBezTo>
                    <a:pt x="5234" y="24996"/>
                    <a:pt x="5234" y="24996"/>
                    <a:pt x="5873" y="24996"/>
                  </a:cubicBezTo>
                  <a:cubicBezTo>
                    <a:pt x="9068" y="24996"/>
                    <a:pt x="11624" y="23081"/>
                    <a:pt x="12263" y="19889"/>
                  </a:cubicBezTo>
                  <a:lnTo>
                    <a:pt x="12902" y="17335"/>
                  </a:lnTo>
                  <a:cubicBezTo>
                    <a:pt x="13541" y="14143"/>
                    <a:pt x="13541" y="10951"/>
                    <a:pt x="12902" y="8398"/>
                  </a:cubicBezTo>
                  <a:lnTo>
                    <a:pt x="12902" y="5206"/>
                  </a:lnTo>
                  <a:close/>
                </a:path>
              </a:pathLst>
            </a:custGeom>
            <a:solidFill>
              <a:srgbClr val="26890D"/>
            </a:solidFill>
            <a:ln w="6390" cap="flat">
              <a:noFill/>
              <a:prstDash val="solid"/>
              <a:miter/>
            </a:ln>
          </p:spPr>
          <p:txBody>
            <a:bodyPr rtlCol="0" anchor="ctr"/>
            <a:lstStyle/>
            <a:p>
              <a:endParaRPr lang="en-US"/>
            </a:p>
          </p:txBody>
        </p:sp>
        <p:sp>
          <p:nvSpPr>
            <p:cNvPr id="12" name="Graphic 4">
              <a:extLst>
                <a:ext uri="{FF2B5EF4-FFF2-40B4-BE49-F238E27FC236}">
                  <a16:creationId xmlns:a16="http://schemas.microsoft.com/office/drawing/2014/main" id="{33398AAF-013D-4D42-A971-362A8659DE5A}"/>
                </a:ext>
              </a:extLst>
            </p:cNvPr>
            <p:cNvSpPr/>
            <p:nvPr/>
          </p:nvSpPr>
          <p:spPr>
            <a:xfrm>
              <a:off x="1600823" y="1474135"/>
              <a:ext cx="159604" cy="72227"/>
            </a:xfrm>
            <a:custGeom>
              <a:avLst/>
              <a:gdLst>
                <a:gd name="connsiteX0" fmla="*/ 10080 w 159604"/>
                <a:gd name="connsiteY0" fmla="*/ 69674 h 72227"/>
                <a:gd name="connsiteX1" fmla="*/ 19026 w 159604"/>
                <a:gd name="connsiteY1" fmla="*/ 72227 h 72227"/>
                <a:gd name="connsiteX2" fmla="*/ 26694 w 159604"/>
                <a:gd name="connsiteY2" fmla="*/ 70312 h 72227"/>
                <a:gd name="connsiteX3" fmla="*/ 59282 w 159604"/>
                <a:gd name="connsiteY3" fmla="*/ 70951 h 72227"/>
                <a:gd name="connsiteX4" fmla="*/ 59282 w 159604"/>
                <a:gd name="connsiteY4" fmla="*/ 70951 h 72227"/>
                <a:gd name="connsiteX5" fmla="*/ 65672 w 159604"/>
                <a:gd name="connsiteY5" fmla="*/ 64567 h 72227"/>
                <a:gd name="connsiteX6" fmla="*/ 59282 w 159604"/>
                <a:gd name="connsiteY6" fmla="*/ 58183 h 72227"/>
                <a:gd name="connsiteX7" fmla="*/ 25416 w 159604"/>
                <a:gd name="connsiteY7" fmla="*/ 57544 h 72227"/>
                <a:gd name="connsiteX8" fmla="*/ 22221 w 159604"/>
                <a:gd name="connsiteY8" fmla="*/ 58183 h 72227"/>
                <a:gd name="connsiteX9" fmla="*/ 17109 w 159604"/>
                <a:gd name="connsiteY9" fmla="*/ 58821 h 72227"/>
                <a:gd name="connsiteX10" fmla="*/ 13914 w 159604"/>
                <a:gd name="connsiteY10" fmla="*/ 46053 h 72227"/>
                <a:gd name="connsiteX11" fmla="*/ 13914 w 159604"/>
                <a:gd name="connsiteY11" fmla="*/ 26263 h 72227"/>
                <a:gd name="connsiteX12" fmla="*/ 18387 w 159604"/>
                <a:gd name="connsiteY12" fmla="*/ 14133 h 72227"/>
                <a:gd name="connsiteX13" fmla="*/ 22221 w 159604"/>
                <a:gd name="connsiteY13" fmla="*/ 14133 h 72227"/>
                <a:gd name="connsiteX14" fmla="*/ 24777 w 159604"/>
                <a:gd name="connsiteY14" fmla="*/ 14772 h 72227"/>
                <a:gd name="connsiteX15" fmla="*/ 140435 w 159604"/>
                <a:gd name="connsiteY15" fmla="*/ 16687 h 72227"/>
                <a:gd name="connsiteX16" fmla="*/ 139157 w 159604"/>
                <a:gd name="connsiteY16" fmla="*/ 23071 h 72227"/>
                <a:gd name="connsiteX17" fmla="*/ 138518 w 159604"/>
                <a:gd name="connsiteY17" fmla="*/ 52437 h 72227"/>
                <a:gd name="connsiteX18" fmla="*/ 139796 w 159604"/>
                <a:gd name="connsiteY18" fmla="*/ 58821 h 72227"/>
                <a:gd name="connsiteX19" fmla="*/ 111041 w 159604"/>
                <a:gd name="connsiteY19" fmla="*/ 58183 h 72227"/>
                <a:gd name="connsiteX20" fmla="*/ 104651 w 159604"/>
                <a:gd name="connsiteY20" fmla="*/ 64567 h 72227"/>
                <a:gd name="connsiteX21" fmla="*/ 111041 w 159604"/>
                <a:gd name="connsiteY21" fmla="*/ 70951 h 72227"/>
                <a:gd name="connsiteX22" fmla="*/ 151937 w 159604"/>
                <a:gd name="connsiteY22" fmla="*/ 71589 h 72227"/>
                <a:gd name="connsiteX23" fmla="*/ 151937 w 159604"/>
                <a:gd name="connsiteY23" fmla="*/ 71589 h 72227"/>
                <a:gd name="connsiteX24" fmla="*/ 158327 w 159604"/>
                <a:gd name="connsiteY24" fmla="*/ 65205 h 72227"/>
                <a:gd name="connsiteX25" fmla="*/ 151937 w 159604"/>
                <a:gd name="connsiteY25" fmla="*/ 58821 h 72227"/>
                <a:gd name="connsiteX26" fmla="*/ 150659 w 159604"/>
                <a:gd name="connsiteY26" fmla="*/ 49883 h 72227"/>
                <a:gd name="connsiteX27" fmla="*/ 151298 w 159604"/>
                <a:gd name="connsiteY27" fmla="*/ 24986 h 72227"/>
                <a:gd name="connsiteX28" fmla="*/ 153215 w 159604"/>
                <a:gd name="connsiteY28" fmla="*/ 16048 h 72227"/>
                <a:gd name="connsiteX29" fmla="*/ 159605 w 159604"/>
                <a:gd name="connsiteY29" fmla="*/ 9664 h 72227"/>
                <a:gd name="connsiteX30" fmla="*/ 153215 w 159604"/>
                <a:gd name="connsiteY30" fmla="*/ 3280 h 72227"/>
                <a:gd name="connsiteX31" fmla="*/ 26694 w 159604"/>
                <a:gd name="connsiteY31" fmla="*/ 1365 h 72227"/>
                <a:gd name="connsiteX32" fmla="*/ 11358 w 159604"/>
                <a:gd name="connsiteY32" fmla="*/ 2004 h 72227"/>
                <a:gd name="connsiteX33" fmla="*/ 495 w 159604"/>
                <a:gd name="connsiteY33" fmla="*/ 24986 h 72227"/>
                <a:gd name="connsiteX34" fmla="*/ 495 w 159604"/>
                <a:gd name="connsiteY34" fmla="*/ 44138 h 72227"/>
                <a:gd name="connsiteX35" fmla="*/ 8802 w 159604"/>
                <a:gd name="connsiteY35" fmla="*/ 67759 h 72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59604" h="72227">
                  <a:moveTo>
                    <a:pt x="10080" y="69674"/>
                  </a:moveTo>
                  <a:cubicBezTo>
                    <a:pt x="12636" y="71589"/>
                    <a:pt x="15831" y="72227"/>
                    <a:pt x="19026" y="72227"/>
                  </a:cubicBezTo>
                  <a:cubicBezTo>
                    <a:pt x="21582" y="72227"/>
                    <a:pt x="24138" y="71589"/>
                    <a:pt x="26694" y="70312"/>
                  </a:cubicBezTo>
                  <a:lnTo>
                    <a:pt x="59282" y="70951"/>
                  </a:lnTo>
                  <a:lnTo>
                    <a:pt x="59282" y="70951"/>
                  </a:lnTo>
                  <a:cubicBezTo>
                    <a:pt x="63116" y="70951"/>
                    <a:pt x="65672" y="68397"/>
                    <a:pt x="65672" y="64567"/>
                  </a:cubicBezTo>
                  <a:cubicBezTo>
                    <a:pt x="65672" y="60736"/>
                    <a:pt x="63116" y="58183"/>
                    <a:pt x="59282" y="58183"/>
                  </a:cubicBezTo>
                  <a:lnTo>
                    <a:pt x="25416" y="57544"/>
                  </a:lnTo>
                  <a:cubicBezTo>
                    <a:pt x="24138" y="57544"/>
                    <a:pt x="23499" y="57544"/>
                    <a:pt x="22221" y="58183"/>
                  </a:cubicBezTo>
                  <a:cubicBezTo>
                    <a:pt x="19665" y="59459"/>
                    <a:pt x="18387" y="59459"/>
                    <a:pt x="17109" y="58821"/>
                  </a:cubicBezTo>
                  <a:cubicBezTo>
                    <a:pt x="15831" y="58183"/>
                    <a:pt x="13275" y="53075"/>
                    <a:pt x="13914" y="46053"/>
                  </a:cubicBezTo>
                  <a:lnTo>
                    <a:pt x="13914" y="26263"/>
                  </a:lnTo>
                  <a:cubicBezTo>
                    <a:pt x="13275" y="21794"/>
                    <a:pt x="15192" y="17325"/>
                    <a:pt x="18387" y="14133"/>
                  </a:cubicBezTo>
                  <a:cubicBezTo>
                    <a:pt x="19665" y="13495"/>
                    <a:pt x="20943" y="13495"/>
                    <a:pt x="22221" y="14133"/>
                  </a:cubicBezTo>
                  <a:cubicBezTo>
                    <a:pt x="22860" y="14772"/>
                    <a:pt x="24138" y="14772"/>
                    <a:pt x="24777" y="14772"/>
                  </a:cubicBezTo>
                  <a:lnTo>
                    <a:pt x="140435" y="16687"/>
                  </a:lnTo>
                  <a:lnTo>
                    <a:pt x="139157" y="23071"/>
                  </a:lnTo>
                  <a:cubicBezTo>
                    <a:pt x="137240" y="32647"/>
                    <a:pt x="136601" y="42861"/>
                    <a:pt x="138518" y="52437"/>
                  </a:cubicBezTo>
                  <a:lnTo>
                    <a:pt x="139796" y="58821"/>
                  </a:lnTo>
                  <a:lnTo>
                    <a:pt x="111041" y="58183"/>
                  </a:lnTo>
                  <a:cubicBezTo>
                    <a:pt x="107207" y="58183"/>
                    <a:pt x="104651" y="60736"/>
                    <a:pt x="104651" y="64567"/>
                  </a:cubicBezTo>
                  <a:cubicBezTo>
                    <a:pt x="104651" y="68397"/>
                    <a:pt x="107207" y="70951"/>
                    <a:pt x="111041" y="70951"/>
                  </a:cubicBezTo>
                  <a:lnTo>
                    <a:pt x="151937" y="71589"/>
                  </a:lnTo>
                  <a:lnTo>
                    <a:pt x="151937" y="71589"/>
                  </a:lnTo>
                  <a:cubicBezTo>
                    <a:pt x="155771" y="71589"/>
                    <a:pt x="158327" y="69035"/>
                    <a:pt x="158327" y="65205"/>
                  </a:cubicBezTo>
                  <a:cubicBezTo>
                    <a:pt x="158327" y="61375"/>
                    <a:pt x="155771" y="58821"/>
                    <a:pt x="151937" y="58821"/>
                  </a:cubicBezTo>
                  <a:lnTo>
                    <a:pt x="150659" y="49883"/>
                  </a:lnTo>
                  <a:cubicBezTo>
                    <a:pt x="149381" y="41584"/>
                    <a:pt x="149381" y="33285"/>
                    <a:pt x="151298" y="24986"/>
                  </a:cubicBezTo>
                  <a:lnTo>
                    <a:pt x="153215" y="16048"/>
                  </a:lnTo>
                  <a:cubicBezTo>
                    <a:pt x="157049" y="16048"/>
                    <a:pt x="159605" y="12856"/>
                    <a:pt x="159605" y="9664"/>
                  </a:cubicBezTo>
                  <a:cubicBezTo>
                    <a:pt x="159605" y="5834"/>
                    <a:pt x="156410" y="3280"/>
                    <a:pt x="153215" y="3280"/>
                  </a:cubicBezTo>
                  <a:lnTo>
                    <a:pt x="26694" y="1365"/>
                  </a:lnTo>
                  <a:cubicBezTo>
                    <a:pt x="21582" y="-550"/>
                    <a:pt x="16470" y="-550"/>
                    <a:pt x="11358" y="2004"/>
                  </a:cubicBezTo>
                  <a:cubicBezTo>
                    <a:pt x="4329" y="7111"/>
                    <a:pt x="-144" y="16048"/>
                    <a:pt x="495" y="24986"/>
                  </a:cubicBezTo>
                  <a:lnTo>
                    <a:pt x="495" y="44138"/>
                  </a:lnTo>
                  <a:cubicBezTo>
                    <a:pt x="-1422" y="53075"/>
                    <a:pt x="2412" y="62013"/>
                    <a:pt x="8802" y="67759"/>
                  </a:cubicBezTo>
                </a:path>
              </a:pathLst>
            </a:custGeom>
            <a:solidFill>
              <a:srgbClr val="26890D"/>
            </a:solidFill>
            <a:ln w="6390" cap="flat">
              <a:noFill/>
              <a:prstDash val="solid"/>
              <a:miter/>
            </a:ln>
          </p:spPr>
          <p:txBody>
            <a:bodyPr rtlCol="0" anchor="ctr"/>
            <a:lstStyle/>
            <a:p>
              <a:endParaRPr lang="en-US"/>
            </a:p>
          </p:txBody>
        </p:sp>
        <p:sp>
          <p:nvSpPr>
            <p:cNvPr id="13" name="Graphic 4">
              <a:extLst>
                <a:ext uri="{FF2B5EF4-FFF2-40B4-BE49-F238E27FC236}">
                  <a16:creationId xmlns:a16="http://schemas.microsoft.com/office/drawing/2014/main" id="{EEF31E4F-97DD-E245-8E6E-F4650A12795D}"/>
                </a:ext>
              </a:extLst>
            </p:cNvPr>
            <p:cNvSpPr/>
            <p:nvPr/>
          </p:nvSpPr>
          <p:spPr>
            <a:xfrm>
              <a:off x="1622283" y="1494531"/>
              <a:ext cx="14658" cy="32679"/>
            </a:xfrm>
            <a:custGeom>
              <a:avLst/>
              <a:gdLst>
                <a:gd name="connsiteX0" fmla="*/ 121 w 14658"/>
                <a:gd name="connsiteY0" fmla="*/ 25018 h 32679"/>
                <a:gd name="connsiteX1" fmla="*/ 5233 w 14658"/>
                <a:gd name="connsiteY1" fmla="*/ 32679 h 32679"/>
                <a:gd name="connsiteX2" fmla="*/ 6511 w 14658"/>
                <a:gd name="connsiteY2" fmla="*/ 32679 h 32679"/>
                <a:gd name="connsiteX3" fmla="*/ 12901 w 14658"/>
                <a:gd name="connsiteY3" fmla="*/ 27572 h 32679"/>
                <a:gd name="connsiteX4" fmla="*/ 14179 w 14658"/>
                <a:gd name="connsiteY4" fmla="*/ 23103 h 32679"/>
                <a:gd name="connsiteX5" fmla="*/ 14179 w 14658"/>
                <a:gd name="connsiteY5" fmla="*/ 10335 h 32679"/>
                <a:gd name="connsiteX6" fmla="*/ 13540 w 14658"/>
                <a:gd name="connsiteY6" fmla="*/ 5228 h 32679"/>
                <a:gd name="connsiteX7" fmla="*/ 5872 w 14658"/>
                <a:gd name="connsiteY7" fmla="*/ 121 h 32679"/>
                <a:gd name="connsiteX8" fmla="*/ 760 w 14658"/>
                <a:gd name="connsiteY8" fmla="*/ 7782 h 32679"/>
                <a:gd name="connsiteX9" fmla="*/ 1399 w 14658"/>
                <a:gd name="connsiteY9" fmla="*/ 12889 h 32679"/>
                <a:gd name="connsiteX10" fmla="*/ 1399 w 14658"/>
                <a:gd name="connsiteY10" fmla="*/ 20550 h 32679"/>
                <a:gd name="connsiteX11" fmla="*/ 121 w 14658"/>
                <a:gd name="connsiteY11" fmla="*/ 25018 h 3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58" h="32679">
                  <a:moveTo>
                    <a:pt x="121" y="25018"/>
                  </a:moveTo>
                  <a:cubicBezTo>
                    <a:pt x="-518" y="28210"/>
                    <a:pt x="1399" y="32041"/>
                    <a:pt x="5233" y="32679"/>
                  </a:cubicBezTo>
                  <a:lnTo>
                    <a:pt x="6511" y="32679"/>
                  </a:lnTo>
                  <a:cubicBezTo>
                    <a:pt x="9706" y="32679"/>
                    <a:pt x="12262" y="30764"/>
                    <a:pt x="12901" y="27572"/>
                  </a:cubicBezTo>
                  <a:lnTo>
                    <a:pt x="14179" y="23103"/>
                  </a:lnTo>
                  <a:cubicBezTo>
                    <a:pt x="14818" y="18634"/>
                    <a:pt x="14818" y="14804"/>
                    <a:pt x="14179" y="10335"/>
                  </a:cubicBezTo>
                  <a:lnTo>
                    <a:pt x="13540" y="5228"/>
                  </a:lnTo>
                  <a:cubicBezTo>
                    <a:pt x="12901" y="1398"/>
                    <a:pt x="9706" y="-517"/>
                    <a:pt x="5872" y="121"/>
                  </a:cubicBezTo>
                  <a:cubicBezTo>
                    <a:pt x="2038" y="759"/>
                    <a:pt x="121" y="3951"/>
                    <a:pt x="760" y="7782"/>
                  </a:cubicBezTo>
                  <a:lnTo>
                    <a:pt x="1399" y="12889"/>
                  </a:lnTo>
                  <a:cubicBezTo>
                    <a:pt x="2038" y="15443"/>
                    <a:pt x="2038" y="17996"/>
                    <a:pt x="1399" y="20550"/>
                  </a:cubicBezTo>
                  <a:lnTo>
                    <a:pt x="121" y="25018"/>
                  </a:lnTo>
                  <a:close/>
                </a:path>
              </a:pathLst>
            </a:custGeom>
            <a:solidFill>
              <a:srgbClr val="26890D"/>
            </a:solidFill>
            <a:ln w="6390" cap="flat">
              <a:noFill/>
              <a:prstDash val="solid"/>
              <a:miter/>
            </a:ln>
          </p:spPr>
          <p:txBody>
            <a:bodyPr rtlCol="0" anchor="ctr"/>
            <a:lstStyle/>
            <a:p>
              <a:endParaRPr lang="en-US"/>
            </a:p>
          </p:txBody>
        </p:sp>
        <p:sp>
          <p:nvSpPr>
            <p:cNvPr id="14" name="Graphic 4">
              <a:extLst>
                <a:ext uri="{FF2B5EF4-FFF2-40B4-BE49-F238E27FC236}">
                  <a16:creationId xmlns:a16="http://schemas.microsoft.com/office/drawing/2014/main" id="{5268BE1E-AF1C-F641-BC8F-5D3FCC066BCB}"/>
                </a:ext>
              </a:extLst>
            </p:cNvPr>
            <p:cNvSpPr/>
            <p:nvPr/>
          </p:nvSpPr>
          <p:spPr>
            <a:xfrm>
              <a:off x="1656910" y="1516996"/>
              <a:ext cx="53036" cy="65755"/>
            </a:xfrm>
            <a:custGeom>
              <a:avLst/>
              <a:gdLst>
                <a:gd name="connsiteX0" fmla="*/ 33228 w 53036"/>
                <a:gd name="connsiteY0" fmla="*/ 12768 h 65755"/>
                <a:gd name="connsiteX1" fmla="*/ 33228 w 53036"/>
                <a:gd name="connsiteY1" fmla="*/ 43411 h 65755"/>
                <a:gd name="connsiteX2" fmla="*/ 27477 w 53036"/>
                <a:gd name="connsiteY2" fmla="*/ 44049 h 65755"/>
                <a:gd name="connsiteX3" fmla="*/ 27477 w 53036"/>
                <a:gd name="connsiteY3" fmla="*/ 12768 h 65755"/>
                <a:gd name="connsiteX4" fmla="*/ 33228 w 53036"/>
                <a:gd name="connsiteY4" fmla="*/ 12768 h 65755"/>
                <a:gd name="connsiteX5" fmla="*/ 18531 w 53036"/>
                <a:gd name="connsiteY5" fmla="*/ 65117 h 65755"/>
                <a:gd name="connsiteX6" fmla="*/ 21087 w 53036"/>
                <a:gd name="connsiteY6" fmla="*/ 65755 h 65755"/>
                <a:gd name="connsiteX7" fmla="*/ 25560 w 53036"/>
                <a:gd name="connsiteY7" fmla="*/ 63840 h 65755"/>
                <a:gd name="connsiteX8" fmla="*/ 30672 w 53036"/>
                <a:gd name="connsiteY8" fmla="*/ 58733 h 65755"/>
                <a:gd name="connsiteX9" fmla="*/ 35145 w 53036"/>
                <a:gd name="connsiteY9" fmla="*/ 62563 h 65755"/>
                <a:gd name="connsiteX10" fmla="*/ 42174 w 53036"/>
                <a:gd name="connsiteY10" fmla="*/ 63840 h 65755"/>
                <a:gd name="connsiteX11" fmla="*/ 46008 w 53036"/>
                <a:gd name="connsiteY11" fmla="*/ 58094 h 65755"/>
                <a:gd name="connsiteX12" fmla="*/ 46008 w 53036"/>
                <a:gd name="connsiteY12" fmla="*/ 12768 h 65755"/>
                <a:gd name="connsiteX13" fmla="*/ 46647 w 53036"/>
                <a:gd name="connsiteY13" fmla="*/ 12768 h 65755"/>
                <a:gd name="connsiteX14" fmla="*/ 53037 w 53036"/>
                <a:gd name="connsiteY14" fmla="*/ 6384 h 65755"/>
                <a:gd name="connsiteX15" fmla="*/ 46647 w 53036"/>
                <a:gd name="connsiteY15" fmla="*/ 0 h 65755"/>
                <a:gd name="connsiteX16" fmla="*/ 6390 w 53036"/>
                <a:gd name="connsiteY16" fmla="*/ 0 h 65755"/>
                <a:gd name="connsiteX17" fmla="*/ 0 w 53036"/>
                <a:gd name="connsiteY17" fmla="*/ 6384 h 65755"/>
                <a:gd name="connsiteX18" fmla="*/ 6390 w 53036"/>
                <a:gd name="connsiteY18" fmla="*/ 12768 h 65755"/>
                <a:gd name="connsiteX19" fmla="*/ 14697 w 53036"/>
                <a:gd name="connsiteY19" fmla="*/ 12768 h 65755"/>
                <a:gd name="connsiteX20" fmla="*/ 14697 w 53036"/>
                <a:gd name="connsiteY20" fmla="*/ 59371 h 65755"/>
                <a:gd name="connsiteX21" fmla="*/ 18531 w 53036"/>
                <a:gd name="connsiteY21" fmla="*/ 65117 h 65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036" h="65755">
                  <a:moveTo>
                    <a:pt x="33228" y="12768"/>
                  </a:moveTo>
                  <a:lnTo>
                    <a:pt x="33228" y="43411"/>
                  </a:lnTo>
                  <a:cubicBezTo>
                    <a:pt x="31311" y="42773"/>
                    <a:pt x="29394" y="42773"/>
                    <a:pt x="27477" y="44049"/>
                  </a:cubicBezTo>
                  <a:lnTo>
                    <a:pt x="27477" y="12768"/>
                  </a:lnTo>
                  <a:lnTo>
                    <a:pt x="33228" y="12768"/>
                  </a:lnTo>
                  <a:close/>
                  <a:moveTo>
                    <a:pt x="18531" y="65117"/>
                  </a:moveTo>
                  <a:cubicBezTo>
                    <a:pt x="19170" y="65755"/>
                    <a:pt x="20448" y="65755"/>
                    <a:pt x="21087" y="65755"/>
                  </a:cubicBezTo>
                  <a:cubicBezTo>
                    <a:pt x="23004" y="65755"/>
                    <a:pt x="24282" y="65117"/>
                    <a:pt x="25560" y="63840"/>
                  </a:cubicBezTo>
                  <a:lnTo>
                    <a:pt x="30672" y="58733"/>
                  </a:lnTo>
                  <a:lnTo>
                    <a:pt x="35145" y="62563"/>
                  </a:lnTo>
                  <a:cubicBezTo>
                    <a:pt x="37062" y="64478"/>
                    <a:pt x="39618" y="65117"/>
                    <a:pt x="42174" y="63840"/>
                  </a:cubicBezTo>
                  <a:cubicBezTo>
                    <a:pt x="44730" y="62563"/>
                    <a:pt x="46008" y="60648"/>
                    <a:pt x="46008" y="58094"/>
                  </a:cubicBezTo>
                  <a:lnTo>
                    <a:pt x="46008" y="12768"/>
                  </a:lnTo>
                  <a:lnTo>
                    <a:pt x="46647" y="12768"/>
                  </a:lnTo>
                  <a:cubicBezTo>
                    <a:pt x="50481" y="12768"/>
                    <a:pt x="53037" y="10214"/>
                    <a:pt x="53037" y="6384"/>
                  </a:cubicBezTo>
                  <a:cubicBezTo>
                    <a:pt x="53037" y="2554"/>
                    <a:pt x="50481" y="0"/>
                    <a:pt x="46647" y="0"/>
                  </a:cubicBezTo>
                  <a:lnTo>
                    <a:pt x="6390" y="0"/>
                  </a:lnTo>
                  <a:cubicBezTo>
                    <a:pt x="2556" y="0"/>
                    <a:pt x="0" y="2554"/>
                    <a:pt x="0" y="6384"/>
                  </a:cubicBezTo>
                  <a:cubicBezTo>
                    <a:pt x="0" y="10214"/>
                    <a:pt x="2556" y="12768"/>
                    <a:pt x="6390" y="12768"/>
                  </a:cubicBezTo>
                  <a:lnTo>
                    <a:pt x="14697" y="12768"/>
                  </a:lnTo>
                  <a:lnTo>
                    <a:pt x="14697" y="59371"/>
                  </a:lnTo>
                  <a:cubicBezTo>
                    <a:pt x="14697" y="61925"/>
                    <a:pt x="16614" y="63840"/>
                    <a:pt x="18531" y="65117"/>
                  </a:cubicBezTo>
                </a:path>
              </a:pathLst>
            </a:custGeom>
            <a:solidFill>
              <a:srgbClr val="26890D"/>
            </a:solidFill>
            <a:ln w="6390" cap="flat">
              <a:noFill/>
              <a:prstDash val="solid"/>
              <a:miter/>
            </a:ln>
          </p:spPr>
          <p:txBody>
            <a:bodyPr rtlCol="0" anchor="ctr"/>
            <a:lstStyle/>
            <a:p>
              <a:endParaRPr lang="en-US"/>
            </a:p>
          </p:txBody>
        </p:sp>
      </p:grpSp>
      <p:grpSp>
        <p:nvGrpSpPr>
          <p:cNvPr id="15" name="Graphic 4">
            <a:extLst>
              <a:ext uri="{FF2B5EF4-FFF2-40B4-BE49-F238E27FC236}">
                <a16:creationId xmlns:a16="http://schemas.microsoft.com/office/drawing/2014/main" id="{040473FF-527B-0040-A47D-2D46D547D0A1}"/>
              </a:ext>
            </a:extLst>
          </p:cNvPr>
          <p:cNvGrpSpPr>
            <a:grpSpLocks noChangeAspect="1"/>
          </p:cNvGrpSpPr>
          <p:nvPr/>
        </p:nvGrpSpPr>
        <p:grpSpPr>
          <a:xfrm>
            <a:off x="1514415" y="2371173"/>
            <a:ext cx="362309" cy="361971"/>
            <a:chOff x="1514415" y="2371173"/>
            <a:chExt cx="362309" cy="361971"/>
          </a:xfrm>
          <a:solidFill>
            <a:srgbClr val="26890D"/>
          </a:solidFill>
        </p:grpSpPr>
        <p:sp>
          <p:nvSpPr>
            <p:cNvPr id="16" name="Graphic 4">
              <a:extLst>
                <a:ext uri="{FF2B5EF4-FFF2-40B4-BE49-F238E27FC236}">
                  <a16:creationId xmlns:a16="http://schemas.microsoft.com/office/drawing/2014/main" id="{5D94E7F5-2589-3B43-9E3E-7F36C7E75A39}"/>
                </a:ext>
              </a:extLst>
            </p:cNvPr>
            <p:cNvSpPr/>
            <p:nvPr/>
          </p:nvSpPr>
          <p:spPr>
            <a:xfrm>
              <a:off x="1514415" y="2371173"/>
              <a:ext cx="362309" cy="361971"/>
            </a:xfrm>
            <a:custGeom>
              <a:avLst/>
              <a:gdLst>
                <a:gd name="connsiteX0" fmla="*/ 181474 w 362309"/>
                <a:gd name="connsiteY0" fmla="*/ 349204 h 361971"/>
                <a:gd name="connsiteX1" fmla="*/ 12780 w 362309"/>
                <a:gd name="connsiteY1" fmla="*/ 181305 h 361971"/>
                <a:gd name="connsiteX2" fmla="*/ 180835 w 362309"/>
                <a:gd name="connsiteY2" fmla="*/ 12768 h 361971"/>
                <a:gd name="connsiteX3" fmla="*/ 349530 w 362309"/>
                <a:gd name="connsiteY3" fmla="*/ 180667 h 361971"/>
                <a:gd name="connsiteX4" fmla="*/ 349530 w 362309"/>
                <a:gd name="connsiteY4" fmla="*/ 180667 h 361971"/>
                <a:gd name="connsiteX5" fmla="*/ 181474 w 362309"/>
                <a:gd name="connsiteY5" fmla="*/ 349204 h 361971"/>
                <a:gd name="connsiteX6" fmla="*/ 181474 w 362309"/>
                <a:gd name="connsiteY6" fmla="*/ 0 h 361971"/>
                <a:gd name="connsiteX7" fmla="*/ 0 w 362309"/>
                <a:gd name="connsiteY7" fmla="*/ 180667 h 361971"/>
                <a:gd name="connsiteX8" fmla="*/ 180835 w 362309"/>
                <a:gd name="connsiteY8" fmla="*/ 361972 h 361971"/>
                <a:gd name="connsiteX9" fmla="*/ 362310 w 362309"/>
                <a:gd name="connsiteY9" fmla="*/ 181305 h 361971"/>
                <a:gd name="connsiteX10" fmla="*/ 362310 w 362309"/>
                <a:gd name="connsiteY10" fmla="*/ 181305 h 361971"/>
                <a:gd name="connsiteX11" fmla="*/ 181474 w 362309"/>
                <a:gd name="connsiteY11"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cubicBezTo>
                    <a:pt x="349530" y="180667"/>
                    <a:pt x="349530" y="180667"/>
                    <a:pt x="349530" y="180667"/>
                  </a:cubicBezTo>
                  <a:cubicBezTo>
                    <a:pt x="349530" y="273873"/>
                    <a:pt x="274128" y="349204"/>
                    <a:pt x="181474" y="349204"/>
                  </a:cubicBezTo>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path>
              </a:pathLst>
            </a:custGeom>
            <a:solidFill>
              <a:srgbClr val="26890D"/>
            </a:solidFill>
            <a:ln w="6390" cap="flat">
              <a:noFill/>
              <a:prstDash val="solid"/>
              <a:miter/>
            </a:ln>
          </p:spPr>
          <p:txBody>
            <a:bodyPr rtlCol="0" anchor="ctr"/>
            <a:lstStyle/>
            <a:p>
              <a:endParaRPr lang="en-US"/>
            </a:p>
          </p:txBody>
        </p:sp>
        <p:sp>
          <p:nvSpPr>
            <p:cNvPr id="17" name="Graphic 4">
              <a:extLst>
                <a:ext uri="{FF2B5EF4-FFF2-40B4-BE49-F238E27FC236}">
                  <a16:creationId xmlns:a16="http://schemas.microsoft.com/office/drawing/2014/main" id="{A6DEC35F-3E02-1748-A51E-772F3153D1A0}"/>
                </a:ext>
              </a:extLst>
            </p:cNvPr>
            <p:cNvSpPr/>
            <p:nvPr/>
          </p:nvSpPr>
          <p:spPr>
            <a:xfrm>
              <a:off x="1595284" y="2445866"/>
              <a:ext cx="200569" cy="226631"/>
            </a:xfrm>
            <a:custGeom>
              <a:avLst/>
              <a:gdLst>
                <a:gd name="connsiteX0" fmla="*/ 167699 w 200569"/>
                <a:gd name="connsiteY0" fmla="*/ 70862 h 226631"/>
                <a:gd name="connsiteX1" fmla="*/ 167699 w 200569"/>
                <a:gd name="connsiteY1" fmla="*/ 40219 h 226631"/>
                <a:gd name="connsiteX2" fmla="*/ 189424 w 200569"/>
                <a:gd name="connsiteY2" fmla="*/ 40219 h 226631"/>
                <a:gd name="connsiteX3" fmla="*/ 167699 w 200569"/>
                <a:gd name="connsiteY3" fmla="*/ 70862 h 226631"/>
                <a:gd name="connsiteX4" fmla="*/ 101243 w 200569"/>
                <a:gd name="connsiteY4" fmla="*/ 129595 h 226631"/>
                <a:gd name="connsiteX5" fmla="*/ 49485 w 200569"/>
                <a:gd name="connsiteY5" fmla="*/ 88099 h 226631"/>
                <a:gd name="connsiteX6" fmla="*/ 49485 w 200569"/>
                <a:gd name="connsiteY6" fmla="*/ 12130 h 226631"/>
                <a:gd name="connsiteX7" fmla="*/ 154919 w 200569"/>
                <a:gd name="connsiteY7" fmla="*/ 12130 h 226631"/>
                <a:gd name="connsiteX8" fmla="*/ 154919 w 200569"/>
                <a:gd name="connsiteY8" fmla="*/ 87461 h 226631"/>
                <a:gd name="connsiteX9" fmla="*/ 101243 w 200569"/>
                <a:gd name="connsiteY9" fmla="*/ 129595 h 226631"/>
                <a:gd name="connsiteX10" fmla="*/ 130637 w 200569"/>
                <a:gd name="connsiteY10" fmla="*/ 199180 h 226631"/>
                <a:gd name="connsiteX11" fmla="*/ 138305 w 200569"/>
                <a:gd name="connsiteY11" fmla="*/ 202372 h 226631"/>
                <a:gd name="connsiteX12" fmla="*/ 142139 w 200569"/>
                <a:gd name="connsiteY12" fmla="*/ 213225 h 226631"/>
                <a:gd name="connsiteX13" fmla="*/ 62265 w 200569"/>
                <a:gd name="connsiteY13" fmla="*/ 213225 h 226631"/>
                <a:gd name="connsiteX14" fmla="*/ 73128 w 200569"/>
                <a:gd name="connsiteY14" fmla="*/ 199180 h 226631"/>
                <a:gd name="connsiteX15" fmla="*/ 130637 w 200569"/>
                <a:gd name="connsiteY15" fmla="*/ 199180 h 226631"/>
                <a:gd name="connsiteX16" fmla="*/ 11784 w 200569"/>
                <a:gd name="connsiteY16" fmla="*/ 38942 h 226631"/>
                <a:gd name="connsiteX17" fmla="*/ 34788 w 200569"/>
                <a:gd name="connsiteY17" fmla="*/ 38942 h 226631"/>
                <a:gd name="connsiteX18" fmla="*/ 36705 w 200569"/>
                <a:gd name="connsiteY18" fmla="*/ 38942 h 226631"/>
                <a:gd name="connsiteX19" fmla="*/ 36705 w 200569"/>
                <a:gd name="connsiteY19" fmla="*/ 71501 h 226631"/>
                <a:gd name="connsiteX20" fmla="*/ 11784 w 200569"/>
                <a:gd name="connsiteY20" fmla="*/ 38942 h 226631"/>
                <a:gd name="connsiteX21" fmla="*/ 194536 w 200569"/>
                <a:gd name="connsiteY21" fmla="*/ 27451 h 226631"/>
                <a:gd name="connsiteX22" fmla="*/ 167699 w 200569"/>
                <a:gd name="connsiteY22" fmla="*/ 27451 h 226631"/>
                <a:gd name="connsiteX23" fmla="*/ 167699 w 200569"/>
                <a:gd name="connsiteY23" fmla="*/ 6384 h 226631"/>
                <a:gd name="connsiteX24" fmla="*/ 161309 w 200569"/>
                <a:gd name="connsiteY24" fmla="*/ 0 h 226631"/>
                <a:gd name="connsiteX25" fmla="*/ 43734 w 200569"/>
                <a:gd name="connsiteY25" fmla="*/ 0 h 226631"/>
                <a:gd name="connsiteX26" fmla="*/ 37344 w 200569"/>
                <a:gd name="connsiteY26" fmla="*/ 6384 h 226631"/>
                <a:gd name="connsiteX27" fmla="*/ 37344 w 200569"/>
                <a:gd name="connsiteY27" fmla="*/ 26813 h 226631"/>
                <a:gd name="connsiteX28" fmla="*/ 35427 w 200569"/>
                <a:gd name="connsiteY28" fmla="*/ 26174 h 226631"/>
                <a:gd name="connsiteX29" fmla="*/ 7311 w 200569"/>
                <a:gd name="connsiteY29" fmla="*/ 26174 h 226631"/>
                <a:gd name="connsiteX30" fmla="*/ 1560 w 200569"/>
                <a:gd name="connsiteY30" fmla="*/ 30005 h 226631"/>
                <a:gd name="connsiteX31" fmla="*/ 32871 w 200569"/>
                <a:gd name="connsiteY31" fmla="*/ 82992 h 226631"/>
                <a:gd name="connsiteX32" fmla="*/ 35427 w 200569"/>
                <a:gd name="connsiteY32" fmla="*/ 83630 h 226631"/>
                <a:gd name="connsiteX33" fmla="*/ 37344 w 200569"/>
                <a:gd name="connsiteY33" fmla="*/ 83630 h 226631"/>
                <a:gd name="connsiteX34" fmla="*/ 37344 w 200569"/>
                <a:gd name="connsiteY34" fmla="*/ 88099 h 226631"/>
                <a:gd name="connsiteX35" fmla="*/ 95492 w 200569"/>
                <a:gd name="connsiteY35" fmla="*/ 142363 h 226631"/>
                <a:gd name="connsiteX36" fmla="*/ 95492 w 200569"/>
                <a:gd name="connsiteY36" fmla="*/ 186412 h 226631"/>
                <a:gd name="connsiteX37" fmla="*/ 72489 w 200569"/>
                <a:gd name="connsiteY37" fmla="*/ 187051 h 226631"/>
                <a:gd name="connsiteX38" fmla="*/ 56514 w 200569"/>
                <a:gd name="connsiteY38" fmla="*/ 194711 h 226631"/>
                <a:gd name="connsiteX39" fmla="*/ 48846 w 200569"/>
                <a:gd name="connsiteY39" fmla="*/ 220247 h 226631"/>
                <a:gd name="connsiteX40" fmla="*/ 55236 w 200569"/>
                <a:gd name="connsiteY40" fmla="*/ 226631 h 226631"/>
                <a:gd name="connsiteX41" fmla="*/ 147890 w 200569"/>
                <a:gd name="connsiteY41" fmla="*/ 226631 h 226631"/>
                <a:gd name="connsiteX42" fmla="*/ 154280 w 200569"/>
                <a:gd name="connsiteY42" fmla="*/ 220886 h 226631"/>
                <a:gd name="connsiteX43" fmla="*/ 147251 w 200569"/>
                <a:gd name="connsiteY43" fmla="*/ 194711 h 226631"/>
                <a:gd name="connsiteX44" fmla="*/ 130637 w 200569"/>
                <a:gd name="connsiteY44" fmla="*/ 187051 h 226631"/>
                <a:gd name="connsiteX45" fmla="*/ 106994 w 200569"/>
                <a:gd name="connsiteY45" fmla="*/ 186412 h 226631"/>
                <a:gd name="connsiteX46" fmla="*/ 106994 w 200569"/>
                <a:gd name="connsiteY46" fmla="*/ 142363 h 226631"/>
                <a:gd name="connsiteX47" fmla="*/ 166421 w 200569"/>
                <a:gd name="connsiteY47" fmla="*/ 88737 h 226631"/>
                <a:gd name="connsiteX48" fmla="*/ 166421 w 200569"/>
                <a:gd name="connsiteY48" fmla="*/ 84907 h 226631"/>
                <a:gd name="connsiteX49" fmla="*/ 167699 w 200569"/>
                <a:gd name="connsiteY49" fmla="*/ 84907 h 226631"/>
                <a:gd name="connsiteX50" fmla="*/ 199009 w 200569"/>
                <a:gd name="connsiteY50" fmla="*/ 31920 h 226631"/>
                <a:gd name="connsiteX51" fmla="*/ 193258 w 200569"/>
                <a:gd name="connsiteY51" fmla="*/ 28089 h 226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00569" h="226631">
                  <a:moveTo>
                    <a:pt x="167699" y="70862"/>
                  </a:moveTo>
                  <a:lnTo>
                    <a:pt x="167699" y="40219"/>
                  </a:lnTo>
                  <a:lnTo>
                    <a:pt x="189424" y="40219"/>
                  </a:lnTo>
                  <a:cubicBezTo>
                    <a:pt x="190063" y="45965"/>
                    <a:pt x="188147" y="60009"/>
                    <a:pt x="167699" y="70862"/>
                  </a:cubicBezTo>
                  <a:moveTo>
                    <a:pt x="101243" y="129595"/>
                  </a:moveTo>
                  <a:cubicBezTo>
                    <a:pt x="50124" y="129595"/>
                    <a:pt x="49485" y="90014"/>
                    <a:pt x="49485" y="88099"/>
                  </a:cubicBezTo>
                  <a:lnTo>
                    <a:pt x="49485" y="12130"/>
                  </a:lnTo>
                  <a:lnTo>
                    <a:pt x="154919" y="12130"/>
                  </a:lnTo>
                  <a:lnTo>
                    <a:pt x="154919" y="87461"/>
                  </a:lnTo>
                  <a:cubicBezTo>
                    <a:pt x="154919" y="89376"/>
                    <a:pt x="149807" y="129595"/>
                    <a:pt x="101243" y="129595"/>
                  </a:cubicBezTo>
                  <a:moveTo>
                    <a:pt x="130637" y="199180"/>
                  </a:moveTo>
                  <a:cubicBezTo>
                    <a:pt x="133193" y="199180"/>
                    <a:pt x="136388" y="200457"/>
                    <a:pt x="138305" y="202372"/>
                  </a:cubicBezTo>
                  <a:cubicBezTo>
                    <a:pt x="140861" y="205564"/>
                    <a:pt x="142139" y="209395"/>
                    <a:pt x="142139" y="213225"/>
                  </a:cubicBezTo>
                  <a:lnTo>
                    <a:pt x="62265" y="213225"/>
                  </a:lnTo>
                  <a:cubicBezTo>
                    <a:pt x="63543" y="200457"/>
                    <a:pt x="71211" y="199819"/>
                    <a:pt x="73128" y="199180"/>
                  </a:cubicBezTo>
                  <a:cubicBezTo>
                    <a:pt x="73128" y="199180"/>
                    <a:pt x="110828" y="197903"/>
                    <a:pt x="130637" y="199180"/>
                  </a:cubicBezTo>
                  <a:moveTo>
                    <a:pt x="11784" y="38942"/>
                  </a:moveTo>
                  <a:lnTo>
                    <a:pt x="34788" y="38942"/>
                  </a:lnTo>
                  <a:cubicBezTo>
                    <a:pt x="35427" y="38942"/>
                    <a:pt x="36066" y="38942"/>
                    <a:pt x="36705" y="38942"/>
                  </a:cubicBezTo>
                  <a:lnTo>
                    <a:pt x="36705" y="71501"/>
                  </a:lnTo>
                  <a:cubicBezTo>
                    <a:pt x="13062" y="60648"/>
                    <a:pt x="11145" y="45965"/>
                    <a:pt x="11784" y="38942"/>
                  </a:cubicBezTo>
                  <a:moveTo>
                    <a:pt x="194536" y="27451"/>
                  </a:moveTo>
                  <a:lnTo>
                    <a:pt x="167699" y="27451"/>
                  </a:lnTo>
                  <a:lnTo>
                    <a:pt x="167699" y="6384"/>
                  </a:lnTo>
                  <a:cubicBezTo>
                    <a:pt x="167699" y="2554"/>
                    <a:pt x="165143" y="0"/>
                    <a:pt x="161309" y="0"/>
                  </a:cubicBezTo>
                  <a:lnTo>
                    <a:pt x="43734" y="0"/>
                  </a:lnTo>
                  <a:cubicBezTo>
                    <a:pt x="39900" y="0"/>
                    <a:pt x="37344" y="2554"/>
                    <a:pt x="37344" y="6384"/>
                  </a:cubicBezTo>
                  <a:lnTo>
                    <a:pt x="37344" y="26813"/>
                  </a:lnTo>
                  <a:cubicBezTo>
                    <a:pt x="36705" y="26813"/>
                    <a:pt x="36066" y="26174"/>
                    <a:pt x="35427" y="26174"/>
                  </a:cubicBezTo>
                  <a:lnTo>
                    <a:pt x="7311" y="26174"/>
                  </a:lnTo>
                  <a:cubicBezTo>
                    <a:pt x="4755" y="26174"/>
                    <a:pt x="2199" y="28089"/>
                    <a:pt x="1560" y="30005"/>
                  </a:cubicBezTo>
                  <a:cubicBezTo>
                    <a:pt x="1560" y="30005"/>
                    <a:pt x="-10581" y="63201"/>
                    <a:pt x="32871" y="82992"/>
                  </a:cubicBezTo>
                  <a:cubicBezTo>
                    <a:pt x="33510" y="83630"/>
                    <a:pt x="34788" y="83630"/>
                    <a:pt x="35427" y="83630"/>
                  </a:cubicBezTo>
                  <a:cubicBezTo>
                    <a:pt x="36066" y="83630"/>
                    <a:pt x="36705" y="83630"/>
                    <a:pt x="37344" y="83630"/>
                  </a:cubicBezTo>
                  <a:lnTo>
                    <a:pt x="37344" y="88099"/>
                  </a:lnTo>
                  <a:cubicBezTo>
                    <a:pt x="37344" y="88737"/>
                    <a:pt x="37983" y="138533"/>
                    <a:pt x="95492" y="142363"/>
                  </a:cubicBezTo>
                  <a:lnTo>
                    <a:pt x="95492" y="186412"/>
                  </a:lnTo>
                  <a:cubicBezTo>
                    <a:pt x="83352" y="186412"/>
                    <a:pt x="73767" y="187051"/>
                    <a:pt x="72489" y="187051"/>
                  </a:cubicBezTo>
                  <a:cubicBezTo>
                    <a:pt x="66099" y="187689"/>
                    <a:pt x="60987" y="190243"/>
                    <a:pt x="56514" y="194711"/>
                  </a:cubicBezTo>
                  <a:cubicBezTo>
                    <a:pt x="50763" y="201734"/>
                    <a:pt x="48207" y="211310"/>
                    <a:pt x="48846" y="220247"/>
                  </a:cubicBezTo>
                  <a:cubicBezTo>
                    <a:pt x="48846" y="224078"/>
                    <a:pt x="51402" y="226631"/>
                    <a:pt x="55236" y="226631"/>
                  </a:cubicBezTo>
                  <a:lnTo>
                    <a:pt x="147890" y="226631"/>
                  </a:lnTo>
                  <a:cubicBezTo>
                    <a:pt x="151085" y="226631"/>
                    <a:pt x="154280" y="224078"/>
                    <a:pt x="154280" y="220886"/>
                  </a:cubicBezTo>
                  <a:cubicBezTo>
                    <a:pt x="154919" y="211948"/>
                    <a:pt x="153002" y="202372"/>
                    <a:pt x="147251" y="194711"/>
                  </a:cubicBezTo>
                  <a:cubicBezTo>
                    <a:pt x="142778" y="190243"/>
                    <a:pt x="137027" y="187051"/>
                    <a:pt x="130637" y="187051"/>
                  </a:cubicBezTo>
                  <a:cubicBezTo>
                    <a:pt x="124247" y="187051"/>
                    <a:pt x="115301" y="186412"/>
                    <a:pt x="106994" y="186412"/>
                  </a:cubicBezTo>
                  <a:lnTo>
                    <a:pt x="106994" y="142363"/>
                  </a:lnTo>
                  <a:cubicBezTo>
                    <a:pt x="137666" y="141724"/>
                    <a:pt x="162587" y="118742"/>
                    <a:pt x="166421" y="88737"/>
                  </a:cubicBezTo>
                  <a:lnTo>
                    <a:pt x="166421" y="84907"/>
                  </a:lnTo>
                  <a:cubicBezTo>
                    <a:pt x="167060" y="84907"/>
                    <a:pt x="167060" y="84907"/>
                    <a:pt x="167699" y="84907"/>
                  </a:cubicBezTo>
                  <a:cubicBezTo>
                    <a:pt x="211150" y="64478"/>
                    <a:pt x="199009" y="31920"/>
                    <a:pt x="199009" y="31920"/>
                  </a:cubicBezTo>
                  <a:cubicBezTo>
                    <a:pt x="197731" y="29366"/>
                    <a:pt x="195814" y="28089"/>
                    <a:pt x="193258" y="28089"/>
                  </a:cubicBezTo>
                </a:path>
              </a:pathLst>
            </a:custGeom>
            <a:solidFill>
              <a:srgbClr val="26890D"/>
            </a:solidFill>
            <a:ln w="6390" cap="flat">
              <a:noFill/>
              <a:prstDash val="solid"/>
              <a:miter/>
            </a:ln>
          </p:spPr>
          <p:txBody>
            <a:bodyPr rtlCol="0" anchor="ctr"/>
            <a:lstStyle/>
            <a:p>
              <a:endParaRPr lang="en-US"/>
            </a:p>
          </p:txBody>
        </p:sp>
        <p:sp>
          <p:nvSpPr>
            <p:cNvPr id="18" name="Graphic 4">
              <a:extLst>
                <a:ext uri="{FF2B5EF4-FFF2-40B4-BE49-F238E27FC236}">
                  <a16:creationId xmlns:a16="http://schemas.microsoft.com/office/drawing/2014/main" id="{B372CF2C-ED18-0643-A87B-69507EA9C397}"/>
                </a:ext>
              </a:extLst>
            </p:cNvPr>
            <p:cNvSpPr/>
            <p:nvPr/>
          </p:nvSpPr>
          <p:spPr>
            <a:xfrm>
              <a:off x="1654993" y="2468448"/>
              <a:ext cx="84183" cy="81636"/>
            </a:xfrm>
            <a:custGeom>
              <a:avLst/>
              <a:gdLst>
                <a:gd name="connsiteX0" fmla="*/ 50480 w 84183"/>
                <a:gd name="connsiteY0" fmla="*/ 50833 h 81636"/>
                <a:gd name="connsiteX1" fmla="*/ 53036 w 84183"/>
                <a:gd name="connsiteY1" fmla="*/ 58494 h 81636"/>
                <a:gd name="connsiteX2" fmla="*/ 46646 w 84183"/>
                <a:gd name="connsiteY2" fmla="*/ 54025 h 81636"/>
                <a:gd name="connsiteX3" fmla="*/ 42813 w 84183"/>
                <a:gd name="connsiteY3" fmla="*/ 52748 h 81636"/>
                <a:gd name="connsiteX4" fmla="*/ 38979 w 84183"/>
                <a:gd name="connsiteY4" fmla="*/ 54025 h 81636"/>
                <a:gd name="connsiteX5" fmla="*/ 32589 w 84183"/>
                <a:gd name="connsiteY5" fmla="*/ 58494 h 81636"/>
                <a:gd name="connsiteX6" fmla="*/ 35145 w 84183"/>
                <a:gd name="connsiteY6" fmla="*/ 50833 h 81636"/>
                <a:gd name="connsiteX7" fmla="*/ 32589 w 84183"/>
                <a:gd name="connsiteY7" fmla="*/ 43811 h 81636"/>
                <a:gd name="connsiteX8" fmla="*/ 26199 w 84183"/>
                <a:gd name="connsiteY8" fmla="*/ 39342 h 81636"/>
                <a:gd name="connsiteX9" fmla="*/ 34506 w 84183"/>
                <a:gd name="connsiteY9" fmla="*/ 39342 h 81636"/>
                <a:gd name="connsiteX10" fmla="*/ 40896 w 84183"/>
                <a:gd name="connsiteY10" fmla="*/ 34873 h 81636"/>
                <a:gd name="connsiteX11" fmla="*/ 43451 w 84183"/>
                <a:gd name="connsiteY11" fmla="*/ 27213 h 81636"/>
                <a:gd name="connsiteX12" fmla="*/ 46008 w 84183"/>
                <a:gd name="connsiteY12" fmla="*/ 34873 h 81636"/>
                <a:gd name="connsiteX13" fmla="*/ 52398 w 84183"/>
                <a:gd name="connsiteY13" fmla="*/ 39342 h 81636"/>
                <a:gd name="connsiteX14" fmla="*/ 60704 w 84183"/>
                <a:gd name="connsiteY14" fmla="*/ 39342 h 81636"/>
                <a:gd name="connsiteX15" fmla="*/ 54314 w 84183"/>
                <a:gd name="connsiteY15" fmla="*/ 43811 h 81636"/>
                <a:gd name="connsiteX16" fmla="*/ 51759 w 84183"/>
                <a:gd name="connsiteY16" fmla="*/ 50833 h 81636"/>
                <a:gd name="connsiteX17" fmla="*/ 79874 w 84183"/>
                <a:gd name="connsiteY17" fmla="*/ 25936 h 81636"/>
                <a:gd name="connsiteX18" fmla="*/ 56870 w 84183"/>
                <a:gd name="connsiteY18" fmla="*/ 25936 h 81636"/>
                <a:gd name="connsiteX19" fmla="*/ 49841 w 84183"/>
                <a:gd name="connsiteY19" fmla="*/ 4230 h 81636"/>
                <a:gd name="connsiteX20" fmla="*/ 41535 w 84183"/>
                <a:gd name="connsiteY20" fmla="*/ 400 h 81636"/>
                <a:gd name="connsiteX21" fmla="*/ 37701 w 84183"/>
                <a:gd name="connsiteY21" fmla="*/ 4230 h 81636"/>
                <a:gd name="connsiteX22" fmla="*/ 30672 w 84183"/>
                <a:gd name="connsiteY22" fmla="*/ 25936 h 81636"/>
                <a:gd name="connsiteX23" fmla="*/ 6390 w 84183"/>
                <a:gd name="connsiteY23" fmla="*/ 25936 h 81636"/>
                <a:gd name="connsiteX24" fmla="*/ 0 w 84183"/>
                <a:gd name="connsiteY24" fmla="*/ 32320 h 81636"/>
                <a:gd name="connsiteX25" fmla="*/ 2556 w 84183"/>
                <a:gd name="connsiteY25" fmla="*/ 37427 h 81636"/>
                <a:gd name="connsiteX26" fmla="*/ 21087 w 84183"/>
                <a:gd name="connsiteY26" fmla="*/ 50833 h 81636"/>
                <a:gd name="connsiteX27" fmla="*/ 14058 w 84183"/>
                <a:gd name="connsiteY27" fmla="*/ 72539 h 81636"/>
                <a:gd name="connsiteX28" fmla="*/ 17892 w 84183"/>
                <a:gd name="connsiteY28" fmla="*/ 80838 h 81636"/>
                <a:gd name="connsiteX29" fmla="*/ 23643 w 84183"/>
                <a:gd name="connsiteY29" fmla="*/ 80200 h 81636"/>
                <a:gd name="connsiteX30" fmla="*/ 42174 w 84183"/>
                <a:gd name="connsiteY30" fmla="*/ 66793 h 81636"/>
                <a:gd name="connsiteX31" fmla="*/ 60704 w 84183"/>
                <a:gd name="connsiteY31" fmla="*/ 80200 h 81636"/>
                <a:gd name="connsiteX32" fmla="*/ 68372 w 84183"/>
                <a:gd name="connsiteY32" fmla="*/ 80200 h 81636"/>
                <a:gd name="connsiteX33" fmla="*/ 70928 w 84183"/>
                <a:gd name="connsiteY33" fmla="*/ 73177 h 81636"/>
                <a:gd name="connsiteX34" fmla="*/ 63260 w 84183"/>
                <a:gd name="connsiteY34" fmla="*/ 50833 h 81636"/>
                <a:gd name="connsiteX35" fmla="*/ 81791 w 84183"/>
                <a:gd name="connsiteY35" fmla="*/ 37427 h 81636"/>
                <a:gd name="connsiteX36" fmla="*/ 83069 w 84183"/>
                <a:gd name="connsiteY36" fmla="*/ 28489 h 81636"/>
                <a:gd name="connsiteX37" fmla="*/ 77957 w 84183"/>
                <a:gd name="connsiteY37" fmla="*/ 25936 h 8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84183" h="81636">
                  <a:moveTo>
                    <a:pt x="50480" y="50833"/>
                  </a:moveTo>
                  <a:lnTo>
                    <a:pt x="53036" y="58494"/>
                  </a:lnTo>
                  <a:lnTo>
                    <a:pt x="46646" y="54025"/>
                  </a:lnTo>
                  <a:cubicBezTo>
                    <a:pt x="45369" y="53387"/>
                    <a:pt x="44091" y="52748"/>
                    <a:pt x="42813" y="52748"/>
                  </a:cubicBezTo>
                  <a:cubicBezTo>
                    <a:pt x="41535" y="52748"/>
                    <a:pt x="40257" y="53387"/>
                    <a:pt x="38979" y="54025"/>
                  </a:cubicBezTo>
                  <a:lnTo>
                    <a:pt x="32589" y="58494"/>
                  </a:lnTo>
                  <a:lnTo>
                    <a:pt x="35145" y="50833"/>
                  </a:lnTo>
                  <a:cubicBezTo>
                    <a:pt x="35784" y="48280"/>
                    <a:pt x="35145" y="45088"/>
                    <a:pt x="32589" y="43811"/>
                  </a:cubicBezTo>
                  <a:lnTo>
                    <a:pt x="26199" y="39342"/>
                  </a:lnTo>
                  <a:lnTo>
                    <a:pt x="34506" y="39342"/>
                  </a:lnTo>
                  <a:cubicBezTo>
                    <a:pt x="37062" y="39342"/>
                    <a:pt x="39618" y="37427"/>
                    <a:pt x="40896" y="34873"/>
                  </a:cubicBezTo>
                  <a:lnTo>
                    <a:pt x="43451" y="27213"/>
                  </a:lnTo>
                  <a:lnTo>
                    <a:pt x="46008" y="34873"/>
                  </a:lnTo>
                  <a:cubicBezTo>
                    <a:pt x="46646" y="37427"/>
                    <a:pt x="49203" y="39342"/>
                    <a:pt x="52398" y="39342"/>
                  </a:cubicBezTo>
                  <a:lnTo>
                    <a:pt x="60704" y="39342"/>
                  </a:lnTo>
                  <a:lnTo>
                    <a:pt x="54314" y="43811"/>
                  </a:lnTo>
                  <a:cubicBezTo>
                    <a:pt x="51759" y="45726"/>
                    <a:pt x="51119" y="48280"/>
                    <a:pt x="51759" y="50833"/>
                  </a:cubicBezTo>
                  <a:moveTo>
                    <a:pt x="79874" y="25936"/>
                  </a:moveTo>
                  <a:lnTo>
                    <a:pt x="56870" y="25936"/>
                  </a:lnTo>
                  <a:lnTo>
                    <a:pt x="49841" y="4230"/>
                  </a:lnTo>
                  <a:cubicBezTo>
                    <a:pt x="48564" y="1038"/>
                    <a:pt x="45369" y="-877"/>
                    <a:pt x="41535" y="400"/>
                  </a:cubicBezTo>
                  <a:cubicBezTo>
                    <a:pt x="39618" y="1038"/>
                    <a:pt x="38340" y="2315"/>
                    <a:pt x="37701" y="4230"/>
                  </a:cubicBezTo>
                  <a:lnTo>
                    <a:pt x="30672" y="25936"/>
                  </a:lnTo>
                  <a:lnTo>
                    <a:pt x="6390" y="25936"/>
                  </a:lnTo>
                  <a:cubicBezTo>
                    <a:pt x="2556" y="25936"/>
                    <a:pt x="0" y="28489"/>
                    <a:pt x="0" y="32320"/>
                  </a:cubicBezTo>
                  <a:cubicBezTo>
                    <a:pt x="0" y="34235"/>
                    <a:pt x="1278" y="36150"/>
                    <a:pt x="2556" y="37427"/>
                  </a:cubicBezTo>
                  <a:lnTo>
                    <a:pt x="21087" y="50833"/>
                  </a:lnTo>
                  <a:lnTo>
                    <a:pt x="14058" y="72539"/>
                  </a:lnTo>
                  <a:cubicBezTo>
                    <a:pt x="12780" y="75731"/>
                    <a:pt x="14697" y="79561"/>
                    <a:pt x="17892" y="80838"/>
                  </a:cubicBezTo>
                  <a:cubicBezTo>
                    <a:pt x="19809" y="81476"/>
                    <a:pt x="21726" y="80838"/>
                    <a:pt x="23643" y="80200"/>
                  </a:cubicBezTo>
                  <a:lnTo>
                    <a:pt x="42174" y="66793"/>
                  </a:lnTo>
                  <a:lnTo>
                    <a:pt x="60704" y="80200"/>
                  </a:lnTo>
                  <a:cubicBezTo>
                    <a:pt x="62621" y="82115"/>
                    <a:pt x="65816" y="82115"/>
                    <a:pt x="68372" y="80200"/>
                  </a:cubicBezTo>
                  <a:cubicBezTo>
                    <a:pt x="70928" y="78284"/>
                    <a:pt x="71567" y="75731"/>
                    <a:pt x="70928" y="73177"/>
                  </a:cubicBezTo>
                  <a:lnTo>
                    <a:pt x="63260" y="50833"/>
                  </a:lnTo>
                  <a:lnTo>
                    <a:pt x="81791" y="37427"/>
                  </a:lnTo>
                  <a:cubicBezTo>
                    <a:pt x="84347" y="35512"/>
                    <a:pt x="84986" y="31681"/>
                    <a:pt x="83069" y="28489"/>
                  </a:cubicBezTo>
                  <a:cubicBezTo>
                    <a:pt x="81791" y="26574"/>
                    <a:pt x="79874" y="25936"/>
                    <a:pt x="77957" y="25936"/>
                  </a:cubicBezTo>
                </a:path>
              </a:pathLst>
            </a:custGeom>
            <a:solidFill>
              <a:srgbClr val="26890D"/>
            </a:solidFill>
            <a:ln w="6390" cap="flat">
              <a:noFill/>
              <a:prstDash val="solid"/>
              <a:miter/>
            </a:ln>
          </p:spPr>
          <p:txBody>
            <a:bodyPr rtlCol="0" anchor="ctr"/>
            <a:lstStyle/>
            <a:p>
              <a:endParaRPr lang="en-US"/>
            </a:p>
          </p:txBody>
        </p:sp>
      </p:grpSp>
      <p:grpSp>
        <p:nvGrpSpPr>
          <p:cNvPr id="19" name="Graphic 4">
            <a:extLst>
              <a:ext uri="{FF2B5EF4-FFF2-40B4-BE49-F238E27FC236}">
                <a16:creationId xmlns:a16="http://schemas.microsoft.com/office/drawing/2014/main" id="{67F79B31-F63B-6747-AF95-8166EA0356BB}"/>
              </a:ext>
            </a:extLst>
          </p:cNvPr>
          <p:cNvGrpSpPr>
            <a:grpSpLocks noChangeAspect="1"/>
          </p:cNvGrpSpPr>
          <p:nvPr/>
        </p:nvGrpSpPr>
        <p:grpSpPr>
          <a:xfrm>
            <a:off x="1514415" y="1885990"/>
            <a:ext cx="362309" cy="361971"/>
            <a:chOff x="1514415" y="1885990"/>
            <a:chExt cx="362309" cy="361971"/>
          </a:xfrm>
          <a:solidFill>
            <a:srgbClr val="26890D"/>
          </a:solidFill>
        </p:grpSpPr>
        <p:sp>
          <p:nvSpPr>
            <p:cNvPr id="20" name="Graphic 4">
              <a:extLst>
                <a:ext uri="{FF2B5EF4-FFF2-40B4-BE49-F238E27FC236}">
                  <a16:creationId xmlns:a16="http://schemas.microsoft.com/office/drawing/2014/main" id="{8ABAC1A9-B05D-284F-B421-BDBF9FE21873}"/>
                </a:ext>
              </a:extLst>
            </p:cNvPr>
            <p:cNvSpPr/>
            <p:nvPr/>
          </p:nvSpPr>
          <p:spPr>
            <a:xfrm>
              <a:off x="1514415" y="1885990"/>
              <a:ext cx="362309" cy="361971"/>
            </a:xfrm>
            <a:custGeom>
              <a:avLst/>
              <a:gdLst>
                <a:gd name="connsiteX0" fmla="*/ 181474 w 362309"/>
                <a:gd name="connsiteY0" fmla="*/ 348565 h 361971"/>
                <a:gd name="connsiteX1" fmla="*/ 12780 w 362309"/>
                <a:gd name="connsiteY1" fmla="*/ 180667 h 361971"/>
                <a:gd name="connsiteX2" fmla="*/ 180835 w 362309"/>
                <a:gd name="connsiteY2" fmla="*/ 12130 h 361971"/>
                <a:gd name="connsiteX3" fmla="*/ 349530 w 362309"/>
                <a:gd name="connsiteY3" fmla="*/ 180028 h 361971"/>
                <a:gd name="connsiteX4" fmla="*/ 349530 w 362309"/>
                <a:gd name="connsiteY4" fmla="*/ 180028 h 361971"/>
                <a:gd name="connsiteX5" fmla="*/ 181474 w 362309"/>
                <a:gd name="connsiteY5" fmla="*/ 348565 h 361971"/>
                <a:gd name="connsiteX6" fmla="*/ 181474 w 362309"/>
                <a:gd name="connsiteY6" fmla="*/ 0 h 361971"/>
                <a:gd name="connsiteX7" fmla="*/ 0 w 362309"/>
                <a:gd name="connsiteY7" fmla="*/ 180667 h 361971"/>
                <a:gd name="connsiteX8" fmla="*/ 180835 w 362309"/>
                <a:gd name="connsiteY8" fmla="*/ 361972 h 361971"/>
                <a:gd name="connsiteX9" fmla="*/ 362310 w 362309"/>
                <a:gd name="connsiteY9" fmla="*/ 181305 h 361971"/>
                <a:gd name="connsiteX10" fmla="*/ 362310 w 362309"/>
                <a:gd name="connsiteY10" fmla="*/ 181305 h 361971"/>
                <a:gd name="connsiteX11" fmla="*/ 181474 w 362309"/>
                <a:gd name="connsiteY11"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348565"/>
                  </a:moveTo>
                  <a:cubicBezTo>
                    <a:pt x="88181" y="348565"/>
                    <a:pt x="12780" y="273235"/>
                    <a:pt x="12780" y="180667"/>
                  </a:cubicBezTo>
                  <a:cubicBezTo>
                    <a:pt x="12780" y="88099"/>
                    <a:pt x="88181" y="12130"/>
                    <a:pt x="180835" y="12130"/>
                  </a:cubicBezTo>
                  <a:cubicBezTo>
                    <a:pt x="274128" y="12130"/>
                    <a:pt x="349530" y="87461"/>
                    <a:pt x="349530" y="180028"/>
                  </a:cubicBezTo>
                  <a:cubicBezTo>
                    <a:pt x="349530" y="180028"/>
                    <a:pt x="349530" y="180028"/>
                    <a:pt x="349530" y="180028"/>
                  </a:cubicBezTo>
                  <a:cubicBezTo>
                    <a:pt x="349530" y="273235"/>
                    <a:pt x="274128" y="348565"/>
                    <a:pt x="181474" y="348565"/>
                  </a:cubicBezTo>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0438"/>
                    <a:pt x="281157" y="0"/>
                    <a:pt x="181474" y="0"/>
                  </a:cubicBezTo>
                </a:path>
              </a:pathLst>
            </a:custGeom>
            <a:solidFill>
              <a:srgbClr val="26890D"/>
            </a:solidFill>
            <a:ln w="6390" cap="flat">
              <a:noFill/>
              <a:prstDash val="solid"/>
              <a:miter/>
            </a:ln>
          </p:spPr>
          <p:txBody>
            <a:bodyPr rtlCol="0" anchor="ctr"/>
            <a:lstStyle/>
            <a:p>
              <a:endParaRPr lang="en-US"/>
            </a:p>
          </p:txBody>
        </p:sp>
        <p:sp>
          <p:nvSpPr>
            <p:cNvPr id="21" name="Graphic 4">
              <a:extLst>
                <a:ext uri="{FF2B5EF4-FFF2-40B4-BE49-F238E27FC236}">
                  <a16:creationId xmlns:a16="http://schemas.microsoft.com/office/drawing/2014/main" id="{49BCE185-C65B-6B40-B024-606ABCEAFDC0}"/>
                </a:ext>
              </a:extLst>
            </p:cNvPr>
            <p:cNvSpPr/>
            <p:nvPr/>
          </p:nvSpPr>
          <p:spPr>
            <a:xfrm>
              <a:off x="1653715" y="2021909"/>
              <a:ext cx="83233" cy="146279"/>
            </a:xfrm>
            <a:custGeom>
              <a:avLst/>
              <a:gdLst>
                <a:gd name="connsiteX0" fmla="*/ 45369 w 83233"/>
                <a:gd name="connsiteY0" fmla="*/ 112419 h 146279"/>
                <a:gd name="connsiteX1" fmla="*/ 36423 w 83233"/>
                <a:gd name="connsiteY1" fmla="*/ 112419 h 146279"/>
                <a:gd name="connsiteX2" fmla="*/ 23004 w 83233"/>
                <a:gd name="connsiteY2" fmla="*/ 125187 h 146279"/>
                <a:gd name="connsiteX3" fmla="*/ 23004 w 83233"/>
                <a:gd name="connsiteY3" fmla="*/ 78583 h 146279"/>
                <a:gd name="connsiteX4" fmla="*/ 41535 w 83233"/>
                <a:gd name="connsiteY4" fmla="*/ 83052 h 146279"/>
                <a:gd name="connsiteX5" fmla="*/ 58788 w 83233"/>
                <a:gd name="connsiteY5" fmla="*/ 79222 h 146279"/>
                <a:gd name="connsiteX6" fmla="*/ 58788 w 83233"/>
                <a:gd name="connsiteY6" fmla="*/ 125187 h 146279"/>
                <a:gd name="connsiteX7" fmla="*/ 45369 w 83233"/>
                <a:gd name="connsiteY7" fmla="*/ 112419 h 146279"/>
                <a:gd name="connsiteX8" fmla="*/ 41535 w 83233"/>
                <a:gd name="connsiteY8" fmla="*/ 12828 h 146279"/>
                <a:gd name="connsiteX9" fmla="*/ 70289 w 83233"/>
                <a:gd name="connsiteY9" fmla="*/ 41556 h 146279"/>
                <a:gd name="connsiteX10" fmla="*/ 41535 w 83233"/>
                <a:gd name="connsiteY10" fmla="*/ 70284 h 146279"/>
                <a:gd name="connsiteX11" fmla="*/ 12780 w 83233"/>
                <a:gd name="connsiteY11" fmla="*/ 41556 h 146279"/>
                <a:gd name="connsiteX12" fmla="*/ 12780 w 83233"/>
                <a:gd name="connsiteY12" fmla="*/ 41556 h 146279"/>
                <a:gd name="connsiteX13" fmla="*/ 41535 w 83233"/>
                <a:gd name="connsiteY13" fmla="*/ 12828 h 146279"/>
                <a:gd name="connsiteX14" fmla="*/ 41535 w 83233"/>
                <a:gd name="connsiteY14" fmla="*/ 60 h 146279"/>
                <a:gd name="connsiteX15" fmla="*/ 0 w 83233"/>
                <a:gd name="connsiteY15" fmla="*/ 41556 h 146279"/>
                <a:gd name="connsiteX16" fmla="*/ 10224 w 83233"/>
                <a:gd name="connsiteY16" fmla="*/ 69007 h 146279"/>
                <a:gd name="connsiteX17" fmla="*/ 10224 w 83233"/>
                <a:gd name="connsiteY17" fmla="*/ 139870 h 146279"/>
                <a:gd name="connsiteX18" fmla="*/ 14058 w 83233"/>
                <a:gd name="connsiteY18" fmla="*/ 145615 h 146279"/>
                <a:gd name="connsiteX19" fmla="*/ 21087 w 83233"/>
                <a:gd name="connsiteY19" fmla="*/ 144339 h 146279"/>
                <a:gd name="connsiteX20" fmla="*/ 40896 w 83233"/>
                <a:gd name="connsiteY20" fmla="*/ 125825 h 146279"/>
                <a:gd name="connsiteX21" fmla="*/ 60704 w 83233"/>
                <a:gd name="connsiteY21" fmla="*/ 144339 h 146279"/>
                <a:gd name="connsiteX22" fmla="*/ 65177 w 83233"/>
                <a:gd name="connsiteY22" fmla="*/ 146254 h 146279"/>
                <a:gd name="connsiteX23" fmla="*/ 67733 w 83233"/>
                <a:gd name="connsiteY23" fmla="*/ 145615 h 146279"/>
                <a:gd name="connsiteX24" fmla="*/ 71567 w 83233"/>
                <a:gd name="connsiteY24" fmla="*/ 139870 h 146279"/>
                <a:gd name="connsiteX25" fmla="*/ 71567 w 83233"/>
                <a:gd name="connsiteY25" fmla="*/ 69646 h 146279"/>
                <a:gd name="connsiteX26" fmla="*/ 70928 w 83233"/>
                <a:gd name="connsiteY26" fmla="*/ 10913 h 146279"/>
                <a:gd name="connsiteX27" fmla="*/ 41535 w 83233"/>
                <a:gd name="connsiteY27" fmla="*/ 60 h 146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3233" h="146279">
                  <a:moveTo>
                    <a:pt x="45369" y="112419"/>
                  </a:moveTo>
                  <a:cubicBezTo>
                    <a:pt x="42813" y="109865"/>
                    <a:pt x="38979" y="109865"/>
                    <a:pt x="36423" y="112419"/>
                  </a:cubicBezTo>
                  <a:lnTo>
                    <a:pt x="23004" y="125187"/>
                  </a:lnTo>
                  <a:lnTo>
                    <a:pt x="23004" y="78583"/>
                  </a:lnTo>
                  <a:cubicBezTo>
                    <a:pt x="28755" y="81137"/>
                    <a:pt x="35145" y="83052"/>
                    <a:pt x="41535" y="83052"/>
                  </a:cubicBezTo>
                  <a:cubicBezTo>
                    <a:pt x="47286" y="83052"/>
                    <a:pt x="53037" y="81775"/>
                    <a:pt x="58788" y="79222"/>
                  </a:cubicBezTo>
                  <a:lnTo>
                    <a:pt x="58788" y="125187"/>
                  </a:lnTo>
                  <a:lnTo>
                    <a:pt x="45369" y="112419"/>
                  </a:lnTo>
                  <a:close/>
                  <a:moveTo>
                    <a:pt x="41535" y="12828"/>
                  </a:moveTo>
                  <a:cubicBezTo>
                    <a:pt x="57509" y="12828"/>
                    <a:pt x="70289" y="25596"/>
                    <a:pt x="70289" y="41556"/>
                  </a:cubicBezTo>
                  <a:cubicBezTo>
                    <a:pt x="70289" y="57516"/>
                    <a:pt x="57509" y="70284"/>
                    <a:pt x="41535" y="70284"/>
                  </a:cubicBezTo>
                  <a:cubicBezTo>
                    <a:pt x="25560" y="70284"/>
                    <a:pt x="12780" y="57516"/>
                    <a:pt x="12780" y="41556"/>
                  </a:cubicBezTo>
                  <a:cubicBezTo>
                    <a:pt x="12780" y="41556"/>
                    <a:pt x="12780" y="41556"/>
                    <a:pt x="12780" y="41556"/>
                  </a:cubicBezTo>
                  <a:cubicBezTo>
                    <a:pt x="12780" y="25596"/>
                    <a:pt x="25560" y="12828"/>
                    <a:pt x="41535" y="12828"/>
                  </a:cubicBezTo>
                  <a:moveTo>
                    <a:pt x="41535" y="60"/>
                  </a:moveTo>
                  <a:cubicBezTo>
                    <a:pt x="18531" y="60"/>
                    <a:pt x="0" y="18574"/>
                    <a:pt x="0" y="41556"/>
                  </a:cubicBezTo>
                  <a:cubicBezTo>
                    <a:pt x="0" y="51771"/>
                    <a:pt x="3834" y="61347"/>
                    <a:pt x="10224" y="69007"/>
                  </a:cubicBezTo>
                  <a:lnTo>
                    <a:pt x="10224" y="139870"/>
                  </a:lnTo>
                  <a:cubicBezTo>
                    <a:pt x="10224" y="142423"/>
                    <a:pt x="11502" y="144977"/>
                    <a:pt x="14058" y="145615"/>
                  </a:cubicBezTo>
                  <a:cubicBezTo>
                    <a:pt x="16614" y="146892"/>
                    <a:pt x="19170" y="146254"/>
                    <a:pt x="21087" y="144339"/>
                  </a:cubicBezTo>
                  <a:lnTo>
                    <a:pt x="40896" y="125825"/>
                  </a:lnTo>
                  <a:lnTo>
                    <a:pt x="60704" y="144339"/>
                  </a:lnTo>
                  <a:cubicBezTo>
                    <a:pt x="61982" y="145615"/>
                    <a:pt x="63261" y="146254"/>
                    <a:pt x="65177" y="146254"/>
                  </a:cubicBezTo>
                  <a:cubicBezTo>
                    <a:pt x="65816" y="146254"/>
                    <a:pt x="67094" y="146254"/>
                    <a:pt x="67733" y="145615"/>
                  </a:cubicBezTo>
                  <a:cubicBezTo>
                    <a:pt x="70289" y="144977"/>
                    <a:pt x="71567" y="142423"/>
                    <a:pt x="71567" y="139870"/>
                  </a:cubicBezTo>
                  <a:lnTo>
                    <a:pt x="71567" y="69646"/>
                  </a:lnTo>
                  <a:cubicBezTo>
                    <a:pt x="87542" y="53047"/>
                    <a:pt x="86903" y="26873"/>
                    <a:pt x="70928" y="10913"/>
                  </a:cubicBezTo>
                  <a:cubicBezTo>
                    <a:pt x="63261" y="3891"/>
                    <a:pt x="52398" y="-578"/>
                    <a:pt x="41535" y="60"/>
                  </a:cubicBezTo>
                </a:path>
              </a:pathLst>
            </a:custGeom>
            <a:solidFill>
              <a:srgbClr val="26890D"/>
            </a:solidFill>
            <a:ln w="6390" cap="flat">
              <a:noFill/>
              <a:prstDash val="solid"/>
              <a:miter/>
            </a:ln>
          </p:spPr>
          <p:txBody>
            <a:bodyPr rtlCol="0" anchor="ctr"/>
            <a:lstStyle/>
            <a:p>
              <a:endParaRPr lang="en-US"/>
            </a:p>
          </p:txBody>
        </p:sp>
        <p:sp>
          <p:nvSpPr>
            <p:cNvPr id="22" name="Graphic 4">
              <a:extLst>
                <a:ext uri="{FF2B5EF4-FFF2-40B4-BE49-F238E27FC236}">
                  <a16:creationId xmlns:a16="http://schemas.microsoft.com/office/drawing/2014/main" id="{CB77039D-EC85-CA4D-9813-F78BF53E45DA}"/>
                </a:ext>
              </a:extLst>
            </p:cNvPr>
            <p:cNvSpPr/>
            <p:nvPr/>
          </p:nvSpPr>
          <p:spPr>
            <a:xfrm>
              <a:off x="1575758" y="1990688"/>
              <a:ext cx="239044" cy="102143"/>
            </a:xfrm>
            <a:custGeom>
              <a:avLst/>
              <a:gdLst>
                <a:gd name="connsiteX0" fmla="*/ 229399 w 239044"/>
                <a:gd name="connsiteY0" fmla="*/ 0 h 102143"/>
                <a:gd name="connsiteX1" fmla="*/ 10224 w 239044"/>
                <a:gd name="connsiteY1" fmla="*/ 0 h 102143"/>
                <a:gd name="connsiteX2" fmla="*/ 0 w 239044"/>
                <a:gd name="connsiteY2" fmla="*/ 9576 h 102143"/>
                <a:gd name="connsiteX3" fmla="*/ 0 w 239044"/>
                <a:gd name="connsiteY3" fmla="*/ 92568 h 102143"/>
                <a:gd name="connsiteX4" fmla="*/ 10224 w 239044"/>
                <a:gd name="connsiteY4" fmla="*/ 102144 h 102143"/>
                <a:gd name="connsiteX5" fmla="*/ 67733 w 239044"/>
                <a:gd name="connsiteY5" fmla="*/ 102144 h 102143"/>
                <a:gd name="connsiteX6" fmla="*/ 74123 w 239044"/>
                <a:gd name="connsiteY6" fmla="*/ 95760 h 102143"/>
                <a:gd name="connsiteX7" fmla="*/ 67733 w 239044"/>
                <a:gd name="connsiteY7" fmla="*/ 89376 h 102143"/>
                <a:gd name="connsiteX8" fmla="*/ 12780 w 239044"/>
                <a:gd name="connsiteY8" fmla="*/ 89376 h 102143"/>
                <a:gd name="connsiteX9" fmla="*/ 12780 w 239044"/>
                <a:gd name="connsiteY9" fmla="*/ 12130 h 102143"/>
                <a:gd name="connsiteX10" fmla="*/ 226204 w 239044"/>
                <a:gd name="connsiteY10" fmla="*/ 12130 h 102143"/>
                <a:gd name="connsiteX11" fmla="*/ 226204 w 239044"/>
                <a:gd name="connsiteY11" fmla="*/ 88737 h 102143"/>
                <a:gd name="connsiteX12" fmla="*/ 172528 w 239044"/>
                <a:gd name="connsiteY12" fmla="*/ 88737 h 102143"/>
                <a:gd name="connsiteX13" fmla="*/ 166138 w 239044"/>
                <a:gd name="connsiteY13" fmla="*/ 95121 h 102143"/>
                <a:gd name="connsiteX14" fmla="*/ 172528 w 239044"/>
                <a:gd name="connsiteY14" fmla="*/ 101505 h 102143"/>
                <a:gd name="connsiteX15" fmla="*/ 229399 w 239044"/>
                <a:gd name="connsiteY15" fmla="*/ 101505 h 102143"/>
                <a:gd name="connsiteX16" fmla="*/ 238984 w 239044"/>
                <a:gd name="connsiteY16" fmla="*/ 91929 h 102143"/>
                <a:gd name="connsiteX17" fmla="*/ 238984 w 239044"/>
                <a:gd name="connsiteY17" fmla="*/ 8938 h 102143"/>
                <a:gd name="connsiteX18" fmla="*/ 229399 w 239044"/>
                <a:gd name="connsiteY18" fmla="*/ 0 h 10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9044" h="102143">
                  <a:moveTo>
                    <a:pt x="229399" y="0"/>
                  </a:moveTo>
                  <a:lnTo>
                    <a:pt x="10224" y="0"/>
                  </a:lnTo>
                  <a:cubicBezTo>
                    <a:pt x="4473" y="0"/>
                    <a:pt x="639" y="4469"/>
                    <a:pt x="0" y="9576"/>
                  </a:cubicBezTo>
                  <a:lnTo>
                    <a:pt x="0" y="92568"/>
                  </a:lnTo>
                  <a:cubicBezTo>
                    <a:pt x="0" y="98313"/>
                    <a:pt x="4473" y="102144"/>
                    <a:pt x="10224" y="102144"/>
                  </a:cubicBezTo>
                  <a:lnTo>
                    <a:pt x="67733" y="102144"/>
                  </a:lnTo>
                  <a:cubicBezTo>
                    <a:pt x="71567" y="102144"/>
                    <a:pt x="74123" y="99590"/>
                    <a:pt x="74123" y="95760"/>
                  </a:cubicBezTo>
                  <a:cubicBezTo>
                    <a:pt x="74123" y="91929"/>
                    <a:pt x="71567" y="89376"/>
                    <a:pt x="67733" y="89376"/>
                  </a:cubicBezTo>
                  <a:lnTo>
                    <a:pt x="12780" y="89376"/>
                  </a:lnTo>
                  <a:lnTo>
                    <a:pt x="12780" y="12130"/>
                  </a:lnTo>
                  <a:lnTo>
                    <a:pt x="226204" y="12130"/>
                  </a:lnTo>
                  <a:lnTo>
                    <a:pt x="226204" y="88737"/>
                  </a:lnTo>
                  <a:lnTo>
                    <a:pt x="172528" y="88737"/>
                  </a:lnTo>
                  <a:cubicBezTo>
                    <a:pt x="168694" y="88737"/>
                    <a:pt x="166138" y="91291"/>
                    <a:pt x="166138" y="95121"/>
                  </a:cubicBezTo>
                  <a:cubicBezTo>
                    <a:pt x="166138" y="98952"/>
                    <a:pt x="168694" y="101505"/>
                    <a:pt x="172528" y="101505"/>
                  </a:cubicBezTo>
                  <a:lnTo>
                    <a:pt x="229399" y="101505"/>
                  </a:lnTo>
                  <a:cubicBezTo>
                    <a:pt x="234511" y="101505"/>
                    <a:pt x="238984" y="97036"/>
                    <a:pt x="238984" y="91929"/>
                  </a:cubicBezTo>
                  <a:lnTo>
                    <a:pt x="238984" y="8938"/>
                  </a:lnTo>
                  <a:cubicBezTo>
                    <a:pt x="239623" y="4469"/>
                    <a:pt x="235150" y="0"/>
                    <a:pt x="229399" y="0"/>
                  </a:cubicBezTo>
                </a:path>
              </a:pathLst>
            </a:custGeom>
            <a:solidFill>
              <a:srgbClr val="26890D"/>
            </a:solidFill>
            <a:ln w="6390" cap="flat">
              <a:noFill/>
              <a:prstDash val="solid"/>
              <a:miter/>
            </a:ln>
          </p:spPr>
          <p:txBody>
            <a:bodyPr rtlCol="0" anchor="ctr"/>
            <a:lstStyle/>
            <a:p>
              <a:endParaRPr lang="en-US"/>
            </a:p>
          </p:txBody>
        </p:sp>
      </p:grpSp>
      <p:grpSp>
        <p:nvGrpSpPr>
          <p:cNvPr id="23" name="Graphic 4">
            <a:extLst>
              <a:ext uri="{FF2B5EF4-FFF2-40B4-BE49-F238E27FC236}">
                <a16:creationId xmlns:a16="http://schemas.microsoft.com/office/drawing/2014/main" id="{B5CE7391-5E4C-1A44-8BF0-5168235AC84E}"/>
              </a:ext>
            </a:extLst>
          </p:cNvPr>
          <p:cNvGrpSpPr>
            <a:grpSpLocks noChangeAspect="1"/>
          </p:cNvGrpSpPr>
          <p:nvPr/>
        </p:nvGrpSpPr>
        <p:grpSpPr>
          <a:xfrm>
            <a:off x="1952125" y="1402723"/>
            <a:ext cx="362313" cy="361971"/>
            <a:chOff x="1952125" y="1402723"/>
            <a:chExt cx="362313" cy="361971"/>
          </a:xfrm>
          <a:solidFill>
            <a:srgbClr val="26890D"/>
          </a:solidFill>
        </p:grpSpPr>
        <p:sp>
          <p:nvSpPr>
            <p:cNvPr id="24" name="Graphic 4">
              <a:extLst>
                <a:ext uri="{FF2B5EF4-FFF2-40B4-BE49-F238E27FC236}">
                  <a16:creationId xmlns:a16="http://schemas.microsoft.com/office/drawing/2014/main" id="{40E9135C-1A94-C14C-B5F9-DCFA21A94F75}"/>
                </a:ext>
              </a:extLst>
            </p:cNvPr>
            <p:cNvSpPr/>
            <p:nvPr/>
          </p:nvSpPr>
          <p:spPr>
            <a:xfrm>
              <a:off x="2053562" y="1640645"/>
              <a:ext cx="172691" cy="37745"/>
            </a:xfrm>
            <a:custGeom>
              <a:avLst/>
              <a:gdLst>
                <a:gd name="connsiteX0" fmla="*/ 18694 w 172691"/>
                <a:gd name="connsiteY0" fmla="*/ 23183 h 37745"/>
                <a:gd name="connsiteX1" fmla="*/ 18055 w 172691"/>
                <a:gd name="connsiteY1" fmla="*/ 25736 h 37745"/>
                <a:gd name="connsiteX2" fmla="*/ 11665 w 172691"/>
                <a:gd name="connsiteY2" fmla="*/ 30844 h 37745"/>
                <a:gd name="connsiteX3" fmla="*/ 10387 w 172691"/>
                <a:gd name="connsiteY3" fmla="*/ 30844 h 37745"/>
                <a:gd name="connsiteX4" fmla="*/ 5914 w 172691"/>
                <a:gd name="connsiteY4" fmla="*/ 23183 h 37745"/>
                <a:gd name="connsiteX5" fmla="*/ 6553 w 172691"/>
                <a:gd name="connsiteY5" fmla="*/ 20629 h 37745"/>
                <a:gd name="connsiteX6" fmla="*/ 6553 w 172691"/>
                <a:gd name="connsiteY6" fmla="*/ 16799 h 37745"/>
                <a:gd name="connsiteX7" fmla="*/ 5914 w 172691"/>
                <a:gd name="connsiteY7" fmla="*/ 13607 h 37745"/>
                <a:gd name="connsiteX8" fmla="*/ 11026 w 172691"/>
                <a:gd name="connsiteY8" fmla="*/ 5946 h 37745"/>
                <a:gd name="connsiteX9" fmla="*/ 18694 w 172691"/>
                <a:gd name="connsiteY9" fmla="*/ 11053 h 37745"/>
                <a:gd name="connsiteX10" fmla="*/ 19333 w 172691"/>
                <a:gd name="connsiteY10" fmla="*/ 14245 h 37745"/>
                <a:gd name="connsiteX11" fmla="*/ 18694 w 172691"/>
                <a:gd name="connsiteY11" fmla="*/ 23183 h 37745"/>
                <a:gd name="connsiteX12" fmla="*/ 171413 w 172691"/>
                <a:gd name="connsiteY12" fmla="*/ 4669 h 37745"/>
                <a:gd name="connsiteX13" fmla="*/ 172691 w 172691"/>
                <a:gd name="connsiteY13" fmla="*/ 839 h 37745"/>
                <a:gd name="connsiteX14" fmla="*/ 16777 w 172691"/>
                <a:gd name="connsiteY14" fmla="*/ 839 h 37745"/>
                <a:gd name="connsiteX15" fmla="*/ 15499 w 172691"/>
                <a:gd name="connsiteY15" fmla="*/ 839 h 37745"/>
                <a:gd name="connsiteX16" fmla="*/ 3358 w 172691"/>
                <a:gd name="connsiteY16" fmla="*/ 2116 h 37745"/>
                <a:gd name="connsiteX17" fmla="*/ 163 w 172691"/>
                <a:gd name="connsiteY17" fmla="*/ 9776 h 37745"/>
                <a:gd name="connsiteX18" fmla="*/ 163 w 172691"/>
                <a:gd name="connsiteY18" fmla="*/ 27013 h 37745"/>
                <a:gd name="connsiteX19" fmla="*/ 3358 w 172691"/>
                <a:gd name="connsiteY19" fmla="*/ 35951 h 37745"/>
                <a:gd name="connsiteX20" fmla="*/ 15499 w 172691"/>
                <a:gd name="connsiteY20" fmla="*/ 36589 h 37745"/>
                <a:gd name="connsiteX21" fmla="*/ 17416 w 172691"/>
                <a:gd name="connsiteY21" fmla="*/ 35951 h 37745"/>
                <a:gd name="connsiteX22" fmla="*/ 172691 w 172691"/>
                <a:gd name="connsiteY22" fmla="*/ 35951 h 37745"/>
                <a:gd name="connsiteX23" fmla="*/ 171413 w 172691"/>
                <a:gd name="connsiteY23" fmla="*/ 32120 h 37745"/>
                <a:gd name="connsiteX24" fmla="*/ 171413 w 172691"/>
                <a:gd name="connsiteY24" fmla="*/ 4669 h 3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2691" h="37745">
                  <a:moveTo>
                    <a:pt x="18694" y="23183"/>
                  </a:moveTo>
                  <a:lnTo>
                    <a:pt x="18055" y="25736"/>
                  </a:lnTo>
                  <a:cubicBezTo>
                    <a:pt x="17416" y="28928"/>
                    <a:pt x="14860" y="30844"/>
                    <a:pt x="11665" y="30844"/>
                  </a:cubicBezTo>
                  <a:lnTo>
                    <a:pt x="10387" y="30844"/>
                  </a:lnTo>
                  <a:cubicBezTo>
                    <a:pt x="7192" y="30205"/>
                    <a:pt x="4636" y="26375"/>
                    <a:pt x="5914" y="23183"/>
                  </a:cubicBezTo>
                  <a:lnTo>
                    <a:pt x="6553" y="20629"/>
                  </a:lnTo>
                  <a:cubicBezTo>
                    <a:pt x="6553" y="19352"/>
                    <a:pt x="6553" y="18076"/>
                    <a:pt x="6553" y="16799"/>
                  </a:cubicBezTo>
                  <a:lnTo>
                    <a:pt x="5914" y="13607"/>
                  </a:lnTo>
                  <a:cubicBezTo>
                    <a:pt x="5275" y="9776"/>
                    <a:pt x="7192" y="6584"/>
                    <a:pt x="11026" y="5946"/>
                  </a:cubicBezTo>
                  <a:cubicBezTo>
                    <a:pt x="14860" y="5308"/>
                    <a:pt x="18055" y="7223"/>
                    <a:pt x="18694" y="11053"/>
                  </a:cubicBezTo>
                  <a:lnTo>
                    <a:pt x="19333" y="14245"/>
                  </a:lnTo>
                  <a:cubicBezTo>
                    <a:pt x="19333" y="17437"/>
                    <a:pt x="19333" y="20629"/>
                    <a:pt x="18694" y="23183"/>
                  </a:cubicBezTo>
                  <a:moveTo>
                    <a:pt x="171413" y="4669"/>
                  </a:moveTo>
                  <a:lnTo>
                    <a:pt x="172691" y="839"/>
                  </a:lnTo>
                  <a:lnTo>
                    <a:pt x="16777" y="839"/>
                  </a:lnTo>
                  <a:lnTo>
                    <a:pt x="15499" y="839"/>
                  </a:lnTo>
                  <a:cubicBezTo>
                    <a:pt x="11665" y="-438"/>
                    <a:pt x="7192" y="-438"/>
                    <a:pt x="3358" y="2116"/>
                  </a:cubicBezTo>
                  <a:cubicBezTo>
                    <a:pt x="802" y="4031"/>
                    <a:pt x="-476" y="7223"/>
                    <a:pt x="163" y="9776"/>
                  </a:cubicBezTo>
                  <a:lnTo>
                    <a:pt x="163" y="27013"/>
                  </a:lnTo>
                  <a:cubicBezTo>
                    <a:pt x="-476" y="30205"/>
                    <a:pt x="802" y="33397"/>
                    <a:pt x="3358" y="35951"/>
                  </a:cubicBezTo>
                  <a:cubicBezTo>
                    <a:pt x="7192" y="37866"/>
                    <a:pt x="11665" y="38504"/>
                    <a:pt x="15499" y="36589"/>
                  </a:cubicBezTo>
                  <a:cubicBezTo>
                    <a:pt x="16138" y="35951"/>
                    <a:pt x="16777" y="35951"/>
                    <a:pt x="17416" y="35951"/>
                  </a:cubicBezTo>
                  <a:lnTo>
                    <a:pt x="172691" y="35951"/>
                  </a:lnTo>
                  <a:lnTo>
                    <a:pt x="171413" y="32120"/>
                  </a:lnTo>
                  <a:cubicBezTo>
                    <a:pt x="168218" y="23183"/>
                    <a:pt x="168218" y="13607"/>
                    <a:pt x="171413" y="4669"/>
                  </a:cubicBezTo>
                </a:path>
              </a:pathLst>
            </a:custGeom>
            <a:solidFill>
              <a:srgbClr val="26890D"/>
            </a:solidFill>
            <a:ln w="6390" cap="flat">
              <a:noFill/>
              <a:prstDash val="solid"/>
              <a:miter/>
            </a:ln>
          </p:spPr>
          <p:txBody>
            <a:bodyPr rtlCol="0" anchor="ctr"/>
            <a:lstStyle/>
            <a:p>
              <a:endParaRPr lang="en-US"/>
            </a:p>
          </p:txBody>
        </p:sp>
        <p:sp>
          <p:nvSpPr>
            <p:cNvPr id="25" name="Graphic 4">
              <a:extLst>
                <a:ext uri="{FF2B5EF4-FFF2-40B4-BE49-F238E27FC236}">
                  <a16:creationId xmlns:a16="http://schemas.microsoft.com/office/drawing/2014/main" id="{B68DC990-F030-4649-B354-5787D21F9DE8}"/>
                </a:ext>
              </a:extLst>
            </p:cNvPr>
            <p:cNvSpPr/>
            <p:nvPr/>
          </p:nvSpPr>
          <p:spPr>
            <a:xfrm>
              <a:off x="2122098" y="1529764"/>
              <a:ext cx="5750" cy="31281"/>
            </a:xfrm>
            <a:custGeom>
              <a:avLst/>
              <a:gdLst>
                <a:gd name="connsiteX0" fmla="*/ 5751 w 5750"/>
                <a:gd name="connsiteY0" fmla="*/ 30643 h 31281"/>
                <a:gd name="connsiteX1" fmla="*/ 5751 w 5750"/>
                <a:gd name="connsiteY1" fmla="*/ 0 h 31281"/>
                <a:gd name="connsiteX2" fmla="*/ 0 w 5750"/>
                <a:gd name="connsiteY2" fmla="*/ 0 h 31281"/>
                <a:gd name="connsiteX3" fmla="*/ 0 w 5750"/>
                <a:gd name="connsiteY3" fmla="*/ 31281 h 31281"/>
                <a:gd name="connsiteX4" fmla="*/ 5751 w 5750"/>
                <a:gd name="connsiteY4" fmla="*/ 30643 h 31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0" h="31281">
                  <a:moveTo>
                    <a:pt x="5751" y="30643"/>
                  </a:moveTo>
                  <a:lnTo>
                    <a:pt x="5751" y="0"/>
                  </a:lnTo>
                  <a:lnTo>
                    <a:pt x="0" y="0"/>
                  </a:lnTo>
                  <a:lnTo>
                    <a:pt x="0" y="31281"/>
                  </a:lnTo>
                  <a:cubicBezTo>
                    <a:pt x="1917" y="30005"/>
                    <a:pt x="4473" y="30005"/>
                    <a:pt x="5751" y="30643"/>
                  </a:cubicBezTo>
                </a:path>
              </a:pathLst>
            </a:custGeom>
            <a:solidFill>
              <a:srgbClr val="26890D"/>
            </a:solidFill>
            <a:ln w="6390" cap="flat">
              <a:noFill/>
              <a:prstDash val="solid"/>
              <a:miter/>
            </a:ln>
          </p:spPr>
          <p:txBody>
            <a:bodyPr rtlCol="0" anchor="ctr"/>
            <a:lstStyle/>
            <a:p>
              <a:endParaRPr lang="en-US"/>
            </a:p>
          </p:txBody>
        </p:sp>
        <p:sp>
          <p:nvSpPr>
            <p:cNvPr id="26" name="Graphic 4">
              <a:extLst>
                <a:ext uri="{FF2B5EF4-FFF2-40B4-BE49-F238E27FC236}">
                  <a16:creationId xmlns:a16="http://schemas.microsoft.com/office/drawing/2014/main" id="{B09DC463-EFA0-4D47-9ECD-2FCBC022665D}"/>
                </a:ext>
              </a:extLst>
            </p:cNvPr>
            <p:cNvSpPr/>
            <p:nvPr/>
          </p:nvSpPr>
          <p:spPr>
            <a:xfrm>
              <a:off x="1952125" y="1402723"/>
              <a:ext cx="362313" cy="361971"/>
            </a:xfrm>
            <a:custGeom>
              <a:avLst/>
              <a:gdLst>
                <a:gd name="connsiteX0" fmla="*/ 284991 w 362313"/>
                <a:gd name="connsiteY0" fmla="*/ 266212 h 361971"/>
                <a:gd name="connsiteX1" fmla="*/ 287547 w 362313"/>
                <a:gd name="connsiteY1" fmla="*/ 273873 h 361971"/>
                <a:gd name="connsiteX2" fmla="*/ 289464 w 362313"/>
                <a:gd name="connsiteY2" fmla="*/ 273873 h 361971"/>
                <a:gd name="connsiteX3" fmla="*/ 295854 w 362313"/>
                <a:gd name="connsiteY3" fmla="*/ 280257 h 361971"/>
                <a:gd name="connsiteX4" fmla="*/ 289464 w 362313"/>
                <a:gd name="connsiteY4" fmla="*/ 286641 h 361971"/>
                <a:gd name="connsiteX5" fmla="*/ 120131 w 362313"/>
                <a:gd name="connsiteY5" fmla="*/ 286641 h 361971"/>
                <a:gd name="connsiteX6" fmla="*/ 110546 w 362313"/>
                <a:gd name="connsiteY6" fmla="*/ 287918 h 361971"/>
                <a:gd name="connsiteX7" fmla="*/ 97127 w 362313"/>
                <a:gd name="connsiteY7" fmla="*/ 283449 h 361971"/>
                <a:gd name="connsiteX8" fmla="*/ 88820 w 362313"/>
                <a:gd name="connsiteY8" fmla="*/ 264297 h 361971"/>
                <a:gd name="connsiteX9" fmla="*/ 88820 w 362313"/>
                <a:gd name="connsiteY9" fmla="*/ 247698 h 361971"/>
                <a:gd name="connsiteX10" fmla="*/ 97127 w 362313"/>
                <a:gd name="connsiteY10" fmla="*/ 229823 h 361971"/>
                <a:gd name="connsiteX11" fmla="*/ 119492 w 362313"/>
                <a:gd name="connsiteY11" fmla="*/ 225993 h 361971"/>
                <a:gd name="connsiteX12" fmla="*/ 288825 w 362313"/>
                <a:gd name="connsiteY12" fmla="*/ 225993 h 361971"/>
                <a:gd name="connsiteX13" fmla="*/ 295215 w 362313"/>
                <a:gd name="connsiteY13" fmla="*/ 232377 h 361971"/>
                <a:gd name="connsiteX14" fmla="*/ 288825 w 362313"/>
                <a:gd name="connsiteY14" fmla="*/ 238761 h 361971"/>
                <a:gd name="connsiteX15" fmla="*/ 288825 w 362313"/>
                <a:gd name="connsiteY15" fmla="*/ 238761 h 361971"/>
                <a:gd name="connsiteX16" fmla="*/ 287547 w 362313"/>
                <a:gd name="connsiteY16" fmla="*/ 238761 h 361971"/>
                <a:gd name="connsiteX17" fmla="*/ 284991 w 362313"/>
                <a:gd name="connsiteY17" fmla="*/ 246422 h 361971"/>
                <a:gd name="connsiteX18" fmla="*/ 284991 w 362313"/>
                <a:gd name="connsiteY18" fmla="*/ 266212 h 361971"/>
                <a:gd name="connsiteX19" fmla="*/ 261348 w 362313"/>
                <a:gd name="connsiteY19" fmla="*/ 190881 h 361971"/>
                <a:gd name="connsiteX20" fmla="*/ 262626 w 362313"/>
                <a:gd name="connsiteY20" fmla="*/ 197903 h 361971"/>
                <a:gd name="connsiteX21" fmla="*/ 257514 w 362313"/>
                <a:gd name="connsiteY21" fmla="*/ 204926 h 361971"/>
                <a:gd name="connsiteX22" fmla="*/ 256237 w 362313"/>
                <a:gd name="connsiteY22" fmla="*/ 204926 h 361971"/>
                <a:gd name="connsiteX23" fmla="*/ 249847 w 362313"/>
                <a:gd name="connsiteY23" fmla="*/ 199819 h 361971"/>
                <a:gd name="connsiteX24" fmla="*/ 248569 w 362313"/>
                <a:gd name="connsiteY24" fmla="*/ 192796 h 361971"/>
                <a:gd name="connsiteX25" fmla="*/ 248569 w 362313"/>
                <a:gd name="connsiteY25" fmla="*/ 176198 h 361971"/>
                <a:gd name="connsiteX26" fmla="*/ 249847 w 362313"/>
                <a:gd name="connsiteY26" fmla="*/ 170452 h 361971"/>
                <a:gd name="connsiteX27" fmla="*/ 257514 w 362313"/>
                <a:gd name="connsiteY27" fmla="*/ 165345 h 361971"/>
                <a:gd name="connsiteX28" fmla="*/ 262626 w 362313"/>
                <a:gd name="connsiteY28" fmla="*/ 173006 h 361971"/>
                <a:gd name="connsiteX29" fmla="*/ 262626 w 362313"/>
                <a:gd name="connsiteY29" fmla="*/ 173006 h 361971"/>
                <a:gd name="connsiteX30" fmla="*/ 261348 w 362313"/>
                <a:gd name="connsiteY30" fmla="*/ 178752 h 361971"/>
                <a:gd name="connsiteX31" fmla="*/ 261348 w 362313"/>
                <a:gd name="connsiteY31" fmla="*/ 190881 h 361971"/>
                <a:gd name="connsiteX32" fmla="*/ 68372 w 362313"/>
                <a:gd name="connsiteY32" fmla="*/ 215779 h 361971"/>
                <a:gd name="connsiteX33" fmla="*/ 74762 w 362313"/>
                <a:gd name="connsiteY33" fmla="*/ 209395 h 361971"/>
                <a:gd name="connsiteX34" fmla="*/ 78596 w 362313"/>
                <a:gd name="connsiteY34" fmla="*/ 209395 h 361971"/>
                <a:gd name="connsiteX35" fmla="*/ 80513 w 362313"/>
                <a:gd name="connsiteY35" fmla="*/ 199180 h 361971"/>
                <a:gd name="connsiteX36" fmla="*/ 80513 w 362313"/>
                <a:gd name="connsiteY36" fmla="*/ 171091 h 361971"/>
                <a:gd name="connsiteX37" fmla="*/ 78596 w 362313"/>
                <a:gd name="connsiteY37" fmla="*/ 160876 h 361971"/>
                <a:gd name="connsiteX38" fmla="*/ 74762 w 362313"/>
                <a:gd name="connsiteY38" fmla="*/ 160876 h 361971"/>
                <a:gd name="connsiteX39" fmla="*/ 68372 w 362313"/>
                <a:gd name="connsiteY39" fmla="*/ 154492 h 361971"/>
                <a:gd name="connsiteX40" fmla="*/ 74762 w 362313"/>
                <a:gd name="connsiteY40" fmla="*/ 148108 h 361971"/>
                <a:gd name="connsiteX41" fmla="*/ 146969 w 362313"/>
                <a:gd name="connsiteY41" fmla="*/ 148108 h 361971"/>
                <a:gd name="connsiteX42" fmla="*/ 153358 w 362313"/>
                <a:gd name="connsiteY42" fmla="*/ 154492 h 361971"/>
                <a:gd name="connsiteX43" fmla="*/ 146969 w 362313"/>
                <a:gd name="connsiteY43" fmla="*/ 160876 h 361971"/>
                <a:gd name="connsiteX44" fmla="*/ 92015 w 362313"/>
                <a:gd name="connsiteY44" fmla="*/ 160876 h 361971"/>
                <a:gd name="connsiteX45" fmla="*/ 93293 w 362313"/>
                <a:gd name="connsiteY45" fmla="*/ 169176 h 361971"/>
                <a:gd name="connsiteX46" fmla="*/ 93293 w 362313"/>
                <a:gd name="connsiteY46" fmla="*/ 201095 h 361971"/>
                <a:gd name="connsiteX47" fmla="*/ 92015 w 362313"/>
                <a:gd name="connsiteY47" fmla="*/ 209395 h 361971"/>
                <a:gd name="connsiteX48" fmla="*/ 257514 w 362313"/>
                <a:gd name="connsiteY48" fmla="*/ 209395 h 361971"/>
                <a:gd name="connsiteX49" fmla="*/ 258792 w 362313"/>
                <a:gd name="connsiteY49" fmla="*/ 209395 h 361971"/>
                <a:gd name="connsiteX50" fmla="*/ 265182 w 362313"/>
                <a:gd name="connsiteY50" fmla="*/ 208118 h 361971"/>
                <a:gd name="connsiteX51" fmla="*/ 269016 w 362313"/>
                <a:gd name="connsiteY51" fmla="*/ 196627 h 361971"/>
                <a:gd name="connsiteX52" fmla="*/ 269016 w 362313"/>
                <a:gd name="connsiteY52" fmla="*/ 174283 h 361971"/>
                <a:gd name="connsiteX53" fmla="*/ 269016 w 362313"/>
                <a:gd name="connsiteY53" fmla="*/ 173644 h 361971"/>
                <a:gd name="connsiteX54" fmla="*/ 265821 w 362313"/>
                <a:gd name="connsiteY54" fmla="*/ 160876 h 361971"/>
                <a:gd name="connsiteX55" fmla="*/ 259431 w 362313"/>
                <a:gd name="connsiteY55" fmla="*/ 160238 h 361971"/>
                <a:gd name="connsiteX56" fmla="*/ 257514 w 362313"/>
                <a:gd name="connsiteY56" fmla="*/ 160876 h 361971"/>
                <a:gd name="connsiteX57" fmla="*/ 200005 w 362313"/>
                <a:gd name="connsiteY57" fmla="*/ 160876 h 361971"/>
                <a:gd name="connsiteX58" fmla="*/ 193615 w 362313"/>
                <a:gd name="connsiteY58" fmla="*/ 154492 h 361971"/>
                <a:gd name="connsiteX59" fmla="*/ 200005 w 362313"/>
                <a:gd name="connsiteY59" fmla="*/ 148108 h 361971"/>
                <a:gd name="connsiteX60" fmla="*/ 256237 w 362313"/>
                <a:gd name="connsiteY60" fmla="*/ 148108 h 361971"/>
                <a:gd name="connsiteX61" fmla="*/ 273489 w 362313"/>
                <a:gd name="connsiteY61" fmla="*/ 150662 h 361971"/>
                <a:gd name="connsiteX62" fmla="*/ 281157 w 362313"/>
                <a:gd name="connsiteY62" fmla="*/ 174283 h 361971"/>
                <a:gd name="connsiteX63" fmla="*/ 281157 w 362313"/>
                <a:gd name="connsiteY63" fmla="*/ 195988 h 361971"/>
                <a:gd name="connsiteX64" fmla="*/ 272850 w 362313"/>
                <a:gd name="connsiteY64" fmla="*/ 217694 h 361971"/>
                <a:gd name="connsiteX65" fmla="*/ 260071 w 362313"/>
                <a:gd name="connsiteY65" fmla="*/ 222163 h 361971"/>
                <a:gd name="connsiteX66" fmla="*/ 256237 w 362313"/>
                <a:gd name="connsiteY66" fmla="*/ 221524 h 361971"/>
                <a:gd name="connsiteX67" fmla="*/ 74762 w 362313"/>
                <a:gd name="connsiteY67" fmla="*/ 221524 h 361971"/>
                <a:gd name="connsiteX68" fmla="*/ 68372 w 362313"/>
                <a:gd name="connsiteY68" fmla="*/ 215779 h 361971"/>
                <a:gd name="connsiteX69" fmla="*/ 109268 w 362313"/>
                <a:gd name="connsiteY69" fmla="*/ 104697 h 361971"/>
                <a:gd name="connsiteX70" fmla="*/ 108629 w 362313"/>
                <a:gd name="connsiteY70" fmla="*/ 99590 h 361971"/>
                <a:gd name="connsiteX71" fmla="*/ 113741 w 362313"/>
                <a:gd name="connsiteY71" fmla="*/ 91929 h 361971"/>
                <a:gd name="connsiteX72" fmla="*/ 113741 w 362313"/>
                <a:gd name="connsiteY72" fmla="*/ 91929 h 361971"/>
                <a:gd name="connsiteX73" fmla="*/ 120770 w 362313"/>
                <a:gd name="connsiteY73" fmla="*/ 97037 h 361971"/>
                <a:gd name="connsiteX74" fmla="*/ 121409 w 362313"/>
                <a:gd name="connsiteY74" fmla="*/ 102144 h 361971"/>
                <a:gd name="connsiteX75" fmla="*/ 121409 w 362313"/>
                <a:gd name="connsiteY75" fmla="*/ 114912 h 361971"/>
                <a:gd name="connsiteX76" fmla="*/ 120770 w 362313"/>
                <a:gd name="connsiteY76" fmla="*/ 119380 h 361971"/>
                <a:gd name="connsiteX77" fmla="*/ 114380 w 362313"/>
                <a:gd name="connsiteY77" fmla="*/ 124488 h 361971"/>
                <a:gd name="connsiteX78" fmla="*/ 113102 w 362313"/>
                <a:gd name="connsiteY78" fmla="*/ 124488 h 361971"/>
                <a:gd name="connsiteX79" fmla="*/ 107990 w 362313"/>
                <a:gd name="connsiteY79" fmla="*/ 116827 h 361971"/>
                <a:gd name="connsiteX80" fmla="*/ 107990 w 362313"/>
                <a:gd name="connsiteY80" fmla="*/ 116827 h 361971"/>
                <a:gd name="connsiteX81" fmla="*/ 108629 w 362313"/>
                <a:gd name="connsiteY81" fmla="*/ 112358 h 361971"/>
                <a:gd name="connsiteX82" fmla="*/ 109268 w 362313"/>
                <a:gd name="connsiteY82" fmla="*/ 104697 h 361971"/>
                <a:gd name="connsiteX83" fmla="*/ 149524 w 362313"/>
                <a:gd name="connsiteY83" fmla="*/ 126403 h 361971"/>
                <a:gd name="connsiteX84" fmla="*/ 143135 w 362313"/>
                <a:gd name="connsiteY84" fmla="*/ 120019 h 361971"/>
                <a:gd name="connsiteX85" fmla="*/ 149524 w 362313"/>
                <a:gd name="connsiteY85" fmla="*/ 113635 h 361971"/>
                <a:gd name="connsiteX86" fmla="*/ 189781 w 362313"/>
                <a:gd name="connsiteY86" fmla="*/ 113635 h 361971"/>
                <a:gd name="connsiteX87" fmla="*/ 196171 w 362313"/>
                <a:gd name="connsiteY87" fmla="*/ 120019 h 361971"/>
                <a:gd name="connsiteX88" fmla="*/ 189781 w 362313"/>
                <a:gd name="connsiteY88" fmla="*/ 126403 h 361971"/>
                <a:gd name="connsiteX89" fmla="*/ 188503 w 362313"/>
                <a:gd name="connsiteY89" fmla="*/ 126403 h 361971"/>
                <a:gd name="connsiteX90" fmla="*/ 188503 w 362313"/>
                <a:gd name="connsiteY90" fmla="*/ 171729 h 361971"/>
                <a:gd name="connsiteX91" fmla="*/ 182113 w 362313"/>
                <a:gd name="connsiteY91" fmla="*/ 178113 h 361971"/>
                <a:gd name="connsiteX92" fmla="*/ 177640 w 362313"/>
                <a:gd name="connsiteY92" fmla="*/ 176198 h 361971"/>
                <a:gd name="connsiteX93" fmla="*/ 173806 w 362313"/>
                <a:gd name="connsiteY93" fmla="*/ 172368 h 361971"/>
                <a:gd name="connsiteX94" fmla="*/ 168694 w 362313"/>
                <a:gd name="connsiteY94" fmla="*/ 177475 h 361971"/>
                <a:gd name="connsiteX95" fmla="*/ 164221 w 362313"/>
                <a:gd name="connsiteY95" fmla="*/ 179390 h 361971"/>
                <a:gd name="connsiteX96" fmla="*/ 161665 w 362313"/>
                <a:gd name="connsiteY96" fmla="*/ 178752 h 361971"/>
                <a:gd name="connsiteX97" fmla="*/ 157832 w 362313"/>
                <a:gd name="connsiteY97" fmla="*/ 173006 h 361971"/>
                <a:gd name="connsiteX98" fmla="*/ 157832 w 362313"/>
                <a:gd name="connsiteY98" fmla="*/ 127041 h 361971"/>
                <a:gd name="connsiteX99" fmla="*/ 149524 w 362313"/>
                <a:gd name="connsiteY99" fmla="*/ 126403 h 361971"/>
                <a:gd name="connsiteX100" fmla="*/ 88181 w 362313"/>
                <a:gd name="connsiteY100" fmla="*/ 117465 h 361971"/>
                <a:gd name="connsiteX101" fmla="*/ 88181 w 362313"/>
                <a:gd name="connsiteY101" fmla="*/ 98313 h 361971"/>
                <a:gd name="connsiteX102" fmla="*/ 99044 w 362313"/>
                <a:gd name="connsiteY102" fmla="*/ 75331 h 361971"/>
                <a:gd name="connsiteX103" fmla="*/ 113741 w 362313"/>
                <a:gd name="connsiteY103" fmla="*/ 74693 h 361971"/>
                <a:gd name="connsiteX104" fmla="*/ 240262 w 362313"/>
                <a:gd name="connsiteY104" fmla="*/ 76608 h 361971"/>
                <a:gd name="connsiteX105" fmla="*/ 246652 w 362313"/>
                <a:gd name="connsiteY105" fmla="*/ 82992 h 361971"/>
                <a:gd name="connsiteX106" fmla="*/ 240901 w 362313"/>
                <a:gd name="connsiteY106" fmla="*/ 89376 h 361971"/>
                <a:gd name="connsiteX107" fmla="*/ 238984 w 362313"/>
                <a:gd name="connsiteY107" fmla="*/ 98313 h 361971"/>
                <a:gd name="connsiteX108" fmla="*/ 238345 w 362313"/>
                <a:gd name="connsiteY108" fmla="*/ 123211 h 361971"/>
                <a:gd name="connsiteX109" fmla="*/ 239623 w 362313"/>
                <a:gd name="connsiteY109" fmla="*/ 132148 h 361971"/>
                <a:gd name="connsiteX110" fmla="*/ 246013 w 362313"/>
                <a:gd name="connsiteY110" fmla="*/ 138532 h 361971"/>
                <a:gd name="connsiteX111" fmla="*/ 239623 w 362313"/>
                <a:gd name="connsiteY111" fmla="*/ 144916 h 361971"/>
                <a:gd name="connsiteX112" fmla="*/ 239623 w 362313"/>
                <a:gd name="connsiteY112" fmla="*/ 144916 h 361971"/>
                <a:gd name="connsiteX113" fmla="*/ 198727 w 362313"/>
                <a:gd name="connsiteY113" fmla="*/ 144278 h 361971"/>
                <a:gd name="connsiteX114" fmla="*/ 192337 w 362313"/>
                <a:gd name="connsiteY114" fmla="*/ 137894 h 361971"/>
                <a:gd name="connsiteX115" fmla="*/ 198727 w 362313"/>
                <a:gd name="connsiteY115" fmla="*/ 131510 h 361971"/>
                <a:gd name="connsiteX116" fmla="*/ 227482 w 362313"/>
                <a:gd name="connsiteY116" fmla="*/ 132148 h 361971"/>
                <a:gd name="connsiteX117" fmla="*/ 226204 w 362313"/>
                <a:gd name="connsiteY117" fmla="*/ 125764 h 361971"/>
                <a:gd name="connsiteX118" fmla="*/ 226843 w 362313"/>
                <a:gd name="connsiteY118" fmla="*/ 96398 h 361971"/>
                <a:gd name="connsiteX119" fmla="*/ 228121 w 362313"/>
                <a:gd name="connsiteY119" fmla="*/ 90014 h 361971"/>
                <a:gd name="connsiteX120" fmla="*/ 112463 w 362313"/>
                <a:gd name="connsiteY120" fmla="*/ 88099 h 361971"/>
                <a:gd name="connsiteX121" fmla="*/ 109907 w 362313"/>
                <a:gd name="connsiteY121" fmla="*/ 87461 h 361971"/>
                <a:gd name="connsiteX122" fmla="*/ 106073 w 362313"/>
                <a:gd name="connsiteY122" fmla="*/ 87461 h 361971"/>
                <a:gd name="connsiteX123" fmla="*/ 101600 w 362313"/>
                <a:gd name="connsiteY123" fmla="*/ 99590 h 361971"/>
                <a:gd name="connsiteX124" fmla="*/ 101600 w 362313"/>
                <a:gd name="connsiteY124" fmla="*/ 119380 h 361971"/>
                <a:gd name="connsiteX125" fmla="*/ 104795 w 362313"/>
                <a:gd name="connsiteY125" fmla="*/ 132148 h 361971"/>
                <a:gd name="connsiteX126" fmla="*/ 109907 w 362313"/>
                <a:gd name="connsiteY126" fmla="*/ 131510 h 361971"/>
                <a:gd name="connsiteX127" fmla="*/ 113102 w 362313"/>
                <a:gd name="connsiteY127" fmla="*/ 130872 h 361971"/>
                <a:gd name="connsiteX128" fmla="*/ 146969 w 362313"/>
                <a:gd name="connsiteY128" fmla="*/ 131510 h 361971"/>
                <a:gd name="connsiteX129" fmla="*/ 153358 w 362313"/>
                <a:gd name="connsiteY129" fmla="*/ 137894 h 361971"/>
                <a:gd name="connsiteX130" fmla="*/ 146969 w 362313"/>
                <a:gd name="connsiteY130" fmla="*/ 144278 h 361971"/>
                <a:gd name="connsiteX131" fmla="*/ 146969 w 362313"/>
                <a:gd name="connsiteY131" fmla="*/ 144278 h 361971"/>
                <a:gd name="connsiteX132" fmla="*/ 114380 w 362313"/>
                <a:gd name="connsiteY132" fmla="*/ 143640 h 361971"/>
                <a:gd name="connsiteX133" fmla="*/ 106712 w 362313"/>
                <a:gd name="connsiteY133" fmla="*/ 145555 h 361971"/>
                <a:gd name="connsiteX134" fmla="*/ 97766 w 362313"/>
                <a:gd name="connsiteY134" fmla="*/ 143001 h 361971"/>
                <a:gd name="connsiteX135" fmla="*/ 89459 w 362313"/>
                <a:gd name="connsiteY135" fmla="*/ 119380 h 361971"/>
                <a:gd name="connsiteX136" fmla="*/ 181474 w 362313"/>
                <a:gd name="connsiteY136" fmla="*/ 0 h 361971"/>
                <a:gd name="connsiteX137" fmla="*/ 0 w 362313"/>
                <a:gd name="connsiteY137" fmla="*/ 180667 h 361971"/>
                <a:gd name="connsiteX138" fmla="*/ 180835 w 362313"/>
                <a:gd name="connsiteY138" fmla="*/ 361972 h 361971"/>
                <a:gd name="connsiteX139" fmla="*/ 362310 w 362313"/>
                <a:gd name="connsiteY139" fmla="*/ 181305 h 361971"/>
                <a:gd name="connsiteX140" fmla="*/ 362310 w 362313"/>
                <a:gd name="connsiteY140" fmla="*/ 181305 h 361971"/>
                <a:gd name="connsiteX141" fmla="*/ 181474 w 362313"/>
                <a:gd name="connsiteY141"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362313" h="361971">
                  <a:moveTo>
                    <a:pt x="284991" y="266212"/>
                  </a:moveTo>
                  <a:lnTo>
                    <a:pt x="287547" y="273873"/>
                  </a:lnTo>
                  <a:lnTo>
                    <a:pt x="289464" y="273873"/>
                  </a:lnTo>
                  <a:cubicBezTo>
                    <a:pt x="293298" y="273873"/>
                    <a:pt x="295854" y="276426"/>
                    <a:pt x="295854" y="280257"/>
                  </a:cubicBezTo>
                  <a:cubicBezTo>
                    <a:pt x="295854" y="284087"/>
                    <a:pt x="293298" y="286641"/>
                    <a:pt x="289464" y="286641"/>
                  </a:cubicBezTo>
                  <a:lnTo>
                    <a:pt x="120131" y="286641"/>
                  </a:lnTo>
                  <a:cubicBezTo>
                    <a:pt x="116936" y="287918"/>
                    <a:pt x="113741" y="287918"/>
                    <a:pt x="110546" y="287918"/>
                  </a:cubicBezTo>
                  <a:cubicBezTo>
                    <a:pt x="105434" y="287918"/>
                    <a:pt x="100961" y="286641"/>
                    <a:pt x="97127" y="283449"/>
                  </a:cubicBezTo>
                  <a:cubicBezTo>
                    <a:pt x="91376" y="278980"/>
                    <a:pt x="88181" y="271958"/>
                    <a:pt x="88820" y="264297"/>
                  </a:cubicBezTo>
                  <a:lnTo>
                    <a:pt x="88820" y="247698"/>
                  </a:lnTo>
                  <a:cubicBezTo>
                    <a:pt x="88820" y="240676"/>
                    <a:pt x="92015" y="234292"/>
                    <a:pt x="97127" y="229823"/>
                  </a:cubicBezTo>
                  <a:cubicBezTo>
                    <a:pt x="103517" y="225355"/>
                    <a:pt x="111824" y="224078"/>
                    <a:pt x="119492" y="225993"/>
                  </a:cubicBezTo>
                  <a:lnTo>
                    <a:pt x="288825" y="225993"/>
                  </a:lnTo>
                  <a:cubicBezTo>
                    <a:pt x="292659" y="225993"/>
                    <a:pt x="295215" y="228546"/>
                    <a:pt x="295215" y="232377"/>
                  </a:cubicBezTo>
                  <a:cubicBezTo>
                    <a:pt x="295215" y="236207"/>
                    <a:pt x="292659" y="238761"/>
                    <a:pt x="288825" y="238761"/>
                  </a:cubicBezTo>
                  <a:cubicBezTo>
                    <a:pt x="288825" y="238761"/>
                    <a:pt x="288825" y="238761"/>
                    <a:pt x="288825" y="238761"/>
                  </a:cubicBezTo>
                  <a:lnTo>
                    <a:pt x="287547" y="238761"/>
                  </a:lnTo>
                  <a:lnTo>
                    <a:pt x="284991" y="246422"/>
                  </a:lnTo>
                  <a:cubicBezTo>
                    <a:pt x="283074" y="253444"/>
                    <a:pt x="283074" y="260466"/>
                    <a:pt x="284991" y="266212"/>
                  </a:cubicBezTo>
                  <a:moveTo>
                    <a:pt x="261348" y="190881"/>
                  </a:moveTo>
                  <a:lnTo>
                    <a:pt x="262626" y="197903"/>
                  </a:lnTo>
                  <a:cubicBezTo>
                    <a:pt x="263266" y="201095"/>
                    <a:pt x="260709" y="204926"/>
                    <a:pt x="257514" y="204926"/>
                  </a:cubicBezTo>
                  <a:lnTo>
                    <a:pt x="256237" y="204926"/>
                  </a:lnTo>
                  <a:cubicBezTo>
                    <a:pt x="253042" y="204926"/>
                    <a:pt x="250486" y="203011"/>
                    <a:pt x="249847" y="199819"/>
                  </a:cubicBezTo>
                  <a:lnTo>
                    <a:pt x="248569" y="192796"/>
                  </a:lnTo>
                  <a:cubicBezTo>
                    <a:pt x="247291" y="187051"/>
                    <a:pt x="247291" y="181944"/>
                    <a:pt x="248569" y="176198"/>
                  </a:cubicBezTo>
                  <a:lnTo>
                    <a:pt x="249847" y="170452"/>
                  </a:lnTo>
                  <a:cubicBezTo>
                    <a:pt x="250486" y="166622"/>
                    <a:pt x="253681" y="164707"/>
                    <a:pt x="257514" y="165345"/>
                  </a:cubicBezTo>
                  <a:cubicBezTo>
                    <a:pt x="261348" y="165984"/>
                    <a:pt x="263266" y="169176"/>
                    <a:pt x="262626" y="173006"/>
                  </a:cubicBezTo>
                  <a:lnTo>
                    <a:pt x="262626" y="173006"/>
                  </a:lnTo>
                  <a:lnTo>
                    <a:pt x="261348" y="178752"/>
                  </a:lnTo>
                  <a:cubicBezTo>
                    <a:pt x="260709" y="182582"/>
                    <a:pt x="260709" y="186412"/>
                    <a:pt x="261348" y="190881"/>
                  </a:cubicBezTo>
                  <a:moveTo>
                    <a:pt x="68372" y="215779"/>
                  </a:moveTo>
                  <a:cubicBezTo>
                    <a:pt x="68372" y="211948"/>
                    <a:pt x="70928" y="209395"/>
                    <a:pt x="74762" y="209395"/>
                  </a:cubicBezTo>
                  <a:lnTo>
                    <a:pt x="78596" y="209395"/>
                  </a:lnTo>
                  <a:lnTo>
                    <a:pt x="80513" y="199180"/>
                  </a:lnTo>
                  <a:cubicBezTo>
                    <a:pt x="82430" y="190243"/>
                    <a:pt x="82430" y="180667"/>
                    <a:pt x="80513" y="171091"/>
                  </a:cubicBezTo>
                  <a:lnTo>
                    <a:pt x="78596" y="160876"/>
                  </a:lnTo>
                  <a:lnTo>
                    <a:pt x="74762" y="160876"/>
                  </a:lnTo>
                  <a:cubicBezTo>
                    <a:pt x="70928" y="160876"/>
                    <a:pt x="68372" y="158323"/>
                    <a:pt x="68372" y="154492"/>
                  </a:cubicBezTo>
                  <a:cubicBezTo>
                    <a:pt x="68372" y="150662"/>
                    <a:pt x="70928" y="148108"/>
                    <a:pt x="74762" y="148108"/>
                  </a:cubicBezTo>
                  <a:lnTo>
                    <a:pt x="146969" y="148108"/>
                  </a:lnTo>
                  <a:cubicBezTo>
                    <a:pt x="150803" y="148108"/>
                    <a:pt x="153358" y="150662"/>
                    <a:pt x="153358" y="154492"/>
                  </a:cubicBezTo>
                  <a:cubicBezTo>
                    <a:pt x="153358" y="158323"/>
                    <a:pt x="150803" y="160876"/>
                    <a:pt x="146969" y="160876"/>
                  </a:cubicBezTo>
                  <a:lnTo>
                    <a:pt x="92015" y="160876"/>
                  </a:lnTo>
                  <a:lnTo>
                    <a:pt x="93293" y="169176"/>
                  </a:lnTo>
                  <a:cubicBezTo>
                    <a:pt x="95210" y="180028"/>
                    <a:pt x="95210" y="190243"/>
                    <a:pt x="93293" y="201095"/>
                  </a:cubicBezTo>
                  <a:lnTo>
                    <a:pt x="92015" y="209395"/>
                  </a:lnTo>
                  <a:lnTo>
                    <a:pt x="257514" y="209395"/>
                  </a:lnTo>
                  <a:cubicBezTo>
                    <a:pt x="258153" y="209395"/>
                    <a:pt x="258153" y="209395"/>
                    <a:pt x="258792" y="209395"/>
                  </a:cubicBezTo>
                  <a:cubicBezTo>
                    <a:pt x="260709" y="210033"/>
                    <a:pt x="263266" y="209395"/>
                    <a:pt x="265182" y="208118"/>
                  </a:cubicBezTo>
                  <a:cubicBezTo>
                    <a:pt x="268377" y="204926"/>
                    <a:pt x="269655" y="200457"/>
                    <a:pt x="269016" y="196627"/>
                  </a:cubicBezTo>
                  <a:lnTo>
                    <a:pt x="269016" y="174283"/>
                  </a:lnTo>
                  <a:cubicBezTo>
                    <a:pt x="269016" y="174283"/>
                    <a:pt x="269016" y="173644"/>
                    <a:pt x="269016" y="173644"/>
                  </a:cubicBezTo>
                  <a:cubicBezTo>
                    <a:pt x="270294" y="169176"/>
                    <a:pt x="269016" y="164707"/>
                    <a:pt x="265821" y="160876"/>
                  </a:cubicBezTo>
                  <a:cubicBezTo>
                    <a:pt x="265182" y="160238"/>
                    <a:pt x="263904" y="158961"/>
                    <a:pt x="259431" y="160238"/>
                  </a:cubicBezTo>
                  <a:cubicBezTo>
                    <a:pt x="258792" y="160238"/>
                    <a:pt x="258153" y="160876"/>
                    <a:pt x="257514" y="160876"/>
                  </a:cubicBezTo>
                  <a:lnTo>
                    <a:pt x="200005" y="160876"/>
                  </a:lnTo>
                  <a:cubicBezTo>
                    <a:pt x="196171" y="160876"/>
                    <a:pt x="193615" y="158323"/>
                    <a:pt x="193615" y="154492"/>
                  </a:cubicBezTo>
                  <a:cubicBezTo>
                    <a:pt x="193615" y="150662"/>
                    <a:pt x="196171" y="148108"/>
                    <a:pt x="200005" y="148108"/>
                  </a:cubicBezTo>
                  <a:lnTo>
                    <a:pt x="256237" y="148108"/>
                  </a:lnTo>
                  <a:cubicBezTo>
                    <a:pt x="261987" y="146193"/>
                    <a:pt x="268377" y="146832"/>
                    <a:pt x="273489" y="150662"/>
                  </a:cubicBezTo>
                  <a:cubicBezTo>
                    <a:pt x="279879" y="156408"/>
                    <a:pt x="283074" y="165345"/>
                    <a:pt x="281157" y="174283"/>
                  </a:cubicBezTo>
                  <a:lnTo>
                    <a:pt x="281157" y="195988"/>
                  </a:lnTo>
                  <a:cubicBezTo>
                    <a:pt x="281796" y="204287"/>
                    <a:pt x="279240" y="211948"/>
                    <a:pt x="272850" y="217694"/>
                  </a:cubicBezTo>
                  <a:cubicBezTo>
                    <a:pt x="269016" y="220886"/>
                    <a:pt x="264543" y="222163"/>
                    <a:pt x="260071" y="222163"/>
                  </a:cubicBezTo>
                  <a:cubicBezTo>
                    <a:pt x="258792" y="222163"/>
                    <a:pt x="257514" y="222163"/>
                    <a:pt x="256237" y="221524"/>
                  </a:cubicBezTo>
                  <a:lnTo>
                    <a:pt x="74762" y="221524"/>
                  </a:lnTo>
                  <a:cubicBezTo>
                    <a:pt x="70928" y="221524"/>
                    <a:pt x="68372" y="218332"/>
                    <a:pt x="68372" y="215779"/>
                  </a:cubicBezTo>
                  <a:moveTo>
                    <a:pt x="109268" y="104697"/>
                  </a:moveTo>
                  <a:lnTo>
                    <a:pt x="108629" y="99590"/>
                  </a:lnTo>
                  <a:cubicBezTo>
                    <a:pt x="107990" y="96398"/>
                    <a:pt x="110546" y="92568"/>
                    <a:pt x="113741" y="91929"/>
                  </a:cubicBezTo>
                  <a:cubicBezTo>
                    <a:pt x="113741" y="91929"/>
                    <a:pt x="113741" y="91929"/>
                    <a:pt x="113741" y="91929"/>
                  </a:cubicBezTo>
                  <a:cubicBezTo>
                    <a:pt x="116936" y="91291"/>
                    <a:pt x="120770" y="93845"/>
                    <a:pt x="120770" y="97037"/>
                  </a:cubicBezTo>
                  <a:lnTo>
                    <a:pt x="121409" y="102144"/>
                  </a:lnTo>
                  <a:cubicBezTo>
                    <a:pt x="122048" y="106612"/>
                    <a:pt x="122048" y="110443"/>
                    <a:pt x="121409" y="114912"/>
                  </a:cubicBezTo>
                  <a:lnTo>
                    <a:pt x="120770" y="119380"/>
                  </a:lnTo>
                  <a:cubicBezTo>
                    <a:pt x="120131" y="122572"/>
                    <a:pt x="117575" y="124488"/>
                    <a:pt x="114380" y="124488"/>
                  </a:cubicBezTo>
                  <a:lnTo>
                    <a:pt x="113102" y="124488"/>
                  </a:lnTo>
                  <a:cubicBezTo>
                    <a:pt x="109907" y="123849"/>
                    <a:pt x="107351" y="120657"/>
                    <a:pt x="107990" y="116827"/>
                  </a:cubicBezTo>
                  <a:cubicBezTo>
                    <a:pt x="107990" y="116827"/>
                    <a:pt x="107990" y="116827"/>
                    <a:pt x="107990" y="116827"/>
                  </a:cubicBezTo>
                  <a:lnTo>
                    <a:pt x="108629" y="112358"/>
                  </a:lnTo>
                  <a:cubicBezTo>
                    <a:pt x="109907" y="109804"/>
                    <a:pt x="109907" y="107251"/>
                    <a:pt x="109268" y="104697"/>
                  </a:cubicBezTo>
                  <a:moveTo>
                    <a:pt x="149524" y="126403"/>
                  </a:moveTo>
                  <a:cubicBezTo>
                    <a:pt x="145690" y="126403"/>
                    <a:pt x="143135" y="123849"/>
                    <a:pt x="143135" y="120019"/>
                  </a:cubicBezTo>
                  <a:cubicBezTo>
                    <a:pt x="143135" y="116188"/>
                    <a:pt x="145690" y="113635"/>
                    <a:pt x="149524" y="113635"/>
                  </a:cubicBezTo>
                  <a:lnTo>
                    <a:pt x="189781" y="113635"/>
                  </a:lnTo>
                  <a:cubicBezTo>
                    <a:pt x="193615" y="113635"/>
                    <a:pt x="196171" y="116188"/>
                    <a:pt x="196171" y="120019"/>
                  </a:cubicBezTo>
                  <a:cubicBezTo>
                    <a:pt x="196171" y="123849"/>
                    <a:pt x="193615" y="126403"/>
                    <a:pt x="189781" y="126403"/>
                  </a:cubicBezTo>
                  <a:lnTo>
                    <a:pt x="188503" y="126403"/>
                  </a:lnTo>
                  <a:lnTo>
                    <a:pt x="188503" y="171729"/>
                  </a:lnTo>
                  <a:cubicBezTo>
                    <a:pt x="188503" y="175560"/>
                    <a:pt x="185308" y="178113"/>
                    <a:pt x="182113" y="178113"/>
                  </a:cubicBezTo>
                  <a:cubicBezTo>
                    <a:pt x="180196" y="178113"/>
                    <a:pt x="178918" y="177475"/>
                    <a:pt x="177640" y="176198"/>
                  </a:cubicBezTo>
                  <a:lnTo>
                    <a:pt x="173806" y="172368"/>
                  </a:lnTo>
                  <a:lnTo>
                    <a:pt x="168694" y="177475"/>
                  </a:lnTo>
                  <a:cubicBezTo>
                    <a:pt x="167416" y="178752"/>
                    <a:pt x="166138" y="179390"/>
                    <a:pt x="164221" y="179390"/>
                  </a:cubicBezTo>
                  <a:cubicBezTo>
                    <a:pt x="163582" y="179390"/>
                    <a:pt x="162304" y="179390"/>
                    <a:pt x="161665" y="178752"/>
                  </a:cubicBezTo>
                  <a:cubicBezTo>
                    <a:pt x="159109" y="177475"/>
                    <a:pt x="157832" y="175560"/>
                    <a:pt x="157832" y="173006"/>
                  </a:cubicBezTo>
                  <a:lnTo>
                    <a:pt x="157832" y="127041"/>
                  </a:lnTo>
                  <a:lnTo>
                    <a:pt x="149524" y="126403"/>
                  </a:lnTo>
                  <a:close/>
                  <a:moveTo>
                    <a:pt x="88181" y="117465"/>
                  </a:moveTo>
                  <a:lnTo>
                    <a:pt x="88181" y="98313"/>
                  </a:lnTo>
                  <a:cubicBezTo>
                    <a:pt x="87542" y="89376"/>
                    <a:pt x="92015" y="81077"/>
                    <a:pt x="99044" y="75331"/>
                  </a:cubicBezTo>
                  <a:cubicBezTo>
                    <a:pt x="103517" y="72777"/>
                    <a:pt x="109268" y="72139"/>
                    <a:pt x="113741" y="74693"/>
                  </a:cubicBezTo>
                  <a:lnTo>
                    <a:pt x="240262" y="76608"/>
                  </a:lnTo>
                  <a:cubicBezTo>
                    <a:pt x="244096" y="76608"/>
                    <a:pt x="246652" y="79161"/>
                    <a:pt x="246652" y="82992"/>
                  </a:cubicBezTo>
                  <a:cubicBezTo>
                    <a:pt x="246652" y="86184"/>
                    <a:pt x="244096" y="88737"/>
                    <a:pt x="240901" y="89376"/>
                  </a:cubicBezTo>
                  <a:lnTo>
                    <a:pt x="238984" y="98313"/>
                  </a:lnTo>
                  <a:cubicBezTo>
                    <a:pt x="237067" y="106612"/>
                    <a:pt x="237067" y="114912"/>
                    <a:pt x="238345" y="123211"/>
                  </a:cubicBezTo>
                  <a:lnTo>
                    <a:pt x="239623" y="132148"/>
                  </a:lnTo>
                  <a:cubicBezTo>
                    <a:pt x="243457" y="132148"/>
                    <a:pt x="246013" y="135340"/>
                    <a:pt x="246013" y="138532"/>
                  </a:cubicBezTo>
                  <a:cubicBezTo>
                    <a:pt x="246013" y="141724"/>
                    <a:pt x="242818" y="144916"/>
                    <a:pt x="239623" y="144916"/>
                  </a:cubicBezTo>
                  <a:lnTo>
                    <a:pt x="239623" y="144916"/>
                  </a:lnTo>
                  <a:lnTo>
                    <a:pt x="198727" y="144278"/>
                  </a:lnTo>
                  <a:cubicBezTo>
                    <a:pt x="194893" y="144278"/>
                    <a:pt x="192337" y="141724"/>
                    <a:pt x="192337" y="137894"/>
                  </a:cubicBezTo>
                  <a:cubicBezTo>
                    <a:pt x="192337" y="134064"/>
                    <a:pt x="194893" y="131510"/>
                    <a:pt x="198727" y="131510"/>
                  </a:cubicBezTo>
                  <a:lnTo>
                    <a:pt x="227482" y="132148"/>
                  </a:lnTo>
                  <a:lnTo>
                    <a:pt x="226204" y="125764"/>
                  </a:lnTo>
                  <a:cubicBezTo>
                    <a:pt x="224287" y="116188"/>
                    <a:pt x="224926" y="105974"/>
                    <a:pt x="226843" y="96398"/>
                  </a:cubicBezTo>
                  <a:lnTo>
                    <a:pt x="228121" y="90014"/>
                  </a:lnTo>
                  <a:lnTo>
                    <a:pt x="112463" y="88099"/>
                  </a:lnTo>
                  <a:cubicBezTo>
                    <a:pt x="111185" y="88099"/>
                    <a:pt x="110546" y="88099"/>
                    <a:pt x="109907" y="87461"/>
                  </a:cubicBezTo>
                  <a:cubicBezTo>
                    <a:pt x="108629" y="86822"/>
                    <a:pt x="107351" y="86822"/>
                    <a:pt x="106073" y="87461"/>
                  </a:cubicBezTo>
                  <a:cubicBezTo>
                    <a:pt x="102878" y="90653"/>
                    <a:pt x="100961" y="95121"/>
                    <a:pt x="101600" y="99590"/>
                  </a:cubicBezTo>
                  <a:lnTo>
                    <a:pt x="101600" y="119380"/>
                  </a:lnTo>
                  <a:cubicBezTo>
                    <a:pt x="100961" y="126403"/>
                    <a:pt x="102878" y="130872"/>
                    <a:pt x="104795" y="132148"/>
                  </a:cubicBezTo>
                  <a:cubicBezTo>
                    <a:pt x="106712" y="132787"/>
                    <a:pt x="108629" y="132787"/>
                    <a:pt x="109907" y="131510"/>
                  </a:cubicBezTo>
                  <a:cubicBezTo>
                    <a:pt x="110546" y="130872"/>
                    <a:pt x="111824" y="130872"/>
                    <a:pt x="113102" y="130872"/>
                  </a:cubicBezTo>
                  <a:lnTo>
                    <a:pt x="146969" y="131510"/>
                  </a:lnTo>
                  <a:cubicBezTo>
                    <a:pt x="150803" y="131510"/>
                    <a:pt x="153358" y="134064"/>
                    <a:pt x="153358" y="137894"/>
                  </a:cubicBezTo>
                  <a:cubicBezTo>
                    <a:pt x="153358" y="141724"/>
                    <a:pt x="150803" y="144278"/>
                    <a:pt x="146969" y="144278"/>
                  </a:cubicBezTo>
                  <a:lnTo>
                    <a:pt x="146969" y="144278"/>
                  </a:lnTo>
                  <a:lnTo>
                    <a:pt x="114380" y="143640"/>
                  </a:lnTo>
                  <a:cubicBezTo>
                    <a:pt x="111824" y="144916"/>
                    <a:pt x="109268" y="145555"/>
                    <a:pt x="106712" y="145555"/>
                  </a:cubicBezTo>
                  <a:cubicBezTo>
                    <a:pt x="103517" y="145555"/>
                    <a:pt x="100322" y="144278"/>
                    <a:pt x="97766" y="143001"/>
                  </a:cubicBezTo>
                  <a:cubicBezTo>
                    <a:pt x="90737" y="137256"/>
                    <a:pt x="87542" y="128318"/>
                    <a:pt x="89459" y="119380"/>
                  </a:cubicBezTo>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path>
              </a:pathLst>
            </a:custGeom>
            <a:solidFill>
              <a:srgbClr val="26890D"/>
            </a:solidFill>
            <a:ln w="6390" cap="flat">
              <a:noFill/>
              <a:prstDash val="solid"/>
              <a:miter/>
            </a:ln>
          </p:spPr>
          <p:txBody>
            <a:bodyPr rtlCol="0" anchor="ctr"/>
            <a:lstStyle/>
            <a:p>
              <a:endParaRPr lang="en-US"/>
            </a:p>
          </p:txBody>
        </p:sp>
      </p:grpSp>
      <p:grpSp>
        <p:nvGrpSpPr>
          <p:cNvPr id="27" name="Graphic 4">
            <a:extLst>
              <a:ext uri="{FF2B5EF4-FFF2-40B4-BE49-F238E27FC236}">
                <a16:creationId xmlns:a16="http://schemas.microsoft.com/office/drawing/2014/main" id="{6F9F37C6-177F-A14E-AB2F-FB77580483F8}"/>
              </a:ext>
            </a:extLst>
          </p:cNvPr>
          <p:cNvGrpSpPr>
            <a:grpSpLocks noChangeAspect="1"/>
          </p:cNvGrpSpPr>
          <p:nvPr/>
        </p:nvGrpSpPr>
        <p:grpSpPr>
          <a:xfrm>
            <a:off x="1952125" y="2370535"/>
            <a:ext cx="362313" cy="361971"/>
            <a:chOff x="1952125" y="2370535"/>
            <a:chExt cx="362313" cy="361971"/>
          </a:xfrm>
          <a:solidFill>
            <a:srgbClr val="26890D"/>
          </a:solidFill>
        </p:grpSpPr>
        <p:sp>
          <p:nvSpPr>
            <p:cNvPr id="28" name="Graphic 4">
              <a:extLst>
                <a:ext uri="{FF2B5EF4-FFF2-40B4-BE49-F238E27FC236}">
                  <a16:creationId xmlns:a16="http://schemas.microsoft.com/office/drawing/2014/main" id="{54624906-337B-A94D-A1E5-C697284293CA}"/>
                </a:ext>
              </a:extLst>
            </p:cNvPr>
            <p:cNvSpPr/>
            <p:nvPr/>
          </p:nvSpPr>
          <p:spPr>
            <a:xfrm>
              <a:off x="2095260" y="2644479"/>
              <a:ext cx="79874" cy="14612"/>
            </a:xfrm>
            <a:custGeom>
              <a:avLst/>
              <a:gdLst>
                <a:gd name="connsiteX0" fmla="*/ 0 w 79874"/>
                <a:gd name="connsiteY0" fmla="*/ 14612 h 14612"/>
                <a:gd name="connsiteX1" fmla="*/ 79874 w 79874"/>
                <a:gd name="connsiteY1" fmla="*/ 14612 h 14612"/>
                <a:gd name="connsiteX2" fmla="*/ 76040 w 79874"/>
                <a:gd name="connsiteY2" fmla="*/ 3759 h 14612"/>
                <a:gd name="connsiteX3" fmla="*/ 69011 w 79874"/>
                <a:gd name="connsiteY3" fmla="*/ 567 h 14612"/>
                <a:gd name="connsiteX4" fmla="*/ 10863 w 79874"/>
                <a:gd name="connsiteY4" fmla="*/ 567 h 14612"/>
                <a:gd name="connsiteX5" fmla="*/ 0 w 79874"/>
                <a:gd name="connsiteY5" fmla="*/ 14612 h 14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874" h="14612">
                  <a:moveTo>
                    <a:pt x="0" y="14612"/>
                  </a:moveTo>
                  <a:lnTo>
                    <a:pt x="79874" y="14612"/>
                  </a:lnTo>
                  <a:cubicBezTo>
                    <a:pt x="79874" y="10782"/>
                    <a:pt x="78596" y="6951"/>
                    <a:pt x="76040" y="3759"/>
                  </a:cubicBezTo>
                  <a:cubicBezTo>
                    <a:pt x="74123" y="1844"/>
                    <a:pt x="71567" y="567"/>
                    <a:pt x="69011" y="567"/>
                  </a:cubicBezTo>
                  <a:cubicBezTo>
                    <a:pt x="49842" y="-709"/>
                    <a:pt x="11502" y="567"/>
                    <a:pt x="10863" y="567"/>
                  </a:cubicBezTo>
                  <a:cubicBezTo>
                    <a:pt x="8946" y="567"/>
                    <a:pt x="1278" y="1844"/>
                    <a:pt x="0" y="14612"/>
                  </a:cubicBezTo>
                </a:path>
              </a:pathLst>
            </a:custGeom>
            <a:solidFill>
              <a:srgbClr val="26890D"/>
            </a:solidFill>
            <a:ln w="6390" cap="flat">
              <a:noFill/>
              <a:prstDash val="solid"/>
              <a:miter/>
            </a:ln>
          </p:spPr>
          <p:txBody>
            <a:bodyPr rtlCol="0" anchor="ctr"/>
            <a:lstStyle/>
            <a:p>
              <a:endParaRPr lang="en-US"/>
            </a:p>
          </p:txBody>
        </p:sp>
        <p:sp>
          <p:nvSpPr>
            <p:cNvPr id="29" name="Graphic 4">
              <a:extLst>
                <a:ext uri="{FF2B5EF4-FFF2-40B4-BE49-F238E27FC236}">
                  <a16:creationId xmlns:a16="http://schemas.microsoft.com/office/drawing/2014/main" id="{3CBFCDA8-A535-3143-A428-417DDCB8E371}"/>
                </a:ext>
              </a:extLst>
            </p:cNvPr>
            <p:cNvSpPr/>
            <p:nvPr/>
          </p:nvSpPr>
          <p:spPr>
            <a:xfrm>
              <a:off x="2117625" y="2495022"/>
              <a:ext cx="34505" cy="31281"/>
            </a:xfrm>
            <a:custGeom>
              <a:avLst/>
              <a:gdLst>
                <a:gd name="connsiteX0" fmla="*/ 34506 w 34505"/>
                <a:gd name="connsiteY0" fmla="*/ 12130 h 31281"/>
                <a:gd name="connsiteX1" fmla="*/ 26199 w 34505"/>
                <a:gd name="connsiteY1" fmla="*/ 12130 h 31281"/>
                <a:gd name="connsiteX2" fmla="*/ 19809 w 34505"/>
                <a:gd name="connsiteY2" fmla="*/ 7661 h 31281"/>
                <a:gd name="connsiteX3" fmla="*/ 17253 w 34505"/>
                <a:gd name="connsiteY3" fmla="*/ 0 h 31281"/>
                <a:gd name="connsiteX4" fmla="*/ 14697 w 34505"/>
                <a:gd name="connsiteY4" fmla="*/ 7661 h 31281"/>
                <a:gd name="connsiteX5" fmla="*/ 8307 w 34505"/>
                <a:gd name="connsiteY5" fmla="*/ 12130 h 31281"/>
                <a:gd name="connsiteX6" fmla="*/ 0 w 34505"/>
                <a:gd name="connsiteY6" fmla="*/ 12130 h 31281"/>
                <a:gd name="connsiteX7" fmla="*/ 6390 w 34505"/>
                <a:gd name="connsiteY7" fmla="*/ 16598 h 31281"/>
                <a:gd name="connsiteX8" fmla="*/ 8946 w 34505"/>
                <a:gd name="connsiteY8" fmla="*/ 23621 h 31281"/>
                <a:gd name="connsiteX9" fmla="*/ 6390 w 34505"/>
                <a:gd name="connsiteY9" fmla="*/ 31281 h 31281"/>
                <a:gd name="connsiteX10" fmla="*/ 12780 w 34505"/>
                <a:gd name="connsiteY10" fmla="*/ 26813 h 31281"/>
                <a:gd name="connsiteX11" fmla="*/ 20448 w 34505"/>
                <a:gd name="connsiteY11" fmla="*/ 26813 h 31281"/>
                <a:gd name="connsiteX12" fmla="*/ 26838 w 34505"/>
                <a:gd name="connsiteY12" fmla="*/ 31281 h 31281"/>
                <a:gd name="connsiteX13" fmla="*/ 24282 w 34505"/>
                <a:gd name="connsiteY13" fmla="*/ 23621 h 31281"/>
                <a:gd name="connsiteX14" fmla="*/ 26838 w 34505"/>
                <a:gd name="connsiteY14" fmla="*/ 16598 h 31281"/>
                <a:gd name="connsiteX15" fmla="*/ 34506 w 34505"/>
                <a:gd name="connsiteY15" fmla="*/ 12130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505" h="31281">
                  <a:moveTo>
                    <a:pt x="34506" y="12130"/>
                  </a:moveTo>
                  <a:lnTo>
                    <a:pt x="26199" y="12130"/>
                  </a:lnTo>
                  <a:cubicBezTo>
                    <a:pt x="23643" y="12130"/>
                    <a:pt x="21087" y="10214"/>
                    <a:pt x="19809" y="7661"/>
                  </a:cubicBezTo>
                  <a:lnTo>
                    <a:pt x="17253" y="0"/>
                  </a:lnTo>
                  <a:lnTo>
                    <a:pt x="14697" y="7661"/>
                  </a:lnTo>
                  <a:cubicBezTo>
                    <a:pt x="14058" y="10214"/>
                    <a:pt x="11502" y="12130"/>
                    <a:pt x="8307" y="12130"/>
                  </a:cubicBezTo>
                  <a:lnTo>
                    <a:pt x="0" y="12130"/>
                  </a:lnTo>
                  <a:lnTo>
                    <a:pt x="6390" y="16598"/>
                  </a:lnTo>
                  <a:cubicBezTo>
                    <a:pt x="8946" y="17875"/>
                    <a:pt x="9585" y="21067"/>
                    <a:pt x="8946" y="23621"/>
                  </a:cubicBezTo>
                  <a:lnTo>
                    <a:pt x="6390" y="31281"/>
                  </a:lnTo>
                  <a:lnTo>
                    <a:pt x="12780" y="26813"/>
                  </a:lnTo>
                  <a:cubicBezTo>
                    <a:pt x="15336" y="24897"/>
                    <a:pt x="17892" y="24897"/>
                    <a:pt x="20448" y="26813"/>
                  </a:cubicBezTo>
                  <a:lnTo>
                    <a:pt x="26838" y="31281"/>
                  </a:lnTo>
                  <a:lnTo>
                    <a:pt x="24282" y="23621"/>
                  </a:lnTo>
                  <a:cubicBezTo>
                    <a:pt x="23643" y="21067"/>
                    <a:pt x="24282" y="17875"/>
                    <a:pt x="26838" y="16598"/>
                  </a:cubicBezTo>
                  <a:lnTo>
                    <a:pt x="34506" y="12130"/>
                  </a:lnTo>
                  <a:close/>
                </a:path>
              </a:pathLst>
            </a:custGeom>
            <a:solidFill>
              <a:srgbClr val="26890D"/>
            </a:solidFill>
            <a:ln w="6390" cap="flat">
              <a:noFill/>
              <a:prstDash val="solid"/>
              <a:miter/>
            </a:ln>
          </p:spPr>
          <p:txBody>
            <a:bodyPr rtlCol="0" anchor="ctr"/>
            <a:lstStyle/>
            <a:p>
              <a:endParaRPr lang="en-US"/>
            </a:p>
          </p:txBody>
        </p:sp>
        <p:sp>
          <p:nvSpPr>
            <p:cNvPr id="30" name="Graphic 4">
              <a:extLst>
                <a:ext uri="{FF2B5EF4-FFF2-40B4-BE49-F238E27FC236}">
                  <a16:creationId xmlns:a16="http://schemas.microsoft.com/office/drawing/2014/main" id="{245DF2A0-EB19-E54B-9225-1F08BE273DB3}"/>
                </a:ext>
              </a:extLst>
            </p:cNvPr>
            <p:cNvSpPr/>
            <p:nvPr/>
          </p:nvSpPr>
          <p:spPr>
            <a:xfrm>
              <a:off x="2045322" y="2484808"/>
              <a:ext cx="25017" cy="32558"/>
            </a:xfrm>
            <a:custGeom>
              <a:avLst/>
              <a:gdLst>
                <a:gd name="connsiteX0" fmla="*/ 23100 w 25017"/>
                <a:gd name="connsiteY0" fmla="*/ 0 h 32558"/>
                <a:gd name="connsiteX1" fmla="*/ 97 w 25017"/>
                <a:gd name="connsiteY1" fmla="*/ 0 h 32558"/>
                <a:gd name="connsiteX2" fmla="*/ 25017 w 25017"/>
                <a:gd name="connsiteY2" fmla="*/ 32558 h 32558"/>
                <a:gd name="connsiteX3" fmla="*/ 25017 w 25017"/>
                <a:gd name="connsiteY3" fmla="*/ 0 h 32558"/>
                <a:gd name="connsiteX4" fmla="*/ 23100 w 25017"/>
                <a:gd name="connsiteY4" fmla="*/ 0 h 32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17" h="32558">
                  <a:moveTo>
                    <a:pt x="23100" y="0"/>
                  </a:moveTo>
                  <a:lnTo>
                    <a:pt x="97" y="0"/>
                  </a:lnTo>
                  <a:cubicBezTo>
                    <a:pt x="-542" y="7022"/>
                    <a:pt x="1374" y="21067"/>
                    <a:pt x="25017" y="32558"/>
                  </a:cubicBezTo>
                  <a:lnTo>
                    <a:pt x="25017" y="0"/>
                  </a:lnTo>
                  <a:cubicBezTo>
                    <a:pt x="24378" y="0"/>
                    <a:pt x="23739" y="0"/>
                    <a:pt x="23100" y="0"/>
                  </a:cubicBezTo>
                </a:path>
              </a:pathLst>
            </a:custGeom>
            <a:solidFill>
              <a:srgbClr val="26890D"/>
            </a:solidFill>
            <a:ln w="6390" cap="flat">
              <a:noFill/>
              <a:prstDash val="solid"/>
              <a:miter/>
            </a:ln>
          </p:spPr>
          <p:txBody>
            <a:bodyPr rtlCol="0" anchor="ctr"/>
            <a:lstStyle/>
            <a:p>
              <a:endParaRPr lang="en-US"/>
            </a:p>
          </p:txBody>
        </p:sp>
        <p:sp>
          <p:nvSpPr>
            <p:cNvPr id="31" name="Graphic 4">
              <a:extLst>
                <a:ext uri="{FF2B5EF4-FFF2-40B4-BE49-F238E27FC236}">
                  <a16:creationId xmlns:a16="http://schemas.microsoft.com/office/drawing/2014/main" id="{C6F5BCB6-3BB6-B542-9F38-252D524F2295}"/>
                </a:ext>
              </a:extLst>
            </p:cNvPr>
            <p:cNvSpPr/>
            <p:nvPr/>
          </p:nvSpPr>
          <p:spPr>
            <a:xfrm>
              <a:off x="1952125" y="2370535"/>
              <a:ext cx="362313" cy="361971"/>
            </a:xfrm>
            <a:custGeom>
              <a:avLst/>
              <a:gdLst>
                <a:gd name="connsiteX0" fmla="*/ 249847 w 362313"/>
                <a:gd name="connsiteY0" fmla="*/ 159600 h 361971"/>
                <a:gd name="connsiteX1" fmla="*/ 248569 w 362313"/>
                <a:gd name="connsiteY1" fmla="*/ 159600 h 361971"/>
                <a:gd name="connsiteX2" fmla="*/ 248569 w 362313"/>
                <a:gd name="connsiteY2" fmla="*/ 163430 h 361971"/>
                <a:gd name="connsiteX3" fmla="*/ 189142 w 362313"/>
                <a:gd name="connsiteY3" fmla="*/ 217055 h 361971"/>
                <a:gd name="connsiteX4" fmla="*/ 189142 w 362313"/>
                <a:gd name="connsiteY4" fmla="*/ 261105 h 361971"/>
                <a:gd name="connsiteX5" fmla="*/ 212785 w 362313"/>
                <a:gd name="connsiteY5" fmla="*/ 261743 h 361971"/>
                <a:gd name="connsiteX6" fmla="*/ 229399 w 362313"/>
                <a:gd name="connsiteY6" fmla="*/ 269404 h 361971"/>
                <a:gd name="connsiteX7" fmla="*/ 236428 w 362313"/>
                <a:gd name="connsiteY7" fmla="*/ 295578 h 361971"/>
                <a:gd name="connsiteX8" fmla="*/ 230038 w 362313"/>
                <a:gd name="connsiteY8" fmla="*/ 301324 h 361971"/>
                <a:gd name="connsiteX9" fmla="*/ 137384 w 362313"/>
                <a:gd name="connsiteY9" fmla="*/ 301324 h 361971"/>
                <a:gd name="connsiteX10" fmla="*/ 130994 w 362313"/>
                <a:gd name="connsiteY10" fmla="*/ 294940 h 361971"/>
                <a:gd name="connsiteX11" fmla="*/ 138662 w 362313"/>
                <a:gd name="connsiteY11" fmla="*/ 269404 h 361971"/>
                <a:gd name="connsiteX12" fmla="*/ 154637 w 362313"/>
                <a:gd name="connsiteY12" fmla="*/ 261743 h 361971"/>
                <a:gd name="connsiteX13" fmla="*/ 177001 w 362313"/>
                <a:gd name="connsiteY13" fmla="*/ 261105 h 361971"/>
                <a:gd name="connsiteX14" fmla="*/ 177001 w 362313"/>
                <a:gd name="connsiteY14" fmla="*/ 217055 h 361971"/>
                <a:gd name="connsiteX15" fmla="*/ 118853 w 362313"/>
                <a:gd name="connsiteY15" fmla="*/ 162792 h 361971"/>
                <a:gd name="connsiteX16" fmla="*/ 118853 w 362313"/>
                <a:gd name="connsiteY16" fmla="*/ 158323 h 361971"/>
                <a:gd name="connsiteX17" fmla="*/ 116936 w 362313"/>
                <a:gd name="connsiteY17" fmla="*/ 158323 h 361971"/>
                <a:gd name="connsiteX18" fmla="*/ 114380 w 362313"/>
                <a:gd name="connsiteY18" fmla="*/ 157684 h 361971"/>
                <a:gd name="connsiteX19" fmla="*/ 83069 w 362313"/>
                <a:gd name="connsiteY19" fmla="*/ 104697 h 361971"/>
                <a:gd name="connsiteX20" fmla="*/ 88820 w 362313"/>
                <a:gd name="connsiteY20" fmla="*/ 100867 h 361971"/>
                <a:gd name="connsiteX21" fmla="*/ 116936 w 362313"/>
                <a:gd name="connsiteY21" fmla="*/ 100867 h 361971"/>
                <a:gd name="connsiteX22" fmla="*/ 118853 w 362313"/>
                <a:gd name="connsiteY22" fmla="*/ 101505 h 361971"/>
                <a:gd name="connsiteX23" fmla="*/ 118853 w 362313"/>
                <a:gd name="connsiteY23" fmla="*/ 81076 h 361971"/>
                <a:gd name="connsiteX24" fmla="*/ 125243 w 362313"/>
                <a:gd name="connsiteY24" fmla="*/ 74692 h 361971"/>
                <a:gd name="connsiteX25" fmla="*/ 243457 w 362313"/>
                <a:gd name="connsiteY25" fmla="*/ 74692 h 361971"/>
                <a:gd name="connsiteX26" fmla="*/ 249847 w 362313"/>
                <a:gd name="connsiteY26" fmla="*/ 81076 h 361971"/>
                <a:gd name="connsiteX27" fmla="*/ 249847 w 362313"/>
                <a:gd name="connsiteY27" fmla="*/ 102144 h 361971"/>
                <a:gd name="connsiteX28" fmla="*/ 276684 w 362313"/>
                <a:gd name="connsiteY28" fmla="*/ 102144 h 361971"/>
                <a:gd name="connsiteX29" fmla="*/ 282435 w 362313"/>
                <a:gd name="connsiteY29" fmla="*/ 105974 h 361971"/>
                <a:gd name="connsiteX30" fmla="*/ 249847 w 362313"/>
                <a:gd name="connsiteY30" fmla="*/ 159600 h 361971"/>
                <a:gd name="connsiteX31" fmla="*/ 181474 w 362313"/>
                <a:gd name="connsiteY31" fmla="*/ 0 h 361971"/>
                <a:gd name="connsiteX32" fmla="*/ 0 w 362313"/>
                <a:gd name="connsiteY32" fmla="*/ 180667 h 361971"/>
                <a:gd name="connsiteX33" fmla="*/ 180835 w 362313"/>
                <a:gd name="connsiteY33" fmla="*/ 361972 h 361971"/>
                <a:gd name="connsiteX34" fmla="*/ 362310 w 362313"/>
                <a:gd name="connsiteY34" fmla="*/ 181305 h 361971"/>
                <a:gd name="connsiteX35" fmla="*/ 362310 w 362313"/>
                <a:gd name="connsiteY35" fmla="*/ 181305 h 361971"/>
                <a:gd name="connsiteX36" fmla="*/ 181474 w 362313"/>
                <a:gd name="connsiteY36"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313" h="361971">
                  <a:moveTo>
                    <a:pt x="249847" y="159600"/>
                  </a:moveTo>
                  <a:cubicBezTo>
                    <a:pt x="249208" y="159600"/>
                    <a:pt x="248569" y="159600"/>
                    <a:pt x="248569" y="159600"/>
                  </a:cubicBezTo>
                  <a:lnTo>
                    <a:pt x="248569" y="163430"/>
                  </a:lnTo>
                  <a:cubicBezTo>
                    <a:pt x="244735" y="193435"/>
                    <a:pt x="219175" y="216417"/>
                    <a:pt x="189142" y="217055"/>
                  </a:cubicBezTo>
                  <a:lnTo>
                    <a:pt x="189142" y="261105"/>
                  </a:lnTo>
                  <a:cubicBezTo>
                    <a:pt x="197449" y="261105"/>
                    <a:pt x="206395" y="261105"/>
                    <a:pt x="212785" y="261743"/>
                  </a:cubicBezTo>
                  <a:cubicBezTo>
                    <a:pt x="219175" y="261743"/>
                    <a:pt x="224926" y="264935"/>
                    <a:pt x="229399" y="269404"/>
                  </a:cubicBezTo>
                  <a:cubicBezTo>
                    <a:pt x="235150" y="277065"/>
                    <a:pt x="237067" y="286002"/>
                    <a:pt x="236428" y="295578"/>
                  </a:cubicBezTo>
                  <a:cubicBezTo>
                    <a:pt x="236428" y="298770"/>
                    <a:pt x="233233" y="301324"/>
                    <a:pt x="230038" y="301324"/>
                  </a:cubicBezTo>
                  <a:lnTo>
                    <a:pt x="137384" y="301324"/>
                  </a:lnTo>
                  <a:cubicBezTo>
                    <a:pt x="133550" y="301324"/>
                    <a:pt x="130994" y="298770"/>
                    <a:pt x="130994" y="294940"/>
                  </a:cubicBezTo>
                  <a:cubicBezTo>
                    <a:pt x="129716" y="286002"/>
                    <a:pt x="132272" y="276426"/>
                    <a:pt x="138662" y="269404"/>
                  </a:cubicBezTo>
                  <a:cubicBezTo>
                    <a:pt x="142496" y="264935"/>
                    <a:pt x="148247" y="262382"/>
                    <a:pt x="154637" y="261743"/>
                  </a:cubicBezTo>
                  <a:cubicBezTo>
                    <a:pt x="155275" y="261743"/>
                    <a:pt x="165499" y="261743"/>
                    <a:pt x="177001" y="261105"/>
                  </a:cubicBezTo>
                  <a:lnTo>
                    <a:pt x="177001" y="217055"/>
                  </a:lnTo>
                  <a:cubicBezTo>
                    <a:pt x="119492" y="213863"/>
                    <a:pt x="118853" y="163430"/>
                    <a:pt x="118853" y="162792"/>
                  </a:cubicBezTo>
                  <a:lnTo>
                    <a:pt x="118853" y="158323"/>
                  </a:lnTo>
                  <a:cubicBezTo>
                    <a:pt x="118214" y="158323"/>
                    <a:pt x="117575" y="158323"/>
                    <a:pt x="116936" y="158323"/>
                  </a:cubicBezTo>
                  <a:cubicBezTo>
                    <a:pt x="116297" y="158323"/>
                    <a:pt x="115019" y="158323"/>
                    <a:pt x="114380" y="157684"/>
                  </a:cubicBezTo>
                  <a:cubicBezTo>
                    <a:pt x="70289" y="137256"/>
                    <a:pt x="83069" y="104697"/>
                    <a:pt x="83069" y="104697"/>
                  </a:cubicBezTo>
                  <a:cubicBezTo>
                    <a:pt x="83708" y="102144"/>
                    <a:pt x="86264" y="100867"/>
                    <a:pt x="88820" y="100867"/>
                  </a:cubicBezTo>
                  <a:lnTo>
                    <a:pt x="116936" y="100867"/>
                  </a:lnTo>
                  <a:cubicBezTo>
                    <a:pt x="117575" y="100867"/>
                    <a:pt x="118214" y="100867"/>
                    <a:pt x="118853" y="101505"/>
                  </a:cubicBezTo>
                  <a:lnTo>
                    <a:pt x="118853" y="81076"/>
                  </a:lnTo>
                  <a:cubicBezTo>
                    <a:pt x="118853" y="77246"/>
                    <a:pt x="121409" y="74692"/>
                    <a:pt x="125243" y="74692"/>
                  </a:cubicBezTo>
                  <a:lnTo>
                    <a:pt x="243457" y="74692"/>
                  </a:lnTo>
                  <a:cubicBezTo>
                    <a:pt x="247291" y="74692"/>
                    <a:pt x="249847" y="77246"/>
                    <a:pt x="249847" y="81076"/>
                  </a:cubicBezTo>
                  <a:lnTo>
                    <a:pt x="249847" y="102144"/>
                  </a:lnTo>
                  <a:lnTo>
                    <a:pt x="276684" y="102144"/>
                  </a:lnTo>
                  <a:cubicBezTo>
                    <a:pt x="279240" y="102144"/>
                    <a:pt x="281796" y="103420"/>
                    <a:pt x="282435" y="105974"/>
                  </a:cubicBezTo>
                  <a:cubicBezTo>
                    <a:pt x="281157" y="105974"/>
                    <a:pt x="293937" y="138532"/>
                    <a:pt x="249847" y="159600"/>
                  </a:cubicBezTo>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6"/>
                    <a:pt x="281796" y="0"/>
                    <a:pt x="181474" y="0"/>
                  </a:cubicBezTo>
                </a:path>
              </a:pathLst>
            </a:custGeom>
            <a:solidFill>
              <a:srgbClr val="26890D"/>
            </a:solidFill>
            <a:ln w="6390" cap="flat">
              <a:noFill/>
              <a:prstDash val="solid"/>
              <a:miter/>
            </a:ln>
          </p:spPr>
          <p:txBody>
            <a:bodyPr rtlCol="0" anchor="ctr"/>
            <a:lstStyle/>
            <a:p>
              <a:endParaRPr lang="en-US"/>
            </a:p>
          </p:txBody>
        </p:sp>
        <p:sp>
          <p:nvSpPr>
            <p:cNvPr id="32" name="Graphic 4">
              <a:extLst>
                <a:ext uri="{FF2B5EF4-FFF2-40B4-BE49-F238E27FC236}">
                  <a16:creationId xmlns:a16="http://schemas.microsoft.com/office/drawing/2014/main" id="{378D3563-D43D-0241-9205-64B714CDF534}"/>
                </a:ext>
              </a:extLst>
            </p:cNvPr>
            <p:cNvSpPr/>
            <p:nvPr/>
          </p:nvSpPr>
          <p:spPr>
            <a:xfrm>
              <a:off x="2200694" y="2485446"/>
              <a:ext cx="21824" cy="30643"/>
            </a:xfrm>
            <a:custGeom>
              <a:avLst/>
              <a:gdLst>
                <a:gd name="connsiteX0" fmla="*/ 0 w 21824"/>
                <a:gd name="connsiteY0" fmla="*/ 0 h 30643"/>
                <a:gd name="connsiteX1" fmla="*/ 0 w 21824"/>
                <a:gd name="connsiteY1" fmla="*/ 30643 h 30643"/>
                <a:gd name="connsiteX2" fmla="*/ 21726 w 21824"/>
                <a:gd name="connsiteY2" fmla="*/ 0 h 30643"/>
                <a:gd name="connsiteX3" fmla="*/ 0 w 21824"/>
                <a:gd name="connsiteY3" fmla="*/ 0 h 30643"/>
              </a:gdLst>
              <a:ahLst/>
              <a:cxnLst>
                <a:cxn ang="0">
                  <a:pos x="connsiteX0" y="connsiteY0"/>
                </a:cxn>
                <a:cxn ang="0">
                  <a:pos x="connsiteX1" y="connsiteY1"/>
                </a:cxn>
                <a:cxn ang="0">
                  <a:pos x="connsiteX2" y="connsiteY2"/>
                </a:cxn>
                <a:cxn ang="0">
                  <a:pos x="connsiteX3" y="connsiteY3"/>
                </a:cxn>
              </a:cxnLst>
              <a:rect l="l" t="t" r="r" b="b"/>
              <a:pathLst>
                <a:path w="21824" h="30643">
                  <a:moveTo>
                    <a:pt x="0" y="0"/>
                  </a:moveTo>
                  <a:lnTo>
                    <a:pt x="0" y="30643"/>
                  </a:lnTo>
                  <a:cubicBezTo>
                    <a:pt x="20448" y="19790"/>
                    <a:pt x="22365" y="6384"/>
                    <a:pt x="21726" y="0"/>
                  </a:cubicBezTo>
                  <a:lnTo>
                    <a:pt x="0" y="0"/>
                  </a:lnTo>
                  <a:close/>
                </a:path>
              </a:pathLst>
            </a:custGeom>
            <a:solidFill>
              <a:srgbClr val="26890D"/>
            </a:solidFill>
            <a:ln w="6390" cap="flat">
              <a:noFill/>
              <a:prstDash val="solid"/>
              <a:miter/>
            </a:ln>
          </p:spPr>
          <p:txBody>
            <a:bodyPr rtlCol="0" anchor="ctr"/>
            <a:lstStyle/>
            <a:p>
              <a:endParaRPr lang="en-US"/>
            </a:p>
          </p:txBody>
        </p:sp>
        <p:sp>
          <p:nvSpPr>
            <p:cNvPr id="33" name="Graphic 4">
              <a:extLst>
                <a:ext uri="{FF2B5EF4-FFF2-40B4-BE49-F238E27FC236}">
                  <a16:creationId xmlns:a16="http://schemas.microsoft.com/office/drawing/2014/main" id="{9E16C5D6-AED1-E44B-A682-D9FE7B3A0C57}"/>
                </a:ext>
              </a:extLst>
            </p:cNvPr>
            <p:cNvSpPr/>
            <p:nvPr/>
          </p:nvSpPr>
          <p:spPr>
            <a:xfrm>
              <a:off x="2083119" y="2457995"/>
              <a:ext cx="104794" cy="117465"/>
            </a:xfrm>
            <a:custGeom>
              <a:avLst/>
              <a:gdLst>
                <a:gd name="connsiteX0" fmla="*/ 92654 w 104794"/>
                <a:gd name="connsiteY0" fmla="*/ 47880 h 117465"/>
                <a:gd name="connsiteX1" fmla="*/ 74123 w 104794"/>
                <a:gd name="connsiteY1" fmla="*/ 61286 h 117465"/>
                <a:gd name="connsiteX2" fmla="*/ 81152 w 104794"/>
                <a:gd name="connsiteY2" fmla="*/ 82992 h 117465"/>
                <a:gd name="connsiteX3" fmla="*/ 77318 w 104794"/>
                <a:gd name="connsiteY3" fmla="*/ 91291 h 117465"/>
                <a:gd name="connsiteX4" fmla="*/ 75401 w 104794"/>
                <a:gd name="connsiteY4" fmla="*/ 91291 h 117465"/>
                <a:gd name="connsiteX5" fmla="*/ 71567 w 104794"/>
                <a:gd name="connsiteY5" fmla="*/ 90014 h 117465"/>
                <a:gd name="connsiteX6" fmla="*/ 53036 w 104794"/>
                <a:gd name="connsiteY6" fmla="*/ 76608 h 117465"/>
                <a:gd name="connsiteX7" fmla="*/ 34506 w 104794"/>
                <a:gd name="connsiteY7" fmla="*/ 90014 h 117465"/>
                <a:gd name="connsiteX8" fmla="*/ 26838 w 104794"/>
                <a:gd name="connsiteY8" fmla="*/ 90014 h 117465"/>
                <a:gd name="connsiteX9" fmla="*/ 24282 w 104794"/>
                <a:gd name="connsiteY9" fmla="*/ 82992 h 117465"/>
                <a:gd name="connsiteX10" fmla="*/ 31311 w 104794"/>
                <a:gd name="connsiteY10" fmla="*/ 61286 h 117465"/>
                <a:gd name="connsiteX11" fmla="*/ 12780 w 104794"/>
                <a:gd name="connsiteY11" fmla="*/ 47880 h 117465"/>
                <a:gd name="connsiteX12" fmla="*/ 11502 w 104794"/>
                <a:gd name="connsiteY12" fmla="*/ 38942 h 117465"/>
                <a:gd name="connsiteX13" fmla="*/ 16614 w 104794"/>
                <a:gd name="connsiteY13" fmla="*/ 36389 h 117465"/>
                <a:gd name="connsiteX14" fmla="*/ 39618 w 104794"/>
                <a:gd name="connsiteY14" fmla="*/ 36389 h 117465"/>
                <a:gd name="connsiteX15" fmla="*/ 46646 w 104794"/>
                <a:gd name="connsiteY15" fmla="*/ 14683 h 117465"/>
                <a:gd name="connsiteX16" fmla="*/ 54954 w 104794"/>
                <a:gd name="connsiteY16" fmla="*/ 10853 h 117465"/>
                <a:gd name="connsiteX17" fmla="*/ 58788 w 104794"/>
                <a:gd name="connsiteY17" fmla="*/ 14683 h 117465"/>
                <a:gd name="connsiteX18" fmla="*/ 65816 w 104794"/>
                <a:gd name="connsiteY18" fmla="*/ 36389 h 117465"/>
                <a:gd name="connsiteX19" fmla="*/ 88820 w 104794"/>
                <a:gd name="connsiteY19" fmla="*/ 36389 h 117465"/>
                <a:gd name="connsiteX20" fmla="*/ 95210 w 104794"/>
                <a:gd name="connsiteY20" fmla="*/ 42773 h 117465"/>
                <a:gd name="connsiteX21" fmla="*/ 92654 w 104794"/>
                <a:gd name="connsiteY21" fmla="*/ 47880 h 117465"/>
                <a:gd name="connsiteX22" fmla="*/ 0 w 104794"/>
                <a:gd name="connsiteY22" fmla="*/ 0 h 117465"/>
                <a:gd name="connsiteX23" fmla="*/ 0 w 104794"/>
                <a:gd name="connsiteY23" fmla="*/ 75969 h 117465"/>
                <a:gd name="connsiteX24" fmla="*/ 51759 w 104794"/>
                <a:gd name="connsiteY24" fmla="*/ 117465 h 117465"/>
                <a:gd name="connsiteX25" fmla="*/ 104795 w 104794"/>
                <a:gd name="connsiteY25" fmla="*/ 75331 h 117465"/>
                <a:gd name="connsiteX26" fmla="*/ 104795 w 104794"/>
                <a:gd name="connsiteY26" fmla="*/ 0 h 117465"/>
                <a:gd name="connsiteX27" fmla="*/ 0 w 104794"/>
                <a:gd name="connsiteY27" fmla="*/ 0 h 11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4794" h="117465">
                  <a:moveTo>
                    <a:pt x="92654" y="47880"/>
                  </a:moveTo>
                  <a:lnTo>
                    <a:pt x="74123" y="61286"/>
                  </a:lnTo>
                  <a:lnTo>
                    <a:pt x="81152" y="82992"/>
                  </a:lnTo>
                  <a:cubicBezTo>
                    <a:pt x="82430" y="86184"/>
                    <a:pt x="80513" y="90014"/>
                    <a:pt x="77318" y="91291"/>
                  </a:cubicBezTo>
                  <a:cubicBezTo>
                    <a:pt x="76679" y="91291"/>
                    <a:pt x="76040" y="91291"/>
                    <a:pt x="75401" y="91291"/>
                  </a:cubicBezTo>
                  <a:cubicBezTo>
                    <a:pt x="74123" y="91291"/>
                    <a:pt x="72845" y="90653"/>
                    <a:pt x="71567" y="90014"/>
                  </a:cubicBezTo>
                  <a:lnTo>
                    <a:pt x="53036" y="76608"/>
                  </a:lnTo>
                  <a:lnTo>
                    <a:pt x="34506" y="90014"/>
                  </a:lnTo>
                  <a:cubicBezTo>
                    <a:pt x="32589" y="91929"/>
                    <a:pt x="29394" y="91929"/>
                    <a:pt x="26838" y="90014"/>
                  </a:cubicBezTo>
                  <a:cubicBezTo>
                    <a:pt x="24282" y="88099"/>
                    <a:pt x="23643" y="85545"/>
                    <a:pt x="24282" y="82992"/>
                  </a:cubicBezTo>
                  <a:lnTo>
                    <a:pt x="31311" y="61286"/>
                  </a:lnTo>
                  <a:lnTo>
                    <a:pt x="12780" y="47880"/>
                  </a:lnTo>
                  <a:cubicBezTo>
                    <a:pt x="10224" y="45965"/>
                    <a:pt x="9585" y="42134"/>
                    <a:pt x="11502" y="38942"/>
                  </a:cubicBezTo>
                  <a:cubicBezTo>
                    <a:pt x="12780" y="37027"/>
                    <a:pt x="14697" y="36389"/>
                    <a:pt x="16614" y="36389"/>
                  </a:cubicBezTo>
                  <a:lnTo>
                    <a:pt x="39618" y="36389"/>
                  </a:lnTo>
                  <a:lnTo>
                    <a:pt x="46646" y="14683"/>
                  </a:lnTo>
                  <a:cubicBezTo>
                    <a:pt x="47925" y="11491"/>
                    <a:pt x="51119" y="9576"/>
                    <a:pt x="54954" y="10853"/>
                  </a:cubicBezTo>
                  <a:cubicBezTo>
                    <a:pt x="56870" y="11491"/>
                    <a:pt x="58148" y="12768"/>
                    <a:pt x="58788" y="14683"/>
                  </a:cubicBezTo>
                  <a:lnTo>
                    <a:pt x="65816" y="36389"/>
                  </a:lnTo>
                  <a:lnTo>
                    <a:pt x="88820" y="36389"/>
                  </a:lnTo>
                  <a:cubicBezTo>
                    <a:pt x="92654" y="36389"/>
                    <a:pt x="95210" y="38942"/>
                    <a:pt x="95210" y="42773"/>
                  </a:cubicBezTo>
                  <a:cubicBezTo>
                    <a:pt x="95210" y="44688"/>
                    <a:pt x="93932" y="47241"/>
                    <a:pt x="92654" y="47880"/>
                  </a:cubicBezTo>
                  <a:moveTo>
                    <a:pt x="0" y="0"/>
                  </a:moveTo>
                  <a:lnTo>
                    <a:pt x="0" y="75969"/>
                  </a:lnTo>
                  <a:cubicBezTo>
                    <a:pt x="0" y="77885"/>
                    <a:pt x="639" y="117465"/>
                    <a:pt x="51759" y="117465"/>
                  </a:cubicBezTo>
                  <a:cubicBezTo>
                    <a:pt x="100322" y="117465"/>
                    <a:pt x="104795" y="77246"/>
                    <a:pt x="104795" y="75331"/>
                  </a:cubicBezTo>
                  <a:lnTo>
                    <a:pt x="104795" y="0"/>
                  </a:lnTo>
                  <a:lnTo>
                    <a:pt x="0" y="0"/>
                  </a:lnTo>
                  <a:close/>
                </a:path>
              </a:pathLst>
            </a:custGeom>
            <a:solidFill>
              <a:srgbClr val="26890D"/>
            </a:solidFill>
            <a:ln w="6390" cap="flat">
              <a:noFill/>
              <a:prstDash val="solid"/>
              <a:miter/>
            </a:ln>
          </p:spPr>
          <p:txBody>
            <a:bodyPr rtlCol="0" anchor="ctr"/>
            <a:lstStyle/>
            <a:p>
              <a:endParaRPr lang="en-US"/>
            </a:p>
          </p:txBody>
        </p:sp>
      </p:grpSp>
      <p:grpSp>
        <p:nvGrpSpPr>
          <p:cNvPr id="34" name="Graphic 4">
            <a:extLst>
              <a:ext uri="{FF2B5EF4-FFF2-40B4-BE49-F238E27FC236}">
                <a16:creationId xmlns:a16="http://schemas.microsoft.com/office/drawing/2014/main" id="{90DA5EBA-F4D0-CD40-B4DD-E3331FDDAC58}"/>
              </a:ext>
            </a:extLst>
          </p:cNvPr>
          <p:cNvGrpSpPr>
            <a:grpSpLocks noChangeAspect="1"/>
          </p:cNvGrpSpPr>
          <p:nvPr/>
        </p:nvGrpSpPr>
        <p:grpSpPr>
          <a:xfrm>
            <a:off x="1952125" y="1885990"/>
            <a:ext cx="362313" cy="361971"/>
            <a:chOff x="1952125" y="1885990"/>
            <a:chExt cx="362313" cy="361971"/>
          </a:xfrm>
          <a:solidFill>
            <a:srgbClr val="26890D"/>
          </a:solidFill>
        </p:grpSpPr>
        <p:sp>
          <p:nvSpPr>
            <p:cNvPr id="35" name="Graphic 4">
              <a:extLst>
                <a:ext uri="{FF2B5EF4-FFF2-40B4-BE49-F238E27FC236}">
                  <a16:creationId xmlns:a16="http://schemas.microsoft.com/office/drawing/2014/main" id="{C3C9302D-CB29-8649-A1CE-C8E63F170410}"/>
                </a:ext>
              </a:extLst>
            </p:cNvPr>
            <p:cNvSpPr/>
            <p:nvPr/>
          </p:nvSpPr>
          <p:spPr>
            <a:xfrm>
              <a:off x="2104845" y="2034099"/>
              <a:ext cx="57509" cy="57455"/>
            </a:xfrm>
            <a:custGeom>
              <a:avLst/>
              <a:gdLst>
                <a:gd name="connsiteX0" fmla="*/ 28755 w 57509"/>
                <a:gd name="connsiteY0" fmla="*/ 57456 h 57455"/>
                <a:gd name="connsiteX1" fmla="*/ 57509 w 57509"/>
                <a:gd name="connsiteY1" fmla="*/ 28728 h 57455"/>
                <a:gd name="connsiteX2" fmla="*/ 28755 w 57509"/>
                <a:gd name="connsiteY2" fmla="*/ 0 h 57455"/>
                <a:gd name="connsiteX3" fmla="*/ 0 w 57509"/>
                <a:gd name="connsiteY3" fmla="*/ 28728 h 57455"/>
                <a:gd name="connsiteX4" fmla="*/ 0 w 57509"/>
                <a:gd name="connsiteY4" fmla="*/ 28728 h 57455"/>
                <a:gd name="connsiteX5" fmla="*/ 28755 w 57509"/>
                <a:gd name="connsiteY5" fmla="*/ 57456 h 5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509" h="57455">
                  <a:moveTo>
                    <a:pt x="28755" y="57456"/>
                  </a:moveTo>
                  <a:cubicBezTo>
                    <a:pt x="44730" y="57456"/>
                    <a:pt x="57509" y="44688"/>
                    <a:pt x="57509" y="28728"/>
                  </a:cubicBezTo>
                  <a:cubicBezTo>
                    <a:pt x="57509" y="12768"/>
                    <a:pt x="44730" y="0"/>
                    <a:pt x="28755" y="0"/>
                  </a:cubicBezTo>
                  <a:cubicBezTo>
                    <a:pt x="12780" y="0"/>
                    <a:pt x="0" y="12768"/>
                    <a:pt x="0" y="28728"/>
                  </a:cubicBezTo>
                  <a:cubicBezTo>
                    <a:pt x="0" y="28728"/>
                    <a:pt x="0" y="28728"/>
                    <a:pt x="0" y="28728"/>
                  </a:cubicBezTo>
                  <a:cubicBezTo>
                    <a:pt x="0" y="44688"/>
                    <a:pt x="12780" y="57456"/>
                    <a:pt x="28755" y="57456"/>
                  </a:cubicBezTo>
                </a:path>
              </a:pathLst>
            </a:custGeom>
            <a:solidFill>
              <a:srgbClr val="26890D"/>
            </a:solidFill>
            <a:ln w="6390" cap="flat">
              <a:noFill/>
              <a:prstDash val="solid"/>
              <a:miter/>
            </a:ln>
          </p:spPr>
          <p:txBody>
            <a:bodyPr rtlCol="0" anchor="ctr"/>
            <a:lstStyle/>
            <a:p>
              <a:endParaRPr lang="en-US"/>
            </a:p>
          </p:txBody>
        </p:sp>
        <p:sp>
          <p:nvSpPr>
            <p:cNvPr id="36" name="Graphic 4">
              <a:extLst>
                <a:ext uri="{FF2B5EF4-FFF2-40B4-BE49-F238E27FC236}">
                  <a16:creationId xmlns:a16="http://schemas.microsoft.com/office/drawing/2014/main" id="{F77A8074-E1BF-E749-8ECC-DADD0A6DADFB}"/>
                </a:ext>
              </a:extLst>
            </p:cNvPr>
            <p:cNvSpPr/>
            <p:nvPr/>
          </p:nvSpPr>
          <p:spPr>
            <a:xfrm>
              <a:off x="2115708" y="2099854"/>
              <a:ext cx="35783" cy="46603"/>
            </a:xfrm>
            <a:custGeom>
              <a:avLst/>
              <a:gdLst>
                <a:gd name="connsiteX0" fmla="*/ 17892 w 35783"/>
                <a:gd name="connsiteY0" fmla="*/ 4469 h 46603"/>
                <a:gd name="connsiteX1" fmla="*/ 0 w 35783"/>
                <a:gd name="connsiteY1" fmla="*/ 0 h 46603"/>
                <a:gd name="connsiteX2" fmla="*/ 0 w 35783"/>
                <a:gd name="connsiteY2" fmla="*/ 46603 h 46603"/>
                <a:gd name="connsiteX3" fmla="*/ 13419 w 35783"/>
                <a:gd name="connsiteY3" fmla="*/ 33835 h 46603"/>
                <a:gd name="connsiteX4" fmla="*/ 22365 w 35783"/>
                <a:gd name="connsiteY4" fmla="*/ 33835 h 46603"/>
                <a:gd name="connsiteX5" fmla="*/ 35784 w 35783"/>
                <a:gd name="connsiteY5" fmla="*/ 46603 h 46603"/>
                <a:gd name="connsiteX6" fmla="*/ 35784 w 35783"/>
                <a:gd name="connsiteY6" fmla="*/ 638 h 46603"/>
                <a:gd name="connsiteX7" fmla="*/ 17892 w 35783"/>
                <a:gd name="connsiteY7" fmla="*/ 4469 h 46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83" h="46603">
                  <a:moveTo>
                    <a:pt x="17892" y="4469"/>
                  </a:moveTo>
                  <a:cubicBezTo>
                    <a:pt x="11502" y="4469"/>
                    <a:pt x="5112" y="3192"/>
                    <a:pt x="0" y="0"/>
                  </a:cubicBezTo>
                  <a:lnTo>
                    <a:pt x="0" y="46603"/>
                  </a:lnTo>
                  <a:lnTo>
                    <a:pt x="13419" y="33835"/>
                  </a:lnTo>
                  <a:cubicBezTo>
                    <a:pt x="15975" y="31282"/>
                    <a:pt x="19809" y="31282"/>
                    <a:pt x="22365" y="33835"/>
                  </a:cubicBezTo>
                  <a:lnTo>
                    <a:pt x="35784" y="46603"/>
                  </a:lnTo>
                  <a:lnTo>
                    <a:pt x="35784" y="638"/>
                  </a:lnTo>
                  <a:cubicBezTo>
                    <a:pt x="29394" y="3192"/>
                    <a:pt x="23643" y="4469"/>
                    <a:pt x="17892" y="4469"/>
                  </a:cubicBezTo>
                </a:path>
              </a:pathLst>
            </a:custGeom>
            <a:solidFill>
              <a:srgbClr val="26890D"/>
            </a:solidFill>
            <a:ln w="6390" cap="flat">
              <a:noFill/>
              <a:prstDash val="solid"/>
              <a:miter/>
            </a:ln>
          </p:spPr>
          <p:txBody>
            <a:bodyPr rtlCol="0" anchor="ctr"/>
            <a:lstStyle/>
            <a:p>
              <a:endParaRPr lang="en-US"/>
            </a:p>
          </p:txBody>
        </p:sp>
        <p:sp>
          <p:nvSpPr>
            <p:cNvPr id="37" name="Graphic 4">
              <a:extLst>
                <a:ext uri="{FF2B5EF4-FFF2-40B4-BE49-F238E27FC236}">
                  <a16:creationId xmlns:a16="http://schemas.microsoft.com/office/drawing/2014/main" id="{CE23D7E3-05C5-0345-8AA0-98AB1CD53133}"/>
                </a:ext>
              </a:extLst>
            </p:cNvPr>
            <p:cNvSpPr/>
            <p:nvPr/>
          </p:nvSpPr>
          <p:spPr>
            <a:xfrm>
              <a:off x="1952125" y="1885990"/>
              <a:ext cx="362313" cy="361971"/>
            </a:xfrm>
            <a:custGeom>
              <a:avLst/>
              <a:gdLst>
                <a:gd name="connsiteX0" fmla="*/ 300966 w 362313"/>
                <a:gd name="connsiteY0" fmla="*/ 197265 h 361971"/>
                <a:gd name="connsiteX1" fmla="*/ 291381 w 362313"/>
                <a:gd name="connsiteY1" fmla="*/ 206841 h 361971"/>
                <a:gd name="connsiteX2" fmla="*/ 291381 w 362313"/>
                <a:gd name="connsiteY2" fmla="*/ 206841 h 361971"/>
                <a:gd name="connsiteX3" fmla="*/ 234511 w 362313"/>
                <a:gd name="connsiteY3" fmla="*/ 206841 h 361971"/>
                <a:gd name="connsiteX4" fmla="*/ 228121 w 362313"/>
                <a:gd name="connsiteY4" fmla="*/ 200457 h 361971"/>
                <a:gd name="connsiteX5" fmla="*/ 234511 w 362313"/>
                <a:gd name="connsiteY5" fmla="*/ 194073 h 361971"/>
                <a:gd name="connsiteX6" fmla="*/ 288186 w 362313"/>
                <a:gd name="connsiteY6" fmla="*/ 194073 h 361971"/>
                <a:gd name="connsiteX7" fmla="*/ 288186 w 362313"/>
                <a:gd name="connsiteY7" fmla="*/ 117465 h 361971"/>
                <a:gd name="connsiteX8" fmla="*/ 74762 w 362313"/>
                <a:gd name="connsiteY8" fmla="*/ 117465 h 361971"/>
                <a:gd name="connsiteX9" fmla="*/ 74762 w 362313"/>
                <a:gd name="connsiteY9" fmla="*/ 194073 h 361971"/>
                <a:gd name="connsiteX10" fmla="*/ 129716 w 362313"/>
                <a:gd name="connsiteY10" fmla="*/ 194073 h 361971"/>
                <a:gd name="connsiteX11" fmla="*/ 136106 w 362313"/>
                <a:gd name="connsiteY11" fmla="*/ 200457 h 361971"/>
                <a:gd name="connsiteX12" fmla="*/ 129716 w 362313"/>
                <a:gd name="connsiteY12" fmla="*/ 206841 h 361971"/>
                <a:gd name="connsiteX13" fmla="*/ 72206 w 362313"/>
                <a:gd name="connsiteY13" fmla="*/ 206841 h 361971"/>
                <a:gd name="connsiteX14" fmla="*/ 61982 w 362313"/>
                <a:gd name="connsiteY14" fmla="*/ 197265 h 361971"/>
                <a:gd name="connsiteX15" fmla="*/ 61982 w 362313"/>
                <a:gd name="connsiteY15" fmla="*/ 197265 h 361971"/>
                <a:gd name="connsiteX16" fmla="*/ 61982 w 362313"/>
                <a:gd name="connsiteY16" fmla="*/ 114273 h 361971"/>
                <a:gd name="connsiteX17" fmla="*/ 72206 w 362313"/>
                <a:gd name="connsiteY17" fmla="*/ 104697 h 361971"/>
                <a:gd name="connsiteX18" fmla="*/ 291381 w 362313"/>
                <a:gd name="connsiteY18" fmla="*/ 104697 h 361971"/>
                <a:gd name="connsiteX19" fmla="*/ 301605 w 362313"/>
                <a:gd name="connsiteY19" fmla="*/ 114273 h 361971"/>
                <a:gd name="connsiteX20" fmla="*/ 301605 w 362313"/>
                <a:gd name="connsiteY20" fmla="*/ 197265 h 361971"/>
                <a:gd name="connsiteX21" fmla="*/ 210868 w 362313"/>
                <a:gd name="connsiteY21" fmla="*/ 275788 h 361971"/>
                <a:gd name="connsiteX22" fmla="*/ 207034 w 362313"/>
                <a:gd name="connsiteY22" fmla="*/ 281534 h 361971"/>
                <a:gd name="connsiteX23" fmla="*/ 204478 w 362313"/>
                <a:gd name="connsiteY23" fmla="*/ 282172 h 361971"/>
                <a:gd name="connsiteX24" fmla="*/ 200005 w 362313"/>
                <a:gd name="connsiteY24" fmla="*/ 280257 h 361971"/>
                <a:gd name="connsiteX25" fmla="*/ 180196 w 362313"/>
                <a:gd name="connsiteY25" fmla="*/ 261743 h 361971"/>
                <a:gd name="connsiteX26" fmla="*/ 160387 w 362313"/>
                <a:gd name="connsiteY26" fmla="*/ 280257 h 361971"/>
                <a:gd name="connsiteX27" fmla="*/ 151442 w 362313"/>
                <a:gd name="connsiteY27" fmla="*/ 280257 h 361971"/>
                <a:gd name="connsiteX28" fmla="*/ 149524 w 362313"/>
                <a:gd name="connsiteY28" fmla="*/ 275788 h 361971"/>
                <a:gd name="connsiteX29" fmla="*/ 149524 w 362313"/>
                <a:gd name="connsiteY29" fmla="*/ 204287 h 361971"/>
                <a:gd name="connsiteX30" fmla="*/ 152719 w 362313"/>
                <a:gd name="connsiteY30" fmla="*/ 146193 h 361971"/>
                <a:gd name="connsiteX31" fmla="*/ 210868 w 362313"/>
                <a:gd name="connsiteY31" fmla="*/ 149385 h 361971"/>
                <a:gd name="connsiteX32" fmla="*/ 209590 w 362313"/>
                <a:gd name="connsiteY32" fmla="*/ 205564 h 361971"/>
                <a:gd name="connsiteX33" fmla="*/ 210868 w 362313"/>
                <a:gd name="connsiteY33" fmla="*/ 275788 h 361971"/>
                <a:gd name="connsiteX34" fmla="*/ 181474 w 362313"/>
                <a:gd name="connsiteY34" fmla="*/ 0 h 361971"/>
                <a:gd name="connsiteX35" fmla="*/ 0 w 362313"/>
                <a:gd name="connsiteY35" fmla="*/ 180667 h 361971"/>
                <a:gd name="connsiteX36" fmla="*/ 180835 w 362313"/>
                <a:gd name="connsiteY36" fmla="*/ 361972 h 361971"/>
                <a:gd name="connsiteX37" fmla="*/ 362310 w 362313"/>
                <a:gd name="connsiteY37" fmla="*/ 181305 h 361971"/>
                <a:gd name="connsiteX38" fmla="*/ 362310 w 362313"/>
                <a:gd name="connsiteY38" fmla="*/ 181305 h 361971"/>
                <a:gd name="connsiteX39" fmla="*/ 181474 w 362313"/>
                <a:gd name="connsiteY39"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2313" h="361971">
                  <a:moveTo>
                    <a:pt x="300966" y="197265"/>
                  </a:moveTo>
                  <a:cubicBezTo>
                    <a:pt x="300966" y="203011"/>
                    <a:pt x="296493" y="206841"/>
                    <a:pt x="291381" y="206841"/>
                  </a:cubicBezTo>
                  <a:cubicBezTo>
                    <a:pt x="291381" y="206841"/>
                    <a:pt x="291381" y="206841"/>
                    <a:pt x="291381" y="206841"/>
                  </a:cubicBezTo>
                  <a:lnTo>
                    <a:pt x="234511" y="206841"/>
                  </a:lnTo>
                  <a:cubicBezTo>
                    <a:pt x="230677" y="206841"/>
                    <a:pt x="228121" y="204287"/>
                    <a:pt x="228121" y="200457"/>
                  </a:cubicBezTo>
                  <a:cubicBezTo>
                    <a:pt x="228121" y="196627"/>
                    <a:pt x="230677" y="194073"/>
                    <a:pt x="234511" y="194073"/>
                  </a:cubicBezTo>
                  <a:lnTo>
                    <a:pt x="288186" y="194073"/>
                  </a:lnTo>
                  <a:lnTo>
                    <a:pt x="288186" y="117465"/>
                  </a:lnTo>
                  <a:lnTo>
                    <a:pt x="74762" y="117465"/>
                  </a:lnTo>
                  <a:lnTo>
                    <a:pt x="74762" y="194073"/>
                  </a:lnTo>
                  <a:lnTo>
                    <a:pt x="129716" y="194073"/>
                  </a:lnTo>
                  <a:cubicBezTo>
                    <a:pt x="133550" y="194073"/>
                    <a:pt x="136106" y="196627"/>
                    <a:pt x="136106" y="200457"/>
                  </a:cubicBezTo>
                  <a:cubicBezTo>
                    <a:pt x="136106" y="204287"/>
                    <a:pt x="133550" y="206841"/>
                    <a:pt x="129716" y="206841"/>
                  </a:cubicBezTo>
                  <a:lnTo>
                    <a:pt x="72206" y="206841"/>
                  </a:lnTo>
                  <a:cubicBezTo>
                    <a:pt x="66455" y="206841"/>
                    <a:pt x="62621" y="202372"/>
                    <a:pt x="61982" y="197265"/>
                  </a:cubicBezTo>
                  <a:cubicBezTo>
                    <a:pt x="61982" y="197265"/>
                    <a:pt x="61982" y="197265"/>
                    <a:pt x="61982" y="197265"/>
                  </a:cubicBezTo>
                  <a:lnTo>
                    <a:pt x="61982" y="114273"/>
                  </a:lnTo>
                  <a:cubicBezTo>
                    <a:pt x="61982" y="108528"/>
                    <a:pt x="66455" y="104697"/>
                    <a:pt x="72206" y="104697"/>
                  </a:cubicBezTo>
                  <a:lnTo>
                    <a:pt x="291381" y="104697"/>
                  </a:lnTo>
                  <a:cubicBezTo>
                    <a:pt x="297132" y="104697"/>
                    <a:pt x="300966" y="109166"/>
                    <a:pt x="301605" y="114273"/>
                  </a:cubicBezTo>
                  <a:lnTo>
                    <a:pt x="301605" y="197265"/>
                  </a:lnTo>
                  <a:close/>
                  <a:moveTo>
                    <a:pt x="210868" y="275788"/>
                  </a:moveTo>
                  <a:cubicBezTo>
                    <a:pt x="210868" y="278342"/>
                    <a:pt x="209590" y="280895"/>
                    <a:pt x="207034" y="281534"/>
                  </a:cubicBezTo>
                  <a:cubicBezTo>
                    <a:pt x="206395" y="282172"/>
                    <a:pt x="205117" y="282172"/>
                    <a:pt x="204478" y="282172"/>
                  </a:cubicBezTo>
                  <a:cubicBezTo>
                    <a:pt x="202561" y="282172"/>
                    <a:pt x="201283" y="281534"/>
                    <a:pt x="200005" y="280257"/>
                  </a:cubicBezTo>
                  <a:lnTo>
                    <a:pt x="180196" y="261743"/>
                  </a:lnTo>
                  <a:lnTo>
                    <a:pt x="160387" y="280257"/>
                  </a:lnTo>
                  <a:cubicBezTo>
                    <a:pt x="157832" y="282811"/>
                    <a:pt x="153998" y="282811"/>
                    <a:pt x="151442" y="280257"/>
                  </a:cubicBezTo>
                  <a:cubicBezTo>
                    <a:pt x="150164" y="278980"/>
                    <a:pt x="149524" y="277703"/>
                    <a:pt x="149524" y="275788"/>
                  </a:cubicBezTo>
                  <a:lnTo>
                    <a:pt x="149524" y="204287"/>
                  </a:lnTo>
                  <a:cubicBezTo>
                    <a:pt x="134189" y="187051"/>
                    <a:pt x="136106" y="160876"/>
                    <a:pt x="152719" y="146193"/>
                  </a:cubicBezTo>
                  <a:cubicBezTo>
                    <a:pt x="169333" y="131510"/>
                    <a:pt x="196171" y="132787"/>
                    <a:pt x="210868" y="149385"/>
                  </a:cubicBezTo>
                  <a:cubicBezTo>
                    <a:pt x="224926" y="165345"/>
                    <a:pt x="224926" y="190243"/>
                    <a:pt x="209590" y="205564"/>
                  </a:cubicBezTo>
                  <a:lnTo>
                    <a:pt x="210868" y="275788"/>
                  </a:lnTo>
                  <a:close/>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path>
              </a:pathLst>
            </a:custGeom>
            <a:solidFill>
              <a:srgbClr val="26890D"/>
            </a:solidFill>
            <a:ln w="6390" cap="flat">
              <a:noFill/>
              <a:prstDash val="solid"/>
              <a:miter/>
            </a:ln>
          </p:spPr>
          <p:txBody>
            <a:bodyPr rtlCol="0" anchor="ctr"/>
            <a:lstStyle/>
            <a:p>
              <a:endParaRPr lang="en-US"/>
            </a:p>
          </p:txBody>
        </p:sp>
      </p:grpSp>
      <p:grpSp>
        <p:nvGrpSpPr>
          <p:cNvPr id="38" name="Graphic 4">
            <a:extLst>
              <a:ext uri="{FF2B5EF4-FFF2-40B4-BE49-F238E27FC236}">
                <a16:creationId xmlns:a16="http://schemas.microsoft.com/office/drawing/2014/main" id="{5435EC6D-CE5E-0541-8968-BC564DB30192}"/>
              </a:ext>
            </a:extLst>
          </p:cNvPr>
          <p:cNvGrpSpPr>
            <a:grpSpLocks noChangeAspect="1"/>
          </p:cNvGrpSpPr>
          <p:nvPr/>
        </p:nvGrpSpPr>
        <p:grpSpPr>
          <a:xfrm>
            <a:off x="467104" y="918179"/>
            <a:ext cx="362309" cy="361971"/>
            <a:chOff x="467104" y="918179"/>
            <a:chExt cx="362309" cy="361971"/>
          </a:xfrm>
          <a:solidFill>
            <a:srgbClr val="26890D"/>
          </a:solidFill>
        </p:grpSpPr>
        <p:sp>
          <p:nvSpPr>
            <p:cNvPr id="39" name="Graphic 4">
              <a:extLst>
                <a:ext uri="{FF2B5EF4-FFF2-40B4-BE49-F238E27FC236}">
                  <a16:creationId xmlns:a16="http://schemas.microsoft.com/office/drawing/2014/main" id="{409A8C64-24F3-3049-9A97-E8288D37CFC0}"/>
                </a:ext>
              </a:extLst>
            </p:cNvPr>
            <p:cNvSpPr/>
            <p:nvPr/>
          </p:nvSpPr>
          <p:spPr>
            <a:xfrm>
              <a:off x="467104" y="918179"/>
              <a:ext cx="362309" cy="361971"/>
            </a:xfrm>
            <a:custGeom>
              <a:avLst/>
              <a:gdLst>
                <a:gd name="connsiteX0" fmla="*/ 181474 w 362309"/>
                <a:gd name="connsiteY0" fmla="*/ 349204 h 361971"/>
                <a:gd name="connsiteX1" fmla="*/ 13419 w 362309"/>
                <a:gd name="connsiteY1" fmla="*/ 180667 h 361971"/>
                <a:gd name="connsiteX2" fmla="*/ 181474 w 362309"/>
                <a:gd name="connsiteY2" fmla="*/ 12768 h 361971"/>
                <a:gd name="connsiteX3" fmla="*/ 349530 w 362309"/>
                <a:gd name="connsiteY3" fmla="*/ 180667 h 361971"/>
                <a:gd name="connsiteX4" fmla="*/ 181474 w 362309"/>
                <a:gd name="connsiteY4" fmla="*/ 349204 h 361971"/>
                <a:gd name="connsiteX5" fmla="*/ 181474 w 362309"/>
                <a:gd name="connsiteY5" fmla="*/ 0 h 361971"/>
                <a:gd name="connsiteX6" fmla="*/ 0 w 362309"/>
                <a:gd name="connsiteY6" fmla="*/ 181305 h 361971"/>
                <a:gd name="connsiteX7" fmla="*/ 181474 w 362309"/>
                <a:gd name="connsiteY7" fmla="*/ 361972 h 361971"/>
                <a:gd name="connsiteX8" fmla="*/ 362309 w 362309"/>
                <a:gd name="connsiteY8" fmla="*/ 181305 h 361971"/>
                <a:gd name="connsiteX9" fmla="*/ 181474 w 362309"/>
                <a:gd name="connsiteY9" fmla="*/ 0 h 361971"/>
                <a:gd name="connsiteX10" fmla="*/ 181474 w 362309"/>
                <a:gd name="connsiteY10"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1474" y="349204"/>
                  </a:moveTo>
                  <a:cubicBezTo>
                    <a:pt x="88181" y="349204"/>
                    <a:pt x="13419" y="273873"/>
                    <a:pt x="13419" y="180667"/>
                  </a:cubicBezTo>
                  <a:cubicBezTo>
                    <a:pt x="13419" y="87461"/>
                    <a:pt x="88820" y="12768"/>
                    <a:pt x="181474" y="12768"/>
                  </a:cubicBezTo>
                  <a:cubicBezTo>
                    <a:pt x="274128" y="12768"/>
                    <a:pt x="349530" y="88099"/>
                    <a:pt x="349530" y="180667"/>
                  </a:cubicBezTo>
                  <a:cubicBezTo>
                    <a:pt x="349530" y="273873"/>
                    <a:pt x="274128" y="349204"/>
                    <a:pt x="181474" y="349204"/>
                  </a:cubicBezTo>
                  <a:moveTo>
                    <a:pt x="181474" y="0"/>
                  </a:moveTo>
                  <a:cubicBezTo>
                    <a:pt x="81152" y="0"/>
                    <a:pt x="0" y="81077"/>
                    <a:pt x="0" y="181305"/>
                  </a:cubicBezTo>
                  <a:cubicBezTo>
                    <a:pt x="0" y="281534"/>
                    <a:pt x="81152" y="361972"/>
                    <a:pt x="181474" y="361972"/>
                  </a:cubicBezTo>
                  <a:cubicBezTo>
                    <a:pt x="281796" y="361972"/>
                    <a:pt x="362309" y="280895"/>
                    <a:pt x="362309" y="181305"/>
                  </a:cubicBezTo>
                  <a:cubicBezTo>
                    <a:pt x="362309" y="81077"/>
                    <a:pt x="281796" y="0"/>
                    <a:pt x="181474" y="0"/>
                  </a:cubicBezTo>
                  <a:cubicBezTo>
                    <a:pt x="181474" y="0"/>
                    <a:pt x="181474" y="0"/>
                    <a:pt x="181474" y="0"/>
                  </a:cubicBezTo>
                </a:path>
              </a:pathLst>
            </a:custGeom>
            <a:solidFill>
              <a:srgbClr val="26890D"/>
            </a:solidFill>
            <a:ln w="6390" cap="flat">
              <a:noFill/>
              <a:prstDash val="solid"/>
              <a:miter/>
            </a:ln>
          </p:spPr>
          <p:txBody>
            <a:bodyPr rtlCol="0" anchor="ctr"/>
            <a:lstStyle/>
            <a:p>
              <a:endParaRPr lang="en-US"/>
            </a:p>
          </p:txBody>
        </p:sp>
        <p:sp>
          <p:nvSpPr>
            <p:cNvPr id="40" name="Graphic 4">
              <a:extLst>
                <a:ext uri="{FF2B5EF4-FFF2-40B4-BE49-F238E27FC236}">
                  <a16:creationId xmlns:a16="http://schemas.microsoft.com/office/drawing/2014/main" id="{B153E229-E62F-1444-88D0-1AE9DA15B657}"/>
                </a:ext>
              </a:extLst>
            </p:cNvPr>
            <p:cNvSpPr/>
            <p:nvPr/>
          </p:nvSpPr>
          <p:spPr>
            <a:xfrm>
              <a:off x="573816" y="996702"/>
              <a:ext cx="150163" cy="204925"/>
            </a:xfrm>
            <a:custGeom>
              <a:avLst/>
              <a:gdLst>
                <a:gd name="connsiteX0" fmla="*/ 23643 w 150163"/>
                <a:gd name="connsiteY0" fmla="*/ 34473 h 204925"/>
                <a:gd name="connsiteX1" fmla="*/ 12141 w 150163"/>
                <a:gd name="connsiteY1" fmla="*/ 24897 h 204925"/>
                <a:gd name="connsiteX2" fmla="*/ 21726 w 150163"/>
                <a:gd name="connsiteY2" fmla="*/ 13406 h 204925"/>
                <a:gd name="connsiteX3" fmla="*/ 23643 w 150163"/>
                <a:gd name="connsiteY3" fmla="*/ 13406 h 204925"/>
                <a:gd name="connsiteX4" fmla="*/ 118214 w 150163"/>
                <a:gd name="connsiteY4" fmla="*/ 13406 h 204925"/>
                <a:gd name="connsiteX5" fmla="*/ 118214 w 150163"/>
                <a:gd name="connsiteY5" fmla="*/ 35112 h 204925"/>
                <a:gd name="connsiteX6" fmla="*/ 23643 w 150163"/>
                <a:gd name="connsiteY6" fmla="*/ 35112 h 204925"/>
                <a:gd name="connsiteX7" fmla="*/ 136745 w 150163"/>
                <a:gd name="connsiteY7" fmla="*/ 191519 h 204925"/>
                <a:gd name="connsiteX8" fmla="*/ 23643 w 150163"/>
                <a:gd name="connsiteY8" fmla="*/ 191519 h 204925"/>
                <a:gd name="connsiteX9" fmla="*/ 12780 w 150163"/>
                <a:gd name="connsiteY9" fmla="*/ 180667 h 204925"/>
                <a:gd name="connsiteX10" fmla="*/ 12780 w 150163"/>
                <a:gd name="connsiteY10" fmla="*/ 44049 h 204925"/>
                <a:gd name="connsiteX11" fmla="*/ 23643 w 150163"/>
                <a:gd name="connsiteY11" fmla="*/ 46603 h 204925"/>
                <a:gd name="connsiteX12" fmla="*/ 137384 w 150163"/>
                <a:gd name="connsiteY12" fmla="*/ 46603 h 204925"/>
                <a:gd name="connsiteX13" fmla="*/ 137384 w 150163"/>
                <a:gd name="connsiteY13" fmla="*/ 191519 h 204925"/>
                <a:gd name="connsiteX14" fmla="*/ 132911 w 150163"/>
                <a:gd name="connsiteY14" fmla="*/ 12768 h 204925"/>
                <a:gd name="connsiteX15" fmla="*/ 143135 w 150163"/>
                <a:gd name="connsiteY15" fmla="*/ 12768 h 204925"/>
                <a:gd name="connsiteX16" fmla="*/ 149524 w 150163"/>
                <a:gd name="connsiteY16" fmla="*/ 6384 h 204925"/>
                <a:gd name="connsiteX17" fmla="*/ 143135 w 150163"/>
                <a:gd name="connsiteY17" fmla="*/ 0 h 204925"/>
                <a:gd name="connsiteX18" fmla="*/ 23643 w 150163"/>
                <a:gd name="connsiteY18" fmla="*/ 0 h 204925"/>
                <a:gd name="connsiteX19" fmla="*/ 0 w 150163"/>
                <a:gd name="connsiteY19" fmla="*/ 23621 h 204925"/>
                <a:gd name="connsiteX20" fmla="*/ 0 w 150163"/>
                <a:gd name="connsiteY20" fmla="*/ 26174 h 204925"/>
                <a:gd name="connsiteX21" fmla="*/ 0 w 150163"/>
                <a:gd name="connsiteY21" fmla="*/ 27451 h 204925"/>
                <a:gd name="connsiteX22" fmla="*/ 0 w 150163"/>
                <a:gd name="connsiteY22" fmla="*/ 181305 h 204925"/>
                <a:gd name="connsiteX23" fmla="*/ 23643 w 150163"/>
                <a:gd name="connsiteY23" fmla="*/ 204926 h 204925"/>
                <a:gd name="connsiteX24" fmla="*/ 143774 w 150163"/>
                <a:gd name="connsiteY24" fmla="*/ 204926 h 204925"/>
                <a:gd name="connsiteX25" fmla="*/ 150164 w 150163"/>
                <a:gd name="connsiteY25" fmla="*/ 198542 h 204925"/>
                <a:gd name="connsiteX26" fmla="*/ 150164 w 150163"/>
                <a:gd name="connsiteY26" fmla="*/ 41496 h 204925"/>
                <a:gd name="connsiteX27" fmla="*/ 143774 w 150163"/>
                <a:gd name="connsiteY27" fmla="*/ 35112 h 204925"/>
                <a:gd name="connsiteX28" fmla="*/ 133550 w 150163"/>
                <a:gd name="connsiteY28" fmla="*/ 35112 h 204925"/>
                <a:gd name="connsiteX29" fmla="*/ 129716 w 150163"/>
                <a:gd name="connsiteY29" fmla="*/ 24259 h 204925"/>
                <a:gd name="connsiteX30" fmla="*/ 132911 w 150163"/>
                <a:gd name="connsiteY30" fmla="*/ 12768 h 20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0163" h="204925">
                  <a:moveTo>
                    <a:pt x="23643" y="34473"/>
                  </a:moveTo>
                  <a:cubicBezTo>
                    <a:pt x="17892" y="35112"/>
                    <a:pt x="12780" y="30643"/>
                    <a:pt x="12141" y="24897"/>
                  </a:cubicBezTo>
                  <a:cubicBezTo>
                    <a:pt x="11502" y="19152"/>
                    <a:pt x="15975" y="14045"/>
                    <a:pt x="21726" y="13406"/>
                  </a:cubicBezTo>
                  <a:cubicBezTo>
                    <a:pt x="22365" y="13406"/>
                    <a:pt x="23004" y="13406"/>
                    <a:pt x="23643" y="13406"/>
                  </a:cubicBezTo>
                  <a:lnTo>
                    <a:pt x="118214" y="13406"/>
                  </a:lnTo>
                  <a:cubicBezTo>
                    <a:pt x="115658" y="20429"/>
                    <a:pt x="115658" y="28089"/>
                    <a:pt x="118214" y="35112"/>
                  </a:cubicBezTo>
                  <a:lnTo>
                    <a:pt x="23643" y="35112"/>
                  </a:lnTo>
                  <a:close/>
                  <a:moveTo>
                    <a:pt x="136745" y="191519"/>
                  </a:moveTo>
                  <a:lnTo>
                    <a:pt x="23643" y="191519"/>
                  </a:lnTo>
                  <a:cubicBezTo>
                    <a:pt x="17892" y="191519"/>
                    <a:pt x="12780" y="186412"/>
                    <a:pt x="12780" y="180667"/>
                  </a:cubicBezTo>
                  <a:lnTo>
                    <a:pt x="12780" y="44049"/>
                  </a:lnTo>
                  <a:cubicBezTo>
                    <a:pt x="15975" y="45965"/>
                    <a:pt x="19809" y="46603"/>
                    <a:pt x="23643" y="46603"/>
                  </a:cubicBezTo>
                  <a:lnTo>
                    <a:pt x="137384" y="46603"/>
                  </a:lnTo>
                  <a:lnTo>
                    <a:pt x="137384" y="191519"/>
                  </a:lnTo>
                  <a:close/>
                  <a:moveTo>
                    <a:pt x="132911" y="12768"/>
                  </a:moveTo>
                  <a:lnTo>
                    <a:pt x="143135" y="12768"/>
                  </a:lnTo>
                  <a:cubicBezTo>
                    <a:pt x="146969" y="12768"/>
                    <a:pt x="149524" y="10214"/>
                    <a:pt x="149524" y="6384"/>
                  </a:cubicBezTo>
                  <a:cubicBezTo>
                    <a:pt x="149524" y="2554"/>
                    <a:pt x="146969" y="0"/>
                    <a:pt x="143135" y="0"/>
                  </a:cubicBezTo>
                  <a:lnTo>
                    <a:pt x="23643" y="0"/>
                  </a:lnTo>
                  <a:cubicBezTo>
                    <a:pt x="10863" y="0"/>
                    <a:pt x="0" y="10214"/>
                    <a:pt x="0" y="23621"/>
                  </a:cubicBezTo>
                  <a:cubicBezTo>
                    <a:pt x="0" y="24259"/>
                    <a:pt x="0" y="24897"/>
                    <a:pt x="0" y="26174"/>
                  </a:cubicBezTo>
                  <a:cubicBezTo>
                    <a:pt x="0" y="26813"/>
                    <a:pt x="0" y="26813"/>
                    <a:pt x="0" y="27451"/>
                  </a:cubicBezTo>
                  <a:lnTo>
                    <a:pt x="0" y="181305"/>
                  </a:lnTo>
                  <a:cubicBezTo>
                    <a:pt x="0" y="194073"/>
                    <a:pt x="10224" y="204926"/>
                    <a:pt x="23643" y="204926"/>
                  </a:cubicBezTo>
                  <a:lnTo>
                    <a:pt x="143774" y="204926"/>
                  </a:lnTo>
                  <a:cubicBezTo>
                    <a:pt x="147608" y="204926"/>
                    <a:pt x="150164" y="202372"/>
                    <a:pt x="150164" y="198542"/>
                  </a:cubicBezTo>
                  <a:lnTo>
                    <a:pt x="150164" y="41496"/>
                  </a:lnTo>
                  <a:cubicBezTo>
                    <a:pt x="150164" y="37665"/>
                    <a:pt x="147608" y="35112"/>
                    <a:pt x="143774" y="35112"/>
                  </a:cubicBezTo>
                  <a:lnTo>
                    <a:pt x="133550" y="35112"/>
                  </a:lnTo>
                  <a:cubicBezTo>
                    <a:pt x="130994" y="31920"/>
                    <a:pt x="129716" y="28089"/>
                    <a:pt x="129716" y="24259"/>
                  </a:cubicBezTo>
                  <a:cubicBezTo>
                    <a:pt x="129077" y="19790"/>
                    <a:pt x="130355" y="15960"/>
                    <a:pt x="132911" y="12768"/>
                  </a:cubicBezTo>
                </a:path>
              </a:pathLst>
            </a:custGeom>
            <a:solidFill>
              <a:srgbClr val="26890D"/>
            </a:solidFill>
            <a:ln w="6390" cap="flat">
              <a:noFill/>
              <a:prstDash val="solid"/>
              <a:miter/>
            </a:ln>
          </p:spPr>
          <p:txBody>
            <a:bodyPr rtlCol="0" anchor="ctr"/>
            <a:lstStyle/>
            <a:p>
              <a:endParaRPr lang="en-US"/>
            </a:p>
          </p:txBody>
        </p:sp>
      </p:grpSp>
      <p:grpSp>
        <p:nvGrpSpPr>
          <p:cNvPr id="41" name="Graphic 4">
            <a:extLst>
              <a:ext uri="{FF2B5EF4-FFF2-40B4-BE49-F238E27FC236}">
                <a16:creationId xmlns:a16="http://schemas.microsoft.com/office/drawing/2014/main" id="{25EEFCAA-CF91-A144-ABBA-0A039C6C9A0B}"/>
              </a:ext>
            </a:extLst>
          </p:cNvPr>
          <p:cNvGrpSpPr>
            <a:grpSpLocks noChangeAspect="1"/>
          </p:cNvGrpSpPr>
          <p:nvPr/>
        </p:nvGrpSpPr>
        <p:grpSpPr>
          <a:xfrm>
            <a:off x="905454" y="918179"/>
            <a:ext cx="362309" cy="361971"/>
            <a:chOff x="905454" y="918179"/>
            <a:chExt cx="362309" cy="361971"/>
          </a:xfrm>
          <a:solidFill>
            <a:srgbClr val="26890D"/>
          </a:solidFill>
        </p:grpSpPr>
        <p:sp>
          <p:nvSpPr>
            <p:cNvPr id="42" name="Graphic 4">
              <a:extLst>
                <a:ext uri="{FF2B5EF4-FFF2-40B4-BE49-F238E27FC236}">
                  <a16:creationId xmlns:a16="http://schemas.microsoft.com/office/drawing/2014/main" id="{4A35AF30-30DA-6541-8419-8DAEF2D40A82}"/>
                </a:ext>
              </a:extLst>
            </p:cNvPr>
            <p:cNvSpPr/>
            <p:nvPr/>
          </p:nvSpPr>
          <p:spPr>
            <a:xfrm>
              <a:off x="1023607" y="1009409"/>
              <a:ext cx="106772" cy="21127"/>
            </a:xfrm>
            <a:custGeom>
              <a:avLst/>
              <a:gdLst>
                <a:gd name="connsiteX0" fmla="*/ 106773 w 106772"/>
                <a:gd name="connsiteY0" fmla="*/ 61 h 21127"/>
                <a:gd name="connsiteX1" fmla="*/ 11563 w 106772"/>
                <a:gd name="connsiteY1" fmla="*/ 61 h 21127"/>
                <a:gd name="connsiteX2" fmla="*/ 61 w 106772"/>
                <a:gd name="connsiteY2" fmla="*/ 9637 h 21127"/>
                <a:gd name="connsiteX3" fmla="*/ 9646 w 106772"/>
                <a:gd name="connsiteY3" fmla="*/ 21128 h 21127"/>
                <a:gd name="connsiteX4" fmla="*/ 11563 w 106772"/>
                <a:gd name="connsiteY4" fmla="*/ 21128 h 21127"/>
                <a:gd name="connsiteX5" fmla="*/ 106773 w 106772"/>
                <a:gd name="connsiteY5" fmla="*/ 21128 h 21127"/>
                <a:gd name="connsiteX6" fmla="*/ 106773 w 106772"/>
                <a:gd name="connsiteY6" fmla="*/ 61 h 2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2" h="21127">
                  <a:moveTo>
                    <a:pt x="106773" y="61"/>
                  </a:moveTo>
                  <a:lnTo>
                    <a:pt x="11563" y="61"/>
                  </a:lnTo>
                  <a:cubicBezTo>
                    <a:pt x="5812" y="-578"/>
                    <a:pt x="700" y="3891"/>
                    <a:pt x="61" y="9637"/>
                  </a:cubicBezTo>
                  <a:cubicBezTo>
                    <a:pt x="-578" y="15382"/>
                    <a:pt x="3895" y="20490"/>
                    <a:pt x="9646" y="21128"/>
                  </a:cubicBezTo>
                  <a:cubicBezTo>
                    <a:pt x="10285" y="21128"/>
                    <a:pt x="10924" y="21128"/>
                    <a:pt x="11563" y="21128"/>
                  </a:cubicBezTo>
                  <a:lnTo>
                    <a:pt x="106773" y="21128"/>
                  </a:lnTo>
                  <a:cubicBezTo>
                    <a:pt x="103578" y="14744"/>
                    <a:pt x="103578" y="7083"/>
                    <a:pt x="106773" y="61"/>
                  </a:cubicBezTo>
                </a:path>
              </a:pathLst>
            </a:custGeom>
            <a:solidFill>
              <a:srgbClr val="26890D"/>
            </a:solidFill>
            <a:ln w="6390" cap="flat">
              <a:noFill/>
              <a:prstDash val="solid"/>
              <a:miter/>
            </a:ln>
          </p:spPr>
          <p:txBody>
            <a:bodyPr rtlCol="0" anchor="ctr"/>
            <a:lstStyle/>
            <a:p>
              <a:endParaRPr lang="en-US"/>
            </a:p>
          </p:txBody>
        </p:sp>
        <p:sp>
          <p:nvSpPr>
            <p:cNvPr id="43" name="Graphic 4">
              <a:extLst>
                <a:ext uri="{FF2B5EF4-FFF2-40B4-BE49-F238E27FC236}">
                  <a16:creationId xmlns:a16="http://schemas.microsoft.com/office/drawing/2014/main" id="{41214E36-4B77-0A4A-8A9A-452A6008E3D2}"/>
                </a:ext>
              </a:extLst>
            </p:cNvPr>
            <p:cNvSpPr/>
            <p:nvPr/>
          </p:nvSpPr>
          <p:spPr>
            <a:xfrm>
              <a:off x="905454" y="918179"/>
              <a:ext cx="362309" cy="361971"/>
            </a:xfrm>
            <a:custGeom>
              <a:avLst/>
              <a:gdLst>
                <a:gd name="connsiteX0" fmla="*/ 249847 w 362309"/>
                <a:gd name="connsiteY0" fmla="*/ 112996 h 361971"/>
                <a:gd name="connsiteX1" fmla="*/ 256237 w 362309"/>
                <a:gd name="connsiteY1" fmla="*/ 119380 h 361971"/>
                <a:gd name="connsiteX2" fmla="*/ 256237 w 362309"/>
                <a:gd name="connsiteY2" fmla="*/ 276426 h 361971"/>
                <a:gd name="connsiteX3" fmla="*/ 249847 w 362309"/>
                <a:gd name="connsiteY3" fmla="*/ 282810 h 361971"/>
                <a:gd name="connsiteX4" fmla="*/ 129716 w 362309"/>
                <a:gd name="connsiteY4" fmla="*/ 282810 h 361971"/>
                <a:gd name="connsiteX5" fmla="*/ 106073 w 362309"/>
                <a:gd name="connsiteY5" fmla="*/ 259190 h 361971"/>
                <a:gd name="connsiteX6" fmla="*/ 106073 w 362309"/>
                <a:gd name="connsiteY6" fmla="*/ 105336 h 361971"/>
                <a:gd name="connsiteX7" fmla="*/ 106073 w 362309"/>
                <a:gd name="connsiteY7" fmla="*/ 104059 h 361971"/>
                <a:gd name="connsiteX8" fmla="*/ 106073 w 362309"/>
                <a:gd name="connsiteY8" fmla="*/ 101505 h 361971"/>
                <a:gd name="connsiteX9" fmla="*/ 129716 w 362309"/>
                <a:gd name="connsiteY9" fmla="*/ 77885 h 361971"/>
                <a:gd name="connsiteX10" fmla="*/ 249847 w 362309"/>
                <a:gd name="connsiteY10" fmla="*/ 77885 h 361971"/>
                <a:gd name="connsiteX11" fmla="*/ 256237 w 362309"/>
                <a:gd name="connsiteY11" fmla="*/ 84269 h 361971"/>
                <a:gd name="connsiteX12" fmla="*/ 249847 w 362309"/>
                <a:gd name="connsiteY12" fmla="*/ 90653 h 361971"/>
                <a:gd name="connsiteX13" fmla="*/ 239623 w 362309"/>
                <a:gd name="connsiteY13" fmla="*/ 90653 h 361971"/>
                <a:gd name="connsiteX14" fmla="*/ 239623 w 362309"/>
                <a:gd name="connsiteY14" fmla="*/ 112358 h 361971"/>
                <a:gd name="connsiteX15" fmla="*/ 249847 w 362309"/>
                <a:gd name="connsiteY15" fmla="*/ 112996 h 361971"/>
                <a:gd name="connsiteX16" fmla="*/ 180835 w 362309"/>
                <a:gd name="connsiteY16" fmla="*/ 0 h 361971"/>
                <a:gd name="connsiteX17" fmla="*/ 0 w 362309"/>
                <a:gd name="connsiteY17" fmla="*/ 181305 h 361971"/>
                <a:gd name="connsiteX18" fmla="*/ 180835 w 362309"/>
                <a:gd name="connsiteY18" fmla="*/ 361972 h 361971"/>
                <a:gd name="connsiteX19" fmla="*/ 362309 w 362309"/>
                <a:gd name="connsiteY19" fmla="*/ 181305 h 361971"/>
                <a:gd name="connsiteX20" fmla="*/ 180835 w 362309"/>
                <a:gd name="connsiteY20" fmla="*/ 0 h 361971"/>
                <a:gd name="connsiteX21" fmla="*/ 180835 w 362309"/>
                <a:gd name="connsiteY21"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2309" h="361971">
                  <a:moveTo>
                    <a:pt x="249847" y="112996"/>
                  </a:moveTo>
                  <a:cubicBezTo>
                    <a:pt x="253680" y="112996"/>
                    <a:pt x="256237" y="115550"/>
                    <a:pt x="256237" y="119380"/>
                  </a:cubicBezTo>
                  <a:lnTo>
                    <a:pt x="256237" y="276426"/>
                  </a:lnTo>
                  <a:cubicBezTo>
                    <a:pt x="256237" y="280257"/>
                    <a:pt x="253680" y="282810"/>
                    <a:pt x="249847" y="282810"/>
                  </a:cubicBezTo>
                  <a:lnTo>
                    <a:pt x="129716" y="282810"/>
                  </a:lnTo>
                  <a:cubicBezTo>
                    <a:pt x="116936" y="282810"/>
                    <a:pt x="106073" y="272596"/>
                    <a:pt x="106073" y="259190"/>
                  </a:cubicBezTo>
                  <a:lnTo>
                    <a:pt x="106073" y="105336"/>
                  </a:lnTo>
                  <a:cubicBezTo>
                    <a:pt x="106073" y="104697"/>
                    <a:pt x="106073" y="104697"/>
                    <a:pt x="106073" y="104059"/>
                  </a:cubicBezTo>
                  <a:cubicBezTo>
                    <a:pt x="106073" y="103420"/>
                    <a:pt x="106073" y="102782"/>
                    <a:pt x="106073" y="101505"/>
                  </a:cubicBezTo>
                  <a:cubicBezTo>
                    <a:pt x="106073" y="88737"/>
                    <a:pt x="116297" y="77885"/>
                    <a:pt x="129716" y="77885"/>
                  </a:cubicBezTo>
                  <a:lnTo>
                    <a:pt x="249847" y="77885"/>
                  </a:lnTo>
                  <a:cubicBezTo>
                    <a:pt x="253680" y="77885"/>
                    <a:pt x="256237" y="80438"/>
                    <a:pt x="256237" y="84269"/>
                  </a:cubicBezTo>
                  <a:cubicBezTo>
                    <a:pt x="256237" y="88099"/>
                    <a:pt x="253680" y="90653"/>
                    <a:pt x="249847" y="90653"/>
                  </a:cubicBezTo>
                  <a:lnTo>
                    <a:pt x="239623" y="90653"/>
                  </a:lnTo>
                  <a:cubicBezTo>
                    <a:pt x="234511" y="97037"/>
                    <a:pt x="234511" y="105974"/>
                    <a:pt x="239623" y="112358"/>
                  </a:cubicBezTo>
                  <a:lnTo>
                    <a:pt x="249847" y="112996"/>
                  </a:lnTo>
                  <a:close/>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1157" y="0"/>
                    <a:pt x="180835" y="0"/>
                  </a:cubicBezTo>
                  <a:cubicBezTo>
                    <a:pt x="180835" y="0"/>
                    <a:pt x="180835" y="0"/>
                    <a:pt x="180835" y="0"/>
                  </a:cubicBezTo>
                </a:path>
              </a:pathLst>
            </a:custGeom>
            <a:solidFill>
              <a:srgbClr val="26890D"/>
            </a:solidFill>
            <a:ln w="6390" cap="flat">
              <a:noFill/>
              <a:prstDash val="solid"/>
              <a:miter/>
            </a:ln>
          </p:spPr>
          <p:txBody>
            <a:bodyPr rtlCol="0" anchor="ctr"/>
            <a:lstStyle/>
            <a:p>
              <a:endParaRPr lang="en-US"/>
            </a:p>
          </p:txBody>
        </p:sp>
        <p:sp>
          <p:nvSpPr>
            <p:cNvPr id="44" name="Graphic 4">
              <a:extLst>
                <a:ext uri="{FF2B5EF4-FFF2-40B4-BE49-F238E27FC236}">
                  <a16:creationId xmlns:a16="http://schemas.microsoft.com/office/drawing/2014/main" id="{B5AA76E6-EDC5-FD4B-A188-33E88D8648FB}"/>
                </a:ext>
              </a:extLst>
            </p:cNvPr>
            <p:cNvSpPr/>
            <p:nvPr/>
          </p:nvSpPr>
          <p:spPr>
            <a:xfrm>
              <a:off x="1024306" y="1041390"/>
              <a:ext cx="124603" cy="147470"/>
            </a:xfrm>
            <a:custGeom>
              <a:avLst/>
              <a:gdLst>
                <a:gd name="connsiteX0" fmla="*/ 0 w 124603"/>
                <a:gd name="connsiteY0" fmla="*/ 0 h 147470"/>
                <a:gd name="connsiteX1" fmla="*/ 0 w 124603"/>
                <a:gd name="connsiteY1" fmla="*/ 136617 h 147470"/>
                <a:gd name="connsiteX2" fmla="*/ 10863 w 124603"/>
                <a:gd name="connsiteY2" fmla="*/ 147470 h 147470"/>
                <a:gd name="connsiteX3" fmla="*/ 124604 w 124603"/>
                <a:gd name="connsiteY3" fmla="*/ 147470 h 147470"/>
                <a:gd name="connsiteX4" fmla="*/ 124604 w 124603"/>
                <a:gd name="connsiteY4" fmla="*/ 3192 h 147470"/>
                <a:gd name="connsiteX5" fmla="*/ 10863 w 124603"/>
                <a:gd name="connsiteY5" fmla="*/ 3192 h 147470"/>
                <a:gd name="connsiteX6" fmla="*/ 0 w 124603"/>
                <a:gd name="connsiteY6" fmla="*/ 0 h 147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603" h="147470">
                  <a:moveTo>
                    <a:pt x="0" y="0"/>
                  </a:moveTo>
                  <a:lnTo>
                    <a:pt x="0" y="136617"/>
                  </a:lnTo>
                  <a:cubicBezTo>
                    <a:pt x="0" y="142363"/>
                    <a:pt x="5112" y="147470"/>
                    <a:pt x="10863" y="147470"/>
                  </a:cubicBezTo>
                  <a:lnTo>
                    <a:pt x="124604" y="147470"/>
                  </a:lnTo>
                  <a:lnTo>
                    <a:pt x="124604" y="3192"/>
                  </a:lnTo>
                  <a:lnTo>
                    <a:pt x="10863" y="3192"/>
                  </a:lnTo>
                  <a:cubicBezTo>
                    <a:pt x="7029" y="2554"/>
                    <a:pt x="3195" y="1277"/>
                    <a:pt x="0" y="0"/>
                  </a:cubicBezTo>
                </a:path>
              </a:pathLst>
            </a:custGeom>
            <a:solidFill>
              <a:srgbClr val="26890D"/>
            </a:solidFill>
            <a:ln w="6390" cap="flat">
              <a:noFill/>
              <a:prstDash val="solid"/>
              <a:miter/>
            </a:ln>
          </p:spPr>
          <p:txBody>
            <a:bodyPr rtlCol="0" anchor="ctr"/>
            <a:lstStyle/>
            <a:p>
              <a:endParaRPr lang="en-US"/>
            </a:p>
          </p:txBody>
        </p:sp>
      </p:grpSp>
      <p:grpSp>
        <p:nvGrpSpPr>
          <p:cNvPr id="45" name="Graphic 4">
            <a:extLst>
              <a:ext uri="{FF2B5EF4-FFF2-40B4-BE49-F238E27FC236}">
                <a16:creationId xmlns:a16="http://schemas.microsoft.com/office/drawing/2014/main" id="{1CDA9DE3-B718-B146-BFD0-21D51260F047}"/>
              </a:ext>
            </a:extLst>
          </p:cNvPr>
          <p:cNvGrpSpPr>
            <a:grpSpLocks noChangeAspect="1"/>
          </p:cNvGrpSpPr>
          <p:nvPr/>
        </p:nvGrpSpPr>
        <p:grpSpPr>
          <a:xfrm>
            <a:off x="467104" y="2855079"/>
            <a:ext cx="362309" cy="362610"/>
            <a:chOff x="467104" y="2855079"/>
            <a:chExt cx="362309" cy="362610"/>
          </a:xfrm>
          <a:solidFill>
            <a:srgbClr val="26890D"/>
          </a:solidFill>
        </p:grpSpPr>
        <p:sp>
          <p:nvSpPr>
            <p:cNvPr id="46" name="Graphic 4">
              <a:extLst>
                <a:ext uri="{FF2B5EF4-FFF2-40B4-BE49-F238E27FC236}">
                  <a16:creationId xmlns:a16="http://schemas.microsoft.com/office/drawing/2014/main" id="{5F50193D-BE83-F440-98DF-00366EDF3E12}"/>
                </a:ext>
              </a:extLst>
            </p:cNvPr>
            <p:cNvSpPr/>
            <p:nvPr/>
          </p:nvSpPr>
          <p:spPr>
            <a:xfrm>
              <a:off x="467104" y="2855079"/>
              <a:ext cx="362309" cy="362610"/>
            </a:xfrm>
            <a:custGeom>
              <a:avLst/>
              <a:gdLst>
                <a:gd name="connsiteX0" fmla="*/ 181474 w 362309"/>
                <a:gd name="connsiteY0" fmla="*/ 349842 h 362610"/>
                <a:gd name="connsiteX1" fmla="*/ 13419 w 362309"/>
                <a:gd name="connsiteY1" fmla="*/ 181305 h 362610"/>
                <a:gd name="connsiteX2" fmla="*/ 181474 w 362309"/>
                <a:gd name="connsiteY2" fmla="*/ 12768 h 362610"/>
                <a:gd name="connsiteX3" fmla="*/ 349530 w 362309"/>
                <a:gd name="connsiteY3" fmla="*/ 181305 h 362610"/>
                <a:gd name="connsiteX4" fmla="*/ 181474 w 362309"/>
                <a:gd name="connsiteY4" fmla="*/ 349842 h 362610"/>
                <a:gd name="connsiteX5" fmla="*/ 181474 w 362309"/>
                <a:gd name="connsiteY5" fmla="*/ 0 h 362610"/>
                <a:gd name="connsiteX6" fmla="*/ 0 w 362309"/>
                <a:gd name="connsiteY6" fmla="*/ 181305 h 362610"/>
                <a:gd name="connsiteX7" fmla="*/ 181474 w 362309"/>
                <a:gd name="connsiteY7" fmla="*/ 362610 h 362610"/>
                <a:gd name="connsiteX8" fmla="*/ 362309 w 362309"/>
                <a:gd name="connsiteY8" fmla="*/ 181305 h 362610"/>
                <a:gd name="connsiteX9" fmla="*/ 181474 w 362309"/>
                <a:gd name="connsiteY9" fmla="*/ 0 h 362610"/>
                <a:gd name="connsiteX10" fmla="*/ 181474 w 362309"/>
                <a:gd name="connsiteY10" fmla="*/ 0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2610">
                  <a:moveTo>
                    <a:pt x="181474" y="349842"/>
                  </a:moveTo>
                  <a:cubicBezTo>
                    <a:pt x="88181" y="349842"/>
                    <a:pt x="13419" y="274511"/>
                    <a:pt x="13419" y="181305"/>
                  </a:cubicBezTo>
                  <a:cubicBezTo>
                    <a:pt x="13419" y="88099"/>
                    <a:pt x="88820" y="12768"/>
                    <a:pt x="181474" y="12768"/>
                  </a:cubicBezTo>
                  <a:cubicBezTo>
                    <a:pt x="274128" y="12768"/>
                    <a:pt x="349530" y="88099"/>
                    <a:pt x="349530" y="181305"/>
                  </a:cubicBezTo>
                  <a:cubicBezTo>
                    <a:pt x="349530" y="273873"/>
                    <a:pt x="274128" y="349204"/>
                    <a:pt x="181474" y="349842"/>
                  </a:cubicBezTo>
                  <a:moveTo>
                    <a:pt x="181474" y="0"/>
                  </a:moveTo>
                  <a:cubicBezTo>
                    <a:pt x="81152" y="0"/>
                    <a:pt x="0" y="81076"/>
                    <a:pt x="0" y="181305"/>
                  </a:cubicBezTo>
                  <a:cubicBezTo>
                    <a:pt x="0" y="281534"/>
                    <a:pt x="81152" y="362610"/>
                    <a:pt x="181474" y="362610"/>
                  </a:cubicBezTo>
                  <a:cubicBezTo>
                    <a:pt x="281796" y="362610"/>
                    <a:pt x="362309" y="281534"/>
                    <a:pt x="362309" y="181305"/>
                  </a:cubicBezTo>
                  <a:cubicBezTo>
                    <a:pt x="362309" y="81076"/>
                    <a:pt x="281796" y="638"/>
                    <a:pt x="181474" y="0"/>
                  </a:cubicBezTo>
                  <a:cubicBezTo>
                    <a:pt x="181474" y="0"/>
                    <a:pt x="181474" y="0"/>
                    <a:pt x="181474" y="0"/>
                  </a:cubicBezTo>
                </a:path>
              </a:pathLst>
            </a:custGeom>
            <a:solidFill>
              <a:srgbClr val="26890D"/>
            </a:solidFill>
            <a:ln w="6390" cap="flat">
              <a:noFill/>
              <a:prstDash val="solid"/>
              <a:miter/>
            </a:ln>
          </p:spPr>
          <p:txBody>
            <a:bodyPr rtlCol="0" anchor="ctr"/>
            <a:lstStyle/>
            <a:p>
              <a:endParaRPr lang="en-US"/>
            </a:p>
          </p:txBody>
        </p:sp>
        <p:sp>
          <p:nvSpPr>
            <p:cNvPr id="47" name="Graphic 4">
              <a:extLst>
                <a:ext uri="{FF2B5EF4-FFF2-40B4-BE49-F238E27FC236}">
                  <a16:creationId xmlns:a16="http://schemas.microsoft.com/office/drawing/2014/main" id="{CFF91831-B522-D741-8948-AFB17F225552}"/>
                </a:ext>
              </a:extLst>
            </p:cNvPr>
            <p:cNvSpPr/>
            <p:nvPr/>
          </p:nvSpPr>
          <p:spPr>
            <a:xfrm>
              <a:off x="567426" y="2925303"/>
              <a:ext cx="162304" cy="221524"/>
            </a:xfrm>
            <a:custGeom>
              <a:avLst/>
              <a:gdLst>
                <a:gd name="connsiteX0" fmla="*/ 149524 w 162304"/>
                <a:gd name="connsiteY0" fmla="*/ 209395 h 221524"/>
                <a:gd name="connsiteX1" fmla="*/ 12780 w 162304"/>
                <a:gd name="connsiteY1" fmla="*/ 209395 h 221524"/>
                <a:gd name="connsiteX2" fmla="*/ 12780 w 162304"/>
                <a:gd name="connsiteY2" fmla="*/ 13406 h 221524"/>
                <a:gd name="connsiteX3" fmla="*/ 149524 w 162304"/>
                <a:gd name="connsiteY3" fmla="*/ 13406 h 221524"/>
                <a:gd name="connsiteX4" fmla="*/ 149524 w 162304"/>
                <a:gd name="connsiteY4" fmla="*/ 209395 h 221524"/>
                <a:gd name="connsiteX5" fmla="*/ 155914 w 162304"/>
                <a:gd name="connsiteY5" fmla="*/ 0 h 221524"/>
                <a:gd name="connsiteX6" fmla="*/ 6390 w 162304"/>
                <a:gd name="connsiteY6" fmla="*/ 0 h 221524"/>
                <a:gd name="connsiteX7" fmla="*/ 0 w 162304"/>
                <a:gd name="connsiteY7" fmla="*/ 6384 h 221524"/>
                <a:gd name="connsiteX8" fmla="*/ 0 w 162304"/>
                <a:gd name="connsiteY8" fmla="*/ 215140 h 221524"/>
                <a:gd name="connsiteX9" fmla="*/ 6390 w 162304"/>
                <a:gd name="connsiteY9" fmla="*/ 221524 h 221524"/>
                <a:gd name="connsiteX10" fmla="*/ 155914 w 162304"/>
                <a:gd name="connsiteY10" fmla="*/ 221524 h 221524"/>
                <a:gd name="connsiteX11" fmla="*/ 162304 w 162304"/>
                <a:gd name="connsiteY11" fmla="*/ 215140 h 221524"/>
                <a:gd name="connsiteX12" fmla="*/ 162304 w 162304"/>
                <a:gd name="connsiteY12" fmla="*/ 6384 h 221524"/>
                <a:gd name="connsiteX13" fmla="*/ 155914 w 162304"/>
                <a:gd name="connsiteY13" fmla="*/ 0 h 221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2304" h="221524">
                  <a:moveTo>
                    <a:pt x="149524" y="209395"/>
                  </a:moveTo>
                  <a:lnTo>
                    <a:pt x="12780" y="209395"/>
                  </a:lnTo>
                  <a:lnTo>
                    <a:pt x="12780" y="13406"/>
                  </a:lnTo>
                  <a:lnTo>
                    <a:pt x="149524" y="13406"/>
                  </a:lnTo>
                  <a:lnTo>
                    <a:pt x="149524" y="209395"/>
                  </a:lnTo>
                  <a:close/>
                  <a:moveTo>
                    <a:pt x="155914" y="0"/>
                  </a:moveTo>
                  <a:lnTo>
                    <a:pt x="6390" y="0"/>
                  </a:lnTo>
                  <a:cubicBezTo>
                    <a:pt x="2556" y="0"/>
                    <a:pt x="0" y="2554"/>
                    <a:pt x="0" y="6384"/>
                  </a:cubicBezTo>
                  <a:lnTo>
                    <a:pt x="0" y="215140"/>
                  </a:lnTo>
                  <a:cubicBezTo>
                    <a:pt x="0" y="218971"/>
                    <a:pt x="2556" y="221524"/>
                    <a:pt x="6390" y="221524"/>
                  </a:cubicBezTo>
                  <a:lnTo>
                    <a:pt x="155914" y="221524"/>
                  </a:lnTo>
                  <a:cubicBezTo>
                    <a:pt x="159748" y="221524"/>
                    <a:pt x="162304" y="218971"/>
                    <a:pt x="162304" y="215140"/>
                  </a:cubicBezTo>
                  <a:lnTo>
                    <a:pt x="162304" y="6384"/>
                  </a:lnTo>
                  <a:cubicBezTo>
                    <a:pt x="162304" y="3192"/>
                    <a:pt x="159109" y="0"/>
                    <a:pt x="155914" y="0"/>
                  </a:cubicBezTo>
                </a:path>
              </a:pathLst>
            </a:custGeom>
            <a:solidFill>
              <a:srgbClr val="26890D"/>
            </a:solidFill>
            <a:ln w="6390" cap="flat">
              <a:noFill/>
              <a:prstDash val="solid"/>
              <a:miter/>
            </a:ln>
          </p:spPr>
          <p:txBody>
            <a:bodyPr rtlCol="0" anchor="ctr"/>
            <a:lstStyle/>
            <a:p>
              <a:endParaRPr lang="en-US"/>
            </a:p>
          </p:txBody>
        </p:sp>
        <p:sp>
          <p:nvSpPr>
            <p:cNvPr id="48" name="Graphic 4">
              <a:extLst>
                <a:ext uri="{FF2B5EF4-FFF2-40B4-BE49-F238E27FC236}">
                  <a16:creationId xmlns:a16="http://schemas.microsoft.com/office/drawing/2014/main" id="{F07220F9-73BA-4B45-AF3E-71D854177D1B}"/>
                </a:ext>
              </a:extLst>
            </p:cNvPr>
            <p:cNvSpPr/>
            <p:nvPr/>
          </p:nvSpPr>
          <p:spPr>
            <a:xfrm>
              <a:off x="619335" y="3058090"/>
              <a:ext cx="58361" cy="60647"/>
            </a:xfrm>
            <a:custGeom>
              <a:avLst/>
              <a:gdLst>
                <a:gd name="connsiteX0" fmla="*/ 45218 w 58361"/>
                <a:gd name="connsiteY0" fmla="*/ 35750 h 60647"/>
                <a:gd name="connsiteX1" fmla="*/ 41384 w 58361"/>
                <a:gd name="connsiteY1" fmla="*/ 38942 h 60647"/>
                <a:gd name="connsiteX2" fmla="*/ 39467 w 58361"/>
                <a:gd name="connsiteY2" fmla="*/ 44049 h 60647"/>
                <a:gd name="connsiteX3" fmla="*/ 34355 w 58361"/>
                <a:gd name="connsiteY3" fmla="*/ 44688 h 60647"/>
                <a:gd name="connsiteX4" fmla="*/ 29882 w 58361"/>
                <a:gd name="connsiteY4" fmla="*/ 47241 h 60647"/>
                <a:gd name="connsiteX5" fmla="*/ 25409 w 58361"/>
                <a:gd name="connsiteY5" fmla="*/ 44688 h 60647"/>
                <a:gd name="connsiteX6" fmla="*/ 21575 w 58361"/>
                <a:gd name="connsiteY6" fmla="*/ 44049 h 60647"/>
                <a:gd name="connsiteX7" fmla="*/ 19658 w 58361"/>
                <a:gd name="connsiteY7" fmla="*/ 44049 h 60647"/>
                <a:gd name="connsiteX8" fmla="*/ 17741 w 58361"/>
                <a:gd name="connsiteY8" fmla="*/ 38942 h 60647"/>
                <a:gd name="connsiteX9" fmla="*/ 13268 w 58361"/>
                <a:gd name="connsiteY9" fmla="*/ 35750 h 60647"/>
                <a:gd name="connsiteX10" fmla="*/ 13268 w 58361"/>
                <a:gd name="connsiteY10" fmla="*/ 25536 h 60647"/>
                <a:gd name="connsiteX11" fmla="*/ 17102 w 58361"/>
                <a:gd name="connsiteY11" fmla="*/ 22344 h 60647"/>
                <a:gd name="connsiteX12" fmla="*/ 19019 w 58361"/>
                <a:gd name="connsiteY12" fmla="*/ 17237 h 60647"/>
                <a:gd name="connsiteX13" fmla="*/ 24131 w 58361"/>
                <a:gd name="connsiteY13" fmla="*/ 16598 h 60647"/>
                <a:gd name="connsiteX14" fmla="*/ 28604 w 58361"/>
                <a:gd name="connsiteY14" fmla="*/ 14045 h 60647"/>
                <a:gd name="connsiteX15" fmla="*/ 33077 w 58361"/>
                <a:gd name="connsiteY15" fmla="*/ 16598 h 60647"/>
                <a:gd name="connsiteX16" fmla="*/ 38189 w 58361"/>
                <a:gd name="connsiteY16" fmla="*/ 17237 h 60647"/>
                <a:gd name="connsiteX17" fmla="*/ 40106 w 58361"/>
                <a:gd name="connsiteY17" fmla="*/ 22344 h 60647"/>
                <a:gd name="connsiteX18" fmla="*/ 43940 w 58361"/>
                <a:gd name="connsiteY18" fmla="*/ 28728 h 60647"/>
                <a:gd name="connsiteX19" fmla="*/ 42662 w 58361"/>
                <a:gd name="connsiteY19" fmla="*/ 31281 h 60647"/>
                <a:gd name="connsiteX20" fmla="*/ 45218 w 58361"/>
                <a:gd name="connsiteY20" fmla="*/ 35750 h 60647"/>
                <a:gd name="connsiteX21" fmla="*/ 57359 w 58361"/>
                <a:gd name="connsiteY21" fmla="*/ 21067 h 60647"/>
                <a:gd name="connsiteX22" fmla="*/ 51608 w 58361"/>
                <a:gd name="connsiteY22" fmla="*/ 14683 h 60647"/>
                <a:gd name="connsiteX23" fmla="*/ 50969 w 58361"/>
                <a:gd name="connsiteY23" fmla="*/ 14045 h 60647"/>
                <a:gd name="connsiteX24" fmla="*/ 50969 w 58361"/>
                <a:gd name="connsiteY24" fmla="*/ 13406 h 60647"/>
                <a:gd name="connsiteX25" fmla="*/ 39467 w 58361"/>
                <a:gd name="connsiteY25" fmla="*/ 3830 h 60647"/>
                <a:gd name="connsiteX26" fmla="*/ 38189 w 58361"/>
                <a:gd name="connsiteY26" fmla="*/ 3830 h 60647"/>
                <a:gd name="connsiteX27" fmla="*/ 36911 w 58361"/>
                <a:gd name="connsiteY27" fmla="*/ 3830 h 60647"/>
                <a:gd name="connsiteX28" fmla="*/ 36272 w 58361"/>
                <a:gd name="connsiteY28" fmla="*/ 3192 h 60647"/>
                <a:gd name="connsiteX29" fmla="*/ 28604 w 58361"/>
                <a:gd name="connsiteY29" fmla="*/ 0 h 60647"/>
                <a:gd name="connsiteX30" fmla="*/ 20936 w 58361"/>
                <a:gd name="connsiteY30" fmla="*/ 3192 h 60647"/>
                <a:gd name="connsiteX31" fmla="*/ 20297 w 58361"/>
                <a:gd name="connsiteY31" fmla="*/ 3830 h 60647"/>
                <a:gd name="connsiteX32" fmla="*/ 19658 w 58361"/>
                <a:gd name="connsiteY32" fmla="*/ 3830 h 60647"/>
                <a:gd name="connsiteX33" fmla="*/ 6878 w 58361"/>
                <a:gd name="connsiteY33" fmla="*/ 12130 h 60647"/>
                <a:gd name="connsiteX34" fmla="*/ 6878 w 58361"/>
                <a:gd name="connsiteY34" fmla="*/ 13406 h 60647"/>
                <a:gd name="connsiteX35" fmla="*/ 6878 w 58361"/>
                <a:gd name="connsiteY35" fmla="*/ 14045 h 60647"/>
                <a:gd name="connsiteX36" fmla="*/ 6239 w 58361"/>
                <a:gd name="connsiteY36" fmla="*/ 14683 h 60647"/>
                <a:gd name="connsiteX37" fmla="*/ 1127 w 58361"/>
                <a:gd name="connsiteY37" fmla="*/ 28728 h 60647"/>
                <a:gd name="connsiteX38" fmla="*/ 1127 w 58361"/>
                <a:gd name="connsiteY38" fmla="*/ 29366 h 60647"/>
                <a:gd name="connsiteX39" fmla="*/ 1766 w 58361"/>
                <a:gd name="connsiteY39" fmla="*/ 30005 h 60647"/>
                <a:gd name="connsiteX40" fmla="*/ 1127 w 58361"/>
                <a:gd name="connsiteY40" fmla="*/ 31281 h 60647"/>
                <a:gd name="connsiteX41" fmla="*/ 5600 w 58361"/>
                <a:gd name="connsiteY41" fmla="*/ 45965 h 60647"/>
                <a:gd name="connsiteX42" fmla="*/ 6239 w 58361"/>
                <a:gd name="connsiteY42" fmla="*/ 45965 h 60647"/>
                <a:gd name="connsiteX43" fmla="*/ 6878 w 58361"/>
                <a:gd name="connsiteY43" fmla="*/ 46603 h 60647"/>
                <a:gd name="connsiteX44" fmla="*/ 6878 w 58361"/>
                <a:gd name="connsiteY44" fmla="*/ 47241 h 60647"/>
                <a:gd name="connsiteX45" fmla="*/ 18380 w 58361"/>
                <a:gd name="connsiteY45" fmla="*/ 56817 h 60647"/>
                <a:gd name="connsiteX46" fmla="*/ 19658 w 58361"/>
                <a:gd name="connsiteY46" fmla="*/ 56817 h 60647"/>
                <a:gd name="connsiteX47" fmla="*/ 20936 w 58361"/>
                <a:gd name="connsiteY47" fmla="*/ 56817 h 60647"/>
                <a:gd name="connsiteX48" fmla="*/ 21575 w 58361"/>
                <a:gd name="connsiteY48" fmla="*/ 57456 h 60647"/>
                <a:gd name="connsiteX49" fmla="*/ 29243 w 58361"/>
                <a:gd name="connsiteY49" fmla="*/ 60648 h 60647"/>
                <a:gd name="connsiteX50" fmla="*/ 36911 w 58361"/>
                <a:gd name="connsiteY50" fmla="*/ 57456 h 60647"/>
                <a:gd name="connsiteX51" fmla="*/ 37550 w 58361"/>
                <a:gd name="connsiteY51" fmla="*/ 56817 h 60647"/>
                <a:gd name="connsiteX52" fmla="*/ 38828 w 58361"/>
                <a:gd name="connsiteY52" fmla="*/ 56817 h 60647"/>
                <a:gd name="connsiteX53" fmla="*/ 47135 w 58361"/>
                <a:gd name="connsiteY53" fmla="*/ 54902 h 60647"/>
                <a:gd name="connsiteX54" fmla="*/ 51608 w 58361"/>
                <a:gd name="connsiteY54" fmla="*/ 47880 h 60647"/>
                <a:gd name="connsiteX55" fmla="*/ 51608 w 58361"/>
                <a:gd name="connsiteY55" fmla="*/ 47241 h 60647"/>
                <a:gd name="connsiteX56" fmla="*/ 52247 w 58361"/>
                <a:gd name="connsiteY56" fmla="*/ 46603 h 60647"/>
                <a:gd name="connsiteX57" fmla="*/ 57359 w 58361"/>
                <a:gd name="connsiteY57" fmla="*/ 32558 h 60647"/>
                <a:gd name="connsiteX58" fmla="*/ 57359 w 58361"/>
                <a:gd name="connsiteY58" fmla="*/ 31920 h 60647"/>
                <a:gd name="connsiteX59" fmla="*/ 56720 w 58361"/>
                <a:gd name="connsiteY59" fmla="*/ 31281 h 60647"/>
                <a:gd name="connsiteX60" fmla="*/ 57359 w 58361"/>
                <a:gd name="connsiteY60" fmla="*/ 30005 h 60647"/>
                <a:gd name="connsiteX61" fmla="*/ 57359 w 58361"/>
                <a:gd name="connsiteY61" fmla="*/ 21067 h 60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8361" h="60647">
                  <a:moveTo>
                    <a:pt x="45218" y="35750"/>
                  </a:moveTo>
                  <a:cubicBezTo>
                    <a:pt x="43940" y="36389"/>
                    <a:pt x="42662" y="37665"/>
                    <a:pt x="41384" y="38942"/>
                  </a:cubicBezTo>
                  <a:cubicBezTo>
                    <a:pt x="40106" y="40219"/>
                    <a:pt x="39467" y="42134"/>
                    <a:pt x="39467" y="44049"/>
                  </a:cubicBezTo>
                  <a:cubicBezTo>
                    <a:pt x="37550" y="44049"/>
                    <a:pt x="36272" y="44049"/>
                    <a:pt x="34355" y="44688"/>
                  </a:cubicBezTo>
                  <a:cubicBezTo>
                    <a:pt x="32438" y="45326"/>
                    <a:pt x="31160" y="45965"/>
                    <a:pt x="29882" y="47241"/>
                  </a:cubicBezTo>
                  <a:cubicBezTo>
                    <a:pt x="28604" y="45965"/>
                    <a:pt x="27326" y="45326"/>
                    <a:pt x="25409" y="44688"/>
                  </a:cubicBezTo>
                  <a:cubicBezTo>
                    <a:pt x="24131" y="44049"/>
                    <a:pt x="22853" y="44049"/>
                    <a:pt x="21575" y="44049"/>
                  </a:cubicBezTo>
                  <a:lnTo>
                    <a:pt x="19658" y="44049"/>
                  </a:lnTo>
                  <a:cubicBezTo>
                    <a:pt x="19019" y="42134"/>
                    <a:pt x="18380" y="40857"/>
                    <a:pt x="17741" y="38942"/>
                  </a:cubicBezTo>
                  <a:cubicBezTo>
                    <a:pt x="16463" y="37665"/>
                    <a:pt x="15185" y="36389"/>
                    <a:pt x="13268" y="35750"/>
                  </a:cubicBezTo>
                  <a:cubicBezTo>
                    <a:pt x="14546" y="32558"/>
                    <a:pt x="14546" y="28728"/>
                    <a:pt x="13268" y="25536"/>
                  </a:cubicBezTo>
                  <a:cubicBezTo>
                    <a:pt x="14546" y="24897"/>
                    <a:pt x="15824" y="23621"/>
                    <a:pt x="17102" y="22344"/>
                  </a:cubicBezTo>
                  <a:cubicBezTo>
                    <a:pt x="18380" y="21067"/>
                    <a:pt x="19019" y="19152"/>
                    <a:pt x="19019" y="17237"/>
                  </a:cubicBezTo>
                  <a:cubicBezTo>
                    <a:pt x="20936" y="17237"/>
                    <a:pt x="22214" y="17237"/>
                    <a:pt x="24131" y="16598"/>
                  </a:cubicBezTo>
                  <a:cubicBezTo>
                    <a:pt x="26048" y="15960"/>
                    <a:pt x="27326" y="15322"/>
                    <a:pt x="28604" y="14045"/>
                  </a:cubicBezTo>
                  <a:cubicBezTo>
                    <a:pt x="29882" y="15322"/>
                    <a:pt x="31799" y="15960"/>
                    <a:pt x="33077" y="16598"/>
                  </a:cubicBezTo>
                  <a:cubicBezTo>
                    <a:pt x="34994" y="17237"/>
                    <a:pt x="36272" y="17237"/>
                    <a:pt x="38189" y="17237"/>
                  </a:cubicBezTo>
                  <a:cubicBezTo>
                    <a:pt x="38828" y="19152"/>
                    <a:pt x="39467" y="20429"/>
                    <a:pt x="40106" y="22344"/>
                  </a:cubicBezTo>
                  <a:cubicBezTo>
                    <a:pt x="42662" y="22982"/>
                    <a:pt x="44579" y="25536"/>
                    <a:pt x="43940" y="28728"/>
                  </a:cubicBezTo>
                  <a:cubicBezTo>
                    <a:pt x="43940" y="29366"/>
                    <a:pt x="43301" y="30643"/>
                    <a:pt x="42662" y="31281"/>
                  </a:cubicBezTo>
                  <a:cubicBezTo>
                    <a:pt x="43940" y="32558"/>
                    <a:pt x="43940" y="33835"/>
                    <a:pt x="45218" y="35750"/>
                  </a:cubicBezTo>
                  <a:moveTo>
                    <a:pt x="57359" y="21067"/>
                  </a:moveTo>
                  <a:cubicBezTo>
                    <a:pt x="56081" y="18514"/>
                    <a:pt x="54164" y="15960"/>
                    <a:pt x="51608" y="14683"/>
                  </a:cubicBezTo>
                  <a:lnTo>
                    <a:pt x="50969" y="14045"/>
                  </a:lnTo>
                  <a:cubicBezTo>
                    <a:pt x="50969" y="14045"/>
                    <a:pt x="50969" y="13406"/>
                    <a:pt x="50969" y="13406"/>
                  </a:cubicBezTo>
                  <a:cubicBezTo>
                    <a:pt x="50330" y="7661"/>
                    <a:pt x="45218" y="3192"/>
                    <a:pt x="39467" y="3830"/>
                  </a:cubicBezTo>
                  <a:cubicBezTo>
                    <a:pt x="38828" y="3830"/>
                    <a:pt x="38828" y="3830"/>
                    <a:pt x="38189" y="3830"/>
                  </a:cubicBezTo>
                  <a:lnTo>
                    <a:pt x="36911" y="3830"/>
                  </a:lnTo>
                  <a:lnTo>
                    <a:pt x="36272" y="3192"/>
                  </a:lnTo>
                  <a:cubicBezTo>
                    <a:pt x="34355" y="1277"/>
                    <a:pt x="31160" y="0"/>
                    <a:pt x="28604" y="0"/>
                  </a:cubicBezTo>
                  <a:cubicBezTo>
                    <a:pt x="25409" y="0"/>
                    <a:pt x="22853" y="1277"/>
                    <a:pt x="20936" y="3192"/>
                  </a:cubicBezTo>
                  <a:lnTo>
                    <a:pt x="20297" y="3830"/>
                  </a:lnTo>
                  <a:lnTo>
                    <a:pt x="19658" y="3830"/>
                  </a:lnTo>
                  <a:cubicBezTo>
                    <a:pt x="13907" y="2554"/>
                    <a:pt x="8156" y="6384"/>
                    <a:pt x="6878" y="12130"/>
                  </a:cubicBezTo>
                  <a:cubicBezTo>
                    <a:pt x="6878" y="12768"/>
                    <a:pt x="6878" y="12768"/>
                    <a:pt x="6878" y="13406"/>
                  </a:cubicBezTo>
                  <a:cubicBezTo>
                    <a:pt x="6878" y="13406"/>
                    <a:pt x="6878" y="14045"/>
                    <a:pt x="6878" y="14045"/>
                  </a:cubicBezTo>
                  <a:lnTo>
                    <a:pt x="6239" y="14683"/>
                  </a:lnTo>
                  <a:cubicBezTo>
                    <a:pt x="1127" y="17237"/>
                    <a:pt x="-1429" y="23621"/>
                    <a:pt x="1127" y="28728"/>
                  </a:cubicBezTo>
                  <a:cubicBezTo>
                    <a:pt x="1127" y="28728"/>
                    <a:pt x="1127" y="29366"/>
                    <a:pt x="1127" y="29366"/>
                  </a:cubicBezTo>
                  <a:cubicBezTo>
                    <a:pt x="1127" y="30005"/>
                    <a:pt x="1766" y="30005"/>
                    <a:pt x="1766" y="30005"/>
                  </a:cubicBezTo>
                  <a:cubicBezTo>
                    <a:pt x="1766" y="30643"/>
                    <a:pt x="1766" y="30643"/>
                    <a:pt x="1127" y="31281"/>
                  </a:cubicBezTo>
                  <a:cubicBezTo>
                    <a:pt x="-1429" y="36389"/>
                    <a:pt x="488" y="42773"/>
                    <a:pt x="5600" y="45965"/>
                  </a:cubicBezTo>
                  <a:cubicBezTo>
                    <a:pt x="5600" y="45965"/>
                    <a:pt x="6239" y="45965"/>
                    <a:pt x="6239" y="45965"/>
                  </a:cubicBezTo>
                  <a:lnTo>
                    <a:pt x="6878" y="46603"/>
                  </a:lnTo>
                  <a:cubicBezTo>
                    <a:pt x="6878" y="46603"/>
                    <a:pt x="6878" y="47241"/>
                    <a:pt x="6878" y="47241"/>
                  </a:cubicBezTo>
                  <a:cubicBezTo>
                    <a:pt x="7517" y="52987"/>
                    <a:pt x="12629" y="57456"/>
                    <a:pt x="18380" y="56817"/>
                  </a:cubicBezTo>
                  <a:cubicBezTo>
                    <a:pt x="19019" y="56817"/>
                    <a:pt x="19019" y="56817"/>
                    <a:pt x="19658" y="56817"/>
                  </a:cubicBezTo>
                  <a:lnTo>
                    <a:pt x="20936" y="56817"/>
                  </a:lnTo>
                  <a:lnTo>
                    <a:pt x="21575" y="57456"/>
                  </a:lnTo>
                  <a:cubicBezTo>
                    <a:pt x="23492" y="59371"/>
                    <a:pt x="26687" y="60648"/>
                    <a:pt x="29243" y="60648"/>
                  </a:cubicBezTo>
                  <a:cubicBezTo>
                    <a:pt x="32438" y="60648"/>
                    <a:pt x="34994" y="59371"/>
                    <a:pt x="36911" y="57456"/>
                  </a:cubicBezTo>
                  <a:lnTo>
                    <a:pt x="37550" y="56817"/>
                  </a:lnTo>
                  <a:lnTo>
                    <a:pt x="38828" y="56817"/>
                  </a:lnTo>
                  <a:cubicBezTo>
                    <a:pt x="41384" y="57456"/>
                    <a:pt x="44579" y="56817"/>
                    <a:pt x="47135" y="54902"/>
                  </a:cubicBezTo>
                  <a:cubicBezTo>
                    <a:pt x="49691" y="52987"/>
                    <a:pt x="50969" y="50433"/>
                    <a:pt x="51608" y="47880"/>
                  </a:cubicBezTo>
                  <a:cubicBezTo>
                    <a:pt x="51608" y="47880"/>
                    <a:pt x="51608" y="47241"/>
                    <a:pt x="51608" y="47241"/>
                  </a:cubicBezTo>
                  <a:lnTo>
                    <a:pt x="52247" y="46603"/>
                  </a:lnTo>
                  <a:cubicBezTo>
                    <a:pt x="57359" y="44049"/>
                    <a:pt x="59915" y="37665"/>
                    <a:pt x="57359" y="32558"/>
                  </a:cubicBezTo>
                  <a:cubicBezTo>
                    <a:pt x="57359" y="32558"/>
                    <a:pt x="57359" y="31920"/>
                    <a:pt x="57359" y="31920"/>
                  </a:cubicBezTo>
                  <a:cubicBezTo>
                    <a:pt x="57359" y="31920"/>
                    <a:pt x="57359" y="31281"/>
                    <a:pt x="56720" y="31281"/>
                  </a:cubicBezTo>
                  <a:cubicBezTo>
                    <a:pt x="56720" y="30643"/>
                    <a:pt x="56720" y="30643"/>
                    <a:pt x="57359" y="30005"/>
                  </a:cubicBezTo>
                  <a:cubicBezTo>
                    <a:pt x="57998" y="26813"/>
                    <a:pt x="58637" y="24259"/>
                    <a:pt x="57359" y="21067"/>
                  </a:cubicBezTo>
                </a:path>
              </a:pathLst>
            </a:custGeom>
            <a:solidFill>
              <a:srgbClr val="26890D"/>
            </a:solidFill>
            <a:ln w="6390" cap="flat">
              <a:noFill/>
              <a:prstDash val="solid"/>
              <a:miter/>
            </a:ln>
          </p:spPr>
          <p:txBody>
            <a:bodyPr rtlCol="0" anchor="ctr"/>
            <a:lstStyle/>
            <a:p>
              <a:endParaRPr lang="en-US"/>
            </a:p>
          </p:txBody>
        </p:sp>
        <p:sp>
          <p:nvSpPr>
            <p:cNvPr id="49" name="Graphic 4">
              <a:extLst>
                <a:ext uri="{FF2B5EF4-FFF2-40B4-BE49-F238E27FC236}">
                  <a16:creationId xmlns:a16="http://schemas.microsoft.com/office/drawing/2014/main" id="{589B29C2-E3E5-6A4F-9487-9B1D114DBBE1}"/>
                </a:ext>
              </a:extLst>
            </p:cNvPr>
            <p:cNvSpPr/>
            <p:nvPr/>
          </p:nvSpPr>
          <p:spPr>
            <a:xfrm>
              <a:off x="597459" y="2962968"/>
              <a:ext cx="102238" cy="12767"/>
            </a:xfrm>
            <a:custGeom>
              <a:avLst/>
              <a:gdLst>
                <a:gd name="connsiteX0" fmla="*/ 6390 w 102238"/>
                <a:gd name="connsiteY0" fmla="*/ 12768 h 12767"/>
                <a:gd name="connsiteX1" fmla="*/ 95849 w 102238"/>
                <a:gd name="connsiteY1" fmla="*/ 12768 h 12767"/>
                <a:gd name="connsiteX2" fmla="*/ 102239 w 102238"/>
                <a:gd name="connsiteY2" fmla="*/ 6384 h 12767"/>
                <a:gd name="connsiteX3" fmla="*/ 95849 w 102238"/>
                <a:gd name="connsiteY3" fmla="*/ 0 h 12767"/>
                <a:gd name="connsiteX4" fmla="*/ 6390 w 102238"/>
                <a:gd name="connsiteY4" fmla="*/ 0 h 12767"/>
                <a:gd name="connsiteX5" fmla="*/ 0 w 102238"/>
                <a:gd name="connsiteY5" fmla="*/ 6384 h 12767"/>
                <a:gd name="connsiteX6" fmla="*/ 6390 w 102238"/>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238" h="12767">
                  <a:moveTo>
                    <a:pt x="6390" y="12768"/>
                  </a:moveTo>
                  <a:lnTo>
                    <a:pt x="95849" y="12768"/>
                  </a:lnTo>
                  <a:cubicBezTo>
                    <a:pt x="99683" y="12768"/>
                    <a:pt x="102239" y="10214"/>
                    <a:pt x="102239" y="6384"/>
                  </a:cubicBezTo>
                  <a:cubicBezTo>
                    <a:pt x="102239" y="2554"/>
                    <a:pt x="99683" y="0"/>
                    <a:pt x="95849" y="0"/>
                  </a:cubicBezTo>
                  <a:lnTo>
                    <a:pt x="6390" y="0"/>
                  </a:lnTo>
                  <a:cubicBezTo>
                    <a:pt x="2556" y="0"/>
                    <a:pt x="0" y="2554"/>
                    <a:pt x="0" y="6384"/>
                  </a:cubicBezTo>
                  <a:cubicBezTo>
                    <a:pt x="0" y="10214"/>
                    <a:pt x="2556" y="12768"/>
                    <a:pt x="6390" y="12768"/>
                  </a:cubicBezTo>
                </a:path>
              </a:pathLst>
            </a:custGeom>
            <a:solidFill>
              <a:srgbClr val="26890D"/>
            </a:solidFill>
            <a:ln w="6390" cap="flat">
              <a:noFill/>
              <a:prstDash val="solid"/>
              <a:miter/>
            </a:ln>
          </p:spPr>
          <p:txBody>
            <a:bodyPr rtlCol="0" anchor="ctr"/>
            <a:lstStyle/>
            <a:p>
              <a:endParaRPr lang="en-US"/>
            </a:p>
          </p:txBody>
        </p:sp>
        <p:sp>
          <p:nvSpPr>
            <p:cNvPr id="50" name="Graphic 4">
              <a:extLst>
                <a:ext uri="{FF2B5EF4-FFF2-40B4-BE49-F238E27FC236}">
                  <a16:creationId xmlns:a16="http://schemas.microsoft.com/office/drawing/2014/main" id="{D7027C78-8770-D745-9EA0-7352A20D4C25}"/>
                </a:ext>
              </a:extLst>
            </p:cNvPr>
            <p:cNvSpPr/>
            <p:nvPr/>
          </p:nvSpPr>
          <p:spPr>
            <a:xfrm>
              <a:off x="597459" y="2992973"/>
              <a:ext cx="102238" cy="12767"/>
            </a:xfrm>
            <a:custGeom>
              <a:avLst/>
              <a:gdLst>
                <a:gd name="connsiteX0" fmla="*/ 6390 w 102238"/>
                <a:gd name="connsiteY0" fmla="*/ 12768 h 12767"/>
                <a:gd name="connsiteX1" fmla="*/ 95849 w 102238"/>
                <a:gd name="connsiteY1" fmla="*/ 12768 h 12767"/>
                <a:gd name="connsiteX2" fmla="*/ 102239 w 102238"/>
                <a:gd name="connsiteY2" fmla="*/ 6384 h 12767"/>
                <a:gd name="connsiteX3" fmla="*/ 95849 w 102238"/>
                <a:gd name="connsiteY3" fmla="*/ 0 h 12767"/>
                <a:gd name="connsiteX4" fmla="*/ 6390 w 102238"/>
                <a:gd name="connsiteY4" fmla="*/ 0 h 12767"/>
                <a:gd name="connsiteX5" fmla="*/ 0 w 102238"/>
                <a:gd name="connsiteY5" fmla="*/ 6384 h 12767"/>
                <a:gd name="connsiteX6" fmla="*/ 6390 w 102238"/>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238" h="12767">
                  <a:moveTo>
                    <a:pt x="6390" y="12768"/>
                  </a:moveTo>
                  <a:lnTo>
                    <a:pt x="95849" y="12768"/>
                  </a:lnTo>
                  <a:cubicBezTo>
                    <a:pt x="99683" y="12768"/>
                    <a:pt x="102239" y="10214"/>
                    <a:pt x="102239" y="6384"/>
                  </a:cubicBezTo>
                  <a:cubicBezTo>
                    <a:pt x="102239" y="2554"/>
                    <a:pt x="99683" y="0"/>
                    <a:pt x="95849" y="0"/>
                  </a:cubicBezTo>
                  <a:lnTo>
                    <a:pt x="6390" y="0"/>
                  </a:lnTo>
                  <a:cubicBezTo>
                    <a:pt x="2556" y="0"/>
                    <a:pt x="0" y="2554"/>
                    <a:pt x="0" y="6384"/>
                  </a:cubicBezTo>
                  <a:cubicBezTo>
                    <a:pt x="0" y="10214"/>
                    <a:pt x="2556" y="12768"/>
                    <a:pt x="6390" y="12768"/>
                  </a:cubicBezTo>
                </a:path>
              </a:pathLst>
            </a:custGeom>
            <a:solidFill>
              <a:srgbClr val="26890D"/>
            </a:solidFill>
            <a:ln w="6390" cap="flat">
              <a:noFill/>
              <a:prstDash val="solid"/>
              <a:miter/>
            </a:ln>
          </p:spPr>
          <p:txBody>
            <a:bodyPr rtlCol="0" anchor="ctr"/>
            <a:lstStyle/>
            <a:p>
              <a:endParaRPr lang="en-US"/>
            </a:p>
          </p:txBody>
        </p:sp>
        <p:sp>
          <p:nvSpPr>
            <p:cNvPr id="51" name="Graphic 4">
              <a:extLst>
                <a:ext uri="{FF2B5EF4-FFF2-40B4-BE49-F238E27FC236}">
                  <a16:creationId xmlns:a16="http://schemas.microsoft.com/office/drawing/2014/main" id="{5D929848-D95E-8046-AEA2-9AFC795AAFDC}"/>
                </a:ext>
              </a:extLst>
            </p:cNvPr>
            <p:cNvSpPr/>
            <p:nvPr/>
          </p:nvSpPr>
          <p:spPr>
            <a:xfrm>
              <a:off x="597459" y="3022339"/>
              <a:ext cx="102238" cy="12767"/>
            </a:xfrm>
            <a:custGeom>
              <a:avLst/>
              <a:gdLst>
                <a:gd name="connsiteX0" fmla="*/ 6390 w 102238"/>
                <a:gd name="connsiteY0" fmla="*/ 12768 h 12767"/>
                <a:gd name="connsiteX1" fmla="*/ 95849 w 102238"/>
                <a:gd name="connsiteY1" fmla="*/ 12768 h 12767"/>
                <a:gd name="connsiteX2" fmla="*/ 102239 w 102238"/>
                <a:gd name="connsiteY2" fmla="*/ 6384 h 12767"/>
                <a:gd name="connsiteX3" fmla="*/ 95849 w 102238"/>
                <a:gd name="connsiteY3" fmla="*/ 0 h 12767"/>
                <a:gd name="connsiteX4" fmla="*/ 6390 w 102238"/>
                <a:gd name="connsiteY4" fmla="*/ 0 h 12767"/>
                <a:gd name="connsiteX5" fmla="*/ 0 w 102238"/>
                <a:gd name="connsiteY5" fmla="*/ 6384 h 12767"/>
                <a:gd name="connsiteX6" fmla="*/ 6390 w 102238"/>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238" h="12767">
                  <a:moveTo>
                    <a:pt x="6390" y="12768"/>
                  </a:moveTo>
                  <a:lnTo>
                    <a:pt x="95849" y="12768"/>
                  </a:lnTo>
                  <a:cubicBezTo>
                    <a:pt x="99683" y="12768"/>
                    <a:pt x="102239" y="10214"/>
                    <a:pt x="102239" y="6384"/>
                  </a:cubicBezTo>
                  <a:cubicBezTo>
                    <a:pt x="102239" y="2554"/>
                    <a:pt x="99683" y="0"/>
                    <a:pt x="95849" y="0"/>
                  </a:cubicBezTo>
                  <a:lnTo>
                    <a:pt x="6390" y="0"/>
                  </a:lnTo>
                  <a:cubicBezTo>
                    <a:pt x="2556" y="0"/>
                    <a:pt x="0" y="2554"/>
                    <a:pt x="0" y="6384"/>
                  </a:cubicBezTo>
                  <a:cubicBezTo>
                    <a:pt x="0" y="10214"/>
                    <a:pt x="2556" y="12768"/>
                    <a:pt x="6390" y="12768"/>
                  </a:cubicBezTo>
                </a:path>
              </a:pathLst>
            </a:custGeom>
            <a:solidFill>
              <a:srgbClr val="26890D"/>
            </a:solidFill>
            <a:ln w="6390" cap="flat">
              <a:noFill/>
              <a:prstDash val="solid"/>
              <a:miter/>
            </a:ln>
          </p:spPr>
          <p:txBody>
            <a:bodyPr rtlCol="0" anchor="ctr"/>
            <a:lstStyle/>
            <a:p>
              <a:endParaRPr lang="en-US"/>
            </a:p>
          </p:txBody>
        </p:sp>
      </p:grpSp>
      <p:grpSp>
        <p:nvGrpSpPr>
          <p:cNvPr id="52" name="Graphic 4">
            <a:extLst>
              <a:ext uri="{FF2B5EF4-FFF2-40B4-BE49-F238E27FC236}">
                <a16:creationId xmlns:a16="http://schemas.microsoft.com/office/drawing/2014/main" id="{BE403F94-00BD-E64F-A9AA-182F1F9C411E}"/>
              </a:ext>
            </a:extLst>
          </p:cNvPr>
          <p:cNvGrpSpPr>
            <a:grpSpLocks noChangeAspect="1"/>
          </p:cNvGrpSpPr>
          <p:nvPr/>
        </p:nvGrpSpPr>
        <p:grpSpPr>
          <a:xfrm>
            <a:off x="467104" y="1885990"/>
            <a:ext cx="362309" cy="362610"/>
            <a:chOff x="467104" y="1885990"/>
            <a:chExt cx="362309" cy="362610"/>
          </a:xfrm>
          <a:solidFill>
            <a:srgbClr val="26890D"/>
          </a:solidFill>
        </p:grpSpPr>
        <p:sp>
          <p:nvSpPr>
            <p:cNvPr id="53" name="Graphic 4">
              <a:extLst>
                <a:ext uri="{FF2B5EF4-FFF2-40B4-BE49-F238E27FC236}">
                  <a16:creationId xmlns:a16="http://schemas.microsoft.com/office/drawing/2014/main" id="{B38F391E-1F8F-174B-94D4-7E52A352262B}"/>
                </a:ext>
              </a:extLst>
            </p:cNvPr>
            <p:cNvSpPr/>
            <p:nvPr/>
          </p:nvSpPr>
          <p:spPr>
            <a:xfrm>
              <a:off x="467104" y="1885990"/>
              <a:ext cx="362309" cy="362610"/>
            </a:xfrm>
            <a:custGeom>
              <a:avLst/>
              <a:gdLst>
                <a:gd name="connsiteX0" fmla="*/ 181474 w 362309"/>
                <a:gd name="connsiteY0" fmla="*/ 348565 h 362610"/>
                <a:gd name="connsiteX1" fmla="*/ 13419 w 362309"/>
                <a:gd name="connsiteY1" fmla="*/ 180028 h 362610"/>
                <a:gd name="connsiteX2" fmla="*/ 181474 w 362309"/>
                <a:gd name="connsiteY2" fmla="*/ 11491 h 362610"/>
                <a:gd name="connsiteX3" fmla="*/ 349530 w 362309"/>
                <a:gd name="connsiteY3" fmla="*/ 180028 h 362610"/>
                <a:gd name="connsiteX4" fmla="*/ 349530 w 362309"/>
                <a:gd name="connsiteY4" fmla="*/ 180028 h 362610"/>
                <a:gd name="connsiteX5" fmla="*/ 181474 w 362309"/>
                <a:gd name="connsiteY5" fmla="*/ 348565 h 362610"/>
                <a:gd name="connsiteX6" fmla="*/ 181474 w 362309"/>
                <a:gd name="connsiteY6" fmla="*/ 0 h 362610"/>
                <a:gd name="connsiteX7" fmla="*/ 0 w 362309"/>
                <a:gd name="connsiteY7" fmla="*/ 181305 h 362610"/>
                <a:gd name="connsiteX8" fmla="*/ 181474 w 362309"/>
                <a:gd name="connsiteY8" fmla="*/ 362610 h 362610"/>
                <a:gd name="connsiteX9" fmla="*/ 362309 w 362309"/>
                <a:gd name="connsiteY9" fmla="*/ 181305 h 362610"/>
                <a:gd name="connsiteX10" fmla="*/ 181474 w 362309"/>
                <a:gd name="connsiteY10" fmla="*/ 0 h 362610"/>
                <a:gd name="connsiteX11" fmla="*/ 181474 w 362309"/>
                <a:gd name="connsiteY11" fmla="*/ 0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1474" y="348565"/>
                  </a:moveTo>
                  <a:cubicBezTo>
                    <a:pt x="88181" y="348565"/>
                    <a:pt x="13419" y="273235"/>
                    <a:pt x="13419" y="180028"/>
                  </a:cubicBezTo>
                  <a:cubicBezTo>
                    <a:pt x="13419" y="86822"/>
                    <a:pt x="88820" y="11491"/>
                    <a:pt x="181474" y="11491"/>
                  </a:cubicBezTo>
                  <a:cubicBezTo>
                    <a:pt x="274128" y="11491"/>
                    <a:pt x="349530" y="86822"/>
                    <a:pt x="349530" y="180028"/>
                  </a:cubicBezTo>
                  <a:cubicBezTo>
                    <a:pt x="349530" y="180028"/>
                    <a:pt x="349530" y="180028"/>
                    <a:pt x="349530" y="180028"/>
                  </a:cubicBezTo>
                  <a:cubicBezTo>
                    <a:pt x="349530" y="273235"/>
                    <a:pt x="274128" y="348565"/>
                    <a:pt x="181474" y="348565"/>
                  </a:cubicBezTo>
                  <a:moveTo>
                    <a:pt x="181474" y="0"/>
                  </a:moveTo>
                  <a:cubicBezTo>
                    <a:pt x="81152" y="0"/>
                    <a:pt x="0" y="81077"/>
                    <a:pt x="0" y="181305"/>
                  </a:cubicBezTo>
                  <a:cubicBezTo>
                    <a:pt x="0" y="281534"/>
                    <a:pt x="81152" y="362610"/>
                    <a:pt x="181474" y="362610"/>
                  </a:cubicBezTo>
                  <a:cubicBezTo>
                    <a:pt x="281796" y="362610"/>
                    <a:pt x="362309" y="281534"/>
                    <a:pt x="362309" y="181305"/>
                  </a:cubicBezTo>
                  <a:cubicBezTo>
                    <a:pt x="362309" y="80438"/>
                    <a:pt x="281796" y="0"/>
                    <a:pt x="181474" y="0"/>
                  </a:cubicBezTo>
                  <a:cubicBezTo>
                    <a:pt x="181474" y="0"/>
                    <a:pt x="181474" y="0"/>
                    <a:pt x="181474" y="0"/>
                  </a:cubicBezTo>
                </a:path>
              </a:pathLst>
            </a:custGeom>
            <a:solidFill>
              <a:srgbClr val="26890D"/>
            </a:solidFill>
            <a:ln w="6390" cap="flat">
              <a:noFill/>
              <a:prstDash val="solid"/>
              <a:miter/>
            </a:ln>
          </p:spPr>
          <p:txBody>
            <a:bodyPr rtlCol="0" anchor="ctr"/>
            <a:lstStyle/>
            <a:p>
              <a:endParaRPr lang="en-US"/>
            </a:p>
          </p:txBody>
        </p:sp>
        <p:sp>
          <p:nvSpPr>
            <p:cNvPr id="54" name="Graphic 4">
              <a:extLst>
                <a:ext uri="{FF2B5EF4-FFF2-40B4-BE49-F238E27FC236}">
                  <a16:creationId xmlns:a16="http://schemas.microsoft.com/office/drawing/2014/main" id="{7CEB851A-183C-8F42-8E99-D4E399EB1402}"/>
                </a:ext>
              </a:extLst>
            </p:cNvPr>
            <p:cNvSpPr/>
            <p:nvPr/>
          </p:nvSpPr>
          <p:spPr>
            <a:xfrm>
              <a:off x="530603" y="1985102"/>
              <a:ext cx="235673" cy="163908"/>
            </a:xfrm>
            <a:custGeom>
              <a:avLst/>
              <a:gdLst>
                <a:gd name="connsiteX0" fmla="*/ 117975 w 235673"/>
                <a:gd name="connsiteY0" fmla="*/ 86663 h 163908"/>
                <a:gd name="connsiteX1" fmla="*/ 24043 w 235673"/>
                <a:gd name="connsiteY1" fmla="*/ 46444 h 163908"/>
                <a:gd name="connsiteX2" fmla="*/ 117975 w 235673"/>
                <a:gd name="connsiteY2" fmla="*/ 13247 h 163908"/>
                <a:gd name="connsiteX3" fmla="*/ 211907 w 235673"/>
                <a:gd name="connsiteY3" fmla="*/ 46444 h 163908"/>
                <a:gd name="connsiteX4" fmla="*/ 117975 w 235673"/>
                <a:gd name="connsiteY4" fmla="*/ 86663 h 163908"/>
                <a:gd name="connsiteX5" fmla="*/ 182514 w 235673"/>
                <a:gd name="connsiteY5" fmla="*/ 123051 h 163908"/>
                <a:gd name="connsiteX6" fmla="*/ 117336 w 235673"/>
                <a:gd name="connsiteY6" fmla="*/ 150502 h 163908"/>
                <a:gd name="connsiteX7" fmla="*/ 52159 w 235673"/>
                <a:gd name="connsiteY7" fmla="*/ 123690 h 163908"/>
                <a:gd name="connsiteX8" fmla="*/ 58549 w 235673"/>
                <a:gd name="connsiteY8" fmla="*/ 75172 h 163908"/>
                <a:gd name="connsiteX9" fmla="*/ 114780 w 235673"/>
                <a:gd name="connsiteY9" fmla="*/ 99431 h 163908"/>
                <a:gd name="connsiteX10" fmla="*/ 117336 w 235673"/>
                <a:gd name="connsiteY10" fmla="*/ 100069 h 163908"/>
                <a:gd name="connsiteX11" fmla="*/ 119892 w 235673"/>
                <a:gd name="connsiteY11" fmla="*/ 99431 h 163908"/>
                <a:gd name="connsiteX12" fmla="*/ 176124 w 235673"/>
                <a:gd name="connsiteY12" fmla="*/ 75172 h 163908"/>
                <a:gd name="connsiteX13" fmla="*/ 182514 w 235673"/>
                <a:gd name="connsiteY13" fmla="*/ 123051 h 163908"/>
                <a:gd name="connsiteX14" fmla="*/ 231716 w 235673"/>
                <a:gd name="connsiteY14" fmla="*/ 40060 h 163908"/>
                <a:gd name="connsiteX15" fmla="*/ 119892 w 235673"/>
                <a:gd name="connsiteY15" fmla="*/ 479 h 163908"/>
                <a:gd name="connsiteX16" fmla="*/ 115419 w 235673"/>
                <a:gd name="connsiteY16" fmla="*/ 479 h 163908"/>
                <a:gd name="connsiteX17" fmla="*/ 4234 w 235673"/>
                <a:gd name="connsiteY17" fmla="*/ 40060 h 163908"/>
                <a:gd name="connsiteX18" fmla="*/ 400 w 235673"/>
                <a:gd name="connsiteY18" fmla="*/ 48359 h 163908"/>
                <a:gd name="connsiteX19" fmla="*/ 3595 w 235673"/>
                <a:gd name="connsiteY19" fmla="*/ 52189 h 163908"/>
                <a:gd name="connsiteX20" fmla="*/ 47047 w 235673"/>
                <a:gd name="connsiteY20" fmla="*/ 70703 h 163908"/>
                <a:gd name="connsiteX21" fmla="*/ 40018 w 235673"/>
                <a:gd name="connsiteY21" fmla="*/ 124966 h 163908"/>
                <a:gd name="connsiteX22" fmla="*/ 40657 w 235673"/>
                <a:gd name="connsiteY22" fmla="*/ 128797 h 163908"/>
                <a:gd name="connsiteX23" fmla="*/ 117975 w 235673"/>
                <a:gd name="connsiteY23" fmla="*/ 163909 h 163908"/>
                <a:gd name="connsiteX24" fmla="*/ 194654 w 235673"/>
                <a:gd name="connsiteY24" fmla="*/ 130074 h 163908"/>
                <a:gd name="connsiteX25" fmla="*/ 195932 w 235673"/>
                <a:gd name="connsiteY25" fmla="*/ 124966 h 163908"/>
                <a:gd name="connsiteX26" fmla="*/ 188264 w 235673"/>
                <a:gd name="connsiteY26" fmla="*/ 70703 h 163908"/>
                <a:gd name="connsiteX27" fmla="*/ 214463 w 235673"/>
                <a:gd name="connsiteY27" fmla="*/ 59212 h 163908"/>
                <a:gd name="connsiteX28" fmla="*/ 214463 w 235673"/>
                <a:gd name="connsiteY28" fmla="*/ 157525 h 163908"/>
                <a:gd name="connsiteX29" fmla="*/ 220853 w 235673"/>
                <a:gd name="connsiteY29" fmla="*/ 163909 h 163908"/>
                <a:gd name="connsiteX30" fmla="*/ 227243 w 235673"/>
                <a:gd name="connsiteY30" fmla="*/ 157525 h 163908"/>
                <a:gd name="connsiteX31" fmla="*/ 227243 w 235673"/>
                <a:gd name="connsiteY31" fmla="*/ 54104 h 163908"/>
                <a:gd name="connsiteX32" fmla="*/ 227243 w 235673"/>
                <a:gd name="connsiteY32" fmla="*/ 54104 h 163908"/>
                <a:gd name="connsiteX33" fmla="*/ 231716 w 235673"/>
                <a:gd name="connsiteY33" fmla="*/ 52189 h 163908"/>
                <a:gd name="connsiteX34" fmla="*/ 235550 w 235673"/>
                <a:gd name="connsiteY34" fmla="*/ 45805 h 163908"/>
                <a:gd name="connsiteX35" fmla="*/ 231716 w 235673"/>
                <a:gd name="connsiteY35" fmla="*/ 40060 h 163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35673" h="163908">
                  <a:moveTo>
                    <a:pt x="117975" y="86663"/>
                  </a:moveTo>
                  <a:lnTo>
                    <a:pt x="24043" y="46444"/>
                  </a:lnTo>
                  <a:lnTo>
                    <a:pt x="117975" y="13247"/>
                  </a:lnTo>
                  <a:lnTo>
                    <a:pt x="211907" y="46444"/>
                  </a:lnTo>
                  <a:lnTo>
                    <a:pt x="117975" y="86663"/>
                  </a:lnTo>
                  <a:close/>
                  <a:moveTo>
                    <a:pt x="182514" y="123051"/>
                  </a:moveTo>
                  <a:cubicBezTo>
                    <a:pt x="165261" y="140288"/>
                    <a:pt x="142257" y="149864"/>
                    <a:pt x="117336" y="150502"/>
                  </a:cubicBezTo>
                  <a:cubicBezTo>
                    <a:pt x="75163" y="150502"/>
                    <a:pt x="56632" y="129435"/>
                    <a:pt x="52159" y="123690"/>
                  </a:cubicBezTo>
                  <a:lnTo>
                    <a:pt x="58549" y="75172"/>
                  </a:lnTo>
                  <a:lnTo>
                    <a:pt x="114780" y="99431"/>
                  </a:lnTo>
                  <a:cubicBezTo>
                    <a:pt x="115419" y="100069"/>
                    <a:pt x="116697" y="100069"/>
                    <a:pt x="117336" y="100069"/>
                  </a:cubicBezTo>
                  <a:cubicBezTo>
                    <a:pt x="117975" y="100069"/>
                    <a:pt x="119253" y="100069"/>
                    <a:pt x="119892" y="99431"/>
                  </a:cubicBezTo>
                  <a:lnTo>
                    <a:pt x="176124" y="75172"/>
                  </a:lnTo>
                  <a:lnTo>
                    <a:pt x="182514" y="123051"/>
                  </a:lnTo>
                  <a:close/>
                  <a:moveTo>
                    <a:pt x="231716" y="40060"/>
                  </a:moveTo>
                  <a:lnTo>
                    <a:pt x="119892" y="479"/>
                  </a:lnTo>
                  <a:cubicBezTo>
                    <a:pt x="118614" y="-160"/>
                    <a:pt x="116697" y="-160"/>
                    <a:pt x="115419" y="479"/>
                  </a:cubicBezTo>
                  <a:lnTo>
                    <a:pt x="4234" y="40060"/>
                  </a:lnTo>
                  <a:cubicBezTo>
                    <a:pt x="1039" y="41336"/>
                    <a:pt x="-878" y="45167"/>
                    <a:pt x="400" y="48359"/>
                  </a:cubicBezTo>
                  <a:cubicBezTo>
                    <a:pt x="1039" y="50274"/>
                    <a:pt x="2317" y="51551"/>
                    <a:pt x="3595" y="52189"/>
                  </a:cubicBezTo>
                  <a:lnTo>
                    <a:pt x="47047" y="70703"/>
                  </a:lnTo>
                  <a:lnTo>
                    <a:pt x="40018" y="124966"/>
                  </a:lnTo>
                  <a:cubicBezTo>
                    <a:pt x="40018" y="126243"/>
                    <a:pt x="40018" y="127520"/>
                    <a:pt x="40657" y="128797"/>
                  </a:cubicBezTo>
                  <a:cubicBezTo>
                    <a:pt x="41296" y="130074"/>
                    <a:pt x="61744" y="163909"/>
                    <a:pt x="117975" y="163909"/>
                  </a:cubicBezTo>
                  <a:cubicBezTo>
                    <a:pt x="147369" y="163270"/>
                    <a:pt x="174846" y="151141"/>
                    <a:pt x="194654" y="130074"/>
                  </a:cubicBezTo>
                  <a:cubicBezTo>
                    <a:pt x="195932" y="128797"/>
                    <a:pt x="196571" y="126882"/>
                    <a:pt x="195932" y="124966"/>
                  </a:cubicBezTo>
                  <a:lnTo>
                    <a:pt x="188264" y="70703"/>
                  </a:lnTo>
                  <a:lnTo>
                    <a:pt x="214463" y="59212"/>
                  </a:lnTo>
                  <a:lnTo>
                    <a:pt x="214463" y="157525"/>
                  </a:lnTo>
                  <a:cubicBezTo>
                    <a:pt x="214463" y="161355"/>
                    <a:pt x="217019" y="163909"/>
                    <a:pt x="220853" y="163909"/>
                  </a:cubicBezTo>
                  <a:cubicBezTo>
                    <a:pt x="224687" y="163909"/>
                    <a:pt x="227243" y="161355"/>
                    <a:pt x="227243" y="157525"/>
                  </a:cubicBezTo>
                  <a:lnTo>
                    <a:pt x="227243" y="54104"/>
                  </a:lnTo>
                  <a:lnTo>
                    <a:pt x="227243" y="54104"/>
                  </a:lnTo>
                  <a:lnTo>
                    <a:pt x="231716" y="52189"/>
                  </a:lnTo>
                  <a:cubicBezTo>
                    <a:pt x="234272" y="50912"/>
                    <a:pt x="235550" y="48359"/>
                    <a:pt x="235550" y="45805"/>
                  </a:cubicBezTo>
                  <a:cubicBezTo>
                    <a:pt x="236189" y="42613"/>
                    <a:pt x="234272" y="40698"/>
                    <a:pt x="231716" y="40060"/>
                  </a:cubicBezTo>
                </a:path>
              </a:pathLst>
            </a:custGeom>
            <a:solidFill>
              <a:srgbClr val="26890D"/>
            </a:solidFill>
            <a:ln w="6390" cap="flat">
              <a:noFill/>
              <a:prstDash val="solid"/>
              <a:miter/>
            </a:ln>
          </p:spPr>
          <p:txBody>
            <a:bodyPr rtlCol="0" anchor="ctr"/>
            <a:lstStyle/>
            <a:p>
              <a:endParaRPr lang="en-US"/>
            </a:p>
          </p:txBody>
        </p:sp>
      </p:grpSp>
      <p:grpSp>
        <p:nvGrpSpPr>
          <p:cNvPr id="55" name="Graphic 4">
            <a:extLst>
              <a:ext uri="{FF2B5EF4-FFF2-40B4-BE49-F238E27FC236}">
                <a16:creationId xmlns:a16="http://schemas.microsoft.com/office/drawing/2014/main" id="{77CA1E0C-D300-034E-A7CF-0307A39FA306}"/>
              </a:ext>
            </a:extLst>
          </p:cNvPr>
          <p:cNvGrpSpPr>
            <a:grpSpLocks noChangeAspect="1"/>
          </p:cNvGrpSpPr>
          <p:nvPr/>
        </p:nvGrpSpPr>
        <p:grpSpPr>
          <a:xfrm>
            <a:off x="467743" y="1402085"/>
            <a:ext cx="361670" cy="362610"/>
            <a:chOff x="467743" y="1402085"/>
            <a:chExt cx="361670" cy="362610"/>
          </a:xfrm>
          <a:solidFill>
            <a:srgbClr val="26890D"/>
          </a:solidFill>
        </p:grpSpPr>
        <p:sp>
          <p:nvSpPr>
            <p:cNvPr id="56" name="Graphic 4">
              <a:extLst>
                <a:ext uri="{FF2B5EF4-FFF2-40B4-BE49-F238E27FC236}">
                  <a16:creationId xmlns:a16="http://schemas.microsoft.com/office/drawing/2014/main" id="{AAEAF32C-53A7-4B4E-A646-C4823E727F15}"/>
                </a:ext>
              </a:extLst>
            </p:cNvPr>
            <p:cNvSpPr/>
            <p:nvPr/>
          </p:nvSpPr>
          <p:spPr>
            <a:xfrm>
              <a:off x="467743" y="1402085"/>
              <a:ext cx="361670" cy="362610"/>
            </a:xfrm>
            <a:custGeom>
              <a:avLst/>
              <a:gdLst>
                <a:gd name="connsiteX0" fmla="*/ 180835 w 361670"/>
                <a:gd name="connsiteY0" fmla="*/ 349204 h 362610"/>
                <a:gd name="connsiteX1" fmla="*/ 12780 w 361670"/>
                <a:gd name="connsiteY1" fmla="*/ 180667 h 362610"/>
                <a:gd name="connsiteX2" fmla="*/ 180835 w 361670"/>
                <a:gd name="connsiteY2" fmla="*/ 12768 h 362610"/>
                <a:gd name="connsiteX3" fmla="*/ 348891 w 361670"/>
                <a:gd name="connsiteY3" fmla="*/ 180667 h 362610"/>
                <a:gd name="connsiteX4" fmla="*/ 180835 w 361670"/>
                <a:gd name="connsiteY4" fmla="*/ 349204 h 362610"/>
                <a:gd name="connsiteX5" fmla="*/ 180835 w 361670"/>
                <a:gd name="connsiteY5" fmla="*/ 0 h 362610"/>
                <a:gd name="connsiteX6" fmla="*/ 0 w 361670"/>
                <a:gd name="connsiteY6" fmla="*/ 181305 h 362610"/>
                <a:gd name="connsiteX7" fmla="*/ 180835 w 361670"/>
                <a:gd name="connsiteY7" fmla="*/ 362610 h 362610"/>
                <a:gd name="connsiteX8" fmla="*/ 361670 w 361670"/>
                <a:gd name="connsiteY8" fmla="*/ 181305 h 362610"/>
                <a:gd name="connsiteX9" fmla="*/ 361670 w 361670"/>
                <a:gd name="connsiteY9" fmla="*/ 181305 h 362610"/>
                <a:gd name="connsiteX10" fmla="*/ 180835 w 361670"/>
                <a:gd name="connsiteY10" fmla="*/ 0 h 362610"/>
                <a:gd name="connsiteX11" fmla="*/ 180835 w 361670"/>
                <a:gd name="connsiteY11" fmla="*/ 0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2610">
                  <a:moveTo>
                    <a:pt x="180835" y="349204"/>
                  </a:moveTo>
                  <a:cubicBezTo>
                    <a:pt x="87542" y="349204"/>
                    <a:pt x="12780" y="273873"/>
                    <a:pt x="12780" y="180667"/>
                  </a:cubicBezTo>
                  <a:cubicBezTo>
                    <a:pt x="12780" y="87461"/>
                    <a:pt x="87542" y="12768"/>
                    <a:pt x="180835" y="12768"/>
                  </a:cubicBezTo>
                  <a:cubicBezTo>
                    <a:pt x="274128" y="12768"/>
                    <a:pt x="348891" y="88099"/>
                    <a:pt x="348891" y="180667"/>
                  </a:cubicBezTo>
                  <a:cubicBezTo>
                    <a:pt x="348891" y="273873"/>
                    <a:pt x="273489" y="349204"/>
                    <a:pt x="180835" y="349204"/>
                  </a:cubicBezTo>
                  <a:moveTo>
                    <a:pt x="180835" y="0"/>
                  </a:moveTo>
                  <a:cubicBezTo>
                    <a:pt x="80513" y="0"/>
                    <a:pt x="0" y="81077"/>
                    <a:pt x="0" y="181305"/>
                  </a:cubicBezTo>
                  <a:cubicBezTo>
                    <a:pt x="0" y="281534"/>
                    <a:pt x="81152" y="362610"/>
                    <a:pt x="180835" y="362610"/>
                  </a:cubicBezTo>
                  <a:cubicBezTo>
                    <a:pt x="280518" y="362610"/>
                    <a:pt x="361670" y="281534"/>
                    <a:pt x="361670" y="181305"/>
                  </a:cubicBezTo>
                  <a:cubicBezTo>
                    <a:pt x="361670" y="181305"/>
                    <a:pt x="361670" y="181305"/>
                    <a:pt x="361670" y="181305"/>
                  </a:cubicBezTo>
                  <a:cubicBezTo>
                    <a:pt x="361670" y="81077"/>
                    <a:pt x="281157" y="0"/>
                    <a:pt x="180835" y="0"/>
                  </a:cubicBezTo>
                  <a:cubicBezTo>
                    <a:pt x="180835" y="0"/>
                    <a:pt x="180835" y="0"/>
                    <a:pt x="180835" y="0"/>
                  </a:cubicBezTo>
                </a:path>
              </a:pathLst>
            </a:custGeom>
            <a:solidFill>
              <a:srgbClr val="26890D"/>
            </a:solidFill>
            <a:ln w="6390" cap="flat">
              <a:noFill/>
              <a:prstDash val="solid"/>
              <a:miter/>
            </a:ln>
          </p:spPr>
          <p:txBody>
            <a:bodyPr rtlCol="0" anchor="ctr"/>
            <a:lstStyle/>
            <a:p>
              <a:endParaRPr lang="en-US"/>
            </a:p>
          </p:txBody>
        </p:sp>
        <p:sp>
          <p:nvSpPr>
            <p:cNvPr id="57" name="Graphic 4">
              <a:extLst>
                <a:ext uri="{FF2B5EF4-FFF2-40B4-BE49-F238E27FC236}">
                  <a16:creationId xmlns:a16="http://schemas.microsoft.com/office/drawing/2014/main" id="{601E8A15-1761-FB4F-89E8-5E3BF4FF1AC9}"/>
                </a:ext>
              </a:extLst>
            </p:cNvPr>
            <p:cNvSpPr/>
            <p:nvPr/>
          </p:nvSpPr>
          <p:spPr>
            <a:xfrm>
              <a:off x="567575" y="1469266"/>
              <a:ext cx="162956" cy="225205"/>
            </a:xfrm>
            <a:custGeom>
              <a:avLst/>
              <a:gdLst>
                <a:gd name="connsiteX0" fmla="*/ 144263 w 162956"/>
                <a:gd name="connsiteY0" fmla="*/ 103910 h 225205"/>
                <a:gd name="connsiteX1" fmla="*/ 135317 w 162956"/>
                <a:gd name="connsiteY1" fmla="*/ 112209 h 225205"/>
                <a:gd name="connsiteX2" fmla="*/ 132761 w 162956"/>
                <a:gd name="connsiteY2" fmla="*/ 124339 h 225205"/>
                <a:gd name="connsiteX3" fmla="*/ 131483 w 162956"/>
                <a:gd name="connsiteY3" fmla="*/ 130723 h 225205"/>
                <a:gd name="connsiteX4" fmla="*/ 125094 w 162956"/>
                <a:gd name="connsiteY4" fmla="*/ 131999 h 225205"/>
                <a:gd name="connsiteX5" fmla="*/ 118065 w 162956"/>
                <a:gd name="connsiteY5" fmla="*/ 132638 h 225205"/>
                <a:gd name="connsiteX6" fmla="*/ 115509 w 162956"/>
                <a:gd name="connsiteY6" fmla="*/ 133276 h 225205"/>
                <a:gd name="connsiteX7" fmla="*/ 112953 w 162956"/>
                <a:gd name="connsiteY7" fmla="*/ 134553 h 225205"/>
                <a:gd name="connsiteX8" fmla="*/ 104646 w 162956"/>
                <a:gd name="connsiteY8" fmla="*/ 143490 h 225205"/>
                <a:gd name="connsiteX9" fmla="*/ 100173 w 162956"/>
                <a:gd name="connsiteY9" fmla="*/ 148598 h 225205"/>
                <a:gd name="connsiteX10" fmla="*/ 93783 w 162956"/>
                <a:gd name="connsiteY10" fmla="*/ 146044 h 225205"/>
                <a:gd name="connsiteX11" fmla="*/ 81642 w 162956"/>
                <a:gd name="connsiteY11" fmla="*/ 142214 h 225205"/>
                <a:gd name="connsiteX12" fmla="*/ 69501 w 162956"/>
                <a:gd name="connsiteY12" fmla="*/ 146044 h 225205"/>
                <a:gd name="connsiteX13" fmla="*/ 63111 w 162956"/>
                <a:gd name="connsiteY13" fmla="*/ 148598 h 225205"/>
                <a:gd name="connsiteX14" fmla="*/ 58638 w 162956"/>
                <a:gd name="connsiteY14" fmla="*/ 143490 h 225205"/>
                <a:gd name="connsiteX15" fmla="*/ 50331 w 162956"/>
                <a:gd name="connsiteY15" fmla="*/ 134553 h 225205"/>
                <a:gd name="connsiteX16" fmla="*/ 47775 w 162956"/>
                <a:gd name="connsiteY16" fmla="*/ 133276 h 225205"/>
                <a:gd name="connsiteX17" fmla="*/ 45219 w 162956"/>
                <a:gd name="connsiteY17" fmla="*/ 132638 h 225205"/>
                <a:gd name="connsiteX18" fmla="*/ 38190 w 162956"/>
                <a:gd name="connsiteY18" fmla="*/ 131999 h 225205"/>
                <a:gd name="connsiteX19" fmla="*/ 31800 w 162956"/>
                <a:gd name="connsiteY19" fmla="*/ 130723 h 225205"/>
                <a:gd name="connsiteX20" fmla="*/ 30522 w 162956"/>
                <a:gd name="connsiteY20" fmla="*/ 124339 h 225205"/>
                <a:gd name="connsiteX21" fmla="*/ 27966 w 162956"/>
                <a:gd name="connsiteY21" fmla="*/ 112209 h 225205"/>
                <a:gd name="connsiteX22" fmla="*/ 19021 w 162956"/>
                <a:gd name="connsiteY22" fmla="*/ 103910 h 225205"/>
                <a:gd name="connsiteX23" fmla="*/ 13909 w 162956"/>
                <a:gd name="connsiteY23" fmla="*/ 99441 h 225205"/>
                <a:gd name="connsiteX24" fmla="*/ 16465 w 162956"/>
                <a:gd name="connsiteY24" fmla="*/ 93057 h 225205"/>
                <a:gd name="connsiteX25" fmla="*/ 20299 w 162956"/>
                <a:gd name="connsiteY25" fmla="*/ 80927 h 225205"/>
                <a:gd name="connsiteX26" fmla="*/ 16465 w 162956"/>
                <a:gd name="connsiteY26" fmla="*/ 68798 h 225205"/>
                <a:gd name="connsiteX27" fmla="*/ 13909 w 162956"/>
                <a:gd name="connsiteY27" fmla="*/ 62414 h 225205"/>
                <a:gd name="connsiteX28" fmla="*/ 19021 w 162956"/>
                <a:gd name="connsiteY28" fmla="*/ 57945 h 225205"/>
                <a:gd name="connsiteX29" fmla="*/ 27966 w 162956"/>
                <a:gd name="connsiteY29" fmla="*/ 49646 h 225205"/>
                <a:gd name="connsiteX30" fmla="*/ 30522 w 162956"/>
                <a:gd name="connsiteY30" fmla="*/ 37516 h 225205"/>
                <a:gd name="connsiteX31" fmla="*/ 31800 w 162956"/>
                <a:gd name="connsiteY31" fmla="*/ 31132 h 225205"/>
                <a:gd name="connsiteX32" fmla="*/ 38190 w 162956"/>
                <a:gd name="connsiteY32" fmla="*/ 29856 h 225205"/>
                <a:gd name="connsiteX33" fmla="*/ 58638 w 162956"/>
                <a:gd name="connsiteY33" fmla="*/ 17726 h 225205"/>
                <a:gd name="connsiteX34" fmla="*/ 63111 w 162956"/>
                <a:gd name="connsiteY34" fmla="*/ 11980 h 225205"/>
                <a:gd name="connsiteX35" fmla="*/ 63111 w 162956"/>
                <a:gd name="connsiteY35" fmla="*/ 11980 h 225205"/>
                <a:gd name="connsiteX36" fmla="*/ 68862 w 162956"/>
                <a:gd name="connsiteY36" fmla="*/ 14534 h 225205"/>
                <a:gd name="connsiteX37" fmla="*/ 81003 w 162956"/>
                <a:gd name="connsiteY37" fmla="*/ 18364 h 225205"/>
                <a:gd name="connsiteX38" fmla="*/ 93144 w 162956"/>
                <a:gd name="connsiteY38" fmla="*/ 14534 h 225205"/>
                <a:gd name="connsiteX39" fmla="*/ 99534 w 162956"/>
                <a:gd name="connsiteY39" fmla="*/ 11980 h 225205"/>
                <a:gd name="connsiteX40" fmla="*/ 104007 w 162956"/>
                <a:gd name="connsiteY40" fmla="*/ 17726 h 225205"/>
                <a:gd name="connsiteX41" fmla="*/ 112314 w 162956"/>
                <a:gd name="connsiteY41" fmla="*/ 26664 h 225205"/>
                <a:gd name="connsiteX42" fmla="*/ 124455 w 162956"/>
                <a:gd name="connsiteY42" fmla="*/ 29217 h 225205"/>
                <a:gd name="connsiteX43" fmla="*/ 130844 w 162956"/>
                <a:gd name="connsiteY43" fmla="*/ 30494 h 225205"/>
                <a:gd name="connsiteX44" fmla="*/ 132122 w 162956"/>
                <a:gd name="connsiteY44" fmla="*/ 37516 h 225205"/>
                <a:gd name="connsiteX45" fmla="*/ 134678 w 162956"/>
                <a:gd name="connsiteY45" fmla="*/ 49646 h 225205"/>
                <a:gd name="connsiteX46" fmla="*/ 143624 w 162956"/>
                <a:gd name="connsiteY46" fmla="*/ 57945 h 225205"/>
                <a:gd name="connsiteX47" fmla="*/ 148736 w 162956"/>
                <a:gd name="connsiteY47" fmla="*/ 62414 h 225205"/>
                <a:gd name="connsiteX48" fmla="*/ 146180 w 162956"/>
                <a:gd name="connsiteY48" fmla="*/ 68798 h 225205"/>
                <a:gd name="connsiteX49" fmla="*/ 142346 w 162956"/>
                <a:gd name="connsiteY49" fmla="*/ 80927 h 225205"/>
                <a:gd name="connsiteX50" fmla="*/ 146180 w 162956"/>
                <a:gd name="connsiteY50" fmla="*/ 93057 h 225205"/>
                <a:gd name="connsiteX51" fmla="*/ 148736 w 162956"/>
                <a:gd name="connsiteY51" fmla="*/ 99441 h 225205"/>
                <a:gd name="connsiteX52" fmla="*/ 144263 w 162956"/>
                <a:gd name="connsiteY52" fmla="*/ 103910 h 225205"/>
                <a:gd name="connsiteX53" fmla="*/ 84198 w 162956"/>
                <a:gd name="connsiteY53" fmla="*/ 192009 h 225205"/>
                <a:gd name="connsiteX54" fmla="*/ 77808 w 162956"/>
                <a:gd name="connsiteY54" fmla="*/ 192009 h 225205"/>
                <a:gd name="connsiteX55" fmla="*/ 50970 w 162956"/>
                <a:gd name="connsiteY55" fmla="*/ 207969 h 225205"/>
                <a:gd name="connsiteX56" fmla="*/ 50970 w 162956"/>
                <a:gd name="connsiteY56" fmla="*/ 156258 h 225205"/>
                <a:gd name="connsiteX57" fmla="*/ 59277 w 162956"/>
                <a:gd name="connsiteY57" fmla="*/ 162642 h 225205"/>
                <a:gd name="connsiteX58" fmla="*/ 62472 w 162956"/>
                <a:gd name="connsiteY58" fmla="*/ 163281 h 225205"/>
                <a:gd name="connsiteX59" fmla="*/ 73974 w 162956"/>
                <a:gd name="connsiteY59" fmla="*/ 159450 h 225205"/>
                <a:gd name="connsiteX60" fmla="*/ 80364 w 162956"/>
                <a:gd name="connsiteY60" fmla="*/ 156897 h 225205"/>
                <a:gd name="connsiteX61" fmla="*/ 86754 w 162956"/>
                <a:gd name="connsiteY61" fmla="*/ 159450 h 225205"/>
                <a:gd name="connsiteX62" fmla="*/ 102090 w 162956"/>
                <a:gd name="connsiteY62" fmla="*/ 162642 h 225205"/>
                <a:gd name="connsiteX63" fmla="*/ 110397 w 162956"/>
                <a:gd name="connsiteY63" fmla="*/ 156258 h 225205"/>
                <a:gd name="connsiteX64" fmla="*/ 110397 w 162956"/>
                <a:gd name="connsiteY64" fmla="*/ 208607 h 225205"/>
                <a:gd name="connsiteX65" fmla="*/ 84198 w 162956"/>
                <a:gd name="connsiteY65" fmla="*/ 192009 h 225205"/>
                <a:gd name="connsiteX66" fmla="*/ 161516 w 162956"/>
                <a:gd name="connsiteY66" fmla="*/ 59860 h 225205"/>
                <a:gd name="connsiteX67" fmla="*/ 150653 w 162956"/>
                <a:gd name="connsiteY67" fmla="*/ 47731 h 225205"/>
                <a:gd name="connsiteX68" fmla="*/ 145541 w 162956"/>
                <a:gd name="connsiteY68" fmla="*/ 43900 h 225205"/>
                <a:gd name="connsiteX69" fmla="*/ 144263 w 162956"/>
                <a:gd name="connsiteY69" fmla="*/ 37516 h 225205"/>
                <a:gd name="connsiteX70" fmla="*/ 139151 w 162956"/>
                <a:gd name="connsiteY70" fmla="*/ 22195 h 225205"/>
                <a:gd name="connsiteX71" fmla="*/ 124455 w 162956"/>
                <a:gd name="connsiteY71" fmla="*/ 17726 h 225205"/>
                <a:gd name="connsiteX72" fmla="*/ 118065 w 162956"/>
                <a:gd name="connsiteY72" fmla="*/ 16449 h 225205"/>
                <a:gd name="connsiteX73" fmla="*/ 114231 w 162956"/>
                <a:gd name="connsiteY73" fmla="*/ 11342 h 225205"/>
                <a:gd name="connsiteX74" fmla="*/ 102729 w 162956"/>
                <a:gd name="connsiteY74" fmla="*/ 489 h 225205"/>
                <a:gd name="connsiteX75" fmla="*/ 87393 w 162956"/>
                <a:gd name="connsiteY75" fmla="*/ 3681 h 225205"/>
                <a:gd name="connsiteX76" fmla="*/ 81003 w 162956"/>
                <a:gd name="connsiteY76" fmla="*/ 6235 h 225205"/>
                <a:gd name="connsiteX77" fmla="*/ 74613 w 162956"/>
                <a:gd name="connsiteY77" fmla="*/ 3681 h 225205"/>
                <a:gd name="connsiteX78" fmla="*/ 59277 w 162956"/>
                <a:gd name="connsiteY78" fmla="*/ 489 h 225205"/>
                <a:gd name="connsiteX79" fmla="*/ 47775 w 162956"/>
                <a:gd name="connsiteY79" fmla="*/ 11342 h 225205"/>
                <a:gd name="connsiteX80" fmla="*/ 43941 w 162956"/>
                <a:gd name="connsiteY80" fmla="*/ 16449 h 225205"/>
                <a:gd name="connsiteX81" fmla="*/ 37551 w 162956"/>
                <a:gd name="connsiteY81" fmla="*/ 17726 h 225205"/>
                <a:gd name="connsiteX82" fmla="*/ 17743 w 162956"/>
                <a:gd name="connsiteY82" fmla="*/ 31771 h 225205"/>
                <a:gd name="connsiteX83" fmla="*/ 17743 w 162956"/>
                <a:gd name="connsiteY83" fmla="*/ 37516 h 225205"/>
                <a:gd name="connsiteX84" fmla="*/ 16465 w 162956"/>
                <a:gd name="connsiteY84" fmla="*/ 43900 h 225205"/>
                <a:gd name="connsiteX85" fmla="*/ 11353 w 162956"/>
                <a:gd name="connsiteY85" fmla="*/ 47731 h 225205"/>
                <a:gd name="connsiteX86" fmla="*/ 490 w 162956"/>
                <a:gd name="connsiteY86" fmla="*/ 59860 h 225205"/>
                <a:gd name="connsiteX87" fmla="*/ 3685 w 162956"/>
                <a:gd name="connsiteY87" fmla="*/ 75182 h 225205"/>
                <a:gd name="connsiteX88" fmla="*/ 6241 w 162956"/>
                <a:gd name="connsiteY88" fmla="*/ 81566 h 225205"/>
                <a:gd name="connsiteX89" fmla="*/ 3685 w 162956"/>
                <a:gd name="connsiteY89" fmla="*/ 87950 h 225205"/>
                <a:gd name="connsiteX90" fmla="*/ 490 w 162956"/>
                <a:gd name="connsiteY90" fmla="*/ 103271 h 225205"/>
                <a:gd name="connsiteX91" fmla="*/ 11353 w 162956"/>
                <a:gd name="connsiteY91" fmla="*/ 114763 h 225205"/>
                <a:gd name="connsiteX92" fmla="*/ 16465 w 162956"/>
                <a:gd name="connsiteY92" fmla="*/ 118593 h 225205"/>
                <a:gd name="connsiteX93" fmla="*/ 17743 w 162956"/>
                <a:gd name="connsiteY93" fmla="*/ 124977 h 225205"/>
                <a:gd name="connsiteX94" fmla="*/ 31800 w 162956"/>
                <a:gd name="connsiteY94" fmla="*/ 144767 h 225205"/>
                <a:gd name="connsiteX95" fmla="*/ 37551 w 162956"/>
                <a:gd name="connsiteY95" fmla="*/ 144767 h 225205"/>
                <a:gd name="connsiteX96" fmla="*/ 38829 w 162956"/>
                <a:gd name="connsiteY96" fmla="*/ 144767 h 225205"/>
                <a:gd name="connsiteX97" fmla="*/ 38829 w 162956"/>
                <a:gd name="connsiteY97" fmla="*/ 218821 h 225205"/>
                <a:gd name="connsiteX98" fmla="*/ 45219 w 162956"/>
                <a:gd name="connsiteY98" fmla="*/ 225205 h 225205"/>
                <a:gd name="connsiteX99" fmla="*/ 48414 w 162956"/>
                <a:gd name="connsiteY99" fmla="*/ 224567 h 225205"/>
                <a:gd name="connsiteX100" fmla="*/ 81642 w 162956"/>
                <a:gd name="connsiteY100" fmla="*/ 204777 h 225205"/>
                <a:gd name="connsiteX101" fmla="*/ 114870 w 162956"/>
                <a:gd name="connsiteY101" fmla="*/ 224567 h 225205"/>
                <a:gd name="connsiteX102" fmla="*/ 118065 w 162956"/>
                <a:gd name="connsiteY102" fmla="*/ 225205 h 225205"/>
                <a:gd name="connsiteX103" fmla="*/ 124455 w 162956"/>
                <a:gd name="connsiteY103" fmla="*/ 218821 h 225205"/>
                <a:gd name="connsiteX104" fmla="*/ 124455 w 162956"/>
                <a:gd name="connsiteY104" fmla="*/ 144767 h 225205"/>
                <a:gd name="connsiteX105" fmla="*/ 125733 w 162956"/>
                <a:gd name="connsiteY105" fmla="*/ 144767 h 225205"/>
                <a:gd name="connsiteX106" fmla="*/ 145541 w 162956"/>
                <a:gd name="connsiteY106" fmla="*/ 130723 h 225205"/>
                <a:gd name="connsiteX107" fmla="*/ 145541 w 162956"/>
                <a:gd name="connsiteY107" fmla="*/ 124977 h 225205"/>
                <a:gd name="connsiteX108" fmla="*/ 146819 w 162956"/>
                <a:gd name="connsiteY108" fmla="*/ 118593 h 225205"/>
                <a:gd name="connsiteX109" fmla="*/ 151931 w 162956"/>
                <a:gd name="connsiteY109" fmla="*/ 114763 h 225205"/>
                <a:gd name="connsiteX110" fmla="*/ 162794 w 162956"/>
                <a:gd name="connsiteY110" fmla="*/ 103271 h 225205"/>
                <a:gd name="connsiteX111" fmla="*/ 159599 w 162956"/>
                <a:gd name="connsiteY111" fmla="*/ 87950 h 225205"/>
                <a:gd name="connsiteX112" fmla="*/ 157043 w 162956"/>
                <a:gd name="connsiteY112" fmla="*/ 81566 h 225205"/>
                <a:gd name="connsiteX113" fmla="*/ 159599 w 162956"/>
                <a:gd name="connsiteY113" fmla="*/ 75182 h 225205"/>
                <a:gd name="connsiteX114" fmla="*/ 161516 w 162956"/>
                <a:gd name="connsiteY114" fmla="*/ 59860 h 225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162956" h="225205">
                  <a:moveTo>
                    <a:pt x="144263" y="103910"/>
                  </a:moveTo>
                  <a:cubicBezTo>
                    <a:pt x="140429" y="105825"/>
                    <a:pt x="137234" y="109017"/>
                    <a:pt x="135317" y="112209"/>
                  </a:cubicBezTo>
                  <a:cubicBezTo>
                    <a:pt x="133400" y="116039"/>
                    <a:pt x="132761" y="120508"/>
                    <a:pt x="132761" y="124339"/>
                  </a:cubicBezTo>
                  <a:cubicBezTo>
                    <a:pt x="132761" y="126254"/>
                    <a:pt x="132761" y="128807"/>
                    <a:pt x="131483" y="130723"/>
                  </a:cubicBezTo>
                  <a:cubicBezTo>
                    <a:pt x="129566" y="131361"/>
                    <a:pt x="127010" y="131999"/>
                    <a:pt x="125094" y="131999"/>
                  </a:cubicBezTo>
                  <a:cubicBezTo>
                    <a:pt x="122538" y="131999"/>
                    <a:pt x="119982" y="132638"/>
                    <a:pt x="118065" y="132638"/>
                  </a:cubicBezTo>
                  <a:cubicBezTo>
                    <a:pt x="116787" y="132638"/>
                    <a:pt x="116148" y="132638"/>
                    <a:pt x="115509" y="133276"/>
                  </a:cubicBezTo>
                  <a:cubicBezTo>
                    <a:pt x="114870" y="133276"/>
                    <a:pt x="113592" y="133915"/>
                    <a:pt x="112953" y="134553"/>
                  </a:cubicBezTo>
                  <a:cubicBezTo>
                    <a:pt x="109758" y="137106"/>
                    <a:pt x="106563" y="140298"/>
                    <a:pt x="104646" y="143490"/>
                  </a:cubicBezTo>
                  <a:cubicBezTo>
                    <a:pt x="103368" y="145406"/>
                    <a:pt x="101451" y="148598"/>
                    <a:pt x="100173" y="148598"/>
                  </a:cubicBezTo>
                  <a:cubicBezTo>
                    <a:pt x="97617" y="147959"/>
                    <a:pt x="95700" y="147321"/>
                    <a:pt x="93783" y="146044"/>
                  </a:cubicBezTo>
                  <a:cubicBezTo>
                    <a:pt x="89949" y="143490"/>
                    <a:pt x="86115" y="142214"/>
                    <a:pt x="81642" y="142214"/>
                  </a:cubicBezTo>
                  <a:cubicBezTo>
                    <a:pt x="77169" y="142214"/>
                    <a:pt x="73335" y="144129"/>
                    <a:pt x="69501" y="146044"/>
                  </a:cubicBezTo>
                  <a:cubicBezTo>
                    <a:pt x="67584" y="147321"/>
                    <a:pt x="65667" y="147959"/>
                    <a:pt x="63111" y="148598"/>
                  </a:cubicBezTo>
                  <a:cubicBezTo>
                    <a:pt x="61833" y="148598"/>
                    <a:pt x="59916" y="144767"/>
                    <a:pt x="58638" y="143490"/>
                  </a:cubicBezTo>
                  <a:cubicBezTo>
                    <a:pt x="56721" y="139660"/>
                    <a:pt x="53526" y="136468"/>
                    <a:pt x="50331" y="134553"/>
                  </a:cubicBezTo>
                  <a:cubicBezTo>
                    <a:pt x="49692" y="133915"/>
                    <a:pt x="49053" y="133915"/>
                    <a:pt x="47775" y="133276"/>
                  </a:cubicBezTo>
                  <a:cubicBezTo>
                    <a:pt x="47136" y="132638"/>
                    <a:pt x="45858" y="132638"/>
                    <a:pt x="45219" y="132638"/>
                  </a:cubicBezTo>
                  <a:cubicBezTo>
                    <a:pt x="42663" y="131999"/>
                    <a:pt x="40746" y="131999"/>
                    <a:pt x="38190" y="131999"/>
                  </a:cubicBezTo>
                  <a:cubicBezTo>
                    <a:pt x="36273" y="131999"/>
                    <a:pt x="33717" y="131361"/>
                    <a:pt x="31800" y="130723"/>
                  </a:cubicBezTo>
                  <a:cubicBezTo>
                    <a:pt x="31161" y="128807"/>
                    <a:pt x="30522" y="126254"/>
                    <a:pt x="30522" y="124339"/>
                  </a:cubicBezTo>
                  <a:cubicBezTo>
                    <a:pt x="30522" y="119870"/>
                    <a:pt x="29883" y="116039"/>
                    <a:pt x="27966" y="112209"/>
                  </a:cubicBezTo>
                  <a:cubicBezTo>
                    <a:pt x="25411" y="109017"/>
                    <a:pt x="22216" y="105825"/>
                    <a:pt x="19021" y="103910"/>
                  </a:cubicBezTo>
                  <a:cubicBezTo>
                    <a:pt x="17104" y="102633"/>
                    <a:pt x="13909" y="100718"/>
                    <a:pt x="13909" y="99441"/>
                  </a:cubicBezTo>
                  <a:cubicBezTo>
                    <a:pt x="14548" y="96887"/>
                    <a:pt x="15187" y="94972"/>
                    <a:pt x="16465" y="93057"/>
                  </a:cubicBezTo>
                  <a:cubicBezTo>
                    <a:pt x="19021" y="89227"/>
                    <a:pt x="20299" y="85396"/>
                    <a:pt x="20299" y="80927"/>
                  </a:cubicBezTo>
                  <a:cubicBezTo>
                    <a:pt x="19660" y="76459"/>
                    <a:pt x="18382" y="72628"/>
                    <a:pt x="16465" y="68798"/>
                  </a:cubicBezTo>
                  <a:cubicBezTo>
                    <a:pt x="15187" y="66883"/>
                    <a:pt x="14548" y="64967"/>
                    <a:pt x="13909" y="62414"/>
                  </a:cubicBezTo>
                  <a:cubicBezTo>
                    <a:pt x="13909" y="61137"/>
                    <a:pt x="17743" y="59222"/>
                    <a:pt x="19021" y="57945"/>
                  </a:cubicBezTo>
                  <a:cubicBezTo>
                    <a:pt x="22855" y="56030"/>
                    <a:pt x="26049" y="52838"/>
                    <a:pt x="27966" y="49646"/>
                  </a:cubicBezTo>
                  <a:cubicBezTo>
                    <a:pt x="29883" y="45816"/>
                    <a:pt x="30522" y="41347"/>
                    <a:pt x="30522" y="37516"/>
                  </a:cubicBezTo>
                  <a:cubicBezTo>
                    <a:pt x="30522" y="35601"/>
                    <a:pt x="31161" y="33048"/>
                    <a:pt x="31800" y="31132"/>
                  </a:cubicBezTo>
                  <a:cubicBezTo>
                    <a:pt x="33717" y="30494"/>
                    <a:pt x="36273" y="29856"/>
                    <a:pt x="38190" y="29856"/>
                  </a:cubicBezTo>
                  <a:cubicBezTo>
                    <a:pt x="47136" y="31132"/>
                    <a:pt x="55443" y="26025"/>
                    <a:pt x="58638" y="17726"/>
                  </a:cubicBezTo>
                  <a:cubicBezTo>
                    <a:pt x="59916" y="15811"/>
                    <a:pt x="61833" y="12619"/>
                    <a:pt x="63111" y="11980"/>
                  </a:cubicBezTo>
                  <a:lnTo>
                    <a:pt x="63111" y="11980"/>
                  </a:lnTo>
                  <a:cubicBezTo>
                    <a:pt x="65028" y="12619"/>
                    <a:pt x="66945" y="13257"/>
                    <a:pt x="68862" y="14534"/>
                  </a:cubicBezTo>
                  <a:cubicBezTo>
                    <a:pt x="72696" y="17088"/>
                    <a:pt x="76530" y="18364"/>
                    <a:pt x="81003" y="18364"/>
                  </a:cubicBezTo>
                  <a:cubicBezTo>
                    <a:pt x="85476" y="17726"/>
                    <a:pt x="89310" y="16449"/>
                    <a:pt x="93144" y="14534"/>
                  </a:cubicBezTo>
                  <a:cubicBezTo>
                    <a:pt x="95061" y="13257"/>
                    <a:pt x="96978" y="12619"/>
                    <a:pt x="99534" y="11980"/>
                  </a:cubicBezTo>
                  <a:cubicBezTo>
                    <a:pt x="100812" y="11980"/>
                    <a:pt x="102729" y="15811"/>
                    <a:pt x="104007" y="17726"/>
                  </a:cubicBezTo>
                  <a:cubicBezTo>
                    <a:pt x="105924" y="21556"/>
                    <a:pt x="109119" y="24748"/>
                    <a:pt x="112314" y="26664"/>
                  </a:cubicBezTo>
                  <a:cubicBezTo>
                    <a:pt x="116148" y="28579"/>
                    <a:pt x="120621" y="29217"/>
                    <a:pt x="124455" y="29217"/>
                  </a:cubicBezTo>
                  <a:cubicBezTo>
                    <a:pt x="126371" y="29217"/>
                    <a:pt x="128927" y="29856"/>
                    <a:pt x="130844" y="30494"/>
                  </a:cubicBezTo>
                  <a:cubicBezTo>
                    <a:pt x="131483" y="32409"/>
                    <a:pt x="132122" y="34963"/>
                    <a:pt x="132122" y="37516"/>
                  </a:cubicBezTo>
                  <a:cubicBezTo>
                    <a:pt x="132122" y="41985"/>
                    <a:pt x="132761" y="45816"/>
                    <a:pt x="134678" y="49646"/>
                  </a:cubicBezTo>
                  <a:cubicBezTo>
                    <a:pt x="137234" y="52838"/>
                    <a:pt x="140429" y="56030"/>
                    <a:pt x="143624" y="57945"/>
                  </a:cubicBezTo>
                  <a:cubicBezTo>
                    <a:pt x="145541" y="59222"/>
                    <a:pt x="148736" y="61137"/>
                    <a:pt x="148736" y="62414"/>
                  </a:cubicBezTo>
                  <a:cubicBezTo>
                    <a:pt x="148097" y="64967"/>
                    <a:pt x="147458" y="66883"/>
                    <a:pt x="146180" y="68798"/>
                  </a:cubicBezTo>
                  <a:cubicBezTo>
                    <a:pt x="143624" y="72628"/>
                    <a:pt x="142346" y="76459"/>
                    <a:pt x="142346" y="80927"/>
                  </a:cubicBezTo>
                  <a:cubicBezTo>
                    <a:pt x="142346" y="85396"/>
                    <a:pt x="144263" y="89227"/>
                    <a:pt x="146180" y="93057"/>
                  </a:cubicBezTo>
                  <a:cubicBezTo>
                    <a:pt x="147458" y="94972"/>
                    <a:pt x="148097" y="96887"/>
                    <a:pt x="148736" y="99441"/>
                  </a:cubicBezTo>
                  <a:cubicBezTo>
                    <a:pt x="148736" y="100718"/>
                    <a:pt x="145541" y="103271"/>
                    <a:pt x="144263" y="103910"/>
                  </a:cubicBezTo>
                  <a:moveTo>
                    <a:pt x="84198" y="192009"/>
                  </a:moveTo>
                  <a:cubicBezTo>
                    <a:pt x="82281" y="190732"/>
                    <a:pt x="79725" y="190732"/>
                    <a:pt x="77808" y="192009"/>
                  </a:cubicBezTo>
                  <a:lnTo>
                    <a:pt x="50970" y="207969"/>
                  </a:lnTo>
                  <a:lnTo>
                    <a:pt x="50970" y="156258"/>
                  </a:lnTo>
                  <a:cubicBezTo>
                    <a:pt x="52887" y="159450"/>
                    <a:pt x="56082" y="161366"/>
                    <a:pt x="59277" y="162642"/>
                  </a:cubicBezTo>
                  <a:cubicBezTo>
                    <a:pt x="60555" y="162642"/>
                    <a:pt x="61833" y="163281"/>
                    <a:pt x="62472" y="163281"/>
                  </a:cubicBezTo>
                  <a:cubicBezTo>
                    <a:pt x="66945" y="163281"/>
                    <a:pt x="70779" y="161366"/>
                    <a:pt x="73974" y="159450"/>
                  </a:cubicBezTo>
                  <a:cubicBezTo>
                    <a:pt x="75891" y="158174"/>
                    <a:pt x="77808" y="157535"/>
                    <a:pt x="80364" y="156897"/>
                  </a:cubicBezTo>
                  <a:cubicBezTo>
                    <a:pt x="82920" y="157535"/>
                    <a:pt x="84837" y="158174"/>
                    <a:pt x="86754" y="159450"/>
                  </a:cubicBezTo>
                  <a:cubicBezTo>
                    <a:pt x="91227" y="162642"/>
                    <a:pt x="96339" y="163919"/>
                    <a:pt x="102090" y="162642"/>
                  </a:cubicBezTo>
                  <a:cubicBezTo>
                    <a:pt x="105285" y="161366"/>
                    <a:pt x="108480" y="159450"/>
                    <a:pt x="110397" y="156258"/>
                  </a:cubicBezTo>
                  <a:lnTo>
                    <a:pt x="110397" y="208607"/>
                  </a:lnTo>
                  <a:lnTo>
                    <a:pt x="84198" y="192009"/>
                  </a:lnTo>
                  <a:close/>
                  <a:moveTo>
                    <a:pt x="161516" y="59860"/>
                  </a:moveTo>
                  <a:cubicBezTo>
                    <a:pt x="159599" y="54753"/>
                    <a:pt x="155765" y="50284"/>
                    <a:pt x="150653" y="47731"/>
                  </a:cubicBezTo>
                  <a:cubicBezTo>
                    <a:pt x="148736" y="46454"/>
                    <a:pt x="146819" y="45177"/>
                    <a:pt x="145541" y="43900"/>
                  </a:cubicBezTo>
                  <a:cubicBezTo>
                    <a:pt x="144902" y="41985"/>
                    <a:pt x="144263" y="39432"/>
                    <a:pt x="144263" y="37516"/>
                  </a:cubicBezTo>
                  <a:cubicBezTo>
                    <a:pt x="144902" y="31771"/>
                    <a:pt x="142985" y="26664"/>
                    <a:pt x="139151" y="22195"/>
                  </a:cubicBezTo>
                  <a:cubicBezTo>
                    <a:pt x="134678" y="19003"/>
                    <a:pt x="129566" y="17088"/>
                    <a:pt x="124455" y="17726"/>
                  </a:cubicBezTo>
                  <a:cubicBezTo>
                    <a:pt x="122538" y="17726"/>
                    <a:pt x="119982" y="17088"/>
                    <a:pt x="118065" y="16449"/>
                  </a:cubicBezTo>
                  <a:cubicBezTo>
                    <a:pt x="116787" y="15172"/>
                    <a:pt x="114870" y="13257"/>
                    <a:pt x="114231" y="11342"/>
                  </a:cubicBezTo>
                  <a:cubicBezTo>
                    <a:pt x="111675" y="6235"/>
                    <a:pt x="107841" y="2404"/>
                    <a:pt x="102729" y="489"/>
                  </a:cubicBezTo>
                  <a:cubicBezTo>
                    <a:pt x="97617" y="-149"/>
                    <a:pt x="91866" y="1128"/>
                    <a:pt x="87393" y="3681"/>
                  </a:cubicBezTo>
                  <a:cubicBezTo>
                    <a:pt x="85476" y="4958"/>
                    <a:pt x="83559" y="5596"/>
                    <a:pt x="81003" y="6235"/>
                  </a:cubicBezTo>
                  <a:cubicBezTo>
                    <a:pt x="78447" y="5596"/>
                    <a:pt x="76530" y="4958"/>
                    <a:pt x="74613" y="3681"/>
                  </a:cubicBezTo>
                  <a:cubicBezTo>
                    <a:pt x="70140" y="489"/>
                    <a:pt x="65028" y="-788"/>
                    <a:pt x="59277" y="489"/>
                  </a:cubicBezTo>
                  <a:cubicBezTo>
                    <a:pt x="54165" y="2404"/>
                    <a:pt x="49692" y="6235"/>
                    <a:pt x="47775" y="11342"/>
                  </a:cubicBezTo>
                  <a:cubicBezTo>
                    <a:pt x="46497" y="13257"/>
                    <a:pt x="45219" y="15172"/>
                    <a:pt x="43941" y="16449"/>
                  </a:cubicBezTo>
                  <a:cubicBezTo>
                    <a:pt x="42024" y="17088"/>
                    <a:pt x="39468" y="17726"/>
                    <a:pt x="37551" y="17726"/>
                  </a:cubicBezTo>
                  <a:cubicBezTo>
                    <a:pt x="27966" y="15811"/>
                    <a:pt x="19660" y="22195"/>
                    <a:pt x="17743" y="31771"/>
                  </a:cubicBezTo>
                  <a:cubicBezTo>
                    <a:pt x="17104" y="33686"/>
                    <a:pt x="17104" y="35601"/>
                    <a:pt x="17743" y="37516"/>
                  </a:cubicBezTo>
                  <a:cubicBezTo>
                    <a:pt x="17743" y="39432"/>
                    <a:pt x="17743" y="41985"/>
                    <a:pt x="16465" y="43900"/>
                  </a:cubicBezTo>
                  <a:cubicBezTo>
                    <a:pt x="15187" y="45816"/>
                    <a:pt x="13270" y="47092"/>
                    <a:pt x="11353" y="47731"/>
                  </a:cubicBezTo>
                  <a:cubicBezTo>
                    <a:pt x="6241" y="50284"/>
                    <a:pt x="2407" y="54115"/>
                    <a:pt x="490" y="59860"/>
                  </a:cubicBezTo>
                  <a:cubicBezTo>
                    <a:pt x="-149" y="64967"/>
                    <a:pt x="1129" y="70713"/>
                    <a:pt x="3685" y="75182"/>
                  </a:cubicBezTo>
                  <a:cubicBezTo>
                    <a:pt x="4963" y="77097"/>
                    <a:pt x="5602" y="79012"/>
                    <a:pt x="6241" y="81566"/>
                  </a:cubicBezTo>
                  <a:cubicBezTo>
                    <a:pt x="5602" y="84119"/>
                    <a:pt x="4963" y="86035"/>
                    <a:pt x="3685" y="87950"/>
                  </a:cubicBezTo>
                  <a:cubicBezTo>
                    <a:pt x="490" y="92419"/>
                    <a:pt x="-788" y="98164"/>
                    <a:pt x="490" y="103271"/>
                  </a:cubicBezTo>
                  <a:cubicBezTo>
                    <a:pt x="2407" y="108379"/>
                    <a:pt x="6241" y="112847"/>
                    <a:pt x="11353" y="114763"/>
                  </a:cubicBezTo>
                  <a:cubicBezTo>
                    <a:pt x="13270" y="116039"/>
                    <a:pt x="15187" y="117316"/>
                    <a:pt x="16465" y="118593"/>
                  </a:cubicBezTo>
                  <a:cubicBezTo>
                    <a:pt x="17104" y="120508"/>
                    <a:pt x="17743" y="123062"/>
                    <a:pt x="17743" y="124977"/>
                  </a:cubicBezTo>
                  <a:cubicBezTo>
                    <a:pt x="15826" y="134553"/>
                    <a:pt x="22216" y="142852"/>
                    <a:pt x="31800" y="144767"/>
                  </a:cubicBezTo>
                  <a:cubicBezTo>
                    <a:pt x="33717" y="145406"/>
                    <a:pt x="35634" y="145406"/>
                    <a:pt x="37551" y="144767"/>
                  </a:cubicBezTo>
                  <a:lnTo>
                    <a:pt x="38829" y="144767"/>
                  </a:lnTo>
                  <a:lnTo>
                    <a:pt x="38829" y="218821"/>
                  </a:lnTo>
                  <a:cubicBezTo>
                    <a:pt x="38829" y="222652"/>
                    <a:pt x="41385" y="225205"/>
                    <a:pt x="45219" y="225205"/>
                  </a:cubicBezTo>
                  <a:cubicBezTo>
                    <a:pt x="46497" y="225205"/>
                    <a:pt x="47775" y="225205"/>
                    <a:pt x="48414" y="224567"/>
                  </a:cubicBezTo>
                  <a:lnTo>
                    <a:pt x="81642" y="204777"/>
                  </a:lnTo>
                  <a:lnTo>
                    <a:pt x="114870" y="224567"/>
                  </a:lnTo>
                  <a:cubicBezTo>
                    <a:pt x="116148" y="225205"/>
                    <a:pt x="116787" y="225205"/>
                    <a:pt x="118065" y="225205"/>
                  </a:cubicBezTo>
                  <a:cubicBezTo>
                    <a:pt x="121899" y="225205"/>
                    <a:pt x="124455" y="222652"/>
                    <a:pt x="124455" y="218821"/>
                  </a:cubicBezTo>
                  <a:lnTo>
                    <a:pt x="124455" y="144767"/>
                  </a:lnTo>
                  <a:lnTo>
                    <a:pt x="125733" y="144767"/>
                  </a:lnTo>
                  <a:cubicBezTo>
                    <a:pt x="135317" y="146044"/>
                    <a:pt x="144263" y="140298"/>
                    <a:pt x="145541" y="130723"/>
                  </a:cubicBezTo>
                  <a:cubicBezTo>
                    <a:pt x="146180" y="128807"/>
                    <a:pt x="146180" y="126892"/>
                    <a:pt x="145541" y="124977"/>
                  </a:cubicBezTo>
                  <a:cubicBezTo>
                    <a:pt x="145541" y="123062"/>
                    <a:pt x="145541" y="120508"/>
                    <a:pt x="146819" y="118593"/>
                  </a:cubicBezTo>
                  <a:cubicBezTo>
                    <a:pt x="148097" y="116678"/>
                    <a:pt x="150014" y="115401"/>
                    <a:pt x="151931" y="114763"/>
                  </a:cubicBezTo>
                  <a:cubicBezTo>
                    <a:pt x="157043" y="112209"/>
                    <a:pt x="160877" y="108379"/>
                    <a:pt x="162794" y="103271"/>
                  </a:cubicBezTo>
                  <a:cubicBezTo>
                    <a:pt x="163433" y="98164"/>
                    <a:pt x="162155" y="92419"/>
                    <a:pt x="159599" y="87950"/>
                  </a:cubicBezTo>
                  <a:cubicBezTo>
                    <a:pt x="158321" y="86035"/>
                    <a:pt x="157682" y="84119"/>
                    <a:pt x="157043" y="81566"/>
                  </a:cubicBezTo>
                  <a:cubicBezTo>
                    <a:pt x="157682" y="79012"/>
                    <a:pt x="158321" y="77097"/>
                    <a:pt x="159599" y="75182"/>
                  </a:cubicBezTo>
                  <a:cubicBezTo>
                    <a:pt x="161516" y="70713"/>
                    <a:pt x="162794" y="65606"/>
                    <a:pt x="161516" y="59860"/>
                  </a:cubicBezTo>
                </a:path>
              </a:pathLst>
            </a:custGeom>
            <a:solidFill>
              <a:srgbClr val="26890D"/>
            </a:solidFill>
            <a:ln w="6390" cap="flat">
              <a:noFill/>
              <a:prstDash val="solid"/>
              <a:miter/>
            </a:ln>
          </p:spPr>
          <p:txBody>
            <a:bodyPr rtlCol="0" anchor="ctr"/>
            <a:lstStyle/>
            <a:p>
              <a:endParaRPr lang="en-US"/>
            </a:p>
          </p:txBody>
        </p:sp>
        <p:sp>
          <p:nvSpPr>
            <p:cNvPr id="58" name="Graphic 4">
              <a:extLst>
                <a:ext uri="{FF2B5EF4-FFF2-40B4-BE49-F238E27FC236}">
                  <a16:creationId xmlns:a16="http://schemas.microsoft.com/office/drawing/2014/main" id="{97DE95F0-531E-2D42-A655-7C6AA51AAD38}"/>
                </a:ext>
              </a:extLst>
            </p:cNvPr>
            <p:cNvSpPr/>
            <p:nvPr/>
          </p:nvSpPr>
          <p:spPr>
            <a:xfrm>
              <a:off x="612794" y="1515081"/>
              <a:ext cx="71567" cy="71500"/>
            </a:xfrm>
            <a:custGeom>
              <a:avLst/>
              <a:gdLst>
                <a:gd name="connsiteX0" fmla="*/ 35784 w 71567"/>
                <a:gd name="connsiteY0" fmla="*/ 58094 h 71500"/>
                <a:gd name="connsiteX1" fmla="*/ 12780 w 71567"/>
                <a:gd name="connsiteY1" fmla="*/ 35112 h 71500"/>
                <a:gd name="connsiteX2" fmla="*/ 35784 w 71567"/>
                <a:gd name="connsiteY2" fmla="*/ 12130 h 71500"/>
                <a:gd name="connsiteX3" fmla="*/ 58787 w 71567"/>
                <a:gd name="connsiteY3" fmla="*/ 35112 h 71500"/>
                <a:gd name="connsiteX4" fmla="*/ 58787 w 71567"/>
                <a:gd name="connsiteY4" fmla="*/ 35112 h 71500"/>
                <a:gd name="connsiteX5" fmla="*/ 35784 w 71567"/>
                <a:gd name="connsiteY5" fmla="*/ 58094 h 71500"/>
                <a:gd name="connsiteX6" fmla="*/ 35784 w 71567"/>
                <a:gd name="connsiteY6" fmla="*/ 0 h 71500"/>
                <a:gd name="connsiteX7" fmla="*/ 0 w 71567"/>
                <a:gd name="connsiteY7" fmla="*/ 35750 h 71500"/>
                <a:gd name="connsiteX8" fmla="*/ 35784 w 71567"/>
                <a:gd name="connsiteY8" fmla="*/ 71501 h 71500"/>
                <a:gd name="connsiteX9" fmla="*/ 71567 w 71567"/>
                <a:gd name="connsiteY9" fmla="*/ 35750 h 71500"/>
                <a:gd name="connsiteX10" fmla="*/ 71567 w 71567"/>
                <a:gd name="connsiteY10" fmla="*/ 35750 h 71500"/>
                <a:gd name="connsiteX11" fmla="*/ 35784 w 71567"/>
                <a:gd name="connsiteY11" fmla="*/ 0 h 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567" h="71500">
                  <a:moveTo>
                    <a:pt x="35784" y="58094"/>
                  </a:moveTo>
                  <a:cubicBezTo>
                    <a:pt x="23004" y="58094"/>
                    <a:pt x="12780" y="47880"/>
                    <a:pt x="12780" y="35112"/>
                  </a:cubicBezTo>
                  <a:cubicBezTo>
                    <a:pt x="12780" y="22344"/>
                    <a:pt x="23004" y="12130"/>
                    <a:pt x="35784" y="12130"/>
                  </a:cubicBezTo>
                  <a:cubicBezTo>
                    <a:pt x="48564" y="12130"/>
                    <a:pt x="58787" y="22344"/>
                    <a:pt x="58787" y="35112"/>
                  </a:cubicBezTo>
                  <a:lnTo>
                    <a:pt x="58787" y="35112"/>
                  </a:lnTo>
                  <a:cubicBezTo>
                    <a:pt x="58148" y="47880"/>
                    <a:pt x="48564" y="58094"/>
                    <a:pt x="35784" y="58094"/>
                  </a:cubicBezTo>
                  <a:moveTo>
                    <a:pt x="35784" y="0"/>
                  </a:moveTo>
                  <a:cubicBezTo>
                    <a:pt x="15975" y="0"/>
                    <a:pt x="0" y="15960"/>
                    <a:pt x="0" y="35750"/>
                  </a:cubicBezTo>
                  <a:cubicBezTo>
                    <a:pt x="0" y="55541"/>
                    <a:pt x="15975" y="71501"/>
                    <a:pt x="35784" y="71501"/>
                  </a:cubicBezTo>
                  <a:cubicBezTo>
                    <a:pt x="55592" y="71501"/>
                    <a:pt x="71567" y="55541"/>
                    <a:pt x="71567" y="35750"/>
                  </a:cubicBezTo>
                  <a:lnTo>
                    <a:pt x="71567" y="35750"/>
                  </a:lnTo>
                  <a:cubicBezTo>
                    <a:pt x="70928" y="15960"/>
                    <a:pt x="55592" y="0"/>
                    <a:pt x="35784" y="0"/>
                  </a:cubicBezTo>
                </a:path>
              </a:pathLst>
            </a:custGeom>
            <a:solidFill>
              <a:srgbClr val="26890D"/>
            </a:solidFill>
            <a:ln w="6390" cap="flat">
              <a:noFill/>
              <a:prstDash val="solid"/>
              <a:miter/>
            </a:ln>
          </p:spPr>
          <p:txBody>
            <a:bodyPr rtlCol="0" anchor="ctr"/>
            <a:lstStyle/>
            <a:p>
              <a:endParaRPr lang="en-US"/>
            </a:p>
          </p:txBody>
        </p:sp>
      </p:grpSp>
      <p:grpSp>
        <p:nvGrpSpPr>
          <p:cNvPr id="59" name="Graphic 4">
            <a:extLst>
              <a:ext uri="{FF2B5EF4-FFF2-40B4-BE49-F238E27FC236}">
                <a16:creationId xmlns:a16="http://schemas.microsoft.com/office/drawing/2014/main" id="{9B779B39-9916-F94C-B7C4-0A5E779C5C79}"/>
              </a:ext>
            </a:extLst>
          </p:cNvPr>
          <p:cNvGrpSpPr>
            <a:grpSpLocks noChangeAspect="1"/>
          </p:cNvGrpSpPr>
          <p:nvPr/>
        </p:nvGrpSpPr>
        <p:grpSpPr>
          <a:xfrm>
            <a:off x="467743" y="2371173"/>
            <a:ext cx="361670" cy="362610"/>
            <a:chOff x="467743" y="2371173"/>
            <a:chExt cx="361670" cy="362610"/>
          </a:xfrm>
          <a:solidFill>
            <a:srgbClr val="26890D"/>
          </a:solidFill>
        </p:grpSpPr>
        <p:sp>
          <p:nvSpPr>
            <p:cNvPr id="60" name="Graphic 4">
              <a:extLst>
                <a:ext uri="{FF2B5EF4-FFF2-40B4-BE49-F238E27FC236}">
                  <a16:creationId xmlns:a16="http://schemas.microsoft.com/office/drawing/2014/main" id="{AE53D62C-E220-AF43-BA56-5C726F4E525C}"/>
                </a:ext>
              </a:extLst>
            </p:cNvPr>
            <p:cNvSpPr/>
            <p:nvPr/>
          </p:nvSpPr>
          <p:spPr>
            <a:xfrm>
              <a:off x="467743" y="2371173"/>
              <a:ext cx="361670" cy="362610"/>
            </a:xfrm>
            <a:custGeom>
              <a:avLst/>
              <a:gdLst>
                <a:gd name="connsiteX0" fmla="*/ 180835 w 361670"/>
                <a:gd name="connsiteY0" fmla="*/ 349204 h 362610"/>
                <a:gd name="connsiteX1" fmla="*/ 12780 w 361670"/>
                <a:gd name="connsiteY1" fmla="*/ 180667 h 362610"/>
                <a:gd name="connsiteX2" fmla="*/ 180835 w 361670"/>
                <a:gd name="connsiteY2" fmla="*/ 12130 h 362610"/>
                <a:gd name="connsiteX3" fmla="*/ 348891 w 361670"/>
                <a:gd name="connsiteY3" fmla="*/ 180667 h 362610"/>
                <a:gd name="connsiteX4" fmla="*/ 180835 w 361670"/>
                <a:gd name="connsiteY4" fmla="*/ 349204 h 362610"/>
                <a:gd name="connsiteX5" fmla="*/ 180835 w 361670"/>
                <a:gd name="connsiteY5" fmla="*/ 0 h 362610"/>
                <a:gd name="connsiteX6" fmla="*/ 0 w 361670"/>
                <a:gd name="connsiteY6" fmla="*/ 181305 h 362610"/>
                <a:gd name="connsiteX7" fmla="*/ 180835 w 361670"/>
                <a:gd name="connsiteY7" fmla="*/ 362610 h 362610"/>
                <a:gd name="connsiteX8" fmla="*/ 361670 w 361670"/>
                <a:gd name="connsiteY8" fmla="*/ 181305 h 362610"/>
                <a:gd name="connsiteX9" fmla="*/ 361670 w 361670"/>
                <a:gd name="connsiteY9" fmla="*/ 181305 h 362610"/>
                <a:gd name="connsiteX10" fmla="*/ 180835 w 361670"/>
                <a:gd name="connsiteY10" fmla="*/ 0 h 362610"/>
                <a:gd name="connsiteX11" fmla="*/ 180835 w 361670"/>
                <a:gd name="connsiteY11" fmla="*/ 0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2610">
                  <a:moveTo>
                    <a:pt x="180835" y="349204"/>
                  </a:moveTo>
                  <a:cubicBezTo>
                    <a:pt x="87542" y="349204"/>
                    <a:pt x="12780" y="273873"/>
                    <a:pt x="12780" y="180667"/>
                  </a:cubicBezTo>
                  <a:cubicBezTo>
                    <a:pt x="12780" y="87461"/>
                    <a:pt x="88181" y="12130"/>
                    <a:pt x="180835" y="12130"/>
                  </a:cubicBezTo>
                  <a:cubicBezTo>
                    <a:pt x="273489" y="12130"/>
                    <a:pt x="348891" y="87461"/>
                    <a:pt x="348891" y="180667"/>
                  </a:cubicBezTo>
                  <a:cubicBezTo>
                    <a:pt x="348891" y="273873"/>
                    <a:pt x="273489" y="349204"/>
                    <a:pt x="180835" y="349204"/>
                  </a:cubicBezTo>
                  <a:moveTo>
                    <a:pt x="180835" y="0"/>
                  </a:moveTo>
                  <a:cubicBezTo>
                    <a:pt x="80513" y="0"/>
                    <a:pt x="0" y="81077"/>
                    <a:pt x="0" y="181305"/>
                  </a:cubicBezTo>
                  <a:cubicBezTo>
                    <a:pt x="0" y="281534"/>
                    <a:pt x="81152" y="362610"/>
                    <a:pt x="180835" y="362610"/>
                  </a:cubicBezTo>
                  <a:cubicBezTo>
                    <a:pt x="280518" y="362610"/>
                    <a:pt x="361670" y="281534"/>
                    <a:pt x="361670" y="181305"/>
                  </a:cubicBezTo>
                  <a:cubicBezTo>
                    <a:pt x="361670" y="181305"/>
                    <a:pt x="361670" y="181305"/>
                    <a:pt x="361670" y="181305"/>
                  </a:cubicBezTo>
                  <a:cubicBezTo>
                    <a:pt x="361670" y="81077"/>
                    <a:pt x="281157" y="0"/>
                    <a:pt x="180835" y="0"/>
                  </a:cubicBezTo>
                  <a:cubicBezTo>
                    <a:pt x="180835" y="0"/>
                    <a:pt x="180835" y="0"/>
                    <a:pt x="180835" y="0"/>
                  </a:cubicBezTo>
                </a:path>
              </a:pathLst>
            </a:custGeom>
            <a:solidFill>
              <a:srgbClr val="26890D"/>
            </a:solidFill>
            <a:ln w="6390" cap="flat">
              <a:noFill/>
              <a:prstDash val="solid"/>
              <a:miter/>
            </a:ln>
          </p:spPr>
          <p:txBody>
            <a:bodyPr rtlCol="0" anchor="ctr"/>
            <a:lstStyle/>
            <a:p>
              <a:endParaRPr lang="en-US"/>
            </a:p>
          </p:txBody>
        </p:sp>
        <p:sp>
          <p:nvSpPr>
            <p:cNvPr id="61" name="Graphic 4">
              <a:extLst>
                <a:ext uri="{FF2B5EF4-FFF2-40B4-BE49-F238E27FC236}">
                  <a16:creationId xmlns:a16="http://schemas.microsoft.com/office/drawing/2014/main" id="{AB44E9F5-73B4-704B-9DAC-0DECE2710CC7}"/>
                </a:ext>
              </a:extLst>
            </p:cNvPr>
            <p:cNvSpPr/>
            <p:nvPr/>
          </p:nvSpPr>
          <p:spPr>
            <a:xfrm>
              <a:off x="544800" y="2440759"/>
              <a:ext cx="206277" cy="222800"/>
            </a:xfrm>
            <a:custGeom>
              <a:avLst/>
              <a:gdLst>
                <a:gd name="connsiteX0" fmla="*/ 170872 w 206277"/>
                <a:gd name="connsiteY0" fmla="*/ 112996 h 222800"/>
                <a:gd name="connsiteX1" fmla="*/ 147869 w 206277"/>
                <a:gd name="connsiteY1" fmla="*/ 129595 h 222800"/>
                <a:gd name="connsiteX2" fmla="*/ 161926 w 206277"/>
                <a:gd name="connsiteY2" fmla="*/ 52987 h 222800"/>
                <a:gd name="connsiteX3" fmla="*/ 190681 w 206277"/>
                <a:gd name="connsiteY3" fmla="*/ 56179 h 222800"/>
                <a:gd name="connsiteX4" fmla="*/ 170872 w 206277"/>
                <a:gd name="connsiteY4" fmla="*/ 112996 h 222800"/>
                <a:gd name="connsiteX5" fmla="*/ 103778 w 206277"/>
                <a:gd name="connsiteY5" fmla="*/ 158323 h 222800"/>
                <a:gd name="connsiteX6" fmla="*/ 85886 w 206277"/>
                <a:gd name="connsiteY6" fmla="*/ 150024 h 222800"/>
                <a:gd name="connsiteX7" fmla="*/ 57770 w 206277"/>
                <a:gd name="connsiteY7" fmla="*/ 13406 h 222800"/>
                <a:gd name="connsiteX8" fmla="*/ 149786 w 206277"/>
                <a:gd name="connsiteY8" fmla="*/ 13406 h 222800"/>
                <a:gd name="connsiteX9" fmla="*/ 121670 w 206277"/>
                <a:gd name="connsiteY9" fmla="*/ 150024 h 222800"/>
                <a:gd name="connsiteX10" fmla="*/ 103778 w 206277"/>
                <a:gd name="connsiteY10" fmla="*/ 158323 h 222800"/>
                <a:gd name="connsiteX11" fmla="*/ 90998 w 206277"/>
                <a:gd name="connsiteY11" fmla="*/ 210033 h 222800"/>
                <a:gd name="connsiteX12" fmla="*/ 103778 w 206277"/>
                <a:gd name="connsiteY12" fmla="*/ 180667 h 222800"/>
                <a:gd name="connsiteX13" fmla="*/ 116558 w 206277"/>
                <a:gd name="connsiteY13" fmla="*/ 210033 h 222800"/>
                <a:gd name="connsiteX14" fmla="*/ 90998 w 206277"/>
                <a:gd name="connsiteY14" fmla="*/ 210033 h 222800"/>
                <a:gd name="connsiteX15" fmla="*/ 36684 w 206277"/>
                <a:gd name="connsiteY15" fmla="*/ 112996 h 222800"/>
                <a:gd name="connsiteX16" fmla="*/ 17514 w 206277"/>
                <a:gd name="connsiteY16" fmla="*/ 55541 h 222800"/>
                <a:gd name="connsiteX17" fmla="*/ 46269 w 206277"/>
                <a:gd name="connsiteY17" fmla="*/ 52349 h 222800"/>
                <a:gd name="connsiteX18" fmla="*/ 60326 w 206277"/>
                <a:gd name="connsiteY18" fmla="*/ 129595 h 222800"/>
                <a:gd name="connsiteX19" fmla="*/ 36684 w 206277"/>
                <a:gd name="connsiteY19" fmla="*/ 112996 h 222800"/>
                <a:gd name="connsiteX20" fmla="*/ 162565 w 206277"/>
                <a:gd name="connsiteY20" fmla="*/ 39581 h 222800"/>
                <a:gd name="connsiteX21" fmla="*/ 162565 w 206277"/>
                <a:gd name="connsiteY21" fmla="*/ 6384 h 222800"/>
                <a:gd name="connsiteX22" fmla="*/ 156175 w 206277"/>
                <a:gd name="connsiteY22" fmla="*/ 0 h 222800"/>
                <a:gd name="connsiteX23" fmla="*/ 51381 w 206277"/>
                <a:gd name="connsiteY23" fmla="*/ 0 h 222800"/>
                <a:gd name="connsiteX24" fmla="*/ 44991 w 206277"/>
                <a:gd name="connsiteY24" fmla="*/ 6384 h 222800"/>
                <a:gd name="connsiteX25" fmla="*/ 44991 w 206277"/>
                <a:gd name="connsiteY25" fmla="*/ 39581 h 222800"/>
                <a:gd name="connsiteX26" fmla="*/ 7929 w 206277"/>
                <a:gd name="connsiteY26" fmla="*/ 47241 h 222800"/>
                <a:gd name="connsiteX27" fmla="*/ 27738 w 206277"/>
                <a:gd name="connsiteY27" fmla="*/ 122572 h 222800"/>
                <a:gd name="connsiteX28" fmla="*/ 67994 w 206277"/>
                <a:gd name="connsiteY28" fmla="*/ 147470 h 222800"/>
                <a:gd name="connsiteX29" fmla="*/ 76301 w 206277"/>
                <a:gd name="connsiteY29" fmla="*/ 158323 h 222800"/>
                <a:gd name="connsiteX30" fmla="*/ 94193 w 206277"/>
                <a:gd name="connsiteY30" fmla="*/ 169176 h 222800"/>
                <a:gd name="connsiteX31" fmla="*/ 75023 w 206277"/>
                <a:gd name="connsiteY31" fmla="*/ 213863 h 222800"/>
                <a:gd name="connsiteX32" fmla="*/ 78218 w 206277"/>
                <a:gd name="connsiteY32" fmla="*/ 222163 h 222800"/>
                <a:gd name="connsiteX33" fmla="*/ 80774 w 206277"/>
                <a:gd name="connsiteY33" fmla="*/ 222801 h 222800"/>
                <a:gd name="connsiteX34" fmla="*/ 125504 w 206277"/>
                <a:gd name="connsiteY34" fmla="*/ 222801 h 222800"/>
                <a:gd name="connsiteX35" fmla="*/ 130616 w 206277"/>
                <a:gd name="connsiteY35" fmla="*/ 219609 h 222800"/>
                <a:gd name="connsiteX36" fmla="*/ 131255 w 206277"/>
                <a:gd name="connsiteY36" fmla="*/ 213225 h 222800"/>
                <a:gd name="connsiteX37" fmla="*/ 112085 w 206277"/>
                <a:gd name="connsiteY37" fmla="*/ 168537 h 222800"/>
                <a:gd name="connsiteX38" fmla="*/ 129977 w 206277"/>
                <a:gd name="connsiteY38" fmla="*/ 157684 h 222800"/>
                <a:gd name="connsiteX39" fmla="*/ 138284 w 206277"/>
                <a:gd name="connsiteY39" fmla="*/ 146193 h 222800"/>
                <a:gd name="connsiteX40" fmla="*/ 178540 w 206277"/>
                <a:gd name="connsiteY40" fmla="*/ 121934 h 222800"/>
                <a:gd name="connsiteX41" fmla="*/ 198349 w 206277"/>
                <a:gd name="connsiteY41" fmla="*/ 46603 h 222800"/>
                <a:gd name="connsiteX42" fmla="*/ 162565 w 206277"/>
                <a:gd name="connsiteY42" fmla="*/ 39581 h 22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06277" h="222800">
                  <a:moveTo>
                    <a:pt x="170872" y="112996"/>
                  </a:moveTo>
                  <a:cubicBezTo>
                    <a:pt x="163843" y="119380"/>
                    <a:pt x="156175" y="125126"/>
                    <a:pt x="147869" y="129595"/>
                  </a:cubicBezTo>
                  <a:cubicBezTo>
                    <a:pt x="156175" y="104697"/>
                    <a:pt x="160648" y="79161"/>
                    <a:pt x="161926" y="52987"/>
                  </a:cubicBezTo>
                  <a:cubicBezTo>
                    <a:pt x="174706" y="49157"/>
                    <a:pt x="184930" y="49795"/>
                    <a:pt x="190681" y="56179"/>
                  </a:cubicBezTo>
                  <a:cubicBezTo>
                    <a:pt x="200905" y="67032"/>
                    <a:pt x="191959" y="93206"/>
                    <a:pt x="170872" y="112996"/>
                  </a:cubicBezTo>
                  <a:moveTo>
                    <a:pt x="103778" y="158323"/>
                  </a:moveTo>
                  <a:cubicBezTo>
                    <a:pt x="96749" y="158323"/>
                    <a:pt x="90359" y="155131"/>
                    <a:pt x="85886" y="150024"/>
                  </a:cubicBezTo>
                  <a:cubicBezTo>
                    <a:pt x="59048" y="121934"/>
                    <a:pt x="57770" y="37027"/>
                    <a:pt x="57770" y="13406"/>
                  </a:cubicBezTo>
                  <a:lnTo>
                    <a:pt x="149786" y="13406"/>
                  </a:lnTo>
                  <a:cubicBezTo>
                    <a:pt x="149786" y="37027"/>
                    <a:pt x="148508" y="121934"/>
                    <a:pt x="121670" y="150024"/>
                  </a:cubicBezTo>
                  <a:cubicBezTo>
                    <a:pt x="117836" y="155131"/>
                    <a:pt x="110807" y="157684"/>
                    <a:pt x="103778" y="158323"/>
                  </a:cubicBezTo>
                  <a:moveTo>
                    <a:pt x="90998" y="210033"/>
                  </a:moveTo>
                  <a:lnTo>
                    <a:pt x="103778" y="180667"/>
                  </a:lnTo>
                  <a:lnTo>
                    <a:pt x="116558" y="210033"/>
                  </a:lnTo>
                  <a:lnTo>
                    <a:pt x="90998" y="210033"/>
                  </a:lnTo>
                  <a:close/>
                  <a:moveTo>
                    <a:pt x="36684" y="112996"/>
                  </a:moveTo>
                  <a:cubicBezTo>
                    <a:pt x="15597" y="93206"/>
                    <a:pt x="6651" y="67032"/>
                    <a:pt x="17514" y="55541"/>
                  </a:cubicBezTo>
                  <a:cubicBezTo>
                    <a:pt x="23265" y="49795"/>
                    <a:pt x="33489" y="48518"/>
                    <a:pt x="46269" y="52349"/>
                  </a:cubicBezTo>
                  <a:cubicBezTo>
                    <a:pt x="47547" y="78523"/>
                    <a:pt x="52020" y="104697"/>
                    <a:pt x="60326" y="129595"/>
                  </a:cubicBezTo>
                  <a:cubicBezTo>
                    <a:pt x="52020" y="125126"/>
                    <a:pt x="43713" y="119380"/>
                    <a:pt x="36684" y="112996"/>
                  </a:cubicBezTo>
                  <a:moveTo>
                    <a:pt x="162565" y="39581"/>
                  </a:moveTo>
                  <a:cubicBezTo>
                    <a:pt x="163204" y="21067"/>
                    <a:pt x="162565" y="8299"/>
                    <a:pt x="162565" y="6384"/>
                  </a:cubicBezTo>
                  <a:cubicBezTo>
                    <a:pt x="162565" y="2554"/>
                    <a:pt x="160009" y="0"/>
                    <a:pt x="156175" y="0"/>
                  </a:cubicBezTo>
                  <a:lnTo>
                    <a:pt x="51381" y="0"/>
                  </a:lnTo>
                  <a:cubicBezTo>
                    <a:pt x="47547" y="0"/>
                    <a:pt x="44991" y="2554"/>
                    <a:pt x="44991" y="6384"/>
                  </a:cubicBezTo>
                  <a:cubicBezTo>
                    <a:pt x="44991" y="7661"/>
                    <a:pt x="44352" y="21067"/>
                    <a:pt x="44991" y="39581"/>
                  </a:cubicBezTo>
                  <a:cubicBezTo>
                    <a:pt x="29655" y="35750"/>
                    <a:pt x="16236" y="38304"/>
                    <a:pt x="7929" y="47241"/>
                  </a:cubicBezTo>
                  <a:cubicBezTo>
                    <a:pt x="-8046" y="64478"/>
                    <a:pt x="900" y="97675"/>
                    <a:pt x="27738" y="122572"/>
                  </a:cubicBezTo>
                  <a:cubicBezTo>
                    <a:pt x="39240" y="133425"/>
                    <a:pt x="53297" y="142363"/>
                    <a:pt x="67994" y="147470"/>
                  </a:cubicBezTo>
                  <a:cubicBezTo>
                    <a:pt x="70550" y="151300"/>
                    <a:pt x="73106" y="155131"/>
                    <a:pt x="76301" y="158323"/>
                  </a:cubicBezTo>
                  <a:cubicBezTo>
                    <a:pt x="81413" y="163430"/>
                    <a:pt x="87803" y="167260"/>
                    <a:pt x="94193" y="169176"/>
                  </a:cubicBezTo>
                  <a:lnTo>
                    <a:pt x="75023" y="213863"/>
                  </a:lnTo>
                  <a:cubicBezTo>
                    <a:pt x="73745" y="217055"/>
                    <a:pt x="75023" y="220886"/>
                    <a:pt x="78218" y="222163"/>
                  </a:cubicBezTo>
                  <a:cubicBezTo>
                    <a:pt x="78857" y="222801"/>
                    <a:pt x="80135" y="222801"/>
                    <a:pt x="80774" y="222801"/>
                  </a:cubicBezTo>
                  <a:lnTo>
                    <a:pt x="125504" y="222801"/>
                  </a:lnTo>
                  <a:cubicBezTo>
                    <a:pt x="127421" y="222801"/>
                    <a:pt x="129977" y="221524"/>
                    <a:pt x="130616" y="219609"/>
                  </a:cubicBezTo>
                  <a:cubicBezTo>
                    <a:pt x="131894" y="217694"/>
                    <a:pt x="131894" y="215140"/>
                    <a:pt x="131255" y="213225"/>
                  </a:cubicBezTo>
                  <a:lnTo>
                    <a:pt x="112085" y="168537"/>
                  </a:lnTo>
                  <a:cubicBezTo>
                    <a:pt x="119114" y="166622"/>
                    <a:pt x="125504" y="162792"/>
                    <a:pt x="129977" y="157684"/>
                  </a:cubicBezTo>
                  <a:cubicBezTo>
                    <a:pt x="133172" y="154492"/>
                    <a:pt x="136367" y="150662"/>
                    <a:pt x="138284" y="146193"/>
                  </a:cubicBezTo>
                  <a:cubicBezTo>
                    <a:pt x="152980" y="140448"/>
                    <a:pt x="167038" y="132148"/>
                    <a:pt x="178540" y="121934"/>
                  </a:cubicBezTo>
                  <a:cubicBezTo>
                    <a:pt x="205378" y="96398"/>
                    <a:pt x="214324" y="63201"/>
                    <a:pt x="198349" y="46603"/>
                  </a:cubicBezTo>
                  <a:cubicBezTo>
                    <a:pt x="190681" y="37665"/>
                    <a:pt x="177262" y="35112"/>
                    <a:pt x="162565" y="39581"/>
                  </a:cubicBezTo>
                </a:path>
              </a:pathLst>
            </a:custGeom>
            <a:solidFill>
              <a:srgbClr val="26890D"/>
            </a:solidFill>
            <a:ln w="6390" cap="flat">
              <a:noFill/>
              <a:prstDash val="solid"/>
              <a:miter/>
            </a:ln>
          </p:spPr>
          <p:txBody>
            <a:bodyPr rtlCol="0" anchor="ctr"/>
            <a:lstStyle/>
            <a:p>
              <a:endParaRPr lang="en-US"/>
            </a:p>
          </p:txBody>
        </p:sp>
      </p:grpSp>
      <p:grpSp>
        <p:nvGrpSpPr>
          <p:cNvPr id="62" name="Graphic 4">
            <a:extLst>
              <a:ext uri="{FF2B5EF4-FFF2-40B4-BE49-F238E27FC236}">
                <a16:creationId xmlns:a16="http://schemas.microsoft.com/office/drawing/2014/main" id="{4A9CCFB3-2EB6-554F-BCD6-0807AADF1B67}"/>
              </a:ext>
            </a:extLst>
          </p:cNvPr>
          <p:cNvGrpSpPr>
            <a:grpSpLocks noChangeAspect="1"/>
          </p:cNvGrpSpPr>
          <p:nvPr/>
        </p:nvGrpSpPr>
        <p:grpSpPr>
          <a:xfrm>
            <a:off x="905454" y="2855717"/>
            <a:ext cx="362309" cy="361971"/>
            <a:chOff x="905454" y="2855717"/>
            <a:chExt cx="362309" cy="361971"/>
          </a:xfrm>
          <a:solidFill>
            <a:srgbClr val="26890D"/>
          </a:solidFill>
        </p:grpSpPr>
        <p:sp>
          <p:nvSpPr>
            <p:cNvPr id="63" name="Graphic 4">
              <a:extLst>
                <a:ext uri="{FF2B5EF4-FFF2-40B4-BE49-F238E27FC236}">
                  <a16:creationId xmlns:a16="http://schemas.microsoft.com/office/drawing/2014/main" id="{9203E514-8B81-AB46-8EEE-D0DDA9D7F8AE}"/>
                </a:ext>
              </a:extLst>
            </p:cNvPr>
            <p:cNvSpPr/>
            <p:nvPr/>
          </p:nvSpPr>
          <p:spPr>
            <a:xfrm>
              <a:off x="1017917" y="2938071"/>
              <a:ext cx="136744" cy="195988"/>
            </a:xfrm>
            <a:custGeom>
              <a:avLst/>
              <a:gdLst>
                <a:gd name="connsiteX0" fmla="*/ 23643 w 136744"/>
                <a:gd name="connsiteY0" fmla="*/ 84268 h 195988"/>
                <a:gd name="connsiteX1" fmla="*/ 113102 w 136744"/>
                <a:gd name="connsiteY1" fmla="*/ 84268 h 195988"/>
                <a:gd name="connsiteX2" fmla="*/ 119492 w 136744"/>
                <a:gd name="connsiteY2" fmla="*/ 90652 h 195988"/>
                <a:gd name="connsiteX3" fmla="*/ 113102 w 136744"/>
                <a:gd name="connsiteY3" fmla="*/ 97036 h 195988"/>
                <a:gd name="connsiteX4" fmla="*/ 23643 w 136744"/>
                <a:gd name="connsiteY4" fmla="*/ 97036 h 195988"/>
                <a:gd name="connsiteX5" fmla="*/ 17253 w 136744"/>
                <a:gd name="connsiteY5" fmla="*/ 90652 h 195988"/>
                <a:gd name="connsiteX6" fmla="*/ 23643 w 136744"/>
                <a:gd name="connsiteY6" fmla="*/ 84268 h 195988"/>
                <a:gd name="connsiteX7" fmla="*/ 23643 w 136744"/>
                <a:gd name="connsiteY7" fmla="*/ 54902 h 195988"/>
                <a:gd name="connsiteX8" fmla="*/ 113102 w 136744"/>
                <a:gd name="connsiteY8" fmla="*/ 54902 h 195988"/>
                <a:gd name="connsiteX9" fmla="*/ 119492 w 136744"/>
                <a:gd name="connsiteY9" fmla="*/ 61286 h 195988"/>
                <a:gd name="connsiteX10" fmla="*/ 113102 w 136744"/>
                <a:gd name="connsiteY10" fmla="*/ 67670 h 195988"/>
                <a:gd name="connsiteX11" fmla="*/ 23643 w 136744"/>
                <a:gd name="connsiteY11" fmla="*/ 67670 h 195988"/>
                <a:gd name="connsiteX12" fmla="*/ 17253 w 136744"/>
                <a:gd name="connsiteY12" fmla="*/ 61286 h 195988"/>
                <a:gd name="connsiteX13" fmla="*/ 23643 w 136744"/>
                <a:gd name="connsiteY13" fmla="*/ 54902 h 195988"/>
                <a:gd name="connsiteX14" fmla="*/ 23643 w 136744"/>
                <a:gd name="connsiteY14" fmla="*/ 24897 h 195988"/>
                <a:gd name="connsiteX15" fmla="*/ 113102 w 136744"/>
                <a:gd name="connsiteY15" fmla="*/ 24897 h 195988"/>
                <a:gd name="connsiteX16" fmla="*/ 119492 w 136744"/>
                <a:gd name="connsiteY16" fmla="*/ 31281 h 195988"/>
                <a:gd name="connsiteX17" fmla="*/ 113102 w 136744"/>
                <a:gd name="connsiteY17" fmla="*/ 37665 h 195988"/>
                <a:gd name="connsiteX18" fmla="*/ 23643 w 136744"/>
                <a:gd name="connsiteY18" fmla="*/ 37665 h 195988"/>
                <a:gd name="connsiteX19" fmla="*/ 17253 w 136744"/>
                <a:gd name="connsiteY19" fmla="*/ 31281 h 195988"/>
                <a:gd name="connsiteX20" fmla="*/ 23643 w 136744"/>
                <a:gd name="connsiteY20" fmla="*/ 24897 h 195988"/>
                <a:gd name="connsiteX21" fmla="*/ 96488 w 136744"/>
                <a:gd name="connsiteY21" fmla="*/ 151300 h 195988"/>
                <a:gd name="connsiteX22" fmla="*/ 97127 w 136744"/>
                <a:gd name="connsiteY22" fmla="*/ 159600 h 195988"/>
                <a:gd name="connsiteX23" fmla="*/ 91376 w 136744"/>
                <a:gd name="connsiteY23" fmla="*/ 165984 h 195988"/>
                <a:gd name="connsiteX24" fmla="*/ 90737 w 136744"/>
                <a:gd name="connsiteY24" fmla="*/ 166622 h 195988"/>
                <a:gd name="connsiteX25" fmla="*/ 90737 w 136744"/>
                <a:gd name="connsiteY25" fmla="*/ 167260 h 195988"/>
                <a:gd name="connsiteX26" fmla="*/ 86264 w 136744"/>
                <a:gd name="connsiteY26" fmla="*/ 174283 h 195988"/>
                <a:gd name="connsiteX27" fmla="*/ 77957 w 136744"/>
                <a:gd name="connsiteY27" fmla="*/ 176198 h 195988"/>
                <a:gd name="connsiteX28" fmla="*/ 77318 w 136744"/>
                <a:gd name="connsiteY28" fmla="*/ 176198 h 195988"/>
                <a:gd name="connsiteX29" fmla="*/ 76679 w 136744"/>
                <a:gd name="connsiteY29" fmla="*/ 176836 h 195988"/>
                <a:gd name="connsiteX30" fmla="*/ 61343 w 136744"/>
                <a:gd name="connsiteY30" fmla="*/ 177475 h 195988"/>
                <a:gd name="connsiteX31" fmla="*/ 60704 w 136744"/>
                <a:gd name="connsiteY31" fmla="*/ 176836 h 195988"/>
                <a:gd name="connsiteX32" fmla="*/ 60065 w 136744"/>
                <a:gd name="connsiteY32" fmla="*/ 176198 h 195988"/>
                <a:gd name="connsiteX33" fmla="*/ 59426 w 136744"/>
                <a:gd name="connsiteY33" fmla="*/ 176198 h 195988"/>
                <a:gd name="connsiteX34" fmla="*/ 46647 w 136744"/>
                <a:gd name="connsiteY34" fmla="*/ 167899 h 195988"/>
                <a:gd name="connsiteX35" fmla="*/ 46647 w 136744"/>
                <a:gd name="connsiteY35" fmla="*/ 166622 h 195988"/>
                <a:gd name="connsiteX36" fmla="*/ 46647 w 136744"/>
                <a:gd name="connsiteY36" fmla="*/ 165984 h 195988"/>
                <a:gd name="connsiteX37" fmla="*/ 46008 w 136744"/>
                <a:gd name="connsiteY37" fmla="*/ 165345 h 195988"/>
                <a:gd name="connsiteX38" fmla="*/ 40257 w 136744"/>
                <a:gd name="connsiteY38" fmla="*/ 158961 h 195988"/>
                <a:gd name="connsiteX39" fmla="*/ 40896 w 136744"/>
                <a:gd name="connsiteY39" fmla="*/ 150662 h 195988"/>
                <a:gd name="connsiteX40" fmla="*/ 41535 w 136744"/>
                <a:gd name="connsiteY40" fmla="*/ 149385 h 195988"/>
                <a:gd name="connsiteX41" fmla="*/ 40896 w 136744"/>
                <a:gd name="connsiteY41" fmla="*/ 148747 h 195988"/>
                <a:gd name="connsiteX42" fmla="*/ 40257 w 136744"/>
                <a:gd name="connsiteY42" fmla="*/ 140448 h 195988"/>
                <a:gd name="connsiteX43" fmla="*/ 46008 w 136744"/>
                <a:gd name="connsiteY43" fmla="*/ 134064 h 195988"/>
                <a:gd name="connsiteX44" fmla="*/ 46647 w 136744"/>
                <a:gd name="connsiteY44" fmla="*/ 133425 h 195988"/>
                <a:gd name="connsiteX45" fmla="*/ 46647 w 136744"/>
                <a:gd name="connsiteY45" fmla="*/ 132787 h 195988"/>
                <a:gd name="connsiteX46" fmla="*/ 51119 w 136744"/>
                <a:gd name="connsiteY46" fmla="*/ 125764 h 195988"/>
                <a:gd name="connsiteX47" fmla="*/ 59426 w 136744"/>
                <a:gd name="connsiteY47" fmla="*/ 123849 h 195988"/>
                <a:gd name="connsiteX48" fmla="*/ 60065 w 136744"/>
                <a:gd name="connsiteY48" fmla="*/ 123849 h 195988"/>
                <a:gd name="connsiteX49" fmla="*/ 60704 w 136744"/>
                <a:gd name="connsiteY49" fmla="*/ 123211 h 195988"/>
                <a:gd name="connsiteX50" fmla="*/ 76040 w 136744"/>
                <a:gd name="connsiteY50" fmla="*/ 122572 h 195988"/>
                <a:gd name="connsiteX51" fmla="*/ 76679 w 136744"/>
                <a:gd name="connsiteY51" fmla="*/ 123211 h 195988"/>
                <a:gd name="connsiteX52" fmla="*/ 77318 w 136744"/>
                <a:gd name="connsiteY52" fmla="*/ 123849 h 195988"/>
                <a:gd name="connsiteX53" fmla="*/ 77957 w 136744"/>
                <a:gd name="connsiteY53" fmla="*/ 123849 h 195988"/>
                <a:gd name="connsiteX54" fmla="*/ 86264 w 136744"/>
                <a:gd name="connsiteY54" fmla="*/ 125764 h 195988"/>
                <a:gd name="connsiteX55" fmla="*/ 90737 w 136744"/>
                <a:gd name="connsiteY55" fmla="*/ 132787 h 195988"/>
                <a:gd name="connsiteX56" fmla="*/ 90737 w 136744"/>
                <a:gd name="connsiteY56" fmla="*/ 133425 h 195988"/>
                <a:gd name="connsiteX57" fmla="*/ 91376 w 136744"/>
                <a:gd name="connsiteY57" fmla="*/ 134064 h 195988"/>
                <a:gd name="connsiteX58" fmla="*/ 97127 w 136744"/>
                <a:gd name="connsiteY58" fmla="*/ 140448 h 195988"/>
                <a:gd name="connsiteX59" fmla="*/ 96488 w 136744"/>
                <a:gd name="connsiteY59" fmla="*/ 148747 h 195988"/>
                <a:gd name="connsiteX60" fmla="*/ 95849 w 136744"/>
                <a:gd name="connsiteY60" fmla="*/ 149385 h 195988"/>
                <a:gd name="connsiteX61" fmla="*/ 96488 w 136744"/>
                <a:gd name="connsiteY61" fmla="*/ 151300 h 195988"/>
                <a:gd name="connsiteX62" fmla="*/ 0 w 136744"/>
                <a:gd name="connsiteY62" fmla="*/ 195988 h 195988"/>
                <a:gd name="connsiteX63" fmla="*/ 136745 w 136744"/>
                <a:gd name="connsiteY63" fmla="*/ 195988 h 195988"/>
                <a:gd name="connsiteX64" fmla="*/ 136745 w 136744"/>
                <a:gd name="connsiteY64" fmla="*/ 0 h 195988"/>
                <a:gd name="connsiteX65" fmla="*/ 639 w 136744"/>
                <a:gd name="connsiteY65" fmla="*/ 0 h 195988"/>
                <a:gd name="connsiteX66" fmla="*/ 0 w 136744"/>
                <a:gd name="connsiteY66" fmla="*/ 195988 h 195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36744" h="195988">
                  <a:moveTo>
                    <a:pt x="23643" y="84268"/>
                  </a:moveTo>
                  <a:lnTo>
                    <a:pt x="113102" y="84268"/>
                  </a:lnTo>
                  <a:cubicBezTo>
                    <a:pt x="116936" y="84268"/>
                    <a:pt x="119492" y="86822"/>
                    <a:pt x="119492" y="90652"/>
                  </a:cubicBezTo>
                  <a:cubicBezTo>
                    <a:pt x="119492" y="94483"/>
                    <a:pt x="116936" y="97036"/>
                    <a:pt x="113102" y="97036"/>
                  </a:cubicBezTo>
                  <a:lnTo>
                    <a:pt x="23643" y="97036"/>
                  </a:lnTo>
                  <a:cubicBezTo>
                    <a:pt x="19809" y="97036"/>
                    <a:pt x="17253" y="94483"/>
                    <a:pt x="17253" y="90652"/>
                  </a:cubicBezTo>
                  <a:cubicBezTo>
                    <a:pt x="17253" y="86822"/>
                    <a:pt x="19809" y="84268"/>
                    <a:pt x="23643" y="84268"/>
                  </a:cubicBezTo>
                  <a:moveTo>
                    <a:pt x="23643" y="54902"/>
                  </a:moveTo>
                  <a:lnTo>
                    <a:pt x="113102" y="54902"/>
                  </a:lnTo>
                  <a:cubicBezTo>
                    <a:pt x="116936" y="54902"/>
                    <a:pt x="119492" y="57456"/>
                    <a:pt x="119492" y="61286"/>
                  </a:cubicBezTo>
                  <a:cubicBezTo>
                    <a:pt x="119492" y="65117"/>
                    <a:pt x="116936" y="67670"/>
                    <a:pt x="113102" y="67670"/>
                  </a:cubicBezTo>
                  <a:lnTo>
                    <a:pt x="23643" y="67670"/>
                  </a:lnTo>
                  <a:cubicBezTo>
                    <a:pt x="19809" y="67670"/>
                    <a:pt x="17253" y="65117"/>
                    <a:pt x="17253" y="61286"/>
                  </a:cubicBezTo>
                  <a:cubicBezTo>
                    <a:pt x="17253" y="57456"/>
                    <a:pt x="19809" y="54902"/>
                    <a:pt x="23643" y="54902"/>
                  </a:cubicBezTo>
                  <a:moveTo>
                    <a:pt x="23643" y="24897"/>
                  </a:moveTo>
                  <a:lnTo>
                    <a:pt x="113102" y="24897"/>
                  </a:lnTo>
                  <a:cubicBezTo>
                    <a:pt x="116936" y="24897"/>
                    <a:pt x="119492" y="27451"/>
                    <a:pt x="119492" y="31281"/>
                  </a:cubicBezTo>
                  <a:cubicBezTo>
                    <a:pt x="119492" y="35112"/>
                    <a:pt x="116936" y="37665"/>
                    <a:pt x="113102" y="37665"/>
                  </a:cubicBezTo>
                  <a:lnTo>
                    <a:pt x="23643" y="37665"/>
                  </a:lnTo>
                  <a:cubicBezTo>
                    <a:pt x="19809" y="37665"/>
                    <a:pt x="17253" y="35112"/>
                    <a:pt x="17253" y="31281"/>
                  </a:cubicBezTo>
                  <a:cubicBezTo>
                    <a:pt x="17253" y="27451"/>
                    <a:pt x="19809" y="24897"/>
                    <a:pt x="23643" y="24897"/>
                  </a:cubicBezTo>
                  <a:moveTo>
                    <a:pt x="96488" y="151300"/>
                  </a:moveTo>
                  <a:cubicBezTo>
                    <a:pt x="97766" y="153854"/>
                    <a:pt x="97766" y="157046"/>
                    <a:pt x="97127" y="159600"/>
                  </a:cubicBezTo>
                  <a:cubicBezTo>
                    <a:pt x="95849" y="162153"/>
                    <a:pt x="93932" y="164707"/>
                    <a:pt x="91376" y="165984"/>
                  </a:cubicBezTo>
                  <a:lnTo>
                    <a:pt x="90737" y="166622"/>
                  </a:lnTo>
                  <a:cubicBezTo>
                    <a:pt x="90737" y="166622"/>
                    <a:pt x="90737" y="167260"/>
                    <a:pt x="90737" y="167260"/>
                  </a:cubicBezTo>
                  <a:cubicBezTo>
                    <a:pt x="90098" y="169814"/>
                    <a:pt x="88820" y="173006"/>
                    <a:pt x="86264" y="174283"/>
                  </a:cubicBezTo>
                  <a:cubicBezTo>
                    <a:pt x="83708" y="175560"/>
                    <a:pt x="81152" y="176198"/>
                    <a:pt x="77957" y="176198"/>
                  </a:cubicBezTo>
                  <a:cubicBezTo>
                    <a:pt x="77957" y="176198"/>
                    <a:pt x="77318" y="176198"/>
                    <a:pt x="77318" y="176198"/>
                  </a:cubicBezTo>
                  <a:lnTo>
                    <a:pt x="76679" y="176836"/>
                  </a:lnTo>
                  <a:cubicBezTo>
                    <a:pt x="72845" y="181305"/>
                    <a:pt x="65816" y="181305"/>
                    <a:pt x="61343" y="177475"/>
                  </a:cubicBezTo>
                  <a:cubicBezTo>
                    <a:pt x="61343" y="177475"/>
                    <a:pt x="61343" y="177475"/>
                    <a:pt x="60704" y="176836"/>
                  </a:cubicBezTo>
                  <a:lnTo>
                    <a:pt x="60065" y="176198"/>
                  </a:lnTo>
                  <a:lnTo>
                    <a:pt x="59426" y="176198"/>
                  </a:lnTo>
                  <a:cubicBezTo>
                    <a:pt x="53675" y="177475"/>
                    <a:pt x="47925" y="173644"/>
                    <a:pt x="46647" y="167899"/>
                  </a:cubicBezTo>
                  <a:cubicBezTo>
                    <a:pt x="46647" y="167260"/>
                    <a:pt x="46647" y="167260"/>
                    <a:pt x="46647" y="166622"/>
                  </a:cubicBezTo>
                  <a:cubicBezTo>
                    <a:pt x="46647" y="166622"/>
                    <a:pt x="46647" y="165984"/>
                    <a:pt x="46647" y="165984"/>
                  </a:cubicBezTo>
                  <a:lnTo>
                    <a:pt x="46008" y="165345"/>
                  </a:lnTo>
                  <a:cubicBezTo>
                    <a:pt x="43452" y="164068"/>
                    <a:pt x="41535" y="161515"/>
                    <a:pt x="40257" y="158961"/>
                  </a:cubicBezTo>
                  <a:cubicBezTo>
                    <a:pt x="39618" y="156408"/>
                    <a:pt x="39618" y="153216"/>
                    <a:pt x="40896" y="150662"/>
                  </a:cubicBezTo>
                  <a:cubicBezTo>
                    <a:pt x="40896" y="150024"/>
                    <a:pt x="41535" y="150024"/>
                    <a:pt x="41535" y="149385"/>
                  </a:cubicBezTo>
                  <a:cubicBezTo>
                    <a:pt x="41535" y="149385"/>
                    <a:pt x="41535" y="149385"/>
                    <a:pt x="40896" y="148747"/>
                  </a:cubicBezTo>
                  <a:cubicBezTo>
                    <a:pt x="39618" y="146193"/>
                    <a:pt x="39618" y="143001"/>
                    <a:pt x="40257" y="140448"/>
                  </a:cubicBezTo>
                  <a:cubicBezTo>
                    <a:pt x="41535" y="137894"/>
                    <a:pt x="43452" y="135340"/>
                    <a:pt x="46008" y="134064"/>
                  </a:cubicBezTo>
                  <a:lnTo>
                    <a:pt x="46647" y="133425"/>
                  </a:lnTo>
                  <a:cubicBezTo>
                    <a:pt x="46647" y="133425"/>
                    <a:pt x="46647" y="132787"/>
                    <a:pt x="46647" y="132787"/>
                  </a:cubicBezTo>
                  <a:cubicBezTo>
                    <a:pt x="47285" y="130233"/>
                    <a:pt x="48563" y="127041"/>
                    <a:pt x="51119" y="125764"/>
                  </a:cubicBezTo>
                  <a:cubicBezTo>
                    <a:pt x="53675" y="124488"/>
                    <a:pt x="56231" y="123849"/>
                    <a:pt x="59426" y="123849"/>
                  </a:cubicBezTo>
                  <a:lnTo>
                    <a:pt x="60065" y="123849"/>
                  </a:lnTo>
                  <a:lnTo>
                    <a:pt x="60704" y="123211"/>
                  </a:lnTo>
                  <a:cubicBezTo>
                    <a:pt x="64538" y="118742"/>
                    <a:pt x="71567" y="118742"/>
                    <a:pt x="76040" y="122572"/>
                  </a:cubicBezTo>
                  <a:cubicBezTo>
                    <a:pt x="76040" y="122572"/>
                    <a:pt x="76040" y="122572"/>
                    <a:pt x="76679" y="123211"/>
                  </a:cubicBezTo>
                  <a:lnTo>
                    <a:pt x="77318" y="123849"/>
                  </a:lnTo>
                  <a:lnTo>
                    <a:pt x="77957" y="123849"/>
                  </a:lnTo>
                  <a:cubicBezTo>
                    <a:pt x="80513" y="123211"/>
                    <a:pt x="83708" y="123849"/>
                    <a:pt x="86264" y="125764"/>
                  </a:cubicBezTo>
                  <a:cubicBezTo>
                    <a:pt x="88820" y="127680"/>
                    <a:pt x="90098" y="130233"/>
                    <a:pt x="90737" y="132787"/>
                  </a:cubicBezTo>
                  <a:cubicBezTo>
                    <a:pt x="90737" y="132787"/>
                    <a:pt x="90737" y="133425"/>
                    <a:pt x="90737" y="133425"/>
                  </a:cubicBezTo>
                  <a:lnTo>
                    <a:pt x="91376" y="134064"/>
                  </a:lnTo>
                  <a:cubicBezTo>
                    <a:pt x="93932" y="135340"/>
                    <a:pt x="95849" y="137894"/>
                    <a:pt x="97127" y="140448"/>
                  </a:cubicBezTo>
                  <a:cubicBezTo>
                    <a:pt x="97766" y="143001"/>
                    <a:pt x="97766" y="146193"/>
                    <a:pt x="96488" y="148747"/>
                  </a:cubicBezTo>
                  <a:lnTo>
                    <a:pt x="95849" y="149385"/>
                  </a:lnTo>
                  <a:lnTo>
                    <a:pt x="96488" y="151300"/>
                  </a:lnTo>
                  <a:moveTo>
                    <a:pt x="0" y="195988"/>
                  </a:moveTo>
                  <a:lnTo>
                    <a:pt x="136745" y="195988"/>
                  </a:lnTo>
                  <a:lnTo>
                    <a:pt x="136745" y="0"/>
                  </a:lnTo>
                  <a:lnTo>
                    <a:pt x="639" y="0"/>
                  </a:lnTo>
                  <a:lnTo>
                    <a:pt x="0" y="195988"/>
                  </a:lnTo>
                  <a:close/>
                </a:path>
              </a:pathLst>
            </a:custGeom>
            <a:solidFill>
              <a:srgbClr val="26890D"/>
            </a:solidFill>
            <a:ln w="6390" cap="flat">
              <a:noFill/>
              <a:prstDash val="solid"/>
              <a:miter/>
            </a:ln>
          </p:spPr>
          <p:txBody>
            <a:bodyPr rtlCol="0" anchor="ctr"/>
            <a:lstStyle/>
            <a:p>
              <a:endParaRPr lang="en-US"/>
            </a:p>
          </p:txBody>
        </p:sp>
        <p:sp>
          <p:nvSpPr>
            <p:cNvPr id="557" name="Graphic 4">
              <a:extLst>
                <a:ext uri="{FF2B5EF4-FFF2-40B4-BE49-F238E27FC236}">
                  <a16:creationId xmlns:a16="http://schemas.microsoft.com/office/drawing/2014/main" id="{4A177DC1-CCCA-0A46-9E8B-53CC52EFEAC7}"/>
                </a:ext>
              </a:extLst>
            </p:cNvPr>
            <p:cNvSpPr/>
            <p:nvPr/>
          </p:nvSpPr>
          <p:spPr>
            <a:xfrm>
              <a:off x="1071592" y="3071496"/>
              <a:ext cx="30671" cy="33196"/>
            </a:xfrm>
            <a:custGeom>
              <a:avLst/>
              <a:gdLst>
                <a:gd name="connsiteX0" fmla="*/ 26838 w 30671"/>
                <a:gd name="connsiteY0" fmla="*/ 8299 h 33196"/>
                <a:gd name="connsiteX1" fmla="*/ 24921 w 30671"/>
                <a:gd name="connsiteY1" fmla="*/ 3192 h 33196"/>
                <a:gd name="connsiteX2" fmla="*/ 19809 w 30671"/>
                <a:gd name="connsiteY2" fmla="*/ 2554 h 33196"/>
                <a:gd name="connsiteX3" fmla="*/ 15336 w 30671"/>
                <a:gd name="connsiteY3" fmla="*/ 0 h 33196"/>
                <a:gd name="connsiteX4" fmla="*/ 10863 w 30671"/>
                <a:gd name="connsiteY4" fmla="*/ 2554 h 33196"/>
                <a:gd name="connsiteX5" fmla="*/ 5751 w 30671"/>
                <a:gd name="connsiteY5" fmla="*/ 3192 h 33196"/>
                <a:gd name="connsiteX6" fmla="*/ 3834 w 30671"/>
                <a:gd name="connsiteY6" fmla="*/ 8299 h 33196"/>
                <a:gd name="connsiteX7" fmla="*/ 0 w 30671"/>
                <a:gd name="connsiteY7" fmla="*/ 11491 h 33196"/>
                <a:gd name="connsiteX8" fmla="*/ 0 w 30671"/>
                <a:gd name="connsiteY8" fmla="*/ 21706 h 33196"/>
                <a:gd name="connsiteX9" fmla="*/ 3834 w 30671"/>
                <a:gd name="connsiteY9" fmla="*/ 24897 h 33196"/>
                <a:gd name="connsiteX10" fmla="*/ 5751 w 30671"/>
                <a:gd name="connsiteY10" fmla="*/ 30005 h 33196"/>
                <a:gd name="connsiteX11" fmla="*/ 7029 w 30671"/>
                <a:gd name="connsiteY11" fmla="*/ 30005 h 33196"/>
                <a:gd name="connsiteX12" fmla="*/ 10863 w 30671"/>
                <a:gd name="connsiteY12" fmla="*/ 30643 h 33196"/>
                <a:gd name="connsiteX13" fmla="*/ 15336 w 30671"/>
                <a:gd name="connsiteY13" fmla="*/ 33197 h 33196"/>
                <a:gd name="connsiteX14" fmla="*/ 19809 w 30671"/>
                <a:gd name="connsiteY14" fmla="*/ 30643 h 33196"/>
                <a:gd name="connsiteX15" fmla="*/ 24921 w 30671"/>
                <a:gd name="connsiteY15" fmla="*/ 30005 h 33196"/>
                <a:gd name="connsiteX16" fmla="*/ 26838 w 30671"/>
                <a:gd name="connsiteY16" fmla="*/ 24897 h 33196"/>
                <a:gd name="connsiteX17" fmla="*/ 30672 w 30671"/>
                <a:gd name="connsiteY17" fmla="*/ 21706 h 33196"/>
                <a:gd name="connsiteX18" fmla="*/ 30672 w 30671"/>
                <a:gd name="connsiteY18" fmla="*/ 11491 h 33196"/>
                <a:gd name="connsiteX19" fmla="*/ 26838 w 30671"/>
                <a:gd name="connsiteY19" fmla="*/ 8299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0671" h="33196">
                  <a:moveTo>
                    <a:pt x="26838" y="8299"/>
                  </a:moveTo>
                  <a:cubicBezTo>
                    <a:pt x="25560" y="7022"/>
                    <a:pt x="24921" y="5107"/>
                    <a:pt x="24921" y="3192"/>
                  </a:cubicBezTo>
                  <a:cubicBezTo>
                    <a:pt x="23004" y="3192"/>
                    <a:pt x="21087" y="3192"/>
                    <a:pt x="19809" y="2554"/>
                  </a:cubicBezTo>
                  <a:cubicBezTo>
                    <a:pt x="17892" y="1915"/>
                    <a:pt x="16614" y="1277"/>
                    <a:pt x="15336" y="0"/>
                  </a:cubicBezTo>
                  <a:cubicBezTo>
                    <a:pt x="14058" y="1277"/>
                    <a:pt x="12780" y="1915"/>
                    <a:pt x="10863" y="2554"/>
                  </a:cubicBezTo>
                  <a:cubicBezTo>
                    <a:pt x="8946" y="3192"/>
                    <a:pt x="7668" y="3192"/>
                    <a:pt x="5751" y="3192"/>
                  </a:cubicBezTo>
                  <a:cubicBezTo>
                    <a:pt x="5112" y="5107"/>
                    <a:pt x="4473" y="6384"/>
                    <a:pt x="3834" y="8299"/>
                  </a:cubicBezTo>
                  <a:cubicBezTo>
                    <a:pt x="2556" y="9576"/>
                    <a:pt x="1278" y="10853"/>
                    <a:pt x="0" y="11491"/>
                  </a:cubicBezTo>
                  <a:cubicBezTo>
                    <a:pt x="1278" y="14683"/>
                    <a:pt x="1278" y="18514"/>
                    <a:pt x="0" y="21706"/>
                  </a:cubicBezTo>
                  <a:cubicBezTo>
                    <a:pt x="1278" y="22344"/>
                    <a:pt x="2556" y="23621"/>
                    <a:pt x="3834" y="24897"/>
                  </a:cubicBezTo>
                  <a:cubicBezTo>
                    <a:pt x="5112" y="26174"/>
                    <a:pt x="5751" y="28089"/>
                    <a:pt x="5751" y="30005"/>
                  </a:cubicBezTo>
                  <a:lnTo>
                    <a:pt x="7029" y="30005"/>
                  </a:lnTo>
                  <a:cubicBezTo>
                    <a:pt x="8307" y="30005"/>
                    <a:pt x="9585" y="30005"/>
                    <a:pt x="10863" y="30643"/>
                  </a:cubicBezTo>
                  <a:cubicBezTo>
                    <a:pt x="12780" y="31281"/>
                    <a:pt x="14058" y="31920"/>
                    <a:pt x="15336" y="33197"/>
                  </a:cubicBezTo>
                  <a:cubicBezTo>
                    <a:pt x="16614" y="31920"/>
                    <a:pt x="17892" y="31281"/>
                    <a:pt x="19809" y="30643"/>
                  </a:cubicBezTo>
                  <a:cubicBezTo>
                    <a:pt x="21726" y="30005"/>
                    <a:pt x="23004" y="30005"/>
                    <a:pt x="24921" y="30005"/>
                  </a:cubicBezTo>
                  <a:cubicBezTo>
                    <a:pt x="25560" y="28089"/>
                    <a:pt x="26199" y="26813"/>
                    <a:pt x="26838" y="24897"/>
                  </a:cubicBezTo>
                  <a:cubicBezTo>
                    <a:pt x="28116" y="23621"/>
                    <a:pt x="29394" y="22344"/>
                    <a:pt x="30672" y="21706"/>
                  </a:cubicBezTo>
                  <a:cubicBezTo>
                    <a:pt x="29394" y="18514"/>
                    <a:pt x="29394" y="14683"/>
                    <a:pt x="30672" y="11491"/>
                  </a:cubicBezTo>
                  <a:cubicBezTo>
                    <a:pt x="29394" y="11491"/>
                    <a:pt x="28116" y="10214"/>
                    <a:pt x="26838" y="8299"/>
                  </a:cubicBezTo>
                </a:path>
              </a:pathLst>
            </a:custGeom>
            <a:solidFill>
              <a:srgbClr val="26890D"/>
            </a:solidFill>
            <a:ln w="6390" cap="flat">
              <a:noFill/>
              <a:prstDash val="solid"/>
              <a:miter/>
            </a:ln>
          </p:spPr>
          <p:txBody>
            <a:bodyPr rtlCol="0" anchor="ctr"/>
            <a:lstStyle/>
            <a:p>
              <a:endParaRPr lang="en-US"/>
            </a:p>
          </p:txBody>
        </p:sp>
        <p:sp>
          <p:nvSpPr>
            <p:cNvPr id="558" name="Graphic 4">
              <a:extLst>
                <a:ext uri="{FF2B5EF4-FFF2-40B4-BE49-F238E27FC236}">
                  <a16:creationId xmlns:a16="http://schemas.microsoft.com/office/drawing/2014/main" id="{D8351B31-B562-CD42-B559-FCF88D7C7012}"/>
                </a:ext>
              </a:extLst>
            </p:cNvPr>
            <p:cNvSpPr/>
            <p:nvPr/>
          </p:nvSpPr>
          <p:spPr>
            <a:xfrm>
              <a:off x="905454" y="2855717"/>
              <a:ext cx="362309" cy="361971"/>
            </a:xfrm>
            <a:custGeom>
              <a:avLst/>
              <a:gdLst>
                <a:gd name="connsiteX0" fmla="*/ 261987 w 362309"/>
                <a:gd name="connsiteY0" fmla="*/ 285364 h 361971"/>
                <a:gd name="connsiteX1" fmla="*/ 255597 w 362309"/>
                <a:gd name="connsiteY1" fmla="*/ 291748 h 361971"/>
                <a:gd name="connsiteX2" fmla="*/ 106073 w 362309"/>
                <a:gd name="connsiteY2" fmla="*/ 291748 h 361971"/>
                <a:gd name="connsiteX3" fmla="*/ 99683 w 362309"/>
                <a:gd name="connsiteY3" fmla="*/ 285364 h 361971"/>
                <a:gd name="connsiteX4" fmla="*/ 99683 w 362309"/>
                <a:gd name="connsiteY4" fmla="*/ 76608 h 361971"/>
                <a:gd name="connsiteX5" fmla="*/ 106073 w 362309"/>
                <a:gd name="connsiteY5" fmla="*/ 70224 h 361971"/>
                <a:gd name="connsiteX6" fmla="*/ 255597 w 362309"/>
                <a:gd name="connsiteY6" fmla="*/ 70224 h 361971"/>
                <a:gd name="connsiteX7" fmla="*/ 261987 w 362309"/>
                <a:gd name="connsiteY7" fmla="*/ 76608 h 361971"/>
                <a:gd name="connsiteX8" fmla="*/ 261987 w 362309"/>
                <a:gd name="connsiteY8" fmla="*/ 285364 h 361971"/>
                <a:gd name="connsiteX9" fmla="*/ 180835 w 362309"/>
                <a:gd name="connsiteY9" fmla="*/ 0 h 361971"/>
                <a:gd name="connsiteX10" fmla="*/ 0 w 362309"/>
                <a:gd name="connsiteY10" fmla="*/ 181305 h 361971"/>
                <a:gd name="connsiteX11" fmla="*/ 181474 w 362309"/>
                <a:gd name="connsiteY11" fmla="*/ 361972 h 361971"/>
                <a:gd name="connsiteX12" fmla="*/ 362309 w 362309"/>
                <a:gd name="connsiteY12" fmla="*/ 180667 h 361971"/>
                <a:gd name="connsiteX13" fmla="*/ 180835 w 362309"/>
                <a:gd name="connsiteY13" fmla="*/ 0 h 361971"/>
                <a:gd name="connsiteX14" fmla="*/ 180835 w 362309"/>
                <a:gd name="connsiteY14"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2309" h="361971">
                  <a:moveTo>
                    <a:pt x="261987" y="285364"/>
                  </a:moveTo>
                  <a:cubicBezTo>
                    <a:pt x="261987" y="289194"/>
                    <a:pt x="259431" y="291748"/>
                    <a:pt x="255597" y="291748"/>
                  </a:cubicBezTo>
                  <a:lnTo>
                    <a:pt x="106073" y="291748"/>
                  </a:lnTo>
                  <a:cubicBezTo>
                    <a:pt x="102239" y="291748"/>
                    <a:pt x="99683" y="289194"/>
                    <a:pt x="99683" y="285364"/>
                  </a:cubicBezTo>
                  <a:lnTo>
                    <a:pt x="99683" y="76608"/>
                  </a:lnTo>
                  <a:cubicBezTo>
                    <a:pt x="99683" y="72777"/>
                    <a:pt x="102239" y="70224"/>
                    <a:pt x="106073" y="70224"/>
                  </a:cubicBezTo>
                  <a:lnTo>
                    <a:pt x="255597" y="70224"/>
                  </a:lnTo>
                  <a:cubicBezTo>
                    <a:pt x="259431" y="70224"/>
                    <a:pt x="261987" y="72777"/>
                    <a:pt x="261987" y="76608"/>
                  </a:cubicBezTo>
                  <a:lnTo>
                    <a:pt x="261987" y="285364"/>
                  </a:lnTo>
                  <a:close/>
                  <a:moveTo>
                    <a:pt x="180835" y="0"/>
                  </a:moveTo>
                  <a:cubicBezTo>
                    <a:pt x="80513" y="0"/>
                    <a:pt x="0" y="81076"/>
                    <a:pt x="0" y="181305"/>
                  </a:cubicBezTo>
                  <a:cubicBezTo>
                    <a:pt x="0" y="281533"/>
                    <a:pt x="81152" y="361972"/>
                    <a:pt x="181474" y="361972"/>
                  </a:cubicBezTo>
                  <a:cubicBezTo>
                    <a:pt x="281157" y="361972"/>
                    <a:pt x="362309" y="280895"/>
                    <a:pt x="362309" y="180667"/>
                  </a:cubicBezTo>
                  <a:cubicBezTo>
                    <a:pt x="362309" y="80438"/>
                    <a:pt x="281157" y="0"/>
                    <a:pt x="180835" y="0"/>
                  </a:cubicBezTo>
                  <a:cubicBezTo>
                    <a:pt x="180835" y="0"/>
                    <a:pt x="180835" y="0"/>
                    <a:pt x="180835" y="0"/>
                  </a:cubicBezTo>
                </a:path>
              </a:pathLst>
            </a:custGeom>
            <a:solidFill>
              <a:srgbClr val="26890D"/>
            </a:solidFill>
            <a:ln w="6390" cap="flat">
              <a:noFill/>
              <a:prstDash val="solid"/>
              <a:miter/>
            </a:ln>
          </p:spPr>
          <p:txBody>
            <a:bodyPr rtlCol="0" anchor="ctr"/>
            <a:lstStyle/>
            <a:p>
              <a:endParaRPr lang="en-US"/>
            </a:p>
          </p:txBody>
        </p:sp>
      </p:grpSp>
      <p:grpSp>
        <p:nvGrpSpPr>
          <p:cNvPr id="559" name="Graphic 4">
            <a:extLst>
              <a:ext uri="{FF2B5EF4-FFF2-40B4-BE49-F238E27FC236}">
                <a16:creationId xmlns:a16="http://schemas.microsoft.com/office/drawing/2014/main" id="{CC4B7721-AB83-0E41-BC9F-7A6CDE40ACC0}"/>
              </a:ext>
            </a:extLst>
          </p:cNvPr>
          <p:cNvGrpSpPr>
            <a:grpSpLocks noChangeAspect="1"/>
          </p:cNvGrpSpPr>
          <p:nvPr/>
        </p:nvGrpSpPr>
        <p:grpSpPr>
          <a:xfrm>
            <a:off x="905454" y="1885990"/>
            <a:ext cx="362309" cy="362610"/>
            <a:chOff x="905454" y="1885990"/>
            <a:chExt cx="362309" cy="362610"/>
          </a:xfrm>
          <a:solidFill>
            <a:srgbClr val="26890D"/>
          </a:solidFill>
        </p:grpSpPr>
        <p:sp>
          <p:nvSpPr>
            <p:cNvPr id="560" name="Graphic 4">
              <a:extLst>
                <a:ext uri="{FF2B5EF4-FFF2-40B4-BE49-F238E27FC236}">
                  <a16:creationId xmlns:a16="http://schemas.microsoft.com/office/drawing/2014/main" id="{C7FD5880-F426-EF43-ABFF-DB99E697E8AE}"/>
                </a:ext>
              </a:extLst>
            </p:cNvPr>
            <p:cNvSpPr/>
            <p:nvPr/>
          </p:nvSpPr>
          <p:spPr>
            <a:xfrm>
              <a:off x="992357" y="1997710"/>
              <a:ext cx="188503" cy="74054"/>
            </a:xfrm>
            <a:custGeom>
              <a:avLst/>
              <a:gdLst>
                <a:gd name="connsiteX0" fmla="*/ 0 w 188503"/>
                <a:gd name="connsiteY0" fmla="*/ 33835 h 74054"/>
                <a:gd name="connsiteX1" fmla="*/ 93932 w 188503"/>
                <a:gd name="connsiteY1" fmla="*/ 74054 h 74054"/>
                <a:gd name="connsiteX2" fmla="*/ 188503 w 188503"/>
                <a:gd name="connsiteY2" fmla="*/ 33835 h 74054"/>
                <a:gd name="connsiteX3" fmla="*/ 93932 w 188503"/>
                <a:gd name="connsiteY3" fmla="*/ 0 h 74054"/>
              </a:gdLst>
              <a:ahLst/>
              <a:cxnLst>
                <a:cxn ang="0">
                  <a:pos x="connsiteX0" y="connsiteY0"/>
                </a:cxn>
                <a:cxn ang="0">
                  <a:pos x="connsiteX1" y="connsiteY1"/>
                </a:cxn>
                <a:cxn ang="0">
                  <a:pos x="connsiteX2" y="connsiteY2"/>
                </a:cxn>
                <a:cxn ang="0">
                  <a:pos x="connsiteX3" y="connsiteY3"/>
                </a:cxn>
              </a:cxnLst>
              <a:rect l="l" t="t" r="r" b="b"/>
              <a:pathLst>
                <a:path w="188503" h="74054">
                  <a:moveTo>
                    <a:pt x="0" y="33835"/>
                  </a:moveTo>
                  <a:lnTo>
                    <a:pt x="93932" y="74054"/>
                  </a:lnTo>
                  <a:lnTo>
                    <a:pt x="188503" y="33835"/>
                  </a:lnTo>
                  <a:lnTo>
                    <a:pt x="93932" y="0"/>
                  </a:lnTo>
                  <a:close/>
                </a:path>
              </a:pathLst>
            </a:custGeom>
            <a:solidFill>
              <a:srgbClr val="26890D"/>
            </a:solidFill>
            <a:ln w="6390" cap="flat">
              <a:noFill/>
              <a:prstDash val="solid"/>
              <a:miter/>
            </a:ln>
          </p:spPr>
          <p:txBody>
            <a:bodyPr rtlCol="0" anchor="ctr"/>
            <a:lstStyle/>
            <a:p>
              <a:endParaRPr lang="en-US"/>
            </a:p>
          </p:txBody>
        </p:sp>
        <p:sp>
          <p:nvSpPr>
            <p:cNvPr id="561" name="Graphic 4">
              <a:extLst>
                <a:ext uri="{FF2B5EF4-FFF2-40B4-BE49-F238E27FC236}">
                  <a16:creationId xmlns:a16="http://schemas.microsoft.com/office/drawing/2014/main" id="{8BFB463F-76D4-5B4C-8D45-AA14FEFBB16A}"/>
                </a:ext>
              </a:extLst>
            </p:cNvPr>
            <p:cNvSpPr/>
            <p:nvPr/>
          </p:nvSpPr>
          <p:spPr>
            <a:xfrm>
              <a:off x="905454" y="1885990"/>
              <a:ext cx="362309" cy="362610"/>
            </a:xfrm>
            <a:custGeom>
              <a:avLst/>
              <a:gdLst>
                <a:gd name="connsiteX0" fmla="*/ 295215 w 362309"/>
                <a:gd name="connsiteY0" fmla="*/ 150662 h 362610"/>
                <a:gd name="connsiteX1" fmla="*/ 291381 w 362309"/>
                <a:gd name="connsiteY1" fmla="*/ 152577 h 362610"/>
                <a:gd name="connsiteX2" fmla="*/ 291381 w 362309"/>
                <a:gd name="connsiteY2" fmla="*/ 255998 h 362610"/>
                <a:gd name="connsiteX3" fmla="*/ 284991 w 362309"/>
                <a:gd name="connsiteY3" fmla="*/ 262382 h 362610"/>
                <a:gd name="connsiteX4" fmla="*/ 278601 w 362309"/>
                <a:gd name="connsiteY4" fmla="*/ 255998 h 362610"/>
                <a:gd name="connsiteX5" fmla="*/ 278601 w 362309"/>
                <a:gd name="connsiteY5" fmla="*/ 157684 h 362610"/>
                <a:gd name="connsiteX6" fmla="*/ 252403 w 362309"/>
                <a:gd name="connsiteY6" fmla="*/ 169176 h 362610"/>
                <a:gd name="connsiteX7" fmla="*/ 259431 w 362309"/>
                <a:gd name="connsiteY7" fmla="*/ 223439 h 362610"/>
                <a:gd name="connsiteX8" fmla="*/ 258154 w 362309"/>
                <a:gd name="connsiteY8" fmla="*/ 228547 h 362610"/>
                <a:gd name="connsiteX9" fmla="*/ 181474 w 362309"/>
                <a:gd name="connsiteY9" fmla="*/ 262382 h 362610"/>
                <a:gd name="connsiteX10" fmla="*/ 104156 w 362309"/>
                <a:gd name="connsiteY10" fmla="*/ 227270 h 362610"/>
                <a:gd name="connsiteX11" fmla="*/ 103517 w 362309"/>
                <a:gd name="connsiteY11" fmla="*/ 223439 h 362610"/>
                <a:gd name="connsiteX12" fmla="*/ 110546 w 362309"/>
                <a:gd name="connsiteY12" fmla="*/ 169176 h 362610"/>
                <a:gd name="connsiteX13" fmla="*/ 67094 w 362309"/>
                <a:gd name="connsiteY13" fmla="*/ 150662 h 362610"/>
                <a:gd name="connsiteX14" fmla="*/ 63899 w 362309"/>
                <a:gd name="connsiteY14" fmla="*/ 142363 h 362610"/>
                <a:gd name="connsiteX15" fmla="*/ 67733 w 362309"/>
                <a:gd name="connsiteY15" fmla="*/ 139171 h 362610"/>
                <a:gd name="connsiteX16" fmla="*/ 178918 w 362309"/>
                <a:gd name="connsiteY16" fmla="*/ 99590 h 362610"/>
                <a:gd name="connsiteX17" fmla="*/ 183391 w 362309"/>
                <a:gd name="connsiteY17" fmla="*/ 99590 h 362610"/>
                <a:gd name="connsiteX18" fmla="*/ 294576 w 362309"/>
                <a:gd name="connsiteY18" fmla="*/ 139171 h 362610"/>
                <a:gd name="connsiteX19" fmla="*/ 298410 w 362309"/>
                <a:gd name="connsiteY19" fmla="*/ 147470 h 362610"/>
                <a:gd name="connsiteX20" fmla="*/ 295215 w 362309"/>
                <a:gd name="connsiteY20" fmla="*/ 150662 h 362610"/>
                <a:gd name="connsiteX21" fmla="*/ 180835 w 362309"/>
                <a:gd name="connsiteY21" fmla="*/ 0 h 362610"/>
                <a:gd name="connsiteX22" fmla="*/ 0 w 362309"/>
                <a:gd name="connsiteY22" fmla="*/ 181305 h 362610"/>
                <a:gd name="connsiteX23" fmla="*/ 180835 w 362309"/>
                <a:gd name="connsiteY23" fmla="*/ 362610 h 362610"/>
                <a:gd name="connsiteX24" fmla="*/ 362309 w 362309"/>
                <a:gd name="connsiteY24" fmla="*/ 181305 h 362610"/>
                <a:gd name="connsiteX25" fmla="*/ 180835 w 362309"/>
                <a:gd name="connsiteY25" fmla="*/ 0 h 362610"/>
                <a:gd name="connsiteX26" fmla="*/ 180835 w 362309"/>
                <a:gd name="connsiteY26" fmla="*/ 0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2309" h="362610">
                  <a:moveTo>
                    <a:pt x="295215" y="150662"/>
                  </a:moveTo>
                  <a:lnTo>
                    <a:pt x="291381" y="152577"/>
                  </a:lnTo>
                  <a:lnTo>
                    <a:pt x="291381" y="255998"/>
                  </a:lnTo>
                  <a:cubicBezTo>
                    <a:pt x="291381" y="259828"/>
                    <a:pt x="288825" y="262382"/>
                    <a:pt x="284991" y="262382"/>
                  </a:cubicBezTo>
                  <a:cubicBezTo>
                    <a:pt x="281157" y="262382"/>
                    <a:pt x="278601" y="259828"/>
                    <a:pt x="278601" y="255998"/>
                  </a:cubicBezTo>
                  <a:lnTo>
                    <a:pt x="278601" y="157684"/>
                  </a:lnTo>
                  <a:lnTo>
                    <a:pt x="252403" y="169176"/>
                  </a:lnTo>
                  <a:lnTo>
                    <a:pt x="259431" y="223439"/>
                  </a:lnTo>
                  <a:cubicBezTo>
                    <a:pt x="259431" y="225355"/>
                    <a:pt x="259431" y="227270"/>
                    <a:pt x="258154" y="228547"/>
                  </a:cubicBezTo>
                  <a:cubicBezTo>
                    <a:pt x="238345" y="249614"/>
                    <a:pt x="210868" y="261743"/>
                    <a:pt x="181474" y="262382"/>
                  </a:cubicBezTo>
                  <a:cubicBezTo>
                    <a:pt x="125243" y="262382"/>
                    <a:pt x="105434" y="228547"/>
                    <a:pt x="104156" y="227270"/>
                  </a:cubicBezTo>
                  <a:cubicBezTo>
                    <a:pt x="103517" y="225993"/>
                    <a:pt x="102878" y="224716"/>
                    <a:pt x="103517" y="223439"/>
                  </a:cubicBezTo>
                  <a:lnTo>
                    <a:pt x="110546" y="169176"/>
                  </a:lnTo>
                  <a:lnTo>
                    <a:pt x="67094" y="150662"/>
                  </a:lnTo>
                  <a:cubicBezTo>
                    <a:pt x="63899" y="149385"/>
                    <a:pt x="62621" y="145555"/>
                    <a:pt x="63899" y="142363"/>
                  </a:cubicBezTo>
                  <a:cubicBezTo>
                    <a:pt x="64538" y="140448"/>
                    <a:pt x="65816" y="139171"/>
                    <a:pt x="67733" y="139171"/>
                  </a:cubicBezTo>
                  <a:lnTo>
                    <a:pt x="178918" y="99590"/>
                  </a:lnTo>
                  <a:cubicBezTo>
                    <a:pt x="180196" y="98952"/>
                    <a:pt x="182113" y="98952"/>
                    <a:pt x="183391" y="99590"/>
                  </a:cubicBezTo>
                  <a:lnTo>
                    <a:pt x="294576" y="139171"/>
                  </a:lnTo>
                  <a:cubicBezTo>
                    <a:pt x="297771" y="140448"/>
                    <a:pt x="299688" y="144278"/>
                    <a:pt x="298410" y="147470"/>
                  </a:cubicBezTo>
                  <a:cubicBezTo>
                    <a:pt x="297771" y="148747"/>
                    <a:pt x="296493" y="150024"/>
                    <a:pt x="295215" y="150662"/>
                  </a:cubicBezTo>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80438"/>
                    <a:pt x="281157" y="0"/>
                    <a:pt x="180835" y="0"/>
                  </a:cubicBezTo>
                  <a:cubicBezTo>
                    <a:pt x="180835" y="0"/>
                    <a:pt x="180835" y="0"/>
                    <a:pt x="180835" y="0"/>
                  </a:cubicBezTo>
                </a:path>
              </a:pathLst>
            </a:custGeom>
            <a:solidFill>
              <a:srgbClr val="26890D"/>
            </a:solidFill>
            <a:ln w="6390" cap="flat">
              <a:noFill/>
              <a:prstDash val="solid"/>
              <a:miter/>
            </a:ln>
          </p:spPr>
          <p:txBody>
            <a:bodyPr rtlCol="0" anchor="ctr"/>
            <a:lstStyle/>
            <a:p>
              <a:endParaRPr lang="en-US"/>
            </a:p>
          </p:txBody>
        </p:sp>
        <p:sp>
          <p:nvSpPr>
            <p:cNvPr id="562" name="Graphic 4">
              <a:extLst>
                <a:ext uri="{FF2B5EF4-FFF2-40B4-BE49-F238E27FC236}">
                  <a16:creationId xmlns:a16="http://schemas.microsoft.com/office/drawing/2014/main" id="{66A7D0DD-8033-DE40-9458-959F11741D3C}"/>
                </a:ext>
              </a:extLst>
            </p:cNvPr>
            <p:cNvSpPr/>
            <p:nvPr/>
          </p:nvSpPr>
          <p:spPr>
            <a:xfrm>
              <a:off x="1021111" y="2060273"/>
              <a:ext cx="130354" cy="75330"/>
            </a:xfrm>
            <a:custGeom>
              <a:avLst/>
              <a:gdLst>
                <a:gd name="connsiteX0" fmla="*/ 65177 w 130354"/>
                <a:gd name="connsiteY0" fmla="*/ 24897 h 75330"/>
                <a:gd name="connsiteX1" fmla="*/ 62621 w 130354"/>
                <a:gd name="connsiteY1" fmla="*/ 24259 h 75330"/>
                <a:gd name="connsiteX2" fmla="*/ 6390 w 130354"/>
                <a:gd name="connsiteY2" fmla="*/ 0 h 75330"/>
                <a:gd name="connsiteX3" fmla="*/ 0 w 130354"/>
                <a:gd name="connsiteY3" fmla="*/ 48518 h 75330"/>
                <a:gd name="connsiteX4" fmla="*/ 65177 w 130354"/>
                <a:gd name="connsiteY4" fmla="*/ 75331 h 75330"/>
                <a:gd name="connsiteX5" fmla="*/ 130355 w 130354"/>
                <a:gd name="connsiteY5" fmla="*/ 47880 h 75330"/>
                <a:gd name="connsiteX6" fmla="*/ 123965 w 130354"/>
                <a:gd name="connsiteY6" fmla="*/ 0 h 75330"/>
                <a:gd name="connsiteX7" fmla="*/ 67733 w 130354"/>
                <a:gd name="connsiteY7" fmla="*/ 24259 h 75330"/>
                <a:gd name="connsiteX8" fmla="*/ 65177 w 130354"/>
                <a:gd name="connsiteY8" fmla="*/ 24897 h 7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0354" h="75330">
                  <a:moveTo>
                    <a:pt x="65177" y="24897"/>
                  </a:moveTo>
                  <a:cubicBezTo>
                    <a:pt x="64538" y="24897"/>
                    <a:pt x="63260" y="24897"/>
                    <a:pt x="62621" y="24259"/>
                  </a:cubicBezTo>
                  <a:lnTo>
                    <a:pt x="6390" y="0"/>
                  </a:lnTo>
                  <a:lnTo>
                    <a:pt x="0" y="48518"/>
                  </a:lnTo>
                  <a:cubicBezTo>
                    <a:pt x="4473" y="54902"/>
                    <a:pt x="23004" y="75331"/>
                    <a:pt x="65177" y="75331"/>
                  </a:cubicBezTo>
                  <a:cubicBezTo>
                    <a:pt x="89459" y="74692"/>
                    <a:pt x="112463" y="65117"/>
                    <a:pt x="130355" y="47880"/>
                  </a:cubicBezTo>
                  <a:lnTo>
                    <a:pt x="123965" y="0"/>
                  </a:lnTo>
                  <a:lnTo>
                    <a:pt x="67733" y="24259"/>
                  </a:lnTo>
                  <a:cubicBezTo>
                    <a:pt x="67094" y="24897"/>
                    <a:pt x="66455" y="24897"/>
                    <a:pt x="65177" y="24897"/>
                  </a:cubicBezTo>
                </a:path>
              </a:pathLst>
            </a:custGeom>
            <a:solidFill>
              <a:srgbClr val="26890D"/>
            </a:solidFill>
            <a:ln w="6390" cap="flat">
              <a:noFill/>
              <a:prstDash val="solid"/>
              <a:miter/>
            </a:ln>
          </p:spPr>
          <p:txBody>
            <a:bodyPr rtlCol="0" anchor="ctr"/>
            <a:lstStyle/>
            <a:p>
              <a:endParaRPr lang="en-US"/>
            </a:p>
          </p:txBody>
        </p:sp>
      </p:grpSp>
      <p:grpSp>
        <p:nvGrpSpPr>
          <p:cNvPr id="563" name="Graphic 4">
            <a:extLst>
              <a:ext uri="{FF2B5EF4-FFF2-40B4-BE49-F238E27FC236}">
                <a16:creationId xmlns:a16="http://schemas.microsoft.com/office/drawing/2014/main" id="{944C4CBA-D577-DC49-B8E5-C996DD794A2A}"/>
              </a:ext>
            </a:extLst>
          </p:cNvPr>
          <p:cNvGrpSpPr>
            <a:grpSpLocks noChangeAspect="1"/>
          </p:cNvGrpSpPr>
          <p:nvPr/>
        </p:nvGrpSpPr>
        <p:grpSpPr>
          <a:xfrm>
            <a:off x="905454" y="1402723"/>
            <a:ext cx="362309" cy="361971"/>
            <a:chOff x="905454" y="1402723"/>
            <a:chExt cx="362309" cy="361971"/>
          </a:xfrm>
          <a:solidFill>
            <a:srgbClr val="26890D"/>
          </a:solidFill>
        </p:grpSpPr>
        <p:sp>
          <p:nvSpPr>
            <p:cNvPr id="564" name="Graphic 4">
              <a:extLst>
                <a:ext uri="{FF2B5EF4-FFF2-40B4-BE49-F238E27FC236}">
                  <a16:creationId xmlns:a16="http://schemas.microsoft.com/office/drawing/2014/main" id="{F560E990-1D7F-F749-AAA1-D0F26D788A43}"/>
                </a:ext>
              </a:extLst>
            </p:cNvPr>
            <p:cNvSpPr/>
            <p:nvPr/>
          </p:nvSpPr>
          <p:spPr>
            <a:xfrm>
              <a:off x="1056256" y="1624886"/>
              <a:ext cx="60065" cy="52348"/>
            </a:xfrm>
            <a:custGeom>
              <a:avLst/>
              <a:gdLst>
                <a:gd name="connsiteX0" fmla="*/ 51758 w 60065"/>
                <a:gd name="connsiteY0" fmla="*/ 6384 h 52348"/>
                <a:gd name="connsiteX1" fmla="*/ 36423 w 60065"/>
                <a:gd name="connsiteY1" fmla="*/ 3192 h 52348"/>
                <a:gd name="connsiteX2" fmla="*/ 23643 w 60065"/>
                <a:gd name="connsiteY2" fmla="*/ 3192 h 52348"/>
                <a:gd name="connsiteX3" fmla="*/ 11502 w 60065"/>
                <a:gd name="connsiteY3" fmla="*/ 7022 h 52348"/>
                <a:gd name="connsiteX4" fmla="*/ 8307 w 60065"/>
                <a:gd name="connsiteY4" fmla="*/ 6384 h 52348"/>
                <a:gd name="connsiteX5" fmla="*/ 0 w 60065"/>
                <a:gd name="connsiteY5" fmla="*/ 0 h 52348"/>
                <a:gd name="connsiteX6" fmla="*/ 0 w 60065"/>
                <a:gd name="connsiteY6" fmla="*/ 52349 h 52348"/>
                <a:gd name="connsiteX7" fmla="*/ 26838 w 60065"/>
                <a:gd name="connsiteY7" fmla="*/ 36389 h 52348"/>
                <a:gd name="connsiteX8" fmla="*/ 33228 w 60065"/>
                <a:gd name="connsiteY8" fmla="*/ 36389 h 52348"/>
                <a:gd name="connsiteX9" fmla="*/ 60065 w 60065"/>
                <a:gd name="connsiteY9" fmla="*/ 52349 h 52348"/>
                <a:gd name="connsiteX10" fmla="*/ 60065 w 60065"/>
                <a:gd name="connsiteY10" fmla="*/ 638 h 52348"/>
                <a:gd name="connsiteX11" fmla="*/ 51758 w 60065"/>
                <a:gd name="connsiteY11" fmla="*/ 7022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065" h="52348">
                  <a:moveTo>
                    <a:pt x="51758" y="6384"/>
                  </a:moveTo>
                  <a:cubicBezTo>
                    <a:pt x="46647" y="7022"/>
                    <a:pt x="40896" y="5746"/>
                    <a:pt x="36423" y="3192"/>
                  </a:cubicBezTo>
                  <a:cubicBezTo>
                    <a:pt x="32589" y="0"/>
                    <a:pt x="27477" y="0"/>
                    <a:pt x="23643" y="3192"/>
                  </a:cubicBezTo>
                  <a:cubicBezTo>
                    <a:pt x="19809" y="5107"/>
                    <a:pt x="15975" y="7022"/>
                    <a:pt x="11502" y="7022"/>
                  </a:cubicBezTo>
                  <a:cubicBezTo>
                    <a:pt x="10224" y="7022"/>
                    <a:pt x="8946" y="7022"/>
                    <a:pt x="8307" y="6384"/>
                  </a:cubicBezTo>
                  <a:cubicBezTo>
                    <a:pt x="5112" y="5107"/>
                    <a:pt x="1917" y="3192"/>
                    <a:pt x="0" y="0"/>
                  </a:cubicBezTo>
                  <a:lnTo>
                    <a:pt x="0" y="52349"/>
                  </a:lnTo>
                  <a:lnTo>
                    <a:pt x="26838" y="36389"/>
                  </a:lnTo>
                  <a:cubicBezTo>
                    <a:pt x="28755" y="35112"/>
                    <a:pt x="31311" y="35112"/>
                    <a:pt x="33228" y="36389"/>
                  </a:cubicBezTo>
                  <a:lnTo>
                    <a:pt x="60065" y="52349"/>
                  </a:lnTo>
                  <a:lnTo>
                    <a:pt x="60065" y="638"/>
                  </a:lnTo>
                  <a:cubicBezTo>
                    <a:pt x="58148" y="3830"/>
                    <a:pt x="54953" y="5746"/>
                    <a:pt x="51758" y="7022"/>
                  </a:cubicBezTo>
                </a:path>
              </a:pathLst>
            </a:custGeom>
            <a:solidFill>
              <a:srgbClr val="26890D"/>
            </a:solidFill>
            <a:ln w="6390" cap="flat">
              <a:noFill/>
              <a:prstDash val="solid"/>
              <a:miter/>
            </a:ln>
          </p:spPr>
          <p:txBody>
            <a:bodyPr rtlCol="0" anchor="ctr"/>
            <a:lstStyle/>
            <a:p>
              <a:endParaRPr lang="en-US"/>
            </a:p>
          </p:txBody>
        </p:sp>
        <p:sp>
          <p:nvSpPr>
            <p:cNvPr id="565" name="Graphic 4">
              <a:extLst>
                <a:ext uri="{FF2B5EF4-FFF2-40B4-BE49-F238E27FC236}">
                  <a16:creationId xmlns:a16="http://schemas.microsoft.com/office/drawing/2014/main" id="{DE37F0B2-7536-844E-90EB-E59A35A00C73}"/>
                </a:ext>
              </a:extLst>
            </p:cNvPr>
            <p:cNvSpPr/>
            <p:nvPr/>
          </p:nvSpPr>
          <p:spPr>
            <a:xfrm>
              <a:off x="1019194" y="1481884"/>
              <a:ext cx="136105" cy="135978"/>
            </a:xfrm>
            <a:custGeom>
              <a:avLst/>
              <a:gdLst>
                <a:gd name="connsiteX0" fmla="*/ 67094 w 136105"/>
                <a:gd name="connsiteY0" fmla="*/ 104059 h 135978"/>
                <a:gd name="connsiteX1" fmla="*/ 31311 w 136105"/>
                <a:gd name="connsiteY1" fmla="*/ 68309 h 135978"/>
                <a:gd name="connsiteX2" fmla="*/ 67094 w 136105"/>
                <a:gd name="connsiteY2" fmla="*/ 32558 h 135978"/>
                <a:gd name="connsiteX3" fmla="*/ 102878 w 136105"/>
                <a:gd name="connsiteY3" fmla="*/ 68309 h 135978"/>
                <a:gd name="connsiteX4" fmla="*/ 102878 w 136105"/>
                <a:gd name="connsiteY4" fmla="*/ 68309 h 135978"/>
                <a:gd name="connsiteX5" fmla="*/ 67094 w 136105"/>
                <a:gd name="connsiteY5" fmla="*/ 104059 h 135978"/>
                <a:gd name="connsiteX6" fmla="*/ 129077 w 136105"/>
                <a:gd name="connsiteY6" fmla="*/ 68947 h 135978"/>
                <a:gd name="connsiteX7" fmla="*/ 132911 w 136105"/>
                <a:gd name="connsiteY7" fmla="*/ 56817 h 135978"/>
                <a:gd name="connsiteX8" fmla="*/ 135467 w 136105"/>
                <a:gd name="connsiteY8" fmla="*/ 50433 h 135978"/>
                <a:gd name="connsiteX9" fmla="*/ 130355 w 136105"/>
                <a:gd name="connsiteY9" fmla="*/ 45965 h 135978"/>
                <a:gd name="connsiteX10" fmla="*/ 121409 w 136105"/>
                <a:gd name="connsiteY10" fmla="*/ 37665 h 135978"/>
                <a:gd name="connsiteX11" fmla="*/ 118853 w 136105"/>
                <a:gd name="connsiteY11" fmla="*/ 25536 h 135978"/>
                <a:gd name="connsiteX12" fmla="*/ 117575 w 136105"/>
                <a:gd name="connsiteY12" fmla="*/ 18514 h 135978"/>
                <a:gd name="connsiteX13" fmla="*/ 111185 w 136105"/>
                <a:gd name="connsiteY13" fmla="*/ 17237 h 135978"/>
                <a:gd name="connsiteX14" fmla="*/ 99044 w 136105"/>
                <a:gd name="connsiteY14" fmla="*/ 14683 h 135978"/>
                <a:gd name="connsiteX15" fmla="*/ 90737 w 136105"/>
                <a:gd name="connsiteY15" fmla="*/ 5746 h 135978"/>
                <a:gd name="connsiteX16" fmla="*/ 86264 w 136105"/>
                <a:gd name="connsiteY16" fmla="*/ 0 h 135978"/>
                <a:gd name="connsiteX17" fmla="*/ 79874 w 136105"/>
                <a:gd name="connsiteY17" fmla="*/ 2554 h 135978"/>
                <a:gd name="connsiteX18" fmla="*/ 55592 w 136105"/>
                <a:gd name="connsiteY18" fmla="*/ 2554 h 135978"/>
                <a:gd name="connsiteX19" fmla="*/ 49842 w 136105"/>
                <a:gd name="connsiteY19" fmla="*/ 0 h 135978"/>
                <a:gd name="connsiteX20" fmla="*/ 49842 w 136105"/>
                <a:gd name="connsiteY20" fmla="*/ 0 h 135978"/>
                <a:gd name="connsiteX21" fmla="*/ 45369 w 136105"/>
                <a:gd name="connsiteY21" fmla="*/ 5746 h 135978"/>
                <a:gd name="connsiteX22" fmla="*/ 37062 w 136105"/>
                <a:gd name="connsiteY22" fmla="*/ 14683 h 135978"/>
                <a:gd name="connsiteX23" fmla="*/ 24921 w 136105"/>
                <a:gd name="connsiteY23" fmla="*/ 17237 h 135978"/>
                <a:gd name="connsiteX24" fmla="*/ 17892 w 136105"/>
                <a:gd name="connsiteY24" fmla="*/ 18514 h 135978"/>
                <a:gd name="connsiteX25" fmla="*/ 16614 w 136105"/>
                <a:gd name="connsiteY25" fmla="*/ 24897 h 135978"/>
                <a:gd name="connsiteX26" fmla="*/ 14058 w 136105"/>
                <a:gd name="connsiteY26" fmla="*/ 37027 h 135978"/>
                <a:gd name="connsiteX27" fmla="*/ 5112 w 136105"/>
                <a:gd name="connsiteY27" fmla="*/ 45326 h 135978"/>
                <a:gd name="connsiteX28" fmla="*/ 0 w 136105"/>
                <a:gd name="connsiteY28" fmla="*/ 49795 h 135978"/>
                <a:gd name="connsiteX29" fmla="*/ 2556 w 136105"/>
                <a:gd name="connsiteY29" fmla="*/ 56179 h 135978"/>
                <a:gd name="connsiteX30" fmla="*/ 6390 w 136105"/>
                <a:gd name="connsiteY30" fmla="*/ 68309 h 135978"/>
                <a:gd name="connsiteX31" fmla="*/ 2556 w 136105"/>
                <a:gd name="connsiteY31" fmla="*/ 80438 h 135978"/>
                <a:gd name="connsiteX32" fmla="*/ 0 w 136105"/>
                <a:gd name="connsiteY32" fmla="*/ 86822 h 135978"/>
                <a:gd name="connsiteX33" fmla="*/ 5112 w 136105"/>
                <a:gd name="connsiteY33" fmla="*/ 91291 h 135978"/>
                <a:gd name="connsiteX34" fmla="*/ 14058 w 136105"/>
                <a:gd name="connsiteY34" fmla="*/ 99590 h 135978"/>
                <a:gd name="connsiteX35" fmla="*/ 16614 w 136105"/>
                <a:gd name="connsiteY35" fmla="*/ 111720 h 135978"/>
                <a:gd name="connsiteX36" fmla="*/ 17892 w 136105"/>
                <a:gd name="connsiteY36" fmla="*/ 118104 h 135978"/>
                <a:gd name="connsiteX37" fmla="*/ 24921 w 136105"/>
                <a:gd name="connsiteY37" fmla="*/ 119380 h 135978"/>
                <a:gd name="connsiteX38" fmla="*/ 31950 w 136105"/>
                <a:gd name="connsiteY38" fmla="*/ 120019 h 135978"/>
                <a:gd name="connsiteX39" fmla="*/ 34506 w 136105"/>
                <a:gd name="connsiteY39" fmla="*/ 120657 h 135978"/>
                <a:gd name="connsiteX40" fmla="*/ 37062 w 136105"/>
                <a:gd name="connsiteY40" fmla="*/ 121934 h 135978"/>
                <a:gd name="connsiteX41" fmla="*/ 45369 w 136105"/>
                <a:gd name="connsiteY41" fmla="*/ 130872 h 135978"/>
                <a:gd name="connsiteX42" fmla="*/ 49842 w 136105"/>
                <a:gd name="connsiteY42" fmla="*/ 135979 h 135978"/>
                <a:gd name="connsiteX43" fmla="*/ 56231 w 136105"/>
                <a:gd name="connsiteY43" fmla="*/ 133425 h 135978"/>
                <a:gd name="connsiteX44" fmla="*/ 80513 w 136105"/>
                <a:gd name="connsiteY44" fmla="*/ 133425 h 135978"/>
                <a:gd name="connsiteX45" fmla="*/ 86903 w 136105"/>
                <a:gd name="connsiteY45" fmla="*/ 135979 h 135978"/>
                <a:gd name="connsiteX46" fmla="*/ 91376 w 136105"/>
                <a:gd name="connsiteY46" fmla="*/ 130872 h 135978"/>
                <a:gd name="connsiteX47" fmla="*/ 99683 w 136105"/>
                <a:gd name="connsiteY47" fmla="*/ 121934 h 135978"/>
                <a:gd name="connsiteX48" fmla="*/ 102239 w 136105"/>
                <a:gd name="connsiteY48" fmla="*/ 120657 h 135978"/>
                <a:gd name="connsiteX49" fmla="*/ 104795 w 136105"/>
                <a:gd name="connsiteY49" fmla="*/ 120019 h 135978"/>
                <a:gd name="connsiteX50" fmla="*/ 111824 w 136105"/>
                <a:gd name="connsiteY50" fmla="*/ 119380 h 135978"/>
                <a:gd name="connsiteX51" fmla="*/ 118214 w 136105"/>
                <a:gd name="connsiteY51" fmla="*/ 118104 h 135978"/>
                <a:gd name="connsiteX52" fmla="*/ 119492 w 136105"/>
                <a:gd name="connsiteY52" fmla="*/ 111720 h 135978"/>
                <a:gd name="connsiteX53" fmla="*/ 122048 w 136105"/>
                <a:gd name="connsiteY53" fmla="*/ 99590 h 135978"/>
                <a:gd name="connsiteX54" fmla="*/ 130994 w 136105"/>
                <a:gd name="connsiteY54" fmla="*/ 91291 h 135978"/>
                <a:gd name="connsiteX55" fmla="*/ 136106 w 136105"/>
                <a:gd name="connsiteY55" fmla="*/ 86822 h 135978"/>
                <a:gd name="connsiteX56" fmla="*/ 133550 w 136105"/>
                <a:gd name="connsiteY56" fmla="*/ 80438 h 135978"/>
                <a:gd name="connsiteX57" fmla="*/ 129077 w 136105"/>
                <a:gd name="connsiteY57" fmla="*/ 68947 h 135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36105" h="135978">
                  <a:moveTo>
                    <a:pt x="67094" y="104059"/>
                  </a:moveTo>
                  <a:cubicBezTo>
                    <a:pt x="47285" y="104059"/>
                    <a:pt x="31311" y="88099"/>
                    <a:pt x="31311" y="68309"/>
                  </a:cubicBezTo>
                  <a:cubicBezTo>
                    <a:pt x="31311" y="48518"/>
                    <a:pt x="47285" y="32558"/>
                    <a:pt x="67094" y="32558"/>
                  </a:cubicBezTo>
                  <a:cubicBezTo>
                    <a:pt x="86903" y="32558"/>
                    <a:pt x="102878" y="48518"/>
                    <a:pt x="102878" y="68309"/>
                  </a:cubicBezTo>
                  <a:lnTo>
                    <a:pt x="102878" y="68309"/>
                  </a:lnTo>
                  <a:cubicBezTo>
                    <a:pt x="102878" y="88099"/>
                    <a:pt x="86903" y="104059"/>
                    <a:pt x="67094" y="104059"/>
                  </a:cubicBezTo>
                  <a:moveTo>
                    <a:pt x="129077" y="68947"/>
                  </a:moveTo>
                  <a:cubicBezTo>
                    <a:pt x="129077" y="64478"/>
                    <a:pt x="130994" y="60648"/>
                    <a:pt x="132911" y="56817"/>
                  </a:cubicBezTo>
                  <a:cubicBezTo>
                    <a:pt x="134189" y="54902"/>
                    <a:pt x="134828" y="52987"/>
                    <a:pt x="135467" y="50433"/>
                  </a:cubicBezTo>
                  <a:cubicBezTo>
                    <a:pt x="134828" y="49157"/>
                    <a:pt x="131633" y="47241"/>
                    <a:pt x="130355" y="45965"/>
                  </a:cubicBezTo>
                  <a:cubicBezTo>
                    <a:pt x="126521" y="44049"/>
                    <a:pt x="123326" y="40857"/>
                    <a:pt x="121409" y="37665"/>
                  </a:cubicBezTo>
                  <a:cubicBezTo>
                    <a:pt x="119492" y="33835"/>
                    <a:pt x="118853" y="29366"/>
                    <a:pt x="118853" y="25536"/>
                  </a:cubicBezTo>
                  <a:cubicBezTo>
                    <a:pt x="118853" y="22982"/>
                    <a:pt x="118853" y="21067"/>
                    <a:pt x="117575" y="18514"/>
                  </a:cubicBezTo>
                  <a:cubicBezTo>
                    <a:pt x="115658" y="17875"/>
                    <a:pt x="113102" y="17237"/>
                    <a:pt x="111185" y="17237"/>
                  </a:cubicBezTo>
                  <a:cubicBezTo>
                    <a:pt x="106712" y="17237"/>
                    <a:pt x="102878" y="16598"/>
                    <a:pt x="99044" y="14683"/>
                  </a:cubicBezTo>
                  <a:cubicBezTo>
                    <a:pt x="95849" y="12130"/>
                    <a:pt x="92654" y="8938"/>
                    <a:pt x="90737" y="5746"/>
                  </a:cubicBezTo>
                  <a:cubicBezTo>
                    <a:pt x="89459" y="3830"/>
                    <a:pt x="87542" y="638"/>
                    <a:pt x="86264" y="0"/>
                  </a:cubicBezTo>
                  <a:cubicBezTo>
                    <a:pt x="83708" y="638"/>
                    <a:pt x="81791" y="1277"/>
                    <a:pt x="79874" y="2554"/>
                  </a:cubicBezTo>
                  <a:cubicBezTo>
                    <a:pt x="72845" y="7661"/>
                    <a:pt x="62621" y="7661"/>
                    <a:pt x="55592" y="2554"/>
                  </a:cubicBezTo>
                  <a:cubicBezTo>
                    <a:pt x="53675" y="1277"/>
                    <a:pt x="51759" y="638"/>
                    <a:pt x="49842" y="0"/>
                  </a:cubicBezTo>
                  <a:lnTo>
                    <a:pt x="49842" y="0"/>
                  </a:lnTo>
                  <a:cubicBezTo>
                    <a:pt x="48564" y="0"/>
                    <a:pt x="46647" y="3830"/>
                    <a:pt x="45369" y="5746"/>
                  </a:cubicBezTo>
                  <a:cubicBezTo>
                    <a:pt x="43452" y="9576"/>
                    <a:pt x="40257" y="12768"/>
                    <a:pt x="37062" y="14683"/>
                  </a:cubicBezTo>
                  <a:cubicBezTo>
                    <a:pt x="33228" y="16598"/>
                    <a:pt x="28755" y="17237"/>
                    <a:pt x="24921" y="17237"/>
                  </a:cubicBezTo>
                  <a:cubicBezTo>
                    <a:pt x="22365" y="17237"/>
                    <a:pt x="20448" y="17237"/>
                    <a:pt x="17892" y="18514"/>
                  </a:cubicBezTo>
                  <a:cubicBezTo>
                    <a:pt x="17253" y="20429"/>
                    <a:pt x="16614" y="22982"/>
                    <a:pt x="16614" y="24897"/>
                  </a:cubicBezTo>
                  <a:cubicBezTo>
                    <a:pt x="16614" y="29366"/>
                    <a:pt x="15975" y="33197"/>
                    <a:pt x="14058" y="37027"/>
                  </a:cubicBezTo>
                  <a:cubicBezTo>
                    <a:pt x="11502" y="40219"/>
                    <a:pt x="8307" y="43411"/>
                    <a:pt x="5112" y="45326"/>
                  </a:cubicBezTo>
                  <a:cubicBezTo>
                    <a:pt x="3195" y="46603"/>
                    <a:pt x="0" y="48518"/>
                    <a:pt x="0" y="49795"/>
                  </a:cubicBezTo>
                  <a:cubicBezTo>
                    <a:pt x="639" y="52349"/>
                    <a:pt x="1278" y="54264"/>
                    <a:pt x="2556" y="56179"/>
                  </a:cubicBezTo>
                  <a:cubicBezTo>
                    <a:pt x="5112" y="60009"/>
                    <a:pt x="6390" y="63840"/>
                    <a:pt x="6390" y="68309"/>
                  </a:cubicBezTo>
                  <a:cubicBezTo>
                    <a:pt x="6390" y="72777"/>
                    <a:pt x="4473" y="76608"/>
                    <a:pt x="2556" y="80438"/>
                  </a:cubicBezTo>
                  <a:cubicBezTo>
                    <a:pt x="1278" y="82353"/>
                    <a:pt x="639" y="84269"/>
                    <a:pt x="0" y="86822"/>
                  </a:cubicBezTo>
                  <a:cubicBezTo>
                    <a:pt x="0" y="88099"/>
                    <a:pt x="3834" y="90014"/>
                    <a:pt x="5112" y="91291"/>
                  </a:cubicBezTo>
                  <a:cubicBezTo>
                    <a:pt x="8946" y="93206"/>
                    <a:pt x="12141" y="96398"/>
                    <a:pt x="14058" y="99590"/>
                  </a:cubicBezTo>
                  <a:cubicBezTo>
                    <a:pt x="15975" y="103420"/>
                    <a:pt x="16614" y="107889"/>
                    <a:pt x="16614" y="111720"/>
                  </a:cubicBezTo>
                  <a:cubicBezTo>
                    <a:pt x="16614" y="113635"/>
                    <a:pt x="17253" y="116188"/>
                    <a:pt x="17892" y="118104"/>
                  </a:cubicBezTo>
                  <a:cubicBezTo>
                    <a:pt x="19809" y="118742"/>
                    <a:pt x="22365" y="119380"/>
                    <a:pt x="24921" y="119380"/>
                  </a:cubicBezTo>
                  <a:cubicBezTo>
                    <a:pt x="27477" y="119380"/>
                    <a:pt x="30033" y="120019"/>
                    <a:pt x="31950" y="120019"/>
                  </a:cubicBezTo>
                  <a:cubicBezTo>
                    <a:pt x="33228" y="120019"/>
                    <a:pt x="33867" y="120019"/>
                    <a:pt x="34506" y="120657"/>
                  </a:cubicBezTo>
                  <a:cubicBezTo>
                    <a:pt x="35145" y="120657"/>
                    <a:pt x="36423" y="121296"/>
                    <a:pt x="37062" y="121934"/>
                  </a:cubicBezTo>
                  <a:cubicBezTo>
                    <a:pt x="40257" y="124488"/>
                    <a:pt x="43452" y="127680"/>
                    <a:pt x="45369" y="130872"/>
                  </a:cubicBezTo>
                  <a:cubicBezTo>
                    <a:pt x="46647" y="132787"/>
                    <a:pt x="48564" y="135979"/>
                    <a:pt x="49842" y="135979"/>
                  </a:cubicBezTo>
                  <a:cubicBezTo>
                    <a:pt x="52397" y="135340"/>
                    <a:pt x="54314" y="134702"/>
                    <a:pt x="56231" y="133425"/>
                  </a:cubicBezTo>
                  <a:cubicBezTo>
                    <a:pt x="63260" y="128318"/>
                    <a:pt x="73484" y="128318"/>
                    <a:pt x="80513" y="133425"/>
                  </a:cubicBezTo>
                  <a:cubicBezTo>
                    <a:pt x="82430" y="134702"/>
                    <a:pt x="84347" y="135340"/>
                    <a:pt x="86903" y="135979"/>
                  </a:cubicBezTo>
                  <a:cubicBezTo>
                    <a:pt x="88181" y="135979"/>
                    <a:pt x="90098" y="132148"/>
                    <a:pt x="91376" y="130872"/>
                  </a:cubicBezTo>
                  <a:cubicBezTo>
                    <a:pt x="93293" y="127041"/>
                    <a:pt x="96488" y="123849"/>
                    <a:pt x="99683" y="121934"/>
                  </a:cubicBezTo>
                  <a:cubicBezTo>
                    <a:pt x="100322" y="121296"/>
                    <a:pt x="100961" y="121296"/>
                    <a:pt x="102239" y="120657"/>
                  </a:cubicBezTo>
                  <a:cubicBezTo>
                    <a:pt x="102878" y="120019"/>
                    <a:pt x="104156" y="120019"/>
                    <a:pt x="104795" y="120019"/>
                  </a:cubicBezTo>
                  <a:cubicBezTo>
                    <a:pt x="107351" y="119380"/>
                    <a:pt x="109268" y="119380"/>
                    <a:pt x="111824" y="119380"/>
                  </a:cubicBezTo>
                  <a:cubicBezTo>
                    <a:pt x="113741" y="119380"/>
                    <a:pt x="116297" y="118742"/>
                    <a:pt x="118214" y="118104"/>
                  </a:cubicBezTo>
                  <a:cubicBezTo>
                    <a:pt x="118853" y="116188"/>
                    <a:pt x="119492" y="113635"/>
                    <a:pt x="119492" y="111720"/>
                  </a:cubicBezTo>
                  <a:cubicBezTo>
                    <a:pt x="119492" y="107251"/>
                    <a:pt x="120131" y="103420"/>
                    <a:pt x="122048" y="99590"/>
                  </a:cubicBezTo>
                  <a:cubicBezTo>
                    <a:pt x="124604" y="96398"/>
                    <a:pt x="127799" y="93206"/>
                    <a:pt x="130994" y="91291"/>
                  </a:cubicBezTo>
                  <a:cubicBezTo>
                    <a:pt x="132911" y="90014"/>
                    <a:pt x="136106" y="88099"/>
                    <a:pt x="136106" y="86822"/>
                  </a:cubicBezTo>
                  <a:cubicBezTo>
                    <a:pt x="135467" y="84269"/>
                    <a:pt x="134828" y="82353"/>
                    <a:pt x="133550" y="80438"/>
                  </a:cubicBezTo>
                  <a:cubicBezTo>
                    <a:pt x="130994" y="77246"/>
                    <a:pt x="129716" y="72777"/>
                    <a:pt x="129077" y="68947"/>
                  </a:cubicBezTo>
                </a:path>
              </a:pathLst>
            </a:custGeom>
            <a:solidFill>
              <a:srgbClr val="26890D"/>
            </a:solidFill>
            <a:ln w="6390" cap="flat">
              <a:noFill/>
              <a:prstDash val="solid"/>
              <a:miter/>
            </a:ln>
          </p:spPr>
          <p:txBody>
            <a:bodyPr rtlCol="0" anchor="ctr"/>
            <a:lstStyle/>
            <a:p>
              <a:endParaRPr lang="en-US"/>
            </a:p>
          </p:txBody>
        </p:sp>
        <p:sp>
          <p:nvSpPr>
            <p:cNvPr id="566" name="Graphic 4">
              <a:extLst>
                <a:ext uri="{FF2B5EF4-FFF2-40B4-BE49-F238E27FC236}">
                  <a16:creationId xmlns:a16="http://schemas.microsoft.com/office/drawing/2014/main" id="{8DA38D65-2EFD-A347-AF84-2751F961A2F0}"/>
                </a:ext>
              </a:extLst>
            </p:cNvPr>
            <p:cNvSpPr/>
            <p:nvPr/>
          </p:nvSpPr>
          <p:spPr>
            <a:xfrm>
              <a:off x="1063285" y="1527849"/>
              <a:ext cx="46007" cy="45964"/>
            </a:xfrm>
            <a:custGeom>
              <a:avLst/>
              <a:gdLst>
                <a:gd name="connsiteX0" fmla="*/ 23004 w 46007"/>
                <a:gd name="connsiteY0" fmla="*/ 0 h 45964"/>
                <a:gd name="connsiteX1" fmla="*/ 0 w 46007"/>
                <a:gd name="connsiteY1" fmla="*/ 22982 h 45964"/>
                <a:gd name="connsiteX2" fmla="*/ 23004 w 46007"/>
                <a:gd name="connsiteY2" fmla="*/ 45965 h 45964"/>
                <a:gd name="connsiteX3" fmla="*/ 46008 w 46007"/>
                <a:gd name="connsiteY3" fmla="*/ 22982 h 45964"/>
                <a:gd name="connsiteX4" fmla="*/ 46008 w 46007"/>
                <a:gd name="connsiteY4" fmla="*/ 22982 h 45964"/>
                <a:gd name="connsiteX5" fmla="*/ 23004 w 46007"/>
                <a:gd name="connsiteY5" fmla="*/ 0 h 45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07" h="45964">
                  <a:moveTo>
                    <a:pt x="23004" y="0"/>
                  </a:moveTo>
                  <a:cubicBezTo>
                    <a:pt x="10224" y="0"/>
                    <a:pt x="0" y="10214"/>
                    <a:pt x="0" y="22982"/>
                  </a:cubicBezTo>
                  <a:cubicBezTo>
                    <a:pt x="0" y="35750"/>
                    <a:pt x="10224" y="45965"/>
                    <a:pt x="23004" y="45965"/>
                  </a:cubicBezTo>
                  <a:cubicBezTo>
                    <a:pt x="35784" y="45965"/>
                    <a:pt x="46008" y="35750"/>
                    <a:pt x="46008" y="22982"/>
                  </a:cubicBezTo>
                  <a:lnTo>
                    <a:pt x="46008" y="22982"/>
                  </a:lnTo>
                  <a:cubicBezTo>
                    <a:pt x="46008" y="10214"/>
                    <a:pt x="35784" y="0"/>
                    <a:pt x="23004" y="0"/>
                  </a:cubicBezTo>
                </a:path>
              </a:pathLst>
            </a:custGeom>
            <a:solidFill>
              <a:srgbClr val="26890D"/>
            </a:solidFill>
            <a:ln w="6390" cap="flat">
              <a:noFill/>
              <a:prstDash val="solid"/>
              <a:miter/>
            </a:ln>
          </p:spPr>
          <p:txBody>
            <a:bodyPr rtlCol="0" anchor="ctr"/>
            <a:lstStyle/>
            <a:p>
              <a:endParaRPr lang="en-US"/>
            </a:p>
          </p:txBody>
        </p:sp>
        <p:sp>
          <p:nvSpPr>
            <p:cNvPr id="567" name="Graphic 4">
              <a:extLst>
                <a:ext uri="{FF2B5EF4-FFF2-40B4-BE49-F238E27FC236}">
                  <a16:creationId xmlns:a16="http://schemas.microsoft.com/office/drawing/2014/main" id="{F30B6EC0-B4F6-3F49-898A-98D482CE816F}"/>
                </a:ext>
              </a:extLst>
            </p:cNvPr>
            <p:cNvSpPr/>
            <p:nvPr/>
          </p:nvSpPr>
          <p:spPr>
            <a:xfrm>
              <a:off x="905454" y="1402723"/>
              <a:ext cx="362309" cy="361971"/>
            </a:xfrm>
            <a:custGeom>
              <a:avLst/>
              <a:gdLst>
                <a:gd name="connsiteX0" fmla="*/ 258154 w 362309"/>
                <a:gd name="connsiteY0" fmla="*/ 154492 h 361971"/>
                <a:gd name="connsiteX1" fmla="*/ 261348 w 362309"/>
                <a:gd name="connsiteY1" fmla="*/ 169814 h 361971"/>
                <a:gd name="connsiteX2" fmla="*/ 250486 w 362309"/>
                <a:gd name="connsiteY2" fmla="*/ 181305 h 361971"/>
                <a:gd name="connsiteX3" fmla="*/ 245374 w 362309"/>
                <a:gd name="connsiteY3" fmla="*/ 185135 h 361971"/>
                <a:gd name="connsiteX4" fmla="*/ 244735 w 362309"/>
                <a:gd name="connsiteY4" fmla="*/ 191519 h 361971"/>
                <a:gd name="connsiteX5" fmla="*/ 230677 w 362309"/>
                <a:gd name="connsiteY5" fmla="*/ 211310 h 361971"/>
                <a:gd name="connsiteX6" fmla="*/ 224926 w 362309"/>
                <a:gd name="connsiteY6" fmla="*/ 211310 h 361971"/>
                <a:gd name="connsiteX7" fmla="*/ 223648 w 362309"/>
                <a:gd name="connsiteY7" fmla="*/ 211310 h 361971"/>
                <a:gd name="connsiteX8" fmla="*/ 223648 w 362309"/>
                <a:gd name="connsiteY8" fmla="*/ 286002 h 361971"/>
                <a:gd name="connsiteX9" fmla="*/ 217258 w 362309"/>
                <a:gd name="connsiteY9" fmla="*/ 292386 h 361971"/>
                <a:gd name="connsiteX10" fmla="*/ 214063 w 362309"/>
                <a:gd name="connsiteY10" fmla="*/ 291748 h 361971"/>
                <a:gd name="connsiteX11" fmla="*/ 180835 w 362309"/>
                <a:gd name="connsiteY11" fmla="*/ 271958 h 361971"/>
                <a:gd name="connsiteX12" fmla="*/ 147608 w 362309"/>
                <a:gd name="connsiteY12" fmla="*/ 291748 h 361971"/>
                <a:gd name="connsiteX13" fmla="*/ 144413 w 362309"/>
                <a:gd name="connsiteY13" fmla="*/ 292386 h 361971"/>
                <a:gd name="connsiteX14" fmla="*/ 141218 w 362309"/>
                <a:gd name="connsiteY14" fmla="*/ 291748 h 361971"/>
                <a:gd name="connsiteX15" fmla="*/ 138023 w 362309"/>
                <a:gd name="connsiteY15" fmla="*/ 286002 h 361971"/>
                <a:gd name="connsiteX16" fmla="*/ 138023 w 362309"/>
                <a:gd name="connsiteY16" fmla="*/ 211310 h 361971"/>
                <a:gd name="connsiteX17" fmla="*/ 136745 w 362309"/>
                <a:gd name="connsiteY17" fmla="*/ 211310 h 361971"/>
                <a:gd name="connsiteX18" fmla="*/ 116936 w 362309"/>
                <a:gd name="connsiteY18" fmla="*/ 197265 h 361971"/>
                <a:gd name="connsiteX19" fmla="*/ 116936 w 362309"/>
                <a:gd name="connsiteY19" fmla="*/ 191519 h 361971"/>
                <a:gd name="connsiteX20" fmla="*/ 116297 w 362309"/>
                <a:gd name="connsiteY20" fmla="*/ 185135 h 361971"/>
                <a:gd name="connsiteX21" fmla="*/ 111185 w 362309"/>
                <a:gd name="connsiteY21" fmla="*/ 181305 h 361971"/>
                <a:gd name="connsiteX22" fmla="*/ 100322 w 362309"/>
                <a:gd name="connsiteY22" fmla="*/ 169814 h 361971"/>
                <a:gd name="connsiteX23" fmla="*/ 103517 w 362309"/>
                <a:gd name="connsiteY23" fmla="*/ 154492 h 361971"/>
                <a:gd name="connsiteX24" fmla="*/ 106073 w 362309"/>
                <a:gd name="connsiteY24" fmla="*/ 148108 h 361971"/>
                <a:gd name="connsiteX25" fmla="*/ 103517 w 362309"/>
                <a:gd name="connsiteY25" fmla="*/ 141724 h 361971"/>
                <a:gd name="connsiteX26" fmla="*/ 100322 w 362309"/>
                <a:gd name="connsiteY26" fmla="*/ 126403 h 361971"/>
                <a:gd name="connsiteX27" fmla="*/ 111185 w 362309"/>
                <a:gd name="connsiteY27" fmla="*/ 114273 h 361971"/>
                <a:gd name="connsiteX28" fmla="*/ 116297 w 362309"/>
                <a:gd name="connsiteY28" fmla="*/ 110443 h 361971"/>
                <a:gd name="connsiteX29" fmla="*/ 116936 w 362309"/>
                <a:gd name="connsiteY29" fmla="*/ 104059 h 361971"/>
                <a:gd name="connsiteX30" fmla="*/ 130994 w 362309"/>
                <a:gd name="connsiteY30" fmla="*/ 84269 h 361971"/>
                <a:gd name="connsiteX31" fmla="*/ 136745 w 362309"/>
                <a:gd name="connsiteY31" fmla="*/ 84269 h 361971"/>
                <a:gd name="connsiteX32" fmla="*/ 147608 w 362309"/>
                <a:gd name="connsiteY32" fmla="*/ 77885 h 361971"/>
                <a:gd name="connsiteX33" fmla="*/ 159110 w 362309"/>
                <a:gd name="connsiteY33" fmla="*/ 67032 h 361971"/>
                <a:gd name="connsiteX34" fmla="*/ 174445 w 362309"/>
                <a:gd name="connsiteY34" fmla="*/ 70224 h 361971"/>
                <a:gd name="connsiteX35" fmla="*/ 180835 w 362309"/>
                <a:gd name="connsiteY35" fmla="*/ 72777 h 361971"/>
                <a:gd name="connsiteX36" fmla="*/ 187225 w 362309"/>
                <a:gd name="connsiteY36" fmla="*/ 70224 h 361971"/>
                <a:gd name="connsiteX37" fmla="*/ 202561 w 362309"/>
                <a:gd name="connsiteY37" fmla="*/ 67032 h 361971"/>
                <a:gd name="connsiteX38" fmla="*/ 214063 w 362309"/>
                <a:gd name="connsiteY38" fmla="*/ 77885 h 361971"/>
                <a:gd name="connsiteX39" fmla="*/ 217897 w 362309"/>
                <a:gd name="connsiteY39" fmla="*/ 82992 h 361971"/>
                <a:gd name="connsiteX40" fmla="*/ 224287 w 362309"/>
                <a:gd name="connsiteY40" fmla="*/ 84269 h 361971"/>
                <a:gd name="connsiteX41" fmla="*/ 244096 w 362309"/>
                <a:gd name="connsiteY41" fmla="*/ 98313 h 361971"/>
                <a:gd name="connsiteX42" fmla="*/ 244096 w 362309"/>
                <a:gd name="connsiteY42" fmla="*/ 104059 h 361971"/>
                <a:gd name="connsiteX43" fmla="*/ 244735 w 362309"/>
                <a:gd name="connsiteY43" fmla="*/ 110443 h 361971"/>
                <a:gd name="connsiteX44" fmla="*/ 249847 w 362309"/>
                <a:gd name="connsiteY44" fmla="*/ 114273 h 361971"/>
                <a:gd name="connsiteX45" fmla="*/ 260709 w 362309"/>
                <a:gd name="connsiteY45" fmla="*/ 126403 h 361971"/>
                <a:gd name="connsiteX46" fmla="*/ 257514 w 362309"/>
                <a:gd name="connsiteY46" fmla="*/ 141724 h 361971"/>
                <a:gd name="connsiteX47" fmla="*/ 254959 w 362309"/>
                <a:gd name="connsiteY47" fmla="*/ 148108 h 361971"/>
                <a:gd name="connsiteX48" fmla="*/ 258154 w 362309"/>
                <a:gd name="connsiteY48" fmla="*/ 154492 h 361971"/>
                <a:gd name="connsiteX49" fmla="*/ 180835 w 362309"/>
                <a:gd name="connsiteY49" fmla="*/ 0 h 361971"/>
                <a:gd name="connsiteX50" fmla="*/ 0 w 362309"/>
                <a:gd name="connsiteY50" fmla="*/ 181305 h 361971"/>
                <a:gd name="connsiteX51" fmla="*/ 180835 w 362309"/>
                <a:gd name="connsiteY51" fmla="*/ 361972 h 361971"/>
                <a:gd name="connsiteX52" fmla="*/ 362309 w 362309"/>
                <a:gd name="connsiteY52" fmla="*/ 181305 h 361971"/>
                <a:gd name="connsiteX53" fmla="*/ 362309 w 362309"/>
                <a:gd name="connsiteY53" fmla="*/ 181305 h 361971"/>
                <a:gd name="connsiteX54" fmla="*/ 180835 w 362309"/>
                <a:gd name="connsiteY54"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62309" h="361971">
                  <a:moveTo>
                    <a:pt x="258154" y="154492"/>
                  </a:moveTo>
                  <a:cubicBezTo>
                    <a:pt x="261348" y="158961"/>
                    <a:pt x="262626" y="164707"/>
                    <a:pt x="261348" y="169814"/>
                  </a:cubicBezTo>
                  <a:cubicBezTo>
                    <a:pt x="259431" y="174921"/>
                    <a:pt x="255597" y="179390"/>
                    <a:pt x="250486" y="181305"/>
                  </a:cubicBezTo>
                  <a:cubicBezTo>
                    <a:pt x="248569" y="182582"/>
                    <a:pt x="246652" y="183859"/>
                    <a:pt x="245374" y="185135"/>
                  </a:cubicBezTo>
                  <a:cubicBezTo>
                    <a:pt x="244735" y="187051"/>
                    <a:pt x="244096" y="189604"/>
                    <a:pt x="244735" y="191519"/>
                  </a:cubicBezTo>
                  <a:cubicBezTo>
                    <a:pt x="246652" y="201095"/>
                    <a:pt x="240262" y="210033"/>
                    <a:pt x="230677" y="211310"/>
                  </a:cubicBezTo>
                  <a:cubicBezTo>
                    <a:pt x="228760" y="211948"/>
                    <a:pt x="226843" y="211948"/>
                    <a:pt x="224926" y="211310"/>
                  </a:cubicBezTo>
                  <a:lnTo>
                    <a:pt x="223648" y="211310"/>
                  </a:lnTo>
                  <a:lnTo>
                    <a:pt x="223648" y="286002"/>
                  </a:lnTo>
                  <a:cubicBezTo>
                    <a:pt x="223648" y="289833"/>
                    <a:pt x="221092" y="292386"/>
                    <a:pt x="217258" y="292386"/>
                  </a:cubicBezTo>
                  <a:cubicBezTo>
                    <a:pt x="215980" y="292386"/>
                    <a:pt x="214702" y="292386"/>
                    <a:pt x="214063" y="291748"/>
                  </a:cubicBezTo>
                  <a:lnTo>
                    <a:pt x="180835" y="271958"/>
                  </a:lnTo>
                  <a:lnTo>
                    <a:pt x="147608" y="291748"/>
                  </a:lnTo>
                  <a:cubicBezTo>
                    <a:pt x="146330" y="292386"/>
                    <a:pt x="145691" y="292386"/>
                    <a:pt x="144413" y="292386"/>
                  </a:cubicBezTo>
                  <a:cubicBezTo>
                    <a:pt x="143135" y="292386"/>
                    <a:pt x="142496" y="292386"/>
                    <a:pt x="141218" y="291748"/>
                  </a:cubicBezTo>
                  <a:cubicBezTo>
                    <a:pt x="139301" y="290471"/>
                    <a:pt x="138023" y="288556"/>
                    <a:pt x="138023" y="286002"/>
                  </a:cubicBezTo>
                  <a:lnTo>
                    <a:pt x="138023" y="211310"/>
                  </a:lnTo>
                  <a:lnTo>
                    <a:pt x="136745" y="211310"/>
                  </a:lnTo>
                  <a:cubicBezTo>
                    <a:pt x="127160" y="213225"/>
                    <a:pt x="118214" y="206841"/>
                    <a:pt x="116936" y="197265"/>
                  </a:cubicBezTo>
                  <a:cubicBezTo>
                    <a:pt x="116297" y="195350"/>
                    <a:pt x="116297" y="193435"/>
                    <a:pt x="116936" y="191519"/>
                  </a:cubicBezTo>
                  <a:cubicBezTo>
                    <a:pt x="116936" y="189604"/>
                    <a:pt x="116936" y="187051"/>
                    <a:pt x="116297" y="185135"/>
                  </a:cubicBezTo>
                  <a:cubicBezTo>
                    <a:pt x="115019" y="183220"/>
                    <a:pt x="113102" y="181944"/>
                    <a:pt x="111185" y="181305"/>
                  </a:cubicBezTo>
                  <a:cubicBezTo>
                    <a:pt x="106073" y="178752"/>
                    <a:pt x="102239" y="174921"/>
                    <a:pt x="100322" y="169814"/>
                  </a:cubicBezTo>
                  <a:cubicBezTo>
                    <a:pt x="99683" y="164707"/>
                    <a:pt x="100961" y="158961"/>
                    <a:pt x="103517" y="154492"/>
                  </a:cubicBezTo>
                  <a:cubicBezTo>
                    <a:pt x="104795" y="152577"/>
                    <a:pt x="105434" y="150662"/>
                    <a:pt x="106073" y="148108"/>
                  </a:cubicBezTo>
                  <a:cubicBezTo>
                    <a:pt x="105434" y="145555"/>
                    <a:pt x="104795" y="143640"/>
                    <a:pt x="103517" y="141724"/>
                  </a:cubicBezTo>
                  <a:cubicBezTo>
                    <a:pt x="100322" y="137256"/>
                    <a:pt x="99044" y="132148"/>
                    <a:pt x="100322" y="126403"/>
                  </a:cubicBezTo>
                  <a:cubicBezTo>
                    <a:pt x="102239" y="121296"/>
                    <a:pt x="106073" y="116827"/>
                    <a:pt x="111185" y="114273"/>
                  </a:cubicBezTo>
                  <a:cubicBezTo>
                    <a:pt x="113102" y="112996"/>
                    <a:pt x="115019" y="111720"/>
                    <a:pt x="116297" y="110443"/>
                  </a:cubicBezTo>
                  <a:cubicBezTo>
                    <a:pt x="116936" y="108528"/>
                    <a:pt x="117575" y="105974"/>
                    <a:pt x="116936" y="104059"/>
                  </a:cubicBezTo>
                  <a:cubicBezTo>
                    <a:pt x="115019" y="94483"/>
                    <a:pt x="121409" y="86184"/>
                    <a:pt x="130994" y="84269"/>
                  </a:cubicBezTo>
                  <a:cubicBezTo>
                    <a:pt x="132911" y="83630"/>
                    <a:pt x="134828" y="83630"/>
                    <a:pt x="136745" y="84269"/>
                  </a:cubicBezTo>
                  <a:cubicBezTo>
                    <a:pt x="141218" y="85545"/>
                    <a:pt x="146330" y="82353"/>
                    <a:pt x="147608" y="77885"/>
                  </a:cubicBezTo>
                  <a:cubicBezTo>
                    <a:pt x="150164" y="72777"/>
                    <a:pt x="153998" y="68947"/>
                    <a:pt x="159110" y="67032"/>
                  </a:cubicBezTo>
                  <a:cubicBezTo>
                    <a:pt x="164221" y="66393"/>
                    <a:pt x="169972" y="67670"/>
                    <a:pt x="174445" y="70224"/>
                  </a:cubicBezTo>
                  <a:cubicBezTo>
                    <a:pt x="176362" y="71501"/>
                    <a:pt x="178279" y="72139"/>
                    <a:pt x="180835" y="72777"/>
                  </a:cubicBezTo>
                  <a:cubicBezTo>
                    <a:pt x="183391" y="72139"/>
                    <a:pt x="185308" y="71501"/>
                    <a:pt x="187225" y="70224"/>
                  </a:cubicBezTo>
                  <a:cubicBezTo>
                    <a:pt x="191698" y="67032"/>
                    <a:pt x="197449" y="65755"/>
                    <a:pt x="202561" y="67032"/>
                  </a:cubicBezTo>
                  <a:cubicBezTo>
                    <a:pt x="207673" y="68947"/>
                    <a:pt x="212146" y="72777"/>
                    <a:pt x="214063" y="77885"/>
                  </a:cubicBezTo>
                  <a:cubicBezTo>
                    <a:pt x="215341" y="79800"/>
                    <a:pt x="216619" y="81715"/>
                    <a:pt x="217897" y="82992"/>
                  </a:cubicBezTo>
                  <a:cubicBezTo>
                    <a:pt x="219814" y="83630"/>
                    <a:pt x="222370" y="84269"/>
                    <a:pt x="224287" y="84269"/>
                  </a:cubicBezTo>
                  <a:cubicBezTo>
                    <a:pt x="233872" y="82353"/>
                    <a:pt x="242179" y="88737"/>
                    <a:pt x="244096" y="98313"/>
                  </a:cubicBezTo>
                  <a:cubicBezTo>
                    <a:pt x="244735" y="100229"/>
                    <a:pt x="244735" y="102144"/>
                    <a:pt x="244096" y="104059"/>
                  </a:cubicBezTo>
                  <a:cubicBezTo>
                    <a:pt x="244096" y="105974"/>
                    <a:pt x="244096" y="108528"/>
                    <a:pt x="244735" y="110443"/>
                  </a:cubicBezTo>
                  <a:cubicBezTo>
                    <a:pt x="246013" y="112358"/>
                    <a:pt x="247930" y="113635"/>
                    <a:pt x="249847" y="114273"/>
                  </a:cubicBezTo>
                  <a:cubicBezTo>
                    <a:pt x="254959" y="116827"/>
                    <a:pt x="258792" y="120657"/>
                    <a:pt x="260709" y="126403"/>
                  </a:cubicBezTo>
                  <a:cubicBezTo>
                    <a:pt x="261348" y="131510"/>
                    <a:pt x="260070" y="137256"/>
                    <a:pt x="257514" y="141724"/>
                  </a:cubicBezTo>
                  <a:cubicBezTo>
                    <a:pt x="256237" y="143640"/>
                    <a:pt x="255597" y="145555"/>
                    <a:pt x="254959" y="148108"/>
                  </a:cubicBezTo>
                  <a:cubicBezTo>
                    <a:pt x="256237" y="150024"/>
                    <a:pt x="256875" y="152577"/>
                    <a:pt x="258154" y="154492"/>
                  </a:cubicBezTo>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181305"/>
                    <a:pt x="362309" y="181305"/>
                    <a:pt x="362309" y="181305"/>
                  </a:cubicBezTo>
                  <a:cubicBezTo>
                    <a:pt x="361670" y="80438"/>
                    <a:pt x="281157" y="0"/>
                    <a:pt x="180835" y="0"/>
                  </a:cubicBezTo>
                </a:path>
              </a:pathLst>
            </a:custGeom>
            <a:solidFill>
              <a:srgbClr val="26890D"/>
            </a:solidFill>
            <a:ln w="6390" cap="flat">
              <a:noFill/>
              <a:prstDash val="solid"/>
              <a:miter/>
            </a:ln>
          </p:spPr>
          <p:txBody>
            <a:bodyPr rtlCol="0" anchor="ctr"/>
            <a:lstStyle/>
            <a:p>
              <a:endParaRPr lang="en-US"/>
            </a:p>
          </p:txBody>
        </p:sp>
      </p:grpSp>
      <p:grpSp>
        <p:nvGrpSpPr>
          <p:cNvPr id="568" name="Graphic 4">
            <a:extLst>
              <a:ext uri="{FF2B5EF4-FFF2-40B4-BE49-F238E27FC236}">
                <a16:creationId xmlns:a16="http://schemas.microsoft.com/office/drawing/2014/main" id="{A2FCF117-1BE6-4641-BA78-AA1D8DFDC37D}"/>
              </a:ext>
            </a:extLst>
          </p:cNvPr>
          <p:cNvGrpSpPr>
            <a:grpSpLocks noChangeAspect="1"/>
          </p:cNvGrpSpPr>
          <p:nvPr/>
        </p:nvGrpSpPr>
        <p:grpSpPr>
          <a:xfrm>
            <a:off x="905454" y="2371173"/>
            <a:ext cx="362309" cy="362610"/>
            <a:chOff x="905454" y="2371173"/>
            <a:chExt cx="362309" cy="362610"/>
          </a:xfrm>
          <a:solidFill>
            <a:srgbClr val="26890D"/>
          </a:solidFill>
        </p:grpSpPr>
        <p:sp>
          <p:nvSpPr>
            <p:cNvPr id="569" name="Graphic 4">
              <a:extLst>
                <a:ext uri="{FF2B5EF4-FFF2-40B4-BE49-F238E27FC236}">
                  <a16:creationId xmlns:a16="http://schemas.microsoft.com/office/drawing/2014/main" id="{652DFF7A-2EE7-E94B-B8E1-6C7AAB7D0C3D}"/>
                </a:ext>
              </a:extLst>
            </p:cNvPr>
            <p:cNvSpPr/>
            <p:nvPr/>
          </p:nvSpPr>
          <p:spPr>
            <a:xfrm>
              <a:off x="1073509" y="2620787"/>
              <a:ext cx="25559" cy="29366"/>
            </a:xfrm>
            <a:custGeom>
              <a:avLst/>
              <a:gdLst>
                <a:gd name="connsiteX0" fmla="*/ 0 w 25559"/>
                <a:gd name="connsiteY0" fmla="*/ 29366 h 29366"/>
                <a:gd name="connsiteX1" fmla="*/ 25560 w 25559"/>
                <a:gd name="connsiteY1" fmla="*/ 29366 h 29366"/>
                <a:gd name="connsiteX2" fmla="*/ 12780 w 25559"/>
                <a:gd name="connsiteY2" fmla="*/ 0 h 29366"/>
              </a:gdLst>
              <a:ahLst/>
              <a:cxnLst>
                <a:cxn ang="0">
                  <a:pos x="connsiteX0" y="connsiteY0"/>
                </a:cxn>
                <a:cxn ang="0">
                  <a:pos x="connsiteX1" y="connsiteY1"/>
                </a:cxn>
                <a:cxn ang="0">
                  <a:pos x="connsiteX2" y="connsiteY2"/>
                </a:cxn>
              </a:cxnLst>
              <a:rect l="l" t="t" r="r" b="b"/>
              <a:pathLst>
                <a:path w="25559" h="29366">
                  <a:moveTo>
                    <a:pt x="0" y="29366"/>
                  </a:moveTo>
                  <a:lnTo>
                    <a:pt x="25560" y="29366"/>
                  </a:lnTo>
                  <a:lnTo>
                    <a:pt x="12780" y="0"/>
                  </a:lnTo>
                  <a:close/>
                </a:path>
              </a:pathLst>
            </a:custGeom>
            <a:solidFill>
              <a:srgbClr val="26890D"/>
            </a:solidFill>
            <a:ln w="6390" cap="flat">
              <a:noFill/>
              <a:prstDash val="solid"/>
              <a:miter/>
            </a:ln>
          </p:spPr>
          <p:txBody>
            <a:bodyPr rtlCol="0" anchor="ctr"/>
            <a:lstStyle/>
            <a:p>
              <a:endParaRPr lang="en-US"/>
            </a:p>
          </p:txBody>
        </p:sp>
        <p:sp>
          <p:nvSpPr>
            <p:cNvPr id="570" name="Graphic 4">
              <a:extLst>
                <a:ext uri="{FF2B5EF4-FFF2-40B4-BE49-F238E27FC236}">
                  <a16:creationId xmlns:a16="http://schemas.microsoft.com/office/drawing/2014/main" id="{8FF3E9DE-198C-C549-8E0B-52EA64EFE8A3}"/>
                </a:ext>
              </a:extLst>
            </p:cNvPr>
            <p:cNvSpPr/>
            <p:nvPr/>
          </p:nvSpPr>
          <p:spPr>
            <a:xfrm>
              <a:off x="1040920" y="2453527"/>
              <a:ext cx="92015" cy="144888"/>
            </a:xfrm>
            <a:custGeom>
              <a:avLst/>
              <a:gdLst>
                <a:gd name="connsiteX0" fmla="*/ 92015 w 92015"/>
                <a:gd name="connsiteY0" fmla="*/ 0 h 144888"/>
                <a:gd name="connsiteX1" fmla="*/ 0 w 92015"/>
                <a:gd name="connsiteY1" fmla="*/ 0 h 144888"/>
                <a:gd name="connsiteX2" fmla="*/ 28116 w 92015"/>
                <a:gd name="connsiteY2" fmla="*/ 136617 h 144888"/>
                <a:gd name="connsiteX3" fmla="*/ 61982 w 92015"/>
                <a:gd name="connsiteY3" fmla="*/ 139171 h 144888"/>
                <a:gd name="connsiteX4" fmla="*/ 64538 w 92015"/>
                <a:gd name="connsiteY4" fmla="*/ 136617 h 144888"/>
                <a:gd name="connsiteX5" fmla="*/ 92015 w 92015"/>
                <a:gd name="connsiteY5" fmla="*/ 0 h 144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015" h="144888">
                  <a:moveTo>
                    <a:pt x="92015" y="0"/>
                  </a:moveTo>
                  <a:lnTo>
                    <a:pt x="0" y="0"/>
                  </a:lnTo>
                  <a:cubicBezTo>
                    <a:pt x="0" y="23621"/>
                    <a:pt x="639" y="108528"/>
                    <a:pt x="28116" y="136617"/>
                  </a:cubicBezTo>
                  <a:cubicBezTo>
                    <a:pt x="37062" y="146832"/>
                    <a:pt x="51759" y="147470"/>
                    <a:pt x="61982" y="139171"/>
                  </a:cubicBezTo>
                  <a:cubicBezTo>
                    <a:pt x="62621" y="138532"/>
                    <a:pt x="63899" y="137256"/>
                    <a:pt x="64538" y="136617"/>
                  </a:cubicBezTo>
                  <a:cubicBezTo>
                    <a:pt x="90737" y="108528"/>
                    <a:pt x="92015" y="23621"/>
                    <a:pt x="92015" y="0"/>
                  </a:cubicBezTo>
                </a:path>
              </a:pathLst>
            </a:custGeom>
            <a:solidFill>
              <a:srgbClr val="26890D"/>
            </a:solidFill>
            <a:ln w="6390" cap="flat">
              <a:noFill/>
              <a:prstDash val="solid"/>
              <a:miter/>
            </a:ln>
          </p:spPr>
          <p:txBody>
            <a:bodyPr rtlCol="0" anchor="ctr"/>
            <a:lstStyle/>
            <a:p>
              <a:endParaRPr lang="en-US"/>
            </a:p>
          </p:txBody>
        </p:sp>
        <p:sp>
          <p:nvSpPr>
            <p:cNvPr id="571" name="Graphic 4">
              <a:extLst>
                <a:ext uri="{FF2B5EF4-FFF2-40B4-BE49-F238E27FC236}">
                  <a16:creationId xmlns:a16="http://schemas.microsoft.com/office/drawing/2014/main" id="{5675DD8C-03AF-1340-88CD-0161AF615325}"/>
                </a:ext>
              </a:extLst>
            </p:cNvPr>
            <p:cNvSpPr/>
            <p:nvPr/>
          </p:nvSpPr>
          <p:spPr>
            <a:xfrm>
              <a:off x="995516" y="2491041"/>
              <a:ext cx="47960" cy="78673"/>
            </a:xfrm>
            <a:custGeom>
              <a:avLst/>
              <a:gdLst>
                <a:gd name="connsiteX0" fmla="*/ 4509 w 47960"/>
                <a:gd name="connsiteY0" fmla="*/ 5258 h 78673"/>
                <a:gd name="connsiteX1" fmla="*/ 1953 w 47960"/>
                <a:gd name="connsiteY1" fmla="*/ 28879 h 78673"/>
                <a:gd name="connsiteX2" fmla="*/ 24318 w 47960"/>
                <a:gd name="connsiteY2" fmla="*/ 62075 h 78673"/>
                <a:gd name="connsiteX3" fmla="*/ 47960 w 47960"/>
                <a:gd name="connsiteY3" fmla="*/ 78674 h 78673"/>
                <a:gd name="connsiteX4" fmla="*/ 33903 w 47960"/>
                <a:gd name="connsiteY4" fmla="*/ 1427 h 78673"/>
                <a:gd name="connsiteX5" fmla="*/ 4509 w 47960"/>
                <a:gd name="connsiteY5" fmla="*/ 5258 h 78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960" h="78673">
                  <a:moveTo>
                    <a:pt x="4509" y="5258"/>
                  </a:moveTo>
                  <a:cubicBezTo>
                    <a:pt x="-603" y="10365"/>
                    <a:pt x="-1242" y="18664"/>
                    <a:pt x="1953" y="28879"/>
                  </a:cubicBezTo>
                  <a:cubicBezTo>
                    <a:pt x="6426" y="41647"/>
                    <a:pt x="14094" y="53138"/>
                    <a:pt x="24318" y="62075"/>
                  </a:cubicBezTo>
                  <a:cubicBezTo>
                    <a:pt x="31347" y="68459"/>
                    <a:pt x="39653" y="74205"/>
                    <a:pt x="47960" y="78674"/>
                  </a:cubicBezTo>
                  <a:cubicBezTo>
                    <a:pt x="39653" y="53776"/>
                    <a:pt x="35181" y="27602"/>
                    <a:pt x="33903" y="1427"/>
                  </a:cubicBezTo>
                  <a:cubicBezTo>
                    <a:pt x="20484" y="-1126"/>
                    <a:pt x="10260" y="-488"/>
                    <a:pt x="4509" y="5258"/>
                  </a:cubicBezTo>
                </a:path>
              </a:pathLst>
            </a:custGeom>
            <a:solidFill>
              <a:srgbClr val="26890D"/>
            </a:solidFill>
            <a:ln w="6390" cap="flat">
              <a:noFill/>
              <a:prstDash val="solid"/>
              <a:miter/>
            </a:ln>
          </p:spPr>
          <p:txBody>
            <a:bodyPr rtlCol="0" anchor="ctr"/>
            <a:lstStyle/>
            <a:p>
              <a:endParaRPr lang="en-US"/>
            </a:p>
          </p:txBody>
        </p:sp>
        <p:sp>
          <p:nvSpPr>
            <p:cNvPr id="572" name="Graphic 4">
              <a:extLst>
                <a:ext uri="{FF2B5EF4-FFF2-40B4-BE49-F238E27FC236}">
                  <a16:creationId xmlns:a16="http://schemas.microsoft.com/office/drawing/2014/main" id="{BF53E40B-8EA3-FD46-86F9-639A1566F143}"/>
                </a:ext>
              </a:extLst>
            </p:cNvPr>
            <p:cNvSpPr/>
            <p:nvPr/>
          </p:nvSpPr>
          <p:spPr>
            <a:xfrm>
              <a:off x="905454" y="2371173"/>
              <a:ext cx="362309" cy="362610"/>
            </a:xfrm>
            <a:custGeom>
              <a:avLst/>
              <a:gdLst>
                <a:gd name="connsiteX0" fmla="*/ 256875 w 362309"/>
                <a:gd name="connsiteY0" fmla="*/ 192158 h 362610"/>
                <a:gd name="connsiteX1" fmla="*/ 216619 w 362309"/>
                <a:gd name="connsiteY1" fmla="*/ 216417 h 362610"/>
                <a:gd name="connsiteX2" fmla="*/ 208312 w 362309"/>
                <a:gd name="connsiteY2" fmla="*/ 227908 h 362610"/>
                <a:gd name="connsiteX3" fmla="*/ 190420 w 362309"/>
                <a:gd name="connsiteY3" fmla="*/ 238761 h 362610"/>
                <a:gd name="connsiteX4" fmla="*/ 209590 w 362309"/>
                <a:gd name="connsiteY4" fmla="*/ 283449 h 362610"/>
                <a:gd name="connsiteX5" fmla="*/ 206395 w 362309"/>
                <a:gd name="connsiteY5" fmla="*/ 291748 h 362610"/>
                <a:gd name="connsiteX6" fmla="*/ 203839 w 362309"/>
                <a:gd name="connsiteY6" fmla="*/ 292387 h 362610"/>
                <a:gd name="connsiteX7" fmla="*/ 159110 w 362309"/>
                <a:gd name="connsiteY7" fmla="*/ 292387 h 362610"/>
                <a:gd name="connsiteX8" fmla="*/ 153998 w 362309"/>
                <a:gd name="connsiteY8" fmla="*/ 289195 h 362610"/>
                <a:gd name="connsiteX9" fmla="*/ 153358 w 362309"/>
                <a:gd name="connsiteY9" fmla="*/ 282811 h 362610"/>
                <a:gd name="connsiteX10" fmla="*/ 172528 w 362309"/>
                <a:gd name="connsiteY10" fmla="*/ 238123 h 362610"/>
                <a:gd name="connsiteX11" fmla="*/ 154636 w 362309"/>
                <a:gd name="connsiteY11" fmla="*/ 227270 h 362610"/>
                <a:gd name="connsiteX12" fmla="*/ 146330 w 362309"/>
                <a:gd name="connsiteY12" fmla="*/ 216417 h 362610"/>
                <a:gd name="connsiteX13" fmla="*/ 106073 w 362309"/>
                <a:gd name="connsiteY13" fmla="*/ 191519 h 362610"/>
                <a:gd name="connsiteX14" fmla="*/ 80513 w 362309"/>
                <a:gd name="connsiteY14" fmla="*/ 152577 h 362610"/>
                <a:gd name="connsiteX15" fmla="*/ 86264 w 362309"/>
                <a:gd name="connsiteY15" fmla="*/ 116189 h 362610"/>
                <a:gd name="connsiteX16" fmla="*/ 123965 w 362309"/>
                <a:gd name="connsiteY16" fmla="*/ 108528 h 362610"/>
                <a:gd name="connsiteX17" fmla="*/ 123965 w 362309"/>
                <a:gd name="connsiteY17" fmla="*/ 75331 h 362610"/>
                <a:gd name="connsiteX18" fmla="*/ 130355 w 362309"/>
                <a:gd name="connsiteY18" fmla="*/ 68947 h 362610"/>
                <a:gd name="connsiteX19" fmla="*/ 235150 w 362309"/>
                <a:gd name="connsiteY19" fmla="*/ 68947 h 362610"/>
                <a:gd name="connsiteX20" fmla="*/ 241540 w 362309"/>
                <a:gd name="connsiteY20" fmla="*/ 75331 h 362610"/>
                <a:gd name="connsiteX21" fmla="*/ 241540 w 362309"/>
                <a:gd name="connsiteY21" fmla="*/ 108528 h 362610"/>
                <a:gd name="connsiteX22" fmla="*/ 278601 w 362309"/>
                <a:gd name="connsiteY22" fmla="*/ 116189 h 362610"/>
                <a:gd name="connsiteX23" fmla="*/ 258792 w 362309"/>
                <a:gd name="connsiteY23" fmla="*/ 191519 h 362610"/>
                <a:gd name="connsiteX24" fmla="*/ 180835 w 362309"/>
                <a:gd name="connsiteY24" fmla="*/ 0 h 362610"/>
                <a:gd name="connsiteX25" fmla="*/ 0 w 362309"/>
                <a:gd name="connsiteY25" fmla="*/ 181305 h 362610"/>
                <a:gd name="connsiteX26" fmla="*/ 180835 w 362309"/>
                <a:gd name="connsiteY26" fmla="*/ 362610 h 362610"/>
                <a:gd name="connsiteX27" fmla="*/ 362309 w 362309"/>
                <a:gd name="connsiteY27" fmla="*/ 181305 h 362610"/>
                <a:gd name="connsiteX28" fmla="*/ 362309 w 362309"/>
                <a:gd name="connsiteY28" fmla="*/ 181305 h 362610"/>
                <a:gd name="connsiteX29" fmla="*/ 180835 w 362309"/>
                <a:gd name="connsiteY29" fmla="*/ 0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2309" h="362610">
                  <a:moveTo>
                    <a:pt x="256875" y="192158"/>
                  </a:moveTo>
                  <a:cubicBezTo>
                    <a:pt x="245374" y="203011"/>
                    <a:pt x="231955" y="211310"/>
                    <a:pt x="216619" y="216417"/>
                  </a:cubicBezTo>
                  <a:cubicBezTo>
                    <a:pt x="214063" y="220247"/>
                    <a:pt x="211507" y="224078"/>
                    <a:pt x="208312" y="227908"/>
                  </a:cubicBezTo>
                  <a:cubicBezTo>
                    <a:pt x="203200" y="233015"/>
                    <a:pt x="196810" y="236846"/>
                    <a:pt x="190420" y="238761"/>
                  </a:cubicBezTo>
                  <a:lnTo>
                    <a:pt x="209590" y="283449"/>
                  </a:lnTo>
                  <a:cubicBezTo>
                    <a:pt x="210868" y="286641"/>
                    <a:pt x="209590" y="290471"/>
                    <a:pt x="206395" y="291748"/>
                  </a:cubicBezTo>
                  <a:cubicBezTo>
                    <a:pt x="205756" y="292387"/>
                    <a:pt x="204478" y="292387"/>
                    <a:pt x="203839" y="292387"/>
                  </a:cubicBezTo>
                  <a:lnTo>
                    <a:pt x="159110" y="292387"/>
                  </a:lnTo>
                  <a:cubicBezTo>
                    <a:pt x="157192" y="292387"/>
                    <a:pt x="155275" y="291110"/>
                    <a:pt x="153998" y="289195"/>
                  </a:cubicBezTo>
                  <a:cubicBezTo>
                    <a:pt x="152720" y="287279"/>
                    <a:pt x="152720" y="284726"/>
                    <a:pt x="153358" y="282811"/>
                  </a:cubicBezTo>
                  <a:lnTo>
                    <a:pt x="172528" y="238123"/>
                  </a:lnTo>
                  <a:cubicBezTo>
                    <a:pt x="165499" y="236207"/>
                    <a:pt x="159110" y="232377"/>
                    <a:pt x="154636" y="227270"/>
                  </a:cubicBezTo>
                  <a:cubicBezTo>
                    <a:pt x="151441" y="224078"/>
                    <a:pt x="148886" y="220247"/>
                    <a:pt x="146330" y="216417"/>
                  </a:cubicBezTo>
                  <a:cubicBezTo>
                    <a:pt x="130994" y="211310"/>
                    <a:pt x="117575" y="202372"/>
                    <a:pt x="106073" y="191519"/>
                  </a:cubicBezTo>
                  <a:cubicBezTo>
                    <a:pt x="94571" y="180667"/>
                    <a:pt x="85625" y="167260"/>
                    <a:pt x="80513" y="152577"/>
                  </a:cubicBezTo>
                  <a:cubicBezTo>
                    <a:pt x="76040" y="137894"/>
                    <a:pt x="77957" y="125126"/>
                    <a:pt x="86264" y="116189"/>
                  </a:cubicBezTo>
                  <a:cubicBezTo>
                    <a:pt x="94571" y="107251"/>
                    <a:pt x="107990" y="104697"/>
                    <a:pt x="123965" y="108528"/>
                  </a:cubicBezTo>
                  <a:cubicBezTo>
                    <a:pt x="123326" y="90014"/>
                    <a:pt x="123965" y="77246"/>
                    <a:pt x="123965" y="75331"/>
                  </a:cubicBezTo>
                  <a:cubicBezTo>
                    <a:pt x="123965" y="71501"/>
                    <a:pt x="126521" y="68947"/>
                    <a:pt x="130355" y="68947"/>
                  </a:cubicBezTo>
                  <a:lnTo>
                    <a:pt x="235150" y="68947"/>
                  </a:lnTo>
                  <a:cubicBezTo>
                    <a:pt x="238984" y="68947"/>
                    <a:pt x="241540" y="71501"/>
                    <a:pt x="241540" y="75331"/>
                  </a:cubicBezTo>
                  <a:cubicBezTo>
                    <a:pt x="241540" y="76608"/>
                    <a:pt x="242179" y="90014"/>
                    <a:pt x="241540" y="108528"/>
                  </a:cubicBezTo>
                  <a:cubicBezTo>
                    <a:pt x="256875" y="104697"/>
                    <a:pt x="270294" y="107251"/>
                    <a:pt x="278601" y="116189"/>
                  </a:cubicBezTo>
                  <a:cubicBezTo>
                    <a:pt x="294576" y="133425"/>
                    <a:pt x="285630" y="166622"/>
                    <a:pt x="258792" y="191519"/>
                  </a:cubicBezTo>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181305"/>
                    <a:pt x="362309" y="181305"/>
                    <a:pt x="362309" y="181305"/>
                  </a:cubicBezTo>
                  <a:cubicBezTo>
                    <a:pt x="361670" y="81077"/>
                    <a:pt x="281157" y="0"/>
                    <a:pt x="180835" y="0"/>
                  </a:cubicBezTo>
                </a:path>
              </a:pathLst>
            </a:custGeom>
            <a:solidFill>
              <a:srgbClr val="26890D"/>
            </a:solidFill>
            <a:ln w="6390" cap="flat">
              <a:noFill/>
              <a:prstDash val="solid"/>
              <a:miter/>
            </a:ln>
          </p:spPr>
          <p:txBody>
            <a:bodyPr rtlCol="0" anchor="ctr"/>
            <a:lstStyle/>
            <a:p>
              <a:endParaRPr lang="en-US"/>
            </a:p>
          </p:txBody>
        </p:sp>
        <p:sp>
          <p:nvSpPr>
            <p:cNvPr id="573" name="Graphic 4">
              <a:extLst>
                <a:ext uri="{FF2B5EF4-FFF2-40B4-BE49-F238E27FC236}">
                  <a16:creationId xmlns:a16="http://schemas.microsoft.com/office/drawing/2014/main" id="{3CCBEC67-D13C-9843-9F7E-95B2D6083183}"/>
                </a:ext>
              </a:extLst>
            </p:cNvPr>
            <p:cNvSpPr/>
            <p:nvPr/>
          </p:nvSpPr>
          <p:spPr>
            <a:xfrm>
              <a:off x="1130379" y="2491058"/>
              <a:ext cx="46813" cy="79295"/>
            </a:xfrm>
            <a:custGeom>
              <a:avLst/>
              <a:gdLst>
                <a:gd name="connsiteX0" fmla="*/ 14058 w 46813"/>
                <a:gd name="connsiteY0" fmla="*/ 2687 h 79295"/>
                <a:gd name="connsiteX1" fmla="*/ 0 w 46813"/>
                <a:gd name="connsiteY1" fmla="*/ 79295 h 79295"/>
                <a:gd name="connsiteX2" fmla="*/ 23004 w 46813"/>
                <a:gd name="connsiteY2" fmla="*/ 62697 h 79295"/>
                <a:gd name="connsiteX3" fmla="*/ 42174 w 46813"/>
                <a:gd name="connsiteY3" fmla="*/ 5241 h 79295"/>
                <a:gd name="connsiteX4" fmla="*/ 14058 w 46813"/>
                <a:gd name="connsiteY4" fmla="*/ 2687 h 79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13" h="79295">
                  <a:moveTo>
                    <a:pt x="14058" y="2687"/>
                  </a:moveTo>
                  <a:cubicBezTo>
                    <a:pt x="12780" y="28862"/>
                    <a:pt x="8307" y="54398"/>
                    <a:pt x="0" y="79295"/>
                  </a:cubicBezTo>
                  <a:cubicBezTo>
                    <a:pt x="8307" y="74826"/>
                    <a:pt x="15975" y="69081"/>
                    <a:pt x="23004" y="62697"/>
                  </a:cubicBezTo>
                  <a:cubicBezTo>
                    <a:pt x="44091" y="42906"/>
                    <a:pt x="53036" y="16732"/>
                    <a:pt x="42174" y="5241"/>
                  </a:cubicBezTo>
                  <a:cubicBezTo>
                    <a:pt x="37062" y="-505"/>
                    <a:pt x="26199" y="-1782"/>
                    <a:pt x="14058" y="2687"/>
                  </a:cubicBezTo>
                </a:path>
              </a:pathLst>
            </a:custGeom>
            <a:solidFill>
              <a:srgbClr val="26890D"/>
            </a:solidFill>
            <a:ln w="6390" cap="flat">
              <a:noFill/>
              <a:prstDash val="solid"/>
              <a:miter/>
            </a:ln>
          </p:spPr>
          <p:txBody>
            <a:bodyPr rtlCol="0" anchor="ctr"/>
            <a:lstStyle/>
            <a:p>
              <a:endParaRPr lang="en-US"/>
            </a:p>
          </p:txBody>
        </p:sp>
      </p:grpSp>
      <p:grpSp>
        <p:nvGrpSpPr>
          <p:cNvPr id="574" name="Graphic 4">
            <a:extLst>
              <a:ext uri="{FF2B5EF4-FFF2-40B4-BE49-F238E27FC236}">
                <a16:creationId xmlns:a16="http://schemas.microsoft.com/office/drawing/2014/main" id="{F8A4F741-6B59-F94B-AC4A-CE616E327EA3}"/>
              </a:ext>
            </a:extLst>
          </p:cNvPr>
          <p:cNvGrpSpPr>
            <a:grpSpLocks noChangeAspect="1"/>
          </p:cNvGrpSpPr>
          <p:nvPr/>
        </p:nvGrpSpPr>
        <p:grpSpPr>
          <a:xfrm>
            <a:off x="467104" y="3339623"/>
            <a:ext cx="362309" cy="361971"/>
            <a:chOff x="467104" y="3339623"/>
            <a:chExt cx="362309" cy="361971"/>
          </a:xfrm>
          <a:solidFill>
            <a:srgbClr val="26890D"/>
          </a:solidFill>
        </p:grpSpPr>
        <p:sp>
          <p:nvSpPr>
            <p:cNvPr id="575" name="Graphic 4">
              <a:extLst>
                <a:ext uri="{FF2B5EF4-FFF2-40B4-BE49-F238E27FC236}">
                  <a16:creationId xmlns:a16="http://schemas.microsoft.com/office/drawing/2014/main" id="{368412BE-D633-864C-8232-914D01BF074E}"/>
                </a:ext>
              </a:extLst>
            </p:cNvPr>
            <p:cNvSpPr/>
            <p:nvPr/>
          </p:nvSpPr>
          <p:spPr>
            <a:xfrm>
              <a:off x="467104" y="3339623"/>
              <a:ext cx="362309" cy="361971"/>
            </a:xfrm>
            <a:custGeom>
              <a:avLst/>
              <a:gdLst>
                <a:gd name="connsiteX0" fmla="*/ 181474 w 362309"/>
                <a:gd name="connsiteY0" fmla="*/ 349204 h 361971"/>
                <a:gd name="connsiteX1" fmla="*/ 13419 w 362309"/>
                <a:gd name="connsiteY1" fmla="*/ 181305 h 361971"/>
                <a:gd name="connsiteX2" fmla="*/ 181474 w 362309"/>
                <a:gd name="connsiteY2" fmla="*/ 12768 h 361971"/>
                <a:gd name="connsiteX3" fmla="*/ 349530 w 362309"/>
                <a:gd name="connsiteY3" fmla="*/ 181305 h 361971"/>
                <a:gd name="connsiteX4" fmla="*/ 349530 w 362309"/>
                <a:gd name="connsiteY4" fmla="*/ 181305 h 361971"/>
                <a:gd name="connsiteX5" fmla="*/ 181474 w 362309"/>
                <a:gd name="connsiteY5" fmla="*/ 349204 h 361971"/>
                <a:gd name="connsiteX6" fmla="*/ 181474 w 362309"/>
                <a:gd name="connsiteY6" fmla="*/ 0 h 361971"/>
                <a:gd name="connsiteX7" fmla="*/ 0 w 362309"/>
                <a:gd name="connsiteY7" fmla="*/ 180667 h 361971"/>
                <a:gd name="connsiteX8" fmla="*/ 181474 w 362309"/>
                <a:gd name="connsiteY8" fmla="*/ 361972 h 361971"/>
                <a:gd name="connsiteX9" fmla="*/ 362309 w 362309"/>
                <a:gd name="connsiteY9" fmla="*/ 180667 h 361971"/>
                <a:gd name="connsiteX10" fmla="*/ 362309 w 362309"/>
                <a:gd name="connsiteY10" fmla="*/ 180667 h 361971"/>
                <a:gd name="connsiteX11" fmla="*/ 181474 w 362309"/>
                <a:gd name="connsiteY11" fmla="*/ 0 h 361971"/>
                <a:gd name="connsiteX12" fmla="*/ 181474 w 362309"/>
                <a:gd name="connsiteY12"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moveTo>
                    <a:pt x="181474" y="0"/>
                  </a:moveTo>
                  <a:cubicBezTo>
                    <a:pt x="81152" y="0"/>
                    <a:pt x="0" y="81077"/>
                    <a:pt x="0" y="180667"/>
                  </a:cubicBezTo>
                  <a:cubicBezTo>
                    <a:pt x="0" y="280895"/>
                    <a:pt x="81152" y="361972"/>
                    <a:pt x="181474" y="361972"/>
                  </a:cubicBezTo>
                  <a:cubicBezTo>
                    <a:pt x="281796" y="361972"/>
                    <a:pt x="362309" y="280895"/>
                    <a:pt x="362309" y="180667"/>
                  </a:cubicBezTo>
                  <a:lnTo>
                    <a:pt x="362309" y="180667"/>
                  </a:lnTo>
                  <a:cubicBezTo>
                    <a:pt x="362309" y="81077"/>
                    <a:pt x="281796" y="0"/>
                    <a:pt x="181474" y="0"/>
                  </a:cubicBezTo>
                  <a:cubicBezTo>
                    <a:pt x="181474" y="0"/>
                    <a:pt x="181474" y="0"/>
                    <a:pt x="181474" y="0"/>
                  </a:cubicBezTo>
                </a:path>
              </a:pathLst>
            </a:custGeom>
            <a:solidFill>
              <a:srgbClr val="26890D"/>
            </a:solidFill>
            <a:ln w="6390" cap="flat">
              <a:noFill/>
              <a:prstDash val="solid"/>
              <a:miter/>
            </a:ln>
          </p:spPr>
          <p:txBody>
            <a:bodyPr rtlCol="0" anchor="ctr"/>
            <a:lstStyle/>
            <a:p>
              <a:endParaRPr lang="en-US"/>
            </a:p>
          </p:txBody>
        </p:sp>
        <p:sp>
          <p:nvSpPr>
            <p:cNvPr id="384" name="Graphic 4">
              <a:extLst>
                <a:ext uri="{FF2B5EF4-FFF2-40B4-BE49-F238E27FC236}">
                  <a16:creationId xmlns:a16="http://schemas.microsoft.com/office/drawing/2014/main" id="{A627E244-B35E-3E43-AAA0-59A4BE323A95}"/>
                </a:ext>
              </a:extLst>
            </p:cNvPr>
            <p:cNvSpPr/>
            <p:nvPr/>
          </p:nvSpPr>
          <p:spPr>
            <a:xfrm>
              <a:off x="539949" y="3432343"/>
              <a:ext cx="217257" cy="177323"/>
            </a:xfrm>
            <a:custGeom>
              <a:avLst/>
              <a:gdLst>
                <a:gd name="connsiteX0" fmla="*/ 204478 w 217257"/>
                <a:gd name="connsiteY0" fmla="*/ 162640 h 177323"/>
                <a:gd name="connsiteX1" fmla="*/ 115019 w 217257"/>
                <a:gd name="connsiteY1" fmla="*/ 162002 h 177323"/>
                <a:gd name="connsiteX2" fmla="*/ 115019 w 217257"/>
                <a:gd name="connsiteY2" fmla="*/ 18362 h 177323"/>
                <a:gd name="connsiteX3" fmla="*/ 204478 w 217257"/>
                <a:gd name="connsiteY3" fmla="*/ 18362 h 177323"/>
                <a:gd name="connsiteX4" fmla="*/ 204478 w 217257"/>
                <a:gd name="connsiteY4" fmla="*/ 162640 h 177323"/>
                <a:gd name="connsiteX5" fmla="*/ 12780 w 217257"/>
                <a:gd name="connsiteY5" fmla="*/ 162002 h 177323"/>
                <a:gd name="connsiteX6" fmla="*/ 12780 w 217257"/>
                <a:gd name="connsiteY6" fmla="*/ 18362 h 177323"/>
                <a:gd name="connsiteX7" fmla="*/ 102239 w 217257"/>
                <a:gd name="connsiteY7" fmla="*/ 17723 h 177323"/>
                <a:gd name="connsiteX8" fmla="*/ 102239 w 217257"/>
                <a:gd name="connsiteY8" fmla="*/ 162002 h 177323"/>
                <a:gd name="connsiteX9" fmla="*/ 12780 w 217257"/>
                <a:gd name="connsiteY9" fmla="*/ 162002 h 177323"/>
                <a:gd name="connsiteX10" fmla="*/ 213424 w 217257"/>
                <a:gd name="connsiteY10" fmla="*/ 7509 h 177323"/>
                <a:gd name="connsiteX11" fmla="*/ 109268 w 217257"/>
                <a:gd name="connsiteY11" fmla="*/ 6871 h 177323"/>
                <a:gd name="connsiteX12" fmla="*/ 5112 w 217257"/>
                <a:gd name="connsiteY12" fmla="*/ 7509 h 177323"/>
                <a:gd name="connsiteX13" fmla="*/ 0 w 217257"/>
                <a:gd name="connsiteY13" fmla="*/ 13893 h 177323"/>
                <a:gd name="connsiteX14" fmla="*/ 0 w 217257"/>
                <a:gd name="connsiteY14" fmla="*/ 170939 h 177323"/>
                <a:gd name="connsiteX15" fmla="*/ 6390 w 217257"/>
                <a:gd name="connsiteY15" fmla="*/ 177323 h 177323"/>
                <a:gd name="connsiteX16" fmla="*/ 8946 w 217257"/>
                <a:gd name="connsiteY16" fmla="*/ 176685 h 177323"/>
                <a:gd name="connsiteX17" fmla="*/ 106712 w 217257"/>
                <a:gd name="connsiteY17" fmla="*/ 176685 h 177323"/>
                <a:gd name="connsiteX18" fmla="*/ 108629 w 217257"/>
                <a:gd name="connsiteY18" fmla="*/ 176685 h 177323"/>
                <a:gd name="connsiteX19" fmla="*/ 109268 w 217257"/>
                <a:gd name="connsiteY19" fmla="*/ 176685 h 177323"/>
                <a:gd name="connsiteX20" fmla="*/ 111185 w 217257"/>
                <a:gd name="connsiteY20" fmla="*/ 176046 h 177323"/>
                <a:gd name="connsiteX21" fmla="*/ 111185 w 217257"/>
                <a:gd name="connsiteY21" fmla="*/ 176046 h 177323"/>
                <a:gd name="connsiteX22" fmla="*/ 111185 w 217257"/>
                <a:gd name="connsiteY22" fmla="*/ 176046 h 177323"/>
                <a:gd name="connsiteX23" fmla="*/ 208951 w 217257"/>
                <a:gd name="connsiteY23" fmla="*/ 176046 h 177323"/>
                <a:gd name="connsiteX24" fmla="*/ 210868 w 217257"/>
                <a:gd name="connsiteY24" fmla="*/ 176046 h 177323"/>
                <a:gd name="connsiteX25" fmla="*/ 214702 w 217257"/>
                <a:gd name="connsiteY25" fmla="*/ 174770 h 177323"/>
                <a:gd name="connsiteX26" fmla="*/ 217258 w 217257"/>
                <a:gd name="connsiteY26" fmla="*/ 169662 h 177323"/>
                <a:gd name="connsiteX27" fmla="*/ 217258 w 217257"/>
                <a:gd name="connsiteY27" fmla="*/ 12616 h 177323"/>
                <a:gd name="connsiteX28" fmla="*/ 213424 w 217257"/>
                <a:gd name="connsiteY28" fmla="*/ 7509 h 177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17257" h="177323">
                  <a:moveTo>
                    <a:pt x="204478" y="162640"/>
                  </a:moveTo>
                  <a:cubicBezTo>
                    <a:pt x="175084" y="154979"/>
                    <a:pt x="144413" y="154341"/>
                    <a:pt x="115019" y="162002"/>
                  </a:cubicBezTo>
                  <a:lnTo>
                    <a:pt x="115019" y="18362"/>
                  </a:lnTo>
                  <a:cubicBezTo>
                    <a:pt x="144413" y="11340"/>
                    <a:pt x="175084" y="11340"/>
                    <a:pt x="204478" y="18362"/>
                  </a:cubicBezTo>
                  <a:lnTo>
                    <a:pt x="204478" y="162640"/>
                  </a:lnTo>
                  <a:close/>
                  <a:moveTo>
                    <a:pt x="12780" y="162002"/>
                  </a:moveTo>
                  <a:lnTo>
                    <a:pt x="12780" y="18362"/>
                  </a:lnTo>
                  <a:cubicBezTo>
                    <a:pt x="42174" y="10701"/>
                    <a:pt x="72845" y="10701"/>
                    <a:pt x="102239" y="17723"/>
                  </a:cubicBezTo>
                  <a:lnTo>
                    <a:pt x="102239" y="162002"/>
                  </a:lnTo>
                  <a:cubicBezTo>
                    <a:pt x="72845" y="154341"/>
                    <a:pt x="42174" y="154341"/>
                    <a:pt x="12780" y="162002"/>
                  </a:cubicBezTo>
                  <a:moveTo>
                    <a:pt x="213424" y="7509"/>
                  </a:moveTo>
                  <a:cubicBezTo>
                    <a:pt x="179557" y="-2067"/>
                    <a:pt x="143135" y="-2705"/>
                    <a:pt x="109268" y="6871"/>
                  </a:cubicBezTo>
                  <a:cubicBezTo>
                    <a:pt x="100322" y="3679"/>
                    <a:pt x="61982" y="-7174"/>
                    <a:pt x="5112" y="7509"/>
                  </a:cubicBezTo>
                  <a:cubicBezTo>
                    <a:pt x="1917" y="8148"/>
                    <a:pt x="0" y="10701"/>
                    <a:pt x="0" y="13893"/>
                  </a:cubicBezTo>
                  <a:lnTo>
                    <a:pt x="0" y="170939"/>
                  </a:lnTo>
                  <a:cubicBezTo>
                    <a:pt x="0" y="174770"/>
                    <a:pt x="3195" y="177323"/>
                    <a:pt x="6390" y="177323"/>
                  </a:cubicBezTo>
                  <a:cubicBezTo>
                    <a:pt x="7029" y="177323"/>
                    <a:pt x="7668" y="177323"/>
                    <a:pt x="8946" y="176685"/>
                  </a:cubicBezTo>
                  <a:cubicBezTo>
                    <a:pt x="40896" y="166470"/>
                    <a:pt x="75401" y="166470"/>
                    <a:pt x="106712" y="176685"/>
                  </a:cubicBezTo>
                  <a:cubicBezTo>
                    <a:pt x="107351" y="176685"/>
                    <a:pt x="107990" y="176685"/>
                    <a:pt x="108629" y="176685"/>
                  </a:cubicBezTo>
                  <a:lnTo>
                    <a:pt x="109268" y="176685"/>
                  </a:lnTo>
                  <a:cubicBezTo>
                    <a:pt x="109907" y="176685"/>
                    <a:pt x="110546" y="176685"/>
                    <a:pt x="111185" y="176046"/>
                  </a:cubicBezTo>
                  <a:lnTo>
                    <a:pt x="111185" y="176046"/>
                  </a:lnTo>
                  <a:lnTo>
                    <a:pt x="111185" y="176046"/>
                  </a:lnTo>
                  <a:cubicBezTo>
                    <a:pt x="111824" y="176046"/>
                    <a:pt x="149525" y="159448"/>
                    <a:pt x="208951" y="176046"/>
                  </a:cubicBezTo>
                  <a:cubicBezTo>
                    <a:pt x="209590" y="176046"/>
                    <a:pt x="210229" y="176046"/>
                    <a:pt x="210868" y="176046"/>
                  </a:cubicBezTo>
                  <a:cubicBezTo>
                    <a:pt x="212146" y="176046"/>
                    <a:pt x="213424" y="175408"/>
                    <a:pt x="214702" y="174770"/>
                  </a:cubicBezTo>
                  <a:cubicBezTo>
                    <a:pt x="215980" y="173493"/>
                    <a:pt x="217258" y="171578"/>
                    <a:pt x="217258" y="169662"/>
                  </a:cubicBezTo>
                  <a:lnTo>
                    <a:pt x="217258" y="12616"/>
                  </a:lnTo>
                  <a:cubicBezTo>
                    <a:pt x="217258" y="10701"/>
                    <a:pt x="215341" y="8148"/>
                    <a:pt x="213424" y="7509"/>
                  </a:cubicBezTo>
                </a:path>
              </a:pathLst>
            </a:custGeom>
            <a:solidFill>
              <a:srgbClr val="26890D"/>
            </a:solidFill>
            <a:ln w="6390" cap="flat">
              <a:noFill/>
              <a:prstDash val="solid"/>
              <a:miter/>
            </a:ln>
          </p:spPr>
          <p:txBody>
            <a:bodyPr rtlCol="0" anchor="ctr"/>
            <a:lstStyle/>
            <a:p>
              <a:endParaRPr lang="en-US"/>
            </a:p>
          </p:txBody>
        </p:sp>
      </p:grpSp>
      <p:grpSp>
        <p:nvGrpSpPr>
          <p:cNvPr id="385" name="Graphic 4">
            <a:extLst>
              <a:ext uri="{FF2B5EF4-FFF2-40B4-BE49-F238E27FC236}">
                <a16:creationId xmlns:a16="http://schemas.microsoft.com/office/drawing/2014/main" id="{8BE0E66E-5909-B049-AD1E-6E7DCA8AD0BC}"/>
              </a:ext>
            </a:extLst>
          </p:cNvPr>
          <p:cNvGrpSpPr>
            <a:grpSpLocks noChangeAspect="1"/>
          </p:cNvGrpSpPr>
          <p:nvPr/>
        </p:nvGrpSpPr>
        <p:grpSpPr>
          <a:xfrm>
            <a:off x="906093" y="3339623"/>
            <a:ext cx="362309" cy="361971"/>
            <a:chOff x="906093" y="3339623"/>
            <a:chExt cx="362309" cy="361971"/>
          </a:xfrm>
          <a:solidFill>
            <a:srgbClr val="26890D"/>
          </a:solidFill>
        </p:grpSpPr>
        <p:sp>
          <p:nvSpPr>
            <p:cNvPr id="386" name="Graphic 4">
              <a:extLst>
                <a:ext uri="{FF2B5EF4-FFF2-40B4-BE49-F238E27FC236}">
                  <a16:creationId xmlns:a16="http://schemas.microsoft.com/office/drawing/2014/main" id="{6E57048C-F04C-8547-88D4-3A008B741D53}"/>
                </a:ext>
              </a:extLst>
            </p:cNvPr>
            <p:cNvSpPr/>
            <p:nvPr/>
          </p:nvSpPr>
          <p:spPr>
            <a:xfrm>
              <a:off x="1092679" y="3444959"/>
              <a:ext cx="89459" cy="150023"/>
            </a:xfrm>
            <a:custGeom>
              <a:avLst/>
              <a:gdLst>
                <a:gd name="connsiteX0" fmla="*/ 0 w 89459"/>
                <a:gd name="connsiteY0" fmla="*/ 5746 h 150023"/>
                <a:gd name="connsiteX1" fmla="*/ 0 w 89459"/>
                <a:gd name="connsiteY1" fmla="*/ 149385 h 150023"/>
                <a:gd name="connsiteX2" fmla="*/ 89459 w 89459"/>
                <a:gd name="connsiteY2" fmla="*/ 150023 h 150023"/>
                <a:gd name="connsiteX3" fmla="*/ 89459 w 89459"/>
                <a:gd name="connsiteY3" fmla="*/ 5746 h 150023"/>
                <a:gd name="connsiteX4" fmla="*/ 0 w 89459"/>
                <a:gd name="connsiteY4" fmla="*/ 5746 h 1500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59" h="150023">
                  <a:moveTo>
                    <a:pt x="0" y="5746"/>
                  </a:moveTo>
                  <a:lnTo>
                    <a:pt x="0" y="149385"/>
                  </a:lnTo>
                  <a:cubicBezTo>
                    <a:pt x="29394" y="141724"/>
                    <a:pt x="60065" y="142363"/>
                    <a:pt x="89459" y="150023"/>
                  </a:cubicBezTo>
                  <a:lnTo>
                    <a:pt x="89459" y="5746"/>
                  </a:lnTo>
                  <a:cubicBezTo>
                    <a:pt x="60065" y="-1915"/>
                    <a:pt x="29394" y="-1915"/>
                    <a:pt x="0" y="5746"/>
                  </a:cubicBezTo>
                </a:path>
              </a:pathLst>
            </a:custGeom>
            <a:solidFill>
              <a:srgbClr val="26890D"/>
            </a:solidFill>
            <a:ln w="6390" cap="flat">
              <a:noFill/>
              <a:prstDash val="solid"/>
              <a:miter/>
            </a:ln>
          </p:spPr>
          <p:txBody>
            <a:bodyPr rtlCol="0" anchor="ctr"/>
            <a:lstStyle/>
            <a:p>
              <a:endParaRPr lang="en-US"/>
            </a:p>
          </p:txBody>
        </p:sp>
        <p:sp>
          <p:nvSpPr>
            <p:cNvPr id="387" name="Graphic 4">
              <a:extLst>
                <a:ext uri="{FF2B5EF4-FFF2-40B4-BE49-F238E27FC236}">
                  <a16:creationId xmlns:a16="http://schemas.microsoft.com/office/drawing/2014/main" id="{A9E3F80B-C14D-924F-9E89-FB7B806718B2}"/>
                </a:ext>
              </a:extLst>
            </p:cNvPr>
            <p:cNvSpPr/>
            <p:nvPr/>
          </p:nvSpPr>
          <p:spPr>
            <a:xfrm>
              <a:off x="990440" y="3444877"/>
              <a:ext cx="89459" cy="150105"/>
            </a:xfrm>
            <a:custGeom>
              <a:avLst/>
              <a:gdLst>
                <a:gd name="connsiteX0" fmla="*/ 89459 w 89459"/>
                <a:gd name="connsiteY0" fmla="*/ 5189 h 150105"/>
                <a:gd name="connsiteX1" fmla="*/ 0 w 89459"/>
                <a:gd name="connsiteY1" fmla="*/ 5828 h 150105"/>
                <a:gd name="connsiteX2" fmla="*/ 0 w 89459"/>
                <a:gd name="connsiteY2" fmla="*/ 149468 h 150105"/>
                <a:gd name="connsiteX3" fmla="*/ 89459 w 89459"/>
                <a:gd name="connsiteY3" fmla="*/ 150106 h 150105"/>
                <a:gd name="connsiteX4" fmla="*/ 89459 w 89459"/>
                <a:gd name="connsiteY4" fmla="*/ 5189 h 150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59" h="150105">
                  <a:moveTo>
                    <a:pt x="89459" y="5189"/>
                  </a:moveTo>
                  <a:cubicBezTo>
                    <a:pt x="60065" y="-1833"/>
                    <a:pt x="29394" y="-1833"/>
                    <a:pt x="0" y="5828"/>
                  </a:cubicBezTo>
                  <a:lnTo>
                    <a:pt x="0" y="149468"/>
                  </a:lnTo>
                  <a:cubicBezTo>
                    <a:pt x="29394" y="141807"/>
                    <a:pt x="60065" y="141807"/>
                    <a:pt x="89459" y="150106"/>
                  </a:cubicBezTo>
                  <a:lnTo>
                    <a:pt x="89459" y="5189"/>
                  </a:lnTo>
                  <a:close/>
                </a:path>
              </a:pathLst>
            </a:custGeom>
            <a:solidFill>
              <a:srgbClr val="26890D"/>
            </a:solidFill>
            <a:ln w="6390" cap="flat">
              <a:noFill/>
              <a:prstDash val="solid"/>
              <a:miter/>
            </a:ln>
          </p:spPr>
          <p:txBody>
            <a:bodyPr rtlCol="0" anchor="ctr"/>
            <a:lstStyle/>
            <a:p>
              <a:endParaRPr lang="en-US"/>
            </a:p>
          </p:txBody>
        </p:sp>
        <p:sp>
          <p:nvSpPr>
            <p:cNvPr id="388" name="Graphic 4">
              <a:extLst>
                <a:ext uri="{FF2B5EF4-FFF2-40B4-BE49-F238E27FC236}">
                  <a16:creationId xmlns:a16="http://schemas.microsoft.com/office/drawing/2014/main" id="{38F63F84-AE17-7D4B-9E7A-126E2D519560}"/>
                </a:ext>
              </a:extLst>
            </p:cNvPr>
            <p:cNvSpPr/>
            <p:nvPr/>
          </p:nvSpPr>
          <p:spPr>
            <a:xfrm>
              <a:off x="906093" y="3339623"/>
              <a:ext cx="362309" cy="361971"/>
            </a:xfrm>
            <a:custGeom>
              <a:avLst/>
              <a:gdLst>
                <a:gd name="connsiteX0" fmla="*/ 289464 w 362309"/>
                <a:gd name="connsiteY0" fmla="*/ 263658 h 361971"/>
                <a:gd name="connsiteX1" fmla="*/ 286908 w 362309"/>
                <a:gd name="connsiteY1" fmla="*/ 268766 h 361971"/>
                <a:gd name="connsiteX2" fmla="*/ 283074 w 362309"/>
                <a:gd name="connsiteY2" fmla="*/ 270042 h 361971"/>
                <a:gd name="connsiteX3" fmla="*/ 281157 w 362309"/>
                <a:gd name="connsiteY3" fmla="*/ 270042 h 361971"/>
                <a:gd name="connsiteX4" fmla="*/ 183391 w 362309"/>
                <a:gd name="connsiteY4" fmla="*/ 270042 h 361971"/>
                <a:gd name="connsiteX5" fmla="*/ 182752 w 362309"/>
                <a:gd name="connsiteY5" fmla="*/ 270042 h 361971"/>
                <a:gd name="connsiteX6" fmla="*/ 180835 w 362309"/>
                <a:gd name="connsiteY6" fmla="*/ 270681 h 361971"/>
                <a:gd name="connsiteX7" fmla="*/ 180196 w 362309"/>
                <a:gd name="connsiteY7" fmla="*/ 270681 h 361971"/>
                <a:gd name="connsiteX8" fmla="*/ 178279 w 362309"/>
                <a:gd name="connsiteY8" fmla="*/ 270681 h 361971"/>
                <a:gd name="connsiteX9" fmla="*/ 79874 w 362309"/>
                <a:gd name="connsiteY9" fmla="*/ 270681 h 361971"/>
                <a:gd name="connsiteX10" fmla="*/ 71567 w 362309"/>
                <a:gd name="connsiteY10" fmla="*/ 266850 h 361971"/>
                <a:gd name="connsiteX11" fmla="*/ 70928 w 362309"/>
                <a:gd name="connsiteY11" fmla="*/ 264297 h 361971"/>
                <a:gd name="connsiteX12" fmla="*/ 70928 w 362309"/>
                <a:gd name="connsiteY12" fmla="*/ 106613 h 361971"/>
                <a:gd name="connsiteX13" fmla="*/ 76040 w 362309"/>
                <a:gd name="connsiteY13" fmla="*/ 100229 h 361971"/>
                <a:gd name="connsiteX14" fmla="*/ 180196 w 362309"/>
                <a:gd name="connsiteY14" fmla="*/ 99590 h 361971"/>
                <a:gd name="connsiteX15" fmla="*/ 284352 w 362309"/>
                <a:gd name="connsiteY15" fmla="*/ 100229 h 361971"/>
                <a:gd name="connsiteX16" fmla="*/ 288825 w 362309"/>
                <a:gd name="connsiteY16" fmla="*/ 106613 h 361971"/>
                <a:gd name="connsiteX17" fmla="*/ 289464 w 362309"/>
                <a:gd name="connsiteY17" fmla="*/ 263658 h 361971"/>
                <a:gd name="connsiteX18" fmla="*/ 180835 w 362309"/>
                <a:gd name="connsiteY18" fmla="*/ 0 h 361971"/>
                <a:gd name="connsiteX19" fmla="*/ 0 w 362309"/>
                <a:gd name="connsiteY19" fmla="*/ 180667 h 361971"/>
                <a:gd name="connsiteX20" fmla="*/ 180835 w 362309"/>
                <a:gd name="connsiteY20" fmla="*/ 361972 h 361971"/>
                <a:gd name="connsiteX21" fmla="*/ 362309 w 362309"/>
                <a:gd name="connsiteY21" fmla="*/ 180667 h 361971"/>
                <a:gd name="connsiteX22" fmla="*/ 362309 w 362309"/>
                <a:gd name="connsiteY22" fmla="*/ 180667 h 361971"/>
                <a:gd name="connsiteX23" fmla="*/ 180835 w 362309"/>
                <a:gd name="connsiteY23" fmla="*/ 0 h 361971"/>
                <a:gd name="connsiteX24" fmla="*/ 180835 w 362309"/>
                <a:gd name="connsiteY24"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309" h="361971">
                  <a:moveTo>
                    <a:pt x="289464" y="263658"/>
                  </a:moveTo>
                  <a:cubicBezTo>
                    <a:pt x="289464" y="265574"/>
                    <a:pt x="288186" y="267489"/>
                    <a:pt x="286908" y="268766"/>
                  </a:cubicBezTo>
                  <a:cubicBezTo>
                    <a:pt x="285630" y="269404"/>
                    <a:pt x="284352" y="270042"/>
                    <a:pt x="283074" y="270042"/>
                  </a:cubicBezTo>
                  <a:cubicBezTo>
                    <a:pt x="282435" y="270042"/>
                    <a:pt x="281796" y="270042"/>
                    <a:pt x="281157" y="270042"/>
                  </a:cubicBezTo>
                  <a:cubicBezTo>
                    <a:pt x="221731" y="253444"/>
                    <a:pt x="183391" y="269404"/>
                    <a:pt x="183391" y="270042"/>
                  </a:cubicBezTo>
                  <a:lnTo>
                    <a:pt x="182752" y="270042"/>
                  </a:lnTo>
                  <a:cubicBezTo>
                    <a:pt x="182113" y="270042"/>
                    <a:pt x="181474" y="270681"/>
                    <a:pt x="180835" y="270681"/>
                  </a:cubicBezTo>
                  <a:lnTo>
                    <a:pt x="180196" y="270681"/>
                  </a:lnTo>
                  <a:cubicBezTo>
                    <a:pt x="179557" y="270681"/>
                    <a:pt x="178918" y="270681"/>
                    <a:pt x="178279" y="270681"/>
                  </a:cubicBezTo>
                  <a:cubicBezTo>
                    <a:pt x="146330" y="260466"/>
                    <a:pt x="111824" y="260466"/>
                    <a:pt x="79874" y="270681"/>
                  </a:cubicBezTo>
                  <a:cubicBezTo>
                    <a:pt x="76679" y="271958"/>
                    <a:pt x="72845" y="270681"/>
                    <a:pt x="71567" y="266850"/>
                  </a:cubicBezTo>
                  <a:cubicBezTo>
                    <a:pt x="71567" y="266212"/>
                    <a:pt x="70928" y="265574"/>
                    <a:pt x="70928" y="264297"/>
                  </a:cubicBezTo>
                  <a:lnTo>
                    <a:pt x="70928" y="106613"/>
                  </a:lnTo>
                  <a:cubicBezTo>
                    <a:pt x="70928" y="103421"/>
                    <a:pt x="72845" y="100867"/>
                    <a:pt x="76040" y="100229"/>
                  </a:cubicBezTo>
                  <a:cubicBezTo>
                    <a:pt x="132911" y="86184"/>
                    <a:pt x="171250" y="97037"/>
                    <a:pt x="180196" y="99590"/>
                  </a:cubicBezTo>
                  <a:cubicBezTo>
                    <a:pt x="214063" y="90014"/>
                    <a:pt x="250486" y="90653"/>
                    <a:pt x="284352" y="100229"/>
                  </a:cubicBezTo>
                  <a:cubicBezTo>
                    <a:pt x="286908" y="100867"/>
                    <a:pt x="288825" y="104059"/>
                    <a:pt x="288825" y="106613"/>
                  </a:cubicBezTo>
                  <a:lnTo>
                    <a:pt x="289464" y="263658"/>
                  </a:lnTo>
                  <a:close/>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0518" y="0"/>
                    <a:pt x="180835" y="0"/>
                  </a:cubicBezTo>
                  <a:cubicBezTo>
                    <a:pt x="180196" y="0"/>
                    <a:pt x="180196" y="0"/>
                    <a:pt x="180835" y="0"/>
                  </a:cubicBezTo>
                </a:path>
              </a:pathLst>
            </a:custGeom>
            <a:solidFill>
              <a:srgbClr val="26890D"/>
            </a:solidFill>
            <a:ln w="6390" cap="flat">
              <a:noFill/>
              <a:prstDash val="solid"/>
              <a:miter/>
            </a:ln>
          </p:spPr>
          <p:txBody>
            <a:bodyPr rtlCol="0" anchor="ctr"/>
            <a:lstStyle/>
            <a:p>
              <a:endParaRPr lang="en-US"/>
            </a:p>
          </p:txBody>
        </p:sp>
      </p:grpSp>
      <p:grpSp>
        <p:nvGrpSpPr>
          <p:cNvPr id="389" name="Graphic 4">
            <a:extLst>
              <a:ext uri="{FF2B5EF4-FFF2-40B4-BE49-F238E27FC236}">
                <a16:creationId xmlns:a16="http://schemas.microsoft.com/office/drawing/2014/main" id="{C8F4D46C-090F-B347-AF15-844E8F69BDF4}"/>
              </a:ext>
            </a:extLst>
          </p:cNvPr>
          <p:cNvGrpSpPr>
            <a:grpSpLocks noChangeAspect="1"/>
          </p:cNvGrpSpPr>
          <p:nvPr/>
        </p:nvGrpSpPr>
        <p:grpSpPr>
          <a:xfrm>
            <a:off x="1514415" y="918179"/>
            <a:ext cx="362309" cy="361971"/>
            <a:chOff x="1514415" y="918179"/>
            <a:chExt cx="362309" cy="361971"/>
          </a:xfrm>
          <a:solidFill>
            <a:srgbClr val="26890D"/>
          </a:solidFill>
        </p:grpSpPr>
        <p:sp>
          <p:nvSpPr>
            <p:cNvPr id="390" name="Graphic 4">
              <a:extLst>
                <a:ext uri="{FF2B5EF4-FFF2-40B4-BE49-F238E27FC236}">
                  <a16:creationId xmlns:a16="http://schemas.microsoft.com/office/drawing/2014/main" id="{67AC0EAB-083E-AF4E-9FF2-C1FE6348F396}"/>
                </a:ext>
              </a:extLst>
            </p:cNvPr>
            <p:cNvSpPr/>
            <p:nvPr/>
          </p:nvSpPr>
          <p:spPr>
            <a:xfrm>
              <a:off x="1514415" y="918179"/>
              <a:ext cx="362309" cy="361971"/>
            </a:xfrm>
            <a:custGeom>
              <a:avLst/>
              <a:gdLst>
                <a:gd name="connsiteX0" fmla="*/ 181474 w 362309"/>
                <a:gd name="connsiteY0" fmla="*/ 349204 h 361971"/>
                <a:gd name="connsiteX1" fmla="*/ 12780 w 362309"/>
                <a:gd name="connsiteY1" fmla="*/ 181305 h 361971"/>
                <a:gd name="connsiteX2" fmla="*/ 180835 w 362309"/>
                <a:gd name="connsiteY2" fmla="*/ 12768 h 361971"/>
                <a:gd name="connsiteX3" fmla="*/ 349530 w 362309"/>
                <a:gd name="connsiteY3" fmla="*/ 180667 h 361971"/>
                <a:gd name="connsiteX4" fmla="*/ 349530 w 362309"/>
                <a:gd name="connsiteY4" fmla="*/ 180667 h 361971"/>
                <a:gd name="connsiteX5" fmla="*/ 181474 w 362309"/>
                <a:gd name="connsiteY5" fmla="*/ 349204 h 361971"/>
                <a:gd name="connsiteX6" fmla="*/ 181474 w 362309"/>
                <a:gd name="connsiteY6" fmla="*/ 0 h 361971"/>
                <a:gd name="connsiteX7" fmla="*/ 0 w 362309"/>
                <a:gd name="connsiteY7" fmla="*/ 180667 h 361971"/>
                <a:gd name="connsiteX8" fmla="*/ 180835 w 362309"/>
                <a:gd name="connsiteY8" fmla="*/ 361972 h 361971"/>
                <a:gd name="connsiteX9" fmla="*/ 362310 w 362309"/>
                <a:gd name="connsiteY9" fmla="*/ 181305 h 361971"/>
                <a:gd name="connsiteX10" fmla="*/ 362310 w 362309"/>
                <a:gd name="connsiteY10" fmla="*/ 181305 h 361971"/>
                <a:gd name="connsiteX11" fmla="*/ 181474 w 362309"/>
                <a:gd name="connsiteY11"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49530" y="273873"/>
                    <a:pt x="274128" y="348565"/>
                    <a:pt x="181474" y="349204"/>
                  </a:cubicBezTo>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path>
              </a:pathLst>
            </a:custGeom>
            <a:solidFill>
              <a:srgbClr val="26890D"/>
            </a:solidFill>
            <a:ln w="6390" cap="flat">
              <a:noFill/>
              <a:prstDash val="solid"/>
              <a:miter/>
            </a:ln>
          </p:spPr>
          <p:txBody>
            <a:bodyPr rtlCol="0" anchor="ctr"/>
            <a:lstStyle/>
            <a:p>
              <a:endParaRPr lang="en-US"/>
            </a:p>
          </p:txBody>
        </p:sp>
        <p:sp>
          <p:nvSpPr>
            <p:cNvPr id="391" name="Graphic 4">
              <a:extLst>
                <a:ext uri="{FF2B5EF4-FFF2-40B4-BE49-F238E27FC236}">
                  <a16:creationId xmlns:a16="http://schemas.microsoft.com/office/drawing/2014/main" id="{1E6CBD46-F201-0F49-86E7-D1676C563CD6}"/>
                </a:ext>
              </a:extLst>
            </p:cNvPr>
            <p:cNvSpPr/>
            <p:nvPr/>
          </p:nvSpPr>
          <p:spPr>
            <a:xfrm>
              <a:off x="1614737" y="987764"/>
              <a:ext cx="162304" cy="222162"/>
            </a:xfrm>
            <a:custGeom>
              <a:avLst/>
              <a:gdLst>
                <a:gd name="connsiteX0" fmla="*/ 149525 w 162304"/>
                <a:gd name="connsiteY0" fmla="*/ 209395 h 222162"/>
                <a:gd name="connsiteX1" fmla="*/ 12780 w 162304"/>
                <a:gd name="connsiteY1" fmla="*/ 209395 h 222162"/>
                <a:gd name="connsiteX2" fmla="*/ 12780 w 162304"/>
                <a:gd name="connsiteY2" fmla="*/ 12768 h 222162"/>
                <a:gd name="connsiteX3" fmla="*/ 74762 w 162304"/>
                <a:gd name="connsiteY3" fmla="*/ 12768 h 222162"/>
                <a:gd name="connsiteX4" fmla="*/ 74762 w 162304"/>
                <a:gd name="connsiteY4" fmla="*/ 133425 h 222162"/>
                <a:gd name="connsiteX5" fmla="*/ 81152 w 162304"/>
                <a:gd name="connsiteY5" fmla="*/ 139809 h 222162"/>
                <a:gd name="connsiteX6" fmla="*/ 85625 w 162304"/>
                <a:gd name="connsiteY6" fmla="*/ 137894 h 222162"/>
                <a:gd name="connsiteX7" fmla="*/ 103517 w 162304"/>
                <a:gd name="connsiteY7" fmla="*/ 120019 h 222162"/>
                <a:gd name="connsiteX8" fmla="*/ 121409 w 162304"/>
                <a:gd name="connsiteY8" fmla="*/ 137894 h 222162"/>
                <a:gd name="connsiteX9" fmla="*/ 125882 w 162304"/>
                <a:gd name="connsiteY9" fmla="*/ 139809 h 222162"/>
                <a:gd name="connsiteX10" fmla="*/ 128438 w 162304"/>
                <a:gd name="connsiteY10" fmla="*/ 139171 h 222162"/>
                <a:gd name="connsiteX11" fmla="*/ 132272 w 162304"/>
                <a:gd name="connsiteY11" fmla="*/ 133425 h 222162"/>
                <a:gd name="connsiteX12" fmla="*/ 132272 w 162304"/>
                <a:gd name="connsiteY12" fmla="*/ 12768 h 222162"/>
                <a:gd name="connsiteX13" fmla="*/ 149525 w 162304"/>
                <a:gd name="connsiteY13" fmla="*/ 12768 h 222162"/>
                <a:gd name="connsiteX14" fmla="*/ 149525 w 162304"/>
                <a:gd name="connsiteY14" fmla="*/ 209395 h 222162"/>
                <a:gd name="connsiteX15" fmla="*/ 87542 w 162304"/>
                <a:gd name="connsiteY15" fmla="*/ 12768 h 222162"/>
                <a:gd name="connsiteX16" fmla="*/ 119492 w 162304"/>
                <a:gd name="connsiteY16" fmla="*/ 12768 h 222162"/>
                <a:gd name="connsiteX17" fmla="*/ 119492 w 162304"/>
                <a:gd name="connsiteY17" fmla="*/ 118104 h 222162"/>
                <a:gd name="connsiteX18" fmla="*/ 107990 w 162304"/>
                <a:gd name="connsiteY18" fmla="*/ 106612 h 222162"/>
                <a:gd name="connsiteX19" fmla="*/ 99044 w 162304"/>
                <a:gd name="connsiteY19" fmla="*/ 106612 h 222162"/>
                <a:gd name="connsiteX20" fmla="*/ 99044 w 162304"/>
                <a:gd name="connsiteY20" fmla="*/ 106612 h 222162"/>
                <a:gd name="connsiteX21" fmla="*/ 87542 w 162304"/>
                <a:gd name="connsiteY21" fmla="*/ 118104 h 222162"/>
                <a:gd name="connsiteX22" fmla="*/ 87542 w 162304"/>
                <a:gd name="connsiteY22" fmla="*/ 12768 h 222162"/>
                <a:gd name="connsiteX23" fmla="*/ 155915 w 162304"/>
                <a:gd name="connsiteY23" fmla="*/ 0 h 222162"/>
                <a:gd name="connsiteX24" fmla="*/ 6390 w 162304"/>
                <a:gd name="connsiteY24" fmla="*/ 0 h 222162"/>
                <a:gd name="connsiteX25" fmla="*/ 0 w 162304"/>
                <a:gd name="connsiteY25" fmla="*/ 6384 h 222162"/>
                <a:gd name="connsiteX26" fmla="*/ 0 w 162304"/>
                <a:gd name="connsiteY26" fmla="*/ 215779 h 222162"/>
                <a:gd name="connsiteX27" fmla="*/ 6390 w 162304"/>
                <a:gd name="connsiteY27" fmla="*/ 222163 h 222162"/>
                <a:gd name="connsiteX28" fmla="*/ 155915 w 162304"/>
                <a:gd name="connsiteY28" fmla="*/ 222163 h 222162"/>
                <a:gd name="connsiteX29" fmla="*/ 162304 w 162304"/>
                <a:gd name="connsiteY29" fmla="*/ 215779 h 222162"/>
                <a:gd name="connsiteX30" fmla="*/ 162304 w 162304"/>
                <a:gd name="connsiteY30" fmla="*/ 6384 h 222162"/>
                <a:gd name="connsiteX31" fmla="*/ 155915 w 162304"/>
                <a:gd name="connsiteY31" fmla="*/ 0 h 22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62304" h="222162">
                  <a:moveTo>
                    <a:pt x="149525" y="209395"/>
                  </a:moveTo>
                  <a:lnTo>
                    <a:pt x="12780" y="209395"/>
                  </a:lnTo>
                  <a:lnTo>
                    <a:pt x="12780" y="12768"/>
                  </a:lnTo>
                  <a:lnTo>
                    <a:pt x="74762" y="12768"/>
                  </a:lnTo>
                  <a:lnTo>
                    <a:pt x="74762" y="133425"/>
                  </a:lnTo>
                  <a:cubicBezTo>
                    <a:pt x="74762" y="137256"/>
                    <a:pt x="77318" y="139809"/>
                    <a:pt x="81152" y="139809"/>
                  </a:cubicBezTo>
                  <a:cubicBezTo>
                    <a:pt x="83069" y="139809"/>
                    <a:pt x="84347" y="139171"/>
                    <a:pt x="85625" y="137894"/>
                  </a:cubicBezTo>
                  <a:lnTo>
                    <a:pt x="103517" y="120019"/>
                  </a:lnTo>
                  <a:lnTo>
                    <a:pt x="121409" y="137894"/>
                  </a:lnTo>
                  <a:cubicBezTo>
                    <a:pt x="122687" y="139171"/>
                    <a:pt x="123965" y="139809"/>
                    <a:pt x="125882" y="139809"/>
                  </a:cubicBezTo>
                  <a:cubicBezTo>
                    <a:pt x="126521" y="139809"/>
                    <a:pt x="127799" y="139809"/>
                    <a:pt x="128438" y="139171"/>
                  </a:cubicBezTo>
                  <a:cubicBezTo>
                    <a:pt x="130994" y="137894"/>
                    <a:pt x="132272" y="135979"/>
                    <a:pt x="132272" y="133425"/>
                  </a:cubicBezTo>
                  <a:lnTo>
                    <a:pt x="132272" y="12768"/>
                  </a:lnTo>
                  <a:lnTo>
                    <a:pt x="149525" y="12768"/>
                  </a:lnTo>
                  <a:lnTo>
                    <a:pt x="149525" y="209395"/>
                  </a:lnTo>
                  <a:close/>
                  <a:moveTo>
                    <a:pt x="87542" y="12768"/>
                  </a:moveTo>
                  <a:lnTo>
                    <a:pt x="119492" y="12768"/>
                  </a:lnTo>
                  <a:lnTo>
                    <a:pt x="119492" y="118104"/>
                  </a:lnTo>
                  <a:lnTo>
                    <a:pt x="107990" y="106612"/>
                  </a:lnTo>
                  <a:cubicBezTo>
                    <a:pt x="105434" y="104059"/>
                    <a:pt x="101600" y="104059"/>
                    <a:pt x="99044" y="106612"/>
                  </a:cubicBezTo>
                  <a:cubicBezTo>
                    <a:pt x="99044" y="106612"/>
                    <a:pt x="99044" y="106612"/>
                    <a:pt x="99044" y="106612"/>
                  </a:cubicBezTo>
                  <a:lnTo>
                    <a:pt x="87542" y="118104"/>
                  </a:lnTo>
                  <a:lnTo>
                    <a:pt x="87542" y="12768"/>
                  </a:lnTo>
                  <a:close/>
                  <a:moveTo>
                    <a:pt x="155915" y="0"/>
                  </a:moveTo>
                  <a:lnTo>
                    <a:pt x="6390" y="0"/>
                  </a:lnTo>
                  <a:cubicBezTo>
                    <a:pt x="2556" y="0"/>
                    <a:pt x="0" y="2554"/>
                    <a:pt x="0" y="6384"/>
                  </a:cubicBezTo>
                  <a:lnTo>
                    <a:pt x="0" y="215779"/>
                  </a:lnTo>
                  <a:cubicBezTo>
                    <a:pt x="0" y="219609"/>
                    <a:pt x="2556" y="222163"/>
                    <a:pt x="6390" y="222163"/>
                  </a:cubicBezTo>
                  <a:lnTo>
                    <a:pt x="155915" y="222163"/>
                  </a:lnTo>
                  <a:cubicBezTo>
                    <a:pt x="159749" y="222163"/>
                    <a:pt x="162304" y="219609"/>
                    <a:pt x="162304" y="215779"/>
                  </a:cubicBezTo>
                  <a:lnTo>
                    <a:pt x="162304" y="6384"/>
                  </a:lnTo>
                  <a:cubicBezTo>
                    <a:pt x="162304" y="3192"/>
                    <a:pt x="159749" y="0"/>
                    <a:pt x="155915" y="0"/>
                  </a:cubicBezTo>
                </a:path>
              </a:pathLst>
            </a:custGeom>
            <a:solidFill>
              <a:srgbClr val="26890D"/>
            </a:solidFill>
            <a:ln w="6390" cap="flat">
              <a:noFill/>
              <a:prstDash val="solid"/>
              <a:miter/>
            </a:ln>
          </p:spPr>
          <p:txBody>
            <a:bodyPr rtlCol="0" anchor="ctr"/>
            <a:lstStyle/>
            <a:p>
              <a:endParaRPr lang="en-US"/>
            </a:p>
          </p:txBody>
        </p:sp>
      </p:grpSp>
      <p:grpSp>
        <p:nvGrpSpPr>
          <p:cNvPr id="392" name="Graphic 4">
            <a:extLst>
              <a:ext uri="{FF2B5EF4-FFF2-40B4-BE49-F238E27FC236}">
                <a16:creationId xmlns:a16="http://schemas.microsoft.com/office/drawing/2014/main" id="{6CAAC9AA-C4A5-854E-97AC-7272A6FA06C4}"/>
              </a:ext>
            </a:extLst>
          </p:cNvPr>
          <p:cNvGrpSpPr>
            <a:grpSpLocks noChangeAspect="1"/>
          </p:cNvGrpSpPr>
          <p:nvPr/>
        </p:nvGrpSpPr>
        <p:grpSpPr>
          <a:xfrm>
            <a:off x="467104" y="3824168"/>
            <a:ext cx="362309" cy="361971"/>
            <a:chOff x="467104" y="3824168"/>
            <a:chExt cx="362309" cy="361971"/>
          </a:xfrm>
          <a:solidFill>
            <a:srgbClr val="26890D"/>
          </a:solidFill>
        </p:grpSpPr>
        <p:sp>
          <p:nvSpPr>
            <p:cNvPr id="393" name="Graphic 4">
              <a:extLst>
                <a:ext uri="{FF2B5EF4-FFF2-40B4-BE49-F238E27FC236}">
                  <a16:creationId xmlns:a16="http://schemas.microsoft.com/office/drawing/2014/main" id="{9166B7AF-32BB-A348-B1B6-C107C6683DBE}"/>
                </a:ext>
              </a:extLst>
            </p:cNvPr>
            <p:cNvSpPr/>
            <p:nvPr/>
          </p:nvSpPr>
          <p:spPr>
            <a:xfrm>
              <a:off x="467104" y="3824168"/>
              <a:ext cx="362309" cy="361971"/>
            </a:xfrm>
            <a:custGeom>
              <a:avLst/>
              <a:gdLst>
                <a:gd name="connsiteX0" fmla="*/ 181474 w 362309"/>
                <a:gd name="connsiteY0" fmla="*/ 349204 h 361971"/>
                <a:gd name="connsiteX1" fmla="*/ 13419 w 362309"/>
                <a:gd name="connsiteY1" fmla="*/ 181305 h 361971"/>
                <a:gd name="connsiteX2" fmla="*/ 181474 w 362309"/>
                <a:gd name="connsiteY2" fmla="*/ 12768 h 361971"/>
                <a:gd name="connsiteX3" fmla="*/ 349530 w 362309"/>
                <a:gd name="connsiteY3" fmla="*/ 181305 h 361971"/>
                <a:gd name="connsiteX4" fmla="*/ 349530 w 362309"/>
                <a:gd name="connsiteY4" fmla="*/ 181305 h 361971"/>
                <a:gd name="connsiteX5" fmla="*/ 181474 w 362309"/>
                <a:gd name="connsiteY5" fmla="*/ 349204 h 361971"/>
                <a:gd name="connsiteX6" fmla="*/ 181474 w 362309"/>
                <a:gd name="connsiteY6" fmla="*/ 0 h 361971"/>
                <a:gd name="connsiteX7" fmla="*/ 0 w 362309"/>
                <a:gd name="connsiteY7" fmla="*/ 180667 h 361971"/>
                <a:gd name="connsiteX8" fmla="*/ 181474 w 362309"/>
                <a:gd name="connsiteY8" fmla="*/ 361971 h 361971"/>
                <a:gd name="connsiteX9" fmla="*/ 362309 w 362309"/>
                <a:gd name="connsiteY9" fmla="*/ 180667 h 361971"/>
                <a:gd name="connsiteX10" fmla="*/ 362309 w 362309"/>
                <a:gd name="connsiteY10" fmla="*/ 180667 h 361971"/>
                <a:gd name="connsiteX11" fmla="*/ 181474 w 362309"/>
                <a:gd name="connsiteY11"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moveTo>
                    <a:pt x="181474" y="0"/>
                  </a:moveTo>
                  <a:cubicBezTo>
                    <a:pt x="81152" y="0"/>
                    <a:pt x="0" y="81076"/>
                    <a:pt x="0" y="180667"/>
                  </a:cubicBezTo>
                  <a:cubicBezTo>
                    <a:pt x="0" y="280895"/>
                    <a:pt x="81152" y="361971"/>
                    <a:pt x="181474" y="361971"/>
                  </a:cubicBezTo>
                  <a:cubicBezTo>
                    <a:pt x="281796" y="361971"/>
                    <a:pt x="362309" y="280895"/>
                    <a:pt x="362309" y="180667"/>
                  </a:cubicBezTo>
                  <a:lnTo>
                    <a:pt x="362309" y="180667"/>
                  </a:lnTo>
                  <a:cubicBezTo>
                    <a:pt x="362309" y="81076"/>
                    <a:pt x="281157" y="0"/>
                    <a:pt x="181474" y="0"/>
                  </a:cubicBezTo>
                </a:path>
              </a:pathLst>
            </a:custGeom>
            <a:solidFill>
              <a:srgbClr val="26890D"/>
            </a:solidFill>
            <a:ln w="6390" cap="flat">
              <a:noFill/>
              <a:prstDash val="solid"/>
              <a:miter/>
            </a:ln>
          </p:spPr>
          <p:txBody>
            <a:bodyPr rtlCol="0" anchor="ctr"/>
            <a:lstStyle/>
            <a:p>
              <a:endParaRPr lang="en-US"/>
            </a:p>
          </p:txBody>
        </p:sp>
        <p:sp>
          <p:nvSpPr>
            <p:cNvPr id="394" name="Graphic 4">
              <a:extLst>
                <a:ext uri="{FF2B5EF4-FFF2-40B4-BE49-F238E27FC236}">
                  <a16:creationId xmlns:a16="http://schemas.microsoft.com/office/drawing/2014/main" id="{09751AD5-1F4A-F54C-954C-23BA0418D6C9}"/>
                </a:ext>
              </a:extLst>
            </p:cNvPr>
            <p:cNvSpPr/>
            <p:nvPr/>
          </p:nvSpPr>
          <p:spPr>
            <a:xfrm>
              <a:off x="570621" y="3906521"/>
              <a:ext cx="155275" cy="196626"/>
            </a:xfrm>
            <a:custGeom>
              <a:avLst/>
              <a:gdLst>
                <a:gd name="connsiteX0" fmla="*/ 142496 w 155275"/>
                <a:gd name="connsiteY0" fmla="*/ 178113 h 196626"/>
                <a:gd name="connsiteX1" fmla="*/ 81791 w 155275"/>
                <a:gd name="connsiteY1" fmla="*/ 132149 h 196626"/>
                <a:gd name="connsiteX2" fmla="*/ 74123 w 155275"/>
                <a:gd name="connsiteY2" fmla="*/ 132149 h 196626"/>
                <a:gd name="connsiteX3" fmla="*/ 12780 w 155275"/>
                <a:gd name="connsiteY3" fmla="*/ 178113 h 196626"/>
                <a:gd name="connsiteX4" fmla="*/ 12780 w 155275"/>
                <a:gd name="connsiteY4" fmla="*/ 12768 h 196626"/>
                <a:gd name="connsiteX5" fmla="*/ 142496 w 155275"/>
                <a:gd name="connsiteY5" fmla="*/ 12768 h 196626"/>
                <a:gd name="connsiteX6" fmla="*/ 142496 w 155275"/>
                <a:gd name="connsiteY6" fmla="*/ 178113 h 196626"/>
                <a:gd name="connsiteX7" fmla="*/ 148886 w 155275"/>
                <a:gd name="connsiteY7" fmla="*/ 0 h 196626"/>
                <a:gd name="connsiteX8" fmla="*/ 6390 w 155275"/>
                <a:gd name="connsiteY8" fmla="*/ 0 h 196626"/>
                <a:gd name="connsiteX9" fmla="*/ 0 w 155275"/>
                <a:gd name="connsiteY9" fmla="*/ 6384 h 196626"/>
                <a:gd name="connsiteX10" fmla="*/ 0 w 155275"/>
                <a:gd name="connsiteY10" fmla="*/ 190243 h 196626"/>
                <a:gd name="connsiteX11" fmla="*/ 6390 w 155275"/>
                <a:gd name="connsiteY11" fmla="*/ 196627 h 196626"/>
                <a:gd name="connsiteX12" fmla="*/ 10224 w 155275"/>
                <a:gd name="connsiteY12" fmla="*/ 195350 h 196626"/>
                <a:gd name="connsiteX13" fmla="*/ 77957 w 155275"/>
                <a:gd name="connsiteY13" fmla="*/ 144278 h 196626"/>
                <a:gd name="connsiteX14" fmla="*/ 145052 w 155275"/>
                <a:gd name="connsiteY14" fmla="*/ 195350 h 196626"/>
                <a:gd name="connsiteX15" fmla="*/ 148886 w 155275"/>
                <a:gd name="connsiteY15" fmla="*/ 196627 h 196626"/>
                <a:gd name="connsiteX16" fmla="*/ 151441 w 155275"/>
                <a:gd name="connsiteY16" fmla="*/ 195988 h 196626"/>
                <a:gd name="connsiteX17" fmla="*/ 155275 w 155275"/>
                <a:gd name="connsiteY17" fmla="*/ 190243 h 196626"/>
                <a:gd name="connsiteX18" fmla="*/ 155275 w 155275"/>
                <a:gd name="connsiteY18" fmla="*/ 5746 h 196626"/>
                <a:gd name="connsiteX19" fmla="*/ 148886 w 155275"/>
                <a:gd name="connsiteY19" fmla="*/ 0 h 196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5275" h="196626">
                  <a:moveTo>
                    <a:pt x="142496" y="178113"/>
                  </a:moveTo>
                  <a:lnTo>
                    <a:pt x="81791" y="132149"/>
                  </a:lnTo>
                  <a:cubicBezTo>
                    <a:pt x="79235" y="130233"/>
                    <a:pt x="76040" y="130233"/>
                    <a:pt x="74123" y="132149"/>
                  </a:cubicBezTo>
                  <a:lnTo>
                    <a:pt x="12780" y="178113"/>
                  </a:lnTo>
                  <a:lnTo>
                    <a:pt x="12780" y="12768"/>
                  </a:lnTo>
                  <a:lnTo>
                    <a:pt x="142496" y="12768"/>
                  </a:lnTo>
                  <a:lnTo>
                    <a:pt x="142496" y="178113"/>
                  </a:lnTo>
                  <a:close/>
                  <a:moveTo>
                    <a:pt x="148886" y="0"/>
                  </a:moveTo>
                  <a:lnTo>
                    <a:pt x="6390" y="0"/>
                  </a:lnTo>
                  <a:cubicBezTo>
                    <a:pt x="2556" y="0"/>
                    <a:pt x="0" y="2554"/>
                    <a:pt x="0" y="6384"/>
                  </a:cubicBezTo>
                  <a:lnTo>
                    <a:pt x="0" y="190243"/>
                  </a:lnTo>
                  <a:cubicBezTo>
                    <a:pt x="0" y="194073"/>
                    <a:pt x="2556" y="196627"/>
                    <a:pt x="6390" y="196627"/>
                  </a:cubicBezTo>
                  <a:cubicBezTo>
                    <a:pt x="7668" y="196627"/>
                    <a:pt x="8946" y="195988"/>
                    <a:pt x="10224" y="195350"/>
                  </a:cubicBezTo>
                  <a:lnTo>
                    <a:pt x="77957" y="144278"/>
                  </a:lnTo>
                  <a:lnTo>
                    <a:pt x="145052" y="195350"/>
                  </a:lnTo>
                  <a:cubicBezTo>
                    <a:pt x="146330" y="195988"/>
                    <a:pt x="147608" y="196627"/>
                    <a:pt x="148886" y="196627"/>
                  </a:cubicBezTo>
                  <a:cubicBezTo>
                    <a:pt x="150164" y="196627"/>
                    <a:pt x="150803" y="196627"/>
                    <a:pt x="151441" y="195988"/>
                  </a:cubicBezTo>
                  <a:cubicBezTo>
                    <a:pt x="153358" y="194711"/>
                    <a:pt x="155275" y="192796"/>
                    <a:pt x="155275" y="190243"/>
                  </a:cubicBezTo>
                  <a:lnTo>
                    <a:pt x="155275" y="5746"/>
                  </a:lnTo>
                  <a:cubicBezTo>
                    <a:pt x="155275" y="3192"/>
                    <a:pt x="152719" y="0"/>
                    <a:pt x="148886" y="0"/>
                  </a:cubicBezTo>
                </a:path>
              </a:pathLst>
            </a:custGeom>
            <a:solidFill>
              <a:srgbClr val="26890D"/>
            </a:solidFill>
            <a:ln w="6390" cap="flat">
              <a:noFill/>
              <a:prstDash val="solid"/>
              <a:miter/>
            </a:ln>
          </p:spPr>
          <p:txBody>
            <a:bodyPr rtlCol="0" anchor="ctr"/>
            <a:lstStyle/>
            <a:p>
              <a:endParaRPr lang="en-US"/>
            </a:p>
          </p:txBody>
        </p:sp>
      </p:grpSp>
      <p:grpSp>
        <p:nvGrpSpPr>
          <p:cNvPr id="395" name="Graphic 4">
            <a:extLst>
              <a:ext uri="{FF2B5EF4-FFF2-40B4-BE49-F238E27FC236}">
                <a16:creationId xmlns:a16="http://schemas.microsoft.com/office/drawing/2014/main" id="{30B53543-2874-3546-86EC-F7CA7A1DDB69}"/>
              </a:ext>
            </a:extLst>
          </p:cNvPr>
          <p:cNvGrpSpPr>
            <a:grpSpLocks noChangeAspect="1"/>
          </p:cNvGrpSpPr>
          <p:nvPr/>
        </p:nvGrpSpPr>
        <p:grpSpPr>
          <a:xfrm>
            <a:off x="1952125" y="918179"/>
            <a:ext cx="362313" cy="361971"/>
            <a:chOff x="1952125" y="918179"/>
            <a:chExt cx="362313" cy="361971"/>
          </a:xfrm>
          <a:solidFill>
            <a:srgbClr val="26890D"/>
          </a:solidFill>
        </p:grpSpPr>
        <p:sp>
          <p:nvSpPr>
            <p:cNvPr id="396" name="Graphic 4">
              <a:extLst>
                <a:ext uri="{FF2B5EF4-FFF2-40B4-BE49-F238E27FC236}">
                  <a16:creationId xmlns:a16="http://schemas.microsoft.com/office/drawing/2014/main" id="{2E0AA934-8D65-F849-95F8-42A89E777E70}"/>
                </a:ext>
              </a:extLst>
            </p:cNvPr>
            <p:cNvSpPr/>
            <p:nvPr/>
          </p:nvSpPr>
          <p:spPr>
            <a:xfrm>
              <a:off x="2065866" y="1000532"/>
              <a:ext cx="136744" cy="196626"/>
            </a:xfrm>
            <a:custGeom>
              <a:avLst/>
              <a:gdLst>
                <a:gd name="connsiteX0" fmla="*/ 119492 w 136744"/>
                <a:gd name="connsiteY0" fmla="*/ 120657 h 196626"/>
                <a:gd name="connsiteX1" fmla="*/ 113102 w 136744"/>
                <a:gd name="connsiteY1" fmla="*/ 127041 h 196626"/>
                <a:gd name="connsiteX2" fmla="*/ 108629 w 136744"/>
                <a:gd name="connsiteY2" fmla="*/ 125126 h 196626"/>
                <a:gd name="connsiteX3" fmla="*/ 90737 w 136744"/>
                <a:gd name="connsiteY3" fmla="*/ 107251 h 196626"/>
                <a:gd name="connsiteX4" fmla="*/ 72845 w 136744"/>
                <a:gd name="connsiteY4" fmla="*/ 125126 h 196626"/>
                <a:gd name="connsiteX5" fmla="*/ 68372 w 136744"/>
                <a:gd name="connsiteY5" fmla="*/ 127041 h 196626"/>
                <a:gd name="connsiteX6" fmla="*/ 65816 w 136744"/>
                <a:gd name="connsiteY6" fmla="*/ 126403 h 196626"/>
                <a:gd name="connsiteX7" fmla="*/ 61982 w 136744"/>
                <a:gd name="connsiteY7" fmla="*/ 120657 h 196626"/>
                <a:gd name="connsiteX8" fmla="*/ 61982 w 136744"/>
                <a:gd name="connsiteY8" fmla="*/ 0 h 196626"/>
                <a:gd name="connsiteX9" fmla="*/ 0 w 136744"/>
                <a:gd name="connsiteY9" fmla="*/ 0 h 196626"/>
                <a:gd name="connsiteX10" fmla="*/ 0 w 136744"/>
                <a:gd name="connsiteY10" fmla="*/ 196627 h 196626"/>
                <a:gd name="connsiteX11" fmla="*/ 136745 w 136744"/>
                <a:gd name="connsiteY11" fmla="*/ 196627 h 196626"/>
                <a:gd name="connsiteX12" fmla="*/ 136745 w 136744"/>
                <a:gd name="connsiteY12" fmla="*/ 0 h 196626"/>
                <a:gd name="connsiteX13" fmla="*/ 119492 w 136744"/>
                <a:gd name="connsiteY13" fmla="*/ 0 h 196626"/>
                <a:gd name="connsiteX14" fmla="*/ 119492 w 136744"/>
                <a:gd name="connsiteY14" fmla="*/ 120657 h 196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6744" h="196626">
                  <a:moveTo>
                    <a:pt x="119492" y="120657"/>
                  </a:moveTo>
                  <a:cubicBezTo>
                    <a:pt x="119492" y="124488"/>
                    <a:pt x="116936" y="127041"/>
                    <a:pt x="113102" y="127041"/>
                  </a:cubicBezTo>
                  <a:cubicBezTo>
                    <a:pt x="111185" y="127041"/>
                    <a:pt x="109907" y="126403"/>
                    <a:pt x="108629" y="125126"/>
                  </a:cubicBezTo>
                  <a:lnTo>
                    <a:pt x="90737" y="107251"/>
                  </a:lnTo>
                  <a:lnTo>
                    <a:pt x="72845" y="125126"/>
                  </a:lnTo>
                  <a:cubicBezTo>
                    <a:pt x="71567" y="126403"/>
                    <a:pt x="70289" y="127041"/>
                    <a:pt x="68372" y="127041"/>
                  </a:cubicBezTo>
                  <a:cubicBezTo>
                    <a:pt x="67733" y="127041"/>
                    <a:pt x="66456" y="127041"/>
                    <a:pt x="65816" y="126403"/>
                  </a:cubicBezTo>
                  <a:cubicBezTo>
                    <a:pt x="63261" y="125126"/>
                    <a:pt x="61982" y="123211"/>
                    <a:pt x="61982" y="120657"/>
                  </a:cubicBezTo>
                  <a:lnTo>
                    <a:pt x="61982" y="0"/>
                  </a:lnTo>
                  <a:lnTo>
                    <a:pt x="0" y="0"/>
                  </a:lnTo>
                  <a:lnTo>
                    <a:pt x="0" y="196627"/>
                  </a:lnTo>
                  <a:lnTo>
                    <a:pt x="136745" y="196627"/>
                  </a:lnTo>
                  <a:lnTo>
                    <a:pt x="136745" y="0"/>
                  </a:lnTo>
                  <a:lnTo>
                    <a:pt x="119492" y="0"/>
                  </a:lnTo>
                  <a:lnTo>
                    <a:pt x="119492" y="120657"/>
                  </a:lnTo>
                  <a:close/>
                </a:path>
              </a:pathLst>
            </a:custGeom>
            <a:solidFill>
              <a:srgbClr val="26890D"/>
            </a:solidFill>
            <a:ln w="6390" cap="flat">
              <a:noFill/>
              <a:prstDash val="solid"/>
              <a:miter/>
            </a:ln>
          </p:spPr>
          <p:txBody>
            <a:bodyPr rtlCol="0" anchor="ctr"/>
            <a:lstStyle/>
            <a:p>
              <a:endParaRPr lang="en-US"/>
            </a:p>
          </p:txBody>
        </p:sp>
        <p:sp>
          <p:nvSpPr>
            <p:cNvPr id="397" name="Graphic 4">
              <a:extLst>
                <a:ext uri="{FF2B5EF4-FFF2-40B4-BE49-F238E27FC236}">
                  <a16:creationId xmlns:a16="http://schemas.microsoft.com/office/drawing/2014/main" id="{9A942B61-C447-904D-9CBB-DF451DC8D564}"/>
                </a:ext>
              </a:extLst>
            </p:cNvPr>
            <p:cNvSpPr/>
            <p:nvPr/>
          </p:nvSpPr>
          <p:spPr>
            <a:xfrm>
              <a:off x="2139989" y="1000532"/>
              <a:ext cx="31949" cy="105335"/>
            </a:xfrm>
            <a:custGeom>
              <a:avLst/>
              <a:gdLst>
                <a:gd name="connsiteX0" fmla="*/ 20448 w 31949"/>
                <a:gd name="connsiteY0" fmla="*/ 93845 h 105335"/>
                <a:gd name="connsiteX1" fmla="*/ 31950 w 31949"/>
                <a:gd name="connsiteY1" fmla="*/ 105336 h 105335"/>
                <a:gd name="connsiteX2" fmla="*/ 31950 w 31949"/>
                <a:gd name="connsiteY2" fmla="*/ 0 h 105335"/>
                <a:gd name="connsiteX3" fmla="*/ 0 w 31949"/>
                <a:gd name="connsiteY3" fmla="*/ 0 h 105335"/>
                <a:gd name="connsiteX4" fmla="*/ 0 w 31949"/>
                <a:gd name="connsiteY4" fmla="*/ 105336 h 105335"/>
                <a:gd name="connsiteX5" fmla="*/ 11502 w 31949"/>
                <a:gd name="connsiteY5" fmla="*/ 93845 h 105335"/>
                <a:gd name="connsiteX6" fmla="*/ 20448 w 31949"/>
                <a:gd name="connsiteY6" fmla="*/ 93845 h 10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49" h="105335">
                  <a:moveTo>
                    <a:pt x="20448" y="93845"/>
                  </a:moveTo>
                  <a:lnTo>
                    <a:pt x="31950" y="105336"/>
                  </a:lnTo>
                  <a:lnTo>
                    <a:pt x="31950" y="0"/>
                  </a:lnTo>
                  <a:lnTo>
                    <a:pt x="0" y="0"/>
                  </a:lnTo>
                  <a:lnTo>
                    <a:pt x="0" y="105336"/>
                  </a:lnTo>
                  <a:lnTo>
                    <a:pt x="11502" y="93845"/>
                  </a:lnTo>
                  <a:cubicBezTo>
                    <a:pt x="14697" y="91291"/>
                    <a:pt x="18531" y="91291"/>
                    <a:pt x="20448" y="93845"/>
                  </a:cubicBezTo>
                </a:path>
              </a:pathLst>
            </a:custGeom>
            <a:solidFill>
              <a:srgbClr val="26890D"/>
            </a:solidFill>
            <a:ln w="6390" cap="flat">
              <a:noFill/>
              <a:prstDash val="solid"/>
              <a:miter/>
            </a:ln>
          </p:spPr>
          <p:txBody>
            <a:bodyPr rtlCol="0" anchor="ctr"/>
            <a:lstStyle/>
            <a:p>
              <a:endParaRPr lang="en-US"/>
            </a:p>
          </p:txBody>
        </p:sp>
        <p:sp>
          <p:nvSpPr>
            <p:cNvPr id="398" name="Graphic 4">
              <a:extLst>
                <a:ext uri="{FF2B5EF4-FFF2-40B4-BE49-F238E27FC236}">
                  <a16:creationId xmlns:a16="http://schemas.microsoft.com/office/drawing/2014/main" id="{E8B9F764-8476-E449-96F5-AC194424E5D2}"/>
                </a:ext>
              </a:extLst>
            </p:cNvPr>
            <p:cNvSpPr/>
            <p:nvPr/>
          </p:nvSpPr>
          <p:spPr>
            <a:xfrm>
              <a:off x="1952125" y="918179"/>
              <a:ext cx="362313" cy="361971"/>
            </a:xfrm>
            <a:custGeom>
              <a:avLst/>
              <a:gdLst>
                <a:gd name="connsiteX0" fmla="*/ 262626 w 362313"/>
                <a:gd name="connsiteY0" fmla="*/ 285364 h 361971"/>
                <a:gd name="connsiteX1" fmla="*/ 256237 w 362313"/>
                <a:gd name="connsiteY1" fmla="*/ 291748 h 361971"/>
                <a:gd name="connsiteX2" fmla="*/ 106712 w 362313"/>
                <a:gd name="connsiteY2" fmla="*/ 291748 h 361971"/>
                <a:gd name="connsiteX3" fmla="*/ 100322 w 362313"/>
                <a:gd name="connsiteY3" fmla="*/ 285364 h 361971"/>
                <a:gd name="connsiteX4" fmla="*/ 100322 w 362313"/>
                <a:gd name="connsiteY4" fmla="*/ 75969 h 361971"/>
                <a:gd name="connsiteX5" fmla="*/ 106712 w 362313"/>
                <a:gd name="connsiteY5" fmla="*/ 69585 h 361971"/>
                <a:gd name="connsiteX6" fmla="*/ 256237 w 362313"/>
                <a:gd name="connsiteY6" fmla="*/ 69585 h 361971"/>
                <a:gd name="connsiteX7" fmla="*/ 262626 w 362313"/>
                <a:gd name="connsiteY7" fmla="*/ 75969 h 361971"/>
                <a:gd name="connsiteX8" fmla="*/ 262626 w 362313"/>
                <a:gd name="connsiteY8" fmla="*/ 285364 h 361971"/>
                <a:gd name="connsiteX9" fmla="*/ 181474 w 362313"/>
                <a:gd name="connsiteY9" fmla="*/ 0 h 361971"/>
                <a:gd name="connsiteX10" fmla="*/ 0 w 362313"/>
                <a:gd name="connsiteY10" fmla="*/ 180667 h 361971"/>
                <a:gd name="connsiteX11" fmla="*/ 180835 w 362313"/>
                <a:gd name="connsiteY11" fmla="*/ 361972 h 361971"/>
                <a:gd name="connsiteX12" fmla="*/ 362310 w 362313"/>
                <a:gd name="connsiteY12" fmla="*/ 181305 h 361971"/>
                <a:gd name="connsiteX13" fmla="*/ 362310 w 362313"/>
                <a:gd name="connsiteY13" fmla="*/ 181305 h 361971"/>
                <a:gd name="connsiteX14" fmla="*/ 181474 w 362313"/>
                <a:gd name="connsiteY14"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2313" h="361971">
                  <a:moveTo>
                    <a:pt x="262626" y="285364"/>
                  </a:moveTo>
                  <a:cubicBezTo>
                    <a:pt x="262626" y="289194"/>
                    <a:pt x="260071" y="291748"/>
                    <a:pt x="256237" y="291748"/>
                  </a:cubicBezTo>
                  <a:lnTo>
                    <a:pt x="106712" y="291748"/>
                  </a:lnTo>
                  <a:cubicBezTo>
                    <a:pt x="102878" y="291748"/>
                    <a:pt x="100322" y="289194"/>
                    <a:pt x="100322" y="285364"/>
                  </a:cubicBezTo>
                  <a:lnTo>
                    <a:pt x="100322" y="75969"/>
                  </a:lnTo>
                  <a:cubicBezTo>
                    <a:pt x="100322" y="72139"/>
                    <a:pt x="102878" y="69585"/>
                    <a:pt x="106712" y="69585"/>
                  </a:cubicBezTo>
                  <a:lnTo>
                    <a:pt x="256237" y="69585"/>
                  </a:lnTo>
                  <a:cubicBezTo>
                    <a:pt x="260071" y="69585"/>
                    <a:pt x="262626" y="72139"/>
                    <a:pt x="262626" y="75969"/>
                  </a:cubicBezTo>
                  <a:lnTo>
                    <a:pt x="262626" y="285364"/>
                  </a:lnTo>
                  <a:close/>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path>
              </a:pathLst>
            </a:custGeom>
            <a:solidFill>
              <a:srgbClr val="26890D"/>
            </a:solidFill>
            <a:ln w="6390" cap="flat">
              <a:noFill/>
              <a:prstDash val="solid"/>
              <a:miter/>
            </a:ln>
          </p:spPr>
          <p:txBody>
            <a:bodyPr rtlCol="0" anchor="ctr"/>
            <a:lstStyle/>
            <a:p>
              <a:endParaRPr lang="en-US"/>
            </a:p>
          </p:txBody>
        </p:sp>
      </p:grpSp>
      <p:grpSp>
        <p:nvGrpSpPr>
          <p:cNvPr id="399" name="Graphic 4">
            <a:extLst>
              <a:ext uri="{FF2B5EF4-FFF2-40B4-BE49-F238E27FC236}">
                <a16:creationId xmlns:a16="http://schemas.microsoft.com/office/drawing/2014/main" id="{99A2D824-8E17-0A49-B554-5E6B7997B4B9}"/>
              </a:ext>
            </a:extLst>
          </p:cNvPr>
          <p:cNvGrpSpPr>
            <a:grpSpLocks noChangeAspect="1"/>
          </p:cNvGrpSpPr>
          <p:nvPr/>
        </p:nvGrpSpPr>
        <p:grpSpPr>
          <a:xfrm>
            <a:off x="905454" y="3824168"/>
            <a:ext cx="362309" cy="361971"/>
            <a:chOff x="905454" y="3824168"/>
            <a:chExt cx="362309" cy="361971"/>
          </a:xfrm>
          <a:solidFill>
            <a:srgbClr val="26890D"/>
          </a:solidFill>
        </p:grpSpPr>
        <p:sp>
          <p:nvSpPr>
            <p:cNvPr id="400" name="Graphic 4">
              <a:extLst>
                <a:ext uri="{FF2B5EF4-FFF2-40B4-BE49-F238E27FC236}">
                  <a16:creationId xmlns:a16="http://schemas.microsoft.com/office/drawing/2014/main" id="{DD69E21B-58E6-3049-9DC5-955AA417647B}"/>
                </a:ext>
              </a:extLst>
            </p:cNvPr>
            <p:cNvSpPr/>
            <p:nvPr/>
          </p:nvSpPr>
          <p:spPr>
            <a:xfrm>
              <a:off x="1021750" y="3919927"/>
              <a:ext cx="129715" cy="164706"/>
            </a:xfrm>
            <a:custGeom>
              <a:avLst/>
              <a:gdLst>
                <a:gd name="connsiteX0" fmla="*/ 0 w 129715"/>
                <a:gd name="connsiteY0" fmla="*/ 164707 h 164706"/>
                <a:gd name="connsiteX1" fmla="*/ 61343 w 129715"/>
                <a:gd name="connsiteY1" fmla="*/ 118742 h 164706"/>
                <a:gd name="connsiteX2" fmla="*/ 69011 w 129715"/>
                <a:gd name="connsiteY2" fmla="*/ 118742 h 164706"/>
                <a:gd name="connsiteX3" fmla="*/ 129716 w 129715"/>
                <a:gd name="connsiteY3" fmla="*/ 164707 h 164706"/>
                <a:gd name="connsiteX4" fmla="*/ 129716 w 129715"/>
                <a:gd name="connsiteY4" fmla="*/ 0 h 164706"/>
                <a:gd name="connsiteX5" fmla="*/ 0 w 129715"/>
                <a:gd name="connsiteY5" fmla="*/ 0 h 164706"/>
                <a:gd name="connsiteX6" fmla="*/ 0 w 129715"/>
                <a:gd name="connsiteY6" fmla="*/ 164707 h 16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715" h="164706">
                  <a:moveTo>
                    <a:pt x="0" y="164707"/>
                  </a:moveTo>
                  <a:lnTo>
                    <a:pt x="61343" y="118742"/>
                  </a:lnTo>
                  <a:cubicBezTo>
                    <a:pt x="63899" y="116827"/>
                    <a:pt x="66455" y="116827"/>
                    <a:pt x="69011" y="118742"/>
                  </a:cubicBezTo>
                  <a:lnTo>
                    <a:pt x="129716" y="164707"/>
                  </a:lnTo>
                  <a:lnTo>
                    <a:pt x="129716" y="0"/>
                  </a:lnTo>
                  <a:lnTo>
                    <a:pt x="0" y="0"/>
                  </a:lnTo>
                  <a:lnTo>
                    <a:pt x="0" y="164707"/>
                  </a:lnTo>
                  <a:close/>
                </a:path>
              </a:pathLst>
            </a:custGeom>
            <a:solidFill>
              <a:srgbClr val="26890D"/>
            </a:solidFill>
            <a:ln w="6390" cap="flat">
              <a:noFill/>
              <a:prstDash val="solid"/>
              <a:miter/>
            </a:ln>
          </p:spPr>
          <p:txBody>
            <a:bodyPr rtlCol="0" anchor="ctr"/>
            <a:lstStyle/>
            <a:p>
              <a:endParaRPr lang="en-US"/>
            </a:p>
          </p:txBody>
        </p:sp>
        <p:sp>
          <p:nvSpPr>
            <p:cNvPr id="401" name="Graphic 4">
              <a:extLst>
                <a:ext uri="{FF2B5EF4-FFF2-40B4-BE49-F238E27FC236}">
                  <a16:creationId xmlns:a16="http://schemas.microsoft.com/office/drawing/2014/main" id="{B4EBCDC0-21E6-324E-BD10-0155ABA97E67}"/>
                </a:ext>
              </a:extLst>
            </p:cNvPr>
            <p:cNvSpPr/>
            <p:nvPr/>
          </p:nvSpPr>
          <p:spPr>
            <a:xfrm>
              <a:off x="905454" y="3824168"/>
              <a:ext cx="362309" cy="361971"/>
            </a:xfrm>
            <a:custGeom>
              <a:avLst/>
              <a:gdLst>
                <a:gd name="connsiteX0" fmla="*/ 258792 w 362309"/>
                <a:gd name="connsiteY0" fmla="*/ 273234 h 361971"/>
                <a:gd name="connsiteX1" fmla="*/ 254959 w 362309"/>
                <a:gd name="connsiteY1" fmla="*/ 278980 h 361971"/>
                <a:gd name="connsiteX2" fmla="*/ 252403 w 362309"/>
                <a:gd name="connsiteY2" fmla="*/ 279618 h 361971"/>
                <a:gd name="connsiteX3" fmla="*/ 248569 w 362309"/>
                <a:gd name="connsiteY3" fmla="*/ 278341 h 361971"/>
                <a:gd name="connsiteX4" fmla="*/ 181474 w 362309"/>
                <a:gd name="connsiteY4" fmla="*/ 227270 h 361971"/>
                <a:gd name="connsiteX5" fmla="*/ 113741 w 362309"/>
                <a:gd name="connsiteY5" fmla="*/ 278341 h 361971"/>
                <a:gd name="connsiteX6" fmla="*/ 106712 w 362309"/>
                <a:gd name="connsiteY6" fmla="*/ 278980 h 361971"/>
                <a:gd name="connsiteX7" fmla="*/ 102878 w 362309"/>
                <a:gd name="connsiteY7" fmla="*/ 273234 h 361971"/>
                <a:gd name="connsiteX8" fmla="*/ 102878 w 362309"/>
                <a:gd name="connsiteY8" fmla="*/ 89376 h 361971"/>
                <a:gd name="connsiteX9" fmla="*/ 109268 w 362309"/>
                <a:gd name="connsiteY9" fmla="*/ 82992 h 361971"/>
                <a:gd name="connsiteX10" fmla="*/ 251764 w 362309"/>
                <a:gd name="connsiteY10" fmla="*/ 82992 h 361971"/>
                <a:gd name="connsiteX11" fmla="*/ 258154 w 362309"/>
                <a:gd name="connsiteY11" fmla="*/ 89376 h 361971"/>
                <a:gd name="connsiteX12" fmla="*/ 258792 w 362309"/>
                <a:gd name="connsiteY12" fmla="*/ 273234 h 361971"/>
                <a:gd name="connsiteX13" fmla="*/ 180835 w 362309"/>
                <a:gd name="connsiteY13" fmla="*/ 0 h 361971"/>
                <a:gd name="connsiteX14" fmla="*/ 0 w 362309"/>
                <a:gd name="connsiteY14" fmla="*/ 180667 h 361971"/>
                <a:gd name="connsiteX15" fmla="*/ 180835 w 362309"/>
                <a:gd name="connsiteY15" fmla="*/ 361971 h 361971"/>
                <a:gd name="connsiteX16" fmla="*/ 362309 w 362309"/>
                <a:gd name="connsiteY16" fmla="*/ 180667 h 361971"/>
                <a:gd name="connsiteX17" fmla="*/ 362309 w 362309"/>
                <a:gd name="connsiteY17" fmla="*/ 180667 h 361971"/>
                <a:gd name="connsiteX18" fmla="*/ 180835 w 362309"/>
                <a:gd name="connsiteY18"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2309" h="361971">
                  <a:moveTo>
                    <a:pt x="258792" y="273234"/>
                  </a:moveTo>
                  <a:cubicBezTo>
                    <a:pt x="258792" y="275788"/>
                    <a:pt x="257514" y="277703"/>
                    <a:pt x="254959" y="278980"/>
                  </a:cubicBezTo>
                  <a:cubicBezTo>
                    <a:pt x="254320" y="279618"/>
                    <a:pt x="253042" y="279618"/>
                    <a:pt x="252403" y="279618"/>
                  </a:cubicBezTo>
                  <a:cubicBezTo>
                    <a:pt x="251125" y="279618"/>
                    <a:pt x="249847" y="278980"/>
                    <a:pt x="248569" y="278341"/>
                  </a:cubicBezTo>
                  <a:lnTo>
                    <a:pt x="181474" y="227270"/>
                  </a:lnTo>
                  <a:lnTo>
                    <a:pt x="113741" y="278341"/>
                  </a:lnTo>
                  <a:cubicBezTo>
                    <a:pt x="111824" y="279618"/>
                    <a:pt x="109268" y="280257"/>
                    <a:pt x="106712" y="278980"/>
                  </a:cubicBezTo>
                  <a:cubicBezTo>
                    <a:pt x="104795" y="277703"/>
                    <a:pt x="102878" y="275788"/>
                    <a:pt x="102878" y="273234"/>
                  </a:cubicBezTo>
                  <a:lnTo>
                    <a:pt x="102878" y="89376"/>
                  </a:lnTo>
                  <a:cubicBezTo>
                    <a:pt x="102878" y="85545"/>
                    <a:pt x="105434" y="82992"/>
                    <a:pt x="109268" y="82992"/>
                  </a:cubicBezTo>
                  <a:lnTo>
                    <a:pt x="251764" y="82992"/>
                  </a:lnTo>
                  <a:cubicBezTo>
                    <a:pt x="255597" y="82992"/>
                    <a:pt x="258154" y="85545"/>
                    <a:pt x="258154" y="89376"/>
                  </a:cubicBezTo>
                  <a:lnTo>
                    <a:pt x="258792" y="273234"/>
                  </a:lnTo>
                  <a:close/>
                  <a:moveTo>
                    <a:pt x="180835" y="0"/>
                  </a:moveTo>
                  <a:cubicBezTo>
                    <a:pt x="80513" y="0"/>
                    <a:pt x="0" y="81076"/>
                    <a:pt x="0" y="180667"/>
                  </a:cubicBezTo>
                  <a:cubicBezTo>
                    <a:pt x="0" y="280895"/>
                    <a:pt x="81152" y="361971"/>
                    <a:pt x="180835" y="361971"/>
                  </a:cubicBezTo>
                  <a:cubicBezTo>
                    <a:pt x="280518" y="361971"/>
                    <a:pt x="362309" y="280895"/>
                    <a:pt x="362309" y="180667"/>
                  </a:cubicBezTo>
                  <a:lnTo>
                    <a:pt x="362309" y="180667"/>
                  </a:lnTo>
                  <a:cubicBezTo>
                    <a:pt x="361670" y="81076"/>
                    <a:pt x="281157" y="0"/>
                    <a:pt x="180835" y="0"/>
                  </a:cubicBezTo>
                </a:path>
              </a:pathLst>
            </a:custGeom>
            <a:solidFill>
              <a:srgbClr val="26890D"/>
            </a:solidFill>
            <a:ln w="6390" cap="flat">
              <a:noFill/>
              <a:prstDash val="solid"/>
              <a:miter/>
            </a:ln>
          </p:spPr>
          <p:txBody>
            <a:bodyPr rtlCol="0" anchor="ctr"/>
            <a:lstStyle/>
            <a:p>
              <a:endParaRPr lang="en-US"/>
            </a:p>
          </p:txBody>
        </p:sp>
      </p:grpSp>
      <p:grpSp>
        <p:nvGrpSpPr>
          <p:cNvPr id="402" name="Graphic 4">
            <a:extLst>
              <a:ext uri="{FF2B5EF4-FFF2-40B4-BE49-F238E27FC236}">
                <a16:creationId xmlns:a16="http://schemas.microsoft.com/office/drawing/2014/main" id="{6FB449AA-624C-5D45-B961-A0806FD4D34A}"/>
              </a:ext>
            </a:extLst>
          </p:cNvPr>
          <p:cNvGrpSpPr>
            <a:grpSpLocks noChangeAspect="1"/>
          </p:cNvGrpSpPr>
          <p:nvPr/>
        </p:nvGrpSpPr>
        <p:grpSpPr>
          <a:xfrm>
            <a:off x="1514415" y="4308712"/>
            <a:ext cx="362309" cy="361971"/>
            <a:chOff x="1514415" y="4308712"/>
            <a:chExt cx="362309" cy="361971"/>
          </a:xfrm>
          <a:solidFill>
            <a:srgbClr val="26890D"/>
          </a:solidFill>
        </p:grpSpPr>
        <p:sp>
          <p:nvSpPr>
            <p:cNvPr id="403" name="Graphic 4">
              <a:extLst>
                <a:ext uri="{FF2B5EF4-FFF2-40B4-BE49-F238E27FC236}">
                  <a16:creationId xmlns:a16="http://schemas.microsoft.com/office/drawing/2014/main" id="{5C42C567-FFA9-8F40-BDE5-2EDC22B2AEE7}"/>
                </a:ext>
              </a:extLst>
            </p:cNvPr>
            <p:cNvSpPr/>
            <p:nvPr/>
          </p:nvSpPr>
          <p:spPr>
            <a:xfrm>
              <a:off x="1514415" y="4308712"/>
              <a:ext cx="362309" cy="361971"/>
            </a:xfrm>
            <a:custGeom>
              <a:avLst/>
              <a:gdLst>
                <a:gd name="connsiteX0" fmla="*/ 181474 w 362309"/>
                <a:gd name="connsiteY0" fmla="*/ 349204 h 361971"/>
                <a:gd name="connsiteX1" fmla="*/ 12780 w 362309"/>
                <a:gd name="connsiteY1" fmla="*/ 181305 h 361971"/>
                <a:gd name="connsiteX2" fmla="*/ 180835 w 362309"/>
                <a:gd name="connsiteY2" fmla="*/ 12768 h 361971"/>
                <a:gd name="connsiteX3" fmla="*/ 349530 w 362309"/>
                <a:gd name="connsiteY3" fmla="*/ 180667 h 361971"/>
                <a:gd name="connsiteX4" fmla="*/ 349530 w 362309"/>
                <a:gd name="connsiteY4" fmla="*/ 180667 h 361971"/>
                <a:gd name="connsiteX5" fmla="*/ 181474 w 362309"/>
                <a:gd name="connsiteY5" fmla="*/ 349204 h 361971"/>
                <a:gd name="connsiteX6" fmla="*/ 181474 w 362309"/>
                <a:gd name="connsiteY6" fmla="*/ 0 h 361971"/>
                <a:gd name="connsiteX7" fmla="*/ 0 w 362309"/>
                <a:gd name="connsiteY7" fmla="*/ 180667 h 361971"/>
                <a:gd name="connsiteX8" fmla="*/ 180835 w 362309"/>
                <a:gd name="connsiteY8" fmla="*/ 361972 h 361971"/>
                <a:gd name="connsiteX9" fmla="*/ 362310 w 362309"/>
                <a:gd name="connsiteY9" fmla="*/ 181305 h 361971"/>
                <a:gd name="connsiteX10" fmla="*/ 362310 w 362309"/>
                <a:gd name="connsiteY10" fmla="*/ 181305 h 361971"/>
                <a:gd name="connsiteX11" fmla="*/ 181474 w 362309"/>
                <a:gd name="connsiteY11" fmla="*/ 0 h 361971"/>
                <a:gd name="connsiteX12" fmla="*/ 181474 w 362309"/>
                <a:gd name="connsiteY12"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349204"/>
                  </a:moveTo>
                  <a:cubicBezTo>
                    <a:pt x="88181" y="349204"/>
                    <a:pt x="12780" y="273873"/>
                    <a:pt x="12780" y="181305"/>
                  </a:cubicBezTo>
                  <a:cubicBezTo>
                    <a:pt x="12780" y="88099"/>
                    <a:pt x="88181" y="12768"/>
                    <a:pt x="180835" y="12768"/>
                  </a:cubicBezTo>
                  <a:cubicBezTo>
                    <a:pt x="274128" y="12768"/>
                    <a:pt x="349530" y="88099"/>
                    <a:pt x="349530" y="180667"/>
                  </a:cubicBezTo>
                  <a:cubicBezTo>
                    <a:pt x="349530" y="180667"/>
                    <a:pt x="349530" y="180667"/>
                    <a:pt x="349530" y="180667"/>
                  </a:cubicBezTo>
                  <a:cubicBezTo>
                    <a:pt x="349530" y="273873"/>
                    <a:pt x="274128" y="349204"/>
                    <a:pt x="181474" y="349204"/>
                  </a:cubicBezTo>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lnTo>
                    <a:pt x="181474" y="0"/>
                  </a:lnTo>
                </a:path>
              </a:pathLst>
            </a:custGeom>
            <a:solidFill>
              <a:srgbClr val="26890D"/>
            </a:solidFill>
            <a:ln w="6390" cap="flat">
              <a:noFill/>
              <a:prstDash val="solid"/>
              <a:miter/>
            </a:ln>
          </p:spPr>
          <p:txBody>
            <a:bodyPr rtlCol="0" anchor="ctr"/>
            <a:lstStyle/>
            <a:p>
              <a:endParaRPr lang="en-US"/>
            </a:p>
          </p:txBody>
        </p:sp>
        <p:sp>
          <p:nvSpPr>
            <p:cNvPr id="404" name="Graphic 4">
              <a:extLst>
                <a:ext uri="{FF2B5EF4-FFF2-40B4-BE49-F238E27FC236}">
                  <a16:creationId xmlns:a16="http://schemas.microsoft.com/office/drawing/2014/main" id="{E4342D20-84C4-964B-84C0-6114EEA46519}"/>
                </a:ext>
              </a:extLst>
            </p:cNvPr>
            <p:cNvSpPr/>
            <p:nvPr/>
          </p:nvSpPr>
          <p:spPr>
            <a:xfrm>
              <a:off x="1600040" y="4398726"/>
              <a:ext cx="192976" cy="180028"/>
            </a:xfrm>
            <a:custGeom>
              <a:avLst/>
              <a:gdLst>
                <a:gd name="connsiteX0" fmla="*/ 111824 w 192976"/>
                <a:gd name="connsiteY0" fmla="*/ 116827 h 180028"/>
                <a:gd name="connsiteX1" fmla="*/ 75401 w 192976"/>
                <a:gd name="connsiteY1" fmla="*/ 80438 h 180028"/>
                <a:gd name="connsiteX2" fmla="*/ 139940 w 192976"/>
                <a:gd name="connsiteY2" fmla="*/ 15960 h 180028"/>
                <a:gd name="connsiteX3" fmla="*/ 176362 w 192976"/>
                <a:gd name="connsiteY3" fmla="*/ 52349 h 180028"/>
                <a:gd name="connsiteX4" fmla="*/ 111824 w 192976"/>
                <a:gd name="connsiteY4" fmla="*/ 116827 h 180028"/>
                <a:gd name="connsiteX5" fmla="*/ 41535 w 192976"/>
                <a:gd name="connsiteY5" fmla="*/ 167899 h 180028"/>
                <a:gd name="connsiteX6" fmla="*/ 15336 w 192976"/>
                <a:gd name="connsiteY6" fmla="*/ 141086 h 180028"/>
                <a:gd name="connsiteX7" fmla="*/ 67094 w 192976"/>
                <a:gd name="connsiteY7" fmla="*/ 89376 h 180028"/>
                <a:gd name="connsiteX8" fmla="*/ 103517 w 192976"/>
                <a:gd name="connsiteY8" fmla="*/ 125764 h 180028"/>
                <a:gd name="connsiteX9" fmla="*/ 60704 w 192976"/>
                <a:gd name="connsiteY9" fmla="*/ 168537 h 180028"/>
                <a:gd name="connsiteX10" fmla="*/ 41535 w 192976"/>
                <a:gd name="connsiteY10" fmla="*/ 167899 h 180028"/>
                <a:gd name="connsiteX11" fmla="*/ 145052 w 192976"/>
                <a:gd name="connsiteY11" fmla="*/ 1915 h 180028"/>
                <a:gd name="connsiteX12" fmla="*/ 136106 w 192976"/>
                <a:gd name="connsiteY12" fmla="*/ 1915 h 180028"/>
                <a:gd name="connsiteX13" fmla="*/ 62621 w 192976"/>
                <a:gd name="connsiteY13" fmla="*/ 75331 h 180028"/>
                <a:gd name="connsiteX14" fmla="*/ 62621 w 192976"/>
                <a:gd name="connsiteY14" fmla="*/ 75331 h 180028"/>
                <a:gd name="connsiteX15" fmla="*/ 1917 w 192976"/>
                <a:gd name="connsiteY15" fmla="*/ 135979 h 180028"/>
                <a:gd name="connsiteX16" fmla="*/ 1917 w 192976"/>
                <a:gd name="connsiteY16" fmla="*/ 144916 h 180028"/>
                <a:gd name="connsiteX17" fmla="*/ 34506 w 192976"/>
                <a:gd name="connsiteY17" fmla="*/ 178113 h 180028"/>
                <a:gd name="connsiteX18" fmla="*/ 34506 w 192976"/>
                <a:gd name="connsiteY18" fmla="*/ 178113 h 180028"/>
                <a:gd name="connsiteX19" fmla="*/ 36423 w 192976"/>
                <a:gd name="connsiteY19" fmla="*/ 179390 h 180028"/>
                <a:gd name="connsiteX20" fmla="*/ 38979 w 192976"/>
                <a:gd name="connsiteY20" fmla="*/ 180028 h 180028"/>
                <a:gd name="connsiteX21" fmla="*/ 169972 w 192976"/>
                <a:gd name="connsiteY21" fmla="*/ 180028 h 180028"/>
                <a:gd name="connsiteX22" fmla="*/ 176362 w 192976"/>
                <a:gd name="connsiteY22" fmla="*/ 173644 h 180028"/>
                <a:gd name="connsiteX23" fmla="*/ 169972 w 192976"/>
                <a:gd name="connsiteY23" fmla="*/ 167260 h 180028"/>
                <a:gd name="connsiteX24" fmla="*/ 79235 w 192976"/>
                <a:gd name="connsiteY24" fmla="*/ 167260 h 180028"/>
                <a:gd name="connsiteX25" fmla="*/ 117575 w 192976"/>
                <a:gd name="connsiteY25" fmla="*/ 128956 h 180028"/>
                <a:gd name="connsiteX26" fmla="*/ 117575 w 192976"/>
                <a:gd name="connsiteY26" fmla="*/ 128956 h 180028"/>
                <a:gd name="connsiteX27" fmla="*/ 191059 w 192976"/>
                <a:gd name="connsiteY27" fmla="*/ 55541 h 180028"/>
                <a:gd name="connsiteX28" fmla="*/ 191059 w 192976"/>
                <a:gd name="connsiteY28" fmla="*/ 46603 h 180028"/>
                <a:gd name="connsiteX29" fmla="*/ 145052 w 192976"/>
                <a:gd name="connsiteY29" fmla="*/ 1915 h 18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2976" h="180028">
                  <a:moveTo>
                    <a:pt x="111824" y="116827"/>
                  </a:moveTo>
                  <a:lnTo>
                    <a:pt x="75401" y="80438"/>
                  </a:lnTo>
                  <a:lnTo>
                    <a:pt x="139940" y="15960"/>
                  </a:lnTo>
                  <a:lnTo>
                    <a:pt x="176362" y="52349"/>
                  </a:lnTo>
                  <a:lnTo>
                    <a:pt x="111824" y="116827"/>
                  </a:lnTo>
                  <a:close/>
                  <a:moveTo>
                    <a:pt x="41535" y="167899"/>
                  </a:moveTo>
                  <a:lnTo>
                    <a:pt x="15336" y="141086"/>
                  </a:lnTo>
                  <a:lnTo>
                    <a:pt x="67094" y="89376"/>
                  </a:lnTo>
                  <a:lnTo>
                    <a:pt x="103517" y="125764"/>
                  </a:lnTo>
                  <a:lnTo>
                    <a:pt x="60704" y="168537"/>
                  </a:lnTo>
                  <a:lnTo>
                    <a:pt x="41535" y="167899"/>
                  </a:lnTo>
                  <a:close/>
                  <a:moveTo>
                    <a:pt x="145052" y="1915"/>
                  </a:moveTo>
                  <a:cubicBezTo>
                    <a:pt x="142496" y="-638"/>
                    <a:pt x="138662" y="-638"/>
                    <a:pt x="136106" y="1915"/>
                  </a:cubicBezTo>
                  <a:lnTo>
                    <a:pt x="62621" y="75331"/>
                  </a:lnTo>
                  <a:lnTo>
                    <a:pt x="62621" y="75331"/>
                  </a:lnTo>
                  <a:lnTo>
                    <a:pt x="1917" y="135979"/>
                  </a:lnTo>
                  <a:cubicBezTo>
                    <a:pt x="-639" y="138532"/>
                    <a:pt x="-639" y="142363"/>
                    <a:pt x="1917" y="144916"/>
                  </a:cubicBezTo>
                  <a:lnTo>
                    <a:pt x="34506" y="178113"/>
                  </a:lnTo>
                  <a:lnTo>
                    <a:pt x="34506" y="178113"/>
                  </a:lnTo>
                  <a:cubicBezTo>
                    <a:pt x="35145" y="178752"/>
                    <a:pt x="35784" y="179390"/>
                    <a:pt x="36423" y="179390"/>
                  </a:cubicBezTo>
                  <a:cubicBezTo>
                    <a:pt x="37062" y="179390"/>
                    <a:pt x="38340" y="180028"/>
                    <a:pt x="38979" y="180028"/>
                  </a:cubicBezTo>
                  <a:lnTo>
                    <a:pt x="169972" y="180028"/>
                  </a:lnTo>
                  <a:cubicBezTo>
                    <a:pt x="173806" y="180028"/>
                    <a:pt x="176362" y="177475"/>
                    <a:pt x="176362" y="173644"/>
                  </a:cubicBezTo>
                  <a:cubicBezTo>
                    <a:pt x="176362" y="169814"/>
                    <a:pt x="173806" y="167260"/>
                    <a:pt x="169972" y="167260"/>
                  </a:cubicBezTo>
                  <a:lnTo>
                    <a:pt x="79235" y="167260"/>
                  </a:lnTo>
                  <a:lnTo>
                    <a:pt x="117575" y="128956"/>
                  </a:lnTo>
                  <a:lnTo>
                    <a:pt x="117575" y="128956"/>
                  </a:lnTo>
                  <a:lnTo>
                    <a:pt x="191059" y="55541"/>
                  </a:lnTo>
                  <a:cubicBezTo>
                    <a:pt x="193615" y="52987"/>
                    <a:pt x="193615" y="49157"/>
                    <a:pt x="191059" y="46603"/>
                  </a:cubicBezTo>
                  <a:lnTo>
                    <a:pt x="145052" y="1915"/>
                  </a:lnTo>
                  <a:close/>
                </a:path>
              </a:pathLst>
            </a:custGeom>
            <a:solidFill>
              <a:srgbClr val="26890D"/>
            </a:solidFill>
            <a:ln w="6390" cap="flat">
              <a:noFill/>
              <a:prstDash val="solid"/>
              <a:miter/>
            </a:ln>
          </p:spPr>
          <p:txBody>
            <a:bodyPr rtlCol="0" anchor="ctr"/>
            <a:lstStyle/>
            <a:p>
              <a:endParaRPr lang="en-US"/>
            </a:p>
          </p:txBody>
        </p:sp>
      </p:grpSp>
      <p:grpSp>
        <p:nvGrpSpPr>
          <p:cNvPr id="405" name="Graphic 4">
            <a:extLst>
              <a:ext uri="{FF2B5EF4-FFF2-40B4-BE49-F238E27FC236}">
                <a16:creationId xmlns:a16="http://schemas.microsoft.com/office/drawing/2014/main" id="{8179E48C-9B3E-D84C-966C-DE4ACEC366EA}"/>
              </a:ext>
            </a:extLst>
          </p:cNvPr>
          <p:cNvGrpSpPr>
            <a:grpSpLocks noChangeAspect="1"/>
          </p:cNvGrpSpPr>
          <p:nvPr/>
        </p:nvGrpSpPr>
        <p:grpSpPr>
          <a:xfrm>
            <a:off x="1514415" y="3339623"/>
            <a:ext cx="362309" cy="361971"/>
            <a:chOff x="1514415" y="3339623"/>
            <a:chExt cx="362309" cy="361971"/>
          </a:xfrm>
          <a:solidFill>
            <a:srgbClr val="26890D"/>
          </a:solidFill>
        </p:grpSpPr>
        <p:sp>
          <p:nvSpPr>
            <p:cNvPr id="406" name="Graphic 4">
              <a:extLst>
                <a:ext uri="{FF2B5EF4-FFF2-40B4-BE49-F238E27FC236}">
                  <a16:creationId xmlns:a16="http://schemas.microsoft.com/office/drawing/2014/main" id="{8F79F67A-CE60-604B-B6A3-9C038B3C1319}"/>
                </a:ext>
              </a:extLst>
            </p:cNvPr>
            <p:cNvSpPr/>
            <p:nvPr/>
          </p:nvSpPr>
          <p:spPr>
            <a:xfrm>
              <a:off x="1514415" y="3339623"/>
              <a:ext cx="362309" cy="361971"/>
            </a:xfrm>
            <a:custGeom>
              <a:avLst/>
              <a:gdLst>
                <a:gd name="connsiteX0" fmla="*/ 181474 w 362309"/>
                <a:gd name="connsiteY0" fmla="*/ 349204 h 361971"/>
                <a:gd name="connsiteX1" fmla="*/ 12780 w 362309"/>
                <a:gd name="connsiteY1" fmla="*/ 181305 h 361971"/>
                <a:gd name="connsiteX2" fmla="*/ 180835 w 362309"/>
                <a:gd name="connsiteY2" fmla="*/ 12768 h 361971"/>
                <a:gd name="connsiteX3" fmla="*/ 349530 w 362309"/>
                <a:gd name="connsiteY3" fmla="*/ 180667 h 361971"/>
                <a:gd name="connsiteX4" fmla="*/ 349530 w 362309"/>
                <a:gd name="connsiteY4" fmla="*/ 180667 h 361971"/>
                <a:gd name="connsiteX5" fmla="*/ 181474 w 362309"/>
                <a:gd name="connsiteY5" fmla="*/ 349204 h 361971"/>
                <a:gd name="connsiteX6" fmla="*/ 181474 w 362309"/>
                <a:gd name="connsiteY6" fmla="*/ 0 h 361971"/>
                <a:gd name="connsiteX7" fmla="*/ 0 w 362309"/>
                <a:gd name="connsiteY7" fmla="*/ 180667 h 361971"/>
                <a:gd name="connsiteX8" fmla="*/ 180835 w 362309"/>
                <a:gd name="connsiteY8" fmla="*/ 361972 h 361971"/>
                <a:gd name="connsiteX9" fmla="*/ 362310 w 362309"/>
                <a:gd name="connsiteY9" fmla="*/ 181305 h 361971"/>
                <a:gd name="connsiteX10" fmla="*/ 362310 w 362309"/>
                <a:gd name="connsiteY10" fmla="*/ 181305 h 361971"/>
                <a:gd name="connsiteX11" fmla="*/ 181474 w 362309"/>
                <a:gd name="connsiteY11"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349204"/>
                  </a:moveTo>
                  <a:cubicBezTo>
                    <a:pt x="88181" y="349204"/>
                    <a:pt x="12780" y="273873"/>
                    <a:pt x="12780" y="181305"/>
                  </a:cubicBezTo>
                  <a:cubicBezTo>
                    <a:pt x="12780" y="88099"/>
                    <a:pt x="88181" y="12768"/>
                    <a:pt x="180835" y="12768"/>
                  </a:cubicBezTo>
                  <a:cubicBezTo>
                    <a:pt x="274128" y="12768"/>
                    <a:pt x="349530" y="88099"/>
                    <a:pt x="349530" y="180667"/>
                  </a:cubicBezTo>
                  <a:cubicBezTo>
                    <a:pt x="349530" y="180667"/>
                    <a:pt x="349530" y="180667"/>
                    <a:pt x="349530" y="180667"/>
                  </a:cubicBezTo>
                  <a:cubicBezTo>
                    <a:pt x="349530" y="273873"/>
                    <a:pt x="274128" y="349204"/>
                    <a:pt x="181474" y="349204"/>
                  </a:cubicBezTo>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path>
              </a:pathLst>
            </a:custGeom>
            <a:solidFill>
              <a:srgbClr val="26890D"/>
            </a:solidFill>
            <a:ln w="6390" cap="flat">
              <a:noFill/>
              <a:prstDash val="solid"/>
              <a:miter/>
            </a:ln>
          </p:spPr>
          <p:txBody>
            <a:bodyPr rtlCol="0" anchor="ctr"/>
            <a:lstStyle/>
            <a:p>
              <a:endParaRPr lang="en-US"/>
            </a:p>
          </p:txBody>
        </p:sp>
        <p:sp>
          <p:nvSpPr>
            <p:cNvPr id="407" name="Graphic 4">
              <a:extLst>
                <a:ext uri="{FF2B5EF4-FFF2-40B4-BE49-F238E27FC236}">
                  <a16:creationId xmlns:a16="http://schemas.microsoft.com/office/drawing/2014/main" id="{D39F8F19-BE54-4643-8645-230A7699F016}"/>
                </a:ext>
              </a:extLst>
            </p:cNvPr>
            <p:cNvSpPr/>
            <p:nvPr/>
          </p:nvSpPr>
          <p:spPr>
            <a:xfrm>
              <a:off x="1604307" y="3415504"/>
              <a:ext cx="180751" cy="213313"/>
            </a:xfrm>
            <a:custGeom>
              <a:avLst/>
              <a:gdLst>
                <a:gd name="connsiteX0" fmla="*/ 169539 w 180751"/>
                <a:gd name="connsiteY0" fmla="*/ 142451 h 213313"/>
                <a:gd name="connsiteX1" fmla="*/ 37906 w 180751"/>
                <a:gd name="connsiteY1" fmla="*/ 136706 h 213313"/>
                <a:gd name="connsiteX2" fmla="*/ 37906 w 180751"/>
                <a:gd name="connsiteY2" fmla="*/ 10941 h 213313"/>
                <a:gd name="connsiteX3" fmla="*/ 38545 w 180751"/>
                <a:gd name="connsiteY3" fmla="*/ 2004 h 213313"/>
                <a:gd name="connsiteX4" fmla="*/ 29599 w 180751"/>
                <a:gd name="connsiteY4" fmla="*/ 1365 h 213313"/>
                <a:gd name="connsiteX5" fmla="*/ 28961 w 180751"/>
                <a:gd name="connsiteY5" fmla="*/ 2004 h 213313"/>
                <a:gd name="connsiteX6" fmla="*/ 33433 w 180751"/>
                <a:gd name="connsiteY6" fmla="*/ 151389 h 213313"/>
                <a:gd name="connsiteX7" fmla="*/ 98611 w 180751"/>
                <a:gd name="connsiteY7" fmla="*/ 180117 h 213313"/>
                <a:gd name="connsiteX8" fmla="*/ 98611 w 180751"/>
                <a:gd name="connsiteY8" fmla="*/ 200545 h 213313"/>
                <a:gd name="connsiteX9" fmla="*/ 55798 w 180751"/>
                <a:gd name="connsiteY9" fmla="*/ 200545 h 213313"/>
                <a:gd name="connsiteX10" fmla="*/ 49408 w 180751"/>
                <a:gd name="connsiteY10" fmla="*/ 206929 h 213313"/>
                <a:gd name="connsiteX11" fmla="*/ 55798 w 180751"/>
                <a:gd name="connsiteY11" fmla="*/ 213313 h 213313"/>
                <a:gd name="connsiteX12" fmla="*/ 152925 w 180751"/>
                <a:gd name="connsiteY12" fmla="*/ 213313 h 213313"/>
                <a:gd name="connsiteX13" fmla="*/ 159315 w 180751"/>
                <a:gd name="connsiteY13" fmla="*/ 206929 h 213313"/>
                <a:gd name="connsiteX14" fmla="*/ 152925 w 180751"/>
                <a:gd name="connsiteY14" fmla="*/ 200545 h 213313"/>
                <a:gd name="connsiteX15" fmla="*/ 110113 w 180751"/>
                <a:gd name="connsiteY15" fmla="*/ 200545 h 213313"/>
                <a:gd name="connsiteX16" fmla="*/ 110113 w 180751"/>
                <a:gd name="connsiteY16" fmla="*/ 180117 h 213313"/>
                <a:gd name="connsiteX17" fmla="*/ 178485 w 180751"/>
                <a:gd name="connsiteY17" fmla="*/ 151389 h 213313"/>
                <a:gd name="connsiteX18" fmla="*/ 179124 w 180751"/>
                <a:gd name="connsiteY18" fmla="*/ 142451 h 213313"/>
                <a:gd name="connsiteX19" fmla="*/ 170178 w 180751"/>
                <a:gd name="connsiteY19" fmla="*/ 141813 h 213313"/>
                <a:gd name="connsiteX20" fmla="*/ 169539 w 180751"/>
                <a:gd name="connsiteY20" fmla="*/ 142451 h 21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0751" h="213313">
                  <a:moveTo>
                    <a:pt x="169539" y="142451"/>
                  </a:moveTo>
                  <a:cubicBezTo>
                    <a:pt x="131839" y="176925"/>
                    <a:pt x="72412" y="175009"/>
                    <a:pt x="37906" y="136706"/>
                  </a:cubicBezTo>
                  <a:cubicBezTo>
                    <a:pt x="5318" y="100955"/>
                    <a:pt x="5318" y="46053"/>
                    <a:pt x="37906" y="10941"/>
                  </a:cubicBezTo>
                  <a:cubicBezTo>
                    <a:pt x="40462" y="8388"/>
                    <a:pt x="40462" y="4557"/>
                    <a:pt x="38545" y="2004"/>
                  </a:cubicBezTo>
                  <a:cubicBezTo>
                    <a:pt x="35990" y="-550"/>
                    <a:pt x="32156" y="-550"/>
                    <a:pt x="29599" y="1365"/>
                  </a:cubicBezTo>
                  <a:cubicBezTo>
                    <a:pt x="29599" y="1365"/>
                    <a:pt x="28961" y="2004"/>
                    <a:pt x="28961" y="2004"/>
                  </a:cubicBezTo>
                  <a:cubicBezTo>
                    <a:pt x="-11296" y="44776"/>
                    <a:pt x="-9379" y="111808"/>
                    <a:pt x="33433" y="151389"/>
                  </a:cubicBezTo>
                  <a:cubicBezTo>
                    <a:pt x="51325" y="167987"/>
                    <a:pt x="74329" y="178201"/>
                    <a:pt x="98611" y="180117"/>
                  </a:cubicBezTo>
                  <a:lnTo>
                    <a:pt x="98611" y="200545"/>
                  </a:lnTo>
                  <a:lnTo>
                    <a:pt x="55798" y="200545"/>
                  </a:lnTo>
                  <a:cubicBezTo>
                    <a:pt x="51964" y="200545"/>
                    <a:pt x="49408" y="203099"/>
                    <a:pt x="49408" y="206929"/>
                  </a:cubicBezTo>
                  <a:cubicBezTo>
                    <a:pt x="49408" y="210760"/>
                    <a:pt x="51964" y="213313"/>
                    <a:pt x="55798" y="213313"/>
                  </a:cubicBezTo>
                  <a:lnTo>
                    <a:pt x="152925" y="213313"/>
                  </a:lnTo>
                  <a:cubicBezTo>
                    <a:pt x="156759" y="213313"/>
                    <a:pt x="159315" y="210760"/>
                    <a:pt x="159315" y="206929"/>
                  </a:cubicBezTo>
                  <a:cubicBezTo>
                    <a:pt x="159315" y="203099"/>
                    <a:pt x="156759" y="200545"/>
                    <a:pt x="152925" y="200545"/>
                  </a:cubicBezTo>
                  <a:lnTo>
                    <a:pt x="110113" y="200545"/>
                  </a:lnTo>
                  <a:lnTo>
                    <a:pt x="110113" y="180117"/>
                  </a:lnTo>
                  <a:cubicBezTo>
                    <a:pt x="135672" y="178840"/>
                    <a:pt x="159954" y="169264"/>
                    <a:pt x="178485" y="151389"/>
                  </a:cubicBezTo>
                  <a:cubicBezTo>
                    <a:pt x="181041" y="149474"/>
                    <a:pt x="181680" y="145005"/>
                    <a:pt x="179124" y="142451"/>
                  </a:cubicBezTo>
                  <a:cubicBezTo>
                    <a:pt x="177207" y="139898"/>
                    <a:pt x="172734" y="139259"/>
                    <a:pt x="170178" y="141813"/>
                  </a:cubicBezTo>
                  <a:cubicBezTo>
                    <a:pt x="170178" y="142451"/>
                    <a:pt x="170178" y="142451"/>
                    <a:pt x="169539" y="142451"/>
                  </a:cubicBezTo>
                </a:path>
              </a:pathLst>
            </a:custGeom>
            <a:solidFill>
              <a:srgbClr val="26890D"/>
            </a:solidFill>
            <a:ln w="6390" cap="flat">
              <a:noFill/>
              <a:prstDash val="solid"/>
              <a:miter/>
            </a:ln>
          </p:spPr>
          <p:txBody>
            <a:bodyPr rtlCol="0" anchor="ctr"/>
            <a:lstStyle/>
            <a:p>
              <a:endParaRPr lang="en-US"/>
            </a:p>
          </p:txBody>
        </p:sp>
        <p:sp>
          <p:nvSpPr>
            <p:cNvPr id="408" name="Graphic 4">
              <a:extLst>
                <a:ext uri="{FF2B5EF4-FFF2-40B4-BE49-F238E27FC236}">
                  <a16:creationId xmlns:a16="http://schemas.microsoft.com/office/drawing/2014/main" id="{48D9DE94-10CB-184A-8842-5A163D577CDE}"/>
                </a:ext>
              </a:extLst>
            </p:cNvPr>
            <p:cNvSpPr/>
            <p:nvPr/>
          </p:nvSpPr>
          <p:spPr>
            <a:xfrm>
              <a:off x="1631989" y="3412401"/>
              <a:ext cx="155914" cy="155768"/>
            </a:xfrm>
            <a:custGeom>
              <a:avLst/>
              <a:gdLst>
                <a:gd name="connsiteX0" fmla="*/ 77957 w 155914"/>
                <a:gd name="connsiteY0" fmla="*/ 143001 h 155768"/>
                <a:gd name="connsiteX1" fmla="*/ 12780 w 155914"/>
                <a:gd name="connsiteY1" fmla="*/ 77884 h 155768"/>
                <a:gd name="connsiteX2" fmla="*/ 77957 w 155914"/>
                <a:gd name="connsiteY2" fmla="*/ 12768 h 155768"/>
                <a:gd name="connsiteX3" fmla="*/ 143135 w 155914"/>
                <a:gd name="connsiteY3" fmla="*/ 77884 h 155768"/>
                <a:gd name="connsiteX4" fmla="*/ 77957 w 155914"/>
                <a:gd name="connsiteY4" fmla="*/ 143001 h 155768"/>
                <a:gd name="connsiteX5" fmla="*/ 77957 w 155914"/>
                <a:gd name="connsiteY5" fmla="*/ 0 h 155768"/>
                <a:gd name="connsiteX6" fmla="*/ 0 w 155914"/>
                <a:gd name="connsiteY6" fmla="*/ 77884 h 155768"/>
                <a:gd name="connsiteX7" fmla="*/ 77957 w 155914"/>
                <a:gd name="connsiteY7" fmla="*/ 155769 h 155768"/>
                <a:gd name="connsiteX8" fmla="*/ 155914 w 155914"/>
                <a:gd name="connsiteY8" fmla="*/ 77884 h 155768"/>
                <a:gd name="connsiteX9" fmla="*/ 155914 w 155914"/>
                <a:gd name="connsiteY9" fmla="*/ 77884 h 155768"/>
                <a:gd name="connsiteX10" fmla="*/ 77957 w 155914"/>
                <a:gd name="connsiteY10" fmla="*/ 0 h 155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914" h="155768">
                  <a:moveTo>
                    <a:pt x="77957" y="143001"/>
                  </a:moveTo>
                  <a:cubicBezTo>
                    <a:pt x="42174" y="143001"/>
                    <a:pt x="12780" y="113635"/>
                    <a:pt x="12780" y="77884"/>
                  </a:cubicBezTo>
                  <a:cubicBezTo>
                    <a:pt x="12780" y="42134"/>
                    <a:pt x="42174" y="12768"/>
                    <a:pt x="77957" y="12768"/>
                  </a:cubicBezTo>
                  <a:cubicBezTo>
                    <a:pt x="113741" y="12768"/>
                    <a:pt x="143135" y="42134"/>
                    <a:pt x="143135" y="77884"/>
                  </a:cubicBezTo>
                  <a:cubicBezTo>
                    <a:pt x="143135" y="114273"/>
                    <a:pt x="113741" y="143001"/>
                    <a:pt x="77957" y="143001"/>
                  </a:cubicBezTo>
                  <a:moveTo>
                    <a:pt x="77957" y="0"/>
                  </a:moveTo>
                  <a:cubicBezTo>
                    <a:pt x="35145" y="0"/>
                    <a:pt x="0" y="35112"/>
                    <a:pt x="0" y="77884"/>
                  </a:cubicBezTo>
                  <a:cubicBezTo>
                    <a:pt x="0" y="120657"/>
                    <a:pt x="35145" y="155769"/>
                    <a:pt x="77957" y="155769"/>
                  </a:cubicBezTo>
                  <a:cubicBezTo>
                    <a:pt x="120770" y="155769"/>
                    <a:pt x="155914" y="120657"/>
                    <a:pt x="155914" y="77884"/>
                  </a:cubicBezTo>
                  <a:cubicBezTo>
                    <a:pt x="155914" y="77884"/>
                    <a:pt x="155914" y="77884"/>
                    <a:pt x="155914" y="77884"/>
                  </a:cubicBezTo>
                  <a:cubicBezTo>
                    <a:pt x="155914" y="35112"/>
                    <a:pt x="120770" y="0"/>
                    <a:pt x="77957" y="0"/>
                  </a:cubicBezTo>
                </a:path>
              </a:pathLst>
            </a:custGeom>
            <a:solidFill>
              <a:srgbClr val="26890D"/>
            </a:solidFill>
            <a:ln w="6390" cap="flat">
              <a:noFill/>
              <a:prstDash val="solid"/>
              <a:miter/>
            </a:ln>
          </p:spPr>
          <p:txBody>
            <a:bodyPr rtlCol="0" anchor="ctr"/>
            <a:lstStyle/>
            <a:p>
              <a:endParaRPr lang="en-US"/>
            </a:p>
          </p:txBody>
        </p:sp>
      </p:grpSp>
      <p:grpSp>
        <p:nvGrpSpPr>
          <p:cNvPr id="409" name="Graphic 4">
            <a:extLst>
              <a:ext uri="{FF2B5EF4-FFF2-40B4-BE49-F238E27FC236}">
                <a16:creationId xmlns:a16="http://schemas.microsoft.com/office/drawing/2014/main" id="{44095D96-A365-2144-8E24-225797674EC4}"/>
              </a:ext>
            </a:extLst>
          </p:cNvPr>
          <p:cNvGrpSpPr>
            <a:grpSpLocks noChangeAspect="1"/>
          </p:cNvGrpSpPr>
          <p:nvPr/>
        </p:nvGrpSpPr>
        <p:grpSpPr>
          <a:xfrm>
            <a:off x="1952125" y="4308712"/>
            <a:ext cx="362309" cy="361971"/>
            <a:chOff x="1952125" y="4308712"/>
            <a:chExt cx="362309" cy="361971"/>
          </a:xfrm>
          <a:solidFill>
            <a:srgbClr val="26890D"/>
          </a:solidFill>
        </p:grpSpPr>
        <p:sp>
          <p:nvSpPr>
            <p:cNvPr id="410" name="Graphic 4">
              <a:extLst>
                <a:ext uri="{FF2B5EF4-FFF2-40B4-BE49-F238E27FC236}">
                  <a16:creationId xmlns:a16="http://schemas.microsoft.com/office/drawing/2014/main" id="{7EB3FE36-8B09-BF4E-BD95-5C44202958F1}"/>
                </a:ext>
              </a:extLst>
            </p:cNvPr>
            <p:cNvSpPr/>
            <p:nvPr/>
          </p:nvSpPr>
          <p:spPr>
            <a:xfrm rot="-2699514">
              <a:off x="2118568" y="4439233"/>
              <a:ext cx="91375" cy="51071"/>
            </a:xfrm>
            <a:custGeom>
              <a:avLst/>
              <a:gdLst>
                <a:gd name="connsiteX0" fmla="*/ 0 w 91375"/>
                <a:gd name="connsiteY0" fmla="*/ 0 h 51071"/>
                <a:gd name="connsiteX1" fmla="*/ 91375 w 91375"/>
                <a:gd name="connsiteY1" fmla="*/ 0 h 51071"/>
                <a:gd name="connsiteX2" fmla="*/ 91375 w 91375"/>
                <a:gd name="connsiteY2" fmla="*/ 51071 h 51071"/>
                <a:gd name="connsiteX3" fmla="*/ 0 w 91375"/>
                <a:gd name="connsiteY3" fmla="*/ 51071 h 51071"/>
              </a:gdLst>
              <a:ahLst/>
              <a:cxnLst>
                <a:cxn ang="0">
                  <a:pos x="connsiteX0" y="connsiteY0"/>
                </a:cxn>
                <a:cxn ang="0">
                  <a:pos x="connsiteX1" y="connsiteY1"/>
                </a:cxn>
                <a:cxn ang="0">
                  <a:pos x="connsiteX2" y="connsiteY2"/>
                </a:cxn>
                <a:cxn ang="0">
                  <a:pos x="connsiteX3" y="connsiteY3"/>
                </a:cxn>
              </a:cxnLst>
              <a:rect l="l" t="t" r="r" b="b"/>
              <a:pathLst>
                <a:path w="91375" h="51071">
                  <a:moveTo>
                    <a:pt x="0" y="0"/>
                  </a:moveTo>
                  <a:lnTo>
                    <a:pt x="91375" y="0"/>
                  </a:lnTo>
                  <a:lnTo>
                    <a:pt x="91375" y="51071"/>
                  </a:lnTo>
                  <a:lnTo>
                    <a:pt x="0" y="51071"/>
                  </a:lnTo>
                  <a:close/>
                </a:path>
              </a:pathLst>
            </a:custGeom>
            <a:solidFill>
              <a:srgbClr val="26890D"/>
            </a:solidFill>
            <a:ln w="6390" cap="flat">
              <a:noFill/>
              <a:prstDash val="solid"/>
              <a:miter/>
            </a:ln>
          </p:spPr>
          <p:txBody>
            <a:bodyPr rtlCol="0" anchor="ctr"/>
            <a:lstStyle/>
            <a:p>
              <a:endParaRPr lang="en-US"/>
            </a:p>
          </p:txBody>
        </p:sp>
        <p:sp>
          <p:nvSpPr>
            <p:cNvPr id="411" name="Graphic 4">
              <a:extLst>
                <a:ext uri="{FF2B5EF4-FFF2-40B4-BE49-F238E27FC236}">
                  <a16:creationId xmlns:a16="http://schemas.microsoft.com/office/drawing/2014/main" id="{02FE18D2-C149-F841-A1B3-C7356823B6F4}"/>
                </a:ext>
              </a:extLst>
            </p:cNvPr>
            <p:cNvSpPr/>
            <p:nvPr/>
          </p:nvSpPr>
          <p:spPr>
            <a:xfrm>
              <a:off x="2053086" y="4488102"/>
              <a:ext cx="88181" cy="79161"/>
            </a:xfrm>
            <a:custGeom>
              <a:avLst/>
              <a:gdLst>
                <a:gd name="connsiteX0" fmla="*/ 51759 w 88181"/>
                <a:gd name="connsiteY0" fmla="*/ 0 h 79161"/>
                <a:gd name="connsiteX1" fmla="*/ 0 w 88181"/>
                <a:gd name="connsiteY1" fmla="*/ 51710 h 79161"/>
                <a:gd name="connsiteX2" fmla="*/ 26199 w 88181"/>
                <a:gd name="connsiteY2" fmla="*/ 79161 h 79161"/>
                <a:gd name="connsiteX3" fmla="*/ 45369 w 88181"/>
                <a:gd name="connsiteY3" fmla="*/ 79161 h 79161"/>
                <a:gd name="connsiteX4" fmla="*/ 88181 w 88181"/>
                <a:gd name="connsiteY4" fmla="*/ 36388 h 79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81" h="79161">
                  <a:moveTo>
                    <a:pt x="51759" y="0"/>
                  </a:moveTo>
                  <a:lnTo>
                    <a:pt x="0" y="51710"/>
                  </a:lnTo>
                  <a:lnTo>
                    <a:pt x="26199" y="79161"/>
                  </a:lnTo>
                  <a:lnTo>
                    <a:pt x="45369" y="79161"/>
                  </a:lnTo>
                  <a:lnTo>
                    <a:pt x="88181" y="36388"/>
                  </a:lnTo>
                  <a:close/>
                </a:path>
              </a:pathLst>
            </a:custGeom>
            <a:solidFill>
              <a:srgbClr val="26890D"/>
            </a:solidFill>
            <a:ln w="6390" cap="flat">
              <a:noFill/>
              <a:prstDash val="solid"/>
              <a:miter/>
            </a:ln>
          </p:spPr>
          <p:txBody>
            <a:bodyPr rtlCol="0" anchor="ctr"/>
            <a:lstStyle/>
            <a:p>
              <a:endParaRPr lang="en-US"/>
            </a:p>
          </p:txBody>
        </p:sp>
        <p:sp>
          <p:nvSpPr>
            <p:cNvPr id="412" name="Graphic 4">
              <a:extLst>
                <a:ext uri="{FF2B5EF4-FFF2-40B4-BE49-F238E27FC236}">
                  <a16:creationId xmlns:a16="http://schemas.microsoft.com/office/drawing/2014/main" id="{DCDBAA29-E66B-8348-83D4-EF9B7FFED304}"/>
                </a:ext>
              </a:extLst>
            </p:cNvPr>
            <p:cNvSpPr/>
            <p:nvPr/>
          </p:nvSpPr>
          <p:spPr>
            <a:xfrm>
              <a:off x="1952125" y="4308712"/>
              <a:ext cx="362309" cy="361971"/>
            </a:xfrm>
            <a:custGeom>
              <a:avLst/>
              <a:gdLst>
                <a:gd name="connsiteX0" fmla="*/ 276045 w 362309"/>
                <a:gd name="connsiteY0" fmla="*/ 146832 h 361971"/>
                <a:gd name="connsiteX1" fmla="*/ 164221 w 362309"/>
                <a:gd name="connsiteY1" fmla="*/ 258551 h 361971"/>
                <a:gd name="connsiteX2" fmla="*/ 254958 w 362309"/>
                <a:gd name="connsiteY2" fmla="*/ 258551 h 361971"/>
                <a:gd name="connsiteX3" fmla="*/ 261348 w 362309"/>
                <a:gd name="connsiteY3" fmla="*/ 264935 h 361971"/>
                <a:gd name="connsiteX4" fmla="*/ 254958 w 362309"/>
                <a:gd name="connsiteY4" fmla="*/ 271319 h 361971"/>
                <a:gd name="connsiteX5" fmla="*/ 124604 w 362309"/>
                <a:gd name="connsiteY5" fmla="*/ 271319 h 361971"/>
                <a:gd name="connsiteX6" fmla="*/ 122048 w 362309"/>
                <a:gd name="connsiteY6" fmla="*/ 270681 h 361971"/>
                <a:gd name="connsiteX7" fmla="*/ 120131 w 362309"/>
                <a:gd name="connsiteY7" fmla="*/ 269404 h 361971"/>
                <a:gd name="connsiteX8" fmla="*/ 120131 w 362309"/>
                <a:gd name="connsiteY8" fmla="*/ 269404 h 361971"/>
                <a:gd name="connsiteX9" fmla="*/ 87542 w 362309"/>
                <a:gd name="connsiteY9" fmla="*/ 236207 h 361971"/>
                <a:gd name="connsiteX10" fmla="*/ 87542 w 362309"/>
                <a:gd name="connsiteY10" fmla="*/ 227270 h 361971"/>
                <a:gd name="connsiteX11" fmla="*/ 221731 w 362309"/>
                <a:gd name="connsiteY11" fmla="*/ 93206 h 361971"/>
                <a:gd name="connsiteX12" fmla="*/ 230677 w 362309"/>
                <a:gd name="connsiteY12" fmla="*/ 93206 h 361971"/>
                <a:gd name="connsiteX13" fmla="*/ 230677 w 362309"/>
                <a:gd name="connsiteY13" fmla="*/ 93206 h 361971"/>
                <a:gd name="connsiteX14" fmla="*/ 276045 w 362309"/>
                <a:gd name="connsiteY14" fmla="*/ 138533 h 361971"/>
                <a:gd name="connsiteX15" fmla="*/ 277962 w 362309"/>
                <a:gd name="connsiteY15" fmla="*/ 143001 h 361971"/>
                <a:gd name="connsiteX16" fmla="*/ 276045 w 362309"/>
                <a:gd name="connsiteY16" fmla="*/ 146832 h 361971"/>
                <a:gd name="connsiteX17" fmla="*/ 181474 w 362309"/>
                <a:gd name="connsiteY17" fmla="*/ 0 h 361971"/>
                <a:gd name="connsiteX18" fmla="*/ 0 w 362309"/>
                <a:gd name="connsiteY18" fmla="*/ 180667 h 361971"/>
                <a:gd name="connsiteX19" fmla="*/ 180835 w 362309"/>
                <a:gd name="connsiteY19" fmla="*/ 361972 h 361971"/>
                <a:gd name="connsiteX20" fmla="*/ 362310 w 362309"/>
                <a:gd name="connsiteY20" fmla="*/ 181305 h 361971"/>
                <a:gd name="connsiteX21" fmla="*/ 362310 w 362309"/>
                <a:gd name="connsiteY21" fmla="*/ 181305 h 361971"/>
                <a:gd name="connsiteX22" fmla="*/ 181474 w 362309"/>
                <a:gd name="connsiteY22" fmla="*/ 0 h 361971"/>
                <a:gd name="connsiteX23" fmla="*/ 181474 w 362309"/>
                <a:gd name="connsiteY23"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2309" h="361971">
                  <a:moveTo>
                    <a:pt x="276045" y="146832"/>
                  </a:moveTo>
                  <a:lnTo>
                    <a:pt x="164221" y="258551"/>
                  </a:lnTo>
                  <a:lnTo>
                    <a:pt x="254958" y="258551"/>
                  </a:lnTo>
                  <a:cubicBezTo>
                    <a:pt x="258792" y="258551"/>
                    <a:pt x="261348" y="261105"/>
                    <a:pt x="261348" y="264935"/>
                  </a:cubicBezTo>
                  <a:cubicBezTo>
                    <a:pt x="261348" y="268766"/>
                    <a:pt x="258792" y="271319"/>
                    <a:pt x="254958" y="271319"/>
                  </a:cubicBezTo>
                  <a:lnTo>
                    <a:pt x="124604" y="271319"/>
                  </a:lnTo>
                  <a:cubicBezTo>
                    <a:pt x="123965" y="271319"/>
                    <a:pt x="122687" y="271319"/>
                    <a:pt x="122048" y="270681"/>
                  </a:cubicBezTo>
                  <a:cubicBezTo>
                    <a:pt x="121409" y="270042"/>
                    <a:pt x="120770" y="270042"/>
                    <a:pt x="120131" y="269404"/>
                  </a:cubicBezTo>
                  <a:lnTo>
                    <a:pt x="120131" y="269404"/>
                  </a:lnTo>
                  <a:lnTo>
                    <a:pt x="87542" y="236207"/>
                  </a:lnTo>
                  <a:cubicBezTo>
                    <a:pt x="84986" y="233654"/>
                    <a:pt x="84986" y="229823"/>
                    <a:pt x="87542" y="227270"/>
                  </a:cubicBezTo>
                  <a:lnTo>
                    <a:pt x="221731" y="93206"/>
                  </a:lnTo>
                  <a:cubicBezTo>
                    <a:pt x="224287" y="90653"/>
                    <a:pt x="228121" y="90653"/>
                    <a:pt x="230677" y="93206"/>
                  </a:cubicBezTo>
                  <a:cubicBezTo>
                    <a:pt x="230677" y="93206"/>
                    <a:pt x="230677" y="93206"/>
                    <a:pt x="230677" y="93206"/>
                  </a:cubicBezTo>
                  <a:lnTo>
                    <a:pt x="276045" y="138533"/>
                  </a:lnTo>
                  <a:cubicBezTo>
                    <a:pt x="277323" y="139809"/>
                    <a:pt x="277962" y="141086"/>
                    <a:pt x="277962" y="143001"/>
                  </a:cubicBezTo>
                  <a:cubicBezTo>
                    <a:pt x="277962" y="144278"/>
                    <a:pt x="276684" y="145555"/>
                    <a:pt x="276045" y="146832"/>
                  </a:cubicBezTo>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1077"/>
                    <a:pt x="281796" y="0"/>
                    <a:pt x="181474" y="0"/>
                  </a:cubicBezTo>
                  <a:lnTo>
                    <a:pt x="181474" y="0"/>
                  </a:lnTo>
                </a:path>
              </a:pathLst>
            </a:custGeom>
            <a:solidFill>
              <a:srgbClr val="26890D"/>
            </a:solidFill>
            <a:ln w="6390" cap="flat">
              <a:noFill/>
              <a:prstDash val="solid"/>
              <a:miter/>
            </a:ln>
          </p:spPr>
          <p:txBody>
            <a:bodyPr rtlCol="0" anchor="ctr"/>
            <a:lstStyle/>
            <a:p>
              <a:endParaRPr lang="en-US"/>
            </a:p>
          </p:txBody>
        </p:sp>
      </p:grpSp>
      <p:grpSp>
        <p:nvGrpSpPr>
          <p:cNvPr id="413" name="Graphic 4">
            <a:extLst>
              <a:ext uri="{FF2B5EF4-FFF2-40B4-BE49-F238E27FC236}">
                <a16:creationId xmlns:a16="http://schemas.microsoft.com/office/drawing/2014/main" id="{D28E69C7-4E15-DD4D-BBE6-C110BAA19B31}"/>
              </a:ext>
            </a:extLst>
          </p:cNvPr>
          <p:cNvGrpSpPr>
            <a:grpSpLocks noChangeAspect="1"/>
          </p:cNvGrpSpPr>
          <p:nvPr/>
        </p:nvGrpSpPr>
        <p:grpSpPr>
          <a:xfrm>
            <a:off x="1952125" y="3339623"/>
            <a:ext cx="362313" cy="361971"/>
            <a:chOff x="1952125" y="3339623"/>
            <a:chExt cx="362313" cy="361971"/>
          </a:xfrm>
          <a:solidFill>
            <a:srgbClr val="26890D"/>
          </a:solidFill>
        </p:grpSpPr>
        <p:sp>
          <p:nvSpPr>
            <p:cNvPr id="414" name="Graphic 4">
              <a:extLst>
                <a:ext uri="{FF2B5EF4-FFF2-40B4-BE49-F238E27FC236}">
                  <a16:creationId xmlns:a16="http://schemas.microsoft.com/office/drawing/2014/main" id="{EFA4C5D0-172C-8E48-A89F-32BD3B93B561}"/>
                </a:ext>
              </a:extLst>
            </p:cNvPr>
            <p:cNvSpPr/>
            <p:nvPr/>
          </p:nvSpPr>
          <p:spPr>
            <a:xfrm>
              <a:off x="1952125" y="3339623"/>
              <a:ext cx="362313" cy="361971"/>
            </a:xfrm>
            <a:custGeom>
              <a:avLst/>
              <a:gdLst>
                <a:gd name="connsiteX0" fmla="*/ 195532 w 362313"/>
                <a:gd name="connsiteY0" fmla="*/ 228546 h 361971"/>
                <a:gd name="connsiteX1" fmla="*/ 117575 w 362313"/>
                <a:gd name="connsiteY1" fmla="*/ 150662 h 361971"/>
                <a:gd name="connsiteX2" fmla="*/ 195532 w 362313"/>
                <a:gd name="connsiteY2" fmla="*/ 72778 h 361971"/>
                <a:gd name="connsiteX3" fmla="*/ 273489 w 362313"/>
                <a:gd name="connsiteY3" fmla="*/ 150662 h 361971"/>
                <a:gd name="connsiteX4" fmla="*/ 273489 w 362313"/>
                <a:gd name="connsiteY4" fmla="*/ 150662 h 361971"/>
                <a:gd name="connsiteX5" fmla="*/ 195532 w 362313"/>
                <a:gd name="connsiteY5" fmla="*/ 228546 h 361971"/>
                <a:gd name="connsiteX6" fmla="*/ 268377 w 362313"/>
                <a:gd name="connsiteY6" fmla="*/ 227908 h 361971"/>
                <a:gd name="connsiteX7" fmla="*/ 200644 w 362313"/>
                <a:gd name="connsiteY7" fmla="*/ 256636 h 361971"/>
                <a:gd name="connsiteX8" fmla="*/ 200644 w 362313"/>
                <a:gd name="connsiteY8" fmla="*/ 277065 h 361971"/>
                <a:gd name="connsiteX9" fmla="*/ 243457 w 362313"/>
                <a:gd name="connsiteY9" fmla="*/ 277065 h 361971"/>
                <a:gd name="connsiteX10" fmla="*/ 249847 w 362313"/>
                <a:gd name="connsiteY10" fmla="*/ 283449 h 361971"/>
                <a:gd name="connsiteX11" fmla="*/ 243457 w 362313"/>
                <a:gd name="connsiteY11" fmla="*/ 289833 h 361971"/>
                <a:gd name="connsiteX12" fmla="*/ 145052 w 362313"/>
                <a:gd name="connsiteY12" fmla="*/ 289833 h 361971"/>
                <a:gd name="connsiteX13" fmla="*/ 138662 w 362313"/>
                <a:gd name="connsiteY13" fmla="*/ 283449 h 361971"/>
                <a:gd name="connsiteX14" fmla="*/ 145052 w 362313"/>
                <a:gd name="connsiteY14" fmla="*/ 277065 h 361971"/>
                <a:gd name="connsiteX15" fmla="*/ 187864 w 362313"/>
                <a:gd name="connsiteY15" fmla="*/ 277065 h 361971"/>
                <a:gd name="connsiteX16" fmla="*/ 187864 w 362313"/>
                <a:gd name="connsiteY16" fmla="*/ 256636 h 361971"/>
                <a:gd name="connsiteX17" fmla="*/ 90098 w 362313"/>
                <a:gd name="connsiteY17" fmla="*/ 143001 h 361971"/>
                <a:gd name="connsiteX18" fmla="*/ 118853 w 362313"/>
                <a:gd name="connsiteY18" fmla="*/ 78523 h 361971"/>
                <a:gd name="connsiteX19" fmla="*/ 127799 w 362313"/>
                <a:gd name="connsiteY19" fmla="*/ 78523 h 361971"/>
                <a:gd name="connsiteX20" fmla="*/ 127799 w 362313"/>
                <a:gd name="connsiteY20" fmla="*/ 87461 h 361971"/>
                <a:gd name="connsiteX21" fmla="*/ 130355 w 362313"/>
                <a:gd name="connsiteY21" fmla="*/ 218971 h 361971"/>
                <a:gd name="connsiteX22" fmla="*/ 260071 w 362313"/>
                <a:gd name="connsiteY22" fmla="*/ 218971 h 361971"/>
                <a:gd name="connsiteX23" fmla="*/ 269016 w 362313"/>
                <a:gd name="connsiteY23" fmla="*/ 219609 h 361971"/>
                <a:gd name="connsiteX24" fmla="*/ 268377 w 362313"/>
                <a:gd name="connsiteY24" fmla="*/ 227908 h 361971"/>
                <a:gd name="connsiteX25" fmla="*/ 181474 w 362313"/>
                <a:gd name="connsiteY25" fmla="*/ 0 h 361971"/>
                <a:gd name="connsiteX26" fmla="*/ 0 w 362313"/>
                <a:gd name="connsiteY26" fmla="*/ 180667 h 361971"/>
                <a:gd name="connsiteX27" fmla="*/ 180835 w 362313"/>
                <a:gd name="connsiteY27" fmla="*/ 361972 h 361971"/>
                <a:gd name="connsiteX28" fmla="*/ 362310 w 362313"/>
                <a:gd name="connsiteY28" fmla="*/ 181305 h 361971"/>
                <a:gd name="connsiteX29" fmla="*/ 362310 w 362313"/>
                <a:gd name="connsiteY29" fmla="*/ 181305 h 361971"/>
                <a:gd name="connsiteX30" fmla="*/ 181474 w 362313"/>
                <a:gd name="connsiteY30"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2313" h="361971">
                  <a:moveTo>
                    <a:pt x="195532" y="228546"/>
                  </a:moveTo>
                  <a:cubicBezTo>
                    <a:pt x="152719" y="228546"/>
                    <a:pt x="117575" y="193435"/>
                    <a:pt x="117575" y="150662"/>
                  </a:cubicBezTo>
                  <a:cubicBezTo>
                    <a:pt x="117575" y="107889"/>
                    <a:pt x="152719" y="72778"/>
                    <a:pt x="195532" y="72778"/>
                  </a:cubicBezTo>
                  <a:cubicBezTo>
                    <a:pt x="238345" y="72778"/>
                    <a:pt x="273489" y="107889"/>
                    <a:pt x="273489" y="150662"/>
                  </a:cubicBezTo>
                  <a:cubicBezTo>
                    <a:pt x="273489" y="150662"/>
                    <a:pt x="273489" y="150662"/>
                    <a:pt x="273489" y="150662"/>
                  </a:cubicBezTo>
                  <a:cubicBezTo>
                    <a:pt x="273489" y="194073"/>
                    <a:pt x="238984" y="228546"/>
                    <a:pt x="195532" y="228546"/>
                  </a:cubicBezTo>
                  <a:moveTo>
                    <a:pt x="268377" y="227908"/>
                  </a:moveTo>
                  <a:cubicBezTo>
                    <a:pt x="249847" y="245145"/>
                    <a:pt x="225565" y="255359"/>
                    <a:pt x="200644" y="256636"/>
                  </a:cubicBezTo>
                  <a:lnTo>
                    <a:pt x="200644" y="277065"/>
                  </a:lnTo>
                  <a:lnTo>
                    <a:pt x="243457" y="277065"/>
                  </a:lnTo>
                  <a:cubicBezTo>
                    <a:pt x="247291" y="277065"/>
                    <a:pt x="249847" y="279618"/>
                    <a:pt x="249847" y="283449"/>
                  </a:cubicBezTo>
                  <a:cubicBezTo>
                    <a:pt x="249847" y="287279"/>
                    <a:pt x="247291" y="289833"/>
                    <a:pt x="243457" y="289833"/>
                  </a:cubicBezTo>
                  <a:lnTo>
                    <a:pt x="145052" y="289833"/>
                  </a:lnTo>
                  <a:cubicBezTo>
                    <a:pt x="141218" y="289833"/>
                    <a:pt x="138662" y="287279"/>
                    <a:pt x="138662" y="283449"/>
                  </a:cubicBezTo>
                  <a:cubicBezTo>
                    <a:pt x="138662" y="279618"/>
                    <a:pt x="141218" y="277065"/>
                    <a:pt x="145052" y="277065"/>
                  </a:cubicBezTo>
                  <a:lnTo>
                    <a:pt x="187864" y="277065"/>
                  </a:lnTo>
                  <a:lnTo>
                    <a:pt x="187864" y="256636"/>
                  </a:lnTo>
                  <a:cubicBezTo>
                    <a:pt x="129716" y="252167"/>
                    <a:pt x="85625" y="201095"/>
                    <a:pt x="90098" y="143001"/>
                  </a:cubicBezTo>
                  <a:cubicBezTo>
                    <a:pt x="92015" y="118742"/>
                    <a:pt x="102239" y="95760"/>
                    <a:pt x="118853" y="78523"/>
                  </a:cubicBezTo>
                  <a:cubicBezTo>
                    <a:pt x="121409" y="75970"/>
                    <a:pt x="125243" y="75970"/>
                    <a:pt x="127799" y="78523"/>
                  </a:cubicBezTo>
                  <a:cubicBezTo>
                    <a:pt x="130355" y="81077"/>
                    <a:pt x="130355" y="84907"/>
                    <a:pt x="127799" y="87461"/>
                  </a:cubicBezTo>
                  <a:cubicBezTo>
                    <a:pt x="92015" y="124488"/>
                    <a:pt x="93293" y="183220"/>
                    <a:pt x="130355" y="218971"/>
                  </a:cubicBezTo>
                  <a:cubicBezTo>
                    <a:pt x="166777" y="254082"/>
                    <a:pt x="223648" y="254082"/>
                    <a:pt x="260071" y="218971"/>
                  </a:cubicBezTo>
                  <a:cubicBezTo>
                    <a:pt x="262626" y="217055"/>
                    <a:pt x="267099" y="217055"/>
                    <a:pt x="269016" y="219609"/>
                  </a:cubicBezTo>
                  <a:cubicBezTo>
                    <a:pt x="270933" y="222163"/>
                    <a:pt x="270933" y="225355"/>
                    <a:pt x="268377" y="227908"/>
                  </a:cubicBezTo>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path>
              </a:pathLst>
            </a:custGeom>
            <a:solidFill>
              <a:srgbClr val="26890D"/>
            </a:solidFill>
            <a:ln w="6390" cap="flat">
              <a:noFill/>
              <a:prstDash val="solid"/>
              <a:miter/>
            </a:ln>
          </p:spPr>
          <p:txBody>
            <a:bodyPr rtlCol="0" anchor="ctr"/>
            <a:lstStyle/>
            <a:p>
              <a:endParaRPr lang="en-US"/>
            </a:p>
          </p:txBody>
        </p:sp>
        <p:sp>
          <p:nvSpPr>
            <p:cNvPr id="415" name="Graphic 4">
              <a:extLst>
                <a:ext uri="{FF2B5EF4-FFF2-40B4-BE49-F238E27FC236}">
                  <a16:creationId xmlns:a16="http://schemas.microsoft.com/office/drawing/2014/main" id="{F58F9A97-A855-FE44-859B-627CF58F96EF}"/>
                </a:ext>
              </a:extLst>
            </p:cNvPr>
            <p:cNvSpPr/>
            <p:nvPr/>
          </p:nvSpPr>
          <p:spPr>
            <a:xfrm>
              <a:off x="2082480" y="3425169"/>
              <a:ext cx="130354" cy="130233"/>
            </a:xfrm>
            <a:custGeom>
              <a:avLst/>
              <a:gdLst>
                <a:gd name="connsiteX0" fmla="*/ 65177 w 130354"/>
                <a:gd name="connsiteY0" fmla="*/ 0 h 130233"/>
                <a:gd name="connsiteX1" fmla="*/ 0 w 130354"/>
                <a:gd name="connsiteY1" fmla="*/ 65116 h 130233"/>
                <a:gd name="connsiteX2" fmla="*/ 65177 w 130354"/>
                <a:gd name="connsiteY2" fmla="*/ 130233 h 130233"/>
                <a:gd name="connsiteX3" fmla="*/ 130355 w 130354"/>
                <a:gd name="connsiteY3" fmla="*/ 65116 h 130233"/>
                <a:gd name="connsiteX4" fmla="*/ 130355 w 130354"/>
                <a:gd name="connsiteY4" fmla="*/ 65116 h 130233"/>
                <a:gd name="connsiteX5" fmla="*/ 65177 w 130354"/>
                <a:gd name="connsiteY5" fmla="*/ 0 h 13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354" h="130233">
                  <a:moveTo>
                    <a:pt x="65177" y="0"/>
                  </a:moveTo>
                  <a:cubicBezTo>
                    <a:pt x="29394" y="0"/>
                    <a:pt x="0" y="29366"/>
                    <a:pt x="0" y="65116"/>
                  </a:cubicBezTo>
                  <a:cubicBezTo>
                    <a:pt x="0" y="100867"/>
                    <a:pt x="29394" y="130233"/>
                    <a:pt x="65177" y="130233"/>
                  </a:cubicBezTo>
                  <a:cubicBezTo>
                    <a:pt x="100961" y="130233"/>
                    <a:pt x="130355" y="100867"/>
                    <a:pt x="130355" y="65116"/>
                  </a:cubicBezTo>
                  <a:cubicBezTo>
                    <a:pt x="130355" y="65116"/>
                    <a:pt x="130355" y="65116"/>
                    <a:pt x="130355" y="65116"/>
                  </a:cubicBezTo>
                  <a:cubicBezTo>
                    <a:pt x="130355" y="29366"/>
                    <a:pt x="101600" y="0"/>
                    <a:pt x="65177" y="0"/>
                  </a:cubicBezTo>
                </a:path>
              </a:pathLst>
            </a:custGeom>
            <a:solidFill>
              <a:srgbClr val="26890D"/>
            </a:solidFill>
            <a:ln w="6390" cap="flat">
              <a:noFill/>
              <a:prstDash val="solid"/>
              <a:miter/>
            </a:ln>
          </p:spPr>
          <p:txBody>
            <a:bodyPr rtlCol="0" anchor="ctr"/>
            <a:lstStyle/>
            <a:p>
              <a:endParaRPr lang="en-US"/>
            </a:p>
          </p:txBody>
        </p:sp>
      </p:grpSp>
      <p:grpSp>
        <p:nvGrpSpPr>
          <p:cNvPr id="416" name="Graphic 4">
            <a:extLst>
              <a:ext uri="{FF2B5EF4-FFF2-40B4-BE49-F238E27FC236}">
                <a16:creationId xmlns:a16="http://schemas.microsoft.com/office/drawing/2014/main" id="{50D6AE69-8A1A-D74B-B165-E8FBBD126606}"/>
              </a:ext>
            </a:extLst>
          </p:cNvPr>
          <p:cNvGrpSpPr>
            <a:grpSpLocks noChangeAspect="1"/>
          </p:cNvGrpSpPr>
          <p:nvPr/>
        </p:nvGrpSpPr>
        <p:grpSpPr>
          <a:xfrm>
            <a:off x="1515054" y="3824168"/>
            <a:ext cx="362309" cy="361971"/>
            <a:chOff x="1515054" y="3824168"/>
            <a:chExt cx="362309" cy="361971"/>
          </a:xfrm>
          <a:solidFill>
            <a:srgbClr val="26890D"/>
          </a:solidFill>
        </p:grpSpPr>
        <p:sp>
          <p:nvSpPr>
            <p:cNvPr id="417" name="Graphic 4">
              <a:extLst>
                <a:ext uri="{FF2B5EF4-FFF2-40B4-BE49-F238E27FC236}">
                  <a16:creationId xmlns:a16="http://schemas.microsoft.com/office/drawing/2014/main" id="{274092B5-AEB4-8342-9AD8-73421BD32AEB}"/>
                </a:ext>
              </a:extLst>
            </p:cNvPr>
            <p:cNvSpPr/>
            <p:nvPr/>
          </p:nvSpPr>
          <p:spPr>
            <a:xfrm>
              <a:off x="1515054" y="3824168"/>
              <a:ext cx="362309" cy="361971"/>
            </a:xfrm>
            <a:custGeom>
              <a:avLst/>
              <a:gdLst>
                <a:gd name="connsiteX0" fmla="*/ 180835 w 362309"/>
                <a:gd name="connsiteY0" fmla="*/ 349204 h 361971"/>
                <a:gd name="connsiteX1" fmla="*/ 12780 w 362309"/>
                <a:gd name="connsiteY1" fmla="*/ 180667 h 361971"/>
                <a:gd name="connsiteX2" fmla="*/ 180835 w 362309"/>
                <a:gd name="connsiteY2" fmla="*/ 12768 h 361971"/>
                <a:gd name="connsiteX3" fmla="*/ 349529 w 362309"/>
                <a:gd name="connsiteY3" fmla="*/ 181305 h 361971"/>
                <a:gd name="connsiteX4" fmla="*/ 349529 w 362309"/>
                <a:gd name="connsiteY4" fmla="*/ 181305 h 361971"/>
                <a:gd name="connsiteX5" fmla="*/ 180835 w 362309"/>
                <a:gd name="connsiteY5" fmla="*/ 349204 h 361971"/>
                <a:gd name="connsiteX6" fmla="*/ 180835 w 362309"/>
                <a:gd name="connsiteY6" fmla="*/ 0 h 361971"/>
                <a:gd name="connsiteX7" fmla="*/ 0 w 362309"/>
                <a:gd name="connsiteY7" fmla="*/ 180667 h 361971"/>
                <a:gd name="connsiteX8" fmla="*/ 180835 w 362309"/>
                <a:gd name="connsiteY8" fmla="*/ 361971 h 361971"/>
                <a:gd name="connsiteX9" fmla="*/ 362309 w 362309"/>
                <a:gd name="connsiteY9" fmla="*/ 180667 h 361971"/>
                <a:gd name="connsiteX10" fmla="*/ 362309 w 362309"/>
                <a:gd name="connsiteY10" fmla="*/ 180667 h 361971"/>
                <a:gd name="connsiteX11" fmla="*/ 180835 w 362309"/>
                <a:gd name="connsiteY11"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349204"/>
                  </a:moveTo>
                  <a:cubicBezTo>
                    <a:pt x="87542" y="349204"/>
                    <a:pt x="12780" y="273873"/>
                    <a:pt x="12780" y="180667"/>
                  </a:cubicBezTo>
                  <a:cubicBezTo>
                    <a:pt x="12780" y="87460"/>
                    <a:pt x="88181" y="12768"/>
                    <a:pt x="180835" y="12768"/>
                  </a:cubicBezTo>
                  <a:cubicBezTo>
                    <a:pt x="274128" y="12768"/>
                    <a:pt x="349529" y="88099"/>
                    <a:pt x="349529" y="181305"/>
                  </a:cubicBezTo>
                  <a:lnTo>
                    <a:pt x="349529" y="181305"/>
                  </a:lnTo>
                  <a:cubicBezTo>
                    <a:pt x="348891" y="273873"/>
                    <a:pt x="273489" y="349204"/>
                    <a:pt x="180835" y="349204"/>
                  </a:cubicBezTo>
                  <a:moveTo>
                    <a:pt x="180835" y="0"/>
                  </a:moveTo>
                  <a:cubicBezTo>
                    <a:pt x="80513" y="0"/>
                    <a:pt x="0" y="81076"/>
                    <a:pt x="0" y="180667"/>
                  </a:cubicBezTo>
                  <a:cubicBezTo>
                    <a:pt x="0" y="280895"/>
                    <a:pt x="81152" y="361971"/>
                    <a:pt x="180835" y="361971"/>
                  </a:cubicBezTo>
                  <a:cubicBezTo>
                    <a:pt x="280518" y="361971"/>
                    <a:pt x="362309" y="280895"/>
                    <a:pt x="362309" y="180667"/>
                  </a:cubicBezTo>
                  <a:lnTo>
                    <a:pt x="362309" y="180667"/>
                  </a:lnTo>
                  <a:cubicBezTo>
                    <a:pt x="361670" y="81076"/>
                    <a:pt x="280518" y="0"/>
                    <a:pt x="180835" y="0"/>
                  </a:cubicBezTo>
                </a:path>
              </a:pathLst>
            </a:custGeom>
            <a:solidFill>
              <a:srgbClr val="26890D"/>
            </a:solidFill>
            <a:ln w="6390" cap="flat">
              <a:noFill/>
              <a:prstDash val="solid"/>
              <a:miter/>
            </a:ln>
          </p:spPr>
          <p:txBody>
            <a:bodyPr rtlCol="0" anchor="ctr"/>
            <a:lstStyle/>
            <a:p>
              <a:endParaRPr lang="en-US"/>
            </a:p>
          </p:txBody>
        </p:sp>
        <p:sp>
          <p:nvSpPr>
            <p:cNvPr id="418" name="Graphic 4">
              <a:extLst>
                <a:ext uri="{FF2B5EF4-FFF2-40B4-BE49-F238E27FC236}">
                  <a16:creationId xmlns:a16="http://schemas.microsoft.com/office/drawing/2014/main" id="{02599338-763A-6E4E-B500-ADB3C7FAE98B}"/>
                </a:ext>
              </a:extLst>
            </p:cNvPr>
            <p:cNvSpPr/>
            <p:nvPr/>
          </p:nvSpPr>
          <p:spPr>
            <a:xfrm>
              <a:off x="1616015" y="3894391"/>
              <a:ext cx="159109" cy="220885"/>
            </a:xfrm>
            <a:custGeom>
              <a:avLst/>
              <a:gdLst>
                <a:gd name="connsiteX0" fmla="*/ 146330 w 159109"/>
                <a:gd name="connsiteY0" fmla="*/ 208118 h 220885"/>
                <a:gd name="connsiteX1" fmla="*/ 12780 w 159109"/>
                <a:gd name="connsiteY1" fmla="*/ 208118 h 220885"/>
                <a:gd name="connsiteX2" fmla="*/ 12780 w 159109"/>
                <a:gd name="connsiteY2" fmla="*/ 28728 h 220885"/>
                <a:gd name="connsiteX3" fmla="*/ 42813 w 159109"/>
                <a:gd name="connsiteY3" fmla="*/ 28728 h 220885"/>
                <a:gd name="connsiteX4" fmla="*/ 42813 w 159109"/>
                <a:gd name="connsiteY4" fmla="*/ 37665 h 220885"/>
                <a:gd name="connsiteX5" fmla="*/ 49203 w 159109"/>
                <a:gd name="connsiteY5" fmla="*/ 44049 h 220885"/>
                <a:gd name="connsiteX6" fmla="*/ 109907 w 159109"/>
                <a:gd name="connsiteY6" fmla="*/ 44049 h 220885"/>
                <a:gd name="connsiteX7" fmla="*/ 116297 w 159109"/>
                <a:gd name="connsiteY7" fmla="*/ 37665 h 220885"/>
                <a:gd name="connsiteX8" fmla="*/ 116297 w 159109"/>
                <a:gd name="connsiteY8" fmla="*/ 28728 h 220885"/>
                <a:gd name="connsiteX9" fmla="*/ 146330 w 159109"/>
                <a:gd name="connsiteY9" fmla="*/ 28728 h 220885"/>
                <a:gd name="connsiteX10" fmla="*/ 146330 w 159109"/>
                <a:gd name="connsiteY10" fmla="*/ 208118 h 220885"/>
                <a:gd name="connsiteX11" fmla="*/ 55593 w 159109"/>
                <a:gd name="connsiteY11" fmla="*/ 13406 h 220885"/>
                <a:gd name="connsiteX12" fmla="*/ 103517 w 159109"/>
                <a:gd name="connsiteY12" fmla="*/ 13406 h 220885"/>
                <a:gd name="connsiteX13" fmla="*/ 103517 w 159109"/>
                <a:gd name="connsiteY13" fmla="*/ 31920 h 220885"/>
                <a:gd name="connsiteX14" fmla="*/ 55593 w 159109"/>
                <a:gd name="connsiteY14" fmla="*/ 31920 h 220885"/>
                <a:gd name="connsiteX15" fmla="*/ 55593 w 159109"/>
                <a:gd name="connsiteY15" fmla="*/ 13406 h 220885"/>
                <a:gd name="connsiteX16" fmla="*/ 152719 w 159109"/>
                <a:gd name="connsiteY16" fmla="*/ 15960 h 220885"/>
                <a:gd name="connsiteX17" fmla="*/ 116297 w 159109"/>
                <a:gd name="connsiteY17" fmla="*/ 15960 h 220885"/>
                <a:gd name="connsiteX18" fmla="*/ 116297 w 159109"/>
                <a:gd name="connsiteY18" fmla="*/ 6384 h 220885"/>
                <a:gd name="connsiteX19" fmla="*/ 109907 w 159109"/>
                <a:gd name="connsiteY19" fmla="*/ 0 h 220885"/>
                <a:gd name="connsiteX20" fmla="*/ 49203 w 159109"/>
                <a:gd name="connsiteY20" fmla="*/ 0 h 220885"/>
                <a:gd name="connsiteX21" fmla="*/ 42813 w 159109"/>
                <a:gd name="connsiteY21" fmla="*/ 6384 h 220885"/>
                <a:gd name="connsiteX22" fmla="*/ 42813 w 159109"/>
                <a:gd name="connsiteY22" fmla="*/ 15960 h 220885"/>
                <a:gd name="connsiteX23" fmla="*/ 6390 w 159109"/>
                <a:gd name="connsiteY23" fmla="*/ 15960 h 220885"/>
                <a:gd name="connsiteX24" fmla="*/ 0 w 159109"/>
                <a:gd name="connsiteY24" fmla="*/ 22344 h 220885"/>
                <a:gd name="connsiteX25" fmla="*/ 0 w 159109"/>
                <a:gd name="connsiteY25" fmla="*/ 214502 h 220885"/>
                <a:gd name="connsiteX26" fmla="*/ 6390 w 159109"/>
                <a:gd name="connsiteY26" fmla="*/ 220886 h 220885"/>
                <a:gd name="connsiteX27" fmla="*/ 152719 w 159109"/>
                <a:gd name="connsiteY27" fmla="*/ 220886 h 220885"/>
                <a:gd name="connsiteX28" fmla="*/ 159109 w 159109"/>
                <a:gd name="connsiteY28" fmla="*/ 214502 h 220885"/>
                <a:gd name="connsiteX29" fmla="*/ 159109 w 159109"/>
                <a:gd name="connsiteY29" fmla="*/ 22344 h 220885"/>
                <a:gd name="connsiteX30" fmla="*/ 152719 w 159109"/>
                <a:gd name="connsiteY30" fmla="*/ 15960 h 22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9109" h="220885">
                  <a:moveTo>
                    <a:pt x="146330" y="208118"/>
                  </a:moveTo>
                  <a:lnTo>
                    <a:pt x="12780" y="208118"/>
                  </a:lnTo>
                  <a:lnTo>
                    <a:pt x="12780" y="28728"/>
                  </a:lnTo>
                  <a:lnTo>
                    <a:pt x="42813" y="28728"/>
                  </a:lnTo>
                  <a:lnTo>
                    <a:pt x="42813" y="37665"/>
                  </a:lnTo>
                  <a:cubicBezTo>
                    <a:pt x="42813" y="41496"/>
                    <a:pt x="45369" y="44049"/>
                    <a:pt x="49203" y="44049"/>
                  </a:cubicBezTo>
                  <a:lnTo>
                    <a:pt x="109907" y="44049"/>
                  </a:lnTo>
                  <a:cubicBezTo>
                    <a:pt x="113741" y="44049"/>
                    <a:pt x="116297" y="41496"/>
                    <a:pt x="116297" y="37665"/>
                  </a:cubicBezTo>
                  <a:lnTo>
                    <a:pt x="116297" y="28728"/>
                  </a:lnTo>
                  <a:lnTo>
                    <a:pt x="146330" y="28728"/>
                  </a:lnTo>
                  <a:lnTo>
                    <a:pt x="146330" y="208118"/>
                  </a:lnTo>
                  <a:close/>
                  <a:moveTo>
                    <a:pt x="55593" y="13406"/>
                  </a:moveTo>
                  <a:lnTo>
                    <a:pt x="103517" y="13406"/>
                  </a:lnTo>
                  <a:lnTo>
                    <a:pt x="103517" y="31920"/>
                  </a:lnTo>
                  <a:lnTo>
                    <a:pt x="55593" y="31920"/>
                  </a:lnTo>
                  <a:lnTo>
                    <a:pt x="55593" y="13406"/>
                  </a:lnTo>
                  <a:close/>
                  <a:moveTo>
                    <a:pt x="152719" y="15960"/>
                  </a:moveTo>
                  <a:lnTo>
                    <a:pt x="116297" y="15960"/>
                  </a:lnTo>
                  <a:lnTo>
                    <a:pt x="116297" y="6384"/>
                  </a:lnTo>
                  <a:cubicBezTo>
                    <a:pt x="116297" y="2553"/>
                    <a:pt x="113741" y="0"/>
                    <a:pt x="109907" y="0"/>
                  </a:cubicBezTo>
                  <a:lnTo>
                    <a:pt x="49203" y="0"/>
                  </a:lnTo>
                  <a:cubicBezTo>
                    <a:pt x="45369" y="0"/>
                    <a:pt x="42813" y="2553"/>
                    <a:pt x="42813" y="6384"/>
                  </a:cubicBezTo>
                  <a:lnTo>
                    <a:pt x="42813" y="15960"/>
                  </a:lnTo>
                  <a:lnTo>
                    <a:pt x="6390" y="15960"/>
                  </a:lnTo>
                  <a:cubicBezTo>
                    <a:pt x="2556" y="15960"/>
                    <a:pt x="0" y="18513"/>
                    <a:pt x="0" y="22344"/>
                  </a:cubicBezTo>
                  <a:lnTo>
                    <a:pt x="0" y="214502"/>
                  </a:lnTo>
                  <a:cubicBezTo>
                    <a:pt x="0" y="218332"/>
                    <a:pt x="2556" y="220886"/>
                    <a:pt x="6390" y="220886"/>
                  </a:cubicBezTo>
                  <a:lnTo>
                    <a:pt x="152719" y="220886"/>
                  </a:lnTo>
                  <a:cubicBezTo>
                    <a:pt x="156553" y="220886"/>
                    <a:pt x="159109" y="218332"/>
                    <a:pt x="159109" y="214502"/>
                  </a:cubicBezTo>
                  <a:lnTo>
                    <a:pt x="159109" y="22344"/>
                  </a:lnTo>
                  <a:cubicBezTo>
                    <a:pt x="159109" y="19152"/>
                    <a:pt x="156553" y="15960"/>
                    <a:pt x="152719" y="15960"/>
                  </a:cubicBezTo>
                </a:path>
              </a:pathLst>
            </a:custGeom>
            <a:solidFill>
              <a:srgbClr val="26890D"/>
            </a:solidFill>
            <a:ln w="6390" cap="flat">
              <a:noFill/>
              <a:prstDash val="solid"/>
              <a:miter/>
            </a:ln>
          </p:spPr>
          <p:txBody>
            <a:bodyPr rtlCol="0" anchor="ctr"/>
            <a:lstStyle/>
            <a:p>
              <a:endParaRPr lang="en-US"/>
            </a:p>
          </p:txBody>
        </p:sp>
      </p:grpSp>
      <p:grpSp>
        <p:nvGrpSpPr>
          <p:cNvPr id="419" name="Graphic 4">
            <a:extLst>
              <a:ext uri="{FF2B5EF4-FFF2-40B4-BE49-F238E27FC236}">
                <a16:creationId xmlns:a16="http://schemas.microsoft.com/office/drawing/2014/main" id="{C424C10C-C798-1C48-9906-697F19A13904}"/>
              </a:ext>
            </a:extLst>
          </p:cNvPr>
          <p:cNvGrpSpPr>
            <a:grpSpLocks noChangeAspect="1"/>
          </p:cNvGrpSpPr>
          <p:nvPr/>
        </p:nvGrpSpPr>
        <p:grpSpPr>
          <a:xfrm>
            <a:off x="1952125" y="3824168"/>
            <a:ext cx="362313" cy="361971"/>
            <a:chOff x="1952125" y="3824168"/>
            <a:chExt cx="362313" cy="361971"/>
          </a:xfrm>
          <a:solidFill>
            <a:srgbClr val="26890D"/>
          </a:solidFill>
        </p:grpSpPr>
        <p:sp>
          <p:nvSpPr>
            <p:cNvPr id="420" name="Graphic 4">
              <a:extLst>
                <a:ext uri="{FF2B5EF4-FFF2-40B4-BE49-F238E27FC236}">
                  <a16:creationId xmlns:a16="http://schemas.microsoft.com/office/drawing/2014/main" id="{858D7BB0-E697-0841-B196-41F230C2BDDF}"/>
                </a:ext>
              </a:extLst>
            </p:cNvPr>
            <p:cNvSpPr/>
            <p:nvPr/>
          </p:nvSpPr>
          <p:spPr>
            <a:xfrm>
              <a:off x="2067144" y="3923119"/>
              <a:ext cx="133549" cy="179389"/>
            </a:xfrm>
            <a:custGeom>
              <a:avLst/>
              <a:gdLst>
                <a:gd name="connsiteX0" fmla="*/ 103517 w 133549"/>
                <a:gd name="connsiteY0" fmla="*/ 8937 h 179389"/>
                <a:gd name="connsiteX1" fmla="*/ 97127 w 133549"/>
                <a:gd name="connsiteY1" fmla="*/ 15321 h 179389"/>
                <a:gd name="connsiteX2" fmla="*/ 36423 w 133549"/>
                <a:gd name="connsiteY2" fmla="*/ 15321 h 179389"/>
                <a:gd name="connsiteX3" fmla="*/ 30033 w 133549"/>
                <a:gd name="connsiteY3" fmla="*/ 8937 h 179389"/>
                <a:gd name="connsiteX4" fmla="*/ 30033 w 133549"/>
                <a:gd name="connsiteY4" fmla="*/ 0 h 179389"/>
                <a:gd name="connsiteX5" fmla="*/ 0 w 133549"/>
                <a:gd name="connsiteY5" fmla="*/ 0 h 179389"/>
                <a:gd name="connsiteX6" fmla="*/ 0 w 133549"/>
                <a:gd name="connsiteY6" fmla="*/ 179390 h 179389"/>
                <a:gd name="connsiteX7" fmla="*/ 133550 w 133549"/>
                <a:gd name="connsiteY7" fmla="*/ 179390 h 179389"/>
                <a:gd name="connsiteX8" fmla="*/ 133550 w 133549"/>
                <a:gd name="connsiteY8" fmla="*/ 0 h 179389"/>
                <a:gd name="connsiteX9" fmla="*/ 103517 w 133549"/>
                <a:gd name="connsiteY9" fmla="*/ 0 h 179389"/>
                <a:gd name="connsiteX10" fmla="*/ 103517 w 133549"/>
                <a:gd name="connsiteY10" fmla="*/ 8937 h 17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549" h="179389">
                  <a:moveTo>
                    <a:pt x="103517" y="8937"/>
                  </a:moveTo>
                  <a:cubicBezTo>
                    <a:pt x="103517" y="12768"/>
                    <a:pt x="100961" y="15321"/>
                    <a:pt x="97127" y="15321"/>
                  </a:cubicBezTo>
                  <a:lnTo>
                    <a:pt x="36423" y="15321"/>
                  </a:lnTo>
                  <a:cubicBezTo>
                    <a:pt x="32589" y="15321"/>
                    <a:pt x="30033" y="12768"/>
                    <a:pt x="30033" y="8937"/>
                  </a:cubicBezTo>
                  <a:lnTo>
                    <a:pt x="30033" y="0"/>
                  </a:lnTo>
                  <a:lnTo>
                    <a:pt x="0" y="0"/>
                  </a:lnTo>
                  <a:lnTo>
                    <a:pt x="0" y="179390"/>
                  </a:lnTo>
                  <a:lnTo>
                    <a:pt x="133550" y="179390"/>
                  </a:lnTo>
                  <a:lnTo>
                    <a:pt x="133550" y="0"/>
                  </a:lnTo>
                  <a:lnTo>
                    <a:pt x="103517" y="0"/>
                  </a:lnTo>
                  <a:lnTo>
                    <a:pt x="103517" y="8937"/>
                  </a:lnTo>
                  <a:close/>
                </a:path>
              </a:pathLst>
            </a:custGeom>
            <a:solidFill>
              <a:srgbClr val="26890D"/>
            </a:solidFill>
            <a:ln w="6390" cap="flat">
              <a:noFill/>
              <a:prstDash val="solid"/>
              <a:miter/>
            </a:ln>
          </p:spPr>
          <p:txBody>
            <a:bodyPr rtlCol="0" anchor="ctr"/>
            <a:lstStyle/>
            <a:p>
              <a:endParaRPr lang="en-US"/>
            </a:p>
          </p:txBody>
        </p:sp>
        <p:sp>
          <p:nvSpPr>
            <p:cNvPr id="421" name="Graphic 4">
              <a:extLst>
                <a:ext uri="{FF2B5EF4-FFF2-40B4-BE49-F238E27FC236}">
                  <a16:creationId xmlns:a16="http://schemas.microsoft.com/office/drawing/2014/main" id="{3FCE6C45-3B0C-C04C-A382-E0CE6BC26F86}"/>
                </a:ext>
              </a:extLst>
            </p:cNvPr>
            <p:cNvSpPr/>
            <p:nvPr/>
          </p:nvSpPr>
          <p:spPr>
            <a:xfrm>
              <a:off x="1952125" y="3824168"/>
              <a:ext cx="362313" cy="361971"/>
            </a:xfrm>
            <a:custGeom>
              <a:avLst/>
              <a:gdLst>
                <a:gd name="connsiteX0" fmla="*/ 261348 w 362313"/>
                <a:gd name="connsiteY0" fmla="*/ 284725 h 361971"/>
                <a:gd name="connsiteX1" fmla="*/ 254958 w 362313"/>
                <a:gd name="connsiteY1" fmla="*/ 291109 h 361971"/>
                <a:gd name="connsiteX2" fmla="*/ 108629 w 362313"/>
                <a:gd name="connsiteY2" fmla="*/ 291109 h 361971"/>
                <a:gd name="connsiteX3" fmla="*/ 102239 w 362313"/>
                <a:gd name="connsiteY3" fmla="*/ 284725 h 361971"/>
                <a:gd name="connsiteX4" fmla="*/ 102239 w 362313"/>
                <a:gd name="connsiteY4" fmla="*/ 92568 h 361971"/>
                <a:gd name="connsiteX5" fmla="*/ 108629 w 362313"/>
                <a:gd name="connsiteY5" fmla="*/ 86184 h 361971"/>
                <a:gd name="connsiteX6" fmla="*/ 145052 w 362313"/>
                <a:gd name="connsiteY6" fmla="*/ 86184 h 361971"/>
                <a:gd name="connsiteX7" fmla="*/ 145052 w 362313"/>
                <a:gd name="connsiteY7" fmla="*/ 76608 h 361971"/>
                <a:gd name="connsiteX8" fmla="*/ 151442 w 362313"/>
                <a:gd name="connsiteY8" fmla="*/ 70224 h 361971"/>
                <a:gd name="connsiteX9" fmla="*/ 212146 w 362313"/>
                <a:gd name="connsiteY9" fmla="*/ 70224 h 361971"/>
                <a:gd name="connsiteX10" fmla="*/ 218536 w 362313"/>
                <a:gd name="connsiteY10" fmla="*/ 76608 h 361971"/>
                <a:gd name="connsiteX11" fmla="*/ 218536 w 362313"/>
                <a:gd name="connsiteY11" fmla="*/ 86184 h 361971"/>
                <a:gd name="connsiteX12" fmla="*/ 254958 w 362313"/>
                <a:gd name="connsiteY12" fmla="*/ 86184 h 361971"/>
                <a:gd name="connsiteX13" fmla="*/ 261348 w 362313"/>
                <a:gd name="connsiteY13" fmla="*/ 92568 h 361971"/>
                <a:gd name="connsiteX14" fmla="*/ 261348 w 362313"/>
                <a:gd name="connsiteY14" fmla="*/ 284725 h 361971"/>
                <a:gd name="connsiteX15" fmla="*/ 181474 w 362313"/>
                <a:gd name="connsiteY15" fmla="*/ 0 h 361971"/>
                <a:gd name="connsiteX16" fmla="*/ 0 w 362313"/>
                <a:gd name="connsiteY16" fmla="*/ 180667 h 361971"/>
                <a:gd name="connsiteX17" fmla="*/ 180835 w 362313"/>
                <a:gd name="connsiteY17" fmla="*/ 361971 h 361971"/>
                <a:gd name="connsiteX18" fmla="*/ 362310 w 362313"/>
                <a:gd name="connsiteY18" fmla="*/ 181305 h 361971"/>
                <a:gd name="connsiteX19" fmla="*/ 362310 w 362313"/>
                <a:gd name="connsiteY19" fmla="*/ 181305 h 361971"/>
                <a:gd name="connsiteX20" fmla="*/ 181474 w 362313"/>
                <a:gd name="connsiteY20"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2313" h="361971">
                  <a:moveTo>
                    <a:pt x="261348" y="284725"/>
                  </a:moveTo>
                  <a:cubicBezTo>
                    <a:pt x="261348" y="288556"/>
                    <a:pt x="258792" y="291109"/>
                    <a:pt x="254958" y="291109"/>
                  </a:cubicBezTo>
                  <a:lnTo>
                    <a:pt x="108629" y="291109"/>
                  </a:lnTo>
                  <a:cubicBezTo>
                    <a:pt x="104795" y="291109"/>
                    <a:pt x="102239" y="288556"/>
                    <a:pt x="102239" y="284725"/>
                  </a:cubicBezTo>
                  <a:lnTo>
                    <a:pt x="102239" y="92568"/>
                  </a:lnTo>
                  <a:cubicBezTo>
                    <a:pt x="102239" y="88737"/>
                    <a:pt x="104795" y="86184"/>
                    <a:pt x="108629" y="86184"/>
                  </a:cubicBezTo>
                  <a:lnTo>
                    <a:pt x="145052" y="86184"/>
                  </a:lnTo>
                  <a:lnTo>
                    <a:pt x="145052" y="76608"/>
                  </a:lnTo>
                  <a:cubicBezTo>
                    <a:pt x="145052" y="72777"/>
                    <a:pt x="147608" y="70224"/>
                    <a:pt x="151442" y="70224"/>
                  </a:cubicBezTo>
                  <a:lnTo>
                    <a:pt x="212146" y="70224"/>
                  </a:lnTo>
                  <a:cubicBezTo>
                    <a:pt x="215980" y="70224"/>
                    <a:pt x="218536" y="72777"/>
                    <a:pt x="218536" y="76608"/>
                  </a:cubicBezTo>
                  <a:lnTo>
                    <a:pt x="218536" y="86184"/>
                  </a:lnTo>
                  <a:lnTo>
                    <a:pt x="254958" y="86184"/>
                  </a:lnTo>
                  <a:cubicBezTo>
                    <a:pt x="258792" y="86184"/>
                    <a:pt x="261348" y="88737"/>
                    <a:pt x="261348" y="92568"/>
                  </a:cubicBezTo>
                  <a:lnTo>
                    <a:pt x="261348" y="284725"/>
                  </a:lnTo>
                  <a:close/>
                  <a:moveTo>
                    <a:pt x="181474" y="0"/>
                  </a:moveTo>
                  <a:cubicBezTo>
                    <a:pt x="81152" y="0"/>
                    <a:pt x="0" y="81076"/>
                    <a:pt x="0" y="180667"/>
                  </a:cubicBezTo>
                  <a:cubicBezTo>
                    <a:pt x="0" y="280895"/>
                    <a:pt x="81152" y="361971"/>
                    <a:pt x="180835" y="361971"/>
                  </a:cubicBezTo>
                  <a:cubicBezTo>
                    <a:pt x="281157" y="361971"/>
                    <a:pt x="362310" y="280895"/>
                    <a:pt x="362310" y="181305"/>
                  </a:cubicBezTo>
                  <a:cubicBezTo>
                    <a:pt x="362310" y="181305"/>
                    <a:pt x="362310" y="181305"/>
                    <a:pt x="362310" y="181305"/>
                  </a:cubicBezTo>
                  <a:cubicBezTo>
                    <a:pt x="362948" y="81076"/>
                    <a:pt x="281796" y="0"/>
                    <a:pt x="181474" y="0"/>
                  </a:cubicBezTo>
                </a:path>
              </a:pathLst>
            </a:custGeom>
            <a:solidFill>
              <a:srgbClr val="26890D"/>
            </a:solidFill>
            <a:ln w="6390" cap="flat">
              <a:noFill/>
              <a:prstDash val="solid"/>
              <a:miter/>
            </a:ln>
          </p:spPr>
          <p:txBody>
            <a:bodyPr rtlCol="0" anchor="ctr"/>
            <a:lstStyle/>
            <a:p>
              <a:endParaRPr lang="en-US"/>
            </a:p>
          </p:txBody>
        </p:sp>
        <p:sp>
          <p:nvSpPr>
            <p:cNvPr id="422" name="Graphic 4">
              <a:extLst>
                <a:ext uri="{FF2B5EF4-FFF2-40B4-BE49-F238E27FC236}">
                  <a16:creationId xmlns:a16="http://schemas.microsoft.com/office/drawing/2014/main" id="{1F022182-1328-2246-8161-1E6BFE5A83D2}"/>
                </a:ext>
              </a:extLst>
            </p:cNvPr>
            <p:cNvSpPr/>
            <p:nvPr/>
          </p:nvSpPr>
          <p:spPr>
            <a:xfrm>
              <a:off x="2109957" y="3907798"/>
              <a:ext cx="47924" cy="17875"/>
            </a:xfrm>
            <a:custGeom>
              <a:avLst/>
              <a:gdLst>
                <a:gd name="connsiteX0" fmla="*/ 0 w 47924"/>
                <a:gd name="connsiteY0" fmla="*/ 0 h 17875"/>
                <a:gd name="connsiteX1" fmla="*/ 47925 w 47924"/>
                <a:gd name="connsiteY1" fmla="*/ 0 h 17875"/>
                <a:gd name="connsiteX2" fmla="*/ 47925 w 47924"/>
                <a:gd name="connsiteY2" fmla="*/ 17875 h 17875"/>
                <a:gd name="connsiteX3" fmla="*/ 0 w 47924"/>
                <a:gd name="connsiteY3" fmla="*/ 17875 h 17875"/>
              </a:gdLst>
              <a:ahLst/>
              <a:cxnLst>
                <a:cxn ang="0">
                  <a:pos x="connsiteX0" y="connsiteY0"/>
                </a:cxn>
                <a:cxn ang="0">
                  <a:pos x="connsiteX1" y="connsiteY1"/>
                </a:cxn>
                <a:cxn ang="0">
                  <a:pos x="connsiteX2" y="connsiteY2"/>
                </a:cxn>
                <a:cxn ang="0">
                  <a:pos x="connsiteX3" y="connsiteY3"/>
                </a:cxn>
              </a:cxnLst>
              <a:rect l="l" t="t" r="r" b="b"/>
              <a:pathLst>
                <a:path w="47924" h="17875">
                  <a:moveTo>
                    <a:pt x="0" y="0"/>
                  </a:moveTo>
                  <a:lnTo>
                    <a:pt x="47925" y="0"/>
                  </a:lnTo>
                  <a:lnTo>
                    <a:pt x="47925" y="17875"/>
                  </a:lnTo>
                  <a:lnTo>
                    <a:pt x="0" y="17875"/>
                  </a:lnTo>
                  <a:close/>
                </a:path>
              </a:pathLst>
            </a:custGeom>
            <a:solidFill>
              <a:srgbClr val="26890D"/>
            </a:solidFill>
            <a:ln w="6390" cap="flat">
              <a:noFill/>
              <a:prstDash val="solid"/>
              <a:miter/>
            </a:ln>
          </p:spPr>
          <p:txBody>
            <a:bodyPr rtlCol="0" anchor="ctr"/>
            <a:lstStyle/>
            <a:p>
              <a:endParaRPr lang="en-US"/>
            </a:p>
          </p:txBody>
        </p:sp>
      </p:grpSp>
      <p:grpSp>
        <p:nvGrpSpPr>
          <p:cNvPr id="423" name="Graphic 4">
            <a:extLst>
              <a:ext uri="{FF2B5EF4-FFF2-40B4-BE49-F238E27FC236}">
                <a16:creationId xmlns:a16="http://schemas.microsoft.com/office/drawing/2014/main" id="{1C683B08-609B-184B-9B18-E980C37390B8}"/>
              </a:ext>
            </a:extLst>
          </p:cNvPr>
          <p:cNvGrpSpPr>
            <a:grpSpLocks noChangeAspect="1"/>
          </p:cNvGrpSpPr>
          <p:nvPr/>
        </p:nvGrpSpPr>
        <p:grpSpPr>
          <a:xfrm>
            <a:off x="1514415" y="2855079"/>
            <a:ext cx="362309" cy="361971"/>
            <a:chOff x="1514415" y="2855079"/>
            <a:chExt cx="362309" cy="361971"/>
          </a:xfrm>
          <a:solidFill>
            <a:srgbClr val="26890D"/>
          </a:solidFill>
        </p:grpSpPr>
        <p:sp>
          <p:nvSpPr>
            <p:cNvPr id="424" name="Graphic 4">
              <a:extLst>
                <a:ext uri="{FF2B5EF4-FFF2-40B4-BE49-F238E27FC236}">
                  <a16:creationId xmlns:a16="http://schemas.microsoft.com/office/drawing/2014/main" id="{A3C84DED-5E0D-2849-97F9-43C36D4D22D9}"/>
                </a:ext>
              </a:extLst>
            </p:cNvPr>
            <p:cNvSpPr/>
            <p:nvPr/>
          </p:nvSpPr>
          <p:spPr>
            <a:xfrm>
              <a:off x="1514415" y="2855079"/>
              <a:ext cx="362309" cy="361971"/>
            </a:xfrm>
            <a:custGeom>
              <a:avLst/>
              <a:gdLst>
                <a:gd name="connsiteX0" fmla="*/ 181474 w 362309"/>
                <a:gd name="connsiteY0" fmla="*/ 349842 h 361971"/>
                <a:gd name="connsiteX1" fmla="*/ 12780 w 362309"/>
                <a:gd name="connsiteY1" fmla="*/ 181944 h 361971"/>
                <a:gd name="connsiteX2" fmla="*/ 180835 w 362309"/>
                <a:gd name="connsiteY2" fmla="*/ 13406 h 361971"/>
                <a:gd name="connsiteX3" fmla="*/ 349530 w 362309"/>
                <a:gd name="connsiteY3" fmla="*/ 181305 h 361971"/>
                <a:gd name="connsiteX4" fmla="*/ 349530 w 362309"/>
                <a:gd name="connsiteY4" fmla="*/ 181305 h 361971"/>
                <a:gd name="connsiteX5" fmla="*/ 181474 w 362309"/>
                <a:gd name="connsiteY5" fmla="*/ 349842 h 361971"/>
                <a:gd name="connsiteX6" fmla="*/ 181474 w 362309"/>
                <a:gd name="connsiteY6" fmla="*/ 0 h 361971"/>
                <a:gd name="connsiteX7" fmla="*/ 0 w 362309"/>
                <a:gd name="connsiteY7" fmla="*/ 180667 h 361971"/>
                <a:gd name="connsiteX8" fmla="*/ 180835 w 362309"/>
                <a:gd name="connsiteY8" fmla="*/ 361972 h 361971"/>
                <a:gd name="connsiteX9" fmla="*/ 362310 w 362309"/>
                <a:gd name="connsiteY9" fmla="*/ 181305 h 361971"/>
                <a:gd name="connsiteX10" fmla="*/ 362310 w 362309"/>
                <a:gd name="connsiteY10" fmla="*/ 181305 h 361971"/>
                <a:gd name="connsiteX11" fmla="*/ 181474 w 362309"/>
                <a:gd name="connsiteY11"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349842"/>
                  </a:moveTo>
                  <a:cubicBezTo>
                    <a:pt x="88181" y="349842"/>
                    <a:pt x="12780" y="274511"/>
                    <a:pt x="12780" y="181944"/>
                  </a:cubicBezTo>
                  <a:cubicBezTo>
                    <a:pt x="12780" y="89376"/>
                    <a:pt x="88181" y="13406"/>
                    <a:pt x="180835" y="13406"/>
                  </a:cubicBezTo>
                  <a:cubicBezTo>
                    <a:pt x="274128" y="13406"/>
                    <a:pt x="349530" y="88737"/>
                    <a:pt x="349530" y="181305"/>
                  </a:cubicBezTo>
                  <a:cubicBezTo>
                    <a:pt x="349530" y="181305"/>
                    <a:pt x="349530" y="181305"/>
                    <a:pt x="349530" y="181305"/>
                  </a:cubicBezTo>
                  <a:cubicBezTo>
                    <a:pt x="349530" y="273873"/>
                    <a:pt x="274128" y="349204"/>
                    <a:pt x="181474" y="349842"/>
                  </a:cubicBezTo>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1076"/>
                    <a:pt x="281157" y="638"/>
                    <a:pt x="181474" y="0"/>
                  </a:cubicBezTo>
                </a:path>
              </a:pathLst>
            </a:custGeom>
            <a:solidFill>
              <a:srgbClr val="26890D"/>
            </a:solidFill>
            <a:ln w="6390" cap="flat">
              <a:noFill/>
              <a:prstDash val="solid"/>
              <a:miter/>
            </a:ln>
          </p:spPr>
          <p:txBody>
            <a:bodyPr rtlCol="0" anchor="ctr"/>
            <a:lstStyle/>
            <a:p>
              <a:endParaRPr lang="en-US"/>
            </a:p>
          </p:txBody>
        </p:sp>
        <p:sp>
          <p:nvSpPr>
            <p:cNvPr id="425" name="Graphic 4">
              <a:extLst>
                <a:ext uri="{FF2B5EF4-FFF2-40B4-BE49-F238E27FC236}">
                  <a16:creationId xmlns:a16="http://schemas.microsoft.com/office/drawing/2014/main" id="{B07E9E76-6E33-474A-8FAB-3BA9A825C69C}"/>
                </a:ext>
              </a:extLst>
            </p:cNvPr>
            <p:cNvSpPr/>
            <p:nvPr/>
          </p:nvSpPr>
          <p:spPr>
            <a:xfrm>
              <a:off x="1620008" y="2922349"/>
              <a:ext cx="150410" cy="227669"/>
            </a:xfrm>
            <a:custGeom>
              <a:avLst/>
              <a:gdLst>
                <a:gd name="connsiteX0" fmla="*/ 134029 w 150410"/>
                <a:gd name="connsiteY0" fmla="*/ 45088 h 227669"/>
                <a:gd name="connsiteX1" fmla="*/ 126361 w 150410"/>
                <a:gd name="connsiteY1" fmla="*/ 48280 h 227669"/>
                <a:gd name="connsiteX2" fmla="*/ 123166 w 150410"/>
                <a:gd name="connsiteY2" fmla="*/ 52110 h 227669"/>
                <a:gd name="connsiteX3" fmla="*/ 97606 w 150410"/>
                <a:gd name="connsiteY3" fmla="*/ 119142 h 227669"/>
                <a:gd name="connsiteX4" fmla="*/ 99523 w 150410"/>
                <a:gd name="connsiteY4" fmla="*/ 126164 h 227669"/>
                <a:gd name="connsiteX5" fmla="*/ 115498 w 150410"/>
                <a:gd name="connsiteY5" fmla="*/ 138932 h 227669"/>
                <a:gd name="connsiteX6" fmla="*/ 107830 w 150410"/>
                <a:gd name="connsiteY6" fmla="*/ 158084 h 227669"/>
                <a:gd name="connsiteX7" fmla="*/ 15815 w 150410"/>
                <a:gd name="connsiteY7" fmla="*/ 122972 h 227669"/>
                <a:gd name="connsiteX8" fmla="*/ 23483 w 150410"/>
                <a:gd name="connsiteY8" fmla="*/ 103820 h 227669"/>
                <a:gd name="connsiteX9" fmla="*/ 43931 w 150410"/>
                <a:gd name="connsiteY9" fmla="*/ 104459 h 227669"/>
                <a:gd name="connsiteX10" fmla="*/ 50321 w 150410"/>
                <a:gd name="connsiteY10" fmla="*/ 100628 h 227669"/>
                <a:gd name="connsiteX11" fmla="*/ 75880 w 150410"/>
                <a:gd name="connsiteY11" fmla="*/ 33597 h 227669"/>
                <a:gd name="connsiteX12" fmla="*/ 75880 w 150410"/>
                <a:gd name="connsiteY12" fmla="*/ 28489 h 227669"/>
                <a:gd name="connsiteX13" fmla="*/ 72685 w 150410"/>
                <a:gd name="connsiteY13" fmla="*/ 20829 h 227669"/>
                <a:gd name="connsiteX14" fmla="*/ 75241 w 150410"/>
                <a:gd name="connsiteY14" fmla="*/ 14445 h 227669"/>
                <a:gd name="connsiteX15" fmla="*/ 137863 w 150410"/>
                <a:gd name="connsiteY15" fmla="*/ 38065 h 227669"/>
                <a:gd name="connsiteX16" fmla="*/ 134029 w 150410"/>
                <a:gd name="connsiteY16" fmla="*/ 45088 h 227669"/>
                <a:gd name="connsiteX17" fmla="*/ 146809 w 150410"/>
                <a:gd name="connsiteY17" fmla="*/ 29128 h 227669"/>
                <a:gd name="connsiteX18" fmla="*/ 72685 w 150410"/>
                <a:gd name="connsiteY18" fmla="*/ 400 h 227669"/>
                <a:gd name="connsiteX19" fmla="*/ 64379 w 150410"/>
                <a:gd name="connsiteY19" fmla="*/ 4230 h 227669"/>
                <a:gd name="connsiteX20" fmla="*/ 64379 w 150410"/>
                <a:gd name="connsiteY20" fmla="*/ 4230 h 227669"/>
                <a:gd name="connsiteX21" fmla="*/ 58628 w 150410"/>
                <a:gd name="connsiteY21" fmla="*/ 18913 h 227669"/>
                <a:gd name="connsiteX22" fmla="*/ 58628 w 150410"/>
                <a:gd name="connsiteY22" fmla="*/ 24021 h 227669"/>
                <a:gd name="connsiteX23" fmla="*/ 61823 w 150410"/>
                <a:gd name="connsiteY23" fmla="*/ 31681 h 227669"/>
                <a:gd name="connsiteX24" fmla="*/ 38819 w 150410"/>
                <a:gd name="connsiteY24" fmla="*/ 91691 h 227669"/>
                <a:gd name="connsiteX25" fmla="*/ 18371 w 150410"/>
                <a:gd name="connsiteY25" fmla="*/ 91052 h 227669"/>
                <a:gd name="connsiteX26" fmla="*/ 11981 w 150410"/>
                <a:gd name="connsiteY26" fmla="*/ 94883 h 227669"/>
                <a:gd name="connsiteX27" fmla="*/ 479 w 150410"/>
                <a:gd name="connsiteY27" fmla="*/ 124249 h 227669"/>
                <a:gd name="connsiteX28" fmla="*/ 479 w 150410"/>
                <a:gd name="connsiteY28" fmla="*/ 129356 h 227669"/>
                <a:gd name="connsiteX29" fmla="*/ 4313 w 150410"/>
                <a:gd name="connsiteY29" fmla="*/ 132548 h 227669"/>
                <a:gd name="connsiteX30" fmla="*/ 50321 w 150410"/>
                <a:gd name="connsiteY30" fmla="*/ 150424 h 227669"/>
                <a:gd name="connsiteX31" fmla="*/ 24122 w 150410"/>
                <a:gd name="connsiteY31" fmla="*/ 218732 h 227669"/>
                <a:gd name="connsiteX32" fmla="*/ 27956 w 150410"/>
                <a:gd name="connsiteY32" fmla="*/ 227031 h 227669"/>
                <a:gd name="connsiteX33" fmla="*/ 27956 w 150410"/>
                <a:gd name="connsiteY33" fmla="*/ 227031 h 227669"/>
                <a:gd name="connsiteX34" fmla="*/ 30512 w 150410"/>
                <a:gd name="connsiteY34" fmla="*/ 227670 h 227669"/>
                <a:gd name="connsiteX35" fmla="*/ 36263 w 150410"/>
                <a:gd name="connsiteY35" fmla="*/ 223839 h 227669"/>
                <a:gd name="connsiteX36" fmla="*/ 62462 w 150410"/>
                <a:gd name="connsiteY36" fmla="*/ 155531 h 227669"/>
                <a:gd name="connsiteX37" fmla="*/ 108469 w 150410"/>
                <a:gd name="connsiteY37" fmla="*/ 173406 h 227669"/>
                <a:gd name="connsiteX38" fmla="*/ 111025 w 150410"/>
                <a:gd name="connsiteY38" fmla="*/ 174044 h 227669"/>
                <a:gd name="connsiteX39" fmla="*/ 113581 w 150410"/>
                <a:gd name="connsiteY39" fmla="*/ 173406 h 227669"/>
                <a:gd name="connsiteX40" fmla="*/ 116776 w 150410"/>
                <a:gd name="connsiteY40" fmla="*/ 169576 h 227669"/>
                <a:gd name="connsiteX41" fmla="*/ 128278 w 150410"/>
                <a:gd name="connsiteY41" fmla="*/ 140209 h 227669"/>
                <a:gd name="connsiteX42" fmla="*/ 126361 w 150410"/>
                <a:gd name="connsiteY42" fmla="*/ 133187 h 227669"/>
                <a:gd name="connsiteX43" fmla="*/ 110386 w 150410"/>
                <a:gd name="connsiteY43" fmla="*/ 120419 h 227669"/>
                <a:gd name="connsiteX44" fmla="*/ 133390 w 150410"/>
                <a:gd name="connsiteY44" fmla="*/ 60409 h 227669"/>
                <a:gd name="connsiteX45" fmla="*/ 141058 w 150410"/>
                <a:gd name="connsiteY45" fmla="*/ 57217 h 227669"/>
                <a:gd name="connsiteX46" fmla="*/ 144253 w 150410"/>
                <a:gd name="connsiteY46" fmla="*/ 54025 h 227669"/>
                <a:gd name="connsiteX47" fmla="*/ 150004 w 150410"/>
                <a:gd name="connsiteY47" fmla="*/ 39342 h 227669"/>
                <a:gd name="connsiteX48" fmla="*/ 146809 w 150410"/>
                <a:gd name="connsiteY48" fmla="*/ 29128 h 227669"/>
                <a:gd name="connsiteX49" fmla="*/ 146809 w 150410"/>
                <a:gd name="connsiteY49" fmla="*/ 29128 h 227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50410" h="227669">
                  <a:moveTo>
                    <a:pt x="134029" y="45088"/>
                  </a:moveTo>
                  <a:lnTo>
                    <a:pt x="126361" y="48280"/>
                  </a:lnTo>
                  <a:cubicBezTo>
                    <a:pt x="125083" y="48918"/>
                    <a:pt x="123805" y="50195"/>
                    <a:pt x="123166" y="52110"/>
                  </a:cubicBezTo>
                  <a:lnTo>
                    <a:pt x="97606" y="119142"/>
                  </a:lnTo>
                  <a:cubicBezTo>
                    <a:pt x="96328" y="121696"/>
                    <a:pt x="97606" y="124888"/>
                    <a:pt x="99523" y="126164"/>
                  </a:cubicBezTo>
                  <a:lnTo>
                    <a:pt x="115498" y="138932"/>
                  </a:lnTo>
                  <a:lnTo>
                    <a:pt x="107830" y="158084"/>
                  </a:lnTo>
                  <a:lnTo>
                    <a:pt x="15815" y="122972"/>
                  </a:lnTo>
                  <a:lnTo>
                    <a:pt x="23483" y="103820"/>
                  </a:lnTo>
                  <a:lnTo>
                    <a:pt x="43931" y="104459"/>
                  </a:lnTo>
                  <a:cubicBezTo>
                    <a:pt x="46487" y="104459"/>
                    <a:pt x="49043" y="103182"/>
                    <a:pt x="50321" y="100628"/>
                  </a:cubicBezTo>
                  <a:lnTo>
                    <a:pt x="75880" y="33597"/>
                  </a:lnTo>
                  <a:cubicBezTo>
                    <a:pt x="76519" y="32320"/>
                    <a:pt x="76519" y="30405"/>
                    <a:pt x="75880" y="28489"/>
                  </a:cubicBezTo>
                  <a:lnTo>
                    <a:pt x="72685" y="20829"/>
                  </a:lnTo>
                  <a:lnTo>
                    <a:pt x="75241" y="14445"/>
                  </a:lnTo>
                  <a:lnTo>
                    <a:pt x="137863" y="38065"/>
                  </a:lnTo>
                  <a:lnTo>
                    <a:pt x="134029" y="45088"/>
                  </a:lnTo>
                  <a:close/>
                  <a:moveTo>
                    <a:pt x="146809" y="29128"/>
                  </a:moveTo>
                  <a:lnTo>
                    <a:pt x="72685" y="400"/>
                  </a:lnTo>
                  <a:cubicBezTo>
                    <a:pt x="69491" y="-877"/>
                    <a:pt x="65657" y="1038"/>
                    <a:pt x="64379" y="4230"/>
                  </a:cubicBezTo>
                  <a:cubicBezTo>
                    <a:pt x="64379" y="4230"/>
                    <a:pt x="64379" y="4230"/>
                    <a:pt x="64379" y="4230"/>
                  </a:cubicBezTo>
                  <a:lnTo>
                    <a:pt x="58628" y="18913"/>
                  </a:lnTo>
                  <a:cubicBezTo>
                    <a:pt x="57989" y="20190"/>
                    <a:pt x="57989" y="22105"/>
                    <a:pt x="58628" y="24021"/>
                  </a:cubicBezTo>
                  <a:lnTo>
                    <a:pt x="61823" y="31681"/>
                  </a:lnTo>
                  <a:lnTo>
                    <a:pt x="38819" y="91691"/>
                  </a:lnTo>
                  <a:lnTo>
                    <a:pt x="18371" y="91052"/>
                  </a:lnTo>
                  <a:cubicBezTo>
                    <a:pt x="15815" y="91052"/>
                    <a:pt x="13259" y="92329"/>
                    <a:pt x="11981" y="94883"/>
                  </a:cubicBezTo>
                  <a:lnTo>
                    <a:pt x="479" y="124249"/>
                  </a:lnTo>
                  <a:cubicBezTo>
                    <a:pt x="-160" y="125526"/>
                    <a:pt x="-160" y="127441"/>
                    <a:pt x="479" y="129356"/>
                  </a:cubicBezTo>
                  <a:cubicBezTo>
                    <a:pt x="1118" y="130633"/>
                    <a:pt x="2396" y="131910"/>
                    <a:pt x="4313" y="132548"/>
                  </a:cubicBezTo>
                  <a:lnTo>
                    <a:pt x="50321" y="150424"/>
                  </a:lnTo>
                  <a:lnTo>
                    <a:pt x="24122" y="218732"/>
                  </a:lnTo>
                  <a:cubicBezTo>
                    <a:pt x="22844" y="221924"/>
                    <a:pt x="24761" y="225754"/>
                    <a:pt x="27956" y="227031"/>
                  </a:cubicBezTo>
                  <a:cubicBezTo>
                    <a:pt x="27956" y="227031"/>
                    <a:pt x="27956" y="227031"/>
                    <a:pt x="27956" y="227031"/>
                  </a:cubicBezTo>
                  <a:cubicBezTo>
                    <a:pt x="28595" y="227031"/>
                    <a:pt x="29234" y="227670"/>
                    <a:pt x="30512" y="227670"/>
                  </a:cubicBezTo>
                  <a:cubicBezTo>
                    <a:pt x="33068" y="227670"/>
                    <a:pt x="35624" y="225754"/>
                    <a:pt x="36263" y="223839"/>
                  </a:cubicBezTo>
                  <a:lnTo>
                    <a:pt x="62462" y="155531"/>
                  </a:lnTo>
                  <a:lnTo>
                    <a:pt x="108469" y="173406"/>
                  </a:lnTo>
                  <a:cubicBezTo>
                    <a:pt x="109108" y="173406"/>
                    <a:pt x="109747" y="174044"/>
                    <a:pt x="111025" y="174044"/>
                  </a:cubicBezTo>
                  <a:cubicBezTo>
                    <a:pt x="111664" y="174044"/>
                    <a:pt x="112942" y="174044"/>
                    <a:pt x="113581" y="173406"/>
                  </a:cubicBezTo>
                  <a:cubicBezTo>
                    <a:pt x="114859" y="172768"/>
                    <a:pt x="116137" y="171491"/>
                    <a:pt x="116776" y="169576"/>
                  </a:cubicBezTo>
                  <a:lnTo>
                    <a:pt x="128278" y="140209"/>
                  </a:lnTo>
                  <a:cubicBezTo>
                    <a:pt x="129556" y="137656"/>
                    <a:pt x="128278" y="134464"/>
                    <a:pt x="126361" y="133187"/>
                  </a:cubicBezTo>
                  <a:lnTo>
                    <a:pt x="110386" y="120419"/>
                  </a:lnTo>
                  <a:lnTo>
                    <a:pt x="133390" y="60409"/>
                  </a:lnTo>
                  <a:lnTo>
                    <a:pt x="141058" y="57217"/>
                  </a:lnTo>
                  <a:cubicBezTo>
                    <a:pt x="142336" y="56579"/>
                    <a:pt x="143614" y="55302"/>
                    <a:pt x="144253" y="54025"/>
                  </a:cubicBezTo>
                  <a:lnTo>
                    <a:pt x="150004" y="39342"/>
                  </a:lnTo>
                  <a:cubicBezTo>
                    <a:pt x="151282" y="34235"/>
                    <a:pt x="149365" y="31043"/>
                    <a:pt x="146809" y="29128"/>
                  </a:cubicBezTo>
                  <a:cubicBezTo>
                    <a:pt x="146170" y="29766"/>
                    <a:pt x="146170" y="29766"/>
                    <a:pt x="146809" y="29128"/>
                  </a:cubicBezTo>
                </a:path>
              </a:pathLst>
            </a:custGeom>
            <a:solidFill>
              <a:srgbClr val="26890D"/>
            </a:solidFill>
            <a:ln w="6390" cap="flat">
              <a:noFill/>
              <a:prstDash val="solid"/>
              <a:miter/>
            </a:ln>
          </p:spPr>
          <p:txBody>
            <a:bodyPr rtlCol="0" anchor="ctr"/>
            <a:lstStyle/>
            <a:p>
              <a:endParaRPr lang="en-US"/>
            </a:p>
          </p:txBody>
        </p:sp>
      </p:grpSp>
      <p:grpSp>
        <p:nvGrpSpPr>
          <p:cNvPr id="426" name="Graphic 4">
            <a:extLst>
              <a:ext uri="{FF2B5EF4-FFF2-40B4-BE49-F238E27FC236}">
                <a16:creationId xmlns:a16="http://schemas.microsoft.com/office/drawing/2014/main" id="{C75977AB-AE4B-DF4C-AA0D-844FB35D99A9}"/>
              </a:ext>
            </a:extLst>
          </p:cNvPr>
          <p:cNvGrpSpPr>
            <a:grpSpLocks noChangeAspect="1"/>
          </p:cNvGrpSpPr>
          <p:nvPr/>
        </p:nvGrpSpPr>
        <p:grpSpPr>
          <a:xfrm>
            <a:off x="1952764" y="2855717"/>
            <a:ext cx="362309" cy="361971"/>
            <a:chOff x="1952764" y="2855717"/>
            <a:chExt cx="362309" cy="361971"/>
          </a:xfrm>
          <a:solidFill>
            <a:srgbClr val="26890D"/>
          </a:solidFill>
        </p:grpSpPr>
        <p:sp>
          <p:nvSpPr>
            <p:cNvPr id="427" name="Graphic 4">
              <a:extLst>
                <a:ext uri="{FF2B5EF4-FFF2-40B4-BE49-F238E27FC236}">
                  <a16:creationId xmlns:a16="http://schemas.microsoft.com/office/drawing/2014/main" id="{3E94D79F-EE0B-6D48-8728-CD35A22AAA26}"/>
                </a:ext>
              </a:extLst>
            </p:cNvPr>
            <p:cNvSpPr/>
            <p:nvPr/>
          </p:nvSpPr>
          <p:spPr>
            <a:xfrm>
              <a:off x="2072895" y="2938071"/>
              <a:ext cx="120769" cy="143001"/>
            </a:xfrm>
            <a:custGeom>
              <a:avLst/>
              <a:gdLst>
                <a:gd name="connsiteX0" fmla="*/ 56870 w 120769"/>
                <a:gd name="connsiteY0" fmla="*/ 5746 h 143001"/>
                <a:gd name="connsiteX1" fmla="*/ 60065 w 120769"/>
                <a:gd name="connsiteY1" fmla="*/ 13406 h 143001"/>
                <a:gd name="connsiteX2" fmla="*/ 60065 w 120769"/>
                <a:gd name="connsiteY2" fmla="*/ 18514 h 143001"/>
                <a:gd name="connsiteX3" fmla="*/ 34506 w 120769"/>
                <a:gd name="connsiteY3" fmla="*/ 85545 h 143001"/>
                <a:gd name="connsiteX4" fmla="*/ 28116 w 120769"/>
                <a:gd name="connsiteY4" fmla="*/ 89376 h 143001"/>
                <a:gd name="connsiteX5" fmla="*/ 7668 w 120769"/>
                <a:gd name="connsiteY5" fmla="*/ 88737 h 143001"/>
                <a:gd name="connsiteX6" fmla="*/ 0 w 120769"/>
                <a:gd name="connsiteY6" fmla="*/ 107889 h 143001"/>
                <a:gd name="connsiteX7" fmla="*/ 92015 w 120769"/>
                <a:gd name="connsiteY7" fmla="*/ 143001 h 143001"/>
                <a:gd name="connsiteX8" fmla="*/ 99683 w 120769"/>
                <a:gd name="connsiteY8" fmla="*/ 123849 h 143001"/>
                <a:gd name="connsiteX9" fmla="*/ 83708 w 120769"/>
                <a:gd name="connsiteY9" fmla="*/ 111081 h 143001"/>
                <a:gd name="connsiteX10" fmla="*/ 81791 w 120769"/>
                <a:gd name="connsiteY10" fmla="*/ 104059 h 143001"/>
                <a:gd name="connsiteX11" fmla="*/ 107351 w 120769"/>
                <a:gd name="connsiteY11" fmla="*/ 37027 h 143001"/>
                <a:gd name="connsiteX12" fmla="*/ 110546 w 120769"/>
                <a:gd name="connsiteY12" fmla="*/ 33197 h 143001"/>
                <a:gd name="connsiteX13" fmla="*/ 118214 w 120769"/>
                <a:gd name="connsiteY13" fmla="*/ 30005 h 143001"/>
                <a:gd name="connsiteX14" fmla="*/ 120770 w 120769"/>
                <a:gd name="connsiteY14" fmla="*/ 23621 h 143001"/>
                <a:gd name="connsiteX15" fmla="*/ 58148 w 120769"/>
                <a:gd name="connsiteY15" fmla="*/ 0 h 143001"/>
                <a:gd name="connsiteX16" fmla="*/ 56870 w 120769"/>
                <a:gd name="connsiteY16" fmla="*/ 5746 h 143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0769" h="143001">
                  <a:moveTo>
                    <a:pt x="56870" y="5746"/>
                  </a:moveTo>
                  <a:lnTo>
                    <a:pt x="60065" y="13406"/>
                  </a:lnTo>
                  <a:cubicBezTo>
                    <a:pt x="60704" y="14683"/>
                    <a:pt x="60704" y="16598"/>
                    <a:pt x="60065" y="18514"/>
                  </a:cubicBezTo>
                  <a:lnTo>
                    <a:pt x="34506" y="85545"/>
                  </a:lnTo>
                  <a:cubicBezTo>
                    <a:pt x="33228" y="88099"/>
                    <a:pt x="30672" y="90014"/>
                    <a:pt x="28116" y="89376"/>
                  </a:cubicBezTo>
                  <a:lnTo>
                    <a:pt x="7668" y="88737"/>
                  </a:lnTo>
                  <a:lnTo>
                    <a:pt x="0" y="107889"/>
                  </a:lnTo>
                  <a:lnTo>
                    <a:pt x="92015" y="143001"/>
                  </a:lnTo>
                  <a:lnTo>
                    <a:pt x="99683" y="123849"/>
                  </a:lnTo>
                  <a:lnTo>
                    <a:pt x="83708" y="111081"/>
                  </a:lnTo>
                  <a:cubicBezTo>
                    <a:pt x="81791" y="109166"/>
                    <a:pt x="81152" y="106612"/>
                    <a:pt x="81791" y="104059"/>
                  </a:cubicBezTo>
                  <a:lnTo>
                    <a:pt x="107351" y="37027"/>
                  </a:lnTo>
                  <a:cubicBezTo>
                    <a:pt x="107990" y="35750"/>
                    <a:pt x="109268" y="33835"/>
                    <a:pt x="110546" y="33197"/>
                  </a:cubicBezTo>
                  <a:lnTo>
                    <a:pt x="118214" y="30005"/>
                  </a:lnTo>
                  <a:lnTo>
                    <a:pt x="120770" y="23621"/>
                  </a:lnTo>
                  <a:lnTo>
                    <a:pt x="58148" y="0"/>
                  </a:lnTo>
                  <a:lnTo>
                    <a:pt x="56870" y="5746"/>
                  </a:lnTo>
                  <a:close/>
                </a:path>
              </a:pathLst>
            </a:custGeom>
            <a:solidFill>
              <a:srgbClr val="26890D"/>
            </a:solidFill>
            <a:ln w="6390" cap="flat">
              <a:noFill/>
              <a:prstDash val="solid"/>
              <a:miter/>
            </a:ln>
          </p:spPr>
          <p:txBody>
            <a:bodyPr rtlCol="0" anchor="ctr"/>
            <a:lstStyle/>
            <a:p>
              <a:endParaRPr lang="en-US"/>
            </a:p>
          </p:txBody>
        </p:sp>
        <p:sp>
          <p:nvSpPr>
            <p:cNvPr id="428" name="Graphic 4">
              <a:extLst>
                <a:ext uri="{FF2B5EF4-FFF2-40B4-BE49-F238E27FC236}">
                  <a16:creationId xmlns:a16="http://schemas.microsoft.com/office/drawing/2014/main" id="{BBF41F60-08A9-1B4B-9707-09FC168DBAB7}"/>
                </a:ext>
              </a:extLst>
            </p:cNvPr>
            <p:cNvSpPr/>
            <p:nvPr/>
          </p:nvSpPr>
          <p:spPr>
            <a:xfrm>
              <a:off x="1952764" y="2855717"/>
              <a:ext cx="362309" cy="361971"/>
            </a:xfrm>
            <a:custGeom>
              <a:avLst/>
              <a:gdLst>
                <a:gd name="connsiteX0" fmla="*/ 255597 w 362309"/>
                <a:gd name="connsiteY0" fmla="*/ 104059 h 361971"/>
                <a:gd name="connsiteX1" fmla="*/ 249847 w 362309"/>
                <a:gd name="connsiteY1" fmla="*/ 118742 h 361971"/>
                <a:gd name="connsiteX2" fmla="*/ 246652 w 362309"/>
                <a:gd name="connsiteY2" fmla="*/ 121934 h 361971"/>
                <a:gd name="connsiteX3" fmla="*/ 238984 w 362309"/>
                <a:gd name="connsiteY3" fmla="*/ 125126 h 361971"/>
                <a:gd name="connsiteX4" fmla="*/ 215980 w 362309"/>
                <a:gd name="connsiteY4" fmla="*/ 185135 h 361971"/>
                <a:gd name="connsiteX5" fmla="*/ 231955 w 362309"/>
                <a:gd name="connsiteY5" fmla="*/ 197903 h 361971"/>
                <a:gd name="connsiteX6" fmla="*/ 233872 w 362309"/>
                <a:gd name="connsiteY6" fmla="*/ 204926 h 361971"/>
                <a:gd name="connsiteX7" fmla="*/ 222370 w 362309"/>
                <a:gd name="connsiteY7" fmla="*/ 234292 h 361971"/>
                <a:gd name="connsiteX8" fmla="*/ 216619 w 362309"/>
                <a:gd name="connsiteY8" fmla="*/ 238122 h 361971"/>
                <a:gd name="connsiteX9" fmla="*/ 214063 w 362309"/>
                <a:gd name="connsiteY9" fmla="*/ 237484 h 361971"/>
                <a:gd name="connsiteX10" fmla="*/ 168055 w 362309"/>
                <a:gd name="connsiteY10" fmla="*/ 219609 h 361971"/>
                <a:gd name="connsiteX11" fmla="*/ 141856 w 362309"/>
                <a:gd name="connsiteY11" fmla="*/ 287917 h 361971"/>
                <a:gd name="connsiteX12" fmla="*/ 136106 w 362309"/>
                <a:gd name="connsiteY12" fmla="*/ 291748 h 361971"/>
                <a:gd name="connsiteX13" fmla="*/ 133550 w 362309"/>
                <a:gd name="connsiteY13" fmla="*/ 291109 h 361971"/>
                <a:gd name="connsiteX14" fmla="*/ 129716 w 362309"/>
                <a:gd name="connsiteY14" fmla="*/ 282810 h 361971"/>
                <a:gd name="connsiteX15" fmla="*/ 155914 w 362309"/>
                <a:gd name="connsiteY15" fmla="*/ 215140 h 361971"/>
                <a:gd name="connsiteX16" fmla="*/ 109907 w 362309"/>
                <a:gd name="connsiteY16" fmla="*/ 197265 h 361971"/>
                <a:gd name="connsiteX17" fmla="*/ 106073 w 362309"/>
                <a:gd name="connsiteY17" fmla="*/ 194073 h 361971"/>
                <a:gd name="connsiteX18" fmla="*/ 106073 w 362309"/>
                <a:gd name="connsiteY18" fmla="*/ 188966 h 361971"/>
                <a:gd name="connsiteX19" fmla="*/ 117575 w 362309"/>
                <a:gd name="connsiteY19" fmla="*/ 159600 h 361971"/>
                <a:gd name="connsiteX20" fmla="*/ 123965 w 362309"/>
                <a:gd name="connsiteY20" fmla="*/ 155769 h 361971"/>
                <a:gd name="connsiteX21" fmla="*/ 144413 w 362309"/>
                <a:gd name="connsiteY21" fmla="*/ 156408 h 361971"/>
                <a:gd name="connsiteX22" fmla="*/ 167416 w 362309"/>
                <a:gd name="connsiteY22" fmla="*/ 96398 h 361971"/>
                <a:gd name="connsiteX23" fmla="*/ 164221 w 362309"/>
                <a:gd name="connsiteY23" fmla="*/ 88737 h 361971"/>
                <a:gd name="connsiteX24" fmla="*/ 164221 w 362309"/>
                <a:gd name="connsiteY24" fmla="*/ 83630 h 361971"/>
                <a:gd name="connsiteX25" fmla="*/ 169972 w 362309"/>
                <a:gd name="connsiteY25" fmla="*/ 68947 h 361971"/>
                <a:gd name="connsiteX26" fmla="*/ 178279 w 362309"/>
                <a:gd name="connsiteY26" fmla="*/ 65117 h 361971"/>
                <a:gd name="connsiteX27" fmla="*/ 178279 w 362309"/>
                <a:gd name="connsiteY27" fmla="*/ 65117 h 361971"/>
                <a:gd name="connsiteX28" fmla="*/ 252403 w 362309"/>
                <a:gd name="connsiteY28" fmla="*/ 93844 h 361971"/>
                <a:gd name="connsiteX29" fmla="*/ 256237 w 362309"/>
                <a:gd name="connsiteY29" fmla="*/ 97036 h 361971"/>
                <a:gd name="connsiteX30" fmla="*/ 255597 w 362309"/>
                <a:gd name="connsiteY30" fmla="*/ 104059 h 361971"/>
                <a:gd name="connsiteX31" fmla="*/ 181474 w 362309"/>
                <a:gd name="connsiteY31" fmla="*/ 0 h 361971"/>
                <a:gd name="connsiteX32" fmla="*/ 0 w 362309"/>
                <a:gd name="connsiteY32" fmla="*/ 180667 h 361971"/>
                <a:gd name="connsiteX33" fmla="*/ 180835 w 362309"/>
                <a:gd name="connsiteY33" fmla="*/ 361972 h 361971"/>
                <a:gd name="connsiteX34" fmla="*/ 362309 w 362309"/>
                <a:gd name="connsiteY34" fmla="*/ 181305 h 361971"/>
                <a:gd name="connsiteX35" fmla="*/ 362309 w 362309"/>
                <a:gd name="connsiteY35" fmla="*/ 180667 h 361971"/>
                <a:gd name="connsiteX36" fmla="*/ 181474 w 362309"/>
                <a:gd name="connsiteY36"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309" h="361971">
                  <a:moveTo>
                    <a:pt x="255597" y="104059"/>
                  </a:moveTo>
                  <a:lnTo>
                    <a:pt x="249847" y="118742"/>
                  </a:lnTo>
                  <a:cubicBezTo>
                    <a:pt x="249208" y="120019"/>
                    <a:pt x="247929" y="121296"/>
                    <a:pt x="246652" y="121934"/>
                  </a:cubicBezTo>
                  <a:lnTo>
                    <a:pt x="238984" y="125126"/>
                  </a:lnTo>
                  <a:lnTo>
                    <a:pt x="215980" y="185135"/>
                  </a:lnTo>
                  <a:lnTo>
                    <a:pt x="231955" y="197903"/>
                  </a:lnTo>
                  <a:cubicBezTo>
                    <a:pt x="233872" y="199819"/>
                    <a:pt x="234511" y="202372"/>
                    <a:pt x="233872" y="204926"/>
                  </a:cubicBezTo>
                  <a:lnTo>
                    <a:pt x="222370" y="234292"/>
                  </a:lnTo>
                  <a:cubicBezTo>
                    <a:pt x="221731" y="236846"/>
                    <a:pt x="219175" y="238122"/>
                    <a:pt x="216619" y="238122"/>
                  </a:cubicBezTo>
                  <a:cubicBezTo>
                    <a:pt x="215980" y="238122"/>
                    <a:pt x="215341" y="238122"/>
                    <a:pt x="214063" y="237484"/>
                  </a:cubicBezTo>
                  <a:lnTo>
                    <a:pt x="168055" y="219609"/>
                  </a:lnTo>
                  <a:lnTo>
                    <a:pt x="141856" y="287917"/>
                  </a:lnTo>
                  <a:cubicBezTo>
                    <a:pt x="141218" y="290471"/>
                    <a:pt x="138662" y="291748"/>
                    <a:pt x="136106" y="291748"/>
                  </a:cubicBezTo>
                  <a:cubicBezTo>
                    <a:pt x="135467" y="291748"/>
                    <a:pt x="134828" y="291748"/>
                    <a:pt x="133550" y="291109"/>
                  </a:cubicBezTo>
                  <a:cubicBezTo>
                    <a:pt x="130355" y="289833"/>
                    <a:pt x="128438" y="286002"/>
                    <a:pt x="129716" y="282810"/>
                  </a:cubicBezTo>
                  <a:lnTo>
                    <a:pt x="155914" y="215140"/>
                  </a:lnTo>
                  <a:lnTo>
                    <a:pt x="109907" y="197265"/>
                  </a:lnTo>
                  <a:cubicBezTo>
                    <a:pt x="108629" y="196627"/>
                    <a:pt x="106712" y="195350"/>
                    <a:pt x="106073" y="194073"/>
                  </a:cubicBezTo>
                  <a:cubicBezTo>
                    <a:pt x="105434" y="192796"/>
                    <a:pt x="105434" y="190881"/>
                    <a:pt x="106073" y="188966"/>
                  </a:cubicBezTo>
                  <a:lnTo>
                    <a:pt x="117575" y="159600"/>
                  </a:lnTo>
                  <a:cubicBezTo>
                    <a:pt x="118853" y="157046"/>
                    <a:pt x="121409" y="155131"/>
                    <a:pt x="123965" y="155769"/>
                  </a:cubicBezTo>
                  <a:lnTo>
                    <a:pt x="144413" y="156408"/>
                  </a:lnTo>
                  <a:lnTo>
                    <a:pt x="167416" y="96398"/>
                  </a:lnTo>
                  <a:lnTo>
                    <a:pt x="164221" y="88737"/>
                  </a:lnTo>
                  <a:cubicBezTo>
                    <a:pt x="163582" y="87460"/>
                    <a:pt x="163582" y="85545"/>
                    <a:pt x="164221" y="83630"/>
                  </a:cubicBezTo>
                  <a:lnTo>
                    <a:pt x="169972" y="68947"/>
                  </a:lnTo>
                  <a:cubicBezTo>
                    <a:pt x="171250" y="65755"/>
                    <a:pt x="175084" y="63840"/>
                    <a:pt x="178279" y="65117"/>
                  </a:cubicBezTo>
                  <a:cubicBezTo>
                    <a:pt x="178279" y="65117"/>
                    <a:pt x="178279" y="65117"/>
                    <a:pt x="178279" y="65117"/>
                  </a:cubicBezTo>
                  <a:lnTo>
                    <a:pt x="252403" y="93844"/>
                  </a:lnTo>
                  <a:cubicBezTo>
                    <a:pt x="253680" y="94483"/>
                    <a:pt x="255597" y="95760"/>
                    <a:pt x="256237" y="97036"/>
                  </a:cubicBezTo>
                  <a:cubicBezTo>
                    <a:pt x="256875" y="100867"/>
                    <a:pt x="256875" y="102782"/>
                    <a:pt x="255597" y="104059"/>
                  </a:cubicBezTo>
                  <a:moveTo>
                    <a:pt x="181474" y="0"/>
                  </a:moveTo>
                  <a:cubicBezTo>
                    <a:pt x="81152" y="0"/>
                    <a:pt x="0" y="81076"/>
                    <a:pt x="0" y="180667"/>
                  </a:cubicBezTo>
                  <a:cubicBezTo>
                    <a:pt x="0" y="280257"/>
                    <a:pt x="81152" y="361972"/>
                    <a:pt x="180835" y="361972"/>
                  </a:cubicBezTo>
                  <a:cubicBezTo>
                    <a:pt x="280518" y="361972"/>
                    <a:pt x="362309" y="280895"/>
                    <a:pt x="362309" y="181305"/>
                  </a:cubicBezTo>
                  <a:cubicBezTo>
                    <a:pt x="362309" y="181305"/>
                    <a:pt x="362309" y="181305"/>
                    <a:pt x="362309" y="180667"/>
                  </a:cubicBezTo>
                  <a:cubicBezTo>
                    <a:pt x="362309" y="80438"/>
                    <a:pt x="281157" y="0"/>
                    <a:pt x="181474" y="0"/>
                  </a:cubicBezTo>
                </a:path>
              </a:pathLst>
            </a:custGeom>
            <a:solidFill>
              <a:srgbClr val="26890D"/>
            </a:solidFill>
            <a:ln w="6390" cap="flat">
              <a:noFill/>
              <a:prstDash val="solid"/>
              <a:miter/>
            </a:ln>
          </p:spPr>
          <p:txBody>
            <a:bodyPr rtlCol="0" anchor="ctr"/>
            <a:lstStyle/>
            <a:p>
              <a:endParaRPr lang="en-US"/>
            </a:p>
          </p:txBody>
        </p:sp>
      </p:grpSp>
      <p:grpSp>
        <p:nvGrpSpPr>
          <p:cNvPr id="429" name="Graphic 4">
            <a:extLst>
              <a:ext uri="{FF2B5EF4-FFF2-40B4-BE49-F238E27FC236}">
                <a16:creationId xmlns:a16="http://schemas.microsoft.com/office/drawing/2014/main" id="{AD4EF23D-AE58-C348-9C3F-B545089152FC}"/>
              </a:ext>
            </a:extLst>
          </p:cNvPr>
          <p:cNvGrpSpPr>
            <a:grpSpLocks noChangeAspect="1"/>
          </p:cNvGrpSpPr>
          <p:nvPr/>
        </p:nvGrpSpPr>
        <p:grpSpPr>
          <a:xfrm>
            <a:off x="467743" y="4308712"/>
            <a:ext cx="361670" cy="361971"/>
            <a:chOff x="467743" y="4308712"/>
            <a:chExt cx="361670" cy="361971"/>
          </a:xfrm>
          <a:solidFill>
            <a:srgbClr val="26890D"/>
          </a:solidFill>
        </p:grpSpPr>
        <p:sp>
          <p:nvSpPr>
            <p:cNvPr id="430" name="Graphic 4">
              <a:extLst>
                <a:ext uri="{FF2B5EF4-FFF2-40B4-BE49-F238E27FC236}">
                  <a16:creationId xmlns:a16="http://schemas.microsoft.com/office/drawing/2014/main" id="{ACC67349-B3D3-7941-A4EE-E55E464B763A}"/>
                </a:ext>
              </a:extLst>
            </p:cNvPr>
            <p:cNvSpPr/>
            <p:nvPr/>
          </p:nvSpPr>
          <p:spPr>
            <a:xfrm>
              <a:off x="467743" y="4308712"/>
              <a:ext cx="361670" cy="361971"/>
            </a:xfrm>
            <a:custGeom>
              <a:avLst/>
              <a:gdLst>
                <a:gd name="connsiteX0" fmla="*/ 180835 w 361670"/>
                <a:gd name="connsiteY0" fmla="*/ 349204 h 361971"/>
                <a:gd name="connsiteX1" fmla="*/ 12780 w 361670"/>
                <a:gd name="connsiteY1" fmla="*/ 181305 h 361971"/>
                <a:gd name="connsiteX2" fmla="*/ 180835 w 361670"/>
                <a:gd name="connsiteY2" fmla="*/ 12768 h 361971"/>
                <a:gd name="connsiteX3" fmla="*/ 348891 w 361670"/>
                <a:gd name="connsiteY3" fmla="*/ 181305 h 361971"/>
                <a:gd name="connsiteX4" fmla="*/ 348891 w 361670"/>
                <a:gd name="connsiteY4" fmla="*/ 181305 h 361971"/>
                <a:gd name="connsiteX5" fmla="*/ 180835 w 361670"/>
                <a:gd name="connsiteY5" fmla="*/ 349204 h 361971"/>
                <a:gd name="connsiteX6" fmla="*/ 180835 w 361670"/>
                <a:gd name="connsiteY6" fmla="*/ 0 h 361971"/>
                <a:gd name="connsiteX7" fmla="*/ 0 w 361670"/>
                <a:gd name="connsiteY7" fmla="*/ 180667 h 361971"/>
                <a:gd name="connsiteX8" fmla="*/ 180835 w 361670"/>
                <a:gd name="connsiteY8" fmla="*/ 361972 h 361971"/>
                <a:gd name="connsiteX9" fmla="*/ 361670 w 361670"/>
                <a:gd name="connsiteY9" fmla="*/ 180667 h 361971"/>
                <a:gd name="connsiteX10" fmla="*/ 361670 w 361670"/>
                <a:gd name="connsiteY10" fmla="*/ 180667 h 361971"/>
                <a:gd name="connsiteX11" fmla="*/ 180835 w 361670"/>
                <a:gd name="connsiteY11" fmla="*/ 0 h 361971"/>
                <a:gd name="connsiteX12" fmla="*/ 180835 w 361670"/>
                <a:gd name="connsiteY12"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5" y="349204"/>
                  </a:moveTo>
                  <a:cubicBezTo>
                    <a:pt x="87542" y="349204"/>
                    <a:pt x="12780" y="273873"/>
                    <a:pt x="12780" y="181305"/>
                  </a:cubicBezTo>
                  <a:cubicBezTo>
                    <a:pt x="12780" y="88099"/>
                    <a:pt x="88181" y="12768"/>
                    <a:pt x="180835" y="12768"/>
                  </a:cubicBezTo>
                  <a:cubicBezTo>
                    <a:pt x="273489" y="12768"/>
                    <a:pt x="348891" y="88099"/>
                    <a:pt x="348891" y="181305"/>
                  </a:cubicBezTo>
                  <a:lnTo>
                    <a:pt x="348891" y="181305"/>
                  </a:lnTo>
                  <a:cubicBezTo>
                    <a:pt x="348891" y="273873"/>
                    <a:pt x="273489" y="349204"/>
                    <a:pt x="180835" y="349204"/>
                  </a:cubicBezTo>
                  <a:moveTo>
                    <a:pt x="180835" y="0"/>
                  </a:moveTo>
                  <a:cubicBezTo>
                    <a:pt x="80513" y="0"/>
                    <a:pt x="0" y="81077"/>
                    <a:pt x="0" y="180667"/>
                  </a:cubicBezTo>
                  <a:cubicBezTo>
                    <a:pt x="0" y="280895"/>
                    <a:pt x="81152" y="361972"/>
                    <a:pt x="180835" y="361972"/>
                  </a:cubicBezTo>
                  <a:cubicBezTo>
                    <a:pt x="280518" y="361972"/>
                    <a:pt x="361670" y="280895"/>
                    <a:pt x="361670" y="180667"/>
                  </a:cubicBezTo>
                  <a:cubicBezTo>
                    <a:pt x="361670" y="180667"/>
                    <a:pt x="361670" y="180667"/>
                    <a:pt x="361670" y="180667"/>
                  </a:cubicBezTo>
                  <a:cubicBezTo>
                    <a:pt x="361670" y="81077"/>
                    <a:pt x="281157" y="0"/>
                    <a:pt x="180835" y="0"/>
                  </a:cubicBezTo>
                  <a:cubicBezTo>
                    <a:pt x="180835" y="0"/>
                    <a:pt x="180835" y="0"/>
                    <a:pt x="180835" y="0"/>
                  </a:cubicBezTo>
                </a:path>
              </a:pathLst>
            </a:custGeom>
            <a:solidFill>
              <a:srgbClr val="26890D"/>
            </a:solidFill>
            <a:ln w="6390" cap="flat">
              <a:noFill/>
              <a:prstDash val="solid"/>
              <a:miter/>
            </a:ln>
          </p:spPr>
          <p:txBody>
            <a:bodyPr rtlCol="0" anchor="ctr"/>
            <a:lstStyle/>
            <a:p>
              <a:endParaRPr lang="en-US"/>
            </a:p>
          </p:txBody>
        </p:sp>
        <p:sp>
          <p:nvSpPr>
            <p:cNvPr id="431" name="Graphic 4">
              <a:extLst>
                <a:ext uri="{FF2B5EF4-FFF2-40B4-BE49-F238E27FC236}">
                  <a16:creationId xmlns:a16="http://schemas.microsoft.com/office/drawing/2014/main" id="{A29EA686-17C1-2B4E-8E1D-BEE2527FA6A9}"/>
                </a:ext>
              </a:extLst>
            </p:cNvPr>
            <p:cNvSpPr/>
            <p:nvPr/>
          </p:nvSpPr>
          <p:spPr>
            <a:xfrm>
              <a:off x="562927" y="4454266"/>
              <a:ext cx="171276" cy="142363"/>
            </a:xfrm>
            <a:custGeom>
              <a:avLst/>
              <a:gdLst>
                <a:gd name="connsiteX0" fmla="*/ 133576 w 171276"/>
                <a:gd name="connsiteY0" fmla="*/ 129595 h 142363"/>
                <a:gd name="connsiteX1" fmla="*/ 37727 w 171276"/>
                <a:gd name="connsiteY1" fmla="*/ 129595 h 142363"/>
                <a:gd name="connsiteX2" fmla="*/ 21752 w 171276"/>
                <a:gd name="connsiteY2" fmla="*/ 113635 h 142363"/>
                <a:gd name="connsiteX3" fmla="*/ 149550 w 171276"/>
                <a:gd name="connsiteY3" fmla="*/ 113635 h 142363"/>
                <a:gd name="connsiteX4" fmla="*/ 133576 w 171276"/>
                <a:gd name="connsiteY4" fmla="*/ 129595 h 142363"/>
                <a:gd name="connsiteX5" fmla="*/ 63286 w 171276"/>
                <a:gd name="connsiteY5" fmla="*/ 12768 h 142363"/>
                <a:gd name="connsiteX6" fmla="*/ 108016 w 171276"/>
                <a:gd name="connsiteY6" fmla="*/ 12768 h 142363"/>
                <a:gd name="connsiteX7" fmla="*/ 108016 w 171276"/>
                <a:gd name="connsiteY7" fmla="*/ 100867 h 142363"/>
                <a:gd name="connsiteX8" fmla="*/ 92041 w 171276"/>
                <a:gd name="connsiteY8" fmla="*/ 100867 h 142363"/>
                <a:gd name="connsiteX9" fmla="*/ 92041 w 171276"/>
                <a:gd name="connsiteY9" fmla="*/ 71501 h 142363"/>
                <a:gd name="connsiteX10" fmla="*/ 85651 w 171276"/>
                <a:gd name="connsiteY10" fmla="*/ 65117 h 142363"/>
                <a:gd name="connsiteX11" fmla="*/ 79261 w 171276"/>
                <a:gd name="connsiteY11" fmla="*/ 71501 h 142363"/>
                <a:gd name="connsiteX12" fmla="*/ 79261 w 171276"/>
                <a:gd name="connsiteY12" fmla="*/ 100867 h 142363"/>
                <a:gd name="connsiteX13" fmla="*/ 63286 w 171276"/>
                <a:gd name="connsiteY13" fmla="*/ 100867 h 142363"/>
                <a:gd name="connsiteX14" fmla="*/ 63286 w 171276"/>
                <a:gd name="connsiteY14" fmla="*/ 12768 h 142363"/>
                <a:gd name="connsiteX15" fmla="*/ 164886 w 171276"/>
                <a:gd name="connsiteY15" fmla="*/ 100867 h 142363"/>
                <a:gd name="connsiteX16" fmla="*/ 120796 w 171276"/>
                <a:gd name="connsiteY16" fmla="*/ 100867 h 142363"/>
                <a:gd name="connsiteX17" fmla="*/ 120796 w 171276"/>
                <a:gd name="connsiteY17" fmla="*/ 6384 h 142363"/>
                <a:gd name="connsiteX18" fmla="*/ 114406 w 171276"/>
                <a:gd name="connsiteY18" fmla="*/ 0 h 142363"/>
                <a:gd name="connsiteX19" fmla="*/ 56896 w 171276"/>
                <a:gd name="connsiteY19" fmla="*/ 0 h 142363"/>
                <a:gd name="connsiteX20" fmla="*/ 50506 w 171276"/>
                <a:gd name="connsiteY20" fmla="*/ 6384 h 142363"/>
                <a:gd name="connsiteX21" fmla="*/ 50506 w 171276"/>
                <a:gd name="connsiteY21" fmla="*/ 100867 h 142363"/>
                <a:gd name="connsiteX22" fmla="*/ 6416 w 171276"/>
                <a:gd name="connsiteY22" fmla="*/ 100867 h 142363"/>
                <a:gd name="connsiteX23" fmla="*/ 665 w 171276"/>
                <a:gd name="connsiteY23" fmla="*/ 104697 h 142363"/>
                <a:gd name="connsiteX24" fmla="*/ 1943 w 171276"/>
                <a:gd name="connsiteY24" fmla="*/ 111720 h 142363"/>
                <a:gd name="connsiteX25" fmla="*/ 30698 w 171276"/>
                <a:gd name="connsiteY25" fmla="*/ 140448 h 142363"/>
                <a:gd name="connsiteX26" fmla="*/ 35171 w 171276"/>
                <a:gd name="connsiteY26" fmla="*/ 142363 h 142363"/>
                <a:gd name="connsiteX27" fmla="*/ 136132 w 171276"/>
                <a:gd name="connsiteY27" fmla="*/ 142363 h 142363"/>
                <a:gd name="connsiteX28" fmla="*/ 140605 w 171276"/>
                <a:gd name="connsiteY28" fmla="*/ 140448 h 142363"/>
                <a:gd name="connsiteX29" fmla="*/ 169359 w 171276"/>
                <a:gd name="connsiteY29" fmla="*/ 111720 h 142363"/>
                <a:gd name="connsiteX30" fmla="*/ 169359 w 171276"/>
                <a:gd name="connsiteY30" fmla="*/ 102782 h 142363"/>
                <a:gd name="connsiteX31" fmla="*/ 164886 w 171276"/>
                <a:gd name="connsiteY31" fmla="*/ 100867 h 142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71276" h="142363">
                  <a:moveTo>
                    <a:pt x="133576" y="129595"/>
                  </a:moveTo>
                  <a:lnTo>
                    <a:pt x="37727" y="129595"/>
                  </a:lnTo>
                  <a:lnTo>
                    <a:pt x="21752" y="113635"/>
                  </a:lnTo>
                  <a:lnTo>
                    <a:pt x="149550" y="113635"/>
                  </a:lnTo>
                  <a:lnTo>
                    <a:pt x="133576" y="129595"/>
                  </a:lnTo>
                  <a:close/>
                  <a:moveTo>
                    <a:pt x="63286" y="12768"/>
                  </a:moveTo>
                  <a:lnTo>
                    <a:pt x="108016" y="12768"/>
                  </a:lnTo>
                  <a:lnTo>
                    <a:pt x="108016" y="100867"/>
                  </a:lnTo>
                  <a:lnTo>
                    <a:pt x="92041" y="100867"/>
                  </a:lnTo>
                  <a:lnTo>
                    <a:pt x="92041" y="71501"/>
                  </a:lnTo>
                  <a:cubicBezTo>
                    <a:pt x="92041" y="67670"/>
                    <a:pt x="89485" y="65117"/>
                    <a:pt x="85651" y="65117"/>
                  </a:cubicBezTo>
                  <a:cubicBezTo>
                    <a:pt x="81817" y="65117"/>
                    <a:pt x="79261" y="67670"/>
                    <a:pt x="79261" y="71501"/>
                  </a:cubicBezTo>
                  <a:lnTo>
                    <a:pt x="79261" y="100867"/>
                  </a:lnTo>
                  <a:lnTo>
                    <a:pt x="63286" y="100867"/>
                  </a:lnTo>
                  <a:lnTo>
                    <a:pt x="63286" y="12768"/>
                  </a:lnTo>
                  <a:close/>
                  <a:moveTo>
                    <a:pt x="164886" y="100867"/>
                  </a:moveTo>
                  <a:lnTo>
                    <a:pt x="120796" y="100867"/>
                  </a:lnTo>
                  <a:lnTo>
                    <a:pt x="120796" y="6384"/>
                  </a:lnTo>
                  <a:cubicBezTo>
                    <a:pt x="120796" y="2554"/>
                    <a:pt x="118240" y="0"/>
                    <a:pt x="114406" y="0"/>
                  </a:cubicBezTo>
                  <a:lnTo>
                    <a:pt x="56896" y="0"/>
                  </a:lnTo>
                  <a:cubicBezTo>
                    <a:pt x="53062" y="0"/>
                    <a:pt x="50506" y="2554"/>
                    <a:pt x="50506" y="6384"/>
                  </a:cubicBezTo>
                  <a:lnTo>
                    <a:pt x="50506" y="100867"/>
                  </a:lnTo>
                  <a:lnTo>
                    <a:pt x="6416" y="100867"/>
                  </a:lnTo>
                  <a:cubicBezTo>
                    <a:pt x="3860" y="100867"/>
                    <a:pt x="1304" y="102144"/>
                    <a:pt x="665" y="104697"/>
                  </a:cubicBezTo>
                  <a:cubicBezTo>
                    <a:pt x="-613" y="107251"/>
                    <a:pt x="26" y="109805"/>
                    <a:pt x="1943" y="111720"/>
                  </a:cubicBezTo>
                  <a:lnTo>
                    <a:pt x="30698" y="140448"/>
                  </a:lnTo>
                  <a:cubicBezTo>
                    <a:pt x="31976" y="141724"/>
                    <a:pt x="33254" y="142363"/>
                    <a:pt x="35171" y="142363"/>
                  </a:cubicBezTo>
                  <a:lnTo>
                    <a:pt x="136132" y="142363"/>
                  </a:lnTo>
                  <a:cubicBezTo>
                    <a:pt x="138049" y="142363"/>
                    <a:pt x="139327" y="141724"/>
                    <a:pt x="140605" y="140448"/>
                  </a:cubicBezTo>
                  <a:lnTo>
                    <a:pt x="169359" y="111720"/>
                  </a:lnTo>
                  <a:cubicBezTo>
                    <a:pt x="171915" y="109166"/>
                    <a:pt x="171915" y="105336"/>
                    <a:pt x="169359" y="102782"/>
                  </a:cubicBezTo>
                  <a:cubicBezTo>
                    <a:pt x="168081" y="101505"/>
                    <a:pt x="166803" y="100867"/>
                    <a:pt x="164886" y="100867"/>
                  </a:cubicBezTo>
                </a:path>
              </a:pathLst>
            </a:custGeom>
            <a:solidFill>
              <a:srgbClr val="26890D"/>
            </a:solidFill>
            <a:ln w="6390" cap="flat">
              <a:noFill/>
              <a:prstDash val="solid"/>
              <a:miter/>
            </a:ln>
          </p:spPr>
          <p:txBody>
            <a:bodyPr rtlCol="0" anchor="ctr"/>
            <a:lstStyle/>
            <a:p>
              <a:endParaRPr lang="en-US"/>
            </a:p>
          </p:txBody>
        </p:sp>
        <p:sp>
          <p:nvSpPr>
            <p:cNvPr id="432" name="Graphic 4">
              <a:extLst>
                <a:ext uri="{FF2B5EF4-FFF2-40B4-BE49-F238E27FC236}">
                  <a16:creationId xmlns:a16="http://schemas.microsoft.com/office/drawing/2014/main" id="{B3CD49C8-E6F1-0941-B112-AB780EC83F93}"/>
                </a:ext>
              </a:extLst>
            </p:cNvPr>
            <p:cNvSpPr/>
            <p:nvPr/>
          </p:nvSpPr>
          <p:spPr>
            <a:xfrm>
              <a:off x="628093" y="4382766"/>
              <a:ext cx="42340" cy="55540"/>
            </a:xfrm>
            <a:custGeom>
              <a:avLst/>
              <a:gdLst>
                <a:gd name="connsiteX0" fmla="*/ 12178 w 42340"/>
                <a:gd name="connsiteY0" fmla="*/ 31920 h 55540"/>
                <a:gd name="connsiteX1" fmla="*/ 13456 w 42340"/>
                <a:gd name="connsiteY1" fmla="*/ 30004 h 55540"/>
                <a:gd name="connsiteX2" fmla="*/ 19207 w 42340"/>
                <a:gd name="connsiteY2" fmla="*/ 22344 h 55540"/>
                <a:gd name="connsiteX3" fmla="*/ 20485 w 42340"/>
                <a:gd name="connsiteY3" fmla="*/ 20428 h 55540"/>
                <a:gd name="connsiteX4" fmla="*/ 21763 w 42340"/>
                <a:gd name="connsiteY4" fmla="*/ 22344 h 55540"/>
                <a:gd name="connsiteX5" fmla="*/ 27514 w 42340"/>
                <a:gd name="connsiteY5" fmla="*/ 30004 h 55540"/>
                <a:gd name="connsiteX6" fmla="*/ 28792 w 42340"/>
                <a:gd name="connsiteY6" fmla="*/ 31920 h 55540"/>
                <a:gd name="connsiteX7" fmla="*/ 29431 w 42340"/>
                <a:gd name="connsiteY7" fmla="*/ 34473 h 55540"/>
                <a:gd name="connsiteX8" fmla="*/ 21763 w 42340"/>
                <a:gd name="connsiteY8" fmla="*/ 42134 h 55540"/>
                <a:gd name="connsiteX9" fmla="*/ 21124 w 42340"/>
                <a:gd name="connsiteY9" fmla="*/ 42134 h 55540"/>
                <a:gd name="connsiteX10" fmla="*/ 19846 w 42340"/>
                <a:gd name="connsiteY10" fmla="*/ 42134 h 55540"/>
                <a:gd name="connsiteX11" fmla="*/ 19207 w 42340"/>
                <a:gd name="connsiteY11" fmla="*/ 42134 h 55540"/>
                <a:gd name="connsiteX12" fmla="*/ 12178 w 42340"/>
                <a:gd name="connsiteY12" fmla="*/ 34473 h 55540"/>
                <a:gd name="connsiteX13" fmla="*/ 12178 w 42340"/>
                <a:gd name="connsiteY13" fmla="*/ 31920 h 55540"/>
                <a:gd name="connsiteX14" fmla="*/ 17290 w 42340"/>
                <a:gd name="connsiteY14" fmla="*/ 55540 h 55540"/>
                <a:gd name="connsiteX15" fmla="*/ 21124 w 42340"/>
                <a:gd name="connsiteY15" fmla="*/ 55540 h 55540"/>
                <a:gd name="connsiteX16" fmla="*/ 23680 w 42340"/>
                <a:gd name="connsiteY16" fmla="*/ 55540 h 55540"/>
                <a:gd name="connsiteX17" fmla="*/ 42211 w 42340"/>
                <a:gd name="connsiteY17" fmla="*/ 33196 h 55540"/>
                <a:gd name="connsiteX18" fmla="*/ 40933 w 42340"/>
                <a:gd name="connsiteY18" fmla="*/ 26812 h 55540"/>
                <a:gd name="connsiteX19" fmla="*/ 40294 w 42340"/>
                <a:gd name="connsiteY19" fmla="*/ 26174 h 55540"/>
                <a:gd name="connsiteX20" fmla="*/ 38377 w 42340"/>
                <a:gd name="connsiteY20" fmla="*/ 23620 h 55540"/>
                <a:gd name="connsiteX21" fmla="*/ 37738 w 42340"/>
                <a:gd name="connsiteY21" fmla="*/ 22982 h 55540"/>
                <a:gd name="connsiteX22" fmla="*/ 32626 w 42340"/>
                <a:gd name="connsiteY22" fmla="*/ 15960 h 55540"/>
                <a:gd name="connsiteX23" fmla="*/ 28792 w 42340"/>
                <a:gd name="connsiteY23" fmla="*/ 7660 h 55540"/>
                <a:gd name="connsiteX24" fmla="*/ 21124 w 42340"/>
                <a:gd name="connsiteY24" fmla="*/ 0 h 55540"/>
                <a:gd name="connsiteX25" fmla="*/ 19846 w 42340"/>
                <a:gd name="connsiteY25" fmla="*/ 0 h 55540"/>
                <a:gd name="connsiteX26" fmla="*/ 12178 w 42340"/>
                <a:gd name="connsiteY26" fmla="*/ 7660 h 55540"/>
                <a:gd name="connsiteX27" fmla="*/ 8983 w 42340"/>
                <a:gd name="connsiteY27" fmla="*/ 15960 h 55540"/>
                <a:gd name="connsiteX28" fmla="*/ 3871 w 42340"/>
                <a:gd name="connsiteY28" fmla="*/ 22982 h 55540"/>
                <a:gd name="connsiteX29" fmla="*/ 3232 w 42340"/>
                <a:gd name="connsiteY29" fmla="*/ 23620 h 55540"/>
                <a:gd name="connsiteX30" fmla="*/ 1954 w 42340"/>
                <a:gd name="connsiteY30" fmla="*/ 26812 h 55540"/>
                <a:gd name="connsiteX31" fmla="*/ 1954 w 42340"/>
                <a:gd name="connsiteY31" fmla="*/ 27451 h 55540"/>
                <a:gd name="connsiteX32" fmla="*/ 37 w 42340"/>
                <a:gd name="connsiteY32" fmla="*/ 35750 h 55540"/>
                <a:gd name="connsiteX33" fmla="*/ 17290 w 42340"/>
                <a:gd name="connsiteY33" fmla="*/ 55540 h 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2340" h="55540">
                  <a:moveTo>
                    <a:pt x="12178" y="31920"/>
                  </a:moveTo>
                  <a:lnTo>
                    <a:pt x="13456" y="30004"/>
                  </a:lnTo>
                  <a:cubicBezTo>
                    <a:pt x="14095" y="28728"/>
                    <a:pt x="17290" y="25536"/>
                    <a:pt x="19207" y="22344"/>
                  </a:cubicBezTo>
                  <a:lnTo>
                    <a:pt x="20485" y="20428"/>
                  </a:lnTo>
                  <a:cubicBezTo>
                    <a:pt x="21124" y="21067"/>
                    <a:pt x="21124" y="21705"/>
                    <a:pt x="21763" y="22344"/>
                  </a:cubicBezTo>
                  <a:cubicBezTo>
                    <a:pt x="23680" y="25536"/>
                    <a:pt x="26875" y="28728"/>
                    <a:pt x="27514" y="30004"/>
                  </a:cubicBezTo>
                  <a:lnTo>
                    <a:pt x="28792" y="31920"/>
                  </a:lnTo>
                  <a:cubicBezTo>
                    <a:pt x="29431" y="32558"/>
                    <a:pt x="29431" y="33835"/>
                    <a:pt x="29431" y="34473"/>
                  </a:cubicBezTo>
                  <a:cubicBezTo>
                    <a:pt x="29431" y="38942"/>
                    <a:pt x="26236" y="42134"/>
                    <a:pt x="21763" y="42134"/>
                  </a:cubicBezTo>
                  <a:lnTo>
                    <a:pt x="21124" y="42134"/>
                  </a:lnTo>
                  <a:lnTo>
                    <a:pt x="19846" y="42134"/>
                  </a:lnTo>
                  <a:lnTo>
                    <a:pt x="19207" y="42134"/>
                  </a:lnTo>
                  <a:cubicBezTo>
                    <a:pt x="15373" y="41496"/>
                    <a:pt x="12178" y="38304"/>
                    <a:pt x="12178" y="34473"/>
                  </a:cubicBezTo>
                  <a:cubicBezTo>
                    <a:pt x="11539" y="33835"/>
                    <a:pt x="12178" y="33196"/>
                    <a:pt x="12178" y="31920"/>
                  </a:cubicBezTo>
                  <a:moveTo>
                    <a:pt x="17290" y="55540"/>
                  </a:moveTo>
                  <a:lnTo>
                    <a:pt x="21124" y="55540"/>
                  </a:lnTo>
                  <a:cubicBezTo>
                    <a:pt x="21763" y="55540"/>
                    <a:pt x="22402" y="55540"/>
                    <a:pt x="23680" y="55540"/>
                  </a:cubicBezTo>
                  <a:cubicBezTo>
                    <a:pt x="35182" y="54264"/>
                    <a:pt x="43489" y="44049"/>
                    <a:pt x="42211" y="33196"/>
                  </a:cubicBezTo>
                  <a:cubicBezTo>
                    <a:pt x="42211" y="31281"/>
                    <a:pt x="41572" y="28728"/>
                    <a:pt x="40933" y="26812"/>
                  </a:cubicBezTo>
                  <a:lnTo>
                    <a:pt x="40294" y="26174"/>
                  </a:lnTo>
                  <a:lnTo>
                    <a:pt x="38377" y="23620"/>
                  </a:lnTo>
                  <a:cubicBezTo>
                    <a:pt x="38377" y="23620"/>
                    <a:pt x="37738" y="22982"/>
                    <a:pt x="37738" y="22982"/>
                  </a:cubicBezTo>
                  <a:cubicBezTo>
                    <a:pt x="37738" y="22982"/>
                    <a:pt x="34543" y="19152"/>
                    <a:pt x="32626" y="15960"/>
                  </a:cubicBezTo>
                  <a:cubicBezTo>
                    <a:pt x="30709" y="13406"/>
                    <a:pt x="29431" y="10852"/>
                    <a:pt x="28792" y="7660"/>
                  </a:cubicBezTo>
                  <a:cubicBezTo>
                    <a:pt x="28792" y="3830"/>
                    <a:pt x="24958" y="638"/>
                    <a:pt x="21124" y="0"/>
                  </a:cubicBezTo>
                  <a:lnTo>
                    <a:pt x="19846" y="0"/>
                  </a:lnTo>
                  <a:cubicBezTo>
                    <a:pt x="16012" y="0"/>
                    <a:pt x="12178" y="3192"/>
                    <a:pt x="12178" y="7660"/>
                  </a:cubicBezTo>
                  <a:cubicBezTo>
                    <a:pt x="11539" y="10852"/>
                    <a:pt x="10261" y="13406"/>
                    <a:pt x="8983" y="15960"/>
                  </a:cubicBezTo>
                  <a:cubicBezTo>
                    <a:pt x="6427" y="19152"/>
                    <a:pt x="3871" y="22982"/>
                    <a:pt x="3871" y="22982"/>
                  </a:cubicBezTo>
                  <a:lnTo>
                    <a:pt x="3232" y="23620"/>
                  </a:lnTo>
                  <a:lnTo>
                    <a:pt x="1954" y="26812"/>
                  </a:lnTo>
                  <a:cubicBezTo>
                    <a:pt x="1954" y="26812"/>
                    <a:pt x="1954" y="27451"/>
                    <a:pt x="1954" y="27451"/>
                  </a:cubicBezTo>
                  <a:cubicBezTo>
                    <a:pt x="676" y="30004"/>
                    <a:pt x="37" y="32558"/>
                    <a:pt x="37" y="35750"/>
                  </a:cubicBezTo>
                  <a:cubicBezTo>
                    <a:pt x="-602" y="45326"/>
                    <a:pt x="7066" y="54264"/>
                    <a:pt x="17290" y="55540"/>
                  </a:cubicBezTo>
                </a:path>
              </a:pathLst>
            </a:custGeom>
            <a:solidFill>
              <a:srgbClr val="26890D"/>
            </a:solidFill>
            <a:ln w="6390" cap="flat">
              <a:noFill/>
              <a:prstDash val="solid"/>
              <a:miter/>
            </a:ln>
          </p:spPr>
          <p:txBody>
            <a:bodyPr rtlCol="0" anchor="ctr"/>
            <a:lstStyle/>
            <a:p>
              <a:endParaRPr lang="en-US"/>
            </a:p>
          </p:txBody>
        </p:sp>
      </p:grpSp>
      <p:grpSp>
        <p:nvGrpSpPr>
          <p:cNvPr id="433" name="Graphic 4">
            <a:extLst>
              <a:ext uri="{FF2B5EF4-FFF2-40B4-BE49-F238E27FC236}">
                <a16:creationId xmlns:a16="http://schemas.microsoft.com/office/drawing/2014/main" id="{890A082C-2AE9-3944-BAED-83FF0D475D5B}"/>
              </a:ext>
            </a:extLst>
          </p:cNvPr>
          <p:cNvGrpSpPr>
            <a:grpSpLocks noChangeAspect="1"/>
          </p:cNvGrpSpPr>
          <p:nvPr/>
        </p:nvGrpSpPr>
        <p:grpSpPr>
          <a:xfrm>
            <a:off x="905454" y="4308712"/>
            <a:ext cx="362309" cy="361971"/>
            <a:chOff x="905454" y="4308712"/>
            <a:chExt cx="362309" cy="361971"/>
          </a:xfrm>
          <a:solidFill>
            <a:srgbClr val="26890D"/>
          </a:solidFill>
        </p:grpSpPr>
        <p:sp>
          <p:nvSpPr>
            <p:cNvPr id="434" name="Graphic 4">
              <a:extLst>
                <a:ext uri="{FF2B5EF4-FFF2-40B4-BE49-F238E27FC236}">
                  <a16:creationId xmlns:a16="http://schemas.microsoft.com/office/drawing/2014/main" id="{C8D45F4C-E57E-834B-9DFF-7242C36E24ED}"/>
                </a:ext>
              </a:extLst>
            </p:cNvPr>
            <p:cNvSpPr/>
            <p:nvPr/>
          </p:nvSpPr>
          <p:spPr>
            <a:xfrm>
              <a:off x="1063924" y="4467034"/>
              <a:ext cx="44729" cy="88099"/>
            </a:xfrm>
            <a:custGeom>
              <a:avLst/>
              <a:gdLst>
                <a:gd name="connsiteX0" fmla="*/ 15975 w 44729"/>
                <a:gd name="connsiteY0" fmla="*/ 58733 h 88099"/>
                <a:gd name="connsiteX1" fmla="*/ 22365 w 44729"/>
                <a:gd name="connsiteY1" fmla="*/ 52349 h 88099"/>
                <a:gd name="connsiteX2" fmla="*/ 28755 w 44729"/>
                <a:gd name="connsiteY2" fmla="*/ 58733 h 88099"/>
                <a:gd name="connsiteX3" fmla="*/ 28755 w 44729"/>
                <a:gd name="connsiteY3" fmla="*/ 88099 h 88099"/>
                <a:gd name="connsiteX4" fmla="*/ 44730 w 44729"/>
                <a:gd name="connsiteY4" fmla="*/ 88099 h 88099"/>
                <a:gd name="connsiteX5" fmla="*/ 44730 w 44729"/>
                <a:gd name="connsiteY5" fmla="*/ 0 h 88099"/>
                <a:gd name="connsiteX6" fmla="*/ 0 w 44729"/>
                <a:gd name="connsiteY6" fmla="*/ 0 h 88099"/>
                <a:gd name="connsiteX7" fmla="*/ 0 w 44729"/>
                <a:gd name="connsiteY7" fmla="*/ 88099 h 88099"/>
                <a:gd name="connsiteX8" fmla="*/ 15975 w 44729"/>
                <a:gd name="connsiteY8" fmla="*/ 88099 h 88099"/>
                <a:gd name="connsiteX9" fmla="*/ 15975 w 44729"/>
                <a:gd name="connsiteY9" fmla="*/ 58733 h 88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29" h="88099">
                  <a:moveTo>
                    <a:pt x="15975" y="58733"/>
                  </a:moveTo>
                  <a:cubicBezTo>
                    <a:pt x="15975" y="54902"/>
                    <a:pt x="18531" y="52349"/>
                    <a:pt x="22365" y="52349"/>
                  </a:cubicBezTo>
                  <a:cubicBezTo>
                    <a:pt x="26199" y="52349"/>
                    <a:pt x="28755" y="54902"/>
                    <a:pt x="28755" y="58733"/>
                  </a:cubicBezTo>
                  <a:lnTo>
                    <a:pt x="28755" y="88099"/>
                  </a:lnTo>
                  <a:lnTo>
                    <a:pt x="44730" y="88099"/>
                  </a:lnTo>
                  <a:lnTo>
                    <a:pt x="44730" y="0"/>
                  </a:lnTo>
                  <a:lnTo>
                    <a:pt x="0" y="0"/>
                  </a:lnTo>
                  <a:lnTo>
                    <a:pt x="0" y="88099"/>
                  </a:lnTo>
                  <a:lnTo>
                    <a:pt x="15975" y="88099"/>
                  </a:lnTo>
                  <a:lnTo>
                    <a:pt x="15975" y="58733"/>
                  </a:lnTo>
                  <a:close/>
                </a:path>
              </a:pathLst>
            </a:custGeom>
            <a:solidFill>
              <a:srgbClr val="26890D"/>
            </a:solidFill>
            <a:ln w="6390" cap="flat">
              <a:noFill/>
              <a:prstDash val="solid"/>
              <a:miter/>
            </a:ln>
          </p:spPr>
          <p:txBody>
            <a:bodyPr rtlCol="0" anchor="ctr"/>
            <a:lstStyle/>
            <a:p>
              <a:endParaRPr lang="en-US"/>
            </a:p>
          </p:txBody>
        </p:sp>
        <p:sp>
          <p:nvSpPr>
            <p:cNvPr id="435" name="Graphic 4">
              <a:extLst>
                <a:ext uri="{FF2B5EF4-FFF2-40B4-BE49-F238E27FC236}">
                  <a16:creationId xmlns:a16="http://schemas.microsoft.com/office/drawing/2014/main" id="{0AE8E233-548D-CB43-9C4F-CD841150C6CD}"/>
                </a:ext>
              </a:extLst>
            </p:cNvPr>
            <p:cNvSpPr/>
            <p:nvPr/>
          </p:nvSpPr>
          <p:spPr>
            <a:xfrm>
              <a:off x="1023028" y="4567902"/>
              <a:ext cx="127159" cy="15959"/>
            </a:xfrm>
            <a:custGeom>
              <a:avLst/>
              <a:gdLst>
                <a:gd name="connsiteX0" fmla="*/ 34506 w 127159"/>
                <a:gd name="connsiteY0" fmla="*/ 0 h 15959"/>
                <a:gd name="connsiteX1" fmla="*/ 0 w 127159"/>
                <a:gd name="connsiteY1" fmla="*/ 0 h 15959"/>
                <a:gd name="connsiteX2" fmla="*/ 15975 w 127159"/>
                <a:gd name="connsiteY2" fmla="*/ 15960 h 15959"/>
                <a:gd name="connsiteX3" fmla="*/ 111185 w 127159"/>
                <a:gd name="connsiteY3" fmla="*/ 15960 h 15959"/>
                <a:gd name="connsiteX4" fmla="*/ 127160 w 127159"/>
                <a:gd name="connsiteY4" fmla="*/ 0 h 15959"/>
                <a:gd name="connsiteX5" fmla="*/ 92654 w 127159"/>
                <a:gd name="connsiteY5" fmla="*/ 0 h 15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159" h="15959">
                  <a:moveTo>
                    <a:pt x="34506" y="0"/>
                  </a:moveTo>
                  <a:lnTo>
                    <a:pt x="0" y="0"/>
                  </a:lnTo>
                  <a:lnTo>
                    <a:pt x="15975" y="15960"/>
                  </a:lnTo>
                  <a:lnTo>
                    <a:pt x="111185" y="15960"/>
                  </a:lnTo>
                  <a:lnTo>
                    <a:pt x="127160" y="0"/>
                  </a:lnTo>
                  <a:lnTo>
                    <a:pt x="92654" y="0"/>
                  </a:lnTo>
                  <a:close/>
                </a:path>
              </a:pathLst>
            </a:custGeom>
            <a:solidFill>
              <a:srgbClr val="26890D"/>
            </a:solidFill>
            <a:ln w="6390" cap="flat">
              <a:noFill/>
              <a:prstDash val="solid"/>
              <a:miter/>
            </a:ln>
          </p:spPr>
          <p:txBody>
            <a:bodyPr rtlCol="0" anchor="ctr"/>
            <a:lstStyle/>
            <a:p>
              <a:endParaRPr lang="en-US"/>
            </a:p>
          </p:txBody>
        </p:sp>
        <p:sp>
          <p:nvSpPr>
            <p:cNvPr id="436" name="Graphic 4">
              <a:extLst>
                <a:ext uri="{FF2B5EF4-FFF2-40B4-BE49-F238E27FC236}">
                  <a16:creationId xmlns:a16="http://schemas.microsoft.com/office/drawing/2014/main" id="{2305555B-7FA4-3A43-A868-F2DBED969211}"/>
                </a:ext>
              </a:extLst>
            </p:cNvPr>
            <p:cNvSpPr/>
            <p:nvPr/>
          </p:nvSpPr>
          <p:spPr>
            <a:xfrm>
              <a:off x="1077343" y="4403833"/>
              <a:ext cx="17891" cy="21705"/>
            </a:xfrm>
            <a:custGeom>
              <a:avLst/>
              <a:gdLst>
                <a:gd name="connsiteX0" fmla="*/ 7668 w 17891"/>
                <a:gd name="connsiteY0" fmla="*/ 21705 h 21705"/>
                <a:gd name="connsiteX1" fmla="*/ 8307 w 17891"/>
                <a:gd name="connsiteY1" fmla="*/ 21705 h 21705"/>
                <a:gd name="connsiteX2" fmla="*/ 9585 w 17891"/>
                <a:gd name="connsiteY2" fmla="*/ 21705 h 21705"/>
                <a:gd name="connsiteX3" fmla="*/ 10224 w 17891"/>
                <a:gd name="connsiteY3" fmla="*/ 21705 h 21705"/>
                <a:gd name="connsiteX4" fmla="*/ 17892 w 17891"/>
                <a:gd name="connsiteY4" fmla="*/ 14045 h 21705"/>
                <a:gd name="connsiteX5" fmla="*/ 17253 w 17891"/>
                <a:gd name="connsiteY5" fmla="*/ 11491 h 21705"/>
                <a:gd name="connsiteX6" fmla="*/ 15975 w 17891"/>
                <a:gd name="connsiteY6" fmla="*/ 9576 h 21705"/>
                <a:gd name="connsiteX7" fmla="*/ 10224 w 17891"/>
                <a:gd name="connsiteY7" fmla="*/ 1915 h 21705"/>
                <a:gd name="connsiteX8" fmla="*/ 8946 w 17891"/>
                <a:gd name="connsiteY8" fmla="*/ 0 h 21705"/>
                <a:gd name="connsiteX9" fmla="*/ 7668 w 17891"/>
                <a:gd name="connsiteY9" fmla="*/ 1915 h 21705"/>
                <a:gd name="connsiteX10" fmla="*/ 1917 w 17891"/>
                <a:gd name="connsiteY10" fmla="*/ 9576 h 21705"/>
                <a:gd name="connsiteX11" fmla="*/ 639 w 17891"/>
                <a:gd name="connsiteY11" fmla="*/ 11491 h 21705"/>
                <a:gd name="connsiteX12" fmla="*/ 0 w 17891"/>
                <a:gd name="connsiteY12" fmla="*/ 14045 h 21705"/>
                <a:gd name="connsiteX13" fmla="*/ 7668 w 17891"/>
                <a:gd name="connsiteY13" fmla="*/ 21705 h 2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91" h="21705">
                  <a:moveTo>
                    <a:pt x="7668" y="21705"/>
                  </a:moveTo>
                  <a:lnTo>
                    <a:pt x="8307" y="21705"/>
                  </a:lnTo>
                  <a:lnTo>
                    <a:pt x="9585" y="21705"/>
                  </a:lnTo>
                  <a:lnTo>
                    <a:pt x="10224" y="21705"/>
                  </a:lnTo>
                  <a:cubicBezTo>
                    <a:pt x="14697" y="21067"/>
                    <a:pt x="17892" y="17875"/>
                    <a:pt x="17892" y="14045"/>
                  </a:cubicBezTo>
                  <a:cubicBezTo>
                    <a:pt x="17892" y="13406"/>
                    <a:pt x="17892" y="12129"/>
                    <a:pt x="17253" y="11491"/>
                  </a:cubicBezTo>
                  <a:lnTo>
                    <a:pt x="15975" y="9576"/>
                  </a:lnTo>
                  <a:cubicBezTo>
                    <a:pt x="15336" y="8299"/>
                    <a:pt x="12141" y="5107"/>
                    <a:pt x="10224" y="1915"/>
                  </a:cubicBezTo>
                  <a:cubicBezTo>
                    <a:pt x="9585" y="1277"/>
                    <a:pt x="9585" y="638"/>
                    <a:pt x="8946" y="0"/>
                  </a:cubicBezTo>
                  <a:cubicBezTo>
                    <a:pt x="8307" y="638"/>
                    <a:pt x="8307" y="1277"/>
                    <a:pt x="7668" y="1915"/>
                  </a:cubicBezTo>
                  <a:cubicBezTo>
                    <a:pt x="5112" y="5107"/>
                    <a:pt x="2556" y="8299"/>
                    <a:pt x="1917" y="9576"/>
                  </a:cubicBezTo>
                  <a:lnTo>
                    <a:pt x="639" y="11491"/>
                  </a:lnTo>
                  <a:cubicBezTo>
                    <a:pt x="0" y="12129"/>
                    <a:pt x="0" y="13406"/>
                    <a:pt x="0" y="14045"/>
                  </a:cubicBezTo>
                  <a:cubicBezTo>
                    <a:pt x="639" y="17875"/>
                    <a:pt x="3834" y="21067"/>
                    <a:pt x="7668" y="21705"/>
                  </a:cubicBezTo>
                </a:path>
              </a:pathLst>
            </a:custGeom>
            <a:solidFill>
              <a:srgbClr val="26890D"/>
            </a:solidFill>
            <a:ln w="6390" cap="flat">
              <a:noFill/>
              <a:prstDash val="solid"/>
              <a:miter/>
            </a:ln>
          </p:spPr>
          <p:txBody>
            <a:bodyPr rtlCol="0" anchor="ctr"/>
            <a:lstStyle/>
            <a:p>
              <a:endParaRPr lang="en-US"/>
            </a:p>
          </p:txBody>
        </p:sp>
        <p:sp>
          <p:nvSpPr>
            <p:cNvPr id="437" name="Graphic 4">
              <a:extLst>
                <a:ext uri="{FF2B5EF4-FFF2-40B4-BE49-F238E27FC236}">
                  <a16:creationId xmlns:a16="http://schemas.microsoft.com/office/drawing/2014/main" id="{797428FA-B81B-FA46-A000-FE6963BB130E}"/>
                </a:ext>
              </a:extLst>
            </p:cNvPr>
            <p:cNvSpPr/>
            <p:nvPr/>
          </p:nvSpPr>
          <p:spPr>
            <a:xfrm>
              <a:off x="905454" y="4308712"/>
              <a:ext cx="362309" cy="361971"/>
            </a:xfrm>
            <a:custGeom>
              <a:avLst/>
              <a:gdLst>
                <a:gd name="connsiteX0" fmla="*/ 264543 w 362309"/>
                <a:gd name="connsiteY0" fmla="*/ 257274 h 361971"/>
                <a:gd name="connsiteX1" fmla="*/ 235789 w 362309"/>
                <a:gd name="connsiteY1" fmla="*/ 286002 h 361971"/>
                <a:gd name="connsiteX2" fmla="*/ 231316 w 362309"/>
                <a:gd name="connsiteY2" fmla="*/ 287918 h 361971"/>
                <a:gd name="connsiteX3" fmla="*/ 130355 w 362309"/>
                <a:gd name="connsiteY3" fmla="*/ 287918 h 361971"/>
                <a:gd name="connsiteX4" fmla="*/ 125882 w 362309"/>
                <a:gd name="connsiteY4" fmla="*/ 286002 h 361971"/>
                <a:gd name="connsiteX5" fmla="*/ 97127 w 362309"/>
                <a:gd name="connsiteY5" fmla="*/ 257274 h 361971"/>
                <a:gd name="connsiteX6" fmla="*/ 97127 w 362309"/>
                <a:gd name="connsiteY6" fmla="*/ 248337 h 361971"/>
                <a:gd name="connsiteX7" fmla="*/ 101600 w 362309"/>
                <a:gd name="connsiteY7" fmla="*/ 246422 h 361971"/>
                <a:gd name="connsiteX8" fmla="*/ 145691 w 362309"/>
                <a:gd name="connsiteY8" fmla="*/ 246422 h 361971"/>
                <a:gd name="connsiteX9" fmla="*/ 145691 w 362309"/>
                <a:gd name="connsiteY9" fmla="*/ 151939 h 361971"/>
                <a:gd name="connsiteX10" fmla="*/ 152081 w 362309"/>
                <a:gd name="connsiteY10" fmla="*/ 145555 h 361971"/>
                <a:gd name="connsiteX11" fmla="*/ 209590 w 362309"/>
                <a:gd name="connsiteY11" fmla="*/ 145555 h 361971"/>
                <a:gd name="connsiteX12" fmla="*/ 215980 w 362309"/>
                <a:gd name="connsiteY12" fmla="*/ 151939 h 361971"/>
                <a:gd name="connsiteX13" fmla="*/ 215980 w 362309"/>
                <a:gd name="connsiteY13" fmla="*/ 246422 h 361971"/>
                <a:gd name="connsiteX14" fmla="*/ 260070 w 362309"/>
                <a:gd name="connsiteY14" fmla="*/ 246422 h 361971"/>
                <a:gd name="connsiteX15" fmla="*/ 265821 w 362309"/>
                <a:gd name="connsiteY15" fmla="*/ 250252 h 361971"/>
                <a:gd name="connsiteX16" fmla="*/ 264543 w 362309"/>
                <a:gd name="connsiteY16" fmla="*/ 257274 h 361971"/>
                <a:gd name="connsiteX17" fmla="*/ 161026 w 362309"/>
                <a:gd name="connsiteY17" fmla="*/ 100867 h 361971"/>
                <a:gd name="connsiteX18" fmla="*/ 161665 w 362309"/>
                <a:gd name="connsiteY18" fmla="*/ 100229 h 361971"/>
                <a:gd name="connsiteX19" fmla="*/ 162943 w 362309"/>
                <a:gd name="connsiteY19" fmla="*/ 97675 h 361971"/>
                <a:gd name="connsiteX20" fmla="*/ 163582 w 362309"/>
                <a:gd name="connsiteY20" fmla="*/ 97037 h 361971"/>
                <a:gd name="connsiteX21" fmla="*/ 169333 w 362309"/>
                <a:gd name="connsiteY21" fmla="*/ 90014 h 361971"/>
                <a:gd name="connsiteX22" fmla="*/ 172528 w 362309"/>
                <a:gd name="connsiteY22" fmla="*/ 81715 h 361971"/>
                <a:gd name="connsiteX23" fmla="*/ 180196 w 362309"/>
                <a:gd name="connsiteY23" fmla="*/ 74054 h 361971"/>
                <a:gd name="connsiteX24" fmla="*/ 181474 w 362309"/>
                <a:gd name="connsiteY24" fmla="*/ 74054 h 361971"/>
                <a:gd name="connsiteX25" fmla="*/ 189142 w 362309"/>
                <a:gd name="connsiteY25" fmla="*/ 81077 h 361971"/>
                <a:gd name="connsiteX26" fmla="*/ 192976 w 362309"/>
                <a:gd name="connsiteY26" fmla="*/ 89376 h 361971"/>
                <a:gd name="connsiteX27" fmla="*/ 198727 w 362309"/>
                <a:gd name="connsiteY27" fmla="*/ 96398 h 361971"/>
                <a:gd name="connsiteX28" fmla="*/ 199366 w 362309"/>
                <a:gd name="connsiteY28" fmla="*/ 97037 h 361971"/>
                <a:gd name="connsiteX29" fmla="*/ 201283 w 362309"/>
                <a:gd name="connsiteY29" fmla="*/ 99590 h 361971"/>
                <a:gd name="connsiteX30" fmla="*/ 201922 w 362309"/>
                <a:gd name="connsiteY30" fmla="*/ 100229 h 361971"/>
                <a:gd name="connsiteX31" fmla="*/ 191059 w 362309"/>
                <a:gd name="connsiteY31" fmla="*/ 127680 h 361971"/>
                <a:gd name="connsiteX32" fmla="*/ 184669 w 362309"/>
                <a:gd name="connsiteY32" fmla="*/ 128957 h 361971"/>
                <a:gd name="connsiteX33" fmla="*/ 182113 w 362309"/>
                <a:gd name="connsiteY33" fmla="*/ 128957 h 361971"/>
                <a:gd name="connsiteX34" fmla="*/ 178279 w 362309"/>
                <a:gd name="connsiteY34" fmla="*/ 128957 h 361971"/>
                <a:gd name="connsiteX35" fmla="*/ 159748 w 362309"/>
                <a:gd name="connsiteY35" fmla="*/ 108528 h 361971"/>
                <a:gd name="connsiteX36" fmla="*/ 161026 w 362309"/>
                <a:gd name="connsiteY36" fmla="*/ 100867 h 361971"/>
                <a:gd name="connsiteX37" fmla="*/ 180835 w 362309"/>
                <a:gd name="connsiteY37" fmla="*/ 0 h 361971"/>
                <a:gd name="connsiteX38" fmla="*/ 0 w 362309"/>
                <a:gd name="connsiteY38" fmla="*/ 180667 h 361971"/>
                <a:gd name="connsiteX39" fmla="*/ 180835 w 362309"/>
                <a:gd name="connsiteY39" fmla="*/ 361972 h 361971"/>
                <a:gd name="connsiteX40" fmla="*/ 362309 w 362309"/>
                <a:gd name="connsiteY40" fmla="*/ 180667 h 361971"/>
                <a:gd name="connsiteX41" fmla="*/ 362309 w 362309"/>
                <a:gd name="connsiteY41" fmla="*/ 180667 h 361971"/>
                <a:gd name="connsiteX42" fmla="*/ 180835 w 362309"/>
                <a:gd name="connsiteY42"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2309" h="361971">
                  <a:moveTo>
                    <a:pt x="264543" y="257274"/>
                  </a:moveTo>
                  <a:lnTo>
                    <a:pt x="235789" y="286002"/>
                  </a:lnTo>
                  <a:cubicBezTo>
                    <a:pt x="234511" y="287279"/>
                    <a:pt x="233233" y="287918"/>
                    <a:pt x="231316" y="287918"/>
                  </a:cubicBezTo>
                  <a:lnTo>
                    <a:pt x="130355" y="287918"/>
                  </a:lnTo>
                  <a:cubicBezTo>
                    <a:pt x="128438" y="287918"/>
                    <a:pt x="127160" y="287279"/>
                    <a:pt x="125882" y="286002"/>
                  </a:cubicBezTo>
                  <a:lnTo>
                    <a:pt x="97127" y="257274"/>
                  </a:lnTo>
                  <a:cubicBezTo>
                    <a:pt x="94571" y="254721"/>
                    <a:pt x="94571" y="250890"/>
                    <a:pt x="97127" y="248337"/>
                  </a:cubicBezTo>
                  <a:cubicBezTo>
                    <a:pt x="98405" y="247060"/>
                    <a:pt x="99683" y="246422"/>
                    <a:pt x="101600" y="246422"/>
                  </a:cubicBezTo>
                  <a:lnTo>
                    <a:pt x="145691" y="246422"/>
                  </a:lnTo>
                  <a:lnTo>
                    <a:pt x="145691" y="151939"/>
                  </a:lnTo>
                  <a:cubicBezTo>
                    <a:pt x="145691" y="148108"/>
                    <a:pt x="148247" y="145555"/>
                    <a:pt x="152081" y="145555"/>
                  </a:cubicBezTo>
                  <a:lnTo>
                    <a:pt x="209590" y="145555"/>
                  </a:lnTo>
                  <a:cubicBezTo>
                    <a:pt x="213424" y="145555"/>
                    <a:pt x="215980" y="148108"/>
                    <a:pt x="215980" y="151939"/>
                  </a:cubicBezTo>
                  <a:lnTo>
                    <a:pt x="215980" y="246422"/>
                  </a:lnTo>
                  <a:lnTo>
                    <a:pt x="260070" y="246422"/>
                  </a:lnTo>
                  <a:cubicBezTo>
                    <a:pt x="262626" y="246422"/>
                    <a:pt x="265182" y="247698"/>
                    <a:pt x="265821" y="250252"/>
                  </a:cubicBezTo>
                  <a:cubicBezTo>
                    <a:pt x="267099" y="252806"/>
                    <a:pt x="266460" y="255359"/>
                    <a:pt x="264543" y="257274"/>
                  </a:cubicBezTo>
                  <a:moveTo>
                    <a:pt x="161026" y="100867"/>
                  </a:moveTo>
                  <a:lnTo>
                    <a:pt x="161665" y="100229"/>
                  </a:lnTo>
                  <a:lnTo>
                    <a:pt x="162943" y="97675"/>
                  </a:lnTo>
                  <a:cubicBezTo>
                    <a:pt x="162943" y="97675"/>
                    <a:pt x="163582" y="97037"/>
                    <a:pt x="163582" y="97037"/>
                  </a:cubicBezTo>
                  <a:cubicBezTo>
                    <a:pt x="163582" y="97037"/>
                    <a:pt x="166777" y="93206"/>
                    <a:pt x="169333" y="90014"/>
                  </a:cubicBezTo>
                  <a:cubicBezTo>
                    <a:pt x="170611" y="87461"/>
                    <a:pt x="171889" y="84907"/>
                    <a:pt x="172528" y="81715"/>
                  </a:cubicBezTo>
                  <a:cubicBezTo>
                    <a:pt x="172528" y="77885"/>
                    <a:pt x="175723" y="74054"/>
                    <a:pt x="180196" y="74054"/>
                  </a:cubicBezTo>
                  <a:lnTo>
                    <a:pt x="181474" y="74054"/>
                  </a:lnTo>
                  <a:cubicBezTo>
                    <a:pt x="185308" y="74054"/>
                    <a:pt x="189142" y="77246"/>
                    <a:pt x="189142" y="81077"/>
                  </a:cubicBezTo>
                  <a:cubicBezTo>
                    <a:pt x="189781" y="84269"/>
                    <a:pt x="191059" y="86822"/>
                    <a:pt x="192976" y="89376"/>
                  </a:cubicBezTo>
                  <a:cubicBezTo>
                    <a:pt x="194893" y="92568"/>
                    <a:pt x="198727" y="96398"/>
                    <a:pt x="198727" y="96398"/>
                  </a:cubicBezTo>
                  <a:cubicBezTo>
                    <a:pt x="198727" y="96398"/>
                    <a:pt x="199366" y="97037"/>
                    <a:pt x="199366" y="97037"/>
                  </a:cubicBezTo>
                  <a:lnTo>
                    <a:pt x="201283" y="99590"/>
                  </a:lnTo>
                  <a:lnTo>
                    <a:pt x="201922" y="100229"/>
                  </a:lnTo>
                  <a:cubicBezTo>
                    <a:pt x="206395" y="110443"/>
                    <a:pt x="201283" y="122573"/>
                    <a:pt x="191059" y="127680"/>
                  </a:cubicBezTo>
                  <a:cubicBezTo>
                    <a:pt x="189142" y="128318"/>
                    <a:pt x="187225" y="128957"/>
                    <a:pt x="184669" y="128957"/>
                  </a:cubicBezTo>
                  <a:lnTo>
                    <a:pt x="182113" y="128957"/>
                  </a:lnTo>
                  <a:lnTo>
                    <a:pt x="178279" y="128957"/>
                  </a:lnTo>
                  <a:cubicBezTo>
                    <a:pt x="168055" y="127680"/>
                    <a:pt x="159748" y="118742"/>
                    <a:pt x="159748" y="108528"/>
                  </a:cubicBezTo>
                  <a:cubicBezTo>
                    <a:pt x="159748" y="105974"/>
                    <a:pt x="160387" y="103421"/>
                    <a:pt x="161026" y="100867"/>
                  </a:cubicBezTo>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1077"/>
                    <a:pt x="281157" y="0"/>
                    <a:pt x="180835" y="0"/>
                  </a:cubicBezTo>
                </a:path>
              </a:pathLst>
            </a:custGeom>
            <a:solidFill>
              <a:srgbClr val="26890D"/>
            </a:solidFill>
            <a:ln w="6390" cap="flat">
              <a:noFill/>
              <a:prstDash val="solid"/>
              <a:miter/>
            </a:ln>
          </p:spPr>
          <p:txBody>
            <a:bodyPr rtlCol="0" anchor="ctr"/>
            <a:lstStyle/>
            <a:p>
              <a:endParaRPr lang="en-US"/>
            </a:p>
          </p:txBody>
        </p:sp>
      </p:grpSp>
      <p:grpSp>
        <p:nvGrpSpPr>
          <p:cNvPr id="438" name="Graphic 4">
            <a:extLst>
              <a:ext uri="{FF2B5EF4-FFF2-40B4-BE49-F238E27FC236}">
                <a16:creationId xmlns:a16="http://schemas.microsoft.com/office/drawing/2014/main" id="{446C5DB7-C4D0-8B41-9785-076022124273}"/>
              </a:ext>
            </a:extLst>
          </p:cNvPr>
          <p:cNvGrpSpPr>
            <a:grpSpLocks noChangeAspect="1"/>
          </p:cNvGrpSpPr>
          <p:nvPr/>
        </p:nvGrpSpPr>
        <p:grpSpPr>
          <a:xfrm>
            <a:off x="2560447" y="918179"/>
            <a:ext cx="362309" cy="361971"/>
            <a:chOff x="2560447" y="918179"/>
            <a:chExt cx="362309" cy="361971"/>
          </a:xfrm>
          <a:solidFill>
            <a:srgbClr val="26890D"/>
          </a:solidFill>
        </p:grpSpPr>
        <p:sp>
          <p:nvSpPr>
            <p:cNvPr id="439" name="Graphic 4">
              <a:extLst>
                <a:ext uri="{FF2B5EF4-FFF2-40B4-BE49-F238E27FC236}">
                  <a16:creationId xmlns:a16="http://schemas.microsoft.com/office/drawing/2014/main" id="{42F37C8F-303B-AD49-B4BD-D34EE73FD46E}"/>
                </a:ext>
              </a:extLst>
            </p:cNvPr>
            <p:cNvSpPr/>
            <p:nvPr/>
          </p:nvSpPr>
          <p:spPr>
            <a:xfrm>
              <a:off x="2560447" y="91817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737"/>
                    <a:pt x="88181" y="12768"/>
                    <a:pt x="180835" y="12768"/>
                  </a:cubicBezTo>
                  <a:cubicBezTo>
                    <a:pt x="273489" y="12768"/>
                    <a:pt x="349529" y="88099"/>
                    <a:pt x="349529" y="180667"/>
                  </a:cubicBezTo>
                  <a:cubicBezTo>
                    <a:pt x="349529" y="180667"/>
                    <a:pt x="349529" y="180667"/>
                    <a:pt x="349529" y="180667"/>
                  </a:cubicBezTo>
                  <a:cubicBezTo>
                    <a:pt x="349529" y="273873"/>
                    <a:pt x="274128" y="348565"/>
                    <a:pt x="181474" y="349204"/>
                  </a:cubicBezTo>
                  <a:close/>
                </a:path>
              </a:pathLst>
            </a:custGeom>
            <a:solidFill>
              <a:srgbClr val="26890D"/>
            </a:solidFill>
            <a:ln w="6390" cap="flat">
              <a:noFill/>
              <a:prstDash val="solid"/>
              <a:miter/>
            </a:ln>
          </p:spPr>
          <p:txBody>
            <a:bodyPr rtlCol="0" anchor="ctr"/>
            <a:lstStyle/>
            <a:p>
              <a:endParaRPr lang="en-US"/>
            </a:p>
          </p:txBody>
        </p:sp>
        <p:sp>
          <p:nvSpPr>
            <p:cNvPr id="576" name="Graphic 4">
              <a:extLst>
                <a:ext uri="{FF2B5EF4-FFF2-40B4-BE49-F238E27FC236}">
                  <a16:creationId xmlns:a16="http://schemas.microsoft.com/office/drawing/2014/main" id="{DDD08C83-3E2F-1849-ABB4-7259A2CD292A}"/>
                </a:ext>
              </a:extLst>
            </p:cNvPr>
            <p:cNvSpPr/>
            <p:nvPr/>
          </p:nvSpPr>
          <p:spPr>
            <a:xfrm>
              <a:off x="2628820" y="989041"/>
              <a:ext cx="224925" cy="194711"/>
            </a:xfrm>
            <a:custGeom>
              <a:avLst/>
              <a:gdLst>
                <a:gd name="connsiteX0" fmla="*/ 218536 w 224925"/>
                <a:gd name="connsiteY0" fmla="*/ 82992 h 194711"/>
                <a:gd name="connsiteX1" fmla="*/ 201922 w 224925"/>
                <a:gd name="connsiteY1" fmla="*/ 82992 h 194711"/>
                <a:gd name="connsiteX2" fmla="*/ 201922 w 224925"/>
                <a:gd name="connsiteY2" fmla="*/ 66393 h 194711"/>
                <a:gd name="connsiteX3" fmla="*/ 195532 w 224925"/>
                <a:gd name="connsiteY3" fmla="*/ 60009 h 194711"/>
                <a:gd name="connsiteX4" fmla="*/ 118853 w 224925"/>
                <a:gd name="connsiteY4" fmla="*/ 60009 h 194711"/>
                <a:gd name="connsiteX5" fmla="*/ 118853 w 224925"/>
                <a:gd name="connsiteY5" fmla="*/ 42773 h 194711"/>
                <a:gd name="connsiteX6" fmla="*/ 157832 w 224925"/>
                <a:gd name="connsiteY6" fmla="*/ 42773 h 194711"/>
                <a:gd name="connsiteX7" fmla="*/ 164221 w 224925"/>
                <a:gd name="connsiteY7" fmla="*/ 36389 h 194711"/>
                <a:gd name="connsiteX8" fmla="*/ 164221 w 224925"/>
                <a:gd name="connsiteY8" fmla="*/ 6384 h 194711"/>
                <a:gd name="connsiteX9" fmla="*/ 157832 w 224925"/>
                <a:gd name="connsiteY9" fmla="*/ 0 h 194711"/>
                <a:gd name="connsiteX10" fmla="*/ 112463 w 224925"/>
                <a:gd name="connsiteY10" fmla="*/ 0 h 194711"/>
                <a:gd name="connsiteX11" fmla="*/ 106073 w 224925"/>
                <a:gd name="connsiteY11" fmla="*/ 6384 h 194711"/>
                <a:gd name="connsiteX12" fmla="*/ 106073 w 224925"/>
                <a:gd name="connsiteY12" fmla="*/ 60648 h 194711"/>
                <a:gd name="connsiteX13" fmla="*/ 29394 w 224925"/>
                <a:gd name="connsiteY13" fmla="*/ 60648 h 194711"/>
                <a:gd name="connsiteX14" fmla="*/ 23004 w 224925"/>
                <a:gd name="connsiteY14" fmla="*/ 67032 h 194711"/>
                <a:gd name="connsiteX15" fmla="*/ 23004 w 224925"/>
                <a:gd name="connsiteY15" fmla="*/ 83630 h 194711"/>
                <a:gd name="connsiteX16" fmla="*/ 6390 w 224925"/>
                <a:gd name="connsiteY16" fmla="*/ 83630 h 194711"/>
                <a:gd name="connsiteX17" fmla="*/ 0 w 224925"/>
                <a:gd name="connsiteY17" fmla="*/ 90014 h 194711"/>
                <a:gd name="connsiteX18" fmla="*/ 0 w 224925"/>
                <a:gd name="connsiteY18" fmla="*/ 188327 h 194711"/>
                <a:gd name="connsiteX19" fmla="*/ 6390 w 224925"/>
                <a:gd name="connsiteY19" fmla="*/ 194711 h 194711"/>
                <a:gd name="connsiteX20" fmla="*/ 218536 w 224925"/>
                <a:gd name="connsiteY20" fmla="*/ 194711 h 194711"/>
                <a:gd name="connsiteX21" fmla="*/ 224926 w 224925"/>
                <a:gd name="connsiteY21" fmla="*/ 188327 h 194711"/>
                <a:gd name="connsiteX22" fmla="*/ 224926 w 224925"/>
                <a:gd name="connsiteY22" fmla="*/ 90014 h 194711"/>
                <a:gd name="connsiteX23" fmla="*/ 218536 w 224925"/>
                <a:gd name="connsiteY23" fmla="*/ 82992 h 194711"/>
                <a:gd name="connsiteX24" fmla="*/ 119492 w 224925"/>
                <a:gd name="connsiteY24" fmla="*/ 12768 h 194711"/>
                <a:gd name="connsiteX25" fmla="*/ 152081 w 224925"/>
                <a:gd name="connsiteY25" fmla="*/ 12768 h 194711"/>
                <a:gd name="connsiteX26" fmla="*/ 152081 w 224925"/>
                <a:gd name="connsiteY26" fmla="*/ 30005 h 194711"/>
                <a:gd name="connsiteX27" fmla="*/ 119492 w 224925"/>
                <a:gd name="connsiteY27" fmla="*/ 30005 h 194711"/>
                <a:gd name="connsiteX28" fmla="*/ 119492 w 224925"/>
                <a:gd name="connsiteY28" fmla="*/ 12768 h 194711"/>
                <a:gd name="connsiteX29" fmla="*/ 212146 w 224925"/>
                <a:gd name="connsiteY29" fmla="*/ 181944 h 194711"/>
                <a:gd name="connsiteX30" fmla="*/ 43452 w 224925"/>
                <a:gd name="connsiteY30" fmla="*/ 181944 h 194711"/>
                <a:gd name="connsiteX31" fmla="*/ 43452 w 224925"/>
                <a:gd name="connsiteY31" fmla="*/ 157684 h 194711"/>
                <a:gd name="connsiteX32" fmla="*/ 37062 w 224925"/>
                <a:gd name="connsiteY32" fmla="*/ 151300 h 194711"/>
                <a:gd name="connsiteX33" fmla="*/ 30672 w 224925"/>
                <a:gd name="connsiteY33" fmla="*/ 157684 h 194711"/>
                <a:gd name="connsiteX34" fmla="*/ 30672 w 224925"/>
                <a:gd name="connsiteY34" fmla="*/ 181305 h 194711"/>
                <a:gd name="connsiteX35" fmla="*/ 13419 w 224925"/>
                <a:gd name="connsiteY35" fmla="*/ 181305 h 194711"/>
                <a:gd name="connsiteX36" fmla="*/ 13419 w 224925"/>
                <a:gd name="connsiteY36" fmla="*/ 95760 h 194711"/>
                <a:gd name="connsiteX37" fmla="*/ 29394 w 224925"/>
                <a:gd name="connsiteY37" fmla="*/ 95760 h 194711"/>
                <a:gd name="connsiteX38" fmla="*/ 35784 w 224925"/>
                <a:gd name="connsiteY38" fmla="*/ 89376 h 194711"/>
                <a:gd name="connsiteX39" fmla="*/ 35784 w 224925"/>
                <a:gd name="connsiteY39" fmla="*/ 72777 h 194711"/>
                <a:gd name="connsiteX40" fmla="*/ 189781 w 224925"/>
                <a:gd name="connsiteY40" fmla="*/ 72777 h 194711"/>
                <a:gd name="connsiteX41" fmla="*/ 189781 w 224925"/>
                <a:gd name="connsiteY41" fmla="*/ 89376 h 194711"/>
                <a:gd name="connsiteX42" fmla="*/ 196171 w 224925"/>
                <a:gd name="connsiteY42" fmla="*/ 95760 h 194711"/>
                <a:gd name="connsiteX43" fmla="*/ 212785 w 224925"/>
                <a:gd name="connsiteY43" fmla="*/ 95760 h 194711"/>
                <a:gd name="connsiteX44" fmla="*/ 212146 w 224925"/>
                <a:gd name="connsiteY44" fmla="*/ 181944 h 194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24925" h="194711">
                  <a:moveTo>
                    <a:pt x="218536" y="82992"/>
                  </a:moveTo>
                  <a:lnTo>
                    <a:pt x="201922" y="82992"/>
                  </a:lnTo>
                  <a:lnTo>
                    <a:pt x="201922" y="66393"/>
                  </a:lnTo>
                  <a:cubicBezTo>
                    <a:pt x="201922" y="62563"/>
                    <a:pt x="199366" y="60009"/>
                    <a:pt x="195532" y="60009"/>
                  </a:cubicBezTo>
                  <a:lnTo>
                    <a:pt x="118853" y="60009"/>
                  </a:lnTo>
                  <a:lnTo>
                    <a:pt x="118853" y="42773"/>
                  </a:lnTo>
                  <a:lnTo>
                    <a:pt x="157832" y="42773"/>
                  </a:lnTo>
                  <a:cubicBezTo>
                    <a:pt x="161666" y="42773"/>
                    <a:pt x="164221" y="40219"/>
                    <a:pt x="164221" y="36389"/>
                  </a:cubicBezTo>
                  <a:lnTo>
                    <a:pt x="164221" y="6384"/>
                  </a:lnTo>
                  <a:cubicBezTo>
                    <a:pt x="164221" y="2554"/>
                    <a:pt x="161666" y="0"/>
                    <a:pt x="157832" y="0"/>
                  </a:cubicBezTo>
                  <a:lnTo>
                    <a:pt x="112463" y="0"/>
                  </a:lnTo>
                  <a:cubicBezTo>
                    <a:pt x="108629" y="0"/>
                    <a:pt x="106073" y="2554"/>
                    <a:pt x="106073" y="6384"/>
                  </a:cubicBezTo>
                  <a:lnTo>
                    <a:pt x="106073" y="60648"/>
                  </a:lnTo>
                  <a:lnTo>
                    <a:pt x="29394" y="60648"/>
                  </a:lnTo>
                  <a:cubicBezTo>
                    <a:pt x="25560" y="60648"/>
                    <a:pt x="23004" y="63201"/>
                    <a:pt x="23004" y="67032"/>
                  </a:cubicBezTo>
                  <a:lnTo>
                    <a:pt x="23004" y="83630"/>
                  </a:lnTo>
                  <a:lnTo>
                    <a:pt x="6390" y="83630"/>
                  </a:lnTo>
                  <a:cubicBezTo>
                    <a:pt x="2556" y="83630"/>
                    <a:pt x="0" y="86184"/>
                    <a:pt x="0" y="90014"/>
                  </a:cubicBezTo>
                  <a:lnTo>
                    <a:pt x="0" y="188327"/>
                  </a:lnTo>
                  <a:cubicBezTo>
                    <a:pt x="0" y="192158"/>
                    <a:pt x="2556" y="194711"/>
                    <a:pt x="6390" y="194711"/>
                  </a:cubicBezTo>
                  <a:lnTo>
                    <a:pt x="218536" y="194711"/>
                  </a:lnTo>
                  <a:cubicBezTo>
                    <a:pt x="222370" y="194711"/>
                    <a:pt x="224926" y="192158"/>
                    <a:pt x="224926" y="188327"/>
                  </a:cubicBezTo>
                  <a:lnTo>
                    <a:pt x="224926" y="90014"/>
                  </a:lnTo>
                  <a:cubicBezTo>
                    <a:pt x="224926" y="86184"/>
                    <a:pt x="222370" y="82992"/>
                    <a:pt x="218536" y="82992"/>
                  </a:cubicBezTo>
                  <a:close/>
                  <a:moveTo>
                    <a:pt x="119492" y="12768"/>
                  </a:moveTo>
                  <a:lnTo>
                    <a:pt x="152081" y="12768"/>
                  </a:lnTo>
                  <a:lnTo>
                    <a:pt x="152081" y="30005"/>
                  </a:lnTo>
                  <a:lnTo>
                    <a:pt x="119492" y="30005"/>
                  </a:lnTo>
                  <a:lnTo>
                    <a:pt x="119492" y="12768"/>
                  </a:lnTo>
                  <a:close/>
                  <a:moveTo>
                    <a:pt x="212146" y="181944"/>
                  </a:moveTo>
                  <a:lnTo>
                    <a:pt x="43452" y="181944"/>
                  </a:lnTo>
                  <a:lnTo>
                    <a:pt x="43452" y="157684"/>
                  </a:lnTo>
                  <a:cubicBezTo>
                    <a:pt x="43452" y="153854"/>
                    <a:pt x="40896" y="151300"/>
                    <a:pt x="37062" y="151300"/>
                  </a:cubicBezTo>
                  <a:cubicBezTo>
                    <a:pt x="33228" y="151300"/>
                    <a:pt x="30672" y="153854"/>
                    <a:pt x="30672" y="157684"/>
                  </a:cubicBezTo>
                  <a:lnTo>
                    <a:pt x="30672" y="181305"/>
                  </a:lnTo>
                  <a:lnTo>
                    <a:pt x="13419" y="181305"/>
                  </a:lnTo>
                  <a:lnTo>
                    <a:pt x="13419" y="95760"/>
                  </a:lnTo>
                  <a:lnTo>
                    <a:pt x="29394" y="95760"/>
                  </a:lnTo>
                  <a:cubicBezTo>
                    <a:pt x="33228" y="95760"/>
                    <a:pt x="35784" y="93206"/>
                    <a:pt x="35784" y="89376"/>
                  </a:cubicBezTo>
                  <a:lnTo>
                    <a:pt x="35784" y="72777"/>
                  </a:lnTo>
                  <a:lnTo>
                    <a:pt x="189781" y="72777"/>
                  </a:lnTo>
                  <a:lnTo>
                    <a:pt x="189781" y="89376"/>
                  </a:lnTo>
                  <a:cubicBezTo>
                    <a:pt x="189781" y="93206"/>
                    <a:pt x="192337" y="95760"/>
                    <a:pt x="196171" y="95760"/>
                  </a:cubicBezTo>
                  <a:lnTo>
                    <a:pt x="212785" y="95760"/>
                  </a:lnTo>
                  <a:lnTo>
                    <a:pt x="212146" y="181944"/>
                  </a:lnTo>
                  <a:close/>
                </a:path>
              </a:pathLst>
            </a:custGeom>
            <a:solidFill>
              <a:srgbClr val="26890D"/>
            </a:solidFill>
            <a:ln w="6390" cap="flat">
              <a:noFill/>
              <a:prstDash val="solid"/>
              <a:miter/>
            </a:ln>
          </p:spPr>
          <p:txBody>
            <a:bodyPr rtlCol="0" anchor="ctr"/>
            <a:lstStyle/>
            <a:p>
              <a:endParaRPr lang="en-US"/>
            </a:p>
          </p:txBody>
        </p:sp>
        <p:sp>
          <p:nvSpPr>
            <p:cNvPr id="577" name="Graphic 4">
              <a:extLst>
                <a:ext uri="{FF2B5EF4-FFF2-40B4-BE49-F238E27FC236}">
                  <a16:creationId xmlns:a16="http://schemas.microsoft.com/office/drawing/2014/main" id="{66EB3C77-EA6A-5742-98FC-91CF5D342B21}"/>
                </a:ext>
              </a:extLst>
            </p:cNvPr>
            <p:cNvSpPr/>
            <p:nvPr/>
          </p:nvSpPr>
          <p:spPr>
            <a:xfrm>
              <a:off x="2689814" y="1140341"/>
              <a:ext cx="12515" cy="12289"/>
            </a:xfrm>
            <a:custGeom>
              <a:avLst/>
              <a:gdLst>
                <a:gd name="connsiteX0" fmla="*/ 10573 w 12515"/>
                <a:gd name="connsiteY0" fmla="*/ 1915 h 12289"/>
                <a:gd name="connsiteX1" fmla="*/ 9934 w 12515"/>
                <a:gd name="connsiteY1" fmla="*/ 1277 h 12289"/>
                <a:gd name="connsiteX2" fmla="*/ 8656 w 12515"/>
                <a:gd name="connsiteY2" fmla="*/ 638 h 12289"/>
                <a:gd name="connsiteX3" fmla="*/ 7378 w 12515"/>
                <a:gd name="connsiteY3" fmla="*/ 0 h 12289"/>
                <a:gd name="connsiteX4" fmla="*/ 3544 w 12515"/>
                <a:gd name="connsiteY4" fmla="*/ 638 h 12289"/>
                <a:gd name="connsiteX5" fmla="*/ 1627 w 12515"/>
                <a:gd name="connsiteY5" fmla="*/ 1915 h 12289"/>
                <a:gd name="connsiteX6" fmla="*/ 2266 w 12515"/>
                <a:gd name="connsiteY6" fmla="*/ 10853 h 12289"/>
                <a:gd name="connsiteX7" fmla="*/ 10573 w 12515"/>
                <a:gd name="connsiteY7" fmla="*/ 10853 h 12289"/>
                <a:gd name="connsiteX8" fmla="*/ 11851 w 12515"/>
                <a:gd name="connsiteY8" fmla="*/ 3830 h 12289"/>
                <a:gd name="connsiteX9" fmla="*/ 10573 w 12515"/>
                <a:gd name="connsiteY9" fmla="*/ 1915 h 12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15" h="12289">
                  <a:moveTo>
                    <a:pt x="10573" y="1915"/>
                  </a:moveTo>
                  <a:cubicBezTo>
                    <a:pt x="10573" y="1915"/>
                    <a:pt x="9934" y="1277"/>
                    <a:pt x="9934" y="1277"/>
                  </a:cubicBezTo>
                  <a:cubicBezTo>
                    <a:pt x="9295" y="1277"/>
                    <a:pt x="9295" y="638"/>
                    <a:pt x="8656" y="638"/>
                  </a:cubicBezTo>
                  <a:cubicBezTo>
                    <a:pt x="8017" y="638"/>
                    <a:pt x="8017" y="638"/>
                    <a:pt x="7378" y="0"/>
                  </a:cubicBezTo>
                  <a:cubicBezTo>
                    <a:pt x="6100" y="0"/>
                    <a:pt x="4822" y="0"/>
                    <a:pt x="3544" y="638"/>
                  </a:cubicBezTo>
                  <a:cubicBezTo>
                    <a:pt x="2905" y="638"/>
                    <a:pt x="2266" y="1277"/>
                    <a:pt x="1627" y="1915"/>
                  </a:cubicBezTo>
                  <a:cubicBezTo>
                    <a:pt x="-929" y="4469"/>
                    <a:pt x="-290" y="8938"/>
                    <a:pt x="2266" y="10853"/>
                  </a:cubicBezTo>
                  <a:cubicBezTo>
                    <a:pt x="4822" y="12768"/>
                    <a:pt x="8017" y="12768"/>
                    <a:pt x="10573" y="10853"/>
                  </a:cubicBezTo>
                  <a:cubicBezTo>
                    <a:pt x="12490" y="8938"/>
                    <a:pt x="13129" y="6384"/>
                    <a:pt x="11851" y="3830"/>
                  </a:cubicBezTo>
                  <a:cubicBezTo>
                    <a:pt x="11851" y="3192"/>
                    <a:pt x="11212" y="2554"/>
                    <a:pt x="10573" y="1915"/>
                  </a:cubicBezTo>
                  <a:close/>
                </a:path>
              </a:pathLst>
            </a:custGeom>
            <a:solidFill>
              <a:srgbClr val="26890D"/>
            </a:solidFill>
            <a:ln w="6390" cap="flat">
              <a:noFill/>
              <a:prstDash val="solid"/>
              <a:miter/>
            </a:ln>
          </p:spPr>
          <p:txBody>
            <a:bodyPr rtlCol="0" anchor="ctr"/>
            <a:lstStyle/>
            <a:p>
              <a:endParaRPr lang="en-US"/>
            </a:p>
          </p:txBody>
        </p:sp>
        <p:sp>
          <p:nvSpPr>
            <p:cNvPr id="578" name="Graphic 4">
              <a:extLst>
                <a:ext uri="{FF2B5EF4-FFF2-40B4-BE49-F238E27FC236}">
                  <a16:creationId xmlns:a16="http://schemas.microsoft.com/office/drawing/2014/main" id="{43DB1702-5E08-0C4F-AC86-801885716159}"/>
                </a:ext>
              </a:extLst>
            </p:cNvPr>
            <p:cNvSpPr/>
            <p:nvPr/>
          </p:nvSpPr>
          <p:spPr>
            <a:xfrm>
              <a:off x="2720345" y="1140341"/>
              <a:ext cx="12630" cy="12793"/>
            </a:xfrm>
            <a:custGeom>
              <a:avLst/>
              <a:gdLst>
                <a:gd name="connsiteX0" fmla="*/ 8797 w 12630"/>
                <a:gd name="connsiteY0" fmla="*/ 638 h 12793"/>
                <a:gd name="connsiteX1" fmla="*/ 4963 w 12630"/>
                <a:gd name="connsiteY1" fmla="*/ 0 h 12793"/>
                <a:gd name="connsiteX2" fmla="*/ 3685 w 12630"/>
                <a:gd name="connsiteY2" fmla="*/ 638 h 12793"/>
                <a:gd name="connsiteX3" fmla="*/ 2407 w 12630"/>
                <a:gd name="connsiteY3" fmla="*/ 1277 h 12793"/>
                <a:gd name="connsiteX4" fmla="*/ 1768 w 12630"/>
                <a:gd name="connsiteY4" fmla="*/ 1915 h 12793"/>
                <a:gd name="connsiteX5" fmla="*/ 490 w 12630"/>
                <a:gd name="connsiteY5" fmla="*/ 3830 h 12793"/>
                <a:gd name="connsiteX6" fmla="*/ 3685 w 12630"/>
                <a:gd name="connsiteY6" fmla="*/ 12130 h 12793"/>
                <a:gd name="connsiteX7" fmla="*/ 10714 w 12630"/>
                <a:gd name="connsiteY7" fmla="*/ 10853 h 12793"/>
                <a:gd name="connsiteX8" fmla="*/ 10714 w 12630"/>
                <a:gd name="connsiteY8" fmla="*/ 1915 h 12793"/>
                <a:gd name="connsiteX9" fmla="*/ 8797 w 12630"/>
                <a:gd name="connsiteY9" fmla="*/ 638 h 1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30" h="12793">
                  <a:moveTo>
                    <a:pt x="8797" y="638"/>
                  </a:moveTo>
                  <a:cubicBezTo>
                    <a:pt x="7519" y="0"/>
                    <a:pt x="6241" y="0"/>
                    <a:pt x="4963" y="0"/>
                  </a:cubicBezTo>
                  <a:cubicBezTo>
                    <a:pt x="4324" y="0"/>
                    <a:pt x="4324" y="0"/>
                    <a:pt x="3685" y="638"/>
                  </a:cubicBezTo>
                  <a:cubicBezTo>
                    <a:pt x="3046" y="638"/>
                    <a:pt x="3046" y="1277"/>
                    <a:pt x="2407" y="1277"/>
                  </a:cubicBezTo>
                  <a:lnTo>
                    <a:pt x="1768" y="1915"/>
                  </a:lnTo>
                  <a:cubicBezTo>
                    <a:pt x="1129" y="2554"/>
                    <a:pt x="490" y="3192"/>
                    <a:pt x="490" y="3830"/>
                  </a:cubicBezTo>
                  <a:cubicBezTo>
                    <a:pt x="-788" y="7022"/>
                    <a:pt x="490" y="10853"/>
                    <a:pt x="3685" y="12130"/>
                  </a:cubicBezTo>
                  <a:cubicBezTo>
                    <a:pt x="6241" y="13406"/>
                    <a:pt x="8797" y="12768"/>
                    <a:pt x="10714" y="10853"/>
                  </a:cubicBezTo>
                  <a:cubicBezTo>
                    <a:pt x="13270" y="8299"/>
                    <a:pt x="13270" y="4469"/>
                    <a:pt x="10714" y="1915"/>
                  </a:cubicBezTo>
                  <a:cubicBezTo>
                    <a:pt x="10075" y="1277"/>
                    <a:pt x="9436" y="638"/>
                    <a:pt x="8797" y="638"/>
                  </a:cubicBezTo>
                  <a:close/>
                </a:path>
              </a:pathLst>
            </a:custGeom>
            <a:solidFill>
              <a:srgbClr val="26890D"/>
            </a:solidFill>
            <a:ln w="6390" cap="flat">
              <a:noFill/>
              <a:prstDash val="solid"/>
              <a:miter/>
            </a:ln>
          </p:spPr>
          <p:txBody>
            <a:bodyPr rtlCol="0" anchor="ctr"/>
            <a:lstStyle/>
            <a:p>
              <a:endParaRPr lang="en-US"/>
            </a:p>
          </p:txBody>
        </p:sp>
        <p:sp>
          <p:nvSpPr>
            <p:cNvPr id="579" name="Graphic 4">
              <a:extLst>
                <a:ext uri="{FF2B5EF4-FFF2-40B4-BE49-F238E27FC236}">
                  <a16:creationId xmlns:a16="http://schemas.microsoft.com/office/drawing/2014/main" id="{43308C29-A4C3-B942-BC54-BD0426542CAF}"/>
                </a:ext>
              </a:extLst>
            </p:cNvPr>
            <p:cNvSpPr/>
            <p:nvPr/>
          </p:nvSpPr>
          <p:spPr>
            <a:xfrm>
              <a:off x="2750228" y="1140315"/>
              <a:ext cx="12805" cy="12793"/>
            </a:xfrm>
            <a:custGeom>
              <a:avLst/>
              <a:gdLst>
                <a:gd name="connsiteX0" fmla="*/ 10863 w 12805"/>
                <a:gd name="connsiteY0" fmla="*/ 1941 h 12793"/>
                <a:gd name="connsiteX1" fmla="*/ 3834 w 12805"/>
                <a:gd name="connsiteY1" fmla="*/ 664 h 12793"/>
                <a:gd name="connsiteX2" fmla="*/ 1917 w 12805"/>
                <a:gd name="connsiteY2" fmla="*/ 1941 h 12793"/>
                <a:gd name="connsiteX3" fmla="*/ 639 w 12805"/>
                <a:gd name="connsiteY3" fmla="*/ 3856 h 12793"/>
                <a:gd name="connsiteX4" fmla="*/ 0 w 12805"/>
                <a:gd name="connsiteY4" fmla="*/ 6410 h 12793"/>
                <a:gd name="connsiteX5" fmla="*/ 6390 w 12805"/>
                <a:gd name="connsiteY5" fmla="*/ 12794 h 12793"/>
                <a:gd name="connsiteX6" fmla="*/ 8946 w 12805"/>
                <a:gd name="connsiteY6" fmla="*/ 12155 h 12793"/>
                <a:gd name="connsiteX7" fmla="*/ 10863 w 12805"/>
                <a:gd name="connsiteY7" fmla="*/ 10879 h 12793"/>
                <a:gd name="connsiteX8" fmla="*/ 12141 w 12805"/>
                <a:gd name="connsiteY8" fmla="*/ 3856 h 12793"/>
                <a:gd name="connsiteX9" fmla="*/ 10863 w 12805"/>
                <a:gd name="connsiteY9" fmla="*/ 1941 h 1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805" h="12793">
                  <a:moveTo>
                    <a:pt x="10863" y="1941"/>
                  </a:moveTo>
                  <a:cubicBezTo>
                    <a:pt x="8946" y="26"/>
                    <a:pt x="6390" y="-613"/>
                    <a:pt x="3834" y="664"/>
                  </a:cubicBezTo>
                  <a:cubicBezTo>
                    <a:pt x="3195" y="664"/>
                    <a:pt x="2556" y="1303"/>
                    <a:pt x="1917" y="1941"/>
                  </a:cubicBezTo>
                  <a:cubicBezTo>
                    <a:pt x="1278" y="2579"/>
                    <a:pt x="639" y="3218"/>
                    <a:pt x="639" y="3856"/>
                  </a:cubicBezTo>
                  <a:cubicBezTo>
                    <a:pt x="0" y="4495"/>
                    <a:pt x="0" y="5133"/>
                    <a:pt x="0" y="6410"/>
                  </a:cubicBezTo>
                  <a:cubicBezTo>
                    <a:pt x="0" y="10240"/>
                    <a:pt x="2556" y="12794"/>
                    <a:pt x="6390" y="12794"/>
                  </a:cubicBezTo>
                  <a:cubicBezTo>
                    <a:pt x="7029" y="12794"/>
                    <a:pt x="8307" y="12794"/>
                    <a:pt x="8946" y="12155"/>
                  </a:cubicBezTo>
                  <a:cubicBezTo>
                    <a:pt x="9585" y="11517"/>
                    <a:pt x="10224" y="11517"/>
                    <a:pt x="10863" y="10879"/>
                  </a:cubicBezTo>
                  <a:cubicBezTo>
                    <a:pt x="12780" y="8963"/>
                    <a:pt x="13419" y="6410"/>
                    <a:pt x="12141" y="3856"/>
                  </a:cubicBezTo>
                  <a:cubicBezTo>
                    <a:pt x="12141" y="3218"/>
                    <a:pt x="11502" y="2579"/>
                    <a:pt x="10863" y="1941"/>
                  </a:cubicBezTo>
                  <a:close/>
                </a:path>
              </a:pathLst>
            </a:custGeom>
            <a:solidFill>
              <a:srgbClr val="26890D"/>
            </a:solidFill>
            <a:ln w="6390" cap="flat">
              <a:noFill/>
              <a:prstDash val="solid"/>
              <a:miter/>
            </a:ln>
          </p:spPr>
          <p:txBody>
            <a:bodyPr rtlCol="0" anchor="ctr"/>
            <a:lstStyle/>
            <a:p>
              <a:endParaRPr lang="en-US"/>
            </a:p>
          </p:txBody>
        </p:sp>
        <p:sp>
          <p:nvSpPr>
            <p:cNvPr id="580" name="Graphic 4">
              <a:extLst>
                <a:ext uri="{FF2B5EF4-FFF2-40B4-BE49-F238E27FC236}">
                  <a16:creationId xmlns:a16="http://schemas.microsoft.com/office/drawing/2014/main" id="{EF484703-9122-C14F-B80A-3C230EF1A3A4}"/>
                </a:ext>
              </a:extLst>
            </p:cNvPr>
            <p:cNvSpPr/>
            <p:nvPr/>
          </p:nvSpPr>
          <p:spPr>
            <a:xfrm>
              <a:off x="2780410" y="1140341"/>
              <a:ext cx="12882" cy="12618"/>
            </a:xfrm>
            <a:custGeom>
              <a:avLst/>
              <a:gdLst>
                <a:gd name="connsiteX0" fmla="*/ 11353 w 12882"/>
                <a:gd name="connsiteY0" fmla="*/ 1915 h 12618"/>
                <a:gd name="connsiteX1" fmla="*/ 10075 w 12882"/>
                <a:gd name="connsiteY1" fmla="*/ 1277 h 12618"/>
                <a:gd name="connsiteX2" fmla="*/ 8797 w 12882"/>
                <a:gd name="connsiteY2" fmla="*/ 638 h 12618"/>
                <a:gd name="connsiteX3" fmla="*/ 7519 w 12882"/>
                <a:gd name="connsiteY3" fmla="*/ 0 h 12618"/>
                <a:gd name="connsiteX4" fmla="*/ 3685 w 12882"/>
                <a:gd name="connsiteY4" fmla="*/ 638 h 12618"/>
                <a:gd name="connsiteX5" fmla="*/ 1768 w 12882"/>
                <a:gd name="connsiteY5" fmla="*/ 1915 h 12618"/>
                <a:gd name="connsiteX6" fmla="*/ 490 w 12882"/>
                <a:gd name="connsiteY6" fmla="*/ 3830 h 12618"/>
                <a:gd name="connsiteX7" fmla="*/ 3685 w 12882"/>
                <a:gd name="connsiteY7" fmla="*/ 12130 h 12618"/>
                <a:gd name="connsiteX8" fmla="*/ 11992 w 12882"/>
                <a:gd name="connsiteY8" fmla="*/ 8938 h 12618"/>
                <a:gd name="connsiteX9" fmla="*/ 11353 w 12882"/>
                <a:gd name="connsiteY9" fmla="*/ 1915 h 12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882" h="12618">
                  <a:moveTo>
                    <a:pt x="11353" y="1915"/>
                  </a:moveTo>
                  <a:lnTo>
                    <a:pt x="10075" y="1277"/>
                  </a:lnTo>
                  <a:cubicBezTo>
                    <a:pt x="9436" y="1277"/>
                    <a:pt x="9436" y="638"/>
                    <a:pt x="8797" y="638"/>
                  </a:cubicBezTo>
                  <a:cubicBezTo>
                    <a:pt x="8158" y="638"/>
                    <a:pt x="8158" y="0"/>
                    <a:pt x="7519" y="0"/>
                  </a:cubicBezTo>
                  <a:cubicBezTo>
                    <a:pt x="6241" y="0"/>
                    <a:pt x="4963" y="0"/>
                    <a:pt x="3685" y="638"/>
                  </a:cubicBezTo>
                  <a:cubicBezTo>
                    <a:pt x="3046" y="638"/>
                    <a:pt x="2407" y="1277"/>
                    <a:pt x="1768" y="1915"/>
                  </a:cubicBezTo>
                  <a:cubicBezTo>
                    <a:pt x="1129" y="2554"/>
                    <a:pt x="490" y="3192"/>
                    <a:pt x="490" y="3830"/>
                  </a:cubicBezTo>
                  <a:cubicBezTo>
                    <a:pt x="-788" y="7022"/>
                    <a:pt x="490" y="10853"/>
                    <a:pt x="3685" y="12130"/>
                  </a:cubicBezTo>
                  <a:cubicBezTo>
                    <a:pt x="6880" y="13406"/>
                    <a:pt x="10714" y="12130"/>
                    <a:pt x="11992" y="8938"/>
                  </a:cubicBezTo>
                  <a:cubicBezTo>
                    <a:pt x="13270" y="6384"/>
                    <a:pt x="13270" y="3830"/>
                    <a:pt x="11353" y="1915"/>
                  </a:cubicBezTo>
                  <a:close/>
                </a:path>
              </a:pathLst>
            </a:custGeom>
            <a:solidFill>
              <a:srgbClr val="26890D"/>
            </a:solidFill>
            <a:ln w="6390" cap="flat">
              <a:noFill/>
              <a:prstDash val="solid"/>
              <a:miter/>
            </a:ln>
          </p:spPr>
          <p:txBody>
            <a:bodyPr rtlCol="0" anchor="ctr"/>
            <a:lstStyle/>
            <a:p>
              <a:endParaRPr lang="en-US"/>
            </a:p>
          </p:txBody>
        </p:sp>
        <p:sp>
          <p:nvSpPr>
            <p:cNvPr id="581" name="Graphic 4">
              <a:extLst>
                <a:ext uri="{FF2B5EF4-FFF2-40B4-BE49-F238E27FC236}">
                  <a16:creationId xmlns:a16="http://schemas.microsoft.com/office/drawing/2014/main" id="{FFD543B9-0CC4-A74A-9F24-E6BCBC35F509}"/>
                </a:ext>
              </a:extLst>
            </p:cNvPr>
            <p:cNvSpPr/>
            <p:nvPr/>
          </p:nvSpPr>
          <p:spPr>
            <a:xfrm>
              <a:off x="2810294" y="1140341"/>
              <a:ext cx="12779" cy="12767"/>
            </a:xfrm>
            <a:custGeom>
              <a:avLst/>
              <a:gdLst>
                <a:gd name="connsiteX0" fmla="*/ 9585 w 12779"/>
                <a:gd name="connsiteY0" fmla="*/ 638 h 12767"/>
                <a:gd name="connsiteX1" fmla="*/ 5751 w 12779"/>
                <a:gd name="connsiteY1" fmla="*/ 0 h 12767"/>
                <a:gd name="connsiteX2" fmla="*/ 4473 w 12779"/>
                <a:gd name="connsiteY2" fmla="*/ 638 h 12767"/>
                <a:gd name="connsiteX3" fmla="*/ 3195 w 12779"/>
                <a:gd name="connsiteY3" fmla="*/ 1277 h 12767"/>
                <a:gd name="connsiteX4" fmla="*/ 1917 w 12779"/>
                <a:gd name="connsiteY4" fmla="*/ 1915 h 12767"/>
                <a:gd name="connsiteX5" fmla="*/ 1917 w 12779"/>
                <a:gd name="connsiteY5" fmla="*/ 10853 h 12767"/>
                <a:gd name="connsiteX6" fmla="*/ 10863 w 12779"/>
                <a:gd name="connsiteY6" fmla="*/ 10853 h 12767"/>
                <a:gd name="connsiteX7" fmla="*/ 12780 w 12779"/>
                <a:gd name="connsiteY7" fmla="*/ 6384 h 12767"/>
                <a:gd name="connsiteX8" fmla="*/ 10863 w 12779"/>
                <a:gd name="connsiteY8" fmla="*/ 1915 h 12767"/>
                <a:gd name="connsiteX9" fmla="*/ 9585 w 12779"/>
                <a:gd name="connsiteY9" fmla="*/ 63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79" h="12767">
                  <a:moveTo>
                    <a:pt x="9585" y="638"/>
                  </a:moveTo>
                  <a:cubicBezTo>
                    <a:pt x="8307" y="0"/>
                    <a:pt x="7029" y="0"/>
                    <a:pt x="5751" y="0"/>
                  </a:cubicBezTo>
                  <a:cubicBezTo>
                    <a:pt x="5112" y="0"/>
                    <a:pt x="5112" y="0"/>
                    <a:pt x="4473" y="638"/>
                  </a:cubicBezTo>
                  <a:cubicBezTo>
                    <a:pt x="3834" y="638"/>
                    <a:pt x="3834" y="1277"/>
                    <a:pt x="3195" y="1277"/>
                  </a:cubicBezTo>
                  <a:lnTo>
                    <a:pt x="1917" y="1915"/>
                  </a:lnTo>
                  <a:cubicBezTo>
                    <a:pt x="-639" y="4469"/>
                    <a:pt x="-639" y="8299"/>
                    <a:pt x="1917" y="10853"/>
                  </a:cubicBezTo>
                  <a:cubicBezTo>
                    <a:pt x="4473" y="13406"/>
                    <a:pt x="8307" y="13406"/>
                    <a:pt x="10863" y="10853"/>
                  </a:cubicBezTo>
                  <a:cubicBezTo>
                    <a:pt x="12141" y="9576"/>
                    <a:pt x="12780" y="8299"/>
                    <a:pt x="12780" y="6384"/>
                  </a:cubicBezTo>
                  <a:cubicBezTo>
                    <a:pt x="12780" y="4469"/>
                    <a:pt x="12141" y="3192"/>
                    <a:pt x="10863" y="1915"/>
                  </a:cubicBezTo>
                  <a:cubicBezTo>
                    <a:pt x="10863" y="1277"/>
                    <a:pt x="10224" y="638"/>
                    <a:pt x="9585" y="638"/>
                  </a:cubicBezTo>
                  <a:close/>
                </a:path>
              </a:pathLst>
            </a:custGeom>
            <a:solidFill>
              <a:srgbClr val="26890D"/>
            </a:solidFill>
            <a:ln w="6390" cap="flat">
              <a:noFill/>
              <a:prstDash val="solid"/>
              <a:miter/>
            </a:ln>
          </p:spPr>
          <p:txBody>
            <a:bodyPr rtlCol="0" anchor="ctr"/>
            <a:lstStyle/>
            <a:p>
              <a:endParaRPr lang="en-US"/>
            </a:p>
          </p:txBody>
        </p:sp>
        <p:sp>
          <p:nvSpPr>
            <p:cNvPr id="582" name="Graphic 4">
              <a:extLst>
                <a:ext uri="{FF2B5EF4-FFF2-40B4-BE49-F238E27FC236}">
                  <a16:creationId xmlns:a16="http://schemas.microsoft.com/office/drawing/2014/main" id="{826096BB-CA83-E649-8589-2FBCCA24416F}"/>
                </a:ext>
              </a:extLst>
            </p:cNvPr>
            <p:cNvSpPr/>
            <p:nvPr/>
          </p:nvSpPr>
          <p:spPr>
            <a:xfrm>
              <a:off x="2689524" y="1110337"/>
              <a:ext cx="12779" cy="12767"/>
            </a:xfrm>
            <a:custGeom>
              <a:avLst/>
              <a:gdLst>
                <a:gd name="connsiteX0" fmla="*/ 6390 w 12779"/>
                <a:gd name="connsiteY0" fmla="*/ 12768 h 12767"/>
                <a:gd name="connsiteX1" fmla="*/ 12780 w 12779"/>
                <a:gd name="connsiteY1" fmla="*/ 6384 h 12767"/>
                <a:gd name="connsiteX2" fmla="*/ 12141 w 12779"/>
                <a:gd name="connsiteY2" fmla="*/ 3830 h 12767"/>
                <a:gd name="connsiteX3" fmla="*/ 10863 w 12779"/>
                <a:gd name="connsiteY3" fmla="*/ 1915 h 12767"/>
                <a:gd name="connsiteX4" fmla="*/ 10224 w 12779"/>
                <a:gd name="connsiteY4" fmla="*/ 1277 h 12767"/>
                <a:gd name="connsiteX5" fmla="*/ 8946 w 12779"/>
                <a:gd name="connsiteY5" fmla="*/ 638 h 12767"/>
                <a:gd name="connsiteX6" fmla="*/ 7668 w 12779"/>
                <a:gd name="connsiteY6" fmla="*/ 0 h 12767"/>
                <a:gd name="connsiteX7" fmla="*/ 3834 w 12779"/>
                <a:gd name="connsiteY7" fmla="*/ 638 h 12767"/>
                <a:gd name="connsiteX8" fmla="*/ 1917 w 12779"/>
                <a:gd name="connsiteY8" fmla="*/ 1915 h 12767"/>
                <a:gd name="connsiteX9" fmla="*/ 0 w 12779"/>
                <a:gd name="connsiteY9" fmla="*/ 6384 h 12767"/>
                <a:gd name="connsiteX10" fmla="*/ 6390 w 12779"/>
                <a:gd name="connsiteY10" fmla="*/ 12768 h 12767"/>
                <a:gd name="connsiteX11" fmla="*/ 6390 w 12779"/>
                <a:gd name="connsiteY11"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79" h="12767">
                  <a:moveTo>
                    <a:pt x="6390" y="12768"/>
                  </a:moveTo>
                  <a:cubicBezTo>
                    <a:pt x="10224" y="12768"/>
                    <a:pt x="12780" y="10214"/>
                    <a:pt x="12780" y="6384"/>
                  </a:cubicBezTo>
                  <a:cubicBezTo>
                    <a:pt x="12780" y="5746"/>
                    <a:pt x="12780" y="4469"/>
                    <a:pt x="12141" y="3830"/>
                  </a:cubicBezTo>
                  <a:cubicBezTo>
                    <a:pt x="11502" y="3192"/>
                    <a:pt x="11502" y="2554"/>
                    <a:pt x="10863" y="1915"/>
                  </a:cubicBezTo>
                  <a:cubicBezTo>
                    <a:pt x="10863" y="1915"/>
                    <a:pt x="10224" y="1277"/>
                    <a:pt x="10224" y="1277"/>
                  </a:cubicBezTo>
                  <a:cubicBezTo>
                    <a:pt x="9585" y="1277"/>
                    <a:pt x="9585" y="638"/>
                    <a:pt x="8946" y="638"/>
                  </a:cubicBezTo>
                  <a:cubicBezTo>
                    <a:pt x="8307" y="638"/>
                    <a:pt x="8307" y="638"/>
                    <a:pt x="7668" y="0"/>
                  </a:cubicBezTo>
                  <a:cubicBezTo>
                    <a:pt x="6390" y="0"/>
                    <a:pt x="5112" y="0"/>
                    <a:pt x="3834" y="638"/>
                  </a:cubicBezTo>
                  <a:cubicBezTo>
                    <a:pt x="3195" y="638"/>
                    <a:pt x="2556" y="1277"/>
                    <a:pt x="1917" y="1915"/>
                  </a:cubicBezTo>
                  <a:cubicBezTo>
                    <a:pt x="639" y="3192"/>
                    <a:pt x="0" y="4469"/>
                    <a:pt x="0" y="6384"/>
                  </a:cubicBezTo>
                  <a:cubicBezTo>
                    <a:pt x="0" y="9576"/>
                    <a:pt x="3195" y="12768"/>
                    <a:pt x="6390" y="12768"/>
                  </a:cubicBezTo>
                  <a:lnTo>
                    <a:pt x="6390" y="12768"/>
                  </a:lnTo>
                  <a:close/>
                </a:path>
              </a:pathLst>
            </a:custGeom>
            <a:solidFill>
              <a:srgbClr val="26890D"/>
            </a:solidFill>
            <a:ln w="6390" cap="flat">
              <a:noFill/>
              <a:prstDash val="solid"/>
              <a:miter/>
            </a:ln>
          </p:spPr>
          <p:txBody>
            <a:bodyPr rtlCol="0" anchor="ctr"/>
            <a:lstStyle/>
            <a:p>
              <a:endParaRPr lang="en-US"/>
            </a:p>
          </p:txBody>
        </p:sp>
        <p:sp>
          <p:nvSpPr>
            <p:cNvPr id="583" name="Graphic 4">
              <a:extLst>
                <a:ext uri="{FF2B5EF4-FFF2-40B4-BE49-F238E27FC236}">
                  <a16:creationId xmlns:a16="http://schemas.microsoft.com/office/drawing/2014/main" id="{0D6C15A4-8733-9A45-8191-E8161DE316B8}"/>
                </a:ext>
              </a:extLst>
            </p:cNvPr>
            <p:cNvSpPr/>
            <p:nvPr/>
          </p:nvSpPr>
          <p:spPr>
            <a:xfrm>
              <a:off x="2659465" y="1110337"/>
              <a:ext cx="12831" cy="12767"/>
            </a:xfrm>
            <a:custGeom>
              <a:avLst/>
              <a:gdLst>
                <a:gd name="connsiteX0" fmla="*/ 10889 w 12831"/>
                <a:gd name="connsiteY0" fmla="*/ 1915 h 12767"/>
                <a:gd name="connsiteX1" fmla="*/ 10250 w 12831"/>
                <a:gd name="connsiteY1" fmla="*/ 1277 h 12767"/>
                <a:gd name="connsiteX2" fmla="*/ 8972 w 12831"/>
                <a:gd name="connsiteY2" fmla="*/ 638 h 12767"/>
                <a:gd name="connsiteX3" fmla="*/ 7694 w 12831"/>
                <a:gd name="connsiteY3" fmla="*/ 0 h 12767"/>
                <a:gd name="connsiteX4" fmla="*/ 3860 w 12831"/>
                <a:gd name="connsiteY4" fmla="*/ 638 h 12767"/>
                <a:gd name="connsiteX5" fmla="*/ 665 w 12831"/>
                <a:gd name="connsiteY5" fmla="*/ 3830 h 12767"/>
                <a:gd name="connsiteX6" fmla="*/ 1943 w 12831"/>
                <a:gd name="connsiteY6" fmla="*/ 10853 h 12767"/>
                <a:gd name="connsiteX7" fmla="*/ 10889 w 12831"/>
                <a:gd name="connsiteY7" fmla="*/ 10853 h 12767"/>
                <a:gd name="connsiteX8" fmla="*/ 12167 w 12831"/>
                <a:gd name="connsiteY8" fmla="*/ 3830 h 12767"/>
                <a:gd name="connsiteX9" fmla="*/ 10889 w 12831"/>
                <a:gd name="connsiteY9" fmla="*/ 1915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831" h="12767">
                  <a:moveTo>
                    <a:pt x="10889" y="1915"/>
                  </a:moveTo>
                  <a:cubicBezTo>
                    <a:pt x="10889" y="1915"/>
                    <a:pt x="10250" y="1277"/>
                    <a:pt x="10250" y="1277"/>
                  </a:cubicBezTo>
                  <a:cubicBezTo>
                    <a:pt x="9611" y="1277"/>
                    <a:pt x="9611" y="638"/>
                    <a:pt x="8972" y="638"/>
                  </a:cubicBezTo>
                  <a:cubicBezTo>
                    <a:pt x="8333" y="638"/>
                    <a:pt x="8333" y="638"/>
                    <a:pt x="7694" y="0"/>
                  </a:cubicBezTo>
                  <a:cubicBezTo>
                    <a:pt x="6416" y="0"/>
                    <a:pt x="5138" y="0"/>
                    <a:pt x="3860" y="638"/>
                  </a:cubicBezTo>
                  <a:cubicBezTo>
                    <a:pt x="2582" y="1277"/>
                    <a:pt x="1304" y="2554"/>
                    <a:pt x="665" y="3830"/>
                  </a:cubicBezTo>
                  <a:cubicBezTo>
                    <a:pt x="-613" y="6384"/>
                    <a:pt x="26" y="8938"/>
                    <a:pt x="1943" y="10853"/>
                  </a:cubicBezTo>
                  <a:cubicBezTo>
                    <a:pt x="4499" y="13406"/>
                    <a:pt x="8333" y="13406"/>
                    <a:pt x="10889" y="10853"/>
                  </a:cubicBezTo>
                  <a:cubicBezTo>
                    <a:pt x="12806" y="8938"/>
                    <a:pt x="13445" y="6384"/>
                    <a:pt x="12167" y="3830"/>
                  </a:cubicBezTo>
                  <a:cubicBezTo>
                    <a:pt x="12167" y="3192"/>
                    <a:pt x="11528" y="2554"/>
                    <a:pt x="10889" y="1915"/>
                  </a:cubicBezTo>
                  <a:close/>
                </a:path>
              </a:pathLst>
            </a:custGeom>
            <a:solidFill>
              <a:srgbClr val="26890D"/>
            </a:solidFill>
            <a:ln w="6390" cap="flat">
              <a:noFill/>
              <a:prstDash val="solid"/>
              <a:miter/>
            </a:ln>
          </p:spPr>
          <p:txBody>
            <a:bodyPr rtlCol="0" anchor="ctr"/>
            <a:lstStyle/>
            <a:p>
              <a:endParaRPr lang="en-US"/>
            </a:p>
          </p:txBody>
        </p:sp>
        <p:sp>
          <p:nvSpPr>
            <p:cNvPr id="584" name="Graphic 4">
              <a:extLst>
                <a:ext uri="{FF2B5EF4-FFF2-40B4-BE49-F238E27FC236}">
                  <a16:creationId xmlns:a16="http://schemas.microsoft.com/office/drawing/2014/main" id="{9A66C652-F1F5-054E-84B9-67F5D4B1AF14}"/>
                </a:ext>
              </a:extLst>
            </p:cNvPr>
            <p:cNvSpPr/>
            <p:nvPr/>
          </p:nvSpPr>
          <p:spPr>
            <a:xfrm>
              <a:off x="2720345" y="1109858"/>
              <a:ext cx="12630" cy="12634"/>
            </a:xfrm>
            <a:custGeom>
              <a:avLst/>
              <a:gdLst>
                <a:gd name="connsiteX0" fmla="*/ 8797 w 12630"/>
                <a:gd name="connsiteY0" fmla="*/ 479 h 12634"/>
                <a:gd name="connsiteX1" fmla="*/ 3685 w 12630"/>
                <a:gd name="connsiteY1" fmla="*/ 479 h 12634"/>
                <a:gd name="connsiteX2" fmla="*/ 1768 w 12630"/>
                <a:gd name="connsiteY2" fmla="*/ 1756 h 12634"/>
                <a:gd name="connsiteX3" fmla="*/ 490 w 12630"/>
                <a:gd name="connsiteY3" fmla="*/ 3671 h 12634"/>
                <a:gd name="connsiteX4" fmla="*/ 3685 w 12630"/>
                <a:gd name="connsiteY4" fmla="*/ 11970 h 12634"/>
                <a:gd name="connsiteX5" fmla="*/ 10714 w 12630"/>
                <a:gd name="connsiteY5" fmla="*/ 10693 h 12634"/>
                <a:gd name="connsiteX6" fmla="*/ 12631 w 12630"/>
                <a:gd name="connsiteY6" fmla="*/ 6224 h 12634"/>
                <a:gd name="connsiteX7" fmla="*/ 10714 w 12630"/>
                <a:gd name="connsiteY7" fmla="*/ 1756 h 12634"/>
                <a:gd name="connsiteX8" fmla="*/ 8797 w 12630"/>
                <a:gd name="connsiteY8" fmla="*/ 479 h 1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630" h="12634">
                  <a:moveTo>
                    <a:pt x="8797" y="479"/>
                  </a:moveTo>
                  <a:cubicBezTo>
                    <a:pt x="7519" y="-160"/>
                    <a:pt x="5602" y="-160"/>
                    <a:pt x="3685" y="479"/>
                  </a:cubicBezTo>
                  <a:cubicBezTo>
                    <a:pt x="3046" y="479"/>
                    <a:pt x="2407" y="1117"/>
                    <a:pt x="1768" y="1756"/>
                  </a:cubicBezTo>
                  <a:cubicBezTo>
                    <a:pt x="1129" y="2394"/>
                    <a:pt x="490" y="3032"/>
                    <a:pt x="490" y="3671"/>
                  </a:cubicBezTo>
                  <a:cubicBezTo>
                    <a:pt x="-788" y="6863"/>
                    <a:pt x="490" y="10693"/>
                    <a:pt x="3685" y="11970"/>
                  </a:cubicBezTo>
                  <a:cubicBezTo>
                    <a:pt x="6241" y="13247"/>
                    <a:pt x="8797" y="12608"/>
                    <a:pt x="10714" y="10693"/>
                  </a:cubicBezTo>
                  <a:cubicBezTo>
                    <a:pt x="11992" y="9416"/>
                    <a:pt x="12631" y="8140"/>
                    <a:pt x="12631" y="6224"/>
                  </a:cubicBezTo>
                  <a:cubicBezTo>
                    <a:pt x="12631" y="4309"/>
                    <a:pt x="11992" y="3032"/>
                    <a:pt x="10714" y="1756"/>
                  </a:cubicBezTo>
                  <a:cubicBezTo>
                    <a:pt x="10075" y="1756"/>
                    <a:pt x="9436" y="1117"/>
                    <a:pt x="8797" y="479"/>
                  </a:cubicBezTo>
                  <a:close/>
                </a:path>
              </a:pathLst>
            </a:custGeom>
            <a:solidFill>
              <a:srgbClr val="26890D"/>
            </a:solidFill>
            <a:ln w="6390" cap="flat">
              <a:noFill/>
              <a:prstDash val="solid"/>
              <a:miter/>
            </a:ln>
          </p:spPr>
          <p:txBody>
            <a:bodyPr rtlCol="0" anchor="ctr"/>
            <a:lstStyle/>
            <a:p>
              <a:endParaRPr lang="en-US"/>
            </a:p>
          </p:txBody>
        </p:sp>
        <p:sp>
          <p:nvSpPr>
            <p:cNvPr id="585" name="Graphic 4">
              <a:extLst>
                <a:ext uri="{FF2B5EF4-FFF2-40B4-BE49-F238E27FC236}">
                  <a16:creationId xmlns:a16="http://schemas.microsoft.com/office/drawing/2014/main" id="{D6B47B2D-101A-B44B-B200-F8BA23ABD667}"/>
                </a:ext>
              </a:extLst>
            </p:cNvPr>
            <p:cNvSpPr/>
            <p:nvPr/>
          </p:nvSpPr>
          <p:spPr>
            <a:xfrm>
              <a:off x="2750378" y="1110337"/>
              <a:ext cx="12656" cy="12793"/>
            </a:xfrm>
            <a:custGeom>
              <a:avLst/>
              <a:gdLst>
                <a:gd name="connsiteX0" fmla="*/ 10714 w 12656"/>
                <a:gd name="connsiteY0" fmla="*/ 1915 h 12793"/>
                <a:gd name="connsiteX1" fmla="*/ 8797 w 12656"/>
                <a:gd name="connsiteY1" fmla="*/ 638 h 12793"/>
                <a:gd name="connsiteX2" fmla="*/ 4963 w 12656"/>
                <a:gd name="connsiteY2" fmla="*/ 0 h 12793"/>
                <a:gd name="connsiteX3" fmla="*/ 3685 w 12656"/>
                <a:gd name="connsiteY3" fmla="*/ 638 h 12793"/>
                <a:gd name="connsiteX4" fmla="*/ 2407 w 12656"/>
                <a:gd name="connsiteY4" fmla="*/ 1277 h 12793"/>
                <a:gd name="connsiteX5" fmla="*/ 1768 w 12656"/>
                <a:gd name="connsiteY5" fmla="*/ 1915 h 12793"/>
                <a:gd name="connsiteX6" fmla="*/ 490 w 12656"/>
                <a:gd name="connsiteY6" fmla="*/ 3830 h 12793"/>
                <a:gd name="connsiteX7" fmla="*/ 3685 w 12656"/>
                <a:gd name="connsiteY7" fmla="*/ 12130 h 12793"/>
                <a:gd name="connsiteX8" fmla="*/ 10714 w 12656"/>
                <a:gd name="connsiteY8" fmla="*/ 10853 h 12793"/>
                <a:gd name="connsiteX9" fmla="*/ 11992 w 12656"/>
                <a:gd name="connsiteY9" fmla="*/ 3830 h 12793"/>
                <a:gd name="connsiteX10" fmla="*/ 10714 w 12656"/>
                <a:gd name="connsiteY10" fmla="*/ 1915 h 1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56" h="12793">
                  <a:moveTo>
                    <a:pt x="10714" y="1915"/>
                  </a:moveTo>
                  <a:cubicBezTo>
                    <a:pt x="10075" y="1277"/>
                    <a:pt x="9436" y="638"/>
                    <a:pt x="8797" y="638"/>
                  </a:cubicBezTo>
                  <a:cubicBezTo>
                    <a:pt x="7519" y="0"/>
                    <a:pt x="6241" y="0"/>
                    <a:pt x="4963" y="0"/>
                  </a:cubicBezTo>
                  <a:cubicBezTo>
                    <a:pt x="4324" y="0"/>
                    <a:pt x="4324" y="0"/>
                    <a:pt x="3685" y="638"/>
                  </a:cubicBezTo>
                  <a:lnTo>
                    <a:pt x="2407" y="1277"/>
                  </a:lnTo>
                  <a:lnTo>
                    <a:pt x="1768" y="1915"/>
                  </a:lnTo>
                  <a:cubicBezTo>
                    <a:pt x="1129" y="2554"/>
                    <a:pt x="490" y="3192"/>
                    <a:pt x="490" y="3830"/>
                  </a:cubicBezTo>
                  <a:cubicBezTo>
                    <a:pt x="-788" y="7022"/>
                    <a:pt x="490" y="10853"/>
                    <a:pt x="3685" y="12130"/>
                  </a:cubicBezTo>
                  <a:cubicBezTo>
                    <a:pt x="6241" y="13406"/>
                    <a:pt x="8797" y="12768"/>
                    <a:pt x="10714" y="10853"/>
                  </a:cubicBezTo>
                  <a:cubicBezTo>
                    <a:pt x="12631" y="8938"/>
                    <a:pt x="13270" y="6384"/>
                    <a:pt x="11992" y="3830"/>
                  </a:cubicBezTo>
                  <a:cubicBezTo>
                    <a:pt x="11992" y="3192"/>
                    <a:pt x="11353" y="1915"/>
                    <a:pt x="10714" y="1915"/>
                  </a:cubicBezTo>
                  <a:close/>
                </a:path>
              </a:pathLst>
            </a:custGeom>
            <a:solidFill>
              <a:srgbClr val="26890D"/>
            </a:solidFill>
            <a:ln w="6390" cap="flat">
              <a:noFill/>
              <a:prstDash val="solid"/>
              <a:miter/>
            </a:ln>
          </p:spPr>
          <p:txBody>
            <a:bodyPr rtlCol="0" anchor="ctr"/>
            <a:lstStyle/>
            <a:p>
              <a:endParaRPr lang="en-US"/>
            </a:p>
          </p:txBody>
        </p:sp>
        <p:sp>
          <p:nvSpPr>
            <p:cNvPr id="586" name="Graphic 4">
              <a:extLst>
                <a:ext uri="{FF2B5EF4-FFF2-40B4-BE49-F238E27FC236}">
                  <a16:creationId xmlns:a16="http://schemas.microsoft.com/office/drawing/2014/main" id="{01F0F365-8B8E-884B-ABAB-07DEE95FB01F}"/>
                </a:ext>
              </a:extLst>
            </p:cNvPr>
            <p:cNvSpPr/>
            <p:nvPr/>
          </p:nvSpPr>
          <p:spPr>
            <a:xfrm>
              <a:off x="2780874" y="1110337"/>
              <a:ext cx="12831" cy="12767"/>
            </a:xfrm>
            <a:custGeom>
              <a:avLst/>
              <a:gdLst>
                <a:gd name="connsiteX0" fmla="*/ 10889 w 12831"/>
                <a:gd name="connsiteY0" fmla="*/ 1915 h 12767"/>
                <a:gd name="connsiteX1" fmla="*/ 10250 w 12831"/>
                <a:gd name="connsiteY1" fmla="*/ 1277 h 12767"/>
                <a:gd name="connsiteX2" fmla="*/ 8972 w 12831"/>
                <a:gd name="connsiteY2" fmla="*/ 638 h 12767"/>
                <a:gd name="connsiteX3" fmla="*/ 7694 w 12831"/>
                <a:gd name="connsiteY3" fmla="*/ 0 h 12767"/>
                <a:gd name="connsiteX4" fmla="*/ 3860 w 12831"/>
                <a:gd name="connsiteY4" fmla="*/ 638 h 12767"/>
                <a:gd name="connsiteX5" fmla="*/ 1943 w 12831"/>
                <a:gd name="connsiteY5" fmla="*/ 1915 h 12767"/>
                <a:gd name="connsiteX6" fmla="*/ 665 w 12831"/>
                <a:gd name="connsiteY6" fmla="*/ 3830 h 12767"/>
                <a:gd name="connsiteX7" fmla="*/ 1943 w 12831"/>
                <a:gd name="connsiteY7" fmla="*/ 10853 h 12767"/>
                <a:gd name="connsiteX8" fmla="*/ 3860 w 12831"/>
                <a:gd name="connsiteY8" fmla="*/ 12130 h 12767"/>
                <a:gd name="connsiteX9" fmla="*/ 6416 w 12831"/>
                <a:gd name="connsiteY9" fmla="*/ 12768 h 12767"/>
                <a:gd name="connsiteX10" fmla="*/ 10889 w 12831"/>
                <a:gd name="connsiteY10" fmla="*/ 10853 h 12767"/>
                <a:gd name="connsiteX11" fmla="*/ 12167 w 12831"/>
                <a:gd name="connsiteY11" fmla="*/ 3830 h 12767"/>
                <a:gd name="connsiteX12" fmla="*/ 10889 w 12831"/>
                <a:gd name="connsiteY12" fmla="*/ 1915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31" h="12767">
                  <a:moveTo>
                    <a:pt x="10889" y="1915"/>
                  </a:moveTo>
                  <a:cubicBezTo>
                    <a:pt x="10889" y="1277"/>
                    <a:pt x="10250" y="1277"/>
                    <a:pt x="10250" y="1277"/>
                  </a:cubicBezTo>
                  <a:cubicBezTo>
                    <a:pt x="9611" y="1277"/>
                    <a:pt x="9611" y="638"/>
                    <a:pt x="8972" y="638"/>
                  </a:cubicBezTo>
                  <a:cubicBezTo>
                    <a:pt x="8333" y="638"/>
                    <a:pt x="8333" y="0"/>
                    <a:pt x="7694" y="0"/>
                  </a:cubicBezTo>
                  <a:cubicBezTo>
                    <a:pt x="6416" y="0"/>
                    <a:pt x="5138" y="0"/>
                    <a:pt x="3860" y="638"/>
                  </a:cubicBezTo>
                  <a:cubicBezTo>
                    <a:pt x="3221" y="638"/>
                    <a:pt x="2582" y="1277"/>
                    <a:pt x="1943" y="1915"/>
                  </a:cubicBezTo>
                  <a:cubicBezTo>
                    <a:pt x="1304" y="2554"/>
                    <a:pt x="665" y="3192"/>
                    <a:pt x="665" y="3830"/>
                  </a:cubicBezTo>
                  <a:cubicBezTo>
                    <a:pt x="-613" y="6384"/>
                    <a:pt x="26" y="8938"/>
                    <a:pt x="1943" y="10853"/>
                  </a:cubicBezTo>
                  <a:cubicBezTo>
                    <a:pt x="2582" y="11491"/>
                    <a:pt x="3221" y="12130"/>
                    <a:pt x="3860" y="12130"/>
                  </a:cubicBezTo>
                  <a:cubicBezTo>
                    <a:pt x="4499" y="12130"/>
                    <a:pt x="5138" y="12768"/>
                    <a:pt x="6416" y="12768"/>
                  </a:cubicBezTo>
                  <a:cubicBezTo>
                    <a:pt x="8333" y="12768"/>
                    <a:pt x="9611" y="12130"/>
                    <a:pt x="10889" y="10853"/>
                  </a:cubicBezTo>
                  <a:cubicBezTo>
                    <a:pt x="12806" y="8938"/>
                    <a:pt x="13445" y="6384"/>
                    <a:pt x="12167" y="3830"/>
                  </a:cubicBezTo>
                  <a:cubicBezTo>
                    <a:pt x="11528" y="3192"/>
                    <a:pt x="11528" y="1915"/>
                    <a:pt x="10889" y="1915"/>
                  </a:cubicBezTo>
                  <a:close/>
                </a:path>
              </a:pathLst>
            </a:custGeom>
            <a:solidFill>
              <a:srgbClr val="26890D"/>
            </a:solidFill>
            <a:ln w="6390" cap="flat">
              <a:noFill/>
              <a:prstDash val="solid"/>
              <a:miter/>
            </a:ln>
          </p:spPr>
          <p:txBody>
            <a:bodyPr rtlCol="0" anchor="ctr"/>
            <a:lstStyle/>
            <a:p>
              <a:endParaRPr lang="en-US"/>
            </a:p>
          </p:txBody>
        </p:sp>
        <p:sp>
          <p:nvSpPr>
            <p:cNvPr id="587" name="Graphic 4">
              <a:extLst>
                <a:ext uri="{FF2B5EF4-FFF2-40B4-BE49-F238E27FC236}">
                  <a16:creationId xmlns:a16="http://schemas.microsoft.com/office/drawing/2014/main" id="{2AB519ED-4470-1F48-A66F-DB38AACF06E1}"/>
                </a:ext>
              </a:extLst>
            </p:cNvPr>
            <p:cNvSpPr/>
            <p:nvPr/>
          </p:nvSpPr>
          <p:spPr>
            <a:xfrm>
              <a:off x="2810294" y="1110337"/>
              <a:ext cx="13030" cy="12767"/>
            </a:xfrm>
            <a:custGeom>
              <a:avLst/>
              <a:gdLst>
                <a:gd name="connsiteX0" fmla="*/ 11502 w 13030"/>
                <a:gd name="connsiteY0" fmla="*/ 1915 h 12767"/>
                <a:gd name="connsiteX1" fmla="*/ 10224 w 13030"/>
                <a:gd name="connsiteY1" fmla="*/ 1277 h 12767"/>
                <a:gd name="connsiteX2" fmla="*/ 8946 w 13030"/>
                <a:gd name="connsiteY2" fmla="*/ 638 h 12767"/>
                <a:gd name="connsiteX3" fmla="*/ 7668 w 13030"/>
                <a:gd name="connsiteY3" fmla="*/ 0 h 12767"/>
                <a:gd name="connsiteX4" fmla="*/ 3834 w 13030"/>
                <a:gd name="connsiteY4" fmla="*/ 638 h 12767"/>
                <a:gd name="connsiteX5" fmla="*/ 1917 w 13030"/>
                <a:gd name="connsiteY5" fmla="*/ 1915 h 12767"/>
                <a:gd name="connsiteX6" fmla="*/ 0 w 13030"/>
                <a:gd name="connsiteY6" fmla="*/ 6384 h 12767"/>
                <a:gd name="connsiteX7" fmla="*/ 6390 w 13030"/>
                <a:gd name="connsiteY7" fmla="*/ 12768 h 12767"/>
                <a:gd name="connsiteX8" fmla="*/ 10863 w 13030"/>
                <a:gd name="connsiteY8" fmla="*/ 10853 h 12767"/>
                <a:gd name="connsiteX9" fmla="*/ 12780 w 13030"/>
                <a:gd name="connsiteY9" fmla="*/ 6384 h 12767"/>
                <a:gd name="connsiteX10" fmla="*/ 11502 w 13030"/>
                <a:gd name="connsiteY10" fmla="*/ 1915 h 12767"/>
                <a:gd name="connsiteX11" fmla="*/ 11502 w 13030"/>
                <a:gd name="connsiteY11" fmla="*/ 1915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030" h="12767">
                  <a:moveTo>
                    <a:pt x="11502" y="1915"/>
                  </a:moveTo>
                  <a:lnTo>
                    <a:pt x="10224" y="1277"/>
                  </a:lnTo>
                  <a:cubicBezTo>
                    <a:pt x="9585" y="1277"/>
                    <a:pt x="9585" y="638"/>
                    <a:pt x="8946" y="638"/>
                  </a:cubicBezTo>
                  <a:cubicBezTo>
                    <a:pt x="8307" y="638"/>
                    <a:pt x="8307" y="0"/>
                    <a:pt x="7668" y="0"/>
                  </a:cubicBezTo>
                  <a:cubicBezTo>
                    <a:pt x="6390" y="0"/>
                    <a:pt x="5112" y="0"/>
                    <a:pt x="3834" y="638"/>
                  </a:cubicBezTo>
                  <a:cubicBezTo>
                    <a:pt x="3195" y="638"/>
                    <a:pt x="2556" y="1277"/>
                    <a:pt x="1917" y="1915"/>
                  </a:cubicBezTo>
                  <a:cubicBezTo>
                    <a:pt x="639" y="3192"/>
                    <a:pt x="0" y="4469"/>
                    <a:pt x="0" y="6384"/>
                  </a:cubicBezTo>
                  <a:cubicBezTo>
                    <a:pt x="0" y="10214"/>
                    <a:pt x="2556" y="12768"/>
                    <a:pt x="6390" y="12768"/>
                  </a:cubicBezTo>
                  <a:cubicBezTo>
                    <a:pt x="8307" y="12768"/>
                    <a:pt x="9585" y="12130"/>
                    <a:pt x="10863" y="10853"/>
                  </a:cubicBezTo>
                  <a:cubicBezTo>
                    <a:pt x="12141" y="9576"/>
                    <a:pt x="12780" y="8299"/>
                    <a:pt x="12780" y="6384"/>
                  </a:cubicBezTo>
                  <a:cubicBezTo>
                    <a:pt x="13419" y="4469"/>
                    <a:pt x="12780" y="2554"/>
                    <a:pt x="11502" y="1915"/>
                  </a:cubicBezTo>
                  <a:lnTo>
                    <a:pt x="11502" y="1915"/>
                  </a:lnTo>
                  <a:close/>
                </a:path>
              </a:pathLst>
            </a:custGeom>
            <a:solidFill>
              <a:srgbClr val="26890D"/>
            </a:solidFill>
            <a:ln w="6390" cap="flat">
              <a:noFill/>
              <a:prstDash val="solid"/>
              <a:miter/>
            </a:ln>
          </p:spPr>
          <p:txBody>
            <a:bodyPr rtlCol="0" anchor="ctr"/>
            <a:lstStyle/>
            <a:p>
              <a:endParaRPr lang="en-US"/>
            </a:p>
          </p:txBody>
        </p:sp>
        <p:sp>
          <p:nvSpPr>
            <p:cNvPr id="588" name="Graphic 4">
              <a:extLst>
                <a:ext uri="{FF2B5EF4-FFF2-40B4-BE49-F238E27FC236}">
                  <a16:creationId xmlns:a16="http://schemas.microsoft.com/office/drawing/2014/main" id="{F6F574A1-4DE4-2248-87CB-4255E9582CA5}"/>
                </a:ext>
              </a:extLst>
            </p:cNvPr>
            <p:cNvSpPr/>
            <p:nvPr/>
          </p:nvSpPr>
          <p:spPr>
            <a:xfrm>
              <a:off x="2689673" y="1079693"/>
              <a:ext cx="12656" cy="12767"/>
            </a:xfrm>
            <a:custGeom>
              <a:avLst/>
              <a:gdLst>
                <a:gd name="connsiteX0" fmla="*/ 10714 w 12656"/>
                <a:gd name="connsiteY0" fmla="*/ 1915 h 12767"/>
                <a:gd name="connsiteX1" fmla="*/ 1768 w 12656"/>
                <a:gd name="connsiteY1" fmla="*/ 1915 h 12767"/>
                <a:gd name="connsiteX2" fmla="*/ 490 w 12656"/>
                <a:gd name="connsiteY2" fmla="*/ 3830 h 12767"/>
                <a:gd name="connsiteX3" fmla="*/ 3685 w 12656"/>
                <a:gd name="connsiteY3" fmla="*/ 12130 h 12767"/>
                <a:gd name="connsiteX4" fmla="*/ 6241 w 12656"/>
                <a:gd name="connsiteY4" fmla="*/ 12768 h 12767"/>
                <a:gd name="connsiteX5" fmla="*/ 10714 w 12656"/>
                <a:gd name="connsiteY5" fmla="*/ 10853 h 12767"/>
                <a:gd name="connsiteX6" fmla="*/ 11992 w 12656"/>
                <a:gd name="connsiteY6" fmla="*/ 3830 h 12767"/>
                <a:gd name="connsiteX7" fmla="*/ 10714 w 12656"/>
                <a:gd name="connsiteY7" fmla="*/ 1915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56" h="12767">
                  <a:moveTo>
                    <a:pt x="10714" y="1915"/>
                  </a:moveTo>
                  <a:cubicBezTo>
                    <a:pt x="8158" y="-638"/>
                    <a:pt x="4324" y="-638"/>
                    <a:pt x="1768" y="1915"/>
                  </a:cubicBezTo>
                  <a:cubicBezTo>
                    <a:pt x="1129" y="2554"/>
                    <a:pt x="490" y="3192"/>
                    <a:pt x="490" y="3830"/>
                  </a:cubicBezTo>
                  <a:cubicBezTo>
                    <a:pt x="-788" y="7022"/>
                    <a:pt x="490" y="10853"/>
                    <a:pt x="3685" y="12130"/>
                  </a:cubicBezTo>
                  <a:cubicBezTo>
                    <a:pt x="4324" y="12768"/>
                    <a:pt x="5602" y="12768"/>
                    <a:pt x="6241" y="12768"/>
                  </a:cubicBezTo>
                  <a:cubicBezTo>
                    <a:pt x="8158" y="12768"/>
                    <a:pt x="9436" y="12130"/>
                    <a:pt x="10714" y="10853"/>
                  </a:cubicBezTo>
                  <a:cubicBezTo>
                    <a:pt x="12631" y="8938"/>
                    <a:pt x="13270" y="6384"/>
                    <a:pt x="11992" y="3830"/>
                  </a:cubicBezTo>
                  <a:cubicBezTo>
                    <a:pt x="11992" y="3192"/>
                    <a:pt x="11353" y="2554"/>
                    <a:pt x="10714" y="1915"/>
                  </a:cubicBezTo>
                  <a:close/>
                </a:path>
              </a:pathLst>
            </a:custGeom>
            <a:solidFill>
              <a:srgbClr val="26890D"/>
            </a:solidFill>
            <a:ln w="6390" cap="flat">
              <a:noFill/>
              <a:prstDash val="solid"/>
              <a:miter/>
            </a:ln>
          </p:spPr>
          <p:txBody>
            <a:bodyPr rtlCol="0" anchor="ctr"/>
            <a:lstStyle/>
            <a:p>
              <a:endParaRPr lang="en-US"/>
            </a:p>
          </p:txBody>
        </p:sp>
        <p:sp>
          <p:nvSpPr>
            <p:cNvPr id="589" name="Graphic 4">
              <a:extLst>
                <a:ext uri="{FF2B5EF4-FFF2-40B4-BE49-F238E27FC236}">
                  <a16:creationId xmlns:a16="http://schemas.microsoft.com/office/drawing/2014/main" id="{14F9B536-8C8D-F948-8B7E-0DB9868B1E63}"/>
                </a:ext>
              </a:extLst>
            </p:cNvPr>
            <p:cNvSpPr/>
            <p:nvPr/>
          </p:nvSpPr>
          <p:spPr>
            <a:xfrm>
              <a:off x="2720345" y="1079694"/>
              <a:ext cx="12630" cy="12767"/>
            </a:xfrm>
            <a:custGeom>
              <a:avLst/>
              <a:gdLst>
                <a:gd name="connsiteX0" fmla="*/ 3685 w 12630"/>
                <a:gd name="connsiteY0" fmla="*/ 12130 h 12767"/>
                <a:gd name="connsiteX1" fmla="*/ 6241 w 12630"/>
                <a:gd name="connsiteY1" fmla="*/ 12768 h 12767"/>
                <a:gd name="connsiteX2" fmla="*/ 12631 w 12630"/>
                <a:gd name="connsiteY2" fmla="*/ 6384 h 12767"/>
                <a:gd name="connsiteX3" fmla="*/ 11992 w 12630"/>
                <a:gd name="connsiteY3" fmla="*/ 3830 h 12767"/>
                <a:gd name="connsiteX4" fmla="*/ 10714 w 12630"/>
                <a:gd name="connsiteY4" fmla="*/ 1915 h 12767"/>
                <a:gd name="connsiteX5" fmla="*/ 10075 w 12630"/>
                <a:gd name="connsiteY5" fmla="*/ 1277 h 12767"/>
                <a:gd name="connsiteX6" fmla="*/ 8797 w 12630"/>
                <a:gd name="connsiteY6" fmla="*/ 638 h 12767"/>
                <a:gd name="connsiteX7" fmla="*/ 7519 w 12630"/>
                <a:gd name="connsiteY7" fmla="*/ 0 h 12767"/>
                <a:gd name="connsiteX8" fmla="*/ 3685 w 12630"/>
                <a:gd name="connsiteY8" fmla="*/ 638 h 12767"/>
                <a:gd name="connsiteX9" fmla="*/ 1768 w 12630"/>
                <a:gd name="connsiteY9" fmla="*/ 1915 h 12767"/>
                <a:gd name="connsiteX10" fmla="*/ 490 w 12630"/>
                <a:gd name="connsiteY10" fmla="*/ 3830 h 12767"/>
                <a:gd name="connsiteX11" fmla="*/ 3685 w 12630"/>
                <a:gd name="connsiteY11" fmla="*/ 12130 h 12767"/>
                <a:gd name="connsiteX12" fmla="*/ 3685 w 12630"/>
                <a:gd name="connsiteY12" fmla="*/ 1213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630" h="12767">
                  <a:moveTo>
                    <a:pt x="3685" y="12130"/>
                  </a:moveTo>
                  <a:cubicBezTo>
                    <a:pt x="4324" y="12768"/>
                    <a:pt x="5602" y="12768"/>
                    <a:pt x="6241" y="12768"/>
                  </a:cubicBezTo>
                  <a:cubicBezTo>
                    <a:pt x="10075" y="12768"/>
                    <a:pt x="12631" y="9576"/>
                    <a:pt x="12631" y="6384"/>
                  </a:cubicBezTo>
                  <a:cubicBezTo>
                    <a:pt x="12631" y="5746"/>
                    <a:pt x="12631" y="4469"/>
                    <a:pt x="11992" y="3830"/>
                  </a:cubicBezTo>
                  <a:cubicBezTo>
                    <a:pt x="11353" y="3192"/>
                    <a:pt x="11353" y="2554"/>
                    <a:pt x="10714" y="1915"/>
                  </a:cubicBezTo>
                  <a:cubicBezTo>
                    <a:pt x="10714" y="1915"/>
                    <a:pt x="10075" y="1277"/>
                    <a:pt x="10075" y="1277"/>
                  </a:cubicBezTo>
                  <a:cubicBezTo>
                    <a:pt x="9436" y="1277"/>
                    <a:pt x="9436" y="638"/>
                    <a:pt x="8797" y="638"/>
                  </a:cubicBezTo>
                  <a:cubicBezTo>
                    <a:pt x="8158" y="638"/>
                    <a:pt x="8158" y="0"/>
                    <a:pt x="7519" y="0"/>
                  </a:cubicBezTo>
                  <a:cubicBezTo>
                    <a:pt x="6241" y="0"/>
                    <a:pt x="4963" y="0"/>
                    <a:pt x="3685" y="638"/>
                  </a:cubicBezTo>
                  <a:cubicBezTo>
                    <a:pt x="3046" y="638"/>
                    <a:pt x="2407" y="1277"/>
                    <a:pt x="1768" y="1915"/>
                  </a:cubicBezTo>
                  <a:cubicBezTo>
                    <a:pt x="1129" y="2554"/>
                    <a:pt x="490" y="3192"/>
                    <a:pt x="490" y="3830"/>
                  </a:cubicBezTo>
                  <a:cubicBezTo>
                    <a:pt x="-788" y="7022"/>
                    <a:pt x="490" y="10853"/>
                    <a:pt x="3685" y="12130"/>
                  </a:cubicBezTo>
                  <a:lnTo>
                    <a:pt x="3685" y="12130"/>
                  </a:lnTo>
                  <a:close/>
                </a:path>
              </a:pathLst>
            </a:custGeom>
            <a:solidFill>
              <a:srgbClr val="26890D"/>
            </a:solidFill>
            <a:ln w="6390" cap="flat">
              <a:noFill/>
              <a:prstDash val="solid"/>
              <a:miter/>
            </a:ln>
          </p:spPr>
          <p:txBody>
            <a:bodyPr rtlCol="0" anchor="ctr"/>
            <a:lstStyle/>
            <a:p>
              <a:endParaRPr lang="en-US"/>
            </a:p>
          </p:txBody>
        </p:sp>
        <p:sp>
          <p:nvSpPr>
            <p:cNvPr id="590" name="Graphic 4">
              <a:extLst>
                <a:ext uri="{FF2B5EF4-FFF2-40B4-BE49-F238E27FC236}">
                  <a16:creationId xmlns:a16="http://schemas.microsoft.com/office/drawing/2014/main" id="{3DED7891-4618-2F40-A2E6-832BB1052392}"/>
                </a:ext>
              </a:extLst>
            </p:cNvPr>
            <p:cNvSpPr/>
            <p:nvPr/>
          </p:nvSpPr>
          <p:spPr>
            <a:xfrm>
              <a:off x="2750388" y="1079668"/>
              <a:ext cx="12620" cy="12793"/>
            </a:xfrm>
            <a:custGeom>
              <a:avLst/>
              <a:gdLst>
                <a:gd name="connsiteX0" fmla="*/ 10703 w 12620"/>
                <a:gd name="connsiteY0" fmla="*/ 1941 h 12793"/>
                <a:gd name="connsiteX1" fmla="*/ 3674 w 12620"/>
                <a:gd name="connsiteY1" fmla="*/ 664 h 12793"/>
                <a:gd name="connsiteX2" fmla="*/ 1757 w 12620"/>
                <a:gd name="connsiteY2" fmla="*/ 1941 h 12793"/>
                <a:gd name="connsiteX3" fmla="*/ 479 w 12620"/>
                <a:gd name="connsiteY3" fmla="*/ 3856 h 12793"/>
                <a:gd name="connsiteX4" fmla="*/ 479 w 12620"/>
                <a:gd name="connsiteY4" fmla="*/ 8963 h 12793"/>
                <a:gd name="connsiteX5" fmla="*/ 1757 w 12620"/>
                <a:gd name="connsiteY5" fmla="*/ 10879 h 12793"/>
                <a:gd name="connsiteX6" fmla="*/ 3674 w 12620"/>
                <a:gd name="connsiteY6" fmla="*/ 12155 h 12793"/>
                <a:gd name="connsiteX7" fmla="*/ 6230 w 12620"/>
                <a:gd name="connsiteY7" fmla="*/ 12794 h 12793"/>
                <a:gd name="connsiteX8" fmla="*/ 12620 w 12620"/>
                <a:gd name="connsiteY8" fmla="*/ 6410 h 12793"/>
                <a:gd name="connsiteX9" fmla="*/ 10703 w 12620"/>
                <a:gd name="connsiteY9" fmla="*/ 1941 h 12793"/>
                <a:gd name="connsiteX10" fmla="*/ 10703 w 12620"/>
                <a:gd name="connsiteY10" fmla="*/ 1941 h 1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20" h="12793">
                  <a:moveTo>
                    <a:pt x="10703" y="1941"/>
                  </a:moveTo>
                  <a:cubicBezTo>
                    <a:pt x="8786" y="26"/>
                    <a:pt x="6230" y="-613"/>
                    <a:pt x="3674" y="664"/>
                  </a:cubicBezTo>
                  <a:cubicBezTo>
                    <a:pt x="3035" y="664"/>
                    <a:pt x="2396" y="1303"/>
                    <a:pt x="1757" y="1941"/>
                  </a:cubicBezTo>
                  <a:cubicBezTo>
                    <a:pt x="1118" y="2579"/>
                    <a:pt x="479" y="3218"/>
                    <a:pt x="479" y="3856"/>
                  </a:cubicBezTo>
                  <a:cubicBezTo>
                    <a:pt x="-160" y="5133"/>
                    <a:pt x="-160" y="7048"/>
                    <a:pt x="479" y="8963"/>
                  </a:cubicBezTo>
                  <a:cubicBezTo>
                    <a:pt x="1118" y="9602"/>
                    <a:pt x="1118" y="10240"/>
                    <a:pt x="1757" y="10879"/>
                  </a:cubicBezTo>
                  <a:cubicBezTo>
                    <a:pt x="2396" y="11517"/>
                    <a:pt x="3035" y="12155"/>
                    <a:pt x="3674" y="12155"/>
                  </a:cubicBezTo>
                  <a:cubicBezTo>
                    <a:pt x="4313" y="12794"/>
                    <a:pt x="5591" y="12794"/>
                    <a:pt x="6230" y="12794"/>
                  </a:cubicBezTo>
                  <a:cubicBezTo>
                    <a:pt x="10064" y="12794"/>
                    <a:pt x="12620" y="9602"/>
                    <a:pt x="12620" y="6410"/>
                  </a:cubicBezTo>
                  <a:cubicBezTo>
                    <a:pt x="12620" y="5133"/>
                    <a:pt x="11981" y="3218"/>
                    <a:pt x="10703" y="1941"/>
                  </a:cubicBezTo>
                  <a:lnTo>
                    <a:pt x="10703" y="1941"/>
                  </a:lnTo>
                  <a:close/>
                </a:path>
              </a:pathLst>
            </a:custGeom>
            <a:solidFill>
              <a:srgbClr val="26890D"/>
            </a:solidFill>
            <a:ln w="6390" cap="flat">
              <a:noFill/>
              <a:prstDash val="solid"/>
              <a:miter/>
            </a:ln>
          </p:spPr>
          <p:txBody>
            <a:bodyPr rtlCol="0" anchor="ctr"/>
            <a:lstStyle/>
            <a:p>
              <a:endParaRPr lang="en-US"/>
            </a:p>
          </p:txBody>
        </p:sp>
        <p:sp>
          <p:nvSpPr>
            <p:cNvPr id="591" name="Graphic 4">
              <a:extLst>
                <a:ext uri="{FF2B5EF4-FFF2-40B4-BE49-F238E27FC236}">
                  <a16:creationId xmlns:a16="http://schemas.microsoft.com/office/drawing/2014/main" id="{306AF89D-14AF-A441-AF1D-3658A30DEA98}"/>
                </a:ext>
              </a:extLst>
            </p:cNvPr>
            <p:cNvSpPr/>
            <p:nvPr/>
          </p:nvSpPr>
          <p:spPr>
            <a:xfrm>
              <a:off x="2780874" y="1079694"/>
              <a:ext cx="12805" cy="12767"/>
            </a:xfrm>
            <a:custGeom>
              <a:avLst/>
              <a:gdLst>
                <a:gd name="connsiteX0" fmla="*/ 10889 w 12805"/>
                <a:gd name="connsiteY0" fmla="*/ 1915 h 12767"/>
                <a:gd name="connsiteX1" fmla="*/ 10250 w 12805"/>
                <a:gd name="connsiteY1" fmla="*/ 1277 h 12767"/>
                <a:gd name="connsiteX2" fmla="*/ 8972 w 12805"/>
                <a:gd name="connsiteY2" fmla="*/ 638 h 12767"/>
                <a:gd name="connsiteX3" fmla="*/ 7694 w 12805"/>
                <a:gd name="connsiteY3" fmla="*/ 0 h 12767"/>
                <a:gd name="connsiteX4" fmla="*/ 5138 w 12805"/>
                <a:gd name="connsiteY4" fmla="*/ 0 h 12767"/>
                <a:gd name="connsiteX5" fmla="*/ 3860 w 12805"/>
                <a:gd name="connsiteY5" fmla="*/ 638 h 12767"/>
                <a:gd name="connsiteX6" fmla="*/ 2582 w 12805"/>
                <a:gd name="connsiteY6" fmla="*/ 1277 h 12767"/>
                <a:gd name="connsiteX7" fmla="*/ 1943 w 12805"/>
                <a:gd name="connsiteY7" fmla="*/ 1915 h 12767"/>
                <a:gd name="connsiteX8" fmla="*/ 665 w 12805"/>
                <a:gd name="connsiteY8" fmla="*/ 3830 h 12767"/>
                <a:gd name="connsiteX9" fmla="*/ 1943 w 12805"/>
                <a:gd name="connsiteY9" fmla="*/ 10853 h 12767"/>
                <a:gd name="connsiteX10" fmla="*/ 6416 w 12805"/>
                <a:gd name="connsiteY10" fmla="*/ 12768 h 12767"/>
                <a:gd name="connsiteX11" fmla="*/ 12806 w 12805"/>
                <a:gd name="connsiteY11" fmla="*/ 6384 h 12767"/>
                <a:gd name="connsiteX12" fmla="*/ 10889 w 12805"/>
                <a:gd name="connsiteY12" fmla="*/ 1915 h 12767"/>
                <a:gd name="connsiteX13" fmla="*/ 10889 w 12805"/>
                <a:gd name="connsiteY13" fmla="*/ 1915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05" h="12767">
                  <a:moveTo>
                    <a:pt x="10889" y="1915"/>
                  </a:moveTo>
                  <a:cubicBezTo>
                    <a:pt x="10889" y="1915"/>
                    <a:pt x="10250" y="1277"/>
                    <a:pt x="10250" y="1277"/>
                  </a:cubicBezTo>
                  <a:cubicBezTo>
                    <a:pt x="9611" y="1277"/>
                    <a:pt x="9611" y="638"/>
                    <a:pt x="8972" y="638"/>
                  </a:cubicBezTo>
                  <a:cubicBezTo>
                    <a:pt x="8333" y="638"/>
                    <a:pt x="8333" y="0"/>
                    <a:pt x="7694" y="0"/>
                  </a:cubicBezTo>
                  <a:cubicBezTo>
                    <a:pt x="7055" y="0"/>
                    <a:pt x="5777" y="0"/>
                    <a:pt x="5138" y="0"/>
                  </a:cubicBezTo>
                  <a:lnTo>
                    <a:pt x="3860" y="638"/>
                  </a:lnTo>
                  <a:lnTo>
                    <a:pt x="2582" y="1277"/>
                  </a:lnTo>
                  <a:lnTo>
                    <a:pt x="1943" y="1915"/>
                  </a:lnTo>
                  <a:cubicBezTo>
                    <a:pt x="1304" y="2554"/>
                    <a:pt x="665" y="3192"/>
                    <a:pt x="665" y="3830"/>
                  </a:cubicBezTo>
                  <a:cubicBezTo>
                    <a:pt x="-613" y="6384"/>
                    <a:pt x="26" y="8938"/>
                    <a:pt x="1943" y="10853"/>
                  </a:cubicBezTo>
                  <a:cubicBezTo>
                    <a:pt x="3221" y="12130"/>
                    <a:pt x="4499" y="12768"/>
                    <a:pt x="6416" y="12768"/>
                  </a:cubicBezTo>
                  <a:cubicBezTo>
                    <a:pt x="10250" y="12768"/>
                    <a:pt x="12806" y="9576"/>
                    <a:pt x="12806" y="6384"/>
                  </a:cubicBezTo>
                  <a:cubicBezTo>
                    <a:pt x="12806" y="5107"/>
                    <a:pt x="12167" y="3192"/>
                    <a:pt x="10889" y="1915"/>
                  </a:cubicBezTo>
                  <a:lnTo>
                    <a:pt x="10889" y="1915"/>
                  </a:lnTo>
                  <a:close/>
                </a:path>
              </a:pathLst>
            </a:custGeom>
            <a:solidFill>
              <a:srgbClr val="26890D"/>
            </a:solidFill>
            <a:ln w="6390" cap="flat">
              <a:noFill/>
              <a:prstDash val="solid"/>
              <a:miter/>
            </a:ln>
          </p:spPr>
          <p:txBody>
            <a:bodyPr rtlCol="0" anchor="ctr"/>
            <a:lstStyle/>
            <a:p>
              <a:endParaRPr lang="en-US"/>
            </a:p>
          </p:txBody>
        </p:sp>
      </p:grpSp>
      <p:grpSp>
        <p:nvGrpSpPr>
          <p:cNvPr id="592" name="Graphic 4">
            <a:extLst>
              <a:ext uri="{FF2B5EF4-FFF2-40B4-BE49-F238E27FC236}">
                <a16:creationId xmlns:a16="http://schemas.microsoft.com/office/drawing/2014/main" id="{350E98BA-C483-174B-8667-82C9213C0021}"/>
              </a:ext>
            </a:extLst>
          </p:cNvPr>
          <p:cNvGrpSpPr>
            <a:grpSpLocks noChangeAspect="1"/>
          </p:cNvGrpSpPr>
          <p:nvPr/>
        </p:nvGrpSpPr>
        <p:grpSpPr>
          <a:xfrm>
            <a:off x="2998797" y="918179"/>
            <a:ext cx="362309" cy="361971"/>
            <a:chOff x="2998797" y="918179"/>
            <a:chExt cx="362309" cy="361971"/>
          </a:xfrm>
          <a:solidFill>
            <a:srgbClr val="26890D"/>
          </a:solidFill>
        </p:grpSpPr>
        <p:sp>
          <p:nvSpPr>
            <p:cNvPr id="593" name="Graphic 4">
              <a:extLst>
                <a:ext uri="{FF2B5EF4-FFF2-40B4-BE49-F238E27FC236}">
                  <a16:creationId xmlns:a16="http://schemas.microsoft.com/office/drawing/2014/main" id="{95369DBF-100A-C142-B981-7A1B969CF0A3}"/>
                </a:ext>
              </a:extLst>
            </p:cNvPr>
            <p:cNvSpPr/>
            <p:nvPr/>
          </p:nvSpPr>
          <p:spPr>
            <a:xfrm>
              <a:off x="3079949" y="1062457"/>
              <a:ext cx="199366" cy="108527"/>
            </a:xfrm>
            <a:custGeom>
              <a:avLst/>
              <a:gdLst>
                <a:gd name="connsiteX0" fmla="*/ 180196 w 199366"/>
                <a:gd name="connsiteY0" fmla="*/ 88737 h 108527"/>
                <a:gd name="connsiteX1" fmla="*/ 171250 w 199366"/>
                <a:gd name="connsiteY1" fmla="*/ 88737 h 108527"/>
                <a:gd name="connsiteX2" fmla="*/ 169972 w 199366"/>
                <a:gd name="connsiteY2" fmla="*/ 81715 h 108527"/>
                <a:gd name="connsiteX3" fmla="*/ 171250 w 199366"/>
                <a:gd name="connsiteY3" fmla="*/ 79800 h 108527"/>
                <a:gd name="connsiteX4" fmla="*/ 171889 w 199366"/>
                <a:gd name="connsiteY4" fmla="*/ 79161 h 108527"/>
                <a:gd name="connsiteX5" fmla="*/ 173167 w 199366"/>
                <a:gd name="connsiteY5" fmla="*/ 78523 h 108527"/>
                <a:gd name="connsiteX6" fmla="*/ 174445 w 199366"/>
                <a:gd name="connsiteY6" fmla="*/ 77885 h 108527"/>
                <a:gd name="connsiteX7" fmla="*/ 178279 w 199366"/>
                <a:gd name="connsiteY7" fmla="*/ 78523 h 108527"/>
                <a:gd name="connsiteX8" fmla="*/ 181474 w 199366"/>
                <a:gd name="connsiteY8" fmla="*/ 81715 h 108527"/>
                <a:gd name="connsiteX9" fmla="*/ 180196 w 199366"/>
                <a:gd name="connsiteY9" fmla="*/ 88737 h 108527"/>
                <a:gd name="connsiteX10" fmla="*/ 149524 w 199366"/>
                <a:gd name="connsiteY10" fmla="*/ 28089 h 108527"/>
                <a:gd name="connsiteX11" fmla="*/ 145052 w 199366"/>
                <a:gd name="connsiteY11" fmla="*/ 30005 h 108527"/>
                <a:gd name="connsiteX12" fmla="*/ 142496 w 199366"/>
                <a:gd name="connsiteY12" fmla="*/ 29366 h 108527"/>
                <a:gd name="connsiteX13" fmla="*/ 140579 w 199366"/>
                <a:gd name="connsiteY13" fmla="*/ 28089 h 108527"/>
                <a:gd name="connsiteX14" fmla="*/ 140579 w 199366"/>
                <a:gd name="connsiteY14" fmla="*/ 19152 h 108527"/>
                <a:gd name="connsiteX15" fmla="*/ 140579 w 199366"/>
                <a:gd name="connsiteY15" fmla="*/ 19152 h 108527"/>
                <a:gd name="connsiteX16" fmla="*/ 149524 w 199366"/>
                <a:gd name="connsiteY16" fmla="*/ 19152 h 108527"/>
                <a:gd name="connsiteX17" fmla="*/ 150803 w 199366"/>
                <a:gd name="connsiteY17" fmla="*/ 21067 h 108527"/>
                <a:gd name="connsiteX18" fmla="*/ 149524 w 199366"/>
                <a:gd name="connsiteY18" fmla="*/ 28089 h 108527"/>
                <a:gd name="connsiteX19" fmla="*/ 149524 w 199366"/>
                <a:gd name="connsiteY19" fmla="*/ 58733 h 108527"/>
                <a:gd name="connsiteX20" fmla="*/ 140579 w 199366"/>
                <a:gd name="connsiteY20" fmla="*/ 58733 h 108527"/>
                <a:gd name="connsiteX21" fmla="*/ 139301 w 199366"/>
                <a:gd name="connsiteY21" fmla="*/ 51710 h 108527"/>
                <a:gd name="connsiteX22" fmla="*/ 140579 w 199366"/>
                <a:gd name="connsiteY22" fmla="*/ 49795 h 108527"/>
                <a:gd name="connsiteX23" fmla="*/ 142496 w 199366"/>
                <a:gd name="connsiteY23" fmla="*/ 48518 h 108527"/>
                <a:gd name="connsiteX24" fmla="*/ 147608 w 199366"/>
                <a:gd name="connsiteY24" fmla="*/ 48518 h 108527"/>
                <a:gd name="connsiteX25" fmla="*/ 149524 w 199366"/>
                <a:gd name="connsiteY25" fmla="*/ 49795 h 108527"/>
                <a:gd name="connsiteX26" fmla="*/ 151442 w 199366"/>
                <a:gd name="connsiteY26" fmla="*/ 54264 h 108527"/>
                <a:gd name="connsiteX27" fmla="*/ 149524 w 199366"/>
                <a:gd name="connsiteY27" fmla="*/ 58733 h 108527"/>
                <a:gd name="connsiteX28" fmla="*/ 149524 w 199366"/>
                <a:gd name="connsiteY28" fmla="*/ 88737 h 108527"/>
                <a:gd name="connsiteX29" fmla="*/ 140579 w 199366"/>
                <a:gd name="connsiteY29" fmla="*/ 88737 h 108527"/>
                <a:gd name="connsiteX30" fmla="*/ 139301 w 199366"/>
                <a:gd name="connsiteY30" fmla="*/ 81715 h 108527"/>
                <a:gd name="connsiteX31" fmla="*/ 140579 w 199366"/>
                <a:gd name="connsiteY31" fmla="*/ 79800 h 108527"/>
                <a:gd name="connsiteX32" fmla="*/ 142496 w 199366"/>
                <a:gd name="connsiteY32" fmla="*/ 78523 h 108527"/>
                <a:gd name="connsiteX33" fmla="*/ 147608 w 199366"/>
                <a:gd name="connsiteY33" fmla="*/ 78523 h 108527"/>
                <a:gd name="connsiteX34" fmla="*/ 149524 w 199366"/>
                <a:gd name="connsiteY34" fmla="*/ 79800 h 108527"/>
                <a:gd name="connsiteX35" fmla="*/ 149524 w 199366"/>
                <a:gd name="connsiteY35" fmla="*/ 88737 h 108527"/>
                <a:gd name="connsiteX36" fmla="*/ 120770 w 199366"/>
                <a:gd name="connsiteY36" fmla="*/ 26174 h 108527"/>
                <a:gd name="connsiteX37" fmla="*/ 119492 w 199366"/>
                <a:gd name="connsiteY37" fmla="*/ 28089 h 108527"/>
                <a:gd name="connsiteX38" fmla="*/ 115019 w 199366"/>
                <a:gd name="connsiteY38" fmla="*/ 30005 h 108527"/>
                <a:gd name="connsiteX39" fmla="*/ 112463 w 199366"/>
                <a:gd name="connsiteY39" fmla="*/ 29366 h 108527"/>
                <a:gd name="connsiteX40" fmla="*/ 110546 w 199366"/>
                <a:gd name="connsiteY40" fmla="*/ 28089 h 108527"/>
                <a:gd name="connsiteX41" fmla="*/ 108629 w 199366"/>
                <a:gd name="connsiteY41" fmla="*/ 23621 h 108527"/>
                <a:gd name="connsiteX42" fmla="*/ 110546 w 199366"/>
                <a:gd name="connsiteY42" fmla="*/ 19152 h 108527"/>
                <a:gd name="connsiteX43" fmla="*/ 119492 w 199366"/>
                <a:gd name="connsiteY43" fmla="*/ 19152 h 108527"/>
                <a:gd name="connsiteX44" fmla="*/ 121409 w 199366"/>
                <a:gd name="connsiteY44" fmla="*/ 23621 h 108527"/>
                <a:gd name="connsiteX45" fmla="*/ 120770 w 199366"/>
                <a:gd name="connsiteY45" fmla="*/ 26174 h 108527"/>
                <a:gd name="connsiteX46" fmla="*/ 108629 w 199366"/>
                <a:gd name="connsiteY46" fmla="*/ 54264 h 108527"/>
                <a:gd name="connsiteX47" fmla="*/ 109268 w 199366"/>
                <a:gd name="connsiteY47" fmla="*/ 51710 h 108527"/>
                <a:gd name="connsiteX48" fmla="*/ 112463 w 199366"/>
                <a:gd name="connsiteY48" fmla="*/ 48518 h 108527"/>
                <a:gd name="connsiteX49" fmla="*/ 116297 w 199366"/>
                <a:gd name="connsiteY49" fmla="*/ 47880 h 108527"/>
                <a:gd name="connsiteX50" fmla="*/ 117575 w 199366"/>
                <a:gd name="connsiteY50" fmla="*/ 48518 h 108527"/>
                <a:gd name="connsiteX51" fmla="*/ 118853 w 199366"/>
                <a:gd name="connsiteY51" fmla="*/ 49157 h 108527"/>
                <a:gd name="connsiteX52" fmla="*/ 119492 w 199366"/>
                <a:gd name="connsiteY52" fmla="*/ 49795 h 108527"/>
                <a:gd name="connsiteX53" fmla="*/ 120770 w 199366"/>
                <a:gd name="connsiteY53" fmla="*/ 51710 h 108527"/>
                <a:gd name="connsiteX54" fmla="*/ 117575 w 199366"/>
                <a:gd name="connsiteY54" fmla="*/ 60009 h 108527"/>
                <a:gd name="connsiteX55" fmla="*/ 110546 w 199366"/>
                <a:gd name="connsiteY55" fmla="*/ 58733 h 108527"/>
                <a:gd name="connsiteX56" fmla="*/ 108629 w 199366"/>
                <a:gd name="connsiteY56" fmla="*/ 54264 h 108527"/>
                <a:gd name="connsiteX57" fmla="*/ 119492 w 199366"/>
                <a:gd name="connsiteY57" fmla="*/ 88737 h 108527"/>
                <a:gd name="connsiteX58" fmla="*/ 112463 w 199366"/>
                <a:gd name="connsiteY58" fmla="*/ 90014 h 108527"/>
                <a:gd name="connsiteX59" fmla="*/ 110546 w 199366"/>
                <a:gd name="connsiteY59" fmla="*/ 88737 h 108527"/>
                <a:gd name="connsiteX60" fmla="*/ 109268 w 199366"/>
                <a:gd name="connsiteY60" fmla="*/ 81715 h 108527"/>
                <a:gd name="connsiteX61" fmla="*/ 112463 w 199366"/>
                <a:gd name="connsiteY61" fmla="*/ 78523 h 108527"/>
                <a:gd name="connsiteX62" fmla="*/ 117575 w 199366"/>
                <a:gd name="connsiteY62" fmla="*/ 78523 h 108527"/>
                <a:gd name="connsiteX63" fmla="*/ 119492 w 199366"/>
                <a:gd name="connsiteY63" fmla="*/ 79800 h 108527"/>
                <a:gd name="connsiteX64" fmla="*/ 120770 w 199366"/>
                <a:gd name="connsiteY64" fmla="*/ 81715 h 108527"/>
                <a:gd name="connsiteX65" fmla="*/ 119492 w 199366"/>
                <a:gd name="connsiteY65" fmla="*/ 88737 h 108527"/>
                <a:gd name="connsiteX66" fmla="*/ 171250 w 199366"/>
                <a:gd name="connsiteY66" fmla="*/ 49795 h 108527"/>
                <a:gd name="connsiteX67" fmla="*/ 173167 w 199366"/>
                <a:gd name="connsiteY67" fmla="*/ 48518 h 108527"/>
                <a:gd name="connsiteX68" fmla="*/ 181474 w 199366"/>
                <a:gd name="connsiteY68" fmla="*/ 51710 h 108527"/>
                <a:gd name="connsiteX69" fmla="*/ 181474 w 199366"/>
                <a:gd name="connsiteY69" fmla="*/ 51710 h 108527"/>
                <a:gd name="connsiteX70" fmla="*/ 180196 w 199366"/>
                <a:gd name="connsiteY70" fmla="*/ 58733 h 108527"/>
                <a:gd name="connsiteX71" fmla="*/ 178279 w 199366"/>
                <a:gd name="connsiteY71" fmla="*/ 60009 h 108527"/>
                <a:gd name="connsiteX72" fmla="*/ 171250 w 199366"/>
                <a:gd name="connsiteY72" fmla="*/ 58733 h 108527"/>
                <a:gd name="connsiteX73" fmla="*/ 169333 w 199366"/>
                <a:gd name="connsiteY73" fmla="*/ 54264 h 108527"/>
                <a:gd name="connsiteX74" fmla="*/ 171250 w 199366"/>
                <a:gd name="connsiteY74" fmla="*/ 49795 h 108527"/>
                <a:gd name="connsiteX75" fmla="*/ 89459 w 199366"/>
                <a:gd name="connsiteY75" fmla="*/ 28089 h 108527"/>
                <a:gd name="connsiteX76" fmla="*/ 84986 w 199366"/>
                <a:gd name="connsiteY76" fmla="*/ 30005 h 108527"/>
                <a:gd name="connsiteX77" fmla="*/ 78596 w 199366"/>
                <a:gd name="connsiteY77" fmla="*/ 23621 h 108527"/>
                <a:gd name="connsiteX78" fmla="*/ 82430 w 199366"/>
                <a:gd name="connsiteY78" fmla="*/ 17875 h 108527"/>
                <a:gd name="connsiteX79" fmla="*/ 89459 w 199366"/>
                <a:gd name="connsiteY79" fmla="*/ 19152 h 108527"/>
                <a:gd name="connsiteX80" fmla="*/ 90737 w 199366"/>
                <a:gd name="connsiteY80" fmla="*/ 21067 h 108527"/>
                <a:gd name="connsiteX81" fmla="*/ 89459 w 199366"/>
                <a:gd name="connsiteY81" fmla="*/ 28089 h 108527"/>
                <a:gd name="connsiteX82" fmla="*/ 89459 w 199366"/>
                <a:gd name="connsiteY82" fmla="*/ 58733 h 108527"/>
                <a:gd name="connsiteX83" fmla="*/ 87542 w 199366"/>
                <a:gd name="connsiteY83" fmla="*/ 60009 h 108527"/>
                <a:gd name="connsiteX84" fmla="*/ 84986 w 199366"/>
                <a:gd name="connsiteY84" fmla="*/ 60648 h 108527"/>
                <a:gd name="connsiteX85" fmla="*/ 82430 w 199366"/>
                <a:gd name="connsiteY85" fmla="*/ 60009 h 108527"/>
                <a:gd name="connsiteX86" fmla="*/ 80513 w 199366"/>
                <a:gd name="connsiteY86" fmla="*/ 58733 h 108527"/>
                <a:gd name="connsiteX87" fmla="*/ 79235 w 199366"/>
                <a:gd name="connsiteY87" fmla="*/ 51710 h 108527"/>
                <a:gd name="connsiteX88" fmla="*/ 80513 w 199366"/>
                <a:gd name="connsiteY88" fmla="*/ 49795 h 108527"/>
                <a:gd name="connsiteX89" fmla="*/ 81152 w 199366"/>
                <a:gd name="connsiteY89" fmla="*/ 49157 h 108527"/>
                <a:gd name="connsiteX90" fmla="*/ 82430 w 199366"/>
                <a:gd name="connsiteY90" fmla="*/ 48518 h 108527"/>
                <a:gd name="connsiteX91" fmla="*/ 83708 w 199366"/>
                <a:gd name="connsiteY91" fmla="*/ 47880 h 108527"/>
                <a:gd name="connsiteX92" fmla="*/ 86264 w 199366"/>
                <a:gd name="connsiteY92" fmla="*/ 47880 h 108527"/>
                <a:gd name="connsiteX93" fmla="*/ 87542 w 199366"/>
                <a:gd name="connsiteY93" fmla="*/ 48518 h 108527"/>
                <a:gd name="connsiteX94" fmla="*/ 88820 w 199366"/>
                <a:gd name="connsiteY94" fmla="*/ 49157 h 108527"/>
                <a:gd name="connsiteX95" fmla="*/ 89459 w 199366"/>
                <a:gd name="connsiteY95" fmla="*/ 49795 h 108527"/>
                <a:gd name="connsiteX96" fmla="*/ 90737 w 199366"/>
                <a:gd name="connsiteY96" fmla="*/ 51710 h 108527"/>
                <a:gd name="connsiteX97" fmla="*/ 89459 w 199366"/>
                <a:gd name="connsiteY97" fmla="*/ 58733 h 108527"/>
                <a:gd name="connsiteX98" fmla="*/ 89459 w 199366"/>
                <a:gd name="connsiteY98" fmla="*/ 88737 h 108527"/>
                <a:gd name="connsiteX99" fmla="*/ 87542 w 199366"/>
                <a:gd name="connsiteY99" fmla="*/ 90014 h 108527"/>
                <a:gd name="connsiteX100" fmla="*/ 84986 w 199366"/>
                <a:gd name="connsiteY100" fmla="*/ 90653 h 108527"/>
                <a:gd name="connsiteX101" fmla="*/ 78596 w 199366"/>
                <a:gd name="connsiteY101" fmla="*/ 84269 h 108527"/>
                <a:gd name="connsiteX102" fmla="*/ 80513 w 199366"/>
                <a:gd name="connsiteY102" fmla="*/ 79800 h 108527"/>
                <a:gd name="connsiteX103" fmla="*/ 82430 w 199366"/>
                <a:gd name="connsiteY103" fmla="*/ 78523 h 108527"/>
                <a:gd name="connsiteX104" fmla="*/ 87542 w 199366"/>
                <a:gd name="connsiteY104" fmla="*/ 78523 h 108527"/>
                <a:gd name="connsiteX105" fmla="*/ 88820 w 199366"/>
                <a:gd name="connsiteY105" fmla="*/ 79161 h 108527"/>
                <a:gd name="connsiteX106" fmla="*/ 89459 w 199366"/>
                <a:gd name="connsiteY106" fmla="*/ 79800 h 108527"/>
                <a:gd name="connsiteX107" fmla="*/ 90737 w 199366"/>
                <a:gd name="connsiteY107" fmla="*/ 81715 h 108527"/>
                <a:gd name="connsiteX108" fmla="*/ 89459 w 199366"/>
                <a:gd name="connsiteY108" fmla="*/ 88737 h 108527"/>
                <a:gd name="connsiteX109" fmla="*/ 58788 w 199366"/>
                <a:gd name="connsiteY109" fmla="*/ 28089 h 108527"/>
                <a:gd name="connsiteX110" fmla="*/ 56870 w 199366"/>
                <a:gd name="connsiteY110" fmla="*/ 29366 h 108527"/>
                <a:gd name="connsiteX111" fmla="*/ 54314 w 199366"/>
                <a:gd name="connsiteY111" fmla="*/ 30005 h 108527"/>
                <a:gd name="connsiteX112" fmla="*/ 47925 w 199366"/>
                <a:gd name="connsiteY112" fmla="*/ 23621 h 108527"/>
                <a:gd name="connsiteX113" fmla="*/ 48564 w 199366"/>
                <a:gd name="connsiteY113" fmla="*/ 21067 h 108527"/>
                <a:gd name="connsiteX114" fmla="*/ 49841 w 199366"/>
                <a:gd name="connsiteY114" fmla="*/ 19152 h 108527"/>
                <a:gd name="connsiteX115" fmla="*/ 50480 w 199366"/>
                <a:gd name="connsiteY115" fmla="*/ 18514 h 108527"/>
                <a:gd name="connsiteX116" fmla="*/ 51759 w 199366"/>
                <a:gd name="connsiteY116" fmla="*/ 17875 h 108527"/>
                <a:gd name="connsiteX117" fmla="*/ 53036 w 199366"/>
                <a:gd name="connsiteY117" fmla="*/ 17237 h 108527"/>
                <a:gd name="connsiteX118" fmla="*/ 58788 w 199366"/>
                <a:gd name="connsiteY118" fmla="*/ 19152 h 108527"/>
                <a:gd name="connsiteX119" fmla="*/ 60065 w 199366"/>
                <a:gd name="connsiteY119" fmla="*/ 21067 h 108527"/>
                <a:gd name="connsiteX120" fmla="*/ 58788 w 199366"/>
                <a:gd name="connsiteY120" fmla="*/ 28089 h 108527"/>
                <a:gd name="connsiteX121" fmla="*/ 58788 w 199366"/>
                <a:gd name="connsiteY121" fmla="*/ 58733 h 108527"/>
                <a:gd name="connsiteX122" fmla="*/ 54314 w 199366"/>
                <a:gd name="connsiteY122" fmla="*/ 60648 h 108527"/>
                <a:gd name="connsiteX123" fmla="*/ 49841 w 199366"/>
                <a:gd name="connsiteY123" fmla="*/ 58733 h 108527"/>
                <a:gd name="connsiteX124" fmla="*/ 48564 w 199366"/>
                <a:gd name="connsiteY124" fmla="*/ 51710 h 108527"/>
                <a:gd name="connsiteX125" fmla="*/ 49841 w 199366"/>
                <a:gd name="connsiteY125" fmla="*/ 49795 h 108527"/>
                <a:gd name="connsiteX126" fmla="*/ 50480 w 199366"/>
                <a:gd name="connsiteY126" fmla="*/ 49157 h 108527"/>
                <a:gd name="connsiteX127" fmla="*/ 51759 w 199366"/>
                <a:gd name="connsiteY127" fmla="*/ 48518 h 108527"/>
                <a:gd name="connsiteX128" fmla="*/ 53036 w 199366"/>
                <a:gd name="connsiteY128" fmla="*/ 47880 h 108527"/>
                <a:gd name="connsiteX129" fmla="*/ 56870 w 199366"/>
                <a:gd name="connsiteY129" fmla="*/ 48518 h 108527"/>
                <a:gd name="connsiteX130" fmla="*/ 58788 w 199366"/>
                <a:gd name="connsiteY130" fmla="*/ 49795 h 108527"/>
                <a:gd name="connsiteX131" fmla="*/ 60065 w 199366"/>
                <a:gd name="connsiteY131" fmla="*/ 51710 h 108527"/>
                <a:gd name="connsiteX132" fmla="*/ 58788 w 199366"/>
                <a:gd name="connsiteY132" fmla="*/ 58733 h 108527"/>
                <a:gd name="connsiteX133" fmla="*/ 58788 w 199366"/>
                <a:gd name="connsiteY133" fmla="*/ 88737 h 108527"/>
                <a:gd name="connsiteX134" fmla="*/ 54314 w 199366"/>
                <a:gd name="connsiteY134" fmla="*/ 90653 h 108527"/>
                <a:gd name="connsiteX135" fmla="*/ 49841 w 199366"/>
                <a:gd name="connsiteY135" fmla="*/ 88737 h 108527"/>
                <a:gd name="connsiteX136" fmla="*/ 48564 w 199366"/>
                <a:gd name="connsiteY136" fmla="*/ 81715 h 108527"/>
                <a:gd name="connsiteX137" fmla="*/ 49841 w 199366"/>
                <a:gd name="connsiteY137" fmla="*/ 79800 h 108527"/>
                <a:gd name="connsiteX138" fmla="*/ 50480 w 199366"/>
                <a:gd name="connsiteY138" fmla="*/ 79161 h 108527"/>
                <a:gd name="connsiteX139" fmla="*/ 51759 w 199366"/>
                <a:gd name="connsiteY139" fmla="*/ 78523 h 108527"/>
                <a:gd name="connsiteX140" fmla="*/ 53036 w 199366"/>
                <a:gd name="connsiteY140" fmla="*/ 77885 h 108527"/>
                <a:gd name="connsiteX141" fmla="*/ 56870 w 199366"/>
                <a:gd name="connsiteY141" fmla="*/ 78523 h 108527"/>
                <a:gd name="connsiteX142" fmla="*/ 58788 w 199366"/>
                <a:gd name="connsiteY142" fmla="*/ 79800 h 108527"/>
                <a:gd name="connsiteX143" fmla="*/ 58788 w 199366"/>
                <a:gd name="connsiteY143" fmla="*/ 88737 h 108527"/>
                <a:gd name="connsiteX144" fmla="*/ 28755 w 199366"/>
                <a:gd name="connsiteY144" fmla="*/ 58733 h 108527"/>
                <a:gd name="connsiteX145" fmla="*/ 24282 w 199366"/>
                <a:gd name="connsiteY145" fmla="*/ 60648 h 108527"/>
                <a:gd name="connsiteX146" fmla="*/ 19809 w 199366"/>
                <a:gd name="connsiteY146" fmla="*/ 58733 h 108527"/>
                <a:gd name="connsiteX147" fmla="*/ 18531 w 199366"/>
                <a:gd name="connsiteY147" fmla="*/ 51710 h 108527"/>
                <a:gd name="connsiteX148" fmla="*/ 21726 w 199366"/>
                <a:gd name="connsiteY148" fmla="*/ 48518 h 108527"/>
                <a:gd name="connsiteX149" fmla="*/ 26838 w 199366"/>
                <a:gd name="connsiteY149" fmla="*/ 48518 h 108527"/>
                <a:gd name="connsiteX150" fmla="*/ 28755 w 199366"/>
                <a:gd name="connsiteY150" fmla="*/ 49795 h 108527"/>
                <a:gd name="connsiteX151" fmla="*/ 30672 w 199366"/>
                <a:gd name="connsiteY151" fmla="*/ 54264 h 108527"/>
                <a:gd name="connsiteX152" fmla="*/ 28755 w 199366"/>
                <a:gd name="connsiteY152" fmla="*/ 58733 h 108527"/>
                <a:gd name="connsiteX153" fmla="*/ 176362 w 199366"/>
                <a:gd name="connsiteY153" fmla="*/ 16598 h 108527"/>
                <a:gd name="connsiteX154" fmla="*/ 176362 w 199366"/>
                <a:gd name="connsiteY154" fmla="*/ 0 h 108527"/>
                <a:gd name="connsiteX155" fmla="*/ 22365 w 199366"/>
                <a:gd name="connsiteY155" fmla="*/ 0 h 108527"/>
                <a:gd name="connsiteX156" fmla="*/ 22365 w 199366"/>
                <a:gd name="connsiteY156" fmla="*/ 16598 h 108527"/>
                <a:gd name="connsiteX157" fmla="*/ 15975 w 199366"/>
                <a:gd name="connsiteY157" fmla="*/ 22982 h 108527"/>
                <a:gd name="connsiteX158" fmla="*/ 0 w 199366"/>
                <a:gd name="connsiteY158" fmla="*/ 22982 h 108527"/>
                <a:gd name="connsiteX159" fmla="*/ 0 w 199366"/>
                <a:gd name="connsiteY159" fmla="*/ 108528 h 108527"/>
                <a:gd name="connsiteX160" fmla="*/ 17253 w 199366"/>
                <a:gd name="connsiteY160" fmla="*/ 108528 h 108527"/>
                <a:gd name="connsiteX161" fmla="*/ 17253 w 199366"/>
                <a:gd name="connsiteY161" fmla="*/ 84269 h 108527"/>
                <a:gd name="connsiteX162" fmla="*/ 23643 w 199366"/>
                <a:gd name="connsiteY162" fmla="*/ 77885 h 108527"/>
                <a:gd name="connsiteX163" fmla="*/ 30033 w 199366"/>
                <a:gd name="connsiteY163" fmla="*/ 84269 h 108527"/>
                <a:gd name="connsiteX164" fmla="*/ 30033 w 199366"/>
                <a:gd name="connsiteY164" fmla="*/ 107889 h 108527"/>
                <a:gd name="connsiteX165" fmla="*/ 199366 w 199366"/>
                <a:gd name="connsiteY165" fmla="*/ 107889 h 108527"/>
                <a:gd name="connsiteX166" fmla="*/ 199366 w 199366"/>
                <a:gd name="connsiteY166" fmla="*/ 22344 h 108527"/>
                <a:gd name="connsiteX167" fmla="*/ 182752 w 199366"/>
                <a:gd name="connsiteY167" fmla="*/ 22344 h 108527"/>
                <a:gd name="connsiteX168" fmla="*/ 176362 w 199366"/>
                <a:gd name="connsiteY168" fmla="*/ 16598 h 10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99366" h="108527">
                  <a:moveTo>
                    <a:pt x="180196" y="88737"/>
                  </a:moveTo>
                  <a:cubicBezTo>
                    <a:pt x="177640" y="91291"/>
                    <a:pt x="173806" y="91291"/>
                    <a:pt x="171250" y="88737"/>
                  </a:cubicBezTo>
                  <a:cubicBezTo>
                    <a:pt x="169333" y="86822"/>
                    <a:pt x="168694" y="84269"/>
                    <a:pt x="169972" y="81715"/>
                  </a:cubicBezTo>
                  <a:cubicBezTo>
                    <a:pt x="170611" y="81077"/>
                    <a:pt x="170611" y="80438"/>
                    <a:pt x="171250" y="79800"/>
                  </a:cubicBezTo>
                  <a:cubicBezTo>
                    <a:pt x="171250" y="79800"/>
                    <a:pt x="171889" y="79161"/>
                    <a:pt x="171889" y="79161"/>
                  </a:cubicBezTo>
                  <a:cubicBezTo>
                    <a:pt x="172528" y="79161"/>
                    <a:pt x="172528" y="78523"/>
                    <a:pt x="173167" y="78523"/>
                  </a:cubicBezTo>
                  <a:cubicBezTo>
                    <a:pt x="173806" y="78523"/>
                    <a:pt x="173806" y="78523"/>
                    <a:pt x="174445" y="77885"/>
                  </a:cubicBezTo>
                  <a:cubicBezTo>
                    <a:pt x="175723" y="77885"/>
                    <a:pt x="177001" y="77885"/>
                    <a:pt x="178279" y="78523"/>
                  </a:cubicBezTo>
                  <a:cubicBezTo>
                    <a:pt x="179557" y="79161"/>
                    <a:pt x="180835" y="80438"/>
                    <a:pt x="181474" y="81715"/>
                  </a:cubicBezTo>
                  <a:cubicBezTo>
                    <a:pt x="182113" y="84269"/>
                    <a:pt x="181474" y="86822"/>
                    <a:pt x="180196" y="88737"/>
                  </a:cubicBezTo>
                  <a:moveTo>
                    <a:pt x="149524" y="28089"/>
                  </a:moveTo>
                  <a:cubicBezTo>
                    <a:pt x="148247" y="29366"/>
                    <a:pt x="146969" y="30005"/>
                    <a:pt x="145052" y="30005"/>
                  </a:cubicBezTo>
                  <a:cubicBezTo>
                    <a:pt x="144413" y="30005"/>
                    <a:pt x="143135" y="30005"/>
                    <a:pt x="142496" y="29366"/>
                  </a:cubicBezTo>
                  <a:cubicBezTo>
                    <a:pt x="141857" y="29366"/>
                    <a:pt x="141218" y="28728"/>
                    <a:pt x="140579" y="28089"/>
                  </a:cubicBezTo>
                  <a:cubicBezTo>
                    <a:pt x="138023" y="25536"/>
                    <a:pt x="138023" y="21706"/>
                    <a:pt x="140579" y="19152"/>
                  </a:cubicBezTo>
                  <a:cubicBezTo>
                    <a:pt x="140579" y="19152"/>
                    <a:pt x="140579" y="19152"/>
                    <a:pt x="140579" y="19152"/>
                  </a:cubicBezTo>
                  <a:cubicBezTo>
                    <a:pt x="143135" y="16598"/>
                    <a:pt x="146969" y="16598"/>
                    <a:pt x="149524" y="19152"/>
                  </a:cubicBezTo>
                  <a:cubicBezTo>
                    <a:pt x="150164" y="19790"/>
                    <a:pt x="150803" y="20429"/>
                    <a:pt x="150803" y="21067"/>
                  </a:cubicBezTo>
                  <a:cubicBezTo>
                    <a:pt x="152080" y="23621"/>
                    <a:pt x="151442" y="26174"/>
                    <a:pt x="149524" y="28089"/>
                  </a:cubicBezTo>
                  <a:moveTo>
                    <a:pt x="149524" y="58733"/>
                  </a:moveTo>
                  <a:cubicBezTo>
                    <a:pt x="146969" y="61286"/>
                    <a:pt x="143135" y="61286"/>
                    <a:pt x="140579" y="58733"/>
                  </a:cubicBezTo>
                  <a:cubicBezTo>
                    <a:pt x="138662" y="56817"/>
                    <a:pt x="138023" y="54264"/>
                    <a:pt x="139301" y="51710"/>
                  </a:cubicBezTo>
                  <a:cubicBezTo>
                    <a:pt x="139940" y="51072"/>
                    <a:pt x="139940" y="50433"/>
                    <a:pt x="140579" y="49795"/>
                  </a:cubicBezTo>
                  <a:cubicBezTo>
                    <a:pt x="141218" y="49157"/>
                    <a:pt x="141857" y="48518"/>
                    <a:pt x="142496" y="48518"/>
                  </a:cubicBezTo>
                  <a:cubicBezTo>
                    <a:pt x="143774" y="47880"/>
                    <a:pt x="145690" y="47880"/>
                    <a:pt x="147608" y="48518"/>
                  </a:cubicBezTo>
                  <a:cubicBezTo>
                    <a:pt x="148247" y="48518"/>
                    <a:pt x="148885" y="49157"/>
                    <a:pt x="149524" y="49795"/>
                  </a:cubicBezTo>
                  <a:cubicBezTo>
                    <a:pt x="150803" y="51072"/>
                    <a:pt x="151442" y="52349"/>
                    <a:pt x="151442" y="54264"/>
                  </a:cubicBezTo>
                  <a:cubicBezTo>
                    <a:pt x="151442" y="55541"/>
                    <a:pt x="150803" y="57456"/>
                    <a:pt x="149524" y="58733"/>
                  </a:cubicBezTo>
                  <a:moveTo>
                    <a:pt x="149524" y="88737"/>
                  </a:moveTo>
                  <a:cubicBezTo>
                    <a:pt x="146969" y="91291"/>
                    <a:pt x="143135" y="91291"/>
                    <a:pt x="140579" y="88737"/>
                  </a:cubicBezTo>
                  <a:cubicBezTo>
                    <a:pt x="138662" y="86822"/>
                    <a:pt x="138023" y="84269"/>
                    <a:pt x="139301" y="81715"/>
                  </a:cubicBezTo>
                  <a:cubicBezTo>
                    <a:pt x="139940" y="81077"/>
                    <a:pt x="139940" y="80438"/>
                    <a:pt x="140579" y="79800"/>
                  </a:cubicBezTo>
                  <a:cubicBezTo>
                    <a:pt x="141218" y="79161"/>
                    <a:pt x="141857" y="78523"/>
                    <a:pt x="142496" y="78523"/>
                  </a:cubicBezTo>
                  <a:cubicBezTo>
                    <a:pt x="143774" y="77885"/>
                    <a:pt x="145690" y="77885"/>
                    <a:pt x="147608" y="78523"/>
                  </a:cubicBezTo>
                  <a:cubicBezTo>
                    <a:pt x="148247" y="78523"/>
                    <a:pt x="148885" y="79161"/>
                    <a:pt x="149524" y="79800"/>
                  </a:cubicBezTo>
                  <a:cubicBezTo>
                    <a:pt x="152080" y="82353"/>
                    <a:pt x="152080" y="86184"/>
                    <a:pt x="149524" y="88737"/>
                  </a:cubicBezTo>
                  <a:moveTo>
                    <a:pt x="120770" y="26174"/>
                  </a:moveTo>
                  <a:cubicBezTo>
                    <a:pt x="120131" y="26813"/>
                    <a:pt x="120131" y="27451"/>
                    <a:pt x="119492" y="28089"/>
                  </a:cubicBezTo>
                  <a:cubicBezTo>
                    <a:pt x="118214" y="29366"/>
                    <a:pt x="116936" y="30005"/>
                    <a:pt x="115019" y="30005"/>
                  </a:cubicBezTo>
                  <a:cubicBezTo>
                    <a:pt x="114380" y="30005"/>
                    <a:pt x="113102" y="30005"/>
                    <a:pt x="112463" y="29366"/>
                  </a:cubicBezTo>
                  <a:cubicBezTo>
                    <a:pt x="111824" y="29366"/>
                    <a:pt x="111185" y="28728"/>
                    <a:pt x="110546" y="28089"/>
                  </a:cubicBezTo>
                  <a:cubicBezTo>
                    <a:pt x="109268" y="26813"/>
                    <a:pt x="108629" y="25536"/>
                    <a:pt x="108629" y="23621"/>
                  </a:cubicBezTo>
                  <a:cubicBezTo>
                    <a:pt x="108629" y="21706"/>
                    <a:pt x="109268" y="20429"/>
                    <a:pt x="110546" y="19152"/>
                  </a:cubicBezTo>
                  <a:cubicBezTo>
                    <a:pt x="113102" y="16598"/>
                    <a:pt x="116936" y="16598"/>
                    <a:pt x="119492" y="19152"/>
                  </a:cubicBezTo>
                  <a:cubicBezTo>
                    <a:pt x="120770" y="20429"/>
                    <a:pt x="121409" y="21706"/>
                    <a:pt x="121409" y="23621"/>
                  </a:cubicBezTo>
                  <a:cubicBezTo>
                    <a:pt x="121409" y="24897"/>
                    <a:pt x="121409" y="25536"/>
                    <a:pt x="120770" y="26174"/>
                  </a:cubicBezTo>
                  <a:moveTo>
                    <a:pt x="108629" y="54264"/>
                  </a:moveTo>
                  <a:cubicBezTo>
                    <a:pt x="108629" y="53625"/>
                    <a:pt x="108629" y="52349"/>
                    <a:pt x="109268" y="51710"/>
                  </a:cubicBezTo>
                  <a:cubicBezTo>
                    <a:pt x="109907" y="50433"/>
                    <a:pt x="111185" y="49157"/>
                    <a:pt x="112463" y="48518"/>
                  </a:cubicBezTo>
                  <a:cubicBezTo>
                    <a:pt x="113741" y="47880"/>
                    <a:pt x="115019" y="47880"/>
                    <a:pt x="116297" y="47880"/>
                  </a:cubicBezTo>
                  <a:cubicBezTo>
                    <a:pt x="116936" y="47880"/>
                    <a:pt x="116936" y="47880"/>
                    <a:pt x="117575" y="48518"/>
                  </a:cubicBezTo>
                  <a:cubicBezTo>
                    <a:pt x="118214" y="48518"/>
                    <a:pt x="118214" y="49157"/>
                    <a:pt x="118853" y="49157"/>
                  </a:cubicBezTo>
                  <a:cubicBezTo>
                    <a:pt x="119492" y="49157"/>
                    <a:pt x="119492" y="49795"/>
                    <a:pt x="119492" y="49795"/>
                  </a:cubicBezTo>
                  <a:cubicBezTo>
                    <a:pt x="120131" y="50433"/>
                    <a:pt x="120770" y="51072"/>
                    <a:pt x="120770" y="51710"/>
                  </a:cubicBezTo>
                  <a:cubicBezTo>
                    <a:pt x="122048" y="54902"/>
                    <a:pt x="120770" y="58733"/>
                    <a:pt x="117575" y="60009"/>
                  </a:cubicBezTo>
                  <a:cubicBezTo>
                    <a:pt x="115019" y="61286"/>
                    <a:pt x="112463" y="60648"/>
                    <a:pt x="110546" y="58733"/>
                  </a:cubicBezTo>
                  <a:cubicBezTo>
                    <a:pt x="109268" y="57456"/>
                    <a:pt x="108629" y="55541"/>
                    <a:pt x="108629" y="54264"/>
                  </a:cubicBezTo>
                  <a:moveTo>
                    <a:pt x="119492" y="88737"/>
                  </a:moveTo>
                  <a:cubicBezTo>
                    <a:pt x="117575" y="90653"/>
                    <a:pt x="115019" y="91291"/>
                    <a:pt x="112463" y="90014"/>
                  </a:cubicBezTo>
                  <a:cubicBezTo>
                    <a:pt x="111824" y="89376"/>
                    <a:pt x="111185" y="89376"/>
                    <a:pt x="110546" y="88737"/>
                  </a:cubicBezTo>
                  <a:cubicBezTo>
                    <a:pt x="108629" y="86822"/>
                    <a:pt x="107990" y="84269"/>
                    <a:pt x="109268" y="81715"/>
                  </a:cubicBezTo>
                  <a:cubicBezTo>
                    <a:pt x="109907" y="80438"/>
                    <a:pt x="111185" y="79161"/>
                    <a:pt x="112463" y="78523"/>
                  </a:cubicBezTo>
                  <a:cubicBezTo>
                    <a:pt x="113741" y="77885"/>
                    <a:pt x="115658" y="77885"/>
                    <a:pt x="117575" y="78523"/>
                  </a:cubicBezTo>
                  <a:cubicBezTo>
                    <a:pt x="118214" y="78523"/>
                    <a:pt x="118853" y="79161"/>
                    <a:pt x="119492" y="79800"/>
                  </a:cubicBezTo>
                  <a:cubicBezTo>
                    <a:pt x="120131" y="80438"/>
                    <a:pt x="120770" y="81077"/>
                    <a:pt x="120770" y="81715"/>
                  </a:cubicBezTo>
                  <a:cubicBezTo>
                    <a:pt x="122048" y="84269"/>
                    <a:pt x="121409" y="86822"/>
                    <a:pt x="119492" y="88737"/>
                  </a:cubicBezTo>
                  <a:moveTo>
                    <a:pt x="171250" y="49795"/>
                  </a:moveTo>
                  <a:cubicBezTo>
                    <a:pt x="171889" y="49157"/>
                    <a:pt x="172528" y="48518"/>
                    <a:pt x="173167" y="48518"/>
                  </a:cubicBezTo>
                  <a:cubicBezTo>
                    <a:pt x="176362" y="47241"/>
                    <a:pt x="180196" y="48518"/>
                    <a:pt x="181474" y="51710"/>
                  </a:cubicBezTo>
                  <a:cubicBezTo>
                    <a:pt x="181474" y="51710"/>
                    <a:pt x="181474" y="51710"/>
                    <a:pt x="181474" y="51710"/>
                  </a:cubicBezTo>
                  <a:cubicBezTo>
                    <a:pt x="182752" y="54264"/>
                    <a:pt x="182113" y="56817"/>
                    <a:pt x="180196" y="58733"/>
                  </a:cubicBezTo>
                  <a:cubicBezTo>
                    <a:pt x="179557" y="59371"/>
                    <a:pt x="178918" y="60009"/>
                    <a:pt x="178279" y="60009"/>
                  </a:cubicBezTo>
                  <a:cubicBezTo>
                    <a:pt x="175723" y="61286"/>
                    <a:pt x="173167" y="60648"/>
                    <a:pt x="171250" y="58733"/>
                  </a:cubicBezTo>
                  <a:cubicBezTo>
                    <a:pt x="169972" y="57456"/>
                    <a:pt x="169333" y="56179"/>
                    <a:pt x="169333" y="54264"/>
                  </a:cubicBezTo>
                  <a:cubicBezTo>
                    <a:pt x="169333" y="52349"/>
                    <a:pt x="169972" y="50433"/>
                    <a:pt x="171250" y="49795"/>
                  </a:cubicBezTo>
                  <a:moveTo>
                    <a:pt x="89459" y="28089"/>
                  </a:moveTo>
                  <a:cubicBezTo>
                    <a:pt x="88181" y="29366"/>
                    <a:pt x="86903" y="30005"/>
                    <a:pt x="84986" y="30005"/>
                  </a:cubicBezTo>
                  <a:cubicBezTo>
                    <a:pt x="81152" y="30005"/>
                    <a:pt x="78596" y="26813"/>
                    <a:pt x="78596" y="23621"/>
                  </a:cubicBezTo>
                  <a:cubicBezTo>
                    <a:pt x="78596" y="21067"/>
                    <a:pt x="79874" y="18514"/>
                    <a:pt x="82430" y="17875"/>
                  </a:cubicBezTo>
                  <a:cubicBezTo>
                    <a:pt x="84986" y="16598"/>
                    <a:pt x="87542" y="17237"/>
                    <a:pt x="89459" y="19152"/>
                  </a:cubicBezTo>
                  <a:cubicBezTo>
                    <a:pt x="90098" y="19790"/>
                    <a:pt x="90737" y="20429"/>
                    <a:pt x="90737" y="21067"/>
                  </a:cubicBezTo>
                  <a:cubicBezTo>
                    <a:pt x="91376" y="23621"/>
                    <a:pt x="91376" y="26174"/>
                    <a:pt x="89459" y="28089"/>
                  </a:cubicBezTo>
                  <a:moveTo>
                    <a:pt x="89459" y="58733"/>
                  </a:moveTo>
                  <a:cubicBezTo>
                    <a:pt x="88820" y="59371"/>
                    <a:pt x="88181" y="60009"/>
                    <a:pt x="87542" y="60009"/>
                  </a:cubicBezTo>
                  <a:cubicBezTo>
                    <a:pt x="86903" y="60009"/>
                    <a:pt x="85625" y="60648"/>
                    <a:pt x="84986" y="60648"/>
                  </a:cubicBezTo>
                  <a:cubicBezTo>
                    <a:pt x="84347" y="60648"/>
                    <a:pt x="83069" y="60648"/>
                    <a:pt x="82430" y="60009"/>
                  </a:cubicBezTo>
                  <a:cubicBezTo>
                    <a:pt x="81791" y="59371"/>
                    <a:pt x="81152" y="59371"/>
                    <a:pt x="80513" y="58733"/>
                  </a:cubicBezTo>
                  <a:cubicBezTo>
                    <a:pt x="78596" y="56817"/>
                    <a:pt x="77957" y="54264"/>
                    <a:pt x="79235" y="51710"/>
                  </a:cubicBezTo>
                  <a:cubicBezTo>
                    <a:pt x="79235" y="51072"/>
                    <a:pt x="79874" y="50433"/>
                    <a:pt x="80513" y="49795"/>
                  </a:cubicBezTo>
                  <a:cubicBezTo>
                    <a:pt x="80513" y="49157"/>
                    <a:pt x="81152" y="49157"/>
                    <a:pt x="81152" y="49157"/>
                  </a:cubicBezTo>
                  <a:cubicBezTo>
                    <a:pt x="81791" y="49157"/>
                    <a:pt x="81791" y="48518"/>
                    <a:pt x="82430" y="48518"/>
                  </a:cubicBezTo>
                  <a:cubicBezTo>
                    <a:pt x="83069" y="48518"/>
                    <a:pt x="83069" y="47880"/>
                    <a:pt x="83708" y="47880"/>
                  </a:cubicBezTo>
                  <a:cubicBezTo>
                    <a:pt x="84347" y="47880"/>
                    <a:pt x="85625" y="47880"/>
                    <a:pt x="86264" y="47880"/>
                  </a:cubicBezTo>
                  <a:cubicBezTo>
                    <a:pt x="86903" y="47880"/>
                    <a:pt x="86903" y="47880"/>
                    <a:pt x="87542" y="48518"/>
                  </a:cubicBezTo>
                  <a:cubicBezTo>
                    <a:pt x="88181" y="48518"/>
                    <a:pt x="88181" y="49157"/>
                    <a:pt x="88820" y="49157"/>
                  </a:cubicBezTo>
                  <a:lnTo>
                    <a:pt x="89459" y="49795"/>
                  </a:lnTo>
                  <a:cubicBezTo>
                    <a:pt x="90098" y="50433"/>
                    <a:pt x="90737" y="51072"/>
                    <a:pt x="90737" y="51710"/>
                  </a:cubicBezTo>
                  <a:cubicBezTo>
                    <a:pt x="91376" y="54264"/>
                    <a:pt x="91376" y="56817"/>
                    <a:pt x="89459" y="58733"/>
                  </a:cubicBezTo>
                  <a:moveTo>
                    <a:pt x="89459" y="88737"/>
                  </a:moveTo>
                  <a:cubicBezTo>
                    <a:pt x="88820" y="89376"/>
                    <a:pt x="88181" y="90014"/>
                    <a:pt x="87542" y="90014"/>
                  </a:cubicBezTo>
                  <a:cubicBezTo>
                    <a:pt x="86903" y="90014"/>
                    <a:pt x="85625" y="90653"/>
                    <a:pt x="84986" y="90653"/>
                  </a:cubicBezTo>
                  <a:cubicBezTo>
                    <a:pt x="81152" y="90653"/>
                    <a:pt x="78596" y="87461"/>
                    <a:pt x="78596" y="84269"/>
                  </a:cubicBezTo>
                  <a:cubicBezTo>
                    <a:pt x="78596" y="82353"/>
                    <a:pt x="79235" y="81077"/>
                    <a:pt x="80513" y="79800"/>
                  </a:cubicBezTo>
                  <a:cubicBezTo>
                    <a:pt x="81152" y="79161"/>
                    <a:pt x="81791" y="78523"/>
                    <a:pt x="82430" y="78523"/>
                  </a:cubicBezTo>
                  <a:cubicBezTo>
                    <a:pt x="83708" y="77885"/>
                    <a:pt x="85625" y="77885"/>
                    <a:pt x="87542" y="78523"/>
                  </a:cubicBezTo>
                  <a:cubicBezTo>
                    <a:pt x="88181" y="78523"/>
                    <a:pt x="88181" y="79161"/>
                    <a:pt x="88820" y="79161"/>
                  </a:cubicBezTo>
                  <a:lnTo>
                    <a:pt x="89459" y="79800"/>
                  </a:lnTo>
                  <a:cubicBezTo>
                    <a:pt x="90098" y="80438"/>
                    <a:pt x="90737" y="81077"/>
                    <a:pt x="90737" y="81715"/>
                  </a:cubicBezTo>
                  <a:cubicBezTo>
                    <a:pt x="91376" y="84269"/>
                    <a:pt x="91376" y="86822"/>
                    <a:pt x="89459" y="88737"/>
                  </a:cubicBezTo>
                  <a:moveTo>
                    <a:pt x="58788" y="28089"/>
                  </a:moveTo>
                  <a:cubicBezTo>
                    <a:pt x="58148" y="28728"/>
                    <a:pt x="57509" y="29366"/>
                    <a:pt x="56870" y="29366"/>
                  </a:cubicBezTo>
                  <a:cubicBezTo>
                    <a:pt x="56231" y="30005"/>
                    <a:pt x="55593" y="30005"/>
                    <a:pt x="54314" y="30005"/>
                  </a:cubicBezTo>
                  <a:cubicBezTo>
                    <a:pt x="50480" y="30005"/>
                    <a:pt x="47925" y="26813"/>
                    <a:pt x="47925" y="23621"/>
                  </a:cubicBezTo>
                  <a:cubicBezTo>
                    <a:pt x="47925" y="22982"/>
                    <a:pt x="47925" y="21706"/>
                    <a:pt x="48564" y="21067"/>
                  </a:cubicBezTo>
                  <a:cubicBezTo>
                    <a:pt x="49203" y="20429"/>
                    <a:pt x="49203" y="19790"/>
                    <a:pt x="49841" y="19152"/>
                  </a:cubicBezTo>
                  <a:cubicBezTo>
                    <a:pt x="49841" y="19152"/>
                    <a:pt x="50480" y="18514"/>
                    <a:pt x="50480" y="18514"/>
                  </a:cubicBezTo>
                  <a:cubicBezTo>
                    <a:pt x="51119" y="18514"/>
                    <a:pt x="51119" y="17875"/>
                    <a:pt x="51759" y="17875"/>
                  </a:cubicBezTo>
                  <a:cubicBezTo>
                    <a:pt x="52398" y="17875"/>
                    <a:pt x="52398" y="17237"/>
                    <a:pt x="53036" y="17237"/>
                  </a:cubicBezTo>
                  <a:cubicBezTo>
                    <a:pt x="54954" y="16598"/>
                    <a:pt x="57509" y="17237"/>
                    <a:pt x="58788" y="19152"/>
                  </a:cubicBezTo>
                  <a:cubicBezTo>
                    <a:pt x="59426" y="19790"/>
                    <a:pt x="60065" y="20429"/>
                    <a:pt x="60065" y="21067"/>
                  </a:cubicBezTo>
                  <a:cubicBezTo>
                    <a:pt x="61343" y="23621"/>
                    <a:pt x="60704" y="26174"/>
                    <a:pt x="58788" y="28089"/>
                  </a:cubicBezTo>
                  <a:moveTo>
                    <a:pt x="58788" y="58733"/>
                  </a:moveTo>
                  <a:cubicBezTo>
                    <a:pt x="57509" y="60009"/>
                    <a:pt x="56231" y="60648"/>
                    <a:pt x="54314" y="60648"/>
                  </a:cubicBezTo>
                  <a:cubicBezTo>
                    <a:pt x="52398" y="60648"/>
                    <a:pt x="51119" y="60009"/>
                    <a:pt x="49841" y="58733"/>
                  </a:cubicBezTo>
                  <a:cubicBezTo>
                    <a:pt x="47925" y="56817"/>
                    <a:pt x="47285" y="54264"/>
                    <a:pt x="48564" y="51710"/>
                  </a:cubicBezTo>
                  <a:cubicBezTo>
                    <a:pt x="48564" y="51072"/>
                    <a:pt x="49203" y="50433"/>
                    <a:pt x="49841" y="49795"/>
                  </a:cubicBezTo>
                  <a:cubicBezTo>
                    <a:pt x="49841" y="49157"/>
                    <a:pt x="50480" y="49157"/>
                    <a:pt x="50480" y="49157"/>
                  </a:cubicBezTo>
                  <a:cubicBezTo>
                    <a:pt x="51119" y="49157"/>
                    <a:pt x="51119" y="48518"/>
                    <a:pt x="51759" y="48518"/>
                  </a:cubicBezTo>
                  <a:cubicBezTo>
                    <a:pt x="52398" y="48518"/>
                    <a:pt x="52398" y="47880"/>
                    <a:pt x="53036" y="47880"/>
                  </a:cubicBezTo>
                  <a:cubicBezTo>
                    <a:pt x="54314" y="47880"/>
                    <a:pt x="55593" y="47880"/>
                    <a:pt x="56870" y="48518"/>
                  </a:cubicBezTo>
                  <a:cubicBezTo>
                    <a:pt x="57509" y="48518"/>
                    <a:pt x="58148" y="49157"/>
                    <a:pt x="58788" y="49795"/>
                  </a:cubicBezTo>
                  <a:cubicBezTo>
                    <a:pt x="59426" y="50433"/>
                    <a:pt x="60065" y="51072"/>
                    <a:pt x="60065" y="51710"/>
                  </a:cubicBezTo>
                  <a:cubicBezTo>
                    <a:pt x="61343" y="54264"/>
                    <a:pt x="60704" y="56817"/>
                    <a:pt x="58788" y="58733"/>
                  </a:cubicBezTo>
                  <a:moveTo>
                    <a:pt x="58788" y="88737"/>
                  </a:moveTo>
                  <a:cubicBezTo>
                    <a:pt x="57509" y="90014"/>
                    <a:pt x="56231" y="90653"/>
                    <a:pt x="54314" y="90653"/>
                  </a:cubicBezTo>
                  <a:cubicBezTo>
                    <a:pt x="52398" y="90653"/>
                    <a:pt x="51119" y="90014"/>
                    <a:pt x="49841" y="88737"/>
                  </a:cubicBezTo>
                  <a:cubicBezTo>
                    <a:pt x="47925" y="86822"/>
                    <a:pt x="47285" y="84269"/>
                    <a:pt x="48564" y="81715"/>
                  </a:cubicBezTo>
                  <a:cubicBezTo>
                    <a:pt x="48564" y="81077"/>
                    <a:pt x="49203" y="80438"/>
                    <a:pt x="49841" y="79800"/>
                  </a:cubicBezTo>
                  <a:cubicBezTo>
                    <a:pt x="49841" y="79161"/>
                    <a:pt x="50480" y="79161"/>
                    <a:pt x="50480" y="79161"/>
                  </a:cubicBezTo>
                  <a:cubicBezTo>
                    <a:pt x="51119" y="79161"/>
                    <a:pt x="51119" y="78523"/>
                    <a:pt x="51759" y="78523"/>
                  </a:cubicBezTo>
                  <a:cubicBezTo>
                    <a:pt x="52398" y="78523"/>
                    <a:pt x="52398" y="77885"/>
                    <a:pt x="53036" y="77885"/>
                  </a:cubicBezTo>
                  <a:cubicBezTo>
                    <a:pt x="54314" y="77885"/>
                    <a:pt x="55593" y="77885"/>
                    <a:pt x="56870" y="78523"/>
                  </a:cubicBezTo>
                  <a:cubicBezTo>
                    <a:pt x="57509" y="78523"/>
                    <a:pt x="58148" y="79161"/>
                    <a:pt x="58788" y="79800"/>
                  </a:cubicBezTo>
                  <a:cubicBezTo>
                    <a:pt x="61343" y="82353"/>
                    <a:pt x="61343" y="86184"/>
                    <a:pt x="58788" y="88737"/>
                  </a:cubicBezTo>
                  <a:moveTo>
                    <a:pt x="28755" y="58733"/>
                  </a:moveTo>
                  <a:cubicBezTo>
                    <a:pt x="27477" y="60009"/>
                    <a:pt x="26199" y="60648"/>
                    <a:pt x="24282" y="60648"/>
                  </a:cubicBezTo>
                  <a:cubicBezTo>
                    <a:pt x="22365" y="60648"/>
                    <a:pt x="21087" y="60009"/>
                    <a:pt x="19809" y="58733"/>
                  </a:cubicBezTo>
                  <a:cubicBezTo>
                    <a:pt x="17892" y="56817"/>
                    <a:pt x="17253" y="54264"/>
                    <a:pt x="18531" y="51710"/>
                  </a:cubicBezTo>
                  <a:cubicBezTo>
                    <a:pt x="19170" y="50433"/>
                    <a:pt x="20448" y="49157"/>
                    <a:pt x="21726" y="48518"/>
                  </a:cubicBezTo>
                  <a:cubicBezTo>
                    <a:pt x="23004" y="47880"/>
                    <a:pt x="24921" y="47880"/>
                    <a:pt x="26838" y="48518"/>
                  </a:cubicBezTo>
                  <a:cubicBezTo>
                    <a:pt x="27477" y="48518"/>
                    <a:pt x="28116" y="49157"/>
                    <a:pt x="28755" y="49795"/>
                  </a:cubicBezTo>
                  <a:cubicBezTo>
                    <a:pt x="30033" y="51072"/>
                    <a:pt x="30672" y="52349"/>
                    <a:pt x="30672" y="54264"/>
                  </a:cubicBezTo>
                  <a:cubicBezTo>
                    <a:pt x="30672" y="56179"/>
                    <a:pt x="29394" y="57456"/>
                    <a:pt x="28755" y="58733"/>
                  </a:cubicBezTo>
                  <a:moveTo>
                    <a:pt x="176362" y="16598"/>
                  </a:moveTo>
                  <a:lnTo>
                    <a:pt x="176362" y="0"/>
                  </a:lnTo>
                  <a:lnTo>
                    <a:pt x="22365" y="0"/>
                  </a:lnTo>
                  <a:lnTo>
                    <a:pt x="22365" y="16598"/>
                  </a:lnTo>
                  <a:cubicBezTo>
                    <a:pt x="22365" y="20429"/>
                    <a:pt x="19809" y="22982"/>
                    <a:pt x="15975" y="22982"/>
                  </a:cubicBezTo>
                  <a:lnTo>
                    <a:pt x="0" y="22982"/>
                  </a:lnTo>
                  <a:lnTo>
                    <a:pt x="0" y="108528"/>
                  </a:lnTo>
                  <a:lnTo>
                    <a:pt x="17253" y="108528"/>
                  </a:lnTo>
                  <a:lnTo>
                    <a:pt x="17253" y="84269"/>
                  </a:lnTo>
                  <a:cubicBezTo>
                    <a:pt x="17253" y="80438"/>
                    <a:pt x="19809" y="77885"/>
                    <a:pt x="23643" y="77885"/>
                  </a:cubicBezTo>
                  <a:cubicBezTo>
                    <a:pt x="27477" y="77885"/>
                    <a:pt x="30033" y="80438"/>
                    <a:pt x="30033" y="84269"/>
                  </a:cubicBezTo>
                  <a:lnTo>
                    <a:pt x="30033" y="107889"/>
                  </a:lnTo>
                  <a:lnTo>
                    <a:pt x="199366" y="107889"/>
                  </a:lnTo>
                  <a:lnTo>
                    <a:pt x="199366" y="22344"/>
                  </a:lnTo>
                  <a:lnTo>
                    <a:pt x="182752" y="22344"/>
                  </a:lnTo>
                  <a:cubicBezTo>
                    <a:pt x="179557" y="22344"/>
                    <a:pt x="176362" y="19790"/>
                    <a:pt x="176362" y="16598"/>
                  </a:cubicBezTo>
                </a:path>
              </a:pathLst>
            </a:custGeom>
            <a:solidFill>
              <a:srgbClr val="26890D"/>
            </a:solidFill>
            <a:ln w="6390" cap="flat">
              <a:noFill/>
              <a:prstDash val="solid"/>
              <a:miter/>
            </a:ln>
          </p:spPr>
          <p:txBody>
            <a:bodyPr rtlCol="0" anchor="ctr"/>
            <a:lstStyle/>
            <a:p>
              <a:endParaRPr lang="en-US"/>
            </a:p>
          </p:txBody>
        </p:sp>
        <p:sp>
          <p:nvSpPr>
            <p:cNvPr id="594" name="Graphic 4">
              <a:extLst>
                <a:ext uri="{FF2B5EF4-FFF2-40B4-BE49-F238E27FC236}">
                  <a16:creationId xmlns:a16="http://schemas.microsoft.com/office/drawing/2014/main" id="{3FDCABE8-B25F-4D42-961B-497B40442275}"/>
                </a:ext>
              </a:extLst>
            </p:cNvPr>
            <p:cNvSpPr/>
            <p:nvPr/>
          </p:nvSpPr>
          <p:spPr>
            <a:xfrm>
              <a:off x="3186022" y="1001809"/>
              <a:ext cx="32588" cy="17236"/>
            </a:xfrm>
            <a:custGeom>
              <a:avLst/>
              <a:gdLst>
                <a:gd name="connsiteX0" fmla="*/ 0 w 32588"/>
                <a:gd name="connsiteY0" fmla="*/ 0 h 17236"/>
                <a:gd name="connsiteX1" fmla="*/ 32589 w 32588"/>
                <a:gd name="connsiteY1" fmla="*/ 0 h 17236"/>
                <a:gd name="connsiteX2" fmla="*/ 32589 w 32588"/>
                <a:gd name="connsiteY2" fmla="*/ 17237 h 17236"/>
                <a:gd name="connsiteX3" fmla="*/ 0 w 32588"/>
                <a:gd name="connsiteY3" fmla="*/ 17237 h 17236"/>
              </a:gdLst>
              <a:ahLst/>
              <a:cxnLst>
                <a:cxn ang="0">
                  <a:pos x="connsiteX0" y="connsiteY0"/>
                </a:cxn>
                <a:cxn ang="0">
                  <a:pos x="connsiteX1" y="connsiteY1"/>
                </a:cxn>
                <a:cxn ang="0">
                  <a:pos x="connsiteX2" y="connsiteY2"/>
                </a:cxn>
                <a:cxn ang="0">
                  <a:pos x="connsiteX3" y="connsiteY3"/>
                </a:cxn>
              </a:cxnLst>
              <a:rect l="l" t="t" r="r" b="b"/>
              <a:pathLst>
                <a:path w="32588" h="17236">
                  <a:moveTo>
                    <a:pt x="0" y="0"/>
                  </a:moveTo>
                  <a:lnTo>
                    <a:pt x="32589" y="0"/>
                  </a:lnTo>
                  <a:lnTo>
                    <a:pt x="32589" y="17237"/>
                  </a:lnTo>
                  <a:lnTo>
                    <a:pt x="0" y="17237"/>
                  </a:lnTo>
                  <a:close/>
                </a:path>
              </a:pathLst>
            </a:custGeom>
            <a:solidFill>
              <a:srgbClr val="26890D"/>
            </a:solidFill>
            <a:ln w="6390" cap="flat">
              <a:noFill/>
              <a:prstDash val="solid"/>
              <a:miter/>
            </a:ln>
          </p:spPr>
          <p:txBody>
            <a:bodyPr rtlCol="0" anchor="ctr"/>
            <a:lstStyle/>
            <a:p>
              <a:endParaRPr lang="en-US"/>
            </a:p>
          </p:txBody>
        </p:sp>
        <p:sp>
          <p:nvSpPr>
            <p:cNvPr id="595" name="Graphic 4">
              <a:extLst>
                <a:ext uri="{FF2B5EF4-FFF2-40B4-BE49-F238E27FC236}">
                  <a16:creationId xmlns:a16="http://schemas.microsoft.com/office/drawing/2014/main" id="{C9A2691A-5859-F947-944A-ABF2EDBE65D1}"/>
                </a:ext>
              </a:extLst>
            </p:cNvPr>
            <p:cNvSpPr/>
            <p:nvPr/>
          </p:nvSpPr>
          <p:spPr>
            <a:xfrm>
              <a:off x="2998797" y="918179"/>
              <a:ext cx="362309" cy="361971"/>
            </a:xfrm>
            <a:custGeom>
              <a:avLst/>
              <a:gdLst>
                <a:gd name="connsiteX0" fmla="*/ 293298 w 362309"/>
                <a:gd name="connsiteY0" fmla="*/ 258551 h 361971"/>
                <a:gd name="connsiteX1" fmla="*/ 286908 w 362309"/>
                <a:gd name="connsiteY1" fmla="*/ 264935 h 361971"/>
                <a:gd name="connsiteX2" fmla="*/ 74762 w 362309"/>
                <a:gd name="connsiteY2" fmla="*/ 264935 h 361971"/>
                <a:gd name="connsiteX3" fmla="*/ 68372 w 362309"/>
                <a:gd name="connsiteY3" fmla="*/ 258551 h 361971"/>
                <a:gd name="connsiteX4" fmla="*/ 68372 w 362309"/>
                <a:gd name="connsiteY4" fmla="*/ 160238 h 361971"/>
                <a:gd name="connsiteX5" fmla="*/ 74762 w 362309"/>
                <a:gd name="connsiteY5" fmla="*/ 153854 h 361971"/>
                <a:gd name="connsiteX6" fmla="*/ 91376 w 362309"/>
                <a:gd name="connsiteY6" fmla="*/ 153854 h 361971"/>
                <a:gd name="connsiteX7" fmla="*/ 91376 w 362309"/>
                <a:gd name="connsiteY7" fmla="*/ 137256 h 361971"/>
                <a:gd name="connsiteX8" fmla="*/ 97766 w 362309"/>
                <a:gd name="connsiteY8" fmla="*/ 130872 h 361971"/>
                <a:gd name="connsiteX9" fmla="*/ 174445 w 362309"/>
                <a:gd name="connsiteY9" fmla="*/ 130872 h 361971"/>
                <a:gd name="connsiteX10" fmla="*/ 174445 w 362309"/>
                <a:gd name="connsiteY10" fmla="*/ 76608 h 361971"/>
                <a:gd name="connsiteX11" fmla="*/ 180835 w 362309"/>
                <a:gd name="connsiteY11" fmla="*/ 70224 h 361971"/>
                <a:gd name="connsiteX12" fmla="*/ 226204 w 362309"/>
                <a:gd name="connsiteY12" fmla="*/ 70224 h 361971"/>
                <a:gd name="connsiteX13" fmla="*/ 232594 w 362309"/>
                <a:gd name="connsiteY13" fmla="*/ 76608 h 361971"/>
                <a:gd name="connsiteX14" fmla="*/ 232594 w 362309"/>
                <a:gd name="connsiteY14" fmla="*/ 106612 h 361971"/>
                <a:gd name="connsiteX15" fmla="*/ 226204 w 362309"/>
                <a:gd name="connsiteY15" fmla="*/ 112996 h 361971"/>
                <a:gd name="connsiteX16" fmla="*/ 187225 w 362309"/>
                <a:gd name="connsiteY16" fmla="*/ 112996 h 361971"/>
                <a:gd name="connsiteX17" fmla="*/ 187225 w 362309"/>
                <a:gd name="connsiteY17" fmla="*/ 130233 h 361971"/>
                <a:gd name="connsiteX18" fmla="*/ 263905 w 362309"/>
                <a:gd name="connsiteY18" fmla="*/ 130233 h 361971"/>
                <a:gd name="connsiteX19" fmla="*/ 270294 w 362309"/>
                <a:gd name="connsiteY19" fmla="*/ 136617 h 361971"/>
                <a:gd name="connsiteX20" fmla="*/ 270294 w 362309"/>
                <a:gd name="connsiteY20" fmla="*/ 153216 h 361971"/>
                <a:gd name="connsiteX21" fmla="*/ 286908 w 362309"/>
                <a:gd name="connsiteY21" fmla="*/ 153216 h 361971"/>
                <a:gd name="connsiteX22" fmla="*/ 293298 w 362309"/>
                <a:gd name="connsiteY22" fmla="*/ 159600 h 361971"/>
                <a:gd name="connsiteX23" fmla="*/ 293298 w 362309"/>
                <a:gd name="connsiteY23" fmla="*/ 258551 h 361971"/>
                <a:gd name="connsiteX24" fmla="*/ 180835 w 362309"/>
                <a:gd name="connsiteY24" fmla="*/ 0 h 361971"/>
                <a:gd name="connsiteX25" fmla="*/ 0 w 362309"/>
                <a:gd name="connsiteY25" fmla="*/ 181305 h 361971"/>
                <a:gd name="connsiteX26" fmla="*/ 181474 w 362309"/>
                <a:gd name="connsiteY26" fmla="*/ 361972 h 361971"/>
                <a:gd name="connsiteX27" fmla="*/ 362310 w 362309"/>
                <a:gd name="connsiteY27" fmla="*/ 181305 h 361971"/>
                <a:gd name="connsiteX28" fmla="*/ 180835 w 362309"/>
                <a:gd name="connsiteY28"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2309" h="361971">
                  <a:moveTo>
                    <a:pt x="293298" y="258551"/>
                  </a:moveTo>
                  <a:cubicBezTo>
                    <a:pt x="293298" y="262382"/>
                    <a:pt x="290742" y="264935"/>
                    <a:pt x="286908" y="264935"/>
                  </a:cubicBezTo>
                  <a:lnTo>
                    <a:pt x="74762" y="264935"/>
                  </a:lnTo>
                  <a:cubicBezTo>
                    <a:pt x="70928" y="264935"/>
                    <a:pt x="68372" y="262382"/>
                    <a:pt x="68372" y="258551"/>
                  </a:cubicBezTo>
                  <a:lnTo>
                    <a:pt x="68372" y="160238"/>
                  </a:lnTo>
                  <a:cubicBezTo>
                    <a:pt x="68372" y="156408"/>
                    <a:pt x="70928" y="153854"/>
                    <a:pt x="74762" y="153854"/>
                  </a:cubicBezTo>
                  <a:lnTo>
                    <a:pt x="91376" y="153854"/>
                  </a:lnTo>
                  <a:lnTo>
                    <a:pt x="91376" y="137256"/>
                  </a:lnTo>
                  <a:cubicBezTo>
                    <a:pt x="91376" y="133425"/>
                    <a:pt x="93932" y="130872"/>
                    <a:pt x="97766" y="130872"/>
                  </a:cubicBezTo>
                  <a:lnTo>
                    <a:pt x="174445" y="130872"/>
                  </a:lnTo>
                  <a:lnTo>
                    <a:pt x="174445" y="76608"/>
                  </a:lnTo>
                  <a:cubicBezTo>
                    <a:pt x="174445" y="72777"/>
                    <a:pt x="177001" y="70224"/>
                    <a:pt x="180835" y="70224"/>
                  </a:cubicBezTo>
                  <a:lnTo>
                    <a:pt x="226204" y="70224"/>
                  </a:lnTo>
                  <a:cubicBezTo>
                    <a:pt x="230038" y="70224"/>
                    <a:pt x="232594" y="72777"/>
                    <a:pt x="232594" y="76608"/>
                  </a:cubicBezTo>
                  <a:lnTo>
                    <a:pt x="232594" y="106612"/>
                  </a:lnTo>
                  <a:cubicBezTo>
                    <a:pt x="232594" y="110443"/>
                    <a:pt x="230038" y="112996"/>
                    <a:pt x="226204" y="112996"/>
                  </a:cubicBezTo>
                  <a:lnTo>
                    <a:pt x="187225" y="112996"/>
                  </a:lnTo>
                  <a:lnTo>
                    <a:pt x="187225" y="130233"/>
                  </a:lnTo>
                  <a:lnTo>
                    <a:pt x="263905" y="130233"/>
                  </a:lnTo>
                  <a:cubicBezTo>
                    <a:pt x="267739" y="130233"/>
                    <a:pt x="270294" y="132787"/>
                    <a:pt x="270294" y="136617"/>
                  </a:cubicBezTo>
                  <a:lnTo>
                    <a:pt x="270294" y="153216"/>
                  </a:lnTo>
                  <a:lnTo>
                    <a:pt x="286908" y="153216"/>
                  </a:lnTo>
                  <a:cubicBezTo>
                    <a:pt x="290742" y="153216"/>
                    <a:pt x="293298" y="155769"/>
                    <a:pt x="293298" y="159600"/>
                  </a:cubicBezTo>
                  <a:lnTo>
                    <a:pt x="293298" y="258551"/>
                  </a:lnTo>
                  <a:close/>
                  <a:moveTo>
                    <a:pt x="180835" y="0"/>
                  </a:moveTo>
                  <a:cubicBezTo>
                    <a:pt x="80513" y="0"/>
                    <a:pt x="0" y="81077"/>
                    <a:pt x="0" y="181305"/>
                  </a:cubicBezTo>
                  <a:cubicBezTo>
                    <a:pt x="0" y="281534"/>
                    <a:pt x="81152" y="361972"/>
                    <a:pt x="181474" y="361972"/>
                  </a:cubicBezTo>
                  <a:cubicBezTo>
                    <a:pt x="281157" y="361972"/>
                    <a:pt x="362310" y="280895"/>
                    <a:pt x="362310" y="181305"/>
                  </a:cubicBezTo>
                  <a:cubicBezTo>
                    <a:pt x="362310" y="81077"/>
                    <a:pt x="281157" y="0"/>
                    <a:pt x="180835" y="0"/>
                  </a:cubicBezTo>
                </a:path>
              </a:pathLst>
            </a:custGeom>
            <a:solidFill>
              <a:srgbClr val="26890D"/>
            </a:solidFill>
            <a:ln w="6390" cap="flat">
              <a:noFill/>
              <a:prstDash val="solid"/>
              <a:miter/>
            </a:ln>
          </p:spPr>
          <p:txBody>
            <a:bodyPr rtlCol="0" anchor="ctr"/>
            <a:lstStyle/>
            <a:p>
              <a:endParaRPr lang="en-US"/>
            </a:p>
          </p:txBody>
        </p:sp>
      </p:grpSp>
      <p:grpSp>
        <p:nvGrpSpPr>
          <p:cNvPr id="596" name="Graphic 4">
            <a:extLst>
              <a:ext uri="{FF2B5EF4-FFF2-40B4-BE49-F238E27FC236}">
                <a16:creationId xmlns:a16="http://schemas.microsoft.com/office/drawing/2014/main" id="{B877FF2B-5B4D-EB4D-A917-0E456B0705B5}"/>
              </a:ext>
            </a:extLst>
          </p:cNvPr>
          <p:cNvGrpSpPr>
            <a:grpSpLocks noChangeAspect="1"/>
          </p:cNvGrpSpPr>
          <p:nvPr/>
        </p:nvGrpSpPr>
        <p:grpSpPr>
          <a:xfrm>
            <a:off x="2560447" y="1885990"/>
            <a:ext cx="362309" cy="361971"/>
            <a:chOff x="2560447" y="1885990"/>
            <a:chExt cx="362309" cy="361971"/>
          </a:xfrm>
          <a:solidFill>
            <a:srgbClr val="26890D"/>
          </a:solidFill>
        </p:grpSpPr>
        <p:sp>
          <p:nvSpPr>
            <p:cNvPr id="597" name="Graphic 4">
              <a:extLst>
                <a:ext uri="{FF2B5EF4-FFF2-40B4-BE49-F238E27FC236}">
                  <a16:creationId xmlns:a16="http://schemas.microsoft.com/office/drawing/2014/main" id="{4AA7C31E-DBC8-D948-BF78-096BE453835C}"/>
                </a:ext>
              </a:extLst>
            </p:cNvPr>
            <p:cNvSpPr/>
            <p:nvPr/>
          </p:nvSpPr>
          <p:spPr>
            <a:xfrm>
              <a:off x="2560447" y="1885990"/>
              <a:ext cx="362309" cy="361971"/>
            </a:xfrm>
            <a:custGeom>
              <a:avLst/>
              <a:gdLst>
                <a:gd name="connsiteX0" fmla="*/ 181474 w 362309"/>
                <a:gd name="connsiteY0" fmla="*/ 348565 h 361971"/>
                <a:gd name="connsiteX1" fmla="*/ 12780 w 362309"/>
                <a:gd name="connsiteY1" fmla="*/ 180667 h 361971"/>
                <a:gd name="connsiteX2" fmla="*/ 180835 w 362309"/>
                <a:gd name="connsiteY2" fmla="*/ 12130 h 361971"/>
                <a:gd name="connsiteX3" fmla="*/ 349529 w 362309"/>
                <a:gd name="connsiteY3" fmla="*/ 180028 h 361971"/>
                <a:gd name="connsiteX4" fmla="*/ 349529 w 362309"/>
                <a:gd name="connsiteY4" fmla="*/ 180028 h 361971"/>
                <a:gd name="connsiteX5" fmla="*/ 181474 w 362309"/>
                <a:gd name="connsiteY5" fmla="*/ 348565 h 361971"/>
                <a:gd name="connsiteX6" fmla="*/ 181474 w 362309"/>
                <a:gd name="connsiteY6" fmla="*/ 0 h 361971"/>
                <a:gd name="connsiteX7" fmla="*/ 0 w 362309"/>
                <a:gd name="connsiteY7" fmla="*/ 180667 h 361971"/>
                <a:gd name="connsiteX8" fmla="*/ 180835 w 362309"/>
                <a:gd name="connsiteY8" fmla="*/ 361972 h 361971"/>
                <a:gd name="connsiteX9" fmla="*/ 362309 w 362309"/>
                <a:gd name="connsiteY9" fmla="*/ 181305 h 361971"/>
                <a:gd name="connsiteX10" fmla="*/ 362309 w 362309"/>
                <a:gd name="connsiteY10" fmla="*/ 181305 h 361971"/>
                <a:gd name="connsiteX11" fmla="*/ 181474 w 362309"/>
                <a:gd name="connsiteY11"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348565"/>
                  </a:moveTo>
                  <a:cubicBezTo>
                    <a:pt x="88181" y="348565"/>
                    <a:pt x="12780" y="273235"/>
                    <a:pt x="12780" y="180667"/>
                  </a:cubicBezTo>
                  <a:cubicBezTo>
                    <a:pt x="12780" y="87461"/>
                    <a:pt x="88181" y="12130"/>
                    <a:pt x="180835" y="12130"/>
                  </a:cubicBezTo>
                  <a:cubicBezTo>
                    <a:pt x="274128" y="12130"/>
                    <a:pt x="349529" y="87461"/>
                    <a:pt x="349529" y="180028"/>
                  </a:cubicBezTo>
                  <a:cubicBezTo>
                    <a:pt x="349529" y="180028"/>
                    <a:pt x="349529" y="180028"/>
                    <a:pt x="349529" y="180028"/>
                  </a:cubicBezTo>
                  <a:cubicBezTo>
                    <a:pt x="349529" y="273235"/>
                    <a:pt x="274128" y="348565"/>
                    <a:pt x="181474" y="348565"/>
                  </a:cubicBezTo>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0438"/>
                    <a:pt x="281157" y="0"/>
                    <a:pt x="181474" y="0"/>
                  </a:cubicBezTo>
                </a:path>
              </a:pathLst>
            </a:custGeom>
            <a:solidFill>
              <a:srgbClr val="26890D"/>
            </a:solidFill>
            <a:ln w="6390" cap="flat">
              <a:noFill/>
              <a:prstDash val="solid"/>
              <a:miter/>
            </a:ln>
          </p:spPr>
          <p:txBody>
            <a:bodyPr rtlCol="0" anchor="ctr"/>
            <a:lstStyle/>
            <a:p>
              <a:endParaRPr lang="en-US"/>
            </a:p>
          </p:txBody>
        </p:sp>
        <p:sp>
          <p:nvSpPr>
            <p:cNvPr id="598" name="Graphic 4">
              <a:extLst>
                <a:ext uri="{FF2B5EF4-FFF2-40B4-BE49-F238E27FC236}">
                  <a16:creationId xmlns:a16="http://schemas.microsoft.com/office/drawing/2014/main" id="{B743D652-AD47-6743-AAA1-33E6600AFACB}"/>
                </a:ext>
              </a:extLst>
            </p:cNvPr>
            <p:cNvSpPr/>
            <p:nvPr/>
          </p:nvSpPr>
          <p:spPr>
            <a:xfrm>
              <a:off x="2642779" y="2129859"/>
              <a:ext cx="197547" cy="43411"/>
            </a:xfrm>
            <a:custGeom>
              <a:avLst/>
              <a:gdLst>
                <a:gd name="connsiteX0" fmla="*/ 16713 w 197547"/>
                <a:gd name="connsiteY0" fmla="*/ 30643 h 43411"/>
                <a:gd name="connsiteX1" fmla="*/ 25659 w 197547"/>
                <a:gd name="connsiteY1" fmla="*/ 12768 h 43411"/>
                <a:gd name="connsiteX2" fmla="*/ 171349 w 197547"/>
                <a:gd name="connsiteY2" fmla="*/ 12768 h 43411"/>
                <a:gd name="connsiteX3" fmla="*/ 180295 w 197547"/>
                <a:gd name="connsiteY3" fmla="*/ 30643 h 43411"/>
                <a:gd name="connsiteX4" fmla="*/ 16713 w 197547"/>
                <a:gd name="connsiteY4" fmla="*/ 30643 h 43411"/>
                <a:gd name="connsiteX5" fmla="*/ 181573 w 197547"/>
                <a:gd name="connsiteY5" fmla="*/ 3192 h 43411"/>
                <a:gd name="connsiteX6" fmla="*/ 175822 w 197547"/>
                <a:gd name="connsiteY6" fmla="*/ 0 h 43411"/>
                <a:gd name="connsiteX7" fmla="*/ 21825 w 197547"/>
                <a:gd name="connsiteY7" fmla="*/ 0 h 43411"/>
                <a:gd name="connsiteX8" fmla="*/ 16074 w 197547"/>
                <a:gd name="connsiteY8" fmla="*/ 3192 h 43411"/>
                <a:gd name="connsiteX9" fmla="*/ 738 w 197547"/>
                <a:gd name="connsiteY9" fmla="*/ 33835 h 43411"/>
                <a:gd name="connsiteX10" fmla="*/ 738 w 197547"/>
                <a:gd name="connsiteY10" fmla="*/ 40219 h 43411"/>
                <a:gd name="connsiteX11" fmla="*/ 6489 w 197547"/>
                <a:gd name="connsiteY11" fmla="*/ 43411 h 43411"/>
                <a:gd name="connsiteX12" fmla="*/ 191158 w 197547"/>
                <a:gd name="connsiteY12" fmla="*/ 43411 h 43411"/>
                <a:gd name="connsiteX13" fmla="*/ 197548 w 197547"/>
                <a:gd name="connsiteY13" fmla="*/ 37027 h 43411"/>
                <a:gd name="connsiteX14" fmla="*/ 196909 w 197547"/>
                <a:gd name="connsiteY14" fmla="*/ 34473 h 43411"/>
                <a:gd name="connsiteX15" fmla="*/ 181573 w 197547"/>
                <a:gd name="connsiteY15" fmla="*/ 3192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7547" h="43411">
                  <a:moveTo>
                    <a:pt x="16713" y="30643"/>
                  </a:moveTo>
                  <a:lnTo>
                    <a:pt x="25659" y="12768"/>
                  </a:lnTo>
                  <a:lnTo>
                    <a:pt x="171349" y="12768"/>
                  </a:lnTo>
                  <a:lnTo>
                    <a:pt x="180295" y="30643"/>
                  </a:lnTo>
                  <a:lnTo>
                    <a:pt x="16713" y="30643"/>
                  </a:lnTo>
                  <a:close/>
                  <a:moveTo>
                    <a:pt x="181573" y="3192"/>
                  </a:moveTo>
                  <a:cubicBezTo>
                    <a:pt x="180295" y="1277"/>
                    <a:pt x="178378" y="0"/>
                    <a:pt x="175822" y="0"/>
                  </a:cubicBezTo>
                  <a:lnTo>
                    <a:pt x="21825" y="0"/>
                  </a:lnTo>
                  <a:cubicBezTo>
                    <a:pt x="19269" y="0"/>
                    <a:pt x="17352" y="1277"/>
                    <a:pt x="16074" y="3192"/>
                  </a:cubicBezTo>
                  <a:lnTo>
                    <a:pt x="738" y="33835"/>
                  </a:lnTo>
                  <a:cubicBezTo>
                    <a:pt x="-540" y="35750"/>
                    <a:pt x="99" y="38304"/>
                    <a:pt x="738" y="40219"/>
                  </a:cubicBezTo>
                  <a:cubicBezTo>
                    <a:pt x="2016" y="42134"/>
                    <a:pt x="3933" y="43411"/>
                    <a:pt x="6489" y="43411"/>
                  </a:cubicBezTo>
                  <a:lnTo>
                    <a:pt x="191158" y="43411"/>
                  </a:lnTo>
                  <a:cubicBezTo>
                    <a:pt x="194992" y="43411"/>
                    <a:pt x="197548" y="40219"/>
                    <a:pt x="197548" y="37027"/>
                  </a:cubicBezTo>
                  <a:cubicBezTo>
                    <a:pt x="197548" y="35750"/>
                    <a:pt x="197548" y="35112"/>
                    <a:pt x="196909" y="34473"/>
                  </a:cubicBezTo>
                  <a:lnTo>
                    <a:pt x="181573" y="3192"/>
                  </a:lnTo>
                  <a:close/>
                </a:path>
              </a:pathLst>
            </a:custGeom>
            <a:solidFill>
              <a:srgbClr val="26890D"/>
            </a:solidFill>
            <a:ln w="6390" cap="flat">
              <a:noFill/>
              <a:prstDash val="solid"/>
              <a:miter/>
            </a:ln>
          </p:spPr>
          <p:txBody>
            <a:bodyPr rtlCol="0" anchor="ctr"/>
            <a:lstStyle/>
            <a:p>
              <a:endParaRPr lang="en-US"/>
            </a:p>
          </p:txBody>
        </p:sp>
        <p:sp>
          <p:nvSpPr>
            <p:cNvPr id="599" name="Graphic 4">
              <a:extLst>
                <a:ext uri="{FF2B5EF4-FFF2-40B4-BE49-F238E27FC236}">
                  <a16:creationId xmlns:a16="http://schemas.microsoft.com/office/drawing/2014/main" id="{73C45DE8-4915-FE44-AD49-CC49C025EBF7}"/>
                </a:ext>
              </a:extLst>
            </p:cNvPr>
            <p:cNvSpPr/>
            <p:nvPr/>
          </p:nvSpPr>
          <p:spPr>
            <a:xfrm>
              <a:off x="2650923" y="1960364"/>
              <a:ext cx="181898" cy="59051"/>
            </a:xfrm>
            <a:custGeom>
              <a:avLst/>
              <a:gdLst>
                <a:gd name="connsiteX0" fmla="*/ 90999 w 181898"/>
                <a:gd name="connsiteY0" fmla="*/ 13726 h 59051"/>
                <a:gd name="connsiteX1" fmla="*/ 150425 w 181898"/>
                <a:gd name="connsiteY1" fmla="*/ 46284 h 59051"/>
                <a:gd name="connsiteX2" fmla="*/ 31572 w 181898"/>
                <a:gd name="connsiteY2" fmla="*/ 46284 h 59051"/>
                <a:gd name="connsiteX3" fmla="*/ 90999 w 181898"/>
                <a:gd name="connsiteY3" fmla="*/ 13726 h 59051"/>
                <a:gd name="connsiteX4" fmla="*/ 6013 w 181898"/>
                <a:gd name="connsiteY4" fmla="*/ 59052 h 59051"/>
                <a:gd name="connsiteX5" fmla="*/ 175346 w 181898"/>
                <a:gd name="connsiteY5" fmla="*/ 59052 h 59051"/>
                <a:gd name="connsiteX6" fmla="*/ 181736 w 181898"/>
                <a:gd name="connsiteY6" fmla="*/ 53945 h 59051"/>
                <a:gd name="connsiteX7" fmla="*/ 178541 w 181898"/>
                <a:gd name="connsiteY7" fmla="*/ 46922 h 59051"/>
                <a:gd name="connsiteX8" fmla="*/ 94194 w 181898"/>
                <a:gd name="connsiteY8" fmla="*/ 958 h 59051"/>
                <a:gd name="connsiteX9" fmla="*/ 87804 w 181898"/>
                <a:gd name="connsiteY9" fmla="*/ 958 h 59051"/>
                <a:gd name="connsiteX10" fmla="*/ 3457 w 181898"/>
                <a:gd name="connsiteY10" fmla="*/ 46922 h 59051"/>
                <a:gd name="connsiteX11" fmla="*/ 901 w 181898"/>
                <a:gd name="connsiteY11" fmla="*/ 55860 h 59051"/>
                <a:gd name="connsiteX12" fmla="*/ 6013 w 181898"/>
                <a:gd name="connsiteY12" fmla="*/ 59052 h 59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898" h="59051">
                  <a:moveTo>
                    <a:pt x="90999" y="13726"/>
                  </a:moveTo>
                  <a:lnTo>
                    <a:pt x="150425" y="46284"/>
                  </a:lnTo>
                  <a:lnTo>
                    <a:pt x="31572" y="46284"/>
                  </a:lnTo>
                  <a:lnTo>
                    <a:pt x="90999" y="13726"/>
                  </a:lnTo>
                  <a:close/>
                  <a:moveTo>
                    <a:pt x="6013" y="59052"/>
                  </a:moveTo>
                  <a:lnTo>
                    <a:pt x="175346" y="59052"/>
                  </a:lnTo>
                  <a:cubicBezTo>
                    <a:pt x="178541" y="59052"/>
                    <a:pt x="181097" y="57137"/>
                    <a:pt x="181736" y="53945"/>
                  </a:cubicBezTo>
                  <a:cubicBezTo>
                    <a:pt x="182375" y="51391"/>
                    <a:pt x="181097" y="48199"/>
                    <a:pt x="178541" y="46922"/>
                  </a:cubicBezTo>
                  <a:lnTo>
                    <a:pt x="94194" y="958"/>
                  </a:lnTo>
                  <a:cubicBezTo>
                    <a:pt x="92277" y="-319"/>
                    <a:pt x="89721" y="-319"/>
                    <a:pt x="87804" y="958"/>
                  </a:cubicBezTo>
                  <a:lnTo>
                    <a:pt x="3457" y="46922"/>
                  </a:lnTo>
                  <a:cubicBezTo>
                    <a:pt x="262" y="48838"/>
                    <a:pt x="-1016" y="52668"/>
                    <a:pt x="901" y="55860"/>
                  </a:cubicBezTo>
                  <a:cubicBezTo>
                    <a:pt x="1540" y="57775"/>
                    <a:pt x="3457" y="59052"/>
                    <a:pt x="6013" y="59052"/>
                  </a:cubicBezTo>
                </a:path>
              </a:pathLst>
            </a:custGeom>
            <a:solidFill>
              <a:srgbClr val="26890D"/>
            </a:solidFill>
            <a:ln w="6390" cap="flat">
              <a:noFill/>
              <a:prstDash val="solid"/>
              <a:miter/>
            </a:ln>
          </p:spPr>
          <p:txBody>
            <a:bodyPr rtlCol="0" anchor="ctr"/>
            <a:lstStyle/>
            <a:p>
              <a:endParaRPr lang="en-US"/>
            </a:p>
          </p:txBody>
        </p:sp>
        <p:sp>
          <p:nvSpPr>
            <p:cNvPr id="600" name="Graphic 4">
              <a:extLst>
                <a:ext uri="{FF2B5EF4-FFF2-40B4-BE49-F238E27FC236}">
                  <a16:creationId xmlns:a16="http://schemas.microsoft.com/office/drawing/2014/main" id="{01316688-FA31-3541-B069-3366C6AB68B2}"/>
                </a:ext>
              </a:extLst>
            </p:cNvPr>
            <p:cNvSpPr/>
            <p:nvPr/>
          </p:nvSpPr>
          <p:spPr>
            <a:xfrm>
              <a:off x="2665881" y="2037291"/>
              <a:ext cx="12779" cy="74054"/>
            </a:xfrm>
            <a:custGeom>
              <a:avLst/>
              <a:gdLst>
                <a:gd name="connsiteX0" fmla="*/ 0 w 12779"/>
                <a:gd name="connsiteY0" fmla="*/ 6384 h 74054"/>
                <a:gd name="connsiteX1" fmla="*/ 0 w 12779"/>
                <a:gd name="connsiteY1" fmla="*/ 67670 h 74054"/>
                <a:gd name="connsiteX2" fmla="*/ 6390 w 12779"/>
                <a:gd name="connsiteY2" fmla="*/ 74054 h 74054"/>
                <a:gd name="connsiteX3" fmla="*/ 12780 w 12779"/>
                <a:gd name="connsiteY3" fmla="*/ 67670 h 74054"/>
                <a:gd name="connsiteX4" fmla="*/ 12780 w 12779"/>
                <a:gd name="connsiteY4" fmla="*/ 6384 h 74054"/>
                <a:gd name="connsiteX5" fmla="*/ 6390 w 12779"/>
                <a:gd name="connsiteY5" fmla="*/ 0 h 74054"/>
                <a:gd name="connsiteX6" fmla="*/ 0 w 12779"/>
                <a:gd name="connsiteY6" fmla="*/ 6384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4054">
                  <a:moveTo>
                    <a:pt x="0" y="6384"/>
                  </a:moveTo>
                  <a:lnTo>
                    <a:pt x="0" y="67670"/>
                  </a:lnTo>
                  <a:cubicBezTo>
                    <a:pt x="0" y="71501"/>
                    <a:pt x="2556" y="74054"/>
                    <a:pt x="6390" y="74054"/>
                  </a:cubicBezTo>
                  <a:cubicBezTo>
                    <a:pt x="10224" y="74054"/>
                    <a:pt x="12780" y="71501"/>
                    <a:pt x="12780" y="67670"/>
                  </a:cubicBezTo>
                  <a:lnTo>
                    <a:pt x="12780" y="6384"/>
                  </a:lnTo>
                  <a:cubicBezTo>
                    <a:pt x="12780" y="2554"/>
                    <a:pt x="10224" y="0"/>
                    <a:pt x="6390" y="0"/>
                  </a:cubicBezTo>
                  <a:cubicBezTo>
                    <a:pt x="2556" y="0"/>
                    <a:pt x="0" y="2554"/>
                    <a:pt x="0" y="6384"/>
                  </a:cubicBezTo>
                </a:path>
              </a:pathLst>
            </a:custGeom>
            <a:solidFill>
              <a:srgbClr val="26890D"/>
            </a:solidFill>
            <a:ln w="6390" cap="flat">
              <a:noFill/>
              <a:prstDash val="solid"/>
              <a:miter/>
            </a:ln>
          </p:spPr>
          <p:txBody>
            <a:bodyPr rtlCol="0" anchor="ctr"/>
            <a:lstStyle/>
            <a:p>
              <a:endParaRPr lang="en-US"/>
            </a:p>
          </p:txBody>
        </p:sp>
        <p:sp>
          <p:nvSpPr>
            <p:cNvPr id="601" name="Graphic 4">
              <a:extLst>
                <a:ext uri="{FF2B5EF4-FFF2-40B4-BE49-F238E27FC236}">
                  <a16:creationId xmlns:a16="http://schemas.microsoft.com/office/drawing/2014/main" id="{515F150E-5A86-7A4C-90F3-8C5441B5DD9C}"/>
                </a:ext>
              </a:extLst>
            </p:cNvPr>
            <p:cNvSpPr/>
            <p:nvPr/>
          </p:nvSpPr>
          <p:spPr>
            <a:xfrm>
              <a:off x="2712528" y="2037291"/>
              <a:ext cx="12779" cy="74054"/>
            </a:xfrm>
            <a:custGeom>
              <a:avLst/>
              <a:gdLst>
                <a:gd name="connsiteX0" fmla="*/ 0 w 12779"/>
                <a:gd name="connsiteY0" fmla="*/ 6384 h 74054"/>
                <a:gd name="connsiteX1" fmla="*/ 0 w 12779"/>
                <a:gd name="connsiteY1" fmla="*/ 67670 h 74054"/>
                <a:gd name="connsiteX2" fmla="*/ 6390 w 12779"/>
                <a:gd name="connsiteY2" fmla="*/ 74054 h 74054"/>
                <a:gd name="connsiteX3" fmla="*/ 12780 w 12779"/>
                <a:gd name="connsiteY3" fmla="*/ 67670 h 74054"/>
                <a:gd name="connsiteX4" fmla="*/ 12780 w 12779"/>
                <a:gd name="connsiteY4" fmla="*/ 6384 h 74054"/>
                <a:gd name="connsiteX5" fmla="*/ 6390 w 12779"/>
                <a:gd name="connsiteY5" fmla="*/ 0 h 74054"/>
                <a:gd name="connsiteX6" fmla="*/ 0 w 12779"/>
                <a:gd name="connsiteY6" fmla="*/ 6384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4054">
                  <a:moveTo>
                    <a:pt x="0" y="6384"/>
                  </a:moveTo>
                  <a:lnTo>
                    <a:pt x="0" y="67670"/>
                  </a:lnTo>
                  <a:cubicBezTo>
                    <a:pt x="0" y="71501"/>
                    <a:pt x="2556" y="74054"/>
                    <a:pt x="6390" y="74054"/>
                  </a:cubicBezTo>
                  <a:cubicBezTo>
                    <a:pt x="10224" y="74054"/>
                    <a:pt x="12780" y="71501"/>
                    <a:pt x="12780" y="67670"/>
                  </a:cubicBezTo>
                  <a:lnTo>
                    <a:pt x="12780" y="6384"/>
                  </a:lnTo>
                  <a:cubicBezTo>
                    <a:pt x="12780" y="2554"/>
                    <a:pt x="10224" y="0"/>
                    <a:pt x="6390" y="0"/>
                  </a:cubicBezTo>
                  <a:cubicBezTo>
                    <a:pt x="2556" y="0"/>
                    <a:pt x="0" y="2554"/>
                    <a:pt x="0" y="6384"/>
                  </a:cubicBezTo>
                </a:path>
              </a:pathLst>
            </a:custGeom>
            <a:solidFill>
              <a:srgbClr val="26890D"/>
            </a:solidFill>
            <a:ln w="6390" cap="flat">
              <a:noFill/>
              <a:prstDash val="solid"/>
              <a:miter/>
            </a:ln>
          </p:spPr>
          <p:txBody>
            <a:bodyPr rtlCol="0" anchor="ctr"/>
            <a:lstStyle/>
            <a:p>
              <a:endParaRPr lang="en-US"/>
            </a:p>
          </p:txBody>
        </p:sp>
        <p:sp>
          <p:nvSpPr>
            <p:cNvPr id="602" name="Graphic 4">
              <a:extLst>
                <a:ext uri="{FF2B5EF4-FFF2-40B4-BE49-F238E27FC236}">
                  <a16:creationId xmlns:a16="http://schemas.microsoft.com/office/drawing/2014/main" id="{0B7D9A70-4B9B-3749-8617-A6AACD4F298E}"/>
                </a:ext>
              </a:extLst>
            </p:cNvPr>
            <p:cNvSpPr/>
            <p:nvPr/>
          </p:nvSpPr>
          <p:spPr>
            <a:xfrm>
              <a:off x="2758535" y="2037291"/>
              <a:ext cx="12779" cy="74054"/>
            </a:xfrm>
            <a:custGeom>
              <a:avLst/>
              <a:gdLst>
                <a:gd name="connsiteX0" fmla="*/ 0 w 12779"/>
                <a:gd name="connsiteY0" fmla="*/ 6384 h 74054"/>
                <a:gd name="connsiteX1" fmla="*/ 0 w 12779"/>
                <a:gd name="connsiteY1" fmla="*/ 67670 h 74054"/>
                <a:gd name="connsiteX2" fmla="*/ 6390 w 12779"/>
                <a:gd name="connsiteY2" fmla="*/ 74054 h 74054"/>
                <a:gd name="connsiteX3" fmla="*/ 12780 w 12779"/>
                <a:gd name="connsiteY3" fmla="*/ 67670 h 74054"/>
                <a:gd name="connsiteX4" fmla="*/ 12780 w 12779"/>
                <a:gd name="connsiteY4" fmla="*/ 6384 h 74054"/>
                <a:gd name="connsiteX5" fmla="*/ 6390 w 12779"/>
                <a:gd name="connsiteY5" fmla="*/ 0 h 74054"/>
                <a:gd name="connsiteX6" fmla="*/ 0 w 12779"/>
                <a:gd name="connsiteY6" fmla="*/ 6384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4054">
                  <a:moveTo>
                    <a:pt x="0" y="6384"/>
                  </a:moveTo>
                  <a:lnTo>
                    <a:pt x="0" y="67670"/>
                  </a:lnTo>
                  <a:cubicBezTo>
                    <a:pt x="0" y="71501"/>
                    <a:pt x="2556" y="74054"/>
                    <a:pt x="6390" y="74054"/>
                  </a:cubicBezTo>
                  <a:cubicBezTo>
                    <a:pt x="10224" y="74054"/>
                    <a:pt x="12780" y="71501"/>
                    <a:pt x="12780" y="67670"/>
                  </a:cubicBezTo>
                  <a:lnTo>
                    <a:pt x="12780" y="6384"/>
                  </a:lnTo>
                  <a:cubicBezTo>
                    <a:pt x="12780" y="2554"/>
                    <a:pt x="10224" y="0"/>
                    <a:pt x="6390" y="0"/>
                  </a:cubicBezTo>
                  <a:cubicBezTo>
                    <a:pt x="2556" y="0"/>
                    <a:pt x="0" y="2554"/>
                    <a:pt x="0" y="6384"/>
                  </a:cubicBezTo>
                </a:path>
              </a:pathLst>
            </a:custGeom>
            <a:solidFill>
              <a:srgbClr val="26890D"/>
            </a:solidFill>
            <a:ln w="6390" cap="flat">
              <a:noFill/>
              <a:prstDash val="solid"/>
              <a:miter/>
            </a:ln>
          </p:spPr>
          <p:txBody>
            <a:bodyPr rtlCol="0" anchor="ctr"/>
            <a:lstStyle/>
            <a:p>
              <a:endParaRPr lang="en-US"/>
            </a:p>
          </p:txBody>
        </p:sp>
        <p:sp>
          <p:nvSpPr>
            <p:cNvPr id="603" name="Graphic 4">
              <a:extLst>
                <a:ext uri="{FF2B5EF4-FFF2-40B4-BE49-F238E27FC236}">
                  <a16:creationId xmlns:a16="http://schemas.microsoft.com/office/drawing/2014/main" id="{77010066-ECB0-1741-98C9-2805355028BB}"/>
                </a:ext>
              </a:extLst>
            </p:cNvPr>
            <p:cNvSpPr/>
            <p:nvPr/>
          </p:nvSpPr>
          <p:spPr>
            <a:xfrm>
              <a:off x="2804543" y="2037291"/>
              <a:ext cx="12779" cy="74054"/>
            </a:xfrm>
            <a:custGeom>
              <a:avLst/>
              <a:gdLst>
                <a:gd name="connsiteX0" fmla="*/ 0 w 12779"/>
                <a:gd name="connsiteY0" fmla="*/ 6384 h 74054"/>
                <a:gd name="connsiteX1" fmla="*/ 0 w 12779"/>
                <a:gd name="connsiteY1" fmla="*/ 67670 h 74054"/>
                <a:gd name="connsiteX2" fmla="*/ 6390 w 12779"/>
                <a:gd name="connsiteY2" fmla="*/ 74054 h 74054"/>
                <a:gd name="connsiteX3" fmla="*/ 12780 w 12779"/>
                <a:gd name="connsiteY3" fmla="*/ 67670 h 74054"/>
                <a:gd name="connsiteX4" fmla="*/ 12780 w 12779"/>
                <a:gd name="connsiteY4" fmla="*/ 6384 h 74054"/>
                <a:gd name="connsiteX5" fmla="*/ 6390 w 12779"/>
                <a:gd name="connsiteY5" fmla="*/ 0 h 74054"/>
                <a:gd name="connsiteX6" fmla="*/ 0 w 12779"/>
                <a:gd name="connsiteY6" fmla="*/ 6384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4054">
                  <a:moveTo>
                    <a:pt x="0" y="6384"/>
                  </a:moveTo>
                  <a:lnTo>
                    <a:pt x="0" y="67670"/>
                  </a:lnTo>
                  <a:cubicBezTo>
                    <a:pt x="0" y="71501"/>
                    <a:pt x="2556" y="74054"/>
                    <a:pt x="6390" y="74054"/>
                  </a:cubicBezTo>
                  <a:cubicBezTo>
                    <a:pt x="10224" y="74054"/>
                    <a:pt x="12780" y="71501"/>
                    <a:pt x="12780" y="67670"/>
                  </a:cubicBezTo>
                  <a:lnTo>
                    <a:pt x="12780" y="6384"/>
                  </a:lnTo>
                  <a:cubicBezTo>
                    <a:pt x="12780" y="2554"/>
                    <a:pt x="10224" y="0"/>
                    <a:pt x="6390" y="0"/>
                  </a:cubicBezTo>
                  <a:cubicBezTo>
                    <a:pt x="2556" y="0"/>
                    <a:pt x="0" y="2554"/>
                    <a:pt x="0" y="6384"/>
                  </a:cubicBezTo>
                </a:path>
              </a:pathLst>
            </a:custGeom>
            <a:solidFill>
              <a:srgbClr val="26890D"/>
            </a:solidFill>
            <a:ln w="6390" cap="flat">
              <a:noFill/>
              <a:prstDash val="solid"/>
              <a:miter/>
            </a:ln>
          </p:spPr>
          <p:txBody>
            <a:bodyPr rtlCol="0" anchor="ctr"/>
            <a:lstStyle/>
            <a:p>
              <a:endParaRPr lang="en-US"/>
            </a:p>
          </p:txBody>
        </p:sp>
      </p:grpSp>
      <p:grpSp>
        <p:nvGrpSpPr>
          <p:cNvPr id="604" name="Graphic 4">
            <a:extLst>
              <a:ext uri="{FF2B5EF4-FFF2-40B4-BE49-F238E27FC236}">
                <a16:creationId xmlns:a16="http://schemas.microsoft.com/office/drawing/2014/main" id="{82022956-0BDA-894B-A0B9-211972008FD1}"/>
              </a:ext>
            </a:extLst>
          </p:cNvPr>
          <p:cNvGrpSpPr>
            <a:grpSpLocks noChangeAspect="1"/>
          </p:cNvGrpSpPr>
          <p:nvPr/>
        </p:nvGrpSpPr>
        <p:grpSpPr>
          <a:xfrm>
            <a:off x="2998797" y="1885352"/>
            <a:ext cx="362309" cy="362610"/>
            <a:chOff x="2998797" y="1885352"/>
            <a:chExt cx="362309" cy="362610"/>
          </a:xfrm>
          <a:solidFill>
            <a:srgbClr val="26890D"/>
          </a:solidFill>
        </p:grpSpPr>
        <p:sp>
          <p:nvSpPr>
            <p:cNvPr id="605" name="Graphic 4">
              <a:extLst>
                <a:ext uri="{FF2B5EF4-FFF2-40B4-BE49-F238E27FC236}">
                  <a16:creationId xmlns:a16="http://schemas.microsoft.com/office/drawing/2014/main" id="{13EEF71D-D330-0F40-88CB-87D08C0724A1}"/>
                </a:ext>
              </a:extLst>
            </p:cNvPr>
            <p:cNvSpPr/>
            <p:nvPr/>
          </p:nvSpPr>
          <p:spPr>
            <a:xfrm>
              <a:off x="2998797" y="1885352"/>
              <a:ext cx="362309" cy="362610"/>
            </a:xfrm>
            <a:custGeom>
              <a:avLst/>
              <a:gdLst>
                <a:gd name="connsiteX0" fmla="*/ 278602 w 362309"/>
                <a:gd name="connsiteY0" fmla="*/ 284725 h 362610"/>
                <a:gd name="connsiteX1" fmla="*/ 273489 w 362309"/>
                <a:gd name="connsiteY1" fmla="*/ 287917 h 362610"/>
                <a:gd name="connsiteX2" fmla="*/ 88820 w 362309"/>
                <a:gd name="connsiteY2" fmla="*/ 287917 h 362610"/>
                <a:gd name="connsiteX3" fmla="*/ 82430 w 362309"/>
                <a:gd name="connsiteY3" fmla="*/ 281533 h 362610"/>
                <a:gd name="connsiteX4" fmla="*/ 83069 w 362309"/>
                <a:gd name="connsiteY4" fmla="*/ 278341 h 362610"/>
                <a:gd name="connsiteX5" fmla="*/ 98405 w 362309"/>
                <a:gd name="connsiteY5" fmla="*/ 247698 h 362610"/>
                <a:gd name="connsiteX6" fmla="*/ 104156 w 362309"/>
                <a:gd name="connsiteY6" fmla="*/ 244506 h 362610"/>
                <a:gd name="connsiteX7" fmla="*/ 258154 w 362309"/>
                <a:gd name="connsiteY7" fmla="*/ 244506 h 362610"/>
                <a:gd name="connsiteX8" fmla="*/ 263905 w 362309"/>
                <a:gd name="connsiteY8" fmla="*/ 247698 h 362610"/>
                <a:gd name="connsiteX9" fmla="*/ 279879 w 362309"/>
                <a:gd name="connsiteY9" fmla="*/ 278341 h 362610"/>
                <a:gd name="connsiteX10" fmla="*/ 278602 w 362309"/>
                <a:gd name="connsiteY10" fmla="*/ 284725 h 362610"/>
                <a:gd name="connsiteX11" fmla="*/ 118214 w 362309"/>
                <a:gd name="connsiteY11" fmla="*/ 158323 h 362610"/>
                <a:gd name="connsiteX12" fmla="*/ 118214 w 362309"/>
                <a:gd name="connsiteY12" fmla="*/ 219609 h 362610"/>
                <a:gd name="connsiteX13" fmla="*/ 111824 w 362309"/>
                <a:gd name="connsiteY13" fmla="*/ 225993 h 362610"/>
                <a:gd name="connsiteX14" fmla="*/ 105434 w 362309"/>
                <a:gd name="connsiteY14" fmla="*/ 219609 h 362610"/>
                <a:gd name="connsiteX15" fmla="*/ 105434 w 362309"/>
                <a:gd name="connsiteY15" fmla="*/ 158323 h 362610"/>
                <a:gd name="connsiteX16" fmla="*/ 111824 w 362309"/>
                <a:gd name="connsiteY16" fmla="*/ 151939 h 362610"/>
                <a:gd name="connsiteX17" fmla="*/ 118214 w 362309"/>
                <a:gd name="connsiteY17" fmla="*/ 158323 h 362610"/>
                <a:gd name="connsiteX18" fmla="*/ 164221 w 362309"/>
                <a:gd name="connsiteY18" fmla="*/ 158323 h 362610"/>
                <a:gd name="connsiteX19" fmla="*/ 164221 w 362309"/>
                <a:gd name="connsiteY19" fmla="*/ 219609 h 362610"/>
                <a:gd name="connsiteX20" fmla="*/ 157832 w 362309"/>
                <a:gd name="connsiteY20" fmla="*/ 225993 h 362610"/>
                <a:gd name="connsiteX21" fmla="*/ 151442 w 362309"/>
                <a:gd name="connsiteY21" fmla="*/ 219609 h 362610"/>
                <a:gd name="connsiteX22" fmla="*/ 151442 w 362309"/>
                <a:gd name="connsiteY22" fmla="*/ 158323 h 362610"/>
                <a:gd name="connsiteX23" fmla="*/ 157832 w 362309"/>
                <a:gd name="connsiteY23" fmla="*/ 151939 h 362610"/>
                <a:gd name="connsiteX24" fmla="*/ 164221 w 362309"/>
                <a:gd name="connsiteY24" fmla="*/ 158323 h 362610"/>
                <a:gd name="connsiteX25" fmla="*/ 210868 w 362309"/>
                <a:gd name="connsiteY25" fmla="*/ 158323 h 362610"/>
                <a:gd name="connsiteX26" fmla="*/ 210868 w 362309"/>
                <a:gd name="connsiteY26" fmla="*/ 219609 h 362610"/>
                <a:gd name="connsiteX27" fmla="*/ 204478 w 362309"/>
                <a:gd name="connsiteY27" fmla="*/ 225993 h 362610"/>
                <a:gd name="connsiteX28" fmla="*/ 198088 w 362309"/>
                <a:gd name="connsiteY28" fmla="*/ 219609 h 362610"/>
                <a:gd name="connsiteX29" fmla="*/ 198088 w 362309"/>
                <a:gd name="connsiteY29" fmla="*/ 158323 h 362610"/>
                <a:gd name="connsiteX30" fmla="*/ 204478 w 362309"/>
                <a:gd name="connsiteY30" fmla="*/ 151939 h 362610"/>
                <a:gd name="connsiteX31" fmla="*/ 210868 w 362309"/>
                <a:gd name="connsiteY31" fmla="*/ 158323 h 362610"/>
                <a:gd name="connsiteX32" fmla="*/ 256876 w 362309"/>
                <a:gd name="connsiteY32" fmla="*/ 158323 h 362610"/>
                <a:gd name="connsiteX33" fmla="*/ 256876 w 362309"/>
                <a:gd name="connsiteY33" fmla="*/ 219609 h 362610"/>
                <a:gd name="connsiteX34" fmla="*/ 250486 w 362309"/>
                <a:gd name="connsiteY34" fmla="*/ 225993 h 362610"/>
                <a:gd name="connsiteX35" fmla="*/ 244096 w 362309"/>
                <a:gd name="connsiteY35" fmla="*/ 219609 h 362610"/>
                <a:gd name="connsiteX36" fmla="*/ 244096 w 362309"/>
                <a:gd name="connsiteY36" fmla="*/ 158323 h 362610"/>
                <a:gd name="connsiteX37" fmla="*/ 250486 w 362309"/>
                <a:gd name="connsiteY37" fmla="*/ 151939 h 362610"/>
                <a:gd name="connsiteX38" fmla="*/ 256876 w 362309"/>
                <a:gd name="connsiteY38" fmla="*/ 158323 h 362610"/>
                <a:gd name="connsiteX39" fmla="*/ 93293 w 362309"/>
                <a:gd name="connsiteY39" fmla="*/ 121934 h 362610"/>
                <a:gd name="connsiteX40" fmla="*/ 177640 w 362309"/>
                <a:gd name="connsiteY40" fmla="*/ 75969 h 362610"/>
                <a:gd name="connsiteX41" fmla="*/ 184030 w 362309"/>
                <a:gd name="connsiteY41" fmla="*/ 75969 h 362610"/>
                <a:gd name="connsiteX42" fmla="*/ 268377 w 362309"/>
                <a:gd name="connsiteY42" fmla="*/ 121934 h 362610"/>
                <a:gd name="connsiteX43" fmla="*/ 271572 w 362309"/>
                <a:gd name="connsiteY43" fmla="*/ 128956 h 362610"/>
                <a:gd name="connsiteX44" fmla="*/ 265182 w 362309"/>
                <a:gd name="connsiteY44" fmla="*/ 134064 h 362610"/>
                <a:gd name="connsiteX45" fmla="*/ 95849 w 362309"/>
                <a:gd name="connsiteY45" fmla="*/ 134064 h 362610"/>
                <a:gd name="connsiteX46" fmla="*/ 89459 w 362309"/>
                <a:gd name="connsiteY46" fmla="*/ 128956 h 362610"/>
                <a:gd name="connsiteX47" fmla="*/ 93293 w 362309"/>
                <a:gd name="connsiteY47" fmla="*/ 121934 h 362610"/>
                <a:gd name="connsiteX48" fmla="*/ 180835 w 362309"/>
                <a:gd name="connsiteY48" fmla="*/ 638 h 362610"/>
                <a:gd name="connsiteX49" fmla="*/ 0 w 362309"/>
                <a:gd name="connsiteY49" fmla="*/ 181944 h 362610"/>
                <a:gd name="connsiteX50" fmla="*/ 181474 w 362309"/>
                <a:gd name="connsiteY50" fmla="*/ 362610 h 362610"/>
                <a:gd name="connsiteX51" fmla="*/ 362310 w 362309"/>
                <a:gd name="connsiteY51" fmla="*/ 181305 h 362610"/>
                <a:gd name="connsiteX52" fmla="*/ 181474 w 362309"/>
                <a:gd name="connsiteY52" fmla="*/ 0 h 362610"/>
                <a:gd name="connsiteX53" fmla="*/ 180835 w 362309"/>
                <a:gd name="connsiteY53" fmla="*/ 638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62309" h="362610">
                  <a:moveTo>
                    <a:pt x="278602" y="284725"/>
                  </a:moveTo>
                  <a:cubicBezTo>
                    <a:pt x="277323" y="286641"/>
                    <a:pt x="275407" y="287917"/>
                    <a:pt x="273489" y="287917"/>
                  </a:cubicBezTo>
                  <a:lnTo>
                    <a:pt x="88820" y="287917"/>
                  </a:lnTo>
                  <a:cubicBezTo>
                    <a:pt x="84986" y="287917"/>
                    <a:pt x="82430" y="285364"/>
                    <a:pt x="82430" y="281533"/>
                  </a:cubicBezTo>
                  <a:cubicBezTo>
                    <a:pt x="82430" y="280257"/>
                    <a:pt x="82430" y="279618"/>
                    <a:pt x="83069" y="278341"/>
                  </a:cubicBezTo>
                  <a:lnTo>
                    <a:pt x="98405" y="247698"/>
                  </a:lnTo>
                  <a:cubicBezTo>
                    <a:pt x="99683" y="245783"/>
                    <a:pt x="101600" y="244506"/>
                    <a:pt x="104156" y="244506"/>
                  </a:cubicBezTo>
                  <a:lnTo>
                    <a:pt x="258154" y="244506"/>
                  </a:lnTo>
                  <a:cubicBezTo>
                    <a:pt x="260710" y="244506"/>
                    <a:pt x="262626" y="245783"/>
                    <a:pt x="263905" y="247698"/>
                  </a:cubicBezTo>
                  <a:lnTo>
                    <a:pt x="279879" y="278341"/>
                  </a:lnTo>
                  <a:cubicBezTo>
                    <a:pt x="280518" y="280257"/>
                    <a:pt x="279879" y="282810"/>
                    <a:pt x="278602" y="284725"/>
                  </a:cubicBezTo>
                  <a:moveTo>
                    <a:pt x="118214" y="158323"/>
                  </a:moveTo>
                  <a:lnTo>
                    <a:pt x="118214" y="219609"/>
                  </a:lnTo>
                  <a:cubicBezTo>
                    <a:pt x="118214" y="223439"/>
                    <a:pt x="115658" y="225993"/>
                    <a:pt x="111824" y="225993"/>
                  </a:cubicBezTo>
                  <a:cubicBezTo>
                    <a:pt x="107990" y="225993"/>
                    <a:pt x="105434" y="223439"/>
                    <a:pt x="105434" y="219609"/>
                  </a:cubicBezTo>
                  <a:lnTo>
                    <a:pt x="105434" y="158323"/>
                  </a:lnTo>
                  <a:cubicBezTo>
                    <a:pt x="105434" y="154492"/>
                    <a:pt x="107990" y="151939"/>
                    <a:pt x="111824" y="151939"/>
                  </a:cubicBezTo>
                  <a:cubicBezTo>
                    <a:pt x="115658" y="151939"/>
                    <a:pt x="118214" y="155131"/>
                    <a:pt x="118214" y="158323"/>
                  </a:cubicBezTo>
                  <a:moveTo>
                    <a:pt x="164221" y="158323"/>
                  </a:moveTo>
                  <a:lnTo>
                    <a:pt x="164221" y="219609"/>
                  </a:lnTo>
                  <a:cubicBezTo>
                    <a:pt x="164221" y="223439"/>
                    <a:pt x="161666" y="225993"/>
                    <a:pt x="157832" y="225993"/>
                  </a:cubicBezTo>
                  <a:cubicBezTo>
                    <a:pt x="153998" y="225993"/>
                    <a:pt x="151442" y="223439"/>
                    <a:pt x="151442" y="219609"/>
                  </a:cubicBezTo>
                  <a:lnTo>
                    <a:pt x="151442" y="158323"/>
                  </a:lnTo>
                  <a:cubicBezTo>
                    <a:pt x="151442" y="154492"/>
                    <a:pt x="153998" y="151939"/>
                    <a:pt x="157832" y="151939"/>
                  </a:cubicBezTo>
                  <a:cubicBezTo>
                    <a:pt x="161666" y="151939"/>
                    <a:pt x="164221" y="155131"/>
                    <a:pt x="164221" y="158323"/>
                  </a:cubicBezTo>
                  <a:moveTo>
                    <a:pt x="210868" y="158323"/>
                  </a:moveTo>
                  <a:lnTo>
                    <a:pt x="210868" y="219609"/>
                  </a:lnTo>
                  <a:cubicBezTo>
                    <a:pt x="210868" y="223439"/>
                    <a:pt x="208312" y="225993"/>
                    <a:pt x="204478" y="225993"/>
                  </a:cubicBezTo>
                  <a:cubicBezTo>
                    <a:pt x="200644" y="225993"/>
                    <a:pt x="198088" y="223439"/>
                    <a:pt x="198088" y="219609"/>
                  </a:cubicBezTo>
                  <a:lnTo>
                    <a:pt x="198088" y="158323"/>
                  </a:lnTo>
                  <a:cubicBezTo>
                    <a:pt x="198088" y="154492"/>
                    <a:pt x="200644" y="151939"/>
                    <a:pt x="204478" y="151939"/>
                  </a:cubicBezTo>
                  <a:cubicBezTo>
                    <a:pt x="208312" y="151939"/>
                    <a:pt x="210868" y="155131"/>
                    <a:pt x="210868" y="158323"/>
                  </a:cubicBezTo>
                  <a:moveTo>
                    <a:pt x="256876" y="158323"/>
                  </a:moveTo>
                  <a:lnTo>
                    <a:pt x="256876" y="219609"/>
                  </a:lnTo>
                  <a:cubicBezTo>
                    <a:pt x="256876" y="223439"/>
                    <a:pt x="254320" y="225993"/>
                    <a:pt x="250486" y="225993"/>
                  </a:cubicBezTo>
                  <a:cubicBezTo>
                    <a:pt x="246652" y="225993"/>
                    <a:pt x="244096" y="223439"/>
                    <a:pt x="244096" y="219609"/>
                  </a:cubicBezTo>
                  <a:lnTo>
                    <a:pt x="244096" y="158323"/>
                  </a:lnTo>
                  <a:cubicBezTo>
                    <a:pt x="244096" y="154492"/>
                    <a:pt x="246652" y="151939"/>
                    <a:pt x="250486" y="151939"/>
                  </a:cubicBezTo>
                  <a:cubicBezTo>
                    <a:pt x="254320" y="151939"/>
                    <a:pt x="256876" y="155131"/>
                    <a:pt x="256876" y="158323"/>
                  </a:cubicBezTo>
                  <a:moveTo>
                    <a:pt x="93293" y="121934"/>
                  </a:moveTo>
                  <a:lnTo>
                    <a:pt x="177640" y="75969"/>
                  </a:lnTo>
                  <a:cubicBezTo>
                    <a:pt x="179557" y="74692"/>
                    <a:pt x="182113" y="74692"/>
                    <a:pt x="184030" y="75969"/>
                  </a:cubicBezTo>
                  <a:lnTo>
                    <a:pt x="268377" y="121934"/>
                  </a:lnTo>
                  <a:cubicBezTo>
                    <a:pt x="270934" y="123211"/>
                    <a:pt x="272211" y="126403"/>
                    <a:pt x="271572" y="128956"/>
                  </a:cubicBezTo>
                  <a:cubicBezTo>
                    <a:pt x="270934" y="132148"/>
                    <a:pt x="268377" y="134064"/>
                    <a:pt x="265182" y="134064"/>
                  </a:cubicBezTo>
                  <a:lnTo>
                    <a:pt x="95849" y="134064"/>
                  </a:lnTo>
                  <a:cubicBezTo>
                    <a:pt x="92654" y="134064"/>
                    <a:pt x="90098" y="132148"/>
                    <a:pt x="89459" y="128956"/>
                  </a:cubicBezTo>
                  <a:cubicBezTo>
                    <a:pt x="88820" y="126403"/>
                    <a:pt x="90098" y="123211"/>
                    <a:pt x="93293" y="121934"/>
                  </a:cubicBezTo>
                  <a:moveTo>
                    <a:pt x="180835" y="638"/>
                  </a:moveTo>
                  <a:cubicBezTo>
                    <a:pt x="80513" y="638"/>
                    <a:pt x="0" y="82353"/>
                    <a:pt x="0" y="181944"/>
                  </a:cubicBezTo>
                  <a:cubicBezTo>
                    <a:pt x="0" y="282172"/>
                    <a:pt x="81791" y="362610"/>
                    <a:pt x="181474" y="362610"/>
                  </a:cubicBezTo>
                  <a:cubicBezTo>
                    <a:pt x="281796" y="362610"/>
                    <a:pt x="362310" y="280895"/>
                    <a:pt x="362310" y="181305"/>
                  </a:cubicBezTo>
                  <a:cubicBezTo>
                    <a:pt x="362310" y="81076"/>
                    <a:pt x="281157" y="638"/>
                    <a:pt x="181474" y="0"/>
                  </a:cubicBezTo>
                  <a:cubicBezTo>
                    <a:pt x="181474" y="638"/>
                    <a:pt x="181474" y="638"/>
                    <a:pt x="180835" y="638"/>
                  </a:cubicBezTo>
                </a:path>
              </a:pathLst>
            </a:custGeom>
            <a:solidFill>
              <a:srgbClr val="26890D"/>
            </a:solidFill>
            <a:ln w="6390" cap="flat">
              <a:noFill/>
              <a:prstDash val="solid"/>
              <a:miter/>
            </a:ln>
          </p:spPr>
          <p:txBody>
            <a:bodyPr rtlCol="0" anchor="ctr"/>
            <a:lstStyle/>
            <a:p>
              <a:endParaRPr lang="en-US"/>
            </a:p>
          </p:txBody>
        </p:sp>
        <p:sp>
          <p:nvSpPr>
            <p:cNvPr id="606" name="Graphic 4">
              <a:extLst>
                <a:ext uri="{FF2B5EF4-FFF2-40B4-BE49-F238E27FC236}">
                  <a16:creationId xmlns:a16="http://schemas.microsoft.com/office/drawing/2014/main" id="{EEEE0B43-B350-B649-AA99-A32CB3D1C46B}"/>
                </a:ext>
              </a:extLst>
            </p:cNvPr>
            <p:cNvSpPr/>
            <p:nvPr/>
          </p:nvSpPr>
          <p:spPr>
            <a:xfrm>
              <a:off x="3097841" y="2141988"/>
              <a:ext cx="163582" cy="18513"/>
            </a:xfrm>
            <a:custGeom>
              <a:avLst/>
              <a:gdLst>
                <a:gd name="connsiteX0" fmla="*/ 8946 w 163582"/>
                <a:gd name="connsiteY0" fmla="*/ 0 h 18513"/>
                <a:gd name="connsiteX1" fmla="*/ 0 w 163582"/>
                <a:gd name="connsiteY1" fmla="*/ 18514 h 18513"/>
                <a:gd name="connsiteX2" fmla="*/ 163582 w 163582"/>
                <a:gd name="connsiteY2" fmla="*/ 18514 h 18513"/>
                <a:gd name="connsiteX3" fmla="*/ 154637 w 163582"/>
                <a:gd name="connsiteY3" fmla="*/ 0 h 18513"/>
              </a:gdLst>
              <a:ahLst/>
              <a:cxnLst>
                <a:cxn ang="0">
                  <a:pos x="connsiteX0" y="connsiteY0"/>
                </a:cxn>
                <a:cxn ang="0">
                  <a:pos x="connsiteX1" y="connsiteY1"/>
                </a:cxn>
                <a:cxn ang="0">
                  <a:pos x="connsiteX2" y="connsiteY2"/>
                </a:cxn>
                <a:cxn ang="0">
                  <a:pos x="connsiteX3" y="connsiteY3"/>
                </a:cxn>
              </a:cxnLst>
              <a:rect l="l" t="t" r="r" b="b"/>
              <a:pathLst>
                <a:path w="163582" h="18513">
                  <a:moveTo>
                    <a:pt x="8946" y="0"/>
                  </a:moveTo>
                  <a:lnTo>
                    <a:pt x="0" y="18514"/>
                  </a:lnTo>
                  <a:lnTo>
                    <a:pt x="163582" y="18514"/>
                  </a:lnTo>
                  <a:lnTo>
                    <a:pt x="154637" y="0"/>
                  </a:lnTo>
                  <a:close/>
                </a:path>
              </a:pathLst>
            </a:custGeom>
            <a:solidFill>
              <a:srgbClr val="26890D"/>
            </a:solidFill>
            <a:ln w="6390" cap="flat">
              <a:noFill/>
              <a:prstDash val="solid"/>
              <a:miter/>
            </a:ln>
          </p:spPr>
          <p:txBody>
            <a:bodyPr rtlCol="0" anchor="ctr"/>
            <a:lstStyle/>
            <a:p>
              <a:endParaRPr lang="en-US"/>
            </a:p>
          </p:txBody>
        </p:sp>
        <p:sp>
          <p:nvSpPr>
            <p:cNvPr id="607" name="Graphic 4">
              <a:extLst>
                <a:ext uri="{FF2B5EF4-FFF2-40B4-BE49-F238E27FC236}">
                  <a16:creationId xmlns:a16="http://schemas.microsoft.com/office/drawing/2014/main" id="{A1E81641-1C37-A143-B952-C6356C84DE92}"/>
                </a:ext>
              </a:extLst>
            </p:cNvPr>
            <p:cNvSpPr/>
            <p:nvPr/>
          </p:nvSpPr>
          <p:spPr>
            <a:xfrm>
              <a:off x="3120206" y="1974089"/>
              <a:ext cx="118852" cy="32558"/>
            </a:xfrm>
            <a:custGeom>
              <a:avLst/>
              <a:gdLst>
                <a:gd name="connsiteX0" fmla="*/ 59427 w 118852"/>
                <a:gd name="connsiteY0" fmla="*/ 0 h 32558"/>
                <a:gd name="connsiteX1" fmla="*/ 0 w 118852"/>
                <a:gd name="connsiteY1" fmla="*/ 32558 h 32558"/>
                <a:gd name="connsiteX2" fmla="*/ 118853 w 118852"/>
                <a:gd name="connsiteY2" fmla="*/ 32558 h 32558"/>
              </a:gdLst>
              <a:ahLst/>
              <a:cxnLst>
                <a:cxn ang="0">
                  <a:pos x="connsiteX0" y="connsiteY0"/>
                </a:cxn>
                <a:cxn ang="0">
                  <a:pos x="connsiteX1" y="connsiteY1"/>
                </a:cxn>
                <a:cxn ang="0">
                  <a:pos x="connsiteX2" y="connsiteY2"/>
                </a:cxn>
              </a:cxnLst>
              <a:rect l="l" t="t" r="r" b="b"/>
              <a:pathLst>
                <a:path w="118852" h="32558">
                  <a:moveTo>
                    <a:pt x="59427" y="0"/>
                  </a:moveTo>
                  <a:lnTo>
                    <a:pt x="0" y="32558"/>
                  </a:lnTo>
                  <a:lnTo>
                    <a:pt x="118853" y="32558"/>
                  </a:lnTo>
                  <a:close/>
                </a:path>
              </a:pathLst>
            </a:custGeom>
            <a:solidFill>
              <a:srgbClr val="26890D"/>
            </a:solidFill>
            <a:ln w="6390" cap="flat">
              <a:noFill/>
              <a:prstDash val="solid"/>
              <a:miter/>
            </a:ln>
          </p:spPr>
          <p:txBody>
            <a:bodyPr rtlCol="0" anchor="ctr"/>
            <a:lstStyle/>
            <a:p>
              <a:endParaRPr lang="en-US"/>
            </a:p>
          </p:txBody>
        </p:sp>
      </p:grpSp>
      <p:grpSp>
        <p:nvGrpSpPr>
          <p:cNvPr id="608" name="Graphic 4">
            <a:extLst>
              <a:ext uri="{FF2B5EF4-FFF2-40B4-BE49-F238E27FC236}">
                <a16:creationId xmlns:a16="http://schemas.microsoft.com/office/drawing/2014/main" id="{0A30CE40-3320-D24A-898C-2F7F3856146C}"/>
              </a:ext>
            </a:extLst>
          </p:cNvPr>
          <p:cNvGrpSpPr>
            <a:grpSpLocks noChangeAspect="1"/>
          </p:cNvGrpSpPr>
          <p:nvPr/>
        </p:nvGrpSpPr>
        <p:grpSpPr>
          <a:xfrm>
            <a:off x="2560447" y="1402723"/>
            <a:ext cx="362309" cy="361971"/>
            <a:chOff x="2560447" y="1402723"/>
            <a:chExt cx="362309" cy="361971"/>
          </a:xfrm>
          <a:solidFill>
            <a:srgbClr val="26890D"/>
          </a:solidFill>
        </p:grpSpPr>
        <p:sp>
          <p:nvSpPr>
            <p:cNvPr id="609" name="Graphic 4">
              <a:extLst>
                <a:ext uri="{FF2B5EF4-FFF2-40B4-BE49-F238E27FC236}">
                  <a16:creationId xmlns:a16="http://schemas.microsoft.com/office/drawing/2014/main" id="{21EEFF05-AC37-A647-B767-0F2DBCEA800F}"/>
                </a:ext>
              </a:extLst>
            </p:cNvPr>
            <p:cNvSpPr/>
            <p:nvPr/>
          </p:nvSpPr>
          <p:spPr>
            <a:xfrm>
              <a:off x="2560447" y="14027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8565 h 361971"/>
                <a:gd name="connsiteX7" fmla="*/ 12780 w 362309"/>
                <a:gd name="connsiteY7" fmla="*/ 180667 h 361971"/>
                <a:gd name="connsiteX8" fmla="*/ 180835 w 362309"/>
                <a:gd name="connsiteY8" fmla="*/ 12130 h 361971"/>
                <a:gd name="connsiteX9" fmla="*/ 349529 w 362309"/>
                <a:gd name="connsiteY9" fmla="*/ 180028 h 361971"/>
                <a:gd name="connsiteX10" fmla="*/ 349529 w 362309"/>
                <a:gd name="connsiteY10" fmla="*/ 180028 h 361971"/>
                <a:gd name="connsiteX11" fmla="*/ 181474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0438"/>
                    <a:pt x="281157" y="0"/>
                    <a:pt x="181474" y="0"/>
                  </a:cubicBezTo>
                  <a:close/>
                  <a:moveTo>
                    <a:pt x="181474" y="348565"/>
                  </a:moveTo>
                  <a:cubicBezTo>
                    <a:pt x="88181" y="348565"/>
                    <a:pt x="12780" y="273234"/>
                    <a:pt x="12780" y="180667"/>
                  </a:cubicBezTo>
                  <a:cubicBezTo>
                    <a:pt x="12780" y="88099"/>
                    <a:pt x="88181" y="12130"/>
                    <a:pt x="180835" y="12130"/>
                  </a:cubicBezTo>
                  <a:cubicBezTo>
                    <a:pt x="273489" y="12130"/>
                    <a:pt x="349529" y="87461"/>
                    <a:pt x="349529" y="180028"/>
                  </a:cubicBezTo>
                  <a:cubicBezTo>
                    <a:pt x="349529" y="180028"/>
                    <a:pt x="349529" y="180028"/>
                    <a:pt x="349529" y="180028"/>
                  </a:cubicBezTo>
                  <a:cubicBezTo>
                    <a:pt x="349529" y="273234"/>
                    <a:pt x="274128" y="348565"/>
                    <a:pt x="181474" y="348565"/>
                  </a:cubicBezTo>
                  <a:close/>
                </a:path>
              </a:pathLst>
            </a:custGeom>
            <a:solidFill>
              <a:srgbClr val="26890D"/>
            </a:solidFill>
            <a:ln w="6390" cap="flat">
              <a:noFill/>
              <a:prstDash val="solid"/>
              <a:miter/>
            </a:ln>
          </p:spPr>
          <p:txBody>
            <a:bodyPr rtlCol="0" anchor="ctr"/>
            <a:lstStyle/>
            <a:p>
              <a:endParaRPr lang="en-US"/>
            </a:p>
          </p:txBody>
        </p:sp>
        <p:sp>
          <p:nvSpPr>
            <p:cNvPr id="610" name="Graphic 4">
              <a:extLst>
                <a:ext uri="{FF2B5EF4-FFF2-40B4-BE49-F238E27FC236}">
                  <a16:creationId xmlns:a16="http://schemas.microsoft.com/office/drawing/2014/main" id="{E1825B5D-2B96-3442-ADEB-5C23091B176A}"/>
                </a:ext>
              </a:extLst>
            </p:cNvPr>
            <p:cNvSpPr/>
            <p:nvPr/>
          </p:nvSpPr>
          <p:spPr>
            <a:xfrm>
              <a:off x="2649906" y="1569345"/>
              <a:ext cx="184030" cy="38942"/>
            </a:xfrm>
            <a:custGeom>
              <a:avLst/>
              <a:gdLst>
                <a:gd name="connsiteX0" fmla="*/ 5751 w 184030"/>
                <a:gd name="connsiteY0" fmla="*/ 38942 h 38942"/>
                <a:gd name="connsiteX1" fmla="*/ 177640 w 184030"/>
                <a:gd name="connsiteY1" fmla="*/ 38942 h 38942"/>
                <a:gd name="connsiteX2" fmla="*/ 184030 w 184030"/>
                <a:gd name="connsiteY2" fmla="*/ 32558 h 38942"/>
                <a:gd name="connsiteX3" fmla="*/ 177640 w 184030"/>
                <a:gd name="connsiteY3" fmla="*/ 26174 h 38942"/>
                <a:gd name="connsiteX4" fmla="*/ 150164 w 184030"/>
                <a:gd name="connsiteY4" fmla="*/ 26174 h 38942"/>
                <a:gd name="connsiteX5" fmla="*/ 150164 w 184030"/>
                <a:gd name="connsiteY5" fmla="*/ 6384 h 38942"/>
                <a:gd name="connsiteX6" fmla="*/ 143774 w 184030"/>
                <a:gd name="connsiteY6" fmla="*/ 0 h 38942"/>
                <a:gd name="connsiteX7" fmla="*/ 137384 w 184030"/>
                <a:gd name="connsiteY7" fmla="*/ 6384 h 38942"/>
                <a:gd name="connsiteX8" fmla="*/ 137384 w 184030"/>
                <a:gd name="connsiteY8" fmla="*/ 26174 h 38942"/>
                <a:gd name="connsiteX9" fmla="*/ 115658 w 184030"/>
                <a:gd name="connsiteY9" fmla="*/ 26174 h 38942"/>
                <a:gd name="connsiteX10" fmla="*/ 115658 w 184030"/>
                <a:gd name="connsiteY10" fmla="*/ 6384 h 38942"/>
                <a:gd name="connsiteX11" fmla="*/ 109268 w 184030"/>
                <a:gd name="connsiteY11" fmla="*/ 0 h 38942"/>
                <a:gd name="connsiteX12" fmla="*/ 102878 w 184030"/>
                <a:gd name="connsiteY12" fmla="*/ 6384 h 38942"/>
                <a:gd name="connsiteX13" fmla="*/ 102878 w 184030"/>
                <a:gd name="connsiteY13" fmla="*/ 26174 h 38942"/>
                <a:gd name="connsiteX14" fmla="*/ 81152 w 184030"/>
                <a:gd name="connsiteY14" fmla="*/ 26174 h 38942"/>
                <a:gd name="connsiteX15" fmla="*/ 81152 w 184030"/>
                <a:gd name="connsiteY15" fmla="*/ 6384 h 38942"/>
                <a:gd name="connsiteX16" fmla="*/ 74762 w 184030"/>
                <a:gd name="connsiteY16" fmla="*/ 0 h 38942"/>
                <a:gd name="connsiteX17" fmla="*/ 68372 w 184030"/>
                <a:gd name="connsiteY17" fmla="*/ 6384 h 38942"/>
                <a:gd name="connsiteX18" fmla="*/ 68372 w 184030"/>
                <a:gd name="connsiteY18" fmla="*/ 26174 h 38942"/>
                <a:gd name="connsiteX19" fmla="*/ 46646 w 184030"/>
                <a:gd name="connsiteY19" fmla="*/ 26174 h 38942"/>
                <a:gd name="connsiteX20" fmla="*/ 46646 w 184030"/>
                <a:gd name="connsiteY20" fmla="*/ 6384 h 38942"/>
                <a:gd name="connsiteX21" fmla="*/ 40257 w 184030"/>
                <a:gd name="connsiteY21" fmla="*/ 0 h 38942"/>
                <a:gd name="connsiteX22" fmla="*/ 33867 w 184030"/>
                <a:gd name="connsiteY22" fmla="*/ 6384 h 38942"/>
                <a:gd name="connsiteX23" fmla="*/ 33867 w 184030"/>
                <a:gd name="connsiteY23" fmla="*/ 26174 h 38942"/>
                <a:gd name="connsiteX24" fmla="*/ 6390 w 184030"/>
                <a:gd name="connsiteY24" fmla="*/ 26174 h 38942"/>
                <a:gd name="connsiteX25" fmla="*/ 0 w 184030"/>
                <a:gd name="connsiteY25" fmla="*/ 32558 h 38942"/>
                <a:gd name="connsiteX26" fmla="*/ 5751 w 184030"/>
                <a:gd name="connsiteY26" fmla="*/ 38942 h 38942"/>
                <a:gd name="connsiteX27" fmla="*/ 5751 w 184030"/>
                <a:gd name="connsiteY27" fmla="*/ 38942 h 3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4030" h="38942">
                  <a:moveTo>
                    <a:pt x="5751" y="38942"/>
                  </a:moveTo>
                  <a:lnTo>
                    <a:pt x="177640" y="38942"/>
                  </a:lnTo>
                  <a:cubicBezTo>
                    <a:pt x="181474" y="38942"/>
                    <a:pt x="184030" y="36389"/>
                    <a:pt x="184030" y="32558"/>
                  </a:cubicBezTo>
                  <a:cubicBezTo>
                    <a:pt x="184030" y="28728"/>
                    <a:pt x="181474" y="26174"/>
                    <a:pt x="177640" y="26174"/>
                  </a:cubicBezTo>
                  <a:lnTo>
                    <a:pt x="150164" y="26174"/>
                  </a:lnTo>
                  <a:lnTo>
                    <a:pt x="150164" y="6384"/>
                  </a:lnTo>
                  <a:cubicBezTo>
                    <a:pt x="150164" y="2554"/>
                    <a:pt x="147607" y="0"/>
                    <a:pt x="143774" y="0"/>
                  </a:cubicBezTo>
                  <a:cubicBezTo>
                    <a:pt x="139940" y="0"/>
                    <a:pt x="137384" y="2554"/>
                    <a:pt x="137384" y="6384"/>
                  </a:cubicBezTo>
                  <a:lnTo>
                    <a:pt x="137384" y="26174"/>
                  </a:lnTo>
                  <a:lnTo>
                    <a:pt x="115658" y="26174"/>
                  </a:lnTo>
                  <a:lnTo>
                    <a:pt x="115658" y="6384"/>
                  </a:lnTo>
                  <a:cubicBezTo>
                    <a:pt x="115658" y="2554"/>
                    <a:pt x="113102" y="0"/>
                    <a:pt x="109268" y="0"/>
                  </a:cubicBezTo>
                  <a:cubicBezTo>
                    <a:pt x="105434" y="0"/>
                    <a:pt x="102878" y="2554"/>
                    <a:pt x="102878" y="6384"/>
                  </a:cubicBezTo>
                  <a:lnTo>
                    <a:pt x="102878" y="26174"/>
                  </a:lnTo>
                  <a:lnTo>
                    <a:pt x="81152" y="26174"/>
                  </a:lnTo>
                  <a:lnTo>
                    <a:pt x="81152" y="6384"/>
                  </a:lnTo>
                  <a:cubicBezTo>
                    <a:pt x="81152" y="2554"/>
                    <a:pt x="78596" y="0"/>
                    <a:pt x="74762" y="0"/>
                  </a:cubicBezTo>
                  <a:cubicBezTo>
                    <a:pt x="70928" y="0"/>
                    <a:pt x="68372" y="2554"/>
                    <a:pt x="68372" y="6384"/>
                  </a:cubicBezTo>
                  <a:lnTo>
                    <a:pt x="68372" y="26174"/>
                  </a:lnTo>
                  <a:lnTo>
                    <a:pt x="46646" y="26174"/>
                  </a:lnTo>
                  <a:lnTo>
                    <a:pt x="46646" y="6384"/>
                  </a:lnTo>
                  <a:cubicBezTo>
                    <a:pt x="46646" y="2554"/>
                    <a:pt x="44091" y="0"/>
                    <a:pt x="40257" y="0"/>
                  </a:cubicBezTo>
                  <a:cubicBezTo>
                    <a:pt x="36423" y="0"/>
                    <a:pt x="33867" y="2554"/>
                    <a:pt x="33867" y="6384"/>
                  </a:cubicBezTo>
                  <a:lnTo>
                    <a:pt x="33867" y="26174"/>
                  </a:lnTo>
                  <a:lnTo>
                    <a:pt x="6390" y="26174"/>
                  </a:lnTo>
                  <a:cubicBezTo>
                    <a:pt x="2556" y="26174"/>
                    <a:pt x="0" y="28728"/>
                    <a:pt x="0" y="32558"/>
                  </a:cubicBezTo>
                  <a:cubicBezTo>
                    <a:pt x="0" y="36389"/>
                    <a:pt x="1917" y="38942"/>
                    <a:pt x="5751" y="38942"/>
                  </a:cubicBezTo>
                  <a:lnTo>
                    <a:pt x="5751" y="38942"/>
                  </a:lnTo>
                  <a:close/>
                </a:path>
              </a:pathLst>
            </a:custGeom>
            <a:solidFill>
              <a:srgbClr val="26890D"/>
            </a:solidFill>
            <a:ln w="6390" cap="flat">
              <a:noFill/>
              <a:prstDash val="solid"/>
              <a:miter/>
            </a:ln>
          </p:spPr>
          <p:txBody>
            <a:bodyPr rtlCol="0" anchor="ctr"/>
            <a:lstStyle/>
            <a:p>
              <a:endParaRPr lang="en-US"/>
            </a:p>
          </p:txBody>
        </p:sp>
        <p:sp>
          <p:nvSpPr>
            <p:cNvPr id="611" name="Graphic 4">
              <a:extLst>
                <a:ext uri="{FF2B5EF4-FFF2-40B4-BE49-F238E27FC236}">
                  <a16:creationId xmlns:a16="http://schemas.microsoft.com/office/drawing/2014/main" id="{54CD1ABE-9683-2941-9686-32CEA00E15A8}"/>
                </a:ext>
              </a:extLst>
            </p:cNvPr>
            <p:cNvSpPr/>
            <p:nvPr/>
          </p:nvSpPr>
          <p:spPr>
            <a:xfrm>
              <a:off x="2669715" y="1483161"/>
              <a:ext cx="143134" cy="80438"/>
            </a:xfrm>
            <a:custGeom>
              <a:avLst/>
              <a:gdLst>
                <a:gd name="connsiteX0" fmla="*/ 6390 w 143134"/>
                <a:gd name="connsiteY0" fmla="*/ 80438 h 80438"/>
                <a:gd name="connsiteX1" fmla="*/ 136745 w 143134"/>
                <a:gd name="connsiteY1" fmla="*/ 80438 h 80438"/>
                <a:gd name="connsiteX2" fmla="*/ 143135 w 143134"/>
                <a:gd name="connsiteY2" fmla="*/ 74054 h 80438"/>
                <a:gd name="connsiteX3" fmla="*/ 136745 w 143134"/>
                <a:gd name="connsiteY3" fmla="*/ 67670 h 80438"/>
                <a:gd name="connsiteX4" fmla="*/ 128438 w 143134"/>
                <a:gd name="connsiteY4" fmla="*/ 67670 h 80438"/>
                <a:gd name="connsiteX5" fmla="*/ 77957 w 143134"/>
                <a:gd name="connsiteY5" fmla="*/ 26174 h 80438"/>
                <a:gd name="connsiteX6" fmla="*/ 77957 w 143134"/>
                <a:gd name="connsiteY6" fmla="*/ 6384 h 80438"/>
                <a:gd name="connsiteX7" fmla="*/ 71567 w 143134"/>
                <a:gd name="connsiteY7" fmla="*/ 0 h 80438"/>
                <a:gd name="connsiteX8" fmla="*/ 65177 w 143134"/>
                <a:gd name="connsiteY8" fmla="*/ 6384 h 80438"/>
                <a:gd name="connsiteX9" fmla="*/ 65177 w 143134"/>
                <a:gd name="connsiteY9" fmla="*/ 26174 h 80438"/>
                <a:gd name="connsiteX10" fmla="*/ 14697 w 143134"/>
                <a:gd name="connsiteY10" fmla="*/ 67670 h 80438"/>
                <a:gd name="connsiteX11" fmla="*/ 6390 w 143134"/>
                <a:gd name="connsiteY11" fmla="*/ 67670 h 80438"/>
                <a:gd name="connsiteX12" fmla="*/ 0 w 143134"/>
                <a:gd name="connsiteY12" fmla="*/ 74054 h 80438"/>
                <a:gd name="connsiteX13" fmla="*/ 6390 w 143134"/>
                <a:gd name="connsiteY13" fmla="*/ 80438 h 80438"/>
                <a:gd name="connsiteX14" fmla="*/ 71567 w 143134"/>
                <a:gd name="connsiteY14" fmla="*/ 38942 h 80438"/>
                <a:gd name="connsiteX15" fmla="*/ 115019 w 143134"/>
                <a:gd name="connsiteY15" fmla="*/ 67670 h 80438"/>
                <a:gd name="connsiteX16" fmla="*/ 28116 w 143134"/>
                <a:gd name="connsiteY16" fmla="*/ 67670 h 80438"/>
                <a:gd name="connsiteX17" fmla="*/ 71567 w 143134"/>
                <a:gd name="connsiteY17" fmla="*/ 38942 h 80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134" h="80438">
                  <a:moveTo>
                    <a:pt x="6390" y="80438"/>
                  </a:moveTo>
                  <a:lnTo>
                    <a:pt x="136745" y="80438"/>
                  </a:lnTo>
                  <a:cubicBezTo>
                    <a:pt x="140579" y="80438"/>
                    <a:pt x="143135" y="77885"/>
                    <a:pt x="143135" y="74054"/>
                  </a:cubicBezTo>
                  <a:cubicBezTo>
                    <a:pt x="143135" y="70224"/>
                    <a:pt x="140579" y="67670"/>
                    <a:pt x="136745" y="67670"/>
                  </a:cubicBezTo>
                  <a:lnTo>
                    <a:pt x="128438" y="67670"/>
                  </a:lnTo>
                  <a:cubicBezTo>
                    <a:pt x="121409" y="45326"/>
                    <a:pt x="101600" y="28728"/>
                    <a:pt x="77957" y="26174"/>
                  </a:cubicBezTo>
                  <a:lnTo>
                    <a:pt x="77957" y="6384"/>
                  </a:lnTo>
                  <a:cubicBezTo>
                    <a:pt x="77957" y="2554"/>
                    <a:pt x="75401" y="0"/>
                    <a:pt x="71567" y="0"/>
                  </a:cubicBezTo>
                  <a:cubicBezTo>
                    <a:pt x="67733" y="0"/>
                    <a:pt x="65177" y="2554"/>
                    <a:pt x="65177" y="6384"/>
                  </a:cubicBezTo>
                  <a:lnTo>
                    <a:pt x="65177" y="26174"/>
                  </a:lnTo>
                  <a:cubicBezTo>
                    <a:pt x="41535" y="28728"/>
                    <a:pt x="21726" y="44688"/>
                    <a:pt x="14697" y="67670"/>
                  </a:cubicBezTo>
                  <a:lnTo>
                    <a:pt x="6390" y="67670"/>
                  </a:lnTo>
                  <a:cubicBezTo>
                    <a:pt x="2556" y="67670"/>
                    <a:pt x="0" y="70224"/>
                    <a:pt x="0" y="74054"/>
                  </a:cubicBezTo>
                  <a:cubicBezTo>
                    <a:pt x="0" y="77885"/>
                    <a:pt x="2556" y="80438"/>
                    <a:pt x="6390" y="80438"/>
                  </a:cubicBezTo>
                  <a:close/>
                  <a:moveTo>
                    <a:pt x="71567" y="38942"/>
                  </a:moveTo>
                  <a:cubicBezTo>
                    <a:pt x="90737" y="38942"/>
                    <a:pt x="107351" y="50434"/>
                    <a:pt x="115019" y="67670"/>
                  </a:cubicBezTo>
                  <a:lnTo>
                    <a:pt x="28116" y="67670"/>
                  </a:lnTo>
                  <a:cubicBezTo>
                    <a:pt x="35784" y="50434"/>
                    <a:pt x="52398" y="38942"/>
                    <a:pt x="71567" y="38942"/>
                  </a:cubicBezTo>
                  <a:close/>
                </a:path>
              </a:pathLst>
            </a:custGeom>
            <a:solidFill>
              <a:srgbClr val="26890D"/>
            </a:solidFill>
            <a:ln w="6390" cap="flat">
              <a:noFill/>
              <a:prstDash val="solid"/>
              <a:miter/>
            </a:ln>
          </p:spPr>
          <p:txBody>
            <a:bodyPr rtlCol="0" anchor="ctr"/>
            <a:lstStyle/>
            <a:p>
              <a:endParaRPr lang="en-US"/>
            </a:p>
          </p:txBody>
        </p:sp>
        <p:sp>
          <p:nvSpPr>
            <p:cNvPr id="612" name="Graphic 4">
              <a:extLst>
                <a:ext uri="{FF2B5EF4-FFF2-40B4-BE49-F238E27FC236}">
                  <a16:creationId xmlns:a16="http://schemas.microsoft.com/office/drawing/2014/main" id="{9C03D2F3-C5B1-3E45-9846-FEF364876943}"/>
                </a:ext>
              </a:extLst>
            </p:cNvPr>
            <p:cNvSpPr/>
            <p:nvPr/>
          </p:nvSpPr>
          <p:spPr>
            <a:xfrm>
              <a:off x="2638404" y="1615310"/>
              <a:ext cx="204477" cy="68308"/>
            </a:xfrm>
            <a:custGeom>
              <a:avLst/>
              <a:gdLst>
                <a:gd name="connsiteX0" fmla="*/ 198727 w 204477"/>
                <a:gd name="connsiteY0" fmla="*/ 55541 h 68308"/>
                <a:gd name="connsiteX1" fmla="*/ 182113 w 204477"/>
                <a:gd name="connsiteY1" fmla="*/ 55541 h 68308"/>
                <a:gd name="connsiteX2" fmla="*/ 182113 w 204477"/>
                <a:gd name="connsiteY2" fmla="*/ 6384 h 68308"/>
                <a:gd name="connsiteX3" fmla="*/ 175723 w 204477"/>
                <a:gd name="connsiteY3" fmla="*/ 0 h 68308"/>
                <a:gd name="connsiteX4" fmla="*/ 169333 w 204477"/>
                <a:gd name="connsiteY4" fmla="*/ 6384 h 68308"/>
                <a:gd name="connsiteX5" fmla="*/ 169333 w 204477"/>
                <a:gd name="connsiteY5" fmla="*/ 55541 h 68308"/>
                <a:gd name="connsiteX6" fmla="*/ 145052 w 204477"/>
                <a:gd name="connsiteY6" fmla="*/ 55541 h 68308"/>
                <a:gd name="connsiteX7" fmla="*/ 145052 w 204477"/>
                <a:gd name="connsiteY7" fmla="*/ 6384 h 68308"/>
                <a:gd name="connsiteX8" fmla="*/ 138662 w 204477"/>
                <a:gd name="connsiteY8" fmla="*/ 0 h 68308"/>
                <a:gd name="connsiteX9" fmla="*/ 132272 w 204477"/>
                <a:gd name="connsiteY9" fmla="*/ 6384 h 68308"/>
                <a:gd name="connsiteX10" fmla="*/ 132272 w 204477"/>
                <a:gd name="connsiteY10" fmla="*/ 55541 h 68308"/>
                <a:gd name="connsiteX11" fmla="*/ 107990 w 204477"/>
                <a:gd name="connsiteY11" fmla="*/ 55541 h 68308"/>
                <a:gd name="connsiteX12" fmla="*/ 107990 w 204477"/>
                <a:gd name="connsiteY12" fmla="*/ 6384 h 68308"/>
                <a:gd name="connsiteX13" fmla="*/ 101600 w 204477"/>
                <a:gd name="connsiteY13" fmla="*/ 0 h 68308"/>
                <a:gd name="connsiteX14" fmla="*/ 95210 w 204477"/>
                <a:gd name="connsiteY14" fmla="*/ 6384 h 68308"/>
                <a:gd name="connsiteX15" fmla="*/ 95210 w 204477"/>
                <a:gd name="connsiteY15" fmla="*/ 55541 h 68308"/>
                <a:gd name="connsiteX16" fmla="*/ 70928 w 204477"/>
                <a:gd name="connsiteY16" fmla="*/ 55541 h 68308"/>
                <a:gd name="connsiteX17" fmla="*/ 70928 w 204477"/>
                <a:gd name="connsiteY17" fmla="*/ 6384 h 68308"/>
                <a:gd name="connsiteX18" fmla="*/ 64538 w 204477"/>
                <a:gd name="connsiteY18" fmla="*/ 0 h 68308"/>
                <a:gd name="connsiteX19" fmla="*/ 58148 w 204477"/>
                <a:gd name="connsiteY19" fmla="*/ 6384 h 68308"/>
                <a:gd name="connsiteX20" fmla="*/ 58148 w 204477"/>
                <a:gd name="connsiteY20" fmla="*/ 55541 h 68308"/>
                <a:gd name="connsiteX21" fmla="*/ 33867 w 204477"/>
                <a:gd name="connsiteY21" fmla="*/ 55541 h 68308"/>
                <a:gd name="connsiteX22" fmla="*/ 33867 w 204477"/>
                <a:gd name="connsiteY22" fmla="*/ 6384 h 68308"/>
                <a:gd name="connsiteX23" fmla="*/ 27477 w 204477"/>
                <a:gd name="connsiteY23" fmla="*/ 0 h 68308"/>
                <a:gd name="connsiteX24" fmla="*/ 21087 w 204477"/>
                <a:gd name="connsiteY24" fmla="*/ 6384 h 68308"/>
                <a:gd name="connsiteX25" fmla="*/ 21087 w 204477"/>
                <a:gd name="connsiteY25" fmla="*/ 55541 h 68308"/>
                <a:gd name="connsiteX26" fmla="*/ 6390 w 204477"/>
                <a:gd name="connsiteY26" fmla="*/ 55541 h 68308"/>
                <a:gd name="connsiteX27" fmla="*/ 0 w 204477"/>
                <a:gd name="connsiteY27" fmla="*/ 61925 h 68308"/>
                <a:gd name="connsiteX28" fmla="*/ 6390 w 204477"/>
                <a:gd name="connsiteY28" fmla="*/ 68309 h 68308"/>
                <a:gd name="connsiteX29" fmla="*/ 198088 w 204477"/>
                <a:gd name="connsiteY29" fmla="*/ 68309 h 68308"/>
                <a:gd name="connsiteX30" fmla="*/ 204478 w 204477"/>
                <a:gd name="connsiteY30" fmla="*/ 61925 h 68308"/>
                <a:gd name="connsiteX31" fmla="*/ 198727 w 204477"/>
                <a:gd name="connsiteY31" fmla="*/ 55541 h 68308"/>
                <a:gd name="connsiteX32" fmla="*/ 198727 w 204477"/>
                <a:gd name="connsiteY32" fmla="*/ 55541 h 6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04477" h="68308">
                  <a:moveTo>
                    <a:pt x="198727" y="55541"/>
                  </a:moveTo>
                  <a:lnTo>
                    <a:pt x="182113" y="55541"/>
                  </a:lnTo>
                  <a:lnTo>
                    <a:pt x="182113" y="6384"/>
                  </a:lnTo>
                  <a:cubicBezTo>
                    <a:pt x="182113" y="2554"/>
                    <a:pt x="179557" y="0"/>
                    <a:pt x="175723" y="0"/>
                  </a:cubicBezTo>
                  <a:cubicBezTo>
                    <a:pt x="171889" y="0"/>
                    <a:pt x="169333" y="2554"/>
                    <a:pt x="169333" y="6384"/>
                  </a:cubicBezTo>
                  <a:lnTo>
                    <a:pt x="169333" y="55541"/>
                  </a:lnTo>
                  <a:lnTo>
                    <a:pt x="145052" y="55541"/>
                  </a:lnTo>
                  <a:lnTo>
                    <a:pt x="145052" y="6384"/>
                  </a:lnTo>
                  <a:cubicBezTo>
                    <a:pt x="145052" y="2554"/>
                    <a:pt x="142496" y="0"/>
                    <a:pt x="138662" y="0"/>
                  </a:cubicBezTo>
                  <a:cubicBezTo>
                    <a:pt x="134828" y="0"/>
                    <a:pt x="132272" y="2554"/>
                    <a:pt x="132272" y="6384"/>
                  </a:cubicBezTo>
                  <a:lnTo>
                    <a:pt x="132272" y="55541"/>
                  </a:lnTo>
                  <a:lnTo>
                    <a:pt x="107990" y="55541"/>
                  </a:lnTo>
                  <a:lnTo>
                    <a:pt x="107990" y="6384"/>
                  </a:lnTo>
                  <a:cubicBezTo>
                    <a:pt x="107990" y="2554"/>
                    <a:pt x="105434" y="0"/>
                    <a:pt x="101600" y="0"/>
                  </a:cubicBezTo>
                  <a:cubicBezTo>
                    <a:pt x="97766" y="0"/>
                    <a:pt x="95210" y="2554"/>
                    <a:pt x="95210" y="6384"/>
                  </a:cubicBezTo>
                  <a:lnTo>
                    <a:pt x="95210" y="55541"/>
                  </a:lnTo>
                  <a:lnTo>
                    <a:pt x="70928" y="55541"/>
                  </a:lnTo>
                  <a:lnTo>
                    <a:pt x="70928" y="6384"/>
                  </a:lnTo>
                  <a:cubicBezTo>
                    <a:pt x="70928" y="2554"/>
                    <a:pt x="68372" y="0"/>
                    <a:pt x="64538" y="0"/>
                  </a:cubicBezTo>
                  <a:cubicBezTo>
                    <a:pt x="60704" y="0"/>
                    <a:pt x="58148" y="2554"/>
                    <a:pt x="58148" y="6384"/>
                  </a:cubicBezTo>
                  <a:lnTo>
                    <a:pt x="58148" y="55541"/>
                  </a:lnTo>
                  <a:lnTo>
                    <a:pt x="33867" y="55541"/>
                  </a:lnTo>
                  <a:lnTo>
                    <a:pt x="33867" y="6384"/>
                  </a:lnTo>
                  <a:cubicBezTo>
                    <a:pt x="33867" y="2554"/>
                    <a:pt x="31311" y="0"/>
                    <a:pt x="27477" y="0"/>
                  </a:cubicBezTo>
                  <a:cubicBezTo>
                    <a:pt x="23643" y="0"/>
                    <a:pt x="21087" y="2554"/>
                    <a:pt x="21087" y="6384"/>
                  </a:cubicBezTo>
                  <a:lnTo>
                    <a:pt x="21087" y="55541"/>
                  </a:lnTo>
                  <a:lnTo>
                    <a:pt x="6390" y="55541"/>
                  </a:lnTo>
                  <a:cubicBezTo>
                    <a:pt x="2556" y="55541"/>
                    <a:pt x="0" y="58094"/>
                    <a:pt x="0" y="61925"/>
                  </a:cubicBezTo>
                  <a:cubicBezTo>
                    <a:pt x="0" y="65755"/>
                    <a:pt x="2556" y="68309"/>
                    <a:pt x="6390" y="68309"/>
                  </a:cubicBezTo>
                  <a:lnTo>
                    <a:pt x="198088" y="68309"/>
                  </a:lnTo>
                  <a:cubicBezTo>
                    <a:pt x="201922" y="68309"/>
                    <a:pt x="204478" y="65755"/>
                    <a:pt x="204478" y="61925"/>
                  </a:cubicBezTo>
                  <a:cubicBezTo>
                    <a:pt x="204478" y="58094"/>
                    <a:pt x="202561" y="55541"/>
                    <a:pt x="198727" y="55541"/>
                  </a:cubicBezTo>
                  <a:lnTo>
                    <a:pt x="198727" y="55541"/>
                  </a:lnTo>
                  <a:close/>
                </a:path>
              </a:pathLst>
            </a:custGeom>
            <a:solidFill>
              <a:srgbClr val="26890D"/>
            </a:solidFill>
            <a:ln w="6390" cap="flat">
              <a:noFill/>
              <a:prstDash val="solid"/>
              <a:miter/>
            </a:ln>
          </p:spPr>
          <p:txBody>
            <a:bodyPr rtlCol="0" anchor="ctr"/>
            <a:lstStyle/>
            <a:p>
              <a:endParaRPr lang="en-US"/>
            </a:p>
          </p:txBody>
        </p:sp>
      </p:grpSp>
      <p:sp>
        <p:nvSpPr>
          <p:cNvPr id="613" name="Graphic 4">
            <a:extLst>
              <a:ext uri="{FF2B5EF4-FFF2-40B4-BE49-F238E27FC236}">
                <a16:creationId xmlns:a16="http://schemas.microsoft.com/office/drawing/2014/main" id="{2BB28E6E-CB96-2544-ACBA-B5699AEB0843}"/>
              </a:ext>
            </a:extLst>
          </p:cNvPr>
          <p:cNvSpPr>
            <a:spLocks noChangeAspect="1"/>
          </p:cNvSpPr>
          <p:nvPr/>
        </p:nvSpPr>
        <p:spPr>
          <a:xfrm>
            <a:off x="2998158" y="1402085"/>
            <a:ext cx="362948" cy="361975"/>
          </a:xfrm>
          <a:custGeom>
            <a:avLst/>
            <a:gdLst>
              <a:gd name="connsiteX0" fmla="*/ 138022 w 362948"/>
              <a:gd name="connsiteY0" fmla="*/ 148747 h 361975"/>
              <a:gd name="connsiteX1" fmla="*/ 224926 w 362948"/>
              <a:gd name="connsiteY1" fmla="*/ 148747 h 361975"/>
              <a:gd name="connsiteX2" fmla="*/ 163582 w 362948"/>
              <a:gd name="connsiteY2" fmla="*/ 123211 h 361975"/>
              <a:gd name="connsiteX3" fmla="*/ 138022 w 362948"/>
              <a:gd name="connsiteY3" fmla="*/ 148747 h 361975"/>
              <a:gd name="connsiteX4" fmla="*/ 283713 w 362948"/>
              <a:gd name="connsiteY4" fmla="*/ 275150 h 361975"/>
              <a:gd name="connsiteX5" fmla="*/ 277323 w 362948"/>
              <a:gd name="connsiteY5" fmla="*/ 281534 h 361975"/>
              <a:gd name="connsiteX6" fmla="*/ 85625 w 362948"/>
              <a:gd name="connsiteY6" fmla="*/ 281534 h 361975"/>
              <a:gd name="connsiteX7" fmla="*/ 79235 w 362948"/>
              <a:gd name="connsiteY7" fmla="*/ 275150 h 361975"/>
              <a:gd name="connsiteX8" fmla="*/ 85625 w 362948"/>
              <a:gd name="connsiteY8" fmla="*/ 268766 h 361975"/>
              <a:gd name="connsiteX9" fmla="*/ 100322 w 362948"/>
              <a:gd name="connsiteY9" fmla="*/ 268766 h 361975"/>
              <a:gd name="connsiteX10" fmla="*/ 100322 w 362948"/>
              <a:gd name="connsiteY10" fmla="*/ 219609 h 361975"/>
              <a:gd name="connsiteX11" fmla="*/ 106712 w 362948"/>
              <a:gd name="connsiteY11" fmla="*/ 213225 h 361975"/>
              <a:gd name="connsiteX12" fmla="*/ 113102 w 362948"/>
              <a:gd name="connsiteY12" fmla="*/ 219609 h 361975"/>
              <a:gd name="connsiteX13" fmla="*/ 113102 w 362948"/>
              <a:gd name="connsiteY13" fmla="*/ 268766 h 361975"/>
              <a:gd name="connsiteX14" fmla="*/ 137384 w 362948"/>
              <a:gd name="connsiteY14" fmla="*/ 268766 h 361975"/>
              <a:gd name="connsiteX15" fmla="*/ 137384 w 362948"/>
              <a:gd name="connsiteY15" fmla="*/ 219609 h 361975"/>
              <a:gd name="connsiteX16" fmla="*/ 143774 w 362948"/>
              <a:gd name="connsiteY16" fmla="*/ 213225 h 361975"/>
              <a:gd name="connsiteX17" fmla="*/ 150164 w 362948"/>
              <a:gd name="connsiteY17" fmla="*/ 219609 h 361975"/>
              <a:gd name="connsiteX18" fmla="*/ 150164 w 362948"/>
              <a:gd name="connsiteY18" fmla="*/ 268766 h 361975"/>
              <a:gd name="connsiteX19" fmla="*/ 174445 w 362948"/>
              <a:gd name="connsiteY19" fmla="*/ 268766 h 361975"/>
              <a:gd name="connsiteX20" fmla="*/ 174445 w 362948"/>
              <a:gd name="connsiteY20" fmla="*/ 219609 h 361975"/>
              <a:gd name="connsiteX21" fmla="*/ 180835 w 362948"/>
              <a:gd name="connsiteY21" fmla="*/ 213225 h 361975"/>
              <a:gd name="connsiteX22" fmla="*/ 187225 w 362948"/>
              <a:gd name="connsiteY22" fmla="*/ 219609 h 361975"/>
              <a:gd name="connsiteX23" fmla="*/ 187225 w 362948"/>
              <a:gd name="connsiteY23" fmla="*/ 268766 h 361975"/>
              <a:gd name="connsiteX24" fmla="*/ 211507 w 362948"/>
              <a:gd name="connsiteY24" fmla="*/ 268766 h 361975"/>
              <a:gd name="connsiteX25" fmla="*/ 211507 w 362948"/>
              <a:gd name="connsiteY25" fmla="*/ 219609 h 361975"/>
              <a:gd name="connsiteX26" fmla="*/ 217897 w 362948"/>
              <a:gd name="connsiteY26" fmla="*/ 213225 h 361975"/>
              <a:gd name="connsiteX27" fmla="*/ 224287 w 362948"/>
              <a:gd name="connsiteY27" fmla="*/ 219609 h 361975"/>
              <a:gd name="connsiteX28" fmla="*/ 224287 w 362948"/>
              <a:gd name="connsiteY28" fmla="*/ 268766 h 361975"/>
              <a:gd name="connsiteX29" fmla="*/ 248569 w 362948"/>
              <a:gd name="connsiteY29" fmla="*/ 268766 h 361975"/>
              <a:gd name="connsiteX30" fmla="*/ 248569 w 362948"/>
              <a:gd name="connsiteY30" fmla="*/ 219609 h 361975"/>
              <a:gd name="connsiteX31" fmla="*/ 254958 w 362948"/>
              <a:gd name="connsiteY31" fmla="*/ 213225 h 361975"/>
              <a:gd name="connsiteX32" fmla="*/ 261348 w 362948"/>
              <a:gd name="connsiteY32" fmla="*/ 219609 h 361975"/>
              <a:gd name="connsiteX33" fmla="*/ 261348 w 362948"/>
              <a:gd name="connsiteY33" fmla="*/ 268766 h 361975"/>
              <a:gd name="connsiteX34" fmla="*/ 277962 w 362948"/>
              <a:gd name="connsiteY34" fmla="*/ 268766 h 361975"/>
              <a:gd name="connsiteX35" fmla="*/ 283713 w 362948"/>
              <a:gd name="connsiteY35" fmla="*/ 275150 h 361975"/>
              <a:gd name="connsiteX36" fmla="*/ 273489 w 362948"/>
              <a:gd name="connsiteY36" fmla="*/ 199819 h 361975"/>
              <a:gd name="connsiteX37" fmla="*/ 267099 w 362948"/>
              <a:gd name="connsiteY37" fmla="*/ 206203 h 361975"/>
              <a:gd name="connsiteX38" fmla="*/ 95210 w 362948"/>
              <a:gd name="connsiteY38" fmla="*/ 206203 h 361975"/>
              <a:gd name="connsiteX39" fmla="*/ 88820 w 362948"/>
              <a:gd name="connsiteY39" fmla="*/ 199819 h 361975"/>
              <a:gd name="connsiteX40" fmla="*/ 95210 w 362948"/>
              <a:gd name="connsiteY40" fmla="*/ 193435 h 361975"/>
              <a:gd name="connsiteX41" fmla="*/ 122687 w 362948"/>
              <a:gd name="connsiteY41" fmla="*/ 193435 h 361975"/>
              <a:gd name="connsiteX42" fmla="*/ 122687 w 362948"/>
              <a:gd name="connsiteY42" fmla="*/ 173644 h 361975"/>
              <a:gd name="connsiteX43" fmla="*/ 129077 w 362948"/>
              <a:gd name="connsiteY43" fmla="*/ 167260 h 361975"/>
              <a:gd name="connsiteX44" fmla="*/ 135467 w 362948"/>
              <a:gd name="connsiteY44" fmla="*/ 173644 h 361975"/>
              <a:gd name="connsiteX45" fmla="*/ 135467 w 362948"/>
              <a:gd name="connsiteY45" fmla="*/ 193435 h 361975"/>
              <a:gd name="connsiteX46" fmla="*/ 157192 w 362948"/>
              <a:gd name="connsiteY46" fmla="*/ 193435 h 361975"/>
              <a:gd name="connsiteX47" fmla="*/ 157192 w 362948"/>
              <a:gd name="connsiteY47" fmla="*/ 173644 h 361975"/>
              <a:gd name="connsiteX48" fmla="*/ 163582 w 362948"/>
              <a:gd name="connsiteY48" fmla="*/ 167260 h 361975"/>
              <a:gd name="connsiteX49" fmla="*/ 169972 w 362948"/>
              <a:gd name="connsiteY49" fmla="*/ 173644 h 361975"/>
              <a:gd name="connsiteX50" fmla="*/ 169972 w 362948"/>
              <a:gd name="connsiteY50" fmla="*/ 193435 h 361975"/>
              <a:gd name="connsiteX51" fmla="*/ 191698 w 362948"/>
              <a:gd name="connsiteY51" fmla="*/ 193435 h 361975"/>
              <a:gd name="connsiteX52" fmla="*/ 191698 w 362948"/>
              <a:gd name="connsiteY52" fmla="*/ 173644 h 361975"/>
              <a:gd name="connsiteX53" fmla="*/ 198088 w 362948"/>
              <a:gd name="connsiteY53" fmla="*/ 167260 h 361975"/>
              <a:gd name="connsiteX54" fmla="*/ 204478 w 362948"/>
              <a:gd name="connsiteY54" fmla="*/ 173644 h 361975"/>
              <a:gd name="connsiteX55" fmla="*/ 204478 w 362948"/>
              <a:gd name="connsiteY55" fmla="*/ 193435 h 361975"/>
              <a:gd name="connsiteX56" fmla="*/ 226204 w 362948"/>
              <a:gd name="connsiteY56" fmla="*/ 193435 h 361975"/>
              <a:gd name="connsiteX57" fmla="*/ 226204 w 362948"/>
              <a:gd name="connsiteY57" fmla="*/ 173644 h 361975"/>
              <a:gd name="connsiteX58" fmla="*/ 232594 w 362948"/>
              <a:gd name="connsiteY58" fmla="*/ 167260 h 361975"/>
              <a:gd name="connsiteX59" fmla="*/ 238984 w 362948"/>
              <a:gd name="connsiteY59" fmla="*/ 173644 h 361975"/>
              <a:gd name="connsiteX60" fmla="*/ 238984 w 362948"/>
              <a:gd name="connsiteY60" fmla="*/ 193435 h 361975"/>
              <a:gd name="connsiteX61" fmla="*/ 266460 w 362948"/>
              <a:gd name="connsiteY61" fmla="*/ 193435 h 361975"/>
              <a:gd name="connsiteX62" fmla="*/ 273489 w 362948"/>
              <a:gd name="connsiteY62" fmla="*/ 199819 h 361975"/>
              <a:gd name="connsiteX63" fmla="*/ 253041 w 362948"/>
              <a:gd name="connsiteY63" fmla="*/ 155131 h 361975"/>
              <a:gd name="connsiteX64" fmla="*/ 246651 w 362948"/>
              <a:gd name="connsiteY64" fmla="*/ 161515 h 361975"/>
              <a:gd name="connsiteX65" fmla="*/ 116297 w 362948"/>
              <a:gd name="connsiteY65" fmla="*/ 161515 h 361975"/>
              <a:gd name="connsiteX66" fmla="*/ 109907 w 362948"/>
              <a:gd name="connsiteY66" fmla="*/ 155131 h 361975"/>
              <a:gd name="connsiteX67" fmla="*/ 116297 w 362948"/>
              <a:gd name="connsiteY67" fmla="*/ 148747 h 361975"/>
              <a:gd name="connsiteX68" fmla="*/ 124604 w 362948"/>
              <a:gd name="connsiteY68" fmla="*/ 148747 h 361975"/>
              <a:gd name="connsiteX69" fmla="*/ 175084 w 362948"/>
              <a:gd name="connsiteY69" fmla="*/ 107889 h 361975"/>
              <a:gd name="connsiteX70" fmla="*/ 175084 w 362948"/>
              <a:gd name="connsiteY70" fmla="*/ 87461 h 361975"/>
              <a:gd name="connsiteX71" fmla="*/ 181474 w 362948"/>
              <a:gd name="connsiteY71" fmla="*/ 81077 h 361975"/>
              <a:gd name="connsiteX72" fmla="*/ 187864 w 362948"/>
              <a:gd name="connsiteY72" fmla="*/ 87461 h 361975"/>
              <a:gd name="connsiteX73" fmla="*/ 187864 w 362948"/>
              <a:gd name="connsiteY73" fmla="*/ 107889 h 361975"/>
              <a:gd name="connsiteX74" fmla="*/ 238345 w 362948"/>
              <a:gd name="connsiteY74" fmla="*/ 148747 h 361975"/>
              <a:gd name="connsiteX75" fmla="*/ 246651 w 362948"/>
              <a:gd name="connsiteY75" fmla="*/ 148747 h 361975"/>
              <a:gd name="connsiteX76" fmla="*/ 253041 w 362948"/>
              <a:gd name="connsiteY76" fmla="*/ 155131 h 361975"/>
              <a:gd name="connsiteX77" fmla="*/ 362948 w 362948"/>
              <a:gd name="connsiteY77" fmla="*/ 181305 h 361975"/>
              <a:gd name="connsiteX78" fmla="*/ 181474 w 362948"/>
              <a:gd name="connsiteY78" fmla="*/ 0 h 361975"/>
              <a:gd name="connsiteX79" fmla="*/ 0 w 362948"/>
              <a:gd name="connsiteY79" fmla="*/ 180667 h 361975"/>
              <a:gd name="connsiteX80" fmla="*/ 181474 w 362948"/>
              <a:gd name="connsiteY80" fmla="*/ 361972 h 361975"/>
              <a:gd name="connsiteX81" fmla="*/ 181474 w 362948"/>
              <a:gd name="connsiteY81" fmla="*/ 361972 h 361975"/>
              <a:gd name="connsiteX82" fmla="*/ 362948 w 362948"/>
              <a:gd name="connsiteY82" fmla="*/ 181305 h 361975"/>
              <a:gd name="connsiteX83" fmla="*/ 362948 w 362948"/>
              <a:gd name="connsiteY83" fmla="*/ 181305 h 3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62948" h="361975">
                <a:moveTo>
                  <a:pt x="138022" y="148747"/>
                </a:moveTo>
                <a:lnTo>
                  <a:pt x="224926" y="148747"/>
                </a:lnTo>
                <a:cubicBezTo>
                  <a:pt x="214702" y="124488"/>
                  <a:pt x="187225" y="113635"/>
                  <a:pt x="163582" y="123211"/>
                </a:cubicBezTo>
                <a:cubicBezTo>
                  <a:pt x="151441" y="128318"/>
                  <a:pt x="142496" y="137256"/>
                  <a:pt x="138022" y="148747"/>
                </a:cubicBezTo>
                <a:moveTo>
                  <a:pt x="283713" y="275150"/>
                </a:moveTo>
                <a:cubicBezTo>
                  <a:pt x="283713" y="278980"/>
                  <a:pt x="281157" y="281534"/>
                  <a:pt x="277323" y="281534"/>
                </a:cubicBezTo>
                <a:lnTo>
                  <a:pt x="85625" y="281534"/>
                </a:lnTo>
                <a:cubicBezTo>
                  <a:pt x="81791" y="281534"/>
                  <a:pt x="79235" y="278980"/>
                  <a:pt x="79235" y="275150"/>
                </a:cubicBezTo>
                <a:cubicBezTo>
                  <a:pt x="79235" y="271319"/>
                  <a:pt x="81791" y="268766"/>
                  <a:pt x="85625" y="268766"/>
                </a:cubicBezTo>
                <a:lnTo>
                  <a:pt x="100322" y="268766"/>
                </a:lnTo>
                <a:lnTo>
                  <a:pt x="100322" y="219609"/>
                </a:lnTo>
                <a:cubicBezTo>
                  <a:pt x="100322" y="215779"/>
                  <a:pt x="102878" y="213225"/>
                  <a:pt x="106712" y="213225"/>
                </a:cubicBezTo>
                <a:cubicBezTo>
                  <a:pt x="110546" y="213225"/>
                  <a:pt x="113102" y="215779"/>
                  <a:pt x="113102" y="219609"/>
                </a:cubicBezTo>
                <a:lnTo>
                  <a:pt x="113102" y="268766"/>
                </a:lnTo>
                <a:lnTo>
                  <a:pt x="137384" y="268766"/>
                </a:lnTo>
                <a:lnTo>
                  <a:pt x="137384" y="219609"/>
                </a:lnTo>
                <a:cubicBezTo>
                  <a:pt x="137384" y="215779"/>
                  <a:pt x="139940" y="213225"/>
                  <a:pt x="143774" y="213225"/>
                </a:cubicBezTo>
                <a:cubicBezTo>
                  <a:pt x="147607" y="213225"/>
                  <a:pt x="150164" y="215779"/>
                  <a:pt x="150164" y="219609"/>
                </a:cubicBezTo>
                <a:lnTo>
                  <a:pt x="150164" y="268766"/>
                </a:lnTo>
                <a:lnTo>
                  <a:pt x="174445" y="268766"/>
                </a:lnTo>
                <a:lnTo>
                  <a:pt x="174445" y="219609"/>
                </a:lnTo>
                <a:cubicBezTo>
                  <a:pt x="174445" y="215779"/>
                  <a:pt x="177001" y="213225"/>
                  <a:pt x="180835" y="213225"/>
                </a:cubicBezTo>
                <a:cubicBezTo>
                  <a:pt x="184669" y="213225"/>
                  <a:pt x="187225" y="215779"/>
                  <a:pt x="187225" y="219609"/>
                </a:cubicBezTo>
                <a:lnTo>
                  <a:pt x="187225" y="268766"/>
                </a:lnTo>
                <a:lnTo>
                  <a:pt x="211507" y="268766"/>
                </a:lnTo>
                <a:lnTo>
                  <a:pt x="211507" y="219609"/>
                </a:lnTo>
                <a:cubicBezTo>
                  <a:pt x="211507" y="215779"/>
                  <a:pt x="214063" y="213225"/>
                  <a:pt x="217897" y="213225"/>
                </a:cubicBezTo>
                <a:cubicBezTo>
                  <a:pt x="221731" y="213225"/>
                  <a:pt x="224287" y="215779"/>
                  <a:pt x="224287" y="219609"/>
                </a:cubicBezTo>
                <a:lnTo>
                  <a:pt x="224287" y="268766"/>
                </a:lnTo>
                <a:lnTo>
                  <a:pt x="248569" y="268766"/>
                </a:lnTo>
                <a:lnTo>
                  <a:pt x="248569" y="219609"/>
                </a:lnTo>
                <a:cubicBezTo>
                  <a:pt x="248569" y="215779"/>
                  <a:pt x="251124" y="213225"/>
                  <a:pt x="254958" y="213225"/>
                </a:cubicBezTo>
                <a:cubicBezTo>
                  <a:pt x="258792" y="213225"/>
                  <a:pt x="261348" y="215779"/>
                  <a:pt x="261348" y="219609"/>
                </a:cubicBezTo>
                <a:lnTo>
                  <a:pt x="261348" y="268766"/>
                </a:lnTo>
                <a:lnTo>
                  <a:pt x="277962" y="268766"/>
                </a:lnTo>
                <a:cubicBezTo>
                  <a:pt x="280518" y="268766"/>
                  <a:pt x="283713" y="271958"/>
                  <a:pt x="283713" y="275150"/>
                </a:cubicBezTo>
                <a:moveTo>
                  <a:pt x="273489" y="199819"/>
                </a:moveTo>
                <a:cubicBezTo>
                  <a:pt x="273489" y="203649"/>
                  <a:pt x="270933" y="206203"/>
                  <a:pt x="267099" y="206203"/>
                </a:cubicBezTo>
                <a:lnTo>
                  <a:pt x="95210" y="206203"/>
                </a:lnTo>
                <a:cubicBezTo>
                  <a:pt x="91376" y="206203"/>
                  <a:pt x="88820" y="203649"/>
                  <a:pt x="88820" y="199819"/>
                </a:cubicBezTo>
                <a:cubicBezTo>
                  <a:pt x="88820" y="195988"/>
                  <a:pt x="91376" y="193435"/>
                  <a:pt x="95210" y="193435"/>
                </a:cubicBezTo>
                <a:lnTo>
                  <a:pt x="122687" y="193435"/>
                </a:lnTo>
                <a:lnTo>
                  <a:pt x="122687" y="173644"/>
                </a:lnTo>
                <a:cubicBezTo>
                  <a:pt x="122687" y="169814"/>
                  <a:pt x="125243" y="167260"/>
                  <a:pt x="129077" y="167260"/>
                </a:cubicBezTo>
                <a:cubicBezTo>
                  <a:pt x="132911" y="167260"/>
                  <a:pt x="135467" y="169814"/>
                  <a:pt x="135467" y="173644"/>
                </a:cubicBezTo>
                <a:lnTo>
                  <a:pt x="135467" y="193435"/>
                </a:lnTo>
                <a:lnTo>
                  <a:pt x="157192" y="193435"/>
                </a:lnTo>
                <a:lnTo>
                  <a:pt x="157192" y="173644"/>
                </a:lnTo>
                <a:cubicBezTo>
                  <a:pt x="157192" y="169814"/>
                  <a:pt x="159748" y="167260"/>
                  <a:pt x="163582" y="167260"/>
                </a:cubicBezTo>
                <a:cubicBezTo>
                  <a:pt x="167416" y="167260"/>
                  <a:pt x="169972" y="169814"/>
                  <a:pt x="169972" y="173644"/>
                </a:cubicBezTo>
                <a:lnTo>
                  <a:pt x="169972" y="193435"/>
                </a:lnTo>
                <a:lnTo>
                  <a:pt x="191698" y="193435"/>
                </a:lnTo>
                <a:lnTo>
                  <a:pt x="191698" y="173644"/>
                </a:lnTo>
                <a:cubicBezTo>
                  <a:pt x="191698" y="169814"/>
                  <a:pt x="194254" y="167260"/>
                  <a:pt x="198088" y="167260"/>
                </a:cubicBezTo>
                <a:cubicBezTo>
                  <a:pt x="201922" y="167260"/>
                  <a:pt x="204478" y="169814"/>
                  <a:pt x="204478" y="173644"/>
                </a:cubicBezTo>
                <a:lnTo>
                  <a:pt x="204478" y="193435"/>
                </a:lnTo>
                <a:lnTo>
                  <a:pt x="226204" y="193435"/>
                </a:lnTo>
                <a:lnTo>
                  <a:pt x="226204" y="173644"/>
                </a:lnTo>
                <a:cubicBezTo>
                  <a:pt x="226204" y="169814"/>
                  <a:pt x="228760" y="167260"/>
                  <a:pt x="232594" y="167260"/>
                </a:cubicBezTo>
                <a:cubicBezTo>
                  <a:pt x="236428" y="167260"/>
                  <a:pt x="238984" y="169814"/>
                  <a:pt x="238984" y="173644"/>
                </a:cubicBezTo>
                <a:lnTo>
                  <a:pt x="238984" y="193435"/>
                </a:lnTo>
                <a:lnTo>
                  <a:pt x="266460" y="193435"/>
                </a:lnTo>
                <a:cubicBezTo>
                  <a:pt x="270933" y="193435"/>
                  <a:pt x="273489" y="196627"/>
                  <a:pt x="273489" y="199819"/>
                </a:cubicBezTo>
                <a:moveTo>
                  <a:pt x="253041" y="155131"/>
                </a:moveTo>
                <a:cubicBezTo>
                  <a:pt x="253041" y="158961"/>
                  <a:pt x="250485" y="161515"/>
                  <a:pt x="246651" y="161515"/>
                </a:cubicBezTo>
                <a:lnTo>
                  <a:pt x="116297" y="161515"/>
                </a:lnTo>
                <a:cubicBezTo>
                  <a:pt x="112463" y="161515"/>
                  <a:pt x="109907" y="158961"/>
                  <a:pt x="109907" y="155131"/>
                </a:cubicBezTo>
                <a:cubicBezTo>
                  <a:pt x="109907" y="151300"/>
                  <a:pt x="112463" y="148747"/>
                  <a:pt x="116297" y="148747"/>
                </a:cubicBezTo>
                <a:lnTo>
                  <a:pt x="124604" y="148747"/>
                </a:lnTo>
                <a:cubicBezTo>
                  <a:pt x="131633" y="126403"/>
                  <a:pt x="151441" y="110443"/>
                  <a:pt x="175084" y="107889"/>
                </a:cubicBezTo>
                <a:lnTo>
                  <a:pt x="175084" y="87461"/>
                </a:lnTo>
                <a:cubicBezTo>
                  <a:pt x="175084" y="83630"/>
                  <a:pt x="177640" y="81077"/>
                  <a:pt x="181474" y="81077"/>
                </a:cubicBezTo>
                <a:cubicBezTo>
                  <a:pt x="185308" y="81077"/>
                  <a:pt x="187864" y="83630"/>
                  <a:pt x="187864" y="87461"/>
                </a:cubicBezTo>
                <a:lnTo>
                  <a:pt x="187864" y="107889"/>
                </a:lnTo>
                <a:cubicBezTo>
                  <a:pt x="211507" y="110443"/>
                  <a:pt x="230677" y="126403"/>
                  <a:pt x="238345" y="148747"/>
                </a:cubicBezTo>
                <a:lnTo>
                  <a:pt x="246651" y="148747"/>
                </a:lnTo>
                <a:cubicBezTo>
                  <a:pt x="249846" y="148747"/>
                  <a:pt x="253041" y="151939"/>
                  <a:pt x="253041" y="155131"/>
                </a:cubicBezTo>
                <a:moveTo>
                  <a:pt x="362948" y="181305"/>
                </a:moveTo>
                <a:cubicBezTo>
                  <a:pt x="362948" y="81077"/>
                  <a:pt x="281796" y="0"/>
                  <a:pt x="181474" y="0"/>
                </a:cubicBezTo>
                <a:cubicBezTo>
                  <a:pt x="81152" y="0"/>
                  <a:pt x="639" y="81077"/>
                  <a:pt x="0" y="180667"/>
                </a:cubicBezTo>
                <a:cubicBezTo>
                  <a:pt x="0" y="280895"/>
                  <a:pt x="81152" y="361972"/>
                  <a:pt x="181474" y="361972"/>
                </a:cubicBezTo>
                <a:cubicBezTo>
                  <a:pt x="181474" y="361972"/>
                  <a:pt x="181474" y="361972"/>
                  <a:pt x="181474" y="361972"/>
                </a:cubicBezTo>
                <a:cubicBezTo>
                  <a:pt x="281796" y="362610"/>
                  <a:pt x="362948" y="281534"/>
                  <a:pt x="362948" y="181305"/>
                </a:cubicBezTo>
                <a:cubicBezTo>
                  <a:pt x="362948" y="181944"/>
                  <a:pt x="362948" y="181305"/>
                  <a:pt x="362948" y="181305"/>
                </a:cubicBezTo>
              </a:path>
            </a:pathLst>
          </a:custGeom>
          <a:solidFill>
            <a:srgbClr val="26890D"/>
          </a:solidFill>
          <a:ln w="6390" cap="flat">
            <a:noFill/>
            <a:prstDash val="solid"/>
            <a:miter/>
          </a:ln>
        </p:spPr>
        <p:txBody>
          <a:bodyPr rtlCol="0" anchor="ctr"/>
          <a:lstStyle/>
          <a:p>
            <a:endParaRPr lang="en-US"/>
          </a:p>
        </p:txBody>
      </p:sp>
      <p:grpSp>
        <p:nvGrpSpPr>
          <p:cNvPr id="614" name="Graphic 4">
            <a:extLst>
              <a:ext uri="{FF2B5EF4-FFF2-40B4-BE49-F238E27FC236}">
                <a16:creationId xmlns:a16="http://schemas.microsoft.com/office/drawing/2014/main" id="{E4D97B79-0C91-8E4B-9E08-1E43123344A7}"/>
              </a:ext>
            </a:extLst>
          </p:cNvPr>
          <p:cNvGrpSpPr>
            <a:grpSpLocks noChangeAspect="1"/>
          </p:cNvGrpSpPr>
          <p:nvPr/>
        </p:nvGrpSpPr>
        <p:grpSpPr>
          <a:xfrm>
            <a:off x="1514415" y="4793256"/>
            <a:ext cx="362309" cy="361971"/>
            <a:chOff x="1514415" y="4793256"/>
            <a:chExt cx="362309" cy="361971"/>
          </a:xfrm>
          <a:solidFill>
            <a:srgbClr val="26890D"/>
          </a:solidFill>
        </p:grpSpPr>
        <p:sp>
          <p:nvSpPr>
            <p:cNvPr id="615" name="Graphic 4">
              <a:extLst>
                <a:ext uri="{FF2B5EF4-FFF2-40B4-BE49-F238E27FC236}">
                  <a16:creationId xmlns:a16="http://schemas.microsoft.com/office/drawing/2014/main" id="{71187FFF-2FA2-5249-A7BE-2EA4FB7B6438}"/>
                </a:ext>
              </a:extLst>
            </p:cNvPr>
            <p:cNvSpPr/>
            <p:nvPr/>
          </p:nvSpPr>
          <p:spPr>
            <a:xfrm>
              <a:off x="1514415" y="479325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8565 h 361971"/>
                <a:gd name="connsiteX8" fmla="*/ 12780 w 362309"/>
                <a:gd name="connsiteY8" fmla="*/ 180667 h 361971"/>
                <a:gd name="connsiteX9" fmla="*/ 180835 w 362309"/>
                <a:gd name="connsiteY9" fmla="*/ 12129 h 361971"/>
                <a:gd name="connsiteX10" fmla="*/ 349530 w 362309"/>
                <a:gd name="connsiteY10" fmla="*/ 180028 h 361971"/>
                <a:gd name="connsiteX11" fmla="*/ 349530 w 362309"/>
                <a:gd name="connsiteY11" fmla="*/ 180028 h 361971"/>
                <a:gd name="connsiteX12" fmla="*/ 181474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0438"/>
                    <a:pt x="281157" y="0"/>
                    <a:pt x="181474" y="0"/>
                  </a:cubicBezTo>
                  <a:lnTo>
                    <a:pt x="181474" y="0"/>
                  </a:lnTo>
                  <a:close/>
                  <a:moveTo>
                    <a:pt x="181474" y="348565"/>
                  </a:moveTo>
                  <a:cubicBezTo>
                    <a:pt x="88181" y="348565"/>
                    <a:pt x="12780" y="273234"/>
                    <a:pt x="12780" y="180667"/>
                  </a:cubicBezTo>
                  <a:cubicBezTo>
                    <a:pt x="12780" y="87461"/>
                    <a:pt x="88181" y="12129"/>
                    <a:pt x="180835" y="12129"/>
                  </a:cubicBezTo>
                  <a:cubicBezTo>
                    <a:pt x="274128" y="12129"/>
                    <a:pt x="349530" y="87461"/>
                    <a:pt x="349530" y="180028"/>
                  </a:cubicBezTo>
                  <a:cubicBezTo>
                    <a:pt x="349530" y="180028"/>
                    <a:pt x="349530" y="180028"/>
                    <a:pt x="349530" y="180028"/>
                  </a:cubicBezTo>
                  <a:cubicBezTo>
                    <a:pt x="349530" y="273234"/>
                    <a:pt x="274128" y="348565"/>
                    <a:pt x="181474" y="348565"/>
                  </a:cubicBezTo>
                  <a:close/>
                </a:path>
              </a:pathLst>
            </a:custGeom>
            <a:solidFill>
              <a:srgbClr val="26890D"/>
            </a:solidFill>
            <a:ln w="6390" cap="flat">
              <a:noFill/>
              <a:prstDash val="solid"/>
              <a:miter/>
            </a:ln>
          </p:spPr>
          <p:txBody>
            <a:bodyPr rtlCol="0" anchor="ctr"/>
            <a:lstStyle/>
            <a:p>
              <a:endParaRPr lang="en-US"/>
            </a:p>
          </p:txBody>
        </p:sp>
        <p:sp>
          <p:nvSpPr>
            <p:cNvPr id="616" name="Graphic 4">
              <a:extLst>
                <a:ext uri="{FF2B5EF4-FFF2-40B4-BE49-F238E27FC236}">
                  <a16:creationId xmlns:a16="http://schemas.microsoft.com/office/drawing/2014/main" id="{FC9EB080-79C0-5046-BCC6-E04843EE6363}"/>
                </a:ext>
              </a:extLst>
            </p:cNvPr>
            <p:cNvSpPr/>
            <p:nvPr/>
          </p:nvSpPr>
          <p:spPr>
            <a:xfrm>
              <a:off x="1585982" y="4884198"/>
              <a:ext cx="220452" cy="179100"/>
            </a:xfrm>
            <a:custGeom>
              <a:avLst/>
              <a:gdLst>
                <a:gd name="connsiteX0" fmla="*/ 215980 w 220452"/>
                <a:gd name="connsiteY0" fmla="*/ 46314 h 179100"/>
                <a:gd name="connsiteX1" fmla="*/ 177001 w 220452"/>
                <a:gd name="connsiteY1" fmla="*/ 32269 h 179100"/>
                <a:gd name="connsiteX2" fmla="*/ 198088 w 220452"/>
                <a:gd name="connsiteY2" fmla="*/ 11202 h 179100"/>
                <a:gd name="connsiteX3" fmla="*/ 198727 w 220452"/>
                <a:gd name="connsiteY3" fmla="*/ 2264 h 179100"/>
                <a:gd name="connsiteX4" fmla="*/ 189781 w 220452"/>
                <a:gd name="connsiteY4" fmla="*/ 1626 h 179100"/>
                <a:gd name="connsiteX5" fmla="*/ 189142 w 220452"/>
                <a:gd name="connsiteY5" fmla="*/ 2264 h 179100"/>
                <a:gd name="connsiteX6" fmla="*/ 163582 w 220452"/>
                <a:gd name="connsiteY6" fmla="*/ 27800 h 179100"/>
                <a:gd name="connsiteX7" fmla="*/ 112463 w 220452"/>
                <a:gd name="connsiteY7" fmla="*/ 9287 h 179100"/>
                <a:gd name="connsiteX8" fmla="*/ 107990 w 220452"/>
                <a:gd name="connsiteY8" fmla="*/ 9287 h 179100"/>
                <a:gd name="connsiteX9" fmla="*/ 4473 w 220452"/>
                <a:gd name="connsiteY9" fmla="*/ 46952 h 179100"/>
                <a:gd name="connsiteX10" fmla="*/ 0 w 220452"/>
                <a:gd name="connsiteY10" fmla="*/ 52698 h 179100"/>
                <a:gd name="connsiteX11" fmla="*/ 3834 w 220452"/>
                <a:gd name="connsiteY11" fmla="*/ 58443 h 179100"/>
                <a:gd name="connsiteX12" fmla="*/ 44091 w 220452"/>
                <a:gd name="connsiteY12" fmla="*/ 75680 h 179100"/>
                <a:gd name="connsiteX13" fmla="*/ 37062 w 220452"/>
                <a:gd name="connsiteY13" fmla="*/ 126113 h 179100"/>
                <a:gd name="connsiteX14" fmla="*/ 37701 w 220452"/>
                <a:gd name="connsiteY14" fmla="*/ 129944 h 179100"/>
                <a:gd name="connsiteX15" fmla="*/ 47925 w 220452"/>
                <a:gd name="connsiteY15" fmla="*/ 142073 h 179100"/>
                <a:gd name="connsiteX16" fmla="*/ 21726 w 220452"/>
                <a:gd name="connsiteY16" fmla="*/ 168247 h 179100"/>
                <a:gd name="connsiteX17" fmla="*/ 21726 w 220452"/>
                <a:gd name="connsiteY17" fmla="*/ 177185 h 179100"/>
                <a:gd name="connsiteX18" fmla="*/ 21726 w 220452"/>
                <a:gd name="connsiteY18" fmla="*/ 177185 h 179100"/>
                <a:gd name="connsiteX19" fmla="*/ 30672 w 220452"/>
                <a:gd name="connsiteY19" fmla="*/ 177185 h 179100"/>
                <a:gd name="connsiteX20" fmla="*/ 30672 w 220452"/>
                <a:gd name="connsiteY20" fmla="*/ 177185 h 179100"/>
                <a:gd name="connsiteX21" fmla="*/ 58148 w 220452"/>
                <a:gd name="connsiteY21" fmla="*/ 149734 h 179100"/>
                <a:gd name="connsiteX22" fmla="*/ 107990 w 220452"/>
                <a:gd name="connsiteY22" fmla="*/ 162502 h 179100"/>
                <a:gd name="connsiteX23" fmla="*/ 109907 w 220452"/>
                <a:gd name="connsiteY23" fmla="*/ 162502 h 179100"/>
                <a:gd name="connsiteX24" fmla="*/ 181474 w 220452"/>
                <a:gd name="connsiteY24" fmla="*/ 129944 h 179100"/>
                <a:gd name="connsiteX25" fmla="*/ 182752 w 220452"/>
                <a:gd name="connsiteY25" fmla="*/ 124836 h 179100"/>
                <a:gd name="connsiteX26" fmla="*/ 176362 w 220452"/>
                <a:gd name="connsiteY26" fmla="*/ 75041 h 179100"/>
                <a:gd name="connsiteX27" fmla="*/ 176362 w 220452"/>
                <a:gd name="connsiteY27" fmla="*/ 74403 h 179100"/>
                <a:gd name="connsiteX28" fmla="*/ 200644 w 220452"/>
                <a:gd name="connsiteY28" fmla="*/ 64189 h 179100"/>
                <a:gd name="connsiteX29" fmla="*/ 200644 w 220452"/>
                <a:gd name="connsiteY29" fmla="*/ 155479 h 179100"/>
                <a:gd name="connsiteX30" fmla="*/ 207034 w 220452"/>
                <a:gd name="connsiteY30" fmla="*/ 161863 h 179100"/>
                <a:gd name="connsiteX31" fmla="*/ 213424 w 220452"/>
                <a:gd name="connsiteY31" fmla="*/ 155479 h 179100"/>
                <a:gd name="connsiteX32" fmla="*/ 213424 w 220452"/>
                <a:gd name="connsiteY32" fmla="*/ 58443 h 179100"/>
                <a:gd name="connsiteX33" fmla="*/ 216619 w 220452"/>
                <a:gd name="connsiteY33" fmla="*/ 57166 h 179100"/>
                <a:gd name="connsiteX34" fmla="*/ 220453 w 220452"/>
                <a:gd name="connsiteY34" fmla="*/ 50782 h 179100"/>
                <a:gd name="connsiteX35" fmla="*/ 215980 w 220452"/>
                <a:gd name="connsiteY35" fmla="*/ 46314 h 179100"/>
                <a:gd name="connsiteX36" fmla="*/ 109907 w 220452"/>
                <a:gd name="connsiteY36" fmla="*/ 22054 h 179100"/>
                <a:gd name="connsiteX37" fmla="*/ 153359 w 220452"/>
                <a:gd name="connsiteY37" fmla="*/ 37376 h 179100"/>
                <a:gd name="connsiteX38" fmla="*/ 103517 w 220452"/>
                <a:gd name="connsiteY38" fmla="*/ 87171 h 179100"/>
                <a:gd name="connsiteX39" fmla="*/ 23643 w 220452"/>
                <a:gd name="connsiteY39" fmla="*/ 53336 h 179100"/>
                <a:gd name="connsiteX40" fmla="*/ 109907 w 220452"/>
                <a:gd name="connsiteY40" fmla="*/ 22054 h 179100"/>
                <a:gd name="connsiteX41" fmla="*/ 49842 w 220452"/>
                <a:gd name="connsiteY41" fmla="*/ 125475 h 179100"/>
                <a:gd name="connsiteX42" fmla="*/ 55592 w 220452"/>
                <a:gd name="connsiteY42" fmla="*/ 80787 h 179100"/>
                <a:gd name="connsiteX43" fmla="*/ 93293 w 220452"/>
                <a:gd name="connsiteY43" fmla="*/ 96747 h 179100"/>
                <a:gd name="connsiteX44" fmla="*/ 56871 w 220452"/>
                <a:gd name="connsiteY44" fmla="*/ 133136 h 179100"/>
                <a:gd name="connsiteX45" fmla="*/ 49842 w 220452"/>
                <a:gd name="connsiteY45" fmla="*/ 125475 h 179100"/>
                <a:gd name="connsiteX46" fmla="*/ 169972 w 220452"/>
                <a:gd name="connsiteY46" fmla="*/ 124198 h 179100"/>
                <a:gd name="connsiteX47" fmla="*/ 109907 w 220452"/>
                <a:gd name="connsiteY47" fmla="*/ 149734 h 179100"/>
                <a:gd name="connsiteX48" fmla="*/ 68372 w 220452"/>
                <a:gd name="connsiteY48" fmla="*/ 140158 h 179100"/>
                <a:gd name="connsiteX49" fmla="*/ 106712 w 220452"/>
                <a:gd name="connsiteY49" fmla="*/ 101854 h 179100"/>
                <a:gd name="connsiteX50" fmla="*/ 107351 w 220452"/>
                <a:gd name="connsiteY50" fmla="*/ 102493 h 179100"/>
                <a:gd name="connsiteX51" fmla="*/ 109907 w 220452"/>
                <a:gd name="connsiteY51" fmla="*/ 103131 h 179100"/>
                <a:gd name="connsiteX52" fmla="*/ 112463 w 220452"/>
                <a:gd name="connsiteY52" fmla="*/ 102493 h 179100"/>
                <a:gd name="connsiteX53" fmla="*/ 163582 w 220452"/>
                <a:gd name="connsiteY53" fmla="*/ 80149 h 179100"/>
                <a:gd name="connsiteX54" fmla="*/ 169972 w 220452"/>
                <a:gd name="connsiteY54" fmla="*/ 124198 h 179100"/>
                <a:gd name="connsiteX55" fmla="*/ 125882 w 220452"/>
                <a:gd name="connsiteY55" fmla="*/ 82702 h 179100"/>
                <a:gd name="connsiteX56" fmla="*/ 166777 w 220452"/>
                <a:gd name="connsiteY56" fmla="*/ 41845 h 179100"/>
                <a:gd name="connsiteX57" fmla="*/ 196171 w 220452"/>
                <a:gd name="connsiteY57" fmla="*/ 52698 h 179100"/>
                <a:gd name="connsiteX58" fmla="*/ 125882 w 220452"/>
                <a:gd name="connsiteY58" fmla="*/ 82702 h 17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20452" h="179100">
                  <a:moveTo>
                    <a:pt x="215980" y="46314"/>
                  </a:moveTo>
                  <a:lnTo>
                    <a:pt x="177001" y="32269"/>
                  </a:lnTo>
                  <a:lnTo>
                    <a:pt x="198088" y="11202"/>
                  </a:lnTo>
                  <a:cubicBezTo>
                    <a:pt x="200644" y="8648"/>
                    <a:pt x="201283" y="4818"/>
                    <a:pt x="198727" y="2264"/>
                  </a:cubicBezTo>
                  <a:cubicBezTo>
                    <a:pt x="196171" y="-289"/>
                    <a:pt x="192337" y="-928"/>
                    <a:pt x="189781" y="1626"/>
                  </a:cubicBezTo>
                  <a:cubicBezTo>
                    <a:pt x="189781" y="1626"/>
                    <a:pt x="189142" y="2264"/>
                    <a:pt x="189142" y="2264"/>
                  </a:cubicBezTo>
                  <a:lnTo>
                    <a:pt x="163582" y="27800"/>
                  </a:lnTo>
                  <a:lnTo>
                    <a:pt x="112463" y="9287"/>
                  </a:lnTo>
                  <a:cubicBezTo>
                    <a:pt x="111185" y="8648"/>
                    <a:pt x="109268" y="8648"/>
                    <a:pt x="107990" y="9287"/>
                  </a:cubicBezTo>
                  <a:lnTo>
                    <a:pt x="4473" y="46952"/>
                  </a:lnTo>
                  <a:cubicBezTo>
                    <a:pt x="1917" y="47590"/>
                    <a:pt x="0" y="50144"/>
                    <a:pt x="0" y="52698"/>
                  </a:cubicBezTo>
                  <a:cubicBezTo>
                    <a:pt x="0" y="55251"/>
                    <a:pt x="1278" y="57805"/>
                    <a:pt x="3834" y="58443"/>
                  </a:cubicBezTo>
                  <a:lnTo>
                    <a:pt x="44091" y="75680"/>
                  </a:lnTo>
                  <a:lnTo>
                    <a:pt x="37062" y="126113"/>
                  </a:lnTo>
                  <a:cubicBezTo>
                    <a:pt x="37062" y="127390"/>
                    <a:pt x="37062" y="128667"/>
                    <a:pt x="37701" y="129944"/>
                  </a:cubicBezTo>
                  <a:cubicBezTo>
                    <a:pt x="40896" y="134412"/>
                    <a:pt x="44091" y="138243"/>
                    <a:pt x="47925" y="142073"/>
                  </a:cubicBezTo>
                  <a:lnTo>
                    <a:pt x="21726" y="168247"/>
                  </a:lnTo>
                  <a:cubicBezTo>
                    <a:pt x="19170" y="170801"/>
                    <a:pt x="19170" y="174631"/>
                    <a:pt x="21726" y="177185"/>
                  </a:cubicBezTo>
                  <a:cubicBezTo>
                    <a:pt x="21726" y="177185"/>
                    <a:pt x="21726" y="177185"/>
                    <a:pt x="21726" y="177185"/>
                  </a:cubicBezTo>
                  <a:cubicBezTo>
                    <a:pt x="24282" y="179739"/>
                    <a:pt x="28116" y="179739"/>
                    <a:pt x="30672" y="177185"/>
                  </a:cubicBezTo>
                  <a:cubicBezTo>
                    <a:pt x="30672" y="177185"/>
                    <a:pt x="30672" y="177185"/>
                    <a:pt x="30672" y="177185"/>
                  </a:cubicBezTo>
                  <a:lnTo>
                    <a:pt x="58148" y="149734"/>
                  </a:lnTo>
                  <a:cubicBezTo>
                    <a:pt x="73484" y="158671"/>
                    <a:pt x="90098" y="163140"/>
                    <a:pt x="107990" y="162502"/>
                  </a:cubicBezTo>
                  <a:lnTo>
                    <a:pt x="109907" y="162502"/>
                  </a:lnTo>
                  <a:cubicBezTo>
                    <a:pt x="137384" y="162502"/>
                    <a:pt x="162944" y="150372"/>
                    <a:pt x="181474" y="129944"/>
                  </a:cubicBezTo>
                  <a:cubicBezTo>
                    <a:pt x="182752" y="128667"/>
                    <a:pt x="182752" y="126752"/>
                    <a:pt x="182752" y="124836"/>
                  </a:cubicBezTo>
                  <a:lnTo>
                    <a:pt x="176362" y="75041"/>
                  </a:lnTo>
                  <a:cubicBezTo>
                    <a:pt x="176362" y="75041"/>
                    <a:pt x="176362" y="74403"/>
                    <a:pt x="176362" y="74403"/>
                  </a:cubicBezTo>
                  <a:lnTo>
                    <a:pt x="200644" y="64189"/>
                  </a:lnTo>
                  <a:lnTo>
                    <a:pt x="200644" y="155479"/>
                  </a:lnTo>
                  <a:cubicBezTo>
                    <a:pt x="200644" y="159310"/>
                    <a:pt x="203200" y="161863"/>
                    <a:pt x="207034" y="161863"/>
                  </a:cubicBezTo>
                  <a:cubicBezTo>
                    <a:pt x="210868" y="161863"/>
                    <a:pt x="213424" y="159310"/>
                    <a:pt x="213424" y="155479"/>
                  </a:cubicBezTo>
                  <a:lnTo>
                    <a:pt x="213424" y="58443"/>
                  </a:lnTo>
                  <a:lnTo>
                    <a:pt x="216619" y="57166"/>
                  </a:lnTo>
                  <a:cubicBezTo>
                    <a:pt x="219175" y="55890"/>
                    <a:pt x="220453" y="53974"/>
                    <a:pt x="220453" y="50782"/>
                  </a:cubicBezTo>
                  <a:cubicBezTo>
                    <a:pt x="220453" y="49506"/>
                    <a:pt x="218536" y="46952"/>
                    <a:pt x="215980" y="46314"/>
                  </a:cubicBezTo>
                  <a:close/>
                  <a:moveTo>
                    <a:pt x="109907" y="22054"/>
                  </a:moveTo>
                  <a:lnTo>
                    <a:pt x="153359" y="37376"/>
                  </a:lnTo>
                  <a:lnTo>
                    <a:pt x="103517" y="87171"/>
                  </a:lnTo>
                  <a:lnTo>
                    <a:pt x="23643" y="53336"/>
                  </a:lnTo>
                  <a:lnTo>
                    <a:pt x="109907" y="22054"/>
                  </a:lnTo>
                  <a:close/>
                  <a:moveTo>
                    <a:pt x="49842" y="125475"/>
                  </a:moveTo>
                  <a:lnTo>
                    <a:pt x="55592" y="80787"/>
                  </a:lnTo>
                  <a:lnTo>
                    <a:pt x="93293" y="96747"/>
                  </a:lnTo>
                  <a:lnTo>
                    <a:pt x="56871" y="133136"/>
                  </a:lnTo>
                  <a:cubicBezTo>
                    <a:pt x="54315" y="130582"/>
                    <a:pt x="51758" y="128028"/>
                    <a:pt x="49842" y="125475"/>
                  </a:cubicBezTo>
                  <a:close/>
                  <a:moveTo>
                    <a:pt x="169972" y="124198"/>
                  </a:moveTo>
                  <a:cubicBezTo>
                    <a:pt x="153997" y="140158"/>
                    <a:pt x="132911" y="149734"/>
                    <a:pt x="109907" y="149734"/>
                  </a:cubicBezTo>
                  <a:cubicBezTo>
                    <a:pt x="95210" y="150372"/>
                    <a:pt x="81152" y="147180"/>
                    <a:pt x="68372" y="140158"/>
                  </a:cubicBezTo>
                  <a:lnTo>
                    <a:pt x="106712" y="101854"/>
                  </a:lnTo>
                  <a:lnTo>
                    <a:pt x="107351" y="102493"/>
                  </a:lnTo>
                  <a:cubicBezTo>
                    <a:pt x="107990" y="103131"/>
                    <a:pt x="109268" y="103131"/>
                    <a:pt x="109907" y="103131"/>
                  </a:cubicBezTo>
                  <a:cubicBezTo>
                    <a:pt x="110546" y="103131"/>
                    <a:pt x="111824" y="103131"/>
                    <a:pt x="112463" y="102493"/>
                  </a:cubicBezTo>
                  <a:lnTo>
                    <a:pt x="163582" y="80149"/>
                  </a:lnTo>
                  <a:lnTo>
                    <a:pt x="169972" y="124198"/>
                  </a:lnTo>
                  <a:close/>
                  <a:moveTo>
                    <a:pt x="125882" y="82702"/>
                  </a:moveTo>
                  <a:lnTo>
                    <a:pt x="166777" y="41845"/>
                  </a:lnTo>
                  <a:lnTo>
                    <a:pt x="196171" y="52698"/>
                  </a:lnTo>
                  <a:lnTo>
                    <a:pt x="125882" y="82702"/>
                  </a:lnTo>
                  <a:close/>
                </a:path>
              </a:pathLst>
            </a:custGeom>
            <a:solidFill>
              <a:srgbClr val="26890D"/>
            </a:solidFill>
            <a:ln w="6390" cap="flat">
              <a:noFill/>
              <a:prstDash val="solid"/>
              <a:miter/>
            </a:ln>
          </p:spPr>
          <p:txBody>
            <a:bodyPr rtlCol="0" anchor="ctr"/>
            <a:lstStyle/>
            <a:p>
              <a:endParaRPr lang="en-US"/>
            </a:p>
          </p:txBody>
        </p:sp>
      </p:grpSp>
      <p:grpSp>
        <p:nvGrpSpPr>
          <p:cNvPr id="617" name="Graphic 4">
            <a:extLst>
              <a:ext uri="{FF2B5EF4-FFF2-40B4-BE49-F238E27FC236}">
                <a16:creationId xmlns:a16="http://schemas.microsoft.com/office/drawing/2014/main" id="{F79FB63D-135F-B64B-9A2F-F1F051B9B3B4}"/>
              </a:ext>
            </a:extLst>
          </p:cNvPr>
          <p:cNvGrpSpPr>
            <a:grpSpLocks noChangeAspect="1"/>
          </p:cNvGrpSpPr>
          <p:nvPr/>
        </p:nvGrpSpPr>
        <p:grpSpPr>
          <a:xfrm>
            <a:off x="2560447" y="2371173"/>
            <a:ext cx="362309" cy="361971"/>
            <a:chOff x="2560447" y="2371173"/>
            <a:chExt cx="362309" cy="361971"/>
          </a:xfrm>
          <a:solidFill>
            <a:srgbClr val="26890D"/>
          </a:solidFill>
        </p:grpSpPr>
        <p:sp>
          <p:nvSpPr>
            <p:cNvPr id="618" name="Graphic 4">
              <a:extLst>
                <a:ext uri="{FF2B5EF4-FFF2-40B4-BE49-F238E27FC236}">
                  <a16:creationId xmlns:a16="http://schemas.microsoft.com/office/drawing/2014/main" id="{B58BE9BC-76F1-6944-B0CA-BE107114F006}"/>
                </a:ext>
              </a:extLst>
            </p:cNvPr>
            <p:cNvSpPr/>
            <p:nvPr/>
          </p:nvSpPr>
          <p:spPr>
            <a:xfrm>
              <a:off x="2560447"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close/>
                </a:path>
              </a:pathLst>
            </a:custGeom>
            <a:solidFill>
              <a:srgbClr val="26890D"/>
            </a:solidFill>
            <a:ln w="6390" cap="flat">
              <a:noFill/>
              <a:prstDash val="solid"/>
              <a:miter/>
            </a:ln>
          </p:spPr>
          <p:txBody>
            <a:bodyPr rtlCol="0" anchor="ctr"/>
            <a:lstStyle/>
            <a:p>
              <a:endParaRPr lang="en-US"/>
            </a:p>
          </p:txBody>
        </p:sp>
        <p:sp>
          <p:nvSpPr>
            <p:cNvPr id="619" name="Graphic 4">
              <a:extLst>
                <a:ext uri="{FF2B5EF4-FFF2-40B4-BE49-F238E27FC236}">
                  <a16:creationId xmlns:a16="http://schemas.microsoft.com/office/drawing/2014/main" id="{73E06F20-5BBC-BC4D-A684-A885342FD166}"/>
                </a:ext>
              </a:extLst>
            </p:cNvPr>
            <p:cNvSpPr/>
            <p:nvPr/>
          </p:nvSpPr>
          <p:spPr>
            <a:xfrm>
              <a:off x="2768630" y="2512962"/>
              <a:ext cx="90227" cy="128892"/>
            </a:xfrm>
            <a:custGeom>
              <a:avLst/>
              <a:gdLst>
                <a:gd name="connsiteX0" fmla="*/ 69780 w 90227"/>
                <a:gd name="connsiteY0" fmla="*/ 7597 h 128892"/>
                <a:gd name="connsiteX1" fmla="*/ 3964 w 90227"/>
                <a:gd name="connsiteY1" fmla="*/ 10789 h 128892"/>
                <a:gd name="connsiteX2" fmla="*/ 1408 w 90227"/>
                <a:gd name="connsiteY2" fmla="*/ 19726 h 128892"/>
                <a:gd name="connsiteX3" fmla="*/ 10353 w 90227"/>
                <a:gd name="connsiteY3" fmla="*/ 22280 h 128892"/>
                <a:gd name="connsiteX4" fmla="*/ 10353 w 90227"/>
                <a:gd name="connsiteY4" fmla="*/ 22280 h 128892"/>
                <a:gd name="connsiteX5" fmla="*/ 62112 w 90227"/>
                <a:gd name="connsiteY5" fmla="*/ 18449 h 128892"/>
                <a:gd name="connsiteX6" fmla="*/ 62751 w 90227"/>
                <a:gd name="connsiteY6" fmla="*/ 18449 h 128892"/>
                <a:gd name="connsiteX7" fmla="*/ 76809 w 90227"/>
                <a:gd name="connsiteY7" fmla="*/ 48454 h 128892"/>
                <a:gd name="connsiteX8" fmla="*/ 48693 w 90227"/>
                <a:gd name="connsiteY8" fmla="*/ 48454 h 128892"/>
                <a:gd name="connsiteX9" fmla="*/ 130 w 90227"/>
                <a:gd name="connsiteY9" fmla="*/ 86120 h 128892"/>
                <a:gd name="connsiteX10" fmla="*/ 29523 w 90227"/>
                <a:gd name="connsiteY10" fmla="*/ 125700 h 128892"/>
                <a:gd name="connsiteX11" fmla="*/ 75531 w 90227"/>
                <a:gd name="connsiteY11" fmla="*/ 112932 h 128892"/>
                <a:gd name="connsiteX12" fmla="*/ 77448 w 90227"/>
                <a:gd name="connsiteY12" fmla="*/ 111017 h 128892"/>
                <a:gd name="connsiteX13" fmla="*/ 77448 w 90227"/>
                <a:gd name="connsiteY13" fmla="*/ 122508 h 128892"/>
                <a:gd name="connsiteX14" fmla="*/ 83838 w 90227"/>
                <a:gd name="connsiteY14" fmla="*/ 128892 h 128892"/>
                <a:gd name="connsiteX15" fmla="*/ 90228 w 90227"/>
                <a:gd name="connsiteY15" fmla="*/ 122508 h 128892"/>
                <a:gd name="connsiteX16" fmla="*/ 90228 w 90227"/>
                <a:gd name="connsiteY16" fmla="*/ 51008 h 128892"/>
                <a:gd name="connsiteX17" fmla="*/ 69780 w 90227"/>
                <a:gd name="connsiteY17" fmla="*/ 7597 h 128892"/>
                <a:gd name="connsiteX18" fmla="*/ 77448 w 90227"/>
                <a:gd name="connsiteY18" fmla="*/ 75267 h 128892"/>
                <a:gd name="connsiteX19" fmla="*/ 77448 w 90227"/>
                <a:gd name="connsiteY19" fmla="*/ 75905 h 128892"/>
                <a:gd name="connsiteX20" fmla="*/ 77448 w 90227"/>
                <a:gd name="connsiteY20" fmla="*/ 77182 h 128892"/>
                <a:gd name="connsiteX21" fmla="*/ 66585 w 90227"/>
                <a:gd name="connsiteY21" fmla="*/ 103995 h 128892"/>
                <a:gd name="connsiteX22" fmla="*/ 30801 w 90227"/>
                <a:gd name="connsiteY22" fmla="*/ 113571 h 128892"/>
                <a:gd name="connsiteX23" fmla="*/ 12909 w 90227"/>
                <a:gd name="connsiteY23" fmla="*/ 87396 h 128892"/>
                <a:gd name="connsiteX24" fmla="*/ 50610 w 90227"/>
                <a:gd name="connsiteY24" fmla="*/ 61222 h 128892"/>
                <a:gd name="connsiteX25" fmla="*/ 59556 w 90227"/>
                <a:gd name="connsiteY25" fmla="*/ 61222 h 128892"/>
                <a:gd name="connsiteX26" fmla="*/ 78087 w 90227"/>
                <a:gd name="connsiteY26" fmla="*/ 61861 h 128892"/>
                <a:gd name="connsiteX27" fmla="*/ 77448 w 90227"/>
                <a:gd name="connsiteY27" fmla="*/ 75267 h 128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0227" h="128892">
                  <a:moveTo>
                    <a:pt x="69780" y="7597"/>
                  </a:moveTo>
                  <a:cubicBezTo>
                    <a:pt x="43581" y="-10917"/>
                    <a:pt x="5881" y="10150"/>
                    <a:pt x="3964" y="10789"/>
                  </a:cubicBezTo>
                  <a:cubicBezTo>
                    <a:pt x="769" y="12704"/>
                    <a:pt x="130" y="16534"/>
                    <a:pt x="1408" y="19726"/>
                  </a:cubicBezTo>
                  <a:cubicBezTo>
                    <a:pt x="3325" y="22918"/>
                    <a:pt x="7159" y="23557"/>
                    <a:pt x="10353" y="22280"/>
                  </a:cubicBezTo>
                  <a:cubicBezTo>
                    <a:pt x="10353" y="22280"/>
                    <a:pt x="10353" y="22280"/>
                    <a:pt x="10353" y="22280"/>
                  </a:cubicBezTo>
                  <a:cubicBezTo>
                    <a:pt x="10353" y="22280"/>
                    <a:pt x="42303" y="3766"/>
                    <a:pt x="62112" y="18449"/>
                  </a:cubicBezTo>
                  <a:lnTo>
                    <a:pt x="62751" y="18449"/>
                  </a:lnTo>
                  <a:cubicBezTo>
                    <a:pt x="63390" y="19088"/>
                    <a:pt x="76170" y="26749"/>
                    <a:pt x="76809" y="48454"/>
                  </a:cubicBezTo>
                  <a:cubicBezTo>
                    <a:pt x="67224" y="47816"/>
                    <a:pt x="57639" y="47816"/>
                    <a:pt x="48693" y="48454"/>
                  </a:cubicBezTo>
                  <a:cubicBezTo>
                    <a:pt x="8437" y="51008"/>
                    <a:pt x="769" y="73352"/>
                    <a:pt x="130" y="86120"/>
                  </a:cubicBezTo>
                  <a:cubicBezTo>
                    <a:pt x="-1787" y="114848"/>
                    <a:pt x="18021" y="124424"/>
                    <a:pt x="29523" y="125700"/>
                  </a:cubicBezTo>
                  <a:cubicBezTo>
                    <a:pt x="49332" y="126977"/>
                    <a:pt x="64668" y="123147"/>
                    <a:pt x="75531" y="112932"/>
                  </a:cubicBezTo>
                  <a:lnTo>
                    <a:pt x="77448" y="111017"/>
                  </a:lnTo>
                  <a:lnTo>
                    <a:pt x="77448" y="122508"/>
                  </a:lnTo>
                  <a:cubicBezTo>
                    <a:pt x="77448" y="126339"/>
                    <a:pt x="80004" y="128892"/>
                    <a:pt x="83838" y="128892"/>
                  </a:cubicBezTo>
                  <a:cubicBezTo>
                    <a:pt x="87672" y="128892"/>
                    <a:pt x="90228" y="126339"/>
                    <a:pt x="90228" y="122508"/>
                  </a:cubicBezTo>
                  <a:lnTo>
                    <a:pt x="90228" y="51008"/>
                  </a:lnTo>
                  <a:cubicBezTo>
                    <a:pt x="90228" y="21641"/>
                    <a:pt x="72975" y="9512"/>
                    <a:pt x="69780" y="7597"/>
                  </a:cubicBezTo>
                  <a:close/>
                  <a:moveTo>
                    <a:pt x="77448" y="75267"/>
                  </a:moveTo>
                  <a:cubicBezTo>
                    <a:pt x="77448" y="75267"/>
                    <a:pt x="77448" y="75905"/>
                    <a:pt x="77448" y="75905"/>
                  </a:cubicBezTo>
                  <a:lnTo>
                    <a:pt x="77448" y="77182"/>
                  </a:lnTo>
                  <a:cubicBezTo>
                    <a:pt x="77448" y="87396"/>
                    <a:pt x="73614" y="96334"/>
                    <a:pt x="66585" y="103995"/>
                  </a:cubicBezTo>
                  <a:cubicBezTo>
                    <a:pt x="58917" y="111656"/>
                    <a:pt x="46776" y="114848"/>
                    <a:pt x="30801" y="113571"/>
                  </a:cubicBezTo>
                  <a:cubicBezTo>
                    <a:pt x="30162" y="113571"/>
                    <a:pt x="11632" y="111017"/>
                    <a:pt x="12909" y="87396"/>
                  </a:cubicBezTo>
                  <a:cubicBezTo>
                    <a:pt x="14187" y="71437"/>
                    <a:pt x="26328" y="63137"/>
                    <a:pt x="50610" y="61222"/>
                  </a:cubicBezTo>
                  <a:cubicBezTo>
                    <a:pt x="52527" y="61222"/>
                    <a:pt x="55722" y="61222"/>
                    <a:pt x="59556" y="61222"/>
                  </a:cubicBezTo>
                  <a:cubicBezTo>
                    <a:pt x="65946" y="61222"/>
                    <a:pt x="74253" y="61222"/>
                    <a:pt x="78087" y="61861"/>
                  </a:cubicBezTo>
                  <a:lnTo>
                    <a:pt x="77448" y="75267"/>
                  </a:lnTo>
                  <a:close/>
                </a:path>
              </a:pathLst>
            </a:custGeom>
            <a:solidFill>
              <a:srgbClr val="26890D"/>
            </a:solidFill>
            <a:ln w="6390" cap="flat">
              <a:noFill/>
              <a:prstDash val="solid"/>
              <a:miter/>
            </a:ln>
          </p:spPr>
          <p:txBody>
            <a:bodyPr rtlCol="0" anchor="ctr"/>
            <a:lstStyle/>
            <a:p>
              <a:endParaRPr lang="en-US"/>
            </a:p>
          </p:txBody>
        </p:sp>
        <p:sp>
          <p:nvSpPr>
            <p:cNvPr id="620" name="Graphic 4">
              <a:extLst>
                <a:ext uri="{FF2B5EF4-FFF2-40B4-BE49-F238E27FC236}">
                  <a16:creationId xmlns:a16="http://schemas.microsoft.com/office/drawing/2014/main" id="{5E32099E-2C5E-C243-96BE-45133B6561DE}"/>
                </a:ext>
              </a:extLst>
            </p:cNvPr>
            <p:cNvSpPr/>
            <p:nvPr/>
          </p:nvSpPr>
          <p:spPr>
            <a:xfrm>
              <a:off x="2623946" y="2460549"/>
              <a:ext cx="126043" cy="183220"/>
            </a:xfrm>
            <a:custGeom>
              <a:avLst/>
              <a:gdLst>
                <a:gd name="connsiteX0" fmla="*/ 70690 w 126043"/>
                <a:gd name="connsiteY0" fmla="*/ 4469 h 183220"/>
                <a:gd name="connsiteX1" fmla="*/ 64300 w 126043"/>
                <a:gd name="connsiteY1" fmla="*/ 0 h 183220"/>
                <a:gd name="connsiteX2" fmla="*/ 57910 w 126043"/>
                <a:gd name="connsiteY2" fmla="*/ 4469 h 183220"/>
                <a:gd name="connsiteX3" fmla="*/ 400 w 126043"/>
                <a:gd name="connsiteY3" fmla="*/ 174921 h 183220"/>
                <a:gd name="connsiteX4" fmla="*/ 4234 w 126043"/>
                <a:gd name="connsiteY4" fmla="*/ 183220 h 183220"/>
                <a:gd name="connsiteX5" fmla="*/ 4234 w 126043"/>
                <a:gd name="connsiteY5" fmla="*/ 183220 h 183220"/>
                <a:gd name="connsiteX6" fmla="*/ 6151 w 126043"/>
                <a:gd name="connsiteY6" fmla="*/ 183220 h 183220"/>
                <a:gd name="connsiteX7" fmla="*/ 12541 w 126043"/>
                <a:gd name="connsiteY7" fmla="*/ 178752 h 183220"/>
                <a:gd name="connsiteX8" fmla="*/ 31711 w 126043"/>
                <a:gd name="connsiteY8" fmla="*/ 121296 h 183220"/>
                <a:gd name="connsiteX9" fmla="*/ 94971 w 126043"/>
                <a:gd name="connsiteY9" fmla="*/ 121296 h 183220"/>
                <a:gd name="connsiteX10" fmla="*/ 113502 w 126043"/>
                <a:gd name="connsiteY10" fmla="*/ 178752 h 183220"/>
                <a:gd name="connsiteX11" fmla="*/ 121809 w 126043"/>
                <a:gd name="connsiteY11" fmla="*/ 182582 h 183220"/>
                <a:gd name="connsiteX12" fmla="*/ 125643 w 126043"/>
                <a:gd name="connsiteY12" fmla="*/ 174921 h 183220"/>
                <a:gd name="connsiteX13" fmla="*/ 70690 w 126043"/>
                <a:gd name="connsiteY13" fmla="*/ 4469 h 183220"/>
                <a:gd name="connsiteX14" fmla="*/ 36823 w 126043"/>
                <a:gd name="connsiteY14" fmla="*/ 109166 h 183220"/>
                <a:gd name="connsiteX15" fmla="*/ 64300 w 126043"/>
                <a:gd name="connsiteY15" fmla="*/ 26813 h 183220"/>
                <a:gd name="connsiteX16" fmla="*/ 91137 w 126043"/>
                <a:gd name="connsiteY16" fmla="*/ 109166 h 183220"/>
                <a:gd name="connsiteX17" fmla="*/ 36823 w 126043"/>
                <a:gd name="connsiteY17" fmla="*/ 109166 h 183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043" h="183220">
                  <a:moveTo>
                    <a:pt x="70690" y="4469"/>
                  </a:moveTo>
                  <a:cubicBezTo>
                    <a:pt x="70051" y="1915"/>
                    <a:pt x="67495" y="0"/>
                    <a:pt x="64300" y="0"/>
                  </a:cubicBezTo>
                  <a:cubicBezTo>
                    <a:pt x="61744" y="0"/>
                    <a:pt x="59188" y="1915"/>
                    <a:pt x="57910" y="4469"/>
                  </a:cubicBezTo>
                  <a:lnTo>
                    <a:pt x="400" y="174921"/>
                  </a:lnTo>
                  <a:cubicBezTo>
                    <a:pt x="-878" y="178113"/>
                    <a:pt x="1039" y="181944"/>
                    <a:pt x="4234" y="183220"/>
                  </a:cubicBezTo>
                  <a:cubicBezTo>
                    <a:pt x="4234" y="183220"/>
                    <a:pt x="4234" y="183220"/>
                    <a:pt x="4234" y="183220"/>
                  </a:cubicBezTo>
                  <a:cubicBezTo>
                    <a:pt x="4873" y="183220"/>
                    <a:pt x="5512" y="183220"/>
                    <a:pt x="6151" y="183220"/>
                  </a:cubicBezTo>
                  <a:cubicBezTo>
                    <a:pt x="8707" y="183220"/>
                    <a:pt x="11902" y="181305"/>
                    <a:pt x="12541" y="178752"/>
                  </a:cubicBezTo>
                  <a:lnTo>
                    <a:pt x="31711" y="121296"/>
                  </a:lnTo>
                  <a:lnTo>
                    <a:pt x="94971" y="121296"/>
                  </a:lnTo>
                  <a:lnTo>
                    <a:pt x="113502" y="178752"/>
                  </a:lnTo>
                  <a:cubicBezTo>
                    <a:pt x="114780" y="181944"/>
                    <a:pt x="118614" y="183859"/>
                    <a:pt x="121809" y="182582"/>
                  </a:cubicBezTo>
                  <a:cubicBezTo>
                    <a:pt x="125004" y="181305"/>
                    <a:pt x="126921" y="178113"/>
                    <a:pt x="125643" y="174921"/>
                  </a:cubicBezTo>
                  <a:lnTo>
                    <a:pt x="70690" y="4469"/>
                  </a:lnTo>
                  <a:close/>
                  <a:moveTo>
                    <a:pt x="36823" y="109166"/>
                  </a:moveTo>
                  <a:lnTo>
                    <a:pt x="64300" y="26813"/>
                  </a:lnTo>
                  <a:lnTo>
                    <a:pt x="91137" y="109166"/>
                  </a:lnTo>
                  <a:lnTo>
                    <a:pt x="36823" y="109166"/>
                  </a:lnTo>
                  <a:close/>
                </a:path>
              </a:pathLst>
            </a:custGeom>
            <a:solidFill>
              <a:srgbClr val="26890D"/>
            </a:solidFill>
            <a:ln w="6390" cap="flat">
              <a:noFill/>
              <a:prstDash val="solid"/>
              <a:miter/>
            </a:ln>
          </p:spPr>
          <p:txBody>
            <a:bodyPr rtlCol="0" anchor="ctr"/>
            <a:lstStyle/>
            <a:p>
              <a:endParaRPr lang="en-US"/>
            </a:p>
          </p:txBody>
        </p:sp>
      </p:grpSp>
      <p:sp>
        <p:nvSpPr>
          <p:cNvPr id="621" name="Graphic 4">
            <a:extLst>
              <a:ext uri="{FF2B5EF4-FFF2-40B4-BE49-F238E27FC236}">
                <a16:creationId xmlns:a16="http://schemas.microsoft.com/office/drawing/2014/main" id="{54DB8FE9-009C-0A47-B92C-2A4C59D992D2}"/>
              </a:ext>
            </a:extLst>
          </p:cNvPr>
          <p:cNvSpPr>
            <a:spLocks noChangeAspect="1"/>
          </p:cNvSpPr>
          <p:nvPr/>
        </p:nvSpPr>
        <p:spPr>
          <a:xfrm>
            <a:off x="1952764" y="4792617"/>
            <a:ext cx="362309" cy="361971"/>
          </a:xfrm>
          <a:custGeom>
            <a:avLst/>
            <a:gdLst>
              <a:gd name="connsiteX0" fmla="*/ 177640 w 362309"/>
              <a:gd name="connsiteY0" fmla="*/ 194073 h 361971"/>
              <a:gd name="connsiteX1" fmla="*/ 139301 w 362309"/>
              <a:gd name="connsiteY1" fmla="*/ 232377 h 361971"/>
              <a:gd name="connsiteX2" fmla="*/ 180835 w 362309"/>
              <a:gd name="connsiteY2" fmla="*/ 241953 h 361971"/>
              <a:gd name="connsiteX3" fmla="*/ 240901 w 362309"/>
              <a:gd name="connsiteY3" fmla="*/ 216417 h 361971"/>
              <a:gd name="connsiteX4" fmla="*/ 235150 w 362309"/>
              <a:gd name="connsiteY4" fmla="*/ 173006 h 361971"/>
              <a:gd name="connsiteX5" fmla="*/ 184030 w 362309"/>
              <a:gd name="connsiteY5" fmla="*/ 195350 h 361971"/>
              <a:gd name="connsiteX6" fmla="*/ 181474 w 362309"/>
              <a:gd name="connsiteY6" fmla="*/ 195988 h 361971"/>
              <a:gd name="connsiteX7" fmla="*/ 178918 w 362309"/>
              <a:gd name="connsiteY7" fmla="*/ 195350 h 361971"/>
              <a:gd name="connsiteX8" fmla="*/ 177640 w 362309"/>
              <a:gd name="connsiteY8" fmla="*/ 194073 h 361971"/>
              <a:gd name="connsiteX9" fmla="*/ 128438 w 362309"/>
              <a:gd name="connsiteY9" fmla="*/ 224716 h 361971"/>
              <a:gd name="connsiteX10" fmla="*/ 164860 w 362309"/>
              <a:gd name="connsiteY10" fmla="*/ 188327 h 361971"/>
              <a:gd name="connsiteX11" fmla="*/ 127160 w 362309"/>
              <a:gd name="connsiteY11" fmla="*/ 172368 h 361971"/>
              <a:gd name="connsiteX12" fmla="*/ 121409 w 362309"/>
              <a:gd name="connsiteY12" fmla="*/ 217055 h 361971"/>
              <a:gd name="connsiteX13" fmla="*/ 128438 w 362309"/>
              <a:gd name="connsiteY13" fmla="*/ 224716 h 361971"/>
              <a:gd name="connsiteX14" fmla="*/ 174445 w 362309"/>
              <a:gd name="connsiteY14" fmla="*/ 178752 h 361971"/>
              <a:gd name="connsiteX15" fmla="*/ 224287 w 362309"/>
              <a:gd name="connsiteY15" fmla="*/ 128957 h 361971"/>
              <a:gd name="connsiteX16" fmla="*/ 180835 w 362309"/>
              <a:gd name="connsiteY16" fmla="*/ 113635 h 361971"/>
              <a:gd name="connsiteX17" fmla="*/ 94571 w 362309"/>
              <a:gd name="connsiteY17" fmla="*/ 144916 h 361971"/>
              <a:gd name="connsiteX18" fmla="*/ 174445 w 362309"/>
              <a:gd name="connsiteY18" fmla="*/ 178752 h 361971"/>
              <a:gd name="connsiteX19" fmla="*/ 196810 w 362309"/>
              <a:gd name="connsiteY19" fmla="*/ 174921 h 361971"/>
              <a:gd name="connsiteX20" fmla="*/ 267099 w 362309"/>
              <a:gd name="connsiteY20" fmla="*/ 144916 h 361971"/>
              <a:gd name="connsiteX21" fmla="*/ 237706 w 362309"/>
              <a:gd name="connsiteY21" fmla="*/ 134064 h 361971"/>
              <a:gd name="connsiteX22" fmla="*/ 196810 w 362309"/>
              <a:gd name="connsiteY22" fmla="*/ 174921 h 361971"/>
              <a:gd name="connsiteX23" fmla="*/ 291381 w 362309"/>
              <a:gd name="connsiteY23" fmla="*/ 143640 h 361971"/>
              <a:gd name="connsiteX24" fmla="*/ 287547 w 362309"/>
              <a:gd name="connsiteY24" fmla="*/ 150024 h 361971"/>
              <a:gd name="connsiteX25" fmla="*/ 284352 w 362309"/>
              <a:gd name="connsiteY25" fmla="*/ 151300 h 361971"/>
              <a:gd name="connsiteX26" fmla="*/ 284352 w 362309"/>
              <a:gd name="connsiteY26" fmla="*/ 248337 h 361971"/>
              <a:gd name="connsiteX27" fmla="*/ 277962 w 362309"/>
              <a:gd name="connsiteY27" fmla="*/ 254721 h 361971"/>
              <a:gd name="connsiteX28" fmla="*/ 271572 w 362309"/>
              <a:gd name="connsiteY28" fmla="*/ 248337 h 361971"/>
              <a:gd name="connsiteX29" fmla="*/ 271572 w 362309"/>
              <a:gd name="connsiteY29" fmla="*/ 157046 h 361971"/>
              <a:gd name="connsiteX30" fmla="*/ 247290 w 362309"/>
              <a:gd name="connsiteY30" fmla="*/ 167260 h 361971"/>
              <a:gd name="connsiteX31" fmla="*/ 247290 w 362309"/>
              <a:gd name="connsiteY31" fmla="*/ 167899 h 361971"/>
              <a:gd name="connsiteX32" fmla="*/ 253680 w 362309"/>
              <a:gd name="connsiteY32" fmla="*/ 217694 h 361971"/>
              <a:gd name="connsiteX33" fmla="*/ 252403 w 362309"/>
              <a:gd name="connsiteY33" fmla="*/ 222801 h 361971"/>
              <a:gd name="connsiteX34" fmla="*/ 181474 w 362309"/>
              <a:gd name="connsiteY34" fmla="*/ 255359 h 361971"/>
              <a:gd name="connsiteX35" fmla="*/ 179557 w 362309"/>
              <a:gd name="connsiteY35" fmla="*/ 255359 h 361971"/>
              <a:gd name="connsiteX36" fmla="*/ 129716 w 362309"/>
              <a:gd name="connsiteY36" fmla="*/ 242591 h 361971"/>
              <a:gd name="connsiteX37" fmla="*/ 102239 w 362309"/>
              <a:gd name="connsiteY37" fmla="*/ 270043 h 361971"/>
              <a:gd name="connsiteX38" fmla="*/ 93293 w 362309"/>
              <a:gd name="connsiteY38" fmla="*/ 270043 h 361971"/>
              <a:gd name="connsiteX39" fmla="*/ 93293 w 362309"/>
              <a:gd name="connsiteY39" fmla="*/ 261105 h 361971"/>
              <a:gd name="connsiteX40" fmla="*/ 119492 w 362309"/>
              <a:gd name="connsiteY40" fmla="*/ 234931 h 361971"/>
              <a:gd name="connsiteX41" fmla="*/ 109268 w 362309"/>
              <a:gd name="connsiteY41" fmla="*/ 222801 h 361971"/>
              <a:gd name="connsiteX42" fmla="*/ 108629 w 362309"/>
              <a:gd name="connsiteY42" fmla="*/ 218971 h 361971"/>
              <a:gd name="connsiteX43" fmla="*/ 115019 w 362309"/>
              <a:gd name="connsiteY43" fmla="*/ 168537 h 361971"/>
              <a:gd name="connsiteX44" fmla="*/ 74762 w 362309"/>
              <a:gd name="connsiteY44" fmla="*/ 151300 h 361971"/>
              <a:gd name="connsiteX45" fmla="*/ 71567 w 362309"/>
              <a:gd name="connsiteY45" fmla="*/ 143001 h 361971"/>
              <a:gd name="connsiteX46" fmla="*/ 75401 w 362309"/>
              <a:gd name="connsiteY46" fmla="*/ 139809 h 361971"/>
              <a:gd name="connsiteX47" fmla="*/ 178918 w 362309"/>
              <a:gd name="connsiteY47" fmla="*/ 102144 h 361971"/>
              <a:gd name="connsiteX48" fmla="*/ 183391 w 362309"/>
              <a:gd name="connsiteY48" fmla="*/ 102144 h 361971"/>
              <a:gd name="connsiteX49" fmla="*/ 234511 w 362309"/>
              <a:gd name="connsiteY49" fmla="*/ 120657 h 361971"/>
              <a:gd name="connsiteX50" fmla="*/ 260070 w 362309"/>
              <a:gd name="connsiteY50" fmla="*/ 95121 h 361971"/>
              <a:gd name="connsiteX51" fmla="*/ 269016 w 362309"/>
              <a:gd name="connsiteY51" fmla="*/ 94483 h 361971"/>
              <a:gd name="connsiteX52" fmla="*/ 269655 w 362309"/>
              <a:gd name="connsiteY52" fmla="*/ 103421 h 361971"/>
              <a:gd name="connsiteX53" fmla="*/ 269016 w 362309"/>
              <a:gd name="connsiteY53" fmla="*/ 104059 h 361971"/>
              <a:gd name="connsiteX54" fmla="*/ 247929 w 362309"/>
              <a:gd name="connsiteY54" fmla="*/ 125126 h 361971"/>
              <a:gd name="connsiteX55" fmla="*/ 286908 w 362309"/>
              <a:gd name="connsiteY55" fmla="*/ 139171 h 361971"/>
              <a:gd name="connsiteX56" fmla="*/ 291381 w 362309"/>
              <a:gd name="connsiteY56" fmla="*/ 143640 h 361971"/>
              <a:gd name="connsiteX57" fmla="*/ 362309 w 362309"/>
              <a:gd name="connsiteY57" fmla="*/ 181305 h 361971"/>
              <a:gd name="connsiteX58" fmla="*/ 181474 w 362309"/>
              <a:gd name="connsiteY58" fmla="*/ 0 h 361971"/>
              <a:gd name="connsiteX59" fmla="*/ 0 w 362309"/>
              <a:gd name="connsiteY59" fmla="*/ 180667 h 361971"/>
              <a:gd name="connsiteX60" fmla="*/ 180835 w 362309"/>
              <a:gd name="connsiteY60" fmla="*/ 361972 h 361971"/>
              <a:gd name="connsiteX61" fmla="*/ 180835 w 362309"/>
              <a:gd name="connsiteY61" fmla="*/ 361972 h 361971"/>
              <a:gd name="connsiteX62" fmla="*/ 362309 w 362309"/>
              <a:gd name="connsiteY62" fmla="*/ 181305 h 361971"/>
              <a:gd name="connsiteX63" fmla="*/ 362309 w 362309"/>
              <a:gd name="connsiteY63" fmla="*/ 18130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62309" h="361971">
                <a:moveTo>
                  <a:pt x="177640" y="194073"/>
                </a:moveTo>
                <a:lnTo>
                  <a:pt x="139301" y="232377"/>
                </a:lnTo>
                <a:cubicBezTo>
                  <a:pt x="152080" y="239399"/>
                  <a:pt x="166777" y="242591"/>
                  <a:pt x="180835" y="241953"/>
                </a:cubicBezTo>
                <a:cubicBezTo>
                  <a:pt x="203200" y="241953"/>
                  <a:pt x="224926" y="232377"/>
                  <a:pt x="240901" y="216417"/>
                </a:cubicBezTo>
                <a:lnTo>
                  <a:pt x="235150" y="173006"/>
                </a:lnTo>
                <a:lnTo>
                  <a:pt x="184030" y="195350"/>
                </a:lnTo>
                <a:cubicBezTo>
                  <a:pt x="183391" y="195988"/>
                  <a:pt x="182113" y="195988"/>
                  <a:pt x="181474" y="195988"/>
                </a:cubicBezTo>
                <a:cubicBezTo>
                  <a:pt x="180835" y="195988"/>
                  <a:pt x="179557" y="195988"/>
                  <a:pt x="178918" y="195350"/>
                </a:cubicBezTo>
                <a:lnTo>
                  <a:pt x="177640" y="194073"/>
                </a:lnTo>
                <a:close/>
                <a:moveTo>
                  <a:pt x="128438" y="224716"/>
                </a:moveTo>
                <a:lnTo>
                  <a:pt x="164860" y="188327"/>
                </a:lnTo>
                <a:lnTo>
                  <a:pt x="127160" y="172368"/>
                </a:lnTo>
                <a:lnTo>
                  <a:pt x="121409" y="217055"/>
                </a:lnTo>
                <a:cubicBezTo>
                  <a:pt x="123326" y="219609"/>
                  <a:pt x="125882" y="222801"/>
                  <a:pt x="128438" y="224716"/>
                </a:cubicBezTo>
                <a:moveTo>
                  <a:pt x="174445" y="178752"/>
                </a:moveTo>
                <a:lnTo>
                  <a:pt x="224287" y="128957"/>
                </a:lnTo>
                <a:lnTo>
                  <a:pt x="180835" y="113635"/>
                </a:lnTo>
                <a:lnTo>
                  <a:pt x="94571" y="144916"/>
                </a:lnTo>
                <a:lnTo>
                  <a:pt x="174445" y="178752"/>
                </a:lnTo>
                <a:close/>
                <a:moveTo>
                  <a:pt x="196810" y="174921"/>
                </a:moveTo>
                <a:lnTo>
                  <a:pt x="267099" y="144916"/>
                </a:lnTo>
                <a:lnTo>
                  <a:pt x="237706" y="134064"/>
                </a:lnTo>
                <a:lnTo>
                  <a:pt x="196810" y="174921"/>
                </a:lnTo>
                <a:close/>
                <a:moveTo>
                  <a:pt x="291381" y="143640"/>
                </a:moveTo>
                <a:cubicBezTo>
                  <a:pt x="291381" y="146193"/>
                  <a:pt x="290103" y="148747"/>
                  <a:pt x="287547" y="150024"/>
                </a:cubicBezTo>
                <a:lnTo>
                  <a:pt x="284352" y="151300"/>
                </a:lnTo>
                <a:lnTo>
                  <a:pt x="284352" y="248337"/>
                </a:lnTo>
                <a:cubicBezTo>
                  <a:pt x="284352" y="252167"/>
                  <a:pt x="281796" y="254721"/>
                  <a:pt x="277962" y="254721"/>
                </a:cubicBezTo>
                <a:cubicBezTo>
                  <a:pt x="274128" y="254721"/>
                  <a:pt x="271572" y="252167"/>
                  <a:pt x="271572" y="248337"/>
                </a:cubicBezTo>
                <a:lnTo>
                  <a:pt x="271572" y="157046"/>
                </a:lnTo>
                <a:lnTo>
                  <a:pt x="247290" y="167260"/>
                </a:lnTo>
                <a:cubicBezTo>
                  <a:pt x="247290" y="167260"/>
                  <a:pt x="247290" y="167899"/>
                  <a:pt x="247290" y="167899"/>
                </a:cubicBezTo>
                <a:lnTo>
                  <a:pt x="253680" y="217694"/>
                </a:lnTo>
                <a:cubicBezTo>
                  <a:pt x="253680" y="219609"/>
                  <a:pt x="253680" y="220886"/>
                  <a:pt x="252403" y="222801"/>
                </a:cubicBezTo>
                <a:cubicBezTo>
                  <a:pt x="234511" y="243230"/>
                  <a:pt x="208951" y="254721"/>
                  <a:pt x="181474" y="255359"/>
                </a:cubicBezTo>
                <a:lnTo>
                  <a:pt x="179557" y="255359"/>
                </a:lnTo>
                <a:cubicBezTo>
                  <a:pt x="162304" y="255998"/>
                  <a:pt x="145051" y="251529"/>
                  <a:pt x="129716" y="242591"/>
                </a:cubicBezTo>
                <a:lnTo>
                  <a:pt x="102239" y="270043"/>
                </a:lnTo>
                <a:cubicBezTo>
                  <a:pt x="99683" y="272596"/>
                  <a:pt x="95849" y="272596"/>
                  <a:pt x="93293" y="270043"/>
                </a:cubicBezTo>
                <a:cubicBezTo>
                  <a:pt x="90737" y="267489"/>
                  <a:pt x="90737" y="263659"/>
                  <a:pt x="93293" y="261105"/>
                </a:cubicBezTo>
                <a:lnTo>
                  <a:pt x="119492" y="234931"/>
                </a:lnTo>
                <a:cubicBezTo>
                  <a:pt x="115658" y="231739"/>
                  <a:pt x="111824" y="227270"/>
                  <a:pt x="109268" y="222801"/>
                </a:cubicBezTo>
                <a:cubicBezTo>
                  <a:pt x="108629" y="221524"/>
                  <a:pt x="107990" y="220247"/>
                  <a:pt x="108629" y="218971"/>
                </a:cubicBezTo>
                <a:lnTo>
                  <a:pt x="115019" y="168537"/>
                </a:lnTo>
                <a:lnTo>
                  <a:pt x="74762" y="151300"/>
                </a:lnTo>
                <a:cubicBezTo>
                  <a:pt x="71567" y="150024"/>
                  <a:pt x="70289" y="146193"/>
                  <a:pt x="71567" y="143001"/>
                </a:cubicBezTo>
                <a:cubicBezTo>
                  <a:pt x="72206" y="141086"/>
                  <a:pt x="73484" y="139809"/>
                  <a:pt x="75401" y="139809"/>
                </a:cubicBezTo>
                <a:lnTo>
                  <a:pt x="178918" y="102144"/>
                </a:lnTo>
                <a:cubicBezTo>
                  <a:pt x="180196" y="101505"/>
                  <a:pt x="182113" y="101505"/>
                  <a:pt x="183391" y="102144"/>
                </a:cubicBezTo>
                <a:lnTo>
                  <a:pt x="234511" y="120657"/>
                </a:lnTo>
                <a:lnTo>
                  <a:pt x="260070" y="95121"/>
                </a:lnTo>
                <a:cubicBezTo>
                  <a:pt x="262626" y="92568"/>
                  <a:pt x="266460" y="91930"/>
                  <a:pt x="269016" y="94483"/>
                </a:cubicBezTo>
                <a:cubicBezTo>
                  <a:pt x="271572" y="97037"/>
                  <a:pt x="272211" y="100867"/>
                  <a:pt x="269655" y="103421"/>
                </a:cubicBezTo>
                <a:cubicBezTo>
                  <a:pt x="269655" y="103421"/>
                  <a:pt x="269016" y="104059"/>
                  <a:pt x="269016" y="104059"/>
                </a:cubicBezTo>
                <a:lnTo>
                  <a:pt x="247929" y="125126"/>
                </a:lnTo>
                <a:lnTo>
                  <a:pt x="286908" y="139171"/>
                </a:lnTo>
                <a:cubicBezTo>
                  <a:pt x="289464" y="138533"/>
                  <a:pt x="291381" y="141086"/>
                  <a:pt x="291381" y="143640"/>
                </a:cubicBezTo>
                <a:moveTo>
                  <a:pt x="362309" y="181305"/>
                </a:moveTo>
                <a:cubicBezTo>
                  <a:pt x="362309" y="81077"/>
                  <a:pt x="281157" y="0"/>
                  <a:pt x="181474" y="0"/>
                </a:cubicBezTo>
                <a:cubicBezTo>
                  <a:pt x="81152" y="0"/>
                  <a:pt x="0" y="81077"/>
                  <a:pt x="0" y="180667"/>
                </a:cubicBezTo>
                <a:cubicBezTo>
                  <a:pt x="0" y="280895"/>
                  <a:pt x="81152" y="361972"/>
                  <a:pt x="180835" y="361972"/>
                </a:cubicBezTo>
                <a:cubicBezTo>
                  <a:pt x="180835" y="361972"/>
                  <a:pt x="180835" y="361972"/>
                  <a:pt x="180835" y="361972"/>
                </a:cubicBezTo>
                <a:cubicBezTo>
                  <a:pt x="281157" y="361972"/>
                  <a:pt x="362309" y="280895"/>
                  <a:pt x="362309" y="181305"/>
                </a:cubicBezTo>
                <a:cubicBezTo>
                  <a:pt x="362309" y="181305"/>
                  <a:pt x="362309" y="181305"/>
                  <a:pt x="362309" y="181305"/>
                </a:cubicBezTo>
              </a:path>
            </a:pathLst>
          </a:custGeom>
          <a:solidFill>
            <a:srgbClr val="26890D"/>
          </a:solidFill>
          <a:ln w="6390" cap="flat">
            <a:noFill/>
            <a:prstDash val="solid"/>
            <a:miter/>
          </a:ln>
        </p:spPr>
        <p:txBody>
          <a:bodyPr rtlCol="0" anchor="ctr"/>
          <a:lstStyle/>
          <a:p>
            <a:endParaRPr lang="en-US"/>
          </a:p>
        </p:txBody>
      </p:sp>
      <p:sp>
        <p:nvSpPr>
          <p:cNvPr id="622" name="Graphic 4">
            <a:extLst>
              <a:ext uri="{FF2B5EF4-FFF2-40B4-BE49-F238E27FC236}">
                <a16:creationId xmlns:a16="http://schemas.microsoft.com/office/drawing/2014/main" id="{BACB1143-BF16-9E4B-9FC7-A582643279E8}"/>
              </a:ext>
            </a:extLst>
          </p:cNvPr>
          <p:cNvSpPr>
            <a:spLocks noChangeAspect="1"/>
          </p:cNvSpPr>
          <p:nvPr/>
        </p:nvSpPr>
        <p:spPr>
          <a:xfrm>
            <a:off x="2998158" y="2370535"/>
            <a:ext cx="362948" cy="362610"/>
          </a:xfrm>
          <a:custGeom>
            <a:avLst/>
            <a:gdLst>
              <a:gd name="connsiteX0" fmla="*/ 154636 w 362948"/>
              <a:gd name="connsiteY0" fmla="*/ 199180 h 362610"/>
              <a:gd name="connsiteX1" fmla="*/ 127799 w 362948"/>
              <a:gd name="connsiteY1" fmla="*/ 116827 h 362610"/>
              <a:gd name="connsiteX2" fmla="*/ 99683 w 362948"/>
              <a:gd name="connsiteY2" fmla="*/ 199180 h 362610"/>
              <a:gd name="connsiteX3" fmla="*/ 154636 w 362948"/>
              <a:gd name="connsiteY3" fmla="*/ 199180 h 362610"/>
              <a:gd name="connsiteX4" fmla="*/ 286269 w 362948"/>
              <a:gd name="connsiteY4" fmla="*/ 218332 h 362610"/>
              <a:gd name="connsiteX5" fmla="*/ 286269 w 362948"/>
              <a:gd name="connsiteY5" fmla="*/ 217694 h 362610"/>
              <a:gd name="connsiteX6" fmla="*/ 286269 w 362948"/>
              <a:gd name="connsiteY6" fmla="*/ 203649 h 362610"/>
              <a:gd name="connsiteX7" fmla="*/ 267738 w 362948"/>
              <a:gd name="connsiteY7" fmla="*/ 203011 h 362610"/>
              <a:gd name="connsiteX8" fmla="*/ 258792 w 362948"/>
              <a:gd name="connsiteY8" fmla="*/ 203011 h 362610"/>
              <a:gd name="connsiteX9" fmla="*/ 221092 w 362948"/>
              <a:gd name="connsiteY9" fmla="*/ 229185 h 362610"/>
              <a:gd name="connsiteX10" fmla="*/ 238984 w 362948"/>
              <a:gd name="connsiteY10" fmla="*/ 255359 h 362610"/>
              <a:gd name="connsiteX11" fmla="*/ 274767 w 362948"/>
              <a:gd name="connsiteY11" fmla="*/ 245783 h 362610"/>
              <a:gd name="connsiteX12" fmla="*/ 285630 w 362948"/>
              <a:gd name="connsiteY12" fmla="*/ 218971 h 362610"/>
              <a:gd name="connsiteX13" fmla="*/ 286269 w 362948"/>
              <a:gd name="connsiteY13" fmla="*/ 218332 h 362610"/>
              <a:gd name="connsiteX14" fmla="*/ 299049 w 362948"/>
              <a:gd name="connsiteY14" fmla="*/ 264297 h 362610"/>
              <a:gd name="connsiteX15" fmla="*/ 292659 w 362948"/>
              <a:gd name="connsiteY15" fmla="*/ 270681 h 362610"/>
              <a:gd name="connsiteX16" fmla="*/ 286269 w 362948"/>
              <a:gd name="connsiteY16" fmla="*/ 264297 h 362610"/>
              <a:gd name="connsiteX17" fmla="*/ 286269 w 362948"/>
              <a:gd name="connsiteY17" fmla="*/ 252806 h 362610"/>
              <a:gd name="connsiteX18" fmla="*/ 284352 w 362948"/>
              <a:gd name="connsiteY18" fmla="*/ 254721 h 362610"/>
              <a:gd name="connsiteX19" fmla="*/ 238345 w 362948"/>
              <a:gd name="connsiteY19" fmla="*/ 267489 h 362610"/>
              <a:gd name="connsiteX20" fmla="*/ 208951 w 362948"/>
              <a:gd name="connsiteY20" fmla="*/ 227908 h 362610"/>
              <a:gd name="connsiteX21" fmla="*/ 257514 w 362948"/>
              <a:gd name="connsiteY21" fmla="*/ 190243 h 362610"/>
              <a:gd name="connsiteX22" fmla="*/ 285630 w 362948"/>
              <a:gd name="connsiteY22" fmla="*/ 190243 h 362610"/>
              <a:gd name="connsiteX23" fmla="*/ 271572 w 362948"/>
              <a:gd name="connsiteY23" fmla="*/ 160238 h 362610"/>
              <a:gd name="connsiteX24" fmla="*/ 270933 w 362948"/>
              <a:gd name="connsiteY24" fmla="*/ 160238 h 362610"/>
              <a:gd name="connsiteX25" fmla="*/ 219175 w 362948"/>
              <a:gd name="connsiteY25" fmla="*/ 164068 h 362610"/>
              <a:gd name="connsiteX26" fmla="*/ 210229 w 362948"/>
              <a:gd name="connsiteY26" fmla="*/ 161515 h 362610"/>
              <a:gd name="connsiteX27" fmla="*/ 212785 w 362948"/>
              <a:gd name="connsiteY27" fmla="*/ 152577 h 362610"/>
              <a:gd name="connsiteX28" fmla="*/ 278601 w 362948"/>
              <a:gd name="connsiteY28" fmla="*/ 149385 h 362610"/>
              <a:gd name="connsiteX29" fmla="*/ 299049 w 362948"/>
              <a:gd name="connsiteY29" fmla="*/ 192796 h 362610"/>
              <a:gd name="connsiteX30" fmla="*/ 299049 w 362948"/>
              <a:gd name="connsiteY30" fmla="*/ 264297 h 362610"/>
              <a:gd name="connsiteX31" fmla="*/ 185308 w 362948"/>
              <a:gd name="connsiteY31" fmla="*/ 272596 h 362610"/>
              <a:gd name="connsiteX32" fmla="*/ 183391 w 362948"/>
              <a:gd name="connsiteY32" fmla="*/ 272596 h 362610"/>
              <a:gd name="connsiteX33" fmla="*/ 177001 w 362948"/>
              <a:gd name="connsiteY33" fmla="*/ 268127 h 362610"/>
              <a:gd name="connsiteX34" fmla="*/ 158470 w 362948"/>
              <a:gd name="connsiteY34" fmla="*/ 210671 h 362610"/>
              <a:gd name="connsiteX35" fmla="*/ 95210 w 362948"/>
              <a:gd name="connsiteY35" fmla="*/ 210671 h 362610"/>
              <a:gd name="connsiteX36" fmla="*/ 76040 w 362948"/>
              <a:gd name="connsiteY36" fmla="*/ 268127 h 362610"/>
              <a:gd name="connsiteX37" fmla="*/ 68372 w 362948"/>
              <a:gd name="connsiteY37" fmla="*/ 272596 h 362610"/>
              <a:gd name="connsiteX38" fmla="*/ 63899 w 362948"/>
              <a:gd name="connsiteY38" fmla="*/ 264935 h 362610"/>
              <a:gd name="connsiteX39" fmla="*/ 63899 w 362948"/>
              <a:gd name="connsiteY39" fmla="*/ 264297 h 362610"/>
              <a:gd name="connsiteX40" fmla="*/ 121409 w 362948"/>
              <a:gd name="connsiteY40" fmla="*/ 93844 h 362610"/>
              <a:gd name="connsiteX41" fmla="*/ 127799 w 362948"/>
              <a:gd name="connsiteY41" fmla="*/ 89376 h 362610"/>
              <a:gd name="connsiteX42" fmla="*/ 134189 w 362948"/>
              <a:gd name="connsiteY42" fmla="*/ 93844 h 362610"/>
              <a:gd name="connsiteX43" fmla="*/ 189781 w 362948"/>
              <a:gd name="connsiteY43" fmla="*/ 264297 h 362610"/>
              <a:gd name="connsiteX44" fmla="*/ 185308 w 362948"/>
              <a:gd name="connsiteY44" fmla="*/ 272596 h 362610"/>
              <a:gd name="connsiteX45" fmla="*/ 362948 w 362948"/>
              <a:gd name="connsiteY45" fmla="*/ 181305 h 362610"/>
              <a:gd name="connsiteX46" fmla="*/ 181474 w 362948"/>
              <a:gd name="connsiteY46" fmla="*/ 0 h 362610"/>
              <a:gd name="connsiteX47" fmla="*/ 0 w 362948"/>
              <a:gd name="connsiteY47" fmla="*/ 181305 h 362610"/>
              <a:gd name="connsiteX48" fmla="*/ 181474 w 362948"/>
              <a:gd name="connsiteY48" fmla="*/ 362610 h 362610"/>
              <a:gd name="connsiteX49" fmla="*/ 181474 w 362948"/>
              <a:gd name="connsiteY49" fmla="*/ 362610 h 362610"/>
              <a:gd name="connsiteX50" fmla="*/ 362948 w 362948"/>
              <a:gd name="connsiteY50" fmla="*/ 181305 h 362610"/>
              <a:gd name="connsiteX51" fmla="*/ 362948 w 362948"/>
              <a:gd name="connsiteY51" fmla="*/ 181305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62948" h="362610">
                <a:moveTo>
                  <a:pt x="154636" y="199180"/>
                </a:moveTo>
                <a:lnTo>
                  <a:pt x="127799" y="116827"/>
                </a:lnTo>
                <a:lnTo>
                  <a:pt x="99683" y="199180"/>
                </a:lnTo>
                <a:lnTo>
                  <a:pt x="154636" y="199180"/>
                </a:lnTo>
                <a:close/>
                <a:moveTo>
                  <a:pt x="286269" y="218332"/>
                </a:moveTo>
                <a:cubicBezTo>
                  <a:pt x="286269" y="218332"/>
                  <a:pt x="286269" y="217694"/>
                  <a:pt x="286269" y="217694"/>
                </a:cubicBezTo>
                <a:lnTo>
                  <a:pt x="286269" y="203649"/>
                </a:lnTo>
                <a:cubicBezTo>
                  <a:pt x="282435" y="203649"/>
                  <a:pt x="274767" y="203011"/>
                  <a:pt x="267738" y="203011"/>
                </a:cubicBezTo>
                <a:cubicBezTo>
                  <a:pt x="263904" y="203011"/>
                  <a:pt x="260709" y="203011"/>
                  <a:pt x="258792" y="203011"/>
                </a:cubicBezTo>
                <a:cubicBezTo>
                  <a:pt x="234511" y="204287"/>
                  <a:pt x="222370" y="213225"/>
                  <a:pt x="221092" y="229185"/>
                </a:cubicBezTo>
                <a:cubicBezTo>
                  <a:pt x="219814" y="252806"/>
                  <a:pt x="237706" y="255359"/>
                  <a:pt x="238984" y="255359"/>
                </a:cubicBezTo>
                <a:cubicBezTo>
                  <a:pt x="254958" y="256636"/>
                  <a:pt x="267099" y="253444"/>
                  <a:pt x="274767" y="245783"/>
                </a:cubicBezTo>
                <a:cubicBezTo>
                  <a:pt x="281796" y="238761"/>
                  <a:pt x="285630" y="229185"/>
                  <a:pt x="285630" y="218971"/>
                </a:cubicBezTo>
                <a:lnTo>
                  <a:pt x="286269" y="218332"/>
                </a:lnTo>
                <a:close/>
                <a:moveTo>
                  <a:pt x="299049" y="264297"/>
                </a:moveTo>
                <a:cubicBezTo>
                  <a:pt x="299049" y="268127"/>
                  <a:pt x="296493" y="270681"/>
                  <a:pt x="292659" y="270681"/>
                </a:cubicBezTo>
                <a:cubicBezTo>
                  <a:pt x="288825" y="270681"/>
                  <a:pt x="286269" y="268127"/>
                  <a:pt x="286269" y="264297"/>
                </a:cubicBezTo>
                <a:lnTo>
                  <a:pt x="286269" y="252806"/>
                </a:lnTo>
                <a:lnTo>
                  <a:pt x="284352" y="254721"/>
                </a:lnTo>
                <a:cubicBezTo>
                  <a:pt x="273489" y="264935"/>
                  <a:pt x="258153" y="269404"/>
                  <a:pt x="238345" y="267489"/>
                </a:cubicBezTo>
                <a:cubicBezTo>
                  <a:pt x="227482" y="266212"/>
                  <a:pt x="207034" y="255998"/>
                  <a:pt x="208951" y="227908"/>
                </a:cubicBezTo>
                <a:cubicBezTo>
                  <a:pt x="209590" y="215140"/>
                  <a:pt x="217258" y="192796"/>
                  <a:pt x="257514" y="190243"/>
                </a:cubicBezTo>
                <a:cubicBezTo>
                  <a:pt x="267099" y="189604"/>
                  <a:pt x="276684" y="190243"/>
                  <a:pt x="285630" y="190243"/>
                </a:cubicBezTo>
                <a:cubicBezTo>
                  <a:pt x="284352" y="168537"/>
                  <a:pt x="272211" y="160876"/>
                  <a:pt x="271572" y="160238"/>
                </a:cubicBezTo>
                <a:lnTo>
                  <a:pt x="270933" y="160238"/>
                </a:lnTo>
                <a:cubicBezTo>
                  <a:pt x="251124" y="146193"/>
                  <a:pt x="219175" y="164068"/>
                  <a:pt x="219175" y="164068"/>
                </a:cubicBezTo>
                <a:cubicBezTo>
                  <a:pt x="215980" y="165984"/>
                  <a:pt x="212146" y="164707"/>
                  <a:pt x="210229" y="161515"/>
                </a:cubicBezTo>
                <a:cubicBezTo>
                  <a:pt x="208312" y="158323"/>
                  <a:pt x="209590" y="154492"/>
                  <a:pt x="212785" y="152577"/>
                </a:cubicBezTo>
                <a:cubicBezTo>
                  <a:pt x="214063" y="151939"/>
                  <a:pt x="251763" y="130233"/>
                  <a:pt x="278601" y="149385"/>
                </a:cubicBezTo>
                <a:cubicBezTo>
                  <a:pt x="281796" y="151300"/>
                  <a:pt x="299049" y="163430"/>
                  <a:pt x="299049" y="192796"/>
                </a:cubicBezTo>
                <a:lnTo>
                  <a:pt x="299049" y="264297"/>
                </a:lnTo>
                <a:close/>
                <a:moveTo>
                  <a:pt x="185308" y="272596"/>
                </a:moveTo>
                <a:cubicBezTo>
                  <a:pt x="184669" y="272596"/>
                  <a:pt x="184030" y="273234"/>
                  <a:pt x="183391" y="272596"/>
                </a:cubicBezTo>
                <a:cubicBezTo>
                  <a:pt x="180835" y="272596"/>
                  <a:pt x="178279" y="270681"/>
                  <a:pt x="177001" y="268127"/>
                </a:cubicBezTo>
                <a:lnTo>
                  <a:pt x="158470" y="210671"/>
                </a:lnTo>
                <a:lnTo>
                  <a:pt x="95210" y="210671"/>
                </a:lnTo>
                <a:lnTo>
                  <a:pt x="76040" y="268127"/>
                </a:lnTo>
                <a:cubicBezTo>
                  <a:pt x="75401" y="271319"/>
                  <a:pt x="71567" y="273873"/>
                  <a:pt x="68372" y="272596"/>
                </a:cubicBezTo>
                <a:cubicBezTo>
                  <a:pt x="65177" y="271958"/>
                  <a:pt x="62621" y="268127"/>
                  <a:pt x="63899" y="264935"/>
                </a:cubicBezTo>
                <a:cubicBezTo>
                  <a:pt x="63899" y="264935"/>
                  <a:pt x="63899" y="264297"/>
                  <a:pt x="63899" y="264297"/>
                </a:cubicBezTo>
                <a:lnTo>
                  <a:pt x="121409" y="93844"/>
                </a:lnTo>
                <a:cubicBezTo>
                  <a:pt x="122048" y="91291"/>
                  <a:pt x="124604" y="89376"/>
                  <a:pt x="127799" y="89376"/>
                </a:cubicBezTo>
                <a:cubicBezTo>
                  <a:pt x="130355" y="89376"/>
                  <a:pt x="132911" y="91291"/>
                  <a:pt x="134189" y="93844"/>
                </a:cubicBezTo>
                <a:lnTo>
                  <a:pt x="189781" y="264297"/>
                </a:lnTo>
                <a:cubicBezTo>
                  <a:pt x="191059" y="268127"/>
                  <a:pt x="189142" y="271958"/>
                  <a:pt x="185308" y="272596"/>
                </a:cubicBezTo>
                <a:moveTo>
                  <a:pt x="362948" y="181305"/>
                </a:moveTo>
                <a:cubicBezTo>
                  <a:pt x="362948" y="81076"/>
                  <a:pt x="281796" y="0"/>
                  <a:pt x="181474" y="0"/>
                </a:cubicBezTo>
                <a:cubicBezTo>
                  <a:pt x="81152" y="0"/>
                  <a:pt x="0" y="81076"/>
                  <a:pt x="0" y="181305"/>
                </a:cubicBezTo>
                <a:cubicBezTo>
                  <a:pt x="0" y="281533"/>
                  <a:pt x="81152" y="362610"/>
                  <a:pt x="181474" y="362610"/>
                </a:cubicBezTo>
                <a:cubicBezTo>
                  <a:pt x="181474" y="362610"/>
                  <a:pt x="181474" y="362610"/>
                  <a:pt x="181474" y="362610"/>
                </a:cubicBezTo>
                <a:cubicBezTo>
                  <a:pt x="281796" y="362610"/>
                  <a:pt x="362948" y="281533"/>
                  <a:pt x="362948" y="181305"/>
                </a:cubicBezTo>
                <a:cubicBezTo>
                  <a:pt x="362948" y="181305"/>
                  <a:pt x="362948" y="181305"/>
                  <a:pt x="362948" y="181305"/>
                </a:cubicBezTo>
              </a:path>
            </a:pathLst>
          </a:custGeom>
          <a:solidFill>
            <a:srgbClr val="26890D"/>
          </a:solidFill>
          <a:ln w="6390" cap="flat">
            <a:noFill/>
            <a:prstDash val="solid"/>
            <a:miter/>
          </a:ln>
        </p:spPr>
        <p:txBody>
          <a:bodyPr rtlCol="0" anchor="ctr"/>
          <a:lstStyle/>
          <a:p>
            <a:endParaRPr lang="en-US"/>
          </a:p>
        </p:txBody>
      </p:sp>
      <p:grpSp>
        <p:nvGrpSpPr>
          <p:cNvPr id="623" name="Graphic 4">
            <a:extLst>
              <a:ext uri="{FF2B5EF4-FFF2-40B4-BE49-F238E27FC236}">
                <a16:creationId xmlns:a16="http://schemas.microsoft.com/office/drawing/2014/main" id="{FA4042DF-9CE9-4944-9740-095BB308A5D3}"/>
              </a:ext>
            </a:extLst>
          </p:cNvPr>
          <p:cNvGrpSpPr>
            <a:grpSpLocks noChangeAspect="1"/>
          </p:cNvGrpSpPr>
          <p:nvPr/>
        </p:nvGrpSpPr>
        <p:grpSpPr>
          <a:xfrm>
            <a:off x="467743" y="4793256"/>
            <a:ext cx="361670" cy="361971"/>
            <a:chOff x="467743" y="4793256"/>
            <a:chExt cx="361670" cy="361971"/>
          </a:xfrm>
          <a:solidFill>
            <a:srgbClr val="26890D"/>
          </a:solidFill>
        </p:grpSpPr>
        <p:sp>
          <p:nvSpPr>
            <p:cNvPr id="624" name="Graphic 4">
              <a:extLst>
                <a:ext uri="{FF2B5EF4-FFF2-40B4-BE49-F238E27FC236}">
                  <a16:creationId xmlns:a16="http://schemas.microsoft.com/office/drawing/2014/main" id="{1062F9E8-57A9-AB47-B762-E86E0FC36297}"/>
                </a:ext>
              </a:extLst>
            </p:cNvPr>
            <p:cNvSpPr/>
            <p:nvPr/>
          </p:nvSpPr>
          <p:spPr>
            <a:xfrm>
              <a:off x="467743" y="4793256"/>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0667 h 361971"/>
                <a:gd name="connsiteX4" fmla="*/ 361670 w 361670"/>
                <a:gd name="connsiteY4" fmla="*/ 180667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667 h 361971"/>
                <a:gd name="connsiteX9" fmla="*/ 180835 w 361670"/>
                <a:gd name="connsiteY9" fmla="*/ 12129 h 361971"/>
                <a:gd name="connsiteX10" fmla="*/ 348891 w 361670"/>
                <a:gd name="connsiteY10" fmla="*/ 180667 h 361971"/>
                <a:gd name="connsiteX11" fmla="*/ 348891 w 361670"/>
                <a:gd name="connsiteY11" fmla="*/ 180667 h 361971"/>
                <a:gd name="connsiteX12" fmla="*/ 180835 w 361670"/>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5" y="0"/>
                  </a:moveTo>
                  <a:cubicBezTo>
                    <a:pt x="80513" y="0"/>
                    <a:pt x="0" y="81077"/>
                    <a:pt x="0" y="180667"/>
                  </a:cubicBezTo>
                  <a:cubicBezTo>
                    <a:pt x="0" y="280895"/>
                    <a:pt x="81152" y="361972"/>
                    <a:pt x="180835" y="361972"/>
                  </a:cubicBezTo>
                  <a:cubicBezTo>
                    <a:pt x="280518" y="361972"/>
                    <a:pt x="361670" y="280895"/>
                    <a:pt x="361670" y="180667"/>
                  </a:cubicBezTo>
                  <a:cubicBezTo>
                    <a:pt x="361670" y="180667"/>
                    <a:pt x="361670" y="180667"/>
                    <a:pt x="361670" y="180667"/>
                  </a:cubicBezTo>
                  <a:cubicBezTo>
                    <a:pt x="361670" y="80438"/>
                    <a:pt x="281157" y="0"/>
                    <a:pt x="180835" y="0"/>
                  </a:cubicBezTo>
                  <a:cubicBezTo>
                    <a:pt x="180835" y="0"/>
                    <a:pt x="180835" y="0"/>
                    <a:pt x="180835" y="0"/>
                  </a:cubicBezTo>
                  <a:close/>
                  <a:moveTo>
                    <a:pt x="180835" y="348565"/>
                  </a:moveTo>
                  <a:cubicBezTo>
                    <a:pt x="87542" y="348565"/>
                    <a:pt x="12780" y="273234"/>
                    <a:pt x="12780" y="180667"/>
                  </a:cubicBezTo>
                  <a:cubicBezTo>
                    <a:pt x="12780" y="87461"/>
                    <a:pt x="88181" y="12129"/>
                    <a:pt x="180835" y="12129"/>
                  </a:cubicBezTo>
                  <a:cubicBezTo>
                    <a:pt x="273489" y="12129"/>
                    <a:pt x="348891" y="87461"/>
                    <a:pt x="348891" y="180667"/>
                  </a:cubicBezTo>
                  <a:lnTo>
                    <a:pt x="348891" y="180667"/>
                  </a:lnTo>
                  <a:cubicBezTo>
                    <a:pt x="348891" y="273234"/>
                    <a:pt x="273489" y="348565"/>
                    <a:pt x="180835" y="348565"/>
                  </a:cubicBezTo>
                  <a:close/>
                </a:path>
              </a:pathLst>
            </a:custGeom>
            <a:solidFill>
              <a:srgbClr val="26890D"/>
            </a:solidFill>
            <a:ln w="6390" cap="flat">
              <a:noFill/>
              <a:prstDash val="solid"/>
              <a:miter/>
            </a:ln>
          </p:spPr>
          <p:txBody>
            <a:bodyPr rtlCol="0" anchor="ctr"/>
            <a:lstStyle/>
            <a:p>
              <a:endParaRPr lang="en-US"/>
            </a:p>
          </p:txBody>
        </p:sp>
        <p:sp>
          <p:nvSpPr>
            <p:cNvPr id="625" name="Graphic 4">
              <a:extLst>
                <a:ext uri="{FF2B5EF4-FFF2-40B4-BE49-F238E27FC236}">
                  <a16:creationId xmlns:a16="http://schemas.microsoft.com/office/drawing/2014/main" id="{8EBA4134-1AB8-FB46-92F3-8B942C386030}"/>
                </a:ext>
              </a:extLst>
            </p:cNvPr>
            <p:cNvSpPr/>
            <p:nvPr/>
          </p:nvSpPr>
          <p:spPr>
            <a:xfrm>
              <a:off x="539310" y="4896038"/>
              <a:ext cx="219174" cy="156407"/>
            </a:xfrm>
            <a:custGeom>
              <a:avLst/>
              <a:gdLst>
                <a:gd name="connsiteX0" fmla="*/ 212146 w 219174"/>
                <a:gd name="connsiteY0" fmla="*/ 0 h 156407"/>
                <a:gd name="connsiteX1" fmla="*/ 6390 w 219174"/>
                <a:gd name="connsiteY1" fmla="*/ 0 h 156407"/>
                <a:gd name="connsiteX2" fmla="*/ 0 w 219174"/>
                <a:gd name="connsiteY2" fmla="*/ 6384 h 156407"/>
                <a:gd name="connsiteX3" fmla="*/ 0 w 219174"/>
                <a:gd name="connsiteY3" fmla="*/ 150024 h 156407"/>
                <a:gd name="connsiteX4" fmla="*/ 6390 w 219174"/>
                <a:gd name="connsiteY4" fmla="*/ 156408 h 156407"/>
                <a:gd name="connsiteX5" fmla="*/ 212785 w 219174"/>
                <a:gd name="connsiteY5" fmla="*/ 156408 h 156407"/>
                <a:gd name="connsiteX6" fmla="*/ 219175 w 219174"/>
                <a:gd name="connsiteY6" fmla="*/ 150024 h 156407"/>
                <a:gd name="connsiteX7" fmla="*/ 219175 w 219174"/>
                <a:gd name="connsiteY7" fmla="*/ 6384 h 156407"/>
                <a:gd name="connsiteX8" fmla="*/ 212146 w 219174"/>
                <a:gd name="connsiteY8" fmla="*/ 0 h 156407"/>
                <a:gd name="connsiteX9" fmla="*/ 212146 w 219174"/>
                <a:gd name="connsiteY9" fmla="*/ 0 h 156407"/>
                <a:gd name="connsiteX10" fmla="*/ 205756 w 219174"/>
                <a:gd name="connsiteY10" fmla="*/ 143001 h 156407"/>
                <a:gd name="connsiteX11" fmla="*/ 12780 w 219174"/>
                <a:gd name="connsiteY11" fmla="*/ 143001 h 156407"/>
                <a:gd name="connsiteX12" fmla="*/ 12780 w 219174"/>
                <a:gd name="connsiteY12" fmla="*/ 12130 h 156407"/>
                <a:gd name="connsiteX13" fmla="*/ 206395 w 219174"/>
                <a:gd name="connsiteY13" fmla="*/ 12130 h 156407"/>
                <a:gd name="connsiteX14" fmla="*/ 205756 w 219174"/>
                <a:gd name="connsiteY14" fmla="*/ 143001 h 156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9174" h="156407">
                  <a:moveTo>
                    <a:pt x="212146" y="0"/>
                  </a:moveTo>
                  <a:lnTo>
                    <a:pt x="6390" y="0"/>
                  </a:lnTo>
                  <a:cubicBezTo>
                    <a:pt x="2556" y="0"/>
                    <a:pt x="0" y="2554"/>
                    <a:pt x="0" y="6384"/>
                  </a:cubicBezTo>
                  <a:lnTo>
                    <a:pt x="0" y="150024"/>
                  </a:lnTo>
                  <a:cubicBezTo>
                    <a:pt x="0" y="153854"/>
                    <a:pt x="2556" y="156408"/>
                    <a:pt x="6390" y="156408"/>
                  </a:cubicBezTo>
                  <a:lnTo>
                    <a:pt x="212785" y="156408"/>
                  </a:lnTo>
                  <a:cubicBezTo>
                    <a:pt x="216619" y="156408"/>
                    <a:pt x="219175" y="153854"/>
                    <a:pt x="219175" y="150024"/>
                  </a:cubicBezTo>
                  <a:lnTo>
                    <a:pt x="219175" y="6384"/>
                  </a:lnTo>
                  <a:cubicBezTo>
                    <a:pt x="218536" y="2554"/>
                    <a:pt x="215980" y="0"/>
                    <a:pt x="212146" y="0"/>
                  </a:cubicBezTo>
                  <a:lnTo>
                    <a:pt x="212146" y="0"/>
                  </a:lnTo>
                  <a:close/>
                  <a:moveTo>
                    <a:pt x="205756" y="143001"/>
                  </a:moveTo>
                  <a:lnTo>
                    <a:pt x="12780" y="143001"/>
                  </a:lnTo>
                  <a:lnTo>
                    <a:pt x="12780" y="12130"/>
                  </a:lnTo>
                  <a:lnTo>
                    <a:pt x="206395" y="12130"/>
                  </a:lnTo>
                  <a:lnTo>
                    <a:pt x="205756" y="143001"/>
                  </a:lnTo>
                  <a:close/>
                </a:path>
              </a:pathLst>
            </a:custGeom>
            <a:solidFill>
              <a:srgbClr val="26890D"/>
            </a:solidFill>
            <a:ln w="6390" cap="flat">
              <a:noFill/>
              <a:prstDash val="solid"/>
              <a:miter/>
            </a:ln>
          </p:spPr>
          <p:txBody>
            <a:bodyPr rtlCol="0" anchor="ctr"/>
            <a:lstStyle/>
            <a:p>
              <a:endParaRPr lang="en-US"/>
            </a:p>
          </p:txBody>
        </p:sp>
        <p:sp>
          <p:nvSpPr>
            <p:cNvPr id="626" name="Graphic 4">
              <a:extLst>
                <a:ext uri="{FF2B5EF4-FFF2-40B4-BE49-F238E27FC236}">
                  <a16:creationId xmlns:a16="http://schemas.microsoft.com/office/drawing/2014/main" id="{C60BCE6B-45C2-4F43-ACBC-45EA3C864163}"/>
                </a:ext>
              </a:extLst>
            </p:cNvPr>
            <p:cNvSpPr/>
            <p:nvPr/>
          </p:nvSpPr>
          <p:spPr>
            <a:xfrm>
              <a:off x="665192" y="4948387"/>
              <a:ext cx="62621" cy="86183"/>
            </a:xfrm>
            <a:custGeom>
              <a:avLst/>
              <a:gdLst>
                <a:gd name="connsiteX0" fmla="*/ 60704 w 62621"/>
                <a:gd name="connsiteY0" fmla="*/ 30643 h 86183"/>
                <a:gd name="connsiteX1" fmla="*/ 61343 w 62621"/>
                <a:gd name="connsiteY1" fmla="*/ 28728 h 86183"/>
                <a:gd name="connsiteX2" fmla="*/ 62621 w 62621"/>
                <a:gd name="connsiteY2" fmla="*/ 23621 h 86183"/>
                <a:gd name="connsiteX3" fmla="*/ 61982 w 62621"/>
                <a:gd name="connsiteY3" fmla="*/ 21067 h 86183"/>
                <a:gd name="connsiteX4" fmla="*/ 58148 w 62621"/>
                <a:gd name="connsiteY4" fmla="*/ 17237 h 86183"/>
                <a:gd name="connsiteX5" fmla="*/ 56870 w 62621"/>
                <a:gd name="connsiteY5" fmla="*/ 15960 h 86183"/>
                <a:gd name="connsiteX6" fmla="*/ 56870 w 62621"/>
                <a:gd name="connsiteY6" fmla="*/ 14045 h 86183"/>
                <a:gd name="connsiteX7" fmla="*/ 55592 w 62621"/>
                <a:gd name="connsiteY7" fmla="*/ 8938 h 86183"/>
                <a:gd name="connsiteX8" fmla="*/ 53675 w 62621"/>
                <a:gd name="connsiteY8" fmla="*/ 7022 h 86183"/>
                <a:gd name="connsiteX9" fmla="*/ 48564 w 62621"/>
                <a:gd name="connsiteY9" fmla="*/ 5746 h 86183"/>
                <a:gd name="connsiteX10" fmla="*/ 46647 w 62621"/>
                <a:gd name="connsiteY10" fmla="*/ 5746 h 86183"/>
                <a:gd name="connsiteX11" fmla="*/ 45369 w 62621"/>
                <a:gd name="connsiteY11" fmla="*/ 4469 h 86183"/>
                <a:gd name="connsiteX12" fmla="*/ 41535 w 62621"/>
                <a:gd name="connsiteY12" fmla="*/ 638 h 86183"/>
                <a:gd name="connsiteX13" fmla="*/ 38340 w 62621"/>
                <a:gd name="connsiteY13" fmla="*/ 0 h 86183"/>
                <a:gd name="connsiteX14" fmla="*/ 33228 w 62621"/>
                <a:gd name="connsiteY14" fmla="*/ 1277 h 86183"/>
                <a:gd name="connsiteX15" fmla="*/ 31311 w 62621"/>
                <a:gd name="connsiteY15" fmla="*/ 1915 h 86183"/>
                <a:gd name="connsiteX16" fmla="*/ 29394 w 62621"/>
                <a:gd name="connsiteY16" fmla="*/ 1277 h 86183"/>
                <a:gd name="connsiteX17" fmla="*/ 24282 w 62621"/>
                <a:gd name="connsiteY17" fmla="*/ 0 h 86183"/>
                <a:gd name="connsiteX18" fmla="*/ 17253 w 62621"/>
                <a:gd name="connsiteY18" fmla="*/ 4469 h 86183"/>
                <a:gd name="connsiteX19" fmla="*/ 16614 w 62621"/>
                <a:gd name="connsiteY19" fmla="*/ 5746 h 86183"/>
                <a:gd name="connsiteX20" fmla="*/ 15336 w 62621"/>
                <a:gd name="connsiteY20" fmla="*/ 5746 h 86183"/>
                <a:gd name="connsiteX21" fmla="*/ 14697 w 62621"/>
                <a:gd name="connsiteY21" fmla="*/ 5746 h 86183"/>
                <a:gd name="connsiteX22" fmla="*/ 9585 w 62621"/>
                <a:gd name="connsiteY22" fmla="*/ 7022 h 86183"/>
                <a:gd name="connsiteX23" fmla="*/ 7668 w 62621"/>
                <a:gd name="connsiteY23" fmla="*/ 8938 h 86183"/>
                <a:gd name="connsiteX24" fmla="*/ 6390 w 62621"/>
                <a:gd name="connsiteY24" fmla="*/ 14045 h 86183"/>
                <a:gd name="connsiteX25" fmla="*/ 6390 w 62621"/>
                <a:gd name="connsiteY25" fmla="*/ 15960 h 86183"/>
                <a:gd name="connsiteX26" fmla="*/ 5112 w 62621"/>
                <a:gd name="connsiteY26" fmla="*/ 17237 h 86183"/>
                <a:gd name="connsiteX27" fmla="*/ 639 w 62621"/>
                <a:gd name="connsiteY27" fmla="*/ 21067 h 86183"/>
                <a:gd name="connsiteX28" fmla="*/ 0 w 62621"/>
                <a:gd name="connsiteY28" fmla="*/ 23621 h 86183"/>
                <a:gd name="connsiteX29" fmla="*/ 1278 w 62621"/>
                <a:gd name="connsiteY29" fmla="*/ 28728 h 86183"/>
                <a:gd name="connsiteX30" fmla="*/ 1917 w 62621"/>
                <a:gd name="connsiteY30" fmla="*/ 30643 h 86183"/>
                <a:gd name="connsiteX31" fmla="*/ 1278 w 62621"/>
                <a:gd name="connsiteY31" fmla="*/ 32558 h 86183"/>
                <a:gd name="connsiteX32" fmla="*/ 0 w 62621"/>
                <a:gd name="connsiteY32" fmla="*/ 37666 h 86183"/>
                <a:gd name="connsiteX33" fmla="*/ 639 w 62621"/>
                <a:gd name="connsiteY33" fmla="*/ 40858 h 86183"/>
                <a:gd name="connsiteX34" fmla="*/ 4473 w 62621"/>
                <a:gd name="connsiteY34" fmla="*/ 44688 h 86183"/>
                <a:gd name="connsiteX35" fmla="*/ 5751 w 62621"/>
                <a:gd name="connsiteY35" fmla="*/ 45965 h 86183"/>
                <a:gd name="connsiteX36" fmla="*/ 5751 w 62621"/>
                <a:gd name="connsiteY36" fmla="*/ 47880 h 86183"/>
                <a:gd name="connsiteX37" fmla="*/ 7029 w 62621"/>
                <a:gd name="connsiteY37" fmla="*/ 53626 h 86183"/>
                <a:gd name="connsiteX38" fmla="*/ 12141 w 62621"/>
                <a:gd name="connsiteY38" fmla="*/ 56818 h 86183"/>
                <a:gd name="connsiteX39" fmla="*/ 12141 w 62621"/>
                <a:gd name="connsiteY39" fmla="*/ 79800 h 86183"/>
                <a:gd name="connsiteX40" fmla="*/ 15336 w 62621"/>
                <a:gd name="connsiteY40" fmla="*/ 85546 h 86183"/>
                <a:gd name="connsiteX41" fmla="*/ 18531 w 62621"/>
                <a:gd name="connsiteY41" fmla="*/ 86184 h 86183"/>
                <a:gd name="connsiteX42" fmla="*/ 22365 w 62621"/>
                <a:gd name="connsiteY42" fmla="*/ 84907 h 86183"/>
                <a:gd name="connsiteX43" fmla="*/ 30672 w 62621"/>
                <a:gd name="connsiteY43" fmla="*/ 79162 h 86183"/>
                <a:gd name="connsiteX44" fmla="*/ 38979 w 62621"/>
                <a:gd name="connsiteY44" fmla="*/ 84907 h 86183"/>
                <a:gd name="connsiteX45" fmla="*/ 42813 w 62621"/>
                <a:gd name="connsiteY45" fmla="*/ 86184 h 86183"/>
                <a:gd name="connsiteX46" fmla="*/ 49203 w 62621"/>
                <a:gd name="connsiteY46" fmla="*/ 79800 h 86183"/>
                <a:gd name="connsiteX47" fmla="*/ 49203 w 62621"/>
                <a:gd name="connsiteY47" fmla="*/ 56818 h 86183"/>
                <a:gd name="connsiteX48" fmla="*/ 53036 w 62621"/>
                <a:gd name="connsiteY48" fmla="*/ 55541 h 86183"/>
                <a:gd name="connsiteX49" fmla="*/ 54953 w 62621"/>
                <a:gd name="connsiteY49" fmla="*/ 53626 h 86183"/>
                <a:gd name="connsiteX50" fmla="*/ 56231 w 62621"/>
                <a:gd name="connsiteY50" fmla="*/ 48518 h 86183"/>
                <a:gd name="connsiteX51" fmla="*/ 56231 w 62621"/>
                <a:gd name="connsiteY51" fmla="*/ 46603 h 86183"/>
                <a:gd name="connsiteX52" fmla="*/ 57509 w 62621"/>
                <a:gd name="connsiteY52" fmla="*/ 45326 h 86183"/>
                <a:gd name="connsiteX53" fmla="*/ 57509 w 62621"/>
                <a:gd name="connsiteY53" fmla="*/ 45326 h 86183"/>
                <a:gd name="connsiteX54" fmla="*/ 61343 w 62621"/>
                <a:gd name="connsiteY54" fmla="*/ 41496 h 86183"/>
                <a:gd name="connsiteX55" fmla="*/ 61982 w 62621"/>
                <a:gd name="connsiteY55" fmla="*/ 38942 h 86183"/>
                <a:gd name="connsiteX56" fmla="*/ 60704 w 62621"/>
                <a:gd name="connsiteY56" fmla="*/ 33835 h 86183"/>
                <a:gd name="connsiteX57" fmla="*/ 60704 w 62621"/>
                <a:gd name="connsiteY57" fmla="*/ 30643 h 86183"/>
                <a:gd name="connsiteX58" fmla="*/ 14058 w 62621"/>
                <a:gd name="connsiteY58" fmla="*/ 26174 h 86183"/>
                <a:gd name="connsiteX59" fmla="*/ 17253 w 62621"/>
                <a:gd name="connsiteY59" fmla="*/ 22344 h 86183"/>
                <a:gd name="connsiteX60" fmla="*/ 18531 w 62621"/>
                <a:gd name="connsiteY60" fmla="*/ 17875 h 86183"/>
                <a:gd name="connsiteX61" fmla="*/ 23004 w 62621"/>
                <a:gd name="connsiteY61" fmla="*/ 16598 h 86183"/>
                <a:gd name="connsiteX62" fmla="*/ 26838 w 62621"/>
                <a:gd name="connsiteY62" fmla="*/ 13406 h 86183"/>
                <a:gd name="connsiteX63" fmla="*/ 35784 w 62621"/>
                <a:gd name="connsiteY63" fmla="*/ 13406 h 86183"/>
                <a:gd name="connsiteX64" fmla="*/ 39618 w 62621"/>
                <a:gd name="connsiteY64" fmla="*/ 16598 h 86183"/>
                <a:gd name="connsiteX65" fmla="*/ 44091 w 62621"/>
                <a:gd name="connsiteY65" fmla="*/ 17875 h 86183"/>
                <a:gd name="connsiteX66" fmla="*/ 45369 w 62621"/>
                <a:gd name="connsiteY66" fmla="*/ 22344 h 86183"/>
                <a:gd name="connsiteX67" fmla="*/ 48564 w 62621"/>
                <a:gd name="connsiteY67" fmla="*/ 26174 h 86183"/>
                <a:gd name="connsiteX68" fmla="*/ 48564 w 62621"/>
                <a:gd name="connsiteY68" fmla="*/ 35750 h 86183"/>
                <a:gd name="connsiteX69" fmla="*/ 45369 w 62621"/>
                <a:gd name="connsiteY69" fmla="*/ 38942 h 86183"/>
                <a:gd name="connsiteX70" fmla="*/ 44091 w 62621"/>
                <a:gd name="connsiteY70" fmla="*/ 43411 h 86183"/>
                <a:gd name="connsiteX71" fmla="*/ 39618 w 62621"/>
                <a:gd name="connsiteY71" fmla="*/ 44688 h 86183"/>
                <a:gd name="connsiteX72" fmla="*/ 35784 w 62621"/>
                <a:gd name="connsiteY72" fmla="*/ 47880 h 86183"/>
                <a:gd name="connsiteX73" fmla="*/ 26838 w 62621"/>
                <a:gd name="connsiteY73" fmla="*/ 47880 h 86183"/>
                <a:gd name="connsiteX74" fmla="*/ 19170 w 62621"/>
                <a:gd name="connsiteY74" fmla="*/ 43411 h 86183"/>
                <a:gd name="connsiteX75" fmla="*/ 17892 w 62621"/>
                <a:gd name="connsiteY75" fmla="*/ 38942 h 86183"/>
                <a:gd name="connsiteX76" fmla="*/ 14697 w 62621"/>
                <a:gd name="connsiteY76" fmla="*/ 35750 h 86183"/>
                <a:gd name="connsiteX77" fmla="*/ 14058 w 62621"/>
                <a:gd name="connsiteY77" fmla="*/ 26174 h 86183"/>
                <a:gd name="connsiteX78" fmla="*/ 14058 w 62621"/>
                <a:gd name="connsiteY78" fmla="*/ 26174 h 86183"/>
                <a:gd name="connsiteX79" fmla="*/ 35145 w 62621"/>
                <a:gd name="connsiteY79" fmla="*/ 65117 h 86183"/>
                <a:gd name="connsiteX80" fmla="*/ 32589 w 62621"/>
                <a:gd name="connsiteY80" fmla="*/ 63840 h 86183"/>
                <a:gd name="connsiteX81" fmla="*/ 30672 w 62621"/>
                <a:gd name="connsiteY81" fmla="*/ 63840 h 86183"/>
                <a:gd name="connsiteX82" fmla="*/ 28116 w 62621"/>
                <a:gd name="connsiteY82" fmla="*/ 65117 h 86183"/>
                <a:gd name="connsiteX83" fmla="*/ 26199 w 62621"/>
                <a:gd name="connsiteY83" fmla="*/ 66394 h 86183"/>
                <a:gd name="connsiteX84" fmla="*/ 26199 w 62621"/>
                <a:gd name="connsiteY84" fmla="*/ 61925 h 86183"/>
                <a:gd name="connsiteX85" fmla="*/ 30033 w 62621"/>
                <a:gd name="connsiteY85" fmla="*/ 60648 h 86183"/>
                <a:gd name="connsiteX86" fmla="*/ 31950 w 62621"/>
                <a:gd name="connsiteY86" fmla="*/ 60010 h 86183"/>
                <a:gd name="connsiteX87" fmla="*/ 33867 w 62621"/>
                <a:gd name="connsiteY87" fmla="*/ 60648 h 86183"/>
                <a:gd name="connsiteX88" fmla="*/ 37701 w 62621"/>
                <a:gd name="connsiteY88" fmla="*/ 61925 h 86183"/>
                <a:gd name="connsiteX89" fmla="*/ 37701 w 62621"/>
                <a:gd name="connsiteY89" fmla="*/ 67032 h 86183"/>
                <a:gd name="connsiteX90" fmla="*/ 35145 w 62621"/>
                <a:gd name="connsiteY90" fmla="*/ 65117 h 86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62621" h="86183">
                  <a:moveTo>
                    <a:pt x="60704" y="30643"/>
                  </a:moveTo>
                  <a:cubicBezTo>
                    <a:pt x="60704" y="30005"/>
                    <a:pt x="61343" y="29366"/>
                    <a:pt x="61343" y="28728"/>
                  </a:cubicBezTo>
                  <a:cubicBezTo>
                    <a:pt x="61982" y="27451"/>
                    <a:pt x="62621" y="25536"/>
                    <a:pt x="62621" y="23621"/>
                  </a:cubicBezTo>
                  <a:cubicBezTo>
                    <a:pt x="62621" y="22344"/>
                    <a:pt x="62621" y="21706"/>
                    <a:pt x="61982" y="21067"/>
                  </a:cubicBezTo>
                  <a:cubicBezTo>
                    <a:pt x="60704" y="19790"/>
                    <a:pt x="59426" y="17875"/>
                    <a:pt x="58148" y="17237"/>
                  </a:cubicBezTo>
                  <a:cubicBezTo>
                    <a:pt x="57509" y="17237"/>
                    <a:pt x="56870" y="16598"/>
                    <a:pt x="56870" y="15960"/>
                  </a:cubicBezTo>
                  <a:cubicBezTo>
                    <a:pt x="56870" y="15322"/>
                    <a:pt x="56870" y="14683"/>
                    <a:pt x="56870" y="14045"/>
                  </a:cubicBezTo>
                  <a:cubicBezTo>
                    <a:pt x="56870" y="12130"/>
                    <a:pt x="56231" y="10214"/>
                    <a:pt x="55592" y="8938"/>
                  </a:cubicBezTo>
                  <a:cubicBezTo>
                    <a:pt x="54953" y="8299"/>
                    <a:pt x="54314" y="7661"/>
                    <a:pt x="53675" y="7022"/>
                  </a:cubicBezTo>
                  <a:cubicBezTo>
                    <a:pt x="52398" y="6384"/>
                    <a:pt x="50481" y="5746"/>
                    <a:pt x="48564" y="5746"/>
                  </a:cubicBezTo>
                  <a:cubicBezTo>
                    <a:pt x="47925" y="5746"/>
                    <a:pt x="47286" y="5746"/>
                    <a:pt x="46647" y="5746"/>
                  </a:cubicBezTo>
                  <a:cubicBezTo>
                    <a:pt x="46008" y="5107"/>
                    <a:pt x="46008" y="4469"/>
                    <a:pt x="45369" y="4469"/>
                  </a:cubicBezTo>
                  <a:cubicBezTo>
                    <a:pt x="44730" y="2554"/>
                    <a:pt x="42813" y="1277"/>
                    <a:pt x="41535" y="638"/>
                  </a:cubicBezTo>
                  <a:cubicBezTo>
                    <a:pt x="40896" y="0"/>
                    <a:pt x="39618" y="0"/>
                    <a:pt x="38340" y="0"/>
                  </a:cubicBezTo>
                  <a:cubicBezTo>
                    <a:pt x="36423" y="0"/>
                    <a:pt x="35145" y="638"/>
                    <a:pt x="33228" y="1277"/>
                  </a:cubicBezTo>
                  <a:cubicBezTo>
                    <a:pt x="32589" y="1915"/>
                    <a:pt x="31950" y="1915"/>
                    <a:pt x="31311" y="1915"/>
                  </a:cubicBezTo>
                  <a:cubicBezTo>
                    <a:pt x="30672" y="1915"/>
                    <a:pt x="30033" y="1915"/>
                    <a:pt x="29394" y="1277"/>
                  </a:cubicBezTo>
                  <a:cubicBezTo>
                    <a:pt x="28116" y="638"/>
                    <a:pt x="26199" y="0"/>
                    <a:pt x="24282" y="0"/>
                  </a:cubicBezTo>
                  <a:cubicBezTo>
                    <a:pt x="21726" y="0"/>
                    <a:pt x="19170" y="1915"/>
                    <a:pt x="17253" y="4469"/>
                  </a:cubicBezTo>
                  <a:lnTo>
                    <a:pt x="16614" y="5746"/>
                  </a:lnTo>
                  <a:lnTo>
                    <a:pt x="15336" y="5746"/>
                  </a:lnTo>
                  <a:lnTo>
                    <a:pt x="14697" y="5746"/>
                  </a:lnTo>
                  <a:cubicBezTo>
                    <a:pt x="12780" y="5746"/>
                    <a:pt x="10863" y="6384"/>
                    <a:pt x="9585" y="7022"/>
                  </a:cubicBezTo>
                  <a:cubicBezTo>
                    <a:pt x="8946" y="7661"/>
                    <a:pt x="8307" y="8299"/>
                    <a:pt x="7668" y="8938"/>
                  </a:cubicBezTo>
                  <a:cubicBezTo>
                    <a:pt x="7029" y="10214"/>
                    <a:pt x="6390" y="12130"/>
                    <a:pt x="6390" y="14045"/>
                  </a:cubicBezTo>
                  <a:cubicBezTo>
                    <a:pt x="6390" y="14683"/>
                    <a:pt x="6390" y="15322"/>
                    <a:pt x="6390" y="15960"/>
                  </a:cubicBezTo>
                  <a:cubicBezTo>
                    <a:pt x="5751" y="16598"/>
                    <a:pt x="5112" y="16598"/>
                    <a:pt x="5112" y="17237"/>
                  </a:cubicBezTo>
                  <a:cubicBezTo>
                    <a:pt x="3195" y="17875"/>
                    <a:pt x="1917" y="19790"/>
                    <a:pt x="639" y="21067"/>
                  </a:cubicBezTo>
                  <a:cubicBezTo>
                    <a:pt x="0" y="21706"/>
                    <a:pt x="0" y="22982"/>
                    <a:pt x="0" y="23621"/>
                  </a:cubicBezTo>
                  <a:cubicBezTo>
                    <a:pt x="0" y="25536"/>
                    <a:pt x="639" y="26813"/>
                    <a:pt x="1278" y="28728"/>
                  </a:cubicBezTo>
                  <a:cubicBezTo>
                    <a:pt x="1917" y="29366"/>
                    <a:pt x="1917" y="30005"/>
                    <a:pt x="1917" y="30643"/>
                  </a:cubicBezTo>
                  <a:cubicBezTo>
                    <a:pt x="1917" y="31282"/>
                    <a:pt x="1278" y="31920"/>
                    <a:pt x="1278" y="32558"/>
                  </a:cubicBezTo>
                  <a:cubicBezTo>
                    <a:pt x="639" y="33835"/>
                    <a:pt x="0" y="35750"/>
                    <a:pt x="0" y="37666"/>
                  </a:cubicBezTo>
                  <a:cubicBezTo>
                    <a:pt x="0" y="38942"/>
                    <a:pt x="0" y="39581"/>
                    <a:pt x="639" y="40858"/>
                  </a:cubicBezTo>
                  <a:cubicBezTo>
                    <a:pt x="1917" y="42134"/>
                    <a:pt x="3195" y="43411"/>
                    <a:pt x="4473" y="44688"/>
                  </a:cubicBezTo>
                  <a:lnTo>
                    <a:pt x="5751" y="45965"/>
                  </a:lnTo>
                  <a:cubicBezTo>
                    <a:pt x="5751" y="46603"/>
                    <a:pt x="5751" y="47242"/>
                    <a:pt x="5751" y="47880"/>
                  </a:cubicBezTo>
                  <a:cubicBezTo>
                    <a:pt x="5751" y="49795"/>
                    <a:pt x="6390" y="51710"/>
                    <a:pt x="7029" y="53626"/>
                  </a:cubicBezTo>
                  <a:cubicBezTo>
                    <a:pt x="8307" y="55541"/>
                    <a:pt x="10224" y="56179"/>
                    <a:pt x="12141" y="56818"/>
                  </a:cubicBezTo>
                  <a:lnTo>
                    <a:pt x="12141" y="79800"/>
                  </a:lnTo>
                  <a:cubicBezTo>
                    <a:pt x="12141" y="82354"/>
                    <a:pt x="13419" y="84269"/>
                    <a:pt x="15336" y="85546"/>
                  </a:cubicBezTo>
                  <a:cubicBezTo>
                    <a:pt x="15975" y="86184"/>
                    <a:pt x="17253" y="86184"/>
                    <a:pt x="18531" y="86184"/>
                  </a:cubicBezTo>
                  <a:cubicBezTo>
                    <a:pt x="19809" y="86184"/>
                    <a:pt x="21087" y="85546"/>
                    <a:pt x="22365" y="84907"/>
                  </a:cubicBezTo>
                  <a:lnTo>
                    <a:pt x="30672" y="79162"/>
                  </a:lnTo>
                  <a:lnTo>
                    <a:pt x="38979" y="84907"/>
                  </a:lnTo>
                  <a:cubicBezTo>
                    <a:pt x="40257" y="85546"/>
                    <a:pt x="41535" y="86184"/>
                    <a:pt x="42813" y="86184"/>
                  </a:cubicBezTo>
                  <a:cubicBezTo>
                    <a:pt x="46647" y="86184"/>
                    <a:pt x="49203" y="83630"/>
                    <a:pt x="49203" y="79800"/>
                  </a:cubicBezTo>
                  <a:lnTo>
                    <a:pt x="49203" y="56818"/>
                  </a:lnTo>
                  <a:cubicBezTo>
                    <a:pt x="50481" y="56818"/>
                    <a:pt x="51758" y="56179"/>
                    <a:pt x="53036" y="55541"/>
                  </a:cubicBezTo>
                  <a:cubicBezTo>
                    <a:pt x="53675" y="54902"/>
                    <a:pt x="54314" y="54264"/>
                    <a:pt x="54953" y="53626"/>
                  </a:cubicBezTo>
                  <a:cubicBezTo>
                    <a:pt x="55592" y="52349"/>
                    <a:pt x="56231" y="50434"/>
                    <a:pt x="56231" y="48518"/>
                  </a:cubicBezTo>
                  <a:cubicBezTo>
                    <a:pt x="56231" y="47880"/>
                    <a:pt x="56231" y="47242"/>
                    <a:pt x="56231" y="46603"/>
                  </a:cubicBezTo>
                  <a:cubicBezTo>
                    <a:pt x="56870" y="45965"/>
                    <a:pt x="57509" y="45965"/>
                    <a:pt x="57509" y="45326"/>
                  </a:cubicBezTo>
                  <a:lnTo>
                    <a:pt x="57509" y="45326"/>
                  </a:lnTo>
                  <a:cubicBezTo>
                    <a:pt x="59426" y="44688"/>
                    <a:pt x="60704" y="42773"/>
                    <a:pt x="61343" y="41496"/>
                  </a:cubicBezTo>
                  <a:cubicBezTo>
                    <a:pt x="61982" y="40858"/>
                    <a:pt x="61982" y="39581"/>
                    <a:pt x="61982" y="38942"/>
                  </a:cubicBezTo>
                  <a:cubicBezTo>
                    <a:pt x="61982" y="37027"/>
                    <a:pt x="61343" y="35750"/>
                    <a:pt x="60704" y="33835"/>
                  </a:cubicBezTo>
                  <a:cubicBezTo>
                    <a:pt x="60704" y="31920"/>
                    <a:pt x="60704" y="31282"/>
                    <a:pt x="60704" y="30643"/>
                  </a:cubicBezTo>
                  <a:close/>
                  <a:moveTo>
                    <a:pt x="14058" y="26174"/>
                  </a:moveTo>
                  <a:cubicBezTo>
                    <a:pt x="15336" y="24898"/>
                    <a:pt x="16614" y="24259"/>
                    <a:pt x="17253" y="22344"/>
                  </a:cubicBezTo>
                  <a:cubicBezTo>
                    <a:pt x="17892" y="21067"/>
                    <a:pt x="18531" y="19790"/>
                    <a:pt x="18531" y="17875"/>
                  </a:cubicBezTo>
                  <a:cubicBezTo>
                    <a:pt x="19809" y="17875"/>
                    <a:pt x="21726" y="17237"/>
                    <a:pt x="23004" y="16598"/>
                  </a:cubicBezTo>
                  <a:cubicBezTo>
                    <a:pt x="24282" y="15960"/>
                    <a:pt x="25560" y="14683"/>
                    <a:pt x="26838" y="13406"/>
                  </a:cubicBezTo>
                  <a:cubicBezTo>
                    <a:pt x="30033" y="14045"/>
                    <a:pt x="33228" y="14045"/>
                    <a:pt x="35784" y="13406"/>
                  </a:cubicBezTo>
                  <a:cubicBezTo>
                    <a:pt x="37062" y="14683"/>
                    <a:pt x="37701" y="15960"/>
                    <a:pt x="39618" y="16598"/>
                  </a:cubicBezTo>
                  <a:cubicBezTo>
                    <a:pt x="40896" y="17237"/>
                    <a:pt x="42813" y="17875"/>
                    <a:pt x="44091" y="17875"/>
                  </a:cubicBezTo>
                  <a:cubicBezTo>
                    <a:pt x="44091" y="19152"/>
                    <a:pt x="44730" y="21067"/>
                    <a:pt x="45369" y="22344"/>
                  </a:cubicBezTo>
                  <a:cubicBezTo>
                    <a:pt x="46008" y="23621"/>
                    <a:pt x="47286" y="24898"/>
                    <a:pt x="48564" y="26174"/>
                  </a:cubicBezTo>
                  <a:cubicBezTo>
                    <a:pt x="47286" y="29366"/>
                    <a:pt x="47286" y="32558"/>
                    <a:pt x="48564" y="35750"/>
                  </a:cubicBezTo>
                  <a:cubicBezTo>
                    <a:pt x="47286" y="37027"/>
                    <a:pt x="46647" y="37666"/>
                    <a:pt x="45369" y="38942"/>
                  </a:cubicBezTo>
                  <a:cubicBezTo>
                    <a:pt x="44730" y="40219"/>
                    <a:pt x="44091" y="41496"/>
                    <a:pt x="44091" y="43411"/>
                  </a:cubicBezTo>
                  <a:cubicBezTo>
                    <a:pt x="42813" y="43411"/>
                    <a:pt x="40896" y="44050"/>
                    <a:pt x="39618" y="44688"/>
                  </a:cubicBezTo>
                  <a:cubicBezTo>
                    <a:pt x="38340" y="45326"/>
                    <a:pt x="37062" y="46603"/>
                    <a:pt x="35784" y="47880"/>
                  </a:cubicBezTo>
                  <a:cubicBezTo>
                    <a:pt x="32589" y="47242"/>
                    <a:pt x="29394" y="47242"/>
                    <a:pt x="26838" y="47880"/>
                  </a:cubicBezTo>
                  <a:cubicBezTo>
                    <a:pt x="24921" y="45326"/>
                    <a:pt x="21726" y="44050"/>
                    <a:pt x="19170" y="43411"/>
                  </a:cubicBezTo>
                  <a:cubicBezTo>
                    <a:pt x="19170" y="42134"/>
                    <a:pt x="18531" y="40219"/>
                    <a:pt x="17892" y="38942"/>
                  </a:cubicBezTo>
                  <a:cubicBezTo>
                    <a:pt x="17253" y="37666"/>
                    <a:pt x="15975" y="36389"/>
                    <a:pt x="14697" y="35750"/>
                  </a:cubicBezTo>
                  <a:cubicBezTo>
                    <a:pt x="15336" y="32558"/>
                    <a:pt x="15336" y="29366"/>
                    <a:pt x="14058" y="26174"/>
                  </a:cubicBezTo>
                  <a:lnTo>
                    <a:pt x="14058" y="26174"/>
                  </a:lnTo>
                  <a:close/>
                  <a:moveTo>
                    <a:pt x="35145" y="65117"/>
                  </a:moveTo>
                  <a:cubicBezTo>
                    <a:pt x="34506" y="64478"/>
                    <a:pt x="33228" y="64478"/>
                    <a:pt x="32589" y="63840"/>
                  </a:cubicBezTo>
                  <a:lnTo>
                    <a:pt x="30672" y="63840"/>
                  </a:lnTo>
                  <a:cubicBezTo>
                    <a:pt x="29394" y="63840"/>
                    <a:pt x="28755" y="64478"/>
                    <a:pt x="28116" y="65117"/>
                  </a:cubicBezTo>
                  <a:lnTo>
                    <a:pt x="26199" y="66394"/>
                  </a:lnTo>
                  <a:lnTo>
                    <a:pt x="26199" y="61925"/>
                  </a:lnTo>
                  <a:cubicBezTo>
                    <a:pt x="27477" y="61925"/>
                    <a:pt x="28755" y="61286"/>
                    <a:pt x="30033" y="60648"/>
                  </a:cubicBezTo>
                  <a:lnTo>
                    <a:pt x="31950" y="60010"/>
                  </a:lnTo>
                  <a:cubicBezTo>
                    <a:pt x="32589" y="60010"/>
                    <a:pt x="33228" y="60010"/>
                    <a:pt x="33867" y="60648"/>
                  </a:cubicBezTo>
                  <a:cubicBezTo>
                    <a:pt x="35145" y="61286"/>
                    <a:pt x="36423" y="61286"/>
                    <a:pt x="37701" y="61925"/>
                  </a:cubicBezTo>
                  <a:lnTo>
                    <a:pt x="37701" y="67032"/>
                  </a:lnTo>
                  <a:lnTo>
                    <a:pt x="35145" y="65117"/>
                  </a:lnTo>
                  <a:close/>
                </a:path>
              </a:pathLst>
            </a:custGeom>
            <a:solidFill>
              <a:srgbClr val="26890D"/>
            </a:solidFill>
            <a:ln w="6390" cap="flat">
              <a:noFill/>
              <a:prstDash val="solid"/>
              <a:miter/>
            </a:ln>
          </p:spPr>
          <p:txBody>
            <a:bodyPr rtlCol="0" anchor="ctr"/>
            <a:lstStyle/>
            <a:p>
              <a:endParaRPr lang="en-US"/>
            </a:p>
          </p:txBody>
        </p:sp>
        <p:sp>
          <p:nvSpPr>
            <p:cNvPr id="627" name="Graphic 4">
              <a:extLst>
                <a:ext uri="{FF2B5EF4-FFF2-40B4-BE49-F238E27FC236}">
                  <a16:creationId xmlns:a16="http://schemas.microsoft.com/office/drawing/2014/main" id="{9FC82CF2-6A45-FE4C-8D06-20F3BB7F54BF}"/>
                </a:ext>
              </a:extLst>
            </p:cNvPr>
            <p:cNvSpPr/>
            <p:nvPr/>
          </p:nvSpPr>
          <p:spPr>
            <a:xfrm>
              <a:off x="682445" y="4964985"/>
              <a:ext cx="28115" cy="28089"/>
            </a:xfrm>
            <a:custGeom>
              <a:avLst/>
              <a:gdLst>
                <a:gd name="connsiteX0" fmla="*/ 14058 w 28115"/>
                <a:gd name="connsiteY0" fmla="*/ 28090 h 28089"/>
                <a:gd name="connsiteX1" fmla="*/ 28116 w 28115"/>
                <a:gd name="connsiteY1" fmla="*/ 14045 h 28089"/>
                <a:gd name="connsiteX2" fmla="*/ 14058 w 28115"/>
                <a:gd name="connsiteY2" fmla="*/ 0 h 28089"/>
                <a:gd name="connsiteX3" fmla="*/ 0 w 28115"/>
                <a:gd name="connsiteY3" fmla="*/ 14045 h 28089"/>
                <a:gd name="connsiteX4" fmla="*/ 0 w 28115"/>
                <a:gd name="connsiteY4" fmla="*/ 14045 h 28089"/>
                <a:gd name="connsiteX5" fmla="*/ 14058 w 28115"/>
                <a:gd name="connsiteY5" fmla="*/ 28090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115" h="28089">
                  <a:moveTo>
                    <a:pt x="14058" y="28090"/>
                  </a:moveTo>
                  <a:cubicBezTo>
                    <a:pt x="21726" y="28090"/>
                    <a:pt x="28116" y="21706"/>
                    <a:pt x="28116" y="14045"/>
                  </a:cubicBezTo>
                  <a:cubicBezTo>
                    <a:pt x="28116" y="6384"/>
                    <a:pt x="21726" y="0"/>
                    <a:pt x="14058" y="0"/>
                  </a:cubicBezTo>
                  <a:cubicBezTo>
                    <a:pt x="6390" y="0"/>
                    <a:pt x="0" y="6384"/>
                    <a:pt x="0" y="14045"/>
                  </a:cubicBezTo>
                  <a:cubicBezTo>
                    <a:pt x="0" y="14045"/>
                    <a:pt x="0" y="14045"/>
                    <a:pt x="0" y="14045"/>
                  </a:cubicBezTo>
                  <a:cubicBezTo>
                    <a:pt x="0" y="21706"/>
                    <a:pt x="6390" y="28090"/>
                    <a:pt x="14058" y="28090"/>
                  </a:cubicBezTo>
                  <a:close/>
                </a:path>
              </a:pathLst>
            </a:custGeom>
            <a:solidFill>
              <a:srgbClr val="26890D"/>
            </a:solidFill>
            <a:ln w="6390" cap="flat">
              <a:noFill/>
              <a:prstDash val="solid"/>
              <a:miter/>
            </a:ln>
          </p:spPr>
          <p:txBody>
            <a:bodyPr rtlCol="0" anchor="ctr"/>
            <a:lstStyle/>
            <a:p>
              <a:endParaRPr lang="en-US"/>
            </a:p>
          </p:txBody>
        </p:sp>
        <p:sp>
          <p:nvSpPr>
            <p:cNvPr id="628" name="Graphic 4">
              <a:extLst>
                <a:ext uri="{FF2B5EF4-FFF2-40B4-BE49-F238E27FC236}">
                  <a16:creationId xmlns:a16="http://schemas.microsoft.com/office/drawing/2014/main" id="{53695816-1D30-AE49-A593-A40AC981BBA9}"/>
                </a:ext>
              </a:extLst>
            </p:cNvPr>
            <p:cNvSpPr/>
            <p:nvPr/>
          </p:nvSpPr>
          <p:spPr>
            <a:xfrm>
              <a:off x="562314" y="4923489"/>
              <a:ext cx="172528" cy="12767"/>
            </a:xfrm>
            <a:custGeom>
              <a:avLst/>
              <a:gdLst>
                <a:gd name="connsiteX0" fmla="*/ 6390 w 172528"/>
                <a:gd name="connsiteY0" fmla="*/ 12768 h 12767"/>
                <a:gd name="connsiteX1" fmla="*/ 166138 w 172528"/>
                <a:gd name="connsiteY1" fmla="*/ 12768 h 12767"/>
                <a:gd name="connsiteX2" fmla="*/ 172528 w 172528"/>
                <a:gd name="connsiteY2" fmla="*/ 6384 h 12767"/>
                <a:gd name="connsiteX3" fmla="*/ 166138 w 172528"/>
                <a:gd name="connsiteY3" fmla="*/ 0 h 12767"/>
                <a:gd name="connsiteX4" fmla="*/ 6390 w 172528"/>
                <a:gd name="connsiteY4" fmla="*/ 0 h 12767"/>
                <a:gd name="connsiteX5" fmla="*/ 0 w 172528"/>
                <a:gd name="connsiteY5" fmla="*/ 6384 h 12767"/>
                <a:gd name="connsiteX6" fmla="*/ 6390 w 172528"/>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528" h="12767">
                  <a:moveTo>
                    <a:pt x="6390" y="12768"/>
                  </a:moveTo>
                  <a:lnTo>
                    <a:pt x="166138" y="12768"/>
                  </a:lnTo>
                  <a:cubicBezTo>
                    <a:pt x="169972" y="12768"/>
                    <a:pt x="172528" y="10215"/>
                    <a:pt x="172528" y="6384"/>
                  </a:cubicBezTo>
                  <a:cubicBezTo>
                    <a:pt x="172528" y="2554"/>
                    <a:pt x="169972" y="0"/>
                    <a:pt x="166138" y="0"/>
                  </a:cubicBezTo>
                  <a:lnTo>
                    <a:pt x="6390" y="0"/>
                  </a:lnTo>
                  <a:cubicBezTo>
                    <a:pt x="2556" y="0"/>
                    <a:pt x="0" y="2554"/>
                    <a:pt x="0" y="6384"/>
                  </a:cubicBezTo>
                  <a:cubicBezTo>
                    <a:pt x="0" y="10215"/>
                    <a:pt x="2556" y="12768"/>
                    <a:pt x="6390" y="12768"/>
                  </a:cubicBezTo>
                  <a:close/>
                </a:path>
              </a:pathLst>
            </a:custGeom>
            <a:solidFill>
              <a:srgbClr val="26890D"/>
            </a:solidFill>
            <a:ln w="6390" cap="flat">
              <a:noFill/>
              <a:prstDash val="solid"/>
              <a:miter/>
            </a:ln>
          </p:spPr>
          <p:txBody>
            <a:bodyPr rtlCol="0" anchor="ctr"/>
            <a:lstStyle/>
            <a:p>
              <a:endParaRPr lang="en-US"/>
            </a:p>
          </p:txBody>
        </p:sp>
        <p:sp>
          <p:nvSpPr>
            <p:cNvPr id="629" name="Graphic 4">
              <a:extLst>
                <a:ext uri="{FF2B5EF4-FFF2-40B4-BE49-F238E27FC236}">
                  <a16:creationId xmlns:a16="http://schemas.microsoft.com/office/drawing/2014/main" id="{EE3391BF-3755-5347-9009-E2C96956D63A}"/>
                </a:ext>
              </a:extLst>
            </p:cNvPr>
            <p:cNvSpPr/>
            <p:nvPr/>
          </p:nvSpPr>
          <p:spPr>
            <a:xfrm>
              <a:off x="562314" y="4963708"/>
              <a:ext cx="80513" cy="12767"/>
            </a:xfrm>
            <a:custGeom>
              <a:avLst/>
              <a:gdLst>
                <a:gd name="connsiteX0" fmla="*/ 74123 w 80513"/>
                <a:gd name="connsiteY0" fmla="*/ 0 h 12767"/>
                <a:gd name="connsiteX1" fmla="*/ 6390 w 80513"/>
                <a:gd name="connsiteY1" fmla="*/ 0 h 12767"/>
                <a:gd name="connsiteX2" fmla="*/ 0 w 80513"/>
                <a:gd name="connsiteY2" fmla="*/ 6384 h 12767"/>
                <a:gd name="connsiteX3" fmla="*/ 6390 w 80513"/>
                <a:gd name="connsiteY3" fmla="*/ 12768 h 12767"/>
                <a:gd name="connsiteX4" fmla="*/ 74123 w 80513"/>
                <a:gd name="connsiteY4" fmla="*/ 12768 h 12767"/>
                <a:gd name="connsiteX5" fmla="*/ 80513 w 80513"/>
                <a:gd name="connsiteY5" fmla="*/ 6384 h 12767"/>
                <a:gd name="connsiteX6" fmla="*/ 74123 w 80513"/>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513" h="12767">
                  <a:moveTo>
                    <a:pt x="74123" y="0"/>
                  </a:moveTo>
                  <a:lnTo>
                    <a:pt x="6390" y="0"/>
                  </a:lnTo>
                  <a:cubicBezTo>
                    <a:pt x="2556" y="0"/>
                    <a:pt x="0" y="2553"/>
                    <a:pt x="0" y="6384"/>
                  </a:cubicBezTo>
                  <a:cubicBezTo>
                    <a:pt x="0" y="10214"/>
                    <a:pt x="2556" y="12768"/>
                    <a:pt x="6390" y="12768"/>
                  </a:cubicBezTo>
                  <a:lnTo>
                    <a:pt x="74123" y="12768"/>
                  </a:lnTo>
                  <a:cubicBezTo>
                    <a:pt x="77957" y="12768"/>
                    <a:pt x="80513" y="10214"/>
                    <a:pt x="80513" y="6384"/>
                  </a:cubicBezTo>
                  <a:cubicBezTo>
                    <a:pt x="80513" y="2553"/>
                    <a:pt x="77318" y="0"/>
                    <a:pt x="74123" y="0"/>
                  </a:cubicBezTo>
                  <a:close/>
                </a:path>
              </a:pathLst>
            </a:custGeom>
            <a:solidFill>
              <a:srgbClr val="26890D"/>
            </a:solidFill>
            <a:ln w="6390" cap="flat">
              <a:noFill/>
              <a:prstDash val="solid"/>
              <a:miter/>
            </a:ln>
          </p:spPr>
          <p:txBody>
            <a:bodyPr rtlCol="0" anchor="ctr"/>
            <a:lstStyle/>
            <a:p>
              <a:endParaRPr lang="en-US"/>
            </a:p>
          </p:txBody>
        </p:sp>
        <p:sp>
          <p:nvSpPr>
            <p:cNvPr id="630" name="Graphic 4">
              <a:extLst>
                <a:ext uri="{FF2B5EF4-FFF2-40B4-BE49-F238E27FC236}">
                  <a16:creationId xmlns:a16="http://schemas.microsoft.com/office/drawing/2014/main" id="{6DF2B5B9-C29E-0D4E-BFD3-FAE05774442F}"/>
                </a:ext>
              </a:extLst>
            </p:cNvPr>
            <p:cNvSpPr/>
            <p:nvPr/>
          </p:nvSpPr>
          <p:spPr>
            <a:xfrm>
              <a:off x="562314" y="4983499"/>
              <a:ext cx="80513" cy="12767"/>
            </a:xfrm>
            <a:custGeom>
              <a:avLst/>
              <a:gdLst>
                <a:gd name="connsiteX0" fmla="*/ 74123 w 80513"/>
                <a:gd name="connsiteY0" fmla="*/ 0 h 12767"/>
                <a:gd name="connsiteX1" fmla="*/ 6390 w 80513"/>
                <a:gd name="connsiteY1" fmla="*/ 0 h 12767"/>
                <a:gd name="connsiteX2" fmla="*/ 0 w 80513"/>
                <a:gd name="connsiteY2" fmla="*/ 6384 h 12767"/>
                <a:gd name="connsiteX3" fmla="*/ 6390 w 80513"/>
                <a:gd name="connsiteY3" fmla="*/ 12768 h 12767"/>
                <a:gd name="connsiteX4" fmla="*/ 74123 w 80513"/>
                <a:gd name="connsiteY4" fmla="*/ 12768 h 12767"/>
                <a:gd name="connsiteX5" fmla="*/ 80513 w 80513"/>
                <a:gd name="connsiteY5" fmla="*/ 6384 h 12767"/>
                <a:gd name="connsiteX6" fmla="*/ 74123 w 80513"/>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513" h="12767">
                  <a:moveTo>
                    <a:pt x="74123" y="0"/>
                  </a:moveTo>
                  <a:lnTo>
                    <a:pt x="6390" y="0"/>
                  </a:lnTo>
                  <a:cubicBezTo>
                    <a:pt x="2556" y="0"/>
                    <a:pt x="0" y="2554"/>
                    <a:pt x="0" y="6384"/>
                  </a:cubicBezTo>
                  <a:cubicBezTo>
                    <a:pt x="0" y="10214"/>
                    <a:pt x="2556" y="12768"/>
                    <a:pt x="6390" y="12768"/>
                  </a:cubicBezTo>
                  <a:lnTo>
                    <a:pt x="74123" y="12768"/>
                  </a:lnTo>
                  <a:cubicBezTo>
                    <a:pt x="77957" y="12768"/>
                    <a:pt x="80513" y="10214"/>
                    <a:pt x="80513" y="6384"/>
                  </a:cubicBezTo>
                  <a:cubicBezTo>
                    <a:pt x="80513" y="2554"/>
                    <a:pt x="77318" y="0"/>
                    <a:pt x="74123" y="0"/>
                  </a:cubicBezTo>
                  <a:close/>
                </a:path>
              </a:pathLst>
            </a:custGeom>
            <a:solidFill>
              <a:srgbClr val="26890D"/>
            </a:solidFill>
            <a:ln w="6390" cap="flat">
              <a:noFill/>
              <a:prstDash val="solid"/>
              <a:miter/>
            </a:ln>
          </p:spPr>
          <p:txBody>
            <a:bodyPr rtlCol="0" anchor="ctr"/>
            <a:lstStyle/>
            <a:p>
              <a:endParaRPr lang="en-US"/>
            </a:p>
          </p:txBody>
        </p:sp>
        <p:sp>
          <p:nvSpPr>
            <p:cNvPr id="631" name="Graphic 4">
              <a:extLst>
                <a:ext uri="{FF2B5EF4-FFF2-40B4-BE49-F238E27FC236}">
                  <a16:creationId xmlns:a16="http://schemas.microsoft.com/office/drawing/2014/main" id="{7A364663-2F69-3143-86E3-D4672278A5C8}"/>
                </a:ext>
              </a:extLst>
            </p:cNvPr>
            <p:cNvSpPr/>
            <p:nvPr/>
          </p:nvSpPr>
          <p:spPr>
            <a:xfrm>
              <a:off x="562314" y="5002651"/>
              <a:ext cx="80513" cy="12767"/>
            </a:xfrm>
            <a:custGeom>
              <a:avLst/>
              <a:gdLst>
                <a:gd name="connsiteX0" fmla="*/ 74123 w 80513"/>
                <a:gd name="connsiteY0" fmla="*/ 0 h 12767"/>
                <a:gd name="connsiteX1" fmla="*/ 6390 w 80513"/>
                <a:gd name="connsiteY1" fmla="*/ 0 h 12767"/>
                <a:gd name="connsiteX2" fmla="*/ 0 w 80513"/>
                <a:gd name="connsiteY2" fmla="*/ 6384 h 12767"/>
                <a:gd name="connsiteX3" fmla="*/ 6390 w 80513"/>
                <a:gd name="connsiteY3" fmla="*/ 12768 h 12767"/>
                <a:gd name="connsiteX4" fmla="*/ 74123 w 80513"/>
                <a:gd name="connsiteY4" fmla="*/ 12768 h 12767"/>
                <a:gd name="connsiteX5" fmla="*/ 80513 w 80513"/>
                <a:gd name="connsiteY5" fmla="*/ 6384 h 12767"/>
                <a:gd name="connsiteX6" fmla="*/ 74123 w 80513"/>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513" h="12767">
                  <a:moveTo>
                    <a:pt x="74123" y="0"/>
                  </a:moveTo>
                  <a:lnTo>
                    <a:pt x="6390" y="0"/>
                  </a:lnTo>
                  <a:cubicBezTo>
                    <a:pt x="2556" y="0"/>
                    <a:pt x="0" y="2554"/>
                    <a:pt x="0" y="6384"/>
                  </a:cubicBezTo>
                  <a:cubicBezTo>
                    <a:pt x="0" y="10214"/>
                    <a:pt x="2556" y="12768"/>
                    <a:pt x="6390" y="12768"/>
                  </a:cubicBezTo>
                  <a:lnTo>
                    <a:pt x="74123" y="12768"/>
                  </a:lnTo>
                  <a:cubicBezTo>
                    <a:pt x="77957" y="12768"/>
                    <a:pt x="80513" y="10214"/>
                    <a:pt x="80513" y="6384"/>
                  </a:cubicBezTo>
                  <a:cubicBezTo>
                    <a:pt x="80513" y="2554"/>
                    <a:pt x="77318" y="0"/>
                    <a:pt x="74123" y="0"/>
                  </a:cubicBezTo>
                  <a:close/>
                </a:path>
              </a:pathLst>
            </a:custGeom>
            <a:solidFill>
              <a:srgbClr val="26890D"/>
            </a:solidFill>
            <a:ln w="6390" cap="flat">
              <a:noFill/>
              <a:prstDash val="solid"/>
              <a:miter/>
            </a:ln>
          </p:spPr>
          <p:txBody>
            <a:bodyPr rtlCol="0" anchor="ctr"/>
            <a:lstStyle/>
            <a:p>
              <a:endParaRPr lang="en-US"/>
            </a:p>
          </p:txBody>
        </p:sp>
      </p:grpSp>
      <p:sp>
        <p:nvSpPr>
          <p:cNvPr id="632" name="Graphic 4">
            <a:extLst>
              <a:ext uri="{FF2B5EF4-FFF2-40B4-BE49-F238E27FC236}">
                <a16:creationId xmlns:a16="http://schemas.microsoft.com/office/drawing/2014/main" id="{DBF5BA88-A5E8-584F-9EF6-F150A7DCC01B}"/>
              </a:ext>
            </a:extLst>
          </p:cNvPr>
          <p:cNvSpPr>
            <a:spLocks noChangeAspect="1"/>
          </p:cNvSpPr>
          <p:nvPr/>
        </p:nvSpPr>
        <p:spPr>
          <a:xfrm>
            <a:off x="905454" y="4793256"/>
            <a:ext cx="362309" cy="361971"/>
          </a:xfrm>
          <a:custGeom>
            <a:avLst/>
            <a:gdLst>
              <a:gd name="connsiteX0" fmla="*/ 227482 w 362309"/>
              <a:gd name="connsiteY0" fmla="*/ 215779 h 361971"/>
              <a:gd name="connsiteX1" fmla="*/ 223648 w 362309"/>
              <a:gd name="connsiteY1" fmla="*/ 217055 h 361971"/>
              <a:gd name="connsiteX2" fmla="*/ 223648 w 362309"/>
              <a:gd name="connsiteY2" fmla="*/ 221524 h 361971"/>
              <a:gd name="connsiteX3" fmla="*/ 225565 w 362309"/>
              <a:gd name="connsiteY3" fmla="*/ 220247 h 361971"/>
              <a:gd name="connsiteX4" fmla="*/ 228121 w 362309"/>
              <a:gd name="connsiteY4" fmla="*/ 218971 h 361971"/>
              <a:gd name="connsiteX5" fmla="*/ 230038 w 362309"/>
              <a:gd name="connsiteY5" fmla="*/ 218971 h 361971"/>
              <a:gd name="connsiteX6" fmla="*/ 232594 w 362309"/>
              <a:gd name="connsiteY6" fmla="*/ 220247 h 361971"/>
              <a:gd name="connsiteX7" fmla="*/ 234511 w 362309"/>
              <a:gd name="connsiteY7" fmla="*/ 221524 h 361971"/>
              <a:gd name="connsiteX8" fmla="*/ 234511 w 362309"/>
              <a:gd name="connsiteY8" fmla="*/ 216417 h 361971"/>
              <a:gd name="connsiteX9" fmla="*/ 230677 w 362309"/>
              <a:gd name="connsiteY9" fmla="*/ 215140 h 361971"/>
              <a:gd name="connsiteX10" fmla="*/ 228760 w 362309"/>
              <a:gd name="connsiteY10" fmla="*/ 214502 h 361971"/>
              <a:gd name="connsiteX11" fmla="*/ 227482 w 362309"/>
              <a:gd name="connsiteY11" fmla="*/ 215779 h 361971"/>
              <a:gd name="connsiteX12" fmla="*/ 215341 w 362309"/>
              <a:gd name="connsiteY12" fmla="*/ 185774 h 361971"/>
              <a:gd name="connsiteX13" fmla="*/ 229399 w 362309"/>
              <a:gd name="connsiteY13" fmla="*/ 171729 h 361971"/>
              <a:gd name="connsiteX14" fmla="*/ 243457 w 362309"/>
              <a:gd name="connsiteY14" fmla="*/ 185774 h 361971"/>
              <a:gd name="connsiteX15" fmla="*/ 229399 w 362309"/>
              <a:gd name="connsiteY15" fmla="*/ 199819 h 361971"/>
              <a:gd name="connsiteX16" fmla="*/ 215341 w 362309"/>
              <a:gd name="connsiteY16" fmla="*/ 185774 h 361971"/>
              <a:gd name="connsiteX17" fmla="*/ 215341 w 362309"/>
              <a:gd name="connsiteY17" fmla="*/ 185774 h 361971"/>
              <a:gd name="connsiteX18" fmla="*/ 212785 w 362309"/>
              <a:gd name="connsiteY18" fmla="*/ 185774 h 361971"/>
              <a:gd name="connsiteX19" fmla="*/ 212146 w 362309"/>
              <a:gd name="connsiteY19" fmla="*/ 190243 h 361971"/>
              <a:gd name="connsiteX20" fmla="*/ 215341 w 362309"/>
              <a:gd name="connsiteY20" fmla="*/ 193435 h 361971"/>
              <a:gd name="connsiteX21" fmla="*/ 220453 w 362309"/>
              <a:gd name="connsiteY21" fmla="*/ 199819 h 361971"/>
              <a:gd name="connsiteX22" fmla="*/ 221731 w 362309"/>
              <a:gd name="connsiteY22" fmla="*/ 199819 h 361971"/>
              <a:gd name="connsiteX23" fmla="*/ 225565 w 362309"/>
              <a:gd name="connsiteY23" fmla="*/ 203011 h 361971"/>
              <a:gd name="connsiteX24" fmla="*/ 234511 w 362309"/>
              <a:gd name="connsiteY24" fmla="*/ 203011 h 361971"/>
              <a:gd name="connsiteX25" fmla="*/ 238345 w 362309"/>
              <a:gd name="connsiteY25" fmla="*/ 199819 h 361971"/>
              <a:gd name="connsiteX26" fmla="*/ 242818 w 362309"/>
              <a:gd name="connsiteY26" fmla="*/ 198542 h 361971"/>
              <a:gd name="connsiteX27" fmla="*/ 244096 w 362309"/>
              <a:gd name="connsiteY27" fmla="*/ 194073 h 361971"/>
              <a:gd name="connsiteX28" fmla="*/ 247291 w 362309"/>
              <a:gd name="connsiteY28" fmla="*/ 190881 h 361971"/>
              <a:gd name="connsiteX29" fmla="*/ 247291 w 362309"/>
              <a:gd name="connsiteY29" fmla="*/ 181305 h 361971"/>
              <a:gd name="connsiteX30" fmla="*/ 244096 w 362309"/>
              <a:gd name="connsiteY30" fmla="*/ 177475 h 361971"/>
              <a:gd name="connsiteX31" fmla="*/ 242818 w 362309"/>
              <a:gd name="connsiteY31" fmla="*/ 173006 h 361971"/>
              <a:gd name="connsiteX32" fmla="*/ 238345 w 362309"/>
              <a:gd name="connsiteY32" fmla="*/ 171729 h 361971"/>
              <a:gd name="connsiteX33" fmla="*/ 234511 w 362309"/>
              <a:gd name="connsiteY33" fmla="*/ 168537 h 361971"/>
              <a:gd name="connsiteX34" fmla="*/ 225565 w 362309"/>
              <a:gd name="connsiteY34" fmla="*/ 168537 h 361971"/>
              <a:gd name="connsiteX35" fmla="*/ 221731 w 362309"/>
              <a:gd name="connsiteY35" fmla="*/ 171729 h 361971"/>
              <a:gd name="connsiteX36" fmla="*/ 217258 w 362309"/>
              <a:gd name="connsiteY36" fmla="*/ 173006 h 361971"/>
              <a:gd name="connsiteX37" fmla="*/ 215980 w 362309"/>
              <a:gd name="connsiteY37" fmla="*/ 177475 h 361971"/>
              <a:gd name="connsiteX38" fmla="*/ 212785 w 362309"/>
              <a:gd name="connsiteY38" fmla="*/ 181305 h 361971"/>
              <a:gd name="connsiteX39" fmla="*/ 212785 w 362309"/>
              <a:gd name="connsiteY39" fmla="*/ 185774 h 361971"/>
              <a:gd name="connsiteX40" fmla="*/ 94571 w 362309"/>
              <a:gd name="connsiteY40" fmla="*/ 136617 h 361971"/>
              <a:gd name="connsiteX41" fmla="*/ 100961 w 362309"/>
              <a:gd name="connsiteY41" fmla="*/ 130233 h 361971"/>
              <a:gd name="connsiteX42" fmla="*/ 260709 w 362309"/>
              <a:gd name="connsiteY42" fmla="*/ 130233 h 361971"/>
              <a:gd name="connsiteX43" fmla="*/ 267099 w 362309"/>
              <a:gd name="connsiteY43" fmla="*/ 136617 h 361971"/>
              <a:gd name="connsiteX44" fmla="*/ 260709 w 362309"/>
              <a:gd name="connsiteY44" fmla="*/ 143001 h 361971"/>
              <a:gd name="connsiteX45" fmla="*/ 100961 w 362309"/>
              <a:gd name="connsiteY45" fmla="*/ 143001 h 361971"/>
              <a:gd name="connsiteX46" fmla="*/ 94571 w 362309"/>
              <a:gd name="connsiteY46" fmla="*/ 136617 h 361971"/>
              <a:gd name="connsiteX47" fmla="*/ 94571 w 362309"/>
              <a:gd name="connsiteY47" fmla="*/ 176836 h 361971"/>
              <a:gd name="connsiteX48" fmla="*/ 100961 w 362309"/>
              <a:gd name="connsiteY48" fmla="*/ 170452 h 361971"/>
              <a:gd name="connsiteX49" fmla="*/ 168694 w 362309"/>
              <a:gd name="connsiteY49" fmla="*/ 170452 h 361971"/>
              <a:gd name="connsiteX50" fmla="*/ 175084 w 362309"/>
              <a:gd name="connsiteY50" fmla="*/ 176836 h 361971"/>
              <a:gd name="connsiteX51" fmla="*/ 168694 w 362309"/>
              <a:gd name="connsiteY51" fmla="*/ 183220 h 361971"/>
              <a:gd name="connsiteX52" fmla="*/ 100961 w 362309"/>
              <a:gd name="connsiteY52" fmla="*/ 183220 h 361971"/>
              <a:gd name="connsiteX53" fmla="*/ 94571 w 362309"/>
              <a:gd name="connsiteY53" fmla="*/ 176836 h 361971"/>
              <a:gd name="connsiteX54" fmla="*/ 94571 w 362309"/>
              <a:gd name="connsiteY54" fmla="*/ 195988 h 361971"/>
              <a:gd name="connsiteX55" fmla="*/ 100961 w 362309"/>
              <a:gd name="connsiteY55" fmla="*/ 189604 h 361971"/>
              <a:gd name="connsiteX56" fmla="*/ 168694 w 362309"/>
              <a:gd name="connsiteY56" fmla="*/ 189604 h 361971"/>
              <a:gd name="connsiteX57" fmla="*/ 175084 w 362309"/>
              <a:gd name="connsiteY57" fmla="*/ 195988 h 361971"/>
              <a:gd name="connsiteX58" fmla="*/ 168694 w 362309"/>
              <a:gd name="connsiteY58" fmla="*/ 202372 h 361971"/>
              <a:gd name="connsiteX59" fmla="*/ 100961 w 362309"/>
              <a:gd name="connsiteY59" fmla="*/ 202372 h 361971"/>
              <a:gd name="connsiteX60" fmla="*/ 94571 w 362309"/>
              <a:gd name="connsiteY60" fmla="*/ 195988 h 361971"/>
              <a:gd name="connsiteX61" fmla="*/ 94571 w 362309"/>
              <a:gd name="connsiteY61" fmla="*/ 215779 h 361971"/>
              <a:gd name="connsiteX62" fmla="*/ 100961 w 362309"/>
              <a:gd name="connsiteY62" fmla="*/ 209395 h 361971"/>
              <a:gd name="connsiteX63" fmla="*/ 168694 w 362309"/>
              <a:gd name="connsiteY63" fmla="*/ 209395 h 361971"/>
              <a:gd name="connsiteX64" fmla="*/ 175084 w 362309"/>
              <a:gd name="connsiteY64" fmla="*/ 215779 h 361971"/>
              <a:gd name="connsiteX65" fmla="*/ 168694 w 362309"/>
              <a:gd name="connsiteY65" fmla="*/ 222163 h 361971"/>
              <a:gd name="connsiteX66" fmla="*/ 100961 w 362309"/>
              <a:gd name="connsiteY66" fmla="*/ 222163 h 361971"/>
              <a:gd name="connsiteX67" fmla="*/ 94571 w 362309"/>
              <a:gd name="connsiteY67" fmla="*/ 215779 h 361971"/>
              <a:gd name="connsiteX68" fmla="*/ 200005 w 362309"/>
              <a:gd name="connsiteY68" fmla="*/ 185774 h 361971"/>
              <a:gd name="connsiteX69" fmla="*/ 199366 w 362309"/>
              <a:gd name="connsiteY69" fmla="*/ 183859 h 361971"/>
              <a:gd name="connsiteX70" fmla="*/ 198088 w 362309"/>
              <a:gd name="connsiteY70" fmla="*/ 178752 h 361971"/>
              <a:gd name="connsiteX71" fmla="*/ 198727 w 362309"/>
              <a:gd name="connsiteY71" fmla="*/ 176198 h 361971"/>
              <a:gd name="connsiteX72" fmla="*/ 202561 w 362309"/>
              <a:gd name="connsiteY72" fmla="*/ 172368 h 361971"/>
              <a:gd name="connsiteX73" fmla="*/ 203839 w 362309"/>
              <a:gd name="connsiteY73" fmla="*/ 171091 h 361971"/>
              <a:gd name="connsiteX74" fmla="*/ 203839 w 362309"/>
              <a:gd name="connsiteY74" fmla="*/ 169176 h 361971"/>
              <a:gd name="connsiteX75" fmla="*/ 205117 w 362309"/>
              <a:gd name="connsiteY75" fmla="*/ 164068 h 361971"/>
              <a:gd name="connsiteX76" fmla="*/ 207034 w 362309"/>
              <a:gd name="connsiteY76" fmla="*/ 162153 h 361971"/>
              <a:gd name="connsiteX77" fmla="*/ 212146 w 362309"/>
              <a:gd name="connsiteY77" fmla="*/ 160876 h 361971"/>
              <a:gd name="connsiteX78" fmla="*/ 212785 w 362309"/>
              <a:gd name="connsiteY78" fmla="*/ 160876 h 361971"/>
              <a:gd name="connsiteX79" fmla="*/ 214063 w 362309"/>
              <a:gd name="connsiteY79" fmla="*/ 160876 h 361971"/>
              <a:gd name="connsiteX80" fmla="*/ 214702 w 362309"/>
              <a:gd name="connsiteY80" fmla="*/ 159600 h 361971"/>
              <a:gd name="connsiteX81" fmla="*/ 221731 w 362309"/>
              <a:gd name="connsiteY81" fmla="*/ 155131 h 361971"/>
              <a:gd name="connsiteX82" fmla="*/ 226843 w 362309"/>
              <a:gd name="connsiteY82" fmla="*/ 156408 h 361971"/>
              <a:gd name="connsiteX83" fmla="*/ 228760 w 362309"/>
              <a:gd name="connsiteY83" fmla="*/ 157046 h 361971"/>
              <a:gd name="connsiteX84" fmla="*/ 230677 w 362309"/>
              <a:gd name="connsiteY84" fmla="*/ 156408 h 361971"/>
              <a:gd name="connsiteX85" fmla="*/ 235789 w 362309"/>
              <a:gd name="connsiteY85" fmla="*/ 155131 h 361971"/>
              <a:gd name="connsiteX86" fmla="*/ 238345 w 362309"/>
              <a:gd name="connsiteY86" fmla="*/ 155769 h 361971"/>
              <a:gd name="connsiteX87" fmla="*/ 242179 w 362309"/>
              <a:gd name="connsiteY87" fmla="*/ 160238 h 361971"/>
              <a:gd name="connsiteX88" fmla="*/ 243457 w 362309"/>
              <a:gd name="connsiteY88" fmla="*/ 161515 h 361971"/>
              <a:gd name="connsiteX89" fmla="*/ 245374 w 362309"/>
              <a:gd name="connsiteY89" fmla="*/ 161515 h 361971"/>
              <a:gd name="connsiteX90" fmla="*/ 250486 w 362309"/>
              <a:gd name="connsiteY90" fmla="*/ 162792 h 361971"/>
              <a:gd name="connsiteX91" fmla="*/ 252403 w 362309"/>
              <a:gd name="connsiteY91" fmla="*/ 164707 h 361971"/>
              <a:gd name="connsiteX92" fmla="*/ 253680 w 362309"/>
              <a:gd name="connsiteY92" fmla="*/ 169814 h 361971"/>
              <a:gd name="connsiteX93" fmla="*/ 253680 w 362309"/>
              <a:gd name="connsiteY93" fmla="*/ 171729 h 361971"/>
              <a:gd name="connsiteX94" fmla="*/ 254959 w 362309"/>
              <a:gd name="connsiteY94" fmla="*/ 173006 h 361971"/>
              <a:gd name="connsiteX95" fmla="*/ 258792 w 362309"/>
              <a:gd name="connsiteY95" fmla="*/ 176836 h 361971"/>
              <a:gd name="connsiteX96" fmla="*/ 259431 w 362309"/>
              <a:gd name="connsiteY96" fmla="*/ 179390 h 361971"/>
              <a:gd name="connsiteX97" fmla="*/ 258154 w 362309"/>
              <a:gd name="connsiteY97" fmla="*/ 184497 h 361971"/>
              <a:gd name="connsiteX98" fmla="*/ 257514 w 362309"/>
              <a:gd name="connsiteY98" fmla="*/ 186412 h 361971"/>
              <a:gd name="connsiteX99" fmla="*/ 258154 w 362309"/>
              <a:gd name="connsiteY99" fmla="*/ 188327 h 361971"/>
              <a:gd name="connsiteX100" fmla="*/ 259431 w 362309"/>
              <a:gd name="connsiteY100" fmla="*/ 193435 h 361971"/>
              <a:gd name="connsiteX101" fmla="*/ 258792 w 362309"/>
              <a:gd name="connsiteY101" fmla="*/ 195988 h 361971"/>
              <a:gd name="connsiteX102" fmla="*/ 254959 w 362309"/>
              <a:gd name="connsiteY102" fmla="*/ 199819 h 361971"/>
              <a:gd name="connsiteX103" fmla="*/ 254959 w 362309"/>
              <a:gd name="connsiteY103" fmla="*/ 199819 h 361971"/>
              <a:gd name="connsiteX104" fmla="*/ 253680 w 362309"/>
              <a:gd name="connsiteY104" fmla="*/ 201095 h 361971"/>
              <a:gd name="connsiteX105" fmla="*/ 253680 w 362309"/>
              <a:gd name="connsiteY105" fmla="*/ 203011 h 361971"/>
              <a:gd name="connsiteX106" fmla="*/ 252403 w 362309"/>
              <a:gd name="connsiteY106" fmla="*/ 208118 h 361971"/>
              <a:gd name="connsiteX107" fmla="*/ 250486 w 362309"/>
              <a:gd name="connsiteY107" fmla="*/ 210033 h 361971"/>
              <a:gd name="connsiteX108" fmla="*/ 246652 w 362309"/>
              <a:gd name="connsiteY108" fmla="*/ 211310 h 361971"/>
              <a:gd name="connsiteX109" fmla="*/ 246652 w 362309"/>
              <a:gd name="connsiteY109" fmla="*/ 234292 h 361971"/>
              <a:gd name="connsiteX110" fmla="*/ 243457 w 362309"/>
              <a:gd name="connsiteY110" fmla="*/ 240038 h 361971"/>
              <a:gd name="connsiteX111" fmla="*/ 240262 w 362309"/>
              <a:gd name="connsiteY111" fmla="*/ 240676 h 361971"/>
              <a:gd name="connsiteX112" fmla="*/ 236428 w 362309"/>
              <a:gd name="connsiteY112" fmla="*/ 239399 h 361971"/>
              <a:gd name="connsiteX113" fmla="*/ 228121 w 362309"/>
              <a:gd name="connsiteY113" fmla="*/ 233654 h 361971"/>
              <a:gd name="connsiteX114" fmla="*/ 219814 w 362309"/>
              <a:gd name="connsiteY114" fmla="*/ 239399 h 361971"/>
              <a:gd name="connsiteX115" fmla="*/ 210868 w 362309"/>
              <a:gd name="connsiteY115" fmla="*/ 237484 h 361971"/>
              <a:gd name="connsiteX116" fmla="*/ 209590 w 362309"/>
              <a:gd name="connsiteY116" fmla="*/ 233654 h 361971"/>
              <a:gd name="connsiteX117" fmla="*/ 209590 w 362309"/>
              <a:gd name="connsiteY117" fmla="*/ 210671 h 361971"/>
              <a:gd name="connsiteX118" fmla="*/ 206395 w 362309"/>
              <a:gd name="connsiteY118" fmla="*/ 209395 h 361971"/>
              <a:gd name="connsiteX119" fmla="*/ 204478 w 362309"/>
              <a:gd name="connsiteY119" fmla="*/ 207479 h 361971"/>
              <a:gd name="connsiteX120" fmla="*/ 203200 w 362309"/>
              <a:gd name="connsiteY120" fmla="*/ 201734 h 361971"/>
              <a:gd name="connsiteX121" fmla="*/ 203200 w 362309"/>
              <a:gd name="connsiteY121" fmla="*/ 199819 h 361971"/>
              <a:gd name="connsiteX122" fmla="*/ 201922 w 362309"/>
              <a:gd name="connsiteY122" fmla="*/ 198542 h 361971"/>
              <a:gd name="connsiteX123" fmla="*/ 198088 w 362309"/>
              <a:gd name="connsiteY123" fmla="*/ 194711 h 361971"/>
              <a:gd name="connsiteX124" fmla="*/ 197449 w 362309"/>
              <a:gd name="connsiteY124" fmla="*/ 192158 h 361971"/>
              <a:gd name="connsiteX125" fmla="*/ 198727 w 362309"/>
              <a:gd name="connsiteY125" fmla="*/ 187051 h 361971"/>
              <a:gd name="connsiteX126" fmla="*/ 200005 w 362309"/>
              <a:gd name="connsiteY126" fmla="*/ 185774 h 361971"/>
              <a:gd name="connsiteX127" fmla="*/ 84347 w 362309"/>
              <a:gd name="connsiteY127" fmla="*/ 245783 h 361971"/>
              <a:gd name="connsiteX128" fmla="*/ 277962 w 362309"/>
              <a:gd name="connsiteY128" fmla="*/ 245783 h 361971"/>
              <a:gd name="connsiteX129" fmla="*/ 277962 w 362309"/>
              <a:gd name="connsiteY129" fmla="*/ 114912 h 361971"/>
              <a:gd name="connsiteX130" fmla="*/ 84347 w 362309"/>
              <a:gd name="connsiteY130" fmla="*/ 114912 h 361971"/>
              <a:gd name="connsiteX131" fmla="*/ 84347 w 362309"/>
              <a:gd name="connsiteY131" fmla="*/ 245783 h 361971"/>
              <a:gd name="connsiteX132" fmla="*/ 290742 w 362309"/>
              <a:gd name="connsiteY132" fmla="*/ 252167 h 361971"/>
              <a:gd name="connsiteX133" fmla="*/ 284352 w 362309"/>
              <a:gd name="connsiteY133" fmla="*/ 258551 h 361971"/>
              <a:gd name="connsiteX134" fmla="*/ 77957 w 362309"/>
              <a:gd name="connsiteY134" fmla="*/ 258551 h 361971"/>
              <a:gd name="connsiteX135" fmla="*/ 71567 w 362309"/>
              <a:gd name="connsiteY135" fmla="*/ 252167 h 361971"/>
              <a:gd name="connsiteX136" fmla="*/ 71567 w 362309"/>
              <a:gd name="connsiteY136" fmla="*/ 108528 h 361971"/>
              <a:gd name="connsiteX137" fmla="*/ 77957 w 362309"/>
              <a:gd name="connsiteY137" fmla="*/ 102144 h 361971"/>
              <a:gd name="connsiteX138" fmla="*/ 284352 w 362309"/>
              <a:gd name="connsiteY138" fmla="*/ 102144 h 361971"/>
              <a:gd name="connsiteX139" fmla="*/ 290742 w 362309"/>
              <a:gd name="connsiteY139" fmla="*/ 108528 h 361971"/>
              <a:gd name="connsiteX140" fmla="*/ 290742 w 362309"/>
              <a:gd name="connsiteY140" fmla="*/ 252167 h 361971"/>
              <a:gd name="connsiteX141" fmla="*/ 362309 w 362309"/>
              <a:gd name="connsiteY141" fmla="*/ 180667 h 361971"/>
              <a:gd name="connsiteX142" fmla="*/ 180835 w 362309"/>
              <a:gd name="connsiteY142" fmla="*/ 0 h 361971"/>
              <a:gd name="connsiteX143" fmla="*/ 0 w 362309"/>
              <a:gd name="connsiteY143" fmla="*/ 181305 h 361971"/>
              <a:gd name="connsiteX144" fmla="*/ 180835 w 362309"/>
              <a:gd name="connsiteY144" fmla="*/ 361972 h 361971"/>
              <a:gd name="connsiteX145" fmla="*/ 362309 w 362309"/>
              <a:gd name="connsiteY145" fmla="*/ 180667 h 361971"/>
              <a:gd name="connsiteX146" fmla="*/ 362309 w 362309"/>
              <a:gd name="connsiteY146" fmla="*/ 18066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362309" h="361971">
                <a:moveTo>
                  <a:pt x="227482" y="215779"/>
                </a:moveTo>
                <a:cubicBezTo>
                  <a:pt x="226204" y="216417"/>
                  <a:pt x="224926" y="217055"/>
                  <a:pt x="223648" y="217055"/>
                </a:cubicBezTo>
                <a:lnTo>
                  <a:pt x="223648" y="221524"/>
                </a:lnTo>
                <a:lnTo>
                  <a:pt x="225565" y="220247"/>
                </a:lnTo>
                <a:cubicBezTo>
                  <a:pt x="226204" y="219609"/>
                  <a:pt x="227482" y="219609"/>
                  <a:pt x="228121" y="218971"/>
                </a:cubicBezTo>
                <a:lnTo>
                  <a:pt x="230038" y="218971"/>
                </a:lnTo>
                <a:cubicBezTo>
                  <a:pt x="231316" y="218971"/>
                  <a:pt x="231955" y="219609"/>
                  <a:pt x="232594" y="220247"/>
                </a:cubicBezTo>
                <a:lnTo>
                  <a:pt x="234511" y="221524"/>
                </a:lnTo>
                <a:lnTo>
                  <a:pt x="234511" y="216417"/>
                </a:lnTo>
                <a:cubicBezTo>
                  <a:pt x="233233" y="216417"/>
                  <a:pt x="231955" y="215779"/>
                  <a:pt x="230677" y="215140"/>
                </a:cubicBezTo>
                <a:cubicBezTo>
                  <a:pt x="230038" y="215140"/>
                  <a:pt x="229399" y="214502"/>
                  <a:pt x="228760" y="214502"/>
                </a:cubicBezTo>
                <a:cubicBezTo>
                  <a:pt x="228121" y="215140"/>
                  <a:pt x="228121" y="215779"/>
                  <a:pt x="227482" y="215779"/>
                </a:cubicBezTo>
                <a:moveTo>
                  <a:pt x="215341" y="185774"/>
                </a:moveTo>
                <a:cubicBezTo>
                  <a:pt x="215341" y="178113"/>
                  <a:pt x="221731" y="171729"/>
                  <a:pt x="229399" y="171729"/>
                </a:cubicBezTo>
                <a:cubicBezTo>
                  <a:pt x="237067" y="171729"/>
                  <a:pt x="243457" y="178113"/>
                  <a:pt x="243457" y="185774"/>
                </a:cubicBezTo>
                <a:cubicBezTo>
                  <a:pt x="243457" y="193435"/>
                  <a:pt x="237067" y="199819"/>
                  <a:pt x="229399" y="199819"/>
                </a:cubicBezTo>
                <a:cubicBezTo>
                  <a:pt x="221092" y="199819"/>
                  <a:pt x="215341" y="193435"/>
                  <a:pt x="215341" y="185774"/>
                </a:cubicBezTo>
                <a:cubicBezTo>
                  <a:pt x="215341" y="185774"/>
                  <a:pt x="215341" y="185774"/>
                  <a:pt x="215341" y="185774"/>
                </a:cubicBezTo>
                <a:moveTo>
                  <a:pt x="212785" y="185774"/>
                </a:moveTo>
                <a:cubicBezTo>
                  <a:pt x="212785" y="187051"/>
                  <a:pt x="212785" y="188966"/>
                  <a:pt x="212146" y="190243"/>
                </a:cubicBezTo>
                <a:cubicBezTo>
                  <a:pt x="213424" y="191519"/>
                  <a:pt x="214063" y="192158"/>
                  <a:pt x="215341" y="193435"/>
                </a:cubicBezTo>
                <a:cubicBezTo>
                  <a:pt x="215341" y="196627"/>
                  <a:pt x="217258" y="199180"/>
                  <a:pt x="220453" y="199819"/>
                </a:cubicBezTo>
                <a:cubicBezTo>
                  <a:pt x="221092" y="199819"/>
                  <a:pt x="221092" y="199819"/>
                  <a:pt x="221731" y="199819"/>
                </a:cubicBezTo>
                <a:cubicBezTo>
                  <a:pt x="223009" y="200457"/>
                  <a:pt x="224287" y="201734"/>
                  <a:pt x="225565" y="203011"/>
                </a:cubicBezTo>
                <a:cubicBezTo>
                  <a:pt x="228760" y="202372"/>
                  <a:pt x="231955" y="202372"/>
                  <a:pt x="234511" y="203011"/>
                </a:cubicBezTo>
                <a:cubicBezTo>
                  <a:pt x="235789" y="201734"/>
                  <a:pt x="237067" y="201095"/>
                  <a:pt x="238345" y="199819"/>
                </a:cubicBezTo>
                <a:cubicBezTo>
                  <a:pt x="239623" y="199180"/>
                  <a:pt x="240901" y="198542"/>
                  <a:pt x="242818" y="198542"/>
                </a:cubicBezTo>
                <a:cubicBezTo>
                  <a:pt x="242818" y="197265"/>
                  <a:pt x="243457" y="195350"/>
                  <a:pt x="244096" y="194073"/>
                </a:cubicBezTo>
                <a:cubicBezTo>
                  <a:pt x="244735" y="192796"/>
                  <a:pt x="246013" y="191519"/>
                  <a:pt x="247291" y="190881"/>
                </a:cubicBezTo>
                <a:cubicBezTo>
                  <a:pt x="246013" y="187689"/>
                  <a:pt x="246013" y="184497"/>
                  <a:pt x="247291" y="181305"/>
                </a:cubicBezTo>
                <a:cubicBezTo>
                  <a:pt x="246013" y="180028"/>
                  <a:pt x="244735" y="179390"/>
                  <a:pt x="244096" y="177475"/>
                </a:cubicBezTo>
                <a:cubicBezTo>
                  <a:pt x="243457" y="176198"/>
                  <a:pt x="242818" y="174921"/>
                  <a:pt x="242818" y="173006"/>
                </a:cubicBezTo>
                <a:cubicBezTo>
                  <a:pt x="241540" y="173006"/>
                  <a:pt x="239623" y="172368"/>
                  <a:pt x="238345" y="171729"/>
                </a:cubicBezTo>
                <a:cubicBezTo>
                  <a:pt x="237067" y="171091"/>
                  <a:pt x="235789" y="169814"/>
                  <a:pt x="234511" y="168537"/>
                </a:cubicBezTo>
                <a:cubicBezTo>
                  <a:pt x="231316" y="169176"/>
                  <a:pt x="228121" y="169176"/>
                  <a:pt x="225565" y="168537"/>
                </a:cubicBezTo>
                <a:cubicBezTo>
                  <a:pt x="224287" y="169814"/>
                  <a:pt x="223009" y="170452"/>
                  <a:pt x="221731" y="171729"/>
                </a:cubicBezTo>
                <a:cubicBezTo>
                  <a:pt x="220453" y="172368"/>
                  <a:pt x="218536" y="173006"/>
                  <a:pt x="217258" y="173006"/>
                </a:cubicBezTo>
                <a:cubicBezTo>
                  <a:pt x="217258" y="174283"/>
                  <a:pt x="216619" y="176198"/>
                  <a:pt x="215980" y="177475"/>
                </a:cubicBezTo>
                <a:cubicBezTo>
                  <a:pt x="215341" y="178752"/>
                  <a:pt x="214063" y="180028"/>
                  <a:pt x="212785" y="181305"/>
                </a:cubicBezTo>
                <a:cubicBezTo>
                  <a:pt x="212146" y="182582"/>
                  <a:pt x="212785" y="184497"/>
                  <a:pt x="212785" y="185774"/>
                </a:cubicBezTo>
                <a:moveTo>
                  <a:pt x="94571" y="136617"/>
                </a:moveTo>
                <a:cubicBezTo>
                  <a:pt x="94571" y="132787"/>
                  <a:pt x="97127" y="130233"/>
                  <a:pt x="100961" y="130233"/>
                </a:cubicBezTo>
                <a:lnTo>
                  <a:pt x="260709" y="130233"/>
                </a:lnTo>
                <a:cubicBezTo>
                  <a:pt x="264543" y="130233"/>
                  <a:pt x="267099" y="132787"/>
                  <a:pt x="267099" y="136617"/>
                </a:cubicBezTo>
                <a:cubicBezTo>
                  <a:pt x="267099" y="140448"/>
                  <a:pt x="264543" y="143001"/>
                  <a:pt x="260709" y="143001"/>
                </a:cubicBezTo>
                <a:lnTo>
                  <a:pt x="100961" y="143001"/>
                </a:lnTo>
                <a:cubicBezTo>
                  <a:pt x="97766" y="143001"/>
                  <a:pt x="94571" y="139809"/>
                  <a:pt x="94571" y="136617"/>
                </a:cubicBezTo>
                <a:moveTo>
                  <a:pt x="94571" y="176836"/>
                </a:moveTo>
                <a:cubicBezTo>
                  <a:pt x="94571" y="173006"/>
                  <a:pt x="97127" y="170452"/>
                  <a:pt x="100961" y="170452"/>
                </a:cubicBezTo>
                <a:lnTo>
                  <a:pt x="168694" y="170452"/>
                </a:lnTo>
                <a:cubicBezTo>
                  <a:pt x="172528" y="170452"/>
                  <a:pt x="175084" y="173006"/>
                  <a:pt x="175084" y="176836"/>
                </a:cubicBezTo>
                <a:cubicBezTo>
                  <a:pt x="175084" y="180667"/>
                  <a:pt x="172528" y="183220"/>
                  <a:pt x="168694" y="183220"/>
                </a:cubicBezTo>
                <a:lnTo>
                  <a:pt x="100961" y="183220"/>
                </a:lnTo>
                <a:cubicBezTo>
                  <a:pt x="97766" y="183220"/>
                  <a:pt x="94571" y="180028"/>
                  <a:pt x="94571" y="176836"/>
                </a:cubicBezTo>
                <a:moveTo>
                  <a:pt x="94571" y="195988"/>
                </a:moveTo>
                <a:cubicBezTo>
                  <a:pt x="94571" y="192158"/>
                  <a:pt x="97127" y="189604"/>
                  <a:pt x="100961" y="189604"/>
                </a:cubicBezTo>
                <a:lnTo>
                  <a:pt x="168694" y="189604"/>
                </a:lnTo>
                <a:cubicBezTo>
                  <a:pt x="172528" y="189604"/>
                  <a:pt x="175084" y="192158"/>
                  <a:pt x="175084" y="195988"/>
                </a:cubicBezTo>
                <a:cubicBezTo>
                  <a:pt x="175084" y="199819"/>
                  <a:pt x="172528" y="202372"/>
                  <a:pt x="168694" y="202372"/>
                </a:cubicBezTo>
                <a:lnTo>
                  <a:pt x="100961" y="202372"/>
                </a:lnTo>
                <a:cubicBezTo>
                  <a:pt x="97766" y="202372"/>
                  <a:pt x="94571" y="199819"/>
                  <a:pt x="94571" y="195988"/>
                </a:cubicBezTo>
                <a:moveTo>
                  <a:pt x="94571" y="215779"/>
                </a:moveTo>
                <a:cubicBezTo>
                  <a:pt x="94571" y="211948"/>
                  <a:pt x="97127" y="209395"/>
                  <a:pt x="100961" y="209395"/>
                </a:cubicBezTo>
                <a:lnTo>
                  <a:pt x="168694" y="209395"/>
                </a:lnTo>
                <a:cubicBezTo>
                  <a:pt x="172528" y="209395"/>
                  <a:pt x="175084" y="211948"/>
                  <a:pt x="175084" y="215779"/>
                </a:cubicBezTo>
                <a:cubicBezTo>
                  <a:pt x="175084" y="219609"/>
                  <a:pt x="172528" y="222163"/>
                  <a:pt x="168694" y="222163"/>
                </a:cubicBezTo>
                <a:lnTo>
                  <a:pt x="100961" y="222163"/>
                </a:lnTo>
                <a:cubicBezTo>
                  <a:pt x="97766" y="222163"/>
                  <a:pt x="94571" y="219609"/>
                  <a:pt x="94571" y="215779"/>
                </a:cubicBezTo>
                <a:moveTo>
                  <a:pt x="200005" y="185774"/>
                </a:moveTo>
                <a:cubicBezTo>
                  <a:pt x="200005" y="185135"/>
                  <a:pt x="199366" y="184497"/>
                  <a:pt x="199366" y="183859"/>
                </a:cubicBezTo>
                <a:cubicBezTo>
                  <a:pt x="198727" y="182582"/>
                  <a:pt x="198088" y="180667"/>
                  <a:pt x="198088" y="178752"/>
                </a:cubicBezTo>
                <a:cubicBezTo>
                  <a:pt x="198088" y="177475"/>
                  <a:pt x="198088" y="176836"/>
                  <a:pt x="198727" y="176198"/>
                </a:cubicBezTo>
                <a:cubicBezTo>
                  <a:pt x="200005" y="174283"/>
                  <a:pt x="201283" y="173006"/>
                  <a:pt x="202561" y="172368"/>
                </a:cubicBezTo>
                <a:cubicBezTo>
                  <a:pt x="203200" y="172368"/>
                  <a:pt x="203839" y="171729"/>
                  <a:pt x="203839" y="171091"/>
                </a:cubicBezTo>
                <a:cubicBezTo>
                  <a:pt x="203839" y="170452"/>
                  <a:pt x="203839" y="169814"/>
                  <a:pt x="203839" y="169176"/>
                </a:cubicBezTo>
                <a:cubicBezTo>
                  <a:pt x="203839" y="167260"/>
                  <a:pt x="204478" y="165345"/>
                  <a:pt x="205117" y="164068"/>
                </a:cubicBezTo>
                <a:cubicBezTo>
                  <a:pt x="205756" y="163430"/>
                  <a:pt x="206395" y="162792"/>
                  <a:pt x="207034" y="162153"/>
                </a:cubicBezTo>
                <a:cubicBezTo>
                  <a:pt x="208312" y="161515"/>
                  <a:pt x="210229" y="160876"/>
                  <a:pt x="212146" y="160876"/>
                </a:cubicBezTo>
                <a:lnTo>
                  <a:pt x="212785" y="160876"/>
                </a:lnTo>
                <a:lnTo>
                  <a:pt x="214063" y="160876"/>
                </a:lnTo>
                <a:lnTo>
                  <a:pt x="214702" y="159600"/>
                </a:lnTo>
                <a:cubicBezTo>
                  <a:pt x="215980" y="157046"/>
                  <a:pt x="218536" y="155131"/>
                  <a:pt x="221731" y="155131"/>
                </a:cubicBezTo>
                <a:cubicBezTo>
                  <a:pt x="223648" y="155131"/>
                  <a:pt x="224926" y="155769"/>
                  <a:pt x="226843" y="156408"/>
                </a:cubicBezTo>
                <a:cubicBezTo>
                  <a:pt x="227482" y="156408"/>
                  <a:pt x="228121" y="157046"/>
                  <a:pt x="228760" y="157046"/>
                </a:cubicBezTo>
                <a:cubicBezTo>
                  <a:pt x="229399" y="157046"/>
                  <a:pt x="230038" y="156408"/>
                  <a:pt x="230677" y="156408"/>
                </a:cubicBezTo>
                <a:cubicBezTo>
                  <a:pt x="231955" y="155769"/>
                  <a:pt x="233872" y="155131"/>
                  <a:pt x="235789" y="155131"/>
                </a:cubicBezTo>
                <a:cubicBezTo>
                  <a:pt x="237067" y="155131"/>
                  <a:pt x="237706" y="155131"/>
                  <a:pt x="238345" y="155769"/>
                </a:cubicBezTo>
                <a:cubicBezTo>
                  <a:pt x="240262" y="157046"/>
                  <a:pt x="241540" y="158323"/>
                  <a:pt x="242179" y="160238"/>
                </a:cubicBezTo>
                <a:cubicBezTo>
                  <a:pt x="242179" y="160876"/>
                  <a:pt x="242818" y="161515"/>
                  <a:pt x="243457" y="161515"/>
                </a:cubicBezTo>
                <a:cubicBezTo>
                  <a:pt x="244096" y="161515"/>
                  <a:pt x="244735" y="161515"/>
                  <a:pt x="245374" y="161515"/>
                </a:cubicBezTo>
                <a:cubicBezTo>
                  <a:pt x="247291" y="161515"/>
                  <a:pt x="249208" y="161515"/>
                  <a:pt x="250486" y="162792"/>
                </a:cubicBezTo>
                <a:cubicBezTo>
                  <a:pt x="251125" y="163430"/>
                  <a:pt x="251764" y="164068"/>
                  <a:pt x="252403" y="164707"/>
                </a:cubicBezTo>
                <a:cubicBezTo>
                  <a:pt x="253042" y="166622"/>
                  <a:pt x="253680" y="168537"/>
                  <a:pt x="253680" y="169814"/>
                </a:cubicBezTo>
                <a:cubicBezTo>
                  <a:pt x="253680" y="170452"/>
                  <a:pt x="253680" y="171091"/>
                  <a:pt x="253680" y="171729"/>
                </a:cubicBezTo>
                <a:lnTo>
                  <a:pt x="254959" y="173006"/>
                </a:lnTo>
                <a:cubicBezTo>
                  <a:pt x="256875" y="173644"/>
                  <a:pt x="258154" y="174921"/>
                  <a:pt x="258792" y="176836"/>
                </a:cubicBezTo>
                <a:cubicBezTo>
                  <a:pt x="259431" y="177475"/>
                  <a:pt x="259431" y="178752"/>
                  <a:pt x="259431" y="179390"/>
                </a:cubicBezTo>
                <a:cubicBezTo>
                  <a:pt x="259431" y="181305"/>
                  <a:pt x="258792" y="183220"/>
                  <a:pt x="258154" y="184497"/>
                </a:cubicBezTo>
                <a:cubicBezTo>
                  <a:pt x="257514" y="185135"/>
                  <a:pt x="257514" y="185774"/>
                  <a:pt x="257514" y="186412"/>
                </a:cubicBezTo>
                <a:cubicBezTo>
                  <a:pt x="257514" y="187051"/>
                  <a:pt x="258154" y="187689"/>
                  <a:pt x="258154" y="188327"/>
                </a:cubicBezTo>
                <a:cubicBezTo>
                  <a:pt x="258792" y="189604"/>
                  <a:pt x="259431" y="191519"/>
                  <a:pt x="259431" y="193435"/>
                </a:cubicBezTo>
                <a:cubicBezTo>
                  <a:pt x="259431" y="194711"/>
                  <a:pt x="259431" y="195350"/>
                  <a:pt x="258792" y="195988"/>
                </a:cubicBezTo>
                <a:cubicBezTo>
                  <a:pt x="258154" y="197903"/>
                  <a:pt x="256237" y="199180"/>
                  <a:pt x="254959" y="199819"/>
                </a:cubicBezTo>
                <a:lnTo>
                  <a:pt x="254959" y="199819"/>
                </a:lnTo>
                <a:lnTo>
                  <a:pt x="253680" y="201095"/>
                </a:lnTo>
                <a:cubicBezTo>
                  <a:pt x="253680" y="201734"/>
                  <a:pt x="253680" y="202372"/>
                  <a:pt x="253680" y="203011"/>
                </a:cubicBezTo>
                <a:cubicBezTo>
                  <a:pt x="253680" y="204926"/>
                  <a:pt x="253042" y="206841"/>
                  <a:pt x="252403" y="208118"/>
                </a:cubicBezTo>
                <a:cubicBezTo>
                  <a:pt x="251764" y="208756"/>
                  <a:pt x="251125" y="209395"/>
                  <a:pt x="250486" y="210033"/>
                </a:cubicBezTo>
                <a:cubicBezTo>
                  <a:pt x="249208" y="210671"/>
                  <a:pt x="247930" y="211310"/>
                  <a:pt x="246652" y="211310"/>
                </a:cubicBezTo>
                <a:lnTo>
                  <a:pt x="246652" y="234292"/>
                </a:lnTo>
                <a:cubicBezTo>
                  <a:pt x="246652" y="236846"/>
                  <a:pt x="245374" y="238761"/>
                  <a:pt x="243457" y="240038"/>
                </a:cubicBezTo>
                <a:cubicBezTo>
                  <a:pt x="242818" y="240676"/>
                  <a:pt x="241540" y="240676"/>
                  <a:pt x="240262" y="240676"/>
                </a:cubicBezTo>
                <a:cubicBezTo>
                  <a:pt x="238984" y="240676"/>
                  <a:pt x="237706" y="240038"/>
                  <a:pt x="236428" y="239399"/>
                </a:cubicBezTo>
                <a:lnTo>
                  <a:pt x="228121" y="233654"/>
                </a:lnTo>
                <a:lnTo>
                  <a:pt x="219814" y="239399"/>
                </a:lnTo>
                <a:cubicBezTo>
                  <a:pt x="216619" y="241314"/>
                  <a:pt x="212785" y="240676"/>
                  <a:pt x="210868" y="237484"/>
                </a:cubicBezTo>
                <a:cubicBezTo>
                  <a:pt x="210229" y="236207"/>
                  <a:pt x="209590" y="234930"/>
                  <a:pt x="209590" y="233654"/>
                </a:cubicBezTo>
                <a:lnTo>
                  <a:pt x="209590" y="210671"/>
                </a:lnTo>
                <a:cubicBezTo>
                  <a:pt x="208312" y="210671"/>
                  <a:pt x="207673" y="210033"/>
                  <a:pt x="206395" y="209395"/>
                </a:cubicBezTo>
                <a:cubicBezTo>
                  <a:pt x="205756" y="208756"/>
                  <a:pt x="205117" y="208118"/>
                  <a:pt x="204478" y="207479"/>
                </a:cubicBezTo>
                <a:cubicBezTo>
                  <a:pt x="203200" y="205564"/>
                  <a:pt x="203200" y="203649"/>
                  <a:pt x="203200" y="201734"/>
                </a:cubicBezTo>
                <a:cubicBezTo>
                  <a:pt x="203200" y="201095"/>
                  <a:pt x="203200" y="200457"/>
                  <a:pt x="203200" y="199819"/>
                </a:cubicBezTo>
                <a:lnTo>
                  <a:pt x="201922" y="198542"/>
                </a:lnTo>
                <a:cubicBezTo>
                  <a:pt x="200005" y="197903"/>
                  <a:pt x="198727" y="196627"/>
                  <a:pt x="198088" y="194711"/>
                </a:cubicBezTo>
                <a:cubicBezTo>
                  <a:pt x="197449" y="194073"/>
                  <a:pt x="197449" y="192796"/>
                  <a:pt x="197449" y="192158"/>
                </a:cubicBezTo>
                <a:cubicBezTo>
                  <a:pt x="197449" y="190243"/>
                  <a:pt x="198088" y="188327"/>
                  <a:pt x="198727" y="187051"/>
                </a:cubicBezTo>
                <a:cubicBezTo>
                  <a:pt x="199366" y="187051"/>
                  <a:pt x="199366" y="186412"/>
                  <a:pt x="200005" y="185774"/>
                </a:cubicBezTo>
                <a:moveTo>
                  <a:pt x="84347" y="245783"/>
                </a:moveTo>
                <a:lnTo>
                  <a:pt x="277962" y="245783"/>
                </a:lnTo>
                <a:lnTo>
                  <a:pt x="277962" y="114912"/>
                </a:lnTo>
                <a:lnTo>
                  <a:pt x="84347" y="114912"/>
                </a:lnTo>
                <a:lnTo>
                  <a:pt x="84347" y="245783"/>
                </a:lnTo>
                <a:close/>
                <a:moveTo>
                  <a:pt x="290742" y="252167"/>
                </a:moveTo>
                <a:cubicBezTo>
                  <a:pt x="290742" y="255998"/>
                  <a:pt x="288186" y="258551"/>
                  <a:pt x="284352" y="258551"/>
                </a:cubicBezTo>
                <a:lnTo>
                  <a:pt x="77957" y="258551"/>
                </a:lnTo>
                <a:cubicBezTo>
                  <a:pt x="74123" y="258551"/>
                  <a:pt x="71567" y="255998"/>
                  <a:pt x="71567" y="252167"/>
                </a:cubicBezTo>
                <a:lnTo>
                  <a:pt x="71567" y="108528"/>
                </a:lnTo>
                <a:cubicBezTo>
                  <a:pt x="71567" y="104697"/>
                  <a:pt x="74123" y="102144"/>
                  <a:pt x="77957" y="102144"/>
                </a:cubicBezTo>
                <a:lnTo>
                  <a:pt x="284352" y="102144"/>
                </a:lnTo>
                <a:cubicBezTo>
                  <a:pt x="288186" y="102144"/>
                  <a:pt x="290742" y="104697"/>
                  <a:pt x="290742" y="108528"/>
                </a:cubicBezTo>
                <a:lnTo>
                  <a:pt x="290742" y="252167"/>
                </a:lnTo>
                <a:close/>
                <a:moveTo>
                  <a:pt x="362309" y="180667"/>
                </a:moveTo>
                <a:cubicBezTo>
                  <a:pt x="362309" y="80438"/>
                  <a:pt x="281157" y="0"/>
                  <a:pt x="180835" y="0"/>
                </a:cubicBezTo>
                <a:cubicBezTo>
                  <a:pt x="80513" y="0"/>
                  <a:pt x="0" y="81077"/>
                  <a:pt x="0" y="181305"/>
                </a:cubicBezTo>
                <a:cubicBezTo>
                  <a:pt x="0" y="280895"/>
                  <a:pt x="81152" y="361972"/>
                  <a:pt x="180835" y="361972"/>
                </a:cubicBezTo>
                <a:cubicBezTo>
                  <a:pt x="281157" y="361333"/>
                  <a:pt x="361670" y="280895"/>
                  <a:pt x="362309" y="180667"/>
                </a:cubicBezTo>
                <a:cubicBezTo>
                  <a:pt x="362309" y="180667"/>
                  <a:pt x="362309" y="180667"/>
                  <a:pt x="362309" y="180667"/>
                </a:cubicBezTo>
              </a:path>
            </a:pathLst>
          </a:custGeom>
          <a:solidFill>
            <a:srgbClr val="26890D"/>
          </a:solidFill>
          <a:ln w="6390" cap="flat">
            <a:noFill/>
            <a:prstDash val="solid"/>
            <a:miter/>
          </a:ln>
        </p:spPr>
        <p:txBody>
          <a:bodyPr rtlCol="0" anchor="ctr"/>
          <a:lstStyle/>
          <a:p>
            <a:endParaRPr lang="en-US"/>
          </a:p>
        </p:txBody>
      </p:sp>
      <p:grpSp>
        <p:nvGrpSpPr>
          <p:cNvPr id="633" name="Graphic 4">
            <a:extLst>
              <a:ext uri="{FF2B5EF4-FFF2-40B4-BE49-F238E27FC236}">
                <a16:creationId xmlns:a16="http://schemas.microsoft.com/office/drawing/2014/main" id="{400F6175-A3E5-CD49-8968-E0C94BED7970}"/>
              </a:ext>
            </a:extLst>
          </p:cNvPr>
          <p:cNvGrpSpPr>
            <a:grpSpLocks noChangeAspect="1"/>
          </p:cNvGrpSpPr>
          <p:nvPr/>
        </p:nvGrpSpPr>
        <p:grpSpPr>
          <a:xfrm>
            <a:off x="2560447" y="2855717"/>
            <a:ext cx="362309" cy="361971"/>
            <a:chOff x="2560447" y="2855717"/>
            <a:chExt cx="362309" cy="361971"/>
          </a:xfrm>
          <a:solidFill>
            <a:srgbClr val="26890D"/>
          </a:solidFill>
        </p:grpSpPr>
        <p:sp>
          <p:nvSpPr>
            <p:cNvPr id="634" name="Graphic 4">
              <a:extLst>
                <a:ext uri="{FF2B5EF4-FFF2-40B4-BE49-F238E27FC236}">
                  <a16:creationId xmlns:a16="http://schemas.microsoft.com/office/drawing/2014/main" id="{B55347C7-88E3-4644-96D4-9A864CF5999D}"/>
                </a:ext>
              </a:extLst>
            </p:cNvPr>
            <p:cNvSpPr/>
            <p:nvPr/>
          </p:nvSpPr>
          <p:spPr>
            <a:xfrm>
              <a:off x="2560447" y="2855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6"/>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234"/>
                    <a:pt x="274128" y="348565"/>
                    <a:pt x="181474" y="349204"/>
                  </a:cubicBezTo>
                  <a:close/>
                </a:path>
              </a:pathLst>
            </a:custGeom>
            <a:solidFill>
              <a:srgbClr val="26890D"/>
            </a:solidFill>
            <a:ln w="6390" cap="flat">
              <a:noFill/>
              <a:prstDash val="solid"/>
              <a:miter/>
            </a:ln>
          </p:spPr>
          <p:txBody>
            <a:bodyPr rtlCol="0" anchor="ctr"/>
            <a:lstStyle/>
            <a:p>
              <a:endParaRPr lang="en-US"/>
            </a:p>
          </p:txBody>
        </p:sp>
        <p:sp>
          <p:nvSpPr>
            <p:cNvPr id="635" name="Graphic 4">
              <a:extLst>
                <a:ext uri="{FF2B5EF4-FFF2-40B4-BE49-F238E27FC236}">
                  <a16:creationId xmlns:a16="http://schemas.microsoft.com/office/drawing/2014/main" id="{F682191B-6178-3A48-81E9-E7317E58B67E}"/>
                </a:ext>
              </a:extLst>
            </p:cNvPr>
            <p:cNvSpPr/>
            <p:nvPr/>
          </p:nvSpPr>
          <p:spPr>
            <a:xfrm>
              <a:off x="2642418" y="2929673"/>
              <a:ext cx="199004" cy="213961"/>
            </a:xfrm>
            <a:custGeom>
              <a:avLst/>
              <a:gdLst>
                <a:gd name="connsiteX0" fmla="*/ 167876 w 199004"/>
                <a:gd name="connsiteY0" fmla="*/ 87559 h 213961"/>
                <a:gd name="connsiteX1" fmla="*/ 151262 w 199004"/>
                <a:gd name="connsiteY1" fmla="*/ 80537 h 213961"/>
                <a:gd name="connsiteX2" fmla="*/ 154457 w 199004"/>
                <a:gd name="connsiteY2" fmla="*/ 65854 h 213961"/>
                <a:gd name="connsiteX3" fmla="*/ 148706 w 199004"/>
                <a:gd name="connsiteY3" fmla="*/ 58831 h 213961"/>
                <a:gd name="connsiteX4" fmla="*/ 141677 w 199004"/>
                <a:gd name="connsiteY4" fmla="*/ 64577 h 213961"/>
                <a:gd name="connsiteX5" fmla="*/ 139121 w 199004"/>
                <a:gd name="connsiteY5" fmla="*/ 77983 h 213961"/>
                <a:gd name="connsiteX6" fmla="*/ 84168 w 199004"/>
                <a:gd name="connsiteY6" fmla="*/ 82452 h 213961"/>
                <a:gd name="connsiteX7" fmla="*/ 81612 w 199004"/>
                <a:gd name="connsiteY7" fmla="*/ 83090 h 213961"/>
                <a:gd name="connsiteX8" fmla="*/ 82890 w 199004"/>
                <a:gd name="connsiteY8" fmla="*/ 51809 h 213961"/>
                <a:gd name="connsiteX9" fmla="*/ 176822 w 199004"/>
                <a:gd name="connsiteY9" fmla="*/ 39679 h 213961"/>
                <a:gd name="connsiteX10" fmla="*/ 181295 w 199004"/>
                <a:gd name="connsiteY10" fmla="*/ 32018 h 213961"/>
                <a:gd name="connsiteX11" fmla="*/ 173627 w 199004"/>
                <a:gd name="connsiteY11" fmla="*/ 27550 h 213961"/>
                <a:gd name="connsiteX12" fmla="*/ 173627 w 199004"/>
                <a:gd name="connsiteY12" fmla="*/ 27550 h 213961"/>
                <a:gd name="connsiteX13" fmla="*/ 84168 w 199004"/>
                <a:gd name="connsiteY13" fmla="*/ 39679 h 213961"/>
                <a:gd name="connsiteX14" fmla="*/ 88641 w 199004"/>
                <a:gd name="connsiteY14" fmla="*/ 7759 h 213961"/>
                <a:gd name="connsiteX15" fmla="*/ 83529 w 199004"/>
                <a:gd name="connsiteY15" fmla="*/ 98 h 213961"/>
                <a:gd name="connsiteX16" fmla="*/ 75861 w 199004"/>
                <a:gd name="connsiteY16" fmla="*/ 5206 h 213961"/>
                <a:gd name="connsiteX17" fmla="*/ 71388 w 199004"/>
                <a:gd name="connsiteY17" fmla="*/ 39679 h 213961"/>
                <a:gd name="connsiteX18" fmla="*/ 13878 w 199004"/>
                <a:gd name="connsiteY18" fmla="*/ 34572 h 213961"/>
                <a:gd name="connsiteX19" fmla="*/ 6210 w 199004"/>
                <a:gd name="connsiteY19" fmla="*/ 39679 h 213961"/>
                <a:gd name="connsiteX20" fmla="*/ 11322 w 199004"/>
                <a:gd name="connsiteY20" fmla="*/ 47340 h 213961"/>
                <a:gd name="connsiteX21" fmla="*/ 69471 w 199004"/>
                <a:gd name="connsiteY21" fmla="*/ 53086 h 213961"/>
                <a:gd name="connsiteX22" fmla="*/ 68193 w 199004"/>
                <a:gd name="connsiteY22" fmla="*/ 89474 h 213961"/>
                <a:gd name="connsiteX23" fmla="*/ 2376 w 199004"/>
                <a:gd name="connsiteY23" fmla="*/ 155868 h 213961"/>
                <a:gd name="connsiteX24" fmla="*/ 7488 w 199004"/>
                <a:gd name="connsiteY24" fmla="*/ 190341 h 213961"/>
                <a:gd name="connsiteX25" fmla="*/ 50301 w 199004"/>
                <a:gd name="connsiteY25" fmla="*/ 201832 h 213961"/>
                <a:gd name="connsiteX26" fmla="*/ 76500 w 199004"/>
                <a:gd name="connsiteY26" fmla="*/ 187788 h 213961"/>
                <a:gd name="connsiteX27" fmla="*/ 79056 w 199004"/>
                <a:gd name="connsiteY27" fmla="*/ 203109 h 213961"/>
                <a:gd name="connsiteX28" fmla="*/ 85446 w 199004"/>
                <a:gd name="connsiteY28" fmla="*/ 208216 h 213961"/>
                <a:gd name="connsiteX29" fmla="*/ 86724 w 199004"/>
                <a:gd name="connsiteY29" fmla="*/ 208216 h 213961"/>
                <a:gd name="connsiteX30" fmla="*/ 91836 w 199004"/>
                <a:gd name="connsiteY30" fmla="*/ 200556 h 213961"/>
                <a:gd name="connsiteX31" fmla="*/ 91836 w 199004"/>
                <a:gd name="connsiteY31" fmla="*/ 200556 h 213961"/>
                <a:gd name="connsiteX32" fmla="*/ 88001 w 199004"/>
                <a:gd name="connsiteY32" fmla="*/ 178212 h 213961"/>
                <a:gd name="connsiteX33" fmla="*/ 147428 w 199004"/>
                <a:gd name="connsiteY33" fmla="*/ 93305 h 213961"/>
                <a:gd name="connsiteX34" fmla="*/ 162125 w 199004"/>
                <a:gd name="connsiteY34" fmla="*/ 99050 h 213961"/>
                <a:gd name="connsiteX35" fmla="*/ 183851 w 199004"/>
                <a:gd name="connsiteY35" fmla="*/ 124586 h 213961"/>
                <a:gd name="connsiteX36" fmla="*/ 178739 w 199004"/>
                <a:gd name="connsiteY36" fmla="*/ 169274 h 213961"/>
                <a:gd name="connsiteX37" fmla="*/ 113561 w 199004"/>
                <a:gd name="connsiteY37" fmla="*/ 201194 h 213961"/>
                <a:gd name="connsiteX38" fmla="*/ 107171 w 199004"/>
                <a:gd name="connsiteY38" fmla="*/ 207578 h 213961"/>
                <a:gd name="connsiteX39" fmla="*/ 113561 w 199004"/>
                <a:gd name="connsiteY39" fmla="*/ 213962 h 213961"/>
                <a:gd name="connsiteX40" fmla="*/ 113561 w 199004"/>
                <a:gd name="connsiteY40" fmla="*/ 213962 h 213961"/>
                <a:gd name="connsiteX41" fmla="*/ 114200 w 199004"/>
                <a:gd name="connsiteY41" fmla="*/ 213962 h 213961"/>
                <a:gd name="connsiteX42" fmla="*/ 188963 w 199004"/>
                <a:gd name="connsiteY42" fmla="*/ 176935 h 213961"/>
                <a:gd name="connsiteX43" fmla="*/ 195992 w 199004"/>
                <a:gd name="connsiteY43" fmla="*/ 121394 h 213961"/>
                <a:gd name="connsiteX44" fmla="*/ 167876 w 199004"/>
                <a:gd name="connsiteY44" fmla="*/ 87559 h 213961"/>
                <a:gd name="connsiteX45" fmla="*/ 45828 w 199004"/>
                <a:gd name="connsiteY45" fmla="*/ 188426 h 213961"/>
                <a:gd name="connsiteX46" fmla="*/ 16434 w 199004"/>
                <a:gd name="connsiteY46" fmla="*/ 180765 h 213961"/>
                <a:gd name="connsiteX47" fmla="*/ 13878 w 199004"/>
                <a:gd name="connsiteY47" fmla="*/ 157783 h 213961"/>
                <a:gd name="connsiteX48" fmla="*/ 67554 w 199004"/>
                <a:gd name="connsiteY48" fmla="*/ 102242 h 213961"/>
                <a:gd name="connsiteX49" fmla="*/ 73944 w 199004"/>
                <a:gd name="connsiteY49" fmla="*/ 172466 h 213961"/>
                <a:gd name="connsiteX50" fmla="*/ 45828 w 199004"/>
                <a:gd name="connsiteY50" fmla="*/ 188426 h 213961"/>
                <a:gd name="connsiteX51" fmla="*/ 45828 w 199004"/>
                <a:gd name="connsiteY51" fmla="*/ 188426 h 213961"/>
                <a:gd name="connsiteX52" fmla="*/ 85446 w 199004"/>
                <a:gd name="connsiteY52" fmla="*/ 162252 h 213961"/>
                <a:gd name="connsiteX53" fmla="*/ 80334 w 199004"/>
                <a:gd name="connsiteY53" fmla="*/ 97135 h 213961"/>
                <a:gd name="connsiteX54" fmla="*/ 86724 w 199004"/>
                <a:gd name="connsiteY54" fmla="*/ 94581 h 213961"/>
                <a:gd name="connsiteX55" fmla="*/ 120590 w 199004"/>
                <a:gd name="connsiteY55" fmla="*/ 89474 h 213961"/>
                <a:gd name="connsiteX56" fmla="*/ 134009 w 199004"/>
                <a:gd name="connsiteY56" fmla="*/ 90113 h 213961"/>
                <a:gd name="connsiteX57" fmla="*/ 85446 w 199004"/>
                <a:gd name="connsiteY57" fmla="*/ 162252 h 213961"/>
                <a:gd name="connsiteX58" fmla="*/ 85446 w 199004"/>
                <a:gd name="connsiteY58" fmla="*/ 162252 h 213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99004" h="213961">
                  <a:moveTo>
                    <a:pt x="167876" y="87559"/>
                  </a:moveTo>
                  <a:cubicBezTo>
                    <a:pt x="162764" y="84367"/>
                    <a:pt x="157013" y="82452"/>
                    <a:pt x="151262" y="80537"/>
                  </a:cubicBezTo>
                  <a:cubicBezTo>
                    <a:pt x="152540" y="75430"/>
                    <a:pt x="153818" y="70961"/>
                    <a:pt x="154457" y="65854"/>
                  </a:cubicBezTo>
                  <a:cubicBezTo>
                    <a:pt x="155096" y="62023"/>
                    <a:pt x="152540" y="59470"/>
                    <a:pt x="148706" y="58831"/>
                  </a:cubicBezTo>
                  <a:cubicBezTo>
                    <a:pt x="144872" y="58193"/>
                    <a:pt x="142316" y="60746"/>
                    <a:pt x="141677" y="64577"/>
                  </a:cubicBezTo>
                  <a:cubicBezTo>
                    <a:pt x="141038" y="69046"/>
                    <a:pt x="140399" y="73514"/>
                    <a:pt x="139121" y="77983"/>
                  </a:cubicBezTo>
                  <a:cubicBezTo>
                    <a:pt x="120590" y="75430"/>
                    <a:pt x="101420" y="76706"/>
                    <a:pt x="84168" y="82452"/>
                  </a:cubicBezTo>
                  <a:lnTo>
                    <a:pt x="81612" y="83090"/>
                  </a:lnTo>
                  <a:cubicBezTo>
                    <a:pt x="81612" y="72876"/>
                    <a:pt x="82251" y="62023"/>
                    <a:pt x="82890" y="51809"/>
                  </a:cubicBezTo>
                  <a:cubicBezTo>
                    <a:pt x="114839" y="51170"/>
                    <a:pt x="146150" y="47340"/>
                    <a:pt x="176822" y="39679"/>
                  </a:cubicBezTo>
                  <a:cubicBezTo>
                    <a:pt x="180017" y="39041"/>
                    <a:pt x="182573" y="35210"/>
                    <a:pt x="181295" y="32018"/>
                  </a:cubicBezTo>
                  <a:cubicBezTo>
                    <a:pt x="180656" y="28826"/>
                    <a:pt x="176822" y="26273"/>
                    <a:pt x="173627" y="27550"/>
                  </a:cubicBezTo>
                  <a:cubicBezTo>
                    <a:pt x="173627" y="27550"/>
                    <a:pt x="173627" y="27550"/>
                    <a:pt x="173627" y="27550"/>
                  </a:cubicBezTo>
                  <a:cubicBezTo>
                    <a:pt x="144233" y="35210"/>
                    <a:pt x="114200" y="39041"/>
                    <a:pt x="84168" y="39679"/>
                  </a:cubicBezTo>
                  <a:cubicBezTo>
                    <a:pt x="85446" y="28826"/>
                    <a:pt x="86724" y="17974"/>
                    <a:pt x="88641" y="7759"/>
                  </a:cubicBezTo>
                  <a:cubicBezTo>
                    <a:pt x="89280" y="3929"/>
                    <a:pt x="86724" y="737"/>
                    <a:pt x="83529" y="98"/>
                  </a:cubicBezTo>
                  <a:cubicBezTo>
                    <a:pt x="79695" y="-540"/>
                    <a:pt x="76500" y="2014"/>
                    <a:pt x="75861" y="5206"/>
                  </a:cubicBezTo>
                  <a:cubicBezTo>
                    <a:pt x="73944" y="16697"/>
                    <a:pt x="72666" y="28188"/>
                    <a:pt x="71388" y="39679"/>
                  </a:cubicBezTo>
                  <a:cubicBezTo>
                    <a:pt x="52218" y="39679"/>
                    <a:pt x="33048" y="37764"/>
                    <a:pt x="13878" y="34572"/>
                  </a:cubicBezTo>
                  <a:cubicBezTo>
                    <a:pt x="10044" y="33934"/>
                    <a:pt x="6849" y="36487"/>
                    <a:pt x="6210" y="39679"/>
                  </a:cubicBezTo>
                  <a:cubicBezTo>
                    <a:pt x="5571" y="43510"/>
                    <a:pt x="8127" y="46702"/>
                    <a:pt x="11322" y="47340"/>
                  </a:cubicBezTo>
                  <a:cubicBezTo>
                    <a:pt x="30492" y="50532"/>
                    <a:pt x="50301" y="52447"/>
                    <a:pt x="69471" y="53086"/>
                  </a:cubicBezTo>
                  <a:cubicBezTo>
                    <a:pt x="68832" y="65215"/>
                    <a:pt x="68193" y="77345"/>
                    <a:pt x="68193" y="89474"/>
                  </a:cubicBezTo>
                  <a:cubicBezTo>
                    <a:pt x="36882" y="103519"/>
                    <a:pt x="10044" y="130332"/>
                    <a:pt x="2376" y="155868"/>
                  </a:cubicBezTo>
                  <a:cubicBezTo>
                    <a:pt x="-2096" y="167359"/>
                    <a:pt x="-180" y="180765"/>
                    <a:pt x="7488" y="190341"/>
                  </a:cubicBezTo>
                  <a:cubicBezTo>
                    <a:pt x="17712" y="203109"/>
                    <a:pt x="34965" y="207578"/>
                    <a:pt x="50301" y="201832"/>
                  </a:cubicBezTo>
                  <a:cubicBezTo>
                    <a:pt x="59886" y="198640"/>
                    <a:pt x="68832" y="194172"/>
                    <a:pt x="76500" y="187788"/>
                  </a:cubicBezTo>
                  <a:cubicBezTo>
                    <a:pt x="77139" y="192895"/>
                    <a:pt x="78417" y="198002"/>
                    <a:pt x="79056" y="203109"/>
                  </a:cubicBezTo>
                  <a:cubicBezTo>
                    <a:pt x="79695" y="206301"/>
                    <a:pt x="82251" y="208216"/>
                    <a:pt x="85446" y="208216"/>
                  </a:cubicBezTo>
                  <a:lnTo>
                    <a:pt x="86724" y="208216"/>
                  </a:lnTo>
                  <a:cubicBezTo>
                    <a:pt x="89919" y="207578"/>
                    <a:pt x="92475" y="204386"/>
                    <a:pt x="91836" y="200556"/>
                  </a:cubicBezTo>
                  <a:cubicBezTo>
                    <a:pt x="91836" y="200556"/>
                    <a:pt x="91836" y="200556"/>
                    <a:pt x="91836" y="200556"/>
                  </a:cubicBezTo>
                  <a:cubicBezTo>
                    <a:pt x="90558" y="192895"/>
                    <a:pt x="89280" y="185872"/>
                    <a:pt x="88001" y="178212"/>
                  </a:cubicBezTo>
                  <a:cubicBezTo>
                    <a:pt x="113561" y="154591"/>
                    <a:pt x="134009" y="125863"/>
                    <a:pt x="147428" y="93305"/>
                  </a:cubicBezTo>
                  <a:cubicBezTo>
                    <a:pt x="152540" y="94581"/>
                    <a:pt x="157652" y="96497"/>
                    <a:pt x="162125" y="99050"/>
                  </a:cubicBezTo>
                  <a:cubicBezTo>
                    <a:pt x="172349" y="104157"/>
                    <a:pt x="180656" y="113733"/>
                    <a:pt x="183851" y="124586"/>
                  </a:cubicBezTo>
                  <a:cubicBezTo>
                    <a:pt x="188963" y="142461"/>
                    <a:pt x="187046" y="157144"/>
                    <a:pt x="178739" y="169274"/>
                  </a:cubicBezTo>
                  <a:cubicBezTo>
                    <a:pt x="160208" y="196725"/>
                    <a:pt x="114200" y="201194"/>
                    <a:pt x="113561" y="201194"/>
                  </a:cubicBezTo>
                  <a:cubicBezTo>
                    <a:pt x="109727" y="201194"/>
                    <a:pt x="107171" y="204386"/>
                    <a:pt x="107171" y="207578"/>
                  </a:cubicBezTo>
                  <a:cubicBezTo>
                    <a:pt x="107171" y="211408"/>
                    <a:pt x="110366" y="213962"/>
                    <a:pt x="113561" y="213962"/>
                  </a:cubicBezTo>
                  <a:lnTo>
                    <a:pt x="113561" y="213962"/>
                  </a:lnTo>
                  <a:lnTo>
                    <a:pt x="114200" y="213962"/>
                  </a:lnTo>
                  <a:cubicBezTo>
                    <a:pt x="116117" y="213962"/>
                    <a:pt x="166598" y="208855"/>
                    <a:pt x="188963" y="176935"/>
                  </a:cubicBezTo>
                  <a:cubicBezTo>
                    <a:pt x="199187" y="161613"/>
                    <a:pt x="201743" y="143100"/>
                    <a:pt x="195992" y="121394"/>
                  </a:cubicBezTo>
                  <a:cubicBezTo>
                    <a:pt x="190880" y="106711"/>
                    <a:pt x="181295" y="94581"/>
                    <a:pt x="167876" y="87559"/>
                  </a:cubicBezTo>
                  <a:close/>
                  <a:moveTo>
                    <a:pt x="45828" y="188426"/>
                  </a:moveTo>
                  <a:cubicBezTo>
                    <a:pt x="35604" y="192895"/>
                    <a:pt x="23463" y="189703"/>
                    <a:pt x="16434" y="180765"/>
                  </a:cubicBezTo>
                  <a:cubicBezTo>
                    <a:pt x="11322" y="174381"/>
                    <a:pt x="10683" y="165444"/>
                    <a:pt x="13878" y="157783"/>
                  </a:cubicBezTo>
                  <a:cubicBezTo>
                    <a:pt x="19629" y="139269"/>
                    <a:pt x="40077" y="116287"/>
                    <a:pt x="67554" y="102242"/>
                  </a:cubicBezTo>
                  <a:cubicBezTo>
                    <a:pt x="68193" y="125863"/>
                    <a:pt x="70110" y="149484"/>
                    <a:pt x="73944" y="172466"/>
                  </a:cubicBezTo>
                  <a:cubicBezTo>
                    <a:pt x="65637" y="180127"/>
                    <a:pt x="56052" y="185234"/>
                    <a:pt x="45828" y="188426"/>
                  </a:cubicBezTo>
                  <a:lnTo>
                    <a:pt x="45828" y="188426"/>
                  </a:lnTo>
                  <a:close/>
                  <a:moveTo>
                    <a:pt x="85446" y="162252"/>
                  </a:moveTo>
                  <a:cubicBezTo>
                    <a:pt x="82251" y="140546"/>
                    <a:pt x="80973" y="118841"/>
                    <a:pt x="80334" y="97135"/>
                  </a:cubicBezTo>
                  <a:lnTo>
                    <a:pt x="86724" y="94581"/>
                  </a:lnTo>
                  <a:cubicBezTo>
                    <a:pt x="97586" y="91390"/>
                    <a:pt x="109088" y="89474"/>
                    <a:pt x="120590" y="89474"/>
                  </a:cubicBezTo>
                  <a:cubicBezTo>
                    <a:pt x="125063" y="89474"/>
                    <a:pt x="129536" y="89474"/>
                    <a:pt x="134009" y="90113"/>
                  </a:cubicBezTo>
                  <a:cubicBezTo>
                    <a:pt x="122507" y="116925"/>
                    <a:pt x="105893" y="141823"/>
                    <a:pt x="85446" y="162252"/>
                  </a:cubicBezTo>
                  <a:lnTo>
                    <a:pt x="85446" y="162252"/>
                  </a:lnTo>
                  <a:close/>
                </a:path>
              </a:pathLst>
            </a:custGeom>
            <a:solidFill>
              <a:srgbClr val="26890D"/>
            </a:solidFill>
            <a:ln w="6390" cap="flat">
              <a:noFill/>
              <a:prstDash val="solid"/>
              <a:miter/>
            </a:ln>
          </p:spPr>
          <p:txBody>
            <a:bodyPr rtlCol="0" anchor="ctr"/>
            <a:lstStyle/>
            <a:p>
              <a:endParaRPr lang="en-US"/>
            </a:p>
          </p:txBody>
        </p:sp>
      </p:grpSp>
      <p:sp>
        <p:nvSpPr>
          <p:cNvPr id="636" name="Graphic 4">
            <a:extLst>
              <a:ext uri="{FF2B5EF4-FFF2-40B4-BE49-F238E27FC236}">
                <a16:creationId xmlns:a16="http://schemas.microsoft.com/office/drawing/2014/main" id="{6219102E-678D-164B-88B1-A079285B41E1}"/>
              </a:ext>
            </a:extLst>
          </p:cNvPr>
          <p:cNvSpPr>
            <a:spLocks noChangeAspect="1"/>
          </p:cNvSpPr>
          <p:nvPr/>
        </p:nvSpPr>
        <p:spPr>
          <a:xfrm>
            <a:off x="2998797" y="2855079"/>
            <a:ext cx="362309" cy="361971"/>
          </a:xfrm>
          <a:custGeom>
            <a:avLst/>
            <a:gdLst>
              <a:gd name="connsiteX0" fmla="*/ 155276 w 362309"/>
              <a:gd name="connsiteY0" fmla="*/ 247698 h 361971"/>
              <a:gd name="connsiteX1" fmla="*/ 148886 w 362309"/>
              <a:gd name="connsiteY1" fmla="*/ 177475 h 361971"/>
              <a:gd name="connsiteX2" fmla="*/ 95210 w 362309"/>
              <a:gd name="connsiteY2" fmla="*/ 233015 h 361971"/>
              <a:gd name="connsiteX3" fmla="*/ 98405 w 362309"/>
              <a:gd name="connsiteY3" fmla="*/ 255998 h 361971"/>
              <a:gd name="connsiteX4" fmla="*/ 127799 w 362309"/>
              <a:gd name="connsiteY4" fmla="*/ 263658 h 361971"/>
              <a:gd name="connsiteX5" fmla="*/ 155276 w 362309"/>
              <a:gd name="connsiteY5" fmla="*/ 247698 h 361971"/>
              <a:gd name="connsiteX6" fmla="*/ 166777 w 362309"/>
              <a:gd name="connsiteY6" fmla="*/ 236846 h 361971"/>
              <a:gd name="connsiteX7" fmla="*/ 215341 w 362309"/>
              <a:gd name="connsiteY7" fmla="*/ 164707 h 361971"/>
              <a:gd name="connsiteX8" fmla="*/ 201922 w 362309"/>
              <a:gd name="connsiteY8" fmla="*/ 164068 h 361971"/>
              <a:gd name="connsiteX9" fmla="*/ 168055 w 362309"/>
              <a:gd name="connsiteY9" fmla="*/ 169176 h 361971"/>
              <a:gd name="connsiteX10" fmla="*/ 161666 w 362309"/>
              <a:gd name="connsiteY10" fmla="*/ 171729 h 361971"/>
              <a:gd name="connsiteX11" fmla="*/ 166777 w 362309"/>
              <a:gd name="connsiteY11" fmla="*/ 236846 h 361971"/>
              <a:gd name="connsiteX12" fmla="*/ 270934 w 362309"/>
              <a:gd name="connsiteY12" fmla="*/ 250890 h 361971"/>
              <a:gd name="connsiteX13" fmla="*/ 196171 w 362309"/>
              <a:gd name="connsiteY13" fmla="*/ 287918 h 361971"/>
              <a:gd name="connsiteX14" fmla="*/ 195532 w 362309"/>
              <a:gd name="connsiteY14" fmla="*/ 287918 h 361971"/>
              <a:gd name="connsiteX15" fmla="*/ 189142 w 362309"/>
              <a:gd name="connsiteY15" fmla="*/ 281534 h 361971"/>
              <a:gd name="connsiteX16" fmla="*/ 195532 w 362309"/>
              <a:gd name="connsiteY16" fmla="*/ 275150 h 361971"/>
              <a:gd name="connsiteX17" fmla="*/ 260710 w 362309"/>
              <a:gd name="connsiteY17" fmla="*/ 243230 h 361971"/>
              <a:gd name="connsiteX18" fmla="*/ 265821 w 362309"/>
              <a:gd name="connsiteY18" fmla="*/ 198542 h 361971"/>
              <a:gd name="connsiteX19" fmla="*/ 244096 w 362309"/>
              <a:gd name="connsiteY19" fmla="*/ 173006 h 361971"/>
              <a:gd name="connsiteX20" fmla="*/ 229399 w 362309"/>
              <a:gd name="connsiteY20" fmla="*/ 167260 h 361971"/>
              <a:gd name="connsiteX21" fmla="*/ 169972 w 362309"/>
              <a:gd name="connsiteY21" fmla="*/ 252167 h 361971"/>
              <a:gd name="connsiteX22" fmla="*/ 173806 w 362309"/>
              <a:gd name="connsiteY22" fmla="*/ 274511 h 361971"/>
              <a:gd name="connsiteX23" fmla="*/ 168695 w 362309"/>
              <a:gd name="connsiteY23" fmla="*/ 282172 h 361971"/>
              <a:gd name="connsiteX24" fmla="*/ 168695 w 362309"/>
              <a:gd name="connsiteY24" fmla="*/ 282172 h 361971"/>
              <a:gd name="connsiteX25" fmla="*/ 167416 w 362309"/>
              <a:gd name="connsiteY25" fmla="*/ 282172 h 361971"/>
              <a:gd name="connsiteX26" fmla="*/ 161027 w 362309"/>
              <a:gd name="connsiteY26" fmla="*/ 277065 h 361971"/>
              <a:gd name="connsiteX27" fmla="*/ 158471 w 362309"/>
              <a:gd name="connsiteY27" fmla="*/ 261743 h 361971"/>
              <a:gd name="connsiteX28" fmla="*/ 132272 w 362309"/>
              <a:gd name="connsiteY28" fmla="*/ 275788 h 361971"/>
              <a:gd name="connsiteX29" fmla="*/ 89459 w 362309"/>
              <a:gd name="connsiteY29" fmla="*/ 264297 h 361971"/>
              <a:gd name="connsiteX30" fmla="*/ 84347 w 362309"/>
              <a:gd name="connsiteY30" fmla="*/ 229823 h 361971"/>
              <a:gd name="connsiteX31" fmla="*/ 150164 w 362309"/>
              <a:gd name="connsiteY31" fmla="*/ 164068 h 361971"/>
              <a:gd name="connsiteX32" fmla="*/ 151442 w 362309"/>
              <a:gd name="connsiteY32" fmla="*/ 127680 h 361971"/>
              <a:gd name="connsiteX33" fmla="*/ 93293 w 362309"/>
              <a:gd name="connsiteY33" fmla="*/ 121934 h 361971"/>
              <a:gd name="connsiteX34" fmla="*/ 88181 w 362309"/>
              <a:gd name="connsiteY34" fmla="*/ 114912 h 361971"/>
              <a:gd name="connsiteX35" fmla="*/ 95849 w 362309"/>
              <a:gd name="connsiteY35" fmla="*/ 109804 h 361971"/>
              <a:gd name="connsiteX36" fmla="*/ 95849 w 362309"/>
              <a:gd name="connsiteY36" fmla="*/ 109804 h 361971"/>
              <a:gd name="connsiteX37" fmla="*/ 153358 w 362309"/>
              <a:gd name="connsiteY37" fmla="*/ 114912 h 361971"/>
              <a:gd name="connsiteX38" fmla="*/ 157832 w 362309"/>
              <a:gd name="connsiteY38" fmla="*/ 80438 h 361971"/>
              <a:gd name="connsiteX39" fmla="*/ 165500 w 362309"/>
              <a:gd name="connsiteY39" fmla="*/ 75331 h 361971"/>
              <a:gd name="connsiteX40" fmla="*/ 170611 w 362309"/>
              <a:gd name="connsiteY40" fmla="*/ 82992 h 361971"/>
              <a:gd name="connsiteX41" fmla="*/ 166138 w 362309"/>
              <a:gd name="connsiteY41" fmla="*/ 114912 h 361971"/>
              <a:gd name="connsiteX42" fmla="*/ 255597 w 362309"/>
              <a:gd name="connsiteY42" fmla="*/ 102782 h 361971"/>
              <a:gd name="connsiteX43" fmla="*/ 263266 w 362309"/>
              <a:gd name="connsiteY43" fmla="*/ 107251 h 361971"/>
              <a:gd name="connsiteX44" fmla="*/ 258792 w 362309"/>
              <a:gd name="connsiteY44" fmla="*/ 114912 h 361971"/>
              <a:gd name="connsiteX45" fmla="*/ 258792 w 362309"/>
              <a:gd name="connsiteY45" fmla="*/ 114912 h 361971"/>
              <a:gd name="connsiteX46" fmla="*/ 164861 w 362309"/>
              <a:gd name="connsiteY46" fmla="*/ 127041 h 361971"/>
              <a:gd name="connsiteX47" fmla="*/ 163582 w 362309"/>
              <a:gd name="connsiteY47" fmla="*/ 158323 h 361971"/>
              <a:gd name="connsiteX48" fmla="*/ 166138 w 362309"/>
              <a:gd name="connsiteY48" fmla="*/ 157046 h 361971"/>
              <a:gd name="connsiteX49" fmla="*/ 221092 w 362309"/>
              <a:gd name="connsiteY49" fmla="*/ 152577 h 361971"/>
              <a:gd name="connsiteX50" fmla="*/ 223648 w 362309"/>
              <a:gd name="connsiteY50" fmla="*/ 139171 h 361971"/>
              <a:gd name="connsiteX51" fmla="*/ 230677 w 362309"/>
              <a:gd name="connsiteY51" fmla="*/ 133425 h 361971"/>
              <a:gd name="connsiteX52" fmla="*/ 236428 w 362309"/>
              <a:gd name="connsiteY52" fmla="*/ 140448 h 361971"/>
              <a:gd name="connsiteX53" fmla="*/ 233233 w 362309"/>
              <a:gd name="connsiteY53" fmla="*/ 155131 h 361971"/>
              <a:gd name="connsiteX54" fmla="*/ 249847 w 362309"/>
              <a:gd name="connsiteY54" fmla="*/ 162153 h 361971"/>
              <a:gd name="connsiteX55" fmla="*/ 277962 w 362309"/>
              <a:gd name="connsiteY55" fmla="*/ 195350 h 361971"/>
              <a:gd name="connsiteX56" fmla="*/ 270934 w 362309"/>
              <a:gd name="connsiteY56" fmla="*/ 250890 h 361971"/>
              <a:gd name="connsiteX57" fmla="*/ 362310 w 362309"/>
              <a:gd name="connsiteY57" fmla="*/ 181305 h 361971"/>
              <a:gd name="connsiteX58" fmla="*/ 181474 w 362309"/>
              <a:gd name="connsiteY58" fmla="*/ 0 h 361971"/>
              <a:gd name="connsiteX59" fmla="*/ 0 w 362309"/>
              <a:gd name="connsiteY59" fmla="*/ 180667 h 361971"/>
              <a:gd name="connsiteX60" fmla="*/ 180835 w 362309"/>
              <a:gd name="connsiteY60" fmla="*/ 361972 h 361971"/>
              <a:gd name="connsiteX61" fmla="*/ 180835 w 362309"/>
              <a:gd name="connsiteY61" fmla="*/ 361972 h 361971"/>
              <a:gd name="connsiteX62" fmla="*/ 362310 w 362309"/>
              <a:gd name="connsiteY62" fmla="*/ 18130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62309" h="361971">
                <a:moveTo>
                  <a:pt x="155276" y="247698"/>
                </a:moveTo>
                <a:cubicBezTo>
                  <a:pt x="152081" y="224716"/>
                  <a:pt x="149525" y="201095"/>
                  <a:pt x="148886" y="177475"/>
                </a:cubicBezTo>
                <a:cubicBezTo>
                  <a:pt x="121409" y="191519"/>
                  <a:pt x="100322" y="215140"/>
                  <a:pt x="95210" y="233015"/>
                </a:cubicBezTo>
                <a:cubicBezTo>
                  <a:pt x="92015" y="240676"/>
                  <a:pt x="93293" y="248975"/>
                  <a:pt x="98405" y="255998"/>
                </a:cubicBezTo>
                <a:cubicBezTo>
                  <a:pt x="105434" y="264935"/>
                  <a:pt x="117575" y="268127"/>
                  <a:pt x="127799" y="263658"/>
                </a:cubicBezTo>
                <a:cubicBezTo>
                  <a:pt x="138023" y="259828"/>
                  <a:pt x="146969" y="254082"/>
                  <a:pt x="155276" y="247698"/>
                </a:cubicBezTo>
                <a:moveTo>
                  <a:pt x="166777" y="236846"/>
                </a:moveTo>
                <a:cubicBezTo>
                  <a:pt x="187225" y="216417"/>
                  <a:pt x="203839" y="191519"/>
                  <a:pt x="215341" y="164707"/>
                </a:cubicBezTo>
                <a:cubicBezTo>
                  <a:pt x="210868" y="164068"/>
                  <a:pt x="206395" y="164068"/>
                  <a:pt x="201922" y="164068"/>
                </a:cubicBezTo>
                <a:cubicBezTo>
                  <a:pt x="190420" y="164068"/>
                  <a:pt x="178918" y="165984"/>
                  <a:pt x="168055" y="169176"/>
                </a:cubicBezTo>
                <a:cubicBezTo>
                  <a:pt x="165500" y="169814"/>
                  <a:pt x="163582" y="171091"/>
                  <a:pt x="161666" y="171729"/>
                </a:cubicBezTo>
                <a:cubicBezTo>
                  <a:pt x="162305" y="193435"/>
                  <a:pt x="164221" y="215140"/>
                  <a:pt x="166777" y="236846"/>
                </a:cubicBezTo>
                <a:moveTo>
                  <a:pt x="270934" y="250890"/>
                </a:moveTo>
                <a:cubicBezTo>
                  <a:pt x="248569" y="282810"/>
                  <a:pt x="198727" y="287918"/>
                  <a:pt x="196171" y="287918"/>
                </a:cubicBezTo>
                <a:lnTo>
                  <a:pt x="195532" y="287918"/>
                </a:lnTo>
                <a:cubicBezTo>
                  <a:pt x="191698" y="287918"/>
                  <a:pt x="189142" y="285364"/>
                  <a:pt x="189142" y="281534"/>
                </a:cubicBezTo>
                <a:cubicBezTo>
                  <a:pt x="189142" y="277703"/>
                  <a:pt x="191698" y="275150"/>
                  <a:pt x="195532" y="275150"/>
                </a:cubicBezTo>
                <a:cubicBezTo>
                  <a:pt x="196171" y="275150"/>
                  <a:pt x="242179" y="270681"/>
                  <a:pt x="260710" y="243230"/>
                </a:cubicBezTo>
                <a:cubicBezTo>
                  <a:pt x="269016" y="231100"/>
                  <a:pt x="270934" y="216417"/>
                  <a:pt x="265821" y="198542"/>
                </a:cubicBezTo>
                <a:cubicBezTo>
                  <a:pt x="262626" y="187689"/>
                  <a:pt x="254959" y="178113"/>
                  <a:pt x="244096" y="173006"/>
                </a:cubicBezTo>
                <a:cubicBezTo>
                  <a:pt x="239623" y="170452"/>
                  <a:pt x="234511" y="168537"/>
                  <a:pt x="229399" y="167260"/>
                </a:cubicBezTo>
                <a:cubicBezTo>
                  <a:pt x="215980" y="199819"/>
                  <a:pt x="196171" y="228546"/>
                  <a:pt x="169972" y="252167"/>
                </a:cubicBezTo>
                <a:cubicBezTo>
                  <a:pt x="171250" y="259190"/>
                  <a:pt x="172528" y="266850"/>
                  <a:pt x="173806" y="274511"/>
                </a:cubicBezTo>
                <a:cubicBezTo>
                  <a:pt x="174445" y="277703"/>
                  <a:pt x="172528" y="281534"/>
                  <a:pt x="168695" y="282172"/>
                </a:cubicBezTo>
                <a:cubicBezTo>
                  <a:pt x="168695" y="282172"/>
                  <a:pt x="168695" y="282172"/>
                  <a:pt x="168695" y="282172"/>
                </a:cubicBezTo>
                <a:lnTo>
                  <a:pt x="167416" y="282172"/>
                </a:lnTo>
                <a:cubicBezTo>
                  <a:pt x="164221" y="282172"/>
                  <a:pt x="161666" y="280257"/>
                  <a:pt x="161027" y="277065"/>
                </a:cubicBezTo>
                <a:cubicBezTo>
                  <a:pt x="159748" y="271958"/>
                  <a:pt x="159110" y="266850"/>
                  <a:pt x="158471" y="261743"/>
                </a:cubicBezTo>
                <a:cubicBezTo>
                  <a:pt x="150803" y="267489"/>
                  <a:pt x="141857" y="272596"/>
                  <a:pt x="132272" y="275788"/>
                </a:cubicBezTo>
                <a:cubicBezTo>
                  <a:pt x="116936" y="281534"/>
                  <a:pt x="99683" y="277065"/>
                  <a:pt x="89459" y="264297"/>
                </a:cubicBezTo>
                <a:cubicBezTo>
                  <a:pt x="81791" y="254721"/>
                  <a:pt x="79874" y="241314"/>
                  <a:pt x="84347" y="229823"/>
                </a:cubicBezTo>
                <a:cubicBezTo>
                  <a:pt x="92015" y="204287"/>
                  <a:pt x="118853" y="178113"/>
                  <a:pt x="150164" y="164068"/>
                </a:cubicBezTo>
                <a:cubicBezTo>
                  <a:pt x="150164" y="151939"/>
                  <a:pt x="150803" y="139809"/>
                  <a:pt x="151442" y="127680"/>
                </a:cubicBezTo>
                <a:cubicBezTo>
                  <a:pt x="131633" y="127680"/>
                  <a:pt x="112463" y="125764"/>
                  <a:pt x="93293" y="121934"/>
                </a:cubicBezTo>
                <a:cubicBezTo>
                  <a:pt x="90098" y="121296"/>
                  <a:pt x="87542" y="118104"/>
                  <a:pt x="88181" y="114912"/>
                </a:cubicBezTo>
                <a:cubicBezTo>
                  <a:pt x="88820" y="111720"/>
                  <a:pt x="92015" y="109166"/>
                  <a:pt x="95849" y="109804"/>
                </a:cubicBezTo>
                <a:cubicBezTo>
                  <a:pt x="95849" y="109804"/>
                  <a:pt x="95849" y="109804"/>
                  <a:pt x="95849" y="109804"/>
                </a:cubicBezTo>
                <a:cubicBezTo>
                  <a:pt x="115019" y="112996"/>
                  <a:pt x="134189" y="114912"/>
                  <a:pt x="153358" y="114912"/>
                </a:cubicBezTo>
                <a:cubicBezTo>
                  <a:pt x="154637" y="103420"/>
                  <a:pt x="155915" y="91929"/>
                  <a:pt x="157832" y="80438"/>
                </a:cubicBezTo>
                <a:cubicBezTo>
                  <a:pt x="158471" y="76608"/>
                  <a:pt x="161666" y="74692"/>
                  <a:pt x="165500" y="75331"/>
                </a:cubicBezTo>
                <a:cubicBezTo>
                  <a:pt x="169333" y="75969"/>
                  <a:pt x="171250" y="79161"/>
                  <a:pt x="170611" y="82992"/>
                </a:cubicBezTo>
                <a:cubicBezTo>
                  <a:pt x="168695" y="93844"/>
                  <a:pt x="167416" y="104697"/>
                  <a:pt x="166138" y="114912"/>
                </a:cubicBezTo>
                <a:cubicBezTo>
                  <a:pt x="196171" y="114273"/>
                  <a:pt x="226204" y="110443"/>
                  <a:pt x="255597" y="102782"/>
                </a:cubicBezTo>
                <a:cubicBezTo>
                  <a:pt x="258792" y="102144"/>
                  <a:pt x="262626" y="104059"/>
                  <a:pt x="263266" y="107251"/>
                </a:cubicBezTo>
                <a:cubicBezTo>
                  <a:pt x="263905" y="110443"/>
                  <a:pt x="261987" y="114273"/>
                  <a:pt x="258792" y="114912"/>
                </a:cubicBezTo>
                <a:lnTo>
                  <a:pt x="258792" y="114912"/>
                </a:lnTo>
                <a:cubicBezTo>
                  <a:pt x="228121" y="122572"/>
                  <a:pt x="196810" y="127041"/>
                  <a:pt x="164861" y="127041"/>
                </a:cubicBezTo>
                <a:cubicBezTo>
                  <a:pt x="164221" y="137256"/>
                  <a:pt x="163582" y="148108"/>
                  <a:pt x="163582" y="158323"/>
                </a:cubicBezTo>
                <a:cubicBezTo>
                  <a:pt x="164221" y="158323"/>
                  <a:pt x="165500" y="157684"/>
                  <a:pt x="166138" y="157046"/>
                </a:cubicBezTo>
                <a:cubicBezTo>
                  <a:pt x="184030" y="151300"/>
                  <a:pt x="202561" y="150024"/>
                  <a:pt x="221092" y="152577"/>
                </a:cubicBezTo>
                <a:cubicBezTo>
                  <a:pt x="222370" y="148108"/>
                  <a:pt x="223648" y="143640"/>
                  <a:pt x="223648" y="139171"/>
                </a:cubicBezTo>
                <a:cubicBezTo>
                  <a:pt x="224287" y="135979"/>
                  <a:pt x="226843" y="133425"/>
                  <a:pt x="230677" y="133425"/>
                </a:cubicBezTo>
                <a:cubicBezTo>
                  <a:pt x="233872" y="134064"/>
                  <a:pt x="237067" y="136617"/>
                  <a:pt x="236428" y="140448"/>
                </a:cubicBezTo>
                <a:cubicBezTo>
                  <a:pt x="235789" y="145555"/>
                  <a:pt x="235150" y="150662"/>
                  <a:pt x="233233" y="155131"/>
                </a:cubicBezTo>
                <a:cubicBezTo>
                  <a:pt x="238984" y="157046"/>
                  <a:pt x="244735" y="158961"/>
                  <a:pt x="249847" y="162153"/>
                </a:cubicBezTo>
                <a:cubicBezTo>
                  <a:pt x="263266" y="169176"/>
                  <a:pt x="273489" y="181305"/>
                  <a:pt x="277962" y="195350"/>
                </a:cubicBezTo>
                <a:cubicBezTo>
                  <a:pt x="283713" y="217055"/>
                  <a:pt x="281157" y="235569"/>
                  <a:pt x="270934" y="250890"/>
                </a:cubicBezTo>
                <a:moveTo>
                  <a:pt x="362310" y="181305"/>
                </a:moveTo>
                <a:cubicBezTo>
                  <a:pt x="362310" y="81076"/>
                  <a:pt x="281157" y="0"/>
                  <a:pt x="181474" y="0"/>
                </a:cubicBezTo>
                <a:cubicBezTo>
                  <a:pt x="81152" y="0"/>
                  <a:pt x="0" y="81076"/>
                  <a:pt x="0" y="180667"/>
                </a:cubicBezTo>
                <a:cubicBezTo>
                  <a:pt x="0" y="280895"/>
                  <a:pt x="81152" y="361972"/>
                  <a:pt x="180835" y="361972"/>
                </a:cubicBezTo>
                <a:cubicBezTo>
                  <a:pt x="180835" y="361972"/>
                  <a:pt x="180835" y="361972"/>
                  <a:pt x="180835" y="361972"/>
                </a:cubicBezTo>
                <a:cubicBezTo>
                  <a:pt x="281157" y="361972"/>
                  <a:pt x="362310" y="281534"/>
                  <a:pt x="362310" y="181305"/>
                </a:cubicBezTo>
              </a:path>
            </a:pathLst>
          </a:custGeom>
          <a:solidFill>
            <a:srgbClr val="26890D"/>
          </a:solidFill>
          <a:ln w="6390" cap="flat">
            <a:noFill/>
            <a:prstDash val="solid"/>
            <a:miter/>
          </a:ln>
        </p:spPr>
        <p:txBody>
          <a:bodyPr rtlCol="0" anchor="ctr"/>
          <a:lstStyle/>
          <a:p>
            <a:endParaRPr lang="en-US"/>
          </a:p>
        </p:txBody>
      </p:sp>
    </p:spTree>
    <p:extLst>
      <p:ext uri="{BB962C8B-B14F-4D97-AF65-F5344CB8AC3E}">
        <p14:creationId xmlns:p14="http://schemas.microsoft.com/office/powerpoint/2010/main" val="2314308874"/>
      </p:ext>
    </p:extLst>
  </p:cSld>
  <p:clrMapOvr>
    <a:masterClrMapping/>
  </p:clrMapOvr>
  <p:transition>
    <p:fade/>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0AB181-1E9F-2244-B53A-BC8E2F101DA6}"/>
              </a:ext>
            </a:extLst>
          </p:cNvPr>
          <p:cNvSpPr>
            <a:spLocks noGrp="1"/>
          </p:cNvSpPr>
          <p:nvPr>
            <p:ph type="title"/>
          </p:nvPr>
        </p:nvSpPr>
        <p:spPr/>
        <p:txBody>
          <a:bodyPr/>
          <a:lstStyle/>
          <a:p>
            <a:r>
              <a:rPr lang="en-US" dirty="0"/>
              <a:t>ENERGY</a:t>
            </a:r>
          </a:p>
        </p:txBody>
      </p:sp>
      <p:sp>
        <p:nvSpPr>
          <p:cNvPr id="4" name="Content Placeholder 3">
            <a:extLst>
              <a:ext uri="{FF2B5EF4-FFF2-40B4-BE49-F238E27FC236}">
                <a16:creationId xmlns:a16="http://schemas.microsoft.com/office/drawing/2014/main" id="{DB57E314-8EE4-694B-B268-A9071E1D395E}"/>
              </a:ext>
            </a:extLst>
          </p:cNvPr>
          <p:cNvSpPr>
            <a:spLocks noGrp="1"/>
          </p:cNvSpPr>
          <p:nvPr>
            <p:ph idx="10"/>
          </p:nvPr>
        </p:nvSpPr>
        <p:spPr>
          <a:xfrm>
            <a:off x="463297" y="5473209"/>
            <a:ext cx="2839196" cy="1114021"/>
          </a:xfrm>
        </p:spPr>
        <p:txBody>
          <a:bodyPr/>
          <a:lstStyle/>
          <a:p>
            <a:r>
              <a:rPr lang="en-US" dirty="0"/>
              <a:t>Conventional Sources</a:t>
            </a:r>
          </a:p>
          <a:p>
            <a:r>
              <a:rPr lang="en-US" sz="900" dirty="0"/>
              <a:t>Keywords:</a:t>
            </a:r>
            <a:br>
              <a:rPr lang="en-US" sz="900" dirty="0"/>
            </a:br>
            <a:r>
              <a:rPr lang="en-US" sz="850" b="0" dirty="0"/>
              <a:t>Petrol, Diesel, Crude Oil, Petroleum, Fossil Fuel, Power Grid, Coal, Speed meter, Electricity Tower, Atom, Electric grid, Fuel Can, Factory Chimney, Atom, Odometer, Battery, </a:t>
            </a:r>
            <a:r>
              <a:rPr lang="en-US" sz="850" b="0" dirty="0" err="1"/>
              <a:t>Powercell</a:t>
            </a:r>
            <a:r>
              <a:rPr lang="en-US" sz="850" b="0" dirty="0"/>
              <a:t>, Gas station, Barrel, Charged, </a:t>
            </a:r>
            <a:r>
              <a:rPr lang="en-US" sz="850" b="0" dirty="0" err="1"/>
              <a:t>Chargable</a:t>
            </a:r>
            <a:r>
              <a:rPr lang="en-US" sz="850" b="0" dirty="0"/>
              <a:t> Battery, Car Battery, No charge, Nuclear, Radioactive, Fuel dispenser</a:t>
            </a:r>
          </a:p>
        </p:txBody>
      </p:sp>
      <p:sp>
        <p:nvSpPr>
          <p:cNvPr id="9" name="Content Placeholder 3">
            <a:extLst>
              <a:ext uri="{FF2B5EF4-FFF2-40B4-BE49-F238E27FC236}">
                <a16:creationId xmlns:a16="http://schemas.microsoft.com/office/drawing/2014/main" id="{55E798CF-E773-9D48-A06F-584A2DB95AC8}"/>
              </a:ext>
            </a:extLst>
          </p:cNvPr>
          <p:cNvSpPr txBox="1">
            <a:spLocks/>
          </p:cNvSpPr>
          <p:nvPr/>
        </p:nvSpPr>
        <p:spPr>
          <a:xfrm>
            <a:off x="6808495" y="5473209"/>
            <a:ext cx="1487581"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Clean Energy</a:t>
            </a:r>
          </a:p>
          <a:p>
            <a:r>
              <a:rPr lang="en-US" sz="900" dirty="0"/>
              <a:t>Keywords:</a:t>
            </a:r>
            <a:br>
              <a:rPr lang="en-US" sz="900" dirty="0"/>
            </a:br>
            <a:r>
              <a:rPr lang="en-US" sz="850" b="0" dirty="0"/>
              <a:t>Solar Energy, Wind Energy, Lightning Bolt, Sparks, Green House, Solar Power, High Voltage, Electricity, </a:t>
            </a:r>
            <a:r>
              <a:rPr lang="en-US" sz="850" b="0" dirty="0" err="1"/>
              <a:t>Turbing</a:t>
            </a:r>
            <a:r>
              <a:rPr lang="en-US" sz="850" b="0" dirty="0"/>
              <a:t>, Wind Turbine, Solar Panel</a:t>
            </a:r>
          </a:p>
        </p:txBody>
      </p:sp>
      <p:sp>
        <p:nvSpPr>
          <p:cNvPr id="10" name="Content Placeholder 3">
            <a:extLst>
              <a:ext uri="{FF2B5EF4-FFF2-40B4-BE49-F238E27FC236}">
                <a16:creationId xmlns:a16="http://schemas.microsoft.com/office/drawing/2014/main" id="{F6F1EA66-4F59-DE4A-ABF1-B392433220F7}"/>
              </a:ext>
            </a:extLst>
          </p:cNvPr>
          <p:cNvSpPr txBox="1">
            <a:spLocks/>
          </p:cNvSpPr>
          <p:nvPr/>
        </p:nvSpPr>
        <p:spPr>
          <a:xfrm>
            <a:off x="3630494" y="5473209"/>
            <a:ext cx="2947859"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Mining &amp; Natural Resources</a:t>
            </a:r>
          </a:p>
          <a:p>
            <a:r>
              <a:rPr lang="en-US" sz="900" dirty="0"/>
              <a:t>Keywords:</a:t>
            </a:r>
            <a:br>
              <a:rPr lang="en-US" sz="900" dirty="0"/>
            </a:br>
            <a:r>
              <a:rPr lang="en-US" sz="850" b="0" dirty="0"/>
              <a:t>Flame, Nuclear Power Plant, Radiation Levels, Hazard, Oil Valve, Oil Tap, Oil can, Gas, Gasoline, Flammable, Toxic waste, Nuclear waste, Radioactive Poisoning, Radioactivity, Nuclear Reactor, Miner’s hat, Nuclear Radiation, Oil, Coal Truck, Oil Pipeline, Mine Car, Fire, Oil Mining, Oil Barrel, Petrol Can</a:t>
            </a:r>
          </a:p>
        </p:txBody>
      </p:sp>
      <p:sp>
        <p:nvSpPr>
          <p:cNvPr id="440" name="Content Placeholder 3">
            <a:extLst>
              <a:ext uri="{FF2B5EF4-FFF2-40B4-BE49-F238E27FC236}">
                <a16:creationId xmlns:a16="http://schemas.microsoft.com/office/drawing/2014/main" id="{01EA3EC9-2D91-CA4F-9EA4-4C25488F6B62}"/>
              </a:ext>
            </a:extLst>
          </p:cNvPr>
          <p:cNvSpPr txBox="1">
            <a:spLocks/>
          </p:cNvSpPr>
          <p:nvPr/>
        </p:nvSpPr>
        <p:spPr>
          <a:xfrm>
            <a:off x="8865413" y="5473209"/>
            <a:ext cx="2719946"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Utility</a:t>
            </a:r>
          </a:p>
          <a:p>
            <a:r>
              <a:rPr lang="en-US" sz="900" dirty="0"/>
              <a:t>Keywords:</a:t>
            </a:r>
            <a:br>
              <a:rPr lang="en-US" sz="900" dirty="0"/>
            </a:br>
            <a:r>
              <a:rPr lang="en-US" sz="850" b="0" dirty="0"/>
              <a:t>Idea, Light, Charging, Charging point, Glow, CFL Bulb, LED Bulb, LED Lights, Charging Station, Power up, Power plug, Power Socket, Spotlight bulb, Charging Point, Twisted Fluorescent Bulb, </a:t>
            </a:r>
            <a:r>
              <a:rPr lang="en-US" sz="850" b="0" dirty="0" err="1"/>
              <a:t>Incadecent</a:t>
            </a:r>
            <a:r>
              <a:rPr lang="en-US" sz="850" b="0" dirty="0"/>
              <a:t> bulb, Halogen Bulb, Rechargeable battery</a:t>
            </a:r>
          </a:p>
        </p:txBody>
      </p:sp>
      <p:grpSp>
        <p:nvGrpSpPr>
          <p:cNvPr id="6" name="Graphic 4">
            <a:extLst>
              <a:ext uri="{FF2B5EF4-FFF2-40B4-BE49-F238E27FC236}">
                <a16:creationId xmlns:a16="http://schemas.microsoft.com/office/drawing/2014/main" id="{8DB697FC-9397-5148-8B80-2D6B8BFC03EE}"/>
              </a:ext>
            </a:extLst>
          </p:cNvPr>
          <p:cNvGrpSpPr>
            <a:grpSpLocks noChangeAspect="1"/>
          </p:cNvGrpSpPr>
          <p:nvPr/>
        </p:nvGrpSpPr>
        <p:grpSpPr>
          <a:xfrm>
            <a:off x="1515054" y="1402723"/>
            <a:ext cx="362309" cy="361971"/>
            <a:chOff x="1515054" y="1402723"/>
            <a:chExt cx="362309" cy="361971"/>
          </a:xfrm>
          <a:solidFill>
            <a:srgbClr val="004F59"/>
          </a:solidFill>
        </p:grpSpPr>
        <p:sp>
          <p:nvSpPr>
            <p:cNvPr id="7" name="Graphic 4">
              <a:extLst>
                <a:ext uri="{FF2B5EF4-FFF2-40B4-BE49-F238E27FC236}">
                  <a16:creationId xmlns:a16="http://schemas.microsoft.com/office/drawing/2014/main" id="{71A31E8E-BF14-D84B-8689-90E93B07CEA7}"/>
                </a:ext>
              </a:extLst>
            </p:cNvPr>
            <p:cNvSpPr/>
            <p:nvPr/>
          </p:nvSpPr>
          <p:spPr>
            <a:xfrm>
              <a:off x="1515054" y="1402723"/>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362309 w 362309"/>
                <a:gd name="connsiteY4" fmla="*/ 181305 h 361971"/>
                <a:gd name="connsiteX5" fmla="*/ 180835 w 362309"/>
                <a:gd name="connsiteY5" fmla="*/ 0 h 361971"/>
                <a:gd name="connsiteX6" fmla="*/ 180835 w 362309"/>
                <a:gd name="connsiteY6" fmla="*/ 0 h 361971"/>
                <a:gd name="connsiteX7" fmla="*/ 180835 w 362309"/>
                <a:gd name="connsiteY7" fmla="*/ 348565 h 361971"/>
                <a:gd name="connsiteX8" fmla="*/ 12780 w 362309"/>
                <a:gd name="connsiteY8" fmla="*/ 180028 h 361971"/>
                <a:gd name="connsiteX9" fmla="*/ 180835 w 362309"/>
                <a:gd name="connsiteY9" fmla="*/ 12130 h 361971"/>
                <a:gd name="connsiteX10" fmla="*/ 349529 w 362309"/>
                <a:gd name="connsiteY10" fmla="*/ 180028 h 361971"/>
                <a:gd name="connsiteX11" fmla="*/ 180835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181305"/>
                    <a:pt x="362309" y="181305"/>
                    <a:pt x="362309" y="181305"/>
                  </a:cubicBezTo>
                  <a:cubicBezTo>
                    <a:pt x="361670" y="80438"/>
                    <a:pt x="281157" y="0"/>
                    <a:pt x="180835" y="0"/>
                  </a:cubicBezTo>
                  <a:cubicBezTo>
                    <a:pt x="180835" y="0"/>
                    <a:pt x="180835" y="0"/>
                    <a:pt x="180835" y="0"/>
                  </a:cubicBezTo>
                  <a:close/>
                  <a:moveTo>
                    <a:pt x="180835" y="348565"/>
                  </a:moveTo>
                  <a:cubicBezTo>
                    <a:pt x="87542" y="348565"/>
                    <a:pt x="12780" y="273234"/>
                    <a:pt x="12780" y="180028"/>
                  </a:cubicBezTo>
                  <a:cubicBezTo>
                    <a:pt x="12780" y="86822"/>
                    <a:pt x="88181" y="12130"/>
                    <a:pt x="180835" y="12130"/>
                  </a:cubicBezTo>
                  <a:cubicBezTo>
                    <a:pt x="274128" y="12130"/>
                    <a:pt x="349529" y="87461"/>
                    <a:pt x="349529" y="180028"/>
                  </a:cubicBezTo>
                  <a:cubicBezTo>
                    <a:pt x="348891" y="273234"/>
                    <a:pt x="273489" y="348565"/>
                    <a:pt x="180835" y="348565"/>
                  </a:cubicBezTo>
                  <a:close/>
                </a:path>
              </a:pathLst>
            </a:custGeom>
            <a:solidFill>
              <a:srgbClr val="004F59"/>
            </a:solidFill>
            <a:ln w="6390" cap="flat">
              <a:noFill/>
              <a:prstDash val="solid"/>
              <a:miter/>
            </a:ln>
          </p:spPr>
          <p:txBody>
            <a:bodyPr rtlCol="0" anchor="ctr"/>
            <a:lstStyle/>
            <a:p>
              <a:endParaRPr lang="en-US"/>
            </a:p>
          </p:txBody>
        </p:sp>
        <p:sp>
          <p:nvSpPr>
            <p:cNvPr id="8" name="Graphic 4">
              <a:extLst>
                <a:ext uri="{FF2B5EF4-FFF2-40B4-BE49-F238E27FC236}">
                  <a16:creationId xmlns:a16="http://schemas.microsoft.com/office/drawing/2014/main" id="{4C209EAB-3216-E44A-99C6-473E5A0318D9}"/>
                </a:ext>
              </a:extLst>
            </p:cNvPr>
            <p:cNvSpPr/>
            <p:nvPr/>
          </p:nvSpPr>
          <p:spPr>
            <a:xfrm>
              <a:off x="1590209" y="1463371"/>
              <a:ext cx="211049" cy="240676"/>
            </a:xfrm>
            <a:custGeom>
              <a:avLst/>
              <a:gdLst>
                <a:gd name="connsiteX0" fmla="*/ 208557 w 211049"/>
                <a:gd name="connsiteY0" fmla="*/ 58094 h 240676"/>
                <a:gd name="connsiteX1" fmla="*/ 141463 w 211049"/>
                <a:gd name="connsiteY1" fmla="*/ 56817 h 240676"/>
                <a:gd name="connsiteX2" fmla="*/ 105679 w 211049"/>
                <a:gd name="connsiteY2" fmla="*/ 0 h 240676"/>
                <a:gd name="connsiteX3" fmla="*/ 69896 w 211049"/>
                <a:gd name="connsiteY3" fmla="*/ 55541 h 240676"/>
                <a:gd name="connsiteX4" fmla="*/ 52643 w 211049"/>
                <a:gd name="connsiteY4" fmla="*/ 49795 h 240676"/>
                <a:gd name="connsiteX5" fmla="*/ 4079 w 211049"/>
                <a:gd name="connsiteY5" fmla="*/ 55541 h 240676"/>
                <a:gd name="connsiteX6" fmla="*/ 36029 w 211049"/>
                <a:gd name="connsiteY6" fmla="*/ 119380 h 240676"/>
                <a:gd name="connsiteX7" fmla="*/ 2801 w 211049"/>
                <a:gd name="connsiteY7" fmla="*/ 182582 h 240676"/>
                <a:gd name="connsiteX8" fmla="*/ 27083 w 211049"/>
                <a:gd name="connsiteY8" fmla="*/ 192796 h 240676"/>
                <a:gd name="connsiteX9" fmla="*/ 51365 w 211049"/>
                <a:gd name="connsiteY9" fmla="*/ 189604 h 240676"/>
                <a:gd name="connsiteX10" fmla="*/ 69896 w 211049"/>
                <a:gd name="connsiteY10" fmla="*/ 183859 h 240676"/>
                <a:gd name="connsiteX11" fmla="*/ 105679 w 211049"/>
                <a:gd name="connsiteY11" fmla="*/ 240676 h 240676"/>
                <a:gd name="connsiteX12" fmla="*/ 140824 w 211049"/>
                <a:gd name="connsiteY12" fmla="*/ 185774 h 240676"/>
                <a:gd name="connsiteX13" fmla="*/ 182998 w 211049"/>
                <a:gd name="connsiteY13" fmla="*/ 195350 h 240676"/>
                <a:gd name="connsiteX14" fmla="*/ 206001 w 211049"/>
                <a:gd name="connsiteY14" fmla="*/ 185774 h 240676"/>
                <a:gd name="connsiteX15" fmla="*/ 174052 w 211049"/>
                <a:gd name="connsiteY15" fmla="*/ 121934 h 240676"/>
                <a:gd name="connsiteX16" fmla="*/ 208557 w 211049"/>
                <a:gd name="connsiteY16" fmla="*/ 58094 h 240676"/>
                <a:gd name="connsiteX17" fmla="*/ 105679 w 211049"/>
                <a:gd name="connsiteY17" fmla="*/ 13406 h 240676"/>
                <a:gd name="connsiteX18" fmla="*/ 129322 w 211049"/>
                <a:gd name="connsiteY18" fmla="*/ 61925 h 240676"/>
                <a:gd name="connsiteX19" fmla="*/ 106318 w 211049"/>
                <a:gd name="connsiteY19" fmla="*/ 72777 h 240676"/>
                <a:gd name="connsiteX20" fmla="*/ 82037 w 211049"/>
                <a:gd name="connsiteY20" fmla="*/ 60648 h 240676"/>
                <a:gd name="connsiteX21" fmla="*/ 105679 w 211049"/>
                <a:gd name="connsiteY21" fmla="*/ 13406 h 240676"/>
                <a:gd name="connsiteX22" fmla="*/ 105679 w 211049"/>
                <a:gd name="connsiteY22" fmla="*/ 13406 h 240676"/>
                <a:gd name="connsiteX23" fmla="*/ 134434 w 211049"/>
                <a:gd name="connsiteY23" fmla="*/ 120019 h 240676"/>
                <a:gd name="connsiteX24" fmla="*/ 133795 w 211049"/>
                <a:gd name="connsiteY24" fmla="*/ 135979 h 240676"/>
                <a:gd name="connsiteX25" fmla="*/ 120376 w 211049"/>
                <a:gd name="connsiteY25" fmla="*/ 144278 h 240676"/>
                <a:gd name="connsiteX26" fmla="*/ 105040 w 211049"/>
                <a:gd name="connsiteY26" fmla="*/ 153216 h 240676"/>
                <a:gd name="connsiteX27" fmla="*/ 89705 w 211049"/>
                <a:gd name="connsiteY27" fmla="*/ 144278 h 240676"/>
                <a:gd name="connsiteX28" fmla="*/ 76925 w 211049"/>
                <a:gd name="connsiteY28" fmla="*/ 135340 h 240676"/>
                <a:gd name="connsiteX29" fmla="*/ 76286 w 211049"/>
                <a:gd name="connsiteY29" fmla="*/ 120019 h 240676"/>
                <a:gd name="connsiteX30" fmla="*/ 76925 w 211049"/>
                <a:gd name="connsiteY30" fmla="*/ 104059 h 240676"/>
                <a:gd name="connsiteX31" fmla="*/ 90344 w 211049"/>
                <a:gd name="connsiteY31" fmla="*/ 95121 h 240676"/>
                <a:gd name="connsiteX32" fmla="*/ 105679 w 211049"/>
                <a:gd name="connsiteY32" fmla="*/ 86184 h 240676"/>
                <a:gd name="connsiteX33" fmla="*/ 121015 w 211049"/>
                <a:gd name="connsiteY33" fmla="*/ 95121 h 240676"/>
                <a:gd name="connsiteX34" fmla="*/ 133795 w 211049"/>
                <a:gd name="connsiteY34" fmla="*/ 104059 h 240676"/>
                <a:gd name="connsiteX35" fmla="*/ 134434 w 211049"/>
                <a:gd name="connsiteY35" fmla="*/ 120019 h 240676"/>
                <a:gd name="connsiteX36" fmla="*/ 134434 w 211049"/>
                <a:gd name="connsiteY36" fmla="*/ 120019 h 240676"/>
                <a:gd name="connsiteX37" fmla="*/ 147214 w 211049"/>
                <a:gd name="connsiteY37" fmla="*/ 114273 h 240676"/>
                <a:gd name="connsiteX38" fmla="*/ 155521 w 211049"/>
                <a:gd name="connsiteY38" fmla="*/ 120657 h 240676"/>
                <a:gd name="connsiteX39" fmla="*/ 147214 w 211049"/>
                <a:gd name="connsiteY39" fmla="*/ 127041 h 240676"/>
                <a:gd name="connsiteX40" fmla="*/ 147214 w 211049"/>
                <a:gd name="connsiteY40" fmla="*/ 120019 h 240676"/>
                <a:gd name="connsiteX41" fmla="*/ 147214 w 211049"/>
                <a:gd name="connsiteY41" fmla="*/ 114273 h 240676"/>
                <a:gd name="connsiteX42" fmla="*/ 147214 w 211049"/>
                <a:gd name="connsiteY42" fmla="*/ 114273 h 240676"/>
                <a:gd name="connsiteX43" fmla="*/ 133156 w 211049"/>
                <a:gd name="connsiteY43" fmla="*/ 151939 h 240676"/>
                <a:gd name="connsiteX44" fmla="*/ 131239 w 211049"/>
                <a:gd name="connsiteY44" fmla="*/ 166622 h 240676"/>
                <a:gd name="connsiteX45" fmla="*/ 118459 w 211049"/>
                <a:gd name="connsiteY45" fmla="*/ 160238 h 240676"/>
                <a:gd name="connsiteX46" fmla="*/ 127405 w 211049"/>
                <a:gd name="connsiteY46" fmla="*/ 155131 h 240676"/>
                <a:gd name="connsiteX47" fmla="*/ 133156 w 211049"/>
                <a:gd name="connsiteY47" fmla="*/ 151939 h 240676"/>
                <a:gd name="connsiteX48" fmla="*/ 91622 w 211049"/>
                <a:gd name="connsiteY48" fmla="*/ 160876 h 240676"/>
                <a:gd name="connsiteX49" fmla="*/ 79481 w 211049"/>
                <a:gd name="connsiteY49" fmla="*/ 165984 h 240676"/>
                <a:gd name="connsiteX50" fmla="*/ 78203 w 211049"/>
                <a:gd name="connsiteY50" fmla="*/ 151939 h 240676"/>
                <a:gd name="connsiteX51" fmla="*/ 83315 w 211049"/>
                <a:gd name="connsiteY51" fmla="*/ 155131 h 240676"/>
                <a:gd name="connsiteX52" fmla="*/ 91622 w 211049"/>
                <a:gd name="connsiteY52" fmla="*/ 160876 h 240676"/>
                <a:gd name="connsiteX53" fmla="*/ 64145 w 211049"/>
                <a:gd name="connsiteY53" fmla="*/ 126403 h 240676"/>
                <a:gd name="connsiteX54" fmla="*/ 55838 w 211049"/>
                <a:gd name="connsiteY54" fmla="*/ 120019 h 240676"/>
                <a:gd name="connsiteX55" fmla="*/ 64145 w 211049"/>
                <a:gd name="connsiteY55" fmla="*/ 113635 h 240676"/>
                <a:gd name="connsiteX56" fmla="*/ 64145 w 211049"/>
                <a:gd name="connsiteY56" fmla="*/ 120657 h 240676"/>
                <a:gd name="connsiteX57" fmla="*/ 64145 w 211049"/>
                <a:gd name="connsiteY57" fmla="*/ 126403 h 240676"/>
                <a:gd name="connsiteX58" fmla="*/ 64145 w 211049"/>
                <a:gd name="connsiteY58" fmla="*/ 126403 h 240676"/>
                <a:gd name="connsiteX59" fmla="*/ 78203 w 211049"/>
                <a:gd name="connsiteY59" fmla="*/ 88099 h 240676"/>
                <a:gd name="connsiteX60" fmla="*/ 80120 w 211049"/>
                <a:gd name="connsiteY60" fmla="*/ 73416 h 240676"/>
                <a:gd name="connsiteX61" fmla="*/ 92899 w 211049"/>
                <a:gd name="connsiteY61" fmla="*/ 79161 h 240676"/>
                <a:gd name="connsiteX62" fmla="*/ 83954 w 211049"/>
                <a:gd name="connsiteY62" fmla="*/ 84269 h 240676"/>
                <a:gd name="connsiteX63" fmla="*/ 78203 w 211049"/>
                <a:gd name="connsiteY63" fmla="*/ 88099 h 240676"/>
                <a:gd name="connsiteX64" fmla="*/ 78203 w 211049"/>
                <a:gd name="connsiteY64" fmla="*/ 88099 h 240676"/>
                <a:gd name="connsiteX65" fmla="*/ 128044 w 211049"/>
                <a:gd name="connsiteY65" fmla="*/ 85545 h 240676"/>
                <a:gd name="connsiteX66" fmla="*/ 119737 w 211049"/>
                <a:gd name="connsiteY66" fmla="*/ 80438 h 240676"/>
                <a:gd name="connsiteX67" fmla="*/ 131878 w 211049"/>
                <a:gd name="connsiteY67" fmla="*/ 74693 h 240676"/>
                <a:gd name="connsiteX68" fmla="*/ 133156 w 211049"/>
                <a:gd name="connsiteY68" fmla="*/ 88737 h 240676"/>
                <a:gd name="connsiteX69" fmla="*/ 128044 w 211049"/>
                <a:gd name="connsiteY69" fmla="*/ 85545 h 240676"/>
                <a:gd name="connsiteX70" fmla="*/ 14942 w 211049"/>
                <a:gd name="connsiteY70" fmla="*/ 62563 h 240676"/>
                <a:gd name="connsiteX71" fmla="*/ 27083 w 211049"/>
                <a:gd name="connsiteY71" fmla="*/ 58733 h 240676"/>
                <a:gd name="connsiteX72" fmla="*/ 48809 w 211049"/>
                <a:gd name="connsiteY72" fmla="*/ 62563 h 240676"/>
                <a:gd name="connsiteX73" fmla="*/ 67340 w 211049"/>
                <a:gd name="connsiteY73" fmla="*/ 68947 h 240676"/>
                <a:gd name="connsiteX74" fmla="*/ 64145 w 211049"/>
                <a:gd name="connsiteY74" fmla="*/ 97675 h 240676"/>
                <a:gd name="connsiteX75" fmla="*/ 45614 w 211049"/>
                <a:gd name="connsiteY75" fmla="*/ 111720 h 240676"/>
                <a:gd name="connsiteX76" fmla="*/ 14942 w 211049"/>
                <a:gd name="connsiteY76" fmla="*/ 62563 h 240676"/>
                <a:gd name="connsiteX77" fmla="*/ 14942 w 211049"/>
                <a:gd name="connsiteY77" fmla="*/ 62563 h 240676"/>
                <a:gd name="connsiteX78" fmla="*/ 48170 w 211049"/>
                <a:gd name="connsiteY78" fmla="*/ 176836 h 240676"/>
                <a:gd name="connsiteX79" fmla="*/ 13664 w 211049"/>
                <a:gd name="connsiteY79" fmla="*/ 175560 h 240676"/>
                <a:gd name="connsiteX80" fmla="*/ 45614 w 211049"/>
                <a:gd name="connsiteY80" fmla="*/ 127680 h 240676"/>
                <a:gd name="connsiteX81" fmla="*/ 64145 w 211049"/>
                <a:gd name="connsiteY81" fmla="*/ 142363 h 240676"/>
                <a:gd name="connsiteX82" fmla="*/ 67340 w 211049"/>
                <a:gd name="connsiteY82" fmla="*/ 170452 h 240676"/>
                <a:gd name="connsiteX83" fmla="*/ 48170 w 211049"/>
                <a:gd name="connsiteY83" fmla="*/ 176836 h 240676"/>
                <a:gd name="connsiteX84" fmla="*/ 48170 w 211049"/>
                <a:gd name="connsiteY84" fmla="*/ 176836 h 240676"/>
                <a:gd name="connsiteX85" fmla="*/ 105679 w 211049"/>
                <a:gd name="connsiteY85" fmla="*/ 227270 h 240676"/>
                <a:gd name="connsiteX86" fmla="*/ 82037 w 211049"/>
                <a:gd name="connsiteY86" fmla="*/ 178752 h 240676"/>
                <a:gd name="connsiteX87" fmla="*/ 105040 w 211049"/>
                <a:gd name="connsiteY87" fmla="*/ 167899 h 240676"/>
                <a:gd name="connsiteX88" fmla="*/ 128683 w 211049"/>
                <a:gd name="connsiteY88" fmla="*/ 180028 h 240676"/>
                <a:gd name="connsiteX89" fmla="*/ 105679 w 211049"/>
                <a:gd name="connsiteY89" fmla="*/ 227270 h 240676"/>
                <a:gd name="connsiteX90" fmla="*/ 105679 w 211049"/>
                <a:gd name="connsiteY90" fmla="*/ 227270 h 240676"/>
                <a:gd name="connsiteX91" fmla="*/ 196417 w 211049"/>
                <a:gd name="connsiteY91" fmla="*/ 178113 h 240676"/>
                <a:gd name="connsiteX92" fmla="*/ 144019 w 211049"/>
                <a:gd name="connsiteY92" fmla="*/ 172368 h 240676"/>
                <a:gd name="connsiteX93" fmla="*/ 147214 w 211049"/>
                <a:gd name="connsiteY93" fmla="*/ 143640 h 240676"/>
                <a:gd name="connsiteX94" fmla="*/ 165745 w 211049"/>
                <a:gd name="connsiteY94" fmla="*/ 129595 h 240676"/>
                <a:gd name="connsiteX95" fmla="*/ 196417 w 211049"/>
                <a:gd name="connsiteY95" fmla="*/ 178113 h 240676"/>
                <a:gd name="connsiteX96" fmla="*/ 196417 w 211049"/>
                <a:gd name="connsiteY96" fmla="*/ 178113 h 240676"/>
                <a:gd name="connsiteX97" fmla="*/ 165745 w 211049"/>
                <a:gd name="connsiteY97" fmla="*/ 112358 h 240676"/>
                <a:gd name="connsiteX98" fmla="*/ 147214 w 211049"/>
                <a:gd name="connsiteY98" fmla="*/ 97675 h 240676"/>
                <a:gd name="connsiteX99" fmla="*/ 144019 w 211049"/>
                <a:gd name="connsiteY99" fmla="*/ 69585 h 240676"/>
                <a:gd name="connsiteX100" fmla="*/ 184915 w 211049"/>
                <a:gd name="connsiteY100" fmla="*/ 60648 h 240676"/>
                <a:gd name="connsiteX101" fmla="*/ 197694 w 211049"/>
                <a:gd name="connsiteY101" fmla="*/ 64478 h 240676"/>
                <a:gd name="connsiteX102" fmla="*/ 165745 w 211049"/>
                <a:gd name="connsiteY102" fmla="*/ 112358 h 240676"/>
                <a:gd name="connsiteX103" fmla="*/ 165745 w 211049"/>
                <a:gd name="connsiteY103" fmla="*/ 112358 h 240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211049" h="240676">
                  <a:moveTo>
                    <a:pt x="208557" y="58094"/>
                  </a:moveTo>
                  <a:cubicBezTo>
                    <a:pt x="199612" y="43411"/>
                    <a:pt x="172774" y="45326"/>
                    <a:pt x="141463" y="56817"/>
                  </a:cubicBezTo>
                  <a:cubicBezTo>
                    <a:pt x="135073" y="24259"/>
                    <a:pt x="122932" y="0"/>
                    <a:pt x="105679" y="0"/>
                  </a:cubicBezTo>
                  <a:cubicBezTo>
                    <a:pt x="88427" y="0"/>
                    <a:pt x="76925" y="22982"/>
                    <a:pt x="69896" y="55541"/>
                  </a:cubicBezTo>
                  <a:cubicBezTo>
                    <a:pt x="64145" y="52987"/>
                    <a:pt x="58394" y="51710"/>
                    <a:pt x="52643" y="49795"/>
                  </a:cubicBezTo>
                  <a:cubicBezTo>
                    <a:pt x="27722" y="42773"/>
                    <a:pt x="11108" y="44688"/>
                    <a:pt x="4079" y="55541"/>
                  </a:cubicBezTo>
                  <a:cubicBezTo>
                    <a:pt x="-5506" y="70862"/>
                    <a:pt x="9830" y="95121"/>
                    <a:pt x="36029" y="119380"/>
                  </a:cubicBezTo>
                  <a:cubicBezTo>
                    <a:pt x="9191" y="143001"/>
                    <a:pt x="-6783" y="166622"/>
                    <a:pt x="2801" y="182582"/>
                  </a:cubicBezTo>
                  <a:cubicBezTo>
                    <a:pt x="6635" y="189604"/>
                    <a:pt x="14942" y="192796"/>
                    <a:pt x="27083" y="192796"/>
                  </a:cubicBezTo>
                  <a:cubicBezTo>
                    <a:pt x="35390" y="192796"/>
                    <a:pt x="43058" y="191519"/>
                    <a:pt x="51365" y="189604"/>
                  </a:cubicBezTo>
                  <a:cubicBezTo>
                    <a:pt x="57755" y="187689"/>
                    <a:pt x="63506" y="185774"/>
                    <a:pt x="69896" y="183859"/>
                  </a:cubicBezTo>
                  <a:cubicBezTo>
                    <a:pt x="76286" y="216417"/>
                    <a:pt x="88427" y="240676"/>
                    <a:pt x="105679" y="240676"/>
                  </a:cubicBezTo>
                  <a:cubicBezTo>
                    <a:pt x="122932" y="240676"/>
                    <a:pt x="134434" y="217694"/>
                    <a:pt x="140824" y="185774"/>
                  </a:cubicBezTo>
                  <a:cubicBezTo>
                    <a:pt x="154243" y="191519"/>
                    <a:pt x="168301" y="194711"/>
                    <a:pt x="182998" y="195350"/>
                  </a:cubicBezTo>
                  <a:cubicBezTo>
                    <a:pt x="193861" y="195350"/>
                    <a:pt x="202167" y="192158"/>
                    <a:pt x="206001" y="185774"/>
                  </a:cubicBezTo>
                  <a:cubicBezTo>
                    <a:pt x="215586" y="170452"/>
                    <a:pt x="200251" y="146193"/>
                    <a:pt x="174052" y="121934"/>
                  </a:cubicBezTo>
                  <a:cubicBezTo>
                    <a:pt x="201528" y="97037"/>
                    <a:pt x="217503" y="73416"/>
                    <a:pt x="208557" y="58094"/>
                  </a:cubicBezTo>
                  <a:close/>
                  <a:moveTo>
                    <a:pt x="105679" y="13406"/>
                  </a:moveTo>
                  <a:cubicBezTo>
                    <a:pt x="113347" y="13406"/>
                    <a:pt x="123571" y="31281"/>
                    <a:pt x="129322" y="61925"/>
                  </a:cubicBezTo>
                  <a:cubicBezTo>
                    <a:pt x="121654" y="65117"/>
                    <a:pt x="113986" y="68947"/>
                    <a:pt x="106318" y="72777"/>
                  </a:cubicBezTo>
                  <a:cubicBezTo>
                    <a:pt x="98012" y="68309"/>
                    <a:pt x="90344" y="64478"/>
                    <a:pt x="82037" y="60648"/>
                  </a:cubicBezTo>
                  <a:cubicBezTo>
                    <a:pt x="88427" y="30643"/>
                    <a:pt x="98012" y="12768"/>
                    <a:pt x="105679" y="13406"/>
                  </a:cubicBezTo>
                  <a:lnTo>
                    <a:pt x="105679" y="13406"/>
                  </a:lnTo>
                  <a:close/>
                  <a:moveTo>
                    <a:pt x="134434" y="120019"/>
                  </a:moveTo>
                  <a:cubicBezTo>
                    <a:pt x="134434" y="125764"/>
                    <a:pt x="134434" y="130872"/>
                    <a:pt x="133795" y="135979"/>
                  </a:cubicBezTo>
                  <a:cubicBezTo>
                    <a:pt x="129322" y="138532"/>
                    <a:pt x="124849" y="141724"/>
                    <a:pt x="120376" y="144278"/>
                  </a:cubicBezTo>
                  <a:cubicBezTo>
                    <a:pt x="115903" y="146832"/>
                    <a:pt x="110152" y="150024"/>
                    <a:pt x="105040" y="153216"/>
                  </a:cubicBezTo>
                  <a:cubicBezTo>
                    <a:pt x="99928" y="150662"/>
                    <a:pt x="94817" y="147470"/>
                    <a:pt x="89705" y="144278"/>
                  </a:cubicBezTo>
                  <a:cubicBezTo>
                    <a:pt x="84593" y="141086"/>
                    <a:pt x="80759" y="138532"/>
                    <a:pt x="76925" y="135340"/>
                  </a:cubicBezTo>
                  <a:cubicBezTo>
                    <a:pt x="76925" y="130233"/>
                    <a:pt x="76286" y="125126"/>
                    <a:pt x="76286" y="120019"/>
                  </a:cubicBezTo>
                  <a:cubicBezTo>
                    <a:pt x="76286" y="114912"/>
                    <a:pt x="76286" y="109166"/>
                    <a:pt x="76925" y="104059"/>
                  </a:cubicBezTo>
                  <a:cubicBezTo>
                    <a:pt x="81398" y="101505"/>
                    <a:pt x="85871" y="98313"/>
                    <a:pt x="90344" y="95121"/>
                  </a:cubicBezTo>
                  <a:cubicBezTo>
                    <a:pt x="94817" y="91929"/>
                    <a:pt x="100567" y="89376"/>
                    <a:pt x="105679" y="86184"/>
                  </a:cubicBezTo>
                  <a:cubicBezTo>
                    <a:pt x="110791" y="88737"/>
                    <a:pt x="115903" y="91929"/>
                    <a:pt x="121015" y="95121"/>
                  </a:cubicBezTo>
                  <a:cubicBezTo>
                    <a:pt x="126127" y="98313"/>
                    <a:pt x="129961" y="100867"/>
                    <a:pt x="133795" y="104059"/>
                  </a:cubicBezTo>
                  <a:cubicBezTo>
                    <a:pt x="134434" y="109166"/>
                    <a:pt x="134434" y="114912"/>
                    <a:pt x="134434" y="120019"/>
                  </a:cubicBezTo>
                  <a:lnTo>
                    <a:pt x="134434" y="120019"/>
                  </a:lnTo>
                  <a:close/>
                  <a:moveTo>
                    <a:pt x="147214" y="114273"/>
                  </a:moveTo>
                  <a:cubicBezTo>
                    <a:pt x="149770" y="116188"/>
                    <a:pt x="152965" y="118742"/>
                    <a:pt x="155521" y="120657"/>
                  </a:cubicBezTo>
                  <a:cubicBezTo>
                    <a:pt x="152965" y="122572"/>
                    <a:pt x="150409" y="124488"/>
                    <a:pt x="147214" y="127041"/>
                  </a:cubicBezTo>
                  <a:cubicBezTo>
                    <a:pt x="147214" y="124488"/>
                    <a:pt x="147214" y="122572"/>
                    <a:pt x="147214" y="120019"/>
                  </a:cubicBezTo>
                  <a:cubicBezTo>
                    <a:pt x="147214" y="117465"/>
                    <a:pt x="147214" y="116188"/>
                    <a:pt x="147214" y="114273"/>
                  </a:cubicBezTo>
                  <a:lnTo>
                    <a:pt x="147214" y="114273"/>
                  </a:lnTo>
                  <a:close/>
                  <a:moveTo>
                    <a:pt x="133156" y="151939"/>
                  </a:moveTo>
                  <a:cubicBezTo>
                    <a:pt x="132517" y="157046"/>
                    <a:pt x="131878" y="162153"/>
                    <a:pt x="131239" y="166622"/>
                  </a:cubicBezTo>
                  <a:cubicBezTo>
                    <a:pt x="126766" y="164707"/>
                    <a:pt x="122932" y="162792"/>
                    <a:pt x="118459" y="160238"/>
                  </a:cubicBezTo>
                  <a:lnTo>
                    <a:pt x="127405" y="155131"/>
                  </a:lnTo>
                  <a:lnTo>
                    <a:pt x="133156" y="151939"/>
                  </a:lnTo>
                  <a:close/>
                  <a:moveTo>
                    <a:pt x="91622" y="160876"/>
                  </a:moveTo>
                  <a:cubicBezTo>
                    <a:pt x="87788" y="162792"/>
                    <a:pt x="83315" y="164707"/>
                    <a:pt x="79481" y="165984"/>
                  </a:cubicBezTo>
                  <a:cubicBezTo>
                    <a:pt x="78842" y="161515"/>
                    <a:pt x="78203" y="157046"/>
                    <a:pt x="78203" y="151939"/>
                  </a:cubicBezTo>
                  <a:lnTo>
                    <a:pt x="83315" y="155131"/>
                  </a:lnTo>
                  <a:lnTo>
                    <a:pt x="91622" y="160876"/>
                  </a:lnTo>
                  <a:close/>
                  <a:moveTo>
                    <a:pt x="64145" y="126403"/>
                  </a:moveTo>
                  <a:cubicBezTo>
                    <a:pt x="61589" y="124488"/>
                    <a:pt x="58394" y="121934"/>
                    <a:pt x="55838" y="120019"/>
                  </a:cubicBezTo>
                  <a:cubicBezTo>
                    <a:pt x="58394" y="118104"/>
                    <a:pt x="60950" y="116188"/>
                    <a:pt x="64145" y="113635"/>
                  </a:cubicBezTo>
                  <a:cubicBezTo>
                    <a:pt x="64145" y="116188"/>
                    <a:pt x="64145" y="118104"/>
                    <a:pt x="64145" y="120657"/>
                  </a:cubicBezTo>
                  <a:cubicBezTo>
                    <a:pt x="64145" y="123211"/>
                    <a:pt x="64145" y="123849"/>
                    <a:pt x="64145" y="126403"/>
                  </a:cubicBezTo>
                  <a:lnTo>
                    <a:pt x="64145" y="126403"/>
                  </a:lnTo>
                  <a:close/>
                  <a:moveTo>
                    <a:pt x="78203" y="88099"/>
                  </a:moveTo>
                  <a:cubicBezTo>
                    <a:pt x="78842" y="82992"/>
                    <a:pt x="79481" y="77885"/>
                    <a:pt x="80120" y="73416"/>
                  </a:cubicBezTo>
                  <a:cubicBezTo>
                    <a:pt x="83954" y="75331"/>
                    <a:pt x="88427" y="77246"/>
                    <a:pt x="92899" y="79161"/>
                  </a:cubicBezTo>
                  <a:cubicBezTo>
                    <a:pt x="89705" y="81077"/>
                    <a:pt x="87149" y="82353"/>
                    <a:pt x="83954" y="84269"/>
                  </a:cubicBezTo>
                  <a:cubicBezTo>
                    <a:pt x="80759" y="86184"/>
                    <a:pt x="80120" y="86822"/>
                    <a:pt x="78203" y="88099"/>
                  </a:cubicBezTo>
                  <a:lnTo>
                    <a:pt x="78203" y="88099"/>
                  </a:lnTo>
                  <a:close/>
                  <a:moveTo>
                    <a:pt x="128044" y="85545"/>
                  </a:moveTo>
                  <a:lnTo>
                    <a:pt x="119737" y="80438"/>
                  </a:lnTo>
                  <a:cubicBezTo>
                    <a:pt x="123571" y="78523"/>
                    <a:pt x="127405" y="76608"/>
                    <a:pt x="131878" y="74693"/>
                  </a:cubicBezTo>
                  <a:cubicBezTo>
                    <a:pt x="132517" y="79161"/>
                    <a:pt x="133156" y="83630"/>
                    <a:pt x="133156" y="88737"/>
                  </a:cubicBezTo>
                  <a:lnTo>
                    <a:pt x="128044" y="85545"/>
                  </a:lnTo>
                  <a:close/>
                  <a:moveTo>
                    <a:pt x="14942" y="62563"/>
                  </a:moveTo>
                  <a:cubicBezTo>
                    <a:pt x="16220" y="60648"/>
                    <a:pt x="20054" y="58733"/>
                    <a:pt x="27083" y="58733"/>
                  </a:cubicBezTo>
                  <a:cubicBezTo>
                    <a:pt x="34751" y="58733"/>
                    <a:pt x="41780" y="60009"/>
                    <a:pt x="48809" y="62563"/>
                  </a:cubicBezTo>
                  <a:cubicBezTo>
                    <a:pt x="55199" y="64478"/>
                    <a:pt x="60950" y="66393"/>
                    <a:pt x="67340" y="68947"/>
                  </a:cubicBezTo>
                  <a:cubicBezTo>
                    <a:pt x="66062" y="77885"/>
                    <a:pt x="64784" y="88099"/>
                    <a:pt x="64145" y="97675"/>
                  </a:cubicBezTo>
                  <a:cubicBezTo>
                    <a:pt x="57755" y="102144"/>
                    <a:pt x="51365" y="106612"/>
                    <a:pt x="45614" y="111720"/>
                  </a:cubicBezTo>
                  <a:cubicBezTo>
                    <a:pt x="21332" y="88099"/>
                    <a:pt x="11108" y="68947"/>
                    <a:pt x="14942" y="62563"/>
                  </a:cubicBezTo>
                  <a:lnTo>
                    <a:pt x="14942" y="62563"/>
                  </a:lnTo>
                  <a:close/>
                  <a:moveTo>
                    <a:pt x="48170" y="176836"/>
                  </a:moveTo>
                  <a:cubicBezTo>
                    <a:pt x="26444" y="181944"/>
                    <a:pt x="16220" y="179390"/>
                    <a:pt x="13664" y="175560"/>
                  </a:cubicBezTo>
                  <a:cubicBezTo>
                    <a:pt x="9830" y="168537"/>
                    <a:pt x="20693" y="150024"/>
                    <a:pt x="45614" y="127680"/>
                  </a:cubicBezTo>
                  <a:cubicBezTo>
                    <a:pt x="51365" y="132787"/>
                    <a:pt x="57755" y="137256"/>
                    <a:pt x="64145" y="142363"/>
                  </a:cubicBezTo>
                  <a:cubicBezTo>
                    <a:pt x="64784" y="151939"/>
                    <a:pt x="65423" y="161515"/>
                    <a:pt x="67340" y="170452"/>
                  </a:cubicBezTo>
                  <a:cubicBezTo>
                    <a:pt x="60950" y="173006"/>
                    <a:pt x="54560" y="174921"/>
                    <a:pt x="48170" y="176836"/>
                  </a:cubicBezTo>
                  <a:lnTo>
                    <a:pt x="48170" y="176836"/>
                  </a:lnTo>
                  <a:close/>
                  <a:moveTo>
                    <a:pt x="105679" y="227270"/>
                  </a:moveTo>
                  <a:cubicBezTo>
                    <a:pt x="98012" y="227270"/>
                    <a:pt x="87788" y="209395"/>
                    <a:pt x="82037" y="178752"/>
                  </a:cubicBezTo>
                  <a:cubicBezTo>
                    <a:pt x="89705" y="175560"/>
                    <a:pt x="97373" y="171729"/>
                    <a:pt x="105040" y="167899"/>
                  </a:cubicBezTo>
                  <a:cubicBezTo>
                    <a:pt x="113347" y="172368"/>
                    <a:pt x="121015" y="176198"/>
                    <a:pt x="128683" y="180028"/>
                  </a:cubicBezTo>
                  <a:cubicBezTo>
                    <a:pt x="122932" y="209395"/>
                    <a:pt x="113347" y="227270"/>
                    <a:pt x="105679" y="227270"/>
                  </a:cubicBezTo>
                  <a:lnTo>
                    <a:pt x="105679" y="227270"/>
                  </a:lnTo>
                  <a:close/>
                  <a:moveTo>
                    <a:pt x="196417" y="178113"/>
                  </a:moveTo>
                  <a:cubicBezTo>
                    <a:pt x="192583" y="184497"/>
                    <a:pt x="172135" y="183220"/>
                    <a:pt x="144019" y="172368"/>
                  </a:cubicBezTo>
                  <a:cubicBezTo>
                    <a:pt x="145297" y="163430"/>
                    <a:pt x="146575" y="153216"/>
                    <a:pt x="147214" y="143640"/>
                  </a:cubicBezTo>
                  <a:cubicBezTo>
                    <a:pt x="153604" y="139171"/>
                    <a:pt x="159994" y="134702"/>
                    <a:pt x="165745" y="129595"/>
                  </a:cubicBezTo>
                  <a:cubicBezTo>
                    <a:pt x="189388" y="151939"/>
                    <a:pt x="200251" y="171091"/>
                    <a:pt x="196417" y="178113"/>
                  </a:cubicBezTo>
                  <a:lnTo>
                    <a:pt x="196417" y="178113"/>
                  </a:lnTo>
                  <a:close/>
                  <a:moveTo>
                    <a:pt x="165745" y="112358"/>
                  </a:moveTo>
                  <a:cubicBezTo>
                    <a:pt x="159994" y="107251"/>
                    <a:pt x="153604" y="102144"/>
                    <a:pt x="147214" y="97675"/>
                  </a:cubicBezTo>
                  <a:cubicBezTo>
                    <a:pt x="146575" y="88099"/>
                    <a:pt x="145936" y="78523"/>
                    <a:pt x="144019" y="69585"/>
                  </a:cubicBezTo>
                  <a:cubicBezTo>
                    <a:pt x="156799" y="64478"/>
                    <a:pt x="170857" y="61286"/>
                    <a:pt x="184915" y="60648"/>
                  </a:cubicBezTo>
                  <a:cubicBezTo>
                    <a:pt x="191944" y="60648"/>
                    <a:pt x="196417" y="61925"/>
                    <a:pt x="197694" y="64478"/>
                  </a:cubicBezTo>
                  <a:cubicBezTo>
                    <a:pt x="201528" y="71501"/>
                    <a:pt x="190027" y="90014"/>
                    <a:pt x="165745" y="112358"/>
                  </a:cubicBezTo>
                  <a:lnTo>
                    <a:pt x="165745" y="112358"/>
                  </a:lnTo>
                  <a:close/>
                </a:path>
              </a:pathLst>
            </a:custGeom>
            <a:solidFill>
              <a:srgbClr val="004F59"/>
            </a:solidFill>
            <a:ln w="6390" cap="flat">
              <a:noFill/>
              <a:prstDash val="solid"/>
              <a:miter/>
            </a:ln>
          </p:spPr>
          <p:txBody>
            <a:bodyPr rtlCol="0" anchor="ctr"/>
            <a:lstStyle/>
            <a:p>
              <a:endParaRPr lang="en-US"/>
            </a:p>
          </p:txBody>
        </p:sp>
        <p:sp>
          <p:nvSpPr>
            <p:cNvPr id="89" name="Graphic 4">
              <a:extLst>
                <a:ext uri="{FF2B5EF4-FFF2-40B4-BE49-F238E27FC236}">
                  <a16:creationId xmlns:a16="http://schemas.microsoft.com/office/drawing/2014/main" id="{990502CC-9A7D-894A-BBCF-DCBABC7C7925}"/>
                </a:ext>
              </a:extLst>
            </p:cNvPr>
            <p:cNvSpPr/>
            <p:nvPr/>
          </p:nvSpPr>
          <p:spPr>
            <a:xfrm>
              <a:off x="1672885" y="1560407"/>
              <a:ext cx="46007" cy="45964"/>
            </a:xfrm>
            <a:custGeom>
              <a:avLst/>
              <a:gdLst>
                <a:gd name="connsiteX0" fmla="*/ 0 w 46007"/>
                <a:gd name="connsiteY0" fmla="*/ 22982 h 45964"/>
                <a:gd name="connsiteX1" fmla="*/ 23004 w 46007"/>
                <a:gd name="connsiteY1" fmla="*/ 45965 h 45964"/>
                <a:gd name="connsiteX2" fmla="*/ 46008 w 46007"/>
                <a:gd name="connsiteY2" fmla="*/ 22982 h 45964"/>
                <a:gd name="connsiteX3" fmla="*/ 23004 w 46007"/>
                <a:gd name="connsiteY3" fmla="*/ 0 h 45964"/>
                <a:gd name="connsiteX4" fmla="*/ 0 w 46007"/>
                <a:gd name="connsiteY4" fmla="*/ 22982 h 45964"/>
                <a:gd name="connsiteX5" fmla="*/ 33228 w 46007"/>
                <a:gd name="connsiteY5" fmla="*/ 22982 h 45964"/>
                <a:gd name="connsiteX6" fmla="*/ 23004 w 46007"/>
                <a:gd name="connsiteY6" fmla="*/ 33197 h 45964"/>
                <a:gd name="connsiteX7" fmla="*/ 12780 w 46007"/>
                <a:gd name="connsiteY7" fmla="*/ 22982 h 45964"/>
                <a:gd name="connsiteX8" fmla="*/ 23004 w 46007"/>
                <a:gd name="connsiteY8" fmla="*/ 12768 h 45964"/>
                <a:gd name="connsiteX9" fmla="*/ 33228 w 46007"/>
                <a:gd name="connsiteY9" fmla="*/ 22982 h 45964"/>
                <a:gd name="connsiteX10" fmla="*/ 33228 w 46007"/>
                <a:gd name="connsiteY10" fmla="*/ 22982 h 45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007" h="45964">
                  <a:moveTo>
                    <a:pt x="0" y="22982"/>
                  </a:moveTo>
                  <a:cubicBezTo>
                    <a:pt x="0" y="35750"/>
                    <a:pt x="10224" y="45965"/>
                    <a:pt x="23004" y="45965"/>
                  </a:cubicBezTo>
                  <a:cubicBezTo>
                    <a:pt x="35784" y="45965"/>
                    <a:pt x="46008" y="35750"/>
                    <a:pt x="46008" y="22982"/>
                  </a:cubicBezTo>
                  <a:cubicBezTo>
                    <a:pt x="46008" y="10214"/>
                    <a:pt x="35784" y="0"/>
                    <a:pt x="23004" y="0"/>
                  </a:cubicBezTo>
                  <a:cubicBezTo>
                    <a:pt x="10224" y="0"/>
                    <a:pt x="0" y="10214"/>
                    <a:pt x="0" y="22982"/>
                  </a:cubicBezTo>
                  <a:close/>
                  <a:moveTo>
                    <a:pt x="33228" y="22982"/>
                  </a:moveTo>
                  <a:cubicBezTo>
                    <a:pt x="33228" y="28728"/>
                    <a:pt x="28755" y="33197"/>
                    <a:pt x="23004" y="33197"/>
                  </a:cubicBezTo>
                  <a:cubicBezTo>
                    <a:pt x="17253" y="33197"/>
                    <a:pt x="12780" y="28728"/>
                    <a:pt x="12780" y="22982"/>
                  </a:cubicBezTo>
                  <a:cubicBezTo>
                    <a:pt x="12780" y="17237"/>
                    <a:pt x="17253" y="12768"/>
                    <a:pt x="23004" y="12768"/>
                  </a:cubicBezTo>
                  <a:cubicBezTo>
                    <a:pt x="28755" y="12768"/>
                    <a:pt x="33228" y="17237"/>
                    <a:pt x="33228" y="22982"/>
                  </a:cubicBezTo>
                  <a:lnTo>
                    <a:pt x="33228" y="22982"/>
                  </a:lnTo>
                  <a:close/>
                </a:path>
              </a:pathLst>
            </a:custGeom>
            <a:solidFill>
              <a:srgbClr val="004F59"/>
            </a:solidFill>
            <a:ln w="6390" cap="flat">
              <a:noFill/>
              <a:prstDash val="solid"/>
              <a:miter/>
            </a:ln>
          </p:spPr>
          <p:txBody>
            <a:bodyPr rtlCol="0" anchor="ctr"/>
            <a:lstStyle/>
            <a:p>
              <a:endParaRPr lang="en-US"/>
            </a:p>
          </p:txBody>
        </p:sp>
      </p:grpSp>
      <p:grpSp>
        <p:nvGrpSpPr>
          <p:cNvPr id="90" name="Graphic 4">
            <a:extLst>
              <a:ext uri="{FF2B5EF4-FFF2-40B4-BE49-F238E27FC236}">
                <a16:creationId xmlns:a16="http://schemas.microsoft.com/office/drawing/2014/main" id="{8D9E1415-2806-6742-9453-7094428BB322}"/>
              </a:ext>
            </a:extLst>
          </p:cNvPr>
          <p:cNvGrpSpPr>
            <a:grpSpLocks noChangeAspect="1"/>
          </p:cNvGrpSpPr>
          <p:nvPr/>
        </p:nvGrpSpPr>
        <p:grpSpPr>
          <a:xfrm>
            <a:off x="1952125" y="1402723"/>
            <a:ext cx="362313" cy="361971"/>
            <a:chOff x="1952125" y="1402723"/>
            <a:chExt cx="362313" cy="361971"/>
          </a:xfrm>
          <a:solidFill>
            <a:srgbClr val="004F59"/>
          </a:solidFill>
        </p:grpSpPr>
        <p:sp>
          <p:nvSpPr>
            <p:cNvPr id="91" name="Graphic 4">
              <a:extLst>
                <a:ext uri="{FF2B5EF4-FFF2-40B4-BE49-F238E27FC236}">
                  <a16:creationId xmlns:a16="http://schemas.microsoft.com/office/drawing/2014/main" id="{AEA5D641-62A9-F64E-88E0-6BF3B2FAC9A7}"/>
                </a:ext>
              </a:extLst>
            </p:cNvPr>
            <p:cNvSpPr/>
            <p:nvPr/>
          </p:nvSpPr>
          <p:spPr>
            <a:xfrm>
              <a:off x="2146379" y="1615310"/>
              <a:ext cx="14696" cy="14683"/>
            </a:xfrm>
            <a:custGeom>
              <a:avLst/>
              <a:gdLst>
                <a:gd name="connsiteX0" fmla="*/ 12780 w 14696"/>
                <a:gd name="connsiteY0" fmla="*/ 14683 h 14683"/>
                <a:gd name="connsiteX1" fmla="*/ 14697 w 14696"/>
                <a:gd name="connsiteY1" fmla="*/ 0 h 14683"/>
                <a:gd name="connsiteX2" fmla="*/ 8946 w 14696"/>
                <a:gd name="connsiteY2" fmla="*/ 3830 h 14683"/>
                <a:gd name="connsiteX3" fmla="*/ 0 w 14696"/>
                <a:gd name="connsiteY3" fmla="*/ 8938 h 14683"/>
                <a:gd name="connsiteX4" fmla="*/ 12780 w 14696"/>
                <a:gd name="connsiteY4" fmla="*/ 14683 h 14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96" h="14683">
                  <a:moveTo>
                    <a:pt x="12780" y="14683"/>
                  </a:moveTo>
                  <a:cubicBezTo>
                    <a:pt x="13419" y="10214"/>
                    <a:pt x="14058" y="5107"/>
                    <a:pt x="14697" y="0"/>
                  </a:cubicBezTo>
                  <a:lnTo>
                    <a:pt x="8946" y="3830"/>
                  </a:lnTo>
                  <a:lnTo>
                    <a:pt x="0" y="8938"/>
                  </a:lnTo>
                  <a:cubicBezTo>
                    <a:pt x="4473" y="10853"/>
                    <a:pt x="8946" y="12768"/>
                    <a:pt x="12780" y="14683"/>
                  </a:cubicBezTo>
                  <a:close/>
                </a:path>
              </a:pathLst>
            </a:custGeom>
            <a:solidFill>
              <a:srgbClr val="004F59"/>
            </a:solidFill>
            <a:ln w="6390" cap="flat">
              <a:noFill/>
              <a:prstDash val="solid"/>
              <a:miter/>
            </a:ln>
          </p:spPr>
          <p:txBody>
            <a:bodyPr rtlCol="0" anchor="ctr"/>
            <a:lstStyle/>
            <a:p>
              <a:endParaRPr lang="en-US"/>
            </a:p>
          </p:txBody>
        </p:sp>
        <p:sp>
          <p:nvSpPr>
            <p:cNvPr id="92" name="Graphic 4">
              <a:extLst>
                <a:ext uri="{FF2B5EF4-FFF2-40B4-BE49-F238E27FC236}">
                  <a16:creationId xmlns:a16="http://schemas.microsoft.com/office/drawing/2014/main" id="{FDF8C418-F58D-4E41-AF47-93776938B16E}"/>
                </a:ext>
              </a:extLst>
            </p:cNvPr>
            <p:cNvSpPr/>
            <p:nvPr/>
          </p:nvSpPr>
          <p:spPr>
            <a:xfrm>
              <a:off x="2106762" y="1615310"/>
              <a:ext cx="13418" cy="14044"/>
            </a:xfrm>
            <a:custGeom>
              <a:avLst/>
              <a:gdLst>
                <a:gd name="connsiteX0" fmla="*/ 0 w 13418"/>
                <a:gd name="connsiteY0" fmla="*/ 0 h 14044"/>
                <a:gd name="connsiteX1" fmla="*/ 1278 w 13418"/>
                <a:gd name="connsiteY1" fmla="*/ 14045 h 14044"/>
                <a:gd name="connsiteX2" fmla="*/ 13419 w 13418"/>
                <a:gd name="connsiteY2" fmla="*/ 8299 h 14044"/>
                <a:gd name="connsiteX3" fmla="*/ 5112 w 13418"/>
                <a:gd name="connsiteY3" fmla="*/ 3192 h 14044"/>
                <a:gd name="connsiteX4" fmla="*/ 0 w 13418"/>
                <a:gd name="connsiteY4" fmla="*/ 0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18" h="14044">
                  <a:moveTo>
                    <a:pt x="0" y="0"/>
                  </a:moveTo>
                  <a:cubicBezTo>
                    <a:pt x="639" y="5107"/>
                    <a:pt x="639" y="9576"/>
                    <a:pt x="1278" y="14045"/>
                  </a:cubicBezTo>
                  <a:cubicBezTo>
                    <a:pt x="5112" y="12130"/>
                    <a:pt x="8946" y="10853"/>
                    <a:pt x="13419" y="8299"/>
                  </a:cubicBezTo>
                  <a:cubicBezTo>
                    <a:pt x="10224" y="6384"/>
                    <a:pt x="7668" y="5107"/>
                    <a:pt x="5112" y="3192"/>
                  </a:cubicBezTo>
                  <a:cubicBezTo>
                    <a:pt x="3195" y="1915"/>
                    <a:pt x="1278" y="638"/>
                    <a:pt x="0" y="0"/>
                  </a:cubicBezTo>
                  <a:close/>
                </a:path>
              </a:pathLst>
            </a:custGeom>
            <a:solidFill>
              <a:srgbClr val="004F59"/>
            </a:solidFill>
            <a:ln w="6390" cap="flat">
              <a:noFill/>
              <a:prstDash val="solid"/>
              <a:miter/>
            </a:ln>
          </p:spPr>
          <p:txBody>
            <a:bodyPr rtlCol="0" anchor="ctr"/>
            <a:lstStyle/>
            <a:p>
              <a:endParaRPr lang="en-US"/>
            </a:p>
          </p:txBody>
        </p:sp>
        <p:sp>
          <p:nvSpPr>
            <p:cNvPr id="93" name="Graphic 4">
              <a:extLst>
                <a:ext uri="{FF2B5EF4-FFF2-40B4-BE49-F238E27FC236}">
                  <a16:creationId xmlns:a16="http://schemas.microsoft.com/office/drawing/2014/main" id="{900FC815-9A93-0A4C-8E61-3AEBC2F07A8D}"/>
                </a:ext>
              </a:extLst>
            </p:cNvPr>
            <p:cNvSpPr/>
            <p:nvPr/>
          </p:nvSpPr>
          <p:spPr>
            <a:xfrm>
              <a:off x="2109957" y="1476139"/>
              <a:ext cx="47285" cy="59370"/>
            </a:xfrm>
            <a:custGeom>
              <a:avLst/>
              <a:gdLst>
                <a:gd name="connsiteX0" fmla="*/ 47285 w 47285"/>
                <a:gd name="connsiteY0" fmla="*/ 48518 h 59370"/>
                <a:gd name="connsiteX1" fmla="*/ 23643 w 47285"/>
                <a:gd name="connsiteY1" fmla="*/ 0 h 59370"/>
                <a:gd name="connsiteX2" fmla="*/ 0 w 47285"/>
                <a:gd name="connsiteY2" fmla="*/ 47241 h 59370"/>
                <a:gd name="connsiteX3" fmla="*/ 23643 w 47285"/>
                <a:gd name="connsiteY3" fmla="*/ 59371 h 59370"/>
                <a:gd name="connsiteX4" fmla="*/ 47285 w 47285"/>
                <a:gd name="connsiteY4" fmla="*/ 48518 h 59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85" h="59370">
                  <a:moveTo>
                    <a:pt x="47285" y="48518"/>
                  </a:moveTo>
                  <a:cubicBezTo>
                    <a:pt x="41535" y="17875"/>
                    <a:pt x="31311" y="0"/>
                    <a:pt x="23643" y="0"/>
                  </a:cubicBezTo>
                  <a:cubicBezTo>
                    <a:pt x="15975" y="0"/>
                    <a:pt x="6390" y="17237"/>
                    <a:pt x="0" y="47241"/>
                  </a:cubicBezTo>
                  <a:cubicBezTo>
                    <a:pt x="7668" y="50433"/>
                    <a:pt x="15975" y="54264"/>
                    <a:pt x="23643" y="59371"/>
                  </a:cubicBezTo>
                  <a:cubicBezTo>
                    <a:pt x="31950" y="55541"/>
                    <a:pt x="40257" y="51710"/>
                    <a:pt x="47285" y="48518"/>
                  </a:cubicBezTo>
                  <a:close/>
                </a:path>
              </a:pathLst>
            </a:custGeom>
            <a:solidFill>
              <a:srgbClr val="004F59"/>
            </a:solidFill>
            <a:ln w="6390" cap="flat">
              <a:noFill/>
              <a:prstDash val="solid"/>
              <a:miter/>
            </a:ln>
          </p:spPr>
          <p:txBody>
            <a:bodyPr rtlCol="0" anchor="ctr"/>
            <a:lstStyle/>
            <a:p>
              <a:endParaRPr lang="en-US"/>
            </a:p>
          </p:txBody>
        </p:sp>
        <p:sp>
          <p:nvSpPr>
            <p:cNvPr id="94" name="Graphic 4">
              <a:extLst>
                <a:ext uri="{FF2B5EF4-FFF2-40B4-BE49-F238E27FC236}">
                  <a16:creationId xmlns:a16="http://schemas.microsoft.com/office/drawing/2014/main" id="{2A53226F-9F71-544F-9903-CF51262A2CA5}"/>
                </a:ext>
              </a:extLst>
            </p:cNvPr>
            <p:cNvSpPr/>
            <p:nvPr/>
          </p:nvSpPr>
          <p:spPr>
            <a:xfrm>
              <a:off x="2084397" y="1576367"/>
              <a:ext cx="8306" cy="12767"/>
            </a:xfrm>
            <a:custGeom>
              <a:avLst/>
              <a:gdLst>
                <a:gd name="connsiteX0" fmla="*/ 0 w 8306"/>
                <a:gd name="connsiteY0" fmla="*/ 6384 h 12767"/>
                <a:gd name="connsiteX1" fmla="*/ 8307 w 8306"/>
                <a:gd name="connsiteY1" fmla="*/ 12768 h 12767"/>
                <a:gd name="connsiteX2" fmla="*/ 8307 w 8306"/>
                <a:gd name="connsiteY2" fmla="*/ 7022 h 12767"/>
                <a:gd name="connsiteX3" fmla="*/ 8307 w 8306"/>
                <a:gd name="connsiteY3" fmla="*/ 0 h 12767"/>
                <a:gd name="connsiteX4" fmla="*/ 0 w 8306"/>
                <a:gd name="connsiteY4" fmla="*/ 6384 h 12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06" h="12767">
                  <a:moveTo>
                    <a:pt x="0" y="6384"/>
                  </a:moveTo>
                  <a:cubicBezTo>
                    <a:pt x="2556" y="8938"/>
                    <a:pt x="5751" y="10853"/>
                    <a:pt x="8307" y="12768"/>
                  </a:cubicBezTo>
                  <a:cubicBezTo>
                    <a:pt x="8307" y="10853"/>
                    <a:pt x="8307" y="8938"/>
                    <a:pt x="8307" y="7022"/>
                  </a:cubicBezTo>
                  <a:cubicBezTo>
                    <a:pt x="8307" y="5107"/>
                    <a:pt x="8307" y="2554"/>
                    <a:pt x="8307" y="0"/>
                  </a:cubicBezTo>
                  <a:cubicBezTo>
                    <a:pt x="5112" y="1915"/>
                    <a:pt x="2556" y="4469"/>
                    <a:pt x="0" y="6384"/>
                  </a:cubicBezTo>
                  <a:close/>
                </a:path>
              </a:pathLst>
            </a:custGeom>
            <a:solidFill>
              <a:srgbClr val="004F59"/>
            </a:solidFill>
            <a:ln w="6390" cap="flat">
              <a:noFill/>
              <a:prstDash val="solid"/>
              <a:miter/>
            </a:ln>
          </p:spPr>
          <p:txBody>
            <a:bodyPr rtlCol="0" anchor="ctr"/>
            <a:lstStyle/>
            <a:p>
              <a:endParaRPr lang="en-US"/>
            </a:p>
          </p:txBody>
        </p:sp>
        <p:sp>
          <p:nvSpPr>
            <p:cNvPr id="95" name="Graphic 4">
              <a:extLst>
                <a:ext uri="{FF2B5EF4-FFF2-40B4-BE49-F238E27FC236}">
                  <a16:creationId xmlns:a16="http://schemas.microsoft.com/office/drawing/2014/main" id="{9E5708D2-CA85-B941-A781-6EE4C3D75793}"/>
                </a:ext>
              </a:extLst>
            </p:cNvPr>
            <p:cNvSpPr/>
            <p:nvPr/>
          </p:nvSpPr>
          <p:spPr>
            <a:xfrm>
              <a:off x="2175134" y="1577644"/>
              <a:ext cx="8307" cy="12767"/>
            </a:xfrm>
            <a:custGeom>
              <a:avLst/>
              <a:gdLst>
                <a:gd name="connsiteX0" fmla="*/ 8307 w 8307"/>
                <a:gd name="connsiteY0" fmla="*/ 6384 h 12767"/>
                <a:gd name="connsiteX1" fmla="*/ 0 w 8307"/>
                <a:gd name="connsiteY1" fmla="*/ 0 h 12767"/>
                <a:gd name="connsiteX2" fmla="*/ 0 w 8307"/>
                <a:gd name="connsiteY2" fmla="*/ 5746 h 12767"/>
                <a:gd name="connsiteX3" fmla="*/ 0 w 8307"/>
                <a:gd name="connsiteY3" fmla="*/ 12768 h 12767"/>
                <a:gd name="connsiteX4" fmla="*/ 8307 w 8307"/>
                <a:gd name="connsiteY4" fmla="*/ 6384 h 12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07" h="12767">
                  <a:moveTo>
                    <a:pt x="8307" y="6384"/>
                  </a:moveTo>
                  <a:cubicBezTo>
                    <a:pt x="5751" y="4469"/>
                    <a:pt x="3195" y="1915"/>
                    <a:pt x="0" y="0"/>
                  </a:cubicBezTo>
                  <a:cubicBezTo>
                    <a:pt x="0" y="1915"/>
                    <a:pt x="0" y="3830"/>
                    <a:pt x="0" y="5746"/>
                  </a:cubicBezTo>
                  <a:cubicBezTo>
                    <a:pt x="0" y="7661"/>
                    <a:pt x="0" y="10214"/>
                    <a:pt x="0" y="12768"/>
                  </a:cubicBezTo>
                  <a:cubicBezTo>
                    <a:pt x="3195" y="10853"/>
                    <a:pt x="5751" y="8299"/>
                    <a:pt x="8307" y="6384"/>
                  </a:cubicBezTo>
                  <a:close/>
                </a:path>
              </a:pathLst>
            </a:custGeom>
            <a:solidFill>
              <a:srgbClr val="004F59"/>
            </a:solidFill>
            <a:ln w="6390" cap="flat">
              <a:noFill/>
              <a:prstDash val="solid"/>
              <a:miter/>
            </a:ln>
          </p:spPr>
          <p:txBody>
            <a:bodyPr rtlCol="0" anchor="ctr"/>
            <a:lstStyle/>
            <a:p>
              <a:endParaRPr lang="en-US"/>
            </a:p>
          </p:txBody>
        </p:sp>
        <p:sp>
          <p:nvSpPr>
            <p:cNvPr id="96" name="Graphic 4">
              <a:extLst>
                <a:ext uri="{FF2B5EF4-FFF2-40B4-BE49-F238E27FC236}">
                  <a16:creationId xmlns:a16="http://schemas.microsoft.com/office/drawing/2014/main" id="{4C45C4D9-7EEA-8048-B8E1-070ABC229C91}"/>
                </a:ext>
              </a:extLst>
            </p:cNvPr>
            <p:cNvSpPr/>
            <p:nvPr/>
          </p:nvSpPr>
          <p:spPr>
            <a:xfrm>
              <a:off x="2123376" y="1573175"/>
              <a:ext cx="20447" cy="20428"/>
            </a:xfrm>
            <a:custGeom>
              <a:avLst/>
              <a:gdLst>
                <a:gd name="connsiteX0" fmla="*/ 0 w 20447"/>
                <a:gd name="connsiteY0" fmla="*/ 10214 h 20428"/>
                <a:gd name="connsiteX1" fmla="*/ 10224 w 20447"/>
                <a:gd name="connsiteY1" fmla="*/ 20429 h 20428"/>
                <a:gd name="connsiteX2" fmla="*/ 20448 w 20447"/>
                <a:gd name="connsiteY2" fmla="*/ 10214 h 20428"/>
                <a:gd name="connsiteX3" fmla="*/ 10224 w 20447"/>
                <a:gd name="connsiteY3" fmla="*/ 0 h 20428"/>
                <a:gd name="connsiteX4" fmla="*/ 10224 w 20447"/>
                <a:gd name="connsiteY4" fmla="*/ 0 h 20428"/>
                <a:gd name="connsiteX5" fmla="*/ 0 w 20447"/>
                <a:gd name="connsiteY5" fmla="*/ 10214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47" h="20428">
                  <a:moveTo>
                    <a:pt x="0" y="10214"/>
                  </a:moveTo>
                  <a:cubicBezTo>
                    <a:pt x="0" y="15960"/>
                    <a:pt x="4473" y="20429"/>
                    <a:pt x="10224" y="20429"/>
                  </a:cubicBezTo>
                  <a:cubicBezTo>
                    <a:pt x="15975" y="20429"/>
                    <a:pt x="20448" y="15960"/>
                    <a:pt x="20448" y="10214"/>
                  </a:cubicBezTo>
                  <a:cubicBezTo>
                    <a:pt x="20448" y="4469"/>
                    <a:pt x="15975" y="0"/>
                    <a:pt x="10224" y="0"/>
                  </a:cubicBezTo>
                  <a:cubicBezTo>
                    <a:pt x="10224" y="0"/>
                    <a:pt x="10224" y="0"/>
                    <a:pt x="10224" y="0"/>
                  </a:cubicBezTo>
                  <a:cubicBezTo>
                    <a:pt x="5112" y="0"/>
                    <a:pt x="0" y="4469"/>
                    <a:pt x="0" y="10214"/>
                  </a:cubicBezTo>
                  <a:close/>
                </a:path>
              </a:pathLst>
            </a:custGeom>
            <a:solidFill>
              <a:srgbClr val="004F59"/>
            </a:solidFill>
            <a:ln w="6390" cap="flat">
              <a:noFill/>
              <a:prstDash val="solid"/>
              <a:miter/>
            </a:ln>
          </p:spPr>
          <p:txBody>
            <a:bodyPr rtlCol="0" anchor="ctr"/>
            <a:lstStyle/>
            <a:p>
              <a:endParaRPr lang="en-US"/>
            </a:p>
          </p:txBody>
        </p:sp>
        <p:sp>
          <p:nvSpPr>
            <p:cNvPr id="97" name="Graphic 4">
              <a:extLst>
                <a:ext uri="{FF2B5EF4-FFF2-40B4-BE49-F238E27FC236}">
                  <a16:creationId xmlns:a16="http://schemas.microsoft.com/office/drawing/2014/main" id="{1E820BCC-D5E2-DB40-82D8-47FD3A82433E}"/>
                </a:ext>
              </a:extLst>
            </p:cNvPr>
            <p:cNvSpPr/>
            <p:nvPr/>
          </p:nvSpPr>
          <p:spPr>
            <a:xfrm>
              <a:off x="2106123" y="1536787"/>
              <a:ext cx="14696" cy="14683"/>
            </a:xfrm>
            <a:custGeom>
              <a:avLst/>
              <a:gdLst>
                <a:gd name="connsiteX0" fmla="*/ 1917 w 14696"/>
                <a:gd name="connsiteY0" fmla="*/ 0 h 14683"/>
                <a:gd name="connsiteX1" fmla="*/ 0 w 14696"/>
                <a:gd name="connsiteY1" fmla="*/ 14683 h 14683"/>
                <a:gd name="connsiteX2" fmla="*/ 5751 w 14696"/>
                <a:gd name="connsiteY2" fmla="*/ 10853 h 14683"/>
                <a:gd name="connsiteX3" fmla="*/ 14697 w 14696"/>
                <a:gd name="connsiteY3" fmla="*/ 5746 h 14683"/>
                <a:gd name="connsiteX4" fmla="*/ 1917 w 14696"/>
                <a:gd name="connsiteY4" fmla="*/ 0 h 14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96" h="14683">
                  <a:moveTo>
                    <a:pt x="1917" y="0"/>
                  </a:moveTo>
                  <a:cubicBezTo>
                    <a:pt x="1278" y="4469"/>
                    <a:pt x="639" y="9576"/>
                    <a:pt x="0" y="14683"/>
                  </a:cubicBezTo>
                  <a:lnTo>
                    <a:pt x="5751" y="10853"/>
                  </a:lnTo>
                  <a:lnTo>
                    <a:pt x="14697" y="5746"/>
                  </a:lnTo>
                  <a:cubicBezTo>
                    <a:pt x="10224" y="3830"/>
                    <a:pt x="6390" y="1915"/>
                    <a:pt x="1917" y="0"/>
                  </a:cubicBezTo>
                  <a:close/>
                </a:path>
              </a:pathLst>
            </a:custGeom>
            <a:solidFill>
              <a:srgbClr val="004F59"/>
            </a:solidFill>
            <a:ln w="6390" cap="flat">
              <a:noFill/>
              <a:prstDash val="solid"/>
              <a:miter/>
            </a:ln>
          </p:spPr>
          <p:txBody>
            <a:bodyPr rtlCol="0" anchor="ctr"/>
            <a:lstStyle/>
            <a:p>
              <a:endParaRPr lang="en-US"/>
            </a:p>
          </p:txBody>
        </p:sp>
        <p:sp>
          <p:nvSpPr>
            <p:cNvPr id="98" name="Graphic 4">
              <a:extLst>
                <a:ext uri="{FF2B5EF4-FFF2-40B4-BE49-F238E27FC236}">
                  <a16:creationId xmlns:a16="http://schemas.microsoft.com/office/drawing/2014/main" id="{8EDB6099-93BD-2C42-A297-8A94C13BFDDC}"/>
                </a:ext>
              </a:extLst>
            </p:cNvPr>
            <p:cNvSpPr/>
            <p:nvPr/>
          </p:nvSpPr>
          <p:spPr>
            <a:xfrm>
              <a:off x="2104845" y="1550193"/>
              <a:ext cx="58148" cy="67031"/>
            </a:xfrm>
            <a:custGeom>
              <a:avLst/>
              <a:gdLst>
                <a:gd name="connsiteX0" fmla="*/ 29394 w 58148"/>
                <a:gd name="connsiteY0" fmla="*/ 0 h 67031"/>
                <a:gd name="connsiteX1" fmla="*/ 14058 w 58148"/>
                <a:gd name="connsiteY1" fmla="*/ 8938 h 67031"/>
                <a:gd name="connsiteX2" fmla="*/ 639 w 58148"/>
                <a:gd name="connsiteY2" fmla="*/ 17875 h 67031"/>
                <a:gd name="connsiteX3" fmla="*/ 0 w 58148"/>
                <a:gd name="connsiteY3" fmla="*/ 33835 h 67031"/>
                <a:gd name="connsiteX4" fmla="*/ 639 w 58148"/>
                <a:gd name="connsiteY4" fmla="*/ 49157 h 67031"/>
                <a:gd name="connsiteX5" fmla="*/ 13419 w 58148"/>
                <a:gd name="connsiteY5" fmla="*/ 58094 h 67031"/>
                <a:gd name="connsiteX6" fmla="*/ 28755 w 58148"/>
                <a:gd name="connsiteY6" fmla="*/ 67032 h 67031"/>
                <a:gd name="connsiteX7" fmla="*/ 44091 w 58148"/>
                <a:gd name="connsiteY7" fmla="*/ 58094 h 67031"/>
                <a:gd name="connsiteX8" fmla="*/ 57509 w 58148"/>
                <a:gd name="connsiteY8" fmla="*/ 49157 h 67031"/>
                <a:gd name="connsiteX9" fmla="*/ 58148 w 58148"/>
                <a:gd name="connsiteY9" fmla="*/ 33197 h 67031"/>
                <a:gd name="connsiteX10" fmla="*/ 57509 w 58148"/>
                <a:gd name="connsiteY10" fmla="*/ 17875 h 67031"/>
                <a:gd name="connsiteX11" fmla="*/ 44730 w 58148"/>
                <a:gd name="connsiteY11" fmla="*/ 8938 h 67031"/>
                <a:gd name="connsiteX12" fmla="*/ 29394 w 58148"/>
                <a:gd name="connsiteY12" fmla="*/ 0 h 67031"/>
                <a:gd name="connsiteX13" fmla="*/ 51759 w 58148"/>
                <a:gd name="connsiteY13" fmla="*/ 33197 h 67031"/>
                <a:gd name="connsiteX14" fmla="*/ 28755 w 58148"/>
                <a:gd name="connsiteY14" fmla="*/ 56179 h 67031"/>
                <a:gd name="connsiteX15" fmla="*/ 5751 w 58148"/>
                <a:gd name="connsiteY15" fmla="*/ 33197 h 67031"/>
                <a:gd name="connsiteX16" fmla="*/ 28755 w 58148"/>
                <a:gd name="connsiteY16" fmla="*/ 10214 h 67031"/>
                <a:gd name="connsiteX17" fmla="*/ 28755 w 58148"/>
                <a:gd name="connsiteY17" fmla="*/ 10214 h 67031"/>
                <a:gd name="connsiteX18" fmla="*/ 51759 w 58148"/>
                <a:gd name="connsiteY18" fmla="*/ 33197 h 67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8148" h="67031">
                  <a:moveTo>
                    <a:pt x="29394" y="0"/>
                  </a:moveTo>
                  <a:cubicBezTo>
                    <a:pt x="24282" y="2554"/>
                    <a:pt x="19170" y="5746"/>
                    <a:pt x="14058" y="8938"/>
                  </a:cubicBezTo>
                  <a:cubicBezTo>
                    <a:pt x="8946" y="12130"/>
                    <a:pt x="5112" y="14683"/>
                    <a:pt x="639" y="17875"/>
                  </a:cubicBezTo>
                  <a:cubicBezTo>
                    <a:pt x="639" y="22982"/>
                    <a:pt x="0" y="28090"/>
                    <a:pt x="0" y="33835"/>
                  </a:cubicBezTo>
                  <a:cubicBezTo>
                    <a:pt x="0" y="39581"/>
                    <a:pt x="0" y="44050"/>
                    <a:pt x="639" y="49157"/>
                  </a:cubicBezTo>
                  <a:cubicBezTo>
                    <a:pt x="5112" y="52349"/>
                    <a:pt x="8946" y="54902"/>
                    <a:pt x="13419" y="58094"/>
                  </a:cubicBezTo>
                  <a:cubicBezTo>
                    <a:pt x="17892" y="61286"/>
                    <a:pt x="23643" y="64478"/>
                    <a:pt x="28755" y="67032"/>
                  </a:cubicBezTo>
                  <a:cubicBezTo>
                    <a:pt x="33867" y="64478"/>
                    <a:pt x="38979" y="61286"/>
                    <a:pt x="44091" y="58094"/>
                  </a:cubicBezTo>
                  <a:cubicBezTo>
                    <a:pt x="49203" y="54902"/>
                    <a:pt x="53037" y="52349"/>
                    <a:pt x="57509" y="49157"/>
                  </a:cubicBezTo>
                  <a:cubicBezTo>
                    <a:pt x="57509" y="44050"/>
                    <a:pt x="58148" y="38942"/>
                    <a:pt x="58148" y="33197"/>
                  </a:cubicBezTo>
                  <a:cubicBezTo>
                    <a:pt x="58148" y="27451"/>
                    <a:pt x="58148" y="22982"/>
                    <a:pt x="57509" y="17875"/>
                  </a:cubicBezTo>
                  <a:cubicBezTo>
                    <a:pt x="53675" y="14683"/>
                    <a:pt x="49203" y="12130"/>
                    <a:pt x="44730" y="8938"/>
                  </a:cubicBezTo>
                  <a:cubicBezTo>
                    <a:pt x="40257" y="5746"/>
                    <a:pt x="34506" y="2554"/>
                    <a:pt x="29394" y="0"/>
                  </a:cubicBezTo>
                  <a:close/>
                  <a:moveTo>
                    <a:pt x="51759" y="33197"/>
                  </a:moveTo>
                  <a:cubicBezTo>
                    <a:pt x="51759" y="45965"/>
                    <a:pt x="41535" y="56179"/>
                    <a:pt x="28755" y="56179"/>
                  </a:cubicBezTo>
                  <a:cubicBezTo>
                    <a:pt x="15975" y="56179"/>
                    <a:pt x="5751" y="45965"/>
                    <a:pt x="5751" y="33197"/>
                  </a:cubicBezTo>
                  <a:cubicBezTo>
                    <a:pt x="5751" y="20429"/>
                    <a:pt x="15975" y="10214"/>
                    <a:pt x="28755" y="10214"/>
                  </a:cubicBezTo>
                  <a:cubicBezTo>
                    <a:pt x="28755" y="10214"/>
                    <a:pt x="28755" y="10214"/>
                    <a:pt x="28755" y="10214"/>
                  </a:cubicBezTo>
                  <a:cubicBezTo>
                    <a:pt x="41535" y="10214"/>
                    <a:pt x="51759" y="20429"/>
                    <a:pt x="51759" y="33197"/>
                  </a:cubicBezTo>
                  <a:close/>
                </a:path>
              </a:pathLst>
            </a:custGeom>
            <a:solidFill>
              <a:srgbClr val="004F59"/>
            </a:solidFill>
            <a:ln w="6390" cap="flat">
              <a:noFill/>
              <a:prstDash val="solid"/>
              <a:miter/>
            </a:ln>
          </p:spPr>
          <p:txBody>
            <a:bodyPr rtlCol="0" anchor="ctr"/>
            <a:lstStyle/>
            <a:p>
              <a:endParaRPr lang="en-US"/>
            </a:p>
          </p:txBody>
        </p:sp>
        <p:sp>
          <p:nvSpPr>
            <p:cNvPr id="99" name="Graphic 4">
              <a:extLst>
                <a:ext uri="{FF2B5EF4-FFF2-40B4-BE49-F238E27FC236}">
                  <a16:creationId xmlns:a16="http://schemas.microsoft.com/office/drawing/2014/main" id="{607B4D4D-33C2-0C41-860B-391DCB2E913E}"/>
                </a:ext>
              </a:extLst>
            </p:cNvPr>
            <p:cNvSpPr/>
            <p:nvPr/>
          </p:nvSpPr>
          <p:spPr>
            <a:xfrm>
              <a:off x="2171939" y="1592966"/>
              <a:ext cx="53913" cy="51935"/>
            </a:xfrm>
            <a:custGeom>
              <a:avLst/>
              <a:gdLst>
                <a:gd name="connsiteX0" fmla="*/ 0 w 53913"/>
                <a:gd name="connsiteY0" fmla="*/ 42134 h 51935"/>
                <a:gd name="connsiteX1" fmla="*/ 18531 w 53913"/>
                <a:gd name="connsiteY1" fmla="*/ 48518 h 51935"/>
                <a:gd name="connsiteX2" fmla="*/ 53037 w 53913"/>
                <a:gd name="connsiteY2" fmla="*/ 48518 h 51935"/>
                <a:gd name="connsiteX3" fmla="*/ 38979 w 53913"/>
                <a:gd name="connsiteY3" fmla="*/ 17237 h 51935"/>
                <a:gd name="connsiteX4" fmla="*/ 22365 w 53913"/>
                <a:gd name="connsiteY4" fmla="*/ 0 h 51935"/>
                <a:gd name="connsiteX5" fmla="*/ 3834 w 53913"/>
                <a:gd name="connsiteY5" fmla="*/ 14045 h 51935"/>
                <a:gd name="connsiteX6" fmla="*/ 0 w 53913"/>
                <a:gd name="connsiteY6" fmla="*/ 42134 h 51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13" h="51935">
                  <a:moveTo>
                    <a:pt x="0" y="42134"/>
                  </a:moveTo>
                  <a:cubicBezTo>
                    <a:pt x="5751" y="44688"/>
                    <a:pt x="12141" y="46603"/>
                    <a:pt x="18531" y="48518"/>
                  </a:cubicBezTo>
                  <a:cubicBezTo>
                    <a:pt x="40257" y="54264"/>
                    <a:pt x="50480" y="51710"/>
                    <a:pt x="53037" y="48518"/>
                  </a:cubicBezTo>
                  <a:cubicBezTo>
                    <a:pt x="55593" y="45326"/>
                    <a:pt x="53037" y="34474"/>
                    <a:pt x="38979" y="17237"/>
                  </a:cubicBezTo>
                  <a:cubicBezTo>
                    <a:pt x="33867" y="10853"/>
                    <a:pt x="28116" y="5107"/>
                    <a:pt x="22365" y="0"/>
                  </a:cubicBezTo>
                  <a:cubicBezTo>
                    <a:pt x="16614" y="4469"/>
                    <a:pt x="10224" y="9576"/>
                    <a:pt x="3834" y="14045"/>
                  </a:cubicBezTo>
                  <a:cubicBezTo>
                    <a:pt x="1917" y="23621"/>
                    <a:pt x="1278" y="33197"/>
                    <a:pt x="0" y="42134"/>
                  </a:cubicBezTo>
                  <a:close/>
                </a:path>
              </a:pathLst>
            </a:custGeom>
            <a:solidFill>
              <a:srgbClr val="004F59"/>
            </a:solidFill>
            <a:ln w="6390" cap="flat">
              <a:noFill/>
              <a:prstDash val="solid"/>
              <a:miter/>
            </a:ln>
          </p:spPr>
          <p:txBody>
            <a:bodyPr rtlCol="0" anchor="ctr"/>
            <a:lstStyle/>
            <a:p>
              <a:endParaRPr lang="en-US"/>
            </a:p>
          </p:txBody>
        </p:sp>
        <p:sp>
          <p:nvSpPr>
            <p:cNvPr id="100" name="Graphic 4">
              <a:extLst>
                <a:ext uri="{FF2B5EF4-FFF2-40B4-BE49-F238E27FC236}">
                  <a16:creationId xmlns:a16="http://schemas.microsoft.com/office/drawing/2014/main" id="{43FCFD74-9C38-FD44-83D4-575719327F6E}"/>
                </a:ext>
              </a:extLst>
            </p:cNvPr>
            <p:cNvSpPr/>
            <p:nvPr/>
          </p:nvSpPr>
          <p:spPr>
            <a:xfrm>
              <a:off x="2147657" y="1537425"/>
              <a:ext cx="13418" cy="14044"/>
            </a:xfrm>
            <a:custGeom>
              <a:avLst/>
              <a:gdLst>
                <a:gd name="connsiteX0" fmla="*/ 0 w 13418"/>
                <a:gd name="connsiteY0" fmla="*/ 5746 h 14044"/>
                <a:gd name="connsiteX1" fmla="*/ 8307 w 13418"/>
                <a:gd name="connsiteY1" fmla="*/ 10853 h 14044"/>
                <a:gd name="connsiteX2" fmla="*/ 13419 w 13418"/>
                <a:gd name="connsiteY2" fmla="*/ 14045 h 14044"/>
                <a:gd name="connsiteX3" fmla="*/ 12141 w 13418"/>
                <a:gd name="connsiteY3" fmla="*/ 0 h 14044"/>
                <a:gd name="connsiteX4" fmla="*/ 0 w 13418"/>
                <a:gd name="connsiteY4" fmla="*/ 5746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18" h="14044">
                  <a:moveTo>
                    <a:pt x="0" y="5746"/>
                  </a:moveTo>
                  <a:cubicBezTo>
                    <a:pt x="3195" y="7661"/>
                    <a:pt x="5751" y="8938"/>
                    <a:pt x="8307" y="10853"/>
                  </a:cubicBezTo>
                  <a:lnTo>
                    <a:pt x="13419" y="14045"/>
                  </a:lnTo>
                  <a:cubicBezTo>
                    <a:pt x="12780" y="8938"/>
                    <a:pt x="12780" y="4469"/>
                    <a:pt x="12141" y="0"/>
                  </a:cubicBezTo>
                  <a:cubicBezTo>
                    <a:pt x="8307" y="1915"/>
                    <a:pt x="3834" y="3830"/>
                    <a:pt x="0" y="5746"/>
                  </a:cubicBezTo>
                  <a:close/>
                </a:path>
              </a:pathLst>
            </a:custGeom>
            <a:solidFill>
              <a:srgbClr val="004F59"/>
            </a:solidFill>
            <a:ln w="6390" cap="flat">
              <a:noFill/>
              <a:prstDash val="solid"/>
              <a:miter/>
            </a:ln>
          </p:spPr>
          <p:txBody>
            <a:bodyPr rtlCol="0" anchor="ctr"/>
            <a:lstStyle/>
            <a:p>
              <a:endParaRPr lang="en-US"/>
            </a:p>
          </p:txBody>
        </p:sp>
        <p:sp>
          <p:nvSpPr>
            <p:cNvPr id="101" name="Graphic 4">
              <a:extLst>
                <a:ext uri="{FF2B5EF4-FFF2-40B4-BE49-F238E27FC236}">
                  <a16:creationId xmlns:a16="http://schemas.microsoft.com/office/drawing/2014/main" id="{3E32D26E-8DEA-1A47-B90F-B5D3004DE98C}"/>
                </a:ext>
              </a:extLst>
            </p:cNvPr>
            <p:cNvSpPr/>
            <p:nvPr/>
          </p:nvSpPr>
          <p:spPr>
            <a:xfrm>
              <a:off x="1952125" y="14027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67738 w 362313"/>
                <a:gd name="connsiteY6" fmla="*/ 198542 h 361971"/>
                <a:gd name="connsiteX7" fmla="*/ 283074 w 362313"/>
                <a:gd name="connsiteY7" fmla="*/ 245145 h 361971"/>
                <a:gd name="connsiteX8" fmla="*/ 260071 w 362313"/>
                <a:gd name="connsiteY8" fmla="*/ 254721 h 361971"/>
                <a:gd name="connsiteX9" fmla="*/ 234511 w 362313"/>
                <a:gd name="connsiteY9" fmla="*/ 250890 h 361971"/>
                <a:gd name="connsiteX10" fmla="*/ 217258 w 362313"/>
                <a:gd name="connsiteY10" fmla="*/ 245145 h 361971"/>
                <a:gd name="connsiteX11" fmla="*/ 182113 w 362313"/>
                <a:gd name="connsiteY11" fmla="*/ 300047 h 361971"/>
                <a:gd name="connsiteX12" fmla="*/ 146330 w 362313"/>
                <a:gd name="connsiteY12" fmla="*/ 243230 h 361971"/>
                <a:gd name="connsiteX13" fmla="*/ 104156 w 362313"/>
                <a:gd name="connsiteY13" fmla="*/ 252167 h 361971"/>
                <a:gd name="connsiteX14" fmla="*/ 79874 w 362313"/>
                <a:gd name="connsiteY14" fmla="*/ 241953 h 361971"/>
                <a:gd name="connsiteX15" fmla="*/ 95849 w 362313"/>
                <a:gd name="connsiteY15" fmla="*/ 195988 h 361971"/>
                <a:gd name="connsiteX16" fmla="*/ 113102 w 362313"/>
                <a:gd name="connsiteY16" fmla="*/ 179390 h 361971"/>
                <a:gd name="connsiteX17" fmla="*/ 96488 w 362313"/>
                <a:gd name="connsiteY17" fmla="*/ 162153 h 361971"/>
                <a:gd name="connsiteX18" fmla="*/ 81152 w 362313"/>
                <a:gd name="connsiteY18" fmla="*/ 115550 h 361971"/>
                <a:gd name="connsiteX19" fmla="*/ 129716 w 362313"/>
                <a:gd name="connsiteY19" fmla="*/ 109804 h 361971"/>
                <a:gd name="connsiteX20" fmla="*/ 146969 w 362313"/>
                <a:gd name="connsiteY20" fmla="*/ 115550 h 361971"/>
                <a:gd name="connsiteX21" fmla="*/ 182752 w 362313"/>
                <a:gd name="connsiteY21" fmla="*/ 60009 h 361971"/>
                <a:gd name="connsiteX22" fmla="*/ 218536 w 362313"/>
                <a:gd name="connsiteY22" fmla="*/ 116827 h 361971"/>
                <a:gd name="connsiteX23" fmla="*/ 237067 w 362313"/>
                <a:gd name="connsiteY23" fmla="*/ 111081 h 361971"/>
                <a:gd name="connsiteX24" fmla="*/ 285630 w 362313"/>
                <a:gd name="connsiteY24" fmla="*/ 118104 h 361971"/>
                <a:gd name="connsiteX25" fmla="*/ 269655 w 362313"/>
                <a:gd name="connsiteY25" fmla="*/ 164068 h 361971"/>
                <a:gd name="connsiteX26" fmla="*/ 252403 w 362313"/>
                <a:gd name="connsiteY26" fmla="*/ 180667 h 361971"/>
                <a:gd name="connsiteX27" fmla="*/ 267738 w 362313"/>
                <a:gd name="connsiteY27" fmla="*/ 198542 h 361971"/>
                <a:gd name="connsiteX28" fmla="*/ 267738 w 362313"/>
                <a:gd name="connsiteY28" fmla="*/ 19854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267738" y="198542"/>
                  </a:moveTo>
                  <a:cubicBezTo>
                    <a:pt x="284352" y="218332"/>
                    <a:pt x="289464" y="234292"/>
                    <a:pt x="283074" y="245145"/>
                  </a:cubicBezTo>
                  <a:cubicBezTo>
                    <a:pt x="279240" y="251529"/>
                    <a:pt x="270933" y="254721"/>
                    <a:pt x="260071" y="254721"/>
                  </a:cubicBezTo>
                  <a:cubicBezTo>
                    <a:pt x="251124" y="254721"/>
                    <a:pt x="242818" y="253444"/>
                    <a:pt x="234511" y="250890"/>
                  </a:cubicBezTo>
                  <a:cubicBezTo>
                    <a:pt x="228760" y="249614"/>
                    <a:pt x="223009" y="247698"/>
                    <a:pt x="217258" y="245145"/>
                  </a:cubicBezTo>
                  <a:cubicBezTo>
                    <a:pt x="210868" y="277065"/>
                    <a:pt x="198727" y="300047"/>
                    <a:pt x="182113" y="300047"/>
                  </a:cubicBezTo>
                  <a:cubicBezTo>
                    <a:pt x="165499" y="300047"/>
                    <a:pt x="152719" y="276426"/>
                    <a:pt x="146330" y="243230"/>
                  </a:cubicBezTo>
                  <a:cubicBezTo>
                    <a:pt x="132911" y="248337"/>
                    <a:pt x="118214" y="251529"/>
                    <a:pt x="104156" y="252167"/>
                  </a:cubicBezTo>
                  <a:cubicBezTo>
                    <a:pt x="92654" y="252167"/>
                    <a:pt x="84347" y="248975"/>
                    <a:pt x="79874" y="241953"/>
                  </a:cubicBezTo>
                  <a:cubicBezTo>
                    <a:pt x="73484" y="231100"/>
                    <a:pt x="79235" y="215140"/>
                    <a:pt x="95849" y="195988"/>
                  </a:cubicBezTo>
                  <a:cubicBezTo>
                    <a:pt x="100961" y="190243"/>
                    <a:pt x="106712" y="184497"/>
                    <a:pt x="113102" y="179390"/>
                  </a:cubicBezTo>
                  <a:cubicBezTo>
                    <a:pt x="107351" y="173644"/>
                    <a:pt x="101600" y="167899"/>
                    <a:pt x="96488" y="162153"/>
                  </a:cubicBezTo>
                  <a:cubicBezTo>
                    <a:pt x="79874" y="142363"/>
                    <a:pt x="74762" y="126403"/>
                    <a:pt x="81152" y="115550"/>
                  </a:cubicBezTo>
                  <a:cubicBezTo>
                    <a:pt x="87542" y="104697"/>
                    <a:pt x="104795" y="102782"/>
                    <a:pt x="129716" y="109804"/>
                  </a:cubicBezTo>
                  <a:cubicBezTo>
                    <a:pt x="135467" y="111081"/>
                    <a:pt x="141218" y="112996"/>
                    <a:pt x="146969" y="115550"/>
                  </a:cubicBezTo>
                  <a:cubicBezTo>
                    <a:pt x="153358" y="83630"/>
                    <a:pt x="165499" y="60009"/>
                    <a:pt x="182752" y="60009"/>
                  </a:cubicBezTo>
                  <a:cubicBezTo>
                    <a:pt x="200005" y="60009"/>
                    <a:pt x="212146" y="84269"/>
                    <a:pt x="218536" y="116827"/>
                  </a:cubicBezTo>
                  <a:cubicBezTo>
                    <a:pt x="224926" y="114273"/>
                    <a:pt x="231316" y="112358"/>
                    <a:pt x="237067" y="111081"/>
                  </a:cubicBezTo>
                  <a:cubicBezTo>
                    <a:pt x="261987" y="104697"/>
                    <a:pt x="278601" y="107251"/>
                    <a:pt x="285630" y="118104"/>
                  </a:cubicBezTo>
                  <a:cubicBezTo>
                    <a:pt x="292659" y="128956"/>
                    <a:pt x="286269" y="144916"/>
                    <a:pt x="269655" y="164068"/>
                  </a:cubicBezTo>
                  <a:cubicBezTo>
                    <a:pt x="264543" y="169814"/>
                    <a:pt x="258792" y="175560"/>
                    <a:pt x="252403" y="180667"/>
                  </a:cubicBezTo>
                  <a:cubicBezTo>
                    <a:pt x="256876" y="187051"/>
                    <a:pt x="262626" y="192796"/>
                    <a:pt x="267738" y="198542"/>
                  </a:cubicBezTo>
                  <a:lnTo>
                    <a:pt x="267738" y="198542"/>
                  </a:lnTo>
                  <a:close/>
                </a:path>
              </a:pathLst>
            </a:custGeom>
            <a:solidFill>
              <a:srgbClr val="004F59"/>
            </a:solidFill>
            <a:ln w="6390" cap="flat">
              <a:noFill/>
              <a:prstDash val="solid"/>
              <a:miter/>
            </a:ln>
          </p:spPr>
          <p:txBody>
            <a:bodyPr rtlCol="0" anchor="ctr"/>
            <a:lstStyle/>
            <a:p>
              <a:endParaRPr lang="en-US"/>
            </a:p>
          </p:txBody>
        </p:sp>
        <p:sp>
          <p:nvSpPr>
            <p:cNvPr id="102" name="Graphic 4">
              <a:extLst>
                <a:ext uri="{FF2B5EF4-FFF2-40B4-BE49-F238E27FC236}">
                  <a16:creationId xmlns:a16="http://schemas.microsoft.com/office/drawing/2014/main" id="{9CDD9927-1D96-5749-8AF1-879E3295ECDD}"/>
                </a:ext>
              </a:extLst>
            </p:cNvPr>
            <p:cNvSpPr/>
            <p:nvPr/>
          </p:nvSpPr>
          <p:spPr>
            <a:xfrm>
              <a:off x="2171939" y="1524019"/>
              <a:ext cx="54545" cy="52348"/>
            </a:xfrm>
            <a:custGeom>
              <a:avLst/>
              <a:gdLst>
                <a:gd name="connsiteX0" fmla="*/ 53675 w 54545"/>
                <a:gd name="connsiteY0" fmla="*/ 3830 h 52348"/>
                <a:gd name="connsiteX1" fmla="*/ 40257 w 54545"/>
                <a:gd name="connsiteY1" fmla="*/ 0 h 52348"/>
                <a:gd name="connsiteX2" fmla="*/ 19170 w 54545"/>
                <a:gd name="connsiteY2" fmla="*/ 3192 h 52348"/>
                <a:gd name="connsiteX3" fmla="*/ 0 w 54545"/>
                <a:gd name="connsiteY3" fmla="*/ 9576 h 52348"/>
                <a:gd name="connsiteX4" fmla="*/ 3195 w 54545"/>
                <a:gd name="connsiteY4" fmla="*/ 37665 h 52348"/>
                <a:gd name="connsiteX5" fmla="*/ 21726 w 54545"/>
                <a:gd name="connsiteY5" fmla="*/ 52349 h 52348"/>
                <a:gd name="connsiteX6" fmla="*/ 38979 w 54545"/>
                <a:gd name="connsiteY6" fmla="*/ 35750 h 52348"/>
                <a:gd name="connsiteX7" fmla="*/ 53675 w 54545"/>
                <a:gd name="connsiteY7" fmla="*/ 3830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545" h="52348">
                  <a:moveTo>
                    <a:pt x="53675" y="3830"/>
                  </a:moveTo>
                  <a:cubicBezTo>
                    <a:pt x="52398" y="1277"/>
                    <a:pt x="47925" y="0"/>
                    <a:pt x="40257" y="0"/>
                  </a:cubicBezTo>
                  <a:cubicBezTo>
                    <a:pt x="33228" y="0"/>
                    <a:pt x="26199" y="1277"/>
                    <a:pt x="19170" y="3192"/>
                  </a:cubicBezTo>
                  <a:cubicBezTo>
                    <a:pt x="12780" y="5107"/>
                    <a:pt x="6390" y="7022"/>
                    <a:pt x="0" y="9576"/>
                  </a:cubicBezTo>
                  <a:cubicBezTo>
                    <a:pt x="1278" y="18514"/>
                    <a:pt x="2556" y="28089"/>
                    <a:pt x="3195" y="37665"/>
                  </a:cubicBezTo>
                  <a:cubicBezTo>
                    <a:pt x="9585" y="42773"/>
                    <a:pt x="15975" y="47241"/>
                    <a:pt x="21726" y="52349"/>
                  </a:cubicBezTo>
                  <a:cubicBezTo>
                    <a:pt x="27477" y="47241"/>
                    <a:pt x="33228" y="41496"/>
                    <a:pt x="38979" y="35750"/>
                  </a:cubicBezTo>
                  <a:cubicBezTo>
                    <a:pt x="53675" y="17875"/>
                    <a:pt x="56232" y="7661"/>
                    <a:pt x="53675" y="3830"/>
                  </a:cubicBezTo>
                  <a:close/>
                </a:path>
              </a:pathLst>
            </a:custGeom>
            <a:solidFill>
              <a:srgbClr val="004F59"/>
            </a:solidFill>
            <a:ln w="6390" cap="flat">
              <a:noFill/>
              <a:prstDash val="solid"/>
              <a:miter/>
            </a:ln>
          </p:spPr>
          <p:txBody>
            <a:bodyPr rtlCol="0" anchor="ctr"/>
            <a:lstStyle/>
            <a:p>
              <a:endParaRPr lang="en-US"/>
            </a:p>
          </p:txBody>
        </p:sp>
        <p:sp>
          <p:nvSpPr>
            <p:cNvPr id="103" name="Graphic 4">
              <a:extLst>
                <a:ext uri="{FF2B5EF4-FFF2-40B4-BE49-F238E27FC236}">
                  <a16:creationId xmlns:a16="http://schemas.microsoft.com/office/drawing/2014/main" id="{AE51134C-5929-9C43-8D0A-CDE924033BC6}"/>
                </a:ext>
              </a:extLst>
            </p:cNvPr>
            <p:cNvSpPr/>
            <p:nvPr/>
          </p:nvSpPr>
          <p:spPr>
            <a:xfrm>
              <a:off x="2042625" y="1521465"/>
              <a:ext cx="53274" cy="52348"/>
            </a:xfrm>
            <a:custGeom>
              <a:avLst/>
              <a:gdLst>
                <a:gd name="connsiteX0" fmla="*/ 53274 w 53274"/>
                <a:gd name="connsiteY0" fmla="*/ 10214 h 52348"/>
                <a:gd name="connsiteX1" fmla="*/ 34743 w 53274"/>
                <a:gd name="connsiteY1" fmla="*/ 3830 h 52348"/>
                <a:gd name="connsiteX2" fmla="*/ 13018 w 53274"/>
                <a:gd name="connsiteY2" fmla="*/ 0 h 52348"/>
                <a:gd name="connsiteX3" fmla="*/ 877 w 53274"/>
                <a:gd name="connsiteY3" fmla="*/ 3830 h 52348"/>
                <a:gd name="connsiteX4" fmla="*/ 14935 w 53274"/>
                <a:gd name="connsiteY4" fmla="*/ 35112 h 52348"/>
                <a:gd name="connsiteX5" fmla="*/ 31548 w 53274"/>
                <a:gd name="connsiteY5" fmla="*/ 52349 h 52348"/>
                <a:gd name="connsiteX6" fmla="*/ 50079 w 53274"/>
                <a:gd name="connsiteY6" fmla="*/ 38304 h 52348"/>
                <a:gd name="connsiteX7" fmla="*/ 53274 w 53274"/>
                <a:gd name="connsiteY7" fmla="*/ 10214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74" h="52348">
                  <a:moveTo>
                    <a:pt x="53274" y="10214"/>
                  </a:moveTo>
                  <a:cubicBezTo>
                    <a:pt x="46884" y="7661"/>
                    <a:pt x="40494" y="5746"/>
                    <a:pt x="34743" y="3830"/>
                  </a:cubicBezTo>
                  <a:cubicBezTo>
                    <a:pt x="27714" y="1915"/>
                    <a:pt x="20046" y="638"/>
                    <a:pt x="13018" y="0"/>
                  </a:cubicBezTo>
                  <a:cubicBezTo>
                    <a:pt x="5989" y="0"/>
                    <a:pt x="2155" y="1915"/>
                    <a:pt x="877" y="3830"/>
                  </a:cubicBezTo>
                  <a:cubicBezTo>
                    <a:pt x="-1679" y="7661"/>
                    <a:pt x="877" y="17875"/>
                    <a:pt x="14935" y="35112"/>
                  </a:cubicBezTo>
                  <a:cubicBezTo>
                    <a:pt x="20046" y="41496"/>
                    <a:pt x="25798" y="47242"/>
                    <a:pt x="31548" y="52349"/>
                  </a:cubicBezTo>
                  <a:cubicBezTo>
                    <a:pt x="37299" y="47880"/>
                    <a:pt x="43689" y="42773"/>
                    <a:pt x="50079" y="38304"/>
                  </a:cubicBezTo>
                  <a:cubicBezTo>
                    <a:pt x="50718" y="28728"/>
                    <a:pt x="51996" y="19152"/>
                    <a:pt x="53274" y="10214"/>
                  </a:cubicBezTo>
                  <a:close/>
                </a:path>
              </a:pathLst>
            </a:custGeom>
            <a:solidFill>
              <a:srgbClr val="004F59"/>
            </a:solidFill>
            <a:ln w="6390" cap="flat">
              <a:noFill/>
              <a:prstDash val="solid"/>
              <a:miter/>
            </a:ln>
          </p:spPr>
          <p:txBody>
            <a:bodyPr rtlCol="0" anchor="ctr"/>
            <a:lstStyle/>
            <a:p>
              <a:endParaRPr lang="en-US"/>
            </a:p>
          </p:txBody>
        </p:sp>
        <p:sp>
          <p:nvSpPr>
            <p:cNvPr id="104" name="Graphic 4">
              <a:extLst>
                <a:ext uri="{FF2B5EF4-FFF2-40B4-BE49-F238E27FC236}">
                  <a16:creationId xmlns:a16="http://schemas.microsoft.com/office/drawing/2014/main" id="{8178599B-5B6A-B64A-AD28-5116BB1BAC67}"/>
                </a:ext>
              </a:extLst>
            </p:cNvPr>
            <p:cNvSpPr/>
            <p:nvPr/>
          </p:nvSpPr>
          <p:spPr>
            <a:xfrm>
              <a:off x="2041353" y="1591051"/>
              <a:ext cx="54545" cy="51333"/>
            </a:xfrm>
            <a:custGeom>
              <a:avLst/>
              <a:gdLst>
                <a:gd name="connsiteX0" fmla="*/ 32820 w 54545"/>
                <a:gd name="connsiteY0" fmla="*/ 0 h 51333"/>
                <a:gd name="connsiteX1" fmla="*/ 15567 w 54545"/>
                <a:gd name="connsiteY1" fmla="*/ 16598 h 51333"/>
                <a:gd name="connsiteX2" fmla="*/ 870 w 54545"/>
                <a:gd name="connsiteY2" fmla="*/ 47241 h 51333"/>
                <a:gd name="connsiteX3" fmla="*/ 54545 w 54545"/>
                <a:gd name="connsiteY3" fmla="*/ 42134 h 51333"/>
                <a:gd name="connsiteX4" fmla="*/ 51350 w 54545"/>
                <a:gd name="connsiteY4" fmla="*/ 14045 h 51333"/>
                <a:gd name="connsiteX5" fmla="*/ 32820 w 54545"/>
                <a:gd name="connsiteY5" fmla="*/ 0 h 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45" h="51333">
                  <a:moveTo>
                    <a:pt x="32820" y="0"/>
                  </a:moveTo>
                  <a:cubicBezTo>
                    <a:pt x="26430" y="5107"/>
                    <a:pt x="20679" y="10853"/>
                    <a:pt x="15567" y="16598"/>
                  </a:cubicBezTo>
                  <a:cubicBezTo>
                    <a:pt x="870" y="33197"/>
                    <a:pt x="-1686" y="43411"/>
                    <a:pt x="870" y="47241"/>
                  </a:cubicBezTo>
                  <a:cubicBezTo>
                    <a:pt x="4704" y="53625"/>
                    <a:pt x="25152" y="52987"/>
                    <a:pt x="54545" y="42134"/>
                  </a:cubicBezTo>
                  <a:cubicBezTo>
                    <a:pt x="53267" y="33197"/>
                    <a:pt x="51989" y="23621"/>
                    <a:pt x="51350" y="14045"/>
                  </a:cubicBezTo>
                  <a:cubicBezTo>
                    <a:pt x="44960" y="9576"/>
                    <a:pt x="38571" y="5107"/>
                    <a:pt x="32820" y="0"/>
                  </a:cubicBezTo>
                  <a:close/>
                </a:path>
              </a:pathLst>
            </a:custGeom>
            <a:solidFill>
              <a:srgbClr val="004F59"/>
            </a:solidFill>
            <a:ln w="6390" cap="flat">
              <a:noFill/>
              <a:prstDash val="solid"/>
              <a:miter/>
            </a:ln>
          </p:spPr>
          <p:txBody>
            <a:bodyPr rtlCol="0" anchor="ctr"/>
            <a:lstStyle/>
            <a:p>
              <a:endParaRPr lang="en-US"/>
            </a:p>
          </p:txBody>
        </p:sp>
        <p:sp>
          <p:nvSpPr>
            <p:cNvPr id="105" name="Graphic 4">
              <a:extLst>
                <a:ext uri="{FF2B5EF4-FFF2-40B4-BE49-F238E27FC236}">
                  <a16:creationId xmlns:a16="http://schemas.microsoft.com/office/drawing/2014/main" id="{7450BBA0-2225-CA46-AF03-14E67132AE3E}"/>
                </a:ext>
              </a:extLst>
            </p:cNvPr>
            <p:cNvSpPr/>
            <p:nvPr/>
          </p:nvSpPr>
          <p:spPr>
            <a:xfrm>
              <a:off x="2109957" y="1631908"/>
              <a:ext cx="46646" cy="58732"/>
            </a:xfrm>
            <a:custGeom>
              <a:avLst/>
              <a:gdLst>
                <a:gd name="connsiteX0" fmla="*/ 0 w 46646"/>
                <a:gd name="connsiteY0" fmla="*/ 10214 h 58732"/>
                <a:gd name="connsiteX1" fmla="*/ 23643 w 46646"/>
                <a:gd name="connsiteY1" fmla="*/ 58733 h 58732"/>
                <a:gd name="connsiteX2" fmla="*/ 46646 w 46646"/>
                <a:gd name="connsiteY2" fmla="*/ 11491 h 58732"/>
                <a:gd name="connsiteX3" fmla="*/ 23004 w 46646"/>
                <a:gd name="connsiteY3" fmla="*/ 0 h 58732"/>
                <a:gd name="connsiteX4" fmla="*/ 0 w 46646"/>
                <a:gd name="connsiteY4" fmla="*/ 10214 h 58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46" h="58732">
                  <a:moveTo>
                    <a:pt x="0" y="10214"/>
                  </a:moveTo>
                  <a:cubicBezTo>
                    <a:pt x="5751" y="40857"/>
                    <a:pt x="15975" y="58733"/>
                    <a:pt x="23643" y="58733"/>
                  </a:cubicBezTo>
                  <a:cubicBezTo>
                    <a:pt x="31311" y="58733"/>
                    <a:pt x="40896" y="41496"/>
                    <a:pt x="46646" y="11491"/>
                  </a:cubicBezTo>
                  <a:cubicBezTo>
                    <a:pt x="38978" y="8299"/>
                    <a:pt x="30672" y="4469"/>
                    <a:pt x="23004" y="0"/>
                  </a:cubicBezTo>
                  <a:cubicBezTo>
                    <a:pt x="15336" y="3192"/>
                    <a:pt x="7668" y="7022"/>
                    <a:pt x="0" y="10214"/>
                  </a:cubicBezTo>
                  <a:close/>
                </a:path>
              </a:pathLst>
            </a:custGeom>
            <a:solidFill>
              <a:srgbClr val="004F59"/>
            </a:solidFill>
            <a:ln w="6390" cap="flat">
              <a:noFill/>
              <a:prstDash val="solid"/>
              <a:miter/>
            </a:ln>
          </p:spPr>
          <p:txBody>
            <a:bodyPr rtlCol="0" anchor="ctr"/>
            <a:lstStyle/>
            <a:p>
              <a:endParaRPr lang="en-US"/>
            </a:p>
          </p:txBody>
        </p:sp>
      </p:grpSp>
      <p:grpSp>
        <p:nvGrpSpPr>
          <p:cNvPr id="106" name="Graphic 4">
            <a:extLst>
              <a:ext uri="{FF2B5EF4-FFF2-40B4-BE49-F238E27FC236}">
                <a16:creationId xmlns:a16="http://schemas.microsoft.com/office/drawing/2014/main" id="{76D54DCF-BA50-8145-9090-BDBA43EC42F1}"/>
              </a:ext>
            </a:extLst>
          </p:cNvPr>
          <p:cNvGrpSpPr>
            <a:grpSpLocks noChangeAspect="1"/>
          </p:cNvGrpSpPr>
          <p:nvPr/>
        </p:nvGrpSpPr>
        <p:grpSpPr>
          <a:xfrm>
            <a:off x="1515054" y="1885990"/>
            <a:ext cx="362309" cy="362610"/>
            <a:chOff x="1515054" y="1885990"/>
            <a:chExt cx="362309" cy="362610"/>
          </a:xfrm>
          <a:solidFill>
            <a:srgbClr val="004F59"/>
          </a:solidFill>
        </p:grpSpPr>
        <p:sp>
          <p:nvSpPr>
            <p:cNvPr id="107" name="Graphic 4">
              <a:extLst>
                <a:ext uri="{FF2B5EF4-FFF2-40B4-BE49-F238E27FC236}">
                  <a16:creationId xmlns:a16="http://schemas.microsoft.com/office/drawing/2014/main" id="{5F55C183-B677-B448-8E02-D20C6087E3F2}"/>
                </a:ext>
              </a:extLst>
            </p:cNvPr>
            <p:cNvSpPr/>
            <p:nvPr/>
          </p:nvSpPr>
          <p:spPr>
            <a:xfrm>
              <a:off x="1515054" y="1885990"/>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180835 w 362309"/>
                <a:gd name="connsiteY6" fmla="*/ 348565 h 362610"/>
                <a:gd name="connsiteX7" fmla="*/ 12780 w 362309"/>
                <a:gd name="connsiteY7" fmla="*/ 180028 h 362610"/>
                <a:gd name="connsiteX8" fmla="*/ 181474 w 362309"/>
                <a:gd name="connsiteY8" fmla="*/ 11491 h 362610"/>
                <a:gd name="connsiteX9" fmla="*/ 349529 w 362309"/>
                <a:gd name="connsiteY9" fmla="*/ 180028 h 362610"/>
                <a:gd name="connsiteX10" fmla="*/ 349529 w 362309"/>
                <a:gd name="connsiteY10" fmla="*/ 180028 h 362610"/>
                <a:gd name="connsiteX11" fmla="*/ 180835 w 362309"/>
                <a:gd name="connsiteY11" fmla="*/ 348565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1670" y="80438"/>
                    <a:pt x="280518" y="0"/>
                    <a:pt x="180835" y="0"/>
                  </a:cubicBezTo>
                  <a:lnTo>
                    <a:pt x="180835" y="0"/>
                  </a:lnTo>
                  <a:close/>
                  <a:moveTo>
                    <a:pt x="180835" y="348565"/>
                  </a:moveTo>
                  <a:cubicBezTo>
                    <a:pt x="87542" y="348565"/>
                    <a:pt x="12780" y="273235"/>
                    <a:pt x="12780" y="180028"/>
                  </a:cubicBezTo>
                  <a:cubicBezTo>
                    <a:pt x="12780" y="86822"/>
                    <a:pt x="88181" y="11491"/>
                    <a:pt x="181474" y="11491"/>
                  </a:cubicBezTo>
                  <a:cubicBezTo>
                    <a:pt x="274767" y="11491"/>
                    <a:pt x="349529" y="86822"/>
                    <a:pt x="349529" y="180028"/>
                  </a:cubicBezTo>
                  <a:cubicBezTo>
                    <a:pt x="349529" y="180028"/>
                    <a:pt x="349529" y="180028"/>
                    <a:pt x="349529" y="180028"/>
                  </a:cubicBezTo>
                  <a:cubicBezTo>
                    <a:pt x="348891" y="273235"/>
                    <a:pt x="273489" y="348565"/>
                    <a:pt x="180835" y="348565"/>
                  </a:cubicBezTo>
                  <a:close/>
                </a:path>
              </a:pathLst>
            </a:custGeom>
            <a:solidFill>
              <a:srgbClr val="004F59"/>
            </a:solidFill>
            <a:ln w="6390" cap="flat">
              <a:noFill/>
              <a:prstDash val="solid"/>
              <a:miter/>
            </a:ln>
          </p:spPr>
          <p:txBody>
            <a:bodyPr rtlCol="0" anchor="ctr"/>
            <a:lstStyle/>
            <a:p>
              <a:endParaRPr lang="en-US"/>
            </a:p>
          </p:txBody>
        </p:sp>
        <p:sp>
          <p:nvSpPr>
            <p:cNvPr id="108" name="Graphic 4">
              <a:extLst>
                <a:ext uri="{FF2B5EF4-FFF2-40B4-BE49-F238E27FC236}">
                  <a16:creationId xmlns:a16="http://schemas.microsoft.com/office/drawing/2014/main" id="{2D9D620E-60EA-584C-B982-7DD244F333CB}"/>
                </a:ext>
              </a:extLst>
            </p:cNvPr>
            <p:cNvSpPr/>
            <p:nvPr/>
          </p:nvSpPr>
          <p:spPr>
            <a:xfrm>
              <a:off x="1653556" y="2038857"/>
              <a:ext cx="55752" cy="55889"/>
            </a:xfrm>
            <a:custGeom>
              <a:avLst/>
              <a:gdLst>
                <a:gd name="connsiteX0" fmla="*/ 1438 w 55752"/>
                <a:gd name="connsiteY0" fmla="*/ 53974 h 55889"/>
                <a:gd name="connsiteX1" fmla="*/ 10384 w 55752"/>
                <a:gd name="connsiteY1" fmla="*/ 53974 h 55889"/>
                <a:gd name="connsiteX2" fmla="*/ 27636 w 55752"/>
                <a:gd name="connsiteY2" fmla="*/ 36737 h 55889"/>
                <a:gd name="connsiteX3" fmla="*/ 44889 w 55752"/>
                <a:gd name="connsiteY3" fmla="*/ 53974 h 55889"/>
                <a:gd name="connsiteX4" fmla="*/ 53835 w 55752"/>
                <a:gd name="connsiteY4" fmla="*/ 53974 h 55889"/>
                <a:gd name="connsiteX5" fmla="*/ 53835 w 55752"/>
                <a:gd name="connsiteY5" fmla="*/ 45037 h 55889"/>
                <a:gd name="connsiteX6" fmla="*/ 36582 w 55752"/>
                <a:gd name="connsiteY6" fmla="*/ 27800 h 55889"/>
                <a:gd name="connsiteX7" fmla="*/ 53835 w 55752"/>
                <a:gd name="connsiteY7" fmla="*/ 10563 h 55889"/>
                <a:gd name="connsiteX8" fmla="*/ 53196 w 55752"/>
                <a:gd name="connsiteY8" fmla="*/ 1626 h 55889"/>
                <a:gd name="connsiteX9" fmla="*/ 44889 w 55752"/>
                <a:gd name="connsiteY9" fmla="*/ 1626 h 55889"/>
                <a:gd name="connsiteX10" fmla="*/ 27636 w 55752"/>
                <a:gd name="connsiteY10" fmla="*/ 18862 h 55889"/>
                <a:gd name="connsiteX11" fmla="*/ 10384 w 55752"/>
                <a:gd name="connsiteY11" fmla="*/ 1626 h 55889"/>
                <a:gd name="connsiteX12" fmla="*/ 1438 w 55752"/>
                <a:gd name="connsiteY12" fmla="*/ 2264 h 55889"/>
                <a:gd name="connsiteX13" fmla="*/ 1438 w 55752"/>
                <a:gd name="connsiteY13" fmla="*/ 10563 h 55889"/>
                <a:gd name="connsiteX14" fmla="*/ 18691 w 55752"/>
                <a:gd name="connsiteY14" fmla="*/ 27800 h 55889"/>
                <a:gd name="connsiteX15" fmla="*/ 1438 w 55752"/>
                <a:gd name="connsiteY15" fmla="*/ 45037 h 55889"/>
                <a:gd name="connsiteX16" fmla="*/ 1438 w 55752"/>
                <a:gd name="connsiteY16" fmla="*/ 53974 h 55889"/>
                <a:gd name="connsiteX17" fmla="*/ 1438 w 55752"/>
                <a:gd name="connsiteY17" fmla="*/ 53974 h 55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752" h="55889">
                  <a:moveTo>
                    <a:pt x="1438" y="53974"/>
                  </a:moveTo>
                  <a:cubicBezTo>
                    <a:pt x="3994" y="56528"/>
                    <a:pt x="7828" y="56528"/>
                    <a:pt x="10384" y="53974"/>
                  </a:cubicBezTo>
                  <a:lnTo>
                    <a:pt x="27636" y="36737"/>
                  </a:lnTo>
                  <a:lnTo>
                    <a:pt x="44889" y="53974"/>
                  </a:lnTo>
                  <a:cubicBezTo>
                    <a:pt x="47445" y="56528"/>
                    <a:pt x="51279" y="56528"/>
                    <a:pt x="53835" y="53974"/>
                  </a:cubicBezTo>
                  <a:cubicBezTo>
                    <a:pt x="56391" y="51421"/>
                    <a:pt x="56391" y="47590"/>
                    <a:pt x="53835" y="45037"/>
                  </a:cubicBezTo>
                  <a:lnTo>
                    <a:pt x="36582" y="27800"/>
                  </a:lnTo>
                  <a:lnTo>
                    <a:pt x="53835" y="10563"/>
                  </a:lnTo>
                  <a:cubicBezTo>
                    <a:pt x="56391" y="8010"/>
                    <a:pt x="55752" y="3541"/>
                    <a:pt x="53196" y="1626"/>
                  </a:cubicBezTo>
                  <a:cubicBezTo>
                    <a:pt x="50640" y="-290"/>
                    <a:pt x="47445" y="-290"/>
                    <a:pt x="44889" y="1626"/>
                  </a:cubicBezTo>
                  <a:lnTo>
                    <a:pt x="27636" y="18862"/>
                  </a:lnTo>
                  <a:lnTo>
                    <a:pt x="10384" y="1626"/>
                  </a:lnTo>
                  <a:cubicBezTo>
                    <a:pt x="7828" y="-928"/>
                    <a:pt x="3355" y="-290"/>
                    <a:pt x="1438" y="2264"/>
                  </a:cubicBezTo>
                  <a:cubicBezTo>
                    <a:pt x="-479" y="4818"/>
                    <a:pt x="-479" y="8010"/>
                    <a:pt x="1438" y="10563"/>
                  </a:cubicBezTo>
                  <a:lnTo>
                    <a:pt x="18691" y="27800"/>
                  </a:lnTo>
                  <a:lnTo>
                    <a:pt x="1438" y="45037"/>
                  </a:lnTo>
                  <a:cubicBezTo>
                    <a:pt x="-479" y="46952"/>
                    <a:pt x="-479" y="51421"/>
                    <a:pt x="1438" y="53974"/>
                  </a:cubicBezTo>
                  <a:cubicBezTo>
                    <a:pt x="1438" y="53974"/>
                    <a:pt x="1438" y="53974"/>
                    <a:pt x="1438" y="53974"/>
                  </a:cubicBezTo>
                  <a:close/>
                </a:path>
              </a:pathLst>
            </a:custGeom>
            <a:solidFill>
              <a:srgbClr val="004F59"/>
            </a:solidFill>
            <a:ln w="6390" cap="flat">
              <a:noFill/>
              <a:prstDash val="solid"/>
              <a:miter/>
            </a:ln>
          </p:spPr>
          <p:txBody>
            <a:bodyPr rtlCol="0" anchor="ctr"/>
            <a:lstStyle/>
            <a:p>
              <a:endParaRPr lang="en-US"/>
            </a:p>
          </p:txBody>
        </p:sp>
        <p:sp>
          <p:nvSpPr>
            <p:cNvPr id="109" name="Graphic 4">
              <a:extLst>
                <a:ext uri="{FF2B5EF4-FFF2-40B4-BE49-F238E27FC236}">
                  <a16:creationId xmlns:a16="http://schemas.microsoft.com/office/drawing/2014/main" id="{BBF430D3-E87E-C942-88AA-FE5A6FC3C987}"/>
                </a:ext>
              </a:extLst>
            </p:cNvPr>
            <p:cNvSpPr/>
            <p:nvPr/>
          </p:nvSpPr>
          <p:spPr>
            <a:xfrm>
              <a:off x="1589177" y="2009840"/>
              <a:ext cx="214062" cy="113634"/>
            </a:xfrm>
            <a:custGeom>
              <a:avLst/>
              <a:gdLst>
                <a:gd name="connsiteX0" fmla="*/ 207673 w 214062"/>
                <a:gd name="connsiteY0" fmla="*/ 28728 h 113634"/>
                <a:gd name="connsiteX1" fmla="*/ 185947 w 214062"/>
                <a:gd name="connsiteY1" fmla="*/ 28728 h 113634"/>
                <a:gd name="connsiteX2" fmla="*/ 185308 w 214062"/>
                <a:gd name="connsiteY2" fmla="*/ 28728 h 113634"/>
                <a:gd name="connsiteX3" fmla="*/ 185308 w 214062"/>
                <a:gd name="connsiteY3" fmla="*/ 6384 h 113634"/>
                <a:gd name="connsiteX4" fmla="*/ 178918 w 214062"/>
                <a:gd name="connsiteY4" fmla="*/ 0 h 113634"/>
                <a:gd name="connsiteX5" fmla="*/ 6390 w 214062"/>
                <a:gd name="connsiteY5" fmla="*/ 0 h 113634"/>
                <a:gd name="connsiteX6" fmla="*/ 0 w 214062"/>
                <a:gd name="connsiteY6" fmla="*/ 6384 h 113634"/>
                <a:gd name="connsiteX7" fmla="*/ 0 w 214062"/>
                <a:gd name="connsiteY7" fmla="*/ 107251 h 113634"/>
                <a:gd name="connsiteX8" fmla="*/ 6390 w 214062"/>
                <a:gd name="connsiteY8" fmla="*/ 113635 h 113634"/>
                <a:gd name="connsiteX9" fmla="*/ 178918 w 214062"/>
                <a:gd name="connsiteY9" fmla="*/ 113635 h 113634"/>
                <a:gd name="connsiteX10" fmla="*/ 185308 w 214062"/>
                <a:gd name="connsiteY10" fmla="*/ 107251 h 113634"/>
                <a:gd name="connsiteX11" fmla="*/ 185308 w 214062"/>
                <a:gd name="connsiteY11" fmla="*/ 84907 h 113634"/>
                <a:gd name="connsiteX12" fmla="*/ 185947 w 214062"/>
                <a:gd name="connsiteY12" fmla="*/ 84907 h 113634"/>
                <a:gd name="connsiteX13" fmla="*/ 207673 w 214062"/>
                <a:gd name="connsiteY13" fmla="*/ 84907 h 113634"/>
                <a:gd name="connsiteX14" fmla="*/ 214063 w 214062"/>
                <a:gd name="connsiteY14" fmla="*/ 78523 h 113634"/>
                <a:gd name="connsiteX15" fmla="*/ 214063 w 214062"/>
                <a:gd name="connsiteY15" fmla="*/ 35112 h 113634"/>
                <a:gd name="connsiteX16" fmla="*/ 207673 w 214062"/>
                <a:gd name="connsiteY16" fmla="*/ 28728 h 113634"/>
                <a:gd name="connsiteX17" fmla="*/ 172528 w 214062"/>
                <a:gd name="connsiteY17" fmla="*/ 100867 h 113634"/>
                <a:gd name="connsiteX18" fmla="*/ 12780 w 214062"/>
                <a:gd name="connsiteY18" fmla="*/ 100867 h 113634"/>
                <a:gd name="connsiteX19" fmla="*/ 12780 w 214062"/>
                <a:gd name="connsiteY19" fmla="*/ 12768 h 113634"/>
                <a:gd name="connsiteX20" fmla="*/ 172528 w 214062"/>
                <a:gd name="connsiteY20" fmla="*/ 12768 h 113634"/>
                <a:gd name="connsiteX21" fmla="*/ 172528 w 214062"/>
                <a:gd name="connsiteY21" fmla="*/ 100867 h 113634"/>
                <a:gd name="connsiteX22" fmla="*/ 201283 w 214062"/>
                <a:gd name="connsiteY22" fmla="*/ 72139 h 113634"/>
                <a:gd name="connsiteX23" fmla="*/ 185947 w 214062"/>
                <a:gd name="connsiteY23" fmla="*/ 72139 h 113634"/>
                <a:gd name="connsiteX24" fmla="*/ 185308 w 214062"/>
                <a:gd name="connsiteY24" fmla="*/ 72139 h 113634"/>
                <a:gd name="connsiteX25" fmla="*/ 185308 w 214062"/>
                <a:gd name="connsiteY25" fmla="*/ 41496 h 113634"/>
                <a:gd name="connsiteX26" fmla="*/ 185947 w 214062"/>
                <a:gd name="connsiteY26" fmla="*/ 41496 h 113634"/>
                <a:gd name="connsiteX27" fmla="*/ 201283 w 214062"/>
                <a:gd name="connsiteY27" fmla="*/ 41496 h 113634"/>
                <a:gd name="connsiteX28" fmla="*/ 201283 w 214062"/>
                <a:gd name="connsiteY28" fmla="*/ 72139 h 113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14062" h="113634">
                  <a:moveTo>
                    <a:pt x="207673" y="28728"/>
                  </a:moveTo>
                  <a:lnTo>
                    <a:pt x="185947" y="28728"/>
                  </a:lnTo>
                  <a:lnTo>
                    <a:pt x="185308" y="28728"/>
                  </a:lnTo>
                  <a:lnTo>
                    <a:pt x="185308" y="6384"/>
                  </a:lnTo>
                  <a:cubicBezTo>
                    <a:pt x="185308" y="2554"/>
                    <a:pt x="182752" y="0"/>
                    <a:pt x="178918" y="0"/>
                  </a:cubicBezTo>
                  <a:lnTo>
                    <a:pt x="6390" y="0"/>
                  </a:lnTo>
                  <a:cubicBezTo>
                    <a:pt x="2556" y="0"/>
                    <a:pt x="0" y="2554"/>
                    <a:pt x="0" y="6384"/>
                  </a:cubicBezTo>
                  <a:lnTo>
                    <a:pt x="0" y="107251"/>
                  </a:lnTo>
                  <a:cubicBezTo>
                    <a:pt x="0" y="111081"/>
                    <a:pt x="2556" y="113635"/>
                    <a:pt x="6390" y="113635"/>
                  </a:cubicBezTo>
                  <a:lnTo>
                    <a:pt x="178918" y="113635"/>
                  </a:lnTo>
                  <a:cubicBezTo>
                    <a:pt x="182752" y="113635"/>
                    <a:pt x="185308" y="111081"/>
                    <a:pt x="185308" y="107251"/>
                  </a:cubicBezTo>
                  <a:lnTo>
                    <a:pt x="185308" y="84907"/>
                  </a:lnTo>
                  <a:lnTo>
                    <a:pt x="185947" y="84907"/>
                  </a:lnTo>
                  <a:lnTo>
                    <a:pt x="207673" y="84907"/>
                  </a:lnTo>
                  <a:cubicBezTo>
                    <a:pt x="211507" y="84907"/>
                    <a:pt x="214063" y="82353"/>
                    <a:pt x="214063" y="78523"/>
                  </a:cubicBezTo>
                  <a:lnTo>
                    <a:pt x="214063" y="35112"/>
                  </a:lnTo>
                  <a:cubicBezTo>
                    <a:pt x="214063" y="31920"/>
                    <a:pt x="210868" y="28728"/>
                    <a:pt x="207673" y="28728"/>
                  </a:cubicBezTo>
                  <a:close/>
                  <a:moveTo>
                    <a:pt x="172528" y="100867"/>
                  </a:moveTo>
                  <a:lnTo>
                    <a:pt x="12780" y="100867"/>
                  </a:lnTo>
                  <a:lnTo>
                    <a:pt x="12780" y="12768"/>
                  </a:lnTo>
                  <a:lnTo>
                    <a:pt x="172528" y="12768"/>
                  </a:lnTo>
                  <a:lnTo>
                    <a:pt x="172528" y="100867"/>
                  </a:lnTo>
                  <a:close/>
                  <a:moveTo>
                    <a:pt x="201283" y="72139"/>
                  </a:moveTo>
                  <a:lnTo>
                    <a:pt x="185947" y="72139"/>
                  </a:lnTo>
                  <a:lnTo>
                    <a:pt x="185308" y="72139"/>
                  </a:lnTo>
                  <a:lnTo>
                    <a:pt x="185308" y="41496"/>
                  </a:lnTo>
                  <a:lnTo>
                    <a:pt x="185947" y="41496"/>
                  </a:lnTo>
                  <a:lnTo>
                    <a:pt x="201283" y="41496"/>
                  </a:lnTo>
                  <a:lnTo>
                    <a:pt x="201283" y="72139"/>
                  </a:lnTo>
                  <a:close/>
                </a:path>
              </a:pathLst>
            </a:custGeom>
            <a:solidFill>
              <a:srgbClr val="004F59"/>
            </a:solidFill>
            <a:ln w="6390" cap="flat">
              <a:noFill/>
              <a:prstDash val="solid"/>
              <a:miter/>
            </a:ln>
          </p:spPr>
          <p:txBody>
            <a:bodyPr rtlCol="0" anchor="ctr"/>
            <a:lstStyle/>
            <a:p>
              <a:endParaRPr lang="en-US"/>
            </a:p>
          </p:txBody>
        </p:sp>
      </p:grpSp>
      <p:grpSp>
        <p:nvGrpSpPr>
          <p:cNvPr id="110" name="Graphic 4">
            <a:extLst>
              <a:ext uri="{FF2B5EF4-FFF2-40B4-BE49-F238E27FC236}">
                <a16:creationId xmlns:a16="http://schemas.microsoft.com/office/drawing/2014/main" id="{C28DDF53-5260-154A-8F65-CE0B6D1CD290}"/>
              </a:ext>
            </a:extLst>
          </p:cNvPr>
          <p:cNvGrpSpPr>
            <a:grpSpLocks noChangeAspect="1"/>
          </p:cNvGrpSpPr>
          <p:nvPr/>
        </p:nvGrpSpPr>
        <p:grpSpPr>
          <a:xfrm>
            <a:off x="1515054" y="2371173"/>
            <a:ext cx="362309" cy="362610"/>
            <a:chOff x="1515054" y="2371173"/>
            <a:chExt cx="362309" cy="362610"/>
          </a:xfrm>
          <a:solidFill>
            <a:srgbClr val="004F59"/>
          </a:solidFill>
        </p:grpSpPr>
        <p:sp>
          <p:nvSpPr>
            <p:cNvPr id="111" name="Graphic 4">
              <a:extLst>
                <a:ext uri="{FF2B5EF4-FFF2-40B4-BE49-F238E27FC236}">
                  <a16:creationId xmlns:a16="http://schemas.microsoft.com/office/drawing/2014/main" id="{2ABC9B65-F767-854B-A968-5071D35A5463}"/>
                </a:ext>
              </a:extLst>
            </p:cNvPr>
            <p:cNvSpPr/>
            <p:nvPr/>
          </p:nvSpPr>
          <p:spPr>
            <a:xfrm>
              <a:off x="1515054" y="237117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180835 w 362309"/>
                <a:gd name="connsiteY6" fmla="*/ 349204 h 362610"/>
                <a:gd name="connsiteX7" fmla="*/ 12780 w 362309"/>
                <a:gd name="connsiteY7" fmla="*/ 180667 h 362610"/>
                <a:gd name="connsiteX8" fmla="*/ 181474 w 362309"/>
                <a:gd name="connsiteY8" fmla="*/ 12130 h 362610"/>
                <a:gd name="connsiteX9" fmla="*/ 349529 w 362309"/>
                <a:gd name="connsiteY9" fmla="*/ 180667 h 362610"/>
                <a:gd name="connsiteX10" fmla="*/ 349529 w 362309"/>
                <a:gd name="connsiteY10" fmla="*/ 180667 h 362610"/>
                <a:gd name="connsiteX11" fmla="*/ 180835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1670" y="81077"/>
                    <a:pt x="280518" y="0"/>
                    <a:pt x="180835" y="0"/>
                  </a:cubicBezTo>
                  <a:lnTo>
                    <a:pt x="180835" y="0"/>
                  </a:lnTo>
                  <a:close/>
                  <a:moveTo>
                    <a:pt x="180835" y="349204"/>
                  </a:moveTo>
                  <a:cubicBezTo>
                    <a:pt x="87542" y="349204"/>
                    <a:pt x="12780" y="273873"/>
                    <a:pt x="12780" y="180667"/>
                  </a:cubicBezTo>
                  <a:cubicBezTo>
                    <a:pt x="12780" y="87461"/>
                    <a:pt x="88181" y="12130"/>
                    <a:pt x="181474" y="12130"/>
                  </a:cubicBezTo>
                  <a:cubicBezTo>
                    <a:pt x="274767" y="12130"/>
                    <a:pt x="349529" y="87461"/>
                    <a:pt x="349529" y="180667"/>
                  </a:cubicBezTo>
                  <a:cubicBezTo>
                    <a:pt x="349529" y="180667"/>
                    <a:pt x="349529" y="180667"/>
                    <a:pt x="349529" y="180667"/>
                  </a:cubicBezTo>
                  <a:cubicBezTo>
                    <a:pt x="348891" y="273873"/>
                    <a:pt x="273489" y="349204"/>
                    <a:pt x="180835" y="349204"/>
                  </a:cubicBezTo>
                  <a:close/>
                </a:path>
              </a:pathLst>
            </a:custGeom>
            <a:solidFill>
              <a:srgbClr val="004F59"/>
            </a:solidFill>
            <a:ln w="6390" cap="flat">
              <a:noFill/>
              <a:prstDash val="solid"/>
              <a:miter/>
            </a:ln>
          </p:spPr>
          <p:txBody>
            <a:bodyPr rtlCol="0" anchor="ctr"/>
            <a:lstStyle/>
            <a:p>
              <a:endParaRPr lang="en-US"/>
            </a:p>
          </p:txBody>
        </p:sp>
        <p:sp>
          <p:nvSpPr>
            <p:cNvPr id="112" name="Graphic 4">
              <a:extLst>
                <a:ext uri="{FF2B5EF4-FFF2-40B4-BE49-F238E27FC236}">
                  <a16:creationId xmlns:a16="http://schemas.microsoft.com/office/drawing/2014/main" id="{4391F218-A4BB-4941-A175-6F7E892BCF3C}"/>
                </a:ext>
              </a:extLst>
            </p:cNvPr>
            <p:cNvSpPr/>
            <p:nvPr/>
          </p:nvSpPr>
          <p:spPr>
            <a:xfrm>
              <a:off x="1617932" y="2514813"/>
              <a:ext cx="12779" cy="74054"/>
            </a:xfrm>
            <a:custGeom>
              <a:avLst/>
              <a:gdLst>
                <a:gd name="connsiteX0" fmla="*/ 6390 w 12779"/>
                <a:gd name="connsiteY0" fmla="*/ 74054 h 74054"/>
                <a:gd name="connsiteX1" fmla="*/ 12780 w 12779"/>
                <a:gd name="connsiteY1" fmla="*/ 67670 h 74054"/>
                <a:gd name="connsiteX2" fmla="*/ 12780 w 12779"/>
                <a:gd name="connsiteY2" fmla="*/ 6384 h 74054"/>
                <a:gd name="connsiteX3" fmla="*/ 6390 w 12779"/>
                <a:gd name="connsiteY3" fmla="*/ 0 h 74054"/>
                <a:gd name="connsiteX4" fmla="*/ 0 w 12779"/>
                <a:gd name="connsiteY4" fmla="*/ 6384 h 74054"/>
                <a:gd name="connsiteX5" fmla="*/ 0 w 12779"/>
                <a:gd name="connsiteY5" fmla="*/ 67670 h 74054"/>
                <a:gd name="connsiteX6" fmla="*/ 6390 w 12779"/>
                <a:gd name="connsiteY6" fmla="*/ 74054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4054">
                  <a:moveTo>
                    <a:pt x="6390" y="74054"/>
                  </a:moveTo>
                  <a:cubicBezTo>
                    <a:pt x="10224" y="74054"/>
                    <a:pt x="12780" y="71501"/>
                    <a:pt x="12780" y="67670"/>
                  </a:cubicBezTo>
                  <a:lnTo>
                    <a:pt x="12780" y="6384"/>
                  </a:lnTo>
                  <a:cubicBezTo>
                    <a:pt x="12780" y="2554"/>
                    <a:pt x="10224" y="0"/>
                    <a:pt x="6390" y="0"/>
                  </a:cubicBezTo>
                  <a:cubicBezTo>
                    <a:pt x="2556" y="0"/>
                    <a:pt x="0" y="2554"/>
                    <a:pt x="0" y="6384"/>
                  </a:cubicBezTo>
                  <a:lnTo>
                    <a:pt x="0" y="67670"/>
                  </a:lnTo>
                  <a:cubicBezTo>
                    <a:pt x="0" y="71501"/>
                    <a:pt x="3195" y="74054"/>
                    <a:pt x="6390" y="74054"/>
                  </a:cubicBezTo>
                  <a:close/>
                </a:path>
              </a:pathLst>
            </a:custGeom>
            <a:solidFill>
              <a:srgbClr val="004F59"/>
            </a:solidFill>
            <a:ln w="6390" cap="flat">
              <a:noFill/>
              <a:prstDash val="solid"/>
              <a:miter/>
            </a:ln>
          </p:spPr>
          <p:txBody>
            <a:bodyPr rtlCol="0" anchor="ctr"/>
            <a:lstStyle/>
            <a:p>
              <a:endParaRPr lang="en-US"/>
            </a:p>
          </p:txBody>
        </p:sp>
        <p:sp>
          <p:nvSpPr>
            <p:cNvPr id="113" name="Graphic 4">
              <a:extLst>
                <a:ext uri="{FF2B5EF4-FFF2-40B4-BE49-F238E27FC236}">
                  <a16:creationId xmlns:a16="http://schemas.microsoft.com/office/drawing/2014/main" id="{AFA3DAFB-B621-5848-B508-2BC912E5C5AF}"/>
                </a:ext>
              </a:extLst>
            </p:cNvPr>
            <p:cNvSpPr/>
            <p:nvPr/>
          </p:nvSpPr>
          <p:spPr>
            <a:xfrm>
              <a:off x="1589177" y="2495661"/>
              <a:ext cx="214062" cy="112996"/>
            </a:xfrm>
            <a:custGeom>
              <a:avLst/>
              <a:gdLst>
                <a:gd name="connsiteX0" fmla="*/ 207673 w 214062"/>
                <a:gd name="connsiteY0" fmla="*/ 28728 h 112996"/>
                <a:gd name="connsiteX1" fmla="*/ 185947 w 214062"/>
                <a:gd name="connsiteY1" fmla="*/ 28728 h 112996"/>
                <a:gd name="connsiteX2" fmla="*/ 185308 w 214062"/>
                <a:gd name="connsiteY2" fmla="*/ 28728 h 112996"/>
                <a:gd name="connsiteX3" fmla="*/ 185308 w 214062"/>
                <a:gd name="connsiteY3" fmla="*/ 6384 h 112996"/>
                <a:gd name="connsiteX4" fmla="*/ 178918 w 214062"/>
                <a:gd name="connsiteY4" fmla="*/ 0 h 112996"/>
                <a:gd name="connsiteX5" fmla="*/ 6390 w 214062"/>
                <a:gd name="connsiteY5" fmla="*/ 0 h 112996"/>
                <a:gd name="connsiteX6" fmla="*/ 0 w 214062"/>
                <a:gd name="connsiteY6" fmla="*/ 6384 h 112996"/>
                <a:gd name="connsiteX7" fmla="*/ 0 w 214062"/>
                <a:gd name="connsiteY7" fmla="*/ 106613 h 112996"/>
                <a:gd name="connsiteX8" fmla="*/ 6390 w 214062"/>
                <a:gd name="connsiteY8" fmla="*/ 112997 h 112996"/>
                <a:gd name="connsiteX9" fmla="*/ 178918 w 214062"/>
                <a:gd name="connsiteY9" fmla="*/ 112997 h 112996"/>
                <a:gd name="connsiteX10" fmla="*/ 185308 w 214062"/>
                <a:gd name="connsiteY10" fmla="*/ 106613 h 112996"/>
                <a:gd name="connsiteX11" fmla="*/ 185308 w 214062"/>
                <a:gd name="connsiteY11" fmla="*/ 84269 h 112996"/>
                <a:gd name="connsiteX12" fmla="*/ 185947 w 214062"/>
                <a:gd name="connsiteY12" fmla="*/ 84269 h 112996"/>
                <a:gd name="connsiteX13" fmla="*/ 207673 w 214062"/>
                <a:gd name="connsiteY13" fmla="*/ 84269 h 112996"/>
                <a:gd name="connsiteX14" fmla="*/ 214063 w 214062"/>
                <a:gd name="connsiteY14" fmla="*/ 77885 h 112996"/>
                <a:gd name="connsiteX15" fmla="*/ 214063 w 214062"/>
                <a:gd name="connsiteY15" fmla="*/ 34474 h 112996"/>
                <a:gd name="connsiteX16" fmla="*/ 207673 w 214062"/>
                <a:gd name="connsiteY16" fmla="*/ 28728 h 112996"/>
                <a:gd name="connsiteX17" fmla="*/ 172528 w 214062"/>
                <a:gd name="connsiteY17" fmla="*/ 100229 h 112996"/>
                <a:gd name="connsiteX18" fmla="*/ 12780 w 214062"/>
                <a:gd name="connsiteY18" fmla="*/ 100229 h 112996"/>
                <a:gd name="connsiteX19" fmla="*/ 12780 w 214062"/>
                <a:gd name="connsiteY19" fmla="*/ 12130 h 112996"/>
                <a:gd name="connsiteX20" fmla="*/ 172528 w 214062"/>
                <a:gd name="connsiteY20" fmla="*/ 12130 h 112996"/>
                <a:gd name="connsiteX21" fmla="*/ 172528 w 214062"/>
                <a:gd name="connsiteY21" fmla="*/ 100229 h 112996"/>
                <a:gd name="connsiteX22" fmla="*/ 201283 w 214062"/>
                <a:gd name="connsiteY22" fmla="*/ 71501 h 112996"/>
                <a:gd name="connsiteX23" fmla="*/ 185947 w 214062"/>
                <a:gd name="connsiteY23" fmla="*/ 71501 h 112996"/>
                <a:gd name="connsiteX24" fmla="*/ 185308 w 214062"/>
                <a:gd name="connsiteY24" fmla="*/ 71501 h 112996"/>
                <a:gd name="connsiteX25" fmla="*/ 185308 w 214062"/>
                <a:gd name="connsiteY25" fmla="*/ 40858 h 112996"/>
                <a:gd name="connsiteX26" fmla="*/ 185947 w 214062"/>
                <a:gd name="connsiteY26" fmla="*/ 40858 h 112996"/>
                <a:gd name="connsiteX27" fmla="*/ 201283 w 214062"/>
                <a:gd name="connsiteY27" fmla="*/ 40858 h 112996"/>
                <a:gd name="connsiteX28" fmla="*/ 201283 w 214062"/>
                <a:gd name="connsiteY28" fmla="*/ 71501 h 112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14062" h="112996">
                  <a:moveTo>
                    <a:pt x="207673" y="28728"/>
                  </a:moveTo>
                  <a:lnTo>
                    <a:pt x="185947" y="28728"/>
                  </a:lnTo>
                  <a:lnTo>
                    <a:pt x="185308" y="28728"/>
                  </a:lnTo>
                  <a:lnTo>
                    <a:pt x="185308" y="6384"/>
                  </a:lnTo>
                  <a:cubicBezTo>
                    <a:pt x="185308" y="2554"/>
                    <a:pt x="182752" y="0"/>
                    <a:pt x="178918" y="0"/>
                  </a:cubicBezTo>
                  <a:lnTo>
                    <a:pt x="6390" y="0"/>
                  </a:lnTo>
                  <a:cubicBezTo>
                    <a:pt x="2556" y="0"/>
                    <a:pt x="0" y="2554"/>
                    <a:pt x="0" y="6384"/>
                  </a:cubicBezTo>
                  <a:lnTo>
                    <a:pt x="0" y="106613"/>
                  </a:lnTo>
                  <a:cubicBezTo>
                    <a:pt x="0" y="110443"/>
                    <a:pt x="2556" y="112997"/>
                    <a:pt x="6390" y="112997"/>
                  </a:cubicBezTo>
                  <a:lnTo>
                    <a:pt x="178918" y="112997"/>
                  </a:lnTo>
                  <a:cubicBezTo>
                    <a:pt x="182752" y="112997"/>
                    <a:pt x="185308" y="110443"/>
                    <a:pt x="185308" y="106613"/>
                  </a:cubicBezTo>
                  <a:lnTo>
                    <a:pt x="185308" y="84269"/>
                  </a:lnTo>
                  <a:lnTo>
                    <a:pt x="185947" y="84269"/>
                  </a:lnTo>
                  <a:lnTo>
                    <a:pt x="207673" y="84269"/>
                  </a:lnTo>
                  <a:cubicBezTo>
                    <a:pt x="211507" y="84269"/>
                    <a:pt x="214063" y="81715"/>
                    <a:pt x="214063" y="77885"/>
                  </a:cubicBezTo>
                  <a:lnTo>
                    <a:pt x="214063" y="34474"/>
                  </a:lnTo>
                  <a:cubicBezTo>
                    <a:pt x="213424" y="31282"/>
                    <a:pt x="210868" y="28728"/>
                    <a:pt x="207673" y="28728"/>
                  </a:cubicBezTo>
                  <a:close/>
                  <a:moveTo>
                    <a:pt x="172528" y="100229"/>
                  </a:moveTo>
                  <a:lnTo>
                    <a:pt x="12780" y="100229"/>
                  </a:lnTo>
                  <a:lnTo>
                    <a:pt x="12780" y="12130"/>
                  </a:lnTo>
                  <a:lnTo>
                    <a:pt x="172528" y="12130"/>
                  </a:lnTo>
                  <a:lnTo>
                    <a:pt x="172528" y="100229"/>
                  </a:lnTo>
                  <a:close/>
                  <a:moveTo>
                    <a:pt x="201283" y="71501"/>
                  </a:moveTo>
                  <a:lnTo>
                    <a:pt x="185947" y="71501"/>
                  </a:lnTo>
                  <a:lnTo>
                    <a:pt x="185308" y="71501"/>
                  </a:lnTo>
                  <a:lnTo>
                    <a:pt x="185308" y="40858"/>
                  </a:lnTo>
                  <a:lnTo>
                    <a:pt x="185947" y="40858"/>
                  </a:lnTo>
                  <a:lnTo>
                    <a:pt x="201283" y="40858"/>
                  </a:lnTo>
                  <a:lnTo>
                    <a:pt x="201283" y="71501"/>
                  </a:lnTo>
                  <a:close/>
                </a:path>
              </a:pathLst>
            </a:custGeom>
            <a:solidFill>
              <a:srgbClr val="004F59"/>
            </a:solidFill>
            <a:ln w="6390" cap="flat">
              <a:noFill/>
              <a:prstDash val="solid"/>
              <a:miter/>
            </a:ln>
          </p:spPr>
          <p:txBody>
            <a:bodyPr rtlCol="0" anchor="ctr"/>
            <a:lstStyle/>
            <a:p>
              <a:endParaRPr lang="en-US"/>
            </a:p>
          </p:txBody>
        </p:sp>
      </p:grpSp>
      <p:grpSp>
        <p:nvGrpSpPr>
          <p:cNvPr id="114" name="Graphic 4">
            <a:extLst>
              <a:ext uri="{FF2B5EF4-FFF2-40B4-BE49-F238E27FC236}">
                <a16:creationId xmlns:a16="http://schemas.microsoft.com/office/drawing/2014/main" id="{980802B1-8228-3740-B18A-F6EA7032E8DA}"/>
              </a:ext>
            </a:extLst>
          </p:cNvPr>
          <p:cNvGrpSpPr>
            <a:grpSpLocks noChangeAspect="1"/>
          </p:cNvGrpSpPr>
          <p:nvPr/>
        </p:nvGrpSpPr>
        <p:grpSpPr>
          <a:xfrm>
            <a:off x="1514415" y="2855717"/>
            <a:ext cx="362309" cy="361971"/>
            <a:chOff x="1514415" y="2855717"/>
            <a:chExt cx="362309" cy="361971"/>
          </a:xfrm>
          <a:solidFill>
            <a:srgbClr val="004F59"/>
          </a:solidFill>
        </p:grpSpPr>
        <p:sp>
          <p:nvSpPr>
            <p:cNvPr id="115" name="Graphic 4">
              <a:extLst>
                <a:ext uri="{FF2B5EF4-FFF2-40B4-BE49-F238E27FC236}">
                  <a16:creationId xmlns:a16="http://schemas.microsoft.com/office/drawing/2014/main" id="{01B5E2C7-F1B6-334A-8E62-CC2933E739EB}"/>
                </a:ext>
              </a:extLst>
            </p:cNvPr>
            <p:cNvSpPr/>
            <p:nvPr/>
          </p:nvSpPr>
          <p:spPr>
            <a:xfrm>
              <a:off x="1514415" y="2855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0438"/>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49530" y="273234"/>
                    <a:pt x="274128" y="348565"/>
                    <a:pt x="181474" y="349204"/>
                  </a:cubicBezTo>
                  <a:close/>
                </a:path>
              </a:pathLst>
            </a:custGeom>
            <a:solidFill>
              <a:srgbClr val="004F59"/>
            </a:solidFill>
            <a:ln w="6390" cap="flat">
              <a:noFill/>
              <a:prstDash val="solid"/>
              <a:miter/>
            </a:ln>
          </p:spPr>
          <p:txBody>
            <a:bodyPr rtlCol="0" anchor="ctr"/>
            <a:lstStyle/>
            <a:p>
              <a:endParaRPr lang="en-US"/>
            </a:p>
          </p:txBody>
        </p:sp>
        <p:sp>
          <p:nvSpPr>
            <p:cNvPr id="116" name="Graphic 4">
              <a:extLst>
                <a:ext uri="{FF2B5EF4-FFF2-40B4-BE49-F238E27FC236}">
                  <a16:creationId xmlns:a16="http://schemas.microsoft.com/office/drawing/2014/main" id="{DBE36FF5-C380-204E-BD06-27B9C6AF8D33}"/>
                </a:ext>
              </a:extLst>
            </p:cNvPr>
            <p:cNvSpPr/>
            <p:nvPr/>
          </p:nvSpPr>
          <p:spPr>
            <a:xfrm>
              <a:off x="1617932" y="2999357"/>
              <a:ext cx="12779" cy="74054"/>
            </a:xfrm>
            <a:custGeom>
              <a:avLst/>
              <a:gdLst>
                <a:gd name="connsiteX0" fmla="*/ 6390 w 12779"/>
                <a:gd name="connsiteY0" fmla="*/ 74054 h 74054"/>
                <a:gd name="connsiteX1" fmla="*/ 12780 w 12779"/>
                <a:gd name="connsiteY1" fmla="*/ 67670 h 74054"/>
                <a:gd name="connsiteX2" fmla="*/ 12780 w 12779"/>
                <a:gd name="connsiteY2" fmla="*/ 6384 h 74054"/>
                <a:gd name="connsiteX3" fmla="*/ 6390 w 12779"/>
                <a:gd name="connsiteY3" fmla="*/ 0 h 74054"/>
                <a:gd name="connsiteX4" fmla="*/ 0 w 12779"/>
                <a:gd name="connsiteY4" fmla="*/ 6384 h 74054"/>
                <a:gd name="connsiteX5" fmla="*/ 0 w 12779"/>
                <a:gd name="connsiteY5" fmla="*/ 67670 h 74054"/>
                <a:gd name="connsiteX6" fmla="*/ 6390 w 12779"/>
                <a:gd name="connsiteY6" fmla="*/ 74054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4054">
                  <a:moveTo>
                    <a:pt x="6390" y="74054"/>
                  </a:moveTo>
                  <a:cubicBezTo>
                    <a:pt x="10224" y="74054"/>
                    <a:pt x="12780" y="71500"/>
                    <a:pt x="12780" y="67670"/>
                  </a:cubicBezTo>
                  <a:lnTo>
                    <a:pt x="12780" y="6384"/>
                  </a:lnTo>
                  <a:cubicBezTo>
                    <a:pt x="12780" y="2554"/>
                    <a:pt x="10224" y="0"/>
                    <a:pt x="6390" y="0"/>
                  </a:cubicBezTo>
                  <a:cubicBezTo>
                    <a:pt x="2556" y="0"/>
                    <a:pt x="0" y="2554"/>
                    <a:pt x="0" y="6384"/>
                  </a:cubicBezTo>
                  <a:lnTo>
                    <a:pt x="0" y="67670"/>
                  </a:lnTo>
                  <a:cubicBezTo>
                    <a:pt x="0" y="70862"/>
                    <a:pt x="3195" y="74054"/>
                    <a:pt x="6390" y="74054"/>
                  </a:cubicBezTo>
                  <a:close/>
                </a:path>
              </a:pathLst>
            </a:custGeom>
            <a:solidFill>
              <a:srgbClr val="004F59"/>
            </a:solidFill>
            <a:ln w="6390" cap="flat">
              <a:noFill/>
              <a:prstDash val="solid"/>
              <a:miter/>
            </a:ln>
          </p:spPr>
          <p:txBody>
            <a:bodyPr rtlCol="0" anchor="ctr"/>
            <a:lstStyle/>
            <a:p>
              <a:endParaRPr lang="en-US"/>
            </a:p>
          </p:txBody>
        </p:sp>
        <p:sp>
          <p:nvSpPr>
            <p:cNvPr id="117" name="Graphic 4">
              <a:extLst>
                <a:ext uri="{FF2B5EF4-FFF2-40B4-BE49-F238E27FC236}">
                  <a16:creationId xmlns:a16="http://schemas.microsoft.com/office/drawing/2014/main" id="{18F40F3F-70C9-D24D-BC6C-C6745A04EE57}"/>
                </a:ext>
              </a:extLst>
            </p:cNvPr>
            <p:cNvSpPr/>
            <p:nvPr/>
          </p:nvSpPr>
          <p:spPr>
            <a:xfrm>
              <a:off x="1646686" y="2999357"/>
              <a:ext cx="12779" cy="74054"/>
            </a:xfrm>
            <a:custGeom>
              <a:avLst/>
              <a:gdLst>
                <a:gd name="connsiteX0" fmla="*/ 6390 w 12779"/>
                <a:gd name="connsiteY0" fmla="*/ 74054 h 74054"/>
                <a:gd name="connsiteX1" fmla="*/ 12780 w 12779"/>
                <a:gd name="connsiteY1" fmla="*/ 67670 h 74054"/>
                <a:gd name="connsiteX2" fmla="*/ 12780 w 12779"/>
                <a:gd name="connsiteY2" fmla="*/ 6384 h 74054"/>
                <a:gd name="connsiteX3" fmla="*/ 6390 w 12779"/>
                <a:gd name="connsiteY3" fmla="*/ 0 h 74054"/>
                <a:gd name="connsiteX4" fmla="*/ 0 w 12779"/>
                <a:gd name="connsiteY4" fmla="*/ 6384 h 74054"/>
                <a:gd name="connsiteX5" fmla="*/ 0 w 12779"/>
                <a:gd name="connsiteY5" fmla="*/ 67670 h 74054"/>
                <a:gd name="connsiteX6" fmla="*/ 6390 w 12779"/>
                <a:gd name="connsiteY6" fmla="*/ 74054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4054">
                  <a:moveTo>
                    <a:pt x="6390" y="74054"/>
                  </a:moveTo>
                  <a:cubicBezTo>
                    <a:pt x="10224" y="74054"/>
                    <a:pt x="12780" y="71500"/>
                    <a:pt x="12780" y="67670"/>
                  </a:cubicBezTo>
                  <a:lnTo>
                    <a:pt x="12780" y="6384"/>
                  </a:lnTo>
                  <a:cubicBezTo>
                    <a:pt x="12780" y="2554"/>
                    <a:pt x="10224" y="0"/>
                    <a:pt x="6390" y="0"/>
                  </a:cubicBezTo>
                  <a:cubicBezTo>
                    <a:pt x="2556" y="0"/>
                    <a:pt x="0" y="2554"/>
                    <a:pt x="0" y="6384"/>
                  </a:cubicBezTo>
                  <a:lnTo>
                    <a:pt x="0" y="67670"/>
                  </a:lnTo>
                  <a:cubicBezTo>
                    <a:pt x="0" y="70862"/>
                    <a:pt x="3195" y="74054"/>
                    <a:pt x="6390" y="74054"/>
                  </a:cubicBezTo>
                  <a:close/>
                </a:path>
              </a:pathLst>
            </a:custGeom>
            <a:solidFill>
              <a:srgbClr val="004F59"/>
            </a:solidFill>
            <a:ln w="6390" cap="flat">
              <a:noFill/>
              <a:prstDash val="solid"/>
              <a:miter/>
            </a:ln>
          </p:spPr>
          <p:txBody>
            <a:bodyPr rtlCol="0" anchor="ctr"/>
            <a:lstStyle/>
            <a:p>
              <a:endParaRPr lang="en-US"/>
            </a:p>
          </p:txBody>
        </p:sp>
        <p:sp>
          <p:nvSpPr>
            <p:cNvPr id="118" name="Graphic 4">
              <a:extLst>
                <a:ext uri="{FF2B5EF4-FFF2-40B4-BE49-F238E27FC236}">
                  <a16:creationId xmlns:a16="http://schemas.microsoft.com/office/drawing/2014/main" id="{3794F83E-C756-3747-91DF-1BE3E45E3753}"/>
                </a:ext>
              </a:extLst>
            </p:cNvPr>
            <p:cNvSpPr/>
            <p:nvPr/>
          </p:nvSpPr>
          <p:spPr>
            <a:xfrm>
              <a:off x="1589177" y="2979567"/>
              <a:ext cx="214062" cy="113634"/>
            </a:xfrm>
            <a:custGeom>
              <a:avLst/>
              <a:gdLst>
                <a:gd name="connsiteX0" fmla="*/ 207673 w 214062"/>
                <a:gd name="connsiteY0" fmla="*/ 28728 h 113634"/>
                <a:gd name="connsiteX1" fmla="*/ 185947 w 214062"/>
                <a:gd name="connsiteY1" fmla="*/ 28728 h 113634"/>
                <a:gd name="connsiteX2" fmla="*/ 185308 w 214062"/>
                <a:gd name="connsiteY2" fmla="*/ 28728 h 113634"/>
                <a:gd name="connsiteX3" fmla="*/ 185308 w 214062"/>
                <a:gd name="connsiteY3" fmla="*/ 6384 h 113634"/>
                <a:gd name="connsiteX4" fmla="*/ 178918 w 214062"/>
                <a:gd name="connsiteY4" fmla="*/ 0 h 113634"/>
                <a:gd name="connsiteX5" fmla="*/ 6390 w 214062"/>
                <a:gd name="connsiteY5" fmla="*/ 0 h 113634"/>
                <a:gd name="connsiteX6" fmla="*/ 0 w 214062"/>
                <a:gd name="connsiteY6" fmla="*/ 6384 h 113634"/>
                <a:gd name="connsiteX7" fmla="*/ 0 w 214062"/>
                <a:gd name="connsiteY7" fmla="*/ 107251 h 113634"/>
                <a:gd name="connsiteX8" fmla="*/ 6390 w 214062"/>
                <a:gd name="connsiteY8" fmla="*/ 113635 h 113634"/>
                <a:gd name="connsiteX9" fmla="*/ 178918 w 214062"/>
                <a:gd name="connsiteY9" fmla="*/ 113635 h 113634"/>
                <a:gd name="connsiteX10" fmla="*/ 185308 w 214062"/>
                <a:gd name="connsiteY10" fmla="*/ 107251 h 113634"/>
                <a:gd name="connsiteX11" fmla="*/ 185308 w 214062"/>
                <a:gd name="connsiteY11" fmla="*/ 84907 h 113634"/>
                <a:gd name="connsiteX12" fmla="*/ 185947 w 214062"/>
                <a:gd name="connsiteY12" fmla="*/ 84907 h 113634"/>
                <a:gd name="connsiteX13" fmla="*/ 207673 w 214062"/>
                <a:gd name="connsiteY13" fmla="*/ 84907 h 113634"/>
                <a:gd name="connsiteX14" fmla="*/ 214063 w 214062"/>
                <a:gd name="connsiteY14" fmla="*/ 78523 h 113634"/>
                <a:gd name="connsiteX15" fmla="*/ 214063 w 214062"/>
                <a:gd name="connsiteY15" fmla="*/ 35112 h 113634"/>
                <a:gd name="connsiteX16" fmla="*/ 207673 w 214062"/>
                <a:gd name="connsiteY16" fmla="*/ 28728 h 113634"/>
                <a:gd name="connsiteX17" fmla="*/ 172528 w 214062"/>
                <a:gd name="connsiteY17" fmla="*/ 100867 h 113634"/>
                <a:gd name="connsiteX18" fmla="*/ 12780 w 214062"/>
                <a:gd name="connsiteY18" fmla="*/ 100867 h 113634"/>
                <a:gd name="connsiteX19" fmla="*/ 12780 w 214062"/>
                <a:gd name="connsiteY19" fmla="*/ 12768 h 113634"/>
                <a:gd name="connsiteX20" fmla="*/ 172528 w 214062"/>
                <a:gd name="connsiteY20" fmla="*/ 12768 h 113634"/>
                <a:gd name="connsiteX21" fmla="*/ 172528 w 214062"/>
                <a:gd name="connsiteY21" fmla="*/ 100867 h 113634"/>
                <a:gd name="connsiteX22" fmla="*/ 201283 w 214062"/>
                <a:gd name="connsiteY22" fmla="*/ 72139 h 113634"/>
                <a:gd name="connsiteX23" fmla="*/ 185947 w 214062"/>
                <a:gd name="connsiteY23" fmla="*/ 72139 h 113634"/>
                <a:gd name="connsiteX24" fmla="*/ 185308 w 214062"/>
                <a:gd name="connsiteY24" fmla="*/ 72139 h 113634"/>
                <a:gd name="connsiteX25" fmla="*/ 185308 w 214062"/>
                <a:gd name="connsiteY25" fmla="*/ 41496 h 113634"/>
                <a:gd name="connsiteX26" fmla="*/ 185947 w 214062"/>
                <a:gd name="connsiteY26" fmla="*/ 41496 h 113634"/>
                <a:gd name="connsiteX27" fmla="*/ 201283 w 214062"/>
                <a:gd name="connsiteY27" fmla="*/ 41496 h 113634"/>
                <a:gd name="connsiteX28" fmla="*/ 201283 w 214062"/>
                <a:gd name="connsiteY28" fmla="*/ 72139 h 113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14062" h="113634">
                  <a:moveTo>
                    <a:pt x="207673" y="28728"/>
                  </a:moveTo>
                  <a:lnTo>
                    <a:pt x="185947" y="28728"/>
                  </a:lnTo>
                  <a:lnTo>
                    <a:pt x="185308" y="28728"/>
                  </a:lnTo>
                  <a:lnTo>
                    <a:pt x="185308" y="6384"/>
                  </a:lnTo>
                  <a:cubicBezTo>
                    <a:pt x="185308" y="2554"/>
                    <a:pt x="182752" y="0"/>
                    <a:pt x="178918" y="0"/>
                  </a:cubicBezTo>
                  <a:lnTo>
                    <a:pt x="6390" y="0"/>
                  </a:lnTo>
                  <a:cubicBezTo>
                    <a:pt x="2556" y="0"/>
                    <a:pt x="0" y="2554"/>
                    <a:pt x="0" y="6384"/>
                  </a:cubicBezTo>
                  <a:lnTo>
                    <a:pt x="0" y="107251"/>
                  </a:lnTo>
                  <a:cubicBezTo>
                    <a:pt x="0" y="111081"/>
                    <a:pt x="2556" y="113635"/>
                    <a:pt x="6390" y="113635"/>
                  </a:cubicBezTo>
                  <a:lnTo>
                    <a:pt x="178918" y="113635"/>
                  </a:lnTo>
                  <a:cubicBezTo>
                    <a:pt x="182752" y="113635"/>
                    <a:pt x="185308" y="111081"/>
                    <a:pt x="185308" y="107251"/>
                  </a:cubicBezTo>
                  <a:lnTo>
                    <a:pt x="185308" y="84907"/>
                  </a:lnTo>
                  <a:lnTo>
                    <a:pt x="185947" y="84907"/>
                  </a:lnTo>
                  <a:lnTo>
                    <a:pt x="207673" y="84907"/>
                  </a:lnTo>
                  <a:cubicBezTo>
                    <a:pt x="211507" y="84907"/>
                    <a:pt x="214063" y="82353"/>
                    <a:pt x="214063" y="78523"/>
                  </a:cubicBezTo>
                  <a:lnTo>
                    <a:pt x="214063" y="35112"/>
                  </a:lnTo>
                  <a:cubicBezTo>
                    <a:pt x="213424" y="31281"/>
                    <a:pt x="210868" y="28728"/>
                    <a:pt x="207673" y="28728"/>
                  </a:cubicBezTo>
                  <a:close/>
                  <a:moveTo>
                    <a:pt x="172528" y="100867"/>
                  </a:moveTo>
                  <a:lnTo>
                    <a:pt x="12780" y="100867"/>
                  </a:lnTo>
                  <a:lnTo>
                    <a:pt x="12780" y="12768"/>
                  </a:lnTo>
                  <a:lnTo>
                    <a:pt x="172528" y="12768"/>
                  </a:lnTo>
                  <a:lnTo>
                    <a:pt x="172528" y="100867"/>
                  </a:lnTo>
                  <a:close/>
                  <a:moveTo>
                    <a:pt x="201283" y="72139"/>
                  </a:moveTo>
                  <a:lnTo>
                    <a:pt x="185947" y="72139"/>
                  </a:lnTo>
                  <a:lnTo>
                    <a:pt x="185308" y="72139"/>
                  </a:lnTo>
                  <a:lnTo>
                    <a:pt x="185308" y="41496"/>
                  </a:lnTo>
                  <a:lnTo>
                    <a:pt x="185947" y="41496"/>
                  </a:lnTo>
                  <a:lnTo>
                    <a:pt x="201283" y="41496"/>
                  </a:lnTo>
                  <a:lnTo>
                    <a:pt x="201283" y="72139"/>
                  </a:lnTo>
                  <a:close/>
                </a:path>
              </a:pathLst>
            </a:custGeom>
            <a:solidFill>
              <a:srgbClr val="004F59"/>
            </a:solidFill>
            <a:ln w="6390" cap="flat">
              <a:noFill/>
              <a:prstDash val="solid"/>
              <a:miter/>
            </a:ln>
          </p:spPr>
          <p:txBody>
            <a:bodyPr rtlCol="0" anchor="ctr"/>
            <a:lstStyle/>
            <a:p>
              <a:endParaRPr lang="en-US"/>
            </a:p>
          </p:txBody>
        </p:sp>
      </p:grpSp>
      <p:grpSp>
        <p:nvGrpSpPr>
          <p:cNvPr id="119" name="Graphic 4">
            <a:extLst>
              <a:ext uri="{FF2B5EF4-FFF2-40B4-BE49-F238E27FC236}">
                <a16:creationId xmlns:a16="http://schemas.microsoft.com/office/drawing/2014/main" id="{779C2827-08AB-E44A-A04A-63481BF55DD1}"/>
              </a:ext>
            </a:extLst>
          </p:cNvPr>
          <p:cNvGrpSpPr>
            <a:grpSpLocks noChangeAspect="1"/>
          </p:cNvGrpSpPr>
          <p:nvPr/>
        </p:nvGrpSpPr>
        <p:grpSpPr>
          <a:xfrm>
            <a:off x="1515054" y="3339623"/>
            <a:ext cx="362309" cy="361971"/>
            <a:chOff x="1515054" y="3339623"/>
            <a:chExt cx="362309" cy="361971"/>
          </a:xfrm>
          <a:solidFill>
            <a:srgbClr val="004F59"/>
          </a:solidFill>
        </p:grpSpPr>
        <p:sp>
          <p:nvSpPr>
            <p:cNvPr id="120" name="Graphic 4">
              <a:extLst>
                <a:ext uri="{FF2B5EF4-FFF2-40B4-BE49-F238E27FC236}">
                  <a16:creationId xmlns:a16="http://schemas.microsoft.com/office/drawing/2014/main" id="{3FC75D24-DBFC-E741-90C4-F649FD33F15B}"/>
                </a:ext>
              </a:extLst>
            </p:cNvPr>
            <p:cNvSpPr/>
            <p:nvPr/>
          </p:nvSpPr>
          <p:spPr>
            <a:xfrm>
              <a:off x="1515054" y="3339623"/>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1305 h 361971"/>
                <a:gd name="connsiteX10" fmla="*/ 349529 w 362309"/>
                <a:gd name="connsiteY10" fmla="*/ 181305 h 361971"/>
                <a:gd name="connsiteX11" fmla="*/ 180835 w 362309"/>
                <a:gd name="connsiteY11" fmla="*/ 349204 h 361971"/>
                <a:gd name="connsiteX12" fmla="*/ 180835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0518" y="0"/>
                    <a:pt x="180835" y="0"/>
                  </a:cubicBezTo>
                  <a:close/>
                  <a:moveTo>
                    <a:pt x="180835" y="349204"/>
                  </a:moveTo>
                  <a:cubicBezTo>
                    <a:pt x="87542" y="349204"/>
                    <a:pt x="12780" y="273873"/>
                    <a:pt x="12780" y="180667"/>
                  </a:cubicBezTo>
                  <a:cubicBezTo>
                    <a:pt x="12780" y="87461"/>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004F59"/>
            </a:solidFill>
            <a:ln w="6390" cap="flat">
              <a:noFill/>
              <a:prstDash val="solid"/>
              <a:miter/>
            </a:ln>
          </p:spPr>
          <p:txBody>
            <a:bodyPr rtlCol="0" anchor="ctr"/>
            <a:lstStyle/>
            <a:p>
              <a:endParaRPr lang="en-US"/>
            </a:p>
          </p:txBody>
        </p:sp>
        <p:sp>
          <p:nvSpPr>
            <p:cNvPr id="121" name="Graphic 4">
              <a:extLst>
                <a:ext uri="{FF2B5EF4-FFF2-40B4-BE49-F238E27FC236}">
                  <a16:creationId xmlns:a16="http://schemas.microsoft.com/office/drawing/2014/main" id="{E9E2AB6A-DBDB-7444-9864-210F6D78D2C5}"/>
                </a:ext>
              </a:extLst>
            </p:cNvPr>
            <p:cNvSpPr/>
            <p:nvPr/>
          </p:nvSpPr>
          <p:spPr>
            <a:xfrm>
              <a:off x="1617932" y="3483901"/>
              <a:ext cx="12779" cy="74054"/>
            </a:xfrm>
            <a:custGeom>
              <a:avLst/>
              <a:gdLst>
                <a:gd name="connsiteX0" fmla="*/ 6390 w 12779"/>
                <a:gd name="connsiteY0" fmla="*/ 74054 h 74054"/>
                <a:gd name="connsiteX1" fmla="*/ 12780 w 12779"/>
                <a:gd name="connsiteY1" fmla="*/ 67670 h 74054"/>
                <a:gd name="connsiteX2" fmla="*/ 12780 w 12779"/>
                <a:gd name="connsiteY2" fmla="*/ 6384 h 74054"/>
                <a:gd name="connsiteX3" fmla="*/ 6390 w 12779"/>
                <a:gd name="connsiteY3" fmla="*/ 0 h 74054"/>
                <a:gd name="connsiteX4" fmla="*/ 0 w 12779"/>
                <a:gd name="connsiteY4" fmla="*/ 6384 h 74054"/>
                <a:gd name="connsiteX5" fmla="*/ 0 w 12779"/>
                <a:gd name="connsiteY5" fmla="*/ 67670 h 74054"/>
                <a:gd name="connsiteX6" fmla="*/ 6390 w 12779"/>
                <a:gd name="connsiteY6" fmla="*/ 74054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4054">
                  <a:moveTo>
                    <a:pt x="6390" y="74054"/>
                  </a:moveTo>
                  <a:cubicBezTo>
                    <a:pt x="10224" y="74054"/>
                    <a:pt x="12780" y="71501"/>
                    <a:pt x="12780" y="67670"/>
                  </a:cubicBezTo>
                  <a:lnTo>
                    <a:pt x="12780" y="6384"/>
                  </a:lnTo>
                  <a:cubicBezTo>
                    <a:pt x="12780" y="2554"/>
                    <a:pt x="10224" y="0"/>
                    <a:pt x="6390" y="0"/>
                  </a:cubicBezTo>
                  <a:cubicBezTo>
                    <a:pt x="2556" y="0"/>
                    <a:pt x="0" y="2554"/>
                    <a:pt x="0" y="6384"/>
                  </a:cubicBezTo>
                  <a:lnTo>
                    <a:pt x="0" y="67670"/>
                  </a:lnTo>
                  <a:cubicBezTo>
                    <a:pt x="0" y="70862"/>
                    <a:pt x="3195" y="74054"/>
                    <a:pt x="6390" y="74054"/>
                  </a:cubicBezTo>
                  <a:close/>
                </a:path>
              </a:pathLst>
            </a:custGeom>
            <a:solidFill>
              <a:srgbClr val="004F59"/>
            </a:solidFill>
            <a:ln w="6390" cap="flat">
              <a:noFill/>
              <a:prstDash val="solid"/>
              <a:miter/>
            </a:ln>
          </p:spPr>
          <p:txBody>
            <a:bodyPr rtlCol="0" anchor="ctr"/>
            <a:lstStyle/>
            <a:p>
              <a:endParaRPr lang="en-US"/>
            </a:p>
          </p:txBody>
        </p:sp>
        <p:sp>
          <p:nvSpPr>
            <p:cNvPr id="122" name="Graphic 4">
              <a:extLst>
                <a:ext uri="{FF2B5EF4-FFF2-40B4-BE49-F238E27FC236}">
                  <a16:creationId xmlns:a16="http://schemas.microsoft.com/office/drawing/2014/main" id="{D69F8FBD-FDAF-E148-94E6-E33C5F7DD7E7}"/>
                </a:ext>
              </a:extLst>
            </p:cNvPr>
            <p:cNvSpPr/>
            <p:nvPr/>
          </p:nvSpPr>
          <p:spPr>
            <a:xfrm>
              <a:off x="1646686" y="3483901"/>
              <a:ext cx="12779" cy="74054"/>
            </a:xfrm>
            <a:custGeom>
              <a:avLst/>
              <a:gdLst>
                <a:gd name="connsiteX0" fmla="*/ 6390 w 12779"/>
                <a:gd name="connsiteY0" fmla="*/ 74054 h 74054"/>
                <a:gd name="connsiteX1" fmla="*/ 12780 w 12779"/>
                <a:gd name="connsiteY1" fmla="*/ 67670 h 74054"/>
                <a:gd name="connsiteX2" fmla="*/ 12780 w 12779"/>
                <a:gd name="connsiteY2" fmla="*/ 6384 h 74054"/>
                <a:gd name="connsiteX3" fmla="*/ 6390 w 12779"/>
                <a:gd name="connsiteY3" fmla="*/ 0 h 74054"/>
                <a:gd name="connsiteX4" fmla="*/ 0 w 12779"/>
                <a:gd name="connsiteY4" fmla="*/ 6384 h 74054"/>
                <a:gd name="connsiteX5" fmla="*/ 0 w 12779"/>
                <a:gd name="connsiteY5" fmla="*/ 67670 h 74054"/>
                <a:gd name="connsiteX6" fmla="*/ 6390 w 12779"/>
                <a:gd name="connsiteY6" fmla="*/ 74054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4054">
                  <a:moveTo>
                    <a:pt x="6390" y="74054"/>
                  </a:moveTo>
                  <a:cubicBezTo>
                    <a:pt x="10224" y="74054"/>
                    <a:pt x="12780" y="71501"/>
                    <a:pt x="12780" y="67670"/>
                  </a:cubicBezTo>
                  <a:lnTo>
                    <a:pt x="12780" y="6384"/>
                  </a:lnTo>
                  <a:cubicBezTo>
                    <a:pt x="12780" y="2554"/>
                    <a:pt x="10224" y="0"/>
                    <a:pt x="6390" y="0"/>
                  </a:cubicBezTo>
                  <a:cubicBezTo>
                    <a:pt x="2556" y="0"/>
                    <a:pt x="0" y="2554"/>
                    <a:pt x="0" y="6384"/>
                  </a:cubicBezTo>
                  <a:lnTo>
                    <a:pt x="0" y="67670"/>
                  </a:lnTo>
                  <a:cubicBezTo>
                    <a:pt x="0" y="70862"/>
                    <a:pt x="3195" y="74054"/>
                    <a:pt x="6390" y="74054"/>
                  </a:cubicBezTo>
                  <a:close/>
                </a:path>
              </a:pathLst>
            </a:custGeom>
            <a:solidFill>
              <a:srgbClr val="004F59"/>
            </a:solidFill>
            <a:ln w="6390" cap="flat">
              <a:noFill/>
              <a:prstDash val="solid"/>
              <a:miter/>
            </a:ln>
          </p:spPr>
          <p:txBody>
            <a:bodyPr rtlCol="0" anchor="ctr"/>
            <a:lstStyle/>
            <a:p>
              <a:endParaRPr lang="en-US"/>
            </a:p>
          </p:txBody>
        </p:sp>
        <p:sp>
          <p:nvSpPr>
            <p:cNvPr id="123" name="Graphic 4">
              <a:extLst>
                <a:ext uri="{FF2B5EF4-FFF2-40B4-BE49-F238E27FC236}">
                  <a16:creationId xmlns:a16="http://schemas.microsoft.com/office/drawing/2014/main" id="{3CE14EF1-A194-D442-84DC-2CC661531BC5}"/>
                </a:ext>
              </a:extLst>
            </p:cNvPr>
            <p:cNvSpPr/>
            <p:nvPr/>
          </p:nvSpPr>
          <p:spPr>
            <a:xfrm>
              <a:off x="1675441" y="3483901"/>
              <a:ext cx="12779" cy="74054"/>
            </a:xfrm>
            <a:custGeom>
              <a:avLst/>
              <a:gdLst>
                <a:gd name="connsiteX0" fmla="*/ 6390 w 12779"/>
                <a:gd name="connsiteY0" fmla="*/ 74054 h 74054"/>
                <a:gd name="connsiteX1" fmla="*/ 12780 w 12779"/>
                <a:gd name="connsiteY1" fmla="*/ 67670 h 74054"/>
                <a:gd name="connsiteX2" fmla="*/ 12780 w 12779"/>
                <a:gd name="connsiteY2" fmla="*/ 6384 h 74054"/>
                <a:gd name="connsiteX3" fmla="*/ 6390 w 12779"/>
                <a:gd name="connsiteY3" fmla="*/ 0 h 74054"/>
                <a:gd name="connsiteX4" fmla="*/ 0 w 12779"/>
                <a:gd name="connsiteY4" fmla="*/ 6384 h 74054"/>
                <a:gd name="connsiteX5" fmla="*/ 0 w 12779"/>
                <a:gd name="connsiteY5" fmla="*/ 67670 h 74054"/>
                <a:gd name="connsiteX6" fmla="*/ 6390 w 12779"/>
                <a:gd name="connsiteY6" fmla="*/ 74054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4054">
                  <a:moveTo>
                    <a:pt x="6390" y="74054"/>
                  </a:moveTo>
                  <a:cubicBezTo>
                    <a:pt x="10224" y="74054"/>
                    <a:pt x="12780" y="71501"/>
                    <a:pt x="12780" y="67670"/>
                  </a:cubicBezTo>
                  <a:lnTo>
                    <a:pt x="12780" y="6384"/>
                  </a:lnTo>
                  <a:cubicBezTo>
                    <a:pt x="12780" y="2554"/>
                    <a:pt x="10224" y="0"/>
                    <a:pt x="6390" y="0"/>
                  </a:cubicBezTo>
                  <a:cubicBezTo>
                    <a:pt x="2556" y="0"/>
                    <a:pt x="0" y="2554"/>
                    <a:pt x="0" y="6384"/>
                  </a:cubicBezTo>
                  <a:lnTo>
                    <a:pt x="0" y="67670"/>
                  </a:lnTo>
                  <a:cubicBezTo>
                    <a:pt x="0" y="70862"/>
                    <a:pt x="3195" y="74054"/>
                    <a:pt x="6390" y="74054"/>
                  </a:cubicBezTo>
                  <a:close/>
                </a:path>
              </a:pathLst>
            </a:custGeom>
            <a:solidFill>
              <a:srgbClr val="004F59"/>
            </a:solidFill>
            <a:ln w="6390" cap="flat">
              <a:noFill/>
              <a:prstDash val="solid"/>
              <a:miter/>
            </a:ln>
          </p:spPr>
          <p:txBody>
            <a:bodyPr rtlCol="0" anchor="ctr"/>
            <a:lstStyle/>
            <a:p>
              <a:endParaRPr lang="en-US"/>
            </a:p>
          </p:txBody>
        </p:sp>
        <p:sp>
          <p:nvSpPr>
            <p:cNvPr id="124" name="Graphic 4">
              <a:extLst>
                <a:ext uri="{FF2B5EF4-FFF2-40B4-BE49-F238E27FC236}">
                  <a16:creationId xmlns:a16="http://schemas.microsoft.com/office/drawing/2014/main" id="{C462B16F-F889-CF4C-A32C-088FFA18AEB4}"/>
                </a:ext>
              </a:extLst>
            </p:cNvPr>
            <p:cNvSpPr/>
            <p:nvPr/>
          </p:nvSpPr>
          <p:spPr>
            <a:xfrm>
              <a:off x="1589177" y="3464111"/>
              <a:ext cx="214062" cy="113634"/>
            </a:xfrm>
            <a:custGeom>
              <a:avLst/>
              <a:gdLst>
                <a:gd name="connsiteX0" fmla="*/ 207673 w 214062"/>
                <a:gd name="connsiteY0" fmla="*/ 28728 h 113634"/>
                <a:gd name="connsiteX1" fmla="*/ 185947 w 214062"/>
                <a:gd name="connsiteY1" fmla="*/ 28728 h 113634"/>
                <a:gd name="connsiteX2" fmla="*/ 185308 w 214062"/>
                <a:gd name="connsiteY2" fmla="*/ 28728 h 113634"/>
                <a:gd name="connsiteX3" fmla="*/ 185308 w 214062"/>
                <a:gd name="connsiteY3" fmla="*/ 6384 h 113634"/>
                <a:gd name="connsiteX4" fmla="*/ 178918 w 214062"/>
                <a:gd name="connsiteY4" fmla="*/ 0 h 113634"/>
                <a:gd name="connsiteX5" fmla="*/ 6390 w 214062"/>
                <a:gd name="connsiteY5" fmla="*/ 0 h 113634"/>
                <a:gd name="connsiteX6" fmla="*/ 0 w 214062"/>
                <a:gd name="connsiteY6" fmla="*/ 6384 h 113634"/>
                <a:gd name="connsiteX7" fmla="*/ 0 w 214062"/>
                <a:gd name="connsiteY7" fmla="*/ 107251 h 113634"/>
                <a:gd name="connsiteX8" fmla="*/ 6390 w 214062"/>
                <a:gd name="connsiteY8" fmla="*/ 113635 h 113634"/>
                <a:gd name="connsiteX9" fmla="*/ 178918 w 214062"/>
                <a:gd name="connsiteY9" fmla="*/ 113635 h 113634"/>
                <a:gd name="connsiteX10" fmla="*/ 185308 w 214062"/>
                <a:gd name="connsiteY10" fmla="*/ 107251 h 113634"/>
                <a:gd name="connsiteX11" fmla="*/ 185308 w 214062"/>
                <a:gd name="connsiteY11" fmla="*/ 84907 h 113634"/>
                <a:gd name="connsiteX12" fmla="*/ 185947 w 214062"/>
                <a:gd name="connsiteY12" fmla="*/ 84907 h 113634"/>
                <a:gd name="connsiteX13" fmla="*/ 207673 w 214062"/>
                <a:gd name="connsiteY13" fmla="*/ 84907 h 113634"/>
                <a:gd name="connsiteX14" fmla="*/ 214063 w 214062"/>
                <a:gd name="connsiteY14" fmla="*/ 78523 h 113634"/>
                <a:gd name="connsiteX15" fmla="*/ 214063 w 214062"/>
                <a:gd name="connsiteY15" fmla="*/ 35750 h 113634"/>
                <a:gd name="connsiteX16" fmla="*/ 207673 w 214062"/>
                <a:gd name="connsiteY16" fmla="*/ 28728 h 113634"/>
                <a:gd name="connsiteX17" fmla="*/ 172528 w 214062"/>
                <a:gd name="connsiteY17" fmla="*/ 100867 h 113634"/>
                <a:gd name="connsiteX18" fmla="*/ 12780 w 214062"/>
                <a:gd name="connsiteY18" fmla="*/ 100867 h 113634"/>
                <a:gd name="connsiteX19" fmla="*/ 12780 w 214062"/>
                <a:gd name="connsiteY19" fmla="*/ 12768 h 113634"/>
                <a:gd name="connsiteX20" fmla="*/ 172528 w 214062"/>
                <a:gd name="connsiteY20" fmla="*/ 12768 h 113634"/>
                <a:gd name="connsiteX21" fmla="*/ 172528 w 214062"/>
                <a:gd name="connsiteY21" fmla="*/ 100867 h 113634"/>
                <a:gd name="connsiteX22" fmla="*/ 201283 w 214062"/>
                <a:gd name="connsiteY22" fmla="*/ 72139 h 113634"/>
                <a:gd name="connsiteX23" fmla="*/ 185947 w 214062"/>
                <a:gd name="connsiteY23" fmla="*/ 72139 h 113634"/>
                <a:gd name="connsiteX24" fmla="*/ 185308 w 214062"/>
                <a:gd name="connsiteY24" fmla="*/ 72139 h 113634"/>
                <a:gd name="connsiteX25" fmla="*/ 185308 w 214062"/>
                <a:gd name="connsiteY25" fmla="*/ 41496 h 113634"/>
                <a:gd name="connsiteX26" fmla="*/ 185947 w 214062"/>
                <a:gd name="connsiteY26" fmla="*/ 41496 h 113634"/>
                <a:gd name="connsiteX27" fmla="*/ 201283 w 214062"/>
                <a:gd name="connsiteY27" fmla="*/ 41496 h 113634"/>
                <a:gd name="connsiteX28" fmla="*/ 201283 w 214062"/>
                <a:gd name="connsiteY28" fmla="*/ 72139 h 113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14062" h="113634">
                  <a:moveTo>
                    <a:pt x="207673" y="28728"/>
                  </a:moveTo>
                  <a:lnTo>
                    <a:pt x="185947" y="28728"/>
                  </a:lnTo>
                  <a:lnTo>
                    <a:pt x="185308" y="28728"/>
                  </a:lnTo>
                  <a:lnTo>
                    <a:pt x="185308" y="6384"/>
                  </a:lnTo>
                  <a:cubicBezTo>
                    <a:pt x="185308" y="2554"/>
                    <a:pt x="182752" y="0"/>
                    <a:pt x="178918" y="0"/>
                  </a:cubicBezTo>
                  <a:lnTo>
                    <a:pt x="6390" y="0"/>
                  </a:lnTo>
                  <a:cubicBezTo>
                    <a:pt x="2556" y="0"/>
                    <a:pt x="0" y="2554"/>
                    <a:pt x="0" y="6384"/>
                  </a:cubicBezTo>
                  <a:lnTo>
                    <a:pt x="0" y="107251"/>
                  </a:lnTo>
                  <a:cubicBezTo>
                    <a:pt x="0" y="111081"/>
                    <a:pt x="2556" y="113635"/>
                    <a:pt x="6390" y="113635"/>
                  </a:cubicBezTo>
                  <a:lnTo>
                    <a:pt x="178918" y="113635"/>
                  </a:lnTo>
                  <a:cubicBezTo>
                    <a:pt x="182752" y="113635"/>
                    <a:pt x="185308" y="111081"/>
                    <a:pt x="185308" y="107251"/>
                  </a:cubicBezTo>
                  <a:lnTo>
                    <a:pt x="185308" y="84907"/>
                  </a:lnTo>
                  <a:lnTo>
                    <a:pt x="185947" y="84907"/>
                  </a:lnTo>
                  <a:lnTo>
                    <a:pt x="207673" y="84907"/>
                  </a:lnTo>
                  <a:cubicBezTo>
                    <a:pt x="211507" y="84907"/>
                    <a:pt x="214063" y="82354"/>
                    <a:pt x="214063" y="78523"/>
                  </a:cubicBezTo>
                  <a:lnTo>
                    <a:pt x="214063" y="35750"/>
                  </a:lnTo>
                  <a:cubicBezTo>
                    <a:pt x="214063" y="31282"/>
                    <a:pt x="210868" y="28728"/>
                    <a:pt x="207673" y="28728"/>
                  </a:cubicBezTo>
                  <a:close/>
                  <a:moveTo>
                    <a:pt x="172528" y="100867"/>
                  </a:moveTo>
                  <a:lnTo>
                    <a:pt x="12780" y="100867"/>
                  </a:lnTo>
                  <a:lnTo>
                    <a:pt x="12780" y="12768"/>
                  </a:lnTo>
                  <a:lnTo>
                    <a:pt x="172528" y="12768"/>
                  </a:lnTo>
                  <a:lnTo>
                    <a:pt x="172528" y="100867"/>
                  </a:lnTo>
                  <a:close/>
                  <a:moveTo>
                    <a:pt x="201283" y="72139"/>
                  </a:moveTo>
                  <a:lnTo>
                    <a:pt x="185947" y="72139"/>
                  </a:lnTo>
                  <a:lnTo>
                    <a:pt x="185308" y="72139"/>
                  </a:lnTo>
                  <a:lnTo>
                    <a:pt x="185308" y="41496"/>
                  </a:lnTo>
                  <a:lnTo>
                    <a:pt x="185947" y="41496"/>
                  </a:lnTo>
                  <a:lnTo>
                    <a:pt x="201283" y="41496"/>
                  </a:lnTo>
                  <a:lnTo>
                    <a:pt x="201283" y="72139"/>
                  </a:lnTo>
                  <a:close/>
                </a:path>
              </a:pathLst>
            </a:custGeom>
            <a:solidFill>
              <a:srgbClr val="004F59"/>
            </a:solidFill>
            <a:ln w="6390" cap="flat">
              <a:noFill/>
              <a:prstDash val="solid"/>
              <a:miter/>
            </a:ln>
          </p:spPr>
          <p:txBody>
            <a:bodyPr rtlCol="0" anchor="ctr"/>
            <a:lstStyle/>
            <a:p>
              <a:endParaRPr lang="en-US"/>
            </a:p>
          </p:txBody>
        </p:sp>
      </p:grpSp>
      <p:grpSp>
        <p:nvGrpSpPr>
          <p:cNvPr id="125" name="Graphic 4">
            <a:extLst>
              <a:ext uri="{FF2B5EF4-FFF2-40B4-BE49-F238E27FC236}">
                <a16:creationId xmlns:a16="http://schemas.microsoft.com/office/drawing/2014/main" id="{370931BA-B283-8F45-9760-310187A13248}"/>
              </a:ext>
            </a:extLst>
          </p:cNvPr>
          <p:cNvGrpSpPr>
            <a:grpSpLocks noChangeAspect="1"/>
          </p:cNvGrpSpPr>
          <p:nvPr/>
        </p:nvGrpSpPr>
        <p:grpSpPr>
          <a:xfrm>
            <a:off x="1515054" y="3824168"/>
            <a:ext cx="362309" cy="361971"/>
            <a:chOff x="1515054" y="3824168"/>
            <a:chExt cx="362309" cy="361971"/>
          </a:xfrm>
          <a:solidFill>
            <a:srgbClr val="004F59"/>
          </a:solidFill>
        </p:grpSpPr>
        <p:sp>
          <p:nvSpPr>
            <p:cNvPr id="126" name="Graphic 4">
              <a:extLst>
                <a:ext uri="{FF2B5EF4-FFF2-40B4-BE49-F238E27FC236}">
                  <a16:creationId xmlns:a16="http://schemas.microsoft.com/office/drawing/2014/main" id="{52406EBF-9B53-7747-9748-A73094F1ABBA}"/>
                </a:ext>
              </a:extLst>
            </p:cNvPr>
            <p:cNvSpPr/>
            <p:nvPr/>
          </p:nvSpPr>
          <p:spPr>
            <a:xfrm>
              <a:off x="1515054" y="3824168"/>
              <a:ext cx="362309" cy="361971"/>
            </a:xfrm>
            <a:custGeom>
              <a:avLst/>
              <a:gdLst>
                <a:gd name="connsiteX0" fmla="*/ 180835 w 362309"/>
                <a:gd name="connsiteY0" fmla="*/ 0 h 361971"/>
                <a:gd name="connsiteX1" fmla="*/ 0 w 362309"/>
                <a:gd name="connsiteY1" fmla="*/ 180667 h 361971"/>
                <a:gd name="connsiteX2" fmla="*/ 180835 w 362309"/>
                <a:gd name="connsiteY2" fmla="*/ 361971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1305 h 361971"/>
                <a:gd name="connsiteX10" fmla="*/ 349529 w 362309"/>
                <a:gd name="connsiteY10" fmla="*/ 181305 h 361971"/>
                <a:gd name="connsiteX11" fmla="*/ 180835 w 362309"/>
                <a:gd name="connsiteY11" fmla="*/ 349204 h 361971"/>
                <a:gd name="connsiteX12" fmla="*/ 180835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6"/>
                    <a:pt x="0" y="180667"/>
                  </a:cubicBezTo>
                  <a:cubicBezTo>
                    <a:pt x="0" y="280895"/>
                    <a:pt x="81152" y="361971"/>
                    <a:pt x="180835" y="361971"/>
                  </a:cubicBezTo>
                  <a:cubicBezTo>
                    <a:pt x="280518" y="361971"/>
                    <a:pt x="362309" y="280895"/>
                    <a:pt x="362309" y="180667"/>
                  </a:cubicBezTo>
                  <a:lnTo>
                    <a:pt x="362309" y="180667"/>
                  </a:lnTo>
                  <a:cubicBezTo>
                    <a:pt x="361670" y="81076"/>
                    <a:pt x="280518" y="0"/>
                    <a:pt x="180835" y="0"/>
                  </a:cubicBezTo>
                  <a:close/>
                  <a:moveTo>
                    <a:pt x="180835" y="349204"/>
                  </a:moveTo>
                  <a:cubicBezTo>
                    <a:pt x="87542" y="349204"/>
                    <a:pt x="12780" y="273873"/>
                    <a:pt x="12780" y="180667"/>
                  </a:cubicBezTo>
                  <a:cubicBezTo>
                    <a:pt x="12780" y="87460"/>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004F59"/>
            </a:solidFill>
            <a:ln w="6390" cap="flat">
              <a:noFill/>
              <a:prstDash val="solid"/>
              <a:miter/>
            </a:ln>
          </p:spPr>
          <p:txBody>
            <a:bodyPr rtlCol="0" anchor="ctr"/>
            <a:lstStyle/>
            <a:p>
              <a:endParaRPr lang="en-US"/>
            </a:p>
          </p:txBody>
        </p:sp>
        <p:sp>
          <p:nvSpPr>
            <p:cNvPr id="127" name="Graphic 4">
              <a:extLst>
                <a:ext uri="{FF2B5EF4-FFF2-40B4-BE49-F238E27FC236}">
                  <a16:creationId xmlns:a16="http://schemas.microsoft.com/office/drawing/2014/main" id="{4D40FA43-0FA6-1047-A389-B7BA4D7A3C22}"/>
                </a:ext>
              </a:extLst>
            </p:cNvPr>
            <p:cNvSpPr/>
            <p:nvPr/>
          </p:nvSpPr>
          <p:spPr>
            <a:xfrm>
              <a:off x="1617932" y="3968446"/>
              <a:ext cx="12779" cy="73415"/>
            </a:xfrm>
            <a:custGeom>
              <a:avLst/>
              <a:gdLst>
                <a:gd name="connsiteX0" fmla="*/ 6390 w 12779"/>
                <a:gd name="connsiteY0" fmla="*/ 73416 h 73415"/>
                <a:gd name="connsiteX1" fmla="*/ 12780 w 12779"/>
                <a:gd name="connsiteY1" fmla="*/ 67032 h 73415"/>
                <a:gd name="connsiteX2" fmla="*/ 12780 w 12779"/>
                <a:gd name="connsiteY2" fmla="*/ 6384 h 73415"/>
                <a:gd name="connsiteX3" fmla="*/ 6390 w 12779"/>
                <a:gd name="connsiteY3" fmla="*/ 0 h 73415"/>
                <a:gd name="connsiteX4" fmla="*/ 0 w 12779"/>
                <a:gd name="connsiteY4" fmla="*/ 6384 h 73415"/>
                <a:gd name="connsiteX5" fmla="*/ 0 w 12779"/>
                <a:gd name="connsiteY5" fmla="*/ 67670 h 73415"/>
                <a:gd name="connsiteX6" fmla="*/ 6390 w 12779"/>
                <a:gd name="connsiteY6" fmla="*/ 73416 h 7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3415">
                  <a:moveTo>
                    <a:pt x="6390" y="73416"/>
                  </a:moveTo>
                  <a:cubicBezTo>
                    <a:pt x="10224" y="73416"/>
                    <a:pt x="12780" y="70862"/>
                    <a:pt x="12780" y="67032"/>
                  </a:cubicBezTo>
                  <a:lnTo>
                    <a:pt x="12780" y="6384"/>
                  </a:lnTo>
                  <a:cubicBezTo>
                    <a:pt x="12780" y="2554"/>
                    <a:pt x="10224" y="0"/>
                    <a:pt x="6390" y="0"/>
                  </a:cubicBezTo>
                  <a:cubicBezTo>
                    <a:pt x="2556" y="0"/>
                    <a:pt x="0" y="2554"/>
                    <a:pt x="0" y="6384"/>
                  </a:cubicBezTo>
                  <a:lnTo>
                    <a:pt x="0" y="67670"/>
                  </a:lnTo>
                  <a:cubicBezTo>
                    <a:pt x="639" y="70862"/>
                    <a:pt x="3195" y="73416"/>
                    <a:pt x="6390" y="73416"/>
                  </a:cubicBezTo>
                  <a:close/>
                </a:path>
              </a:pathLst>
            </a:custGeom>
            <a:solidFill>
              <a:srgbClr val="004F59"/>
            </a:solidFill>
            <a:ln w="6390" cap="flat">
              <a:noFill/>
              <a:prstDash val="solid"/>
              <a:miter/>
            </a:ln>
          </p:spPr>
          <p:txBody>
            <a:bodyPr rtlCol="0" anchor="ctr"/>
            <a:lstStyle/>
            <a:p>
              <a:endParaRPr lang="en-US"/>
            </a:p>
          </p:txBody>
        </p:sp>
        <p:sp>
          <p:nvSpPr>
            <p:cNvPr id="206" name="Graphic 4">
              <a:extLst>
                <a:ext uri="{FF2B5EF4-FFF2-40B4-BE49-F238E27FC236}">
                  <a16:creationId xmlns:a16="http://schemas.microsoft.com/office/drawing/2014/main" id="{491B7D46-B664-5A4E-925D-BEA2B987905A}"/>
                </a:ext>
              </a:extLst>
            </p:cNvPr>
            <p:cNvSpPr/>
            <p:nvPr/>
          </p:nvSpPr>
          <p:spPr>
            <a:xfrm>
              <a:off x="1646686" y="3968446"/>
              <a:ext cx="12779" cy="73415"/>
            </a:xfrm>
            <a:custGeom>
              <a:avLst/>
              <a:gdLst>
                <a:gd name="connsiteX0" fmla="*/ 6390 w 12779"/>
                <a:gd name="connsiteY0" fmla="*/ 73416 h 73415"/>
                <a:gd name="connsiteX1" fmla="*/ 12780 w 12779"/>
                <a:gd name="connsiteY1" fmla="*/ 67032 h 73415"/>
                <a:gd name="connsiteX2" fmla="*/ 12780 w 12779"/>
                <a:gd name="connsiteY2" fmla="*/ 6384 h 73415"/>
                <a:gd name="connsiteX3" fmla="*/ 6390 w 12779"/>
                <a:gd name="connsiteY3" fmla="*/ 0 h 73415"/>
                <a:gd name="connsiteX4" fmla="*/ 0 w 12779"/>
                <a:gd name="connsiteY4" fmla="*/ 6384 h 73415"/>
                <a:gd name="connsiteX5" fmla="*/ 0 w 12779"/>
                <a:gd name="connsiteY5" fmla="*/ 67670 h 73415"/>
                <a:gd name="connsiteX6" fmla="*/ 6390 w 12779"/>
                <a:gd name="connsiteY6" fmla="*/ 73416 h 7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3415">
                  <a:moveTo>
                    <a:pt x="6390" y="73416"/>
                  </a:moveTo>
                  <a:cubicBezTo>
                    <a:pt x="10224" y="73416"/>
                    <a:pt x="12780" y="70862"/>
                    <a:pt x="12780" y="67032"/>
                  </a:cubicBezTo>
                  <a:lnTo>
                    <a:pt x="12780" y="6384"/>
                  </a:lnTo>
                  <a:cubicBezTo>
                    <a:pt x="12780" y="2554"/>
                    <a:pt x="10224" y="0"/>
                    <a:pt x="6390" y="0"/>
                  </a:cubicBezTo>
                  <a:cubicBezTo>
                    <a:pt x="2556" y="0"/>
                    <a:pt x="0" y="2554"/>
                    <a:pt x="0" y="6384"/>
                  </a:cubicBezTo>
                  <a:lnTo>
                    <a:pt x="0" y="67670"/>
                  </a:lnTo>
                  <a:cubicBezTo>
                    <a:pt x="0" y="70862"/>
                    <a:pt x="3195" y="73416"/>
                    <a:pt x="6390" y="73416"/>
                  </a:cubicBezTo>
                  <a:close/>
                </a:path>
              </a:pathLst>
            </a:custGeom>
            <a:solidFill>
              <a:srgbClr val="004F59"/>
            </a:solidFill>
            <a:ln w="6390" cap="flat">
              <a:noFill/>
              <a:prstDash val="solid"/>
              <a:miter/>
            </a:ln>
          </p:spPr>
          <p:txBody>
            <a:bodyPr rtlCol="0" anchor="ctr"/>
            <a:lstStyle/>
            <a:p>
              <a:endParaRPr lang="en-US"/>
            </a:p>
          </p:txBody>
        </p:sp>
        <p:sp>
          <p:nvSpPr>
            <p:cNvPr id="207" name="Graphic 4">
              <a:extLst>
                <a:ext uri="{FF2B5EF4-FFF2-40B4-BE49-F238E27FC236}">
                  <a16:creationId xmlns:a16="http://schemas.microsoft.com/office/drawing/2014/main" id="{C9A1983D-148E-DE41-9E6D-2ECBDF6D1B70}"/>
                </a:ext>
              </a:extLst>
            </p:cNvPr>
            <p:cNvSpPr/>
            <p:nvPr/>
          </p:nvSpPr>
          <p:spPr>
            <a:xfrm>
              <a:off x="1675441" y="3968446"/>
              <a:ext cx="12779" cy="73415"/>
            </a:xfrm>
            <a:custGeom>
              <a:avLst/>
              <a:gdLst>
                <a:gd name="connsiteX0" fmla="*/ 6390 w 12779"/>
                <a:gd name="connsiteY0" fmla="*/ 73416 h 73415"/>
                <a:gd name="connsiteX1" fmla="*/ 12780 w 12779"/>
                <a:gd name="connsiteY1" fmla="*/ 67032 h 73415"/>
                <a:gd name="connsiteX2" fmla="*/ 12780 w 12779"/>
                <a:gd name="connsiteY2" fmla="*/ 6384 h 73415"/>
                <a:gd name="connsiteX3" fmla="*/ 6390 w 12779"/>
                <a:gd name="connsiteY3" fmla="*/ 0 h 73415"/>
                <a:gd name="connsiteX4" fmla="*/ 0 w 12779"/>
                <a:gd name="connsiteY4" fmla="*/ 6384 h 73415"/>
                <a:gd name="connsiteX5" fmla="*/ 0 w 12779"/>
                <a:gd name="connsiteY5" fmla="*/ 67670 h 73415"/>
                <a:gd name="connsiteX6" fmla="*/ 6390 w 12779"/>
                <a:gd name="connsiteY6" fmla="*/ 73416 h 7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3415">
                  <a:moveTo>
                    <a:pt x="6390" y="73416"/>
                  </a:moveTo>
                  <a:cubicBezTo>
                    <a:pt x="10224" y="73416"/>
                    <a:pt x="12780" y="70862"/>
                    <a:pt x="12780" y="67032"/>
                  </a:cubicBezTo>
                  <a:lnTo>
                    <a:pt x="12780" y="6384"/>
                  </a:lnTo>
                  <a:cubicBezTo>
                    <a:pt x="12780" y="2554"/>
                    <a:pt x="10224" y="0"/>
                    <a:pt x="6390" y="0"/>
                  </a:cubicBezTo>
                  <a:cubicBezTo>
                    <a:pt x="2556" y="0"/>
                    <a:pt x="0" y="2554"/>
                    <a:pt x="0" y="6384"/>
                  </a:cubicBezTo>
                  <a:lnTo>
                    <a:pt x="0" y="67670"/>
                  </a:lnTo>
                  <a:cubicBezTo>
                    <a:pt x="0" y="70862"/>
                    <a:pt x="3195" y="73416"/>
                    <a:pt x="6390" y="73416"/>
                  </a:cubicBezTo>
                  <a:close/>
                </a:path>
              </a:pathLst>
            </a:custGeom>
            <a:solidFill>
              <a:srgbClr val="004F59"/>
            </a:solidFill>
            <a:ln w="6390" cap="flat">
              <a:noFill/>
              <a:prstDash val="solid"/>
              <a:miter/>
            </a:ln>
          </p:spPr>
          <p:txBody>
            <a:bodyPr rtlCol="0" anchor="ctr"/>
            <a:lstStyle/>
            <a:p>
              <a:endParaRPr lang="en-US"/>
            </a:p>
          </p:txBody>
        </p:sp>
        <p:sp>
          <p:nvSpPr>
            <p:cNvPr id="208" name="Graphic 4">
              <a:extLst>
                <a:ext uri="{FF2B5EF4-FFF2-40B4-BE49-F238E27FC236}">
                  <a16:creationId xmlns:a16="http://schemas.microsoft.com/office/drawing/2014/main" id="{3FD7FC94-09BE-DD49-8A1A-F9981C0D0D53}"/>
                </a:ext>
              </a:extLst>
            </p:cNvPr>
            <p:cNvSpPr/>
            <p:nvPr/>
          </p:nvSpPr>
          <p:spPr>
            <a:xfrm>
              <a:off x="1704196" y="3968446"/>
              <a:ext cx="12779" cy="73415"/>
            </a:xfrm>
            <a:custGeom>
              <a:avLst/>
              <a:gdLst>
                <a:gd name="connsiteX0" fmla="*/ 6390 w 12779"/>
                <a:gd name="connsiteY0" fmla="*/ 73416 h 73415"/>
                <a:gd name="connsiteX1" fmla="*/ 12780 w 12779"/>
                <a:gd name="connsiteY1" fmla="*/ 67032 h 73415"/>
                <a:gd name="connsiteX2" fmla="*/ 12780 w 12779"/>
                <a:gd name="connsiteY2" fmla="*/ 6384 h 73415"/>
                <a:gd name="connsiteX3" fmla="*/ 6390 w 12779"/>
                <a:gd name="connsiteY3" fmla="*/ 0 h 73415"/>
                <a:gd name="connsiteX4" fmla="*/ 0 w 12779"/>
                <a:gd name="connsiteY4" fmla="*/ 6384 h 73415"/>
                <a:gd name="connsiteX5" fmla="*/ 0 w 12779"/>
                <a:gd name="connsiteY5" fmla="*/ 67670 h 73415"/>
                <a:gd name="connsiteX6" fmla="*/ 6390 w 12779"/>
                <a:gd name="connsiteY6" fmla="*/ 73416 h 7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3415">
                  <a:moveTo>
                    <a:pt x="6390" y="73416"/>
                  </a:moveTo>
                  <a:cubicBezTo>
                    <a:pt x="10224" y="73416"/>
                    <a:pt x="12780" y="70862"/>
                    <a:pt x="12780" y="67032"/>
                  </a:cubicBezTo>
                  <a:lnTo>
                    <a:pt x="12780" y="6384"/>
                  </a:lnTo>
                  <a:cubicBezTo>
                    <a:pt x="12780" y="2554"/>
                    <a:pt x="10224" y="0"/>
                    <a:pt x="6390" y="0"/>
                  </a:cubicBezTo>
                  <a:cubicBezTo>
                    <a:pt x="2556" y="0"/>
                    <a:pt x="0" y="2554"/>
                    <a:pt x="0" y="6384"/>
                  </a:cubicBezTo>
                  <a:lnTo>
                    <a:pt x="0" y="67670"/>
                  </a:lnTo>
                  <a:cubicBezTo>
                    <a:pt x="0" y="70862"/>
                    <a:pt x="2556" y="73416"/>
                    <a:pt x="6390" y="73416"/>
                  </a:cubicBezTo>
                  <a:close/>
                </a:path>
              </a:pathLst>
            </a:custGeom>
            <a:solidFill>
              <a:srgbClr val="004F59"/>
            </a:solidFill>
            <a:ln w="6390" cap="flat">
              <a:noFill/>
              <a:prstDash val="solid"/>
              <a:miter/>
            </a:ln>
          </p:spPr>
          <p:txBody>
            <a:bodyPr rtlCol="0" anchor="ctr"/>
            <a:lstStyle/>
            <a:p>
              <a:endParaRPr lang="en-US"/>
            </a:p>
          </p:txBody>
        </p:sp>
        <p:sp>
          <p:nvSpPr>
            <p:cNvPr id="209" name="Graphic 4">
              <a:extLst>
                <a:ext uri="{FF2B5EF4-FFF2-40B4-BE49-F238E27FC236}">
                  <a16:creationId xmlns:a16="http://schemas.microsoft.com/office/drawing/2014/main" id="{A87D0E0B-34F9-CA40-A1FE-A86BB71E5221}"/>
                </a:ext>
              </a:extLst>
            </p:cNvPr>
            <p:cNvSpPr/>
            <p:nvPr/>
          </p:nvSpPr>
          <p:spPr>
            <a:xfrm>
              <a:off x="1588538" y="3948655"/>
              <a:ext cx="214701" cy="113634"/>
            </a:xfrm>
            <a:custGeom>
              <a:avLst/>
              <a:gdLst>
                <a:gd name="connsiteX0" fmla="*/ 208312 w 214701"/>
                <a:gd name="connsiteY0" fmla="*/ 28728 h 113634"/>
                <a:gd name="connsiteX1" fmla="*/ 186586 w 214701"/>
                <a:gd name="connsiteY1" fmla="*/ 28728 h 113634"/>
                <a:gd name="connsiteX2" fmla="*/ 185947 w 214701"/>
                <a:gd name="connsiteY2" fmla="*/ 28728 h 113634"/>
                <a:gd name="connsiteX3" fmla="*/ 185947 w 214701"/>
                <a:gd name="connsiteY3" fmla="*/ 6384 h 113634"/>
                <a:gd name="connsiteX4" fmla="*/ 179557 w 214701"/>
                <a:gd name="connsiteY4" fmla="*/ 0 h 113634"/>
                <a:gd name="connsiteX5" fmla="*/ 6390 w 214701"/>
                <a:gd name="connsiteY5" fmla="*/ 0 h 113634"/>
                <a:gd name="connsiteX6" fmla="*/ 0 w 214701"/>
                <a:gd name="connsiteY6" fmla="*/ 6384 h 113634"/>
                <a:gd name="connsiteX7" fmla="*/ 0 w 214701"/>
                <a:gd name="connsiteY7" fmla="*/ 107251 h 113634"/>
                <a:gd name="connsiteX8" fmla="*/ 6390 w 214701"/>
                <a:gd name="connsiteY8" fmla="*/ 113635 h 113634"/>
                <a:gd name="connsiteX9" fmla="*/ 179557 w 214701"/>
                <a:gd name="connsiteY9" fmla="*/ 113635 h 113634"/>
                <a:gd name="connsiteX10" fmla="*/ 185947 w 214701"/>
                <a:gd name="connsiteY10" fmla="*/ 107251 h 113634"/>
                <a:gd name="connsiteX11" fmla="*/ 185947 w 214701"/>
                <a:gd name="connsiteY11" fmla="*/ 84907 h 113634"/>
                <a:gd name="connsiteX12" fmla="*/ 186586 w 214701"/>
                <a:gd name="connsiteY12" fmla="*/ 84907 h 113634"/>
                <a:gd name="connsiteX13" fmla="*/ 208312 w 214701"/>
                <a:gd name="connsiteY13" fmla="*/ 84907 h 113634"/>
                <a:gd name="connsiteX14" fmla="*/ 214702 w 214701"/>
                <a:gd name="connsiteY14" fmla="*/ 78523 h 113634"/>
                <a:gd name="connsiteX15" fmla="*/ 214702 w 214701"/>
                <a:gd name="connsiteY15" fmla="*/ 35112 h 113634"/>
                <a:gd name="connsiteX16" fmla="*/ 208312 w 214701"/>
                <a:gd name="connsiteY16" fmla="*/ 28728 h 113634"/>
                <a:gd name="connsiteX17" fmla="*/ 173167 w 214701"/>
                <a:gd name="connsiteY17" fmla="*/ 100228 h 113634"/>
                <a:gd name="connsiteX18" fmla="*/ 12780 w 214701"/>
                <a:gd name="connsiteY18" fmla="*/ 100228 h 113634"/>
                <a:gd name="connsiteX19" fmla="*/ 12780 w 214701"/>
                <a:gd name="connsiteY19" fmla="*/ 12129 h 113634"/>
                <a:gd name="connsiteX20" fmla="*/ 173167 w 214701"/>
                <a:gd name="connsiteY20" fmla="*/ 12129 h 113634"/>
                <a:gd name="connsiteX21" fmla="*/ 173167 w 214701"/>
                <a:gd name="connsiteY21" fmla="*/ 100228 h 113634"/>
                <a:gd name="connsiteX22" fmla="*/ 201922 w 214701"/>
                <a:gd name="connsiteY22" fmla="*/ 71500 h 113634"/>
                <a:gd name="connsiteX23" fmla="*/ 186586 w 214701"/>
                <a:gd name="connsiteY23" fmla="*/ 71500 h 113634"/>
                <a:gd name="connsiteX24" fmla="*/ 185947 w 214701"/>
                <a:gd name="connsiteY24" fmla="*/ 71500 h 113634"/>
                <a:gd name="connsiteX25" fmla="*/ 185947 w 214701"/>
                <a:gd name="connsiteY25" fmla="*/ 40857 h 113634"/>
                <a:gd name="connsiteX26" fmla="*/ 186586 w 214701"/>
                <a:gd name="connsiteY26" fmla="*/ 40857 h 113634"/>
                <a:gd name="connsiteX27" fmla="*/ 201922 w 214701"/>
                <a:gd name="connsiteY27" fmla="*/ 40857 h 113634"/>
                <a:gd name="connsiteX28" fmla="*/ 201922 w 214701"/>
                <a:gd name="connsiteY28" fmla="*/ 71500 h 113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14701" h="113634">
                  <a:moveTo>
                    <a:pt x="208312" y="28728"/>
                  </a:moveTo>
                  <a:lnTo>
                    <a:pt x="186586" y="28728"/>
                  </a:lnTo>
                  <a:lnTo>
                    <a:pt x="185947" y="28728"/>
                  </a:lnTo>
                  <a:lnTo>
                    <a:pt x="185947" y="6384"/>
                  </a:lnTo>
                  <a:cubicBezTo>
                    <a:pt x="185947" y="2553"/>
                    <a:pt x="183391" y="0"/>
                    <a:pt x="179557" y="0"/>
                  </a:cubicBezTo>
                  <a:lnTo>
                    <a:pt x="6390" y="0"/>
                  </a:lnTo>
                  <a:cubicBezTo>
                    <a:pt x="2556" y="0"/>
                    <a:pt x="0" y="2553"/>
                    <a:pt x="0" y="6384"/>
                  </a:cubicBezTo>
                  <a:lnTo>
                    <a:pt x="0" y="107251"/>
                  </a:lnTo>
                  <a:cubicBezTo>
                    <a:pt x="0" y="111081"/>
                    <a:pt x="2556" y="113635"/>
                    <a:pt x="6390" y="113635"/>
                  </a:cubicBezTo>
                  <a:lnTo>
                    <a:pt x="179557" y="113635"/>
                  </a:lnTo>
                  <a:cubicBezTo>
                    <a:pt x="183391" y="113635"/>
                    <a:pt x="185947" y="111081"/>
                    <a:pt x="185947" y="107251"/>
                  </a:cubicBezTo>
                  <a:lnTo>
                    <a:pt x="185947" y="84907"/>
                  </a:lnTo>
                  <a:lnTo>
                    <a:pt x="186586" y="84907"/>
                  </a:lnTo>
                  <a:lnTo>
                    <a:pt x="208312" y="84907"/>
                  </a:lnTo>
                  <a:cubicBezTo>
                    <a:pt x="212146" y="84907"/>
                    <a:pt x="214702" y="82353"/>
                    <a:pt x="214702" y="78523"/>
                  </a:cubicBezTo>
                  <a:lnTo>
                    <a:pt x="214702" y="35112"/>
                  </a:lnTo>
                  <a:cubicBezTo>
                    <a:pt x="214063" y="31281"/>
                    <a:pt x="211507" y="28728"/>
                    <a:pt x="208312" y="28728"/>
                  </a:cubicBezTo>
                  <a:close/>
                  <a:moveTo>
                    <a:pt x="173167" y="100228"/>
                  </a:moveTo>
                  <a:lnTo>
                    <a:pt x="12780" y="100228"/>
                  </a:lnTo>
                  <a:lnTo>
                    <a:pt x="12780" y="12129"/>
                  </a:lnTo>
                  <a:lnTo>
                    <a:pt x="173167" y="12129"/>
                  </a:lnTo>
                  <a:lnTo>
                    <a:pt x="173167" y="100228"/>
                  </a:lnTo>
                  <a:close/>
                  <a:moveTo>
                    <a:pt x="201922" y="71500"/>
                  </a:moveTo>
                  <a:lnTo>
                    <a:pt x="186586" y="71500"/>
                  </a:lnTo>
                  <a:lnTo>
                    <a:pt x="185947" y="71500"/>
                  </a:lnTo>
                  <a:lnTo>
                    <a:pt x="185947" y="40857"/>
                  </a:lnTo>
                  <a:lnTo>
                    <a:pt x="186586" y="40857"/>
                  </a:lnTo>
                  <a:lnTo>
                    <a:pt x="201922" y="40857"/>
                  </a:lnTo>
                  <a:lnTo>
                    <a:pt x="201922" y="71500"/>
                  </a:lnTo>
                  <a:close/>
                </a:path>
              </a:pathLst>
            </a:custGeom>
            <a:solidFill>
              <a:srgbClr val="004F59"/>
            </a:solidFill>
            <a:ln w="6390" cap="flat">
              <a:noFill/>
              <a:prstDash val="solid"/>
              <a:miter/>
            </a:ln>
          </p:spPr>
          <p:txBody>
            <a:bodyPr rtlCol="0" anchor="ctr"/>
            <a:lstStyle/>
            <a:p>
              <a:endParaRPr lang="en-US"/>
            </a:p>
          </p:txBody>
        </p:sp>
      </p:grpSp>
      <p:grpSp>
        <p:nvGrpSpPr>
          <p:cNvPr id="210" name="Graphic 4">
            <a:extLst>
              <a:ext uri="{FF2B5EF4-FFF2-40B4-BE49-F238E27FC236}">
                <a16:creationId xmlns:a16="http://schemas.microsoft.com/office/drawing/2014/main" id="{48A1469C-D33A-7449-A46D-09855DC37CF4}"/>
              </a:ext>
            </a:extLst>
          </p:cNvPr>
          <p:cNvGrpSpPr>
            <a:grpSpLocks noChangeAspect="1"/>
          </p:cNvGrpSpPr>
          <p:nvPr/>
        </p:nvGrpSpPr>
        <p:grpSpPr>
          <a:xfrm>
            <a:off x="1515054" y="4308712"/>
            <a:ext cx="362309" cy="361971"/>
            <a:chOff x="1515054" y="4308712"/>
            <a:chExt cx="362309" cy="361971"/>
          </a:xfrm>
          <a:solidFill>
            <a:srgbClr val="004F59"/>
          </a:solidFill>
        </p:grpSpPr>
        <p:sp>
          <p:nvSpPr>
            <p:cNvPr id="211" name="Graphic 4">
              <a:extLst>
                <a:ext uri="{FF2B5EF4-FFF2-40B4-BE49-F238E27FC236}">
                  <a16:creationId xmlns:a16="http://schemas.microsoft.com/office/drawing/2014/main" id="{98A6CDA8-B9BE-7741-B790-5BEFEB60553E}"/>
                </a:ext>
              </a:extLst>
            </p:cNvPr>
            <p:cNvSpPr/>
            <p:nvPr/>
          </p:nvSpPr>
          <p:spPr>
            <a:xfrm>
              <a:off x="1515054" y="4308712"/>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0 h 361971"/>
                <a:gd name="connsiteX7" fmla="*/ 180835 w 362309"/>
                <a:gd name="connsiteY7" fmla="*/ 349204 h 361971"/>
                <a:gd name="connsiteX8" fmla="*/ 12780 w 362309"/>
                <a:gd name="connsiteY8" fmla="*/ 180667 h 361971"/>
                <a:gd name="connsiteX9" fmla="*/ 180835 w 362309"/>
                <a:gd name="connsiteY9" fmla="*/ 12768 h 361971"/>
                <a:gd name="connsiteX10" fmla="*/ 349529 w 362309"/>
                <a:gd name="connsiteY10" fmla="*/ 181305 h 361971"/>
                <a:gd name="connsiteX11" fmla="*/ 349529 w 362309"/>
                <a:gd name="connsiteY11" fmla="*/ 181305 h 361971"/>
                <a:gd name="connsiteX12" fmla="*/ 180835 w 362309"/>
                <a:gd name="connsiteY12" fmla="*/ 349204 h 361971"/>
                <a:gd name="connsiteX13" fmla="*/ 180835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004F59"/>
            </a:solidFill>
            <a:ln w="6390" cap="flat">
              <a:noFill/>
              <a:prstDash val="solid"/>
              <a:miter/>
            </a:ln>
          </p:spPr>
          <p:txBody>
            <a:bodyPr rtlCol="0" anchor="ctr"/>
            <a:lstStyle/>
            <a:p>
              <a:endParaRPr lang="en-US"/>
            </a:p>
          </p:txBody>
        </p:sp>
        <p:sp>
          <p:nvSpPr>
            <p:cNvPr id="212" name="Graphic 4">
              <a:extLst>
                <a:ext uri="{FF2B5EF4-FFF2-40B4-BE49-F238E27FC236}">
                  <a16:creationId xmlns:a16="http://schemas.microsoft.com/office/drawing/2014/main" id="{52C9FD89-7DB7-4247-A42A-3D41B31F71FD}"/>
                </a:ext>
              </a:extLst>
            </p:cNvPr>
            <p:cNvSpPr/>
            <p:nvPr/>
          </p:nvSpPr>
          <p:spPr>
            <a:xfrm>
              <a:off x="1617932" y="4452351"/>
              <a:ext cx="12779" cy="74054"/>
            </a:xfrm>
            <a:custGeom>
              <a:avLst/>
              <a:gdLst>
                <a:gd name="connsiteX0" fmla="*/ 6390 w 12779"/>
                <a:gd name="connsiteY0" fmla="*/ 74054 h 74054"/>
                <a:gd name="connsiteX1" fmla="*/ 12780 w 12779"/>
                <a:gd name="connsiteY1" fmla="*/ 67670 h 74054"/>
                <a:gd name="connsiteX2" fmla="*/ 12780 w 12779"/>
                <a:gd name="connsiteY2" fmla="*/ 6384 h 74054"/>
                <a:gd name="connsiteX3" fmla="*/ 6390 w 12779"/>
                <a:gd name="connsiteY3" fmla="*/ 0 h 74054"/>
                <a:gd name="connsiteX4" fmla="*/ 0 w 12779"/>
                <a:gd name="connsiteY4" fmla="*/ 6384 h 74054"/>
                <a:gd name="connsiteX5" fmla="*/ 0 w 12779"/>
                <a:gd name="connsiteY5" fmla="*/ 67670 h 74054"/>
                <a:gd name="connsiteX6" fmla="*/ 6390 w 12779"/>
                <a:gd name="connsiteY6" fmla="*/ 74054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4054">
                  <a:moveTo>
                    <a:pt x="6390" y="74054"/>
                  </a:moveTo>
                  <a:cubicBezTo>
                    <a:pt x="10224" y="74054"/>
                    <a:pt x="12780" y="71501"/>
                    <a:pt x="12780" y="67670"/>
                  </a:cubicBezTo>
                  <a:lnTo>
                    <a:pt x="12780" y="6384"/>
                  </a:lnTo>
                  <a:cubicBezTo>
                    <a:pt x="12780" y="2554"/>
                    <a:pt x="10224" y="0"/>
                    <a:pt x="6390" y="0"/>
                  </a:cubicBezTo>
                  <a:cubicBezTo>
                    <a:pt x="2556" y="0"/>
                    <a:pt x="0" y="2554"/>
                    <a:pt x="0" y="6384"/>
                  </a:cubicBezTo>
                  <a:lnTo>
                    <a:pt x="0" y="67670"/>
                  </a:lnTo>
                  <a:cubicBezTo>
                    <a:pt x="0" y="71501"/>
                    <a:pt x="3195" y="74054"/>
                    <a:pt x="6390" y="74054"/>
                  </a:cubicBezTo>
                  <a:close/>
                </a:path>
              </a:pathLst>
            </a:custGeom>
            <a:solidFill>
              <a:srgbClr val="004F59"/>
            </a:solidFill>
            <a:ln w="6390" cap="flat">
              <a:noFill/>
              <a:prstDash val="solid"/>
              <a:miter/>
            </a:ln>
          </p:spPr>
          <p:txBody>
            <a:bodyPr rtlCol="0" anchor="ctr"/>
            <a:lstStyle/>
            <a:p>
              <a:endParaRPr lang="en-US"/>
            </a:p>
          </p:txBody>
        </p:sp>
        <p:sp>
          <p:nvSpPr>
            <p:cNvPr id="213" name="Graphic 4">
              <a:extLst>
                <a:ext uri="{FF2B5EF4-FFF2-40B4-BE49-F238E27FC236}">
                  <a16:creationId xmlns:a16="http://schemas.microsoft.com/office/drawing/2014/main" id="{D5B12D3D-DE2A-524D-ADED-98A597ECC337}"/>
                </a:ext>
              </a:extLst>
            </p:cNvPr>
            <p:cNvSpPr/>
            <p:nvPr/>
          </p:nvSpPr>
          <p:spPr>
            <a:xfrm>
              <a:off x="1646686" y="4452351"/>
              <a:ext cx="12779" cy="74054"/>
            </a:xfrm>
            <a:custGeom>
              <a:avLst/>
              <a:gdLst>
                <a:gd name="connsiteX0" fmla="*/ 6390 w 12779"/>
                <a:gd name="connsiteY0" fmla="*/ 74054 h 74054"/>
                <a:gd name="connsiteX1" fmla="*/ 12780 w 12779"/>
                <a:gd name="connsiteY1" fmla="*/ 67670 h 74054"/>
                <a:gd name="connsiteX2" fmla="*/ 12780 w 12779"/>
                <a:gd name="connsiteY2" fmla="*/ 6384 h 74054"/>
                <a:gd name="connsiteX3" fmla="*/ 6390 w 12779"/>
                <a:gd name="connsiteY3" fmla="*/ 0 h 74054"/>
                <a:gd name="connsiteX4" fmla="*/ 0 w 12779"/>
                <a:gd name="connsiteY4" fmla="*/ 6384 h 74054"/>
                <a:gd name="connsiteX5" fmla="*/ 0 w 12779"/>
                <a:gd name="connsiteY5" fmla="*/ 67670 h 74054"/>
                <a:gd name="connsiteX6" fmla="*/ 6390 w 12779"/>
                <a:gd name="connsiteY6" fmla="*/ 74054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4054">
                  <a:moveTo>
                    <a:pt x="6390" y="74054"/>
                  </a:moveTo>
                  <a:cubicBezTo>
                    <a:pt x="10224" y="74054"/>
                    <a:pt x="12780" y="71501"/>
                    <a:pt x="12780" y="67670"/>
                  </a:cubicBezTo>
                  <a:lnTo>
                    <a:pt x="12780" y="6384"/>
                  </a:lnTo>
                  <a:cubicBezTo>
                    <a:pt x="12780" y="2554"/>
                    <a:pt x="10224" y="0"/>
                    <a:pt x="6390" y="0"/>
                  </a:cubicBezTo>
                  <a:cubicBezTo>
                    <a:pt x="2556" y="0"/>
                    <a:pt x="0" y="2554"/>
                    <a:pt x="0" y="6384"/>
                  </a:cubicBezTo>
                  <a:lnTo>
                    <a:pt x="0" y="67670"/>
                  </a:lnTo>
                  <a:cubicBezTo>
                    <a:pt x="0" y="71501"/>
                    <a:pt x="3195" y="74054"/>
                    <a:pt x="6390" y="74054"/>
                  </a:cubicBezTo>
                  <a:close/>
                </a:path>
              </a:pathLst>
            </a:custGeom>
            <a:solidFill>
              <a:srgbClr val="004F59"/>
            </a:solidFill>
            <a:ln w="6390" cap="flat">
              <a:noFill/>
              <a:prstDash val="solid"/>
              <a:miter/>
            </a:ln>
          </p:spPr>
          <p:txBody>
            <a:bodyPr rtlCol="0" anchor="ctr"/>
            <a:lstStyle/>
            <a:p>
              <a:endParaRPr lang="en-US"/>
            </a:p>
          </p:txBody>
        </p:sp>
        <p:sp>
          <p:nvSpPr>
            <p:cNvPr id="214" name="Graphic 4">
              <a:extLst>
                <a:ext uri="{FF2B5EF4-FFF2-40B4-BE49-F238E27FC236}">
                  <a16:creationId xmlns:a16="http://schemas.microsoft.com/office/drawing/2014/main" id="{21C712D1-E5D8-1044-9A9F-277E891E9699}"/>
                </a:ext>
              </a:extLst>
            </p:cNvPr>
            <p:cNvSpPr/>
            <p:nvPr/>
          </p:nvSpPr>
          <p:spPr>
            <a:xfrm>
              <a:off x="1675441" y="4452351"/>
              <a:ext cx="12779" cy="74054"/>
            </a:xfrm>
            <a:custGeom>
              <a:avLst/>
              <a:gdLst>
                <a:gd name="connsiteX0" fmla="*/ 6390 w 12779"/>
                <a:gd name="connsiteY0" fmla="*/ 74054 h 74054"/>
                <a:gd name="connsiteX1" fmla="*/ 12780 w 12779"/>
                <a:gd name="connsiteY1" fmla="*/ 67670 h 74054"/>
                <a:gd name="connsiteX2" fmla="*/ 12780 w 12779"/>
                <a:gd name="connsiteY2" fmla="*/ 6384 h 74054"/>
                <a:gd name="connsiteX3" fmla="*/ 6390 w 12779"/>
                <a:gd name="connsiteY3" fmla="*/ 0 h 74054"/>
                <a:gd name="connsiteX4" fmla="*/ 0 w 12779"/>
                <a:gd name="connsiteY4" fmla="*/ 6384 h 74054"/>
                <a:gd name="connsiteX5" fmla="*/ 0 w 12779"/>
                <a:gd name="connsiteY5" fmla="*/ 67670 h 74054"/>
                <a:gd name="connsiteX6" fmla="*/ 6390 w 12779"/>
                <a:gd name="connsiteY6" fmla="*/ 74054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4054">
                  <a:moveTo>
                    <a:pt x="6390" y="74054"/>
                  </a:moveTo>
                  <a:cubicBezTo>
                    <a:pt x="10224" y="74054"/>
                    <a:pt x="12780" y="71501"/>
                    <a:pt x="12780" y="67670"/>
                  </a:cubicBezTo>
                  <a:lnTo>
                    <a:pt x="12780" y="6384"/>
                  </a:lnTo>
                  <a:cubicBezTo>
                    <a:pt x="12780" y="2554"/>
                    <a:pt x="10224" y="0"/>
                    <a:pt x="6390" y="0"/>
                  </a:cubicBezTo>
                  <a:cubicBezTo>
                    <a:pt x="2556" y="0"/>
                    <a:pt x="0" y="2554"/>
                    <a:pt x="0" y="6384"/>
                  </a:cubicBezTo>
                  <a:lnTo>
                    <a:pt x="0" y="67670"/>
                  </a:lnTo>
                  <a:cubicBezTo>
                    <a:pt x="0" y="71501"/>
                    <a:pt x="3195" y="74054"/>
                    <a:pt x="6390" y="74054"/>
                  </a:cubicBezTo>
                  <a:close/>
                </a:path>
              </a:pathLst>
            </a:custGeom>
            <a:solidFill>
              <a:srgbClr val="004F59"/>
            </a:solidFill>
            <a:ln w="6390" cap="flat">
              <a:noFill/>
              <a:prstDash val="solid"/>
              <a:miter/>
            </a:ln>
          </p:spPr>
          <p:txBody>
            <a:bodyPr rtlCol="0" anchor="ctr"/>
            <a:lstStyle/>
            <a:p>
              <a:endParaRPr lang="en-US"/>
            </a:p>
          </p:txBody>
        </p:sp>
        <p:sp>
          <p:nvSpPr>
            <p:cNvPr id="215" name="Graphic 4">
              <a:extLst>
                <a:ext uri="{FF2B5EF4-FFF2-40B4-BE49-F238E27FC236}">
                  <a16:creationId xmlns:a16="http://schemas.microsoft.com/office/drawing/2014/main" id="{02018297-B572-6C4A-924E-F350A5F94662}"/>
                </a:ext>
              </a:extLst>
            </p:cNvPr>
            <p:cNvSpPr/>
            <p:nvPr/>
          </p:nvSpPr>
          <p:spPr>
            <a:xfrm>
              <a:off x="1704196" y="4452351"/>
              <a:ext cx="12779" cy="74054"/>
            </a:xfrm>
            <a:custGeom>
              <a:avLst/>
              <a:gdLst>
                <a:gd name="connsiteX0" fmla="*/ 6390 w 12779"/>
                <a:gd name="connsiteY0" fmla="*/ 74054 h 74054"/>
                <a:gd name="connsiteX1" fmla="*/ 12780 w 12779"/>
                <a:gd name="connsiteY1" fmla="*/ 67670 h 74054"/>
                <a:gd name="connsiteX2" fmla="*/ 12780 w 12779"/>
                <a:gd name="connsiteY2" fmla="*/ 6384 h 74054"/>
                <a:gd name="connsiteX3" fmla="*/ 6390 w 12779"/>
                <a:gd name="connsiteY3" fmla="*/ 0 h 74054"/>
                <a:gd name="connsiteX4" fmla="*/ 0 w 12779"/>
                <a:gd name="connsiteY4" fmla="*/ 6384 h 74054"/>
                <a:gd name="connsiteX5" fmla="*/ 0 w 12779"/>
                <a:gd name="connsiteY5" fmla="*/ 67670 h 74054"/>
                <a:gd name="connsiteX6" fmla="*/ 6390 w 12779"/>
                <a:gd name="connsiteY6" fmla="*/ 74054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4054">
                  <a:moveTo>
                    <a:pt x="6390" y="74054"/>
                  </a:moveTo>
                  <a:cubicBezTo>
                    <a:pt x="10224" y="74054"/>
                    <a:pt x="12780" y="71501"/>
                    <a:pt x="12780" y="67670"/>
                  </a:cubicBezTo>
                  <a:lnTo>
                    <a:pt x="12780" y="6384"/>
                  </a:lnTo>
                  <a:cubicBezTo>
                    <a:pt x="12780" y="2554"/>
                    <a:pt x="10224" y="0"/>
                    <a:pt x="6390" y="0"/>
                  </a:cubicBezTo>
                  <a:cubicBezTo>
                    <a:pt x="2556" y="0"/>
                    <a:pt x="0" y="2554"/>
                    <a:pt x="0" y="6384"/>
                  </a:cubicBezTo>
                  <a:lnTo>
                    <a:pt x="0" y="67670"/>
                  </a:lnTo>
                  <a:cubicBezTo>
                    <a:pt x="0" y="71501"/>
                    <a:pt x="2556" y="74054"/>
                    <a:pt x="6390" y="74054"/>
                  </a:cubicBezTo>
                  <a:close/>
                </a:path>
              </a:pathLst>
            </a:custGeom>
            <a:solidFill>
              <a:srgbClr val="004F59"/>
            </a:solidFill>
            <a:ln w="6390" cap="flat">
              <a:noFill/>
              <a:prstDash val="solid"/>
              <a:miter/>
            </a:ln>
          </p:spPr>
          <p:txBody>
            <a:bodyPr rtlCol="0" anchor="ctr"/>
            <a:lstStyle/>
            <a:p>
              <a:endParaRPr lang="en-US"/>
            </a:p>
          </p:txBody>
        </p:sp>
        <p:sp>
          <p:nvSpPr>
            <p:cNvPr id="216" name="Graphic 4">
              <a:extLst>
                <a:ext uri="{FF2B5EF4-FFF2-40B4-BE49-F238E27FC236}">
                  <a16:creationId xmlns:a16="http://schemas.microsoft.com/office/drawing/2014/main" id="{75F98584-4C99-2C42-82C8-77D1DA0A1BE0}"/>
                </a:ext>
              </a:extLst>
            </p:cNvPr>
            <p:cNvSpPr/>
            <p:nvPr/>
          </p:nvSpPr>
          <p:spPr>
            <a:xfrm>
              <a:off x="1732951" y="4452351"/>
              <a:ext cx="12779" cy="74054"/>
            </a:xfrm>
            <a:custGeom>
              <a:avLst/>
              <a:gdLst>
                <a:gd name="connsiteX0" fmla="*/ 6390 w 12779"/>
                <a:gd name="connsiteY0" fmla="*/ 74054 h 74054"/>
                <a:gd name="connsiteX1" fmla="*/ 12780 w 12779"/>
                <a:gd name="connsiteY1" fmla="*/ 67670 h 74054"/>
                <a:gd name="connsiteX2" fmla="*/ 12780 w 12779"/>
                <a:gd name="connsiteY2" fmla="*/ 6384 h 74054"/>
                <a:gd name="connsiteX3" fmla="*/ 6390 w 12779"/>
                <a:gd name="connsiteY3" fmla="*/ 0 h 74054"/>
                <a:gd name="connsiteX4" fmla="*/ 0 w 12779"/>
                <a:gd name="connsiteY4" fmla="*/ 6384 h 74054"/>
                <a:gd name="connsiteX5" fmla="*/ 0 w 12779"/>
                <a:gd name="connsiteY5" fmla="*/ 67670 h 74054"/>
                <a:gd name="connsiteX6" fmla="*/ 6390 w 12779"/>
                <a:gd name="connsiteY6" fmla="*/ 74054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4054">
                  <a:moveTo>
                    <a:pt x="6390" y="74054"/>
                  </a:moveTo>
                  <a:cubicBezTo>
                    <a:pt x="10224" y="74054"/>
                    <a:pt x="12780" y="71501"/>
                    <a:pt x="12780" y="67670"/>
                  </a:cubicBezTo>
                  <a:lnTo>
                    <a:pt x="12780" y="6384"/>
                  </a:lnTo>
                  <a:cubicBezTo>
                    <a:pt x="12780" y="2554"/>
                    <a:pt x="10224" y="0"/>
                    <a:pt x="6390" y="0"/>
                  </a:cubicBezTo>
                  <a:cubicBezTo>
                    <a:pt x="2556" y="0"/>
                    <a:pt x="0" y="2554"/>
                    <a:pt x="0" y="6384"/>
                  </a:cubicBezTo>
                  <a:lnTo>
                    <a:pt x="0" y="67670"/>
                  </a:lnTo>
                  <a:cubicBezTo>
                    <a:pt x="0" y="71501"/>
                    <a:pt x="2556" y="74054"/>
                    <a:pt x="6390" y="74054"/>
                  </a:cubicBezTo>
                  <a:close/>
                </a:path>
              </a:pathLst>
            </a:custGeom>
            <a:solidFill>
              <a:srgbClr val="004F59"/>
            </a:solidFill>
            <a:ln w="6390" cap="flat">
              <a:noFill/>
              <a:prstDash val="solid"/>
              <a:miter/>
            </a:ln>
          </p:spPr>
          <p:txBody>
            <a:bodyPr rtlCol="0" anchor="ctr"/>
            <a:lstStyle/>
            <a:p>
              <a:endParaRPr lang="en-US"/>
            </a:p>
          </p:txBody>
        </p:sp>
        <p:sp>
          <p:nvSpPr>
            <p:cNvPr id="217" name="Graphic 4">
              <a:extLst>
                <a:ext uri="{FF2B5EF4-FFF2-40B4-BE49-F238E27FC236}">
                  <a16:creationId xmlns:a16="http://schemas.microsoft.com/office/drawing/2014/main" id="{80F5468A-F6E7-854F-A6B6-8F1FF7D7434F}"/>
                </a:ext>
              </a:extLst>
            </p:cNvPr>
            <p:cNvSpPr/>
            <p:nvPr/>
          </p:nvSpPr>
          <p:spPr>
            <a:xfrm>
              <a:off x="1589177" y="4432561"/>
              <a:ext cx="214062" cy="113634"/>
            </a:xfrm>
            <a:custGeom>
              <a:avLst/>
              <a:gdLst>
                <a:gd name="connsiteX0" fmla="*/ 207673 w 214062"/>
                <a:gd name="connsiteY0" fmla="*/ 28728 h 113634"/>
                <a:gd name="connsiteX1" fmla="*/ 185947 w 214062"/>
                <a:gd name="connsiteY1" fmla="*/ 28728 h 113634"/>
                <a:gd name="connsiteX2" fmla="*/ 185308 w 214062"/>
                <a:gd name="connsiteY2" fmla="*/ 28728 h 113634"/>
                <a:gd name="connsiteX3" fmla="*/ 185308 w 214062"/>
                <a:gd name="connsiteY3" fmla="*/ 6384 h 113634"/>
                <a:gd name="connsiteX4" fmla="*/ 178918 w 214062"/>
                <a:gd name="connsiteY4" fmla="*/ 0 h 113634"/>
                <a:gd name="connsiteX5" fmla="*/ 6390 w 214062"/>
                <a:gd name="connsiteY5" fmla="*/ 0 h 113634"/>
                <a:gd name="connsiteX6" fmla="*/ 0 w 214062"/>
                <a:gd name="connsiteY6" fmla="*/ 6384 h 113634"/>
                <a:gd name="connsiteX7" fmla="*/ 0 w 214062"/>
                <a:gd name="connsiteY7" fmla="*/ 107251 h 113634"/>
                <a:gd name="connsiteX8" fmla="*/ 6390 w 214062"/>
                <a:gd name="connsiteY8" fmla="*/ 113635 h 113634"/>
                <a:gd name="connsiteX9" fmla="*/ 178918 w 214062"/>
                <a:gd name="connsiteY9" fmla="*/ 113635 h 113634"/>
                <a:gd name="connsiteX10" fmla="*/ 185308 w 214062"/>
                <a:gd name="connsiteY10" fmla="*/ 107251 h 113634"/>
                <a:gd name="connsiteX11" fmla="*/ 185308 w 214062"/>
                <a:gd name="connsiteY11" fmla="*/ 84907 h 113634"/>
                <a:gd name="connsiteX12" fmla="*/ 185947 w 214062"/>
                <a:gd name="connsiteY12" fmla="*/ 84907 h 113634"/>
                <a:gd name="connsiteX13" fmla="*/ 207673 w 214062"/>
                <a:gd name="connsiteY13" fmla="*/ 84907 h 113634"/>
                <a:gd name="connsiteX14" fmla="*/ 214063 w 214062"/>
                <a:gd name="connsiteY14" fmla="*/ 78523 h 113634"/>
                <a:gd name="connsiteX15" fmla="*/ 214063 w 214062"/>
                <a:gd name="connsiteY15" fmla="*/ 35112 h 113634"/>
                <a:gd name="connsiteX16" fmla="*/ 207673 w 214062"/>
                <a:gd name="connsiteY16" fmla="*/ 28728 h 113634"/>
                <a:gd name="connsiteX17" fmla="*/ 172528 w 214062"/>
                <a:gd name="connsiteY17" fmla="*/ 100867 h 113634"/>
                <a:gd name="connsiteX18" fmla="*/ 12780 w 214062"/>
                <a:gd name="connsiteY18" fmla="*/ 100867 h 113634"/>
                <a:gd name="connsiteX19" fmla="*/ 12780 w 214062"/>
                <a:gd name="connsiteY19" fmla="*/ 12768 h 113634"/>
                <a:gd name="connsiteX20" fmla="*/ 172528 w 214062"/>
                <a:gd name="connsiteY20" fmla="*/ 12768 h 113634"/>
                <a:gd name="connsiteX21" fmla="*/ 172528 w 214062"/>
                <a:gd name="connsiteY21" fmla="*/ 100867 h 113634"/>
                <a:gd name="connsiteX22" fmla="*/ 201283 w 214062"/>
                <a:gd name="connsiteY22" fmla="*/ 72139 h 113634"/>
                <a:gd name="connsiteX23" fmla="*/ 185947 w 214062"/>
                <a:gd name="connsiteY23" fmla="*/ 72139 h 113634"/>
                <a:gd name="connsiteX24" fmla="*/ 185308 w 214062"/>
                <a:gd name="connsiteY24" fmla="*/ 72139 h 113634"/>
                <a:gd name="connsiteX25" fmla="*/ 185308 w 214062"/>
                <a:gd name="connsiteY25" fmla="*/ 41496 h 113634"/>
                <a:gd name="connsiteX26" fmla="*/ 185947 w 214062"/>
                <a:gd name="connsiteY26" fmla="*/ 41496 h 113634"/>
                <a:gd name="connsiteX27" fmla="*/ 201283 w 214062"/>
                <a:gd name="connsiteY27" fmla="*/ 41496 h 113634"/>
                <a:gd name="connsiteX28" fmla="*/ 201283 w 214062"/>
                <a:gd name="connsiteY28" fmla="*/ 72139 h 113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14062" h="113634">
                  <a:moveTo>
                    <a:pt x="207673" y="28728"/>
                  </a:moveTo>
                  <a:lnTo>
                    <a:pt x="185947" y="28728"/>
                  </a:lnTo>
                  <a:lnTo>
                    <a:pt x="185308" y="28728"/>
                  </a:lnTo>
                  <a:lnTo>
                    <a:pt x="185308" y="6384"/>
                  </a:lnTo>
                  <a:cubicBezTo>
                    <a:pt x="185308" y="2553"/>
                    <a:pt x="182752" y="0"/>
                    <a:pt x="178918" y="0"/>
                  </a:cubicBezTo>
                  <a:lnTo>
                    <a:pt x="6390" y="0"/>
                  </a:lnTo>
                  <a:cubicBezTo>
                    <a:pt x="2556" y="0"/>
                    <a:pt x="0" y="2553"/>
                    <a:pt x="0" y="6384"/>
                  </a:cubicBezTo>
                  <a:lnTo>
                    <a:pt x="0" y="107251"/>
                  </a:lnTo>
                  <a:cubicBezTo>
                    <a:pt x="0" y="111081"/>
                    <a:pt x="2556" y="113635"/>
                    <a:pt x="6390" y="113635"/>
                  </a:cubicBezTo>
                  <a:lnTo>
                    <a:pt x="178918" y="113635"/>
                  </a:lnTo>
                  <a:cubicBezTo>
                    <a:pt x="182752" y="113635"/>
                    <a:pt x="185308" y="111081"/>
                    <a:pt x="185308" y="107251"/>
                  </a:cubicBezTo>
                  <a:lnTo>
                    <a:pt x="185308" y="84907"/>
                  </a:lnTo>
                  <a:lnTo>
                    <a:pt x="185947" y="84907"/>
                  </a:lnTo>
                  <a:lnTo>
                    <a:pt x="207673" y="84907"/>
                  </a:lnTo>
                  <a:cubicBezTo>
                    <a:pt x="211507" y="84907"/>
                    <a:pt x="214063" y="82353"/>
                    <a:pt x="214063" y="78523"/>
                  </a:cubicBezTo>
                  <a:lnTo>
                    <a:pt x="214063" y="35112"/>
                  </a:lnTo>
                  <a:cubicBezTo>
                    <a:pt x="214063" y="31920"/>
                    <a:pt x="210868" y="28728"/>
                    <a:pt x="207673" y="28728"/>
                  </a:cubicBezTo>
                  <a:close/>
                  <a:moveTo>
                    <a:pt x="172528" y="100867"/>
                  </a:moveTo>
                  <a:lnTo>
                    <a:pt x="12780" y="100867"/>
                  </a:lnTo>
                  <a:lnTo>
                    <a:pt x="12780" y="12768"/>
                  </a:lnTo>
                  <a:lnTo>
                    <a:pt x="172528" y="12768"/>
                  </a:lnTo>
                  <a:lnTo>
                    <a:pt x="172528" y="100867"/>
                  </a:lnTo>
                  <a:close/>
                  <a:moveTo>
                    <a:pt x="201283" y="72139"/>
                  </a:moveTo>
                  <a:lnTo>
                    <a:pt x="185947" y="72139"/>
                  </a:lnTo>
                  <a:lnTo>
                    <a:pt x="185308" y="72139"/>
                  </a:lnTo>
                  <a:lnTo>
                    <a:pt x="185308" y="41496"/>
                  </a:lnTo>
                  <a:lnTo>
                    <a:pt x="185947" y="41496"/>
                  </a:lnTo>
                  <a:lnTo>
                    <a:pt x="201283" y="41496"/>
                  </a:lnTo>
                  <a:lnTo>
                    <a:pt x="201283" y="72139"/>
                  </a:lnTo>
                  <a:close/>
                </a:path>
              </a:pathLst>
            </a:custGeom>
            <a:solidFill>
              <a:srgbClr val="004F59"/>
            </a:solidFill>
            <a:ln w="6390" cap="flat">
              <a:noFill/>
              <a:prstDash val="solid"/>
              <a:miter/>
            </a:ln>
          </p:spPr>
          <p:txBody>
            <a:bodyPr rtlCol="0" anchor="ctr"/>
            <a:lstStyle/>
            <a:p>
              <a:endParaRPr lang="en-US"/>
            </a:p>
          </p:txBody>
        </p:sp>
      </p:grpSp>
      <p:grpSp>
        <p:nvGrpSpPr>
          <p:cNvPr id="218" name="Graphic 4">
            <a:extLst>
              <a:ext uri="{FF2B5EF4-FFF2-40B4-BE49-F238E27FC236}">
                <a16:creationId xmlns:a16="http://schemas.microsoft.com/office/drawing/2014/main" id="{2849B6B7-4476-7948-A9FA-399F66F27870}"/>
              </a:ext>
            </a:extLst>
          </p:cNvPr>
          <p:cNvGrpSpPr>
            <a:grpSpLocks noChangeAspect="1"/>
          </p:cNvGrpSpPr>
          <p:nvPr/>
        </p:nvGrpSpPr>
        <p:grpSpPr>
          <a:xfrm>
            <a:off x="467743" y="1402723"/>
            <a:ext cx="361670" cy="361971"/>
            <a:chOff x="467743" y="1402723"/>
            <a:chExt cx="361670" cy="361971"/>
          </a:xfrm>
          <a:solidFill>
            <a:srgbClr val="004F59"/>
          </a:solidFill>
        </p:grpSpPr>
        <p:sp>
          <p:nvSpPr>
            <p:cNvPr id="219" name="Graphic 4">
              <a:extLst>
                <a:ext uri="{FF2B5EF4-FFF2-40B4-BE49-F238E27FC236}">
                  <a16:creationId xmlns:a16="http://schemas.microsoft.com/office/drawing/2014/main" id="{5AD129C1-C2FD-1C41-BA29-F29A77B7DB54}"/>
                </a:ext>
              </a:extLst>
            </p:cNvPr>
            <p:cNvSpPr/>
            <p:nvPr/>
          </p:nvSpPr>
          <p:spPr>
            <a:xfrm>
              <a:off x="467743" y="1402723"/>
              <a:ext cx="361670" cy="361971"/>
            </a:xfrm>
            <a:custGeom>
              <a:avLst/>
              <a:gdLst>
                <a:gd name="connsiteX0" fmla="*/ 180835 w 361670"/>
                <a:gd name="connsiteY0" fmla="*/ 0 h 361971"/>
                <a:gd name="connsiteX1" fmla="*/ 0 w 361670"/>
                <a:gd name="connsiteY1" fmla="*/ 181305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028 h 361971"/>
                <a:gd name="connsiteX9" fmla="*/ 180835 w 361670"/>
                <a:gd name="connsiteY9" fmla="*/ 12130 h 361971"/>
                <a:gd name="connsiteX10" fmla="*/ 348891 w 361670"/>
                <a:gd name="connsiteY10" fmla="*/ 180028 h 361971"/>
                <a:gd name="connsiteX11" fmla="*/ 180835 w 361670"/>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1971">
                  <a:moveTo>
                    <a:pt x="180835" y="0"/>
                  </a:moveTo>
                  <a:cubicBezTo>
                    <a:pt x="80513" y="0"/>
                    <a:pt x="0" y="81077"/>
                    <a:pt x="0" y="181305"/>
                  </a:cubicBezTo>
                  <a:cubicBezTo>
                    <a:pt x="0" y="281534"/>
                    <a:pt x="81152" y="361972"/>
                    <a:pt x="180835" y="361972"/>
                  </a:cubicBezTo>
                  <a:cubicBezTo>
                    <a:pt x="280518" y="361972"/>
                    <a:pt x="361670" y="280895"/>
                    <a:pt x="361670" y="181305"/>
                  </a:cubicBezTo>
                  <a:cubicBezTo>
                    <a:pt x="361670" y="181305"/>
                    <a:pt x="361670" y="181305"/>
                    <a:pt x="361670" y="181305"/>
                  </a:cubicBezTo>
                  <a:cubicBezTo>
                    <a:pt x="361670" y="80438"/>
                    <a:pt x="281157" y="0"/>
                    <a:pt x="180835" y="0"/>
                  </a:cubicBezTo>
                  <a:cubicBezTo>
                    <a:pt x="180835" y="0"/>
                    <a:pt x="180835" y="0"/>
                    <a:pt x="180835" y="0"/>
                  </a:cubicBezTo>
                  <a:close/>
                  <a:moveTo>
                    <a:pt x="180835" y="348565"/>
                  </a:moveTo>
                  <a:cubicBezTo>
                    <a:pt x="87542" y="348565"/>
                    <a:pt x="12780" y="273234"/>
                    <a:pt x="12780" y="180028"/>
                  </a:cubicBezTo>
                  <a:cubicBezTo>
                    <a:pt x="12780" y="86822"/>
                    <a:pt x="87542" y="12130"/>
                    <a:pt x="180835" y="12130"/>
                  </a:cubicBezTo>
                  <a:cubicBezTo>
                    <a:pt x="274128" y="12130"/>
                    <a:pt x="348891" y="87461"/>
                    <a:pt x="348891" y="180028"/>
                  </a:cubicBezTo>
                  <a:cubicBezTo>
                    <a:pt x="348891" y="273234"/>
                    <a:pt x="273489" y="348565"/>
                    <a:pt x="180835" y="348565"/>
                  </a:cubicBezTo>
                  <a:close/>
                </a:path>
              </a:pathLst>
            </a:custGeom>
            <a:solidFill>
              <a:srgbClr val="004F59"/>
            </a:solidFill>
            <a:ln w="6390" cap="flat">
              <a:noFill/>
              <a:prstDash val="solid"/>
              <a:miter/>
            </a:ln>
          </p:spPr>
          <p:txBody>
            <a:bodyPr rtlCol="0" anchor="ctr"/>
            <a:lstStyle/>
            <a:p>
              <a:endParaRPr lang="en-US"/>
            </a:p>
          </p:txBody>
        </p:sp>
        <p:sp>
          <p:nvSpPr>
            <p:cNvPr id="220" name="Graphic 4">
              <a:extLst>
                <a:ext uri="{FF2B5EF4-FFF2-40B4-BE49-F238E27FC236}">
                  <a16:creationId xmlns:a16="http://schemas.microsoft.com/office/drawing/2014/main" id="{AA59BBC9-DB43-2845-A87B-790F91BC9497}"/>
                </a:ext>
              </a:extLst>
            </p:cNvPr>
            <p:cNvSpPr/>
            <p:nvPr/>
          </p:nvSpPr>
          <p:spPr>
            <a:xfrm>
              <a:off x="614072" y="1468664"/>
              <a:ext cx="125274" cy="81555"/>
            </a:xfrm>
            <a:custGeom>
              <a:avLst/>
              <a:gdLst>
                <a:gd name="connsiteX0" fmla="*/ 104156 w 125274"/>
                <a:gd name="connsiteY0" fmla="*/ 31734 h 81555"/>
                <a:gd name="connsiteX1" fmla="*/ 61982 w 125274"/>
                <a:gd name="connsiteY1" fmla="*/ 452 h 81555"/>
                <a:gd name="connsiteX2" fmla="*/ 33228 w 125274"/>
                <a:gd name="connsiteY2" fmla="*/ 23435 h 81555"/>
                <a:gd name="connsiteX3" fmla="*/ 29394 w 125274"/>
                <a:gd name="connsiteY3" fmla="*/ 22796 h 81555"/>
                <a:gd name="connsiteX4" fmla="*/ 0 w 125274"/>
                <a:gd name="connsiteY4" fmla="*/ 52163 h 81555"/>
                <a:gd name="connsiteX5" fmla="*/ 6390 w 125274"/>
                <a:gd name="connsiteY5" fmla="*/ 58547 h 81555"/>
                <a:gd name="connsiteX6" fmla="*/ 12780 w 125274"/>
                <a:gd name="connsiteY6" fmla="*/ 52163 h 81555"/>
                <a:gd name="connsiteX7" fmla="*/ 29394 w 125274"/>
                <a:gd name="connsiteY7" fmla="*/ 35564 h 81555"/>
                <a:gd name="connsiteX8" fmla="*/ 35145 w 125274"/>
                <a:gd name="connsiteY8" fmla="*/ 36841 h 81555"/>
                <a:gd name="connsiteX9" fmla="*/ 40257 w 125274"/>
                <a:gd name="connsiteY9" fmla="*/ 36203 h 81555"/>
                <a:gd name="connsiteX10" fmla="*/ 43452 w 125274"/>
                <a:gd name="connsiteY10" fmla="*/ 31734 h 81555"/>
                <a:gd name="connsiteX11" fmla="*/ 72206 w 125274"/>
                <a:gd name="connsiteY11" fmla="*/ 12582 h 81555"/>
                <a:gd name="connsiteX12" fmla="*/ 92015 w 125274"/>
                <a:gd name="connsiteY12" fmla="*/ 36841 h 81555"/>
                <a:gd name="connsiteX13" fmla="*/ 98405 w 125274"/>
                <a:gd name="connsiteY13" fmla="*/ 43225 h 81555"/>
                <a:gd name="connsiteX14" fmla="*/ 111185 w 125274"/>
                <a:gd name="connsiteY14" fmla="*/ 55993 h 81555"/>
                <a:gd name="connsiteX15" fmla="*/ 98405 w 125274"/>
                <a:gd name="connsiteY15" fmla="*/ 68761 h 81555"/>
                <a:gd name="connsiteX16" fmla="*/ 90737 w 125274"/>
                <a:gd name="connsiteY16" fmla="*/ 68761 h 81555"/>
                <a:gd name="connsiteX17" fmla="*/ 84347 w 125274"/>
                <a:gd name="connsiteY17" fmla="*/ 75145 h 81555"/>
                <a:gd name="connsiteX18" fmla="*/ 90737 w 125274"/>
                <a:gd name="connsiteY18" fmla="*/ 81529 h 81555"/>
                <a:gd name="connsiteX19" fmla="*/ 98405 w 125274"/>
                <a:gd name="connsiteY19" fmla="*/ 81529 h 81555"/>
                <a:gd name="connsiteX20" fmla="*/ 125243 w 125274"/>
                <a:gd name="connsiteY20" fmla="*/ 57270 h 81555"/>
                <a:gd name="connsiteX21" fmla="*/ 104156 w 125274"/>
                <a:gd name="connsiteY21" fmla="*/ 31734 h 81555"/>
                <a:gd name="connsiteX22" fmla="*/ 104156 w 125274"/>
                <a:gd name="connsiteY22" fmla="*/ 31734 h 8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5274" h="81555">
                  <a:moveTo>
                    <a:pt x="104156" y="31734"/>
                  </a:moveTo>
                  <a:cubicBezTo>
                    <a:pt x="100961" y="11305"/>
                    <a:pt x="81791" y="-2740"/>
                    <a:pt x="61982" y="452"/>
                  </a:cubicBezTo>
                  <a:cubicBezTo>
                    <a:pt x="49203" y="2368"/>
                    <a:pt x="37701" y="11305"/>
                    <a:pt x="33228" y="23435"/>
                  </a:cubicBezTo>
                  <a:cubicBezTo>
                    <a:pt x="31950" y="23435"/>
                    <a:pt x="30672" y="23435"/>
                    <a:pt x="29394" y="22796"/>
                  </a:cubicBezTo>
                  <a:cubicBezTo>
                    <a:pt x="13419" y="22796"/>
                    <a:pt x="0" y="36203"/>
                    <a:pt x="0" y="52163"/>
                  </a:cubicBezTo>
                  <a:cubicBezTo>
                    <a:pt x="0" y="55993"/>
                    <a:pt x="2556" y="58547"/>
                    <a:pt x="6390" y="58547"/>
                  </a:cubicBezTo>
                  <a:cubicBezTo>
                    <a:pt x="10224" y="58547"/>
                    <a:pt x="12780" y="55993"/>
                    <a:pt x="12780" y="52163"/>
                  </a:cubicBezTo>
                  <a:cubicBezTo>
                    <a:pt x="12780" y="43225"/>
                    <a:pt x="20448" y="35564"/>
                    <a:pt x="29394" y="35564"/>
                  </a:cubicBezTo>
                  <a:cubicBezTo>
                    <a:pt x="31311" y="35564"/>
                    <a:pt x="33228" y="36203"/>
                    <a:pt x="35145" y="36841"/>
                  </a:cubicBezTo>
                  <a:cubicBezTo>
                    <a:pt x="37062" y="37479"/>
                    <a:pt x="38979" y="37479"/>
                    <a:pt x="40257" y="36203"/>
                  </a:cubicBezTo>
                  <a:cubicBezTo>
                    <a:pt x="42174" y="35564"/>
                    <a:pt x="42813" y="33649"/>
                    <a:pt x="43452" y="31734"/>
                  </a:cubicBezTo>
                  <a:cubicBezTo>
                    <a:pt x="46008" y="18328"/>
                    <a:pt x="58787" y="10028"/>
                    <a:pt x="72206" y="12582"/>
                  </a:cubicBezTo>
                  <a:cubicBezTo>
                    <a:pt x="83708" y="15136"/>
                    <a:pt x="92015" y="24712"/>
                    <a:pt x="92015" y="36841"/>
                  </a:cubicBezTo>
                  <a:cubicBezTo>
                    <a:pt x="92015" y="40671"/>
                    <a:pt x="94571" y="43225"/>
                    <a:pt x="98405" y="43225"/>
                  </a:cubicBezTo>
                  <a:cubicBezTo>
                    <a:pt x="105434" y="43225"/>
                    <a:pt x="111185" y="48971"/>
                    <a:pt x="111185" y="55993"/>
                  </a:cubicBezTo>
                  <a:cubicBezTo>
                    <a:pt x="111185" y="63015"/>
                    <a:pt x="105434" y="68761"/>
                    <a:pt x="98405" y="68761"/>
                  </a:cubicBezTo>
                  <a:lnTo>
                    <a:pt x="90737" y="68761"/>
                  </a:lnTo>
                  <a:cubicBezTo>
                    <a:pt x="86903" y="68761"/>
                    <a:pt x="84347" y="71315"/>
                    <a:pt x="84347" y="75145"/>
                  </a:cubicBezTo>
                  <a:cubicBezTo>
                    <a:pt x="84347" y="78975"/>
                    <a:pt x="86903" y="81529"/>
                    <a:pt x="90737" y="81529"/>
                  </a:cubicBezTo>
                  <a:lnTo>
                    <a:pt x="98405" y="81529"/>
                  </a:lnTo>
                  <a:cubicBezTo>
                    <a:pt x="112463" y="82167"/>
                    <a:pt x="124604" y="71315"/>
                    <a:pt x="125243" y="57270"/>
                  </a:cubicBezTo>
                  <a:cubicBezTo>
                    <a:pt x="125882" y="45140"/>
                    <a:pt x="116936" y="33649"/>
                    <a:pt x="104156" y="31734"/>
                  </a:cubicBezTo>
                  <a:lnTo>
                    <a:pt x="104156" y="31734"/>
                  </a:lnTo>
                  <a:close/>
                </a:path>
              </a:pathLst>
            </a:custGeom>
            <a:solidFill>
              <a:srgbClr val="004F59"/>
            </a:solidFill>
            <a:ln w="6390" cap="flat">
              <a:noFill/>
              <a:prstDash val="solid"/>
              <a:miter/>
            </a:ln>
          </p:spPr>
          <p:txBody>
            <a:bodyPr rtlCol="0" anchor="ctr"/>
            <a:lstStyle/>
            <a:p>
              <a:endParaRPr lang="en-US"/>
            </a:p>
          </p:txBody>
        </p:sp>
        <p:sp>
          <p:nvSpPr>
            <p:cNvPr id="221" name="Graphic 4">
              <a:extLst>
                <a:ext uri="{FF2B5EF4-FFF2-40B4-BE49-F238E27FC236}">
                  <a16:creationId xmlns:a16="http://schemas.microsoft.com/office/drawing/2014/main" id="{5623F6AF-ECDC-844B-A56E-A52B144A951C}"/>
                </a:ext>
              </a:extLst>
            </p:cNvPr>
            <p:cNvSpPr/>
            <p:nvPr/>
          </p:nvSpPr>
          <p:spPr>
            <a:xfrm>
              <a:off x="558229" y="1545724"/>
              <a:ext cx="138273" cy="152577"/>
            </a:xfrm>
            <a:custGeom>
              <a:avLst/>
              <a:gdLst>
                <a:gd name="connsiteX0" fmla="*/ 121659 w 138273"/>
                <a:gd name="connsiteY0" fmla="*/ 14683 h 152577"/>
                <a:gd name="connsiteX1" fmla="*/ 117187 w 138273"/>
                <a:gd name="connsiteY1" fmla="*/ 8299 h 152577"/>
                <a:gd name="connsiteX2" fmla="*/ 68623 w 138273"/>
                <a:gd name="connsiteY2" fmla="*/ 0 h 152577"/>
                <a:gd name="connsiteX3" fmla="*/ 20059 w 138273"/>
                <a:gd name="connsiteY3" fmla="*/ 8299 h 152577"/>
                <a:gd name="connsiteX4" fmla="*/ 15587 w 138273"/>
                <a:gd name="connsiteY4" fmla="*/ 14683 h 152577"/>
                <a:gd name="connsiteX5" fmla="*/ 15587 w 138273"/>
                <a:gd name="connsiteY5" fmla="*/ 60648 h 152577"/>
                <a:gd name="connsiteX6" fmla="*/ 251 w 138273"/>
                <a:gd name="connsiteY6" fmla="*/ 144916 h 152577"/>
                <a:gd name="connsiteX7" fmla="*/ 1529 w 138273"/>
                <a:gd name="connsiteY7" fmla="*/ 150024 h 152577"/>
                <a:gd name="connsiteX8" fmla="*/ 6641 w 138273"/>
                <a:gd name="connsiteY8" fmla="*/ 152577 h 152577"/>
                <a:gd name="connsiteX9" fmla="*/ 131883 w 138273"/>
                <a:gd name="connsiteY9" fmla="*/ 152577 h 152577"/>
                <a:gd name="connsiteX10" fmla="*/ 138273 w 138273"/>
                <a:gd name="connsiteY10" fmla="*/ 146193 h 152577"/>
                <a:gd name="connsiteX11" fmla="*/ 138273 w 138273"/>
                <a:gd name="connsiteY11" fmla="*/ 144916 h 152577"/>
                <a:gd name="connsiteX12" fmla="*/ 121659 w 138273"/>
                <a:gd name="connsiteY12" fmla="*/ 60648 h 152577"/>
                <a:gd name="connsiteX13" fmla="*/ 121659 w 138273"/>
                <a:gd name="connsiteY13" fmla="*/ 14683 h 152577"/>
                <a:gd name="connsiteX14" fmla="*/ 124215 w 138273"/>
                <a:gd name="connsiteY14" fmla="*/ 139171 h 152577"/>
                <a:gd name="connsiteX15" fmla="*/ 14948 w 138273"/>
                <a:gd name="connsiteY15" fmla="*/ 139171 h 152577"/>
                <a:gd name="connsiteX16" fmla="*/ 29005 w 138273"/>
                <a:gd name="connsiteY16" fmla="*/ 61925 h 152577"/>
                <a:gd name="connsiteX17" fmla="*/ 29005 w 138273"/>
                <a:gd name="connsiteY17" fmla="*/ 60648 h 152577"/>
                <a:gd name="connsiteX18" fmla="*/ 29005 w 138273"/>
                <a:gd name="connsiteY18" fmla="*/ 19152 h 152577"/>
                <a:gd name="connsiteX19" fmla="*/ 68623 w 138273"/>
                <a:gd name="connsiteY19" fmla="*/ 13406 h 152577"/>
                <a:gd name="connsiteX20" fmla="*/ 108241 w 138273"/>
                <a:gd name="connsiteY20" fmla="*/ 19152 h 152577"/>
                <a:gd name="connsiteX21" fmla="*/ 108241 w 138273"/>
                <a:gd name="connsiteY21" fmla="*/ 60648 h 152577"/>
                <a:gd name="connsiteX22" fmla="*/ 108241 w 138273"/>
                <a:gd name="connsiteY22" fmla="*/ 61925 h 152577"/>
                <a:gd name="connsiteX23" fmla="*/ 124215 w 138273"/>
                <a:gd name="connsiteY23" fmla="*/ 139171 h 15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73" h="152577">
                  <a:moveTo>
                    <a:pt x="121659" y="14683"/>
                  </a:moveTo>
                  <a:cubicBezTo>
                    <a:pt x="121659" y="11491"/>
                    <a:pt x="119742" y="8938"/>
                    <a:pt x="117187" y="8299"/>
                  </a:cubicBezTo>
                  <a:cubicBezTo>
                    <a:pt x="101851" y="3192"/>
                    <a:pt x="85237" y="638"/>
                    <a:pt x="68623" y="0"/>
                  </a:cubicBezTo>
                  <a:cubicBezTo>
                    <a:pt x="52009" y="638"/>
                    <a:pt x="36034" y="3192"/>
                    <a:pt x="20059" y="8299"/>
                  </a:cubicBezTo>
                  <a:cubicBezTo>
                    <a:pt x="17503" y="8938"/>
                    <a:pt x="15587" y="11491"/>
                    <a:pt x="15587" y="14683"/>
                  </a:cubicBezTo>
                  <a:lnTo>
                    <a:pt x="15587" y="60648"/>
                  </a:lnTo>
                  <a:lnTo>
                    <a:pt x="251" y="144916"/>
                  </a:lnTo>
                  <a:cubicBezTo>
                    <a:pt x="-388" y="146832"/>
                    <a:pt x="251" y="148747"/>
                    <a:pt x="1529" y="150024"/>
                  </a:cubicBezTo>
                  <a:cubicBezTo>
                    <a:pt x="2807" y="151300"/>
                    <a:pt x="4724" y="152577"/>
                    <a:pt x="6641" y="152577"/>
                  </a:cubicBezTo>
                  <a:lnTo>
                    <a:pt x="131883" y="152577"/>
                  </a:lnTo>
                  <a:cubicBezTo>
                    <a:pt x="135717" y="152577"/>
                    <a:pt x="138273" y="150024"/>
                    <a:pt x="138273" y="146193"/>
                  </a:cubicBezTo>
                  <a:cubicBezTo>
                    <a:pt x="138273" y="145555"/>
                    <a:pt x="138273" y="145555"/>
                    <a:pt x="138273" y="144916"/>
                  </a:cubicBezTo>
                  <a:lnTo>
                    <a:pt x="121659" y="60648"/>
                  </a:lnTo>
                  <a:lnTo>
                    <a:pt x="121659" y="14683"/>
                  </a:lnTo>
                  <a:close/>
                  <a:moveTo>
                    <a:pt x="124215" y="139171"/>
                  </a:moveTo>
                  <a:lnTo>
                    <a:pt x="14948" y="139171"/>
                  </a:lnTo>
                  <a:lnTo>
                    <a:pt x="29005" y="61925"/>
                  </a:lnTo>
                  <a:cubicBezTo>
                    <a:pt x="29005" y="61286"/>
                    <a:pt x="29005" y="61286"/>
                    <a:pt x="29005" y="60648"/>
                  </a:cubicBezTo>
                  <a:lnTo>
                    <a:pt x="29005" y="19152"/>
                  </a:lnTo>
                  <a:cubicBezTo>
                    <a:pt x="41785" y="15322"/>
                    <a:pt x="55204" y="13406"/>
                    <a:pt x="68623" y="13406"/>
                  </a:cubicBezTo>
                  <a:cubicBezTo>
                    <a:pt x="82042" y="14045"/>
                    <a:pt x="95461" y="15960"/>
                    <a:pt x="108241" y="19152"/>
                  </a:cubicBezTo>
                  <a:lnTo>
                    <a:pt x="108241" y="60648"/>
                  </a:lnTo>
                  <a:cubicBezTo>
                    <a:pt x="108241" y="61286"/>
                    <a:pt x="108241" y="61286"/>
                    <a:pt x="108241" y="61925"/>
                  </a:cubicBezTo>
                  <a:lnTo>
                    <a:pt x="124215" y="139171"/>
                  </a:lnTo>
                  <a:close/>
                </a:path>
              </a:pathLst>
            </a:custGeom>
            <a:solidFill>
              <a:srgbClr val="004F59"/>
            </a:solidFill>
            <a:ln w="6390" cap="flat">
              <a:noFill/>
              <a:prstDash val="solid"/>
              <a:miter/>
            </a:ln>
          </p:spPr>
          <p:txBody>
            <a:bodyPr rtlCol="0" anchor="ctr"/>
            <a:lstStyle/>
            <a:p>
              <a:endParaRPr lang="en-US"/>
            </a:p>
          </p:txBody>
        </p:sp>
      </p:grpSp>
      <p:grpSp>
        <p:nvGrpSpPr>
          <p:cNvPr id="222" name="Graphic 4">
            <a:extLst>
              <a:ext uri="{FF2B5EF4-FFF2-40B4-BE49-F238E27FC236}">
                <a16:creationId xmlns:a16="http://schemas.microsoft.com/office/drawing/2014/main" id="{502E2176-F870-2946-A9F0-BC4B217B3067}"/>
              </a:ext>
            </a:extLst>
          </p:cNvPr>
          <p:cNvGrpSpPr>
            <a:grpSpLocks noChangeAspect="1"/>
          </p:cNvGrpSpPr>
          <p:nvPr/>
        </p:nvGrpSpPr>
        <p:grpSpPr>
          <a:xfrm>
            <a:off x="467104" y="3824168"/>
            <a:ext cx="362309" cy="361971"/>
            <a:chOff x="467104" y="3824168"/>
            <a:chExt cx="362309" cy="361971"/>
          </a:xfrm>
          <a:solidFill>
            <a:srgbClr val="004F59"/>
          </a:solidFill>
        </p:grpSpPr>
        <p:sp>
          <p:nvSpPr>
            <p:cNvPr id="223" name="Graphic 4">
              <a:extLst>
                <a:ext uri="{FF2B5EF4-FFF2-40B4-BE49-F238E27FC236}">
                  <a16:creationId xmlns:a16="http://schemas.microsoft.com/office/drawing/2014/main" id="{6C7A544B-BB23-F54F-AD68-F5A1B578ACE7}"/>
                </a:ext>
              </a:extLst>
            </p:cNvPr>
            <p:cNvSpPr/>
            <p:nvPr/>
          </p:nvSpPr>
          <p:spPr>
            <a:xfrm>
              <a:off x="467104" y="3824168"/>
              <a:ext cx="362309" cy="361971"/>
            </a:xfrm>
            <a:custGeom>
              <a:avLst/>
              <a:gdLst>
                <a:gd name="connsiteX0" fmla="*/ 181474 w 362309"/>
                <a:gd name="connsiteY0" fmla="*/ 0 h 361971"/>
                <a:gd name="connsiteX1" fmla="*/ 0 w 362309"/>
                <a:gd name="connsiteY1" fmla="*/ 180667 h 361971"/>
                <a:gd name="connsiteX2" fmla="*/ 181474 w 362309"/>
                <a:gd name="connsiteY2" fmla="*/ 361971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349204 h 361971"/>
                <a:gd name="connsiteX7" fmla="*/ 13419 w 362309"/>
                <a:gd name="connsiteY7" fmla="*/ 181305 h 361971"/>
                <a:gd name="connsiteX8" fmla="*/ 181474 w 362309"/>
                <a:gd name="connsiteY8" fmla="*/ 12768 h 361971"/>
                <a:gd name="connsiteX9" fmla="*/ 349530 w 362309"/>
                <a:gd name="connsiteY9" fmla="*/ 181305 h 361971"/>
                <a:gd name="connsiteX10" fmla="*/ 349530 w 362309"/>
                <a:gd name="connsiteY10" fmla="*/ 181305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895"/>
                    <a:pt x="81152" y="361971"/>
                    <a:pt x="181474" y="361971"/>
                  </a:cubicBezTo>
                  <a:cubicBezTo>
                    <a:pt x="281796" y="361971"/>
                    <a:pt x="362309" y="280895"/>
                    <a:pt x="362309" y="180667"/>
                  </a:cubicBezTo>
                  <a:lnTo>
                    <a:pt x="362309" y="180667"/>
                  </a:lnTo>
                  <a:cubicBezTo>
                    <a:pt x="362309" y="81076"/>
                    <a:pt x="281157"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lnTo>
                    <a:pt x="181474" y="349204"/>
                  </a:lnTo>
                  <a:close/>
                </a:path>
              </a:pathLst>
            </a:custGeom>
            <a:solidFill>
              <a:srgbClr val="004F59"/>
            </a:solidFill>
            <a:ln w="6390" cap="flat">
              <a:noFill/>
              <a:prstDash val="solid"/>
              <a:miter/>
            </a:ln>
          </p:spPr>
          <p:txBody>
            <a:bodyPr rtlCol="0" anchor="ctr"/>
            <a:lstStyle/>
            <a:p>
              <a:endParaRPr lang="en-US"/>
            </a:p>
          </p:txBody>
        </p:sp>
        <p:sp>
          <p:nvSpPr>
            <p:cNvPr id="224" name="Graphic 4">
              <a:extLst>
                <a:ext uri="{FF2B5EF4-FFF2-40B4-BE49-F238E27FC236}">
                  <a16:creationId xmlns:a16="http://schemas.microsoft.com/office/drawing/2014/main" id="{EC41CB27-E3A1-E043-9D2F-4546B1B7A6F7}"/>
                </a:ext>
              </a:extLst>
            </p:cNvPr>
            <p:cNvSpPr/>
            <p:nvPr/>
          </p:nvSpPr>
          <p:spPr>
            <a:xfrm>
              <a:off x="541866" y="3948655"/>
              <a:ext cx="214062" cy="113634"/>
            </a:xfrm>
            <a:custGeom>
              <a:avLst/>
              <a:gdLst>
                <a:gd name="connsiteX0" fmla="*/ 207673 w 214062"/>
                <a:gd name="connsiteY0" fmla="*/ 28728 h 113634"/>
                <a:gd name="connsiteX1" fmla="*/ 185308 w 214062"/>
                <a:gd name="connsiteY1" fmla="*/ 28728 h 113634"/>
                <a:gd name="connsiteX2" fmla="*/ 185308 w 214062"/>
                <a:gd name="connsiteY2" fmla="*/ 6384 h 113634"/>
                <a:gd name="connsiteX3" fmla="*/ 178918 w 214062"/>
                <a:gd name="connsiteY3" fmla="*/ 0 h 113634"/>
                <a:gd name="connsiteX4" fmla="*/ 6390 w 214062"/>
                <a:gd name="connsiteY4" fmla="*/ 0 h 113634"/>
                <a:gd name="connsiteX5" fmla="*/ 0 w 214062"/>
                <a:gd name="connsiteY5" fmla="*/ 6384 h 113634"/>
                <a:gd name="connsiteX6" fmla="*/ 0 w 214062"/>
                <a:gd name="connsiteY6" fmla="*/ 107251 h 113634"/>
                <a:gd name="connsiteX7" fmla="*/ 6390 w 214062"/>
                <a:gd name="connsiteY7" fmla="*/ 113635 h 113634"/>
                <a:gd name="connsiteX8" fmla="*/ 178918 w 214062"/>
                <a:gd name="connsiteY8" fmla="*/ 113635 h 113634"/>
                <a:gd name="connsiteX9" fmla="*/ 185308 w 214062"/>
                <a:gd name="connsiteY9" fmla="*/ 107251 h 113634"/>
                <a:gd name="connsiteX10" fmla="*/ 185308 w 214062"/>
                <a:gd name="connsiteY10" fmla="*/ 84907 h 113634"/>
                <a:gd name="connsiteX11" fmla="*/ 207673 w 214062"/>
                <a:gd name="connsiteY11" fmla="*/ 84907 h 113634"/>
                <a:gd name="connsiteX12" fmla="*/ 214063 w 214062"/>
                <a:gd name="connsiteY12" fmla="*/ 78523 h 113634"/>
                <a:gd name="connsiteX13" fmla="*/ 214063 w 214062"/>
                <a:gd name="connsiteY13" fmla="*/ 35112 h 113634"/>
                <a:gd name="connsiteX14" fmla="*/ 207673 w 214062"/>
                <a:gd name="connsiteY14" fmla="*/ 28728 h 113634"/>
                <a:gd name="connsiteX15" fmla="*/ 172528 w 214062"/>
                <a:gd name="connsiteY15" fmla="*/ 100228 h 113634"/>
                <a:gd name="connsiteX16" fmla="*/ 12780 w 214062"/>
                <a:gd name="connsiteY16" fmla="*/ 100228 h 113634"/>
                <a:gd name="connsiteX17" fmla="*/ 12780 w 214062"/>
                <a:gd name="connsiteY17" fmla="*/ 12129 h 113634"/>
                <a:gd name="connsiteX18" fmla="*/ 172528 w 214062"/>
                <a:gd name="connsiteY18" fmla="*/ 12129 h 113634"/>
                <a:gd name="connsiteX19" fmla="*/ 172528 w 214062"/>
                <a:gd name="connsiteY19" fmla="*/ 100228 h 113634"/>
                <a:gd name="connsiteX20" fmla="*/ 201283 w 214062"/>
                <a:gd name="connsiteY20" fmla="*/ 71500 h 113634"/>
                <a:gd name="connsiteX21" fmla="*/ 185308 w 214062"/>
                <a:gd name="connsiteY21" fmla="*/ 71500 h 113634"/>
                <a:gd name="connsiteX22" fmla="*/ 185308 w 214062"/>
                <a:gd name="connsiteY22" fmla="*/ 40857 h 113634"/>
                <a:gd name="connsiteX23" fmla="*/ 201283 w 214062"/>
                <a:gd name="connsiteY23" fmla="*/ 40857 h 113634"/>
                <a:gd name="connsiteX24" fmla="*/ 201283 w 214062"/>
                <a:gd name="connsiteY24" fmla="*/ 71500 h 113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14062" h="113634">
                  <a:moveTo>
                    <a:pt x="207673" y="28728"/>
                  </a:moveTo>
                  <a:lnTo>
                    <a:pt x="185308" y="28728"/>
                  </a:lnTo>
                  <a:lnTo>
                    <a:pt x="185308" y="6384"/>
                  </a:lnTo>
                  <a:cubicBezTo>
                    <a:pt x="185308" y="2553"/>
                    <a:pt x="182752" y="0"/>
                    <a:pt x="178918" y="0"/>
                  </a:cubicBezTo>
                  <a:lnTo>
                    <a:pt x="6390" y="0"/>
                  </a:lnTo>
                  <a:cubicBezTo>
                    <a:pt x="2556" y="0"/>
                    <a:pt x="0" y="2553"/>
                    <a:pt x="0" y="6384"/>
                  </a:cubicBezTo>
                  <a:lnTo>
                    <a:pt x="0" y="107251"/>
                  </a:lnTo>
                  <a:cubicBezTo>
                    <a:pt x="0" y="111081"/>
                    <a:pt x="2556" y="113635"/>
                    <a:pt x="6390" y="113635"/>
                  </a:cubicBezTo>
                  <a:lnTo>
                    <a:pt x="178918" y="113635"/>
                  </a:lnTo>
                  <a:cubicBezTo>
                    <a:pt x="182752" y="113635"/>
                    <a:pt x="185308" y="111081"/>
                    <a:pt x="185308" y="107251"/>
                  </a:cubicBezTo>
                  <a:lnTo>
                    <a:pt x="185308" y="84907"/>
                  </a:lnTo>
                  <a:lnTo>
                    <a:pt x="207673" y="84907"/>
                  </a:lnTo>
                  <a:cubicBezTo>
                    <a:pt x="211507" y="84907"/>
                    <a:pt x="214063" y="82353"/>
                    <a:pt x="214063" y="78523"/>
                  </a:cubicBezTo>
                  <a:lnTo>
                    <a:pt x="214063" y="35112"/>
                  </a:lnTo>
                  <a:cubicBezTo>
                    <a:pt x="214063" y="31281"/>
                    <a:pt x="210868" y="28728"/>
                    <a:pt x="207673" y="28728"/>
                  </a:cubicBezTo>
                  <a:close/>
                  <a:moveTo>
                    <a:pt x="172528" y="100228"/>
                  </a:moveTo>
                  <a:lnTo>
                    <a:pt x="12780" y="100228"/>
                  </a:lnTo>
                  <a:lnTo>
                    <a:pt x="12780" y="12129"/>
                  </a:lnTo>
                  <a:lnTo>
                    <a:pt x="172528" y="12129"/>
                  </a:lnTo>
                  <a:lnTo>
                    <a:pt x="172528" y="100228"/>
                  </a:lnTo>
                  <a:close/>
                  <a:moveTo>
                    <a:pt x="201283" y="71500"/>
                  </a:moveTo>
                  <a:lnTo>
                    <a:pt x="185308" y="71500"/>
                  </a:lnTo>
                  <a:lnTo>
                    <a:pt x="185308" y="40857"/>
                  </a:lnTo>
                  <a:lnTo>
                    <a:pt x="201283" y="40857"/>
                  </a:lnTo>
                  <a:lnTo>
                    <a:pt x="201283" y="71500"/>
                  </a:lnTo>
                  <a:close/>
                </a:path>
              </a:pathLst>
            </a:custGeom>
            <a:solidFill>
              <a:srgbClr val="004F59"/>
            </a:solidFill>
            <a:ln w="6390" cap="flat">
              <a:noFill/>
              <a:prstDash val="solid"/>
              <a:miter/>
            </a:ln>
          </p:spPr>
          <p:txBody>
            <a:bodyPr rtlCol="0" anchor="ctr"/>
            <a:lstStyle/>
            <a:p>
              <a:endParaRPr lang="en-US"/>
            </a:p>
          </p:txBody>
        </p:sp>
        <p:sp>
          <p:nvSpPr>
            <p:cNvPr id="225" name="Graphic 4">
              <a:extLst>
                <a:ext uri="{FF2B5EF4-FFF2-40B4-BE49-F238E27FC236}">
                  <a16:creationId xmlns:a16="http://schemas.microsoft.com/office/drawing/2014/main" id="{8F56F4E1-1FCA-BC49-8538-BBA9C058C4E6}"/>
                </a:ext>
              </a:extLst>
            </p:cNvPr>
            <p:cNvSpPr/>
            <p:nvPr/>
          </p:nvSpPr>
          <p:spPr>
            <a:xfrm>
              <a:off x="641549" y="3977383"/>
              <a:ext cx="56231" cy="56178"/>
            </a:xfrm>
            <a:custGeom>
              <a:avLst/>
              <a:gdLst>
                <a:gd name="connsiteX0" fmla="*/ 49841 w 56231"/>
                <a:gd name="connsiteY0" fmla="*/ 21705 h 56178"/>
                <a:gd name="connsiteX1" fmla="*/ 34506 w 56231"/>
                <a:gd name="connsiteY1" fmla="*/ 21705 h 56178"/>
                <a:gd name="connsiteX2" fmla="*/ 34506 w 56231"/>
                <a:gd name="connsiteY2" fmla="*/ 6384 h 56178"/>
                <a:gd name="connsiteX3" fmla="*/ 28116 w 56231"/>
                <a:gd name="connsiteY3" fmla="*/ 0 h 56178"/>
                <a:gd name="connsiteX4" fmla="*/ 21726 w 56231"/>
                <a:gd name="connsiteY4" fmla="*/ 6384 h 56178"/>
                <a:gd name="connsiteX5" fmla="*/ 21726 w 56231"/>
                <a:gd name="connsiteY5" fmla="*/ 21705 h 56178"/>
                <a:gd name="connsiteX6" fmla="*/ 6390 w 56231"/>
                <a:gd name="connsiteY6" fmla="*/ 21705 h 56178"/>
                <a:gd name="connsiteX7" fmla="*/ 0 w 56231"/>
                <a:gd name="connsiteY7" fmla="*/ 28089 h 56178"/>
                <a:gd name="connsiteX8" fmla="*/ 6390 w 56231"/>
                <a:gd name="connsiteY8" fmla="*/ 34473 h 56178"/>
                <a:gd name="connsiteX9" fmla="*/ 21726 w 56231"/>
                <a:gd name="connsiteY9" fmla="*/ 34473 h 56178"/>
                <a:gd name="connsiteX10" fmla="*/ 21726 w 56231"/>
                <a:gd name="connsiteY10" fmla="*/ 49795 h 56178"/>
                <a:gd name="connsiteX11" fmla="*/ 28116 w 56231"/>
                <a:gd name="connsiteY11" fmla="*/ 56179 h 56178"/>
                <a:gd name="connsiteX12" fmla="*/ 34506 w 56231"/>
                <a:gd name="connsiteY12" fmla="*/ 49795 h 56178"/>
                <a:gd name="connsiteX13" fmla="*/ 34506 w 56231"/>
                <a:gd name="connsiteY13" fmla="*/ 34473 h 56178"/>
                <a:gd name="connsiteX14" fmla="*/ 49841 w 56231"/>
                <a:gd name="connsiteY14" fmla="*/ 34473 h 56178"/>
                <a:gd name="connsiteX15" fmla="*/ 56231 w 56231"/>
                <a:gd name="connsiteY15" fmla="*/ 28089 h 56178"/>
                <a:gd name="connsiteX16" fmla="*/ 49841 w 56231"/>
                <a:gd name="connsiteY16" fmla="*/ 21705 h 56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231" h="56178">
                  <a:moveTo>
                    <a:pt x="49841" y="21705"/>
                  </a:moveTo>
                  <a:lnTo>
                    <a:pt x="34506" y="21705"/>
                  </a:lnTo>
                  <a:lnTo>
                    <a:pt x="34506" y="6384"/>
                  </a:lnTo>
                  <a:cubicBezTo>
                    <a:pt x="34506" y="2553"/>
                    <a:pt x="31950" y="0"/>
                    <a:pt x="28116" y="0"/>
                  </a:cubicBezTo>
                  <a:cubicBezTo>
                    <a:pt x="24282" y="0"/>
                    <a:pt x="21726" y="2553"/>
                    <a:pt x="21726" y="6384"/>
                  </a:cubicBezTo>
                  <a:lnTo>
                    <a:pt x="21726" y="21705"/>
                  </a:lnTo>
                  <a:lnTo>
                    <a:pt x="6390" y="21705"/>
                  </a:lnTo>
                  <a:cubicBezTo>
                    <a:pt x="2556" y="21705"/>
                    <a:pt x="0" y="24259"/>
                    <a:pt x="0" y="28089"/>
                  </a:cubicBezTo>
                  <a:cubicBezTo>
                    <a:pt x="0" y="31920"/>
                    <a:pt x="2556" y="34473"/>
                    <a:pt x="6390" y="34473"/>
                  </a:cubicBezTo>
                  <a:lnTo>
                    <a:pt x="21726" y="34473"/>
                  </a:lnTo>
                  <a:lnTo>
                    <a:pt x="21726" y="49795"/>
                  </a:lnTo>
                  <a:cubicBezTo>
                    <a:pt x="21726" y="53625"/>
                    <a:pt x="24282" y="56179"/>
                    <a:pt x="28116" y="56179"/>
                  </a:cubicBezTo>
                  <a:cubicBezTo>
                    <a:pt x="31950" y="56179"/>
                    <a:pt x="34506" y="53625"/>
                    <a:pt x="34506" y="49795"/>
                  </a:cubicBezTo>
                  <a:lnTo>
                    <a:pt x="34506" y="34473"/>
                  </a:lnTo>
                  <a:lnTo>
                    <a:pt x="49841" y="34473"/>
                  </a:lnTo>
                  <a:cubicBezTo>
                    <a:pt x="53675" y="34473"/>
                    <a:pt x="56231" y="31920"/>
                    <a:pt x="56231" y="28089"/>
                  </a:cubicBezTo>
                  <a:cubicBezTo>
                    <a:pt x="56231" y="24259"/>
                    <a:pt x="53675" y="21705"/>
                    <a:pt x="49841" y="21705"/>
                  </a:cubicBezTo>
                  <a:close/>
                </a:path>
              </a:pathLst>
            </a:custGeom>
            <a:solidFill>
              <a:srgbClr val="004F59"/>
            </a:solidFill>
            <a:ln w="6390" cap="flat">
              <a:noFill/>
              <a:prstDash val="solid"/>
              <a:miter/>
            </a:ln>
          </p:spPr>
          <p:txBody>
            <a:bodyPr rtlCol="0" anchor="ctr"/>
            <a:lstStyle/>
            <a:p>
              <a:endParaRPr lang="en-US"/>
            </a:p>
          </p:txBody>
        </p:sp>
        <p:sp>
          <p:nvSpPr>
            <p:cNvPr id="226" name="Graphic 4">
              <a:extLst>
                <a:ext uri="{FF2B5EF4-FFF2-40B4-BE49-F238E27FC236}">
                  <a16:creationId xmlns:a16="http://schemas.microsoft.com/office/drawing/2014/main" id="{AC622218-AF3C-1F41-9E35-4FA9F4570AF6}"/>
                </a:ext>
              </a:extLst>
            </p:cNvPr>
            <p:cNvSpPr/>
            <p:nvPr/>
          </p:nvSpPr>
          <p:spPr>
            <a:xfrm>
              <a:off x="576372" y="3999089"/>
              <a:ext cx="56231" cy="12767"/>
            </a:xfrm>
            <a:custGeom>
              <a:avLst/>
              <a:gdLst>
                <a:gd name="connsiteX0" fmla="*/ 49842 w 56231"/>
                <a:gd name="connsiteY0" fmla="*/ 0 h 12767"/>
                <a:gd name="connsiteX1" fmla="*/ 6390 w 56231"/>
                <a:gd name="connsiteY1" fmla="*/ 0 h 12767"/>
                <a:gd name="connsiteX2" fmla="*/ 0 w 56231"/>
                <a:gd name="connsiteY2" fmla="*/ 6384 h 12767"/>
                <a:gd name="connsiteX3" fmla="*/ 6390 w 56231"/>
                <a:gd name="connsiteY3" fmla="*/ 12768 h 12767"/>
                <a:gd name="connsiteX4" fmla="*/ 49842 w 56231"/>
                <a:gd name="connsiteY4" fmla="*/ 12768 h 12767"/>
                <a:gd name="connsiteX5" fmla="*/ 56231 w 56231"/>
                <a:gd name="connsiteY5" fmla="*/ 6384 h 12767"/>
                <a:gd name="connsiteX6" fmla="*/ 49842 w 56231"/>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231" h="12767">
                  <a:moveTo>
                    <a:pt x="49842" y="0"/>
                  </a:moveTo>
                  <a:lnTo>
                    <a:pt x="6390" y="0"/>
                  </a:lnTo>
                  <a:cubicBezTo>
                    <a:pt x="2556" y="0"/>
                    <a:pt x="0" y="2554"/>
                    <a:pt x="0" y="6384"/>
                  </a:cubicBezTo>
                  <a:cubicBezTo>
                    <a:pt x="0" y="10215"/>
                    <a:pt x="2556" y="12768"/>
                    <a:pt x="6390" y="12768"/>
                  </a:cubicBezTo>
                  <a:lnTo>
                    <a:pt x="49842" y="12768"/>
                  </a:lnTo>
                  <a:cubicBezTo>
                    <a:pt x="53675" y="12768"/>
                    <a:pt x="56231" y="10215"/>
                    <a:pt x="56231" y="6384"/>
                  </a:cubicBezTo>
                  <a:cubicBezTo>
                    <a:pt x="56231" y="2554"/>
                    <a:pt x="53675" y="0"/>
                    <a:pt x="49842" y="0"/>
                  </a:cubicBezTo>
                  <a:close/>
                </a:path>
              </a:pathLst>
            </a:custGeom>
            <a:solidFill>
              <a:srgbClr val="004F59"/>
            </a:solidFill>
            <a:ln w="6390" cap="flat">
              <a:noFill/>
              <a:prstDash val="solid"/>
              <a:miter/>
            </a:ln>
          </p:spPr>
          <p:txBody>
            <a:bodyPr rtlCol="0" anchor="ctr"/>
            <a:lstStyle/>
            <a:p>
              <a:endParaRPr lang="en-US"/>
            </a:p>
          </p:txBody>
        </p:sp>
      </p:grpSp>
      <p:grpSp>
        <p:nvGrpSpPr>
          <p:cNvPr id="227" name="Graphic 4">
            <a:extLst>
              <a:ext uri="{FF2B5EF4-FFF2-40B4-BE49-F238E27FC236}">
                <a16:creationId xmlns:a16="http://schemas.microsoft.com/office/drawing/2014/main" id="{3F208B5D-B64E-EA4D-8239-E896B06753D0}"/>
              </a:ext>
            </a:extLst>
          </p:cNvPr>
          <p:cNvGrpSpPr>
            <a:grpSpLocks noChangeAspect="1"/>
          </p:cNvGrpSpPr>
          <p:nvPr/>
        </p:nvGrpSpPr>
        <p:grpSpPr>
          <a:xfrm>
            <a:off x="467743" y="2855717"/>
            <a:ext cx="361670" cy="362610"/>
            <a:chOff x="467743" y="2855717"/>
            <a:chExt cx="361670" cy="362610"/>
          </a:xfrm>
          <a:solidFill>
            <a:srgbClr val="004F59"/>
          </a:solidFill>
        </p:grpSpPr>
        <p:sp>
          <p:nvSpPr>
            <p:cNvPr id="228" name="Graphic 4">
              <a:extLst>
                <a:ext uri="{FF2B5EF4-FFF2-40B4-BE49-F238E27FC236}">
                  <a16:creationId xmlns:a16="http://schemas.microsoft.com/office/drawing/2014/main" id="{2FB79C7D-D608-E148-9B48-F49554692D87}"/>
                </a:ext>
              </a:extLst>
            </p:cNvPr>
            <p:cNvSpPr/>
            <p:nvPr/>
          </p:nvSpPr>
          <p:spPr>
            <a:xfrm>
              <a:off x="467743" y="2855717"/>
              <a:ext cx="361670" cy="362610"/>
            </a:xfrm>
            <a:custGeom>
              <a:avLst/>
              <a:gdLst>
                <a:gd name="connsiteX0" fmla="*/ 180835 w 361670"/>
                <a:gd name="connsiteY0" fmla="*/ 0 h 362610"/>
                <a:gd name="connsiteX1" fmla="*/ 0 w 361670"/>
                <a:gd name="connsiteY1" fmla="*/ 181305 h 362610"/>
                <a:gd name="connsiteX2" fmla="*/ 180835 w 361670"/>
                <a:gd name="connsiteY2" fmla="*/ 362610 h 362610"/>
                <a:gd name="connsiteX3" fmla="*/ 361670 w 361670"/>
                <a:gd name="connsiteY3" fmla="*/ 181305 h 362610"/>
                <a:gd name="connsiteX4" fmla="*/ 361670 w 361670"/>
                <a:gd name="connsiteY4" fmla="*/ 181305 h 362610"/>
                <a:gd name="connsiteX5" fmla="*/ 180835 w 361670"/>
                <a:gd name="connsiteY5" fmla="*/ 0 h 362610"/>
                <a:gd name="connsiteX6" fmla="*/ 180835 w 361670"/>
                <a:gd name="connsiteY6" fmla="*/ 0 h 362610"/>
                <a:gd name="connsiteX7" fmla="*/ 180835 w 361670"/>
                <a:gd name="connsiteY7" fmla="*/ 349204 h 362610"/>
                <a:gd name="connsiteX8" fmla="*/ 12780 w 361670"/>
                <a:gd name="connsiteY8" fmla="*/ 180667 h 362610"/>
                <a:gd name="connsiteX9" fmla="*/ 180835 w 361670"/>
                <a:gd name="connsiteY9" fmla="*/ 12130 h 362610"/>
                <a:gd name="connsiteX10" fmla="*/ 348891 w 361670"/>
                <a:gd name="connsiteY10" fmla="*/ 180667 h 362610"/>
                <a:gd name="connsiteX11" fmla="*/ 180835 w 361670"/>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2610">
                  <a:moveTo>
                    <a:pt x="180835" y="0"/>
                  </a:moveTo>
                  <a:cubicBezTo>
                    <a:pt x="80513" y="0"/>
                    <a:pt x="0" y="81076"/>
                    <a:pt x="0" y="181305"/>
                  </a:cubicBezTo>
                  <a:cubicBezTo>
                    <a:pt x="0" y="281533"/>
                    <a:pt x="81152" y="362610"/>
                    <a:pt x="180835" y="362610"/>
                  </a:cubicBezTo>
                  <a:cubicBezTo>
                    <a:pt x="280518" y="362610"/>
                    <a:pt x="361670" y="281533"/>
                    <a:pt x="361670" y="181305"/>
                  </a:cubicBezTo>
                  <a:cubicBezTo>
                    <a:pt x="361670" y="181305"/>
                    <a:pt x="361670" y="181305"/>
                    <a:pt x="361670" y="181305"/>
                  </a:cubicBezTo>
                  <a:cubicBezTo>
                    <a:pt x="361670" y="80438"/>
                    <a:pt x="281157" y="0"/>
                    <a:pt x="180835" y="0"/>
                  </a:cubicBezTo>
                  <a:cubicBezTo>
                    <a:pt x="180835" y="0"/>
                    <a:pt x="180835" y="0"/>
                    <a:pt x="180835" y="0"/>
                  </a:cubicBezTo>
                  <a:close/>
                  <a:moveTo>
                    <a:pt x="180835" y="349204"/>
                  </a:moveTo>
                  <a:cubicBezTo>
                    <a:pt x="87542" y="349204"/>
                    <a:pt x="12780" y="273873"/>
                    <a:pt x="12780" y="180667"/>
                  </a:cubicBezTo>
                  <a:cubicBezTo>
                    <a:pt x="12780" y="87460"/>
                    <a:pt x="88181" y="12130"/>
                    <a:pt x="180835" y="12130"/>
                  </a:cubicBezTo>
                  <a:cubicBezTo>
                    <a:pt x="273489" y="12130"/>
                    <a:pt x="348891" y="87460"/>
                    <a:pt x="348891" y="180667"/>
                  </a:cubicBezTo>
                  <a:cubicBezTo>
                    <a:pt x="348891" y="273234"/>
                    <a:pt x="273489" y="348565"/>
                    <a:pt x="180835" y="349204"/>
                  </a:cubicBezTo>
                  <a:close/>
                </a:path>
              </a:pathLst>
            </a:custGeom>
            <a:solidFill>
              <a:srgbClr val="004F59"/>
            </a:solidFill>
            <a:ln w="6390" cap="flat">
              <a:noFill/>
              <a:prstDash val="solid"/>
              <a:miter/>
            </a:ln>
          </p:spPr>
          <p:txBody>
            <a:bodyPr rtlCol="0" anchor="ctr"/>
            <a:lstStyle/>
            <a:p>
              <a:endParaRPr lang="en-US"/>
            </a:p>
          </p:txBody>
        </p:sp>
        <p:sp>
          <p:nvSpPr>
            <p:cNvPr id="229" name="Graphic 4">
              <a:extLst>
                <a:ext uri="{FF2B5EF4-FFF2-40B4-BE49-F238E27FC236}">
                  <a16:creationId xmlns:a16="http://schemas.microsoft.com/office/drawing/2014/main" id="{A9E47F69-4620-344D-AB4C-9E32B88A74B3}"/>
                </a:ext>
              </a:extLst>
            </p:cNvPr>
            <p:cNvSpPr/>
            <p:nvPr/>
          </p:nvSpPr>
          <p:spPr>
            <a:xfrm>
              <a:off x="579567" y="2942539"/>
              <a:ext cx="138022" cy="188327"/>
            </a:xfrm>
            <a:custGeom>
              <a:avLst/>
              <a:gdLst>
                <a:gd name="connsiteX0" fmla="*/ 138023 w 138022"/>
                <a:gd name="connsiteY0" fmla="*/ 6384 h 188327"/>
                <a:gd name="connsiteX1" fmla="*/ 131633 w 138022"/>
                <a:gd name="connsiteY1" fmla="*/ 0 h 188327"/>
                <a:gd name="connsiteX2" fmla="*/ 6390 w 138022"/>
                <a:gd name="connsiteY2" fmla="*/ 0 h 188327"/>
                <a:gd name="connsiteX3" fmla="*/ 0 w 138022"/>
                <a:gd name="connsiteY3" fmla="*/ 6384 h 188327"/>
                <a:gd name="connsiteX4" fmla="*/ 6390 w 138022"/>
                <a:gd name="connsiteY4" fmla="*/ 12768 h 188327"/>
                <a:gd name="connsiteX5" fmla="*/ 6390 w 138022"/>
                <a:gd name="connsiteY5" fmla="*/ 56179 h 188327"/>
                <a:gd name="connsiteX6" fmla="*/ 0 w 138022"/>
                <a:gd name="connsiteY6" fmla="*/ 62563 h 188327"/>
                <a:gd name="connsiteX7" fmla="*/ 6390 w 138022"/>
                <a:gd name="connsiteY7" fmla="*/ 68947 h 188327"/>
                <a:gd name="connsiteX8" fmla="*/ 6390 w 138022"/>
                <a:gd name="connsiteY8" fmla="*/ 112997 h 188327"/>
                <a:gd name="connsiteX9" fmla="*/ 0 w 138022"/>
                <a:gd name="connsiteY9" fmla="*/ 119381 h 188327"/>
                <a:gd name="connsiteX10" fmla="*/ 6390 w 138022"/>
                <a:gd name="connsiteY10" fmla="*/ 125765 h 188327"/>
                <a:gd name="connsiteX11" fmla="*/ 6390 w 138022"/>
                <a:gd name="connsiteY11" fmla="*/ 175560 h 188327"/>
                <a:gd name="connsiteX12" fmla="*/ 0 w 138022"/>
                <a:gd name="connsiteY12" fmla="*/ 181944 h 188327"/>
                <a:gd name="connsiteX13" fmla="*/ 6390 w 138022"/>
                <a:gd name="connsiteY13" fmla="*/ 188327 h 188327"/>
                <a:gd name="connsiteX14" fmla="*/ 131633 w 138022"/>
                <a:gd name="connsiteY14" fmla="*/ 188327 h 188327"/>
                <a:gd name="connsiteX15" fmla="*/ 138023 w 138022"/>
                <a:gd name="connsiteY15" fmla="*/ 181944 h 188327"/>
                <a:gd name="connsiteX16" fmla="*/ 131633 w 138022"/>
                <a:gd name="connsiteY16" fmla="*/ 175560 h 188327"/>
                <a:gd name="connsiteX17" fmla="*/ 131633 w 138022"/>
                <a:gd name="connsiteY17" fmla="*/ 125765 h 188327"/>
                <a:gd name="connsiteX18" fmla="*/ 138023 w 138022"/>
                <a:gd name="connsiteY18" fmla="*/ 119381 h 188327"/>
                <a:gd name="connsiteX19" fmla="*/ 131633 w 138022"/>
                <a:gd name="connsiteY19" fmla="*/ 112997 h 188327"/>
                <a:gd name="connsiteX20" fmla="*/ 131633 w 138022"/>
                <a:gd name="connsiteY20" fmla="*/ 68947 h 188327"/>
                <a:gd name="connsiteX21" fmla="*/ 138023 w 138022"/>
                <a:gd name="connsiteY21" fmla="*/ 62563 h 188327"/>
                <a:gd name="connsiteX22" fmla="*/ 131633 w 138022"/>
                <a:gd name="connsiteY22" fmla="*/ 56179 h 188327"/>
                <a:gd name="connsiteX23" fmla="*/ 131633 w 138022"/>
                <a:gd name="connsiteY23" fmla="*/ 12768 h 188327"/>
                <a:gd name="connsiteX24" fmla="*/ 138023 w 138022"/>
                <a:gd name="connsiteY24" fmla="*/ 6384 h 188327"/>
                <a:gd name="connsiteX25" fmla="*/ 118853 w 138022"/>
                <a:gd name="connsiteY25" fmla="*/ 12768 h 188327"/>
                <a:gd name="connsiteX26" fmla="*/ 118853 w 138022"/>
                <a:gd name="connsiteY26" fmla="*/ 56179 h 188327"/>
                <a:gd name="connsiteX27" fmla="*/ 19170 w 138022"/>
                <a:gd name="connsiteY27" fmla="*/ 56179 h 188327"/>
                <a:gd name="connsiteX28" fmla="*/ 19170 w 138022"/>
                <a:gd name="connsiteY28" fmla="*/ 12768 h 188327"/>
                <a:gd name="connsiteX29" fmla="*/ 118853 w 138022"/>
                <a:gd name="connsiteY29" fmla="*/ 12768 h 188327"/>
                <a:gd name="connsiteX30" fmla="*/ 118853 w 138022"/>
                <a:gd name="connsiteY30" fmla="*/ 68947 h 188327"/>
                <a:gd name="connsiteX31" fmla="*/ 118853 w 138022"/>
                <a:gd name="connsiteY31" fmla="*/ 112358 h 188327"/>
                <a:gd name="connsiteX32" fmla="*/ 19170 w 138022"/>
                <a:gd name="connsiteY32" fmla="*/ 112358 h 188327"/>
                <a:gd name="connsiteX33" fmla="*/ 19170 w 138022"/>
                <a:gd name="connsiteY33" fmla="*/ 68947 h 188327"/>
                <a:gd name="connsiteX34" fmla="*/ 118853 w 138022"/>
                <a:gd name="connsiteY34" fmla="*/ 68947 h 188327"/>
                <a:gd name="connsiteX35" fmla="*/ 19170 w 138022"/>
                <a:gd name="connsiteY35" fmla="*/ 175560 h 188327"/>
                <a:gd name="connsiteX36" fmla="*/ 19170 w 138022"/>
                <a:gd name="connsiteY36" fmla="*/ 125765 h 188327"/>
                <a:gd name="connsiteX37" fmla="*/ 119492 w 138022"/>
                <a:gd name="connsiteY37" fmla="*/ 125765 h 188327"/>
                <a:gd name="connsiteX38" fmla="*/ 119492 w 138022"/>
                <a:gd name="connsiteY38" fmla="*/ 175560 h 188327"/>
                <a:gd name="connsiteX39" fmla="*/ 19170 w 138022"/>
                <a:gd name="connsiteY39" fmla="*/ 175560 h 18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8022" h="188327">
                  <a:moveTo>
                    <a:pt x="138023" y="6384"/>
                  </a:moveTo>
                  <a:cubicBezTo>
                    <a:pt x="138023" y="2554"/>
                    <a:pt x="135467" y="0"/>
                    <a:pt x="131633" y="0"/>
                  </a:cubicBezTo>
                  <a:lnTo>
                    <a:pt x="6390" y="0"/>
                  </a:lnTo>
                  <a:cubicBezTo>
                    <a:pt x="2556" y="0"/>
                    <a:pt x="0" y="2554"/>
                    <a:pt x="0" y="6384"/>
                  </a:cubicBezTo>
                  <a:cubicBezTo>
                    <a:pt x="0" y="10214"/>
                    <a:pt x="2556" y="12768"/>
                    <a:pt x="6390" y="12768"/>
                  </a:cubicBezTo>
                  <a:lnTo>
                    <a:pt x="6390" y="56179"/>
                  </a:lnTo>
                  <a:cubicBezTo>
                    <a:pt x="2556" y="56179"/>
                    <a:pt x="0" y="58733"/>
                    <a:pt x="0" y="62563"/>
                  </a:cubicBezTo>
                  <a:cubicBezTo>
                    <a:pt x="0" y="66394"/>
                    <a:pt x="2556" y="68947"/>
                    <a:pt x="6390" y="68947"/>
                  </a:cubicBezTo>
                  <a:lnTo>
                    <a:pt x="6390" y="112997"/>
                  </a:lnTo>
                  <a:cubicBezTo>
                    <a:pt x="2556" y="112997"/>
                    <a:pt x="0" y="115550"/>
                    <a:pt x="0" y="119381"/>
                  </a:cubicBezTo>
                  <a:cubicBezTo>
                    <a:pt x="0" y="123211"/>
                    <a:pt x="2556" y="125765"/>
                    <a:pt x="6390" y="125765"/>
                  </a:cubicBezTo>
                  <a:lnTo>
                    <a:pt x="6390" y="175560"/>
                  </a:lnTo>
                  <a:cubicBezTo>
                    <a:pt x="2556" y="175560"/>
                    <a:pt x="0" y="178113"/>
                    <a:pt x="0" y="181944"/>
                  </a:cubicBezTo>
                  <a:cubicBezTo>
                    <a:pt x="0" y="185774"/>
                    <a:pt x="2556" y="188327"/>
                    <a:pt x="6390" y="188327"/>
                  </a:cubicBezTo>
                  <a:lnTo>
                    <a:pt x="131633" y="188327"/>
                  </a:lnTo>
                  <a:cubicBezTo>
                    <a:pt x="135467" y="188327"/>
                    <a:pt x="138023" y="185774"/>
                    <a:pt x="138023" y="181944"/>
                  </a:cubicBezTo>
                  <a:cubicBezTo>
                    <a:pt x="138023" y="178113"/>
                    <a:pt x="135467" y="175560"/>
                    <a:pt x="131633" y="175560"/>
                  </a:cubicBezTo>
                  <a:lnTo>
                    <a:pt x="131633" y="125765"/>
                  </a:lnTo>
                  <a:cubicBezTo>
                    <a:pt x="135467" y="125765"/>
                    <a:pt x="138023" y="123211"/>
                    <a:pt x="138023" y="119381"/>
                  </a:cubicBezTo>
                  <a:cubicBezTo>
                    <a:pt x="138023" y="115550"/>
                    <a:pt x="135467" y="112997"/>
                    <a:pt x="131633" y="112997"/>
                  </a:cubicBezTo>
                  <a:lnTo>
                    <a:pt x="131633" y="68947"/>
                  </a:lnTo>
                  <a:cubicBezTo>
                    <a:pt x="135467" y="68947"/>
                    <a:pt x="138023" y="66394"/>
                    <a:pt x="138023" y="62563"/>
                  </a:cubicBezTo>
                  <a:cubicBezTo>
                    <a:pt x="138023" y="58733"/>
                    <a:pt x="135467" y="56179"/>
                    <a:pt x="131633" y="56179"/>
                  </a:cubicBezTo>
                  <a:lnTo>
                    <a:pt x="131633" y="12768"/>
                  </a:lnTo>
                  <a:cubicBezTo>
                    <a:pt x="135467" y="12768"/>
                    <a:pt x="138023" y="9576"/>
                    <a:pt x="138023" y="6384"/>
                  </a:cubicBezTo>
                  <a:close/>
                  <a:moveTo>
                    <a:pt x="118853" y="12768"/>
                  </a:moveTo>
                  <a:lnTo>
                    <a:pt x="118853" y="56179"/>
                  </a:lnTo>
                  <a:lnTo>
                    <a:pt x="19170" y="56179"/>
                  </a:lnTo>
                  <a:lnTo>
                    <a:pt x="19170" y="12768"/>
                  </a:lnTo>
                  <a:lnTo>
                    <a:pt x="118853" y="12768"/>
                  </a:lnTo>
                  <a:close/>
                  <a:moveTo>
                    <a:pt x="118853" y="68947"/>
                  </a:moveTo>
                  <a:lnTo>
                    <a:pt x="118853" y="112358"/>
                  </a:lnTo>
                  <a:lnTo>
                    <a:pt x="19170" y="112358"/>
                  </a:lnTo>
                  <a:lnTo>
                    <a:pt x="19170" y="68947"/>
                  </a:lnTo>
                  <a:lnTo>
                    <a:pt x="118853" y="68947"/>
                  </a:lnTo>
                  <a:close/>
                  <a:moveTo>
                    <a:pt x="19170" y="175560"/>
                  </a:moveTo>
                  <a:lnTo>
                    <a:pt x="19170" y="125765"/>
                  </a:lnTo>
                  <a:lnTo>
                    <a:pt x="119492" y="125765"/>
                  </a:lnTo>
                  <a:lnTo>
                    <a:pt x="119492" y="175560"/>
                  </a:lnTo>
                  <a:lnTo>
                    <a:pt x="19170" y="175560"/>
                  </a:lnTo>
                  <a:close/>
                </a:path>
              </a:pathLst>
            </a:custGeom>
            <a:solidFill>
              <a:srgbClr val="004F59"/>
            </a:solidFill>
            <a:ln w="6390" cap="flat">
              <a:noFill/>
              <a:prstDash val="solid"/>
              <a:miter/>
            </a:ln>
          </p:spPr>
          <p:txBody>
            <a:bodyPr rtlCol="0" anchor="ctr"/>
            <a:lstStyle/>
            <a:p>
              <a:endParaRPr lang="en-US"/>
            </a:p>
          </p:txBody>
        </p:sp>
      </p:grpSp>
      <p:grpSp>
        <p:nvGrpSpPr>
          <p:cNvPr id="230" name="Graphic 4">
            <a:extLst>
              <a:ext uri="{FF2B5EF4-FFF2-40B4-BE49-F238E27FC236}">
                <a16:creationId xmlns:a16="http://schemas.microsoft.com/office/drawing/2014/main" id="{C8F29472-246F-A74D-B360-D1A8B9EE72F1}"/>
              </a:ext>
            </a:extLst>
          </p:cNvPr>
          <p:cNvGrpSpPr>
            <a:grpSpLocks noChangeAspect="1"/>
          </p:cNvGrpSpPr>
          <p:nvPr/>
        </p:nvGrpSpPr>
        <p:grpSpPr>
          <a:xfrm>
            <a:off x="1952125" y="1885990"/>
            <a:ext cx="362313" cy="361971"/>
            <a:chOff x="1952125" y="1885990"/>
            <a:chExt cx="362313" cy="361971"/>
          </a:xfrm>
          <a:solidFill>
            <a:srgbClr val="004F59"/>
          </a:solidFill>
        </p:grpSpPr>
        <p:sp>
          <p:nvSpPr>
            <p:cNvPr id="231" name="Graphic 4">
              <a:extLst>
                <a:ext uri="{FF2B5EF4-FFF2-40B4-BE49-F238E27FC236}">
                  <a16:creationId xmlns:a16="http://schemas.microsoft.com/office/drawing/2014/main" id="{EC412A90-4A17-0147-8B94-0C52310AE11C}"/>
                </a:ext>
              </a:extLst>
            </p:cNvPr>
            <p:cNvSpPr/>
            <p:nvPr/>
          </p:nvSpPr>
          <p:spPr>
            <a:xfrm>
              <a:off x="2212196" y="2051336"/>
              <a:ext cx="15974" cy="30643"/>
            </a:xfrm>
            <a:custGeom>
              <a:avLst/>
              <a:gdLst>
                <a:gd name="connsiteX0" fmla="*/ 0 w 15974"/>
                <a:gd name="connsiteY0" fmla="*/ 0 h 30643"/>
                <a:gd name="connsiteX1" fmla="*/ 0 w 15974"/>
                <a:gd name="connsiteY1" fmla="*/ 30643 h 30643"/>
                <a:gd name="connsiteX2" fmla="*/ 639 w 15974"/>
                <a:gd name="connsiteY2" fmla="*/ 30643 h 30643"/>
                <a:gd name="connsiteX3" fmla="*/ 15975 w 15974"/>
                <a:gd name="connsiteY3" fmla="*/ 30643 h 30643"/>
                <a:gd name="connsiteX4" fmla="*/ 15975 w 15974"/>
                <a:gd name="connsiteY4" fmla="*/ 0 h 30643"/>
                <a:gd name="connsiteX5" fmla="*/ 639 w 15974"/>
                <a:gd name="connsiteY5" fmla="*/ 0 h 30643"/>
                <a:gd name="connsiteX6" fmla="*/ 0 w 15974"/>
                <a:gd name="connsiteY6" fmla="*/ 0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74" h="30643">
                  <a:moveTo>
                    <a:pt x="0" y="0"/>
                  </a:moveTo>
                  <a:lnTo>
                    <a:pt x="0" y="30643"/>
                  </a:lnTo>
                  <a:lnTo>
                    <a:pt x="639" y="30643"/>
                  </a:lnTo>
                  <a:lnTo>
                    <a:pt x="15975" y="30643"/>
                  </a:lnTo>
                  <a:lnTo>
                    <a:pt x="15975" y="0"/>
                  </a:lnTo>
                  <a:lnTo>
                    <a:pt x="639" y="0"/>
                  </a:lnTo>
                  <a:lnTo>
                    <a:pt x="0" y="0"/>
                  </a:lnTo>
                  <a:close/>
                </a:path>
              </a:pathLst>
            </a:custGeom>
            <a:solidFill>
              <a:srgbClr val="004F59"/>
            </a:solidFill>
            <a:ln w="6390" cap="flat">
              <a:noFill/>
              <a:prstDash val="solid"/>
              <a:miter/>
            </a:ln>
          </p:spPr>
          <p:txBody>
            <a:bodyPr rtlCol="0" anchor="ctr"/>
            <a:lstStyle/>
            <a:p>
              <a:endParaRPr lang="en-US"/>
            </a:p>
          </p:txBody>
        </p:sp>
        <p:sp>
          <p:nvSpPr>
            <p:cNvPr id="232" name="Graphic 4">
              <a:extLst>
                <a:ext uri="{FF2B5EF4-FFF2-40B4-BE49-F238E27FC236}">
                  <a16:creationId xmlns:a16="http://schemas.microsoft.com/office/drawing/2014/main" id="{3623DF32-BE0A-F943-9950-0AD2C98ABA7D}"/>
                </a:ext>
              </a:extLst>
            </p:cNvPr>
            <p:cNvSpPr/>
            <p:nvPr/>
          </p:nvSpPr>
          <p:spPr>
            <a:xfrm>
              <a:off x="2039668" y="2022608"/>
              <a:ext cx="159748" cy="88098"/>
            </a:xfrm>
            <a:custGeom>
              <a:avLst/>
              <a:gdLst>
                <a:gd name="connsiteX0" fmla="*/ 0 w 159748"/>
                <a:gd name="connsiteY0" fmla="*/ 88099 h 88098"/>
                <a:gd name="connsiteX1" fmla="*/ 159748 w 159748"/>
                <a:gd name="connsiteY1" fmla="*/ 88099 h 88098"/>
                <a:gd name="connsiteX2" fmla="*/ 159748 w 159748"/>
                <a:gd name="connsiteY2" fmla="*/ 0 h 88098"/>
                <a:gd name="connsiteX3" fmla="*/ 0 w 159748"/>
                <a:gd name="connsiteY3" fmla="*/ 0 h 88098"/>
                <a:gd name="connsiteX4" fmla="*/ 0 w 159748"/>
                <a:gd name="connsiteY4" fmla="*/ 88099 h 88098"/>
                <a:gd name="connsiteX5" fmla="*/ 53675 w 159748"/>
                <a:gd name="connsiteY5" fmla="*/ 26813 h 88098"/>
                <a:gd name="connsiteX6" fmla="*/ 53675 w 159748"/>
                <a:gd name="connsiteY6" fmla="*/ 17875 h 88098"/>
                <a:gd name="connsiteX7" fmla="*/ 62621 w 159748"/>
                <a:gd name="connsiteY7" fmla="*/ 17875 h 88098"/>
                <a:gd name="connsiteX8" fmla="*/ 79874 w 159748"/>
                <a:gd name="connsiteY8" fmla="*/ 35112 h 88098"/>
                <a:gd name="connsiteX9" fmla="*/ 97127 w 159748"/>
                <a:gd name="connsiteY9" fmla="*/ 17875 h 88098"/>
                <a:gd name="connsiteX10" fmla="*/ 106073 w 159748"/>
                <a:gd name="connsiteY10" fmla="*/ 18514 h 88098"/>
                <a:gd name="connsiteX11" fmla="*/ 106073 w 159748"/>
                <a:gd name="connsiteY11" fmla="*/ 26813 h 88098"/>
                <a:gd name="connsiteX12" fmla="*/ 88820 w 159748"/>
                <a:gd name="connsiteY12" fmla="*/ 44049 h 88098"/>
                <a:gd name="connsiteX13" fmla="*/ 106073 w 159748"/>
                <a:gd name="connsiteY13" fmla="*/ 61286 h 88098"/>
                <a:gd name="connsiteX14" fmla="*/ 106073 w 159748"/>
                <a:gd name="connsiteY14" fmla="*/ 70224 h 88098"/>
                <a:gd name="connsiteX15" fmla="*/ 101600 w 159748"/>
                <a:gd name="connsiteY15" fmla="*/ 72139 h 88098"/>
                <a:gd name="connsiteX16" fmla="*/ 97127 w 159748"/>
                <a:gd name="connsiteY16" fmla="*/ 70224 h 88098"/>
                <a:gd name="connsiteX17" fmla="*/ 79874 w 159748"/>
                <a:gd name="connsiteY17" fmla="*/ 52987 h 88098"/>
                <a:gd name="connsiteX18" fmla="*/ 62621 w 159748"/>
                <a:gd name="connsiteY18" fmla="*/ 70224 h 88098"/>
                <a:gd name="connsiteX19" fmla="*/ 58148 w 159748"/>
                <a:gd name="connsiteY19" fmla="*/ 72139 h 88098"/>
                <a:gd name="connsiteX20" fmla="*/ 53675 w 159748"/>
                <a:gd name="connsiteY20" fmla="*/ 70224 h 88098"/>
                <a:gd name="connsiteX21" fmla="*/ 53675 w 159748"/>
                <a:gd name="connsiteY21" fmla="*/ 61286 h 88098"/>
                <a:gd name="connsiteX22" fmla="*/ 70928 w 159748"/>
                <a:gd name="connsiteY22" fmla="*/ 44049 h 88098"/>
                <a:gd name="connsiteX23" fmla="*/ 53675 w 159748"/>
                <a:gd name="connsiteY23" fmla="*/ 26813 h 8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748" h="88098">
                  <a:moveTo>
                    <a:pt x="0" y="88099"/>
                  </a:moveTo>
                  <a:lnTo>
                    <a:pt x="159748" y="88099"/>
                  </a:lnTo>
                  <a:lnTo>
                    <a:pt x="159748" y="0"/>
                  </a:lnTo>
                  <a:lnTo>
                    <a:pt x="0" y="0"/>
                  </a:lnTo>
                  <a:lnTo>
                    <a:pt x="0" y="88099"/>
                  </a:lnTo>
                  <a:close/>
                  <a:moveTo>
                    <a:pt x="53675" y="26813"/>
                  </a:moveTo>
                  <a:cubicBezTo>
                    <a:pt x="51119" y="24259"/>
                    <a:pt x="51119" y="20429"/>
                    <a:pt x="53675" y="17875"/>
                  </a:cubicBezTo>
                  <a:cubicBezTo>
                    <a:pt x="56231" y="15322"/>
                    <a:pt x="60065" y="15322"/>
                    <a:pt x="62621" y="17875"/>
                  </a:cubicBezTo>
                  <a:lnTo>
                    <a:pt x="79874" y="35112"/>
                  </a:lnTo>
                  <a:lnTo>
                    <a:pt x="97127" y="17875"/>
                  </a:lnTo>
                  <a:cubicBezTo>
                    <a:pt x="99683" y="15322"/>
                    <a:pt x="104156" y="15960"/>
                    <a:pt x="106073" y="18514"/>
                  </a:cubicBezTo>
                  <a:cubicBezTo>
                    <a:pt x="107990" y="21067"/>
                    <a:pt x="107990" y="24259"/>
                    <a:pt x="106073" y="26813"/>
                  </a:cubicBezTo>
                  <a:lnTo>
                    <a:pt x="88820" y="44049"/>
                  </a:lnTo>
                  <a:lnTo>
                    <a:pt x="106073" y="61286"/>
                  </a:lnTo>
                  <a:cubicBezTo>
                    <a:pt x="108629" y="63840"/>
                    <a:pt x="108629" y="67670"/>
                    <a:pt x="106073" y="70224"/>
                  </a:cubicBezTo>
                  <a:cubicBezTo>
                    <a:pt x="104795" y="71500"/>
                    <a:pt x="103517" y="72139"/>
                    <a:pt x="101600" y="72139"/>
                  </a:cubicBezTo>
                  <a:cubicBezTo>
                    <a:pt x="99683" y="72139"/>
                    <a:pt x="98405" y="71500"/>
                    <a:pt x="97127" y="70224"/>
                  </a:cubicBezTo>
                  <a:lnTo>
                    <a:pt x="79874" y="52987"/>
                  </a:lnTo>
                  <a:lnTo>
                    <a:pt x="62621" y="70224"/>
                  </a:lnTo>
                  <a:cubicBezTo>
                    <a:pt x="61343" y="71500"/>
                    <a:pt x="60065" y="72139"/>
                    <a:pt x="58148" y="72139"/>
                  </a:cubicBezTo>
                  <a:cubicBezTo>
                    <a:pt x="56231" y="72139"/>
                    <a:pt x="54953" y="71500"/>
                    <a:pt x="53675" y="70224"/>
                  </a:cubicBezTo>
                  <a:cubicBezTo>
                    <a:pt x="51119" y="67670"/>
                    <a:pt x="51119" y="63840"/>
                    <a:pt x="53675" y="61286"/>
                  </a:cubicBezTo>
                  <a:lnTo>
                    <a:pt x="70928" y="44049"/>
                  </a:lnTo>
                  <a:lnTo>
                    <a:pt x="53675" y="26813"/>
                  </a:lnTo>
                  <a:close/>
                </a:path>
              </a:pathLst>
            </a:custGeom>
            <a:solidFill>
              <a:srgbClr val="004F59"/>
            </a:solidFill>
            <a:ln w="6390" cap="flat">
              <a:noFill/>
              <a:prstDash val="solid"/>
              <a:miter/>
            </a:ln>
          </p:spPr>
          <p:txBody>
            <a:bodyPr rtlCol="0" anchor="ctr"/>
            <a:lstStyle/>
            <a:p>
              <a:endParaRPr lang="en-US"/>
            </a:p>
          </p:txBody>
        </p:sp>
        <p:sp>
          <p:nvSpPr>
            <p:cNvPr id="233" name="Graphic 4">
              <a:extLst>
                <a:ext uri="{FF2B5EF4-FFF2-40B4-BE49-F238E27FC236}">
                  <a16:creationId xmlns:a16="http://schemas.microsoft.com/office/drawing/2014/main" id="{EA6018F1-414F-354B-88D3-A7486D77D475}"/>
                </a:ext>
              </a:extLst>
            </p:cNvPr>
            <p:cNvSpPr/>
            <p:nvPr/>
          </p:nvSpPr>
          <p:spPr>
            <a:xfrm>
              <a:off x="1952125" y="1885990"/>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88825 w 362313"/>
                <a:gd name="connsiteY6" fmla="*/ 202372 h 361971"/>
                <a:gd name="connsiteX7" fmla="*/ 282435 w 362313"/>
                <a:gd name="connsiteY7" fmla="*/ 208756 h 361971"/>
                <a:gd name="connsiteX8" fmla="*/ 260709 w 362313"/>
                <a:gd name="connsiteY8" fmla="*/ 208756 h 361971"/>
                <a:gd name="connsiteX9" fmla="*/ 260071 w 362313"/>
                <a:gd name="connsiteY9" fmla="*/ 208756 h 361971"/>
                <a:gd name="connsiteX10" fmla="*/ 260071 w 362313"/>
                <a:gd name="connsiteY10" fmla="*/ 231100 h 361971"/>
                <a:gd name="connsiteX11" fmla="*/ 253681 w 362313"/>
                <a:gd name="connsiteY11" fmla="*/ 237484 h 361971"/>
                <a:gd name="connsiteX12" fmla="*/ 81152 w 362313"/>
                <a:gd name="connsiteY12" fmla="*/ 237484 h 361971"/>
                <a:gd name="connsiteX13" fmla="*/ 74762 w 362313"/>
                <a:gd name="connsiteY13" fmla="*/ 231100 h 361971"/>
                <a:gd name="connsiteX14" fmla="*/ 74762 w 362313"/>
                <a:gd name="connsiteY14" fmla="*/ 130233 h 361971"/>
                <a:gd name="connsiteX15" fmla="*/ 81152 w 362313"/>
                <a:gd name="connsiteY15" fmla="*/ 123849 h 361971"/>
                <a:gd name="connsiteX16" fmla="*/ 253681 w 362313"/>
                <a:gd name="connsiteY16" fmla="*/ 123849 h 361971"/>
                <a:gd name="connsiteX17" fmla="*/ 260071 w 362313"/>
                <a:gd name="connsiteY17" fmla="*/ 130233 h 361971"/>
                <a:gd name="connsiteX18" fmla="*/ 260071 w 362313"/>
                <a:gd name="connsiteY18" fmla="*/ 152577 h 361971"/>
                <a:gd name="connsiteX19" fmla="*/ 260709 w 362313"/>
                <a:gd name="connsiteY19" fmla="*/ 152577 h 361971"/>
                <a:gd name="connsiteX20" fmla="*/ 282435 w 362313"/>
                <a:gd name="connsiteY20" fmla="*/ 152577 h 361971"/>
                <a:gd name="connsiteX21" fmla="*/ 288825 w 362313"/>
                <a:gd name="connsiteY21" fmla="*/ 158961 h 361971"/>
                <a:gd name="connsiteX22" fmla="*/ 288825 w 362313"/>
                <a:gd name="connsiteY22" fmla="*/ 20237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288825" y="202372"/>
                  </a:moveTo>
                  <a:cubicBezTo>
                    <a:pt x="288825" y="206203"/>
                    <a:pt x="286269" y="208756"/>
                    <a:pt x="282435" y="208756"/>
                  </a:cubicBezTo>
                  <a:lnTo>
                    <a:pt x="260709" y="208756"/>
                  </a:lnTo>
                  <a:lnTo>
                    <a:pt x="260071" y="208756"/>
                  </a:lnTo>
                  <a:lnTo>
                    <a:pt x="260071" y="231100"/>
                  </a:lnTo>
                  <a:cubicBezTo>
                    <a:pt x="260071" y="234931"/>
                    <a:pt x="257514" y="237484"/>
                    <a:pt x="253681" y="237484"/>
                  </a:cubicBezTo>
                  <a:lnTo>
                    <a:pt x="81152" y="237484"/>
                  </a:lnTo>
                  <a:cubicBezTo>
                    <a:pt x="77318" y="237484"/>
                    <a:pt x="74762" y="234931"/>
                    <a:pt x="74762" y="231100"/>
                  </a:cubicBezTo>
                  <a:lnTo>
                    <a:pt x="74762" y="130233"/>
                  </a:lnTo>
                  <a:cubicBezTo>
                    <a:pt x="74762" y="126403"/>
                    <a:pt x="77318" y="123849"/>
                    <a:pt x="81152" y="123849"/>
                  </a:cubicBezTo>
                  <a:lnTo>
                    <a:pt x="253681" y="123849"/>
                  </a:lnTo>
                  <a:cubicBezTo>
                    <a:pt x="257514" y="123849"/>
                    <a:pt x="260071" y="126403"/>
                    <a:pt x="260071" y="130233"/>
                  </a:cubicBezTo>
                  <a:lnTo>
                    <a:pt x="260071" y="152577"/>
                  </a:lnTo>
                  <a:lnTo>
                    <a:pt x="260709" y="152577"/>
                  </a:lnTo>
                  <a:lnTo>
                    <a:pt x="282435" y="152577"/>
                  </a:lnTo>
                  <a:cubicBezTo>
                    <a:pt x="286269" y="152577"/>
                    <a:pt x="288825" y="155131"/>
                    <a:pt x="288825" y="158961"/>
                  </a:cubicBezTo>
                  <a:lnTo>
                    <a:pt x="288825" y="202372"/>
                  </a:lnTo>
                  <a:close/>
                </a:path>
              </a:pathLst>
            </a:custGeom>
            <a:solidFill>
              <a:srgbClr val="004F59"/>
            </a:solidFill>
            <a:ln w="6390" cap="flat">
              <a:noFill/>
              <a:prstDash val="solid"/>
              <a:miter/>
            </a:ln>
          </p:spPr>
          <p:txBody>
            <a:bodyPr rtlCol="0" anchor="ctr"/>
            <a:lstStyle/>
            <a:p>
              <a:endParaRPr lang="en-US"/>
            </a:p>
          </p:txBody>
        </p:sp>
      </p:grpSp>
      <p:grpSp>
        <p:nvGrpSpPr>
          <p:cNvPr id="234" name="Graphic 4">
            <a:extLst>
              <a:ext uri="{FF2B5EF4-FFF2-40B4-BE49-F238E27FC236}">
                <a16:creationId xmlns:a16="http://schemas.microsoft.com/office/drawing/2014/main" id="{FAD25720-508B-4F49-8303-0F84B71A4928}"/>
              </a:ext>
            </a:extLst>
          </p:cNvPr>
          <p:cNvGrpSpPr>
            <a:grpSpLocks noChangeAspect="1"/>
          </p:cNvGrpSpPr>
          <p:nvPr/>
        </p:nvGrpSpPr>
        <p:grpSpPr>
          <a:xfrm>
            <a:off x="1952125" y="2371173"/>
            <a:ext cx="362313" cy="361971"/>
            <a:chOff x="1952125" y="2371173"/>
            <a:chExt cx="362313" cy="361971"/>
          </a:xfrm>
          <a:solidFill>
            <a:srgbClr val="004F59"/>
          </a:solidFill>
        </p:grpSpPr>
        <p:sp>
          <p:nvSpPr>
            <p:cNvPr id="235" name="Graphic 4">
              <a:extLst>
                <a:ext uri="{FF2B5EF4-FFF2-40B4-BE49-F238E27FC236}">
                  <a16:creationId xmlns:a16="http://schemas.microsoft.com/office/drawing/2014/main" id="{6281BCB8-E08A-5A48-9D39-30F17514F4A3}"/>
                </a:ext>
              </a:extLst>
            </p:cNvPr>
            <p:cNvSpPr/>
            <p:nvPr/>
          </p:nvSpPr>
          <p:spPr>
            <a:xfrm>
              <a:off x="1952125" y="237117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88825 w 362313"/>
                <a:gd name="connsiteY6" fmla="*/ 202372 h 361971"/>
                <a:gd name="connsiteX7" fmla="*/ 282435 w 362313"/>
                <a:gd name="connsiteY7" fmla="*/ 208756 h 361971"/>
                <a:gd name="connsiteX8" fmla="*/ 260709 w 362313"/>
                <a:gd name="connsiteY8" fmla="*/ 208756 h 361971"/>
                <a:gd name="connsiteX9" fmla="*/ 260071 w 362313"/>
                <a:gd name="connsiteY9" fmla="*/ 208756 h 361971"/>
                <a:gd name="connsiteX10" fmla="*/ 260071 w 362313"/>
                <a:gd name="connsiteY10" fmla="*/ 231100 h 361971"/>
                <a:gd name="connsiteX11" fmla="*/ 253681 w 362313"/>
                <a:gd name="connsiteY11" fmla="*/ 237484 h 361971"/>
                <a:gd name="connsiteX12" fmla="*/ 81152 w 362313"/>
                <a:gd name="connsiteY12" fmla="*/ 237484 h 361971"/>
                <a:gd name="connsiteX13" fmla="*/ 74762 w 362313"/>
                <a:gd name="connsiteY13" fmla="*/ 231100 h 361971"/>
                <a:gd name="connsiteX14" fmla="*/ 74762 w 362313"/>
                <a:gd name="connsiteY14" fmla="*/ 130233 h 361971"/>
                <a:gd name="connsiteX15" fmla="*/ 81152 w 362313"/>
                <a:gd name="connsiteY15" fmla="*/ 123849 h 361971"/>
                <a:gd name="connsiteX16" fmla="*/ 253681 w 362313"/>
                <a:gd name="connsiteY16" fmla="*/ 123849 h 361971"/>
                <a:gd name="connsiteX17" fmla="*/ 260071 w 362313"/>
                <a:gd name="connsiteY17" fmla="*/ 130233 h 361971"/>
                <a:gd name="connsiteX18" fmla="*/ 260071 w 362313"/>
                <a:gd name="connsiteY18" fmla="*/ 152577 h 361971"/>
                <a:gd name="connsiteX19" fmla="*/ 260709 w 362313"/>
                <a:gd name="connsiteY19" fmla="*/ 152577 h 361971"/>
                <a:gd name="connsiteX20" fmla="*/ 282435 w 362313"/>
                <a:gd name="connsiteY20" fmla="*/ 152577 h 361971"/>
                <a:gd name="connsiteX21" fmla="*/ 288825 w 362313"/>
                <a:gd name="connsiteY21" fmla="*/ 158961 h 361971"/>
                <a:gd name="connsiteX22" fmla="*/ 288825 w 362313"/>
                <a:gd name="connsiteY22" fmla="*/ 20237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288825" y="202372"/>
                  </a:moveTo>
                  <a:cubicBezTo>
                    <a:pt x="288825" y="206203"/>
                    <a:pt x="286269" y="208756"/>
                    <a:pt x="282435" y="208756"/>
                  </a:cubicBezTo>
                  <a:lnTo>
                    <a:pt x="260709" y="208756"/>
                  </a:lnTo>
                  <a:lnTo>
                    <a:pt x="260071" y="208756"/>
                  </a:lnTo>
                  <a:lnTo>
                    <a:pt x="260071" y="231100"/>
                  </a:lnTo>
                  <a:cubicBezTo>
                    <a:pt x="260071" y="234931"/>
                    <a:pt x="257514" y="237484"/>
                    <a:pt x="253681" y="237484"/>
                  </a:cubicBezTo>
                  <a:lnTo>
                    <a:pt x="81152" y="237484"/>
                  </a:lnTo>
                  <a:cubicBezTo>
                    <a:pt x="77318" y="237484"/>
                    <a:pt x="74762" y="234931"/>
                    <a:pt x="74762" y="231100"/>
                  </a:cubicBezTo>
                  <a:lnTo>
                    <a:pt x="74762" y="130233"/>
                  </a:lnTo>
                  <a:cubicBezTo>
                    <a:pt x="74762" y="126403"/>
                    <a:pt x="77318" y="123849"/>
                    <a:pt x="81152" y="123849"/>
                  </a:cubicBezTo>
                  <a:lnTo>
                    <a:pt x="253681" y="123849"/>
                  </a:lnTo>
                  <a:cubicBezTo>
                    <a:pt x="257514" y="123849"/>
                    <a:pt x="260071" y="126403"/>
                    <a:pt x="260071" y="130233"/>
                  </a:cubicBezTo>
                  <a:lnTo>
                    <a:pt x="260071" y="152577"/>
                  </a:lnTo>
                  <a:lnTo>
                    <a:pt x="260709" y="152577"/>
                  </a:lnTo>
                  <a:lnTo>
                    <a:pt x="282435" y="152577"/>
                  </a:lnTo>
                  <a:cubicBezTo>
                    <a:pt x="286269" y="152577"/>
                    <a:pt x="288825" y="155131"/>
                    <a:pt x="288825" y="158961"/>
                  </a:cubicBezTo>
                  <a:lnTo>
                    <a:pt x="288825" y="202372"/>
                  </a:lnTo>
                  <a:close/>
                </a:path>
              </a:pathLst>
            </a:custGeom>
            <a:solidFill>
              <a:srgbClr val="004F59"/>
            </a:solidFill>
            <a:ln w="6390" cap="flat">
              <a:noFill/>
              <a:prstDash val="solid"/>
              <a:miter/>
            </a:ln>
          </p:spPr>
          <p:txBody>
            <a:bodyPr rtlCol="0" anchor="ctr"/>
            <a:lstStyle/>
            <a:p>
              <a:endParaRPr lang="en-US"/>
            </a:p>
          </p:txBody>
        </p:sp>
        <p:sp>
          <p:nvSpPr>
            <p:cNvPr id="236" name="Graphic 4">
              <a:extLst>
                <a:ext uri="{FF2B5EF4-FFF2-40B4-BE49-F238E27FC236}">
                  <a16:creationId xmlns:a16="http://schemas.microsoft.com/office/drawing/2014/main" id="{0E6CD597-EB21-DE41-B5AF-C5FC13BC71A2}"/>
                </a:ext>
              </a:extLst>
            </p:cNvPr>
            <p:cNvSpPr/>
            <p:nvPr/>
          </p:nvSpPr>
          <p:spPr>
            <a:xfrm>
              <a:off x="2212196" y="2536518"/>
              <a:ext cx="15974" cy="30643"/>
            </a:xfrm>
            <a:custGeom>
              <a:avLst/>
              <a:gdLst>
                <a:gd name="connsiteX0" fmla="*/ 0 w 15974"/>
                <a:gd name="connsiteY0" fmla="*/ 0 h 30643"/>
                <a:gd name="connsiteX1" fmla="*/ 0 w 15974"/>
                <a:gd name="connsiteY1" fmla="*/ 30643 h 30643"/>
                <a:gd name="connsiteX2" fmla="*/ 639 w 15974"/>
                <a:gd name="connsiteY2" fmla="*/ 30643 h 30643"/>
                <a:gd name="connsiteX3" fmla="*/ 15975 w 15974"/>
                <a:gd name="connsiteY3" fmla="*/ 30643 h 30643"/>
                <a:gd name="connsiteX4" fmla="*/ 15975 w 15974"/>
                <a:gd name="connsiteY4" fmla="*/ 0 h 30643"/>
                <a:gd name="connsiteX5" fmla="*/ 639 w 15974"/>
                <a:gd name="connsiteY5" fmla="*/ 0 h 30643"/>
                <a:gd name="connsiteX6" fmla="*/ 0 w 15974"/>
                <a:gd name="connsiteY6" fmla="*/ 0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74" h="30643">
                  <a:moveTo>
                    <a:pt x="0" y="0"/>
                  </a:moveTo>
                  <a:lnTo>
                    <a:pt x="0" y="30643"/>
                  </a:lnTo>
                  <a:lnTo>
                    <a:pt x="639" y="30643"/>
                  </a:lnTo>
                  <a:lnTo>
                    <a:pt x="15975" y="30643"/>
                  </a:lnTo>
                  <a:lnTo>
                    <a:pt x="15975" y="0"/>
                  </a:lnTo>
                  <a:lnTo>
                    <a:pt x="639" y="0"/>
                  </a:lnTo>
                  <a:lnTo>
                    <a:pt x="0" y="0"/>
                  </a:lnTo>
                  <a:close/>
                </a:path>
              </a:pathLst>
            </a:custGeom>
            <a:solidFill>
              <a:srgbClr val="004F59"/>
            </a:solidFill>
            <a:ln w="6390" cap="flat">
              <a:noFill/>
              <a:prstDash val="solid"/>
              <a:miter/>
            </a:ln>
          </p:spPr>
          <p:txBody>
            <a:bodyPr rtlCol="0" anchor="ctr"/>
            <a:lstStyle/>
            <a:p>
              <a:endParaRPr lang="en-US"/>
            </a:p>
          </p:txBody>
        </p:sp>
        <p:sp>
          <p:nvSpPr>
            <p:cNvPr id="237" name="Graphic 4">
              <a:extLst>
                <a:ext uri="{FF2B5EF4-FFF2-40B4-BE49-F238E27FC236}">
                  <a16:creationId xmlns:a16="http://schemas.microsoft.com/office/drawing/2014/main" id="{DDD42B7A-E54C-A74F-A3C1-9529C644A006}"/>
                </a:ext>
              </a:extLst>
            </p:cNvPr>
            <p:cNvSpPr/>
            <p:nvPr/>
          </p:nvSpPr>
          <p:spPr>
            <a:xfrm>
              <a:off x="2039668" y="2507790"/>
              <a:ext cx="159748" cy="88098"/>
            </a:xfrm>
            <a:custGeom>
              <a:avLst/>
              <a:gdLst>
                <a:gd name="connsiteX0" fmla="*/ 0 w 159748"/>
                <a:gd name="connsiteY0" fmla="*/ 88099 h 88098"/>
                <a:gd name="connsiteX1" fmla="*/ 159748 w 159748"/>
                <a:gd name="connsiteY1" fmla="*/ 88099 h 88098"/>
                <a:gd name="connsiteX2" fmla="*/ 159748 w 159748"/>
                <a:gd name="connsiteY2" fmla="*/ 0 h 88098"/>
                <a:gd name="connsiteX3" fmla="*/ 0 w 159748"/>
                <a:gd name="connsiteY3" fmla="*/ 0 h 88098"/>
                <a:gd name="connsiteX4" fmla="*/ 0 w 159748"/>
                <a:gd name="connsiteY4" fmla="*/ 88099 h 88098"/>
                <a:gd name="connsiteX5" fmla="*/ 16614 w 159748"/>
                <a:gd name="connsiteY5" fmla="*/ 13406 h 88098"/>
                <a:gd name="connsiteX6" fmla="*/ 23004 w 159748"/>
                <a:gd name="connsiteY6" fmla="*/ 7022 h 88098"/>
                <a:gd name="connsiteX7" fmla="*/ 29394 w 159748"/>
                <a:gd name="connsiteY7" fmla="*/ 13406 h 88098"/>
                <a:gd name="connsiteX8" fmla="*/ 29394 w 159748"/>
                <a:gd name="connsiteY8" fmla="*/ 74692 h 88098"/>
                <a:gd name="connsiteX9" fmla="*/ 23004 w 159748"/>
                <a:gd name="connsiteY9" fmla="*/ 81076 h 88098"/>
                <a:gd name="connsiteX10" fmla="*/ 16614 w 159748"/>
                <a:gd name="connsiteY10" fmla="*/ 74692 h 88098"/>
                <a:gd name="connsiteX11" fmla="*/ 16614 w 159748"/>
                <a:gd name="connsiteY11" fmla="*/ 13406 h 8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9748" h="88098">
                  <a:moveTo>
                    <a:pt x="0" y="88099"/>
                  </a:moveTo>
                  <a:lnTo>
                    <a:pt x="159748" y="88099"/>
                  </a:lnTo>
                  <a:lnTo>
                    <a:pt x="159748" y="0"/>
                  </a:lnTo>
                  <a:lnTo>
                    <a:pt x="0" y="0"/>
                  </a:lnTo>
                  <a:lnTo>
                    <a:pt x="0" y="88099"/>
                  </a:lnTo>
                  <a:close/>
                  <a:moveTo>
                    <a:pt x="16614" y="13406"/>
                  </a:moveTo>
                  <a:cubicBezTo>
                    <a:pt x="16614" y="9576"/>
                    <a:pt x="19170" y="7022"/>
                    <a:pt x="23004" y="7022"/>
                  </a:cubicBezTo>
                  <a:cubicBezTo>
                    <a:pt x="26838" y="7022"/>
                    <a:pt x="29394" y="9576"/>
                    <a:pt x="29394" y="13406"/>
                  </a:cubicBezTo>
                  <a:lnTo>
                    <a:pt x="29394" y="74692"/>
                  </a:lnTo>
                  <a:cubicBezTo>
                    <a:pt x="29394" y="78523"/>
                    <a:pt x="26838" y="81076"/>
                    <a:pt x="23004" y="81076"/>
                  </a:cubicBezTo>
                  <a:cubicBezTo>
                    <a:pt x="19170" y="81076"/>
                    <a:pt x="16614" y="78523"/>
                    <a:pt x="16614" y="74692"/>
                  </a:cubicBezTo>
                  <a:lnTo>
                    <a:pt x="16614" y="13406"/>
                  </a:lnTo>
                  <a:close/>
                </a:path>
              </a:pathLst>
            </a:custGeom>
            <a:solidFill>
              <a:srgbClr val="004F59"/>
            </a:solidFill>
            <a:ln w="6390" cap="flat">
              <a:noFill/>
              <a:prstDash val="solid"/>
              <a:miter/>
            </a:ln>
          </p:spPr>
          <p:txBody>
            <a:bodyPr rtlCol="0" anchor="ctr"/>
            <a:lstStyle/>
            <a:p>
              <a:endParaRPr lang="en-US"/>
            </a:p>
          </p:txBody>
        </p:sp>
      </p:grpSp>
      <p:grpSp>
        <p:nvGrpSpPr>
          <p:cNvPr id="238" name="Graphic 4">
            <a:extLst>
              <a:ext uri="{FF2B5EF4-FFF2-40B4-BE49-F238E27FC236}">
                <a16:creationId xmlns:a16="http://schemas.microsoft.com/office/drawing/2014/main" id="{05657106-0DEB-C142-8CC9-67E6A2C39FA6}"/>
              </a:ext>
            </a:extLst>
          </p:cNvPr>
          <p:cNvGrpSpPr>
            <a:grpSpLocks noChangeAspect="1"/>
          </p:cNvGrpSpPr>
          <p:nvPr/>
        </p:nvGrpSpPr>
        <p:grpSpPr>
          <a:xfrm>
            <a:off x="1952125" y="2855717"/>
            <a:ext cx="362313" cy="361971"/>
            <a:chOff x="1952125" y="2855717"/>
            <a:chExt cx="362313" cy="361971"/>
          </a:xfrm>
          <a:solidFill>
            <a:srgbClr val="004F59"/>
          </a:solidFill>
        </p:grpSpPr>
        <p:sp>
          <p:nvSpPr>
            <p:cNvPr id="239" name="Graphic 4">
              <a:extLst>
                <a:ext uri="{FF2B5EF4-FFF2-40B4-BE49-F238E27FC236}">
                  <a16:creationId xmlns:a16="http://schemas.microsoft.com/office/drawing/2014/main" id="{D3731527-A9D7-8A47-B8F3-C185C0E0637C}"/>
                </a:ext>
              </a:extLst>
            </p:cNvPr>
            <p:cNvSpPr/>
            <p:nvPr/>
          </p:nvSpPr>
          <p:spPr>
            <a:xfrm>
              <a:off x="2212196" y="3021063"/>
              <a:ext cx="15974" cy="30643"/>
            </a:xfrm>
            <a:custGeom>
              <a:avLst/>
              <a:gdLst>
                <a:gd name="connsiteX0" fmla="*/ 0 w 15974"/>
                <a:gd name="connsiteY0" fmla="*/ 0 h 30643"/>
                <a:gd name="connsiteX1" fmla="*/ 0 w 15974"/>
                <a:gd name="connsiteY1" fmla="*/ 30643 h 30643"/>
                <a:gd name="connsiteX2" fmla="*/ 639 w 15974"/>
                <a:gd name="connsiteY2" fmla="*/ 30643 h 30643"/>
                <a:gd name="connsiteX3" fmla="*/ 15975 w 15974"/>
                <a:gd name="connsiteY3" fmla="*/ 30643 h 30643"/>
                <a:gd name="connsiteX4" fmla="*/ 15975 w 15974"/>
                <a:gd name="connsiteY4" fmla="*/ 0 h 30643"/>
                <a:gd name="connsiteX5" fmla="*/ 639 w 15974"/>
                <a:gd name="connsiteY5" fmla="*/ 0 h 30643"/>
                <a:gd name="connsiteX6" fmla="*/ 0 w 15974"/>
                <a:gd name="connsiteY6" fmla="*/ 0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74" h="30643">
                  <a:moveTo>
                    <a:pt x="0" y="0"/>
                  </a:moveTo>
                  <a:lnTo>
                    <a:pt x="0" y="30643"/>
                  </a:lnTo>
                  <a:lnTo>
                    <a:pt x="639" y="30643"/>
                  </a:lnTo>
                  <a:lnTo>
                    <a:pt x="15975" y="30643"/>
                  </a:lnTo>
                  <a:lnTo>
                    <a:pt x="15975" y="0"/>
                  </a:lnTo>
                  <a:lnTo>
                    <a:pt x="639" y="0"/>
                  </a:lnTo>
                  <a:lnTo>
                    <a:pt x="0" y="0"/>
                  </a:lnTo>
                  <a:close/>
                </a:path>
              </a:pathLst>
            </a:custGeom>
            <a:solidFill>
              <a:srgbClr val="004F59"/>
            </a:solidFill>
            <a:ln w="6390" cap="flat">
              <a:noFill/>
              <a:prstDash val="solid"/>
              <a:miter/>
            </a:ln>
          </p:spPr>
          <p:txBody>
            <a:bodyPr rtlCol="0" anchor="ctr"/>
            <a:lstStyle/>
            <a:p>
              <a:endParaRPr lang="en-US"/>
            </a:p>
          </p:txBody>
        </p:sp>
        <p:sp>
          <p:nvSpPr>
            <p:cNvPr id="240" name="Graphic 4">
              <a:extLst>
                <a:ext uri="{FF2B5EF4-FFF2-40B4-BE49-F238E27FC236}">
                  <a16:creationId xmlns:a16="http://schemas.microsoft.com/office/drawing/2014/main" id="{4FA0FF8E-0A53-2E4F-A421-30CE83CD6569}"/>
                </a:ext>
              </a:extLst>
            </p:cNvPr>
            <p:cNvSpPr/>
            <p:nvPr/>
          </p:nvSpPr>
          <p:spPr>
            <a:xfrm>
              <a:off x="2039668" y="2992335"/>
              <a:ext cx="159748" cy="88098"/>
            </a:xfrm>
            <a:custGeom>
              <a:avLst/>
              <a:gdLst>
                <a:gd name="connsiteX0" fmla="*/ 0 w 159748"/>
                <a:gd name="connsiteY0" fmla="*/ 88099 h 88098"/>
                <a:gd name="connsiteX1" fmla="*/ 159748 w 159748"/>
                <a:gd name="connsiteY1" fmla="*/ 88099 h 88098"/>
                <a:gd name="connsiteX2" fmla="*/ 159748 w 159748"/>
                <a:gd name="connsiteY2" fmla="*/ 0 h 88098"/>
                <a:gd name="connsiteX3" fmla="*/ 0 w 159748"/>
                <a:gd name="connsiteY3" fmla="*/ 0 h 88098"/>
                <a:gd name="connsiteX4" fmla="*/ 0 w 159748"/>
                <a:gd name="connsiteY4" fmla="*/ 88099 h 88098"/>
                <a:gd name="connsiteX5" fmla="*/ 45368 w 159748"/>
                <a:gd name="connsiteY5" fmla="*/ 13406 h 88098"/>
                <a:gd name="connsiteX6" fmla="*/ 51758 w 159748"/>
                <a:gd name="connsiteY6" fmla="*/ 7022 h 88098"/>
                <a:gd name="connsiteX7" fmla="*/ 58148 w 159748"/>
                <a:gd name="connsiteY7" fmla="*/ 13406 h 88098"/>
                <a:gd name="connsiteX8" fmla="*/ 58148 w 159748"/>
                <a:gd name="connsiteY8" fmla="*/ 74692 h 88098"/>
                <a:gd name="connsiteX9" fmla="*/ 51758 w 159748"/>
                <a:gd name="connsiteY9" fmla="*/ 81076 h 88098"/>
                <a:gd name="connsiteX10" fmla="*/ 45368 w 159748"/>
                <a:gd name="connsiteY10" fmla="*/ 74692 h 88098"/>
                <a:gd name="connsiteX11" fmla="*/ 45368 w 159748"/>
                <a:gd name="connsiteY11" fmla="*/ 13406 h 88098"/>
                <a:gd name="connsiteX12" fmla="*/ 16614 w 159748"/>
                <a:gd name="connsiteY12" fmla="*/ 13406 h 88098"/>
                <a:gd name="connsiteX13" fmla="*/ 23004 w 159748"/>
                <a:gd name="connsiteY13" fmla="*/ 7022 h 88098"/>
                <a:gd name="connsiteX14" fmla="*/ 29394 w 159748"/>
                <a:gd name="connsiteY14" fmla="*/ 13406 h 88098"/>
                <a:gd name="connsiteX15" fmla="*/ 29394 w 159748"/>
                <a:gd name="connsiteY15" fmla="*/ 74692 h 88098"/>
                <a:gd name="connsiteX16" fmla="*/ 23004 w 159748"/>
                <a:gd name="connsiteY16" fmla="*/ 81076 h 88098"/>
                <a:gd name="connsiteX17" fmla="*/ 16614 w 159748"/>
                <a:gd name="connsiteY17" fmla="*/ 74692 h 88098"/>
                <a:gd name="connsiteX18" fmla="*/ 16614 w 159748"/>
                <a:gd name="connsiteY18" fmla="*/ 13406 h 8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748" h="88098">
                  <a:moveTo>
                    <a:pt x="0" y="88099"/>
                  </a:moveTo>
                  <a:lnTo>
                    <a:pt x="159748" y="88099"/>
                  </a:lnTo>
                  <a:lnTo>
                    <a:pt x="159748" y="0"/>
                  </a:lnTo>
                  <a:lnTo>
                    <a:pt x="0" y="0"/>
                  </a:lnTo>
                  <a:lnTo>
                    <a:pt x="0" y="88099"/>
                  </a:lnTo>
                  <a:close/>
                  <a:moveTo>
                    <a:pt x="45368" y="13406"/>
                  </a:moveTo>
                  <a:cubicBezTo>
                    <a:pt x="45368" y="9576"/>
                    <a:pt x="47925" y="7022"/>
                    <a:pt x="51758" y="7022"/>
                  </a:cubicBezTo>
                  <a:cubicBezTo>
                    <a:pt x="55592" y="7022"/>
                    <a:pt x="58148" y="9576"/>
                    <a:pt x="58148" y="13406"/>
                  </a:cubicBezTo>
                  <a:lnTo>
                    <a:pt x="58148" y="74692"/>
                  </a:lnTo>
                  <a:cubicBezTo>
                    <a:pt x="58148" y="78523"/>
                    <a:pt x="55592" y="81076"/>
                    <a:pt x="51758" y="81076"/>
                  </a:cubicBezTo>
                  <a:cubicBezTo>
                    <a:pt x="47925" y="81076"/>
                    <a:pt x="45368" y="78523"/>
                    <a:pt x="45368" y="74692"/>
                  </a:cubicBezTo>
                  <a:lnTo>
                    <a:pt x="45368" y="13406"/>
                  </a:lnTo>
                  <a:close/>
                  <a:moveTo>
                    <a:pt x="16614" y="13406"/>
                  </a:moveTo>
                  <a:cubicBezTo>
                    <a:pt x="16614" y="9576"/>
                    <a:pt x="19170" y="7022"/>
                    <a:pt x="23004" y="7022"/>
                  </a:cubicBezTo>
                  <a:cubicBezTo>
                    <a:pt x="26838" y="7022"/>
                    <a:pt x="29394" y="9576"/>
                    <a:pt x="29394" y="13406"/>
                  </a:cubicBezTo>
                  <a:lnTo>
                    <a:pt x="29394" y="74692"/>
                  </a:lnTo>
                  <a:cubicBezTo>
                    <a:pt x="29394" y="78523"/>
                    <a:pt x="26838" y="81076"/>
                    <a:pt x="23004" y="81076"/>
                  </a:cubicBezTo>
                  <a:cubicBezTo>
                    <a:pt x="19170" y="81076"/>
                    <a:pt x="16614" y="78523"/>
                    <a:pt x="16614" y="74692"/>
                  </a:cubicBezTo>
                  <a:lnTo>
                    <a:pt x="16614" y="13406"/>
                  </a:lnTo>
                  <a:close/>
                </a:path>
              </a:pathLst>
            </a:custGeom>
            <a:solidFill>
              <a:srgbClr val="004F59"/>
            </a:solidFill>
            <a:ln w="6390" cap="flat">
              <a:noFill/>
              <a:prstDash val="solid"/>
              <a:miter/>
            </a:ln>
          </p:spPr>
          <p:txBody>
            <a:bodyPr rtlCol="0" anchor="ctr"/>
            <a:lstStyle/>
            <a:p>
              <a:endParaRPr lang="en-US"/>
            </a:p>
          </p:txBody>
        </p:sp>
        <p:sp>
          <p:nvSpPr>
            <p:cNvPr id="241" name="Graphic 4">
              <a:extLst>
                <a:ext uri="{FF2B5EF4-FFF2-40B4-BE49-F238E27FC236}">
                  <a16:creationId xmlns:a16="http://schemas.microsoft.com/office/drawing/2014/main" id="{EB5FBFA8-4822-D144-8C9E-5CA2DF3C16D7}"/>
                </a:ext>
              </a:extLst>
            </p:cNvPr>
            <p:cNvSpPr/>
            <p:nvPr/>
          </p:nvSpPr>
          <p:spPr>
            <a:xfrm>
              <a:off x="1952125" y="285571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88825 w 362313"/>
                <a:gd name="connsiteY6" fmla="*/ 202372 h 361971"/>
                <a:gd name="connsiteX7" fmla="*/ 282435 w 362313"/>
                <a:gd name="connsiteY7" fmla="*/ 208756 h 361971"/>
                <a:gd name="connsiteX8" fmla="*/ 260709 w 362313"/>
                <a:gd name="connsiteY8" fmla="*/ 208756 h 361971"/>
                <a:gd name="connsiteX9" fmla="*/ 260071 w 362313"/>
                <a:gd name="connsiteY9" fmla="*/ 208756 h 361971"/>
                <a:gd name="connsiteX10" fmla="*/ 260071 w 362313"/>
                <a:gd name="connsiteY10" fmla="*/ 231100 h 361971"/>
                <a:gd name="connsiteX11" fmla="*/ 253681 w 362313"/>
                <a:gd name="connsiteY11" fmla="*/ 237484 h 361971"/>
                <a:gd name="connsiteX12" fmla="*/ 81152 w 362313"/>
                <a:gd name="connsiteY12" fmla="*/ 237484 h 361971"/>
                <a:gd name="connsiteX13" fmla="*/ 74762 w 362313"/>
                <a:gd name="connsiteY13" fmla="*/ 231100 h 361971"/>
                <a:gd name="connsiteX14" fmla="*/ 74762 w 362313"/>
                <a:gd name="connsiteY14" fmla="*/ 130233 h 361971"/>
                <a:gd name="connsiteX15" fmla="*/ 81152 w 362313"/>
                <a:gd name="connsiteY15" fmla="*/ 123849 h 361971"/>
                <a:gd name="connsiteX16" fmla="*/ 253681 w 362313"/>
                <a:gd name="connsiteY16" fmla="*/ 123849 h 361971"/>
                <a:gd name="connsiteX17" fmla="*/ 260071 w 362313"/>
                <a:gd name="connsiteY17" fmla="*/ 130233 h 361971"/>
                <a:gd name="connsiteX18" fmla="*/ 260071 w 362313"/>
                <a:gd name="connsiteY18" fmla="*/ 152577 h 361971"/>
                <a:gd name="connsiteX19" fmla="*/ 260709 w 362313"/>
                <a:gd name="connsiteY19" fmla="*/ 152577 h 361971"/>
                <a:gd name="connsiteX20" fmla="*/ 282435 w 362313"/>
                <a:gd name="connsiteY20" fmla="*/ 152577 h 361971"/>
                <a:gd name="connsiteX21" fmla="*/ 288825 w 362313"/>
                <a:gd name="connsiteY21" fmla="*/ 158961 h 361971"/>
                <a:gd name="connsiteX22" fmla="*/ 288825 w 362313"/>
                <a:gd name="connsiteY22" fmla="*/ 20237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2313"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6"/>
                    <a:pt x="281796" y="0"/>
                    <a:pt x="181474" y="0"/>
                  </a:cubicBezTo>
                  <a:close/>
                  <a:moveTo>
                    <a:pt x="288825" y="202372"/>
                  </a:moveTo>
                  <a:cubicBezTo>
                    <a:pt x="288825" y="206203"/>
                    <a:pt x="286269" y="208756"/>
                    <a:pt x="282435" y="208756"/>
                  </a:cubicBezTo>
                  <a:lnTo>
                    <a:pt x="260709" y="208756"/>
                  </a:lnTo>
                  <a:lnTo>
                    <a:pt x="260071" y="208756"/>
                  </a:lnTo>
                  <a:lnTo>
                    <a:pt x="260071" y="231100"/>
                  </a:lnTo>
                  <a:cubicBezTo>
                    <a:pt x="260071" y="234930"/>
                    <a:pt x="257514" y="237484"/>
                    <a:pt x="253681" y="237484"/>
                  </a:cubicBezTo>
                  <a:lnTo>
                    <a:pt x="81152" y="237484"/>
                  </a:lnTo>
                  <a:cubicBezTo>
                    <a:pt x="77318" y="237484"/>
                    <a:pt x="74762" y="234930"/>
                    <a:pt x="74762" y="231100"/>
                  </a:cubicBezTo>
                  <a:lnTo>
                    <a:pt x="74762" y="130233"/>
                  </a:lnTo>
                  <a:cubicBezTo>
                    <a:pt x="74762" y="126403"/>
                    <a:pt x="77318" y="123849"/>
                    <a:pt x="81152" y="123849"/>
                  </a:cubicBezTo>
                  <a:lnTo>
                    <a:pt x="253681" y="123849"/>
                  </a:lnTo>
                  <a:cubicBezTo>
                    <a:pt x="257514" y="123849"/>
                    <a:pt x="260071" y="126403"/>
                    <a:pt x="260071" y="130233"/>
                  </a:cubicBezTo>
                  <a:lnTo>
                    <a:pt x="260071" y="152577"/>
                  </a:lnTo>
                  <a:lnTo>
                    <a:pt x="260709" y="152577"/>
                  </a:lnTo>
                  <a:lnTo>
                    <a:pt x="282435" y="152577"/>
                  </a:lnTo>
                  <a:cubicBezTo>
                    <a:pt x="286269" y="152577"/>
                    <a:pt x="288825" y="155131"/>
                    <a:pt x="288825" y="158961"/>
                  </a:cubicBezTo>
                  <a:lnTo>
                    <a:pt x="288825" y="202372"/>
                  </a:lnTo>
                  <a:close/>
                </a:path>
              </a:pathLst>
            </a:custGeom>
            <a:solidFill>
              <a:srgbClr val="004F59"/>
            </a:solidFill>
            <a:ln w="6390" cap="flat">
              <a:noFill/>
              <a:prstDash val="solid"/>
              <a:miter/>
            </a:ln>
          </p:spPr>
          <p:txBody>
            <a:bodyPr rtlCol="0" anchor="ctr"/>
            <a:lstStyle/>
            <a:p>
              <a:endParaRPr lang="en-US"/>
            </a:p>
          </p:txBody>
        </p:sp>
      </p:grpSp>
      <p:grpSp>
        <p:nvGrpSpPr>
          <p:cNvPr id="242" name="Graphic 4">
            <a:extLst>
              <a:ext uri="{FF2B5EF4-FFF2-40B4-BE49-F238E27FC236}">
                <a16:creationId xmlns:a16="http://schemas.microsoft.com/office/drawing/2014/main" id="{AB7C014F-68A6-6740-9E4D-8920C9A609A3}"/>
              </a:ext>
            </a:extLst>
          </p:cNvPr>
          <p:cNvGrpSpPr>
            <a:grpSpLocks noChangeAspect="1"/>
          </p:cNvGrpSpPr>
          <p:nvPr/>
        </p:nvGrpSpPr>
        <p:grpSpPr>
          <a:xfrm>
            <a:off x="1952125" y="3339623"/>
            <a:ext cx="362313" cy="361971"/>
            <a:chOff x="1952125" y="3339623"/>
            <a:chExt cx="362313" cy="361971"/>
          </a:xfrm>
          <a:solidFill>
            <a:srgbClr val="004F59"/>
          </a:solidFill>
        </p:grpSpPr>
        <p:sp>
          <p:nvSpPr>
            <p:cNvPr id="243" name="Graphic 4">
              <a:extLst>
                <a:ext uri="{FF2B5EF4-FFF2-40B4-BE49-F238E27FC236}">
                  <a16:creationId xmlns:a16="http://schemas.microsoft.com/office/drawing/2014/main" id="{75B68161-34D3-6E4F-B551-A1DCEEC442A3}"/>
                </a:ext>
              </a:extLst>
            </p:cNvPr>
            <p:cNvSpPr/>
            <p:nvPr/>
          </p:nvSpPr>
          <p:spPr>
            <a:xfrm>
              <a:off x="2039668" y="3476879"/>
              <a:ext cx="159748" cy="88098"/>
            </a:xfrm>
            <a:custGeom>
              <a:avLst/>
              <a:gdLst>
                <a:gd name="connsiteX0" fmla="*/ 0 w 159748"/>
                <a:gd name="connsiteY0" fmla="*/ 88099 h 88098"/>
                <a:gd name="connsiteX1" fmla="*/ 159748 w 159748"/>
                <a:gd name="connsiteY1" fmla="*/ 88099 h 88098"/>
                <a:gd name="connsiteX2" fmla="*/ 159748 w 159748"/>
                <a:gd name="connsiteY2" fmla="*/ 0 h 88098"/>
                <a:gd name="connsiteX3" fmla="*/ 0 w 159748"/>
                <a:gd name="connsiteY3" fmla="*/ 0 h 88098"/>
                <a:gd name="connsiteX4" fmla="*/ 0 w 159748"/>
                <a:gd name="connsiteY4" fmla="*/ 88099 h 88098"/>
                <a:gd name="connsiteX5" fmla="*/ 74123 w 159748"/>
                <a:gd name="connsiteY5" fmla="*/ 13406 h 88098"/>
                <a:gd name="connsiteX6" fmla="*/ 80513 w 159748"/>
                <a:gd name="connsiteY6" fmla="*/ 7022 h 88098"/>
                <a:gd name="connsiteX7" fmla="*/ 86903 w 159748"/>
                <a:gd name="connsiteY7" fmla="*/ 13406 h 88098"/>
                <a:gd name="connsiteX8" fmla="*/ 86903 w 159748"/>
                <a:gd name="connsiteY8" fmla="*/ 74693 h 88098"/>
                <a:gd name="connsiteX9" fmla="*/ 80513 w 159748"/>
                <a:gd name="connsiteY9" fmla="*/ 81077 h 88098"/>
                <a:gd name="connsiteX10" fmla="*/ 74123 w 159748"/>
                <a:gd name="connsiteY10" fmla="*/ 74693 h 88098"/>
                <a:gd name="connsiteX11" fmla="*/ 74123 w 159748"/>
                <a:gd name="connsiteY11" fmla="*/ 13406 h 88098"/>
                <a:gd name="connsiteX12" fmla="*/ 45368 w 159748"/>
                <a:gd name="connsiteY12" fmla="*/ 13406 h 88098"/>
                <a:gd name="connsiteX13" fmla="*/ 51758 w 159748"/>
                <a:gd name="connsiteY13" fmla="*/ 7022 h 88098"/>
                <a:gd name="connsiteX14" fmla="*/ 58148 w 159748"/>
                <a:gd name="connsiteY14" fmla="*/ 13406 h 88098"/>
                <a:gd name="connsiteX15" fmla="*/ 58148 w 159748"/>
                <a:gd name="connsiteY15" fmla="*/ 74693 h 88098"/>
                <a:gd name="connsiteX16" fmla="*/ 51758 w 159748"/>
                <a:gd name="connsiteY16" fmla="*/ 81077 h 88098"/>
                <a:gd name="connsiteX17" fmla="*/ 45368 w 159748"/>
                <a:gd name="connsiteY17" fmla="*/ 74693 h 88098"/>
                <a:gd name="connsiteX18" fmla="*/ 45368 w 159748"/>
                <a:gd name="connsiteY18" fmla="*/ 13406 h 88098"/>
                <a:gd name="connsiteX19" fmla="*/ 16614 w 159748"/>
                <a:gd name="connsiteY19" fmla="*/ 13406 h 88098"/>
                <a:gd name="connsiteX20" fmla="*/ 23004 w 159748"/>
                <a:gd name="connsiteY20" fmla="*/ 7022 h 88098"/>
                <a:gd name="connsiteX21" fmla="*/ 29394 w 159748"/>
                <a:gd name="connsiteY21" fmla="*/ 13406 h 88098"/>
                <a:gd name="connsiteX22" fmla="*/ 29394 w 159748"/>
                <a:gd name="connsiteY22" fmla="*/ 74693 h 88098"/>
                <a:gd name="connsiteX23" fmla="*/ 23004 w 159748"/>
                <a:gd name="connsiteY23" fmla="*/ 81077 h 88098"/>
                <a:gd name="connsiteX24" fmla="*/ 16614 w 159748"/>
                <a:gd name="connsiteY24" fmla="*/ 74693 h 88098"/>
                <a:gd name="connsiteX25" fmla="*/ 16614 w 159748"/>
                <a:gd name="connsiteY25" fmla="*/ 13406 h 8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9748" h="88098">
                  <a:moveTo>
                    <a:pt x="0" y="88099"/>
                  </a:moveTo>
                  <a:lnTo>
                    <a:pt x="159748" y="88099"/>
                  </a:lnTo>
                  <a:lnTo>
                    <a:pt x="159748" y="0"/>
                  </a:lnTo>
                  <a:lnTo>
                    <a:pt x="0" y="0"/>
                  </a:lnTo>
                  <a:lnTo>
                    <a:pt x="0" y="88099"/>
                  </a:lnTo>
                  <a:close/>
                  <a:moveTo>
                    <a:pt x="74123" y="13406"/>
                  </a:moveTo>
                  <a:cubicBezTo>
                    <a:pt x="74123" y="9576"/>
                    <a:pt x="76679" y="7022"/>
                    <a:pt x="80513" y="7022"/>
                  </a:cubicBezTo>
                  <a:cubicBezTo>
                    <a:pt x="84347" y="7022"/>
                    <a:pt x="86903" y="9576"/>
                    <a:pt x="86903" y="13406"/>
                  </a:cubicBezTo>
                  <a:lnTo>
                    <a:pt x="86903" y="74693"/>
                  </a:lnTo>
                  <a:cubicBezTo>
                    <a:pt x="86903" y="78523"/>
                    <a:pt x="84347" y="81077"/>
                    <a:pt x="80513" y="81077"/>
                  </a:cubicBezTo>
                  <a:cubicBezTo>
                    <a:pt x="76679" y="81077"/>
                    <a:pt x="74123" y="78523"/>
                    <a:pt x="74123" y="74693"/>
                  </a:cubicBezTo>
                  <a:lnTo>
                    <a:pt x="74123" y="13406"/>
                  </a:lnTo>
                  <a:close/>
                  <a:moveTo>
                    <a:pt x="45368" y="13406"/>
                  </a:moveTo>
                  <a:cubicBezTo>
                    <a:pt x="45368" y="9576"/>
                    <a:pt x="47925" y="7022"/>
                    <a:pt x="51758" y="7022"/>
                  </a:cubicBezTo>
                  <a:cubicBezTo>
                    <a:pt x="55592" y="7022"/>
                    <a:pt x="58148" y="9576"/>
                    <a:pt x="58148" y="13406"/>
                  </a:cubicBezTo>
                  <a:lnTo>
                    <a:pt x="58148" y="74693"/>
                  </a:lnTo>
                  <a:cubicBezTo>
                    <a:pt x="58148" y="78523"/>
                    <a:pt x="55592" y="81077"/>
                    <a:pt x="51758" y="81077"/>
                  </a:cubicBezTo>
                  <a:cubicBezTo>
                    <a:pt x="47925" y="81077"/>
                    <a:pt x="45368" y="78523"/>
                    <a:pt x="45368" y="74693"/>
                  </a:cubicBezTo>
                  <a:lnTo>
                    <a:pt x="45368" y="13406"/>
                  </a:lnTo>
                  <a:close/>
                  <a:moveTo>
                    <a:pt x="16614" y="13406"/>
                  </a:moveTo>
                  <a:cubicBezTo>
                    <a:pt x="16614" y="9576"/>
                    <a:pt x="19170" y="7022"/>
                    <a:pt x="23004" y="7022"/>
                  </a:cubicBezTo>
                  <a:cubicBezTo>
                    <a:pt x="26838" y="7022"/>
                    <a:pt x="29394" y="9576"/>
                    <a:pt x="29394" y="13406"/>
                  </a:cubicBezTo>
                  <a:lnTo>
                    <a:pt x="29394" y="74693"/>
                  </a:lnTo>
                  <a:cubicBezTo>
                    <a:pt x="29394" y="78523"/>
                    <a:pt x="26838" y="81077"/>
                    <a:pt x="23004" y="81077"/>
                  </a:cubicBezTo>
                  <a:cubicBezTo>
                    <a:pt x="19170" y="81077"/>
                    <a:pt x="16614" y="78523"/>
                    <a:pt x="16614" y="74693"/>
                  </a:cubicBezTo>
                  <a:lnTo>
                    <a:pt x="16614" y="13406"/>
                  </a:lnTo>
                  <a:close/>
                </a:path>
              </a:pathLst>
            </a:custGeom>
            <a:solidFill>
              <a:srgbClr val="004F59"/>
            </a:solidFill>
            <a:ln w="6390" cap="flat">
              <a:noFill/>
              <a:prstDash val="solid"/>
              <a:miter/>
            </a:ln>
          </p:spPr>
          <p:txBody>
            <a:bodyPr rtlCol="0" anchor="ctr"/>
            <a:lstStyle/>
            <a:p>
              <a:endParaRPr lang="en-US"/>
            </a:p>
          </p:txBody>
        </p:sp>
        <p:sp>
          <p:nvSpPr>
            <p:cNvPr id="244" name="Graphic 4">
              <a:extLst>
                <a:ext uri="{FF2B5EF4-FFF2-40B4-BE49-F238E27FC236}">
                  <a16:creationId xmlns:a16="http://schemas.microsoft.com/office/drawing/2014/main" id="{0B666E8B-3D37-D44F-8284-23FD5A1C3872}"/>
                </a:ext>
              </a:extLst>
            </p:cNvPr>
            <p:cNvSpPr/>
            <p:nvPr/>
          </p:nvSpPr>
          <p:spPr>
            <a:xfrm>
              <a:off x="2212196" y="3505607"/>
              <a:ext cx="15974" cy="30643"/>
            </a:xfrm>
            <a:custGeom>
              <a:avLst/>
              <a:gdLst>
                <a:gd name="connsiteX0" fmla="*/ 0 w 15974"/>
                <a:gd name="connsiteY0" fmla="*/ 0 h 30643"/>
                <a:gd name="connsiteX1" fmla="*/ 0 w 15974"/>
                <a:gd name="connsiteY1" fmla="*/ 30643 h 30643"/>
                <a:gd name="connsiteX2" fmla="*/ 639 w 15974"/>
                <a:gd name="connsiteY2" fmla="*/ 30643 h 30643"/>
                <a:gd name="connsiteX3" fmla="*/ 15975 w 15974"/>
                <a:gd name="connsiteY3" fmla="*/ 30643 h 30643"/>
                <a:gd name="connsiteX4" fmla="*/ 15975 w 15974"/>
                <a:gd name="connsiteY4" fmla="*/ 0 h 30643"/>
                <a:gd name="connsiteX5" fmla="*/ 639 w 15974"/>
                <a:gd name="connsiteY5" fmla="*/ 0 h 30643"/>
                <a:gd name="connsiteX6" fmla="*/ 0 w 15974"/>
                <a:gd name="connsiteY6" fmla="*/ 0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74" h="30643">
                  <a:moveTo>
                    <a:pt x="0" y="0"/>
                  </a:moveTo>
                  <a:lnTo>
                    <a:pt x="0" y="30643"/>
                  </a:lnTo>
                  <a:lnTo>
                    <a:pt x="639" y="30643"/>
                  </a:lnTo>
                  <a:lnTo>
                    <a:pt x="15975" y="30643"/>
                  </a:lnTo>
                  <a:lnTo>
                    <a:pt x="15975" y="0"/>
                  </a:lnTo>
                  <a:lnTo>
                    <a:pt x="639" y="0"/>
                  </a:lnTo>
                  <a:lnTo>
                    <a:pt x="0" y="0"/>
                  </a:lnTo>
                  <a:close/>
                </a:path>
              </a:pathLst>
            </a:custGeom>
            <a:solidFill>
              <a:srgbClr val="004F59"/>
            </a:solidFill>
            <a:ln w="6390" cap="flat">
              <a:noFill/>
              <a:prstDash val="solid"/>
              <a:miter/>
            </a:ln>
          </p:spPr>
          <p:txBody>
            <a:bodyPr rtlCol="0" anchor="ctr"/>
            <a:lstStyle/>
            <a:p>
              <a:endParaRPr lang="en-US"/>
            </a:p>
          </p:txBody>
        </p:sp>
        <p:sp>
          <p:nvSpPr>
            <p:cNvPr id="284" name="Graphic 4">
              <a:extLst>
                <a:ext uri="{FF2B5EF4-FFF2-40B4-BE49-F238E27FC236}">
                  <a16:creationId xmlns:a16="http://schemas.microsoft.com/office/drawing/2014/main" id="{949E9417-D8A5-6440-864F-92C68240BEAE}"/>
                </a:ext>
              </a:extLst>
            </p:cNvPr>
            <p:cNvSpPr/>
            <p:nvPr/>
          </p:nvSpPr>
          <p:spPr>
            <a:xfrm>
              <a:off x="1952125" y="33396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88825 w 362313"/>
                <a:gd name="connsiteY6" fmla="*/ 203011 h 361971"/>
                <a:gd name="connsiteX7" fmla="*/ 282435 w 362313"/>
                <a:gd name="connsiteY7" fmla="*/ 209395 h 361971"/>
                <a:gd name="connsiteX8" fmla="*/ 260709 w 362313"/>
                <a:gd name="connsiteY8" fmla="*/ 209395 h 361971"/>
                <a:gd name="connsiteX9" fmla="*/ 260071 w 362313"/>
                <a:gd name="connsiteY9" fmla="*/ 209395 h 361971"/>
                <a:gd name="connsiteX10" fmla="*/ 260071 w 362313"/>
                <a:gd name="connsiteY10" fmla="*/ 231738 h 361971"/>
                <a:gd name="connsiteX11" fmla="*/ 253681 w 362313"/>
                <a:gd name="connsiteY11" fmla="*/ 238122 h 361971"/>
                <a:gd name="connsiteX12" fmla="*/ 81152 w 362313"/>
                <a:gd name="connsiteY12" fmla="*/ 238122 h 361971"/>
                <a:gd name="connsiteX13" fmla="*/ 74762 w 362313"/>
                <a:gd name="connsiteY13" fmla="*/ 231738 h 361971"/>
                <a:gd name="connsiteX14" fmla="*/ 74762 w 362313"/>
                <a:gd name="connsiteY14" fmla="*/ 130872 h 361971"/>
                <a:gd name="connsiteX15" fmla="*/ 81152 w 362313"/>
                <a:gd name="connsiteY15" fmla="*/ 124488 h 361971"/>
                <a:gd name="connsiteX16" fmla="*/ 253681 w 362313"/>
                <a:gd name="connsiteY16" fmla="*/ 124488 h 361971"/>
                <a:gd name="connsiteX17" fmla="*/ 260071 w 362313"/>
                <a:gd name="connsiteY17" fmla="*/ 130872 h 361971"/>
                <a:gd name="connsiteX18" fmla="*/ 260071 w 362313"/>
                <a:gd name="connsiteY18" fmla="*/ 153216 h 361971"/>
                <a:gd name="connsiteX19" fmla="*/ 260709 w 362313"/>
                <a:gd name="connsiteY19" fmla="*/ 153216 h 361971"/>
                <a:gd name="connsiteX20" fmla="*/ 282435 w 362313"/>
                <a:gd name="connsiteY20" fmla="*/ 153216 h 361971"/>
                <a:gd name="connsiteX21" fmla="*/ 288825 w 362313"/>
                <a:gd name="connsiteY21" fmla="*/ 159600 h 361971"/>
                <a:gd name="connsiteX22" fmla="*/ 288825 w 362313"/>
                <a:gd name="connsiteY22" fmla="*/ 20301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288825" y="203011"/>
                  </a:moveTo>
                  <a:cubicBezTo>
                    <a:pt x="288825" y="206841"/>
                    <a:pt x="286269" y="209395"/>
                    <a:pt x="282435" y="209395"/>
                  </a:cubicBezTo>
                  <a:lnTo>
                    <a:pt x="260709" y="209395"/>
                  </a:lnTo>
                  <a:lnTo>
                    <a:pt x="260071" y="209395"/>
                  </a:lnTo>
                  <a:lnTo>
                    <a:pt x="260071" y="231738"/>
                  </a:lnTo>
                  <a:cubicBezTo>
                    <a:pt x="260071" y="235569"/>
                    <a:pt x="257514" y="238122"/>
                    <a:pt x="253681" y="238122"/>
                  </a:cubicBezTo>
                  <a:lnTo>
                    <a:pt x="81152" y="238122"/>
                  </a:lnTo>
                  <a:cubicBezTo>
                    <a:pt x="77318" y="238122"/>
                    <a:pt x="74762" y="235569"/>
                    <a:pt x="74762" y="231738"/>
                  </a:cubicBezTo>
                  <a:lnTo>
                    <a:pt x="74762" y="130872"/>
                  </a:lnTo>
                  <a:cubicBezTo>
                    <a:pt x="74762" y="127041"/>
                    <a:pt x="77318" y="124488"/>
                    <a:pt x="81152" y="124488"/>
                  </a:cubicBezTo>
                  <a:lnTo>
                    <a:pt x="253681" y="124488"/>
                  </a:lnTo>
                  <a:cubicBezTo>
                    <a:pt x="257514" y="124488"/>
                    <a:pt x="260071" y="127041"/>
                    <a:pt x="260071" y="130872"/>
                  </a:cubicBezTo>
                  <a:lnTo>
                    <a:pt x="260071" y="153216"/>
                  </a:lnTo>
                  <a:lnTo>
                    <a:pt x="260709" y="153216"/>
                  </a:lnTo>
                  <a:lnTo>
                    <a:pt x="282435" y="153216"/>
                  </a:lnTo>
                  <a:cubicBezTo>
                    <a:pt x="286269" y="153216"/>
                    <a:pt x="288825" y="155769"/>
                    <a:pt x="288825" y="159600"/>
                  </a:cubicBezTo>
                  <a:lnTo>
                    <a:pt x="288825" y="203011"/>
                  </a:lnTo>
                  <a:close/>
                </a:path>
              </a:pathLst>
            </a:custGeom>
            <a:solidFill>
              <a:srgbClr val="004F59"/>
            </a:solidFill>
            <a:ln w="6390" cap="flat">
              <a:noFill/>
              <a:prstDash val="solid"/>
              <a:miter/>
            </a:ln>
          </p:spPr>
          <p:txBody>
            <a:bodyPr rtlCol="0" anchor="ctr"/>
            <a:lstStyle/>
            <a:p>
              <a:endParaRPr lang="en-US"/>
            </a:p>
          </p:txBody>
        </p:sp>
      </p:grpSp>
      <p:grpSp>
        <p:nvGrpSpPr>
          <p:cNvPr id="285" name="Graphic 4">
            <a:extLst>
              <a:ext uri="{FF2B5EF4-FFF2-40B4-BE49-F238E27FC236}">
                <a16:creationId xmlns:a16="http://schemas.microsoft.com/office/drawing/2014/main" id="{74AE1DFC-1BCE-C847-A67F-0E895B7AB2B3}"/>
              </a:ext>
            </a:extLst>
          </p:cNvPr>
          <p:cNvGrpSpPr>
            <a:grpSpLocks noChangeAspect="1"/>
          </p:cNvGrpSpPr>
          <p:nvPr/>
        </p:nvGrpSpPr>
        <p:grpSpPr>
          <a:xfrm>
            <a:off x="1952125" y="3824168"/>
            <a:ext cx="362313" cy="361971"/>
            <a:chOff x="1952125" y="3824168"/>
            <a:chExt cx="362313" cy="361971"/>
          </a:xfrm>
          <a:solidFill>
            <a:srgbClr val="004F59"/>
          </a:solidFill>
        </p:grpSpPr>
        <p:sp>
          <p:nvSpPr>
            <p:cNvPr id="286" name="Graphic 4">
              <a:extLst>
                <a:ext uri="{FF2B5EF4-FFF2-40B4-BE49-F238E27FC236}">
                  <a16:creationId xmlns:a16="http://schemas.microsoft.com/office/drawing/2014/main" id="{A3DCA65C-325A-1D49-908B-CC2207BDD383}"/>
                </a:ext>
              </a:extLst>
            </p:cNvPr>
            <p:cNvSpPr/>
            <p:nvPr/>
          </p:nvSpPr>
          <p:spPr>
            <a:xfrm>
              <a:off x="2212196" y="3989513"/>
              <a:ext cx="15974" cy="30643"/>
            </a:xfrm>
            <a:custGeom>
              <a:avLst/>
              <a:gdLst>
                <a:gd name="connsiteX0" fmla="*/ 0 w 15974"/>
                <a:gd name="connsiteY0" fmla="*/ 0 h 30643"/>
                <a:gd name="connsiteX1" fmla="*/ 0 w 15974"/>
                <a:gd name="connsiteY1" fmla="*/ 30643 h 30643"/>
                <a:gd name="connsiteX2" fmla="*/ 639 w 15974"/>
                <a:gd name="connsiteY2" fmla="*/ 30643 h 30643"/>
                <a:gd name="connsiteX3" fmla="*/ 15975 w 15974"/>
                <a:gd name="connsiteY3" fmla="*/ 30643 h 30643"/>
                <a:gd name="connsiteX4" fmla="*/ 15975 w 15974"/>
                <a:gd name="connsiteY4" fmla="*/ 0 h 30643"/>
                <a:gd name="connsiteX5" fmla="*/ 639 w 15974"/>
                <a:gd name="connsiteY5" fmla="*/ 0 h 30643"/>
                <a:gd name="connsiteX6" fmla="*/ 0 w 15974"/>
                <a:gd name="connsiteY6" fmla="*/ 0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74" h="30643">
                  <a:moveTo>
                    <a:pt x="0" y="0"/>
                  </a:moveTo>
                  <a:lnTo>
                    <a:pt x="0" y="30643"/>
                  </a:lnTo>
                  <a:lnTo>
                    <a:pt x="639" y="30643"/>
                  </a:lnTo>
                  <a:lnTo>
                    <a:pt x="15975" y="30643"/>
                  </a:lnTo>
                  <a:lnTo>
                    <a:pt x="15975" y="0"/>
                  </a:lnTo>
                  <a:lnTo>
                    <a:pt x="639" y="0"/>
                  </a:lnTo>
                  <a:lnTo>
                    <a:pt x="0" y="0"/>
                  </a:lnTo>
                  <a:close/>
                </a:path>
              </a:pathLst>
            </a:custGeom>
            <a:solidFill>
              <a:srgbClr val="004F59"/>
            </a:solidFill>
            <a:ln w="6390" cap="flat">
              <a:noFill/>
              <a:prstDash val="solid"/>
              <a:miter/>
            </a:ln>
          </p:spPr>
          <p:txBody>
            <a:bodyPr rtlCol="0" anchor="ctr"/>
            <a:lstStyle/>
            <a:p>
              <a:endParaRPr lang="en-US"/>
            </a:p>
          </p:txBody>
        </p:sp>
        <p:sp>
          <p:nvSpPr>
            <p:cNvPr id="287" name="Graphic 4">
              <a:extLst>
                <a:ext uri="{FF2B5EF4-FFF2-40B4-BE49-F238E27FC236}">
                  <a16:creationId xmlns:a16="http://schemas.microsoft.com/office/drawing/2014/main" id="{2BD0713A-9F73-AE4A-AB2E-E5D0EE1449FD}"/>
                </a:ext>
              </a:extLst>
            </p:cNvPr>
            <p:cNvSpPr/>
            <p:nvPr/>
          </p:nvSpPr>
          <p:spPr>
            <a:xfrm>
              <a:off x="2039668" y="3960785"/>
              <a:ext cx="159748" cy="88098"/>
            </a:xfrm>
            <a:custGeom>
              <a:avLst/>
              <a:gdLst>
                <a:gd name="connsiteX0" fmla="*/ 0 w 159748"/>
                <a:gd name="connsiteY0" fmla="*/ 88099 h 88098"/>
                <a:gd name="connsiteX1" fmla="*/ 159748 w 159748"/>
                <a:gd name="connsiteY1" fmla="*/ 88099 h 88098"/>
                <a:gd name="connsiteX2" fmla="*/ 159748 w 159748"/>
                <a:gd name="connsiteY2" fmla="*/ 0 h 88098"/>
                <a:gd name="connsiteX3" fmla="*/ 0 w 159748"/>
                <a:gd name="connsiteY3" fmla="*/ 0 h 88098"/>
                <a:gd name="connsiteX4" fmla="*/ 0 w 159748"/>
                <a:gd name="connsiteY4" fmla="*/ 88099 h 88098"/>
                <a:gd name="connsiteX5" fmla="*/ 102239 w 159748"/>
                <a:gd name="connsiteY5" fmla="*/ 14045 h 88098"/>
                <a:gd name="connsiteX6" fmla="*/ 108629 w 159748"/>
                <a:gd name="connsiteY6" fmla="*/ 7661 h 88098"/>
                <a:gd name="connsiteX7" fmla="*/ 115019 w 159748"/>
                <a:gd name="connsiteY7" fmla="*/ 14045 h 88098"/>
                <a:gd name="connsiteX8" fmla="*/ 115019 w 159748"/>
                <a:gd name="connsiteY8" fmla="*/ 75331 h 88098"/>
                <a:gd name="connsiteX9" fmla="*/ 108629 w 159748"/>
                <a:gd name="connsiteY9" fmla="*/ 81715 h 88098"/>
                <a:gd name="connsiteX10" fmla="*/ 102239 w 159748"/>
                <a:gd name="connsiteY10" fmla="*/ 75331 h 88098"/>
                <a:gd name="connsiteX11" fmla="*/ 102239 w 159748"/>
                <a:gd name="connsiteY11" fmla="*/ 14045 h 88098"/>
                <a:gd name="connsiteX12" fmla="*/ 74123 w 159748"/>
                <a:gd name="connsiteY12" fmla="*/ 14045 h 88098"/>
                <a:gd name="connsiteX13" fmla="*/ 80513 w 159748"/>
                <a:gd name="connsiteY13" fmla="*/ 7661 h 88098"/>
                <a:gd name="connsiteX14" fmla="*/ 86903 w 159748"/>
                <a:gd name="connsiteY14" fmla="*/ 14045 h 88098"/>
                <a:gd name="connsiteX15" fmla="*/ 86903 w 159748"/>
                <a:gd name="connsiteY15" fmla="*/ 75331 h 88098"/>
                <a:gd name="connsiteX16" fmla="*/ 80513 w 159748"/>
                <a:gd name="connsiteY16" fmla="*/ 81715 h 88098"/>
                <a:gd name="connsiteX17" fmla="*/ 74123 w 159748"/>
                <a:gd name="connsiteY17" fmla="*/ 75331 h 88098"/>
                <a:gd name="connsiteX18" fmla="*/ 74123 w 159748"/>
                <a:gd name="connsiteY18" fmla="*/ 14045 h 88098"/>
                <a:gd name="connsiteX19" fmla="*/ 45368 w 159748"/>
                <a:gd name="connsiteY19" fmla="*/ 14045 h 88098"/>
                <a:gd name="connsiteX20" fmla="*/ 51758 w 159748"/>
                <a:gd name="connsiteY20" fmla="*/ 7661 h 88098"/>
                <a:gd name="connsiteX21" fmla="*/ 58148 w 159748"/>
                <a:gd name="connsiteY21" fmla="*/ 14045 h 88098"/>
                <a:gd name="connsiteX22" fmla="*/ 58148 w 159748"/>
                <a:gd name="connsiteY22" fmla="*/ 75331 h 88098"/>
                <a:gd name="connsiteX23" fmla="*/ 51758 w 159748"/>
                <a:gd name="connsiteY23" fmla="*/ 81715 h 88098"/>
                <a:gd name="connsiteX24" fmla="*/ 45368 w 159748"/>
                <a:gd name="connsiteY24" fmla="*/ 75331 h 88098"/>
                <a:gd name="connsiteX25" fmla="*/ 45368 w 159748"/>
                <a:gd name="connsiteY25" fmla="*/ 14045 h 88098"/>
                <a:gd name="connsiteX26" fmla="*/ 16614 w 159748"/>
                <a:gd name="connsiteY26" fmla="*/ 14045 h 88098"/>
                <a:gd name="connsiteX27" fmla="*/ 23004 w 159748"/>
                <a:gd name="connsiteY27" fmla="*/ 7661 h 88098"/>
                <a:gd name="connsiteX28" fmla="*/ 29394 w 159748"/>
                <a:gd name="connsiteY28" fmla="*/ 14045 h 88098"/>
                <a:gd name="connsiteX29" fmla="*/ 29394 w 159748"/>
                <a:gd name="connsiteY29" fmla="*/ 75331 h 88098"/>
                <a:gd name="connsiteX30" fmla="*/ 23004 w 159748"/>
                <a:gd name="connsiteY30" fmla="*/ 81715 h 88098"/>
                <a:gd name="connsiteX31" fmla="*/ 16614 w 159748"/>
                <a:gd name="connsiteY31" fmla="*/ 75331 h 88098"/>
                <a:gd name="connsiteX32" fmla="*/ 16614 w 159748"/>
                <a:gd name="connsiteY32" fmla="*/ 14045 h 8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9748" h="88098">
                  <a:moveTo>
                    <a:pt x="0" y="88099"/>
                  </a:moveTo>
                  <a:lnTo>
                    <a:pt x="159748" y="88099"/>
                  </a:lnTo>
                  <a:lnTo>
                    <a:pt x="159748" y="0"/>
                  </a:lnTo>
                  <a:lnTo>
                    <a:pt x="0" y="0"/>
                  </a:lnTo>
                  <a:lnTo>
                    <a:pt x="0" y="88099"/>
                  </a:lnTo>
                  <a:close/>
                  <a:moveTo>
                    <a:pt x="102239" y="14045"/>
                  </a:moveTo>
                  <a:cubicBezTo>
                    <a:pt x="102239" y="10215"/>
                    <a:pt x="104795" y="7661"/>
                    <a:pt x="108629" y="7661"/>
                  </a:cubicBezTo>
                  <a:cubicBezTo>
                    <a:pt x="112463" y="7661"/>
                    <a:pt x="115019" y="10215"/>
                    <a:pt x="115019" y="14045"/>
                  </a:cubicBezTo>
                  <a:lnTo>
                    <a:pt x="115019" y="75331"/>
                  </a:lnTo>
                  <a:cubicBezTo>
                    <a:pt x="115019" y="79162"/>
                    <a:pt x="112463" y="81715"/>
                    <a:pt x="108629" y="81715"/>
                  </a:cubicBezTo>
                  <a:cubicBezTo>
                    <a:pt x="104795" y="81715"/>
                    <a:pt x="102239" y="79162"/>
                    <a:pt x="102239" y="75331"/>
                  </a:cubicBezTo>
                  <a:lnTo>
                    <a:pt x="102239" y="14045"/>
                  </a:lnTo>
                  <a:close/>
                  <a:moveTo>
                    <a:pt x="74123" y="14045"/>
                  </a:moveTo>
                  <a:cubicBezTo>
                    <a:pt x="74123" y="10215"/>
                    <a:pt x="76679" y="7661"/>
                    <a:pt x="80513" y="7661"/>
                  </a:cubicBezTo>
                  <a:cubicBezTo>
                    <a:pt x="84347" y="7661"/>
                    <a:pt x="86903" y="10215"/>
                    <a:pt x="86903" y="14045"/>
                  </a:cubicBezTo>
                  <a:lnTo>
                    <a:pt x="86903" y="75331"/>
                  </a:lnTo>
                  <a:cubicBezTo>
                    <a:pt x="86903" y="79162"/>
                    <a:pt x="84347" y="81715"/>
                    <a:pt x="80513" y="81715"/>
                  </a:cubicBezTo>
                  <a:cubicBezTo>
                    <a:pt x="76679" y="81715"/>
                    <a:pt x="74123" y="79162"/>
                    <a:pt x="74123" y="75331"/>
                  </a:cubicBezTo>
                  <a:lnTo>
                    <a:pt x="74123" y="14045"/>
                  </a:lnTo>
                  <a:close/>
                  <a:moveTo>
                    <a:pt x="45368" y="14045"/>
                  </a:moveTo>
                  <a:cubicBezTo>
                    <a:pt x="45368" y="10215"/>
                    <a:pt x="47925" y="7661"/>
                    <a:pt x="51758" y="7661"/>
                  </a:cubicBezTo>
                  <a:cubicBezTo>
                    <a:pt x="55592" y="7661"/>
                    <a:pt x="58148" y="10215"/>
                    <a:pt x="58148" y="14045"/>
                  </a:cubicBezTo>
                  <a:lnTo>
                    <a:pt x="58148" y="75331"/>
                  </a:lnTo>
                  <a:cubicBezTo>
                    <a:pt x="58148" y="79162"/>
                    <a:pt x="55592" y="81715"/>
                    <a:pt x="51758" y="81715"/>
                  </a:cubicBezTo>
                  <a:cubicBezTo>
                    <a:pt x="47925" y="81715"/>
                    <a:pt x="45368" y="79162"/>
                    <a:pt x="45368" y="75331"/>
                  </a:cubicBezTo>
                  <a:lnTo>
                    <a:pt x="45368" y="14045"/>
                  </a:lnTo>
                  <a:close/>
                  <a:moveTo>
                    <a:pt x="16614" y="14045"/>
                  </a:moveTo>
                  <a:cubicBezTo>
                    <a:pt x="16614" y="10215"/>
                    <a:pt x="19170" y="7661"/>
                    <a:pt x="23004" y="7661"/>
                  </a:cubicBezTo>
                  <a:cubicBezTo>
                    <a:pt x="26838" y="7661"/>
                    <a:pt x="29394" y="10215"/>
                    <a:pt x="29394" y="14045"/>
                  </a:cubicBezTo>
                  <a:lnTo>
                    <a:pt x="29394" y="75331"/>
                  </a:lnTo>
                  <a:cubicBezTo>
                    <a:pt x="29394" y="79162"/>
                    <a:pt x="26838" y="81715"/>
                    <a:pt x="23004" y="81715"/>
                  </a:cubicBezTo>
                  <a:cubicBezTo>
                    <a:pt x="19170" y="81715"/>
                    <a:pt x="16614" y="79162"/>
                    <a:pt x="16614" y="75331"/>
                  </a:cubicBezTo>
                  <a:lnTo>
                    <a:pt x="16614" y="14045"/>
                  </a:lnTo>
                  <a:close/>
                </a:path>
              </a:pathLst>
            </a:custGeom>
            <a:solidFill>
              <a:srgbClr val="004F59"/>
            </a:solidFill>
            <a:ln w="6390" cap="flat">
              <a:noFill/>
              <a:prstDash val="solid"/>
              <a:miter/>
            </a:ln>
          </p:spPr>
          <p:txBody>
            <a:bodyPr rtlCol="0" anchor="ctr"/>
            <a:lstStyle/>
            <a:p>
              <a:endParaRPr lang="en-US"/>
            </a:p>
          </p:txBody>
        </p:sp>
        <p:sp>
          <p:nvSpPr>
            <p:cNvPr id="288" name="Graphic 4">
              <a:extLst>
                <a:ext uri="{FF2B5EF4-FFF2-40B4-BE49-F238E27FC236}">
                  <a16:creationId xmlns:a16="http://schemas.microsoft.com/office/drawing/2014/main" id="{414F5154-4A38-384B-BC58-A094E75736FD}"/>
                </a:ext>
              </a:extLst>
            </p:cNvPr>
            <p:cNvSpPr/>
            <p:nvPr/>
          </p:nvSpPr>
          <p:spPr>
            <a:xfrm>
              <a:off x="1952125" y="3824168"/>
              <a:ext cx="362313" cy="361971"/>
            </a:xfrm>
            <a:custGeom>
              <a:avLst/>
              <a:gdLst>
                <a:gd name="connsiteX0" fmla="*/ 181474 w 362313"/>
                <a:gd name="connsiteY0" fmla="*/ 0 h 361971"/>
                <a:gd name="connsiteX1" fmla="*/ 0 w 362313"/>
                <a:gd name="connsiteY1" fmla="*/ 180667 h 361971"/>
                <a:gd name="connsiteX2" fmla="*/ 180835 w 362313"/>
                <a:gd name="connsiteY2" fmla="*/ 361971 h 361971"/>
                <a:gd name="connsiteX3" fmla="*/ 362310 w 362313"/>
                <a:gd name="connsiteY3" fmla="*/ 181305 h 361971"/>
                <a:gd name="connsiteX4" fmla="*/ 362310 w 362313"/>
                <a:gd name="connsiteY4" fmla="*/ 181305 h 361971"/>
                <a:gd name="connsiteX5" fmla="*/ 181474 w 362313"/>
                <a:gd name="connsiteY5" fmla="*/ 0 h 361971"/>
                <a:gd name="connsiteX6" fmla="*/ 288825 w 362313"/>
                <a:gd name="connsiteY6" fmla="*/ 202372 h 361971"/>
                <a:gd name="connsiteX7" fmla="*/ 282435 w 362313"/>
                <a:gd name="connsiteY7" fmla="*/ 208756 h 361971"/>
                <a:gd name="connsiteX8" fmla="*/ 260709 w 362313"/>
                <a:gd name="connsiteY8" fmla="*/ 208756 h 361971"/>
                <a:gd name="connsiteX9" fmla="*/ 260071 w 362313"/>
                <a:gd name="connsiteY9" fmla="*/ 208756 h 361971"/>
                <a:gd name="connsiteX10" fmla="*/ 260071 w 362313"/>
                <a:gd name="connsiteY10" fmla="*/ 231100 h 361971"/>
                <a:gd name="connsiteX11" fmla="*/ 253681 w 362313"/>
                <a:gd name="connsiteY11" fmla="*/ 237484 h 361971"/>
                <a:gd name="connsiteX12" fmla="*/ 81152 w 362313"/>
                <a:gd name="connsiteY12" fmla="*/ 237484 h 361971"/>
                <a:gd name="connsiteX13" fmla="*/ 74762 w 362313"/>
                <a:gd name="connsiteY13" fmla="*/ 231100 h 361971"/>
                <a:gd name="connsiteX14" fmla="*/ 74762 w 362313"/>
                <a:gd name="connsiteY14" fmla="*/ 130233 h 361971"/>
                <a:gd name="connsiteX15" fmla="*/ 81152 w 362313"/>
                <a:gd name="connsiteY15" fmla="*/ 123849 h 361971"/>
                <a:gd name="connsiteX16" fmla="*/ 253681 w 362313"/>
                <a:gd name="connsiteY16" fmla="*/ 123849 h 361971"/>
                <a:gd name="connsiteX17" fmla="*/ 260071 w 362313"/>
                <a:gd name="connsiteY17" fmla="*/ 130233 h 361971"/>
                <a:gd name="connsiteX18" fmla="*/ 260071 w 362313"/>
                <a:gd name="connsiteY18" fmla="*/ 152577 h 361971"/>
                <a:gd name="connsiteX19" fmla="*/ 260709 w 362313"/>
                <a:gd name="connsiteY19" fmla="*/ 152577 h 361971"/>
                <a:gd name="connsiteX20" fmla="*/ 282435 w 362313"/>
                <a:gd name="connsiteY20" fmla="*/ 152577 h 361971"/>
                <a:gd name="connsiteX21" fmla="*/ 288825 w 362313"/>
                <a:gd name="connsiteY21" fmla="*/ 158961 h 361971"/>
                <a:gd name="connsiteX22" fmla="*/ 288825 w 362313"/>
                <a:gd name="connsiteY22" fmla="*/ 20237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2313" h="361971">
                  <a:moveTo>
                    <a:pt x="181474" y="0"/>
                  </a:moveTo>
                  <a:cubicBezTo>
                    <a:pt x="81152" y="0"/>
                    <a:pt x="0" y="81076"/>
                    <a:pt x="0" y="180667"/>
                  </a:cubicBezTo>
                  <a:cubicBezTo>
                    <a:pt x="0" y="280895"/>
                    <a:pt x="81152" y="361971"/>
                    <a:pt x="180835" y="361971"/>
                  </a:cubicBezTo>
                  <a:cubicBezTo>
                    <a:pt x="281157" y="361971"/>
                    <a:pt x="362310" y="280895"/>
                    <a:pt x="362310" y="181305"/>
                  </a:cubicBezTo>
                  <a:cubicBezTo>
                    <a:pt x="362310" y="181305"/>
                    <a:pt x="362310" y="181305"/>
                    <a:pt x="362310" y="181305"/>
                  </a:cubicBezTo>
                  <a:cubicBezTo>
                    <a:pt x="362948" y="81076"/>
                    <a:pt x="281796" y="0"/>
                    <a:pt x="181474" y="0"/>
                  </a:cubicBezTo>
                  <a:close/>
                  <a:moveTo>
                    <a:pt x="288825" y="202372"/>
                  </a:moveTo>
                  <a:cubicBezTo>
                    <a:pt x="288825" y="206203"/>
                    <a:pt x="286269" y="208756"/>
                    <a:pt x="282435" y="208756"/>
                  </a:cubicBezTo>
                  <a:lnTo>
                    <a:pt x="260709" y="208756"/>
                  </a:lnTo>
                  <a:lnTo>
                    <a:pt x="260071" y="208756"/>
                  </a:lnTo>
                  <a:lnTo>
                    <a:pt x="260071" y="231100"/>
                  </a:lnTo>
                  <a:cubicBezTo>
                    <a:pt x="260071" y="234930"/>
                    <a:pt x="257514" y="237484"/>
                    <a:pt x="253681" y="237484"/>
                  </a:cubicBezTo>
                  <a:lnTo>
                    <a:pt x="81152" y="237484"/>
                  </a:lnTo>
                  <a:cubicBezTo>
                    <a:pt x="77318" y="237484"/>
                    <a:pt x="74762" y="234930"/>
                    <a:pt x="74762" y="231100"/>
                  </a:cubicBezTo>
                  <a:lnTo>
                    <a:pt x="74762" y="130233"/>
                  </a:lnTo>
                  <a:cubicBezTo>
                    <a:pt x="74762" y="126403"/>
                    <a:pt x="77318" y="123849"/>
                    <a:pt x="81152" y="123849"/>
                  </a:cubicBezTo>
                  <a:lnTo>
                    <a:pt x="253681" y="123849"/>
                  </a:lnTo>
                  <a:cubicBezTo>
                    <a:pt x="257514" y="123849"/>
                    <a:pt x="260071" y="126403"/>
                    <a:pt x="260071" y="130233"/>
                  </a:cubicBezTo>
                  <a:lnTo>
                    <a:pt x="260071" y="152577"/>
                  </a:lnTo>
                  <a:lnTo>
                    <a:pt x="260709" y="152577"/>
                  </a:lnTo>
                  <a:lnTo>
                    <a:pt x="282435" y="152577"/>
                  </a:lnTo>
                  <a:cubicBezTo>
                    <a:pt x="286269" y="152577"/>
                    <a:pt x="288825" y="155131"/>
                    <a:pt x="288825" y="158961"/>
                  </a:cubicBezTo>
                  <a:lnTo>
                    <a:pt x="288825" y="202372"/>
                  </a:lnTo>
                  <a:close/>
                </a:path>
              </a:pathLst>
            </a:custGeom>
            <a:solidFill>
              <a:srgbClr val="004F59"/>
            </a:solidFill>
            <a:ln w="6390" cap="flat">
              <a:noFill/>
              <a:prstDash val="solid"/>
              <a:miter/>
            </a:ln>
          </p:spPr>
          <p:txBody>
            <a:bodyPr rtlCol="0" anchor="ctr"/>
            <a:lstStyle/>
            <a:p>
              <a:endParaRPr lang="en-US"/>
            </a:p>
          </p:txBody>
        </p:sp>
      </p:grpSp>
      <p:grpSp>
        <p:nvGrpSpPr>
          <p:cNvPr id="289" name="Graphic 4">
            <a:extLst>
              <a:ext uri="{FF2B5EF4-FFF2-40B4-BE49-F238E27FC236}">
                <a16:creationId xmlns:a16="http://schemas.microsoft.com/office/drawing/2014/main" id="{862AB778-4BE9-6645-8C2B-ACD113F55707}"/>
              </a:ext>
            </a:extLst>
          </p:cNvPr>
          <p:cNvGrpSpPr>
            <a:grpSpLocks noChangeAspect="1"/>
          </p:cNvGrpSpPr>
          <p:nvPr/>
        </p:nvGrpSpPr>
        <p:grpSpPr>
          <a:xfrm>
            <a:off x="1952125" y="4308712"/>
            <a:ext cx="362313" cy="361971"/>
            <a:chOff x="1952125" y="4308712"/>
            <a:chExt cx="362313" cy="361971"/>
          </a:xfrm>
          <a:solidFill>
            <a:srgbClr val="004F59"/>
          </a:solidFill>
        </p:grpSpPr>
        <p:sp>
          <p:nvSpPr>
            <p:cNvPr id="290" name="Graphic 4">
              <a:extLst>
                <a:ext uri="{FF2B5EF4-FFF2-40B4-BE49-F238E27FC236}">
                  <a16:creationId xmlns:a16="http://schemas.microsoft.com/office/drawing/2014/main" id="{8EBD9554-3931-7F47-A4CF-8422C22244B4}"/>
                </a:ext>
              </a:extLst>
            </p:cNvPr>
            <p:cNvSpPr/>
            <p:nvPr/>
          </p:nvSpPr>
          <p:spPr>
            <a:xfrm>
              <a:off x="2212196" y="4474057"/>
              <a:ext cx="15974" cy="30643"/>
            </a:xfrm>
            <a:custGeom>
              <a:avLst/>
              <a:gdLst>
                <a:gd name="connsiteX0" fmla="*/ 0 w 15974"/>
                <a:gd name="connsiteY0" fmla="*/ 0 h 30643"/>
                <a:gd name="connsiteX1" fmla="*/ 0 w 15974"/>
                <a:gd name="connsiteY1" fmla="*/ 30643 h 30643"/>
                <a:gd name="connsiteX2" fmla="*/ 639 w 15974"/>
                <a:gd name="connsiteY2" fmla="*/ 30643 h 30643"/>
                <a:gd name="connsiteX3" fmla="*/ 15975 w 15974"/>
                <a:gd name="connsiteY3" fmla="*/ 30643 h 30643"/>
                <a:gd name="connsiteX4" fmla="*/ 15975 w 15974"/>
                <a:gd name="connsiteY4" fmla="*/ 0 h 30643"/>
                <a:gd name="connsiteX5" fmla="*/ 639 w 15974"/>
                <a:gd name="connsiteY5" fmla="*/ 0 h 30643"/>
                <a:gd name="connsiteX6" fmla="*/ 0 w 15974"/>
                <a:gd name="connsiteY6" fmla="*/ 0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74" h="30643">
                  <a:moveTo>
                    <a:pt x="0" y="0"/>
                  </a:moveTo>
                  <a:lnTo>
                    <a:pt x="0" y="30643"/>
                  </a:lnTo>
                  <a:lnTo>
                    <a:pt x="639" y="30643"/>
                  </a:lnTo>
                  <a:lnTo>
                    <a:pt x="15975" y="30643"/>
                  </a:lnTo>
                  <a:lnTo>
                    <a:pt x="15975" y="0"/>
                  </a:lnTo>
                  <a:lnTo>
                    <a:pt x="639" y="0"/>
                  </a:lnTo>
                  <a:lnTo>
                    <a:pt x="0" y="0"/>
                  </a:lnTo>
                  <a:close/>
                </a:path>
              </a:pathLst>
            </a:custGeom>
            <a:solidFill>
              <a:srgbClr val="004F59"/>
            </a:solidFill>
            <a:ln w="6390" cap="flat">
              <a:noFill/>
              <a:prstDash val="solid"/>
              <a:miter/>
            </a:ln>
          </p:spPr>
          <p:txBody>
            <a:bodyPr rtlCol="0" anchor="ctr"/>
            <a:lstStyle/>
            <a:p>
              <a:endParaRPr lang="en-US"/>
            </a:p>
          </p:txBody>
        </p:sp>
        <p:sp>
          <p:nvSpPr>
            <p:cNvPr id="291" name="Graphic 4">
              <a:extLst>
                <a:ext uri="{FF2B5EF4-FFF2-40B4-BE49-F238E27FC236}">
                  <a16:creationId xmlns:a16="http://schemas.microsoft.com/office/drawing/2014/main" id="{251DA16B-D2F8-9A4C-950A-304611743B71}"/>
                </a:ext>
              </a:extLst>
            </p:cNvPr>
            <p:cNvSpPr/>
            <p:nvPr/>
          </p:nvSpPr>
          <p:spPr>
            <a:xfrm>
              <a:off x="2039668" y="4445329"/>
              <a:ext cx="159748" cy="88098"/>
            </a:xfrm>
            <a:custGeom>
              <a:avLst/>
              <a:gdLst>
                <a:gd name="connsiteX0" fmla="*/ 0 w 159748"/>
                <a:gd name="connsiteY0" fmla="*/ 88099 h 88098"/>
                <a:gd name="connsiteX1" fmla="*/ 159748 w 159748"/>
                <a:gd name="connsiteY1" fmla="*/ 88099 h 88098"/>
                <a:gd name="connsiteX2" fmla="*/ 159748 w 159748"/>
                <a:gd name="connsiteY2" fmla="*/ 0 h 88098"/>
                <a:gd name="connsiteX3" fmla="*/ 0 w 159748"/>
                <a:gd name="connsiteY3" fmla="*/ 0 h 88098"/>
                <a:gd name="connsiteX4" fmla="*/ 0 w 159748"/>
                <a:gd name="connsiteY4" fmla="*/ 88099 h 88098"/>
                <a:gd name="connsiteX5" fmla="*/ 130994 w 159748"/>
                <a:gd name="connsiteY5" fmla="*/ 13406 h 88098"/>
                <a:gd name="connsiteX6" fmla="*/ 137384 w 159748"/>
                <a:gd name="connsiteY6" fmla="*/ 7022 h 88098"/>
                <a:gd name="connsiteX7" fmla="*/ 143774 w 159748"/>
                <a:gd name="connsiteY7" fmla="*/ 13406 h 88098"/>
                <a:gd name="connsiteX8" fmla="*/ 143774 w 159748"/>
                <a:gd name="connsiteY8" fmla="*/ 74693 h 88098"/>
                <a:gd name="connsiteX9" fmla="*/ 137384 w 159748"/>
                <a:gd name="connsiteY9" fmla="*/ 81077 h 88098"/>
                <a:gd name="connsiteX10" fmla="*/ 130994 w 159748"/>
                <a:gd name="connsiteY10" fmla="*/ 74693 h 88098"/>
                <a:gd name="connsiteX11" fmla="*/ 130994 w 159748"/>
                <a:gd name="connsiteY11" fmla="*/ 13406 h 88098"/>
                <a:gd name="connsiteX12" fmla="*/ 102239 w 159748"/>
                <a:gd name="connsiteY12" fmla="*/ 13406 h 88098"/>
                <a:gd name="connsiteX13" fmla="*/ 108629 w 159748"/>
                <a:gd name="connsiteY13" fmla="*/ 7022 h 88098"/>
                <a:gd name="connsiteX14" fmla="*/ 115019 w 159748"/>
                <a:gd name="connsiteY14" fmla="*/ 13406 h 88098"/>
                <a:gd name="connsiteX15" fmla="*/ 115019 w 159748"/>
                <a:gd name="connsiteY15" fmla="*/ 74693 h 88098"/>
                <a:gd name="connsiteX16" fmla="*/ 108629 w 159748"/>
                <a:gd name="connsiteY16" fmla="*/ 81077 h 88098"/>
                <a:gd name="connsiteX17" fmla="*/ 102239 w 159748"/>
                <a:gd name="connsiteY17" fmla="*/ 74693 h 88098"/>
                <a:gd name="connsiteX18" fmla="*/ 102239 w 159748"/>
                <a:gd name="connsiteY18" fmla="*/ 13406 h 88098"/>
                <a:gd name="connsiteX19" fmla="*/ 74123 w 159748"/>
                <a:gd name="connsiteY19" fmla="*/ 13406 h 88098"/>
                <a:gd name="connsiteX20" fmla="*/ 80513 w 159748"/>
                <a:gd name="connsiteY20" fmla="*/ 7022 h 88098"/>
                <a:gd name="connsiteX21" fmla="*/ 86903 w 159748"/>
                <a:gd name="connsiteY21" fmla="*/ 13406 h 88098"/>
                <a:gd name="connsiteX22" fmla="*/ 86903 w 159748"/>
                <a:gd name="connsiteY22" fmla="*/ 74693 h 88098"/>
                <a:gd name="connsiteX23" fmla="*/ 80513 w 159748"/>
                <a:gd name="connsiteY23" fmla="*/ 81077 h 88098"/>
                <a:gd name="connsiteX24" fmla="*/ 74123 w 159748"/>
                <a:gd name="connsiteY24" fmla="*/ 74693 h 88098"/>
                <a:gd name="connsiteX25" fmla="*/ 74123 w 159748"/>
                <a:gd name="connsiteY25" fmla="*/ 13406 h 88098"/>
                <a:gd name="connsiteX26" fmla="*/ 45368 w 159748"/>
                <a:gd name="connsiteY26" fmla="*/ 13406 h 88098"/>
                <a:gd name="connsiteX27" fmla="*/ 51758 w 159748"/>
                <a:gd name="connsiteY27" fmla="*/ 7022 h 88098"/>
                <a:gd name="connsiteX28" fmla="*/ 58148 w 159748"/>
                <a:gd name="connsiteY28" fmla="*/ 13406 h 88098"/>
                <a:gd name="connsiteX29" fmla="*/ 58148 w 159748"/>
                <a:gd name="connsiteY29" fmla="*/ 74693 h 88098"/>
                <a:gd name="connsiteX30" fmla="*/ 51758 w 159748"/>
                <a:gd name="connsiteY30" fmla="*/ 81077 h 88098"/>
                <a:gd name="connsiteX31" fmla="*/ 45368 w 159748"/>
                <a:gd name="connsiteY31" fmla="*/ 74693 h 88098"/>
                <a:gd name="connsiteX32" fmla="*/ 45368 w 159748"/>
                <a:gd name="connsiteY32" fmla="*/ 13406 h 88098"/>
                <a:gd name="connsiteX33" fmla="*/ 16614 w 159748"/>
                <a:gd name="connsiteY33" fmla="*/ 13406 h 88098"/>
                <a:gd name="connsiteX34" fmla="*/ 23004 w 159748"/>
                <a:gd name="connsiteY34" fmla="*/ 7022 h 88098"/>
                <a:gd name="connsiteX35" fmla="*/ 29394 w 159748"/>
                <a:gd name="connsiteY35" fmla="*/ 13406 h 88098"/>
                <a:gd name="connsiteX36" fmla="*/ 29394 w 159748"/>
                <a:gd name="connsiteY36" fmla="*/ 74693 h 88098"/>
                <a:gd name="connsiteX37" fmla="*/ 23004 w 159748"/>
                <a:gd name="connsiteY37" fmla="*/ 81077 h 88098"/>
                <a:gd name="connsiteX38" fmla="*/ 16614 w 159748"/>
                <a:gd name="connsiteY38" fmla="*/ 74693 h 88098"/>
                <a:gd name="connsiteX39" fmla="*/ 16614 w 159748"/>
                <a:gd name="connsiteY39" fmla="*/ 13406 h 8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59748" h="88098">
                  <a:moveTo>
                    <a:pt x="0" y="88099"/>
                  </a:moveTo>
                  <a:lnTo>
                    <a:pt x="159748" y="88099"/>
                  </a:lnTo>
                  <a:lnTo>
                    <a:pt x="159748" y="0"/>
                  </a:lnTo>
                  <a:lnTo>
                    <a:pt x="0" y="0"/>
                  </a:lnTo>
                  <a:lnTo>
                    <a:pt x="0" y="88099"/>
                  </a:lnTo>
                  <a:close/>
                  <a:moveTo>
                    <a:pt x="130994" y="13406"/>
                  </a:moveTo>
                  <a:cubicBezTo>
                    <a:pt x="130994" y="9576"/>
                    <a:pt x="133550" y="7022"/>
                    <a:pt x="137384" y="7022"/>
                  </a:cubicBezTo>
                  <a:cubicBezTo>
                    <a:pt x="141217" y="7022"/>
                    <a:pt x="143774" y="9576"/>
                    <a:pt x="143774" y="13406"/>
                  </a:cubicBezTo>
                  <a:lnTo>
                    <a:pt x="143774" y="74693"/>
                  </a:lnTo>
                  <a:cubicBezTo>
                    <a:pt x="143774" y="78523"/>
                    <a:pt x="141217" y="81077"/>
                    <a:pt x="137384" y="81077"/>
                  </a:cubicBezTo>
                  <a:cubicBezTo>
                    <a:pt x="133550" y="81077"/>
                    <a:pt x="130994" y="78523"/>
                    <a:pt x="130994" y="74693"/>
                  </a:cubicBezTo>
                  <a:lnTo>
                    <a:pt x="130994" y="13406"/>
                  </a:lnTo>
                  <a:close/>
                  <a:moveTo>
                    <a:pt x="102239" y="13406"/>
                  </a:moveTo>
                  <a:cubicBezTo>
                    <a:pt x="102239" y="9576"/>
                    <a:pt x="104795" y="7022"/>
                    <a:pt x="108629" y="7022"/>
                  </a:cubicBezTo>
                  <a:cubicBezTo>
                    <a:pt x="112463" y="7022"/>
                    <a:pt x="115019" y="9576"/>
                    <a:pt x="115019" y="13406"/>
                  </a:cubicBezTo>
                  <a:lnTo>
                    <a:pt x="115019" y="74693"/>
                  </a:lnTo>
                  <a:cubicBezTo>
                    <a:pt x="115019" y="78523"/>
                    <a:pt x="112463" y="81077"/>
                    <a:pt x="108629" y="81077"/>
                  </a:cubicBezTo>
                  <a:cubicBezTo>
                    <a:pt x="104795" y="81077"/>
                    <a:pt x="102239" y="78523"/>
                    <a:pt x="102239" y="74693"/>
                  </a:cubicBezTo>
                  <a:lnTo>
                    <a:pt x="102239" y="13406"/>
                  </a:lnTo>
                  <a:close/>
                  <a:moveTo>
                    <a:pt x="74123" y="13406"/>
                  </a:moveTo>
                  <a:cubicBezTo>
                    <a:pt x="74123" y="9576"/>
                    <a:pt x="76679" y="7022"/>
                    <a:pt x="80513" y="7022"/>
                  </a:cubicBezTo>
                  <a:cubicBezTo>
                    <a:pt x="84347" y="7022"/>
                    <a:pt x="86903" y="9576"/>
                    <a:pt x="86903" y="13406"/>
                  </a:cubicBezTo>
                  <a:lnTo>
                    <a:pt x="86903" y="74693"/>
                  </a:lnTo>
                  <a:cubicBezTo>
                    <a:pt x="86903" y="78523"/>
                    <a:pt x="84347" y="81077"/>
                    <a:pt x="80513" y="81077"/>
                  </a:cubicBezTo>
                  <a:cubicBezTo>
                    <a:pt x="76679" y="81077"/>
                    <a:pt x="74123" y="78523"/>
                    <a:pt x="74123" y="74693"/>
                  </a:cubicBezTo>
                  <a:lnTo>
                    <a:pt x="74123" y="13406"/>
                  </a:lnTo>
                  <a:close/>
                  <a:moveTo>
                    <a:pt x="45368" y="13406"/>
                  </a:moveTo>
                  <a:cubicBezTo>
                    <a:pt x="45368" y="9576"/>
                    <a:pt x="47925" y="7022"/>
                    <a:pt x="51758" y="7022"/>
                  </a:cubicBezTo>
                  <a:cubicBezTo>
                    <a:pt x="55592" y="7022"/>
                    <a:pt x="58148" y="9576"/>
                    <a:pt x="58148" y="13406"/>
                  </a:cubicBezTo>
                  <a:lnTo>
                    <a:pt x="58148" y="74693"/>
                  </a:lnTo>
                  <a:cubicBezTo>
                    <a:pt x="58148" y="78523"/>
                    <a:pt x="55592" y="81077"/>
                    <a:pt x="51758" y="81077"/>
                  </a:cubicBezTo>
                  <a:cubicBezTo>
                    <a:pt x="47925" y="81077"/>
                    <a:pt x="45368" y="78523"/>
                    <a:pt x="45368" y="74693"/>
                  </a:cubicBezTo>
                  <a:lnTo>
                    <a:pt x="45368" y="13406"/>
                  </a:lnTo>
                  <a:close/>
                  <a:moveTo>
                    <a:pt x="16614" y="13406"/>
                  </a:moveTo>
                  <a:cubicBezTo>
                    <a:pt x="16614" y="9576"/>
                    <a:pt x="19170" y="7022"/>
                    <a:pt x="23004" y="7022"/>
                  </a:cubicBezTo>
                  <a:cubicBezTo>
                    <a:pt x="26838" y="7022"/>
                    <a:pt x="29394" y="9576"/>
                    <a:pt x="29394" y="13406"/>
                  </a:cubicBezTo>
                  <a:lnTo>
                    <a:pt x="29394" y="74693"/>
                  </a:lnTo>
                  <a:cubicBezTo>
                    <a:pt x="29394" y="78523"/>
                    <a:pt x="26838" y="81077"/>
                    <a:pt x="23004" y="81077"/>
                  </a:cubicBezTo>
                  <a:cubicBezTo>
                    <a:pt x="19170" y="81077"/>
                    <a:pt x="16614" y="78523"/>
                    <a:pt x="16614" y="74693"/>
                  </a:cubicBezTo>
                  <a:lnTo>
                    <a:pt x="16614" y="13406"/>
                  </a:lnTo>
                  <a:close/>
                </a:path>
              </a:pathLst>
            </a:custGeom>
            <a:solidFill>
              <a:srgbClr val="004F59"/>
            </a:solidFill>
            <a:ln w="6390" cap="flat">
              <a:noFill/>
              <a:prstDash val="solid"/>
              <a:miter/>
            </a:ln>
          </p:spPr>
          <p:txBody>
            <a:bodyPr rtlCol="0" anchor="ctr"/>
            <a:lstStyle/>
            <a:p>
              <a:endParaRPr lang="en-US"/>
            </a:p>
          </p:txBody>
        </p:sp>
        <p:sp>
          <p:nvSpPr>
            <p:cNvPr id="292" name="Graphic 4">
              <a:extLst>
                <a:ext uri="{FF2B5EF4-FFF2-40B4-BE49-F238E27FC236}">
                  <a16:creationId xmlns:a16="http://schemas.microsoft.com/office/drawing/2014/main" id="{72B1BA5A-0FDF-7A41-8B18-9731AAD6BC65}"/>
                </a:ext>
              </a:extLst>
            </p:cNvPr>
            <p:cNvSpPr/>
            <p:nvPr/>
          </p:nvSpPr>
          <p:spPr>
            <a:xfrm>
              <a:off x="1952125" y="4308712"/>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288825 w 362313"/>
                <a:gd name="connsiteY7" fmla="*/ 202372 h 361971"/>
                <a:gd name="connsiteX8" fmla="*/ 282435 w 362313"/>
                <a:gd name="connsiteY8" fmla="*/ 208756 h 361971"/>
                <a:gd name="connsiteX9" fmla="*/ 260709 w 362313"/>
                <a:gd name="connsiteY9" fmla="*/ 208756 h 361971"/>
                <a:gd name="connsiteX10" fmla="*/ 260071 w 362313"/>
                <a:gd name="connsiteY10" fmla="*/ 208756 h 361971"/>
                <a:gd name="connsiteX11" fmla="*/ 260071 w 362313"/>
                <a:gd name="connsiteY11" fmla="*/ 231100 h 361971"/>
                <a:gd name="connsiteX12" fmla="*/ 253681 w 362313"/>
                <a:gd name="connsiteY12" fmla="*/ 237484 h 361971"/>
                <a:gd name="connsiteX13" fmla="*/ 81152 w 362313"/>
                <a:gd name="connsiteY13" fmla="*/ 237484 h 361971"/>
                <a:gd name="connsiteX14" fmla="*/ 74762 w 362313"/>
                <a:gd name="connsiteY14" fmla="*/ 231100 h 361971"/>
                <a:gd name="connsiteX15" fmla="*/ 74762 w 362313"/>
                <a:gd name="connsiteY15" fmla="*/ 130233 h 361971"/>
                <a:gd name="connsiteX16" fmla="*/ 81152 w 362313"/>
                <a:gd name="connsiteY16" fmla="*/ 123849 h 361971"/>
                <a:gd name="connsiteX17" fmla="*/ 253681 w 362313"/>
                <a:gd name="connsiteY17" fmla="*/ 123849 h 361971"/>
                <a:gd name="connsiteX18" fmla="*/ 260071 w 362313"/>
                <a:gd name="connsiteY18" fmla="*/ 130233 h 361971"/>
                <a:gd name="connsiteX19" fmla="*/ 260071 w 362313"/>
                <a:gd name="connsiteY19" fmla="*/ 152577 h 361971"/>
                <a:gd name="connsiteX20" fmla="*/ 260709 w 362313"/>
                <a:gd name="connsiteY20" fmla="*/ 152577 h 361971"/>
                <a:gd name="connsiteX21" fmla="*/ 282435 w 362313"/>
                <a:gd name="connsiteY21" fmla="*/ 152577 h 361971"/>
                <a:gd name="connsiteX22" fmla="*/ 288825 w 362313"/>
                <a:gd name="connsiteY22" fmla="*/ 158961 h 361971"/>
                <a:gd name="connsiteX23" fmla="*/ 288825 w 362313"/>
                <a:gd name="connsiteY23" fmla="*/ 20237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lnTo>
                    <a:pt x="181474" y="0"/>
                  </a:lnTo>
                  <a:close/>
                  <a:moveTo>
                    <a:pt x="288825" y="202372"/>
                  </a:moveTo>
                  <a:cubicBezTo>
                    <a:pt x="288825" y="206203"/>
                    <a:pt x="286269" y="208756"/>
                    <a:pt x="282435" y="208756"/>
                  </a:cubicBezTo>
                  <a:lnTo>
                    <a:pt x="260709" y="208756"/>
                  </a:lnTo>
                  <a:lnTo>
                    <a:pt x="260071" y="208756"/>
                  </a:lnTo>
                  <a:lnTo>
                    <a:pt x="260071" y="231100"/>
                  </a:lnTo>
                  <a:cubicBezTo>
                    <a:pt x="260071" y="234930"/>
                    <a:pt x="257514" y="237484"/>
                    <a:pt x="253681" y="237484"/>
                  </a:cubicBezTo>
                  <a:lnTo>
                    <a:pt x="81152" y="237484"/>
                  </a:lnTo>
                  <a:cubicBezTo>
                    <a:pt x="77318" y="237484"/>
                    <a:pt x="74762" y="234930"/>
                    <a:pt x="74762" y="231100"/>
                  </a:cubicBezTo>
                  <a:lnTo>
                    <a:pt x="74762" y="130233"/>
                  </a:lnTo>
                  <a:cubicBezTo>
                    <a:pt x="74762" y="126403"/>
                    <a:pt x="77318" y="123849"/>
                    <a:pt x="81152" y="123849"/>
                  </a:cubicBezTo>
                  <a:lnTo>
                    <a:pt x="253681" y="123849"/>
                  </a:lnTo>
                  <a:cubicBezTo>
                    <a:pt x="257514" y="123849"/>
                    <a:pt x="260071" y="126403"/>
                    <a:pt x="260071" y="130233"/>
                  </a:cubicBezTo>
                  <a:lnTo>
                    <a:pt x="260071" y="152577"/>
                  </a:lnTo>
                  <a:lnTo>
                    <a:pt x="260709" y="152577"/>
                  </a:lnTo>
                  <a:lnTo>
                    <a:pt x="282435" y="152577"/>
                  </a:lnTo>
                  <a:cubicBezTo>
                    <a:pt x="286269" y="152577"/>
                    <a:pt x="288825" y="155131"/>
                    <a:pt x="288825" y="158961"/>
                  </a:cubicBezTo>
                  <a:lnTo>
                    <a:pt x="288825" y="202372"/>
                  </a:lnTo>
                  <a:close/>
                </a:path>
              </a:pathLst>
            </a:custGeom>
            <a:solidFill>
              <a:srgbClr val="004F59"/>
            </a:solidFill>
            <a:ln w="6390" cap="flat">
              <a:noFill/>
              <a:prstDash val="solid"/>
              <a:miter/>
            </a:ln>
          </p:spPr>
          <p:txBody>
            <a:bodyPr rtlCol="0" anchor="ctr"/>
            <a:lstStyle/>
            <a:p>
              <a:endParaRPr lang="en-US"/>
            </a:p>
          </p:txBody>
        </p:sp>
      </p:grpSp>
      <p:grpSp>
        <p:nvGrpSpPr>
          <p:cNvPr id="293" name="Graphic 4">
            <a:extLst>
              <a:ext uri="{FF2B5EF4-FFF2-40B4-BE49-F238E27FC236}">
                <a16:creationId xmlns:a16="http://schemas.microsoft.com/office/drawing/2014/main" id="{33F5AB04-A4DE-0E42-BD0C-0DFD104E0BDC}"/>
              </a:ext>
            </a:extLst>
          </p:cNvPr>
          <p:cNvGrpSpPr>
            <a:grpSpLocks noChangeAspect="1"/>
          </p:cNvGrpSpPr>
          <p:nvPr/>
        </p:nvGrpSpPr>
        <p:grpSpPr>
          <a:xfrm>
            <a:off x="905454" y="1402723"/>
            <a:ext cx="362309" cy="361971"/>
            <a:chOff x="905454" y="1402723"/>
            <a:chExt cx="362309" cy="361971"/>
          </a:xfrm>
          <a:solidFill>
            <a:srgbClr val="004F59"/>
          </a:solidFill>
        </p:grpSpPr>
        <p:sp>
          <p:nvSpPr>
            <p:cNvPr id="294" name="Graphic 4">
              <a:extLst>
                <a:ext uri="{FF2B5EF4-FFF2-40B4-BE49-F238E27FC236}">
                  <a16:creationId xmlns:a16="http://schemas.microsoft.com/office/drawing/2014/main" id="{3B6BC283-C4AD-E440-B9F3-D29E9510238F}"/>
                </a:ext>
              </a:extLst>
            </p:cNvPr>
            <p:cNvSpPr/>
            <p:nvPr/>
          </p:nvSpPr>
          <p:spPr>
            <a:xfrm>
              <a:off x="1011527" y="1558652"/>
              <a:ext cx="109267" cy="126243"/>
            </a:xfrm>
            <a:custGeom>
              <a:avLst/>
              <a:gdLst>
                <a:gd name="connsiteX0" fmla="*/ 93932 w 109267"/>
                <a:gd name="connsiteY0" fmla="*/ 47720 h 126243"/>
                <a:gd name="connsiteX1" fmla="*/ 93932 w 109267"/>
                <a:gd name="connsiteY1" fmla="*/ 6224 h 126243"/>
                <a:gd name="connsiteX2" fmla="*/ 14058 w 109267"/>
                <a:gd name="connsiteY2" fmla="*/ 6224 h 126243"/>
                <a:gd name="connsiteX3" fmla="*/ 14058 w 109267"/>
                <a:gd name="connsiteY3" fmla="*/ 47720 h 126243"/>
                <a:gd name="connsiteX4" fmla="*/ 14058 w 109267"/>
                <a:gd name="connsiteY4" fmla="*/ 48997 h 126243"/>
                <a:gd name="connsiteX5" fmla="*/ 0 w 109267"/>
                <a:gd name="connsiteY5" fmla="*/ 126243 h 126243"/>
                <a:gd name="connsiteX6" fmla="*/ 109268 w 109267"/>
                <a:gd name="connsiteY6" fmla="*/ 126243 h 126243"/>
                <a:gd name="connsiteX7" fmla="*/ 93932 w 109267"/>
                <a:gd name="connsiteY7" fmla="*/ 48997 h 126243"/>
                <a:gd name="connsiteX8" fmla="*/ 93932 w 109267"/>
                <a:gd name="connsiteY8" fmla="*/ 47720 h 1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267" h="126243">
                  <a:moveTo>
                    <a:pt x="93932" y="47720"/>
                  </a:moveTo>
                  <a:lnTo>
                    <a:pt x="93932" y="6224"/>
                  </a:lnTo>
                  <a:cubicBezTo>
                    <a:pt x="67733" y="-2075"/>
                    <a:pt x="40257" y="-2075"/>
                    <a:pt x="14058" y="6224"/>
                  </a:cubicBezTo>
                  <a:lnTo>
                    <a:pt x="14058" y="47720"/>
                  </a:lnTo>
                  <a:cubicBezTo>
                    <a:pt x="14058" y="48359"/>
                    <a:pt x="14058" y="48359"/>
                    <a:pt x="14058" y="48997"/>
                  </a:cubicBezTo>
                  <a:lnTo>
                    <a:pt x="0" y="126243"/>
                  </a:lnTo>
                  <a:lnTo>
                    <a:pt x="109268" y="126243"/>
                  </a:lnTo>
                  <a:lnTo>
                    <a:pt x="93932" y="48997"/>
                  </a:lnTo>
                  <a:cubicBezTo>
                    <a:pt x="93932" y="48359"/>
                    <a:pt x="93932" y="48359"/>
                    <a:pt x="93932" y="47720"/>
                  </a:cubicBezTo>
                  <a:close/>
                </a:path>
              </a:pathLst>
            </a:custGeom>
            <a:solidFill>
              <a:srgbClr val="004F59"/>
            </a:solidFill>
            <a:ln w="6390" cap="flat">
              <a:noFill/>
              <a:prstDash val="solid"/>
              <a:miter/>
            </a:ln>
          </p:spPr>
          <p:txBody>
            <a:bodyPr rtlCol="0" anchor="ctr"/>
            <a:lstStyle/>
            <a:p>
              <a:endParaRPr lang="en-US"/>
            </a:p>
          </p:txBody>
        </p:sp>
        <p:sp>
          <p:nvSpPr>
            <p:cNvPr id="295" name="Graphic 4">
              <a:extLst>
                <a:ext uri="{FF2B5EF4-FFF2-40B4-BE49-F238E27FC236}">
                  <a16:creationId xmlns:a16="http://schemas.microsoft.com/office/drawing/2014/main" id="{C267ED2F-8658-6B4A-A6AA-9A4F5EE26A75}"/>
                </a:ext>
              </a:extLst>
            </p:cNvPr>
            <p:cNvSpPr/>
            <p:nvPr/>
          </p:nvSpPr>
          <p:spPr>
            <a:xfrm>
              <a:off x="905454" y="1402723"/>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362309 w 362309"/>
                <a:gd name="connsiteY4" fmla="*/ 181305 h 361971"/>
                <a:gd name="connsiteX5" fmla="*/ 180835 w 362309"/>
                <a:gd name="connsiteY5" fmla="*/ 0 h 361971"/>
                <a:gd name="connsiteX6" fmla="*/ 227482 w 362309"/>
                <a:gd name="connsiteY6" fmla="*/ 292386 h 361971"/>
                <a:gd name="connsiteX7" fmla="*/ 222370 w 362309"/>
                <a:gd name="connsiteY7" fmla="*/ 294940 h 361971"/>
                <a:gd name="connsiteX8" fmla="*/ 97766 w 362309"/>
                <a:gd name="connsiteY8" fmla="*/ 294940 h 361971"/>
                <a:gd name="connsiteX9" fmla="*/ 91376 w 362309"/>
                <a:gd name="connsiteY9" fmla="*/ 288556 h 361971"/>
                <a:gd name="connsiteX10" fmla="*/ 91376 w 362309"/>
                <a:gd name="connsiteY10" fmla="*/ 287279 h 361971"/>
                <a:gd name="connsiteX11" fmla="*/ 106712 w 362309"/>
                <a:gd name="connsiteY11" fmla="*/ 203011 h 361971"/>
                <a:gd name="connsiteX12" fmla="*/ 106712 w 362309"/>
                <a:gd name="connsiteY12" fmla="*/ 157046 h 361971"/>
                <a:gd name="connsiteX13" fmla="*/ 111185 w 362309"/>
                <a:gd name="connsiteY13" fmla="*/ 150662 h 361971"/>
                <a:gd name="connsiteX14" fmla="*/ 207673 w 362309"/>
                <a:gd name="connsiteY14" fmla="*/ 150662 h 361971"/>
                <a:gd name="connsiteX15" fmla="*/ 212146 w 362309"/>
                <a:gd name="connsiteY15" fmla="*/ 157046 h 361971"/>
                <a:gd name="connsiteX16" fmla="*/ 212146 w 362309"/>
                <a:gd name="connsiteY16" fmla="*/ 202372 h 361971"/>
                <a:gd name="connsiteX17" fmla="*/ 228760 w 362309"/>
                <a:gd name="connsiteY17" fmla="*/ 286641 h 361971"/>
                <a:gd name="connsiteX18" fmla="*/ 227482 w 362309"/>
                <a:gd name="connsiteY18" fmla="*/ 292386 h 361971"/>
                <a:gd name="connsiteX19" fmla="*/ 227482 w 362309"/>
                <a:gd name="connsiteY19" fmla="*/ 292386 h 361971"/>
                <a:gd name="connsiteX20" fmla="*/ 244735 w 362309"/>
                <a:gd name="connsiteY20" fmla="*/ 148747 h 361971"/>
                <a:gd name="connsiteX21" fmla="*/ 237067 w 362309"/>
                <a:gd name="connsiteY21" fmla="*/ 148747 h 361971"/>
                <a:gd name="connsiteX22" fmla="*/ 230677 w 362309"/>
                <a:gd name="connsiteY22" fmla="*/ 142363 h 361971"/>
                <a:gd name="connsiteX23" fmla="*/ 237067 w 362309"/>
                <a:gd name="connsiteY23" fmla="*/ 135979 h 361971"/>
                <a:gd name="connsiteX24" fmla="*/ 244735 w 362309"/>
                <a:gd name="connsiteY24" fmla="*/ 135979 h 361971"/>
                <a:gd name="connsiteX25" fmla="*/ 257514 w 362309"/>
                <a:gd name="connsiteY25" fmla="*/ 123211 h 361971"/>
                <a:gd name="connsiteX26" fmla="*/ 244735 w 362309"/>
                <a:gd name="connsiteY26" fmla="*/ 110443 h 361971"/>
                <a:gd name="connsiteX27" fmla="*/ 238345 w 362309"/>
                <a:gd name="connsiteY27" fmla="*/ 104059 h 361971"/>
                <a:gd name="connsiteX28" fmla="*/ 214063 w 362309"/>
                <a:gd name="connsiteY28" fmla="*/ 79161 h 361971"/>
                <a:gd name="connsiteX29" fmla="*/ 189781 w 362309"/>
                <a:gd name="connsiteY29" fmla="*/ 98952 h 361971"/>
                <a:gd name="connsiteX30" fmla="*/ 182113 w 362309"/>
                <a:gd name="connsiteY30" fmla="*/ 104059 h 361971"/>
                <a:gd name="connsiteX31" fmla="*/ 180835 w 362309"/>
                <a:gd name="connsiteY31" fmla="*/ 104059 h 361971"/>
                <a:gd name="connsiteX32" fmla="*/ 159110 w 362309"/>
                <a:gd name="connsiteY32" fmla="*/ 113635 h 361971"/>
                <a:gd name="connsiteX33" fmla="*/ 157831 w 362309"/>
                <a:gd name="connsiteY33" fmla="*/ 119380 h 361971"/>
                <a:gd name="connsiteX34" fmla="*/ 151441 w 362309"/>
                <a:gd name="connsiteY34" fmla="*/ 125764 h 361971"/>
                <a:gd name="connsiteX35" fmla="*/ 145052 w 362309"/>
                <a:gd name="connsiteY35" fmla="*/ 119380 h 361971"/>
                <a:gd name="connsiteX36" fmla="*/ 174445 w 362309"/>
                <a:gd name="connsiteY36" fmla="*/ 90014 h 361971"/>
                <a:gd name="connsiteX37" fmla="*/ 178279 w 362309"/>
                <a:gd name="connsiteY37" fmla="*/ 90653 h 361971"/>
                <a:gd name="connsiteX38" fmla="*/ 226843 w 362309"/>
                <a:gd name="connsiteY38" fmla="*/ 69585 h 361971"/>
                <a:gd name="connsiteX39" fmla="*/ 249847 w 362309"/>
                <a:gd name="connsiteY39" fmla="*/ 98313 h 361971"/>
                <a:gd name="connsiteX40" fmla="*/ 270294 w 362309"/>
                <a:gd name="connsiteY40" fmla="*/ 127680 h 361971"/>
                <a:gd name="connsiteX41" fmla="*/ 244735 w 362309"/>
                <a:gd name="connsiteY41" fmla="*/ 148747 h 361971"/>
                <a:gd name="connsiteX42" fmla="*/ 244735 w 362309"/>
                <a:gd name="connsiteY42" fmla="*/ 14874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181305"/>
                    <a:pt x="362309" y="181305"/>
                    <a:pt x="362309" y="181305"/>
                  </a:cubicBezTo>
                  <a:cubicBezTo>
                    <a:pt x="361670" y="80438"/>
                    <a:pt x="281157" y="0"/>
                    <a:pt x="180835" y="0"/>
                  </a:cubicBezTo>
                  <a:close/>
                  <a:moveTo>
                    <a:pt x="227482" y="292386"/>
                  </a:moveTo>
                  <a:cubicBezTo>
                    <a:pt x="226204" y="293663"/>
                    <a:pt x="224287" y="294940"/>
                    <a:pt x="222370" y="294940"/>
                  </a:cubicBezTo>
                  <a:lnTo>
                    <a:pt x="97766" y="294940"/>
                  </a:lnTo>
                  <a:cubicBezTo>
                    <a:pt x="93932" y="294940"/>
                    <a:pt x="91376" y="292386"/>
                    <a:pt x="91376" y="288556"/>
                  </a:cubicBezTo>
                  <a:cubicBezTo>
                    <a:pt x="91376" y="287918"/>
                    <a:pt x="91376" y="287918"/>
                    <a:pt x="91376" y="287279"/>
                  </a:cubicBezTo>
                  <a:lnTo>
                    <a:pt x="106712" y="203011"/>
                  </a:lnTo>
                  <a:lnTo>
                    <a:pt x="106712" y="157046"/>
                  </a:lnTo>
                  <a:cubicBezTo>
                    <a:pt x="106712" y="153854"/>
                    <a:pt x="108629" y="151300"/>
                    <a:pt x="111185" y="150662"/>
                  </a:cubicBezTo>
                  <a:cubicBezTo>
                    <a:pt x="142496" y="139809"/>
                    <a:pt x="176362" y="139809"/>
                    <a:pt x="207673" y="150662"/>
                  </a:cubicBezTo>
                  <a:cubicBezTo>
                    <a:pt x="210229" y="151300"/>
                    <a:pt x="212146" y="153854"/>
                    <a:pt x="212146" y="157046"/>
                  </a:cubicBezTo>
                  <a:lnTo>
                    <a:pt x="212146" y="202372"/>
                  </a:lnTo>
                  <a:lnTo>
                    <a:pt x="228760" y="286641"/>
                  </a:lnTo>
                  <a:cubicBezTo>
                    <a:pt x="229399" y="289194"/>
                    <a:pt x="228760" y="291110"/>
                    <a:pt x="227482" y="292386"/>
                  </a:cubicBezTo>
                  <a:lnTo>
                    <a:pt x="227482" y="292386"/>
                  </a:lnTo>
                  <a:close/>
                  <a:moveTo>
                    <a:pt x="244735" y="148747"/>
                  </a:moveTo>
                  <a:lnTo>
                    <a:pt x="237067" y="148747"/>
                  </a:lnTo>
                  <a:cubicBezTo>
                    <a:pt x="233233" y="148747"/>
                    <a:pt x="230677" y="146193"/>
                    <a:pt x="230677" y="142363"/>
                  </a:cubicBezTo>
                  <a:cubicBezTo>
                    <a:pt x="230677" y="138532"/>
                    <a:pt x="233233" y="135979"/>
                    <a:pt x="237067" y="135979"/>
                  </a:cubicBezTo>
                  <a:lnTo>
                    <a:pt x="244735" y="135979"/>
                  </a:lnTo>
                  <a:cubicBezTo>
                    <a:pt x="251764" y="135979"/>
                    <a:pt x="257514" y="130233"/>
                    <a:pt x="257514" y="123211"/>
                  </a:cubicBezTo>
                  <a:cubicBezTo>
                    <a:pt x="257514" y="116188"/>
                    <a:pt x="251764" y="110443"/>
                    <a:pt x="244735" y="110443"/>
                  </a:cubicBezTo>
                  <a:cubicBezTo>
                    <a:pt x="240901" y="110443"/>
                    <a:pt x="238345" y="107889"/>
                    <a:pt x="238345" y="104059"/>
                  </a:cubicBezTo>
                  <a:cubicBezTo>
                    <a:pt x="238345" y="90653"/>
                    <a:pt x="227482" y="79800"/>
                    <a:pt x="214063" y="79161"/>
                  </a:cubicBezTo>
                  <a:cubicBezTo>
                    <a:pt x="202561" y="79161"/>
                    <a:pt x="192337" y="87461"/>
                    <a:pt x="189781" y="98952"/>
                  </a:cubicBezTo>
                  <a:cubicBezTo>
                    <a:pt x="189142" y="102144"/>
                    <a:pt x="185947" y="104697"/>
                    <a:pt x="182113" y="104059"/>
                  </a:cubicBezTo>
                  <a:cubicBezTo>
                    <a:pt x="181474" y="104059"/>
                    <a:pt x="181474" y="104059"/>
                    <a:pt x="180835" y="104059"/>
                  </a:cubicBezTo>
                  <a:cubicBezTo>
                    <a:pt x="172528" y="100867"/>
                    <a:pt x="162304" y="104697"/>
                    <a:pt x="159110" y="113635"/>
                  </a:cubicBezTo>
                  <a:cubicBezTo>
                    <a:pt x="158470" y="115550"/>
                    <a:pt x="157831" y="117465"/>
                    <a:pt x="157831" y="119380"/>
                  </a:cubicBezTo>
                  <a:cubicBezTo>
                    <a:pt x="157831" y="123211"/>
                    <a:pt x="155275" y="125764"/>
                    <a:pt x="151441" y="125764"/>
                  </a:cubicBezTo>
                  <a:cubicBezTo>
                    <a:pt x="147608" y="125764"/>
                    <a:pt x="145052" y="123211"/>
                    <a:pt x="145052" y="119380"/>
                  </a:cubicBezTo>
                  <a:cubicBezTo>
                    <a:pt x="145052" y="102782"/>
                    <a:pt x="158470" y="90014"/>
                    <a:pt x="174445" y="90014"/>
                  </a:cubicBezTo>
                  <a:cubicBezTo>
                    <a:pt x="175723" y="90014"/>
                    <a:pt x="177001" y="90014"/>
                    <a:pt x="178279" y="90653"/>
                  </a:cubicBezTo>
                  <a:cubicBezTo>
                    <a:pt x="185947" y="71501"/>
                    <a:pt x="207673" y="61925"/>
                    <a:pt x="226843" y="69585"/>
                  </a:cubicBezTo>
                  <a:cubicBezTo>
                    <a:pt x="238984" y="74693"/>
                    <a:pt x="247930" y="85545"/>
                    <a:pt x="249847" y="98313"/>
                  </a:cubicBezTo>
                  <a:cubicBezTo>
                    <a:pt x="263904" y="100867"/>
                    <a:pt x="272850" y="114273"/>
                    <a:pt x="270294" y="127680"/>
                  </a:cubicBezTo>
                  <a:cubicBezTo>
                    <a:pt x="269016" y="140448"/>
                    <a:pt x="257514" y="149385"/>
                    <a:pt x="244735" y="148747"/>
                  </a:cubicBezTo>
                  <a:lnTo>
                    <a:pt x="244735" y="148747"/>
                  </a:lnTo>
                  <a:close/>
                </a:path>
              </a:pathLst>
            </a:custGeom>
            <a:solidFill>
              <a:srgbClr val="004F59"/>
            </a:solidFill>
            <a:ln w="6390" cap="flat">
              <a:noFill/>
              <a:prstDash val="solid"/>
              <a:miter/>
            </a:ln>
          </p:spPr>
          <p:txBody>
            <a:bodyPr rtlCol="0" anchor="ctr"/>
            <a:lstStyle/>
            <a:p>
              <a:endParaRPr lang="en-US"/>
            </a:p>
          </p:txBody>
        </p:sp>
      </p:grpSp>
      <p:grpSp>
        <p:nvGrpSpPr>
          <p:cNvPr id="296" name="Graphic 4">
            <a:extLst>
              <a:ext uri="{FF2B5EF4-FFF2-40B4-BE49-F238E27FC236}">
                <a16:creationId xmlns:a16="http://schemas.microsoft.com/office/drawing/2014/main" id="{FDA21D9A-EEE3-664B-94DE-3642126C8F23}"/>
              </a:ext>
            </a:extLst>
          </p:cNvPr>
          <p:cNvGrpSpPr>
            <a:grpSpLocks noChangeAspect="1"/>
          </p:cNvGrpSpPr>
          <p:nvPr/>
        </p:nvGrpSpPr>
        <p:grpSpPr>
          <a:xfrm>
            <a:off x="905454" y="3824168"/>
            <a:ext cx="362309" cy="361971"/>
            <a:chOff x="905454" y="3824168"/>
            <a:chExt cx="362309" cy="361971"/>
          </a:xfrm>
          <a:solidFill>
            <a:srgbClr val="004F59"/>
          </a:solidFill>
        </p:grpSpPr>
        <p:sp>
          <p:nvSpPr>
            <p:cNvPr id="297" name="Graphic 4">
              <a:extLst>
                <a:ext uri="{FF2B5EF4-FFF2-40B4-BE49-F238E27FC236}">
                  <a16:creationId xmlns:a16="http://schemas.microsoft.com/office/drawing/2014/main" id="{5AFABE97-CFEB-E548-B518-330EA61C3EC6}"/>
                </a:ext>
              </a:extLst>
            </p:cNvPr>
            <p:cNvSpPr/>
            <p:nvPr/>
          </p:nvSpPr>
          <p:spPr>
            <a:xfrm>
              <a:off x="992357" y="3961423"/>
              <a:ext cx="159748" cy="88098"/>
            </a:xfrm>
            <a:custGeom>
              <a:avLst/>
              <a:gdLst>
                <a:gd name="connsiteX0" fmla="*/ 159748 w 159748"/>
                <a:gd name="connsiteY0" fmla="*/ 0 h 88098"/>
                <a:gd name="connsiteX1" fmla="*/ 0 w 159748"/>
                <a:gd name="connsiteY1" fmla="*/ 0 h 88098"/>
                <a:gd name="connsiteX2" fmla="*/ 0 w 159748"/>
                <a:gd name="connsiteY2" fmla="*/ 88099 h 88098"/>
                <a:gd name="connsiteX3" fmla="*/ 159748 w 159748"/>
                <a:gd name="connsiteY3" fmla="*/ 88099 h 88098"/>
                <a:gd name="connsiteX4" fmla="*/ 159748 w 159748"/>
                <a:gd name="connsiteY4" fmla="*/ 0 h 88098"/>
                <a:gd name="connsiteX5" fmla="*/ 72206 w 159748"/>
                <a:gd name="connsiteY5" fmla="*/ 50433 h 88098"/>
                <a:gd name="connsiteX6" fmla="*/ 28755 w 159748"/>
                <a:gd name="connsiteY6" fmla="*/ 50433 h 88098"/>
                <a:gd name="connsiteX7" fmla="*/ 22365 w 159748"/>
                <a:gd name="connsiteY7" fmla="*/ 44049 h 88098"/>
                <a:gd name="connsiteX8" fmla="*/ 28755 w 159748"/>
                <a:gd name="connsiteY8" fmla="*/ 37665 h 88098"/>
                <a:gd name="connsiteX9" fmla="*/ 72206 w 159748"/>
                <a:gd name="connsiteY9" fmla="*/ 37665 h 88098"/>
                <a:gd name="connsiteX10" fmla="*/ 78596 w 159748"/>
                <a:gd name="connsiteY10" fmla="*/ 44049 h 88098"/>
                <a:gd name="connsiteX11" fmla="*/ 72206 w 159748"/>
                <a:gd name="connsiteY11" fmla="*/ 50433 h 88098"/>
                <a:gd name="connsiteX12" fmla="*/ 137384 w 159748"/>
                <a:gd name="connsiteY12" fmla="*/ 50433 h 88098"/>
                <a:gd name="connsiteX13" fmla="*/ 122048 w 159748"/>
                <a:gd name="connsiteY13" fmla="*/ 50433 h 88098"/>
                <a:gd name="connsiteX14" fmla="*/ 122048 w 159748"/>
                <a:gd name="connsiteY14" fmla="*/ 65755 h 88098"/>
                <a:gd name="connsiteX15" fmla="*/ 115658 w 159748"/>
                <a:gd name="connsiteY15" fmla="*/ 72139 h 88098"/>
                <a:gd name="connsiteX16" fmla="*/ 109268 w 159748"/>
                <a:gd name="connsiteY16" fmla="*/ 65755 h 88098"/>
                <a:gd name="connsiteX17" fmla="*/ 109268 w 159748"/>
                <a:gd name="connsiteY17" fmla="*/ 50433 h 88098"/>
                <a:gd name="connsiteX18" fmla="*/ 93932 w 159748"/>
                <a:gd name="connsiteY18" fmla="*/ 50433 h 88098"/>
                <a:gd name="connsiteX19" fmla="*/ 87542 w 159748"/>
                <a:gd name="connsiteY19" fmla="*/ 44049 h 88098"/>
                <a:gd name="connsiteX20" fmla="*/ 93932 w 159748"/>
                <a:gd name="connsiteY20" fmla="*/ 37665 h 88098"/>
                <a:gd name="connsiteX21" fmla="*/ 109268 w 159748"/>
                <a:gd name="connsiteY21" fmla="*/ 37665 h 88098"/>
                <a:gd name="connsiteX22" fmla="*/ 109268 w 159748"/>
                <a:gd name="connsiteY22" fmla="*/ 22344 h 88098"/>
                <a:gd name="connsiteX23" fmla="*/ 115658 w 159748"/>
                <a:gd name="connsiteY23" fmla="*/ 15960 h 88098"/>
                <a:gd name="connsiteX24" fmla="*/ 122048 w 159748"/>
                <a:gd name="connsiteY24" fmla="*/ 22344 h 88098"/>
                <a:gd name="connsiteX25" fmla="*/ 122048 w 159748"/>
                <a:gd name="connsiteY25" fmla="*/ 37665 h 88098"/>
                <a:gd name="connsiteX26" fmla="*/ 137384 w 159748"/>
                <a:gd name="connsiteY26" fmla="*/ 37665 h 88098"/>
                <a:gd name="connsiteX27" fmla="*/ 143774 w 159748"/>
                <a:gd name="connsiteY27" fmla="*/ 44049 h 88098"/>
                <a:gd name="connsiteX28" fmla="*/ 137384 w 159748"/>
                <a:gd name="connsiteY28" fmla="*/ 50433 h 88098"/>
                <a:gd name="connsiteX29" fmla="*/ 137384 w 159748"/>
                <a:gd name="connsiteY29" fmla="*/ 50433 h 8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59748" h="88098">
                  <a:moveTo>
                    <a:pt x="159748" y="0"/>
                  </a:moveTo>
                  <a:lnTo>
                    <a:pt x="0" y="0"/>
                  </a:lnTo>
                  <a:lnTo>
                    <a:pt x="0" y="88099"/>
                  </a:lnTo>
                  <a:lnTo>
                    <a:pt x="159748" y="88099"/>
                  </a:lnTo>
                  <a:lnTo>
                    <a:pt x="159748" y="0"/>
                  </a:lnTo>
                  <a:close/>
                  <a:moveTo>
                    <a:pt x="72206" y="50433"/>
                  </a:moveTo>
                  <a:lnTo>
                    <a:pt x="28755" y="50433"/>
                  </a:lnTo>
                  <a:cubicBezTo>
                    <a:pt x="24921" y="50433"/>
                    <a:pt x="22365" y="47880"/>
                    <a:pt x="22365" y="44049"/>
                  </a:cubicBezTo>
                  <a:cubicBezTo>
                    <a:pt x="22365" y="40219"/>
                    <a:pt x="24921" y="37665"/>
                    <a:pt x="28755" y="37665"/>
                  </a:cubicBezTo>
                  <a:lnTo>
                    <a:pt x="72206" y="37665"/>
                  </a:lnTo>
                  <a:cubicBezTo>
                    <a:pt x="76040" y="37665"/>
                    <a:pt x="78596" y="40219"/>
                    <a:pt x="78596" y="44049"/>
                  </a:cubicBezTo>
                  <a:cubicBezTo>
                    <a:pt x="78596" y="47880"/>
                    <a:pt x="75401" y="50433"/>
                    <a:pt x="72206" y="50433"/>
                  </a:cubicBezTo>
                  <a:close/>
                  <a:moveTo>
                    <a:pt x="137384" y="50433"/>
                  </a:moveTo>
                  <a:lnTo>
                    <a:pt x="122048" y="50433"/>
                  </a:lnTo>
                  <a:lnTo>
                    <a:pt x="122048" y="65755"/>
                  </a:lnTo>
                  <a:cubicBezTo>
                    <a:pt x="122048" y="69585"/>
                    <a:pt x="119492" y="72139"/>
                    <a:pt x="115658" y="72139"/>
                  </a:cubicBezTo>
                  <a:cubicBezTo>
                    <a:pt x="111824" y="72139"/>
                    <a:pt x="109268" y="69585"/>
                    <a:pt x="109268" y="65755"/>
                  </a:cubicBezTo>
                  <a:lnTo>
                    <a:pt x="109268" y="50433"/>
                  </a:lnTo>
                  <a:lnTo>
                    <a:pt x="93932" y="50433"/>
                  </a:lnTo>
                  <a:cubicBezTo>
                    <a:pt x="90098" y="50433"/>
                    <a:pt x="87542" y="47880"/>
                    <a:pt x="87542" y="44049"/>
                  </a:cubicBezTo>
                  <a:cubicBezTo>
                    <a:pt x="87542" y="40219"/>
                    <a:pt x="90098" y="37665"/>
                    <a:pt x="93932" y="37665"/>
                  </a:cubicBezTo>
                  <a:lnTo>
                    <a:pt x="109268" y="37665"/>
                  </a:lnTo>
                  <a:lnTo>
                    <a:pt x="109268" y="22344"/>
                  </a:lnTo>
                  <a:cubicBezTo>
                    <a:pt x="109268" y="18513"/>
                    <a:pt x="111824" y="15960"/>
                    <a:pt x="115658" y="15960"/>
                  </a:cubicBezTo>
                  <a:cubicBezTo>
                    <a:pt x="119492" y="15960"/>
                    <a:pt x="122048" y="18513"/>
                    <a:pt x="122048" y="22344"/>
                  </a:cubicBezTo>
                  <a:lnTo>
                    <a:pt x="122048" y="37665"/>
                  </a:lnTo>
                  <a:lnTo>
                    <a:pt x="137384" y="37665"/>
                  </a:lnTo>
                  <a:cubicBezTo>
                    <a:pt x="141218" y="37665"/>
                    <a:pt x="143774" y="40219"/>
                    <a:pt x="143774" y="44049"/>
                  </a:cubicBezTo>
                  <a:cubicBezTo>
                    <a:pt x="143774" y="47880"/>
                    <a:pt x="140579" y="50433"/>
                    <a:pt x="137384" y="50433"/>
                  </a:cubicBezTo>
                  <a:lnTo>
                    <a:pt x="137384" y="50433"/>
                  </a:lnTo>
                  <a:close/>
                </a:path>
              </a:pathLst>
            </a:custGeom>
            <a:solidFill>
              <a:srgbClr val="004F59"/>
            </a:solidFill>
            <a:ln w="6390" cap="flat">
              <a:noFill/>
              <a:prstDash val="solid"/>
              <a:miter/>
            </a:ln>
          </p:spPr>
          <p:txBody>
            <a:bodyPr rtlCol="0" anchor="ctr"/>
            <a:lstStyle/>
            <a:p>
              <a:endParaRPr lang="en-US"/>
            </a:p>
          </p:txBody>
        </p:sp>
        <p:sp>
          <p:nvSpPr>
            <p:cNvPr id="298" name="Graphic 4">
              <a:extLst>
                <a:ext uri="{FF2B5EF4-FFF2-40B4-BE49-F238E27FC236}">
                  <a16:creationId xmlns:a16="http://schemas.microsoft.com/office/drawing/2014/main" id="{DFCA41E4-0149-1540-BBAB-200B9219AA7D}"/>
                </a:ext>
              </a:extLst>
            </p:cNvPr>
            <p:cNvSpPr/>
            <p:nvPr/>
          </p:nvSpPr>
          <p:spPr>
            <a:xfrm>
              <a:off x="1164885" y="3990151"/>
              <a:ext cx="15974" cy="30643"/>
            </a:xfrm>
            <a:custGeom>
              <a:avLst/>
              <a:gdLst>
                <a:gd name="connsiteX0" fmla="*/ 0 w 15974"/>
                <a:gd name="connsiteY0" fmla="*/ 0 h 30643"/>
                <a:gd name="connsiteX1" fmla="*/ 15975 w 15974"/>
                <a:gd name="connsiteY1" fmla="*/ 0 h 30643"/>
                <a:gd name="connsiteX2" fmla="*/ 15975 w 15974"/>
                <a:gd name="connsiteY2" fmla="*/ 30643 h 30643"/>
                <a:gd name="connsiteX3" fmla="*/ 0 w 15974"/>
                <a:gd name="connsiteY3" fmla="*/ 30643 h 30643"/>
              </a:gdLst>
              <a:ahLst/>
              <a:cxnLst>
                <a:cxn ang="0">
                  <a:pos x="connsiteX0" y="connsiteY0"/>
                </a:cxn>
                <a:cxn ang="0">
                  <a:pos x="connsiteX1" y="connsiteY1"/>
                </a:cxn>
                <a:cxn ang="0">
                  <a:pos x="connsiteX2" y="connsiteY2"/>
                </a:cxn>
                <a:cxn ang="0">
                  <a:pos x="connsiteX3" y="connsiteY3"/>
                </a:cxn>
              </a:cxnLst>
              <a:rect l="l" t="t" r="r" b="b"/>
              <a:pathLst>
                <a:path w="15974" h="30643">
                  <a:moveTo>
                    <a:pt x="0" y="0"/>
                  </a:moveTo>
                  <a:lnTo>
                    <a:pt x="15975" y="0"/>
                  </a:lnTo>
                  <a:lnTo>
                    <a:pt x="15975" y="30643"/>
                  </a:lnTo>
                  <a:lnTo>
                    <a:pt x="0" y="30643"/>
                  </a:lnTo>
                  <a:close/>
                </a:path>
              </a:pathLst>
            </a:custGeom>
            <a:solidFill>
              <a:srgbClr val="004F59"/>
            </a:solidFill>
            <a:ln w="6390" cap="flat">
              <a:noFill/>
              <a:prstDash val="solid"/>
              <a:miter/>
            </a:ln>
          </p:spPr>
          <p:txBody>
            <a:bodyPr rtlCol="0" anchor="ctr"/>
            <a:lstStyle/>
            <a:p>
              <a:endParaRPr lang="en-US"/>
            </a:p>
          </p:txBody>
        </p:sp>
        <p:sp>
          <p:nvSpPr>
            <p:cNvPr id="299" name="Graphic 4">
              <a:extLst>
                <a:ext uri="{FF2B5EF4-FFF2-40B4-BE49-F238E27FC236}">
                  <a16:creationId xmlns:a16="http://schemas.microsoft.com/office/drawing/2014/main" id="{9E6FFBE4-E034-124D-A628-803DDBDC317B}"/>
                </a:ext>
              </a:extLst>
            </p:cNvPr>
            <p:cNvSpPr/>
            <p:nvPr/>
          </p:nvSpPr>
          <p:spPr>
            <a:xfrm>
              <a:off x="905454" y="3824168"/>
              <a:ext cx="362309" cy="361971"/>
            </a:xfrm>
            <a:custGeom>
              <a:avLst/>
              <a:gdLst>
                <a:gd name="connsiteX0" fmla="*/ 180835 w 362309"/>
                <a:gd name="connsiteY0" fmla="*/ 0 h 361971"/>
                <a:gd name="connsiteX1" fmla="*/ 0 w 362309"/>
                <a:gd name="connsiteY1" fmla="*/ 180667 h 361971"/>
                <a:gd name="connsiteX2" fmla="*/ 180835 w 362309"/>
                <a:gd name="connsiteY2" fmla="*/ 361971 h 361971"/>
                <a:gd name="connsiteX3" fmla="*/ 362309 w 362309"/>
                <a:gd name="connsiteY3" fmla="*/ 180667 h 361971"/>
                <a:gd name="connsiteX4" fmla="*/ 362309 w 362309"/>
                <a:gd name="connsiteY4" fmla="*/ 180667 h 361971"/>
                <a:gd name="connsiteX5" fmla="*/ 180835 w 362309"/>
                <a:gd name="connsiteY5" fmla="*/ 0 h 361971"/>
                <a:gd name="connsiteX6" fmla="*/ 288186 w 362309"/>
                <a:gd name="connsiteY6" fmla="*/ 202372 h 361971"/>
                <a:gd name="connsiteX7" fmla="*/ 281796 w 362309"/>
                <a:gd name="connsiteY7" fmla="*/ 208756 h 361971"/>
                <a:gd name="connsiteX8" fmla="*/ 259431 w 362309"/>
                <a:gd name="connsiteY8" fmla="*/ 208756 h 361971"/>
                <a:gd name="connsiteX9" fmla="*/ 259431 w 362309"/>
                <a:gd name="connsiteY9" fmla="*/ 231100 h 361971"/>
                <a:gd name="connsiteX10" fmla="*/ 253042 w 362309"/>
                <a:gd name="connsiteY10" fmla="*/ 237484 h 361971"/>
                <a:gd name="connsiteX11" fmla="*/ 80513 w 362309"/>
                <a:gd name="connsiteY11" fmla="*/ 237484 h 361971"/>
                <a:gd name="connsiteX12" fmla="*/ 74123 w 362309"/>
                <a:gd name="connsiteY12" fmla="*/ 231100 h 361971"/>
                <a:gd name="connsiteX13" fmla="*/ 74123 w 362309"/>
                <a:gd name="connsiteY13" fmla="*/ 130233 h 361971"/>
                <a:gd name="connsiteX14" fmla="*/ 80513 w 362309"/>
                <a:gd name="connsiteY14" fmla="*/ 123849 h 361971"/>
                <a:gd name="connsiteX15" fmla="*/ 253042 w 362309"/>
                <a:gd name="connsiteY15" fmla="*/ 123849 h 361971"/>
                <a:gd name="connsiteX16" fmla="*/ 259431 w 362309"/>
                <a:gd name="connsiteY16" fmla="*/ 130233 h 361971"/>
                <a:gd name="connsiteX17" fmla="*/ 259431 w 362309"/>
                <a:gd name="connsiteY17" fmla="*/ 152577 h 361971"/>
                <a:gd name="connsiteX18" fmla="*/ 281796 w 362309"/>
                <a:gd name="connsiteY18" fmla="*/ 152577 h 361971"/>
                <a:gd name="connsiteX19" fmla="*/ 288186 w 362309"/>
                <a:gd name="connsiteY19" fmla="*/ 158961 h 361971"/>
                <a:gd name="connsiteX20" fmla="*/ 288186 w 362309"/>
                <a:gd name="connsiteY20" fmla="*/ 20237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2309" h="361971">
                  <a:moveTo>
                    <a:pt x="180835" y="0"/>
                  </a:moveTo>
                  <a:cubicBezTo>
                    <a:pt x="80513" y="0"/>
                    <a:pt x="0" y="81076"/>
                    <a:pt x="0" y="180667"/>
                  </a:cubicBezTo>
                  <a:cubicBezTo>
                    <a:pt x="0" y="280895"/>
                    <a:pt x="81152" y="361971"/>
                    <a:pt x="180835" y="361971"/>
                  </a:cubicBezTo>
                  <a:cubicBezTo>
                    <a:pt x="280518" y="361971"/>
                    <a:pt x="362309" y="280895"/>
                    <a:pt x="362309" y="180667"/>
                  </a:cubicBezTo>
                  <a:lnTo>
                    <a:pt x="362309" y="180667"/>
                  </a:lnTo>
                  <a:cubicBezTo>
                    <a:pt x="361670" y="81076"/>
                    <a:pt x="281157" y="0"/>
                    <a:pt x="180835" y="0"/>
                  </a:cubicBezTo>
                  <a:close/>
                  <a:moveTo>
                    <a:pt x="288186" y="202372"/>
                  </a:moveTo>
                  <a:cubicBezTo>
                    <a:pt x="288186" y="206203"/>
                    <a:pt x="285630" y="208756"/>
                    <a:pt x="281796" y="208756"/>
                  </a:cubicBezTo>
                  <a:lnTo>
                    <a:pt x="259431" y="208756"/>
                  </a:lnTo>
                  <a:lnTo>
                    <a:pt x="259431" y="231100"/>
                  </a:lnTo>
                  <a:cubicBezTo>
                    <a:pt x="259431" y="234930"/>
                    <a:pt x="256875" y="237484"/>
                    <a:pt x="253042" y="237484"/>
                  </a:cubicBezTo>
                  <a:lnTo>
                    <a:pt x="80513" y="237484"/>
                  </a:lnTo>
                  <a:cubicBezTo>
                    <a:pt x="76679" y="237484"/>
                    <a:pt x="74123" y="234930"/>
                    <a:pt x="74123" y="231100"/>
                  </a:cubicBezTo>
                  <a:lnTo>
                    <a:pt x="74123" y="130233"/>
                  </a:lnTo>
                  <a:cubicBezTo>
                    <a:pt x="74123" y="126403"/>
                    <a:pt x="76679" y="123849"/>
                    <a:pt x="80513" y="123849"/>
                  </a:cubicBezTo>
                  <a:lnTo>
                    <a:pt x="253042" y="123849"/>
                  </a:lnTo>
                  <a:cubicBezTo>
                    <a:pt x="256875" y="123849"/>
                    <a:pt x="259431" y="126403"/>
                    <a:pt x="259431" y="130233"/>
                  </a:cubicBezTo>
                  <a:lnTo>
                    <a:pt x="259431" y="152577"/>
                  </a:lnTo>
                  <a:lnTo>
                    <a:pt x="281796" y="152577"/>
                  </a:lnTo>
                  <a:cubicBezTo>
                    <a:pt x="285630" y="152577"/>
                    <a:pt x="288186" y="155131"/>
                    <a:pt x="288186" y="158961"/>
                  </a:cubicBezTo>
                  <a:lnTo>
                    <a:pt x="288186" y="202372"/>
                  </a:lnTo>
                  <a:close/>
                </a:path>
              </a:pathLst>
            </a:custGeom>
            <a:solidFill>
              <a:srgbClr val="004F59"/>
            </a:solidFill>
            <a:ln w="6390" cap="flat">
              <a:noFill/>
              <a:prstDash val="solid"/>
              <a:miter/>
            </a:ln>
          </p:spPr>
          <p:txBody>
            <a:bodyPr rtlCol="0" anchor="ctr"/>
            <a:lstStyle/>
            <a:p>
              <a:endParaRPr lang="en-US"/>
            </a:p>
          </p:txBody>
        </p:sp>
      </p:grpSp>
      <p:grpSp>
        <p:nvGrpSpPr>
          <p:cNvPr id="300" name="Graphic 4">
            <a:extLst>
              <a:ext uri="{FF2B5EF4-FFF2-40B4-BE49-F238E27FC236}">
                <a16:creationId xmlns:a16="http://schemas.microsoft.com/office/drawing/2014/main" id="{DCEDE672-BBE9-BF48-B7F0-6140B492E53C}"/>
              </a:ext>
            </a:extLst>
          </p:cNvPr>
          <p:cNvGrpSpPr>
            <a:grpSpLocks noChangeAspect="1"/>
          </p:cNvGrpSpPr>
          <p:nvPr/>
        </p:nvGrpSpPr>
        <p:grpSpPr>
          <a:xfrm>
            <a:off x="905454" y="2855717"/>
            <a:ext cx="362309" cy="361971"/>
            <a:chOff x="905454" y="2855717"/>
            <a:chExt cx="362309" cy="361971"/>
          </a:xfrm>
          <a:solidFill>
            <a:srgbClr val="004F59"/>
          </a:solidFill>
        </p:grpSpPr>
        <p:sp>
          <p:nvSpPr>
            <p:cNvPr id="301" name="Graphic 4">
              <a:extLst>
                <a:ext uri="{FF2B5EF4-FFF2-40B4-BE49-F238E27FC236}">
                  <a16:creationId xmlns:a16="http://schemas.microsoft.com/office/drawing/2014/main" id="{E5D27540-B468-0C46-831D-CA5DA7668016}"/>
                </a:ext>
              </a:extLst>
            </p:cNvPr>
            <p:cNvSpPr/>
            <p:nvPr/>
          </p:nvSpPr>
          <p:spPr>
            <a:xfrm>
              <a:off x="1036447" y="3067666"/>
              <a:ext cx="100322" cy="49795"/>
            </a:xfrm>
            <a:custGeom>
              <a:avLst/>
              <a:gdLst>
                <a:gd name="connsiteX0" fmla="*/ 0 w 100322"/>
                <a:gd name="connsiteY0" fmla="*/ 0 h 49795"/>
                <a:gd name="connsiteX1" fmla="*/ 100322 w 100322"/>
                <a:gd name="connsiteY1" fmla="*/ 0 h 49795"/>
                <a:gd name="connsiteX2" fmla="*/ 100322 w 100322"/>
                <a:gd name="connsiteY2" fmla="*/ 49795 h 49795"/>
                <a:gd name="connsiteX3" fmla="*/ 0 w 100322"/>
                <a:gd name="connsiteY3" fmla="*/ 49795 h 49795"/>
              </a:gdLst>
              <a:ahLst/>
              <a:cxnLst>
                <a:cxn ang="0">
                  <a:pos x="connsiteX0" y="connsiteY0"/>
                </a:cxn>
                <a:cxn ang="0">
                  <a:pos x="connsiteX1" y="connsiteY1"/>
                </a:cxn>
                <a:cxn ang="0">
                  <a:pos x="connsiteX2" y="connsiteY2"/>
                </a:cxn>
                <a:cxn ang="0">
                  <a:pos x="connsiteX3" y="connsiteY3"/>
                </a:cxn>
              </a:cxnLst>
              <a:rect l="l" t="t" r="r" b="b"/>
              <a:pathLst>
                <a:path w="100322" h="49795">
                  <a:moveTo>
                    <a:pt x="0" y="0"/>
                  </a:moveTo>
                  <a:lnTo>
                    <a:pt x="100322" y="0"/>
                  </a:lnTo>
                  <a:lnTo>
                    <a:pt x="100322" y="49795"/>
                  </a:lnTo>
                  <a:lnTo>
                    <a:pt x="0" y="49795"/>
                  </a:lnTo>
                  <a:close/>
                </a:path>
              </a:pathLst>
            </a:custGeom>
            <a:solidFill>
              <a:srgbClr val="004F59"/>
            </a:solidFill>
            <a:ln w="6390" cap="flat">
              <a:noFill/>
              <a:prstDash val="solid"/>
              <a:miter/>
            </a:ln>
          </p:spPr>
          <p:txBody>
            <a:bodyPr rtlCol="0" anchor="ctr"/>
            <a:lstStyle/>
            <a:p>
              <a:endParaRPr lang="en-US"/>
            </a:p>
          </p:txBody>
        </p:sp>
        <p:sp>
          <p:nvSpPr>
            <p:cNvPr id="302" name="Graphic 4">
              <a:extLst>
                <a:ext uri="{FF2B5EF4-FFF2-40B4-BE49-F238E27FC236}">
                  <a16:creationId xmlns:a16="http://schemas.microsoft.com/office/drawing/2014/main" id="{DEE9D5E5-42C9-964D-AFCA-394962AE6661}"/>
                </a:ext>
              </a:extLst>
            </p:cNvPr>
            <p:cNvSpPr/>
            <p:nvPr/>
          </p:nvSpPr>
          <p:spPr>
            <a:xfrm>
              <a:off x="1036447" y="2955308"/>
              <a:ext cx="100322" cy="43411"/>
            </a:xfrm>
            <a:custGeom>
              <a:avLst/>
              <a:gdLst>
                <a:gd name="connsiteX0" fmla="*/ 0 w 100322"/>
                <a:gd name="connsiteY0" fmla="*/ 0 h 43411"/>
                <a:gd name="connsiteX1" fmla="*/ 100322 w 100322"/>
                <a:gd name="connsiteY1" fmla="*/ 0 h 43411"/>
                <a:gd name="connsiteX2" fmla="*/ 100322 w 100322"/>
                <a:gd name="connsiteY2" fmla="*/ 43411 h 43411"/>
                <a:gd name="connsiteX3" fmla="*/ 0 w 100322"/>
                <a:gd name="connsiteY3" fmla="*/ 43411 h 43411"/>
              </a:gdLst>
              <a:ahLst/>
              <a:cxnLst>
                <a:cxn ang="0">
                  <a:pos x="connsiteX0" y="connsiteY0"/>
                </a:cxn>
                <a:cxn ang="0">
                  <a:pos x="connsiteX1" y="connsiteY1"/>
                </a:cxn>
                <a:cxn ang="0">
                  <a:pos x="connsiteX2" y="connsiteY2"/>
                </a:cxn>
                <a:cxn ang="0">
                  <a:pos x="connsiteX3" y="connsiteY3"/>
                </a:cxn>
              </a:cxnLst>
              <a:rect l="l" t="t" r="r" b="b"/>
              <a:pathLst>
                <a:path w="100322" h="43411">
                  <a:moveTo>
                    <a:pt x="0" y="0"/>
                  </a:moveTo>
                  <a:lnTo>
                    <a:pt x="100322" y="0"/>
                  </a:lnTo>
                  <a:lnTo>
                    <a:pt x="100322" y="43411"/>
                  </a:lnTo>
                  <a:lnTo>
                    <a:pt x="0" y="43411"/>
                  </a:lnTo>
                  <a:close/>
                </a:path>
              </a:pathLst>
            </a:custGeom>
            <a:solidFill>
              <a:srgbClr val="004F59"/>
            </a:solidFill>
            <a:ln w="6390" cap="flat">
              <a:noFill/>
              <a:prstDash val="solid"/>
              <a:miter/>
            </a:ln>
          </p:spPr>
          <p:txBody>
            <a:bodyPr rtlCol="0" anchor="ctr"/>
            <a:lstStyle/>
            <a:p>
              <a:endParaRPr lang="en-US"/>
            </a:p>
          </p:txBody>
        </p:sp>
        <p:sp>
          <p:nvSpPr>
            <p:cNvPr id="303" name="Graphic 4">
              <a:extLst>
                <a:ext uri="{FF2B5EF4-FFF2-40B4-BE49-F238E27FC236}">
                  <a16:creationId xmlns:a16="http://schemas.microsoft.com/office/drawing/2014/main" id="{0720EEAF-F55E-EB47-BC1B-38C59F82923A}"/>
                </a:ext>
              </a:extLst>
            </p:cNvPr>
            <p:cNvSpPr/>
            <p:nvPr/>
          </p:nvSpPr>
          <p:spPr>
            <a:xfrm>
              <a:off x="1036447" y="3011487"/>
              <a:ext cx="100322" cy="43411"/>
            </a:xfrm>
            <a:custGeom>
              <a:avLst/>
              <a:gdLst>
                <a:gd name="connsiteX0" fmla="*/ 0 w 100322"/>
                <a:gd name="connsiteY0" fmla="*/ 0 h 43411"/>
                <a:gd name="connsiteX1" fmla="*/ 100322 w 100322"/>
                <a:gd name="connsiteY1" fmla="*/ 0 h 43411"/>
                <a:gd name="connsiteX2" fmla="*/ 100322 w 100322"/>
                <a:gd name="connsiteY2" fmla="*/ 43411 h 43411"/>
                <a:gd name="connsiteX3" fmla="*/ 0 w 100322"/>
                <a:gd name="connsiteY3" fmla="*/ 43411 h 43411"/>
              </a:gdLst>
              <a:ahLst/>
              <a:cxnLst>
                <a:cxn ang="0">
                  <a:pos x="connsiteX0" y="connsiteY0"/>
                </a:cxn>
                <a:cxn ang="0">
                  <a:pos x="connsiteX1" y="connsiteY1"/>
                </a:cxn>
                <a:cxn ang="0">
                  <a:pos x="connsiteX2" y="connsiteY2"/>
                </a:cxn>
                <a:cxn ang="0">
                  <a:pos x="connsiteX3" y="connsiteY3"/>
                </a:cxn>
              </a:cxnLst>
              <a:rect l="l" t="t" r="r" b="b"/>
              <a:pathLst>
                <a:path w="100322" h="43411">
                  <a:moveTo>
                    <a:pt x="0" y="0"/>
                  </a:moveTo>
                  <a:lnTo>
                    <a:pt x="100322" y="0"/>
                  </a:lnTo>
                  <a:lnTo>
                    <a:pt x="100322" y="43411"/>
                  </a:lnTo>
                  <a:lnTo>
                    <a:pt x="0" y="43411"/>
                  </a:lnTo>
                  <a:close/>
                </a:path>
              </a:pathLst>
            </a:custGeom>
            <a:solidFill>
              <a:srgbClr val="004F59"/>
            </a:solidFill>
            <a:ln w="6390" cap="flat">
              <a:noFill/>
              <a:prstDash val="solid"/>
              <a:miter/>
            </a:ln>
          </p:spPr>
          <p:txBody>
            <a:bodyPr rtlCol="0" anchor="ctr"/>
            <a:lstStyle/>
            <a:p>
              <a:endParaRPr lang="en-US"/>
            </a:p>
          </p:txBody>
        </p:sp>
        <p:sp>
          <p:nvSpPr>
            <p:cNvPr id="304" name="Graphic 4">
              <a:extLst>
                <a:ext uri="{FF2B5EF4-FFF2-40B4-BE49-F238E27FC236}">
                  <a16:creationId xmlns:a16="http://schemas.microsoft.com/office/drawing/2014/main" id="{AD6524BF-B533-C049-87BB-86BD10E55A7D}"/>
                </a:ext>
              </a:extLst>
            </p:cNvPr>
            <p:cNvSpPr/>
            <p:nvPr/>
          </p:nvSpPr>
          <p:spPr>
            <a:xfrm>
              <a:off x="905454" y="28557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249847 w 362309"/>
                <a:gd name="connsiteY6" fmla="*/ 149385 h 361971"/>
                <a:gd name="connsiteX7" fmla="*/ 243457 w 362309"/>
                <a:gd name="connsiteY7" fmla="*/ 155769 h 361971"/>
                <a:gd name="connsiteX8" fmla="*/ 243457 w 362309"/>
                <a:gd name="connsiteY8" fmla="*/ 199819 h 361971"/>
                <a:gd name="connsiteX9" fmla="*/ 249847 w 362309"/>
                <a:gd name="connsiteY9" fmla="*/ 206203 h 361971"/>
                <a:gd name="connsiteX10" fmla="*/ 243457 w 362309"/>
                <a:gd name="connsiteY10" fmla="*/ 212587 h 361971"/>
                <a:gd name="connsiteX11" fmla="*/ 243457 w 362309"/>
                <a:gd name="connsiteY11" fmla="*/ 262382 h 361971"/>
                <a:gd name="connsiteX12" fmla="*/ 249847 w 362309"/>
                <a:gd name="connsiteY12" fmla="*/ 268766 h 361971"/>
                <a:gd name="connsiteX13" fmla="*/ 243457 w 362309"/>
                <a:gd name="connsiteY13" fmla="*/ 275149 h 361971"/>
                <a:gd name="connsiteX14" fmla="*/ 118214 w 362309"/>
                <a:gd name="connsiteY14" fmla="*/ 275149 h 361971"/>
                <a:gd name="connsiteX15" fmla="*/ 111824 w 362309"/>
                <a:gd name="connsiteY15" fmla="*/ 268766 h 361971"/>
                <a:gd name="connsiteX16" fmla="*/ 118214 w 362309"/>
                <a:gd name="connsiteY16" fmla="*/ 262382 h 361971"/>
                <a:gd name="connsiteX17" fmla="*/ 118214 w 362309"/>
                <a:gd name="connsiteY17" fmla="*/ 212587 h 361971"/>
                <a:gd name="connsiteX18" fmla="*/ 111824 w 362309"/>
                <a:gd name="connsiteY18" fmla="*/ 206203 h 361971"/>
                <a:gd name="connsiteX19" fmla="*/ 118214 w 362309"/>
                <a:gd name="connsiteY19" fmla="*/ 199819 h 361971"/>
                <a:gd name="connsiteX20" fmla="*/ 118214 w 362309"/>
                <a:gd name="connsiteY20" fmla="*/ 155769 h 361971"/>
                <a:gd name="connsiteX21" fmla="*/ 111824 w 362309"/>
                <a:gd name="connsiteY21" fmla="*/ 149385 h 361971"/>
                <a:gd name="connsiteX22" fmla="*/ 118214 w 362309"/>
                <a:gd name="connsiteY22" fmla="*/ 143001 h 361971"/>
                <a:gd name="connsiteX23" fmla="*/ 118214 w 362309"/>
                <a:gd name="connsiteY23" fmla="*/ 99590 h 361971"/>
                <a:gd name="connsiteX24" fmla="*/ 111824 w 362309"/>
                <a:gd name="connsiteY24" fmla="*/ 93206 h 361971"/>
                <a:gd name="connsiteX25" fmla="*/ 118214 w 362309"/>
                <a:gd name="connsiteY25" fmla="*/ 86822 h 361971"/>
                <a:gd name="connsiteX26" fmla="*/ 243457 w 362309"/>
                <a:gd name="connsiteY26" fmla="*/ 86822 h 361971"/>
                <a:gd name="connsiteX27" fmla="*/ 249847 w 362309"/>
                <a:gd name="connsiteY27" fmla="*/ 93206 h 361971"/>
                <a:gd name="connsiteX28" fmla="*/ 243457 w 362309"/>
                <a:gd name="connsiteY28" fmla="*/ 99590 h 361971"/>
                <a:gd name="connsiteX29" fmla="*/ 243457 w 362309"/>
                <a:gd name="connsiteY29" fmla="*/ 143001 h 361971"/>
                <a:gd name="connsiteX30" fmla="*/ 249847 w 362309"/>
                <a:gd name="connsiteY30" fmla="*/ 149385 h 361971"/>
                <a:gd name="connsiteX31" fmla="*/ 249847 w 362309"/>
                <a:gd name="connsiteY31" fmla="*/ 14938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2309" h="361971">
                  <a:moveTo>
                    <a:pt x="180835" y="0"/>
                  </a:moveTo>
                  <a:cubicBezTo>
                    <a:pt x="80513" y="0"/>
                    <a:pt x="0" y="81076"/>
                    <a:pt x="0" y="181305"/>
                  </a:cubicBezTo>
                  <a:cubicBezTo>
                    <a:pt x="0" y="281533"/>
                    <a:pt x="81152" y="361972"/>
                    <a:pt x="181474" y="361972"/>
                  </a:cubicBezTo>
                  <a:cubicBezTo>
                    <a:pt x="281157" y="361972"/>
                    <a:pt x="362309" y="280895"/>
                    <a:pt x="362309" y="180667"/>
                  </a:cubicBezTo>
                  <a:cubicBezTo>
                    <a:pt x="362309" y="80438"/>
                    <a:pt x="281157" y="0"/>
                    <a:pt x="180835" y="0"/>
                  </a:cubicBezTo>
                  <a:cubicBezTo>
                    <a:pt x="180835" y="0"/>
                    <a:pt x="180835" y="0"/>
                    <a:pt x="180835" y="0"/>
                  </a:cubicBezTo>
                  <a:close/>
                  <a:moveTo>
                    <a:pt x="249847" y="149385"/>
                  </a:moveTo>
                  <a:cubicBezTo>
                    <a:pt x="249847" y="153216"/>
                    <a:pt x="247291" y="155769"/>
                    <a:pt x="243457" y="155769"/>
                  </a:cubicBezTo>
                  <a:lnTo>
                    <a:pt x="243457" y="199819"/>
                  </a:lnTo>
                  <a:cubicBezTo>
                    <a:pt x="247291" y="199819"/>
                    <a:pt x="249847" y="202372"/>
                    <a:pt x="249847" y="206203"/>
                  </a:cubicBezTo>
                  <a:cubicBezTo>
                    <a:pt x="249847" y="210033"/>
                    <a:pt x="247291" y="212587"/>
                    <a:pt x="243457" y="212587"/>
                  </a:cubicBezTo>
                  <a:lnTo>
                    <a:pt x="243457" y="262382"/>
                  </a:lnTo>
                  <a:cubicBezTo>
                    <a:pt x="247291" y="262382"/>
                    <a:pt x="249847" y="264935"/>
                    <a:pt x="249847" y="268766"/>
                  </a:cubicBezTo>
                  <a:cubicBezTo>
                    <a:pt x="249847" y="272596"/>
                    <a:pt x="247291" y="275149"/>
                    <a:pt x="243457" y="275149"/>
                  </a:cubicBezTo>
                  <a:lnTo>
                    <a:pt x="118214" y="275149"/>
                  </a:lnTo>
                  <a:cubicBezTo>
                    <a:pt x="114380" y="275149"/>
                    <a:pt x="111824" y="272596"/>
                    <a:pt x="111824" y="268766"/>
                  </a:cubicBezTo>
                  <a:cubicBezTo>
                    <a:pt x="111824" y="264935"/>
                    <a:pt x="114380" y="262382"/>
                    <a:pt x="118214" y="262382"/>
                  </a:cubicBezTo>
                  <a:lnTo>
                    <a:pt x="118214" y="212587"/>
                  </a:lnTo>
                  <a:cubicBezTo>
                    <a:pt x="114380" y="212587"/>
                    <a:pt x="111824" y="210033"/>
                    <a:pt x="111824" y="206203"/>
                  </a:cubicBezTo>
                  <a:cubicBezTo>
                    <a:pt x="111824" y="202372"/>
                    <a:pt x="114380" y="199819"/>
                    <a:pt x="118214" y="199819"/>
                  </a:cubicBezTo>
                  <a:lnTo>
                    <a:pt x="118214" y="155769"/>
                  </a:lnTo>
                  <a:cubicBezTo>
                    <a:pt x="114380" y="155769"/>
                    <a:pt x="111824" y="153216"/>
                    <a:pt x="111824" y="149385"/>
                  </a:cubicBezTo>
                  <a:cubicBezTo>
                    <a:pt x="111824" y="145555"/>
                    <a:pt x="114380" y="143001"/>
                    <a:pt x="118214" y="143001"/>
                  </a:cubicBezTo>
                  <a:lnTo>
                    <a:pt x="118214" y="99590"/>
                  </a:lnTo>
                  <a:cubicBezTo>
                    <a:pt x="114380" y="99590"/>
                    <a:pt x="111824" y="97036"/>
                    <a:pt x="111824" y="93206"/>
                  </a:cubicBezTo>
                  <a:cubicBezTo>
                    <a:pt x="111824" y="89376"/>
                    <a:pt x="114380" y="86822"/>
                    <a:pt x="118214" y="86822"/>
                  </a:cubicBezTo>
                  <a:lnTo>
                    <a:pt x="243457" y="86822"/>
                  </a:lnTo>
                  <a:cubicBezTo>
                    <a:pt x="247291" y="86822"/>
                    <a:pt x="249847" y="89376"/>
                    <a:pt x="249847" y="93206"/>
                  </a:cubicBezTo>
                  <a:cubicBezTo>
                    <a:pt x="249847" y="97036"/>
                    <a:pt x="247291" y="99590"/>
                    <a:pt x="243457" y="99590"/>
                  </a:cubicBezTo>
                  <a:lnTo>
                    <a:pt x="243457" y="143001"/>
                  </a:lnTo>
                  <a:cubicBezTo>
                    <a:pt x="247291" y="143001"/>
                    <a:pt x="250486" y="145555"/>
                    <a:pt x="249847" y="149385"/>
                  </a:cubicBezTo>
                  <a:lnTo>
                    <a:pt x="249847" y="149385"/>
                  </a:lnTo>
                  <a:close/>
                </a:path>
              </a:pathLst>
            </a:custGeom>
            <a:solidFill>
              <a:srgbClr val="004F59"/>
            </a:solidFill>
            <a:ln w="6390" cap="flat">
              <a:noFill/>
              <a:prstDash val="solid"/>
              <a:miter/>
            </a:ln>
          </p:spPr>
          <p:txBody>
            <a:bodyPr rtlCol="0" anchor="ctr"/>
            <a:lstStyle/>
            <a:p>
              <a:endParaRPr lang="en-US"/>
            </a:p>
          </p:txBody>
        </p:sp>
      </p:grpSp>
      <p:grpSp>
        <p:nvGrpSpPr>
          <p:cNvPr id="305" name="Graphic 4">
            <a:extLst>
              <a:ext uri="{FF2B5EF4-FFF2-40B4-BE49-F238E27FC236}">
                <a16:creationId xmlns:a16="http://schemas.microsoft.com/office/drawing/2014/main" id="{F34ABBEB-F62D-D941-ABCF-078ECCBF5A05}"/>
              </a:ext>
            </a:extLst>
          </p:cNvPr>
          <p:cNvGrpSpPr>
            <a:grpSpLocks noChangeAspect="1"/>
          </p:cNvGrpSpPr>
          <p:nvPr/>
        </p:nvGrpSpPr>
        <p:grpSpPr>
          <a:xfrm>
            <a:off x="467104" y="2371173"/>
            <a:ext cx="362309" cy="362610"/>
            <a:chOff x="467104" y="2371173"/>
            <a:chExt cx="362309" cy="362610"/>
          </a:xfrm>
          <a:solidFill>
            <a:srgbClr val="004F59"/>
          </a:solidFill>
        </p:grpSpPr>
        <p:sp>
          <p:nvSpPr>
            <p:cNvPr id="306" name="Graphic 4">
              <a:extLst>
                <a:ext uri="{FF2B5EF4-FFF2-40B4-BE49-F238E27FC236}">
                  <a16:creationId xmlns:a16="http://schemas.microsoft.com/office/drawing/2014/main" id="{8451CED4-FDE8-E647-9351-B482463F9609}"/>
                </a:ext>
              </a:extLst>
            </p:cNvPr>
            <p:cNvSpPr/>
            <p:nvPr/>
          </p:nvSpPr>
          <p:spPr>
            <a:xfrm>
              <a:off x="467104" y="2371173"/>
              <a:ext cx="362309" cy="362610"/>
            </a:xfrm>
            <a:custGeom>
              <a:avLst/>
              <a:gdLst>
                <a:gd name="connsiteX0" fmla="*/ 181474 w 362309"/>
                <a:gd name="connsiteY0" fmla="*/ 0 h 362610"/>
                <a:gd name="connsiteX1" fmla="*/ 0 w 362309"/>
                <a:gd name="connsiteY1" fmla="*/ 181305 h 362610"/>
                <a:gd name="connsiteX2" fmla="*/ 181474 w 362309"/>
                <a:gd name="connsiteY2" fmla="*/ 362610 h 362610"/>
                <a:gd name="connsiteX3" fmla="*/ 362309 w 362309"/>
                <a:gd name="connsiteY3" fmla="*/ 181305 h 362610"/>
                <a:gd name="connsiteX4" fmla="*/ 181474 w 362309"/>
                <a:gd name="connsiteY4" fmla="*/ 0 h 362610"/>
                <a:gd name="connsiteX5" fmla="*/ 181474 w 362309"/>
                <a:gd name="connsiteY5" fmla="*/ 0 h 362610"/>
                <a:gd name="connsiteX6" fmla="*/ 181474 w 362309"/>
                <a:gd name="connsiteY6" fmla="*/ 349204 h 362610"/>
                <a:gd name="connsiteX7" fmla="*/ 13419 w 362309"/>
                <a:gd name="connsiteY7" fmla="*/ 180667 h 362610"/>
                <a:gd name="connsiteX8" fmla="*/ 181474 w 362309"/>
                <a:gd name="connsiteY8" fmla="*/ 12130 h 362610"/>
                <a:gd name="connsiteX9" fmla="*/ 349530 w 362309"/>
                <a:gd name="connsiteY9" fmla="*/ 180667 h 362610"/>
                <a:gd name="connsiteX10" fmla="*/ 349530 w 362309"/>
                <a:gd name="connsiteY10" fmla="*/ 180667 h 362610"/>
                <a:gd name="connsiteX11" fmla="*/ 181474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1474" y="0"/>
                  </a:moveTo>
                  <a:cubicBezTo>
                    <a:pt x="81152" y="0"/>
                    <a:pt x="0" y="81077"/>
                    <a:pt x="0" y="181305"/>
                  </a:cubicBezTo>
                  <a:cubicBezTo>
                    <a:pt x="0" y="281534"/>
                    <a:pt x="81152" y="362610"/>
                    <a:pt x="181474" y="362610"/>
                  </a:cubicBezTo>
                  <a:cubicBezTo>
                    <a:pt x="281796" y="362610"/>
                    <a:pt x="362309" y="281534"/>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130"/>
                    <a:pt x="181474" y="12130"/>
                  </a:cubicBezTo>
                  <a:cubicBezTo>
                    <a:pt x="274128" y="12130"/>
                    <a:pt x="349530" y="87461"/>
                    <a:pt x="349530" y="180667"/>
                  </a:cubicBezTo>
                  <a:cubicBezTo>
                    <a:pt x="349530" y="180667"/>
                    <a:pt x="349530" y="180667"/>
                    <a:pt x="349530" y="180667"/>
                  </a:cubicBezTo>
                  <a:cubicBezTo>
                    <a:pt x="349530" y="273873"/>
                    <a:pt x="274128" y="349204"/>
                    <a:pt x="181474" y="349204"/>
                  </a:cubicBezTo>
                  <a:close/>
                </a:path>
              </a:pathLst>
            </a:custGeom>
            <a:solidFill>
              <a:srgbClr val="004F59"/>
            </a:solidFill>
            <a:ln w="6390" cap="flat">
              <a:noFill/>
              <a:prstDash val="solid"/>
              <a:miter/>
            </a:ln>
          </p:spPr>
          <p:txBody>
            <a:bodyPr rtlCol="0" anchor="ctr"/>
            <a:lstStyle/>
            <a:p>
              <a:endParaRPr lang="en-US"/>
            </a:p>
          </p:txBody>
        </p:sp>
        <p:sp>
          <p:nvSpPr>
            <p:cNvPr id="307" name="Graphic 4">
              <a:extLst>
                <a:ext uri="{FF2B5EF4-FFF2-40B4-BE49-F238E27FC236}">
                  <a16:creationId xmlns:a16="http://schemas.microsoft.com/office/drawing/2014/main" id="{605459D3-1404-AB44-8382-195B2E5AB25C}"/>
                </a:ext>
              </a:extLst>
            </p:cNvPr>
            <p:cNvSpPr/>
            <p:nvPr/>
          </p:nvSpPr>
          <p:spPr>
            <a:xfrm>
              <a:off x="603210" y="2478424"/>
              <a:ext cx="66455" cy="46602"/>
            </a:xfrm>
            <a:custGeom>
              <a:avLst/>
              <a:gdLst>
                <a:gd name="connsiteX0" fmla="*/ 6390 w 66455"/>
                <a:gd name="connsiteY0" fmla="*/ 46603 h 46602"/>
                <a:gd name="connsiteX1" fmla="*/ 60065 w 66455"/>
                <a:gd name="connsiteY1" fmla="*/ 46603 h 46602"/>
                <a:gd name="connsiteX2" fmla="*/ 66455 w 66455"/>
                <a:gd name="connsiteY2" fmla="*/ 40219 h 46602"/>
                <a:gd name="connsiteX3" fmla="*/ 66455 w 66455"/>
                <a:gd name="connsiteY3" fmla="*/ 6384 h 46602"/>
                <a:gd name="connsiteX4" fmla="*/ 60065 w 66455"/>
                <a:gd name="connsiteY4" fmla="*/ 0 h 46602"/>
                <a:gd name="connsiteX5" fmla="*/ 6390 w 66455"/>
                <a:gd name="connsiteY5" fmla="*/ 0 h 46602"/>
                <a:gd name="connsiteX6" fmla="*/ 0 w 66455"/>
                <a:gd name="connsiteY6" fmla="*/ 6384 h 46602"/>
                <a:gd name="connsiteX7" fmla="*/ 0 w 66455"/>
                <a:gd name="connsiteY7" fmla="*/ 40219 h 46602"/>
                <a:gd name="connsiteX8" fmla="*/ 6390 w 66455"/>
                <a:gd name="connsiteY8" fmla="*/ 46603 h 46602"/>
                <a:gd name="connsiteX9" fmla="*/ 12780 w 66455"/>
                <a:gd name="connsiteY9" fmla="*/ 12768 h 46602"/>
                <a:gd name="connsiteX10" fmla="*/ 53675 w 66455"/>
                <a:gd name="connsiteY10" fmla="*/ 12768 h 46602"/>
                <a:gd name="connsiteX11" fmla="*/ 53675 w 66455"/>
                <a:gd name="connsiteY11" fmla="*/ 33835 h 46602"/>
                <a:gd name="connsiteX12" fmla="*/ 12780 w 66455"/>
                <a:gd name="connsiteY12" fmla="*/ 33835 h 46602"/>
                <a:gd name="connsiteX13" fmla="*/ 12780 w 66455"/>
                <a:gd name="connsiteY13" fmla="*/ 12768 h 4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455" h="46602">
                  <a:moveTo>
                    <a:pt x="6390" y="46603"/>
                  </a:moveTo>
                  <a:lnTo>
                    <a:pt x="60065" y="46603"/>
                  </a:lnTo>
                  <a:cubicBezTo>
                    <a:pt x="63899" y="46603"/>
                    <a:pt x="66455" y="44049"/>
                    <a:pt x="66455" y="40219"/>
                  </a:cubicBezTo>
                  <a:lnTo>
                    <a:pt x="66455" y="6384"/>
                  </a:lnTo>
                  <a:cubicBezTo>
                    <a:pt x="66455" y="2554"/>
                    <a:pt x="63899" y="0"/>
                    <a:pt x="60065" y="0"/>
                  </a:cubicBezTo>
                  <a:lnTo>
                    <a:pt x="6390" y="0"/>
                  </a:lnTo>
                  <a:cubicBezTo>
                    <a:pt x="2556" y="0"/>
                    <a:pt x="0" y="2554"/>
                    <a:pt x="0" y="6384"/>
                  </a:cubicBezTo>
                  <a:lnTo>
                    <a:pt x="0" y="40219"/>
                  </a:lnTo>
                  <a:cubicBezTo>
                    <a:pt x="0" y="43411"/>
                    <a:pt x="2556" y="46603"/>
                    <a:pt x="6390" y="46603"/>
                  </a:cubicBezTo>
                  <a:close/>
                  <a:moveTo>
                    <a:pt x="12780" y="12768"/>
                  </a:moveTo>
                  <a:lnTo>
                    <a:pt x="53675" y="12768"/>
                  </a:lnTo>
                  <a:lnTo>
                    <a:pt x="53675" y="33835"/>
                  </a:lnTo>
                  <a:lnTo>
                    <a:pt x="12780" y="33835"/>
                  </a:lnTo>
                  <a:lnTo>
                    <a:pt x="12780" y="12768"/>
                  </a:lnTo>
                  <a:close/>
                </a:path>
              </a:pathLst>
            </a:custGeom>
            <a:solidFill>
              <a:srgbClr val="004F59"/>
            </a:solidFill>
            <a:ln w="6390" cap="flat">
              <a:noFill/>
              <a:prstDash val="solid"/>
              <a:miter/>
            </a:ln>
          </p:spPr>
          <p:txBody>
            <a:bodyPr rtlCol="0" anchor="ctr"/>
            <a:lstStyle/>
            <a:p>
              <a:endParaRPr lang="en-US"/>
            </a:p>
          </p:txBody>
        </p:sp>
        <p:sp>
          <p:nvSpPr>
            <p:cNvPr id="308" name="Graphic 4">
              <a:extLst>
                <a:ext uri="{FF2B5EF4-FFF2-40B4-BE49-F238E27FC236}">
                  <a16:creationId xmlns:a16="http://schemas.microsoft.com/office/drawing/2014/main" id="{DBD670AE-08E9-2F4F-9DB8-6302BD151547}"/>
                </a:ext>
              </a:extLst>
            </p:cNvPr>
            <p:cNvSpPr/>
            <p:nvPr/>
          </p:nvSpPr>
          <p:spPr>
            <a:xfrm>
              <a:off x="576372" y="2452250"/>
              <a:ext cx="170645" cy="201733"/>
            </a:xfrm>
            <a:custGeom>
              <a:avLst/>
              <a:gdLst>
                <a:gd name="connsiteX0" fmla="*/ 167416 w 170645"/>
                <a:gd name="connsiteY0" fmla="*/ 72777 h 201733"/>
                <a:gd name="connsiteX1" fmla="*/ 167416 w 170645"/>
                <a:gd name="connsiteY1" fmla="*/ 72777 h 201733"/>
                <a:gd name="connsiteX2" fmla="*/ 167416 w 170645"/>
                <a:gd name="connsiteY2" fmla="*/ 72777 h 201733"/>
                <a:gd name="connsiteX3" fmla="*/ 163582 w 170645"/>
                <a:gd name="connsiteY3" fmla="*/ 63840 h 201733"/>
                <a:gd name="connsiteX4" fmla="*/ 146330 w 170645"/>
                <a:gd name="connsiteY4" fmla="*/ 30005 h 201733"/>
                <a:gd name="connsiteX5" fmla="*/ 138023 w 170645"/>
                <a:gd name="connsiteY5" fmla="*/ 26813 h 201733"/>
                <a:gd name="connsiteX6" fmla="*/ 134828 w 170645"/>
                <a:gd name="connsiteY6" fmla="*/ 35112 h 201733"/>
                <a:gd name="connsiteX7" fmla="*/ 134828 w 170645"/>
                <a:gd name="connsiteY7" fmla="*/ 35750 h 201733"/>
                <a:gd name="connsiteX8" fmla="*/ 147608 w 170645"/>
                <a:gd name="connsiteY8" fmla="*/ 61925 h 201733"/>
                <a:gd name="connsiteX9" fmla="*/ 141857 w 170645"/>
                <a:gd name="connsiteY9" fmla="*/ 79161 h 201733"/>
                <a:gd name="connsiteX10" fmla="*/ 141857 w 170645"/>
                <a:gd name="connsiteY10" fmla="*/ 79161 h 201733"/>
                <a:gd name="connsiteX11" fmla="*/ 141857 w 170645"/>
                <a:gd name="connsiteY11" fmla="*/ 79161 h 201733"/>
                <a:gd name="connsiteX12" fmla="*/ 142496 w 170645"/>
                <a:gd name="connsiteY12" fmla="*/ 80438 h 201733"/>
                <a:gd name="connsiteX13" fmla="*/ 142496 w 170645"/>
                <a:gd name="connsiteY13" fmla="*/ 81077 h 201733"/>
                <a:gd name="connsiteX14" fmla="*/ 147608 w 170645"/>
                <a:gd name="connsiteY14" fmla="*/ 90653 h 201733"/>
                <a:gd name="connsiteX15" fmla="*/ 153358 w 170645"/>
                <a:gd name="connsiteY15" fmla="*/ 132149 h 201733"/>
                <a:gd name="connsiteX16" fmla="*/ 118853 w 170645"/>
                <a:gd name="connsiteY16" fmla="*/ 159600 h 201733"/>
                <a:gd name="connsiteX17" fmla="*/ 118853 w 170645"/>
                <a:gd name="connsiteY17" fmla="*/ 6384 h 201733"/>
                <a:gd name="connsiteX18" fmla="*/ 112463 w 170645"/>
                <a:gd name="connsiteY18" fmla="*/ 0 h 201733"/>
                <a:gd name="connsiteX19" fmla="*/ 6390 w 170645"/>
                <a:gd name="connsiteY19" fmla="*/ 0 h 201733"/>
                <a:gd name="connsiteX20" fmla="*/ 0 w 170645"/>
                <a:gd name="connsiteY20" fmla="*/ 6384 h 201733"/>
                <a:gd name="connsiteX21" fmla="*/ 0 w 170645"/>
                <a:gd name="connsiteY21" fmla="*/ 195350 h 201733"/>
                <a:gd name="connsiteX22" fmla="*/ 6390 w 170645"/>
                <a:gd name="connsiteY22" fmla="*/ 201734 h 201733"/>
                <a:gd name="connsiteX23" fmla="*/ 114380 w 170645"/>
                <a:gd name="connsiteY23" fmla="*/ 201734 h 201733"/>
                <a:gd name="connsiteX24" fmla="*/ 120770 w 170645"/>
                <a:gd name="connsiteY24" fmla="*/ 195350 h 201733"/>
                <a:gd name="connsiteX25" fmla="*/ 120770 w 170645"/>
                <a:gd name="connsiteY25" fmla="*/ 173006 h 201733"/>
                <a:gd name="connsiteX26" fmla="*/ 167416 w 170645"/>
                <a:gd name="connsiteY26" fmla="*/ 136617 h 201733"/>
                <a:gd name="connsiteX27" fmla="*/ 161026 w 170645"/>
                <a:gd name="connsiteY27" fmla="*/ 85545 h 201733"/>
                <a:gd name="connsiteX28" fmla="*/ 167416 w 170645"/>
                <a:gd name="connsiteY28" fmla="*/ 72777 h 201733"/>
                <a:gd name="connsiteX29" fmla="*/ 107990 w 170645"/>
                <a:gd name="connsiteY29" fmla="*/ 187689 h 201733"/>
                <a:gd name="connsiteX30" fmla="*/ 12780 w 170645"/>
                <a:gd name="connsiteY30" fmla="*/ 187689 h 201733"/>
                <a:gd name="connsiteX31" fmla="*/ 12780 w 170645"/>
                <a:gd name="connsiteY31" fmla="*/ 11491 h 201733"/>
                <a:gd name="connsiteX32" fmla="*/ 107990 w 170645"/>
                <a:gd name="connsiteY32" fmla="*/ 11491 h 201733"/>
                <a:gd name="connsiteX33" fmla="*/ 107990 w 170645"/>
                <a:gd name="connsiteY33" fmla="*/ 187689 h 201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70645" h="201733">
                  <a:moveTo>
                    <a:pt x="167416" y="72777"/>
                  </a:moveTo>
                  <a:lnTo>
                    <a:pt x="167416" y="72777"/>
                  </a:lnTo>
                  <a:cubicBezTo>
                    <a:pt x="167416" y="72777"/>
                    <a:pt x="167416" y="72777"/>
                    <a:pt x="167416" y="72777"/>
                  </a:cubicBezTo>
                  <a:cubicBezTo>
                    <a:pt x="167416" y="68947"/>
                    <a:pt x="166138" y="65755"/>
                    <a:pt x="163582" y="63840"/>
                  </a:cubicBezTo>
                  <a:lnTo>
                    <a:pt x="146330" y="30005"/>
                  </a:lnTo>
                  <a:cubicBezTo>
                    <a:pt x="145052" y="26813"/>
                    <a:pt x="141218" y="25536"/>
                    <a:pt x="138023" y="26813"/>
                  </a:cubicBezTo>
                  <a:cubicBezTo>
                    <a:pt x="134828" y="28089"/>
                    <a:pt x="133550" y="31920"/>
                    <a:pt x="134828" y="35112"/>
                  </a:cubicBezTo>
                  <a:cubicBezTo>
                    <a:pt x="134828" y="35112"/>
                    <a:pt x="134828" y="35112"/>
                    <a:pt x="134828" y="35750"/>
                  </a:cubicBezTo>
                  <a:lnTo>
                    <a:pt x="147608" y="61925"/>
                  </a:lnTo>
                  <a:cubicBezTo>
                    <a:pt x="141218" y="65117"/>
                    <a:pt x="138662" y="72777"/>
                    <a:pt x="141857" y="79161"/>
                  </a:cubicBezTo>
                  <a:cubicBezTo>
                    <a:pt x="141857" y="79161"/>
                    <a:pt x="141857" y="79161"/>
                    <a:pt x="141857" y="79161"/>
                  </a:cubicBezTo>
                  <a:lnTo>
                    <a:pt x="141857" y="79161"/>
                  </a:lnTo>
                  <a:lnTo>
                    <a:pt x="142496" y="80438"/>
                  </a:lnTo>
                  <a:cubicBezTo>
                    <a:pt x="142496" y="80438"/>
                    <a:pt x="142496" y="81077"/>
                    <a:pt x="142496" y="81077"/>
                  </a:cubicBezTo>
                  <a:lnTo>
                    <a:pt x="147608" y="90653"/>
                  </a:lnTo>
                  <a:cubicBezTo>
                    <a:pt x="147608" y="90653"/>
                    <a:pt x="161026" y="112358"/>
                    <a:pt x="153358" y="132149"/>
                  </a:cubicBezTo>
                  <a:cubicBezTo>
                    <a:pt x="148886" y="144278"/>
                    <a:pt x="136745" y="153216"/>
                    <a:pt x="118853" y="159600"/>
                  </a:cubicBezTo>
                  <a:lnTo>
                    <a:pt x="118853" y="6384"/>
                  </a:lnTo>
                  <a:cubicBezTo>
                    <a:pt x="118853" y="2554"/>
                    <a:pt x="116297" y="0"/>
                    <a:pt x="112463" y="0"/>
                  </a:cubicBezTo>
                  <a:lnTo>
                    <a:pt x="6390" y="0"/>
                  </a:lnTo>
                  <a:cubicBezTo>
                    <a:pt x="2556" y="0"/>
                    <a:pt x="0" y="2554"/>
                    <a:pt x="0" y="6384"/>
                  </a:cubicBezTo>
                  <a:lnTo>
                    <a:pt x="0" y="195350"/>
                  </a:lnTo>
                  <a:cubicBezTo>
                    <a:pt x="0" y="199180"/>
                    <a:pt x="2556" y="201734"/>
                    <a:pt x="6390" y="201734"/>
                  </a:cubicBezTo>
                  <a:lnTo>
                    <a:pt x="114380" y="201734"/>
                  </a:lnTo>
                  <a:cubicBezTo>
                    <a:pt x="118214" y="201734"/>
                    <a:pt x="120770" y="199180"/>
                    <a:pt x="120770" y="195350"/>
                  </a:cubicBezTo>
                  <a:lnTo>
                    <a:pt x="120770" y="173006"/>
                  </a:lnTo>
                  <a:cubicBezTo>
                    <a:pt x="145052" y="165345"/>
                    <a:pt x="161026" y="153216"/>
                    <a:pt x="167416" y="136617"/>
                  </a:cubicBezTo>
                  <a:cubicBezTo>
                    <a:pt x="176362" y="113635"/>
                    <a:pt x="164221" y="90653"/>
                    <a:pt x="161026" y="85545"/>
                  </a:cubicBezTo>
                  <a:cubicBezTo>
                    <a:pt x="164860" y="82353"/>
                    <a:pt x="167416" y="77885"/>
                    <a:pt x="167416" y="72777"/>
                  </a:cubicBezTo>
                  <a:close/>
                  <a:moveTo>
                    <a:pt x="107990" y="187689"/>
                  </a:moveTo>
                  <a:lnTo>
                    <a:pt x="12780" y="187689"/>
                  </a:lnTo>
                  <a:lnTo>
                    <a:pt x="12780" y="11491"/>
                  </a:lnTo>
                  <a:lnTo>
                    <a:pt x="107990" y="11491"/>
                  </a:lnTo>
                  <a:lnTo>
                    <a:pt x="107990" y="187689"/>
                  </a:lnTo>
                  <a:close/>
                </a:path>
              </a:pathLst>
            </a:custGeom>
            <a:solidFill>
              <a:srgbClr val="004F59"/>
            </a:solidFill>
            <a:ln w="6390" cap="flat">
              <a:noFill/>
              <a:prstDash val="solid"/>
              <a:miter/>
            </a:ln>
          </p:spPr>
          <p:txBody>
            <a:bodyPr rtlCol="0" anchor="ctr"/>
            <a:lstStyle/>
            <a:p>
              <a:endParaRPr lang="en-US"/>
            </a:p>
          </p:txBody>
        </p:sp>
      </p:grpSp>
      <p:grpSp>
        <p:nvGrpSpPr>
          <p:cNvPr id="309" name="Graphic 4">
            <a:extLst>
              <a:ext uri="{FF2B5EF4-FFF2-40B4-BE49-F238E27FC236}">
                <a16:creationId xmlns:a16="http://schemas.microsoft.com/office/drawing/2014/main" id="{07CF1756-D01B-A04C-AF1D-6DEE0DA9B2EA}"/>
              </a:ext>
            </a:extLst>
          </p:cNvPr>
          <p:cNvGrpSpPr>
            <a:grpSpLocks noChangeAspect="1"/>
          </p:cNvGrpSpPr>
          <p:nvPr/>
        </p:nvGrpSpPr>
        <p:grpSpPr>
          <a:xfrm>
            <a:off x="1515054" y="918179"/>
            <a:ext cx="362309" cy="361971"/>
            <a:chOff x="1515054" y="918179"/>
            <a:chExt cx="362309" cy="361971"/>
          </a:xfrm>
          <a:solidFill>
            <a:srgbClr val="004F59"/>
          </a:solidFill>
        </p:grpSpPr>
        <p:sp>
          <p:nvSpPr>
            <p:cNvPr id="310" name="Graphic 4">
              <a:extLst>
                <a:ext uri="{FF2B5EF4-FFF2-40B4-BE49-F238E27FC236}">
                  <a16:creationId xmlns:a16="http://schemas.microsoft.com/office/drawing/2014/main" id="{2A6C9FA8-861E-5D4C-9650-A0EBE166EAE4}"/>
                </a:ext>
              </a:extLst>
            </p:cNvPr>
            <p:cNvSpPr/>
            <p:nvPr/>
          </p:nvSpPr>
          <p:spPr>
            <a:xfrm>
              <a:off x="1515054" y="918179"/>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0667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0518" y="0"/>
                    <a:pt x="180835" y="0"/>
                  </a:cubicBezTo>
                  <a:lnTo>
                    <a:pt x="180835" y="0"/>
                  </a:lnTo>
                  <a:close/>
                  <a:moveTo>
                    <a:pt x="180835" y="349204"/>
                  </a:moveTo>
                  <a:cubicBezTo>
                    <a:pt x="87542" y="349204"/>
                    <a:pt x="12780" y="273873"/>
                    <a:pt x="12780" y="180667"/>
                  </a:cubicBezTo>
                  <a:cubicBezTo>
                    <a:pt x="12780" y="87461"/>
                    <a:pt x="88181" y="12768"/>
                    <a:pt x="180835" y="12768"/>
                  </a:cubicBezTo>
                  <a:cubicBezTo>
                    <a:pt x="274128" y="12768"/>
                    <a:pt x="349529" y="88099"/>
                    <a:pt x="349529" y="180667"/>
                  </a:cubicBezTo>
                  <a:cubicBezTo>
                    <a:pt x="348891" y="273873"/>
                    <a:pt x="273489" y="349204"/>
                    <a:pt x="180835" y="349204"/>
                  </a:cubicBezTo>
                  <a:close/>
                </a:path>
              </a:pathLst>
            </a:custGeom>
            <a:solidFill>
              <a:srgbClr val="004F59"/>
            </a:solidFill>
            <a:ln w="6390" cap="flat">
              <a:noFill/>
              <a:prstDash val="solid"/>
              <a:miter/>
            </a:ln>
          </p:spPr>
          <p:txBody>
            <a:bodyPr rtlCol="0" anchor="ctr"/>
            <a:lstStyle/>
            <a:p>
              <a:endParaRPr lang="en-US"/>
            </a:p>
          </p:txBody>
        </p:sp>
        <p:sp>
          <p:nvSpPr>
            <p:cNvPr id="311" name="Graphic 4">
              <a:extLst>
                <a:ext uri="{FF2B5EF4-FFF2-40B4-BE49-F238E27FC236}">
                  <a16:creationId xmlns:a16="http://schemas.microsoft.com/office/drawing/2014/main" id="{356DB520-2544-124F-948B-6B29E8F5C635}"/>
                </a:ext>
              </a:extLst>
            </p:cNvPr>
            <p:cNvSpPr/>
            <p:nvPr/>
          </p:nvSpPr>
          <p:spPr>
            <a:xfrm>
              <a:off x="1693972" y="1036921"/>
              <a:ext cx="23642" cy="23620"/>
            </a:xfrm>
            <a:custGeom>
              <a:avLst/>
              <a:gdLst>
                <a:gd name="connsiteX0" fmla="*/ 1917 w 23642"/>
                <a:gd name="connsiteY0" fmla="*/ 10853 h 23620"/>
                <a:gd name="connsiteX1" fmla="*/ 12780 w 23642"/>
                <a:gd name="connsiteY1" fmla="*/ 21706 h 23620"/>
                <a:gd name="connsiteX2" fmla="*/ 17253 w 23642"/>
                <a:gd name="connsiteY2" fmla="*/ 23621 h 23620"/>
                <a:gd name="connsiteX3" fmla="*/ 21726 w 23642"/>
                <a:gd name="connsiteY3" fmla="*/ 21706 h 23620"/>
                <a:gd name="connsiteX4" fmla="*/ 21726 w 23642"/>
                <a:gd name="connsiteY4" fmla="*/ 12768 h 23620"/>
                <a:gd name="connsiteX5" fmla="*/ 21726 w 23642"/>
                <a:gd name="connsiteY5" fmla="*/ 12768 h 23620"/>
                <a:gd name="connsiteX6" fmla="*/ 10863 w 23642"/>
                <a:gd name="connsiteY6" fmla="*/ 1915 h 23620"/>
                <a:gd name="connsiteX7" fmla="*/ 1917 w 23642"/>
                <a:gd name="connsiteY7" fmla="*/ 1915 h 23620"/>
                <a:gd name="connsiteX8" fmla="*/ 1917 w 23642"/>
                <a:gd name="connsiteY8" fmla="*/ 1915 h 23620"/>
                <a:gd name="connsiteX9" fmla="*/ 1917 w 23642"/>
                <a:gd name="connsiteY9" fmla="*/ 10853 h 2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2" h="23620">
                  <a:moveTo>
                    <a:pt x="1917" y="10853"/>
                  </a:moveTo>
                  <a:lnTo>
                    <a:pt x="12780" y="21706"/>
                  </a:lnTo>
                  <a:cubicBezTo>
                    <a:pt x="14058" y="22982"/>
                    <a:pt x="15336" y="23621"/>
                    <a:pt x="17253" y="23621"/>
                  </a:cubicBezTo>
                  <a:cubicBezTo>
                    <a:pt x="19170" y="23621"/>
                    <a:pt x="20448" y="22982"/>
                    <a:pt x="21726" y="21706"/>
                  </a:cubicBezTo>
                  <a:cubicBezTo>
                    <a:pt x="24282" y="19152"/>
                    <a:pt x="24282" y="15322"/>
                    <a:pt x="21726" y="12768"/>
                  </a:cubicBezTo>
                  <a:cubicBezTo>
                    <a:pt x="21726" y="12768"/>
                    <a:pt x="21726" y="12768"/>
                    <a:pt x="21726" y="12768"/>
                  </a:cubicBezTo>
                  <a:lnTo>
                    <a:pt x="10863" y="1915"/>
                  </a:lnTo>
                  <a:cubicBezTo>
                    <a:pt x="8307" y="-638"/>
                    <a:pt x="4473" y="-638"/>
                    <a:pt x="1917" y="1915"/>
                  </a:cubicBezTo>
                  <a:cubicBezTo>
                    <a:pt x="1917" y="1915"/>
                    <a:pt x="1917" y="1915"/>
                    <a:pt x="1917" y="1915"/>
                  </a:cubicBezTo>
                  <a:cubicBezTo>
                    <a:pt x="-639" y="4469"/>
                    <a:pt x="-639" y="8299"/>
                    <a:pt x="1917" y="10853"/>
                  </a:cubicBezTo>
                  <a:close/>
                </a:path>
              </a:pathLst>
            </a:custGeom>
            <a:solidFill>
              <a:srgbClr val="004F59"/>
            </a:solidFill>
            <a:ln w="6390" cap="flat">
              <a:noFill/>
              <a:prstDash val="solid"/>
              <a:miter/>
            </a:ln>
          </p:spPr>
          <p:txBody>
            <a:bodyPr rtlCol="0" anchor="ctr"/>
            <a:lstStyle/>
            <a:p>
              <a:endParaRPr lang="en-US"/>
            </a:p>
          </p:txBody>
        </p:sp>
        <p:sp>
          <p:nvSpPr>
            <p:cNvPr id="312" name="Graphic 4">
              <a:extLst>
                <a:ext uri="{FF2B5EF4-FFF2-40B4-BE49-F238E27FC236}">
                  <a16:creationId xmlns:a16="http://schemas.microsoft.com/office/drawing/2014/main" id="{28199AC0-6AB9-0D40-843B-389426E1B5AD}"/>
                </a:ext>
              </a:extLst>
            </p:cNvPr>
            <p:cNvSpPr/>
            <p:nvPr/>
          </p:nvSpPr>
          <p:spPr>
            <a:xfrm>
              <a:off x="1761673" y="1130787"/>
              <a:ext cx="43483" cy="60019"/>
            </a:xfrm>
            <a:custGeom>
              <a:avLst/>
              <a:gdLst>
                <a:gd name="connsiteX0" fmla="*/ 41567 w 43483"/>
                <a:gd name="connsiteY0" fmla="*/ 27429 h 60019"/>
                <a:gd name="connsiteX1" fmla="*/ 27509 w 43483"/>
                <a:gd name="connsiteY1" fmla="*/ 3170 h 60019"/>
                <a:gd name="connsiteX2" fmla="*/ 18563 w 43483"/>
                <a:gd name="connsiteY2" fmla="*/ 617 h 60019"/>
                <a:gd name="connsiteX3" fmla="*/ 16007 w 43483"/>
                <a:gd name="connsiteY3" fmla="*/ 3170 h 60019"/>
                <a:gd name="connsiteX4" fmla="*/ 1949 w 43483"/>
                <a:gd name="connsiteY4" fmla="*/ 28068 h 60019"/>
                <a:gd name="connsiteX5" fmla="*/ 1949 w 43483"/>
                <a:gd name="connsiteY5" fmla="*/ 28706 h 60019"/>
                <a:gd name="connsiteX6" fmla="*/ 32 w 43483"/>
                <a:gd name="connsiteY6" fmla="*/ 37005 h 60019"/>
                <a:gd name="connsiteX7" fmla="*/ 20480 w 43483"/>
                <a:gd name="connsiteY7" fmla="*/ 59988 h 60019"/>
                <a:gd name="connsiteX8" fmla="*/ 43484 w 43483"/>
                <a:gd name="connsiteY8" fmla="*/ 39559 h 60019"/>
                <a:gd name="connsiteX9" fmla="*/ 43484 w 43483"/>
                <a:gd name="connsiteY9" fmla="*/ 37005 h 60019"/>
                <a:gd name="connsiteX10" fmla="*/ 41567 w 43483"/>
                <a:gd name="connsiteY10" fmla="*/ 28706 h 60019"/>
                <a:gd name="connsiteX11" fmla="*/ 41567 w 43483"/>
                <a:gd name="connsiteY11" fmla="*/ 27429 h 60019"/>
                <a:gd name="connsiteX12" fmla="*/ 22397 w 43483"/>
                <a:gd name="connsiteY12" fmla="*/ 45304 h 60019"/>
                <a:gd name="connsiteX13" fmla="*/ 13451 w 43483"/>
                <a:gd name="connsiteY13" fmla="*/ 36367 h 60019"/>
                <a:gd name="connsiteX14" fmla="*/ 14090 w 43483"/>
                <a:gd name="connsiteY14" fmla="*/ 33175 h 60019"/>
                <a:gd name="connsiteX15" fmla="*/ 22397 w 43483"/>
                <a:gd name="connsiteY15" fmla="*/ 18492 h 60019"/>
                <a:gd name="connsiteX16" fmla="*/ 30704 w 43483"/>
                <a:gd name="connsiteY16" fmla="*/ 33175 h 60019"/>
                <a:gd name="connsiteX17" fmla="*/ 31343 w 43483"/>
                <a:gd name="connsiteY17" fmla="*/ 36367 h 60019"/>
                <a:gd name="connsiteX18" fmla="*/ 22397 w 43483"/>
                <a:gd name="connsiteY18" fmla="*/ 45304 h 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3483" h="60019">
                  <a:moveTo>
                    <a:pt x="41567" y="27429"/>
                  </a:moveTo>
                  <a:lnTo>
                    <a:pt x="27509" y="3170"/>
                  </a:lnTo>
                  <a:cubicBezTo>
                    <a:pt x="25592" y="-22"/>
                    <a:pt x="21758" y="-660"/>
                    <a:pt x="18563" y="617"/>
                  </a:cubicBezTo>
                  <a:cubicBezTo>
                    <a:pt x="17285" y="1255"/>
                    <a:pt x="16646" y="1893"/>
                    <a:pt x="16007" y="3170"/>
                  </a:cubicBezTo>
                  <a:lnTo>
                    <a:pt x="1949" y="28068"/>
                  </a:lnTo>
                  <a:lnTo>
                    <a:pt x="1949" y="28706"/>
                  </a:lnTo>
                  <a:cubicBezTo>
                    <a:pt x="671" y="31260"/>
                    <a:pt x="32" y="34452"/>
                    <a:pt x="32" y="37005"/>
                  </a:cubicBezTo>
                  <a:cubicBezTo>
                    <a:pt x="-607" y="49135"/>
                    <a:pt x="8339" y="59349"/>
                    <a:pt x="20480" y="59988"/>
                  </a:cubicBezTo>
                  <a:cubicBezTo>
                    <a:pt x="32621" y="60626"/>
                    <a:pt x="42845" y="51688"/>
                    <a:pt x="43484" y="39559"/>
                  </a:cubicBezTo>
                  <a:cubicBezTo>
                    <a:pt x="43484" y="38920"/>
                    <a:pt x="43484" y="38282"/>
                    <a:pt x="43484" y="37005"/>
                  </a:cubicBezTo>
                  <a:cubicBezTo>
                    <a:pt x="43484" y="34452"/>
                    <a:pt x="42845" y="31260"/>
                    <a:pt x="41567" y="28706"/>
                  </a:cubicBezTo>
                  <a:lnTo>
                    <a:pt x="41567" y="27429"/>
                  </a:lnTo>
                  <a:close/>
                  <a:moveTo>
                    <a:pt x="22397" y="45304"/>
                  </a:moveTo>
                  <a:cubicBezTo>
                    <a:pt x="17285" y="45304"/>
                    <a:pt x="13451" y="41474"/>
                    <a:pt x="13451" y="36367"/>
                  </a:cubicBezTo>
                  <a:cubicBezTo>
                    <a:pt x="13451" y="35090"/>
                    <a:pt x="13451" y="34452"/>
                    <a:pt x="14090" y="33175"/>
                  </a:cubicBezTo>
                  <a:lnTo>
                    <a:pt x="22397" y="18492"/>
                  </a:lnTo>
                  <a:lnTo>
                    <a:pt x="30704" y="33175"/>
                  </a:lnTo>
                  <a:cubicBezTo>
                    <a:pt x="31343" y="34452"/>
                    <a:pt x="31343" y="35090"/>
                    <a:pt x="31343" y="36367"/>
                  </a:cubicBezTo>
                  <a:cubicBezTo>
                    <a:pt x="31343" y="41474"/>
                    <a:pt x="26870" y="45304"/>
                    <a:pt x="22397" y="45304"/>
                  </a:cubicBezTo>
                  <a:close/>
                </a:path>
              </a:pathLst>
            </a:custGeom>
            <a:solidFill>
              <a:srgbClr val="004F59"/>
            </a:solidFill>
            <a:ln w="6390" cap="flat">
              <a:noFill/>
              <a:prstDash val="solid"/>
              <a:miter/>
            </a:ln>
          </p:spPr>
          <p:txBody>
            <a:bodyPr rtlCol="0" anchor="ctr"/>
            <a:lstStyle/>
            <a:p>
              <a:endParaRPr lang="en-US"/>
            </a:p>
          </p:txBody>
        </p:sp>
        <p:sp>
          <p:nvSpPr>
            <p:cNvPr id="313" name="Graphic 4">
              <a:extLst>
                <a:ext uri="{FF2B5EF4-FFF2-40B4-BE49-F238E27FC236}">
                  <a16:creationId xmlns:a16="http://schemas.microsoft.com/office/drawing/2014/main" id="{6DE652F4-152A-C847-9D35-E4579F766D82}"/>
                </a:ext>
              </a:extLst>
            </p:cNvPr>
            <p:cNvSpPr/>
            <p:nvPr/>
          </p:nvSpPr>
          <p:spPr>
            <a:xfrm>
              <a:off x="1647325" y="1069479"/>
              <a:ext cx="74123" cy="74054"/>
            </a:xfrm>
            <a:custGeom>
              <a:avLst/>
              <a:gdLst>
                <a:gd name="connsiteX0" fmla="*/ 43452 w 74123"/>
                <a:gd name="connsiteY0" fmla="*/ 30643 h 74054"/>
                <a:gd name="connsiteX1" fmla="*/ 43452 w 74123"/>
                <a:gd name="connsiteY1" fmla="*/ 6384 h 74054"/>
                <a:gd name="connsiteX2" fmla="*/ 37062 w 74123"/>
                <a:gd name="connsiteY2" fmla="*/ 0 h 74054"/>
                <a:gd name="connsiteX3" fmla="*/ 30672 w 74123"/>
                <a:gd name="connsiteY3" fmla="*/ 6384 h 74054"/>
                <a:gd name="connsiteX4" fmla="*/ 30672 w 74123"/>
                <a:gd name="connsiteY4" fmla="*/ 30643 h 74054"/>
                <a:gd name="connsiteX5" fmla="*/ 6390 w 74123"/>
                <a:gd name="connsiteY5" fmla="*/ 30643 h 74054"/>
                <a:gd name="connsiteX6" fmla="*/ 0 w 74123"/>
                <a:gd name="connsiteY6" fmla="*/ 37027 h 74054"/>
                <a:gd name="connsiteX7" fmla="*/ 6390 w 74123"/>
                <a:gd name="connsiteY7" fmla="*/ 43411 h 74054"/>
                <a:gd name="connsiteX8" fmla="*/ 30672 w 74123"/>
                <a:gd name="connsiteY8" fmla="*/ 43411 h 74054"/>
                <a:gd name="connsiteX9" fmla="*/ 30672 w 74123"/>
                <a:gd name="connsiteY9" fmla="*/ 67670 h 74054"/>
                <a:gd name="connsiteX10" fmla="*/ 37062 w 74123"/>
                <a:gd name="connsiteY10" fmla="*/ 74054 h 74054"/>
                <a:gd name="connsiteX11" fmla="*/ 43452 w 74123"/>
                <a:gd name="connsiteY11" fmla="*/ 67670 h 74054"/>
                <a:gd name="connsiteX12" fmla="*/ 43452 w 74123"/>
                <a:gd name="connsiteY12" fmla="*/ 43411 h 74054"/>
                <a:gd name="connsiteX13" fmla="*/ 67733 w 74123"/>
                <a:gd name="connsiteY13" fmla="*/ 43411 h 74054"/>
                <a:gd name="connsiteX14" fmla="*/ 74123 w 74123"/>
                <a:gd name="connsiteY14" fmla="*/ 37027 h 74054"/>
                <a:gd name="connsiteX15" fmla="*/ 67733 w 74123"/>
                <a:gd name="connsiteY15" fmla="*/ 30643 h 74054"/>
                <a:gd name="connsiteX16" fmla="*/ 43452 w 74123"/>
                <a:gd name="connsiteY16" fmla="*/ 30643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4123" h="74054">
                  <a:moveTo>
                    <a:pt x="43452" y="30643"/>
                  </a:moveTo>
                  <a:lnTo>
                    <a:pt x="43452" y="6384"/>
                  </a:lnTo>
                  <a:cubicBezTo>
                    <a:pt x="43452" y="2554"/>
                    <a:pt x="40896" y="0"/>
                    <a:pt x="37062" y="0"/>
                  </a:cubicBezTo>
                  <a:cubicBezTo>
                    <a:pt x="33228" y="0"/>
                    <a:pt x="30672" y="2554"/>
                    <a:pt x="30672" y="6384"/>
                  </a:cubicBezTo>
                  <a:lnTo>
                    <a:pt x="30672" y="30643"/>
                  </a:lnTo>
                  <a:lnTo>
                    <a:pt x="6390" y="30643"/>
                  </a:lnTo>
                  <a:cubicBezTo>
                    <a:pt x="2556" y="30643"/>
                    <a:pt x="0" y="33197"/>
                    <a:pt x="0" y="37027"/>
                  </a:cubicBezTo>
                  <a:cubicBezTo>
                    <a:pt x="0" y="40858"/>
                    <a:pt x="2556" y="43411"/>
                    <a:pt x="6390" y="43411"/>
                  </a:cubicBezTo>
                  <a:lnTo>
                    <a:pt x="30672" y="43411"/>
                  </a:lnTo>
                  <a:lnTo>
                    <a:pt x="30672" y="67670"/>
                  </a:lnTo>
                  <a:cubicBezTo>
                    <a:pt x="30672" y="71501"/>
                    <a:pt x="33228" y="74054"/>
                    <a:pt x="37062" y="74054"/>
                  </a:cubicBezTo>
                  <a:cubicBezTo>
                    <a:pt x="40896" y="74054"/>
                    <a:pt x="43452" y="71501"/>
                    <a:pt x="43452" y="67670"/>
                  </a:cubicBezTo>
                  <a:lnTo>
                    <a:pt x="43452" y="43411"/>
                  </a:lnTo>
                  <a:lnTo>
                    <a:pt x="67733" y="43411"/>
                  </a:lnTo>
                  <a:cubicBezTo>
                    <a:pt x="71567" y="43411"/>
                    <a:pt x="74123" y="40858"/>
                    <a:pt x="74123" y="37027"/>
                  </a:cubicBezTo>
                  <a:cubicBezTo>
                    <a:pt x="74123" y="33197"/>
                    <a:pt x="71567" y="30643"/>
                    <a:pt x="67733" y="30643"/>
                  </a:cubicBezTo>
                  <a:lnTo>
                    <a:pt x="43452" y="30643"/>
                  </a:lnTo>
                  <a:close/>
                </a:path>
              </a:pathLst>
            </a:custGeom>
            <a:solidFill>
              <a:srgbClr val="004F59"/>
            </a:solidFill>
            <a:ln w="6390" cap="flat">
              <a:noFill/>
              <a:prstDash val="solid"/>
              <a:miter/>
            </a:ln>
          </p:spPr>
          <p:txBody>
            <a:bodyPr rtlCol="0" anchor="ctr"/>
            <a:lstStyle/>
            <a:p>
              <a:endParaRPr lang="en-US"/>
            </a:p>
          </p:txBody>
        </p:sp>
        <p:sp>
          <p:nvSpPr>
            <p:cNvPr id="314" name="Graphic 4">
              <a:extLst>
                <a:ext uri="{FF2B5EF4-FFF2-40B4-BE49-F238E27FC236}">
                  <a16:creationId xmlns:a16="http://schemas.microsoft.com/office/drawing/2014/main" id="{BB345158-5F9E-D147-B07C-B933DD01A63B}"/>
                </a:ext>
              </a:extLst>
            </p:cNvPr>
            <p:cNvSpPr/>
            <p:nvPr/>
          </p:nvSpPr>
          <p:spPr>
            <a:xfrm>
              <a:off x="1586621" y="992871"/>
              <a:ext cx="173167" cy="211309"/>
            </a:xfrm>
            <a:custGeom>
              <a:avLst/>
              <a:gdLst>
                <a:gd name="connsiteX0" fmla="*/ 118214 w 173167"/>
                <a:gd name="connsiteY0" fmla="*/ 1915 h 211309"/>
                <a:gd name="connsiteX1" fmla="*/ 109268 w 173167"/>
                <a:gd name="connsiteY1" fmla="*/ 1915 h 211309"/>
                <a:gd name="connsiteX2" fmla="*/ 109268 w 173167"/>
                <a:gd name="connsiteY2" fmla="*/ 1915 h 211309"/>
                <a:gd name="connsiteX3" fmla="*/ 1917 w 173167"/>
                <a:gd name="connsiteY3" fmla="*/ 109166 h 211309"/>
                <a:gd name="connsiteX4" fmla="*/ 1917 w 173167"/>
                <a:gd name="connsiteY4" fmla="*/ 118104 h 211309"/>
                <a:gd name="connsiteX5" fmla="*/ 93293 w 173167"/>
                <a:gd name="connsiteY5" fmla="*/ 209395 h 211309"/>
                <a:gd name="connsiteX6" fmla="*/ 102239 w 173167"/>
                <a:gd name="connsiteY6" fmla="*/ 209395 h 211309"/>
                <a:gd name="connsiteX7" fmla="*/ 171250 w 173167"/>
                <a:gd name="connsiteY7" fmla="*/ 140448 h 211309"/>
                <a:gd name="connsiteX8" fmla="*/ 173167 w 173167"/>
                <a:gd name="connsiteY8" fmla="*/ 135979 h 211309"/>
                <a:gd name="connsiteX9" fmla="*/ 173167 w 173167"/>
                <a:gd name="connsiteY9" fmla="*/ 59371 h 211309"/>
                <a:gd name="connsiteX10" fmla="*/ 171250 w 173167"/>
                <a:gd name="connsiteY10" fmla="*/ 54902 h 211309"/>
                <a:gd name="connsiteX11" fmla="*/ 118214 w 173167"/>
                <a:gd name="connsiteY11" fmla="*/ 1915 h 211309"/>
                <a:gd name="connsiteX12" fmla="*/ 160387 w 173167"/>
                <a:gd name="connsiteY12" fmla="*/ 133425 h 211309"/>
                <a:gd name="connsiteX13" fmla="*/ 97766 w 173167"/>
                <a:gd name="connsiteY13" fmla="*/ 195988 h 211309"/>
                <a:gd name="connsiteX14" fmla="*/ 15336 w 173167"/>
                <a:gd name="connsiteY14" fmla="*/ 113635 h 211309"/>
                <a:gd name="connsiteX15" fmla="*/ 113741 w 173167"/>
                <a:gd name="connsiteY15" fmla="*/ 15322 h 211309"/>
                <a:gd name="connsiteX16" fmla="*/ 160387 w 173167"/>
                <a:gd name="connsiteY16" fmla="*/ 61925 h 211309"/>
                <a:gd name="connsiteX17" fmla="*/ 160387 w 173167"/>
                <a:gd name="connsiteY17" fmla="*/ 133425 h 211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3167" h="211309">
                  <a:moveTo>
                    <a:pt x="118214" y="1915"/>
                  </a:moveTo>
                  <a:cubicBezTo>
                    <a:pt x="115658" y="-638"/>
                    <a:pt x="111824" y="-638"/>
                    <a:pt x="109268" y="1915"/>
                  </a:cubicBezTo>
                  <a:cubicBezTo>
                    <a:pt x="109268" y="1915"/>
                    <a:pt x="109268" y="1915"/>
                    <a:pt x="109268" y="1915"/>
                  </a:cubicBezTo>
                  <a:lnTo>
                    <a:pt x="1917" y="109166"/>
                  </a:lnTo>
                  <a:cubicBezTo>
                    <a:pt x="-639" y="111720"/>
                    <a:pt x="-639" y="115550"/>
                    <a:pt x="1917" y="118104"/>
                  </a:cubicBezTo>
                  <a:lnTo>
                    <a:pt x="93293" y="209395"/>
                  </a:lnTo>
                  <a:cubicBezTo>
                    <a:pt x="95849" y="211948"/>
                    <a:pt x="99683" y="211948"/>
                    <a:pt x="102239" y="209395"/>
                  </a:cubicBezTo>
                  <a:lnTo>
                    <a:pt x="171250" y="140448"/>
                  </a:lnTo>
                  <a:cubicBezTo>
                    <a:pt x="172528" y="139171"/>
                    <a:pt x="173167" y="137894"/>
                    <a:pt x="173167" y="135979"/>
                  </a:cubicBezTo>
                  <a:lnTo>
                    <a:pt x="173167" y="59371"/>
                  </a:lnTo>
                  <a:cubicBezTo>
                    <a:pt x="173167" y="57456"/>
                    <a:pt x="172528" y="56179"/>
                    <a:pt x="171250" y="54902"/>
                  </a:cubicBezTo>
                  <a:lnTo>
                    <a:pt x="118214" y="1915"/>
                  </a:lnTo>
                  <a:close/>
                  <a:moveTo>
                    <a:pt x="160387" y="133425"/>
                  </a:moveTo>
                  <a:lnTo>
                    <a:pt x="97766" y="195988"/>
                  </a:lnTo>
                  <a:lnTo>
                    <a:pt x="15336" y="113635"/>
                  </a:lnTo>
                  <a:lnTo>
                    <a:pt x="113741" y="15322"/>
                  </a:lnTo>
                  <a:lnTo>
                    <a:pt x="160387" y="61925"/>
                  </a:lnTo>
                  <a:lnTo>
                    <a:pt x="160387" y="133425"/>
                  </a:lnTo>
                  <a:close/>
                </a:path>
              </a:pathLst>
            </a:custGeom>
            <a:solidFill>
              <a:srgbClr val="004F59"/>
            </a:solidFill>
            <a:ln w="6390" cap="flat">
              <a:noFill/>
              <a:prstDash val="solid"/>
              <a:miter/>
            </a:ln>
          </p:spPr>
          <p:txBody>
            <a:bodyPr rtlCol="0" anchor="ctr"/>
            <a:lstStyle/>
            <a:p>
              <a:endParaRPr lang="en-US"/>
            </a:p>
          </p:txBody>
        </p:sp>
        <p:sp>
          <p:nvSpPr>
            <p:cNvPr id="315" name="Graphic 4">
              <a:extLst>
                <a:ext uri="{FF2B5EF4-FFF2-40B4-BE49-F238E27FC236}">
                  <a16:creationId xmlns:a16="http://schemas.microsoft.com/office/drawing/2014/main" id="{6FEE3B37-24B1-E649-B5EE-80B06685BDDC}"/>
                </a:ext>
              </a:extLst>
            </p:cNvPr>
            <p:cNvSpPr/>
            <p:nvPr/>
          </p:nvSpPr>
          <p:spPr>
            <a:xfrm>
              <a:off x="1777680" y="1069479"/>
              <a:ext cx="12779" cy="43411"/>
            </a:xfrm>
            <a:custGeom>
              <a:avLst/>
              <a:gdLst>
                <a:gd name="connsiteX0" fmla="*/ 6390 w 12779"/>
                <a:gd name="connsiteY0" fmla="*/ 43411 h 43411"/>
                <a:gd name="connsiteX1" fmla="*/ 12780 w 12779"/>
                <a:gd name="connsiteY1" fmla="*/ 37027 h 43411"/>
                <a:gd name="connsiteX2" fmla="*/ 12780 w 12779"/>
                <a:gd name="connsiteY2" fmla="*/ 6384 h 43411"/>
                <a:gd name="connsiteX3" fmla="*/ 6390 w 12779"/>
                <a:gd name="connsiteY3" fmla="*/ 0 h 43411"/>
                <a:gd name="connsiteX4" fmla="*/ 0 w 12779"/>
                <a:gd name="connsiteY4" fmla="*/ 6384 h 43411"/>
                <a:gd name="connsiteX5" fmla="*/ 0 w 12779"/>
                <a:gd name="connsiteY5" fmla="*/ 37027 h 43411"/>
                <a:gd name="connsiteX6" fmla="*/ 6390 w 12779"/>
                <a:gd name="connsiteY6" fmla="*/ 43411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43411">
                  <a:moveTo>
                    <a:pt x="6390" y="43411"/>
                  </a:moveTo>
                  <a:cubicBezTo>
                    <a:pt x="10224" y="43411"/>
                    <a:pt x="12780" y="40858"/>
                    <a:pt x="12780" y="37027"/>
                  </a:cubicBezTo>
                  <a:lnTo>
                    <a:pt x="12780" y="6384"/>
                  </a:lnTo>
                  <a:cubicBezTo>
                    <a:pt x="12780" y="2554"/>
                    <a:pt x="10224" y="0"/>
                    <a:pt x="6390" y="0"/>
                  </a:cubicBezTo>
                  <a:cubicBezTo>
                    <a:pt x="2556" y="0"/>
                    <a:pt x="0" y="2554"/>
                    <a:pt x="0" y="6384"/>
                  </a:cubicBezTo>
                  <a:lnTo>
                    <a:pt x="0" y="37027"/>
                  </a:lnTo>
                  <a:cubicBezTo>
                    <a:pt x="0" y="40219"/>
                    <a:pt x="2556" y="43411"/>
                    <a:pt x="6390" y="43411"/>
                  </a:cubicBezTo>
                  <a:close/>
                </a:path>
              </a:pathLst>
            </a:custGeom>
            <a:solidFill>
              <a:srgbClr val="004F59"/>
            </a:solidFill>
            <a:ln w="6390" cap="flat">
              <a:noFill/>
              <a:prstDash val="solid"/>
              <a:miter/>
            </a:ln>
          </p:spPr>
          <p:txBody>
            <a:bodyPr rtlCol="0" anchor="ctr"/>
            <a:lstStyle/>
            <a:p>
              <a:endParaRPr lang="en-US"/>
            </a:p>
          </p:txBody>
        </p:sp>
      </p:grpSp>
      <p:grpSp>
        <p:nvGrpSpPr>
          <p:cNvPr id="316" name="Graphic 4">
            <a:extLst>
              <a:ext uri="{FF2B5EF4-FFF2-40B4-BE49-F238E27FC236}">
                <a16:creationId xmlns:a16="http://schemas.microsoft.com/office/drawing/2014/main" id="{6D663485-D9E3-1441-A2C9-299477033E30}"/>
              </a:ext>
            </a:extLst>
          </p:cNvPr>
          <p:cNvGrpSpPr>
            <a:grpSpLocks noChangeAspect="1"/>
          </p:cNvGrpSpPr>
          <p:nvPr/>
        </p:nvGrpSpPr>
        <p:grpSpPr>
          <a:xfrm>
            <a:off x="1952125" y="918179"/>
            <a:ext cx="362313" cy="361971"/>
            <a:chOff x="1952125" y="918179"/>
            <a:chExt cx="362313" cy="361971"/>
          </a:xfrm>
          <a:solidFill>
            <a:srgbClr val="004F59"/>
          </a:solidFill>
        </p:grpSpPr>
        <p:sp>
          <p:nvSpPr>
            <p:cNvPr id="317" name="Graphic 4">
              <a:extLst>
                <a:ext uri="{FF2B5EF4-FFF2-40B4-BE49-F238E27FC236}">
                  <a16:creationId xmlns:a16="http://schemas.microsoft.com/office/drawing/2014/main" id="{7BB29013-A625-E14F-B3AE-41B9BA43899B}"/>
                </a:ext>
              </a:extLst>
            </p:cNvPr>
            <p:cNvSpPr/>
            <p:nvPr/>
          </p:nvSpPr>
          <p:spPr>
            <a:xfrm>
              <a:off x="2039668" y="1009470"/>
              <a:ext cx="145051" cy="180028"/>
            </a:xfrm>
            <a:custGeom>
              <a:avLst/>
              <a:gdLst>
                <a:gd name="connsiteX0" fmla="*/ 0 w 145051"/>
                <a:gd name="connsiteY0" fmla="*/ 97675 h 180028"/>
                <a:gd name="connsiteX1" fmla="*/ 82430 w 145051"/>
                <a:gd name="connsiteY1" fmla="*/ 180028 h 180028"/>
                <a:gd name="connsiteX2" fmla="*/ 145051 w 145051"/>
                <a:gd name="connsiteY2" fmla="*/ 117465 h 180028"/>
                <a:gd name="connsiteX3" fmla="*/ 145051 w 145051"/>
                <a:gd name="connsiteY3" fmla="*/ 46603 h 180028"/>
                <a:gd name="connsiteX4" fmla="*/ 98405 w 145051"/>
                <a:gd name="connsiteY4" fmla="*/ 0 h 180028"/>
                <a:gd name="connsiteX5" fmla="*/ 0 w 145051"/>
                <a:gd name="connsiteY5" fmla="*/ 97675 h 180028"/>
                <a:gd name="connsiteX6" fmla="*/ 119492 w 145051"/>
                <a:gd name="connsiteY6" fmla="*/ 97037 h 180028"/>
                <a:gd name="connsiteX7" fmla="*/ 113102 w 145051"/>
                <a:gd name="connsiteY7" fmla="*/ 103420 h 180028"/>
                <a:gd name="connsiteX8" fmla="*/ 88820 w 145051"/>
                <a:gd name="connsiteY8" fmla="*/ 103420 h 180028"/>
                <a:gd name="connsiteX9" fmla="*/ 88820 w 145051"/>
                <a:gd name="connsiteY9" fmla="*/ 127680 h 180028"/>
                <a:gd name="connsiteX10" fmla="*/ 82430 w 145051"/>
                <a:gd name="connsiteY10" fmla="*/ 134064 h 180028"/>
                <a:gd name="connsiteX11" fmla="*/ 76040 w 145051"/>
                <a:gd name="connsiteY11" fmla="*/ 127680 h 180028"/>
                <a:gd name="connsiteX12" fmla="*/ 76040 w 145051"/>
                <a:gd name="connsiteY12" fmla="*/ 103420 h 180028"/>
                <a:gd name="connsiteX13" fmla="*/ 51758 w 145051"/>
                <a:gd name="connsiteY13" fmla="*/ 103420 h 180028"/>
                <a:gd name="connsiteX14" fmla="*/ 45368 w 145051"/>
                <a:gd name="connsiteY14" fmla="*/ 97037 h 180028"/>
                <a:gd name="connsiteX15" fmla="*/ 51758 w 145051"/>
                <a:gd name="connsiteY15" fmla="*/ 90653 h 180028"/>
                <a:gd name="connsiteX16" fmla="*/ 76040 w 145051"/>
                <a:gd name="connsiteY16" fmla="*/ 90653 h 180028"/>
                <a:gd name="connsiteX17" fmla="*/ 76040 w 145051"/>
                <a:gd name="connsiteY17" fmla="*/ 66393 h 180028"/>
                <a:gd name="connsiteX18" fmla="*/ 82430 w 145051"/>
                <a:gd name="connsiteY18" fmla="*/ 60009 h 180028"/>
                <a:gd name="connsiteX19" fmla="*/ 88820 w 145051"/>
                <a:gd name="connsiteY19" fmla="*/ 66393 h 180028"/>
                <a:gd name="connsiteX20" fmla="*/ 88820 w 145051"/>
                <a:gd name="connsiteY20" fmla="*/ 90653 h 180028"/>
                <a:gd name="connsiteX21" fmla="*/ 113102 w 145051"/>
                <a:gd name="connsiteY21" fmla="*/ 90653 h 180028"/>
                <a:gd name="connsiteX22" fmla="*/ 119492 w 145051"/>
                <a:gd name="connsiteY22" fmla="*/ 97037 h 180028"/>
                <a:gd name="connsiteX23" fmla="*/ 102878 w 145051"/>
                <a:gd name="connsiteY23" fmla="*/ 29366 h 180028"/>
                <a:gd name="connsiteX24" fmla="*/ 113741 w 145051"/>
                <a:gd name="connsiteY24" fmla="*/ 40219 h 180028"/>
                <a:gd name="connsiteX25" fmla="*/ 113741 w 145051"/>
                <a:gd name="connsiteY25" fmla="*/ 49157 h 180028"/>
                <a:gd name="connsiteX26" fmla="*/ 113741 w 145051"/>
                <a:gd name="connsiteY26" fmla="*/ 49157 h 180028"/>
                <a:gd name="connsiteX27" fmla="*/ 104795 w 145051"/>
                <a:gd name="connsiteY27" fmla="*/ 49157 h 180028"/>
                <a:gd name="connsiteX28" fmla="*/ 104795 w 145051"/>
                <a:gd name="connsiteY28" fmla="*/ 49157 h 180028"/>
                <a:gd name="connsiteX29" fmla="*/ 93932 w 145051"/>
                <a:gd name="connsiteY29" fmla="*/ 38304 h 180028"/>
                <a:gd name="connsiteX30" fmla="*/ 94571 w 145051"/>
                <a:gd name="connsiteY30" fmla="*/ 29366 h 180028"/>
                <a:gd name="connsiteX31" fmla="*/ 102878 w 145051"/>
                <a:gd name="connsiteY31" fmla="*/ 29366 h 18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5051" h="180028">
                  <a:moveTo>
                    <a:pt x="0" y="97675"/>
                  </a:moveTo>
                  <a:lnTo>
                    <a:pt x="82430" y="180028"/>
                  </a:lnTo>
                  <a:lnTo>
                    <a:pt x="145051" y="117465"/>
                  </a:lnTo>
                  <a:lnTo>
                    <a:pt x="145051" y="46603"/>
                  </a:lnTo>
                  <a:lnTo>
                    <a:pt x="98405" y="0"/>
                  </a:lnTo>
                  <a:lnTo>
                    <a:pt x="0" y="97675"/>
                  </a:lnTo>
                  <a:close/>
                  <a:moveTo>
                    <a:pt x="119492" y="97037"/>
                  </a:moveTo>
                  <a:cubicBezTo>
                    <a:pt x="119492" y="100867"/>
                    <a:pt x="116936" y="103420"/>
                    <a:pt x="113102" y="103420"/>
                  </a:cubicBezTo>
                  <a:lnTo>
                    <a:pt x="88820" y="103420"/>
                  </a:lnTo>
                  <a:lnTo>
                    <a:pt x="88820" y="127680"/>
                  </a:lnTo>
                  <a:cubicBezTo>
                    <a:pt x="88820" y="131510"/>
                    <a:pt x="86264" y="134064"/>
                    <a:pt x="82430" y="134064"/>
                  </a:cubicBezTo>
                  <a:cubicBezTo>
                    <a:pt x="78596" y="134064"/>
                    <a:pt x="76040" y="131510"/>
                    <a:pt x="76040" y="127680"/>
                  </a:cubicBezTo>
                  <a:lnTo>
                    <a:pt x="76040" y="103420"/>
                  </a:lnTo>
                  <a:lnTo>
                    <a:pt x="51758" y="103420"/>
                  </a:lnTo>
                  <a:cubicBezTo>
                    <a:pt x="47925" y="103420"/>
                    <a:pt x="45368" y="100867"/>
                    <a:pt x="45368" y="97037"/>
                  </a:cubicBezTo>
                  <a:cubicBezTo>
                    <a:pt x="45368" y="93206"/>
                    <a:pt x="47925" y="90653"/>
                    <a:pt x="51758" y="90653"/>
                  </a:cubicBezTo>
                  <a:lnTo>
                    <a:pt x="76040" y="90653"/>
                  </a:lnTo>
                  <a:lnTo>
                    <a:pt x="76040" y="66393"/>
                  </a:lnTo>
                  <a:cubicBezTo>
                    <a:pt x="76040" y="62563"/>
                    <a:pt x="78596" y="60009"/>
                    <a:pt x="82430" y="60009"/>
                  </a:cubicBezTo>
                  <a:cubicBezTo>
                    <a:pt x="86264" y="60009"/>
                    <a:pt x="88820" y="62563"/>
                    <a:pt x="88820" y="66393"/>
                  </a:cubicBezTo>
                  <a:lnTo>
                    <a:pt x="88820" y="90653"/>
                  </a:lnTo>
                  <a:lnTo>
                    <a:pt x="113102" y="90653"/>
                  </a:lnTo>
                  <a:cubicBezTo>
                    <a:pt x="116936" y="90653"/>
                    <a:pt x="119492" y="93206"/>
                    <a:pt x="119492" y="97037"/>
                  </a:cubicBezTo>
                  <a:close/>
                  <a:moveTo>
                    <a:pt x="102878" y="29366"/>
                  </a:moveTo>
                  <a:lnTo>
                    <a:pt x="113741" y="40219"/>
                  </a:lnTo>
                  <a:cubicBezTo>
                    <a:pt x="116297" y="42773"/>
                    <a:pt x="116297" y="46603"/>
                    <a:pt x="113741" y="49157"/>
                  </a:cubicBezTo>
                  <a:cubicBezTo>
                    <a:pt x="113741" y="49157"/>
                    <a:pt x="113741" y="49157"/>
                    <a:pt x="113741" y="49157"/>
                  </a:cubicBezTo>
                  <a:cubicBezTo>
                    <a:pt x="111185" y="51710"/>
                    <a:pt x="107351" y="51710"/>
                    <a:pt x="104795" y="49157"/>
                  </a:cubicBezTo>
                  <a:cubicBezTo>
                    <a:pt x="104795" y="49157"/>
                    <a:pt x="104795" y="49157"/>
                    <a:pt x="104795" y="49157"/>
                  </a:cubicBezTo>
                  <a:lnTo>
                    <a:pt x="93932" y="38304"/>
                  </a:lnTo>
                  <a:cubicBezTo>
                    <a:pt x="91376" y="35750"/>
                    <a:pt x="92015" y="31281"/>
                    <a:pt x="94571" y="29366"/>
                  </a:cubicBezTo>
                  <a:cubicBezTo>
                    <a:pt x="97127" y="27451"/>
                    <a:pt x="100322" y="27451"/>
                    <a:pt x="102878" y="29366"/>
                  </a:cubicBezTo>
                  <a:close/>
                </a:path>
              </a:pathLst>
            </a:custGeom>
            <a:solidFill>
              <a:srgbClr val="004F59"/>
            </a:solidFill>
            <a:ln w="6390" cap="flat">
              <a:noFill/>
              <a:prstDash val="solid"/>
              <a:miter/>
            </a:ln>
          </p:spPr>
          <p:txBody>
            <a:bodyPr rtlCol="0" anchor="ctr"/>
            <a:lstStyle/>
            <a:p>
              <a:endParaRPr lang="en-US"/>
            </a:p>
          </p:txBody>
        </p:sp>
        <p:sp>
          <p:nvSpPr>
            <p:cNvPr id="318" name="Graphic 4">
              <a:extLst>
                <a:ext uri="{FF2B5EF4-FFF2-40B4-BE49-F238E27FC236}">
                  <a16:creationId xmlns:a16="http://schemas.microsoft.com/office/drawing/2014/main" id="{C1E26CAE-4083-C840-A6D5-98BC4905E73A}"/>
                </a:ext>
              </a:extLst>
            </p:cNvPr>
            <p:cNvSpPr/>
            <p:nvPr/>
          </p:nvSpPr>
          <p:spPr>
            <a:xfrm>
              <a:off x="2212765" y="1149917"/>
              <a:ext cx="17961" cy="27520"/>
            </a:xfrm>
            <a:custGeom>
              <a:avLst/>
              <a:gdLst>
                <a:gd name="connsiteX0" fmla="*/ 9016 w 17961"/>
                <a:gd name="connsiteY0" fmla="*/ 0 h 27520"/>
                <a:gd name="connsiteX1" fmla="*/ 709 w 17961"/>
                <a:gd name="connsiteY1" fmla="*/ 14683 h 27520"/>
                <a:gd name="connsiteX2" fmla="*/ 70 w 17961"/>
                <a:gd name="connsiteY2" fmla="*/ 17875 h 27520"/>
                <a:gd name="connsiteX3" fmla="*/ 8377 w 17961"/>
                <a:gd name="connsiteY3" fmla="*/ 27451 h 27520"/>
                <a:gd name="connsiteX4" fmla="*/ 17962 w 17961"/>
                <a:gd name="connsiteY4" fmla="*/ 19152 h 27520"/>
                <a:gd name="connsiteX5" fmla="*/ 17962 w 17961"/>
                <a:gd name="connsiteY5" fmla="*/ 17875 h 27520"/>
                <a:gd name="connsiteX6" fmla="*/ 17323 w 17961"/>
                <a:gd name="connsiteY6" fmla="*/ 14683 h 27520"/>
                <a:gd name="connsiteX7" fmla="*/ 9016 w 17961"/>
                <a:gd name="connsiteY7" fmla="*/ 0 h 27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61" h="27520">
                  <a:moveTo>
                    <a:pt x="9016" y="0"/>
                  </a:moveTo>
                  <a:lnTo>
                    <a:pt x="709" y="14683"/>
                  </a:lnTo>
                  <a:cubicBezTo>
                    <a:pt x="70" y="15960"/>
                    <a:pt x="70" y="16598"/>
                    <a:pt x="70" y="17875"/>
                  </a:cubicBezTo>
                  <a:cubicBezTo>
                    <a:pt x="-569" y="22982"/>
                    <a:pt x="3265" y="26813"/>
                    <a:pt x="8377" y="27451"/>
                  </a:cubicBezTo>
                  <a:cubicBezTo>
                    <a:pt x="13489" y="28089"/>
                    <a:pt x="17323" y="24259"/>
                    <a:pt x="17962" y="19152"/>
                  </a:cubicBezTo>
                  <a:cubicBezTo>
                    <a:pt x="17962" y="18514"/>
                    <a:pt x="17962" y="17875"/>
                    <a:pt x="17962" y="17875"/>
                  </a:cubicBezTo>
                  <a:cubicBezTo>
                    <a:pt x="17962" y="16598"/>
                    <a:pt x="17962" y="15960"/>
                    <a:pt x="17323" y="14683"/>
                  </a:cubicBezTo>
                  <a:lnTo>
                    <a:pt x="9016" y="0"/>
                  </a:lnTo>
                  <a:close/>
                </a:path>
              </a:pathLst>
            </a:custGeom>
            <a:solidFill>
              <a:srgbClr val="004F59"/>
            </a:solidFill>
            <a:ln w="6390" cap="flat">
              <a:noFill/>
              <a:prstDash val="solid"/>
              <a:miter/>
            </a:ln>
          </p:spPr>
          <p:txBody>
            <a:bodyPr rtlCol="0" anchor="ctr"/>
            <a:lstStyle/>
            <a:p>
              <a:endParaRPr lang="en-US"/>
            </a:p>
          </p:txBody>
        </p:sp>
        <p:sp>
          <p:nvSpPr>
            <p:cNvPr id="319" name="Graphic 4">
              <a:extLst>
                <a:ext uri="{FF2B5EF4-FFF2-40B4-BE49-F238E27FC236}">
                  <a16:creationId xmlns:a16="http://schemas.microsoft.com/office/drawing/2014/main" id="{3DECCD18-E3A8-014F-8B4C-611602BB5BDC}"/>
                </a:ext>
              </a:extLst>
            </p:cNvPr>
            <p:cNvSpPr/>
            <p:nvPr/>
          </p:nvSpPr>
          <p:spPr>
            <a:xfrm>
              <a:off x="1952125" y="918179"/>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63266 w 362313"/>
                <a:gd name="connsiteY6" fmla="*/ 157684 h 361971"/>
                <a:gd name="connsiteX7" fmla="*/ 269655 w 362313"/>
                <a:gd name="connsiteY7" fmla="*/ 151300 h 361971"/>
                <a:gd name="connsiteX8" fmla="*/ 276045 w 362313"/>
                <a:gd name="connsiteY8" fmla="*/ 157684 h 361971"/>
                <a:gd name="connsiteX9" fmla="*/ 276045 w 362313"/>
                <a:gd name="connsiteY9" fmla="*/ 188327 h 361971"/>
                <a:gd name="connsiteX10" fmla="*/ 269655 w 362313"/>
                <a:gd name="connsiteY10" fmla="*/ 194711 h 361971"/>
                <a:gd name="connsiteX11" fmla="*/ 263266 w 362313"/>
                <a:gd name="connsiteY11" fmla="*/ 188327 h 361971"/>
                <a:gd name="connsiteX12" fmla="*/ 263266 w 362313"/>
                <a:gd name="connsiteY12" fmla="*/ 157684 h 361971"/>
                <a:gd name="connsiteX13" fmla="*/ 245374 w 362313"/>
                <a:gd name="connsiteY13" fmla="*/ 210671 h 361971"/>
                <a:gd name="connsiteX14" fmla="*/ 243457 w 362313"/>
                <a:gd name="connsiteY14" fmla="*/ 215140 h 361971"/>
                <a:gd name="connsiteX15" fmla="*/ 174445 w 362313"/>
                <a:gd name="connsiteY15" fmla="*/ 284087 h 361971"/>
                <a:gd name="connsiteX16" fmla="*/ 165499 w 362313"/>
                <a:gd name="connsiteY16" fmla="*/ 284087 h 361971"/>
                <a:gd name="connsiteX17" fmla="*/ 165499 w 362313"/>
                <a:gd name="connsiteY17" fmla="*/ 284087 h 361971"/>
                <a:gd name="connsiteX18" fmla="*/ 74123 w 362313"/>
                <a:gd name="connsiteY18" fmla="*/ 192796 h 361971"/>
                <a:gd name="connsiteX19" fmla="*/ 74123 w 362313"/>
                <a:gd name="connsiteY19" fmla="*/ 183859 h 361971"/>
                <a:gd name="connsiteX20" fmla="*/ 181474 w 362313"/>
                <a:gd name="connsiteY20" fmla="*/ 76608 h 361971"/>
                <a:gd name="connsiteX21" fmla="*/ 190420 w 362313"/>
                <a:gd name="connsiteY21" fmla="*/ 76608 h 361971"/>
                <a:gd name="connsiteX22" fmla="*/ 243457 w 362313"/>
                <a:gd name="connsiteY22" fmla="*/ 129595 h 361971"/>
                <a:gd name="connsiteX23" fmla="*/ 245374 w 362313"/>
                <a:gd name="connsiteY23" fmla="*/ 134064 h 361971"/>
                <a:gd name="connsiteX24" fmla="*/ 245374 w 362313"/>
                <a:gd name="connsiteY24" fmla="*/ 210671 h 361971"/>
                <a:gd name="connsiteX25" fmla="*/ 269655 w 362313"/>
                <a:gd name="connsiteY25" fmla="*/ 270681 h 361971"/>
                <a:gd name="connsiteX26" fmla="*/ 247929 w 362313"/>
                <a:gd name="connsiteY26" fmla="*/ 248975 h 361971"/>
                <a:gd name="connsiteX27" fmla="*/ 249847 w 362313"/>
                <a:gd name="connsiteY27" fmla="*/ 240676 h 361971"/>
                <a:gd name="connsiteX28" fmla="*/ 249847 w 362313"/>
                <a:gd name="connsiteY28" fmla="*/ 240038 h 361971"/>
                <a:gd name="connsiteX29" fmla="*/ 263904 w 362313"/>
                <a:gd name="connsiteY29" fmla="*/ 215140 h 361971"/>
                <a:gd name="connsiteX30" fmla="*/ 272850 w 362313"/>
                <a:gd name="connsiteY30" fmla="*/ 212587 h 361971"/>
                <a:gd name="connsiteX31" fmla="*/ 275406 w 362313"/>
                <a:gd name="connsiteY31" fmla="*/ 215140 h 361971"/>
                <a:gd name="connsiteX32" fmla="*/ 289464 w 362313"/>
                <a:gd name="connsiteY32" fmla="*/ 240038 h 361971"/>
                <a:gd name="connsiteX33" fmla="*/ 289464 w 362313"/>
                <a:gd name="connsiteY33" fmla="*/ 240676 h 361971"/>
                <a:gd name="connsiteX34" fmla="*/ 291381 w 362313"/>
                <a:gd name="connsiteY34" fmla="*/ 248975 h 361971"/>
                <a:gd name="connsiteX35" fmla="*/ 269655 w 362313"/>
                <a:gd name="connsiteY35" fmla="*/ 27068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263266" y="157684"/>
                  </a:moveTo>
                  <a:cubicBezTo>
                    <a:pt x="263266" y="153854"/>
                    <a:pt x="265821" y="151300"/>
                    <a:pt x="269655" y="151300"/>
                  </a:cubicBezTo>
                  <a:cubicBezTo>
                    <a:pt x="273489" y="151300"/>
                    <a:pt x="276045" y="153854"/>
                    <a:pt x="276045" y="157684"/>
                  </a:cubicBezTo>
                  <a:lnTo>
                    <a:pt x="276045" y="188327"/>
                  </a:lnTo>
                  <a:cubicBezTo>
                    <a:pt x="276045" y="192158"/>
                    <a:pt x="273489" y="194711"/>
                    <a:pt x="269655" y="194711"/>
                  </a:cubicBezTo>
                  <a:cubicBezTo>
                    <a:pt x="265821" y="194711"/>
                    <a:pt x="263266" y="192158"/>
                    <a:pt x="263266" y="188327"/>
                  </a:cubicBezTo>
                  <a:lnTo>
                    <a:pt x="263266" y="157684"/>
                  </a:lnTo>
                  <a:close/>
                  <a:moveTo>
                    <a:pt x="245374" y="210671"/>
                  </a:moveTo>
                  <a:cubicBezTo>
                    <a:pt x="245374" y="212587"/>
                    <a:pt x="244735" y="213863"/>
                    <a:pt x="243457" y="215140"/>
                  </a:cubicBezTo>
                  <a:lnTo>
                    <a:pt x="174445" y="284087"/>
                  </a:lnTo>
                  <a:cubicBezTo>
                    <a:pt x="171889" y="286641"/>
                    <a:pt x="168055" y="286641"/>
                    <a:pt x="165499" y="284087"/>
                  </a:cubicBezTo>
                  <a:cubicBezTo>
                    <a:pt x="165499" y="284087"/>
                    <a:pt x="165499" y="284087"/>
                    <a:pt x="165499" y="284087"/>
                  </a:cubicBezTo>
                  <a:lnTo>
                    <a:pt x="74123" y="192796"/>
                  </a:lnTo>
                  <a:cubicBezTo>
                    <a:pt x="71567" y="190243"/>
                    <a:pt x="71567" y="186412"/>
                    <a:pt x="74123" y="183859"/>
                  </a:cubicBezTo>
                  <a:lnTo>
                    <a:pt x="181474" y="76608"/>
                  </a:lnTo>
                  <a:cubicBezTo>
                    <a:pt x="184030" y="74054"/>
                    <a:pt x="187864" y="74054"/>
                    <a:pt x="190420" y="76608"/>
                  </a:cubicBezTo>
                  <a:lnTo>
                    <a:pt x="243457" y="129595"/>
                  </a:lnTo>
                  <a:cubicBezTo>
                    <a:pt x="244735" y="130872"/>
                    <a:pt x="245374" y="132148"/>
                    <a:pt x="245374" y="134064"/>
                  </a:cubicBezTo>
                  <a:lnTo>
                    <a:pt x="245374" y="210671"/>
                  </a:lnTo>
                  <a:close/>
                  <a:moveTo>
                    <a:pt x="269655" y="270681"/>
                  </a:moveTo>
                  <a:cubicBezTo>
                    <a:pt x="257514" y="270681"/>
                    <a:pt x="247929" y="261105"/>
                    <a:pt x="247929" y="248975"/>
                  </a:cubicBezTo>
                  <a:cubicBezTo>
                    <a:pt x="247929" y="246422"/>
                    <a:pt x="248569" y="243230"/>
                    <a:pt x="249847" y="240676"/>
                  </a:cubicBezTo>
                  <a:cubicBezTo>
                    <a:pt x="249847" y="240676"/>
                    <a:pt x="249847" y="240038"/>
                    <a:pt x="249847" y="240038"/>
                  </a:cubicBezTo>
                  <a:lnTo>
                    <a:pt x="263904" y="215140"/>
                  </a:lnTo>
                  <a:cubicBezTo>
                    <a:pt x="265821" y="211948"/>
                    <a:pt x="269655" y="211310"/>
                    <a:pt x="272850" y="212587"/>
                  </a:cubicBezTo>
                  <a:cubicBezTo>
                    <a:pt x="274128" y="213225"/>
                    <a:pt x="274767" y="213863"/>
                    <a:pt x="275406" y="215140"/>
                  </a:cubicBezTo>
                  <a:lnTo>
                    <a:pt x="289464" y="240038"/>
                  </a:lnTo>
                  <a:cubicBezTo>
                    <a:pt x="289464" y="240038"/>
                    <a:pt x="289464" y="240676"/>
                    <a:pt x="289464" y="240676"/>
                  </a:cubicBezTo>
                  <a:cubicBezTo>
                    <a:pt x="290742" y="243230"/>
                    <a:pt x="291381" y="246422"/>
                    <a:pt x="291381" y="248975"/>
                  </a:cubicBezTo>
                  <a:cubicBezTo>
                    <a:pt x="291381" y="261105"/>
                    <a:pt x="281796" y="270681"/>
                    <a:pt x="269655" y="270681"/>
                  </a:cubicBezTo>
                  <a:close/>
                </a:path>
              </a:pathLst>
            </a:custGeom>
            <a:solidFill>
              <a:srgbClr val="004F59"/>
            </a:solidFill>
            <a:ln w="6390" cap="flat">
              <a:noFill/>
              <a:prstDash val="solid"/>
              <a:miter/>
            </a:ln>
          </p:spPr>
          <p:txBody>
            <a:bodyPr rtlCol="0" anchor="ctr"/>
            <a:lstStyle/>
            <a:p>
              <a:endParaRPr lang="en-US"/>
            </a:p>
          </p:txBody>
        </p:sp>
      </p:grpSp>
      <p:grpSp>
        <p:nvGrpSpPr>
          <p:cNvPr id="320" name="Graphic 4">
            <a:extLst>
              <a:ext uri="{FF2B5EF4-FFF2-40B4-BE49-F238E27FC236}">
                <a16:creationId xmlns:a16="http://schemas.microsoft.com/office/drawing/2014/main" id="{55C907F0-BE0C-774A-AA49-92CFAB6F57D5}"/>
              </a:ext>
            </a:extLst>
          </p:cNvPr>
          <p:cNvGrpSpPr>
            <a:grpSpLocks noChangeAspect="1"/>
          </p:cNvGrpSpPr>
          <p:nvPr/>
        </p:nvGrpSpPr>
        <p:grpSpPr>
          <a:xfrm>
            <a:off x="905454" y="2371173"/>
            <a:ext cx="362309" cy="362610"/>
            <a:chOff x="905454" y="2371173"/>
            <a:chExt cx="362309" cy="362610"/>
          </a:xfrm>
          <a:solidFill>
            <a:srgbClr val="004F59"/>
          </a:solidFill>
        </p:grpSpPr>
        <p:sp>
          <p:nvSpPr>
            <p:cNvPr id="321" name="Graphic 4">
              <a:extLst>
                <a:ext uri="{FF2B5EF4-FFF2-40B4-BE49-F238E27FC236}">
                  <a16:creationId xmlns:a16="http://schemas.microsoft.com/office/drawing/2014/main" id="{72676218-FAEE-524F-9332-028EE43A21AD}"/>
                </a:ext>
              </a:extLst>
            </p:cNvPr>
            <p:cNvSpPr/>
            <p:nvPr/>
          </p:nvSpPr>
          <p:spPr>
            <a:xfrm>
              <a:off x="1053700" y="2491192"/>
              <a:ext cx="40895" cy="21067"/>
            </a:xfrm>
            <a:custGeom>
              <a:avLst/>
              <a:gdLst>
                <a:gd name="connsiteX0" fmla="*/ 0 w 40895"/>
                <a:gd name="connsiteY0" fmla="*/ 0 h 21067"/>
                <a:gd name="connsiteX1" fmla="*/ 40896 w 40895"/>
                <a:gd name="connsiteY1" fmla="*/ 0 h 21067"/>
                <a:gd name="connsiteX2" fmla="*/ 40896 w 40895"/>
                <a:gd name="connsiteY2" fmla="*/ 21067 h 21067"/>
                <a:gd name="connsiteX3" fmla="*/ 0 w 40895"/>
                <a:gd name="connsiteY3" fmla="*/ 21067 h 21067"/>
              </a:gdLst>
              <a:ahLst/>
              <a:cxnLst>
                <a:cxn ang="0">
                  <a:pos x="connsiteX0" y="connsiteY0"/>
                </a:cxn>
                <a:cxn ang="0">
                  <a:pos x="connsiteX1" y="connsiteY1"/>
                </a:cxn>
                <a:cxn ang="0">
                  <a:pos x="connsiteX2" y="connsiteY2"/>
                </a:cxn>
                <a:cxn ang="0">
                  <a:pos x="connsiteX3" y="connsiteY3"/>
                </a:cxn>
              </a:cxnLst>
              <a:rect l="l" t="t" r="r" b="b"/>
              <a:pathLst>
                <a:path w="40895" h="21067">
                  <a:moveTo>
                    <a:pt x="0" y="0"/>
                  </a:moveTo>
                  <a:lnTo>
                    <a:pt x="40896" y="0"/>
                  </a:lnTo>
                  <a:lnTo>
                    <a:pt x="40896" y="21067"/>
                  </a:lnTo>
                  <a:lnTo>
                    <a:pt x="0" y="21067"/>
                  </a:lnTo>
                  <a:close/>
                </a:path>
              </a:pathLst>
            </a:custGeom>
            <a:solidFill>
              <a:srgbClr val="004F59"/>
            </a:solidFill>
            <a:ln w="6390" cap="flat">
              <a:noFill/>
              <a:prstDash val="solid"/>
              <a:miter/>
            </a:ln>
          </p:spPr>
          <p:txBody>
            <a:bodyPr rtlCol="0" anchor="ctr"/>
            <a:lstStyle/>
            <a:p>
              <a:endParaRPr lang="en-US"/>
            </a:p>
          </p:txBody>
        </p:sp>
        <p:sp>
          <p:nvSpPr>
            <p:cNvPr id="322" name="Graphic 4">
              <a:extLst>
                <a:ext uri="{FF2B5EF4-FFF2-40B4-BE49-F238E27FC236}">
                  <a16:creationId xmlns:a16="http://schemas.microsoft.com/office/drawing/2014/main" id="{80B17169-438E-6344-80E0-ACEDE1424D06}"/>
                </a:ext>
              </a:extLst>
            </p:cNvPr>
            <p:cNvSpPr/>
            <p:nvPr/>
          </p:nvSpPr>
          <p:spPr>
            <a:xfrm>
              <a:off x="1026862" y="2463741"/>
              <a:ext cx="95210" cy="176197"/>
            </a:xfrm>
            <a:custGeom>
              <a:avLst/>
              <a:gdLst>
                <a:gd name="connsiteX0" fmla="*/ 0 w 95210"/>
                <a:gd name="connsiteY0" fmla="*/ 176198 h 176197"/>
                <a:gd name="connsiteX1" fmla="*/ 95210 w 95210"/>
                <a:gd name="connsiteY1" fmla="*/ 176198 h 176197"/>
                <a:gd name="connsiteX2" fmla="*/ 95210 w 95210"/>
                <a:gd name="connsiteY2" fmla="*/ 0 h 176197"/>
                <a:gd name="connsiteX3" fmla="*/ 0 w 95210"/>
                <a:gd name="connsiteY3" fmla="*/ 0 h 176197"/>
                <a:gd name="connsiteX4" fmla="*/ 0 w 95210"/>
                <a:gd name="connsiteY4" fmla="*/ 176198 h 176197"/>
                <a:gd name="connsiteX5" fmla="*/ 14058 w 95210"/>
                <a:gd name="connsiteY5" fmla="*/ 21067 h 176197"/>
                <a:gd name="connsiteX6" fmla="*/ 20448 w 95210"/>
                <a:gd name="connsiteY6" fmla="*/ 14683 h 176197"/>
                <a:gd name="connsiteX7" fmla="*/ 74123 w 95210"/>
                <a:gd name="connsiteY7" fmla="*/ 14683 h 176197"/>
                <a:gd name="connsiteX8" fmla="*/ 80513 w 95210"/>
                <a:gd name="connsiteY8" fmla="*/ 21067 h 176197"/>
                <a:gd name="connsiteX9" fmla="*/ 80513 w 95210"/>
                <a:gd name="connsiteY9" fmla="*/ 54902 h 176197"/>
                <a:gd name="connsiteX10" fmla="*/ 74123 w 95210"/>
                <a:gd name="connsiteY10" fmla="*/ 61286 h 176197"/>
                <a:gd name="connsiteX11" fmla="*/ 20448 w 95210"/>
                <a:gd name="connsiteY11" fmla="*/ 61286 h 176197"/>
                <a:gd name="connsiteX12" fmla="*/ 14058 w 95210"/>
                <a:gd name="connsiteY12" fmla="*/ 54902 h 176197"/>
                <a:gd name="connsiteX13" fmla="*/ 14058 w 95210"/>
                <a:gd name="connsiteY13" fmla="*/ 21067 h 176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5210" h="176197">
                  <a:moveTo>
                    <a:pt x="0" y="176198"/>
                  </a:moveTo>
                  <a:lnTo>
                    <a:pt x="95210" y="176198"/>
                  </a:lnTo>
                  <a:lnTo>
                    <a:pt x="95210" y="0"/>
                  </a:lnTo>
                  <a:lnTo>
                    <a:pt x="0" y="0"/>
                  </a:lnTo>
                  <a:lnTo>
                    <a:pt x="0" y="176198"/>
                  </a:lnTo>
                  <a:close/>
                  <a:moveTo>
                    <a:pt x="14058" y="21067"/>
                  </a:moveTo>
                  <a:cubicBezTo>
                    <a:pt x="14058" y="17237"/>
                    <a:pt x="16614" y="14683"/>
                    <a:pt x="20448" y="14683"/>
                  </a:cubicBezTo>
                  <a:lnTo>
                    <a:pt x="74123" y="14683"/>
                  </a:lnTo>
                  <a:cubicBezTo>
                    <a:pt x="77957" y="14683"/>
                    <a:pt x="80513" y="17237"/>
                    <a:pt x="80513" y="21067"/>
                  </a:cubicBezTo>
                  <a:lnTo>
                    <a:pt x="80513" y="54902"/>
                  </a:lnTo>
                  <a:cubicBezTo>
                    <a:pt x="80513" y="58733"/>
                    <a:pt x="77957" y="61286"/>
                    <a:pt x="74123" y="61286"/>
                  </a:cubicBezTo>
                  <a:lnTo>
                    <a:pt x="20448" y="61286"/>
                  </a:lnTo>
                  <a:cubicBezTo>
                    <a:pt x="16614" y="61286"/>
                    <a:pt x="14058" y="58733"/>
                    <a:pt x="14058" y="54902"/>
                  </a:cubicBezTo>
                  <a:lnTo>
                    <a:pt x="14058" y="21067"/>
                  </a:lnTo>
                  <a:close/>
                </a:path>
              </a:pathLst>
            </a:custGeom>
            <a:solidFill>
              <a:srgbClr val="004F59"/>
            </a:solidFill>
            <a:ln w="6390" cap="flat">
              <a:noFill/>
              <a:prstDash val="solid"/>
              <a:miter/>
            </a:ln>
          </p:spPr>
          <p:txBody>
            <a:bodyPr rtlCol="0" anchor="ctr"/>
            <a:lstStyle/>
            <a:p>
              <a:endParaRPr lang="en-US"/>
            </a:p>
          </p:txBody>
        </p:sp>
        <p:sp>
          <p:nvSpPr>
            <p:cNvPr id="401" name="Graphic 4">
              <a:extLst>
                <a:ext uri="{FF2B5EF4-FFF2-40B4-BE49-F238E27FC236}">
                  <a16:creationId xmlns:a16="http://schemas.microsoft.com/office/drawing/2014/main" id="{DC9118BC-5AD1-F54D-9351-58AC2557BB42}"/>
                </a:ext>
              </a:extLst>
            </p:cNvPr>
            <p:cNvSpPr/>
            <p:nvPr/>
          </p:nvSpPr>
          <p:spPr>
            <a:xfrm>
              <a:off x="905454" y="237117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276045 w 362309"/>
                <a:gd name="connsiteY6" fmla="*/ 216417 h 362610"/>
                <a:gd name="connsiteX7" fmla="*/ 229399 w 362309"/>
                <a:gd name="connsiteY7" fmla="*/ 252806 h 362610"/>
                <a:gd name="connsiteX8" fmla="*/ 229399 w 362309"/>
                <a:gd name="connsiteY8" fmla="*/ 275150 h 362610"/>
                <a:gd name="connsiteX9" fmla="*/ 223009 w 362309"/>
                <a:gd name="connsiteY9" fmla="*/ 281534 h 362610"/>
                <a:gd name="connsiteX10" fmla="*/ 115019 w 362309"/>
                <a:gd name="connsiteY10" fmla="*/ 281534 h 362610"/>
                <a:gd name="connsiteX11" fmla="*/ 108629 w 362309"/>
                <a:gd name="connsiteY11" fmla="*/ 275150 h 362610"/>
                <a:gd name="connsiteX12" fmla="*/ 108629 w 362309"/>
                <a:gd name="connsiteY12" fmla="*/ 86184 h 362610"/>
                <a:gd name="connsiteX13" fmla="*/ 115019 w 362309"/>
                <a:gd name="connsiteY13" fmla="*/ 79800 h 362610"/>
                <a:gd name="connsiteX14" fmla="*/ 223009 w 362309"/>
                <a:gd name="connsiteY14" fmla="*/ 79800 h 362610"/>
                <a:gd name="connsiteX15" fmla="*/ 229399 w 362309"/>
                <a:gd name="connsiteY15" fmla="*/ 86184 h 362610"/>
                <a:gd name="connsiteX16" fmla="*/ 229399 w 362309"/>
                <a:gd name="connsiteY16" fmla="*/ 239399 h 362610"/>
                <a:gd name="connsiteX17" fmla="*/ 263904 w 362309"/>
                <a:gd name="connsiteY17" fmla="*/ 211948 h 362610"/>
                <a:gd name="connsiteX18" fmla="*/ 258154 w 362309"/>
                <a:gd name="connsiteY18" fmla="*/ 170452 h 362610"/>
                <a:gd name="connsiteX19" fmla="*/ 252403 w 362309"/>
                <a:gd name="connsiteY19" fmla="*/ 160876 h 362610"/>
                <a:gd name="connsiteX20" fmla="*/ 252403 w 362309"/>
                <a:gd name="connsiteY20" fmla="*/ 160876 h 362610"/>
                <a:gd name="connsiteX21" fmla="*/ 251764 w 362309"/>
                <a:gd name="connsiteY21" fmla="*/ 159600 h 362610"/>
                <a:gd name="connsiteX22" fmla="*/ 251764 w 362309"/>
                <a:gd name="connsiteY22" fmla="*/ 159600 h 362610"/>
                <a:gd name="connsiteX23" fmla="*/ 250486 w 362309"/>
                <a:gd name="connsiteY23" fmla="*/ 153854 h 362610"/>
                <a:gd name="connsiteX24" fmla="*/ 257514 w 362309"/>
                <a:gd name="connsiteY24" fmla="*/ 142363 h 362610"/>
                <a:gd name="connsiteX25" fmla="*/ 244735 w 362309"/>
                <a:gd name="connsiteY25" fmla="*/ 116189 h 362610"/>
                <a:gd name="connsiteX26" fmla="*/ 247291 w 362309"/>
                <a:gd name="connsiteY26" fmla="*/ 107889 h 362610"/>
                <a:gd name="connsiteX27" fmla="*/ 255597 w 362309"/>
                <a:gd name="connsiteY27" fmla="*/ 111081 h 362610"/>
                <a:gd name="connsiteX28" fmla="*/ 272850 w 362309"/>
                <a:gd name="connsiteY28" fmla="*/ 144916 h 362610"/>
                <a:gd name="connsiteX29" fmla="*/ 276684 w 362309"/>
                <a:gd name="connsiteY29" fmla="*/ 153854 h 362610"/>
                <a:gd name="connsiteX30" fmla="*/ 276684 w 362309"/>
                <a:gd name="connsiteY30" fmla="*/ 153854 h 362610"/>
                <a:gd name="connsiteX31" fmla="*/ 276684 w 362309"/>
                <a:gd name="connsiteY31" fmla="*/ 153854 h 362610"/>
                <a:gd name="connsiteX32" fmla="*/ 269655 w 362309"/>
                <a:gd name="connsiteY32" fmla="*/ 165345 h 362610"/>
                <a:gd name="connsiteX33" fmla="*/ 276045 w 362309"/>
                <a:gd name="connsiteY33" fmla="*/ 216417 h 362610"/>
                <a:gd name="connsiteX34" fmla="*/ 276045 w 362309"/>
                <a:gd name="connsiteY34" fmla="*/ 216417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81077"/>
                    <a:pt x="281157" y="0"/>
                    <a:pt x="180835" y="0"/>
                  </a:cubicBezTo>
                  <a:cubicBezTo>
                    <a:pt x="180835" y="0"/>
                    <a:pt x="180835" y="0"/>
                    <a:pt x="180835" y="0"/>
                  </a:cubicBezTo>
                  <a:close/>
                  <a:moveTo>
                    <a:pt x="276045" y="216417"/>
                  </a:moveTo>
                  <a:cubicBezTo>
                    <a:pt x="269655" y="233015"/>
                    <a:pt x="253680" y="245145"/>
                    <a:pt x="229399" y="252806"/>
                  </a:cubicBezTo>
                  <a:lnTo>
                    <a:pt x="229399" y="275150"/>
                  </a:lnTo>
                  <a:cubicBezTo>
                    <a:pt x="229399" y="278980"/>
                    <a:pt x="226843" y="281534"/>
                    <a:pt x="223009" y="281534"/>
                  </a:cubicBezTo>
                  <a:lnTo>
                    <a:pt x="115019" y="281534"/>
                  </a:lnTo>
                  <a:cubicBezTo>
                    <a:pt x="111185" y="281534"/>
                    <a:pt x="108629" y="278980"/>
                    <a:pt x="108629" y="275150"/>
                  </a:cubicBezTo>
                  <a:lnTo>
                    <a:pt x="108629" y="86184"/>
                  </a:lnTo>
                  <a:cubicBezTo>
                    <a:pt x="108629" y="82354"/>
                    <a:pt x="111185" y="79800"/>
                    <a:pt x="115019" y="79800"/>
                  </a:cubicBezTo>
                  <a:lnTo>
                    <a:pt x="223009" y="79800"/>
                  </a:lnTo>
                  <a:cubicBezTo>
                    <a:pt x="226843" y="79800"/>
                    <a:pt x="229399" y="82354"/>
                    <a:pt x="229399" y="86184"/>
                  </a:cubicBezTo>
                  <a:lnTo>
                    <a:pt x="229399" y="239399"/>
                  </a:lnTo>
                  <a:cubicBezTo>
                    <a:pt x="247930" y="233015"/>
                    <a:pt x="259431" y="224078"/>
                    <a:pt x="263904" y="211948"/>
                  </a:cubicBezTo>
                  <a:cubicBezTo>
                    <a:pt x="271572" y="192158"/>
                    <a:pt x="258154" y="171091"/>
                    <a:pt x="258154" y="170452"/>
                  </a:cubicBezTo>
                  <a:lnTo>
                    <a:pt x="252403" y="160876"/>
                  </a:lnTo>
                  <a:lnTo>
                    <a:pt x="252403" y="160876"/>
                  </a:lnTo>
                  <a:lnTo>
                    <a:pt x="251764" y="159600"/>
                  </a:lnTo>
                  <a:lnTo>
                    <a:pt x="251764" y="159600"/>
                  </a:lnTo>
                  <a:cubicBezTo>
                    <a:pt x="251125" y="157684"/>
                    <a:pt x="250486" y="155769"/>
                    <a:pt x="250486" y="153854"/>
                  </a:cubicBezTo>
                  <a:cubicBezTo>
                    <a:pt x="250486" y="148747"/>
                    <a:pt x="253042" y="144278"/>
                    <a:pt x="257514" y="142363"/>
                  </a:cubicBezTo>
                  <a:lnTo>
                    <a:pt x="244735" y="116189"/>
                  </a:lnTo>
                  <a:cubicBezTo>
                    <a:pt x="243457" y="112997"/>
                    <a:pt x="244096" y="109166"/>
                    <a:pt x="247291" y="107889"/>
                  </a:cubicBezTo>
                  <a:cubicBezTo>
                    <a:pt x="250486" y="106613"/>
                    <a:pt x="254320" y="107889"/>
                    <a:pt x="255597" y="111081"/>
                  </a:cubicBezTo>
                  <a:lnTo>
                    <a:pt x="272850" y="144916"/>
                  </a:lnTo>
                  <a:cubicBezTo>
                    <a:pt x="275406" y="147470"/>
                    <a:pt x="276684" y="150662"/>
                    <a:pt x="276684" y="153854"/>
                  </a:cubicBezTo>
                  <a:lnTo>
                    <a:pt x="276684" y="153854"/>
                  </a:lnTo>
                  <a:lnTo>
                    <a:pt x="276684" y="153854"/>
                  </a:lnTo>
                  <a:cubicBezTo>
                    <a:pt x="276684" y="158961"/>
                    <a:pt x="274128" y="162792"/>
                    <a:pt x="269655" y="165345"/>
                  </a:cubicBezTo>
                  <a:cubicBezTo>
                    <a:pt x="272850" y="170452"/>
                    <a:pt x="284991" y="193435"/>
                    <a:pt x="276045" y="216417"/>
                  </a:cubicBezTo>
                  <a:lnTo>
                    <a:pt x="276045" y="216417"/>
                  </a:lnTo>
                  <a:close/>
                </a:path>
              </a:pathLst>
            </a:custGeom>
            <a:solidFill>
              <a:srgbClr val="004F59"/>
            </a:solidFill>
            <a:ln w="6390" cap="flat">
              <a:noFill/>
              <a:prstDash val="solid"/>
              <a:miter/>
            </a:ln>
          </p:spPr>
          <p:txBody>
            <a:bodyPr rtlCol="0" anchor="ctr"/>
            <a:lstStyle/>
            <a:p>
              <a:endParaRPr lang="en-US"/>
            </a:p>
          </p:txBody>
        </p:sp>
      </p:grpSp>
      <p:grpSp>
        <p:nvGrpSpPr>
          <p:cNvPr id="402" name="Graphic 4">
            <a:extLst>
              <a:ext uri="{FF2B5EF4-FFF2-40B4-BE49-F238E27FC236}">
                <a16:creationId xmlns:a16="http://schemas.microsoft.com/office/drawing/2014/main" id="{189EFC28-5886-9E4C-90DB-8D8317D16377}"/>
              </a:ext>
            </a:extLst>
          </p:cNvPr>
          <p:cNvGrpSpPr>
            <a:grpSpLocks noChangeAspect="1"/>
          </p:cNvGrpSpPr>
          <p:nvPr/>
        </p:nvGrpSpPr>
        <p:grpSpPr>
          <a:xfrm>
            <a:off x="467104" y="4308712"/>
            <a:ext cx="362309" cy="361971"/>
            <a:chOff x="467104" y="4308712"/>
            <a:chExt cx="362309" cy="361971"/>
          </a:xfrm>
          <a:solidFill>
            <a:srgbClr val="004F59"/>
          </a:solidFill>
        </p:grpSpPr>
        <p:sp>
          <p:nvSpPr>
            <p:cNvPr id="403" name="Graphic 4">
              <a:extLst>
                <a:ext uri="{FF2B5EF4-FFF2-40B4-BE49-F238E27FC236}">
                  <a16:creationId xmlns:a16="http://schemas.microsoft.com/office/drawing/2014/main" id="{554B30EE-8F1F-C948-B2A5-82B0287A268D}"/>
                </a:ext>
              </a:extLst>
            </p:cNvPr>
            <p:cNvSpPr/>
            <p:nvPr/>
          </p:nvSpPr>
          <p:spPr>
            <a:xfrm>
              <a:off x="467104" y="4308712"/>
              <a:ext cx="362309" cy="361971"/>
            </a:xfrm>
            <a:custGeom>
              <a:avLst/>
              <a:gdLst>
                <a:gd name="connsiteX0" fmla="*/ 181474 w 362309"/>
                <a:gd name="connsiteY0" fmla="*/ 0 h 361971"/>
                <a:gd name="connsiteX1" fmla="*/ 0 w 362309"/>
                <a:gd name="connsiteY1" fmla="*/ 180667 h 361971"/>
                <a:gd name="connsiteX2" fmla="*/ 181474 w 362309"/>
                <a:gd name="connsiteY2" fmla="*/ 361972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349204 h 361971"/>
                <a:gd name="connsiteX7" fmla="*/ 13419 w 362309"/>
                <a:gd name="connsiteY7" fmla="*/ 181305 h 361971"/>
                <a:gd name="connsiteX8" fmla="*/ 181474 w 362309"/>
                <a:gd name="connsiteY8" fmla="*/ 12768 h 361971"/>
                <a:gd name="connsiteX9" fmla="*/ 349530 w 362309"/>
                <a:gd name="connsiteY9" fmla="*/ 181305 h 361971"/>
                <a:gd name="connsiteX10" fmla="*/ 349530 w 362309"/>
                <a:gd name="connsiteY10" fmla="*/ 181305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1474" y="361972"/>
                  </a:cubicBezTo>
                  <a:cubicBezTo>
                    <a:pt x="281796" y="361972"/>
                    <a:pt x="362309" y="280895"/>
                    <a:pt x="362309" y="180667"/>
                  </a:cubicBezTo>
                  <a:lnTo>
                    <a:pt x="362309" y="180667"/>
                  </a:lnTo>
                  <a:cubicBezTo>
                    <a:pt x="362309" y="81077"/>
                    <a:pt x="281157"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lnTo>
                    <a:pt x="181474" y="349204"/>
                  </a:lnTo>
                  <a:close/>
                </a:path>
              </a:pathLst>
            </a:custGeom>
            <a:solidFill>
              <a:srgbClr val="004F59"/>
            </a:solidFill>
            <a:ln w="6390" cap="flat">
              <a:noFill/>
              <a:prstDash val="solid"/>
              <a:miter/>
            </a:ln>
          </p:spPr>
          <p:txBody>
            <a:bodyPr rtlCol="0" anchor="ctr"/>
            <a:lstStyle/>
            <a:p>
              <a:endParaRPr lang="en-US"/>
            </a:p>
          </p:txBody>
        </p:sp>
        <p:grpSp>
          <p:nvGrpSpPr>
            <p:cNvPr id="404" name="Graphic 4">
              <a:extLst>
                <a:ext uri="{FF2B5EF4-FFF2-40B4-BE49-F238E27FC236}">
                  <a16:creationId xmlns:a16="http://schemas.microsoft.com/office/drawing/2014/main" id="{43FB857F-315E-404A-8609-346D7E83B860}"/>
                </a:ext>
              </a:extLst>
            </p:cNvPr>
            <p:cNvGrpSpPr/>
            <p:nvPr/>
          </p:nvGrpSpPr>
          <p:grpSpPr>
            <a:xfrm>
              <a:off x="533559" y="4396172"/>
              <a:ext cx="228120" cy="187050"/>
              <a:chOff x="533559" y="4396172"/>
              <a:chExt cx="228120" cy="187050"/>
            </a:xfrm>
            <a:solidFill>
              <a:srgbClr val="004F59"/>
            </a:solidFill>
          </p:grpSpPr>
          <p:sp>
            <p:nvSpPr>
              <p:cNvPr id="405" name="Graphic 4">
                <a:extLst>
                  <a:ext uri="{FF2B5EF4-FFF2-40B4-BE49-F238E27FC236}">
                    <a16:creationId xmlns:a16="http://schemas.microsoft.com/office/drawing/2014/main" id="{019F30E9-C39E-5C4F-969A-71473550C047}"/>
                  </a:ext>
                </a:extLst>
              </p:cNvPr>
              <p:cNvSpPr/>
              <p:nvPr/>
            </p:nvSpPr>
            <p:spPr>
              <a:xfrm>
                <a:off x="626377" y="4486186"/>
                <a:ext cx="46263" cy="73415"/>
              </a:xfrm>
              <a:custGeom>
                <a:avLst/>
                <a:gdLst>
                  <a:gd name="connsiteX0" fmla="*/ 4949 w 46263"/>
                  <a:gd name="connsiteY0" fmla="*/ 45965 h 73415"/>
                  <a:gd name="connsiteX1" fmla="*/ 13255 w 46263"/>
                  <a:gd name="connsiteY1" fmla="*/ 45965 h 73415"/>
                  <a:gd name="connsiteX2" fmla="*/ 8783 w 46263"/>
                  <a:gd name="connsiteY2" fmla="*/ 65755 h 73415"/>
                  <a:gd name="connsiteX3" fmla="*/ 12617 w 46263"/>
                  <a:gd name="connsiteY3" fmla="*/ 72777 h 73415"/>
                  <a:gd name="connsiteX4" fmla="*/ 15172 w 46263"/>
                  <a:gd name="connsiteY4" fmla="*/ 73416 h 73415"/>
                  <a:gd name="connsiteX5" fmla="*/ 20923 w 46263"/>
                  <a:gd name="connsiteY5" fmla="*/ 70862 h 73415"/>
                  <a:gd name="connsiteX6" fmla="*/ 45205 w 46263"/>
                  <a:gd name="connsiteY6" fmla="*/ 37666 h 73415"/>
                  <a:gd name="connsiteX7" fmla="*/ 45844 w 46263"/>
                  <a:gd name="connsiteY7" fmla="*/ 31282 h 73415"/>
                  <a:gd name="connsiteX8" fmla="*/ 40093 w 46263"/>
                  <a:gd name="connsiteY8" fmla="*/ 27451 h 73415"/>
                  <a:gd name="connsiteX9" fmla="*/ 31786 w 46263"/>
                  <a:gd name="connsiteY9" fmla="*/ 27451 h 73415"/>
                  <a:gd name="connsiteX10" fmla="*/ 36898 w 46263"/>
                  <a:gd name="connsiteY10" fmla="*/ 7661 h 73415"/>
                  <a:gd name="connsiteX11" fmla="*/ 33064 w 46263"/>
                  <a:gd name="connsiteY11" fmla="*/ 638 h 73415"/>
                  <a:gd name="connsiteX12" fmla="*/ 25396 w 46263"/>
                  <a:gd name="connsiteY12" fmla="*/ 2554 h 73415"/>
                  <a:gd name="connsiteX13" fmla="*/ 1115 w 46263"/>
                  <a:gd name="connsiteY13" fmla="*/ 35750 h 73415"/>
                  <a:gd name="connsiteX14" fmla="*/ 2393 w 46263"/>
                  <a:gd name="connsiteY14" fmla="*/ 44688 h 73415"/>
                  <a:gd name="connsiteX15" fmla="*/ 4949 w 46263"/>
                  <a:gd name="connsiteY15" fmla="*/ 45965 h 73415"/>
                  <a:gd name="connsiteX16" fmla="*/ 4949 w 46263"/>
                  <a:gd name="connsiteY16" fmla="*/ 45965 h 7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6263" h="73415">
                    <a:moveTo>
                      <a:pt x="4949" y="45965"/>
                    </a:moveTo>
                    <a:lnTo>
                      <a:pt x="13255" y="45965"/>
                    </a:lnTo>
                    <a:lnTo>
                      <a:pt x="8783" y="65755"/>
                    </a:lnTo>
                    <a:cubicBezTo>
                      <a:pt x="8144" y="68947"/>
                      <a:pt x="9422" y="71501"/>
                      <a:pt x="12617" y="72777"/>
                    </a:cubicBezTo>
                    <a:cubicBezTo>
                      <a:pt x="13255" y="73416"/>
                      <a:pt x="13894" y="73416"/>
                      <a:pt x="15172" y="73416"/>
                    </a:cubicBezTo>
                    <a:cubicBezTo>
                      <a:pt x="17089" y="73416"/>
                      <a:pt x="19645" y="72777"/>
                      <a:pt x="20923" y="70862"/>
                    </a:cubicBezTo>
                    <a:lnTo>
                      <a:pt x="45205" y="37666"/>
                    </a:lnTo>
                    <a:cubicBezTo>
                      <a:pt x="46483" y="35750"/>
                      <a:pt x="46483" y="33197"/>
                      <a:pt x="45844" y="31282"/>
                    </a:cubicBezTo>
                    <a:cubicBezTo>
                      <a:pt x="44566" y="29366"/>
                      <a:pt x="42649" y="27451"/>
                      <a:pt x="40093" y="27451"/>
                    </a:cubicBezTo>
                    <a:lnTo>
                      <a:pt x="31786" y="27451"/>
                    </a:lnTo>
                    <a:lnTo>
                      <a:pt x="36898" y="7661"/>
                    </a:lnTo>
                    <a:cubicBezTo>
                      <a:pt x="37537" y="4469"/>
                      <a:pt x="36259" y="1915"/>
                      <a:pt x="33064" y="638"/>
                    </a:cubicBezTo>
                    <a:cubicBezTo>
                      <a:pt x="30508" y="-638"/>
                      <a:pt x="27313" y="0"/>
                      <a:pt x="25396" y="2554"/>
                    </a:cubicBezTo>
                    <a:lnTo>
                      <a:pt x="1115" y="35750"/>
                    </a:lnTo>
                    <a:cubicBezTo>
                      <a:pt x="-802" y="38304"/>
                      <a:pt x="-163" y="42773"/>
                      <a:pt x="2393" y="44688"/>
                    </a:cubicBezTo>
                    <a:cubicBezTo>
                      <a:pt x="2393" y="45326"/>
                      <a:pt x="3671" y="45965"/>
                      <a:pt x="4949" y="45965"/>
                    </a:cubicBezTo>
                    <a:lnTo>
                      <a:pt x="4949" y="45965"/>
                    </a:lnTo>
                    <a:close/>
                  </a:path>
                </a:pathLst>
              </a:custGeom>
              <a:solidFill>
                <a:srgbClr val="004F59"/>
              </a:solidFill>
              <a:ln w="6390" cap="flat">
                <a:noFill/>
                <a:prstDash val="solid"/>
                <a:miter/>
              </a:ln>
            </p:spPr>
            <p:txBody>
              <a:bodyPr rtlCol="0" anchor="ctr"/>
              <a:lstStyle/>
              <a:p>
                <a:endParaRPr lang="en-US"/>
              </a:p>
            </p:txBody>
          </p:sp>
          <p:sp>
            <p:nvSpPr>
              <p:cNvPr id="406" name="Graphic 4">
                <a:extLst>
                  <a:ext uri="{FF2B5EF4-FFF2-40B4-BE49-F238E27FC236}">
                    <a16:creationId xmlns:a16="http://schemas.microsoft.com/office/drawing/2014/main" id="{C2FF5B99-4A49-764E-A2A7-7C9852476252}"/>
                  </a:ext>
                </a:extLst>
              </p:cNvPr>
              <p:cNvSpPr/>
              <p:nvPr/>
            </p:nvSpPr>
            <p:spPr>
              <a:xfrm>
                <a:off x="567344" y="4497039"/>
                <a:ext cx="49923" cy="51071"/>
              </a:xfrm>
              <a:custGeom>
                <a:avLst/>
                <a:gdLst>
                  <a:gd name="connsiteX0" fmla="*/ 6472 w 49923"/>
                  <a:gd name="connsiteY0" fmla="*/ 31920 h 51071"/>
                  <a:gd name="connsiteX1" fmla="*/ 6472 w 49923"/>
                  <a:gd name="connsiteY1" fmla="*/ 31920 h 51071"/>
                  <a:gd name="connsiteX2" fmla="*/ 19252 w 49923"/>
                  <a:gd name="connsiteY2" fmla="*/ 31920 h 51071"/>
                  <a:gd name="connsiteX3" fmla="*/ 19252 w 49923"/>
                  <a:gd name="connsiteY3" fmla="*/ 44688 h 51071"/>
                  <a:gd name="connsiteX4" fmla="*/ 25003 w 49923"/>
                  <a:gd name="connsiteY4" fmla="*/ 51072 h 51071"/>
                  <a:gd name="connsiteX5" fmla="*/ 25003 w 49923"/>
                  <a:gd name="connsiteY5" fmla="*/ 51072 h 51071"/>
                  <a:gd name="connsiteX6" fmla="*/ 31392 w 49923"/>
                  <a:gd name="connsiteY6" fmla="*/ 45327 h 51071"/>
                  <a:gd name="connsiteX7" fmla="*/ 31392 w 49923"/>
                  <a:gd name="connsiteY7" fmla="*/ 32559 h 51071"/>
                  <a:gd name="connsiteX8" fmla="*/ 43533 w 49923"/>
                  <a:gd name="connsiteY8" fmla="*/ 32559 h 51071"/>
                  <a:gd name="connsiteX9" fmla="*/ 49923 w 49923"/>
                  <a:gd name="connsiteY9" fmla="*/ 26175 h 51071"/>
                  <a:gd name="connsiteX10" fmla="*/ 43533 w 49923"/>
                  <a:gd name="connsiteY10" fmla="*/ 19791 h 51071"/>
                  <a:gd name="connsiteX11" fmla="*/ 31392 w 49923"/>
                  <a:gd name="connsiteY11" fmla="*/ 19791 h 51071"/>
                  <a:gd name="connsiteX12" fmla="*/ 31392 w 49923"/>
                  <a:gd name="connsiteY12" fmla="*/ 7023 h 51071"/>
                  <a:gd name="connsiteX13" fmla="*/ 25642 w 49923"/>
                  <a:gd name="connsiteY13" fmla="*/ 0 h 51071"/>
                  <a:gd name="connsiteX14" fmla="*/ 25003 w 49923"/>
                  <a:gd name="connsiteY14" fmla="*/ 0 h 51071"/>
                  <a:gd name="connsiteX15" fmla="*/ 18613 w 49923"/>
                  <a:gd name="connsiteY15" fmla="*/ 6384 h 51071"/>
                  <a:gd name="connsiteX16" fmla="*/ 18613 w 49923"/>
                  <a:gd name="connsiteY16" fmla="*/ 6384 h 51071"/>
                  <a:gd name="connsiteX17" fmla="*/ 18613 w 49923"/>
                  <a:gd name="connsiteY17" fmla="*/ 19152 h 51071"/>
                  <a:gd name="connsiteX18" fmla="*/ 6472 w 49923"/>
                  <a:gd name="connsiteY18" fmla="*/ 19152 h 51071"/>
                  <a:gd name="connsiteX19" fmla="*/ 82 w 49923"/>
                  <a:gd name="connsiteY19" fmla="*/ 24898 h 51071"/>
                  <a:gd name="connsiteX20" fmla="*/ 6472 w 49923"/>
                  <a:gd name="connsiteY20" fmla="*/ 31920 h 51071"/>
                  <a:gd name="connsiteX21" fmla="*/ 6472 w 49923"/>
                  <a:gd name="connsiteY21" fmla="*/ 31920 h 5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9923" h="51071">
                    <a:moveTo>
                      <a:pt x="6472" y="31920"/>
                    </a:moveTo>
                    <a:lnTo>
                      <a:pt x="6472" y="31920"/>
                    </a:lnTo>
                    <a:lnTo>
                      <a:pt x="19252" y="31920"/>
                    </a:lnTo>
                    <a:lnTo>
                      <a:pt x="19252" y="44688"/>
                    </a:lnTo>
                    <a:cubicBezTo>
                      <a:pt x="19252" y="48519"/>
                      <a:pt x="21808" y="51072"/>
                      <a:pt x="25003" y="51072"/>
                    </a:cubicBezTo>
                    <a:lnTo>
                      <a:pt x="25003" y="51072"/>
                    </a:lnTo>
                    <a:cubicBezTo>
                      <a:pt x="28837" y="51072"/>
                      <a:pt x="31392" y="48519"/>
                      <a:pt x="31392" y="45327"/>
                    </a:cubicBezTo>
                    <a:lnTo>
                      <a:pt x="31392" y="32559"/>
                    </a:lnTo>
                    <a:lnTo>
                      <a:pt x="43533" y="32559"/>
                    </a:lnTo>
                    <a:cubicBezTo>
                      <a:pt x="47367" y="32559"/>
                      <a:pt x="49923" y="30005"/>
                      <a:pt x="49923" y="26175"/>
                    </a:cubicBezTo>
                    <a:cubicBezTo>
                      <a:pt x="49923" y="22344"/>
                      <a:pt x="47367" y="19791"/>
                      <a:pt x="43533" y="19791"/>
                    </a:cubicBezTo>
                    <a:lnTo>
                      <a:pt x="31392" y="19791"/>
                    </a:lnTo>
                    <a:lnTo>
                      <a:pt x="31392" y="7023"/>
                    </a:lnTo>
                    <a:cubicBezTo>
                      <a:pt x="31392" y="3192"/>
                      <a:pt x="28837" y="639"/>
                      <a:pt x="25642" y="0"/>
                    </a:cubicBezTo>
                    <a:cubicBezTo>
                      <a:pt x="25642" y="0"/>
                      <a:pt x="25642" y="0"/>
                      <a:pt x="25003" y="0"/>
                    </a:cubicBezTo>
                    <a:cubicBezTo>
                      <a:pt x="21169" y="0"/>
                      <a:pt x="18613" y="2554"/>
                      <a:pt x="18613" y="6384"/>
                    </a:cubicBezTo>
                    <a:cubicBezTo>
                      <a:pt x="18613" y="6384"/>
                      <a:pt x="18613" y="6384"/>
                      <a:pt x="18613" y="6384"/>
                    </a:cubicBezTo>
                    <a:lnTo>
                      <a:pt x="18613" y="19152"/>
                    </a:lnTo>
                    <a:lnTo>
                      <a:pt x="6472" y="19152"/>
                    </a:lnTo>
                    <a:cubicBezTo>
                      <a:pt x="2638" y="19152"/>
                      <a:pt x="82" y="21706"/>
                      <a:pt x="82" y="24898"/>
                    </a:cubicBezTo>
                    <a:cubicBezTo>
                      <a:pt x="-557" y="29367"/>
                      <a:pt x="2638" y="31920"/>
                      <a:pt x="6472" y="31920"/>
                    </a:cubicBezTo>
                    <a:lnTo>
                      <a:pt x="6472" y="31920"/>
                    </a:lnTo>
                    <a:close/>
                  </a:path>
                </a:pathLst>
              </a:custGeom>
              <a:solidFill>
                <a:srgbClr val="004F59"/>
              </a:solidFill>
              <a:ln w="6390" cap="flat">
                <a:noFill/>
                <a:prstDash val="solid"/>
                <a:miter/>
              </a:ln>
            </p:spPr>
            <p:txBody>
              <a:bodyPr rtlCol="0" anchor="ctr"/>
              <a:lstStyle/>
              <a:p>
                <a:endParaRPr lang="en-US"/>
              </a:p>
            </p:txBody>
          </p:sp>
          <p:sp>
            <p:nvSpPr>
              <p:cNvPr id="407" name="Graphic 4">
                <a:extLst>
                  <a:ext uri="{FF2B5EF4-FFF2-40B4-BE49-F238E27FC236}">
                    <a16:creationId xmlns:a16="http://schemas.microsoft.com/office/drawing/2014/main" id="{72A1A564-74CE-9F46-A58E-0D13259A057B}"/>
                  </a:ext>
                </a:extLst>
              </p:cNvPr>
              <p:cNvSpPr/>
              <p:nvPr/>
            </p:nvSpPr>
            <p:spPr>
              <a:xfrm>
                <a:off x="678611" y="4516191"/>
                <a:ext cx="50480" cy="12767"/>
              </a:xfrm>
              <a:custGeom>
                <a:avLst/>
                <a:gdLst>
                  <a:gd name="connsiteX0" fmla="*/ 6390 w 50480"/>
                  <a:gd name="connsiteY0" fmla="*/ 12768 h 12767"/>
                  <a:gd name="connsiteX1" fmla="*/ 6390 w 50480"/>
                  <a:gd name="connsiteY1" fmla="*/ 12768 h 12767"/>
                  <a:gd name="connsiteX2" fmla="*/ 44091 w 50480"/>
                  <a:gd name="connsiteY2" fmla="*/ 12768 h 12767"/>
                  <a:gd name="connsiteX3" fmla="*/ 50481 w 50480"/>
                  <a:gd name="connsiteY3" fmla="*/ 7023 h 12767"/>
                  <a:gd name="connsiteX4" fmla="*/ 44730 w 50480"/>
                  <a:gd name="connsiteY4" fmla="*/ 0 h 12767"/>
                  <a:gd name="connsiteX5" fmla="*/ 44091 w 50480"/>
                  <a:gd name="connsiteY5" fmla="*/ 0 h 12767"/>
                  <a:gd name="connsiteX6" fmla="*/ 6390 w 50480"/>
                  <a:gd name="connsiteY6" fmla="*/ 0 h 12767"/>
                  <a:gd name="connsiteX7" fmla="*/ 0 w 50480"/>
                  <a:gd name="connsiteY7" fmla="*/ 5746 h 12767"/>
                  <a:gd name="connsiteX8" fmla="*/ 6390 w 50480"/>
                  <a:gd name="connsiteY8" fmla="*/ 12768 h 12767"/>
                  <a:gd name="connsiteX9" fmla="*/ 6390 w 50480"/>
                  <a:gd name="connsiteY9"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480" h="12767">
                    <a:moveTo>
                      <a:pt x="6390" y="12768"/>
                    </a:moveTo>
                    <a:lnTo>
                      <a:pt x="6390" y="12768"/>
                    </a:lnTo>
                    <a:lnTo>
                      <a:pt x="44091" y="12768"/>
                    </a:lnTo>
                    <a:cubicBezTo>
                      <a:pt x="47925" y="12768"/>
                      <a:pt x="50481" y="10215"/>
                      <a:pt x="50481" y="7023"/>
                    </a:cubicBezTo>
                    <a:cubicBezTo>
                      <a:pt x="50481" y="3192"/>
                      <a:pt x="47925" y="639"/>
                      <a:pt x="44730" y="0"/>
                    </a:cubicBezTo>
                    <a:cubicBezTo>
                      <a:pt x="44730" y="0"/>
                      <a:pt x="44730" y="0"/>
                      <a:pt x="44091" y="0"/>
                    </a:cubicBezTo>
                    <a:lnTo>
                      <a:pt x="6390" y="0"/>
                    </a:lnTo>
                    <a:cubicBezTo>
                      <a:pt x="2556" y="0"/>
                      <a:pt x="0" y="2554"/>
                      <a:pt x="0" y="5746"/>
                    </a:cubicBezTo>
                    <a:cubicBezTo>
                      <a:pt x="0" y="9576"/>
                      <a:pt x="2556" y="12768"/>
                      <a:pt x="6390" y="12768"/>
                    </a:cubicBezTo>
                    <a:lnTo>
                      <a:pt x="6390" y="12768"/>
                    </a:lnTo>
                    <a:close/>
                  </a:path>
                </a:pathLst>
              </a:custGeom>
              <a:solidFill>
                <a:srgbClr val="004F59"/>
              </a:solidFill>
              <a:ln w="6390" cap="flat">
                <a:noFill/>
                <a:prstDash val="solid"/>
                <a:miter/>
              </a:ln>
            </p:spPr>
            <p:txBody>
              <a:bodyPr rtlCol="0" anchor="ctr"/>
              <a:lstStyle/>
              <a:p>
                <a:endParaRPr lang="en-US"/>
              </a:p>
            </p:txBody>
          </p:sp>
          <p:sp>
            <p:nvSpPr>
              <p:cNvPr id="408" name="Graphic 4">
                <a:extLst>
                  <a:ext uri="{FF2B5EF4-FFF2-40B4-BE49-F238E27FC236}">
                    <a16:creationId xmlns:a16="http://schemas.microsoft.com/office/drawing/2014/main" id="{5EA9226B-2A42-0841-B1CA-59C61DCD74AC}"/>
                  </a:ext>
                </a:extLst>
              </p:cNvPr>
              <p:cNvSpPr/>
              <p:nvPr/>
            </p:nvSpPr>
            <p:spPr>
              <a:xfrm>
                <a:off x="533559" y="4396172"/>
                <a:ext cx="228120" cy="187050"/>
              </a:xfrm>
              <a:custGeom>
                <a:avLst/>
                <a:gdLst>
                  <a:gd name="connsiteX0" fmla="*/ 76679 w 228120"/>
                  <a:gd name="connsiteY0" fmla="*/ 6384 h 187050"/>
                  <a:gd name="connsiteX1" fmla="*/ 70289 w 228120"/>
                  <a:gd name="connsiteY1" fmla="*/ 0 h 187050"/>
                  <a:gd name="connsiteX2" fmla="*/ 44091 w 228120"/>
                  <a:gd name="connsiteY2" fmla="*/ 0 h 187050"/>
                  <a:gd name="connsiteX3" fmla="*/ 37062 w 228120"/>
                  <a:gd name="connsiteY3" fmla="*/ 5746 h 187050"/>
                  <a:gd name="connsiteX4" fmla="*/ 37062 w 228120"/>
                  <a:gd name="connsiteY4" fmla="*/ 6384 h 187050"/>
                  <a:gd name="connsiteX5" fmla="*/ 37062 w 228120"/>
                  <a:gd name="connsiteY5" fmla="*/ 21706 h 187050"/>
                  <a:gd name="connsiteX6" fmla="*/ 21726 w 228120"/>
                  <a:gd name="connsiteY6" fmla="*/ 21706 h 187050"/>
                  <a:gd name="connsiteX7" fmla="*/ 17253 w 228120"/>
                  <a:gd name="connsiteY7" fmla="*/ 23621 h 187050"/>
                  <a:gd name="connsiteX8" fmla="*/ 15336 w 228120"/>
                  <a:gd name="connsiteY8" fmla="*/ 28090 h 187050"/>
                  <a:gd name="connsiteX9" fmla="*/ 15336 w 228120"/>
                  <a:gd name="connsiteY9" fmla="*/ 45326 h 187050"/>
                  <a:gd name="connsiteX10" fmla="*/ 6390 w 228120"/>
                  <a:gd name="connsiteY10" fmla="*/ 45326 h 187050"/>
                  <a:gd name="connsiteX11" fmla="*/ 1917 w 228120"/>
                  <a:gd name="connsiteY11" fmla="*/ 47242 h 187050"/>
                  <a:gd name="connsiteX12" fmla="*/ 0 w 228120"/>
                  <a:gd name="connsiteY12" fmla="*/ 51710 h 187050"/>
                  <a:gd name="connsiteX13" fmla="*/ 0 w 228120"/>
                  <a:gd name="connsiteY13" fmla="*/ 73416 h 187050"/>
                  <a:gd name="connsiteX14" fmla="*/ 6390 w 228120"/>
                  <a:gd name="connsiteY14" fmla="*/ 79800 h 187050"/>
                  <a:gd name="connsiteX15" fmla="*/ 6390 w 228120"/>
                  <a:gd name="connsiteY15" fmla="*/ 79800 h 187050"/>
                  <a:gd name="connsiteX16" fmla="*/ 15336 w 228120"/>
                  <a:gd name="connsiteY16" fmla="*/ 79800 h 187050"/>
                  <a:gd name="connsiteX17" fmla="*/ 15336 w 228120"/>
                  <a:gd name="connsiteY17" fmla="*/ 180667 h 187050"/>
                  <a:gd name="connsiteX18" fmla="*/ 21087 w 228120"/>
                  <a:gd name="connsiteY18" fmla="*/ 187051 h 187050"/>
                  <a:gd name="connsiteX19" fmla="*/ 21087 w 228120"/>
                  <a:gd name="connsiteY19" fmla="*/ 187051 h 187050"/>
                  <a:gd name="connsiteX20" fmla="*/ 206395 w 228120"/>
                  <a:gd name="connsiteY20" fmla="*/ 187051 h 187050"/>
                  <a:gd name="connsiteX21" fmla="*/ 212785 w 228120"/>
                  <a:gd name="connsiteY21" fmla="*/ 181305 h 187050"/>
                  <a:gd name="connsiteX22" fmla="*/ 212785 w 228120"/>
                  <a:gd name="connsiteY22" fmla="*/ 80438 h 187050"/>
                  <a:gd name="connsiteX23" fmla="*/ 221731 w 228120"/>
                  <a:gd name="connsiteY23" fmla="*/ 80438 h 187050"/>
                  <a:gd name="connsiteX24" fmla="*/ 226204 w 228120"/>
                  <a:gd name="connsiteY24" fmla="*/ 78523 h 187050"/>
                  <a:gd name="connsiteX25" fmla="*/ 228121 w 228120"/>
                  <a:gd name="connsiteY25" fmla="*/ 74054 h 187050"/>
                  <a:gd name="connsiteX26" fmla="*/ 228121 w 228120"/>
                  <a:gd name="connsiteY26" fmla="*/ 52349 h 187050"/>
                  <a:gd name="connsiteX27" fmla="*/ 222370 w 228120"/>
                  <a:gd name="connsiteY27" fmla="*/ 45965 h 187050"/>
                  <a:gd name="connsiteX28" fmla="*/ 213424 w 228120"/>
                  <a:gd name="connsiteY28" fmla="*/ 45965 h 187050"/>
                  <a:gd name="connsiteX29" fmla="*/ 213424 w 228120"/>
                  <a:gd name="connsiteY29" fmla="*/ 28728 h 187050"/>
                  <a:gd name="connsiteX30" fmla="*/ 211507 w 228120"/>
                  <a:gd name="connsiteY30" fmla="*/ 24259 h 187050"/>
                  <a:gd name="connsiteX31" fmla="*/ 207034 w 228120"/>
                  <a:gd name="connsiteY31" fmla="*/ 22344 h 187050"/>
                  <a:gd name="connsiteX32" fmla="*/ 191698 w 228120"/>
                  <a:gd name="connsiteY32" fmla="*/ 22344 h 187050"/>
                  <a:gd name="connsiteX33" fmla="*/ 191698 w 228120"/>
                  <a:gd name="connsiteY33" fmla="*/ 7022 h 187050"/>
                  <a:gd name="connsiteX34" fmla="*/ 185308 w 228120"/>
                  <a:gd name="connsiteY34" fmla="*/ 638 h 187050"/>
                  <a:gd name="connsiteX35" fmla="*/ 159109 w 228120"/>
                  <a:gd name="connsiteY35" fmla="*/ 638 h 187050"/>
                  <a:gd name="connsiteX36" fmla="*/ 152720 w 228120"/>
                  <a:gd name="connsiteY36" fmla="*/ 7022 h 187050"/>
                  <a:gd name="connsiteX37" fmla="*/ 152720 w 228120"/>
                  <a:gd name="connsiteY37" fmla="*/ 21706 h 187050"/>
                  <a:gd name="connsiteX38" fmla="*/ 75401 w 228120"/>
                  <a:gd name="connsiteY38" fmla="*/ 21706 h 187050"/>
                  <a:gd name="connsiteX39" fmla="*/ 76679 w 228120"/>
                  <a:gd name="connsiteY39" fmla="*/ 6384 h 187050"/>
                  <a:gd name="connsiteX40" fmla="*/ 50481 w 228120"/>
                  <a:gd name="connsiteY40" fmla="*/ 12768 h 187050"/>
                  <a:gd name="connsiteX41" fmla="*/ 63899 w 228120"/>
                  <a:gd name="connsiteY41" fmla="*/ 12768 h 187050"/>
                  <a:gd name="connsiteX42" fmla="*/ 63899 w 228120"/>
                  <a:gd name="connsiteY42" fmla="*/ 21706 h 187050"/>
                  <a:gd name="connsiteX43" fmla="*/ 50481 w 228120"/>
                  <a:gd name="connsiteY43" fmla="*/ 21706 h 187050"/>
                  <a:gd name="connsiteX44" fmla="*/ 50481 w 228120"/>
                  <a:gd name="connsiteY44" fmla="*/ 12768 h 187050"/>
                  <a:gd name="connsiteX45" fmla="*/ 201283 w 228120"/>
                  <a:gd name="connsiteY45" fmla="*/ 174283 h 187050"/>
                  <a:gd name="connsiteX46" fmla="*/ 28755 w 228120"/>
                  <a:gd name="connsiteY46" fmla="*/ 174283 h 187050"/>
                  <a:gd name="connsiteX47" fmla="*/ 28755 w 228120"/>
                  <a:gd name="connsiteY47" fmla="*/ 79800 h 187050"/>
                  <a:gd name="connsiteX48" fmla="*/ 201283 w 228120"/>
                  <a:gd name="connsiteY48" fmla="*/ 79800 h 187050"/>
                  <a:gd name="connsiteX49" fmla="*/ 201283 w 228120"/>
                  <a:gd name="connsiteY49" fmla="*/ 174283 h 187050"/>
                  <a:gd name="connsiteX50" fmla="*/ 215980 w 228120"/>
                  <a:gd name="connsiteY50" fmla="*/ 66394 h 187050"/>
                  <a:gd name="connsiteX51" fmla="*/ 207034 w 228120"/>
                  <a:gd name="connsiteY51" fmla="*/ 66394 h 187050"/>
                  <a:gd name="connsiteX52" fmla="*/ 207034 w 228120"/>
                  <a:gd name="connsiteY52" fmla="*/ 66394 h 187050"/>
                  <a:gd name="connsiteX53" fmla="*/ 22365 w 228120"/>
                  <a:gd name="connsiteY53" fmla="*/ 66394 h 187050"/>
                  <a:gd name="connsiteX54" fmla="*/ 22365 w 228120"/>
                  <a:gd name="connsiteY54" fmla="*/ 66394 h 187050"/>
                  <a:gd name="connsiteX55" fmla="*/ 13419 w 228120"/>
                  <a:gd name="connsiteY55" fmla="*/ 66394 h 187050"/>
                  <a:gd name="connsiteX56" fmla="*/ 13419 w 228120"/>
                  <a:gd name="connsiteY56" fmla="*/ 57456 h 187050"/>
                  <a:gd name="connsiteX57" fmla="*/ 22365 w 228120"/>
                  <a:gd name="connsiteY57" fmla="*/ 57456 h 187050"/>
                  <a:gd name="connsiteX58" fmla="*/ 22365 w 228120"/>
                  <a:gd name="connsiteY58" fmla="*/ 57456 h 187050"/>
                  <a:gd name="connsiteX59" fmla="*/ 207673 w 228120"/>
                  <a:gd name="connsiteY59" fmla="*/ 57456 h 187050"/>
                  <a:gd name="connsiteX60" fmla="*/ 207673 w 228120"/>
                  <a:gd name="connsiteY60" fmla="*/ 57456 h 187050"/>
                  <a:gd name="connsiteX61" fmla="*/ 216619 w 228120"/>
                  <a:gd name="connsiteY61" fmla="*/ 57456 h 187050"/>
                  <a:gd name="connsiteX62" fmla="*/ 215980 w 228120"/>
                  <a:gd name="connsiteY62" fmla="*/ 66394 h 187050"/>
                  <a:gd name="connsiteX63" fmla="*/ 201283 w 228120"/>
                  <a:gd name="connsiteY63" fmla="*/ 45326 h 187050"/>
                  <a:gd name="connsiteX64" fmla="*/ 28755 w 228120"/>
                  <a:gd name="connsiteY64" fmla="*/ 45326 h 187050"/>
                  <a:gd name="connsiteX65" fmla="*/ 28755 w 228120"/>
                  <a:gd name="connsiteY65" fmla="*/ 34474 h 187050"/>
                  <a:gd name="connsiteX66" fmla="*/ 157192 w 228120"/>
                  <a:gd name="connsiteY66" fmla="*/ 34474 h 187050"/>
                  <a:gd name="connsiteX67" fmla="*/ 159109 w 228120"/>
                  <a:gd name="connsiteY67" fmla="*/ 35112 h 187050"/>
                  <a:gd name="connsiteX68" fmla="*/ 159109 w 228120"/>
                  <a:gd name="connsiteY68" fmla="*/ 35112 h 187050"/>
                  <a:gd name="connsiteX69" fmla="*/ 161026 w 228120"/>
                  <a:gd name="connsiteY69" fmla="*/ 34474 h 187050"/>
                  <a:gd name="connsiteX70" fmla="*/ 182752 w 228120"/>
                  <a:gd name="connsiteY70" fmla="*/ 34474 h 187050"/>
                  <a:gd name="connsiteX71" fmla="*/ 184669 w 228120"/>
                  <a:gd name="connsiteY71" fmla="*/ 35112 h 187050"/>
                  <a:gd name="connsiteX72" fmla="*/ 187225 w 228120"/>
                  <a:gd name="connsiteY72" fmla="*/ 34474 h 187050"/>
                  <a:gd name="connsiteX73" fmla="*/ 200005 w 228120"/>
                  <a:gd name="connsiteY73" fmla="*/ 34474 h 187050"/>
                  <a:gd name="connsiteX74" fmla="*/ 201283 w 228120"/>
                  <a:gd name="connsiteY74" fmla="*/ 45326 h 187050"/>
                  <a:gd name="connsiteX75" fmla="*/ 166138 w 228120"/>
                  <a:gd name="connsiteY75" fmla="*/ 12768 h 187050"/>
                  <a:gd name="connsiteX76" fmla="*/ 179557 w 228120"/>
                  <a:gd name="connsiteY76" fmla="*/ 12768 h 187050"/>
                  <a:gd name="connsiteX77" fmla="*/ 179557 w 228120"/>
                  <a:gd name="connsiteY77" fmla="*/ 21706 h 187050"/>
                  <a:gd name="connsiteX78" fmla="*/ 166138 w 228120"/>
                  <a:gd name="connsiteY78" fmla="*/ 21706 h 187050"/>
                  <a:gd name="connsiteX79" fmla="*/ 166138 w 228120"/>
                  <a:gd name="connsiteY79" fmla="*/ 12768 h 187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228120" h="187050">
                    <a:moveTo>
                      <a:pt x="76679" y="6384"/>
                    </a:moveTo>
                    <a:cubicBezTo>
                      <a:pt x="76679" y="3192"/>
                      <a:pt x="74123" y="0"/>
                      <a:pt x="70289" y="0"/>
                    </a:cubicBezTo>
                    <a:lnTo>
                      <a:pt x="44091" y="0"/>
                    </a:lnTo>
                    <a:cubicBezTo>
                      <a:pt x="40257" y="0"/>
                      <a:pt x="37701" y="2554"/>
                      <a:pt x="37062" y="5746"/>
                    </a:cubicBezTo>
                    <a:cubicBezTo>
                      <a:pt x="37062" y="5746"/>
                      <a:pt x="37062" y="5746"/>
                      <a:pt x="37062" y="6384"/>
                    </a:cubicBezTo>
                    <a:lnTo>
                      <a:pt x="37062" y="21706"/>
                    </a:lnTo>
                    <a:lnTo>
                      <a:pt x="21726" y="21706"/>
                    </a:lnTo>
                    <a:cubicBezTo>
                      <a:pt x="19809" y="21706"/>
                      <a:pt x="18531" y="22344"/>
                      <a:pt x="17253" y="23621"/>
                    </a:cubicBezTo>
                    <a:cubicBezTo>
                      <a:pt x="15975" y="24898"/>
                      <a:pt x="15336" y="26174"/>
                      <a:pt x="15336" y="28090"/>
                    </a:cubicBezTo>
                    <a:lnTo>
                      <a:pt x="15336" y="45326"/>
                    </a:lnTo>
                    <a:lnTo>
                      <a:pt x="6390" y="45326"/>
                    </a:lnTo>
                    <a:cubicBezTo>
                      <a:pt x="4473" y="45326"/>
                      <a:pt x="3195" y="45965"/>
                      <a:pt x="1917" y="47242"/>
                    </a:cubicBezTo>
                    <a:cubicBezTo>
                      <a:pt x="639" y="48518"/>
                      <a:pt x="0" y="49795"/>
                      <a:pt x="0" y="51710"/>
                    </a:cubicBezTo>
                    <a:lnTo>
                      <a:pt x="0" y="73416"/>
                    </a:lnTo>
                    <a:cubicBezTo>
                      <a:pt x="0" y="76608"/>
                      <a:pt x="2556" y="79800"/>
                      <a:pt x="6390" y="79800"/>
                    </a:cubicBezTo>
                    <a:lnTo>
                      <a:pt x="6390" y="79800"/>
                    </a:lnTo>
                    <a:lnTo>
                      <a:pt x="15336" y="79800"/>
                    </a:lnTo>
                    <a:lnTo>
                      <a:pt x="15336" y="180667"/>
                    </a:lnTo>
                    <a:cubicBezTo>
                      <a:pt x="15336" y="184497"/>
                      <a:pt x="17892" y="187051"/>
                      <a:pt x="21087" y="187051"/>
                    </a:cubicBezTo>
                    <a:lnTo>
                      <a:pt x="21087" y="187051"/>
                    </a:lnTo>
                    <a:lnTo>
                      <a:pt x="206395" y="187051"/>
                    </a:lnTo>
                    <a:cubicBezTo>
                      <a:pt x="210229" y="187051"/>
                      <a:pt x="212785" y="184497"/>
                      <a:pt x="212785" y="181305"/>
                    </a:cubicBezTo>
                    <a:lnTo>
                      <a:pt x="212785" y="80438"/>
                    </a:lnTo>
                    <a:lnTo>
                      <a:pt x="221731" y="80438"/>
                    </a:lnTo>
                    <a:cubicBezTo>
                      <a:pt x="223648" y="80438"/>
                      <a:pt x="224926" y="79800"/>
                      <a:pt x="226204" y="78523"/>
                    </a:cubicBezTo>
                    <a:cubicBezTo>
                      <a:pt x="227482" y="77246"/>
                      <a:pt x="228121" y="75970"/>
                      <a:pt x="228121" y="74054"/>
                    </a:cubicBezTo>
                    <a:lnTo>
                      <a:pt x="228121" y="52349"/>
                    </a:lnTo>
                    <a:cubicBezTo>
                      <a:pt x="228121" y="48518"/>
                      <a:pt x="225565" y="45965"/>
                      <a:pt x="222370" y="45965"/>
                    </a:cubicBezTo>
                    <a:lnTo>
                      <a:pt x="213424" y="45965"/>
                    </a:lnTo>
                    <a:lnTo>
                      <a:pt x="213424" y="28728"/>
                    </a:lnTo>
                    <a:cubicBezTo>
                      <a:pt x="213424" y="26813"/>
                      <a:pt x="212785" y="25536"/>
                      <a:pt x="211507" y="24259"/>
                    </a:cubicBezTo>
                    <a:cubicBezTo>
                      <a:pt x="210229" y="22982"/>
                      <a:pt x="208951" y="22344"/>
                      <a:pt x="207034" y="22344"/>
                    </a:cubicBezTo>
                    <a:lnTo>
                      <a:pt x="191698" y="22344"/>
                    </a:lnTo>
                    <a:lnTo>
                      <a:pt x="191698" y="7022"/>
                    </a:lnTo>
                    <a:cubicBezTo>
                      <a:pt x="191698" y="3830"/>
                      <a:pt x="189142" y="638"/>
                      <a:pt x="185308" y="638"/>
                    </a:cubicBezTo>
                    <a:lnTo>
                      <a:pt x="159109" y="638"/>
                    </a:lnTo>
                    <a:cubicBezTo>
                      <a:pt x="155914" y="638"/>
                      <a:pt x="152720" y="3192"/>
                      <a:pt x="152720" y="7022"/>
                    </a:cubicBezTo>
                    <a:lnTo>
                      <a:pt x="152720" y="21706"/>
                    </a:lnTo>
                    <a:lnTo>
                      <a:pt x="75401" y="21706"/>
                    </a:lnTo>
                    <a:lnTo>
                      <a:pt x="76679" y="6384"/>
                    </a:lnTo>
                    <a:close/>
                    <a:moveTo>
                      <a:pt x="50481" y="12768"/>
                    </a:moveTo>
                    <a:lnTo>
                      <a:pt x="63899" y="12768"/>
                    </a:lnTo>
                    <a:lnTo>
                      <a:pt x="63899" y="21706"/>
                    </a:lnTo>
                    <a:lnTo>
                      <a:pt x="50481" y="21706"/>
                    </a:lnTo>
                    <a:lnTo>
                      <a:pt x="50481" y="12768"/>
                    </a:lnTo>
                    <a:close/>
                    <a:moveTo>
                      <a:pt x="201283" y="174283"/>
                    </a:moveTo>
                    <a:lnTo>
                      <a:pt x="28755" y="174283"/>
                    </a:lnTo>
                    <a:lnTo>
                      <a:pt x="28755" y="79800"/>
                    </a:lnTo>
                    <a:lnTo>
                      <a:pt x="201283" y="79800"/>
                    </a:lnTo>
                    <a:lnTo>
                      <a:pt x="201283" y="174283"/>
                    </a:lnTo>
                    <a:close/>
                    <a:moveTo>
                      <a:pt x="215980" y="66394"/>
                    </a:moveTo>
                    <a:lnTo>
                      <a:pt x="207034" y="66394"/>
                    </a:lnTo>
                    <a:lnTo>
                      <a:pt x="207034" y="66394"/>
                    </a:lnTo>
                    <a:lnTo>
                      <a:pt x="22365" y="66394"/>
                    </a:lnTo>
                    <a:lnTo>
                      <a:pt x="22365" y="66394"/>
                    </a:lnTo>
                    <a:lnTo>
                      <a:pt x="13419" y="66394"/>
                    </a:lnTo>
                    <a:lnTo>
                      <a:pt x="13419" y="57456"/>
                    </a:lnTo>
                    <a:lnTo>
                      <a:pt x="22365" y="57456"/>
                    </a:lnTo>
                    <a:lnTo>
                      <a:pt x="22365" y="57456"/>
                    </a:lnTo>
                    <a:lnTo>
                      <a:pt x="207673" y="57456"/>
                    </a:lnTo>
                    <a:lnTo>
                      <a:pt x="207673" y="57456"/>
                    </a:lnTo>
                    <a:lnTo>
                      <a:pt x="216619" y="57456"/>
                    </a:lnTo>
                    <a:lnTo>
                      <a:pt x="215980" y="66394"/>
                    </a:lnTo>
                    <a:close/>
                    <a:moveTo>
                      <a:pt x="201283" y="45326"/>
                    </a:moveTo>
                    <a:lnTo>
                      <a:pt x="28755" y="45326"/>
                    </a:lnTo>
                    <a:lnTo>
                      <a:pt x="28755" y="34474"/>
                    </a:lnTo>
                    <a:lnTo>
                      <a:pt x="157192" y="34474"/>
                    </a:lnTo>
                    <a:cubicBezTo>
                      <a:pt x="157831" y="34474"/>
                      <a:pt x="158470" y="35112"/>
                      <a:pt x="159109" y="35112"/>
                    </a:cubicBezTo>
                    <a:lnTo>
                      <a:pt x="159109" y="35112"/>
                    </a:lnTo>
                    <a:cubicBezTo>
                      <a:pt x="159748" y="35112"/>
                      <a:pt x="160387" y="35112"/>
                      <a:pt x="161026" y="34474"/>
                    </a:cubicBezTo>
                    <a:lnTo>
                      <a:pt x="182752" y="34474"/>
                    </a:lnTo>
                    <a:cubicBezTo>
                      <a:pt x="183391" y="34474"/>
                      <a:pt x="184030" y="35112"/>
                      <a:pt x="184669" y="35112"/>
                    </a:cubicBezTo>
                    <a:cubicBezTo>
                      <a:pt x="185308" y="35112"/>
                      <a:pt x="185947" y="35112"/>
                      <a:pt x="187225" y="34474"/>
                    </a:cubicBezTo>
                    <a:lnTo>
                      <a:pt x="200005" y="34474"/>
                    </a:lnTo>
                    <a:lnTo>
                      <a:pt x="201283" y="45326"/>
                    </a:lnTo>
                    <a:close/>
                    <a:moveTo>
                      <a:pt x="166138" y="12768"/>
                    </a:moveTo>
                    <a:lnTo>
                      <a:pt x="179557" y="12768"/>
                    </a:lnTo>
                    <a:lnTo>
                      <a:pt x="179557" y="21706"/>
                    </a:lnTo>
                    <a:lnTo>
                      <a:pt x="166138" y="21706"/>
                    </a:lnTo>
                    <a:lnTo>
                      <a:pt x="166138" y="12768"/>
                    </a:lnTo>
                    <a:close/>
                  </a:path>
                </a:pathLst>
              </a:custGeom>
              <a:solidFill>
                <a:srgbClr val="004F59"/>
              </a:solidFill>
              <a:ln w="6390" cap="flat">
                <a:noFill/>
                <a:prstDash val="solid"/>
                <a:miter/>
              </a:ln>
            </p:spPr>
            <p:txBody>
              <a:bodyPr rtlCol="0" anchor="ctr"/>
              <a:lstStyle/>
              <a:p>
                <a:endParaRPr lang="en-US"/>
              </a:p>
            </p:txBody>
          </p:sp>
        </p:grpSp>
      </p:grpSp>
      <p:grpSp>
        <p:nvGrpSpPr>
          <p:cNvPr id="409" name="Graphic 4">
            <a:extLst>
              <a:ext uri="{FF2B5EF4-FFF2-40B4-BE49-F238E27FC236}">
                <a16:creationId xmlns:a16="http://schemas.microsoft.com/office/drawing/2014/main" id="{73E849A9-85A9-ED4A-86BE-96D5C9A974E8}"/>
              </a:ext>
            </a:extLst>
          </p:cNvPr>
          <p:cNvGrpSpPr>
            <a:grpSpLocks noChangeAspect="1"/>
          </p:cNvGrpSpPr>
          <p:nvPr/>
        </p:nvGrpSpPr>
        <p:grpSpPr>
          <a:xfrm>
            <a:off x="467104" y="1885990"/>
            <a:ext cx="362309" cy="362610"/>
            <a:chOff x="467104" y="1885990"/>
            <a:chExt cx="362309" cy="362610"/>
          </a:xfrm>
          <a:solidFill>
            <a:srgbClr val="004F59"/>
          </a:solidFill>
        </p:grpSpPr>
        <p:sp>
          <p:nvSpPr>
            <p:cNvPr id="410" name="Graphic 4">
              <a:extLst>
                <a:ext uri="{FF2B5EF4-FFF2-40B4-BE49-F238E27FC236}">
                  <a16:creationId xmlns:a16="http://schemas.microsoft.com/office/drawing/2014/main" id="{99F4CE16-1B7A-8B40-AD14-9D651E8248F6}"/>
                </a:ext>
              </a:extLst>
            </p:cNvPr>
            <p:cNvSpPr/>
            <p:nvPr/>
          </p:nvSpPr>
          <p:spPr>
            <a:xfrm>
              <a:off x="467104" y="1885990"/>
              <a:ext cx="362309" cy="362610"/>
            </a:xfrm>
            <a:custGeom>
              <a:avLst/>
              <a:gdLst>
                <a:gd name="connsiteX0" fmla="*/ 181474 w 362309"/>
                <a:gd name="connsiteY0" fmla="*/ 0 h 362610"/>
                <a:gd name="connsiteX1" fmla="*/ 0 w 362309"/>
                <a:gd name="connsiteY1" fmla="*/ 181305 h 362610"/>
                <a:gd name="connsiteX2" fmla="*/ 181474 w 362309"/>
                <a:gd name="connsiteY2" fmla="*/ 362610 h 362610"/>
                <a:gd name="connsiteX3" fmla="*/ 362309 w 362309"/>
                <a:gd name="connsiteY3" fmla="*/ 181305 h 362610"/>
                <a:gd name="connsiteX4" fmla="*/ 181474 w 362309"/>
                <a:gd name="connsiteY4" fmla="*/ 0 h 362610"/>
                <a:gd name="connsiteX5" fmla="*/ 181474 w 362309"/>
                <a:gd name="connsiteY5" fmla="*/ 0 h 362610"/>
                <a:gd name="connsiteX6" fmla="*/ 181474 w 362309"/>
                <a:gd name="connsiteY6" fmla="*/ 348565 h 362610"/>
                <a:gd name="connsiteX7" fmla="*/ 13419 w 362309"/>
                <a:gd name="connsiteY7" fmla="*/ 180028 h 362610"/>
                <a:gd name="connsiteX8" fmla="*/ 181474 w 362309"/>
                <a:gd name="connsiteY8" fmla="*/ 11491 h 362610"/>
                <a:gd name="connsiteX9" fmla="*/ 349530 w 362309"/>
                <a:gd name="connsiteY9" fmla="*/ 180028 h 362610"/>
                <a:gd name="connsiteX10" fmla="*/ 349530 w 362309"/>
                <a:gd name="connsiteY10" fmla="*/ 180028 h 362610"/>
                <a:gd name="connsiteX11" fmla="*/ 181474 w 362309"/>
                <a:gd name="connsiteY11" fmla="*/ 348565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1474" y="0"/>
                  </a:moveTo>
                  <a:cubicBezTo>
                    <a:pt x="81152" y="0"/>
                    <a:pt x="0" y="81077"/>
                    <a:pt x="0" y="181305"/>
                  </a:cubicBezTo>
                  <a:cubicBezTo>
                    <a:pt x="0" y="281534"/>
                    <a:pt x="81152" y="362610"/>
                    <a:pt x="181474" y="362610"/>
                  </a:cubicBezTo>
                  <a:cubicBezTo>
                    <a:pt x="281796" y="362610"/>
                    <a:pt x="362309" y="281534"/>
                    <a:pt x="362309" y="181305"/>
                  </a:cubicBezTo>
                  <a:cubicBezTo>
                    <a:pt x="362309" y="80438"/>
                    <a:pt x="281796" y="0"/>
                    <a:pt x="181474" y="0"/>
                  </a:cubicBezTo>
                  <a:cubicBezTo>
                    <a:pt x="181474" y="0"/>
                    <a:pt x="181474" y="0"/>
                    <a:pt x="181474" y="0"/>
                  </a:cubicBezTo>
                  <a:close/>
                  <a:moveTo>
                    <a:pt x="181474" y="348565"/>
                  </a:moveTo>
                  <a:cubicBezTo>
                    <a:pt x="88181" y="348565"/>
                    <a:pt x="13419" y="273235"/>
                    <a:pt x="13419" y="180028"/>
                  </a:cubicBezTo>
                  <a:cubicBezTo>
                    <a:pt x="13419" y="86822"/>
                    <a:pt x="88820" y="11491"/>
                    <a:pt x="181474" y="11491"/>
                  </a:cubicBezTo>
                  <a:cubicBezTo>
                    <a:pt x="274128" y="11491"/>
                    <a:pt x="349530" y="86822"/>
                    <a:pt x="349530" y="180028"/>
                  </a:cubicBezTo>
                  <a:cubicBezTo>
                    <a:pt x="349530" y="180028"/>
                    <a:pt x="349530" y="180028"/>
                    <a:pt x="349530" y="180028"/>
                  </a:cubicBezTo>
                  <a:cubicBezTo>
                    <a:pt x="349530" y="273235"/>
                    <a:pt x="274128" y="348565"/>
                    <a:pt x="181474" y="348565"/>
                  </a:cubicBezTo>
                  <a:close/>
                </a:path>
              </a:pathLst>
            </a:custGeom>
            <a:solidFill>
              <a:srgbClr val="004F59"/>
            </a:solidFill>
            <a:ln w="6390" cap="flat">
              <a:noFill/>
              <a:prstDash val="solid"/>
              <a:miter/>
            </a:ln>
          </p:spPr>
          <p:txBody>
            <a:bodyPr rtlCol="0" anchor="ctr"/>
            <a:lstStyle/>
            <a:p>
              <a:endParaRPr lang="en-US"/>
            </a:p>
          </p:txBody>
        </p:sp>
        <p:sp>
          <p:nvSpPr>
            <p:cNvPr id="411" name="Graphic 4">
              <a:extLst>
                <a:ext uri="{FF2B5EF4-FFF2-40B4-BE49-F238E27FC236}">
                  <a16:creationId xmlns:a16="http://schemas.microsoft.com/office/drawing/2014/main" id="{205904A7-592E-FB45-952E-F8E5BA128F27}"/>
                </a:ext>
              </a:extLst>
            </p:cNvPr>
            <p:cNvSpPr/>
            <p:nvPr/>
          </p:nvSpPr>
          <p:spPr>
            <a:xfrm>
              <a:off x="522696" y="1940254"/>
              <a:ext cx="251763" cy="251529"/>
            </a:xfrm>
            <a:custGeom>
              <a:avLst/>
              <a:gdLst>
                <a:gd name="connsiteX0" fmla="*/ 125882 w 251763"/>
                <a:gd name="connsiteY0" fmla="*/ 0 h 251529"/>
                <a:gd name="connsiteX1" fmla="*/ 0 w 251763"/>
                <a:gd name="connsiteY1" fmla="*/ 125765 h 251529"/>
                <a:gd name="connsiteX2" fmla="*/ 125882 w 251763"/>
                <a:gd name="connsiteY2" fmla="*/ 251529 h 251529"/>
                <a:gd name="connsiteX3" fmla="*/ 251763 w 251763"/>
                <a:gd name="connsiteY3" fmla="*/ 125765 h 251529"/>
                <a:gd name="connsiteX4" fmla="*/ 125882 w 251763"/>
                <a:gd name="connsiteY4" fmla="*/ 0 h 251529"/>
                <a:gd name="connsiteX5" fmla="*/ 125882 w 251763"/>
                <a:gd name="connsiteY5" fmla="*/ 238761 h 251529"/>
                <a:gd name="connsiteX6" fmla="*/ 12780 w 251763"/>
                <a:gd name="connsiteY6" fmla="*/ 125765 h 251529"/>
                <a:gd name="connsiteX7" fmla="*/ 125882 w 251763"/>
                <a:gd name="connsiteY7" fmla="*/ 12768 h 251529"/>
                <a:gd name="connsiteX8" fmla="*/ 238984 w 251763"/>
                <a:gd name="connsiteY8" fmla="*/ 125765 h 251529"/>
                <a:gd name="connsiteX9" fmla="*/ 125882 w 251763"/>
                <a:gd name="connsiteY9" fmla="*/ 238761 h 251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1763" h="251529">
                  <a:moveTo>
                    <a:pt x="125882" y="0"/>
                  </a:moveTo>
                  <a:cubicBezTo>
                    <a:pt x="56231" y="0"/>
                    <a:pt x="0" y="56179"/>
                    <a:pt x="0" y="125765"/>
                  </a:cubicBezTo>
                  <a:cubicBezTo>
                    <a:pt x="0" y="195350"/>
                    <a:pt x="56231" y="251529"/>
                    <a:pt x="125882" y="251529"/>
                  </a:cubicBezTo>
                  <a:cubicBezTo>
                    <a:pt x="195532" y="251529"/>
                    <a:pt x="251763" y="195350"/>
                    <a:pt x="251763" y="125765"/>
                  </a:cubicBezTo>
                  <a:cubicBezTo>
                    <a:pt x="251763" y="56179"/>
                    <a:pt x="195532" y="0"/>
                    <a:pt x="125882" y="0"/>
                  </a:cubicBezTo>
                  <a:close/>
                  <a:moveTo>
                    <a:pt x="125882" y="238761"/>
                  </a:moveTo>
                  <a:cubicBezTo>
                    <a:pt x="63260" y="238761"/>
                    <a:pt x="12780" y="188327"/>
                    <a:pt x="12780" y="125765"/>
                  </a:cubicBezTo>
                  <a:cubicBezTo>
                    <a:pt x="12780" y="63202"/>
                    <a:pt x="63260" y="12768"/>
                    <a:pt x="125882" y="12768"/>
                  </a:cubicBezTo>
                  <a:cubicBezTo>
                    <a:pt x="188503" y="12768"/>
                    <a:pt x="238984" y="63202"/>
                    <a:pt x="238984" y="125765"/>
                  </a:cubicBezTo>
                  <a:cubicBezTo>
                    <a:pt x="238984" y="187689"/>
                    <a:pt x="188503" y="238123"/>
                    <a:pt x="125882" y="238761"/>
                  </a:cubicBezTo>
                  <a:close/>
                </a:path>
              </a:pathLst>
            </a:custGeom>
            <a:solidFill>
              <a:srgbClr val="004F59"/>
            </a:solidFill>
            <a:ln w="6390" cap="flat">
              <a:noFill/>
              <a:prstDash val="solid"/>
              <a:miter/>
            </a:ln>
          </p:spPr>
          <p:txBody>
            <a:bodyPr rtlCol="0" anchor="ctr"/>
            <a:lstStyle/>
            <a:p>
              <a:endParaRPr lang="en-US"/>
            </a:p>
          </p:txBody>
        </p:sp>
        <p:sp>
          <p:nvSpPr>
            <p:cNvPr id="412" name="Graphic 4">
              <a:extLst>
                <a:ext uri="{FF2B5EF4-FFF2-40B4-BE49-F238E27FC236}">
                  <a16:creationId xmlns:a16="http://schemas.microsoft.com/office/drawing/2014/main" id="{C2D866B1-ABCE-EA4B-9899-E8CA0D813659}"/>
                </a:ext>
              </a:extLst>
            </p:cNvPr>
            <p:cNvSpPr/>
            <p:nvPr/>
          </p:nvSpPr>
          <p:spPr>
            <a:xfrm>
              <a:off x="549534" y="1967067"/>
              <a:ext cx="170611" cy="104697"/>
            </a:xfrm>
            <a:custGeom>
              <a:avLst/>
              <a:gdLst>
                <a:gd name="connsiteX0" fmla="*/ 99044 w 170611"/>
                <a:gd name="connsiteY0" fmla="*/ 51072 h 104697"/>
                <a:gd name="connsiteX1" fmla="*/ 132911 w 170611"/>
                <a:gd name="connsiteY1" fmla="*/ 65117 h 104697"/>
                <a:gd name="connsiteX2" fmla="*/ 134189 w 170611"/>
                <a:gd name="connsiteY2" fmla="*/ 65755 h 104697"/>
                <a:gd name="connsiteX3" fmla="*/ 134828 w 170611"/>
                <a:gd name="connsiteY3" fmla="*/ 66393 h 104697"/>
                <a:gd name="connsiteX4" fmla="*/ 136106 w 170611"/>
                <a:gd name="connsiteY4" fmla="*/ 66393 h 104697"/>
                <a:gd name="connsiteX5" fmla="*/ 137384 w 170611"/>
                <a:gd name="connsiteY5" fmla="*/ 66393 h 104697"/>
                <a:gd name="connsiteX6" fmla="*/ 137384 w 170611"/>
                <a:gd name="connsiteY6" fmla="*/ 66393 h 104697"/>
                <a:gd name="connsiteX7" fmla="*/ 138662 w 170611"/>
                <a:gd name="connsiteY7" fmla="*/ 66393 h 104697"/>
                <a:gd name="connsiteX8" fmla="*/ 139940 w 170611"/>
                <a:gd name="connsiteY8" fmla="*/ 66393 h 104697"/>
                <a:gd name="connsiteX9" fmla="*/ 140579 w 170611"/>
                <a:gd name="connsiteY9" fmla="*/ 65755 h 104697"/>
                <a:gd name="connsiteX10" fmla="*/ 141857 w 170611"/>
                <a:gd name="connsiteY10" fmla="*/ 65117 h 104697"/>
                <a:gd name="connsiteX11" fmla="*/ 168694 w 170611"/>
                <a:gd name="connsiteY11" fmla="*/ 38304 h 104697"/>
                <a:gd name="connsiteX12" fmla="*/ 168694 w 170611"/>
                <a:gd name="connsiteY12" fmla="*/ 29366 h 104697"/>
                <a:gd name="connsiteX13" fmla="*/ 159748 w 170611"/>
                <a:gd name="connsiteY13" fmla="*/ 29366 h 104697"/>
                <a:gd name="connsiteX14" fmla="*/ 159748 w 170611"/>
                <a:gd name="connsiteY14" fmla="*/ 29366 h 104697"/>
                <a:gd name="connsiteX15" fmla="*/ 136745 w 170611"/>
                <a:gd name="connsiteY15" fmla="*/ 52349 h 104697"/>
                <a:gd name="connsiteX16" fmla="*/ 127799 w 170611"/>
                <a:gd name="connsiteY16" fmla="*/ 45965 h 104697"/>
                <a:gd name="connsiteX17" fmla="*/ 134189 w 170611"/>
                <a:gd name="connsiteY17" fmla="*/ 30005 h 104697"/>
                <a:gd name="connsiteX18" fmla="*/ 130994 w 170611"/>
                <a:gd name="connsiteY18" fmla="*/ 21706 h 104697"/>
                <a:gd name="connsiteX19" fmla="*/ 122687 w 170611"/>
                <a:gd name="connsiteY19" fmla="*/ 24897 h 104697"/>
                <a:gd name="connsiteX20" fmla="*/ 116297 w 170611"/>
                <a:gd name="connsiteY20" fmla="*/ 40857 h 104697"/>
                <a:gd name="connsiteX21" fmla="*/ 105434 w 170611"/>
                <a:gd name="connsiteY21" fmla="*/ 38304 h 104697"/>
                <a:gd name="connsiteX22" fmla="*/ 105434 w 170611"/>
                <a:gd name="connsiteY22" fmla="*/ 6384 h 104697"/>
                <a:gd name="connsiteX23" fmla="*/ 99044 w 170611"/>
                <a:gd name="connsiteY23" fmla="*/ 0 h 104697"/>
                <a:gd name="connsiteX24" fmla="*/ 92654 w 170611"/>
                <a:gd name="connsiteY24" fmla="*/ 6384 h 104697"/>
                <a:gd name="connsiteX25" fmla="*/ 92654 w 170611"/>
                <a:gd name="connsiteY25" fmla="*/ 38304 h 104697"/>
                <a:gd name="connsiteX26" fmla="*/ 81791 w 170611"/>
                <a:gd name="connsiteY26" fmla="*/ 40219 h 104697"/>
                <a:gd name="connsiteX27" fmla="*/ 75401 w 170611"/>
                <a:gd name="connsiteY27" fmla="*/ 24259 h 104697"/>
                <a:gd name="connsiteX28" fmla="*/ 67094 w 170611"/>
                <a:gd name="connsiteY28" fmla="*/ 21067 h 104697"/>
                <a:gd name="connsiteX29" fmla="*/ 63260 w 170611"/>
                <a:gd name="connsiteY29" fmla="*/ 29366 h 104697"/>
                <a:gd name="connsiteX30" fmla="*/ 63260 w 170611"/>
                <a:gd name="connsiteY30" fmla="*/ 29366 h 104697"/>
                <a:gd name="connsiteX31" fmla="*/ 69650 w 170611"/>
                <a:gd name="connsiteY31" fmla="*/ 45326 h 104697"/>
                <a:gd name="connsiteX32" fmla="*/ 60704 w 170611"/>
                <a:gd name="connsiteY32" fmla="*/ 51710 h 104697"/>
                <a:gd name="connsiteX33" fmla="*/ 38340 w 170611"/>
                <a:gd name="connsiteY33" fmla="*/ 28728 h 104697"/>
                <a:gd name="connsiteX34" fmla="*/ 29394 w 170611"/>
                <a:gd name="connsiteY34" fmla="*/ 29366 h 104697"/>
                <a:gd name="connsiteX35" fmla="*/ 29394 w 170611"/>
                <a:gd name="connsiteY35" fmla="*/ 37665 h 104697"/>
                <a:gd name="connsiteX36" fmla="*/ 51758 w 170611"/>
                <a:gd name="connsiteY36" fmla="*/ 60648 h 104697"/>
                <a:gd name="connsiteX37" fmla="*/ 45369 w 170611"/>
                <a:gd name="connsiteY37" fmla="*/ 69585 h 104697"/>
                <a:gd name="connsiteX38" fmla="*/ 29394 w 170611"/>
                <a:gd name="connsiteY38" fmla="*/ 63201 h 104697"/>
                <a:gd name="connsiteX39" fmla="*/ 21087 w 170611"/>
                <a:gd name="connsiteY39" fmla="*/ 66393 h 104697"/>
                <a:gd name="connsiteX40" fmla="*/ 24282 w 170611"/>
                <a:gd name="connsiteY40" fmla="*/ 74693 h 104697"/>
                <a:gd name="connsiteX41" fmla="*/ 40257 w 170611"/>
                <a:gd name="connsiteY41" fmla="*/ 81077 h 104697"/>
                <a:gd name="connsiteX42" fmla="*/ 38340 w 170611"/>
                <a:gd name="connsiteY42" fmla="*/ 91929 h 104697"/>
                <a:gd name="connsiteX43" fmla="*/ 6390 w 170611"/>
                <a:gd name="connsiteY43" fmla="*/ 91929 h 104697"/>
                <a:gd name="connsiteX44" fmla="*/ 0 w 170611"/>
                <a:gd name="connsiteY44" fmla="*/ 98313 h 104697"/>
                <a:gd name="connsiteX45" fmla="*/ 6390 w 170611"/>
                <a:gd name="connsiteY45" fmla="*/ 104697 h 104697"/>
                <a:gd name="connsiteX46" fmla="*/ 44730 w 170611"/>
                <a:gd name="connsiteY46" fmla="*/ 104697 h 104697"/>
                <a:gd name="connsiteX47" fmla="*/ 51119 w 170611"/>
                <a:gd name="connsiteY47" fmla="*/ 98313 h 104697"/>
                <a:gd name="connsiteX48" fmla="*/ 51119 w 170611"/>
                <a:gd name="connsiteY48" fmla="*/ 98313 h 104697"/>
                <a:gd name="connsiteX49" fmla="*/ 99044 w 170611"/>
                <a:gd name="connsiteY49" fmla="*/ 51072 h 104697"/>
                <a:gd name="connsiteX50" fmla="*/ 99044 w 170611"/>
                <a:gd name="connsiteY50" fmla="*/ 51072 h 10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70611" h="104697">
                  <a:moveTo>
                    <a:pt x="99044" y="51072"/>
                  </a:moveTo>
                  <a:cubicBezTo>
                    <a:pt x="111824" y="51072"/>
                    <a:pt x="123965" y="56179"/>
                    <a:pt x="132911" y="65117"/>
                  </a:cubicBezTo>
                  <a:cubicBezTo>
                    <a:pt x="133550" y="65117"/>
                    <a:pt x="133550" y="65755"/>
                    <a:pt x="134189" y="65755"/>
                  </a:cubicBezTo>
                  <a:cubicBezTo>
                    <a:pt x="134189" y="65755"/>
                    <a:pt x="134828" y="66393"/>
                    <a:pt x="134828" y="66393"/>
                  </a:cubicBezTo>
                  <a:lnTo>
                    <a:pt x="136106" y="66393"/>
                  </a:lnTo>
                  <a:lnTo>
                    <a:pt x="137384" y="66393"/>
                  </a:lnTo>
                  <a:lnTo>
                    <a:pt x="137384" y="66393"/>
                  </a:lnTo>
                  <a:cubicBezTo>
                    <a:pt x="138023" y="66393"/>
                    <a:pt x="138023" y="66393"/>
                    <a:pt x="138662" y="66393"/>
                  </a:cubicBezTo>
                  <a:lnTo>
                    <a:pt x="139940" y="66393"/>
                  </a:lnTo>
                  <a:lnTo>
                    <a:pt x="140579" y="65755"/>
                  </a:lnTo>
                  <a:cubicBezTo>
                    <a:pt x="141218" y="65755"/>
                    <a:pt x="141218" y="65117"/>
                    <a:pt x="141857" y="65117"/>
                  </a:cubicBezTo>
                  <a:lnTo>
                    <a:pt x="168694" y="38304"/>
                  </a:lnTo>
                  <a:cubicBezTo>
                    <a:pt x="171250" y="35750"/>
                    <a:pt x="171250" y="31920"/>
                    <a:pt x="168694" y="29366"/>
                  </a:cubicBezTo>
                  <a:cubicBezTo>
                    <a:pt x="166138" y="26813"/>
                    <a:pt x="162304" y="26813"/>
                    <a:pt x="159748" y="29366"/>
                  </a:cubicBezTo>
                  <a:cubicBezTo>
                    <a:pt x="159748" y="29366"/>
                    <a:pt x="159748" y="29366"/>
                    <a:pt x="159748" y="29366"/>
                  </a:cubicBezTo>
                  <a:lnTo>
                    <a:pt x="136745" y="52349"/>
                  </a:lnTo>
                  <a:cubicBezTo>
                    <a:pt x="134189" y="49795"/>
                    <a:pt x="130994" y="47880"/>
                    <a:pt x="127799" y="45965"/>
                  </a:cubicBezTo>
                  <a:lnTo>
                    <a:pt x="134189" y="30005"/>
                  </a:lnTo>
                  <a:cubicBezTo>
                    <a:pt x="135467" y="26813"/>
                    <a:pt x="134189" y="22982"/>
                    <a:pt x="130994" y="21706"/>
                  </a:cubicBezTo>
                  <a:cubicBezTo>
                    <a:pt x="127799" y="20429"/>
                    <a:pt x="123965" y="21706"/>
                    <a:pt x="122687" y="24897"/>
                  </a:cubicBezTo>
                  <a:lnTo>
                    <a:pt x="116297" y="40857"/>
                  </a:lnTo>
                  <a:cubicBezTo>
                    <a:pt x="112463" y="39581"/>
                    <a:pt x="109268" y="38942"/>
                    <a:pt x="105434" y="38304"/>
                  </a:cubicBezTo>
                  <a:lnTo>
                    <a:pt x="105434" y="6384"/>
                  </a:lnTo>
                  <a:cubicBezTo>
                    <a:pt x="105434" y="2554"/>
                    <a:pt x="102878" y="0"/>
                    <a:pt x="99044" y="0"/>
                  </a:cubicBezTo>
                  <a:cubicBezTo>
                    <a:pt x="95210" y="0"/>
                    <a:pt x="92654" y="2554"/>
                    <a:pt x="92654" y="6384"/>
                  </a:cubicBezTo>
                  <a:lnTo>
                    <a:pt x="92654" y="38304"/>
                  </a:lnTo>
                  <a:cubicBezTo>
                    <a:pt x="88820" y="38942"/>
                    <a:pt x="85625" y="39581"/>
                    <a:pt x="81791" y="40219"/>
                  </a:cubicBezTo>
                  <a:lnTo>
                    <a:pt x="75401" y="24259"/>
                  </a:lnTo>
                  <a:cubicBezTo>
                    <a:pt x="74123" y="21067"/>
                    <a:pt x="70289" y="19152"/>
                    <a:pt x="67094" y="21067"/>
                  </a:cubicBezTo>
                  <a:cubicBezTo>
                    <a:pt x="63899" y="22344"/>
                    <a:pt x="61982" y="26174"/>
                    <a:pt x="63260" y="29366"/>
                  </a:cubicBezTo>
                  <a:cubicBezTo>
                    <a:pt x="63260" y="29366"/>
                    <a:pt x="63260" y="29366"/>
                    <a:pt x="63260" y="29366"/>
                  </a:cubicBezTo>
                  <a:lnTo>
                    <a:pt x="69650" y="45326"/>
                  </a:lnTo>
                  <a:cubicBezTo>
                    <a:pt x="66455" y="47241"/>
                    <a:pt x="63260" y="49157"/>
                    <a:pt x="60704" y="51710"/>
                  </a:cubicBezTo>
                  <a:lnTo>
                    <a:pt x="38340" y="28728"/>
                  </a:lnTo>
                  <a:cubicBezTo>
                    <a:pt x="35784" y="26174"/>
                    <a:pt x="31311" y="26813"/>
                    <a:pt x="29394" y="29366"/>
                  </a:cubicBezTo>
                  <a:cubicBezTo>
                    <a:pt x="27477" y="31920"/>
                    <a:pt x="27477" y="35112"/>
                    <a:pt x="29394" y="37665"/>
                  </a:cubicBezTo>
                  <a:lnTo>
                    <a:pt x="51758" y="60648"/>
                  </a:lnTo>
                  <a:cubicBezTo>
                    <a:pt x="49202" y="63840"/>
                    <a:pt x="47286" y="66393"/>
                    <a:pt x="45369" y="69585"/>
                  </a:cubicBezTo>
                  <a:lnTo>
                    <a:pt x="29394" y="63201"/>
                  </a:lnTo>
                  <a:cubicBezTo>
                    <a:pt x="26199" y="61925"/>
                    <a:pt x="22365" y="63201"/>
                    <a:pt x="21087" y="66393"/>
                  </a:cubicBezTo>
                  <a:cubicBezTo>
                    <a:pt x="19809" y="69585"/>
                    <a:pt x="21087" y="73416"/>
                    <a:pt x="24282" y="74693"/>
                  </a:cubicBezTo>
                  <a:lnTo>
                    <a:pt x="40257" y="81077"/>
                  </a:lnTo>
                  <a:cubicBezTo>
                    <a:pt x="38979" y="84907"/>
                    <a:pt x="38340" y="88099"/>
                    <a:pt x="38340" y="91929"/>
                  </a:cubicBezTo>
                  <a:lnTo>
                    <a:pt x="6390" y="91929"/>
                  </a:lnTo>
                  <a:cubicBezTo>
                    <a:pt x="2556" y="91929"/>
                    <a:pt x="0" y="94483"/>
                    <a:pt x="0" y="98313"/>
                  </a:cubicBezTo>
                  <a:cubicBezTo>
                    <a:pt x="0" y="102144"/>
                    <a:pt x="2556" y="104697"/>
                    <a:pt x="6390" y="104697"/>
                  </a:cubicBezTo>
                  <a:lnTo>
                    <a:pt x="44730" y="104697"/>
                  </a:lnTo>
                  <a:cubicBezTo>
                    <a:pt x="48564" y="104697"/>
                    <a:pt x="51119" y="102144"/>
                    <a:pt x="51119" y="98313"/>
                  </a:cubicBezTo>
                  <a:lnTo>
                    <a:pt x="51119" y="98313"/>
                  </a:lnTo>
                  <a:cubicBezTo>
                    <a:pt x="51119" y="72139"/>
                    <a:pt x="72206" y="51072"/>
                    <a:pt x="99044" y="51072"/>
                  </a:cubicBezTo>
                  <a:cubicBezTo>
                    <a:pt x="99044" y="51072"/>
                    <a:pt x="99044" y="51072"/>
                    <a:pt x="99044" y="51072"/>
                  </a:cubicBezTo>
                  <a:close/>
                </a:path>
              </a:pathLst>
            </a:custGeom>
            <a:solidFill>
              <a:srgbClr val="004F59"/>
            </a:solidFill>
            <a:ln w="6390" cap="flat">
              <a:noFill/>
              <a:prstDash val="solid"/>
              <a:miter/>
            </a:ln>
          </p:spPr>
          <p:txBody>
            <a:bodyPr rtlCol="0" anchor="ctr"/>
            <a:lstStyle/>
            <a:p>
              <a:endParaRPr lang="en-US"/>
            </a:p>
          </p:txBody>
        </p:sp>
        <p:sp>
          <p:nvSpPr>
            <p:cNvPr id="413" name="Graphic 4">
              <a:extLst>
                <a:ext uri="{FF2B5EF4-FFF2-40B4-BE49-F238E27FC236}">
                  <a16:creationId xmlns:a16="http://schemas.microsoft.com/office/drawing/2014/main" id="{3B8C23E2-4C8A-904B-A088-0F1F2AF3E18F}"/>
                </a:ext>
              </a:extLst>
            </p:cNvPr>
            <p:cNvSpPr/>
            <p:nvPr/>
          </p:nvSpPr>
          <p:spPr>
            <a:xfrm>
              <a:off x="624766" y="2028592"/>
              <a:ext cx="122217" cy="61217"/>
            </a:xfrm>
            <a:custGeom>
              <a:avLst/>
              <a:gdLst>
                <a:gd name="connsiteX0" fmla="*/ 116466 w 122217"/>
                <a:gd name="connsiteY0" fmla="*/ 31043 h 61217"/>
                <a:gd name="connsiteX1" fmla="*/ 84517 w 122217"/>
                <a:gd name="connsiteY1" fmla="*/ 31043 h 61217"/>
                <a:gd name="connsiteX2" fmla="*/ 83239 w 122217"/>
                <a:gd name="connsiteY2" fmla="*/ 22105 h 61217"/>
                <a:gd name="connsiteX3" fmla="*/ 107520 w 122217"/>
                <a:gd name="connsiteY3" fmla="*/ 12530 h 61217"/>
                <a:gd name="connsiteX4" fmla="*/ 111354 w 122217"/>
                <a:gd name="connsiteY4" fmla="*/ 4230 h 61217"/>
                <a:gd name="connsiteX5" fmla="*/ 103048 w 122217"/>
                <a:gd name="connsiteY5" fmla="*/ 400 h 61217"/>
                <a:gd name="connsiteX6" fmla="*/ 102409 w 122217"/>
                <a:gd name="connsiteY6" fmla="*/ 400 h 61217"/>
                <a:gd name="connsiteX7" fmla="*/ 42982 w 122217"/>
                <a:gd name="connsiteY7" fmla="*/ 23382 h 61217"/>
                <a:gd name="connsiteX8" fmla="*/ 9754 w 122217"/>
                <a:gd name="connsiteY8" fmla="*/ 18275 h 61217"/>
                <a:gd name="connsiteX9" fmla="*/ 4642 w 122217"/>
                <a:gd name="connsiteY9" fmla="*/ 51472 h 61217"/>
                <a:gd name="connsiteX10" fmla="*/ 37870 w 122217"/>
                <a:gd name="connsiteY10" fmla="*/ 56579 h 61217"/>
                <a:gd name="connsiteX11" fmla="*/ 47455 w 122217"/>
                <a:gd name="connsiteY11" fmla="*/ 37427 h 61217"/>
                <a:gd name="connsiteX12" fmla="*/ 47455 w 122217"/>
                <a:gd name="connsiteY12" fmla="*/ 35512 h 61217"/>
                <a:gd name="connsiteX13" fmla="*/ 70459 w 122217"/>
                <a:gd name="connsiteY13" fmla="*/ 26574 h 61217"/>
                <a:gd name="connsiteX14" fmla="*/ 71098 w 122217"/>
                <a:gd name="connsiteY14" fmla="*/ 37427 h 61217"/>
                <a:gd name="connsiteX15" fmla="*/ 71098 w 122217"/>
                <a:gd name="connsiteY15" fmla="*/ 37427 h 61217"/>
                <a:gd name="connsiteX16" fmla="*/ 77488 w 122217"/>
                <a:gd name="connsiteY16" fmla="*/ 43811 h 61217"/>
                <a:gd name="connsiteX17" fmla="*/ 115827 w 122217"/>
                <a:gd name="connsiteY17" fmla="*/ 43811 h 61217"/>
                <a:gd name="connsiteX18" fmla="*/ 122217 w 122217"/>
                <a:gd name="connsiteY18" fmla="*/ 37427 h 61217"/>
                <a:gd name="connsiteX19" fmla="*/ 116466 w 122217"/>
                <a:gd name="connsiteY19" fmla="*/ 31043 h 61217"/>
                <a:gd name="connsiteX20" fmla="*/ 23812 w 122217"/>
                <a:gd name="connsiteY20" fmla="*/ 48280 h 61217"/>
                <a:gd name="connsiteX21" fmla="*/ 12949 w 122217"/>
                <a:gd name="connsiteY21" fmla="*/ 37427 h 61217"/>
                <a:gd name="connsiteX22" fmla="*/ 23812 w 122217"/>
                <a:gd name="connsiteY22" fmla="*/ 26574 h 61217"/>
                <a:gd name="connsiteX23" fmla="*/ 34675 w 122217"/>
                <a:gd name="connsiteY23" fmla="*/ 37427 h 61217"/>
                <a:gd name="connsiteX24" fmla="*/ 23812 w 122217"/>
                <a:gd name="connsiteY24" fmla="*/ 48280 h 61217"/>
                <a:gd name="connsiteX25" fmla="*/ 23812 w 122217"/>
                <a:gd name="connsiteY25" fmla="*/ 48280 h 61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2217" h="61217">
                  <a:moveTo>
                    <a:pt x="116466" y="31043"/>
                  </a:moveTo>
                  <a:lnTo>
                    <a:pt x="84517" y="31043"/>
                  </a:lnTo>
                  <a:cubicBezTo>
                    <a:pt x="84517" y="27851"/>
                    <a:pt x="83878" y="25297"/>
                    <a:pt x="83239" y="22105"/>
                  </a:cubicBezTo>
                  <a:lnTo>
                    <a:pt x="107520" y="12530"/>
                  </a:lnTo>
                  <a:cubicBezTo>
                    <a:pt x="110715" y="11253"/>
                    <a:pt x="112632" y="8061"/>
                    <a:pt x="111354" y="4230"/>
                  </a:cubicBezTo>
                  <a:cubicBezTo>
                    <a:pt x="110076" y="1038"/>
                    <a:pt x="106881" y="-877"/>
                    <a:pt x="103048" y="400"/>
                  </a:cubicBezTo>
                  <a:cubicBezTo>
                    <a:pt x="103048" y="400"/>
                    <a:pt x="102409" y="400"/>
                    <a:pt x="102409" y="400"/>
                  </a:cubicBezTo>
                  <a:lnTo>
                    <a:pt x="42982" y="23382"/>
                  </a:lnTo>
                  <a:cubicBezTo>
                    <a:pt x="35314" y="12530"/>
                    <a:pt x="20617" y="10614"/>
                    <a:pt x="9754" y="18275"/>
                  </a:cubicBezTo>
                  <a:cubicBezTo>
                    <a:pt x="-1108" y="25936"/>
                    <a:pt x="-3025" y="40619"/>
                    <a:pt x="4642" y="51472"/>
                  </a:cubicBezTo>
                  <a:cubicBezTo>
                    <a:pt x="12310" y="62324"/>
                    <a:pt x="27007" y="64240"/>
                    <a:pt x="37870" y="56579"/>
                  </a:cubicBezTo>
                  <a:cubicBezTo>
                    <a:pt x="44260" y="52110"/>
                    <a:pt x="47455" y="45088"/>
                    <a:pt x="47455" y="37427"/>
                  </a:cubicBezTo>
                  <a:cubicBezTo>
                    <a:pt x="47455" y="36789"/>
                    <a:pt x="47455" y="36150"/>
                    <a:pt x="47455" y="35512"/>
                  </a:cubicBezTo>
                  <a:lnTo>
                    <a:pt x="70459" y="26574"/>
                  </a:lnTo>
                  <a:cubicBezTo>
                    <a:pt x="71098" y="30405"/>
                    <a:pt x="71098" y="33597"/>
                    <a:pt x="71098" y="37427"/>
                  </a:cubicBezTo>
                  <a:lnTo>
                    <a:pt x="71098" y="37427"/>
                  </a:lnTo>
                  <a:cubicBezTo>
                    <a:pt x="71098" y="41257"/>
                    <a:pt x="73654" y="43811"/>
                    <a:pt x="77488" y="43811"/>
                  </a:cubicBezTo>
                  <a:lnTo>
                    <a:pt x="115827" y="43811"/>
                  </a:lnTo>
                  <a:cubicBezTo>
                    <a:pt x="119661" y="43811"/>
                    <a:pt x="122217" y="41257"/>
                    <a:pt x="122217" y="37427"/>
                  </a:cubicBezTo>
                  <a:cubicBezTo>
                    <a:pt x="122217" y="33597"/>
                    <a:pt x="120300" y="31043"/>
                    <a:pt x="116466" y="31043"/>
                  </a:cubicBezTo>
                  <a:close/>
                  <a:moveTo>
                    <a:pt x="23812" y="48280"/>
                  </a:moveTo>
                  <a:cubicBezTo>
                    <a:pt x="18061" y="48280"/>
                    <a:pt x="12949" y="43173"/>
                    <a:pt x="12949" y="37427"/>
                  </a:cubicBezTo>
                  <a:cubicBezTo>
                    <a:pt x="12949" y="31681"/>
                    <a:pt x="18061" y="26574"/>
                    <a:pt x="23812" y="26574"/>
                  </a:cubicBezTo>
                  <a:cubicBezTo>
                    <a:pt x="29563" y="26574"/>
                    <a:pt x="34675" y="31681"/>
                    <a:pt x="34675" y="37427"/>
                  </a:cubicBezTo>
                  <a:cubicBezTo>
                    <a:pt x="34675" y="43173"/>
                    <a:pt x="29563" y="48280"/>
                    <a:pt x="23812" y="48280"/>
                  </a:cubicBezTo>
                  <a:lnTo>
                    <a:pt x="23812" y="48280"/>
                  </a:lnTo>
                  <a:close/>
                </a:path>
              </a:pathLst>
            </a:custGeom>
            <a:solidFill>
              <a:srgbClr val="004F59"/>
            </a:solidFill>
            <a:ln w="6390" cap="flat">
              <a:noFill/>
              <a:prstDash val="solid"/>
              <a:miter/>
            </a:ln>
          </p:spPr>
          <p:txBody>
            <a:bodyPr rtlCol="0" anchor="ctr"/>
            <a:lstStyle/>
            <a:p>
              <a:endParaRPr lang="en-US"/>
            </a:p>
          </p:txBody>
        </p:sp>
        <p:sp>
          <p:nvSpPr>
            <p:cNvPr id="414" name="Graphic 4">
              <a:extLst>
                <a:ext uri="{FF2B5EF4-FFF2-40B4-BE49-F238E27FC236}">
                  <a16:creationId xmlns:a16="http://schemas.microsoft.com/office/drawing/2014/main" id="{1EFC0C5B-D9AA-FC4E-840E-CB1F513D55C8}"/>
                </a:ext>
              </a:extLst>
            </p:cNvPr>
            <p:cNvSpPr/>
            <p:nvPr/>
          </p:nvSpPr>
          <p:spPr>
            <a:xfrm>
              <a:off x="613433" y="2125390"/>
              <a:ext cx="70289" cy="12767"/>
            </a:xfrm>
            <a:custGeom>
              <a:avLst/>
              <a:gdLst>
                <a:gd name="connsiteX0" fmla="*/ 63899 w 70289"/>
                <a:gd name="connsiteY0" fmla="*/ 0 h 12767"/>
                <a:gd name="connsiteX1" fmla="*/ 6390 w 70289"/>
                <a:gd name="connsiteY1" fmla="*/ 0 h 12767"/>
                <a:gd name="connsiteX2" fmla="*/ 0 w 70289"/>
                <a:gd name="connsiteY2" fmla="*/ 6384 h 12767"/>
                <a:gd name="connsiteX3" fmla="*/ 6390 w 70289"/>
                <a:gd name="connsiteY3" fmla="*/ 12768 h 12767"/>
                <a:gd name="connsiteX4" fmla="*/ 63899 w 70289"/>
                <a:gd name="connsiteY4" fmla="*/ 12768 h 12767"/>
                <a:gd name="connsiteX5" fmla="*/ 70289 w 70289"/>
                <a:gd name="connsiteY5" fmla="*/ 6384 h 12767"/>
                <a:gd name="connsiteX6" fmla="*/ 63899 w 7028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289" h="12767">
                  <a:moveTo>
                    <a:pt x="63899" y="0"/>
                  </a:moveTo>
                  <a:lnTo>
                    <a:pt x="6390" y="0"/>
                  </a:lnTo>
                  <a:cubicBezTo>
                    <a:pt x="2556" y="0"/>
                    <a:pt x="0" y="2554"/>
                    <a:pt x="0" y="6384"/>
                  </a:cubicBezTo>
                  <a:cubicBezTo>
                    <a:pt x="0" y="10214"/>
                    <a:pt x="2556" y="12768"/>
                    <a:pt x="6390" y="12768"/>
                  </a:cubicBezTo>
                  <a:lnTo>
                    <a:pt x="63899" y="12768"/>
                  </a:lnTo>
                  <a:cubicBezTo>
                    <a:pt x="67733" y="12768"/>
                    <a:pt x="70289" y="10214"/>
                    <a:pt x="70289" y="6384"/>
                  </a:cubicBezTo>
                  <a:cubicBezTo>
                    <a:pt x="70289" y="2554"/>
                    <a:pt x="67733" y="0"/>
                    <a:pt x="63899" y="0"/>
                  </a:cubicBezTo>
                  <a:close/>
                </a:path>
              </a:pathLst>
            </a:custGeom>
            <a:solidFill>
              <a:srgbClr val="004F59"/>
            </a:solidFill>
            <a:ln w="6390" cap="flat">
              <a:noFill/>
              <a:prstDash val="solid"/>
              <a:miter/>
            </a:ln>
          </p:spPr>
          <p:txBody>
            <a:bodyPr rtlCol="0" anchor="ctr"/>
            <a:lstStyle/>
            <a:p>
              <a:endParaRPr lang="en-US"/>
            </a:p>
          </p:txBody>
        </p:sp>
      </p:grpSp>
      <p:grpSp>
        <p:nvGrpSpPr>
          <p:cNvPr id="415" name="Graphic 4">
            <a:extLst>
              <a:ext uri="{FF2B5EF4-FFF2-40B4-BE49-F238E27FC236}">
                <a16:creationId xmlns:a16="http://schemas.microsoft.com/office/drawing/2014/main" id="{5F6F5CC8-E925-394F-96B9-8FDD9E0E1F93}"/>
              </a:ext>
            </a:extLst>
          </p:cNvPr>
          <p:cNvGrpSpPr>
            <a:grpSpLocks noChangeAspect="1"/>
          </p:cNvGrpSpPr>
          <p:nvPr/>
        </p:nvGrpSpPr>
        <p:grpSpPr>
          <a:xfrm>
            <a:off x="467104" y="3339623"/>
            <a:ext cx="362309" cy="361971"/>
            <a:chOff x="467104" y="3339623"/>
            <a:chExt cx="362309" cy="361971"/>
          </a:xfrm>
          <a:solidFill>
            <a:srgbClr val="004F59"/>
          </a:solidFill>
        </p:grpSpPr>
        <p:sp>
          <p:nvSpPr>
            <p:cNvPr id="416" name="Graphic 4">
              <a:extLst>
                <a:ext uri="{FF2B5EF4-FFF2-40B4-BE49-F238E27FC236}">
                  <a16:creationId xmlns:a16="http://schemas.microsoft.com/office/drawing/2014/main" id="{BFD9B190-F3AA-5C4E-90A8-7B71A0F90084}"/>
                </a:ext>
              </a:extLst>
            </p:cNvPr>
            <p:cNvSpPr/>
            <p:nvPr/>
          </p:nvSpPr>
          <p:spPr>
            <a:xfrm>
              <a:off x="467104" y="3339623"/>
              <a:ext cx="362309" cy="361971"/>
            </a:xfrm>
            <a:custGeom>
              <a:avLst/>
              <a:gdLst>
                <a:gd name="connsiteX0" fmla="*/ 181474 w 362309"/>
                <a:gd name="connsiteY0" fmla="*/ 0 h 361971"/>
                <a:gd name="connsiteX1" fmla="*/ 0 w 362309"/>
                <a:gd name="connsiteY1" fmla="*/ 180667 h 361971"/>
                <a:gd name="connsiteX2" fmla="*/ 181474 w 362309"/>
                <a:gd name="connsiteY2" fmla="*/ 361972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0 h 361971"/>
                <a:gd name="connsiteX7" fmla="*/ 181474 w 362309"/>
                <a:gd name="connsiteY7" fmla="*/ 349204 h 361971"/>
                <a:gd name="connsiteX8" fmla="*/ 13419 w 362309"/>
                <a:gd name="connsiteY8" fmla="*/ 181305 h 361971"/>
                <a:gd name="connsiteX9" fmla="*/ 181474 w 362309"/>
                <a:gd name="connsiteY9" fmla="*/ 12768 h 361971"/>
                <a:gd name="connsiteX10" fmla="*/ 349530 w 362309"/>
                <a:gd name="connsiteY10" fmla="*/ 181305 h 361971"/>
                <a:gd name="connsiteX11" fmla="*/ 349530 w 362309"/>
                <a:gd name="connsiteY11" fmla="*/ 181305 h 361971"/>
                <a:gd name="connsiteX12" fmla="*/ 181474 w 362309"/>
                <a:gd name="connsiteY12" fmla="*/ 349204 h 361971"/>
                <a:gd name="connsiteX13" fmla="*/ 181474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1474" y="0"/>
                  </a:moveTo>
                  <a:cubicBezTo>
                    <a:pt x="81152" y="0"/>
                    <a:pt x="0" y="81077"/>
                    <a:pt x="0" y="180667"/>
                  </a:cubicBezTo>
                  <a:cubicBezTo>
                    <a:pt x="0" y="280895"/>
                    <a:pt x="81152" y="361972"/>
                    <a:pt x="181474" y="361972"/>
                  </a:cubicBezTo>
                  <a:cubicBezTo>
                    <a:pt x="281796" y="361972"/>
                    <a:pt x="362309" y="280895"/>
                    <a:pt x="362309" y="180667"/>
                  </a:cubicBezTo>
                  <a:lnTo>
                    <a:pt x="362309" y="180667"/>
                  </a:lnTo>
                  <a:cubicBezTo>
                    <a:pt x="362309" y="81077"/>
                    <a:pt x="281796" y="0"/>
                    <a:pt x="181474" y="0"/>
                  </a:cubicBezTo>
                  <a:cubicBezTo>
                    <a:pt x="181474" y="0"/>
                    <a:pt x="181474"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lnTo>
                    <a:pt x="181474" y="349204"/>
                  </a:lnTo>
                  <a:close/>
                </a:path>
              </a:pathLst>
            </a:custGeom>
            <a:solidFill>
              <a:srgbClr val="004F59"/>
            </a:solidFill>
            <a:ln w="6390" cap="flat">
              <a:noFill/>
              <a:prstDash val="solid"/>
              <a:miter/>
            </a:ln>
          </p:spPr>
          <p:txBody>
            <a:bodyPr rtlCol="0" anchor="ctr"/>
            <a:lstStyle/>
            <a:p>
              <a:endParaRPr lang="en-US"/>
            </a:p>
          </p:txBody>
        </p:sp>
        <p:sp>
          <p:nvSpPr>
            <p:cNvPr id="417" name="Graphic 4">
              <a:extLst>
                <a:ext uri="{FF2B5EF4-FFF2-40B4-BE49-F238E27FC236}">
                  <a16:creationId xmlns:a16="http://schemas.microsoft.com/office/drawing/2014/main" id="{F19950D2-C9E0-4E4E-AF8D-E5387F4C0CD3}"/>
                </a:ext>
              </a:extLst>
            </p:cNvPr>
            <p:cNvSpPr/>
            <p:nvPr/>
          </p:nvSpPr>
          <p:spPr>
            <a:xfrm>
              <a:off x="585957" y="3404740"/>
              <a:ext cx="125242" cy="235568"/>
            </a:xfrm>
            <a:custGeom>
              <a:avLst/>
              <a:gdLst>
                <a:gd name="connsiteX0" fmla="*/ 118853 w 125242"/>
                <a:gd name="connsiteY0" fmla="*/ 31920 h 235568"/>
                <a:gd name="connsiteX1" fmla="*/ 92015 w 125242"/>
                <a:gd name="connsiteY1" fmla="*/ 31920 h 235568"/>
                <a:gd name="connsiteX2" fmla="*/ 92015 w 125242"/>
                <a:gd name="connsiteY2" fmla="*/ 6384 h 235568"/>
                <a:gd name="connsiteX3" fmla="*/ 85625 w 125242"/>
                <a:gd name="connsiteY3" fmla="*/ 0 h 235568"/>
                <a:gd name="connsiteX4" fmla="*/ 38340 w 125242"/>
                <a:gd name="connsiteY4" fmla="*/ 0 h 235568"/>
                <a:gd name="connsiteX5" fmla="*/ 31950 w 125242"/>
                <a:gd name="connsiteY5" fmla="*/ 6384 h 235568"/>
                <a:gd name="connsiteX6" fmla="*/ 31950 w 125242"/>
                <a:gd name="connsiteY6" fmla="*/ 31920 h 235568"/>
                <a:gd name="connsiteX7" fmla="*/ 6390 w 125242"/>
                <a:gd name="connsiteY7" fmla="*/ 31920 h 235568"/>
                <a:gd name="connsiteX8" fmla="*/ 0 w 125242"/>
                <a:gd name="connsiteY8" fmla="*/ 38304 h 235568"/>
                <a:gd name="connsiteX9" fmla="*/ 0 w 125242"/>
                <a:gd name="connsiteY9" fmla="*/ 229185 h 235568"/>
                <a:gd name="connsiteX10" fmla="*/ 6390 w 125242"/>
                <a:gd name="connsiteY10" fmla="*/ 235569 h 235568"/>
                <a:gd name="connsiteX11" fmla="*/ 118853 w 125242"/>
                <a:gd name="connsiteY11" fmla="*/ 235569 h 235568"/>
                <a:gd name="connsiteX12" fmla="*/ 125243 w 125242"/>
                <a:gd name="connsiteY12" fmla="*/ 229185 h 235568"/>
                <a:gd name="connsiteX13" fmla="*/ 125243 w 125242"/>
                <a:gd name="connsiteY13" fmla="*/ 38304 h 235568"/>
                <a:gd name="connsiteX14" fmla="*/ 118853 w 125242"/>
                <a:gd name="connsiteY14" fmla="*/ 31920 h 235568"/>
                <a:gd name="connsiteX15" fmla="*/ 118853 w 125242"/>
                <a:gd name="connsiteY15" fmla="*/ 31920 h 235568"/>
                <a:gd name="connsiteX16" fmla="*/ 44730 w 125242"/>
                <a:gd name="connsiteY16" fmla="*/ 12768 h 235568"/>
                <a:gd name="connsiteX17" fmla="*/ 79235 w 125242"/>
                <a:gd name="connsiteY17" fmla="*/ 12768 h 235568"/>
                <a:gd name="connsiteX18" fmla="*/ 79235 w 125242"/>
                <a:gd name="connsiteY18" fmla="*/ 29366 h 235568"/>
                <a:gd name="connsiteX19" fmla="*/ 44730 w 125242"/>
                <a:gd name="connsiteY19" fmla="*/ 29366 h 235568"/>
                <a:gd name="connsiteX20" fmla="*/ 44730 w 125242"/>
                <a:gd name="connsiteY20" fmla="*/ 12768 h 235568"/>
                <a:gd name="connsiteX21" fmla="*/ 112463 w 125242"/>
                <a:gd name="connsiteY21" fmla="*/ 222163 h 235568"/>
                <a:gd name="connsiteX22" fmla="*/ 12780 w 125242"/>
                <a:gd name="connsiteY22" fmla="*/ 222163 h 235568"/>
                <a:gd name="connsiteX23" fmla="*/ 12780 w 125242"/>
                <a:gd name="connsiteY23" fmla="*/ 44049 h 235568"/>
                <a:gd name="connsiteX24" fmla="*/ 112463 w 125242"/>
                <a:gd name="connsiteY24" fmla="*/ 44049 h 235568"/>
                <a:gd name="connsiteX25" fmla="*/ 112463 w 125242"/>
                <a:gd name="connsiteY25" fmla="*/ 222163 h 23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5242" h="235568">
                  <a:moveTo>
                    <a:pt x="118853" y="31920"/>
                  </a:moveTo>
                  <a:lnTo>
                    <a:pt x="92015" y="31920"/>
                  </a:lnTo>
                  <a:lnTo>
                    <a:pt x="92015" y="6384"/>
                  </a:lnTo>
                  <a:cubicBezTo>
                    <a:pt x="92015" y="2553"/>
                    <a:pt x="89459" y="0"/>
                    <a:pt x="85625" y="0"/>
                  </a:cubicBezTo>
                  <a:lnTo>
                    <a:pt x="38340" y="0"/>
                  </a:lnTo>
                  <a:cubicBezTo>
                    <a:pt x="34506" y="0"/>
                    <a:pt x="31950" y="2553"/>
                    <a:pt x="31950" y="6384"/>
                  </a:cubicBezTo>
                  <a:lnTo>
                    <a:pt x="31950" y="31920"/>
                  </a:lnTo>
                  <a:lnTo>
                    <a:pt x="6390" y="31920"/>
                  </a:lnTo>
                  <a:cubicBezTo>
                    <a:pt x="2556" y="31920"/>
                    <a:pt x="0" y="34473"/>
                    <a:pt x="0" y="38304"/>
                  </a:cubicBezTo>
                  <a:lnTo>
                    <a:pt x="0" y="229185"/>
                  </a:lnTo>
                  <a:cubicBezTo>
                    <a:pt x="0" y="233015"/>
                    <a:pt x="2556" y="235569"/>
                    <a:pt x="6390" y="235569"/>
                  </a:cubicBezTo>
                  <a:lnTo>
                    <a:pt x="118853" y="235569"/>
                  </a:lnTo>
                  <a:cubicBezTo>
                    <a:pt x="122687" y="235569"/>
                    <a:pt x="125243" y="233015"/>
                    <a:pt x="125243" y="229185"/>
                  </a:cubicBezTo>
                  <a:lnTo>
                    <a:pt x="125243" y="38304"/>
                  </a:lnTo>
                  <a:cubicBezTo>
                    <a:pt x="125243" y="34473"/>
                    <a:pt x="122687" y="31920"/>
                    <a:pt x="118853" y="31920"/>
                  </a:cubicBezTo>
                  <a:cubicBezTo>
                    <a:pt x="118853" y="31920"/>
                    <a:pt x="118853" y="31920"/>
                    <a:pt x="118853" y="31920"/>
                  </a:cubicBezTo>
                  <a:close/>
                  <a:moveTo>
                    <a:pt x="44730" y="12768"/>
                  </a:moveTo>
                  <a:lnTo>
                    <a:pt x="79235" y="12768"/>
                  </a:lnTo>
                  <a:lnTo>
                    <a:pt x="79235" y="29366"/>
                  </a:lnTo>
                  <a:lnTo>
                    <a:pt x="44730" y="29366"/>
                  </a:lnTo>
                  <a:lnTo>
                    <a:pt x="44730" y="12768"/>
                  </a:lnTo>
                  <a:close/>
                  <a:moveTo>
                    <a:pt x="112463" y="222163"/>
                  </a:moveTo>
                  <a:lnTo>
                    <a:pt x="12780" y="222163"/>
                  </a:lnTo>
                  <a:lnTo>
                    <a:pt x="12780" y="44049"/>
                  </a:lnTo>
                  <a:lnTo>
                    <a:pt x="112463" y="44049"/>
                  </a:lnTo>
                  <a:lnTo>
                    <a:pt x="112463" y="222163"/>
                  </a:lnTo>
                  <a:close/>
                </a:path>
              </a:pathLst>
            </a:custGeom>
            <a:solidFill>
              <a:srgbClr val="004F59"/>
            </a:solidFill>
            <a:ln w="6390" cap="flat">
              <a:noFill/>
              <a:prstDash val="solid"/>
              <a:miter/>
            </a:ln>
          </p:spPr>
          <p:txBody>
            <a:bodyPr rtlCol="0" anchor="ctr"/>
            <a:lstStyle/>
            <a:p>
              <a:endParaRPr lang="en-US"/>
            </a:p>
          </p:txBody>
        </p:sp>
        <p:sp>
          <p:nvSpPr>
            <p:cNvPr id="418" name="Graphic 4">
              <a:extLst>
                <a:ext uri="{FF2B5EF4-FFF2-40B4-BE49-F238E27FC236}">
                  <a16:creationId xmlns:a16="http://schemas.microsoft.com/office/drawing/2014/main" id="{348EC6F4-EB39-6C45-9906-773821A4FCDC}"/>
                </a:ext>
              </a:extLst>
            </p:cNvPr>
            <p:cNvSpPr/>
            <p:nvPr/>
          </p:nvSpPr>
          <p:spPr>
            <a:xfrm>
              <a:off x="616628" y="3477517"/>
              <a:ext cx="62621" cy="62563"/>
            </a:xfrm>
            <a:custGeom>
              <a:avLst/>
              <a:gdLst>
                <a:gd name="connsiteX0" fmla="*/ 6390 w 62621"/>
                <a:gd name="connsiteY0" fmla="*/ 37666 h 62563"/>
                <a:gd name="connsiteX1" fmla="*/ 24921 w 62621"/>
                <a:gd name="connsiteY1" fmla="*/ 37666 h 62563"/>
                <a:gd name="connsiteX2" fmla="*/ 24921 w 62621"/>
                <a:gd name="connsiteY2" fmla="*/ 56179 h 62563"/>
                <a:gd name="connsiteX3" fmla="*/ 31311 w 62621"/>
                <a:gd name="connsiteY3" fmla="*/ 62563 h 62563"/>
                <a:gd name="connsiteX4" fmla="*/ 37701 w 62621"/>
                <a:gd name="connsiteY4" fmla="*/ 56179 h 62563"/>
                <a:gd name="connsiteX5" fmla="*/ 37701 w 62621"/>
                <a:gd name="connsiteY5" fmla="*/ 37666 h 62563"/>
                <a:gd name="connsiteX6" fmla="*/ 56231 w 62621"/>
                <a:gd name="connsiteY6" fmla="*/ 37666 h 62563"/>
                <a:gd name="connsiteX7" fmla="*/ 62621 w 62621"/>
                <a:gd name="connsiteY7" fmla="*/ 31282 h 62563"/>
                <a:gd name="connsiteX8" fmla="*/ 56231 w 62621"/>
                <a:gd name="connsiteY8" fmla="*/ 24898 h 62563"/>
                <a:gd name="connsiteX9" fmla="*/ 37701 w 62621"/>
                <a:gd name="connsiteY9" fmla="*/ 24898 h 62563"/>
                <a:gd name="connsiteX10" fmla="*/ 37701 w 62621"/>
                <a:gd name="connsiteY10" fmla="*/ 6384 h 62563"/>
                <a:gd name="connsiteX11" fmla="*/ 31311 w 62621"/>
                <a:gd name="connsiteY11" fmla="*/ 0 h 62563"/>
                <a:gd name="connsiteX12" fmla="*/ 24921 w 62621"/>
                <a:gd name="connsiteY12" fmla="*/ 6384 h 62563"/>
                <a:gd name="connsiteX13" fmla="*/ 24921 w 62621"/>
                <a:gd name="connsiteY13" fmla="*/ 24898 h 62563"/>
                <a:gd name="connsiteX14" fmla="*/ 6390 w 62621"/>
                <a:gd name="connsiteY14" fmla="*/ 24898 h 62563"/>
                <a:gd name="connsiteX15" fmla="*/ 0 w 62621"/>
                <a:gd name="connsiteY15" fmla="*/ 31282 h 62563"/>
                <a:gd name="connsiteX16" fmla="*/ 6390 w 62621"/>
                <a:gd name="connsiteY16" fmla="*/ 37666 h 6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621" h="62563">
                  <a:moveTo>
                    <a:pt x="6390" y="37666"/>
                  </a:moveTo>
                  <a:lnTo>
                    <a:pt x="24921" y="37666"/>
                  </a:lnTo>
                  <a:lnTo>
                    <a:pt x="24921" y="56179"/>
                  </a:lnTo>
                  <a:cubicBezTo>
                    <a:pt x="24921" y="60010"/>
                    <a:pt x="27477" y="62563"/>
                    <a:pt x="31311" y="62563"/>
                  </a:cubicBezTo>
                  <a:cubicBezTo>
                    <a:pt x="35145" y="62563"/>
                    <a:pt x="37701" y="60010"/>
                    <a:pt x="37701" y="56179"/>
                  </a:cubicBezTo>
                  <a:lnTo>
                    <a:pt x="37701" y="37666"/>
                  </a:lnTo>
                  <a:lnTo>
                    <a:pt x="56231" y="37666"/>
                  </a:lnTo>
                  <a:cubicBezTo>
                    <a:pt x="60065" y="37666"/>
                    <a:pt x="62621" y="35112"/>
                    <a:pt x="62621" y="31282"/>
                  </a:cubicBezTo>
                  <a:cubicBezTo>
                    <a:pt x="62621" y="27451"/>
                    <a:pt x="60065" y="24898"/>
                    <a:pt x="56231" y="24898"/>
                  </a:cubicBezTo>
                  <a:lnTo>
                    <a:pt x="37701" y="24898"/>
                  </a:lnTo>
                  <a:lnTo>
                    <a:pt x="37701" y="6384"/>
                  </a:lnTo>
                  <a:cubicBezTo>
                    <a:pt x="37701" y="2554"/>
                    <a:pt x="35145" y="0"/>
                    <a:pt x="31311" y="0"/>
                  </a:cubicBezTo>
                  <a:cubicBezTo>
                    <a:pt x="27477" y="0"/>
                    <a:pt x="24921" y="2554"/>
                    <a:pt x="24921" y="6384"/>
                  </a:cubicBezTo>
                  <a:lnTo>
                    <a:pt x="24921" y="24898"/>
                  </a:lnTo>
                  <a:lnTo>
                    <a:pt x="6390" y="24898"/>
                  </a:lnTo>
                  <a:cubicBezTo>
                    <a:pt x="2556" y="24898"/>
                    <a:pt x="0" y="27451"/>
                    <a:pt x="0" y="31282"/>
                  </a:cubicBezTo>
                  <a:cubicBezTo>
                    <a:pt x="0" y="35112"/>
                    <a:pt x="2556" y="37666"/>
                    <a:pt x="6390" y="37666"/>
                  </a:cubicBezTo>
                  <a:close/>
                </a:path>
              </a:pathLst>
            </a:custGeom>
            <a:solidFill>
              <a:srgbClr val="004F59"/>
            </a:solidFill>
            <a:ln w="6390" cap="flat">
              <a:noFill/>
              <a:prstDash val="solid"/>
              <a:miter/>
            </a:ln>
          </p:spPr>
          <p:txBody>
            <a:bodyPr rtlCol="0" anchor="ctr"/>
            <a:lstStyle/>
            <a:p>
              <a:endParaRPr lang="en-US"/>
            </a:p>
          </p:txBody>
        </p:sp>
        <p:sp>
          <p:nvSpPr>
            <p:cNvPr id="419" name="Graphic 4">
              <a:extLst>
                <a:ext uri="{FF2B5EF4-FFF2-40B4-BE49-F238E27FC236}">
                  <a16:creationId xmlns:a16="http://schemas.microsoft.com/office/drawing/2014/main" id="{AC9E6E15-F71A-304E-BDD3-C6F10D80D857}"/>
                </a:ext>
              </a:extLst>
            </p:cNvPr>
            <p:cNvSpPr/>
            <p:nvPr/>
          </p:nvSpPr>
          <p:spPr>
            <a:xfrm>
              <a:off x="616628" y="3579023"/>
              <a:ext cx="62621" cy="12767"/>
            </a:xfrm>
            <a:custGeom>
              <a:avLst/>
              <a:gdLst>
                <a:gd name="connsiteX0" fmla="*/ 6390 w 62621"/>
                <a:gd name="connsiteY0" fmla="*/ 12768 h 12767"/>
                <a:gd name="connsiteX1" fmla="*/ 56231 w 62621"/>
                <a:gd name="connsiteY1" fmla="*/ 12768 h 12767"/>
                <a:gd name="connsiteX2" fmla="*/ 62621 w 62621"/>
                <a:gd name="connsiteY2" fmla="*/ 6384 h 12767"/>
                <a:gd name="connsiteX3" fmla="*/ 56231 w 62621"/>
                <a:gd name="connsiteY3" fmla="*/ 0 h 12767"/>
                <a:gd name="connsiteX4" fmla="*/ 6390 w 62621"/>
                <a:gd name="connsiteY4" fmla="*/ 0 h 12767"/>
                <a:gd name="connsiteX5" fmla="*/ 0 w 62621"/>
                <a:gd name="connsiteY5" fmla="*/ 6384 h 12767"/>
                <a:gd name="connsiteX6" fmla="*/ 6390 w 62621"/>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621" h="12767">
                  <a:moveTo>
                    <a:pt x="6390" y="12768"/>
                  </a:moveTo>
                  <a:lnTo>
                    <a:pt x="56231" y="12768"/>
                  </a:lnTo>
                  <a:cubicBezTo>
                    <a:pt x="60065" y="12768"/>
                    <a:pt x="62621" y="10214"/>
                    <a:pt x="62621" y="6384"/>
                  </a:cubicBezTo>
                  <a:cubicBezTo>
                    <a:pt x="62621" y="2554"/>
                    <a:pt x="60065" y="0"/>
                    <a:pt x="56231" y="0"/>
                  </a:cubicBezTo>
                  <a:lnTo>
                    <a:pt x="6390" y="0"/>
                  </a:lnTo>
                  <a:cubicBezTo>
                    <a:pt x="2556" y="0"/>
                    <a:pt x="0" y="2554"/>
                    <a:pt x="0" y="6384"/>
                  </a:cubicBezTo>
                  <a:cubicBezTo>
                    <a:pt x="0" y="10214"/>
                    <a:pt x="2556" y="12768"/>
                    <a:pt x="6390" y="12768"/>
                  </a:cubicBezTo>
                  <a:close/>
                </a:path>
              </a:pathLst>
            </a:custGeom>
            <a:solidFill>
              <a:srgbClr val="004F59"/>
            </a:solidFill>
            <a:ln w="6390" cap="flat">
              <a:noFill/>
              <a:prstDash val="solid"/>
              <a:miter/>
            </a:ln>
          </p:spPr>
          <p:txBody>
            <a:bodyPr rtlCol="0" anchor="ctr"/>
            <a:lstStyle/>
            <a:p>
              <a:endParaRPr lang="en-US"/>
            </a:p>
          </p:txBody>
        </p:sp>
      </p:grpSp>
      <p:grpSp>
        <p:nvGrpSpPr>
          <p:cNvPr id="420" name="Graphic 4">
            <a:extLst>
              <a:ext uri="{FF2B5EF4-FFF2-40B4-BE49-F238E27FC236}">
                <a16:creationId xmlns:a16="http://schemas.microsoft.com/office/drawing/2014/main" id="{034FDEB2-90D1-0747-AA70-59456BC3EDB9}"/>
              </a:ext>
            </a:extLst>
          </p:cNvPr>
          <p:cNvGrpSpPr>
            <a:grpSpLocks noChangeAspect="1"/>
          </p:cNvGrpSpPr>
          <p:nvPr/>
        </p:nvGrpSpPr>
        <p:grpSpPr>
          <a:xfrm>
            <a:off x="467104" y="918179"/>
            <a:ext cx="800659" cy="361971"/>
            <a:chOff x="467104" y="918179"/>
            <a:chExt cx="800659" cy="361971"/>
          </a:xfrm>
          <a:solidFill>
            <a:srgbClr val="004F59"/>
          </a:solidFill>
        </p:grpSpPr>
        <p:sp>
          <p:nvSpPr>
            <p:cNvPr id="421" name="Graphic 4">
              <a:extLst>
                <a:ext uri="{FF2B5EF4-FFF2-40B4-BE49-F238E27FC236}">
                  <a16:creationId xmlns:a16="http://schemas.microsoft.com/office/drawing/2014/main" id="{F5E61CB0-62DE-E443-A253-2ACAAD731FA6}"/>
                </a:ext>
              </a:extLst>
            </p:cNvPr>
            <p:cNvSpPr/>
            <p:nvPr/>
          </p:nvSpPr>
          <p:spPr>
            <a:xfrm>
              <a:off x="467104" y="918179"/>
              <a:ext cx="362309" cy="361971"/>
            </a:xfrm>
            <a:custGeom>
              <a:avLst/>
              <a:gdLst>
                <a:gd name="connsiteX0" fmla="*/ 181474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1474 w 362309"/>
                <a:gd name="connsiteY4" fmla="*/ 0 h 361971"/>
                <a:gd name="connsiteX5" fmla="*/ 181474 w 362309"/>
                <a:gd name="connsiteY5" fmla="*/ 0 h 361971"/>
                <a:gd name="connsiteX6" fmla="*/ 181474 w 362309"/>
                <a:gd name="connsiteY6" fmla="*/ 349204 h 361971"/>
                <a:gd name="connsiteX7" fmla="*/ 13419 w 362309"/>
                <a:gd name="connsiteY7" fmla="*/ 180667 h 361971"/>
                <a:gd name="connsiteX8" fmla="*/ 181474 w 362309"/>
                <a:gd name="connsiteY8" fmla="*/ 12768 h 361971"/>
                <a:gd name="connsiteX9" fmla="*/ 349530 w 362309"/>
                <a:gd name="connsiteY9" fmla="*/ 180667 h 361971"/>
                <a:gd name="connsiteX10" fmla="*/ 181474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1474" y="0"/>
                  </a:moveTo>
                  <a:cubicBezTo>
                    <a:pt x="81152" y="0"/>
                    <a:pt x="0" y="81077"/>
                    <a:pt x="0" y="181305"/>
                  </a:cubicBezTo>
                  <a:cubicBezTo>
                    <a:pt x="0" y="281534"/>
                    <a:pt x="81152" y="361972"/>
                    <a:pt x="181474" y="361972"/>
                  </a:cubicBezTo>
                  <a:cubicBezTo>
                    <a:pt x="281796" y="361972"/>
                    <a:pt x="362309" y="280895"/>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768"/>
                    <a:pt x="181474" y="12768"/>
                  </a:cubicBezTo>
                  <a:cubicBezTo>
                    <a:pt x="274128" y="12768"/>
                    <a:pt x="349530" y="88099"/>
                    <a:pt x="349530" y="180667"/>
                  </a:cubicBezTo>
                  <a:cubicBezTo>
                    <a:pt x="349530" y="273873"/>
                    <a:pt x="274128" y="349204"/>
                    <a:pt x="181474" y="349204"/>
                  </a:cubicBezTo>
                  <a:close/>
                </a:path>
              </a:pathLst>
            </a:custGeom>
            <a:solidFill>
              <a:srgbClr val="004F59"/>
            </a:solidFill>
            <a:ln w="6390" cap="flat">
              <a:noFill/>
              <a:prstDash val="solid"/>
              <a:miter/>
            </a:ln>
          </p:spPr>
          <p:txBody>
            <a:bodyPr rtlCol="0" anchor="ctr"/>
            <a:lstStyle/>
            <a:p>
              <a:endParaRPr lang="en-US"/>
            </a:p>
          </p:txBody>
        </p:sp>
        <p:sp>
          <p:nvSpPr>
            <p:cNvPr id="422" name="Graphic 4">
              <a:extLst>
                <a:ext uri="{FF2B5EF4-FFF2-40B4-BE49-F238E27FC236}">
                  <a16:creationId xmlns:a16="http://schemas.microsoft.com/office/drawing/2014/main" id="{B5EB90A9-DA9F-8E48-A144-BF43DC6164CB}"/>
                </a:ext>
              </a:extLst>
            </p:cNvPr>
            <p:cNvSpPr/>
            <p:nvPr/>
          </p:nvSpPr>
          <p:spPr>
            <a:xfrm>
              <a:off x="543144" y="969251"/>
              <a:ext cx="210512" cy="243229"/>
            </a:xfrm>
            <a:custGeom>
              <a:avLst/>
              <a:gdLst>
                <a:gd name="connsiteX0" fmla="*/ 210229 w 210512"/>
                <a:gd name="connsiteY0" fmla="*/ 125764 h 243229"/>
                <a:gd name="connsiteX1" fmla="*/ 209590 w 210512"/>
                <a:gd name="connsiteY1" fmla="*/ 124488 h 243229"/>
                <a:gd name="connsiteX2" fmla="*/ 207673 w 210512"/>
                <a:gd name="connsiteY2" fmla="*/ 122572 h 243229"/>
                <a:gd name="connsiteX3" fmla="*/ 207034 w 210512"/>
                <a:gd name="connsiteY3" fmla="*/ 121934 h 243229"/>
                <a:gd name="connsiteX4" fmla="*/ 127799 w 210512"/>
                <a:gd name="connsiteY4" fmla="*/ 82992 h 243229"/>
                <a:gd name="connsiteX5" fmla="*/ 126521 w 210512"/>
                <a:gd name="connsiteY5" fmla="*/ 76608 h 243229"/>
                <a:gd name="connsiteX6" fmla="*/ 172528 w 210512"/>
                <a:gd name="connsiteY6" fmla="*/ 76608 h 243229"/>
                <a:gd name="connsiteX7" fmla="*/ 172528 w 210512"/>
                <a:gd name="connsiteY7" fmla="*/ 81715 h 243229"/>
                <a:gd name="connsiteX8" fmla="*/ 178918 w 210512"/>
                <a:gd name="connsiteY8" fmla="*/ 88099 h 243229"/>
                <a:gd name="connsiteX9" fmla="*/ 185308 w 210512"/>
                <a:gd name="connsiteY9" fmla="*/ 81715 h 243229"/>
                <a:gd name="connsiteX10" fmla="*/ 185308 w 210512"/>
                <a:gd name="connsiteY10" fmla="*/ 70224 h 243229"/>
                <a:gd name="connsiteX11" fmla="*/ 185308 w 210512"/>
                <a:gd name="connsiteY11" fmla="*/ 68947 h 243229"/>
                <a:gd name="connsiteX12" fmla="*/ 185308 w 210512"/>
                <a:gd name="connsiteY12" fmla="*/ 67670 h 243229"/>
                <a:gd name="connsiteX13" fmla="*/ 184669 w 210512"/>
                <a:gd name="connsiteY13" fmla="*/ 66393 h 243229"/>
                <a:gd name="connsiteX14" fmla="*/ 184030 w 210512"/>
                <a:gd name="connsiteY14" fmla="*/ 65755 h 243229"/>
                <a:gd name="connsiteX15" fmla="*/ 182752 w 210512"/>
                <a:gd name="connsiteY15" fmla="*/ 64478 h 243229"/>
                <a:gd name="connsiteX16" fmla="*/ 182113 w 210512"/>
                <a:gd name="connsiteY16" fmla="*/ 63840 h 243229"/>
                <a:gd name="connsiteX17" fmla="*/ 182113 w 210512"/>
                <a:gd name="connsiteY17" fmla="*/ 63840 h 243229"/>
                <a:gd name="connsiteX18" fmla="*/ 182113 w 210512"/>
                <a:gd name="connsiteY18" fmla="*/ 63840 h 243229"/>
                <a:gd name="connsiteX19" fmla="*/ 118214 w 210512"/>
                <a:gd name="connsiteY19" fmla="*/ 32558 h 243229"/>
                <a:gd name="connsiteX20" fmla="*/ 113102 w 210512"/>
                <a:gd name="connsiteY20" fmla="*/ 6384 h 243229"/>
                <a:gd name="connsiteX21" fmla="*/ 106712 w 210512"/>
                <a:gd name="connsiteY21" fmla="*/ 0 h 243229"/>
                <a:gd name="connsiteX22" fmla="*/ 104795 w 210512"/>
                <a:gd name="connsiteY22" fmla="*/ 0 h 243229"/>
                <a:gd name="connsiteX23" fmla="*/ 99683 w 210512"/>
                <a:gd name="connsiteY23" fmla="*/ 5746 h 243229"/>
                <a:gd name="connsiteX24" fmla="*/ 93932 w 210512"/>
                <a:gd name="connsiteY24" fmla="*/ 32558 h 243229"/>
                <a:gd name="connsiteX25" fmla="*/ 29394 w 210512"/>
                <a:gd name="connsiteY25" fmla="*/ 63840 h 243229"/>
                <a:gd name="connsiteX26" fmla="*/ 28755 w 210512"/>
                <a:gd name="connsiteY26" fmla="*/ 64478 h 243229"/>
                <a:gd name="connsiteX27" fmla="*/ 27477 w 210512"/>
                <a:gd name="connsiteY27" fmla="*/ 65117 h 243229"/>
                <a:gd name="connsiteX28" fmla="*/ 26838 w 210512"/>
                <a:gd name="connsiteY28" fmla="*/ 66393 h 243229"/>
                <a:gd name="connsiteX29" fmla="*/ 26199 w 210512"/>
                <a:gd name="connsiteY29" fmla="*/ 67032 h 243229"/>
                <a:gd name="connsiteX30" fmla="*/ 26199 w 210512"/>
                <a:gd name="connsiteY30" fmla="*/ 68309 h 243229"/>
                <a:gd name="connsiteX31" fmla="*/ 26199 w 210512"/>
                <a:gd name="connsiteY31" fmla="*/ 68947 h 243229"/>
                <a:gd name="connsiteX32" fmla="*/ 26199 w 210512"/>
                <a:gd name="connsiteY32" fmla="*/ 80438 h 243229"/>
                <a:gd name="connsiteX33" fmla="*/ 32589 w 210512"/>
                <a:gd name="connsiteY33" fmla="*/ 86822 h 243229"/>
                <a:gd name="connsiteX34" fmla="*/ 38979 w 210512"/>
                <a:gd name="connsiteY34" fmla="*/ 80438 h 243229"/>
                <a:gd name="connsiteX35" fmla="*/ 38979 w 210512"/>
                <a:gd name="connsiteY35" fmla="*/ 75331 h 243229"/>
                <a:gd name="connsiteX36" fmla="*/ 83708 w 210512"/>
                <a:gd name="connsiteY36" fmla="*/ 75331 h 243229"/>
                <a:gd name="connsiteX37" fmla="*/ 82430 w 210512"/>
                <a:gd name="connsiteY37" fmla="*/ 81715 h 243229"/>
                <a:gd name="connsiteX38" fmla="*/ 3195 w 210512"/>
                <a:gd name="connsiteY38" fmla="*/ 120657 h 243229"/>
                <a:gd name="connsiteX39" fmla="*/ 2556 w 210512"/>
                <a:gd name="connsiteY39" fmla="*/ 121296 h 243229"/>
                <a:gd name="connsiteX40" fmla="*/ 1278 w 210512"/>
                <a:gd name="connsiteY40" fmla="*/ 121934 h 243229"/>
                <a:gd name="connsiteX41" fmla="*/ 639 w 210512"/>
                <a:gd name="connsiteY41" fmla="*/ 123211 h 243229"/>
                <a:gd name="connsiteX42" fmla="*/ 0 w 210512"/>
                <a:gd name="connsiteY42" fmla="*/ 123849 h 243229"/>
                <a:gd name="connsiteX43" fmla="*/ 0 w 210512"/>
                <a:gd name="connsiteY43" fmla="*/ 125764 h 243229"/>
                <a:gd name="connsiteX44" fmla="*/ 0 w 210512"/>
                <a:gd name="connsiteY44" fmla="*/ 126403 h 243229"/>
                <a:gd name="connsiteX45" fmla="*/ 0 w 210512"/>
                <a:gd name="connsiteY45" fmla="*/ 127041 h 243229"/>
                <a:gd name="connsiteX46" fmla="*/ 0 w 210512"/>
                <a:gd name="connsiteY46" fmla="*/ 127041 h 243229"/>
                <a:gd name="connsiteX47" fmla="*/ 0 w 210512"/>
                <a:gd name="connsiteY47" fmla="*/ 142363 h 243229"/>
                <a:gd name="connsiteX48" fmla="*/ 6390 w 210512"/>
                <a:gd name="connsiteY48" fmla="*/ 148747 h 243229"/>
                <a:gd name="connsiteX49" fmla="*/ 12780 w 210512"/>
                <a:gd name="connsiteY49" fmla="*/ 142363 h 243229"/>
                <a:gd name="connsiteX50" fmla="*/ 12780 w 210512"/>
                <a:gd name="connsiteY50" fmla="*/ 133425 h 243229"/>
                <a:gd name="connsiteX51" fmla="*/ 38979 w 210512"/>
                <a:gd name="connsiteY51" fmla="*/ 133425 h 243229"/>
                <a:gd name="connsiteX52" fmla="*/ 38979 w 210512"/>
                <a:gd name="connsiteY52" fmla="*/ 142363 h 243229"/>
                <a:gd name="connsiteX53" fmla="*/ 45369 w 210512"/>
                <a:gd name="connsiteY53" fmla="*/ 148747 h 243229"/>
                <a:gd name="connsiteX54" fmla="*/ 51758 w 210512"/>
                <a:gd name="connsiteY54" fmla="*/ 142363 h 243229"/>
                <a:gd name="connsiteX55" fmla="*/ 51758 w 210512"/>
                <a:gd name="connsiteY55" fmla="*/ 133425 h 243229"/>
                <a:gd name="connsiteX56" fmla="*/ 72206 w 210512"/>
                <a:gd name="connsiteY56" fmla="*/ 133425 h 243229"/>
                <a:gd name="connsiteX57" fmla="*/ 51758 w 210512"/>
                <a:gd name="connsiteY57" fmla="*/ 230462 h 243229"/>
                <a:gd name="connsiteX58" fmla="*/ 35784 w 210512"/>
                <a:gd name="connsiteY58" fmla="*/ 230462 h 243229"/>
                <a:gd name="connsiteX59" fmla="*/ 29394 w 210512"/>
                <a:gd name="connsiteY59" fmla="*/ 236846 h 243229"/>
                <a:gd name="connsiteX60" fmla="*/ 35784 w 210512"/>
                <a:gd name="connsiteY60" fmla="*/ 243230 h 243229"/>
                <a:gd name="connsiteX61" fmla="*/ 173167 w 210512"/>
                <a:gd name="connsiteY61" fmla="*/ 243230 h 243229"/>
                <a:gd name="connsiteX62" fmla="*/ 179557 w 210512"/>
                <a:gd name="connsiteY62" fmla="*/ 236846 h 243229"/>
                <a:gd name="connsiteX63" fmla="*/ 173167 w 210512"/>
                <a:gd name="connsiteY63" fmla="*/ 230462 h 243229"/>
                <a:gd name="connsiteX64" fmla="*/ 157831 w 210512"/>
                <a:gd name="connsiteY64" fmla="*/ 230462 h 243229"/>
                <a:gd name="connsiteX65" fmla="*/ 138023 w 210512"/>
                <a:gd name="connsiteY65" fmla="*/ 135979 h 243229"/>
                <a:gd name="connsiteX66" fmla="*/ 138023 w 210512"/>
                <a:gd name="connsiteY66" fmla="*/ 134064 h 243229"/>
                <a:gd name="connsiteX67" fmla="*/ 159748 w 210512"/>
                <a:gd name="connsiteY67" fmla="*/ 134064 h 243229"/>
                <a:gd name="connsiteX68" fmla="*/ 159748 w 210512"/>
                <a:gd name="connsiteY68" fmla="*/ 143001 h 243229"/>
                <a:gd name="connsiteX69" fmla="*/ 166138 w 210512"/>
                <a:gd name="connsiteY69" fmla="*/ 149385 h 243229"/>
                <a:gd name="connsiteX70" fmla="*/ 172528 w 210512"/>
                <a:gd name="connsiteY70" fmla="*/ 143001 h 243229"/>
                <a:gd name="connsiteX71" fmla="*/ 172528 w 210512"/>
                <a:gd name="connsiteY71" fmla="*/ 134064 h 243229"/>
                <a:gd name="connsiteX72" fmla="*/ 197449 w 210512"/>
                <a:gd name="connsiteY72" fmla="*/ 134064 h 243229"/>
                <a:gd name="connsiteX73" fmla="*/ 197449 w 210512"/>
                <a:gd name="connsiteY73" fmla="*/ 143001 h 243229"/>
                <a:gd name="connsiteX74" fmla="*/ 203839 w 210512"/>
                <a:gd name="connsiteY74" fmla="*/ 149385 h 243229"/>
                <a:gd name="connsiteX75" fmla="*/ 210229 w 210512"/>
                <a:gd name="connsiteY75" fmla="*/ 143001 h 243229"/>
                <a:gd name="connsiteX76" fmla="*/ 210229 w 210512"/>
                <a:gd name="connsiteY76" fmla="*/ 127680 h 243229"/>
                <a:gd name="connsiteX77" fmla="*/ 210229 w 210512"/>
                <a:gd name="connsiteY77" fmla="*/ 126403 h 243229"/>
                <a:gd name="connsiteX78" fmla="*/ 210229 w 210512"/>
                <a:gd name="connsiteY78" fmla="*/ 125764 h 243229"/>
                <a:gd name="connsiteX79" fmla="*/ 176362 w 210512"/>
                <a:gd name="connsiteY79" fmla="*/ 121296 h 243229"/>
                <a:gd name="connsiteX80" fmla="*/ 135467 w 210512"/>
                <a:gd name="connsiteY80" fmla="*/ 121296 h 243229"/>
                <a:gd name="connsiteX81" fmla="*/ 130994 w 210512"/>
                <a:gd name="connsiteY81" fmla="*/ 98952 h 243229"/>
                <a:gd name="connsiteX82" fmla="*/ 176362 w 210512"/>
                <a:gd name="connsiteY82" fmla="*/ 121296 h 243229"/>
                <a:gd name="connsiteX83" fmla="*/ 118214 w 210512"/>
                <a:gd name="connsiteY83" fmla="*/ 121296 h 243229"/>
                <a:gd name="connsiteX84" fmla="*/ 94571 w 210512"/>
                <a:gd name="connsiteY84" fmla="*/ 121296 h 243229"/>
                <a:gd name="connsiteX85" fmla="*/ 106712 w 210512"/>
                <a:gd name="connsiteY85" fmla="*/ 109166 h 243229"/>
                <a:gd name="connsiteX86" fmla="*/ 118214 w 210512"/>
                <a:gd name="connsiteY86" fmla="*/ 121296 h 243229"/>
                <a:gd name="connsiteX87" fmla="*/ 115019 w 210512"/>
                <a:gd name="connsiteY87" fmla="*/ 100867 h 243229"/>
                <a:gd name="connsiteX88" fmla="*/ 117575 w 210512"/>
                <a:gd name="connsiteY88" fmla="*/ 98313 h 243229"/>
                <a:gd name="connsiteX89" fmla="*/ 118853 w 210512"/>
                <a:gd name="connsiteY89" fmla="*/ 105336 h 243229"/>
                <a:gd name="connsiteX90" fmla="*/ 115019 w 210512"/>
                <a:gd name="connsiteY90" fmla="*/ 100867 h 243229"/>
                <a:gd name="connsiteX91" fmla="*/ 91376 w 210512"/>
                <a:gd name="connsiteY91" fmla="*/ 106612 h 243229"/>
                <a:gd name="connsiteX92" fmla="*/ 93293 w 210512"/>
                <a:gd name="connsiteY92" fmla="*/ 97037 h 243229"/>
                <a:gd name="connsiteX93" fmla="*/ 97127 w 210512"/>
                <a:gd name="connsiteY93" fmla="*/ 100867 h 243229"/>
                <a:gd name="connsiteX94" fmla="*/ 91376 w 210512"/>
                <a:gd name="connsiteY94" fmla="*/ 106612 h 243229"/>
                <a:gd name="connsiteX95" fmla="*/ 82430 w 210512"/>
                <a:gd name="connsiteY95" fmla="*/ 148108 h 243229"/>
                <a:gd name="connsiteX96" fmla="*/ 97127 w 210512"/>
                <a:gd name="connsiteY96" fmla="*/ 162792 h 243229"/>
                <a:gd name="connsiteX97" fmla="*/ 74762 w 210512"/>
                <a:gd name="connsiteY97" fmla="*/ 185135 h 243229"/>
                <a:gd name="connsiteX98" fmla="*/ 82430 w 210512"/>
                <a:gd name="connsiteY98" fmla="*/ 148108 h 243229"/>
                <a:gd name="connsiteX99" fmla="*/ 87542 w 210512"/>
                <a:gd name="connsiteY99" fmla="*/ 134702 h 243229"/>
                <a:gd name="connsiteX100" fmla="*/ 125243 w 210512"/>
                <a:gd name="connsiteY100" fmla="*/ 134702 h 243229"/>
                <a:gd name="connsiteX101" fmla="*/ 106073 w 210512"/>
                <a:gd name="connsiteY101" fmla="*/ 153854 h 243229"/>
                <a:gd name="connsiteX102" fmla="*/ 87542 w 210512"/>
                <a:gd name="connsiteY102" fmla="*/ 134702 h 243229"/>
                <a:gd name="connsiteX103" fmla="*/ 128438 w 210512"/>
                <a:gd name="connsiteY103" fmla="*/ 149385 h 243229"/>
                <a:gd name="connsiteX104" fmla="*/ 135467 w 210512"/>
                <a:gd name="connsiteY104" fmla="*/ 183220 h 243229"/>
                <a:gd name="connsiteX105" fmla="*/ 115019 w 210512"/>
                <a:gd name="connsiteY105" fmla="*/ 162792 h 243229"/>
                <a:gd name="connsiteX106" fmla="*/ 128438 w 210512"/>
                <a:gd name="connsiteY106" fmla="*/ 149385 h 243229"/>
                <a:gd name="connsiteX107" fmla="*/ 151441 w 210512"/>
                <a:gd name="connsiteY107" fmla="*/ 64478 h 243229"/>
                <a:gd name="connsiteX108" fmla="*/ 123965 w 210512"/>
                <a:gd name="connsiteY108" fmla="*/ 64478 h 243229"/>
                <a:gd name="connsiteX109" fmla="*/ 120770 w 210512"/>
                <a:gd name="connsiteY109" fmla="*/ 49795 h 243229"/>
                <a:gd name="connsiteX110" fmla="*/ 151441 w 210512"/>
                <a:gd name="connsiteY110" fmla="*/ 64478 h 243229"/>
                <a:gd name="connsiteX111" fmla="*/ 105434 w 210512"/>
                <a:gd name="connsiteY111" fmla="*/ 38942 h 243229"/>
                <a:gd name="connsiteX112" fmla="*/ 110546 w 210512"/>
                <a:gd name="connsiteY112" fmla="*/ 64478 h 243229"/>
                <a:gd name="connsiteX113" fmla="*/ 99683 w 210512"/>
                <a:gd name="connsiteY113" fmla="*/ 64478 h 243229"/>
                <a:gd name="connsiteX114" fmla="*/ 105434 w 210512"/>
                <a:gd name="connsiteY114" fmla="*/ 38942 h 243229"/>
                <a:gd name="connsiteX115" fmla="*/ 59426 w 210512"/>
                <a:gd name="connsiteY115" fmla="*/ 64478 h 243229"/>
                <a:gd name="connsiteX116" fmla="*/ 90098 w 210512"/>
                <a:gd name="connsiteY116" fmla="*/ 49157 h 243229"/>
                <a:gd name="connsiteX117" fmla="*/ 86903 w 210512"/>
                <a:gd name="connsiteY117" fmla="*/ 64478 h 243229"/>
                <a:gd name="connsiteX118" fmla="*/ 59426 w 210512"/>
                <a:gd name="connsiteY118" fmla="*/ 64478 h 243229"/>
                <a:gd name="connsiteX119" fmla="*/ 113102 w 210512"/>
                <a:gd name="connsiteY119" fmla="*/ 77246 h 243229"/>
                <a:gd name="connsiteX120" fmla="*/ 114380 w 210512"/>
                <a:gd name="connsiteY120" fmla="*/ 82992 h 243229"/>
                <a:gd name="connsiteX121" fmla="*/ 106073 w 210512"/>
                <a:gd name="connsiteY121" fmla="*/ 91291 h 243229"/>
                <a:gd name="connsiteX122" fmla="*/ 96488 w 210512"/>
                <a:gd name="connsiteY122" fmla="*/ 81077 h 243229"/>
                <a:gd name="connsiteX123" fmla="*/ 97766 w 210512"/>
                <a:gd name="connsiteY123" fmla="*/ 76608 h 243229"/>
                <a:gd name="connsiteX124" fmla="*/ 113102 w 210512"/>
                <a:gd name="connsiteY124" fmla="*/ 77246 h 243229"/>
                <a:gd name="connsiteX125" fmla="*/ 34506 w 210512"/>
                <a:gd name="connsiteY125" fmla="*/ 121934 h 243229"/>
                <a:gd name="connsiteX126" fmla="*/ 79874 w 210512"/>
                <a:gd name="connsiteY126" fmla="*/ 99590 h 243229"/>
                <a:gd name="connsiteX127" fmla="*/ 75401 w 210512"/>
                <a:gd name="connsiteY127" fmla="*/ 121934 h 243229"/>
                <a:gd name="connsiteX128" fmla="*/ 34506 w 210512"/>
                <a:gd name="connsiteY128" fmla="*/ 121934 h 243229"/>
                <a:gd name="connsiteX129" fmla="*/ 132911 w 210512"/>
                <a:gd name="connsiteY129" fmla="*/ 231100 h 243229"/>
                <a:gd name="connsiteX130" fmla="*/ 65177 w 210512"/>
                <a:gd name="connsiteY130" fmla="*/ 231100 h 243229"/>
                <a:gd name="connsiteX131" fmla="*/ 70289 w 210512"/>
                <a:gd name="connsiteY131" fmla="*/ 208118 h 243229"/>
                <a:gd name="connsiteX132" fmla="*/ 106712 w 210512"/>
                <a:gd name="connsiteY132" fmla="*/ 171729 h 243229"/>
                <a:gd name="connsiteX133" fmla="*/ 140579 w 210512"/>
                <a:gd name="connsiteY133" fmla="*/ 206203 h 243229"/>
                <a:gd name="connsiteX134" fmla="*/ 145691 w 210512"/>
                <a:gd name="connsiteY134" fmla="*/ 231739 h 243229"/>
                <a:gd name="connsiteX135" fmla="*/ 132911 w 210512"/>
                <a:gd name="connsiteY135" fmla="*/ 231100 h 243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210512" h="243229">
                  <a:moveTo>
                    <a:pt x="210229" y="125764"/>
                  </a:moveTo>
                  <a:cubicBezTo>
                    <a:pt x="210229" y="125126"/>
                    <a:pt x="209590" y="125126"/>
                    <a:pt x="209590" y="124488"/>
                  </a:cubicBezTo>
                  <a:cubicBezTo>
                    <a:pt x="208951" y="123849"/>
                    <a:pt x="208312" y="123211"/>
                    <a:pt x="207673" y="122572"/>
                  </a:cubicBezTo>
                  <a:cubicBezTo>
                    <a:pt x="207673" y="122572"/>
                    <a:pt x="207034" y="121934"/>
                    <a:pt x="207034" y="121934"/>
                  </a:cubicBezTo>
                  <a:lnTo>
                    <a:pt x="127799" y="82992"/>
                  </a:lnTo>
                  <a:lnTo>
                    <a:pt x="126521" y="76608"/>
                  </a:lnTo>
                  <a:lnTo>
                    <a:pt x="172528" y="76608"/>
                  </a:lnTo>
                  <a:lnTo>
                    <a:pt x="172528" y="81715"/>
                  </a:lnTo>
                  <a:cubicBezTo>
                    <a:pt x="172528" y="85545"/>
                    <a:pt x="175084" y="88099"/>
                    <a:pt x="178918" y="88099"/>
                  </a:cubicBezTo>
                  <a:cubicBezTo>
                    <a:pt x="182752" y="88099"/>
                    <a:pt x="185308" y="85545"/>
                    <a:pt x="185308" y="81715"/>
                  </a:cubicBezTo>
                  <a:lnTo>
                    <a:pt x="185308" y="70224"/>
                  </a:lnTo>
                  <a:cubicBezTo>
                    <a:pt x="185308" y="69585"/>
                    <a:pt x="185308" y="69585"/>
                    <a:pt x="185308" y="68947"/>
                  </a:cubicBezTo>
                  <a:cubicBezTo>
                    <a:pt x="185308" y="68309"/>
                    <a:pt x="185308" y="68309"/>
                    <a:pt x="185308" y="67670"/>
                  </a:cubicBezTo>
                  <a:cubicBezTo>
                    <a:pt x="185308" y="67032"/>
                    <a:pt x="184669" y="67032"/>
                    <a:pt x="184669" y="66393"/>
                  </a:cubicBezTo>
                  <a:cubicBezTo>
                    <a:pt x="184669" y="66393"/>
                    <a:pt x="184030" y="65755"/>
                    <a:pt x="184030" y="65755"/>
                  </a:cubicBezTo>
                  <a:cubicBezTo>
                    <a:pt x="183391" y="65117"/>
                    <a:pt x="183391" y="65117"/>
                    <a:pt x="182752" y="64478"/>
                  </a:cubicBezTo>
                  <a:cubicBezTo>
                    <a:pt x="182752" y="64478"/>
                    <a:pt x="182752" y="64478"/>
                    <a:pt x="182113" y="63840"/>
                  </a:cubicBezTo>
                  <a:lnTo>
                    <a:pt x="182113" y="63840"/>
                  </a:lnTo>
                  <a:lnTo>
                    <a:pt x="182113" y="63840"/>
                  </a:lnTo>
                  <a:lnTo>
                    <a:pt x="118214" y="32558"/>
                  </a:lnTo>
                  <a:lnTo>
                    <a:pt x="113102" y="6384"/>
                  </a:lnTo>
                  <a:cubicBezTo>
                    <a:pt x="113102" y="2554"/>
                    <a:pt x="110546" y="0"/>
                    <a:pt x="106712" y="0"/>
                  </a:cubicBezTo>
                  <a:cubicBezTo>
                    <a:pt x="106073" y="0"/>
                    <a:pt x="105434" y="0"/>
                    <a:pt x="104795" y="0"/>
                  </a:cubicBezTo>
                  <a:cubicBezTo>
                    <a:pt x="102239" y="638"/>
                    <a:pt x="100322" y="2554"/>
                    <a:pt x="99683" y="5746"/>
                  </a:cubicBezTo>
                  <a:lnTo>
                    <a:pt x="93932" y="32558"/>
                  </a:lnTo>
                  <a:lnTo>
                    <a:pt x="29394" y="63840"/>
                  </a:lnTo>
                  <a:cubicBezTo>
                    <a:pt x="29394" y="63840"/>
                    <a:pt x="28755" y="64478"/>
                    <a:pt x="28755" y="64478"/>
                  </a:cubicBezTo>
                  <a:cubicBezTo>
                    <a:pt x="28116" y="64478"/>
                    <a:pt x="28116" y="65117"/>
                    <a:pt x="27477" y="65117"/>
                  </a:cubicBezTo>
                  <a:cubicBezTo>
                    <a:pt x="27477" y="65755"/>
                    <a:pt x="26838" y="65755"/>
                    <a:pt x="26838" y="66393"/>
                  </a:cubicBezTo>
                  <a:cubicBezTo>
                    <a:pt x="26838" y="66393"/>
                    <a:pt x="26199" y="67032"/>
                    <a:pt x="26199" y="67032"/>
                  </a:cubicBezTo>
                  <a:cubicBezTo>
                    <a:pt x="26199" y="67670"/>
                    <a:pt x="26199" y="68309"/>
                    <a:pt x="26199" y="68309"/>
                  </a:cubicBezTo>
                  <a:cubicBezTo>
                    <a:pt x="26199" y="68309"/>
                    <a:pt x="26199" y="68947"/>
                    <a:pt x="26199" y="68947"/>
                  </a:cubicBezTo>
                  <a:lnTo>
                    <a:pt x="26199" y="80438"/>
                  </a:lnTo>
                  <a:cubicBezTo>
                    <a:pt x="26199" y="84269"/>
                    <a:pt x="28755" y="86822"/>
                    <a:pt x="32589" y="86822"/>
                  </a:cubicBezTo>
                  <a:cubicBezTo>
                    <a:pt x="36423" y="86822"/>
                    <a:pt x="38979" y="84269"/>
                    <a:pt x="38979" y="80438"/>
                  </a:cubicBezTo>
                  <a:lnTo>
                    <a:pt x="38979" y="75331"/>
                  </a:lnTo>
                  <a:lnTo>
                    <a:pt x="83708" y="75331"/>
                  </a:lnTo>
                  <a:lnTo>
                    <a:pt x="82430" y="81715"/>
                  </a:lnTo>
                  <a:lnTo>
                    <a:pt x="3195" y="120657"/>
                  </a:lnTo>
                  <a:cubicBezTo>
                    <a:pt x="3195" y="120657"/>
                    <a:pt x="2556" y="121296"/>
                    <a:pt x="2556" y="121296"/>
                  </a:cubicBezTo>
                  <a:cubicBezTo>
                    <a:pt x="1917" y="121296"/>
                    <a:pt x="1917" y="121934"/>
                    <a:pt x="1278" y="121934"/>
                  </a:cubicBezTo>
                  <a:cubicBezTo>
                    <a:pt x="1278" y="122572"/>
                    <a:pt x="639" y="122572"/>
                    <a:pt x="639" y="123211"/>
                  </a:cubicBezTo>
                  <a:cubicBezTo>
                    <a:pt x="639" y="123211"/>
                    <a:pt x="0" y="123849"/>
                    <a:pt x="0" y="123849"/>
                  </a:cubicBezTo>
                  <a:cubicBezTo>
                    <a:pt x="0" y="124488"/>
                    <a:pt x="0" y="125126"/>
                    <a:pt x="0" y="125764"/>
                  </a:cubicBezTo>
                  <a:cubicBezTo>
                    <a:pt x="0" y="125764"/>
                    <a:pt x="0" y="126403"/>
                    <a:pt x="0" y="126403"/>
                  </a:cubicBezTo>
                  <a:lnTo>
                    <a:pt x="0" y="127041"/>
                  </a:lnTo>
                  <a:lnTo>
                    <a:pt x="0" y="127041"/>
                  </a:lnTo>
                  <a:lnTo>
                    <a:pt x="0" y="142363"/>
                  </a:lnTo>
                  <a:cubicBezTo>
                    <a:pt x="0" y="146193"/>
                    <a:pt x="2556" y="148747"/>
                    <a:pt x="6390" y="148747"/>
                  </a:cubicBezTo>
                  <a:cubicBezTo>
                    <a:pt x="10224" y="148747"/>
                    <a:pt x="12780" y="146193"/>
                    <a:pt x="12780" y="142363"/>
                  </a:cubicBezTo>
                  <a:lnTo>
                    <a:pt x="12780" y="133425"/>
                  </a:lnTo>
                  <a:lnTo>
                    <a:pt x="38979" y="133425"/>
                  </a:lnTo>
                  <a:lnTo>
                    <a:pt x="38979" y="142363"/>
                  </a:lnTo>
                  <a:cubicBezTo>
                    <a:pt x="38979" y="146193"/>
                    <a:pt x="41535" y="148747"/>
                    <a:pt x="45369" y="148747"/>
                  </a:cubicBezTo>
                  <a:cubicBezTo>
                    <a:pt x="49202" y="148747"/>
                    <a:pt x="51758" y="146193"/>
                    <a:pt x="51758" y="142363"/>
                  </a:cubicBezTo>
                  <a:lnTo>
                    <a:pt x="51758" y="133425"/>
                  </a:lnTo>
                  <a:lnTo>
                    <a:pt x="72206" y="133425"/>
                  </a:lnTo>
                  <a:lnTo>
                    <a:pt x="51758" y="230462"/>
                  </a:lnTo>
                  <a:lnTo>
                    <a:pt x="35784" y="230462"/>
                  </a:lnTo>
                  <a:cubicBezTo>
                    <a:pt x="31950" y="230462"/>
                    <a:pt x="29394" y="233015"/>
                    <a:pt x="29394" y="236846"/>
                  </a:cubicBezTo>
                  <a:cubicBezTo>
                    <a:pt x="29394" y="240676"/>
                    <a:pt x="31950" y="243230"/>
                    <a:pt x="35784" y="243230"/>
                  </a:cubicBezTo>
                  <a:lnTo>
                    <a:pt x="173167" y="243230"/>
                  </a:lnTo>
                  <a:cubicBezTo>
                    <a:pt x="177001" y="243230"/>
                    <a:pt x="179557" y="240676"/>
                    <a:pt x="179557" y="236846"/>
                  </a:cubicBezTo>
                  <a:cubicBezTo>
                    <a:pt x="179557" y="233015"/>
                    <a:pt x="177001" y="230462"/>
                    <a:pt x="173167" y="230462"/>
                  </a:cubicBezTo>
                  <a:lnTo>
                    <a:pt x="157831" y="230462"/>
                  </a:lnTo>
                  <a:lnTo>
                    <a:pt x="138023" y="135979"/>
                  </a:lnTo>
                  <a:cubicBezTo>
                    <a:pt x="138023" y="135340"/>
                    <a:pt x="138023" y="134702"/>
                    <a:pt x="138023" y="134064"/>
                  </a:cubicBezTo>
                  <a:lnTo>
                    <a:pt x="159748" y="134064"/>
                  </a:lnTo>
                  <a:lnTo>
                    <a:pt x="159748" y="143001"/>
                  </a:lnTo>
                  <a:cubicBezTo>
                    <a:pt x="159748" y="146832"/>
                    <a:pt x="162304" y="149385"/>
                    <a:pt x="166138" y="149385"/>
                  </a:cubicBezTo>
                  <a:cubicBezTo>
                    <a:pt x="169972" y="149385"/>
                    <a:pt x="172528" y="146832"/>
                    <a:pt x="172528" y="143001"/>
                  </a:cubicBezTo>
                  <a:lnTo>
                    <a:pt x="172528" y="134064"/>
                  </a:lnTo>
                  <a:lnTo>
                    <a:pt x="197449" y="134064"/>
                  </a:lnTo>
                  <a:lnTo>
                    <a:pt x="197449" y="143001"/>
                  </a:lnTo>
                  <a:cubicBezTo>
                    <a:pt x="197449" y="146832"/>
                    <a:pt x="200005" y="149385"/>
                    <a:pt x="203839" y="149385"/>
                  </a:cubicBezTo>
                  <a:cubicBezTo>
                    <a:pt x="207673" y="149385"/>
                    <a:pt x="210229" y="146832"/>
                    <a:pt x="210229" y="143001"/>
                  </a:cubicBezTo>
                  <a:lnTo>
                    <a:pt x="210229" y="127680"/>
                  </a:lnTo>
                  <a:cubicBezTo>
                    <a:pt x="210229" y="127041"/>
                    <a:pt x="210229" y="127041"/>
                    <a:pt x="210229" y="126403"/>
                  </a:cubicBezTo>
                  <a:cubicBezTo>
                    <a:pt x="210868" y="126403"/>
                    <a:pt x="210229" y="126403"/>
                    <a:pt x="210229" y="125764"/>
                  </a:cubicBezTo>
                  <a:close/>
                  <a:moveTo>
                    <a:pt x="176362" y="121296"/>
                  </a:moveTo>
                  <a:lnTo>
                    <a:pt x="135467" y="121296"/>
                  </a:lnTo>
                  <a:lnTo>
                    <a:pt x="130994" y="98952"/>
                  </a:lnTo>
                  <a:lnTo>
                    <a:pt x="176362" y="121296"/>
                  </a:lnTo>
                  <a:close/>
                  <a:moveTo>
                    <a:pt x="118214" y="121296"/>
                  </a:moveTo>
                  <a:lnTo>
                    <a:pt x="94571" y="121296"/>
                  </a:lnTo>
                  <a:lnTo>
                    <a:pt x="106712" y="109166"/>
                  </a:lnTo>
                  <a:lnTo>
                    <a:pt x="118214" y="121296"/>
                  </a:lnTo>
                  <a:close/>
                  <a:moveTo>
                    <a:pt x="115019" y="100867"/>
                  </a:moveTo>
                  <a:lnTo>
                    <a:pt x="117575" y="98313"/>
                  </a:lnTo>
                  <a:lnTo>
                    <a:pt x="118853" y="105336"/>
                  </a:lnTo>
                  <a:lnTo>
                    <a:pt x="115019" y="100867"/>
                  </a:lnTo>
                  <a:close/>
                  <a:moveTo>
                    <a:pt x="91376" y="106612"/>
                  </a:moveTo>
                  <a:lnTo>
                    <a:pt x="93293" y="97037"/>
                  </a:lnTo>
                  <a:lnTo>
                    <a:pt x="97127" y="100867"/>
                  </a:lnTo>
                  <a:lnTo>
                    <a:pt x="91376" y="106612"/>
                  </a:lnTo>
                  <a:close/>
                  <a:moveTo>
                    <a:pt x="82430" y="148108"/>
                  </a:moveTo>
                  <a:lnTo>
                    <a:pt x="97127" y="162792"/>
                  </a:lnTo>
                  <a:lnTo>
                    <a:pt x="74762" y="185135"/>
                  </a:lnTo>
                  <a:lnTo>
                    <a:pt x="82430" y="148108"/>
                  </a:lnTo>
                  <a:close/>
                  <a:moveTo>
                    <a:pt x="87542" y="134702"/>
                  </a:moveTo>
                  <a:lnTo>
                    <a:pt x="125243" y="134702"/>
                  </a:lnTo>
                  <a:lnTo>
                    <a:pt x="106073" y="153854"/>
                  </a:lnTo>
                  <a:lnTo>
                    <a:pt x="87542" y="134702"/>
                  </a:lnTo>
                  <a:close/>
                  <a:moveTo>
                    <a:pt x="128438" y="149385"/>
                  </a:moveTo>
                  <a:lnTo>
                    <a:pt x="135467" y="183220"/>
                  </a:lnTo>
                  <a:lnTo>
                    <a:pt x="115019" y="162792"/>
                  </a:lnTo>
                  <a:lnTo>
                    <a:pt x="128438" y="149385"/>
                  </a:lnTo>
                  <a:close/>
                  <a:moveTo>
                    <a:pt x="151441" y="64478"/>
                  </a:moveTo>
                  <a:lnTo>
                    <a:pt x="123965" y="64478"/>
                  </a:lnTo>
                  <a:lnTo>
                    <a:pt x="120770" y="49795"/>
                  </a:lnTo>
                  <a:lnTo>
                    <a:pt x="151441" y="64478"/>
                  </a:lnTo>
                  <a:close/>
                  <a:moveTo>
                    <a:pt x="105434" y="38942"/>
                  </a:moveTo>
                  <a:lnTo>
                    <a:pt x="110546" y="64478"/>
                  </a:lnTo>
                  <a:lnTo>
                    <a:pt x="99683" y="64478"/>
                  </a:lnTo>
                  <a:lnTo>
                    <a:pt x="105434" y="38942"/>
                  </a:lnTo>
                  <a:close/>
                  <a:moveTo>
                    <a:pt x="59426" y="64478"/>
                  </a:moveTo>
                  <a:lnTo>
                    <a:pt x="90098" y="49157"/>
                  </a:lnTo>
                  <a:lnTo>
                    <a:pt x="86903" y="64478"/>
                  </a:lnTo>
                  <a:lnTo>
                    <a:pt x="59426" y="64478"/>
                  </a:lnTo>
                  <a:close/>
                  <a:moveTo>
                    <a:pt x="113102" y="77246"/>
                  </a:moveTo>
                  <a:lnTo>
                    <a:pt x="114380" y="82992"/>
                  </a:lnTo>
                  <a:lnTo>
                    <a:pt x="106073" y="91291"/>
                  </a:lnTo>
                  <a:lnTo>
                    <a:pt x="96488" y="81077"/>
                  </a:lnTo>
                  <a:lnTo>
                    <a:pt x="97766" y="76608"/>
                  </a:lnTo>
                  <a:lnTo>
                    <a:pt x="113102" y="77246"/>
                  </a:lnTo>
                  <a:close/>
                  <a:moveTo>
                    <a:pt x="34506" y="121934"/>
                  </a:moveTo>
                  <a:lnTo>
                    <a:pt x="79874" y="99590"/>
                  </a:lnTo>
                  <a:lnTo>
                    <a:pt x="75401" y="121934"/>
                  </a:lnTo>
                  <a:lnTo>
                    <a:pt x="34506" y="121934"/>
                  </a:lnTo>
                  <a:close/>
                  <a:moveTo>
                    <a:pt x="132911" y="231100"/>
                  </a:moveTo>
                  <a:lnTo>
                    <a:pt x="65177" y="231100"/>
                  </a:lnTo>
                  <a:lnTo>
                    <a:pt x="70289" y="208118"/>
                  </a:lnTo>
                  <a:lnTo>
                    <a:pt x="106712" y="171729"/>
                  </a:lnTo>
                  <a:lnTo>
                    <a:pt x="140579" y="206203"/>
                  </a:lnTo>
                  <a:lnTo>
                    <a:pt x="145691" y="231739"/>
                  </a:lnTo>
                  <a:lnTo>
                    <a:pt x="132911" y="231100"/>
                  </a:lnTo>
                  <a:close/>
                </a:path>
              </a:pathLst>
            </a:custGeom>
            <a:solidFill>
              <a:srgbClr val="004F59"/>
            </a:solidFill>
            <a:ln w="6390" cap="flat">
              <a:noFill/>
              <a:prstDash val="solid"/>
              <a:miter/>
            </a:ln>
          </p:spPr>
          <p:txBody>
            <a:bodyPr rtlCol="0" anchor="ctr"/>
            <a:lstStyle/>
            <a:p>
              <a:endParaRPr lang="en-US"/>
            </a:p>
          </p:txBody>
        </p:sp>
        <p:sp>
          <p:nvSpPr>
            <p:cNvPr id="423" name="Graphic 4">
              <a:extLst>
                <a:ext uri="{FF2B5EF4-FFF2-40B4-BE49-F238E27FC236}">
                  <a16:creationId xmlns:a16="http://schemas.microsoft.com/office/drawing/2014/main" id="{3849B7D5-3D53-7949-8906-DC73932C9E07}"/>
                </a:ext>
              </a:extLst>
            </p:cNvPr>
            <p:cNvSpPr/>
            <p:nvPr/>
          </p:nvSpPr>
          <p:spPr>
            <a:xfrm>
              <a:off x="1072231" y="1066287"/>
              <a:ext cx="5750" cy="9575"/>
            </a:xfrm>
            <a:custGeom>
              <a:avLst/>
              <a:gdLst>
                <a:gd name="connsiteX0" fmla="*/ 0 w 5750"/>
                <a:gd name="connsiteY0" fmla="*/ 9576 h 9575"/>
                <a:gd name="connsiteX1" fmla="*/ 5751 w 5750"/>
                <a:gd name="connsiteY1" fmla="*/ 3830 h 9575"/>
                <a:gd name="connsiteX2" fmla="*/ 1917 w 5750"/>
                <a:gd name="connsiteY2" fmla="*/ 0 h 9575"/>
              </a:gdLst>
              <a:ahLst/>
              <a:cxnLst>
                <a:cxn ang="0">
                  <a:pos x="connsiteX0" y="connsiteY0"/>
                </a:cxn>
                <a:cxn ang="0">
                  <a:pos x="connsiteX1" y="connsiteY1"/>
                </a:cxn>
                <a:cxn ang="0">
                  <a:pos x="connsiteX2" y="connsiteY2"/>
                </a:cxn>
              </a:cxnLst>
              <a:rect l="l" t="t" r="r" b="b"/>
              <a:pathLst>
                <a:path w="5750" h="9575">
                  <a:moveTo>
                    <a:pt x="0" y="9576"/>
                  </a:moveTo>
                  <a:lnTo>
                    <a:pt x="5751" y="3830"/>
                  </a:lnTo>
                  <a:lnTo>
                    <a:pt x="1917" y="0"/>
                  </a:lnTo>
                  <a:close/>
                </a:path>
              </a:pathLst>
            </a:custGeom>
            <a:solidFill>
              <a:srgbClr val="004F59"/>
            </a:solidFill>
            <a:ln w="6390" cap="flat">
              <a:noFill/>
              <a:prstDash val="solid"/>
              <a:miter/>
            </a:ln>
          </p:spPr>
          <p:txBody>
            <a:bodyPr rtlCol="0" anchor="ctr"/>
            <a:lstStyle/>
            <a:p>
              <a:endParaRPr lang="en-US"/>
            </a:p>
          </p:txBody>
        </p:sp>
        <p:sp>
          <p:nvSpPr>
            <p:cNvPr id="424" name="Graphic 4">
              <a:extLst>
                <a:ext uri="{FF2B5EF4-FFF2-40B4-BE49-F238E27FC236}">
                  <a16:creationId xmlns:a16="http://schemas.microsoft.com/office/drawing/2014/main" id="{DE3603DB-19F3-C846-892C-8AC0BF188EBE}"/>
                </a:ext>
              </a:extLst>
            </p:cNvPr>
            <p:cNvSpPr/>
            <p:nvPr/>
          </p:nvSpPr>
          <p:spPr>
            <a:xfrm>
              <a:off x="1096513" y="1118636"/>
              <a:ext cx="20447" cy="33196"/>
            </a:xfrm>
            <a:custGeom>
              <a:avLst/>
              <a:gdLst>
                <a:gd name="connsiteX0" fmla="*/ 12780 w 20447"/>
                <a:gd name="connsiteY0" fmla="*/ 0 h 33196"/>
                <a:gd name="connsiteX1" fmla="*/ 0 w 20447"/>
                <a:gd name="connsiteY1" fmla="*/ 13406 h 33196"/>
                <a:gd name="connsiteX2" fmla="*/ 20448 w 20447"/>
                <a:gd name="connsiteY2" fmla="*/ 33197 h 33196"/>
              </a:gdLst>
              <a:ahLst/>
              <a:cxnLst>
                <a:cxn ang="0">
                  <a:pos x="connsiteX0" y="connsiteY0"/>
                </a:cxn>
                <a:cxn ang="0">
                  <a:pos x="connsiteX1" y="connsiteY1"/>
                </a:cxn>
                <a:cxn ang="0">
                  <a:pos x="connsiteX2" y="connsiteY2"/>
                </a:cxn>
              </a:cxnLst>
              <a:rect l="l" t="t" r="r" b="b"/>
              <a:pathLst>
                <a:path w="20447" h="33196">
                  <a:moveTo>
                    <a:pt x="12780" y="0"/>
                  </a:moveTo>
                  <a:lnTo>
                    <a:pt x="0" y="13406"/>
                  </a:lnTo>
                  <a:lnTo>
                    <a:pt x="20448" y="33197"/>
                  </a:lnTo>
                  <a:close/>
                </a:path>
              </a:pathLst>
            </a:custGeom>
            <a:solidFill>
              <a:srgbClr val="004F59"/>
            </a:solidFill>
            <a:ln w="6390" cap="flat">
              <a:noFill/>
              <a:prstDash val="solid"/>
              <a:miter/>
            </a:ln>
          </p:spPr>
          <p:txBody>
            <a:bodyPr rtlCol="0" anchor="ctr"/>
            <a:lstStyle/>
            <a:p>
              <a:endParaRPr lang="en-US"/>
            </a:p>
          </p:txBody>
        </p:sp>
        <p:sp>
          <p:nvSpPr>
            <p:cNvPr id="425" name="Graphic 4">
              <a:extLst>
                <a:ext uri="{FF2B5EF4-FFF2-40B4-BE49-F238E27FC236}">
                  <a16:creationId xmlns:a16="http://schemas.microsoft.com/office/drawing/2014/main" id="{69EB0BC8-A821-0841-BBA5-168BC9E7418C}"/>
                </a:ext>
              </a:extLst>
            </p:cNvPr>
            <p:cNvSpPr/>
            <p:nvPr/>
          </p:nvSpPr>
          <p:spPr>
            <a:xfrm>
              <a:off x="1068397" y="1103314"/>
              <a:ext cx="37700" cy="19151"/>
            </a:xfrm>
            <a:custGeom>
              <a:avLst/>
              <a:gdLst>
                <a:gd name="connsiteX0" fmla="*/ 0 w 37700"/>
                <a:gd name="connsiteY0" fmla="*/ 0 h 19151"/>
                <a:gd name="connsiteX1" fmla="*/ 19170 w 37700"/>
                <a:gd name="connsiteY1" fmla="*/ 19152 h 19151"/>
                <a:gd name="connsiteX2" fmla="*/ 37701 w 37700"/>
                <a:gd name="connsiteY2" fmla="*/ 0 h 19151"/>
              </a:gdLst>
              <a:ahLst/>
              <a:cxnLst>
                <a:cxn ang="0">
                  <a:pos x="connsiteX0" y="connsiteY0"/>
                </a:cxn>
                <a:cxn ang="0">
                  <a:pos x="connsiteX1" y="connsiteY1"/>
                </a:cxn>
                <a:cxn ang="0">
                  <a:pos x="connsiteX2" y="connsiteY2"/>
                </a:cxn>
              </a:cxnLst>
              <a:rect l="l" t="t" r="r" b="b"/>
              <a:pathLst>
                <a:path w="37700" h="19151">
                  <a:moveTo>
                    <a:pt x="0" y="0"/>
                  </a:moveTo>
                  <a:lnTo>
                    <a:pt x="19170" y="19152"/>
                  </a:lnTo>
                  <a:lnTo>
                    <a:pt x="37701" y="0"/>
                  </a:lnTo>
                  <a:close/>
                </a:path>
              </a:pathLst>
            </a:custGeom>
            <a:solidFill>
              <a:srgbClr val="004F59"/>
            </a:solidFill>
            <a:ln w="6390" cap="flat">
              <a:noFill/>
              <a:prstDash val="solid"/>
              <a:miter/>
            </a:ln>
          </p:spPr>
          <p:txBody>
            <a:bodyPr rtlCol="0" anchor="ctr"/>
            <a:lstStyle/>
            <a:p>
              <a:endParaRPr lang="en-US"/>
            </a:p>
          </p:txBody>
        </p:sp>
        <p:sp>
          <p:nvSpPr>
            <p:cNvPr id="426" name="Graphic 4">
              <a:extLst>
                <a:ext uri="{FF2B5EF4-FFF2-40B4-BE49-F238E27FC236}">
                  <a16:creationId xmlns:a16="http://schemas.microsoft.com/office/drawing/2014/main" id="{202B7AD8-B80E-5C44-8808-D46CB215DFA4}"/>
                </a:ext>
              </a:extLst>
            </p:cNvPr>
            <p:cNvSpPr/>
            <p:nvPr/>
          </p:nvSpPr>
          <p:spPr>
            <a:xfrm>
              <a:off x="1056256" y="1117359"/>
              <a:ext cx="22364" cy="37027"/>
            </a:xfrm>
            <a:custGeom>
              <a:avLst/>
              <a:gdLst>
                <a:gd name="connsiteX0" fmla="*/ 7668 w 22364"/>
                <a:gd name="connsiteY0" fmla="*/ 0 h 37027"/>
                <a:gd name="connsiteX1" fmla="*/ 0 w 22364"/>
                <a:gd name="connsiteY1" fmla="*/ 37027 h 37027"/>
                <a:gd name="connsiteX2" fmla="*/ 22365 w 22364"/>
                <a:gd name="connsiteY2" fmla="*/ 14683 h 37027"/>
              </a:gdLst>
              <a:ahLst/>
              <a:cxnLst>
                <a:cxn ang="0">
                  <a:pos x="connsiteX0" y="connsiteY0"/>
                </a:cxn>
                <a:cxn ang="0">
                  <a:pos x="connsiteX1" y="connsiteY1"/>
                </a:cxn>
                <a:cxn ang="0">
                  <a:pos x="connsiteX2" y="connsiteY2"/>
                </a:cxn>
              </a:cxnLst>
              <a:rect l="l" t="t" r="r" b="b"/>
              <a:pathLst>
                <a:path w="22364" h="37027">
                  <a:moveTo>
                    <a:pt x="7668" y="0"/>
                  </a:moveTo>
                  <a:lnTo>
                    <a:pt x="0" y="37027"/>
                  </a:lnTo>
                  <a:lnTo>
                    <a:pt x="22365" y="14683"/>
                  </a:lnTo>
                  <a:close/>
                </a:path>
              </a:pathLst>
            </a:custGeom>
            <a:solidFill>
              <a:srgbClr val="004F59"/>
            </a:solidFill>
            <a:ln w="6390" cap="flat">
              <a:noFill/>
              <a:prstDash val="solid"/>
              <a:miter/>
            </a:ln>
          </p:spPr>
          <p:txBody>
            <a:bodyPr rtlCol="0" anchor="ctr"/>
            <a:lstStyle/>
            <a:p>
              <a:endParaRPr lang="en-US"/>
            </a:p>
          </p:txBody>
        </p:sp>
        <p:sp>
          <p:nvSpPr>
            <p:cNvPr id="427" name="Graphic 4">
              <a:extLst>
                <a:ext uri="{FF2B5EF4-FFF2-40B4-BE49-F238E27FC236}">
                  <a16:creationId xmlns:a16="http://schemas.microsoft.com/office/drawing/2014/main" id="{D4F42909-E3E4-664E-A274-FA641FAF0139}"/>
                </a:ext>
              </a:extLst>
            </p:cNvPr>
            <p:cNvSpPr/>
            <p:nvPr/>
          </p:nvSpPr>
          <p:spPr>
            <a:xfrm>
              <a:off x="1112488" y="1068841"/>
              <a:ext cx="45368" cy="21705"/>
            </a:xfrm>
            <a:custGeom>
              <a:avLst/>
              <a:gdLst>
                <a:gd name="connsiteX0" fmla="*/ 45368 w 45368"/>
                <a:gd name="connsiteY0" fmla="*/ 21706 h 21705"/>
                <a:gd name="connsiteX1" fmla="*/ 0 w 45368"/>
                <a:gd name="connsiteY1" fmla="*/ 0 h 21705"/>
                <a:gd name="connsiteX2" fmla="*/ 4473 w 45368"/>
                <a:gd name="connsiteY2" fmla="*/ 21706 h 21705"/>
              </a:gdLst>
              <a:ahLst/>
              <a:cxnLst>
                <a:cxn ang="0">
                  <a:pos x="connsiteX0" y="connsiteY0"/>
                </a:cxn>
                <a:cxn ang="0">
                  <a:pos x="connsiteX1" y="connsiteY1"/>
                </a:cxn>
                <a:cxn ang="0">
                  <a:pos x="connsiteX2" y="connsiteY2"/>
                </a:cxn>
              </a:cxnLst>
              <a:rect l="l" t="t" r="r" b="b"/>
              <a:pathLst>
                <a:path w="45368" h="21705">
                  <a:moveTo>
                    <a:pt x="45368" y="21706"/>
                  </a:moveTo>
                  <a:lnTo>
                    <a:pt x="0" y="0"/>
                  </a:lnTo>
                  <a:lnTo>
                    <a:pt x="4473" y="21706"/>
                  </a:lnTo>
                  <a:close/>
                </a:path>
              </a:pathLst>
            </a:custGeom>
            <a:solidFill>
              <a:srgbClr val="004F59"/>
            </a:solidFill>
            <a:ln w="6390" cap="flat">
              <a:noFill/>
              <a:prstDash val="solid"/>
              <a:miter/>
            </a:ln>
          </p:spPr>
          <p:txBody>
            <a:bodyPr rtlCol="0" anchor="ctr"/>
            <a:lstStyle/>
            <a:p>
              <a:endParaRPr lang="en-US"/>
            </a:p>
          </p:txBody>
        </p:sp>
        <p:sp>
          <p:nvSpPr>
            <p:cNvPr id="428" name="Graphic 4">
              <a:extLst>
                <a:ext uri="{FF2B5EF4-FFF2-40B4-BE49-F238E27FC236}">
                  <a16:creationId xmlns:a16="http://schemas.microsoft.com/office/drawing/2014/main" id="{28255604-F8F9-D047-8EF7-800BC008DEF6}"/>
                </a:ext>
              </a:extLst>
            </p:cNvPr>
            <p:cNvSpPr/>
            <p:nvPr/>
          </p:nvSpPr>
          <p:spPr>
            <a:xfrm>
              <a:off x="1096513" y="1066926"/>
              <a:ext cx="3833" cy="7022"/>
            </a:xfrm>
            <a:custGeom>
              <a:avLst/>
              <a:gdLst>
                <a:gd name="connsiteX0" fmla="*/ 0 w 3833"/>
                <a:gd name="connsiteY0" fmla="*/ 3192 h 7022"/>
                <a:gd name="connsiteX1" fmla="*/ 3834 w 3833"/>
                <a:gd name="connsiteY1" fmla="*/ 7022 h 7022"/>
                <a:gd name="connsiteX2" fmla="*/ 2556 w 3833"/>
                <a:gd name="connsiteY2" fmla="*/ 0 h 7022"/>
              </a:gdLst>
              <a:ahLst/>
              <a:cxnLst>
                <a:cxn ang="0">
                  <a:pos x="connsiteX0" y="connsiteY0"/>
                </a:cxn>
                <a:cxn ang="0">
                  <a:pos x="connsiteX1" y="connsiteY1"/>
                </a:cxn>
                <a:cxn ang="0">
                  <a:pos x="connsiteX2" y="connsiteY2"/>
                </a:cxn>
              </a:cxnLst>
              <a:rect l="l" t="t" r="r" b="b"/>
              <a:pathLst>
                <a:path w="3833" h="7022">
                  <a:moveTo>
                    <a:pt x="0" y="3192"/>
                  </a:moveTo>
                  <a:lnTo>
                    <a:pt x="3834" y="7022"/>
                  </a:lnTo>
                  <a:lnTo>
                    <a:pt x="2556" y="0"/>
                  </a:lnTo>
                  <a:close/>
                </a:path>
              </a:pathLst>
            </a:custGeom>
            <a:solidFill>
              <a:srgbClr val="004F59"/>
            </a:solidFill>
            <a:ln w="6390" cap="flat">
              <a:noFill/>
              <a:prstDash val="solid"/>
              <a:miter/>
            </a:ln>
          </p:spPr>
          <p:txBody>
            <a:bodyPr rtlCol="0" anchor="ctr"/>
            <a:lstStyle/>
            <a:p>
              <a:endParaRPr lang="en-US"/>
            </a:p>
          </p:txBody>
        </p:sp>
        <p:sp>
          <p:nvSpPr>
            <p:cNvPr id="429" name="Graphic 4">
              <a:extLst>
                <a:ext uri="{FF2B5EF4-FFF2-40B4-BE49-F238E27FC236}">
                  <a16:creationId xmlns:a16="http://schemas.microsoft.com/office/drawing/2014/main" id="{90AAA6EA-D1B0-A542-99B5-F7188F4EC3C7}"/>
                </a:ext>
              </a:extLst>
            </p:cNvPr>
            <p:cNvSpPr/>
            <p:nvPr/>
          </p:nvSpPr>
          <p:spPr>
            <a:xfrm>
              <a:off x="1075426" y="1079055"/>
              <a:ext cx="23642" cy="11491"/>
            </a:xfrm>
            <a:custGeom>
              <a:avLst/>
              <a:gdLst>
                <a:gd name="connsiteX0" fmla="*/ 23643 w 23642"/>
                <a:gd name="connsiteY0" fmla="*/ 11491 h 11491"/>
                <a:gd name="connsiteX1" fmla="*/ 11502 w 23642"/>
                <a:gd name="connsiteY1" fmla="*/ 0 h 11491"/>
                <a:gd name="connsiteX2" fmla="*/ 0 w 23642"/>
                <a:gd name="connsiteY2" fmla="*/ 11491 h 11491"/>
              </a:gdLst>
              <a:ahLst/>
              <a:cxnLst>
                <a:cxn ang="0">
                  <a:pos x="connsiteX0" y="connsiteY0"/>
                </a:cxn>
                <a:cxn ang="0">
                  <a:pos x="connsiteX1" y="connsiteY1"/>
                </a:cxn>
                <a:cxn ang="0">
                  <a:pos x="connsiteX2" y="connsiteY2"/>
                </a:cxn>
              </a:cxnLst>
              <a:rect l="l" t="t" r="r" b="b"/>
              <a:pathLst>
                <a:path w="23642" h="11491">
                  <a:moveTo>
                    <a:pt x="23643" y="11491"/>
                  </a:moveTo>
                  <a:lnTo>
                    <a:pt x="11502" y="0"/>
                  </a:lnTo>
                  <a:lnTo>
                    <a:pt x="0" y="11491"/>
                  </a:lnTo>
                  <a:close/>
                </a:path>
              </a:pathLst>
            </a:custGeom>
            <a:solidFill>
              <a:srgbClr val="004F59"/>
            </a:solidFill>
            <a:ln w="6390" cap="flat">
              <a:noFill/>
              <a:prstDash val="solid"/>
              <a:miter/>
            </a:ln>
          </p:spPr>
          <p:txBody>
            <a:bodyPr rtlCol="0" anchor="ctr"/>
            <a:lstStyle/>
            <a:p>
              <a:endParaRPr lang="en-US"/>
            </a:p>
          </p:txBody>
        </p:sp>
        <p:sp>
          <p:nvSpPr>
            <p:cNvPr id="430" name="Graphic 4">
              <a:extLst>
                <a:ext uri="{FF2B5EF4-FFF2-40B4-BE49-F238E27FC236}">
                  <a16:creationId xmlns:a16="http://schemas.microsoft.com/office/drawing/2014/main" id="{1EB483CB-6553-5941-8710-ECFBDAC8C6A9}"/>
                </a:ext>
              </a:extLst>
            </p:cNvPr>
            <p:cNvSpPr/>
            <p:nvPr/>
          </p:nvSpPr>
          <p:spPr>
            <a:xfrm>
              <a:off x="1077343" y="1046497"/>
              <a:ext cx="18530" cy="14044"/>
            </a:xfrm>
            <a:custGeom>
              <a:avLst/>
              <a:gdLst>
                <a:gd name="connsiteX0" fmla="*/ 9585 w 18530"/>
                <a:gd name="connsiteY0" fmla="*/ 14045 h 14044"/>
                <a:gd name="connsiteX1" fmla="*/ 18531 w 18530"/>
                <a:gd name="connsiteY1" fmla="*/ 5746 h 14044"/>
                <a:gd name="connsiteX2" fmla="*/ 17253 w 18530"/>
                <a:gd name="connsiteY2" fmla="*/ 0 h 14044"/>
                <a:gd name="connsiteX3" fmla="*/ 1278 w 18530"/>
                <a:gd name="connsiteY3" fmla="*/ 0 h 14044"/>
                <a:gd name="connsiteX4" fmla="*/ 0 w 18530"/>
                <a:gd name="connsiteY4" fmla="*/ 4469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30" h="14044">
                  <a:moveTo>
                    <a:pt x="9585" y="14045"/>
                  </a:moveTo>
                  <a:lnTo>
                    <a:pt x="18531" y="5746"/>
                  </a:lnTo>
                  <a:lnTo>
                    <a:pt x="17253" y="0"/>
                  </a:lnTo>
                  <a:lnTo>
                    <a:pt x="1278" y="0"/>
                  </a:lnTo>
                  <a:lnTo>
                    <a:pt x="0" y="4469"/>
                  </a:lnTo>
                  <a:close/>
                </a:path>
              </a:pathLst>
            </a:custGeom>
            <a:solidFill>
              <a:srgbClr val="004F59"/>
            </a:solidFill>
            <a:ln w="6390" cap="flat">
              <a:noFill/>
              <a:prstDash val="solid"/>
              <a:miter/>
            </a:ln>
          </p:spPr>
          <p:txBody>
            <a:bodyPr rtlCol="0" anchor="ctr"/>
            <a:lstStyle/>
            <a:p>
              <a:endParaRPr lang="en-US"/>
            </a:p>
          </p:txBody>
        </p:sp>
        <p:sp>
          <p:nvSpPr>
            <p:cNvPr id="431" name="Graphic 4">
              <a:extLst>
                <a:ext uri="{FF2B5EF4-FFF2-40B4-BE49-F238E27FC236}">
                  <a16:creationId xmlns:a16="http://schemas.microsoft.com/office/drawing/2014/main" id="{DFB440EB-8DC4-B54A-A92C-3F2FCDE26CB6}"/>
                </a:ext>
              </a:extLst>
            </p:cNvPr>
            <p:cNvSpPr/>
            <p:nvPr/>
          </p:nvSpPr>
          <p:spPr>
            <a:xfrm>
              <a:off x="1046671" y="1140980"/>
              <a:ext cx="79874" cy="59370"/>
            </a:xfrm>
            <a:custGeom>
              <a:avLst/>
              <a:gdLst>
                <a:gd name="connsiteX0" fmla="*/ 40896 w 79874"/>
                <a:gd name="connsiteY0" fmla="*/ 0 h 59370"/>
                <a:gd name="connsiteX1" fmla="*/ 4473 w 79874"/>
                <a:gd name="connsiteY1" fmla="*/ 36389 h 59370"/>
                <a:gd name="connsiteX2" fmla="*/ 0 w 79874"/>
                <a:gd name="connsiteY2" fmla="*/ 59371 h 59370"/>
                <a:gd name="connsiteX3" fmla="*/ 12141 w 79874"/>
                <a:gd name="connsiteY3" fmla="*/ 59371 h 59370"/>
                <a:gd name="connsiteX4" fmla="*/ 67733 w 79874"/>
                <a:gd name="connsiteY4" fmla="*/ 59371 h 59370"/>
                <a:gd name="connsiteX5" fmla="*/ 79874 w 79874"/>
                <a:gd name="connsiteY5" fmla="*/ 59371 h 59370"/>
                <a:gd name="connsiteX6" fmla="*/ 74762 w 79874"/>
                <a:gd name="connsiteY6" fmla="*/ 33835 h 5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874" h="59370">
                  <a:moveTo>
                    <a:pt x="40896" y="0"/>
                  </a:moveTo>
                  <a:lnTo>
                    <a:pt x="4473" y="36389"/>
                  </a:lnTo>
                  <a:lnTo>
                    <a:pt x="0" y="59371"/>
                  </a:lnTo>
                  <a:lnTo>
                    <a:pt x="12141" y="59371"/>
                  </a:lnTo>
                  <a:lnTo>
                    <a:pt x="67733" y="59371"/>
                  </a:lnTo>
                  <a:lnTo>
                    <a:pt x="79874" y="59371"/>
                  </a:lnTo>
                  <a:lnTo>
                    <a:pt x="74762" y="33835"/>
                  </a:lnTo>
                  <a:close/>
                </a:path>
              </a:pathLst>
            </a:custGeom>
            <a:solidFill>
              <a:srgbClr val="004F59"/>
            </a:solidFill>
            <a:ln w="6390" cap="flat">
              <a:noFill/>
              <a:prstDash val="solid"/>
              <a:miter/>
            </a:ln>
          </p:spPr>
          <p:txBody>
            <a:bodyPr rtlCol="0" anchor="ctr"/>
            <a:lstStyle/>
            <a:p>
              <a:endParaRPr lang="en-US"/>
            </a:p>
          </p:txBody>
        </p:sp>
        <p:sp>
          <p:nvSpPr>
            <p:cNvPr id="432" name="Graphic 4">
              <a:extLst>
                <a:ext uri="{FF2B5EF4-FFF2-40B4-BE49-F238E27FC236}">
                  <a16:creationId xmlns:a16="http://schemas.microsoft.com/office/drawing/2014/main" id="{4114A20B-DF79-1549-91DF-AB188C5AC014}"/>
                </a:ext>
              </a:extLst>
            </p:cNvPr>
            <p:cNvSpPr/>
            <p:nvPr/>
          </p:nvSpPr>
          <p:spPr>
            <a:xfrm>
              <a:off x="905454" y="918179"/>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286269 w 362309"/>
                <a:gd name="connsiteY6" fmla="*/ 194711 h 361971"/>
                <a:gd name="connsiteX7" fmla="*/ 279879 w 362309"/>
                <a:gd name="connsiteY7" fmla="*/ 201095 h 361971"/>
                <a:gd name="connsiteX8" fmla="*/ 273489 w 362309"/>
                <a:gd name="connsiteY8" fmla="*/ 194711 h 361971"/>
                <a:gd name="connsiteX9" fmla="*/ 273489 w 362309"/>
                <a:gd name="connsiteY9" fmla="*/ 185774 h 361971"/>
                <a:gd name="connsiteX10" fmla="*/ 248569 w 362309"/>
                <a:gd name="connsiteY10" fmla="*/ 185774 h 361971"/>
                <a:gd name="connsiteX11" fmla="*/ 248569 w 362309"/>
                <a:gd name="connsiteY11" fmla="*/ 194711 h 361971"/>
                <a:gd name="connsiteX12" fmla="*/ 242179 w 362309"/>
                <a:gd name="connsiteY12" fmla="*/ 201095 h 361971"/>
                <a:gd name="connsiteX13" fmla="*/ 235789 w 362309"/>
                <a:gd name="connsiteY13" fmla="*/ 194711 h 361971"/>
                <a:gd name="connsiteX14" fmla="*/ 235789 w 362309"/>
                <a:gd name="connsiteY14" fmla="*/ 185774 h 361971"/>
                <a:gd name="connsiteX15" fmla="*/ 214063 w 362309"/>
                <a:gd name="connsiteY15" fmla="*/ 185774 h 361971"/>
                <a:gd name="connsiteX16" fmla="*/ 214063 w 362309"/>
                <a:gd name="connsiteY16" fmla="*/ 187689 h 361971"/>
                <a:gd name="connsiteX17" fmla="*/ 233872 w 362309"/>
                <a:gd name="connsiteY17" fmla="*/ 282172 h 361971"/>
                <a:gd name="connsiteX18" fmla="*/ 249208 w 362309"/>
                <a:gd name="connsiteY18" fmla="*/ 282172 h 361971"/>
                <a:gd name="connsiteX19" fmla="*/ 255597 w 362309"/>
                <a:gd name="connsiteY19" fmla="*/ 288556 h 361971"/>
                <a:gd name="connsiteX20" fmla="*/ 249208 w 362309"/>
                <a:gd name="connsiteY20" fmla="*/ 294940 h 361971"/>
                <a:gd name="connsiteX21" fmla="*/ 112463 w 362309"/>
                <a:gd name="connsiteY21" fmla="*/ 294940 h 361971"/>
                <a:gd name="connsiteX22" fmla="*/ 106073 w 362309"/>
                <a:gd name="connsiteY22" fmla="*/ 288556 h 361971"/>
                <a:gd name="connsiteX23" fmla="*/ 112463 w 362309"/>
                <a:gd name="connsiteY23" fmla="*/ 282172 h 361971"/>
                <a:gd name="connsiteX24" fmla="*/ 127799 w 362309"/>
                <a:gd name="connsiteY24" fmla="*/ 282172 h 361971"/>
                <a:gd name="connsiteX25" fmla="*/ 148247 w 362309"/>
                <a:gd name="connsiteY25" fmla="*/ 185135 h 361971"/>
                <a:gd name="connsiteX26" fmla="*/ 127799 w 362309"/>
                <a:gd name="connsiteY26" fmla="*/ 185135 h 361971"/>
                <a:gd name="connsiteX27" fmla="*/ 127799 w 362309"/>
                <a:gd name="connsiteY27" fmla="*/ 194073 h 361971"/>
                <a:gd name="connsiteX28" fmla="*/ 121409 w 362309"/>
                <a:gd name="connsiteY28" fmla="*/ 200457 h 361971"/>
                <a:gd name="connsiteX29" fmla="*/ 115019 w 362309"/>
                <a:gd name="connsiteY29" fmla="*/ 194073 h 361971"/>
                <a:gd name="connsiteX30" fmla="*/ 115019 w 362309"/>
                <a:gd name="connsiteY30" fmla="*/ 185135 h 361971"/>
                <a:gd name="connsiteX31" fmla="*/ 88820 w 362309"/>
                <a:gd name="connsiteY31" fmla="*/ 185135 h 361971"/>
                <a:gd name="connsiteX32" fmla="*/ 88820 w 362309"/>
                <a:gd name="connsiteY32" fmla="*/ 194073 h 361971"/>
                <a:gd name="connsiteX33" fmla="*/ 82430 w 362309"/>
                <a:gd name="connsiteY33" fmla="*/ 200457 h 361971"/>
                <a:gd name="connsiteX34" fmla="*/ 76040 w 362309"/>
                <a:gd name="connsiteY34" fmla="*/ 194073 h 361971"/>
                <a:gd name="connsiteX35" fmla="*/ 76040 w 362309"/>
                <a:gd name="connsiteY35" fmla="*/ 178752 h 361971"/>
                <a:gd name="connsiteX36" fmla="*/ 76040 w 362309"/>
                <a:gd name="connsiteY36" fmla="*/ 178752 h 361971"/>
                <a:gd name="connsiteX37" fmla="*/ 76040 w 362309"/>
                <a:gd name="connsiteY37" fmla="*/ 178113 h 361971"/>
                <a:gd name="connsiteX38" fmla="*/ 76040 w 362309"/>
                <a:gd name="connsiteY38" fmla="*/ 177475 h 361971"/>
                <a:gd name="connsiteX39" fmla="*/ 76040 w 362309"/>
                <a:gd name="connsiteY39" fmla="*/ 175560 h 361971"/>
                <a:gd name="connsiteX40" fmla="*/ 76679 w 362309"/>
                <a:gd name="connsiteY40" fmla="*/ 174921 h 361971"/>
                <a:gd name="connsiteX41" fmla="*/ 77318 w 362309"/>
                <a:gd name="connsiteY41" fmla="*/ 173644 h 361971"/>
                <a:gd name="connsiteX42" fmla="*/ 77957 w 362309"/>
                <a:gd name="connsiteY42" fmla="*/ 173006 h 361971"/>
                <a:gd name="connsiteX43" fmla="*/ 78596 w 362309"/>
                <a:gd name="connsiteY43" fmla="*/ 172368 h 361971"/>
                <a:gd name="connsiteX44" fmla="*/ 157831 w 362309"/>
                <a:gd name="connsiteY44" fmla="*/ 133425 h 361971"/>
                <a:gd name="connsiteX45" fmla="*/ 159110 w 362309"/>
                <a:gd name="connsiteY45" fmla="*/ 127041 h 361971"/>
                <a:gd name="connsiteX46" fmla="*/ 113102 w 362309"/>
                <a:gd name="connsiteY46" fmla="*/ 127041 h 361971"/>
                <a:gd name="connsiteX47" fmla="*/ 113102 w 362309"/>
                <a:gd name="connsiteY47" fmla="*/ 132148 h 361971"/>
                <a:gd name="connsiteX48" fmla="*/ 106712 w 362309"/>
                <a:gd name="connsiteY48" fmla="*/ 138532 h 361971"/>
                <a:gd name="connsiteX49" fmla="*/ 100322 w 362309"/>
                <a:gd name="connsiteY49" fmla="*/ 132148 h 361971"/>
                <a:gd name="connsiteX50" fmla="*/ 100322 w 362309"/>
                <a:gd name="connsiteY50" fmla="*/ 120657 h 361971"/>
                <a:gd name="connsiteX51" fmla="*/ 100322 w 362309"/>
                <a:gd name="connsiteY51" fmla="*/ 120019 h 361971"/>
                <a:gd name="connsiteX52" fmla="*/ 100961 w 362309"/>
                <a:gd name="connsiteY52" fmla="*/ 118742 h 361971"/>
                <a:gd name="connsiteX53" fmla="*/ 101600 w 362309"/>
                <a:gd name="connsiteY53" fmla="*/ 118104 h 361971"/>
                <a:gd name="connsiteX54" fmla="*/ 102239 w 362309"/>
                <a:gd name="connsiteY54" fmla="*/ 116827 h 361971"/>
                <a:gd name="connsiteX55" fmla="*/ 103517 w 362309"/>
                <a:gd name="connsiteY55" fmla="*/ 116188 h 361971"/>
                <a:gd name="connsiteX56" fmla="*/ 104156 w 362309"/>
                <a:gd name="connsiteY56" fmla="*/ 115550 h 361971"/>
                <a:gd name="connsiteX57" fmla="*/ 168694 w 362309"/>
                <a:gd name="connsiteY57" fmla="*/ 84269 h 361971"/>
                <a:gd name="connsiteX58" fmla="*/ 174445 w 362309"/>
                <a:gd name="connsiteY58" fmla="*/ 57456 h 361971"/>
                <a:gd name="connsiteX59" fmla="*/ 179557 w 362309"/>
                <a:gd name="connsiteY59" fmla="*/ 51710 h 361971"/>
                <a:gd name="connsiteX60" fmla="*/ 184030 w 362309"/>
                <a:gd name="connsiteY60" fmla="*/ 52349 h 361971"/>
                <a:gd name="connsiteX61" fmla="*/ 187864 w 362309"/>
                <a:gd name="connsiteY61" fmla="*/ 58094 h 361971"/>
                <a:gd name="connsiteX62" fmla="*/ 193615 w 362309"/>
                <a:gd name="connsiteY62" fmla="*/ 84269 h 361971"/>
                <a:gd name="connsiteX63" fmla="*/ 257514 w 362309"/>
                <a:gd name="connsiteY63" fmla="*/ 115550 h 361971"/>
                <a:gd name="connsiteX64" fmla="*/ 257514 w 362309"/>
                <a:gd name="connsiteY64" fmla="*/ 115550 h 361971"/>
                <a:gd name="connsiteX65" fmla="*/ 258154 w 362309"/>
                <a:gd name="connsiteY65" fmla="*/ 115550 h 361971"/>
                <a:gd name="connsiteX66" fmla="*/ 258792 w 362309"/>
                <a:gd name="connsiteY66" fmla="*/ 116188 h 361971"/>
                <a:gd name="connsiteX67" fmla="*/ 260070 w 362309"/>
                <a:gd name="connsiteY67" fmla="*/ 117465 h 361971"/>
                <a:gd name="connsiteX68" fmla="*/ 260709 w 362309"/>
                <a:gd name="connsiteY68" fmla="*/ 118104 h 361971"/>
                <a:gd name="connsiteX69" fmla="*/ 261348 w 362309"/>
                <a:gd name="connsiteY69" fmla="*/ 119380 h 361971"/>
                <a:gd name="connsiteX70" fmla="*/ 261348 w 362309"/>
                <a:gd name="connsiteY70" fmla="*/ 120657 h 361971"/>
                <a:gd name="connsiteX71" fmla="*/ 261348 w 362309"/>
                <a:gd name="connsiteY71" fmla="*/ 121934 h 361971"/>
                <a:gd name="connsiteX72" fmla="*/ 261348 w 362309"/>
                <a:gd name="connsiteY72" fmla="*/ 133425 h 361971"/>
                <a:gd name="connsiteX73" fmla="*/ 254959 w 362309"/>
                <a:gd name="connsiteY73" fmla="*/ 139809 h 361971"/>
                <a:gd name="connsiteX74" fmla="*/ 248569 w 362309"/>
                <a:gd name="connsiteY74" fmla="*/ 133425 h 361971"/>
                <a:gd name="connsiteX75" fmla="*/ 248569 w 362309"/>
                <a:gd name="connsiteY75" fmla="*/ 128318 h 361971"/>
                <a:gd name="connsiteX76" fmla="*/ 202561 w 362309"/>
                <a:gd name="connsiteY76" fmla="*/ 128318 h 361971"/>
                <a:gd name="connsiteX77" fmla="*/ 203839 w 362309"/>
                <a:gd name="connsiteY77" fmla="*/ 134702 h 361971"/>
                <a:gd name="connsiteX78" fmla="*/ 283074 w 362309"/>
                <a:gd name="connsiteY78" fmla="*/ 173644 h 361971"/>
                <a:gd name="connsiteX79" fmla="*/ 283713 w 362309"/>
                <a:gd name="connsiteY79" fmla="*/ 174283 h 361971"/>
                <a:gd name="connsiteX80" fmla="*/ 284991 w 362309"/>
                <a:gd name="connsiteY80" fmla="*/ 174921 h 361971"/>
                <a:gd name="connsiteX81" fmla="*/ 285630 w 362309"/>
                <a:gd name="connsiteY81" fmla="*/ 175560 h 361971"/>
                <a:gd name="connsiteX82" fmla="*/ 286269 w 362309"/>
                <a:gd name="connsiteY82" fmla="*/ 176836 h 361971"/>
                <a:gd name="connsiteX83" fmla="*/ 286908 w 362309"/>
                <a:gd name="connsiteY83" fmla="*/ 179390 h 361971"/>
                <a:gd name="connsiteX84" fmla="*/ 286269 w 362309"/>
                <a:gd name="connsiteY84" fmla="*/ 19471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1157" y="0"/>
                    <a:pt x="180835" y="0"/>
                  </a:cubicBezTo>
                  <a:cubicBezTo>
                    <a:pt x="180835" y="0"/>
                    <a:pt x="180835" y="0"/>
                    <a:pt x="180835" y="0"/>
                  </a:cubicBezTo>
                  <a:close/>
                  <a:moveTo>
                    <a:pt x="286269" y="194711"/>
                  </a:moveTo>
                  <a:cubicBezTo>
                    <a:pt x="286269" y="198542"/>
                    <a:pt x="283713" y="201095"/>
                    <a:pt x="279879" y="201095"/>
                  </a:cubicBezTo>
                  <a:cubicBezTo>
                    <a:pt x="276045" y="201095"/>
                    <a:pt x="273489" y="198542"/>
                    <a:pt x="273489" y="194711"/>
                  </a:cubicBezTo>
                  <a:lnTo>
                    <a:pt x="273489" y="185774"/>
                  </a:lnTo>
                  <a:lnTo>
                    <a:pt x="248569" y="185774"/>
                  </a:lnTo>
                  <a:lnTo>
                    <a:pt x="248569" y="194711"/>
                  </a:lnTo>
                  <a:cubicBezTo>
                    <a:pt x="248569" y="198542"/>
                    <a:pt x="246013" y="201095"/>
                    <a:pt x="242179" y="201095"/>
                  </a:cubicBezTo>
                  <a:cubicBezTo>
                    <a:pt x="238345" y="201095"/>
                    <a:pt x="235789" y="198542"/>
                    <a:pt x="235789" y="194711"/>
                  </a:cubicBezTo>
                  <a:lnTo>
                    <a:pt x="235789" y="185774"/>
                  </a:lnTo>
                  <a:lnTo>
                    <a:pt x="214063" y="185774"/>
                  </a:lnTo>
                  <a:cubicBezTo>
                    <a:pt x="214063" y="186412"/>
                    <a:pt x="214063" y="187051"/>
                    <a:pt x="214063" y="187689"/>
                  </a:cubicBezTo>
                  <a:lnTo>
                    <a:pt x="233872" y="282172"/>
                  </a:lnTo>
                  <a:lnTo>
                    <a:pt x="249208" y="282172"/>
                  </a:lnTo>
                  <a:cubicBezTo>
                    <a:pt x="253042" y="282172"/>
                    <a:pt x="255597" y="284726"/>
                    <a:pt x="255597" y="288556"/>
                  </a:cubicBezTo>
                  <a:cubicBezTo>
                    <a:pt x="255597" y="292386"/>
                    <a:pt x="253042" y="294940"/>
                    <a:pt x="249208" y="294940"/>
                  </a:cubicBezTo>
                  <a:lnTo>
                    <a:pt x="112463" y="294940"/>
                  </a:lnTo>
                  <a:cubicBezTo>
                    <a:pt x="108629" y="294940"/>
                    <a:pt x="106073" y="292386"/>
                    <a:pt x="106073" y="288556"/>
                  </a:cubicBezTo>
                  <a:cubicBezTo>
                    <a:pt x="106073" y="284726"/>
                    <a:pt x="108629" y="282172"/>
                    <a:pt x="112463" y="282172"/>
                  </a:cubicBezTo>
                  <a:lnTo>
                    <a:pt x="127799" y="282172"/>
                  </a:lnTo>
                  <a:lnTo>
                    <a:pt x="148247" y="185135"/>
                  </a:lnTo>
                  <a:lnTo>
                    <a:pt x="127799" y="185135"/>
                  </a:lnTo>
                  <a:lnTo>
                    <a:pt x="127799" y="194073"/>
                  </a:lnTo>
                  <a:cubicBezTo>
                    <a:pt x="127799" y="197903"/>
                    <a:pt x="125243" y="200457"/>
                    <a:pt x="121409" y="200457"/>
                  </a:cubicBezTo>
                  <a:cubicBezTo>
                    <a:pt x="117575" y="200457"/>
                    <a:pt x="115019" y="197903"/>
                    <a:pt x="115019" y="194073"/>
                  </a:cubicBezTo>
                  <a:lnTo>
                    <a:pt x="115019" y="185135"/>
                  </a:lnTo>
                  <a:lnTo>
                    <a:pt x="88820" y="185135"/>
                  </a:lnTo>
                  <a:lnTo>
                    <a:pt x="88820" y="194073"/>
                  </a:lnTo>
                  <a:cubicBezTo>
                    <a:pt x="88820" y="197903"/>
                    <a:pt x="86264" y="200457"/>
                    <a:pt x="82430" y="200457"/>
                  </a:cubicBezTo>
                  <a:cubicBezTo>
                    <a:pt x="78596" y="200457"/>
                    <a:pt x="76040" y="197903"/>
                    <a:pt x="76040" y="194073"/>
                  </a:cubicBezTo>
                  <a:lnTo>
                    <a:pt x="76040" y="178752"/>
                  </a:lnTo>
                  <a:lnTo>
                    <a:pt x="76040" y="178752"/>
                  </a:lnTo>
                  <a:lnTo>
                    <a:pt x="76040" y="178113"/>
                  </a:lnTo>
                  <a:cubicBezTo>
                    <a:pt x="76040" y="178113"/>
                    <a:pt x="76040" y="177475"/>
                    <a:pt x="76040" y="177475"/>
                  </a:cubicBezTo>
                  <a:cubicBezTo>
                    <a:pt x="76040" y="176836"/>
                    <a:pt x="76040" y="176198"/>
                    <a:pt x="76040" y="175560"/>
                  </a:cubicBezTo>
                  <a:cubicBezTo>
                    <a:pt x="76040" y="175560"/>
                    <a:pt x="76040" y="174921"/>
                    <a:pt x="76679" y="174921"/>
                  </a:cubicBezTo>
                  <a:cubicBezTo>
                    <a:pt x="76679" y="174283"/>
                    <a:pt x="77318" y="174283"/>
                    <a:pt x="77318" y="173644"/>
                  </a:cubicBezTo>
                  <a:lnTo>
                    <a:pt x="77957" y="173006"/>
                  </a:lnTo>
                  <a:cubicBezTo>
                    <a:pt x="77957" y="173006"/>
                    <a:pt x="78596" y="172368"/>
                    <a:pt x="78596" y="172368"/>
                  </a:cubicBezTo>
                  <a:lnTo>
                    <a:pt x="157831" y="133425"/>
                  </a:lnTo>
                  <a:lnTo>
                    <a:pt x="159110" y="127041"/>
                  </a:lnTo>
                  <a:lnTo>
                    <a:pt x="113102" y="127041"/>
                  </a:lnTo>
                  <a:lnTo>
                    <a:pt x="113102" y="132148"/>
                  </a:lnTo>
                  <a:cubicBezTo>
                    <a:pt x="113102" y="135979"/>
                    <a:pt x="110546" y="138532"/>
                    <a:pt x="106712" y="138532"/>
                  </a:cubicBezTo>
                  <a:cubicBezTo>
                    <a:pt x="102878" y="138532"/>
                    <a:pt x="100322" y="135979"/>
                    <a:pt x="100322" y="132148"/>
                  </a:cubicBezTo>
                  <a:lnTo>
                    <a:pt x="100322" y="120657"/>
                  </a:lnTo>
                  <a:cubicBezTo>
                    <a:pt x="100322" y="120657"/>
                    <a:pt x="100322" y="120019"/>
                    <a:pt x="100322" y="120019"/>
                  </a:cubicBezTo>
                  <a:cubicBezTo>
                    <a:pt x="100322" y="119380"/>
                    <a:pt x="100322" y="118742"/>
                    <a:pt x="100961" y="118742"/>
                  </a:cubicBezTo>
                  <a:cubicBezTo>
                    <a:pt x="100961" y="118104"/>
                    <a:pt x="100961" y="118104"/>
                    <a:pt x="101600" y="118104"/>
                  </a:cubicBezTo>
                  <a:cubicBezTo>
                    <a:pt x="101600" y="117465"/>
                    <a:pt x="102239" y="117465"/>
                    <a:pt x="102239" y="116827"/>
                  </a:cubicBezTo>
                  <a:cubicBezTo>
                    <a:pt x="102878" y="116188"/>
                    <a:pt x="102878" y="116188"/>
                    <a:pt x="103517" y="116188"/>
                  </a:cubicBezTo>
                  <a:lnTo>
                    <a:pt x="104156" y="115550"/>
                  </a:lnTo>
                  <a:lnTo>
                    <a:pt x="168694" y="84269"/>
                  </a:lnTo>
                  <a:lnTo>
                    <a:pt x="174445" y="57456"/>
                  </a:lnTo>
                  <a:cubicBezTo>
                    <a:pt x="174445" y="54902"/>
                    <a:pt x="176362" y="52349"/>
                    <a:pt x="179557" y="51710"/>
                  </a:cubicBezTo>
                  <a:cubicBezTo>
                    <a:pt x="180835" y="51072"/>
                    <a:pt x="182752" y="51710"/>
                    <a:pt x="184030" y="52349"/>
                  </a:cubicBezTo>
                  <a:cubicBezTo>
                    <a:pt x="185947" y="53626"/>
                    <a:pt x="187864" y="55541"/>
                    <a:pt x="187864" y="58094"/>
                  </a:cubicBezTo>
                  <a:lnTo>
                    <a:pt x="193615" y="84269"/>
                  </a:lnTo>
                  <a:lnTo>
                    <a:pt x="257514" y="115550"/>
                  </a:lnTo>
                  <a:lnTo>
                    <a:pt x="257514" y="115550"/>
                  </a:lnTo>
                  <a:lnTo>
                    <a:pt x="258154" y="115550"/>
                  </a:lnTo>
                  <a:cubicBezTo>
                    <a:pt x="258154" y="115550"/>
                    <a:pt x="258154" y="115550"/>
                    <a:pt x="258792" y="116188"/>
                  </a:cubicBezTo>
                  <a:cubicBezTo>
                    <a:pt x="259431" y="116188"/>
                    <a:pt x="259431" y="116827"/>
                    <a:pt x="260070" y="117465"/>
                  </a:cubicBezTo>
                  <a:cubicBezTo>
                    <a:pt x="260070" y="117465"/>
                    <a:pt x="260709" y="118104"/>
                    <a:pt x="260709" y="118104"/>
                  </a:cubicBezTo>
                  <a:cubicBezTo>
                    <a:pt x="260709" y="118742"/>
                    <a:pt x="261348" y="118742"/>
                    <a:pt x="261348" y="119380"/>
                  </a:cubicBezTo>
                  <a:cubicBezTo>
                    <a:pt x="261348" y="120019"/>
                    <a:pt x="261348" y="120019"/>
                    <a:pt x="261348" y="120657"/>
                  </a:cubicBezTo>
                  <a:cubicBezTo>
                    <a:pt x="261348" y="121296"/>
                    <a:pt x="261348" y="121296"/>
                    <a:pt x="261348" y="121934"/>
                  </a:cubicBezTo>
                  <a:lnTo>
                    <a:pt x="261348" y="133425"/>
                  </a:lnTo>
                  <a:cubicBezTo>
                    <a:pt x="261348" y="137256"/>
                    <a:pt x="258792" y="139809"/>
                    <a:pt x="254959" y="139809"/>
                  </a:cubicBezTo>
                  <a:cubicBezTo>
                    <a:pt x="251125" y="139809"/>
                    <a:pt x="248569" y="137256"/>
                    <a:pt x="248569" y="133425"/>
                  </a:cubicBezTo>
                  <a:lnTo>
                    <a:pt x="248569" y="128318"/>
                  </a:lnTo>
                  <a:lnTo>
                    <a:pt x="202561" y="128318"/>
                  </a:lnTo>
                  <a:lnTo>
                    <a:pt x="203839" y="134702"/>
                  </a:lnTo>
                  <a:lnTo>
                    <a:pt x="283074" y="173644"/>
                  </a:lnTo>
                  <a:cubicBezTo>
                    <a:pt x="283074" y="173644"/>
                    <a:pt x="283713" y="174283"/>
                    <a:pt x="283713" y="174283"/>
                  </a:cubicBezTo>
                  <a:cubicBezTo>
                    <a:pt x="284352" y="174283"/>
                    <a:pt x="284352" y="174921"/>
                    <a:pt x="284991" y="174921"/>
                  </a:cubicBezTo>
                  <a:cubicBezTo>
                    <a:pt x="284991" y="174921"/>
                    <a:pt x="285630" y="175560"/>
                    <a:pt x="285630" y="175560"/>
                  </a:cubicBezTo>
                  <a:cubicBezTo>
                    <a:pt x="285630" y="176198"/>
                    <a:pt x="286269" y="176198"/>
                    <a:pt x="286269" y="176836"/>
                  </a:cubicBezTo>
                  <a:cubicBezTo>
                    <a:pt x="286269" y="177475"/>
                    <a:pt x="286269" y="178113"/>
                    <a:pt x="286908" y="179390"/>
                  </a:cubicBezTo>
                  <a:lnTo>
                    <a:pt x="286269" y="194711"/>
                  </a:lnTo>
                  <a:close/>
                </a:path>
              </a:pathLst>
            </a:custGeom>
            <a:solidFill>
              <a:srgbClr val="004F59"/>
            </a:solidFill>
            <a:ln w="6390" cap="flat">
              <a:noFill/>
              <a:prstDash val="solid"/>
              <a:miter/>
            </a:ln>
          </p:spPr>
          <p:txBody>
            <a:bodyPr rtlCol="0" anchor="ctr"/>
            <a:lstStyle/>
            <a:p>
              <a:endParaRPr lang="en-US"/>
            </a:p>
          </p:txBody>
        </p:sp>
        <p:sp>
          <p:nvSpPr>
            <p:cNvPr id="433" name="Graphic 4">
              <a:extLst>
                <a:ext uri="{FF2B5EF4-FFF2-40B4-BE49-F238E27FC236}">
                  <a16:creationId xmlns:a16="http://schemas.microsoft.com/office/drawing/2014/main" id="{C870AEE1-EC5F-DB43-A237-0F5F21F7D3FA}"/>
                </a:ext>
              </a:extLst>
            </p:cNvPr>
            <p:cNvSpPr/>
            <p:nvPr/>
          </p:nvSpPr>
          <p:spPr>
            <a:xfrm>
              <a:off x="1101625" y="1019046"/>
              <a:ext cx="30671" cy="14683"/>
            </a:xfrm>
            <a:custGeom>
              <a:avLst/>
              <a:gdLst>
                <a:gd name="connsiteX0" fmla="*/ 30672 w 30671"/>
                <a:gd name="connsiteY0" fmla="*/ 14683 h 14683"/>
                <a:gd name="connsiteX1" fmla="*/ 0 w 30671"/>
                <a:gd name="connsiteY1" fmla="*/ 0 h 14683"/>
                <a:gd name="connsiteX2" fmla="*/ 3195 w 30671"/>
                <a:gd name="connsiteY2" fmla="*/ 14683 h 14683"/>
              </a:gdLst>
              <a:ahLst/>
              <a:cxnLst>
                <a:cxn ang="0">
                  <a:pos x="connsiteX0" y="connsiteY0"/>
                </a:cxn>
                <a:cxn ang="0">
                  <a:pos x="connsiteX1" y="connsiteY1"/>
                </a:cxn>
                <a:cxn ang="0">
                  <a:pos x="connsiteX2" y="connsiteY2"/>
                </a:cxn>
              </a:cxnLst>
              <a:rect l="l" t="t" r="r" b="b"/>
              <a:pathLst>
                <a:path w="30671" h="14683">
                  <a:moveTo>
                    <a:pt x="30672" y="14683"/>
                  </a:moveTo>
                  <a:lnTo>
                    <a:pt x="0" y="0"/>
                  </a:lnTo>
                  <a:lnTo>
                    <a:pt x="3195" y="14683"/>
                  </a:lnTo>
                  <a:close/>
                </a:path>
              </a:pathLst>
            </a:custGeom>
            <a:solidFill>
              <a:srgbClr val="004F59"/>
            </a:solidFill>
            <a:ln w="6390" cap="flat">
              <a:noFill/>
              <a:prstDash val="solid"/>
              <a:miter/>
            </a:ln>
          </p:spPr>
          <p:txBody>
            <a:bodyPr rtlCol="0" anchor="ctr"/>
            <a:lstStyle/>
            <a:p>
              <a:endParaRPr lang="en-US"/>
            </a:p>
          </p:txBody>
        </p:sp>
        <p:sp>
          <p:nvSpPr>
            <p:cNvPr id="434" name="Graphic 4">
              <a:extLst>
                <a:ext uri="{FF2B5EF4-FFF2-40B4-BE49-F238E27FC236}">
                  <a16:creationId xmlns:a16="http://schemas.microsoft.com/office/drawing/2014/main" id="{D6AA7F4F-463B-4742-A428-BCA552E8BCC1}"/>
                </a:ext>
              </a:extLst>
            </p:cNvPr>
            <p:cNvSpPr/>
            <p:nvPr/>
          </p:nvSpPr>
          <p:spPr>
            <a:xfrm>
              <a:off x="1015360" y="1068841"/>
              <a:ext cx="45368" cy="21705"/>
            </a:xfrm>
            <a:custGeom>
              <a:avLst/>
              <a:gdLst>
                <a:gd name="connsiteX0" fmla="*/ 0 w 45368"/>
                <a:gd name="connsiteY0" fmla="*/ 21706 h 21705"/>
                <a:gd name="connsiteX1" fmla="*/ 40896 w 45368"/>
                <a:gd name="connsiteY1" fmla="*/ 21706 h 21705"/>
                <a:gd name="connsiteX2" fmla="*/ 45369 w 45368"/>
                <a:gd name="connsiteY2" fmla="*/ 0 h 21705"/>
              </a:gdLst>
              <a:ahLst/>
              <a:cxnLst>
                <a:cxn ang="0">
                  <a:pos x="connsiteX0" y="connsiteY0"/>
                </a:cxn>
                <a:cxn ang="0">
                  <a:pos x="connsiteX1" y="connsiteY1"/>
                </a:cxn>
                <a:cxn ang="0">
                  <a:pos x="connsiteX2" y="connsiteY2"/>
                </a:cxn>
              </a:cxnLst>
              <a:rect l="l" t="t" r="r" b="b"/>
              <a:pathLst>
                <a:path w="45368" h="21705">
                  <a:moveTo>
                    <a:pt x="0" y="21706"/>
                  </a:moveTo>
                  <a:lnTo>
                    <a:pt x="40896" y="21706"/>
                  </a:lnTo>
                  <a:lnTo>
                    <a:pt x="45369" y="0"/>
                  </a:lnTo>
                  <a:close/>
                </a:path>
              </a:pathLst>
            </a:custGeom>
            <a:solidFill>
              <a:srgbClr val="004F59"/>
            </a:solidFill>
            <a:ln w="6390" cap="flat">
              <a:noFill/>
              <a:prstDash val="solid"/>
              <a:miter/>
            </a:ln>
          </p:spPr>
          <p:txBody>
            <a:bodyPr rtlCol="0" anchor="ctr"/>
            <a:lstStyle/>
            <a:p>
              <a:endParaRPr lang="en-US"/>
            </a:p>
          </p:txBody>
        </p:sp>
        <p:sp>
          <p:nvSpPr>
            <p:cNvPr id="435" name="Graphic 4">
              <a:extLst>
                <a:ext uri="{FF2B5EF4-FFF2-40B4-BE49-F238E27FC236}">
                  <a16:creationId xmlns:a16="http://schemas.microsoft.com/office/drawing/2014/main" id="{7BC40BD6-D698-A94C-85DD-BA58A13545A7}"/>
                </a:ext>
              </a:extLst>
            </p:cNvPr>
            <p:cNvSpPr/>
            <p:nvPr/>
          </p:nvSpPr>
          <p:spPr>
            <a:xfrm>
              <a:off x="1040920" y="1019046"/>
              <a:ext cx="30671" cy="14683"/>
            </a:xfrm>
            <a:custGeom>
              <a:avLst/>
              <a:gdLst>
                <a:gd name="connsiteX0" fmla="*/ 0 w 30671"/>
                <a:gd name="connsiteY0" fmla="*/ 14683 h 14683"/>
                <a:gd name="connsiteX1" fmla="*/ 27477 w 30671"/>
                <a:gd name="connsiteY1" fmla="*/ 14683 h 14683"/>
                <a:gd name="connsiteX2" fmla="*/ 30672 w 30671"/>
                <a:gd name="connsiteY2" fmla="*/ 0 h 14683"/>
              </a:gdLst>
              <a:ahLst/>
              <a:cxnLst>
                <a:cxn ang="0">
                  <a:pos x="connsiteX0" y="connsiteY0"/>
                </a:cxn>
                <a:cxn ang="0">
                  <a:pos x="connsiteX1" y="connsiteY1"/>
                </a:cxn>
                <a:cxn ang="0">
                  <a:pos x="connsiteX2" y="connsiteY2"/>
                </a:cxn>
              </a:cxnLst>
              <a:rect l="l" t="t" r="r" b="b"/>
              <a:pathLst>
                <a:path w="30671" h="14683">
                  <a:moveTo>
                    <a:pt x="0" y="14683"/>
                  </a:moveTo>
                  <a:lnTo>
                    <a:pt x="27477" y="14683"/>
                  </a:lnTo>
                  <a:lnTo>
                    <a:pt x="30672" y="0"/>
                  </a:lnTo>
                  <a:close/>
                </a:path>
              </a:pathLst>
            </a:custGeom>
            <a:solidFill>
              <a:srgbClr val="004F59"/>
            </a:solidFill>
            <a:ln w="6390" cap="flat">
              <a:noFill/>
              <a:prstDash val="solid"/>
              <a:miter/>
            </a:ln>
          </p:spPr>
          <p:txBody>
            <a:bodyPr rtlCol="0" anchor="ctr"/>
            <a:lstStyle/>
            <a:p>
              <a:endParaRPr lang="en-US"/>
            </a:p>
          </p:txBody>
        </p:sp>
        <p:sp>
          <p:nvSpPr>
            <p:cNvPr id="436" name="Graphic 4">
              <a:extLst>
                <a:ext uri="{FF2B5EF4-FFF2-40B4-BE49-F238E27FC236}">
                  <a16:creationId xmlns:a16="http://schemas.microsoft.com/office/drawing/2014/main" id="{C569E6DB-B917-A048-82E4-D6A42666FC82}"/>
                </a:ext>
              </a:extLst>
            </p:cNvPr>
            <p:cNvSpPr/>
            <p:nvPr/>
          </p:nvSpPr>
          <p:spPr>
            <a:xfrm>
              <a:off x="1081177" y="1008193"/>
              <a:ext cx="10862" cy="25535"/>
            </a:xfrm>
            <a:custGeom>
              <a:avLst/>
              <a:gdLst>
                <a:gd name="connsiteX0" fmla="*/ 10863 w 10862"/>
                <a:gd name="connsiteY0" fmla="*/ 25536 h 25535"/>
                <a:gd name="connsiteX1" fmla="*/ 5112 w 10862"/>
                <a:gd name="connsiteY1" fmla="*/ 0 h 25535"/>
                <a:gd name="connsiteX2" fmla="*/ 0 w 10862"/>
                <a:gd name="connsiteY2" fmla="*/ 25536 h 25535"/>
              </a:gdLst>
              <a:ahLst/>
              <a:cxnLst>
                <a:cxn ang="0">
                  <a:pos x="connsiteX0" y="connsiteY0"/>
                </a:cxn>
                <a:cxn ang="0">
                  <a:pos x="connsiteX1" y="connsiteY1"/>
                </a:cxn>
                <a:cxn ang="0">
                  <a:pos x="connsiteX2" y="connsiteY2"/>
                </a:cxn>
              </a:cxnLst>
              <a:rect l="l" t="t" r="r" b="b"/>
              <a:pathLst>
                <a:path w="10862" h="25535">
                  <a:moveTo>
                    <a:pt x="10863" y="25536"/>
                  </a:moveTo>
                  <a:lnTo>
                    <a:pt x="5112" y="0"/>
                  </a:lnTo>
                  <a:lnTo>
                    <a:pt x="0" y="25536"/>
                  </a:lnTo>
                  <a:close/>
                </a:path>
              </a:pathLst>
            </a:custGeom>
            <a:solidFill>
              <a:srgbClr val="004F59"/>
            </a:solidFill>
            <a:ln w="6390" cap="flat">
              <a:noFill/>
              <a:prstDash val="solid"/>
              <a:miter/>
            </a:ln>
          </p:spPr>
          <p:txBody>
            <a:bodyPr rtlCol="0" anchor="ctr"/>
            <a:lstStyle/>
            <a:p>
              <a:endParaRPr lang="en-US"/>
            </a:p>
          </p:txBody>
        </p:sp>
      </p:grpSp>
      <p:grpSp>
        <p:nvGrpSpPr>
          <p:cNvPr id="437" name="Graphic 4">
            <a:extLst>
              <a:ext uri="{FF2B5EF4-FFF2-40B4-BE49-F238E27FC236}">
                <a16:creationId xmlns:a16="http://schemas.microsoft.com/office/drawing/2014/main" id="{DBB120F1-AA59-FF45-B341-300AE2C47BF3}"/>
              </a:ext>
            </a:extLst>
          </p:cNvPr>
          <p:cNvGrpSpPr>
            <a:grpSpLocks noChangeAspect="1"/>
          </p:cNvGrpSpPr>
          <p:nvPr/>
        </p:nvGrpSpPr>
        <p:grpSpPr>
          <a:xfrm>
            <a:off x="905454" y="3339623"/>
            <a:ext cx="362309" cy="361971"/>
            <a:chOff x="905454" y="3339623"/>
            <a:chExt cx="362309" cy="361971"/>
          </a:xfrm>
          <a:solidFill>
            <a:srgbClr val="004F59"/>
          </a:solidFill>
        </p:grpSpPr>
        <p:sp>
          <p:nvSpPr>
            <p:cNvPr id="438" name="Graphic 4">
              <a:extLst>
                <a:ext uri="{FF2B5EF4-FFF2-40B4-BE49-F238E27FC236}">
                  <a16:creationId xmlns:a16="http://schemas.microsoft.com/office/drawing/2014/main" id="{953540A8-8338-F140-9E52-41EA2CB16C8E}"/>
                </a:ext>
              </a:extLst>
            </p:cNvPr>
            <p:cNvSpPr/>
            <p:nvPr/>
          </p:nvSpPr>
          <p:spPr>
            <a:xfrm>
              <a:off x="1036447" y="3448789"/>
              <a:ext cx="99683" cy="178113"/>
            </a:xfrm>
            <a:custGeom>
              <a:avLst/>
              <a:gdLst>
                <a:gd name="connsiteX0" fmla="*/ 0 w 99683"/>
                <a:gd name="connsiteY0" fmla="*/ 178113 h 178113"/>
                <a:gd name="connsiteX1" fmla="*/ 99683 w 99683"/>
                <a:gd name="connsiteY1" fmla="*/ 178113 h 178113"/>
                <a:gd name="connsiteX2" fmla="*/ 99683 w 99683"/>
                <a:gd name="connsiteY2" fmla="*/ 0 h 178113"/>
                <a:gd name="connsiteX3" fmla="*/ 0 w 99683"/>
                <a:gd name="connsiteY3" fmla="*/ 0 h 178113"/>
                <a:gd name="connsiteX4" fmla="*/ 0 w 99683"/>
                <a:gd name="connsiteY4" fmla="*/ 178113 h 178113"/>
                <a:gd name="connsiteX5" fmla="*/ 24282 w 99683"/>
                <a:gd name="connsiteY5" fmla="*/ 53626 h 178113"/>
                <a:gd name="connsiteX6" fmla="*/ 42813 w 99683"/>
                <a:gd name="connsiteY6" fmla="*/ 53626 h 178113"/>
                <a:gd name="connsiteX7" fmla="*/ 42813 w 99683"/>
                <a:gd name="connsiteY7" fmla="*/ 35112 h 178113"/>
                <a:gd name="connsiteX8" fmla="*/ 49202 w 99683"/>
                <a:gd name="connsiteY8" fmla="*/ 28728 h 178113"/>
                <a:gd name="connsiteX9" fmla="*/ 55592 w 99683"/>
                <a:gd name="connsiteY9" fmla="*/ 35112 h 178113"/>
                <a:gd name="connsiteX10" fmla="*/ 55592 w 99683"/>
                <a:gd name="connsiteY10" fmla="*/ 53626 h 178113"/>
                <a:gd name="connsiteX11" fmla="*/ 74123 w 99683"/>
                <a:gd name="connsiteY11" fmla="*/ 53626 h 178113"/>
                <a:gd name="connsiteX12" fmla="*/ 80513 w 99683"/>
                <a:gd name="connsiteY12" fmla="*/ 60010 h 178113"/>
                <a:gd name="connsiteX13" fmla="*/ 74123 w 99683"/>
                <a:gd name="connsiteY13" fmla="*/ 66394 h 178113"/>
                <a:gd name="connsiteX14" fmla="*/ 55592 w 99683"/>
                <a:gd name="connsiteY14" fmla="*/ 66394 h 178113"/>
                <a:gd name="connsiteX15" fmla="*/ 55592 w 99683"/>
                <a:gd name="connsiteY15" fmla="*/ 84907 h 178113"/>
                <a:gd name="connsiteX16" fmla="*/ 49202 w 99683"/>
                <a:gd name="connsiteY16" fmla="*/ 91291 h 178113"/>
                <a:gd name="connsiteX17" fmla="*/ 42813 w 99683"/>
                <a:gd name="connsiteY17" fmla="*/ 84907 h 178113"/>
                <a:gd name="connsiteX18" fmla="*/ 42813 w 99683"/>
                <a:gd name="connsiteY18" fmla="*/ 66394 h 178113"/>
                <a:gd name="connsiteX19" fmla="*/ 24282 w 99683"/>
                <a:gd name="connsiteY19" fmla="*/ 66394 h 178113"/>
                <a:gd name="connsiteX20" fmla="*/ 17892 w 99683"/>
                <a:gd name="connsiteY20" fmla="*/ 60010 h 178113"/>
                <a:gd name="connsiteX21" fmla="*/ 24282 w 99683"/>
                <a:gd name="connsiteY21" fmla="*/ 53626 h 178113"/>
                <a:gd name="connsiteX22" fmla="*/ 24282 w 99683"/>
                <a:gd name="connsiteY22" fmla="*/ 130233 h 178113"/>
                <a:gd name="connsiteX23" fmla="*/ 74123 w 99683"/>
                <a:gd name="connsiteY23" fmla="*/ 130233 h 178113"/>
                <a:gd name="connsiteX24" fmla="*/ 80513 w 99683"/>
                <a:gd name="connsiteY24" fmla="*/ 136617 h 178113"/>
                <a:gd name="connsiteX25" fmla="*/ 74123 w 99683"/>
                <a:gd name="connsiteY25" fmla="*/ 143001 h 178113"/>
                <a:gd name="connsiteX26" fmla="*/ 24282 w 99683"/>
                <a:gd name="connsiteY26" fmla="*/ 143001 h 178113"/>
                <a:gd name="connsiteX27" fmla="*/ 17892 w 99683"/>
                <a:gd name="connsiteY27" fmla="*/ 136617 h 178113"/>
                <a:gd name="connsiteX28" fmla="*/ 24282 w 99683"/>
                <a:gd name="connsiteY28" fmla="*/ 130233 h 178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9683" h="178113">
                  <a:moveTo>
                    <a:pt x="0" y="178113"/>
                  </a:moveTo>
                  <a:lnTo>
                    <a:pt x="99683" y="178113"/>
                  </a:lnTo>
                  <a:lnTo>
                    <a:pt x="99683" y="0"/>
                  </a:lnTo>
                  <a:lnTo>
                    <a:pt x="0" y="0"/>
                  </a:lnTo>
                  <a:lnTo>
                    <a:pt x="0" y="178113"/>
                  </a:lnTo>
                  <a:close/>
                  <a:moveTo>
                    <a:pt x="24282" y="53626"/>
                  </a:moveTo>
                  <a:lnTo>
                    <a:pt x="42813" y="53626"/>
                  </a:lnTo>
                  <a:lnTo>
                    <a:pt x="42813" y="35112"/>
                  </a:lnTo>
                  <a:cubicBezTo>
                    <a:pt x="42813" y="31282"/>
                    <a:pt x="45369" y="28728"/>
                    <a:pt x="49202" y="28728"/>
                  </a:cubicBezTo>
                  <a:cubicBezTo>
                    <a:pt x="53036" y="28728"/>
                    <a:pt x="55592" y="31282"/>
                    <a:pt x="55592" y="35112"/>
                  </a:cubicBezTo>
                  <a:lnTo>
                    <a:pt x="55592" y="53626"/>
                  </a:lnTo>
                  <a:lnTo>
                    <a:pt x="74123" y="53626"/>
                  </a:lnTo>
                  <a:cubicBezTo>
                    <a:pt x="77957" y="53626"/>
                    <a:pt x="80513" y="56179"/>
                    <a:pt x="80513" y="60010"/>
                  </a:cubicBezTo>
                  <a:cubicBezTo>
                    <a:pt x="80513" y="63840"/>
                    <a:pt x="77957" y="66394"/>
                    <a:pt x="74123" y="66394"/>
                  </a:cubicBezTo>
                  <a:lnTo>
                    <a:pt x="55592" y="66394"/>
                  </a:lnTo>
                  <a:lnTo>
                    <a:pt x="55592" y="84907"/>
                  </a:lnTo>
                  <a:cubicBezTo>
                    <a:pt x="55592" y="88738"/>
                    <a:pt x="53036" y="91291"/>
                    <a:pt x="49202" y="91291"/>
                  </a:cubicBezTo>
                  <a:cubicBezTo>
                    <a:pt x="45369" y="91291"/>
                    <a:pt x="42813" y="88738"/>
                    <a:pt x="42813" y="84907"/>
                  </a:cubicBezTo>
                  <a:lnTo>
                    <a:pt x="42813" y="66394"/>
                  </a:lnTo>
                  <a:lnTo>
                    <a:pt x="24282" y="66394"/>
                  </a:lnTo>
                  <a:cubicBezTo>
                    <a:pt x="20448" y="66394"/>
                    <a:pt x="17892" y="63840"/>
                    <a:pt x="17892" y="60010"/>
                  </a:cubicBezTo>
                  <a:cubicBezTo>
                    <a:pt x="17892" y="56179"/>
                    <a:pt x="20448" y="53626"/>
                    <a:pt x="24282" y="53626"/>
                  </a:cubicBezTo>
                  <a:close/>
                  <a:moveTo>
                    <a:pt x="24282" y="130233"/>
                  </a:moveTo>
                  <a:lnTo>
                    <a:pt x="74123" y="130233"/>
                  </a:lnTo>
                  <a:cubicBezTo>
                    <a:pt x="77957" y="130233"/>
                    <a:pt x="80513" y="132787"/>
                    <a:pt x="80513" y="136617"/>
                  </a:cubicBezTo>
                  <a:cubicBezTo>
                    <a:pt x="80513" y="140448"/>
                    <a:pt x="77957" y="143001"/>
                    <a:pt x="74123" y="143001"/>
                  </a:cubicBezTo>
                  <a:lnTo>
                    <a:pt x="24282" y="143001"/>
                  </a:lnTo>
                  <a:cubicBezTo>
                    <a:pt x="20448" y="143001"/>
                    <a:pt x="17892" y="140448"/>
                    <a:pt x="17892" y="136617"/>
                  </a:cubicBezTo>
                  <a:cubicBezTo>
                    <a:pt x="17892" y="132787"/>
                    <a:pt x="20448" y="130233"/>
                    <a:pt x="24282" y="130233"/>
                  </a:cubicBezTo>
                  <a:close/>
                </a:path>
              </a:pathLst>
            </a:custGeom>
            <a:solidFill>
              <a:srgbClr val="004F59"/>
            </a:solidFill>
            <a:ln w="6390" cap="flat">
              <a:noFill/>
              <a:prstDash val="solid"/>
              <a:miter/>
            </a:ln>
          </p:spPr>
          <p:txBody>
            <a:bodyPr rtlCol="0" anchor="ctr"/>
            <a:lstStyle/>
            <a:p>
              <a:endParaRPr lang="en-US"/>
            </a:p>
          </p:txBody>
        </p:sp>
        <p:sp>
          <p:nvSpPr>
            <p:cNvPr id="439" name="Graphic 4">
              <a:extLst>
                <a:ext uri="{FF2B5EF4-FFF2-40B4-BE49-F238E27FC236}">
                  <a16:creationId xmlns:a16="http://schemas.microsoft.com/office/drawing/2014/main" id="{9DB45B3B-0511-F54B-95AE-778B520ADACE}"/>
                </a:ext>
              </a:extLst>
            </p:cNvPr>
            <p:cNvSpPr/>
            <p:nvPr/>
          </p:nvSpPr>
          <p:spPr>
            <a:xfrm>
              <a:off x="1068397" y="3417508"/>
              <a:ext cx="34505" cy="16598"/>
            </a:xfrm>
            <a:custGeom>
              <a:avLst/>
              <a:gdLst>
                <a:gd name="connsiteX0" fmla="*/ 0 w 34505"/>
                <a:gd name="connsiteY0" fmla="*/ 0 h 16598"/>
                <a:gd name="connsiteX1" fmla="*/ 34506 w 34505"/>
                <a:gd name="connsiteY1" fmla="*/ 0 h 16598"/>
                <a:gd name="connsiteX2" fmla="*/ 34506 w 34505"/>
                <a:gd name="connsiteY2" fmla="*/ 16598 h 16598"/>
                <a:gd name="connsiteX3" fmla="*/ 0 w 34505"/>
                <a:gd name="connsiteY3" fmla="*/ 16598 h 16598"/>
              </a:gdLst>
              <a:ahLst/>
              <a:cxnLst>
                <a:cxn ang="0">
                  <a:pos x="connsiteX0" y="connsiteY0"/>
                </a:cxn>
                <a:cxn ang="0">
                  <a:pos x="connsiteX1" y="connsiteY1"/>
                </a:cxn>
                <a:cxn ang="0">
                  <a:pos x="connsiteX2" y="connsiteY2"/>
                </a:cxn>
                <a:cxn ang="0">
                  <a:pos x="connsiteX3" y="connsiteY3"/>
                </a:cxn>
              </a:cxnLst>
              <a:rect l="l" t="t" r="r" b="b"/>
              <a:pathLst>
                <a:path w="34505" h="16598">
                  <a:moveTo>
                    <a:pt x="0" y="0"/>
                  </a:moveTo>
                  <a:lnTo>
                    <a:pt x="34506" y="0"/>
                  </a:lnTo>
                  <a:lnTo>
                    <a:pt x="34506" y="16598"/>
                  </a:lnTo>
                  <a:lnTo>
                    <a:pt x="0" y="16598"/>
                  </a:lnTo>
                  <a:close/>
                </a:path>
              </a:pathLst>
            </a:custGeom>
            <a:solidFill>
              <a:srgbClr val="004F59"/>
            </a:solidFill>
            <a:ln w="6390" cap="flat">
              <a:noFill/>
              <a:prstDash val="solid"/>
              <a:miter/>
            </a:ln>
          </p:spPr>
          <p:txBody>
            <a:bodyPr rtlCol="0" anchor="ctr"/>
            <a:lstStyle/>
            <a:p>
              <a:endParaRPr lang="en-US"/>
            </a:p>
          </p:txBody>
        </p:sp>
        <p:sp>
          <p:nvSpPr>
            <p:cNvPr id="441" name="Graphic 4">
              <a:extLst>
                <a:ext uri="{FF2B5EF4-FFF2-40B4-BE49-F238E27FC236}">
                  <a16:creationId xmlns:a16="http://schemas.microsoft.com/office/drawing/2014/main" id="{FC658998-DE1F-D647-A3F9-BB4C12C7C55B}"/>
                </a:ext>
              </a:extLst>
            </p:cNvPr>
            <p:cNvSpPr/>
            <p:nvPr/>
          </p:nvSpPr>
          <p:spPr>
            <a:xfrm>
              <a:off x="905454" y="3339623"/>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43457 w 362309"/>
                <a:gd name="connsiteY6" fmla="*/ 293663 h 361971"/>
                <a:gd name="connsiteX7" fmla="*/ 237067 w 362309"/>
                <a:gd name="connsiteY7" fmla="*/ 300047 h 361971"/>
                <a:gd name="connsiteX8" fmla="*/ 124604 w 362309"/>
                <a:gd name="connsiteY8" fmla="*/ 300047 h 361971"/>
                <a:gd name="connsiteX9" fmla="*/ 118214 w 362309"/>
                <a:gd name="connsiteY9" fmla="*/ 293663 h 361971"/>
                <a:gd name="connsiteX10" fmla="*/ 118214 w 362309"/>
                <a:gd name="connsiteY10" fmla="*/ 102782 h 361971"/>
                <a:gd name="connsiteX11" fmla="*/ 124604 w 362309"/>
                <a:gd name="connsiteY11" fmla="*/ 96398 h 361971"/>
                <a:gd name="connsiteX12" fmla="*/ 150164 w 362309"/>
                <a:gd name="connsiteY12" fmla="*/ 96398 h 361971"/>
                <a:gd name="connsiteX13" fmla="*/ 150164 w 362309"/>
                <a:gd name="connsiteY13" fmla="*/ 70862 h 361971"/>
                <a:gd name="connsiteX14" fmla="*/ 156553 w 362309"/>
                <a:gd name="connsiteY14" fmla="*/ 64478 h 361971"/>
                <a:gd name="connsiteX15" fmla="*/ 203839 w 362309"/>
                <a:gd name="connsiteY15" fmla="*/ 64478 h 361971"/>
                <a:gd name="connsiteX16" fmla="*/ 210229 w 362309"/>
                <a:gd name="connsiteY16" fmla="*/ 70862 h 361971"/>
                <a:gd name="connsiteX17" fmla="*/ 210229 w 362309"/>
                <a:gd name="connsiteY17" fmla="*/ 96398 h 361971"/>
                <a:gd name="connsiteX18" fmla="*/ 237067 w 362309"/>
                <a:gd name="connsiteY18" fmla="*/ 96398 h 361971"/>
                <a:gd name="connsiteX19" fmla="*/ 243457 w 362309"/>
                <a:gd name="connsiteY19" fmla="*/ 102782 h 361971"/>
                <a:gd name="connsiteX20" fmla="*/ 243457 w 362309"/>
                <a:gd name="connsiteY20" fmla="*/ 29366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1157" y="0"/>
                    <a:pt x="180835" y="0"/>
                  </a:cubicBezTo>
                  <a:close/>
                  <a:moveTo>
                    <a:pt x="243457" y="293663"/>
                  </a:moveTo>
                  <a:cubicBezTo>
                    <a:pt x="243457" y="297493"/>
                    <a:pt x="240901" y="300047"/>
                    <a:pt x="237067" y="300047"/>
                  </a:cubicBezTo>
                  <a:lnTo>
                    <a:pt x="124604" y="300047"/>
                  </a:lnTo>
                  <a:cubicBezTo>
                    <a:pt x="120770" y="300047"/>
                    <a:pt x="118214" y="297493"/>
                    <a:pt x="118214" y="293663"/>
                  </a:cubicBezTo>
                  <a:lnTo>
                    <a:pt x="118214" y="102782"/>
                  </a:lnTo>
                  <a:cubicBezTo>
                    <a:pt x="118214" y="98952"/>
                    <a:pt x="120770" y="96398"/>
                    <a:pt x="124604" y="96398"/>
                  </a:cubicBezTo>
                  <a:lnTo>
                    <a:pt x="150164" y="96398"/>
                  </a:lnTo>
                  <a:lnTo>
                    <a:pt x="150164" y="70862"/>
                  </a:lnTo>
                  <a:cubicBezTo>
                    <a:pt x="150164" y="67032"/>
                    <a:pt x="152720" y="64478"/>
                    <a:pt x="156553" y="64478"/>
                  </a:cubicBezTo>
                  <a:lnTo>
                    <a:pt x="203839" y="64478"/>
                  </a:lnTo>
                  <a:cubicBezTo>
                    <a:pt x="207673" y="64478"/>
                    <a:pt x="210229" y="67032"/>
                    <a:pt x="210229" y="70862"/>
                  </a:cubicBezTo>
                  <a:lnTo>
                    <a:pt x="210229" y="96398"/>
                  </a:lnTo>
                  <a:lnTo>
                    <a:pt x="237067" y="96398"/>
                  </a:lnTo>
                  <a:cubicBezTo>
                    <a:pt x="240901" y="96398"/>
                    <a:pt x="243457" y="98952"/>
                    <a:pt x="243457" y="102782"/>
                  </a:cubicBezTo>
                  <a:lnTo>
                    <a:pt x="243457" y="293663"/>
                  </a:lnTo>
                  <a:close/>
                </a:path>
              </a:pathLst>
            </a:custGeom>
            <a:solidFill>
              <a:srgbClr val="004F59"/>
            </a:solidFill>
            <a:ln w="6390" cap="flat">
              <a:noFill/>
              <a:prstDash val="solid"/>
              <a:miter/>
            </a:ln>
          </p:spPr>
          <p:txBody>
            <a:bodyPr rtlCol="0" anchor="ctr"/>
            <a:lstStyle/>
            <a:p>
              <a:endParaRPr lang="en-US"/>
            </a:p>
          </p:txBody>
        </p:sp>
      </p:grpSp>
      <p:grpSp>
        <p:nvGrpSpPr>
          <p:cNvPr id="442" name="Graphic 4">
            <a:extLst>
              <a:ext uri="{FF2B5EF4-FFF2-40B4-BE49-F238E27FC236}">
                <a16:creationId xmlns:a16="http://schemas.microsoft.com/office/drawing/2014/main" id="{C56E4800-F08E-354C-BC29-7E9A9A71C279}"/>
              </a:ext>
            </a:extLst>
          </p:cNvPr>
          <p:cNvGrpSpPr>
            <a:grpSpLocks noChangeAspect="1"/>
          </p:cNvGrpSpPr>
          <p:nvPr/>
        </p:nvGrpSpPr>
        <p:grpSpPr>
          <a:xfrm>
            <a:off x="905454" y="4308712"/>
            <a:ext cx="362309" cy="361971"/>
            <a:chOff x="905454" y="4308712"/>
            <a:chExt cx="362309" cy="361971"/>
          </a:xfrm>
          <a:solidFill>
            <a:srgbClr val="004F59"/>
          </a:solidFill>
        </p:grpSpPr>
        <p:sp>
          <p:nvSpPr>
            <p:cNvPr id="443" name="Graphic 4">
              <a:extLst>
                <a:ext uri="{FF2B5EF4-FFF2-40B4-BE49-F238E27FC236}">
                  <a16:creationId xmlns:a16="http://schemas.microsoft.com/office/drawing/2014/main" id="{2A9D99E3-57D3-A643-9E2E-588904AB85C3}"/>
                </a:ext>
              </a:extLst>
            </p:cNvPr>
            <p:cNvSpPr/>
            <p:nvPr/>
          </p:nvSpPr>
          <p:spPr>
            <a:xfrm>
              <a:off x="1021750" y="4408940"/>
              <a:ext cx="13418" cy="8937"/>
            </a:xfrm>
            <a:custGeom>
              <a:avLst/>
              <a:gdLst>
                <a:gd name="connsiteX0" fmla="*/ 0 w 13418"/>
                <a:gd name="connsiteY0" fmla="*/ 0 h 8937"/>
                <a:gd name="connsiteX1" fmla="*/ 13419 w 13418"/>
                <a:gd name="connsiteY1" fmla="*/ 0 h 8937"/>
                <a:gd name="connsiteX2" fmla="*/ 13419 w 13418"/>
                <a:gd name="connsiteY2" fmla="*/ 8938 h 8937"/>
                <a:gd name="connsiteX3" fmla="*/ 0 w 13418"/>
                <a:gd name="connsiteY3" fmla="*/ 8938 h 8937"/>
              </a:gdLst>
              <a:ahLst/>
              <a:cxnLst>
                <a:cxn ang="0">
                  <a:pos x="connsiteX0" y="connsiteY0"/>
                </a:cxn>
                <a:cxn ang="0">
                  <a:pos x="connsiteX1" y="connsiteY1"/>
                </a:cxn>
                <a:cxn ang="0">
                  <a:pos x="connsiteX2" y="connsiteY2"/>
                </a:cxn>
                <a:cxn ang="0">
                  <a:pos x="connsiteX3" y="connsiteY3"/>
                </a:cxn>
              </a:cxnLst>
              <a:rect l="l" t="t" r="r" b="b"/>
              <a:pathLst>
                <a:path w="13418" h="8937">
                  <a:moveTo>
                    <a:pt x="0" y="0"/>
                  </a:moveTo>
                  <a:lnTo>
                    <a:pt x="13419" y="0"/>
                  </a:lnTo>
                  <a:lnTo>
                    <a:pt x="13419" y="8938"/>
                  </a:lnTo>
                  <a:lnTo>
                    <a:pt x="0" y="8938"/>
                  </a:lnTo>
                  <a:close/>
                </a:path>
              </a:pathLst>
            </a:custGeom>
            <a:solidFill>
              <a:srgbClr val="004F59"/>
            </a:solidFill>
            <a:ln w="6390" cap="flat">
              <a:noFill/>
              <a:prstDash val="solid"/>
              <a:miter/>
            </a:ln>
          </p:spPr>
          <p:txBody>
            <a:bodyPr rtlCol="0" anchor="ctr"/>
            <a:lstStyle/>
            <a:p>
              <a:endParaRPr lang="en-US"/>
            </a:p>
          </p:txBody>
        </p:sp>
        <p:sp>
          <p:nvSpPr>
            <p:cNvPr id="444" name="Graphic 4">
              <a:extLst>
                <a:ext uri="{FF2B5EF4-FFF2-40B4-BE49-F238E27FC236}">
                  <a16:creationId xmlns:a16="http://schemas.microsoft.com/office/drawing/2014/main" id="{F343F09E-AB1A-0341-90E3-D0916586ADAB}"/>
                </a:ext>
              </a:extLst>
            </p:cNvPr>
            <p:cNvSpPr/>
            <p:nvPr/>
          </p:nvSpPr>
          <p:spPr>
            <a:xfrm>
              <a:off x="1000025" y="4430646"/>
              <a:ext cx="172528" cy="10852"/>
            </a:xfrm>
            <a:custGeom>
              <a:avLst/>
              <a:gdLst>
                <a:gd name="connsiteX0" fmla="*/ 172528 w 172528"/>
                <a:gd name="connsiteY0" fmla="*/ 0 h 10852"/>
                <a:gd name="connsiteX1" fmla="*/ 159748 w 172528"/>
                <a:gd name="connsiteY1" fmla="*/ 0 h 10852"/>
                <a:gd name="connsiteX2" fmla="*/ 157831 w 172528"/>
                <a:gd name="connsiteY2" fmla="*/ 638 h 10852"/>
                <a:gd name="connsiteX3" fmla="*/ 155275 w 172528"/>
                <a:gd name="connsiteY3" fmla="*/ 0 h 10852"/>
                <a:gd name="connsiteX4" fmla="*/ 133550 w 172528"/>
                <a:gd name="connsiteY4" fmla="*/ 0 h 10852"/>
                <a:gd name="connsiteX5" fmla="*/ 131633 w 172528"/>
                <a:gd name="connsiteY5" fmla="*/ 638 h 10852"/>
                <a:gd name="connsiteX6" fmla="*/ 129077 w 172528"/>
                <a:gd name="connsiteY6" fmla="*/ 0 h 10852"/>
                <a:gd name="connsiteX7" fmla="*/ 0 w 172528"/>
                <a:gd name="connsiteY7" fmla="*/ 0 h 10852"/>
                <a:gd name="connsiteX8" fmla="*/ 0 w 172528"/>
                <a:gd name="connsiteY8" fmla="*/ 10852 h 10852"/>
                <a:gd name="connsiteX9" fmla="*/ 172528 w 172528"/>
                <a:gd name="connsiteY9" fmla="*/ 10852 h 10852"/>
                <a:gd name="connsiteX10" fmla="*/ 172528 w 172528"/>
                <a:gd name="connsiteY10" fmla="*/ 0 h 10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2528" h="10852">
                  <a:moveTo>
                    <a:pt x="172528" y="0"/>
                  </a:moveTo>
                  <a:lnTo>
                    <a:pt x="159748" y="0"/>
                  </a:lnTo>
                  <a:cubicBezTo>
                    <a:pt x="159109" y="0"/>
                    <a:pt x="158470" y="638"/>
                    <a:pt x="157831" y="638"/>
                  </a:cubicBezTo>
                  <a:cubicBezTo>
                    <a:pt x="157192" y="638"/>
                    <a:pt x="156553" y="638"/>
                    <a:pt x="155275" y="0"/>
                  </a:cubicBezTo>
                  <a:lnTo>
                    <a:pt x="133550" y="0"/>
                  </a:lnTo>
                  <a:cubicBezTo>
                    <a:pt x="132911" y="0"/>
                    <a:pt x="132272" y="638"/>
                    <a:pt x="131633" y="638"/>
                  </a:cubicBezTo>
                  <a:cubicBezTo>
                    <a:pt x="130994" y="638"/>
                    <a:pt x="130355" y="638"/>
                    <a:pt x="129077" y="0"/>
                  </a:cubicBezTo>
                  <a:lnTo>
                    <a:pt x="0" y="0"/>
                  </a:lnTo>
                  <a:lnTo>
                    <a:pt x="0" y="10852"/>
                  </a:lnTo>
                  <a:lnTo>
                    <a:pt x="172528" y="10852"/>
                  </a:lnTo>
                  <a:lnTo>
                    <a:pt x="172528" y="0"/>
                  </a:lnTo>
                  <a:close/>
                </a:path>
              </a:pathLst>
            </a:custGeom>
            <a:solidFill>
              <a:srgbClr val="004F59"/>
            </a:solidFill>
            <a:ln w="6390" cap="flat">
              <a:noFill/>
              <a:prstDash val="solid"/>
              <a:miter/>
            </a:ln>
          </p:spPr>
          <p:txBody>
            <a:bodyPr rtlCol="0" anchor="ctr"/>
            <a:lstStyle/>
            <a:p>
              <a:endParaRPr lang="en-US"/>
            </a:p>
          </p:txBody>
        </p:sp>
        <p:sp>
          <p:nvSpPr>
            <p:cNvPr id="445" name="Graphic 4">
              <a:extLst>
                <a:ext uri="{FF2B5EF4-FFF2-40B4-BE49-F238E27FC236}">
                  <a16:creationId xmlns:a16="http://schemas.microsoft.com/office/drawing/2014/main" id="{86EDCA67-4C9D-3247-BDC4-BE9CBCECDC02}"/>
                </a:ext>
              </a:extLst>
            </p:cNvPr>
            <p:cNvSpPr/>
            <p:nvPr/>
          </p:nvSpPr>
          <p:spPr>
            <a:xfrm>
              <a:off x="1137408" y="4408940"/>
              <a:ext cx="13418" cy="8299"/>
            </a:xfrm>
            <a:custGeom>
              <a:avLst/>
              <a:gdLst>
                <a:gd name="connsiteX0" fmla="*/ 0 w 13418"/>
                <a:gd name="connsiteY0" fmla="*/ 0 h 8299"/>
                <a:gd name="connsiteX1" fmla="*/ 13419 w 13418"/>
                <a:gd name="connsiteY1" fmla="*/ 0 h 8299"/>
                <a:gd name="connsiteX2" fmla="*/ 13419 w 13418"/>
                <a:gd name="connsiteY2" fmla="*/ 8299 h 8299"/>
                <a:gd name="connsiteX3" fmla="*/ 0 w 13418"/>
                <a:gd name="connsiteY3" fmla="*/ 8299 h 8299"/>
              </a:gdLst>
              <a:ahLst/>
              <a:cxnLst>
                <a:cxn ang="0">
                  <a:pos x="connsiteX0" y="connsiteY0"/>
                </a:cxn>
                <a:cxn ang="0">
                  <a:pos x="connsiteX1" y="connsiteY1"/>
                </a:cxn>
                <a:cxn ang="0">
                  <a:pos x="connsiteX2" y="connsiteY2"/>
                </a:cxn>
                <a:cxn ang="0">
                  <a:pos x="connsiteX3" y="connsiteY3"/>
                </a:cxn>
              </a:cxnLst>
              <a:rect l="l" t="t" r="r" b="b"/>
              <a:pathLst>
                <a:path w="13418" h="8299">
                  <a:moveTo>
                    <a:pt x="0" y="0"/>
                  </a:moveTo>
                  <a:lnTo>
                    <a:pt x="13419" y="0"/>
                  </a:lnTo>
                  <a:lnTo>
                    <a:pt x="13419" y="8299"/>
                  </a:lnTo>
                  <a:lnTo>
                    <a:pt x="0" y="8299"/>
                  </a:lnTo>
                  <a:close/>
                </a:path>
              </a:pathLst>
            </a:custGeom>
            <a:solidFill>
              <a:srgbClr val="004F59"/>
            </a:solidFill>
            <a:ln w="6390" cap="flat">
              <a:noFill/>
              <a:prstDash val="solid"/>
              <a:miter/>
            </a:ln>
          </p:spPr>
          <p:txBody>
            <a:bodyPr rtlCol="0" anchor="ctr"/>
            <a:lstStyle/>
            <a:p>
              <a:endParaRPr lang="en-US"/>
            </a:p>
          </p:txBody>
        </p:sp>
        <p:sp>
          <p:nvSpPr>
            <p:cNvPr id="446" name="Graphic 4">
              <a:extLst>
                <a:ext uri="{FF2B5EF4-FFF2-40B4-BE49-F238E27FC236}">
                  <a16:creationId xmlns:a16="http://schemas.microsoft.com/office/drawing/2014/main" id="{02B96D13-286C-2644-B76B-9E6D850E3577}"/>
                </a:ext>
              </a:extLst>
            </p:cNvPr>
            <p:cNvSpPr/>
            <p:nvPr/>
          </p:nvSpPr>
          <p:spPr>
            <a:xfrm>
              <a:off x="905454" y="4308712"/>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95215 w 362309"/>
                <a:gd name="connsiteY6" fmla="*/ 160238 h 361971"/>
                <a:gd name="connsiteX7" fmla="*/ 288825 w 362309"/>
                <a:gd name="connsiteY7" fmla="*/ 166622 h 361971"/>
                <a:gd name="connsiteX8" fmla="*/ 279879 w 362309"/>
                <a:gd name="connsiteY8" fmla="*/ 166622 h 361971"/>
                <a:gd name="connsiteX9" fmla="*/ 279879 w 362309"/>
                <a:gd name="connsiteY9" fmla="*/ 267489 h 361971"/>
                <a:gd name="connsiteX10" fmla="*/ 273489 w 362309"/>
                <a:gd name="connsiteY10" fmla="*/ 273873 h 361971"/>
                <a:gd name="connsiteX11" fmla="*/ 88181 w 362309"/>
                <a:gd name="connsiteY11" fmla="*/ 273873 h 361971"/>
                <a:gd name="connsiteX12" fmla="*/ 81791 w 362309"/>
                <a:gd name="connsiteY12" fmla="*/ 267489 h 361971"/>
                <a:gd name="connsiteX13" fmla="*/ 81791 w 362309"/>
                <a:gd name="connsiteY13" fmla="*/ 166622 h 361971"/>
                <a:gd name="connsiteX14" fmla="*/ 72845 w 362309"/>
                <a:gd name="connsiteY14" fmla="*/ 166622 h 361971"/>
                <a:gd name="connsiteX15" fmla="*/ 66455 w 362309"/>
                <a:gd name="connsiteY15" fmla="*/ 160238 h 361971"/>
                <a:gd name="connsiteX16" fmla="*/ 66455 w 362309"/>
                <a:gd name="connsiteY16" fmla="*/ 138533 h 361971"/>
                <a:gd name="connsiteX17" fmla="*/ 72845 w 362309"/>
                <a:gd name="connsiteY17" fmla="*/ 132149 h 361971"/>
                <a:gd name="connsiteX18" fmla="*/ 81791 w 362309"/>
                <a:gd name="connsiteY18" fmla="*/ 132149 h 361971"/>
                <a:gd name="connsiteX19" fmla="*/ 81791 w 362309"/>
                <a:gd name="connsiteY19" fmla="*/ 114912 h 361971"/>
                <a:gd name="connsiteX20" fmla="*/ 88181 w 362309"/>
                <a:gd name="connsiteY20" fmla="*/ 108528 h 361971"/>
                <a:gd name="connsiteX21" fmla="*/ 103517 w 362309"/>
                <a:gd name="connsiteY21" fmla="*/ 108528 h 361971"/>
                <a:gd name="connsiteX22" fmla="*/ 103517 w 362309"/>
                <a:gd name="connsiteY22" fmla="*/ 93845 h 361971"/>
                <a:gd name="connsiteX23" fmla="*/ 109907 w 362309"/>
                <a:gd name="connsiteY23" fmla="*/ 87461 h 361971"/>
                <a:gd name="connsiteX24" fmla="*/ 136106 w 362309"/>
                <a:gd name="connsiteY24" fmla="*/ 87461 h 361971"/>
                <a:gd name="connsiteX25" fmla="*/ 142496 w 362309"/>
                <a:gd name="connsiteY25" fmla="*/ 93845 h 361971"/>
                <a:gd name="connsiteX26" fmla="*/ 142496 w 362309"/>
                <a:gd name="connsiteY26" fmla="*/ 109166 h 361971"/>
                <a:gd name="connsiteX27" fmla="*/ 219175 w 362309"/>
                <a:gd name="connsiteY27" fmla="*/ 109166 h 361971"/>
                <a:gd name="connsiteX28" fmla="*/ 219175 w 362309"/>
                <a:gd name="connsiteY28" fmla="*/ 94483 h 361971"/>
                <a:gd name="connsiteX29" fmla="*/ 225565 w 362309"/>
                <a:gd name="connsiteY29" fmla="*/ 88099 h 361971"/>
                <a:gd name="connsiteX30" fmla="*/ 251764 w 362309"/>
                <a:gd name="connsiteY30" fmla="*/ 88099 h 361971"/>
                <a:gd name="connsiteX31" fmla="*/ 258154 w 362309"/>
                <a:gd name="connsiteY31" fmla="*/ 94483 h 361971"/>
                <a:gd name="connsiteX32" fmla="*/ 258154 w 362309"/>
                <a:gd name="connsiteY32" fmla="*/ 109166 h 361971"/>
                <a:gd name="connsiteX33" fmla="*/ 273489 w 362309"/>
                <a:gd name="connsiteY33" fmla="*/ 109166 h 361971"/>
                <a:gd name="connsiteX34" fmla="*/ 279879 w 362309"/>
                <a:gd name="connsiteY34" fmla="*/ 115550 h 361971"/>
                <a:gd name="connsiteX35" fmla="*/ 279879 w 362309"/>
                <a:gd name="connsiteY35" fmla="*/ 132787 h 361971"/>
                <a:gd name="connsiteX36" fmla="*/ 288825 w 362309"/>
                <a:gd name="connsiteY36" fmla="*/ 132787 h 361971"/>
                <a:gd name="connsiteX37" fmla="*/ 295215 w 362309"/>
                <a:gd name="connsiteY37" fmla="*/ 139171 h 361971"/>
                <a:gd name="connsiteX38" fmla="*/ 295215 w 362309"/>
                <a:gd name="connsiteY38" fmla="*/ 16023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1077"/>
                    <a:pt x="281157" y="0"/>
                    <a:pt x="180835" y="0"/>
                  </a:cubicBezTo>
                  <a:close/>
                  <a:moveTo>
                    <a:pt x="295215" y="160238"/>
                  </a:moveTo>
                  <a:cubicBezTo>
                    <a:pt x="295215" y="164068"/>
                    <a:pt x="292659" y="166622"/>
                    <a:pt x="288825" y="166622"/>
                  </a:cubicBezTo>
                  <a:lnTo>
                    <a:pt x="279879" y="166622"/>
                  </a:lnTo>
                  <a:lnTo>
                    <a:pt x="279879" y="267489"/>
                  </a:lnTo>
                  <a:cubicBezTo>
                    <a:pt x="279879" y="271319"/>
                    <a:pt x="277323" y="273873"/>
                    <a:pt x="273489" y="273873"/>
                  </a:cubicBezTo>
                  <a:lnTo>
                    <a:pt x="88181" y="273873"/>
                  </a:lnTo>
                  <a:cubicBezTo>
                    <a:pt x="84347" y="273873"/>
                    <a:pt x="81791" y="271319"/>
                    <a:pt x="81791" y="267489"/>
                  </a:cubicBezTo>
                  <a:lnTo>
                    <a:pt x="81791" y="166622"/>
                  </a:lnTo>
                  <a:lnTo>
                    <a:pt x="72845" y="166622"/>
                  </a:lnTo>
                  <a:cubicBezTo>
                    <a:pt x="69011" y="166622"/>
                    <a:pt x="66455" y="164068"/>
                    <a:pt x="66455" y="160238"/>
                  </a:cubicBezTo>
                  <a:lnTo>
                    <a:pt x="66455" y="138533"/>
                  </a:lnTo>
                  <a:cubicBezTo>
                    <a:pt x="66455" y="134702"/>
                    <a:pt x="69011" y="132149"/>
                    <a:pt x="72845" y="132149"/>
                  </a:cubicBezTo>
                  <a:lnTo>
                    <a:pt x="81791" y="132149"/>
                  </a:lnTo>
                  <a:lnTo>
                    <a:pt x="81791" y="114912"/>
                  </a:lnTo>
                  <a:cubicBezTo>
                    <a:pt x="81791" y="111081"/>
                    <a:pt x="84347" y="108528"/>
                    <a:pt x="88181" y="108528"/>
                  </a:cubicBezTo>
                  <a:lnTo>
                    <a:pt x="103517" y="108528"/>
                  </a:lnTo>
                  <a:lnTo>
                    <a:pt x="103517" y="93845"/>
                  </a:lnTo>
                  <a:cubicBezTo>
                    <a:pt x="103517" y="90014"/>
                    <a:pt x="106073" y="87461"/>
                    <a:pt x="109907" y="87461"/>
                  </a:cubicBezTo>
                  <a:lnTo>
                    <a:pt x="136106" y="87461"/>
                  </a:lnTo>
                  <a:cubicBezTo>
                    <a:pt x="139940" y="87461"/>
                    <a:pt x="142496" y="90014"/>
                    <a:pt x="142496" y="93845"/>
                  </a:cubicBezTo>
                  <a:lnTo>
                    <a:pt x="142496" y="109166"/>
                  </a:lnTo>
                  <a:lnTo>
                    <a:pt x="219175" y="109166"/>
                  </a:lnTo>
                  <a:lnTo>
                    <a:pt x="219175" y="94483"/>
                  </a:lnTo>
                  <a:cubicBezTo>
                    <a:pt x="219175" y="90653"/>
                    <a:pt x="221731" y="88099"/>
                    <a:pt x="225565" y="88099"/>
                  </a:cubicBezTo>
                  <a:lnTo>
                    <a:pt x="251764" y="88099"/>
                  </a:lnTo>
                  <a:cubicBezTo>
                    <a:pt x="255597" y="88099"/>
                    <a:pt x="258154" y="90653"/>
                    <a:pt x="258154" y="94483"/>
                  </a:cubicBezTo>
                  <a:lnTo>
                    <a:pt x="258154" y="109166"/>
                  </a:lnTo>
                  <a:lnTo>
                    <a:pt x="273489" y="109166"/>
                  </a:lnTo>
                  <a:cubicBezTo>
                    <a:pt x="277323" y="109166"/>
                    <a:pt x="279879" y="111720"/>
                    <a:pt x="279879" y="115550"/>
                  </a:cubicBezTo>
                  <a:lnTo>
                    <a:pt x="279879" y="132787"/>
                  </a:lnTo>
                  <a:lnTo>
                    <a:pt x="288825" y="132787"/>
                  </a:lnTo>
                  <a:cubicBezTo>
                    <a:pt x="292659" y="132787"/>
                    <a:pt x="295215" y="135341"/>
                    <a:pt x="295215" y="139171"/>
                  </a:cubicBezTo>
                  <a:lnTo>
                    <a:pt x="295215" y="160238"/>
                  </a:lnTo>
                  <a:close/>
                </a:path>
              </a:pathLst>
            </a:custGeom>
            <a:solidFill>
              <a:srgbClr val="004F59"/>
            </a:solidFill>
            <a:ln w="6390" cap="flat">
              <a:noFill/>
              <a:prstDash val="solid"/>
              <a:miter/>
            </a:ln>
          </p:spPr>
          <p:txBody>
            <a:bodyPr rtlCol="0" anchor="ctr"/>
            <a:lstStyle/>
            <a:p>
              <a:endParaRPr lang="en-US"/>
            </a:p>
          </p:txBody>
        </p:sp>
        <p:sp>
          <p:nvSpPr>
            <p:cNvPr id="447" name="Graphic 4">
              <a:extLst>
                <a:ext uri="{FF2B5EF4-FFF2-40B4-BE49-F238E27FC236}">
                  <a16:creationId xmlns:a16="http://schemas.microsoft.com/office/drawing/2014/main" id="{C14C2F72-8B11-2647-B0F5-5B3D31B21DCE}"/>
                </a:ext>
              </a:extLst>
            </p:cNvPr>
            <p:cNvSpPr/>
            <p:nvPr/>
          </p:nvSpPr>
          <p:spPr>
            <a:xfrm>
              <a:off x="1000664" y="4475972"/>
              <a:ext cx="172528" cy="94482"/>
            </a:xfrm>
            <a:custGeom>
              <a:avLst/>
              <a:gdLst>
                <a:gd name="connsiteX0" fmla="*/ 0 w 172528"/>
                <a:gd name="connsiteY0" fmla="*/ 94483 h 94482"/>
                <a:gd name="connsiteX1" fmla="*/ 172528 w 172528"/>
                <a:gd name="connsiteY1" fmla="*/ 94483 h 94482"/>
                <a:gd name="connsiteX2" fmla="*/ 172528 w 172528"/>
                <a:gd name="connsiteY2" fmla="*/ 0 h 94482"/>
                <a:gd name="connsiteX3" fmla="*/ 0 w 172528"/>
                <a:gd name="connsiteY3" fmla="*/ 0 h 94482"/>
                <a:gd name="connsiteX4" fmla="*/ 0 w 172528"/>
                <a:gd name="connsiteY4" fmla="*/ 94483 h 94482"/>
                <a:gd name="connsiteX5" fmla="*/ 122687 w 172528"/>
                <a:gd name="connsiteY5" fmla="*/ 40858 h 94482"/>
                <a:gd name="connsiteX6" fmla="*/ 160387 w 172528"/>
                <a:gd name="connsiteY6" fmla="*/ 40858 h 94482"/>
                <a:gd name="connsiteX7" fmla="*/ 166777 w 172528"/>
                <a:gd name="connsiteY7" fmla="*/ 47242 h 94482"/>
                <a:gd name="connsiteX8" fmla="*/ 160387 w 172528"/>
                <a:gd name="connsiteY8" fmla="*/ 53626 h 94482"/>
                <a:gd name="connsiteX9" fmla="*/ 122687 w 172528"/>
                <a:gd name="connsiteY9" fmla="*/ 53626 h 94482"/>
                <a:gd name="connsiteX10" fmla="*/ 116297 w 172528"/>
                <a:gd name="connsiteY10" fmla="*/ 47242 h 94482"/>
                <a:gd name="connsiteX11" fmla="*/ 122687 w 172528"/>
                <a:gd name="connsiteY11" fmla="*/ 40858 h 94482"/>
                <a:gd name="connsiteX12" fmla="*/ 63899 w 172528"/>
                <a:gd name="connsiteY12" fmla="*/ 45965 h 94482"/>
                <a:gd name="connsiteX13" fmla="*/ 88181 w 172528"/>
                <a:gd name="connsiteY13" fmla="*/ 12768 h 94482"/>
                <a:gd name="connsiteX14" fmla="*/ 97127 w 172528"/>
                <a:gd name="connsiteY14" fmla="*/ 11491 h 94482"/>
                <a:gd name="connsiteX15" fmla="*/ 99683 w 172528"/>
                <a:gd name="connsiteY15" fmla="*/ 17875 h 94482"/>
                <a:gd name="connsiteX16" fmla="*/ 95210 w 172528"/>
                <a:gd name="connsiteY16" fmla="*/ 37666 h 94482"/>
                <a:gd name="connsiteX17" fmla="*/ 103517 w 172528"/>
                <a:gd name="connsiteY17" fmla="*/ 37666 h 94482"/>
                <a:gd name="connsiteX18" fmla="*/ 109268 w 172528"/>
                <a:gd name="connsiteY18" fmla="*/ 40858 h 94482"/>
                <a:gd name="connsiteX19" fmla="*/ 108629 w 172528"/>
                <a:gd name="connsiteY19" fmla="*/ 47242 h 94482"/>
                <a:gd name="connsiteX20" fmla="*/ 84347 w 172528"/>
                <a:gd name="connsiteY20" fmla="*/ 80438 h 94482"/>
                <a:gd name="connsiteX21" fmla="*/ 79235 w 172528"/>
                <a:gd name="connsiteY21" fmla="*/ 82992 h 94482"/>
                <a:gd name="connsiteX22" fmla="*/ 76679 w 172528"/>
                <a:gd name="connsiteY22" fmla="*/ 82354 h 94482"/>
                <a:gd name="connsiteX23" fmla="*/ 72845 w 172528"/>
                <a:gd name="connsiteY23" fmla="*/ 75331 h 94482"/>
                <a:gd name="connsiteX24" fmla="*/ 77957 w 172528"/>
                <a:gd name="connsiteY24" fmla="*/ 55541 h 94482"/>
                <a:gd name="connsiteX25" fmla="*/ 69650 w 172528"/>
                <a:gd name="connsiteY25" fmla="*/ 55541 h 94482"/>
                <a:gd name="connsiteX26" fmla="*/ 63899 w 172528"/>
                <a:gd name="connsiteY26" fmla="*/ 52349 h 94482"/>
                <a:gd name="connsiteX27" fmla="*/ 63899 w 172528"/>
                <a:gd name="connsiteY27" fmla="*/ 45965 h 94482"/>
                <a:gd name="connsiteX28" fmla="*/ 11502 w 172528"/>
                <a:gd name="connsiteY28" fmla="*/ 40858 h 94482"/>
                <a:gd name="connsiteX29" fmla="*/ 23643 w 172528"/>
                <a:gd name="connsiteY29" fmla="*/ 40858 h 94482"/>
                <a:gd name="connsiteX30" fmla="*/ 23643 w 172528"/>
                <a:gd name="connsiteY30" fmla="*/ 28090 h 94482"/>
                <a:gd name="connsiteX31" fmla="*/ 30033 w 172528"/>
                <a:gd name="connsiteY31" fmla="*/ 21706 h 94482"/>
                <a:gd name="connsiteX32" fmla="*/ 36423 w 172528"/>
                <a:gd name="connsiteY32" fmla="*/ 28090 h 94482"/>
                <a:gd name="connsiteX33" fmla="*/ 36423 w 172528"/>
                <a:gd name="connsiteY33" fmla="*/ 40858 h 94482"/>
                <a:gd name="connsiteX34" fmla="*/ 48563 w 172528"/>
                <a:gd name="connsiteY34" fmla="*/ 40858 h 94482"/>
                <a:gd name="connsiteX35" fmla="*/ 54953 w 172528"/>
                <a:gd name="connsiteY35" fmla="*/ 47242 h 94482"/>
                <a:gd name="connsiteX36" fmla="*/ 48563 w 172528"/>
                <a:gd name="connsiteY36" fmla="*/ 53626 h 94482"/>
                <a:gd name="connsiteX37" fmla="*/ 36423 w 172528"/>
                <a:gd name="connsiteY37" fmla="*/ 53626 h 94482"/>
                <a:gd name="connsiteX38" fmla="*/ 36423 w 172528"/>
                <a:gd name="connsiteY38" fmla="*/ 66394 h 94482"/>
                <a:gd name="connsiteX39" fmla="*/ 30033 w 172528"/>
                <a:gd name="connsiteY39" fmla="*/ 72778 h 94482"/>
                <a:gd name="connsiteX40" fmla="*/ 23643 w 172528"/>
                <a:gd name="connsiteY40" fmla="*/ 66394 h 94482"/>
                <a:gd name="connsiteX41" fmla="*/ 23643 w 172528"/>
                <a:gd name="connsiteY41" fmla="*/ 53626 h 94482"/>
                <a:gd name="connsiteX42" fmla="*/ 11502 w 172528"/>
                <a:gd name="connsiteY42" fmla="*/ 53626 h 94482"/>
                <a:gd name="connsiteX43" fmla="*/ 5112 w 172528"/>
                <a:gd name="connsiteY43" fmla="*/ 47242 h 94482"/>
                <a:gd name="connsiteX44" fmla="*/ 11502 w 172528"/>
                <a:gd name="connsiteY44" fmla="*/ 40858 h 94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72528" h="94482">
                  <a:moveTo>
                    <a:pt x="0" y="94483"/>
                  </a:moveTo>
                  <a:lnTo>
                    <a:pt x="172528" y="94483"/>
                  </a:lnTo>
                  <a:lnTo>
                    <a:pt x="172528" y="0"/>
                  </a:lnTo>
                  <a:lnTo>
                    <a:pt x="0" y="0"/>
                  </a:lnTo>
                  <a:lnTo>
                    <a:pt x="0" y="94483"/>
                  </a:lnTo>
                  <a:close/>
                  <a:moveTo>
                    <a:pt x="122687" y="40858"/>
                  </a:moveTo>
                  <a:lnTo>
                    <a:pt x="160387" y="40858"/>
                  </a:lnTo>
                  <a:cubicBezTo>
                    <a:pt x="164221" y="40858"/>
                    <a:pt x="166777" y="43411"/>
                    <a:pt x="166777" y="47242"/>
                  </a:cubicBezTo>
                  <a:cubicBezTo>
                    <a:pt x="166777" y="51072"/>
                    <a:pt x="164221" y="53626"/>
                    <a:pt x="160387" y="53626"/>
                  </a:cubicBezTo>
                  <a:lnTo>
                    <a:pt x="122687" y="53626"/>
                  </a:lnTo>
                  <a:cubicBezTo>
                    <a:pt x="118853" y="53626"/>
                    <a:pt x="116297" y="51072"/>
                    <a:pt x="116297" y="47242"/>
                  </a:cubicBezTo>
                  <a:cubicBezTo>
                    <a:pt x="116297" y="43411"/>
                    <a:pt x="119492" y="40858"/>
                    <a:pt x="122687" y="40858"/>
                  </a:cubicBezTo>
                  <a:close/>
                  <a:moveTo>
                    <a:pt x="63899" y="45965"/>
                  </a:moveTo>
                  <a:lnTo>
                    <a:pt x="88181" y="12768"/>
                  </a:lnTo>
                  <a:cubicBezTo>
                    <a:pt x="90098" y="10214"/>
                    <a:pt x="94571" y="9576"/>
                    <a:pt x="97127" y="11491"/>
                  </a:cubicBezTo>
                  <a:cubicBezTo>
                    <a:pt x="99044" y="12768"/>
                    <a:pt x="100322" y="15322"/>
                    <a:pt x="99683" y="17875"/>
                  </a:cubicBezTo>
                  <a:lnTo>
                    <a:pt x="95210" y="37666"/>
                  </a:lnTo>
                  <a:lnTo>
                    <a:pt x="103517" y="37666"/>
                  </a:lnTo>
                  <a:cubicBezTo>
                    <a:pt x="106073" y="37666"/>
                    <a:pt x="107990" y="38942"/>
                    <a:pt x="109268" y="40858"/>
                  </a:cubicBezTo>
                  <a:cubicBezTo>
                    <a:pt x="110546" y="42773"/>
                    <a:pt x="109907" y="45326"/>
                    <a:pt x="108629" y="47242"/>
                  </a:cubicBezTo>
                  <a:lnTo>
                    <a:pt x="84347" y="80438"/>
                  </a:lnTo>
                  <a:cubicBezTo>
                    <a:pt x="83069" y="82354"/>
                    <a:pt x="81152" y="82992"/>
                    <a:pt x="79235" y="82992"/>
                  </a:cubicBezTo>
                  <a:cubicBezTo>
                    <a:pt x="78596" y="82992"/>
                    <a:pt x="77318" y="82992"/>
                    <a:pt x="76679" y="82354"/>
                  </a:cubicBezTo>
                  <a:cubicBezTo>
                    <a:pt x="74123" y="81077"/>
                    <a:pt x="72206" y="77885"/>
                    <a:pt x="72845" y="75331"/>
                  </a:cubicBezTo>
                  <a:lnTo>
                    <a:pt x="77957" y="55541"/>
                  </a:lnTo>
                  <a:lnTo>
                    <a:pt x="69650" y="55541"/>
                  </a:lnTo>
                  <a:cubicBezTo>
                    <a:pt x="67094" y="55541"/>
                    <a:pt x="65177" y="54264"/>
                    <a:pt x="63899" y="52349"/>
                  </a:cubicBezTo>
                  <a:cubicBezTo>
                    <a:pt x="61982" y="50434"/>
                    <a:pt x="62621" y="47880"/>
                    <a:pt x="63899" y="45965"/>
                  </a:cubicBezTo>
                  <a:close/>
                  <a:moveTo>
                    <a:pt x="11502" y="40858"/>
                  </a:moveTo>
                  <a:lnTo>
                    <a:pt x="23643" y="40858"/>
                  </a:lnTo>
                  <a:lnTo>
                    <a:pt x="23643" y="28090"/>
                  </a:lnTo>
                  <a:cubicBezTo>
                    <a:pt x="23643" y="24259"/>
                    <a:pt x="26199" y="21706"/>
                    <a:pt x="30033" y="21706"/>
                  </a:cubicBezTo>
                  <a:cubicBezTo>
                    <a:pt x="33867" y="21706"/>
                    <a:pt x="36423" y="24259"/>
                    <a:pt x="36423" y="28090"/>
                  </a:cubicBezTo>
                  <a:lnTo>
                    <a:pt x="36423" y="40858"/>
                  </a:lnTo>
                  <a:lnTo>
                    <a:pt x="48563" y="40858"/>
                  </a:lnTo>
                  <a:cubicBezTo>
                    <a:pt x="52397" y="40858"/>
                    <a:pt x="54953" y="43411"/>
                    <a:pt x="54953" y="47242"/>
                  </a:cubicBezTo>
                  <a:cubicBezTo>
                    <a:pt x="54953" y="51072"/>
                    <a:pt x="52397" y="53626"/>
                    <a:pt x="48563" y="53626"/>
                  </a:cubicBezTo>
                  <a:lnTo>
                    <a:pt x="36423" y="53626"/>
                  </a:lnTo>
                  <a:lnTo>
                    <a:pt x="36423" y="66394"/>
                  </a:lnTo>
                  <a:cubicBezTo>
                    <a:pt x="36423" y="70224"/>
                    <a:pt x="33867" y="72778"/>
                    <a:pt x="30033" y="72778"/>
                  </a:cubicBezTo>
                  <a:cubicBezTo>
                    <a:pt x="26199" y="72778"/>
                    <a:pt x="23643" y="70224"/>
                    <a:pt x="23643" y="66394"/>
                  </a:cubicBezTo>
                  <a:lnTo>
                    <a:pt x="23643" y="53626"/>
                  </a:lnTo>
                  <a:lnTo>
                    <a:pt x="11502" y="53626"/>
                  </a:lnTo>
                  <a:cubicBezTo>
                    <a:pt x="7668" y="53626"/>
                    <a:pt x="5112" y="51072"/>
                    <a:pt x="5112" y="47242"/>
                  </a:cubicBezTo>
                  <a:cubicBezTo>
                    <a:pt x="5112" y="43411"/>
                    <a:pt x="7668" y="40858"/>
                    <a:pt x="11502" y="40858"/>
                  </a:cubicBezTo>
                  <a:close/>
                </a:path>
              </a:pathLst>
            </a:custGeom>
            <a:solidFill>
              <a:srgbClr val="004F59"/>
            </a:solidFill>
            <a:ln w="6390" cap="flat">
              <a:noFill/>
              <a:prstDash val="solid"/>
              <a:miter/>
            </a:ln>
          </p:spPr>
          <p:txBody>
            <a:bodyPr rtlCol="0" anchor="ctr"/>
            <a:lstStyle/>
            <a:p>
              <a:endParaRPr lang="en-US"/>
            </a:p>
          </p:txBody>
        </p:sp>
        <p:sp>
          <p:nvSpPr>
            <p:cNvPr id="448" name="Graphic 4">
              <a:extLst>
                <a:ext uri="{FF2B5EF4-FFF2-40B4-BE49-F238E27FC236}">
                  <a16:creationId xmlns:a16="http://schemas.microsoft.com/office/drawing/2014/main" id="{CECB6C72-8297-BF43-8765-185BFB0C2D6D}"/>
                </a:ext>
              </a:extLst>
            </p:cNvPr>
            <p:cNvSpPr/>
            <p:nvPr/>
          </p:nvSpPr>
          <p:spPr>
            <a:xfrm>
              <a:off x="985328" y="4454266"/>
              <a:ext cx="202560" cy="8937"/>
            </a:xfrm>
            <a:custGeom>
              <a:avLst/>
              <a:gdLst>
                <a:gd name="connsiteX0" fmla="*/ 8946 w 202560"/>
                <a:gd name="connsiteY0" fmla="*/ 0 h 8937"/>
                <a:gd name="connsiteX1" fmla="*/ 0 w 202560"/>
                <a:gd name="connsiteY1" fmla="*/ 0 h 8937"/>
                <a:gd name="connsiteX2" fmla="*/ 0 w 202560"/>
                <a:gd name="connsiteY2" fmla="*/ 8938 h 8937"/>
                <a:gd name="connsiteX3" fmla="*/ 202561 w 202560"/>
                <a:gd name="connsiteY3" fmla="*/ 8938 h 8937"/>
                <a:gd name="connsiteX4" fmla="*/ 202561 w 202560"/>
                <a:gd name="connsiteY4" fmla="*/ 0 h 8937"/>
                <a:gd name="connsiteX5" fmla="*/ 8946 w 202560"/>
                <a:gd name="connsiteY5" fmla="*/ 0 h 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560" h="8937">
                  <a:moveTo>
                    <a:pt x="8946" y="0"/>
                  </a:moveTo>
                  <a:lnTo>
                    <a:pt x="0" y="0"/>
                  </a:lnTo>
                  <a:lnTo>
                    <a:pt x="0" y="8938"/>
                  </a:lnTo>
                  <a:lnTo>
                    <a:pt x="202561" y="8938"/>
                  </a:lnTo>
                  <a:lnTo>
                    <a:pt x="202561" y="0"/>
                  </a:lnTo>
                  <a:lnTo>
                    <a:pt x="8946" y="0"/>
                  </a:lnTo>
                  <a:close/>
                </a:path>
              </a:pathLst>
            </a:custGeom>
            <a:solidFill>
              <a:srgbClr val="004F59"/>
            </a:solidFill>
            <a:ln w="6390" cap="flat">
              <a:noFill/>
              <a:prstDash val="solid"/>
              <a:miter/>
            </a:ln>
          </p:spPr>
          <p:txBody>
            <a:bodyPr rtlCol="0" anchor="ctr"/>
            <a:lstStyle/>
            <a:p>
              <a:endParaRPr lang="en-US"/>
            </a:p>
          </p:txBody>
        </p:sp>
      </p:grpSp>
      <p:grpSp>
        <p:nvGrpSpPr>
          <p:cNvPr id="449" name="Graphic 4">
            <a:extLst>
              <a:ext uri="{FF2B5EF4-FFF2-40B4-BE49-F238E27FC236}">
                <a16:creationId xmlns:a16="http://schemas.microsoft.com/office/drawing/2014/main" id="{39F19653-E23A-F64C-A4E8-D1BD99CD3FC2}"/>
              </a:ext>
            </a:extLst>
          </p:cNvPr>
          <p:cNvGrpSpPr>
            <a:grpSpLocks noChangeAspect="1"/>
          </p:cNvGrpSpPr>
          <p:nvPr/>
        </p:nvGrpSpPr>
        <p:grpSpPr>
          <a:xfrm>
            <a:off x="905454" y="1885990"/>
            <a:ext cx="362309" cy="362610"/>
            <a:chOff x="905454" y="1885990"/>
            <a:chExt cx="362309" cy="362610"/>
          </a:xfrm>
          <a:solidFill>
            <a:srgbClr val="004F59"/>
          </a:solidFill>
        </p:grpSpPr>
        <p:sp>
          <p:nvSpPr>
            <p:cNvPr id="450" name="Graphic 4">
              <a:extLst>
                <a:ext uri="{FF2B5EF4-FFF2-40B4-BE49-F238E27FC236}">
                  <a16:creationId xmlns:a16="http://schemas.microsoft.com/office/drawing/2014/main" id="{FEF93DAB-36E5-8441-B08C-53BD213E3625}"/>
                </a:ext>
              </a:extLst>
            </p:cNvPr>
            <p:cNvSpPr/>
            <p:nvPr/>
          </p:nvSpPr>
          <p:spPr>
            <a:xfrm>
              <a:off x="1075426" y="2055166"/>
              <a:ext cx="21725" cy="21705"/>
            </a:xfrm>
            <a:custGeom>
              <a:avLst/>
              <a:gdLst>
                <a:gd name="connsiteX0" fmla="*/ 10863 w 21725"/>
                <a:gd name="connsiteY0" fmla="*/ 0 h 21705"/>
                <a:gd name="connsiteX1" fmla="*/ 0 w 21725"/>
                <a:gd name="connsiteY1" fmla="*/ 10853 h 21705"/>
                <a:gd name="connsiteX2" fmla="*/ 10863 w 21725"/>
                <a:gd name="connsiteY2" fmla="*/ 21706 h 21705"/>
                <a:gd name="connsiteX3" fmla="*/ 21726 w 21725"/>
                <a:gd name="connsiteY3" fmla="*/ 10853 h 21705"/>
                <a:gd name="connsiteX4" fmla="*/ 21726 w 21725"/>
                <a:gd name="connsiteY4" fmla="*/ 10853 h 21705"/>
                <a:gd name="connsiteX5" fmla="*/ 10863 w 21725"/>
                <a:gd name="connsiteY5" fmla="*/ 0 h 2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5" h="21705">
                  <a:moveTo>
                    <a:pt x="10863" y="0"/>
                  </a:moveTo>
                  <a:cubicBezTo>
                    <a:pt x="5112" y="0"/>
                    <a:pt x="0" y="5107"/>
                    <a:pt x="0" y="10853"/>
                  </a:cubicBezTo>
                  <a:cubicBezTo>
                    <a:pt x="0" y="16598"/>
                    <a:pt x="5112" y="21706"/>
                    <a:pt x="10863" y="21706"/>
                  </a:cubicBezTo>
                  <a:cubicBezTo>
                    <a:pt x="16614" y="21706"/>
                    <a:pt x="21726" y="16598"/>
                    <a:pt x="21726" y="10853"/>
                  </a:cubicBezTo>
                  <a:cubicBezTo>
                    <a:pt x="21726" y="10853"/>
                    <a:pt x="21726" y="10853"/>
                    <a:pt x="21726" y="10853"/>
                  </a:cubicBezTo>
                  <a:cubicBezTo>
                    <a:pt x="21726" y="4469"/>
                    <a:pt x="16614" y="0"/>
                    <a:pt x="10863" y="0"/>
                  </a:cubicBezTo>
                  <a:close/>
                </a:path>
              </a:pathLst>
            </a:custGeom>
            <a:solidFill>
              <a:srgbClr val="004F59"/>
            </a:solidFill>
            <a:ln w="6390" cap="flat">
              <a:noFill/>
              <a:prstDash val="solid"/>
              <a:miter/>
            </a:ln>
          </p:spPr>
          <p:txBody>
            <a:bodyPr rtlCol="0" anchor="ctr"/>
            <a:lstStyle/>
            <a:p>
              <a:endParaRPr lang="en-US"/>
            </a:p>
          </p:txBody>
        </p:sp>
        <p:sp>
          <p:nvSpPr>
            <p:cNvPr id="451" name="Graphic 4">
              <a:extLst>
                <a:ext uri="{FF2B5EF4-FFF2-40B4-BE49-F238E27FC236}">
                  <a16:creationId xmlns:a16="http://schemas.microsoft.com/office/drawing/2014/main" id="{7AEB49EF-2625-1246-B260-FD1156C7F070}"/>
                </a:ext>
              </a:extLst>
            </p:cNvPr>
            <p:cNvSpPr/>
            <p:nvPr/>
          </p:nvSpPr>
          <p:spPr>
            <a:xfrm>
              <a:off x="973187" y="1953022"/>
              <a:ext cx="226203" cy="225993"/>
            </a:xfrm>
            <a:custGeom>
              <a:avLst/>
              <a:gdLst>
                <a:gd name="connsiteX0" fmla="*/ 113102 w 226203"/>
                <a:gd name="connsiteY0" fmla="*/ 0 h 225993"/>
                <a:gd name="connsiteX1" fmla="*/ 0 w 226203"/>
                <a:gd name="connsiteY1" fmla="*/ 112997 h 225993"/>
                <a:gd name="connsiteX2" fmla="*/ 113102 w 226203"/>
                <a:gd name="connsiteY2" fmla="*/ 225993 h 225993"/>
                <a:gd name="connsiteX3" fmla="*/ 226204 w 226203"/>
                <a:gd name="connsiteY3" fmla="*/ 112997 h 225993"/>
                <a:gd name="connsiteX4" fmla="*/ 113102 w 226203"/>
                <a:gd name="connsiteY4" fmla="*/ 0 h 225993"/>
                <a:gd name="connsiteX5" fmla="*/ 65177 w 226203"/>
                <a:gd name="connsiteY5" fmla="*/ 112997 h 225993"/>
                <a:gd name="connsiteX6" fmla="*/ 58787 w 226203"/>
                <a:gd name="connsiteY6" fmla="*/ 119381 h 225993"/>
                <a:gd name="connsiteX7" fmla="*/ 20448 w 226203"/>
                <a:gd name="connsiteY7" fmla="*/ 119381 h 225993"/>
                <a:gd name="connsiteX8" fmla="*/ 14058 w 226203"/>
                <a:gd name="connsiteY8" fmla="*/ 112997 h 225993"/>
                <a:gd name="connsiteX9" fmla="*/ 20448 w 226203"/>
                <a:gd name="connsiteY9" fmla="*/ 106613 h 225993"/>
                <a:gd name="connsiteX10" fmla="*/ 52397 w 226203"/>
                <a:gd name="connsiteY10" fmla="*/ 106613 h 225993"/>
                <a:gd name="connsiteX11" fmla="*/ 54314 w 226203"/>
                <a:gd name="connsiteY11" fmla="*/ 95760 h 225993"/>
                <a:gd name="connsiteX12" fmla="*/ 38340 w 226203"/>
                <a:gd name="connsiteY12" fmla="*/ 89376 h 225993"/>
                <a:gd name="connsiteX13" fmla="*/ 35145 w 226203"/>
                <a:gd name="connsiteY13" fmla="*/ 81077 h 225993"/>
                <a:gd name="connsiteX14" fmla="*/ 43452 w 226203"/>
                <a:gd name="connsiteY14" fmla="*/ 77885 h 225993"/>
                <a:gd name="connsiteX15" fmla="*/ 43452 w 226203"/>
                <a:gd name="connsiteY15" fmla="*/ 77885 h 225993"/>
                <a:gd name="connsiteX16" fmla="*/ 59426 w 226203"/>
                <a:gd name="connsiteY16" fmla="*/ 84269 h 225993"/>
                <a:gd name="connsiteX17" fmla="*/ 65816 w 226203"/>
                <a:gd name="connsiteY17" fmla="*/ 75331 h 225993"/>
                <a:gd name="connsiteX18" fmla="*/ 42813 w 226203"/>
                <a:gd name="connsiteY18" fmla="*/ 52349 h 225993"/>
                <a:gd name="connsiteX19" fmla="*/ 42813 w 226203"/>
                <a:gd name="connsiteY19" fmla="*/ 43411 h 225993"/>
                <a:gd name="connsiteX20" fmla="*/ 51758 w 226203"/>
                <a:gd name="connsiteY20" fmla="*/ 43411 h 225993"/>
                <a:gd name="connsiteX21" fmla="*/ 51758 w 226203"/>
                <a:gd name="connsiteY21" fmla="*/ 43411 h 225993"/>
                <a:gd name="connsiteX22" fmla="*/ 74762 w 226203"/>
                <a:gd name="connsiteY22" fmla="*/ 66394 h 225993"/>
                <a:gd name="connsiteX23" fmla="*/ 83708 w 226203"/>
                <a:gd name="connsiteY23" fmla="*/ 60010 h 225993"/>
                <a:gd name="connsiteX24" fmla="*/ 77318 w 226203"/>
                <a:gd name="connsiteY24" fmla="*/ 44050 h 225993"/>
                <a:gd name="connsiteX25" fmla="*/ 80513 w 226203"/>
                <a:gd name="connsiteY25" fmla="*/ 35750 h 225993"/>
                <a:gd name="connsiteX26" fmla="*/ 88820 w 226203"/>
                <a:gd name="connsiteY26" fmla="*/ 38942 h 225993"/>
                <a:gd name="connsiteX27" fmla="*/ 95210 w 226203"/>
                <a:gd name="connsiteY27" fmla="*/ 54902 h 225993"/>
                <a:gd name="connsiteX28" fmla="*/ 106073 w 226203"/>
                <a:gd name="connsiteY28" fmla="*/ 52987 h 225993"/>
                <a:gd name="connsiteX29" fmla="*/ 106073 w 226203"/>
                <a:gd name="connsiteY29" fmla="*/ 21067 h 225993"/>
                <a:gd name="connsiteX30" fmla="*/ 112463 w 226203"/>
                <a:gd name="connsiteY30" fmla="*/ 14683 h 225993"/>
                <a:gd name="connsiteX31" fmla="*/ 118853 w 226203"/>
                <a:gd name="connsiteY31" fmla="*/ 21067 h 225993"/>
                <a:gd name="connsiteX32" fmla="*/ 118853 w 226203"/>
                <a:gd name="connsiteY32" fmla="*/ 52987 h 225993"/>
                <a:gd name="connsiteX33" fmla="*/ 129716 w 226203"/>
                <a:gd name="connsiteY33" fmla="*/ 55541 h 225993"/>
                <a:gd name="connsiteX34" fmla="*/ 136745 w 226203"/>
                <a:gd name="connsiteY34" fmla="*/ 39581 h 225993"/>
                <a:gd name="connsiteX35" fmla="*/ 144413 w 226203"/>
                <a:gd name="connsiteY35" fmla="*/ 35112 h 225993"/>
                <a:gd name="connsiteX36" fmla="*/ 148886 w 226203"/>
                <a:gd name="connsiteY36" fmla="*/ 42773 h 225993"/>
                <a:gd name="connsiteX37" fmla="*/ 148247 w 226203"/>
                <a:gd name="connsiteY37" fmla="*/ 44050 h 225993"/>
                <a:gd name="connsiteX38" fmla="*/ 141857 w 226203"/>
                <a:gd name="connsiteY38" fmla="*/ 60010 h 225993"/>
                <a:gd name="connsiteX39" fmla="*/ 150802 w 226203"/>
                <a:gd name="connsiteY39" fmla="*/ 66394 h 225993"/>
                <a:gd name="connsiteX40" fmla="*/ 173806 w 226203"/>
                <a:gd name="connsiteY40" fmla="*/ 43411 h 225993"/>
                <a:gd name="connsiteX41" fmla="*/ 182752 w 226203"/>
                <a:gd name="connsiteY41" fmla="*/ 43411 h 225993"/>
                <a:gd name="connsiteX42" fmla="*/ 182752 w 226203"/>
                <a:gd name="connsiteY42" fmla="*/ 43411 h 225993"/>
                <a:gd name="connsiteX43" fmla="*/ 182752 w 226203"/>
                <a:gd name="connsiteY43" fmla="*/ 52349 h 225993"/>
                <a:gd name="connsiteX44" fmla="*/ 155914 w 226203"/>
                <a:gd name="connsiteY44" fmla="*/ 79162 h 225993"/>
                <a:gd name="connsiteX45" fmla="*/ 154636 w 226203"/>
                <a:gd name="connsiteY45" fmla="*/ 79800 h 225993"/>
                <a:gd name="connsiteX46" fmla="*/ 153997 w 226203"/>
                <a:gd name="connsiteY46" fmla="*/ 80438 h 225993"/>
                <a:gd name="connsiteX47" fmla="*/ 152719 w 226203"/>
                <a:gd name="connsiteY47" fmla="*/ 80438 h 225993"/>
                <a:gd name="connsiteX48" fmla="*/ 151441 w 226203"/>
                <a:gd name="connsiteY48" fmla="*/ 80438 h 225993"/>
                <a:gd name="connsiteX49" fmla="*/ 151441 w 226203"/>
                <a:gd name="connsiteY49" fmla="*/ 80438 h 225993"/>
                <a:gd name="connsiteX50" fmla="*/ 150164 w 226203"/>
                <a:gd name="connsiteY50" fmla="*/ 80438 h 225993"/>
                <a:gd name="connsiteX51" fmla="*/ 148886 w 226203"/>
                <a:gd name="connsiteY51" fmla="*/ 80438 h 225993"/>
                <a:gd name="connsiteX52" fmla="*/ 148247 w 226203"/>
                <a:gd name="connsiteY52" fmla="*/ 79800 h 225993"/>
                <a:gd name="connsiteX53" fmla="*/ 146969 w 226203"/>
                <a:gd name="connsiteY53" fmla="*/ 79162 h 225993"/>
                <a:gd name="connsiteX54" fmla="*/ 113102 w 226203"/>
                <a:gd name="connsiteY54" fmla="*/ 65117 h 225993"/>
                <a:gd name="connsiteX55" fmla="*/ 65177 w 226203"/>
                <a:gd name="connsiteY55" fmla="*/ 112997 h 225993"/>
                <a:gd name="connsiteX56" fmla="*/ 65177 w 226203"/>
                <a:gd name="connsiteY56" fmla="*/ 112997 h 225993"/>
                <a:gd name="connsiteX57" fmla="*/ 141857 w 226203"/>
                <a:gd name="connsiteY57" fmla="*/ 185135 h 225993"/>
                <a:gd name="connsiteX58" fmla="*/ 83708 w 226203"/>
                <a:gd name="connsiteY58" fmla="*/ 185135 h 225993"/>
                <a:gd name="connsiteX59" fmla="*/ 77318 w 226203"/>
                <a:gd name="connsiteY59" fmla="*/ 178752 h 225993"/>
                <a:gd name="connsiteX60" fmla="*/ 83708 w 226203"/>
                <a:gd name="connsiteY60" fmla="*/ 172368 h 225993"/>
                <a:gd name="connsiteX61" fmla="*/ 141857 w 226203"/>
                <a:gd name="connsiteY61" fmla="*/ 172368 h 225993"/>
                <a:gd name="connsiteX62" fmla="*/ 148247 w 226203"/>
                <a:gd name="connsiteY62" fmla="*/ 178752 h 225993"/>
                <a:gd name="connsiteX63" fmla="*/ 141857 w 226203"/>
                <a:gd name="connsiteY63" fmla="*/ 185135 h 225993"/>
                <a:gd name="connsiteX64" fmla="*/ 200005 w 226203"/>
                <a:gd name="connsiteY64" fmla="*/ 79800 h 225993"/>
                <a:gd name="connsiteX65" fmla="*/ 196171 w 226203"/>
                <a:gd name="connsiteY65" fmla="*/ 88099 h 225993"/>
                <a:gd name="connsiteX66" fmla="*/ 171889 w 226203"/>
                <a:gd name="connsiteY66" fmla="*/ 97675 h 225993"/>
                <a:gd name="connsiteX67" fmla="*/ 173167 w 226203"/>
                <a:gd name="connsiteY67" fmla="*/ 106613 h 225993"/>
                <a:gd name="connsiteX68" fmla="*/ 205117 w 226203"/>
                <a:gd name="connsiteY68" fmla="*/ 106613 h 225993"/>
                <a:gd name="connsiteX69" fmla="*/ 211507 w 226203"/>
                <a:gd name="connsiteY69" fmla="*/ 112997 h 225993"/>
                <a:gd name="connsiteX70" fmla="*/ 205117 w 226203"/>
                <a:gd name="connsiteY70" fmla="*/ 119381 h 225993"/>
                <a:gd name="connsiteX71" fmla="*/ 166777 w 226203"/>
                <a:gd name="connsiteY71" fmla="*/ 119381 h 225993"/>
                <a:gd name="connsiteX72" fmla="*/ 160387 w 226203"/>
                <a:gd name="connsiteY72" fmla="*/ 112997 h 225993"/>
                <a:gd name="connsiteX73" fmla="*/ 160387 w 226203"/>
                <a:gd name="connsiteY73" fmla="*/ 112997 h 225993"/>
                <a:gd name="connsiteX74" fmla="*/ 159109 w 226203"/>
                <a:gd name="connsiteY74" fmla="*/ 102144 h 225993"/>
                <a:gd name="connsiteX75" fmla="*/ 136106 w 226203"/>
                <a:gd name="connsiteY75" fmla="*/ 111081 h 225993"/>
                <a:gd name="connsiteX76" fmla="*/ 136106 w 226203"/>
                <a:gd name="connsiteY76" fmla="*/ 112997 h 225993"/>
                <a:gd name="connsiteX77" fmla="*/ 112463 w 226203"/>
                <a:gd name="connsiteY77" fmla="*/ 137256 h 225993"/>
                <a:gd name="connsiteX78" fmla="*/ 88181 w 226203"/>
                <a:gd name="connsiteY78" fmla="*/ 113635 h 225993"/>
                <a:gd name="connsiteX79" fmla="*/ 111824 w 226203"/>
                <a:gd name="connsiteY79" fmla="*/ 89376 h 225993"/>
                <a:gd name="connsiteX80" fmla="*/ 131633 w 226203"/>
                <a:gd name="connsiteY80" fmla="*/ 98952 h 225993"/>
                <a:gd name="connsiteX81" fmla="*/ 191059 w 226203"/>
                <a:gd name="connsiteY81" fmla="*/ 75970 h 225993"/>
                <a:gd name="connsiteX82" fmla="*/ 200005 w 226203"/>
                <a:gd name="connsiteY82" fmla="*/ 78523 h 225993"/>
                <a:gd name="connsiteX83" fmla="*/ 200005 w 226203"/>
                <a:gd name="connsiteY83" fmla="*/ 79800 h 225993"/>
                <a:gd name="connsiteX84" fmla="*/ 200005 w 226203"/>
                <a:gd name="connsiteY84" fmla="*/ 79800 h 22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26203" h="225993">
                  <a:moveTo>
                    <a:pt x="113102" y="0"/>
                  </a:moveTo>
                  <a:cubicBezTo>
                    <a:pt x="50480" y="0"/>
                    <a:pt x="0" y="50434"/>
                    <a:pt x="0" y="112997"/>
                  </a:cubicBezTo>
                  <a:cubicBezTo>
                    <a:pt x="0" y="175560"/>
                    <a:pt x="50480" y="225993"/>
                    <a:pt x="113102" y="225993"/>
                  </a:cubicBezTo>
                  <a:cubicBezTo>
                    <a:pt x="175723" y="225993"/>
                    <a:pt x="226204" y="175560"/>
                    <a:pt x="226204" y="112997"/>
                  </a:cubicBezTo>
                  <a:cubicBezTo>
                    <a:pt x="226204" y="50434"/>
                    <a:pt x="175723" y="0"/>
                    <a:pt x="113102" y="0"/>
                  </a:cubicBezTo>
                  <a:close/>
                  <a:moveTo>
                    <a:pt x="65177" y="112997"/>
                  </a:moveTo>
                  <a:cubicBezTo>
                    <a:pt x="65177" y="116827"/>
                    <a:pt x="62621" y="119381"/>
                    <a:pt x="58787" y="119381"/>
                  </a:cubicBezTo>
                  <a:lnTo>
                    <a:pt x="20448" y="119381"/>
                  </a:lnTo>
                  <a:cubicBezTo>
                    <a:pt x="16614" y="119381"/>
                    <a:pt x="14058" y="116827"/>
                    <a:pt x="14058" y="112997"/>
                  </a:cubicBezTo>
                  <a:cubicBezTo>
                    <a:pt x="14058" y="109166"/>
                    <a:pt x="16614" y="106613"/>
                    <a:pt x="20448" y="106613"/>
                  </a:cubicBezTo>
                  <a:lnTo>
                    <a:pt x="52397" y="106613"/>
                  </a:lnTo>
                  <a:cubicBezTo>
                    <a:pt x="53036" y="102782"/>
                    <a:pt x="53675" y="99590"/>
                    <a:pt x="54314" y="95760"/>
                  </a:cubicBezTo>
                  <a:lnTo>
                    <a:pt x="38340" y="89376"/>
                  </a:lnTo>
                  <a:cubicBezTo>
                    <a:pt x="35145" y="88099"/>
                    <a:pt x="33228" y="84269"/>
                    <a:pt x="35145" y="81077"/>
                  </a:cubicBezTo>
                  <a:cubicBezTo>
                    <a:pt x="36423" y="77885"/>
                    <a:pt x="40257" y="75970"/>
                    <a:pt x="43452" y="77885"/>
                  </a:cubicBezTo>
                  <a:lnTo>
                    <a:pt x="43452" y="77885"/>
                  </a:lnTo>
                  <a:lnTo>
                    <a:pt x="59426" y="84269"/>
                  </a:lnTo>
                  <a:cubicBezTo>
                    <a:pt x="61343" y="81077"/>
                    <a:pt x="63260" y="77885"/>
                    <a:pt x="65816" y="75331"/>
                  </a:cubicBezTo>
                  <a:lnTo>
                    <a:pt x="42813" y="52349"/>
                  </a:lnTo>
                  <a:cubicBezTo>
                    <a:pt x="40257" y="49795"/>
                    <a:pt x="40257" y="45965"/>
                    <a:pt x="42813" y="43411"/>
                  </a:cubicBezTo>
                  <a:cubicBezTo>
                    <a:pt x="45368" y="40858"/>
                    <a:pt x="49202" y="40858"/>
                    <a:pt x="51758" y="43411"/>
                  </a:cubicBezTo>
                  <a:cubicBezTo>
                    <a:pt x="51758" y="43411"/>
                    <a:pt x="51758" y="43411"/>
                    <a:pt x="51758" y="43411"/>
                  </a:cubicBezTo>
                  <a:lnTo>
                    <a:pt x="74762" y="66394"/>
                  </a:lnTo>
                  <a:cubicBezTo>
                    <a:pt x="77957" y="63840"/>
                    <a:pt x="80513" y="61925"/>
                    <a:pt x="83708" y="60010"/>
                  </a:cubicBezTo>
                  <a:lnTo>
                    <a:pt x="77318" y="44050"/>
                  </a:lnTo>
                  <a:cubicBezTo>
                    <a:pt x="76040" y="40858"/>
                    <a:pt x="77318" y="37027"/>
                    <a:pt x="80513" y="35750"/>
                  </a:cubicBezTo>
                  <a:cubicBezTo>
                    <a:pt x="83708" y="34474"/>
                    <a:pt x="87542" y="35750"/>
                    <a:pt x="88820" y="38942"/>
                  </a:cubicBezTo>
                  <a:lnTo>
                    <a:pt x="95210" y="54902"/>
                  </a:lnTo>
                  <a:cubicBezTo>
                    <a:pt x="99044" y="53626"/>
                    <a:pt x="102239" y="52987"/>
                    <a:pt x="106073" y="52987"/>
                  </a:cubicBezTo>
                  <a:lnTo>
                    <a:pt x="106073" y="21067"/>
                  </a:lnTo>
                  <a:cubicBezTo>
                    <a:pt x="106073" y="17237"/>
                    <a:pt x="108629" y="14683"/>
                    <a:pt x="112463" y="14683"/>
                  </a:cubicBezTo>
                  <a:cubicBezTo>
                    <a:pt x="116297" y="14683"/>
                    <a:pt x="118853" y="17237"/>
                    <a:pt x="118853" y="21067"/>
                  </a:cubicBezTo>
                  <a:lnTo>
                    <a:pt x="118853" y="52987"/>
                  </a:lnTo>
                  <a:cubicBezTo>
                    <a:pt x="122687" y="53626"/>
                    <a:pt x="125882" y="54264"/>
                    <a:pt x="129716" y="55541"/>
                  </a:cubicBezTo>
                  <a:lnTo>
                    <a:pt x="136745" y="39581"/>
                  </a:lnTo>
                  <a:cubicBezTo>
                    <a:pt x="138023" y="36389"/>
                    <a:pt x="141218" y="34474"/>
                    <a:pt x="144413" y="35112"/>
                  </a:cubicBezTo>
                  <a:cubicBezTo>
                    <a:pt x="147607" y="36389"/>
                    <a:pt x="149524" y="39581"/>
                    <a:pt x="148886" y="42773"/>
                  </a:cubicBezTo>
                  <a:cubicBezTo>
                    <a:pt x="148886" y="43411"/>
                    <a:pt x="148886" y="43411"/>
                    <a:pt x="148247" y="44050"/>
                  </a:cubicBezTo>
                  <a:lnTo>
                    <a:pt x="141857" y="60010"/>
                  </a:lnTo>
                  <a:cubicBezTo>
                    <a:pt x="145052" y="61925"/>
                    <a:pt x="148247" y="63840"/>
                    <a:pt x="150802" y="66394"/>
                  </a:cubicBezTo>
                  <a:lnTo>
                    <a:pt x="173806" y="43411"/>
                  </a:lnTo>
                  <a:cubicBezTo>
                    <a:pt x="176362" y="40858"/>
                    <a:pt x="180196" y="40858"/>
                    <a:pt x="182752" y="43411"/>
                  </a:cubicBezTo>
                  <a:cubicBezTo>
                    <a:pt x="182752" y="43411"/>
                    <a:pt x="182752" y="43411"/>
                    <a:pt x="182752" y="43411"/>
                  </a:cubicBezTo>
                  <a:cubicBezTo>
                    <a:pt x="185308" y="45965"/>
                    <a:pt x="185308" y="49795"/>
                    <a:pt x="182752" y="52349"/>
                  </a:cubicBezTo>
                  <a:lnTo>
                    <a:pt x="155914" y="79162"/>
                  </a:lnTo>
                  <a:cubicBezTo>
                    <a:pt x="155275" y="79800"/>
                    <a:pt x="155275" y="79800"/>
                    <a:pt x="154636" y="79800"/>
                  </a:cubicBezTo>
                  <a:cubicBezTo>
                    <a:pt x="154636" y="79800"/>
                    <a:pt x="153997" y="80438"/>
                    <a:pt x="153997" y="80438"/>
                  </a:cubicBezTo>
                  <a:lnTo>
                    <a:pt x="152719" y="80438"/>
                  </a:lnTo>
                  <a:cubicBezTo>
                    <a:pt x="152081" y="80438"/>
                    <a:pt x="152081" y="80438"/>
                    <a:pt x="151441" y="80438"/>
                  </a:cubicBezTo>
                  <a:lnTo>
                    <a:pt x="151441" y="80438"/>
                  </a:lnTo>
                  <a:lnTo>
                    <a:pt x="150164" y="80438"/>
                  </a:lnTo>
                  <a:lnTo>
                    <a:pt x="148886" y="80438"/>
                  </a:lnTo>
                  <a:lnTo>
                    <a:pt x="148247" y="79800"/>
                  </a:lnTo>
                  <a:cubicBezTo>
                    <a:pt x="147607" y="79800"/>
                    <a:pt x="147607" y="79162"/>
                    <a:pt x="146969" y="79162"/>
                  </a:cubicBezTo>
                  <a:cubicBezTo>
                    <a:pt x="138023" y="70224"/>
                    <a:pt x="125882" y="65117"/>
                    <a:pt x="113102" y="65117"/>
                  </a:cubicBezTo>
                  <a:cubicBezTo>
                    <a:pt x="86903" y="65117"/>
                    <a:pt x="65816" y="86184"/>
                    <a:pt x="65177" y="112997"/>
                  </a:cubicBezTo>
                  <a:lnTo>
                    <a:pt x="65177" y="112997"/>
                  </a:lnTo>
                  <a:close/>
                  <a:moveTo>
                    <a:pt x="141857" y="185135"/>
                  </a:moveTo>
                  <a:lnTo>
                    <a:pt x="83708" y="185135"/>
                  </a:lnTo>
                  <a:cubicBezTo>
                    <a:pt x="79874" y="185135"/>
                    <a:pt x="77318" y="182582"/>
                    <a:pt x="77318" y="178752"/>
                  </a:cubicBezTo>
                  <a:cubicBezTo>
                    <a:pt x="77318" y="174921"/>
                    <a:pt x="79874" y="172368"/>
                    <a:pt x="83708" y="172368"/>
                  </a:cubicBezTo>
                  <a:lnTo>
                    <a:pt x="141857" y="172368"/>
                  </a:lnTo>
                  <a:cubicBezTo>
                    <a:pt x="145691" y="172368"/>
                    <a:pt x="148247" y="174921"/>
                    <a:pt x="148247" y="178752"/>
                  </a:cubicBezTo>
                  <a:cubicBezTo>
                    <a:pt x="148247" y="182582"/>
                    <a:pt x="145691" y="185135"/>
                    <a:pt x="141857" y="185135"/>
                  </a:cubicBezTo>
                  <a:close/>
                  <a:moveTo>
                    <a:pt x="200005" y="79800"/>
                  </a:moveTo>
                  <a:cubicBezTo>
                    <a:pt x="201283" y="82992"/>
                    <a:pt x="199366" y="86822"/>
                    <a:pt x="196171" y="88099"/>
                  </a:cubicBezTo>
                  <a:lnTo>
                    <a:pt x="171889" y="97675"/>
                  </a:lnTo>
                  <a:cubicBezTo>
                    <a:pt x="172528" y="100867"/>
                    <a:pt x="173167" y="103421"/>
                    <a:pt x="173167" y="106613"/>
                  </a:cubicBezTo>
                  <a:lnTo>
                    <a:pt x="205117" y="106613"/>
                  </a:lnTo>
                  <a:cubicBezTo>
                    <a:pt x="208951" y="106613"/>
                    <a:pt x="211507" y="109166"/>
                    <a:pt x="211507" y="112997"/>
                  </a:cubicBezTo>
                  <a:cubicBezTo>
                    <a:pt x="211507" y="116827"/>
                    <a:pt x="208951" y="119381"/>
                    <a:pt x="205117" y="119381"/>
                  </a:cubicBezTo>
                  <a:lnTo>
                    <a:pt x="166777" y="119381"/>
                  </a:lnTo>
                  <a:cubicBezTo>
                    <a:pt x="162943" y="119381"/>
                    <a:pt x="160387" y="116827"/>
                    <a:pt x="160387" y="112997"/>
                  </a:cubicBezTo>
                  <a:lnTo>
                    <a:pt x="160387" y="112997"/>
                  </a:lnTo>
                  <a:cubicBezTo>
                    <a:pt x="160387" y="109166"/>
                    <a:pt x="159748" y="105974"/>
                    <a:pt x="159109" y="102144"/>
                  </a:cubicBezTo>
                  <a:lnTo>
                    <a:pt x="136106" y="111081"/>
                  </a:lnTo>
                  <a:cubicBezTo>
                    <a:pt x="136106" y="111720"/>
                    <a:pt x="136106" y="112358"/>
                    <a:pt x="136106" y="112997"/>
                  </a:cubicBezTo>
                  <a:cubicBezTo>
                    <a:pt x="136106" y="126403"/>
                    <a:pt x="125882" y="136617"/>
                    <a:pt x="112463" y="137256"/>
                  </a:cubicBezTo>
                  <a:cubicBezTo>
                    <a:pt x="99044" y="137256"/>
                    <a:pt x="88820" y="127041"/>
                    <a:pt x="88181" y="113635"/>
                  </a:cubicBezTo>
                  <a:cubicBezTo>
                    <a:pt x="87542" y="100229"/>
                    <a:pt x="98405" y="90014"/>
                    <a:pt x="111824" y="89376"/>
                  </a:cubicBezTo>
                  <a:cubicBezTo>
                    <a:pt x="119492" y="89376"/>
                    <a:pt x="126521" y="93206"/>
                    <a:pt x="131633" y="98952"/>
                  </a:cubicBezTo>
                  <a:lnTo>
                    <a:pt x="191059" y="75970"/>
                  </a:lnTo>
                  <a:cubicBezTo>
                    <a:pt x="194254" y="74054"/>
                    <a:pt x="198088" y="75331"/>
                    <a:pt x="200005" y="78523"/>
                  </a:cubicBezTo>
                  <a:cubicBezTo>
                    <a:pt x="200005" y="79162"/>
                    <a:pt x="200005" y="79162"/>
                    <a:pt x="200005" y="79800"/>
                  </a:cubicBezTo>
                  <a:lnTo>
                    <a:pt x="200005" y="79800"/>
                  </a:lnTo>
                  <a:close/>
                </a:path>
              </a:pathLst>
            </a:custGeom>
            <a:solidFill>
              <a:srgbClr val="004F59"/>
            </a:solidFill>
            <a:ln w="6390" cap="flat">
              <a:noFill/>
              <a:prstDash val="solid"/>
              <a:miter/>
            </a:ln>
          </p:spPr>
          <p:txBody>
            <a:bodyPr rtlCol="0" anchor="ctr"/>
            <a:lstStyle/>
            <a:p>
              <a:endParaRPr lang="en-US"/>
            </a:p>
          </p:txBody>
        </p:sp>
        <p:sp>
          <p:nvSpPr>
            <p:cNvPr id="452" name="Graphic 4">
              <a:extLst>
                <a:ext uri="{FF2B5EF4-FFF2-40B4-BE49-F238E27FC236}">
                  <a16:creationId xmlns:a16="http://schemas.microsoft.com/office/drawing/2014/main" id="{E9C4F3F3-4752-3247-933A-10D4042F69DD}"/>
                </a:ext>
              </a:extLst>
            </p:cNvPr>
            <p:cNvSpPr/>
            <p:nvPr/>
          </p:nvSpPr>
          <p:spPr>
            <a:xfrm>
              <a:off x="905454" y="1885990"/>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180835 w 362309"/>
                <a:gd name="connsiteY6" fmla="*/ 305793 h 362610"/>
                <a:gd name="connsiteX7" fmla="*/ 54954 w 362309"/>
                <a:gd name="connsiteY7" fmla="*/ 180028 h 362610"/>
                <a:gd name="connsiteX8" fmla="*/ 180835 w 362309"/>
                <a:gd name="connsiteY8" fmla="*/ 54264 h 362610"/>
                <a:gd name="connsiteX9" fmla="*/ 306717 w 362309"/>
                <a:gd name="connsiteY9" fmla="*/ 180028 h 362610"/>
                <a:gd name="connsiteX10" fmla="*/ 180835 w 362309"/>
                <a:gd name="connsiteY10" fmla="*/ 305793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80438"/>
                    <a:pt x="281157" y="0"/>
                    <a:pt x="180835" y="0"/>
                  </a:cubicBezTo>
                  <a:cubicBezTo>
                    <a:pt x="180835" y="0"/>
                    <a:pt x="180835" y="0"/>
                    <a:pt x="180835" y="0"/>
                  </a:cubicBezTo>
                  <a:close/>
                  <a:moveTo>
                    <a:pt x="180835" y="305793"/>
                  </a:moveTo>
                  <a:cubicBezTo>
                    <a:pt x="111185" y="305793"/>
                    <a:pt x="54954" y="249614"/>
                    <a:pt x="54954" y="180028"/>
                  </a:cubicBezTo>
                  <a:cubicBezTo>
                    <a:pt x="54954" y="110443"/>
                    <a:pt x="111185" y="54264"/>
                    <a:pt x="180835" y="54264"/>
                  </a:cubicBezTo>
                  <a:cubicBezTo>
                    <a:pt x="250486" y="54264"/>
                    <a:pt x="306717" y="110443"/>
                    <a:pt x="306717" y="180028"/>
                  </a:cubicBezTo>
                  <a:cubicBezTo>
                    <a:pt x="306717" y="248975"/>
                    <a:pt x="250486" y="305154"/>
                    <a:pt x="180835" y="305793"/>
                  </a:cubicBezTo>
                  <a:close/>
                </a:path>
              </a:pathLst>
            </a:custGeom>
            <a:solidFill>
              <a:srgbClr val="004F59"/>
            </a:solidFill>
            <a:ln w="6390" cap="flat">
              <a:noFill/>
              <a:prstDash val="solid"/>
              <a:miter/>
            </a:ln>
          </p:spPr>
          <p:txBody>
            <a:bodyPr rtlCol="0" anchor="ctr"/>
            <a:lstStyle/>
            <a:p>
              <a:endParaRPr lang="en-US"/>
            </a:p>
          </p:txBody>
        </p:sp>
      </p:grpSp>
      <p:grpSp>
        <p:nvGrpSpPr>
          <p:cNvPr id="453" name="Graphic 4">
            <a:extLst>
              <a:ext uri="{FF2B5EF4-FFF2-40B4-BE49-F238E27FC236}">
                <a16:creationId xmlns:a16="http://schemas.microsoft.com/office/drawing/2014/main" id="{C61808C5-FE66-B845-8970-85C5E9F2A792}"/>
              </a:ext>
            </a:extLst>
          </p:cNvPr>
          <p:cNvGrpSpPr>
            <a:grpSpLocks noChangeAspect="1"/>
          </p:cNvGrpSpPr>
          <p:nvPr/>
        </p:nvGrpSpPr>
        <p:grpSpPr>
          <a:xfrm>
            <a:off x="8840477" y="3339623"/>
            <a:ext cx="362312" cy="361971"/>
            <a:chOff x="8840477" y="3339623"/>
            <a:chExt cx="362312" cy="361971"/>
          </a:xfrm>
          <a:solidFill>
            <a:srgbClr val="00ABAB"/>
          </a:solidFill>
        </p:grpSpPr>
        <p:sp>
          <p:nvSpPr>
            <p:cNvPr id="454" name="Graphic 4">
              <a:extLst>
                <a:ext uri="{FF2B5EF4-FFF2-40B4-BE49-F238E27FC236}">
                  <a16:creationId xmlns:a16="http://schemas.microsoft.com/office/drawing/2014/main" id="{A376B072-32CB-4B46-B0BF-3486922F38A4}"/>
                </a:ext>
              </a:extLst>
            </p:cNvPr>
            <p:cNvSpPr/>
            <p:nvPr/>
          </p:nvSpPr>
          <p:spPr>
            <a:xfrm>
              <a:off x="8840477" y="333962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455" name="Graphic 4">
              <a:extLst>
                <a:ext uri="{FF2B5EF4-FFF2-40B4-BE49-F238E27FC236}">
                  <a16:creationId xmlns:a16="http://schemas.microsoft.com/office/drawing/2014/main" id="{2B93C011-37A5-1D47-9476-8A29665BA6AB}"/>
                </a:ext>
              </a:extLst>
            </p:cNvPr>
            <p:cNvSpPr/>
            <p:nvPr/>
          </p:nvSpPr>
          <p:spPr>
            <a:xfrm>
              <a:off x="8984639" y="3522107"/>
              <a:ext cx="105144" cy="104795"/>
            </a:xfrm>
            <a:custGeom>
              <a:avLst/>
              <a:gdLst>
                <a:gd name="connsiteX0" fmla="*/ 97378 w 105144"/>
                <a:gd name="connsiteY0" fmla="*/ 98 h 104795"/>
                <a:gd name="connsiteX1" fmla="*/ 51370 w 105144"/>
                <a:gd name="connsiteY1" fmla="*/ 11590 h 104795"/>
                <a:gd name="connsiteX2" fmla="*/ 46259 w 105144"/>
                <a:gd name="connsiteY2" fmla="*/ 17974 h 104795"/>
                <a:gd name="connsiteX3" fmla="*/ 46259 w 105144"/>
                <a:gd name="connsiteY3" fmla="*/ 53724 h 104795"/>
                <a:gd name="connsiteX4" fmla="*/ 28366 w 105144"/>
                <a:gd name="connsiteY4" fmla="*/ 53724 h 104795"/>
                <a:gd name="connsiteX5" fmla="*/ 28366 w 105144"/>
                <a:gd name="connsiteY5" fmla="*/ 29465 h 104795"/>
                <a:gd name="connsiteX6" fmla="*/ 21977 w 105144"/>
                <a:gd name="connsiteY6" fmla="*/ 23081 h 104795"/>
                <a:gd name="connsiteX7" fmla="*/ 15587 w 105144"/>
                <a:gd name="connsiteY7" fmla="*/ 29465 h 104795"/>
                <a:gd name="connsiteX8" fmla="*/ 15587 w 105144"/>
                <a:gd name="connsiteY8" fmla="*/ 53724 h 104795"/>
                <a:gd name="connsiteX9" fmla="*/ 6641 w 105144"/>
                <a:gd name="connsiteY9" fmla="*/ 53724 h 104795"/>
                <a:gd name="connsiteX10" fmla="*/ 1529 w 105144"/>
                <a:gd name="connsiteY10" fmla="*/ 56278 h 104795"/>
                <a:gd name="connsiteX11" fmla="*/ 251 w 105144"/>
                <a:gd name="connsiteY11" fmla="*/ 61385 h 104795"/>
                <a:gd name="connsiteX12" fmla="*/ 7919 w 105144"/>
                <a:gd name="connsiteY12" fmla="*/ 99689 h 104795"/>
                <a:gd name="connsiteX13" fmla="*/ 14309 w 105144"/>
                <a:gd name="connsiteY13" fmla="*/ 104796 h 104795"/>
                <a:gd name="connsiteX14" fmla="*/ 60316 w 105144"/>
                <a:gd name="connsiteY14" fmla="*/ 104796 h 104795"/>
                <a:gd name="connsiteX15" fmla="*/ 66706 w 105144"/>
                <a:gd name="connsiteY15" fmla="*/ 99689 h 104795"/>
                <a:gd name="connsiteX16" fmla="*/ 74374 w 105144"/>
                <a:gd name="connsiteY16" fmla="*/ 61385 h 104795"/>
                <a:gd name="connsiteX17" fmla="*/ 69262 w 105144"/>
                <a:gd name="connsiteY17" fmla="*/ 53724 h 104795"/>
                <a:gd name="connsiteX18" fmla="*/ 67984 w 105144"/>
                <a:gd name="connsiteY18" fmla="*/ 53724 h 104795"/>
                <a:gd name="connsiteX19" fmla="*/ 59038 w 105144"/>
                <a:gd name="connsiteY19" fmla="*/ 53724 h 104795"/>
                <a:gd name="connsiteX20" fmla="*/ 59038 w 105144"/>
                <a:gd name="connsiteY20" fmla="*/ 23081 h 104795"/>
                <a:gd name="connsiteX21" fmla="*/ 99933 w 105144"/>
                <a:gd name="connsiteY21" fmla="*/ 12866 h 104795"/>
                <a:gd name="connsiteX22" fmla="*/ 105046 w 105144"/>
                <a:gd name="connsiteY22" fmla="*/ 5206 h 104795"/>
                <a:gd name="connsiteX23" fmla="*/ 97378 w 105144"/>
                <a:gd name="connsiteY23" fmla="*/ 98 h 104795"/>
                <a:gd name="connsiteX24" fmla="*/ 97378 w 105144"/>
                <a:gd name="connsiteY24" fmla="*/ 98 h 104795"/>
                <a:gd name="connsiteX25" fmla="*/ 97378 w 105144"/>
                <a:gd name="connsiteY25" fmla="*/ 98 h 104795"/>
                <a:gd name="connsiteX26" fmla="*/ 55204 w 105144"/>
                <a:gd name="connsiteY26" fmla="*/ 92028 h 104795"/>
                <a:gd name="connsiteX27" fmla="*/ 19420 w 105144"/>
                <a:gd name="connsiteY27" fmla="*/ 92028 h 104795"/>
                <a:gd name="connsiteX28" fmla="*/ 14309 w 105144"/>
                <a:gd name="connsiteY28" fmla="*/ 66492 h 104795"/>
                <a:gd name="connsiteX29" fmla="*/ 60316 w 105144"/>
                <a:gd name="connsiteY29" fmla="*/ 66492 h 104795"/>
                <a:gd name="connsiteX30" fmla="*/ 55204 w 105144"/>
                <a:gd name="connsiteY30" fmla="*/ 92028 h 104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5144" h="104795">
                  <a:moveTo>
                    <a:pt x="97378" y="98"/>
                  </a:moveTo>
                  <a:lnTo>
                    <a:pt x="51370" y="11590"/>
                  </a:lnTo>
                  <a:cubicBezTo>
                    <a:pt x="48175" y="12228"/>
                    <a:pt x="46259" y="14782"/>
                    <a:pt x="46259" y="17974"/>
                  </a:cubicBezTo>
                  <a:lnTo>
                    <a:pt x="46259" y="53724"/>
                  </a:lnTo>
                  <a:lnTo>
                    <a:pt x="28366" y="53724"/>
                  </a:lnTo>
                  <a:lnTo>
                    <a:pt x="28366" y="29465"/>
                  </a:lnTo>
                  <a:cubicBezTo>
                    <a:pt x="28366" y="25634"/>
                    <a:pt x="25810" y="23081"/>
                    <a:pt x="21977" y="23081"/>
                  </a:cubicBezTo>
                  <a:cubicBezTo>
                    <a:pt x="18143" y="23081"/>
                    <a:pt x="15587" y="25634"/>
                    <a:pt x="15587" y="29465"/>
                  </a:cubicBezTo>
                  <a:lnTo>
                    <a:pt x="15587" y="53724"/>
                  </a:lnTo>
                  <a:lnTo>
                    <a:pt x="6641" y="53724"/>
                  </a:lnTo>
                  <a:cubicBezTo>
                    <a:pt x="4724" y="53724"/>
                    <a:pt x="2807" y="54362"/>
                    <a:pt x="1529" y="56278"/>
                  </a:cubicBezTo>
                  <a:cubicBezTo>
                    <a:pt x="251" y="57554"/>
                    <a:pt x="-388" y="59470"/>
                    <a:pt x="251" y="61385"/>
                  </a:cubicBezTo>
                  <a:lnTo>
                    <a:pt x="7919" y="99689"/>
                  </a:lnTo>
                  <a:cubicBezTo>
                    <a:pt x="8558" y="102881"/>
                    <a:pt x="11114" y="104796"/>
                    <a:pt x="14309" y="104796"/>
                  </a:cubicBezTo>
                  <a:lnTo>
                    <a:pt x="60316" y="104796"/>
                  </a:lnTo>
                  <a:cubicBezTo>
                    <a:pt x="63511" y="104796"/>
                    <a:pt x="66067" y="102881"/>
                    <a:pt x="66706" y="99689"/>
                  </a:cubicBezTo>
                  <a:lnTo>
                    <a:pt x="74374" y="61385"/>
                  </a:lnTo>
                  <a:cubicBezTo>
                    <a:pt x="75013" y="58193"/>
                    <a:pt x="73096" y="54362"/>
                    <a:pt x="69262" y="53724"/>
                  </a:cubicBezTo>
                  <a:cubicBezTo>
                    <a:pt x="68623" y="53724"/>
                    <a:pt x="68623" y="53724"/>
                    <a:pt x="67984" y="53724"/>
                  </a:cubicBezTo>
                  <a:lnTo>
                    <a:pt x="59038" y="53724"/>
                  </a:lnTo>
                  <a:lnTo>
                    <a:pt x="59038" y="23081"/>
                  </a:lnTo>
                  <a:lnTo>
                    <a:pt x="99933" y="12866"/>
                  </a:lnTo>
                  <a:cubicBezTo>
                    <a:pt x="103128" y="12228"/>
                    <a:pt x="105685" y="9036"/>
                    <a:pt x="105046" y="5206"/>
                  </a:cubicBezTo>
                  <a:cubicBezTo>
                    <a:pt x="105046" y="2014"/>
                    <a:pt x="101212" y="-540"/>
                    <a:pt x="97378" y="98"/>
                  </a:cubicBezTo>
                  <a:cubicBezTo>
                    <a:pt x="98017" y="98"/>
                    <a:pt x="97378" y="98"/>
                    <a:pt x="97378" y="98"/>
                  </a:cubicBezTo>
                  <a:lnTo>
                    <a:pt x="97378" y="98"/>
                  </a:lnTo>
                  <a:close/>
                  <a:moveTo>
                    <a:pt x="55204" y="92028"/>
                  </a:moveTo>
                  <a:lnTo>
                    <a:pt x="19420" y="92028"/>
                  </a:lnTo>
                  <a:lnTo>
                    <a:pt x="14309" y="66492"/>
                  </a:lnTo>
                  <a:lnTo>
                    <a:pt x="60316" y="66492"/>
                  </a:lnTo>
                  <a:lnTo>
                    <a:pt x="55204" y="92028"/>
                  </a:lnTo>
                  <a:close/>
                </a:path>
              </a:pathLst>
            </a:custGeom>
            <a:solidFill>
              <a:srgbClr val="00ABAB"/>
            </a:solidFill>
            <a:ln w="6390" cap="flat">
              <a:noFill/>
              <a:prstDash val="solid"/>
              <a:miter/>
            </a:ln>
          </p:spPr>
          <p:txBody>
            <a:bodyPr rtlCol="0" anchor="ctr"/>
            <a:lstStyle/>
            <a:p>
              <a:endParaRPr lang="en-US"/>
            </a:p>
          </p:txBody>
        </p:sp>
        <p:sp>
          <p:nvSpPr>
            <p:cNvPr id="456" name="Graphic 4">
              <a:extLst>
                <a:ext uri="{FF2B5EF4-FFF2-40B4-BE49-F238E27FC236}">
                  <a16:creationId xmlns:a16="http://schemas.microsoft.com/office/drawing/2014/main" id="{57361462-A79D-5141-AC14-7679590B10CD}"/>
                </a:ext>
              </a:extLst>
            </p:cNvPr>
            <p:cNvSpPr/>
            <p:nvPr/>
          </p:nvSpPr>
          <p:spPr>
            <a:xfrm>
              <a:off x="8953579" y="3460919"/>
              <a:ext cx="136744" cy="43411"/>
            </a:xfrm>
            <a:custGeom>
              <a:avLst/>
              <a:gdLst>
                <a:gd name="connsiteX0" fmla="*/ 128438 w 136744"/>
                <a:gd name="connsiteY0" fmla="*/ 0 h 43411"/>
                <a:gd name="connsiteX1" fmla="*/ 67094 w 136744"/>
                <a:gd name="connsiteY1" fmla="*/ 15322 h 43411"/>
                <a:gd name="connsiteX2" fmla="*/ 5751 w 136744"/>
                <a:gd name="connsiteY2" fmla="*/ 30643 h 43411"/>
                <a:gd name="connsiteX3" fmla="*/ 0 w 136744"/>
                <a:gd name="connsiteY3" fmla="*/ 37666 h 43411"/>
                <a:gd name="connsiteX4" fmla="*/ 7030 w 136744"/>
                <a:gd name="connsiteY4" fmla="*/ 43411 h 43411"/>
                <a:gd name="connsiteX5" fmla="*/ 8307 w 136744"/>
                <a:gd name="connsiteY5" fmla="*/ 43411 h 43411"/>
                <a:gd name="connsiteX6" fmla="*/ 69650 w 136744"/>
                <a:gd name="connsiteY6" fmla="*/ 28090 h 43411"/>
                <a:gd name="connsiteX7" fmla="*/ 130994 w 136744"/>
                <a:gd name="connsiteY7" fmla="*/ 12768 h 43411"/>
                <a:gd name="connsiteX8" fmla="*/ 136745 w 136744"/>
                <a:gd name="connsiteY8" fmla="*/ 5746 h 43411"/>
                <a:gd name="connsiteX9" fmla="*/ 129716 w 136744"/>
                <a:gd name="connsiteY9" fmla="*/ 0 h 43411"/>
                <a:gd name="connsiteX10" fmla="*/ 128438 w 136744"/>
                <a:gd name="connsiteY10" fmla="*/ 0 h 43411"/>
                <a:gd name="connsiteX11" fmla="*/ 128438 w 136744"/>
                <a:gd name="connsiteY11" fmla="*/ 0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44" h="43411">
                  <a:moveTo>
                    <a:pt x="128438" y="0"/>
                  </a:moveTo>
                  <a:lnTo>
                    <a:pt x="67094" y="15322"/>
                  </a:lnTo>
                  <a:lnTo>
                    <a:pt x="5751" y="30643"/>
                  </a:lnTo>
                  <a:cubicBezTo>
                    <a:pt x="1917" y="31282"/>
                    <a:pt x="0" y="34474"/>
                    <a:pt x="0" y="37666"/>
                  </a:cubicBezTo>
                  <a:cubicBezTo>
                    <a:pt x="0" y="40858"/>
                    <a:pt x="3835" y="43411"/>
                    <a:pt x="7030" y="43411"/>
                  </a:cubicBezTo>
                  <a:lnTo>
                    <a:pt x="8307" y="43411"/>
                  </a:lnTo>
                  <a:lnTo>
                    <a:pt x="69650" y="28090"/>
                  </a:lnTo>
                  <a:lnTo>
                    <a:pt x="130994" y="12768"/>
                  </a:lnTo>
                  <a:cubicBezTo>
                    <a:pt x="134189" y="12130"/>
                    <a:pt x="136745" y="8938"/>
                    <a:pt x="136745" y="5746"/>
                  </a:cubicBezTo>
                  <a:cubicBezTo>
                    <a:pt x="136106" y="2554"/>
                    <a:pt x="132911" y="0"/>
                    <a:pt x="129716" y="0"/>
                  </a:cubicBezTo>
                  <a:cubicBezTo>
                    <a:pt x="129077" y="0"/>
                    <a:pt x="129077" y="0"/>
                    <a:pt x="128438" y="0"/>
                  </a:cubicBezTo>
                  <a:lnTo>
                    <a:pt x="128438" y="0"/>
                  </a:lnTo>
                  <a:close/>
                </a:path>
              </a:pathLst>
            </a:custGeom>
            <a:solidFill>
              <a:srgbClr val="00ABAB"/>
            </a:solidFill>
            <a:ln w="6390" cap="flat">
              <a:noFill/>
              <a:prstDash val="solid"/>
              <a:miter/>
            </a:ln>
          </p:spPr>
          <p:txBody>
            <a:bodyPr rtlCol="0" anchor="ctr"/>
            <a:lstStyle/>
            <a:p>
              <a:endParaRPr lang="en-US"/>
            </a:p>
          </p:txBody>
        </p:sp>
        <p:sp>
          <p:nvSpPr>
            <p:cNvPr id="457" name="Graphic 4">
              <a:extLst>
                <a:ext uri="{FF2B5EF4-FFF2-40B4-BE49-F238E27FC236}">
                  <a16:creationId xmlns:a16="http://schemas.microsoft.com/office/drawing/2014/main" id="{11157823-31DB-6345-A1E3-41B36D78B94F}"/>
                </a:ext>
              </a:extLst>
            </p:cNvPr>
            <p:cNvSpPr/>
            <p:nvPr/>
          </p:nvSpPr>
          <p:spPr>
            <a:xfrm>
              <a:off x="8953579" y="3491464"/>
              <a:ext cx="136204" cy="43509"/>
            </a:xfrm>
            <a:custGeom>
              <a:avLst/>
              <a:gdLst>
                <a:gd name="connsiteX0" fmla="*/ 128438 w 136204"/>
                <a:gd name="connsiteY0" fmla="*/ 98 h 43509"/>
                <a:gd name="connsiteX1" fmla="*/ 67094 w 136204"/>
                <a:gd name="connsiteY1" fmla="*/ 15420 h 43509"/>
                <a:gd name="connsiteX2" fmla="*/ 5751 w 136204"/>
                <a:gd name="connsiteY2" fmla="*/ 30741 h 43509"/>
                <a:gd name="connsiteX3" fmla="*/ 0 w 136204"/>
                <a:gd name="connsiteY3" fmla="*/ 37764 h 43509"/>
                <a:gd name="connsiteX4" fmla="*/ 7030 w 136204"/>
                <a:gd name="connsiteY4" fmla="*/ 43509 h 43509"/>
                <a:gd name="connsiteX5" fmla="*/ 8307 w 136204"/>
                <a:gd name="connsiteY5" fmla="*/ 43509 h 43509"/>
                <a:gd name="connsiteX6" fmla="*/ 69650 w 136204"/>
                <a:gd name="connsiteY6" fmla="*/ 28188 h 43509"/>
                <a:gd name="connsiteX7" fmla="*/ 130994 w 136204"/>
                <a:gd name="connsiteY7" fmla="*/ 12866 h 43509"/>
                <a:gd name="connsiteX8" fmla="*/ 136106 w 136204"/>
                <a:gd name="connsiteY8" fmla="*/ 5206 h 43509"/>
                <a:gd name="connsiteX9" fmla="*/ 128438 w 136204"/>
                <a:gd name="connsiteY9" fmla="*/ 98 h 43509"/>
                <a:gd name="connsiteX10" fmla="*/ 128438 w 136204"/>
                <a:gd name="connsiteY10" fmla="*/ 98 h 43509"/>
                <a:gd name="connsiteX11" fmla="*/ 128438 w 136204"/>
                <a:gd name="connsiteY11" fmla="*/ 98 h 43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204" h="43509">
                  <a:moveTo>
                    <a:pt x="128438" y="98"/>
                  </a:moveTo>
                  <a:lnTo>
                    <a:pt x="67094" y="15420"/>
                  </a:lnTo>
                  <a:lnTo>
                    <a:pt x="5751" y="30741"/>
                  </a:lnTo>
                  <a:cubicBezTo>
                    <a:pt x="1917" y="31380"/>
                    <a:pt x="0" y="34572"/>
                    <a:pt x="0" y="37764"/>
                  </a:cubicBezTo>
                  <a:cubicBezTo>
                    <a:pt x="0" y="40956"/>
                    <a:pt x="3835" y="43509"/>
                    <a:pt x="7030" y="43509"/>
                  </a:cubicBezTo>
                  <a:lnTo>
                    <a:pt x="8307" y="43509"/>
                  </a:lnTo>
                  <a:lnTo>
                    <a:pt x="69650" y="28188"/>
                  </a:lnTo>
                  <a:lnTo>
                    <a:pt x="130994" y="12866"/>
                  </a:lnTo>
                  <a:cubicBezTo>
                    <a:pt x="134189" y="12228"/>
                    <a:pt x="136745" y="9036"/>
                    <a:pt x="136106" y="5206"/>
                  </a:cubicBezTo>
                  <a:cubicBezTo>
                    <a:pt x="135467" y="2014"/>
                    <a:pt x="132272" y="-540"/>
                    <a:pt x="128438" y="98"/>
                  </a:cubicBezTo>
                  <a:cubicBezTo>
                    <a:pt x="128438" y="737"/>
                    <a:pt x="128438" y="737"/>
                    <a:pt x="128438" y="98"/>
                  </a:cubicBezTo>
                  <a:lnTo>
                    <a:pt x="128438" y="98"/>
                  </a:lnTo>
                  <a:close/>
                </a:path>
              </a:pathLst>
            </a:custGeom>
            <a:solidFill>
              <a:srgbClr val="00ABAB"/>
            </a:solidFill>
            <a:ln w="6390" cap="flat">
              <a:noFill/>
              <a:prstDash val="solid"/>
              <a:miter/>
            </a:ln>
          </p:spPr>
          <p:txBody>
            <a:bodyPr rtlCol="0" anchor="ctr"/>
            <a:lstStyle/>
            <a:p>
              <a:endParaRPr lang="en-US"/>
            </a:p>
          </p:txBody>
        </p:sp>
        <p:sp>
          <p:nvSpPr>
            <p:cNvPr id="458" name="Graphic 4">
              <a:extLst>
                <a:ext uri="{FF2B5EF4-FFF2-40B4-BE49-F238E27FC236}">
                  <a16:creationId xmlns:a16="http://schemas.microsoft.com/office/drawing/2014/main" id="{3AE83C24-945B-7149-BE17-7A80204D5517}"/>
                </a:ext>
              </a:extLst>
            </p:cNvPr>
            <p:cNvSpPr/>
            <p:nvPr/>
          </p:nvSpPr>
          <p:spPr>
            <a:xfrm>
              <a:off x="8953882" y="3414856"/>
              <a:ext cx="74557" cy="28188"/>
            </a:xfrm>
            <a:custGeom>
              <a:avLst/>
              <a:gdLst>
                <a:gd name="connsiteX0" fmla="*/ 6726 w 74557"/>
                <a:gd name="connsiteY0" fmla="*/ 28188 h 28188"/>
                <a:gd name="connsiteX1" fmla="*/ 8004 w 74557"/>
                <a:gd name="connsiteY1" fmla="*/ 28188 h 28188"/>
                <a:gd name="connsiteX2" fmla="*/ 69347 w 74557"/>
                <a:gd name="connsiteY2" fmla="*/ 12866 h 28188"/>
                <a:gd name="connsiteX3" fmla="*/ 74459 w 74557"/>
                <a:gd name="connsiteY3" fmla="*/ 5206 h 28188"/>
                <a:gd name="connsiteX4" fmla="*/ 66791 w 74557"/>
                <a:gd name="connsiteY4" fmla="*/ 98 h 28188"/>
                <a:gd name="connsiteX5" fmla="*/ 66152 w 74557"/>
                <a:gd name="connsiteY5" fmla="*/ 98 h 28188"/>
                <a:gd name="connsiteX6" fmla="*/ 4809 w 74557"/>
                <a:gd name="connsiteY6" fmla="*/ 15420 h 28188"/>
                <a:gd name="connsiteX7" fmla="*/ 336 w 74557"/>
                <a:gd name="connsiteY7" fmla="*/ 23081 h 28188"/>
                <a:gd name="connsiteX8" fmla="*/ 336 w 74557"/>
                <a:gd name="connsiteY8" fmla="*/ 23081 h 28188"/>
                <a:gd name="connsiteX9" fmla="*/ 6726 w 74557"/>
                <a:gd name="connsiteY9" fmla="*/ 28188 h 2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557" h="28188">
                  <a:moveTo>
                    <a:pt x="6726" y="28188"/>
                  </a:moveTo>
                  <a:lnTo>
                    <a:pt x="8004" y="28188"/>
                  </a:lnTo>
                  <a:lnTo>
                    <a:pt x="69347" y="12866"/>
                  </a:lnTo>
                  <a:cubicBezTo>
                    <a:pt x="72542" y="12228"/>
                    <a:pt x="75098" y="9036"/>
                    <a:pt x="74459" y="5206"/>
                  </a:cubicBezTo>
                  <a:cubicBezTo>
                    <a:pt x="73821" y="2014"/>
                    <a:pt x="70626" y="-540"/>
                    <a:pt x="66791" y="98"/>
                  </a:cubicBezTo>
                  <a:cubicBezTo>
                    <a:pt x="66791" y="98"/>
                    <a:pt x="66152" y="98"/>
                    <a:pt x="66152" y="98"/>
                  </a:cubicBezTo>
                  <a:lnTo>
                    <a:pt x="4809" y="15420"/>
                  </a:lnTo>
                  <a:cubicBezTo>
                    <a:pt x="1614" y="16058"/>
                    <a:pt x="-942" y="19889"/>
                    <a:pt x="336" y="23081"/>
                  </a:cubicBezTo>
                  <a:cubicBezTo>
                    <a:pt x="336" y="23081"/>
                    <a:pt x="336" y="23081"/>
                    <a:pt x="336" y="23081"/>
                  </a:cubicBezTo>
                  <a:cubicBezTo>
                    <a:pt x="1614" y="26273"/>
                    <a:pt x="4170" y="28188"/>
                    <a:pt x="6726" y="28188"/>
                  </a:cubicBezTo>
                  <a:close/>
                </a:path>
              </a:pathLst>
            </a:custGeom>
            <a:solidFill>
              <a:srgbClr val="00ABAB"/>
            </a:solidFill>
            <a:ln w="6390" cap="flat">
              <a:noFill/>
              <a:prstDash val="solid"/>
              <a:miter/>
            </a:ln>
          </p:spPr>
          <p:txBody>
            <a:bodyPr rtlCol="0" anchor="ctr"/>
            <a:lstStyle/>
            <a:p>
              <a:endParaRPr lang="en-US"/>
            </a:p>
          </p:txBody>
        </p:sp>
        <p:sp>
          <p:nvSpPr>
            <p:cNvPr id="459" name="Graphic 4">
              <a:extLst>
                <a:ext uri="{FF2B5EF4-FFF2-40B4-BE49-F238E27FC236}">
                  <a16:creationId xmlns:a16="http://schemas.microsoft.com/office/drawing/2014/main" id="{84679D80-35AA-664C-AC86-B8AD64455EB1}"/>
                </a:ext>
              </a:extLst>
            </p:cNvPr>
            <p:cNvSpPr/>
            <p:nvPr/>
          </p:nvSpPr>
          <p:spPr>
            <a:xfrm>
              <a:off x="8953579" y="3430177"/>
              <a:ext cx="135803" cy="43509"/>
            </a:xfrm>
            <a:custGeom>
              <a:avLst/>
              <a:gdLst>
                <a:gd name="connsiteX0" fmla="*/ 128438 w 135803"/>
                <a:gd name="connsiteY0" fmla="*/ 99 h 43509"/>
                <a:gd name="connsiteX1" fmla="*/ 67094 w 135803"/>
                <a:gd name="connsiteY1" fmla="*/ 15420 h 43509"/>
                <a:gd name="connsiteX2" fmla="*/ 5751 w 135803"/>
                <a:gd name="connsiteY2" fmla="*/ 30742 h 43509"/>
                <a:gd name="connsiteX3" fmla="*/ 0 w 135803"/>
                <a:gd name="connsiteY3" fmla="*/ 37764 h 43509"/>
                <a:gd name="connsiteX4" fmla="*/ 7030 w 135803"/>
                <a:gd name="connsiteY4" fmla="*/ 43510 h 43509"/>
                <a:gd name="connsiteX5" fmla="*/ 8307 w 135803"/>
                <a:gd name="connsiteY5" fmla="*/ 43510 h 43509"/>
                <a:gd name="connsiteX6" fmla="*/ 69650 w 135803"/>
                <a:gd name="connsiteY6" fmla="*/ 28188 h 43509"/>
                <a:gd name="connsiteX7" fmla="*/ 130994 w 135803"/>
                <a:gd name="connsiteY7" fmla="*/ 12867 h 43509"/>
                <a:gd name="connsiteX8" fmla="*/ 135467 w 135803"/>
                <a:gd name="connsiteY8" fmla="*/ 5206 h 43509"/>
                <a:gd name="connsiteX9" fmla="*/ 128438 w 135803"/>
                <a:gd name="connsiteY9" fmla="*/ 99 h 43509"/>
                <a:gd name="connsiteX10" fmla="*/ 128438 w 135803"/>
                <a:gd name="connsiteY10" fmla="*/ 99 h 43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5803" h="43509">
                  <a:moveTo>
                    <a:pt x="128438" y="99"/>
                  </a:moveTo>
                  <a:lnTo>
                    <a:pt x="67094" y="15420"/>
                  </a:lnTo>
                  <a:lnTo>
                    <a:pt x="5751" y="30742"/>
                  </a:lnTo>
                  <a:cubicBezTo>
                    <a:pt x="1917" y="31380"/>
                    <a:pt x="0" y="34572"/>
                    <a:pt x="0" y="37764"/>
                  </a:cubicBezTo>
                  <a:cubicBezTo>
                    <a:pt x="0" y="40956"/>
                    <a:pt x="3835" y="43510"/>
                    <a:pt x="7030" y="43510"/>
                  </a:cubicBezTo>
                  <a:cubicBezTo>
                    <a:pt x="7668" y="43510"/>
                    <a:pt x="8307" y="43510"/>
                    <a:pt x="8307" y="43510"/>
                  </a:cubicBezTo>
                  <a:lnTo>
                    <a:pt x="69650" y="28188"/>
                  </a:lnTo>
                  <a:lnTo>
                    <a:pt x="130994" y="12867"/>
                  </a:lnTo>
                  <a:cubicBezTo>
                    <a:pt x="134189" y="12228"/>
                    <a:pt x="136745" y="8398"/>
                    <a:pt x="135467" y="5206"/>
                  </a:cubicBezTo>
                  <a:cubicBezTo>
                    <a:pt x="135467" y="2014"/>
                    <a:pt x="132272" y="-540"/>
                    <a:pt x="128438" y="99"/>
                  </a:cubicBezTo>
                  <a:cubicBezTo>
                    <a:pt x="128438" y="99"/>
                    <a:pt x="128438" y="99"/>
                    <a:pt x="128438" y="99"/>
                  </a:cubicBezTo>
                  <a:close/>
                </a:path>
              </a:pathLst>
            </a:custGeom>
            <a:solidFill>
              <a:srgbClr val="00ABAB"/>
            </a:solidFill>
            <a:ln w="6390" cap="flat">
              <a:noFill/>
              <a:prstDash val="solid"/>
              <a:miter/>
            </a:ln>
          </p:spPr>
          <p:txBody>
            <a:bodyPr rtlCol="0" anchor="ctr"/>
            <a:lstStyle/>
            <a:p>
              <a:endParaRPr lang="en-US"/>
            </a:p>
          </p:txBody>
        </p:sp>
      </p:grpSp>
      <p:grpSp>
        <p:nvGrpSpPr>
          <p:cNvPr id="460" name="Graphic 4">
            <a:extLst>
              <a:ext uri="{FF2B5EF4-FFF2-40B4-BE49-F238E27FC236}">
                <a16:creationId xmlns:a16="http://schemas.microsoft.com/office/drawing/2014/main" id="{6A4CC378-6177-4146-AA16-AE5157092362}"/>
              </a:ext>
            </a:extLst>
          </p:cNvPr>
          <p:cNvGrpSpPr>
            <a:grpSpLocks noChangeAspect="1"/>
          </p:cNvGrpSpPr>
          <p:nvPr/>
        </p:nvGrpSpPr>
        <p:grpSpPr>
          <a:xfrm>
            <a:off x="8840477" y="3824168"/>
            <a:ext cx="362312" cy="361971"/>
            <a:chOff x="8840477" y="3824168"/>
            <a:chExt cx="362312" cy="361971"/>
          </a:xfrm>
          <a:solidFill>
            <a:srgbClr val="00ABAB"/>
          </a:solidFill>
        </p:grpSpPr>
        <p:sp>
          <p:nvSpPr>
            <p:cNvPr id="461" name="Graphic 4">
              <a:extLst>
                <a:ext uri="{FF2B5EF4-FFF2-40B4-BE49-F238E27FC236}">
                  <a16:creationId xmlns:a16="http://schemas.microsoft.com/office/drawing/2014/main" id="{FC229C21-B2F3-134A-9A9E-F71777F6E053}"/>
                </a:ext>
              </a:extLst>
            </p:cNvPr>
            <p:cNvSpPr/>
            <p:nvPr/>
          </p:nvSpPr>
          <p:spPr>
            <a:xfrm>
              <a:off x="8840477" y="3824168"/>
              <a:ext cx="362312" cy="361971"/>
            </a:xfrm>
            <a:custGeom>
              <a:avLst/>
              <a:gdLst>
                <a:gd name="connsiteX0" fmla="*/ 181474 w 362312"/>
                <a:gd name="connsiteY0" fmla="*/ 0 h 361971"/>
                <a:gd name="connsiteX1" fmla="*/ 0 w 362312"/>
                <a:gd name="connsiteY1" fmla="*/ 180667 h 361971"/>
                <a:gd name="connsiteX2" fmla="*/ 180836 w 362312"/>
                <a:gd name="connsiteY2" fmla="*/ 361971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6"/>
                    <a:pt x="0" y="180667"/>
                  </a:cubicBezTo>
                  <a:cubicBezTo>
                    <a:pt x="0" y="280895"/>
                    <a:pt x="81152" y="361971"/>
                    <a:pt x="180836" y="361971"/>
                  </a:cubicBezTo>
                  <a:cubicBezTo>
                    <a:pt x="281157" y="361971"/>
                    <a:pt x="362309" y="280895"/>
                    <a:pt x="362309" y="181305"/>
                  </a:cubicBezTo>
                  <a:cubicBezTo>
                    <a:pt x="362309" y="181305"/>
                    <a:pt x="362309" y="181305"/>
                    <a:pt x="362309" y="181305"/>
                  </a:cubicBezTo>
                  <a:cubicBezTo>
                    <a:pt x="362949" y="81076"/>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462" name="Graphic 4">
              <a:extLst>
                <a:ext uri="{FF2B5EF4-FFF2-40B4-BE49-F238E27FC236}">
                  <a16:creationId xmlns:a16="http://schemas.microsoft.com/office/drawing/2014/main" id="{B37A3A04-7DE9-4046-AC1A-FFC1308DC5DC}"/>
                </a:ext>
              </a:extLst>
            </p:cNvPr>
            <p:cNvSpPr/>
            <p:nvPr/>
          </p:nvSpPr>
          <p:spPr>
            <a:xfrm>
              <a:off x="8956774" y="3899499"/>
              <a:ext cx="130993" cy="212586"/>
            </a:xfrm>
            <a:custGeom>
              <a:avLst/>
              <a:gdLst>
                <a:gd name="connsiteX0" fmla="*/ 65817 w 130993"/>
                <a:gd name="connsiteY0" fmla="*/ 0 h 212586"/>
                <a:gd name="connsiteX1" fmla="*/ 65817 w 130993"/>
                <a:gd name="connsiteY1" fmla="*/ 0 h 212586"/>
                <a:gd name="connsiteX2" fmla="*/ 0 w 130993"/>
                <a:gd name="connsiteY2" fmla="*/ 63201 h 212586"/>
                <a:gd name="connsiteX3" fmla="*/ 12780 w 130993"/>
                <a:gd name="connsiteY3" fmla="*/ 104697 h 212586"/>
                <a:gd name="connsiteX4" fmla="*/ 30672 w 130993"/>
                <a:gd name="connsiteY4" fmla="*/ 141724 h 212586"/>
                <a:gd name="connsiteX5" fmla="*/ 30672 w 130993"/>
                <a:gd name="connsiteY5" fmla="*/ 163430 h 212586"/>
                <a:gd name="connsiteX6" fmla="*/ 30672 w 130993"/>
                <a:gd name="connsiteY6" fmla="*/ 164068 h 212586"/>
                <a:gd name="connsiteX7" fmla="*/ 30672 w 130993"/>
                <a:gd name="connsiteY7" fmla="*/ 164707 h 212586"/>
                <a:gd name="connsiteX8" fmla="*/ 37701 w 130993"/>
                <a:gd name="connsiteY8" fmla="*/ 207479 h 212586"/>
                <a:gd name="connsiteX9" fmla="*/ 44091 w 130993"/>
                <a:gd name="connsiteY9" fmla="*/ 212587 h 212586"/>
                <a:gd name="connsiteX10" fmla="*/ 86904 w 130993"/>
                <a:gd name="connsiteY10" fmla="*/ 212587 h 212586"/>
                <a:gd name="connsiteX11" fmla="*/ 93294 w 130993"/>
                <a:gd name="connsiteY11" fmla="*/ 207479 h 212586"/>
                <a:gd name="connsiteX12" fmla="*/ 100322 w 130993"/>
                <a:gd name="connsiteY12" fmla="*/ 164707 h 212586"/>
                <a:gd name="connsiteX13" fmla="*/ 100322 w 130993"/>
                <a:gd name="connsiteY13" fmla="*/ 164068 h 212586"/>
                <a:gd name="connsiteX14" fmla="*/ 100322 w 130993"/>
                <a:gd name="connsiteY14" fmla="*/ 163430 h 212586"/>
                <a:gd name="connsiteX15" fmla="*/ 100322 w 130993"/>
                <a:gd name="connsiteY15" fmla="*/ 141724 h 212586"/>
                <a:gd name="connsiteX16" fmla="*/ 118214 w 130993"/>
                <a:gd name="connsiteY16" fmla="*/ 105336 h 212586"/>
                <a:gd name="connsiteX17" fmla="*/ 130994 w 130993"/>
                <a:gd name="connsiteY17" fmla="*/ 63840 h 212586"/>
                <a:gd name="connsiteX18" fmla="*/ 65817 w 130993"/>
                <a:gd name="connsiteY18" fmla="*/ 0 h 212586"/>
                <a:gd name="connsiteX19" fmla="*/ 81153 w 130993"/>
                <a:gd name="connsiteY19" fmla="*/ 198542 h 212586"/>
                <a:gd name="connsiteX20" fmla="*/ 49203 w 130993"/>
                <a:gd name="connsiteY20" fmla="*/ 198542 h 212586"/>
                <a:gd name="connsiteX21" fmla="*/ 44091 w 130993"/>
                <a:gd name="connsiteY21" fmla="*/ 168537 h 212586"/>
                <a:gd name="connsiteX22" fmla="*/ 85625 w 130993"/>
                <a:gd name="connsiteY22" fmla="*/ 168537 h 212586"/>
                <a:gd name="connsiteX23" fmla="*/ 81153 w 130993"/>
                <a:gd name="connsiteY23" fmla="*/ 198542 h 212586"/>
                <a:gd name="connsiteX24" fmla="*/ 107351 w 130993"/>
                <a:gd name="connsiteY24" fmla="*/ 97037 h 212586"/>
                <a:gd name="connsiteX25" fmla="*/ 86904 w 130993"/>
                <a:gd name="connsiteY25" fmla="*/ 140448 h 212586"/>
                <a:gd name="connsiteX26" fmla="*/ 86904 w 130993"/>
                <a:gd name="connsiteY26" fmla="*/ 155769 h 212586"/>
                <a:gd name="connsiteX27" fmla="*/ 70929 w 130993"/>
                <a:gd name="connsiteY27" fmla="*/ 155769 h 212586"/>
                <a:gd name="connsiteX28" fmla="*/ 70929 w 130993"/>
                <a:gd name="connsiteY28" fmla="*/ 155131 h 212586"/>
                <a:gd name="connsiteX29" fmla="*/ 70929 w 130993"/>
                <a:gd name="connsiteY29" fmla="*/ 100867 h 212586"/>
                <a:gd name="connsiteX30" fmla="*/ 83069 w 130993"/>
                <a:gd name="connsiteY30" fmla="*/ 88737 h 212586"/>
                <a:gd name="connsiteX31" fmla="*/ 83069 w 130993"/>
                <a:gd name="connsiteY31" fmla="*/ 79800 h 212586"/>
                <a:gd name="connsiteX32" fmla="*/ 83069 w 130993"/>
                <a:gd name="connsiteY32" fmla="*/ 79800 h 212586"/>
                <a:gd name="connsiteX33" fmla="*/ 74124 w 130993"/>
                <a:gd name="connsiteY33" fmla="*/ 79800 h 212586"/>
                <a:gd name="connsiteX34" fmla="*/ 64539 w 130993"/>
                <a:gd name="connsiteY34" fmla="*/ 89376 h 212586"/>
                <a:gd name="connsiteX35" fmla="*/ 54314 w 130993"/>
                <a:gd name="connsiteY35" fmla="*/ 79800 h 212586"/>
                <a:gd name="connsiteX36" fmla="*/ 45369 w 130993"/>
                <a:gd name="connsiteY36" fmla="*/ 79800 h 212586"/>
                <a:gd name="connsiteX37" fmla="*/ 45369 w 130993"/>
                <a:gd name="connsiteY37" fmla="*/ 88737 h 212586"/>
                <a:gd name="connsiteX38" fmla="*/ 57509 w 130993"/>
                <a:gd name="connsiteY38" fmla="*/ 100867 h 212586"/>
                <a:gd name="connsiteX39" fmla="*/ 57509 w 130993"/>
                <a:gd name="connsiteY39" fmla="*/ 155131 h 212586"/>
                <a:gd name="connsiteX40" fmla="*/ 57509 w 130993"/>
                <a:gd name="connsiteY40" fmla="*/ 155769 h 212586"/>
                <a:gd name="connsiteX41" fmla="*/ 41535 w 130993"/>
                <a:gd name="connsiteY41" fmla="*/ 155769 h 212586"/>
                <a:gd name="connsiteX42" fmla="*/ 41535 w 130993"/>
                <a:gd name="connsiteY42" fmla="*/ 140448 h 212586"/>
                <a:gd name="connsiteX43" fmla="*/ 21726 w 130993"/>
                <a:gd name="connsiteY43" fmla="*/ 97037 h 212586"/>
                <a:gd name="connsiteX44" fmla="*/ 10863 w 130993"/>
                <a:gd name="connsiteY44" fmla="*/ 62563 h 212586"/>
                <a:gd name="connsiteX45" fmla="*/ 67094 w 130993"/>
                <a:gd name="connsiteY45" fmla="*/ 12768 h 212586"/>
                <a:gd name="connsiteX46" fmla="*/ 116936 w 130993"/>
                <a:gd name="connsiteY46" fmla="*/ 62563 h 212586"/>
                <a:gd name="connsiteX47" fmla="*/ 107351 w 130993"/>
                <a:gd name="connsiteY47" fmla="*/ 97037 h 212586"/>
                <a:gd name="connsiteX48" fmla="*/ 107351 w 130993"/>
                <a:gd name="connsiteY48" fmla="*/ 97037 h 21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30993" h="212586">
                  <a:moveTo>
                    <a:pt x="65817" y="0"/>
                  </a:moveTo>
                  <a:lnTo>
                    <a:pt x="65817" y="0"/>
                  </a:lnTo>
                  <a:cubicBezTo>
                    <a:pt x="30033" y="0"/>
                    <a:pt x="1278" y="28089"/>
                    <a:pt x="0" y="63201"/>
                  </a:cubicBezTo>
                  <a:cubicBezTo>
                    <a:pt x="640" y="77885"/>
                    <a:pt x="5112" y="91929"/>
                    <a:pt x="12780" y="104697"/>
                  </a:cubicBezTo>
                  <a:cubicBezTo>
                    <a:pt x="21087" y="118742"/>
                    <a:pt x="30672" y="136617"/>
                    <a:pt x="30672" y="141724"/>
                  </a:cubicBezTo>
                  <a:lnTo>
                    <a:pt x="30672" y="163430"/>
                  </a:lnTo>
                  <a:cubicBezTo>
                    <a:pt x="30672" y="163430"/>
                    <a:pt x="30672" y="163430"/>
                    <a:pt x="30672" y="164068"/>
                  </a:cubicBezTo>
                  <a:cubicBezTo>
                    <a:pt x="30672" y="164068"/>
                    <a:pt x="30672" y="164707"/>
                    <a:pt x="30672" y="164707"/>
                  </a:cubicBezTo>
                  <a:lnTo>
                    <a:pt x="37701" y="207479"/>
                  </a:lnTo>
                  <a:cubicBezTo>
                    <a:pt x="38340" y="210671"/>
                    <a:pt x="40896" y="212587"/>
                    <a:pt x="44091" y="212587"/>
                  </a:cubicBezTo>
                  <a:lnTo>
                    <a:pt x="86904" y="212587"/>
                  </a:lnTo>
                  <a:cubicBezTo>
                    <a:pt x="90099" y="212587"/>
                    <a:pt x="92654" y="210671"/>
                    <a:pt x="93294" y="207479"/>
                  </a:cubicBezTo>
                  <a:lnTo>
                    <a:pt x="100322" y="164707"/>
                  </a:lnTo>
                  <a:cubicBezTo>
                    <a:pt x="100322" y="164707"/>
                    <a:pt x="100322" y="164707"/>
                    <a:pt x="100322" y="164068"/>
                  </a:cubicBezTo>
                  <a:cubicBezTo>
                    <a:pt x="100322" y="164068"/>
                    <a:pt x="100322" y="163430"/>
                    <a:pt x="100322" y="163430"/>
                  </a:cubicBezTo>
                  <a:lnTo>
                    <a:pt x="100322" y="141724"/>
                  </a:lnTo>
                  <a:cubicBezTo>
                    <a:pt x="100322" y="136617"/>
                    <a:pt x="109907" y="118742"/>
                    <a:pt x="118214" y="105336"/>
                  </a:cubicBezTo>
                  <a:cubicBezTo>
                    <a:pt x="125882" y="92568"/>
                    <a:pt x="130355" y="78523"/>
                    <a:pt x="130994" y="63840"/>
                  </a:cubicBezTo>
                  <a:cubicBezTo>
                    <a:pt x="130994" y="28728"/>
                    <a:pt x="100961" y="0"/>
                    <a:pt x="65817" y="0"/>
                  </a:cubicBezTo>
                  <a:close/>
                  <a:moveTo>
                    <a:pt x="81153" y="198542"/>
                  </a:moveTo>
                  <a:lnTo>
                    <a:pt x="49203" y="198542"/>
                  </a:lnTo>
                  <a:lnTo>
                    <a:pt x="44091" y="168537"/>
                  </a:lnTo>
                  <a:lnTo>
                    <a:pt x="85625" y="168537"/>
                  </a:lnTo>
                  <a:lnTo>
                    <a:pt x="81153" y="198542"/>
                  </a:lnTo>
                  <a:close/>
                  <a:moveTo>
                    <a:pt x="107351" y="97037"/>
                  </a:moveTo>
                  <a:cubicBezTo>
                    <a:pt x="102879" y="104697"/>
                    <a:pt x="86904" y="129595"/>
                    <a:pt x="86904" y="140448"/>
                  </a:cubicBezTo>
                  <a:lnTo>
                    <a:pt x="86904" y="155769"/>
                  </a:lnTo>
                  <a:lnTo>
                    <a:pt x="70929" y="155769"/>
                  </a:lnTo>
                  <a:cubicBezTo>
                    <a:pt x="70929" y="155769"/>
                    <a:pt x="70929" y="155131"/>
                    <a:pt x="70929" y="155131"/>
                  </a:cubicBezTo>
                  <a:lnTo>
                    <a:pt x="70929" y="100867"/>
                  </a:lnTo>
                  <a:lnTo>
                    <a:pt x="83069" y="88737"/>
                  </a:lnTo>
                  <a:cubicBezTo>
                    <a:pt x="85625" y="86184"/>
                    <a:pt x="85625" y="82353"/>
                    <a:pt x="83069" y="79800"/>
                  </a:cubicBezTo>
                  <a:cubicBezTo>
                    <a:pt x="83069" y="79800"/>
                    <a:pt x="83069" y="79800"/>
                    <a:pt x="83069" y="79800"/>
                  </a:cubicBezTo>
                  <a:cubicBezTo>
                    <a:pt x="80514" y="77246"/>
                    <a:pt x="76679" y="77246"/>
                    <a:pt x="74124" y="79800"/>
                  </a:cubicBezTo>
                  <a:lnTo>
                    <a:pt x="64539" y="89376"/>
                  </a:lnTo>
                  <a:lnTo>
                    <a:pt x="54314" y="79800"/>
                  </a:lnTo>
                  <a:cubicBezTo>
                    <a:pt x="51759" y="77246"/>
                    <a:pt x="47925" y="77246"/>
                    <a:pt x="45369" y="79800"/>
                  </a:cubicBezTo>
                  <a:cubicBezTo>
                    <a:pt x="42813" y="82353"/>
                    <a:pt x="42813" y="86184"/>
                    <a:pt x="45369" y="88737"/>
                  </a:cubicBezTo>
                  <a:lnTo>
                    <a:pt x="57509" y="100867"/>
                  </a:lnTo>
                  <a:lnTo>
                    <a:pt x="57509" y="155131"/>
                  </a:lnTo>
                  <a:cubicBezTo>
                    <a:pt x="57509" y="155131"/>
                    <a:pt x="57509" y="155769"/>
                    <a:pt x="57509" y="155769"/>
                  </a:cubicBezTo>
                  <a:lnTo>
                    <a:pt x="41535" y="155769"/>
                  </a:lnTo>
                  <a:lnTo>
                    <a:pt x="41535" y="140448"/>
                  </a:lnTo>
                  <a:cubicBezTo>
                    <a:pt x="41535" y="129595"/>
                    <a:pt x="26838" y="104697"/>
                    <a:pt x="21726" y="97037"/>
                  </a:cubicBezTo>
                  <a:cubicBezTo>
                    <a:pt x="15336" y="86822"/>
                    <a:pt x="11502" y="74693"/>
                    <a:pt x="10863" y="62563"/>
                  </a:cubicBezTo>
                  <a:cubicBezTo>
                    <a:pt x="12780" y="33197"/>
                    <a:pt x="37701" y="11491"/>
                    <a:pt x="67094" y="12768"/>
                  </a:cubicBezTo>
                  <a:cubicBezTo>
                    <a:pt x="93933" y="14683"/>
                    <a:pt x="115019" y="35750"/>
                    <a:pt x="116936" y="62563"/>
                  </a:cubicBezTo>
                  <a:cubicBezTo>
                    <a:pt x="117575" y="75331"/>
                    <a:pt x="113741" y="86822"/>
                    <a:pt x="107351" y="97037"/>
                  </a:cubicBezTo>
                  <a:lnTo>
                    <a:pt x="107351" y="97037"/>
                  </a:lnTo>
                  <a:close/>
                </a:path>
              </a:pathLst>
            </a:custGeom>
            <a:solidFill>
              <a:srgbClr val="00ABAB"/>
            </a:solidFill>
            <a:ln w="6390" cap="flat">
              <a:noFill/>
              <a:prstDash val="solid"/>
              <a:miter/>
            </a:ln>
          </p:spPr>
          <p:txBody>
            <a:bodyPr rtlCol="0" anchor="ctr"/>
            <a:lstStyle/>
            <a:p>
              <a:endParaRPr lang="en-US"/>
            </a:p>
          </p:txBody>
        </p:sp>
      </p:grpSp>
      <p:grpSp>
        <p:nvGrpSpPr>
          <p:cNvPr id="463" name="Graphic 4">
            <a:extLst>
              <a:ext uri="{FF2B5EF4-FFF2-40B4-BE49-F238E27FC236}">
                <a16:creationId xmlns:a16="http://schemas.microsoft.com/office/drawing/2014/main" id="{18127313-4195-3B45-A864-08AC304DCAFC}"/>
              </a:ext>
            </a:extLst>
          </p:cNvPr>
          <p:cNvGrpSpPr>
            <a:grpSpLocks noChangeAspect="1"/>
          </p:cNvGrpSpPr>
          <p:nvPr/>
        </p:nvGrpSpPr>
        <p:grpSpPr>
          <a:xfrm>
            <a:off x="8840477" y="2855717"/>
            <a:ext cx="362312" cy="361971"/>
            <a:chOff x="8840477" y="2855717"/>
            <a:chExt cx="362312" cy="361971"/>
          </a:xfrm>
          <a:solidFill>
            <a:srgbClr val="00ABAB"/>
          </a:solidFill>
        </p:grpSpPr>
        <p:sp>
          <p:nvSpPr>
            <p:cNvPr id="464" name="Graphic 4">
              <a:extLst>
                <a:ext uri="{FF2B5EF4-FFF2-40B4-BE49-F238E27FC236}">
                  <a16:creationId xmlns:a16="http://schemas.microsoft.com/office/drawing/2014/main" id="{A3BF0DC9-5A3C-F841-A45A-FA40390E0BDE}"/>
                </a:ext>
              </a:extLst>
            </p:cNvPr>
            <p:cNvSpPr/>
            <p:nvPr/>
          </p:nvSpPr>
          <p:spPr>
            <a:xfrm>
              <a:off x="8840477" y="2855717"/>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6"/>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6"/>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234"/>
                    <a:pt x="274767" y="348565"/>
                    <a:pt x="181474" y="349204"/>
                  </a:cubicBezTo>
                  <a:close/>
                </a:path>
              </a:pathLst>
            </a:custGeom>
            <a:solidFill>
              <a:srgbClr val="00ABAB"/>
            </a:solidFill>
            <a:ln w="6390" cap="flat">
              <a:noFill/>
              <a:prstDash val="solid"/>
              <a:miter/>
            </a:ln>
          </p:spPr>
          <p:txBody>
            <a:bodyPr rtlCol="0" anchor="ctr"/>
            <a:lstStyle/>
            <a:p>
              <a:endParaRPr lang="en-US"/>
            </a:p>
          </p:txBody>
        </p:sp>
        <p:sp>
          <p:nvSpPr>
            <p:cNvPr id="465" name="Graphic 4">
              <a:extLst>
                <a:ext uri="{FF2B5EF4-FFF2-40B4-BE49-F238E27FC236}">
                  <a16:creationId xmlns:a16="http://schemas.microsoft.com/office/drawing/2014/main" id="{F1B8BA68-99A7-3A4C-BD9F-E058EE17AC94}"/>
                </a:ext>
              </a:extLst>
            </p:cNvPr>
            <p:cNvSpPr/>
            <p:nvPr/>
          </p:nvSpPr>
          <p:spPr>
            <a:xfrm>
              <a:off x="8936327" y="2949851"/>
              <a:ext cx="171889" cy="172077"/>
            </a:xfrm>
            <a:custGeom>
              <a:avLst/>
              <a:gdLst>
                <a:gd name="connsiteX0" fmla="*/ 161026 w 171889"/>
                <a:gd name="connsiteY0" fmla="*/ 32907 h 172077"/>
                <a:gd name="connsiteX1" fmla="*/ 129716 w 171889"/>
                <a:gd name="connsiteY1" fmla="*/ 64189 h 172077"/>
                <a:gd name="connsiteX2" fmla="*/ 107990 w 171889"/>
                <a:gd name="connsiteY2" fmla="*/ 42483 h 172077"/>
                <a:gd name="connsiteX3" fmla="*/ 139301 w 171889"/>
                <a:gd name="connsiteY3" fmla="*/ 11202 h 172077"/>
                <a:gd name="connsiteX4" fmla="*/ 139940 w 171889"/>
                <a:gd name="connsiteY4" fmla="*/ 2264 h 172077"/>
                <a:gd name="connsiteX5" fmla="*/ 130994 w 171889"/>
                <a:gd name="connsiteY5" fmla="*/ 1626 h 172077"/>
                <a:gd name="connsiteX6" fmla="*/ 130355 w 171889"/>
                <a:gd name="connsiteY6" fmla="*/ 2264 h 172077"/>
                <a:gd name="connsiteX7" fmla="*/ 99044 w 171889"/>
                <a:gd name="connsiteY7" fmla="*/ 33546 h 172077"/>
                <a:gd name="connsiteX8" fmla="*/ 88181 w 171889"/>
                <a:gd name="connsiteY8" fmla="*/ 22693 h 172077"/>
                <a:gd name="connsiteX9" fmla="*/ 83069 w 171889"/>
                <a:gd name="connsiteY9" fmla="*/ 17586 h 172077"/>
                <a:gd name="connsiteX10" fmla="*/ 74123 w 171889"/>
                <a:gd name="connsiteY10" fmla="*/ 17586 h 172077"/>
                <a:gd name="connsiteX11" fmla="*/ 74123 w 171889"/>
                <a:gd name="connsiteY11" fmla="*/ 17586 h 172077"/>
                <a:gd name="connsiteX12" fmla="*/ 74123 w 171889"/>
                <a:gd name="connsiteY12" fmla="*/ 26523 h 172077"/>
                <a:gd name="connsiteX13" fmla="*/ 74762 w 171889"/>
                <a:gd name="connsiteY13" fmla="*/ 27162 h 172077"/>
                <a:gd name="connsiteX14" fmla="*/ 48563 w 171889"/>
                <a:gd name="connsiteY14" fmla="*/ 53336 h 172077"/>
                <a:gd name="connsiteX15" fmla="*/ 44091 w 171889"/>
                <a:gd name="connsiteY15" fmla="*/ 119091 h 172077"/>
                <a:gd name="connsiteX16" fmla="*/ 1917 w 171889"/>
                <a:gd name="connsiteY16" fmla="*/ 161225 h 172077"/>
                <a:gd name="connsiteX17" fmla="*/ 1917 w 171889"/>
                <a:gd name="connsiteY17" fmla="*/ 170163 h 172077"/>
                <a:gd name="connsiteX18" fmla="*/ 6390 w 171889"/>
                <a:gd name="connsiteY18" fmla="*/ 172078 h 172077"/>
                <a:gd name="connsiteX19" fmla="*/ 10862 w 171889"/>
                <a:gd name="connsiteY19" fmla="*/ 170163 h 172077"/>
                <a:gd name="connsiteX20" fmla="*/ 53037 w 171889"/>
                <a:gd name="connsiteY20" fmla="*/ 128029 h 172077"/>
                <a:gd name="connsiteX21" fmla="*/ 118852 w 171889"/>
                <a:gd name="connsiteY21" fmla="*/ 123560 h 172077"/>
                <a:gd name="connsiteX22" fmla="*/ 145051 w 171889"/>
                <a:gd name="connsiteY22" fmla="*/ 97385 h 172077"/>
                <a:gd name="connsiteX23" fmla="*/ 145691 w 171889"/>
                <a:gd name="connsiteY23" fmla="*/ 98024 h 172077"/>
                <a:gd name="connsiteX24" fmla="*/ 150163 w 171889"/>
                <a:gd name="connsiteY24" fmla="*/ 99939 h 172077"/>
                <a:gd name="connsiteX25" fmla="*/ 156553 w 171889"/>
                <a:gd name="connsiteY25" fmla="*/ 93555 h 172077"/>
                <a:gd name="connsiteX26" fmla="*/ 154636 w 171889"/>
                <a:gd name="connsiteY26" fmla="*/ 89086 h 172077"/>
                <a:gd name="connsiteX27" fmla="*/ 149524 w 171889"/>
                <a:gd name="connsiteY27" fmla="*/ 83979 h 172077"/>
                <a:gd name="connsiteX28" fmla="*/ 138661 w 171889"/>
                <a:gd name="connsiteY28" fmla="*/ 73126 h 172077"/>
                <a:gd name="connsiteX29" fmla="*/ 169972 w 171889"/>
                <a:gd name="connsiteY29" fmla="*/ 41845 h 172077"/>
                <a:gd name="connsiteX30" fmla="*/ 169972 w 171889"/>
                <a:gd name="connsiteY30" fmla="*/ 32907 h 172077"/>
                <a:gd name="connsiteX31" fmla="*/ 161026 w 171889"/>
                <a:gd name="connsiteY31" fmla="*/ 32907 h 172077"/>
                <a:gd name="connsiteX32" fmla="*/ 161026 w 171889"/>
                <a:gd name="connsiteY32" fmla="*/ 32907 h 172077"/>
                <a:gd name="connsiteX33" fmla="*/ 109906 w 171889"/>
                <a:gd name="connsiteY33" fmla="*/ 115261 h 172077"/>
                <a:gd name="connsiteX34" fmla="*/ 56870 w 171889"/>
                <a:gd name="connsiteY34" fmla="*/ 113345 h 172077"/>
                <a:gd name="connsiteX35" fmla="*/ 56870 w 171889"/>
                <a:gd name="connsiteY35" fmla="*/ 62274 h 172077"/>
                <a:gd name="connsiteX36" fmla="*/ 83069 w 171889"/>
                <a:gd name="connsiteY36" fmla="*/ 36099 h 172077"/>
                <a:gd name="connsiteX37" fmla="*/ 124604 w 171889"/>
                <a:gd name="connsiteY37" fmla="*/ 77595 h 172077"/>
                <a:gd name="connsiteX38" fmla="*/ 124604 w 171889"/>
                <a:gd name="connsiteY38" fmla="*/ 77595 h 172077"/>
                <a:gd name="connsiteX39" fmla="*/ 135466 w 171889"/>
                <a:gd name="connsiteY39" fmla="*/ 88448 h 172077"/>
                <a:gd name="connsiteX40" fmla="*/ 109906 w 171889"/>
                <a:gd name="connsiteY40" fmla="*/ 115261 h 172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1889" h="172077">
                  <a:moveTo>
                    <a:pt x="161026" y="32907"/>
                  </a:moveTo>
                  <a:lnTo>
                    <a:pt x="129716" y="64189"/>
                  </a:lnTo>
                  <a:lnTo>
                    <a:pt x="107990" y="42483"/>
                  </a:lnTo>
                  <a:lnTo>
                    <a:pt x="139301" y="11202"/>
                  </a:lnTo>
                  <a:cubicBezTo>
                    <a:pt x="141856" y="8648"/>
                    <a:pt x="142496" y="4818"/>
                    <a:pt x="139940" y="2264"/>
                  </a:cubicBezTo>
                  <a:cubicBezTo>
                    <a:pt x="137383" y="-290"/>
                    <a:pt x="133550" y="-928"/>
                    <a:pt x="130994" y="1626"/>
                  </a:cubicBezTo>
                  <a:cubicBezTo>
                    <a:pt x="130994" y="1626"/>
                    <a:pt x="130355" y="2264"/>
                    <a:pt x="130355" y="2264"/>
                  </a:cubicBezTo>
                  <a:lnTo>
                    <a:pt x="99044" y="33546"/>
                  </a:lnTo>
                  <a:lnTo>
                    <a:pt x="88181" y="22693"/>
                  </a:lnTo>
                  <a:lnTo>
                    <a:pt x="83069" y="17586"/>
                  </a:lnTo>
                  <a:cubicBezTo>
                    <a:pt x="80513" y="15032"/>
                    <a:pt x="76679" y="15032"/>
                    <a:pt x="74123" y="17586"/>
                  </a:cubicBezTo>
                  <a:cubicBezTo>
                    <a:pt x="74123" y="17586"/>
                    <a:pt x="74123" y="17586"/>
                    <a:pt x="74123" y="17586"/>
                  </a:cubicBezTo>
                  <a:cubicBezTo>
                    <a:pt x="71567" y="20139"/>
                    <a:pt x="71567" y="23970"/>
                    <a:pt x="74123" y="26523"/>
                  </a:cubicBezTo>
                  <a:lnTo>
                    <a:pt x="74762" y="27162"/>
                  </a:lnTo>
                  <a:lnTo>
                    <a:pt x="48563" y="53336"/>
                  </a:lnTo>
                  <a:cubicBezTo>
                    <a:pt x="30672" y="71211"/>
                    <a:pt x="28755" y="99301"/>
                    <a:pt x="44091" y="119091"/>
                  </a:cubicBezTo>
                  <a:lnTo>
                    <a:pt x="1917" y="161225"/>
                  </a:lnTo>
                  <a:cubicBezTo>
                    <a:pt x="-639" y="163779"/>
                    <a:pt x="-639" y="167609"/>
                    <a:pt x="1917" y="170163"/>
                  </a:cubicBezTo>
                  <a:cubicBezTo>
                    <a:pt x="3195" y="171440"/>
                    <a:pt x="4472" y="172078"/>
                    <a:pt x="6390" y="172078"/>
                  </a:cubicBezTo>
                  <a:cubicBezTo>
                    <a:pt x="8307" y="172078"/>
                    <a:pt x="9585" y="171440"/>
                    <a:pt x="10862" y="170163"/>
                  </a:cubicBezTo>
                  <a:lnTo>
                    <a:pt x="53037" y="128029"/>
                  </a:lnTo>
                  <a:cubicBezTo>
                    <a:pt x="72845" y="143350"/>
                    <a:pt x="100961" y="141435"/>
                    <a:pt x="118852" y="123560"/>
                  </a:cubicBezTo>
                  <a:lnTo>
                    <a:pt x="145051" y="97385"/>
                  </a:lnTo>
                  <a:lnTo>
                    <a:pt x="145691" y="98024"/>
                  </a:lnTo>
                  <a:cubicBezTo>
                    <a:pt x="146968" y="99301"/>
                    <a:pt x="148246" y="99939"/>
                    <a:pt x="150163" y="99939"/>
                  </a:cubicBezTo>
                  <a:cubicBezTo>
                    <a:pt x="153997" y="99939"/>
                    <a:pt x="156553" y="97385"/>
                    <a:pt x="156553" y="93555"/>
                  </a:cubicBezTo>
                  <a:cubicBezTo>
                    <a:pt x="156553" y="91640"/>
                    <a:pt x="155914" y="90363"/>
                    <a:pt x="154636" y="89086"/>
                  </a:cubicBezTo>
                  <a:lnTo>
                    <a:pt x="149524" y="83979"/>
                  </a:lnTo>
                  <a:lnTo>
                    <a:pt x="138661" y="73126"/>
                  </a:lnTo>
                  <a:lnTo>
                    <a:pt x="169972" y="41845"/>
                  </a:lnTo>
                  <a:cubicBezTo>
                    <a:pt x="172528" y="39291"/>
                    <a:pt x="172528" y="35461"/>
                    <a:pt x="169972" y="32907"/>
                  </a:cubicBezTo>
                  <a:cubicBezTo>
                    <a:pt x="167416" y="30992"/>
                    <a:pt x="163582" y="30992"/>
                    <a:pt x="161026" y="32907"/>
                  </a:cubicBezTo>
                  <a:lnTo>
                    <a:pt x="161026" y="32907"/>
                  </a:lnTo>
                  <a:close/>
                  <a:moveTo>
                    <a:pt x="109906" y="115261"/>
                  </a:moveTo>
                  <a:cubicBezTo>
                    <a:pt x="94571" y="129305"/>
                    <a:pt x="71567" y="128667"/>
                    <a:pt x="56870" y="113345"/>
                  </a:cubicBezTo>
                  <a:cubicBezTo>
                    <a:pt x="43452" y="99301"/>
                    <a:pt x="43452" y="76318"/>
                    <a:pt x="56870" y="62274"/>
                  </a:cubicBezTo>
                  <a:lnTo>
                    <a:pt x="83069" y="36099"/>
                  </a:lnTo>
                  <a:lnTo>
                    <a:pt x="124604" y="77595"/>
                  </a:lnTo>
                  <a:lnTo>
                    <a:pt x="124604" y="77595"/>
                  </a:lnTo>
                  <a:lnTo>
                    <a:pt x="135466" y="88448"/>
                  </a:lnTo>
                  <a:lnTo>
                    <a:pt x="109906" y="115261"/>
                  </a:lnTo>
                  <a:close/>
                </a:path>
              </a:pathLst>
            </a:custGeom>
            <a:solidFill>
              <a:srgbClr val="00ABAB"/>
            </a:solidFill>
            <a:ln w="6390" cap="flat">
              <a:noFill/>
              <a:prstDash val="solid"/>
              <a:miter/>
            </a:ln>
          </p:spPr>
          <p:txBody>
            <a:bodyPr rtlCol="0" anchor="ctr"/>
            <a:lstStyle/>
            <a:p>
              <a:endParaRPr lang="en-US"/>
            </a:p>
          </p:txBody>
        </p:sp>
      </p:grpSp>
      <p:grpSp>
        <p:nvGrpSpPr>
          <p:cNvPr id="466" name="Graphic 4">
            <a:extLst>
              <a:ext uri="{FF2B5EF4-FFF2-40B4-BE49-F238E27FC236}">
                <a16:creationId xmlns:a16="http://schemas.microsoft.com/office/drawing/2014/main" id="{052A8EFC-9B01-9942-A2B3-F31198E3D54C}"/>
              </a:ext>
            </a:extLst>
          </p:cNvPr>
          <p:cNvGrpSpPr>
            <a:grpSpLocks noChangeAspect="1"/>
          </p:cNvGrpSpPr>
          <p:nvPr/>
        </p:nvGrpSpPr>
        <p:grpSpPr>
          <a:xfrm>
            <a:off x="8840477" y="1402723"/>
            <a:ext cx="362312" cy="361971"/>
            <a:chOff x="8840477" y="1402723"/>
            <a:chExt cx="362312" cy="361971"/>
          </a:xfrm>
          <a:solidFill>
            <a:srgbClr val="00ABAB"/>
          </a:solidFill>
        </p:grpSpPr>
        <p:sp>
          <p:nvSpPr>
            <p:cNvPr id="467" name="Graphic 4">
              <a:extLst>
                <a:ext uri="{FF2B5EF4-FFF2-40B4-BE49-F238E27FC236}">
                  <a16:creationId xmlns:a16="http://schemas.microsoft.com/office/drawing/2014/main" id="{9E1B9F31-5FDD-0E42-AD13-C15C1B9213B4}"/>
                </a:ext>
              </a:extLst>
            </p:cNvPr>
            <p:cNvSpPr/>
            <p:nvPr/>
          </p:nvSpPr>
          <p:spPr>
            <a:xfrm>
              <a:off x="8840477" y="140272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8565 h 361971"/>
                <a:gd name="connsiteX7" fmla="*/ 12780 w 362312"/>
                <a:gd name="connsiteY7" fmla="*/ 180667 h 361971"/>
                <a:gd name="connsiteX8" fmla="*/ 180836 w 362312"/>
                <a:gd name="connsiteY8" fmla="*/ 12130 h 361971"/>
                <a:gd name="connsiteX9" fmla="*/ 349529 w 362312"/>
                <a:gd name="connsiteY9" fmla="*/ 180028 h 361971"/>
                <a:gd name="connsiteX10" fmla="*/ 349529 w 362312"/>
                <a:gd name="connsiteY10" fmla="*/ 180028 h 361971"/>
                <a:gd name="connsiteX11" fmla="*/ 181474 w 362312"/>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0438"/>
                    <a:pt x="281796" y="0"/>
                    <a:pt x="181474" y="0"/>
                  </a:cubicBezTo>
                  <a:close/>
                  <a:moveTo>
                    <a:pt x="181474" y="348565"/>
                  </a:moveTo>
                  <a:cubicBezTo>
                    <a:pt x="88181" y="348565"/>
                    <a:pt x="12780" y="273234"/>
                    <a:pt x="12780" y="180667"/>
                  </a:cubicBezTo>
                  <a:cubicBezTo>
                    <a:pt x="12780" y="87461"/>
                    <a:pt x="88181" y="12130"/>
                    <a:pt x="180836" y="12130"/>
                  </a:cubicBezTo>
                  <a:cubicBezTo>
                    <a:pt x="274128" y="12130"/>
                    <a:pt x="349529" y="87461"/>
                    <a:pt x="349529" y="180028"/>
                  </a:cubicBezTo>
                  <a:cubicBezTo>
                    <a:pt x="349529" y="180028"/>
                    <a:pt x="349529" y="180028"/>
                    <a:pt x="349529" y="180028"/>
                  </a:cubicBezTo>
                  <a:cubicBezTo>
                    <a:pt x="350169" y="273234"/>
                    <a:pt x="274767" y="348565"/>
                    <a:pt x="181474" y="348565"/>
                  </a:cubicBezTo>
                  <a:close/>
                </a:path>
              </a:pathLst>
            </a:custGeom>
            <a:solidFill>
              <a:srgbClr val="00ABAB"/>
            </a:solidFill>
            <a:ln w="6390" cap="flat">
              <a:noFill/>
              <a:prstDash val="solid"/>
              <a:miter/>
            </a:ln>
          </p:spPr>
          <p:txBody>
            <a:bodyPr rtlCol="0" anchor="ctr"/>
            <a:lstStyle/>
            <a:p>
              <a:endParaRPr lang="en-US"/>
            </a:p>
          </p:txBody>
        </p:sp>
        <p:sp>
          <p:nvSpPr>
            <p:cNvPr id="468" name="Graphic 4">
              <a:extLst>
                <a:ext uri="{FF2B5EF4-FFF2-40B4-BE49-F238E27FC236}">
                  <a16:creationId xmlns:a16="http://schemas.microsoft.com/office/drawing/2014/main" id="{55B7DBF3-2772-5E45-B0CD-0BCADA8B6F60}"/>
                </a:ext>
              </a:extLst>
            </p:cNvPr>
            <p:cNvSpPr/>
            <p:nvPr/>
          </p:nvSpPr>
          <p:spPr>
            <a:xfrm>
              <a:off x="8935049" y="1496568"/>
              <a:ext cx="173805" cy="173644"/>
            </a:xfrm>
            <a:custGeom>
              <a:avLst/>
              <a:gdLst>
                <a:gd name="connsiteX0" fmla="*/ 161026 w 173805"/>
                <a:gd name="connsiteY0" fmla="*/ 0 h 173644"/>
                <a:gd name="connsiteX1" fmla="*/ 12780 w 173805"/>
                <a:gd name="connsiteY1" fmla="*/ 0 h 173644"/>
                <a:gd name="connsiteX2" fmla="*/ 0 w 173805"/>
                <a:gd name="connsiteY2" fmla="*/ 12768 h 173644"/>
                <a:gd name="connsiteX3" fmla="*/ 0 w 173805"/>
                <a:gd name="connsiteY3" fmla="*/ 160876 h 173644"/>
                <a:gd name="connsiteX4" fmla="*/ 12780 w 173805"/>
                <a:gd name="connsiteY4" fmla="*/ 173644 h 173644"/>
                <a:gd name="connsiteX5" fmla="*/ 161026 w 173805"/>
                <a:gd name="connsiteY5" fmla="*/ 173644 h 173644"/>
                <a:gd name="connsiteX6" fmla="*/ 173806 w 173805"/>
                <a:gd name="connsiteY6" fmla="*/ 160876 h 173644"/>
                <a:gd name="connsiteX7" fmla="*/ 173806 w 173805"/>
                <a:gd name="connsiteY7" fmla="*/ 12768 h 173644"/>
                <a:gd name="connsiteX8" fmla="*/ 161026 w 173805"/>
                <a:gd name="connsiteY8" fmla="*/ 0 h 173644"/>
                <a:gd name="connsiteX9" fmla="*/ 161026 w 173805"/>
                <a:gd name="connsiteY9" fmla="*/ 160876 h 173644"/>
                <a:gd name="connsiteX10" fmla="*/ 12780 w 173805"/>
                <a:gd name="connsiteY10" fmla="*/ 160876 h 173644"/>
                <a:gd name="connsiteX11" fmla="*/ 12780 w 173805"/>
                <a:gd name="connsiteY11" fmla="*/ 12768 h 173644"/>
                <a:gd name="connsiteX12" fmla="*/ 161026 w 173805"/>
                <a:gd name="connsiteY12" fmla="*/ 12768 h 173644"/>
                <a:gd name="connsiteX13" fmla="*/ 161026 w 173805"/>
                <a:gd name="connsiteY13" fmla="*/ 160876 h 173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3805" h="173644">
                  <a:moveTo>
                    <a:pt x="161026" y="0"/>
                  </a:moveTo>
                  <a:lnTo>
                    <a:pt x="12780" y="0"/>
                  </a:lnTo>
                  <a:cubicBezTo>
                    <a:pt x="5750" y="0"/>
                    <a:pt x="0" y="5746"/>
                    <a:pt x="0" y="12768"/>
                  </a:cubicBezTo>
                  <a:lnTo>
                    <a:pt x="0" y="160876"/>
                  </a:lnTo>
                  <a:cubicBezTo>
                    <a:pt x="0" y="167899"/>
                    <a:pt x="5750" y="173644"/>
                    <a:pt x="12780" y="173644"/>
                  </a:cubicBezTo>
                  <a:lnTo>
                    <a:pt x="161026" y="173644"/>
                  </a:lnTo>
                  <a:cubicBezTo>
                    <a:pt x="168055" y="173644"/>
                    <a:pt x="173806" y="167899"/>
                    <a:pt x="173806" y="160876"/>
                  </a:cubicBezTo>
                  <a:lnTo>
                    <a:pt x="173806" y="12768"/>
                  </a:lnTo>
                  <a:cubicBezTo>
                    <a:pt x="173806" y="5746"/>
                    <a:pt x="168055" y="0"/>
                    <a:pt x="161026" y="0"/>
                  </a:cubicBezTo>
                  <a:close/>
                  <a:moveTo>
                    <a:pt x="161026" y="160876"/>
                  </a:moveTo>
                  <a:lnTo>
                    <a:pt x="12780" y="160876"/>
                  </a:lnTo>
                  <a:lnTo>
                    <a:pt x="12780" y="12768"/>
                  </a:lnTo>
                  <a:lnTo>
                    <a:pt x="161026" y="12768"/>
                  </a:lnTo>
                  <a:lnTo>
                    <a:pt x="161026" y="160876"/>
                  </a:lnTo>
                  <a:close/>
                </a:path>
              </a:pathLst>
            </a:custGeom>
            <a:solidFill>
              <a:srgbClr val="00ABAB"/>
            </a:solidFill>
            <a:ln w="6390" cap="flat">
              <a:noFill/>
              <a:prstDash val="solid"/>
              <a:miter/>
            </a:ln>
          </p:spPr>
          <p:txBody>
            <a:bodyPr rtlCol="0" anchor="ctr"/>
            <a:lstStyle/>
            <a:p>
              <a:endParaRPr lang="en-US"/>
            </a:p>
          </p:txBody>
        </p:sp>
        <p:sp>
          <p:nvSpPr>
            <p:cNvPr id="469" name="Graphic 4">
              <a:extLst>
                <a:ext uri="{FF2B5EF4-FFF2-40B4-BE49-F238E27FC236}">
                  <a16:creationId xmlns:a16="http://schemas.microsoft.com/office/drawing/2014/main" id="{8F99F3A3-C2BD-0845-AFF0-804DAAFD38AB}"/>
                </a:ext>
              </a:extLst>
            </p:cNvPr>
            <p:cNvSpPr/>
            <p:nvPr/>
          </p:nvSpPr>
          <p:spPr>
            <a:xfrm>
              <a:off x="8961886" y="1523380"/>
              <a:ext cx="120131" cy="120018"/>
            </a:xfrm>
            <a:custGeom>
              <a:avLst/>
              <a:gdLst>
                <a:gd name="connsiteX0" fmla="*/ 60066 w 120131"/>
                <a:gd name="connsiteY0" fmla="*/ 120019 h 120018"/>
                <a:gd name="connsiteX1" fmla="*/ 120131 w 120131"/>
                <a:gd name="connsiteY1" fmla="*/ 60009 h 120018"/>
                <a:gd name="connsiteX2" fmla="*/ 60066 w 120131"/>
                <a:gd name="connsiteY2" fmla="*/ 0 h 120018"/>
                <a:gd name="connsiteX3" fmla="*/ 0 w 120131"/>
                <a:gd name="connsiteY3" fmla="*/ 60009 h 120018"/>
                <a:gd name="connsiteX4" fmla="*/ 60066 w 120131"/>
                <a:gd name="connsiteY4" fmla="*/ 120019 h 120018"/>
                <a:gd name="connsiteX5" fmla="*/ 60066 w 120131"/>
                <a:gd name="connsiteY5" fmla="*/ 12768 h 120018"/>
                <a:gd name="connsiteX6" fmla="*/ 107351 w 120131"/>
                <a:gd name="connsiteY6" fmla="*/ 60009 h 120018"/>
                <a:gd name="connsiteX7" fmla="*/ 60066 w 120131"/>
                <a:gd name="connsiteY7" fmla="*/ 107251 h 120018"/>
                <a:gd name="connsiteX8" fmla="*/ 12780 w 120131"/>
                <a:gd name="connsiteY8" fmla="*/ 60009 h 120018"/>
                <a:gd name="connsiteX9" fmla="*/ 60066 w 120131"/>
                <a:gd name="connsiteY9" fmla="*/ 12768 h 12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0131" h="120018">
                  <a:moveTo>
                    <a:pt x="60066" y="120019"/>
                  </a:moveTo>
                  <a:cubicBezTo>
                    <a:pt x="93293" y="120019"/>
                    <a:pt x="120131" y="93206"/>
                    <a:pt x="120131" y="60009"/>
                  </a:cubicBezTo>
                  <a:cubicBezTo>
                    <a:pt x="120131" y="26813"/>
                    <a:pt x="93293" y="0"/>
                    <a:pt x="60066" y="0"/>
                  </a:cubicBezTo>
                  <a:cubicBezTo>
                    <a:pt x="26837" y="0"/>
                    <a:pt x="0" y="26813"/>
                    <a:pt x="0" y="60009"/>
                  </a:cubicBezTo>
                  <a:cubicBezTo>
                    <a:pt x="639" y="93206"/>
                    <a:pt x="27477" y="120019"/>
                    <a:pt x="60066" y="120019"/>
                  </a:cubicBezTo>
                  <a:close/>
                  <a:moveTo>
                    <a:pt x="60066" y="12768"/>
                  </a:moveTo>
                  <a:cubicBezTo>
                    <a:pt x="86264" y="12768"/>
                    <a:pt x="107351" y="33835"/>
                    <a:pt x="107351" y="60009"/>
                  </a:cubicBezTo>
                  <a:cubicBezTo>
                    <a:pt x="107351" y="86184"/>
                    <a:pt x="86264" y="107251"/>
                    <a:pt x="60066" y="107251"/>
                  </a:cubicBezTo>
                  <a:cubicBezTo>
                    <a:pt x="33867" y="107251"/>
                    <a:pt x="12780" y="86184"/>
                    <a:pt x="12780" y="60009"/>
                  </a:cubicBezTo>
                  <a:cubicBezTo>
                    <a:pt x="13419" y="33835"/>
                    <a:pt x="34506" y="12768"/>
                    <a:pt x="60066" y="12768"/>
                  </a:cubicBezTo>
                  <a:close/>
                </a:path>
              </a:pathLst>
            </a:custGeom>
            <a:solidFill>
              <a:srgbClr val="00ABAB"/>
            </a:solidFill>
            <a:ln w="6390" cap="flat">
              <a:noFill/>
              <a:prstDash val="solid"/>
              <a:miter/>
            </a:ln>
          </p:spPr>
          <p:txBody>
            <a:bodyPr rtlCol="0" anchor="ctr"/>
            <a:lstStyle/>
            <a:p>
              <a:endParaRPr lang="en-US"/>
            </a:p>
          </p:txBody>
        </p:sp>
        <p:sp>
          <p:nvSpPr>
            <p:cNvPr id="470" name="Graphic 4">
              <a:extLst>
                <a:ext uri="{FF2B5EF4-FFF2-40B4-BE49-F238E27FC236}">
                  <a16:creationId xmlns:a16="http://schemas.microsoft.com/office/drawing/2014/main" id="{0B0AF1B7-B234-A748-842E-4BF89D7C5659}"/>
                </a:ext>
              </a:extLst>
            </p:cNvPr>
            <p:cNvSpPr/>
            <p:nvPr/>
          </p:nvSpPr>
          <p:spPr>
            <a:xfrm>
              <a:off x="9015562" y="1550193"/>
              <a:ext cx="12779" cy="26174"/>
            </a:xfrm>
            <a:custGeom>
              <a:avLst/>
              <a:gdLst>
                <a:gd name="connsiteX0" fmla="*/ 6390 w 12779"/>
                <a:gd name="connsiteY0" fmla="*/ 26174 h 26174"/>
                <a:gd name="connsiteX1" fmla="*/ 12780 w 12779"/>
                <a:gd name="connsiteY1" fmla="*/ 19790 h 26174"/>
                <a:gd name="connsiteX2" fmla="*/ 12780 w 12779"/>
                <a:gd name="connsiteY2" fmla="*/ 6384 h 26174"/>
                <a:gd name="connsiteX3" fmla="*/ 6390 w 12779"/>
                <a:gd name="connsiteY3" fmla="*/ 0 h 26174"/>
                <a:gd name="connsiteX4" fmla="*/ 0 w 12779"/>
                <a:gd name="connsiteY4" fmla="*/ 6384 h 26174"/>
                <a:gd name="connsiteX5" fmla="*/ 0 w 12779"/>
                <a:gd name="connsiteY5" fmla="*/ 19790 h 26174"/>
                <a:gd name="connsiteX6" fmla="*/ 6390 w 12779"/>
                <a:gd name="connsiteY6" fmla="*/ 26174 h 2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6174">
                  <a:moveTo>
                    <a:pt x="6390" y="26174"/>
                  </a:moveTo>
                  <a:cubicBezTo>
                    <a:pt x="10224" y="26174"/>
                    <a:pt x="12780" y="23621"/>
                    <a:pt x="12780" y="19790"/>
                  </a:cubicBezTo>
                  <a:lnTo>
                    <a:pt x="12780" y="6384"/>
                  </a:lnTo>
                  <a:cubicBezTo>
                    <a:pt x="12780" y="2554"/>
                    <a:pt x="10224" y="0"/>
                    <a:pt x="6390" y="0"/>
                  </a:cubicBezTo>
                  <a:cubicBezTo>
                    <a:pt x="2556" y="0"/>
                    <a:pt x="0" y="2554"/>
                    <a:pt x="0" y="6384"/>
                  </a:cubicBezTo>
                  <a:lnTo>
                    <a:pt x="0" y="19790"/>
                  </a:lnTo>
                  <a:cubicBezTo>
                    <a:pt x="0" y="22982"/>
                    <a:pt x="3195" y="26174"/>
                    <a:pt x="6390" y="26174"/>
                  </a:cubicBezTo>
                  <a:close/>
                </a:path>
              </a:pathLst>
            </a:custGeom>
            <a:solidFill>
              <a:srgbClr val="00ABAB"/>
            </a:solidFill>
            <a:ln w="6390" cap="flat">
              <a:noFill/>
              <a:prstDash val="solid"/>
              <a:miter/>
            </a:ln>
          </p:spPr>
          <p:txBody>
            <a:bodyPr rtlCol="0" anchor="ctr"/>
            <a:lstStyle/>
            <a:p>
              <a:endParaRPr lang="en-US"/>
            </a:p>
          </p:txBody>
        </p:sp>
        <p:sp>
          <p:nvSpPr>
            <p:cNvPr id="471" name="Graphic 4">
              <a:extLst>
                <a:ext uri="{FF2B5EF4-FFF2-40B4-BE49-F238E27FC236}">
                  <a16:creationId xmlns:a16="http://schemas.microsoft.com/office/drawing/2014/main" id="{7A6B357F-ADDC-F14F-8E10-096AEFE15E6C}"/>
                </a:ext>
              </a:extLst>
            </p:cNvPr>
            <p:cNvSpPr/>
            <p:nvPr/>
          </p:nvSpPr>
          <p:spPr>
            <a:xfrm>
              <a:off x="8988724" y="1590412"/>
              <a:ext cx="26199" cy="12767"/>
            </a:xfrm>
            <a:custGeom>
              <a:avLst/>
              <a:gdLst>
                <a:gd name="connsiteX0" fmla="*/ 6390 w 26199"/>
                <a:gd name="connsiteY0" fmla="*/ 12768 h 12767"/>
                <a:gd name="connsiteX1" fmla="*/ 19809 w 26199"/>
                <a:gd name="connsiteY1" fmla="*/ 12768 h 12767"/>
                <a:gd name="connsiteX2" fmla="*/ 26199 w 26199"/>
                <a:gd name="connsiteY2" fmla="*/ 6384 h 12767"/>
                <a:gd name="connsiteX3" fmla="*/ 19809 w 26199"/>
                <a:gd name="connsiteY3" fmla="*/ 0 h 12767"/>
                <a:gd name="connsiteX4" fmla="*/ 6390 w 26199"/>
                <a:gd name="connsiteY4" fmla="*/ 0 h 12767"/>
                <a:gd name="connsiteX5" fmla="*/ 0 w 26199"/>
                <a:gd name="connsiteY5" fmla="*/ 6384 h 12767"/>
                <a:gd name="connsiteX6" fmla="*/ 6390 w 26199"/>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99" h="12767">
                  <a:moveTo>
                    <a:pt x="6390" y="12768"/>
                  </a:moveTo>
                  <a:lnTo>
                    <a:pt x="19809" y="12768"/>
                  </a:lnTo>
                  <a:cubicBezTo>
                    <a:pt x="23643" y="12768"/>
                    <a:pt x="26199" y="10214"/>
                    <a:pt x="26199" y="6384"/>
                  </a:cubicBezTo>
                  <a:cubicBezTo>
                    <a:pt x="26199" y="2554"/>
                    <a:pt x="23643" y="0"/>
                    <a:pt x="19809" y="0"/>
                  </a:cubicBezTo>
                  <a:lnTo>
                    <a:pt x="6390" y="0"/>
                  </a:lnTo>
                  <a:cubicBezTo>
                    <a:pt x="2556" y="0"/>
                    <a:pt x="0" y="2554"/>
                    <a:pt x="0" y="6384"/>
                  </a:cubicBezTo>
                  <a:cubicBezTo>
                    <a:pt x="0" y="10214"/>
                    <a:pt x="3195" y="12768"/>
                    <a:pt x="6390" y="12768"/>
                  </a:cubicBezTo>
                  <a:close/>
                </a:path>
              </a:pathLst>
            </a:custGeom>
            <a:solidFill>
              <a:srgbClr val="00ABAB"/>
            </a:solidFill>
            <a:ln w="6390" cap="flat">
              <a:noFill/>
              <a:prstDash val="solid"/>
              <a:miter/>
            </a:ln>
          </p:spPr>
          <p:txBody>
            <a:bodyPr rtlCol="0" anchor="ctr"/>
            <a:lstStyle/>
            <a:p>
              <a:endParaRPr lang="en-US"/>
            </a:p>
          </p:txBody>
        </p:sp>
        <p:sp>
          <p:nvSpPr>
            <p:cNvPr id="472" name="Graphic 4">
              <a:extLst>
                <a:ext uri="{FF2B5EF4-FFF2-40B4-BE49-F238E27FC236}">
                  <a16:creationId xmlns:a16="http://schemas.microsoft.com/office/drawing/2014/main" id="{C800AFB2-2F5E-E34E-8B78-5E0E28BAF65F}"/>
                </a:ext>
              </a:extLst>
            </p:cNvPr>
            <p:cNvSpPr/>
            <p:nvPr/>
          </p:nvSpPr>
          <p:spPr>
            <a:xfrm>
              <a:off x="9028981" y="1590412"/>
              <a:ext cx="26198" cy="12767"/>
            </a:xfrm>
            <a:custGeom>
              <a:avLst/>
              <a:gdLst>
                <a:gd name="connsiteX0" fmla="*/ 6390 w 26198"/>
                <a:gd name="connsiteY0" fmla="*/ 12768 h 12767"/>
                <a:gd name="connsiteX1" fmla="*/ 19809 w 26198"/>
                <a:gd name="connsiteY1" fmla="*/ 12768 h 12767"/>
                <a:gd name="connsiteX2" fmla="*/ 26199 w 26198"/>
                <a:gd name="connsiteY2" fmla="*/ 6384 h 12767"/>
                <a:gd name="connsiteX3" fmla="*/ 19809 w 26198"/>
                <a:gd name="connsiteY3" fmla="*/ 0 h 12767"/>
                <a:gd name="connsiteX4" fmla="*/ 6390 w 26198"/>
                <a:gd name="connsiteY4" fmla="*/ 0 h 12767"/>
                <a:gd name="connsiteX5" fmla="*/ 0 w 26198"/>
                <a:gd name="connsiteY5" fmla="*/ 6384 h 12767"/>
                <a:gd name="connsiteX6" fmla="*/ 6390 w 26198"/>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98" h="12767">
                  <a:moveTo>
                    <a:pt x="6390" y="12768"/>
                  </a:moveTo>
                  <a:lnTo>
                    <a:pt x="19809" y="12768"/>
                  </a:lnTo>
                  <a:cubicBezTo>
                    <a:pt x="23642" y="12768"/>
                    <a:pt x="26199" y="10214"/>
                    <a:pt x="26199" y="6384"/>
                  </a:cubicBezTo>
                  <a:cubicBezTo>
                    <a:pt x="26199" y="2554"/>
                    <a:pt x="23642" y="0"/>
                    <a:pt x="19809" y="0"/>
                  </a:cubicBezTo>
                  <a:lnTo>
                    <a:pt x="6390" y="0"/>
                  </a:lnTo>
                  <a:cubicBezTo>
                    <a:pt x="2556" y="0"/>
                    <a:pt x="0" y="2554"/>
                    <a:pt x="0" y="6384"/>
                  </a:cubicBezTo>
                  <a:cubicBezTo>
                    <a:pt x="0" y="10214"/>
                    <a:pt x="2556" y="12768"/>
                    <a:pt x="6390" y="12768"/>
                  </a:cubicBezTo>
                  <a:close/>
                </a:path>
              </a:pathLst>
            </a:custGeom>
            <a:solidFill>
              <a:srgbClr val="00ABAB"/>
            </a:solidFill>
            <a:ln w="6390" cap="flat">
              <a:noFill/>
              <a:prstDash val="solid"/>
              <a:miter/>
            </a:ln>
          </p:spPr>
          <p:txBody>
            <a:bodyPr rtlCol="0" anchor="ctr"/>
            <a:lstStyle/>
            <a:p>
              <a:endParaRPr lang="en-US"/>
            </a:p>
          </p:txBody>
        </p:sp>
      </p:grpSp>
      <p:grpSp>
        <p:nvGrpSpPr>
          <p:cNvPr id="473" name="Graphic 4">
            <a:extLst>
              <a:ext uri="{FF2B5EF4-FFF2-40B4-BE49-F238E27FC236}">
                <a16:creationId xmlns:a16="http://schemas.microsoft.com/office/drawing/2014/main" id="{67CE798C-8E62-4F45-8260-1C867BC39258}"/>
              </a:ext>
            </a:extLst>
          </p:cNvPr>
          <p:cNvGrpSpPr>
            <a:grpSpLocks noChangeAspect="1"/>
          </p:cNvGrpSpPr>
          <p:nvPr/>
        </p:nvGrpSpPr>
        <p:grpSpPr>
          <a:xfrm>
            <a:off x="8840477" y="2371173"/>
            <a:ext cx="362312" cy="361971"/>
            <a:chOff x="8840477" y="2371173"/>
            <a:chExt cx="362312" cy="361971"/>
          </a:xfrm>
          <a:solidFill>
            <a:srgbClr val="00ABAB"/>
          </a:solidFill>
        </p:grpSpPr>
        <p:sp>
          <p:nvSpPr>
            <p:cNvPr id="474" name="Graphic 4">
              <a:extLst>
                <a:ext uri="{FF2B5EF4-FFF2-40B4-BE49-F238E27FC236}">
                  <a16:creationId xmlns:a16="http://schemas.microsoft.com/office/drawing/2014/main" id="{4B50AE12-4DDF-E04D-936B-BFE690754BA4}"/>
                </a:ext>
              </a:extLst>
            </p:cNvPr>
            <p:cNvSpPr/>
            <p:nvPr/>
          </p:nvSpPr>
          <p:spPr>
            <a:xfrm>
              <a:off x="8840477" y="237117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475" name="Graphic 4">
              <a:extLst>
                <a:ext uri="{FF2B5EF4-FFF2-40B4-BE49-F238E27FC236}">
                  <a16:creationId xmlns:a16="http://schemas.microsoft.com/office/drawing/2014/main" id="{6750AD0D-DDCF-DA44-9023-DC524A1BD9D9}"/>
                </a:ext>
              </a:extLst>
            </p:cNvPr>
            <p:cNvSpPr/>
            <p:nvPr/>
          </p:nvSpPr>
          <p:spPr>
            <a:xfrm>
              <a:off x="8935049" y="2465018"/>
              <a:ext cx="173805" cy="173644"/>
            </a:xfrm>
            <a:custGeom>
              <a:avLst/>
              <a:gdLst>
                <a:gd name="connsiteX0" fmla="*/ 161026 w 173805"/>
                <a:gd name="connsiteY0" fmla="*/ 0 h 173644"/>
                <a:gd name="connsiteX1" fmla="*/ 12780 w 173805"/>
                <a:gd name="connsiteY1" fmla="*/ 0 h 173644"/>
                <a:gd name="connsiteX2" fmla="*/ 0 w 173805"/>
                <a:gd name="connsiteY2" fmla="*/ 12768 h 173644"/>
                <a:gd name="connsiteX3" fmla="*/ 0 w 173805"/>
                <a:gd name="connsiteY3" fmla="*/ 160876 h 173644"/>
                <a:gd name="connsiteX4" fmla="*/ 12780 w 173805"/>
                <a:gd name="connsiteY4" fmla="*/ 173644 h 173644"/>
                <a:gd name="connsiteX5" fmla="*/ 161026 w 173805"/>
                <a:gd name="connsiteY5" fmla="*/ 173644 h 173644"/>
                <a:gd name="connsiteX6" fmla="*/ 173806 w 173805"/>
                <a:gd name="connsiteY6" fmla="*/ 160876 h 173644"/>
                <a:gd name="connsiteX7" fmla="*/ 173806 w 173805"/>
                <a:gd name="connsiteY7" fmla="*/ 12768 h 173644"/>
                <a:gd name="connsiteX8" fmla="*/ 161026 w 173805"/>
                <a:gd name="connsiteY8" fmla="*/ 0 h 173644"/>
                <a:gd name="connsiteX9" fmla="*/ 161026 w 173805"/>
                <a:gd name="connsiteY9" fmla="*/ 160876 h 173644"/>
                <a:gd name="connsiteX10" fmla="*/ 12780 w 173805"/>
                <a:gd name="connsiteY10" fmla="*/ 160876 h 173644"/>
                <a:gd name="connsiteX11" fmla="*/ 12780 w 173805"/>
                <a:gd name="connsiteY11" fmla="*/ 12768 h 173644"/>
                <a:gd name="connsiteX12" fmla="*/ 161026 w 173805"/>
                <a:gd name="connsiteY12" fmla="*/ 12768 h 173644"/>
                <a:gd name="connsiteX13" fmla="*/ 161026 w 173805"/>
                <a:gd name="connsiteY13" fmla="*/ 160876 h 173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3805" h="173644">
                  <a:moveTo>
                    <a:pt x="161026" y="0"/>
                  </a:moveTo>
                  <a:lnTo>
                    <a:pt x="12780" y="0"/>
                  </a:lnTo>
                  <a:cubicBezTo>
                    <a:pt x="5750" y="0"/>
                    <a:pt x="0" y="5746"/>
                    <a:pt x="0" y="12768"/>
                  </a:cubicBezTo>
                  <a:lnTo>
                    <a:pt x="0" y="160876"/>
                  </a:lnTo>
                  <a:cubicBezTo>
                    <a:pt x="0" y="167899"/>
                    <a:pt x="5750" y="173644"/>
                    <a:pt x="12780" y="173644"/>
                  </a:cubicBezTo>
                  <a:lnTo>
                    <a:pt x="161026" y="173644"/>
                  </a:lnTo>
                  <a:cubicBezTo>
                    <a:pt x="168055" y="173644"/>
                    <a:pt x="173806" y="167899"/>
                    <a:pt x="173806" y="160876"/>
                  </a:cubicBezTo>
                  <a:lnTo>
                    <a:pt x="173806" y="12768"/>
                  </a:lnTo>
                  <a:cubicBezTo>
                    <a:pt x="173806" y="5746"/>
                    <a:pt x="168055" y="0"/>
                    <a:pt x="161026" y="0"/>
                  </a:cubicBezTo>
                  <a:close/>
                  <a:moveTo>
                    <a:pt x="161026" y="160876"/>
                  </a:moveTo>
                  <a:lnTo>
                    <a:pt x="12780" y="160876"/>
                  </a:lnTo>
                  <a:lnTo>
                    <a:pt x="12780" y="12768"/>
                  </a:lnTo>
                  <a:lnTo>
                    <a:pt x="161026" y="12768"/>
                  </a:lnTo>
                  <a:lnTo>
                    <a:pt x="161026" y="160876"/>
                  </a:lnTo>
                  <a:close/>
                </a:path>
              </a:pathLst>
            </a:custGeom>
            <a:solidFill>
              <a:srgbClr val="00ABAB"/>
            </a:solidFill>
            <a:ln w="6390" cap="flat">
              <a:noFill/>
              <a:prstDash val="solid"/>
              <a:miter/>
            </a:ln>
          </p:spPr>
          <p:txBody>
            <a:bodyPr rtlCol="0" anchor="ctr"/>
            <a:lstStyle/>
            <a:p>
              <a:endParaRPr lang="en-US"/>
            </a:p>
          </p:txBody>
        </p:sp>
        <p:sp>
          <p:nvSpPr>
            <p:cNvPr id="476" name="Graphic 4">
              <a:extLst>
                <a:ext uri="{FF2B5EF4-FFF2-40B4-BE49-F238E27FC236}">
                  <a16:creationId xmlns:a16="http://schemas.microsoft.com/office/drawing/2014/main" id="{8A1B1A15-82AB-E041-AB24-CB908D0CA180}"/>
                </a:ext>
              </a:extLst>
            </p:cNvPr>
            <p:cNvSpPr/>
            <p:nvPr/>
          </p:nvSpPr>
          <p:spPr>
            <a:xfrm>
              <a:off x="8961886" y="2491830"/>
              <a:ext cx="120131" cy="120018"/>
            </a:xfrm>
            <a:custGeom>
              <a:avLst/>
              <a:gdLst>
                <a:gd name="connsiteX0" fmla="*/ 60066 w 120131"/>
                <a:gd name="connsiteY0" fmla="*/ 120019 h 120018"/>
                <a:gd name="connsiteX1" fmla="*/ 120131 w 120131"/>
                <a:gd name="connsiteY1" fmla="*/ 60009 h 120018"/>
                <a:gd name="connsiteX2" fmla="*/ 60066 w 120131"/>
                <a:gd name="connsiteY2" fmla="*/ 0 h 120018"/>
                <a:gd name="connsiteX3" fmla="*/ 0 w 120131"/>
                <a:gd name="connsiteY3" fmla="*/ 60009 h 120018"/>
                <a:gd name="connsiteX4" fmla="*/ 60066 w 120131"/>
                <a:gd name="connsiteY4" fmla="*/ 120019 h 120018"/>
                <a:gd name="connsiteX5" fmla="*/ 60066 w 120131"/>
                <a:gd name="connsiteY5" fmla="*/ 13406 h 120018"/>
                <a:gd name="connsiteX6" fmla="*/ 107351 w 120131"/>
                <a:gd name="connsiteY6" fmla="*/ 60648 h 120018"/>
                <a:gd name="connsiteX7" fmla="*/ 60066 w 120131"/>
                <a:gd name="connsiteY7" fmla="*/ 107889 h 120018"/>
                <a:gd name="connsiteX8" fmla="*/ 12780 w 120131"/>
                <a:gd name="connsiteY8" fmla="*/ 60648 h 120018"/>
                <a:gd name="connsiteX9" fmla="*/ 60066 w 120131"/>
                <a:gd name="connsiteY9" fmla="*/ 13406 h 12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0131" h="120018">
                  <a:moveTo>
                    <a:pt x="60066" y="120019"/>
                  </a:moveTo>
                  <a:cubicBezTo>
                    <a:pt x="93293" y="120019"/>
                    <a:pt x="120131" y="93206"/>
                    <a:pt x="120131" y="60009"/>
                  </a:cubicBezTo>
                  <a:cubicBezTo>
                    <a:pt x="120131" y="26813"/>
                    <a:pt x="93293" y="0"/>
                    <a:pt x="60066" y="0"/>
                  </a:cubicBezTo>
                  <a:cubicBezTo>
                    <a:pt x="26837" y="0"/>
                    <a:pt x="0" y="26813"/>
                    <a:pt x="0" y="60009"/>
                  </a:cubicBezTo>
                  <a:cubicBezTo>
                    <a:pt x="639" y="93206"/>
                    <a:pt x="27477" y="120019"/>
                    <a:pt x="60066" y="120019"/>
                  </a:cubicBezTo>
                  <a:close/>
                  <a:moveTo>
                    <a:pt x="60066" y="13406"/>
                  </a:moveTo>
                  <a:cubicBezTo>
                    <a:pt x="86264" y="13406"/>
                    <a:pt x="107351" y="34473"/>
                    <a:pt x="107351" y="60648"/>
                  </a:cubicBezTo>
                  <a:cubicBezTo>
                    <a:pt x="107351" y="86822"/>
                    <a:pt x="86264" y="107889"/>
                    <a:pt x="60066" y="107889"/>
                  </a:cubicBezTo>
                  <a:cubicBezTo>
                    <a:pt x="33867" y="107889"/>
                    <a:pt x="12780" y="86822"/>
                    <a:pt x="12780" y="60648"/>
                  </a:cubicBezTo>
                  <a:cubicBezTo>
                    <a:pt x="13419" y="34473"/>
                    <a:pt x="34506" y="13406"/>
                    <a:pt x="60066" y="13406"/>
                  </a:cubicBezTo>
                  <a:close/>
                </a:path>
              </a:pathLst>
            </a:custGeom>
            <a:solidFill>
              <a:srgbClr val="00ABAB"/>
            </a:solidFill>
            <a:ln w="6390" cap="flat">
              <a:noFill/>
              <a:prstDash val="solid"/>
              <a:miter/>
            </a:ln>
          </p:spPr>
          <p:txBody>
            <a:bodyPr rtlCol="0" anchor="ctr"/>
            <a:lstStyle/>
            <a:p>
              <a:endParaRPr lang="en-US"/>
            </a:p>
          </p:txBody>
        </p:sp>
        <p:sp>
          <p:nvSpPr>
            <p:cNvPr id="477" name="Graphic 4">
              <a:extLst>
                <a:ext uri="{FF2B5EF4-FFF2-40B4-BE49-F238E27FC236}">
                  <a16:creationId xmlns:a16="http://schemas.microsoft.com/office/drawing/2014/main" id="{D64C7678-3818-8F4B-B561-750C2F919A66}"/>
                </a:ext>
              </a:extLst>
            </p:cNvPr>
            <p:cNvSpPr/>
            <p:nvPr/>
          </p:nvSpPr>
          <p:spPr>
            <a:xfrm>
              <a:off x="8991280" y="2540987"/>
              <a:ext cx="21725" cy="21705"/>
            </a:xfrm>
            <a:custGeom>
              <a:avLst/>
              <a:gdLst>
                <a:gd name="connsiteX0" fmla="*/ 10863 w 21725"/>
                <a:gd name="connsiteY0" fmla="*/ 21706 h 21705"/>
                <a:gd name="connsiteX1" fmla="*/ 21726 w 21725"/>
                <a:gd name="connsiteY1" fmla="*/ 10853 h 21705"/>
                <a:gd name="connsiteX2" fmla="*/ 10863 w 21725"/>
                <a:gd name="connsiteY2" fmla="*/ 0 h 21705"/>
                <a:gd name="connsiteX3" fmla="*/ 0 w 21725"/>
                <a:gd name="connsiteY3" fmla="*/ 10853 h 21705"/>
                <a:gd name="connsiteX4" fmla="*/ 0 w 21725"/>
                <a:gd name="connsiteY4" fmla="*/ 10853 h 21705"/>
                <a:gd name="connsiteX5" fmla="*/ 10863 w 21725"/>
                <a:gd name="connsiteY5" fmla="*/ 21706 h 2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5" h="21705">
                  <a:moveTo>
                    <a:pt x="10863" y="21706"/>
                  </a:moveTo>
                  <a:cubicBezTo>
                    <a:pt x="16614" y="21706"/>
                    <a:pt x="21726" y="16598"/>
                    <a:pt x="21726" y="10853"/>
                  </a:cubicBezTo>
                  <a:cubicBezTo>
                    <a:pt x="21726" y="5107"/>
                    <a:pt x="16614" y="0"/>
                    <a:pt x="10863" y="0"/>
                  </a:cubicBezTo>
                  <a:cubicBezTo>
                    <a:pt x="5112" y="0"/>
                    <a:pt x="0" y="5107"/>
                    <a:pt x="0" y="10853"/>
                  </a:cubicBezTo>
                  <a:cubicBezTo>
                    <a:pt x="0" y="10853"/>
                    <a:pt x="0" y="10853"/>
                    <a:pt x="0" y="10853"/>
                  </a:cubicBezTo>
                  <a:cubicBezTo>
                    <a:pt x="639" y="17237"/>
                    <a:pt x="5112" y="21706"/>
                    <a:pt x="10863" y="21706"/>
                  </a:cubicBezTo>
                  <a:close/>
                </a:path>
              </a:pathLst>
            </a:custGeom>
            <a:solidFill>
              <a:srgbClr val="00ABAB"/>
            </a:solidFill>
            <a:ln w="6390" cap="flat">
              <a:noFill/>
              <a:prstDash val="solid"/>
              <a:miter/>
            </a:ln>
          </p:spPr>
          <p:txBody>
            <a:bodyPr rtlCol="0" anchor="ctr"/>
            <a:lstStyle/>
            <a:p>
              <a:endParaRPr lang="en-US"/>
            </a:p>
          </p:txBody>
        </p:sp>
        <p:sp>
          <p:nvSpPr>
            <p:cNvPr id="478" name="Graphic 4">
              <a:extLst>
                <a:ext uri="{FF2B5EF4-FFF2-40B4-BE49-F238E27FC236}">
                  <a16:creationId xmlns:a16="http://schemas.microsoft.com/office/drawing/2014/main" id="{CE0E0EAC-402C-4C4E-9140-888DA45389BC}"/>
                </a:ext>
              </a:extLst>
            </p:cNvPr>
            <p:cNvSpPr/>
            <p:nvPr/>
          </p:nvSpPr>
          <p:spPr>
            <a:xfrm>
              <a:off x="9031537" y="2540987"/>
              <a:ext cx="21725" cy="21705"/>
            </a:xfrm>
            <a:custGeom>
              <a:avLst/>
              <a:gdLst>
                <a:gd name="connsiteX0" fmla="*/ 10863 w 21725"/>
                <a:gd name="connsiteY0" fmla="*/ 21706 h 21705"/>
                <a:gd name="connsiteX1" fmla="*/ 21726 w 21725"/>
                <a:gd name="connsiteY1" fmla="*/ 10853 h 21705"/>
                <a:gd name="connsiteX2" fmla="*/ 10863 w 21725"/>
                <a:gd name="connsiteY2" fmla="*/ 0 h 21705"/>
                <a:gd name="connsiteX3" fmla="*/ 0 w 21725"/>
                <a:gd name="connsiteY3" fmla="*/ 10853 h 21705"/>
                <a:gd name="connsiteX4" fmla="*/ 0 w 21725"/>
                <a:gd name="connsiteY4" fmla="*/ 10853 h 21705"/>
                <a:gd name="connsiteX5" fmla="*/ 10863 w 21725"/>
                <a:gd name="connsiteY5" fmla="*/ 21706 h 2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5" h="21705">
                  <a:moveTo>
                    <a:pt x="10863" y="21706"/>
                  </a:moveTo>
                  <a:cubicBezTo>
                    <a:pt x="16614" y="21706"/>
                    <a:pt x="21726" y="16598"/>
                    <a:pt x="21726" y="10853"/>
                  </a:cubicBezTo>
                  <a:cubicBezTo>
                    <a:pt x="21726" y="5107"/>
                    <a:pt x="16614" y="0"/>
                    <a:pt x="10863" y="0"/>
                  </a:cubicBezTo>
                  <a:cubicBezTo>
                    <a:pt x="5111" y="0"/>
                    <a:pt x="0" y="5107"/>
                    <a:pt x="0" y="10853"/>
                  </a:cubicBezTo>
                  <a:cubicBezTo>
                    <a:pt x="0" y="10853"/>
                    <a:pt x="0" y="10853"/>
                    <a:pt x="0" y="10853"/>
                  </a:cubicBezTo>
                  <a:cubicBezTo>
                    <a:pt x="0" y="17237"/>
                    <a:pt x="5111" y="21706"/>
                    <a:pt x="10863" y="21706"/>
                  </a:cubicBezTo>
                  <a:close/>
                </a:path>
              </a:pathLst>
            </a:custGeom>
            <a:solidFill>
              <a:srgbClr val="00ABAB"/>
            </a:solidFill>
            <a:ln w="6390" cap="flat">
              <a:noFill/>
              <a:prstDash val="solid"/>
              <a:miter/>
            </a:ln>
          </p:spPr>
          <p:txBody>
            <a:bodyPr rtlCol="0" anchor="ctr"/>
            <a:lstStyle/>
            <a:p>
              <a:endParaRPr lang="en-US"/>
            </a:p>
          </p:txBody>
        </p:sp>
      </p:grpSp>
      <p:grpSp>
        <p:nvGrpSpPr>
          <p:cNvPr id="479" name="Graphic 4">
            <a:extLst>
              <a:ext uri="{FF2B5EF4-FFF2-40B4-BE49-F238E27FC236}">
                <a16:creationId xmlns:a16="http://schemas.microsoft.com/office/drawing/2014/main" id="{75D492CD-68B4-184A-B8AF-8251A28CD7A3}"/>
              </a:ext>
            </a:extLst>
          </p:cNvPr>
          <p:cNvGrpSpPr>
            <a:grpSpLocks noChangeAspect="1"/>
          </p:cNvGrpSpPr>
          <p:nvPr/>
        </p:nvGrpSpPr>
        <p:grpSpPr>
          <a:xfrm>
            <a:off x="9278827" y="3339623"/>
            <a:ext cx="362309" cy="361971"/>
            <a:chOff x="9278827" y="3339623"/>
            <a:chExt cx="362309" cy="361971"/>
          </a:xfrm>
          <a:solidFill>
            <a:srgbClr val="00ABAB"/>
          </a:solidFill>
        </p:grpSpPr>
        <p:sp>
          <p:nvSpPr>
            <p:cNvPr id="480" name="Graphic 4">
              <a:extLst>
                <a:ext uri="{FF2B5EF4-FFF2-40B4-BE49-F238E27FC236}">
                  <a16:creationId xmlns:a16="http://schemas.microsoft.com/office/drawing/2014/main" id="{0810A2DE-6F8C-9F46-8DA4-8C98B374EA1D}"/>
                </a:ext>
              </a:extLst>
            </p:cNvPr>
            <p:cNvSpPr/>
            <p:nvPr/>
          </p:nvSpPr>
          <p:spPr>
            <a:xfrm>
              <a:off x="9278827" y="33396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18214 w 362309"/>
                <a:gd name="connsiteY6" fmla="*/ 90653 h 361971"/>
                <a:gd name="connsiteX7" fmla="*/ 179557 w 362309"/>
                <a:gd name="connsiteY7" fmla="*/ 75331 h 361971"/>
                <a:gd name="connsiteX8" fmla="*/ 187225 w 362309"/>
                <a:gd name="connsiteY8" fmla="*/ 79800 h 361971"/>
                <a:gd name="connsiteX9" fmla="*/ 182752 w 362309"/>
                <a:gd name="connsiteY9" fmla="*/ 87461 h 361971"/>
                <a:gd name="connsiteX10" fmla="*/ 121409 w 362309"/>
                <a:gd name="connsiteY10" fmla="*/ 102782 h 361971"/>
                <a:gd name="connsiteX11" fmla="*/ 120131 w 362309"/>
                <a:gd name="connsiteY11" fmla="*/ 102782 h 361971"/>
                <a:gd name="connsiteX12" fmla="*/ 113741 w 362309"/>
                <a:gd name="connsiteY12" fmla="*/ 97675 h 361971"/>
                <a:gd name="connsiteX13" fmla="*/ 118214 w 362309"/>
                <a:gd name="connsiteY13" fmla="*/ 90653 h 361971"/>
                <a:gd name="connsiteX14" fmla="*/ 244096 w 362309"/>
                <a:gd name="connsiteY14" fmla="*/ 194711 h 361971"/>
                <a:gd name="connsiteX15" fmla="*/ 203200 w 362309"/>
                <a:gd name="connsiteY15" fmla="*/ 204926 h 361971"/>
                <a:gd name="connsiteX16" fmla="*/ 203200 w 362309"/>
                <a:gd name="connsiteY16" fmla="*/ 235569 h 361971"/>
                <a:gd name="connsiteX17" fmla="*/ 212146 w 362309"/>
                <a:gd name="connsiteY17" fmla="*/ 235569 h 361971"/>
                <a:gd name="connsiteX18" fmla="*/ 218536 w 362309"/>
                <a:gd name="connsiteY18" fmla="*/ 241953 h 361971"/>
                <a:gd name="connsiteX19" fmla="*/ 218536 w 362309"/>
                <a:gd name="connsiteY19" fmla="*/ 243230 h 361971"/>
                <a:gd name="connsiteX20" fmla="*/ 210868 w 362309"/>
                <a:gd name="connsiteY20" fmla="*/ 281533 h 361971"/>
                <a:gd name="connsiteX21" fmla="*/ 204478 w 362309"/>
                <a:gd name="connsiteY21" fmla="*/ 286641 h 361971"/>
                <a:gd name="connsiteX22" fmla="*/ 158471 w 362309"/>
                <a:gd name="connsiteY22" fmla="*/ 286641 h 361971"/>
                <a:gd name="connsiteX23" fmla="*/ 152081 w 362309"/>
                <a:gd name="connsiteY23" fmla="*/ 281533 h 361971"/>
                <a:gd name="connsiteX24" fmla="*/ 144412 w 362309"/>
                <a:gd name="connsiteY24" fmla="*/ 243230 h 361971"/>
                <a:gd name="connsiteX25" fmla="*/ 149525 w 362309"/>
                <a:gd name="connsiteY25" fmla="*/ 235569 h 361971"/>
                <a:gd name="connsiteX26" fmla="*/ 150802 w 362309"/>
                <a:gd name="connsiteY26" fmla="*/ 235569 h 361971"/>
                <a:gd name="connsiteX27" fmla="*/ 159748 w 362309"/>
                <a:gd name="connsiteY27" fmla="*/ 235569 h 361971"/>
                <a:gd name="connsiteX28" fmla="*/ 159748 w 362309"/>
                <a:gd name="connsiteY28" fmla="*/ 211310 h 361971"/>
                <a:gd name="connsiteX29" fmla="*/ 166138 w 362309"/>
                <a:gd name="connsiteY29" fmla="*/ 204926 h 361971"/>
                <a:gd name="connsiteX30" fmla="*/ 172528 w 362309"/>
                <a:gd name="connsiteY30" fmla="*/ 211310 h 361971"/>
                <a:gd name="connsiteX31" fmla="*/ 172528 w 362309"/>
                <a:gd name="connsiteY31" fmla="*/ 235569 h 361971"/>
                <a:gd name="connsiteX32" fmla="*/ 190420 w 362309"/>
                <a:gd name="connsiteY32" fmla="*/ 235569 h 361971"/>
                <a:gd name="connsiteX33" fmla="*/ 190420 w 362309"/>
                <a:gd name="connsiteY33" fmla="*/ 199819 h 361971"/>
                <a:gd name="connsiteX34" fmla="*/ 195532 w 362309"/>
                <a:gd name="connsiteY34" fmla="*/ 193435 h 361971"/>
                <a:gd name="connsiteX35" fmla="*/ 241540 w 362309"/>
                <a:gd name="connsiteY35" fmla="*/ 181944 h 361971"/>
                <a:gd name="connsiteX36" fmla="*/ 249208 w 362309"/>
                <a:gd name="connsiteY36" fmla="*/ 186412 h 361971"/>
                <a:gd name="connsiteX37" fmla="*/ 244096 w 362309"/>
                <a:gd name="connsiteY37" fmla="*/ 194711 h 361971"/>
                <a:gd name="connsiteX38" fmla="*/ 244096 w 362309"/>
                <a:gd name="connsiteY38" fmla="*/ 194711 h 361971"/>
                <a:gd name="connsiteX39" fmla="*/ 244096 w 362309"/>
                <a:gd name="connsiteY39" fmla="*/ 194711 h 361971"/>
                <a:gd name="connsiteX40" fmla="*/ 244096 w 362309"/>
                <a:gd name="connsiteY40" fmla="*/ 164068 h 361971"/>
                <a:gd name="connsiteX41" fmla="*/ 182752 w 362309"/>
                <a:gd name="connsiteY41" fmla="*/ 179390 h 361971"/>
                <a:gd name="connsiteX42" fmla="*/ 121409 w 362309"/>
                <a:gd name="connsiteY42" fmla="*/ 194711 h 361971"/>
                <a:gd name="connsiteX43" fmla="*/ 113741 w 362309"/>
                <a:gd name="connsiteY43" fmla="*/ 190243 h 361971"/>
                <a:gd name="connsiteX44" fmla="*/ 118214 w 362309"/>
                <a:gd name="connsiteY44" fmla="*/ 182582 h 361971"/>
                <a:gd name="connsiteX45" fmla="*/ 179557 w 362309"/>
                <a:gd name="connsiteY45" fmla="*/ 167260 h 361971"/>
                <a:gd name="connsiteX46" fmla="*/ 240901 w 362309"/>
                <a:gd name="connsiteY46" fmla="*/ 151939 h 361971"/>
                <a:gd name="connsiteX47" fmla="*/ 248569 w 362309"/>
                <a:gd name="connsiteY47" fmla="*/ 156408 h 361971"/>
                <a:gd name="connsiteX48" fmla="*/ 244096 w 362309"/>
                <a:gd name="connsiteY48" fmla="*/ 164068 h 361971"/>
                <a:gd name="connsiteX49" fmla="*/ 244096 w 362309"/>
                <a:gd name="connsiteY49" fmla="*/ 164068 h 361971"/>
                <a:gd name="connsiteX50" fmla="*/ 244096 w 362309"/>
                <a:gd name="connsiteY50" fmla="*/ 133425 h 361971"/>
                <a:gd name="connsiteX51" fmla="*/ 182752 w 362309"/>
                <a:gd name="connsiteY51" fmla="*/ 148747 h 361971"/>
                <a:gd name="connsiteX52" fmla="*/ 121409 w 362309"/>
                <a:gd name="connsiteY52" fmla="*/ 164068 h 361971"/>
                <a:gd name="connsiteX53" fmla="*/ 120131 w 362309"/>
                <a:gd name="connsiteY53" fmla="*/ 164068 h 361971"/>
                <a:gd name="connsiteX54" fmla="*/ 113102 w 362309"/>
                <a:gd name="connsiteY54" fmla="*/ 158323 h 361971"/>
                <a:gd name="connsiteX55" fmla="*/ 118853 w 362309"/>
                <a:gd name="connsiteY55" fmla="*/ 151300 h 361971"/>
                <a:gd name="connsiteX56" fmla="*/ 180197 w 362309"/>
                <a:gd name="connsiteY56" fmla="*/ 135979 h 361971"/>
                <a:gd name="connsiteX57" fmla="*/ 241540 w 362309"/>
                <a:gd name="connsiteY57" fmla="*/ 120657 h 361971"/>
                <a:gd name="connsiteX58" fmla="*/ 249846 w 362309"/>
                <a:gd name="connsiteY58" fmla="*/ 124488 h 361971"/>
                <a:gd name="connsiteX59" fmla="*/ 246013 w 362309"/>
                <a:gd name="connsiteY59" fmla="*/ 132787 h 361971"/>
                <a:gd name="connsiteX60" fmla="*/ 244096 w 362309"/>
                <a:gd name="connsiteY60" fmla="*/ 133425 h 361971"/>
                <a:gd name="connsiteX61" fmla="*/ 244096 w 362309"/>
                <a:gd name="connsiteY61" fmla="*/ 133425 h 361971"/>
                <a:gd name="connsiteX62" fmla="*/ 244096 w 362309"/>
                <a:gd name="connsiteY62" fmla="*/ 102782 h 361971"/>
                <a:gd name="connsiteX63" fmla="*/ 182752 w 362309"/>
                <a:gd name="connsiteY63" fmla="*/ 118104 h 361971"/>
                <a:gd name="connsiteX64" fmla="*/ 121409 w 362309"/>
                <a:gd name="connsiteY64" fmla="*/ 133425 h 361971"/>
                <a:gd name="connsiteX65" fmla="*/ 120131 w 362309"/>
                <a:gd name="connsiteY65" fmla="*/ 133425 h 361971"/>
                <a:gd name="connsiteX66" fmla="*/ 113102 w 362309"/>
                <a:gd name="connsiteY66" fmla="*/ 127680 h 361971"/>
                <a:gd name="connsiteX67" fmla="*/ 118853 w 362309"/>
                <a:gd name="connsiteY67" fmla="*/ 120657 h 361971"/>
                <a:gd name="connsiteX68" fmla="*/ 180197 w 362309"/>
                <a:gd name="connsiteY68" fmla="*/ 105336 h 361971"/>
                <a:gd name="connsiteX69" fmla="*/ 241540 w 362309"/>
                <a:gd name="connsiteY69" fmla="*/ 90014 h 361971"/>
                <a:gd name="connsiteX70" fmla="*/ 249208 w 362309"/>
                <a:gd name="connsiteY70" fmla="*/ 95121 h 361971"/>
                <a:gd name="connsiteX71" fmla="*/ 244096 w 362309"/>
                <a:gd name="connsiteY71" fmla="*/ 102782 h 361971"/>
                <a:gd name="connsiteX72" fmla="*/ 244096 w 362309"/>
                <a:gd name="connsiteY72" fmla="*/ 10278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118214" y="90653"/>
                  </a:moveTo>
                  <a:lnTo>
                    <a:pt x="179557" y="75331"/>
                  </a:lnTo>
                  <a:cubicBezTo>
                    <a:pt x="182752" y="74693"/>
                    <a:pt x="186587" y="76608"/>
                    <a:pt x="187225" y="79800"/>
                  </a:cubicBezTo>
                  <a:cubicBezTo>
                    <a:pt x="187864" y="82992"/>
                    <a:pt x="185947" y="86822"/>
                    <a:pt x="182752" y="87461"/>
                  </a:cubicBezTo>
                  <a:lnTo>
                    <a:pt x="121409" y="102782"/>
                  </a:lnTo>
                  <a:lnTo>
                    <a:pt x="120131" y="102782"/>
                  </a:lnTo>
                  <a:cubicBezTo>
                    <a:pt x="116936" y="102782"/>
                    <a:pt x="114380" y="100867"/>
                    <a:pt x="113741" y="97675"/>
                  </a:cubicBezTo>
                  <a:cubicBezTo>
                    <a:pt x="113102" y="95121"/>
                    <a:pt x="115019" y="91291"/>
                    <a:pt x="118214" y="90653"/>
                  </a:cubicBezTo>
                  <a:close/>
                  <a:moveTo>
                    <a:pt x="244096" y="194711"/>
                  </a:moveTo>
                  <a:lnTo>
                    <a:pt x="203200" y="204926"/>
                  </a:lnTo>
                  <a:lnTo>
                    <a:pt x="203200" y="235569"/>
                  </a:lnTo>
                  <a:lnTo>
                    <a:pt x="212146" y="235569"/>
                  </a:lnTo>
                  <a:cubicBezTo>
                    <a:pt x="215980" y="235569"/>
                    <a:pt x="218536" y="238122"/>
                    <a:pt x="218536" y="241953"/>
                  </a:cubicBezTo>
                  <a:cubicBezTo>
                    <a:pt x="218536" y="242591"/>
                    <a:pt x="218536" y="242591"/>
                    <a:pt x="218536" y="243230"/>
                  </a:cubicBezTo>
                  <a:lnTo>
                    <a:pt x="210868" y="281533"/>
                  </a:lnTo>
                  <a:cubicBezTo>
                    <a:pt x="210229" y="284725"/>
                    <a:pt x="207673" y="286641"/>
                    <a:pt x="204478" y="286641"/>
                  </a:cubicBezTo>
                  <a:lnTo>
                    <a:pt x="158471" y="286641"/>
                  </a:lnTo>
                  <a:cubicBezTo>
                    <a:pt x="155276" y="286641"/>
                    <a:pt x="152720" y="284725"/>
                    <a:pt x="152081" y="281533"/>
                  </a:cubicBezTo>
                  <a:lnTo>
                    <a:pt x="144412" y="243230"/>
                  </a:lnTo>
                  <a:cubicBezTo>
                    <a:pt x="143774" y="240038"/>
                    <a:pt x="145691" y="236207"/>
                    <a:pt x="149525" y="235569"/>
                  </a:cubicBezTo>
                  <a:cubicBezTo>
                    <a:pt x="150164" y="235569"/>
                    <a:pt x="150164" y="235569"/>
                    <a:pt x="150802" y="235569"/>
                  </a:cubicBezTo>
                  <a:lnTo>
                    <a:pt x="159748" y="235569"/>
                  </a:lnTo>
                  <a:lnTo>
                    <a:pt x="159748" y="211310"/>
                  </a:lnTo>
                  <a:cubicBezTo>
                    <a:pt x="159748" y="207479"/>
                    <a:pt x="162305" y="204926"/>
                    <a:pt x="166138" y="204926"/>
                  </a:cubicBezTo>
                  <a:cubicBezTo>
                    <a:pt x="169972" y="204926"/>
                    <a:pt x="172528" y="207479"/>
                    <a:pt x="172528" y="211310"/>
                  </a:cubicBezTo>
                  <a:lnTo>
                    <a:pt x="172528" y="235569"/>
                  </a:lnTo>
                  <a:lnTo>
                    <a:pt x="190420" y="235569"/>
                  </a:lnTo>
                  <a:lnTo>
                    <a:pt x="190420" y="199819"/>
                  </a:lnTo>
                  <a:cubicBezTo>
                    <a:pt x="190420" y="196627"/>
                    <a:pt x="192337" y="194073"/>
                    <a:pt x="195532" y="193435"/>
                  </a:cubicBezTo>
                  <a:lnTo>
                    <a:pt x="241540" y="181944"/>
                  </a:lnTo>
                  <a:cubicBezTo>
                    <a:pt x="244735" y="180667"/>
                    <a:pt x="248569" y="183220"/>
                    <a:pt x="249208" y="186412"/>
                  </a:cubicBezTo>
                  <a:cubicBezTo>
                    <a:pt x="249846" y="190243"/>
                    <a:pt x="247930" y="193435"/>
                    <a:pt x="244096" y="194711"/>
                  </a:cubicBezTo>
                  <a:cubicBezTo>
                    <a:pt x="244735" y="194711"/>
                    <a:pt x="244735" y="194711"/>
                    <a:pt x="244096" y="194711"/>
                  </a:cubicBezTo>
                  <a:lnTo>
                    <a:pt x="244096" y="194711"/>
                  </a:lnTo>
                  <a:close/>
                  <a:moveTo>
                    <a:pt x="244096" y="164068"/>
                  </a:moveTo>
                  <a:lnTo>
                    <a:pt x="182752" y="179390"/>
                  </a:lnTo>
                  <a:lnTo>
                    <a:pt x="121409" y="194711"/>
                  </a:lnTo>
                  <a:cubicBezTo>
                    <a:pt x="118214" y="195350"/>
                    <a:pt x="114380" y="193435"/>
                    <a:pt x="113741" y="190243"/>
                  </a:cubicBezTo>
                  <a:cubicBezTo>
                    <a:pt x="113102" y="187051"/>
                    <a:pt x="115019" y="183220"/>
                    <a:pt x="118214" y="182582"/>
                  </a:cubicBezTo>
                  <a:lnTo>
                    <a:pt x="179557" y="167260"/>
                  </a:lnTo>
                  <a:lnTo>
                    <a:pt x="240901" y="151939"/>
                  </a:lnTo>
                  <a:cubicBezTo>
                    <a:pt x="244096" y="151300"/>
                    <a:pt x="247930" y="153216"/>
                    <a:pt x="248569" y="156408"/>
                  </a:cubicBezTo>
                  <a:cubicBezTo>
                    <a:pt x="249846" y="160238"/>
                    <a:pt x="247930" y="163430"/>
                    <a:pt x="244096" y="164068"/>
                  </a:cubicBezTo>
                  <a:cubicBezTo>
                    <a:pt x="244096" y="164068"/>
                    <a:pt x="244096" y="164068"/>
                    <a:pt x="244096" y="164068"/>
                  </a:cubicBezTo>
                  <a:close/>
                  <a:moveTo>
                    <a:pt x="244096" y="133425"/>
                  </a:moveTo>
                  <a:lnTo>
                    <a:pt x="182752" y="148747"/>
                  </a:lnTo>
                  <a:lnTo>
                    <a:pt x="121409" y="164068"/>
                  </a:lnTo>
                  <a:lnTo>
                    <a:pt x="120131" y="164068"/>
                  </a:lnTo>
                  <a:cubicBezTo>
                    <a:pt x="116297" y="164707"/>
                    <a:pt x="113102" y="162153"/>
                    <a:pt x="113102" y="158323"/>
                  </a:cubicBezTo>
                  <a:cubicBezTo>
                    <a:pt x="113102" y="154492"/>
                    <a:pt x="115019" y="151300"/>
                    <a:pt x="118853" y="151300"/>
                  </a:cubicBezTo>
                  <a:lnTo>
                    <a:pt x="180197" y="135979"/>
                  </a:lnTo>
                  <a:lnTo>
                    <a:pt x="241540" y="120657"/>
                  </a:lnTo>
                  <a:cubicBezTo>
                    <a:pt x="244735" y="119381"/>
                    <a:pt x="248569" y="121296"/>
                    <a:pt x="249846" y="124488"/>
                  </a:cubicBezTo>
                  <a:cubicBezTo>
                    <a:pt x="251125" y="127680"/>
                    <a:pt x="249208" y="131510"/>
                    <a:pt x="246013" y="132787"/>
                  </a:cubicBezTo>
                  <a:cubicBezTo>
                    <a:pt x="245374" y="133425"/>
                    <a:pt x="244735" y="133425"/>
                    <a:pt x="244096" y="133425"/>
                  </a:cubicBezTo>
                  <a:lnTo>
                    <a:pt x="244096" y="133425"/>
                  </a:lnTo>
                  <a:close/>
                  <a:moveTo>
                    <a:pt x="244096" y="102782"/>
                  </a:moveTo>
                  <a:lnTo>
                    <a:pt x="182752" y="118104"/>
                  </a:lnTo>
                  <a:lnTo>
                    <a:pt x="121409" y="133425"/>
                  </a:lnTo>
                  <a:cubicBezTo>
                    <a:pt x="120770" y="133425"/>
                    <a:pt x="120131" y="133425"/>
                    <a:pt x="120131" y="133425"/>
                  </a:cubicBezTo>
                  <a:cubicBezTo>
                    <a:pt x="116297" y="134064"/>
                    <a:pt x="113102" y="131510"/>
                    <a:pt x="113102" y="127680"/>
                  </a:cubicBezTo>
                  <a:cubicBezTo>
                    <a:pt x="113102" y="123849"/>
                    <a:pt x="115019" y="120657"/>
                    <a:pt x="118853" y="120657"/>
                  </a:cubicBezTo>
                  <a:lnTo>
                    <a:pt x="180197" y="105336"/>
                  </a:lnTo>
                  <a:lnTo>
                    <a:pt x="241540" y="90014"/>
                  </a:lnTo>
                  <a:cubicBezTo>
                    <a:pt x="244735" y="89376"/>
                    <a:pt x="248569" y="91291"/>
                    <a:pt x="249208" y="95121"/>
                  </a:cubicBezTo>
                  <a:cubicBezTo>
                    <a:pt x="249208" y="98313"/>
                    <a:pt x="247291" y="101505"/>
                    <a:pt x="244096" y="102782"/>
                  </a:cubicBezTo>
                  <a:lnTo>
                    <a:pt x="244096" y="102782"/>
                  </a:lnTo>
                  <a:close/>
                </a:path>
              </a:pathLst>
            </a:custGeom>
            <a:solidFill>
              <a:srgbClr val="00ABAB"/>
            </a:solidFill>
            <a:ln w="6390" cap="flat">
              <a:noFill/>
              <a:prstDash val="solid"/>
              <a:miter/>
            </a:ln>
          </p:spPr>
          <p:txBody>
            <a:bodyPr rtlCol="0" anchor="ctr"/>
            <a:lstStyle/>
            <a:p>
              <a:endParaRPr lang="en-US"/>
            </a:p>
          </p:txBody>
        </p:sp>
        <p:sp>
          <p:nvSpPr>
            <p:cNvPr id="481" name="Graphic 4">
              <a:extLst>
                <a:ext uri="{FF2B5EF4-FFF2-40B4-BE49-F238E27FC236}">
                  <a16:creationId xmlns:a16="http://schemas.microsoft.com/office/drawing/2014/main" id="{C2C35AC9-FAC7-5D48-AC2F-495786FBD451}"/>
                </a:ext>
              </a:extLst>
            </p:cNvPr>
            <p:cNvSpPr/>
            <p:nvPr/>
          </p:nvSpPr>
          <p:spPr>
            <a:xfrm>
              <a:off x="9437298" y="3588599"/>
              <a:ext cx="46007" cy="25535"/>
            </a:xfrm>
            <a:custGeom>
              <a:avLst/>
              <a:gdLst>
                <a:gd name="connsiteX0" fmla="*/ 5111 w 46007"/>
                <a:gd name="connsiteY0" fmla="*/ 25536 h 25535"/>
                <a:gd name="connsiteX1" fmla="*/ 40896 w 46007"/>
                <a:gd name="connsiteY1" fmla="*/ 25536 h 25535"/>
                <a:gd name="connsiteX2" fmla="*/ 46007 w 46007"/>
                <a:gd name="connsiteY2" fmla="*/ 0 h 25535"/>
                <a:gd name="connsiteX3" fmla="*/ 0 w 46007"/>
                <a:gd name="connsiteY3" fmla="*/ 0 h 25535"/>
              </a:gdLst>
              <a:ahLst/>
              <a:cxnLst>
                <a:cxn ang="0">
                  <a:pos x="connsiteX0" y="connsiteY0"/>
                </a:cxn>
                <a:cxn ang="0">
                  <a:pos x="connsiteX1" y="connsiteY1"/>
                </a:cxn>
                <a:cxn ang="0">
                  <a:pos x="connsiteX2" y="connsiteY2"/>
                </a:cxn>
                <a:cxn ang="0">
                  <a:pos x="connsiteX3" y="connsiteY3"/>
                </a:cxn>
              </a:cxnLst>
              <a:rect l="l" t="t" r="r" b="b"/>
              <a:pathLst>
                <a:path w="46007" h="25535">
                  <a:moveTo>
                    <a:pt x="5111" y="25536"/>
                  </a:moveTo>
                  <a:lnTo>
                    <a:pt x="40896" y="25536"/>
                  </a:lnTo>
                  <a:lnTo>
                    <a:pt x="46007" y="0"/>
                  </a:lnTo>
                  <a:lnTo>
                    <a:pt x="0" y="0"/>
                  </a:lnTo>
                  <a:close/>
                </a:path>
              </a:pathLst>
            </a:custGeom>
            <a:solidFill>
              <a:srgbClr val="00ABAB"/>
            </a:solidFill>
            <a:ln w="6390" cap="flat">
              <a:noFill/>
              <a:prstDash val="solid"/>
              <a:miter/>
            </a:ln>
          </p:spPr>
          <p:txBody>
            <a:bodyPr rtlCol="0" anchor="ctr"/>
            <a:lstStyle/>
            <a:p>
              <a:endParaRPr lang="en-US"/>
            </a:p>
          </p:txBody>
        </p:sp>
      </p:grpSp>
      <p:grpSp>
        <p:nvGrpSpPr>
          <p:cNvPr id="482" name="Graphic 4">
            <a:extLst>
              <a:ext uri="{FF2B5EF4-FFF2-40B4-BE49-F238E27FC236}">
                <a16:creationId xmlns:a16="http://schemas.microsoft.com/office/drawing/2014/main" id="{91AD6824-DA1C-064E-B1DC-9B445B18E451}"/>
              </a:ext>
            </a:extLst>
          </p:cNvPr>
          <p:cNvGrpSpPr>
            <a:grpSpLocks noChangeAspect="1"/>
          </p:cNvGrpSpPr>
          <p:nvPr/>
        </p:nvGrpSpPr>
        <p:grpSpPr>
          <a:xfrm>
            <a:off x="9278827" y="3824168"/>
            <a:ext cx="362309" cy="361971"/>
            <a:chOff x="9278827" y="3824168"/>
            <a:chExt cx="362309" cy="361971"/>
          </a:xfrm>
          <a:solidFill>
            <a:srgbClr val="00ABAB"/>
          </a:solidFill>
        </p:grpSpPr>
        <p:sp>
          <p:nvSpPr>
            <p:cNvPr id="483" name="Graphic 4">
              <a:extLst>
                <a:ext uri="{FF2B5EF4-FFF2-40B4-BE49-F238E27FC236}">
                  <a16:creationId xmlns:a16="http://schemas.microsoft.com/office/drawing/2014/main" id="{1B37177A-E52C-694E-A79C-631329A00BC6}"/>
                </a:ext>
              </a:extLst>
            </p:cNvPr>
            <p:cNvSpPr/>
            <p:nvPr/>
          </p:nvSpPr>
          <p:spPr>
            <a:xfrm>
              <a:off x="9439214" y="4068674"/>
              <a:ext cx="41534" cy="29366"/>
            </a:xfrm>
            <a:custGeom>
              <a:avLst/>
              <a:gdLst>
                <a:gd name="connsiteX0" fmla="*/ 4473 w 41534"/>
                <a:gd name="connsiteY0" fmla="*/ 29366 h 29366"/>
                <a:gd name="connsiteX1" fmla="*/ 36423 w 41534"/>
                <a:gd name="connsiteY1" fmla="*/ 29366 h 29366"/>
                <a:gd name="connsiteX2" fmla="*/ 41535 w 41534"/>
                <a:gd name="connsiteY2" fmla="*/ 0 h 29366"/>
                <a:gd name="connsiteX3" fmla="*/ 0 w 41534"/>
                <a:gd name="connsiteY3" fmla="*/ 0 h 29366"/>
              </a:gdLst>
              <a:ahLst/>
              <a:cxnLst>
                <a:cxn ang="0">
                  <a:pos x="connsiteX0" y="connsiteY0"/>
                </a:cxn>
                <a:cxn ang="0">
                  <a:pos x="connsiteX1" y="connsiteY1"/>
                </a:cxn>
                <a:cxn ang="0">
                  <a:pos x="connsiteX2" y="connsiteY2"/>
                </a:cxn>
                <a:cxn ang="0">
                  <a:pos x="connsiteX3" y="connsiteY3"/>
                </a:cxn>
              </a:cxnLst>
              <a:rect l="l" t="t" r="r" b="b"/>
              <a:pathLst>
                <a:path w="41534" h="29366">
                  <a:moveTo>
                    <a:pt x="4473" y="29366"/>
                  </a:moveTo>
                  <a:lnTo>
                    <a:pt x="36423" y="29366"/>
                  </a:lnTo>
                  <a:lnTo>
                    <a:pt x="41535" y="0"/>
                  </a:lnTo>
                  <a:lnTo>
                    <a:pt x="0" y="0"/>
                  </a:lnTo>
                  <a:close/>
                </a:path>
              </a:pathLst>
            </a:custGeom>
            <a:solidFill>
              <a:srgbClr val="00ABAB"/>
            </a:solidFill>
            <a:ln w="6390" cap="flat">
              <a:noFill/>
              <a:prstDash val="solid"/>
              <a:miter/>
            </a:ln>
          </p:spPr>
          <p:txBody>
            <a:bodyPr rtlCol="0" anchor="ctr"/>
            <a:lstStyle/>
            <a:p>
              <a:endParaRPr lang="en-US"/>
            </a:p>
          </p:txBody>
        </p:sp>
        <p:sp>
          <p:nvSpPr>
            <p:cNvPr id="484" name="Graphic 4">
              <a:extLst>
                <a:ext uri="{FF2B5EF4-FFF2-40B4-BE49-F238E27FC236}">
                  <a16:creationId xmlns:a16="http://schemas.microsoft.com/office/drawing/2014/main" id="{29DCCF58-31E9-2640-AC3E-9BC135298E03}"/>
                </a:ext>
              </a:extLst>
            </p:cNvPr>
            <p:cNvSpPr/>
            <p:nvPr/>
          </p:nvSpPr>
          <p:spPr>
            <a:xfrm>
              <a:off x="9407904" y="3912253"/>
              <a:ext cx="107350" cy="143652"/>
            </a:xfrm>
            <a:custGeom>
              <a:avLst/>
              <a:gdLst>
                <a:gd name="connsiteX0" fmla="*/ 52397 w 107350"/>
                <a:gd name="connsiteY0" fmla="*/ 13 h 143652"/>
                <a:gd name="connsiteX1" fmla="*/ 0 w 107350"/>
                <a:gd name="connsiteY1" fmla="*/ 50447 h 143652"/>
                <a:gd name="connsiteX2" fmla="*/ 10863 w 107350"/>
                <a:gd name="connsiteY2" fmla="*/ 84920 h 143652"/>
                <a:gd name="connsiteX3" fmla="*/ 30671 w 107350"/>
                <a:gd name="connsiteY3" fmla="*/ 128331 h 143652"/>
                <a:gd name="connsiteX4" fmla="*/ 30671 w 107350"/>
                <a:gd name="connsiteY4" fmla="*/ 143653 h 143652"/>
                <a:gd name="connsiteX5" fmla="*/ 46646 w 107350"/>
                <a:gd name="connsiteY5" fmla="*/ 143653 h 143652"/>
                <a:gd name="connsiteX6" fmla="*/ 46646 w 107350"/>
                <a:gd name="connsiteY6" fmla="*/ 143014 h 143652"/>
                <a:gd name="connsiteX7" fmla="*/ 46646 w 107350"/>
                <a:gd name="connsiteY7" fmla="*/ 88112 h 143652"/>
                <a:gd name="connsiteX8" fmla="*/ 34505 w 107350"/>
                <a:gd name="connsiteY8" fmla="*/ 75983 h 143652"/>
                <a:gd name="connsiteX9" fmla="*/ 34505 w 107350"/>
                <a:gd name="connsiteY9" fmla="*/ 67045 h 143652"/>
                <a:gd name="connsiteX10" fmla="*/ 43451 w 107350"/>
                <a:gd name="connsiteY10" fmla="*/ 67045 h 143652"/>
                <a:gd name="connsiteX11" fmla="*/ 53675 w 107350"/>
                <a:gd name="connsiteY11" fmla="*/ 76621 h 143652"/>
                <a:gd name="connsiteX12" fmla="*/ 63260 w 107350"/>
                <a:gd name="connsiteY12" fmla="*/ 67045 h 143652"/>
                <a:gd name="connsiteX13" fmla="*/ 72206 w 107350"/>
                <a:gd name="connsiteY13" fmla="*/ 67045 h 143652"/>
                <a:gd name="connsiteX14" fmla="*/ 72206 w 107350"/>
                <a:gd name="connsiteY14" fmla="*/ 75983 h 143652"/>
                <a:gd name="connsiteX15" fmla="*/ 72206 w 107350"/>
                <a:gd name="connsiteY15" fmla="*/ 75983 h 143652"/>
                <a:gd name="connsiteX16" fmla="*/ 60065 w 107350"/>
                <a:gd name="connsiteY16" fmla="*/ 88112 h 143652"/>
                <a:gd name="connsiteX17" fmla="*/ 60065 w 107350"/>
                <a:gd name="connsiteY17" fmla="*/ 142376 h 143652"/>
                <a:gd name="connsiteX18" fmla="*/ 60065 w 107350"/>
                <a:gd name="connsiteY18" fmla="*/ 143014 h 143652"/>
                <a:gd name="connsiteX19" fmla="*/ 76040 w 107350"/>
                <a:gd name="connsiteY19" fmla="*/ 143014 h 143652"/>
                <a:gd name="connsiteX20" fmla="*/ 76040 w 107350"/>
                <a:gd name="connsiteY20" fmla="*/ 127693 h 143652"/>
                <a:gd name="connsiteX21" fmla="*/ 96488 w 107350"/>
                <a:gd name="connsiteY21" fmla="*/ 84282 h 143652"/>
                <a:gd name="connsiteX22" fmla="*/ 107350 w 107350"/>
                <a:gd name="connsiteY22" fmla="*/ 49808 h 143652"/>
                <a:gd name="connsiteX23" fmla="*/ 52397 w 107350"/>
                <a:gd name="connsiteY23" fmla="*/ 13 h 14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350" h="143652">
                  <a:moveTo>
                    <a:pt x="52397" y="13"/>
                  </a:moveTo>
                  <a:cubicBezTo>
                    <a:pt x="24281" y="13"/>
                    <a:pt x="639" y="21719"/>
                    <a:pt x="0" y="50447"/>
                  </a:cubicBezTo>
                  <a:cubicBezTo>
                    <a:pt x="639" y="62576"/>
                    <a:pt x="3834" y="74706"/>
                    <a:pt x="10863" y="84920"/>
                  </a:cubicBezTo>
                  <a:cubicBezTo>
                    <a:pt x="15335" y="92581"/>
                    <a:pt x="30671" y="118117"/>
                    <a:pt x="30671" y="128331"/>
                  </a:cubicBezTo>
                  <a:lnTo>
                    <a:pt x="30671" y="143653"/>
                  </a:lnTo>
                  <a:lnTo>
                    <a:pt x="46646" y="143653"/>
                  </a:lnTo>
                  <a:cubicBezTo>
                    <a:pt x="46646" y="143653"/>
                    <a:pt x="46646" y="143014"/>
                    <a:pt x="46646" y="143014"/>
                  </a:cubicBezTo>
                  <a:lnTo>
                    <a:pt x="46646" y="88112"/>
                  </a:lnTo>
                  <a:lnTo>
                    <a:pt x="34505" y="75983"/>
                  </a:lnTo>
                  <a:cubicBezTo>
                    <a:pt x="31950" y="73429"/>
                    <a:pt x="31950" y="69599"/>
                    <a:pt x="34505" y="67045"/>
                  </a:cubicBezTo>
                  <a:cubicBezTo>
                    <a:pt x="37061" y="64491"/>
                    <a:pt x="40895" y="64491"/>
                    <a:pt x="43451" y="67045"/>
                  </a:cubicBezTo>
                  <a:lnTo>
                    <a:pt x="53675" y="76621"/>
                  </a:lnTo>
                  <a:lnTo>
                    <a:pt x="63260" y="67045"/>
                  </a:lnTo>
                  <a:cubicBezTo>
                    <a:pt x="65816" y="64491"/>
                    <a:pt x="69650" y="64491"/>
                    <a:pt x="72206" y="67045"/>
                  </a:cubicBezTo>
                  <a:cubicBezTo>
                    <a:pt x="74762" y="69599"/>
                    <a:pt x="74762" y="73429"/>
                    <a:pt x="72206" y="75983"/>
                  </a:cubicBezTo>
                  <a:cubicBezTo>
                    <a:pt x="72206" y="75983"/>
                    <a:pt x="72206" y="75983"/>
                    <a:pt x="72206" y="75983"/>
                  </a:cubicBezTo>
                  <a:lnTo>
                    <a:pt x="60065" y="88112"/>
                  </a:lnTo>
                  <a:lnTo>
                    <a:pt x="60065" y="142376"/>
                  </a:lnTo>
                  <a:cubicBezTo>
                    <a:pt x="60065" y="142376"/>
                    <a:pt x="60065" y="143014"/>
                    <a:pt x="60065" y="143014"/>
                  </a:cubicBezTo>
                  <a:lnTo>
                    <a:pt x="76040" y="143014"/>
                  </a:lnTo>
                  <a:lnTo>
                    <a:pt x="76040" y="127693"/>
                  </a:lnTo>
                  <a:cubicBezTo>
                    <a:pt x="76040" y="116840"/>
                    <a:pt x="91376" y="91304"/>
                    <a:pt x="96488" y="84282"/>
                  </a:cubicBezTo>
                  <a:cubicBezTo>
                    <a:pt x="102878" y="74067"/>
                    <a:pt x="106712" y="61938"/>
                    <a:pt x="107350" y="49808"/>
                  </a:cubicBezTo>
                  <a:cubicBezTo>
                    <a:pt x="104156" y="21719"/>
                    <a:pt x="80513" y="-625"/>
                    <a:pt x="52397" y="13"/>
                  </a:cubicBezTo>
                  <a:close/>
                </a:path>
              </a:pathLst>
            </a:custGeom>
            <a:solidFill>
              <a:srgbClr val="00ABAB"/>
            </a:solidFill>
            <a:ln w="6390" cap="flat">
              <a:noFill/>
              <a:prstDash val="solid"/>
              <a:miter/>
            </a:ln>
          </p:spPr>
          <p:txBody>
            <a:bodyPr rtlCol="0" anchor="ctr"/>
            <a:lstStyle/>
            <a:p>
              <a:endParaRPr lang="en-US"/>
            </a:p>
          </p:txBody>
        </p:sp>
        <p:sp>
          <p:nvSpPr>
            <p:cNvPr id="485" name="Graphic 4">
              <a:extLst>
                <a:ext uri="{FF2B5EF4-FFF2-40B4-BE49-F238E27FC236}">
                  <a16:creationId xmlns:a16="http://schemas.microsoft.com/office/drawing/2014/main" id="{F4BE0DE9-B3B9-EF43-9CB9-FFEA98B6413E}"/>
                </a:ext>
              </a:extLst>
            </p:cNvPr>
            <p:cNvSpPr/>
            <p:nvPr/>
          </p:nvSpPr>
          <p:spPr>
            <a:xfrm>
              <a:off x="9278827" y="3824168"/>
              <a:ext cx="362309" cy="361971"/>
            </a:xfrm>
            <a:custGeom>
              <a:avLst/>
              <a:gdLst>
                <a:gd name="connsiteX0" fmla="*/ 181474 w 362309"/>
                <a:gd name="connsiteY0" fmla="*/ 0 h 361971"/>
                <a:gd name="connsiteX1" fmla="*/ 0 w 362309"/>
                <a:gd name="connsiteY1" fmla="*/ 180667 h 361971"/>
                <a:gd name="connsiteX2" fmla="*/ 180836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233872 w 362309"/>
                <a:gd name="connsiteY6" fmla="*/ 180028 h 361971"/>
                <a:gd name="connsiteX7" fmla="*/ 215980 w 362309"/>
                <a:gd name="connsiteY7" fmla="*/ 216417 h 361971"/>
                <a:gd name="connsiteX8" fmla="*/ 215980 w 362309"/>
                <a:gd name="connsiteY8" fmla="*/ 238122 h 361971"/>
                <a:gd name="connsiteX9" fmla="*/ 215980 w 362309"/>
                <a:gd name="connsiteY9" fmla="*/ 238761 h 361971"/>
                <a:gd name="connsiteX10" fmla="*/ 215980 w 362309"/>
                <a:gd name="connsiteY10" fmla="*/ 239399 h 361971"/>
                <a:gd name="connsiteX11" fmla="*/ 208951 w 362309"/>
                <a:gd name="connsiteY11" fmla="*/ 282172 h 361971"/>
                <a:gd name="connsiteX12" fmla="*/ 202561 w 362309"/>
                <a:gd name="connsiteY12" fmla="*/ 287279 h 361971"/>
                <a:gd name="connsiteX13" fmla="*/ 159748 w 362309"/>
                <a:gd name="connsiteY13" fmla="*/ 287279 h 361971"/>
                <a:gd name="connsiteX14" fmla="*/ 153358 w 362309"/>
                <a:gd name="connsiteY14" fmla="*/ 282172 h 361971"/>
                <a:gd name="connsiteX15" fmla="*/ 146330 w 362309"/>
                <a:gd name="connsiteY15" fmla="*/ 239399 h 361971"/>
                <a:gd name="connsiteX16" fmla="*/ 146330 w 362309"/>
                <a:gd name="connsiteY16" fmla="*/ 238761 h 361971"/>
                <a:gd name="connsiteX17" fmla="*/ 146330 w 362309"/>
                <a:gd name="connsiteY17" fmla="*/ 238122 h 361971"/>
                <a:gd name="connsiteX18" fmla="*/ 146330 w 362309"/>
                <a:gd name="connsiteY18" fmla="*/ 216417 h 361971"/>
                <a:gd name="connsiteX19" fmla="*/ 128438 w 362309"/>
                <a:gd name="connsiteY19" fmla="*/ 179390 h 361971"/>
                <a:gd name="connsiteX20" fmla="*/ 115658 w 362309"/>
                <a:gd name="connsiteY20" fmla="*/ 137894 h 361971"/>
                <a:gd name="connsiteX21" fmla="*/ 180836 w 362309"/>
                <a:gd name="connsiteY21" fmla="*/ 74692 h 361971"/>
                <a:gd name="connsiteX22" fmla="*/ 181474 w 362309"/>
                <a:gd name="connsiteY22" fmla="*/ 74692 h 361971"/>
                <a:gd name="connsiteX23" fmla="*/ 246651 w 362309"/>
                <a:gd name="connsiteY23" fmla="*/ 137894 h 361971"/>
                <a:gd name="connsiteX24" fmla="*/ 233872 w 362309"/>
                <a:gd name="connsiteY24" fmla="*/ 180028 h 361971"/>
                <a:gd name="connsiteX25" fmla="*/ 233872 w 362309"/>
                <a:gd name="connsiteY25" fmla="*/ 18002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2309" h="361971">
                  <a:moveTo>
                    <a:pt x="181474" y="0"/>
                  </a:moveTo>
                  <a:cubicBezTo>
                    <a:pt x="81153" y="0"/>
                    <a:pt x="0" y="81076"/>
                    <a:pt x="0" y="180667"/>
                  </a:cubicBezTo>
                  <a:cubicBezTo>
                    <a:pt x="0" y="280895"/>
                    <a:pt x="81153" y="361971"/>
                    <a:pt x="180836" y="361971"/>
                  </a:cubicBezTo>
                  <a:cubicBezTo>
                    <a:pt x="281157" y="361971"/>
                    <a:pt x="362310" y="280895"/>
                    <a:pt x="362310" y="181305"/>
                  </a:cubicBezTo>
                  <a:cubicBezTo>
                    <a:pt x="362310" y="181305"/>
                    <a:pt x="362310" y="181305"/>
                    <a:pt x="362310" y="181305"/>
                  </a:cubicBezTo>
                  <a:cubicBezTo>
                    <a:pt x="362310" y="81076"/>
                    <a:pt x="281157" y="0"/>
                    <a:pt x="181474" y="0"/>
                  </a:cubicBezTo>
                  <a:close/>
                  <a:moveTo>
                    <a:pt x="233872" y="180028"/>
                  </a:moveTo>
                  <a:cubicBezTo>
                    <a:pt x="225565" y="193435"/>
                    <a:pt x="215980" y="211948"/>
                    <a:pt x="215980" y="216417"/>
                  </a:cubicBezTo>
                  <a:lnTo>
                    <a:pt x="215980" y="238122"/>
                  </a:lnTo>
                  <a:cubicBezTo>
                    <a:pt x="215980" y="238122"/>
                    <a:pt x="215980" y="238122"/>
                    <a:pt x="215980" y="238761"/>
                  </a:cubicBezTo>
                  <a:cubicBezTo>
                    <a:pt x="215980" y="239399"/>
                    <a:pt x="215980" y="238761"/>
                    <a:pt x="215980" y="239399"/>
                  </a:cubicBezTo>
                  <a:lnTo>
                    <a:pt x="208951" y="282172"/>
                  </a:lnTo>
                  <a:cubicBezTo>
                    <a:pt x="208312" y="285364"/>
                    <a:pt x="205756" y="287279"/>
                    <a:pt x="202561" y="287279"/>
                  </a:cubicBezTo>
                  <a:lnTo>
                    <a:pt x="159748" y="287279"/>
                  </a:lnTo>
                  <a:cubicBezTo>
                    <a:pt x="156553" y="287279"/>
                    <a:pt x="153997" y="285364"/>
                    <a:pt x="153358" y="282172"/>
                  </a:cubicBezTo>
                  <a:lnTo>
                    <a:pt x="146330" y="239399"/>
                  </a:lnTo>
                  <a:cubicBezTo>
                    <a:pt x="146330" y="239399"/>
                    <a:pt x="146330" y="238761"/>
                    <a:pt x="146330" y="238761"/>
                  </a:cubicBezTo>
                  <a:cubicBezTo>
                    <a:pt x="146330" y="238761"/>
                    <a:pt x="146330" y="238761"/>
                    <a:pt x="146330" y="238122"/>
                  </a:cubicBezTo>
                  <a:lnTo>
                    <a:pt x="146330" y="216417"/>
                  </a:lnTo>
                  <a:cubicBezTo>
                    <a:pt x="146330" y="211310"/>
                    <a:pt x="137384" y="193435"/>
                    <a:pt x="128438" y="179390"/>
                  </a:cubicBezTo>
                  <a:cubicBezTo>
                    <a:pt x="120770" y="167260"/>
                    <a:pt x="116297" y="152577"/>
                    <a:pt x="115658" y="137894"/>
                  </a:cubicBezTo>
                  <a:cubicBezTo>
                    <a:pt x="116936" y="102782"/>
                    <a:pt x="145691" y="74692"/>
                    <a:pt x="180836" y="74692"/>
                  </a:cubicBezTo>
                  <a:lnTo>
                    <a:pt x="181474" y="74692"/>
                  </a:lnTo>
                  <a:cubicBezTo>
                    <a:pt x="217258" y="74692"/>
                    <a:pt x="246651" y="103420"/>
                    <a:pt x="246651" y="137894"/>
                  </a:cubicBezTo>
                  <a:cubicBezTo>
                    <a:pt x="246651" y="152577"/>
                    <a:pt x="242179" y="167260"/>
                    <a:pt x="233872" y="180028"/>
                  </a:cubicBezTo>
                  <a:lnTo>
                    <a:pt x="233872" y="180028"/>
                  </a:lnTo>
                  <a:close/>
                </a:path>
              </a:pathLst>
            </a:custGeom>
            <a:solidFill>
              <a:srgbClr val="00ABAB"/>
            </a:solidFill>
            <a:ln w="6390" cap="flat">
              <a:noFill/>
              <a:prstDash val="solid"/>
              <a:miter/>
            </a:ln>
          </p:spPr>
          <p:txBody>
            <a:bodyPr rtlCol="0" anchor="ctr"/>
            <a:lstStyle/>
            <a:p>
              <a:endParaRPr lang="en-US"/>
            </a:p>
          </p:txBody>
        </p:sp>
      </p:grpSp>
      <p:grpSp>
        <p:nvGrpSpPr>
          <p:cNvPr id="486" name="Graphic 4">
            <a:extLst>
              <a:ext uri="{FF2B5EF4-FFF2-40B4-BE49-F238E27FC236}">
                <a16:creationId xmlns:a16="http://schemas.microsoft.com/office/drawing/2014/main" id="{B4BFCA8C-A8B8-774E-B0C6-5AFE67C0D9D3}"/>
              </a:ext>
            </a:extLst>
          </p:cNvPr>
          <p:cNvGrpSpPr>
            <a:grpSpLocks noChangeAspect="1"/>
          </p:cNvGrpSpPr>
          <p:nvPr/>
        </p:nvGrpSpPr>
        <p:grpSpPr>
          <a:xfrm>
            <a:off x="9278827" y="2855717"/>
            <a:ext cx="362309" cy="361971"/>
            <a:chOff x="9278827" y="2855717"/>
            <a:chExt cx="362309" cy="361971"/>
          </a:xfrm>
          <a:solidFill>
            <a:srgbClr val="00ABAB"/>
          </a:solidFill>
        </p:grpSpPr>
        <p:sp>
          <p:nvSpPr>
            <p:cNvPr id="487" name="Graphic 4">
              <a:extLst>
                <a:ext uri="{FF2B5EF4-FFF2-40B4-BE49-F238E27FC236}">
                  <a16:creationId xmlns:a16="http://schemas.microsoft.com/office/drawing/2014/main" id="{052B544E-6C3A-B948-8BCA-4C8B06F305E0}"/>
                </a:ext>
              </a:extLst>
            </p:cNvPr>
            <p:cNvSpPr/>
            <p:nvPr/>
          </p:nvSpPr>
          <p:spPr>
            <a:xfrm>
              <a:off x="9419885" y="2986589"/>
              <a:ext cx="90258" cy="90173"/>
            </a:xfrm>
            <a:custGeom>
              <a:avLst/>
              <a:gdLst>
                <a:gd name="connsiteX0" fmla="*/ 79395 w 90258"/>
                <a:gd name="connsiteY0" fmla="*/ 41496 h 90173"/>
                <a:gd name="connsiteX1" fmla="*/ 79395 w 90258"/>
                <a:gd name="connsiteY1" fmla="*/ 41496 h 90173"/>
                <a:gd name="connsiteX2" fmla="*/ 37221 w 90258"/>
                <a:gd name="connsiteY2" fmla="*/ 0 h 90173"/>
                <a:gd name="connsiteX3" fmla="*/ 11023 w 90258"/>
                <a:gd name="connsiteY3" fmla="*/ 26174 h 90173"/>
                <a:gd name="connsiteX4" fmla="*/ 11023 w 90258"/>
                <a:gd name="connsiteY4" fmla="*/ 79161 h 90173"/>
                <a:gd name="connsiteX5" fmla="*/ 64059 w 90258"/>
                <a:gd name="connsiteY5" fmla="*/ 79161 h 90173"/>
                <a:gd name="connsiteX6" fmla="*/ 90258 w 90258"/>
                <a:gd name="connsiteY6" fmla="*/ 52987 h 90173"/>
                <a:gd name="connsiteX7" fmla="*/ 79395 w 90258"/>
                <a:gd name="connsiteY7" fmla="*/ 41496 h 90173"/>
                <a:gd name="connsiteX8" fmla="*/ 79395 w 90258"/>
                <a:gd name="connsiteY8" fmla="*/ 41496 h 90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258" h="90173">
                  <a:moveTo>
                    <a:pt x="79395" y="41496"/>
                  </a:moveTo>
                  <a:lnTo>
                    <a:pt x="79395" y="41496"/>
                  </a:lnTo>
                  <a:lnTo>
                    <a:pt x="37221" y="0"/>
                  </a:lnTo>
                  <a:lnTo>
                    <a:pt x="11023" y="26174"/>
                  </a:lnTo>
                  <a:cubicBezTo>
                    <a:pt x="-3674" y="40857"/>
                    <a:pt x="-3674" y="64478"/>
                    <a:pt x="11023" y="79161"/>
                  </a:cubicBezTo>
                  <a:cubicBezTo>
                    <a:pt x="25719" y="93844"/>
                    <a:pt x="49363" y="93844"/>
                    <a:pt x="64059" y="79161"/>
                  </a:cubicBezTo>
                  <a:lnTo>
                    <a:pt x="90258" y="52987"/>
                  </a:lnTo>
                  <a:lnTo>
                    <a:pt x="79395" y="41496"/>
                  </a:lnTo>
                  <a:lnTo>
                    <a:pt x="79395" y="41496"/>
                  </a:lnTo>
                  <a:close/>
                </a:path>
              </a:pathLst>
            </a:custGeom>
            <a:solidFill>
              <a:srgbClr val="00ABAB"/>
            </a:solidFill>
            <a:ln w="6390" cap="flat">
              <a:noFill/>
              <a:prstDash val="solid"/>
              <a:miter/>
            </a:ln>
          </p:spPr>
          <p:txBody>
            <a:bodyPr rtlCol="0" anchor="ctr"/>
            <a:lstStyle/>
            <a:p>
              <a:endParaRPr lang="en-US"/>
            </a:p>
          </p:txBody>
        </p:sp>
        <p:sp>
          <p:nvSpPr>
            <p:cNvPr id="488" name="Graphic 4">
              <a:extLst>
                <a:ext uri="{FF2B5EF4-FFF2-40B4-BE49-F238E27FC236}">
                  <a16:creationId xmlns:a16="http://schemas.microsoft.com/office/drawing/2014/main" id="{DBF8CC59-C583-164F-B90B-0F0F39761E60}"/>
                </a:ext>
              </a:extLst>
            </p:cNvPr>
            <p:cNvSpPr/>
            <p:nvPr/>
          </p:nvSpPr>
          <p:spPr>
            <a:xfrm>
              <a:off x="9278827" y="28557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65821 w 362309"/>
                <a:gd name="connsiteY6" fmla="*/ 136617 h 361971"/>
                <a:gd name="connsiteX7" fmla="*/ 234511 w 362309"/>
                <a:gd name="connsiteY7" fmla="*/ 167899 h 361971"/>
                <a:gd name="connsiteX8" fmla="*/ 245374 w 362309"/>
                <a:gd name="connsiteY8" fmla="*/ 178752 h 361971"/>
                <a:gd name="connsiteX9" fmla="*/ 245374 w 362309"/>
                <a:gd name="connsiteY9" fmla="*/ 178752 h 361971"/>
                <a:gd name="connsiteX10" fmla="*/ 250486 w 362309"/>
                <a:gd name="connsiteY10" fmla="*/ 183859 h 361971"/>
                <a:gd name="connsiteX11" fmla="*/ 250486 w 362309"/>
                <a:gd name="connsiteY11" fmla="*/ 192796 h 361971"/>
                <a:gd name="connsiteX12" fmla="*/ 246013 w 362309"/>
                <a:gd name="connsiteY12" fmla="*/ 194711 h 361971"/>
                <a:gd name="connsiteX13" fmla="*/ 241540 w 362309"/>
                <a:gd name="connsiteY13" fmla="*/ 192796 h 361971"/>
                <a:gd name="connsiteX14" fmla="*/ 240901 w 362309"/>
                <a:gd name="connsiteY14" fmla="*/ 192158 h 361971"/>
                <a:gd name="connsiteX15" fmla="*/ 214702 w 362309"/>
                <a:gd name="connsiteY15" fmla="*/ 218332 h 361971"/>
                <a:gd name="connsiteX16" fmla="*/ 148886 w 362309"/>
                <a:gd name="connsiteY16" fmla="*/ 222801 h 361971"/>
                <a:gd name="connsiteX17" fmla="*/ 106712 w 362309"/>
                <a:gd name="connsiteY17" fmla="*/ 264935 h 361971"/>
                <a:gd name="connsiteX18" fmla="*/ 97766 w 362309"/>
                <a:gd name="connsiteY18" fmla="*/ 264935 h 361971"/>
                <a:gd name="connsiteX19" fmla="*/ 97766 w 362309"/>
                <a:gd name="connsiteY19" fmla="*/ 255998 h 361971"/>
                <a:gd name="connsiteX20" fmla="*/ 139940 w 362309"/>
                <a:gd name="connsiteY20" fmla="*/ 213863 h 361971"/>
                <a:gd name="connsiteX21" fmla="*/ 144412 w 362309"/>
                <a:gd name="connsiteY21" fmla="*/ 148108 h 361971"/>
                <a:gd name="connsiteX22" fmla="*/ 170612 w 362309"/>
                <a:gd name="connsiteY22" fmla="*/ 121934 h 361971"/>
                <a:gd name="connsiteX23" fmla="*/ 169972 w 362309"/>
                <a:gd name="connsiteY23" fmla="*/ 121296 h 361971"/>
                <a:gd name="connsiteX24" fmla="*/ 170612 w 362309"/>
                <a:gd name="connsiteY24" fmla="*/ 112358 h 361971"/>
                <a:gd name="connsiteX25" fmla="*/ 178918 w 362309"/>
                <a:gd name="connsiteY25" fmla="*/ 112358 h 361971"/>
                <a:gd name="connsiteX26" fmla="*/ 184031 w 362309"/>
                <a:gd name="connsiteY26" fmla="*/ 117465 h 361971"/>
                <a:gd name="connsiteX27" fmla="*/ 184031 w 362309"/>
                <a:gd name="connsiteY27" fmla="*/ 117465 h 361971"/>
                <a:gd name="connsiteX28" fmla="*/ 194893 w 362309"/>
                <a:gd name="connsiteY28" fmla="*/ 128318 h 361971"/>
                <a:gd name="connsiteX29" fmla="*/ 226204 w 362309"/>
                <a:gd name="connsiteY29" fmla="*/ 97036 h 361971"/>
                <a:gd name="connsiteX30" fmla="*/ 235150 w 362309"/>
                <a:gd name="connsiteY30" fmla="*/ 97036 h 361971"/>
                <a:gd name="connsiteX31" fmla="*/ 235150 w 362309"/>
                <a:gd name="connsiteY31" fmla="*/ 97036 h 361971"/>
                <a:gd name="connsiteX32" fmla="*/ 235150 w 362309"/>
                <a:gd name="connsiteY32" fmla="*/ 105974 h 361971"/>
                <a:gd name="connsiteX33" fmla="*/ 203839 w 362309"/>
                <a:gd name="connsiteY33" fmla="*/ 137256 h 361971"/>
                <a:gd name="connsiteX34" fmla="*/ 225565 w 362309"/>
                <a:gd name="connsiteY34" fmla="*/ 158961 h 361971"/>
                <a:gd name="connsiteX35" fmla="*/ 256876 w 362309"/>
                <a:gd name="connsiteY35" fmla="*/ 127680 h 361971"/>
                <a:gd name="connsiteX36" fmla="*/ 265821 w 362309"/>
                <a:gd name="connsiteY36" fmla="*/ 127680 h 361971"/>
                <a:gd name="connsiteX37" fmla="*/ 265821 w 362309"/>
                <a:gd name="connsiteY37" fmla="*/ 136617 h 361971"/>
                <a:gd name="connsiteX38" fmla="*/ 265821 w 362309"/>
                <a:gd name="connsiteY38" fmla="*/ 136617 h 361971"/>
                <a:gd name="connsiteX39" fmla="*/ 265821 w 362309"/>
                <a:gd name="connsiteY39" fmla="*/ 13661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2309" h="361971">
                  <a:moveTo>
                    <a:pt x="181474" y="0"/>
                  </a:moveTo>
                  <a:cubicBezTo>
                    <a:pt x="81153" y="0"/>
                    <a:pt x="0" y="81076"/>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6"/>
                    <a:pt x="281157" y="0"/>
                    <a:pt x="181474" y="0"/>
                  </a:cubicBezTo>
                  <a:close/>
                  <a:moveTo>
                    <a:pt x="265821" y="136617"/>
                  </a:moveTo>
                  <a:lnTo>
                    <a:pt x="234511" y="167899"/>
                  </a:lnTo>
                  <a:lnTo>
                    <a:pt x="245374" y="178752"/>
                  </a:lnTo>
                  <a:lnTo>
                    <a:pt x="245374" y="178752"/>
                  </a:lnTo>
                  <a:lnTo>
                    <a:pt x="250486" y="183859"/>
                  </a:lnTo>
                  <a:cubicBezTo>
                    <a:pt x="253041" y="186412"/>
                    <a:pt x="253041" y="190243"/>
                    <a:pt x="250486" y="192796"/>
                  </a:cubicBezTo>
                  <a:cubicBezTo>
                    <a:pt x="249208" y="194073"/>
                    <a:pt x="247930" y="194711"/>
                    <a:pt x="246013" y="194711"/>
                  </a:cubicBezTo>
                  <a:cubicBezTo>
                    <a:pt x="244096" y="194711"/>
                    <a:pt x="242818" y="194073"/>
                    <a:pt x="241540" y="192796"/>
                  </a:cubicBezTo>
                  <a:lnTo>
                    <a:pt x="240901" y="192158"/>
                  </a:lnTo>
                  <a:lnTo>
                    <a:pt x="214702" y="218332"/>
                  </a:lnTo>
                  <a:cubicBezTo>
                    <a:pt x="196810" y="236207"/>
                    <a:pt x="168695" y="238122"/>
                    <a:pt x="148886" y="222801"/>
                  </a:cubicBezTo>
                  <a:lnTo>
                    <a:pt x="106712" y="264935"/>
                  </a:lnTo>
                  <a:cubicBezTo>
                    <a:pt x="104156" y="267489"/>
                    <a:pt x="100322" y="267489"/>
                    <a:pt x="97766" y="264935"/>
                  </a:cubicBezTo>
                  <a:cubicBezTo>
                    <a:pt x="95210" y="262382"/>
                    <a:pt x="95210" y="258551"/>
                    <a:pt x="97766" y="255998"/>
                  </a:cubicBezTo>
                  <a:lnTo>
                    <a:pt x="139940" y="213863"/>
                  </a:lnTo>
                  <a:cubicBezTo>
                    <a:pt x="124604" y="194073"/>
                    <a:pt x="126521" y="165984"/>
                    <a:pt x="144412" y="148108"/>
                  </a:cubicBezTo>
                  <a:lnTo>
                    <a:pt x="170612" y="121934"/>
                  </a:lnTo>
                  <a:lnTo>
                    <a:pt x="169972" y="121296"/>
                  </a:lnTo>
                  <a:cubicBezTo>
                    <a:pt x="167417" y="118742"/>
                    <a:pt x="168056" y="114273"/>
                    <a:pt x="170612" y="112358"/>
                  </a:cubicBezTo>
                  <a:cubicBezTo>
                    <a:pt x="173167" y="110443"/>
                    <a:pt x="176362" y="110443"/>
                    <a:pt x="178918" y="112358"/>
                  </a:cubicBezTo>
                  <a:lnTo>
                    <a:pt x="184031" y="117465"/>
                  </a:lnTo>
                  <a:lnTo>
                    <a:pt x="184031" y="117465"/>
                  </a:lnTo>
                  <a:lnTo>
                    <a:pt x="194893" y="128318"/>
                  </a:lnTo>
                  <a:lnTo>
                    <a:pt x="226204" y="97036"/>
                  </a:lnTo>
                  <a:cubicBezTo>
                    <a:pt x="228760" y="94483"/>
                    <a:pt x="232594" y="94483"/>
                    <a:pt x="235150" y="97036"/>
                  </a:cubicBezTo>
                  <a:cubicBezTo>
                    <a:pt x="235150" y="97036"/>
                    <a:pt x="235150" y="97036"/>
                    <a:pt x="235150" y="97036"/>
                  </a:cubicBezTo>
                  <a:cubicBezTo>
                    <a:pt x="237706" y="99590"/>
                    <a:pt x="237706" y="103420"/>
                    <a:pt x="235150" y="105974"/>
                  </a:cubicBezTo>
                  <a:lnTo>
                    <a:pt x="203839" y="137256"/>
                  </a:lnTo>
                  <a:lnTo>
                    <a:pt x="225565" y="158961"/>
                  </a:lnTo>
                  <a:lnTo>
                    <a:pt x="256876" y="127680"/>
                  </a:lnTo>
                  <a:cubicBezTo>
                    <a:pt x="259431" y="125126"/>
                    <a:pt x="263266" y="125126"/>
                    <a:pt x="265821" y="127680"/>
                  </a:cubicBezTo>
                  <a:cubicBezTo>
                    <a:pt x="268377" y="129595"/>
                    <a:pt x="268377" y="134064"/>
                    <a:pt x="265821" y="136617"/>
                  </a:cubicBezTo>
                  <a:cubicBezTo>
                    <a:pt x="265821" y="136617"/>
                    <a:pt x="265821" y="136617"/>
                    <a:pt x="265821" y="136617"/>
                  </a:cubicBezTo>
                  <a:lnTo>
                    <a:pt x="265821" y="136617"/>
                  </a:lnTo>
                  <a:close/>
                </a:path>
              </a:pathLst>
            </a:custGeom>
            <a:solidFill>
              <a:srgbClr val="00ABAB"/>
            </a:solidFill>
            <a:ln w="6390" cap="flat">
              <a:noFill/>
              <a:prstDash val="solid"/>
              <a:miter/>
            </a:ln>
          </p:spPr>
          <p:txBody>
            <a:bodyPr rtlCol="0" anchor="ctr"/>
            <a:lstStyle/>
            <a:p>
              <a:endParaRPr lang="en-US"/>
            </a:p>
          </p:txBody>
        </p:sp>
      </p:grpSp>
      <p:grpSp>
        <p:nvGrpSpPr>
          <p:cNvPr id="489" name="Graphic 4">
            <a:extLst>
              <a:ext uri="{FF2B5EF4-FFF2-40B4-BE49-F238E27FC236}">
                <a16:creationId xmlns:a16="http://schemas.microsoft.com/office/drawing/2014/main" id="{F67D215A-3704-F243-A6D1-5BDC8A90D325}"/>
              </a:ext>
            </a:extLst>
          </p:cNvPr>
          <p:cNvGrpSpPr>
            <a:grpSpLocks noChangeAspect="1"/>
          </p:cNvGrpSpPr>
          <p:nvPr/>
        </p:nvGrpSpPr>
        <p:grpSpPr>
          <a:xfrm>
            <a:off x="9278827" y="1402723"/>
            <a:ext cx="362309" cy="361971"/>
            <a:chOff x="9278827" y="1402723"/>
            <a:chExt cx="362309" cy="361971"/>
          </a:xfrm>
          <a:solidFill>
            <a:srgbClr val="00ABAB"/>
          </a:solidFill>
        </p:grpSpPr>
        <p:sp>
          <p:nvSpPr>
            <p:cNvPr id="490" name="Graphic 4">
              <a:extLst>
                <a:ext uri="{FF2B5EF4-FFF2-40B4-BE49-F238E27FC236}">
                  <a16:creationId xmlns:a16="http://schemas.microsoft.com/office/drawing/2014/main" id="{E1DEB6C1-F9B8-FA4C-913F-0C151344285E}"/>
                </a:ext>
              </a:extLst>
            </p:cNvPr>
            <p:cNvSpPr/>
            <p:nvPr/>
          </p:nvSpPr>
          <p:spPr>
            <a:xfrm>
              <a:off x="9413016" y="1536148"/>
              <a:ext cx="94571" cy="94482"/>
            </a:xfrm>
            <a:custGeom>
              <a:avLst/>
              <a:gdLst>
                <a:gd name="connsiteX0" fmla="*/ 47286 w 94571"/>
                <a:gd name="connsiteY0" fmla="*/ 94483 h 94482"/>
                <a:gd name="connsiteX1" fmla="*/ 94571 w 94571"/>
                <a:gd name="connsiteY1" fmla="*/ 47241 h 94482"/>
                <a:gd name="connsiteX2" fmla="*/ 47286 w 94571"/>
                <a:gd name="connsiteY2" fmla="*/ 0 h 94482"/>
                <a:gd name="connsiteX3" fmla="*/ 0 w 94571"/>
                <a:gd name="connsiteY3" fmla="*/ 47241 h 94482"/>
                <a:gd name="connsiteX4" fmla="*/ 47286 w 94571"/>
                <a:gd name="connsiteY4" fmla="*/ 94483 h 94482"/>
                <a:gd name="connsiteX5" fmla="*/ 60704 w 94571"/>
                <a:gd name="connsiteY5" fmla="*/ 54264 h 94482"/>
                <a:gd name="connsiteX6" fmla="*/ 74123 w 94571"/>
                <a:gd name="connsiteY6" fmla="*/ 54264 h 94482"/>
                <a:gd name="connsiteX7" fmla="*/ 80513 w 94571"/>
                <a:gd name="connsiteY7" fmla="*/ 60648 h 94482"/>
                <a:gd name="connsiteX8" fmla="*/ 74123 w 94571"/>
                <a:gd name="connsiteY8" fmla="*/ 67032 h 94482"/>
                <a:gd name="connsiteX9" fmla="*/ 60704 w 94571"/>
                <a:gd name="connsiteY9" fmla="*/ 67032 h 94482"/>
                <a:gd name="connsiteX10" fmla="*/ 54314 w 94571"/>
                <a:gd name="connsiteY10" fmla="*/ 60648 h 94482"/>
                <a:gd name="connsiteX11" fmla="*/ 60704 w 94571"/>
                <a:gd name="connsiteY11" fmla="*/ 54264 h 94482"/>
                <a:gd name="connsiteX12" fmla="*/ 40896 w 94571"/>
                <a:gd name="connsiteY12" fmla="*/ 20429 h 94482"/>
                <a:gd name="connsiteX13" fmla="*/ 47286 w 94571"/>
                <a:gd name="connsiteY13" fmla="*/ 14045 h 94482"/>
                <a:gd name="connsiteX14" fmla="*/ 53676 w 94571"/>
                <a:gd name="connsiteY14" fmla="*/ 20429 h 94482"/>
                <a:gd name="connsiteX15" fmla="*/ 53676 w 94571"/>
                <a:gd name="connsiteY15" fmla="*/ 33835 h 94482"/>
                <a:gd name="connsiteX16" fmla="*/ 47286 w 94571"/>
                <a:gd name="connsiteY16" fmla="*/ 40219 h 94482"/>
                <a:gd name="connsiteX17" fmla="*/ 40896 w 94571"/>
                <a:gd name="connsiteY17" fmla="*/ 33835 h 94482"/>
                <a:gd name="connsiteX18" fmla="*/ 40896 w 94571"/>
                <a:gd name="connsiteY18" fmla="*/ 20429 h 94482"/>
                <a:gd name="connsiteX19" fmla="*/ 20448 w 94571"/>
                <a:gd name="connsiteY19" fmla="*/ 54264 h 94482"/>
                <a:gd name="connsiteX20" fmla="*/ 33867 w 94571"/>
                <a:gd name="connsiteY20" fmla="*/ 54264 h 94482"/>
                <a:gd name="connsiteX21" fmla="*/ 40257 w 94571"/>
                <a:gd name="connsiteY21" fmla="*/ 60648 h 94482"/>
                <a:gd name="connsiteX22" fmla="*/ 33867 w 94571"/>
                <a:gd name="connsiteY22" fmla="*/ 67032 h 94482"/>
                <a:gd name="connsiteX23" fmla="*/ 20448 w 94571"/>
                <a:gd name="connsiteY23" fmla="*/ 67032 h 94482"/>
                <a:gd name="connsiteX24" fmla="*/ 14058 w 94571"/>
                <a:gd name="connsiteY24" fmla="*/ 60648 h 94482"/>
                <a:gd name="connsiteX25" fmla="*/ 20448 w 94571"/>
                <a:gd name="connsiteY25" fmla="*/ 54264 h 94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4571" h="94482">
                  <a:moveTo>
                    <a:pt x="47286" y="94483"/>
                  </a:moveTo>
                  <a:cubicBezTo>
                    <a:pt x="73484" y="94483"/>
                    <a:pt x="94571" y="73416"/>
                    <a:pt x="94571" y="47241"/>
                  </a:cubicBezTo>
                  <a:cubicBezTo>
                    <a:pt x="94571" y="21067"/>
                    <a:pt x="73484" y="0"/>
                    <a:pt x="47286" y="0"/>
                  </a:cubicBezTo>
                  <a:cubicBezTo>
                    <a:pt x="21087" y="0"/>
                    <a:pt x="0" y="21067"/>
                    <a:pt x="0" y="47241"/>
                  </a:cubicBezTo>
                  <a:cubicBezTo>
                    <a:pt x="0" y="73416"/>
                    <a:pt x="21087" y="94483"/>
                    <a:pt x="47286" y="94483"/>
                  </a:cubicBezTo>
                  <a:close/>
                  <a:moveTo>
                    <a:pt x="60704" y="54264"/>
                  </a:moveTo>
                  <a:lnTo>
                    <a:pt x="74123" y="54264"/>
                  </a:lnTo>
                  <a:cubicBezTo>
                    <a:pt x="77958" y="54264"/>
                    <a:pt x="80513" y="56817"/>
                    <a:pt x="80513" y="60648"/>
                  </a:cubicBezTo>
                  <a:cubicBezTo>
                    <a:pt x="80513" y="64478"/>
                    <a:pt x="77958" y="67032"/>
                    <a:pt x="74123" y="67032"/>
                  </a:cubicBezTo>
                  <a:lnTo>
                    <a:pt x="60704" y="67032"/>
                  </a:lnTo>
                  <a:cubicBezTo>
                    <a:pt x="56871" y="67032"/>
                    <a:pt x="54314" y="64478"/>
                    <a:pt x="54314" y="60648"/>
                  </a:cubicBezTo>
                  <a:cubicBezTo>
                    <a:pt x="54314" y="56817"/>
                    <a:pt x="56871" y="54264"/>
                    <a:pt x="60704" y="54264"/>
                  </a:cubicBezTo>
                  <a:close/>
                  <a:moveTo>
                    <a:pt x="40896" y="20429"/>
                  </a:moveTo>
                  <a:cubicBezTo>
                    <a:pt x="40896" y="16598"/>
                    <a:pt x="43452" y="14045"/>
                    <a:pt x="47286" y="14045"/>
                  </a:cubicBezTo>
                  <a:cubicBezTo>
                    <a:pt x="51119" y="14045"/>
                    <a:pt x="53676" y="16598"/>
                    <a:pt x="53676" y="20429"/>
                  </a:cubicBezTo>
                  <a:lnTo>
                    <a:pt x="53676" y="33835"/>
                  </a:lnTo>
                  <a:cubicBezTo>
                    <a:pt x="53676" y="37665"/>
                    <a:pt x="51119" y="40219"/>
                    <a:pt x="47286" y="40219"/>
                  </a:cubicBezTo>
                  <a:cubicBezTo>
                    <a:pt x="43452" y="40219"/>
                    <a:pt x="40896" y="37665"/>
                    <a:pt x="40896" y="33835"/>
                  </a:cubicBezTo>
                  <a:lnTo>
                    <a:pt x="40896" y="20429"/>
                  </a:lnTo>
                  <a:close/>
                  <a:moveTo>
                    <a:pt x="20448" y="54264"/>
                  </a:moveTo>
                  <a:lnTo>
                    <a:pt x="33867" y="54264"/>
                  </a:lnTo>
                  <a:cubicBezTo>
                    <a:pt x="37701" y="54264"/>
                    <a:pt x="40257" y="56817"/>
                    <a:pt x="40257" y="60648"/>
                  </a:cubicBezTo>
                  <a:cubicBezTo>
                    <a:pt x="40257" y="64478"/>
                    <a:pt x="37701" y="67032"/>
                    <a:pt x="33867" y="67032"/>
                  </a:cubicBezTo>
                  <a:lnTo>
                    <a:pt x="20448" y="67032"/>
                  </a:lnTo>
                  <a:cubicBezTo>
                    <a:pt x="16614" y="67032"/>
                    <a:pt x="14058" y="64478"/>
                    <a:pt x="14058" y="60648"/>
                  </a:cubicBezTo>
                  <a:cubicBezTo>
                    <a:pt x="14058" y="56817"/>
                    <a:pt x="16614" y="54264"/>
                    <a:pt x="20448" y="54264"/>
                  </a:cubicBezTo>
                  <a:close/>
                </a:path>
              </a:pathLst>
            </a:custGeom>
            <a:solidFill>
              <a:srgbClr val="00ABAB"/>
            </a:solidFill>
            <a:ln w="6390" cap="flat">
              <a:noFill/>
              <a:prstDash val="solid"/>
              <a:miter/>
            </a:ln>
          </p:spPr>
          <p:txBody>
            <a:bodyPr rtlCol="0" anchor="ctr"/>
            <a:lstStyle/>
            <a:p>
              <a:endParaRPr lang="en-US"/>
            </a:p>
          </p:txBody>
        </p:sp>
        <p:sp>
          <p:nvSpPr>
            <p:cNvPr id="491" name="Graphic 4">
              <a:extLst>
                <a:ext uri="{FF2B5EF4-FFF2-40B4-BE49-F238E27FC236}">
                  <a16:creationId xmlns:a16="http://schemas.microsoft.com/office/drawing/2014/main" id="{1F166CBD-6489-FE41-9A09-7FB6E4351C6A}"/>
                </a:ext>
              </a:extLst>
            </p:cNvPr>
            <p:cNvSpPr/>
            <p:nvPr/>
          </p:nvSpPr>
          <p:spPr>
            <a:xfrm>
              <a:off x="9386178" y="1509336"/>
              <a:ext cx="148246" cy="148108"/>
            </a:xfrm>
            <a:custGeom>
              <a:avLst/>
              <a:gdLst>
                <a:gd name="connsiteX0" fmla="*/ 0 w 148246"/>
                <a:gd name="connsiteY0" fmla="*/ 148108 h 148108"/>
                <a:gd name="connsiteX1" fmla="*/ 148246 w 148246"/>
                <a:gd name="connsiteY1" fmla="*/ 148108 h 148108"/>
                <a:gd name="connsiteX2" fmla="*/ 148246 w 148246"/>
                <a:gd name="connsiteY2" fmla="*/ 0 h 148108"/>
                <a:gd name="connsiteX3" fmla="*/ 0 w 148246"/>
                <a:gd name="connsiteY3" fmla="*/ 0 h 148108"/>
                <a:gd name="connsiteX4" fmla="*/ 0 w 148246"/>
                <a:gd name="connsiteY4" fmla="*/ 148108 h 148108"/>
                <a:gd name="connsiteX5" fmla="*/ 74123 w 148246"/>
                <a:gd name="connsiteY5" fmla="*/ 14045 h 148108"/>
                <a:gd name="connsiteX6" fmla="*/ 134189 w 148246"/>
                <a:gd name="connsiteY6" fmla="*/ 74054 h 148108"/>
                <a:gd name="connsiteX7" fmla="*/ 74123 w 148246"/>
                <a:gd name="connsiteY7" fmla="*/ 134064 h 148108"/>
                <a:gd name="connsiteX8" fmla="*/ 14058 w 148246"/>
                <a:gd name="connsiteY8" fmla="*/ 74054 h 148108"/>
                <a:gd name="connsiteX9" fmla="*/ 74123 w 148246"/>
                <a:gd name="connsiteY9" fmla="*/ 14045 h 148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8246" h="148108">
                  <a:moveTo>
                    <a:pt x="0" y="148108"/>
                  </a:moveTo>
                  <a:lnTo>
                    <a:pt x="148246" y="148108"/>
                  </a:lnTo>
                  <a:lnTo>
                    <a:pt x="148246" y="0"/>
                  </a:lnTo>
                  <a:lnTo>
                    <a:pt x="0" y="0"/>
                  </a:lnTo>
                  <a:lnTo>
                    <a:pt x="0" y="148108"/>
                  </a:lnTo>
                  <a:close/>
                  <a:moveTo>
                    <a:pt x="74123" y="14045"/>
                  </a:moveTo>
                  <a:cubicBezTo>
                    <a:pt x="107350" y="14045"/>
                    <a:pt x="134189" y="40857"/>
                    <a:pt x="134189" y="74054"/>
                  </a:cubicBezTo>
                  <a:cubicBezTo>
                    <a:pt x="134189" y="107251"/>
                    <a:pt x="107350" y="134064"/>
                    <a:pt x="74123" y="134064"/>
                  </a:cubicBezTo>
                  <a:cubicBezTo>
                    <a:pt x="40896" y="134064"/>
                    <a:pt x="14058" y="107251"/>
                    <a:pt x="14058" y="74054"/>
                  </a:cubicBezTo>
                  <a:cubicBezTo>
                    <a:pt x="14058" y="40857"/>
                    <a:pt x="40896" y="14045"/>
                    <a:pt x="74123" y="14045"/>
                  </a:cubicBezTo>
                  <a:close/>
                </a:path>
              </a:pathLst>
            </a:custGeom>
            <a:solidFill>
              <a:srgbClr val="00ABAB"/>
            </a:solidFill>
            <a:ln w="6390" cap="flat">
              <a:noFill/>
              <a:prstDash val="solid"/>
              <a:miter/>
            </a:ln>
          </p:spPr>
          <p:txBody>
            <a:bodyPr rtlCol="0" anchor="ctr"/>
            <a:lstStyle/>
            <a:p>
              <a:endParaRPr lang="en-US"/>
            </a:p>
          </p:txBody>
        </p:sp>
        <p:sp>
          <p:nvSpPr>
            <p:cNvPr id="492" name="Graphic 4">
              <a:extLst>
                <a:ext uri="{FF2B5EF4-FFF2-40B4-BE49-F238E27FC236}">
                  <a16:creationId xmlns:a16="http://schemas.microsoft.com/office/drawing/2014/main" id="{6CC75B94-69F4-1446-9912-5009CE841749}"/>
                </a:ext>
              </a:extLst>
            </p:cNvPr>
            <p:cNvSpPr/>
            <p:nvPr/>
          </p:nvSpPr>
          <p:spPr>
            <a:xfrm>
              <a:off x="9278827" y="14027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68377 w 362309"/>
                <a:gd name="connsiteY6" fmla="*/ 254721 h 361971"/>
                <a:gd name="connsiteX7" fmla="*/ 255597 w 362309"/>
                <a:gd name="connsiteY7" fmla="*/ 267489 h 361971"/>
                <a:gd name="connsiteX8" fmla="*/ 107351 w 362309"/>
                <a:gd name="connsiteY8" fmla="*/ 267489 h 361971"/>
                <a:gd name="connsiteX9" fmla="*/ 94571 w 362309"/>
                <a:gd name="connsiteY9" fmla="*/ 254721 h 361971"/>
                <a:gd name="connsiteX10" fmla="*/ 94571 w 362309"/>
                <a:gd name="connsiteY10" fmla="*/ 106612 h 361971"/>
                <a:gd name="connsiteX11" fmla="*/ 107351 w 362309"/>
                <a:gd name="connsiteY11" fmla="*/ 93845 h 361971"/>
                <a:gd name="connsiteX12" fmla="*/ 255597 w 362309"/>
                <a:gd name="connsiteY12" fmla="*/ 93845 h 361971"/>
                <a:gd name="connsiteX13" fmla="*/ 268377 w 362309"/>
                <a:gd name="connsiteY13" fmla="*/ 106612 h 361971"/>
                <a:gd name="connsiteX14" fmla="*/ 268377 w 362309"/>
                <a:gd name="connsiteY14" fmla="*/ 25472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0438"/>
                    <a:pt x="281157" y="0"/>
                    <a:pt x="181474" y="0"/>
                  </a:cubicBezTo>
                  <a:close/>
                  <a:moveTo>
                    <a:pt x="268377" y="254721"/>
                  </a:moveTo>
                  <a:cubicBezTo>
                    <a:pt x="268377" y="261743"/>
                    <a:pt x="262626" y="267489"/>
                    <a:pt x="255597" y="267489"/>
                  </a:cubicBezTo>
                  <a:lnTo>
                    <a:pt x="107351" y="267489"/>
                  </a:lnTo>
                  <a:cubicBezTo>
                    <a:pt x="100322" y="267489"/>
                    <a:pt x="94571" y="261743"/>
                    <a:pt x="94571" y="254721"/>
                  </a:cubicBezTo>
                  <a:lnTo>
                    <a:pt x="94571" y="106612"/>
                  </a:lnTo>
                  <a:cubicBezTo>
                    <a:pt x="94571" y="99590"/>
                    <a:pt x="100322" y="93845"/>
                    <a:pt x="107351" y="93845"/>
                  </a:cubicBezTo>
                  <a:lnTo>
                    <a:pt x="255597" y="93845"/>
                  </a:lnTo>
                  <a:cubicBezTo>
                    <a:pt x="262626" y="93845"/>
                    <a:pt x="268377" y="99590"/>
                    <a:pt x="268377" y="106612"/>
                  </a:cubicBezTo>
                  <a:lnTo>
                    <a:pt x="268377" y="254721"/>
                  </a:lnTo>
                  <a:close/>
                </a:path>
              </a:pathLst>
            </a:custGeom>
            <a:solidFill>
              <a:srgbClr val="00ABAB"/>
            </a:solidFill>
            <a:ln w="6390" cap="flat">
              <a:noFill/>
              <a:prstDash val="solid"/>
              <a:miter/>
            </a:ln>
          </p:spPr>
          <p:txBody>
            <a:bodyPr rtlCol="0" anchor="ctr"/>
            <a:lstStyle/>
            <a:p>
              <a:endParaRPr lang="en-US"/>
            </a:p>
          </p:txBody>
        </p:sp>
      </p:grpSp>
      <p:grpSp>
        <p:nvGrpSpPr>
          <p:cNvPr id="493" name="Graphic 4">
            <a:extLst>
              <a:ext uri="{FF2B5EF4-FFF2-40B4-BE49-F238E27FC236}">
                <a16:creationId xmlns:a16="http://schemas.microsoft.com/office/drawing/2014/main" id="{856A9F77-20BF-F04B-A475-B151D3C83D3A}"/>
              </a:ext>
            </a:extLst>
          </p:cNvPr>
          <p:cNvGrpSpPr>
            <a:grpSpLocks noChangeAspect="1"/>
          </p:cNvGrpSpPr>
          <p:nvPr/>
        </p:nvGrpSpPr>
        <p:grpSpPr>
          <a:xfrm>
            <a:off x="9278827" y="2371173"/>
            <a:ext cx="362309" cy="361971"/>
            <a:chOff x="9278827" y="2371173"/>
            <a:chExt cx="362309" cy="361971"/>
          </a:xfrm>
          <a:solidFill>
            <a:srgbClr val="00ABAB"/>
          </a:solidFill>
        </p:grpSpPr>
        <p:sp>
          <p:nvSpPr>
            <p:cNvPr id="494" name="Graphic 4">
              <a:extLst>
                <a:ext uri="{FF2B5EF4-FFF2-40B4-BE49-F238E27FC236}">
                  <a16:creationId xmlns:a16="http://schemas.microsoft.com/office/drawing/2014/main" id="{FD57406D-2191-E445-B582-8A59AFD8034B}"/>
                </a:ext>
              </a:extLst>
            </p:cNvPr>
            <p:cNvSpPr/>
            <p:nvPr/>
          </p:nvSpPr>
          <p:spPr>
            <a:xfrm>
              <a:off x="9413016" y="2504598"/>
              <a:ext cx="94571" cy="94482"/>
            </a:xfrm>
            <a:custGeom>
              <a:avLst/>
              <a:gdLst>
                <a:gd name="connsiteX0" fmla="*/ 47286 w 94571"/>
                <a:gd name="connsiteY0" fmla="*/ 94483 h 94482"/>
                <a:gd name="connsiteX1" fmla="*/ 94571 w 94571"/>
                <a:gd name="connsiteY1" fmla="*/ 47241 h 94482"/>
                <a:gd name="connsiteX2" fmla="*/ 47286 w 94571"/>
                <a:gd name="connsiteY2" fmla="*/ 0 h 94482"/>
                <a:gd name="connsiteX3" fmla="*/ 0 w 94571"/>
                <a:gd name="connsiteY3" fmla="*/ 47241 h 94482"/>
                <a:gd name="connsiteX4" fmla="*/ 47286 w 94571"/>
                <a:gd name="connsiteY4" fmla="*/ 94483 h 94482"/>
                <a:gd name="connsiteX5" fmla="*/ 67094 w 94571"/>
                <a:gd name="connsiteY5" fmla="*/ 37027 h 94482"/>
                <a:gd name="connsiteX6" fmla="*/ 77958 w 94571"/>
                <a:gd name="connsiteY6" fmla="*/ 47880 h 94482"/>
                <a:gd name="connsiteX7" fmla="*/ 67094 w 94571"/>
                <a:gd name="connsiteY7" fmla="*/ 58733 h 94482"/>
                <a:gd name="connsiteX8" fmla="*/ 56232 w 94571"/>
                <a:gd name="connsiteY8" fmla="*/ 47880 h 94482"/>
                <a:gd name="connsiteX9" fmla="*/ 56232 w 94571"/>
                <a:gd name="connsiteY9" fmla="*/ 47880 h 94482"/>
                <a:gd name="connsiteX10" fmla="*/ 67094 w 94571"/>
                <a:gd name="connsiteY10" fmla="*/ 37027 h 94482"/>
                <a:gd name="connsiteX11" fmla="*/ 27477 w 94571"/>
                <a:gd name="connsiteY11" fmla="*/ 37027 h 94482"/>
                <a:gd name="connsiteX12" fmla="*/ 38340 w 94571"/>
                <a:gd name="connsiteY12" fmla="*/ 47880 h 94482"/>
                <a:gd name="connsiteX13" fmla="*/ 27477 w 94571"/>
                <a:gd name="connsiteY13" fmla="*/ 58733 h 94482"/>
                <a:gd name="connsiteX14" fmla="*/ 16614 w 94571"/>
                <a:gd name="connsiteY14" fmla="*/ 47880 h 94482"/>
                <a:gd name="connsiteX15" fmla="*/ 16614 w 94571"/>
                <a:gd name="connsiteY15" fmla="*/ 47880 h 94482"/>
                <a:gd name="connsiteX16" fmla="*/ 27477 w 94571"/>
                <a:gd name="connsiteY16" fmla="*/ 37027 h 94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4571" h="94482">
                  <a:moveTo>
                    <a:pt x="47286" y="94483"/>
                  </a:moveTo>
                  <a:cubicBezTo>
                    <a:pt x="73484" y="94483"/>
                    <a:pt x="94571" y="73416"/>
                    <a:pt x="94571" y="47241"/>
                  </a:cubicBezTo>
                  <a:cubicBezTo>
                    <a:pt x="94571" y="21067"/>
                    <a:pt x="73484" y="0"/>
                    <a:pt x="47286" y="0"/>
                  </a:cubicBezTo>
                  <a:cubicBezTo>
                    <a:pt x="21087" y="0"/>
                    <a:pt x="0" y="21067"/>
                    <a:pt x="0" y="47241"/>
                  </a:cubicBezTo>
                  <a:cubicBezTo>
                    <a:pt x="0" y="73416"/>
                    <a:pt x="21087" y="94483"/>
                    <a:pt x="47286" y="94483"/>
                  </a:cubicBezTo>
                  <a:close/>
                  <a:moveTo>
                    <a:pt x="67094" y="37027"/>
                  </a:moveTo>
                  <a:cubicBezTo>
                    <a:pt x="72845" y="37027"/>
                    <a:pt x="77958" y="42134"/>
                    <a:pt x="77958" y="47880"/>
                  </a:cubicBezTo>
                  <a:cubicBezTo>
                    <a:pt x="77958" y="53625"/>
                    <a:pt x="72845" y="58733"/>
                    <a:pt x="67094" y="58733"/>
                  </a:cubicBezTo>
                  <a:cubicBezTo>
                    <a:pt x="61343" y="58733"/>
                    <a:pt x="56232" y="53625"/>
                    <a:pt x="56232" y="47880"/>
                  </a:cubicBezTo>
                  <a:cubicBezTo>
                    <a:pt x="56232" y="47880"/>
                    <a:pt x="56232" y="47880"/>
                    <a:pt x="56232" y="47880"/>
                  </a:cubicBezTo>
                  <a:cubicBezTo>
                    <a:pt x="56871" y="41496"/>
                    <a:pt x="61343" y="37027"/>
                    <a:pt x="67094" y="37027"/>
                  </a:cubicBezTo>
                  <a:close/>
                  <a:moveTo>
                    <a:pt x="27477" y="37027"/>
                  </a:moveTo>
                  <a:cubicBezTo>
                    <a:pt x="33228" y="37027"/>
                    <a:pt x="38340" y="42134"/>
                    <a:pt x="38340" y="47880"/>
                  </a:cubicBezTo>
                  <a:cubicBezTo>
                    <a:pt x="38340" y="53625"/>
                    <a:pt x="33228" y="58733"/>
                    <a:pt x="27477" y="58733"/>
                  </a:cubicBezTo>
                  <a:cubicBezTo>
                    <a:pt x="21726" y="58733"/>
                    <a:pt x="16614" y="53625"/>
                    <a:pt x="16614" y="47880"/>
                  </a:cubicBezTo>
                  <a:cubicBezTo>
                    <a:pt x="16614" y="47880"/>
                    <a:pt x="16614" y="47880"/>
                    <a:pt x="16614" y="47880"/>
                  </a:cubicBezTo>
                  <a:cubicBezTo>
                    <a:pt x="16614" y="41496"/>
                    <a:pt x="21726" y="37027"/>
                    <a:pt x="27477" y="37027"/>
                  </a:cubicBezTo>
                  <a:close/>
                </a:path>
              </a:pathLst>
            </a:custGeom>
            <a:solidFill>
              <a:srgbClr val="00ABAB"/>
            </a:solidFill>
            <a:ln w="6390" cap="flat">
              <a:noFill/>
              <a:prstDash val="solid"/>
              <a:miter/>
            </a:ln>
          </p:spPr>
          <p:txBody>
            <a:bodyPr rtlCol="0" anchor="ctr"/>
            <a:lstStyle/>
            <a:p>
              <a:endParaRPr lang="en-US"/>
            </a:p>
          </p:txBody>
        </p:sp>
        <p:sp>
          <p:nvSpPr>
            <p:cNvPr id="495" name="Graphic 4">
              <a:extLst>
                <a:ext uri="{FF2B5EF4-FFF2-40B4-BE49-F238E27FC236}">
                  <a16:creationId xmlns:a16="http://schemas.microsoft.com/office/drawing/2014/main" id="{CFC85F3A-D4F5-104F-A2F6-0E99DFF0EBFA}"/>
                </a:ext>
              </a:extLst>
            </p:cNvPr>
            <p:cNvSpPr/>
            <p:nvPr/>
          </p:nvSpPr>
          <p:spPr>
            <a:xfrm>
              <a:off x="9278827" y="237117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68377 w 362309"/>
                <a:gd name="connsiteY6" fmla="*/ 254721 h 361971"/>
                <a:gd name="connsiteX7" fmla="*/ 255597 w 362309"/>
                <a:gd name="connsiteY7" fmla="*/ 267489 h 361971"/>
                <a:gd name="connsiteX8" fmla="*/ 107351 w 362309"/>
                <a:gd name="connsiteY8" fmla="*/ 267489 h 361971"/>
                <a:gd name="connsiteX9" fmla="*/ 94571 w 362309"/>
                <a:gd name="connsiteY9" fmla="*/ 254721 h 361971"/>
                <a:gd name="connsiteX10" fmla="*/ 94571 w 362309"/>
                <a:gd name="connsiteY10" fmla="*/ 106613 h 361971"/>
                <a:gd name="connsiteX11" fmla="*/ 107351 w 362309"/>
                <a:gd name="connsiteY11" fmla="*/ 93845 h 361971"/>
                <a:gd name="connsiteX12" fmla="*/ 255597 w 362309"/>
                <a:gd name="connsiteY12" fmla="*/ 93845 h 361971"/>
                <a:gd name="connsiteX13" fmla="*/ 268377 w 362309"/>
                <a:gd name="connsiteY13" fmla="*/ 106613 h 361971"/>
                <a:gd name="connsiteX14" fmla="*/ 268377 w 362309"/>
                <a:gd name="connsiteY14" fmla="*/ 25472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268377" y="254721"/>
                  </a:moveTo>
                  <a:cubicBezTo>
                    <a:pt x="268377" y="261743"/>
                    <a:pt x="262626" y="267489"/>
                    <a:pt x="255597" y="267489"/>
                  </a:cubicBezTo>
                  <a:lnTo>
                    <a:pt x="107351" y="267489"/>
                  </a:lnTo>
                  <a:cubicBezTo>
                    <a:pt x="100322" y="267489"/>
                    <a:pt x="94571" y="261743"/>
                    <a:pt x="94571" y="254721"/>
                  </a:cubicBezTo>
                  <a:lnTo>
                    <a:pt x="94571" y="106613"/>
                  </a:lnTo>
                  <a:cubicBezTo>
                    <a:pt x="94571" y="99590"/>
                    <a:pt x="100322" y="93845"/>
                    <a:pt x="107351" y="93845"/>
                  </a:cubicBezTo>
                  <a:lnTo>
                    <a:pt x="255597" y="93845"/>
                  </a:lnTo>
                  <a:cubicBezTo>
                    <a:pt x="262626" y="93845"/>
                    <a:pt x="268377" y="99590"/>
                    <a:pt x="268377" y="106613"/>
                  </a:cubicBezTo>
                  <a:lnTo>
                    <a:pt x="268377" y="254721"/>
                  </a:lnTo>
                  <a:close/>
                </a:path>
              </a:pathLst>
            </a:custGeom>
            <a:solidFill>
              <a:srgbClr val="00ABAB"/>
            </a:solidFill>
            <a:ln w="6390" cap="flat">
              <a:noFill/>
              <a:prstDash val="solid"/>
              <a:miter/>
            </a:ln>
          </p:spPr>
          <p:txBody>
            <a:bodyPr rtlCol="0" anchor="ctr"/>
            <a:lstStyle/>
            <a:p>
              <a:endParaRPr lang="en-US"/>
            </a:p>
          </p:txBody>
        </p:sp>
        <p:sp>
          <p:nvSpPr>
            <p:cNvPr id="496" name="Graphic 4">
              <a:extLst>
                <a:ext uri="{FF2B5EF4-FFF2-40B4-BE49-F238E27FC236}">
                  <a16:creationId xmlns:a16="http://schemas.microsoft.com/office/drawing/2014/main" id="{DC8A0872-B135-EE42-AE86-AF91B6B0BCF7}"/>
                </a:ext>
              </a:extLst>
            </p:cNvPr>
            <p:cNvSpPr/>
            <p:nvPr/>
          </p:nvSpPr>
          <p:spPr>
            <a:xfrm>
              <a:off x="9386178" y="2477786"/>
              <a:ext cx="148246" cy="148108"/>
            </a:xfrm>
            <a:custGeom>
              <a:avLst/>
              <a:gdLst>
                <a:gd name="connsiteX0" fmla="*/ 0 w 148246"/>
                <a:gd name="connsiteY0" fmla="*/ 148108 h 148108"/>
                <a:gd name="connsiteX1" fmla="*/ 148246 w 148246"/>
                <a:gd name="connsiteY1" fmla="*/ 148108 h 148108"/>
                <a:gd name="connsiteX2" fmla="*/ 148246 w 148246"/>
                <a:gd name="connsiteY2" fmla="*/ 0 h 148108"/>
                <a:gd name="connsiteX3" fmla="*/ 0 w 148246"/>
                <a:gd name="connsiteY3" fmla="*/ 0 h 148108"/>
                <a:gd name="connsiteX4" fmla="*/ 0 w 148246"/>
                <a:gd name="connsiteY4" fmla="*/ 148108 h 148108"/>
                <a:gd name="connsiteX5" fmla="*/ 74123 w 148246"/>
                <a:gd name="connsiteY5" fmla="*/ 14045 h 148108"/>
                <a:gd name="connsiteX6" fmla="*/ 134189 w 148246"/>
                <a:gd name="connsiteY6" fmla="*/ 74054 h 148108"/>
                <a:gd name="connsiteX7" fmla="*/ 74123 w 148246"/>
                <a:gd name="connsiteY7" fmla="*/ 134064 h 148108"/>
                <a:gd name="connsiteX8" fmla="*/ 14058 w 148246"/>
                <a:gd name="connsiteY8" fmla="*/ 74054 h 148108"/>
                <a:gd name="connsiteX9" fmla="*/ 74123 w 148246"/>
                <a:gd name="connsiteY9" fmla="*/ 14045 h 148108"/>
                <a:gd name="connsiteX10" fmla="*/ 74123 w 148246"/>
                <a:gd name="connsiteY10" fmla="*/ 14045 h 148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246" h="148108">
                  <a:moveTo>
                    <a:pt x="0" y="148108"/>
                  </a:moveTo>
                  <a:lnTo>
                    <a:pt x="148246" y="148108"/>
                  </a:lnTo>
                  <a:lnTo>
                    <a:pt x="148246" y="0"/>
                  </a:lnTo>
                  <a:lnTo>
                    <a:pt x="0" y="0"/>
                  </a:lnTo>
                  <a:lnTo>
                    <a:pt x="0" y="148108"/>
                  </a:lnTo>
                  <a:close/>
                  <a:moveTo>
                    <a:pt x="74123" y="14045"/>
                  </a:moveTo>
                  <a:cubicBezTo>
                    <a:pt x="107350" y="14045"/>
                    <a:pt x="134189" y="40857"/>
                    <a:pt x="134189" y="74054"/>
                  </a:cubicBezTo>
                  <a:cubicBezTo>
                    <a:pt x="134189" y="107251"/>
                    <a:pt x="107350" y="134064"/>
                    <a:pt x="74123" y="134064"/>
                  </a:cubicBezTo>
                  <a:cubicBezTo>
                    <a:pt x="40896" y="134064"/>
                    <a:pt x="14058" y="107251"/>
                    <a:pt x="14058" y="74054"/>
                  </a:cubicBezTo>
                  <a:cubicBezTo>
                    <a:pt x="14058" y="40857"/>
                    <a:pt x="40896" y="14045"/>
                    <a:pt x="74123" y="14045"/>
                  </a:cubicBezTo>
                  <a:lnTo>
                    <a:pt x="74123" y="14045"/>
                  </a:lnTo>
                  <a:close/>
                </a:path>
              </a:pathLst>
            </a:custGeom>
            <a:solidFill>
              <a:srgbClr val="00ABAB"/>
            </a:solidFill>
            <a:ln w="6390" cap="flat">
              <a:noFill/>
              <a:prstDash val="solid"/>
              <a:miter/>
            </a:ln>
          </p:spPr>
          <p:txBody>
            <a:bodyPr rtlCol="0" anchor="ctr"/>
            <a:lstStyle/>
            <a:p>
              <a:endParaRPr lang="en-US"/>
            </a:p>
          </p:txBody>
        </p:sp>
      </p:grpSp>
      <p:grpSp>
        <p:nvGrpSpPr>
          <p:cNvPr id="516" name="Graphic 4">
            <a:extLst>
              <a:ext uri="{FF2B5EF4-FFF2-40B4-BE49-F238E27FC236}">
                <a16:creationId xmlns:a16="http://schemas.microsoft.com/office/drawing/2014/main" id="{1AFF949B-AF0F-1448-917F-2A53F7D26947}"/>
              </a:ext>
            </a:extLst>
          </p:cNvPr>
          <p:cNvGrpSpPr>
            <a:grpSpLocks noChangeAspect="1"/>
          </p:cNvGrpSpPr>
          <p:nvPr/>
        </p:nvGrpSpPr>
        <p:grpSpPr>
          <a:xfrm>
            <a:off x="8840477" y="918179"/>
            <a:ext cx="362312" cy="361971"/>
            <a:chOff x="8840477" y="918179"/>
            <a:chExt cx="362312" cy="361971"/>
          </a:xfrm>
          <a:solidFill>
            <a:srgbClr val="00ABAB"/>
          </a:solidFill>
        </p:grpSpPr>
        <p:sp>
          <p:nvSpPr>
            <p:cNvPr id="517" name="Graphic 4">
              <a:extLst>
                <a:ext uri="{FF2B5EF4-FFF2-40B4-BE49-F238E27FC236}">
                  <a16:creationId xmlns:a16="http://schemas.microsoft.com/office/drawing/2014/main" id="{86FC09FE-9EE6-4840-9D40-F14AB3B87186}"/>
                </a:ext>
              </a:extLst>
            </p:cNvPr>
            <p:cNvSpPr/>
            <p:nvPr/>
          </p:nvSpPr>
          <p:spPr>
            <a:xfrm>
              <a:off x="8840477" y="918179"/>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8565"/>
                    <a:pt x="181474" y="349204"/>
                  </a:cubicBezTo>
                  <a:close/>
                </a:path>
              </a:pathLst>
            </a:custGeom>
            <a:solidFill>
              <a:srgbClr val="00ABAB"/>
            </a:solidFill>
            <a:ln w="6390" cap="flat">
              <a:noFill/>
              <a:prstDash val="solid"/>
              <a:miter/>
            </a:ln>
          </p:spPr>
          <p:txBody>
            <a:bodyPr rtlCol="0" anchor="ctr"/>
            <a:lstStyle/>
            <a:p>
              <a:endParaRPr lang="en-US"/>
            </a:p>
          </p:txBody>
        </p:sp>
        <p:sp>
          <p:nvSpPr>
            <p:cNvPr id="518" name="Graphic 4">
              <a:extLst>
                <a:ext uri="{FF2B5EF4-FFF2-40B4-BE49-F238E27FC236}">
                  <a16:creationId xmlns:a16="http://schemas.microsoft.com/office/drawing/2014/main" id="{A2CF085B-AB8D-FF48-BC27-FAE38690D9C1}"/>
                </a:ext>
              </a:extLst>
            </p:cNvPr>
            <p:cNvSpPr/>
            <p:nvPr/>
          </p:nvSpPr>
          <p:spPr>
            <a:xfrm>
              <a:off x="8943994" y="976273"/>
              <a:ext cx="155914" cy="252167"/>
            </a:xfrm>
            <a:custGeom>
              <a:avLst/>
              <a:gdLst>
                <a:gd name="connsiteX0" fmla="*/ 149525 w 155914"/>
                <a:gd name="connsiteY0" fmla="*/ 65755 h 252167"/>
                <a:gd name="connsiteX1" fmla="*/ 130355 w 155914"/>
                <a:gd name="connsiteY1" fmla="*/ 65755 h 252167"/>
                <a:gd name="connsiteX2" fmla="*/ 130355 w 155914"/>
                <a:gd name="connsiteY2" fmla="*/ 19152 h 252167"/>
                <a:gd name="connsiteX3" fmla="*/ 111185 w 155914"/>
                <a:gd name="connsiteY3" fmla="*/ 0 h 252167"/>
                <a:gd name="connsiteX4" fmla="*/ 92015 w 155914"/>
                <a:gd name="connsiteY4" fmla="*/ 19152 h 252167"/>
                <a:gd name="connsiteX5" fmla="*/ 92015 w 155914"/>
                <a:gd name="connsiteY5" fmla="*/ 65755 h 252167"/>
                <a:gd name="connsiteX6" fmla="*/ 63899 w 155914"/>
                <a:gd name="connsiteY6" fmla="*/ 65755 h 252167"/>
                <a:gd name="connsiteX7" fmla="*/ 63899 w 155914"/>
                <a:gd name="connsiteY7" fmla="*/ 19152 h 252167"/>
                <a:gd name="connsiteX8" fmla="*/ 44730 w 155914"/>
                <a:gd name="connsiteY8" fmla="*/ 0 h 252167"/>
                <a:gd name="connsiteX9" fmla="*/ 25560 w 155914"/>
                <a:gd name="connsiteY9" fmla="*/ 19152 h 252167"/>
                <a:gd name="connsiteX10" fmla="*/ 25560 w 155914"/>
                <a:gd name="connsiteY10" fmla="*/ 65755 h 252167"/>
                <a:gd name="connsiteX11" fmla="*/ 6390 w 155914"/>
                <a:gd name="connsiteY11" fmla="*/ 65755 h 252167"/>
                <a:gd name="connsiteX12" fmla="*/ 0 w 155914"/>
                <a:gd name="connsiteY12" fmla="*/ 72139 h 252167"/>
                <a:gd name="connsiteX13" fmla="*/ 0 w 155914"/>
                <a:gd name="connsiteY13" fmla="*/ 97675 h 252167"/>
                <a:gd name="connsiteX14" fmla="*/ 1917 w 155914"/>
                <a:gd name="connsiteY14" fmla="*/ 102144 h 252167"/>
                <a:gd name="connsiteX15" fmla="*/ 15336 w 155914"/>
                <a:gd name="connsiteY15" fmla="*/ 115550 h 252167"/>
                <a:gd name="connsiteX16" fmla="*/ 15336 w 155914"/>
                <a:gd name="connsiteY16" fmla="*/ 153854 h 252167"/>
                <a:gd name="connsiteX17" fmla="*/ 40896 w 155914"/>
                <a:gd name="connsiteY17" fmla="*/ 196627 h 252167"/>
                <a:gd name="connsiteX18" fmla="*/ 40896 w 155914"/>
                <a:gd name="connsiteY18" fmla="*/ 209395 h 252167"/>
                <a:gd name="connsiteX19" fmla="*/ 56232 w 155914"/>
                <a:gd name="connsiteY19" fmla="*/ 227270 h 252167"/>
                <a:gd name="connsiteX20" fmla="*/ 56232 w 155914"/>
                <a:gd name="connsiteY20" fmla="*/ 245145 h 252167"/>
                <a:gd name="connsiteX21" fmla="*/ 62622 w 155914"/>
                <a:gd name="connsiteY21" fmla="*/ 251529 h 252167"/>
                <a:gd name="connsiteX22" fmla="*/ 69012 w 155914"/>
                <a:gd name="connsiteY22" fmla="*/ 245145 h 252167"/>
                <a:gd name="connsiteX23" fmla="*/ 69012 w 155914"/>
                <a:gd name="connsiteY23" fmla="*/ 230462 h 252167"/>
                <a:gd name="connsiteX24" fmla="*/ 77958 w 155914"/>
                <a:gd name="connsiteY24" fmla="*/ 231100 h 252167"/>
                <a:gd name="connsiteX25" fmla="*/ 81792 w 155914"/>
                <a:gd name="connsiteY25" fmla="*/ 229823 h 252167"/>
                <a:gd name="connsiteX26" fmla="*/ 84986 w 155914"/>
                <a:gd name="connsiteY26" fmla="*/ 231100 h 252167"/>
                <a:gd name="connsiteX27" fmla="*/ 85625 w 155914"/>
                <a:gd name="connsiteY27" fmla="*/ 231100 h 252167"/>
                <a:gd name="connsiteX28" fmla="*/ 86904 w 155914"/>
                <a:gd name="connsiteY28" fmla="*/ 231100 h 252167"/>
                <a:gd name="connsiteX29" fmla="*/ 86904 w 155914"/>
                <a:gd name="connsiteY29" fmla="*/ 245783 h 252167"/>
                <a:gd name="connsiteX30" fmla="*/ 93294 w 155914"/>
                <a:gd name="connsiteY30" fmla="*/ 252167 h 252167"/>
                <a:gd name="connsiteX31" fmla="*/ 99684 w 155914"/>
                <a:gd name="connsiteY31" fmla="*/ 245783 h 252167"/>
                <a:gd name="connsiteX32" fmla="*/ 99684 w 155914"/>
                <a:gd name="connsiteY32" fmla="*/ 227908 h 252167"/>
                <a:gd name="connsiteX33" fmla="*/ 115019 w 155914"/>
                <a:gd name="connsiteY33" fmla="*/ 210033 h 252167"/>
                <a:gd name="connsiteX34" fmla="*/ 115019 w 155914"/>
                <a:gd name="connsiteY34" fmla="*/ 197265 h 252167"/>
                <a:gd name="connsiteX35" fmla="*/ 140579 w 155914"/>
                <a:gd name="connsiteY35" fmla="*/ 154492 h 252167"/>
                <a:gd name="connsiteX36" fmla="*/ 140579 w 155914"/>
                <a:gd name="connsiteY36" fmla="*/ 116188 h 252167"/>
                <a:gd name="connsiteX37" fmla="*/ 153998 w 155914"/>
                <a:gd name="connsiteY37" fmla="*/ 102782 h 252167"/>
                <a:gd name="connsiteX38" fmla="*/ 155915 w 155914"/>
                <a:gd name="connsiteY38" fmla="*/ 98313 h 252167"/>
                <a:gd name="connsiteX39" fmla="*/ 155915 w 155914"/>
                <a:gd name="connsiteY39" fmla="*/ 72777 h 252167"/>
                <a:gd name="connsiteX40" fmla="*/ 149525 w 155914"/>
                <a:gd name="connsiteY40" fmla="*/ 65755 h 252167"/>
                <a:gd name="connsiteX41" fmla="*/ 149525 w 155914"/>
                <a:gd name="connsiteY41" fmla="*/ 65755 h 252167"/>
                <a:gd name="connsiteX42" fmla="*/ 104795 w 155914"/>
                <a:gd name="connsiteY42" fmla="*/ 19152 h 252167"/>
                <a:gd name="connsiteX43" fmla="*/ 111185 w 155914"/>
                <a:gd name="connsiteY43" fmla="*/ 12768 h 252167"/>
                <a:gd name="connsiteX44" fmla="*/ 117575 w 155914"/>
                <a:gd name="connsiteY44" fmla="*/ 19152 h 252167"/>
                <a:gd name="connsiteX45" fmla="*/ 117575 w 155914"/>
                <a:gd name="connsiteY45" fmla="*/ 65755 h 252167"/>
                <a:gd name="connsiteX46" fmla="*/ 104795 w 155914"/>
                <a:gd name="connsiteY46" fmla="*/ 65755 h 252167"/>
                <a:gd name="connsiteX47" fmla="*/ 104795 w 155914"/>
                <a:gd name="connsiteY47" fmla="*/ 19152 h 252167"/>
                <a:gd name="connsiteX48" fmla="*/ 38340 w 155914"/>
                <a:gd name="connsiteY48" fmla="*/ 19152 h 252167"/>
                <a:gd name="connsiteX49" fmla="*/ 44730 w 155914"/>
                <a:gd name="connsiteY49" fmla="*/ 12768 h 252167"/>
                <a:gd name="connsiteX50" fmla="*/ 51119 w 155914"/>
                <a:gd name="connsiteY50" fmla="*/ 19152 h 252167"/>
                <a:gd name="connsiteX51" fmla="*/ 51119 w 155914"/>
                <a:gd name="connsiteY51" fmla="*/ 65755 h 252167"/>
                <a:gd name="connsiteX52" fmla="*/ 38340 w 155914"/>
                <a:gd name="connsiteY52" fmla="*/ 65755 h 252167"/>
                <a:gd name="connsiteX53" fmla="*/ 38340 w 155914"/>
                <a:gd name="connsiteY53" fmla="*/ 19152 h 252167"/>
                <a:gd name="connsiteX54" fmla="*/ 143135 w 155914"/>
                <a:gd name="connsiteY54" fmla="*/ 95121 h 252167"/>
                <a:gd name="connsiteX55" fmla="*/ 129716 w 155914"/>
                <a:gd name="connsiteY55" fmla="*/ 108528 h 252167"/>
                <a:gd name="connsiteX56" fmla="*/ 127799 w 155914"/>
                <a:gd name="connsiteY56" fmla="*/ 112996 h 252167"/>
                <a:gd name="connsiteX57" fmla="*/ 127799 w 155914"/>
                <a:gd name="connsiteY57" fmla="*/ 153854 h 252167"/>
                <a:gd name="connsiteX58" fmla="*/ 92015 w 155914"/>
                <a:gd name="connsiteY58" fmla="*/ 192158 h 252167"/>
                <a:gd name="connsiteX59" fmla="*/ 86264 w 155914"/>
                <a:gd name="connsiteY59" fmla="*/ 199180 h 252167"/>
                <a:gd name="connsiteX60" fmla="*/ 93294 w 155914"/>
                <a:gd name="connsiteY60" fmla="*/ 204926 h 252167"/>
                <a:gd name="connsiteX61" fmla="*/ 94571 w 155914"/>
                <a:gd name="connsiteY61" fmla="*/ 204926 h 252167"/>
                <a:gd name="connsiteX62" fmla="*/ 102239 w 155914"/>
                <a:gd name="connsiteY62" fmla="*/ 203011 h 252167"/>
                <a:gd name="connsiteX63" fmla="*/ 102239 w 155914"/>
                <a:gd name="connsiteY63" fmla="*/ 210671 h 252167"/>
                <a:gd name="connsiteX64" fmla="*/ 84348 w 155914"/>
                <a:gd name="connsiteY64" fmla="*/ 218971 h 252167"/>
                <a:gd name="connsiteX65" fmla="*/ 81153 w 155914"/>
                <a:gd name="connsiteY65" fmla="*/ 220247 h 252167"/>
                <a:gd name="connsiteX66" fmla="*/ 77958 w 155914"/>
                <a:gd name="connsiteY66" fmla="*/ 218971 h 252167"/>
                <a:gd name="connsiteX67" fmla="*/ 53676 w 155914"/>
                <a:gd name="connsiteY67" fmla="*/ 210033 h 252167"/>
                <a:gd name="connsiteX68" fmla="*/ 53676 w 155914"/>
                <a:gd name="connsiteY68" fmla="*/ 202372 h 252167"/>
                <a:gd name="connsiteX69" fmla="*/ 77958 w 155914"/>
                <a:gd name="connsiteY69" fmla="*/ 206203 h 252167"/>
                <a:gd name="connsiteX70" fmla="*/ 84348 w 155914"/>
                <a:gd name="connsiteY70" fmla="*/ 199819 h 252167"/>
                <a:gd name="connsiteX71" fmla="*/ 77958 w 155914"/>
                <a:gd name="connsiteY71" fmla="*/ 193435 h 252167"/>
                <a:gd name="connsiteX72" fmla="*/ 28116 w 155914"/>
                <a:gd name="connsiteY72" fmla="*/ 153854 h 252167"/>
                <a:gd name="connsiteX73" fmla="*/ 28116 w 155914"/>
                <a:gd name="connsiteY73" fmla="*/ 112996 h 252167"/>
                <a:gd name="connsiteX74" fmla="*/ 26199 w 155914"/>
                <a:gd name="connsiteY74" fmla="*/ 108528 h 252167"/>
                <a:gd name="connsiteX75" fmla="*/ 12780 w 155914"/>
                <a:gd name="connsiteY75" fmla="*/ 95121 h 252167"/>
                <a:gd name="connsiteX76" fmla="*/ 12780 w 155914"/>
                <a:gd name="connsiteY76" fmla="*/ 78523 h 252167"/>
                <a:gd name="connsiteX77" fmla="*/ 142496 w 155914"/>
                <a:gd name="connsiteY77" fmla="*/ 78523 h 252167"/>
                <a:gd name="connsiteX78" fmla="*/ 143135 w 155914"/>
                <a:gd name="connsiteY78" fmla="*/ 95121 h 252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55914" h="252167">
                  <a:moveTo>
                    <a:pt x="149525" y="65755"/>
                  </a:moveTo>
                  <a:lnTo>
                    <a:pt x="130355" y="65755"/>
                  </a:lnTo>
                  <a:lnTo>
                    <a:pt x="130355" y="19152"/>
                  </a:lnTo>
                  <a:cubicBezTo>
                    <a:pt x="130355" y="8299"/>
                    <a:pt x="122048" y="0"/>
                    <a:pt x="111185" y="0"/>
                  </a:cubicBezTo>
                  <a:cubicBezTo>
                    <a:pt x="100322" y="0"/>
                    <a:pt x="92015" y="8299"/>
                    <a:pt x="92015" y="19152"/>
                  </a:cubicBezTo>
                  <a:lnTo>
                    <a:pt x="92015" y="65755"/>
                  </a:lnTo>
                  <a:lnTo>
                    <a:pt x="63899" y="65755"/>
                  </a:lnTo>
                  <a:lnTo>
                    <a:pt x="63899" y="19152"/>
                  </a:lnTo>
                  <a:cubicBezTo>
                    <a:pt x="63899" y="8299"/>
                    <a:pt x="55593" y="0"/>
                    <a:pt x="44730" y="0"/>
                  </a:cubicBezTo>
                  <a:cubicBezTo>
                    <a:pt x="33867" y="0"/>
                    <a:pt x="25560" y="8299"/>
                    <a:pt x="25560" y="19152"/>
                  </a:cubicBezTo>
                  <a:lnTo>
                    <a:pt x="25560" y="65755"/>
                  </a:lnTo>
                  <a:lnTo>
                    <a:pt x="6390" y="65755"/>
                  </a:lnTo>
                  <a:cubicBezTo>
                    <a:pt x="2556" y="65755"/>
                    <a:pt x="0" y="68309"/>
                    <a:pt x="0" y="72139"/>
                  </a:cubicBezTo>
                  <a:lnTo>
                    <a:pt x="0" y="97675"/>
                  </a:lnTo>
                  <a:cubicBezTo>
                    <a:pt x="0" y="99590"/>
                    <a:pt x="640" y="100867"/>
                    <a:pt x="1917" y="102144"/>
                  </a:cubicBezTo>
                  <a:lnTo>
                    <a:pt x="15336" y="115550"/>
                  </a:lnTo>
                  <a:lnTo>
                    <a:pt x="15336" y="153854"/>
                  </a:lnTo>
                  <a:cubicBezTo>
                    <a:pt x="15336" y="171729"/>
                    <a:pt x="24921" y="188327"/>
                    <a:pt x="40896" y="196627"/>
                  </a:cubicBezTo>
                  <a:lnTo>
                    <a:pt x="40896" y="209395"/>
                  </a:lnTo>
                  <a:cubicBezTo>
                    <a:pt x="40896" y="217055"/>
                    <a:pt x="46647" y="223439"/>
                    <a:pt x="56232" y="227270"/>
                  </a:cubicBezTo>
                  <a:lnTo>
                    <a:pt x="56232" y="245145"/>
                  </a:lnTo>
                  <a:cubicBezTo>
                    <a:pt x="56232" y="248975"/>
                    <a:pt x="58788" y="251529"/>
                    <a:pt x="62622" y="251529"/>
                  </a:cubicBezTo>
                  <a:cubicBezTo>
                    <a:pt x="66456" y="251529"/>
                    <a:pt x="69012" y="248975"/>
                    <a:pt x="69012" y="245145"/>
                  </a:cubicBezTo>
                  <a:lnTo>
                    <a:pt x="69012" y="230462"/>
                  </a:lnTo>
                  <a:cubicBezTo>
                    <a:pt x="72207" y="231100"/>
                    <a:pt x="74763" y="231100"/>
                    <a:pt x="77958" y="231100"/>
                  </a:cubicBezTo>
                  <a:cubicBezTo>
                    <a:pt x="79235" y="231100"/>
                    <a:pt x="80514" y="230462"/>
                    <a:pt x="81792" y="229823"/>
                  </a:cubicBezTo>
                  <a:cubicBezTo>
                    <a:pt x="83069" y="230462"/>
                    <a:pt x="83709" y="231100"/>
                    <a:pt x="84986" y="231100"/>
                  </a:cubicBezTo>
                  <a:lnTo>
                    <a:pt x="85625" y="231100"/>
                  </a:lnTo>
                  <a:lnTo>
                    <a:pt x="86904" y="231100"/>
                  </a:lnTo>
                  <a:lnTo>
                    <a:pt x="86904" y="245783"/>
                  </a:lnTo>
                  <a:cubicBezTo>
                    <a:pt x="86904" y="249614"/>
                    <a:pt x="89459" y="252167"/>
                    <a:pt x="93294" y="252167"/>
                  </a:cubicBezTo>
                  <a:cubicBezTo>
                    <a:pt x="97128" y="252167"/>
                    <a:pt x="99684" y="249614"/>
                    <a:pt x="99684" y="245783"/>
                  </a:cubicBezTo>
                  <a:lnTo>
                    <a:pt x="99684" y="227908"/>
                  </a:lnTo>
                  <a:cubicBezTo>
                    <a:pt x="109269" y="224078"/>
                    <a:pt x="115019" y="217694"/>
                    <a:pt x="115019" y="210033"/>
                  </a:cubicBezTo>
                  <a:lnTo>
                    <a:pt x="115019" y="197265"/>
                  </a:lnTo>
                  <a:cubicBezTo>
                    <a:pt x="130994" y="188966"/>
                    <a:pt x="140579" y="172368"/>
                    <a:pt x="140579" y="154492"/>
                  </a:cubicBezTo>
                  <a:lnTo>
                    <a:pt x="140579" y="116188"/>
                  </a:lnTo>
                  <a:lnTo>
                    <a:pt x="153998" y="102782"/>
                  </a:lnTo>
                  <a:cubicBezTo>
                    <a:pt x="155276" y="101505"/>
                    <a:pt x="155915" y="100229"/>
                    <a:pt x="155915" y="98313"/>
                  </a:cubicBezTo>
                  <a:lnTo>
                    <a:pt x="155915" y="72777"/>
                  </a:lnTo>
                  <a:cubicBezTo>
                    <a:pt x="155915" y="68947"/>
                    <a:pt x="153358" y="66393"/>
                    <a:pt x="149525" y="65755"/>
                  </a:cubicBezTo>
                  <a:cubicBezTo>
                    <a:pt x="149525" y="65755"/>
                    <a:pt x="149525" y="65755"/>
                    <a:pt x="149525" y="65755"/>
                  </a:cubicBezTo>
                  <a:close/>
                  <a:moveTo>
                    <a:pt x="104795" y="19152"/>
                  </a:moveTo>
                  <a:cubicBezTo>
                    <a:pt x="104795" y="15322"/>
                    <a:pt x="107351" y="12768"/>
                    <a:pt x="111185" y="12768"/>
                  </a:cubicBezTo>
                  <a:cubicBezTo>
                    <a:pt x="115019" y="12768"/>
                    <a:pt x="117575" y="15322"/>
                    <a:pt x="117575" y="19152"/>
                  </a:cubicBezTo>
                  <a:lnTo>
                    <a:pt x="117575" y="65755"/>
                  </a:lnTo>
                  <a:lnTo>
                    <a:pt x="104795" y="65755"/>
                  </a:lnTo>
                  <a:lnTo>
                    <a:pt x="104795" y="19152"/>
                  </a:lnTo>
                  <a:close/>
                  <a:moveTo>
                    <a:pt x="38340" y="19152"/>
                  </a:moveTo>
                  <a:cubicBezTo>
                    <a:pt x="38340" y="15322"/>
                    <a:pt x="40896" y="12768"/>
                    <a:pt x="44730" y="12768"/>
                  </a:cubicBezTo>
                  <a:cubicBezTo>
                    <a:pt x="48564" y="12768"/>
                    <a:pt x="51119" y="15322"/>
                    <a:pt x="51119" y="19152"/>
                  </a:cubicBezTo>
                  <a:lnTo>
                    <a:pt x="51119" y="65755"/>
                  </a:lnTo>
                  <a:lnTo>
                    <a:pt x="38340" y="65755"/>
                  </a:lnTo>
                  <a:lnTo>
                    <a:pt x="38340" y="19152"/>
                  </a:lnTo>
                  <a:close/>
                  <a:moveTo>
                    <a:pt x="143135" y="95121"/>
                  </a:moveTo>
                  <a:lnTo>
                    <a:pt x="129716" y="108528"/>
                  </a:lnTo>
                  <a:cubicBezTo>
                    <a:pt x="128438" y="109804"/>
                    <a:pt x="127799" y="111081"/>
                    <a:pt x="127799" y="112996"/>
                  </a:cubicBezTo>
                  <a:lnTo>
                    <a:pt x="127799" y="153854"/>
                  </a:lnTo>
                  <a:cubicBezTo>
                    <a:pt x="127799" y="173006"/>
                    <a:pt x="114380" y="187689"/>
                    <a:pt x="92015" y="192158"/>
                  </a:cubicBezTo>
                  <a:cubicBezTo>
                    <a:pt x="88181" y="192796"/>
                    <a:pt x="85625" y="195350"/>
                    <a:pt x="86264" y="199180"/>
                  </a:cubicBezTo>
                  <a:cubicBezTo>
                    <a:pt x="86904" y="203011"/>
                    <a:pt x="89459" y="205564"/>
                    <a:pt x="93294" y="204926"/>
                  </a:cubicBezTo>
                  <a:lnTo>
                    <a:pt x="94571" y="204926"/>
                  </a:lnTo>
                  <a:cubicBezTo>
                    <a:pt x="97128" y="204287"/>
                    <a:pt x="99684" y="203649"/>
                    <a:pt x="102239" y="203011"/>
                  </a:cubicBezTo>
                  <a:lnTo>
                    <a:pt x="102239" y="210671"/>
                  </a:lnTo>
                  <a:cubicBezTo>
                    <a:pt x="102239" y="213225"/>
                    <a:pt x="96489" y="217694"/>
                    <a:pt x="84348" y="218971"/>
                  </a:cubicBezTo>
                  <a:cubicBezTo>
                    <a:pt x="83069" y="218971"/>
                    <a:pt x="82430" y="219609"/>
                    <a:pt x="81153" y="220247"/>
                  </a:cubicBezTo>
                  <a:cubicBezTo>
                    <a:pt x="79874" y="219609"/>
                    <a:pt x="79235" y="218971"/>
                    <a:pt x="77958" y="218971"/>
                  </a:cubicBezTo>
                  <a:cubicBezTo>
                    <a:pt x="63261" y="218971"/>
                    <a:pt x="53676" y="213225"/>
                    <a:pt x="53676" y="210033"/>
                  </a:cubicBezTo>
                  <a:lnTo>
                    <a:pt x="53676" y="202372"/>
                  </a:lnTo>
                  <a:cubicBezTo>
                    <a:pt x="61344" y="204926"/>
                    <a:pt x="69650" y="206203"/>
                    <a:pt x="77958" y="206203"/>
                  </a:cubicBezTo>
                  <a:cubicBezTo>
                    <a:pt x="81792" y="206203"/>
                    <a:pt x="84348" y="203649"/>
                    <a:pt x="84348" y="199819"/>
                  </a:cubicBezTo>
                  <a:cubicBezTo>
                    <a:pt x="84348" y="195988"/>
                    <a:pt x="81792" y="193435"/>
                    <a:pt x="77958" y="193435"/>
                  </a:cubicBezTo>
                  <a:cubicBezTo>
                    <a:pt x="47925" y="193435"/>
                    <a:pt x="28116" y="177475"/>
                    <a:pt x="28116" y="153854"/>
                  </a:cubicBezTo>
                  <a:lnTo>
                    <a:pt x="28116" y="112996"/>
                  </a:lnTo>
                  <a:cubicBezTo>
                    <a:pt x="28116" y="111081"/>
                    <a:pt x="27477" y="109804"/>
                    <a:pt x="26199" y="108528"/>
                  </a:cubicBezTo>
                  <a:lnTo>
                    <a:pt x="12780" y="95121"/>
                  </a:lnTo>
                  <a:lnTo>
                    <a:pt x="12780" y="78523"/>
                  </a:lnTo>
                  <a:lnTo>
                    <a:pt x="142496" y="78523"/>
                  </a:lnTo>
                  <a:lnTo>
                    <a:pt x="143135" y="95121"/>
                  </a:lnTo>
                  <a:close/>
                </a:path>
              </a:pathLst>
            </a:custGeom>
            <a:solidFill>
              <a:srgbClr val="00ABAB"/>
            </a:solidFill>
            <a:ln w="6390" cap="flat">
              <a:noFill/>
              <a:prstDash val="solid"/>
              <a:miter/>
            </a:ln>
          </p:spPr>
          <p:txBody>
            <a:bodyPr rtlCol="0" anchor="ctr"/>
            <a:lstStyle/>
            <a:p>
              <a:endParaRPr lang="en-US"/>
            </a:p>
          </p:txBody>
        </p:sp>
        <p:sp>
          <p:nvSpPr>
            <p:cNvPr id="519" name="Graphic 4">
              <a:extLst>
                <a:ext uri="{FF2B5EF4-FFF2-40B4-BE49-F238E27FC236}">
                  <a16:creationId xmlns:a16="http://schemas.microsoft.com/office/drawing/2014/main" id="{45CE6A5B-0E2D-D848-AB3E-C4B330EA41FA}"/>
                </a:ext>
              </a:extLst>
            </p:cNvPr>
            <p:cNvSpPr/>
            <p:nvPr/>
          </p:nvSpPr>
          <p:spPr>
            <a:xfrm>
              <a:off x="8984832" y="1063095"/>
              <a:ext cx="74238" cy="100228"/>
            </a:xfrm>
            <a:custGeom>
              <a:avLst/>
              <a:gdLst>
                <a:gd name="connsiteX0" fmla="*/ 67791 w 74238"/>
                <a:gd name="connsiteY0" fmla="*/ 35112 h 100228"/>
                <a:gd name="connsiteX1" fmla="*/ 49899 w 74238"/>
                <a:gd name="connsiteY1" fmla="*/ 35112 h 100228"/>
                <a:gd name="connsiteX2" fmla="*/ 53733 w 74238"/>
                <a:gd name="connsiteY2" fmla="*/ 7022 h 100228"/>
                <a:gd name="connsiteX3" fmla="*/ 47982 w 74238"/>
                <a:gd name="connsiteY3" fmla="*/ 0 h 100228"/>
                <a:gd name="connsiteX4" fmla="*/ 42231 w 74238"/>
                <a:gd name="connsiteY4" fmla="*/ 2554 h 100228"/>
                <a:gd name="connsiteX5" fmla="*/ 1336 w 74238"/>
                <a:gd name="connsiteY5" fmla="*/ 53626 h 100228"/>
                <a:gd name="connsiteX6" fmla="*/ 696 w 74238"/>
                <a:gd name="connsiteY6" fmla="*/ 60648 h 100228"/>
                <a:gd name="connsiteX7" fmla="*/ 6447 w 74238"/>
                <a:gd name="connsiteY7" fmla="*/ 64478 h 100228"/>
                <a:gd name="connsiteX8" fmla="*/ 24340 w 74238"/>
                <a:gd name="connsiteY8" fmla="*/ 64478 h 100228"/>
                <a:gd name="connsiteX9" fmla="*/ 20506 w 74238"/>
                <a:gd name="connsiteY9" fmla="*/ 92568 h 100228"/>
                <a:gd name="connsiteX10" fmla="*/ 24340 w 74238"/>
                <a:gd name="connsiteY10" fmla="*/ 99590 h 100228"/>
                <a:gd name="connsiteX11" fmla="*/ 26896 w 74238"/>
                <a:gd name="connsiteY11" fmla="*/ 100229 h 100228"/>
                <a:gd name="connsiteX12" fmla="*/ 32007 w 74238"/>
                <a:gd name="connsiteY12" fmla="*/ 97675 h 100228"/>
                <a:gd name="connsiteX13" fmla="*/ 72903 w 74238"/>
                <a:gd name="connsiteY13" fmla="*/ 46603 h 100228"/>
                <a:gd name="connsiteX14" fmla="*/ 73542 w 74238"/>
                <a:gd name="connsiteY14" fmla="*/ 39581 h 100228"/>
                <a:gd name="connsiteX15" fmla="*/ 67791 w 74238"/>
                <a:gd name="connsiteY15" fmla="*/ 35112 h 100228"/>
                <a:gd name="connsiteX16" fmla="*/ 36481 w 74238"/>
                <a:gd name="connsiteY16" fmla="*/ 70224 h 100228"/>
                <a:gd name="connsiteX17" fmla="*/ 38397 w 74238"/>
                <a:gd name="connsiteY17" fmla="*/ 58094 h 100228"/>
                <a:gd name="connsiteX18" fmla="*/ 32646 w 74238"/>
                <a:gd name="connsiteY18" fmla="*/ 51072 h 100228"/>
                <a:gd name="connsiteX19" fmla="*/ 32007 w 74238"/>
                <a:gd name="connsiteY19" fmla="*/ 51072 h 100228"/>
                <a:gd name="connsiteX20" fmla="*/ 19866 w 74238"/>
                <a:gd name="connsiteY20" fmla="*/ 51072 h 100228"/>
                <a:gd name="connsiteX21" fmla="*/ 37758 w 74238"/>
                <a:gd name="connsiteY21" fmla="*/ 28728 h 100228"/>
                <a:gd name="connsiteX22" fmla="*/ 35841 w 74238"/>
                <a:gd name="connsiteY22" fmla="*/ 40858 h 100228"/>
                <a:gd name="connsiteX23" fmla="*/ 37120 w 74238"/>
                <a:gd name="connsiteY23" fmla="*/ 45965 h 100228"/>
                <a:gd name="connsiteX24" fmla="*/ 42231 w 74238"/>
                <a:gd name="connsiteY24" fmla="*/ 48518 h 100228"/>
                <a:gd name="connsiteX25" fmla="*/ 54372 w 74238"/>
                <a:gd name="connsiteY25" fmla="*/ 48518 h 100228"/>
                <a:gd name="connsiteX26" fmla="*/ 36481 w 74238"/>
                <a:gd name="connsiteY26" fmla="*/ 70224 h 100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4238" h="100228">
                  <a:moveTo>
                    <a:pt x="67791" y="35112"/>
                  </a:moveTo>
                  <a:lnTo>
                    <a:pt x="49899" y="35112"/>
                  </a:lnTo>
                  <a:lnTo>
                    <a:pt x="53733" y="7022"/>
                  </a:lnTo>
                  <a:cubicBezTo>
                    <a:pt x="54372" y="3830"/>
                    <a:pt x="51816" y="0"/>
                    <a:pt x="47982" y="0"/>
                  </a:cubicBezTo>
                  <a:cubicBezTo>
                    <a:pt x="46066" y="0"/>
                    <a:pt x="43509" y="638"/>
                    <a:pt x="42231" y="2554"/>
                  </a:cubicBezTo>
                  <a:lnTo>
                    <a:pt x="1336" y="53626"/>
                  </a:lnTo>
                  <a:cubicBezTo>
                    <a:pt x="58" y="55541"/>
                    <a:pt x="-581" y="58094"/>
                    <a:pt x="696" y="60648"/>
                  </a:cubicBezTo>
                  <a:cubicBezTo>
                    <a:pt x="1975" y="62563"/>
                    <a:pt x="3891" y="64478"/>
                    <a:pt x="6447" y="64478"/>
                  </a:cubicBezTo>
                  <a:lnTo>
                    <a:pt x="24340" y="64478"/>
                  </a:lnTo>
                  <a:lnTo>
                    <a:pt x="20506" y="92568"/>
                  </a:lnTo>
                  <a:cubicBezTo>
                    <a:pt x="19866" y="95121"/>
                    <a:pt x="21784" y="98313"/>
                    <a:pt x="24340" y="99590"/>
                  </a:cubicBezTo>
                  <a:cubicBezTo>
                    <a:pt x="24978" y="100229"/>
                    <a:pt x="26256" y="100229"/>
                    <a:pt x="26896" y="100229"/>
                  </a:cubicBezTo>
                  <a:cubicBezTo>
                    <a:pt x="28812" y="100229"/>
                    <a:pt x="30730" y="99590"/>
                    <a:pt x="32007" y="97675"/>
                  </a:cubicBezTo>
                  <a:lnTo>
                    <a:pt x="72903" y="46603"/>
                  </a:lnTo>
                  <a:cubicBezTo>
                    <a:pt x="74181" y="44688"/>
                    <a:pt x="74820" y="42134"/>
                    <a:pt x="73542" y="39581"/>
                  </a:cubicBezTo>
                  <a:cubicBezTo>
                    <a:pt x="72903" y="36389"/>
                    <a:pt x="70347" y="35112"/>
                    <a:pt x="67791" y="35112"/>
                  </a:cubicBezTo>
                  <a:close/>
                  <a:moveTo>
                    <a:pt x="36481" y="70224"/>
                  </a:moveTo>
                  <a:lnTo>
                    <a:pt x="38397" y="58094"/>
                  </a:lnTo>
                  <a:cubicBezTo>
                    <a:pt x="39036" y="54902"/>
                    <a:pt x="36481" y="51072"/>
                    <a:pt x="32646" y="51072"/>
                  </a:cubicBezTo>
                  <a:cubicBezTo>
                    <a:pt x="32646" y="51072"/>
                    <a:pt x="32007" y="51072"/>
                    <a:pt x="32007" y="51072"/>
                  </a:cubicBezTo>
                  <a:lnTo>
                    <a:pt x="19866" y="51072"/>
                  </a:lnTo>
                  <a:lnTo>
                    <a:pt x="37758" y="28728"/>
                  </a:lnTo>
                  <a:lnTo>
                    <a:pt x="35841" y="40858"/>
                  </a:lnTo>
                  <a:cubicBezTo>
                    <a:pt x="35841" y="42773"/>
                    <a:pt x="35841" y="44688"/>
                    <a:pt x="37120" y="45965"/>
                  </a:cubicBezTo>
                  <a:cubicBezTo>
                    <a:pt x="38397" y="47242"/>
                    <a:pt x="40314" y="47880"/>
                    <a:pt x="42231" y="48518"/>
                  </a:cubicBezTo>
                  <a:lnTo>
                    <a:pt x="54372" y="48518"/>
                  </a:lnTo>
                  <a:lnTo>
                    <a:pt x="36481" y="70224"/>
                  </a:lnTo>
                  <a:close/>
                </a:path>
              </a:pathLst>
            </a:custGeom>
            <a:solidFill>
              <a:srgbClr val="00ABAB"/>
            </a:solidFill>
            <a:ln w="6390" cap="flat">
              <a:noFill/>
              <a:prstDash val="solid"/>
              <a:miter/>
            </a:ln>
          </p:spPr>
          <p:txBody>
            <a:bodyPr rtlCol="0" anchor="ctr"/>
            <a:lstStyle/>
            <a:p>
              <a:endParaRPr lang="en-US"/>
            </a:p>
          </p:txBody>
        </p:sp>
      </p:grpSp>
      <p:grpSp>
        <p:nvGrpSpPr>
          <p:cNvPr id="520" name="Graphic 4">
            <a:extLst>
              <a:ext uri="{FF2B5EF4-FFF2-40B4-BE49-F238E27FC236}">
                <a16:creationId xmlns:a16="http://schemas.microsoft.com/office/drawing/2014/main" id="{05AFF7F5-A0C2-9849-9C0F-2E1B8ED6055C}"/>
              </a:ext>
            </a:extLst>
          </p:cNvPr>
          <p:cNvGrpSpPr>
            <a:grpSpLocks noChangeAspect="1"/>
          </p:cNvGrpSpPr>
          <p:nvPr/>
        </p:nvGrpSpPr>
        <p:grpSpPr>
          <a:xfrm>
            <a:off x="8840477" y="1885990"/>
            <a:ext cx="362312" cy="361971"/>
            <a:chOff x="8840477" y="1885990"/>
            <a:chExt cx="362312" cy="361971"/>
          </a:xfrm>
          <a:solidFill>
            <a:srgbClr val="00ABAB"/>
          </a:solidFill>
        </p:grpSpPr>
        <p:sp>
          <p:nvSpPr>
            <p:cNvPr id="521" name="Graphic 4">
              <a:extLst>
                <a:ext uri="{FF2B5EF4-FFF2-40B4-BE49-F238E27FC236}">
                  <a16:creationId xmlns:a16="http://schemas.microsoft.com/office/drawing/2014/main" id="{FD45BC61-BE38-144F-9152-D20758757AD3}"/>
                </a:ext>
              </a:extLst>
            </p:cNvPr>
            <p:cNvSpPr/>
            <p:nvPr/>
          </p:nvSpPr>
          <p:spPr>
            <a:xfrm>
              <a:off x="8840477" y="1885990"/>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8565 h 361971"/>
                <a:gd name="connsiteX7" fmla="*/ 12780 w 362312"/>
                <a:gd name="connsiteY7" fmla="*/ 180667 h 361971"/>
                <a:gd name="connsiteX8" fmla="*/ 180836 w 362312"/>
                <a:gd name="connsiteY8" fmla="*/ 12130 h 361971"/>
                <a:gd name="connsiteX9" fmla="*/ 349529 w 362312"/>
                <a:gd name="connsiteY9" fmla="*/ 180028 h 361971"/>
                <a:gd name="connsiteX10" fmla="*/ 349529 w 362312"/>
                <a:gd name="connsiteY10" fmla="*/ 180028 h 361971"/>
                <a:gd name="connsiteX11" fmla="*/ 181474 w 362312"/>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0438"/>
                    <a:pt x="281796" y="0"/>
                    <a:pt x="181474" y="0"/>
                  </a:cubicBezTo>
                  <a:close/>
                  <a:moveTo>
                    <a:pt x="181474" y="348565"/>
                  </a:moveTo>
                  <a:cubicBezTo>
                    <a:pt x="88181" y="348565"/>
                    <a:pt x="12780" y="273235"/>
                    <a:pt x="12780" y="180667"/>
                  </a:cubicBezTo>
                  <a:cubicBezTo>
                    <a:pt x="12780" y="87461"/>
                    <a:pt x="88181" y="12130"/>
                    <a:pt x="180836" y="12130"/>
                  </a:cubicBezTo>
                  <a:cubicBezTo>
                    <a:pt x="274128" y="12130"/>
                    <a:pt x="349529" y="87461"/>
                    <a:pt x="349529" y="180028"/>
                  </a:cubicBezTo>
                  <a:cubicBezTo>
                    <a:pt x="349529" y="180028"/>
                    <a:pt x="349529" y="180028"/>
                    <a:pt x="349529" y="180028"/>
                  </a:cubicBezTo>
                  <a:cubicBezTo>
                    <a:pt x="350169" y="273235"/>
                    <a:pt x="274767" y="348565"/>
                    <a:pt x="181474" y="348565"/>
                  </a:cubicBezTo>
                  <a:close/>
                </a:path>
              </a:pathLst>
            </a:custGeom>
            <a:solidFill>
              <a:srgbClr val="00ABAB"/>
            </a:solidFill>
            <a:ln w="6390" cap="flat">
              <a:noFill/>
              <a:prstDash val="solid"/>
              <a:miter/>
            </a:ln>
          </p:spPr>
          <p:txBody>
            <a:bodyPr rtlCol="0" anchor="ctr"/>
            <a:lstStyle/>
            <a:p>
              <a:endParaRPr lang="en-US"/>
            </a:p>
          </p:txBody>
        </p:sp>
        <p:sp>
          <p:nvSpPr>
            <p:cNvPr id="522" name="Graphic 4">
              <a:extLst>
                <a:ext uri="{FF2B5EF4-FFF2-40B4-BE49-F238E27FC236}">
                  <a16:creationId xmlns:a16="http://schemas.microsoft.com/office/drawing/2014/main" id="{15556337-189E-744E-B369-EF5C6B5F8104}"/>
                </a:ext>
              </a:extLst>
            </p:cNvPr>
            <p:cNvSpPr/>
            <p:nvPr/>
          </p:nvSpPr>
          <p:spPr>
            <a:xfrm>
              <a:off x="8920991" y="1963875"/>
              <a:ext cx="203200" cy="203010"/>
            </a:xfrm>
            <a:custGeom>
              <a:avLst/>
              <a:gdLst>
                <a:gd name="connsiteX0" fmla="*/ 179557 w 203200"/>
                <a:gd name="connsiteY0" fmla="*/ 0 h 203010"/>
                <a:gd name="connsiteX1" fmla="*/ 23643 w 203200"/>
                <a:gd name="connsiteY1" fmla="*/ 0 h 203010"/>
                <a:gd name="connsiteX2" fmla="*/ 0 w 203200"/>
                <a:gd name="connsiteY2" fmla="*/ 23621 h 203010"/>
                <a:gd name="connsiteX3" fmla="*/ 0 w 203200"/>
                <a:gd name="connsiteY3" fmla="*/ 179390 h 203010"/>
                <a:gd name="connsiteX4" fmla="*/ 23643 w 203200"/>
                <a:gd name="connsiteY4" fmla="*/ 203011 h 203010"/>
                <a:gd name="connsiteX5" fmla="*/ 179557 w 203200"/>
                <a:gd name="connsiteY5" fmla="*/ 203011 h 203010"/>
                <a:gd name="connsiteX6" fmla="*/ 203200 w 203200"/>
                <a:gd name="connsiteY6" fmla="*/ 179390 h 203010"/>
                <a:gd name="connsiteX7" fmla="*/ 203200 w 203200"/>
                <a:gd name="connsiteY7" fmla="*/ 22982 h 203010"/>
                <a:gd name="connsiteX8" fmla="*/ 179557 w 203200"/>
                <a:gd name="connsiteY8" fmla="*/ 0 h 203010"/>
                <a:gd name="connsiteX9" fmla="*/ 190420 w 203200"/>
                <a:gd name="connsiteY9" fmla="*/ 180028 h 203010"/>
                <a:gd name="connsiteX10" fmla="*/ 179557 w 203200"/>
                <a:gd name="connsiteY10" fmla="*/ 190881 h 203010"/>
                <a:gd name="connsiteX11" fmla="*/ 23643 w 203200"/>
                <a:gd name="connsiteY11" fmla="*/ 190881 h 203010"/>
                <a:gd name="connsiteX12" fmla="*/ 12780 w 203200"/>
                <a:gd name="connsiteY12" fmla="*/ 180028 h 203010"/>
                <a:gd name="connsiteX13" fmla="*/ 12780 w 203200"/>
                <a:gd name="connsiteY13" fmla="*/ 23621 h 203010"/>
                <a:gd name="connsiteX14" fmla="*/ 23643 w 203200"/>
                <a:gd name="connsiteY14" fmla="*/ 12768 h 203010"/>
                <a:gd name="connsiteX15" fmla="*/ 179557 w 203200"/>
                <a:gd name="connsiteY15" fmla="*/ 12768 h 203010"/>
                <a:gd name="connsiteX16" fmla="*/ 190420 w 203200"/>
                <a:gd name="connsiteY16" fmla="*/ 23621 h 203010"/>
                <a:gd name="connsiteX17" fmla="*/ 190420 w 203200"/>
                <a:gd name="connsiteY17" fmla="*/ 180028 h 203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3200" h="203010">
                  <a:moveTo>
                    <a:pt x="179557" y="0"/>
                  </a:moveTo>
                  <a:lnTo>
                    <a:pt x="23643" y="0"/>
                  </a:lnTo>
                  <a:cubicBezTo>
                    <a:pt x="10224" y="0"/>
                    <a:pt x="0" y="10853"/>
                    <a:pt x="0" y="23621"/>
                  </a:cubicBezTo>
                  <a:lnTo>
                    <a:pt x="0" y="179390"/>
                  </a:lnTo>
                  <a:cubicBezTo>
                    <a:pt x="0" y="192796"/>
                    <a:pt x="10863" y="203011"/>
                    <a:pt x="23643" y="203011"/>
                  </a:cubicBezTo>
                  <a:lnTo>
                    <a:pt x="179557" y="203011"/>
                  </a:lnTo>
                  <a:cubicBezTo>
                    <a:pt x="192977" y="203011"/>
                    <a:pt x="203200" y="192158"/>
                    <a:pt x="203200" y="179390"/>
                  </a:cubicBezTo>
                  <a:lnTo>
                    <a:pt x="203200" y="22982"/>
                  </a:lnTo>
                  <a:cubicBezTo>
                    <a:pt x="203200" y="10853"/>
                    <a:pt x="192337" y="0"/>
                    <a:pt x="179557" y="0"/>
                  </a:cubicBezTo>
                  <a:close/>
                  <a:moveTo>
                    <a:pt x="190420" y="180028"/>
                  </a:moveTo>
                  <a:cubicBezTo>
                    <a:pt x="190420" y="186412"/>
                    <a:pt x="185308" y="190881"/>
                    <a:pt x="179557" y="190881"/>
                  </a:cubicBezTo>
                  <a:lnTo>
                    <a:pt x="23643" y="190881"/>
                  </a:lnTo>
                  <a:cubicBezTo>
                    <a:pt x="17253" y="190881"/>
                    <a:pt x="12780" y="185774"/>
                    <a:pt x="12780" y="180028"/>
                  </a:cubicBezTo>
                  <a:lnTo>
                    <a:pt x="12780" y="23621"/>
                  </a:lnTo>
                  <a:cubicBezTo>
                    <a:pt x="12780" y="17237"/>
                    <a:pt x="17892" y="12768"/>
                    <a:pt x="23643" y="12768"/>
                  </a:cubicBezTo>
                  <a:lnTo>
                    <a:pt x="179557" y="12768"/>
                  </a:lnTo>
                  <a:cubicBezTo>
                    <a:pt x="185947" y="12768"/>
                    <a:pt x="190420" y="17875"/>
                    <a:pt x="190420" y="23621"/>
                  </a:cubicBezTo>
                  <a:lnTo>
                    <a:pt x="190420" y="180028"/>
                  </a:lnTo>
                  <a:close/>
                </a:path>
              </a:pathLst>
            </a:custGeom>
            <a:solidFill>
              <a:srgbClr val="00ABAB"/>
            </a:solidFill>
            <a:ln w="6390" cap="flat">
              <a:noFill/>
              <a:prstDash val="solid"/>
              <a:miter/>
            </a:ln>
          </p:spPr>
          <p:txBody>
            <a:bodyPr rtlCol="0" anchor="ctr"/>
            <a:lstStyle/>
            <a:p>
              <a:endParaRPr lang="en-US"/>
            </a:p>
          </p:txBody>
        </p:sp>
        <p:sp>
          <p:nvSpPr>
            <p:cNvPr id="523" name="Graphic 4">
              <a:extLst>
                <a:ext uri="{FF2B5EF4-FFF2-40B4-BE49-F238E27FC236}">
                  <a16:creationId xmlns:a16="http://schemas.microsoft.com/office/drawing/2014/main" id="{1A565F09-E15A-5C47-92A0-B66DB8EB4B61}"/>
                </a:ext>
              </a:extLst>
            </p:cNvPr>
            <p:cNvSpPr/>
            <p:nvPr/>
          </p:nvSpPr>
          <p:spPr>
            <a:xfrm>
              <a:off x="8950057" y="1993880"/>
              <a:ext cx="143790" cy="144605"/>
            </a:xfrm>
            <a:custGeom>
              <a:avLst/>
              <a:gdLst>
                <a:gd name="connsiteX0" fmla="*/ 71895 w 143790"/>
                <a:gd name="connsiteY0" fmla="*/ 0 h 144605"/>
                <a:gd name="connsiteX1" fmla="*/ 71895 w 143790"/>
                <a:gd name="connsiteY1" fmla="*/ 0 h 144605"/>
                <a:gd name="connsiteX2" fmla="*/ 32917 w 143790"/>
                <a:gd name="connsiteY2" fmla="*/ 11491 h 144605"/>
                <a:gd name="connsiteX3" fmla="*/ 30999 w 143790"/>
                <a:gd name="connsiteY3" fmla="*/ 20429 h 144605"/>
                <a:gd name="connsiteX4" fmla="*/ 39945 w 143790"/>
                <a:gd name="connsiteY4" fmla="*/ 22344 h 144605"/>
                <a:gd name="connsiteX5" fmla="*/ 39945 w 143790"/>
                <a:gd name="connsiteY5" fmla="*/ 22344 h 144605"/>
                <a:gd name="connsiteX6" fmla="*/ 65505 w 143790"/>
                <a:gd name="connsiteY6" fmla="*/ 13406 h 144605"/>
                <a:gd name="connsiteX7" fmla="*/ 65505 w 143790"/>
                <a:gd name="connsiteY7" fmla="*/ 22982 h 144605"/>
                <a:gd name="connsiteX8" fmla="*/ 71895 w 143790"/>
                <a:gd name="connsiteY8" fmla="*/ 29366 h 144605"/>
                <a:gd name="connsiteX9" fmla="*/ 78285 w 143790"/>
                <a:gd name="connsiteY9" fmla="*/ 22982 h 144605"/>
                <a:gd name="connsiteX10" fmla="*/ 78285 w 143790"/>
                <a:gd name="connsiteY10" fmla="*/ 13406 h 144605"/>
                <a:gd name="connsiteX11" fmla="*/ 131321 w 143790"/>
                <a:gd name="connsiteY11" fmla="*/ 78523 h 144605"/>
                <a:gd name="connsiteX12" fmla="*/ 78285 w 143790"/>
                <a:gd name="connsiteY12" fmla="*/ 131510 h 144605"/>
                <a:gd name="connsiteX13" fmla="*/ 78285 w 143790"/>
                <a:gd name="connsiteY13" fmla="*/ 121934 h 144605"/>
                <a:gd name="connsiteX14" fmla="*/ 71895 w 143790"/>
                <a:gd name="connsiteY14" fmla="*/ 115550 h 144605"/>
                <a:gd name="connsiteX15" fmla="*/ 65505 w 143790"/>
                <a:gd name="connsiteY15" fmla="*/ 121934 h 144605"/>
                <a:gd name="connsiteX16" fmla="*/ 65505 w 143790"/>
                <a:gd name="connsiteY16" fmla="*/ 131510 h 144605"/>
                <a:gd name="connsiteX17" fmla="*/ 13107 w 143790"/>
                <a:gd name="connsiteY17" fmla="*/ 66393 h 144605"/>
                <a:gd name="connsiteX18" fmla="*/ 26527 w 143790"/>
                <a:gd name="connsiteY18" fmla="*/ 34473 h 144605"/>
                <a:gd name="connsiteX19" fmla="*/ 25887 w 143790"/>
                <a:gd name="connsiteY19" fmla="*/ 25536 h 144605"/>
                <a:gd name="connsiteX20" fmla="*/ 16942 w 143790"/>
                <a:gd name="connsiteY20" fmla="*/ 26174 h 144605"/>
                <a:gd name="connsiteX21" fmla="*/ 25248 w 143790"/>
                <a:gd name="connsiteY21" fmla="*/ 127680 h 144605"/>
                <a:gd name="connsiteX22" fmla="*/ 126848 w 143790"/>
                <a:gd name="connsiteY22" fmla="*/ 119380 h 144605"/>
                <a:gd name="connsiteX23" fmla="*/ 118541 w 143790"/>
                <a:gd name="connsiteY23" fmla="*/ 17875 h 144605"/>
                <a:gd name="connsiteX24" fmla="*/ 71895 w 143790"/>
                <a:gd name="connsiteY24" fmla="*/ 0 h 144605"/>
                <a:gd name="connsiteX25" fmla="*/ 71895 w 143790"/>
                <a:gd name="connsiteY25" fmla="*/ 0 h 144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3790" h="144605">
                  <a:moveTo>
                    <a:pt x="71895" y="0"/>
                  </a:moveTo>
                  <a:lnTo>
                    <a:pt x="71895" y="0"/>
                  </a:lnTo>
                  <a:cubicBezTo>
                    <a:pt x="57837" y="0"/>
                    <a:pt x="44418" y="3830"/>
                    <a:pt x="32917" y="11491"/>
                  </a:cubicBezTo>
                  <a:cubicBezTo>
                    <a:pt x="29722" y="13406"/>
                    <a:pt x="29082" y="17237"/>
                    <a:pt x="30999" y="20429"/>
                  </a:cubicBezTo>
                  <a:cubicBezTo>
                    <a:pt x="32917" y="23621"/>
                    <a:pt x="36751" y="24259"/>
                    <a:pt x="39945" y="22344"/>
                  </a:cubicBezTo>
                  <a:lnTo>
                    <a:pt x="39945" y="22344"/>
                  </a:lnTo>
                  <a:cubicBezTo>
                    <a:pt x="47613" y="17237"/>
                    <a:pt x="56559" y="14045"/>
                    <a:pt x="65505" y="13406"/>
                  </a:cubicBezTo>
                  <a:lnTo>
                    <a:pt x="65505" y="22982"/>
                  </a:lnTo>
                  <a:cubicBezTo>
                    <a:pt x="65505" y="26813"/>
                    <a:pt x="68061" y="29366"/>
                    <a:pt x="71895" y="29366"/>
                  </a:cubicBezTo>
                  <a:cubicBezTo>
                    <a:pt x="75729" y="29366"/>
                    <a:pt x="78285" y="26813"/>
                    <a:pt x="78285" y="22982"/>
                  </a:cubicBezTo>
                  <a:lnTo>
                    <a:pt x="78285" y="13406"/>
                  </a:lnTo>
                  <a:cubicBezTo>
                    <a:pt x="110874" y="16598"/>
                    <a:pt x="134516" y="45965"/>
                    <a:pt x="131321" y="78523"/>
                  </a:cubicBezTo>
                  <a:cubicBezTo>
                    <a:pt x="128126" y="106612"/>
                    <a:pt x="106401" y="128318"/>
                    <a:pt x="78285" y="131510"/>
                  </a:cubicBezTo>
                  <a:lnTo>
                    <a:pt x="78285" y="121934"/>
                  </a:lnTo>
                  <a:cubicBezTo>
                    <a:pt x="78285" y="118104"/>
                    <a:pt x="75729" y="115550"/>
                    <a:pt x="71895" y="115550"/>
                  </a:cubicBezTo>
                  <a:cubicBezTo>
                    <a:pt x="68061" y="115550"/>
                    <a:pt x="65505" y="118104"/>
                    <a:pt x="65505" y="121934"/>
                  </a:cubicBezTo>
                  <a:lnTo>
                    <a:pt x="65505" y="131510"/>
                  </a:lnTo>
                  <a:cubicBezTo>
                    <a:pt x="32917" y="128318"/>
                    <a:pt x="9273" y="98952"/>
                    <a:pt x="13107" y="66393"/>
                  </a:cubicBezTo>
                  <a:cubicBezTo>
                    <a:pt x="14386" y="54902"/>
                    <a:pt x="18858" y="43411"/>
                    <a:pt x="26527" y="34473"/>
                  </a:cubicBezTo>
                  <a:cubicBezTo>
                    <a:pt x="29082" y="31920"/>
                    <a:pt x="28443" y="27451"/>
                    <a:pt x="25887" y="25536"/>
                  </a:cubicBezTo>
                  <a:cubicBezTo>
                    <a:pt x="23332" y="22982"/>
                    <a:pt x="18858" y="23621"/>
                    <a:pt x="16942" y="26174"/>
                  </a:cubicBezTo>
                  <a:cubicBezTo>
                    <a:pt x="-8618" y="56817"/>
                    <a:pt x="-4784" y="102144"/>
                    <a:pt x="25248" y="127680"/>
                  </a:cubicBezTo>
                  <a:cubicBezTo>
                    <a:pt x="55281" y="153216"/>
                    <a:pt x="101289" y="149385"/>
                    <a:pt x="126848" y="119380"/>
                  </a:cubicBezTo>
                  <a:cubicBezTo>
                    <a:pt x="152408" y="88737"/>
                    <a:pt x="148574" y="43411"/>
                    <a:pt x="118541" y="17875"/>
                  </a:cubicBezTo>
                  <a:cubicBezTo>
                    <a:pt x="105123" y="5746"/>
                    <a:pt x="89148" y="0"/>
                    <a:pt x="71895" y="0"/>
                  </a:cubicBezTo>
                  <a:lnTo>
                    <a:pt x="71895" y="0"/>
                  </a:lnTo>
                  <a:close/>
                </a:path>
              </a:pathLst>
            </a:custGeom>
            <a:solidFill>
              <a:srgbClr val="00ABAB"/>
            </a:solidFill>
            <a:ln w="6390" cap="flat">
              <a:noFill/>
              <a:prstDash val="solid"/>
              <a:miter/>
            </a:ln>
          </p:spPr>
          <p:txBody>
            <a:bodyPr rtlCol="0" anchor="ctr"/>
            <a:lstStyle/>
            <a:p>
              <a:endParaRPr lang="en-US"/>
            </a:p>
          </p:txBody>
        </p:sp>
        <p:sp>
          <p:nvSpPr>
            <p:cNvPr id="524" name="Graphic 4">
              <a:extLst>
                <a:ext uri="{FF2B5EF4-FFF2-40B4-BE49-F238E27FC236}">
                  <a16:creationId xmlns:a16="http://schemas.microsoft.com/office/drawing/2014/main" id="{AB8B4C48-0CC3-1F41-B3DD-FEA8AD897472}"/>
                </a:ext>
              </a:extLst>
            </p:cNvPr>
            <p:cNvSpPr/>
            <p:nvPr/>
          </p:nvSpPr>
          <p:spPr>
            <a:xfrm>
              <a:off x="8968915" y="2048782"/>
              <a:ext cx="33228" cy="33196"/>
            </a:xfrm>
            <a:custGeom>
              <a:avLst/>
              <a:gdLst>
                <a:gd name="connsiteX0" fmla="*/ 0 w 33228"/>
                <a:gd name="connsiteY0" fmla="*/ 16598 h 33196"/>
                <a:gd name="connsiteX1" fmla="*/ 16614 w 33228"/>
                <a:gd name="connsiteY1" fmla="*/ 33197 h 33196"/>
                <a:gd name="connsiteX2" fmla="*/ 33228 w 33228"/>
                <a:gd name="connsiteY2" fmla="*/ 16598 h 33196"/>
                <a:gd name="connsiteX3" fmla="*/ 16614 w 33228"/>
                <a:gd name="connsiteY3" fmla="*/ 0 h 33196"/>
                <a:gd name="connsiteX4" fmla="*/ 0 w 33228"/>
                <a:gd name="connsiteY4" fmla="*/ 16598 h 33196"/>
                <a:gd name="connsiteX5" fmla="*/ 0 w 33228"/>
                <a:gd name="connsiteY5" fmla="*/ 16598 h 33196"/>
                <a:gd name="connsiteX6" fmla="*/ 16614 w 33228"/>
                <a:gd name="connsiteY6" fmla="*/ 12768 h 33196"/>
                <a:gd name="connsiteX7" fmla="*/ 20448 w 33228"/>
                <a:gd name="connsiteY7" fmla="*/ 16598 h 33196"/>
                <a:gd name="connsiteX8" fmla="*/ 16614 w 33228"/>
                <a:gd name="connsiteY8" fmla="*/ 20429 h 33196"/>
                <a:gd name="connsiteX9" fmla="*/ 12780 w 33228"/>
                <a:gd name="connsiteY9" fmla="*/ 16598 h 33196"/>
                <a:gd name="connsiteX10" fmla="*/ 16614 w 33228"/>
                <a:gd name="connsiteY10" fmla="*/ 12768 h 33196"/>
                <a:gd name="connsiteX11" fmla="*/ 16614 w 33228"/>
                <a:gd name="connsiteY11" fmla="*/ 12768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228" h="33196">
                  <a:moveTo>
                    <a:pt x="0" y="16598"/>
                  </a:moveTo>
                  <a:cubicBezTo>
                    <a:pt x="0" y="26174"/>
                    <a:pt x="7668" y="33197"/>
                    <a:pt x="16614" y="33197"/>
                  </a:cubicBezTo>
                  <a:cubicBezTo>
                    <a:pt x="25560" y="33197"/>
                    <a:pt x="33228" y="25536"/>
                    <a:pt x="33228" y="16598"/>
                  </a:cubicBezTo>
                  <a:cubicBezTo>
                    <a:pt x="33228" y="7661"/>
                    <a:pt x="25560" y="0"/>
                    <a:pt x="16614" y="0"/>
                  </a:cubicBezTo>
                  <a:cubicBezTo>
                    <a:pt x="7668" y="0"/>
                    <a:pt x="0" y="7661"/>
                    <a:pt x="0" y="16598"/>
                  </a:cubicBezTo>
                  <a:lnTo>
                    <a:pt x="0" y="16598"/>
                  </a:lnTo>
                  <a:close/>
                  <a:moveTo>
                    <a:pt x="16614" y="12768"/>
                  </a:moveTo>
                  <a:cubicBezTo>
                    <a:pt x="18531" y="12768"/>
                    <a:pt x="20448" y="14683"/>
                    <a:pt x="20448" y="16598"/>
                  </a:cubicBezTo>
                  <a:cubicBezTo>
                    <a:pt x="20448" y="18514"/>
                    <a:pt x="18531" y="20429"/>
                    <a:pt x="16614" y="20429"/>
                  </a:cubicBezTo>
                  <a:cubicBezTo>
                    <a:pt x="14697" y="20429"/>
                    <a:pt x="12780" y="18514"/>
                    <a:pt x="12780" y="16598"/>
                  </a:cubicBezTo>
                  <a:cubicBezTo>
                    <a:pt x="12780" y="14683"/>
                    <a:pt x="14697" y="12768"/>
                    <a:pt x="16614" y="12768"/>
                  </a:cubicBezTo>
                  <a:lnTo>
                    <a:pt x="16614" y="12768"/>
                  </a:lnTo>
                  <a:close/>
                </a:path>
              </a:pathLst>
            </a:custGeom>
            <a:solidFill>
              <a:srgbClr val="00ABAB"/>
            </a:solidFill>
            <a:ln w="6390" cap="flat">
              <a:noFill/>
              <a:prstDash val="solid"/>
              <a:miter/>
            </a:ln>
          </p:spPr>
          <p:txBody>
            <a:bodyPr rtlCol="0" anchor="ctr"/>
            <a:lstStyle/>
            <a:p>
              <a:endParaRPr lang="en-US"/>
            </a:p>
          </p:txBody>
        </p:sp>
        <p:sp>
          <p:nvSpPr>
            <p:cNvPr id="525" name="Graphic 4">
              <a:extLst>
                <a:ext uri="{FF2B5EF4-FFF2-40B4-BE49-F238E27FC236}">
                  <a16:creationId xmlns:a16="http://schemas.microsoft.com/office/drawing/2014/main" id="{710FDEFC-4726-664F-90F9-26254D5DF335}"/>
                </a:ext>
              </a:extLst>
            </p:cNvPr>
            <p:cNvSpPr/>
            <p:nvPr/>
          </p:nvSpPr>
          <p:spPr>
            <a:xfrm>
              <a:off x="9042399" y="2048782"/>
              <a:ext cx="33228" cy="33196"/>
            </a:xfrm>
            <a:custGeom>
              <a:avLst/>
              <a:gdLst>
                <a:gd name="connsiteX0" fmla="*/ 33228 w 33228"/>
                <a:gd name="connsiteY0" fmla="*/ 16598 h 33196"/>
                <a:gd name="connsiteX1" fmla="*/ 16614 w 33228"/>
                <a:gd name="connsiteY1" fmla="*/ 0 h 33196"/>
                <a:gd name="connsiteX2" fmla="*/ 0 w 33228"/>
                <a:gd name="connsiteY2" fmla="*/ 16598 h 33196"/>
                <a:gd name="connsiteX3" fmla="*/ 16614 w 33228"/>
                <a:gd name="connsiteY3" fmla="*/ 33197 h 33196"/>
                <a:gd name="connsiteX4" fmla="*/ 33228 w 33228"/>
                <a:gd name="connsiteY4" fmla="*/ 16598 h 33196"/>
                <a:gd name="connsiteX5" fmla="*/ 33228 w 33228"/>
                <a:gd name="connsiteY5" fmla="*/ 16598 h 33196"/>
                <a:gd name="connsiteX6" fmla="*/ 12141 w 33228"/>
                <a:gd name="connsiteY6" fmla="*/ 16598 h 33196"/>
                <a:gd name="connsiteX7" fmla="*/ 15975 w 33228"/>
                <a:gd name="connsiteY7" fmla="*/ 12768 h 33196"/>
                <a:gd name="connsiteX8" fmla="*/ 19809 w 33228"/>
                <a:gd name="connsiteY8" fmla="*/ 16598 h 33196"/>
                <a:gd name="connsiteX9" fmla="*/ 15975 w 33228"/>
                <a:gd name="connsiteY9" fmla="*/ 20429 h 33196"/>
                <a:gd name="connsiteX10" fmla="*/ 12141 w 33228"/>
                <a:gd name="connsiteY10" fmla="*/ 16598 h 33196"/>
                <a:gd name="connsiteX11" fmla="*/ 12141 w 33228"/>
                <a:gd name="connsiteY11" fmla="*/ 16598 h 33196"/>
                <a:gd name="connsiteX12" fmla="*/ 12141 w 33228"/>
                <a:gd name="connsiteY12" fmla="*/ 16598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228" h="33196">
                  <a:moveTo>
                    <a:pt x="33228" y="16598"/>
                  </a:moveTo>
                  <a:cubicBezTo>
                    <a:pt x="33228" y="7022"/>
                    <a:pt x="25560" y="0"/>
                    <a:pt x="16614" y="0"/>
                  </a:cubicBezTo>
                  <a:cubicBezTo>
                    <a:pt x="7668" y="0"/>
                    <a:pt x="0" y="7661"/>
                    <a:pt x="0" y="16598"/>
                  </a:cubicBezTo>
                  <a:cubicBezTo>
                    <a:pt x="0" y="25536"/>
                    <a:pt x="7668" y="33197"/>
                    <a:pt x="16614" y="33197"/>
                  </a:cubicBezTo>
                  <a:cubicBezTo>
                    <a:pt x="25560" y="33197"/>
                    <a:pt x="33228" y="26174"/>
                    <a:pt x="33228" y="16598"/>
                  </a:cubicBezTo>
                  <a:lnTo>
                    <a:pt x="33228" y="16598"/>
                  </a:lnTo>
                  <a:close/>
                  <a:moveTo>
                    <a:pt x="12141" y="16598"/>
                  </a:moveTo>
                  <a:cubicBezTo>
                    <a:pt x="12141" y="14683"/>
                    <a:pt x="14058" y="12768"/>
                    <a:pt x="15975" y="12768"/>
                  </a:cubicBezTo>
                  <a:cubicBezTo>
                    <a:pt x="17892" y="12768"/>
                    <a:pt x="19809" y="14683"/>
                    <a:pt x="19809" y="16598"/>
                  </a:cubicBezTo>
                  <a:cubicBezTo>
                    <a:pt x="19809" y="18514"/>
                    <a:pt x="17892" y="20429"/>
                    <a:pt x="15975" y="20429"/>
                  </a:cubicBezTo>
                  <a:cubicBezTo>
                    <a:pt x="14058" y="21067"/>
                    <a:pt x="12141" y="19152"/>
                    <a:pt x="12141" y="16598"/>
                  </a:cubicBezTo>
                  <a:cubicBezTo>
                    <a:pt x="12141" y="16598"/>
                    <a:pt x="12141" y="16598"/>
                    <a:pt x="12141" y="16598"/>
                  </a:cubicBezTo>
                  <a:lnTo>
                    <a:pt x="12141" y="16598"/>
                  </a:lnTo>
                  <a:close/>
                </a:path>
              </a:pathLst>
            </a:custGeom>
            <a:solidFill>
              <a:srgbClr val="00ABAB"/>
            </a:solidFill>
            <a:ln w="6390" cap="flat">
              <a:noFill/>
              <a:prstDash val="solid"/>
              <a:miter/>
            </a:ln>
          </p:spPr>
          <p:txBody>
            <a:bodyPr rtlCol="0" anchor="ctr"/>
            <a:lstStyle/>
            <a:p>
              <a:endParaRPr lang="en-US"/>
            </a:p>
          </p:txBody>
        </p:sp>
        <p:sp>
          <p:nvSpPr>
            <p:cNvPr id="526" name="Graphic 4">
              <a:extLst>
                <a:ext uri="{FF2B5EF4-FFF2-40B4-BE49-F238E27FC236}">
                  <a16:creationId xmlns:a16="http://schemas.microsoft.com/office/drawing/2014/main" id="{4C9B7FB4-DC48-0644-B927-2FE9FD7D29E4}"/>
                </a:ext>
              </a:extLst>
            </p:cNvPr>
            <p:cNvSpPr/>
            <p:nvPr/>
          </p:nvSpPr>
          <p:spPr>
            <a:xfrm>
              <a:off x="9013006" y="2056443"/>
              <a:ext cx="17892" cy="17875"/>
            </a:xfrm>
            <a:custGeom>
              <a:avLst/>
              <a:gdLst>
                <a:gd name="connsiteX0" fmla="*/ 8946 w 17892"/>
                <a:gd name="connsiteY0" fmla="*/ 17875 h 17875"/>
                <a:gd name="connsiteX1" fmla="*/ 17892 w 17892"/>
                <a:gd name="connsiteY1" fmla="*/ 8938 h 17875"/>
                <a:gd name="connsiteX2" fmla="*/ 8946 w 17892"/>
                <a:gd name="connsiteY2" fmla="*/ 0 h 17875"/>
                <a:gd name="connsiteX3" fmla="*/ 0 w 17892"/>
                <a:gd name="connsiteY3" fmla="*/ 8938 h 17875"/>
                <a:gd name="connsiteX4" fmla="*/ 8946 w 17892"/>
                <a:gd name="connsiteY4" fmla="*/ 17875 h 17875"/>
                <a:gd name="connsiteX5" fmla="*/ 8946 w 17892"/>
                <a:gd name="connsiteY5" fmla="*/ 17875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2" h="17875">
                  <a:moveTo>
                    <a:pt x="8946" y="17875"/>
                  </a:moveTo>
                  <a:cubicBezTo>
                    <a:pt x="14058" y="17875"/>
                    <a:pt x="17892" y="14045"/>
                    <a:pt x="17892" y="8938"/>
                  </a:cubicBezTo>
                  <a:cubicBezTo>
                    <a:pt x="17892" y="3830"/>
                    <a:pt x="14058" y="0"/>
                    <a:pt x="8946" y="0"/>
                  </a:cubicBezTo>
                  <a:cubicBezTo>
                    <a:pt x="3834" y="0"/>
                    <a:pt x="0" y="3830"/>
                    <a:pt x="0" y="8938"/>
                  </a:cubicBezTo>
                  <a:cubicBezTo>
                    <a:pt x="0" y="14045"/>
                    <a:pt x="4473" y="17875"/>
                    <a:pt x="8946" y="17875"/>
                  </a:cubicBezTo>
                  <a:lnTo>
                    <a:pt x="8946" y="17875"/>
                  </a:lnTo>
                  <a:close/>
                </a:path>
              </a:pathLst>
            </a:custGeom>
            <a:solidFill>
              <a:srgbClr val="00ABAB"/>
            </a:solidFill>
            <a:ln w="6390" cap="flat">
              <a:noFill/>
              <a:prstDash val="solid"/>
              <a:miter/>
            </a:ln>
          </p:spPr>
          <p:txBody>
            <a:bodyPr rtlCol="0" anchor="ctr"/>
            <a:lstStyle/>
            <a:p>
              <a:endParaRPr lang="en-US"/>
            </a:p>
          </p:txBody>
        </p:sp>
      </p:grpSp>
      <p:grpSp>
        <p:nvGrpSpPr>
          <p:cNvPr id="527" name="Graphic 4">
            <a:extLst>
              <a:ext uri="{FF2B5EF4-FFF2-40B4-BE49-F238E27FC236}">
                <a16:creationId xmlns:a16="http://schemas.microsoft.com/office/drawing/2014/main" id="{7654E255-B4A3-024F-8B34-23E99223DBF6}"/>
              </a:ext>
            </a:extLst>
          </p:cNvPr>
          <p:cNvGrpSpPr>
            <a:grpSpLocks noChangeAspect="1"/>
          </p:cNvGrpSpPr>
          <p:nvPr/>
        </p:nvGrpSpPr>
        <p:grpSpPr>
          <a:xfrm>
            <a:off x="8840477" y="4793256"/>
            <a:ext cx="362312" cy="361971"/>
            <a:chOff x="8840477" y="4793256"/>
            <a:chExt cx="362312" cy="361971"/>
          </a:xfrm>
          <a:solidFill>
            <a:srgbClr val="00ABAB"/>
          </a:solidFill>
        </p:grpSpPr>
        <p:sp>
          <p:nvSpPr>
            <p:cNvPr id="528" name="Graphic 4">
              <a:extLst>
                <a:ext uri="{FF2B5EF4-FFF2-40B4-BE49-F238E27FC236}">
                  <a16:creationId xmlns:a16="http://schemas.microsoft.com/office/drawing/2014/main" id="{099E47B9-6C57-674A-B9D7-5D35502BC11B}"/>
                </a:ext>
              </a:extLst>
            </p:cNvPr>
            <p:cNvSpPr/>
            <p:nvPr/>
          </p:nvSpPr>
          <p:spPr>
            <a:xfrm>
              <a:off x="8840477" y="4793256"/>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8565 h 361971"/>
                <a:gd name="connsiteX7" fmla="*/ 12780 w 362312"/>
                <a:gd name="connsiteY7" fmla="*/ 180667 h 361971"/>
                <a:gd name="connsiteX8" fmla="*/ 180836 w 362312"/>
                <a:gd name="connsiteY8" fmla="*/ 12129 h 361971"/>
                <a:gd name="connsiteX9" fmla="*/ 349529 w 362312"/>
                <a:gd name="connsiteY9" fmla="*/ 180028 h 361971"/>
                <a:gd name="connsiteX10" fmla="*/ 349529 w 362312"/>
                <a:gd name="connsiteY10" fmla="*/ 180028 h 361971"/>
                <a:gd name="connsiteX11" fmla="*/ 181474 w 362312"/>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0438"/>
                    <a:pt x="281796" y="0"/>
                    <a:pt x="181474" y="0"/>
                  </a:cubicBezTo>
                  <a:close/>
                  <a:moveTo>
                    <a:pt x="181474" y="348565"/>
                  </a:moveTo>
                  <a:cubicBezTo>
                    <a:pt x="88181" y="348565"/>
                    <a:pt x="12780" y="273234"/>
                    <a:pt x="12780" y="180667"/>
                  </a:cubicBezTo>
                  <a:cubicBezTo>
                    <a:pt x="12780" y="87461"/>
                    <a:pt x="88181" y="12129"/>
                    <a:pt x="180836" y="12129"/>
                  </a:cubicBezTo>
                  <a:cubicBezTo>
                    <a:pt x="274128" y="12129"/>
                    <a:pt x="349529" y="87461"/>
                    <a:pt x="349529" y="180028"/>
                  </a:cubicBezTo>
                  <a:cubicBezTo>
                    <a:pt x="349529" y="180028"/>
                    <a:pt x="349529" y="180028"/>
                    <a:pt x="349529" y="180028"/>
                  </a:cubicBezTo>
                  <a:cubicBezTo>
                    <a:pt x="350169" y="273234"/>
                    <a:pt x="274767" y="348565"/>
                    <a:pt x="181474" y="348565"/>
                  </a:cubicBezTo>
                  <a:close/>
                </a:path>
              </a:pathLst>
            </a:custGeom>
            <a:solidFill>
              <a:srgbClr val="00ABAB"/>
            </a:solidFill>
            <a:ln w="6390" cap="flat">
              <a:noFill/>
              <a:prstDash val="solid"/>
              <a:miter/>
            </a:ln>
          </p:spPr>
          <p:txBody>
            <a:bodyPr rtlCol="0" anchor="ctr"/>
            <a:lstStyle/>
            <a:p>
              <a:endParaRPr lang="en-US"/>
            </a:p>
          </p:txBody>
        </p:sp>
        <p:sp>
          <p:nvSpPr>
            <p:cNvPr id="529" name="Graphic 4">
              <a:extLst>
                <a:ext uri="{FF2B5EF4-FFF2-40B4-BE49-F238E27FC236}">
                  <a16:creationId xmlns:a16="http://schemas.microsoft.com/office/drawing/2014/main" id="{E1EB98E9-8065-EB45-8C30-E48BBA95113D}"/>
                </a:ext>
              </a:extLst>
            </p:cNvPr>
            <p:cNvSpPr/>
            <p:nvPr/>
          </p:nvSpPr>
          <p:spPr>
            <a:xfrm>
              <a:off x="8919074" y="4883909"/>
              <a:ext cx="206394" cy="208755"/>
            </a:xfrm>
            <a:custGeom>
              <a:avLst/>
              <a:gdLst>
                <a:gd name="connsiteX0" fmla="*/ 200005 w 206394"/>
                <a:gd name="connsiteY0" fmla="*/ 0 h 208755"/>
                <a:gd name="connsiteX1" fmla="*/ 6390 w 206394"/>
                <a:gd name="connsiteY1" fmla="*/ 0 h 208755"/>
                <a:gd name="connsiteX2" fmla="*/ 0 w 206394"/>
                <a:gd name="connsiteY2" fmla="*/ 6384 h 208755"/>
                <a:gd name="connsiteX3" fmla="*/ 57509 w 206394"/>
                <a:gd name="connsiteY3" fmla="*/ 98952 h 208755"/>
                <a:gd name="connsiteX4" fmla="*/ 57509 w 206394"/>
                <a:gd name="connsiteY4" fmla="*/ 153216 h 208755"/>
                <a:gd name="connsiteX5" fmla="*/ 63899 w 206394"/>
                <a:gd name="connsiteY5" fmla="*/ 159600 h 208755"/>
                <a:gd name="connsiteX6" fmla="*/ 77957 w 206394"/>
                <a:gd name="connsiteY6" fmla="*/ 159600 h 208755"/>
                <a:gd name="connsiteX7" fmla="*/ 77957 w 206394"/>
                <a:gd name="connsiteY7" fmla="*/ 202372 h 208755"/>
                <a:gd name="connsiteX8" fmla="*/ 84347 w 206394"/>
                <a:gd name="connsiteY8" fmla="*/ 208756 h 208755"/>
                <a:gd name="connsiteX9" fmla="*/ 90737 w 206394"/>
                <a:gd name="connsiteY9" fmla="*/ 202372 h 208755"/>
                <a:gd name="connsiteX10" fmla="*/ 90737 w 206394"/>
                <a:gd name="connsiteY10" fmla="*/ 159600 h 208755"/>
                <a:gd name="connsiteX11" fmla="*/ 116935 w 206394"/>
                <a:gd name="connsiteY11" fmla="*/ 159600 h 208755"/>
                <a:gd name="connsiteX12" fmla="*/ 116935 w 206394"/>
                <a:gd name="connsiteY12" fmla="*/ 202372 h 208755"/>
                <a:gd name="connsiteX13" fmla="*/ 123325 w 206394"/>
                <a:gd name="connsiteY13" fmla="*/ 208756 h 208755"/>
                <a:gd name="connsiteX14" fmla="*/ 129715 w 206394"/>
                <a:gd name="connsiteY14" fmla="*/ 202372 h 208755"/>
                <a:gd name="connsiteX15" fmla="*/ 129715 w 206394"/>
                <a:gd name="connsiteY15" fmla="*/ 159600 h 208755"/>
                <a:gd name="connsiteX16" fmla="*/ 143134 w 206394"/>
                <a:gd name="connsiteY16" fmla="*/ 159600 h 208755"/>
                <a:gd name="connsiteX17" fmla="*/ 149524 w 206394"/>
                <a:gd name="connsiteY17" fmla="*/ 153216 h 208755"/>
                <a:gd name="connsiteX18" fmla="*/ 149524 w 206394"/>
                <a:gd name="connsiteY18" fmla="*/ 99590 h 208755"/>
                <a:gd name="connsiteX19" fmla="*/ 201922 w 206394"/>
                <a:gd name="connsiteY19" fmla="*/ 37665 h 208755"/>
                <a:gd name="connsiteX20" fmla="*/ 206395 w 206394"/>
                <a:gd name="connsiteY20" fmla="*/ 7022 h 208755"/>
                <a:gd name="connsiteX21" fmla="*/ 200005 w 206394"/>
                <a:gd name="connsiteY21" fmla="*/ 0 h 208755"/>
                <a:gd name="connsiteX22" fmla="*/ 200005 w 206394"/>
                <a:gd name="connsiteY22" fmla="*/ 0 h 208755"/>
                <a:gd name="connsiteX23" fmla="*/ 136105 w 206394"/>
                <a:gd name="connsiteY23" fmla="*/ 146193 h 208755"/>
                <a:gd name="connsiteX24" fmla="*/ 69650 w 206394"/>
                <a:gd name="connsiteY24" fmla="*/ 146193 h 208755"/>
                <a:gd name="connsiteX25" fmla="*/ 69650 w 206394"/>
                <a:gd name="connsiteY25" fmla="*/ 98313 h 208755"/>
                <a:gd name="connsiteX26" fmla="*/ 136105 w 206394"/>
                <a:gd name="connsiteY26" fmla="*/ 98313 h 208755"/>
                <a:gd name="connsiteX27" fmla="*/ 136105 w 206394"/>
                <a:gd name="connsiteY27" fmla="*/ 146193 h 208755"/>
                <a:gd name="connsiteX28" fmla="*/ 189781 w 206394"/>
                <a:gd name="connsiteY28" fmla="*/ 33196 h 208755"/>
                <a:gd name="connsiteX29" fmla="*/ 145690 w 206394"/>
                <a:gd name="connsiteY29" fmla="*/ 86184 h 208755"/>
                <a:gd name="connsiteX30" fmla="*/ 143134 w 206394"/>
                <a:gd name="connsiteY30" fmla="*/ 85545 h 208755"/>
                <a:gd name="connsiteX31" fmla="*/ 63899 w 206394"/>
                <a:gd name="connsiteY31" fmla="*/ 85545 h 208755"/>
                <a:gd name="connsiteX32" fmla="*/ 61343 w 206394"/>
                <a:gd name="connsiteY32" fmla="*/ 86184 h 208755"/>
                <a:gd name="connsiteX33" fmla="*/ 13419 w 206394"/>
                <a:gd name="connsiteY33" fmla="*/ 12768 h 208755"/>
                <a:gd name="connsiteX34" fmla="*/ 193615 w 206394"/>
                <a:gd name="connsiteY34" fmla="*/ 12768 h 208755"/>
                <a:gd name="connsiteX35" fmla="*/ 189781 w 206394"/>
                <a:gd name="connsiteY35" fmla="*/ 33196 h 208755"/>
                <a:gd name="connsiteX36" fmla="*/ 189781 w 206394"/>
                <a:gd name="connsiteY36" fmla="*/ 33196 h 208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6394" h="208755">
                  <a:moveTo>
                    <a:pt x="200005" y="0"/>
                  </a:moveTo>
                  <a:lnTo>
                    <a:pt x="6390" y="0"/>
                  </a:lnTo>
                  <a:cubicBezTo>
                    <a:pt x="2555" y="0"/>
                    <a:pt x="0" y="2553"/>
                    <a:pt x="0" y="6384"/>
                  </a:cubicBezTo>
                  <a:cubicBezTo>
                    <a:pt x="0" y="45326"/>
                    <a:pt x="22365" y="81715"/>
                    <a:pt x="57509" y="98952"/>
                  </a:cubicBezTo>
                  <a:lnTo>
                    <a:pt x="57509" y="153216"/>
                  </a:lnTo>
                  <a:cubicBezTo>
                    <a:pt x="57509" y="157046"/>
                    <a:pt x="60065" y="159600"/>
                    <a:pt x="63899" y="159600"/>
                  </a:cubicBezTo>
                  <a:lnTo>
                    <a:pt x="77957" y="159600"/>
                  </a:lnTo>
                  <a:lnTo>
                    <a:pt x="77957" y="202372"/>
                  </a:lnTo>
                  <a:cubicBezTo>
                    <a:pt x="77957" y="206203"/>
                    <a:pt x="80513" y="208756"/>
                    <a:pt x="84347" y="208756"/>
                  </a:cubicBezTo>
                  <a:cubicBezTo>
                    <a:pt x="88181" y="208756"/>
                    <a:pt x="90737" y="206203"/>
                    <a:pt x="90737" y="202372"/>
                  </a:cubicBezTo>
                  <a:lnTo>
                    <a:pt x="90737" y="159600"/>
                  </a:lnTo>
                  <a:lnTo>
                    <a:pt x="116935" y="159600"/>
                  </a:lnTo>
                  <a:lnTo>
                    <a:pt x="116935" y="202372"/>
                  </a:lnTo>
                  <a:cubicBezTo>
                    <a:pt x="116935" y="206203"/>
                    <a:pt x="119492" y="208756"/>
                    <a:pt x="123325" y="208756"/>
                  </a:cubicBezTo>
                  <a:cubicBezTo>
                    <a:pt x="127159" y="208756"/>
                    <a:pt x="129715" y="206203"/>
                    <a:pt x="129715" y="202372"/>
                  </a:cubicBezTo>
                  <a:lnTo>
                    <a:pt x="129715" y="159600"/>
                  </a:lnTo>
                  <a:lnTo>
                    <a:pt x="143134" y="159600"/>
                  </a:lnTo>
                  <a:cubicBezTo>
                    <a:pt x="146969" y="159600"/>
                    <a:pt x="149524" y="157046"/>
                    <a:pt x="149524" y="153216"/>
                  </a:cubicBezTo>
                  <a:lnTo>
                    <a:pt x="149524" y="99590"/>
                  </a:lnTo>
                  <a:cubicBezTo>
                    <a:pt x="174445" y="86184"/>
                    <a:pt x="192976" y="64478"/>
                    <a:pt x="201922" y="37665"/>
                  </a:cubicBezTo>
                  <a:cubicBezTo>
                    <a:pt x="205117" y="27451"/>
                    <a:pt x="206395" y="17236"/>
                    <a:pt x="206395" y="7022"/>
                  </a:cubicBezTo>
                  <a:cubicBezTo>
                    <a:pt x="206395" y="2553"/>
                    <a:pt x="203838" y="0"/>
                    <a:pt x="200005" y="0"/>
                  </a:cubicBezTo>
                  <a:cubicBezTo>
                    <a:pt x="200005" y="0"/>
                    <a:pt x="200005" y="0"/>
                    <a:pt x="200005" y="0"/>
                  </a:cubicBezTo>
                  <a:close/>
                  <a:moveTo>
                    <a:pt x="136105" y="146193"/>
                  </a:moveTo>
                  <a:lnTo>
                    <a:pt x="69650" y="146193"/>
                  </a:lnTo>
                  <a:lnTo>
                    <a:pt x="69650" y="98313"/>
                  </a:lnTo>
                  <a:lnTo>
                    <a:pt x="136105" y="98313"/>
                  </a:lnTo>
                  <a:lnTo>
                    <a:pt x="136105" y="146193"/>
                  </a:lnTo>
                  <a:close/>
                  <a:moveTo>
                    <a:pt x="189781" y="33196"/>
                  </a:moveTo>
                  <a:cubicBezTo>
                    <a:pt x="182113" y="55540"/>
                    <a:pt x="166138" y="74692"/>
                    <a:pt x="145690" y="86184"/>
                  </a:cubicBezTo>
                  <a:cubicBezTo>
                    <a:pt x="145051" y="85545"/>
                    <a:pt x="143774" y="85545"/>
                    <a:pt x="143134" y="85545"/>
                  </a:cubicBezTo>
                  <a:lnTo>
                    <a:pt x="63899" y="85545"/>
                  </a:lnTo>
                  <a:cubicBezTo>
                    <a:pt x="63260" y="85545"/>
                    <a:pt x="61982" y="85545"/>
                    <a:pt x="61343" y="86184"/>
                  </a:cubicBezTo>
                  <a:cubicBezTo>
                    <a:pt x="33866" y="71500"/>
                    <a:pt x="15335" y="44049"/>
                    <a:pt x="13419" y="12768"/>
                  </a:cubicBezTo>
                  <a:lnTo>
                    <a:pt x="193615" y="12768"/>
                  </a:lnTo>
                  <a:cubicBezTo>
                    <a:pt x="192976" y="19790"/>
                    <a:pt x="191698" y="26174"/>
                    <a:pt x="189781" y="33196"/>
                  </a:cubicBezTo>
                  <a:lnTo>
                    <a:pt x="189781" y="33196"/>
                  </a:lnTo>
                  <a:close/>
                </a:path>
              </a:pathLst>
            </a:custGeom>
            <a:solidFill>
              <a:srgbClr val="00ABAB"/>
            </a:solidFill>
            <a:ln w="6390" cap="flat">
              <a:noFill/>
              <a:prstDash val="solid"/>
              <a:miter/>
            </a:ln>
          </p:spPr>
          <p:txBody>
            <a:bodyPr rtlCol="0" anchor="ctr"/>
            <a:lstStyle/>
            <a:p>
              <a:endParaRPr lang="en-US"/>
            </a:p>
          </p:txBody>
        </p:sp>
      </p:grpSp>
      <p:grpSp>
        <p:nvGrpSpPr>
          <p:cNvPr id="530" name="Graphic 4">
            <a:extLst>
              <a:ext uri="{FF2B5EF4-FFF2-40B4-BE49-F238E27FC236}">
                <a16:creationId xmlns:a16="http://schemas.microsoft.com/office/drawing/2014/main" id="{499978AE-1DAE-124B-8CB4-798FCBA50BE2}"/>
              </a:ext>
            </a:extLst>
          </p:cNvPr>
          <p:cNvGrpSpPr>
            <a:grpSpLocks noChangeAspect="1"/>
          </p:cNvGrpSpPr>
          <p:nvPr/>
        </p:nvGrpSpPr>
        <p:grpSpPr>
          <a:xfrm>
            <a:off x="9278827" y="4793256"/>
            <a:ext cx="362309" cy="361971"/>
            <a:chOff x="9278827" y="4793256"/>
            <a:chExt cx="362309" cy="361971"/>
          </a:xfrm>
          <a:solidFill>
            <a:srgbClr val="00ABAB"/>
          </a:solidFill>
        </p:grpSpPr>
        <p:sp>
          <p:nvSpPr>
            <p:cNvPr id="531" name="Graphic 4">
              <a:extLst>
                <a:ext uri="{FF2B5EF4-FFF2-40B4-BE49-F238E27FC236}">
                  <a16:creationId xmlns:a16="http://schemas.microsoft.com/office/drawing/2014/main" id="{03CDAAA0-E6B9-4545-9526-8DA2CC1BB228}"/>
                </a:ext>
              </a:extLst>
            </p:cNvPr>
            <p:cNvSpPr/>
            <p:nvPr/>
          </p:nvSpPr>
          <p:spPr>
            <a:xfrm>
              <a:off x="9370203" y="4896677"/>
              <a:ext cx="180195" cy="73415"/>
            </a:xfrm>
            <a:custGeom>
              <a:avLst/>
              <a:gdLst>
                <a:gd name="connsiteX0" fmla="*/ 47925 w 180195"/>
                <a:gd name="connsiteY0" fmla="*/ 73416 h 73415"/>
                <a:gd name="connsiteX1" fmla="*/ 50481 w 180195"/>
                <a:gd name="connsiteY1" fmla="*/ 72777 h 73415"/>
                <a:gd name="connsiteX2" fmla="*/ 129715 w 180195"/>
                <a:gd name="connsiteY2" fmla="*/ 72777 h 73415"/>
                <a:gd name="connsiteX3" fmla="*/ 132271 w 180195"/>
                <a:gd name="connsiteY3" fmla="*/ 73416 h 73415"/>
                <a:gd name="connsiteX4" fmla="*/ 176362 w 180195"/>
                <a:gd name="connsiteY4" fmla="*/ 20428 h 73415"/>
                <a:gd name="connsiteX5" fmla="*/ 180196 w 180195"/>
                <a:gd name="connsiteY5" fmla="*/ 0 h 73415"/>
                <a:gd name="connsiteX6" fmla="*/ 0 w 180195"/>
                <a:gd name="connsiteY6" fmla="*/ 0 h 73415"/>
                <a:gd name="connsiteX7" fmla="*/ 47925 w 180195"/>
                <a:gd name="connsiteY7" fmla="*/ 73416 h 7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195" h="73415">
                  <a:moveTo>
                    <a:pt x="47925" y="73416"/>
                  </a:moveTo>
                  <a:cubicBezTo>
                    <a:pt x="48563" y="72777"/>
                    <a:pt x="49841" y="72777"/>
                    <a:pt x="50481" y="72777"/>
                  </a:cubicBezTo>
                  <a:lnTo>
                    <a:pt x="129715" y="72777"/>
                  </a:lnTo>
                  <a:cubicBezTo>
                    <a:pt x="130355" y="72777"/>
                    <a:pt x="131633" y="72777"/>
                    <a:pt x="132271" y="73416"/>
                  </a:cubicBezTo>
                  <a:cubicBezTo>
                    <a:pt x="152720" y="61286"/>
                    <a:pt x="168695" y="42772"/>
                    <a:pt x="176362" y="20428"/>
                  </a:cubicBezTo>
                  <a:cubicBezTo>
                    <a:pt x="178279" y="14044"/>
                    <a:pt x="179557" y="7022"/>
                    <a:pt x="180196" y="0"/>
                  </a:cubicBezTo>
                  <a:lnTo>
                    <a:pt x="0" y="0"/>
                  </a:lnTo>
                  <a:cubicBezTo>
                    <a:pt x="1917" y="31281"/>
                    <a:pt x="19809" y="58732"/>
                    <a:pt x="47925" y="73416"/>
                  </a:cubicBezTo>
                  <a:close/>
                </a:path>
              </a:pathLst>
            </a:custGeom>
            <a:solidFill>
              <a:srgbClr val="00ABAB"/>
            </a:solidFill>
            <a:ln w="6390" cap="flat">
              <a:noFill/>
              <a:prstDash val="solid"/>
              <a:miter/>
            </a:ln>
          </p:spPr>
          <p:txBody>
            <a:bodyPr rtlCol="0" anchor="ctr"/>
            <a:lstStyle/>
            <a:p>
              <a:endParaRPr lang="en-US"/>
            </a:p>
          </p:txBody>
        </p:sp>
        <p:sp>
          <p:nvSpPr>
            <p:cNvPr id="532" name="Graphic 4">
              <a:extLst>
                <a:ext uri="{FF2B5EF4-FFF2-40B4-BE49-F238E27FC236}">
                  <a16:creationId xmlns:a16="http://schemas.microsoft.com/office/drawing/2014/main" id="{A408B289-24C6-0542-A71D-E28C82D789B0}"/>
                </a:ext>
              </a:extLst>
            </p:cNvPr>
            <p:cNvSpPr/>
            <p:nvPr/>
          </p:nvSpPr>
          <p:spPr>
            <a:xfrm>
              <a:off x="9427074" y="4982222"/>
              <a:ext cx="66455" cy="47879"/>
            </a:xfrm>
            <a:custGeom>
              <a:avLst/>
              <a:gdLst>
                <a:gd name="connsiteX0" fmla="*/ 0 w 66455"/>
                <a:gd name="connsiteY0" fmla="*/ 0 h 47879"/>
                <a:gd name="connsiteX1" fmla="*/ 66456 w 66455"/>
                <a:gd name="connsiteY1" fmla="*/ 0 h 47879"/>
                <a:gd name="connsiteX2" fmla="*/ 66456 w 66455"/>
                <a:gd name="connsiteY2" fmla="*/ 47880 h 47879"/>
                <a:gd name="connsiteX3" fmla="*/ 0 w 66455"/>
                <a:gd name="connsiteY3" fmla="*/ 47880 h 47879"/>
              </a:gdLst>
              <a:ahLst/>
              <a:cxnLst>
                <a:cxn ang="0">
                  <a:pos x="connsiteX0" y="connsiteY0"/>
                </a:cxn>
                <a:cxn ang="0">
                  <a:pos x="connsiteX1" y="connsiteY1"/>
                </a:cxn>
                <a:cxn ang="0">
                  <a:pos x="connsiteX2" y="connsiteY2"/>
                </a:cxn>
                <a:cxn ang="0">
                  <a:pos x="connsiteX3" y="connsiteY3"/>
                </a:cxn>
              </a:cxnLst>
              <a:rect l="l" t="t" r="r" b="b"/>
              <a:pathLst>
                <a:path w="66455" h="47879">
                  <a:moveTo>
                    <a:pt x="0" y="0"/>
                  </a:moveTo>
                  <a:lnTo>
                    <a:pt x="66456" y="0"/>
                  </a:lnTo>
                  <a:lnTo>
                    <a:pt x="66456" y="47880"/>
                  </a:lnTo>
                  <a:lnTo>
                    <a:pt x="0" y="47880"/>
                  </a:lnTo>
                  <a:close/>
                </a:path>
              </a:pathLst>
            </a:custGeom>
            <a:solidFill>
              <a:srgbClr val="00ABAB"/>
            </a:solidFill>
            <a:ln w="6390" cap="flat">
              <a:noFill/>
              <a:prstDash val="solid"/>
              <a:miter/>
            </a:ln>
          </p:spPr>
          <p:txBody>
            <a:bodyPr rtlCol="0" anchor="ctr"/>
            <a:lstStyle/>
            <a:p>
              <a:endParaRPr lang="en-US"/>
            </a:p>
          </p:txBody>
        </p:sp>
        <p:sp>
          <p:nvSpPr>
            <p:cNvPr id="533" name="Graphic 4">
              <a:extLst>
                <a:ext uri="{FF2B5EF4-FFF2-40B4-BE49-F238E27FC236}">
                  <a16:creationId xmlns:a16="http://schemas.microsoft.com/office/drawing/2014/main" id="{F7BECFBF-539D-1249-A0CD-A7CF421E1389}"/>
                </a:ext>
              </a:extLst>
            </p:cNvPr>
            <p:cNvSpPr/>
            <p:nvPr/>
          </p:nvSpPr>
          <p:spPr>
            <a:xfrm>
              <a:off x="9278827" y="479325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79880 w 362309"/>
                <a:gd name="connsiteY6" fmla="*/ 127680 h 361971"/>
                <a:gd name="connsiteX7" fmla="*/ 227482 w 362309"/>
                <a:gd name="connsiteY7" fmla="*/ 189604 h 361971"/>
                <a:gd name="connsiteX8" fmla="*/ 227482 w 362309"/>
                <a:gd name="connsiteY8" fmla="*/ 243230 h 361971"/>
                <a:gd name="connsiteX9" fmla="*/ 221092 w 362309"/>
                <a:gd name="connsiteY9" fmla="*/ 249614 h 361971"/>
                <a:gd name="connsiteX10" fmla="*/ 207034 w 362309"/>
                <a:gd name="connsiteY10" fmla="*/ 249614 h 361971"/>
                <a:gd name="connsiteX11" fmla="*/ 207034 w 362309"/>
                <a:gd name="connsiteY11" fmla="*/ 293025 h 361971"/>
                <a:gd name="connsiteX12" fmla="*/ 200644 w 362309"/>
                <a:gd name="connsiteY12" fmla="*/ 299409 h 361971"/>
                <a:gd name="connsiteX13" fmla="*/ 194254 w 362309"/>
                <a:gd name="connsiteY13" fmla="*/ 293025 h 361971"/>
                <a:gd name="connsiteX14" fmla="*/ 194254 w 362309"/>
                <a:gd name="connsiteY14" fmla="*/ 250252 h 361971"/>
                <a:gd name="connsiteX15" fmla="*/ 168056 w 362309"/>
                <a:gd name="connsiteY15" fmla="*/ 250252 h 361971"/>
                <a:gd name="connsiteX16" fmla="*/ 168056 w 362309"/>
                <a:gd name="connsiteY16" fmla="*/ 293025 h 361971"/>
                <a:gd name="connsiteX17" fmla="*/ 161666 w 362309"/>
                <a:gd name="connsiteY17" fmla="*/ 299409 h 361971"/>
                <a:gd name="connsiteX18" fmla="*/ 155276 w 362309"/>
                <a:gd name="connsiteY18" fmla="*/ 293025 h 361971"/>
                <a:gd name="connsiteX19" fmla="*/ 155276 w 362309"/>
                <a:gd name="connsiteY19" fmla="*/ 250252 h 361971"/>
                <a:gd name="connsiteX20" fmla="*/ 141217 w 362309"/>
                <a:gd name="connsiteY20" fmla="*/ 250252 h 361971"/>
                <a:gd name="connsiteX21" fmla="*/ 134828 w 362309"/>
                <a:gd name="connsiteY21" fmla="*/ 243868 h 361971"/>
                <a:gd name="connsiteX22" fmla="*/ 134828 w 362309"/>
                <a:gd name="connsiteY22" fmla="*/ 189604 h 361971"/>
                <a:gd name="connsiteX23" fmla="*/ 77318 w 362309"/>
                <a:gd name="connsiteY23" fmla="*/ 97037 h 361971"/>
                <a:gd name="connsiteX24" fmla="*/ 83708 w 362309"/>
                <a:gd name="connsiteY24" fmla="*/ 90653 h 361971"/>
                <a:gd name="connsiteX25" fmla="*/ 277323 w 362309"/>
                <a:gd name="connsiteY25" fmla="*/ 90653 h 361971"/>
                <a:gd name="connsiteX26" fmla="*/ 283713 w 362309"/>
                <a:gd name="connsiteY26" fmla="*/ 97037 h 361971"/>
                <a:gd name="connsiteX27" fmla="*/ 279880 w 362309"/>
                <a:gd name="connsiteY27" fmla="*/ 127680 h 361971"/>
                <a:gd name="connsiteX28" fmla="*/ 279880 w 362309"/>
                <a:gd name="connsiteY28" fmla="*/ 12768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0438"/>
                    <a:pt x="281157" y="0"/>
                    <a:pt x="181474" y="0"/>
                  </a:cubicBezTo>
                  <a:close/>
                  <a:moveTo>
                    <a:pt x="279880" y="127680"/>
                  </a:moveTo>
                  <a:cubicBezTo>
                    <a:pt x="270934" y="153854"/>
                    <a:pt x="251764" y="176198"/>
                    <a:pt x="227482" y="189604"/>
                  </a:cubicBezTo>
                  <a:lnTo>
                    <a:pt x="227482" y="243230"/>
                  </a:lnTo>
                  <a:cubicBezTo>
                    <a:pt x="227482" y="247060"/>
                    <a:pt x="224926" y="249614"/>
                    <a:pt x="221092" y="249614"/>
                  </a:cubicBezTo>
                  <a:lnTo>
                    <a:pt x="207034" y="249614"/>
                  </a:lnTo>
                  <a:lnTo>
                    <a:pt x="207034" y="293025"/>
                  </a:lnTo>
                  <a:cubicBezTo>
                    <a:pt x="207034" y="296855"/>
                    <a:pt x="204478" y="299409"/>
                    <a:pt x="200644" y="299409"/>
                  </a:cubicBezTo>
                  <a:cubicBezTo>
                    <a:pt x="196810" y="299409"/>
                    <a:pt x="194254" y="296855"/>
                    <a:pt x="194254" y="293025"/>
                  </a:cubicBezTo>
                  <a:lnTo>
                    <a:pt x="194254" y="250252"/>
                  </a:lnTo>
                  <a:lnTo>
                    <a:pt x="168056" y="250252"/>
                  </a:lnTo>
                  <a:lnTo>
                    <a:pt x="168056" y="293025"/>
                  </a:lnTo>
                  <a:cubicBezTo>
                    <a:pt x="168056" y="296855"/>
                    <a:pt x="165500" y="299409"/>
                    <a:pt x="161666" y="299409"/>
                  </a:cubicBezTo>
                  <a:cubicBezTo>
                    <a:pt x="157832" y="299409"/>
                    <a:pt x="155276" y="296855"/>
                    <a:pt x="155276" y="293025"/>
                  </a:cubicBezTo>
                  <a:lnTo>
                    <a:pt x="155276" y="250252"/>
                  </a:lnTo>
                  <a:lnTo>
                    <a:pt x="141217" y="250252"/>
                  </a:lnTo>
                  <a:cubicBezTo>
                    <a:pt x="137384" y="250252"/>
                    <a:pt x="134828" y="247698"/>
                    <a:pt x="134828" y="243868"/>
                  </a:cubicBezTo>
                  <a:lnTo>
                    <a:pt x="134828" y="189604"/>
                  </a:lnTo>
                  <a:cubicBezTo>
                    <a:pt x="99683" y="172368"/>
                    <a:pt x="77318" y="136617"/>
                    <a:pt x="77318" y="97037"/>
                  </a:cubicBezTo>
                  <a:cubicBezTo>
                    <a:pt x="77318" y="93206"/>
                    <a:pt x="79874" y="90653"/>
                    <a:pt x="83708" y="90653"/>
                  </a:cubicBezTo>
                  <a:lnTo>
                    <a:pt x="277323" y="90653"/>
                  </a:lnTo>
                  <a:cubicBezTo>
                    <a:pt x="281157" y="90653"/>
                    <a:pt x="283713" y="93206"/>
                    <a:pt x="283713" y="97037"/>
                  </a:cubicBezTo>
                  <a:cubicBezTo>
                    <a:pt x="284352" y="107251"/>
                    <a:pt x="283075" y="117465"/>
                    <a:pt x="279880" y="127680"/>
                  </a:cubicBezTo>
                  <a:lnTo>
                    <a:pt x="279880" y="127680"/>
                  </a:lnTo>
                  <a:close/>
                </a:path>
              </a:pathLst>
            </a:custGeom>
            <a:solidFill>
              <a:srgbClr val="00ABAB"/>
            </a:solidFill>
            <a:ln w="6390" cap="flat">
              <a:noFill/>
              <a:prstDash val="solid"/>
              <a:miter/>
            </a:ln>
          </p:spPr>
          <p:txBody>
            <a:bodyPr rtlCol="0" anchor="ctr"/>
            <a:lstStyle/>
            <a:p>
              <a:endParaRPr lang="en-US"/>
            </a:p>
          </p:txBody>
        </p:sp>
      </p:grpSp>
      <p:grpSp>
        <p:nvGrpSpPr>
          <p:cNvPr id="534" name="Graphic 4">
            <a:extLst>
              <a:ext uri="{FF2B5EF4-FFF2-40B4-BE49-F238E27FC236}">
                <a16:creationId xmlns:a16="http://schemas.microsoft.com/office/drawing/2014/main" id="{A03F9E6C-0865-8941-9C10-3E239DF7C28D}"/>
              </a:ext>
            </a:extLst>
          </p:cNvPr>
          <p:cNvGrpSpPr>
            <a:grpSpLocks noChangeAspect="1"/>
          </p:cNvGrpSpPr>
          <p:nvPr/>
        </p:nvGrpSpPr>
        <p:grpSpPr>
          <a:xfrm>
            <a:off x="9278827" y="1885990"/>
            <a:ext cx="362309" cy="361971"/>
            <a:chOff x="9278827" y="1885990"/>
            <a:chExt cx="362309" cy="361971"/>
          </a:xfrm>
          <a:solidFill>
            <a:srgbClr val="00ABAB"/>
          </a:solidFill>
        </p:grpSpPr>
        <p:sp>
          <p:nvSpPr>
            <p:cNvPr id="535" name="Graphic 4">
              <a:extLst>
                <a:ext uri="{FF2B5EF4-FFF2-40B4-BE49-F238E27FC236}">
                  <a16:creationId xmlns:a16="http://schemas.microsoft.com/office/drawing/2014/main" id="{49BDAD2D-76BD-D340-AE79-AFB3014E881E}"/>
                </a:ext>
              </a:extLst>
            </p:cNvPr>
            <p:cNvSpPr/>
            <p:nvPr/>
          </p:nvSpPr>
          <p:spPr>
            <a:xfrm>
              <a:off x="9492890" y="2061550"/>
              <a:ext cx="7668" cy="7660"/>
            </a:xfrm>
            <a:custGeom>
              <a:avLst/>
              <a:gdLst>
                <a:gd name="connsiteX0" fmla="*/ 7668 w 7668"/>
                <a:gd name="connsiteY0" fmla="*/ 3830 h 7660"/>
                <a:gd name="connsiteX1" fmla="*/ 3834 w 7668"/>
                <a:gd name="connsiteY1" fmla="*/ 0 h 7660"/>
                <a:gd name="connsiteX2" fmla="*/ 3834 w 7668"/>
                <a:gd name="connsiteY2" fmla="*/ 0 h 7660"/>
                <a:gd name="connsiteX3" fmla="*/ 0 w 7668"/>
                <a:gd name="connsiteY3" fmla="*/ 3830 h 7660"/>
                <a:gd name="connsiteX4" fmla="*/ 3834 w 7668"/>
                <a:gd name="connsiteY4" fmla="*/ 7661 h 7660"/>
                <a:gd name="connsiteX5" fmla="*/ 7668 w 7668"/>
                <a:gd name="connsiteY5" fmla="*/ 3830 h 7660"/>
                <a:gd name="connsiteX6" fmla="*/ 7668 w 7668"/>
                <a:gd name="connsiteY6" fmla="*/ 3830 h 7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8" h="7660">
                  <a:moveTo>
                    <a:pt x="7668" y="3830"/>
                  </a:moveTo>
                  <a:cubicBezTo>
                    <a:pt x="7668" y="1915"/>
                    <a:pt x="5751" y="0"/>
                    <a:pt x="3834" y="0"/>
                  </a:cubicBezTo>
                  <a:lnTo>
                    <a:pt x="3834" y="0"/>
                  </a:lnTo>
                  <a:cubicBezTo>
                    <a:pt x="1917" y="0"/>
                    <a:pt x="0" y="1915"/>
                    <a:pt x="0" y="3830"/>
                  </a:cubicBezTo>
                  <a:cubicBezTo>
                    <a:pt x="0" y="5746"/>
                    <a:pt x="1917" y="7661"/>
                    <a:pt x="3834" y="7661"/>
                  </a:cubicBezTo>
                  <a:cubicBezTo>
                    <a:pt x="5751" y="7661"/>
                    <a:pt x="7668" y="6384"/>
                    <a:pt x="7668" y="3830"/>
                  </a:cubicBezTo>
                  <a:lnTo>
                    <a:pt x="7668" y="3830"/>
                  </a:lnTo>
                  <a:close/>
                </a:path>
              </a:pathLst>
            </a:custGeom>
            <a:solidFill>
              <a:srgbClr val="00ABAB"/>
            </a:solidFill>
            <a:ln w="6390" cap="flat">
              <a:noFill/>
              <a:prstDash val="solid"/>
              <a:miter/>
            </a:ln>
          </p:spPr>
          <p:txBody>
            <a:bodyPr rtlCol="0" anchor="ctr"/>
            <a:lstStyle/>
            <a:p>
              <a:endParaRPr lang="en-US"/>
            </a:p>
          </p:txBody>
        </p:sp>
        <p:sp>
          <p:nvSpPr>
            <p:cNvPr id="536" name="Graphic 4">
              <a:extLst>
                <a:ext uri="{FF2B5EF4-FFF2-40B4-BE49-F238E27FC236}">
                  <a16:creationId xmlns:a16="http://schemas.microsoft.com/office/drawing/2014/main" id="{3029AF4B-F317-E44D-A9E0-C8B791C512E3}"/>
                </a:ext>
              </a:extLst>
            </p:cNvPr>
            <p:cNvSpPr/>
            <p:nvPr/>
          </p:nvSpPr>
          <p:spPr>
            <a:xfrm>
              <a:off x="9420044" y="2062188"/>
              <a:ext cx="7668" cy="7660"/>
            </a:xfrm>
            <a:custGeom>
              <a:avLst/>
              <a:gdLst>
                <a:gd name="connsiteX0" fmla="*/ 3835 w 7668"/>
                <a:gd name="connsiteY0" fmla="*/ 7661 h 7660"/>
                <a:gd name="connsiteX1" fmla="*/ 7668 w 7668"/>
                <a:gd name="connsiteY1" fmla="*/ 3830 h 7660"/>
                <a:gd name="connsiteX2" fmla="*/ 3835 w 7668"/>
                <a:gd name="connsiteY2" fmla="*/ 0 h 7660"/>
                <a:gd name="connsiteX3" fmla="*/ 0 w 7668"/>
                <a:gd name="connsiteY3" fmla="*/ 3830 h 7660"/>
                <a:gd name="connsiteX4" fmla="*/ 3835 w 7668"/>
                <a:gd name="connsiteY4" fmla="*/ 7661 h 7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8" h="7660">
                  <a:moveTo>
                    <a:pt x="3835" y="7661"/>
                  </a:moveTo>
                  <a:cubicBezTo>
                    <a:pt x="5751" y="7661"/>
                    <a:pt x="7668" y="5746"/>
                    <a:pt x="7668" y="3830"/>
                  </a:cubicBezTo>
                  <a:cubicBezTo>
                    <a:pt x="7668" y="1915"/>
                    <a:pt x="5751" y="0"/>
                    <a:pt x="3835" y="0"/>
                  </a:cubicBezTo>
                  <a:cubicBezTo>
                    <a:pt x="1917" y="0"/>
                    <a:pt x="0" y="1915"/>
                    <a:pt x="0" y="3830"/>
                  </a:cubicBezTo>
                  <a:cubicBezTo>
                    <a:pt x="0" y="5746"/>
                    <a:pt x="1278" y="7661"/>
                    <a:pt x="3835" y="7661"/>
                  </a:cubicBezTo>
                  <a:close/>
                </a:path>
              </a:pathLst>
            </a:custGeom>
            <a:solidFill>
              <a:srgbClr val="00ABAB"/>
            </a:solidFill>
            <a:ln w="6390" cap="flat">
              <a:noFill/>
              <a:prstDash val="solid"/>
              <a:miter/>
            </a:ln>
          </p:spPr>
          <p:txBody>
            <a:bodyPr rtlCol="0" anchor="ctr"/>
            <a:lstStyle/>
            <a:p>
              <a:endParaRPr lang="en-US"/>
            </a:p>
          </p:txBody>
        </p:sp>
        <p:sp>
          <p:nvSpPr>
            <p:cNvPr id="537" name="Graphic 4">
              <a:extLst>
                <a:ext uri="{FF2B5EF4-FFF2-40B4-BE49-F238E27FC236}">
                  <a16:creationId xmlns:a16="http://schemas.microsoft.com/office/drawing/2014/main" id="{6F12612F-A5CB-6449-8669-87D0BA92138E}"/>
                </a:ext>
              </a:extLst>
            </p:cNvPr>
            <p:cNvSpPr/>
            <p:nvPr/>
          </p:nvSpPr>
          <p:spPr>
            <a:xfrm>
              <a:off x="9371481" y="1976643"/>
              <a:ext cx="177640" cy="177474"/>
            </a:xfrm>
            <a:custGeom>
              <a:avLst/>
              <a:gdLst>
                <a:gd name="connsiteX0" fmla="*/ 166777 w 177640"/>
                <a:gd name="connsiteY0" fmla="*/ 0 h 177474"/>
                <a:gd name="connsiteX1" fmla="*/ 10863 w 177640"/>
                <a:gd name="connsiteY1" fmla="*/ 0 h 177474"/>
                <a:gd name="connsiteX2" fmla="*/ 0 w 177640"/>
                <a:gd name="connsiteY2" fmla="*/ 10853 h 177474"/>
                <a:gd name="connsiteX3" fmla="*/ 0 w 177640"/>
                <a:gd name="connsiteY3" fmla="*/ 166622 h 177474"/>
                <a:gd name="connsiteX4" fmla="*/ 10863 w 177640"/>
                <a:gd name="connsiteY4" fmla="*/ 177475 h 177474"/>
                <a:gd name="connsiteX5" fmla="*/ 166777 w 177640"/>
                <a:gd name="connsiteY5" fmla="*/ 177475 h 177474"/>
                <a:gd name="connsiteX6" fmla="*/ 177641 w 177640"/>
                <a:gd name="connsiteY6" fmla="*/ 166622 h 177474"/>
                <a:gd name="connsiteX7" fmla="*/ 177641 w 177640"/>
                <a:gd name="connsiteY7" fmla="*/ 10214 h 177474"/>
                <a:gd name="connsiteX8" fmla="*/ 166777 w 177640"/>
                <a:gd name="connsiteY8" fmla="*/ 0 h 177474"/>
                <a:gd name="connsiteX9" fmla="*/ 88820 w 177640"/>
                <a:gd name="connsiteY9" fmla="*/ 160876 h 177474"/>
                <a:gd name="connsiteX10" fmla="*/ 16614 w 177640"/>
                <a:gd name="connsiteY10" fmla="*/ 88737 h 177474"/>
                <a:gd name="connsiteX11" fmla="*/ 33228 w 177640"/>
                <a:gd name="connsiteY11" fmla="*/ 42134 h 177474"/>
                <a:gd name="connsiteX12" fmla="*/ 42173 w 177640"/>
                <a:gd name="connsiteY12" fmla="*/ 41496 h 177474"/>
                <a:gd name="connsiteX13" fmla="*/ 42813 w 177640"/>
                <a:gd name="connsiteY13" fmla="*/ 50433 h 177474"/>
                <a:gd name="connsiteX14" fmla="*/ 42813 w 177640"/>
                <a:gd name="connsiteY14" fmla="*/ 50433 h 177474"/>
                <a:gd name="connsiteX15" fmla="*/ 49842 w 177640"/>
                <a:gd name="connsiteY15" fmla="*/ 134064 h 177474"/>
                <a:gd name="connsiteX16" fmla="*/ 81792 w 177640"/>
                <a:gd name="connsiteY16" fmla="*/ 147470 h 177474"/>
                <a:gd name="connsiteX17" fmla="*/ 81792 w 177640"/>
                <a:gd name="connsiteY17" fmla="*/ 137894 h 177474"/>
                <a:gd name="connsiteX18" fmla="*/ 88181 w 177640"/>
                <a:gd name="connsiteY18" fmla="*/ 131510 h 177474"/>
                <a:gd name="connsiteX19" fmla="*/ 94571 w 177640"/>
                <a:gd name="connsiteY19" fmla="*/ 137894 h 177474"/>
                <a:gd name="connsiteX20" fmla="*/ 94571 w 177640"/>
                <a:gd name="connsiteY20" fmla="*/ 147470 h 177474"/>
                <a:gd name="connsiteX21" fmla="*/ 147607 w 177640"/>
                <a:gd name="connsiteY21" fmla="*/ 82353 h 177474"/>
                <a:gd name="connsiteX22" fmla="*/ 94571 w 177640"/>
                <a:gd name="connsiteY22" fmla="*/ 29366 h 177474"/>
                <a:gd name="connsiteX23" fmla="*/ 94571 w 177640"/>
                <a:gd name="connsiteY23" fmla="*/ 38942 h 177474"/>
                <a:gd name="connsiteX24" fmla="*/ 88181 w 177640"/>
                <a:gd name="connsiteY24" fmla="*/ 45326 h 177474"/>
                <a:gd name="connsiteX25" fmla="*/ 81792 w 177640"/>
                <a:gd name="connsiteY25" fmla="*/ 38942 h 177474"/>
                <a:gd name="connsiteX26" fmla="*/ 81792 w 177640"/>
                <a:gd name="connsiteY26" fmla="*/ 29366 h 177474"/>
                <a:gd name="connsiteX27" fmla="*/ 56232 w 177640"/>
                <a:gd name="connsiteY27" fmla="*/ 38304 h 177474"/>
                <a:gd name="connsiteX28" fmla="*/ 47286 w 177640"/>
                <a:gd name="connsiteY28" fmla="*/ 36389 h 177474"/>
                <a:gd name="connsiteX29" fmla="*/ 47286 w 177640"/>
                <a:gd name="connsiteY29" fmla="*/ 36389 h 177474"/>
                <a:gd name="connsiteX30" fmla="*/ 49203 w 177640"/>
                <a:gd name="connsiteY30" fmla="*/ 27451 h 177474"/>
                <a:gd name="connsiteX31" fmla="*/ 88181 w 177640"/>
                <a:gd name="connsiteY31" fmla="*/ 15960 h 177474"/>
                <a:gd name="connsiteX32" fmla="*/ 88181 w 177640"/>
                <a:gd name="connsiteY32" fmla="*/ 15960 h 177474"/>
                <a:gd name="connsiteX33" fmla="*/ 160387 w 177640"/>
                <a:gd name="connsiteY33" fmla="*/ 88099 h 177474"/>
                <a:gd name="connsiteX34" fmla="*/ 88820 w 177640"/>
                <a:gd name="connsiteY34" fmla="*/ 160876 h 177474"/>
                <a:gd name="connsiteX35" fmla="*/ 88820 w 177640"/>
                <a:gd name="connsiteY35" fmla="*/ 160876 h 177474"/>
                <a:gd name="connsiteX36" fmla="*/ 52398 w 177640"/>
                <a:gd name="connsiteY36" fmla="*/ 72139 h 177474"/>
                <a:gd name="connsiteX37" fmla="*/ 69012 w 177640"/>
                <a:gd name="connsiteY37" fmla="*/ 88737 h 177474"/>
                <a:gd name="connsiteX38" fmla="*/ 52398 w 177640"/>
                <a:gd name="connsiteY38" fmla="*/ 105336 h 177474"/>
                <a:gd name="connsiteX39" fmla="*/ 35783 w 177640"/>
                <a:gd name="connsiteY39" fmla="*/ 88737 h 177474"/>
                <a:gd name="connsiteX40" fmla="*/ 52398 w 177640"/>
                <a:gd name="connsiteY40" fmla="*/ 72139 h 177474"/>
                <a:gd name="connsiteX41" fmla="*/ 52398 w 177640"/>
                <a:gd name="connsiteY41" fmla="*/ 72139 h 177474"/>
                <a:gd name="connsiteX42" fmla="*/ 52398 w 177640"/>
                <a:gd name="connsiteY42" fmla="*/ 72139 h 177474"/>
                <a:gd name="connsiteX43" fmla="*/ 79874 w 177640"/>
                <a:gd name="connsiteY43" fmla="*/ 89376 h 177474"/>
                <a:gd name="connsiteX44" fmla="*/ 88820 w 177640"/>
                <a:gd name="connsiteY44" fmla="*/ 80438 h 177474"/>
                <a:gd name="connsiteX45" fmla="*/ 97766 w 177640"/>
                <a:gd name="connsiteY45" fmla="*/ 89376 h 177474"/>
                <a:gd name="connsiteX46" fmla="*/ 88820 w 177640"/>
                <a:gd name="connsiteY46" fmla="*/ 98313 h 177474"/>
                <a:gd name="connsiteX47" fmla="*/ 88820 w 177640"/>
                <a:gd name="connsiteY47" fmla="*/ 98313 h 177474"/>
                <a:gd name="connsiteX48" fmla="*/ 79874 w 177640"/>
                <a:gd name="connsiteY48" fmla="*/ 89376 h 177474"/>
                <a:gd name="connsiteX49" fmla="*/ 79874 w 177640"/>
                <a:gd name="connsiteY49" fmla="*/ 89376 h 177474"/>
                <a:gd name="connsiteX50" fmla="*/ 79874 w 177640"/>
                <a:gd name="connsiteY50" fmla="*/ 89376 h 177474"/>
                <a:gd name="connsiteX51" fmla="*/ 108629 w 177640"/>
                <a:gd name="connsiteY51" fmla="*/ 89376 h 177474"/>
                <a:gd name="connsiteX52" fmla="*/ 125243 w 177640"/>
                <a:gd name="connsiteY52" fmla="*/ 72777 h 177474"/>
                <a:gd name="connsiteX53" fmla="*/ 141857 w 177640"/>
                <a:gd name="connsiteY53" fmla="*/ 89376 h 177474"/>
                <a:gd name="connsiteX54" fmla="*/ 125243 w 177640"/>
                <a:gd name="connsiteY54" fmla="*/ 105974 h 177474"/>
                <a:gd name="connsiteX55" fmla="*/ 108629 w 177640"/>
                <a:gd name="connsiteY55" fmla="*/ 89376 h 177474"/>
                <a:gd name="connsiteX56" fmla="*/ 108629 w 177640"/>
                <a:gd name="connsiteY56" fmla="*/ 89376 h 177474"/>
                <a:gd name="connsiteX57" fmla="*/ 108629 w 177640"/>
                <a:gd name="connsiteY57" fmla="*/ 89376 h 177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77640" h="177474">
                  <a:moveTo>
                    <a:pt x="166777" y="0"/>
                  </a:moveTo>
                  <a:lnTo>
                    <a:pt x="10863" y="0"/>
                  </a:lnTo>
                  <a:cubicBezTo>
                    <a:pt x="4473" y="0"/>
                    <a:pt x="0" y="5107"/>
                    <a:pt x="0" y="10853"/>
                  </a:cubicBezTo>
                  <a:lnTo>
                    <a:pt x="0" y="166622"/>
                  </a:lnTo>
                  <a:cubicBezTo>
                    <a:pt x="0" y="173006"/>
                    <a:pt x="5112" y="177475"/>
                    <a:pt x="10863" y="177475"/>
                  </a:cubicBezTo>
                  <a:lnTo>
                    <a:pt x="166777" y="177475"/>
                  </a:lnTo>
                  <a:cubicBezTo>
                    <a:pt x="173167" y="177475"/>
                    <a:pt x="177641" y="172368"/>
                    <a:pt x="177641" y="166622"/>
                  </a:cubicBezTo>
                  <a:lnTo>
                    <a:pt x="177641" y="10214"/>
                  </a:lnTo>
                  <a:cubicBezTo>
                    <a:pt x="177641" y="5107"/>
                    <a:pt x="172528" y="0"/>
                    <a:pt x="166777" y="0"/>
                  </a:cubicBezTo>
                  <a:close/>
                  <a:moveTo>
                    <a:pt x="88820" y="160876"/>
                  </a:moveTo>
                  <a:cubicBezTo>
                    <a:pt x="49203" y="160876"/>
                    <a:pt x="16614" y="128957"/>
                    <a:pt x="16614" y="88737"/>
                  </a:cubicBezTo>
                  <a:cubicBezTo>
                    <a:pt x="16614" y="71501"/>
                    <a:pt x="22365" y="55541"/>
                    <a:pt x="33228" y="42134"/>
                  </a:cubicBezTo>
                  <a:cubicBezTo>
                    <a:pt x="35783" y="39581"/>
                    <a:pt x="39618" y="38942"/>
                    <a:pt x="42173" y="41496"/>
                  </a:cubicBezTo>
                  <a:cubicBezTo>
                    <a:pt x="44730" y="44049"/>
                    <a:pt x="45368" y="47880"/>
                    <a:pt x="42813" y="50433"/>
                  </a:cubicBezTo>
                  <a:lnTo>
                    <a:pt x="42813" y="50433"/>
                  </a:lnTo>
                  <a:cubicBezTo>
                    <a:pt x="21726" y="75331"/>
                    <a:pt x="24921" y="112997"/>
                    <a:pt x="49842" y="134064"/>
                  </a:cubicBezTo>
                  <a:cubicBezTo>
                    <a:pt x="58788" y="141724"/>
                    <a:pt x="69650" y="146193"/>
                    <a:pt x="81792" y="147470"/>
                  </a:cubicBezTo>
                  <a:lnTo>
                    <a:pt x="81792" y="137894"/>
                  </a:lnTo>
                  <a:cubicBezTo>
                    <a:pt x="81792" y="134064"/>
                    <a:pt x="84348" y="131510"/>
                    <a:pt x="88181" y="131510"/>
                  </a:cubicBezTo>
                  <a:cubicBezTo>
                    <a:pt x="92015" y="131510"/>
                    <a:pt x="94571" y="134064"/>
                    <a:pt x="94571" y="137894"/>
                  </a:cubicBezTo>
                  <a:lnTo>
                    <a:pt x="94571" y="147470"/>
                  </a:lnTo>
                  <a:cubicBezTo>
                    <a:pt x="127160" y="144278"/>
                    <a:pt x="150802" y="114912"/>
                    <a:pt x="147607" y="82353"/>
                  </a:cubicBezTo>
                  <a:cubicBezTo>
                    <a:pt x="144412" y="54264"/>
                    <a:pt x="122687" y="32558"/>
                    <a:pt x="94571" y="29366"/>
                  </a:cubicBezTo>
                  <a:lnTo>
                    <a:pt x="94571" y="38942"/>
                  </a:lnTo>
                  <a:cubicBezTo>
                    <a:pt x="94571" y="42773"/>
                    <a:pt x="92015" y="45326"/>
                    <a:pt x="88181" y="45326"/>
                  </a:cubicBezTo>
                  <a:cubicBezTo>
                    <a:pt x="84348" y="45326"/>
                    <a:pt x="81792" y="42773"/>
                    <a:pt x="81792" y="38942"/>
                  </a:cubicBezTo>
                  <a:lnTo>
                    <a:pt x="81792" y="29366"/>
                  </a:lnTo>
                  <a:cubicBezTo>
                    <a:pt x="72845" y="30005"/>
                    <a:pt x="63899" y="33197"/>
                    <a:pt x="56232" y="38304"/>
                  </a:cubicBezTo>
                  <a:cubicBezTo>
                    <a:pt x="53037" y="40219"/>
                    <a:pt x="49203" y="39581"/>
                    <a:pt x="47286" y="36389"/>
                  </a:cubicBezTo>
                  <a:cubicBezTo>
                    <a:pt x="47286" y="36389"/>
                    <a:pt x="47286" y="36389"/>
                    <a:pt x="47286" y="36389"/>
                  </a:cubicBezTo>
                  <a:cubicBezTo>
                    <a:pt x="45368" y="33197"/>
                    <a:pt x="46008" y="29366"/>
                    <a:pt x="49203" y="27451"/>
                  </a:cubicBezTo>
                  <a:cubicBezTo>
                    <a:pt x="60704" y="19790"/>
                    <a:pt x="74763" y="15960"/>
                    <a:pt x="88181" y="15960"/>
                  </a:cubicBezTo>
                  <a:lnTo>
                    <a:pt x="88181" y="15960"/>
                  </a:lnTo>
                  <a:cubicBezTo>
                    <a:pt x="127799" y="15960"/>
                    <a:pt x="160387" y="47880"/>
                    <a:pt x="160387" y="88099"/>
                  </a:cubicBezTo>
                  <a:cubicBezTo>
                    <a:pt x="161027" y="128957"/>
                    <a:pt x="129077" y="160876"/>
                    <a:pt x="88820" y="160876"/>
                  </a:cubicBezTo>
                  <a:lnTo>
                    <a:pt x="88820" y="160876"/>
                  </a:lnTo>
                  <a:close/>
                  <a:moveTo>
                    <a:pt x="52398" y="72139"/>
                  </a:moveTo>
                  <a:cubicBezTo>
                    <a:pt x="61983" y="72139"/>
                    <a:pt x="69012" y="79800"/>
                    <a:pt x="69012" y="88737"/>
                  </a:cubicBezTo>
                  <a:cubicBezTo>
                    <a:pt x="69012" y="97675"/>
                    <a:pt x="61343" y="105336"/>
                    <a:pt x="52398" y="105336"/>
                  </a:cubicBezTo>
                  <a:cubicBezTo>
                    <a:pt x="43452" y="105336"/>
                    <a:pt x="35783" y="97675"/>
                    <a:pt x="35783" y="88737"/>
                  </a:cubicBezTo>
                  <a:cubicBezTo>
                    <a:pt x="35145" y="79800"/>
                    <a:pt x="42813" y="72139"/>
                    <a:pt x="52398" y="72139"/>
                  </a:cubicBezTo>
                  <a:cubicBezTo>
                    <a:pt x="52398" y="72139"/>
                    <a:pt x="52398" y="72139"/>
                    <a:pt x="52398" y="72139"/>
                  </a:cubicBezTo>
                  <a:lnTo>
                    <a:pt x="52398" y="72139"/>
                  </a:lnTo>
                  <a:close/>
                  <a:moveTo>
                    <a:pt x="79874" y="89376"/>
                  </a:moveTo>
                  <a:cubicBezTo>
                    <a:pt x="79874" y="84269"/>
                    <a:pt x="83708" y="80438"/>
                    <a:pt x="88820" y="80438"/>
                  </a:cubicBezTo>
                  <a:cubicBezTo>
                    <a:pt x="93933" y="80438"/>
                    <a:pt x="97766" y="84269"/>
                    <a:pt x="97766" y="89376"/>
                  </a:cubicBezTo>
                  <a:cubicBezTo>
                    <a:pt x="97766" y="94483"/>
                    <a:pt x="93933" y="98313"/>
                    <a:pt x="88820" y="98313"/>
                  </a:cubicBezTo>
                  <a:cubicBezTo>
                    <a:pt x="88820" y="98313"/>
                    <a:pt x="88820" y="98313"/>
                    <a:pt x="88820" y="98313"/>
                  </a:cubicBezTo>
                  <a:cubicBezTo>
                    <a:pt x="83708" y="97675"/>
                    <a:pt x="79874" y="93845"/>
                    <a:pt x="79874" y="89376"/>
                  </a:cubicBezTo>
                  <a:cubicBezTo>
                    <a:pt x="79874" y="89376"/>
                    <a:pt x="79874" y="88737"/>
                    <a:pt x="79874" y="89376"/>
                  </a:cubicBezTo>
                  <a:lnTo>
                    <a:pt x="79874" y="89376"/>
                  </a:lnTo>
                  <a:close/>
                  <a:moveTo>
                    <a:pt x="108629" y="89376"/>
                  </a:moveTo>
                  <a:cubicBezTo>
                    <a:pt x="108629" y="79800"/>
                    <a:pt x="116297" y="72777"/>
                    <a:pt x="125243" y="72777"/>
                  </a:cubicBezTo>
                  <a:cubicBezTo>
                    <a:pt x="134189" y="72777"/>
                    <a:pt x="141857" y="80438"/>
                    <a:pt x="141857" y="89376"/>
                  </a:cubicBezTo>
                  <a:cubicBezTo>
                    <a:pt x="141857" y="98313"/>
                    <a:pt x="134189" y="105974"/>
                    <a:pt x="125243" y="105974"/>
                  </a:cubicBezTo>
                  <a:cubicBezTo>
                    <a:pt x="115658" y="105974"/>
                    <a:pt x="108629" y="98313"/>
                    <a:pt x="108629" y="89376"/>
                  </a:cubicBezTo>
                  <a:cubicBezTo>
                    <a:pt x="108629" y="89376"/>
                    <a:pt x="108629" y="88737"/>
                    <a:pt x="108629" y="89376"/>
                  </a:cubicBezTo>
                  <a:lnTo>
                    <a:pt x="108629" y="89376"/>
                  </a:lnTo>
                  <a:close/>
                </a:path>
              </a:pathLst>
            </a:custGeom>
            <a:solidFill>
              <a:srgbClr val="00ABAB"/>
            </a:solidFill>
            <a:ln w="6390" cap="flat">
              <a:noFill/>
              <a:prstDash val="solid"/>
              <a:miter/>
            </a:ln>
          </p:spPr>
          <p:txBody>
            <a:bodyPr rtlCol="0" anchor="ctr"/>
            <a:lstStyle/>
            <a:p>
              <a:endParaRPr lang="en-US"/>
            </a:p>
          </p:txBody>
        </p:sp>
        <p:sp>
          <p:nvSpPr>
            <p:cNvPr id="538" name="Graphic 4">
              <a:extLst>
                <a:ext uri="{FF2B5EF4-FFF2-40B4-BE49-F238E27FC236}">
                  <a16:creationId xmlns:a16="http://schemas.microsoft.com/office/drawing/2014/main" id="{6145EB8C-D240-2F4A-94F9-BBA02DA4E9A4}"/>
                </a:ext>
              </a:extLst>
            </p:cNvPr>
            <p:cNvSpPr/>
            <p:nvPr/>
          </p:nvSpPr>
          <p:spPr>
            <a:xfrm>
              <a:off x="9278827" y="1885990"/>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83713 w 362309"/>
                <a:gd name="connsiteY6" fmla="*/ 257275 h 361971"/>
                <a:gd name="connsiteX7" fmla="*/ 260071 w 362309"/>
                <a:gd name="connsiteY7" fmla="*/ 280895 h 361971"/>
                <a:gd name="connsiteX8" fmla="*/ 104156 w 362309"/>
                <a:gd name="connsiteY8" fmla="*/ 280895 h 361971"/>
                <a:gd name="connsiteX9" fmla="*/ 80513 w 362309"/>
                <a:gd name="connsiteY9" fmla="*/ 257275 h 361971"/>
                <a:gd name="connsiteX10" fmla="*/ 80513 w 362309"/>
                <a:gd name="connsiteY10" fmla="*/ 101505 h 361971"/>
                <a:gd name="connsiteX11" fmla="*/ 104156 w 362309"/>
                <a:gd name="connsiteY11" fmla="*/ 77885 h 361971"/>
                <a:gd name="connsiteX12" fmla="*/ 260071 w 362309"/>
                <a:gd name="connsiteY12" fmla="*/ 77885 h 361971"/>
                <a:gd name="connsiteX13" fmla="*/ 283713 w 362309"/>
                <a:gd name="connsiteY13" fmla="*/ 101505 h 361971"/>
                <a:gd name="connsiteX14" fmla="*/ 283713 w 362309"/>
                <a:gd name="connsiteY14" fmla="*/ 25727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0438"/>
                    <a:pt x="281157" y="0"/>
                    <a:pt x="181474" y="0"/>
                  </a:cubicBezTo>
                  <a:close/>
                  <a:moveTo>
                    <a:pt x="283713" y="257275"/>
                  </a:moveTo>
                  <a:cubicBezTo>
                    <a:pt x="283713" y="270681"/>
                    <a:pt x="272851" y="280895"/>
                    <a:pt x="260071" y="280895"/>
                  </a:cubicBezTo>
                  <a:lnTo>
                    <a:pt x="104156" y="280895"/>
                  </a:lnTo>
                  <a:cubicBezTo>
                    <a:pt x="90738" y="280895"/>
                    <a:pt x="80513" y="270043"/>
                    <a:pt x="80513" y="257275"/>
                  </a:cubicBezTo>
                  <a:lnTo>
                    <a:pt x="80513" y="101505"/>
                  </a:lnTo>
                  <a:cubicBezTo>
                    <a:pt x="80513" y="88099"/>
                    <a:pt x="91376" y="77885"/>
                    <a:pt x="104156" y="77885"/>
                  </a:cubicBezTo>
                  <a:lnTo>
                    <a:pt x="260071" y="77885"/>
                  </a:lnTo>
                  <a:cubicBezTo>
                    <a:pt x="273490" y="77885"/>
                    <a:pt x="283713" y="88738"/>
                    <a:pt x="283713" y="101505"/>
                  </a:cubicBezTo>
                  <a:lnTo>
                    <a:pt x="283713" y="257275"/>
                  </a:lnTo>
                  <a:close/>
                </a:path>
              </a:pathLst>
            </a:custGeom>
            <a:solidFill>
              <a:srgbClr val="00ABAB"/>
            </a:solidFill>
            <a:ln w="6390" cap="flat">
              <a:noFill/>
              <a:prstDash val="solid"/>
              <a:miter/>
            </a:ln>
          </p:spPr>
          <p:txBody>
            <a:bodyPr rtlCol="0" anchor="ctr"/>
            <a:lstStyle/>
            <a:p>
              <a:endParaRPr lang="en-US"/>
            </a:p>
          </p:txBody>
        </p:sp>
      </p:grpSp>
      <p:grpSp>
        <p:nvGrpSpPr>
          <p:cNvPr id="539" name="Graphic 4">
            <a:extLst>
              <a:ext uri="{FF2B5EF4-FFF2-40B4-BE49-F238E27FC236}">
                <a16:creationId xmlns:a16="http://schemas.microsoft.com/office/drawing/2014/main" id="{BA401EB0-4675-274A-B6AB-E6521B40B004}"/>
              </a:ext>
            </a:extLst>
          </p:cNvPr>
          <p:cNvGrpSpPr>
            <a:grpSpLocks noChangeAspect="1"/>
          </p:cNvGrpSpPr>
          <p:nvPr/>
        </p:nvGrpSpPr>
        <p:grpSpPr>
          <a:xfrm>
            <a:off x="9278827" y="918179"/>
            <a:ext cx="362309" cy="361971"/>
            <a:chOff x="9278827" y="918179"/>
            <a:chExt cx="362309" cy="361971"/>
          </a:xfrm>
          <a:solidFill>
            <a:srgbClr val="00ABAB"/>
          </a:solidFill>
        </p:grpSpPr>
        <p:sp>
          <p:nvSpPr>
            <p:cNvPr id="540" name="Graphic 4">
              <a:extLst>
                <a:ext uri="{FF2B5EF4-FFF2-40B4-BE49-F238E27FC236}">
                  <a16:creationId xmlns:a16="http://schemas.microsoft.com/office/drawing/2014/main" id="{06460B3A-CFBA-9541-8803-BDE35199D063}"/>
                </a:ext>
              </a:extLst>
            </p:cNvPr>
            <p:cNvSpPr/>
            <p:nvPr/>
          </p:nvSpPr>
          <p:spPr>
            <a:xfrm>
              <a:off x="9420684" y="989041"/>
              <a:ext cx="12779" cy="52987"/>
            </a:xfrm>
            <a:custGeom>
              <a:avLst/>
              <a:gdLst>
                <a:gd name="connsiteX0" fmla="*/ 12780 w 12779"/>
                <a:gd name="connsiteY0" fmla="*/ 6384 h 52987"/>
                <a:gd name="connsiteX1" fmla="*/ 6390 w 12779"/>
                <a:gd name="connsiteY1" fmla="*/ 0 h 52987"/>
                <a:gd name="connsiteX2" fmla="*/ 0 w 12779"/>
                <a:gd name="connsiteY2" fmla="*/ 6384 h 52987"/>
                <a:gd name="connsiteX3" fmla="*/ 0 w 12779"/>
                <a:gd name="connsiteY3" fmla="*/ 52987 h 52987"/>
                <a:gd name="connsiteX4" fmla="*/ 12780 w 12779"/>
                <a:gd name="connsiteY4" fmla="*/ 52987 h 52987"/>
                <a:gd name="connsiteX5" fmla="*/ 12780 w 12779"/>
                <a:gd name="connsiteY5" fmla="*/ 6384 h 52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79" h="52987">
                  <a:moveTo>
                    <a:pt x="12780" y="6384"/>
                  </a:moveTo>
                  <a:cubicBezTo>
                    <a:pt x="12780" y="2554"/>
                    <a:pt x="10224" y="0"/>
                    <a:pt x="6390" y="0"/>
                  </a:cubicBezTo>
                  <a:cubicBezTo>
                    <a:pt x="2555" y="0"/>
                    <a:pt x="0" y="2554"/>
                    <a:pt x="0" y="6384"/>
                  </a:cubicBezTo>
                  <a:lnTo>
                    <a:pt x="0" y="52987"/>
                  </a:lnTo>
                  <a:lnTo>
                    <a:pt x="12780" y="52987"/>
                  </a:lnTo>
                  <a:lnTo>
                    <a:pt x="12780" y="6384"/>
                  </a:lnTo>
                  <a:close/>
                </a:path>
              </a:pathLst>
            </a:custGeom>
            <a:solidFill>
              <a:srgbClr val="00ABAB"/>
            </a:solidFill>
            <a:ln w="6390" cap="flat">
              <a:noFill/>
              <a:prstDash val="solid"/>
              <a:miter/>
            </a:ln>
          </p:spPr>
          <p:txBody>
            <a:bodyPr rtlCol="0" anchor="ctr"/>
            <a:lstStyle/>
            <a:p>
              <a:endParaRPr lang="en-US"/>
            </a:p>
          </p:txBody>
        </p:sp>
        <p:sp>
          <p:nvSpPr>
            <p:cNvPr id="541" name="Graphic 4">
              <a:extLst>
                <a:ext uri="{FF2B5EF4-FFF2-40B4-BE49-F238E27FC236}">
                  <a16:creationId xmlns:a16="http://schemas.microsoft.com/office/drawing/2014/main" id="{631B5657-4E15-D14E-B89E-B726982AC3FD}"/>
                </a:ext>
              </a:extLst>
            </p:cNvPr>
            <p:cNvSpPr/>
            <p:nvPr/>
          </p:nvSpPr>
          <p:spPr>
            <a:xfrm>
              <a:off x="9487139" y="989041"/>
              <a:ext cx="12779" cy="52987"/>
            </a:xfrm>
            <a:custGeom>
              <a:avLst/>
              <a:gdLst>
                <a:gd name="connsiteX0" fmla="*/ 12780 w 12779"/>
                <a:gd name="connsiteY0" fmla="*/ 6384 h 52987"/>
                <a:gd name="connsiteX1" fmla="*/ 6390 w 12779"/>
                <a:gd name="connsiteY1" fmla="*/ 0 h 52987"/>
                <a:gd name="connsiteX2" fmla="*/ 0 w 12779"/>
                <a:gd name="connsiteY2" fmla="*/ 6384 h 52987"/>
                <a:gd name="connsiteX3" fmla="*/ 0 w 12779"/>
                <a:gd name="connsiteY3" fmla="*/ 52987 h 52987"/>
                <a:gd name="connsiteX4" fmla="*/ 12780 w 12779"/>
                <a:gd name="connsiteY4" fmla="*/ 52987 h 52987"/>
                <a:gd name="connsiteX5" fmla="*/ 12780 w 12779"/>
                <a:gd name="connsiteY5" fmla="*/ 6384 h 52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79" h="52987">
                  <a:moveTo>
                    <a:pt x="12780" y="6384"/>
                  </a:moveTo>
                  <a:cubicBezTo>
                    <a:pt x="12780" y="2554"/>
                    <a:pt x="10225" y="0"/>
                    <a:pt x="6390" y="0"/>
                  </a:cubicBezTo>
                  <a:cubicBezTo>
                    <a:pt x="2556" y="0"/>
                    <a:pt x="0" y="2554"/>
                    <a:pt x="0" y="6384"/>
                  </a:cubicBezTo>
                  <a:lnTo>
                    <a:pt x="0" y="52987"/>
                  </a:lnTo>
                  <a:lnTo>
                    <a:pt x="12780" y="52987"/>
                  </a:lnTo>
                  <a:lnTo>
                    <a:pt x="12780" y="6384"/>
                  </a:lnTo>
                  <a:close/>
                </a:path>
              </a:pathLst>
            </a:custGeom>
            <a:solidFill>
              <a:srgbClr val="00ABAB"/>
            </a:solidFill>
            <a:ln w="6390" cap="flat">
              <a:noFill/>
              <a:prstDash val="solid"/>
              <a:miter/>
            </a:ln>
          </p:spPr>
          <p:txBody>
            <a:bodyPr rtlCol="0" anchor="ctr"/>
            <a:lstStyle/>
            <a:p>
              <a:endParaRPr lang="en-US"/>
            </a:p>
          </p:txBody>
        </p:sp>
        <p:sp>
          <p:nvSpPr>
            <p:cNvPr id="542" name="Graphic 4">
              <a:extLst>
                <a:ext uri="{FF2B5EF4-FFF2-40B4-BE49-F238E27FC236}">
                  <a16:creationId xmlns:a16="http://schemas.microsoft.com/office/drawing/2014/main" id="{3449CD73-9B53-6C40-9528-8C10917D2088}"/>
                </a:ext>
              </a:extLst>
            </p:cNvPr>
            <p:cNvSpPr/>
            <p:nvPr/>
          </p:nvSpPr>
          <p:spPr>
            <a:xfrm>
              <a:off x="9443049" y="1091823"/>
              <a:ext cx="34505" cy="41495"/>
            </a:xfrm>
            <a:custGeom>
              <a:avLst/>
              <a:gdLst>
                <a:gd name="connsiteX0" fmla="*/ 17253 w 34505"/>
                <a:gd name="connsiteY0" fmla="*/ 17237 h 41495"/>
                <a:gd name="connsiteX1" fmla="*/ 15975 w 34505"/>
                <a:gd name="connsiteY1" fmla="*/ 12130 h 41495"/>
                <a:gd name="connsiteX2" fmla="*/ 17891 w 34505"/>
                <a:gd name="connsiteY2" fmla="*/ 0 h 41495"/>
                <a:gd name="connsiteX3" fmla="*/ 0 w 34505"/>
                <a:gd name="connsiteY3" fmla="*/ 22344 h 41495"/>
                <a:gd name="connsiteX4" fmla="*/ 12140 w 34505"/>
                <a:gd name="connsiteY4" fmla="*/ 22344 h 41495"/>
                <a:gd name="connsiteX5" fmla="*/ 17253 w 34505"/>
                <a:gd name="connsiteY5" fmla="*/ 24259 h 41495"/>
                <a:gd name="connsiteX6" fmla="*/ 18530 w 34505"/>
                <a:gd name="connsiteY6" fmla="*/ 29366 h 41495"/>
                <a:gd name="connsiteX7" fmla="*/ 16614 w 34505"/>
                <a:gd name="connsiteY7" fmla="*/ 41496 h 41495"/>
                <a:gd name="connsiteX8" fmla="*/ 34505 w 34505"/>
                <a:gd name="connsiteY8" fmla="*/ 19152 h 41495"/>
                <a:gd name="connsiteX9" fmla="*/ 22365 w 34505"/>
                <a:gd name="connsiteY9" fmla="*/ 19152 h 41495"/>
                <a:gd name="connsiteX10" fmla="*/ 17253 w 34505"/>
                <a:gd name="connsiteY10" fmla="*/ 17237 h 41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505" h="41495">
                  <a:moveTo>
                    <a:pt x="17253" y="17237"/>
                  </a:moveTo>
                  <a:cubicBezTo>
                    <a:pt x="15975" y="15960"/>
                    <a:pt x="15335" y="14045"/>
                    <a:pt x="15975" y="12130"/>
                  </a:cubicBezTo>
                  <a:lnTo>
                    <a:pt x="17891" y="0"/>
                  </a:lnTo>
                  <a:lnTo>
                    <a:pt x="0" y="22344"/>
                  </a:lnTo>
                  <a:lnTo>
                    <a:pt x="12140" y="22344"/>
                  </a:lnTo>
                  <a:cubicBezTo>
                    <a:pt x="14058" y="22344"/>
                    <a:pt x="15975" y="22982"/>
                    <a:pt x="17253" y="24259"/>
                  </a:cubicBezTo>
                  <a:cubicBezTo>
                    <a:pt x="18530" y="25536"/>
                    <a:pt x="19170" y="27451"/>
                    <a:pt x="18530" y="29366"/>
                  </a:cubicBezTo>
                  <a:lnTo>
                    <a:pt x="16614" y="41496"/>
                  </a:lnTo>
                  <a:lnTo>
                    <a:pt x="34505" y="19152"/>
                  </a:lnTo>
                  <a:lnTo>
                    <a:pt x="22365" y="19152"/>
                  </a:lnTo>
                  <a:cubicBezTo>
                    <a:pt x="20447" y="19152"/>
                    <a:pt x="18530" y="18514"/>
                    <a:pt x="17253" y="17237"/>
                  </a:cubicBezTo>
                  <a:close/>
                </a:path>
              </a:pathLst>
            </a:custGeom>
            <a:solidFill>
              <a:srgbClr val="00ABAB"/>
            </a:solidFill>
            <a:ln w="6390" cap="flat">
              <a:noFill/>
              <a:prstDash val="solid"/>
              <a:miter/>
            </a:ln>
          </p:spPr>
          <p:txBody>
            <a:bodyPr rtlCol="0" anchor="ctr"/>
            <a:lstStyle/>
            <a:p>
              <a:endParaRPr lang="en-US"/>
            </a:p>
          </p:txBody>
        </p:sp>
        <p:sp>
          <p:nvSpPr>
            <p:cNvPr id="543" name="Graphic 4">
              <a:extLst>
                <a:ext uri="{FF2B5EF4-FFF2-40B4-BE49-F238E27FC236}">
                  <a16:creationId xmlns:a16="http://schemas.microsoft.com/office/drawing/2014/main" id="{84396E81-475E-3141-A4AC-5366C8A2668F}"/>
                </a:ext>
              </a:extLst>
            </p:cNvPr>
            <p:cNvSpPr/>
            <p:nvPr/>
          </p:nvSpPr>
          <p:spPr>
            <a:xfrm>
              <a:off x="9278827" y="918179"/>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58792 w 362309"/>
                <a:gd name="connsiteY6" fmla="*/ 155769 h 361971"/>
                <a:gd name="connsiteX7" fmla="*/ 256876 w 362309"/>
                <a:gd name="connsiteY7" fmla="*/ 160238 h 361971"/>
                <a:gd name="connsiteX8" fmla="*/ 243456 w 362309"/>
                <a:gd name="connsiteY8" fmla="*/ 173644 h 361971"/>
                <a:gd name="connsiteX9" fmla="*/ 243456 w 362309"/>
                <a:gd name="connsiteY9" fmla="*/ 211948 h 361971"/>
                <a:gd name="connsiteX10" fmla="*/ 217897 w 362309"/>
                <a:gd name="connsiteY10" fmla="*/ 254721 h 361971"/>
                <a:gd name="connsiteX11" fmla="*/ 217897 w 362309"/>
                <a:gd name="connsiteY11" fmla="*/ 267489 h 361971"/>
                <a:gd name="connsiteX12" fmla="*/ 202561 w 362309"/>
                <a:gd name="connsiteY12" fmla="*/ 285364 h 361971"/>
                <a:gd name="connsiteX13" fmla="*/ 202561 w 362309"/>
                <a:gd name="connsiteY13" fmla="*/ 303239 h 361971"/>
                <a:gd name="connsiteX14" fmla="*/ 196172 w 362309"/>
                <a:gd name="connsiteY14" fmla="*/ 309623 h 361971"/>
                <a:gd name="connsiteX15" fmla="*/ 189782 w 362309"/>
                <a:gd name="connsiteY15" fmla="*/ 303239 h 361971"/>
                <a:gd name="connsiteX16" fmla="*/ 189782 w 362309"/>
                <a:gd name="connsiteY16" fmla="*/ 288556 h 361971"/>
                <a:gd name="connsiteX17" fmla="*/ 189142 w 362309"/>
                <a:gd name="connsiteY17" fmla="*/ 288556 h 361971"/>
                <a:gd name="connsiteX18" fmla="*/ 188503 w 362309"/>
                <a:gd name="connsiteY18" fmla="*/ 288556 h 361971"/>
                <a:gd name="connsiteX19" fmla="*/ 185308 w 362309"/>
                <a:gd name="connsiteY19" fmla="*/ 287279 h 361971"/>
                <a:gd name="connsiteX20" fmla="*/ 181474 w 362309"/>
                <a:gd name="connsiteY20" fmla="*/ 288556 h 361971"/>
                <a:gd name="connsiteX21" fmla="*/ 172528 w 362309"/>
                <a:gd name="connsiteY21" fmla="*/ 287918 h 361971"/>
                <a:gd name="connsiteX22" fmla="*/ 172528 w 362309"/>
                <a:gd name="connsiteY22" fmla="*/ 302601 h 361971"/>
                <a:gd name="connsiteX23" fmla="*/ 166138 w 362309"/>
                <a:gd name="connsiteY23" fmla="*/ 308985 h 361971"/>
                <a:gd name="connsiteX24" fmla="*/ 159748 w 362309"/>
                <a:gd name="connsiteY24" fmla="*/ 302601 h 361971"/>
                <a:gd name="connsiteX25" fmla="*/ 159748 w 362309"/>
                <a:gd name="connsiteY25" fmla="*/ 284726 h 361971"/>
                <a:gd name="connsiteX26" fmla="*/ 144412 w 362309"/>
                <a:gd name="connsiteY26" fmla="*/ 266850 h 361971"/>
                <a:gd name="connsiteX27" fmla="*/ 144412 w 362309"/>
                <a:gd name="connsiteY27" fmla="*/ 254083 h 361971"/>
                <a:gd name="connsiteX28" fmla="*/ 118853 w 362309"/>
                <a:gd name="connsiteY28" fmla="*/ 211310 h 361971"/>
                <a:gd name="connsiteX29" fmla="*/ 118853 w 362309"/>
                <a:gd name="connsiteY29" fmla="*/ 173006 h 361971"/>
                <a:gd name="connsiteX30" fmla="*/ 105434 w 362309"/>
                <a:gd name="connsiteY30" fmla="*/ 159600 h 361971"/>
                <a:gd name="connsiteX31" fmla="*/ 103517 w 362309"/>
                <a:gd name="connsiteY31" fmla="*/ 155131 h 361971"/>
                <a:gd name="connsiteX32" fmla="*/ 103517 w 362309"/>
                <a:gd name="connsiteY32" fmla="*/ 129595 h 361971"/>
                <a:gd name="connsiteX33" fmla="*/ 109907 w 362309"/>
                <a:gd name="connsiteY33" fmla="*/ 123211 h 361971"/>
                <a:gd name="connsiteX34" fmla="*/ 129077 w 362309"/>
                <a:gd name="connsiteY34" fmla="*/ 123211 h 361971"/>
                <a:gd name="connsiteX35" fmla="*/ 129077 w 362309"/>
                <a:gd name="connsiteY35" fmla="*/ 76608 h 361971"/>
                <a:gd name="connsiteX36" fmla="*/ 148247 w 362309"/>
                <a:gd name="connsiteY36" fmla="*/ 57456 h 361971"/>
                <a:gd name="connsiteX37" fmla="*/ 167417 w 362309"/>
                <a:gd name="connsiteY37" fmla="*/ 76608 h 361971"/>
                <a:gd name="connsiteX38" fmla="*/ 167417 w 362309"/>
                <a:gd name="connsiteY38" fmla="*/ 123211 h 361971"/>
                <a:gd name="connsiteX39" fmla="*/ 195532 w 362309"/>
                <a:gd name="connsiteY39" fmla="*/ 123211 h 361971"/>
                <a:gd name="connsiteX40" fmla="*/ 195532 w 362309"/>
                <a:gd name="connsiteY40" fmla="*/ 76608 h 361971"/>
                <a:gd name="connsiteX41" fmla="*/ 214702 w 362309"/>
                <a:gd name="connsiteY41" fmla="*/ 57456 h 361971"/>
                <a:gd name="connsiteX42" fmla="*/ 233872 w 362309"/>
                <a:gd name="connsiteY42" fmla="*/ 76608 h 361971"/>
                <a:gd name="connsiteX43" fmla="*/ 233872 w 362309"/>
                <a:gd name="connsiteY43" fmla="*/ 123211 h 361971"/>
                <a:gd name="connsiteX44" fmla="*/ 253041 w 362309"/>
                <a:gd name="connsiteY44" fmla="*/ 123211 h 361971"/>
                <a:gd name="connsiteX45" fmla="*/ 259431 w 362309"/>
                <a:gd name="connsiteY45" fmla="*/ 129595 h 361971"/>
                <a:gd name="connsiteX46" fmla="*/ 258792 w 362309"/>
                <a:gd name="connsiteY46" fmla="*/ 15576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258792" y="155769"/>
                  </a:moveTo>
                  <a:cubicBezTo>
                    <a:pt x="258792" y="157684"/>
                    <a:pt x="258154" y="158961"/>
                    <a:pt x="256876" y="160238"/>
                  </a:cubicBezTo>
                  <a:lnTo>
                    <a:pt x="243456" y="173644"/>
                  </a:lnTo>
                  <a:lnTo>
                    <a:pt x="243456" y="211948"/>
                  </a:lnTo>
                  <a:cubicBezTo>
                    <a:pt x="243456" y="229823"/>
                    <a:pt x="233872" y="246422"/>
                    <a:pt x="217897" y="254721"/>
                  </a:cubicBezTo>
                  <a:lnTo>
                    <a:pt x="217897" y="267489"/>
                  </a:lnTo>
                  <a:cubicBezTo>
                    <a:pt x="217897" y="275150"/>
                    <a:pt x="212146" y="281534"/>
                    <a:pt x="202561" y="285364"/>
                  </a:cubicBezTo>
                  <a:lnTo>
                    <a:pt x="202561" y="303239"/>
                  </a:lnTo>
                  <a:cubicBezTo>
                    <a:pt x="202561" y="307070"/>
                    <a:pt x="200005" y="309623"/>
                    <a:pt x="196172" y="309623"/>
                  </a:cubicBezTo>
                  <a:cubicBezTo>
                    <a:pt x="192337" y="309623"/>
                    <a:pt x="189782" y="307070"/>
                    <a:pt x="189782" y="303239"/>
                  </a:cubicBezTo>
                  <a:lnTo>
                    <a:pt x="189782" y="288556"/>
                  </a:lnTo>
                  <a:lnTo>
                    <a:pt x="189142" y="288556"/>
                  </a:lnTo>
                  <a:lnTo>
                    <a:pt x="188503" y="288556"/>
                  </a:lnTo>
                  <a:cubicBezTo>
                    <a:pt x="187225" y="288556"/>
                    <a:pt x="185947" y="287918"/>
                    <a:pt x="185308" y="287279"/>
                  </a:cubicBezTo>
                  <a:cubicBezTo>
                    <a:pt x="184031" y="287918"/>
                    <a:pt x="182752" y="288556"/>
                    <a:pt x="181474" y="288556"/>
                  </a:cubicBezTo>
                  <a:cubicBezTo>
                    <a:pt x="178279" y="288556"/>
                    <a:pt x="175723" y="288556"/>
                    <a:pt x="172528" y="287918"/>
                  </a:cubicBezTo>
                  <a:lnTo>
                    <a:pt x="172528" y="302601"/>
                  </a:lnTo>
                  <a:cubicBezTo>
                    <a:pt x="172528" y="306431"/>
                    <a:pt x="169972" y="308985"/>
                    <a:pt x="166138" y="308985"/>
                  </a:cubicBezTo>
                  <a:cubicBezTo>
                    <a:pt x="162305" y="308985"/>
                    <a:pt x="159748" y="306431"/>
                    <a:pt x="159748" y="302601"/>
                  </a:cubicBezTo>
                  <a:lnTo>
                    <a:pt x="159748" y="284726"/>
                  </a:lnTo>
                  <a:cubicBezTo>
                    <a:pt x="150164" y="280895"/>
                    <a:pt x="144412" y="274511"/>
                    <a:pt x="144412" y="266850"/>
                  </a:cubicBezTo>
                  <a:lnTo>
                    <a:pt x="144412" y="254083"/>
                  </a:lnTo>
                  <a:cubicBezTo>
                    <a:pt x="128438" y="245783"/>
                    <a:pt x="118853" y="229185"/>
                    <a:pt x="118853" y="211310"/>
                  </a:cubicBezTo>
                  <a:lnTo>
                    <a:pt x="118853" y="173006"/>
                  </a:lnTo>
                  <a:lnTo>
                    <a:pt x="105434" y="159600"/>
                  </a:lnTo>
                  <a:cubicBezTo>
                    <a:pt x="104156" y="158323"/>
                    <a:pt x="103517" y="157046"/>
                    <a:pt x="103517" y="155131"/>
                  </a:cubicBezTo>
                  <a:lnTo>
                    <a:pt x="103517" y="129595"/>
                  </a:lnTo>
                  <a:cubicBezTo>
                    <a:pt x="103517" y="125764"/>
                    <a:pt x="106073" y="123211"/>
                    <a:pt x="109907" y="123211"/>
                  </a:cubicBezTo>
                  <a:lnTo>
                    <a:pt x="129077" y="123211"/>
                  </a:lnTo>
                  <a:lnTo>
                    <a:pt x="129077" y="76608"/>
                  </a:lnTo>
                  <a:cubicBezTo>
                    <a:pt x="129077" y="65755"/>
                    <a:pt x="137384" y="57456"/>
                    <a:pt x="148247" y="57456"/>
                  </a:cubicBezTo>
                  <a:cubicBezTo>
                    <a:pt x="159110" y="57456"/>
                    <a:pt x="167417" y="65755"/>
                    <a:pt x="167417" y="76608"/>
                  </a:cubicBezTo>
                  <a:lnTo>
                    <a:pt x="167417" y="123211"/>
                  </a:lnTo>
                  <a:lnTo>
                    <a:pt x="195532" y="123211"/>
                  </a:lnTo>
                  <a:lnTo>
                    <a:pt x="195532" y="76608"/>
                  </a:lnTo>
                  <a:cubicBezTo>
                    <a:pt x="195532" y="65755"/>
                    <a:pt x="203839" y="57456"/>
                    <a:pt x="214702" y="57456"/>
                  </a:cubicBezTo>
                  <a:cubicBezTo>
                    <a:pt x="225565" y="57456"/>
                    <a:pt x="233872" y="65755"/>
                    <a:pt x="233872" y="76608"/>
                  </a:cubicBezTo>
                  <a:lnTo>
                    <a:pt x="233872" y="123211"/>
                  </a:lnTo>
                  <a:lnTo>
                    <a:pt x="253041" y="123211"/>
                  </a:lnTo>
                  <a:cubicBezTo>
                    <a:pt x="256876" y="123211"/>
                    <a:pt x="259431" y="125764"/>
                    <a:pt x="259431" y="129595"/>
                  </a:cubicBezTo>
                  <a:lnTo>
                    <a:pt x="258792" y="155769"/>
                  </a:lnTo>
                  <a:close/>
                </a:path>
              </a:pathLst>
            </a:custGeom>
            <a:solidFill>
              <a:srgbClr val="00ABAB"/>
            </a:solidFill>
            <a:ln w="6390" cap="flat">
              <a:noFill/>
              <a:prstDash val="solid"/>
              <a:miter/>
            </a:ln>
          </p:spPr>
          <p:txBody>
            <a:bodyPr rtlCol="0" anchor="ctr"/>
            <a:lstStyle/>
            <a:p>
              <a:endParaRPr lang="en-US"/>
            </a:p>
          </p:txBody>
        </p:sp>
        <p:sp>
          <p:nvSpPr>
            <p:cNvPr id="544" name="Graphic 4">
              <a:extLst>
                <a:ext uri="{FF2B5EF4-FFF2-40B4-BE49-F238E27FC236}">
                  <a16:creationId xmlns:a16="http://schemas.microsoft.com/office/drawing/2014/main" id="{D42B771D-A560-EE4D-8DB4-2DE523D476C6}"/>
                </a:ext>
              </a:extLst>
            </p:cNvPr>
            <p:cNvSpPr/>
            <p:nvPr/>
          </p:nvSpPr>
          <p:spPr>
            <a:xfrm>
              <a:off x="9395124" y="1054796"/>
              <a:ext cx="130354" cy="141085"/>
            </a:xfrm>
            <a:custGeom>
              <a:avLst/>
              <a:gdLst>
                <a:gd name="connsiteX0" fmla="*/ 65177 w 130354"/>
                <a:gd name="connsiteY0" fmla="*/ 0 h 141085"/>
                <a:gd name="connsiteX1" fmla="*/ 0 w 130354"/>
                <a:gd name="connsiteY1" fmla="*/ 0 h 141085"/>
                <a:gd name="connsiteX2" fmla="*/ 0 w 130354"/>
                <a:gd name="connsiteY2" fmla="*/ 16598 h 141085"/>
                <a:gd name="connsiteX3" fmla="*/ 13419 w 130354"/>
                <a:gd name="connsiteY3" fmla="*/ 30005 h 141085"/>
                <a:gd name="connsiteX4" fmla="*/ 15335 w 130354"/>
                <a:gd name="connsiteY4" fmla="*/ 34473 h 141085"/>
                <a:gd name="connsiteX5" fmla="*/ 15335 w 130354"/>
                <a:gd name="connsiteY5" fmla="*/ 75331 h 141085"/>
                <a:gd name="connsiteX6" fmla="*/ 65177 w 130354"/>
                <a:gd name="connsiteY6" fmla="*/ 114912 h 141085"/>
                <a:gd name="connsiteX7" fmla="*/ 71567 w 130354"/>
                <a:gd name="connsiteY7" fmla="*/ 121296 h 141085"/>
                <a:gd name="connsiteX8" fmla="*/ 65177 w 130354"/>
                <a:gd name="connsiteY8" fmla="*/ 127680 h 141085"/>
                <a:gd name="connsiteX9" fmla="*/ 40895 w 130354"/>
                <a:gd name="connsiteY9" fmla="*/ 123849 h 141085"/>
                <a:gd name="connsiteX10" fmla="*/ 40895 w 130354"/>
                <a:gd name="connsiteY10" fmla="*/ 130872 h 141085"/>
                <a:gd name="connsiteX11" fmla="*/ 65177 w 130354"/>
                <a:gd name="connsiteY11" fmla="*/ 139809 h 141085"/>
                <a:gd name="connsiteX12" fmla="*/ 68372 w 130354"/>
                <a:gd name="connsiteY12" fmla="*/ 141086 h 141085"/>
                <a:gd name="connsiteX13" fmla="*/ 71567 w 130354"/>
                <a:gd name="connsiteY13" fmla="*/ 139809 h 141085"/>
                <a:gd name="connsiteX14" fmla="*/ 89459 w 130354"/>
                <a:gd name="connsiteY14" fmla="*/ 131510 h 141085"/>
                <a:gd name="connsiteX15" fmla="*/ 89459 w 130354"/>
                <a:gd name="connsiteY15" fmla="*/ 123849 h 141085"/>
                <a:gd name="connsiteX16" fmla="*/ 81791 w 130354"/>
                <a:gd name="connsiteY16" fmla="*/ 125764 h 141085"/>
                <a:gd name="connsiteX17" fmla="*/ 80513 w 130354"/>
                <a:gd name="connsiteY17" fmla="*/ 125764 h 141085"/>
                <a:gd name="connsiteX18" fmla="*/ 73484 w 130354"/>
                <a:gd name="connsiteY18" fmla="*/ 120019 h 141085"/>
                <a:gd name="connsiteX19" fmla="*/ 79235 w 130354"/>
                <a:gd name="connsiteY19" fmla="*/ 112996 h 141085"/>
                <a:gd name="connsiteX20" fmla="*/ 115019 w 130354"/>
                <a:gd name="connsiteY20" fmla="*/ 74693 h 141085"/>
                <a:gd name="connsiteX21" fmla="*/ 115019 w 130354"/>
                <a:gd name="connsiteY21" fmla="*/ 34473 h 141085"/>
                <a:gd name="connsiteX22" fmla="*/ 116935 w 130354"/>
                <a:gd name="connsiteY22" fmla="*/ 30005 h 141085"/>
                <a:gd name="connsiteX23" fmla="*/ 130354 w 130354"/>
                <a:gd name="connsiteY23" fmla="*/ 16598 h 141085"/>
                <a:gd name="connsiteX24" fmla="*/ 130354 w 130354"/>
                <a:gd name="connsiteY24" fmla="*/ 0 h 141085"/>
                <a:gd name="connsiteX25" fmla="*/ 65177 w 130354"/>
                <a:gd name="connsiteY25" fmla="*/ 0 h 141085"/>
                <a:gd name="connsiteX26" fmla="*/ 100961 w 130354"/>
                <a:gd name="connsiteY26" fmla="*/ 53625 h 141085"/>
                <a:gd name="connsiteX27" fmla="*/ 60065 w 130354"/>
                <a:gd name="connsiteY27" fmla="*/ 104697 h 141085"/>
                <a:gd name="connsiteX28" fmla="*/ 54953 w 130354"/>
                <a:gd name="connsiteY28" fmla="*/ 107251 h 141085"/>
                <a:gd name="connsiteX29" fmla="*/ 52397 w 130354"/>
                <a:gd name="connsiteY29" fmla="*/ 106612 h 141085"/>
                <a:gd name="connsiteX30" fmla="*/ 48563 w 130354"/>
                <a:gd name="connsiteY30" fmla="*/ 99590 h 141085"/>
                <a:gd name="connsiteX31" fmla="*/ 52397 w 130354"/>
                <a:gd name="connsiteY31" fmla="*/ 71501 h 141085"/>
                <a:gd name="connsiteX32" fmla="*/ 34505 w 130354"/>
                <a:gd name="connsiteY32" fmla="*/ 71501 h 141085"/>
                <a:gd name="connsiteX33" fmla="*/ 28115 w 130354"/>
                <a:gd name="connsiteY33" fmla="*/ 65117 h 141085"/>
                <a:gd name="connsiteX34" fmla="*/ 29394 w 130354"/>
                <a:gd name="connsiteY34" fmla="*/ 61286 h 141085"/>
                <a:gd name="connsiteX35" fmla="*/ 70289 w 130354"/>
                <a:gd name="connsiteY35" fmla="*/ 10214 h 141085"/>
                <a:gd name="connsiteX36" fmla="*/ 77957 w 130354"/>
                <a:gd name="connsiteY36" fmla="*/ 8299 h 141085"/>
                <a:gd name="connsiteX37" fmla="*/ 81791 w 130354"/>
                <a:gd name="connsiteY37" fmla="*/ 15322 h 141085"/>
                <a:gd name="connsiteX38" fmla="*/ 77957 w 130354"/>
                <a:gd name="connsiteY38" fmla="*/ 43411 h 141085"/>
                <a:gd name="connsiteX39" fmla="*/ 95849 w 130354"/>
                <a:gd name="connsiteY39" fmla="*/ 43411 h 141085"/>
                <a:gd name="connsiteX40" fmla="*/ 102239 w 130354"/>
                <a:gd name="connsiteY40" fmla="*/ 49795 h 141085"/>
                <a:gd name="connsiteX41" fmla="*/ 100961 w 130354"/>
                <a:gd name="connsiteY41" fmla="*/ 53625 h 141085"/>
                <a:gd name="connsiteX42" fmla="*/ 100961 w 130354"/>
                <a:gd name="connsiteY42" fmla="*/ 53625 h 141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30354" h="141085">
                  <a:moveTo>
                    <a:pt x="65177" y="0"/>
                  </a:moveTo>
                  <a:lnTo>
                    <a:pt x="0" y="0"/>
                  </a:lnTo>
                  <a:lnTo>
                    <a:pt x="0" y="16598"/>
                  </a:lnTo>
                  <a:lnTo>
                    <a:pt x="13419" y="30005"/>
                  </a:lnTo>
                  <a:cubicBezTo>
                    <a:pt x="14696" y="31281"/>
                    <a:pt x="15335" y="32558"/>
                    <a:pt x="15335" y="34473"/>
                  </a:cubicBezTo>
                  <a:lnTo>
                    <a:pt x="15335" y="75331"/>
                  </a:lnTo>
                  <a:cubicBezTo>
                    <a:pt x="15335" y="98952"/>
                    <a:pt x="35145" y="114912"/>
                    <a:pt x="65177" y="114912"/>
                  </a:cubicBezTo>
                  <a:cubicBezTo>
                    <a:pt x="69011" y="114912"/>
                    <a:pt x="71567" y="117465"/>
                    <a:pt x="71567" y="121296"/>
                  </a:cubicBezTo>
                  <a:cubicBezTo>
                    <a:pt x="71567" y="125126"/>
                    <a:pt x="69011" y="127680"/>
                    <a:pt x="65177" y="127680"/>
                  </a:cubicBezTo>
                  <a:cubicBezTo>
                    <a:pt x="56870" y="127680"/>
                    <a:pt x="48563" y="126403"/>
                    <a:pt x="40895" y="123849"/>
                  </a:cubicBezTo>
                  <a:lnTo>
                    <a:pt x="40895" y="130872"/>
                  </a:lnTo>
                  <a:cubicBezTo>
                    <a:pt x="40895" y="134064"/>
                    <a:pt x="49841" y="139809"/>
                    <a:pt x="65177" y="139809"/>
                  </a:cubicBezTo>
                  <a:cubicBezTo>
                    <a:pt x="66455" y="139809"/>
                    <a:pt x="67733" y="140448"/>
                    <a:pt x="68372" y="141086"/>
                  </a:cubicBezTo>
                  <a:cubicBezTo>
                    <a:pt x="69011" y="140448"/>
                    <a:pt x="70289" y="139809"/>
                    <a:pt x="71567" y="139809"/>
                  </a:cubicBezTo>
                  <a:cubicBezTo>
                    <a:pt x="83069" y="138532"/>
                    <a:pt x="89459" y="133425"/>
                    <a:pt x="89459" y="131510"/>
                  </a:cubicBezTo>
                  <a:lnTo>
                    <a:pt x="89459" y="123849"/>
                  </a:lnTo>
                  <a:cubicBezTo>
                    <a:pt x="86903" y="124488"/>
                    <a:pt x="84347" y="125126"/>
                    <a:pt x="81791" y="125764"/>
                  </a:cubicBezTo>
                  <a:lnTo>
                    <a:pt x="80513" y="125764"/>
                  </a:lnTo>
                  <a:cubicBezTo>
                    <a:pt x="76679" y="126403"/>
                    <a:pt x="74123" y="123211"/>
                    <a:pt x="73484" y="120019"/>
                  </a:cubicBezTo>
                  <a:cubicBezTo>
                    <a:pt x="72845" y="116827"/>
                    <a:pt x="76040" y="113635"/>
                    <a:pt x="79235" y="112996"/>
                  </a:cubicBezTo>
                  <a:cubicBezTo>
                    <a:pt x="100961" y="108528"/>
                    <a:pt x="115019" y="93845"/>
                    <a:pt x="115019" y="74693"/>
                  </a:cubicBezTo>
                  <a:lnTo>
                    <a:pt x="115019" y="34473"/>
                  </a:lnTo>
                  <a:cubicBezTo>
                    <a:pt x="115019" y="32558"/>
                    <a:pt x="115658" y="31281"/>
                    <a:pt x="116935" y="30005"/>
                  </a:cubicBezTo>
                  <a:lnTo>
                    <a:pt x="130354" y="16598"/>
                  </a:lnTo>
                  <a:lnTo>
                    <a:pt x="130354" y="0"/>
                  </a:lnTo>
                  <a:lnTo>
                    <a:pt x="65177" y="0"/>
                  </a:lnTo>
                  <a:close/>
                  <a:moveTo>
                    <a:pt x="100961" y="53625"/>
                  </a:moveTo>
                  <a:lnTo>
                    <a:pt x="60065" y="104697"/>
                  </a:lnTo>
                  <a:cubicBezTo>
                    <a:pt x="58787" y="105974"/>
                    <a:pt x="56870" y="107251"/>
                    <a:pt x="54953" y="107251"/>
                  </a:cubicBezTo>
                  <a:cubicBezTo>
                    <a:pt x="54314" y="107251"/>
                    <a:pt x="53036" y="107251"/>
                    <a:pt x="52397" y="106612"/>
                  </a:cubicBezTo>
                  <a:cubicBezTo>
                    <a:pt x="49841" y="105336"/>
                    <a:pt x="47925" y="102782"/>
                    <a:pt x="48563" y="99590"/>
                  </a:cubicBezTo>
                  <a:lnTo>
                    <a:pt x="52397" y="71501"/>
                  </a:lnTo>
                  <a:lnTo>
                    <a:pt x="34505" y="71501"/>
                  </a:lnTo>
                  <a:cubicBezTo>
                    <a:pt x="30671" y="71501"/>
                    <a:pt x="28115" y="68947"/>
                    <a:pt x="28115" y="65117"/>
                  </a:cubicBezTo>
                  <a:cubicBezTo>
                    <a:pt x="28115" y="63840"/>
                    <a:pt x="28755" y="61925"/>
                    <a:pt x="29394" y="61286"/>
                  </a:cubicBezTo>
                  <a:lnTo>
                    <a:pt x="70289" y="10214"/>
                  </a:lnTo>
                  <a:cubicBezTo>
                    <a:pt x="72206" y="7661"/>
                    <a:pt x="75401" y="7022"/>
                    <a:pt x="77957" y="8299"/>
                  </a:cubicBezTo>
                  <a:cubicBezTo>
                    <a:pt x="80513" y="9576"/>
                    <a:pt x="82430" y="12130"/>
                    <a:pt x="81791" y="15322"/>
                  </a:cubicBezTo>
                  <a:lnTo>
                    <a:pt x="77957" y="43411"/>
                  </a:lnTo>
                  <a:lnTo>
                    <a:pt x="95849" y="43411"/>
                  </a:lnTo>
                  <a:cubicBezTo>
                    <a:pt x="99683" y="43411"/>
                    <a:pt x="102239" y="46603"/>
                    <a:pt x="102239" y="49795"/>
                  </a:cubicBezTo>
                  <a:cubicBezTo>
                    <a:pt x="102239" y="51072"/>
                    <a:pt x="101599" y="52349"/>
                    <a:pt x="100961" y="53625"/>
                  </a:cubicBezTo>
                  <a:lnTo>
                    <a:pt x="100961" y="53625"/>
                  </a:lnTo>
                  <a:close/>
                </a:path>
              </a:pathLst>
            </a:custGeom>
            <a:solidFill>
              <a:srgbClr val="00ABAB"/>
            </a:solidFill>
            <a:ln w="6390" cap="flat">
              <a:noFill/>
              <a:prstDash val="solid"/>
              <a:miter/>
            </a:ln>
          </p:spPr>
          <p:txBody>
            <a:bodyPr rtlCol="0" anchor="ctr"/>
            <a:lstStyle/>
            <a:p>
              <a:endParaRPr lang="en-US"/>
            </a:p>
          </p:txBody>
        </p:sp>
      </p:grpSp>
      <p:grpSp>
        <p:nvGrpSpPr>
          <p:cNvPr id="545" name="Graphic 4">
            <a:extLst>
              <a:ext uri="{FF2B5EF4-FFF2-40B4-BE49-F238E27FC236}">
                <a16:creationId xmlns:a16="http://schemas.microsoft.com/office/drawing/2014/main" id="{4DCE338F-65B1-E04A-A885-679FF781C208}"/>
              </a:ext>
            </a:extLst>
          </p:cNvPr>
          <p:cNvGrpSpPr>
            <a:grpSpLocks noChangeAspect="1"/>
          </p:cNvGrpSpPr>
          <p:nvPr/>
        </p:nvGrpSpPr>
        <p:grpSpPr>
          <a:xfrm>
            <a:off x="9888427" y="918179"/>
            <a:ext cx="361674" cy="361971"/>
            <a:chOff x="9888427" y="918179"/>
            <a:chExt cx="361674" cy="361971"/>
          </a:xfrm>
          <a:solidFill>
            <a:srgbClr val="00ABAB"/>
          </a:solidFill>
        </p:grpSpPr>
        <p:sp>
          <p:nvSpPr>
            <p:cNvPr id="546" name="Graphic 4">
              <a:extLst>
                <a:ext uri="{FF2B5EF4-FFF2-40B4-BE49-F238E27FC236}">
                  <a16:creationId xmlns:a16="http://schemas.microsoft.com/office/drawing/2014/main" id="{C7D0CA65-CBFF-3843-B0BD-C1C339339D0D}"/>
                </a:ext>
              </a:extLst>
            </p:cNvPr>
            <p:cNvSpPr/>
            <p:nvPr/>
          </p:nvSpPr>
          <p:spPr>
            <a:xfrm>
              <a:off x="9888427" y="918179"/>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180836 w 361674"/>
                <a:gd name="connsiteY7" fmla="*/ 349204 h 361971"/>
                <a:gd name="connsiteX8" fmla="*/ 12780 w 361674"/>
                <a:gd name="connsiteY8" fmla="*/ 181305 h 361971"/>
                <a:gd name="connsiteX9" fmla="*/ 180836 w 361674"/>
                <a:gd name="connsiteY9" fmla="*/ 12768 h 361971"/>
                <a:gd name="connsiteX10" fmla="*/ 348890 w 361674"/>
                <a:gd name="connsiteY10" fmla="*/ 180667 h 361971"/>
                <a:gd name="connsiteX11" fmla="*/ 348890 w 361674"/>
                <a:gd name="connsiteY11" fmla="*/ 180667 h 361971"/>
                <a:gd name="connsiteX12" fmla="*/ 180836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6" y="0"/>
                  </a:moveTo>
                  <a:cubicBezTo>
                    <a:pt x="80513" y="0"/>
                    <a:pt x="0" y="81077"/>
                    <a:pt x="0" y="180667"/>
                  </a:cubicBezTo>
                  <a:cubicBezTo>
                    <a:pt x="0" y="280895"/>
                    <a:pt x="81152" y="361972"/>
                    <a:pt x="180836" y="361972"/>
                  </a:cubicBezTo>
                  <a:cubicBezTo>
                    <a:pt x="281157" y="361972"/>
                    <a:pt x="361670" y="280895"/>
                    <a:pt x="361670" y="181305"/>
                  </a:cubicBezTo>
                  <a:lnTo>
                    <a:pt x="361670" y="181305"/>
                  </a:lnTo>
                  <a:cubicBezTo>
                    <a:pt x="362309" y="81077"/>
                    <a:pt x="281157" y="0"/>
                    <a:pt x="180836" y="0"/>
                  </a:cubicBezTo>
                  <a:cubicBezTo>
                    <a:pt x="180836" y="0"/>
                    <a:pt x="180836" y="0"/>
                    <a:pt x="180836" y="0"/>
                  </a:cubicBezTo>
                  <a:close/>
                  <a:moveTo>
                    <a:pt x="180836" y="349204"/>
                  </a:moveTo>
                  <a:cubicBezTo>
                    <a:pt x="87542" y="349204"/>
                    <a:pt x="12780" y="273873"/>
                    <a:pt x="12780" y="181305"/>
                  </a:cubicBezTo>
                  <a:cubicBezTo>
                    <a:pt x="12780" y="88099"/>
                    <a:pt x="88181" y="12768"/>
                    <a:pt x="180836" y="12768"/>
                  </a:cubicBezTo>
                  <a:cubicBezTo>
                    <a:pt x="274128" y="12768"/>
                    <a:pt x="348890" y="88099"/>
                    <a:pt x="348890" y="180667"/>
                  </a:cubicBezTo>
                  <a:lnTo>
                    <a:pt x="348890" y="180667"/>
                  </a:lnTo>
                  <a:cubicBezTo>
                    <a:pt x="349529" y="273873"/>
                    <a:pt x="274128" y="349204"/>
                    <a:pt x="180836" y="349204"/>
                  </a:cubicBezTo>
                  <a:close/>
                </a:path>
              </a:pathLst>
            </a:custGeom>
            <a:solidFill>
              <a:srgbClr val="00ABAB"/>
            </a:solidFill>
            <a:ln w="6390" cap="flat">
              <a:noFill/>
              <a:prstDash val="solid"/>
              <a:miter/>
            </a:ln>
          </p:spPr>
          <p:txBody>
            <a:bodyPr rtlCol="0" anchor="ctr"/>
            <a:lstStyle/>
            <a:p>
              <a:endParaRPr lang="en-US"/>
            </a:p>
          </p:txBody>
        </p:sp>
        <p:sp>
          <p:nvSpPr>
            <p:cNvPr id="547" name="Graphic 4">
              <a:extLst>
                <a:ext uri="{FF2B5EF4-FFF2-40B4-BE49-F238E27FC236}">
                  <a16:creationId xmlns:a16="http://schemas.microsoft.com/office/drawing/2014/main" id="{36ED1434-A6B8-1A44-97D3-C493EB942C33}"/>
                </a:ext>
              </a:extLst>
            </p:cNvPr>
            <p:cNvSpPr/>
            <p:nvPr/>
          </p:nvSpPr>
          <p:spPr>
            <a:xfrm>
              <a:off x="10015587" y="977550"/>
              <a:ext cx="106738" cy="255997"/>
            </a:xfrm>
            <a:custGeom>
              <a:avLst/>
              <a:gdLst>
                <a:gd name="connsiteX0" fmla="*/ 83708 w 106738"/>
                <a:gd name="connsiteY0" fmla="*/ 638 h 255997"/>
                <a:gd name="connsiteX1" fmla="*/ 24281 w 106738"/>
                <a:gd name="connsiteY1" fmla="*/ 0 h 255997"/>
                <a:gd name="connsiteX2" fmla="*/ 7668 w 106738"/>
                <a:gd name="connsiteY2" fmla="*/ 7022 h 255997"/>
                <a:gd name="connsiteX3" fmla="*/ 639 w 106738"/>
                <a:gd name="connsiteY3" fmla="*/ 23621 h 255997"/>
                <a:gd name="connsiteX4" fmla="*/ 0 w 106738"/>
                <a:gd name="connsiteY4" fmla="*/ 141724 h 255997"/>
                <a:gd name="connsiteX5" fmla="*/ 0 w 106738"/>
                <a:gd name="connsiteY5" fmla="*/ 141724 h 255997"/>
                <a:gd name="connsiteX6" fmla="*/ 0 w 106738"/>
                <a:gd name="connsiteY6" fmla="*/ 149385 h 255997"/>
                <a:gd name="connsiteX7" fmla="*/ 14058 w 106738"/>
                <a:gd name="connsiteY7" fmla="*/ 171091 h 255997"/>
                <a:gd name="connsiteX8" fmla="*/ 19170 w 106738"/>
                <a:gd name="connsiteY8" fmla="*/ 186412 h 255997"/>
                <a:gd name="connsiteX9" fmla="*/ 19170 w 106738"/>
                <a:gd name="connsiteY9" fmla="*/ 207479 h 255997"/>
                <a:gd name="connsiteX10" fmla="*/ 25560 w 106738"/>
                <a:gd name="connsiteY10" fmla="*/ 213863 h 255997"/>
                <a:gd name="connsiteX11" fmla="*/ 28116 w 106738"/>
                <a:gd name="connsiteY11" fmla="*/ 213863 h 255997"/>
                <a:gd name="connsiteX12" fmla="*/ 28116 w 106738"/>
                <a:gd name="connsiteY12" fmla="*/ 229823 h 255997"/>
                <a:gd name="connsiteX13" fmla="*/ 28116 w 106738"/>
                <a:gd name="connsiteY13" fmla="*/ 229823 h 255997"/>
                <a:gd name="connsiteX14" fmla="*/ 28116 w 106738"/>
                <a:gd name="connsiteY14" fmla="*/ 240038 h 255997"/>
                <a:gd name="connsiteX15" fmla="*/ 38340 w 106738"/>
                <a:gd name="connsiteY15" fmla="*/ 255998 h 255997"/>
                <a:gd name="connsiteX16" fmla="*/ 66456 w 106738"/>
                <a:gd name="connsiteY16" fmla="*/ 255998 h 255997"/>
                <a:gd name="connsiteX17" fmla="*/ 66456 w 106738"/>
                <a:gd name="connsiteY17" fmla="*/ 255998 h 255997"/>
                <a:gd name="connsiteX18" fmla="*/ 72845 w 106738"/>
                <a:gd name="connsiteY18" fmla="*/ 253444 h 255997"/>
                <a:gd name="connsiteX19" fmla="*/ 76679 w 106738"/>
                <a:gd name="connsiteY19" fmla="*/ 240038 h 255997"/>
                <a:gd name="connsiteX20" fmla="*/ 76679 w 106738"/>
                <a:gd name="connsiteY20" fmla="*/ 214502 h 255997"/>
                <a:gd name="connsiteX21" fmla="*/ 80513 w 106738"/>
                <a:gd name="connsiteY21" fmla="*/ 214502 h 255997"/>
                <a:gd name="connsiteX22" fmla="*/ 84986 w 106738"/>
                <a:gd name="connsiteY22" fmla="*/ 212587 h 255997"/>
                <a:gd name="connsiteX23" fmla="*/ 86903 w 106738"/>
                <a:gd name="connsiteY23" fmla="*/ 208118 h 255997"/>
                <a:gd name="connsiteX24" fmla="*/ 86903 w 106738"/>
                <a:gd name="connsiteY24" fmla="*/ 187051 h 255997"/>
                <a:gd name="connsiteX25" fmla="*/ 92015 w 106738"/>
                <a:gd name="connsiteY25" fmla="*/ 172368 h 255997"/>
                <a:gd name="connsiteX26" fmla="*/ 99044 w 106738"/>
                <a:gd name="connsiteY26" fmla="*/ 167260 h 255997"/>
                <a:gd name="connsiteX27" fmla="*/ 106073 w 106738"/>
                <a:gd name="connsiteY27" fmla="*/ 150662 h 255997"/>
                <a:gd name="connsiteX28" fmla="*/ 106712 w 106738"/>
                <a:gd name="connsiteY28" fmla="*/ 32558 h 255997"/>
                <a:gd name="connsiteX29" fmla="*/ 106712 w 106738"/>
                <a:gd name="connsiteY29" fmla="*/ 32558 h 255997"/>
                <a:gd name="connsiteX30" fmla="*/ 106712 w 106738"/>
                <a:gd name="connsiteY30" fmla="*/ 24897 h 255997"/>
                <a:gd name="connsiteX31" fmla="*/ 83708 w 106738"/>
                <a:gd name="connsiteY31" fmla="*/ 638 h 255997"/>
                <a:gd name="connsiteX32" fmla="*/ 83708 w 106738"/>
                <a:gd name="connsiteY32" fmla="*/ 638 h 255997"/>
                <a:gd name="connsiteX33" fmla="*/ 13419 w 106738"/>
                <a:gd name="connsiteY33" fmla="*/ 37665 h 255997"/>
                <a:gd name="connsiteX34" fmla="*/ 93932 w 106738"/>
                <a:gd name="connsiteY34" fmla="*/ 38304 h 255997"/>
                <a:gd name="connsiteX35" fmla="*/ 93293 w 106738"/>
                <a:gd name="connsiteY35" fmla="*/ 135979 h 255997"/>
                <a:gd name="connsiteX36" fmla="*/ 12780 w 106738"/>
                <a:gd name="connsiteY36" fmla="*/ 135340 h 255997"/>
                <a:gd name="connsiteX37" fmla="*/ 13419 w 106738"/>
                <a:gd name="connsiteY37" fmla="*/ 37665 h 255997"/>
                <a:gd name="connsiteX38" fmla="*/ 16614 w 106738"/>
                <a:gd name="connsiteY38" fmla="*/ 15960 h 255997"/>
                <a:gd name="connsiteX39" fmla="*/ 24281 w 106738"/>
                <a:gd name="connsiteY39" fmla="*/ 12768 h 255997"/>
                <a:gd name="connsiteX40" fmla="*/ 24281 w 106738"/>
                <a:gd name="connsiteY40" fmla="*/ 12768 h 255997"/>
                <a:gd name="connsiteX41" fmla="*/ 83708 w 106738"/>
                <a:gd name="connsiteY41" fmla="*/ 13406 h 255997"/>
                <a:gd name="connsiteX42" fmla="*/ 93932 w 106738"/>
                <a:gd name="connsiteY42" fmla="*/ 23621 h 255997"/>
                <a:gd name="connsiteX43" fmla="*/ 93932 w 106738"/>
                <a:gd name="connsiteY43" fmla="*/ 23621 h 255997"/>
                <a:gd name="connsiteX44" fmla="*/ 93932 w 106738"/>
                <a:gd name="connsiteY44" fmla="*/ 24897 h 255997"/>
                <a:gd name="connsiteX45" fmla="*/ 13419 w 106738"/>
                <a:gd name="connsiteY45" fmla="*/ 24259 h 255997"/>
                <a:gd name="connsiteX46" fmla="*/ 13419 w 106738"/>
                <a:gd name="connsiteY46" fmla="*/ 22982 h 255997"/>
                <a:gd name="connsiteX47" fmla="*/ 16614 w 106738"/>
                <a:gd name="connsiteY47" fmla="*/ 15960 h 255997"/>
                <a:gd name="connsiteX48" fmla="*/ 16614 w 106738"/>
                <a:gd name="connsiteY48" fmla="*/ 15960 h 255997"/>
                <a:gd name="connsiteX49" fmla="*/ 31950 w 106738"/>
                <a:gd name="connsiteY49" fmla="*/ 200457 h 255997"/>
                <a:gd name="connsiteX50" fmla="*/ 31950 w 106738"/>
                <a:gd name="connsiteY50" fmla="*/ 190881 h 255997"/>
                <a:gd name="connsiteX51" fmla="*/ 74123 w 106738"/>
                <a:gd name="connsiteY51" fmla="*/ 190881 h 255997"/>
                <a:gd name="connsiteX52" fmla="*/ 74123 w 106738"/>
                <a:gd name="connsiteY52" fmla="*/ 200457 h 255997"/>
                <a:gd name="connsiteX53" fmla="*/ 31950 w 106738"/>
                <a:gd name="connsiteY53" fmla="*/ 200457 h 255997"/>
                <a:gd name="connsiteX54" fmla="*/ 76040 w 106738"/>
                <a:gd name="connsiteY54" fmla="*/ 178752 h 255997"/>
                <a:gd name="connsiteX55" fmla="*/ 30032 w 106738"/>
                <a:gd name="connsiteY55" fmla="*/ 178752 h 255997"/>
                <a:gd name="connsiteX56" fmla="*/ 28116 w 106738"/>
                <a:gd name="connsiteY56" fmla="*/ 173006 h 255997"/>
                <a:gd name="connsiteX57" fmla="*/ 77957 w 106738"/>
                <a:gd name="connsiteY57" fmla="*/ 173006 h 255997"/>
                <a:gd name="connsiteX58" fmla="*/ 76040 w 106738"/>
                <a:gd name="connsiteY58" fmla="*/ 178752 h 255997"/>
                <a:gd name="connsiteX59" fmla="*/ 63899 w 106738"/>
                <a:gd name="connsiteY59" fmla="*/ 242591 h 255997"/>
                <a:gd name="connsiteX60" fmla="*/ 40896 w 106738"/>
                <a:gd name="connsiteY60" fmla="*/ 242591 h 255997"/>
                <a:gd name="connsiteX61" fmla="*/ 40896 w 106738"/>
                <a:gd name="connsiteY61" fmla="*/ 239399 h 255997"/>
                <a:gd name="connsiteX62" fmla="*/ 40896 w 106738"/>
                <a:gd name="connsiteY62" fmla="*/ 235569 h 255997"/>
                <a:gd name="connsiteX63" fmla="*/ 64538 w 106738"/>
                <a:gd name="connsiteY63" fmla="*/ 235569 h 255997"/>
                <a:gd name="connsiteX64" fmla="*/ 64538 w 106738"/>
                <a:gd name="connsiteY64" fmla="*/ 239399 h 255997"/>
                <a:gd name="connsiteX65" fmla="*/ 63899 w 106738"/>
                <a:gd name="connsiteY65" fmla="*/ 242591 h 255997"/>
                <a:gd name="connsiteX66" fmla="*/ 63899 w 106738"/>
                <a:gd name="connsiteY66" fmla="*/ 242591 h 255997"/>
                <a:gd name="connsiteX67" fmla="*/ 63899 w 106738"/>
                <a:gd name="connsiteY67" fmla="*/ 222801 h 255997"/>
                <a:gd name="connsiteX68" fmla="*/ 40256 w 106738"/>
                <a:gd name="connsiteY68" fmla="*/ 222801 h 255997"/>
                <a:gd name="connsiteX69" fmla="*/ 40256 w 106738"/>
                <a:gd name="connsiteY69" fmla="*/ 213225 h 255997"/>
                <a:gd name="connsiteX70" fmla="*/ 63899 w 106738"/>
                <a:gd name="connsiteY70" fmla="*/ 213225 h 255997"/>
                <a:gd name="connsiteX71" fmla="*/ 63899 w 106738"/>
                <a:gd name="connsiteY71" fmla="*/ 222801 h 255997"/>
                <a:gd name="connsiteX72" fmla="*/ 90098 w 106738"/>
                <a:gd name="connsiteY72" fmla="*/ 157046 h 255997"/>
                <a:gd name="connsiteX73" fmla="*/ 82430 w 106738"/>
                <a:gd name="connsiteY73" fmla="*/ 160238 h 255997"/>
                <a:gd name="connsiteX74" fmla="*/ 23004 w 106738"/>
                <a:gd name="connsiteY74" fmla="*/ 159600 h 255997"/>
                <a:gd name="connsiteX75" fmla="*/ 12780 w 106738"/>
                <a:gd name="connsiteY75" fmla="*/ 148747 h 255997"/>
                <a:gd name="connsiteX76" fmla="*/ 12780 w 106738"/>
                <a:gd name="connsiteY76" fmla="*/ 148747 h 255997"/>
                <a:gd name="connsiteX77" fmla="*/ 12780 w 106738"/>
                <a:gd name="connsiteY77" fmla="*/ 147470 h 255997"/>
                <a:gd name="connsiteX78" fmla="*/ 93293 w 106738"/>
                <a:gd name="connsiteY78" fmla="*/ 148108 h 255997"/>
                <a:gd name="connsiteX79" fmla="*/ 93293 w 106738"/>
                <a:gd name="connsiteY79" fmla="*/ 150024 h 255997"/>
                <a:gd name="connsiteX80" fmla="*/ 90098 w 106738"/>
                <a:gd name="connsiteY80" fmla="*/ 157046 h 255997"/>
                <a:gd name="connsiteX81" fmla="*/ 90098 w 106738"/>
                <a:gd name="connsiteY81" fmla="*/ 157046 h 25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06738" h="255997">
                  <a:moveTo>
                    <a:pt x="83708" y="638"/>
                  </a:moveTo>
                  <a:lnTo>
                    <a:pt x="24281" y="0"/>
                  </a:lnTo>
                  <a:cubicBezTo>
                    <a:pt x="17891" y="0"/>
                    <a:pt x="12141" y="2554"/>
                    <a:pt x="7668" y="7022"/>
                  </a:cubicBezTo>
                  <a:cubicBezTo>
                    <a:pt x="3195" y="11491"/>
                    <a:pt x="639" y="17237"/>
                    <a:pt x="639" y="23621"/>
                  </a:cubicBezTo>
                  <a:lnTo>
                    <a:pt x="0" y="141724"/>
                  </a:lnTo>
                  <a:lnTo>
                    <a:pt x="0" y="141724"/>
                  </a:lnTo>
                  <a:lnTo>
                    <a:pt x="0" y="149385"/>
                  </a:lnTo>
                  <a:cubicBezTo>
                    <a:pt x="0" y="158961"/>
                    <a:pt x="5751" y="167260"/>
                    <a:pt x="14058" y="171091"/>
                  </a:cubicBezTo>
                  <a:lnTo>
                    <a:pt x="19170" y="186412"/>
                  </a:lnTo>
                  <a:lnTo>
                    <a:pt x="19170" y="207479"/>
                  </a:lnTo>
                  <a:cubicBezTo>
                    <a:pt x="19170" y="211310"/>
                    <a:pt x="21726" y="213863"/>
                    <a:pt x="25560" y="213863"/>
                  </a:cubicBezTo>
                  <a:lnTo>
                    <a:pt x="28116" y="213863"/>
                  </a:lnTo>
                  <a:lnTo>
                    <a:pt x="28116" y="229823"/>
                  </a:lnTo>
                  <a:lnTo>
                    <a:pt x="28116" y="229823"/>
                  </a:lnTo>
                  <a:lnTo>
                    <a:pt x="28116" y="240038"/>
                  </a:lnTo>
                  <a:cubicBezTo>
                    <a:pt x="28116" y="253444"/>
                    <a:pt x="33866" y="255998"/>
                    <a:pt x="38340" y="255998"/>
                  </a:cubicBezTo>
                  <a:lnTo>
                    <a:pt x="66456" y="255998"/>
                  </a:lnTo>
                  <a:lnTo>
                    <a:pt x="66456" y="255998"/>
                  </a:lnTo>
                  <a:cubicBezTo>
                    <a:pt x="69011" y="255998"/>
                    <a:pt x="70928" y="254721"/>
                    <a:pt x="72845" y="253444"/>
                  </a:cubicBezTo>
                  <a:cubicBezTo>
                    <a:pt x="76040" y="249614"/>
                    <a:pt x="77318" y="244507"/>
                    <a:pt x="76679" y="240038"/>
                  </a:cubicBezTo>
                  <a:lnTo>
                    <a:pt x="76679" y="214502"/>
                  </a:lnTo>
                  <a:lnTo>
                    <a:pt x="80513" y="214502"/>
                  </a:lnTo>
                  <a:cubicBezTo>
                    <a:pt x="82430" y="214502"/>
                    <a:pt x="83708" y="213863"/>
                    <a:pt x="84986" y="212587"/>
                  </a:cubicBezTo>
                  <a:cubicBezTo>
                    <a:pt x="86264" y="211310"/>
                    <a:pt x="86903" y="210033"/>
                    <a:pt x="86903" y="208118"/>
                  </a:cubicBezTo>
                  <a:lnTo>
                    <a:pt x="86903" y="187051"/>
                  </a:lnTo>
                  <a:lnTo>
                    <a:pt x="92015" y="172368"/>
                  </a:lnTo>
                  <a:cubicBezTo>
                    <a:pt x="94571" y="171091"/>
                    <a:pt x="97127" y="169814"/>
                    <a:pt x="99044" y="167260"/>
                  </a:cubicBezTo>
                  <a:cubicBezTo>
                    <a:pt x="103517" y="162792"/>
                    <a:pt x="106073" y="157046"/>
                    <a:pt x="106073" y="150662"/>
                  </a:cubicBezTo>
                  <a:lnTo>
                    <a:pt x="106712" y="32558"/>
                  </a:lnTo>
                  <a:lnTo>
                    <a:pt x="106712" y="32558"/>
                  </a:lnTo>
                  <a:lnTo>
                    <a:pt x="106712" y="24897"/>
                  </a:lnTo>
                  <a:cubicBezTo>
                    <a:pt x="107350" y="11491"/>
                    <a:pt x="96488" y="638"/>
                    <a:pt x="83708" y="638"/>
                  </a:cubicBezTo>
                  <a:cubicBezTo>
                    <a:pt x="83708" y="638"/>
                    <a:pt x="83708" y="638"/>
                    <a:pt x="83708" y="638"/>
                  </a:cubicBezTo>
                  <a:close/>
                  <a:moveTo>
                    <a:pt x="13419" y="37665"/>
                  </a:moveTo>
                  <a:lnTo>
                    <a:pt x="93932" y="38304"/>
                  </a:lnTo>
                  <a:lnTo>
                    <a:pt x="93293" y="135979"/>
                  </a:lnTo>
                  <a:lnTo>
                    <a:pt x="12780" y="135340"/>
                  </a:lnTo>
                  <a:lnTo>
                    <a:pt x="13419" y="37665"/>
                  </a:lnTo>
                  <a:close/>
                  <a:moveTo>
                    <a:pt x="16614" y="15960"/>
                  </a:moveTo>
                  <a:cubicBezTo>
                    <a:pt x="18531" y="14045"/>
                    <a:pt x="21086" y="12768"/>
                    <a:pt x="24281" y="12768"/>
                  </a:cubicBezTo>
                  <a:lnTo>
                    <a:pt x="24281" y="12768"/>
                  </a:lnTo>
                  <a:lnTo>
                    <a:pt x="83708" y="13406"/>
                  </a:lnTo>
                  <a:cubicBezTo>
                    <a:pt x="89459" y="13406"/>
                    <a:pt x="93932" y="17875"/>
                    <a:pt x="93932" y="23621"/>
                  </a:cubicBezTo>
                  <a:cubicBezTo>
                    <a:pt x="93932" y="23621"/>
                    <a:pt x="93932" y="23621"/>
                    <a:pt x="93932" y="23621"/>
                  </a:cubicBezTo>
                  <a:lnTo>
                    <a:pt x="93932" y="24897"/>
                  </a:lnTo>
                  <a:lnTo>
                    <a:pt x="13419" y="24259"/>
                  </a:lnTo>
                  <a:lnTo>
                    <a:pt x="13419" y="22982"/>
                  </a:lnTo>
                  <a:cubicBezTo>
                    <a:pt x="13419" y="20429"/>
                    <a:pt x="14696" y="17875"/>
                    <a:pt x="16614" y="15960"/>
                  </a:cubicBezTo>
                  <a:lnTo>
                    <a:pt x="16614" y="15960"/>
                  </a:lnTo>
                  <a:close/>
                  <a:moveTo>
                    <a:pt x="31950" y="200457"/>
                  </a:moveTo>
                  <a:lnTo>
                    <a:pt x="31950" y="190881"/>
                  </a:lnTo>
                  <a:lnTo>
                    <a:pt x="74123" y="190881"/>
                  </a:lnTo>
                  <a:lnTo>
                    <a:pt x="74123" y="200457"/>
                  </a:lnTo>
                  <a:lnTo>
                    <a:pt x="31950" y="200457"/>
                  </a:lnTo>
                  <a:close/>
                  <a:moveTo>
                    <a:pt x="76040" y="178752"/>
                  </a:moveTo>
                  <a:lnTo>
                    <a:pt x="30032" y="178752"/>
                  </a:lnTo>
                  <a:lnTo>
                    <a:pt x="28116" y="173006"/>
                  </a:lnTo>
                  <a:lnTo>
                    <a:pt x="77957" y="173006"/>
                  </a:lnTo>
                  <a:lnTo>
                    <a:pt x="76040" y="178752"/>
                  </a:lnTo>
                  <a:close/>
                  <a:moveTo>
                    <a:pt x="63899" y="242591"/>
                  </a:moveTo>
                  <a:lnTo>
                    <a:pt x="40896" y="242591"/>
                  </a:lnTo>
                  <a:cubicBezTo>
                    <a:pt x="40896" y="241315"/>
                    <a:pt x="40896" y="240038"/>
                    <a:pt x="40896" y="239399"/>
                  </a:cubicBezTo>
                  <a:lnTo>
                    <a:pt x="40896" y="235569"/>
                  </a:lnTo>
                  <a:lnTo>
                    <a:pt x="64538" y="235569"/>
                  </a:lnTo>
                  <a:lnTo>
                    <a:pt x="64538" y="239399"/>
                  </a:lnTo>
                  <a:cubicBezTo>
                    <a:pt x="64538" y="240676"/>
                    <a:pt x="64538" y="241953"/>
                    <a:pt x="63899" y="242591"/>
                  </a:cubicBezTo>
                  <a:lnTo>
                    <a:pt x="63899" y="242591"/>
                  </a:lnTo>
                  <a:close/>
                  <a:moveTo>
                    <a:pt x="63899" y="222801"/>
                  </a:moveTo>
                  <a:lnTo>
                    <a:pt x="40256" y="222801"/>
                  </a:lnTo>
                  <a:lnTo>
                    <a:pt x="40256" y="213225"/>
                  </a:lnTo>
                  <a:lnTo>
                    <a:pt x="63899" y="213225"/>
                  </a:lnTo>
                  <a:lnTo>
                    <a:pt x="63899" y="222801"/>
                  </a:lnTo>
                  <a:close/>
                  <a:moveTo>
                    <a:pt x="90098" y="157046"/>
                  </a:moveTo>
                  <a:cubicBezTo>
                    <a:pt x="88181" y="158961"/>
                    <a:pt x="85625" y="160238"/>
                    <a:pt x="82430" y="160238"/>
                  </a:cubicBezTo>
                  <a:lnTo>
                    <a:pt x="23004" y="159600"/>
                  </a:lnTo>
                  <a:cubicBezTo>
                    <a:pt x="17253" y="159600"/>
                    <a:pt x="12780" y="155131"/>
                    <a:pt x="12780" y="148747"/>
                  </a:cubicBezTo>
                  <a:cubicBezTo>
                    <a:pt x="12780" y="148747"/>
                    <a:pt x="12780" y="148747"/>
                    <a:pt x="12780" y="148747"/>
                  </a:cubicBezTo>
                  <a:lnTo>
                    <a:pt x="12780" y="147470"/>
                  </a:lnTo>
                  <a:lnTo>
                    <a:pt x="93293" y="148108"/>
                  </a:lnTo>
                  <a:lnTo>
                    <a:pt x="93293" y="150024"/>
                  </a:lnTo>
                  <a:cubicBezTo>
                    <a:pt x="93293" y="152577"/>
                    <a:pt x="92654" y="155131"/>
                    <a:pt x="90098" y="157046"/>
                  </a:cubicBezTo>
                  <a:lnTo>
                    <a:pt x="90098" y="157046"/>
                  </a:lnTo>
                  <a:close/>
                </a:path>
              </a:pathLst>
            </a:custGeom>
            <a:solidFill>
              <a:srgbClr val="00ABAB"/>
            </a:solidFill>
            <a:ln w="6390" cap="flat">
              <a:noFill/>
              <a:prstDash val="solid"/>
              <a:miter/>
            </a:ln>
          </p:spPr>
          <p:txBody>
            <a:bodyPr rtlCol="0" anchor="ctr"/>
            <a:lstStyle/>
            <a:p>
              <a:endParaRPr lang="en-US"/>
            </a:p>
          </p:txBody>
        </p:sp>
        <p:sp>
          <p:nvSpPr>
            <p:cNvPr id="548" name="Graphic 4">
              <a:extLst>
                <a:ext uri="{FF2B5EF4-FFF2-40B4-BE49-F238E27FC236}">
                  <a16:creationId xmlns:a16="http://schemas.microsoft.com/office/drawing/2014/main" id="{C4B295C1-C137-524C-98FA-737DC2543D2D}"/>
                </a:ext>
              </a:extLst>
            </p:cNvPr>
            <p:cNvSpPr/>
            <p:nvPr/>
          </p:nvSpPr>
          <p:spPr>
            <a:xfrm>
              <a:off x="10073735" y="1021599"/>
              <a:ext cx="25559" cy="25535"/>
            </a:xfrm>
            <a:custGeom>
              <a:avLst/>
              <a:gdLst>
                <a:gd name="connsiteX0" fmla="*/ 6390 w 25559"/>
                <a:gd name="connsiteY0" fmla="*/ 0 h 25535"/>
                <a:gd name="connsiteX1" fmla="*/ 19170 w 25559"/>
                <a:gd name="connsiteY1" fmla="*/ 0 h 25535"/>
                <a:gd name="connsiteX2" fmla="*/ 25560 w 25559"/>
                <a:gd name="connsiteY2" fmla="*/ 6384 h 25535"/>
                <a:gd name="connsiteX3" fmla="*/ 25560 w 25559"/>
                <a:gd name="connsiteY3" fmla="*/ 19152 h 25535"/>
                <a:gd name="connsiteX4" fmla="*/ 19170 w 25559"/>
                <a:gd name="connsiteY4" fmla="*/ 25536 h 25535"/>
                <a:gd name="connsiteX5" fmla="*/ 6390 w 25559"/>
                <a:gd name="connsiteY5" fmla="*/ 25536 h 25535"/>
                <a:gd name="connsiteX6" fmla="*/ 0 w 25559"/>
                <a:gd name="connsiteY6" fmla="*/ 19152 h 25535"/>
                <a:gd name="connsiteX7" fmla="*/ 0 w 25559"/>
                <a:gd name="connsiteY7" fmla="*/ 6384 h 25535"/>
                <a:gd name="connsiteX8" fmla="*/ 6390 w 25559"/>
                <a:gd name="connsiteY8" fmla="*/ 0 h 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559" h="25535">
                  <a:moveTo>
                    <a:pt x="6390" y="0"/>
                  </a:moveTo>
                  <a:lnTo>
                    <a:pt x="19170" y="0"/>
                  </a:lnTo>
                  <a:cubicBezTo>
                    <a:pt x="23004" y="0"/>
                    <a:pt x="25560" y="2554"/>
                    <a:pt x="25560" y="6384"/>
                  </a:cubicBezTo>
                  <a:lnTo>
                    <a:pt x="25560" y="19152"/>
                  </a:lnTo>
                  <a:cubicBezTo>
                    <a:pt x="25560" y="22982"/>
                    <a:pt x="23004" y="25536"/>
                    <a:pt x="19170" y="25536"/>
                  </a:cubicBezTo>
                  <a:lnTo>
                    <a:pt x="6390" y="25536"/>
                  </a:lnTo>
                  <a:cubicBezTo>
                    <a:pt x="2556" y="25536"/>
                    <a:pt x="0" y="22982"/>
                    <a:pt x="0" y="19152"/>
                  </a:cubicBezTo>
                  <a:lnTo>
                    <a:pt x="0" y="6384"/>
                  </a:lnTo>
                  <a:cubicBezTo>
                    <a:pt x="0" y="2554"/>
                    <a:pt x="2556" y="0"/>
                    <a:pt x="6390" y="0"/>
                  </a:cubicBezTo>
                  <a:close/>
                </a:path>
              </a:pathLst>
            </a:custGeom>
            <a:solidFill>
              <a:srgbClr val="00ABAB"/>
            </a:solidFill>
            <a:ln w="6390" cap="flat">
              <a:noFill/>
              <a:prstDash val="solid"/>
              <a:miter/>
            </a:ln>
          </p:spPr>
          <p:txBody>
            <a:bodyPr rtlCol="0" anchor="ctr"/>
            <a:lstStyle/>
            <a:p>
              <a:endParaRPr lang="en-US"/>
            </a:p>
          </p:txBody>
        </p:sp>
        <p:sp>
          <p:nvSpPr>
            <p:cNvPr id="549" name="Graphic 4">
              <a:extLst>
                <a:ext uri="{FF2B5EF4-FFF2-40B4-BE49-F238E27FC236}">
                  <a16:creationId xmlns:a16="http://schemas.microsoft.com/office/drawing/2014/main" id="{6E9A26E5-E147-2E47-87E6-DCEA182E0059}"/>
                </a:ext>
              </a:extLst>
            </p:cNvPr>
            <p:cNvSpPr/>
            <p:nvPr/>
          </p:nvSpPr>
          <p:spPr>
            <a:xfrm>
              <a:off x="10042425" y="1021599"/>
              <a:ext cx="25559" cy="25535"/>
            </a:xfrm>
            <a:custGeom>
              <a:avLst/>
              <a:gdLst>
                <a:gd name="connsiteX0" fmla="*/ 6390 w 25559"/>
                <a:gd name="connsiteY0" fmla="*/ 0 h 25535"/>
                <a:gd name="connsiteX1" fmla="*/ 19170 w 25559"/>
                <a:gd name="connsiteY1" fmla="*/ 0 h 25535"/>
                <a:gd name="connsiteX2" fmla="*/ 25560 w 25559"/>
                <a:gd name="connsiteY2" fmla="*/ 6384 h 25535"/>
                <a:gd name="connsiteX3" fmla="*/ 25560 w 25559"/>
                <a:gd name="connsiteY3" fmla="*/ 19152 h 25535"/>
                <a:gd name="connsiteX4" fmla="*/ 19170 w 25559"/>
                <a:gd name="connsiteY4" fmla="*/ 25536 h 25535"/>
                <a:gd name="connsiteX5" fmla="*/ 6390 w 25559"/>
                <a:gd name="connsiteY5" fmla="*/ 25536 h 25535"/>
                <a:gd name="connsiteX6" fmla="*/ 0 w 25559"/>
                <a:gd name="connsiteY6" fmla="*/ 19152 h 25535"/>
                <a:gd name="connsiteX7" fmla="*/ 0 w 25559"/>
                <a:gd name="connsiteY7" fmla="*/ 6384 h 25535"/>
                <a:gd name="connsiteX8" fmla="*/ 6390 w 25559"/>
                <a:gd name="connsiteY8" fmla="*/ 0 h 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559" h="25535">
                  <a:moveTo>
                    <a:pt x="6390" y="0"/>
                  </a:moveTo>
                  <a:lnTo>
                    <a:pt x="19170" y="0"/>
                  </a:lnTo>
                  <a:cubicBezTo>
                    <a:pt x="23004" y="0"/>
                    <a:pt x="25560" y="2554"/>
                    <a:pt x="25560" y="6384"/>
                  </a:cubicBezTo>
                  <a:lnTo>
                    <a:pt x="25560" y="19152"/>
                  </a:lnTo>
                  <a:cubicBezTo>
                    <a:pt x="25560" y="22982"/>
                    <a:pt x="23004" y="25536"/>
                    <a:pt x="19170" y="25536"/>
                  </a:cubicBezTo>
                  <a:lnTo>
                    <a:pt x="6390" y="25536"/>
                  </a:lnTo>
                  <a:cubicBezTo>
                    <a:pt x="2556" y="25536"/>
                    <a:pt x="0" y="22982"/>
                    <a:pt x="0" y="19152"/>
                  </a:cubicBezTo>
                  <a:lnTo>
                    <a:pt x="0" y="6384"/>
                  </a:lnTo>
                  <a:cubicBezTo>
                    <a:pt x="0" y="2554"/>
                    <a:pt x="3195" y="0"/>
                    <a:pt x="6390" y="0"/>
                  </a:cubicBezTo>
                  <a:close/>
                </a:path>
              </a:pathLst>
            </a:custGeom>
            <a:solidFill>
              <a:srgbClr val="00ABAB"/>
            </a:solidFill>
            <a:ln w="6390" cap="flat">
              <a:noFill/>
              <a:prstDash val="solid"/>
              <a:miter/>
            </a:ln>
          </p:spPr>
          <p:txBody>
            <a:bodyPr rtlCol="0" anchor="ctr"/>
            <a:lstStyle/>
            <a:p>
              <a:endParaRPr lang="en-US"/>
            </a:p>
          </p:txBody>
        </p:sp>
        <p:sp>
          <p:nvSpPr>
            <p:cNvPr id="550" name="Graphic 4">
              <a:extLst>
                <a:ext uri="{FF2B5EF4-FFF2-40B4-BE49-F238E27FC236}">
                  <a16:creationId xmlns:a16="http://schemas.microsoft.com/office/drawing/2014/main" id="{494B21F6-DF60-4243-BC59-9652C962EB7E}"/>
                </a:ext>
              </a:extLst>
            </p:cNvPr>
            <p:cNvSpPr/>
            <p:nvPr/>
          </p:nvSpPr>
          <p:spPr>
            <a:xfrm>
              <a:off x="10073735" y="1051604"/>
              <a:ext cx="25559" cy="25535"/>
            </a:xfrm>
            <a:custGeom>
              <a:avLst/>
              <a:gdLst>
                <a:gd name="connsiteX0" fmla="*/ 6390 w 25559"/>
                <a:gd name="connsiteY0" fmla="*/ 0 h 25535"/>
                <a:gd name="connsiteX1" fmla="*/ 19170 w 25559"/>
                <a:gd name="connsiteY1" fmla="*/ 0 h 25535"/>
                <a:gd name="connsiteX2" fmla="*/ 25560 w 25559"/>
                <a:gd name="connsiteY2" fmla="*/ 6384 h 25535"/>
                <a:gd name="connsiteX3" fmla="*/ 25560 w 25559"/>
                <a:gd name="connsiteY3" fmla="*/ 19152 h 25535"/>
                <a:gd name="connsiteX4" fmla="*/ 19170 w 25559"/>
                <a:gd name="connsiteY4" fmla="*/ 25536 h 25535"/>
                <a:gd name="connsiteX5" fmla="*/ 6390 w 25559"/>
                <a:gd name="connsiteY5" fmla="*/ 25536 h 25535"/>
                <a:gd name="connsiteX6" fmla="*/ 0 w 25559"/>
                <a:gd name="connsiteY6" fmla="*/ 19152 h 25535"/>
                <a:gd name="connsiteX7" fmla="*/ 0 w 25559"/>
                <a:gd name="connsiteY7" fmla="*/ 6384 h 25535"/>
                <a:gd name="connsiteX8" fmla="*/ 6390 w 25559"/>
                <a:gd name="connsiteY8" fmla="*/ 0 h 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559" h="25535">
                  <a:moveTo>
                    <a:pt x="6390" y="0"/>
                  </a:moveTo>
                  <a:lnTo>
                    <a:pt x="19170" y="0"/>
                  </a:lnTo>
                  <a:cubicBezTo>
                    <a:pt x="23004" y="0"/>
                    <a:pt x="25560" y="2554"/>
                    <a:pt x="25560" y="6384"/>
                  </a:cubicBezTo>
                  <a:lnTo>
                    <a:pt x="25560" y="19152"/>
                  </a:lnTo>
                  <a:cubicBezTo>
                    <a:pt x="25560" y="22982"/>
                    <a:pt x="23004" y="25536"/>
                    <a:pt x="19170" y="25536"/>
                  </a:cubicBezTo>
                  <a:lnTo>
                    <a:pt x="6390" y="25536"/>
                  </a:lnTo>
                  <a:cubicBezTo>
                    <a:pt x="2556" y="25536"/>
                    <a:pt x="0" y="22982"/>
                    <a:pt x="0" y="19152"/>
                  </a:cubicBezTo>
                  <a:lnTo>
                    <a:pt x="0" y="6384"/>
                  </a:lnTo>
                  <a:cubicBezTo>
                    <a:pt x="0" y="3192"/>
                    <a:pt x="2556" y="0"/>
                    <a:pt x="6390" y="0"/>
                  </a:cubicBezTo>
                  <a:close/>
                </a:path>
              </a:pathLst>
            </a:custGeom>
            <a:solidFill>
              <a:srgbClr val="00ABAB"/>
            </a:solidFill>
            <a:ln w="6390" cap="flat">
              <a:noFill/>
              <a:prstDash val="solid"/>
              <a:miter/>
            </a:ln>
          </p:spPr>
          <p:txBody>
            <a:bodyPr rtlCol="0" anchor="ctr"/>
            <a:lstStyle/>
            <a:p>
              <a:endParaRPr lang="en-US"/>
            </a:p>
          </p:txBody>
        </p:sp>
        <p:sp>
          <p:nvSpPr>
            <p:cNvPr id="551" name="Graphic 4">
              <a:extLst>
                <a:ext uri="{FF2B5EF4-FFF2-40B4-BE49-F238E27FC236}">
                  <a16:creationId xmlns:a16="http://schemas.microsoft.com/office/drawing/2014/main" id="{D65DFDB2-F83D-0B4D-9E36-02C94AB1EE4E}"/>
                </a:ext>
              </a:extLst>
            </p:cNvPr>
            <p:cNvSpPr/>
            <p:nvPr/>
          </p:nvSpPr>
          <p:spPr>
            <a:xfrm>
              <a:off x="10042425" y="1051604"/>
              <a:ext cx="25559" cy="25535"/>
            </a:xfrm>
            <a:custGeom>
              <a:avLst/>
              <a:gdLst>
                <a:gd name="connsiteX0" fmla="*/ 6390 w 25559"/>
                <a:gd name="connsiteY0" fmla="*/ 0 h 25535"/>
                <a:gd name="connsiteX1" fmla="*/ 19170 w 25559"/>
                <a:gd name="connsiteY1" fmla="*/ 0 h 25535"/>
                <a:gd name="connsiteX2" fmla="*/ 25560 w 25559"/>
                <a:gd name="connsiteY2" fmla="*/ 6384 h 25535"/>
                <a:gd name="connsiteX3" fmla="*/ 25560 w 25559"/>
                <a:gd name="connsiteY3" fmla="*/ 19152 h 25535"/>
                <a:gd name="connsiteX4" fmla="*/ 19170 w 25559"/>
                <a:gd name="connsiteY4" fmla="*/ 25536 h 25535"/>
                <a:gd name="connsiteX5" fmla="*/ 6390 w 25559"/>
                <a:gd name="connsiteY5" fmla="*/ 25536 h 25535"/>
                <a:gd name="connsiteX6" fmla="*/ 0 w 25559"/>
                <a:gd name="connsiteY6" fmla="*/ 19152 h 25535"/>
                <a:gd name="connsiteX7" fmla="*/ 0 w 25559"/>
                <a:gd name="connsiteY7" fmla="*/ 6384 h 25535"/>
                <a:gd name="connsiteX8" fmla="*/ 6390 w 25559"/>
                <a:gd name="connsiteY8" fmla="*/ 0 h 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559" h="25535">
                  <a:moveTo>
                    <a:pt x="6390" y="0"/>
                  </a:moveTo>
                  <a:lnTo>
                    <a:pt x="19170" y="0"/>
                  </a:lnTo>
                  <a:cubicBezTo>
                    <a:pt x="23004" y="0"/>
                    <a:pt x="25560" y="2554"/>
                    <a:pt x="25560" y="6384"/>
                  </a:cubicBezTo>
                  <a:lnTo>
                    <a:pt x="25560" y="19152"/>
                  </a:lnTo>
                  <a:cubicBezTo>
                    <a:pt x="25560" y="22982"/>
                    <a:pt x="23004" y="25536"/>
                    <a:pt x="19170" y="25536"/>
                  </a:cubicBezTo>
                  <a:lnTo>
                    <a:pt x="6390" y="25536"/>
                  </a:lnTo>
                  <a:cubicBezTo>
                    <a:pt x="2556" y="25536"/>
                    <a:pt x="0" y="22982"/>
                    <a:pt x="0" y="19152"/>
                  </a:cubicBezTo>
                  <a:lnTo>
                    <a:pt x="0" y="6384"/>
                  </a:lnTo>
                  <a:cubicBezTo>
                    <a:pt x="0" y="3192"/>
                    <a:pt x="3195" y="0"/>
                    <a:pt x="6390" y="0"/>
                  </a:cubicBezTo>
                  <a:close/>
                </a:path>
              </a:pathLst>
            </a:custGeom>
            <a:solidFill>
              <a:srgbClr val="00ABAB"/>
            </a:solidFill>
            <a:ln w="6390" cap="flat">
              <a:noFill/>
              <a:prstDash val="solid"/>
              <a:miter/>
            </a:ln>
          </p:spPr>
          <p:txBody>
            <a:bodyPr rtlCol="0" anchor="ctr"/>
            <a:lstStyle/>
            <a:p>
              <a:endParaRPr lang="en-US"/>
            </a:p>
          </p:txBody>
        </p:sp>
        <p:sp>
          <p:nvSpPr>
            <p:cNvPr id="552" name="Graphic 4">
              <a:extLst>
                <a:ext uri="{FF2B5EF4-FFF2-40B4-BE49-F238E27FC236}">
                  <a16:creationId xmlns:a16="http://schemas.microsoft.com/office/drawing/2014/main" id="{A7AA8DD0-BCF1-F14A-B380-A02BD7C0F53A}"/>
                </a:ext>
              </a:extLst>
            </p:cNvPr>
            <p:cNvSpPr/>
            <p:nvPr/>
          </p:nvSpPr>
          <p:spPr>
            <a:xfrm>
              <a:off x="10073735" y="1082247"/>
              <a:ext cx="25559" cy="25535"/>
            </a:xfrm>
            <a:custGeom>
              <a:avLst/>
              <a:gdLst>
                <a:gd name="connsiteX0" fmla="*/ 6390 w 25559"/>
                <a:gd name="connsiteY0" fmla="*/ 0 h 25535"/>
                <a:gd name="connsiteX1" fmla="*/ 19170 w 25559"/>
                <a:gd name="connsiteY1" fmla="*/ 0 h 25535"/>
                <a:gd name="connsiteX2" fmla="*/ 25560 w 25559"/>
                <a:gd name="connsiteY2" fmla="*/ 6384 h 25535"/>
                <a:gd name="connsiteX3" fmla="*/ 25560 w 25559"/>
                <a:gd name="connsiteY3" fmla="*/ 19152 h 25535"/>
                <a:gd name="connsiteX4" fmla="*/ 19170 w 25559"/>
                <a:gd name="connsiteY4" fmla="*/ 25536 h 25535"/>
                <a:gd name="connsiteX5" fmla="*/ 6390 w 25559"/>
                <a:gd name="connsiteY5" fmla="*/ 25536 h 25535"/>
                <a:gd name="connsiteX6" fmla="*/ 0 w 25559"/>
                <a:gd name="connsiteY6" fmla="*/ 19152 h 25535"/>
                <a:gd name="connsiteX7" fmla="*/ 0 w 25559"/>
                <a:gd name="connsiteY7" fmla="*/ 6384 h 25535"/>
                <a:gd name="connsiteX8" fmla="*/ 6390 w 25559"/>
                <a:gd name="connsiteY8" fmla="*/ 0 h 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559" h="25535">
                  <a:moveTo>
                    <a:pt x="6390" y="0"/>
                  </a:moveTo>
                  <a:lnTo>
                    <a:pt x="19170" y="0"/>
                  </a:lnTo>
                  <a:cubicBezTo>
                    <a:pt x="23004" y="0"/>
                    <a:pt x="25560" y="2554"/>
                    <a:pt x="25560" y="6384"/>
                  </a:cubicBezTo>
                  <a:lnTo>
                    <a:pt x="25560" y="19152"/>
                  </a:lnTo>
                  <a:cubicBezTo>
                    <a:pt x="25560" y="22982"/>
                    <a:pt x="23004" y="25536"/>
                    <a:pt x="19170" y="25536"/>
                  </a:cubicBezTo>
                  <a:lnTo>
                    <a:pt x="6390" y="25536"/>
                  </a:lnTo>
                  <a:cubicBezTo>
                    <a:pt x="2556" y="25536"/>
                    <a:pt x="0" y="22982"/>
                    <a:pt x="0" y="19152"/>
                  </a:cubicBezTo>
                  <a:lnTo>
                    <a:pt x="0" y="6384"/>
                  </a:lnTo>
                  <a:cubicBezTo>
                    <a:pt x="0" y="3192"/>
                    <a:pt x="2556" y="0"/>
                    <a:pt x="6390" y="0"/>
                  </a:cubicBezTo>
                  <a:close/>
                </a:path>
              </a:pathLst>
            </a:custGeom>
            <a:solidFill>
              <a:srgbClr val="00ABAB"/>
            </a:solidFill>
            <a:ln w="6390" cap="flat">
              <a:noFill/>
              <a:prstDash val="solid"/>
              <a:miter/>
            </a:ln>
          </p:spPr>
          <p:txBody>
            <a:bodyPr rtlCol="0" anchor="ctr"/>
            <a:lstStyle/>
            <a:p>
              <a:endParaRPr lang="en-US"/>
            </a:p>
          </p:txBody>
        </p:sp>
        <p:sp>
          <p:nvSpPr>
            <p:cNvPr id="553" name="Graphic 4">
              <a:extLst>
                <a:ext uri="{FF2B5EF4-FFF2-40B4-BE49-F238E27FC236}">
                  <a16:creationId xmlns:a16="http://schemas.microsoft.com/office/drawing/2014/main" id="{C4FE012E-48C8-724C-B25A-DFD983341D46}"/>
                </a:ext>
              </a:extLst>
            </p:cNvPr>
            <p:cNvSpPr/>
            <p:nvPr/>
          </p:nvSpPr>
          <p:spPr>
            <a:xfrm>
              <a:off x="10042425" y="1082247"/>
              <a:ext cx="25559" cy="25535"/>
            </a:xfrm>
            <a:custGeom>
              <a:avLst/>
              <a:gdLst>
                <a:gd name="connsiteX0" fmla="*/ 6390 w 25559"/>
                <a:gd name="connsiteY0" fmla="*/ 0 h 25535"/>
                <a:gd name="connsiteX1" fmla="*/ 19170 w 25559"/>
                <a:gd name="connsiteY1" fmla="*/ 0 h 25535"/>
                <a:gd name="connsiteX2" fmla="*/ 25560 w 25559"/>
                <a:gd name="connsiteY2" fmla="*/ 6384 h 25535"/>
                <a:gd name="connsiteX3" fmla="*/ 25560 w 25559"/>
                <a:gd name="connsiteY3" fmla="*/ 19152 h 25535"/>
                <a:gd name="connsiteX4" fmla="*/ 19170 w 25559"/>
                <a:gd name="connsiteY4" fmla="*/ 25536 h 25535"/>
                <a:gd name="connsiteX5" fmla="*/ 6390 w 25559"/>
                <a:gd name="connsiteY5" fmla="*/ 25536 h 25535"/>
                <a:gd name="connsiteX6" fmla="*/ 0 w 25559"/>
                <a:gd name="connsiteY6" fmla="*/ 19152 h 25535"/>
                <a:gd name="connsiteX7" fmla="*/ 0 w 25559"/>
                <a:gd name="connsiteY7" fmla="*/ 6384 h 25535"/>
                <a:gd name="connsiteX8" fmla="*/ 6390 w 25559"/>
                <a:gd name="connsiteY8" fmla="*/ 0 h 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559" h="25535">
                  <a:moveTo>
                    <a:pt x="6390" y="0"/>
                  </a:moveTo>
                  <a:lnTo>
                    <a:pt x="19170" y="0"/>
                  </a:lnTo>
                  <a:cubicBezTo>
                    <a:pt x="23004" y="0"/>
                    <a:pt x="25560" y="2554"/>
                    <a:pt x="25560" y="6384"/>
                  </a:cubicBezTo>
                  <a:lnTo>
                    <a:pt x="25560" y="19152"/>
                  </a:lnTo>
                  <a:cubicBezTo>
                    <a:pt x="25560" y="22982"/>
                    <a:pt x="23004" y="25536"/>
                    <a:pt x="19170" y="25536"/>
                  </a:cubicBezTo>
                  <a:lnTo>
                    <a:pt x="6390" y="25536"/>
                  </a:lnTo>
                  <a:cubicBezTo>
                    <a:pt x="2556" y="25536"/>
                    <a:pt x="0" y="22982"/>
                    <a:pt x="0" y="19152"/>
                  </a:cubicBezTo>
                  <a:lnTo>
                    <a:pt x="0" y="6384"/>
                  </a:lnTo>
                  <a:cubicBezTo>
                    <a:pt x="0" y="3192"/>
                    <a:pt x="3195" y="0"/>
                    <a:pt x="6390" y="0"/>
                  </a:cubicBezTo>
                  <a:close/>
                </a:path>
              </a:pathLst>
            </a:custGeom>
            <a:solidFill>
              <a:srgbClr val="00ABAB"/>
            </a:solidFill>
            <a:ln w="6390" cap="flat">
              <a:noFill/>
              <a:prstDash val="solid"/>
              <a:miter/>
            </a:ln>
          </p:spPr>
          <p:txBody>
            <a:bodyPr rtlCol="0" anchor="ctr"/>
            <a:lstStyle/>
            <a:p>
              <a:endParaRPr lang="en-US"/>
            </a:p>
          </p:txBody>
        </p:sp>
      </p:grpSp>
      <p:grpSp>
        <p:nvGrpSpPr>
          <p:cNvPr id="554" name="Graphic 4">
            <a:extLst>
              <a:ext uri="{FF2B5EF4-FFF2-40B4-BE49-F238E27FC236}">
                <a16:creationId xmlns:a16="http://schemas.microsoft.com/office/drawing/2014/main" id="{4D4ABC63-88C6-3547-93AC-E468CB01D690}"/>
              </a:ext>
            </a:extLst>
          </p:cNvPr>
          <p:cNvGrpSpPr>
            <a:grpSpLocks noChangeAspect="1"/>
          </p:cNvGrpSpPr>
          <p:nvPr/>
        </p:nvGrpSpPr>
        <p:grpSpPr>
          <a:xfrm>
            <a:off x="10326777" y="918179"/>
            <a:ext cx="361670" cy="361971"/>
            <a:chOff x="10326777" y="918179"/>
            <a:chExt cx="361670" cy="361971"/>
          </a:xfrm>
          <a:solidFill>
            <a:srgbClr val="00ABAB"/>
          </a:solidFill>
        </p:grpSpPr>
        <p:sp>
          <p:nvSpPr>
            <p:cNvPr id="555" name="Graphic 4">
              <a:extLst>
                <a:ext uri="{FF2B5EF4-FFF2-40B4-BE49-F238E27FC236}">
                  <a16:creationId xmlns:a16="http://schemas.microsoft.com/office/drawing/2014/main" id="{BF808434-C50A-384F-9CD7-DD4E5CE48CC6}"/>
                </a:ext>
              </a:extLst>
            </p:cNvPr>
            <p:cNvSpPr/>
            <p:nvPr/>
          </p:nvSpPr>
          <p:spPr>
            <a:xfrm>
              <a:off x="10485886" y="1169069"/>
              <a:ext cx="42173" cy="8937"/>
            </a:xfrm>
            <a:custGeom>
              <a:avLst/>
              <a:gdLst>
                <a:gd name="connsiteX0" fmla="*/ 42173 w 42173"/>
                <a:gd name="connsiteY0" fmla="*/ 0 h 8937"/>
                <a:gd name="connsiteX1" fmla="*/ 0 w 42173"/>
                <a:gd name="connsiteY1" fmla="*/ 0 h 8937"/>
                <a:gd name="connsiteX2" fmla="*/ 0 w 42173"/>
                <a:gd name="connsiteY2" fmla="*/ 8938 h 8937"/>
                <a:gd name="connsiteX3" fmla="*/ 42173 w 42173"/>
                <a:gd name="connsiteY3" fmla="*/ 8938 h 8937"/>
              </a:gdLst>
              <a:ahLst/>
              <a:cxnLst>
                <a:cxn ang="0">
                  <a:pos x="connsiteX0" y="connsiteY0"/>
                </a:cxn>
                <a:cxn ang="0">
                  <a:pos x="connsiteX1" y="connsiteY1"/>
                </a:cxn>
                <a:cxn ang="0">
                  <a:pos x="connsiteX2" y="connsiteY2"/>
                </a:cxn>
                <a:cxn ang="0">
                  <a:pos x="connsiteX3" y="connsiteY3"/>
                </a:cxn>
              </a:cxnLst>
              <a:rect l="l" t="t" r="r" b="b"/>
              <a:pathLst>
                <a:path w="42173" h="8937">
                  <a:moveTo>
                    <a:pt x="42173" y="0"/>
                  </a:moveTo>
                  <a:lnTo>
                    <a:pt x="0" y="0"/>
                  </a:lnTo>
                  <a:lnTo>
                    <a:pt x="0" y="8938"/>
                  </a:lnTo>
                  <a:lnTo>
                    <a:pt x="42173" y="8938"/>
                  </a:lnTo>
                  <a:close/>
                </a:path>
              </a:pathLst>
            </a:custGeom>
            <a:solidFill>
              <a:srgbClr val="00ABAB"/>
            </a:solidFill>
            <a:ln w="6390" cap="flat">
              <a:noFill/>
              <a:prstDash val="solid"/>
              <a:miter/>
            </a:ln>
          </p:spPr>
          <p:txBody>
            <a:bodyPr rtlCol="0" anchor="ctr"/>
            <a:lstStyle/>
            <a:p>
              <a:endParaRPr lang="en-US"/>
            </a:p>
          </p:txBody>
        </p:sp>
        <p:sp>
          <p:nvSpPr>
            <p:cNvPr id="556" name="Graphic 4">
              <a:extLst>
                <a:ext uri="{FF2B5EF4-FFF2-40B4-BE49-F238E27FC236}">
                  <a16:creationId xmlns:a16="http://schemas.microsoft.com/office/drawing/2014/main" id="{438B35F3-4137-8447-B35C-0592E73DD086}"/>
                </a:ext>
              </a:extLst>
            </p:cNvPr>
            <p:cNvSpPr/>
            <p:nvPr/>
          </p:nvSpPr>
          <p:spPr>
            <a:xfrm>
              <a:off x="10482052" y="1150556"/>
              <a:ext cx="49841" cy="5745"/>
            </a:xfrm>
            <a:custGeom>
              <a:avLst/>
              <a:gdLst>
                <a:gd name="connsiteX0" fmla="*/ 1917 w 49841"/>
                <a:gd name="connsiteY0" fmla="*/ 5746 h 5745"/>
                <a:gd name="connsiteX1" fmla="*/ 47925 w 49841"/>
                <a:gd name="connsiteY1" fmla="*/ 5746 h 5745"/>
                <a:gd name="connsiteX2" fmla="*/ 49841 w 49841"/>
                <a:gd name="connsiteY2" fmla="*/ 0 h 5745"/>
                <a:gd name="connsiteX3" fmla="*/ 0 w 49841"/>
                <a:gd name="connsiteY3" fmla="*/ 0 h 5745"/>
              </a:gdLst>
              <a:ahLst/>
              <a:cxnLst>
                <a:cxn ang="0">
                  <a:pos x="connsiteX0" y="connsiteY0"/>
                </a:cxn>
                <a:cxn ang="0">
                  <a:pos x="connsiteX1" y="connsiteY1"/>
                </a:cxn>
                <a:cxn ang="0">
                  <a:pos x="connsiteX2" y="connsiteY2"/>
                </a:cxn>
                <a:cxn ang="0">
                  <a:pos x="connsiteX3" y="connsiteY3"/>
                </a:cxn>
              </a:cxnLst>
              <a:rect l="l" t="t" r="r" b="b"/>
              <a:pathLst>
                <a:path w="49841" h="5745">
                  <a:moveTo>
                    <a:pt x="1917" y="5746"/>
                  </a:moveTo>
                  <a:lnTo>
                    <a:pt x="47925" y="5746"/>
                  </a:lnTo>
                  <a:lnTo>
                    <a:pt x="49841" y="0"/>
                  </a:lnTo>
                  <a:lnTo>
                    <a:pt x="0" y="0"/>
                  </a:lnTo>
                  <a:close/>
                </a:path>
              </a:pathLst>
            </a:custGeom>
            <a:solidFill>
              <a:srgbClr val="00ABAB"/>
            </a:solidFill>
            <a:ln w="6390" cap="flat">
              <a:noFill/>
              <a:prstDash val="solid"/>
              <a:miter/>
            </a:ln>
          </p:spPr>
          <p:txBody>
            <a:bodyPr rtlCol="0" anchor="ctr"/>
            <a:lstStyle/>
            <a:p>
              <a:endParaRPr lang="en-US"/>
            </a:p>
          </p:txBody>
        </p:sp>
        <p:sp>
          <p:nvSpPr>
            <p:cNvPr id="557" name="Graphic 4">
              <a:extLst>
                <a:ext uri="{FF2B5EF4-FFF2-40B4-BE49-F238E27FC236}">
                  <a16:creationId xmlns:a16="http://schemas.microsoft.com/office/drawing/2014/main" id="{BE3AEBD6-48B9-E14D-8AAC-07547A28D431}"/>
                </a:ext>
              </a:extLst>
            </p:cNvPr>
            <p:cNvSpPr/>
            <p:nvPr/>
          </p:nvSpPr>
          <p:spPr>
            <a:xfrm>
              <a:off x="10467355" y="990956"/>
              <a:ext cx="80513" cy="12129"/>
            </a:xfrm>
            <a:custGeom>
              <a:avLst/>
              <a:gdLst>
                <a:gd name="connsiteX0" fmla="*/ 80513 w 80513"/>
                <a:gd name="connsiteY0" fmla="*/ 12130 h 12129"/>
                <a:gd name="connsiteX1" fmla="*/ 80513 w 80513"/>
                <a:gd name="connsiteY1" fmla="*/ 10853 h 12129"/>
                <a:gd name="connsiteX2" fmla="*/ 70289 w 80513"/>
                <a:gd name="connsiteY2" fmla="*/ 638 h 12129"/>
                <a:gd name="connsiteX3" fmla="*/ 70289 w 80513"/>
                <a:gd name="connsiteY3" fmla="*/ 638 h 12129"/>
                <a:gd name="connsiteX4" fmla="*/ 10863 w 80513"/>
                <a:gd name="connsiteY4" fmla="*/ 0 h 12129"/>
                <a:gd name="connsiteX5" fmla="*/ 10863 w 80513"/>
                <a:gd name="connsiteY5" fmla="*/ 0 h 12129"/>
                <a:gd name="connsiteX6" fmla="*/ 3195 w 80513"/>
                <a:gd name="connsiteY6" fmla="*/ 3192 h 12129"/>
                <a:gd name="connsiteX7" fmla="*/ 0 w 80513"/>
                <a:gd name="connsiteY7" fmla="*/ 10853 h 12129"/>
                <a:gd name="connsiteX8" fmla="*/ 0 w 80513"/>
                <a:gd name="connsiteY8" fmla="*/ 12130 h 12129"/>
                <a:gd name="connsiteX9" fmla="*/ 80513 w 80513"/>
                <a:gd name="connsiteY9" fmla="*/ 12130 h 12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513" h="12129">
                  <a:moveTo>
                    <a:pt x="80513" y="12130"/>
                  </a:moveTo>
                  <a:lnTo>
                    <a:pt x="80513" y="10853"/>
                  </a:lnTo>
                  <a:cubicBezTo>
                    <a:pt x="80513" y="5107"/>
                    <a:pt x="76040" y="638"/>
                    <a:pt x="70289" y="638"/>
                  </a:cubicBezTo>
                  <a:cubicBezTo>
                    <a:pt x="70289" y="638"/>
                    <a:pt x="70289" y="638"/>
                    <a:pt x="70289" y="638"/>
                  </a:cubicBezTo>
                  <a:lnTo>
                    <a:pt x="10863" y="0"/>
                  </a:lnTo>
                  <a:lnTo>
                    <a:pt x="10863" y="0"/>
                  </a:lnTo>
                  <a:cubicBezTo>
                    <a:pt x="8307" y="0"/>
                    <a:pt x="5751" y="1277"/>
                    <a:pt x="3195" y="3192"/>
                  </a:cubicBezTo>
                  <a:cubicBezTo>
                    <a:pt x="1278" y="5107"/>
                    <a:pt x="0" y="7661"/>
                    <a:pt x="0" y="10853"/>
                  </a:cubicBezTo>
                  <a:lnTo>
                    <a:pt x="0" y="12130"/>
                  </a:lnTo>
                  <a:lnTo>
                    <a:pt x="80513" y="12130"/>
                  </a:lnTo>
                  <a:close/>
                </a:path>
              </a:pathLst>
            </a:custGeom>
            <a:solidFill>
              <a:srgbClr val="00ABAB"/>
            </a:solidFill>
            <a:ln w="6390" cap="flat">
              <a:noFill/>
              <a:prstDash val="solid"/>
              <a:miter/>
            </a:ln>
          </p:spPr>
          <p:txBody>
            <a:bodyPr rtlCol="0" anchor="ctr"/>
            <a:lstStyle/>
            <a:p>
              <a:endParaRPr lang="en-US"/>
            </a:p>
          </p:txBody>
        </p:sp>
        <p:sp>
          <p:nvSpPr>
            <p:cNvPr id="558" name="Graphic 4">
              <a:extLst>
                <a:ext uri="{FF2B5EF4-FFF2-40B4-BE49-F238E27FC236}">
                  <a16:creationId xmlns:a16="http://schemas.microsoft.com/office/drawing/2014/main" id="{A1FA61EC-EAB9-A444-8E0E-2E097649606C}"/>
                </a:ext>
              </a:extLst>
            </p:cNvPr>
            <p:cNvSpPr/>
            <p:nvPr/>
          </p:nvSpPr>
          <p:spPr>
            <a:xfrm>
              <a:off x="10466716" y="1015215"/>
              <a:ext cx="81151" cy="98313"/>
            </a:xfrm>
            <a:custGeom>
              <a:avLst/>
              <a:gdLst>
                <a:gd name="connsiteX0" fmla="*/ 81152 w 81151"/>
                <a:gd name="connsiteY0" fmla="*/ 638 h 98313"/>
                <a:gd name="connsiteX1" fmla="*/ 639 w 81151"/>
                <a:gd name="connsiteY1" fmla="*/ 0 h 98313"/>
                <a:gd name="connsiteX2" fmla="*/ 0 w 81151"/>
                <a:gd name="connsiteY2" fmla="*/ 97675 h 98313"/>
                <a:gd name="connsiteX3" fmla="*/ 80513 w 81151"/>
                <a:gd name="connsiteY3" fmla="*/ 98313 h 98313"/>
                <a:gd name="connsiteX4" fmla="*/ 81152 w 81151"/>
                <a:gd name="connsiteY4" fmla="*/ 638 h 98313"/>
                <a:gd name="connsiteX5" fmla="*/ 38978 w 81151"/>
                <a:gd name="connsiteY5" fmla="*/ 86184 h 98313"/>
                <a:gd name="connsiteX6" fmla="*/ 32589 w 81151"/>
                <a:gd name="connsiteY6" fmla="*/ 92568 h 98313"/>
                <a:gd name="connsiteX7" fmla="*/ 19809 w 81151"/>
                <a:gd name="connsiteY7" fmla="*/ 92568 h 98313"/>
                <a:gd name="connsiteX8" fmla="*/ 13419 w 81151"/>
                <a:gd name="connsiteY8" fmla="*/ 86184 h 98313"/>
                <a:gd name="connsiteX9" fmla="*/ 13419 w 81151"/>
                <a:gd name="connsiteY9" fmla="*/ 73416 h 98313"/>
                <a:gd name="connsiteX10" fmla="*/ 19809 w 81151"/>
                <a:gd name="connsiteY10" fmla="*/ 67032 h 98313"/>
                <a:gd name="connsiteX11" fmla="*/ 32589 w 81151"/>
                <a:gd name="connsiteY11" fmla="*/ 67032 h 98313"/>
                <a:gd name="connsiteX12" fmla="*/ 38978 w 81151"/>
                <a:gd name="connsiteY12" fmla="*/ 73416 h 98313"/>
                <a:gd name="connsiteX13" fmla="*/ 38978 w 81151"/>
                <a:gd name="connsiteY13" fmla="*/ 86184 h 98313"/>
                <a:gd name="connsiteX14" fmla="*/ 38978 w 81151"/>
                <a:gd name="connsiteY14" fmla="*/ 55541 h 98313"/>
                <a:gd name="connsiteX15" fmla="*/ 32589 w 81151"/>
                <a:gd name="connsiteY15" fmla="*/ 61925 h 98313"/>
                <a:gd name="connsiteX16" fmla="*/ 19809 w 81151"/>
                <a:gd name="connsiteY16" fmla="*/ 61925 h 98313"/>
                <a:gd name="connsiteX17" fmla="*/ 13419 w 81151"/>
                <a:gd name="connsiteY17" fmla="*/ 55541 h 98313"/>
                <a:gd name="connsiteX18" fmla="*/ 13419 w 81151"/>
                <a:gd name="connsiteY18" fmla="*/ 42773 h 98313"/>
                <a:gd name="connsiteX19" fmla="*/ 19809 w 81151"/>
                <a:gd name="connsiteY19" fmla="*/ 36389 h 98313"/>
                <a:gd name="connsiteX20" fmla="*/ 32589 w 81151"/>
                <a:gd name="connsiteY20" fmla="*/ 36389 h 98313"/>
                <a:gd name="connsiteX21" fmla="*/ 38978 w 81151"/>
                <a:gd name="connsiteY21" fmla="*/ 42773 h 98313"/>
                <a:gd name="connsiteX22" fmla="*/ 38978 w 81151"/>
                <a:gd name="connsiteY22" fmla="*/ 55541 h 98313"/>
                <a:gd name="connsiteX23" fmla="*/ 38978 w 81151"/>
                <a:gd name="connsiteY23" fmla="*/ 24898 h 98313"/>
                <a:gd name="connsiteX24" fmla="*/ 32589 w 81151"/>
                <a:gd name="connsiteY24" fmla="*/ 31282 h 98313"/>
                <a:gd name="connsiteX25" fmla="*/ 19809 w 81151"/>
                <a:gd name="connsiteY25" fmla="*/ 31282 h 98313"/>
                <a:gd name="connsiteX26" fmla="*/ 13419 w 81151"/>
                <a:gd name="connsiteY26" fmla="*/ 24898 h 98313"/>
                <a:gd name="connsiteX27" fmla="*/ 13419 w 81151"/>
                <a:gd name="connsiteY27" fmla="*/ 12130 h 98313"/>
                <a:gd name="connsiteX28" fmla="*/ 19809 w 81151"/>
                <a:gd name="connsiteY28" fmla="*/ 5746 h 98313"/>
                <a:gd name="connsiteX29" fmla="*/ 32589 w 81151"/>
                <a:gd name="connsiteY29" fmla="*/ 5746 h 98313"/>
                <a:gd name="connsiteX30" fmla="*/ 38978 w 81151"/>
                <a:gd name="connsiteY30" fmla="*/ 12130 h 98313"/>
                <a:gd name="connsiteX31" fmla="*/ 38978 w 81151"/>
                <a:gd name="connsiteY31" fmla="*/ 24898 h 98313"/>
                <a:gd name="connsiteX32" fmla="*/ 70289 w 81151"/>
                <a:gd name="connsiteY32" fmla="*/ 86184 h 98313"/>
                <a:gd name="connsiteX33" fmla="*/ 63899 w 81151"/>
                <a:gd name="connsiteY33" fmla="*/ 92568 h 98313"/>
                <a:gd name="connsiteX34" fmla="*/ 51119 w 81151"/>
                <a:gd name="connsiteY34" fmla="*/ 92568 h 98313"/>
                <a:gd name="connsiteX35" fmla="*/ 44730 w 81151"/>
                <a:gd name="connsiteY35" fmla="*/ 86184 h 98313"/>
                <a:gd name="connsiteX36" fmla="*/ 44730 w 81151"/>
                <a:gd name="connsiteY36" fmla="*/ 73416 h 98313"/>
                <a:gd name="connsiteX37" fmla="*/ 51119 w 81151"/>
                <a:gd name="connsiteY37" fmla="*/ 67032 h 98313"/>
                <a:gd name="connsiteX38" fmla="*/ 63899 w 81151"/>
                <a:gd name="connsiteY38" fmla="*/ 67032 h 98313"/>
                <a:gd name="connsiteX39" fmla="*/ 70289 w 81151"/>
                <a:gd name="connsiteY39" fmla="*/ 73416 h 98313"/>
                <a:gd name="connsiteX40" fmla="*/ 70289 w 81151"/>
                <a:gd name="connsiteY40" fmla="*/ 86184 h 98313"/>
                <a:gd name="connsiteX41" fmla="*/ 70289 w 81151"/>
                <a:gd name="connsiteY41" fmla="*/ 55541 h 98313"/>
                <a:gd name="connsiteX42" fmla="*/ 63899 w 81151"/>
                <a:gd name="connsiteY42" fmla="*/ 61925 h 98313"/>
                <a:gd name="connsiteX43" fmla="*/ 51119 w 81151"/>
                <a:gd name="connsiteY43" fmla="*/ 61925 h 98313"/>
                <a:gd name="connsiteX44" fmla="*/ 44730 w 81151"/>
                <a:gd name="connsiteY44" fmla="*/ 55541 h 98313"/>
                <a:gd name="connsiteX45" fmla="*/ 44730 w 81151"/>
                <a:gd name="connsiteY45" fmla="*/ 42773 h 98313"/>
                <a:gd name="connsiteX46" fmla="*/ 51119 w 81151"/>
                <a:gd name="connsiteY46" fmla="*/ 36389 h 98313"/>
                <a:gd name="connsiteX47" fmla="*/ 63899 w 81151"/>
                <a:gd name="connsiteY47" fmla="*/ 36389 h 98313"/>
                <a:gd name="connsiteX48" fmla="*/ 70289 w 81151"/>
                <a:gd name="connsiteY48" fmla="*/ 42773 h 98313"/>
                <a:gd name="connsiteX49" fmla="*/ 70289 w 81151"/>
                <a:gd name="connsiteY49" fmla="*/ 55541 h 98313"/>
                <a:gd name="connsiteX50" fmla="*/ 63899 w 81151"/>
                <a:gd name="connsiteY50" fmla="*/ 31282 h 98313"/>
                <a:gd name="connsiteX51" fmla="*/ 51119 w 81151"/>
                <a:gd name="connsiteY51" fmla="*/ 31282 h 98313"/>
                <a:gd name="connsiteX52" fmla="*/ 44730 w 81151"/>
                <a:gd name="connsiteY52" fmla="*/ 24898 h 98313"/>
                <a:gd name="connsiteX53" fmla="*/ 44730 w 81151"/>
                <a:gd name="connsiteY53" fmla="*/ 12130 h 98313"/>
                <a:gd name="connsiteX54" fmla="*/ 51119 w 81151"/>
                <a:gd name="connsiteY54" fmla="*/ 5746 h 98313"/>
                <a:gd name="connsiteX55" fmla="*/ 63899 w 81151"/>
                <a:gd name="connsiteY55" fmla="*/ 5746 h 98313"/>
                <a:gd name="connsiteX56" fmla="*/ 70289 w 81151"/>
                <a:gd name="connsiteY56" fmla="*/ 12130 h 98313"/>
                <a:gd name="connsiteX57" fmla="*/ 70289 w 81151"/>
                <a:gd name="connsiteY57" fmla="*/ 24898 h 98313"/>
                <a:gd name="connsiteX58" fmla="*/ 63899 w 81151"/>
                <a:gd name="connsiteY58" fmla="*/ 31282 h 98313"/>
                <a:gd name="connsiteX59" fmla="*/ 63899 w 81151"/>
                <a:gd name="connsiteY59" fmla="*/ 31282 h 98313"/>
                <a:gd name="connsiteX60" fmla="*/ 63899 w 81151"/>
                <a:gd name="connsiteY60" fmla="*/ 31282 h 9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81151" h="98313">
                  <a:moveTo>
                    <a:pt x="81152" y="638"/>
                  </a:moveTo>
                  <a:lnTo>
                    <a:pt x="639" y="0"/>
                  </a:lnTo>
                  <a:lnTo>
                    <a:pt x="0" y="97675"/>
                  </a:lnTo>
                  <a:lnTo>
                    <a:pt x="80513" y="98313"/>
                  </a:lnTo>
                  <a:lnTo>
                    <a:pt x="81152" y="638"/>
                  </a:lnTo>
                  <a:close/>
                  <a:moveTo>
                    <a:pt x="38978" y="86184"/>
                  </a:moveTo>
                  <a:cubicBezTo>
                    <a:pt x="38978" y="90014"/>
                    <a:pt x="36422" y="92568"/>
                    <a:pt x="32589" y="92568"/>
                  </a:cubicBezTo>
                  <a:lnTo>
                    <a:pt x="19809" y="92568"/>
                  </a:lnTo>
                  <a:cubicBezTo>
                    <a:pt x="15975" y="92568"/>
                    <a:pt x="13419" y="90014"/>
                    <a:pt x="13419" y="86184"/>
                  </a:cubicBezTo>
                  <a:lnTo>
                    <a:pt x="13419" y="73416"/>
                  </a:lnTo>
                  <a:cubicBezTo>
                    <a:pt x="13419" y="69585"/>
                    <a:pt x="15975" y="67032"/>
                    <a:pt x="19809" y="67032"/>
                  </a:cubicBezTo>
                  <a:lnTo>
                    <a:pt x="32589" y="67032"/>
                  </a:lnTo>
                  <a:cubicBezTo>
                    <a:pt x="36422" y="67032"/>
                    <a:pt x="38978" y="69585"/>
                    <a:pt x="38978" y="73416"/>
                  </a:cubicBezTo>
                  <a:lnTo>
                    <a:pt x="38978" y="86184"/>
                  </a:lnTo>
                  <a:close/>
                  <a:moveTo>
                    <a:pt x="38978" y="55541"/>
                  </a:moveTo>
                  <a:cubicBezTo>
                    <a:pt x="38978" y="59371"/>
                    <a:pt x="36422" y="61925"/>
                    <a:pt x="32589" y="61925"/>
                  </a:cubicBezTo>
                  <a:lnTo>
                    <a:pt x="19809" y="61925"/>
                  </a:lnTo>
                  <a:cubicBezTo>
                    <a:pt x="15975" y="61925"/>
                    <a:pt x="13419" y="59371"/>
                    <a:pt x="13419" y="55541"/>
                  </a:cubicBezTo>
                  <a:lnTo>
                    <a:pt x="13419" y="42773"/>
                  </a:lnTo>
                  <a:cubicBezTo>
                    <a:pt x="13419" y="38942"/>
                    <a:pt x="15975" y="36389"/>
                    <a:pt x="19809" y="36389"/>
                  </a:cubicBezTo>
                  <a:lnTo>
                    <a:pt x="32589" y="36389"/>
                  </a:lnTo>
                  <a:cubicBezTo>
                    <a:pt x="36422" y="36389"/>
                    <a:pt x="38978" y="38942"/>
                    <a:pt x="38978" y="42773"/>
                  </a:cubicBezTo>
                  <a:lnTo>
                    <a:pt x="38978" y="55541"/>
                  </a:lnTo>
                  <a:close/>
                  <a:moveTo>
                    <a:pt x="38978" y="24898"/>
                  </a:moveTo>
                  <a:cubicBezTo>
                    <a:pt x="38978" y="28728"/>
                    <a:pt x="36422" y="31282"/>
                    <a:pt x="32589" y="31282"/>
                  </a:cubicBezTo>
                  <a:lnTo>
                    <a:pt x="19809" y="31282"/>
                  </a:lnTo>
                  <a:cubicBezTo>
                    <a:pt x="15975" y="31282"/>
                    <a:pt x="13419" y="28728"/>
                    <a:pt x="13419" y="24898"/>
                  </a:cubicBezTo>
                  <a:lnTo>
                    <a:pt x="13419" y="12130"/>
                  </a:lnTo>
                  <a:cubicBezTo>
                    <a:pt x="13419" y="8299"/>
                    <a:pt x="15975" y="5746"/>
                    <a:pt x="19809" y="5746"/>
                  </a:cubicBezTo>
                  <a:lnTo>
                    <a:pt x="32589" y="5746"/>
                  </a:lnTo>
                  <a:cubicBezTo>
                    <a:pt x="36422" y="5746"/>
                    <a:pt x="38978" y="8299"/>
                    <a:pt x="38978" y="12130"/>
                  </a:cubicBezTo>
                  <a:lnTo>
                    <a:pt x="38978" y="24898"/>
                  </a:lnTo>
                  <a:close/>
                  <a:moveTo>
                    <a:pt x="70289" y="86184"/>
                  </a:moveTo>
                  <a:cubicBezTo>
                    <a:pt x="70289" y="90014"/>
                    <a:pt x="67733" y="92568"/>
                    <a:pt x="63899" y="92568"/>
                  </a:cubicBezTo>
                  <a:lnTo>
                    <a:pt x="51119" y="92568"/>
                  </a:lnTo>
                  <a:cubicBezTo>
                    <a:pt x="47286" y="92568"/>
                    <a:pt x="44730" y="90014"/>
                    <a:pt x="44730" y="86184"/>
                  </a:cubicBezTo>
                  <a:lnTo>
                    <a:pt x="44730" y="73416"/>
                  </a:lnTo>
                  <a:cubicBezTo>
                    <a:pt x="44730" y="69585"/>
                    <a:pt x="47286" y="67032"/>
                    <a:pt x="51119" y="67032"/>
                  </a:cubicBezTo>
                  <a:lnTo>
                    <a:pt x="63899" y="67032"/>
                  </a:lnTo>
                  <a:cubicBezTo>
                    <a:pt x="67733" y="67032"/>
                    <a:pt x="70289" y="69585"/>
                    <a:pt x="70289" y="73416"/>
                  </a:cubicBezTo>
                  <a:lnTo>
                    <a:pt x="70289" y="86184"/>
                  </a:lnTo>
                  <a:close/>
                  <a:moveTo>
                    <a:pt x="70289" y="55541"/>
                  </a:moveTo>
                  <a:cubicBezTo>
                    <a:pt x="70289" y="59371"/>
                    <a:pt x="67733" y="61925"/>
                    <a:pt x="63899" y="61925"/>
                  </a:cubicBezTo>
                  <a:lnTo>
                    <a:pt x="51119" y="61925"/>
                  </a:lnTo>
                  <a:cubicBezTo>
                    <a:pt x="47286" y="61925"/>
                    <a:pt x="44730" y="59371"/>
                    <a:pt x="44730" y="55541"/>
                  </a:cubicBezTo>
                  <a:lnTo>
                    <a:pt x="44730" y="42773"/>
                  </a:lnTo>
                  <a:cubicBezTo>
                    <a:pt x="44730" y="38942"/>
                    <a:pt x="47286" y="36389"/>
                    <a:pt x="51119" y="36389"/>
                  </a:cubicBezTo>
                  <a:lnTo>
                    <a:pt x="63899" y="36389"/>
                  </a:lnTo>
                  <a:cubicBezTo>
                    <a:pt x="67733" y="36389"/>
                    <a:pt x="70289" y="38942"/>
                    <a:pt x="70289" y="42773"/>
                  </a:cubicBezTo>
                  <a:lnTo>
                    <a:pt x="70289" y="55541"/>
                  </a:lnTo>
                  <a:close/>
                  <a:moveTo>
                    <a:pt x="63899" y="31282"/>
                  </a:moveTo>
                  <a:lnTo>
                    <a:pt x="51119" y="31282"/>
                  </a:lnTo>
                  <a:cubicBezTo>
                    <a:pt x="47286" y="31282"/>
                    <a:pt x="44730" y="28728"/>
                    <a:pt x="44730" y="24898"/>
                  </a:cubicBezTo>
                  <a:lnTo>
                    <a:pt x="44730" y="12130"/>
                  </a:lnTo>
                  <a:cubicBezTo>
                    <a:pt x="44730" y="8299"/>
                    <a:pt x="47286" y="5746"/>
                    <a:pt x="51119" y="5746"/>
                  </a:cubicBezTo>
                  <a:lnTo>
                    <a:pt x="63899" y="5746"/>
                  </a:lnTo>
                  <a:cubicBezTo>
                    <a:pt x="67733" y="5746"/>
                    <a:pt x="70289" y="8299"/>
                    <a:pt x="70289" y="12130"/>
                  </a:cubicBezTo>
                  <a:lnTo>
                    <a:pt x="70289" y="24898"/>
                  </a:lnTo>
                  <a:cubicBezTo>
                    <a:pt x="70289" y="28728"/>
                    <a:pt x="67733" y="31282"/>
                    <a:pt x="63899" y="31282"/>
                  </a:cubicBezTo>
                  <a:cubicBezTo>
                    <a:pt x="63899" y="31282"/>
                    <a:pt x="63899" y="31282"/>
                    <a:pt x="63899" y="31282"/>
                  </a:cubicBezTo>
                  <a:lnTo>
                    <a:pt x="63899" y="31282"/>
                  </a:lnTo>
                  <a:close/>
                </a:path>
              </a:pathLst>
            </a:custGeom>
            <a:solidFill>
              <a:srgbClr val="00ABAB"/>
            </a:solidFill>
            <a:ln w="6390" cap="flat">
              <a:noFill/>
              <a:prstDash val="solid"/>
              <a:miter/>
            </a:ln>
          </p:spPr>
          <p:txBody>
            <a:bodyPr rtlCol="0" anchor="ctr"/>
            <a:lstStyle/>
            <a:p>
              <a:endParaRPr lang="en-US"/>
            </a:p>
          </p:txBody>
        </p:sp>
        <p:sp>
          <p:nvSpPr>
            <p:cNvPr id="559" name="Graphic 4">
              <a:extLst>
                <a:ext uri="{FF2B5EF4-FFF2-40B4-BE49-F238E27FC236}">
                  <a16:creationId xmlns:a16="http://schemas.microsoft.com/office/drawing/2014/main" id="{981DB4F4-E91A-4949-A41E-338BACF65BFE}"/>
                </a:ext>
              </a:extLst>
            </p:cNvPr>
            <p:cNvSpPr/>
            <p:nvPr/>
          </p:nvSpPr>
          <p:spPr>
            <a:xfrm>
              <a:off x="10494832" y="1213119"/>
              <a:ext cx="23003" cy="7022"/>
            </a:xfrm>
            <a:custGeom>
              <a:avLst/>
              <a:gdLst>
                <a:gd name="connsiteX0" fmla="*/ 0 w 23003"/>
                <a:gd name="connsiteY0" fmla="*/ 0 h 7022"/>
                <a:gd name="connsiteX1" fmla="*/ 0 w 23003"/>
                <a:gd name="connsiteY1" fmla="*/ 3830 h 7022"/>
                <a:gd name="connsiteX2" fmla="*/ 0 w 23003"/>
                <a:gd name="connsiteY2" fmla="*/ 7022 h 7022"/>
                <a:gd name="connsiteX3" fmla="*/ 23004 w 23003"/>
                <a:gd name="connsiteY3" fmla="*/ 7022 h 7022"/>
                <a:gd name="connsiteX4" fmla="*/ 23004 w 23003"/>
                <a:gd name="connsiteY4" fmla="*/ 3830 h 7022"/>
                <a:gd name="connsiteX5" fmla="*/ 23004 w 23003"/>
                <a:gd name="connsiteY5" fmla="*/ 0 h 7022"/>
                <a:gd name="connsiteX6" fmla="*/ 0 w 23003"/>
                <a:gd name="connsiteY6" fmla="*/ 0 h 7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03" h="7022">
                  <a:moveTo>
                    <a:pt x="0" y="0"/>
                  </a:moveTo>
                  <a:lnTo>
                    <a:pt x="0" y="3830"/>
                  </a:lnTo>
                  <a:cubicBezTo>
                    <a:pt x="0" y="5107"/>
                    <a:pt x="0" y="6384"/>
                    <a:pt x="0" y="7022"/>
                  </a:cubicBezTo>
                  <a:lnTo>
                    <a:pt x="23004" y="7022"/>
                  </a:lnTo>
                  <a:cubicBezTo>
                    <a:pt x="23004" y="5746"/>
                    <a:pt x="23004" y="4469"/>
                    <a:pt x="23004" y="3830"/>
                  </a:cubicBezTo>
                  <a:lnTo>
                    <a:pt x="23004" y="0"/>
                  </a:lnTo>
                  <a:lnTo>
                    <a:pt x="0" y="0"/>
                  </a:lnTo>
                  <a:close/>
                </a:path>
              </a:pathLst>
            </a:custGeom>
            <a:solidFill>
              <a:srgbClr val="00ABAB"/>
            </a:solidFill>
            <a:ln w="6390" cap="flat">
              <a:noFill/>
              <a:prstDash val="solid"/>
              <a:miter/>
            </a:ln>
          </p:spPr>
          <p:txBody>
            <a:bodyPr rtlCol="0" anchor="ctr"/>
            <a:lstStyle/>
            <a:p>
              <a:endParaRPr lang="en-US"/>
            </a:p>
          </p:txBody>
        </p:sp>
        <p:sp>
          <p:nvSpPr>
            <p:cNvPr id="560" name="Graphic 4">
              <a:extLst>
                <a:ext uri="{FF2B5EF4-FFF2-40B4-BE49-F238E27FC236}">
                  <a16:creationId xmlns:a16="http://schemas.microsoft.com/office/drawing/2014/main" id="{FB78B12A-6E54-6E48-8C56-16670DBE8906}"/>
                </a:ext>
              </a:extLst>
            </p:cNvPr>
            <p:cNvSpPr/>
            <p:nvPr/>
          </p:nvSpPr>
          <p:spPr>
            <a:xfrm>
              <a:off x="10326777" y="918179"/>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233872 w 361670"/>
                <a:gd name="connsiteY6" fmla="*/ 91291 h 361971"/>
                <a:gd name="connsiteX7" fmla="*/ 233872 w 361670"/>
                <a:gd name="connsiteY7" fmla="*/ 91291 h 361971"/>
                <a:gd name="connsiteX8" fmla="*/ 233233 w 361670"/>
                <a:gd name="connsiteY8" fmla="*/ 209395 h 361971"/>
                <a:gd name="connsiteX9" fmla="*/ 226204 w 361670"/>
                <a:gd name="connsiteY9" fmla="*/ 225993 h 361971"/>
                <a:gd name="connsiteX10" fmla="*/ 218536 w 361670"/>
                <a:gd name="connsiteY10" fmla="*/ 231100 h 361971"/>
                <a:gd name="connsiteX11" fmla="*/ 213424 w 361670"/>
                <a:gd name="connsiteY11" fmla="*/ 245783 h 361971"/>
                <a:gd name="connsiteX12" fmla="*/ 213424 w 361670"/>
                <a:gd name="connsiteY12" fmla="*/ 266850 h 361971"/>
                <a:gd name="connsiteX13" fmla="*/ 211507 w 361670"/>
                <a:gd name="connsiteY13" fmla="*/ 271319 h 361971"/>
                <a:gd name="connsiteX14" fmla="*/ 207034 w 361670"/>
                <a:gd name="connsiteY14" fmla="*/ 273234 h 361971"/>
                <a:gd name="connsiteX15" fmla="*/ 203200 w 361670"/>
                <a:gd name="connsiteY15" fmla="*/ 273234 h 361971"/>
                <a:gd name="connsiteX16" fmla="*/ 203200 w 361670"/>
                <a:gd name="connsiteY16" fmla="*/ 298770 h 361971"/>
                <a:gd name="connsiteX17" fmla="*/ 199367 w 361670"/>
                <a:gd name="connsiteY17" fmla="*/ 312177 h 361971"/>
                <a:gd name="connsiteX18" fmla="*/ 192977 w 361670"/>
                <a:gd name="connsiteY18" fmla="*/ 314730 h 361971"/>
                <a:gd name="connsiteX19" fmla="*/ 192977 w 361670"/>
                <a:gd name="connsiteY19" fmla="*/ 314730 h 361971"/>
                <a:gd name="connsiteX20" fmla="*/ 164861 w 361670"/>
                <a:gd name="connsiteY20" fmla="*/ 314730 h 361971"/>
                <a:gd name="connsiteX21" fmla="*/ 154637 w 361670"/>
                <a:gd name="connsiteY21" fmla="*/ 298770 h 361971"/>
                <a:gd name="connsiteX22" fmla="*/ 154637 w 361670"/>
                <a:gd name="connsiteY22" fmla="*/ 288556 h 361971"/>
                <a:gd name="connsiteX23" fmla="*/ 154637 w 361670"/>
                <a:gd name="connsiteY23" fmla="*/ 288556 h 361971"/>
                <a:gd name="connsiteX24" fmla="*/ 154637 w 361670"/>
                <a:gd name="connsiteY24" fmla="*/ 273234 h 361971"/>
                <a:gd name="connsiteX25" fmla="*/ 151442 w 361670"/>
                <a:gd name="connsiteY25" fmla="*/ 273234 h 361971"/>
                <a:gd name="connsiteX26" fmla="*/ 145052 w 361670"/>
                <a:gd name="connsiteY26" fmla="*/ 266850 h 361971"/>
                <a:gd name="connsiteX27" fmla="*/ 145052 w 361670"/>
                <a:gd name="connsiteY27" fmla="*/ 245783 h 361971"/>
                <a:gd name="connsiteX28" fmla="*/ 139940 w 361670"/>
                <a:gd name="connsiteY28" fmla="*/ 230462 h 361971"/>
                <a:gd name="connsiteX29" fmla="*/ 125882 w 361670"/>
                <a:gd name="connsiteY29" fmla="*/ 208756 h 361971"/>
                <a:gd name="connsiteX30" fmla="*/ 125882 w 361670"/>
                <a:gd name="connsiteY30" fmla="*/ 201095 h 361971"/>
                <a:gd name="connsiteX31" fmla="*/ 125882 w 361670"/>
                <a:gd name="connsiteY31" fmla="*/ 201095 h 361971"/>
                <a:gd name="connsiteX32" fmla="*/ 126521 w 361670"/>
                <a:gd name="connsiteY32" fmla="*/ 82992 h 361971"/>
                <a:gd name="connsiteX33" fmla="*/ 149525 w 361670"/>
                <a:gd name="connsiteY33" fmla="*/ 60009 h 361971"/>
                <a:gd name="connsiteX34" fmla="*/ 149525 w 361670"/>
                <a:gd name="connsiteY34" fmla="*/ 60009 h 361971"/>
                <a:gd name="connsiteX35" fmla="*/ 208951 w 361670"/>
                <a:gd name="connsiteY35" fmla="*/ 60648 h 361971"/>
                <a:gd name="connsiteX36" fmla="*/ 231955 w 361670"/>
                <a:gd name="connsiteY36" fmla="*/ 84269 h 361971"/>
                <a:gd name="connsiteX37" fmla="*/ 233872 w 361670"/>
                <a:gd name="connsiteY37" fmla="*/ 91291 h 361971"/>
                <a:gd name="connsiteX38" fmla="*/ 233872 w 361670"/>
                <a:gd name="connsiteY38" fmla="*/ 9129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1670" h="361971">
                  <a:moveTo>
                    <a:pt x="180836" y="0"/>
                  </a:moveTo>
                  <a:cubicBezTo>
                    <a:pt x="80513" y="0"/>
                    <a:pt x="0" y="81077"/>
                    <a:pt x="0" y="180667"/>
                  </a:cubicBezTo>
                  <a:cubicBezTo>
                    <a:pt x="0" y="280895"/>
                    <a:pt x="81153" y="361972"/>
                    <a:pt x="180836" y="361972"/>
                  </a:cubicBezTo>
                  <a:cubicBezTo>
                    <a:pt x="281157" y="361972"/>
                    <a:pt x="361670" y="280895"/>
                    <a:pt x="361670" y="181305"/>
                  </a:cubicBezTo>
                  <a:lnTo>
                    <a:pt x="361670" y="181305"/>
                  </a:lnTo>
                  <a:cubicBezTo>
                    <a:pt x="361670" y="81077"/>
                    <a:pt x="280518" y="0"/>
                    <a:pt x="180836" y="0"/>
                  </a:cubicBezTo>
                  <a:close/>
                  <a:moveTo>
                    <a:pt x="233872" y="91291"/>
                  </a:moveTo>
                  <a:lnTo>
                    <a:pt x="233872" y="91291"/>
                  </a:lnTo>
                  <a:lnTo>
                    <a:pt x="233233" y="209395"/>
                  </a:lnTo>
                  <a:cubicBezTo>
                    <a:pt x="233233" y="215779"/>
                    <a:pt x="230677" y="221524"/>
                    <a:pt x="226204" y="225993"/>
                  </a:cubicBezTo>
                  <a:cubicBezTo>
                    <a:pt x="224287" y="227908"/>
                    <a:pt x="221731" y="229823"/>
                    <a:pt x="218536" y="231100"/>
                  </a:cubicBezTo>
                  <a:lnTo>
                    <a:pt x="213424" y="245783"/>
                  </a:lnTo>
                  <a:lnTo>
                    <a:pt x="213424" y="266850"/>
                  </a:lnTo>
                  <a:cubicBezTo>
                    <a:pt x="213424" y="268766"/>
                    <a:pt x="212785" y="270042"/>
                    <a:pt x="211507" y="271319"/>
                  </a:cubicBezTo>
                  <a:cubicBezTo>
                    <a:pt x="210229" y="272596"/>
                    <a:pt x="208951" y="273234"/>
                    <a:pt x="207034" y="273234"/>
                  </a:cubicBezTo>
                  <a:lnTo>
                    <a:pt x="203200" y="273234"/>
                  </a:lnTo>
                  <a:lnTo>
                    <a:pt x="203200" y="298770"/>
                  </a:lnTo>
                  <a:cubicBezTo>
                    <a:pt x="203839" y="303878"/>
                    <a:pt x="202561" y="308346"/>
                    <a:pt x="199367" y="312177"/>
                  </a:cubicBezTo>
                  <a:cubicBezTo>
                    <a:pt x="197449" y="314092"/>
                    <a:pt x="195532" y="314730"/>
                    <a:pt x="192977" y="314730"/>
                  </a:cubicBezTo>
                  <a:lnTo>
                    <a:pt x="192977" y="314730"/>
                  </a:lnTo>
                  <a:lnTo>
                    <a:pt x="164861" y="314730"/>
                  </a:lnTo>
                  <a:cubicBezTo>
                    <a:pt x="159748" y="314730"/>
                    <a:pt x="154637" y="312177"/>
                    <a:pt x="154637" y="298770"/>
                  </a:cubicBezTo>
                  <a:lnTo>
                    <a:pt x="154637" y="288556"/>
                  </a:lnTo>
                  <a:lnTo>
                    <a:pt x="154637" y="288556"/>
                  </a:lnTo>
                  <a:lnTo>
                    <a:pt x="154637" y="273234"/>
                  </a:lnTo>
                  <a:lnTo>
                    <a:pt x="151442" y="273234"/>
                  </a:lnTo>
                  <a:cubicBezTo>
                    <a:pt x="147607" y="273234"/>
                    <a:pt x="145052" y="270681"/>
                    <a:pt x="145052" y="266850"/>
                  </a:cubicBezTo>
                  <a:lnTo>
                    <a:pt x="145052" y="245783"/>
                  </a:lnTo>
                  <a:lnTo>
                    <a:pt x="139940" y="230462"/>
                  </a:lnTo>
                  <a:cubicBezTo>
                    <a:pt x="131633" y="226631"/>
                    <a:pt x="125882" y="218332"/>
                    <a:pt x="125882" y="208756"/>
                  </a:cubicBezTo>
                  <a:lnTo>
                    <a:pt x="125882" y="201095"/>
                  </a:lnTo>
                  <a:lnTo>
                    <a:pt x="125882" y="201095"/>
                  </a:lnTo>
                  <a:lnTo>
                    <a:pt x="126521" y="82992"/>
                  </a:lnTo>
                  <a:cubicBezTo>
                    <a:pt x="126521" y="70224"/>
                    <a:pt x="136745" y="60009"/>
                    <a:pt x="149525" y="60009"/>
                  </a:cubicBezTo>
                  <a:lnTo>
                    <a:pt x="149525" y="60009"/>
                  </a:lnTo>
                  <a:lnTo>
                    <a:pt x="208951" y="60648"/>
                  </a:lnTo>
                  <a:cubicBezTo>
                    <a:pt x="221731" y="60648"/>
                    <a:pt x="231955" y="70862"/>
                    <a:pt x="231955" y="84269"/>
                  </a:cubicBezTo>
                  <a:lnTo>
                    <a:pt x="233872" y="91291"/>
                  </a:lnTo>
                  <a:lnTo>
                    <a:pt x="233872" y="91291"/>
                  </a:lnTo>
                  <a:close/>
                </a:path>
              </a:pathLst>
            </a:custGeom>
            <a:solidFill>
              <a:srgbClr val="00ABAB"/>
            </a:solidFill>
            <a:ln w="6390" cap="flat">
              <a:noFill/>
              <a:prstDash val="solid"/>
              <a:miter/>
            </a:ln>
          </p:spPr>
          <p:txBody>
            <a:bodyPr rtlCol="0" anchor="ctr"/>
            <a:lstStyle/>
            <a:p>
              <a:endParaRPr lang="en-US"/>
            </a:p>
          </p:txBody>
        </p:sp>
        <p:sp>
          <p:nvSpPr>
            <p:cNvPr id="561" name="Graphic 4">
              <a:extLst>
                <a:ext uri="{FF2B5EF4-FFF2-40B4-BE49-F238E27FC236}">
                  <a16:creationId xmlns:a16="http://schemas.microsoft.com/office/drawing/2014/main" id="{10B58C31-48C5-EE46-ACC1-7060804136E0}"/>
                </a:ext>
              </a:extLst>
            </p:cNvPr>
            <p:cNvSpPr/>
            <p:nvPr/>
          </p:nvSpPr>
          <p:spPr>
            <a:xfrm rot="-5380800">
              <a:off x="10501562" y="1183576"/>
              <a:ext cx="9585" cy="23621"/>
            </a:xfrm>
            <a:custGeom>
              <a:avLst/>
              <a:gdLst>
                <a:gd name="connsiteX0" fmla="*/ 0 w 9585"/>
                <a:gd name="connsiteY0" fmla="*/ 0 h 23621"/>
                <a:gd name="connsiteX1" fmla="*/ 9585 w 9585"/>
                <a:gd name="connsiteY1" fmla="*/ 0 h 23621"/>
                <a:gd name="connsiteX2" fmla="*/ 9585 w 9585"/>
                <a:gd name="connsiteY2" fmla="*/ 23621 h 23621"/>
                <a:gd name="connsiteX3" fmla="*/ 0 w 9585"/>
                <a:gd name="connsiteY3" fmla="*/ 23621 h 23621"/>
              </a:gdLst>
              <a:ahLst/>
              <a:cxnLst>
                <a:cxn ang="0">
                  <a:pos x="connsiteX0" y="connsiteY0"/>
                </a:cxn>
                <a:cxn ang="0">
                  <a:pos x="connsiteX1" y="connsiteY1"/>
                </a:cxn>
                <a:cxn ang="0">
                  <a:pos x="connsiteX2" y="connsiteY2"/>
                </a:cxn>
                <a:cxn ang="0">
                  <a:pos x="connsiteX3" y="connsiteY3"/>
                </a:cxn>
              </a:cxnLst>
              <a:rect l="l" t="t" r="r" b="b"/>
              <a:pathLst>
                <a:path w="9585" h="23621">
                  <a:moveTo>
                    <a:pt x="0" y="0"/>
                  </a:moveTo>
                  <a:lnTo>
                    <a:pt x="9585" y="0"/>
                  </a:lnTo>
                  <a:lnTo>
                    <a:pt x="9585" y="23621"/>
                  </a:lnTo>
                  <a:lnTo>
                    <a:pt x="0" y="23621"/>
                  </a:lnTo>
                  <a:close/>
                </a:path>
              </a:pathLst>
            </a:custGeom>
            <a:solidFill>
              <a:srgbClr val="00ABAB"/>
            </a:solidFill>
            <a:ln w="6390" cap="flat">
              <a:noFill/>
              <a:prstDash val="solid"/>
              <a:miter/>
            </a:ln>
          </p:spPr>
          <p:txBody>
            <a:bodyPr rtlCol="0" anchor="ctr"/>
            <a:lstStyle/>
            <a:p>
              <a:endParaRPr lang="en-US"/>
            </a:p>
          </p:txBody>
        </p:sp>
        <p:sp>
          <p:nvSpPr>
            <p:cNvPr id="562" name="Graphic 4">
              <a:extLst>
                <a:ext uri="{FF2B5EF4-FFF2-40B4-BE49-F238E27FC236}">
                  <a16:creationId xmlns:a16="http://schemas.microsoft.com/office/drawing/2014/main" id="{AEC722FC-FD73-D24E-BC89-6BB9FF03FCDA}"/>
                </a:ext>
              </a:extLst>
            </p:cNvPr>
            <p:cNvSpPr/>
            <p:nvPr/>
          </p:nvSpPr>
          <p:spPr>
            <a:xfrm>
              <a:off x="10467355" y="1125658"/>
              <a:ext cx="80513" cy="12767"/>
            </a:xfrm>
            <a:custGeom>
              <a:avLst/>
              <a:gdLst>
                <a:gd name="connsiteX0" fmla="*/ 0 w 80513"/>
                <a:gd name="connsiteY0" fmla="*/ 0 h 12767"/>
                <a:gd name="connsiteX1" fmla="*/ 0 w 80513"/>
                <a:gd name="connsiteY1" fmla="*/ 1277 h 12767"/>
                <a:gd name="connsiteX2" fmla="*/ 10224 w 80513"/>
                <a:gd name="connsiteY2" fmla="*/ 12130 h 12767"/>
                <a:gd name="connsiteX3" fmla="*/ 69650 w 80513"/>
                <a:gd name="connsiteY3" fmla="*/ 12768 h 12767"/>
                <a:gd name="connsiteX4" fmla="*/ 77318 w 80513"/>
                <a:gd name="connsiteY4" fmla="*/ 9576 h 12767"/>
                <a:gd name="connsiteX5" fmla="*/ 80513 w 80513"/>
                <a:gd name="connsiteY5" fmla="*/ 1915 h 12767"/>
                <a:gd name="connsiteX6" fmla="*/ 80513 w 80513"/>
                <a:gd name="connsiteY6" fmla="*/ 638 h 12767"/>
                <a:gd name="connsiteX7" fmla="*/ 0 w 80513"/>
                <a:gd name="connsiteY7"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513" h="12767">
                  <a:moveTo>
                    <a:pt x="0" y="0"/>
                  </a:moveTo>
                  <a:lnTo>
                    <a:pt x="0" y="1277"/>
                  </a:lnTo>
                  <a:cubicBezTo>
                    <a:pt x="0" y="7022"/>
                    <a:pt x="4473" y="11491"/>
                    <a:pt x="10224" y="12130"/>
                  </a:cubicBezTo>
                  <a:lnTo>
                    <a:pt x="69650" y="12768"/>
                  </a:lnTo>
                  <a:cubicBezTo>
                    <a:pt x="72207" y="12768"/>
                    <a:pt x="75402" y="11491"/>
                    <a:pt x="77318" y="9576"/>
                  </a:cubicBezTo>
                  <a:cubicBezTo>
                    <a:pt x="79235" y="7661"/>
                    <a:pt x="80513" y="5107"/>
                    <a:pt x="80513" y="1915"/>
                  </a:cubicBezTo>
                  <a:lnTo>
                    <a:pt x="80513" y="638"/>
                  </a:lnTo>
                  <a:lnTo>
                    <a:pt x="0" y="0"/>
                  </a:lnTo>
                  <a:close/>
                </a:path>
              </a:pathLst>
            </a:custGeom>
            <a:solidFill>
              <a:srgbClr val="00ABAB"/>
            </a:solidFill>
            <a:ln w="6390" cap="flat">
              <a:noFill/>
              <a:prstDash val="solid"/>
              <a:miter/>
            </a:ln>
          </p:spPr>
          <p:txBody>
            <a:bodyPr rtlCol="0" anchor="ctr"/>
            <a:lstStyle/>
            <a:p>
              <a:endParaRPr lang="en-US"/>
            </a:p>
          </p:txBody>
        </p:sp>
      </p:grpSp>
      <p:grpSp>
        <p:nvGrpSpPr>
          <p:cNvPr id="563" name="Graphic 4">
            <a:extLst>
              <a:ext uri="{FF2B5EF4-FFF2-40B4-BE49-F238E27FC236}">
                <a16:creationId xmlns:a16="http://schemas.microsoft.com/office/drawing/2014/main" id="{3A4F2F0A-E0A7-5643-B786-70E634CA7296}"/>
              </a:ext>
            </a:extLst>
          </p:cNvPr>
          <p:cNvGrpSpPr>
            <a:grpSpLocks noChangeAspect="1"/>
          </p:cNvGrpSpPr>
          <p:nvPr/>
        </p:nvGrpSpPr>
        <p:grpSpPr>
          <a:xfrm>
            <a:off x="8840477" y="4308712"/>
            <a:ext cx="362312" cy="361971"/>
            <a:chOff x="8840477" y="4308712"/>
            <a:chExt cx="362312" cy="361971"/>
          </a:xfrm>
          <a:solidFill>
            <a:srgbClr val="00ABAB"/>
          </a:solidFill>
        </p:grpSpPr>
        <p:sp>
          <p:nvSpPr>
            <p:cNvPr id="564" name="Graphic 4">
              <a:extLst>
                <a:ext uri="{FF2B5EF4-FFF2-40B4-BE49-F238E27FC236}">
                  <a16:creationId xmlns:a16="http://schemas.microsoft.com/office/drawing/2014/main" id="{E6D58C96-CB29-0C40-B227-89F2E6095275}"/>
                </a:ext>
              </a:extLst>
            </p:cNvPr>
            <p:cNvSpPr/>
            <p:nvPr/>
          </p:nvSpPr>
          <p:spPr>
            <a:xfrm>
              <a:off x="8840477" y="4308712"/>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565" name="Graphic 4">
              <a:extLst>
                <a:ext uri="{FF2B5EF4-FFF2-40B4-BE49-F238E27FC236}">
                  <a16:creationId xmlns:a16="http://schemas.microsoft.com/office/drawing/2014/main" id="{E36B915C-8D6F-A34E-A9E1-BD53CBD81F37}"/>
                </a:ext>
              </a:extLst>
            </p:cNvPr>
            <p:cNvSpPr/>
            <p:nvPr/>
          </p:nvSpPr>
          <p:spPr>
            <a:xfrm>
              <a:off x="8962596" y="4426177"/>
              <a:ext cx="119535" cy="192157"/>
            </a:xfrm>
            <a:custGeom>
              <a:avLst/>
              <a:gdLst>
                <a:gd name="connsiteX0" fmla="*/ 60633 w 119535"/>
                <a:gd name="connsiteY0" fmla="*/ 0 h 192157"/>
                <a:gd name="connsiteX1" fmla="*/ 59355 w 119535"/>
                <a:gd name="connsiteY1" fmla="*/ 0 h 192157"/>
                <a:gd name="connsiteX2" fmla="*/ 8236 w 119535"/>
                <a:gd name="connsiteY2" fmla="*/ 24259 h 192157"/>
                <a:gd name="connsiteX3" fmla="*/ 3763 w 119535"/>
                <a:gd name="connsiteY3" fmla="*/ 74693 h 192157"/>
                <a:gd name="connsiteX4" fmla="*/ 30601 w 119535"/>
                <a:gd name="connsiteY4" fmla="*/ 143001 h 192157"/>
                <a:gd name="connsiteX5" fmla="*/ 29962 w 119535"/>
                <a:gd name="connsiteY5" fmla="*/ 146832 h 192157"/>
                <a:gd name="connsiteX6" fmla="*/ 36991 w 119535"/>
                <a:gd name="connsiteY6" fmla="*/ 187051 h 192157"/>
                <a:gd name="connsiteX7" fmla="*/ 43381 w 119535"/>
                <a:gd name="connsiteY7" fmla="*/ 192158 h 192157"/>
                <a:gd name="connsiteX8" fmla="*/ 75969 w 119535"/>
                <a:gd name="connsiteY8" fmla="*/ 192158 h 192157"/>
                <a:gd name="connsiteX9" fmla="*/ 82359 w 119535"/>
                <a:gd name="connsiteY9" fmla="*/ 187051 h 192157"/>
                <a:gd name="connsiteX10" fmla="*/ 89388 w 119535"/>
                <a:gd name="connsiteY10" fmla="*/ 146832 h 192157"/>
                <a:gd name="connsiteX11" fmla="*/ 88749 w 119535"/>
                <a:gd name="connsiteY11" fmla="*/ 143640 h 192157"/>
                <a:gd name="connsiteX12" fmla="*/ 115586 w 119535"/>
                <a:gd name="connsiteY12" fmla="*/ 74693 h 192157"/>
                <a:gd name="connsiteX13" fmla="*/ 111114 w 119535"/>
                <a:gd name="connsiteY13" fmla="*/ 23621 h 192157"/>
                <a:gd name="connsiteX14" fmla="*/ 60633 w 119535"/>
                <a:gd name="connsiteY14" fmla="*/ 0 h 192157"/>
                <a:gd name="connsiteX15" fmla="*/ 70218 w 119535"/>
                <a:gd name="connsiteY15" fmla="*/ 179390 h 192157"/>
                <a:gd name="connsiteX16" fmla="*/ 48492 w 119535"/>
                <a:gd name="connsiteY16" fmla="*/ 179390 h 192157"/>
                <a:gd name="connsiteX17" fmla="*/ 43381 w 119535"/>
                <a:gd name="connsiteY17" fmla="*/ 151939 h 192157"/>
                <a:gd name="connsiteX18" fmla="*/ 75330 w 119535"/>
                <a:gd name="connsiteY18" fmla="*/ 151939 h 192157"/>
                <a:gd name="connsiteX19" fmla="*/ 70218 w 119535"/>
                <a:gd name="connsiteY19" fmla="*/ 179390 h 192157"/>
                <a:gd name="connsiteX20" fmla="*/ 104724 w 119535"/>
                <a:gd name="connsiteY20" fmla="*/ 68947 h 192157"/>
                <a:gd name="connsiteX21" fmla="*/ 77247 w 119535"/>
                <a:gd name="connsiteY21" fmla="*/ 139171 h 192157"/>
                <a:gd name="connsiteX22" fmla="*/ 65745 w 119535"/>
                <a:gd name="connsiteY22" fmla="*/ 139171 h 192157"/>
                <a:gd name="connsiteX23" fmla="*/ 65745 w 119535"/>
                <a:gd name="connsiteY23" fmla="*/ 89376 h 192157"/>
                <a:gd name="connsiteX24" fmla="*/ 78525 w 119535"/>
                <a:gd name="connsiteY24" fmla="*/ 79800 h 192157"/>
                <a:gd name="connsiteX25" fmla="*/ 79164 w 119535"/>
                <a:gd name="connsiteY25" fmla="*/ 70862 h 192157"/>
                <a:gd name="connsiteX26" fmla="*/ 70857 w 119535"/>
                <a:gd name="connsiteY26" fmla="*/ 69585 h 192157"/>
                <a:gd name="connsiteX27" fmla="*/ 59355 w 119535"/>
                <a:gd name="connsiteY27" fmla="*/ 78523 h 192157"/>
                <a:gd name="connsiteX28" fmla="*/ 47853 w 119535"/>
                <a:gd name="connsiteY28" fmla="*/ 69585 h 192157"/>
                <a:gd name="connsiteX29" fmla="*/ 38907 w 119535"/>
                <a:gd name="connsiteY29" fmla="*/ 70224 h 192157"/>
                <a:gd name="connsiteX30" fmla="*/ 39547 w 119535"/>
                <a:gd name="connsiteY30" fmla="*/ 79161 h 192157"/>
                <a:gd name="connsiteX31" fmla="*/ 40186 w 119535"/>
                <a:gd name="connsiteY31" fmla="*/ 79800 h 192157"/>
                <a:gd name="connsiteX32" fmla="*/ 53604 w 119535"/>
                <a:gd name="connsiteY32" fmla="*/ 90014 h 192157"/>
                <a:gd name="connsiteX33" fmla="*/ 53604 w 119535"/>
                <a:gd name="connsiteY33" fmla="*/ 139171 h 192157"/>
                <a:gd name="connsiteX34" fmla="*/ 43381 w 119535"/>
                <a:gd name="connsiteY34" fmla="*/ 139171 h 192157"/>
                <a:gd name="connsiteX35" fmla="*/ 15904 w 119535"/>
                <a:gd name="connsiteY35" fmla="*/ 68947 h 192157"/>
                <a:gd name="connsiteX36" fmla="*/ 19737 w 119535"/>
                <a:gd name="connsiteY36" fmla="*/ 30643 h 192157"/>
                <a:gd name="connsiteX37" fmla="*/ 60633 w 119535"/>
                <a:gd name="connsiteY37" fmla="*/ 12768 h 192157"/>
                <a:gd name="connsiteX38" fmla="*/ 61912 w 119535"/>
                <a:gd name="connsiteY38" fmla="*/ 12768 h 192157"/>
                <a:gd name="connsiteX39" fmla="*/ 102807 w 119535"/>
                <a:gd name="connsiteY39" fmla="*/ 30643 h 192157"/>
                <a:gd name="connsiteX40" fmla="*/ 104724 w 119535"/>
                <a:gd name="connsiteY40" fmla="*/ 68947 h 192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19535" h="192157">
                  <a:moveTo>
                    <a:pt x="60633" y="0"/>
                  </a:moveTo>
                  <a:lnTo>
                    <a:pt x="59355" y="0"/>
                  </a:lnTo>
                  <a:cubicBezTo>
                    <a:pt x="29322" y="0"/>
                    <a:pt x="14626" y="12768"/>
                    <a:pt x="8236" y="24259"/>
                  </a:cubicBezTo>
                  <a:cubicBezTo>
                    <a:pt x="-710" y="39581"/>
                    <a:pt x="-2627" y="58094"/>
                    <a:pt x="3763" y="74693"/>
                  </a:cubicBezTo>
                  <a:cubicBezTo>
                    <a:pt x="24850" y="116827"/>
                    <a:pt x="29962" y="136617"/>
                    <a:pt x="30601" y="143001"/>
                  </a:cubicBezTo>
                  <a:cubicBezTo>
                    <a:pt x="29962" y="144278"/>
                    <a:pt x="29962" y="145555"/>
                    <a:pt x="29962" y="146832"/>
                  </a:cubicBezTo>
                  <a:lnTo>
                    <a:pt x="36991" y="187051"/>
                  </a:lnTo>
                  <a:cubicBezTo>
                    <a:pt x="37630" y="190243"/>
                    <a:pt x="40186" y="192158"/>
                    <a:pt x="43381" y="192158"/>
                  </a:cubicBezTo>
                  <a:lnTo>
                    <a:pt x="75969" y="192158"/>
                  </a:lnTo>
                  <a:cubicBezTo>
                    <a:pt x="79164" y="192158"/>
                    <a:pt x="81720" y="190243"/>
                    <a:pt x="82359" y="187051"/>
                  </a:cubicBezTo>
                  <a:lnTo>
                    <a:pt x="89388" y="146832"/>
                  </a:lnTo>
                  <a:cubicBezTo>
                    <a:pt x="89388" y="145555"/>
                    <a:pt x="89388" y="144916"/>
                    <a:pt x="88749" y="143640"/>
                  </a:cubicBezTo>
                  <a:cubicBezTo>
                    <a:pt x="89388" y="137894"/>
                    <a:pt x="93861" y="117465"/>
                    <a:pt x="115586" y="74693"/>
                  </a:cubicBezTo>
                  <a:cubicBezTo>
                    <a:pt x="121976" y="58094"/>
                    <a:pt x="120699" y="38942"/>
                    <a:pt x="111114" y="23621"/>
                  </a:cubicBezTo>
                  <a:cubicBezTo>
                    <a:pt x="104724" y="12768"/>
                    <a:pt x="90027" y="0"/>
                    <a:pt x="60633" y="0"/>
                  </a:cubicBezTo>
                  <a:close/>
                  <a:moveTo>
                    <a:pt x="70218" y="179390"/>
                  </a:moveTo>
                  <a:lnTo>
                    <a:pt x="48492" y="179390"/>
                  </a:lnTo>
                  <a:lnTo>
                    <a:pt x="43381" y="151939"/>
                  </a:lnTo>
                  <a:lnTo>
                    <a:pt x="75330" y="151939"/>
                  </a:lnTo>
                  <a:lnTo>
                    <a:pt x="70218" y="179390"/>
                  </a:lnTo>
                  <a:close/>
                  <a:moveTo>
                    <a:pt x="104724" y="68947"/>
                  </a:moveTo>
                  <a:cubicBezTo>
                    <a:pt x="84915" y="108528"/>
                    <a:pt x="78525" y="129595"/>
                    <a:pt x="77247" y="139171"/>
                  </a:cubicBezTo>
                  <a:lnTo>
                    <a:pt x="65745" y="139171"/>
                  </a:lnTo>
                  <a:lnTo>
                    <a:pt x="65745" y="89376"/>
                  </a:lnTo>
                  <a:lnTo>
                    <a:pt x="78525" y="79800"/>
                  </a:lnTo>
                  <a:cubicBezTo>
                    <a:pt x="81081" y="77246"/>
                    <a:pt x="81720" y="73416"/>
                    <a:pt x="79164" y="70862"/>
                  </a:cubicBezTo>
                  <a:cubicBezTo>
                    <a:pt x="77247" y="68309"/>
                    <a:pt x="73413" y="67670"/>
                    <a:pt x="70857" y="69585"/>
                  </a:cubicBezTo>
                  <a:lnTo>
                    <a:pt x="59355" y="78523"/>
                  </a:lnTo>
                  <a:lnTo>
                    <a:pt x="47853" y="69585"/>
                  </a:lnTo>
                  <a:cubicBezTo>
                    <a:pt x="45297" y="67032"/>
                    <a:pt x="41463" y="67670"/>
                    <a:pt x="38907" y="70224"/>
                  </a:cubicBezTo>
                  <a:cubicBezTo>
                    <a:pt x="36352" y="72777"/>
                    <a:pt x="36991" y="76608"/>
                    <a:pt x="39547" y="79161"/>
                  </a:cubicBezTo>
                  <a:cubicBezTo>
                    <a:pt x="39547" y="79161"/>
                    <a:pt x="40186" y="79800"/>
                    <a:pt x="40186" y="79800"/>
                  </a:cubicBezTo>
                  <a:lnTo>
                    <a:pt x="53604" y="90014"/>
                  </a:lnTo>
                  <a:lnTo>
                    <a:pt x="53604" y="139171"/>
                  </a:lnTo>
                  <a:lnTo>
                    <a:pt x="43381" y="139171"/>
                  </a:lnTo>
                  <a:cubicBezTo>
                    <a:pt x="41463" y="129595"/>
                    <a:pt x="35712" y="108528"/>
                    <a:pt x="15904" y="68947"/>
                  </a:cubicBezTo>
                  <a:cubicBezTo>
                    <a:pt x="10792" y="56179"/>
                    <a:pt x="12070" y="42134"/>
                    <a:pt x="19737" y="30643"/>
                  </a:cubicBezTo>
                  <a:cubicBezTo>
                    <a:pt x="27406" y="18513"/>
                    <a:pt x="40824" y="12768"/>
                    <a:pt x="60633" y="12768"/>
                  </a:cubicBezTo>
                  <a:lnTo>
                    <a:pt x="61912" y="12768"/>
                  </a:lnTo>
                  <a:cubicBezTo>
                    <a:pt x="81081" y="12768"/>
                    <a:pt x="95139" y="18513"/>
                    <a:pt x="102807" y="30643"/>
                  </a:cubicBezTo>
                  <a:cubicBezTo>
                    <a:pt x="107919" y="42134"/>
                    <a:pt x="109196" y="56179"/>
                    <a:pt x="104724" y="68947"/>
                  </a:cubicBezTo>
                  <a:close/>
                </a:path>
              </a:pathLst>
            </a:custGeom>
            <a:solidFill>
              <a:srgbClr val="00ABAB"/>
            </a:solidFill>
            <a:ln w="6390" cap="flat">
              <a:noFill/>
              <a:prstDash val="solid"/>
              <a:miter/>
            </a:ln>
          </p:spPr>
          <p:txBody>
            <a:bodyPr rtlCol="0" anchor="ctr"/>
            <a:lstStyle/>
            <a:p>
              <a:endParaRPr lang="en-US"/>
            </a:p>
          </p:txBody>
        </p:sp>
        <p:sp>
          <p:nvSpPr>
            <p:cNvPr id="566" name="Graphic 4">
              <a:extLst>
                <a:ext uri="{FF2B5EF4-FFF2-40B4-BE49-F238E27FC236}">
                  <a16:creationId xmlns:a16="http://schemas.microsoft.com/office/drawing/2014/main" id="{796D2458-0D43-694F-8A2C-D466FFB27AA0}"/>
                </a:ext>
              </a:extLst>
            </p:cNvPr>
            <p:cNvSpPr/>
            <p:nvPr/>
          </p:nvSpPr>
          <p:spPr>
            <a:xfrm>
              <a:off x="9014283" y="4360422"/>
              <a:ext cx="12779" cy="52348"/>
            </a:xfrm>
            <a:custGeom>
              <a:avLst/>
              <a:gdLst>
                <a:gd name="connsiteX0" fmla="*/ 6390 w 12779"/>
                <a:gd name="connsiteY0" fmla="*/ 52348 h 52348"/>
                <a:gd name="connsiteX1" fmla="*/ 12780 w 12779"/>
                <a:gd name="connsiteY1" fmla="*/ 45964 h 52348"/>
                <a:gd name="connsiteX2" fmla="*/ 12780 w 12779"/>
                <a:gd name="connsiteY2" fmla="*/ 6384 h 52348"/>
                <a:gd name="connsiteX3" fmla="*/ 6390 w 12779"/>
                <a:gd name="connsiteY3" fmla="*/ 0 h 52348"/>
                <a:gd name="connsiteX4" fmla="*/ 0 w 12779"/>
                <a:gd name="connsiteY4" fmla="*/ 6384 h 52348"/>
                <a:gd name="connsiteX5" fmla="*/ 0 w 12779"/>
                <a:gd name="connsiteY5" fmla="*/ 45964 h 52348"/>
                <a:gd name="connsiteX6" fmla="*/ 6390 w 12779"/>
                <a:gd name="connsiteY6" fmla="*/ 52348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52348">
                  <a:moveTo>
                    <a:pt x="6390" y="52348"/>
                  </a:moveTo>
                  <a:cubicBezTo>
                    <a:pt x="10225" y="52348"/>
                    <a:pt x="12780" y="49795"/>
                    <a:pt x="12780" y="45964"/>
                  </a:cubicBezTo>
                  <a:lnTo>
                    <a:pt x="12780" y="6384"/>
                  </a:lnTo>
                  <a:cubicBezTo>
                    <a:pt x="12780" y="2553"/>
                    <a:pt x="10225" y="0"/>
                    <a:pt x="6390" y="0"/>
                  </a:cubicBezTo>
                  <a:cubicBezTo>
                    <a:pt x="2556" y="0"/>
                    <a:pt x="0" y="2553"/>
                    <a:pt x="0" y="6384"/>
                  </a:cubicBezTo>
                  <a:lnTo>
                    <a:pt x="0" y="45964"/>
                  </a:lnTo>
                  <a:cubicBezTo>
                    <a:pt x="0" y="49156"/>
                    <a:pt x="3195" y="52348"/>
                    <a:pt x="6390" y="52348"/>
                  </a:cubicBezTo>
                  <a:close/>
                </a:path>
              </a:pathLst>
            </a:custGeom>
            <a:solidFill>
              <a:srgbClr val="00ABAB"/>
            </a:solidFill>
            <a:ln w="6390" cap="flat">
              <a:noFill/>
              <a:prstDash val="solid"/>
              <a:miter/>
            </a:ln>
          </p:spPr>
          <p:txBody>
            <a:bodyPr rtlCol="0" anchor="ctr"/>
            <a:lstStyle/>
            <a:p>
              <a:endParaRPr lang="en-US"/>
            </a:p>
          </p:txBody>
        </p:sp>
        <p:sp>
          <p:nvSpPr>
            <p:cNvPr id="567" name="Graphic 4">
              <a:extLst>
                <a:ext uri="{FF2B5EF4-FFF2-40B4-BE49-F238E27FC236}">
                  <a16:creationId xmlns:a16="http://schemas.microsoft.com/office/drawing/2014/main" id="{6E45CA17-5D27-0644-93F8-DFBDCB6398DB}"/>
                </a:ext>
              </a:extLst>
            </p:cNvPr>
            <p:cNvSpPr/>
            <p:nvPr/>
          </p:nvSpPr>
          <p:spPr>
            <a:xfrm>
              <a:off x="9048663" y="4370785"/>
              <a:ext cx="28092" cy="49007"/>
            </a:xfrm>
            <a:custGeom>
              <a:avLst/>
              <a:gdLst>
                <a:gd name="connsiteX0" fmla="*/ 3960 w 28092"/>
                <a:gd name="connsiteY0" fmla="*/ 48369 h 49007"/>
                <a:gd name="connsiteX1" fmla="*/ 6516 w 28092"/>
                <a:gd name="connsiteY1" fmla="*/ 49008 h 49007"/>
                <a:gd name="connsiteX2" fmla="*/ 12267 w 28092"/>
                <a:gd name="connsiteY2" fmla="*/ 45177 h 49007"/>
                <a:gd name="connsiteX3" fmla="*/ 27603 w 28092"/>
                <a:gd name="connsiteY3" fmla="*/ 8789 h 49007"/>
                <a:gd name="connsiteX4" fmla="*/ 24408 w 28092"/>
                <a:gd name="connsiteY4" fmla="*/ 489 h 49007"/>
                <a:gd name="connsiteX5" fmla="*/ 16101 w 28092"/>
                <a:gd name="connsiteY5" fmla="*/ 3681 h 49007"/>
                <a:gd name="connsiteX6" fmla="*/ 16101 w 28092"/>
                <a:gd name="connsiteY6" fmla="*/ 3681 h 49007"/>
                <a:gd name="connsiteX7" fmla="*/ 765 w 28092"/>
                <a:gd name="connsiteY7" fmla="*/ 40070 h 49007"/>
                <a:gd name="connsiteX8" fmla="*/ 3960 w 28092"/>
                <a:gd name="connsiteY8" fmla="*/ 48369 h 49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92" h="49007">
                  <a:moveTo>
                    <a:pt x="3960" y="48369"/>
                  </a:moveTo>
                  <a:cubicBezTo>
                    <a:pt x="4599" y="49008"/>
                    <a:pt x="5877" y="49008"/>
                    <a:pt x="6516" y="49008"/>
                  </a:cubicBezTo>
                  <a:cubicBezTo>
                    <a:pt x="9072" y="49008"/>
                    <a:pt x="11628" y="47731"/>
                    <a:pt x="12267" y="45177"/>
                  </a:cubicBezTo>
                  <a:lnTo>
                    <a:pt x="27603" y="8789"/>
                  </a:lnTo>
                  <a:cubicBezTo>
                    <a:pt x="28881" y="5597"/>
                    <a:pt x="27603" y="1766"/>
                    <a:pt x="24408" y="489"/>
                  </a:cubicBezTo>
                  <a:cubicBezTo>
                    <a:pt x="21213" y="-787"/>
                    <a:pt x="17379" y="489"/>
                    <a:pt x="16101" y="3681"/>
                  </a:cubicBezTo>
                  <a:lnTo>
                    <a:pt x="16101" y="3681"/>
                  </a:lnTo>
                  <a:lnTo>
                    <a:pt x="765" y="40070"/>
                  </a:lnTo>
                  <a:cubicBezTo>
                    <a:pt x="-1152" y="43262"/>
                    <a:pt x="765" y="47093"/>
                    <a:pt x="3960" y="48369"/>
                  </a:cubicBezTo>
                  <a:close/>
                </a:path>
              </a:pathLst>
            </a:custGeom>
            <a:solidFill>
              <a:srgbClr val="00ABAB"/>
            </a:solidFill>
            <a:ln w="6390" cap="flat">
              <a:noFill/>
              <a:prstDash val="solid"/>
              <a:miter/>
            </a:ln>
          </p:spPr>
          <p:txBody>
            <a:bodyPr rtlCol="0" anchor="ctr"/>
            <a:lstStyle/>
            <a:p>
              <a:endParaRPr lang="en-US"/>
            </a:p>
          </p:txBody>
        </p:sp>
        <p:sp>
          <p:nvSpPr>
            <p:cNvPr id="568" name="Graphic 4">
              <a:extLst>
                <a:ext uri="{FF2B5EF4-FFF2-40B4-BE49-F238E27FC236}">
                  <a16:creationId xmlns:a16="http://schemas.microsoft.com/office/drawing/2014/main" id="{5DB15919-88D8-DF4A-A241-AF99EFDFB4B9}"/>
                </a:ext>
              </a:extLst>
            </p:cNvPr>
            <p:cNvSpPr/>
            <p:nvPr/>
          </p:nvSpPr>
          <p:spPr>
            <a:xfrm>
              <a:off x="8965869" y="4370785"/>
              <a:ext cx="27817" cy="49007"/>
            </a:xfrm>
            <a:custGeom>
              <a:avLst/>
              <a:gdLst>
                <a:gd name="connsiteX0" fmla="*/ 15826 w 27817"/>
                <a:gd name="connsiteY0" fmla="*/ 45177 h 49007"/>
                <a:gd name="connsiteX1" fmla="*/ 21577 w 27817"/>
                <a:gd name="connsiteY1" fmla="*/ 49008 h 49007"/>
                <a:gd name="connsiteX2" fmla="*/ 24133 w 27817"/>
                <a:gd name="connsiteY2" fmla="*/ 48369 h 49007"/>
                <a:gd name="connsiteX3" fmla="*/ 27328 w 27817"/>
                <a:gd name="connsiteY3" fmla="*/ 40070 h 49007"/>
                <a:gd name="connsiteX4" fmla="*/ 11992 w 27817"/>
                <a:gd name="connsiteY4" fmla="*/ 3681 h 49007"/>
                <a:gd name="connsiteX5" fmla="*/ 3685 w 27817"/>
                <a:gd name="connsiteY5" fmla="*/ 489 h 49007"/>
                <a:gd name="connsiteX6" fmla="*/ 490 w 27817"/>
                <a:gd name="connsiteY6" fmla="*/ 8789 h 49007"/>
                <a:gd name="connsiteX7" fmla="*/ 490 w 27817"/>
                <a:gd name="connsiteY7" fmla="*/ 8789 h 49007"/>
                <a:gd name="connsiteX8" fmla="*/ 15826 w 27817"/>
                <a:gd name="connsiteY8" fmla="*/ 45177 h 49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817" h="49007">
                  <a:moveTo>
                    <a:pt x="15826" y="45177"/>
                  </a:moveTo>
                  <a:cubicBezTo>
                    <a:pt x="17104" y="47731"/>
                    <a:pt x="19021" y="49008"/>
                    <a:pt x="21577" y="49008"/>
                  </a:cubicBezTo>
                  <a:cubicBezTo>
                    <a:pt x="22216" y="49008"/>
                    <a:pt x="23494" y="49008"/>
                    <a:pt x="24133" y="48369"/>
                  </a:cubicBezTo>
                  <a:cubicBezTo>
                    <a:pt x="27328" y="47093"/>
                    <a:pt x="28605" y="43262"/>
                    <a:pt x="27328" y="40070"/>
                  </a:cubicBezTo>
                  <a:lnTo>
                    <a:pt x="11992" y="3681"/>
                  </a:lnTo>
                  <a:cubicBezTo>
                    <a:pt x="10714" y="489"/>
                    <a:pt x="6880" y="-787"/>
                    <a:pt x="3685" y="489"/>
                  </a:cubicBezTo>
                  <a:cubicBezTo>
                    <a:pt x="490" y="1766"/>
                    <a:pt x="-788" y="5597"/>
                    <a:pt x="490" y="8789"/>
                  </a:cubicBezTo>
                  <a:lnTo>
                    <a:pt x="490" y="8789"/>
                  </a:lnTo>
                  <a:lnTo>
                    <a:pt x="15826" y="45177"/>
                  </a:lnTo>
                  <a:close/>
                </a:path>
              </a:pathLst>
            </a:custGeom>
            <a:solidFill>
              <a:srgbClr val="00ABAB"/>
            </a:solidFill>
            <a:ln w="6390" cap="flat">
              <a:noFill/>
              <a:prstDash val="solid"/>
              <a:miter/>
            </a:ln>
          </p:spPr>
          <p:txBody>
            <a:bodyPr rtlCol="0" anchor="ctr"/>
            <a:lstStyle/>
            <a:p>
              <a:endParaRPr lang="en-US"/>
            </a:p>
          </p:txBody>
        </p:sp>
      </p:grpSp>
      <p:grpSp>
        <p:nvGrpSpPr>
          <p:cNvPr id="569" name="Graphic 4">
            <a:extLst>
              <a:ext uri="{FF2B5EF4-FFF2-40B4-BE49-F238E27FC236}">
                <a16:creationId xmlns:a16="http://schemas.microsoft.com/office/drawing/2014/main" id="{2F7A6F29-F144-EE46-8ED1-2CC01F94C536}"/>
              </a:ext>
            </a:extLst>
          </p:cNvPr>
          <p:cNvGrpSpPr>
            <a:grpSpLocks noChangeAspect="1"/>
          </p:cNvGrpSpPr>
          <p:nvPr/>
        </p:nvGrpSpPr>
        <p:grpSpPr>
          <a:xfrm>
            <a:off x="9278827" y="4308712"/>
            <a:ext cx="362309" cy="361971"/>
            <a:chOff x="9278827" y="4308712"/>
            <a:chExt cx="362309" cy="361971"/>
          </a:xfrm>
          <a:solidFill>
            <a:srgbClr val="00ABAB"/>
          </a:solidFill>
        </p:grpSpPr>
        <p:sp>
          <p:nvSpPr>
            <p:cNvPr id="570" name="Graphic 4">
              <a:extLst>
                <a:ext uri="{FF2B5EF4-FFF2-40B4-BE49-F238E27FC236}">
                  <a16:creationId xmlns:a16="http://schemas.microsoft.com/office/drawing/2014/main" id="{D8F6A326-B1DF-0B4F-88C6-93112EAECAF6}"/>
                </a:ext>
              </a:extLst>
            </p:cNvPr>
            <p:cNvSpPr/>
            <p:nvPr/>
          </p:nvSpPr>
          <p:spPr>
            <a:xfrm>
              <a:off x="9444327" y="4578116"/>
              <a:ext cx="31310" cy="27451"/>
            </a:xfrm>
            <a:custGeom>
              <a:avLst/>
              <a:gdLst>
                <a:gd name="connsiteX0" fmla="*/ 0 w 31310"/>
                <a:gd name="connsiteY0" fmla="*/ 0 h 27451"/>
                <a:gd name="connsiteX1" fmla="*/ 4473 w 31310"/>
                <a:gd name="connsiteY1" fmla="*/ 27451 h 27451"/>
                <a:gd name="connsiteX2" fmla="*/ 26837 w 31310"/>
                <a:gd name="connsiteY2" fmla="*/ 27451 h 27451"/>
                <a:gd name="connsiteX3" fmla="*/ 31311 w 31310"/>
                <a:gd name="connsiteY3" fmla="*/ 0 h 27451"/>
              </a:gdLst>
              <a:ahLst/>
              <a:cxnLst>
                <a:cxn ang="0">
                  <a:pos x="connsiteX0" y="connsiteY0"/>
                </a:cxn>
                <a:cxn ang="0">
                  <a:pos x="connsiteX1" y="connsiteY1"/>
                </a:cxn>
                <a:cxn ang="0">
                  <a:pos x="connsiteX2" y="connsiteY2"/>
                </a:cxn>
                <a:cxn ang="0">
                  <a:pos x="connsiteX3" y="connsiteY3"/>
                </a:cxn>
              </a:cxnLst>
              <a:rect l="l" t="t" r="r" b="b"/>
              <a:pathLst>
                <a:path w="31310" h="27451">
                  <a:moveTo>
                    <a:pt x="0" y="0"/>
                  </a:moveTo>
                  <a:lnTo>
                    <a:pt x="4473" y="27451"/>
                  </a:lnTo>
                  <a:lnTo>
                    <a:pt x="26837" y="27451"/>
                  </a:lnTo>
                  <a:lnTo>
                    <a:pt x="31311" y="0"/>
                  </a:lnTo>
                  <a:close/>
                </a:path>
              </a:pathLst>
            </a:custGeom>
            <a:solidFill>
              <a:srgbClr val="00ABAB"/>
            </a:solidFill>
            <a:ln w="6390" cap="flat">
              <a:noFill/>
              <a:prstDash val="solid"/>
              <a:miter/>
            </a:ln>
          </p:spPr>
          <p:txBody>
            <a:bodyPr rtlCol="0" anchor="ctr"/>
            <a:lstStyle/>
            <a:p>
              <a:endParaRPr lang="en-US"/>
            </a:p>
          </p:txBody>
        </p:sp>
        <p:sp>
          <p:nvSpPr>
            <p:cNvPr id="571" name="Graphic 4">
              <a:extLst>
                <a:ext uri="{FF2B5EF4-FFF2-40B4-BE49-F238E27FC236}">
                  <a16:creationId xmlns:a16="http://schemas.microsoft.com/office/drawing/2014/main" id="{381ADF97-CA86-8B49-A263-EE1E903B7FF6}"/>
                </a:ext>
              </a:extLst>
            </p:cNvPr>
            <p:cNvSpPr/>
            <p:nvPr/>
          </p:nvSpPr>
          <p:spPr>
            <a:xfrm>
              <a:off x="9412324" y="4438945"/>
              <a:ext cx="94038" cy="126402"/>
            </a:xfrm>
            <a:custGeom>
              <a:avLst/>
              <a:gdLst>
                <a:gd name="connsiteX0" fmla="*/ 48617 w 94038"/>
                <a:gd name="connsiteY0" fmla="*/ 0 h 126402"/>
                <a:gd name="connsiteX1" fmla="*/ 47339 w 94038"/>
                <a:gd name="connsiteY1" fmla="*/ 0 h 126402"/>
                <a:gd name="connsiteX2" fmla="*/ 6443 w 94038"/>
                <a:gd name="connsiteY2" fmla="*/ 17875 h 126402"/>
                <a:gd name="connsiteX3" fmla="*/ 2609 w 94038"/>
                <a:gd name="connsiteY3" fmla="*/ 56179 h 126402"/>
                <a:gd name="connsiteX4" fmla="*/ 30086 w 94038"/>
                <a:gd name="connsiteY4" fmla="*/ 126403 h 126402"/>
                <a:gd name="connsiteX5" fmla="*/ 39671 w 94038"/>
                <a:gd name="connsiteY5" fmla="*/ 126403 h 126402"/>
                <a:gd name="connsiteX6" fmla="*/ 39671 w 94038"/>
                <a:gd name="connsiteY6" fmla="*/ 77246 h 126402"/>
                <a:gd name="connsiteX7" fmla="*/ 26252 w 94038"/>
                <a:gd name="connsiteY7" fmla="*/ 67032 h 126402"/>
                <a:gd name="connsiteX8" fmla="*/ 24335 w 94038"/>
                <a:gd name="connsiteY8" fmla="*/ 58094 h 126402"/>
                <a:gd name="connsiteX9" fmla="*/ 33281 w 94038"/>
                <a:gd name="connsiteY9" fmla="*/ 56179 h 126402"/>
                <a:gd name="connsiteX10" fmla="*/ 33920 w 94038"/>
                <a:gd name="connsiteY10" fmla="*/ 56817 h 126402"/>
                <a:gd name="connsiteX11" fmla="*/ 45422 w 94038"/>
                <a:gd name="connsiteY11" fmla="*/ 65755 h 126402"/>
                <a:gd name="connsiteX12" fmla="*/ 56924 w 94038"/>
                <a:gd name="connsiteY12" fmla="*/ 56817 h 126402"/>
                <a:gd name="connsiteX13" fmla="*/ 65870 w 94038"/>
                <a:gd name="connsiteY13" fmla="*/ 57456 h 126402"/>
                <a:gd name="connsiteX14" fmla="*/ 65230 w 94038"/>
                <a:gd name="connsiteY14" fmla="*/ 66393 h 126402"/>
                <a:gd name="connsiteX15" fmla="*/ 64592 w 94038"/>
                <a:gd name="connsiteY15" fmla="*/ 67032 h 126402"/>
                <a:gd name="connsiteX16" fmla="*/ 51812 w 94038"/>
                <a:gd name="connsiteY16" fmla="*/ 76608 h 126402"/>
                <a:gd name="connsiteX17" fmla="*/ 51812 w 94038"/>
                <a:gd name="connsiteY17" fmla="*/ 126403 h 126402"/>
                <a:gd name="connsiteX18" fmla="*/ 63314 w 94038"/>
                <a:gd name="connsiteY18" fmla="*/ 126403 h 126402"/>
                <a:gd name="connsiteX19" fmla="*/ 91430 w 94038"/>
                <a:gd name="connsiteY19" fmla="*/ 56179 h 126402"/>
                <a:gd name="connsiteX20" fmla="*/ 87595 w 94038"/>
                <a:gd name="connsiteY20" fmla="*/ 17875 h 126402"/>
                <a:gd name="connsiteX21" fmla="*/ 48617 w 94038"/>
                <a:gd name="connsiteY21" fmla="*/ 0 h 126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038" h="126402">
                  <a:moveTo>
                    <a:pt x="48617" y="0"/>
                  </a:moveTo>
                  <a:lnTo>
                    <a:pt x="47339" y="0"/>
                  </a:lnTo>
                  <a:cubicBezTo>
                    <a:pt x="28169" y="0"/>
                    <a:pt x="14111" y="6384"/>
                    <a:pt x="6443" y="17875"/>
                  </a:cubicBezTo>
                  <a:cubicBezTo>
                    <a:pt x="-586" y="29366"/>
                    <a:pt x="-1864" y="43411"/>
                    <a:pt x="2609" y="56179"/>
                  </a:cubicBezTo>
                  <a:cubicBezTo>
                    <a:pt x="22418" y="95760"/>
                    <a:pt x="28808" y="116827"/>
                    <a:pt x="30086" y="126403"/>
                  </a:cubicBezTo>
                  <a:lnTo>
                    <a:pt x="39671" y="126403"/>
                  </a:lnTo>
                  <a:lnTo>
                    <a:pt x="39671" y="77246"/>
                  </a:lnTo>
                  <a:lnTo>
                    <a:pt x="26252" y="67032"/>
                  </a:lnTo>
                  <a:cubicBezTo>
                    <a:pt x="23057" y="65117"/>
                    <a:pt x="22418" y="61286"/>
                    <a:pt x="24335" y="58094"/>
                  </a:cubicBezTo>
                  <a:cubicBezTo>
                    <a:pt x="26252" y="54902"/>
                    <a:pt x="30086" y="54264"/>
                    <a:pt x="33281" y="56179"/>
                  </a:cubicBezTo>
                  <a:cubicBezTo>
                    <a:pt x="33281" y="56179"/>
                    <a:pt x="33281" y="56179"/>
                    <a:pt x="33920" y="56817"/>
                  </a:cubicBezTo>
                  <a:lnTo>
                    <a:pt x="45422" y="65755"/>
                  </a:lnTo>
                  <a:lnTo>
                    <a:pt x="56924" y="56817"/>
                  </a:lnTo>
                  <a:cubicBezTo>
                    <a:pt x="59480" y="54264"/>
                    <a:pt x="63953" y="54902"/>
                    <a:pt x="65870" y="57456"/>
                  </a:cubicBezTo>
                  <a:cubicBezTo>
                    <a:pt x="68425" y="60009"/>
                    <a:pt x="67786" y="64478"/>
                    <a:pt x="65230" y="66393"/>
                  </a:cubicBezTo>
                  <a:cubicBezTo>
                    <a:pt x="65230" y="66393"/>
                    <a:pt x="65230" y="66393"/>
                    <a:pt x="64592" y="67032"/>
                  </a:cubicBezTo>
                  <a:lnTo>
                    <a:pt x="51812" y="76608"/>
                  </a:lnTo>
                  <a:lnTo>
                    <a:pt x="51812" y="126403"/>
                  </a:lnTo>
                  <a:lnTo>
                    <a:pt x="63314" y="126403"/>
                  </a:lnTo>
                  <a:cubicBezTo>
                    <a:pt x="65230" y="116827"/>
                    <a:pt x="70981" y="95760"/>
                    <a:pt x="91430" y="56179"/>
                  </a:cubicBezTo>
                  <a:cubicBezTo>
                    <a:pt x="95902" y="43411"/>
                    <a:pt x="94625" y="29366"/>
                    <a:pt x="87595" y="17875"/>
                  </a:cubicBezTo>
                  <a:cubicBezTo>
                    <a:pt x="81845" y="5745"/>
                    <a:pt x="67786" y="0"/>
                    <a:pt x="48617" y="0"/>
                  </a:cubicBezTo>
                  <a:close/>
                </a:path>
              </a:pathLst>
            </a:custGeom>
            <a:solidFill>
              <a:srgbClr val="00ABAB"/>
            </a:solidFill>
            <a:ln w="6390" cap="flat">
              <a:noFill/>
              <a:prstDash val="solid"/>
              <a:miter/>
            </a:ln>
          </p:spPr>
          <p:txBody>
            <a:bodyPr rtlCol="0" anchor="ctr"/>
            <a:lstStyle/>
            <a:p>
              <a:endParaRPr lang="en-US"/>
            </a:p>
          </p:txBody>
        </p:sp>
        <p:sp>
          <p:nvSpPr>
            <p:cNvPr id="572" name="Graphic 4">
              <a:extLst>
                <a:ext uri="{FF2B5EF4-FFF2-40B4-BE49-F238E27FC236}">
                  <a16:creationId xmlns:a16="http://schemas.microsoft.com/office/drawing/2014/main" id="{A726A75C-F52A-C840-AE46-0AF5C685E07B}"/>
                </a:ext>
              </a:extLst>
            </p:cNvPr>
            <p:cNvSpPr/>
            <p:nvPr/>
          </p:nvSpPr>
          <p:spPr>
            <a:xfrm>
              <a:off x="9278827" y="4308712"/>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08312 w 362309"/>
                <a:gd name="connsiteY6" fmla="*/ 102144 h 361971"/>
                <a:gd name="connsiteX7" fmla="*/ 223648 w 362309"/>
                <a:gd name="connsiteY7" fmla="*/ 65755 h 361971"/>
                <a:gd name="connsiteX8" fmla="*/ 232594 w 362309"/>
                <a:gd name="connsiteY8" fmla="*/ 63202 h 361971"/>
                <a:gd name="connsiteX9" fmla="*/ 235789 w 362309"/>
                <a:gd name="connsiteY9" fmla="*/ 70862 h 361971"/>
                <a:gd name="connsiteX10" fmla="*/ 220453 w 362309"/>
                <a:gd name="connsiteY10" fmla="*/ 107251 h 361971"/>
                <a:gd name="connsiteX11" fmla="*/ 214702 w 362309"/>
                <a:gd name="connsiteY11" fmla="*/ 111081 h 361971"/>
                <a:gd name="connsiteX12" fmla="*/ 212146 w 362309"/>
                <a:gd name="connsiteY12" fmla="*/ 110443 h 361971"/>
                <a:gd name="connsiteX13" fmla="*/ 208312 w 362309"/>
                <a:gd name="connsiteY13" fmla="*/ 102144 h 361971"/>
                <a:gd name="connsiteX14" fmla="*/ 173807 w 362309"/>
                <a:gd name="connsiteY14" fmla="*/ 58094 h 361971"/>
                <a:gd name="connsiteX15" fmla="*/ 180197 w 362309"/>
                <a:gd name="connsiteY15" fmla="*/ 51710 h 361971"/>
                <a:gd name="connsiteX16" fmla="*/ 186587 w 362309"/>
                <a:gd name="connsiteY16" fmla="*/ 58094 h 361971"/>
                <a:gd name="connsiteX17" fmla="*/ 186587 w 362309"/>
                <a:gd name="connsiteY17" fmla="*/ 97675 h 361971"/>
                <a:gd name="connsiteX18" fmla="*/ 180197 w 362309"/>
                <a:gd name="connsiteY18" fmla="*/ 104059 h 361971"/>
                <a:gd name="connsiteX19" fmla="*/ 173807 w 362309"/>
                <a:gd name="connsiteY19" fmla="*/ 97675 h 361971"/>
                <a:gd name="connsiteX20" fmla="*/ 173807 w 362309"/>
                <a:gd name="connsiteY20" fmla="*/ 58094 h 361971"/>
                <a:gd name="connsiteX21" fmla="*/ 128438 w 362309"/>
                <a:gd name="connsiteY21" fmla="*/ 62563 h 361971"/>
                <a:gd name="connsiteX22" fmla="*/ 136745 w 362309"/>
                <a:gd name="connsiteY22" fmla="*/ 65755 h 361971"/>
                <a:gd name="connsiteX23" fmla="*/ 136745 w 362309"/>
                <a:gd name="connsiteY23" fmla="*/ 65755 h 361971"/>
                <a:gd name="connsiteX24" fmla="*/ 152081 w 362309"/>
                <a:gd name="connsiteY24" fmla="*/ 102144 h 361971"/>
                <a:gd name="connsiteX25" fmla="*/ 148886 w 362309"/>
                <a:gd name="connsiteY25" fmla="*/ 110443 h 361971"/>
                <a:gd name="connsiteX26" fmla="*/ 146330 w 362309"/>
                <a:gd name="connsiteY26" fmla="*/ 111081 h 361971"/>
                <a:gd name="connsiteX27" fmla="*/ 140579 w 362309"/>
                <a:gd name="connsiteY27" fmla="*/ 107251 h 361971"/>
                <a:gd name="connsiteX28" fmla="*/ 125243 w 362309"/>
                <a:gd name="connsiteY28" fmla="*/ 70862 h 361971"/>
                <a:gd name="connsiteX29" fmla="*/ 128438 w 362309"/>
                <a:gd name="connsiteY29" fmla="*/ 62563 h 361971"/>
                <a:gd name="connsiteX30" fmla="*/ 237706 w 362309"/>
                <a:gd name="connsiteY30" fmla="*/ 192158 h 361971"/>
                <a:gd name="connsiteX31" fmla="*/ 210868 w 362309"/>
                <a:gd name="connsiteY31" fmla="*/ 261105 h 361971"/>
                <a:gd name="connsiteX32" fmla="*/ 211507 w 362309"/>
                <a:gd name="connsiteY32" fmla="*/ 264297 h 361971"/>
                <a:gd name="connsiteX33" fmla="*/ 204478 w 362309"/>
                <a:gd name="connsiteY33" fmla="*/ 304516 h 361971"/>
                <a:gd name="connsiteX34" fmla="*/ 198088 w 362309"/>
                <a:gd name="connsiteY34" fmla="*/ 309623 h 361971"/>
                <a:gd name="connsiteX35" fmla="*/ 165500 w 362309"/>
                <a:gd name="connsiteY35" fmla="*/ 309623 h 361971"/>
                <a:gd name="connsiteX36" fmla="*/ 159110 w 362309"/>
                <a:gd name="connsiteY36" fmla="*/ 304516 h 361971"/>
                <a:gd name="connsiteX37" fmla="*/ 152081 w 362309"/>
                <a:gd name="connsiteY37" fmla="*/ 264297 h 361971"/>
                <a:gd name="connsiteX38" fmla="*/ 152720 w 362309"/>
                <a:gd name="connsiteY38" fmla="*/ 260466 h 361971"/>
                <a:gd name="connsiteX39" fmla="*/ 125882 w 362309"/>
                <a:gd name="connsiteY39" fmla="*/ 192158 h 361971"/>
                <a:gd name="connsiteX40" fmla="*/ 130355 w 362309"/>
                <a:gd name="connsiteY40" fmla="*/ 141724 h 361971"/>
                <a:gd name="connsiteX41" fmla="*/ 181474 w 362309"/>
                <a:gd name="connsiteY41" fmla="*/ 117465 h 361971"/>
                <a:gd name="connsiteX42" fmla="*/ 182752 w 362309"/>
                <a:gd name="connsiteY42" fmla="*/ 117465 h 361971"/>
                <a:gd name="connsiteX43" fmla="*/ 233872 w 362309"/>
                <a:gd name="connsiteY43" fmla="*/ 141086 h 361971"/>
                <a:gd name="connsiteX44" fmla="*/ 237706 w 362309"/>
                <a:gd name="connsiteY44" fmla="*/ 192158 h 361971"/>
                <a:gd name="connsiteX45" fmla="*/ 237706 w 362309"/>
                <a:gd name="connsiteY45" fmla="*/ 19215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208312" y="102144"/>
                  </a:moveTo>
                  <a:lnTo>
                    <a:pt x="223648" y="65755"/>
                  </a:lnTo>
                  <a:cubicBezTo>
                    <a:pt x="225565" y="62563"/>
                    <a:pt x="229399" y="61286"/>
                    <a:pt x="232594" y="63202"/>
                  </a:cubicBezTo>
                  <a:cubicBezTo>
                    <a:pt x="235150" y="64478"/>
                    <a:pt x="236428" y="67670"/>
                    <a:pt x="235789" y="70862"/>
                  </a:cubicBezTo>
                  <a:lnTo>
                    <a:pt x="220453" y="107251"/>
                  </a:lnTo>
                  <a:cubicBezTo>
                    <a:pt x="219175" y="109805"/>
                    <a:pt x="217258" y="111081"/>
                    <a:pt x="214702" y="111081"/>
                  </a:cubicBezTo>
                  <a:cubicBezTo>
                    <a:pt x="214063" y="111081"/>
                    <a:pt x="212785" y="111081"/>
                    <a:pt x="212146" y="110443"/>
                  </a:cubicBezTo>
                  <a:cubicBezTo>
                    <a:pt x="208312" y="109166"/>
                    <a:pt x="207034" y="105336"/>
                    <a:pt x="208312" y="102144"/>
                  </a:cubicBezTo>
                  <a:close/>
                  <a:moveTo>
                    <a:pt x="173807" y="58094"/>
                  </a:moveTo>
                  <a:cubicBezTo>
                    <a:pt x="173807" y="54264"/>
                    <a:pt x="176362" y="51710"/>
                    <a:pt x="180197" y="51710"/>
                  </a:cubicBezTo>
                  <a:cubicBezTo>
                    <a:pt x="184031" y="51710"/>
                    <a:pt x="186587" y="54264"/>
                    <a:pt x="186587" y="58094"/>
                  </a:cubicBezTo>
                  <a:lnTo>
                    <a:pt x="186587" y="97675"/>
                  </a:lnTo>
                  <a:cubicBezTo>
                    <a:pt x="186587" y="101505"/>
                    <a:pt x="184031" y="104059"/>
                    <a:pt x="180197" y="104059"/>
                  </a:cubicBezTo>
                  <a:cubicBezTo>
                    <a:pt x="176362" y="104059"/>
                    <a:pt x="173807" y="101505"/>
                    <a:pt x="173807" y="97675"/>
                  </a:cubicBezTo>
                  <a:lnTo>
                    <a:pt x="173807" y="58094"/>
                  </a:lnTo>
                  <a:close/>
                  <a:moveTo>
                    <a:pt x="128438" y="62563"/>
                  </a:moveTo>
                  <a:cubicBezTo>
                    <a:pt x="131633" y="61286"/>
                    <a:pt x="135467" y="62563"/>
                    <a:pt x="136745" y="65755"/>
                  </a:cubicBezTo>
                  <a:cubicBezTo>
                    <a:pt x="136745" y="65755"/>
                    <a:pt x="136745" y="65755"/>
                    <a:pt x="136745" y="65755"/>
                  </a:cubicBezTo>
                  <a:lnTo>
                    <a:pt x="152081" y="102144"/>
                  </a:lnTo>
                  <a:cubicBezTo>
                    <a:pt x="153358" y="105336"/>
                    <a:pt x="152081" y="109166"/>
                    <a:pt x="148886" y="110443"/>
                  </a:cubicBezTo>
                  <a:cubicBezTo>
                    <a:pt x="148247" y="111081"/>
                    <a:pt x="146969" y="111081"/>
                    <a:pt x="146330" y="111081"/>
                  </a:cubicBezTo>
                  <a:cubicBezTo>
                    <a:pt x="143774" y="111081"/>
                    <a:pt x="141217" y="109805"/>
                    <a:pt x="140579" y="107251"/>
                  </a:cubicBezTo>
                  <a:lnTo>
                    <a:pt x="125243" y="70862"/>
                  </a:lnTo>
                  <a:cubicBezTo>
                    <a:pt x="123965" y="67670"/>
                    <a:pt x="125243" y="63840"/>
                    <a:pt x="128438" y="62563"/>
                  </a:cubicBezTo>
                  <a:close/>
                  <a:moveTo>
                    <a:pt x="237706" y="192158"/>
                  </a:moveTo>
                  <a:cubicBezTo>
                    <a:pt x="215980" y="235569"/>
                    <a:pt x="211507" y="255359"/>
                    <a:pt x="210868" y="261105"/>
                  </a:cubicBezTo>
                  <a:cubicBezTo>
                    <a:pt x="211507" y="262382"/>
                    <a:pt x="211507" y="263020"/>
                    <a:pt x="211507" y="264297"/>
                  </a:cubicBezTo>
                  <a:lnTo>
                    <a:pt x="204478" y="304516"/>
                  </a:lnTo>
                  <a:cubicBezTo>
                    <a:pt x="203839" y="307708"/>
                    <a:pt x="201283" y="309623"/>
                    <a:pt x="198088" y="309623"/>
                  </a:cubicBezTo>
                  <a:lnTo>
                    <a:pt x="165500" y="309623"/>
                  </a:lnTo>
                  <a:cubicBezTo>
                    <a:pt x="162305" y="309623"/>
                    <a:pt x="159748" y="307708"/>
                    <a:pt x="159110" y="304516"/>
                  </a:cubicBezTo>
                  <a:lnTo>
                    <a:pt x="152081" y="264297"/>
                  </a:lnTo>
                  <a:cubicBezTo>
                    <a:pt x="152081" y="263020"/>
                    <a:pt x="152081" y="261743"/>
                    <a:pt x="152720" y="260466"/>
                  </a:cubicBezTo>
                  <a:cubicBezTo>
                    <a:pt x="151442" y="254082"/>
                    <a:pt x="146969" y="234292"/>
                    <a:pt x="125882" y="192158"/>
                  </a:cubicBezTo>
                  <a:cubicBezTo>
                    <a:pt x="119492" y="175560"/>
                    <a:pt x="120770" y="157046"/>
                    <a:pt x="130355" y="141724"/>
                  </a:cubicBezTo>
                  <a:cubicBezTo>
                    <a:pt x="137384" y="130872"/>
                    <a:pt x="152081" y="117465"/>
                    <a:pt x="181474" y="117465"/>
                  </a:cubicBezTo>
                  <a:lnTo>
                    <a:pt x="182752" y="117465"/>
                  </a:lnTo>
                  <a:cubicBezTo>
                    <a:pt x="212785" y="117465"/>
                    <a:pt x="226843" y="130233"/>
                    <a:pt x="233872" y="141086"/>
                  </a:cubicBezTo>
                  <a:cubicBezTo>
                    <a:pt x="242179" y="156408"/>
                    <a:pt x="244096" y="174921"/>
                    <a:pt x="237706" y="192158"/>
                  </a:cubicBezTo>
                  <a:lnTo>
                    <a:pt x="237706" y="192158"/>
                  </a:lnTo>
                  <a:close/>
                </a:path>
              </a:pathLst>
            </a:custGeom>
            <a:solidFill>
              <a:srgbClr val="00ABAB"/>
            </a:solidFill>
            <a:ln w="6390" cap="flat">
              <a:noFill/>
              <a:prstDash val="solid"/>
              <a:miter/>
            </a:ln>
          </p:spPr>
          <p:txBody>
            <a:bodyPr rtlCol="0" anchor="ctr"/>
            <a:lstStyle/>
            <a:p>
              <a:endParaRPr lang="en-US"/>
            </a:p>
          </p:txBody>
        </p:sp>
      </p:grpSp>
      <p:grpSp>
        <p:nvGrpSpPr>
          <p:cNvPr id="573" name="Graphic 4">
            <a:extLst>
              <a:ext uri="{FF2B5EF4-FFF2-40B4-BE49-F238E27FC236}">
                <a16:creationId xmlns:a16="http://schemas.microsoft.com/office/drawing/2014/main" id="{3F511DE4-BAB9-C741-BF01-9F1202B314D8}"/>
              </a:ext>
            </a:extLst>
          </p:cNvPr>
          <p:cNvGrpSpPr>
            <a:grpSpLocks noChangeAspect="1"/>
          </p:cNvGrpSpPr>
          <p:nvPr/>
        </p:nvGrpSpPr>
        <p:grpSpPr>
          <a:xfrm>
            <a:off x="467743" y="4793256"/>
            <a:ext cx="361670" cy="361971"/>
            <a:chOff x="467743" y="4793256"/>
            <a:chExt cx="361670" cy="361971"/>
          </a:xfrm>
          <a:solidFill>
            <a:srgbClr val="004F59"/>
          </a:solidFill>
        </p:grpSpPr>
        <p:sp>
          <p:nvSpPr>
            <p:cNvPr id="574" name="Graphic 4">
              <a:extLst>
                <a:ext uri="{FF2B5EF4-FFF2-40B4-BE49-F238E27FC236}">
                  <a16:creationId xmlns:a16="http://schemas.microsoft.com/office/drawing/2014/main" id="{9DF0B56D-BD25-BF4D-81D4-12C4E4A1FD8A}"/>
                </a:ext>
              </a:extLst>
            </p:cNvPr>
            <p:cNvSpPr/>
            <p:nvPr/>
          </p:nvSpPr>
          <p:spPr>
            <a:xfrm>
              <a:off x="467743" y="4793256"/>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0667 h 361971"/>
                <a:gd name="connsiteX4" fmla="*/ 361670 w 361670"/>
                <a:gd name="connsiteY4" fmla="*/ 180667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667 h 361971"/>
                <a:gd name="connsiteX9" fmla="*/ 180835 w 361670"/>
                <a:gd name="connsiteY9" fmla="*/ 12129 h 361971"/>
                <a:gd name="connsiteX10" fmla="*/ 348891 w 361670"/>
                <a:gd name="connsiteY10" fmla="*/ 180667 h 361971"/>
                <a:gd name="connsiteX11" fmla="*/ 348891 w 361670"/>
                <a:gd name="connsiteY11" fmla="*/ 180667 h 361971"/>
                <a:gd name="connsiteX12" fmla="*/ 180835 w 361670"/>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5" y="0"/>
                  </a:moveTo>
                  <a:cubicBezTo>
                    <a:pt x="80513" y="0"/>
                    <a:pt x="0" y="81077"/>
                    <a:pt x="0" y="180667"/>
                  </a:cubicBezTo>
                  <a:cubicBezTo>
                    <a:pt x="0" y="280895"/>
                    <a:pt x="81152" y="361972"/>
                    <a:pt x="180835" y="361972"/>
                  </a:cubicBezTo>
                  <a:cubicBezTo>
                    <a:pt x="280518" y="361972"/>
                    <a:pt x="361670" y="280895"/>
                    <a:pt x="361670" y="180667"/>
                  </a:cubicBezTo>
                  <a:cubicBezTo>
                    <a:pt x="361670" y="180667"/>
                    <a:pt x="361670" y="180667"/>
                    <a:pt x="361670" y="180667"/>
                  </a:cubicBezTo>
                  <a:cubicBezTo>
                    <a:pt x="361670" y="80438"/>
                    <a:pt x="281157" y="0"/>
                    <a:pt x="180835" y="0"/>
                  </a:cubicBezTo>
                  <a:cubicBezTo>
                    <a:pt x="180835" y="0"/>
                    <a:pt x="180835" y="0"/>
                    <a:pt x="180835" y="0"/>
                  </a:cubicBezTo>
                  <a:close/>
                  <a:moveTo>
                    <a:pt x="180835" y="348565"/>
                  </a:moveTo>
                  <a:cubicBezTo>
                    <a:pt x="87542" y="348565"/>
                    <a:pt x="12780" y="273234"/>
                    <a:pt x="12780" y="180667"/>
                  </a:cubicBezTo>
                  <a:cubicBezTo>
                    <a:pt x="12780" y="87461"/>
                    <a:pt x="88181" y="12129"/>
                    <a:pt x="180835" y="12129"/>
                  </a:cubicBezTo>
                  <a:cubicBezTo>
                    <a:pt x="273489" y="12129"/>
                    <a:pt x="348891" y="87461"/>
                    <a:pt x="348891" y="180667"/>
                  </a:cubicBezTo>
                  <a:lnTo>
                    <a:pt x="348891" y="180667"/>
                  </a:lnTo>
                  <a:cubicBezTo>
                    <a:pt x="348891" y="273234"/>
                    <a:pt x="273489" y="348565"/>
                    <a:pt x="180835" y="348565"/>
                  </a:cubicBezTo>
                  <a:close/>
                </a:path>
              </a:pathLst>
            </a:custGeom>
            <a:solidFill>
              <a:srgbClr val="004F59"/>
            </a:solidFill>
            <a:ln w="6390" cap="flat">
              <a:noFill/>
              <a:prstDash val="solid"/>
              <a:miter/>
            </a:ln>
          </p:spPr>
          <p:txBody>
            <a:bodyPr rtlCol="0" anchor="ctr"/>
            <a:lstStyle/>
            <a:p>
              <a:endParaRPr lang="en-US"/>
            </a:p>
          </p:txBody>
        </p:sp>
        <p:sp>
          <p:nvSpPr>
            <p:cNvPr id="575" name="Graphic 4">
              <a:extLst>
                <a:ext uri="{FF2B5EF4-FFF2-40B4-BE49-F238E27FC236}">
                  <a16:creationId xmlns:a16="http://schemas.microsoft.com/office/drawing/2014/main" id="{B3D30852-6008-5F49-B6EC-A3C43482A8F8}"/>
                </a:ext>
              </a:extLst>
            </p:cNvPr>
            <p:cNvSpPr/>
            <p:nvPr/>
          </p:nvSpPr>
          <p:spPr>
            <a:xfrm>
              <a:off x="533559" y="4933065"/>
              <a:ext cx="232205" cy="139171"/>
            </a:xfrm>
            <a:custGeom>
              <a:avLst/>
              <a:gdLst>
                <a:gd name="connsiteX0" fmla="*/ 201283 w 232205"/>
                <a:gd name="connsiteY0" fmla="*/ 0 h 139171"/>
                <a:gd name="connsiteX1" fmla="*/ 154636 w 232205"/>
                <a:gd name="connsiteY1" fmla="*/ 0 h 139171"/>
                <a:gd name="connsiteX2" fmla="*/ 148247 w 232205"/>
                <a:gd name="connsiteY2" fmla="*/ 5746 h 139171"/>
                <a:gd name="connsiteX3" fmla="*/ 139301 w 232205"/>
                <a:gd name="connsiteY3" fmla="*/ 79800 h 139171"/>
                <a:gd name="connsiteX4" fmla="*/ 79874 w 232205"/>
                <a:gd name="connsiteY4" fmla="*/ 40219 h 139171"/>
                <a:gd name="connsiteX5" fmla="*/ 73484 w 232205"/>
                <a:gd name="connsiteY5" fmla="*/ 40219 h 139171"/>
                <a:gd name="connsiteX6" fmla="*/ 70289 w 232205"/>
                <a:gd name="connsiteY6" fmla="*/ 45965 h 139171"/>
                <a:gd name="connsiteX7" fmla="*/ 70289 w 232205"/>
                <a:gd name="connsiteY7" fmla="*/ 81077 h 139171"/>
                <a:gd name="connsiteX8" fmla="*/ 9585 w 232205"/>
                <a:gd name="connsiteY8" fmla="*/ 40858 h 139171"/>
                <a:gd name="connsiteX9" fmla="*/ 3195 w 232205"/>
                <a:gd name="connsiteY9" fmla="*/ 40858 h 139171"/>
                <a:gd name="connsiteX10" fmla="*/ 0 w 232205"/>
                <a:gd name="connsiteY10" fmla="*/ 46603 h 139171"/>
                <a:gd name="connsiteX11" fmla="*/ 0 w 232205"/>
                <a:gd name="connsiteY11" fmla="*/ 132787 h 139171"/>
                <a:gd name="connsiteX12" fmla="*/ 6390 w 232205"/>
                <a:gd name="connsiteY12" fmla="*/ 139171 h 139171"/>
                <a:gd name="connsiteX13" fmla="*/ 225565 w 232205"/>
                <a:gd name="connsiteY13" fmla="*/ 139171 h 139171"/>
                <a:gd name="connsiteX14" fmla="*/ 230677 w 232205"/>
                <a:gd name="connsiteY14" fmla="*/ 136617 h 139171"/>
                <a:gd name="connsiteX15" fmla="*/ 231955 w 232205"/>
                <a:gd name="connsiteY15" fmla="*/ 131510 h 139171"/>
                <a:gd name="connsiteX16" fmla="*/ 207673 w 232205"/>
                <a:gd name="connsiteY16" fmla="*/ 5746 h 139171"/>
                <a:gd name="connsiteX17" fmla="*/ 201283 w 232205"/>
                <a:gd name="connsiteY17" fmla="*/ 0 h 139171"/>
                <a:gd name="connsiteX18" fmla="*/ 136745 w 232205"/>
                <a:gd name="connsiteY18" fmla="*/ 93845 h 139171"/>
                <a:gd name="connsiteX19" fmla="*/ 132911 w 232205"/>
                <a:gd name="connsiteY19" fmla="*/ 125126 h 139171"/>
                <a:gd name="connsiteX20" fmla="*/ 82430 w 232205"/>
                <a:gd name="connsiteY20" fmla="*/ 125126 h 139171"/>
                <a:gd name="connsiteX21" fmla="*/ 82430 w 232205"/>
                <a:gd name="connsiteY21" fmla="*/ 57456 h 139171"/>
                <a:gd name="connsiteX22" fmla="*/ 136745 w 232205"/>
                <a:gd name="connsiteY22" fmla="*/ 93845 h 139171"/>
                <a:gd name="connsiteX23" fmla="*/ 69650 w 232205"/>
                <a:gd name="connsiteY23" fmla="*/ 96398 h 139171"/>
                <a:gd name="connsiteX24" fmla="*/ 69650 w 232205"/>
                <a:gd name="connsiteY24" fmla="*/ 125765 h 139171"/>
                <a:gd name="connsiteX25" fmla="*/ 12141 w 232205"/>
                <a:gd name="connsiteY25" fmla="*/ 125765 h 139171"/>
                <a:gd name="connsiteX26" fmla="*/ 12141 w 232205"/>
                <a:gd name="connsiteY26" fmla="*/ 58094 h 139171"/>
                <a:gd name="connsiteX27" fmla="*/ 69650 w 232205"/>
                <a:gd name="connsiteY27" fmla="*/ 96398 h 139171"/>
                <a:gd name="connsiteX28" fmla="*/ 146330 w 232205"/>
                <a:gd name="connsiteY28" fmla="*/ 125126 h 139171"/>
                <a:gd name="connsiteX29" fmla="*/ 146330 w 232205"/>
                <a:gd name="connsiteY29" fmla="*/ 125126 h 139171"/>
                <a:gd name="connsiteX30" fmla="*/ 159748 w 232205"/>
                <a:gd name="connsiteY30" fmla="*/ 12768 h 139171"/>
                <a:gd name="connsiteX31" fmla="*/ 195532 w 232205"/>
                <a:gd name="connsiteY31" fmla="*/ 12768 h 139171"/>
                <a:gd name="connsiteX32" fmla="*/ 216619 w 232205"/>
                <a:gd name="connsiteY32" fmla="*/ 125126 h 139171"/>
                <a:gd name="connsiteX33" fmla="*/ 146330 w 232205"/>
                <a:gd name="connsiteY33" fmla="*/ 125126 h 139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32205" h="139171">
                  <a:moveTo>
                    <a:pt x="201283" y="0"/>
                  </a:moveTo>
                  <a:lnTo>
                    <a:pt x="154636" y="0"/>
                  </a:lnTo>
                  <a:cubicBezTo>
                    <a:pt x="151441" y="0"/>
                    <a:pt x="148886" y="2554"/>
                    <a:pt x="148247" y="5746"/>
                  </a:cubicBezTo>
                  <a:lnTo>
                    <a:pt x="139301" y="79800"/>
                  </a:lnTo>
                  <a:lnTo>
                    <a:pt x="79874" y="40219"/>
                  </a:lnTo>
                  <a:cubicBezTo>
                    <a:pt x="77957" y="38943"/>
                    <a:pt x="75401" y="38943"/>
                    <a:pt x="73484" y="40219"/>
                  </a:cubicBezTo>
                  <a:cubicBezTo>
                    <a:pt x="71567" y="41496"/>
                    <a:pt x="70289" y="43411"/>
                    <a:pt x="70289" y="45965"/>
                  </a:cubicBezTo>
                  <a:lnTo>
                    <a:pt x="70289" y="81077"/>
                  </a:lnTo>
                  <a:lnTo>
                    <a:pt x="9585" y="40858"/>
                  </a:lnTo>
                  <a:cubicBezTo>
                    <a:pt x="7668" y="39581"/>
                    <a:pt x="5112" y="39581"/>
                    <a:pt x="3195" y="40858"/>
                  </a:cubicBezTo>
                  <a:cubicBezTo>
                    <a:pt x="1278" y="42135"/>
                    <a:pt x="0" y="44050"/>
                    <a:pt x="0" y="46603"/>
                  </a:cubicBezTo>
                  <a:lnTo>
                    <a:pt x="0" y="132787"/>
                  </a:lnTo>
                  <a:cubicBezTo>
                    <a:pt x="0" y="136617"/>
                    <a:pt x="2556" y="139171"/>
                    <a:pt x="6390" y="139171"/>
                  </a:cubicBezTo>
                  <a:lnTo>
                    <a:pt x="225565" y="139171"/>
                  </a:lnTo>
                  <a:cubicBezTo>
                    <a:pt x="227482" y="139171"/>
                    <a:pt x="229399" y="138533"/>
                    <a:pt x="230677" y="136617"/>
                  </a:cubicBezTo>
                  <a:cubicBezTo>
                    <a:pt x="231955" y="135341"/>
                    <a:pt x="232594" y="133425"/>
                    <a:pt x="231955" y="131510"/>
                  </a:cubicBezTo>
                  <a:lnTo>
                    <a:pt x="207673" y="5746"/>
                  </a:lnTo>
                  <a:cubicBezTo>
                    <a:pt x="207034" y="2554"/>
                    <a:pt x="204478" y="0"/>
                    <a:pt x="201283" y="0"/>
                  </a:cubicBezTo>
                  <a:close/>
                  <a:moveTo>
                    <a:pt x="136745" y="93845"/>
                  </a:moveTo>
                  <a:lnTo>
                    <a:pt x="132911" y="125126"/>
                  </a:lnTo>
                  <a:lnTo>
                    <a:pt x="82430" y="125126"/>
                  </a:lnTo>
                  <a:lnTo>
                    <a:pt x="82430" y="57456"/>
                  </a:lnTo>
                  <a:lnTo>
                    <a:pt x="136745" y="93845"/>
                  </a:lnTo>
                  <a:close/>
                  <a:moveTo>
                    <a:pt x="69650" y="96398"/>
                  </a:moveTo>
                  <a:lnTo>
                    <a:pt x="69650" y="125765"/>
                  </a:lnTo>
                  <a:lnTo>
                    <a:pt x="12141" y="125765"/>
                  </a:lnTo>
                  <a:lnTo>
                    <a:pt x="12141" y="58094"/>
                  </a:lnTo>
                  <a:lnTo>
                    <a:pt x="69650" y="96398"/>
                  </a:lnTo>
                  <a:close/>
                  <a:moveTo>
                    <a:pt x="146330" y="125126"/>
                  </a:moveTo>
                  <a:lnTo>
                    <a:pt x="146330" y="125126"/>
                  </a:lnTo>
                  <a:lnTo>
                    <a:pt x="159748" y="12768"/>
                  </a:lnTo>
                  <a:lnTo>
                    <a:pt x="195532" y="12768"/>
                  </a:lnTo>
                  <a:lnTo>
                    <a:pt x="216619" y="125126"/>
                  </a:lnTo>
                  <a:lnTo>
                    <a:pt x="146330" y="125126"/>
                  </a:lnTo>
                  <a:close/>
                </a:path>
              </a:pathLst>
            </a:custGeom>
            <a:solidFill>
              <a:srgbClr val="004F59"/>
            </a:solidFill>
            <a:ln w="6390" cap="flat">
              <a:noFill/>
              <a:prstDash val="solid"/>
              <a:miter/>
            </a:ln>
          </p:spPr>
          <p:txBody>
            <a:bodyPr rtlCol="0" anchor="ctr"/>
            <a:lstStyle/>
            <a:p>
              <a:endParaRPr lang="en-US"/>
            </a:p>
          </p:txBody>
        </p:sp>
        <p:sp>
          <p:nvSpPr>
            <p:cNvPr id="576" name="Graphic 4">
              <a:extLst>
                <a:ext uri="{FF2B5EF4-FFF2-40B4-BE49-F238E27FC236}">
                  <a16:creationId xmlns:a16="http://schemas.microsoft.com/office/drawing/2014/main" id="{000FEBE3-3C1A-7E40-9988-E8626CDDECEC}"/>
                </a:ext>
              </a:extLst>
            </p:cNvPr>
            <p:cNvSpPr/>
            <p:nvPr/>
          </p:nvSpPr>
          <p:spPr>
            <a:xfrm>
              <a:off x="686279" y="4876248"/>
              <a:ext cx="19808" cy="44049"/>
            </a:xfrm>
            <a:custGeom>
              <a:avLst/>
              <a:gdLst>
                <a:gd name="connsiteX0" fmla="*/ 5112 w 19808"/>
                <a:gd name="connsiteY0" fmla="*/ 33197 h 44049"/>
                <a:gd name="connsiteX1" fmla="*/ 5112 w 19808"/>
                <a:gd name="connsiteY1" fmla="*/ 42134 h 44049"/>
                <a:gd name="connsiteX2" fmla="*/ 9585 w 19808"/>
                <a:gd name="connsiteY2" fmla="*/ 44049 h 44049"/>
                <a:gd name="connsiteX3" fmla="*/ 14058 w 19808"/>
                <a:gd name="connsiteY3" fmla="*/ 42134 h 44049"/>
                <a:gd name="connsiteX4" fmla="*/ 19809 w 19808"/>
                <a:gd name="connsiteY4" fmla="*/ 29366 h 44049"/>
                <a:gd name="connsiteX5" fmla="*/ 14697 w 19808"/>
                <a:gd name="connsiteY5" fmla="*/ 17237 h 44049"/>
                <a:gd name="connsiteX6" fmla="*/ 14058 w 19808"/>
                <a:gd name="connsiteY6" fmla="*/ 11491 h 44049"/>
                <a:gd name="connsiteX7" fmla="*/ 14697 w 19808"/>
                <a:gd name="connsiteY7" fmla="*/ 10853 h 44049"/>
                <a:gd name="connsiteX8" fmla="*/ 14697 w 19808"/>
                <a:gd name="connsiteY8" fmla="*/ 1915 h 44049"/>
                <a:gd name="connsiteX9" fmla="*/ 5751 w 19808"/>
                <a:gd name="connsiteY9" fmla="*/ 1915 h 44049"/>
                <a:gd name="connsiteX10" fmla="*/ 0 w 19808"/>
                <a:gd name="connsiteY10" fmla="*/ 14683 h 44049"/>
                <a:gd name="connsiteX11" fmla="*/ 5112 w 19808"/>
                <a:gd name="connsiteY11" fmla="*/ 26813 h 44049"/>
                <a:gd name="connsiteX12" fmla="*/ 5112 w 19808"/>
                <a:gd name="connsiteY12" fmla="*/ 33197 h 44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808" h="44049">
                  <a:moveTo>
                    <a:pt x="5112" y="33197"/>
                  </a:moveTo>
                  <a:cubicBezTo>
                    <a:pt x="2556" y="35750"/>
                    <a:pt x="2556" y="39581"/>
                    <a:pt x="5112" y="42134"/>
                  </a:cubicBezTo>
                  <a:cubicBezTo>
                    <a:pt x="6390" y="43411"/>
                    <a:pt x="7668" y="44049"/>
                    <a:pt x="9585" y="44049"/>
                  </a:cubicBezTo>
                  <a:cubicBezTo>
                    <a:pt x="11502" y="44049"/>
                    <a:pt x="12780" y="43411"/>
                    <a:pt x="14058" y="42134"/>
                  </a:cubicBezTo>
                  <a:cubicBezTo>
                    <a:pt x="17253" y="38942"/>
                    <a:pt x="19170" y="34473"/>
                    <a:pt x="19809" y="29366"/>
                  </a:cubicBezTo>
                  <a:cubicBezTo>
                    <a:pt x="19809" y="24897"/>
                    <a:pt x="17892" y="20429"/>
                    <a:pt x="14697" y="17237"/>
                  </a:cubicBezTo>
                  <a:cubicBezTo>
                    <a:pt x="12780" y="15960"/>
                    <a:pt x="12780" y="13406"/>
                    <a:pt x="14058" y="11491"/>
                  </a:cubicBezTo>
                  <a:cubicBezTo>
                    <a:pt x="14058" y="11491"/>
                    <a:pt x="14697" y="10853"/>
                    <a:pt x="14697" y="10853"/>
                  </a:cubicBezTo>
                  <a:cubicBezTo>
                    <a:pt x="17253" y="8299"/>
                    <a:pt x="17253" y="4469"/>
                    <a:pt x="14697" y="1915"/>
                  </a:cubicBezTo>
                  <a:cubicBezTo>
                    <a:pt x="12141" y="-638"/>
                    <a:pt x="8307" y="-638"/>
                    <a:pt x="5751" y="1915"/>
                  </a:cubicBezTo>
                  <a:cubicBezTo>
                    <a:pt x="2556" y="5107"/>
                    <a:pt x="639" y="9576"/>
                    <a:pt x="0" y="14683"/>
                  </a:cubicBezTo>
                  <a:cubicBezTo>
                    <a:pt x="0" y="19152"/>
                    <a:pt x="1917" y="23621"/>
                    <a:pt x="5112" y="26813"/>
                  </a:cubicBezTo>
                  <a:cubicBezTo>
                    <a:pt x="5112" y="28089"/>
                    <a:pt x="-639" y="30643"/>
                    <a:pt x="5112" y="33197"/>
                  </a:cubicBezTo>
                  <a:close/>
                </a:path>
              </a:pathLst>
            </a:custGeom>
            <a:solidFill>
              <a:srgbClr val="004F59"/>
            </a:solidFill>
            <a:ln w="6390" cap="flat">
              <a:noFill/>
              <a:prstDash val="solid"/>
              <a:miter/>
            </a:ln>
          </p:spPr>
          <p:txBody>
            <a:bodyPr rtlCol="0" anchor="ctr"/>
            <a:lstStyle/>
            <a:p>
              <a:endParaRPr lang="en-US"/>
            </a:p>
          </p:txBody>
        </p:sp>
        <p:sp>
          <p:nvSpPr>
            <p:cNvPr id="577" name="Graphic 4">
              <a:extLst>
                <a:ext uri="{FF2B5EF4-FFF2-40B4-BE49-F238E27FC236}">
                  <a16:creationId xmlns:a16="http://schemas.microsoft.com/office/drawing/2014/main" id="{36DB08A2-438B-714E-81B5-86D88BD4D32D}"/>
                </a:ext>
              </a:extLst>
            </p:cNvPr>
            <p:cNvSpPr/>
            <p:nvPr/>
          </p:nvSpPr>
          <p:spPr>
            <a:xfrm>
              <a:off x="717589" y="4876248"/>
              <a:ext cx="19808" cy="44049"/>
            </a:xfrm>
            <a:custGeom>
              <a:avLst/>
              <a:gdLst>
                <a:gd name="connsiteX0" fmla="*/ 5112 w 19808"/>
                <a:gd name="connsiteY0" fmla="*/ 33197 h 44049"/>
                <a:gd name="connsiteX1" fmla="*/ 5112 w 19808"/>
                <a:gd name="connsiteY1" fmla="*/ 42134 h 44049"/>
                <a:gd name="connsiteX2" fmla="*/ 9585 w 19808"/>
                <a:gd name="connsiteY2" fmla="*/ 44049 h 44049"/>
                <a:gd name="connsiteX3" fmla="*/ 14058 w 19808"/>
                <a:gd name="connsiteY3" fmla="*/ 42134 h 44049"/>
                <a:gd name="connsiteX4" fmla="*/ 19809 w 19808"/>
                <a:gd name="connsiteY4" fmla="*/ 29366 h 44049"/>
                <a:gd name="connsiteX5" fmla="*/ 14697 w 19808"/>
                <a:gd name="connsiteY5" fmla="*/ 17237 h 44049"/>
                <a:gd name="connsiteX6" fmla="*/ 14058 w 19808"/>
                <a:gd name="connsiteY6" fmla="*/ 11491 h 44049"/>
                <a:gd name="connsiteX7" fmla="*/ 14697 w 19808"/>
                <a:gd name="connsiteY7" fmla="*/ 10853 h 44049"/>
                <a:gd name="connsiteX8" fmla="*/ 14697 w 19808"/>
                <a:gd name="connsiteY8" fmla="*/ 1915 h 44049"/>
                <a:gd name="connsiteX9" fmla="*/ 5751 w 19808"/>
                <a:gd name="connsiteY9" fmla="*/ 1915 h 44049"/>
                <a:gd name="connsiteX10" fmla="*/ 0 w 19808"/>
                <a:gd name="connsiteY10" fmla="*/ 14683 h 44049"/>
                <a:gd name="connsiteX11" fmla="*/ 5112 w 19808"/>
                <a:gd name="connsiteY11" fmla="*/ 26813 h 44049"/>
                <a:gd name="connsiteX12" fmla="*/ 5112 w 19808"/>
                <a:gd name="connsiteY12" fmla="*/ 33197 h 44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808" h="44049">
                  <a:moveTo>
                    <a:pt x="5112" y="33197"/>
                  </a:moveTo>
                  <a:cubicBezTo>
                    <a:pt x="2556" y="35750"/>
                    <a:pt x="2556" y="39581"/>
                    <a:pt x="5112" y="42134"/>
                  </a:cubicBezTo>
                  <a:cubicBezTo>
                    <a:pt x="6390" y="43411"/>
                    <a:pt x="7668" y="44049"/>
                    <a:pt x="9585" y="44049"/>
                  </a:cubicBezTo>
                  <a:cubicBezTo>
                    <a:pt x="11502" y="44049"/>
                    <a:pt x="12780" y="43411"/>
                    <a:pt x="14058" y="42134"/>
                  </a:cubicBezTo>
                  <a:cubicBezTo>
                    <a:pt x="17253" y="38942"/>
                    <a:pt x="19170" y="34473"/>
                    <a:pt x="19809" y="29366"/>
                  </a:cubicBezTo>
                  <a:cubicBezTo>
                    <a:pt x="19809" y="24897"/>
                    <a:pt x="17892" y="20429"/>
                    <a:pt x="14697" y="17237"/>
                  </a:cubicBezTo>
                  <a:cubicBezTo>
                    <a:pt x="12780" y="15960"/>
                    <a:pt x="12780" y="13406"/>
                    <a:pt x="14058" y="11491"/>
                  </a:cubicBezTo>
                  <a:cubicBezTo>
                    <a:pt x="14058" y="11491"/>
                    <a:pt x="14697" y="10853"/>
                    <a:pt x="14697" y="10853"/>
                  </a:cubicBezTo>
                  <a:cubicBezTo>
                    <a:pt x="17253" y="8299"/>
                    <a:pt x="17253" y="4469"/>
                    <a:pt x="14697" y="1915"/>
                  </a:cubicBezTo>
                  <a:cubicBezTo>
                    <a:pt x="12141" y="-638"/>
                    <a:pt x="8307" y="-638"/>
                    <a:pt x="5751" y="1915"/>
                  </a:cubicBezTo>
                  <a:cubicBezTo>
                    <a:pt x="2556" y="5107"/>
                    <a:pt x="639" y="9576"/>
                    <a:pt x="0" y="14683"/>
                  </a:cubicBezTo>
                  <a:cubicBezTo>
                    <a:pt x="0" y="19152"/>
                    <a:pt x="1917" y="23621"/>
                    <a:pt x="5112" y="26813"/>
                  </a:cubicBezTo>
                  <a:cubicBezTo>
                    <a:pt x="5112" y="28089"/>
                    <a:pt x="-639" y="30643"/>
                    <a:pt x="5112" y="33197"/>
                  </a:cubicBezTo>
                  <a:close/>
                </a:path>
              </a:pathLst>
            </a:custGeom>
            <a:solidFill>
              <a:srgbClr val="004F59"/>
            </a:solidFill>
            <a:ln w="6390" cap="flat">
              <a:noFill/>
              <a:prstDash val="solid"/>
              <a:miter/>
            </a:ln>
          </p:spPr>
          <p:txBody>
            <a:bodyPr rtlCol="0" anchor="ctr"/>
            <a:lstStyle/>
            <a:p>
              <a:endParaRPr lang="en-US"/>
            </a:p>
          </p:txBody>
        </p:sp>
      </p:grpSp>
      <p:grpSp>
        <p:nvGrpSpPr>
          <p:cNvPr id="578" name="Graphic 4">
            <a:extLst>
              <a:ext uri="{FF2B5EF4-FFF2-40B4-BE49-F238E27FC236}">
                <a16:creationId xmlns:a16="http://schemas.microsoft.com/office/drawing/2014/main" id="{ADF0FC6C-8B53-CE4C-914F-E14C57F01654}"/>
              </a:ext>
            </a:extLst>
          </p:cNvPr>
          <p:cNvGrpSpPr>
            <a:grpSpLocks noChangeAspect="1"/>
          </p:cNvGrpSpPr>
          <p:nvPr/>
        </p:nvGrpSpPr>
        <p:grpSpPr>
          <a:xfrm>
            <a:off x="905454" y="4793256"/>
            <a:ext cx="362309" cy="361971"/>
            <a:chOff x="905454" y="4793256"/>
            <a:chExt cx="362309" cy="361971"/>
          </a:xfrm>
          <a:solidFill>
            <a:srgbClr val="004F59"/>
          </a:solidFill>
        </p:grpSpPr>
        <p:sp>
          <p:nvSpPr>
            <p:cNvPr id="579" name="Graphic 4">
              <a:extLst>
                <a:ext uri="{FF2B5EF4-FFF2-40B4-BE49-F238E27FC236}">
                  <a16:creationId xmlns:a16="http://schemas.microsoft.com/office/drawing/2014/main" id="{03B2850A-0735-0140-B151-EC17E49833AE}"/>
                </a:ext>
              </a:extLst>
            </p:cNvPr>
            <p:cNvSpPr/>
            <p:nvPr/>
          </p:nvSpPr>
          <p:spPr>
            <a:xfrm>
              <a:off x="983411" y="4990521"/>
              <a:ext cx="57509" cy="67670"/>
            </a:xfrm>
            <a:custGeom>
              <a:avLst/>
              <a:gdLst>
                <a:gd name="connsiteX0" fmla="*/ 57509 w 57509"/>
                <a:gd name="connsiteY0" fmla="*/ 67670 h 67670"/>
                <a:gd name="connsiteX1" fmla="*/ 57509 w 57509"/>
                <a:gd name="connsiteY1" fmla="*/ 38943 h 67670"/>
                <a:gd name="connsiteX2" fmla="*/ 0 w 57509"/>
                <a:gd name="connsiteY2" fmla="*/ 0 h 67670"/>
                <a:gd name="connsiteX3" fmla="*/ 0 w 57509"/>
                <a:gd name="connsiteY3" fmla="*/ 67670 h 67670"/>
              </a:gdLst>
              <a:ahLst/>
              <a:cxnLst>
                <a:cxn ang="0">
                  <a:pos x="connsiteX0" y="connsiteY0"/>
                </a:cxn>
                <a:cxn ang="0">
                  <a:pos x="connsiteX1" y="connsiteY1"/>
                </a:cxn>
                <a:cxn ang="0">
                  <a:pos x="connsiteX2" y="connsiteY2"/>
                </a:cxn>
                <a:cxn ang="0">
                  <a:pos x="connsiteX3" y="connsiteY3"/>
                </a:cxn>
              </a:cxnLst>
              <a:rect l="l" t="t" r="r" b="b"/>
              <a:pathLst>
                <a:path w="57509" h="67670">
                  <a:moveTo>
                    <a:pt x="57509" y="67670"/>
                  </a:moveTo>
                  <a:lnTo>
                    <a:pt x="57509" y="38943"/>
                  </a:lnTo>
                  <a:lnTo>
                    <a:pt x="0" y="0"/>
                  </a:lnTo>
                  <a:lnTo>
                    <a:pt x="0" y="67670"/>
                  </a:lnTo>
                  <a:close/>
                </a:path>
              </a:pathLst>
            </a:custGeom>
            <a:solidFill>
              <a:srgbClr val="004F59"/>
            </a:solidFill>
            <a:ln w="6390" cap="flat">
              <a:noFill/>
              <a:prstDash val="solid"/>
              <a:miter/>
            </a:ln>
          </p:spPr>
          <p:txBody>
            <a:bodyPr rtlCol="0" anchor="ctr"/>
            <a:lstStyle/>
            <a:p>
              <a:endParaRPr lang="en-US"/>
            </a:p>
          </p:txBody>
        </p:sp>
        <p:sp>
          <p:nvSpPr>
            <p:cNvPr id="580" name="Graphic 4">
              <a:extLst>
                <a:ext uri="{FF2B5EF4-FFF2-40B4-BE49-F238E27FC236}">
                  <a16:creationId xmlns:a16="http://schemas.microsoft.com/office/drawing/2014/main" id="{3ACD5CF6-3BCB-5E4F-AF15-DDB5BA1A6BF2}"/>
                </a:ext>
              </a:extLst>
            </p:cNvPr>
            <p:cNvSpPr/>
            <p:nvPr/>
          </p:nvSpPr>
          <p:spPr>
            <a:xfrm>
              <a:off x="1117599" y="4945833"/>
              <a:ext cx="70928" cy="112358"/>
            </a:xfrm>
            <a:custGeom>
              <a:avLst/>
              <a:gdLst>
                <a:gd name="connsiteX0" fmla="*/ 14058 w 70928"/>
                <a:gd name="connsiteY0" fmla="*/ 0 h 112358"/>
                <a:gd name="connsiteX1" fmla="*/ 0 w 70928"/>
                <a:gd name="connsiteY1" fmla="*/ 112358 h 112358"/>
                <a:gd name="connsiteX2" fmla="*/ 0 w 70928"/>
                <a:gd name="connsiteY2" fmla="*/ 112358 h 112358"/>
                <a:gd name="connsiteX3" fmla="*/ 70928 w 70928"/>
                <a:gd name="connsiteY3" fmla="*/ 112358 h 112358"/>
                <a:gd name="connsiteX4" fmla="*/ 49842 w 70928"/>
                <a:gd name="connsiteY4" fmla="*/ 0 h 112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928" h="112358">
                  <a:moveTo>
                    <a:pt x="14058" y="0"/>
                  </a:moveTo>
                  <a:lnTo>
                    <a:pt x="0" y="112358"/>
                  </a:lnTo>
                  <a:lnTo>
                    <a:pt x="0" y="112358"/>
                  </a:lnTo>
                  <a:lnTo>
                    <a:pt x="70928" y="112358"/>
                  </a:lnTo>
                  <a:lnTo>
                    <a:pt x="49842" y="0"/>
                  </a:lnTo>
                  <a:close/>
                </a:path>
              </a:pathLst>
            </a:custGeom>
            <a:solidFill>
              <a:srgbClr val="004F59"/>
            </a:solidFill>
            <a:ln w="6390" cap="flat">
              <a:noFill/>
              <a:prstDash val="solid"/>
              <a:miter/>
            </a:ln>
          </p:spPr>
          <p:txBody>
            <a:bodyPr rtlCol="0" anchor="ctr"/>
            <a:lstStyle/>
            <a:p>
              <a:endParaRPr lang="en-US"/>
            </a:p>
          </p:txBody>
        </p:sp>
        <p:sp>
          <p:nvSpPr>
            <p:cNvPr id="581" name="Graphic 4">
              <a:extLst>
                <a:ext uri="{FF2B5EF4-FFF2-40B4-BE49-F238E27FC236}">
                  <a16:creationId xmlns:a16="http://schemas.microsoft.com/office/drawing/2014/main" id="{E71E8538-A463-3C46-9BBD-A8AAF780D7A5}"/>
                </a:ext>
              </a:extLst>
            </p:cNvPr>
            <p:cNvSpPr/>
            <p:nvPr/>
          </p:nvSpPr>
          <p:spPr>
            <a:xfrm>
              <a:off x="1053700" y="4990521"/>
              <a:ext cx="54314" cy="67670"/>
            </a:xfrm>
            <a:custGeom>
              <a:avLst/>
              <a:gdLst>
                <a:gd name="connsiteX0" fmla="*/ 50481 w 54314"/>
                <a:gd name="connsiteY0" fmla="*/ 67670 h 67670"/>
                <a:gd name="connsiteX1" fmla="*/ 54314 w 54314"/>
                <a:gd name="connsiteY1" fmla="*/ 36389 h 67670"/>
                <a:gd name="connsiteX2" fmla="*/ 0 w 54314"/>
                <a:gd name="connsiteY2" fmla="*/ 0 h 67670"/>
                <a:gd name="connsiteX3" fmla="*/ 0 w 54314"/>
                <a:gd name="connsiteY3" fmla="*/ 67670 h 67670"/>
              </a:gdLst>
              <a:ahLst/>
              <a:cxnLst>
                <a:cxn ang="0">
                  <a:pos x="connsiteX0" y="connsiteY0"/>
                </a:cxn>
                <a:cxn ang="0">
                  <a:pos x="connsiteX1" y="connsiteY1"/>
                </a:cxn>
                <a:cxn ang="0">
                  <a:pos x="connsiteX2" y="connsiteY2"/>
                </a:cxn>
                <a:cxn ang="0">
                  <a:pos x="connsiteX3" y="connsiteY3"/>
                </a:cxn>
              </a:cxnLst>
              <a:rect l="l" t="t" r="r" b="b"/>
              <a:pathLst>
                <a:path w="54314" h="67670">
                  <a:moveTo>
                    <a:pt x="50481" y="67670"/>
                  </a:moveTo>
                  <a:lnTo>
                    <a:pt x="54314" y="36389"/>
                  </a:lnTo>
                  <a:lnTo>
                    <a:pt x="0" y="0"/>
                  </a:lnTo>
                  <a:lnTo>
                    <a:pt x="0" y="67670"/>
                  </a:lnTo>
                  <a:close/>
                </a:path>
              </a:pathLst>
            </a:custGeom>
            <a:solidFill>
              <a:srgbClr val="004F59"/>
            </a:solidFill>
            <a:ln w="6390" cap="flat">
              <a:noFill/>
              <a:prstDash val="solid"/>
              <a:miter/>
            </a:ln>
          </p:spPr>
          <p:txBody>
            <a:bodyPr rtlCol="0" anchor="ctr"/>
            <a:lstStyle/>
            <a:p>
              <a:endParaRPr lang="en-US"/>
            </a:p>
          </p:txBody>
        </p:sp>
        <p:sp>
          <p:nvSpPr>
            <p:cNvPr id="582" name="Graphic 4">
              <a:extLst>
                <a:ext uri="{FF2B5EF4-FFF2-40B4-BE49-F238E27FC236}">
                  <a16:creationId xmlns:a16="http://schemas.microsoft.com/office/drawing/2014/main" id="{BC917A17-F946-334A-A98B-B2FFD2BE2001}"/>
                </a:ext>
              </a:extLst>
            </p:cNvPr>
            <p:cNvSpPr/>
            <p:nvPr/>
          </p:nvSpPr>
          <p:spPr>
            <a:xfrm>
              <a:off x="905454" y="4793256"/>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54959 w 362309"/>
                <a:gd name="connsiteY6" fmla="*/ 84907 h 361971"/>
                <a:gd name="connsiteX7" fmla="*/ 263904 w 362309"/>
                <a:gd name="connsiteY7" fmla="*/ 84907 h 361971"/>
                <a:gd name="connsiteX8" fmla="*/ 263904 w 362309"/>
                <a:gd name="connsiteY8" fmla="*/ 93845 h 361971"/>
                <a:gd name="connsiteX9" fmla="*/ 263265 w 362309"/>
                <a:gd name="connsiteY9" fmla="*/ 99590 h 361971"/>
                <a:gd name="connsiteX10" fmla="*/ 263904 w 362309"/>
                <a:gd name="connsiteY10" fmla="*/ 100229 h 361971"/>
                <a:gd name="connsiteX11" fmla="*/ 269016 w 362309"/>
                <a:gd name="connsiteY11" fmla="*/ 112358 h 361971"/>
                <a:gd name="connsiteX12" fmla="*/ 263265 w 362309"/>
                <a:gd name="connsiteY12" fmla="*/ 125126 h 361971"/>
                <a:gd name="connsiteX13" fmla="*/ 254320 w 362309"/>
                <a:gd name="connsiteY13" fmla="*/ 125126 h 361971"/>
                <a:gd name="connsiteX14" fmla="*/ 254320 w 362309"/>
                <a:gd name="connsiteY14" fmla="*/ 116189 h 361971"/>
                <a:gd name="connsiteX15" fmla="*/ 254959 w 362309"/>
                <a:gd name="connsiteY15" fmla="*/ 110443 h 361971"/>
                <a:gd name="connsiteX16" fmla="*/ 254320 w 362309"/>
                <a:gd name="connsiteY16" fmla="*/ 109805 h 361971"/>
                <a:gd name="connsiteX17" fmla="*/ 249208 w 362309"/>
                <a:gd name="connsiteY17" fmla="*/ 97675 h 361971"/>
                <a:gd name="connsiteX18" fmla="*/ 254959 w 362309"/>
                <a:gd name="connsiteY18" fmla="*/ 84907 h 361971"/>
                <a:gd name="connsiteX19" fmla="*/ 254959 w 362309"/>
                <a:gd name="connsiteY19" fmla="*/ 84907 h 361971"/>
                <a:gd name="connsiteX20" fmla="*/ 223009 w 362309"/>
                <a:gd name="connsiteY20" fmla="*/ 84907 h 361971"/>
                <a:gd name="connsiteX21" fmla="*/ 231955 w 362309"/>
                <a:gd name="connsiteY21" fmla="*/ 84907 h 361971"/>
                <a:gd name="connsiteX22" fmla="*/ 231955 w 362309"/>
                <a:gd name="connsiteY22" fmla="*/ 93845 h 361971"/>
                <a:gd name="connsiteX23" fmla="*/ 231316 w 362309"/>
                <a:gd name="connsiteY23" fmla="*/ 99590 h 361971"/>
                <a:gd name="connsiteX24" fmla="*/ 231955 w 362309"/>
                <a:gd name="connsiteY24" fmla="*/ 100229 h 361971"/>
                <a:gd name="connsiteX25" fmla="*/ 237067 w 362309"/>
                <a:gd name="connsiteY25" fmla="*/ 112358 h 361971"/>
                <a:gd name="connsiteX26" fmla="*/ 231316 w 362309"/>
                <a:gd name="connsiteY26" fmla="*/ 125126 h 361971"/>
                <a:gd name="connsiteX27" fmla="*/ 222370 w 362309"/>
                <a:gd name="connsiteY27" fmla="*/ 125126 h 361971"/>
                <a:gd name="connsiteX28" fmla="*/ 222370 w 362309"/>
                <a:gd name="connsiteY28" fmla="*/ 116189 h 361971"/>
                <a:gd name="connsiteX29" fmla="*/ 223009 w 362309"/>
                <a:gd name="connsiteY29" fmla="*/ 110443 h 361971"/>
                <a:gd name="connsiteX30" fmla="*/ 222370 w 362309"/>
                <a:gd name="connsiteY30" fmla="*/ 109805 h 361971"/>
                <a:gd name="connsiteX31" fmla="*/ 217258 w 362309"/>
                <a:gd name="connsiteY31" fmla="*/ 97675 h 361971"/>
                <a:gd name="connsiteX32" fmla="*/ 223009 w 362309"/>
                <a:gd name="connsiteY32" fmla="*/ 84907 h 361971"/>
                <a:gd name="connsiteX33" fmla="*/ 223009 w 362309"/>
                <a:gd name="connsiteY33" fmla="*/ 84907 h 361971"/>
                <a:gd name="connsiteX34" fmla="*/ 295854 w 362309"/>
                <a:gd name="connsiteY34" fmla="*/ 275788 h 361971"/>
                <a:gd name="connsiteX35" fmla="*/ 290742 w 362309"/>
                <a:gd name="connsiteY35" fmla="*/ 278341 h 361971"/>
                <a:gd name="connsiteX36" fmla="*/ 71567 w 362309"/>
                <a:gd name="connsiteY36" fmla="*/ 278341 h 361971"/>
                <a:gd name="connsiteX37" fmla="*/ 65177 w 362309"/>
                <a:gd name="connsiteY37" fmla="*/ 271958 h 361971"/>
                <a:gd name="connsiteX38" fmla="*/ 65177 w 362309"/>
                <a:gd name="connsiteY38" fmla="*/ 185774 h 361971"/>
                <a:gd name="connsiteX39" fmla="*/ 71567 w 362309"/>
                <a:gd name="connsiteY39" fmla="*/ 179390 h 361971"/>
                <a:gd name="connsiteX40" fmla="*/ 75401 w 362309"/>
                <a:gd name="connsiteY40" fmla="*/ 180667 h 361971"/>
                <a:gd name="connsiteX41" fmla="*/ 136106 w 362309"/>
                <a:gd name="connsiteY41" fmla="*/ 220886 h 361971"/>
                <a:gd name="connsiteX42" fmla="*/ 136106 w 362309"/>
                <a:gd name="connsiteY42" fmla="*/ 185774 h 361971"/>
                <a:gd name="connsiteX43" fmla="*/ 139301 w 362309"/>
                <a:gd name="connsiteY43" fmla="*/ 180028 h 361971"/>
                <a:gd name="connsiteX44" fmla="*/ 145691 w 362309"/>
                <a:gd name="connsiteY44" fmla="*/ 180028 h 361971"/>
                <a:gd name="connsiteX45" fmla="*/ 204478 w 362309"/>
                <a:gd name="connsiteY45" fmla="*/ 219609 h 361971"/>
                <a:gd name="connsiteX46" fmla="*/ 213424 w 362309"/>
                <a:gd name="connsiteY46" fmla="*/ 145555 h 361971"/>
                <a:gd name="connsiteX47" fmla="*/ 219814 w 362309"/>
                <a:gd name="connsiteY47" fmla="*/ 139809 h 361971"/>
                <a:gd name="connsiteX48" fmla="*/ 267099 w 362309"/>
                <a:gd name="connsiteY48" fmla="*/ 139809 h 361971"/>
                <a:gd name="connsiteX49" fmla="*/ 273489 w 362309"/>
                <a:gd name="connsiteY49" fmla="*/ 144916 h 361971"/>
                <a:gd name="connsiteX50" fmla="*/ 297132 w 362309"/>
                <a:gd name="connsiteY50" fmla="*/ 270042 h 361971"/>
                <a:gd name="connsiteX51" fmla="*/ 295854 w 362309"/>
                <a:gd name="connsiteY51" fmla="*/ 27578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0438"/>
                    <a:pt x="281157" y="0"/>
                    <a:pt x="180835" y="0"/>
                  </a:cubicBezTo>
                  <a:close/>
                  <a:moveTo>
                    <a:pt x="254959" y="84907"/>
                  </a:moveTo>
                  <a:cubicBezTo>
                    <a:pt x="257514" y="82353"/>
                    <a:pt x="261348" y="82353"/>
                    <a:pt x="263904" y="84907"/>
                  </a:cubicBezTo>
                  <a:cubicBezTo>
                    <a:pt x="266460" y="87461"/>
                    <a:pt x="266460" y="91291"/>
                    <a:pt x="263904" y="93845"/>
                  </a:cubicBezTo>
                  <a:cubicBezTo>
                    <a:pt x="261987" y="95121"/>
                    <a:pt x="261987" y="97675"/>
                    <a:pt x="263265" y="99590"/>
                  </a:cubicBezTo>
                  <a:cubicBezTo>
                    <a:pt x="263265" y="99590"/>
                    <a:pt x="263904" y="100229"/>
                    <a:pt x="263904" y="100229"/>
                  </a:cubicBezTo>
                  <a:cubicBezTo>
                    <a:pt x="267099" y="103421"/>
                    <a:pt x="269016" y="107889"/>
                    <a:pt x="269016" y="112358"/>
                  </a:cubicBezTo>
                  <a:cubicBezTo>
                    <a:pt x="269016" y="116827"/>
                    <a:pt x="267099" y="121934"/>
                    <a:pt x="263265" y="125126"/>
                  </a:cubicBezTo>
                  <a:cubicBezTo>
                    <a:pt x="260709" y="127680"/>
                    <a:pt x="256875" y="127680"/>
                    <a:pt x="254320" y="125126"/>
                  </a:cubicBezTo>
                  <a:cubicBezTo>
                    <a:pt x="251764" y="122573"/>
                    <a:pt x="251764" y="118742"/>
                    <a:pt x="254320" y="116189"/>
                  </a:cubicBezTo>
                  <a:cubicBezTo>
                    <a:pt x="256237" y="114912"/>
                    <a:pt x="256237" y="112358"/>
                    <a:pt x="254959" y="110443"/>
                  </a:cubicBezTo>
                  <a:cubicBezTo>
                    <a:pt x="254959" y="110443"/>
                    <a:pt x="254320" y="109805"/>
                    <a:pt x="254320" y="109805"/>
                  </a:cubicBezTo>
                  <a:cubicBezTo>
                    <a:pt x="251125" y="106613"/>
                    <a:pt x="249208" y="102144"/>
                    <a:pt x="249208" y="97675"/>
                  </a:cubicBezTo>
                  <a:cubicBezTo>
                    <a:pt x="249208" y="93206"/>
                    <a:pt x="251764" y="88737"/>
                    <a:pt x="254959" y="84907"/>
                  </a:cubicBezTo>
                  <a:lnTo>
                    <a:pt x="254959" y="84907"/>
                  </a:lnTo>
                  <a:close/>
                  <a:moveTo>
                    <a:pt x="223009" y="84907"/>
                  </a:moveTo>
                  <a:cubicBezTo>
                    <a:pt x="225565" y="82353"/>
                    <a:pt x="229399" y="82353"/>
                    <a:pt x="231955" y="84907"/>
                  </a:cubicBezTo>
                  <a:cubicBezTo>
                    <a:pt x="234511" y="87461"/>
                    <a:pt x="234511" y="91291"/>
                    <a:pt x="231955" y="93845"/>
                  </a:cubicBezTo>
                  <a:cubicBezTo>
                    <a:pt x="230038" y="95121"/>
                    <a:pt x="230038" y="97675"/>
                    <a:pt x="231316" y="99590"/>
                  </a:cubicBezTo>
                  <a:cubicBezTo>
                    <a:pt x="231316" y="99590"/>
                    <a:pt x="231955" y="100229"/>
                    <a:pt x="231955" y="100229"/>
                  </a:cubicBezTo>
                  <a:cubicBezTo>
                    <a:pt x="235150" y="103421"/>
                    <a:pt x="237067" y="107889"/>
                    <a:pt x="237067" y="112358"/>
                  </a:cubicBezTo>
                  <a:cubicBezTo>
                    <a:pt x="237067" y="116827"/>
                    <a:pt x="235150" y="121934"/>
                    <a:pt x="231316" y="125126"/>
                  </a:cubicBezTo>
                  <a:cubicBezTo>
                    <a:pt x="228760" y="127680"/>
                    <a:pt x="224926" y="127680"/>
                    <a:pt x="222370" y="125126"/>
                  </a:cubicBezTo>
                  <a:cubicBezTo>
                    <a:pt x="219814" y="122573"/>
                    <a:pt x="219814" y="118742"/>
                    <a:pt x="222370" y="116189"/>
                  </a:cubicBezTo>
                  <a:cubicBezTo>
                    <a:pt x="224287" y="114912"/>
                    <a:pt x="224287" y="112358"/>
                    <a:pt x="223009" y="110443"/>
                  </a:cubicBezTo>
                  <a:cubicBezTo>
                    <a:pt x="223009" y="110443"/>
                    <a:pt x="222370" y="109805"/>
                    <a:pt x="222370" y="109805"/>
                  </a:cubicBezTo>
                  <a:cubicBezTo>
                    <a:pt x="219175" y="106613"/>
                    <a:pt x="217258" y="102144"/>
                    <a:pt x="217258" y="97675"/>
                  </a:cubicBezTo>
                  <a:cubicBezTo>
                    <a:pt x="217897" y="93206"/>
                    <a:pt x="220453" y="88737"/>
                    <a:pt x="223009" y="84907"/>
                  </a:cubicBezTo>
                  <a:lnTo>
                    <a:pt x="223009" y="84907"/>
                  </a:lnTo>
                  <a:close/>
                  <a:moveTo>
                    <a:pt x="295854" y="275788"/>
                  </a:moveTo>
                  <a:cubicBezTo>
                    <a:pt x="294576" y="277065"/>
                    <a:pt x="292659" y="278341"/>
                    <a:pt x="290742" y="278341"/>
                  </a:cubicBezTo>
                  <a:lnTo>
                    <a:pt x="71567" y="278341"/>
                  </a:lnTo>
                  <a:cubicBezTo>
                    <a:pt x="67733" y="278341"/>
                    <a:pt x="65177" y="275788"/>
                    <a:pt x="65177" y="271958"/>
                  </a:cubicBezTo>
                  <a:lnTo>
                    <a:pt x="65177" y="185774"/>
                  </a:lnTo>
                  <a:cubicBezTo>
                    <a:pt x="65177" y="181944"/>
                    <a:pt x="67733" y="179390"/>
                    <a:pt x="71567" y="179390"/>
                  </a:cubicBezTo>
                  <a:cubicBezTo>
                    <a:pt x="72845" y="179390"/>
                    <a:pt x="74123" y="180028"/>
                    <a:pt x="75401" y="180667"/>
                  </a:cubicBezTo>
                  <a:lnTo>
                    <a:pt x="136106" y="220886"/>
                  </a:lnTo>
                  <a:lnTo>
                    <a:pt x="136106" y="185774"/>
                  </a:lnTo>
                  <a:cubicBezTo>
                    <a:pt x="136106" y="183220"/>
                    <a:pt x="137384" y="181305"/>
                    <a:pt x="139301" y="180028"/>
                  </a:cubicBezTo>
                  <a:cubicBezTo>
                    <a:pt x="141218" y="178752"/>
                    <a:pt x="143774" y="179390"/>
                    <a:pt x="145691" y="180028"/>
                  </a:cubicBezTo>
                  <a:lnTo>
                    <a:pt x="204478" y="219609"/>
                  </a:lnTo>
                  <a:lnTo>
                    <a:pt x="213424" y="145555"/>
                  </a:lnTo>
                  <a:cubicBezTo>
                    <a:pt x="214063" y="142363"/>
                    <a:pt x="216619" y="139809"/>
                    <a:pt x="219814" y="139809"/>
                  </a:cubicBezTo>
                  <a:lnTo>
                    <a:pt x="267099" y="139809"/>
                  </a:lnTo>
                  <a:cubicBezTo>
                    <a:pt x="270294" y="139809"/>
                    <a:pt x="272850" y="141724"/>
                    <a:pt x="273489" y="144916"/>
                  </a:cubicBezTo>
                  <a:lnTo>
                    <a:pt x="297132" y="270042"/>
                  </a:lnTo>
                  <a:cubicBezTo>
                    <a:pt x="297771" y="271958"/>
                    <a:pt x="297132" y="273873"/>
                    <a:pt x="295854" y="275788"/>
                  </a:cubicBezTo>
                  <a:close/>
                </a:path>
              </a:pathLst>
            </a:custGeom>
            <a:solidFill>
              <a:srgbClr val="004F59"/>
            </a:solidFill>
            <a:ln w="6390" cap="flat">
              <a:noFill/>
              <a:prstDash val="solid"/>
              <a:miter/>
            </a:ln>
          </p:spPr>
          <p:txBody>
            <a:bodyPr rtlCol="0" anchor="ctr"/>
            <a:lstStyle/>
            <a:p>
              <a:endParaRPr lang="en-US"/>
            </a:p>
          </p:txBody>
        </p:sp>
      </p:grpSp>
      <p:grpSp>
        <p:nvGrpSpPr>
          <p:cNvPr id="583" name="Graphic 4">
            <a:extLst>
              <a:ext uri="{FF2B5EF4-FFF2-40B4-BE49-F238E27FC236}">
                <a16:creationId xmlns:a16="http://schemas.microsoft.com/office/drawing/2014/main" id="{0EE8C34F-AC3A-AA4D-A491-58B3E6DD1D90}"/>
              </a:ext>
            </a:extLst>
          </p:cNvPr>
          <p:cNvGrpSpPr>
            <a:grpSpLocks noChangeAspect="1"/>
          </p:cNvGrpSpPr>
          <p:nvPr/>
        </p:nvGrpSpPr>
        <p:grpSpPr>
          <a:xfrm>
            <a:off x="1515054" y="4793256"/>
            <a:ext cx="362309" cy="361971"/>
            <a:chOff x="1515054" y="4793256"/>
            <a:chExt cx="362309" cy="361971"/>
          </a:xfrm>
          <a:solidFill>
            <a:srgbClr val="004F59"/>
          </a:solidFill>
        </p:grpSpPr>
        <p:sp>
          <p:nvSpPr>
            <p:cNvPr id="584" name="Graphic 4">
              <a:extLst>
                <a:ext uri="{FF2B5EF4-FFF2-40B4-BE49-F238E27FC236}">
                  <a16:creationId xmlns:a16="http://schemas.microsoft.com/office/drawing/2014/main" id="{3730262E-B1DF-C340-995F-7B9A386E3660}"/>
                </a:ext>
              </a:extLst>
            </p:cNvPr>
            <p:cNvSpPr/>
            <p:nvPr/>
          </p:nvSpPr>
          <p:spPr>
            <a:xfrm>
              <a:off x="1515054" y="4793256"/>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0 h 361971"/>
                <a:gd name="connsiteX7" fmla="*/ 180835 w 362309"/>
                <a:gd name="connsiteY7" fmla="*/ 348565 h 361971"/>
                <a:gd name="connsiteX8" fmla="*/ 12780 w 362309"/>
                <a:gd name="connsiteY8" fmla="*/ 180028 h 361971"/>
                <a:gd name="connsiteX9" fmla="*/ 180835 w 362309"/>
                <a:gd name="connsiteY9" fmla="*/ 12129 h 361971"/>
                <a:gd name="connsiteX10" fmla="*/ 349529 w 362309"/>
                <a:gd name="connsiteY10" fmla="*/ 180667 h 361971"/>
                <a:gd name="connsiteX11" fmla="*/ 349529 w 362309"/>
                <a:gd name="connsiteY11" fmla="*/ 180667 h 361971"/>
                <a:gd name="connsiteX12" fmla="*/ 180835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0438"/>
                    <a:pt x="281157" y="0"/>
                    <a:pt x="180835" y="0"/>
                  </a:cubicBezTo>
                  <a:cubicBezTo>
                    <a:pt x="180835" y="0"/>
                    <a:pt x="180835" y="0"/>
                    <a:pt x="180835" y="0"/>
                  </a:cubicBezTo>
                  <a:close/>
                  <a:moveTo>
                    <a:pt x="180835" y="348565"/>
                  </a:moveTo>
                  <a:cubicBezTo>
                    <a:pt x="87542" y="348565"/>
                    <a:pt x="12780" y="273234"/>
                    <a:pt x="12780" y="180028"/>
                  </a:cubicBezTo>
                  <a:cubicBezTo>
                    <a:pt x="12780" y="86822"/>
                    <a:pt x="88181" y="12129"/>
                    <a:pt x="180835" y="12129"/>
                  </a:cubicBezTo>
                  <a:cubicBezTo>
                    <a:pt x="274128" y="12129"/>
                    <a:pt x="349529" y="87461"/>
                    <a:pt x="349529" y="180667"/>
                  </a:cubicBezTo>
                  <a:lnTo>
                    <a:pt x="349529" y="180667"/>
                  </a:lnTo>
                  <a:cubicBezTo>
                    <a:pt x="348891" y="273234"/>
                    <a:pt x="273489" y="348565"/>
                    <a:pt x="180835" y="348565"/>
                  </a:cubicBezTo>
                  <a:close/>
                </a:path>
              </a:pathLst>
            </a:custGeom>
            <a:solidFill>
              <a:srgbClr val="004F59"/>
            </a:solidFill>
            <a:ln w="6390" cap="flat">
              <a:noFill/>
              <a:prstDash val="solid"/>
              <a:miter/>
            </a:ln>
          </p:spPr>
          <p:txBody>
            <a:bodyPr rtlCol="0" anchor="ctr"/>
            <a:lstStyle/>
            <a:p>
              <a:endParaRPr lang="en-US"/>
            </a:p>
          </p:txBody>
        </p:sp>
        <p:sp>
          <p:nvSpPr>
            <p:cNvPr id="585" name="Graphic 4">
              <a:extLst>
                <a:ext uri="{FF2B5EF4-FFF2-40B4-BE49-F238E27FC236}">
                  <a16:creationId xmlns:a16="http://schemas.microsoft.com/office/drawing/2014/main" id="{A5ADCA29-97EE-0B4C-B8A5-17BB431A0C32}"/>
                </a:ext>
              </a:extLst>
            </p:cNvPr>
            <p:cNvSpPr/>
            <p:nvPr/>
          </p:nvSpPr>
          <p:spPr>
            <a:xfrm>
              <a:off x="1582514" y="4847520"/>
              <a:ext cx="226217" cy="252167"/>
            </a:xfrm>
            <a:custGeom>
              <a:avLst/>
              <a:gdLst>
                <a:gd name="connsiteX0" fmla="*/ 222643 w 226217"/>
                <a:gd name="connsiteY0" fmla="*/ 63201 h 252167"/>
                <a:gd name="connsiteX1" fmla="*/ 155549 w 226217"/>
                <a:gd name="connsiteY1" fmla="*/ 52349 h 252167"/>
                <a:gd name="connsiteX2" fmla="*/ 112736 w 226217"/>
                <a:gd name="connsiteY2" fmla="*/ 0 h 252167"/>
                <a:gd name="connsiteX3" fmla="*/ 69923 w 226217"/>
                <a:gd name="connsiteY3" fmla="*/ 52349 h 252167"/>
                <a:gd name="connsiteX4" fmla="*/ 56504 w 226217"/>
                <a:gd name="connsiteY4" fmla="*/ 49157 h 252167"/>
                <a:gd name="connsiteX5" fmla="*/ 3468 w 226217"/>
                <a:gd name="connsiteY5" fmla="*/ 62563 h 252167"/>
                <a:gd name="connsiteX6" fmla="*/ 18165 w 226217"/>
                <a:gd name="connsiteY6" fmla="*/ 115550 h 252167"/>
                <a:gd name="connsiteX7" fmla="*/ 27750 w 226217"/>
                <a:gd name="connsiteY7" fmla="*/ 125765 h 252167"/>
                <a:gd name="connsiteX8" fmla="*/ 18165 w 226217"/>
                <a:gd name="connsiteY8" fmla="*/ 135979 h 252167"/>
                <a:gd name="connsiteX9" fmla="*/ 3468 w 226217"/>
                <a:gd name="connsiteY9" fmla="*/ 188966 h 252167"/>
                <a:gd name="connsiteX10" fmla="*/ 38613 w 226217"/>
                <a:gd name="connsiteY10" fmla="*/ 204287 h 252167"/>
                <a:gd name="connsiteX11" fmla="*/ 56504 w 226217"/>
                <a:gd name="connsiteY11" fmla="*/ 203011 h 252167"/>
                <a:gd name="connsiteX12" fmla="*/ 69923 w 226217"/>
                <a:gd name="connsiteY12" fmla="*/ 199819 h 252167"/>
                <a:gd name="connsiteX13" fmla="*/ 112736 w 226217"/>
                <a:gd name="connsiteY13" fmla="*/ 252167 h 252167"/>
                <a:gd name="connsiteX14" fmla="*/ 155549 w 226217"/>
                <a:gd name="connsiteY14" fmla="*/ 199819 h 252167"/>
                <a:gd name="connsiteX15" fmla="*/ 186859 w 226217"/>
                <a:gd name="connsiteY15" fmla="*/ 204287 h 252167"/>
                <a:gd name="connsiteX16" fmla="*/ 222643 w 226217"/>
                <a:gd name="connsiteY16" fmla="*/ 188966 h 252167"/>
                <a:gd name="connsiteX17" fmla="*/ 198361 w 226217"/>
                <a:gd name="connsiteY17" fmla="*/ 125765 h 252167"/>
                <a:gd name="connsiteX18" fmla="*/ 222643 w 226217"/>
                <a:gd name="connsiteY18" fmla="*/ 63201 h 252167"/>
                <a:gd name="connsiteX19" fmla="*/ 113375 w 226217"/>
                <a:gd name="connsiteY19" fmla="*/ 12768 h 252167"/>
                <a:gd name="connsiteX20" fmla="*/ 143408 w 226217"/>
                <a:gd name="connsiteY20" fmla="*/ 56179 h 252167"/>
                <a:gd name="connsiteX21" fmla="*/ 112736 w 226217"/>
                <a:gd name="connsiteY21" fmla="*/ 68309 h 252167"/>
                <a:gd name="connsiteX22" fmla="*/ 82703 w 226217"/>
                <a:gd name="connsiteY22" fmla="*/ 56817 h 252167"/>
                <a:gd name="connsiteX23" fmla="*/ 113375 w 226217"/>
                <a:gd name="connsiteY23" fmla="*/ 12768 h 252167"/>
                <a:gd name="connsiteX24" fmla="*/ 152354 w 226217"/>
                <a:gd name="connsiteY24" fmla="*/ 126403 h 252167"/>
                <a:gd name="connsiteX25" fmla="*/ 151715 w 226217"/>
                <a:gd name="connsiteY25" fmla="*/ 148747 h 252167"/>
                <a:gd name="connsiteX26" fmla="*/ 132545 w 226217"/>
                <a:gd name="connsiteY26" fmla="*/ 160238 h 252167"/>
                <a:gd name="connsiteX27" fmla="*/ 112736 w 226217"/>
                <a:gd name="connsiteY27" fmla="*/ 170452 h 252167"/>
                <a:gd name="connsiteX28" fmla="*/ 92927 w 226217"/>
                <a:gd name="connsiteY28" fmla="*/ 160238 h 252167"/>
                <a:gd name="connsiteX29" fmla="*/ 73757 w 226217"/>
                <a:gd name="connsiteY29" fmla="*/ 148747 h 252167"/>
                <a:gd name="connsiteX30" fmla="*/ 73118 w 226217"/>
                <a:gd name="connsiteY30" fmla="*/ 126403 h 252167"/>
                <a:gd name="connsiteX31" fmla="*/ 73757 w 226217"/>
                <a:gd name="connsiteY31" fmla="*/ 104059 h 252167"/>
                <a:gd name="connsiteX32" fmla="*/ 92927 w 226217"/>
                <a:gd name="connsiteY32" fmla="*/ 92568 h 252167"/>
                <a:gd name="connsiteX33" fmla="*/ 112736 w 226217"/>
                <a:gd name="connsiteY33" fmla="*/ 82353 h 252167"/>
                <a:gd name="connsiteX34" fmla="*/ 132545 w 226217"/>
                <a:gd name="connsiteY34" fmla="*/ 92568 h 252167"/>
                <a:gd name="connsiteX35" fmla="*/ 151715 w 226217"/>
                <a:gd name="connsiteY35" fmla="*/ 104059 h 252167"/>
                <a:gd name="connsiteX36" fmla="*/ 152354 w 226217"/>
                <a:gd name="connsiteY36" fmla="*/ 126403 h 252167"/>
                <a:gd name="connsiteX37" fmla="*/ 165133 w 226217"/>
                <a:gd name="connsiteY37" fmla="*/ 113635 h 252167"/>
                <a:gd name="connsiteX38" fmla="*/ 180469 w 226217"/>
                <a:gd name="connsiteY38" fmla="*/ 126403 h 252167"/>
                <a:gd name="connsiteX39" fmla="*/ 165133 w 226217"/>
                <a:gd name="connsiteY39" fmla="*/ 139171 h 252167"/>
                <a:gd name="connsiteX40" fmla="*/ 165133 w 226217"/>
                <a:gd name="connsiteY40" fmla="*/ 126403 h 252167"/>
                <a:gd name="connsiteX41" fmla="*/ 165133 w 226217"/>
                <a:gd name="connsiteY41" fmla="*/ 113635 h 252167"/>
                <a:gd name="connsiteX42" fmla="*/ 165133 w 226217"/>
                <a:gd name="connsiteY42" fmla="*/ 113635 h 252167"/>
                <a:gd name="connsiteX43" fmla="*/ 150437 w 226217"/>
                <a:gd name="connsiteY43" fmla="*/ 164707 h 252167"/>
                <a:gd name="connsiteX44" fmla="*/ 147242 w 226217"/>
                <a:gd name="connsiteY44" fmla="*/ 183859 h 252167"/>
                <a:gd name="connsiteX45" fmla="*/ 128711 w 226217"/>
                <a:gd name="connsiteY45" fmla="*/ 176836 h 252167"/>
                <a:gd name="connsiteX46" fmla="*/ 139574 w 226217"/>
                <a:gd name="connsiteY46" fmla="*/ 170452 h 252167"/>
                <a:gd name="connsiteX47" fmla="*/ 150437 w 226217"/>
                <a:gd name="connsiteY47" fmla="*/ 164707 h 252167"/>
                <a:gd name="connsiteX48" fmla="*/ 150437 w 226217"/>
                <a:gd name="connsiteY48" fmla="*/ 164707 h 252167"/>
                <a:gd name="connsiteX49" fmla="*/ 98678 w 226217"/>
                <a:gd name="connsiteY49" fmla="*/ 177475 h 252167"/>
                <a:gd name="connsiteX50" fmla="*/ 80147 w 226217"/>
                <a:gd name="connsiteY50" fmla="*/ 184497 h 252167"/>
                <a:gd name="connsiteX51" fmla="*/ 76952 w 226217"/>
                <a:gd name="connsiteY51" fmla="*/ 165345 h 252167"/>
                <a:gd name="connsiteX52" fmla="*/ 87815 w 226217"/>
                <a:gd name="connsiteY52" fmla="*/ 171729 h 252167"/>
                <a:gd name="connsiteX53" fmla="*/ 98678 w 226217"/>
                <a:gd name="connsiteY53" fmla="*/ 177475 h 252167"/>
                <a:gd name="connsiteX54" fmla="*/ 98678 w 226217"/>
                <a:gd name="connsiteY54" fmla="*/ 177475 h 252167"/>
                <a:gd name="connsiteX55" fmla="*/ 61616 w 226217"/>
                <a:gd name="connsiteY55" fmla="*/ 139171 h 252167"/>
                <a:gd name="connsiteX56" fmla="*/ 46281 w 226217"/>
                <a:gd name="connsiteY56" fmla="*/ 126403 h 252167"/>
                <a:gd name="connsiteX57" fmla="*/ 61616 w 226217"/>
                <a:gd name="connsiteY57" fmla="*/ 113635 h 252167"/>
                <a:gd name="connsiteX58" fmla="*/ 61616 w 226217"/>
                <a:gd name="connsiteY58" fmla="*/ 126403 h 252167"/>
                <a:gd name="connsiteX59" fmla="*/ 61616 w 226217"/>
                <a:gd name="connsiteY59" fmla="*/ 139171 h 252167"/>
                <a:gd name="connsiteX60" fmla="*/ 61616 w 226217"/>
                <a:gd name="connsiteY60" fmla="*/ 139171 h 252167"/>
                <a:gd name="connsiteX61" fmla="*/ 87176 w 226217"/>
                <a:gd name="connsiteY61" fmla="*/ 81715 h 252167"/>
                <a:gd name="connsiteX62" fmla="*/ 76313 w 226217"/>
                <a:gd name="connsiteY62" fmla="*/ 88099 h 252167"/>
                <a:gd name="connsiteX63" fmla="*/ 79508 w 226217"/>
                <a:gd name="connsiteY63" fmla="*/ 68947 h 252167"/>
                <a:gd name="connsiteX64" fmla="*/ 98039 w 226217"/>
                <a:gd name="connsiteY64" fmla="*/ 75969 h 252167"/>
                <a:gd name="connsiteX65" fmla="*/ 87176 w 226217"/>
                <a:gd name="connsiteY65" fmla="*/ 81715 h 252167"/>
                <a:gd name="connsiteX66" fmla="*/ 87176 w 226217"/>
                <a:gd name="connsiteY66" fmla="*/ 81715 h 252167"/>
                <a:gd name="connsiteX67" fmla="*/ 139574 w 226217"/>
                <a:gd name="connsiteY67" fmla="*/ 81715 h 252167"/>
                <a:gd name="connsiteX68" fmla="*/ 128711 w 226217"/>
                <a:gd name="connsiteY68" fmla="*/ 75331 h 252167"/>
                <a:gd name="connsiteX69" fmla="*/ 147242 w 226217"/>
                <a:gd name="connsiteY69" fmla="*/ 68309 h 252167"/>
                <a:gd name="connsiteX70" fmla="*/ 150437 w 226217"/>
                <a:gd name="connsiteY70" fmla="*/ 87461 h 252167"/>
                <a:gd name="connsiteX71" fmla="*/ 139574 w 226217"/>
                <a:gd name="connsiteY71" fmla="*/ 81715 h 252167"/>
                <a:gd name="connsiteX72" fmla="*/ 139574 w 226217"/>
                <a:gd name="connsiteY72" fmla="*/ 81715 h 252167"/>
                <a:gd name="connsiteX73" fmla="*/ 14970 w 226217"/>
                <a:gd name="connsiteY73" fmla="*/ 69585 h 252167"/>
                <a:gd name="connsiteX74" fmla="*/ 39252 w 226217"/>
                <a:gd name="connsiteY74" fmla="*/ 61286 h 252167"/>
                <a:gd name="connsiteX75" fmla="*/ 55226 w 226217"/>
                <a:gd name="connsiteY75" fmla="*/ 62563 h 252167"/>
                <a:gd name="connsiteX76" fmla="*/ 68006 w 226217"/>
                <a:gd name="connsiteY76" fmla="*/ 65117 h 252167"/>
                <a:gd name="connsiteX77" fmla="*/ 62894 w 226217"/>
                <a:gd name="connsiteY77" fmla="*/ 97037 h 252167"/>
                <a:gd name="connsiteX78" fmla="*/ 37335 w 226217"/>
                <a:gd name="connsiteY78" fmla="*/ 117465 h 252167"/>
                <a:gd name="connsiteX79" fmla="*/ 28389 w 226217"/>
                <a:gd name="connsiteY79" fmla="*/ 107889 h 252167"/>
                <a:gd name="connsiteX80" fmla="*/ 14970 w 226217"/>
                <a:gd name="connsiteY80" fmla="*/ 69585 h 252167"/>
                <a:gd name="connsiteX81" fmla="*/ 55226 w 226217"/>
                <a:gd name="connsiteY81" fmla="*/ 190243 h 252167"/>
                <a:gd name="connsiteX82" fmla="*/ 14970 w 226217"/>
                <a:gd name="connsiteY82" fmla="*/ 183220 h 252167"/>
                <a:gd name="connsiteX83" fmla="*/ 28389 w 226217"/>
                <a:gd name="connsiteY83" fmla="*/ 144916 h 252167"/>
                <a:gd name="connsiteX84" fmla="*/ 37335 w 226217"/>
                <a:gd name="connsiteY84" fmla="*/ 135341 h 252167"/>
                <a:gd name="connsiteX85" fmla="*/ 62894 w 226217"/>
                <a:gd name="connsiteY85" fmla="*/ 155769 h 252167"/>
                <a:gd name="connsiteX86" fmla="*/ 68006 w 226217"/>
                <a:gd name="connsiteY86" fmla="*/ 187689 h 252167"/>
                <a:gd name="connsiteX87" fmla="*/ 55226 w 226217"/>
                <a:gd name="connsiteY87" fmla="*/ 190243 h 252167"/>
                <a:gd name="connsiteX88" fmla="*/ 55226 w 226217"/>
                <a:gd name="connsiteY88" fmla="*/ 190243 h 252167"/>
                <a:gd name="connsiteX89" fmla="*/ 113375 w 226217"/>
                <a:gd name="connsiteY89" fmla="*/ 240038 h 252167"/>
                <a:gd name="connsiteX90" fmla="*/ 82703 w 226217"/>
                <a:gd name="connsiteY90" fmla="*/ 196627 h 252167"/>
                <a:gd name="connsiteX91" fmla="*/ 112736 w 226217"/>
                <a:gd name="connsiteY91" fmla="*/ 185135 h 252167"/>
                <a:gd name="connsiteX92" fmla="*/ 143408 w 226217"/>
                <a:gd name="connsiteY92" fmla="*/ 197265 h 252167"/>
                <a:gd name="connsiteX93" fmla="*/ 113375 w 226217"/>
                <a:gd name="connsiteY93" fmla="*/ 240038 h 252167"/>
                <a:gd name="connsiteX94" fmla="*/ 113375 w 226217"/>
                <a:gd name="connsiteY94" fmla="*/ 240038 h 252167"/>
                <a:gd name="connsiteX95" fmla="*/ 211780 w 226217"/>
                <a:gd name="connsiteY95" fmla="*/ 183220 h 252167"/>
                <a:gd name="connsiteX96" fmla="*/ 159383 w 226217"/>
                <a:gd name="connsiteY96" fmla="*/ 187689 h 252167"/>
                <a:gd name="connsiteX97" fmla="*/ 164494 w 226217"/>
                <a:gd name="connsiteY97" fmla="*/ 155769 h 252167"/>
                <a:gd name="connsiteX98" fmla="*/ 190054 w 226217"/>
                <a:gd name="connsiteY98" fmla="*/ 135341 h 252167"/>
                <a:gd name="connsiteX99" fmla="*/ 211780 w 226217"/>
                <a:gd name="connsiteY99" fmla="*/ 183220 h 252167"/>
                <a:gd name="connsiteX100" fmla="*/ 211780 w 226217"/>
                <a:gd name="connsiteY100" fmla="*/ 183220 h 252167"/>
                <a:gd name="connsiteX101" fmla="*/ 189415 w 226217"/>
                <a:gd name="connsiteY101" fmla="*/ 117465 h 252167"/>
                <a:gd name="connsiteX102" fmla="*/ 163855 w 226217"/>
                <a:gd name="connsiteY102" fmla="*/ 97037 h 252167"/>
                <a:gd name="connsiteX103" fmla="*/ 158743 w 226217"/>
                <a:gd name="connsiteY103" fmla="*/ 65117 h 252167"/>
                <a:gd name="connsiteX104" fmla="*/ 187498 w 226217"/>
                <a:gd name="connsiteY104" fmla="*/ 61286 h 252167"/>
                <a:gd name="connsiteX105" fmla="*/ 211780 w 226217"/>
                <a:gd name="connsiteY105" fmla="*/ 70224 h 252167"/>
                <a:gd name="connsiteX106" fmla="*/ 189415 w 226217"/>
                <a:gd name="connsiteY106" fmla="*/ 117465 h 252167"/>
                <a:gd name="connsiteX107" fmla="*/ 189415 w 226217"/>
                <a:gd name="connsiteY107" fmla="*/ 117465 h 252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226217" h="252167">
                  <a:moveTo>
                    <a:pt x="222643" y="63201"/>
                  </a:moveTo>
                  <a:cubicBezTo>
                    <a:pt x="213697" y="47241"/>
                    <a:pt x="188137" y="44688"/>
                    <a:pt x="155549" y="52349"/>
                  </a:cubicBezTo>
                  <a:cubicBezTo>
                    <a:pt x="145964" y="20429"/>
                    <a:pt x="130628" y="0"/>
                    <a:pt x="112736" y="0"/>
                  </a:cubicBezTo>
                  <a:cubicBezTo>
                    <a:pt x="94844" y="0"/>
                    <a:pt x="79508" y="20429"/>
                    <a:pt x="69923" y="52349"/>
                  </a:cubicBezTo>
                  <a:cubicBezTo>
                    <a:pt x="65450" y="51072"/>
                    <a:pt x="60339" y="50433"/>
                    <a:pt x="56504" y="49157"/>
                  </a:cubicBezTo>
                  <a:cubicBezTo>
                    <a:pt x="29667" y="44688"/>
                    <a:pt x="11136" y="49795"/>
                    <a:pt x="3468" y="62563"/>
                  </a:cubicBezTo>
                  <a:cubicBezTo>
                    <a:pt x="-4200" y="75331"/>
                    <a:pt x="912" y="94483"/>
                    <a:pt x="18165" y="115550"/>
                  </a:cubicBezTo>
                  <a:cubicBezTo>
                    <a:pt x="20721" y="118742"/>
                    <a:pt x="24555" y="122573"/>
                    <a:pt x="27750" y="125765"/>
                  </a:cubicBezTo>
                  <a:cubicBezTo>
                    <a:pt x="24555" y="128957"/>
                    <a:pt x="21360" y="132787"/>
                    <a:pt x="18165" y="135979"/>
                  </a:cubicBezTo>
                  <a:cubicBezTo>
                    <a:pt x="912" y="157046"/>
                    <a:pt x="-4200" y="175560"/>
                    <a:pt x="3468" y="188966"/>
                  </a:cubicBezTo>
                  <a:cubicBezTo>
                    <a:pt x="9219" y="198542"/>
                    <a:pt x="21360" y="204287"/>
                    <a:pt x="38613" y="204287"/>
                  </a:cubicBezTo>
                  <a:cubicBezTo>
                    <a:pt x="44364" y="204287"/>
                    <a:pt x="50754" y="203649"/>
                    <a:pt x="56504" y="203011"/>
                  </a:cubicBezTo>
                  <a:cubicBezTo>
                    <a:pt x="60978" y="202372"/>
                    <a:pt x="65450" y="201095"/>
                    <a:pt x="69923" y="199819"/>
                  </a:cubicBezTo>
                  <a:cubicBezTo>
                    <a:pt x="78869" y="231738"/>
                    <a:pt x="94844" y="252167"/>
                    <a:pt x="112736" y="252167"/>
                  </a:cubicBezTo>
                  <a:cubicBezTo>
                    <a:pt x="130628" y="252167"/>
                    <a:pt x="145964" y="231738"/>
                    <a:pt x="155549" y="199819"/>
                  </a:cubicBezTo>
                  <a:cubicBezTo>
                    <a:pt x="165772" y="202372"/>
                    <a:pt x="175996" y="203649"/>
                    <a:pt x="186859" y="204287"/>
                  </a:cubicBezTo>
                  <a:cubicBezTo>
                    <a:pt x="204112" y="204287"/>
                    <a:pt x="216892" y="199180"/>
                    <a:pt x="222643" y="188966"/>
                  </a:cubicBezTo>
                  <a:cubicBezTo>
                    <a:pt x="231589" y="173006"/>
                    <a:pt x="222004" y="150024"/>
                    <a:pt x="198361" y="125765"/>
                  </a:cubicBezTo>
                  <a:cubicBezTo>
                    <a:pt x="222004" y="102144"/>
                    <a:pt x="232228" y="78523"/>
                    <a:pt x="222643" y="63201"/>
                  </a:cubicBezTo>
                  <a:close/>
                  <a:moveTo>
                    <a:pt x="113375" y="12768"/>
                  </a:moveTo>
                  <a:cubicBezTo>
                    <a:pt x="124238" y="12768"/>
                    <a:pt x="135740" y="28728"/>
                    <a:pt x="143408" y="56179"/>
                  </a:cubicBezTo>
                  <a:cubicBezTo>
                    <a:pt x="133184" y="59371"/>
                    <a:pt x="122960" y="63201"/>
                    <a:pt x="112736" y="68309"/>
                  </a:cubicBezTo>
                  <a:cubicBezTo>
                    <a:pt x="103151" y="63840"/>
                    <a:pt x="92927" y="60009"/>
                    <a:pt x="82703" y="56817"/>
                  </a:cubicBezTo>
                  <a:cubicBezTo>
                    <a:pt x="91010" y="28728"/>
                    <a:pt x="102512" y="12768"/>
                    <a:pt x="113375" y="12768"/>
                  </a:cubicBezTo>
                  <a:close/>
                  <a:moveTo>
                    <a:pt x="152354" y="126403"/>
                  </a:moveTo>
                  <a:cubicBezTo>
                    <a:pt x="152354" y="134064"/>
                    <a:pt x="152354" y="141724"/>
                    <a:pt x="151715" y="148747"/>
                  </a:cubicBezTo>
                  <a:cubicBezTo>
                    <a:pt x="145964" y="152577"/>
                    <a:pt x="139574" y="156408"/>
                    <a:pt x="132545" y="160238"/>
                  </a:cubicBezTo>
                  <a:cubicBezTo>
                    <a:pt x="125516" y="164068"/>
                    <a:pt x="119765" y="167260"/>
                    <a:pt x="112736" y="170452"/>
                  </a:cubicBezTo>
                  <a:cubicBezTo>
                    <a:pt x="106346" y="167260"/>
                    <a:pt x="99956" y="164068"/>
                    <a:pt x="92927" y="160238"/>
                  </a:cubicBezTo>
                  <a:cubicBezTo>
                    <a:pt x="85898" y="156408"/>
                    <a:pt x="80147" y="152577"/>
                    <a:pt x="73757" y="148747"/>
                  </a:cubicBezTo>
                  <a:cubicBezTo>
                    <a:pt x="73118" y="141724"/>
                    <a:pt x="73118" y="134064"/>
                    <a:pt x="73118" y="126403"/>
                  </a:cubicBezTo>
                  <a:cubicBezTo>
                    <a:pt x="73118" y="118742"/>
                    <a:pt x="73118" y="111081"/>
                    <a:pt x="73757" y="104059"/>
                  </a:cubicBezTo>
                  <a:cubicBezTo>
                    <a:pt x="79508" y="100229"/>
                    <a:pt x="85898" y="95760"/>
                    <a:pt x="92927" y="92568"/>
                  </a:cubicBezTo>
                  <a:cubicBezTo>
                    <a:pt x="99956" y="89376"/>
                    <a:pt x="106346" y="85545"/>
                    <a:pt x="112736" y="82353"/>
                  </a:cubicBezTo>
                  <a:cubicBezTo>
                    <a:pt x="119126" y="85545"/>
                    <a:pt x="125516" y="88737"/>
                    <a:pt x="132545" y="92568"/>
                  </a:cubicBezTo>
                  <a:cubicBezTo>
                    <a:pt x="138935" y="96398"/>
                    <a:pt x="145325" y="100229"/>
                    <a:pt x="151715" y="104059"/>
                  </a:cubicBezTo>
                  <a:cubicBezTo>
                    <a:pt x="152354" y="111081"/>
                    <a:pt x="152354" y="118742"/>
                    <a:pt x="152354" y="126403"/>
                  </a:cubicBezTo>
                  <a:close/>
                  <a:moveTo>
                    <a:pt x="165133" y="113635"/>
                  </a:moveTo>
                  <a:cubicBezTo>
                    <a:pt x="170884" y="118104"/>
                    <a:pt x="175357" y="121934"/>
                    <a:pt x="180469" y="126403"/>
                  </a:cubicBezTo>
                  <a:cubicBezTo>
                    <a:pt x="175996" y="130872"/>
                    <a:pt x="170884" y="134702"/>
                    <a:pt x="165133" y="139171"/>
                  </a:cubicBezTo>
                  <a:cubicBezTo>
                    <a:pt x="165133" y="135341"/>
                    <a:pt x="165133" y="130872"/>
                    <a:pt x="165133" y="126403"/>
                  </a:cubicBezTo>
                  <a:cubicBezTo>
                    <a:pt x="165133" y="121934"/>
                    <a:pt x="165133" y="118104"/>
                    <a:pt x="165133" y="113635"/>
                  </a:cubicBezTo>
                  <a:lnTo>
                    <a:pt x="165133" y="113635"/>
                  </a:lnTo>
                  <a:close/>
                  <a:moveTo>
                    <a:pt x="150437" y="164707"/>
                  </a:moveTo>
                  <a:cubicBezTo>
                    <a:pt x="149798" y="171729"/>
                    <a:pt x="148520" y="178113"/>
                    <a:pt x="147242" y="183859"/>
                  </a:cubicBezTo>
                  <a:cubicBezTo>
                    <a:pt x="141491" y="181944"/>
                    <a:pt x="135101" y="179390"/>
                    <a:pt x="128711" y="176836"/>
                  </a:cubicBezTo>
                  <a:cubicBezTo>
                    <a:pt x="132545" y="174921"/>
                    <a:pt x="135740" y="173006"/>
                    <a:pt x="139574" y="170452"/>
                  </a:cubicBezTo>
                  <a:cubicBezTo>
                    <a:pt x="143408" y="167899"/>
                    <a:pt x="146603" y="167260"/>
                    <a:pt x="150437" y="164707"/>
                  </a:cubicBezTo>
                  <a:lnTo>
                    <a:pt x="150437" y="164707"/>
                  </a:lnTo>
                  <a:close/>
                  <a:moveTo>
                    <a:pt x="98678" y="177475"/>
                  </a:moveTo>
                  <a:cubicBezTo>
                    <a:pt x="92288" y="180028"/>
                    <a:pt x="85898" y="182582"/>
                    <a:pt x="80147" y="184497"/>
                  </a:cubicBezTo>
                  <a:cubicBezTo>
                    <a:pt x="78869" y="178752"/>
                    <a:pt x="77591" y="171729"/>
                    <a:pt x="76952" y="165345"/>
                  </a:cubicBezTo>
                  <a:cubicBezTo>
                    <a:pt x="80147" y="167260"/>
                    <a:pt x="83981" y="169814"/>
                    <a:pt x="87815" y="171729"/>
                  </a:cubicBezTo>
                  <a:cubicBezTo>
                    <a:pt x="91649" y="173644"/>
                    <a:pt x="94844" y="175560"/>
                    <a:pt x="98678" y="177475"/>
                  </a:cubicBezTo>
                  <a:lnTo>
                    <a:pt x="98678" y="177475"/>
                  </a:lnTo>
                  <a:close/>
                  <a:moveTo>
                    <a:pt x="61616" y="139171"/>
                  </a:moveTo>
                  <a:cubicBezTo>
                    <a:pt x="56504" y="134702"/>
                    <a:pt x="51393" y="130872"/>
                    <a:pt x="46281" y="126403"/>
                  </a:cubicBezTo>
                  <a:cubicBezTo>
                    <a:pt x="50754" y="121934"/>
                    <a:pt x="55865" y="118104"/>
                    <a:pt x="61616" y="113635"/>
                  </a:cubicBezTo>
                  <a:cubicBezTo>
                    <a:pt x="61616" y="117465"/>
                    <a:pt x="61616" y="121934"/>
                    <a:pt x="61616" y="126403"/>
                  </a:cubicBezTo>
                  <a:cubicBezTo>
                    <a:pt x="61616" y="130872"/>
                    <a:pt x="61616" y="134702"/>
                    <a:pt x="61616" y="139171"/>
                  </a:cubicBezTo>
                  <a:lnTo>
                    <a:pt x="61616" y="139171"/>
                  </a:lnTo>
                  <a:close/>
                  <a:moveTo>
                    <a:pt x="87176" y="81715"/>
                  </a:moveTo>
                  <a:cubicBezTo>
                    <a:pt x="83342" y="83630"/>
                    <a:pt x="80147" y="86184"/>
                    <a:pt x="76313" y="88099"/>
                  </a:cubicBezTo>
                  <a:cubicBezTo>
                    <a:pt x="76952" y="81077"/>
                    <a:pt x="78230" y="74693"/>
                    <a:pt x="79508" y="68947"/>
                  </a:cubicBezTo>
                  <a:cubicBezTo>
                    <a:pt x="85259" y="70862"/>
                    <a:pt x="91649" y="73416"/>
                    <a:pt x="98039" y="75969"/>
                  </a:cubicBezTo>
                  <a:cubicBezTo>
                    <a:pt x="94844" y="77246"/>
                    <a:pt x="91010" y="79161"/>
                    <a:pt x="87176" y="81715"/>
                  </a:cubicBezTo>
                  <a:lnTo>
                    <a:pt x="87176" y="81715"/>
                  </a:lnTo>
                  <a:close/>
                  <a:moveTo>
                    <a:pt x="139574" y="81715"/>
                  </a:moveTo>
                  <a:cubicBezTo>
                    <a:pt x="135740" y="79800"/>
                    <a:pt x="132545" y="77246"/>
                    <a:pt x="128711" y="75331"/>
                  </a:cubicBezTo>
                  <a:cubicBezTo>
                    <a:pt x="135101" y="72777"/>
                    <a:pt x="141491" y="70224"/>
                    <a:pt x="147242" y="68309"/>
                  </a:cubicBezTo>
                  <a:cubicBezTo>
                    <a:pt x="148520" y="74693"/>
                    <a:pt x="149798" y="81077"/>
                    <a:pt x="150437" y="87461"/>
                  </a:cubicBezTo>
                  <a:cubicBezTo>
                    <a:pt x="146603" y="85545"/>
                    <a:pt x="142769" y="83630"/>
                    <a:pt x="139574" y="81715"/>
                  </a:cubicBezTo>
                  <a:lnTo>
                    <a:pt x="139574" y="81715"/>
                  </a:lnTo>
                  <a:close/>
                  <a:moveTo>
                    <a:pt x="14970" y="69585"/>
                  </a:moveTo>
                  <a:cubicBezTo>
                    <a:pt x="18165" y="63840"/>
                    <a:pt x="27111" y="61286"/>
                    <a:pt x="39252" y="61286"/>
                  </a:cubicBezTo>
                  <a:cubicBezTo>
                    <a:pt x="44364" y="61286"/>
                    <a:pt x="50115" y="61925"/>
                    <a:pt x="55226" y="62563"/>
                  </a:cubicBezTo>
                  <a:cubicBezTo>
                    <a:pt x="59060" y="63201"/>
                    <a:pt x="63533" y="63840"/>
                    <a:pt x="68006" y="65117"/>
                  </a:cubicBezTo>
                  <a:cubicBezTo>
                    <a:pt x="65450" y="75331"/>
                    <a:pt x="64173" y="86184"/>
                    <a:pt x="62894" y="97037"/>
                  </a:cubicBezTo>
                  <a:cubicBezTo>
                    <a:pt x="53949" y="103421"/>
                    <a:pt x="45642" y="109805"/>
                    <a:pt x="37335" y="117465"/>
                  </a:cubicBezTo>
                  <a:cubicBezTo>
                    <a:pt x="34140" y="114273"/>
                    <a:pt x="31584" y="111081"/>
                    <a:pt x="28389" y="107889"/>
                  </a:cubicBezTo>
                  <a:cubicBezTo>
                    <a:pt x="15609" y="91929"/>
                    <a:pt x="10497" y="77246"/>
                    <a:pt x="14970" y="69585"/>
                  </a:cubicBezTo>
                  <a:close/>
                  <a:moveTo>
                    <a:pt x="55226" y="190243"/>
                  </a:moveTo>
                  <a:cubicBezTo>
                    <a:pt x="34779" y="193435"/>
                    <a:pt x="19443" y="190881"/>
                    <a:pt x="14970" y="183220"/>
                  </a:cubicBezTo>
                  <a:cubicBezTo>
                    <a:pt x="10497" y="175560"/>
                    <a:pt x="15609" y="160876"/>
                    <a:pt x="28389" y="144916"/>
                  </a:cubicBezTo>
                  <a:cubicBezTo>
                    <a:pt x="30945" y="141724"/>
                    <a:pt x="34140" y="138533"/>
                    <a:pt x="37335" y="135341"/>
                  </a:cubicBezTo>
                  <a:cubicBezTo>
                    <a:pt x="45642" y="142363"/>
                    <a:pt x="53949" y="149385"/>
                    <a:pt x="62894" y="155769"/>
                  </a:cubicBezTo>
                  <a:cubicBezTo>
                    <a:pt x="63533" y="166622"/>
                    <a:pt x="65450" y="177475"/>
                    <a:pt x="68006" y="187689"/>
                  </a:cubicBezTo>
                  <a:cubicBezTo>
                    <a:pt x="62894" y="188966"/>
                    <a:pt x="59060" y="189604"/>
                    <a:pt x="55226" y="190243"/>
                  </a:cubicBezTo>
                  <a:lnTo>
                    <a:pt x="55226" y="190243"/>
                  </a:lnTo>
                  <a:close/>
                  <a:moveTo>
                    <a:pt x="113375" y="240038"/>
                  </a:moveTo>
                  <a:cubicBezTo>
                    <a:pt x="102512" y="240038"/>
                    <a:pt x="91010" y="224078"/>
                    <a:pt x="82703" y="196627"/>
                  </a:cubicBezTo>
                  <a:cubicBezTo>
                    <a:pt x="92927" y="193435"/>
                    <a:pt x="103151" y="189604"/>
                    <a:pt x="112736" y="185135"/>
                  </a:cubicBezTo>
                  <a:cubicBezTo>
                    <a:pt x="122321" y="189604"/>
                    <a:pt x="132545" y="193435"/>
                    <a:pt x="143408" y="197265"/>
                  </a:cubicBezTo>
                  <a:cubicBezTo>
                    <a:pt x="135740" y="224078"/>
                    <a:pt x="124238" y="240038"/>
                    <a:pt x="113375" y="240038"/>
                  </a:cubicBezTo>
                  <a:lnTo>
                    <a:pt x="113375" y="240038"/>
                  </a:lnTo>
                  <a:close/>
                  <a:moveTo>
                    <a:pt x="211780" y="183220"/>
                  </a:moveTo>
                  <a:cubicBezTo>
                    <a:pt x="206029" y="192796"/>
                    <a:pt x="186220" y="194711"/>
                    <a:pt x="159383" y="187689"/>
                  </a:cubicBezTo>
                  <a:cubicBezTo>
                    <a:pt x="161299" y="176836"/>
                    <a:pt x="163217" y="166622"/>
                    <a:pt x="164494" y="155769"/>
                  </a:cubicBezTo>
                  <a:cubicBezTo>
                    <a:pt x="173440" y="149385"/>
                    <a:pt x="181747" y="143001"/>
                    <a:pt x="190054" y="135341"/>
                  </a:cubicBezTo>
                  <a:cubicBezTo>
                    <a:pt x="209224" y="155769"/>
                    <a:pt x="217531" y="173644"/>
                    <a:pt x="211780" y="183220"/>
                  </a:cubicBezTo>
                  <a:lnTo>
                    <a:pt x="211780" y="183220"/>
                  </a:lnTo>
                  <a:close/>
                  <a:moveTo>
                    <a:pt x="189415" y="117465"/>
                  </a:moveTo>
                  <a:cubicBezTo>
                    <a:pt x="181108" y="110443"/>
                    <a:pt x="172801" y="103421"/>
                    <a:pt x="163855" y="97037"/>
                  </a:cubicBezTo>
                  <a:cubicBezTo>
                    <a:pt x="163217" y="86184"/>
                    <a:pt x="161299" y="75331"/>
                    <a:pt x="158743" y="65117"/>
                  </a:cubicBezTo>
                  <a:cubicBezTo>
                    <a:pt x="168328" y="62563"/>
                    <a:pt x="177913" y="61286"/>
                    <a:pt x="187498" y="61286"/>
                  </a:cubicBezTo>
                  <a:cubicBezTo>
                    <a:pt x="199639" y="61286"/>
                    <a:pt x="207946" y="64478"/>
                    <a:pt x="211780" y="70224"/>
                  </a:cubicBezTo>
                  <a:cubicBezTo>
                    <a:pt x="217531" y="79161"/>
                    <a:pt x="209224" y="97037"/>
                    <a:pt x="189415" y="117465"/>
                  </a:cubicBezTo>
                  <a:lnTo>
                    <a:pt x="189415" y="117465"/>
                  </a:lnTo>
                  <a:close/>
                </a:path>
              </a:pathLst>
            </a:custGeom>
            <a:solidFill>
              <a:srgbClr val="004F59"/>
            </a:solidFill>
            <a:ln w="6390" cap="flat">
              <a:noFill/>
              <a:prstDash val="solid"/>
              <a:miter/>
            </a:ln>
          </p:spPr>
          <p:txBody>
            <a:bodyPr rtlCol="0" anchor="ctr"/>
            <a:lstStyle/>
            <a:p>
              <a:endParaRPr lang="en-US"/>
            </a:p>
          </p:txBody>
        </p:sp>
        <p:sp>
          <p:nvSpPr>
            <p:cNvPr id="586" name="Graphic 4">
              <a:extLst>
                <a:ext uri="{FF2B5EF4-FFF2-40B4-BE49-F238E27FC236}">
                  <a16:creationId xmlns:a16="http://schemas.microsoft.com/office/drawing/2014/main" id="{C5BD758A-532D-EC43-B117-59032CD59984}"/>
                </a:ext>
              </a:extLst>
            </p:cNvPr>
            <p:cNvSpPr/>
            <p:nvPr/>
          </p:nvSpPr>
          <p:spPr>
            <a:xfrm>
              <a:off x="1689499" y="4967539"/>
              <a:ext cx="12779" cy="12767"/>
            </a:xfrm>
            <a:custGeom>
              <a:avLst/>
              <a:gdLst>
                <a:gd name="connsiteX0" fmla="*/ 6390 w 12779"/>
                <a:gd name="connsiteY0" fmla="*/ 0 h 12767"/>
                <a:gd name="connsiteX1" fmla="*/ 6390 w 12779"/>
                <a:gd name="connsiteY1" fmla="*/ 0 h 12767"/>
                <a:gd name="connsiteX2" fmla="*/ 0 w 12779"/>
                <a:gd name="connsiteY2" fmla="*/ 6384 h 12767"/>
                <a:gd name="connsiteX3" fmla="*/ 6390 w 12779"/>
                <a:gd name="connsiteY3" fmla="*/ 12768 h 12767"/>
                <a:gd name="connsiteX4" fmla="*/ 12780 w 12779"/>
                <a:gd name="connsiteY4" fmla="*/ 6384 h 12767"/>
                <a:gd name="connsiteX5" fmla="*/ 6390 w 12779"/>
                <a:gd name="connsiteY5" fmla="*/ 0 h 12767"/>
                <a:gd name="connsiteX6" fmla="*/ 6390 w 12779"/>
                <a:gd name="connsiteY6" fmla="*/ 0 h 12767"/>
                <a:gd name="connsiteX7" fmla="*/ 6390 w 12779"/>
                <a:gd name="connsiteY7"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9" h="12767">
                  <a:moveTo>
                    <a:pt x="6390" y="0"/>
                  </a:moveTo>
                  <a:lnTo>
                    <a:pt x="6390" y="0"/>
                  </a:lnTo>
                  <a:cubicBezTo>
                    <a:pt x="2556" y="0"/>
                    <a:pt x="0" y="2554"/>
                    <a:pt x="0" y="6384"/>
                  </a:cubicBezTo>
                  <a:cubicBezTo>
                    <a:pt x="0" y="10214"/>
                    <a:pt x="2556" y="12768"/>
                    <a:pt x="6390" y="12768"/>
                  </a:cubicBezTo>
                  <a:cubicBezTo>
                    <a:pt x="10224" y="12768"/>
                    <a:pt x="12780" y="10214"/>
                    <a:pt x="12780" y="6384"/>
                  </a:cubicBezTo>
                  <a:cubicBezTo>
                    <a:pt x="12780" y="2554"/>
                    <a:pt x="10224" y="0"/>
                    <a:pt x="6390" y="0"/>
                  </a:cubicBezTo>
                  <a:cubicBezTo>
                    <a:pt x="6390" y="0"/>
                    <a:pt x="6390" y="0"/>
                    <a:pt x="6390" y="0"/>
                  </a:cubicBezTo>
                  <a:lnTo>
                    <a:pt x="6390" y="0"/>
                  </a:lnTo>
                  <a:close/>
                </a:path>
              </a:pathLst>
            </a:custGeom>
            <a:solidFill>
              <a:srgbClr val="004F59"/>
            </a:solidFill>
            <a:ln w="6390" cap="flat">
              <a:noFill/>
              <a:prstDash val="solid"/>
              <a:miter/>
            </a:ln>
          </p:spPr>
          <p:txBody>
            <a:bodyPr rtlCol="0" anchor="ctr"/>
            <a:lstStyle/>
            <a:p>
              <a:endParaRPr lang="en-US"/>
            </a:p>
          </p:txBody>
        </p:sp>
      </p:grpSp>
      <p:grpSp>
        <p:nvGrpSpPr>
          <p:cNvPr id="2" name="Group 1">
            <a:extLst>
              <a:ext uri="{FF2B5EF4-FFF2-40B4-BE49-F238E27FC236}">
                <a16:creationId xmlns:a16="http://schemas.microsoft.com/office/drawing/2014/main" id="{F92638D0-59E3-F14C-9FAF-DC05FB3CE16C}"/>
              </a:ext>
            </a:extLst>
          </p:cNvPr>
          <p:cNvGrpSpPr>
            <a:grpSpLocks noChangeAspect="1"/>
          </p:cNvGrpSpPr>
          <p:nvPr/>
        </p:nvGrpSpPr>
        <p:grpSpPr>
          <a:xfrm>
            <a:off x="1952125" y="4793256"/>
            <a:ext cx="362313" cy="361971"/>
            <a:chOff x="1952125" y="4793256"/>
            <a:chExt cx="362313" cy="361971"/>
          </a:xfrm>
        </p:grpSpPr>
        <p:sp>
          <p:nvSpPr>
            <p:cNvPr id="587" name="Graphic 4">
              <a:extLst>
                <a:ext uri="{FF2B5EF4-FFF2-40B4-BE49-F238E27FC236}">
                  <a16:creationId xmlns:a16="http://schemas.microsoft.com/office/drawing/2014/main" id="{BC647EB7-3D91-284C-9685-51B15F6C2031}"/>
                </a:ext>
              </a:extLst>
            </p:cNvPr>
            <p:cNvSpPr/>
            <p:nvPr/>
          </p:nvSpPr>
          <p:spPr>
            <a:xfrm>
              <a:off x="2067144" y="4961155"/>
              <a:ext cx="15335" cy="25535"/>
            </a:xfrm>
            <a:custGeom>
              <a:avLst/>
              <a:gdLst>
                <a:gd name="connsiteX0" fmla="*/ 0 w 15335"/>
                <a:gd name="connsiteY0" fmla="*/ 12768 h 25535"/>
                <a:gd name="connsiteX1" fmla="*/ 15336 w 15335"/>
                <a:gd name="connsiteY1" fmla="*/ 25536 h 25535"/>
                <a:gd name="connsiteX2" fmla="*/ 15336 w 15335"/>
                <a:gd name="connsiteY2" fmla="*/ 12768 h 25535"/>
                <a:gd name="connsiteX3" fmla="*/ 15336 w 15335"/>
                <a:gd name="connsiteY3" fmla="*/ 0 h 25535"/>
                <a:gd name="connsiteX4" fmla="*/ 0 w 15335"/>
                <a:gd name="connsiteY4" fmla="*/ 12768 h 25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5" h="25535">
                  <a:moveTo>
                    <a:pt x="0" y="12768"/>
                  </a:moveTo>
                  <a:cubicBezTo>
                    <a:pt x="4473" y="17237"/>
                    <a:pt x="9585" y="21067"/>
                    <a:pt x="15336" y="25536"/>
                  </a:cubicBezTo>
                  <a:cubicBezTo>
                    <a:pt x="15336" y="21706"/>
                    <a:pt x="15336" y="17237"/>
                    <a:pt x="15336" y="12768"/>
                  </a:cubicBezTo>
                  <a:cubicBezTo>
                    <a:pt x="15336" y="8299"/>
                    <a:pt x="15336" y="4469"/>
                    <a:pt x="15336" y="0"/>
                  </a:cubicBezTo>
                  <a:cubicBezTo>
                    <a:pt x="9585" y="4469"/>
                    <a:pt x="4473" y="8299"/>
                    <a:pt x="0" y="12768"/>
                  </a:cubicBezTo>
                  <a:close/>
                </a:path>
              </a:pathLst>
            </a:custGeom>
            <a:solidFill>
              <a:srgbClr val="004F59"/>
            </a:solidFill>
            <a:ln w="6390" cap="flat">
              <a:noFill/>
              <a:prstDash val="solid"/>
              <a:miter/>
            </a:ln>
          </p:spPr>
          <p:txBody>
            <a:bodyPr rtlCol="0" anchor="ctr"/>
            <a:lstStyle/>
            <a:p>
              <a:endParaRPr lang="en-US"/>
            </a:p>
          </p:txBody>
        </p:sp>
        <p:sp>
          <p:nvSpPr>
            <p:cNvPr id="588" name="Graphic 4">
              <a:extLst>
                <a:ext uri="{FF2B5EF4-FFF2-40B4-BE49-F238E27FC236}">
                  <a16:creationId xmlns:a16="http://schemas.microsoft.com/office/drawing/2014/main" id="{77607BE0-FD1B-224A-A250-EFA414BEE466}"/>
                </a:ext>
              </a:extLst>
            </p:cNvPr>
            <p:cNvSpPr/>
            <p:nvPr/>
          </p:nvSpPr>
          <p:spPr>
            <a:xfrm>
              <a:off x="2033716" y="4982860"/>
              <a:ext cx="53876" cy="56567"/>
            </a:xfrm>
            <a:custGeom>
              <a:avLst/>
              <a:gdLst>
                <a:gd name="connsiteX0" fmla="*/ 23843 w 53876"/>
                <a:gd name="connsiteY0" fmla="*/ 0 h 56567"/>
                <a:gd name="connsiteX1" fmla="*/ 1479 w 53876"/>
                <a:gd name="connsiteY1" fmla="*/ 47880 h 56567"/>
                <a:gd name="connsiteX2" fmla="*/ 53876 w 53876"/>
                <a:gd name="connsiteY2" fmla="*/ 52348 h 56567"/>
                <a:gd name="connsiteX3" fmla="*/ 48764 w 53876"/>
                <a:gd name="connsiteY3" fmla="*/ 20428 h 56567"/>
                <a:gd name="connsiteX4" fmla="*/ 23843 w 53876"/>
                <a:gd name="connsiteY4" fmla="*/ 0 h 56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76" h="56567">
                  <a:moveTo>
                    <a:pt x="23843" y="0"/>
                  </a:moveTo>
                  <a:cubicBezTo>
                    <a:pt x="4674" y="20428"/>
                    <a:pt x="-3633" y="38304"/>
                    <a:pt x="1479" y="47880"/>
                  </a:cubicBezTo>
                  <a:cubicBezTo>
                    <a:pt x="6591" y="57456"/>
                    <a:pt x="27038" y="59371"/>
                    <a:pt x="53876" y="52348"/>
                  </a:cubicBezTo>
                  <a:cubicBezTo>
                    <a:pt x="51320" y="42134"/>
                    <a:pt x="50042" y="31281"/>
                    <a:pt x="48764" y="20428"/>
                  </a:cubicBezTo>
                  <a:cubicBezTo>
                    <a:pt x="40457" y="14044"/>
                    <a:pt x="32150" y="7660"/>
                    <a:pt x="23843" y="0"/>
                  </a:cubicBezTo>
                  <a:close/>
                </a:path>
              </a:pathLst>
            </a:custGeom>
            <a:solidFill>
              <a:srgbClr val="004F59"/>
            </a:solidFill>
            <a:ln w="6390" cap="flat">
              <a:noFill/>
              <a:prstDash val="solid"/>
              <a:miter/>
            </a:ln>
          </p:spPr>
          <p:txBody>
            <a:bodyPr rtlCol="0" anchor="ctr"/>
            <a:lstStyle/>
            <a:p>
              <a:endParaRPr lang="en-US"/>
            </a:p>
          </p:txBody>
        </p:sp>
        <p:sp>
          <p:nvSpPr>
            <p:cNvPr id="590" name="Graphic 4">
              <a:extLst>
                <a:ext uri="{FF2B5EF4-FFF2-40B4-BE49-F238E27FC236}">
                  <a16:creationId xmlns:a16="http://schemas.microsoft.com/office/drawing/2014/main" id="{7611C4A0-6448-FE44-8BD3-9E75A060DA8B}"/>
                </a:ext>
              </a:extLst>
            </p:cNvPr>
            <p:cNvSpPr/>
            <p:nvPr/>
          </p:nvSpPr>
          <p:spPr>
            <a:xfrm>
              <a:off x="2097177" y="5012227"/>
              <a:ext cx="21725" cy="19151"/>
            </a:xfrm>
            <a:custGeom>
              <a:avLst/>
              <a:gdLst>
                <a:gd name="connsiteX0" fmla="*/ 0 w 21725"/>
                <a:gd name="connsiteY0" fmla="*/ 0 h 19151"/>
                <a:gd name="connsiteX1" fmla="*/ 3195 w 21725"/>
                <a:gd name="connsiteY1" fmla="*/ 19152 h 19151"/>
                <a:gd name="connsiteX2" fmla="*/ 21726 w 21725"/>
                <a:gd name="connsiteY2" fmla="*/ 12130 h 19151"/>
                <a:gd name="connsiteX3" fmla="*/ 10863 w 21725"/>
                <a:gd name="connsiteY3" fmla="*/ 5746 h 19151"/>
                <a:gd name="connsiteX4" fmla="*/ 0 w 21725"/>
                <a:gd name="connsiteY4" fmla="*/ 0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25" h="19151">
                  <a:moveTo>
                    <a:pt x="0" y="0"/>
                  </a:moveTo>
                  <a:cubicBezTo>
                    <a:pt x="639" y="7022"/>
                    <a:pt x="1917" y="13406"/>
                    <a:pt x="3195" y="19152"/>
                  </a:cubicBezTo>
                  <a:cubicBezTo>
                    <a:pt x="8946" y="17237"/>
                    <a:pt x="15336" y="14683"/>
                    <a:pt x="21726" y="12130"/>
                  </a:cubicBezTo>
                  <a:cubicBezTo>
                    <a:pt x="17892" y="10214"/>
                    <a:pt x="14697" y="8299"/>
                    <a:pt x="10863" y="5746"/>
                  </a:cubicBezTo>
                  <a:cubicBezTo>
                    <a:pt x="7029" y="3192"/>
                    <a:pt x="3195" y="2554"/>
                    <a:pt x="0" y="0"/>
                  </a:cubicBezTo>
                  <a:close/>
                </a:path>
              </a:pathLst>
            </a:custGeom>
            <a:solidFill>
              <a:srgbClr val="004F59"/>
            </a:solidFill>
            <a:ln w="6390" cap="flat">
              <a:noFill/>
              <a:prstDash val="solid"/>
              <a:miter/>
            </a:ln>
          </p:spPr>
          <p:txBody>
            <a:bodyPr rtlCol="0" anchor="ctr"/>
            <a:lstStyle/>
            <a:p>
              <a:endParaRPr lang="en-US"/>
            </a:p>
          </p:txBody>
        </p:sp>
        <p:sp>
          <p:nvSpPr>
            <p:cNvPr id="591" name="Graphic 4">
              <a:extLst>
                <a:ext uri="{FF2B5EF4-FFF2-40B4-BE49-F238E27FC236}">
                  <a16:creationId xmlns:a16="http://schemas.microsoft.com/office/drawing/2014/main" id="{CBE06F19-0357-8444-B16E-6F8800AB623F}"/>
                </a:ext>
              </a:extLst>
            </p:cNvPr>
            <p:cNvSpPr/>
            <p:nvPr/>
          </p:nvSpPr>
          <p:spPr>
            <a:xfrm>
              <a:off x="2148935" y="4916467"/>
              <a:ext cx="21725" cy="19151"/>
            </a:xfrm>
            <a:custGeom>
              <a:avLst/>
              <a:gdLst>
                <a:gd name="connsiteX0" fmla="*/ 21726 w 21725"/>
                <a:gd name="connsiteY0" fmla="*/ 19152 h 19151"/>
                <a:gd name="connsiteX1" fmla="*/ 18531 w 21725"/>
                <a:gd name="connsiteY1" fmla="*/ 0 h 19151"/>
                <a:gd name="connsiteX2" fmla="*/ 0 w 21725"/>
                <a:gd name="connsiteY2" fmla="*/ 7022 h 19151"/>
                <a:gd name="connsiteX3" fmla="*/ 10863 w 21725"/>
                <a:gd name="connsiteY3" fmla="*/ 13406 h 19151"/>
                <a:gd name="connsiteX4" fmla="*/ 21726 w 21725"/>
                <a:gd name="connsiteY4" fmla="*/ 19152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25" h="19151">
                  <a:moveTo>
                    <a:pt x="21726" y="19152"/>
                  </a:moveTo>
                  <a:cubicBezTo>
                    <a:pt x="21087" y="12130"/>
                    <a:pt x="19809" y="5746"/>
                    <a:pt x="18531" y="0"/>
                  </a:cubicBezTo>
                  <a:cubicBezTo>
                    <a:pt x="12141" y="1915"/>
                    <a:pt x="6390" y="4469"/>
                    <a:pt x="0" y="7022"/>
                  </a:cubicBezTo>
                  <a:cubicBezTo>
                    <a:pt x="3834" y="8938"/>
                    <a:pt x="7029" y="10853"/>
                    <a:pt x="10863" y="13406"/>
                  </a:cubicBezTo>
                  <a:cubicBezTo>
                    <a:pt x="14697" y="15960"/>
                    <a:pt x="17892" y="16598"/>
                    <a:pt x="21726" y="19152"/>
                  </a:cubicBezTo>
                  <a:close/>
                </a:path>
              </a:pathLst>
            </a:custGeom>
            <a:solidFill>
              <a:srgbClr val="004F59"/>
            </a:solidFill>
            <a:ln w="6390" cap="flat">
              <a:noFill/>
              <a:prstDash val="solid"/>
              <a:miter/>
            </a:ln>
          </p:spPr>
          <p:txBody>
            <a:bodyPr rtlCol="0" anchor="ctr"/>
            <a:lstStyle/>
            <a:p>
              <a:endParaRPr lang="en-US"/>
            </a:p>
          </p:txBody>
        </p:sp>
        <p:sp>
          <p:nvSpPr>
            <p:cNvPr id="592" name="Graphic 4">
              <a:extLst>
                <a:ext uri="{FF2B5EF4-FFF2-40B4-BE49-F238E27FC236}">
                  <a16:creationId xmlns:a16="http://schemas.microsoft.com/office/drawing/2014/main" id="{FD6540D3-1685-D246-BB87-34D64A5FB2FC}"/>
                </a:ext>
              </a:extLst>
            </p:cNvPr>
            <p:cNvSpPr/>
            <p:nvPr/>
          </p:nvSpPr>
          <p:spPr>
            <a:xfrm>
              <a:off x="2097177" y="4915829"/>
              <a:ext cx="21725" cy="19151"/>
            </a:xfrm>
            <a:custGeom>
              <a:avLst/>
              <a:gdLst>
                <a:gd name="connsiteX0" fmla="*/ 3195 w 21725"/>
                <a:gd name="connsiteY0" fmla="*/ 0 h 19151"/>
                <a:gd name="connsiteX1" fmla="*/ 0 w 21725"/>
                <a:gd name="connsiteY1" fmla="*/ 19152 h 19151"/>
                <a:gd name="connsiteX2" fmla="*/ 10863 w 21725"/>
                <a:gd name="connsiteY2" fmla="*/ 12768 h 19151"/>
                <a:gd name="connsiteX3" fmla="*/ 21726 w 21725"/>
                <a:gd name="connsiteY3" fmla="*/ 6384 h 19151"/>
                <a:gd name="connsiteX4" fmla="*/ 3195 w 21725"/>
                <a:gd name="connsiteY4" fmla="*/ 0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25" h="19151">
                  <a:moveTo>
                    <a:pt x="3195" y="0"/>
                  </a:moveTo>
                  <a:cubicBezTo>
                    <a:pt x="1917" y="6384"/>
                    <a:pt x="639" y="12768"/>
                    <a:pt x="0" y="19152"/>
                  </a:cubicBezTo>
                  <a:cubicBezTo>
                    <a:pt x="3195" y="17236"/>
                    <a:pt x="7029" y="14683"/>
                    <a:pt x="10863" y="12768"/>
                  </a:cubicBezTo>
                  <a:cubicBezTo>
                    <a:pt x="14697" y="10852"/>
                    <a:pt x="17892" y="8299"/>
                    <a:pt x="21726" y="6384"/>
                  </a:cubicBezTo>
                  <a:cubicBezTo>
                    <a:pt x="15336" y="4468"/>
                    <a:pt x="8946" y="1915"/>
                    <a:pt x="3195" y="0"/>
                  </a:cubicBezTo>
                  <a:close/>
                </a:path>
              </a:pathLst>
            </a:custGeom>
            <a:solidFill>
              <a:srgbClr val="004F59"/>
            </a:solidFill>
            <a:ln w="6390" cap="flat">
              <a:noFill/>
              <a:prstDash val="solid"/>
              <a:miter/>
            </a:ln>
          </p:spPr>
          <p:txBody>
            <a:bodyPr rtlCol="0" anchor="ctr"/>
            <a:lstStyle/>
            <a:p>
              <a:endParaRPr lang="en-US"/>
            </a:p>
          </p:txBody>
        </p:sp>
        <p:sp>
          <p:nvSpPr>
            <p:cNvPr id="593" name="Graphic 4">
              <a:extLst>
                <a:ext uri="{FF2B5EF4-FFF2-40B4-BE49-F238E27FC236}">
                  <a16:creationId xmlns:a16="http://schemas.microsoft.com/office/drawing/2014/main" id="{445A65FB-49FB-2346-91E7-16B05B33A2FE}"/>
                </a:ext>
              </a:extLst>
            </p:cNvPr>
            <p:cNvSpPr/>
            <p:nvPr/>
          </p:nvSpPr>
          <p:spPr>
            <a:xfrm>
              <a:off x="2148935" y="5012865"/>
              <a:ext cx="21725" cy="19151"/>
            </a:xfrm>
            <a:custGeom>
              <a:avLst/>
              <a:gdLst>
                <a:gd name="connsiteX0" fmla="*/ 18531 w 21725"/>
                <a:gd name="connsiteY0" fmla="*/ 19152 h 19151"/>
                <a:gd name="connsiteX1" fmla="*/ 21726 w 21725"/>
                <a:gd name="connsiteY1" fmla="*/ 0 h 19151"/>
                <a:gd name="connsiteX2" fmla="*/ 10863 w 21725"/>
                <a:gd name="connsiteY2" fmla="*/ 6384 h 19151"/>
                <a:gd name="connsiteX3" fmla="*/ 0 w 21725"/>
                <a:gd name="connsiteY3" fmla="*/ 12768 h 19151"/>
                <a:gd name="connsiteX4" fmla="*/ 18531 w 21725"/>
                <a:gd name="connsiteY4" fmla="*/ 19152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25" h="19151">
                  <a:moveTo>
                    <a:pt x="18531" y="19152"/>
                  </a:moveTo>
                  <a:cubicBezTo>
                    <a:pt x="19809" y="13407"/>
                    <a:pt x="21087" y="6384"/>
                    <a:pt x="21726" y="0"/>
                  </a:cubicBezTo>
                  <a:cubicBezTo>
                    <a:pt x="18531" y="1916"/>
                    <a:pt x="14697" y="4469"/>
                    <a:pt x="10863" y="6384"/>
                  </a:cubicBezTo>
                  <a:cubicBezTo>
                    <a:pt x="7029" y="8299"/>
                    <a:pt x="3195" y="10215"/>
                    <a:pt x="0" y="12768"/>
                  </a:cubicBezTo>
                  <a:cubicBezTo>
                    <a:pt x="6390" y="14683"/>
                    <a:pt x="12141" y="17237"/>
                    <a:pt x="18531" y="19152"/>
                  </a:cubicBezTo>
                  <a:close/>
                </a:path>
              </a:pathLst>
            </a:custGeom>
            <a:solidFill>
              <a:srgbClr val="004F59"/>
            </a:solidFill>
            <a:ln w="6390" cap="flat">
              <a:noFill/>
              <a:prstDash val="solid"/>
              <a:miter/>
            </a:ln>
          </p:spPr>
          <p:txBody>
            <a:bodyPr rtlCol="0" anchor="ctr"/>
            <a:lstStyle/>
            <a:p>
              <a:endParaRPr lang="en-US"/>
            </a:p>
          </p:txBody>
        </p:sp>
        <p:sp>
          <p:nvSpPr>
            <p:cNvPr id="594" name="Graphic 4">
              <a:extLst>
                <a:ext uri="{FF2B5EF4-FFF2-40B4-BE49-F238E27FC236}">
                  <a16:creationId xmlns:a16="http://schemas.microsoft.com/office/drawing/2014/main" id="{5C2F504D-016D-2D44-B9BA-C9BCDFA73A51}"/>
                </a:ext>
              </a:extLst>
            </p:cNvPr>
            <p:cNvSpPr/>
            <p:nvPr/>
          </p:nvSpPr>
          <p:spPr>
            <a:xfrm>
              <a:off x="2178968" y="4908806"/>
              <a:ext cx="54984" cy="56178"/>
            </a:xfrm>
            <a:custGeom>
              <a:avLst/>
              <a:gdLst>
                <a:gd name="connsiteX0" fmla="*/ 30672 w 54984"/>
                <a:gd name="connsiteY0" fmla="*/ 56179 h 56178"/>
                <a:gd name="connsiteX1" fmla="*/ 39618 w 54984"/>
                <a:gd name="connsiteY1" fmla="*/ 46603 h 56178"/>
                <a:gd name="connsiteX2" fmla="*/ 53036 w 54984"/>
                <a:gd name="connsiteY2" fmla="*/ 8299 h 56178"/>
                <a:gd name="connsiteX3" fmla="*/ 28755 w 54984"/>
                <a:gd name="connsiteY3" fmla="*/ 0 h 56178"/>
                <a:gd name="connsiteX4" fmla="*/ 12780 w 54984"/>
                <a:gd name="connsiteY4" fmla="*/ 1277 h 56178"/>
                <a:gd name="connsiteX5" fmla="*/ 0 w 54984"/>
                <a:gd name="connsiteY5" fmla="*/ 3831 h 56178"/>
                <a:gd name="connsiteX6" fmla="*/ 5112 w 54984"/>
                <a:gd name="connsiteY6" fmla="*/ 35751 h 56178"/>
                <a:gd name="connsiteX7" fmla="*/ 30672 w 54984"/>
                <a:gd name="connsiteY7" fmla="*/ 56179 h 56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984" h="56178">
                  <a:moveTo>
                    <a:pt x="30672" y="56179"/>
                  </a:moveTo>
                  <a:cubicBezTo>
                    <a:pt x="33867" y="52987"/>
                    <a:pt x="37062" y="49795"/>
                    <a:pt x="39618" y="46603"/>
                  </a:cubicBezTo>
                  <a:cubicBezTo>
                    <a:pt x="53036" y="30643"/>
                    <a:pt x="58148" y="15960"/>
                    <a:pt x="53036" y="8299"/>
                  </a:cubicBezTo>
                  <a:cubicBezTo>
                    <a:pt x="49841" y="2554"/>
                    <a:pt x="40896" y="0"/>
                    <a:pt x="28755" y="0"/>
                  </a:cubicBezTo>
                  <a:cubicBezTo>
                    <a:pt x="23643" y="0"/>
                    <a:pt x="17892" y="639"/>
                    <a:pt x="12780" y="1277"/>
                  </a:cubicBezTo>
                  <a:cubicBezTo>
                    <a:pt x="8946" y="1915"/>
                    <a:pt x="4473" y="2554"/>
                    <a:pt x="0" y="3831"/>
                  </a:cubicBezTo>
                  <a:cubicBezTo>
                    <a:pt x="2556" y="14683"/>
                    <a:pt x="3834" y="24898"/>
                    <a:pt x="5112" y="35751"/>
                  </a:cubicBezTo>
                  <a:cubicBezTo>
                    <a:pt x="14058" y="42135"/>
                    <a:pt x="23004" y="48519"/>
                    <a:pt x="30672" y="56179"/>
                  </a:cubicBezTo>
                  <a:close/>
                </a:path>
              </a:pathLst>
            </a:custGeom>
            <a:solidFill>
              <a:srgbClr val="004F59"/>
            </a:solidFill>
            <a:ln w="6390" cap="flat">
              <a:noFill/>
              <a:prstDash val="solid"/>
              <a:miter/>
            </a:ln>
          </p:spPr>
          <p:txBody>
            <a:bodyPr rtlCol="0" anchor="ctr"/>
            <a:lstStyle/>
            <a:p>
              <a:endParaRPr lang="en-US"/>
            </a:p>
          </p:txBody>
        </p:sp>
        <p:sp>
          <p:nvSpPr>
            <p:cNvPr id="595" name="Graphic 4">
              <a:extLst>
                <a:ext uri="{FF2B5EF4-FFF2-40B4-BE49-F238E27FC236}">
                  <a16:creationId xmlns:a16="http://schemas.microsoft.com/office/drawing/2014/main" id="{55FD8638-2B11-C248-BEC6-4B06284B1B16}"/>
                </a:ext>
              </a:extLst>
            </p:cNvPr>
            <p:cNvSpPr/>
            <p:nvPr/>
          </p:nvSpPr>
          <p:spPr>
            <a:xfrm>
              <a:off x="2094621" y="4929873"/>
              <a:ext cx="78596" cy="88099"/>
            </a:xfrm>
            <a:custGeom>
              <a:avLst/>
              <a:gdLst>
                <a:gd name="connsiteX0" fmla="*/ 77957 w 78596"/>
                <a:gd name="connsiteY0" fmla="*/ 21706 h 88099"/>
                <a:gd name="connsiteX1" fmla="*/ 58788 w 78596"/>
                <a:gd name="connsiteY1" fmla="*/ 10215 h 88099"/>
                <a:gd name="connsiteX2" fmla="*/ 38979 w 78596"/>
                <a:gd name="connsiteY2" fmla="*/ 0 h 88099"/>
                <a:gd name="connsiteX3" fmla="*/ 19170 w 78596"/>
                <a:gd name="connsiteY3" fmla="*/ 10215 h 88099"/>
                <a:gd name="connsiteX4" fmla="*/ 639 w 78596"/>
                <a:gd name="connsiteY4" fmla="*/ 21706 h 88099"/>
                <a:gd name="connsiteX5" fmla="*/ 0 w 78596"/>
                <a:gd name="connsiteY5" fmla="*/ 44050 h 88099"/>
                <a:gd name="connsiteX6" fmla="*/ 639 w 78596"/>
                <a:gd name="connsiteY6" fmla="*/ 66394 h 88099"/>
                <a:gd name="connsiteX7" fmla="*/ 19170 w 78596"/>
                <a:gd name="connsiteY7" fmla="*/ 77885 h 88099"/>
                <a:gd name="connsiteX8" fmla="*/ 38979 w 78596"/>
                <a:gd name="connsiteY8" fmla="*/ 88099 h 88099"/>
                <a:gd name="connsiteX9" fmla="*/ 58788 w 78596"/>
                <a:gd name="connsiteY9" fmla="*/ 77885 h 88099"/>
                <a:gd name="connsiteX10" fmla="*/ 77957 w 78596"/>
                <a:gd name="connsiteY10" fmla="*/ 66394 h 88099"/>
                <a:gd name="connsiteX11" fmla="*/ 78596 w 78596"/>
                <a:gd name="connsiteY11" fmla="*/ 44050 h 88099"/>
                <a:gd name="connsiteX12" fmla="*/ 77957 w 78596"/>
                <a:gd name="connsiteY12" fmla="*/ 21706 h 88099"/>
                <a:gd name="connsiteX13" fmla="*/ 39618 w 78596"/>
                <a:gd name="connsiteY13" fmla="*/ 50434 h 88099"/>
                <a:gd name="connsiteX14" fmla="*/ 33228 w 78596"/>
                <a:gd name="connsiteY14" fmla="*/ 44050 h 88099"/>
                <a:gd name="connsiteX15" fmla="*/ 39618 w 78596"/>
                <a:gd name="connsiteY15" fmla="*/ 37666 h 88099"/>
                <a:gd name="connsiteX16" fmla="*/ 39618 w 78596"/>
                <a:gd name="connsiteY16" fmla="*/ 37666 h 88099"/>
                <a:gd name="connsiteX17" fmla="*/ 46008 w 78596"/>
                <a:gd name="connsiteY17" fmla="*/ 44050 h 88099"/>
                <a:gd name="connsiteX18" fmla="*/ 39618 w 78596"/>
                <a:gd name="connsiteY18" fmla="*/ 50434 h 88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8596" h="88099">
                  <a:moveTo>
                    <a:pt x="77957" y="21706"/>
                  </a:moveTo>
                  <a:cubicBezTo>
                    <a:pt x="72206" y="17875"/>
                    <a:pt x="65816" y="13407"/>
                    <a:pt x="58788" y="10215"/>
                  </a:cubicBezTo>
                  <a:cubicBezTo>
                    <a:pt x="51759" y="7023"/>
                    <a:pt x="45369" y="3192"/>
                    <a:pt x="38979" y="0"/>
                  </a:cubicBezTo>
                  <a:cubicBezTo>
                    <a:pt x="32589" y="3192"/>
                    <a:pt x="26199" y="6384"/>
                    <a:pt x="19170" y="10215"/>
                  </a:cubicBezTo>
                  <a:cubicBezTo>
                    <a:pt x="12780" y="14045"/>
                    <a:pt x="6390" y="17875"/>
                    <a:pt x="639" y="21706"/>
                  </a:cubicBezTo>
                  <a:cubicBezTo>
                    <a:pt x="0" y="28728"/>
                    <a:pt x="0" y="36389"/>
                    <a:pt x="0" y="44050"/>
                  </a:cubicBezTo>
                  <a:cubicBezTo>
                    <a:pt x="0" y="51710"/>
                    <a:pt x="0" y="59371"/>
                    <a:pt x="639" y="66394"/>
                  </a:cubicBezTo>
                  <a:cubicBezTo>
                    <a:pt x="6390" y="70224"/>
                    <a:pt x="12780" y="74054"/>
                    <a:pt x="19170" y="77885"/>
                  </a:cubicBezTo>
                  <a:cubicBezTo>
                    <a:pt x="25560" y="81715"/>
                    <a:pt x="31950" y="84907"/>
                    <a:pt x="38979" y="88099"/>
                  </a:cubicBezTo>
                  <a:cubicBezTo>
                    <a:pt x="45369" y="84907"/>
                    <a:pt x="51759" y="81715"/>
                    <a:pt x="58788" y="77885"/>
                  </a:cubicBezTo>
                  <a:cubicBezTo>
                    <a:pt x="65816" y="74054"/>
                    <a:pt x="71567" y="70224"/>
                    <a:pt x="77957" y="66394"/>
                  </a:cubicBezTo>
                  <a:cubicBezTo>
                    <a:pt x="78596" y="59371"/>
                    <a:pt x="78596" y="51710"/>
                    <a:pt x="78596" y="44050"/>
                  </a:cubicBezTo>
                  <a:cubicBezTo>
                    <a:pt x="78596" y="36389"/>
                    <a:pt x="77957" y="28728"/>
                    <a:pt x="77957" y="21706"/>
                  </a:cubicBezTo>
                  <a:close/>
                  <a:moveTo>
                    <a:pt x="39618" y="50434"/>
                  </a:moveTo>
                  <a:cubicBezTo>
                    <a:pt x="35784" y="50434"/>
                    <a:pt x="33228" y="47880"/>
                    <a:pt x="33228" y="44050"/>
                  </a:cubicBezTo>
                  <a:cubicBezTo>
                    <a:pt x="33228" y="40219"/>
                    <a:pt x="35784" y="37666"/>
                    <a:pt x="39618" y="37666"/>
                  </a:cubicBezTo>
                  <a:lnTo>
                    <a:pt x="39618" y="37666"/>
                  </a:lnTo>
                  <a:cubicBezTo>
                    <a:pt x="43452" y="37666"/>
                    <a:pt x="46008" y="40219"/>
                    <a:pt x="46008" y="44050"/>
                  </a:cubicBezTo>
                  <a:cubicBezTo>
                    <a:pt x="46008" y="47880"/>
                    <a:pt x="43452" y="50434"/>
                    <a:pt x="39618" y="50434"/>
                  </a:cubicBezTo>
                  <a:close/>
                </a:path>
              </a:pathLst>
            </a:custGeom>
            <a:solidFill>
              <a:srgbClr val="004F59"/>
            </a:solidFill>
            <a:ln w="6390" cap="flat">
              <a:noFill/>
              <a:prstDash val="solid"/>
              <a:miter/>
            </a:ln>
          </p:spPr>
          <p:txBody>
            <a:bodyPr rtlCol="0" anchor="ctr"/>
            <a:lstStyle/>
            <a:p>
              <a:endParaRPr lang="en-US"/>
            </a:p>
          </p:txBody>
        </p:sp>
        <p:sp>
          <p:nvSpPr>
            <p:cNvPr id="596" name="Graphic 4">
              <a:extLst>
                <a:ext uri="{FF2B5EF4-FFF2-40B4-BE49-F238E27FC236}">
                  <a16:creationId xmlns:a16="http://schemas.microsoft.com/office/drawing/2014/main" id="{C065968C-B56D-6849-9117-46A04D51F202}"/>
                </a:ext>
              </a:extLst>
            </p:cNvPr>
            <p:cNvSpPr/>
            <p:nvPr/>
          </p:nvSpPr>
          <p:spPr>
            <a:xfrm>
              <a:off x="2178968" y="4982860"/>
              <a:ext cx="54627" cy="56246"/>
            </a:xfrm>
            <a:custGeom>
              <a:avLst/>
              <a:gdLst>
                <a:gd name="connsiteX0" fmla="*/ 30672 w 54627"/>
                <a:gd name="connsiteY0" fmla="*/ 0 h 56246"/>
                <a:gd name="connsiteX1" fmla="*/ 5112 w 54627"/>
                <a:gd name="connsiteY1" fmla="*/ 20428 h 56246"/>
                <a:gd name="connsiteX2" fmla="*/ 0 w 54627"/>
                <a:gd name="connsiteY2" fmla="*/ 52348 h 56246"/>
                <a:gd name="connsiteX3" fmla="*/ 12780 w 54627"/>
                <a:gd name="connsiteY3" fmla="*/ 54902 h 56246"/>
                <a:gd name="connsiteX4" fmla="*/ 53036 w 54627"/>
                <a:gd name="connsiteY4" fmla="*/ 47880 h 56246"/>
                <a:gd name="connsiteX5" fmla="*/ 39618 w 54627"/>
                <a:gd name="connsiteY5" fmla="*/ 9576 h 56246"/>
                <a:gd name="connsiteX6" fmla="*/ 30672 w 54627"/>
                <a:gd name="connsiteY6" fmla="*/ 0 h 5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627" h="56246">
                  <a:moveTo>
                    <a:pt x="30672" y="0"/>
                  </a:moveTo>
                  <a:cubicBezTo>
                    <a:pt x="22365" y="7022"/>
                    <a:pt x="14058" y="14044"/>
                    <a:pt x="5112" y="20428"/>
                  </a:cubicBezTo>
                  <a:cubicBezTo>
                    <a:pt x="3834" y="31281"/>
                    <a:pt x="2556" y="41496"/>
                    <a:pt x="0" y="52348"/>
                  </a:cubicBezTo>
                  <a:cubicBezTo>
                    <a:pt x="4473" y="53625"/>
                    <a:pt x="8307" y="54264"/>
                    <a:pt x="12780" y="54902"/>
                  </a:cubicBezTo>
                  <a:cubicBezTo>
                    <a:pt x="33228" y="58094"/>
                    <a:pt x="48564" y="55540"/>
                    <a:pt x="53036" y="47880"/>
                  </a:cubicBezTo>
                  <a:cubicBezTo>
                    <a:pt x="57509" y="40219"/>
                    <a:pt x="52398" y="25536"/>
                    <a:pt x="39618" y="9576"/>
                  </a:cubicBezTo>
                  <a:cubicBezTo>
                    <a:pt x="37062" y="6384"/>
                    <a:pt x="33867" y="3192"/>
                    <a:pt x="30672" y="0"/>
                  </a:cubicBezTo>
                  <a:close/>
                </a:path>
              </a:pathLst>
            </a:custGeom>
            <a:solidFill>
              <a:srgbClr val="004F59"/>
            </a:solidFill>
            <a:ln w="6390" cap="flat">
              <a:noFill/>
              <a:prstDash val="solid"/>
              <a:miter/>
            </a:ln>
          </p:spPr>
          <p:txBody>
            <a:bodyPr rtlCol="0" anchor="ctr"/>
            <a:lstStyle/>
            <a:p>
              <a:endParaRPr lang="en-US"/>
            </a:p>
          </p:txBody>
        </p:sp>
        <p:sp>
          <p:nvSpPr>
            <p:cNvPr id="597" name="Graphic 4">
              <a:extLst>
                <a:ext uri="{FF2B5EF4-FFF2-40B4-BE49-F238E27FC236}">
                  <a16:creationId xmlns:a16="http://schemas.microsoft.com/office/drawing/2014/main" id="{A59E2AAD-BD31-D547-AD9E-F36F84CE9470}"/>
                </a:ext>
              </a:extLst>
            </p:cNvPr>
            <p:cNvSpPr/>
            <p:nvPr/>
          </p:nvSpPr>
          <p:spPr>
            <a:xfrm>
              <a:off x="2103567" y="5032655"/>
              <a:ext cx="61343" cy="54902"/>
            </a:xfrm>
            <a:custGeom>
              <a:avLst/>
              <a:gdLst>
                <a:gd name="connsiteX0" fmla="*/ 0 w 61343"/>
                <a:gd name="connsiteY0" fmla="*/ 11491 h 54902"/>
                <a:gd name="connsiteX1" fmla="*/ 30672 w 61343"/>
                <a:gd name="connsiteY1" fmla="*/ 54902 h 54902"/>
                <a:gd name="connsiteX2" fmla="*/ 61343 w 61343"/>
                <a:gd name="connsiteY2" fmla="*/ 11491 h 54902"/>
                <a:gd name="connsiteX3" fmla="*/ 31311 w 61343"/>
                <a:gd name="connsiteY3" fmla="*/ 0 h 54902"/>
                <a:gd name="connsiteX4" fmla="*/ 0 w 61343"/>
                <a:gd name="connsiteY4" fmla="*/ 11491 h 54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43" h="54902">
                  <a:moveTo>
                    <a:pt x="0" y="11491"/>
                  </a:moveTo>
                  <a:cubicBezTo>
                    <a:pt x="7668" y="38304"/>
                    <a:pt x="19170" y="54902"/>
                    <a:pt x="30672" y="54902"/>
                  </a:cubicBezTo>
                  <a:cubicBezTo>
                    <a:pt x="42173" y="54902"/>
                    <a:pt x="53036" y="38942"/>
                    <a:pt x="61343" y="11491"/>
                  </a:cubicBezTo>
                  <a:cubicBezTo>
                    <a:pt x="51119" y="8299"/>
                    <a:pt x="40896" y="4469"/>
                    <a:pt x="31311" y="0"/>
                  </a:cubicBezTo>
                  <a:cubicBezTo>
                    <a:pt x="20448" y="4469"/>
                    <a:pt x="10224" y="8299"/>
                    <a:pt x="0" y="11491"/>
                  </a:cubicBezTo>
                  <a:close/>
                </a:path>
              </a:pathLst>
            </a:custGeom>
            <a:solidFill>
              <a:srgbClr val="004F59"/>
            </a:solidFill>
            <a:ln w="6390" cap="flat">
              <a:noFill/>
              <a:prstDash val="solid"/>
              <a:miter/>
            </a:ln>
          </p:spPr>
          <p:txBody>
            <a:bodyPr rtlCol="0" anchor="ctr"/>
            <a:lstStyle/>
            <a:p>
              <a:endParaRPr lang="en-US"/>
            </a:p>
          </p:txBody>
        </p:sp>
        <p:sp>
          <p:nvSpPr>
            <p:cNvPr id="598" name="Graphic 4">
              <a:extLst>
                <a:ext uri="{FF2B5EF4-FFF2-40B4-BE49-F238E27FC236}">
                  <a16:creationId xmlns:a16="http://schemas.microsoft.com/office/drawing/2014/main" id="{FE4F2641-2AA7-454F-AD64-ADF247FBD8AB}"/>
                </a:ext>
              </a:extLst>
            </p:cNvPr>
            <p:cNvSpPr/>
            <p:nvPr/>
          </p:nvSpPr>
          <p:spPr>
            <a:xfrm>
              <a:off x="1952125" y="4793256"/>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276684 w 362313"/>
                <a:gd name="connsiteY7" fmla="*/ 191519 h 361971"/>
                <a:gd name="connsiteX8" fmla="*/ 291381 w 362313"/>
                <a:gd name="connsiteY8" fmla="*/ 244506 h 361971"/>
                <a:gd name="connsiteX9" fmla="*/ 256237 w 362313"/>
                <a:gd name="connsiteY9" fmla="*/ 259828 h 361971"/>
                <a:gd name="connsiteX10" fmla="*/ 238345 w 362313"/>
                <a:gd name="connsiteY10" fmla="*/ 258551 h 361971"/>
                <a:gd name="connsiteX11" fmla="*/ 224926 w 362313"/>
                <a:gd name="connsiteY11" fmla="*/ 255359 h 361971"/>
                <a:gd name="connsiteX12" fmla="*/ 182113 w 362313"/>
                <a:gd name="connsiteY12" fmla="*/ 307708 h 361971"/>
                <a:gd name="connsiteX13" fmla="*/ 139301 w 362313"/>
                <a:gd name="connsiteY13" fmla="*/ 255359 h 361971"/>
                <a:gd name="connsiteX14" fmla="*/ 107990 w 362313"/>
                <a:gd name="connsiteY14" fmla="*/ 259828 h 361971"/>
                <a:gd name="connsiteX15" fmla="*/ 72206 w 362313"/>
                <a:gd name="connsiteY15" fmla="*/ 244506 h 361971"/>
                <a:gd name="connsiteX16" fmla="*/ 96488 w 362313"/>
                <a:gd name="connsiteY16" fmla="*/ 181305 h 361971"/>
                <a:gd name="connsiteX17" fmla="*/ 72206 w 362313"/>
                <a:gd name="connsiteY17" fmla="*/ 118104 h 361971"/>
                <a:gd name="connsiteX18" fmla="*/ 139301 w 362313"/>
                <a:gd name="connsiteY18" fmla="*/ 107251 h 361971"/>
                <a:gd name="connsiteX19" fmla="*/ 182113 w 362313"/>
                <a:gd name="connsiteY19" fmla="*/ 54902 h 361971"/>
                <a:gd name="connsiteX20" fmla="*/ 224926 w 362313"/>
                <a:gd name="connsiteY20" fmla="*/ 107251 h 361971"/>
                <a:gd name="connsiteX21" fmla="*/ 238345 w 362313"/>
                <a:gd name="connsiteY21" fmla="*/ 104059 h 361971"/>
                <a:gd name="connsiteX22" fmla="*/ 291381 w 362313"/>
                <a:gd name="connsiteY22" fmla="*/ 117465 h 361971"/>
                <a:gd name="connsiteX23" fmla="*/ 276684 w 362313"/>
                <a:gd name="connsiteY23" fmla="*/ 170452 h 361971"/>
                <a:gd name="connsiteX24" fmla="*/ 267099 w 362313"/>
                <a:gd name="connsiteY24" fmla="*/ 180667 h 361971"/>
                <a:gd name="connsiteX25" fmla="*/ 276684 w 362313"/>
                <a:gd name="connsiteY25" fmla="*/ 191519 h 361971"/>
                <a:gd name="connsiteX26" fmla="*/ 276684 w 362313"/>
                <a:gd name="connsiteY26" fmla="*/ 19151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lnTo>
                    <a:pt x="181474" y="0"/>
                  </a:lnTo>
                  <a:close/>
                  <a:moveTo>
                    <a:pt x="276684" y="191519"/>
                  </a:moveTo>
                  <a:cubicBezTo>
                    <a:pt x="293937" y="212587"/>
                    <a:pt x="299049" y="231100"/>
                    <a:pt x="291381" y="244506"/>
                  </a:cubicBezTo>
                  <a:cubicBezTo>
                    <a:pt x="285630" y="254082"/>
                    <a:pt x="273489" y="259828"/>
                    <a:pt x="256237" y="259828"/>
                  </a:cubicBezTo>
                  <a:cubicBezTo>
                    <a:pt x="250486" y="259828"/>
                    <a:pt x="244096" y="259190"/>
                    <a:pt x="238345" y="258551"/>
                  </a:cubicBezTo>
                  <a:cubicBezTo>
                    <a:pt x="233872" y="257913"/>
                    <a:pt x="229399" y="256636"/>
                    <a:pt x="224926" y="255359"/>
                  </a:cubicBezTo>
                  <a:cubicBezTo>
                    <a:pt x="215341" y="287279"/>
                    <a:pt x="200005" y="307708"/>
                    <a:pt x="182113" y="307708"/>
                  </a:cubicBezTo>
                  <a:cubicBezTo>
                    <a:pt x="164221" y="307708"/>
                    <a:pt x="148885" y="287279"/>
                    <a:pt x="139301" y="255359"/>
                  </a:cubicBezTo>
                  <a:cubicBezTo>
                    <a:pt x="129077" y="257913"/>
                    <a:pt x="118853" y="259828"/>
                    <a:pt x="107990" y="259828"/>
                  </a:cubicBezTo>
                  <a:cubicBezTo>
                    <a:pt x="90737" y="259828"/>
                    <a:pt x="78596" y="254721"/>
                    <a:pt x="72206" y="244506"/>
                  </a:cubicBezTo>
                  <a:cubicBezTo>
                    <a:pt x="63260" y="228546"/>
                    <a:pt x="72845" y="205564"/>
                    <a:pt x="96488" y="181305"/>
                  </a:cubicBezTo>
                  <a:cubicBezTo>
                    <a:pt x="73484" y="157046"/>
                    <a:pt x="63260" y="134064"/>
                    <a:pt x="72206" y="118104"/>
                  </a:cubicBezTo>
                  <a:cubicBezTo>
                    <a:pt x="81152" y="102144"/>
                    <a:pt x="106712" y="99590"/>
                    <a:pt x="139301" y="107251"/>
                  </a:cubicBezTo>
                  <a:cubicBezTo>
                    <a:pt x="148885" y="75331"/>
                    <a:pt x="164221" y="54902"/>
                    <a:pt x="182113" y="54902"/>
                  </a:cubicBezTo>
                  <a:cubicBezTo>
                    <a:pt x="200005" y="54902"/>
                    <a:pt x="215341" y="75331"/>
                    <a:pt x="224926" y="107251"/>
                  </a:cubicBezTo>
                  <a:cubicBezTo>
                    <a:pt x="229399" y="105974"/>
                    <a:pt x="233872" y="105336"/>
                    <a:pt x="238345" y="104059"/>
                  </a:cubicBezTo>
                  <a:cubicBezTo>
                    <a:pt x="265182" y="99590"/>
                    <a:pt x="283713" y="104697"/>
                    <a:pt x="291381" y="117465"/>
                  </a:cubicBezTo>
                  <a:cubicBezTo>
                    <a:pt x="299049" y="130233"/>
                    <a:pt x="293937" y="149385"/>
                    <a:pt x="276684" y="170452"/>
                  </a:cubicBezTo>
                  <a:cubicBezTo>
                    <a:pt x="274128" y="173644"/>
                    <a:pt x="270294" y="177475"/>
                    <a:pt x="267099" y="180667"/>
                  </a:cubicBezTo>
                  <a:cubicBezTo>
                    <a:pt x="270294" y="183859"/>
                    <a:pt x="273489" y="187689"/>
                    <a:pt x="276684" y="191519"/>
                  </a:cubicBezTo>
                  <a:lnTo>
                    <a:pt x="276684" y="191519"/>
                  </a:lnTo>
                  <a:close/>
                </a:path>
              </a:pathLst>
            </a:custGeom>
            <a:solidFill>
              <a:srgbClr val="004F59"/>
            </a:solidFill>
            <a:ln w="6390" cap="flat">
              <a:noFill/>
              <a:prstDash val="solid"/>
              <a:miter/>
            </a:ln>
          </p:spPr>
          <p:txBody>
            <a:bodyPr rtlCol="0" anchor="ctr"/>
            <a:lstStyle/>
            <a:p>
              <a:endParaRPr lang="en-US"/>
            </a:p>
          </p:txBody>
        </p:sp>
        <p:sp>
          <p:nvSpPr>
            <p:cNvPr id="599" name="Graphic 4">
              <a:extLst>
                <a:ext uri="{FF2B5EF4-FFF2-40B4-BE49-F238E27FC236}">
                  <a16:creationId xmlns:a16="http://schemas.microsoft.com/office/drawing/2014/main" id="{D40EF6AA-4210-C84B-ACD3-1C4A99C5BBBE}"/>
                </a:ext>
              </a:extLst>
            </p:cNvPr>
            <p:cNvSpPr/>
            <p:nvPr/>
          </p:nvSpPr>
          <p:spPr>
            <a:xfrm>
              <a:off x="2102928" y="4860288"/>
              <a:ext cx="61343" cy="55540"/>
            </a:xfrm>
            <a:custGeom>
              <a:avLst/>
              <a:gdLst>
                <a:gd name="connsiteX0" fmla="*/ 61343 w 61343"/>
                <a:gd name="connsiteY0" fmla="*/ 43411 h 55540"/>
                <a:gd name="connsiteX1" fmla="*/ 30672 w 61343"/>
                <a:gd name="connsiteY1" fmla="*/ 0 h 55540"/>
                <a:gd name="connsiteX2" fmla="*/ 0 w 61343"/>
                <a:gd name="connsiteY2" fmla="*/ 43411 h 55540"/>
                <a:gd name="connsiteX3" fmla="*/ 30672 w 61343"/>
                <a:gd name="connsiteY3" fmla="*/ 55541 h 55540"/>
                <a:gd name="connsiteX4" fmla="*/ 61343 w 61343"/>
                <a:gd name="connsiteY4" fmla="*/ 43411 h 55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43" h="55540">
                  <a:moveTo>
                    <a:pt x="61343" y="43411"/>
                  </a:moveTo>
                  <a:cubicBezTo>
                    <a:pt x="53675" y="16598"/>
                    <a:pt x="42174" y="0"/>
                    <a:pt x="30672" y="0"/>
                  </a:cubicBezTo>
                  <a:cubicBezTo>
                    <a:pt x="19170" y="0"/>
                    <a:pt x="8307" y="15960"/>
                    <a:pt x="0" y="43411"/>
                  </a:cubicBezTo>
                  <a:cubicBezTo>
                    <a:pt x="10224" y="46603"/>
                    <a:pt x="20448" y="50433"/>
                    <a:pt x="30672" y="55541"/>
                  </a:cubicBezTo>
                  <a:cubicBezTo>
                    <a:pt x="40896" y="50433"/>
                    <a:pt x="51119" y="46603"/>
                    <a:pt x="61343" y="43411"/>
                  </a:cubicBezTo>
                  <a:close/>
                </a:path>
              </a:pathLst>
            </a:custGeom>
            <a:solidFill>
              <a:srgbClr val="004F59"/>
            </a:solidFill>
            <a:ln w="6390" cap="flat">
              <a:noFill/>
              <a:prstDash val="solid"/>
              <a:miter/>
            </a:ln>
          </p:spPr>
          <p:txBody>
            <a:bodyPr rtlCol="0" anchor="ctr"/>
            <a:lstStyle/>
            <a:p>
              <a:endParaRPr lang="en-US"/>
            </a:p>
          </p:txBody>
        </p:sp>
        <p:sp>
          <p:nvSpPr>
            <p:cNvPr id="600" name="Graphic 4">
              <a:extLst>
                <a:ext uri="{FF2B5EF4-FFF2-40B4-BE49-F238E27FC236}">
                  <a16:creationId xmlns:a16="http://schemas.microsoft.com/office/drawing/2014/main" id="{94120EFC-9779-F24E-9292-B88E6CC72D41}"/>
                </a:ext>
              </a:extLst>
            </p:cNvPr>
            <p:cNvSpPr/>
            <p:nvPr/>
          </p:nvSpPr>
          <p:spPr>
            <a:xfrm>
              <a:off x="2185358" y="4961155"/>
              <a:ext cx="15335" cy="25535"/>
            </a:xfrm>
            <a:custGeom>
              <a:avLst/>
              <a:gdLst>
                <a:gd name="connsiteX0" fmla="*/ 15336 w 15335"/>
                <a:gd name="connsiteY0" fmla="*/ 12768 h 25535"/>
                <a:gd name="connsiteX1" fmla="*/ 0 w 15335"/>
                <a:gd name="connsiteY1" fmla="*/ 0 h 25535"/>
                <a:gd name="connsiteX2" fmla="*/ 0 w 15335"/>
                <a:gd name="connsiteY2" fmla="*/ 12768 h 25535"/>
                <a:gd name="connsiteX3" fmla="*/ 0 w 15335"/>
                <a:gd name="connsiteY3" fmla="*/ 25536 h 25535"/>
                <a:gd name="connsiteX4" fmla="*/ 15336 w 15335"/>
                <a:gd name="connsiteY4" fmla="*/ 12768 h 25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5" h="25535">
                  <a:moveTo>
                    <a:pt x="15336" y="12768"/>
                  </a:moveTo>
                  <a:cubicBezTo>
                    <a:pt x="10863" y="8299"/>
                    <a:pt x="5751" y="4469"/>
                    <a:pt x="0" y="0"/>
                  </a:cubicBezTo>
                  <a:cubicBezTo>
                    <a:pt x="0" y="3830"/>
                    <a:pt x="0" y="8299"/>
                    <a:pt x="0" y="12768"/>
                  </a:cubicBezTo>
                  <a:cubicBezTo>
                    <a:pt x="0" y="17237"/>
                    <a:pt x="0" y="21067"/>
                    <a:pt x="0" y="25536"/>
                  </a:cubicBezTo>
                  <a:cubicBezTo>
                    <a:pt x="5751" y="21067"/>
                    <a:pt x="10863" y="17237"/>
                    <a:pt x="15336" y="12768"/>
                  </a:cubicBezTo>
                  <a:close/>
                </a:path>
              </a:pathLst>
            </a:custGeom>
            <a:solidFill>
              <a:srgbClr val="004F59"/>
            </a:solidFill>
            <a:ln w="6390" cap="flat">
              <a:noFill/>
              <a:prstDash val="solid"/>
              <a:miter/>
            </a:ln>
          </p:spPr>
          <p:txBody>
            <a:bodyPr rtlCol="0" anchor="ctr"/>
            <a:lstStyle/>
            <a:p>
              <a:endParaRPr lang="en-US"/>
            </a:p>
          </p:txBody>
        </p:sp>
        <p:sp>
          <p:nvSpPr>
            <p:cNvPr id="601" name="Graphic 4">
              <a:extLst>
                <a:ext uri="{FF2B5EF4-FFF2-40B4-BE49-F238E27FC236}">
                  <a16:creationId xmlns:a16="http://schemas.microsoft.com/office/drawing/2014/main" id="{918698D1-E16D-DA4E-8E77-0B1B8FFD7659}"/>
                </a:ext>
              </a:extLst>
            </p:cNvPr>
            <p:cNvSpPr/>
            <p:nvPr/>
          </p:nvSpPr>
          <p:spPr>
            <a:xfrm>
              <a:off x="2033407" y="4908806"/>
              <a:ext cx="54823" cy="56817"/>
            </a:xfrm>
            <a:custGeom>
              <a:avLst/>
              <a:gdLst>
                <a:gd name="connsiteX0" fmla="*/ 49712 w 54823"/>
                <a:gd name="connsiteY0" fmla="*/ 35751 h 56817"/>
                <a:gd name="connsiteX1" fmla="*/ 54823 w 54823"/>
                <a:gd name="connsiteY1" fmla="*/ 3831 h 56817"/>
                <a:gd name="connsiteX2" fmla="*/ 26069 w 54823"/>
                <a:gd name="connsiteY2" fmla="*/ 0 h 56817"/>
                <a:gd name="connsiteX3" fmla="*/ 1787 w 54823"/>
                <a:gd name="connsiteY3" fmla="*/ 8938 h 56817"/>
                <a:gd name="connsiteX4" fmla="*/ 24152 w 54823"/>
                <a:gd name="connsiteY4" fmla="*/ 56818 h 56817"/>
                <a:gd name="connsiteX5" fmla="*/ 49712 w 54823"/>
                <a:gd name="connsiteY5" fmla="*/ 35751 h 56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823" h="56817">
                  <a:moveTo>
                    <a:pt x="49712" y="35751"/>
                  </a:moveTo>
                  <a:cubicBezTo>
                    <a:pt x="50351" y="24898"/>
                    <a:pt x="52267" y="14045"/>
                    <a:pt x="54823" y="3831"/>
                  </a:cubicBezTo>
                  <a:cubicBezTo>
                    <a:pt x="45238" y="1277"/>
                    <a:pt x="35654" y="0"/>
                    <a:pt x="26069" y="0"/>
                  </a:cubicBezTo>
                  <a:cubicBezTo>
                    <a:pt x="13928" y="0"/>
                    <a:pt x="5621" y="3192"/>
                    <a:pt x="1787" y="8938"/>
                  </a:cubicBezTo>
                  <a:cubicBezTo>
                    <a:pt x="-3964" y="18514"/>
                    <a:pt x="4343" y="36389"/>
                    <a:pt x="24152" y="56818"/>
                  </a:cubicBezTo>
                  <a:cubicBezTo>
                    <a:pt x="32459" y="49157"/>
                    <a:pt x="40766" y="42135"/>
                    <a:pt x="49712" y="35751"/>
                  </a:cubicBezTo>
                  <a:close/>
                </a:path>
              </a:pathLst>
            </a:custGeom>
            <a:solidFill>
              <a:srgbClr val="004F59"/>
            </a:solidFill>
            <a:ln w="6390" cap="flat">
              <a:noFill/>
              <a:prstDash val="solid"/>
              <a:miter/>
            </a:ln>
          </p:spPr>
          <p:txBody>
            <a:bodyPr rtlCol="0" anchor="ctr"/>
            <a:lstStyle/>
            <a:p>
              <a:endParaRPr lang="en-US"/>
            </a:p>
          </p:txBody>
        </p:sp>
      </p:grpSp>
      <p:grpSp>
        <p:nvGrpSpPr>
          <p:cNvPr id="602" name="Graphic 4">
            <a:extLst>
              <a:ext uri="{FF2B5EF4-FFF2-40B4-BE49-F238E27FC236}">
                <a16:creationId xmlns:a16="http://schemas.microsoft.com/office/drawing/2014/main" id="{7C7E1647-B9E9-1045-9295-8F5DBFF48628}"/>
              </a:ext>
            </a:extLst>
          </p:cNvPr>
          <p:cNvGrpSpPr>
            <a:grpSpLocks noChangeAspect="1"/>
          </p:cNvGrpSpPr>
          <p:nvPr/>
        </p:nvGrpSpPr>
        <p:grpSpPr>
          <a:xfrm>
            <a:off x="3607758" y="4308712"/>
            <a:ext cx="362948" cy="361971"/>
            <a:chOff x="3607758" y="4308712"/>
            <a:chExt cx="362948" cy="361971"/>
          </a:xfrm>
          <a:solidFill>
            <a:srgbClr val="007680"/>
          </a:solidFill>
        </p:grpSpPr>
        <p:sp>
          <p:nvSpPr>
            <p:cNvPr id="603" name="Graphic 4">
              <a:extLst>
                <a:ext uri="{FF2B5EF4-FFF2-40B4-BE49-F238E27FC236}">
                  <a16:creationId xmlns:a16="http://schemas.microsoft.com/office/drawing/2014/main" id="{0EE47AB3-286B-B04E-9CA9-7FF1509553CA}"/>
                </a:ext>
              </a:extLst>
            </p:cNvPr>
            <p:cNvSpPr/>
            <p:nvPr/>
          </p:nvSpPr>
          <p:spPr>
            <a:xfrm>
              <a:off x="3607758" y="4308712"/>
              <a:ext cx="362948" cy="361971"/>
            </a:xfrm>
            <a:custGeom>
              <a:avLst/>
              <a:gdLst>
                <a:gd name="connsiteX0" fmla="*/ 181474 w 362948"/>
                <a:gd name="connsiteY0" fmla="*/ 0 h 361971"/>
                <a:gd name="connsiteX1" fmla="*/ 0 w 362948"/>
                <a:gd name="connsiteY1" fmla="*/ 180667 h 361971"/>
                <a:gd name="connsiteX2" fmla="*/ 181474 w 362948"/>
                <a:gd name="connsiteY2" fmla="*/ 361972 h 361971"/>
                <a:gd name="connsiteX3" fmla="*/ 362949 w 362948"/>
                <a:gd name="connsiteY3" fmla="*/ 181305 h 361971"/>
                <a:gd name="connsiteX4" fmla="*/ 362949 w 362948"/>
                <a:gd name="connsiteY4" fmla="*/ 181305 h 361971"/>
                <a:gd name="connsiteX5" fmla="*/ 181474 w 362948"/>
                <a:gd name="connsiteY5" fmla="*/ 0 h 361971"/>
                <a:gd name="connsiteX6" fmla="*/ 181474 w 362948"/>
                <a:gd name="connsiteY6" fmla="*/ 0 h 361971"/>
                <a:gd name="connsiteX7" fmla="*/ 181474 w 362948"/>
                <a:gd name="connsiteY7" fmla="*/ 349204 h 361971"/>
                <a:gd name="connsiteX8" fmla="*/ 12780 w 362948"/>
                <a:gd name="connsiteY8" fmla="*/ 181305 h 361971"/>
                <a:gd name="connsiteX9" fmla="*/ 180836 w 362948"/>
                <a:gd name="connsiteY9" fmla="*/ 12768 h 361971"/>
                <a:gd name="connsiteX10" fmla="*/ 349530 w 362948"/>
                <a:gd name="connsiteY10" fmla="*/ 180667 h 361971"/>
                <a:gd name="connsiteX11" fmla="*/ 349530 w 362948"/>
                <a:gd name="connsiteY11" fmla="*/ 180667 h 361971"/>
                <a:gd name="connsiteX12" fmla="*/ 181474 w 362948"/>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948" h="361971">
                  <a:moveTo>
                    <a:pt x="181474" y="0"/>
                  </a:moveTo>
                  <a:cubicBezTo>
                    <a:pt x="81152" y="0"/>
                    <a:pt x="0" y="81077"/>
                    <a:pt x="0" y="180667"/>
                  </a:cubicBezTo>
                  <a:cubicBezTo>
                    <a:pt x="0" y="280257"/>
                    <a:pt x="81152" y="361972"/>
                    <a:pt x="181474" y="361972"/>
                  </a:cubicBezTo>
                  <a:cubicBezTo>
                    <a:pt x="281796" y="361972"/>
                    <a:pt x="362949" y="280895"/>
                    <a:pt x="362949" y="181305"/>
                  </a:cubicBezTo>
                  <a:cubicBezTo>
                    <a:pt x="362949" y="181305"/>
                    <a:pt x="362949" y="181305"/>
                    <a:pt x="362949" y="181305"/>
                  </a:cubicBezTo>
                  <a:cubicBezTo>
                    <a:pt x="362310"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6" y="12768"/>
                  </a:cubicBezTo>
                  <a:cubicBezTo>
                    <a:pt x="274128" y="12768"/>
                    <a:pt x="349530" y="88099"/>
                    <a:pt x="349530" y="180667"/>
                  </a:cubicBezTo>
                  <a:lnTo>
                    <a:pt x="349530" y="180667"/>
                  </a:lnTo>
                  <a:cubicBezTo>
                    <a:pt x="349530" y="273873"/>
                    <a:pt x="274128"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604" name="Graphic 4">
              <a:extLst>
                <a:ext uri="{FF2B5EF4-FFF2-40B4-BE49-F238E27FC236}">
                  <a16:creationId xmlns:a16="http://schemas.microsoft.com/office/drawing/2014/main" id="{C18D339D-FC93-604B-BF3D-05EF5B738CEA}"/>
                </a:ext>
              </a:extLst>
            </p:cNvPr>
            <p:cNvSpPr/>
            <p:nvPr/>
          </p:nvSpPr>
          <p:spPr>
            <a:xfrm>
              <a:off x="3693383" y="4392913"/>
              <a:ext cx="190420" cy="195416"/>
            </a:xfrm>
            <a:custGeom>
              <a:avLst/>
              <a:gdLst>
                <a:gd name="connsiteX0" fmla="*/ 184669 w 190420"/>
                <a:gd name="connsiteY0" fmla="*/ 182011 h 195416"/>
                <a:gd name="connsiteX1" fmla="*/ 183391 w 190420"/>
                <a:gd name="connsiteY1" fmla="*/ 182011 h 195416"/>
                <a:gd name="connsiteX2" fmla="*/ 183391 w 190420"/>
                <a:gd name="connsiteY2" fmla="*/ 87528 h 195416"/>
                <a:gd name="connsiteX3" fmla="*/ 182113 w 190420"/>
                <a:gd name="connsiteY3" fmla="*/ 38371 h 195416"/>
                <a:gd name="connsiteX4" fmla="*/ 167416 w 190420"/>
                <a:gd name="connsiteY4" fmla="*/ 9005 h 195416"/>
                <a:gd name="connsiteX5" fmla="*/ 131633 w 190420"/>
                <a:gd name="connsiteY5" fmla="*/ 6451 h 195416"/>
                <a:gd name="connsiteX6" fmla="*/ 123326 w 190420"/>
                <a:gd name="connsiteY6" fmla="*/ 31349 h 195416"/>
                <a:gd name="connsiteX7" fmla="*/ 132911 w 190420"/>
                <a:gd name="connsiteY7" fmla="*/ 51777 h 195416"/>
                <a:gd name="connsiteX8" fmla="*/ 19170 w 190420"/>
                <a:gd name="connsiteY8" fmla="*/ 115617 h 195416"/>
                <a:gd name="connsiteX9" fmla="*/ 15975 w 190420"/>
                <a:gd name="connsiteY9" fmla="*/ 121363 h 195416"/>
                <a:gd name="connsiteX10" fmla="*/ 15975 w 190420"/>
                <a:gd name="connsiteY10" fmla="*/ 144984 h 195416"/>
                <a:gd name="connsiteX11" fmla="*/ 6390 w 190420"/>
                <a:gd name="connsiteY11" fmla="*/ 144984 h 195416"/>
                <a:gd name="connsiteX12" fmla="*/ 0 w 190420"/>
                <a:gd name="connsiteY12" fmla="*/ 151368 h 195416"/>
                <a:gd name="connsiteX13" fmla="*/ 0 w 190420"/>
                <a:gd name="connsiteY13" fmla="*/ 189033 h 195416"/>
                <a:gd name="connsiteX14" fmla="*/ 6390 w 190420"/>
                <a:gd name="connsiteY14" fmla="*/ 195417 h 195416"/>
                <a:gd name="connsiteX15" fmla="*/ 184030 w 190420"/>
                <a:gd name="connsiteY15" fmla="*/ 195417 h 195416"/>
                <a:gd name="connsiteX16" fmla="*/ 190420 w 190420"/>
                <a:gd name="connsiteY16" fmla="*/ 189033 h 195416"/>
                <a:gd name="connsiteX17" fmla="*/ 184669 w 190420"/>
                <a:gd name="connsiteY17" fmla="*/ 182011 h 195416"/>
                <a:gd name="connsiteX18" fmla="*/ 184669 w 190420"/>
                <a:gd name="connsiteY18" fmla="*/ 182011 h 195416"/>
                <a:gd name="connsiteX19" fmla="*/ 122687 w 190420"/>
                <a:gd name="connsiteY19" fmla="*/ 182011 h 195416"/>
                <a:gd name="connsiteX20" fmla="*/ 102239 w 190420"/>
                <a:gd name="connsiteY20" fmla="*/ 83697 h 195416"/>
                <a:gd name="connsiteX21" fmla="*/ 139301 w 190420"/>
                <a:gd name="connsiteY21" fmla="*/ 63269 h 195416"/>
                <a:gd name="connsiteX22" fmla="*/ 171250 w 190420"/>
                <a:gd name="connsiteY22" fmla="*/ 91997 h 195416"/>
                <a:gd name="connsiteX23" fmla="*/ 171250 w 190420"/>
                <a:gd name="connsiteY23" fmla="*/ 182011 h 195416"/>
                <a:gd name="connsiteX24" fmla="*/ 122687 w 190420"/>
                <a:gd name="connsiteY24" fmla="*/ 182011 h 195416"/>
                <a:gd name="connsiteX25" fmla="*/ 109907 w 190420"/>
                <a:gd name="connsiteY25" fmla="*/ 182011 h 195416"/>
                <a:gd name="connsiteX26" fmla="*/ 81152 w 190420"/>
                <a:gd name="connsiteY26" fmla="*/ 182011 h 195416"/>
                <a:gd name="connsiteX27" fmla="*/ 95210 w 190420"/>
                <a:gd name="connsiteY27" fmla="*/ 114979 h 195416"/>
                <a:gd name="connsiteX28" fmla="*/ 109907 w 190420"/>
                <a:gd name="connsiteY28" fmla="*/ 182011 h 195416"/>
                <a:gd name="connsiteX29" fmla="*/ 141857 w 190420"/>
                <a:gd name="connsiteY29" fmla="*/ 13473 h 195416"/>
                <a:gd name="connsiteX30" fmla="*/ 148247 w 190420"/>
                <a:gd name="connsiteY30" fmla="*/ 11558 h 195416"/>
                <a:gd name="connsiteX31" fmla="*/ 157832 w 190420"/>
                <a:gd name="connsiteY31" fmla="*/ 17304 h 195416"/>
                <a:gd name="connsiteX32" fmla="*/ 170611 w 190420"/>
                <a:gd name="connsiteY32" fmla="*/ 42840 h 195416"/>
                <a:gd name="connsiteX33" fmla="*/ 175084 w 190420"/>
                <a:gd name="connsiteY33" fmla="*/ 78590 h 195416"/>
                <a:gd name="connsiteX34" fmla="*/ 148885 w 190420"/>
                <a:gd name="connsiteY34" fmla="*/ 53693 h 195416"/>
                <a:gd name="connsiteX35" fmla="*/ 135467 w 190420"/>
                <a:gd name="connsiteY35" fmla="*/ 28157 h 195416"/>
                <a:gd name="connsiteX36" fmla="*/ 141857 w 190420"/>
                <a:gd name="connsiteY36" fmla="*/ 13473 h 195416"/>
                <a:gd name="connsiteX37" fmla="*/ 141857 w 190420"/>
                <a:gd name="connsiteY37" fmla="*/ 13473 h 195416"/>
                <a:gd name="connsiteX38" fmla="*/ 27477 w 190420"/>
                <a:gd name="connsiteY38" fmla="*/ 125193 h 195416"/>
                <a:gd name="connsiteX39" fmla="*/ 86903 w 190420"/>
                <a:gd name="connsiteY39" fmla="*/ 91358 h 195416"/>
                <a:gd name="connsiteX40" fmla="*/ 67733 w 190420"/>
                <a:gd name="connsiteY40" fmla="*/ 181372 h 195416"/>
                <a:gd name="connsiteX41" fmla="*/ 42173 w 190420"/>
                <a:gd name="connsiteY41" fmla="*/ 181372 h 195416"/>
                <a:gd name="connsiteX42" fmla="*/ 42173 w 190420"/>
                <a:gd name="connsiteY42" fmla="*/ 150729 h 195416"/>
                <a:gd name="connsiteX43" fmla="*/ 35783 w 190420"/>
                <a:gd name="connsiteY43" fmla="*/ 144345 h 195416"/>
                <a:gd name="connsiteX44" fmla="*/ 27477 w 190420"/>
                <a:gd name="connsiteY44" fmla="*/ 144345 h 195416"/>
                <a:gd name="connsiteX45" fmla="*/ 27477 w 190420"/>
                <a:gd name="connsiteY45" fmla="*/ 125193 h 195416"/>
                <a:gd name="connsiteX46" fmla="*/ 12780 w 190420"/>
                <a:gd name="connsiteY46" fmla="*/ 157752 h 195416"/>
                <a:gd name="connsiteX47" fmla="*/ 29394 w 190420"/>
                <a:gd name="connsiteY47" fmla="*/ 157752 h 195416"/>
                <a:gd name="connsiteX48" fmla="*/ 29394 w 190420"/>
                <a:gd name="connsiteY48" fmla="*/ 182011 h 195416"/>
                <a:gd name="connsiteX49" fmla="*/ 12780 w 190420"/>
                <a:gd name="connsiteY49" fmla="*/ 182011 h 195416"/>
                <a:gd name="connsiteX50" fmla="*/ 12780 w 190420"/>
                <a:gd name="connsiteY50" fmla="*/ 157752 h 19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90420" h="195416">
                  <a:moveTo>
                    <a:pt x="184669" y="182011"/>
                  </a:moveTo>
                  <a:lnTo>
                    <a:pt x="183391" y="182011"/>
                  </a:lnTo>
                  <a:lnTo>
                    <a:pt x="183391" y="87528"/>
                  </a:lnTo>
                  <a:cubicBezTo>
                    <a:pt x="194893" y="77952"/>
                    <a:pt x="189142" y="58161"/>
                    <a:pt x="182113" y="38371"/>
                  </a:cubicBezTo>
                  <a:cubicBezTo>
                    <a:pt x="178279" y="28157"/>
                    <a:pt x="173167" y="17942"/>
                    <a:pt x="167416" y="9005"/>
                  </a:cubicBezTo>
                  <a:cubicBezTo>
                    <a:pt x="158470" y="-1848"/>
                    <a:pt x="141857" y="-3125"/>
                    <a:pt x="131633" y="6451"/>
                  </a:cubicBezTo>
                  <a:cubicBezTo>
                    <a:pt x="124604" y="12835"/>
                    <a:pt x="121409" y="22411"/>
                    <a:pt x="123326" y="31349"/>
                  </a:cubicBezTo>
                  <a:cubicBezTo>
                    <a:pt x="125882" y="38371"/>
                    <a:pt x="129077" y="45393"/>
                    <a:pt x="132911" y="51777"/>
                  </a:cubicBezTo>
                  <a:lnTo>
                    <a:pt x="19170" y="115617"/>
                  </a:lnTo>
                  <a:cubicBezTo>
                    <a:pt x="17253" y="116894"/>
                    <a:pt x="15975" y="118809"/>
                    <a:pt x="15975" y="121363"/>
                  </a:cubicBezTo>
                  <a:lnTo>
                    <a:pt x="15975" y="144984"/>
                  </a:lnTo>
                  <a:lnTo>
                    <a:pt x="6390" y="144984"/>
                  </a:lnTo>
                  <a:cubicBezTo>
                    <a:pt x="2556" y="144984"/>
                    <a:pt x="0" y="147537"/>
                    <a:pt x="0" y="151368"/>
                  </a:cubicBezTo>
                  <a:lnTo>
                    <a:pt x="0" y="189033"/>
                  </a:lnTo>
                  <a:cubicBezTo>
                    <a:pt x="0" y="192864"/>
                    <a:pt x="2556" y="195417"/>
                    <a:pt x="6390" y="195417"/>
                  </a:cubicBezTo>
                  <a:lnTo>
                    <a:pt x="184030" y="195417"/>
                  </a:lnTo>
                  <a:cubicBezTo>
                    <a:pt x="187864" y="195417"/>
                    <a:pt x="190420" y="192864"/>
                    <a:pt x="190420" y="189033"/>
                  </a:cubicBezTo>
                  <a:cubicBezTo>
                    <a:pt x="190420" y="185203"/>
                    <a:pt x="187864" y="182011"/>
                    <a:pt x="184669" y="182011"/>
                  </a:cubicBezTo>
                  <a:lnTo>
                    <a:pt x="184669" y="182011"/>
                  </a:lnTo>
                  <a:close/>
                  <a:moveTo>
                    <a:pt x="122687" y="182011"/>
                  </a:moveTo>
                  <a:lnTo>
                    <a:pt x="102239" y="83697"/>
                  </a:lnTo>
                  <a:lnTo>
                    <a:pt x="139301" y="63269"/>
                  </a:lnTo>
                  <a:cubicBezTo>
                    <a:pt x="150802" y="81782"/>
                    <a:pt x="161027" y="91358"/>
                    <a:pt x="171250" y="91997"/>
                  </a:cubicBezTo>
                  <a:lnTo>
                    <a:pt x="171250" y="182011"/>
                  </a:lnTo>
                  <a:lnTo>
                    <a:pt x="122687" y="182011"/>
                  </a:lnTo>
                  <a:close/>
                  <a:moveTo>
                    <a:pt x="109907" y="182011"/>
                  </a:moveTo>
                  <a:lnTo>
                    <a:pt x="81152" y="182011"/>
                  </a:lnTo>
                  <a:lnTo>
                    <a:pt x="95210" y="114979"/>
                  </a:lnTo>
                  <a:lnTo>
                    <a:pt x="109907" y="182011"/>
                  </a:lnTo>
                  <a:close/>
                  <a:moveTo>
                    <a:pt x="141857" y="13473"/>
                  </a:moveTo>
                  <a:cubicBezTo>
                    <a:pt x="143774" y="12197"/>
                    <a:pt x="145690" y="11558"/>
                    <a:pt x="148247" y="11558"/>
                  </a:cubicBezTo>
                  <a:cubicBezTo>
                    <a:pt x="152080" y="12197"/>
                    <a:pt x="155275" y="14112"/>
                    <a:pt x="157832" y="17304"/>
                  </a:cubicBezTo>
                  <a:cubicBezTo>
                    <a:pt x="162943" y="25603"/>
                    <a:pt x="167416" y="33902"/>
                    <a:pt x="170611" y="42840"/>
                  </a:cubicBezTo>
                  <a:cubicBezTo>
                    <a:pt x="180835" y="71568"/>
                    <a:pt x="178279" y="76675"/>
                    <a:pt x="175084" y="78590"/>
                  </a:cubicBezTo>
                  <a:cubicBezTo>
                    <a:pt x="171889" y="80505"/>
                    <a:pt x="161027" y="74121"/>
                    <a:pt x="148885" y="53693"/>
                  </a:cubicBezTo>
                  <a:cubicBezTo>
                    <a:pt x="143774" y="46032"/>
                    <a:pt x="139301" y="37094"/>
                    <a:pt x="135467" y="28157"/>
                  </a:cubicBezTo>
                  <a:cubicBezTo>
                    <a:pt x="132911" y="18581"/>
                    <a:pt x="136745" y="16027"/>
                    <a:pt x="141857" y="13473"/>
                  </a:cubicBezTo>
                  <a:lnTo>
                    <a:pt x="141857" y="13473"/>
                  </a:lnTo>
                  <a:close/>
                  <a:moveTo>
                    <a:pt x="27477" y="125193"/>
                  </a:moveTo>
                  <a:lnTo>
                    <a:pt x="86903" y="91358"/>
                  </a:lnTo>
                  <a:lnTo>
                    <a:pt x="67733" y="181372"/>
                  </a:lnTo>
                  <a:lnTo>
                    <a:pt x="42173" y="181372"/>
                  </a:lnTo>
                  <a:lnTo>
                    <a:pt x="42173" y="150729"/>
                  </a:lnTo>
                  <a:cubicBezTo>
                    <a:pt x="42173" y="146899"/>
                    <a:pt x="39618" y="144345"/>
                    <a:pt x="35783" y="144345"/>
                  </a:cubicBezTo>
                  <a:lnTo>
                    <a:pt x="27477" y="144345"/>
                  </a:lnTo>
                  <a:lnTo>
                    <a:pt x="27477" y="125193"/>
                  </a:lnTo>
                  <a:close/>
                  <a:moveTo>
                    <a:pt x="12780" y="157752"/>
                  </a:moveTo>
                  <a:lnTo>
                    <a:pt x="29394" y="157752"/>
                  </a:lnTo>
                  <a:lnTo>
                    <a:pt x="29394" y="182011"/>
                  </a:lnTo>
                  <a:lnTo>
                    <a:pt x="12780" y="182011"/>
                  </a:lnTo>
                  <a:lnTo>
                    <a:pt x="12780" y="157752"/>
                  </a:lnTo>
                  <a:close/>
                </a:path>
              </a:pathLst>
            </a:custGeom>
            <a:solidFill>
              <a:srgbClr val="007680"/>
            </a:solidFill>
            <a:ln w="6390" cap="flat">
              <a:noFill/>
              <a:prstDash val="solid"/>
              <a:miter/>
            </a:ln>
          </p:spPr>
          <p:txBody>
            <a:bodyPr rtlCol="0" anchor="ctr"/>
            <a:lstStyle/>
            <a:p>
              <a:endParaRPr lang="en-US"/>
            </a:p>
          </p:txBody>
        </p:sp>
      </p:grpSp>
      <p:grpSp>
        <p:nvGrpSpPr>
          <p:cNvPr id="605" name="Graphic 4">
            <a:extLst>
              <a:ext uri="{FF2B5EF4-FFF2-40B4-BE49-F238E27FC236}">
                <a16:creationId xmlns:a16="http://schemas.microsoft.com/office/drawing/2014/main" id="{40B05A37-1494-6C41-9300-A90BF4E8C7DB}"/>
              </a:ext>
            </a:extLst>
          </p:cNvPr>
          <p:cNvGrpSpPr>
            <a:grpSpLocks noChangeAspect="1"/>
          </p:cNvGrpSpPr>
          <p:nvPr/>
        </p:nvGrpSpPr>
        <p:grpSpPr>
          <a:xfrm>
            <a:off x="3607758" y="3824168"/>
            <a:ext cx="362309" cy="361971"/>
            <a:chOff x="3607758" y="3824168"/>
            <a:chExt cx="362309" cy="361971"/>
          </a:xfrm>
          <a:solidFill>
            <a:srgbClr val="007680"/>
          </a:solidFill>
        </p:grpSpPr>
        <p:sp>
          <p:nvSpPr>
            <p:cNvPr id="606" name="Graphic 4">
              <a:extLst>
                <a:ext uri="{FF2B5EF4-FFF2-40B4-BE49-F238E27FC236}">
                  <a16:creationId xmlns:a16="http://schemas.microsoft.com/office/drawing/2014/main" id="{1BED0311-A80F-DA41-8A81-E1AB6AE00E50}"/>
                </a:ext>
              </a:extLst>
            </p:cNvPr>
            <p:cNvSpPr/>
            <p:nvPr/>
          </p:nvSpPr>
          <p:spPr>
            <a:xfrm>
              <a:off x="3607758" y="3824168"/>
              <a:ext cx="362309" cy="361971"/>
            </a:xfrm>
            <a:custGeom>
              <a:avLst/>
              <a:gdLst>
                <a:gd name="connsiteX0" fmla="*/ 181474 w 362309"/>
                <a:gd name="connsiteY0" fmla="*/ 0 h 361971"/>
                <a:gd name="connsiteX1" fmla="*/ 0 w 362309"/>
                <a:gd name="connsiteY1" fmla="*/ 180667 h 361971"/>
                <a:gd name="connsiteX2" fmla="*/ 180836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257"/>
                    <a:pt x="81152" y="361971"/>
                    <a:pt x="180836" y="361971"/>
                  </a:cubicBezTo>
                  <a:cubicBezTo>
                    <a:pt x="280518" y="361971"/>
                    <a:pt x="362310" y="280895"/>
                    <a:pt x="362310" y="181305"/>
                  </a:cubicBezTo>
                  <a:lnTo>
                    <a:pt x="362310" y="181305"/>
                  </a:lnTo>
                  <a:cubicBezTo>
                    <a:pt x="362310" y="81076"/>
                    <a:pt x="281796" y="0"/>
                    <a:pt x="181474" y="0"/>
                  </a:cubicBezTo>
                  <a:close/>
                  <a:moveTo>
                    <a:pt x="181474" y="349204"/>
                  </a:moveTo>
                  <a:cubicBezTo>
                    <a:pt x="88181" y="349204"/>
                    <a:pt x="12780" y="273873"/>
                    <a:pt x="12780" y="181305"/>
                  </a:cubicBezTo>
                  <a:cubicBezTo>
                    <a:pt x="12780" y="88737"/>
                    <a:pt x="88181" y="12768"/>
                    <a:pt x="180836" y="12768"/>
                  </a:cubicBezTo>
                  <a:cubicBezTo>
                    <a:pt x="274128" y="12768"/>
                    <a:pt x="349530" y="88099"/>
                    <a:pt x="349530" y="180667"/>
                  </a:cubicBezTo>
                  <a:lnTo>
                    <a:pt x="349530" y="180667"/>
                  </a:lnTo>
                  <a:cubicBezTo>
                    <a:pt x="349530"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607" name="Graphic 4">
              <a:extLst>
                <a:ext uri="{FF2B5EF4-FFF2-40B4-BE49-F238E27FC236}">
                  <a16:creationId xmlns:a16="http://schemas.microsoft.com/office/drawing/2014/main" id="{3200F44D-45E3-1A47-9028-7F552FDE2983}"/>
                </a:ext>
              </a:extLst>
            </p:cNvPr>
            <p:cNvSpPr/>
            <p:nvPr/>
          </p:nvSpPr>
          <p:spPr>
            <a:xfrm>
              <a:off x="3710344" y="3888207"/>
              <a:ext cx="157744" cy="234731"/>
            </a:xfrm>
            <a:custGeom>
              <a:avLst/>
              <a:gdLst>
                <a:gd name="connsiteX0" fmla="*/ 119784 w 157744"/>
                <a:gd name="connsiteY0" fmla="*/ 78324 h 234731"/>
                <a:gd name="connsiteX1" fmla="*/ 113394 w 157744"/>
                <a:gd name="connsiteY1" fmla="*/ 78962 h 234731"/>
                <a:gd name="connsiteX2" fmla="*/ 110838 w 157744"/>
                <a:gd name="connsiteY2" fmla="*/ 84708 h 234731"/>
                <a:gd name="connsiteX3" fmla="*/ 109560 w 157744"/>
                <a:gd name="connsiteY3" fmla="*/ 103221 h 234731"/>
                <a:gd name="connsiteX4" fmla="*/ 109560 w 157744"/>
                <a:gd name="connsiteY4" fmla="*/ 103860 h 234731"/>
                <a:gd name="connsiteX5" fmla="*/ 105726 w 157744"/>
                <a:gd name="connsiteY5" fmla="*/ 73216 h 234731"/>
                <a:gd name="connsiteX6" fmla="*/ 68664 w 157744"/>
                <a:gd name="connsiteY6" fmla="*/ 1077 h 234731"/>
                <a:gd name="connsiteX7" fmla="*/ 59718 w 157744"/>
                <a:gd name="connsiteY7" fmla="*/ 2993 h 234731"/>
                <a:gd name="connsiteX8" fmla="*/ 58440 w 157744"/>
                <a:gd name="connsiteY8" fmla="*/ 7461 h 234731"/>
                <a:gd name="connsiteX9" fmla="*/ 46938 w 157744"/>
                <a:gd name="connsiteY9" fmla="*/ 64917 h 234731"/>
                <a:gd name="connsiteX10" fmla="*/ 26490 w 157744"/>
                <a:gd name="connsiteY10" fmla="*/ 98752 h 234731"/>
                <a:gd name="connsiteX11" fmla="*/ 292 w 157744"/>
                <a:gd name="connsiteY11" fmla="*/ 170891 h 234731"/>
                <a:gd name="connsiteX12" fmla="*/ 45660 w 157744"/>
                <a:gd name="connsiteY12" fmla="*/ 234093 h 234731"/>
                <a:gd name="connsiteX13" fmla="*/ 46938 w 157744"/>
                <a:gd name="connsiteY13" fmla="*/ 234093 h 234731"/>
                <a:gd name="connsiteX14" fmla="*/ 53328 w 157744"/>
                <a:gd name="connsiteY14" fmla="*/ 227709 h 234731"/>
                <a:gd name="connsiteX15" fmla="*/ 52050 w 157744"/>
                <a:gd name="connsiteY15" fmla="*/ 223878 h 234731"/>
                <a:gd name="connsiteX16" fmla="*/ 56523 w 157744"/>
                <a:gd name="connsiteY16" fmla="*/ 156846 h 234731"/>
                <a:gd name="connsiteX17" fmla="*/ 72498 w 157744"/>
                <a:gd name="connsiteY17" fmla="*/ 126203 h 234731"/>
                <a:gd name="connsiteX18" fmla="*/ 98058 w 157744"/>
                <a:gd name="connsiteY18" fmla="*/ 165784 h 234731"/>
                <a:gd name="connsiteX19" fmla="*/ 103170 w 157744"/>
                <a:gd name="connsiteY19" fmla="*/ 225155 h 234731"/>
                <a:gd name="connsiteX20" fmla="*/ 103809 w 157744"/>
                <a:gd name="connsiteY20" fmla="*/ 231539 h 234731"/>
                <a:gd name="connsiteX21" fmla="*/ 109560 w 157744"/>
                <a:gd name="connsiteY21" fmla="*/ 234731 h 234731"/>
                <a:gd name="connsiteX22" fmla="*/ 139592 w 157744"/>
                <a:gd name="connsiteY22" fmla="*/ 214941 h 234731"/>
                <a:gd name="connsiteX23" fmla="*/ 155567 w 157744"/>
                <a:gd name="connsiteY23" fmla="*/ 143440 h 234731"/>
                <a:gd name="connsiteX24" fmla="*/ 119784 w 157744"/>
                <a:gd name="connsiteY24" fmla="*/ 78324 h 234731"/>
                <a:gd name="connsiteX25" fmla="*/ 129369 w 157744"/>
                <a:gd name="connsiteY25" fmla="*/ 206641 h 234731"/>
                <a:gd name="connsiteX26" fmla="*/ 119784 w 157744"/>
                <a:gd name="connsiteY26" fmla="*/ 216217 h 234731"/>
                <a:gd name="connsiteX27" fmla="*/ 108281 w 157744"/>
                <a:gd name="connsiteY27" fmla="*/ 158123 h 234731"/>
                <a:gd name="connsiteX28" fmla="*/ 80805 w 157744"/>
                <a:gd name="connsiteY28" fmla="*/ 108967 h 234731"/>
                <a:gd name="connsiteX29" fmla="*/ 75693 w 157744"/>
                <a:gd name="connsiteY29" fmla="*/ 102583 h 234731"/>
                <a:gd name="connsiteX30" fmla="*/ 74415 w 157744"/>
                <a:gd name="connsiteY30" fmla="*/ 102583 h 234731"/>
                <a:gd name="connsiteX31" fmla="*/ 68664 w 157744"/>
                <a:gd name="connsiteY31" fmla="*/ 106413 h 234731"/>
                <a:gd name="connsiteX32" fmla="*/ 46299 w 157744"/>
                <a:gd name="connsiteY32" fmla="*/ 151739 h 234731"/>
                <a:gd name="connsiteX33" fmla="*/ 33520 w 157744"/>
                <a:gd name="connsiteY33" fmla="*/ 213664 h 234731"/>
                <a:gd name="connsiteX34" fmla="*/ 13072 w 157744"/>
                <a:gd name="connsiteY34" fmla="*/ 170253 h 234731"/>
                <a:gd name="connsiteX35" fmla="*/ 36714 w 157744"/>
                <a:gd name="connsiteY35" fmla="*/ 107052 h 234731"/>
                <a:gd name="connsiteX36" fmla="*/ 59079 w 157744"/>
                <a:gd name="connsiteY36" fmla="*/ 70024 h 234731"/>
                <a:gd name="connsiteX37" fmla="*/ 71220 w 157744"/>
                <a:gd name="connsiteY37" fmla="*/ 20868 h 234731"/>
                <a:gd name="connsiteX38" fmla="*/ 92946 w 157744"/>
                <a:gd name="connsiteY38" fmla="*/ 73855 h 234731"/>
                <a:gd name="connsiteX39" fmla="*/ 108281 w 157744"/>
                <a:gd name="connsiteY39" fmla="*/ 118543 h 234731"/>
                <a:gd name="connsiteX40" fmla="*/ 122339 w 157744"/>
                <a:gd name="connsiteY40" fmla="*/ 107690 h 234731"/>
                <a:gd name="connsiteX41" fmla="*/ 123617 w 157744"/>
                <a:gd name="connsiteY41" fmla="*/ 99391 h 234731"/>
                <a:gd name="connsiteX42" fmla="*/ 143426 w 157744"/>
                <a:gd name="connsiteY42" fmla="*/ 147271 h 234731"/>
                <a:gd name="connsiteX43" fmla="*/ 129369 w 157744"/>
                <a:gd name="connsiteY43" fmla="*/ 206641 h 234731"/>
                <a:gd name="connsiteX44" fmla="*/ 129369 w 157744"/>
                <a:gd name="connsiteY44" fmla="*/ 206641 h 234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7744" h="234731">
                  <a:moveTo>
                    <a:pt x="119784" y="78324"/>
                  </a:moveTo>
                  <a:cubicBezTo>
                    <a:pt x="117866" y="77047"/>
                    <a:pt x="115311" y="77685"/>
                    <a:pt x="113394" y="78962"/>
                  </a:cubicBezTo>
                  <a:cubicBezTo>
                    <a:pt x="111476" y="80239"/>
                    <a:pt x="110199" y="82792"/>
                    <a:pt x="110838" y="84708"/>
                  </a:cubicBezTo>
                  <a:cubicBezTo>
                    <a:pt x="111476" y="91092"/>
                    <a:pt x="110838" y="97476"/>
                    <a:pt x="109560" y="103221"/>
                  </a:cubicBezTo>
                  <a:lnTo>
                    <a:pt x="109560" y="103860"/>
                  </a:lnTo>
                  <a:cubicBezTo>
                    <a:pt x="107643" y="101306"/>
                    <a:pt x="104448" y="92368"/>
                    <a:pt x="105726" y="73216"/>
                  </a:cubicBezTo>
                  <a:cubicBezTo>
                    <a:pt x="107643" y="27252"/>
                    <a:pt x="69942" y="1716"/>
                    <a:pt x="68664" y="1077"/>
                  </a:cubicBezTo>
                  <a:cubicBezTo>
                    <a:pt x="65469" y="-838"/>
                    <a:pt x="61635" y="-199"/>
                    <a:pt x="59718" y="2993"/>
                  </a:cubicBezTo>
                  <a:cubicBezTo>
                    <a:pt x="59079" y="4269"/>
                    <a:pt x="58440" y="6185"/>
                    <a:pt x="58440" y="7461"/>
                  </a:cubicBezTo>
                  <a:cubicBezTo>
                    <a:pt x="58440" y="7461"/>
                    <a:pt x="60996" y="29805"/>
                    <a:pt x="46938" y="64917"/>
                  </a:cubicBezTo>
                  <a:cubicBezTo>
                    <a:pt x="41826" y="77047"/>
                    <a:pt x="34797" y="88538"/>
                    <a:pt x="26490" y="98752"/>
                  </a:cubicBezTo>
                  <a:cubicBezTo>
                    <a:pt x="12432" y="117904"/>
                    <a:pt x="-2264" y="137695"/>
                    <a:pt x="292" y="170891"/>
                  </a:cubicBezTo>
                  <a:cubicBezTo>
                    <a:pt x="4126" y="223240"/>
                    <a:pt x="45660" y="234093"/>
                    <a:pt x="45660" y="234093"/>
                  </a:cubicBezTo>
                  <a:lnTo>
                    <a:pt x="46938" y="234093"/>
                  </a:lnTo>
                  <a:cubicBezTo>
                    <a:pt x="50772" y="234093"/>
                    <a:pt x="53328" y="231539"/>
                    <a:pt x="53328" y="227709"/>
                  </a:cubicBezTo>
                  <a:cubicBezTo>
                    <a:pt x="53328" y="226432"/>
                    <a:pt x="52689" y="225155"/>
                    <a:pt x="52050" y="223878"/>
                  </a:cubicBezTo>
                  <a:cubicBezTo>
                    <a:pt x="39909" y="206003"/>
                    <a:pt x="41187" y="183659"/>
                    <a:pt x="56523" y="156846"/>
                  </a:cubicBezTo>
                  <a:cubicBezTo>
                    <a:pt x="59718" y="151739"/>
                    <a:pt x="66747" y="137056"/>
                    <a:pt x="72498" y="126203"/>
                  </a:cubicBezTo>
                  <a:cubicBezTo>
                    <a:pt x="79527" y="140248"/>
                    <a:pt x="87834" y="153655"/>
                    <a:pt x="98058" y="165784"/>
                  </a:cubicBezTo>
                  <a:cubicBezTo>
                    <a:pt x="118506" y="191320"/>
                    <a:pt x="103809" y="224517"/>
                    <a:pt x="103170" y="225155"/>
                  </a:cubicBezTo>
                  <a:cubicBezTo>
                    <a:pt x="101892" y="227070"/>
                    <a:pt x="102531" y="229624"/>
                    <a:pt x="103809" y="231539"/>
                  </a:cubicBezTo>
                  <a:cubicBezTo>
                    <a:pt x="105086" y="233454"/>
                    <a:pt x="107004" y="234731"/>
                    <a:pt x="109560" y="234731"/>
                  </a:cubicBezTo>
                  <a:cubicBezTo>
                    <a:pt x="118506" y="234731"/>
                    <a:pt x="130007" y="227070"/>
                    <a:pt x="139592" y="214941"/>
                  </a:cubicBezTo>
                  <a:cubicBezTo>
                    <a:pt x="155567" y="194512"/>
                    <a:pt x="161318" y="168338"/>
                    <a:pt x="155567" y="143440"/>
                  </a:cubicBezTo>
                  <a:cubicBezTo>
                    <a:pt x="144704" y="90453"/>
                    <a:pt x="120423" y="78324"/>
                    <a:pt x="119784" y="78324"/>
                  </a:cubicBezTo>
                  <a:close/>
                  <a:moveTo>
                    <a:pt x="129369" y="206641"/>
                  </a:moveTo>
                  <a:cubicBezTo>
                    <a:pt x="126812" y="210472"/>
                    <a:pt x="122979" y="213664"/>
                    <a:pt x="119784" y="216217"/>
                  </a:cubicBezTo>
                  <a:cubicBezTo>
                    <a:pt x="124896" y="195789"/>
                    <a:pt x="121061" y="174722"/>
                    <a:pt x="108281" y="158123"/>
                  </a:cubicBezTo>
                  <a:cubicBezTo>
                    <a:pt x="84639" y="128119"/>
                    <a:pt x="80805" y="111520"/>
                    <a:pt x="80805" y="108967"/>
                  </a:cubicBezTo>
                  <a:cubicBezTo>
                    <a:pt x="80805" y="105775"/>
                    <a:pt x="78888" y="103221"/>
                    <a:pt x="75693" y="102583"/>
                  </a:cubicBezTo>
                  <a:cubicBezTo>
                    <a:pt x="75054" y="102583"/>
                    <a:pt x="74415" y="102583"/>
                    <a:pt x="74415" y="102583"/>
                  </a:cubicBezTo>
                  <a:cubicBezTo>
                    <a:pt x="71859" y="102583"/>
                    <a:pt x="69942" y="103860"/>
                    <a:pt x="68664" y="106413"/>
                  </a:cubicBezTo>
                  <a:cubicBezTo>
                    <a:pt x="68664" y="107052"/>
                    <a:pt x="50772" y="142802"/>
                    <a:pt x="46299" y="151739"/>
                  </a:cubicBezTo>
                  <a:cubicBezTo>
                    <a:pt x="32880" y="174722"/>
                    <a:pt x="29046" y="195789"/>
                    <a:pt x="33520" y="213664"/>
                  </a:cubicBezTo>
                  <a:cubicBezTo>
                    <a:pt x="20740" y="202811"/>
                    <a:pt x="13072" y="186851"/>
                    <a:pt x="13072" y="170253"/>
                  </a:cubicBezTo>
                  <a:cubicBezTo>
                    <a:pt x="11155" y="141525"/>
                    <a:pt x="22657" y="125565"/>
                    <a:pt x="36714" y="107052"/>
                  </a:cubicBezTo>
                  <a:cubicBezTo>
                    <a:pt x="45660" y="95560"/>
                    <a:pt x="53328" y="83431"/>
                    <a:pt x="59079" y="70024"/>
                  </a:cubicBezTo>
                  <a:cubicBezTo>
                    <a:pt x="65469" y="54065"/>
                    <a:pt x="69303" y="38105"/>
                    <a:pt x="71220" y="20868"/>
                  </a:cubicBezTo>
                  <a:cubicBezTo>
                    <a:pt x="85278" y="34913"/>
                    <a:pt x="93585" y="54065"/>
                    <a:pt x="92946" y="73855"/>
                  </a:cubicBezTo>
                  <a:cubicBezTo>
                    <a:pt x="91668" y="110243"/>
                    <a:pt x="101892" y="117266"/>
                    <a:pt x="108281" y="118543"/>
                  </a:cubicBezTo>
                  <a:cubicBezTo>
                    <a:pt x="115311" y="119181"/>
                    <a:pt x="121061" y="114712"/>
                    <a:pt x="122339" y="107690"/>
                  </a:cubicBezTo>
                  <a:cubicBezTo>
                    <a:pt x="122979" y="105136"/>
                    <a:pt x="123617" y="101944"/>
                    <a:pt x="123617" y="99391"/>
                  </a:cubicBezTo>
                  <a:cubicBezTo>
                    <a:pt x="133841" y="113435"/>
                    <a:pt x="140870" y="130034"/>
                    <a:pt x="143426" y="147271"/>
                  </a:cubicBezTo>
                  <a:cubicBezTo>
                    <a:pt x="147260" y="167061"/>
                    <a:pt x="142787" y="189405"/>
                    <a:pt x="129369" y="206641"/>
                  </a:cubicBezTo>
                  <a:lnTo>
                    <a:pt x="129369" y="206641"/>
                  </a:lnTo>
                  <a:close/>
                </a:path>
              </a:pathLst>
            </a:custGeom>
            <a:solidFill>
              <a:srgbClr val="007680"/>
            </a:solidFill>
            <a:ln w="6390" cap="flat">
              <a:noFill/>
              <a:prstDash val="solid"/>
              <a:miter/>
            </a:ln>
          </p:spPr>
          <p:txBody>
            <a:bodyPr rtlCol="0" anchor="ctr"/>
            <a:lstStyle/>
            <a:p>
              <a:endParaRPr lang="en-US"/>
            </a:p>
          </p:txBody>
        </p:sp>
      </p:grpSp>
      <p:grpSp>
        <p:nvGrpSpPr>
          <p:cNvPr id="608" name="Graphic 4">
            <a:extLst>
              <a:ext uri="{FF2B5EF4-FFF2-40B4-BE49-F238E27FC236}">
                <a16:creationId xmlns:a16="http://schemas.microsoft.com/office/drawing/2014/main" id="{146617A2-54C8-5C45-AEE4-36A168CEB371}"/>
              </a:ext>
            </a:extLst>
          </p:cNvPr>
          <p:cNvGrpSpPr>
            <a:grpSpLocks noChangeAspect="1"/>
          </p:cNvGrpSpPr>
          <p:nvPr/>
        </p:nvGrpSpPr>
        <p:grpSpPr>
          <a:xfrm>
            <a:off x="4045469" y="4308712"/>
            <a:ext cx="362309" cy="361971"/>
            <a:chOff x="4045469" y="4308712"/>
            <a:chExt cx="362309" cy="361971"/>
          </a:xfrm>
          <a:solidFill>
            <a:srgbClr val="007680"/>
          </a:solidFill>
        </p:grpSpPr>
        <p:sp>
          <p:nvSpPr>
            <p:cNvPr id="609" name="Graphic 4">
              <a:extLst>
                <a:ext uri="{FF2B5EF4-FFF2-40B4-BE49-F238E27FC236}">
                  <a16:creationId xmlns:a16="http://schemas.microsoft.com/office/drawing/2014/main" id="{DE355375-2E94-F942-98BC-6601A98B3560}"/>
                </a:ext>
              </a:extLst>
            </p:cNvPr>
            <p:cNvSpPr/>
            <p:nvPr/>
          </p:nvSpPr>
          <p:spPr>
            <a:xfrm>
              <a:off x="4265747" y="4405110"/>
              <a:ext cx="43986" cy="67335"/>
            </a:xfrm>
            <a:custGeom>
              <a:avLst/>
              <a:gdLst>
                <a:gd name="connsiteX0" fmla="*/ 14232 w 43986"/>
                <a:gd name="connsiteY0" fmla="*/ 42134 h 67335"/>
                <a:gd name="connsiteX1" fmla="*/ 40431 w 43986"/>
                <a:gd name="connsiteY1" fmla="*/ 67032 h 67335"/>
                <a:gd name="connsiteX2" fmla="*/ 35958 w 43986"/>
                <a:gd name="connsiteY2" fmla="*/ 31281 h 67335"/>
                <a:gd name="connsiteX3" fmla="*/ 23178 w 43986"/>
                <a:gd name="connsiteY3" fmla="*/ 5745 h 67335"/>
                <a:gd name="connsiteX4" fmla="*/ 13593 w 43986"/>
                <a:gd name="connsiteY4" fmla="*/ 0 h 67335"/>
                <a:gd name="connsiteX5" fmla="*/ 7204 w 43986"/>
                <a:gd name="connsiteY5" fmla="*/ 1915 h 67335"/>
                <a:gd name="connsiteX6" fmla="*/ 814 w 43986"/>
                <a:gd name="connsiteY6" fmla="*/ 16598 h 67335"/>
                <a:gd name="connsiteX7" fmla="*/ 14232 w 43986"/>
                <a:gd name="connsiteY7" fmla="*/ 42134 h 6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986" h="67335">
                  <a:moveTo>
                    <a:pt x="14232" y="42134"/>
                  </a:moveTo>
                  <a:cubicBezTo>
                    <a:pt x="26373" y="61924"/>
                    <a:pt x="35958" y="68947"/>
                    <a:pt x="40431" y="67032"/>
                  </a:cubicBezTo>
                  <a:cubicBezTo>
                    <a:pt x="44904" y="65116"/>
                    <a:pt x="46821" y="59371"/>
                    <a:pt x="35958" y="31281"/>
                  </a:cubicBezTo>
                  <a:cubicBezTo>
                    <a:pt x="32763" y="22344"/>
                    <a:pt x="28290" y="13406"/>
                    <a:pt x="23178" y="5745"/>
                  </a:cubicBezTo>
                  <a:cubicBezTo>
                    <a:pt x="21261" y="2553"/>
                    <a:pt x="17427" y="638"/>
                    <a:pt x="13593" y="0"/>
                  </a:cubicBezTo>
                  <a:cubicBezTo>
                    <a:pt x="11037" y="0"/>
                    <a:pt x="9120" y="638"/>
                    <a:pt x="7204" y="1915"/>
                  </a:cubicBezTo>
                  <a:cubicBezTo>
                    <a:pt x="2092" y="4468"/>
                    <a:pt x="-1743" y="7022"/>
                    <a:pt x="814" y="16598"/>
                  </a:cubicBezTo>
                  <a:cubicBezTo>
                    <a:pt x="4009" y="25536"/>
                    <a:pt x="8482" y="34473"/>
                    <a:pt x="14232" y="42134"/>
                  </a:cubicBezTo>
                  <a:close/>
                </a:path>
              </a:pathLst>
            </a:custGeom>
            <a:solidFill>
              <a:srgbClr val="007680"/>
            </a:solidFill>
            <a:ln w="6390" cap="flat">
              <a:noFill/>
              <a:prstDash val="solid"/>
              <a:miter/>
            </a:ln>
          </p:spPr>
          <p:txBody>
            <a:bodyPr rtlCol="0" anchor="ctr"/>
            <a:lstStyle/>
            <a:p>
              <a:endParaRPr lang="en-US"/>
            </a:p>
          </p:txBody>
        </p:sp>
        <p:sp>
          <p:nvSpPr>
            <p:cNvPr id="610" name="Graphic 4">
              <a:extLst>
                <a:ext uri="{FF2B5EF4-FFF2-40B4-BE49-F238E27FC236}">
                  <a16:creationId xmlns:a16="http://schemas.microsoft.com/office/drawing/2014/main" id="{4438D349-F6BB-A944-8415-766947E49D75}"/>
                </a:ext>
              </a:extLst>
            </p:cNvPr>
            <p:cNvSpPr/>
            <p:nvPr/>
          </p:nvSpPr>
          <p:spPr>
            <a:xfrm>
              <a:off x="4212885" y="4507892"/>
              <a:ext cx="28754" cy="67031"/>
            </a:xfrm>
            <a:custGeom>
              <a:avLst/>
              <a:gdLst>
                <a:gd name="connsiteX0" fmla="*/ 28755 w 28754"/>
                <a:gd name="connsiteY0" fmla="*/ 67032 h 67031"/>
                <a:gd name="connsiteX1" fmla="*/ 14058 w 28754"/>
                <a:gd name="connsiteY1" fmla="*/ 0 h 67031"/>
                <a:gd name="connsiteX2" fmla="*/ 0 w 28754"/>
                <a:gd name="connsiteY2" fmla="*/ 67032 h 67031"/>
              </a:gdLst>
              <a:ahLst/>
              <a:cxnLst>
                <a:cxn ang="0">
                  <a:pos x="connsiteX0" y="connsiteY0"/>
                </a:cxn>
                <a:cxn ang="0">
                  <a:pos x="connsiteX1" y="connsiteY1"/>
                </a:cxn>
                <a:cxn ang="0">
                  <a:pos x="connsiteX2" y="connsiteY2"/>
                </a:cxn>
              </a:cxnLst>
              <a:rect l="l" t="t" r="r" b="b"/>
              <a:pathLst>
                <a:path w="28754" h="67031">
                  <a:moveTo>
                    <a:pt x="28755" y="67032"/>
                  </a:moveTo>
                  <a:lnTo>
                    <a:pt x="14058" y="0"/>
                  </a:lnTo>
                  <a:lnTo>
                    <a:pt x="0" y="67032"/>
                  </a:lnTo>
                  <a:close/>
                </a:path>
              </a:pathLst>
            </a:custGeom>
            <a:solidFill>
              <a:srgbClr val="007680"/>
            </a:solidFill>
            <a:ln w="6390" cap="flat">
              <a:noFill/>
              <a:prstDash val="solid"/>
              <a:miter/>
            </a:ln>
          </p:spPr>
          <p:txBody>
            <a:bodyPr rtlCol="0" anchor="ctr"/>
            <a:lstStyle/>
            <a:p>
              <a:endParaRPr lang="en-US"/>
            </a:p>
          </p:txBody>
        </p:sp>
        <p:sp>
          <p:nvSpPr>
            <p:cNvPr id="611" name="Graphic 4">
              <a:extLst>
                <a:ext uri="{FF2B5EF4-FFF2-40B4-BE49-F238E27FC236}">
                  <a16:creationId xmlns:a16="http://schemas.microsoft.com/office/drawing/2014/main" id="{60AA4914-3FD7-2F49-B31A-993D4951B812}"/>
                </a:ext>
              </a:extLst>
            </p:cNvPr>
            <p:cNvSpPr/>
            <p:nvPr/>
          </p:nvSpPr>
          <p:spPr>
            <a:xfrm>
              <a:off x="4233333" y="4456182"/>
              <a:ext cx="69011" cy="118741"/>
            </a:xfrm>
            <a:custGeom>
              <a:avLst/>
              <a:gdLst>
                <a:gd name="connsiteX0" fmla="*/ 69011 w 69011"/>
                <a:gd name="connsiteY0" fmla="*/ 28728 h 118741"/>
                <a:gd name="connsiteX1" fmla="*/ 37062 w 69011"/>
                <a:gd name="connsiteY1" fmla="*/ 0 h 118741"/>
                <a:gd name="connsiteX2" fmla="*/ 0 w 69011"/>
                <a:gd name="connsiteY2" fmla="*/ 20428 h 118741"/>
                <a:gd name="connsiteX3" fmla="*/ 21087 w 69011"/>
                <a:gd name="connsiteY3" fmla="*/ 118742 h 118741"/>
                <a:gd name="connsiteX4" fmla="*/ 69011 w 69011"/>
                <a:gd name="connsiteY4" fmla="*/ 118742 h 118741"/>
                <a:gd name="connsiteX5" fmla="*/ 69011 w 69011"/>
                <a:gd name="connsiteY5" fmla="*/ 28728 h 11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011" h="118741">
                  <a:moveTo>
                    <a:pt x="69011" y="28728"/>
                  </a:moveTo>
                  <a:cubicBezTo>
                    <a:pt x="59426" y="27451"/>
                    <a:pt x="48563" y="17875"/>
                    <a:pt x="37062" y="0"/>
                  </a:cubicBezTo>
                  <a:lnTo>
                    <a:pt x="0" y="20428"/>
                  </a:lnTo>
                  <a:lnTo>
                    <a:pt x="21087" y="118742"/>
                  </a:lnTo>
                  <a:lnTo>
                    <a:pt x="69011" y="118742"/>
                  </a:lnTo>
                  <a:lnTo>
                    <a:pt x="69011" y="28728"/>
                  </a:lnTo>
                  <a:close/>
                </a:path>
              </a:pathLst>
            </a:custGeom>
            <a:solidFill>
              <a:srgbClr val="007680"/>
            </a:solidFill>
            <a:ln w="6390" cap="flat">
              <a:noFill/>
              <a:prstDash val="solid"/>
              <a:miter/>
            </a:ln>
          </p:spPr>
          <p:txBody>
            <a:bodyPr rtlCol="0" anchor="ctr"/>
            <a:lstStyle/>
            <a:p>
              <a:endParaRPr lang="en-US"/>
            </a:p>
          </p:txBody>
        </p:sp>
        <p:sp>
          <p:nvSpPr>
            <p:cNvPr id="612" name="Graphic 4">
              <a:extLst>
                <a:ext uri="{FF2B5EF4-FFF2-40B4-BE49-F238E27FC236}">
                  <a16:creationId xmlns:a16="http://schemas.microsoft.com/office/drawing/2014/main" id="{E9F63631-3BDA-1D4F-9B8F-7F5675626BD5}"/>
                </a:ext>
              </a:extLst>
            </p:cNvPr>
            <p:cNvSpPr/>
            <p:nvPr/>
          </p:nvSpPr>
          <p:spPr>
            <a:xfrm>
              <a:off x="4159210" y="4484910"/>
              <a:ext cx="59426" cy="90013"/>
            </a:xfrm>
            <a:custGeom>
              <a:avLst/>
              <a:gdLst>
                <a:gd name="connsiteX0" fmla="*/ 14697 w 59426"/>
                <a:gd name="connsiteY0" fmla="*/ 59371 h 90013"/>
                <a:gd name="connsiteX1" fmla="*/ 14697 w 59426"/>
                <a:gd name="connsiteY1" fmla="*/ 90014 h 90013"/>
                <a:gd name="connsiteX2" fmla="*/ 40257 w 59426"/>
                <a:gd name="connsiteY2" fmla="*/ 90014 h 90013"/>
                <a:gd name="connsiteX3" fmla="*/ 59426 w 59426"/>
                <a:gd name="connsiteY3" fmla="*/ 0 h 90013"/>
                <a:gd name="connsiteX4" fmla="*/ 0 w 59426"/>
                <a:gd name="connsiteY4" fmla="*/ 33835 h 90013"/>
                <a:gd name="connsiteX5" fmla="*/ 0 w 59426"/>
                <a:gd name="connsiteY5" fmla="*/ 53625 h 90013"/>
                <a:gd name="connsiteX6" fmla="*/ 8307 w 59426"/>
                <a:gd name="connsiteY6" fmla="*/ 53625 h 90013"/>
                <a:gd name="connsiteX7" fmla="*/ 14697 w 59426"/>
                <a:gd name="connsiteY7" fmla="*/ 59371 h 90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426" h="90013">
                  <a:moveTo>
                    <a:pt x="14697" y="59371"/>
                  </a:moveTo>
                  <a:lnTo>
                    <a:pt x="14697" y="90014"/>
                  </a:lnTo>
                  <a:lnTo>
                    <a:pt x="40257" y="90014"/>
                  </a:lnTo>
                  <a:lnTo>
                    <a:pt x="59426" y="0"/>
                  </a:lnTo>
                  <a:lnTo>
                    <a:pt x="0" y="33835"/>
                  </a:lnTo>
                  <a:lnTo>
                    <a:pt x="0" y="53625"/>
                  </a:lnTo>
                  <a:lnTo>
                    <a:pt x="8307" y="53625"/>
                  </a:lnTo>
                  <a:cubicBezTo>
                    <a:pt x="11502" y="52987"/>
                    <a:pt x="14697" y="55540"/>
                    <a:pt x="14697" y="59371"/>
                  </a:cubicBezTo>
                  <a:close/>
                </a:path>
              </a:pathLst>
            </a:custGeom>
            <a:solidFill>
              <a:srgbClr val="007680"/>
            </a:solidFill>
            <a:ln w="6390" cap="flat">
              <a:noFill/>
              <a:prstDash val="solid"/>
              <a:miter/>
            </a:ln>
          </p:spPr>
          <p:txBody>
            <a:bodyPr rtlCol="0" anchor="ctr"/>
            <a:lstStyle/>
            <a:p>
              <a:endParaRPr lang="en-US"/>
            </a:p>
          </p:txBody>
        </p:sp>
        <p:sp>
          <p:nvSpPr>
            <p:cNvPr id="613" name="Graphic 4">
              <a:extLst>
                <a:ext uri="{FF2B5EF4-FFF2-40B4-BE49-F238E27FC236}">
                  <a16:creationId xmlns:a16="http://schemas.microsoft.com/office/drawing/2014/main" id="{45F7C867-EE7F-8C4E-9A35-41649E2F4A8D}"/>
                </a:ext>
              </a:extLst>
            </p:cNvPr>
            <p:cNvSpPr/>
            <p:nvPr/>
          </p:nvSpPr>
          <p:spPr>
            <a:xfrm>
              <a:off x="4144513" y="4550665"/>
              <a:ext cx="16613" cy="24259"/>
            </a:xfrm>
            <a:custGeom>
              <a:avLst/>
              <a:gdLst>
                <a:gd name="connsiteX0" fmla="*/ 0 w 16613"/>
                <a:gd name="connsiteY0" fmla="*/ 0 h 24259"/>
                <a:gd name="connsiteX1" fmla="*/ 16614 w 16613"/>
                <a:gd name="connsiteY1" fmla="*/ 0 h 24259"/>
                <a:gd name="connsiteX2" fmla="*/ 16614 w 16613"/>
                <a:gd name="connsiteY2" fmla="*/ 24259 h 24259"/>
                <a:gd name="connsiteX3" fmla="*/ 0 w 16613"/>
                <a:gd name="connsiteY3" fmla="*/ 24259 h 24259"/>
              </a:gdLst>
              <a:ahLst/>
              <a:cxnLst>
                <a:cxn ang="0">
                  <a:pos x="connsiteX0" y="connsiteY0"/>
                </a:cxn>
                <a:cxn ang="0">
                  <a:pos x="connsiteX1" y="connsiteY1"/>
                </a:cxn>
                <a:cxn ang="0">
                  <a:pos x="connsiteX2" y="connsiteY2"/>
                </a:cxn>
                <a:cxn ang="0">
                  <a:pos x="connsiteX3" y="connsiteY3"/>
                </a:cxn>
              </a:cxnLst>
              <a:rect l="l" t="t" r="r" b="b"/>
              <a:pathLst>
                <a:path w="16613" h="24259">
                  <a:moveTo>
                    <a:pt x="0" y="0"/>
                  </a:moveTo>
                  <a:lnTo>
                    <a:pt x="16614" y="0"/>
                  </a:lnTo>
                  <a:lnTo>
                    <a:pt x="16614" y="24259"/>
                  </a:lnTo>
                  <a:lnTo>
                    <a:pt x="0" y="24259"/>
                  </a:lnTo>
                  <a:close/>
                </a:path>
              </a:pathLst>
            </a:custGeom>
            <a:solidFill>
              <a:srgbClr val="007680"/>
            </a:solidFill>
            <a:ln w="6390" cap="flat">
              <a:noFill/>
              <a:prstDash val="solid"/>
              <a:miter/>
            </a:ln>
          </p:spPr>
          <p:txBody>
            <a:bodyPr rtlCol="0" anchor="ctr"/>
            <a:lstStyle/>
            <a:p>
              <a:endParaRPr lang="en-US"/>
            </a:p>
          </p:txBody>
        </p:sp>
        <p:sp>
          <p:nvSpPr>
            <p:cNvPr id="614" name="Graphic 4">
              <a:extLst>
                <a:ext uri="{FF2B5EF4-FFF2-40B4-BE49-F238E27FC236}">
                  <a16:creationId xmlns:a16="http://schemas.microsoft.com/office/drawing/2014/main" id="{5C50E7B2-E02D-1241-970E-AED49F01740E}"/>
                </a:ext>
              </a:extLst>
            </p:cNvPr>
            <p:cNvSpPr/>
            <p:nvPr/>
          </p:nvSpPr>
          <p:spPr>
            <a:xfrm>
              <a:off x="4045469" y="4308712"/>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70295 w 362309"/>
                <a:gd name="connsiteY6" fmla="*/ 278980 h 361971"/>
                <a:gd name="connsiteX7" fmla="*/ 92015 w 362309"/>
                <a:gd name="connsiteY7" fmla="*/ 278980 h 361971"/>
                <a:gd name="connsiteX8" fmla="*/ 85625 w 362309"/>
                <a:gd name="connsiteY8" fmla="*/ 272596 h 361971"/>
                <a:gd name="connsiteX9" fmla="*/ 85625 w 362309"/>
                <a:gd name="connsiteY9" fmla="*/ 235569 h 361971"/>
                <a:gd name="connsiteX10" fmla="*/ 92015 w 362309"/>
                <a:gd name="connsiteY10" fmla="*/ 229185 h 361971"/>
                <a:gd name="connsiteX11" fmla="*/ 100322 w 362309"/>
                <a:gd name="connsiteY11" fmla="*/ 229185 h 361971"/>
                <a:gd name="connsiteX12" fmla="*/ 100322 w 362309"/>
                <a:gd name="connsiteY12" fmla="*/ 205564 h 361971"/>
                <a:gd name="connsiteX13" fmla="*/ 103517 w 362309"/>
                <a:gd name="connsiteY13" fmla="*/ 199819 h 361971"/>
                <a:gd name="connsiteX14" fmla="*/ 217258 w 362309"/>
                <a:gd name="connsiteY14" fmla="*/ 135979 h 361971"/>
                <a:gd name="connsiteX15" fmla="*/ 207673 w 362309"/>
                <a:gd name="connsiteY15" fmla="*/ 115550 h 361971"/>
                <a:gd name="connsiteX16" fmla="*/ 226843 w 362309"/>
                <a:gd name="connsiteY16" fmla="*/ 84907 h 361971"/>
                <a:gd name="connsiteX17" fmla="*/ 251764 w 362309"/>
                <a:gd name="connsiteY17" fmla="*/ 93206 h 361971"/>
                <a:gd name="connsiteX18" fmla="*/ 266460 w 362309"/>
                <a:gd name="connsiteY18" fmla="*/ 122573 h 361971"/>
                <a:gd name="connsiteX19" fmla="*/ 267739 w 362309"/>
                <a:gd name="connsiteY19" fmla="*/ 171729 h 361971"/>
                <a:gd name="connsiteX20" fmla="*/ 267739 w 362309"/>
                <a:gd name="connsiteY20" fmla="*/ 266212 h 361971"/>
                <a:gd name="connsiteX21" fmla="*/ 269017 w 362309"/>
                <a:gd name="connsiteY21" fmla="*/ 266212 h 361971"/>
                <a:gd name="connsiteX22" fmla="*/ 275407 w 362309"/>
                <a:gd name="connsiteY22" fmla="*/ 272596 h 361971"/>
                <a:gd name="connsiteX23" fmla="*/ 270295 w 362309"/>
                <a:gd name="connsiteY23" fmla="*/ 278980 h 361971"/>
                <a:gd name="connsiteX24" fmla="*/ 270295 w 362309"/>
                <a:gd name="connsiteY24" fmla="*/ 27898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cubicBezTo>
                    <a:pt x="362310" y="181305"/>
                    <a:pt x="362310" y="181305"/>
                    <a:pt x="362310" y="181305"/>
                  </a:cubicBezTo>
                  <a:cubicBezTo>
                    <a:pt x="362310" y="81077"/>
                    <a:pt x="281796" y="0"/>
                    <a:pt x="181474" y="0"/>
                  </a:cubicBezTo>
                  <a:close/>
                  <a:moveTo>
                    <a:pt x="270295" y="278980"/>
                  </a:moveTo>
                  <a:lnTo>
                    <a:pt x="92015" y="278980"/>
                  </a:lnTo>
                  <a:cubicBezTo>
                    <a:pt x="88181" y="278980"/>
                    <a:pt x="85625" y="276426"/>
                    <a:pt x="85625" y="272596"/>
                  </a:cubicBezTo>
                  <a:lnTo>
                    <a:pt x="85625" y="235569"/>
                  </a:lnTo>
                  <a:cubicBezTo>
                    <a:pt x="85625" y="231738"/>
                    <a:pt x="88181" y="229185"/>
                    <a:pt x="92015" y="229185"/>
                  </a:cubicBezTo>
                  <a:lnTo>
                    <a:pt x="100322" y="229185"/>
                  </a:lnTo>
                  <a:lnTo>
                    <a:pt x="100322" y="205564"/>
                  </a:lnTo>
                  <a:cubicBezTo>
                    <a:pt x="100322" y="203011"/>
                    <a:pt x="101600" y="201095"/>
                    <a:pt x="103517" y="199819"/>
                  </a:cubicBezTo>
                  <a:lnTo>
                    <a:pt x="217258" y="135979"/>
                  </a:lnTo>
                  <a:cubicBezTo>
                    <a:pt x="213424" y="129595"/>
                    <a:pt x="210229" y="122573"/>
                    <a:pt x="207673" y="115550"/>
                  </a:cubicBezTo>
                  <a:cubicBezTo>
                    <a:pt x="204478" y="101505"/>
                    <a:pt x="213424" y="88099"/>
                    <a:pt x="226843" y="84907"/>
                  </a:cubicBezTo>
                  <a:cubicBezTo>
                    <a:pt x="235789" y="82992"/>
                    <a:pt x="245374" y="86184"/>
                    <a:pt x="251764" y="93206"/>
                  </a:cubicBezTo>
                  <a:cubicBezTo>
                    <a:pt x="258154" y="102144"/>
                    <a:pt x="263266" y="112358"/>
                    <a:pt x="266460" y="122573"/>
                  </a:cubicBezTo>
                  <a:cubicBezTo>
                    <a:pt x="273490" y="142363"/>
                    <a:pt x="279880" y="162153"/>
                    <a:pt x="267739" y="171729"/>
                  </a:cubicBezTo>
                  <a:lnTo>
                    <a:pt x="267739" y="266212"/>
                  </a:lnTo>
                  <a:lnTo>
                    <a:pt x="269017" y="266212"/>
                  </a:lnTo>
                  <a:cubicBezTo>
                    <a:pt x="272850" y="266212"/>
                    <a:pt x="275407" y="268766"/>
                    <a:pt x="275407" y="272596"/>
                  </a:cubicBezTo>
                  <a:cubicBezTo>
                    <a:pt x="275407" y="276426"/>
                    <a:pt x="274128" y="278980"/>
                    <a:pt x="270295" y="278980"/>
                  </a:cubicBezTo>
                  <a:lnTo>
                    <a:pt x="270295" y="278980"/>
                  </a:lnTo>
                  <a:close/>
                </a:path>
              </a:pathLst>
            </a:custGeom>
            <a:solidFill>
              <a:srgbClr val="007680"/>
            </a:solidFill>
            <a:ln w="6390" cap="flat">
              <a:noFill/>
              <a:prstDash val="solid"/>
              <a:miter/>
            </a:ln>
          </p:spPr>
          <p:txBody>
            <a:bodyPr rtlCol="0" anchor="ctr"/>
            <a:lstStyle/>
            <a:p>
              <a:endParaRPr lang="en-US"/>
            </a:p>
          </p:txBody>
        </p:sp>
      </p:grpSp>
      <p:grpSp>
        <p:nvGrpSpPr>
          <p:cNvPr id="615" name="Graphic 4">
            <a:extLst>
              <a:ext uri="{FF2B5EF4-FFF2-40B4-BE49-F238E27FC236}">
                <a16:creationId xmlns:a16="http://schemas.microsoft.com/office/drawing/2014/main" id="{375AB3DF-C97D-E84B-BD1B-7DFB9DA00FB0}"/>
              </a:ext>
            </a:extLst>
          </p:cNvPr>
          <p:cNvGrpSpPr>
            <a:grpSpLocks noChangeAspect="1"/>
          </p:cNvGrpSpPr>
          <p:nvPr/>
        </p:nvGrpSpPr>
        <p:grpSpPr>
          <a:xfrm>
            <a:off x="4045469" y="3824168"/>
            <a:ext cx="362309" cy="361971"/>
            <a:chOff x="4045469" y="3824168"/>
            <a:chExt cx="362309" cy="361971"/>
          </a:xfrm>
          <a:solidFill>
            <a:srgbClr val="007680"/>
          </a:solidFill>
        </p:grpSpPr>
        <p:sp>
          <p:nvSpPr>
            <p:cNvPr id="616" name="Graphic 4">
              <a:extLst>
                <a:ext uri="{FF2B5EF4-FFF2-40B4-BE49-F238E27FC236}">
                  <a16:creationId xmlns:a16="http://schemas.microsoft.com/office/drawing/2014/main" id="{0C24CC6B-2E36-9542-B191-CECF27D8FF5B}"/>
                </a:ext>
              </a:extLst>
            </p:cNvPr>
            <p:cNvSpPr/>
            <p:nvPr/>
          </p:nvSpPr>
          <p:spPr>
            <a:xfrm>
              <a:off x="4160917" y="3907798"/>
              <a:ext cx="131873" cy="195349"/>
            </a:xfrm>
            <a:custGeom>
              <a:avLst/>
              <a:gdLst>
                <a:gd name="connsiteX0" fmla="*/ 110755 w 131873"/>
                <a:gd name="connsiteY0" fmla="*/ 78523 h 195349"/>
                <a:gd name="connsiteX1" fmla="*/ 109477 w 131873"/>
                <a:gd name="connsiteY1" fmla="*/ 86822 h 195349"/>
                <a:gd name="connsiteX2" fmla="*/ 95419 w 131873"/>
                <a:gd name="connsiteY2" fmla="*/ 97675 h 195349"/>
                <a:gd name="connsiteX3" fmla="*/ 80084 w 131873"/>
                <a:gd name="connsiteY3" fmla="*/ 52987 h 195349"/>
                <a:gd name="connsiteX4" fmla="*/ 58358 w 131873"/>
                <a:gd name="connsiteY4" fmla="*/ 0 h 195349"/>
                <a:gd name="connsiteX5" fmla="*/ 46217 w 131873"/>
                <a:gd name="connsiteY5" fmla="*/ 49157 h 195349"/>
                <a:gd name="connsiteX6" fmla="*/ 23852 w 131873"/>
                <a:gd name="connsiteY6" fmla="*/ 86184 h 195349"/>
                <a:gd name="connsiteX7" fmla="*/ 210 w 131873"/>
                <a:gd name="connsiteY7" fmla="*/ 149385 h 195349"/>
                <a:gd name="connsiteX8" fmla="*/ 20657 w 131873"/>
                <a:gd name="connsiteY8" fmla="*/ 193435 h 195349"/>
                <a:gd name="connsiteX9" fmla="*/ 32798 w 131873"/>
                <a:gd name="connsiteY9" fmla="*/ 130872 h 195349"/>
                <a:gd name="connsiteX10" fmla="*/ 55802 w 131873"/>
                <a:gd name="connsiteY10" fmla="*/ 85546 h 195349"/>
                <a:gd name="connsiteX11" fmla="*/ 61553 w 131873"/>
                <a:gd name="connsiteY11" fmla="*/ 81715 h 195349"/>
                <a:gd name="connsiteX12" fmla="*/ 62831 w 131873"/>
                <a:gd name="connsiteY12" fmla="*/ 81715 h 195349"/>
                <a:gd name="connsiteX13" fmla="*/ 67943 w 131873"/>
                <a:gd name="connsiteY13" fmla="*/ 88099 h 195349"/>
                <a:gd name="connsiteX14" fmla="*/ 95419 w 131873"/>
                <a:gd name="connsiteY14" fmla="*/ 137256 h 195349"/>
                <a:gd name="connsiteX15" fmla="*/ 106922 w 131873"/>
                <a:gd name="connsiteY15" fmla="*/ 195350 h 195349"/>
                <a:gd name="connsiteX16" fmla="*/ 116506 w 131873"/>
                <a:gd name="connsiteY16" fmla="*/ 185774 h 195349"/>
                <a:gd name="connsiteX17" fmla="*/ 129925 w 131873"/>
                <a:gd name="connsiteY17" fmla="*/ 124488 h 195349"/>
                <a:gd name="connsiteX18" fmla="*/ 110755 w 131873"/>
                <a:gd name="connsiteY18" fmla="*/ 78523 h 195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1873" h="195349">
                  <a:moveTo>
                    <a:pt x="110755" y="78523"/>
                  </a:moveTo>
                  <a:cubicBezTo>
                    <a:pt x="110117" y="81077"/>
                    <a:pt x="110117" y="84269"/>
                    <a:pt x="109477" y="86822"/>
                  </a:cubicBezTo>
                  <a:cubicBezTo>
                    <a:pt x="108199" y="93845"/>
                    <a:pt x="102449" y="98313"/>
                    <a:pt x="95419" y="97675"/>
                  </a:cubicBezTo>
                  <a:cubicBezTo>
                    <a:pt x="89029" y="96398"/>
                    <a:pt x="78167" y="89376"/>
                    <a:pt x="80084" y="52987"/>
                  </a:cubicBezTo>
                  <a:cubicBezTo>
                    <a:pt x="80723" y="33197"/>
                    <a:pt x="72416" y="14045"/>
                    <a:pt x="58358" y="0"/>
                  </a:cubicBezTo>
                  <a:cubicBezTo>
                    <a:pt x="57080" y="16598"/>
                    <a:pt x="52607" y="33197"/>
                    <a:pt x="46217" y="49157"/>
                  </a:cubicBezTo>
                  <a:cubicBezTo>
                    <a:pt x="40466" y="62563"/>
                    <a:pt x="32798" y="74693"/>
                    <a:pt x="23852" y="86184"/>
                  </a:cubicBezTo>
                  <a:cubicBezTo>
                    <a:pt x="9794" y="105336"/>
                    <a:pt x="-1707" y="121296"/>
                    <a:pt x="210" y="149385"/>
                  </a:cubicBezTo>
                  <a:cubicBezTo>
                    <a:pt x="848" y="165984"/>
                    <a:pt x="7878" y="181944"/>
                    <a:pt x="20657" y="193435"/>
                  </a:cubicBezTo>
                  <a:cubicBezTo>
                    <a:pt x="15545" y="174921"/>
                    <a:pt x="20018" y="154492"/>
                    <a:pt x="32798" y="130872"/>
                  </a:cubicBezTo>
                  <a:cubicBezTo>
                    <a:pt x="37910" y="121934"/>
                    <a:pt x="55163" y="86184"/>
                    <a:pt x="55802" y="85546"/>
                  </a:cubicBezTo>
                  <a:cubicBezTo>
                    <a:pt x="57080" y="83630"/>
                    <a:pt x="58997" y="81715"/>
                    <a:pt x="61553" y="81715"/>
                  </a:cubicBezTo>
                  <a:cubicBezTo>
                    <a:pt x="62192" y="81715"/>
                    <a:pt x="62831" y="81715"/>
                    <a:pt x="62831" y="81715"/>
                  </a:cubicBezTo>
                  <a:cubicBezTo>
                    <a:pt x="66026" y="82354"/>
                    <a:pt x="67943" y="84907"/>
                    <a:pt x="67943" y="88099"/>
                  </a:cubicBezTo>
                  <a:cubicBezTo>
                    <a:pt x="67943" y="90653"/>
                    <a:pt x="71777" y="107251"/>
                    <a:pt x="95419" y="137256"/>
                  </a:cubicBezTo>
                  <a:cubicBezTo>
                    <a:pt x="108199" y="153854"/>
                    <a:pt x="112033" y="175560"/>
                    <a:pt x="106922" y="195350"/>
                  </a:cubicBezTo>
                  <a:cubicBezTo>
                    <a:pt x="110755" y="192796"/>
                    <a:pt x="113950" y="188966"/>
                    <a:pt x="116506" y="185774"/>
                  </a:cubicBezTo>
                  <a:cubicBezTo>
                    <a:pt x="129925" y="168537"/>
                    <a:pt x="135037" y="146193"/>
                    <a:pt x="129925" y="124488"/>
                  </a:cubicBezTo>
                  <a:cubicBezTo>
                    <a:pt x="127369" y="108528"/>
                    <a:pt x="120979" y="92568"/>
                    <a:pt x="110755" y="78523"/>
                  </a:cubicBezTo>
                  <a:close/>
                </a:path>
              </a:pathLst>
            </a:custGeom>
            <a:solidFill>
              <a:srgbClr val="007680"/>
            </a:solidFill>
            <a:ln w="6390" cap="flat">
              <a:noFill/>
              <a:prstDash val="solid"/>
              <a:miter/>
            </a:ln>
          </p:spPr>
          <p:txBody>
            <a:bodyPr rtlCol="0" anchor="ctr"/>
            <a:lstStyle/>
            <a:p>
              <a:endParaRPr lang="en-US"/>
            </a:p>
          </p:txBody>
        </p:sp>
        <p:sp>
          <p:nvSpPr>
            <p:cNvPr id="617" name="Graphic 4">
              <a:extLst>
                <a:ext uri="{FF2B5EF4-FFF2-40B4-BE49-F238E27FC236}">
                  <a16:creationId xmlns:a16="http://schemas.microsoft.com/office/drawing/2014/main" id="{B4FCE882-270E-2C44-9399-43099969609F}"/>
                </a:ext>
              </a:extLst>
            </p:cNvPr>
            <p:cNvSpPr/>
            <p:nvPr/>
          </p:nvSpPr>
          <p:spPr>
            <a:xfrm>
              <a:off x="4045469" y="3824168"/>
              <a:ext cx="362309" cy="361971"/>
            </a:xfrm>
            <a:custGeom>
              <a:avLst/>
              <a:gdLst>
                <a:gd name="connsiteX0" fmla="*/ 181474 w 362309"/>
                <a:gd name="connsiteY0" fmla="*/ 0 h 361971"/>
                <a:gd name="connsiteX1" fmla="*/ 0 w 362309"/>
                <a:gd name="connsiteY1" fmla="*/ 180667 h 361971"/>
                <a:gd name="connsiteX2" fmla="*/ 180836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242179 w 362309"/>
                <a:gd name="connsiteY6" fmla="*/ 278341 h 361971"/>
                <a:gd name="connsiteX7" fmla="*/ 212146 w 362309"/>
                <a:gd name="connsiteY7" fmla="*/ 298132 h 361971"/>
                <a:gd name="connsiteX8" fmla="*/ 206395 w 362309"/>
                <a:gd name="connsiteY8" fmla="*/ 294940 h 361971"/>
                <a:gd name="connsiteX9" fmla="*/ 205756 w 362309"/>
                <a:gd name="connsiteY9" fmla="*/ 288556 h 361971"/>
                <a:gd name="connsiteX10" fmla="*/ 200644 w 362309"/>
                <a:gd name="connsiteY10" fmla="*/ 229185 h 361971"/>
                <a:gd name="connsiteX11" fmla="*/ 175084 w 362309"/>
                <a:gd name="connsiteY11" fmla="*/ 189604 h 361971"/>
                <a:gd name="connsiteX12" fmla="*/ 159110 w 362309"/>
                <a:gd name="connsiteY12" fmla="*/ 220247 h 361971"/>
                <a:gd name="connsiteX13" fmla="*/ 154637 w 362309"/>
                <a:gd name="connsiteY13" fmla="*/ 287279 h 361971"/>
                <a:gd name="connsiteX14" fmla="*/ 154637 w 362309"/>
                <a:gd name="connsiteY14" fmla="*/ 294301 h 361971"/>
                <a:gd name="connsiteX15" fmla="*/ 149525 w 362309"/>
                <a:gd name="connsiteY15" fmla="*/ 296855 h 361971"/>
                <a:gd name="connsiteX16" fmla="*/ 148247 w 362309"/>
                <a:gd name="connsiteY16" fmla="*/ 296855 h 361971"/>
                <a:gd name="connsiteX17" fmla="*/ 102878 w 362309"/>
                <a:gd name="connsiteY17" fmla="*/ 233654 h 361971"/>
                <a:gd name="connsiteX18" fmla="*/ 129077 w 362309"/>
                <a:gd name="connsiteY18" fmla="*/ 161515 h 361971"/>
                <a:gd name="connsiteX19" fmla="*/ 149525 w 362309"/>
                <a:gd name="connsiteY19" fmla="*/ 127680 h 361971"/>
                <a:gd name="connsiteX20" fmla="*/ 161027 w 362309"/>
                <a:gd name="connsiteY20" fmla="*/ 70224 h 361971"/>
                <a:gd name="connsiteX21" fmla="*/ 166138 w 362309"/>
                <a:gd name="connsiteY21" fmla="*/ 62563 h 361971"/>
                <a:gd name="connsiteX22" fmla="*/ 170611 w 362309"/>
                <a:gd name="connsiteY22" fmla="*/ 63840 h 361971"/>
                <a:gd name="connsiteX23" fmla="*/ 207673 w 362309"/>
                <a:gd name="connsiteY23" fmla="*/ 135979 h 361971"/>
                <a:gd name="connsiteX24" fmla="*/ 211507 w 362309"/>
                <a:gd name="connsiteY24" fmla="*/ 166622 h 361971"/>
                <a:gd name="connsiteX25" fmla="*/ 211507 w 362309"/>
                <a:gd name="connsiteY25" fmla="*/ 165984 h 361971"/>
                <a:gd name="connsiteX26" fmla="*/ 212785 w 362309"/>
                <a:gd name="connsiteY26" fmla="*/ 147470 h 361971"/>
                <a:gd name="connsiteX27" fmla="*/ 218536 w 362309"/>
                <a:gd name="connsiteY27" fmla="*/ 140448 h 361971"/>
                <a:gd name="connsiteX28" fmla="*/ 221731 w 362309"/>
                <a:gd name="connsiteY28" fmla="*/ 141086 h 361971"/>
                <a:gd name="connsiteX29" fmla="*/ 257515 w 362309"/>
                <a:gd name="connsiteY29" fmla="*/ 206203 h 361971"/>
                <a:gd name="connsiteX30" fmla="*/ 242179 w 362309"/>
                <a:gd name="connsiteY30" fmla="*/ 27834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2309" h="361971">
                  <a:moveTo>
                    <a:pt x="181474" y="0"/>
                  </a:moveTo>
                  <a:cubicBezTo>
                    <a:pt x="81152" y="0"/>
                    <a:pt x="0" y="81076"/>
                    <a:pt x="0" y="180667"/>
                  </a:cubicBezTo>
                  <a:cubicBezTo>
                    <a:pt x="0" y="280257"/>
                    <a:pt x="81152" y="361971"/>
                    <a:pt x="180836" y="361971"/>
                  </a:cubicBezTo>
                  <a:cubicBezTo>
                    <a:pt x="280518" y="361971"/>
                    <a:pt x="362310" y="280895"/>
                    <a:pt x="362310" y="181305"/>
                  </a:cubicBezTo>
                  <a:lnTo>
                    <a:pt x="362310" y="181305"/>
                  </a:lnTo>
                  <a:cubicBezTo>
                    <a:pt x="362310" y="81076"/>
                    <a:pt x="281796" y="0"/>
                    <a:pt x="181474" y="0"/>
                  </a:cubicBezTo>
                  <a:close/>
                  <a:moveTo>
                    <a:pt x="242179" y="278341"/>
                  </a:moveTo>
                  <a:cubicBezTo>
                    <a:pt x="232594" y="289833"/>
                    <a:pt x="221092" y="297493"/>
                    <a:pt x="212146" y="298132"/>
                  </a:cubicBezTo>
                  <a:cubicBezTo>
                    <a:pt x="210229" y="298132"/>
                    <a:pt x="207673" y="296855"/>
                    <a:pt x="206395" y="294940"/>
                  </a:cubicBezTo>
                  <a:cubicBezTo>
                    <a:pt x="205117" y="293025"/>
                    <a:pt x="205117" y="290471"/>
                    <a:pt x="205756" y="288556"/>
                  </a:cubicBezTo>
                  <a:cubicBezTo>
                    <a:pt x="205756" y="288556"/>
                    <a:pt x="220453" y="255359"/>
                    <a:pt x="200644" y="229185"/>
                  </a:cubicBezTo>
                  <a:cubicBezTo>
                    <a:pt x="190420" y="217055"/>
                    <a:pt x="182113" y="203649"/>
                    <a:pt x="175084" y="189604"/>
                  </a:cubicBezTo>
                  <a:cubicBezTo>
                    <a:pt x="169333" y="201095"/>
                    <a:pt x="162305" y="215140"/>
                    <a:pt x="159110" y="220247"/>
                  </a:cubicBezTo>
                  <a:cubicBezTo>
                    <a:pt x="143774" y="247060"/>
                    <a:pt x="142496" y="269404"/>
                    <a:pt x="154637" y="287279"/>
                  </a:cubicBezTo>
                  <a:cubicBezTo>
                    <a:pt x="155915" y="289194"/>
                    <a:pt x="155915" y="292386"/>
                    <a:pt x="154637" y="294301"/>
                  </a:cubicBezTo>
                  <a:cubicBezTo>
                    <a:pt x="153358" y="296217"/>
                    <a:pt x="151442" y="296855"/>
                    <a:pt x="149525" y="296855"/>
                  </a:cubicBezTo>
                  <a:lnTo>
                    <a:pt x="148247" y="296855"/>
                  </a:lnTo>
                  <a:cubicBezTo>
                    <a:pt x="147608" y="296855"/>
                    <a:pt x="106712" y="286002"/>
                    <a:pt x="102878" y="233654"/>
                  </a:cubicBezTo>
                  <a:cubicBezTo>
                    <a:pt x="100322" y="200457"/>
                    <a:pt x="115019" y="180667"/>
                    <a:pt x="129077" y="161515"/>
                  </a:cubicBezTo>
                  <a:cubicBezTo>
                    <a:pt x="137384" y="151300"/>
                    <a:pt x="144413" y="139809"/>
                    <a:pt x="149525" y="127680"/>
                  </a:cubicBezTo>
                  <a:cubicBezTo>
                    <a:pt x="163583" y="92568"/>
                    <a:pt x="161027" y="70224"/>
                    <a:pt x="161027" y="70224"/>
                  </a:cubicBezTo>
                  <a:cubicBezTo>
                    <a:pt x="160388" y="67032"/>
                    <a:pt x="162943" y="63201"/>
                    <a:pt x="166138" y="62563"/>
                  </a:cubicBezTo>
                  <a:cubicBezTo>
                    <a:pt x="168056" y="62563"/>
                    <a:pt x="169333" y="62563"/>
                    <a:pt x="170611" y="63840"/>
                  </a:cubicBezTo>
                  <a:cubicBezTo>
                    <a:pt x="171889" y="65116"/>
                    <a:pt x="209590" y="90652"/>
                    <a:pt x="207673" y="135979"/>
                  </a:cubicBezTo>
                  <a:cubicBezTo>
                    <a:pt x="207034" y="155131"/>
                    <a:pt x="209590" y="163430"/>
                    <a:pt x="211507" y="166622"/>
                  </a:cubicBezTo>
                  <a:cubicBezTo>
                    <a:pt x="211507" y="166622"/>
                    <a:pt x="211507" y="166622"/>
                    <a:pt x="211507" y="165984"/>
                  </a:cubicBezTo>
                  <a:cubicBezTo>
                    <a:pt x="212785" y="160238"/>
                    <a:pt x="213424" y="153854"/>
                    <a:pt x="212785" y="147470"/>
                  </a:cubicBezTo>
                  <a:cubicBezTo>
                    <a:pt x="212146" y="144278"/>
                    <a:pt x="214702" y="141086"/>
                    <a:pt x="218536" y="140448"/>
                  </a:cubicBezTo>
                  <a:cubicBezTo>
                    <a:pt x="219814" y="140448"/>
                    <a:pt x="221092" y="140448"/>
                    <a:pt x="221731" y="141086"/>
                  </a:cubicBezTo>
                  <a:cubicBezTo>
                    <a:pt x="223009" y="141724"/>
                    <a:pt x="246652" y="153854"/>
                    <a:pt x="257515" y="206203"/>
                  </a:cubicBezTo>
                  <a:cubicBezTo>
                    <a:pt x="263266" y="231738"/>
                    <a:pt x="257515" y="257913"/>
                    <a:pt x="242179" y="278341"/>
                  </a:cubicBezTo>
                  <a:close/>
                </a:path>
              </a:pathLst>
            </a:custGeom>
            <a:solidFill>
              <a:srgbClr val="007680"/>
            </a:solidFill>
            <a:ln w="6390" cap="flat">
              <a:noFill/>
              <a:prstDash val="solid"/>
              <a:miter/>
            </a:ln>
          </p:spPr>
          <p:txBody>
            <a:bodyPr rtlCol="0" anchor="ctr"/>
            <a:lstStyle/>
            <a:p>
              <a:endParaRPr lang="en-US"/>
            </a:p>
          </p:txBody>
        </p:sp>
      </p:grpSp>
      <p:grpSp>
        <p:nvGrpSpPr>
          <p:cNvPr id="618" name="Graphic 4">
            <a:extLst>
              <a:ext uri="{FF2B5EF4-FFF2-40B4-BE49-F238E27FC236}">
                <a16:creationId xmlns:a16="http://schemas.microsoft.com/office/drawing/2014/main" id="{92FD0318-D689-C74D-A54C-9DBA00B4C283}"/>
              </a:ext>
            </a:extLst>
          </p:cNvPr>
          <p:cNvGrpSpPr>
            <a:grpSpLocks noChangeAspect="1"/>
          </p:cNvGrpSpPr>
          <p:nvPr/>
        </p:nvGrpSpPr>
        <p:grpSpPr>
          <a:xfrm>
            <a:off x="4655069" y="2855717"/>
            <a:ext cx="362309" cy="361971"/>
            <a:chOff x="4655069" y="2855717"/>
            <a:chExt cx="362309" cy="361971"/>
          </a:xfrm>
          <a:solidFill>
            <a:srgbClr val="007680"/>
          </a:solidFill>
        </p:grpSpPr>
        <p:sp>
          <p:nvSpPr>
            <p:cNvPr id="619" name="Graphic 4">
              <a:extLst>
                <a:ext uri="{FF2B5EF4-FFF2-40B4-BE49-F238E27FC236}">
                  <a16:creationId xmlns:a16="http://schemas.microsoft.com/office/drawing/2014/main" id="{94665F94-72A9-F148-8D40-5AE567341193}"/>
                </a:ext>
              </a:extLst>
            </p:cNvPr>
            <p:cNvSpPr/>
            <p:nvPr/>
          </p:nvSpPr>
          <p:spPr>
            <a:xfrm>
              <a:off x="4655069" y="28557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362310 w 362309"/>
                <a:gd name="connsiteY4" fmla="*/ 180667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30 w 362309"/>
                <a:gd name="connsiteY9" fmla="*/ 181305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6"/>
                    <a:pt x="0" y="181305"/>
                  </a:cubicBezTo>
                  <a:cubicBezTo>
                    <a:pt x="0" y="281533"/>
                    <a:pt x="81152" y="361972"/>
                    <a:pt x="181474" y="361972"/>
                  </a:cubicBezTo>
                  <a:cubicBezTo>
                    <a:pt x="281796" y="361972"/>
                    <a:pt x="362310" y="280895"/>
                    <a:pt x="362310" y="180667"/>
                  </a:cubicBezTo>
                  <a:cubicBezTo>
                    <a:pt x="362310" y="180667"/>
                    <a:pt x="362310" y="180667"/>
                    <a:pt x="362310" y="180667"/>
                  </a:cubicBezTo>
                  <a:cubicBezTo>
                    <a:pt x="362310" y="80438"/>
                    <a:pt x="281157" y="0"/>
                    <a:pt x="180835" y="0"/>
                  </a:cubicBezTo>
                  <a:close/>
                  <a:moveTo>
                    <a:pt x="180835" y="349204"/>
                  </a:moveTo>
                  <a:cubicBezTo>
                    <a:pt x="87542" y="349204"/>
                    <a:pt x="12780" y="273873"/>
                    <a:pt x="12780" y="180667"/>
                  </a:cubicBezTo>
                  <a:cubicBezTo>
                    <a:pt x="12780" y="87460"/>
                    <a:pt x="88181" y="12768"/>
                    <a:pt x="181474" y="12768"/>
                  </a:cubicBezTo>
                  <a:cubicBezTo>
                    <a:pt x="274767" y="12768"/>
                    <a:pt x="349530" y="88099"/>
                    <a:pt x="349530" y="181305"/>
                  </a:cubicBezTo>
                  <a:cubicBezTo>
                    <a:pt x="349530" y="273234"/>
                    <a:pt x="274128" y="348565"/>
                    <a:pt x="180835" y="349204"/>
                  </a:cubicBezTo>
                  <a:close/>
                </a:path>
              </a:pathLst>
            </a:custGeom>
            <a:solidFill>
              <a:srgbClr val="007680"/>
            </a:solidFill>
            <a:ln w="6390" cap="flat">
              <a:noFill/>
              <a:prstDash val="solid"/>
              <a:miter/>
            </a:ln>
          </p:spPr>
          <p:txBody>
            <a:bodyPr rtlCol="0" anchor="ctr"/>
            <a:lstStyle/>
            <a:p>
              <a:endParaRPr lang="en-US"/>
            </a:p>
          </p:txBody>
        </p:sp>
        <p:sp>
          <p:nvSpPr>
            <p:cNvPr id="620" name="Graphic 4">
              <a:extLst>
                <a:ext uri="{FF2B5EF4-FFF2-40B4-BE49-F238E27FC236}">
                  <a16:creationId xmlns:a16="http://schemas.microsoft.com/office/drawing/2014/main" id="{CB7BFC7D-7C05-B948-A316-5EC068A2F908}"/>
                </a:ext>
              </a:extLst>
            </p:cNvPr>
            <p:cNvSpPr/>
            <p:nvPr/>
          </p:nvSpPr>
          <p:spPr>
            <a:xfrm>
              <a:off x="4765615" y="2936794"/>
              <a:ext cx="145772" cy="199180"/>
            </a:xfrm>
            <a:custGeom>
              <a:avLst/>
              <a:gdLst>
                <a:gd name="connsiteX0" fmla="*/ 139301 w 145772"/>
                <a:gd name="connsiteY0" fmla="*/ 0 h 199180"/>
                <a:gd name="connsiteX1" fmla="*/ 57509 w 145772"/>
                <a:gd name="connsiteY1" fmla="*/ 0 h 199180"/>
                <a:gd name="connsiteX2" fmla="*/ 53036 w 145772"/>
                <a:gd name="connsiteY2" fmla="*/ 1915 h 199180"/>
                <a:gd name="connsiteX3" fmla="*/ 1917 w 145772"/>
                <a:gd name="connsiteY3" fmla="*/ 58733 h 199180"/>
                <a:gd name="connsiteX4" fmla="*/ 0 w 145772"/>
                <a:gd name="connsiteY4" fmla="*/ 63201 h 199180"/>
                <a:gd name="connsiteX5" fmla="*/ 0 w 145772"/>
                <a:gd name="connsiteY5" fmla="*/ 192796 h 199180"/>
                <a:gd name="connsiteX6" fmla="*/ 6390 w 145772"/>
                <a:gd name="connsiteY6" fmla="*/ 199180 h 199180"/>
                <a:gd name="connsiteX7" fmla="*/ 139301 w 145772"/>
                <a:gd name="connsiteY7" fmla="*/ 199180 h 199180"/>
                <a:gd name="connsiteX8" fmla="*/ 145690 w 145772"/>
                <a:gd name="connsiteY8" fmla="*/ 192796 h 199180"/>
                <a:gd name="connsiteX9" fmla="*/ 145690 w 145772"/>
                <a:gd name="connsiteY9" fmla="*/ 6384 h 199180"/>
                <a:gd name="connsiteX10" fmla="*/ 139301 w 145772"/>
                <a:gd name="connsiteY10" fmla="*/ 0 h 199180"/>
                <a:gd name="connsiteX11" fmla="*/ 139301 w 145772"/>
                <a:gd name="connsiteY11" fmla="*/ 0 h 199180"/>
                <a:gd name="connsiteX12" fmla="*/ 132911 w 145772"/>
                <a:gd name="connsiteY12" fmla="*/ 186412 h 199180"/>
                <a:gd name="connsiteX13" fmla="*/ 12780 w 145772"/>
                <a:gd name="connsiteY13" fmla="*/ 186412 h 199180"/>
                <a:gd name="connsiteX14" fmla="*/ 12780 w 145772"/>
                <a:gd name="connsiteY14" fmla="*/ 65755 h 199180"/>
                <a:gd name="connsiteX15" fmla="*/ 60704 w 145772"/>
                <a:gd name="connsiteY15" fmla="*/ 13406 h 199180"/>
                <a:gd name="connsiteX16" fmla="*/ 133550 w 145772"/>
                <a:gd name="connsiteY16" fmla="*/ 13406 h 199180"/>
                <a:gd name="connsiteX17" fmla="*/ 133550 w 145772"/>
                <a:gd name="connsiteY17" fmla="*/ 186412 h 199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5772" h="199180">
                  <a:moveTo>
                    <a:pt x="139301" y="0"/>
                  </a:moveTo>
                  <a:lnTo>
                    <a:pt x="57509" y="0"/>
                  </a:lnTo>
                  <a:cubicBezTo>
                    <a:pt x="55593" y="0"/>
                    <a:pt x="53676" y="638"/>
                    <a:pt x="53036" y="1915"/>
                  </a:cubicBezTo>
                  <a:lnTo>
                    <a:pt x="1917" y="58733"/>
                  </a:lnTo>
                  <a:cubicBezTo>
                    <a:pt x="639" y="60009"/>
                    <a:pt x="0" y="61286"/>
                    <a:pt x="0" y="63201"/>
                  </a:cubicBezTo>
                  <a:lnTo>
                    <a:pt x="0" y="192796"/>
                  </a:lnTo>
                  <a:cubicBezTo>
                    <a:pt x="0" y="196627"/>
                    <a:pt x="2556" y="199180"/>
                    <a:pt x="6390" y="199180"/>
                  </a:cubicBezTo>
                  <a:lnTo>
                    <a:pt x="139301" y="199180"/>
                  </a:lnTo>
                  <a:cubicBezTo>
                    <a:pt x="143135" y="199180"/>
                    <a:pt x="145690" y="196627"/>
                    <a:pt x="145690" y="192796"/>
                  </a:cubicBezTo>
                  <a:lnTo>
                    <a:pt x="145690" y="6384"/>
                  </a:lnTo>
                  <a:cubicBezTo>
                    <a:pt x="146330" y="3192"/>
                    <a:pt x="143135" y="0"/>
                    <a:pt x="139301" y="0"/>
                  </a:cubicBezTo>
                  <a:cubicBezTo>
                    <a:pt x="139940" y="0"/>
                    <a:pt x="139301" y="0"/>
                    <a:pt x="139301" y="0"/>
                  </a:cubicBezTo>
                  <a:close/>
                  <a:moveTo>
                    <a:pt x="132911" y="186412"/>
                  </a:moveTo>
                  <a:lnTo>
                    <a:pt x="12780" y="186412"/>
                  </a:lnTo>
                  <a:lnTo>
                    <a:pt x="12780" y="65755"/>
                  </a:lnTo>
                  <a:lnTo>
                    <a:pt x="60704" y="13406"/>
                  </a:lnTo>
                  <a:lnTo>
                    <a:pt x="133550" y="13406"/>
                  </a:lnTo>
                  <a:lnTo>
                    <a:pt x="133550" y="186412"/>
                  </a:lnTo>
                  <a:close/>
                </a:path>
              </a:pathLst>
            </a:custGeom>
            <a:solidFill>
              <a:srgbClr val="007680"/>
            </a:solidFill>
            <a:ln w="6390" cap="flat">
              <a:noFill/>
              <a:prstDash val="solid"/>
              <a:miter/>
            </a:ln>
          </p:spPr>
          <p:txBody>
            <a:bodyPr rtlCol="0" anchor="ctr"/>
            <a:lstStyle/>
            <a:p>
              <a:endParaRPr lang="en-US"/>
            </a:p>
          </p:txBody>
        </p:sp>
        <p:sp>
          <p:nvSpPr>
            <p:cNvPr id="621" name="Graphic 4">
              <a:extLst>
                <a:ext uri="{FF2B5EF4-FFF2-40B4-BE49-F238E27FC236}">
                  <a16:creationId xmlns:a16="http://schemas.microsoft.com/office/drawing/2014/main" id="{14526548-7368-9C44-87AB-F0FF8AAE5970}"/>
                </a:ext>
              </a:extLst>
            </p:cNvPr>
            <p:cNvSpPr/>
            <p:nvPr/>
          </p:nvSpPr>
          <p:spPr>
            <a:xfrm>
              <a:off x="4761142" y="2939348"/>
              <a:ext cx="35783" cy="37027"/>
            </a:xfrm>
            <a:custGeom>
              <a:avLst/>
              <a:gdLst>
                <a:gd name="connsiteX0" fmla="*/ 10863 w 35783"/>
                <a:gd name="connsiteY0" fmla="*/ 35112 h 37027"/>
                <a:gd name="connsiteX1" fmla="*/ 33867 w 35783"/>
                <a:gd name="connsiteY1" fmla="*/ 10853 h 37027"/>
                <a:gd name="connsiteX2" fmla="*/ 33867 w 35783"/>
                <a:gd name="connsiteY2" fmla="*/ 1915 h 37027"/>
                <a:gd name="connsiteX3" fmla="*/ 24921 w 35783"/>
                <a:gd name="connsiteY3" fmla="*/ 1915 h 37027"/>
                <a:gd name="connsiteX4" fmla="*/ 1917 w 35783"/>
                <a:gd name="connsiteY4" fmla="*/ 26174 h 37027"/>
                <a:gd name="connsiteX5" fmla="*/ 1917 w 35783"/>
                <a:gd name="connsiteY5" fmla="*/ 35112 h 37027"/>
                <a:gd name="connsiteX6" fmla="*/ 6390 w 35783"/>
                <a:gd name="connsiteY6" fmla="*/ 37027 h 37027"/>
                <a:gd name="connsiteX7" fmla="*/ 10863 w 35783"/>
                <a:gd name="connsiteY7" fmla="*/ 35112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83" h="37027">
                  <a:moveTo>
                    <a:pt x="10863" y="35112"/>
                  </a:moveTo>
                  <a:lnTo>
                    <a:pt x="33867" y="10853"/>
                  </a:lnTo>
                  <a:cubicBezTo>
                    <a:pt x="36423" y="8299"/>
                    <a:pt x="36423" y="4469"/>
                    <a:pt x="33867" y="1915"/>
                  </a:cubicBezTo>
                  <a:cubicBezTo>
                    <a:pt x="31311" y="-638"/>
                    <a:pt x="27477" y="-638"/>
                    <a:pt x="24921" y="1915"/>
                  </a:cubicBezTo>
                  <a:lnTo>
                    <a:pt x="1917" y="26174"/>
                  </a:lnTo>
                  <a:cubicBezTo>
                    <a:pt x="-639" y="28728"/>
                    <a:pt x="-639" y="32558"/>
                    <a:pt x="1917" y="35112"/>
                  </a:cubicBezTo>
                  <a:cubicBezTo>
                    <a:pt x="3195" y="36389"/>
                    <a:pt x="4473" y="37027"/>
                    <a:pt x="6390" y="37027"/>
                  </a:cubicBezTo>
                  <a:cubicBezTo>
                    <a:pt x="7668" y="37027"/>
                    <a:pt x="9585" y="36389"/>
                    <a:pt x="10863" y="35112"/>
                  </a:cubicBezTo>
                  <a:close/>
                </a:path>
              </a:pathLst>
            </a:custGeom>
            <a:solidFill>
              <a:srgbClr val="007680"/>
            </a:solidFill>
            <a:ln w="6390" cap="flat">
              <a:noFill/>
              <a:prstDash val="solid"/>
              <a:miter/>
            </a:ln>
          </p:spPr>
          <p:txBody>
            <a:bodyPr rtlCol="0" anchor="ctr"/>
            <a:lstStyle/>
            <a:p>
              <a:endParaRPr lang="en-US"/>
            </a:p>
          </p:txBody>
        </p:sp>
        <p:sp>
          <p:nvSpPr>
            <p:cNvPr id="622" name="Graphic 4">
              <a:extLst>
                <a:ext uri="{FF2B5EF4-FFF2-40B4-BE49-F238E27FC236}">
                  <a16:creationId xmlns:a16="http://schemas.microsoft.com/office/drawing/2014/main" id="{491D2C7B-CE50-0D48-BD66-19EE5D5CBDB1}"/>
                </a:ext>
              </a:extLst>
            </p:cNvPr>
            <p:cNvSpPr/>
            <p:nvPr/>
          </p:nvSpPr>
          <p:spPr>
            <a:xfrm>
              <a:off x="4834626" y="2962968"/>
              <a:ext cx="55592" cy="12767"/>
            </a:xfrm>
            <a:custGeom>
              <a:avLst/>
              <a:gdLst>
                <a:gd name="connsiteX0" fmla="*/ 6390 w 55592"/>
                <a:gd name="connsiteY0" fmla="*/ 12768 h 12767"/>
                <a:gd name="connsiteX1" fmla="*/ 49203 w 55592"/>
                <a:gd name="connsiteY1" fmla="*/ 12768 h 12767"/>
                <a:gd name="connsiteX2" fmla="*/ 55593 w 55592"/>
                <a:gd name="connsiteY2" fmla="*/ 6384 h 12767"/>
                <a:gd name="connsiteX3" fmla="*/ 49203 w 55592"/>
                <a:gd name="connsiteY3" fmla="*/ 0 h 12767"/>
                <a:gd name="connsiteX4" fmla="*/ 6390 w 55592"/>
                <a:gd name="connsiteY4" fmla="*/ 0 h 12767"/>
                <a:gd name="connsiteX5" fmla="*/ 0 w 55592"/>
                <a:gd name="connsiteY5" fmla="*/ 6384 h 12767"/>
                <a:gd name="connsiteX6" fmla="*/ 6390 w 55592"/>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592" h="12767">
                  <a:moveTo>
                    <a:pt x="6390" y="12768"/>
                  </a:moveTo>
                  <a:lnTo>
                    <a:pt x="49203" y="12768"/>
                  </a:lnTo>
                  <a:cubicBezTo>
                    <a:pt x="53037" y="12768"/>
                    <a:pt x="55593" y="10214"/>
                    <a:pt x="55593" y="6384"/>
                  </a:cubicBezTo>
                  <a:cubicBezTo>
                    <a:pt x="55593" y="2554"/>
                    <a:pt x="53037" y="0"/>
                    <a:pt x="49203" y="0"/>
                  </a:cubicBezTo>
                  <a:lnTo>
                    <a:pt x="6390" y="0"/>
                  </a:lnTo>
                  <a:cubicBezTo>
                    <a:pt x="2556" y="0"/>
                    <a:pt x="0" y="2554"/>
                    <a:pt x="0" y="6384"/>
                  </a:cubicBezTo>
                  <a:cubicBezTo>
                    <a:pt x="0" y="10214"/>
                    <a:pt x="2556" y="12768"/>
                    <a:pt x="6390" y="12768"/>
                  </a:cubicBezTo>
                  <a:close/>
                </a:path>
              </a:pathLst>
            </a:custGeom>
            <a:solidFill>
              <a:srgbClr val="007680"/>
            </a:solidFill>
            <a:ln w="6390" cap="flat">
              <a:noFill/>
              <a:prstDash val="solid"/>
              <a:miter/>
            </a:ln>
          </p:spPr>
          <p:txBody>
            <a:bodyPr rtlCol="0" anchor="ctr"/>
            <a:lstStyle/>
            <a:p>
              <a:endParaRPr lang="en-US"/>
            </a:p>
          </p:txBody>
        </p:sp>
        <p:sp>
          <p:nvSpPr>
            <p:cNvPr id="623" name="Graphic 4">
              <a:extLst>
                <a:ext uri="{FF2B5EF4-FFF2-40B4-BE49-F238E27FC236}">
                  <a16:creationId xmlns:a16="http://schemas.microsoft.com/office/drawing/2014/main" id="{A8FB29FB-8FE6-A745-96CA-2D51CC2C175A}"/>
                </a:ext>
              </a:extLst>
            </p:cNvPr>
            <p:cNvSpPr/>
            <p:nvPr/>
          </p:nvSpPr>
          <p:spPr>
            <a:xfrm>
              <a:off x="4806510" y="3011875"/>
              <a:ext cx="69011" cy="87072"/>
            </a:xfrm>
            <a:custGeom>
              <a:avLst/>
              <a:gdLst>
                <a:gd name="connsiteX0" fmla="*/ 38340 w 69011"/>
                <a:gd name="connsiteY0" fmla="*/ 1527 h 87072"/>
                <a:gd name="connsiteX1" fmla="*/ 33228 w 69011"/>
                <a:gd name="connsiteY1" fmla="*/ 250 h 87072"/>
                <a:gd name="connsiteX2" fmla="*/ 28755 w 69011"/>
                <a:gd name="connsiteY2" fmla="*/ 3442 h 87072"/>
                <a:gd name="connsiteX3" fmla="*/ 14697 w 69011"/>
                <a:gd name="connsiteY3" fmla="*/ 25786 h 87072"/>
                <a:gd name="connsiteX4" fmla="*/ 10224 w 69011"/>
                <a:gd name="connsiteY4" fmla="*/ 32170 h 87072"/>
                <a:gd name="connsiteX5" fmla="*/ 0 w 69011"/>
                <a:gd name="connsiteY5" fmla="*/ 52599 h 87072"/>
                <a:gd name="connsiteX6" fmla="*/ 34505 w 69011"/>
                <a:gd name="connsiteY6" fmla="*/ 87072 h 87072"/>
                <a:gd name="connsiteX7" fmla="*/ 69011 w 69011"/>
                <a:gd name="connsiteY7" fmla="*/ 52599 h 87072"/>
                <a:gd name="connsiteX8" fmla="*/ 69011 w 69011"/>
                <a:gd name="connsiteY8" fmla="*/ 52599 h 87072"/>
                <a:gd name="connsiteX9" fmla="*/ 38340 w 69011"/>
                <a:gd name="connsiteY9" fmla="*/ 1527 h 87072"/>
                <a:gd name="connsiteX10" fmla="*/ 34505 w 69011"/>
                <a:gd name="connsiteY10" fmla="*/ 73666 h 87072"/>
                <a:gd name="connsiteX11" fmla="*/ 12780 w 69011"/>
                <a:gd name="connsiteY11" fmla="*/ 51961 h 87072"/>
                <a:gd name="connsiteX12" fmla="*/ 20448 w 69011"/>
                <a:gd name="connsiteY12" fmla="*/ 39193 h 87072"/>
                <a:gd name="connsiteX13" fmla="*/ 25560 w 69011"/>
                <a:gd name="connsiteY13" fmla="*/ 32809 h 87072"/>
                <a:gd name="connsiteX14" fmla="*/ 36423 w 69011"/>
                <a:gd name="connsiteY14" fmla="*/ 16849 h 87072"/>
                <a:gd name="connsiteX15" fmla="*/ 56870 w 69011"/>
                <a:gd name="connsiteY15" fmla="*/ 52599 h 87072"/>
                <a:gd name="connsiteX16" fmla="*/ 34505 w 69011"/>
                <a:gd name="connsiteY16" fmla="*/ 73666 h 87072"/>
                <a:gd name="connsiteX17" fmla="*/ 34505 w 69011"/>
                <a:gd name="connsiteY17" fmla="*/ 73666 h 8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011" h="87072">
                  <a:moveTo>
                    <a:pt x="38340" y="1527"/>
                  </a:moveTo>
                  <a:cubicBezTo>
                    <a:pt x="37062" y="250"/>
                    <a:pt x="35145" y="-388"/>
                    <a:pt x="33228" y="250"/>
                  </a:cubicBezTo>
                  <a:cubicBezTo>
                    <a:pt x="31310" y="889"/>
                    <a:pt x="30033" y="1527"/>
                    <a:pt x="28755" y="3442"/>
                  </a:cubicBezTo>
                  <a:cubicBezTo>
                    <a:pt x="28755" y="3442"/>
                    <a:pt x="22365" y="14295"/>
                    <a:pt x="14697" y="25786"/>
                  </a:cubicBezTo>
                  <a:cubicBezTo>
                    <a:pt x="13419" y="27702"/>
                    <a:pt x="11502" y="29617"/>
                    <a:pt x="10224" y="32170"/>
                  </a:cubicBezTo>
                  <a:cubicBezTo>
                    <a:pt x="5112" y="39193"/>
                    <a:pt x="0" y="45577"/>
                    <a:pt x="0" y="52599"/>
                  </a:cubicBezTo>
                  <a:cubicBezTo>
                    <a:pt x="0" y="71751"/>
                    <a:pt x="15336" y="87072"/>
                    <a:pt x="34505" y="87072"/>
                  </a:cubicBezTo>
                  <a:cubicBezTo>
                    <a:pt x="53675" y="87072"/>
                    <a:pt x="69011" y="71751"/>
                    <a:pt x="69011" y="52599"/>
                  </a:cubicBezTo>
                  <a:cubicBezTo>
                    <a:pt x="69011" y="52599"/>
                    <a:pt x="69011" y="52599"/>
                    <a:pt x="69011" y="52599"/>
                  </a:cubicBezTo>
                  <a:cubicBezTo>
                    <a:pt x="69011" y="27063"/>
                    <a:pt x="39618" y="2166"/>
                    <a:pt x="38340" y="1527"/>
                  </a:cubicBezTo>
                  <a:close/>
                  <a:moveTo>
                    <a:pt x="34505" y="73666"/>
                  </a:moveTo>
                  <a:cubicBezTo>
                    <a:pt x="22365" y="73666"/>
                    <a:pt x="12780" y="64090"/>
                    <a:pt x="12780" y="51961"/>
                  </a:cubicBezTo>
                  <a:cubicBezTo>
                    <a:pt x="14697" y="47492"/>
                    <a:pt x="17253" y="43023"/>
                    <a:pt x="20448" y="39193"/>
                  </a:cubicBezTo>
                  <a:cubicBezTo>
                    <a:pt x="22365" y="37277"/>
                    <a:pt x="23643" y="34724"/>
                    <a:pt x="25560" y="32809"/>
                  </a:cubicBezTo>
                  <a:cubicBezTo>
                    <a:pt x="30033" y="27063"/>
                    <a:pt x="33228" y="20679"/>
                    <a:pt x="36423" y="16849"/>
                  </a:cubicBezTo>
                  <a:cubicBezTo>
                    <a:pt x="44730" y="25148"/>
                    <a:pt x="56870" y="39831"/>
                    <a:pt x="56870" y="52599"/>
                  </a:cubicBezTo>
                  <a:cubicBezTo>
                    <a:pt x="55593" y="64090"/>
                    <a:pt x="46008" y="73666"/>
                    <a:pt x="34505" y="73666"/>
                  </a:cubicBezTo>
                  <a:lnTo>
                    <a:pt x="34505" y="73666"/>
                  </a:lnTo>
                  <a:close/>
                </a:path>
              </a:pathLst>
            </a:custGeom>
            <a:solidFill>
              <a:srgbClr val="007680"/>
            </a:solidFill>
            <a:ln w="6390" cap="flat">
              <a:noFill/>
              <a:prstDash val="solid"/>
              <a:miter/>
            </a:ln>
          </p:spPr>
          <p:txBody>
            <a:bodyPr rtlCol="0" anchor="ctr"/>
            <a:lstStyle/>
            <a:p>
              <a:endParaRPr lang="en-US"/>
            </a:p>
          </p:txBody>
        </p:sp>
      </p:grpSp>
      <p:grpSp>
        <p:nvGrpSpPr>
          <p:cNvPr id="624" name="Graphic 4">
            <a:extLst>
              <a:ext uri="{FF2B5EF4-FFF2-40B4-BE49-F238E27FC236}">
                <a16:creationId xmlns:a16="http://schemas.microsoft.com/office/drawing/2014/main" id="{2A4E50F9-49A8-F544-B870-B2F0D8DF60BB}"/>
              </a:ext>
            </a:extLst>
          </p:cNvPr>
          <p:cNvGrpSpPr>
            <a:grpSpLocks noChangeAspect="1"/>
          </p:cNvGrpSpPr>
          <p:nvPr/>
        </p:nvGrpSpPr>
        <p:grpSpPr>
          <a:xfrm>
            <a:off x="3607758" y="1402723"/>
            <a:ext cx="362309" cy="361971"/>
            <a:chOff x="3607758" y="1402723"/>
            <a:chExt cx="362309" cy="361971"/>
          </a:xfrm>
          <a:solidFill>
            <a:srgbClr val="007680"/>
          </a:solidFill>
        </p:grpSpPr>
        <p:sp>
          <p:nvSpPr>
            <p:cNvPr id="625" name="Graphic 4">
              <a:extLst>
                <a:ext uri="{FF2B5EF4-FFF2-40B4-BE49-F238E27FC236}">
                  <a16:creationId xmlns:a16="http://schemas.microsoft.com/office/drawing/2014/main" id="{8222C915-2AD2-134D-8B1E-F9E8F8210F8F}"/>
                </a:ext>
              </a:extLst>
            </p:cNvPr>
            <p:cNvSpPr/>
            <p:nvPr/>
          </p:nvSpPr>
          <p:spPr>
            <a:xfrm>
              <a:off x="3607758" y="14027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8565 h 361971"/>
                <a:gd name="connsiteX8" fmla="*/ 12780 w 362309"/>
                <a:gd name="connsiteY8" fmla="*/ 180667 h 361971"/>
                <a:gd name="connsiteX9" fmla="*/ 181474 w 362309"/>
                <a:gd name="connsiteY9" fmla="*/ 12130 h 361971"/>
                <a:gd name="connsiteX10" fmla="*/ 350169 w 362309"/>
                <a:gd name="connsiteY10" fmla="*/ 180028 h 361971"/>
                <a:gd name="connsiteX11" fmla="*/ 350169 w 362309"/>
                <a:gd name="connsiteY11" fmla="*/ 180028 h 361971"/>
                <a:gd name="connsiteX12" fmla="*/ 181474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ubicBezTo>
                    <a:pt x="181474" y="0"/>
                    <a:pt x="181474" y="0"/>
                    <a:pt x="181474" y="0"/>
                  </a:cubicBezTo>
                  <a:close/>
                  <a:moveTo>
                    <a:pt x="181474" y="348565"/>
                  </a:moveTo>
                  <a:cubicBezTo>
                    <a:pt x="88181" y="348565"/>
                    <a:pt x="12780" y="273234"/>
                    <a:pt x="12780" y="180667"/>
                  </a:cubicBezTo>
                  <a:cubicBezTo>
                    <a:pt x="12780" y="88099"/>
                    <a:pt x="88181" y="12130"/>
                    <a:pt x="181474" y="12130"/>
                  </a:cubicBezTo>
                  <a:cubicBezTo>
                    <a:pt x="274767" y="12130"/>
                    <a:pt x="350169" y="87461"/>
                    <a:pt x="350169" y="180028"/>
                  </a:cubicBezTo>
                  <a:lnTo>
                    <a:pt x="350169" y="180028"/>
                  </a:lnTo>
                  <a:cubicBezTo>
                    <a:pt x="349530" y="273234"/>
                    <a:pt x="274128" y="348565"/>
                    <a:pt x="181474" y="348565"/>
                  </a:cubicBezTo>
                  <a:close/>
                </a:path>
              </a:pathLst>
            </a:custGeom>
            <a:solidFill>
              <a:srgbClr val="007680"/>
            </a:solidFill>
            <a:ln w="6390" cap="flat">
              <a:noFill/>
              <a:prstDash val="solid"/>
              <a:miter/>
            </a:ln>
          </p:spPr>
          <p:txBody>
            <a:bodyPr rtlCol="0" anchor="ctr"/>
            <a:lstStyle/>
            <a:p>
              <a:endParaRPr lang="en-US"/>
            </a:p>
          </p:txBody>
        </p:sp>
        <p:sp>
          <p:nvSpPr>
            <p:cNvPr id="626" name="Graphic 4">
              <a:extLst>
                <a:ext uri="{FF2B5EF4-FFF2-40B4-BE49-F238E27FC236}">
                  <a16:creationId xmlns:a16="http://schemas.microsoft.com/office/drawing/2014/main" id="{33E14B26-2F93-4846-BCA4-6ADA5BD1A340}"/>
                </a:ext>
              </a:extLst>
            </p:cNvPr>
            <p:cNvSpPr/>
            <p:nvPr/>
          </p:nvSpPr>
          <p:spPr>
            <a:xfrm>
              <a:off x="3675585" y="1470393"/>
              <a:ext cx="226748" cy="199818"/>
            </a:xfrm>
            <a:custGeom>
              <a:avLst/>
              <a:gdLst>
                <a:gd name="connsiteX0" fmla="*/ 128344 w 226748"/>
                <a:gd name="connsiteY0" fmla="*/ 8938 h 199818"/>
                <a:gd name="connsiteX1" fmla="*/ 113008 w 226748"/>
                <a:gd name="connsiteY1" fmla="*/ 0 h 199818"/>
                <a:gd name="connsiteX2" fmla="*/ 113008 w 226748"/>
                <a:gd name="connsiteY2" fmla="*/ 0 h 199818"/>
                <a:gd name="connsiteX3" fmla="*/ 97672 w 226748"/>
                <a:gd name="connsiteY3" fmla="*/ 8938 h 199818"/>
                <a:gd name="connsiteX4" fmla="*/ 97672 w 226748"/>
                <a:gd name="connsiteY4" fmla="*/ 8938 h 199818"/>
                <a:gd name="connsiteX5" fmla="*/ 2462 w 226748"/>
                <a:gd name="connsiteY5" fmla="*/ 173006 h 199818"/>
                <a:gd name="connsiteX6" fmla="*/ 8852 w 226748"/>
                <a:gd name="connsiteY6" fmla="*/ 197265 h 199818"/>
                <a:gd name="connsiteX7" fmla="*/ 17798 w 226748"/>
                <a:gd name="connsiteY7" fmla="*/ 199819 h 199818"/>
                <a:gd name="connsiteX8" fmla="*/ 208857 w 226748"/>
                <a:gd name="connsiteY8" fmla="*/ 199819 h 199818"/>
                <a:gd name="connsiteX9" fmla="*/ 226749 w 226748"/>
                <a:gd name="connsiteY9" fmla="*/ 181944 h 199818"/>
                <a:gd name="connsiteX10" fmla="*/ 224193 w 226748"/>
                <a:gd name="connsiteY10" fmla="*/ 173006 h 199818"/>
                <a:gd name="connsiteX11" fmla="*/ 128344 w 226748"/>
                <a:gd name="connsiteY11" fmla="*/ 8938 h 199818"/>
                <a:gd name="connsiteX12" fmla="*/ 213330 w 226748"/>
                <a:gd name="connsiteY12" fmla="*/ 184497 h 199818"/>
                <a:gd name="connsiteX13" fmla="*/ 208857 w 226748"/>
                <a:gd name="connsiteY13" fmla="*/ 187051 h 199818"/>
                <a:gd name="connsiteX14" fmla="*/ 17798 w 226748"/>
                <a:gd name="connsiteY14" fmla="*/ 187051 h 199818"/>
                <a:gd name="connsiteX15" fmla="*/ 13325 w 226748"/>
                <a:gd name="connsiteY15" fmla="*/ 184497 h 199818"/>
                <a:gd name="connsiteX16" fmla="*/ 13325 w 226748"/>
                <a:gd name="connsiteY16" fmla="*/ 179390 h 199818"/>
                <a:gd name="connsiteX17" fmla="*/ 108535 w 226748"/>
                <a:gd name="connsiteY17" fmla="*/ 15322 h 199818"/>
                <a:gd name="connsiteX18" fmla="*/ 113008 w 226748"/>
                <a:gd name="connsiteY18" fmla="*/ 12768 h 199818"/>
                <a:gd name="connsiteX19" fmla="*/ 117481 w 226748"/>
                <a:gd name="connsiteY19" fmla="*/ 15322 h 199818"/>
                <a:gd name="connsiteX20" fmla="*/ 213330 w 226748"/>
                <a:gd name="connsiteY20" fmla="*/ 179390 h 199818"/>
                <a:gd name="connsiteX21" fmla="*/ 213330 w 226748"/>
                <a:gd name="connsiteY21" fmla="*/ 184497 h 19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6748" h="199818">
                  <a:moveTo>
                    <a:pt x="128344" y="8938"/>
                  </a:moveTo>
                  <a:cubicBezTo>
                    <a:pt x="125149" y="3192"/>
                    <a:pt x="119398" y="0"/>
                    <a:pt x="113008" y="0"/>
                  </a:cubicBezTo>
                  <a:lnTo>
                    <a:pt x="113008" y="0"/>
                  </a:lnTo>
                  <a:cubicBezTo>
                    <a:pt x="106618" y="0"/>
                    <a:pt x="100867" y="3192"/>
                    <a:pt x="97672" y="8938"/>
                  </a:cubicBezTo>
                  <a:lnTo>
                    <a:pt x="97672" y="8938"/>
                  </a:lnTo>
                  <a:lnTo>
                    <a:pt x="2462" y="173006"/>
                  </a:lnTo>
                  <a:cubicBezTo>
                    <a:pt x="-2650" y="181305"/>
                    <a:pt x="545" y="192796"/>
                    <a:pt x="8852" y="197265"/>
                  </a:cubicBezTo>
                  <a:cubicBezTo>
                    <a:pt x="11408" y="199180"/>
                    <a:pt x="14603" y="199819"/>
                    <a:pt x="17798" y="199819"/>
                  </a:cubicBezTo>
                  <a:lnTo>
                    <a:pt x="208857" y="199819"/>
                  </a:lnTo>
                  <a:cubicBezTo>
                    <a:pt x="219081" y="199819"/>
                    <a:pt x="226749" y="192158"/>
                    <a:pt x="226749" y="181944"/>
                  </a:cubicBezTo>
                  <a:cubicBezTo>
                    <a:pt x="226749" y="178752"/>
                    <a:pt x="226110" y="175560"/>
                    <a:pt x="224193" y="173006"/>
                  </a:cubicBezTo>
                  <a:lnTo>
                    <a:pt x="128344" y="8938"/>
                  </a:lnTo>
                  <a:close/>
                  <a:moveTo>
                    <a:pt x="213330" y="184497"/>
                  </a:moveTo>
                  <a:cubicBezTo>
                    <a:pt x="212691" y="186412"/>
                    <a:pt x="210774" y="187051"/>
                    <a:pt x="208857" y="187051"/>
                  </a:cubicBezTo>
                  <a:lnTo>
                    <a:pt x="17798" y="187051"/>
                  </a:lnTo>
                  <a:cubicBezTo>
                    <a:pt x="15881" y="187051"/>
                    <a:pt x="13964" y="185774"/>
                    <a:pt x="13325" y="184497"/>
                  </a:cubicBezTo>
                  <a:cubicBezTo>
                    <a:pt x="12047" y="182582"/>
                    <a:pt x="12047" y="180667"/>
                    <a:pt x="13325" y="179390"/>
                  </a:cubicBezTo>
                  <a:lnTo>
                    <a:pt x="108535" y="15322"/>
                  </a:lnTo>
                  <a:cubicBezTo>
                    <a:pt x="109174" y="14045"/>
                    <a:pt x="111091" y="12768"/>
                    <a:pt x="113008" y="12768"/>
                  </a:cubicBezTo>
                  <a:cubicBezTo>
                    <a:pt x="114925" y="12768"/>
                    <a:pt x="116842" y="13406"/>
                    <a:pt x="117481" y="15322"/>
                  </a:cubicBezTo>
                  <a:lnTo>
                    <a:pt x="213330" y="179390"/>
                  </a:lnTo>
                  <a:cubicBezTo>
                    <a:pt x="213969" y="181305"/>
                    <a:pt x="213969" y="183220"/>
                    <a:pt x="213330" y="184497"/>
                  </a:cubicBezTo>
                  <a:close/>
                </a:path>
              </a:pathLst>
            </a:custGeom>
            <a:solidFill>
              <a:srgbClr val="007680"/>
            </a:solidFill>
            <a:ln w="6390" cap="flat">
              <a:noFill/>
              <a:prstDash val="solid"/>
              <a:miter/>
            </a:ln>
          </p:spPr>
          <p:txBody>
            <a:bodyPr rtlCol="0" anchor="ctr"/>
            <a:lstStyle/>
            <a:p>
              <a:endParaRPr lang="en-US"/>
            </a:p>
          </p:txBody>
        </p:sp>
        <p:sp>
          <p:nvSpPr>
            <p:cNvPr id="627" name="Graphic 4">
              <a:extLst>
                <a:ext uri="{FF2B5EF4-FFF2-40B4-BE49-F238E27FC236}">
                  <a16:creationId xmlns:a16="http://schemas.microsoft.com/office/drawing/2014/main" id="{19182E56-A5A3-0E46-BA03-BDBE09564627}"/>
                </a:ext>
              </a:extLst>
            </p:cNvPr>
            <p:cNvSpPr/>
            <p:nvPr/>
          </p:nvSpPr>
          <p:spPr>
            <a:xfrm>
              <a:off x="3754109" y="1531201"/>
              <a:ext cx="69251" cy="55007"/>
            </a:xfrm>
            <a:custGeom>
              <a:avLst/>
              <a:gdLst>
                <a:gd name="connsiteX0" fmla="*/ 42791 w 69251"/>
                <a:gd name="connsiteY0" fmla="*/ 54743 h 55007"/>
                <a:gd name="connsiteX1" fmla="*/ 44708 w 69251"/>
                <a:gd name="connsiteY1" fmla="*/ 54743 h 55007"/>
                <a:gd name="connsiteX2" fmla="*/ 48541 w 69251"/>
                <a:gd name="connsiteY2" fmla="*/ 51551 h 55007"/>
                <a:gd name="connsiteX3" fmla="*/ 68351 w 69251"/>
                <a:gd name="connsiteY3" fmla="*/ 17077 h 55007"/>
                <a:gd name="connsiteX4" fmla="*/ 65794 w 69251"/>
                <a:gd name="connsiteY4" fmla="*/ 8140 h 55007"/>
                <a:gd name="connsiteX5" fmla="*/ 65794 w 69251"/>
                <a:gd name="connsiteY5" fmla="*/ 8140 h 55007"/>
                <a:gd name="connsiteX6" fmla="*/ 3173 w 69251"/>
                <a:gd name="connsiteY6" fmla="*/ 8140 h 55007"/>
                <a:gd name="connsiteX7" fmla="*/ 617 w 69251"/>
                <a:gd name="connsiteY7" fmla="*/ 17077 h 55007"/>
                <a:gd name="connsiteX8" fmla="*/ 617 w 69251"/>
                <a:gd name="connsiteY8" fmla="*/ 17077 h 55007"/>
                <a:gd name="connsiteX9" fmla="*/ 20426 w 69251"/>
                <a:gd name="connsiteY9" fmla="*/ 51551 h 55007"/>
                <a:gd name="connsiteX10" fmla="*/ 24260 w 69251"/>
                <a:gd name="connsiteY10" fmla="*/ 54743 h 55007"/>
                <a:gd name="connsiteX11" fmla="*/ 29372 w 69251"/>
                <a:gd name="connsiteY11" fmla="*/ 54104 h 55007"/>
                <a:gd name="connsiteX12" fmla="*/ 39596 w 69251"/>
                <a:gd name="connsiteY12" fmla="*/ 54104 h 55007"/>
                <a:gd name="connsiteX13" fmla="*/ 42791 w 69251"/>
                <a:gd name="connsiteY13" fmla="*/ 54743 h 55007"/>
                <a:gd name="connsiteX14" fmla="*/ 29372 w 69251"/>
                <a:gd name="connsiteY14" fmla="*/ 40698 h 55007"/>
                <a:gd name="connsiteX15" fmla="*/ 15953 w 69251"/>
                <a:gd name="connsiteY15" fmla="*/ 17077 h 55007"/>
                <a:gd name="connsiteX16" fmla="*/ 54293 w 69251"/>
                <a:gd name="connsiteY16" fmla="*/ 17077 h 55007"/>
                <a:gd name="connsiteX17" fmla="*/ 40874 w 69251"/>
                <a:gd name="connsiteY17" fmla="*/ 40698 h 55007"/>
                <a:gd name="connsiteX18" fmla="*/ 35123 w 69251"/>
                <a:gd name="connsiteY18" fmla="*/ 40059 h 55007"/>
                <a:gd name="connsiteX19" fmla="*/ 29372 w 69251"/>
                <a:gd name="connsiteY19" fmla="*/ 40698 h 5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251" h="55007">
                  <a:moveTo>
                    <a:pt x="42791" y="54743"/>
                  </a:moveTo>
                  <a:cubicBezTo>
                    <a:pt x="43430" y="54743"/>
                    <a:pt x="44069" y="54743"/>
                    <a:pt x="44708" y="54743"/>
                  </a:cubicBezTo>
                  <a:cubicBezTo>
                    <a:pt x="46625" y="54104"/>
                    <a:pt x="47903" y="53466"/>
                    <a:pt x="48541" y="51551"/>
                  </a:cubicBezTo>
                  <a:lnTo>
                    <a:pt x="68351" y="17077"/>
                  </a:lnTo>
                  <a:cubicBezTo>
                    <a:pt x="70267" y="13885"/>
                    <a:pt x="68989" y="10055"/>
                    <a:pt x="65794" y="8140"/>
                  </a:cubicBezTo>
                  <a:cubicBezTo>
                    <a:pt x="65794" y="8140"/>
                    <a:pt x="65794" y="8140"/>
                    <a:pt x="65794" y="8140"/>
                  </a:cubicBezTo>
                  <a:cubicBezTo>
                    <a:pt x="46625" y="-2713"/>
                    <a:pt x="22982" y="-2713"/>
                    <a:pt x="3173" y="8140"/>
                  </a:cubicBezTo>
                  <a:cubicBezTo>
                    <a:pt x="-22" y="10055"/>
                    <a:pt x="-661" y="13885"/>
                    <a:pt x="617" y="17077"/>
                  </a:cubicBezTo>
                  <a:cubicBezTo>
                    <a:pt x="617" y="17077"/>
                    <a:pt x="617" y="17077"/>
                    <a:pt x="617" y="17077"/>
                  </a:cubicBezTo>
                  <a:lnTo>
                    <a:pt x="20426" y="51551"/>
                  </a:lnTo>
                  <a:cubicBezTo>
                    <a:pt x="21065" y="52827"/>
                    <a:pt x="22982" y="54104"/>
                    <a:pt x="24260" y="54743"/>
                  </a:cubicBezTo>
                  <a:cubicBezTo>
                    <a:pt x="26177" y="55381"/>
                    <a:pt x="27455" y="54743"/>
                    <a:pt x="29372" y="54104"/>
                  </a:cubicBezTo>
                  <a:cubicBezTo>
                    <a:pt x="32567" y="52189"/>
                    <a:pt x="36401" y="52189"/>
                    <a:pt x="39596" y="54104"/>
                  </a:cubicBezTo>
                  <a:cubicBezTo>
                    <a:pt x="40874" y="54743"/>
                    <a:pt x="42152" y="54743"/>
                    <a:pt x="42791" y="54743"/>
                  </a:cubicBezTo>
                  <a:close/>
                  <a:moveTo>
                    <a:pt x="29372" y="40698"/>
                  </a:moveTo>
                  <a:lnTo>
                    <a:pt x="15953" y="17077"/>
                  </a:lnTo>
                  <a:cubicBezTo>
                    <a:pt x="28094" y="11970"/>
                    <a:pt x="42152" y="11970"/>
                    <a:pt x="54293" y="17077"/>
                  </a:cubicBezTo>
                  <a:lnTo>
                    <a:pt x="40874" y="40698"/>
                  </a:lnTo>
                  <a:cubicBezTo>
                    <a:pt x="38957" y="40059"/>
                    <a:pt x="37040" y="40059"/>
                    <a:pt x="35123" y="40059"/>
                  </a:cubicBezTo>
                  <a:cubicBezTo>
                    <a:pt x="33206" y="40059"/>
                    <a:pt x="31289" y="40059"/>
                    <a:pt x="29372" y="40698"/>
                  </a:cubicBezTo>
                  <a:close/>
                </a:path>
              </a:pathLst>
            </a:custGeom>
            <a:solidFill>
              <a:srgbClr val="007680"/>
            </a:solidFill>
            <a:ln w="6390" cap="flat">
              <a:noFill/>
              <a:prstDash val="solid"/>
              <a:miter/>
            </a:ln>
          </p:spPr>
          <p:txBody>
            <a:bodyPr rtlCol="0" anchor="ctr"/>
            <a:lstStyle/>
            <a:p>
              <a:endParaRPr lang="en-US"/>
            </a:p>
          </p:txBody>
        </p:sp>
        <p:sp>
          <p:nvSpPr>
            <p:cNvPr id="628" name="Graphic 4">
              <a:extLst>
                <a:ext uri="{FF2B5EF4-FFF2-40B4-BE49-F238E27FC236}">
                  <a16:creationId xmlns:a16="http://schemas.microsoft.com/office/drawing/2014/main" id="{3F8C5DE5-9D8F-9941-84BD-E1EC19D98B38}"/>
                </a:ext>
              </a:extLst>
            </p:cNvPr>
            <p:cNvSpPr/>
            <p:nvPr/>
          </p:nvSpPr>
          <p:spPr>
            <a:xfrm>
              <a:off x="3790532" y="1587859"/>
              <a:ext cx="60682" cy="61924"/>
            </a:xfrm>
            <a:custGeom>
              <a:avLst/>
              <a:gdLst>
                <a:gd name="connsiteX0" fmla="*/ 54293 w 60682"/>
                <a:gd name="connsiteY0" fmla="*/ 0 h 61924"/>
                <a:gd name="connsiteX1" fmla="*/ 14675 w 60682"/>
                <a:gd name="connsiteY1" fmla="*/ 0 h 61924"/>
                <a:gd name="connsiteX2" fmla="*/ 8285 w 60682"/>
                <a:gd name="connsiteY2" fmla="*/ 6384 h 61924"/>
                <a:gd name="connsiteX3" fmla="*/ 3173 w 60682"/>
                <a:gd name="connsiteY3" fmla="*/ 15322 h 61924"/>
                <a:gd name="connsiteX4" fmla="*/ 617 w 60682"/>
                <a:gd name="connsiteY4" fmla="*/ 24259 h 61924"/>
                <a:gd name="connsiteX5" fmla="*/ 617 w 60682"/>
                <a:gd name="connsiteY5" fmla="*/ 24259 h 61924"/>
                <a:gd name="connsiteX6" fmla="*/ 20426 w 60682"/>
                <a:gd name="connsiteY6" fmla="*/ 58733 h 61924"/>
                <a:gd name="connsiteX7" fmla="*/ 24260 w 60682"/>
                <a:gd name="connsiteY7" fmla="*/ 61925 h 61924"/>
                <a:gd name="connsiteX8" fmla="*/ 26177 w 60682"/>
                <a:gd name="connsiteY8" fmla="*/ 61925 h 61924"/>
                <a:gd name="connsiteX9" fmla="*/ 29372 w 60682"/>
                <a:gd name="connsiteY9" fmla="*/ 61286 h 61924"/>
                <a:gd name="connsiteX10" fmla="*/ 60683 w 60682"/>
                <a:gd name="connsiteY10" fmla="*/ 7022 h 61924"/>
                <a:gd name="connsiteX11" fmla="*/ 54293 w 60682"/>
                <a:gd name="connsiteY11" fmla="*/ 0 h 61924"/>
                <a:gd name="connsiteX12" fmla="*/ 28733 w 60682"/>
                <a:gd name="connsiteY12" fmla="*/ 45326 h 61924"/>
                <a:gd name="connsiteX13" fmla="*/ 15314 w 60682"/>
                <a:gd name="connsiteY13" fmla="*/ 21706 h 61924"/>
                <a:gd name="connsiteX14" fmla="*/ 21065 w 60682"/>
                <a:gd name="connsiteY14" fmla="*/ 12130 h 61924"/>
                <a:gd name="connsiteX15" fmla="*/ 48542 w 60682"/>
                <a:gd name="connsiteY15" fmla="*/ 12130 h 61924"/>
                <a:gd name="connsiteX16" fmla="*/ 28733 w 60682"/>
                <a:gd name="connsiteY16" fmla="*/ 45326 h 6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682" h="61924">
                  <a:moveTo>
                    <a:pt x="54293" y="0"/>
                  </a:moveTo>
                  <a:lnTo>
                    <a:pt x="14675" y="0"/>
                  </a:lnTo>
                  <a:cubicBezTo>
                    <a:pt x="10841" y="0"/>
                    <a:pt x="8285" y="2554"/>
                    <a:pt x="8285" y="6384"/>
                  </a:cubicBezTo>
                  <a:cubicBezTo>
                    <a:pt x="8285" y="10214"/>
                    <a:pt x="6368" y="13406"/>
                    <a:pt x="3173" y="15322"/>
                  </a:cubicBezTo>
                  <a:cubicBezTo>
                    <a:pt x="-22" y="17237"/>
                    <a:pt x="-661" y="21067"/>
                    <a:pt x="617" y="24259"/>
                  </a:cubicBezTo>
                  <a:cubicBezTo>
                    <a:pt x="617" y="24259"/>
                    <a:pt x="617" y="24259"/>
                    <a:pt x="617" y="24259"/>
                  </a:cubicBezTo>
                  <a:lnTo>
                    <a:pt x="20426" y="58733"/>
                  </a:lnTo>
                  <a:cubicBezTo>
                    <a:pt x="21065" y="60009"/>
                    <a:pt x="22982" y="61286"/>
                    <a:pt x="24260" y="61925"/>
                  </a:cubicBezTo>
                  <a:cubicBezTo>
                    <a:pt x="24899" y="61925"/>
                    <a:pt x="25538" y="61925"/>
                    <a:pt x="26177" y="61925"/>
                  </a:cubicBezTo>
                  <a:cubicBezTo>
                    <a:pt x="27455" y="61925"/>
                    <a:pt x="28094" y="61286"/>
                    <a:pt x="29372" y="61286"/>
                  </a:cubicBezTo>
                  <a:cubicBezTo>
                    <a:pt x="48542" y="49795"/>
                    <a:pt x="60683" y="29366"/>
                    <a:pt x="60683" y="7022"/>
                  </a:cubicBezTo>
                  <a:cubicBezTo>
                    <a:pt x="60683" y="2554"/>
                    <a:pt x="58127" y="0"/>
                    <a:pt x="54293" y="0"/>
                  </a:cubicBezTo>
                  <a:close/>
                  <a:moveTo>
                    <a:pt x="28733" y="45326"/>
                  </a:moveTo>
                  <a:lnTo>
                    <a:pt x="15314" y="21706"/>
                  </a:lnTo>
                  <a:cubicBezTo>
                    <a:pt x="17870" y="19152"/>
                    <a:pt x="19787" y="15960"/>
                    <a:pt x="21065" y="12130"/>
                  </a:cubicBezTo>
                  <a:lnTo>
                    <a:pt x="48542" y="12130"/>
                  </a:lnTo>
                  <a:cubicBezTo>
                    <a:pt x="45986" y="25536"/>
                    <a:pt x="38957" y="37665"/>
                    <a:pt x="28733" y="45326"/>
                  </a:cubicBezTo>
                  <a:close/>
                </a:path>
              </a:pathLst>
            </a:custGeom>
            <a:solidFill>
              <a:srgbClr val="007680"/>
            </a:solidFill>
            <a:ln w="6390" cap="flat">
              <a:noFill/>
              <a:prstDash val="solid"/>
              <a:miter/>
            </a:ln>
          </p:spPr>
          <p:txBody>
            <a:bodyPr rtlCol="0" anchor="ctr"/>
            <a:lstStyle/>
            <a:p>
              <a:endParaRPr lang="en-US"/>
            </a:p>
          </p:txBody>
        </p:sp>
        <p:sp>
          <p:nvSpPr>
            <p:cNvPr id="629" name="Graphic 4">
              <a:extLst>
                <a:ext uri="{FF2B5EF4-FFF2-40B4-BE49-F238E27FC236}">
                  <a16:creationId xmlns:a16="http://schemas.microsoft.com/office/drawing/2014/main" id="{11C7CDCC-1904-1541-9D55-FCE12292420A}"/>
                </a:ext>
              </a:extLst>
            </p:cNvPr>
            <p:cNvSpPr/>
            <p:nvPr/>
          </p:nvSpPr>
          <p:spPr>
            <a:xfrm>
              <a:off x="3726611" y="1587220"/>
              <a:ext cx="60682" cy="61286"/>
            </a:xfrm>
            <a:custGeom>
              <a:avLst/>
              <a:gdLst>
                <a:gd name="connsiteX0" fmla="*/ 57509 w 60682"/>
                <a:gd name="connsiteY0" fmla="*/ 15322 h 61286"/>
                <a:gd name="connsiteX1" fmla="*/ 52398 w 60682"/>
                <a:gd name="connsiteY1" fmla="*/ 6384 h 61286"/>
                <a:gd name="connsiteX2" fmla="*/ 46008 w 60682"/>
                <a:gd name="connsiteY2" fmla="*/ 0 h 61286"/>
                <a:gd name="connsiteX3" fmla="*/ 6390 w 60682"/>
                <a:gd name="connsiteY3" fmla="*/ 0 h 61286"/>
                <a:gd name="connsiteX4" fmla="*/ 0 w 60682"/>
                <a:gd name="connsiteY4" fmla="*/ 6384 h 61286"/>
                <a:gd name="connsiteX5" fmla="*/ 31310 w 60682"/>
                <a:gd name="connsiteY5" fmla="*/ 60648 h 61286"/>
                <a:gd name="connsiteX6" fmla="*/ 34505 w 60682"/>
                <a:gd name="connsiteY6" fmla="*/ 61286 h 61286"/>
                <a:gd name="connsiteX7" fmla="*/ 36423 w 60682"/>
                <a:gd name="connsiteY7" fmla="*/ 61286 h 61286"/>
                <a:gd name="connsiteX8" fmla="*/ 40257 w 60682"/>
                <a:gd name="connsiteY8" fmla="*/ 58094 h 61286"/>
                <a:gd name="connsiteX9" fmla="*/ 60065 w 60682"/>
                <a:gd name="connsiteY9" fmla="*/ 23621 h 61286"/>
                <a:gd name="connsiteX10" fmla="*/ 57509 w 60682"/>
                <a:gd name="connsiteY10" fmla="*/ 15322 h 61286"/>
                <a:gd name="connsiteX11" fmla="*/ 57509 w 60682"/>
                <a:gd name="connsiteY11" fmla="*/ 15322 h 61286"/>
                <a:gd name="connsiteX12" fmla="*/ 31950 w 60682"/>
                <a:gd name="connsiteY12" fmla="*/ 45965 h 61286"/>
                <a:gd name="connsiteX13" fmla="*/ 12780 w 60682"/>
                <a:gd name="connsiteY13" fmla="*/ 12768 h 61286"/>
                <a:gd name="connsiteX14" fmla="*/ 40257 w 60682"/>
                <a:gd name="connsiteY14" fmla="*/ 12768 h 61286"/>
                <a:gd name="connsiteX15" fmla="*/ 46008 w 60682"/>
                <a:gd name="connsiteY15" fmla="*/ 22344 h 61286"/>
                <a:gd name="connsiteX16" fmla="*/ 31950 w 60682"/>
                <a:gd name="connsiteY16" fmla="*/ 45965 h 61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682" h="61286">
                  <a:moveTo>
                    <a:pt x="57509" y="15322"/>
                  </a:moveTo>
                  <a:cubicBezTo>
                    <a:pt x="54314" y="13406"/>
                    <a:pt x="52398" y="10214"/>
                    <a:pt x="52398" y="6384"/>
                  </a:cubicBezTo>
                  <a:cubicBezTo>
                    <a:pt x="52398" y="2554"/>
                    <a:pt x="49841" y="0"/>
                    <a:pt x="46008" y="0"/>
                  </a:cubicBezTo>
                  <a:lnTo>
                    <a:pt x="6390" y="0"/>
                  </a:lnTo>
                  <a:cubicBezTo>
                    <a:pt x="2556" y="0"/>
                    <a:pt x="0" y="2554"/>
                    <a:pt x="0" y="6384"/>
                  </a:cubicBezTo>
                  <a:cubicBezTo>
                    <a:pt x="0" y="28728"/>
                    <a:pt x="12141" y="49157"/>
                    <a:pt x="31310" y="60648"/>
                  </a:cubicBezTo>
                  <a:cubicBezTo>
                    <a:pt x="32589" y="61286"/>
                    <a:pt x="33228" y="61286"/>
                    <a:pt x="34505" y="61286"/>
                  </a:cubicBezTo>
                  <a:cubicBezTo>
                    <a:pt x="35145" y="61286"/>
                    <a:pt x="35783" y="61286"/>
                    <a:pt x="36423" y="61286"/>
                  </a:cubicBezTo>
                  <a:cubicBezTo>
                    <a:pt x="38340" y="60648"/>
                    <a:pt x="39618" y="60009"/>
                    <a:pt x="40257" y="58094"/>
                  </a:cubicBezTo>
                  <a:lnTo>
                    <a:pt x="60065" y="23621"/>
                  </a:lnTo>
                  <a:cubicBezTo>
                    <a:pt x="61343" y="21706"/>
                    <a:pt x="60704" y="17875"/>
                    <a:pt x="57509" y="15322"/>
                  </a:cubicBezTo>
                  <a:cubicBezTo>
                    <a:pt x="57509" y="15960"/>
                    <a:pt x="57509" y="15322"/>
                    <a:pt x="57509" y="15322"/>
                  </a:cubicBezTo>
                  <a:close/>
                  <a:moveTo>
                    <a:pt x="31950" y="45965"/>
                  </a:moveTo>
                  <a:cubicBezTo>
                    <a:pt x="21726" y="37665"/>
                    <a:pt x="14697" y="26174"/>
                    <a:pt x="12780" y="12768"/>
                  </a:cubicBezTo>
                  <a:lnTo>
                    <a:pt x="40257" y="12768"/>
                  </a:lnTo>
                  <a:cubicBezTo>
                    <a:pt x="41535" y="16598"/>
                    <a:pt x="43451" y="19790"/>
                    <a:pt x="46008" y="22344"/>
                  </a:cubicBezTo>
                  <a:lnTo>
                    <a:pt x="31950" y="45965"/>
                  </a:lnTo>
                  <a:close/>
                </a:path>
              </a:pathLst>
            </a:custGeom>
            <a:solidFill>
              <a:srgbClr val="007680"/>
            </a:solidFill>
            <a:ln w="6390" cap="flat">
              <a:noFill/>
              <a:prstDash val="solid"/>
              <a:miter/>
            </a:ln>
          </p:spPr>
          <p:txBody>
            <a:bodyPr rtlCol="0" anchor="ctr"/>
            <a:lstStyle/>
            <a:p>
              <a:endParaRPr lang="en-US"/>
            </a:p>
          </p:txBody>
        </p:sp>
      </p:grpSp>
      <p:grpSp>
        <p:nvGrpSpPr>
          <p:cNvPr id="630" name="Graphic 4">
            <a:extLst>
              <a:ext uri="{FF2B5EF4-FFF2-40B4-BE49-F238E27FC236}">
                <a16:creationId xmlns:a16="http://schemas.microsoft.com/office/drawing/2014/main" id="{F489461E-414A-4E4E-AD3F-0D931C7E0A72}"/>
              </a:ext>
            </a:extLst>
          </p:cNvPr>
          <p:cNvGrpSpPr>
            <a:grpSpLocks noChangeAspect="1"/>
          </p:cNvGrpSpPr>
          <p:nvPr/>
        </p:nvGrpSpPr>
        <p:grpSpPr>
          <a:xfrm>
            <a:off x="3607758" y="1885990"/>
            <a:ext cx="362309" cy="361971"/>
            <a:chOff x="3607758" y="1885990"/>
            <a:chExt cx="362309" cy="361971"/>
          </a:xfrm>
          <a:solidFill>
            <a:srgbClr val="007680"/>
          </a:solidFill>
        </p:grpSpPr>
        <p:sp>
          <p:nvSpPr>
            <p:cNvPr id="631" name="Graphic 4">
              <a:extLst>
                <a:ext uri="{FF2B5EF4-FFF2-40B4-BE49-F238E27FC236}">
                  <a16:creationId xmlns:a16="http://schemas.microsoft.com/office/drawing/2014/main" id="{9AFA2C56-8F9F-434B-8A96-9B208FAB8049}"/>
                </a:ext>
              </a:extLst>
            </p:cNvPr>
            <p:cNvSpPr/>
            <p:nvPr/>
          </p:nvSpPr>
          <p:spPr>
            <a:xfrm>
              <a:off x="3607758" y="1885990"/>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8565 h 361971"/>
                <a:gd name="connsiteX7" fmla="*/ 12780 w 362309"/>
                <a:gd name="connsiteY7" fmla="*/ 180667 h 361971"/>
                <a:gd name="connsiteX8" fmla="*/ 180836 w 362309"/>
                <a:gd name="connsiteY8" fmla="*/ 12130 h 361971"/>
                <a:gd name="connsiteX9" fmla="*/ 349530 w 362309"/>
                <a:gd name="connsiteY9" fmla="*/ 180028 h 361971"/>
                <a:gd name="connsiteX10" fmla="*/ 349530 w 362309"/>
                <a:gd name="connsiteY10" fmla="*/ 180667 h 361971"/>
                <a:gd name="connsiteX11" fmla="*/ 181474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0438"/>
                    <a:pt x="0" y="180667"/>
                  </a:cubicBezTo>
                  <a:cubicBezTo>
                    <a:pt x="0" y="280895"/>
                    <a:pt x="80513" y="361972"/>
                    <a:pt x="180836" y="361972"/>
                  </a:cubicBezTo>
                  <a:cubicBezTo>
                    <a:pt x="281157" y="361972"/>
                    <a:pt x="362310" y="281534"/>
                    <a:pt x="362310" y="181305"/>
                  </a:cubicBezTo>
                  <a:cubicBezTo>
                    <a:pt x="362310" y="181305"/>
                    <a:pt x="362310" y="181305"/>
                    <a:pt x="362310" y="181305"/>
                  </a:cubicBezTo>
                  <a:cubicBezTo>
                    <a:pt x="362310" y="81077"/>
                    <a:pt x="281157" y="0"/>
                    <a:pt x="181474" y="0"/>
                  </a:cubicBezTo>
                  <a:close/>
                  <a:moveTo>
                    <a:pt x="181474" y="348565"/>
                  </a:moveTo>
                  <a:cubicBezTo>
                    <a:pt x="88181" y="348565"/>
                    <a:pt x="12780" y="273873"/>
                    <a:pt x="12780" y="180667"/>
                  </a:cubicBezTo>
                  <a:cubicBezTo>
                    <a:pt x="12780" y="87461"/>
                    <a:pt x="87542" y="12130"/>
                    <a:pt x="180836" y="12130"/>
                  </a:cubicBezTo>
                  <a:cubicBezTo>
                    <a:pt x="274128" y="12130"/>
                    <a:pt x="349530" y="86822"/>
                    <a:pt x="349530" y="180028"/>
                  </a:cubicBezTo>
                  <a:cubicBezTo>
                    <a:pt x="349530" y="180028"/>
                    <a:pt x="349530" y="180028"/>
                    <a:pt x="349530" y="180667"/>
                  </a:cubicBezTo>
                  <a:cubicBezTo>
                    <a:pt x="349530" y="273235"/>
                    <a:pt x="274128" y="348565"/>
                    <a:pt x="181474" y="348565"/>
                  </a:cubicBezTo>
                  <a:close/>
                </a:path>
              </a:pathLst>
            </a:custGeom>
            <a:solidFill>
              <a:srgbClr val="007680"/>
            </a:solidFill>
            <a:ln w="6390" cap="flat">
              <a:noFill/>
              <a:prstDash val="solid"/>
              <a:miter/>
            </a:ln>
          </p:spPr>
          <p:txBody>
            <a:bodyPr rtlCol="0" anchor="ctr"/>
            <a:lstStyle/>
            <a:p>
              <a:endParaRPr lang="en-US"/>
            </a:p>
          </p:txBody>
        </p:sp>
        <p:sp>
          <p:nvSpPr>
            <p:cNvPr id="632" name="Graphic 4">
              <a:extLst>
                <a:ext uri="{FF2B5EF4-FFF2-40B4-BE49-F238E27FC236}">
                  <a16:creationId xmlns:a16="http://schemas.microsoft.com/office/drawing/2014/main" id="{8951C0E2-3E86-4B40-B59A-EEC3D5066D87}"/>
                </a:ext>
              </a:extLst>
            </p:cNvPr>
            <p:cNvSpPr/>
            <p:nvPr/>
          </p:nvSpPr>
          <p:spPr>
            <a:xfrm>
              <a:off x="3737190" y="1968493"/>
              <a:ext cx="107260" cy="81830"/>
            </a:xfrm>
            <a:custGeom>
              <a:avLst/>
              <a:gdLst>
                <a:gd name="connsiteX0" fmla="*/ 29678 w 107260"/>
                <a:gd name="connsiteY0" fmla="*/ 78374 h 81830"/>
                <a:gd name="connsiteX1" fmla="*/ 33511 w 107260"/>
                <a:gd name="connsiteY1" fmla="*/ 81566 h 81830"/>
                <a:gd name="connsiteX2" fmla="*/ 38624 w 107260"/>
                <a:gd name="connsiteY2" fmla="*/ 80928 h 81830"/>
                <a:gd name="connsiteX3" fmla="*/ 64183 w 107260"/>
                <a:gd name="connsiteY3" fmla="*/ 79651 h 81830"/>
                <a:gd name="connsiteX4" fmla="*/ 68656 w 107260"/>
                <a:gd name="connsiteY4" fmla="*/ 81566 h 81830"/>
                <a:gd name="connsiteX5" fmla="*/ 69295 w 107260"/>
                <a:gd name="connsiteY5" fmla="*/ 81566 h 81830"/>
                <a:gd name="connsiteX6" fmla="*/ 73768 w 107260"/>
                <a:gd name="connsiteY6" fmla="*/ 78374 h 81830"/>
                <a:gd name="connsiteX7" fmla="*/ 106357 w 107260"/>
                <a:gd name="connsiteY7" fmla="*/ 24110 h 81830"/>
                <a:gd name="connsiteX8" fmla="*/ 106996 w 107260"/>
                <a:gd name="connsiteY8" fmla="*/ 19003 h 81830"/>
                <a:gd name="connsiteX9" fmla="*/ 103801 w 107260"/>
                <a:gd name="connsiteY9" fmla="*/ 15173 h 81830"/>
                <a:gd name="connsiteX10" fmla="*/ 2840 w 107260"/>
                <a:gd name="connsiteY10" fmla="*/ 15173 h 81830"/>
                <a:gd name="connsiteX11" fmla="*/ 923 w 107260"/>
                <a:gd name="connsiteY11" fmla="*/ 23472 h 81830"/>
                <a:gd name="connsiteX12" fmla="*/ 29678 w 107260"/>
                <a:gd name="connsiteY12" fmla="*/ 78374 h 81830"/>
                <a:gd name="connsiteX13" fmla="*/ 91660 w 107260"/>
                <a:gd name="connsiteY13" fmla="*/ 23472 h 81830"/>
                <a:gd name="connsiteX14" fmla="*/ 66100 w 107260"/>
                <a:gd name="connsiteY14" fmla="*/ 66245 h 81830"/>
                <a:gd name="connsiteX15" fmla="*/ 37346 w 107260"/>
                <a:gd name="connsiteY15" fmla="*/ 66883 h 81830"/>
                <a:gd name="connsiteX16" fmla="*/ 14342 w 107260"/>
                <a:gd name="connsiteY16" fmla="*/ 22833 h 81830"/>
                <a:gd name="connsiteX17" fmla="*/ 91660 w 107260"/>
                <a:gd name="connsiteY17" fmla="*/ 23472 h 81830"/>
                <a:gd name="connsiteX18" fmla="*/ 91660 w 107260"/>
                <a:gd name="connsiteY18" fmla="*/ 23472 h 81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7260" h="81830">
                  <a:moveTo>
                    <a:pt x="29678" y="78374"/>
                  </a:moveTo>
                  <a:cubicBezTo>
                    <a:pt x="30316" y="79651"/>
                    <a:pt x="31595" y="80928"/>
                    <a:pt x="33511" y="81566"/>
                  </a:cubicBezTo>
                  <a:cubicBezTo>
                    <a:pt x="35429" y="82205"/>
                    <a:pt x="36706" y="81566"/>
                    <a:pt x="38624" y="80928"/>
                  </a:cubicBezTo>
                  <a:cubicBezTo>
                    <a:pt x="38624" y="80928"/>
                    <a:pt x="55876" y="71352"/>
                    <a:pt x="64183" y="79651"/>
                  </a:cubicBezTo>
                  <a:cubicBezTo>
                    <a:pt x="65461" y="80928"/>
                    <a:pt x="66739" y="81566"/>
                    <a:pt x="68656" y="81566"/>
                  </a:cubicBezTo>
                  <a:lnTo>
                    <a:pt x="69295" y="81566"/>
                  </a:lnTo>
                  <a:cubicBezTo>
                    <a:pt x="71212" y="81566"/>
                    <a:pt x="73129" y="80289"/>
                    <a:pt x="73768" y="78374"/>
                  </a:cubicBezTo>
                  <a:lnTo>
                    <a:pt x="106357" y="24110"/>
                  </a:lnTo>
                  <a:cubicBezTo>
                    <a:pt x="106996" y="22833"/>
                    <a:pt x="107635" y="20918"/>
                    <a:pt x="106996" y="19003"/>
                  </a:cubicBezTo>
                  <a:cubicBezTo>
                    <a:pt x="106357" y="17088"/>
                    <a:pt x="105079" y="15811"/>
                    <a:pt x="103801" y="15173"/>
                  </a:cubicBezTo>
                  <a:cubicBezTo>
                    <a:pt x="85909" y="5597"/>
                    <a:pt x="47569" y="-13555"/>
                    <a:pt x="2840" y="15173"/>
                  </a:cubicBezTo>
                  <a:cubicBezTo>
                    <a:pt x="284" y="17088"/>
                    <a:pt x="-994" y="20918"/>
                    <a:pt x="923" y="23472"/>
                  </a:cubicBezTo>
                  <a:lnTo>
                    <a:pt x="29678" y="78374"/>
                  </a:lnTo>
                  <a:close/>
                  <a:moveTo>
                    <a:pt x="91660" y="23472"/>
                  </a:moveTo>
                  <a:lnTo>
                    <a:pt x="66100" y="66245"/>
                  </a:lnTo>
                  <a:cubicBezTo>
                    <a:pt x="57154" y="62414"/>
                    <a:pt x="46291" y="63053"/>
                    <a:pt x="37346" y="66883"/>
                  </a:cubicBezTo>
                  <a:lnTo>
                    <a:pt x="14342" y="22833"/>
                  </a:lnTo>
                  <a:cubicBezTo>
                    <a:pt x="47569" y="4958"/>
                    <a:pt x="74407" y="15173"/>
                    <a:pt x="91660" y="23472"/>
                  </a:cubicBezTo>
                  <a:lnTo>
                    <a:pt x="91660" y="23472"/>
                  </a:lnTo>
                  <a:close/>
                </a:path>
              </a:pathLst>
            </a:custGeom>
            <a:solidFill>
              <a:srgbClr val="007680"/>
            </a:solidFill>
            <a:ln w="6390" cap="flat">
              <a:noFill/>
              <a:prstDash val="solid"/>
              <a:miter/>
            </a:ln>
          </p:spPr>
          <p:txBody>
            <a:bodyPr rtlCol="0" anchor="ctr"/>
            <a:lstStyle/>
            <a:p>
              <a:endParaRPr lang="en-US"/>
            </a:p>
          </p:txBody>
        </p:sp>
        <p:sp>
          <p:nvSpPr>
            <p:cNvPr id="633" name="Graphic 4">
              <a:extLst>
                <a:ext uri="{FF2B5EF4-FFF2-40B4-BE49-F238E27FC236}">
                  <a16:creationId xmlns:a16="http://schemas.microsoft.com/office/drawing/2014/main" id="{90D47B22-FBD2-C749-89C8-0B52278F7FA3}"/>
                </a:ext>
              </a:extLst>
            </p:cNvPr>
            <p:cNvSpPr/>
            <p:nvPr/>
          </p:nvSpPr>
          <p:spPr>
            <a:xfrm>
              <a:off x="3801251" y="2067934"/>
              <a:ext cx="90723" cy="96398"/>
            </a:xfrm>
            <a:custGeom>
              <a:avLst/>
              <a:gdLst>
                <a:gd name="connsiteX0" fmla="*/ 83192 w 90723"/>
                <a:gd name="connsiteY0" fmla="*/ 0 h 96398"/>
                <a:gd name="connsiteX1" fmla="*/ 21848 w 90723"/>
                <a:gd name="connsiteY1" fmla="*/ 0 h 96398"/>
                <a:gd name="connsiteX2" fmla="*/ 17375 w 90723"/>
                <a:gd name="connsiteY2" fmla="*/ 1915 h 96398"/>
                <a:gd name="connsiteX3" fmla="*/ 15458 w 90723"/>
                <a:gd name="connsiteY3" fmla="*/ 6384 h 96398"/>
                <a:gd name="connsiteX4" fmla="*/ 4595 w 90723"/>
                <a:gd name="connsiteY4" fmla="*/ 29366 h 96398"/>
                <a:gd name="connsiteX5" fmla="*/ 123 w 90723"/>
                <a:gd name="connsiteY5" fmla="*/ 37666 h 96398"/>
                <a:gd name="connsiteX6" fmla="*/ 761 w 90723"/>
                <a:gd name="connsiteY6" fmla="*/ 38942 h 96398"/>
                <a:gd name="connsiteX7" fmla="*/ 33989 w 90723"/>
                <a:gd name="connsiteY7" fmla="*/ 93206 h 96398"/>
                <a:gd name="connsiteX8" fmla="*/ 38462 w 90723"/>
                <a:gd name="connsiteY8" fmla="*/ 96398 h 96398"/>
                <a:gd name="connsiteX9" fmla="*/ 39740 w 90723"/>
                <a:gd name="connsiteY9" fmla="*/ 96398 h 96398"/>
                <a:gd name="connsiteX10" fmla="*/ 43574 w 90723"/>
                <a:gd name="connsiteY10" fmla="*/ 95121 h 96398"/>
                <a:gd name="connsiteX11" fmla="*/ 90220 w 90723"/>
                <a:gd name="connsiteY11" fmla="*/ 5746 h 96398"/>
                <a:gd name="connsiteX12" fmla="*/ 83192 w 90723"/>
                <a:gd name="connsiteY12" fmla="*/ 0 h 96398"/>
                <a:gd name="connsiteX13" fmla="*/ 41018 w 90723"/>
                <a:gd name="connsiteY13" fmla="*/ 81077 h 96398"/>
                <a:gd name="connsiteX14" fmla="*/ 15458 w 90723"/>
                <a:gd name="connsiteY14" fmla="*/ 38304 h 96398"/>
                <a:gd name="connsiteX15" fmla="*/ 28238 w 90723"/>
                <a:gd name="connsiteY15" fmla="*/ 12768 h 96398"/>
                <a:gd name="connsiteX16" fmla="*/ 77441 w 90723"/>
                <a:gd name="connsiteY16" fmla="*/ 12768 h 96398"/>
                <a:gd name="connsiteX17" fmla="*/ 41018 w 90723"/>
                <a:gd name="connsiteY17" fmla="*/ 81077 h 9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723" h="96398">
                  <a:moveTo>
                    <a:pt x="83192" y="0"/>
                  </a:moveTo>
                  <a:lnTo>
                    <a:pt x="21848" y="0"/>
                  </a:lnTo>
                  <a:cubicBezTo>
                    <a:pt x="19931" y="0"/>
                    <a:pt x="18653" y="638"/>
                    <a:pt x="17375" y="1915"/>
                  </a:cubicBezTo>
                  <a:cubicBezTo>
                    <a:pt x="16097" y="3192"/>
                    <a:pt x="15458" y="5107"/>
                    <a:pt x="15458" y="6384"/>
                  </a:cubicBezTo>
                  <a:cubicBezTo>
                    <a:pt x="15458" y="6384"/>
                    <a:pt x="15458" y="26174"/>
                    <a:pt x="4595" y="29366"/>
                  </a:cubicBezTo>
                  <a:cubicBezTo>
                    <a:pt x="1400" y="30643"/>
                    <a:pt x="-517" y="33835"/>
                    <a:pt x="123" y="37666"/>
                  </a:cubicBezTo>
                  <a:cubicBezTo>
                    <a:pt x="123" y="38304"/>
                    <a:pt x="761" y="38304"/>
                    <a:pt x="761" y="38942"/>
                  </a:cubicBezTo>
                  <a:lnTo>
                    <a:pt x="33989" y="93206"/>
                  </a:lnTo>
                  <a:cubicBezTo>
                    <a:pt x="34628" y="94483"/>
                    <a:pt x="36545" y="95760"/>
                    <a:pt x="38462" y="96398"/>
                  </a:cubicBezTo>
                  <a:lnTo>
                    <a:pt x="39740" y="96398"/>
                  </a:lnTo>
                  <a:cubicBezTo>
                    <a:pt x="41018" y="96398"/>
                    <a:pt x="42296" y="95760"/>
                    <a:pt x="43574" y="95121"/>
                  </a:cubicBezTo>
                  <a:cubicBezTo>
                    <a:pt x="60188" y="83630"/>
                    <a:pt x="95332" y="59371"/>
                    <a:pt x="90220" y="5746"/>
                  </a:cubicBezTo>
                  <a:cubicBezTo>
                    <a:pt x="89582" y="2554"/>
                    <a:pt x="86387" y="0"/>
                    <a:pt x="83192" y="0"/>
                  </a:cubicBezTo>
                  <a:close/>
                  <a:moveTo>
                    <a:pt x="41018" y="81077"/>
                  </a:moveTo>
                  <a:lnTo>
                    <a:pt x="15458" y="38304"/>
                  </a:lnTo>
                  <a:cubicBezTo>
                    <a:pt x="23126" y="31920"/>
                    <a:pt x="27599" y="22344"/>
                    <a:pt x="28238" y="12768"/>
                  </a:cubicBezTo>
                  <a:lnTo>
                    <a:pt x="77441" y="12768"/>
                  </a:lnTo>
                  <a:cubicBezTo>
                    <a:pt x="78719" y="50434"/>
                    <a:pt x="56993" y="69586"/>
                    <a:pt x="41018" y="81077"/>
                  </a:cubicBezTo>
                  <a:close/>
                </a:path>
              </a:pathLst>
            </a:custGeom>
            <a:solidFill>
              <a:srgbClr val="007680"/>
            </a:solidFill>
            <a:ln w="6390" cap="flat">
              <a:noFill/>
              <a:prstDash val="solid"/>
              <a:miter/>
            </a:ln>
          </p:spPr>
          <p:txBody>
            <a:bodyPr rtlCol="0" anchor="ctr"/>
            <a:lstStyle/>
            <a:p>
              <a:endParaRPr lang="en-US"/>
            </a:p>
          </p:txBody>
        </p:sp>
        <p:sp>
          <p:nvSpPr>
            <p:cNvPr id="634" name="Graphic 4">
              <a:extLst>
                <a:ext uri="{FF2B5EF4-FFF2-40B4-BE49-F238E27FC236}">
                  <a16:creationId xmlns:a16="http://schemas.microsoft.com/office/drawing/2014/main" id="{A58C7731-4145-BD44-BA6B-DB8E0B9DE3BC}"/>
                </a:ext>
              </a:extLst>
            </p:cNvPr>
            <p:cNvSpPr/>
            <p:nvPr/>
          </p:nvSpPr>
          <p:spPr>
            <a:xfrm>
              <a:off x="3686993" y="2067934"/>
              <a:ext cx="93557" cy="93844"/>
            </a:xfrm>
            <a:custGeom>
              <a:avLst/>
              <a:gdLst>
                <a:gd name="connsiteX0" fmla="*/ 90098 w 93557"/>
                <a:gd name="connsiteY0" fmla="*/ 29366 h 93844"/>
                <a:gd name="connsiteX1" fmla="*/ 76040 w 93557"/>
                <a:gd name="connsiteY1" fmla="*/ 8299 h 93844"/>
                <a:gd name="connsiteX2" fmla="*/ 74762 w 93557"/>
                <a:gd name="connsiteY2" fmla="*/ 2554 h 93844"/>
                <a:gd name="connsiteX3" fmla="*/ 69650 w 93557"/>
                <a:gd name="connsiteY3" fmla="*/ 0 h 93844"/>
                <a:gd name="connsiteX4" fmla="*/ 6390 w 93557"/>
                <a:gd name="connsiteY4" fmla="*/ 638 h 93844"/>
                <a:gd name="connsiteX5" fmla="*/ 1917 w 93557"/>
                <a:gd name="connsiteY5" fmla="*/ 2554 h 93844"/>
                <a:gd name="connsiteX6" fmla="*/ 0 w 93557"/>
                <a:gd name="connsiteY6" fmla="*/ 7661 h 93844"/>
                <a:gd name="connsiteX7" fmla="*/ 53036 w 93557"/>
                <a:gd name="connsiteY7" fmla="*/ 93206 h 93844"/>
                <a:gd name="connsiteX8" fmla="*/ 55593 w 93557"/>
                <a:gd name="connsiteY8" fmla="*/ 93845 h 93844"/>
                <a:gd name="connsiteX9" fmla="*/ 61343 w 93557"/>
                <a:gd name="connsiteY9" fmla="*/ 90653 h 93844"/>
                <a:gd name="connsiteX10" fmla="*/ 92654 w 93557"/>
                <a:gd name="connsiteY10" fmla="*/ 37666 h 93844"/>
                <a:gd name="connsiteX11" fmla="*/ 93293 w 93557"/>
                <a:gd name="connsiteY11" fmla="*/ 32558 h 93844"/>
                <a:gd name="connsiteX12" fmla="*/ 90098 w 93557"/>
                <a:gd name="connsiteY12" fmla="*/ 29366 h 93844"/>
                <a:gd name="connsiteX13" fmla="*/ 53036 w 93557"/>
                <a:gd name="connsiteY13" fmla="*/ 79800 h 93844"/>
                <a:gd name="connsiteX14" fmla="*/ 12780 w 93557"/>
                <a:gd name="connsiteY14" fmla="*/ 14045 h 93844"/>
                <a:gd name="connsiteX15" fmla="*/ 62621 w 93557"/>
                <a:gd name="connsiteY15" fmla="*/ 13406 h 93844"/>
                <a:gd name="connsiteX16" fmla="*/ 78596 w 93557"/>
                <a:gd name="connsiteY16" fmla="*/ 37027 h 93844"/>
                <a:gd name="connsiteX17" fmla="*/ 53036 w 93557"/>
                <a:gd name="connsiteY17" fmla="*/ 79800 h 9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3557" h="93844">
                  <a:moveTo>
                    <a:pt x="90098" y="29366"/>
                  </a:moveTo>
                  <a:cubicBezTo>
                    <a:pt x="90098" y="29366"/>
                    <a:pt x="72845" y="19790"/>
                    <a:pt x="76040" y="8299"/>
                  </a:cubicBezTo>
                  <a:cubicBezTo>
                    <a:pt x="76679" y="6384"/>
                    <a:pt x="76040" y="4469"/>
                    <a:pt x="74762" y="2554"/>
                  </a:cubicBezTo>
                  <a:cubicBezTo>
                    <a:pt x="73484" y="1277"/>
                    <a:pt x="71567" y="0"/>
                    <a:pt x="69650" y="0"/>
                  </a:cubicBezTo>
                  <a:lnTo>
                    <a:pt x="6390" y="638"/>
                  </a:lnTo>
                  <a:cubicBezTo>
                    <a:pt x="4473" y="638"/>
                    <a:pt x="3195" y="1277"/>
                    <a:pt x="1917" y="2554"/>
                  </a:cubicBezTo>
                  <a:cubicBezTo>
                    <a:pt x="639" y="3830"/>
                    <a:pt x="0" y="5746"/>
                    <a:pt x="0" y="7661"/>
                  </a:cubicBezTo>
                  <a:cubicBezTo>
                    <a:pt x="1278" y="28090"/>
                    <a:pt x="5112" y="70224"/>
                    <a:pt x="53036" y="93206"/>
                  </a:cubicBezTo>
                  <a:cubicBezTo>
                    <a:pt x="53676" y="93845"/>
                    <a:pt x="54953" y="93845"/>
                    <a:pt x="55593" y="93845"/>
                  </a:cubicBezTo>
                  <a:cubicBezTo>
                    <a:pt x="58148" y="93845"/>
                    <a:pt x="60066" y="92568"/>
                    <a:pt x="61343" y="90653"/>
                  </a:cubicBezTo>
                  <a:lnTo>
                    <a:pt x="92654" y="37666"/>
                  </a:lnTo>
                  <a:cubicBezTo>
                    <a:pt x="93293" y="36389"/>
                    <a:pt x="93932" y="34474"/>
                    <a:pt x="93293" y="32558"/>
                  </a:cubicBezTo>
                  <a:cubicBezTo>
                    <a:pt x="92654" y="31282"/>
                    <a:pt x="91376" y="30005"/>
                    <a:pt x="90098" y="29366"/>
                  </a:cubicBezTo>
                  <a:close/>
                  <a:moveTo>
                    <a:pt x="53036" y="79800"/>
                  </a:moveTo>
                  <a:cubicBezTo>
                    <a:pt x="19809" y="61925"/>
                    <a:pt x="14697" y="33835"/>
                    <a:pt x="12780" y="14045"/>
                  </a:cubicBezTo>
                  <a:lnTo>
                    <a:pt x="62621" y="13406"/>
                  </a:lnTo>
                  <a:cubicBezTo>
                    <a:pt x="64538" y="22982"/>
                    <a:pt x="70289" y="31920"/>
                    <a:pt x="78596" y="37027"/>
                  </a:cubicBezTo>
                  <a:lnTo>
                    <a:pt x="53036" y="79800"/>
                  </a:lnTo>
                  <a:close/>
                </a:path>
              </a:pathLst>
            </a:custGeom>
            <a:solidFill>
              <a:srgbClr val="007680"/>
            </a:solidFill>
            <a:ln w="6390" cap="flat">
              <a:noFill/>
              <a:prstDash val="solid"/>
              <a:miter/>
            </a:ln>
          </p:spPr>
          <p:txBody>
            <a:bodyPr rtlCol="0" anchor="ctr"/>
            <a:lstStyle/>
            <a:p>
              <a:endParaRPr lang="en-US"/>
            </a:p>
          </p:txBody>
        </p:sp>
        <p:sp>
          <p:nvSpPr>
            <p:cNvPr id="635" name="Graphic 4">
              <a:extLst>
                <a:ext uri="{FF2B5EF4-FFF2-40B4-BE49-F238E27FC236}">
                  <a16:creationId xmlns:a16="http://schemas.microsoft.com/office/drawing/2014/main" id="{77F91667-F6A6-1C4F-8D85-D12C2B010495}"/>
                </a:ext>
              </a:extLst>
            </p:cNvPr>
            <p:cNvSpPr/>
            <p:nvPr/>
          </p:nvSpPr>
          <p:spPr>
            <a:xfrm>
              <a:off x="3770701" y="2052612"/>
              <a:ext cx="40895" cy="40887"/>
            </a:xfrm>
            <a:custGeom>
              <a:avLst/>
              <a:gdLst>
                <a:gd name="connsiteX0" fmla="*/ 40896 w 40895"/>
                <a:gd name="connsiteY0" fmla="*/ 20429 h 40887"/>
                <a:gd name="connsiteX1" fmla="*/ 20448 w 40895"/>
                <a:gd name="connsiteY1" fmla="*/ 0 h 40887"/>
                <a:gd name="connsiteX2" fmla="*/ 0 w 40895"/>
                <a:gd name="connsiteY2" fmla="*/ 20429 h 40887"/>
                <a:gd name="connsiteX3" fmla="*/ 20448 w 40895"/>
                <a:gd name="connsiteY3" fmla="*/ 40857 h 40887"/>
                <a:gd name="connsiteX4" fmla="*/ 20448 w 40895"/>
                <a:gd name="connsiteY4" fmla="*/ 40857 h 40887"/>
                <a:gd name="connsiteX5" fmla="*/ 40896 w 40895"/>
                <a:gd name="connsiteY5" fmla="*/ 20429 h 40887"/>
                <a:gd name="connsiteX6" fmla="*/ 20448 w 40895"/>
                <a:gd name="connsiteY6" fmla="*/ 28728 h 40887"/>
                <a:gd name="connsiteX7" fmla="*/ 12780 w 40895"/>
                <a:gd name="connsiteY7" fmla="*/ 21067 h 40887"/>
                <a:gd name="connsiteX8" fmla="*/ 20448 w 40895"/>
                <a:gd name="connsiteY8" fmla="*/ 13406 h 40887"/>
                <a:gd name="connsiteX9" fmla="*/ 28116 w 40895"/>
                <a:gd name="connsiteY9" fmla="*/ 21067 h 40887"/>
                <a:gd name="connsiteX10" fmla="*/ 28116 w 40895"/>
                <a:gd name="connsiteY10" fmla="*/ 21067 h 40887"/>
                <a:gd name="connsiteX11" fmla="*/ 20448 w 40895"/>
                <a:gd name="connsiteY11" fmla="*/ 28728 h 40887"/>
                <a:gd name="connsiteX12" fmla="*/ 20448 w 40895"/>
                <a:gd name="connsiteY12" fmla="*/ 28728 h 40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895" h="40887">
                  <a:moveTo>
                    <a:pt x="40896" y="20429"/>
                  </a:moveTo>
                  <a:cubicBezTo>
                    <a:pt x="40896" y="8938"/>
                    <a:pt x="31950" y="0"/>
                    <a:pt x="20448" y="0"/>
                  </a:cubicBezTo>
                  <a:cubicBezTo>
                    <a:pt x="8946" y="0"/>
                    <a:pt x="0" y="8938"/>
                    <a:pt x="0" y="20429"/>
                  </a:cubicBezTo>
                  <a:cubicBezTo>
                    <a:pt x="0" y="31920"/>
                    <a:pt x="8946" y="40857"/>
                    <a:pt x="20448" y="40857"/>
                  </a:cubicBezTo>
                  <a:cubicBezTo>
                    <a:pt x="20448" y="40857"/>
                    <a:pt x="20448" y="40857"/>
                    <a:pt x="20448" y="40857"/>
                  </a:cubicBezTo>
                  <a:cubicBezTo>
                    <a:pt x="31311" y="41496"/>
                    <a:pt x="40896" y="31920"/>
                    <a:pt x="40896" y="20429"/>
                  </a:cubicBezTo>
                  <a:close/>
                  <a:moveTo>
                    <a:pt x="20448" y="28728"/>
                  </a:moveTo>
                  <a:cubicBezTo>
                    <a:pt x="15975" y="28728"/>
                    <a:pt x="12780" y="25536"/>
                    <a:pt x="12780" y="21067"/>
                  </a:cubicBezTo>
                  <a:cubicBezTo>
                    <a:pt x="12780" y="16598"/>
                    <a:pt x="15975" y="13406"/>
                    <a:pt x="20448" y="13406"/>
                  </a:cubicBezTo>
                  <a:cubicBezTo>
                    <a:pt x="24921" y="13406"/>
                    <a:pt x="28116" y="16598"/>
                    <a:pt x="28116" y="21067"/>
                  </a:cubicBezTo>
                  <a:cubicBezTo>
                    <a:pt x="28116" y="21067"/>
                    <a:pt x="28116" y="21067"/>
                    <a:pt x="28116" y="21067"/>
                  </a:cubicBezTo>
                  <a:cubicBezTo>
                    <a:pt x="28116" y="24897"/>
                    <a:pt x="24282" y="28728"/>
                    <a:pt x="20448" y="28728"/>
                  </a:cubicBezTo>
                  <a:lnTo>
                    <a:pt x="20448" y="28728"/>
                  </a:lnTo>
                  <a:close/>
                </a:path>
              </a:pathLst>
            </a:custGeom>
            <a:solidFill>
              <a:srgbClr val="007680"/>
            </a:solidFill>
            <a:ln w="6390" cap="flat">
              <a:noFill/>
              <a:prstDash val="solid"/>
              <a:miter/>
            </a:ln>
          </p:spPr>
          <p:txBody>
            <a:bodyPr rtlCol="0" anchor="ctr"/>
            <a:lstStyle/>
            <a:p>
              <a:endParaRPr lang="en-US"/>
            </a:p>
          </p:txBody>
        </p:sp>
      </p:grpSp>
      <p:grpSp>
        <p:nvGrpSpPr>
          <p:cNvPr id="636" name="Graphic 4">
            <a:extLst>
              <a:ext uri="{FF2B5EF4-FFF2-40B4-BE49-F238E27FC236}">
                <a16:creationId xmlns:a16="http://schemas.microsoft.com/office/drawing/2014/main" id="{2359D5FF-AF6B-E34C-9BFC-646B8C213F12}"/>
              </a:ext>
            </a:extLst>
          </p:cNvPr>
          <p:cNvGrpSpPr>
            <a:grpSpLocks noChangeAspect="1"/>
          </p:cNvGrpSpPr>
          <p:nvPr/>
        </p:nvGrpSpPr>
        <p:grpSpPr>
          <a:xfrm>
            <a:off x="4654430" y="1402723"/>
            <a:ext cx="362312" cy="361971"/>
            <a:chOff x="4654430" y="1402723"/>
            <a:chExt cx="362312" cy="361971"/>
          </a:xfrm>
          <a:solidFill>
            <a:srgbClr val="007680"/>
          </a:solidFill>
        </p:grpSpPr>
        <p:sp>
          <p:nvSpPr>
            <p:cNvPr id="637" name="Graphic 4">
              <a:extLst>
                <a:ext uri="{FF2B5EF4-FFF2-40B4-BE49-F238E27FC236}">
                  <a16:creationId xmlns:a16="http://schemas.microsoft.com/office/drawing/2014/main" id="{17CFA584-B45E-924C-93BF-E278EC127F2F}"/>
                </a:ext>
              </a:extLst>
            </p:cNvPr>
            <p:cNvSpPr/>
            <p:nvPr/>
          </p:nvSpPr>
          <p:spPr>
            <a:xfrm>
              <a:off x="4654430" y="140272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8565 h 361971"/>
                <a:gd name="connsiteX8" fmla="*/ 12780 w 362312"/>
                <a:gd name="connsiteY8" fmla="*/ 180667 h 361971"/>
                <a:gd name="connsiteX9" fmla="*/ 180835 w 362312"/>
                <a:gd name="connsiteY9" fmla="*/ 12130 h 361971"/>
                <a:gd name="connsiteX10" fmla="*/ 349529 w 362312"/>
                <a:gd name="connsiteY10" fmla="*/ 180028 h 361971"/>
                <a:gd name="connsiteX11" fmla="*/ 349529 w 362312"/>
                <a:gd name="connsiteY11" fmla="*/ 180028 h 361971"/>
                <a:gd name="connsiteX12" fmla="*/ 181474 w 362312"/>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0438"/>
                    <a:pt x="281796" y="0"/>
                    <a:pt x="181474" y="0"/>
                  </a:cubicBezTo>
                  <a:cubicBezTo>
                    <a:pt x="182113" y="0"/>
                    <a:pt x="182113" y="0"/>
                    <a:pt x="181474" y="0"/>
                  </a:cubicBezTo>
                  <a:close/>
                  <a:moveTo>
                    <a:pt x="181474" y="348565"/>
                  </a:moveTo>
                  <a:cubicBezTo>
                    <a:pt x="88181" y="348565"/>
                    <a:pt x="12780" y="273234"/>
                    <a:pt x="12780" y="180667"/>
                  </a:cubicBezTo>
                  <a:cubicBezTo>
                    <a:pt x="12780" y="88099"/>
                    <a:pt x="88181" y="12130"/>
                    <a:pt x="180835" y="12130"/>
                  </a:cubicBezTo>
                  <a:cubicBezTo>
                    <a:pt x="274128" y="12130"/>
                    <a:pt x="349529" y="87461"/>
                    <a:pt x="349529" y="180028"/>
                  </a:cubicBezTo>
                  <a:lnTo>
                    <a:pt x="349529" y="180028"/>
                  </a:lnTo>
                  <a:cubicBezTo>
                    <a:pt x="350168" y="273234"/>
                    <a:pt x="274767" y="348565"/>
                    <a:pt x="181474" y="348565"/>
                  </a:cubicBezTo>
                  <a:close/>
                </a:path>
              </a:pathLst>
            </a:custGeom>
            <a:solidFill>
              <a:srgbClr val="007680"/>
            </a:solidFill>
            <a:ln w="6390" cap="flat">
              <a:noFill/>
              <a:prstDash val="solid"/>
              <a:miter/>
            </a:ln>
          </p:spPr>
          <p:txBody>
            <a:bodyPr rtlCol="0" anchor="ctr"/>
            <a:lstStyle/>
            <a:p>
              <a:endParaRPr lang="en-US"/>
            </a:p>
          </p:txBody>
        </p:sp>
        <p:sp>
          <p:nvSpPr>
            <p:cNvPr id="638" name="Graphic 4">
              <a:extLst>
                <a:ext uri="{FF2B5EF4-FFF2-40B4-BE49-F238E27FC236}">
                  <a16:creationId xmlns:a16="http://schemas.microsoft.com/office/drawing/2014/main" id="{509B6115-9E43-A649-A38B-F6E49E8FBDAC}"/>
                </a:ext>
              </a:extLst>
            </p:cNvPr>
            <p:cNvSpPr/>
            <p:nvPr/>
          </p:nvSpPr>
          <p:spPr>
            <a:xfrm>
              <a:off x="4770996" y="1476777"/>
              <a:ext cx="130169" cy="213863"/>
            </a:xfrm>
            <a:custGeom>
              <a:avLst/>
              <a:gdLst>
                <a:gd name="connsiteX0" fmla="*/ 116667 w 130169"/>
                <a:gd name="connsiteY0" fmla="*/ 100229 h 213863"/>
                <a:gd name="connsiteX1" fmla="*/ 108360 w 130169"/>
                <a:gd name="connsiteY1" fmla="*/ 86822 h 213863"/>
                <a:gd name="connsiteX2" fmla="*/ 78966 w 130169"/>
                <a:gd name="connsiteY2" fmla="*/ 40219 h 213863"/>
                <a:gd name="connsiteX3" fmla="*/ 71937 w 130169"/>
                <a:gd name="connsiteY3" fmla="*/ 5746 h 213863"/>
                <a:gd name="connsiteX4" fmla="*/ 65547 w 130169"/>
                <a:gd name="connsiteY4" fmla="*/ 0 h 213863"/>
                <a:gd name="connsiteX5" fmla="*/ 65547 w 130169"/>
                <a:gd name="connsiteY5" fmla="*/ 0 h 213863"/>
                <a:gd name="connsiteX6" fmla="*/ 59157 w 130169"/>
                <a:gd name="connsiteY6" fmla="*/ 5746 h 213863"/>
                <a:gd name="connsiteX7" fmla="*/ 41265 w 130169"/>
                <a:gd name="connsiteY7" fmla="*/ 61286 h 213863"/>
                <a:gd name="connsiteX8" fmla="*/ 39348 w 130169"/>
                <a:gd name="connsiteY8" fmla="*/ 63840 h 213863"/>
                <a:gd name="connsiteX9" fmla="*/ 34236 w 130169"/>
                <a:gd name="connsiteY9" fmla="*/ 70224 h 213863"/>
                <a:gd name="connsiteX10" fmla="*/ 8677 w 130169"/>
                <a:gd name="connsiteY10" fmla="*/ 181305 h 213863"/>
                <a:gd name="connsiteX11" fmla="*/ 62991 w 130169"/>
                <a:gd name="connsiteY11" fmla="*/ 213864 h 213863"/>
                <a:gd name="connsiteX12" fmla="*/ 63630 w 130169"/>
                <a:gd name="connsiteY12" fmla="*/ 213864 h 213863"/>
                <a:gd name="connsiteX13" fmla="*/ 112833 w 130169"/>
                <a:gd name="connsiteY13" fmla="*/ 190881 h 213863"/>
                <a:gd name="connsiteX14" fmla="*/ 116667 w 130169"/>
                <a:gd name="connsiteY14" fmla="*/ 102144 h 213863"/>
                <a:gd name="connsiteX15" fmla="*/ 116667 w 130169"/>
                <a:gd name="connsiteY15" fmla="*/ 100229 h 213863"/>
                <a:gd name="connsiteX16" fmla="*/ 103887 w 130169"/>
                <a:gd name="connsiteY16" fmla="*/ 183220 h 213863"/>
                <a:gd name="connsiteX17" fmla="*/ 63630 w 130169"/>
                <a:gd name="connsiteY17" fmla="*/ 201096 h 213863"/>
                <a:gd name="connsiteX18" fmla="*/ 20179 w 130169"/>
                <a:gd name="connsiteY18" fmla="*/ 175560 h 213863"/>
                <a:gd name="connsiteX19" fmla="*/ 43821 w 130169"/>
                <a:gd name="connsiteY19" fmla="*/ 77885 h 213863"/>
                <a:gd name="connsiteX20" fmla="*/ 49572 w 130169"/>
                <a:gd name="connsiteY20" fmla="*/ 70862 h 213863"/>
                <a:gd name="connsiteX21" fmla="*/ 50850 w 130169"/>
                <a:gd name="connsiteY21" fmla="*/ 68947 h 213863"/>
                <a:gd name="connsiteX22" fmla="*/ 64908 w 130169"/>
                <a:gd name="connsiteY22" fmla="*/ 40858 h 213863"/>
                <a:gd name="connsiteX23" fmla="*/ 66825 w 130169"/>
                <a:gd name="connsiteY23" fmla="*/ 45326 h 213863"/>
                <a:gd name="connsiteX24" fmla="*/ 96858 w 130169"/>
                <a:gd name="connsiteY24" fmla="*/ 93206 h 213863"/>
                <a:gd name="connsiteX25" fmla="*/ 105165 w 130169"/>
                <a:gd name="connsiteY25" fmla="*/ 105336 h 213863"/>
                <a:gd name="connsiteX26" fmla="*/ 106443 w 130169"/>
                <a:gd name="connsiteY26" fmla="*/ 107251 h 213863"/>
                <a:gd name="connsiteX27" fmla="*/ 103887 w 130169"/>
                <a:gd name="connsiteY27" fmla="*/ 183220 h 213863"/>
                <a:gd name="connsiteX28" fmla="*/ 103887 w 130169"/>
                <a:gd name="connsiteY28" fmla="*/ 183220 h 21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30169" h="213863">
                  <a:moveTo>
                    <a:pt x="116667" y="100229"/>
                  </a:moveTo>
                  <a:cubicBezTo>
                    <a:pt x="116667" y="99590"/>
                    <a:pt x="116028" y="98952"/>
                    <a:pt x="108360" y="86822"/>
                  </a:cubicBezTo>
                  <a:cubicBezTo>
                    <a:pt x="98775" y="72139"/>
                    <a:pt x="81522" y="44688"/>
                    <a:pt x="78966" y="40219"/>
                  </a:cubicBezTo>
                  <a:cubicBezTo>
                    <a:pt x="75132" y="29366"/>
                    <a:pt x="72576" y="17875"/>
                    <a:pt x="71937" y="5746"/>
                  </a:cubicBezTo>
                  <a:cubicBezTo>
                    <a:pt x="71298" y="2554"/>
                    <a:pt x="68742" y="0"/>
                    <a:pt x="65547" y="0"/>
                  </a:cubicBezTo>
                  <a:lnTo>
                    <a:pt x="65547" y="0"/>
                  </a:lnTo>
                  <a:cubicBezTo>
                    <a:pt x="62352" y="0"/>
                    <a:pt x="59796" y="2554"/>
                    <a:pt x="59157" y="5746"/>
                  </a:cubicBezTo>
                  <a:cubicBezTo>
                    <a:pt x="55323" y="43411"/>
                    <a:pt x="46377" y="54902"/>
                    <a:pt x="41265" y="61286"/>
                  </a:cubicBezTo>
                  <a:cubicBezTo>
                    <a:pt x="40626" y="61925"/>
                    <a:pt x="39988" y="63201"/>
                    <a:pt x="39348" y="63840"/>
                  </a:cubicBezTo>
                  <a:cubicBezTo>
                    <a:pt x="38070" y="65755"/>
                    <a:pt x="36153" y="67670"/>
                    <a:pt x="34236" y="70224"/>
                  </a:cubicBezTo>
                  <a:cubicBezTo>
                    <a:pt x="18900" y="88737"/>
                    <a:pt x="-16244" y="132787"/>
                    <a:pt x="8677" y="181305"/>
                  </a:cubicBezTo>
                  <a:cubicBezTo>
                    <a:pt x="19540" y="201096"/>
                    <a:pt x="40626" y="213225"/>
                    <a:pt x="62991" y="213864"/>
                  </a:cubicBezTo>
                  <a:lnTo>
                    <a:pt x="63630" y="213864"/>
                  </a:lnTo>
                  <a:cubicBezTo>
                    <a:pt x="82800" y="213864"/>
                    <a:pt x="100692" y="205564"/>
                    <a:pt x="112833" y="190881"/>
                  </a:cubicBezTo>
                  <a:cubicBezTo>
                    <a:pt x="142865" y="153216"/>
                    <a:pt x="126891" y="121296"/>
                    <a:pt x="116667" y="102144"/>
                  </a:cubicBezTo>
                  <a:lnTo>
                    <a:pt x="116667" y="100229"/>
                  </a:lnTo>
                  <a:close/>
                  <a:moveTo>
                    <a:pt x="103887" y="183220"/>
                  </a:moveTo>
                  <a:cubicBezTo>
                    <a:pt x="93663" y="194712"/>
                    <a:pt x="78966" y="201096"/>
                    <a:pt x="63630" y="201096"/>
                  </a:cubicBezTo>
                  <a:cubicBezTo>
                    <a:pt x="45738" y="201096"/>
                    <a:pt x="29125" y="190881"/>
                    <a:pt x="20179" y="175560"/>
                  </a:cubicBezTo>
                  <a:cubicBezTo>
                    <a:pt x="-1547" y="134064"/>
                    <a:pt x="29125" y="96398"/>
                    <a:pt x="43821" y="77885"/>
                  </a:cubicBezTo>
                  <a:cubicBezTo>
                    <a:pt x="46377" y="75331"/>
                    <a:pt x="48294" y="72777"/>
                    <a:pt x="49572" y="70862"/>
                  </a:cubicBezTo>
                  <a:cubicBezTo>
                    <a:pt x="50211" y="70224"/>
                    <a:pt x="50211" y="69585"/>
                    <a:pt x="50850" y="68947"/>
                  </a:cubicBezTo>
                  <a:cubicBezTo>
                    <a:pt x="57240" y="60648"/>
                    <a:pt x="62352" y="51072"/>
                    <a:pt x="64908" y="40858"/>
                  </a:cubicBezTo>
                  <a:cubicBezTo>
                    <a:pt x="65547" y="42773"/>
                    <a:pt x="66186" y="44050"/>
                    <a:pt x="66825" y="45326"/>
                  </a:cubicBezTo>
                  <a:cubicBezTo>
                    <a:pt x="69381" y="50434"/>
                    <a:pt x="82800" y="71501"/>
                    <a:pt x="96858" y="93206"/>
                  </a:cubicBezTo>
                  <a:cubicBezTo>
                    <a:pt x="101331" y="100229"/>
                    <a:pt x="104526" y="105336"/>
                    <a:pt x="105165" y="105336"/>
                  </a:cubicBezTo>
                  <a:lnTo>
                    <a:pt x="106443" y="107251"/>
                  </a:lnTo>
                  <a:cubicBezTo>
                    <a:pt x="115389" y="126403"/>
                    <a:pt x="128169" y="151939"/>
                    <a:pt x="103887" y="183220"/>
                  </a:cubicBezTo>
                  <a:lnTo>
                    <a:pt x="103887" y="183220"/>
                  </a:lnTo>
                  <a:close/>
                </a:path>
              </a:pathLst>
            </a:custGeom>
            <a:solidFill>
              <a:srgbClr val="007680"/>
            </a:solidFill>
            <a:ln w="6390" cap="flat">
              <a:noFill/>
              <a:prstDash val="solid"/>
              <a:miter/>
            </a:ln>
          </p:spPr>
          <p:txBody>
            <a:bodyPr rtlCol="0" anchor="ctr"/>
            <a:lstStyle/>
            <a:p>
              <a:endParaRPr lang="en-US"/>
            </a:p>
          </p:txBody>
        </p:sp>
        <p:sp>
          <p:nvSpPr>
            <p:cNvPr id="639" name="Graphic 4">
              <a:extLst>
                <a:ext uri="{FF2B5EF4-FFF2-40B4-BE49-F238E27FC236}">
                  <a16:creationId xmlns:a16="http://schemas.microsoft.com/office/drawing/2014/main" id="{F805B3AB-B83E-7748-BA1E-EAA41C99C377}"/>
                </a:ext>
              </a:extLst>
            </p:cNvPr>
            <p:cNvSpPr/>
            <p:nvPr/>
          </p:nvSpPr>
          <p:spPr>
            <a:xfrm>
              <a:off x="4791979" y="1565588"/>
              <a:ext cx="33701" cy="84195"/>
            </a:xfrm>
            <a:custGeom>
              <a:avLst/>
              <a:gdLst>
                <a:gd name="connsiteX0" fmla="*/ 22838 w 33701"/>
                <a:gd name="connsiteY0" fmla="*/ 1842 h 84195"/>
                <a:gd name="connsiteX1" fmla="*/ 6225 w 33701"/>
                <a:gd name="connsiteY1" fmla="*/ 80365 h 84195"/>
                <a:gd name="connsiteX2" fmla="*/ 11975 w 33701"/>
                <a:gd name="connsiteY2" fmla="*/ 84195 h 84195"/>
                <a:gd name="connsiteX3" fmla="*/ 14532 w 33701"/>
                <a:gd name="connsiteY3" fmla="*/ 83557 h 84195"/>
                <a:gd name="connsiteX4" fmla="*/ 17727 w 33701"/>
                <a:gd name="connsiteY4" fmla="*/ 75258 h 84195"/>
                <a:gd name="connsiteX5" fmla="*/ 17727 w 33701"/>
                <a:gd name="connsiteY5" fmla="*/ 75258 h 84195"/>
                <a:gd name="connsiteX6" fmla="*/ 31784 w 33701"/>
                <a:gd name="connsiteY6" fmla="*/ 11418 h 84195"/>
                <a:gd name="connsiteX7" fmla="*/ 31784 w 33701"/>
                <a:gd name="connsiteY7" fmla="*/ 2480 h 84195"/>
                <a:gd name="connsiteX8" fmla="*/ 22838 w 33701"/>
                <a:gd name="connsiteY8" fmla="*/ 1842 h 84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01" h="84195">
                  <a:moveTo>
                    <a:pt x="22838" y="1842"/>
                  </a:moveTo>
                  <a:cubicBezTo>
                    <a:pt x="22200" y="2480"/>
                    <a:pt x="-14223" y="38231"/>
                    <a:pt x="6225" y="80365"/>
                  </a:cubicBezTo>
                  <a:cubicBezTo>
                    <a:pt x="7502" y="82919"/>
                    <a:pt x="9420" y="84195"/>
                    <a:pt x="11975" y="84195"/>
                  </a:cubicBezTo>
                  <a:cubicBezTo>
                    <a:pt x="12615" y="84195"/>
                    <a:pt x="13892" y="84195"/>
                    <a:pt x="14532" y="83557"/>
                  </a:cubicBezTo>
                  <a:cubicBezTo>
                    <a:pt x="17727" y="82280"/>
                    <a:pt x="19005" y="78450"/>
                    <a:pt x="17727" y="75258"/>
                  </a:cubicBezTo>
                  <a:cubicBezTo>
                    <a:pt x="17727" y="75258"/>
                    <a:pt x="17727" y="75258"/>
                    <a:pt x="17727" y="75258"/>
                  </a:cubicBezTo>
                  <a:cubicBezTo>
                    <a:pt x="1752" y="41423"/>
                    <a:pt x="30506" y="12695"/>
                    <a:pt x="31784" y="11418"/>
                  </a:cubicBezTo>
                  <a:cubicBezTo>
                    <a:pt x="34340" y="8864"/>
                    <a:pt x="34340" y="5034"/>
                    <a:pt x="31784" y="2480"/>
                  </a:cubicBezTo>
                  <a:cubicBezTo>
                    <a:pt x="29228" y="-712"/>
                    <a:pt x="25395" y="-712"/>
                    <a:pt x="22838" y="1842"/>
                  </a:cubicBezTo>
                  <a:close/>
                </a:path>
              </a:pathLst>
            </a:custGeom>
            <a:solidFill>
              <a:srgbClr val="007680"/>
            </a:solidFill>
            <a:ln w="6390" cap="flat">
              <a:noFill/>
              <a:prstDash val="solid"/>
              <a:miter/>
            </a:ln>
          </p:spPr>
          <p:txBody>
            <a:bodyPr rtlCol="0" anchor="ctr"/>
            <a:lstStyle/>
            <a:p>
              <a:endParaRPr lang="en-US"/>
            </a:p>
          </p:txBody>
        </p:sp>
        <p:sp>
          <p:nvSpPr>
            <p:cNvPr id="640" name="Graphic 4">
              <a:extLst>
                <a:ext uri="{FF2B5EF4-FFF2-40B4-BE49-F238E27FC236}">
                  <a16:creationId xmlns:a16="http://schemas.microsoft.com/office/drawing/2014/main" id="{C4283855-511F-1744-9E7F-E3D9033F4027}"/>
                </a:ext>
              </a:extLst>
            </p:cNvPr>
            <p:cNvSpPr/>
            <p:nvPr/>
          </p:nvSpPr>
          <p:spPr>
            <a:xfrm>
              <a:off x="4806510" y="1650900"/>
              <a:ext cx="12779" cy="12289"/>
            </a:xfrm>
            <a:custGeom>
              <a:avLst/>
              <a:gdLst>
                <a:gd name="connsiteX0" fmla="*/ 1917 w 12779"/>
                <a:gd name="connsiteY0" fmla="*/ 1436 h 12289"/>
                <a:gd name="connsiteX1" fmla="*/ 0 w 12779"/>
                <a:gd name="connsiteY1" fmla="*/ 5905 h 12289"/>
                <a:gd name="connsiteX2" fmla="*/ 639 w 12779"/>
                <a:gd name="connsiteY2" fmla="*/ 8459 h 12289"/>
                <a:gd name="connsiteX3" fmla="*/ 1917 w 12779"/>
                <a:gd name="connsiteY3" fmla="*/ 10374 h 12289"/>
                <a:gd name="connsiteX4" fmla="*/ 10863 w 12779"/>
                <a:gd name="connsiteY4" fmla="*/ 10374 h 12289"/>
                <a:gd name="connsiteX5" fmla="*/ 12780 w 12779"/>
                <a:gd name="connsiteY5" fmla="*/ 5905 h 12289"/>
                <a:gd name="connsiteX6" fmla="*/ 10863 w 12779"/>
                <a:gd name="connsiteY6" fmla="*/ 1436 h 12289"/>
                <a:gd name="connsiteX7" fmla="*/ 1917 w 12779"/>
                <a:gd name="connsiteY7" fmla="*/ 1436 h 12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9" h="12289">
                  <a:moveTo>
                    <a:pt x="1917" y="1436"/>
                  </a:moveTo>
                  <a:cubicBezTo>
                    <a:pt x="639" y="2713"/>
                    <a:pt x="0" y="3990"/>
                    <a:pt x="0" y="5905"/>
                  </a:cubicBezTo>
                  <a:cubicBezTo>
                    <a:pt x="0" y="6544"/>
                    <a:pt x="0" y="7820"/>
                    <a:pt x="639" y="8459"/>
                  </a:cubicBezTo>
                  <a:cubicBezTo>
                    <a:pt x="639" y="9097"/>
                    <a:pt x="1278" y="9736"/>
                    <a:pt x="1917" y="10374"/>
                  </a:cubicBezTo>
                  <a:cubicBezTo>
                    <a:pt x="4473" y="12928"/>
                    <a:pt x="8307" y="12928"/>
                    <a:pt x="10863" y="10374"/>
                  </a:cubicBezTo>
                  <a:cubicBezTo>
                    <a:pt x="12141" y="9097"/>
                    <a:pt x="12780" y="7820"/>
                    <a:pt x="12780" y="5905"/>
                  </a:cubicBezTo>
                  <a:cubicBezTo>
                    <a:pt x="12780" y="3990"/>
                    <a:pt x="12141" y="2713"/>
                    <a:pt x="10863" y="1436"/>
                  </a:cubicBezTo>
                  <a:cubicBezTo>
                    <a:pt x="8307" y="-479"/>
                    <a:pt x="4473" y="-479"/>
                    <a:pt x="1917" y="1436"/>
                  </a:cubicBezTo>
                  <a:close/>
                </a:path>
              </a:pathLst>
            </a:custGeom>
            <a:solidFill>
              <a:srgbClr val="007680"/>
            </a:solidFill>
            <a:ln w="6390" cap="flat">
              <a:noFill/>
              <a:prstDash val="solid"/>
              <a:miter/>
            </a:ln>
          </p:spPr>
          <p:txBody>
            <a:bodyPr rtlCol="0" anchor="ctr"/>
            <a:lstStyle/>
            <a:p>
              <a:endParaRPr lang="en-US"/>
            </a:p>
          </p:txBody>
        </p:sp>
      </p:grpSp>
      <p:grpSp>
        <p:nvGrpSpPr>
          <p:cNvPr id="641" name="Graphic 4">
            <a:extLst>
              <a:ext uri="{FF2B5EF4-FFF2-40B4-BE49-F238E27FC236}">
                <a16:creationId xmlns:a16="http://schemas.microsoft.com/office/drawing/2014/main" id="{A9B8A667-5B95-A741-B936-D3DB15C50F5E}"/>
              </a:ext>
            </a:extLst>
          </p:cNvPr>
          <p:cNvGrpSpPr>
            <a:grpSpLocks noChangeAspect="1"/>
          </p:cNvGrpSpPr>
          <p:nvPr/>
        </p:nvGrpSpPr>
        <p:grpSpPr>
          <a:xfrm>
            <a:off x="3607758" y="918179"/>
            <a:ext cx="362313" cy="361971"/>
            <a:chOff x="3607758" y="918179"/>
            <a:chExt cx="362313" cy="361971"/>
          </a:xfrm>
          <a:solidFill>
            <a:srgbClr val="007680"/>
          </a:solidFill>
        </p:grpSpPr>
        <p:sp>
          <p:nvSpPr>
            <p:cNvPr id="642" name="Graphic 4">
              <a:extLst>
                <a:ext uri="{FF2B5EF4-FFF2-40B4-BE49-F238E27FC236}">
                  <a16:creationId xmlns:a16="http://schemas.microsoft.com/office/drawing/2014/main" id="{8318469D-E6C9-A84E-B422-8C81B84401F1}"/>
                </a:ext>
              </a:extLst>
            </p:cNvPr>
            <p:cNvSpPr/>
            <p:nvPr/>
          </p:nvSpPr>
          <p:spPr>
            <a:xfrm>
              <a:off x="3607758" y="918179"/>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6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949" y="81077"/>
                    <a:pt x="281796" y="0"/>
                    <a:pt x="181474" y="0"/>
                  </a:cubicBezTo>
                  <a:cubicBezTo>
                    <a:pt x="181474" y="0"/>
                    <a:pt x="181474" y="0"/>
                    <a:pt x="181474" y="0"/>
                  </a:cubicBezTo>
                  <a:close/>
                  <a:moveTo>
                    <a:pt x="181474" y="349204"/>
                  </a:moveTo>
                  <a:cubicBezTo>
                    <a:pt x="88181" y="349204"/>
                    <a:pt x="12780" y="273873"/>
                    <a:pt x="12780" y="181305"/>
                  </a:cubicBezTo>
                  <a:cubicBezTo>
                    <a:pt x="12780" y="88737"/>
                    <a:pt x="88181" y="12768"/>
                    <a:pt x="180836" y="12768"/>
                  </a:cubicBezTo>
                  <a:cubicBezTo>
                    <a:pt x="274128" y="12768"/>
                    <a:pt x="349530" y="88099"/>
                    <a:pt x="349530" y="180667"/>
                  </a:cubicBezTo>
                  <a:lnTo>
                    <a:pt x="349530" y="180667"/>
                  </a:lnTo>
                  <a:cubicBezTo>
                    <a:pt x="349530" y="273873"/>
                    <a:pt x="274128"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643" name="Graphic 4">
              <a:extLst>
                <a:ext uri="{FF2B5EF4-FFF2-40B4-BE49-F238E27FC236}">
                  <a16:creationId xmlns:a16="http://schemas.microsoft.com/office/drawing/2014/main" id="{BB4B84F9-F3C5-734F-9B15-EAA01E4303AD}"/>
                </a:ext>
              </a:extLst>
            </p:cNvPr>
            <p:cNvSpPr/>
            <p:nvPr/>
          </p:nvSpPr>
          <p:spPr>
            <a:xfrm>
              <a:off x="3718523" y="1049476"/>
              <a:ext cx="140359" cy="159173"/>
            </a:xfrm>
            <a:custGeom>
              <a:avLst/>
              <a:gdLst>
                <a:gd name="connsiteX0" fmla="*/ 122467 w 140359"/>
                <a:gd name="connsiteY0" fmla="*/ 8512 h 159173"/>
                <a:gd name="connsiteX1" fmla="*/ 120550 w 140359"/>
                <a:gd name="connsiteY1" fmla="*/ 3405 h 159173"/>
                <a:gd name="connsiteX2" fmla="*/ 26618 w 140359"/>
                <a:gd name="connsiteY2" fmla="*/ 1490 h 159173"/>
                <a:gd name="connsiteX3" fmla="*/ 20228 w 140359"/>
                <a:gd name="connsiteY3" fmla="*/ 7874 h 159173"/>
                <a:gd name="connsiteX4" fmla="*/ 420 w 140359"/>
                <a:gd name="connsiteY4" fmla="*/ 150875 h 159173"/>
                <a:gd name="connsiteX5" fmla="*/ 1058 w 140359"/>
                <a:gd name="connsiteY5" fmla="*/ 156620 h 159173"/>
                <a:gd name="connsiteX6" fmla="*/ 6171 w 140359"/>
                <a:gd name="connsiteY6" fmla="*/ 159174 h 159173"/>
                <a:gd name="connsiteX7" fmla="*/ 133969 w 140359"/>
                <a:gd name="connsiteY7" fmla="*/ 159174 h 159173"/>
                <a:gd name="connsiteX8" fmla="*/ 140359 w 140359"/>
                <a:gd name="connsiteY8" fmla="*/ 152790 h 159173"/>
                <a:gd name="connsiteX9" fmla="*/ 139720 w 140359"/>
                <a:gd name="connsiteY9" fmla="*/ 150236 h 159173"/>
                <a:gd name="connsiteX10" fmla="*/ 122467 w 140359"/>
                <a:gd name="connsiteY10" fmla="*/ 8512 h 159173"/>
                <a:gd name="connsiteX11" fmla="*/ 15756 w 140359"/>
                <a:gd name="connsiteY11" fmla="*/ 147044 h 159173"/>
                <a:gd name="connsiteX12" fmla="*/ 33647 w 140359"/>
                <a:gd name="connsiteY12" fmla="*/ 13619 h 159173"/>
                <a:gd name="connsiteX13" fmla="*/ 109687 w 140359"/>
                <a:gd name="connsiteY13" fmla="*/ 12981 h 159173"/>
                <a:gd name="connsiteX14" fmla="*/ 125662 w 140359"/>
                <a:gd name="connsiteY14" fmla="*/ 147044 h 159173"/>
                <a:gd name="connsiteX15" fmla="*/ 15756 w 140359"/>
                <a:gd name="connsiteY15" fmla="*/ 147044 h 159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0359" h="159173">
                  <a:moveTo>
                    <a:pt x="122467" y="8512"/>
                  </a:moveTo>
                  <a:cubicBezTo>
                    <a:pt x="122467" y="6597"/>
                    <a:pt x="121828" y="4682"/>
                    <a:pt x="120550" y="3405"/>
                  </a:cubicBezTo>
                  <a:cubicBezTo>
                    <a:pt x="117995" y="851"/>
                    <a:pt x="116077" y="-1702"/>
                    <a:pt x="26618" y="1490"/>
                  </a:cubicBezTo>
                  <a:cubicBezTo>
                    <a:pt x="22784" y="1490"/>
                    <a:pt x="20228" y="4043"/>
                    <a:pt x="20228" y="7874"/>
                  </a:cubicBezTo>
                  <a:cubicBezTo>
                    <a:pt x="22784" y="97888"/>
                    <a:pt x="1058" y="150875"/>
                    <a:pt x="420" y="150875"/>
                  </a:cubicBezTo>
                  <a:cubicBezTo>
                    <a:pt x="-219" y="152790"/>
                    <a:pt x="-219" y="155344"/>
                    <a:pt x="1058" y="156620"/>
                  </a:cubicBezTo>
                  <a:cubicBezTo>
                    <a:pt x="2337" y="158536"/>
                    <a:pt x="4253" y="159174"/>
                    <a:pt x="6171" y="159174"/>
                  </a:cubicBezTo>
                  <a:lnTo>
                    <a:pt x="133969" y="159174"/>
                  </a:lnTo>
                  <a:cubicBezTo>
                    <a:pt x="137803" y="159174"/>
                    <a:pt x="140359" y="155982"/>
                    <a:pt x="140359" y="152790"/>
                  </a:cubicBezTo>
                  <a:cubicBezTo>
                    <a:pt x="140359" y="152152"/>
                    <a:pt x="140359" y="150875"/>
                    <a:pt x="139720" y="150236"/>
                  </a:cubicBezTo>
                  <a:cubicBezTo>
                    <a:pt x="139720" y="150236"/>
                    <a:pt x="113522" y="93419"/>
                    <a:pt x="122467" y="8512"/>
                  </a:cubicBezTo>
                  <a:close/>
                  <a:moveTo>
                    <a:pt x="15756" y="147044"/>
                  </a:moveTo>
                  <a:cubicBezTo>
                    <a:pt x="22146" y="128531"/>
                    <a:pt x="34286" y="82566"/>
                    <a:pt x="33647" y="13619"/>
                  </a:cubicBezTo>
                  <a:cubicBezTo>
                    <a:pt x="64958" y="12342"/>
                    <a:pt x="97547" y="12342"/>
                    <a:pt x="109687" y="12981"/>
                  </a:cubicBezTo>
                  <a:cubicBezTo>
                    <a:pt x="105215" y="58307"/>
                    <a:pt x="110327" y="104272"/>
                    <a:pt x="125662" y="147044"/>
                  </a:cubicBezTo>
                  <a:lnTo>
                    <a:pt x="15756" y="147044"/>
                  </a:lnTo>
                  <a:close/>
                </a:path>
              </a:pathLst>
            </a:custGeom>
            <a:solidFill>
              <a:srgbClr val="007680"/>
            </a:solidFill>
            <a:ln w="6390" cap="flat">
              <a:noFill/>
              <a:prstDash val="solid"/>
              <a:miter/>
            </a:ln>
          </p:spPr>
          <p:txBody>
            <a:bodyPr rtlCol="0" anchor="ctr"/>
            <a:lstStyle/>
            <a:p>
              <a:endParaRPr lang="en-US"/>
            </a:p>
          </p:txBody>
        </p:sp>
        <p:sp>
          <p:nvSpPr>
            <p:cNvPr id="644" name="Graphic 4">
              <a:extLst>
                <a:ext uri="{FF2B5EF4-FFF2-40B4-BE49-F238E27FC236}">
                  <a16:creationId xmlns:a16="http://schemas.microsoft.com/office/drawing/2014/main" id="{FCD57628-1DD2-A747-AF0F-CFDFF3B96DDA}"/>
                </a:ext>
              </a:extLst>
            </p:cNvPr>
            <p:cNvSpPr/>
            <p:nvPr/>
          </p:nvSpPr>
          <p:spPr>
            <a:xfrm>
              <a:off x="3751531" y="1093017"/>
              <a:ext cx="76201" cy="74136"/>
            </a:xfrm>
            <a:custGeom>
              <a:avLst/>
              <a:gdLst>
                <a:gd name="connsiteX0" fmla="*/ 69012 w 76201"/>
                <a:gd name="connsiteY0" fmla="*/ 32641 h 74136"/>
                <a:gd name="connsiteX1" fmla="*/ 48564 w 76201"/>
                <a:gd name="connsiteY1" fmla="*/ 32641 h 74136"/>
                <a:gd name="connsiteX2" fmla="*/ 47925 w 76201"/>
                <a:gd name="connsiteY2" fmla="*/ 32641 h 74136"/>
                <a:gd name="connsiteX3" fmla="*/ 48564 w 76201"/>
                <a:gd name="connsiteY3" fmla="*/ 32002 h 74136"/>
                <a:gd name="connsiteX4" fmla="*/ 59427 w 76201"/>
                <a:gd name="connsiteY4" fmla="*/ 14127 h 74136"/>
                <a:gd name="connsiteX5" fmla="*/ 60066 w 76201"/>
                <a:gd name="connsiteY5" fmla="*/ 9020 h 74136"/>
                <a:gd name="connsiteX6" fmla="*/ 56871 w 76201"/>
                <a:gd name="connsiteY6" fmla="*/ 5190 h 74136"/>
                <a:gd name="connsiteX7" fmla="*/ 19170 w 76201"/>
                <a:gd name="connsiteY7" fmla="*/ 5828 h 74136"/>
                <a:gd name="connsiteX8" fmla="*/ 17253 w 76201"/>
                <a:gd name="connsiteY8" fmla="*/ 14127 h 74136"/>
                <a:gd name="connsiteX9" fmla="*/ 26838 w 76201"/>
                <a:gd name="connsiteY9" fmla="*/ 32002 h 74136"/>
                <a:gd name="connsiteX10" fmla="*/ 27477 w 76201"/>
                <a:gd name="connsiteY10" fmla="*/ 32641 h 74136"/>
                <a:gd name="connsiteX11" fmla="*/ 27477 w 76201"/>
                <a:gd name="connsiteY11" fmla="*/ 32641 h 74136"/>
                <a:gd name="connsiteX12" fmla="*/ 6390 w 76201"/>
                <a:gd name="connsiteY12" fmla="*/ 33279 h 74136"/>
                <a:gd name="connsiteX13" fmla="*/ 0 w 76201"/>
                <a:gd name="connsiteY13" fmla="*/ 39663 h 74136"/>
                <a:gd name="connsiteX14" fmla="*/ 0 w 76201"/>
                <a:gd name="connsiteY14" fmla="*/ 40301 h 74136"/>
                <a:gd name="connsiteX15" fmla="*/ 19809 w 76201"/>
                <a:gd name="connsiteY15" fmla="*/ 72221 h 74136"/>
                <a:gd name="connsiteX16" fmla="*/ 22365 w 76201"/>
                <a:gd name="connsiteY16" fmla="*/ 72860 h 74136"/>
                <a:gd name="connsiteX17" fmla="*/ 28116 w 76201"/>
                <a:gd name="connsiteY17" fmla="*/ 69668 h 74136"/>
                <a:gd name="connsiteX18" fmla="*/ 38340 w 76201"/>
                <a:gd name="connsiteY18" fmla="*/ 52431 h 74136"/>
                <a:gd name="connsiteX19" fmla="*/ 38340 w 76201"/>
                <a:gd name="connsiteY19" fmla="*/ 53069 h 74136"/>
                <a:gd name="connsiteX20" fmla="*/ 49203 w 76201"/>
                <a:gd name="connsiteY20" fmla="*/ 70945 h 74136"/>
                <a:gd name="connsiteX21" fmla="*/ 53676 w 76201"/>
                <a:gd name="connsiteY21" fmla="*/ 74137 h 74136"/>
                <a:gd name="connsiteX22" fmla="*/ 54954 w 76201"/>
                <a:gd name="connsiteY22" fmla="*/ 74137 h 74136"/>
                <a:gd name="connsiteX23" fmla="*/ 58788 w 76201"/>
                <a:gd name="connsiteY23" fmla="*/ 72860 h 74136"/>
                <a:gd name="connsiteX24" fmla="*/ 76040 w 76201"/>
                <a:gd name="connsiteY24" fmla="*/ 39663 h 74136"/>
                <a:gd name="connsiteX25" fmla="*/ 69012 w 76201"/>
                <a:gd name="connsiteY25" fmla="*/ 32641 h 74136"/>
                <a:gd name="connsiteX26" fmla="*/ 19809 w 76201"/>
                <a:gd name="connsiteY26" fmla="*/ 56900 h 74136"/>
                <a:gd name="connsiteX27" fmla="*/ 12780 w 76201"/>
                <a:gd name="connsiteY27" fmla="*/ 45409 h 74136"/>
                <a:gd name="connsiteX28" fmla="*/ 21087 w 76201"/>
                <a:gd name="connsiteY28" fmla="*/ 45409 h 74136"/>
                <a:gd name="connsiteX29" fmla="*/ 24282 w 76201"/>
                <a:gd name="connsiteY29" fmla="*/ 49877 h 74136"/>
                <a:gd name="connsiteX30" fmla="*/ 19809 w 76201"/>
                <a:gd name="connsiteY30" fmla="*/ 56900 h 74136"/>
                <a:gd name="connsiteX31" fmla="*/ 44730 w 76201"/>
                <a:gd name="connsiteY31" fmla="*/ 14127 h 74136"/>
                <a:gd name="connsiteX32" fmla="*/ 40257 w 76201"/>
                <a:gd name="connsiteY32" fmla="*/ 21149 h 74136"/>
                <a:gd name="connsiteX33" fmla="*/ 35145 w 76201"/>
                <a:gd name="connsiteY33" fmla="*/ 21149 h 74136"/>
                <a:gd name="connsiteX34" fmla="*/ 31311 w 76201"/>
                <a:gd name="connsiteY34" fmla="*/ 13489 h 74136"/>
                <a:gd name="connsiteX35" fmla="*/ 44730 w 76201"/>
                <a:gd name="connsiteY35" fmla="*/ 14127 h 74136"/>
                <a:gd name="connsiteX36" fmla="*/ 41535 w 76201"/>
                <a:gd name="connsiteY36" fmla="*/ 42217 h 74136"/>
                <a:gd name="connsiteX37" fmla="*/ 37701 w 76201"/>
                <a:gd name="connsiteY37" fmla="*/ 45409 h 74136"/>
                <a:gd name="connsiteX38" fmla="*/ 35145 w 76201"/>
                <a:gd name="connsiteY38" fmla="*/ 42855 h 74136"/>
                <a:gd name="connsiteX39" fmla="*/ 32589 w 76201"/>
                <a:gd name="connsiteY39" fmla="*/ 40301 h 74136"/>
                <a:gd name="connsiteX40" fmla="*/ 31311 w 76201"/>
                <a:gd name="connsiteY40" fmla="*/ 35194 h 74136"/>
                <a:gd name="connsiteX41" fmla="*/ 34506 w 76201"/>
                <a:gd name="connsiteY41" fmla="*/ 34556 h 74136"/>
                <a:gd name="connsiteX42" fmla="*/ 37701 w 76201"/>
                <a:gd name="connsiteY42" fmla="*/ 33279 h 74136"/>
                <a:gd name="connsiteX43" fmla="*/ 42174 w 76201"/>
                <a:gd name="connsiteY43" fmla="*/ 35194 h 74136"/>
                <a:gd name="connsiteX44" fmla="*/ 42813 w 76201"/>
                <a:gd name="connsiteY44" fmla="*/ 35194 h 74136"/>
                <a:gd name="connsiteX45" fmla="*/ 41535 w 76201"/>
                <a:gd name="connsiteY45" fmla="*/ 39025 h 74136"/>
                <a:gd name="connsiteX46" fmla="*/ 41535 w 76201"/>
                <a:gd name="connsiteY46" fmla="*/ 42217 h 74136"/>
                <a:gd name="connsiteX47" fmla="*/ 41535 w 76201"/>
                <a:gd name="connsiteY47" fmla="*/ 42217 h 74136"/>
                <a:gd name="connsiteX48" fmla="*/ 56232 w 76201"/>
                <a:gd name="connsiteY48" fmla="*/ 56900 h 74136"/>
                <a:gd name="connsiteX49" fmla="*/ 51759 w 76201"/>
                <a:gd name="connsiteY49" fmla="*/ 49877 h 74136"/>
                <a:gd name="connsiteX50" fmla="*/ 53676 w 76201"/>
                <a:gd name="connsiteY50" fmla="*/ 45409 h 74136"/>
                <a:gd name="connsiteX51" fmla="*/ 61982 w 76201"/>
                <a:gd name="connsiteY51" fmla="*/ 45409 h 74136"/>
                <a:gd name="connsiteX52" fmla="*/ 56232 w 76201"/>
                <a:gd name="connsiteY52" fmla="*/ 56900 h 74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6201" h="74136">
                  <a:moveTo>
                    <a:pt x="69012" y="32641"/>
                  </a:moveTo>
                  <a:lnTo>
                    <a:pt x="48564" y="32641"/>
                  </a:lnTo>
                  <a:lnTo>
                    <a:pt x="47925" y="32641"/>
                  </a:lnTo>
                  <a:cubicBezTo>
                    <a:pt x="47925" y="32641"/>
                    <a:pt x="48564" y="32002"/>
                    <a:pt x="48564" y="32002"/>
                  </a:cubicBezTo>
                  <a:lnTo>
                    <a:pt x="59427" y="14127"/>
                  </a:lnTo>
                  <a:cubicBezTo>
                    <a:pt x="60066" y="12850"/>
                    <a:pt x="60704" y="10935"/>
                    <a:pt x="60066" y="9020"/>
                  </a:cubicBezTo>
                  <a:cubicBezTo>
                    <a:pt x="59427" y="7105"/>
                    <a:pt x="58149" y="5828"/>
                    <a:pt x="56871" y="5190"/>
                  </a:cubicBezTo>
                  <a:cubicBezTo>
                    <a:pt x="45369" y="-1833"/>
                    <a:pt x="30672" y="-1833"/>
                    <a:pt x="19170" y="5828"/>
                  </a:cubicBezTo>
                  <a:cubicBezTo>
                    <a:pt x="16614" y="7743"/>
                    <a:pt x="15336" y="11574"/>
                    <a:pt x="17253" y="14127"/>
                  </a:cubicBezTo>
                  <a:lnTo>
                    <a:pt x="26838" y="32002"/>
                  </a:lnTo>
                  <a:cubicBezTo>
                    <a:pt x="26838" y="32002"/>
                    <a:pt x="27477" y="32641"/>
                    <a:pt x="27477" y="32641"/>
                  </a:cubicBezTo>
                  <a:lnTo>
                    <a:pt x="27477" y="32641"/>
                  </a:lnTo>
                  <a:lnTo>
                    <a:pt x="6390" y="33279"/>
                  </a:lnTo>
                  <a:cubicBezTo>
                    <a:pt x="2556" y="33279"/>
                    <a:pt x="0" y="35833"/>
                    <a:pt x="0" y="39663"/>
                  </a:cubicBezTo>
                  <a:cubicBezTo>
                    <a:pt x="0" y="39663"/>
                    <a:pt x="0" y="40301"/>
                    <a:pt x="0" y="40301"/>
                  </a:cubicBezTo>
                  <a:cubicBezTo>
                    <a:pt x="0" y="53708"/>
                    <a:pt x="7668" y="66476"/>
                    <a:pt x="19809" y="72221"/>
                  </a:cubicBezTo>
                  <a:cubicBezTo>
                    <a:pt x="20448" y="72860"/>
                    <a:pt x="21726" y="72860"/>
                    <a:pt x="22365" y="72860"/>
                  </a:cubicBezTo>
                  <a:cubicBezTo>
                    <a:pt x="24921" y="72860"/>
                    <a:pt x="26838" y="71583"/>
                    <a:pt x="28116" y="69668"/>
                  </a:cubicBezTo>
                  <a:lnTo>
                    <a:pt x="38340" y="52431"/>
                  </a:lnTo>
                  <a:cubicBezTo>
                    <a:pt x="38340" y="52431"/>
                    <a:pt x="38340" y="53069"/>
                    <a:pt x="38340" y="53069"/>
                  </a:cubicBezTo>
                  <a:lnTo>
                    <a:pt x="49203" y="70945"/>
                  </a:lnTo>
                  <a:cubicBezTo>
                    <a:pt x="49842" y="72221"/>
                    <a:pt x="51759" y="73498"/>
                    <a:pt x="53676" y="74137"/>
                  </a:cubicBezTo>
                  <a:lnTo>
                    <a:pt x="54954" y="74137"/>
                  </a:lnTo>
                  <a:cubicBezTo>
                    <a:pt x="56232" y="74137"/>
                    <a:pt x="57509" y="73498"/>
                    <a:pt x="58788" y="72860"/>
                  </a:cubicBezTo>
                  <a:cubicBezTo>
                    <a:pt x="70929" y="65837"/>
                    <a:pt x="77318" y="53069"/>
                    <a:pt x="76040" y="39663"/>
                  </a:cubicBezTo>
                  <a:cubicBezTo>
                    <a:pt x="74762" y="35194"/>
                    <a:pt x="72207" y="32641"/>
                    <a:pt x="69012" y="32641"/>
                  </a:cubicBezTo>
                  <a:close/>
                  <a:moveTo>
                    <a:pt x="19809" y="56900"/>
                  </a:moveTo>
                  <a:cubicBezTo>
                    <a:pt x="15975" y="54346"/>
                    <a:pt x="14058" y="49877"/>
                    <a:pt x="12780" y="45409"/>
                  </a:cubicBezTo>
                  <a:lnTo>
                    <a:pt x="21087" y="45409"/>
                  </a:lnTo>
                  <a:cubicBezTo>
                    <a:pt x="21726" y="46685"/>
                    <a:pt x="23004" y="48601"/>
                    <a:pt x="24282" y="49877"/>
                  </a:cubicBezTo>
                  <a:lnTo>
                    <a:pt x="19809" y="56900"/>
                  </a:lnTo>
                  <a:close/>
                  <a:moveTo>
                    <a:pt x="44730" y="14127"/>
                  </a:moveTo>
                  <a:lnTo>
                    <a:pt x="40257" y="21149"/>
                  </a:lnTo>
                  <a:cubicBezTo>
                    <a:pt x="38340" y="21149"/>
                    <a:pt x="37062" y="21149"/>
                    <a:pt x="35145" y="21149"/>
                  </a:cubicBezTo>
                  <a:lnTo>
                    <a:pt x="31311" y="13489"/>
                  </a:lnTo>
                  <a:cubicBezTo>
                    <a:pt x="35784" y="12212"/>
                    <a:pt x="40257" y="12212"/>
                    <a:pt x="44730" y="14127"/>
                  </a:cubicBezTo>
                  <a:close/>
                  <a:moveTo>
                    <a:pt x="41535" y="42217"/>
                  </a:moveTo>
                  <a:cubicBezTo>
                    <a:pt x="40257" y="42855"/>
                    <a:pt x="38979" y="44132"/>
                    <a:pt x="37701" y="45409"/>
                  </a:cubicBezTo>
                  <a:cubicBezTo>
                    <a:pt x="37062" y="44132"/>
                    <a:pt x="36423" y="43493"/>
                    <a:pt x="35145" y="42855"/>
                  </a:cubicBezTo>
                  <a:cubicBezTo>
                    <a:pt x="33867" y="42217"/>
                    <a:pt x="33228" y="41578"/>
                    <a:pt x="32589" y="40301"/>
                  </a:cubicBezTo>
                  <a:cubicBezTo>
                    <a:pt x="33228" y="38386"/>
                    <a:pt x="32589" y="36471"/>
                    <a:pt x="31311" y="35194"/>
                  </a:cubicBezTo>
                  <a:cubicBezTo>
                    <a:pt x="32589" y="35194"/>
                    <a:pt x="33867" y="35194"/>
                    <a:pt x="34506" y="34556"/>
                  </a:cubicBezTo>
                  <a:cubicBezTo>
                    <a:pt x="35784" y="33917"/>
                    <a:pt x="36423" y="33917"/>
                    <a:pt x="37701" y="33279"/>
                  </a:cubicBezTo>
                  <a:cubicBezTo>
                    <a:pt x="38979" y="34556"/>
                    <a:pt x="40257" y="35194"/>
                    <a:pt x="42174" y="35194"/>
                  </a:cubicBezTo>
                  <a:lnTo>
                    <a:pt x="42813" y="35194"/>
                  </a:lnTo>
                  <a:cubicBezTo>
                    <a:pt x="42174" y="36471"/>
                    <a:pt x="41535" y="37748"/>
                    <a:pt x="41535" y="39025"/>
                  </a:cubicBezTo>
                  <a:cubicBezTo>
                    <a:pt x="42813" y="40301"/>
                    <a:pt x="42174" y="41578"/>
                    <a:pt x="41535" y="42217"/>
                  </a:cubicBezTo>
                  <a:lnTo>
                    <a:pt x="41535" y="42217"/>
                  </a:lnTo>
                  <a:close/>
                  <a:moveTo>
                    <a:pt x="56232" y="56900"/>
                  </a:moveTo>
                  <a:lnTo>
                    <a:pt x="51759" y="49877"/>
                  </a:lnTo>
                  <a:cubicBezTo>
                    <a:pt x="53037" y="48601"/>
                    <a:pt x="53676" y="46685"/>
                    <a:pt x="53676" y="45409"/>
                  </a:cubicBezTo>
                  <a:lnTo>
                    <a:pt x="61982" y="45409"/>
                  </a:lnTo>
                  <a:cubicBezTo>
                    <a:pt x="61982" y="49877"/>
                    <a:pt x="60066" y="54346"/>
                    <a:pt x="56232" y="56900"/>
                  </a:cubicBezTo>
                  <a:close/>
                </a:path>
              </a:pathLst>
            </a:custGeom>
            <a:solidFill>
              <a:srgbClr val="007680"/>
            </a:solidFill>
            <a:ln w="6390" cap="flat">
              <a:noFill/>
              <a:prstDash val="solid"/>
              <a:miter/>
            </a:ln>
          </p:spPr>
          <p:txBody>
            <a:bodyPr rtlCol="0" anchor="ctr"/>
            <a:lstStyle/>
            <a:p>
              <a:endParaRPr lang="en-US"/>
            </a:p>
          </p:txBody>
        </p:sp>
        <p:sp>
          <p:nvSpPr>
            <p:cNvPr id="645" name="Graphic 4">
              <a:extLst>
                <a:ext uri="{FF2B5EF4-FFF2-40B4-BE49-F238E27FC236}">
                  <a16:creationId xmlns:a16="http://schemas.microsoft.com/office/drawing/2014/main" id="{F878A42A-5DEE-AF4C-95AC-12AD3E65E9D2}"/>
                </a:ext>
              </a:extLst>
            </p:cNvPr>
            <p:cNvSpPr/>
            <p:nvPr/>
          </p:nvSpPr>
          <p:spPr>
            <a:xfrm>
              <a:off x="3763672" y="988003"/>
              <a:ext cx="66216" cy="55940"/>
            </a:xfrm>
            <a:custGeom>
              <a:avLst/>
              <a:gdLst>
                <a:gd name="connsiteX0" fmla="*/ 5112 w 66216"/>
                <a:gd name="connsiteY0" fmla="*/ 55941 h 55940"/>
                <a:gd name="connsiteX1" fmla="*/ 6390 w 66216"/>
                <a:gd name="connsiteY1" fmla="*/ 55941 h 55940"/>
                <a:gd name="connsiteX2" fmla="*/ 12780 w 66216"/>
                <a:gd name="connsiteY2" fmla="*/ 50833 h 55940"/>
                <a:gd name="connsiteX3" fmla="*/ 30033 w 66216"/>
                <a:gd name="connsiteY3" fmla="*/ 34235 h 55940"/>
                <a:gd name="connsiteX4" fmla="*/ 32589 w 66216"/>
                <a:gd name="connsiteY4" fmla="*/ 33597 h 55940"/>
                <a:gd name="connsiteX5" fmla="*/ 65816 w 66216"/>
                <a:gd name="connsiteY5" fmla="*/ 8699 h 55940"/>
                <a:gd name="connsiteX6" fmla="*/ 61982 w 66216"/>
                <a:gd name="connsiteY6" fmla="*/ 400 h 55940"/>
                <a:gd name="connsiteX7" fmla="*/ 53676 w 66216"/>
                <a:gd name="connsiteY7" fmla="*/ 4230 h 55940"/>
                <a:gd name="connsiteX8" fmla="*/ 28116 w 66216"/>
                <a:gd name="connsiteY8" fmla="*/ 21467 h 55940"/>
                <a:gd name="connsiteX9" fmla="*/ 25560 w 66216"/>
                <a:gd name="connsiteY9" fmla="*/ 22106 h 55940"/>
                <a:gd name="connsiteX10" fmla="*/ 0 w 66216"/>
                <a:gd name="connsiteY10" fmla="*/ 47641 h 55940"/>
                <a:gd name="connsiteX11" fmla="*/ 5112 w 66216"/>
                <a:gd name="connsiteY11" fmla="*/ 55941 h 5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216" h="55940">
                  <a:moveTo>
                    <a:pt x="5112" y="55941"/>
                  </a:moveTo>
                  <a:cubicBezTo>
                    <a:pt x="5751" y="55941"/>
                    <a:pt x="5751" y="55941"/>
                    <a:pt x="6390" y="55941"/>
                  </a:cubicBezTo>
                  <a:cubicBezTo>
                    <a:pt x="9585" y="55941"/>
                    <a:pt x="12141" y="54025"/>
                    <a:pt x="12780" y="50833"/>
                  </a:cubicBezTo>
                  <a:cubicBezTo>
                    <a:pt x="15336" y="43173"/>
                    <a:pt x="22365" y="36789"/>
                    <a:pt x="30033" y="34235"/>
                  </a:cubicBezTo>
                  <a:lnTo>
                    <a:pt x="32589" y="33597"/>
                  </a:lnTo>
                  <a:cubicBezTo>
                    <a:pt x="50481" y="27213"/>
                    <a:pt x="60704" y="23382"/>
                    <a:pt x="65816" y="8699"/>
                  </a:cubicBezTo>
                  <a:cubicBezTo>
                    <a:pt x="67094" y="5507"/>
                    <a:pt x="65177" y="1677"/>
                    <a:pt x="61982" y="400"/>
                  </a:cubicBezTo>
                  <a:cubicBezTo>
                    <a:pt x="58788" y="-877"/>
                    <a:pt x="54953" y="1038"/>
                    <a:pt x="53676" y="4230"/>
                  </a:cubicBezTo>
                  <a:cubicBezTo>
                    <a:pt x="50481" y="12530"/>
                    <a:pt x="45368" y="14445"/>
                    <a:pt x="28116" y="21467"/>
                  </a:cubicBezTo>
                  <a:lnTo>
                    <a:pt x="25560" y="22106"/>
                  </a:lnTo>
                  <a:cubicBezTo>
                    <a:pt x="13419" y="25936"/>
                    <a:pt x="3834" y="35512"/>
                    <a:pt x="0" y="47641"/>
                  </a:cubicBezTo>
                  <a:cubicBezTo>
                    <a:pt x="0" y="51472"/>
                    <a:pt x="1917" y="54664"/>
                    <a:pt x="5112" y="55941"/>
                  </a:cubicBezTo>
                  <a:close/>
                </a:path>
              </a:pathLst>
            </a:custGeom>
            <a:solidFill>
              <a:srgbClr val="007680"/>
            </a:solidFill>
            <a:ln w="6390" cap="flat">
              <a:noFill/>
              <a:prstDash val="solid"/>
              <a:miter/>
            </a:ln>
          </p:spPr>
          <p:txBody>
            <a:bodyPr rtlCol="0" anchor="ctr"/>
            <a:lstStyle/>
            <a:p>
              <a:endParaRPr lang="en-US"/>
            </a:p>
          </p:txBody>
        </p:sp>
        <p:sp>
          <p:nvSpPr>
            <p:cNvPr id="646" name="Graphic 4">
              <a:extLst>
                <a:ext uri="{FF2B5EF4-FFF2-40B4-BE49-F238E27FC236}">
                  <a16:creationId xmlns:a16="http://schemas.microsoft.com/office/drawing/2014/main" id="{91000827-F591-4341-B4CB-2D4705ABE067}"/>
                </a:ext>
              </a:extLst>
            </p:cNvPr>
            <p:cNvSpPr/>
            <p:nvPr/>
          </p:nvSpPr>
          <p:spPr>
            <a:xfrm>
              <a:off x="3795867" y="1009031"/>
              <a:ext cx="47480" cy="34274"/>
            </a:xfrm>
            <a:custGeom>
              <a:avLst/>
              <a:gdLst>
                <a:gd name="connsiteX0" fmla="*/ 20203 w 47480"/>
                <a:gd name="connsiteY0" fmla="*/ 12568 h 34274"/>
                <a:gd name="connsiteX1" fmla="*/ 394 w 47480"/>
                <a:gd name="connsiteY1" fmla="*/ 26613 h 34274"/>
                <a:gd name="connsiteX2" fmla="*/ 4867 w 47480"/>
                <a:gd name="connsiteY2" fmla="*/ 34274 h 34274"/>
                <a:gd name="connsiteX3" fmla="*/ 6784 w 47480"/>
                <a:gd name="connsiteY3" fmla="*/ 34274 h 34274"/>
                <a:gd name="connsiteX4" fmla="*/ 13174 w 47480"/>
                <a:gd name="connsiteY4" fmla="*/ 29805 h 34274"/>
                <a:gd name="connsiteX5" fmla="*/ 21481 w 47480"/>
                <a:gd name="connsiteY5" fmla="*/ 24698 h 34274"/>
                <a:gd name="connsiteX6" fmla="*/ 46402 w 47480"/>
                <a:gd name="connsiteY6" fmla="*/ 10015 h 34274"/>
                <a:gd name="connsiteX7" fmla="*/ 44485 w 47480"/>
                <a:gd name="connsiteY7" fmla="*/ 1077 h 34274"/>
                <a:gd name="connsiteX8" fmla="*/ 35539 w 47480"/>
                <a:gd name="connsiteY8" fmla="*/ 2992 h 34274"/>
                <a:gd name="connsiteX9" fmla="*/ 20203 w 47480"/>
                <a:gd name="connsiteY9" fmla="*/ 12568 h 34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480" h="34274">
                  <a:moveTo>
                    <a:pt x="20203" y="12568"/>
                  </a:moveTo>
                  <a:cubicBezTo>
                    <a:pt x="11257" y="12568"/>
                    <a:pt x="3589" y="18314"/>
                    <a:pt x="394" y="26613"/>
                  </a:cubicBezTo>
                  <a:cubicBezTo>
                    <a:pt x="-884" y="29805"/>
                    <a:pt x="1033" y="33636"/>
                    <a:pt x="4867" y="34274"/>
                  </a:cubicBezTo>
                  <a:cubicBezTo>
                    <a:pt x="5506" y="34274"/>
                    <a:pt x="6145" y="34274"/>
                    <a:pt x="6784" y="34274"/>
                  </a:cubicBezTo>
                  <a:cubicBezTo>
                    <a:pt x="9979" y="34274"/>
                    <a:pt x="12535" y="32359"/>
                    <a:pt x="13174" y="29805"/>
                  </a:cubicBezTo>
                  <a:cubicBezTo>
                    <a:pt x="14452" y="26613"/>
                    <a:pt x="17647" y="24698"/>
                    <a:pt x="21481" y="24698"/>
                  </a:cubicBezTo>
                  <a:cubicBezTo>
                    <a:pt x="31705" y="24060"/>
                    <a:pt x="40651" y="18314"/>
                    <a:pt x="46402" y="10015"/>
                  </a:cubicBezTo>
                  <a:cubicBezTo>
                    <a:pt x="48319" y="6823"/>
                    <a:pt x="47680" y="2992"/>
                    <a:pt x="44485" y="1077"/>
                  </a:cubicBezTo>
                  <a:cubicBezTo>
                    <a:pt x="41290" y="-838"/>
                    <a:pt x="37456" y="-200"/>
                    <a:pt x="35539" y="2992"/>
                  </a:cubicBezTo>
                  <a:cubicBezTo>
                    <a:pt x="32344" y="8738"/>
                    <a:pt x="26593" y="11930"/>
                    <a:pt x="20203" y="12568"/>
                  </a:cubicBezTo>
                  <a:close/>
                </a:path>
              </a:pathLst>
            </a:custGeom>
            <a:solidFill>
              <a:srgbClr val="007680"/>
            </a:solidFill>
            <a:ln w="6390" cap="flat">
              <a:noFill/>
              <a:prstDash val="solid"/>
              <a:miter/>
            </a:ln>
          </p:spPr>
          <p:txBody>
            <a:bodyPr rtlCol="0" anchor="ctr"/>
            <a:lstStyle/>
            <a:p>
              <a:endParaRPr lang="en-US"/>
            </a:p>
          </p:txBody>
        </p:sp>
      </p:grpSp>
      <p:grpSp>
        <p:nvGrpSpPr>
          <p:cNvPr id="647" name="Graphic 4">
            <a:extLst>
              <a:ext uri="{FF2B5EF4-FFF2-40B4-BE49-F238E27FC236}">
                <a16:creationId xmlns:a16="http://schemas.microsoft.com/office/drawing/2014/main" id="{E77BA769-4E64-B742-95DA-CEED8A7795BB}"/>
              </a:ext>
            </a:extLst>
          </p:cNvPr>
          <p:cNvGrpSpPr>
            <a:grpSpLocks noChangeAspect="1"/>
          </p:cNvGrpSpPr>
          <p:nvPr/>
        </p:nvGrpSpPr>
        <p:grpSpPr>
          <a:xfrm>
            <a:off x="4654430" y="3339623"/>
            <a:ext cx="362312" cy="361971"/>
            <a:chOff x="4654430" y="3339623"/>
            <a:chExt cx="362312" cy="361971"/>
          </a:xfrm>
          <a:solidFill>
            <a:srgbClr val="007680"/>
          </a:solidFill>
        </p:grpSpPr>
        <p:sp>
          <p:nvSpPr>
            <p:cNvPr id="648" name="Graphic 4">
              <a:extLst>
                <a:ext uri="{FF2B5EF4-FFF2-40B4-BE49-F238E27FC236}">
                  <a16:creationId xmlns:a16="http://schemas.microsoft.com/office/drawing/2014/main" id="{C674FDB9-9DBD-3442-BC2B-6445A223B9BA}"/>
                </a:ext>
              </a:extLst>
            </p:cNvPr>
            <p:cNvSpPr/>
            <p:nvPr/>
          </p:nvSpPr>
          <p:spPr>
            <a:xfrm>
              <a:off x="4654430" y="333962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lnTo>
                    <a:pt x="362309" y="181305"/>
                  </a:ln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29" y="88099"/>
                    <a:pt x="349529" y="180667"/>
                  </a:cubicBezTo>
                  <a:lnTo>
                    <a:pt x="349529" y="180667"/>
                  </a:lnTo>
                  <a:cubicBezTo>
                    <a:pt x="350168" y="273873"/>
                    <a:pt x="274767"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649" name="Graphic 4">
              <a:extLst>
                <a:ext uri="{FF2B5EF4-FFF2-40B4-BE49-F238E27FC236}">
                  <a16:creationId xmlns:a16="http://schemas.microsoft.com/office/drawing/2014/main" id="{4940414F-3B19-3440-9A24-AA2848427DB1}"/>
                </a:ext>
              </a:extLst>
            </p:cNvPr>
            <p:cNvSpPr/>
            <p:nvPr/>
          </p:nvSpPr>
          <p:spPr>
            <a:xfrm>
              <a:off x="4759225" y="3427722"/>
              <a:ext cx="153997" cy="204287"/>
            </a:xfrm>
            <a:custGeom>
              <a:avLst/>
              <a:gdLst>
                <a:gd name="connsiteX0" fmla="*/ 153998 w 153997"/>
                <a:gd name="connsiteY0" fmla="*/ 6384 h 204287"/>
                <a:gd name="connsiteX1" fmla="*/ 147608 w 153997"/>
                <a:gd name="connsiteY1" fmla="*/ 0 h 204287"/>
                <a:gd name="connsiteX2" fmla="*/ 6390 w 153997"/>
                <a:gd name="connsiteY2" fmla="*/ 0 h 204287"/>
                <a:gd name="connsiteX3" fmla="*/ 0 w 153997"/>
                <a:gd name="connsiteY3" fmla="*/ 6384 h 204287"/>
                <a:gd name="connsiteX4" fmla="*/ 3834 w 153997"/>
                <a:gd name="connsiteY4" fmla="*/ 12130 h 204287"/>
                <a:gd name="connsiteX5" fmla="*/ 3834 w 153997"/>
                <a:gd name="connsiteY5" fmla="*/ 44050 h 204287"/>
                <a:gd name="connsiteX6" fmla="*/ 0 w 153997"/>
                <a:gd name="connsiteY6" fmla="*/ 49795 h 204287"/>
                <a:gd name="connsiteX7" fmla="*/ 3834 w 153997"/>
                <a:gd name="connsiteY7" fmla="*/ 55541 h 204287"/>
                <a:gd name="connsiteX8" fmla="*/ 3834 w 153997"/>
                <a:gd name="connsiteY8" fmla="*/ 144278 h 204287"/>
                <a:gd name="connsiteX9" fmla="*/ 1278 w 153997"/>
                <a:gd name="connsiteY9" fmla="*/ 153216 h 204287"/>
                <a:gd name="connsiteX10" fmla="*/ 3834 w 153997"/>
                <a:gd name="connsiteY10" fmla="*/ 155769 h 204287"/>
                <a:gd name="connsiteX11" fmla="*/ 3834 w 153997"/>
                <a:gd name="connsiteY11" fmla="*/ 192158 h 204287"/>
                <a:gd name="connsiteX12" fmla="*/ 0 w 153997"/>
                <a:gd name="connsiteY12" fmla="*/ 197903 h 204287"/>
                <a:gd name="connsiteX13" fmla="*/ 6390 w 153997"/>
                <a:gd name="connsiteY13" fmla="*/ 204287 h 204287"/>
                <a:gd name="connsiteX14" fmla="*/ 147608 w 153997"/>
                <a:gd name="connsiteY14" fmla="*/ 204287 h 204287"/>
                <a:gd name="connsiteX15" fmla="*/ 153998 w 153997"/>
                <a:gd name="connsiteY15" fmla="*/ 197903 h 204287"/>
                <a:gd name="connsiteX16" fmla="*/ 150164 w 153997"/>
                <a:gd name="connsiteY16" fmla="*/ 192158 h 204287"/>
                <a:gd name="connsiteX17" fmla="*/ 150164 w 153997"/>
                <a:gd name="connsiteY17" fmla="*/ 156408 h 204287"/>
                <a:gd name="connsiteX18" fmla="*/ 153358 w 153997"/>
                <a:gd name="connsiteY18" fmla="*/ 148108 h 204287"/>
                <a:gd name="connsiteX19" fmla="*/ 150164 w 153997"/>
                <a:gd name="connsiteY19" fmla="*/ 144916 h 204287"/>
                <a:gd name="connsiteX20" fmla="*/ 150164 w 153997"/>
                <a:gd name="connsiteY20" fmla="*/ 55541 h 204287"/>
                <a:gd name="connsiteX21" fmla="*/ 153358 w 153997"/>
                <a:gd name="connsiteY21" fmla="*/ 47242 h 204287"/>
                <a:gd name="connsiteX22" fmla="*/ 150164 w 153997"/>
                <a:gd name="connsiteY22" fmla="*/ 44050 h 204287"/>
                <a:gd name="connsiteX23" fmla="*/ 150164 w 153997"/>
                <a:gd name="connsiteY23" fmla="*/ 12130 h 204287"/>
                <a:gd name="connsiteX24" fmla="*/ 153998 w 153997"/>
                <a:gd name="connsiteY24" fmla="*/ 6384 h 204287"/>
                <a:gd name="connsiteX25" fmla="*/ 16614 w 153997"/>
                <a:gd name="connsiteY25" fmla="*/ 143640 h 204287"/>
                <a:gd name="connsiteX26" fmla="*/ 16614 w 153997"/>
                <a:gd name="connsiteY26" fmla="*/ 56179 h 204287"/>
                <a:gd name="connsiteX27" fmla="*/ 137384 w 153997"/>
                <a:gd name="connsiteY27" fmla="*/ 56179 h 204287"/>
                <a:gd name="connsiteX28" fmla="*/ 137384 w 153997"/>
                <a:gd name="connsiteY28" fmla="*/ 143640 h 204287"/>
                <a:gd name="connsiteX29" fmla="*/ 16614 w 153997"/>
                <a:gd name="connsiteY29" fmla="*/ 143640 h 204287"/>
                <a:gd name="connsiteX30" fmla="*/ 137384 w 153997"/>
                <a:gd name="connsiteY30" fmla="*/ 156408 h 204287"/>
                <a:gd name="connsiteX31" fmla="*/ 137384 w 153997"/>
                <a:gd name="connsiteY31" fmla="*/ 190881 h 204287"/>
                <a:gd name="connsiteX32" fmla="*/ 16614 w 153997"/>
                <a:gd name="connsiteY32" fmla="*/ 190881 h 204287"/>
                <a:gd name="connsiteX33" fmla="*/ 16614 w 153997"/>
                <a:gd name="connsiteY33" fmla="*/ 156408 h 204287"/>
                <a:gd name="connsiteX34" fmla="*/ 137384 w 153997"/>
                <a:gd name="connsiteY34" fmla="*/ 156408 h 204287"/>
                <a:gd name="connsiteX35" fmla="*/ 16614 w 153997"/>
                <a:gd name="connsiteY35" fmla="*/ 43411 h 204287"/>
                <a:gd name="connsiteX36" fmla="*/ 16614 w 153997"/>
                <a:gd name="connsiteY36" fmla="*/ 12768 h 204287"/>
                <a:gd name="connsiteX37" fmla="*/ 137384 w 153997"/>
                <a:gd name="connsiteY37" fmla="*/ 12768 h 204287"/>
                <a:gd name="connsiteX38" fmla="*/ 137384 w 153997"/>
                <a:gd name="connsiteY38" fmla="*/ 43411 h 204287"/>
                <a:gd name="connsiteX39" fmla="*/ 16614 w 153997"/>
                <a:gd name="connsiteY39" fmla="*/ 43411 h 204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53997" h="204287">
                  <a:moveTo>
                    <a:pt x="153998" y="6384"/>
                  </a:moveTo>
                  <a:cubicBezTo>
                    <a:pt x="153998" y="2554"/>
                    <a:pt x="151442" y="0"/>
                    <a:pt x="147608" y="0"/>
                  </a:cubicBezTo>
                  <a:lnTo>
                    <a:pt x="6390" y="0"/>
                  </a:lnTo>
                  <a:cubicBezTo>
                    <a:pt x="2556" y="0"/>
                    <a:pt x="0" y="2554"/>
                    <a:pt x="0" y="6384"/>
                  </a:cubicBezTo>
                  <a:cubicBezTo>
                    <a:pt x="0" y="8938"/>
                    <a:pt x="1278" y="10853"/>
                    <a:pt x="3834" y="12130"/>
                  </a:cubicBezTo>
                  <a:lnTo>
                    <a:pt x="3834" y="44050"/>
                  </a:lnTo>
                  <a:cubicBezTo>
                    <a:pt x="1917" y="45327"/>
                    <a:pt x="0" y="47242"/>
                    <a:pt x="0" y="49795"/>
                  </a:cubicBezTo>
                  <a:cubicBezTo>
                    <a:pt x="0" y="52349"/>
                    <a:pt x="1278" y="54264"/>
                    <a:pt x="3834" y="55541"/>
                  </a:cubicBezTo>
                  <a:lnTo>
                    <a:pt x="3834" y="144278"/>
                  </a:lnTo>
                  <a:cubicBezTo>
                    <a:pt x="639" y="146193"/>
                    <a:pt x="-639" y="150024"/>
                    <a:pt x="1278" y="153216"/>
                  </a:cubicBezTo>
                  <a:cubicBezTo>
                    <a:pt x="1917" y="154492"/>
                    <a:pt x="2556" y="155131"/>
                    <a:pt x="3834" y="155769"/>
                  </a:cubicBezTo>
                  <a:lnTo>
                    <a:pt x="3834" y="192158"/>
                  </a:lnTo>
                  <a:cubicBezTo>
                    <a:pt x="1917" y="193435"/>
                    <a:pt x="0" y="195350"/>
                    <a:pt x="0" y="197903"/>
                  </a:cubicBezTo>
                  <a:cubicBezTo>
                    <a:pt x="0" y="201734"/>
                    <a:pt x="2556" y="204287"/>
                    <a:pt x="6390" y="204287"/>
                  </a:cubicBezTo>
                  <a:lnTo>
                    <a:pt x="147608" y="204287"/>
                  </a:lnTo>
                  <a:cubicBezTo>
                    <a:pt x="151442" y="204287"/>
                    <a:pt x="153998" y="201734"/>
                    <a:pt x="153998" y="197903"/>
                  </a:cubicBezTo>
                  <a:cubicBezTo>
                    <a:pt x="153998" y="195350"/>
                    <a:pt x="152720" y="192796"/>
                    <a:pt x="150164" y="192158"/>
                  </a:cubicBezTo>
                  <a:lnTo>
                    <a:pt x="150164" y="156408"/>
                  </a:lnTo>
                  <a:cubicBezTo>
                    <a:pt x="153358" y="155131"/>
                    <a:pt x="154637" y="151300"/>
                    <a:pt x="153358" y="148108"/>
                  </a:cubicBezTo>
                  <a:cubicBezTo>
                    <a:pt x="152720" y="146832"/>
                    <a:pt x="151442" y="145555"/>
                    <a:pt x="150164" y="144916"/>
                  </a:cubicBezTo>
                  <a:lnTo>
                    <a:pt x="150164" y="55541"/>
                  </a:lnTo>
                  <a:cubicBezTo>
                    <a:pt x="153358" y="54264"/>
                    <a:pt x="154637" y="50434"/>
                    <a:pt x="153358" y="47242"/>
                  </a:cubicBezTo>
                  <a:cubicBezTo>
                    <a:pt x="152720" y="45965"/>
                    <a:pt x="151442" y="44688"/>
                    <a:pt x="150164" y="44050"/>
                  </a:cubicBezTo>
                  <a:lnTo>
                    <a:pt x="150164" y="12130"/>
                  </a:lnTo>
                  <a:cubicBezTo>
                    <a:pt x="152080" y="10853"/>
                    <a:pt x="153998" y="8938"/>
                    <a:pt x="153998" y="6384"/>
                  </a:cubicBezTo>
                  <a:close/>
                  <a:moveTo>
                    <a:pt x="16614" y="143640"/>
                  </a:moveTo>
                  <a:lnTo>
                    <a:pt x="16614" y="56179"/>
                  </a:lnTo>
                  <a:lnTo>
                    <a:pt x="137384" y="56179"/>
                  </a:lnTo>
                  <a:lnTo>
                    <a:pt x="137384" y="143640"/>
                  </a:lnTo>
                  <a:lnTo>
                    <a:pt x="16614" y="143640"/>
                  </a:lnTo>
                  <a:close/>
                  <a:moveTo>
                    <a:pt x="137384" y="156408"/>
                  </a:moveTo>
                  <a:lnTo>
                    <a:pt x="137384" y="190881"/>
                  </a:lnTo>
                  <a:lnTo>
                    <a:pt x="16614" y="190881"/>
                  </a:lnTo>
                  <a:lnTo>
                    <a:pt x="16614" y="156408"/>
                  </a:lnTo>
                  <a:lnTo>
                    <a:pt x="137384" y="156408"/>
                  </a:lnTo>
                  <a:close/>
                  <a:moveTo>
                    <a:pt x="16614" y="43411"/>
                  </a:moveTo>
                  <a:lnTo>
                    <a:pt x="16614" y="12768"/>
                  </a:lnTo>
                  <a:lnTo>
                    <a:pt x="137384" y="12768"/>
                  </a:lnTo>
                  <a:lnTo>
                    <a:pt x="137384" y="43411"/>
                  </a:lnTo>
                  <a:lnTo>
                    <a:pt x="16614" y="43411"/>
                  </a:lnTo>
                  <a:close/>
                </a:path>
              </a:pathLst>
            </a:custGeom>
            <a:solidFill>
              <a:srgbClr val="007680"/>
            </a:solidFill>
            <a:ln w="6390" cap="flat">
              <a:noFill/>
              <a:prstDash val="solid"/>
              <a:miter/>
            </a:ln>
          </p:spPr>
          <p:txBody>
            <a:bodyPr rtlCol="0" anchor="ctr"/>
            <a:lstStyle/>
            <a:p>
              <a:endParaRPr lang="en-US"/>
            </a:p>
          </p:txBody>
        </p:sp>
        <p:sp>
          <p:nvSpPr>
            <p:cNvPr id="650" name="Graphic 4">
              <a:extLst>
                <a:ext uri="{FF2B5EF4-FFF2-40B4-BE49-F238E27FC236}">
                  <a16:creationId xmlns:a16="http://schemas.microsoft.com/office/drawing/2014/main" id="{47184268-5C6C-D84C-A34E-0A54DC3D68E6}"/>
                </a:ext>
              </a:extLst>
            </p:cNvPr>
            <p:cNvSpPr/>
            <p:nvPr/>
          </p:nvSpPr>
          <p:spPr>
            <a:xfrm>
              <a:off x="4772644" y="3409847"/>
              <a:ext cx="34505" cy="12767"/>
            </a:xfrm>
            <a:custGeom>
              <a:avLst/>
              <a:gdLst>
                <a:gd name="connsiteX0" fmla="*/ 6390 w 34505"/>
                <a:gd name="connsiteY0" fmla="*/ 12768 h 12767"/>
                <a:gd name="connsiteX1" fmla="*/ 28115 w 34505"/>
                <a:gd name="connsiteY1" fmla="*/ 12768 h 12767"/>
                <a:gd name="connsiteX2" fmla="*/ 34505 w 34505"/>
                <a:gd name="connsiteY2" fmla="*/ 6384 h 12767"/>
                <a:gd name="connsiteX3" fmla="*/ 28115 w 34505"/>
                <a:gd name="connsiteY3" fmla="*/ 0 h 12767"/>
                <a:gd name="connsiteX4" fmla="*/ 6390 w 34505"/>
                <a:gd name="connsiteY4" fmla="*/ 0 h 12767"/>
                <a:gd name="connsiteX5" fmla="*/ 0 w 34505"/>
                <a:gd name="connsiteY5" fmla="*/ 6384 h 12767"/>
                <a:gd name="connsiteX6" fmla="*/ 6390 w 34505"/>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505" h="12767">
                  <a:moveTo>
                    <a:pt x="6390" y="12768"/>
                  </a:moveTo>
                  <a:lnTo>
                    <a:pt x="28115" y="12768"/>
                  </a:lnTo>
                  <a:cubicBezTo>
                    <a:pt x="31950" y="12768"/>
                    <a:pt x="34505" y="10214"/>
                    <a:pt x="34505" y="6384"/>
                  </a:cubicBezTo>
                  <a:cubicBezTo>
                    <a:pt x="34505" y="2554"/>
                    <a:pt x="31950" y="0"/>
                    <a:pt x="28115" y="0"/>
                  </a:cubicBezTo>
                  <a:lnTo>
                    <a:pt x="6390" y="0"/>
                  </a:lnTo>
                  <a:cubicBezTo>
                    <a:pt x="2556" y="0"/>
                    <a:pt x="0" y="2554"/>
                    <a:pt x="0" y="6384"/>
                  </a:cubicBezTo>
                  <a:cubicBezTo>
                    <a:pt x="0" y="10214"/>
                    <a:pt x="3195" y="12768"/>
                    <a:pt x="6390" y="12768"/>
                  </a:cubicBezTo>
                  <a:close/>
                </a:path>
              </a:pathLst>
            </a:custGeom>
            <a:solidFill>
              <a:srgbClr val="007680"/>
            </a:solidFill>
            <a:ln w="6390" cap="flat">
              <a:noFill/>
              <a:prstDash val="solid"/>
              <a:miter/>
            </a:ln>
          </p:spPr>
          <p:txBody>
            <a:bodyPr rtlCol="0" anchor="ctr"/>
            <a:lstStyle/>
            <a:p>
              <a:endParaRPr lang="en-US"/>
            </a:p>
          </p:txBody>
        </p:sp>
        <p:sp>
          <p:nvSpPr>
            <p:cNvPr id="651" name="Graphic 4">
              <a:extLst>
                <a:ext uri="{FF2B5EF4-FFF2-40B4-BE49-F238E27FC236}">
                  <a16:creationId xmlns:a16="http://schemas.microsoft.com/office/drawing/2014/main" id="{F04F36F5-79CD-FB42-8E12-0DF0D5E55411}"/>
                </a:ext>
              </a:extLst>
            </p:cNvPr>
            <p:cNvSpPr/>
            <p:nvPr/>
          </p:nvSpPr>
          <p:spPr>
            <a:xfrm>
              <a:off x="4809705" y="3492588"/>
              <a:ext cx="56231" cy="68583"/>
            </a:xfrm>
            <a:custGeom>
              <a:avLst/>
              <a:gdLst>
                <a:gd name="connsiteX0" fmla="*/ 31950 w 56231"/>
                <a:gd name="connsiteY0" fmla="*/ 1527 h 68583"/>
                <a:gd name="connsiteX1" fmla="*/ 26838 w 56231"/>
                <a:gd name="connsiteY1" fmla="*/ 250 h 68583"/>
                <a:gd name="connsiteX2" fmla="*/ 22365 w 56231"/>
                <a:gd name="connsiteY2" fmla="*/ 3442 h 68583"/>
                <a:gd name="connsiteX3" fmla="*/ 11502 w 56231"/>
                <a:gd name="connsiteY3" fmla="*/ 20679 h 68583"/>
                <a:gd name="connsiteX4" fmla="*/ 8307 w 56231"/>
                <a:gd name="connsiteY4" fmla="*/ 25148 h 68583"/>
                <a:gd name="connsiteX5" fmla="*/ 0 w 56231"/>
                <a:gd name="connsiteY5" fmla="*/ 41746 h 68583"/>
                <a:gd name="connsiteX6" fmla="*/ 29394 w 56231"/>
                <a:gd name="connsiteY6" fmla="*/ 68559 h 68583"/>
                <a:gd name="connsiteX7" fmla="*/ 56231 w 56231"/>
                <a:gd name="connsiteY7" fmla="*/ 41746 h 68583"/>
                <a:gd name="connsiteX8" fmla="*/ 31950 w 56231"/>
                <a:gd name="connsiteY8" fmla="*/ 1527 h 68583"/>
                <a:gd name="connsiteX9" fmla="*/ 27477 w 56231"/>
                <a:gd name="connsiteY9" fmla="*/ 57068 h 68583"/>
                <a:gd name="connsiteX10" fmla="*/ 12141 w 56231"/>
                <a:gd name="connsiteY10" fmla="*/ 41746 h 68583"/>
                <a:gd name="connsiteX11" fmla="*/ 17892 w 56231"/>
                <a:gd name="connsiteY11" fmla="*/ 32809 h 68583"/>
                <a:gd name="connsiteX12" fmla="*/ 21726 w 56231"/>
                <a:gd name="connsiteY12" fmla="*/ 27701 h 68583"/>
                <a:gd name="connsiteX13" fmla="*/ 28755 w 56231"/>
                <a:gd name="connsiteY13" fmla="*/ 16849 h 68583"/>
                <a:gd name="connsiteX14" fmla="*/ 42813 w 56231"/>
                <a:gd name="connsiteY14" fmla="*/ 42385 h 68583"/>
                <a:gd name="connsiteX15" fmla="*/ 27477 w 56231"/>
                <a:gd name="connsiteY15" fmla="*/ 57068 h 68583"/>
                <a:gd name="connsiteX16" fmla="*/ 27477 w 56231"/>
                <a:gd name="connsiteY16" fmla="*/ 57068 h 68583"/>
                <a:gd name="connsiteX17" fmla="*/ 27477 w 56231"/>
                <a:gd name="connsiteY17" fmla="*/ 57068 h 68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231" h="68583">
                  <a:moveTo>
                    <a:pt x="31950" y="1527"/>
                  </a:moveTo>
                  <a:cubicBezTo>
                    <a:pt x="30672" y="250"/>
                    <a:pt x="28755" y="-388"/>
                    <a:pt x="26838" y="250"/>
                  </a:cubicBezTo>
                  <a:cubicBezTo>
                    <a:pt x="24921" y="889"/>
                    <a:pt x="23643" y="1527"/>
                    <a:pt x="22365" y="3442"/>
                  </a:cubicBezTo>
                  <a:cubicBezTo>
                    <a:pt x="22365" y="3442"/>
                    <a:pt x="17253" y="11741"/>
                    <a:pt x="11502" y="20679"/>
                  </a:cubicBezTo>
                  <a:cubicBezTo>
                    <a:pt x="10224" y="21956"/>
                    <a:pt x="8946" y="23871"/>
                    <a:pt x="8307" y="25148"/>
                  </a:cubicBezTo>
                  <a:cubicBezTo>
                    <a:pt x="3834" y="29617"/>
                    <a:pt x="639" y="35362"/>
                    <a:pt x="0" y="41746"/>
                  </a:cubicBezTo>
                  <a:cubicBezTo>
                    <a:pt x="639" y="57068"/>
                    <a:pt x="14058" y="69197"/>
                    <a:pt x="29394" y="68559"/>
                  </a:cubicBezTo>
                  <a:cubicBezTo>
                    <a:pt x="44090" y="67920"/>
                    <a:pt x="55593" y="56429"/>
                    <a:pt x="56231" y="41746"/>
                  </a:cubicBezTo>
                  <a:cubicBezTo>
                    <a:pt x="55593" y="22594"/>
                    <a:pt x="33867" y="3442"/>
                    <a:pt x="31950" y="1527"/>
                  </a:cubicBezTo>
                  <a:close/>
                  <a:moveTo>
                    <a:pt x="27477" y="57068"/>
                  </a:moveTo>
                  <a:cubicBezTo>
                    <a:pt x="19170" y="57068"/>
                    <a:pt x="12141" y="50045"/>
                    <a:pt x="12141" y="41746"/>
                  </a:cubicBezTo>
                  <a:cubicBezTo>
                    <a:pt x="13419" y="38554"/>
                    <a:pt x="15336" y="35362"/>
                    <a:pt x="17892" y="32809"/>
                  </a:cubicBezTo>
                  <a:cubicBezTo>
                    <a:pt x="19170" y="30893"/>
                    <a:pt x="20448" y="29617"/>
                    <a:pt x="21726" y="27701"/>
                  </a:cubicBezTo>
                  <a:cubicBezTo>
                    <a:pt x="24282" y="23871"/>
                    <a:pt x="26838" y="20041"/>
                    <a:pt x="28755" y="16849"/>
                  </a:cubicBezTo>
                  <a:cubicBezTo>
                    <a:pt x="35145" y="23233"/>
                    <a:pt x="42813" y="33447"/>
                    <a:pt x="42813" y="42385"/>
                  </a:cubicBezTo>
                  <a:cubicBezTo>
                    <a:pt x="42813" y="50684"/>
                    <a:pt x="35783" y="57068"/>
                    <a:pt x="27477" y="57068"/>
                  </a:cubicBezTo>
                  <a:lnTo>
                    <a:pt x="27477" y="57068"/>
                  </a:lnTo>
                  <a:lnTo>
                    <a:pt x="27477" y="57068"/>
                  </a:lnTo>
                  <a:close/>
                </a:path>
              </a:pathLst>
            </a:custGeom>
            <a:solidFill>
              <a:srgbClr val="007680"/>
            </a:solidFill>
            <a:ln w="6390" cap="flat">
              <a:noFill/>
              <a:prstDash val="solid"/>
              <a:miter/>
            </a:ln>
          </p:spPr>
          <p:txBody>
            <a:bodyPr rtlCol="0" anchor="ctr"/>
            <a:lstStyle/>
            <a:p>
              <a:endParaRPr lang="en-US"/>
            </a:p>
          </p:txBody>
        </p:sp>
      </p:grpSp>
      <p:grpSp>
        <p:nvGrpSpPr>
          <p:cNvPr id="652" name="Graphic 4">
            <a:extLst>
              <a:ext uri="{FF2B5EF4-FFF2-40B4-BE49-F238E27FC236}">
                <a16:creationId xmlns:a16="http://schemas.microsoft.com/office/drawing/2014/main" id="{B18E8C75-ECCD-6944-9302-7C8C033DCE19}"/>
              </a:ext>
            </a:extLst>
          </p:cNvPr>
          <p:cNvGrpSpPr>
            <a:grpSpLocks noChangeAspect="1"/>
          </p:cNvGrpSpPr>
          <p:nvPr/>
        </p:nvGrpSpPr>
        <p:grpSpPr>
          <a:xfrm>
            <a:off x="5092779" y="2855717"/>
            <a:ext cx="362309" cy="361971"/>
            <a:chOff x="5092779" y="2855717"/>
            <a:chExt cx="362309" cy="361971"/>
          </a:xfrm>
          <a:solidFill>
            <a:srgbClr val="007680"/>
          </a:solidFill>
        </p:grpSpPr>
        <p:sp>
          <p:nvSpPr>
            <p:cNvPr id="653" name="Graphic 4">
              <a:extLst>
                <a:ext uri="{FF2B5EF4-FFF2-40B4-BE49-F238E27FC236}">
                  <a16:creationId xmlns:a16="http://schemas.microsoft.com/office/drawing/2014/main" id="{81CD27D2-4916-8949-8C8E-63DB946ACB38}"/>
                </a:ext>
              </a:extLst>
            </p:cNvPr>
            <p:cNvSpPr/>
            <p:nvPr/>
          </p:nvSpPr>
          <p:spPr>
            <a:xfrm>
              <a:off x="5092779" y="2855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07990 w 362309"/>
                <a:gd name="connsiteY6" fmla="*/ 109804 h 361971"/>
                <a:gd name="connsiteX7" fmla="*/ 130994 w 362309"/>
                <a:gd name="connsiteY7" fmla="*/ 85545 h 361971"/>
                <a:gd name="connsiteX8" fmla="*/ 139940 w 362309"/>
                <a:gd name="connsiteY8" fmla="*/ 85545 h 361971"/>
                <a:gd name="connsiteX9" fmla="*/ 139940 w 362309"/>
                <a:gd name="connsiteY9" fmla="*/ 94483 h 361971"/>
                <a:gd name="connsiteX10" fmla="*/ 116936 w 362309"/>
                <a:gd name="connsiteY10" fmla="*/ 118742 h 361971"/>
                <a:gd name="connsiteX11" fmla="*/ 112463 w 362309"/>
                <a:gd name="connsiteY11" fmla="*/ 120657 h 361971"/>
                <a:gd name="connsiteX12" fmla="*/ 106073 w 362309"/>
                <a:gd name="connsiteY12" fmla="*/ 114273 h 361971"/>
                <a:gd name="connsiteX13" fmla="*/ 107990 w 362309"/>
                <a:gd name="connsiteY13" fmla="*/ 109804 h 361971"/>
                <a:gd name="connsiteX14" fmla="*/ 107990 w 362309"/>
                <a:gd name="connsiteY14" fmla="*/ 109804 h 361971"/>
                <a:gd name="connsiteX15" fmla="*/ 256876 w 362309"/>
                <a:gd name="connsiteY15" fmla="*/ 273873 h 361971"/>
                <a:gd name="connsiteX16" fmla="*/ 250486 w 362309"/>
                <a:gd name="connsiteY16" fmla="*/ 280257 h 361971"/>
                <a:gd name="connsiteX17" fmla="*/ 117575 w 362309"/>
                <a:gd name="connsiteY17" fmla="*/ 280257 h 361971"/>
                <a:gd name="connsiteX18" fmla="*/ 111185 w 362309"/>
                <a:gd name="connsiteY18" fmla="*/ 273873 h 361971"/>
                <a:gd name="connsiteX19" fmla="*/ 111185 w 362309"/>
                <a:gd name="connsiteY19" fmla="*/ 144278 h 361971"/>
                <a:gd name="connsiteX20" fmla="*/ 113102 w 362309"/>
                <a:gd name="connsiteY20" fmla="*/ 139809 h 361971"/>
                <a:gd name="connsiteX21" fmla="*/ 164221 w 362309"/>
                <a:gd name="connsiteY21" fmla="*/ 82992 h 361971"/>
                <a:gd name="connsiteX22" fmla="*/ 169333 w 362309"/>
                <a:gd name="connsiteY22" fmla="*/ 81076 h 361971"/>
                <a:gd name="connsiteX23" fmla="*/ 251124 w 362309"/>
                <a:gd name="connsiteY23" fmla="*/ 81076 h 361971"/>
                <a:gd name="connsiteX24" fmla="*/ 257514 w 362309"/>
                <a:gd name="connsiteY24" fmla="*/ 87460 h 361971"/>
                <a:gd name="connsiteX25" fmla="*/ 256876 w 362309"/>
                <a:gd name="connsiteY25" fmla="*/ 27387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2309" h="361971">
                  <a:moveTo>
                    <a:pt x="181474" y="0"/>
                  </a:moveTo>
                  <a:cubicBezTo>
                    <a:pt x="81152" y="0"/>
                    <a:pt x="0" y="81076"/>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1076"/>
                    <a:pt x="281157" y="0"/>
                    <a:pt x="181474" y="0"/>
                  </a:cubicBezTo>
                  <a:close/>
                  <a:moveTo>
                    <a:pt x="107990" y="109804"/>
                  </a:moveTo>
                  <a:lnTo>
                    <a:pt x="130994" y="85545"/>
                  </a:lnTo>
                  <a:cubicBezTo>
                    <a:pt x="133550" y="82992"/>
                    <a:pt x="137384" y="82992"/>
                    <a:pt x="139940" y="85545"/>
                  </a:cubicBezTo>
                  <a:cubicBezTo>
                    <a:pt x="142496" y="88099"/>
                    <a:pt x="142496" y="91929"/>
                    <a:pt x="139940" y="94483"/>
                  </a:cubicBezTo>
                  <a:lnTo>
                    <a:pt x="116936" y="118742"/>
                  </a:lnTo>
                  <a:cubicBezTo>
                    <a:pt x="115658" y="120019"/>
                    <a:pt x="114380" y="120657"/>
                    <a:pt x="112463" y="120657"/>
                  </a:cubicBezTo>
                  <a:cubicBezTo>
                    <a:pt x="108629" y="120657"/>
                    <a:pt x="106073" y="117465"/>
                    <a:pt x="106073" y="114273"/>
                  </a:cubicBezTo>
                  <a:cubicBezTo>
                    <a:pt x="106073" y="112996"/>
                    <a:pt x="106712" y="111081"/>
                    <a:pt x="107990" y="109804"/>
                  </a:cubicBezTo>
                  <a:lnTo>
                    <a:pt x="107990" y="109804"/>
                  </a:lnTo>
                  <a:close/>
                  <a:moveTo>
                    <a:pt x="256876" y="273873"/>
                  </a:moveTo>
                  <a:cubicBezTo>
                    <a:pt x="256876" y="277703"/>
                    <a:pt x="254319" y="280257"/>
                    <a:pt x="250486" y="280257"/>
                  </a:cubicBezTo>
                  <a:lnTo>
                    <a:pt x="117575" y="280257"/>
                  </a:lnTo>
                  <a:cubicBezTo>
                    <a:pt x="113741" y="280257"/>
                    <a:pt x="111185" y="277703"/>
                    <a:pt x="111185" y="273873"/>
                  </a:cubicBezTo>
                  <a:lnTo>
                    <a:pt x="111185" y="144278"/>
                  </a:lnTo>
                  <a:cubicBezTo>
                    <a:pt x="111185" y="143001"/>
                    <a:pt x="111824" y="141086"/>
                    <a:pt x="113102" y="139809"/>
                  </a:cubicBezTo>
                  <a:lnTo>
                    <a:pt x="164221" y="82992"/>
                  </a:lnTo>
                  <a:cubicBezTo>
                    <a:pt x="165500" y="81715"/>
                    <a:pt x="167416" y="81076"/>
                    <a:pt x="169333" y="81076"/>
                  </a:cubicBezTo>
                  <a:lnTo>
                    <a:pt x="251124" y="81076"/>
                  </a:lnTo>
                  <a:cubicBezTo>
                    <a:pt x="254959" y="81076"/>
                    <a:pt x="257514" y="83630"/>
                    <a:pt x="257514" y="87460"/>
                  </a:cubicBezTo>
                  <a:lnTo>
                    <a:pt x="256876" y="273873"/>
                  </a:lnTo>
                  <a:close/>
                </a:path>
              </a:pathLst>
            </a:custGeom>
            <a:solidFill>
              <a:srgbClr val="007680"/>
            </a:solidFill>
            <a:ln w="6390" cap="flat">
              <a:noFill/>
              <a:prstDash val="solid"/>
              <a:miter/>
            </a:ln>
          </p:spPr>
          <p:txBody>
            <a:bodyPr rtlCol="0" anchor="ctr"/>
            <a:lstStyle/>
            <a:p>
              <a:endParaRPr lang="en-US"/>
            </a:p>
          </p:txBody>
        </p:sp>
        <p:sp>
          <p:nvSpPr>
            <p:cNvPr id="654" name="Graphic 4">
              <a:extLst>
                <a:ext uri="{FF2B5EF4-FFF2-40B4-BE49-F238E27FC236}">
                  <a16:creationId xmlns:a16="http://schemas.microsoft.com/office/drawing/2014/main" id="{620514AC-3E09-9C4A-A228-4078C0DB5668}"/>
                </a:ext>
              </a:extLst>
            </p:cNvPr>
            <p:cNvSpPr/>
            <p:nvPr/>
          </p:nvSpPr>
          <p:spPr>
            <a:xfrm>
              <a:off x="5257001" y="3027447"/>
              <a:ext cx="43451" cy="57455"/>
            </a:xfrm>
            <a:custGeom>
              <a:avLst/>
              <a:gdLst>
                <a:gd name="connsiteX0" fmla="*/ 12780 w 43451"/>
                <a:gd name="connsiteY0" fmla="*/ 16598 h 57455"/>
                <a:gd name="connsiteX1" fmla="*/ 7668 w 43451"/>
                <a:gd name="connsiteY1" fmla="*/ 22982 h 57455"/>
                <a:gd name="connsiteX2" fmla="*/ 0 w 43451"/>
                <a:gd name="connsiteY2" fmla="*/ 35750 h 57455"/>
                <a:gd name="connsiteX3" fmla="*/ 21726 w 43451"/>
                <a:gd name="connsiteY3" fmla="*/ 57456 h 57455"/>
                <a:gd name="connsiteX4" fmla="*/ 43451 w 43451"/>
                <a:gd name="connsiteY4" fmla="*/ 35750 h 57455"/>
                <a:gd name="connsiteX5" fmla="*/ 43451 w 43451"/>
                <a:gd name="connsiteY5" fmla="*/ 35750 h 57455"/>
                <a:gd name="connsiteX6" fmla="*/ 23004 w 43451"/>
                <a:gd name="connsiteY6" fmla="*/ 0 h 57455"/>
                <a:gd name="connsiteX7" fmla="*/ 12780 w 43451"/>
                <a:gd name="connsiteY7" fmla="*/ 16598 h 5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451" h="57455">
                  <a:moveTo>
                    <a:pt x="12780" y="16598"/>
                  </a:moveTo>
                  <a:cubicBezTo>
                    <a:pt x="11502" y="19152"/>
                    <a:pt x="9585" y="21067"/>
                    <a:pt x="7668" y="22982"/>
                  </a:cubicBezTo>
                  <a:cubicBezTo>
                    <a:pt x="4473" y="26813"/>
                    <a:pt x="1278" y="31281"/>
                    <a:pt x="0" y="35750"/>
                  </a:cubicBezTo>
                  <a:cubicBezTo>
                    <a:pt x="0" y="47880"/>
                    <a:pt x="9585" y="57456"/>
                    <a:pt x="21726" y="57456"/>
                  </a:cubicBezTo>
                  <a:cubicBezTo>
                    <a:pt x="33867" y="57456"/>
                    <a:pt x="43451" y="47880"/>
                    <a:pt x="43451" y="35750"/>
                  </a:cubicBezTo>
                  <a:cubicBezTo>
                    <a:pt x="43451" y="35750"/>
                    <a:pt x="43451" y="35750"/>
                    <a:pt x="43451" y="35750"/>
                  </a:cubicBezTo>
                  <a:cubicBezTo>
                    <a:pt x="43451" y="22982"/>
                    <a:pt x="31310" y="8938"/>
                    <a:pt x="23004" y="0"/>
                  </a:cubicBezTo>
                  <a:cubicBezTo>
                    <a:pt x="20448" y="5107"/>
                    <a:pt x="17253" y="10853"/>
                    <a:pt x="12780" y="16598"/>
                  </a:cubicBezTo>
                  <a:close/>
                </a:path>
              </a:pathLst>
            </a:custGeom>
            <a:solidFill>
              <a:srgbClr val="007680"/>
            </a:solidFill>
            <a:ln w="6390" cap="flat">
              <a:noFill/>
              <a:prstDash val="solid"/>
              <a:miter/>
            </a:ln>
          </p:spPr>
          <p:txBody>
            <a:bodyPr rtlCol="0" anchor="ctr"/>
            <a:lstStyle/>
            <a:p>
              <a:endParaRPr lang="en-US"/>
            </a:p>
          </p:txBody>
        </p:sp>
        <p:sp>
          <p:nvSpPr>
            <p:cNvPr id="655" name="Graphic 4">
              <a:extLst>
                <a:ext uri="{FF2B5EF4-FFF2-40B4-BE49-F238E27FC236}">
                  <a16:creationId xmlns:a16="http://schemas.microsoft.com/office/drawing/2014/main" id="{F1EF2176-29A0-314C-B568-28CDE2797C2F}"/>
                </a:ext>
              </a:extLst>
            </p:cNvPr>
            <p:cNvSpPr/>
            <p:nvPr/>
          </p:nvSpPr>
          <p:spPr>
            <a:xfrm>
              <a:off x="5216744" y="2949562"/>
              <a:ext cx="120130" cy="173644"/>
            </a:xfrm>
            <a:custGeom>
              <a:avLst/>
              <a:gdLst>
                <a:gd name="connsiteX0" fmla="*/ 0 w 120130"/>
                <a:gd name="connsiteY0" fmla="*/ 52987 h 173644"/>
                <a:gd name="connsiteX1" fmla="*/ 0 w 120130"/>
                <a:gd name="connsiteY1" fmla="*/ 173644 h 173644"/>
                <a:gd name="connsiteX2" fmla="*/ 120131 w 120130"/>
                <a:gd name="connsiteY2" fmla="*/ 173644 h 173644"/>
                <a:gd name="connsiteX3" fmla="*/ 120131 w 120130"/>
                <a:gd name="connsiteY3" fmla="*/ 0 h 173644"/>
                <a:gd name="connsiteX4" fmla="*/ 47285 w 120130"/>
                <a:gd name="connsiteY4" fmla="*/ 0 h 173644"/>
                <a:gd name="connsiteX5" fmla="*/ 0 w 120130"/>
                <a:gd name="connsiteY5" fmla="*/ 52987 h 173644"/>
                <a:gd name="connsiteX6" fmla="*/ 61982 w 120130"/>
                <a:gd name="connsiteY6" fmla="*/ 148747 h 173644"/>
                <a:gd name="connsiteX7" fmla="*/ 27477 w 120130"/>
                <a:gd name="connsiteY7" fmla="*/ 114273 h 173644"/>
                <a:gd name="connsiteX8" fmla="*/ 37700 w 120130"/>
                <a:gd name="connsiteY8" fmla="*/ 93845 h 173644"/>
                <a:gd name="connsiteX9" fmla="*/ 42173 w 120130"/>
                <a:gd name="connsiteY9" fmla="*/ 87461 h 173644"/>
                <a:gd name="connsiteX10" fmla="*/ 56231 w 120130"/>
                <a:gd name="connsiteY10" fmla="*/ 65117 h 173644"/>
                <a:gd name="connsiteX11" fmla="*/ 60704 w 120130"/>
                <a:gd name="connsiteY11" fmla="*/ 61925 h 173644"/>
                <a:gd name="connsiteX12" fmla="*/ 65816 w 120130"/>
                <a:gd name="connsiteY12" fmla="*/ 63201 h 173644"/>
                <a:gd name="connsiteX13" fmla="*/ 96488 w 120130"/>
                <a:gd name="connsiteY13" fmla="*/ 113635 h 173644"/>
                <a:gd name="connsiteX14" fmla="*/ 61982 w 120130"/>
                <a:gd name="connsiteY14" fmla="*/ 148747 h 173644"/>
                <a:gd name="connsiteX15" fmla="*/ 61982 w 120130"/>
                <a:gd name="connsiteY15" fmla="*/ 148747 h 173644"/>
                <a:gd name="connsiteX16" fmla="*/ 61982 w 120130"/>
                <a:gd name="connsiteY16" fmla="*/ 148747 h 173644"/>
                <a:gd name="connsiteX17" fmla="*/ 61982 w 120130"/>
                <a:gd name="connsiteY17" fmla="*/ 13406 h 173644"/>
                <a:gd name="connsiteX18" fmla="*/ 104795 w 120130"/>
                <a:gd name="connsiteY18" fmla="*/ 13406 h 173644"/>
                <a:gd name="connsiteX19" fmla="*/ 111185 w 120130"/>
                <a:gd name="connsiteY19" fmla="*/ 19790 h 173644"/>
                <a:gd name="connsiteX20" fmla="*/ 104795 w 120130"/>
                <a:gd name="connsiteY20" fmla="*/ 26174 h 173644"/>
                <a:gd name="connsiteX21" fmla="*/ 61982 w 120130"/>
                <a:gd name="connsiteY21" fmla="*/ 26174 h 173644"/>
                <a:gd name="connsiteX22" fmla="*/ 55592 w 120130"/>
                <a:gd name="connsiteY22" fmla="*/ 19790 h 173644"/>
                <a:gd name="connsiteX23" fmla="*/ 61982 w 120130"/>
                <a:gd name="connsiteY23" fmla="*/ 13406 h 173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0130" h="173644">
                  <a:moveTo>
                    <a:pt x="0" y="52987"/>
                  </a:moveTo>
                  <a:lnTo>
                    <a:pt x="0" y="173644"/>
                  </a:lnTo>
                  <a:lnTo>
                    <a:pt x="120131" y="173644"/>
                  </a:lnTo>
                  <a:lnTo>
                    <a:pt x="120131" y="0"/>
                  </a:lnTo>
                  <a:lnTo>
                    <a:pt x="47285" y="0"/>
                  </a:lnTo>
                  <a:lnTo>
                    <a:pt x="0" y="52987"/>
                  </a:lnTo>
                  <a:close/>
                  <a:moveTo>
                    <a:pt x="61982" y="148747"/>
                  </a:moveTo>
                  <a:cubicBezTo>
                    <a:pt x="42812" y="148747"/>
                    <a:pt x="27477" y="133425"/>
                    <a:pt x="27477" y="114273"/>
                  </a:cubicBezTo>
                  <a:cubicBezTo>
                    <a:pt x="27477" y="107251"/>
                    <a:pt x="32589" y="100867"/>
                    <a:pt x="37700" y="93845"/>
                  </a:cubicBezTo>
                  <a:cubicBezTo>
                    <a:pt x="38978" y="91929"/>
                    <a:pt x="40895" y="90014"/>
                    <a:pt x="42173" y="87461"/>
                  </a:cubicBezTo>
                  <a:cubicBezTo>
                    <a:pt x="49841" y="76608"/>
                    <a:pt x="56231" y="65755"/>
                    <a:pt x="56231" y="65117"/>
                  </a:cubicBezTo>
                  <a:cubicBezTo>
                    <a:pt x="56870" y="63201"/>
                    <a:pt x="58787" y="62563"/>
                    <a:pt x="60704" y="61925"/>
                  </a:cubicBezTo>
                  <a:cubicBezTo>
                    <a:pt x="62621" y="61286"/>
                    <a:pt x="64538" y="61925"/>
                    <a:pt x="65816" y="63201"/>
                  </a:cubicBezTo>
                  <a:cubicBezTo>
                    <a:pt x="67094" y="64478"/>
                    <a:pt x="96488" y="88737"/>
                    <a:pt x="96488" y="113635"/>
                  </a:cubicBezTo>
                  <a:cubicBezTo>
                    <a:pt x="97127" y="132787"/>
                    <a:pt x="81152" y="148747"/>
                    <a:pt x="61982" y="148747"/>
                  </a:cubicBezTo>
                  <a:cubicBezTo>
                    <a:pt x="62621" y="148747"/>
                    <a:pt x="61982" y="148747"/>
                    <a:pt x="61982" y="148747"/>
                  </a:cubicBezTo>
                  <a:lnTo>
                    <a:pt x="61982" y="148747"/>
                  </a:lnTo>
                  <a:close/>
                  <a:moveTo>
                    <a:pt x="61982" y="13406"/>
                  </a:moveTo>
                  <a:lnTo>
                    <a:pt x="104795" y="13406"/>
                  </a:lnTo>
                  <a:cubicBezTo>
                    <a:pt x="108629" y="13406"/>
                    <a:pt x="111185" y="15960"/>
                    <a:pt x="111185" y="19790"/>
                  </a:cubicBezTo>
                  <a:cubicBezTo>
                    <a:pt x="111185" y="23621"/>
                    <a:pt x="108629" y="26174"/>
                    <a:pt x="104795" y="26174"/>
                  </a:cubicBezTo>
                  <a:lnTo>
                    <a:pt x="61982" y="26174"/>
                  </a:lnTo>
                  <a:cubicBezTo>
                    <a:pt x="58148" y="26174"/>
                    <a:pt x="55592" y="23621"/>
                    <a:pt x="55592" y="19790"/>
                  </a:cubicBezTo>
                  <a:cubicBezTo>
                    <a:pt x="55592" y="15960"/>
                    <a:pt x="58787" y="13406"/>
                    <a:pt x="61982" y="13406"/>
                  </a:cubicBezTo>
                  <a:close/>
                </a:path>
              </a:pathLst>
            </a:custGeom>
            <a:solidFill>
              <a:srgbClr val="007680"/>
            </a:solidFill>
            <a:ln w="6390" cap="flat">
              <a:noFill/>
              <a:prstDash val="solid"/>
              <a:miter/>
            </a:ln>
          </p:spPr>
          <p:txBody>
            <a:bodyPr rtlCol="0" anchor="ctr"/>
            <a:lstStyle/>
            <a:p>
              <a:endParaRPr lang="en-US"/>
            </a:p>
          </p:txBody>
        </p:sp>
      </p:grpSp>
      <p:grpSp>
        <p:nvGrpSpPr>
          <p:cNvPr id="656" name="Graphic 4">
            <a:extLst>
              <a:ext uri="{FF2B5EF4-FFF2-40B4-BE49-F238E27FC236}">
                <a16:creationId xmlns:a16="http://schemas.microsoft.com/office/drawing/2014/main" id="{5DD62417-5310-EA40-A662-60B5BC9C346E}"/>
              </a:ext>
            </a:extLst>
          </p:cNvPr>
          <p:cNvGrpSpPr>
            <a:grpSpLocks noChangeAspect="1"/>
          </p:cNvGrpSpPr>
          <p:nvPr/>
        </p:nvGrpSpPr>
        <p:grpSpPr>
          <a:xfrm>
            <a:off x="4045469" y="1402723"/>
            <a:ext cx="362309" cy="361971"/>
            <a:chOff x="4045469" y="1402723"/>
            <a:chExt cx="362309" cy="361971"/>
          </a:xfrm>
          <a:solidFill>
            <a:srgbClr val="007680"/>
          </a:solidFill>
        </p:grpSpPr>
        <p:sp>
          <p:nvSpPr>
            <p:cNvPr id="657" name="Graphic 4">
              <a:extLst>
                <a:ext uri="{FF2B5EF4-FFF2-40B4-BE49-F238E27FC236}">
                  <a16:creationId xmlns:a16="http://schemas.microsoft.com/office/drawing/2014/main" id="{DA3EFCCB-0013-734C-8F8F-BC57AF411417}"/>
                </a:ext>
              </a:extLst>
            </p:cNvPr>
            <p:cNvSpPr/>
            <p:nvPr/>
          </p:nvSpPr>
          <p:spPr>
            <a:xfrm>
              <a:off x="4243557" y="1599988"/>
              <a:ext cx="33227" cy="33196"/>
            </a:xfrm>
            <a:custGeom>
              <a:avLst/>
              <a:gdLst>
                <a:gd name="connsiteX0" fmla="*/ 0 w 33227"/>
                <a:gd name="connsiteY0" fmla="*/ 9576 h 33196"/>
                <a:gd name="connsiteX1" fmla="*/ 14058 w 33227"/>
                <a:gd name="connsiteY1" fmla="*/ 33197 h 33196"/>
                <a:gd name="connsiteX2" fmla="*/ 33228 w 33227"/>
                <a:gd name="connsiteY2" fmla="*/ 0 h 33196"/>
                <a:gd name="connsiteX3" fmla="*/ 5751 w 33227"/>
                <a:gd name="connsiteY3" fmla="*/ 0 h 33196"/>
                <a:gd name="connsiteX4" fmla="*/ 0 w 33227"/>
                <a:gd name="connsiteY4" fmla="*/ 9576 h 33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27" h="33196">
                  <a:moveTo>
                    <a:pt x="0" y="9576"/>
                  </a:moveTo>
                  <a:lnTo>
                    <a:pt x="14058" y="33197"/>
                  </a:lnTo>
                  <a:cubicBezTo>
                    <a:pt x="24921" y="24897"/>
                    <a:pt x="31311" y="13406"/>
                    <a:pt x="33228" y="0"/>
                  </a:cubicBezTo>
                  <a:lnTo>
                    <a:pt x="5751" y="0"/>
                  </a:lnTo>
                  <a:cubicBezTo>
                    <a:pt x="4473" y="3830"/>
                    <a:pt x="2556" y="7022"/>
                    <a:pt x="0" y="9576"/>
                  </a:cubicBezTo>
                  <a:close/>
                </a:path>
              </a:pathLst>
            </a:custGeom>
            <a:solidFill>
              <a:srgbClr val="007680"/>
            </a:solidFill>
            <a:ln w="6390" cap="flat">
              <a:noFill/>
              <a:prstDash val="solid"/>
              <a:miter/>
            </a:ln>
          </p:spPr>
          <p:txBody>
            <a:bodyPr rtlCol="0" anchor="ctr"/>
            <a:lstStyle/>
            <a:p>
              <a:endParaRPr lang="en-US"/>
            </a:p>
          </p:txBody>
        </p:sp>
        <p:sp>
          <p:nvSpPr>
            <p:cNvPr id="658" name="Graphic 4">
              <a:extLst>
                <a:ext uri="{FF2B5EF4-FFF2-40B4-BE49-F238E27FC236}">
                  <a16:creationId xmlns:a16="http://schemas.microsoft.com/office/drawing/2014/main" id="{61621BBE-F98A-A94E-AB08-73DFA0838C50}"/>
                </a:ext>
              </a:extLst>
            </p:cNvPr>
            <p:cNvSpPr/>
            <p:nvPr/>
          </p:nvSpPr>
          <p:spPr>
            <a:xfrm>
              <a:off x="4207773" y="1544447"/>
              <a:ext cx="38339" cy="27451"/>
            </a:xfrm>
            <a:custGeom>
              <a:avLst/>
              <a:gdLst>
                <a:gd name="connsiteX0" fmla="*/ 38340 w 38339"/>
                <a:gd name="connsiteY0" fmla="*/ 3830 h 27451"/>
                <a:gd name="connsiteX1" fmla="*/ 0 w 38339"/>
                <a:gd name="connsiteY1" fmla="*/ 3830 h 27451"/>
                <a:gd name="connsiteX2" fmla="*/ 13419 w 38339"/>
                <a:gd name="connsiteY2" fmla="*/ 27451 h 27451"/>
                <a:gd name="connsiteX3" fmla="*/ 24282 w 38339"/>
                <a:gd name="connsiteY3" fmla="*/ 27451 h 27451"/>
                <a:gd name="connsiteX4" fmla="*/ 38340 w 38339"/>
                <a:gd name="connsiteY4" fmla="*/ 3830 h 27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39" h="27451">
                  <a:moveTo>
                    <a:pt x="38340" y="3830"/>
                  </a:moveTo>
                  <a:cubicBezTo>
                    <a:pt x="26199" y="-1277"/>
                    <a:pt x="12141" y="-1277"/>
                    <a:pt x="0" y="3830"/>
                  </a:cubicBezTo>
                  <a:lnTo>
                    <a:pt x="13419" y="27451"/>
                  </a:lnTo>
                  <a:cubicBezTo>
                    <a:pt x="17253" y="26813"/>
                    <a:pt x="21087" y="26813"/>
                    <a:pt x="24282" y="27451"/>
                  </a:cubicBezTo>
                  <a:lnTo>
                    <a:pt x="38340" y="3830"/>
                  </a:lnTo>
                  <a:close/>
                </a:path>
              </a:pathLst>
            </a:custGeom>
            <a:solidFill>
              <a:srgbClr val="007680"/>
            </a:solidFill>
            <a:ln w="6390" cap="flat">
              <a:noFill/>
              <a:prstDash val="solid"/>
              <a:miter/>
            </a:ln>
          </p:spPr>
          <p:txBody>
            <a:bodyPr rtlCol="0" anchor="ctr"/>
            <a:lstStyle/>
            <a:p>
              <a:endParaRPr lang="en-US"/>
            </a:p>
          </p:txBody>
        </p:sp>
        <p:sp>
          <p:nvSpPr>
            <p:cNvPr id="659" name="Graphic 4">
              <a:extLst>
                <a:ext uri="{FF2B5EF4-FFF2-40B4-BE49-F238E27FC236}">
                  <a16:creationId xmlns:a16="http://schemas.microsoft.com/office/drawing/2014/main" id="{96316ADF-96F4-1841-8E45-BDF375C9F594}"/>
                </a:ext>
              </a:extLst>
            </p:cNvPr>
            <p:cNvSpPr/>
            <p:nvPr/>
          </p:nvSpPr>
          <p:spPr>
            <a:xfrm>
              <a:off x="4126142" y="1483161"/>
              <a:ext cx="201123" cy="174282"/>
            </a:xfrm>
            <a:custGeom>
              <a:avLst/>
              <a:gdLst>
                <a:gd name="connsiteX0" fmla="*/ 104635 w 201123"/>
                <a:gd name="connsiteY0" fmla="*/ 2554 h 174282"/>
                <a:gd name="connsiteX1" fmla="*/ 100162 w 201123"/>
                <a:gd name="connsiteY1" fmla="*/ 0 h 174282"/>
                <a:gd name="connsiteX2" fmla="*/ 100162 w 201123"/>
                <a:gd name="connsiteY2" fmla="*/ 0 h 174282"/>
                <a:gd name="connsiteX3" fmla="*/ 95689 w 201123"/>
                <a:gd name="connsiteY3" fmla="*/ 2554 h 174282"/>
                <a:gd name="connsiteX4" fmla="*/ 479 w 201123"/>
                <a:gd name="connsiteY4" fmla="*/ 166622 h 174282"/>
                <a:gd name="connsiteX5" fmla="*/ 479 w 201123"/>
                <a:gd name="connsiteY5" fmla="*/ 171729 h 174282"/>
                <a:gd name="connsiteX6" fmla="*/ 4952 w 201123"/>
                <a:gd name="connsiteY6" fmla="*/ 174283 h 174282"/>
                <a:gd name="connsiteX7" fmla="*/ 196011 w 201123"/>
                <a:gd name="connsiteY7" fmla="*/ 174283 h 174282"/>
                <a:gd name="connsiteX8" fmla="*/ 201123 w 201123"/>
                <a:gd name="connsiteY8" fmla="*/ 169176 h 174282"/>
                <a:gd name="connsiteX9" fmla="*/ 200484 w 201123"/>
                <a:gd name="connsiteY9" fmla="*/ 166622 h 174282"/>
                <a:gd name="connsiteX10" fmla="*/ 104635 w 201123"/>
                <a:gd name="connsiteY10" fmla="*/ 2554 h 174282"/>
                <a:gd name="connsiteX11" fmla="*/ 98245 w 201123"/>
                <a:gd name="connsiteY11" fmla="*/ 128318 h 174282"/>
                <a:gd name="connsiteX12" fmla="*/ 78436 w 201123"/>
                <a:gd name="connsiteY12" fmla="*/ 162792 h 174282"/>
                <a:gd name="connsiteX13" fmla="*/ 74603 w 201123"/>
                <a:gd name="connsiteY13" fmla="*/ 165984 h 174282"/>
                <a:gd name="connsiteX14" fmla="*/ 72685 w 201123"/>
                <a:gd name="connsiteY14" fmla="*/ 165984 h 174282"/>
                <a:gd name="connsiteX15" fmla="*/ 69490 w 201123"/>
                <a:gd name="connsiteY15" fmla="*/ 165345 h 174282"/>
                <a:gd name="connsiteX16" fmla="*/ 38180 w 201123"/>
                <a:gd name="connsiteY16" fmla="*/ 111081 h 174282"/>
                <a:gd name="connsiteX17" fmla="*/ 44570 w 201123"/>
                <a:gd name="connsiteY17" fmla="*/ 104697 h 174282"/>
                <a:gd name="connsiteX18" fmla="*/ 84188 w 201123"/>
                <a:gd name="connsiteY18" fmla="*/ 104697 h 174282"/>
                <a:gd name="connsiteX19" fmla="*/ 90577 w 201123"/>
                <a:gd name="connsiteY19" fmla="*/ 111081 h 174282"/>
                <a:gd name="connsiteX20" fmla="*/ 95689 w 201123"/>
                <a:gd name="connsiteY20" fmla="*/ 120019 h 174282"/>
                <a:gd name="connsiteX21" fmla="*/ 98245 w 201123"/>
                <a:gd name="connsiteY21" fmla="*/ 128318 h 174282"/>
                <a:gd name="connsiteX22" fmla="*/ 98245 w 201123"/>
                <a:gd name="connsiteY22" fmla="*/ 128318 h 174282"/>
                <a:gd name="connsiteX23" fmla="*/ 95689 w 201123"/>
                <a:gd name="connsiteY23" fmla="*/ 102144 h 174282"/>
                <a:gd name="connsiteX24" fmla="*/ 90577 w 201123"/>
                <a:gd name="connsiteY24" fmla="*/ 102782 h 174282"/>
                <a:gd name="connsiteX25" fmla="*/ 86743 w 201123"/>
                <a:gd name="connsiteY25" fmla="*/ 99590 h 174282"/>
                <a:gd name="connsiteX26" fmla="*/ 66935 w 201123"/>
                <a:gd name="connsiteY26" fmla="*/ 65117 h 174282"/>
                <a:gd name="connsiteX27" fmla="*/ 69490 w 201123"/>
                <a:gd name="connsiteY27" fmla="*/ 56179 h 174282"/>
                <a:gd name="connsiteX28" fmla="*/ 69490 w 201123"/>
                <a:gd name="connsiteY28" fmla="*/ 56179 h 174282"/>
                <a:gd name="connsiteX29" fmla="*/ 132112 w 201123"/>
                <a:gd name="connsiteY29" fmla="*/ 56179 h 174282"/>
                <a:gd name="connsiteX30" fmla="*/ 134668 w 201123"/>
                <a:gd name="connsiteY30" fmla="*/ 65117 h 174282"/>
                <a:gd name="connsiteX31" fmla="*/ 134668 w 201123"/>
                <a:gd name="connsiteY31" fmla="*/ 65117 h 174282"/>
                <a:gd name="connsiteX32" fmla="*/ 114859 w 201123"/>
                <a:gd name="connsiteY32" fmla="*/ 99590 h 174282"/>
                <a:gd name="connsiteX33" fmla="*/ 111025 w 201123"/>
                <a:gd name="connsiteY33" fmla="*/ 102782 h 174282"/>
                <a:gd name="connsiteX34" fmla="*/ 109108 w 201123"/>
                <a:gd name="connsiteY34" fmla="*/ 102782 h 174282"/>
                <a:gd name="connsiteX35" fmla="*/ 105913 w 201123"/>
                <a:gd name="connsiteY35" fmla="*/ 102144 h 174282"/>
                <a:gd name="connsiteX36" fmla="*/ 95689 w 201123"/>
                <a:gd name="connsiteY36" fmla="*/ 102144 h 174282"/>
                <a:gd name="connsiteX37" fmla="*/ 132112 w 201123"/>
                <a:gd name="connsiteY37" fmla="*/ 164707 h 174282"/>
                <a:gd name="connsiteX38" fmla="*/ 128917 w 201123"/>
                <a:gd name="connsiteY38" fmla="*/ 165345 h 174282"/>
                <a:gd name="connsiteX39" fmla="*/ 127000 w 201123"/>
                <a:gd name="connsiteY39" fmla="*/ 165345 h 174282"/>
                <a:gd name="connsiteX40" fmla="*/ 123166 w 201123"/>
                <a:gd name="connsiteY40" fmla="*/ 162153 h 174282"/>
                <a:gd name="connsiteX41" fmla="*/ 103357 w 201123"/>
                <a:gd name="connsiteY41" fmla="*/ 127680 h 174282"/>
                <a:gd name="connsiteX42" fmla="*/ 105913 w 201123"/>
                <a:gd name="connsiteY42" fmla="*/ 118742 h 174282"/>
                <a:gd name="connsiteX43" fmla="*/ 105913 w 201123"/>
                <a:gd name="connsiteY43" fmla="*/ 118742 h 174282"/>
                <a:gd name="connsiteX44" fmla="*/ 111025 w 201123"/>
                <a:gd name="connsiteY44" fmla="*/ 109804 h 174282"/>
                <a:gd name="connsiteX45" fmla="*/ 117415 w 201123"/>
                <a:gd name="connsiteY45" fmla="*/ 103420 h 174282"/>
                <a:gd name="connsiteX46" fmla="*/ 157033 w 201123"/>
                <a:gd name="connsiteY46" fmla="*/ 103420 h 174282"/>
                <a:gd name="connsiteX47" fmla="*/ 163423 w 201123"/>
                <a:gd name="connsiteY47" fmla="*/ 109804 h 174282"/>
                <a:gd name="connsiteX48" fmla="*/ 132112 w 201123"/>
                <a:gd name="connsiteY48" fmla="*/ 164707 h 17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01123" h="174282">
                  <a:moveTo>
                    <a:pt x="104635" y="2554"/>
                  </a:moveTo>
                  <a:cubicBezTo>
                    <a:pt x="103996" y="1277"/>
                    <a:pt x="102079" y="0"/>
                    <a:pt x="100162" y="0"/>
                  </a:cubicBezTo>
                  <a:lnTo>
                    <a:pt x="100162" y="0"/>
                  </a:lnTo>
                  <a:cubicBezTo>
                    <a:pt x="98245" y="0"/>
                    <a:pt x="96328" y="1277"/>
                    <a:pt x="95689" y="2554"/>
                  </a:cubicBezTo>
                  <a:lnTo>
                    <a:pt x="479" y="166622"/>
                  </a:lnTo>
                  <a:cubicBezTo>
                    <a:pt x="-160" y="168537"/>
                    <a:pt x="-160" y="170452"/>
                    <a:pt x="479" y="171729"/>
                  </a:cubicBezTo>
                  <a:cubicBezTo>
                    <a:pt x="1118" y="173644"/>
                    <a:pt x="3035" y="174283"/>
                    <a:pt x="4952" y="174283"/>
                  </a:cubicBezTo>
                  <a:lnTo>
                    <a:pt x="196011" y="174283"/>
                  </a:lnTo>
                  <a:cubicBezTo>
                    <a:pt x="198567" y="174283"/>
                    <a:pt x="201123" y="171729"/>
                    <a:pt x="201123" y="169176"/>
                  </a:cubicBezTo>
                  <a:cubicBezTo>
                    <a:pt x="201123" y="167899"/>
                    <a:pt x="201123" y="167260"/>
                    <a:pt x="200484" y="166622"/>
                  </a:cubicBezTo>
                  <a:lnTo>
                    <a:pt x="104635" y="2554"/>
                  </a:lnTo>
                  <a:close/>
                  <a:moveTo>
                    <a:pt x="98245" y="128318"/>
                  </a:moveTo>
                  <a:lnTo>
                    <a:pt x="78436" y="162792"/>
                  </a:lnTo>
                  <a:cubicBezTo>
                    <a:pt x="77798" y="164068"/>
                    <a:pt x="75880" y="165345"/>
                    <a:pt x="74603" y="165984"/>
                  </a:cubicBezTo>
                  <a:cubicBezTo>
                    <a:pt x="73963" y="165984"/>
                    <a:pt x="73325" y="165984"/>
                    <a:pt x="72685" y="165984"/>
                  </a:cubicBezTo>
                  <a:cubicBezTo>
                    <a:pt x="71408" y="165984"/>
                    <a:pt x="70768" y="165345"/>
                    <a:pt x="69490" y="165345"/>
                  </a:cubicBezTo>
                  <a:cubicBezTo>
                    <a:pt x="50321" y="153854"/>
                    <a:pt x="38180" y="133425"/>
                    <a:pt x="38180" y="111081"/>
                  </a:cubicBezTo>
                  <a:cubicBezTo>
                    <a:pt x="38180" y="107251"/>
                    <a:pt x="40736" y="104697"/>
                    <a:pt x="44570" y="104697"/>
                  </a:cubicBezTo>
                  <a:lnTo>
                    <a:pt x="84188" y="104697"/>
                  </a:lnTo>
                  <a:cubicBezTo>
                    <a:pt x="88021" y="104697"/>
                    <a:pt x="90577" y="107251"/>
                    <a:pt x="90577" y="111081"/>
                  </a:cubicBezTo>
                  <a:cubicBezTo>
                    <a:pt x="90577" y="114912"/>
                    <a:pt x="92494" y="118104"/>
                    <a:pt x="95689" y="120019"/>
                  </a:cubicBezTo>
                  <a:cubicBezTo>
                    <a:pt x="98884" y="121296"/>
                    <a:pt x="100162" y="125126"/>
                    <a:pt x="98245" y="128318"/>
                  </a:cubicBezTo>
                  <a:cubicBezTo>
                    <a:pt x="98245" y="128318"/>
                    <a:pt x="98245" y="128318"/>
                    <a:pt x="98245" y="128318"/>
                  </a:cubicBezTo>
                  <a:close/>
                  <a:moveTo>
                    <a:pt x="95689" y="102144"/>
                  </a:moveTo>
                  <a:cubicBezTo>
                    <a:pt x="94411" y="102782"/>
                    <a:pt x="92494" y="103420"/>
                    <a:pt x="90577" y="102782"/>
                  </a:cubicBezTo>
                  <a:cubicBezTo>
                    <a:pt x="88660" y="102144"/>
                    <a:pt x="87383" y="101505"/>
                    <a:pt x="86743" y="99590"/>
                  </a:cubicBezTo>
                  <a:lnTo>
                    <a:pt x="66935" y="65117"/>
                  </a:lnTo>
                  <a:cubicBezTo>
                    <a:pt x="65018" y="61925"/>
                    <a:pt x="66295" y="58094"/>
                    <a:pt x="69490" y="56179"/>
                  </a:cubicBezTo>
                  <a:cubicBezTo>
                    <a:pt x="69490" y="56179"/>
                    <a:pt x="69490" y="56179"/>
                    <a:pt x="69490" y="56179"/>
                  </a:cubicBezTo>
                  <a:cubicBezTo>
                    <a:pt x="88660" y="45326"/>
                    <a:pt x="112942" y="45326"/>
                    <a:pt x="132112" y="56179"/>
                  </a:cubicBezTo>
                  <a:cubicBezTo>
                    <a:pt x="135307" y="58094"/>
                    <a:pt x="135946" y="61925"/>
                    <a:pt x="134668" y="65117"/>
                  </a:cubicBezTo>
                  <a:cubicBezTo>
                    <a:pt x="134668" y="65117"/>
                    <a:pt x="134668" y="65117"/>
                    <a:pt x="134668" y="65117"/>
                  </a:cubicBezTo>
                  <a:lnTo>
                    <a:pt x="114859" y="99590"/>
                  </a:lnTo>
                  <a:cubicBezTo>
                    <a:pt x="114220" y="100867"/>
                    <a:pt x="112303" y="102144"/>
                    <a:pt x="111025" y="102782"/>
                  </a:cubicBezTo>
                  <a:cubicBezTo>
                    <a:pt x="110386" y="102782"/>
                    <a:pt x="109747" y="102782"/>
                    <a:pt x="109108" y="102782"/>
                  </a:cubicBezTo>
                  <a:cubicBezTo>
                    <a:pt x="107830" y="102782"/>
                    <a:pt x="107191" y="102782"/>
                    <a:pt x="105913" y="102144"/>
                  </a:cubicBezTo>
                  <a:cubicBezTo>
                    <a:pt x="102718" y="100229"/>
                    <a:pt x="98884" y="100229"/>
                    <a:pt x="95689" y="102144"/>
                  </a:cubicBezTo>
                  <a:close/>
                  <a:moveTo>
                    <a:pt x="132112" y="164707"/>
                  </a:moveTo>
                  <a:cubicBezTo>
                    <a:pt x="130834" y="165345"/>
                    <a:pt x="130195" y="165345"/>
                    <a:pt x="128917" y="165345"/>
                  </a:cubicBezTo>
                  <a:cubicBezTo>
                    <a:pt x="128278" y="165345"/>
                    <a:pt x="127639" y="165345"/>
                    <a:pt x="127000" y="165345"/>
                  </a:cubicBezTo>
                  <a:cubicBezTo>
                    <a:pt x="125083" y="164707"/>
                    <a:pt x="123805" y="164068"/>
                    <a:pt x="123166" y="162153"/>
                  </a:cubicBezTo>
                  <a:lnTo>
                    <a:pt x="103357" y="127680"/>
                  </a:lnTo>
                  <a:cubicBezTo>
                    <a:pt x="101440" y="124488"/>
                    <a:pt x="102718" y="120657"/>
                    <a:pt x="105913" y="118742"/>
                  </a:cubicBezTo>
                  <a:cubicBezTo>
                    <a:pt x="105913" y="118742"/>
                    <a:pt x="105913" y="118742"/>
                    <a:pt x="105913" y="118742"/>
                  </a:cubicBezTo>
                  <a:cubicBezTo>
                    <a:pt x="109108" y="116827"/>
                    <a:pt x="111025" y="113635"/>
                    <a:pt x="111025" y="109804"/>
                  </a:cubicBezTo>
                  <a:cubicBezTo>
                    <a:pt x="111025" y="105974"/>
                    <a:pt x="113581" y="103420"/>
                    <a:pt x="117415" y="103420"/>
                  </a:cubicBezTo>
                  <a:lnTo>
                    <a:pt x="157033" y="103420"/>
                  </a:lnTo>
                  <a:cubicBezTo>
                    <a:pt x="160867" y="103420"/>
                    <a:pt x="163423" y="105974"/>
                    <a:pt x="163423" y="109804"/>
                  </a:cubicBezTo>
                  <a:cubicBezTo>
                    <a:pt x="163423" y="133425"/>
                    <a:pt x="151282" y="153854"/>
                    <a:pt x="132112" y="164707"/>
                  </a:cubicBezTo>
                  <a:close/>
                </a:path>
              </a:pathLst>
            </a:custGeom>
            <a:solidFill>
              <a:srgbClr val="007680"/>
            </a:solidFill>
            <a:ln w="6390" cap="flat">
              <a:noFill/>
              <a:prstDash val="solid"/>
              <a:miter/>
            </a:ln>
          </p:spPr>
          <p:txBody>
            <a:bodyPr rtlCol="0" anchor="ctr"/>
            <a:lstStyle/>
            <a:p>
              <a:endParaRPr lang="en-US"/>
            </a:p>
          </p:txBody>
        </p:sp>
        <p:sp>
          <p:nvSpPr>
            <p:cNvPr id="660" name="Graphic 4">
              <a:extLst>
                <a:ext uri="{FF2B5EF4-FFF2-40B4-BE49-F238E27FC236}">
                  <a16:creationId xmlns:a16="http://schemas.microsoft.com/office/drawing/2014/main" id="{97ED39F6-3F29-D744-B622-A6BE31CD7BA7}"/>
                </a:ext>
              </a:extLst>
            </p:cNvPr>
            <p:cNvSpPr/>
            <p:nvPr/>
          </p:nvSpPr>
          <p:spPr>
            <a:xfrm>
              <a:off x="4045469" y="14027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92659 w 362309"/>
                <a:gd name="connsiteY6" fmla="*/ 258551 h 361971"/>
                <a:gd name="connsiteX7" fmla="*/ 277323 w 362309"/>
                <a:gd name="connsiteY7" fmla="*/ 267489 h 361971"/>
                <a:gd name="connsiteX8" fmla="*/ 86264 w 362309"/>
                <a:gd name="connsiteY8" fmla="*/ 267489 h 361971"/>
                <a:gd name="connsiteX9" fmla="*/ 68372 w 362309"/>
                <a:gd name="connsiteY9" fmla="*/ 249614 h 361971"/>
                <a:gd name="connsiteX10" fmla="*/ 70929 w 362309"/>
                <a:gd name="connsiteY10" fmla="*/ 240676 h 361971"/>
                <a:gd name="connsiteX11" fmla="*/ 166138 w 362309"/>
                <a:gd name="connsiteY11" fmla="*/ 76608 h 361971"/>
                <a:gd name="connsiteX12" fmla="*/ 166138 w 362309"/>
                <a:gd name="connsiteY12" fmla="*/ 76608 h 361971"/>
                <a:gd name="connsiteX13" fmla="*/ 181474 w 362309"/>
                <a:gd name="connsiteY13" fmla="*/ 67670 h 361971"/>
                <a:gd name="connsiteX14" fmla="*/ 181474 w 362309"/>
                <a:gd name="connsiteY14" fmla="*/ 67670 h 361971"/>
                <a:gd name="connsiteX15" fmla="*/ 196810 w 362309"/>
                <a:gd name="connsiteY15" fmla="*/ 76608 h 361971"/>
                <a:gd name="connsiteX16" fmla="*/ 292659 w 362309"/>
                <a:gd name="connsiteY16" fmla="*/ 240676 h 361971"/>
                <a:gd name="connsiteX17" fmla="*/ 292659 w 362309"/>
                <a:gd name="connsiteY17" fmla="*/ 25855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lose/>
                  <a:moveTo>
                    <a:pt x="292659" y="258551"/>
                  </a:moveTo>
                  <a:cubicBezTo>
                    <a:pt x="289464" y="264297"/>
                    <a:pt x="283713" y="267489"/>
                    <a:pt x="277323" y="267489"/>
                  </a:cubicBezTo>
                  <a:lnTo>
                    <a:pt x="86264" y="267489"/>
                  </a:lnTo>
                  <a:cubicBezTo>
                    <a:pt x="76040" y="267489"/>
                    <a:pt x="68372" y="259190"/>
                    <a:pt x="68372" y="249614"/>
                  </a:cubicBezTo>
                  <a:cubicBezTo>
                    <a:pt x="68372" y="246422"/>
                    <a:pt x="69012" y="243230"/>
                    <a:pt x="70929" y="240676"/>
                  </a:cubicBezTo>
                  <a:lnTo>
                    <a:pt x="166138" y="76608"/>
                  </a:lnTo>
                  <a:lnTo>
                    <a:pt x="166138" y="76608"/>
                  </a:lnTo>
                  <a:cubicBezTo>
                    <a:pt x="169333" y="70862"/>
                    <a:pt x="175084" y="67670"/>
                    <a:pt x="181474" y="67670"/>
                  </a:cubicBezTo>
                  <a:lnTo>
                    <a:pt x="181474" y="67670"/>
                  </a:lnTo>
                  <a:cubicBezTo>
                    <a:pt x="187864" y="67670"/>
                    <a:pt x="193615" y="70862"/>
                    <a:pt x="196810" y="76608"/>
                  </a:cubicBezTo>
                  <a:lnTo>
                    <a:pt x="292659" y="240676"/>
                  </a:lnTo>
                  <a:cubicBezTo>
                    <a:pt x="295854" y="246422"/>
                    <a:pt x="295854" y="253444"/>
                    <a:pt x="292659" y="258551"/>
                  </a:cubicBezTo>
                  <a:close/>
                </a:path>
              </a:pathLst>
            </a:custGeom>
            <a:solidFill>
              <a:srgbClr val="007680"/>
            </a:solidFill>
            <a:ln w="6390" cap="flat">
              <a:noFill/>
              <a:prstDash val="solid"/>
              <a:miter/>
            </a:ln>
          </p:spPr>
          <p:txBody>
            <a:bodyPr rtlCol="0" anchor="ctr"/>
            <a:lstStyle/>
            <a:p>
              <a:endParaRPr lang="en-US"/>
            </a:p>
          </p:txBody>
        </p:sp>
        <p:sp>
          <p:nvSpPr>
            <p:cNvPr id="661" name="Graphic 4">
              <a:extLst>
                <a:ext uri="{FF2B5EF4-FFF2-40B4-BE49-F238E27FC236}">
                  <a16:creationId xmlns:a16="http://schemas.microsoft.com/office/drawing/2014/main" id="{BA22E51A-2381-744A-9BA2-061270CE2700}"/>
                </a:ext>
              </a:extLst>
            </p:cNvPr>
            <p:cNvSpPr/>
            <p:nvPr/>
          </p:nvSpPr>
          <p:spPr>
            <a:xfrm>
              <a:off x="4177740" y="1600627"/>
              <a:ext cx="33227" cy="33196"/>
            </a:xfrm>
            <a:custGeom>
              <a:avLst/>
              <a:gdLst>
                <a:gd name="connsiteX0" fmla="*/ 0 w 33227"/>
                <a:gd name="connsiteY0" fmla="*/ 0 h 33196"/>
                <a:gd name="connsiteX1" fmla="*/ 19170 w 33227"/>
                <a:gd name="connsiteY1" fmla="*/ 33197 h 33196"/>
                <a:gd name="connsiteX2" fmla="*/ 33228 w 33227"/>
                <a:gd name="connsiteY2" fmla="*/ 9576 h 33196"/>
                <a:gd name="connsiteX3" fmla="*/ 27477 w 33227"/>
                <a:gd name="connsiteY3" fmla="*/ 0 h 33196"/>
                <a:gd name="connsiteX4" fmla="*/ 0 w 33227"/>
                <a:gd name="connsiteY4" fmla="*/ 0 h 33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27" h="33196">
                  <a:moveTo>
                    <a:pt x="0" y="0"/>
                  </a:moveTo>
                  <a:cubicBezTo>
                    <a:pt x="1917" y="13406"/>
                    <a:pt x="8946" y="24897"/>
                    <a:pt x="19170" y="33197"/>
                  </a:cubicBezTo>
                  <a:lnTo>
                    <a:pt x="33228" y="9576"/>
                  </a:lnTo>
                  <a:cubicBezTo>
                    <a:pt x="30672" y="7022"/>
                    <a:pt x="28755" y="3830"/>
                    <a:pt x="27477" y="0"/>
                  </a:cubicBezTo>
                  <a:lnTo>
                    <a:pt x="0" y="0"/>
                  </a:lnTo>
                  <a:close/>
                </a:path>
              </a:pathLst>
            </a:custGeom>
            <a:solidFill>
              <a:srgbClr val="007680"/>
            </a:solidFill>
            <a:ln w="6390" cap="flat">
              <a:noFill/>
              <a:prstDash val="solid"/>
              <a:miter/>
            </a:ln>
          </p:spPr>
          <p:txBody>
            <a:bodyPr rtlCol="0" anchor="ctr"/>
            <a:lstStyle/>
            <a:p>
              <a:endParaRPr lang="en-US"/>
            </a:p>
          </p:txBody>
        </p:sp>
      </p:grpSp>
      <p:grpSp>
        <p:nvGrpSpPr>
          <p:cNvPr id="662" name="Graphic 4">
            <a:extLst>
              <a:ext uri="{FF2B5EF4-FFF2-40B4-BE49-F238E27FC236}">
                <a16:creationId xmlns:a16="http://schemas.microsoft.com/office/drawing/2014/main" id="{4DE397D2-E17D-AF4F-9E5D-DED9070C7706}"/>
              </a:ext>
            </a:extLst>
          </p:cNvPr>
          <p:cNvGrpSpPr>
            <a:grpSpLocks noChangeAspect="1"/>
          </p:cNvGrpSpPr>
          <p:nvPr/>
        </p:nvGrpSpPr>
        <p:grpSpPr>
          <a:xfrm>
            <a:off x="4045469" y="1885990"/>
            <a:ext cx="362309" cy="361971"/>
            <a:chOff x="4045469" y="1885990"/>
            <a:chExt cx="362309" cy="361971"/>
          </a:xfrm>
          <a:solidFill>
            <a:srgbClr val="007680"/>
          </a:solidFill>
        </p:grpSpPr>
        <p:sp>
          <p:nvSpPr>
            <p:cNvPr id="663" name="Graphic 4">
              <a:extLst>
                <a:ext uri="{FF2B5EF4-FFF2-40B4-BE49-F238E27FC236}">
                  <a16:creationId xmlns:a16="http://schemas.microsoft.com/office/drawing/2014/main" id="{7FE1B30D-B5FD-9B49-AF33-E5EF98C016FD}"/>
                </a:ext>
              </a:extLst>
            </p:cNvPr>
            <p:cNvSpPr/>
            <p:nvPr/>
          </p:nvSpPr>
          <p:spPr>
            <a:xfrm>
              <a:off x="4189881" y="1981103"/>
              <a:ext cx="77318" cy="54911"/>
            </a:xfrm>
            <a:custGeom>
              <a:avLst/>
              <a:gdLst>
                <a:gd name="connsiteX0" fmla="*/ 51758 w 77318"/>
                <a:gd name="connsiteY0" fmla="*/ 53634 h 54911"/>
                <a:gd name="connsiteX1" fmla="*/ 77318 w 77318"/>
                <a:gd name="connsiteY1" fmla="*/ 10862 h 54911"/>
                <a:gd name="connsiteX2" fmla="*/ 0 w 77318"/>
                <a:gd name="connsiteY2" fmla="*/ 10862 h 54911"/>
                <a:gd name="connsiteX3" fmla="*/ 23004 w 77318"/>
                <a:gd name="connsiteY3" fmla="*/ 54911 h 54911"/>
                <a:gd name="connsiteX4" fmla="*/ 51758 w 77318"/>
                <a:gd name="connsiteY4" fmla="*/ 53634 h 54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18" h="54911">
                  <a:moveTo>
                    <a:pt x="51758" y="53634"/>
                  </a:moveTo>
                  <a:lnTo>
                    <a:pt x="77318" y="10862"/>
                  </a:lnTo>
                  <a:cubicBezTo>
                    <a:pt x="59426" y="1924"/>
                    <a:pt x="32589" y="-8290"/>
                    <a:pt x="0" y="10862"/>
                  </a:cubicBezTo>
                  <a:lnTo>
                    <a:pt x="23004" y="54911"/>
                  </a:lnTo>
                  <a:cubicBezTo>
                    <a:pt x="32589" y="50442"/>
                    <a:pt x="42813" y="50442"/>
                    <a:pt x="51758" y="53634"/>
                  </a:cubicBezTo>
                  <a:close/>
                </a:path>
              </a:pathLst>
            </a:custGeom>
            <a:solidFill>
              <a:srgbClr val="007680"/>
            </a:solidFill>
            <a:ln w="6390" cap="flat">
              <a:noFill/>
              <a:prstDash val="solid"/>
              <a:miter/>
            </a:ln>
          </p:spPr>
          <p:txBody>
            <a:bodyPr rtlCol="0" anchor="ctr"/>
            <a:lstStyle/>
            <a:p>
              <a:endParaRPr lang="en-US"/>
            </a:p>
          </p:txBody>
        </p:sp>
        <p:sp>
          <p:nvSpPr>
            <p:cNvPr id="664" name="Graphic 4">
              <a:extLst>
                <a:ext uri="{FF2B5EF4-FFF2-40B4-BE49-F238E27FC236}">
                  <a16:creationId xmlns:a16="http://schemas.microsoft.com/office/drawing/2014/main" id="{C01D7F9F-85F8-4643-BCBA-3D341E59C467}"/>
                </a:ext>
              </a:extLst>
            </p:cNvPr>
            <p:cNvSpPr/>
            <p:nvPr/>
          </p:nvSpPr>
          <p:spPr>
            <a:xfrm>
              <a:off x="4221192" y="2065380"/>
              <a:ext cx="15336" cy="15321"/>
            </a:xfrm>
            <a:custGeom>
              <a:avLst/>
              <a:gdLst>
                <a:gd name="connsiteX0" fmla="*/ 7668 w 15336"/>
                <a:gd name="connsiteY0" fmla="*/ 0 h 15321"/>
                <a:gd name="connsiteX1" fmla="*/ 0 w 15336"/>
                <a:gd name="connsiteY1" fmla="*/ 7661 h 15321"/>
                <a:gd name="connsiteX2" fmla="*/ 7668 w 15336"/>
                <a:gd name="connsiteY2" fmla="*/ 15322 h 15321"/>
                <a:gd name="connsiteX3" fmla="*/ 15336 w 15336"/>
                <a:gd name="connsiteY3" fmla="*/ 7661 h 15321"/>
                <a:gd name="connsiteX4" fmla="*/ 15336 w 15336"/>
                <a:gd name="connsiteY4" fmla="*/ 7661 h 15321"/>
                <a:gd name="connsiteX5" fmla="*/ 7668 w 15336"/>
                <a:gd name="connsiteY5"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6" h="15321">
                  <a:moveTo>
                    <a:pt x="7668" y="0"/>
                  </a:moveTo>
                  <a:cubicBezTo>
                    <a:pt x="3195" y="0"/>
                    <a:pt x="0" y="3192"/>
                    <a:pt x="0" y="7661"/>
                  </a:cubicBezTo>
                  <a:cubicBezTo>
                    <a:pt x="0" y="12130"/>
                    <a:pt x="3195" y="15322"/>
                    <a:pt x="7668" y="15322"/>
                  </a:cubicBezTo>
                  <a:cubicBezTo>
                    <a:pt x="12141" y="15322"/>
                    <a:pt x="15336" y="12130"/>
                    <a:pt x="15336" y="7661"/>
                  </a:cubicBezTo>
                  <a:lnTo>
                    <a:pt x="15336" y="7661"/>
                  </a:lnTo>
                  <a:cubicBezTo>
                    <a:pt x="15336" y="3830"/>
                    <a:pt x="12141" y="0"/>
                    <a:pt x="7668" y="0"/>
                  </a:cubicBezTo>
                  <a:close/>
                </a:path>
              </a:pathLst>
            </a:custGeom>
            <a:solidFill>
              <a:srgbClr val="007680"/>
            </a:solidFill>
            <a:ln w="6390" cap="flat">
              <a:noFill/>
              <a:prstDash val="solid"/>
              <a:miter/>
            </a:ln>
          </p:spPr>
          <p:txBody>
            <a:bodyPr rtlCol="0" anchor="ctr"/>
            <a:lstStyle/>
            <a:p>
              <a:endParaRPr lang="en-US"/>
            </a:p>
          </p:txBody>
        </p:sp>
        <p:sp>
          <p:nvSpPr>
            <p:cNvPr id="665" name="Graphic 4">
              <a:extLst>
                <a:ext uri="{FF2B5EF4-FFF2-40B4-BE49-F238E27FC236}">
                  <a16:creationId xmlns:a16="http://schemas.microsoft.com/office/drawing/2014/main" id="{C4454A86-6DA7-9D49-90AF-F79A735B497F}"/>
                </a:ext>
              </a:extLst>
            </p:cNvPr>
            <p:cNvSpPr/>
            <p:nvPr/>
          </p:nvSpPr>
          <p:spPr>
            <a:xfrm>
              <a:off x="4137484" y="2080702"/>
              <a:ext cx="65177" cy="66393"/>
            </a:xfrm>
            <a:custGeom>
              <a:avLst/>
              <a:gdLst>
                <a:gd name="connsiteX0" fmla="*/ 49841 w 65177"/>
                <a:gd name="connsiteY0" fmla="*/ 0 h 66393"/>
                <a:gd name="connsiteX1" fmla="*/ 0 w 65177"/>
                <a:gd name="connsiteY1" fmla="*/ 638 h 66393"/>
                <a:gd name="connsiteX2" fmla="*/ 40257 w 65177"/>
                <a:gd name="connsiteY2" fmla="*/ 66394 h 66393"/>
                <a:gd name="connsiteX3" fmla="*/ 65177 w 65177"/>
                <a:gd name="connsiteY3" fmla="*/ 23621 h 66393"/>
                <a:gd name="connsiteX4" fmla="*/ 49841 w 65177"/>
                <a:gd name="connsiteY4" fmla="*/ 0 h 663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77" h="66393">
                  <a:moveTo>
                    <a:pt x="49841" y="0"/>
                  </a:moveTo>
                  <a:lnTo>
                    <a:pt x="0" y="638"/>
                  </a:lnTo>
                  <a:cubicBezTo>
                    <a:pt x="1917" y="20429"/>
                    <a:pt x="7668" y="48518"/>
                    <a:pt x="40257" y="66394"/>
                  </a:cubicBezTo>
                  <a:lnTo>
                    <a:pt x="65177" y="23621"/>
                  </a:lnTo>
                  <a:cubicBezTo>
                    <a:pt x="57509" y="18514"/>
                    <a:pt x="51758" y="10214"/>
                    <a:pt x="49841" y="0"/>
                  </a:cubicBezTo>
                  <a:close/>
                </a:path>
              </a:pathLst>
            </a:custGeom>
            <a:solidFill>
              <a:srgbClr val="007680"/>
            </a:solidFill>
            <a:ln w="6390" cap="flat">
              <a:noFill/>
              <a:prstDash val="solid"/>
              <a:miter/>
            </a:ln>
          </p:spPr>
          <p:txBody>
            <a:bodyPr rtlCol="0" anchor="ctr"/>
            <a:lstStyle/>
            <a:p>
              <a:endParaRPr lang="en-US"/>
            </a:p>
          </p:txBody>
        </p:sp>
        <p:sp>
          <p:nvSpPr>
            <p:cNvPr id="666" name="Graphic 4">
              <a:extLst>
                <a:ext uri="{FF2B5EF4-FFF2-40B4-BE49-F238E27FC236}">
                  <a16:creationId xmlns:a16="http://schemas.microsoft.com/office/drawing/2014/main" id="{60FB036D-F8EF-A041-AEF2-A7A380CE3787}"/>
                </a:ext>
              </a:extLst>
            </p:cNvPr>
            <p:cNvSpPr/>
            <p:nvPr/>
          </p:nvSpPr>
          <p:spPr>
            <a:xfrm>
              <a:off x="4254420" y="2081340"/>
              <a:ext cx="62036" cy="67670"/>
            </a:xfrm>
            <a:custGeom>
              <a:avLst/>
              <a:gdLst>
                <a:gd name="connsiteX0" fmla="*/ 0 w 62036"/>
                <a:gd name="connsiteY0" fmla="*/ 24897 h 67670"/>
                <a:gd name="connsiteX1" fmla="*/ 25560 w 62036"/>
                <a:gd name="connsiteY1" fmla="*/ 67670 h 67670"/>
                <a:gd name="connsiteX2" fmla="*/ 61982 w 62036"/>
                <a:gd name="connsiteY2" fmla="*/ 0 h 67670"/>
                <a:gd name="connsiteX3" fmla="*/ 12141 w 62036"/>
                <a:gd name="connsiteY3" fmla="*/ 0 h 67670"/>
                <a:gd name="connsiteX4" fmla="*/ 0 w 62036"/>
                <a:gd name="connsiteY4" fmla="*/ 24897 h 67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036" h="67670">
                  <a:moveTo>
                    <a:pt x="0" y="24897"/>
                  </a:moveTo>
                  <a:lnTo>
                    <a:pt x="25560" y="67670"/>
                  </a:lnTo>
                  <a:cubicBezTo>
                    <a:pt x="41535" y="56179"/>
                    <a:pt x="63261" y="37027"/>
                    <a:pt x="61982" y="0"/>
                  </a:cubicBezTo>
                  <a:lnTo>
                    <a:pt x="12141" y="0"/>
                  </a:lnTo>
                  <a:cubicBezTo>
                    <a:pt x="12141" y="9576"/>
                    <a:pt x="7668" y="18514"/>
                    <a:pt x="0" y="24897"/>
                  </a:cubicBezTo>
                  <a:close/>
                </a:path>
              </a:pathLst>
            </a:custGeom>
            <a:solidFill>
              <a:srgbClr val="007680"/>
            </a:solidFill>
            <a:ln w="6390" cap="flat">
              <a:noFill/>
              <a:prstDash val="solid"/>
              <a:miter/>
            </a:ln>
          </p:spPr>
          <p:txBody>
            <a:bodyPr rtlCol="0" anchor="ctr"/>
            <a:lstStyle/>
            <a:p>
              <a:endParaRPr lang="en-US"/>
            </a:p>
          </p:txBody>
        </p:sp>
        <p:sp>
          <p:nvSpPr>
            <p:cNvPr id="667" name="Graphic 4">
              <a:extLst>
                <a:ext uri="{FF2B5EF4-FFF2-40B4-BE49-F238E27FC236}">
                  <a16:creationId xmlns:a16="http://schemas.microsoft.com/office/drawing/2014/main" id="{879F30B6-0529-434B-AF92-89AE0DDE83F6}"/>
                </a:ext>
              </a:extLst>
            </p:cNvPr>
            <p:cNvSpPr/>
            <p:nvPr/>
          </p:nvSpPr>
          <p:spPr>
            <a:xfrm>
              <a:off x="4045469" y="1885990"/>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32911 w 362309"/>
                <a:gd name="connsiteY6" fmla="*/ 98313 h 361971"/>
                <a:gd name="connsiteX7" fmla="*/ 233872 w 362309"/>
                <a:gd name="connsiteY7" fmla="*/ 98313 h 361971"/>
                <a:gd name="connsiteX8" fmla="*/ 237067 w 362309"/>
                <a:gd name="connsiteY8" fmla="*/ 102144 h 361971"/>
                <a:gd name="connsiteX9" fmla="*/ 236428 w 362309"/>
                <a:gd name="connsiteY9" fmla="*/ 107251 h 361971"/>
                <a:gd name="connsiteX10" fmla="*/ 203839 w 362309"/>
                <a:gd name="connsiteY10" fmla="*/ 161515 h 361971"/>
                <a:gd name="connsiteX11" fmla="*/ 199366 w 362309"/>
                <a:gd name="connsiteY11" fmla="*/ 164707 h 361971"/>
                <a:gd name="connsiteX12" fmla="*/ 198727 w 362309"/>
                <a:gd name="connsiteY12" fmla="*/ 164707 h 361971"/>
                <a:gd name="connsiteX13" fmla="*/ 194254 w 362309"/>
                <a:gd name="connsiteY13" fmla="*/ 162792 h 361971"/>
                <a:gd name="connsiteX14" fmla="*/ 168695 w 362309"/>
                <a:gd name="connsiteY14" fmla="*/ 164068 h 361971"/>
                <a:gd name="connsiteX15" fmla="*/ 163583 w 362309"/>
                <a:gd name="connsiteY15" fmla="*/ 164707 h 361971"/>
                <a:gd name="connsiteX16" fmla="*/ 159748 w 362309"/>
                <a:gd name="connsiteY16" fmla="*/ 161515 h 361971"/>
                <a:gd name="connsiteX17" fmla="*/ 130994 w 362309"/>
                <a:gd name="connsiteY17" fmla="*/ 107251 h 361971"/>
                <a:gd name="connsiteX18" fmla="*/ 132911 w 362309"/>
                <a:gd name="connsiteY18" fmla="*/ 98313 h 361971"/>
                <a:gd name="connsiteX19" fmla="*/ 171889 w 362309"/>
                <a:gd name="connsiteY19" fmla="*/ 220247 h 361971"/>
                <a:gd name="connsiteX20" fmla="*/ 140579 w 362309"/>
                <a:gd name="connsiteY20" fmla="*/ 273235 h 361971"/>
                <a:gd name="connsiteX21" fmla="*/ 134828 w 362309"/>
                <a:gd name="connsiteY21" fmla="*/ 276427 h 361971"/>
                <a:gd name="connsiteX22" fmla="*/ 132272 w 362309"/>
                <a:gd name="connsiteY22" fmla="*/ 275788 h 361971"/>
                <a:gd name="connsiteX23" fmla="*/ 79235 w 362309"/>
                <a:gd name="connsiteY23" fmla="*/ 190243 h 361971"/>
                <a:gd name="connsiteX24" fmla="*/ 81152 w 362309"/>
                <a:gd name="connsiteY24" fmla="*/ 185135 h 361971"/>
                <a:gd name="connsiteX25" fmla="*/ 85625 w 362309"/>
                <a:gd name="connsiteY25" fmla="*/ 183220 h 361971"/>
                <a:gd name="connsiteX26" fmla="*/ 148886 w 362309"/>
                <a:gd name="connsiteY26" fmla="*/ 182582 h 361971"/>
                <a:gd name="connsiteX27" fmla="*/ 153998 w 362309"/>
                <a:gd name="connsiteY27" fmla="*/ 185135 h 361971"/>
                <a:gd name="connsiteX28" fmla="*/ 155276 w 362309"/>
                <a:gd name="connsiteY28" fmla="*/ 190881 h 361971"/>
                <a:gd name="connsiteX29" fmla="*/ 169333 w 362309"/>
                <a:gd name="connsiteY29" fmla="*/ 211948 h 361971"/>
                <a:gd name="connsiteX30" fmla="*/ 171889 w 362309"/>
                <a:gd name="connsiteY30" fmla="*/ 220247 h 361971"/>
                <a:gd name="connsiteX31" fmla="*/ 171889 w 362309"/>
                <a:gd name="connsiteY31" fmla="*/ 220247 h 361971"/>
                <a:gd name="connsiteX32" fmla="*/ 162943 w 362309"/>
                <a:gd name="connsiteY32" fmla="*/ 187051 h 361971"/>
                <a:gd name="connsiteX33" fmla="*/ 183391 w 362309"/>
                <a:gd name="connsiteY33" fmla="*/ 166622 h 361971"/>
                <a:gd name="connsiteX34" fmla="*/ 203839 w 362309"/>
                <a:gd name="connsiteY34" fmla="*/ 187051 h 361971"/>
                <a:gd name="connsiteX35" fmla="*/ 183391 w 362309"/>
                <a:gd name="connsiteY35" fmla="*/ 207479 h 361971"/>
                <a:gd name="connsiteX36" fmla="*/ 183391 w 362309"/>
                <a:gd name="connsiteY36" fmla="*/ 207479 h 361971"/>
                <a:gd name="connsiteX37" fmla="*/ 162943 w 362309"/>
                <a:gd name="connsiteY37" fmla="*/ 187051 h 361971"/>
                <a:gd name="connsiteX38" fmla="*/ 162943 w 362309"/>
                <a:gd name="connsiteY38" fmla="*/ 187051 h 361971"/>
                <a:gd name="connsiteX39" fmla="*/ 236428 w 362309"/>
                <a:gd name="connsiteY39" fmla="*/ 277065 h 361971"/>
                <a:gd name="connsiteX40" fmla="*/ 232594 w 362309"/>
                <a:gd name="connsiteY40" fmla="*/ 278342 h 361971"/>
                <a:gd name="connsiteX41" fmla="*/ 231316 w 362309"/>
                <a:gd name="connsiteY41" fmla="*/ 278342 h 361971"/>
                <a:gd name="connsiteX42" fmla="*/ 226843 w 362309"/>
                <a:gd name="connsiteY42" fmla="*/ 275150 h 361971"/>
                <a:gd name="connsiteX43" fmla="*/ 193615 w 362309"/>
                <a:gd name="connsiteY43" fmla="*/ 220886 h 361971"/>
                <a:gd name="connsiteX44" fmla="*/ 192976 w 362309"/>
                <a:gd name="connsiteY44" fmla="*/ 215140 h 361971"/>
                <a:gd name="connsiteX45" fmla="*/ 196810 w 362309"/>
                <a:gd name="connsiteY45" fmla="*/ 211310 h 361971"/>
                <a:gd name="connsiteX46" fmla="*/ 207673 w 362309"/>
                <a:gd name="connsiteY46" fmla="*/ 188327 h 361971"/>
                <a:gd name="connsiteX47" fmla="*/ 209590 w 362309"/>
                <a:gd name="connsiteY47" fmla="*/ 183859 h 361971"/>
                <a:gd name="connsiteX48" fmla="*/ 214063 w 362309"/>
                <a:gd name="connsiteY48" fmla="*/ 181944 h 361971"/>
                <a:gd name="connsiteX49" fmla="*/ 275407 w 362309"/>
                <a:gd name="connsiteY49" fmla="*/ 181944 h 361971"/>
                <a:gd name="connsiteX50" fmla="*/ 281796 w 362309"/>
                <a:gd name="connsiteY50" fmla="*/ 187689 h 361971"/>
                <a:gd name="connsiteX51" fmla="*/ 236428 w 362309"/>
                <a:gd name="connsiteY51" fmla="*/ 277065 h 361971"/>
                <a:gd name="connsiteX52" fmla="*/ 236428 w 362309"/>
                <a:gd name="connsiteY52" fmla="*/ 2770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lose/>
                  <a:moveTo>
                    <a:pt x="132911" y="98313"/>
                  </a:moveTo>
                  <a:cubicBezTo>
                    <a:pt x="177641" y="68947"/>
                    <a:pt x="215980" y="88738"/>
                    <a:pt x="233872" y="98313"/>
                  </a:cubicBezTo>
                  <a:cubicBezTo>
                    <a:pt x="235150" y="98952"/>
                    <a:pt x="236428" y="100867"/>
                    <a:pt x="237067" y="102144"/>
                  </a:cubicBezTo>
                  <a:cubicBezTo>
                    <a:pt x="237706" y="104059"/>
                    <a:pt x="237067" y="105336"/>
                    <a:pt x="236428" y="107251"/>
                  </a:cubicBezTo>
                  <a:lnTo>
                    <a:pt x="203839" y="161515"/>
                  </a:lnTo>
                  <a:cubicBezTo>
                    <a:pt x="202561" y="163430"/>
                    <a:pt x="201283" y="164068"/>
                    <a:pt x="199366" y="164707"/>
                  </a:cubicBezTo>
                  <a:lnTo>
                    <a:pt x="198727" y="164707"/>
                  </a:lnTo>
                  <a:cubicBezTo>
                    <a:pt x="196810" y="164707"/>
                    <a:pt x="195532" y="164068"/>
                    <a:pt x="194254" y="162792"/>
                  </a:cubicBezTo>
                  <a:cubicBezTo>
                    <a:pt x="185947" y="154492"/>
                    <a:pt x="168695" y="163430"/>
                    <a:pt x="168695" y="164068"/>
                  </a:cubicBezTo>
                  <a:cubicBezTo>
                    <a:pt x="167416" y="164707"/>
                    <a:pt x="165500" y="165345"/>
                    <a:pt x="163583" y="164707"/>
                  </a:cubicBezTo>
                  <a:cubicBezTo>
                    <a:pt x="161666" y="164068"/>
                    <a:pt x="160388" y="162792"/>
                    <a:pt x="159748" y="161515"/>
                  </a:cubicBezTo>
                  <a:lnTo>
                    <a:pt x="130994" y="107251"/>
                  </a:lnTo>
                  <a:cubicBezTo>
                    <a:pt x="129077" y="104059"/>
                    <a:pt x="129716" y="100229"/>
                    <a:pt x="132911" y="98313"/>
                  </a:cubicBezTo>
                  <a:close/>
                  <a:moveTo>
                    <a:pt x="171889" y="220247"/>
                  </a:moveTo>
                  <a:lnTo>
                    <a:pt x="140579" y="273235"/>
                  </a:lnTo>
                  <a:cubicBezTo>
                    <a:pt x="139301" y="275150"/>
                    <a:pt x="137384" y="276427"/>
                    <a:pt x="134828" y="276427"/>
                  </a:cubicBezTo>
                  <a:cubicBezTo>
                    <a:pt x="134189" y="276427"/>
                    <a:pt x="132911" y="276427"/>
                    <a:pt x="132272" y="275788"/>
                  </a:cubicBezTo>
                  <a:cubicBezTo>
                    <a:pt x="83708" y="252806"/>
                    <a:pt x="80513" y="210671"/>
                    <a:pt x="79235" y="190243"/>
                  </a:cubicBezTo>
                  <a:cubicBezTo>
                    <a:pt x="79235" y="188327"/>
                    <a:pt x="79874" y="187051"/>
                    <a:pt x="81152" y="185135"/>
                  </a:cubicBezTo>
                  <a:cubicBezTo>
                    <a:pt x="82430" y="183859"/>
                    <a:pt x="83708" y="183220"/>
                    <a:pt x="85625" y="183220"/>
                  </a:cubicBezTo>
                  <a:lnTo>
                    <a:pt x="148886" y="182582"/>
                  </a:lnTo>
                  <a:cubicBezTo>
                    <a:pt x="150803" y="182582"/>
                    <a:pt x="152720" y="183220"/>
                    <a:pt x="153998" y="185135"/>
                  </a:cubicBezTo>
                  <a:cubicBezTo>
                    <a:pt x="155276" y="186412"/>
                    <a:pt x="155915" y="188966"/>
                    <a:pt x="155276" y="190881"/>
                  </a:cubicBezTo>
                  <a:cubicBezTo>
                    <a:pt x="152720" y="202372"/>
                    <a:pt x="169333" y="211948"/>
                    <a:pt x="169333" y="211948"/>
                  </a:cubicBezTo>
                  <a:cubicBezTo>
                    <a:pt x="172528" y="212587"/>
                    <a:pt x="173806" y="217055"/>
                    <a:pt x="171889" y="220247"/>
                  </a:cubicBezTo>
                  <a:cubicBezTo>
                    <a:pt x="171889" y="219609"/>
                    <a:pt x="171889" y="220247"/>
                    <a:pt x="171889" y="220247"/>
                  </a:cubicBezTo>
                  <a:close/>
                  <a:moveTo>
                    <a:pt x="162943" y="187051"/>
                  </a:moveTo>
                  <a:cubicBezTo>
                    <a:pt x="162943" y="175560"/>
                    <a:pt x="171889" y="166622"/>
                    <a:pt x="183391" y="166622"/>
                  </a:cubicBezTo>
                  <a:cubicBezTo>
                    <a:pt x="194893" y="166622"/>
                    <a:pt x="203839" y="175560"/>
                    <a:pt x="203839" y="187051"/>
                  </a:cubicBezTo>
                  <a:cubicBezTo>
                    <a:pt x="203839" y="198542"/>
                    <a:pt x="194893" y="207479"/>
                    <a:pt x="183391" y="207479"/>
                  </a:cubicBezTo>
                  <a:cubicBezTo>
                    <a:pt x="183391" y="207479"/>
                    <a:pt x="183391" y="207479"/>
                    <a:pt x="183391" y="207479"/>
                  </a:cubicBezTo>
                  <a:cubicBezTo>
                    <a:pt x="171889" y="208118"/>
                    <a:pt x="162943" y="198542"/>
                    <a:pt x="162943" y="187051"/>
                  </a:cubicBezTo>
                  <a:lnTo>
                    <a:pt x="162943" y="187051"/>
                  </a:lnTo>
                  <a:close/>
                  <a:moveTo>
                    <a:pt x="236428" y="277065"/>
                  </a:moveTo>
                  <a:cubicBezTo>
                    <a:pt x="235150" y="277703"/>
                    <a:pt x="233872" y="278342"/>
                    <a:pt x="232594" y="278342"/>
                  </a:cubicBezTo>
                  <a:lnTo>
                    <a:pt x="231316" y="278342"/>
                  </a:lnTo>
                  <a:cubicBezTo>
                    <a:pt x="229399" y="277703"/>
                    <a:pt x="228121" y="277065"/>
                    <a:pt x="226843" y="275150"/>
                  </a:cubicBezTo>
                  <a:lnTo>
                    <a:pt x="193615" y="220886"/>
                  </a:lnTo>
                  <a:cubicBezTo>
                    <a:pt x="192337" y="218971"/>
                    <a:pt x="192337" y="217055"/>
                    <a:pt x="192976" y="215140"/>
                  </a:cubicBezTo>
                  <a:cubicBezTo>
                    <a:pt x="193615" y="213225"/>
                    <a:pt x="194893" y="211948"/>
                    <a:pt x="196810" y="211310"/>
                  </a:cubicBezTo>
                  <a:cubicBezTo>
                    <a:pt x="208312" y="208118"/>
                    <a:pt x="207673" y="188327"/>
                    <a:pt x="207673" y="188327"/>
                  </a:cubicBezTo>
                  <a:cubicBezTo>
                    <a:pt x="207673" y="186412"/>
                    <a:pt x="208312" y="185135"/>
                    <a:pt x="209590" y="183859"/>
                  </a:cubicBezTo>
                  <a:cubicBezTo>
                    <a:pt x="210868" y="182582"/>
                    <a:pt x="212146" y="181944"/>
                    <a:pt x="214063" y="181944"/>
                  </a:cubicBezTo>
                  <a:lnTo>
                    <a:pt x="275407" y="181944"/>
                  </a:lnTo>
                  <a:cubicBezTo>
                    <a:pt x="278602" y="181944"/>
                    <a:pt x="281796" y="184497"/>
                    <a:pt x="281796" y="187689"/>
                  </a:cubicBezTo>
                  <a:cubicBezTo>
                    <a:pt x="288186" y="241315"/>
                    <a:pt x="253681" y="265574"/>
                    <a:pt x="236428" y="277065"/>
                  </a:cubicBezTo>
                  <a:lnTo>
                    <a:pt x="236428" y="277065"/>
                  </a:lnTo>
                  <a:close/>
                </a:path>
              </a:pathLst>
            </a:custGeom>
            <a:solidFill>
              <a:srgbClr val="007680"/>
            </a:solidFill>
            <a:ln w="6390" cap="flat">
              <a:noFill/>
              <a:prstDash val="solid"/>
              <a:miter/>
            </a:ln>
          </p:spPr>
          <p:txBody>
            <a:bodyPr rtlCol="0" anchor="ctr"/>
            <a:lstStyle/>
            <a:p>
              <a:endParaRPr lang="en-US"/>
            </a:p>
          </p:txBody>
        </p:sp>
      </p:grpSp>
      <p:grpSp>
        <p:nvGrpSpPr>
          <p:cNvPr id="668" name="Graphic 4">
            <a:extLst>
              <a:ext uri="{FF2B5EF4-FFF2-40B4-BE49-F238E27FC236}">
                <a16:creationId xmlns:a16="http://schemas.microsoft.com/office/drawing/2014/main" id="{74EB0B2E-091F-D14F-9E95-2D6CD65250AD}"/>
              </a:ext>
            </a:extLst>
          </p:cNvPr>
          <p:cNvGrpSpPr>
            <a:grpSpLocks noChangeAspect="1"/>
          </p:cNvGrpSpPr>
          <p:nvPr/>
        </p:nvGrpSpPr>
        <p:grpSpPr>
          <a:xfrm>
            <a:off x="5092779" y="1402723"/>
            <a:ext cx="362309" cy="361971"/>
            <a:chOff x="5092779" y="1402723"/>
            <a:chExt cx="362309" cy="361971"/>
          </a:xfrm>
          <a:solidFill>
            <a:srgbClr val="007680"/>
          </a:solidFill>
        </p:grpSpPr>
        <p:sp>
          <p:nvSpPr>
            <p:cNvPr id="669" name="Graphic 4">
              <a:extLst>
                <a:ext uri="{FF2B5EF4-FFF2-40B4-BE49-F238E27FC236}">
                  <a16:creationId xmlns:a16="http://schemas.microsoft.com/office/drawing/2014/main" id="{953A7391-6403-374C-826B-FE5C4FB0A242}"/>
                </a:ext>
              </a:extLst>
            </p:cNvPr>
            <p:cNvSpPr/>
            <p:nvPr/>
          </p:nvSpPr>
          <p:spPr>
            <a:xfrm>
              <a:off x="5221985" y="1517635"/>
              <a:ext cx="105734" cy="160237"/>
            </a:xfrm>
            <a:custGeom>
              <a:avLst/>
              <a:gdLst>
                <a:gd name="connsiteX0" fmla="*/ 91886 w 105734"/>
                <a:gd name="connsiteY0" fmla="*/ 64478 h 160237"/>
                <a:gd name="connsiteX1" fmla="*/ 84218 w 105734"/>
                <a:gd name="connsiteY1" fmla="*/ 52349 h 160237"/>
                <a:gd name="connsiteX2" fmla="*/ 54186 w 105734"/>
                <a:gd name="connsiteY2" fmla="*/ 4469 h 160237"/>
                <a:gd name="connsiteX3" fmla="*/ 52269 w 105734"/>
                <a:gd name="connsiteY3" fmla="*/ 0 h 160237"/>
                <a:gd name="connsiteX4" fmla="*/ 38211 w 105734"/>
                <a:gd name="connsiteY4" fmla="*/ 28089 h 160237"/>
                <a:gd name="connsiteX5" fmla="*/ 36933 w 105734"/>
                <a:gd name="connsiteY5" fmla="*/ 30005 h 160237"/>
                <a:gd name="connsiteX6" fmla="*/ 31182 w 105734"/>
                <a:gd name="connsiteY6" fmla="*/ 37027 h 160237"/>
                <a:gd name="connsiteX7" fmla="*/ 7539 w 105734"/>
                <a:gd name="connsiteY7" fmla="*/ 134702 h 160237"/>
                <a:gd name="connsiteX8" fmla="*/ 50991 w 105734"/>
                <a:gd name="connsiteY8" fmla="*/ 160238 h 160237"/>
                <a:gd name="connsiteX9" fmla="*/ 91247 w 105734"/>
                <a:gd name="connsiteY9" fmla="*/ 142363 h 160237"/>
                <a:gd name="connsiteX10" fmla="*/ 93803 w 105734"/>
                <a:gd name="connsiteY10" fmla="*/ 67032 h 160237"/>
                <a:gd name="connsiteX11" fmla="*/ 91886 w 105734"/>
                <a:gd name="connsiteY11" fmla="*/ 64478 h 160237"/>
                <a:gd name="connsiteX12" fmla="*/ 34377 w 105734"/>
                <a:gd name="connsiteY12" fmla="*/ 141724 h 160237"/>
                <a:gd name="connsiteX13" fmla="*/ 33099 w 105734"/>
                <a:gd name="connsiteY13" fmla="*/ 143640 h 160237"/>
                <a:gd name="connsiteX14" fmla="*/ 28626 w 105734"/>
                <a:gd name="connsiteY14" fmla="*/ 145555 h 160237"/>
                <a:gd name="connsiteX15" fmla="*/ 24153 w 105734"/>
                <a:gd name="connsiteY15" fmla="*/ 143640 h 160237"/>
                <a:gd name="connsiteX16" fmla="*/ 22236 w 105734"/>
                <a:gd name="connsiteY16" fmla="*/ 139171 h 160237"/>
                <a:gd name="connsiteX17" fmla="*/ 28626 w 105734"/>
                <a:gd name="connsiteY17" fmla="*/ 132787 h 160237"/>
                <a:gd name="connsiteX18" fmla="*/ 35016 w 105734"/>
                <a:gd name="connsiteY18" fmla="*/ 139171 h 160237"/>
                <a:gd name="connsiteX19" fmla="*/ 34377 w 105734"/>
                <a:gd name="connsiteY19" fmla="*/ 141724 h 160237"/>
                <a:gd name="connsiteX20" fmla="*/ 34377 w 105734"/>
                <a:gd name="connsiteY20" fmla="*/ 141724 h 160237"/>
                <a:gd name="connsiteX21" fmla="*/ 39489 w 105734"/>
                <a:gd name="connsiteY21" fmla="*/ 58733 h 160237"/>
                <a:gd name="connsiteX22" fmla="*/ 25431 w 105734"/>
                <a:gd name="connsiteY22" fmla="*/ 122572 h 160237"/>
                <a:gd name="connsiteX23" fmla="*/ 22236 w 105734"/>
                <a:gd name="connsiteY23" fmla="*/ 130872 h 160237"/>
                <a:gd name="connsiteX24" fmla="*/ 22236 w 105734"/>
                <a:gd name="connsiteY24" fmla="*/ 130872 h 160237"/>
                <a:gd name="connsiteX25" fmla="*/ 19680 w 105734"/>
                <a:gd name="connsiteY25" fmla="*/ 131510 h 160237"/>
                <a:gd name="connsiteX26" fmla="*/ 13929 w 105734"/>
                <a:gd name="connsiteY26" fmla="*/ 127680 h 160237"/>
                <a:gd name="connsiteX27" fmla="*/ 30543 w 105734"/>
                <a:gd name="connsiteY27" fmla="*/ 49157 h 160237"/>
                <a:gd name="connsiteX28" fmla="*/ 39489 w 105734"/>
                <a:gd name="connsiteY28" fmla="*/ 49157 h 160237"/>
                <a:gd name="connsiteX29" fmla="*/ 39489 w 105734"/>
                <a:gd name="connsiteY29" fmla="*/ 58733 h 160237"/>
                <a:gd name="connsiteX30" fmla="*/ 39489 w 105734"/>
                <a:gd name="connsiteY30" fmla="*/ 58733 h 160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5734" h="160237">
                  <a:moveTo>
                    <a:pt x="91886" y="64478"/>
                  </a:moveTo>
                  <a:lnTo>
                    <a:pt x="84218" y="52349"/>
                  </a:lnTo>
                  <a:cubicBezTo>
                    <a:pt x="70160" y="30643"/>
                    <a:pt x="56741" y="9576"/>
                    <a:pt x="54186" y="4469"/>
                  </a:cubicBezTo>
                  <a:cubicBezTo>
                    <a:pt x="53546" y="3192"/>
                    <a:pt x="52907" y="1277"/>
                    <a:pt x="52269" y="0"/>
                  </a:cubicBezTo>
                  <a:cubicBezTo>
                    <a:pt x="49713" y="10214"/>
                    <a:pt x="44601" y="19790"/>
                    <a:pt x="38211" y="28089"/>
                  </a:cubicBezTo>
                  <a:cubicBezTo>
                    <a:pt x="37571" y="28728"/>
                    <a:pt x="36933" y="29366"/>
                    <a:pt x="36933" y="30005"/>
                  </a:cubicBezTo>
                  <a:cubicBezTo>
                    <a:pt x="35655" y="31920"/>
                    <a:pt x="33738" y="34473"/>
                    <a:pt x="31182" y="37027"/>
                  </a:cubicBezTo>
                  <a:cubicBezTo>
                    <a:pt x="16485" y="55541"/>
                    <a:pt x="-14187" y="93206"/>
                    <a:pt x="7539" y="134702"/>
                  </a:cubicBezTo>
                  <a:cubicBezTo>
                    <a:pt x="16485" y="150024"/>
                    <a:pt x="33099" y="160238"/>
                    <a:pt x="50991" y="160238"/>
                  </a:cubicBezTo>
                  <a:cubicBezTo>
                    <a:pt x="66326" y="160238"/>
                    <a:pt x="81023" y="153854"/>
                    <a:pt x="91247" y="142363"/>
                  </a:cubicBezTo>
                  <a:cubicBezTo>
                    <a:pt x="116168" y="111081"/>
                    <a:pt x="103388" y="85545"/>
                    <a:pt x="93803" y="67032"/>
                  </a:cubicBezTo>
                  <a:lnTo>
                    <a:pt x="91886" y="64478"/>
                  </a:lnTo>
                  <a:close/>
                  <a:moveTo>
                    <a:pt x="34377" y="141724"/>
                  </a:moveTo>
                  <a:cubicBezTo>
                    <a:pt x="33738" y="142363"/>
                    <a:pt x="33738" y="143001"/>
                    <a:pt x="33099" y="143640"/>
                  </a:cubicBezTo>
                  <a:cubicBezTo>
                    <a:pt x="31821" y="144916"/>
                    <a:pt x="30543" y="145555"/>
                    <a:pt x="28626" y="145555"/>
                  </a:cubicBezTo>
                  <a:cubicBezTo>
                    <a:pt x="26709" y="145555"/>
                    <a:pt x="25431" y="144916"/>
                    <a:pt x="24153" y="143640"/>
                  </a:cubicBezTo>
                  <a:cubicBezTo>
                    <a:pt x="22875" y="142363"/>
                    <a:pt x="22236" y="141086"/>
                    <a:pt x="22236" y="139171"/>
                  </a:cubicBezTo>
                  <a:cubicBezTo>
                    <a:pt x="22236" y="135340"/>
                    <a:pt x="24792" y="132787"/>
                    <a:pt x="28626" y="132787"/>
                  </a:cubicBezTo>
                  <a:cubicBezTo>
                    <a:pt x="32460" y="132787"/>
                    <a:pt x="35016" y="135340"/>
                    <a:pt x="35016" y="139171"/>
                  </a:cubicBezTo>
                  <a:cubicBezTo>
                    <a:pt x="35016" y="140448"/>
                    <a:pt x="35016" y="141086"/>
                    <a:pt x="34377" y="141724"/>
                  </a:cubicBezTo>
                  <a:lnTo>
                    <a:pt x="34377" y="141724"/>
                  </a:lnTo>
                  <a:close/>
                  <a:moveTo>
                    <a:pt x="39489" y="58733"/>
                  </a:moveTo>
                  <a:cubicBezTo>
                    <a:pt x="38211" y="60009"/>
                    <a:pt x="8817" y="88737"/>
                    <a:pt x="25431" y="122572"/>
                  </a:cubicBezTo>
                  <a:cubicBezTo>
                    <a:pt x="26709" y="125764"/>
                    <a:pt x="25431" y="129595"/>
                    <a:pt x="22236" y="130872"/>
                  </a:cubicBezTo>
                  <a:cubicBezTo>
                    <a:pt x="22236" y="130872"/>
                    <a:pt x="22236" y="130872"/>
                    <a:pt x="22236" y="130872"/>
                  </a:cubicBezTo>
                  <a:cubicBezTo>
                    <a:pt x="21597" y="131510"/>
                    <a:pt x="20319" y="131510"/>
                    <a:pt x="19680" y="131510"/>
                  </a:cubicBezTo>
                  <a:cubicBezTo>
                    <a:pt x="17124" y="131510"/>
                    <a:pt x="15207" y="130233"/>
                    <a:pt x="13929" y="127680"/>
                  </a:cubicBezTo>
                  <a:cubicBezTo>
                    <a:pt x="-6519" y="85545"/>
                    <a:pt x="30543" y="49795"/>
                    <a:pt x="30543" y="49157"/>
                  </a:cubicBezTo>
                  <a:cubicBezTo>
                    <a:pt x="33099" y="46603"/>
                    <a:pt x="36933" y="46603"/>
                    <a:pt x="39489" y="49157"/>
                  </a:cubicBezTo>
                  <a:cubicBezTo>
                    <a:pt x="42045" y="52349"/>
                    <a:pt x="42045" y="56817"/>
                    <a:pt x="39489" y="58733"/>
                  </a:cubicBezTo>
                  <a:lnTo>
                    <a:pt x="39489" y="58733"/>
                  </a:lnTo>
                  <a:close/>
                </a:path>
              </a:pathLst>
            </a:custGeom>
            <a:solidFill>
              <a:srgbClr val="007680"/>
            </a:solidFill>
            <a:ln w="6390" cap="flat">
              <a:noFill/>
              <a:prstDash val="solid"/>
              <a:miter/>
            </a:ln>
          </p:spPr>
          <p:txBody>
            <a:bodyPr rtlCol="0" anchor="ctr"/>
            <a:lstStyle/>
            <a:p>
              <a:endParaRPr lang="en-US"/>
            </a:p>
          </p:txBody>
        </p:sp>
        <p:sp>
          <p:nvSpPr>
            <p:cNvPr id="670" name="Graphic 4">
              <a:extLst>
                <a:ext uri="{FF2B5EF4-FFF2-40B4-BE49-F238E27FC236}">
                  <a16:creationId xmlns:a16="http://schemas.microsoft.com/office/drawing/2014/main" id="{1D2395E5-8D17-5342-AABB-7F13FA1F5033}"/>
                </a:ext>
              </a:extLst>
            </p:cNvPr>
            <p:cNvSpPr/>
            <p:nvPr/>
          </p:nvSpPr>
          <p:spPr>
            <a:xfrm>
              <a:off x="5092779" y="14027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29399 w 362309"/>
                <a:gd name="connsiteY7" fmla="*/ 264935 h 361971"/>
                <a:gd name="connsiteX8" fmla="*/ 180196 w 362309"/>
                <a:gd name="connsiteY8" fmla="*/ 287918 h 361971"/>
                <a:gd name="connsiteX9" fmla="*/ 178918 w 362309"/>
                <a:gd name="connsiteY9" fmla="*/ 287918 h 361971"/>
                <a:gd name="connsiteX10" fmla="*/ 124604 w 362309"/>
                <a:gd name="connsiteY10" fmla="*/ 255359 h 361971"/>
                <a:gd name="connsiteX11" fmla="*/ 150164 w 362309"/>
                <a:gd name="connsiteY11" fmla="*/ 144278 h 361971"/>
                <a:gd name="connsiteX12" fmla="*/ 155275 w 362309"/>
                <a:gd name="connsiteY12" fmla="*/ 137894 h 361971"/>
                <a:gd name="connsiteX13" fmla="*/ 157192 w 362309"/>
                <a:gd name="connsiteY13" fmla="*/ 135340 h 361971"/>
                <a:gd name="connsiteX14" fmla="*/ 175084 w 362309"/>
                <a:gd name="connsiteY14" fmla="*/ 79800 h 361971"/>
                <a:gd name="connsiteX15" fmla="*/ 181474 w 362309"/>
                <a:gd name="connsiteY15" fmla="*/ 74054 h 361971"/>
                <a:gd name="connsiteX16" fmla="*/ 181474 w 362309"/>
                <a:gd name="connsiteY16" fmla="*/ 74054 h 361971"/>
                <a:gd name="connsiteX17" fmla="*/ 187864 w 362309"/>
                <a:gd name="connsiteY17" fmla="*/ 79800 h 361971"/>
                <a:gd name="connsiteX18" fmla="*/ 194893 w 362309"/>
                <a:gd name="connsiteY18" fmla="*/ 114273 h 361971"/>
                <a:gd name="connsiteX19" fmla="*/ 224287 w 362309"/>
                <a:gd name="connsiteY19" fmla="*/ 160876 h 361971"/>
                <a:gd name="connsiteX20" fmla="*/ 233233 w 362309"/>
                <a:gd name="connsiteY20" fmla="*/ 174283 h 361971"/>
                <a:gd name="connsiteX21" fmla="*/ 234511 w 362309"/>
                <a:gd name="connsiteY21" fmla="*/ 176198 h 361971"/>
                <a:gd name="connsiteX22" fmla="*/ 229399 w 362309"/>
                <a:gd name="connsiteY22" fmla="*/ 264935 h 361971"/>
                <a:gd name="connsiteX23" fmla="*/ 229399 w 362309"/>
                <a:gd name="connsiteY23" fmla="*/ 26493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0438"/>
                    <a:pt x="281796" y="0"/>
                    <a:pt x="181474" y="0"/>
                  </a:cubicBezTo>
                  <a:lnTo>
                    <a:pt x="181474" y="0"/>
                  </a:lnTo>
                  <a:close/>
                  <a:moveTo>
                    <a:pt x="229399" y="264935"/>
                  </a:moveTo>
                  <a:cubicBezTo>
                    <a:pt x="217258" y="278980"/>
                    <a:pt x="198727" y="287279"/>
                    <a:pt x="180196" y="287918"/>
                  </a:cubicBezTo>
                  <a:lnTo>
                    <a:pt x="178918" y="287918"/>
                  </a:lnTo>
                  <a:cubicBezTo>
                    <a:pt x="156553" y="287918"/>
                    <a:pt x="135467" y="275150"/>
                    <a:pt x="124604" y="255359"/>
                  </a:cubicBezTo>
                  <a:cubicBezTo>
                    <a:pt x="99044" y="206841"/>
                    <a:pt x="134828" y="162792"/>
                    <a:pt x="150164" y="144278"/>
                  </a:cubicBezTo>
                  <a:cubicBezTo>
                    <a:pt x="152080" y="141724"/>
                    <a:pt x="153997" y="139171"/>
                    <a:pt x="155275" y="137894"/>
                  </a:cubicBezTo>
                  <a:lnTo>
                    <a:pt x="157192" y="135340"/>
                  </a:lnTo>
                  <a:cubicBezTo>
                    <a:pt x="162305" y="128956"/>
                    <a:pt x="171250" y="117465"/>
                    <a:pt x="175084" y="79800"/>
                  </a:cubicBezTo>
                  <a:cubicBezTo>
                    <a:pt x="175723" y="76608"/>
                    <a:pt x="178279" y="74054"/>
                    <a:pt x="181474" y="74054"/>
                  </a:cubicBezTo>
                  <a:lnTo>
                    <a:pt x="181474" y="74054"/>
                  </a:lnTo>
                  <a:cubicBezTo>
                    <a:pt x="184669" y="74054"/>
                    <a:pt x="187225" y="76608"/>
                    <a:pt x="187864" y="79800"/>
                  </a:cubicBezTo>
                  <a:cubicBezTo>
                    <a:pt x="189142" y="91291"/>
                    <a:pt x="191059" y="102782"/>
                    <a:pt x="194893" y="114273"/>
                  </a:cubicBezTo>
                  <a:cubicBezTo>
                    <a:pt x="197449" y="118742"/>
                    <a:pt x="214702" y="146193"/>
                    <a:pt x="224287" y="160876"/>
                  </a:cubicBezTo>
                  <a:cubicBezTo>
                    <a:pt x="232594" y="173644"/>
                    <a:pt x="232594" y="174283"/>
                    <a:pt x="233233" y="174283"/>
                  </a:cubicBezTo>
                  <a:lnTo>
                    <a:pt x="234511" y="176198"/>
                  </a:lnTo>
                  <a:cubicBezTo>
                    <a:pt x="243456" y="195350"/>
                    <a:pt x="260071" y="227270"/>
                    <a:pt x="229399" y="264935"/>
                  </a:cubicBezTo>
                  <a:lnTo>
                    <a:pt x="229399" y="264935"/>
                  </a:lnTo>
                  <a:close/>
                </a:path>
              </a:pathLst>
            </a:custGeom>
            <a:solidFill>
              <a:srgbClr val="007680"/>
            </a:solidFill>
            <a:ln w="6390" cap="flat">
              <a:noFill/>
              <a:prstDash val="solid"/>
              <a:miter/>
            </a:ln>
          </p:spPr>
          <p:txBody>
            <a:bodyPr rtlCol="0" anchor="ctr"/>
            <a:lstStyle/>
            <a:p>
              <a:endParaRPr lang="en-US"/>
            </a:p>
          </p:txBody>
        </p:sp>
      </p:grpSp>
      <p:grpSp>
        <p:nvGrpSpPr>
          <p:cNvPr id="671" name="Graphic 4">
            <a:extLst>
              <a:ext uri="{FF2B5EF4-FFF2-40B4-BE49-F238E27FC236}">
                <a16:creationId xmlns:a16="http://schemas.microsoft.com/office/drawing/2014/main" id="{615E7126-FFD8-0A45-9614-B8194E64107C}"/>
              </a:ext>
            </a:extLst>
          </p:cNvPr>
          <p:cNvGrpSpPr>
            <a:grpSpLocks noChangeAspect="1"/>
          </p:cNvGrpSpPr>
          <p:nvPr/>
        </p:nvGrpSpPr>
        <p:grpSpPr>
          <a:xfrm>
            <a:off x="4045469" y="918179"/>
            <a:ext cx="362309" cy="361971"/>
            <a:chOff x="4045469" y="918179"/>
            <a:chExt cx="362309" cy="361971"/>
          </a:xfrm>
          <a:solidFill>
            <a:srgbClr val="007680"/>
          </a:solidFill>
        </p:grpSpPr>
        <p:sp>
          <p:nvSpPr>
            <p:cNvPr id="672" name="Graphic 4">
              <a:extLst>
                <a:ext uri="{FF2B5EF4-FFF2-40B4-BE49-F238E27FC236}">
                  <a16:creationId xmlns:a16="http://schemas.microsoft.com/office/drawing/2014/main" id="{CC39C0BD-C973-1A4C-BB04-C9443450DDBC}"/>
                </a:ext>
              </a:extLst>
            </p:cNvPr>
            <p:cNvSpPr/>
            <p:nvPr/>
          </p:nvSpPr>
          <p:spPr>
            <a:xfrm>
              <a:off x="4221192" y="1106187"/>
              <a:ext cx="13419" cy="8618"/>
            </a:xfrm>
            <a:custGeom>
              <a:avLst/>
              <a:gdLst>
                <a:gd name="connsiteX0" fmla="*/ 8946 w 13419"/>
                <a:gd name="connsiteY0" fmla="*/ 7980 h 8618"/>
                <a:gd name="connsiteX1" fmla="*/ 13419 w 13419"/>
                <a:gd name="connsiteY1" fmla="*/ 958 h 8618"/>
                <a:gd name="connsiteX2" fmla="*/ 0 w 13419"/>
                <a:gd name="connsiteY2" fmla="*/ 958 h 8618"/>
                <a:gd name="connsiteX3" fmla="*/ 3834 w 13419"/>
                <a:gd name="connsiteY3" fmla="*/ 8618 h 8618"/>
                <a:gd name="connsiteX4" fmla="*/ 8946 w 13419"/>
                <a:gd name="connsiteY4" fmla="*/ 7980 h 86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19" h="8618">
                  <a:moveTo>
                    <a:pt x="8946" y="7980"/>
                  </a:moveTo>
                  <a:lnTo>
                    <a:pt x="13419" y="958"/>
                  </a:lnTo>
                  <a:cubicBezTo>
                    <a:pt x="8946" y="-319"/>
                    <a:pt x="4473" y="-319"/>
                    <a:pt x="0" y="958"/>
                  </a:cubicBezTo>
                  <a:lnTo>
                    <a:pt x="3834" y="8618"/>
                  </a:lnTo>
                  <a:cubicBezTo>
                    <a:pt x="5112" y="7980"/>
                    <a:pt x="7029" y="7342"/>
                    <a:pt x="8946" y="7980"/>
                  </a:cubicBezTo>
                  <a:close/>
                </a:path>
              </a:pathLst>
            </a:custGeom>
            <a:solidFill>
              <a:srgbClr val="007680"/>
            </a:solidFill>
            <a:ln w="6390" cap="flat">
              <a:noFill/>
              <a:prstDash val="solid"/>
              <a:miter/>
            </a:ln>
          </p:spPr>
          <p:txBody>
            <a:bodyPr rtlCol="0" anchor="ctr"/>
            <a:lstStyle/>
            <a:p>
              <a:endParaRPr lang="en-US"/>
            </a:p>
          </p:txBody>
        </p:sp>
        <p:sp>
          <p:nvSpPr>
            <p:cNvPr id="673" name="Graphic 4">
              <a:extLst>
                <a:ext uri="{FF2B5EF4-FFF2-40B4-BE49-F238E27FC236}">
                  <a16:creationId xmlns:a16="http://schemas.microsoft.com/office/drawing/2014/main" id="{1BE1BB90-D84B-9742-A35D-B548101C3C8F}"/>
                </a:ext>
              </a:extLst>
            </p:cNvPr>
            <p:cNvSpPr/>
            <p:nvPr/>
          </p:nvSpPr>
          <p:spPr>
            <a:xfrm>
              <a:off x="4241640" y="1138426"/>
              <a:ext cx="10862" cy="11491"/>
            </a:xfrm>
            <a:custGeom>
              <a:avLst/>
              <a:gdLst>
                <a:gd name="connsiteX0" fmla="*/ 0 w 10862"/>
                <a:gd name="connsiteY0" fmla="*/ 4469 h 11491"/>
                <a:gd name="connsiteX1" fmla="*/ 4473 w 10862"/>
                <a:gd name="connsiteY1" fmla="*/ 11491 h 11491"/>
                <a:gd name="connsiteX2" fmla="*/ 10863 w 10862"/>
                <a:gd name="connsiteY2" fmla="*/ 0 h 11491"/>
                <a:gd name="connsiteX3" fmla="*/ 2556 w 10862"/>
                <a:gd name="connsiteY3" fmla="*/ 0 h 11491"/>
                <a:gd name="connsiteX4" fmla="*/ 0 w 10862"/>
                <a:gd name="connsiteY4" fmla="*/ 4469 h 11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62" h="11491">
                  <a:moveTo>
                    <a:pt x="0" y="4469"/>
                  </a:moveTo>
                  <a:lnTo>
                    <a:pt x="4473" y="11491"/>
                  </a:lnTo>
                  <a:cubicBezTo>
                    <a:pt x="7668" y="8299"/>
                    <a:pt x="10224" y="4469"/>
                    <a:pt x="10863" y="0"/>
                  </a:cubicBezTo>
                  <a:lnTo>
                    <a:pt x="2556" y="0"/>
                  </a:lnTo>
                  <a:cubicBezTo>
                    <a:pt x="1917" y="1915"/>
                    <a:pt x="1278" y="3192"/>
                    <a:pt x="0" y="4469"/>
                  </a:cubicBezTo>
                  <a:close/>
                </a:path>
              </a:pathLst>
            </a:custGeom>
            <a:solidFill>
              <a:srgbClr val="007680"/>
            </a:solidFill>
            <a:ln w="6390" cap="flat">
              <a:noFill/>
              <a:prstDash val="solid"/>
              <a:miter/>
            </a:ln>
          </p:spPr>
          <p:txBody>
            <a:bodyPr rtlCol="0" anchor="ctr"/>
            <a:lstStyle/>
            <a:p>
              <a:endParaRPr lang="en-US"/>
            </a:p>
          </p:txBody>
        </p:sp>
        <p:sp>
          <p:nvSpPr>
            <p:cNvPr id="674" name="Graphic 4">
              <a:extLst>
                <a:ext uri="{FF2B5EF4-FFF2-40B4-BE49-F238E27FC236}">
                  <a16:creationId xmlns:a16="http://schemas.microsoft.com/office/drawing/2014/main" id="{E7EB196A-9EF5-6D47-BA9F-8BD532EDB609}"/>
                </a:ext>
              </a:extLst>
            </p:cNvPr>
            <p:cNvSpPr/>
            <p:nvPr/>
          </p:nvSpPr>
          <p:spPr>
            <a:xfrm>
              <a:off x="4202661" y="1138426"/>
              <a:ext cx="11501" cy="11491"/>
            </a:xfrm>
            <a:custGeom>
              <a:avLst/>
              <a:gdLst>
                <a:gd name="connsiteX0" fmla="*/ 0 w 11501"/>
                <a:gd name="connsiteY0" fmla="*/ 0 h 11491"/>
                <a:gd name="connsiteX1" fmla="*/ 7029 w 11501"/>
                <a:gd name="connsiteY1" fmla="*/ 11491 h 11491"/>
                <a:gd name="connsiteX2" fmla="*/ 11502 w 11501"/>
                <a:gd name="connsiteY2" fmla="*/ 4469 h 11491"/>
                <a:gd name="connsiteX3" fmla="*/ 8307 w 11501"/>
                <a:gd name="connsiteY3" fmla="*/ 0 h 11491"/>
                <a:gd name="connsiteX4" fmla="*/ 0 w 11501"/>
                <a:gd name="connsiteY4" fmla="*/ 0 h 11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1" h="11491">
                  <a:moveTo>
                    <a:pt x="0" y="0"/>
                  </a:moveTo>
                  <a:cubicBezTo>
                    <a:pt x="639" y="4469"/>
                    <a:pt x="3195" y="8299"/>
                    <a:pt x="7029" y="11491"/>
                  </a:cubicBezTo>
                  <a:lnTo>
                    <a:pt x="11502" y="4469"/>
                  </a:lnTo>
                  <a:cubicBezTo>
                    <a:pt x="10224" y="3192"/>
                    <a:pt x="9585" y="1915"/>
                    <a:pt x="8307" y="0"/>
                  </a:cubicBezTo>
                  <a:lnTo>
                    <a:pt x="0" y="0"/>
                  </a:lnTo>
                  <a:close/>
                </a:path>
              </a:pathLst>
            </a:custGeom>
            <a:solidFill>
              <a:srgbClr val="007680"/>
            </a:solidFill>
            <a:ln w="6390" cap="flat">
              <a:noFill/>
              <a:prstDash val="solid"/>
              <a:miter/>
            </a:ln>
          </p:spPr>
          <p:txBody>
            <a:bodyPr rtlCol="0" anchor="ctr"/>
            <a:lstStyle/>
            <a:p>
              <a:endParaRPr lang="en-US"/>
            </a:p>
          </p:txBody>
        </p:sp>
        <p:sp>
          <p:nvSpPr>
            <p:cNvPr id="675" name="Graphic 4">
              <a:extLst>
                <a:ext uri="{FF2B5EF4-FFF2-40B4-BE49-F238E27FC236}">
                  <a16:creationId xmlns:a16="http://schemas.microsoft.com/office/drawing/2014/main" id="{8B6E143E-A014-9A4D-9A56-BADA71C9C4FD}"/>
                </a:ext>
              </a:extLst>
            </p:cNvPr>
            <p:cNvSpPr/>
            <p:nvPr/>
          </p:nvSpPr>
          <p:spPr>
            <a:xfrm>
              <a:off x="4221831" y="1126297"/>
              <a:ext cx="10862" cy="12129"/>
            </a:xfrm>
            <a:custGeom>
              <a:avLst/>
              <a:gdLst>
                <a:gd name="connsiteX0" fmla="*/ 10863 w 10862"/>
                <a:gd name="connsiteY0" fmla="*/ 1915 h 12129"/>
                <a:gd name="connsiteX1" fmla="*/ 6390 w 10862"/>
                <a:gd name="connsiteY1" fmla="*/ 0 h 12129"/>
                <a:gd name="connsiteX2" fmla="*/ 3195 w 10862"/>
                <a:gd name="connsiteY2" fmla="*/ 1277 h 12129"/>
                <a:gd name="connsiteX3" fmla="*/ 0 w 10862"/>
                <a:gd name="connsiteY3" fmla="*/ 1915 h 12129"/>
                <a:gd name="connsiteX4" fmla="*/ 1278 w 10862"/>
                <a:gd name="connsiteY4" fmla="*/ 7022 h 12129"/>
                <a:gd name="connsiteX5" fmla="*/ 3834 w 10862"/>
                <a:gd name="connsiteY5" fmla="*/ 9576 h 12129"/>
                <a:gd name="connsiteX6" fmla="*/ 6390 w 10862"/>
                <a:gd name="connsiteY6" fmla="*/ 12130 h 12129"/>
                <a:gd name="connsiteX7" fmla="*/ 10224 w 10862"/>
                <a:gd name="connsiteY7" fmla="*/ 8938 h 12129"/>
                <a:gd name="connsiteX8" fmla="*/ 10863 w 10862"/>
                <a:gd name="connsiteY8" fmla="*/ 5746 h 12129"/>
                <a:gd name="connsiteX9" fmla="*/ 10863 w 10862"/>
                <a:gd name="connsiteY9" fmla="*/ 1915 h 12129"/>
                <a:gd name="connsiteX10" fmla="*/ 10863 w 10862"/>
                <a:gd name="connsiteY10" fmla="*/ 1915 h 12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62" h="12129">
                  <a:moveTo>
                    <a:pt x="10863" y="1915"/>
                  </a:moveTo>
                  <a:cubicBezTo>
                    <a:pt x="8946" y="1915"/>
                    <a:pt x="7668" y="1277"/>
                    <a:pt x="6390" y="0"/>
                  </a:cubicBezTo>
                  <a:cubicBezTo>
                    <a:pt x="5112" y="0"/>
                    <a:pt x="3834" y="638"/>
                    <a:pt x="3195" y="1277"/>
                  </a:cubicBezTo>
                  <a:cubicBezTo>
                    <a:pt x="1917" y="1915"/>
                    <a:pt x="1278" y="1915"/>
                    <a:pt x="0" y="1915"/>
                  </a:cubicBezTo>
                  <a:cubicBezTo>
                    <a:pt x="1278" y="3192"/>
                    <a:pt x="1278" y="5107"/>
                    <a:pt x="1278" y="7022"/>
                  </a:cubicBezTo>
                  <a:cubicBezTo>
                    <a:pt x="1917" y="7661"/>
                    <a:pt x="3195" y="8938"/>
                    <a:pt x="3834" y="9576"/>
                  </a:cubicBezTo>
                  <a:cubicBezTo>
                    <a:pt x="5112" y="10214"/>
                    <a:pt x="5751" y="11491"/>
                    <a:pt x="6390" y="12130"/>
                  </a:cubicBezTo>
                  <a:cubicBezTo>
                    <a:pt x="7029" y="10853"/>
                    <a:pt x="8307" y="9576"/>
                    <a:pt x="10224" y="8938"/>
                  </a:cubicBezTo>
                  <a:cubicBezTo>
                    <a:pt x="10863" y="7661"/>
                    <a:pt x="10863" y="7022"/>
                    <a:pt x="10863" y="5746"/>
                  </a:cubicBezTo>
                  <a:cubicBezTo>
                    <a:pt x="10224" y="4469"/>
                    <a:pt x="10863" y="3192"/>
                    <a:pt x="10863" y="1915"/>
                  </a:cubicBezTo>
                  <a:lnTo>
                    <a:pt x="10863" y="1915"/>
                  </a:lnTo>
                  <a:close/>
                </a:path>
              </a:pathLst>
            </a:custGeom>
            <a:solidFill>
              <a:srgbClr val="007680"/>
            </a:solidFill>
            <a:ln w="6390" cap="flat">
              <a:noFill/>
              <a:prstDash val="solid"/>
              <a:miter/>
            </a:ln>
          </p:spPr>
          <p:txBody>
            <a:bodyPr rtlCol="0" anchor="ctr"/>
            <a:lstStyle/>
            <a:p>
              <a:endParaRPr lang="en-US"/>
            </a:p>
          </p:txBody>
        </p:sp>
        <p:sp>
          <p:nvSpPr>
            <p:cNvPr id="676" name="Graphic 4">
              <a:extLst>
                <a:ext uri="{FF2B5EF4-FFF2-40B4-BE49-F238E27FC236}">
                  <a16:creationId xmlns:a16="http://schemas.microsoft.com/office/drawing/2014/main" id="{995428F9-C34C-FB47-86E7-34F18B49CB12}"/>
                </a:ext>
              </a:extLst>
            </p:cNvPr>
            <p:cNvSpPr/>
            <p:nvPr/>
          </p:nvSpPr>
          <p:spPr>
            <a:xfrm>
              <a:off x="4171990" y="1062192"/>
              <a:ext cx="109267" cy="134328"/>
            </a:xfrm>
            <a:custGeom>
              <a:avLst/>
              <a:gdLst>
                <a:gd name="connsiteX0" fmla="*/ 93932 w 109267"/>
                <a:gd name="connsiteY0" fmla="*/ 264 h 134328"/>
                <a:gd name="connsiteX1" fmla="*/ 17892 w 109267"/>
                <a:gd name="connsiteY1" fmla="*/ 903 h 134328"/>
                <a:gd name="connsiteX2" fmla="*/ 0 w 109267"/>
                <a:gd name="connsiteY2" fmla="*/ 134328 h 134328"/>
                <a:gd name="connsiteX3" fmla="*/ 109268 w 109267"/>
                <a:gd name="connsiteY3" fmla="*/ 134328 h 134328"/>
                <a:gd name="connsiteX4" fmla="*/ 93932 w 109267"/>
                <a:gd name="connsiteY4" fmla="*/ 264 h 134328"/>
                <a:gd name="connsiteX5" fmla="*/ 93293 w 109267"/>
                <a:gd name="connsiteY5" fmla="*/ 69211 h 134328"/>
                <a:gd name="connsiteX6" fmla="*/ 76040 w 109267"/>
                <a:gd name="connsiteY6" fmla="*/ 102408 h 134328"/>
                <a:gd name="connsiteX7" fmla="*/ 72206 w 109267"/>
                <a:gd name="connsiteY7" fmla="*/ 103685 h 134328"/>
                <a:gd name="connsiteX8" fmla="*/ 70928 w 109267"/>
                <a:gd name="connsiteY8" fmla="*/ 103685 h 134328"/>
                <a:gd name="connsiteX9" fmla="*/ 67094 w 109267"/>
                <a:gd name="connsiteY9" fmla="*/ 100493 h 134328"/>
                <a:gd name="connsiteX10" fmla="*/ 56231 w 109267"/>
                <a:gd name="connsiteY10" fmla="*/ 82618 h 134328"/>
                <a:gd name="connsiteX11" fmla="*/ 56231 w 109267"/>
                <a:gd name="connsiteY11" fmla="*/ 81979 h 134328"/>
                <a:gd name="connsiteX12" fmla="*/ 46007 w 109267"/>
                <a:gd name="connsiteY12" fmla="*/ 99216 h 134328"/>
                <a:gd name="connsiteX13" fmla="*/ 40257 w 109267"/>
                <a:gd name="connsiteY13" fmla="*/ 102408 h 134328"/>
                <a:gd name="connsiteX14" fmla="*/ 37700 w 109267"/>
                <a:gd name="connsiteY14" fmla="*/ 101770 h 134328"/>
                <a:gd name="connsiteX15" fmla="*/ 17892 w 109267"/>
                <a:gd name="connsiteY15" fmla="*/ 69850 h 134328"/>
                <a:gd name="connsiteX16" fmla="*/ 19809 w 109267"/>
                <a:gd name="connsiteY16" fmla="*/ 64743 h 134328"/>
                <a:gd name="connsiteX17" fmla="*/ 24282 w 109267"/>
                <a:gd name="connsiteY17" fmla="*/ 62827 h 134328"/>
                <a:gd name="connsiteX18" fmla="*/ 45368 w 109267"/>
                <a:gd name="connsiteY18" fmla="*/ 62189 h 134328"/>
                <a:gd name="connsiteX19" fmla="*/ 45368 w 109267"/>
                <a:gd name="connsiteY19" fmla="*/ 62189 h 134328"/>
                <a:gd name="connsiteX20" fmla="*/ 44730 w 109267"/>
                <a:gd name="connsiteY20" fmla="*/ 61551 h 134328"/>
                <a:gd name="connsiteX21" fmla="*/ 35145 w 109267"/>
                <a:gd name="connsiteY21" fmla="*/ 43676 h 134328"/>
                <a:gd name="connsiteX22" fmla="*/ 37062 w 109267"/>
                <a:gd name="connsiteY22" fmla="*/ 35376 h 134328"/>
                <a:gd name="connsiteX23" fmla="*/ 74762 w 109267"/>
                <a:gd name="connsiteY23" fmla="*/ 34738 h 134328"/>
                <a:gd name="connsiteX24" fmla="*/ 77957 w 109267"/>
                <a:gd name="connsiteY24" fmla="*/ 38568 h 134328"/>
                <a:gd name="connsiteX25" fmla="*/ 77318 w 109267"/>
                <a:gd name="connsiteY25" fmla="*/ 43676 h 134328"/>
                <a:gd name="connsiteX26" fmla="*/ 66455 w 109267"/>
                <a:gd name="connsiteY26" fmla="*/ 61551 h 134328"/>
                <a:gd name="connsiteX27" fmla="*/ 65816 w 109267"/>
                <a:gd name="connsiteY27" fmla="*/ 62189 h 134328"/>
                <a:gd name="connsiteX28" fmla="*/ 66455 w 109267"/>
                <a:gd name="connsiteY28" fmla="*/ 62189 h 134328"/>
                <a:gd name="connsiteX29" fmla="*/ 86903 w 109267"/>
                <a:gd name="connsiteY29" fmla="*/ 62189 h 134328"/>
                <a:gd name="connsiteX30" fmla="*/ 93293 w 109267"/>
                <a:gd name="connsiteY30" fmla="*/ 69211 h 134328"/>
                <a:gd name="connsiteX31" fmla="*/ 93293 w 109267"/>
                <a:gd name="connsiteY31" fmla="*/ 69211 h 134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9267" h="134328">
                  <a:moveTo>
                    <a:pt x="93932" y="264"/>
                  </a:moveTo>
                  <a:cubicBezTo>
                    <a:pt x="81791" y="-374"/>
                    <a:pt x="49202" y="264"/>
                    <a:pt x="17892" y="903"/>
                  </a:cubicBezTo>
                  <a:cubicBezTo>
                    <a:pt x="19170" y="69850"/>
                    <a:pt x="6390" y="115814"/>
                    <a:pt x="0" y="134328"/>
                  </a:cubicBezTo>
                  <a:lnTo>
                    <a:pt x="109268" y="134328"/>
                  </a:lnTo>
                  <a:cubicBezTo>
                    <a:pt x="94571" y="91555"/>
                    <a:pt x="88820" y="45591"/>
                    <a:pt x="93932" y="264"/>
                  </a:cubicBezTo>
                  <a:close/>
                  <a:moveTo>
                    <a:pt x="93293" y="69211"/>
                  </a:moveTo>
                  <a:cubicBezTo>
                    <a:pt x="94571" y="82618"/>
                    <a:pt x="87542" y="96024"/>
                    <a:pt x="76040" y="102408"/>
                  </a:cubicBezTo>
                  <a:cubicBezTo>
                    <a:pt x="74762" y="103047"/>
                    <a:pt x="73484" y="103685"/>
                    <a:pt x="72206" y="103685"/>
                  </a:cubicBezTo>
                  <a:lnTo>
                    <a:pt x="70928" y="103685"/>
                  </a:lnTo>
                  <a:cubicBezTo>
                    <a:pt x="69011" y="103047"/>
                    <a:pt x="67733" y="102408"/>
                    <a:pt x="67094" y="100493"/>
                  </a:cubicBezTo>
                  <a:lnTo>
                    <a:pt x="56231" y="82618"/>
                  </a:lnTo>
                  <a:cubicBezTo>
                    <a:pt x="56231" y="82618"/>
                    <a:pt x="56231" y="82618"/>
                    <a:pt x="56231" y="81979"/>
                  </a:cubicBezTo>
                  <a:lnTo>
                    <a:pt x="46007" y="99216"/>
                  </a:lnTo>
                  <a:cubicBezTo>
                    <a:pt x="44730" y="101131"/>
                    <a:pt x="42812" y="102408"/>
                    <a:pt x="40257" y="102408"/>
                  </a:cubicBezTo>
                  <a:cubicBezTo>
                    <a:pt x="39617" y="102408"/>
                    <a:pt x="38340" y="102408"/>
                    <a:pt x="37700" y="101770"/>
                  </a:cubicBezTo>
                  <a:cubicBezTo>
                    <a:pt x="25560" y="96024"/>
                    <a:pt x="17253" y="83256"/>
                    <a:pt x="17892" y="69850"/>
                  </a:cubicBezTo>
                  <a:cubicBezTo>
                    <a:pt x="17892" y="67935"/>
                    <a:pt x="18531" y="66658"/>
                    <a:pt x="19809" y="64743"/>
                  </a:cubicBezTo>
                  <a:cubicBezTo>
                    <a:pt x="21087" y="63466"/>
                    <a:pt x="22365" y="62827"/>
                    <a:pt x="24282" y="62827"/>
                  </a:cubicBezTo>
                  <a:lnTo>
                    <a:pt x="45368" y="62189"/>
                  </a:lnTo>
                  <a:lnTo>
                    <a:pt x="45368" y="62189"/>
                  </a:lnTo>
                  <a:cubicBezTo>
                    <a:pt x="45368" y="62189"/>
                    <a:pt x="44730" y="61551"/>
                    <a:pt x="44730" y="61551"/>
                  </a:cubicBezTo>
                  <a:lnTo>
                    <a:pt x="35145" y="43676"/>
                  </a:lnTo>
                  <a:cubicBezTo>
                    <a:pt x="33867" y="40484"/>
                    <a:pt x="34505" y="37292"/>
                    <a:pt x="37062" y="35376"/>
                  </a:cubicBezTo>
                  <a:cubicBezTo>
                    <a:pt x="48563" y="27716"/>
                    <a:pt x="63260" y="27716"/>
                    <a:pt x="74762" y="34738"/>
                  </a:cubicBezTo>
                  <a:cubicBezTo>
                    <a:pt x="76040" y="35376"/>
                    <a:pt x="77318" y="37292"/>
                    <a:pt x="77957" y="38568"/>
                  </a:cubicBezTo>
                  <a:cubicBezTo>
                    <a:pt x="78596" y="40484"/>
                    <a:pt x="77957" y="42399"/>
                    <a:pt x="77318" y="43676"/>
                  </a:cubicBezTo>
                  <a:lnTo>
                    <a:pt x="66455" y="61551"/>
                  </a:lnTo>
                  <a:cubicBezTo>
                    <a:pt x="66455" y="61551"/>
                    <a:pt x="65816" y="62189"/>
                    <a:pt x="65816" y="62189"/>
                  </a:cubicBezTo>
                  <a:cubicBezTo>
                    <a:pt x="65816" y="62189"/>
                    <a:pt x="66455" y="62189"/>
                    <a:pt x="66455" y="62189"/>
                  </a:cubicBezTo>
                  <a:lnTo>
                    <a:pt x="86903" y="62189"/>
                  </a:lnTo>
                  <a:cubicBezTo>
                    <a:pt x="90098" y="63466"/>
                    <a:pt x="92654" y="66019"/>
                    <a:pt x="93293" y="69211"/>
                  </a:cubicBezTo>
                  <a:lnTo>
                    <a:pt x="93293" y="69211"/>
                  </a:lnTo>
                  <a:close/>
                </a:path>
              </a:pathLst>
            </a:custGeom>
            <a:solidFill>
              <a:srgbClr val="007680"/>
            </a:solidFill>
            <a:ln w="6390" cap="flat">
              <a:noFill/>
              <a:prstDash val="solid"/>
              <a:miter/>
            </a:ln>
          </p:spPr>
          <p:txBody>
            <a:bodyPr rtlCol="0" anchor="ctr"/>
            <a:lstStyle/>
            <a:p>
              <a:endParaRPr lang="en-US"/>
            </a:p>
          </p:txBody>
        </p:sp>
        <p:sp>
          <p:nvSpPr>
            <p:cNvPr id="677" name="Graphic 4">
              <a:extLst>
                <a:ext uri="{FF2B5EF4-FFF2-40B4-BE49-F238E27FC236}">
                  <a16:creationId xmlns:a16="http://schemas.microsoft.com/office/drawing/2014/main" id="{A5E58EB1-ACE1-6E4D-BC85-F335305582CE}"/>
                </a:ext>
              </a:extLst>
            </p:cNvPr>
            <p:cNvSpPr/>
            <p:nvPr/>
          </p:nvSpPr>
          <p:spPr>
            <a:xfrm>
              <a:off x="4045469" y="918179"/>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32594 w 362309"/>
                <a:gd name="connsiteY6" fmla="*/ 92568 h 361971"/>
                <a:gd name="connsiteX7" fmla="*/ 234511 w 362309"/>
                <a:gd name="connsiteY7" fmla="*/ 101505 h 361971"/>
                <a:gd name="connsiteX8" fmla="*/ 208951 w 362309"/>
                <a:gd name="connsiteY8" fmla="*/ 116188 h 361971"/>
                <a:gd name="connsiteX9" fmla="*/ 200644 w 362309"/>
                <a:gd name="connsiteY9" fmla="*/ 121296 h 361971"/>
                <a:gd name="connsiteX10" fmla="*/ 194254 w 362309"/>
                <a:gd name="connsiteY10" fmla="*/ 125764 h 361971"/>
                <a:gd name="connsiteX11" fmla="*/ 187864 w 362309"/>
                <a:gd name="connsiteY11" fmla="*/ 119380 h 361971"/>
                <a:gd name="connsiteX12" fmla="*/ 187864 w 362309"/>
                <a:gd name="connsiteY12" fmla="*/ 117465 h 361971"/>
                <a:gd name="connsiteX13" fmla="*/ 207673 w 362309"/>
                <a:gd name="connsiteY13" fmla="*/ 103420 h 361971"/>
                <a:gd name="connsiteX14" fmla="*/ 223009 w 362309"/>
                <a:gd name="connsiteY14" fmla="*/ 94483 h 361971"/>
                <a:gd name="connsiteX15" fmla="*/ 231955 w 362309"/>
                <a:gd name="connsiteY15" fmla="*/ 91929 h 361971"/>
                <a:gd name="connsiteX16" fmla="*/ 232594 w 362309"/>
                <a:gd name="connsiteY16" fmla="*/ 92568 h 361971"/>
                <a:gd name="connsiteX17" fmla="*/ 232594 w 362309"/>
                <a:gd name="connsiteY17" fmla="*/ 92568 h 361971"/>
                <a:gd name="connsiteX18" fmla="*/ 182113 w 362309"/>
                <a:gd name="connsiteY18" fmla="*/ 92568 h 361971"/>
                <a:gd name="connsiteX19" fmla="*/ 184669 w 362309"/>
                <a:gd name="connsiteY19" fmla="*/ 91929 h 361971"/>
                <a:gd name="connsiteX20" fmla="*/ 210229 w 362309"/>
                <a:gd name="connsiteY20" fmla="*/ 74693 h 361971"/>
                <a:gd name="connsiteX21" fmla="*/ 218536 w 362309"/>
                <a:gd name="connsiteY21" fmla="*/ 70862 h 361971"/>
                <a:gd name="connsiteX22" fmla="*/ 222370 w 362309"/>
                <a:gd name="connsiteY22" fmla="*/ 79161 h 361971"/>
                <a:gd name="connsiteX23" fmla="*/ 189142 w 362309"/>
                <a:gd name="connsiteY23" fmla="*/ 104059 h 361971"/>
                <a:gd name="connsiteX24" fmla="*/ 186586 w 362309"/>
                <a:gd name="connsiteY24" fmla="*/ 104697 h 361971"/>
                <a:gd name="connsiteX25" fmla="*/ 169333 w 362309"/>
                <a:gd name="connsiteY25" fmla="*/ 121296 h 361971"/>
                <a:gd name="connsiteX26" fmla="*/ 162943 w 362309"/>
                <a:gd name="connsiteY26" fmla="*/ 126403 h 361971"/>
                <a:gd name="connsiteX27" fmla="*/ 161666 w 362309"/>
                <a:gd name="connsiteY27" fmla="*/ 126403 h 361971"/>
                <a:gd name="connsiteX28" fmla="*/ 156553 w 362309"/>
                <a:gd name="connsiteY28" fmla="*/ 119380 h 361971"/>
                <a:gd name="connsiteX29" fmla="*/ 182113 w 362309"/>
                <a:gd name="connsiteY29" fmla="*/ 92568 h 361971"/>
                <a:gd name="connsiteX30" fmla="*/ 182113 w 362309"/>
                <a:gd name="connsiteY30" fmla="*/ 92568 h 361971"/>
                <a:gd name="connsiteX31" fmla="*/ 250486 w 362309"/>
                <a:gd name="connsiteY31" fmla="*/ 288556 h 361971"/>
                <a:gd name="connsiteX32" fmla="*/ 245374 w 362309"/>
                <a:gd name="connsiteY32" fmla="*/ 291748 h 361971"/>
                <a:gd name="connsiteX33" fmla="*/ 117575 w 362309"/>
                <a:gd name="connsiteY33" fmla="*/ 291748 h 361971"/>
                <a:gd name="connsiteX34" fmla="*/ 112463 w 362309"/>
                <a:gd name="connsiteY34" fmla="*/ 289194 h 361971"/>
                <a:gd name="connsiteX35" fmla="*/ 111824 w 362309"/>
                <a:gd name="connsiteY35" fmla="*/ 283449 h 361971"/>
                <a:gd name="connsiteX36" fmla="*/ 131633 w 362309"/>
                <a:gd name="connsiteY36" fmla="*/ 140448 h 361971"/>
                <a:gd name="connsiteX37" fmla="*/ 138023 w 362309"/>
                <a:gd name="connsiteY37" fmla="*/ 134064 h 361971"/>
                <a:gd name="connsiteX38" fmla="*/ 231955 w 362309"/>
                <a:gd name="connsiteY38" fmla="*/ 135979 h 361971"/>
                <a:gd name="connsiteX39" fmla="*/ 233872 w 362309"/>
                <a:gd name="connsiteY39" fmla="*/ 141086 h 361971"/>
                <a:gd name="connsiteX40" fmla="*/ 251764 w 362309"/>
                <a:gd name="connsiteY40" fmla="*/ 283449 h 361971"/>
                <a:gd name="connsiteX41" fmla="*/ 250486 w 362309"/>
                <a:gd name="connsiteY41" fmla="*/ 288556 h 361971"/>
                <a:gd name="connsiteX42" fmla="*/ 250486 w 362309"/>
                <a:gd name="connsiteY42" fmla="*/ 28855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310" y="81077"/>
                    <a:pt x="281796" y="0"/>
                    <a:pt x="181474" y="0"/>
                  </a:cubicBezTo>
                  <a:close/>
                  <a:moveTo>
                    <a:pt x="232594" y="92568"/>
                  </a:moveTo>
                  <a:cubicBezTo>
                    <a:pt x="235789" y="94483"/>
                    <a:pt x="236428" y="98313"/>
                    <a:pt x="234511" y="101505"/>
                  </a:cubicBezTo>
                  <a:cubicBezTo>
                    <a:pt x="228760" y="109804"/>
                    <a:pt x="219175" y="114912"/>
                    <a:pt x="208951" y="116188"/>
                  </a:cubicBezTo>
                  <a:cubicBezTo>
                    <a:pt x="205117" y="116188"/>
                    <a:pt x="201922" y="118104"/>
                    <a:pt x="200644" y="121296"/>
                  </a:cubicBezTo>
                  <a:cubicBezTo>
                    <a:pt x="200005" y="123849"/>
                    <a:pt x="197449" y="125764"/>
                    <a:pt x="194254" y="125764"/>
                  </a:cubicBezTo>
                  <a:cubicBezTo>
                    <a:pt x="190420" y="125764"/>
                    <a:pt x="187864" y="123211"/>
                    <a:pt x="187864" y="119380"/>
                  </a:cubicBezTo>
                  <a:cubicBezTo>
                    <a:pt x="187864" y="118742"/>
                    <a:pt x="187864" y="118104"/>
                    <a:pt x="187864" y="117465"/>
                  </a:cubicBezTo>
                  <a:cubicBezTo>
                    <a:pt x="191059" y="109166"/>
                    <a:pt x="198727" y="103420"/>
                    <a:pt x="207673" y="103420"/>
                  </a:cubicBezTo>
                  <a:cubicBezTo>
                    <a:pt x="214063" y="102782"/>
                    <a:pt x="219175" y="99590"/>
                    <a:pt x="223009" y="94483"/>
                  </a:cubicBezTo>
                  <a:cubicBezTo>
                    <a:pt x="224926" y="91291"/>
                    <a:pt x="228760" y="90653"/>
                    <a:pt x="231955" y="91929"/>
                  </a:cubicBezTo>
                  <a:cubicBezTo>
                    <a:pt x="231955" y="92568"/>
                    <a:pt x="232594" y="92568"/>
                    <a:pt x="232594" y="92568"/>
                  </a:cubicBezTo>
                  <a:lnTo>
                    <a:pt x="232594" y="92568"/>
                  </a:lnTo>
                  <a:close/>
                  <a:moveTo>
                    <a:pt x="182113" y="92568"/>
                  </a:moveTo>
                  <a:lnTo>
                    <a:pt x="184669" y="91929"/>
                  </a:lnTo>
                  <a:cubicBezTo>
                    <a:pt x="202561" y="85545"/>
                    <a:pt x="207673" y="82992"/>
                    <a:pt x="210229" y="74693"/>
                  </a:cubicBezTo>
                  <a:cubicBezTo>
                    <a:pt x="211507" y="71501"/>
                    <a:pt x="215341" y="69585"/>
                    <a:pt x="218536" y="70862"/>
                  </a:cubicBezTo>
                  <a:cubicBezTo>
                    <a:pt x="221731" y="72139"/>
                    <a:pt x="223648" y="75969"/>
                    <a:pt x="222370" y="79161"/>
                  </a:cubicBezTo>
                  <a:cubicBezTo>
                    <a:pt x="217258" y="93206"/>
                    <a:pt x="206395" y="97037"/>
                    <a:pt x="189142" y="104059"/>
                  </a:cubicBezTo>
                  <a:lnTo>
                    <a:pt x="186586" y="104697"/>
                  </a:lnTo>
                  <a:cubicBezTo>
                    <a:pt x="178279" y="106612"/>
                    <a:pt x="171889" y="112996"/>
                    <a:pt x="169333" y="121296"/>
                  </a:cubicBezTo>
                  <a:cubicBezTo>
                    <a:pt x="168695" y="124488"/>
                    <a:pt x="166138" y="126403"/>
                    <a:pt x="162943" y="126403"/>
                  </a:cubicBezTo>
                  <a:cubicBezTo>
                    <a:pt x="162305" y="126403"/>
                    <a:pt x="162305" y="126403"/>
                    <a:pt x="161666" y="126403"/>
                  </a:cubicBezTo>
                  <a:cubicBezTo>
                    <a:pt x="158471" y="125764"/>
                    <a:pt x="155915" y="122572"/>
                    <a:pt x="156553" y="119380"/>
                  </a:cubicBezTo>
                  <a:cubicBezTo>
                    <a:pt x="159748" y="105974"/>
                    <a:pt x="169333" y="95760"/>
                    <a:pt x="182113" y="92568"/>
                  </a:cubicBezTo>
                  <a:lnTo>
                    <a:pt x="182113" y="92568"/>
                  </a:lnTo>
                  <a:close/>
                  <a:moveTo>
                    <a:pt x="250486" y="288556"/>
                  </a:moveTo>
                  <a:cubicBezTo>
                    <a:pt x="249208" y="290471"/>
                    <a:pt x="247291" y="291748"/>
                    <a:pt x="245374" y="291748"/>
                  </a:cubicBezTo>
                  <a:lnTo>
                    <a:pt x="117575" y="291748"/>
                  </a:lnTo>
                  <a:cubicBezTo>
                    <a:pt x="115658" y="291748"/>
                    <a:pt x="113102" y="290471"/>
                    <a:pt x="112463" y="289194"/>
                  </a:cubicBezTo>
                  <a:cubicBezTo>
                    <a:pt x="111185" y="287279"/>
                    <a:pt x="111185" y="285364"/>
                    <a:pt x="111824" y="283449"/>
                  </a:cubicBezTo>
                  <a:cubicBezTo>
                    <a:pt x="111824" y="282810"/>
                    <a:pt x="134189" y="230462"/>
                    <a:pt x="131633" y="140448"/>
                  </a:cubicBezTo>
                  <a:cubicBezTo>
                    <a:pt x="131633" y="136617"/>
                    <a:pt x="134189" y="134064"/>
                    <a:pt x="138023" y="134064"/>
                  </a:cubicBezTo>
                  <a:cubicBezTo>
                    <a:pt x="227482" y="130872"/>
                    <a:pt x="230038" y="133425"/>
                    <a:pt x="231955" y="135979"/>
                  </a:cubicBezTo>
                  <a:cubicBezTo>
                    <a:pt x="233233" y="137256"/>
                    <a:pt x="233872" y="139171"/>
                    <a:pt x="233872" y="141086"/>
                  </a:cubicBezTo>
                  <a:cubicBezTo>
                    <a:pt x="224926" y="225993"/>
                    <a:pt x="251125" y="282810"/>
                    <a:pt x="251764" y="283449"/>
                  </a:cubicBezTo>
                  <a:cubicBezTo>
                    <a:pt x="251764" y="284726"/>
                    <a:pt x="251764" y="286641"/>
                    <a:pt x="250486" y="288556"/>
                  </a:cubicBezTo>
                  <a:lnTo>
                    <a:pt x="250486" y="288556"/>
                  </a:lnTo>
                  <a:close/>
                </a:path>
              </a:pathLst>
            </a:custGeom>
            <a:solidFill>
              <a:srgbClr val="007680"/>
            </a:solidFill>
            <a:ln w="6390" cap="flat">
              <a:noFill/>
              <a:prstDash val="solid"/>
              <a:miter/>
            </a:ln>
          </p:spPr>
          <p:txBody>
            <a:bodyPr rtlCol="0" anchor="ctr"/>
            <a:lstStyle/>
            <a:p>
              <a:endParaRPr lang="en-US"/>
            </a:p>
          </p:txBody>
        </p:sp>
      </p:grpSp>
      <p:grpSp>
        <p:nvGrpSpPr>
          <p:cNvPr id="678" name="Graphic 4">
            <a:extLst>
              <a:ext uri="{FF2B5EF4-FFF2-40B4-BE49-F238E27FC236}">
                <a16:creationId xmlns:a16="http://schemas.microsoft.com/office/drawing/2014/main" id="{1B36454B-B1FF-2341-AB58-49421BAD4889}"/>
              </a:ext>
            </a:extLst>
          </p:cNvPr>
          <p:cNvGrpSpPr>
            <a:grpSpLocks noChangeAspect="1"/>
          </p:cNvGrpSpPr>
          <p:nvPr/>
        </p:nvGrpSpPr>
        <p:grpSpPr>
          <a:xfrm>
            <a:off x="5092779" y="3339623"/>
            <a:ext cx="362309" cy="361971"/>
            <a:chOff x="5092779" y="3339623"/>
            <a:chExt cx="362309" cy="361971"/>
          </a:xfrm>
          <a:solidFill>
            <a:srgbClr val="007680"/>
          </a:solidFill>
        </p:grpSpPr>
        <p:sp>
          <p:nvSpPr>
            <p:cNvPr id="679" name="Graphic 4">
              <a:extLst>
                <a:ext uri="{FF2B5EF4-FFF2-40B4-BE49-F238E27FC236}">
                  <a16:creationId xmlns:a16="http://schemas.microsoft.com/office/drawing/2014/main" id="{9D954B4F-835F-8746-952D-5CDD04A3B257}"/>
                </a:ext>
              </a:extLst>
            </p:cNvPr>
            <p:cNvSpPr/>
            <p:nvPr/>
          </p:nvSpPr>
          <p:spPr>
            <a:xfrm>
              <a:off x="5213549" y="3584130"/>
              <a:ext cx="120769" cy="34473"/>
            </a:xfrm>
            <a:custGeom>
              <a:avLst/>
              <a:gdLst>
                <a:gd name="connsiteX0" fmla="*/ 0 w 120769"/>
                <a:gd name="connsiteY0" fmla="*/ 0 h 34473"/>
                <a:gd name="connsiteX1" fmla="*/ 120770 w 120769"/>
                <a:gd name="connsiteY1" fmla="*/ 0 h 34473"/>
                <a:gd name="connsiteX2" fmla="*/ 120770 w 120769"/>
                <a:gd name="connsiteY2" fmla="*/ 34474 h 34473"/>
                <a:gd name="connsiteX3" fmla="*/ 0 w 120769"/>
                <a:gd name="connsiteY3" fmla="*/ 34474 h 34473"/>
              </a:gdLst>
              <a:ahLst/>
              <a:cxnLst>
                <a:cxn ang="0">
                  <a:pos x="connsiteX0" y="connsiteY0"/>
                </a:cxn>
                <a:cxn ang="0">
                  <a:pos x="connsiteX1" y="connsiteY1"/>
                </a:cxn>
                <a:cxn ang="0">
                  <a:pos x="connsiteX2" y="connsiteY2"/>
                </a:cxn>
                <a:cxn ang="0">
                  <a:pos x="connsiteX3" y="connsiteY3"/>
                </a:cxn>
              </a:cxnLst>
              <a:rect l="l" t="t" r="r" b="b"/>
              <a:pathLst>
                <a:path w="120769" h="34473">
                  <a:moveTo>
                    <a:pt x="0" y="0"/>
                  </a:moveTo>
                  <a:lnTo>
                    <a:pt x="120770" y="0"/>
                  </a:lnTo>
                  <a:lnTo>
                    <a:pt x="120770" y="34474"/>
                  </a:lnTo>
                  <a:lnTo>
                    <a:pt x="0" y="34474"/>
                  </a:lnTo>
                  <a:close/>
                </a:path>
              </a:pathLst>
            </a:custGeom>
            <a:solidFill>
              <a:srgbClr val="007680"/>
            </a:solidFill>
            <a:ln w="6390" cap="flat">
              <a:noFill/>
              <a:prstDash val="solid"/>
              <a:miter/>
            </a:ln>
          </p:spPr>
          <p:txBody>
            <a:bodyPr rtlCol="0" anchor="ctr"/>
            <a:lstStyle/>
            <a:p>
              <a:endParaRPr lang="en-US"/>
            </a:p>
          </p:txBody>
        </p:sp>
        <p:sp>
          <p:nvSpPr>
            <p:cNvPr id="680" name="Graphic 4">
              <a:extLst>
                <a:ext uri="{FF2B5EF4-FFF2-40B4-BE49-F238E27FC236}">
                  <a16:creationId xmlns:a16="http://schemas.microsoft.com/office/drawing/2014/main" id="{675AE46C-7490-C443-B430-50B4BBF2A529}"/>
                </a:ext>
              </a:extLst>
            </p:cNvPr>
            <p:cNvSpPr/>
            <p:nvPr/>
          </p:nvSpPr>
          <p:spPr>
            <a:xfrm>
              <a:off x="5260196" y="3508799"/>
              <a:ext cx="30671" cy="40857"/>
            </a:xfrm>
            <a:custGeom>
              <a:avLst/>
              <a:gdLst>
                <a:gd name="connsiteX0" fmla="*/ 9585 w 30671"/>
                <a:gd name="connsiteY0" fmla="*/ 11491 h 40857"/>
                <a:gd name="connsiteX1" fmla="*/ 5751 w 30671"/>
                <a:gd name="connsiteY1" fmla="*/ 16598 h 40857"/>
                <a:gd name="connsiteX2" fmla="*/ 0 w 30671"/>
                <a:gd name="connsiteY2" fmla="*/ 25536 h 40857"/>
                <a:gd name="connsiteX3" fmla="*/ 15336 w 30671"/>
                <a:gd name="connsiteY3" fmla="*/ 40858 h 40857"/>
                <a:gd name="connsiteX4" fmla="*/ 30672 w 30671"/>
                <a:gd name="connsiteY4" fmla="*/ 25536 h 40857"/>
                <a:gd name="connsiteX5" fmla="*/ 30672 w 30671"/>
                <a:gd name="connsiteY5" fmla="*/ 25536 h 40857"/>
                <a:gd name="connsiteX6" fmla="*/ 16614 w 30671"/>
                <a:gd name="connsiteY6" fmla="*/ 0 h 40857"/>
                <a:gd name="connsiteX7" fmla="*/ 9585 w 30671"/>
                <a:gd name="connsiteY7" fmla="*/ 11491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71" h="40857">
                  <a:moveTo>
                    <a:pt x="9585" y="11491"/>
                  </a:moveTo>
                  <a:cubicBezTo>
                    <a:pt x="8307" y="13406"/>
                    <a:pt x="7029" y="14683"/>
                    <a:pt x="5751" y="16598"/>
                  </a:cubicBezTo>
                  <a:cubicBezTo>
                    <a:pt x="3195" y="19152"/>
                    <a:pt x="1278" y="22344"/>
                    <a:pt x="0" y="25536"/>
                  </a:cubicBezTo>
                  <a:cubicBezTo>
                    <a:pt x="0" y="33835"/>
                    <a:pt x="7029" y="40858"/>
                    <a:pt x="15336" y="40858"/>
                  </a:cubicBezTo>
                  <a:cubicBezTo>
                    <a:pt x="23643" y="40858"/>
                    <a:pt x="30672" y="33835"/>
                    <a:pt x="30672" y="25536"/>
                  </a:cubicBezTo>
                  <a:cubicBezTo>
                    <a:pt x="30672" y="25536"/>
                    <a:pt x="30672" y="25536"/>
                    <a:pt x="30672" y="25536"/>
                  </a:cubicBezTo>
                  <a:cubicBezTo>
                    <a:pt x="30672" y="17237"/>
                    <a:pt x="23004" y="7022"/>
                    <a:pt x="16614" y="0"/>
                  </a:cubicBezTo>
                  <a:cubicBezTo>
                    <a:pt x="14697" y="3830"/>
                    <a:pt x="12141" y="7661"/>
                    <a:pt x="9585" y="11491"/>
                  </a:cubicBezTo>
                  <a:close/>
                </a:path>
              </a:pathLst>
            </a:custGeom>
            <a:solidFill>
              <a:srgbClr val="007680"/>
            </a:solidFill>
            <a:ln w="6390" cap="flat">
              <a:noFill/>
              <a:prstDash val="solid"/>
              <a:miter/>
            </a:ln>
          </p:spPr>
          <p:txBody>
            <a:bodyPr rtlCol="0" anchor="ctr"/>
            <a:lstStyle/>
            <a:p>
              <a:endParaRPr lang="en-US"/>
            </a:p>
          </p:txBody>
        </p:sp>
        <p:sp>
          <p:nvSpPr>
            <p:cNvPr id="681" name="Graphic 4">
              <a:extLst>
                <a:ext uri="{FF2B5EF4-FFF2-40B4-BE49-F238E27FC236}">
                  <a16:creationId xmlns:a16="http://schemas.microsoft.com/office/drawing/2014/main" id="{9CF235FC-742D-5944-BE9B-10F18F3A20A2}"/>
                </a:ext>
              </a:extLst>
            </p:cNvPr>
            <p:cNvSpPr/>
            <p:nvPr/>
          </p:nvSpPr>
          <p:spPr>
            <a:xfrm>
              <a:off x="5213549" y="3483901"/>
              <a:ext cx="120769" cy="87460"/>
            </a:xfrm>
            <a:custGeom>
              <a:avLst/>
              <a:gdLst>
                <a:gd name="connsiteX0" fmla="*/ 0 w 120769"/>
                <a:gd name="connsiteY0" fmla="*/ 0 h 87460"/>
                <a:gd name="connsiteX1" fmla="*/ 0 w 120769"/>
                <a:gd name="connsiteY1" fmla="*/ 87461 h 87460"/>
                <a:gd name="connsiteX2" fmla="*/ 120770 w 120769"/>
                <a:gd name="connsiteY2" fmla="*/ 87461 h 87460"/>
                <a:gd name="connsiteX3" fmla="*/ 120770 w 120769"/>
                <a:gd name="connsiteY3" fmla="*/ 0 h 87460"/>
                <a:gd name="connsiteX4" fmla="*/ 0 w 120769"/>
                <a:gd name="connsiteY4" fmla="*/ 0 h 87460"/>
                <a:gd name="connsiteX5" fmla="*/ 61982 w 120769"/>
                <a:gd name="connsiteY5" fmla="*/ 78523 h 87460"/>
                <a:gd name="connsiteX6" fmla="*/ 33867 w 120769"/>
                <a:gd name="connsiteY6" fmla="*/ 50434 h 87460"/>
                <a:gd name="connsiteX7" fmla="*/ 42173 w 120769"/>
                <a:gd name="connsiteY7" fmla="*/ 33835 h 87460"/>
                <a:gd name="connsiteX8" fmla="*/ 45368 w 120769"/>
                <a:gd name="connsiteY8" fmla="*/ 29367 h 87460"/>
                <a:gd name="connsiteX9" fmla="*/ 56231 w 120769"/>
                <a:gd name="connsiteY9" fmla="*/ 12130 h 87460"/>
                <a:gd name="connsiteX10" fmla="*/ 60704 w 120769"/>
                <a:gd name="connsiteY10" fmla="*/ 8938 h 87460"/>
                <a:gd name="connsiteX11" fmla="*/ 65816 w 120769"/>
                <a:gd name="connsiteY11" fmla="*/ 10215 h 87460"/>
                <a:gd name="connsiteX12" fmla="*/ 90098 w 120769"/>
                <a:gd name="connsiteY12" fmla="*/ 50434 h 87460"/>
                <a:gd name="connsiteX13" fmla="*/ 61982 w 120769"/>
                <a:gd name="connsiteY13" fmla="*/ 78523 h 8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769" h="87460">
                  <a:moveTo>
                    <a:pt x="0" y="0"/>
                  </a:moveTo>
                  <a:lnTo>
                    <a:pt x="0" y="87461"/>
                  </a:lnTo>
                  <a:lnTo>
                    <a:pt x="120770" y="87461"/>
                  </a:lnTo>
                  <a:lnTo>
                    <a:pt x="120770" y="0"/>
                  </a:lnTo>
                  <a:lnTo>
                    <a:pt x="0" y="0"/>
                  </a:lnTo>
                  <a:close/>
                  <a:moveTo>
                    <a:pt x="61982" y="78523"/>
                  </a:moveTo>
                  <a:cubicBezTo>
                    <a:pt x="46646" y="78523"/>
                    <a:pt x="33867" y="65755"/>
                    <a:pt x="33867" y="50434"/>
                  </a:cubicBezTo>
                  <a:cubicBezTo>
                    <a:pt x="34505" y="44050"/>
                    <a:pt x="37700" y="38304"/>
                    <a:pt x="42173" y="33835"/>
                  </a:cubicBezTo>
                  <a:lnTo>
                    <a:pt x="45368" y="29367"/>
                  </a:lnTo>
                  <a:cubicBezTo>
                    <a:pt x="51119" y="21067"/>
                    <a:pt x="56231" y="12768"/>
                    <a:pt x="56231" y="12130"/>
                  </a:cubicBezTo>
                  <a:cubicBezTo>
                    <a:pt x="57509" y="10215"/>
                    <a:pt x="58787" y="9576"/>
                    <a:pt x="60704" y="8938"/>
                  </a:cubicBezTo>
                  <a:cubicBezTo>
                    <a:pt x="62621" y="8938"/>
                    <a:pt x="64538" y="8938"/>
                    <a:pt x="65816" y="10215"/>
                  </a:cubicBezTo>
                  <a:cubicBezTo>
                    <a:pt x="68372" y="12130"/>
                    <a:pt x="90098" y="30643"/>
                    <a:pt x="90098" y="50434"/>
                  </a:cubicBezTo>
                  <a:cubicBezTo>
                    <a:pt x="90098" y="65755"/>
                    <a:pt x="77318" y="78523"/>
                    <a:pt x="61982" y="78523"/>
                  </a:cubicBezTo>
                  <a:close/>
                </a:path>
              </a:pathLst>
            </a:custGeom>
            <a:solidFill>
              <a:srgbClr val="007680"/>
            </a:solidFill>
            <a:ln w="6390" cap="flat">
              <a:noFill/>
              <a:prstDash val="solid"/>
              <a:miter/>
            </a:ln>
          </p:spPr>
          <p:txBody>
            <a:bodyPr rtlCol="0" anchor="ctr"/>
            <a:lstStyle/>
            <a:p>
              <a:endParaRPr lang="en-US"/>
            </a:p>
          </p:txBody>
        </p:sp>
        <p:sp>
          <p:nvSpPr>
            <p:cNvPr id="682" name="Graphic 4">
              <a:extLst>
                <a:ext uri="{FF2B5EF4-FFF2-40B4-BE49-F238E27FC236}">
                  <a16:creationId xmlns:a16="http://schemas.microsoft.com/office/drawing/2014/main" id="{EEF4BD41-DBAB-3243-B331-429A73F2979C}"/>
                </a:ext>
              </a:extLst>
            </p:cNvPr>
            <p:cNvSpPr/>
            <p:nvPr/>
          </p:nvSpPr>
          <p:spPr>
            <a:xfrm>
              <a:off x="5092779" y="33396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24604 w 362309"/>
                <a:gd name="connsiteY6" fmla="*/ 70224 h 361971"/>
                <a:gd name="connsiteX7" fmla="*/ 146330 w 362309"/>
                <a:gd name="connsiteY7" fmla="*/ 70224 h 361971"/>
                <a:gd name="connsiteX8" fmla="*/ 152720 w 362309"/>
                <a:gd name="connsiteY8" fmla="*/ 76608 h 361971"/>
                <a:gd name="connsiteX9" fmla="*/ 146330 w 362309"/>
                <a:gd name="connsiteY9" fmla="*/ 82992 h 361971"/>
                <a:gd name="connsiteX10" fmla="*/ 124604 w 362309"/>
                <a:gd name="connsiteY10" fmla="*/ 82992 h 361971"/>
                <a:gd name="connsiteX11" fmla="*/ 118214 w 362309"/>
                <a:gd name="connsiteY11" fmla="*/ 76608 h 361971"/>
                <a:gd name="connsiteX12" fmla="*/ 124604 w 362309"/>
                <a:gd name="connsiteY12" fmla="*/ 70224 h 361971"/>
                <a:gd name="connsiteX13" fmla="*/ 258154 w 362309"/>
                <a:gd name="connsiteY13" fmla="*/ 137894 h 361971"/>
                <a:gd name="connsiteX14" fmla="*/ 254319 w 362309"/>
                <a:gd name="connsiteY14" fmla="*/ 143640 h 361971"/>
                <a:gd name="connsiteX15" fmla="*/ 254319 w 362309"/>
                <a:gd name="connsiteY15" fmla="*/ 232377 h 361971"/>
                <a:gd name="connsiteX16" fmla="*/ 257514 w 362309"/>
                <a:gd name="connsiteY16" fmla="*/ 240676 h 361971"/>
                <a:gd name="connsiteX17" fmla="*/ 254319 w 362309"/>
                <a:gd name="connsiteY17" fmla="*/ 243868 h 361971"/>
                <a:gd name="connsiteX18" fmla="*/ 254319 w 362309"/>
                <a:gd name="connsiteY18" fmla="*/ 279618 h 361971"/>
                <a:gd name="connsiteX19" fmla="*/ 258154 w 362309"/>
                <a:gd name="connsiteY19" fmla="*/ 285364 h 361971"/>
                <a:gd name="connsiteX20" fmla="*/ 251764 w 362309"/>
                <a:gd name="connsiteY20" fmla="*/ 291748 h 361971"/>
                <a:gd name="connsiteX21" fmla="*/ 111185 w 362309"/>
                <a:gd name="connsiteY21" fmla="*/ 291748 h 361971"/>
                <a:gd name="connsiteX22" fmla="*/ 104795 w 362309"/>
                <a:gd name="connsiteY22" fmla="*/ 285364 h 361971"/>
                <a:gd name="connsiteX23" fmla="*/ 108629 w 362309"/>
                <a:gd name="connsiteY23" fmla="*/ 279618 h 361971"/>
                <a:gd name="connsiteX24" fmla="*/ 108629 w 362309"/>
                <a:gd name="connsiteY24" fmla="*/ 243230 h 361971"/>
                <a:gd name="connsiteX25" fmla="*/ 106073 w 362309"/>
                <a:gd name="connsiteY25" fmla="*/ 234292 h 361971"/>
                <a:gd name="connsiteX26" fmla="*/ 108629 w 362309"/>
                <a:gd name="connsiteY26" fmla="*/ 231738 h 361971"/>
                <a:gd name="connsiteX27" fmla="*/ 108629 w 362309"/>
                <a:gd name="connsiteY27" fmla="*/ 143640 h 361971"/>
                <a:gd name="connsiteX28" fmla="*/ 104795 w 362309"/>
                <a:gd name="connsiteY28" fmla="*/ 137894 h 361971"/>
                <a:gd name="connsiteX29" fmla="*/ 108629 w 362309"/>
                <a:gd name="connsiteY29" fmla="*/ 132149 h 361971"/>
                <a:gd name="connsiteX30" fmla="*/ 108629 w 362309"/>
                <a:gd name="connsiteY30" fmla="*/ 100229 h 361971"/>
                <a:gd name="connsiteX31" fmla="*/ 104795 w 362309"/>
                <a:gd name="connsiteY31" fmla="*/ 94483 h 361971"/>
                <a:gd name="connsiteX32" fmla="*/ 111185 w 362309"/>
                <a:gd name="connsiteY32" fmla="*/ 88099 h 361971"/>
                <a:gd name="connsiteX33" fmla="*/ 251764 w 362309"/>
                <a:gd name="connsiteY33" fmla="*/ 88099 h 361971"/>
                <a:gd name="connsiteX34" fmla="*/ 258154 w 362309"/>
                <a:gd name="connsiteY34" fmla="*/ 94483 h 361971"/>
                <a:gd name="connsiteX35" fmla="*/ 254319 w 362309"/>
                <a:gd name="connsiteY35" fmla="*/ 100229 h 361971"/>
                <a:gd name="connsiteX36" fmla="*/ 254319 w 362309"/>
                <a:gd name="connsiteY36" fmla="*/ 132149 h 361971"/>
                <a:gd name="connsiteX37" fmla="*/ 258154 w 362309"/>
                <a:gd name="connsiteY37" fmla="*/ 137894 h 361971"/>
                <a:gd name="connsiteX38" fmla="*/ 258154 w 362309"/>
                <a:gd name="connsiteY38" fmla="*/ 13789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1077"/>
                    <a:pt x="281796" y="0"/>
                    <a:pt x="181474" y="0"/>
                  </a:cubicBezTo>
                  <a:close/>
                  <a:moveTo>
                    <a:pt x="124604" y="70224"/>
                  </a:moveTo>
                  <a:lnTo>
                    <a:pt x="146330" y="70224"/>
                  </a:lnTo>
                  <a:cubicBezTo>
                    <a:pt x="150164" y="70224"/>
                    <a:pt x="152720" y="72778"/>
                    <a:pt x="152720" y="76608"/>
                  </a:cubicBezTo>
                  <a:cubicBezTo>
                    <a:pt x="152720" y="80438"/>
                    <a:pt x="150164" y="82992"/>
                    <a:pt x="146330" y="82992"/>
                  </a:cubicBezTo>
                  <a:lnTo>
                    <a:pt x="124604" y="82992"/>
                  </a:lnTo>
                  <a:cubicBezTo>
                    <a:pt x="120770" y="82992"/>
                    <a:pt x="118214" y="80438"/>
                    <a:pt x="118214" y="76608"/>
                  </a:cubicBezTo>
                  <a:cubicBezTo>
                    <a:pt x="118214" y="72778"/>
                    <a:pt x="120770" y="70224"/>
                    <a:pt x="124604" y="70224"/>
                  </a:cubicBezTo>
                  <a:close/>
                  <a:moveTo>
                    <a:pt x="258154" y="137894"/>
                  </a:moveTo>
                  <a:cubicBezTo>
                    <a:pt x="258154" y="140448"/>
                    <a:pt x="256876" y="142363"/>
                    <a:pt x="254319" y="143640"/>
                  </a:cubicBezTo>
                  <a:lnTo>
                    <a:pt x="254319" y="232377"/>
                  </a:lnTo>
                  <a:cubicBezTo>
                    <a:pt x="257514" y="233654"/>
                    <a:pt x="258792" y="237484"/>
                    <a:pt x="257514" y="240676"/>
                  </a:cubicBezTo>
                  <a:cubicBezTo>
                    <a:pt x="256876" y="241953"/>
                    <a:pt x="255597" y="243230"/>
                    <a:pt x="254319" y="243868"/>
                  </a:cubicBezTo>
                  <a:lnTo>
                    <a:pt x="254319" y="279618"/>
                  </a:lnTo>
                  <a:cubicBezTo>
                    <a:pt x="256876" y="280895"/>
                    <a:pt x="258154" y="282810"/>
                    <a:pt x="258154" y="285364"/>
                  </a:cubicBezTo>
                  <a:cubicBezTo>
                    <a:pt x="258154" y="289194"/>
                    <a:pt x="255597" y="291748"/>
                    <a:pt x="251764" y="291748"/>
                  </a:cubicBezTo>
                  <a:lnTo>
                    <a:pt x="111185" y="291748"/>
                  </a:lnTo>
                  <a:cubicBezTo>
                    <a:pt x="107351" y="291748"/>
                    <a:pt x="104795" y="289194"/>
                    <a:pt x="104795" y="285364"/>
                  </a:cubicBezTo>
                  <a:cubicBezTo>
                    <a:pt x="104795" y="282810"/>
                    <a:pt x="106073" y="280895"/>
                    <a:pt x="108629" y="279618"/>
                  </a:cubicBezTo>
                  <a:lnTo>
                    <a:pt x="108629" y="243230"/>
                  </a:lnTo>
                  <a:cubicBezTo>
                    <a:pt x="105434" y="241314"/>
                    <a:pt x="104156" y="237484"/>
                    <a:pt x="106073" y="234292"/>
                  </a:cubicBezTo>
                  <a:cubicBezTo>
                    <a:pt x="106712" y="233015"/>
                    <a:pt x="107351" y="232377"/>
                    <a:pt x="108629" y="231738"/>
                  </a:cubicBezTo>
                  <a:lnTo>
                    <a:pt x="108629" y="143640"/>
                  </a:lnTo>
                  <a:cubicBezTo>
                    <a:pt x="106712" y="142363"/>
                    <a:pt x="104795" y="140448"/>
                    <a:pt x="104795" y="137894"/>
                  </a:cubicBezTo>
                  <a:cubicBezTo>
                    <a:pt x="104795" y="135341"/>
                    <a:pt x="106073" y="133425"/>
                    <a:pt x="108629" y="132149"/>
                  </a:cubicBezTo>
                  <a:lnTo>
                    <a:pt x="108629" y="100229"/>
                  </a:lnTo>
                  <a:cubicBezTo>
                    <a:pt x="106712" y="98952"/>
                    <a:pt x="104795" y="97037"/>
                    <a:pt x="104795" y="94483"/>
                  </a:cubicBezTo>
                  <a:cubicBezTo>
                    <a:pt x="104795" y="90653"/>
                    <a:pt x="107351" y="88099"/>
                    <a:pt x="111185" y="88099"/>
                  </a:cubicBezTo>
                  <a:lnTo>
                    <a:pt x="251764" y="88099"/>
                  </a:lnTo>
                  <a:cubicBezTo>
                    <a:pt x="255597" y="88099"/>
                    <a:pt x="258154" y="90653"/>
                    <a:pt x="258154" y="94483"/>
                  </a:cubicBezTo>
                  <a:cubicBezTo>
                    <a:pt x="258154" y="97037"/>
                    <a:pt x="256876" y="99590"/>
                    <a:pt x="254319" y="100229"/>
                  </a:cubicBezTo>
                  <a:lnTo>
                    <a:pt x="254319" y="132149"/>
                  </a:lnTo>
                  <a:cubicBezTo>
                    <a:pt x="256876" y="133425"/>
                    <a:pt x="258154" y="135341"/>
                    <a:pt x="258154" y="137894"/>
                  </a:cubicBezTo>
                  <a:lnTo>
                    <a:pt x="258154" y="137894"/>
                  </a:lnTo>
                  <a:close/>
                </a:path>
              </a:pathLst>
            </a:custGeom>
            <a:solidFill>
              <a:srgbClr val="007680"/>
            </a:solidFill>
            <a:ln w="6390" cap="flat">
              <a:noFill/>
              <a:prstDash val="solid"/>
              <a:miter/>
            </a:ln>
          </p:spPr>
          <p:txBody>
            <a:bodyPr rtlCol="0" anchor="ctr"/>
            <a:lstStyle/>
            <a:p>
              <a:endParaRPr lang="en-US"/>
            </a:p>
          </p:txBody>
        </p:sp>
        <p:sp>
          <p:nvSpPr>
            <p:cNvPr id="683" name="Graphic 4">
              <a:extLst>
                <a:ext uri="{FF2B5EF4-FFF2-40B4-BE49-F238E27FC236}">
                  <a16:creationId xmlns:a16="http://schemas.microsoft.com/office/drawing/2014/main" id="{81FFF777-D8AA-E545-9E4E-3C5FA2A88940}"/>
                </a:ext>
              </a:extLst>
            </p:cNvPr>
            <p:cNvSpPr/>
            <p:nvPr/>
          </p:nvSpPr>
          <p:spPr>
            <a:xfrm>
              <a:off x="5213549" y="3440490"/>
              <a:ext cx="120769" cy="30643"/>
            </a:xfrm>
            <a:custGeom>
              <a:avLst/>
              <a:gdLst>
                <a:gd name="connsiteX0" fmla="*/ 0 w 120769"/>
                <a:gd name="connsiteY0" fmla="*/ 0 h 30643"/>
                <a:gd name="connsiteX1" fmla="*/ 120770 w 120769"/>
                <a:gd name="connsiteY1" fmla="*/ 0 h 30643"/>
                <a:gd name="connsiteX2" fmla="*/ 120770 w 120769"/>
                <a:gd name="connsiteY2" fmla="*/ 30643 h 30643"/>
                <a:gd name="connsiteX3" fmla="*/ 0 w 120769"/>
                <a:gd name="connsiteY3" fmla="*/ 30643 h 30643"/>
              </a:gdLst>
              <a:ahLst/>
              <a:cxnLst>
                <a:cxn ang="0">
                  <a:pos x="connsiteX0" y="connsiteY0"/>
                </a:cxn>
                <a:cxn ang="0">
                  <a:pos x="connsiteX1" y="connsiteY1"/>
                </a:cxn>
                <a:cxn ang="0">
                  <a:pos x="connsiteX2" y="connsiteY2"/>
                </a:cxn>
                <a:cxn ang="0">
                  <a:pos x="connsiteX3" y="connsiteY3"/>
                </a:cxn>
              </a:cxnLst>
              <a:rect l="l" t="t" r="r" b="b"/>
              <a:pathLst>
                <a:path w="120769" h="30643">
                  <a:moveTo>
                    <a:pt x="0" y="0"/>
                  </a:moveTo>
                  <a:lnTo>
                    <a:pt x="120770" y="0"/>
                  </a:lnTo>
                  <a:lnTo>
                    <a:pt x="120770" y="30643"/>
                  </a:lnTo>
                  <a:lnTo>
                    <a:pt x="0" y="30643"/>
                  </a:lnTo>
                  <a:close/>
                </a:path>
              </a:pathLst>
            </a:custGeom>
            <a:solidFill>
              <a:srgbClr val="007680"/>
            </a:solidFill>
            <a:ln w="6390" cap="flat">
              <a:noFill/>
              <a:prstDash val="solid"/>
              <a:miter/>
            </a:ln>
          </p:spPr>
          <p:txBody>
            <a:bodyPr rtlCol="0" anchor="ctr"/>
            <a:lstStyle/>
            <a:p>
              <a:endParaRPr lang="en-US"/>
            </a:p>
          </p:txBody>
        </p:sp>
      </p:grpSp>
      <p:grpSp>
        <p:nvGrpSpPr>
          <p:cNvPr id="684" name="Graphic 4">
            <a:extLst>
              <a:ext uri="{FF2B5EF4-FFF2-40B4-BE49-F238E27FC236}">
                <a16:creationId xmlns:a16="http://schemas.microsoft.com/office/drawing/2014/main" id="{C852EBB1-FE42-4D46-83B7-7684A800C53B}"/>
              </a:ext>
            </a:extLst>
          </p:cNvPr>
          <p:cNvGrpSpPr>
            <a:grpSpLocks noChangeAspect="1"/>
          </p:cNvGrpSpPr>
          <p:nvPr/>
        </p:nvGrpSpPr>
        <p:grpSpPr>
          <a:xfrm>
            <a:off x="4654430" y="3824168"/>
            <a:ext cx="362312" cy="361971"/>
            <a:chOff x="4654430" y="3824168"/>
            <a:chExt cx="362312" cy="361971"/>
          </a:xfrm>
          <a:solidFill>
            <a:srgbClr val="007680"/>
          </a:solidFill>
        </p:grpSpPr>
        <p:sp>
          <p:nvSpPr>
            <p:cNvPr id="685" name="Graphic 4">
              <a:extLst>
                <a:ext uri="{FF2B5EF4-FFF2-40B4-BE49-F238E27FC236}">
                  <a16:creationId xmlns:a16="http://schemas.microsoft.com/office/drawing/2014/main" id="{728089E7-3D7A-B345-86D6-847F6E1205C9}"/>
                </a:ext>
              </a:extLst>
            </p:cNvPr>
            <p:cNvSpPr/>
            <p:nvPr/>
          </p:nvSpPr>
          <p:spPr>
            <a:xfrm>
              <a:off x="4654430" y="3824168"/>
              <a:ext cx="362312" cy="361971"/>
            </a:xfrm>
            <a:custGeom>
              <a:avLst/>
              <a:gdLst>
                <a:gd name="connsiteX0" fmla="*/ 181474 w 362312"/>
                <a:gd name="connsiteY0" fmla="*/ 0 h 361971"/>
                <a:gd name="connsiteX1" fmla="*/ 0 w 362312"/>
                <a:gd name="connsiteY1" fmla="*/ 180667 h 361971"/>
                <a:gd name="connsiteX2" fmla="*/ 180835 w 362312"/>
                <a:gd name="connsiteY2" fmla="*/ 361971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6"/>
                    <a:pt x="0" y="180667"/>
                  </a:cubicBezTo>
                  <a:cubicBezTo>
                    <a:pt x="0" y="280257"/>
                    <a:pt x="81152" y="361971"/>
                    <a:pt x="180835" y="361971"/>
                  </a:cubicBezTo>
                  <a:cubicBezTo>
                    <a:pt x="280518" y="361971"/>
                    <a:pt x="362309" y="280895"/>
                    <a:pt x="362309" y="181305"/>
                  </a:cubicBezTo>
                  <a:lnTo>
                    <a:pt x="362309" y="181305"/>
                  </a:lnTo>
                  <a:cubicBezTo>
                    <a:pt x="362948" y="81076"/>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lnTo>
                    <a:pt x="349529" y="180667"/>
                  </a:lnTo>
                  <a:cubicBezTo>
                    <a:pt x="350168" y="273873"/>
                    <a:pt x="274767"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686" name="Graphic 4">
              <a:extLst>
                <a:ext uri="{FF2B5EF4-FFF2-40B4-BE49-F238E27FC236}">
                  <a16:creationId xmlns:a16="http://schemas.microsoft.com/office/drawing/2014/main" id="{431518D9-EEDA-4C4E-B8A1-BE4DFFEF084C}"/>
                </a:ext>
              </a:extLst>
            </p:cNvPr>
            <p:cNvSpPr/>
            <p:nvPr/>
          </p:nvSpPr>
          <p:spPr>
            <a:xfrm>
              <a:off x="4743242" y="3878580"/>
              <a:ext cx="163984" cy="243718"/>
            </a:xfrm>
            <a:custGeom>
              <a:avLst/>
              <a:gdLst>
                <a:gd name="connsiteX0" fmla="*/ 76687 w 163984"/>
                <a:gd name="connsiteY0" fmla="*/ 231590 h 243718"/>
                <a:gd name="connsiteX1" fmla="*/ 12787 w 163984"/>
                <a:gd name="connsiteY1" fmla="*/ 160089 h 243718"/>
                <a:gd name="connsiteX2" fmla="*/ 12787 w 163984"/>
                <a:gd name="connsiteY2" fmla="*/ 158812 h 243718"/>
                <a:gd name="connsiteX3" fmla="*/ 58156 w 163984"/>
                <a:gd name="connsiteY3" fmla="*/ 84758 h 243718"/>
                <a:gd name="connsiteX4" fmla="*/ 69019 w 163984"/>
                <a:gd name="connsiteY4" fmla="*/ 74543 h 243718"/>
                <a:gd name="connsiteX5" fmla="*/ 83716 w 163984"/>
                <a:gd name="connsiteY5" fmla="*/ 19641 h 243718"/>
                <a:gd name="connsiteX6" fmla="*/ 126528 w 163984"/>
                <a:gd name="connsiteY6" fmla="*/ 100079 h 243718"/>
                <a:gd name="connsiteX7" fmla="*/ 128445 w 163984"/>
                <a:gd name="connsiteY7" fmla="*/ 131361 h 243718"/>
                <a:gd name="connsiteX8" fmla="*/ 143142 w 163984"/>
                <a:gd name="connsiteY8" fmla="*/ 138383 h 243718"/>
                <a:gd name="connsiteX9" fmla="*/ 163590 w 163984"/>
                <a:gd name="connsiteY9" fmla="*/ 117955 h 243718"/>
                <a:gd name="connsiteX10" fmla="*/ 159117 w 163984"/>
                <a:gd name="connsiteY10" fmla="*/ 110294 h 243718"/>
                <a:gd name="connsiteX11" fmla="*/ 151449 w 163984"/>
                <a:gd name="connsiteY11" fmla="*/ 114763 h 243718"/>
                <a:gd name="connsiteX12" fmla="*/ 143781 w 163984"/>
                <a:gd name="connsiteY12" fmla="*/ 126254 h 243718"/>
                <a:gd name="connsiteX13" fmla="*/ 143142 w 163984"/>
                <a:gd name="connsiteY13" fmla="*/ 126254 h 243718"/>
                <a:gd name="connsiteX14" fmla="*/ 138669 w 163984"/>
                <a:gd name="connsiteY14" fmla="*/ 124339 h 243718"/>
                <a:gd name="connsiteX15" fmla="*/ 138669 w 163984"/>
                <a:gd name="connsiteY15" fmla="*/ 103910 h 243718"/>
                <a:gd name="connsiteX16" fmla="*/ 113109 w 163984"/>
                <a:gd name="connsiteY16" fmla="*/ 27302 h 243718"/>
                <a:gd name="connsiteX17" fmla="*/ 76687 w 163984"/>
                <a:gd name="connsiteY17" fmla="*/ 489 h 243718"/>
                <a:gd name="connsiteX18" fmla="*/ 68380 w 163984"/>
                <a:gd name="connsiteY18" fmla="*/ 3681 h 243718"/>
                <a:gd name="connsiteX19" fmla="*/ 68380 w 163984"/>
                <a:gd name="connsiteY19" fmla="*/ 8788 h 243718"/>
                <a:gd name="connsiteX20" fmla="*/ 60073 w 163984"/>
                <a:gd name="connsiteY20" fmla="*/ 65606 h 243718"/>
                <a:gd name="connsiteX21" fmla="*/ 49849 w 163984"/>
                <a:gd name="connsiteY21" fmla="*/ 75820 h 243718"/>
                <a:gd name="connsiteX22" fmla="*/ 8 w 163984"/>
                <a:gd name="connsiteY22" fmla="*/ 158812 h 243718"/>
                <a:gd name="connsiteX23" fmla="*/ 8 w 163984"/>
                <a:gd name="connsiteY23" fmla="*/ 160089 h 243718"/>
                <a:gd name="connsiteX24" fmla="*/ 72853 w 163984"/>
                <a:gd name="connsiteY24" fmla="*/ 243719 h 243718"/>
                <a:gd name="connsiteX25" fmla="*/ 74770 w 163984"/>
                <a:gd name="connsiteY25" fmla="*/ 243719 h 243718"/>
                <a:gd name="connsiteX26" fmla="*/ 81160 w 163984"/>
                <a:gd name="connsiteY26" fmla="*/ 239250 h 243718"/>
                <a:gd name="connsiteX27" fmla="*/ 76687 w 163984"/>
                <a:gd name="connsiteY27" fmla="*/ 231590 h 243718"/>
                <a:gd name="connsiteX28" fmla="*/ 76687 w 163984"/>
                <a:gd name="connsiteY28" fmla="*/ 231590 h 243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63984" h="243718">
                  <a:moveTo>
                    <a:pt x="76687" y="231590"/>
                  </a:moveTo>
                  <a:cubicBezTo>
                    <a:pt x="33874" y="217545"/>
                    <a:pt x="12149" y="193286"/>
                    <a:pt x="12787" y="160089"/>
                  </a:cubicBezTo>
                  <a:lnTo>
                    <a:pt x="12787" y="158812"/>
                  </a:lnTo>
                  <a:cubicBezTo>
                    <a:pt x="12787" y="128807"/>
                    <a:pt x="38347" y="104548"/>
                    <a:pt x="58156" y="84758"/>
                  </a:cubicBezTo>
                  <a:cubicBezTo>
                    <a:pt x="61990" y="80927"/>
                    <a:pt x="65824" y="77735"/>
                    <a:pt x="69019" y="74543"/>
                  </a:cubicBezTo>
                  <a:cubicBezTo>
                    <a:pt x="85633" y="57307"/>
                    <a:pt x="86272" y="34963"/>
                    <a:pt x="83716" y="19641"/>
                  </a:cubicBezTo>
                  <a:cubicBezTo>
                    <a:pt x="102886" y="32409"/>
                    <a:pt x="135474" y="61137"/>
                    <a:pt x="126528" y="100079"/>
                  </a:cubicBezTo>
                  <a:cubicBezTo>
                    <a:pt x="125889" y="101995"/>
                    <a:pt x="120777" y="121147"/>
                    <a:pt x="128445" y="131361"/>
                  </a:cubicBezTo>
                  <a:cubicBezTo>
                    <a:pt x="131640" y="135830"/>
                    <a:pt x="137391" y="138383"/>
                    <a:pt x="143142" y="138383"/>
                  </a:cubicBezTo>
                  <a:cubicBezTo>
                    <a:pt x="146337" y="138383"/>
                    <a:pt x="157839" y="137745"/>
                    <a:pt x="163590" y="117955"/>
                  </a:cubicBezTo>
                  <a:cubicBezTo>
                    <a:pt x="164868" y="114763"/>
                    <a:pt x="162951" y="110932"/>
                    <a:pt x="159117" y="110294"/>
                  </a:cubicBezTo>
                  <a:cubicBezTo>
                    <a:pt x="155922" y="109017"/>
                    <a:pt x="152088" y="110932"/>
                    <a:pt x="151449" y="114763"/>
                  </a:cubicBezTo>
                  <a:cubicBezTo>
                    <a:pt x="148254" y="125615"/>
                    <a:pt x="143781" y="126254"/>
                    <a:pt x="143781" y="126254"/>
                  </a:cubicBezTo>
                  <a:lnTo>
                    <a:pt x="143142" y="126254"/>
                  </a:lnTo>
                  <a:cubicBezTo>
                    <a:pt x="139947" y="126254"/>
                    <a:pt x="139308" y="124977"/>
                    <a:pt x="138669" y="124339"/>
                  </a:cubicBezTo>
                  <a:cubicBezTo>
                    <a:pt x="135474" y="120508"/>
                    <a:pt x="136752" y="110294"/>
                    <a:pt x="138669" y="103910"/>
                  </a:cubicBezTo>
                  <a:cubicBezTo>
                    <a:pt x="145059" y="77097"/>
                    <a:pt x="136113" y="50923"/>
                    <a:pt x="113109" y="27302"/>
                  </a:cubicBezTo>
                  <a:cubicBezTo>
                    <a:pt x="102247" y="16449"/>
                    <a:pt x="90106" y="7512"/>
                    <a:pt x="76687" y="489"/>
                  </a:cubicBezTo>
                  <a:cubicBezTo>
                    <a:pt x="73492" y="-788"/>
                    <a:pt x="69658" y="489"/>
                    <a:pt x="68380" y="3681"/>
                  </a:cubicBezTo>
                  <a:cubicBezTo>
                    <a:pt x="67741" y="4958"/>
                    <a:pt x="67741" y="6873"/>
                    <a:pt x="68380" y="8788"/>
                  </a:cubicBezTo>
                  <a:cubicBezTo>
                    <a:pt x="68380" y="9427"/>
                    <a:pt x="81160" y="44539"/>
                    <a:pt x="60073" y="65606"/>
                  </a:cubicBezTo>
                  <a:cubicBezTo>
                    <a:pt x="56878" y="68798"/>
                    <a:pt x="53683" y="71990"/>
                    <a:pt x="49849" y="75820"/>
                  </a:cubicBezTo>
                  <a:cubicBezTo>
                    <a:pt x="28762" y="95611"/>
                    <a:pt x="8" y="123062"/>
                    <a:pt x="8" y="158812"/>
                  </a:cubicBezTo>
                  <a:lnTo>
                    <a:pt x="8" y="160089"/>
                  </a:lnTo>
                  <a:cubicBezTo>
                    <a:pt x="-631" y="209246"/>
                    <a:pt x="39625" y="232866"/>
                    <a:pt x="72853" y="243719"/>
                  </a:cubicBezTo>
                  <a:cubicBezTo>
                    <a:pt x="73492" y="243719"/>
                    <a:pt x="74131" y="243719"/>
                    <a:pt x="74770" y="243719"/>
                  </a:cubicBezTo>
                  <a:cubicBezTo>
                    <a:pt x="77326" y="243719"/>
                    <a:pt x="80521" y="241804"/>
                    <a:pt x="81160" y="239250"/>
                  </a:cubicBezTo>
                  <a:cubicBezTo>
                    <a:pt x="82438" y="236058"/>
                    <a:pt x="80521" y="232866"/>
                    <a:pt x="76687" y="231590"/>
                  </a:cubicBezTo>
                  <a:cubicBezTo>
                    <a:pt x="76687" y="231590"/>
                    <a:pt x="76687" y="231590"/>
                    <a:pt x="76687" y="231590"/>
                  </a:cubicBezTo>
                  <a:close/>
                </a:path>
              </a:pathLst>
            </a:custGeom>
            <a:solidFill>
              <a:srgbClr val="007680"/>
            </a:solidFill>
            <a:ln w="6390" cap="flat">
              <a:noFill/>
              <a:prstDash val="solid"/>
              <a:miter/>
            </a:ln>
          </p:spPr>
          <p:txBody>
            <a:bodyPr rtlCol="0" anchor="ctr"/>
            <a:lstStyle/>
            <a:p>
              <a:endParaRPr lang="en-US"/>
            </a:p>
          </p:txBody>
        </p:sp>
        <p:sp>
          <p:nvSpPr>
            <p:cNvPr id="687" name="Graphic 4">
              <a:extLst>
                <a:ext uri="{FF2B5EF4-FFF2-40B4-BE49-F238E27FC236}">
                  <a16:creationId xmlns:a16="http://schemas.microsoft.com/office/drawing/2014/main" id="{25AE565B-DC5B-D544-8AE4-D7609D856CBA}"/>
                </a:ext>
              </a:extLst>
            </p:cNvPr>
            <p:cNvSpPr/>
            <p:nvPr/>
          </p:nvSpPr>
          <p:spPr>
            <a:xfrm>
              <a:off x="4817251" y="3960984"/>
              <a:ext cx="111624" cy="161315"/>
            </a:xfrm>
            <a:custGeom>
              <a:avLst/>
              <a:gdLst>
                <a:gd name="connsiteX0" fmla="*/ 82552 w 111624"/>
                <a:gd name="connsiteY0" fmla="*/ 1077 h 161315"/>
                <a:gd name="connsiteX1" fmla="*/ 80636 w 111624"/>
                <a:gd name="connsiteY1" fmla="*/ 10015 h 161315"/>
                <a:gd name="connsiteX2" fmla="*/ 80636 w 111624"/>
                <a:gd name="connsiteY2" fmla="*/ 10015 h 161315"/>
                <a:gd name="connsiteX3" fmla="*/ 94694 w 111624"/>
                <a:gd name="connsiteY3" fmla="*/ 99391 h 161315"/>
                <a:gd name="connsiteX4" fmla="*/ 59549 w 111624"/>
                <a:gd name="connsiteY4" fmla="*/ 137056 h 161315"/>
                <a:gd name="connsiteX5" fmla="*/ 67856 w 111624"/>
                <a:gd name="connsiteY5" fmla="*/ 110243 h 161315"/>
                <a:gd name="connsiteX6" fmla="*/ 44213 w 111624"/>
                <a:gd name="connsiteY6" fmla="*/ 63640 h 161315"/>
                <a:gd name="connsiteX7" fmla="*/ 32072 w 111624"/>
                <a:gd name="connsiteY7" fmla="*/ 21506 h 161315"/>
                <a:gd name="connsiteX8" fmla="*/ 26960 w 111624"/>
                <a:gd name="connsiteY8" fmla="*/ 13845 h 161315"/>
                <a:gd name="connsiteX9" fmla="*/ 21848 w 111624"/>
                <a:gd name="connsiteY9" fmla="*/ 15122 h 161315"/>
                <a:gd name="connsiteX10" fmla="*/ 123 w 111624"/>
                <a:gd name="connsiteY10" fmla="*/ 50234 h 161315"/>
                <a:gd name="connsiteX11" fmla="*/ 4595 w 111624"/>
                <a:gd name="connsiteY11" fmla="*/ 57895 h 161315"/>
                <a:gd name="connsiteX12" fmla="*/ 12263 w 111624"/>
                <a:gd name="connsiteY12" fmla="*/ 53426 h 161315"/>
                <a:gd name="connsiteX13" fmla="*/ 18014 w 111624"/>
                <a:gd name="connsiteY13" fmla="*/ 39381 h 161315"/>
                <a:gd name="connsiteX14" fmla="*/ 35906 w 111624"/>
                <a:gd name="connsiteY14" fmla="*/ 73216 h 161315"/>
                <a:gd name="connsiteX15" fmla="*/ 54437 w 111624"/>
                <a:gd name="connsiteY15" fmla="*/ 108967 h 161315"/>
                <a:gd name="connsiteX16" fmla="*/ 26321 w 111624"/>
                <a:gd name="connsiteY16" fmla="*/ 149824 h 161315"/>
                <a:gd name="connsiteX17" fmla="*/ 26321 w 111624"/>
                <a:gd name="connsiteY17" fmla="*/ 149824 h 161315"/>
                <a:gd name="connsiteX18" fmla="*/ 25043 w 111624"/>
                <a:gd name="connsiteY18" fmla="*/ 150463 h 161315"/>
                <a:gd name="connsiteX19" fmla="*/ 24404 w 111624"/>
                <a:gd name="connsiteY19" fmla="*/ 151101 h 161315"/>
                <a:gd name="connsiteX20" fmla="*/ 23765 w 111624"/>
                <a:gd name="connsiteY20" fmla="*/ 152378 h 161315"/>
                <a:gd name="connsiteX21" fmla="*/ 23126 w 111624"/>
                <a:gd name="connsiteY21" fmla="*/ 153655 h 161315"/>
                <a:gd name="connsiteX22" fmla="*/ 23126 w 111624"/>
                <a:gd name="connsiteY22" fmla="*/ 154931 h 161315"/>
                <a:gd name="connsiteX23" fmla="*/ 23126 w 111624"/>
                <a:gd name="connsiteY23" fmla="*/ 156208 h 161315"/>
                <a:gd name="connsiteX24" fmla="*/ 23126 w 111624"/>
                <a:gd name="connsiteY24" fmla="*/ 156847 h 161315"/>
                <a:gd name="connsiteX25" fmla="*/ 23765 w 111624"/>
                <a:gd name="connsiteY25" fmla="*/ 158123 h 161315"/>
                <a:gd name="connsiteX26" fmla="*/ 23765 w 111624"/>
                <a:gd name="connsiteY26" fmla="*/ 158762 h 161315"/>
                <a:gd name="connsiteX27" fmla="*/ 23765 w 111624"/>
                <a:gd name="connsiteY27" fmla="*/ 158762 h 161315"/>
                <a:gd name="connsiteX28" fmla="*/ 24404 w 111624"/>
                <a:gd name="connsiteY28" fmla="*/ 159400 h 161315"/>
                <a:gd name="connsiteX29" fmla="*/ 25043 w 111624"/>
                <a:gd name="connsiteY29" fmla="*/ 160039 h 161315"/>
                <a:gd name="connsiteX30" fmla="*/ 25682 w 111624"/>
                <a:gd name="connsiteY30" fmla="*/ 160677 h 161315"/>
                <a:gd name="connsiteX31" fmla="*/ 26960 w 111624"/>
                <a:gd name="connsiteY31" fmla="*/ 161315 h 161315"/>
                <a:gd name="connsiteX32" fmla="*/ 27599 w 111624"/>
                <a:gd name="connsiteY32" fmla="*/ 161315 h 161315"/>
                <a:gd name="connsiteX33" fmla="*/ 29516 w 111624"/>
                <a:gd name="connsiteY33" fmla="*/ 161315 h 161315"/>
                <a:gd name="connsiteX34" fmla="*/ 29516 w 111624"/>
                <a:gd name="connsiteY34" fmla="*/ 161315 h 161315"/>
                <a:gd name="connsiteX35" fmla="*/ 31433 w 111624"/>
                <a:gd name="connsiteY35" fmla="*/ 161315 h 161315"/>
                <a:gd name="connsiteX36" fmla="*/ 31433 w 111624"/>
                <a:gd name="connsiteY36" fmla="*/ 161315 h 161315"/>
                <a:gd name="connsiteX37" fmla="*/ 106195 w 111624"/>
                <a:gd name="connsiteY37" fmla="*/ 103859 h 161315"/>
                <a:gd name="connsiteX38" fmla="*/ 90859 w 111624"/>
                <a:gd name="connsiteY38" fmla="*/ 2992 h 161315"/>
                <a:gd name="connsiteX39" fmla="*/ 82552 w 111624"/>
                <a:gd name="connsiteY39" fmla="*/ 1077 h 161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1624" h="161315">
                  <a:moveTo>
                    <a:pt x="82552" y="1077"/>
                  </a:moveTo>
                  <a:cubicBezTo>
                    <a:pt x="79358" y="2992"/>
                    <a:pt x="78719" y="6823"/>
                    <a:pt x="80636" y="10015"/>
                  </a:cubicBezTo>
                  <a:cubicBezTo>
                    <a:pt x="80636" y="10015"/>
                    <a:pt x="80636" y="10015"/>
                    <a:pt x="80636" y="10015"/>
                  </a:cubicBezTo>
                  <a:cubicBezTo>
                    <a:pt x="80636" y="10653"/>
                    <a:pt x="110668" y="58533"/>
                    <a:pt x="94694" y="99391"/>
                  </a:cubicBezTo>
                  <a:cubicBezTo>
                    <a:pt x="87664" y="115989"/>
                    <a:pt x="75524" y="128757"/>
                    <a:pt x="59549" y="137056"/>
                  </a:cubicBezTo>
                  <a:cubicBezTo>
                    <a:pt x="64661" y="128757"/>
                    <a:pt x="67217" y="119819"/>
                    <a:pt x="67856" y="110243"/>
                  </a:cubicBezTo>
                  <a:cubicBezTo>
                    <a:pt x="69134" y="94922"/>
                    <a:pt x="65300" y="81515"/>
                    <a:pt x="44213" y="63640"/>
                  </a:cubicBezTo>
                  <a:cubicBezTo>
                    <a:pt x="32711" y="52787"/>
                    <a:pt x="27599" y="36827"/>
                    <a:pt x="32072" y="21506"/>
                  </a:cubicBezTo>
                  <a:cubicBezTo>
                    <a:pt x="32711" y="18314"/>
                    <a:pt x="30794" y="14483"/>
                    <a:pt x="26960" y="13845"/>
                  </a:cubicBezTo>
                  <a:cubicBezTo>
                    <a:pt x="25043" y="13207"/>
                    <a:pt x="23126" y="13845"/>
                    <a:pt x="21848" y="15122"/>
                  </a:cubicBezTo>
                  <a:cubicBezTo>
                    <a:pt x="10985" y="24698"/>
                    <a:pt x="3956" y="36827"/>
                    <a:pt x="123" y="50234"/>
                  </a:cubicBezTo>
                  <a:cubicBezTo>
                    <a:pt x="-517" y="53426"/>
                    <a:pt x="1400" y="57256"/>
                    <a:pt x="4595" y="57895"/>
                  </a:cubicBezTo>
                  <a:cubicBezTo>
                    <a:pt x="7790" y="58533"/>
                    <a:pt x="11624" y="56618"/>
                    <a:pt x="12263" y="53426"/>
                  </a:cubicBezTo>
                  <a:cubicBezTo>
                    <a:pt x="13541" y="48319"/>
                    <a:pt x="15458" y="43850"/>
                    <a:pt x="18014" y="39381"/>
                  </a:cubicBezTo>
                  <a:cubicBezTo>
                    <a:pt x="19292" y="52787"/>
                    <a:pt x="25682" y="64917"/>
                    <a:pt x="35906" y="73216"/>
                  </a:cubicBezTo>
                  <a:cubicBezTo>
                    <a:pt x="54437" y="89176"/>
                    <a:pt x="55076" y="98752"/>
                    <a:pt x="54437" y="108967"/>
                  </a:cubicBezTo>
                  <a:cubicBezTo>
                    <a:pt x="53159" y="121096"/>
                    <a:pt x="49325" y="135779"/>
                    <a:pt x="26321" y="149824"/>
                  </a:cubicBezTo>
                  <a:lnTo>
                    <a:pt x="26321" y="149824"/>
                  </a:lnTo>
                  <a:cubicBezTo>
                    <a:pt x="25682" y="149824"/>
                    <a:pt x="25682" y="150463"/>
                    <a:pt x="25043" y="150463"/>
                  </a:cubicBezTo>
                  <a:cubicBezTo>
                    <a:pt x="25043" y="150463"/>
                    <a:pt x="24404" y="151101"/>
                    <a:pt x="24404" y="151101"/>
                  </a:cubicBezTo>
                  <a:cubicBezTo>
                    <a:pt x="24404" y="151739"/>
                    <a:pt x="23765" y="151739"/>
                    <a:pt x="23765" y="152378"/>
                  </a:cubicBezTo>
                  <a:cubicBezTo>
                    <a:pt x="23765" y="153016"/>
                    <a:pt x="23765" y="153016"/>
                    <a:pt x="23126" y="153655"/>
                  </a:cubicBezTo>
                  <a:cubicBezTo>
                    <a:pt x="23126" y="154293"/>
                    <a:pt x="23126" y="154293"/>
                    <a:pt x="23126" y="154931"/>
                  </a:cubicBezTo>
                  <a:cubicBezTo>
                    <a:pt x="23126" y="155570"/>
                    <a:pt x="23126" y="155570"/>
                    <a:pt x="23126" y="156208"/>
                  </a:cubicBezTo>
                  <a:cubicBezTo>
                    <a:pt x="23126" y="156208"/>
                    <a:pt x="23126" y="156208"/>
                    <a:pt x="23126" y="156847"/>
                  </a:cubicBezTo>
                  <a:cubicBezTo>
                    <a:pt x="23126" y="157485"/>
                    <a:pt x="23126" y="157485"/>
                    <a:pt x="23765" y="158123"/>
                  </a:cubicBezTo>
                  <a:cubicBezTo>
                    <a:pt x="23765" y="158123"/>
                    <a:pt x="23765" y="158123"/>
                    <a:pt x="23765" y="158762"/>
                  </a:cubicBezTo>
                  <a:lnTo>
                    <a:pt x="23765" y="158762"/>
                  </a:lnTo>
                  <a:lnTo>
                    <a:pt x="24404" y="159400"/>
                  </a:lnTo>
                  <a:cubicBezTo>
                    <a:pt x="24404" y="160039"/>
                    <a:pt x="25043" y="160039"/>
                    <a:pt x="25043" y="160039"/>
                  </a:cubicBezTo>
                  <a:lnTo>
                    <a:pt x="25682" y="160677"/>
                  </a:lnTo>
                  <a:lnTo>
                    <a:pt x="26960" y="161315"/>
                  </a:lnTo>
                  <a:lnTo>
                    <a:pt x="27599" y="161315"/>
                  </a:lnTo>
                  <a:cubicBezTo>
                    <a:pt x="28238" y="161315"/>
                    <a:pt x="28877" y="161315"/>
                    <a:pt x="29516" y="161315"/>
                  </a:cubicBezTo>
                  <a:lnTo>
                    <a:pt x="29516" y="161315"/>
                  </a:lnTo>
                  <a:lnTo>
                    <a:pt x="31433" y="161315"/>
                  </a:lnTo>
                  <a:lnTo>
                    <a:pt x="31433" y="161315"/>
                  </a:lnTo>
                  <a:cubicBezTo>
                    <a:pt x="70412" y="150463"/>
                    <a:pt x="95332" y="130672"/>
                    <a:pt x="106195" y="103859"/>
                  </a:cubicBezTo>
                  <a:cubicBezTo>
                    <a:pt x="124087" y="57256"/>
                    <a:pt x="92137" y="4908"/>
                    <a:pt x="90859" y="2992"/>
                  </a:cubicBezTo>
                  <a:cubicBezTo>
                    <a:pt x="88942" y="-200"/>
                    <a:pt x="85747" y="-838"/>
                    <a:pt x="82552" y="1077"/>
                  </a:cubicBezTo>
                  <a:close/>
                </a:path>
              </a:pathLst>
            </a:custGeom>
            <a:solidFill>
              <a:srgbClr val="007680"/>
            </a:solidFill>
            <a:ln w="6390" cap="flat">
              <a:noFill/>
              <a:prstDash val="solid"/>
              <a:miter/>
            </a:ln>
          </p:spPr>
          <p:txBody>
            <a:bodyPr rtlCol="0" anchor="ctr"/>
            <a:lstStyle/>
            <a:p>
              <a:endParaRPr lang="en-US"/>
            </a:p>
          </p:txBody>
        </p:sp>
        <p:sp>
          <p:nvSpPr>
            <p:cNvPr id="688" name="Graphic 4">
              <a:extLst>
                <a:ext uri="{FF2B5EF4-FFF2-40B4-BE49-F238E27FC236}">
                  <a16:creationId xmlns:a16="http://schemas.microsoft.com/office/drawing/2014/main" id="{CE885929-F5E5-604F-92EB-D3078DB0FA10}"/>
                </a:ext>
              </a:extLst>
            </p:cNvPr>
            <p:cNvSpPr/>
            <p:nvPr/>
          </p:nvSpPr>
          <p:spPr>
            <a:xfrm>
              <a:off x="4784757" y="4009143"/>
              <a:ext cx="53103" cy="85066"/>
            </a:xfrm>
            <a:custGeom>
              <a:avLst/>
              <a:gdLst>
                <a:gd name="connsiteX0" fmla="*/ 23032 w 53103"/>
                <a:gd name="connsiteY0" fmla="*/ 1436 h 85066"/>
                <a:gd name="connsiteX1" fmla="*/ 15364 w 53103"/>
                <a:gd name="connsiteY1" fmla="*/ 1436 h 85066"/>
                <a:gd name="connsiteX2" fmla="*/ 13447 w 53103"/>
                <a:gd name="connsiteY2" fmla="*/ 9097 h 85066"/>
                <a:gd name="connsiteX3" fmla="*/ 8334 w 53103"/>
                <a:gd name="connsiteY3" fmla="*/ 37187 h 85066"/>
                <a:gd name="connsiteX4" fmla="*/ 6418 w 53103"/>
                <a:gd name="connsiteY4" fmla="*/ 81875 h 85066"/>
                <a:gd name="connsiteX5" fmla="*/ 12169 w 53103"/>
                <a:gd name="connsiteY5" fmla="*/ 85067 h 85066"/>
                <a:gd name="connsiteX6" fmla="*/ 15364 w 53103"/>
                <a:gd name="connsiteY6" fmla="*/ 84428 h 85066"/>
                <a:gd name="connsiteX7" fmla="*/ 17919 w 53103"/>
                <a:gd name="connsiteY7" fmla="*/ 75491 h 85066"/>
                <a:gd name="connsiteX8" fmla="*/ 17919 w 53103"/>
                <a:gd name="connsiteY8" fmla="*/ 75491 h 85066"/>
                <a:gd name="connsiteX9" fmla="*/ 17919 w 53103"/>
                <a:gd name="connsiteY9" fmla="*/ 46124 h 85066"/>
                <a:gd name="connsiteX10" fmla="*/ 18559 w 53103"/>
                <a:gd name="connsiteY10" fmla="*/ 45486 h 85066"/>
                <a:gd name="connsiteX11" fmla="*/ 28782 w 53103"/>
                <a:gd name="connsiteY11" fmla="*/ 24419 h 85066"/>
                <a:gd name="connsiteX12" fmla="*/ 40284 w 53103"/>
                <a:gd name="connsiteY12" fmla="*/ 58254 h 85066"/>
                <a:gd name="connsiteX13" fmla="*/ 46674 w 53103"/>
                <a:gd name="connsiteY13" fmla="*/ 64638 h 85066"/>
                <a:gd name="connsiteX14" fmla="*/ 53064 w 53103"/>
                <a:gd name="connsiteY14" fmla="*/ 58254 h 85066"/>
                <a:gd name="connsiteX15" fmla="*/ 23032 w 53103"/>
                <a:gd name="connsiteY15" fmla="*/ 1436 h 85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3103" h="85066">
                  <a:moveTo>
                    <a:pt x="23032" y="1436"/>
                  </a:moveTo>
                  <a:cubicBezTo>
                    <a:pt x="20475" y="-479"/>
                    <a:pt x="17280" y="-479"/>
                    <a:pt x="15364" y="1436"/>
                  </a:cubicBezTo>
                  <a:cubicBezTo>
                    <a:pt x="12807" y="3352"/>
                    <a:pt x="12169" y="6544"/>
                    <a:pt x="13447" y="9097"/>
                  </a:cubicBezTo>
                  <a:cubicBezTo>
                    <a:pt x="17280" y="18673"/>
                    <a:pt x="15364" y="29526"/>
                    <a:pt x="8334" y="37187"/>
                  </a:cubicBezTo>
                  <a:cubicBezTo>
                    <a:pt x="1944" y="43571"/>
                    <a:pt x="-5723" y="60169"/>
                    <a:pt x="6418" y="81875"/>
                  </a:cubicBezTo>
                  <a:cubicBezTo>
                    <a:pt x="7696" y="83790"/>
                    <a:pt x="9612" y="85067"/>
                    <a:pt x="12169" y="85067"/>
                  </a:cubicBezTo>
                  <a:cubicBezTo>
                    <a:pt x="13447" y="85067"/>
                    <a:pt x="14086" y="84428"/>
                    <a:pt x="15364" y="84428"/>
                  </a:cubicBezTo>
                  <a:cubicBezTo>
                    <a:pt x="18559" y="82513"/>
                    <a:pt x="19197" y="78683"/>
                    <a:pt x="17919" y="75491"/>
                  </a:cubicBezTo>
                  <a:cubicBezTo>
                    <a:pt x="17919" y="75491"/>
                    <a:pt x="17919" y="75491"/>
                    <a:pt x="17919" y="75491"/>
                  </a:cubicBezTo>
                  <a:cubicBezTo>
                    <a:pt x="7057" y="57616"/>
                    <a:pt x="16642" y="47401"/>
                    <a:pt x="17919" y="46124"/>
                  </a:cubicBezTo>
                  <a:lnTo>
                    <a:pt x="18559" y="45486"/>
                  </a:lnTo>
                  <a:cubicBezTo>
                    <a:pt x="23670" y="39740"/>
                    <a:pt x="27504" y="32080"/>
                    <a:pt x="28782" y="24419"/>
                  </a:cubicBezTo>
                  <a:cubicBezTo>
                    <a:pt x="36450" y="33995"/>
                    <a:pt x="40284" y="46124"/>
                    <a:pt x="40284" y="58254"/>
                  </a:cubicBezTo>
                  <a:cubicBezTo>
                    <a:pt x="40284" y="62084"/>
                    <a:pt x="42840" y="64638"/>
                    <a:pt x="46674" y="64638"/>
                  </a:cubicBezTo>
                  <a:cubicBezTo>
                    <a:pt x="50508" y="64638"/>
                    <a:pt x="53064" y="62084"/>
                    <a:pt x="53064" y="58254"/>
                  </a:cubicBezTo>
                  <a:cubicBezTo>
                    <a:pt x="54342" y="26334"/>
                    <a:pt x="24309" y="2075"/>
                    <a:pt x="23032" y="1436"/>
                  </a:cubicBezTo>
                  <a:close/>
                </a:path>
              </a:pathLst>
            </a:custGeom>
            <a:solidFill>
              <a:srgbClr val="007680"/>
            </a:solidFill>
            <a:ln w="6390" cap="flat">
              <a:noFill/>
              <a:prstDash val="solid"/>
              <a:miter/>
            </a:ln>
          </p:spPr>
          <p:txBody>
            <a:bodyPr rtlCol="0" anchor="ctr"/>
            <a:lstStyle/>
            <a:p>
              <a:endParaRPr lang="en-US"/>
            </a:p>
          </p:txBody>
        </p:sp>
      </p:grpSp>
      <p:sp>
        <p:nvSpPr>
          <p:cNvPr id="689" name="Graphic 4">
            <a:extLst>
              <a:ext uri="{FF2B5EF4-FFF2-40B4-BE49-F238E27FC236}">
                <a16:creationId xmlns:a16="http://schemas.microsoft.com/office/drawing/2014/main" id="{20D2BF55-32B7-494C-A170-70E4E0E89E0A}"/>
              </a:ext>
            </a:extLst>
          </p:cNvPr>
          <p:cNvSpPr>
            <a:spLocks noChangeAspect="1"/>
          </p:cNvSpPr>
          <p:nvPr/>
        </p:nvSpPr>
        <p:spPr>
          <a:xfrm>
            <a:off x="5092779" y="3824168"/>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169333 w 362309"/>
              <a:gd name="connsiteY6" fmla="*/ 294301 h 361971"/>
              <a:gd name="connsiteX7" fmla="*/ 163582 w 362309"/>
              <a:gd name="connsiteY7" fmla="*/ 298770 h 361971"/>
              <a:gd name="connsiteX8" fmla="*/ 161665 w 362309"/>
              <a:gd name="connsiteY8" fmla="*/ 298770 h 361971"/>
              <a:gd name="connsiteX9" fmla="*/ 88820 w 362309"/>
              <a:gd name="connsiteY9" fmla="*/ 215140 h 361971"/>
              <a:gd name="connsiteX10" fmla="*/ 88820 w 362309"/>
              <a:gd name="connsiteY10" fmla="*/ 213863 h 361971"/>
              <a:gd name="connsiteX11" fmla="*/ 138662 w 362309"/>
              <a:gd name="connsiteY11" fmla="*/ 130872 h 361971"/>
              <a:gd name="connsiteX12" fmla="*/ 148885 w 362309"/>
              <a:gd name="connsiteY12" fmla="*/ 120657 h 361971"/>
              <a:gd name="connsiteX13" fmla="*/ 157192 w 362309"/>
              <a:gd name="connsiteY13" fmla="*/ 63840 h 361971"/>
              <a:gd name="connsiteX14" fmla="*/ 161027 w 362309"/>
              <a:gd name="connsiteY14" fmla="*/ 55540 h 361971"/>
              <a:gd name="connsiteX15" fmla="*/ 166138 w 362309"/>
              <a:gd name="connsiteY15" fmla="*/ 55540 h 361971"/>
              <a:gd name="connsiteX16" fmla="*/ 202561 w 362309"/>
              <a:gd name="connsiteY16" fmla="*/ 82353 h 361971"/>
              <a:gd name="connsiteX17" fmla="*/ 228121 w 362309"/>
              <a:gd name="connsiteY17" fmla="*/ 158961 h 361971"/>
              <a:gd name="connsiteX18" fmla="*/ 228121 w 362309"/>
              <a:gd name="connsiteY18" fmla="*/ 179390 h 361971"/>
              <a:gd name="connsiteX19" fmla="*/ 232594 w 362309"/>
              <a:gd name="connsiteY19" fmla="*/ 181305 h 361971"/>
              <a:gd name="connsiteX20" fmla="*/ 233233 w 362309"/>
              <a:gd name="connsiteY20" fmla="*/ 181305 h 361971"/>
              <a:gd name="connsiteX21" fmla="*/ 240901 w 362309"/>
              <a:gd name="connsiteY21" fmla="*/ 169814 h 361971"/>
              <a:gd name="connsiteX22" fmla="*/ 249208 w 362309"/>
              <a:gd name="connsiteY22" fmla="*/ 165984 h 361971"/>
              <a:gd name="connsiteX23" fmla="*/ 253041 w 362309"/>
              <a:gd name="connsiteY23" fmla="*/ 173006 h 361971"/>
              <a:gd name="connsiteX24" fmla="*/ 232594 w 362309"/>
              <a:gd name="connsiteY24" fmla="*/ 193435 h 361971"/>
              <a:gd name="connsiteX25" fmla="*/ 217897 w 362309"/>
              <a:gd name="connsiteY25" fmla="*/ 186412 h 361971"/>
              <a:gd name="connsiteX26" fmla="*/ 215980 w 362309"/>
              <a:gd name="connsiteY26" fmla="*/ 155131 h 361971"/>
              <a:gd name="connsiteX27" fmla="*/ 173167 w 362309"/>
              <a:gd name="connsiteY27" fmla="*/ 74692 h 361971"/>
              <a:gd name="connsiteX28" fmla="*/ 158470 w 362309"/>
              <a:gd name="connsiteY28" fmla="*/ 129595 h 361971"/>
              <a:gd name="connsiteX29" fmla="*/ 147607 w 362309"/>
              <a:gd name="connsiteY29" fmla="*/ 139809 h 361971"/>
              <a:gd name="connsiteX30" fmla="*/ 102239 w 362309"/>
              <a:gd name="connsiteY30" fmla="*/ 213863 h 361971"/>
              <a:gd name="connsiteX31" fmla="*/ 102239 w 362309"/>
              <a:gd name="connsiteY31" fmla="*/ 214502 h 361971"/>
              <a:gd name="connsiteX32" fmla="*/ 166138 w 362309"/>
              <a:gd name="connsiteY32" fmla="*/ 286002 h 361971"/>
              <a:gd name="connsiteX33" fmla="*/ 169333 w 362309"/>
              <a:gd name="connsiteY33" fmla="*/ 294301 h 361971"/>
              <a:gd name="connsiteX34" fmla="*/ 169333 w 362309"/>
              <a:gd name="connsiteY34" fmla="*/ 294301 h 361971"/>
              <a:gd name="connsiteX35" fmla="*/ 175723 w 362309"/>
              <a:gd name="connsiteY35" fmla="*/ 250252 h 361971"/>
              <a:gd name="connsiteX36" fmla="*/ 169972 w 362309"/>
              <a:gd name="connsiteY36" fmla="*/ 243868 h 361971"/>
              <a:gd name="connsiteX37" fmla="*/ 157832 w 362309"/>
              <a:gd name="connsiteY37" fmla="*/ 210671 h 361971"/>
              <a:gd name="connsiteX38" fmla="*/ 147607 w 362309"/>
              <a:gd name="connsiteY38" fmla="*/ 231738 h 361971"/>
              <a:gd name="connsiteX39" fmla="*/ 147607 w 362309"/>
              <a:gd name="connsiteY39" fmla="*/ 261743 h 361971"/>
              <a:gd name="connsiteX40" fmla="*/ 145052 w 362309"/>
              <a:gd name="connsiteY40" fmla="*/ 270681 h 361971"/>
              <a:gd name="connsiteX41" fmla="*/ 145052 w 362309"/>
              <a:gd name="connsiteY41" fmla="*/ 270681 h 361971"/>
              <a:gd name="connsiteX42" fmla="*/ 141857 w 362309"/>
              <a:gd name="connsiteY42" fmla="*/ 271319 h 361971"/>
              <a:gd name="connsiteX43" fmla="*/ 136106 w 362309"/>
              <a:gd name="connsiteY43" fmla="*/ 268127 h 361971"/>
              <a:gd name="connsiteX44" fmla="*/ 138022 w 362309"/>
              <a:gd name="connsiteY44" fmla="*/ 222801 h 361971"/>
              <a:gd name="connsiteX45" fmla="*/ 143135 w 362309"/>
              <a:gd name="connsiteY45" fmla="*/ 194711 h 361971"/>
              <a:gd name="connsiteX46" fmla="*/ 146330 w 362309"/>
              <a:gd name="connsiteY46" fmla="*/ 186412 h 361971"/>
              <a:gd name="connsiteX47" fmla="*/ 152720 w 362309"/>
              <a:gd name="connsiteY47" fmla="*/ 187051 h 361971"/>
              <a:gd name="connsiteX48" fmla="*/ 182113 w 362309"/>
              <a:gd name="connsiteY48" fmla="*/ 244506 h 361971"/>
              <a:gd name="connsiteX49" fmla="*/ 175723 w 362309"/>
              <a:gd name="connsiteY49" fmla="*/ 250252 h 361971"/>
              <a:gd name="connsiteX50" fmla="*/ 175723 w 362309"/>
              <a:gd name="connsiteY50" fmla="*/ 250252 h 361971"/>
              <a:gd name="connsiteX51" fmla="*/ 269016 w 362309"/>
              <a:gd name="connsiteY51" fmla="*/ 240676 h 361971"/>
              <a:gd name="connsiteX52" fmla="*/ 194254 w 362309"/>
              <a:gd name="connsiteY52" fmla="*/ 298132 h 361971"/>
              <a:gd name="connsiteX53" fmla="*/ 194254 w 362309"/>
              <a:gd name="connsiteY53" fmla="*/ 298132 h 361971"/>
              <a:gd name="connsiteX54" fmla="*/ 192337 w 362309"/>
              <a:gd name="connsiteY54" fmla="*/ 298132 h 361971"/>
              <a:gd name="connsiteX55" fmla="*/ 192337 w 362309"/>
              <a:gd name="connsiteY55" fmla="*/ 298132 h 361971"/>
              <a:gd name="connsiteX56" fmla="*/ 190420 w 362309"/>
              <a:gd name="connsiteY56" fmla="*/ 298132 h 361971"/>
              <a:gd name="connsiteX57" fmla="*/ 189781 w 362309"/>
              <a:gd name="connsiteY57" fmla="*/ 298132 h 361971"/>
              <a:gd name="connsiteX58" fmla="*/ 188503 w 362309"/>
              <a:gd name="connsiteY58" fmla="*/ 297493 h 361971"/>
              <a:gd name="connsiteX59" fmla="*/ 187864 w 362309"/>
              <a:gd name="connsiteY59" fmla="*/ 296855 h 361971"/>
              <a:gd name="connsiteX60" fmla="*/ 187225 w 362309"/>
              <a:gd name="connsiteY60" fmla="*/ 296217 h 361971"/>
              <a:gd name="connsiteX61" fmla="*/ 186586 w 362309"/>
              <a:gd name="connsiteY61" fmla="*/ 295578 h 361971"/>
              <a:gd name="connsiteX62" fmla="*/ 186586 w 362309"/>
              <a:gd name="connsiteY62" fmla="*/ 295578 h 361971"/>
              <a:gd name="connsiteX63" fmla="*/ 186586 w 362309"/>
              <a:gd name="connsiteY63" fmla="*/ 294940 h 361971"/>
              <a:gd name="connsiteX64" fmla="*/ 185947 w 362309"/>
              <a:gd name="connsiteY64" fmla="*/ 293663 h 361971"/>
              <a:gd name="connsiteX65" fmla="*/ 185947 w 362309"/>
              <a:gd name="connsiteY65" fmla="*/ 293025 h 361971"/>
              <a:gd name="connsiteX66" fmla="*/ 185947 w 362309"/>
              <a:gd name="connsiteY66" fmla="*/ 291748 h 361971"/>
              <a:gd name="connsiteX67" fmla="*/ 185947 w 362309"/>
              <a:gd name="connsiteY67" fmla="*/ 290471 h 361971"/>
              <a:gd name="connsiteX68" fmla="*/ 185947 w 362309"/>
              <a:gd name="connsiteY68" fmla="*/ 289194 h 361971"/>
              <a:gd name="connsiteX69" fmla="*/ 186586 w 362309"/>
              <a:gd name="connsiteY69" fmla="*/ 287917 h 361971"/>
              <a:gd name="connsiteX70" fmla="*/ 187225 w 362309"/>
              <a:gd name="connsiteY70" fmla="*/ 287279 h 361971"/>
              <a:gd name="connsiteX71" fmla="*/ 188503 w 362309"/>
              <a:gd name="connsiteY71" fmla="*/ 286641 h 361971"/>
              <a:gd name="connsiteX72" fmla="*/ 188503 w 362309"/>
              <a:gd name="connsiteY72" fmla="*/ 286641 h 361971"/>
              <a:gd name="connsiteX73" fmla="*/ 216619 w 362309"/>
              <a:gd name="connsiteY73" fmla="*/ 245783 h 361971"/>
              <a:gd name="connsiteX74" fmla="*/ 198088 w 362309"/>
              <a:gd name="connsiteY74" fmla="*/ 210033 h 361971"/>
              <a:gd name="connsiteX75" fmla="*/ 180196 w 362309"/>
              <a:gd name="connsiteY75" fmla="*/ 176198 h 361971"/>
              <a:gd name="connsiteX76" fmla="*/ 174445 w 362309"/>
              <a:gd name="connsiteY76" fmla="*/ 190243 h 361971"/>
              <a:gd name="connsiteX77" fmla="*/ 166777 w 362309"/>
              <a:gd name="connsiteY77" fmla="*/ 195350 h 361971"/>
              <a:gd name="connsiteX78" fmla="*/ 161665 w 362309"/>
              <a:gd name="connsiteY78" fmla="*/ 187689 h 361971"/>
              <a:gd name="connsiteX79" fmla="*/ 161665 w 362309"/>
              <a:gd name="connsiteY79" fmla="*/ 186412 h 361971"/>
              <a:gd name="connsiteX80" fmla="*/ 182752 w 362309"/>
              <a:gd name="connsiteY80" fmla="*/ 151300 h 361971"/>
              <a:gd name="connsiteX81" fmla="*/ 190420 w 362309"/>
              <a:gd name="connsiteY81" fmla="*/ 150662 h 361971"/>
              <a:gd name="connsiteX82" fmla="*/ 193615 w 362309"/>
              <a:gd name="connsiteY82" fmla="*/ 157684 h 361971"/>
              <a:gd name="connsiteX83" fmla="*/ 205756 w 362309"/>
              <a:gd name="connsiteY83" fmla="*/ 199819 h 361971"/>
              <a:gd name="connsiteX84" fmla="*/ 229399 w 362309"/>
              <a:gd name="connsiteY84" fmla="*/ 246422 h 361971"/>
              <a:gd name="connsiteX85" fmla="*/ 221092 w 362309"/>
              <a:gd name="connsiteY85" fmla="*/ 273234 h 361971"/>
              <a:gd name="connsiteX86" fmla="*/ 256236 w 362309"/>
              <a:gd name="connsiteY86" fmla="*/ 235569 h 361971"/>
              <a:gd name="connsiteX87" fmla="*/ 242179 w 362309"/>
              <a:gd name="connsiteY87" fmla="*/ 146193 h 361971"/>
              <a:gd name="connsiteX88" fmla="*/ 244096 w 362309"/>
              <a:gd name="connsiteY88" fmla="*/ 137256 h 361971"/>
              <a:gd name="connsiteX89" fmla="*/ 253041 w 362309"/>
              <a:gd name="connsiteY89" fmla="*/ 139171 h 361971"/>
              <a:gd name="connsiteX90" fmla="*/ 269016 w 362309"/>
              <a:gd name="connsiteY90" fmla="*/ 240676 h 361971"/>
              <a:gd name="connsiteX91" fmla="*/ 269016 w 362309"/>
              <a:gd name="connsiteY91" fmla="*/ 24067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362309" h="361971">
                <a:moveTo>
                  <a:pt x="181474" y="0"/>
                </a:moveTo>
                <a:cubicBezTo>
                  <a:pt x="81152" y="0"/>
                  <a:pt x="0" y="81076"/>
                  <a:pt x="0" y="180667"/>
                </a:cubicBezTo>
                <a:cubicBezTo>
                  <a:pt x="0" y="280257"/>
                  <a:pt x="81152" y="361971"/>
                  <a:pt x="180835" y="361971"/>
                </a:cubicBezTo>
                <a:cubicBezTo>
                  <a:pt x="280518" y="361971"/>
                  <a:pt x="362310" y="280895"/>
                  <a:pt x="362310" y="181305"/>
                </a:cubicBezTo>
                <a:cubicBezTo>
                  <a:pt x="362310" y="181305"/>
                  <a:pt x="362310" y="181305"/>
                  <a:pt x="362310" y="181305"/>
                </a:cubicBezTo>
                <a:cubicBezTo>
                  <a:pt x="362310" y="81076"/>
                  <a:pt x="281796" y="0"/>
                  <a:pt x="181474" y="0"/>
                </a:cubicBezTo>
                <a:close/>
                <a:moveTo>
                  <a:pt x="169333" y="294301"/>
                </a:moveTo>
                <a:cubicBezTo>
                  <a:pt x="168695" y="296855"/>
                  <a:pt x="166138" y="298770"/>
                  <a:pt x="163582" y="298770"/>
                </a:cubicBezTo>
                <a:cubicBezTo>
                  <a:pt x="162943" y="298770"/>
                  <a:pt x="162305" y="298770"/>
                  <a:pt x="161665" y="298770"/>
                </a:cubicBezTo>
                <a:cubicBezTo>
                  <a:pt x="128438" y="287917"/>
                  <a:pt x="88181" y="264297"/>
                  <a:pt x="88820" y="215140"/>
                </a:cubicBezTo>
                <a:lnTo>
                  <a:pt x="88820" y="213863"/>
                </a:lnTo>
                <a:cubicBezTo>
                  <a:pt x="88820" y="178113"/>
                  <a:pt x="117575" y="150662"/>
                  <a:pt x="138662" y="130872"/>
                </a:cubicBezTo>
                <a:cubicBezTo>
                  <a:pt x="142496" y="127041"/>
                  <a:pt x="145690" y="123849"/>
                  <a:pt x="148885" y="120657"/>
                </a:cubicBezTo>
                <a:cubicBezTo>
                  <a:pt x="169333" y="99590"/>
                  <a:pt x="157192" y="64478"/>
                  <a:pt x="157192" y="63840"/>
                </a:cubicBezTo>
                <a:cubicBezTo>
                  <a:pt x="155915" y="60648"/>
                  <a:pt x="157832" y="56817"/>
                  <a:pt x="161027" y="55540"/>
                </a:cubicBezTo>
                <a:cubicBezTo>
                  <a:pt x="162943" y="54902"/>
                  <a:pt x="164221" y="54902"/>
                  <a:pt x="166138" y="55540"/>
                </a:cubicBezTo>
                <a:cubicBezTo>
                  <a:pt x="179557" y="62563"/>
                  <a:pt x="191698" y="71500"/>
                  <a:pt x="202561" y="82353"/>
                </a:cubicBezTo>
                <a:cubicBezTo>
                  <a:pt x="225565" y="105336"/>
                  <a:pt x="234511" y="132148"/>
                  <a:pt x="228121" y="158961"/>
                </a:cubicBezTo>
                <a:cubicBezTo>
                  <a:pt x="226204" y="165345"/>
                  <a:pt x="224926" y="175560"/>
                  <a:pt x="228121" y="179390"/>
                </a:cubicBezTo>
                <a:cubicBezTo>
                  <a:pt x="228760" y="180028"/>
                  <a:pt x="229399" y="181305"/>
                  <a:pt x="232594" y="181305"/>
                </a:cubicBezTo>
                <a:lnTo>
                  <a:pt x="233233" y="181305"/>
                </a:lnTo>
                <a:cubicBezTo>
                  <a:pt x="233233" y="181305"/>
                  <a:pt x="237706" y="180667"/>
                  <a:pt x="240901" y="169814"/>
                </a:cubicBezTo>
                <a:cubicBezTo>
                  <a:pt x="242179" y="166622"/>
                  <a:pt x="246013" y="164707"/>
                  <a:pt x="249208" y="165984"/>
                </a:cubicBezTo>
                <a:cubicBezTo>
                  <a:pt x="252403" y="167260"/>
                  <a:pt x="253681" y="170452"/>
                  <a:pt x="253041" y="173006"/>
                </a:cubicBezTo>
                <a:cubicBezTo>
                  <a:pt x="247291" y="192796"/>
                  <a:pt x="235150" y="193435"/>
                  <a:pt x="232594" y="193435"/>
                </a:cubicBezTo>
                <a:cubicBezTo>
                  <a:pt x="226843" y="193435"/>
                  <a:pt x="221731" y="190881"/>
                  <a:pt x="217897" y="186412"/>
                </a:cubicBezTo>
                <a:cubicBezTo>
                  <a:pt x="210229" y="175560"/>
                  <a:pt x="215341" y="157046"/>
                  <a:pt x="215980" y="155131"/>
                </a:cubicBezTo>
                <a:cubicBezTo>
                  <a:pt x="225565" y="116188"/>
                  <a:pt x="192337" y="87460"/>
                  <a:pt x="173167" y="74692"/>
                </a:cubicBezTo>
                <a:cubicBezTo>
                  <a:pt x="175084" y="89376"/>
                  <a:pt x="175084" y="112358"/>
                  <a:pt x="158470" y="129595"/>
                </a:cubicBezTo>
                <a:cubicBezTo>
                  <a:pt x="155275" y="132787"/>
                  <a:pt x="151442" y="136617"/>
                  <a:pt x="147607" y="139809"/>
                </a:cubicBezTo>
                <a:cubicBezTo>
                  <a:pt x="127160" y="158961"/>
                  <a:pt x="102239" y="183220"/>
                  <a:pt x="102239" y="213863"/>
                </a:cubicBezTo>
                <a:lnTo>
                  <a:pt x="102239" y="214502"/>
                </a:lnTo>
                <a:cubicBezTo>
                  <a:pt x="102239" y="247698"/>
                  <a:pt x="123326" y="271958"/>
                  <a:pt x="166138" y="286002"/>
                </a:cubicBezTo>
                <a:cubicBezTo>
                  <a:pt x="168695" y="287279"/>
                  <a:pt x="170611" y="291109"/>
                  <a:pt x="169333" y="294301"/>
                </a:cubicBezTo>
                <a:lnTo>
                  <a:pt x="169333" y="294301"/>
                </a:lnTo>
                <a:close/>
                <a:moveTo>
                  <a:pt x="175723" y="250252"/>
                </a:moveTo>
                <a:cubicBezTo>
                  <a:pt x="172528" y="250252"/>
                  <a:pt x="169972" y="247060"/>
                  <a:pt x="169972" y="243868"/>
                </a:cubicBezTo>
                <a:cubicBezTo>
                  <a:pt x="169972" y="231738"/>
                  <a:pt x="165500" y="219609"/>
                  <a:pt x="157832" y="210671"/>
                </a:cubicBezTo>
                <a:cubicBezTo>
                  <a:pt x="156553" y="218332"/>
                  <a:pt x="152720" y="225993"/>
                  <a:pt x="147607" y="231738"/>
                </a:cubicBezTo>
                <a:cubicBezTo>
                  <a:pt x="146330" y="233015"/>
                  <a:pt x="136745" y="243230"/>
                  <a:pt x="147607" y="261743"/>
                </a:cubicBezTo>
                <a:cubicBezTo>
                  <a:pt x="149525" y="264935"/>
                  <a:pt x="148247" y="268766"/>
                  <a:pt x="145052" y="270681"/>
                </a:cubicBezTo>
                <a:cubicBezTo>
                  <a:pt x="145052" y="270681"/>
                  <a:pt x="145052" y="270681"/>
                  <a:pt x="145052" y="270681"/>
                </a:cubicBezTo>
                <a:cubicBezTo>
                  <a:pt x="143774" y="271319"/>
                  <a:pt x="143135" y="271319"/>
                  <a:pt x="141857" y="271319"/>
                </a:cubicBezTo>
                <a:cubicBezTo>
                  <a:pt x="139301" y="271319"/>
                  <a:pt x="137384" y="270042"/>
                  <a:pt x="136106" y="268127"/>
                </a:cubicBezTo>
                <a:cubicBezTo>
                  <a:pt x="123326" y="246422"/>
                  <a:pt x="131633" y="229185"/>
                  <a:pt x="138022" y="222801"/>
                </a:cubicBezTo>
                <a:cubicBezTo>
                  <a:pt x="145052" y="215140"/>
                  <a:pt x="146969" y="204287"/>
                  <a:pt x="143135" y="194711"/>
                </a:cubicBezTo>
                <a:cubicBezTo>
                  <a:pt x="141857" y="191519"/>
                  <a:pt x="143135" y="187689"/>
                  <a:pt x="146330" y="186412"/>
                </a:cubicBezTo>
                <a:cubicBezTo>
                  <a:pt x="148247" y="185135"/>
                  <a:pt x="150802" y="185774"/>
                  <a:pt x="152720" y="187051"/>
                </a:cubicBezTo>
                <a:cubicBezTo>
                  <a:pt x="153997" y="188327"/>
                  <a:pt x="183391" y="211948"/>
                  <a:pt x="182113" y="244506"/>
                </a:cubicBezTo>
                <a:cubicBezTo>
                  <a:pt x="182113" y="247698"/>
                  <a:pt x="179557" y="250252"/>
                  <a:pt x="175723" y="250252"/>
                </a:cubicBezTo>
                <a:lnTo>
                  <a:pt x="175723" y="250252"/>
                </a:lnTo>
                <a:close/>
                <a:moveTo>
                  <a:pt x="269016" y="240676"/>
                </a:moveTo>
                <a:cubicBezTo>
                  <a:pt x="258154" y="268127"/>
                  <a:pt x="233233" y="287279"/>
                  <a:pt x="194254" y="298132"/>
                </a:cubicBezTo>
                <a:lnTo>
                  <a:pt x="194254" y="298132"/>
                </a:lnTo>
                <a:lnTo>
                  <a:pt x="192337" y="298132"/>
                </a:lnTo>
                <a:lnTo>
                  <a:pt x="192337" y="298132"/>
                </a:lnTo>
                <a:cubicBezTo>
                  <a:pt x="191698" y="298132"/>
                  <a:pt x="191059" y="298132"/>
                  <a:pt x="190420" y="298132"/>
                </a:cubicBezTo>
                <a:lnTo>
                  <a:pt x="189781" y="298132"/>
                </a:lnTo>
                <a:lnTo>
                  <a:pt x="188503" y="297493"/>
                </a:lnTo>
                <a:lnTo>
                  <a:pt x="187864" y="296855"/>
                </a:lnTo>
                <a:lnTo>
                  <a:pt x="187225" y="296217"/>
                </a:lnTo>
                <a:cubicBezTo>
                  <a:pt x="187225" y="296217"/>
                  <a:pt x="187225" y="296217"/>
                  <a:pt x="186586" y="295578"/>
                </a:cubicBezTo>
                <a:lnTo>
                  <a:pt x="186586" y="295578"/>
                </a:lnTo>
                <a:cubicBezTo>
                  <a:pt x="186586" y="295578"/>
                  <a:pt x="186586" y="295578"/>
                  <a:pt x="186586" y="294940"/>
                </a:cubicBezTo>
                <a:cubicBezTo>
                  <a:pt x="186586" y="294301"/>
                  <a:pt x="185947" y="294301"/>
                  <a:pt x="185947" y="293663"/>
                </a:cubicBezTo>
                <a:cubicBezTo>
                  <a:pt x="185947" y="293663"/>
                  <a:pt x="185947" y="293663"/>
                  <a:pt x="185947" y="293025"/>
                </a:cubicBezTo>
                <a:cubicBezTo>
                  <a:pt x="185947" y="292386"/>
                  <a:pt x="185947" y="292386"/>
                  <a:pt x="185947" y="291748"/>
                </a:cubicBezTo>
                <a:cubicBezTo>
                  <a:pt x="185947" y="291109"/>
                  <a:pt x="185947" y="291109"/>
                  <a:pt x="185947" y="290471"/>
                </a:cubicBezTo>
                <a:cubicBezTo>
                  <a:pt x="185947" y="289833"/>
                  <a:pt x="185947" y="289833"/>
                  <a:pt x="185947" y="289194"/>
                </a:cubicBezTo>
                <a:lnTo>
                  <a:pt x="186586" y="287917"/>
                </a:lnTo>
                <a:lnTo>
                  <a:pt x="187225" y="287279"/>
                </a:lnTo>
                <a:cubicBezTo>
                  <a:pt x="187225" y="286641"/>
                  <a:pt x="187864" y="286641"/>
                  <a:pt x="188503" y="286641"/>
                </a:cubicBezTo>
                <a:lnTo>
                  <a:pt x="188503" y="286641"/>
                </a:lnTo>
                <a:cubicBezTo>
                  <a:pt x="211507" y="272596"/>
                  <a:pt x="215980" y="257913"/>
                  <a:pt x="216619" y="245783"/>
                </a:cubicBezTo>
                <a:cubicBezTo>
                  <a:pt x="217258" y="236207"/>
                  <a:pt x="216619" y="225993"/>
                  <a:pt x="198088" y="210033"/>
                </a:cubicBezTo>
                <a:cubicBezTo>
                  <a:pt x="187864" y="201734"/>
                  <a:pt x="181474" y="188966"/>
                  <a:pt x="180196" y="176198"/>
                </a:cubicBezTo>
                <a:cubicBezTo>
                  <a:pt x="177640" y="180667"/>
                  <a:pt x="175723" y="185135"/>
                  <a:pt x="174445" y="190243"/>
                </a:cubicBezTo>
                <a:cubicBezTo>
                  <a:pt x="173806" y="193435"/>
                  <a:pt x="170611" y="195988"/>
                  <a:pt x="166777" y="195350"/>
                </a:cubicBezTo>
                <a:cubicBezTo>
                  <a:pt x="162943" y="194711"/>
                  <a:pt x="161027" y="191519"/>
                  <a:pt x="161665" y="187689"/>
                </a:cubicBezTo>
                <a:cubicBezTo>
                  <a:pt x="161665" y="187051"/>
                  <a:pt x="161665" y="187051"/>
                  <a:pt x="161665" y="186412"/>
                </a:cubicBezTo>
                <a:cubicBezTo>
                  <a:pt x="164860" y="173006"/>
                  <a:pt x="172528" y="160238"/>
                  <a:pt x="182752" y="151300"/>
                </a:cubicBezTo>
                <a:cubicBezTo>
                  <a:pt x="184669" y="149385"/>
                  <a:pt x="187864" y="149385"/>
                  <a:pt x="190420" y="150662"/>
                </a:cubicBezTo>
                <a:cubicBezTo>
                  <a:pt x="192976" y="151939"/>
                  <a:pt x="193615" y="154492"/>
                  <a:pt x="193615" y="157684"/>
                </a:cubicBezTo>
                <a:cubicBezTo>
                  <a:pt x="189142" y="173006"/>
                  <a:pt x="194254" y="188966"/>
                  <a:pt x="205756" y="199819"/>
                </a:cubicBezTo>
                <a:cubicBezTo>
                  <a:pt x="226843" y="217694"/>
                  <a:pt x="230677" y="231100"/>
                  <a:pt x="229399" y="246422"/>
                </a:cubicBezTo>
                <a:cubicBezTo>
                  <a:pt x="228760" y="255998"/>
                  <a:pt x="226204" y="264935"/>
                  <a:pt x="221092" y="273234"/>
                </a:cubicBezTo>
                <a:cubicBezTo>
                  <a:pt x="237067" y="265574"/>
                  <a:pt x="249208" y="252167"/>
                  <a:pt x="256236" y="235569"/>
                </a:cubicBezTo>
                <a:cubicBezTo>
                  <a:pt x="272211" y="194711"/>
                  <a:pt x="242179" y="146832"/>
                  <a:pt x="242179" y="146193"/>
                </a:cubicBezTo>
                <a:cubicBezTo>
                  <a:pt x="240261" y="143001"/>
                  <a:pt x="241540" y="139171"/>
                  <a:pt x="244096" y="137256"/>
                </a:cubicBezTo>
                <a:cubicBezTo>
                  <a:pt x="246651" y="135340"/>
                  <a:pt x="251124" y="136617"/>
                  <a:pt x="253041" y="139171"/>
                </a:cubicBezTo>
                <a:cubicBezTo>
                  <a:pt x="255597" y="141724"/>
                  <a:pt x="287547" y="194073"/>
                  <a:pt x="269016" y="240676"/>
                </a:cubicBezTo>
                <a:lnTo>
                  <a:pt x="269016" y="240676"/>
                </a:lnTo>
                <a:close/>
              </a:path>
            </a:pathLst>
          </a:custGeom>
          <a:solidFill>
            <a:srgbClr val="007680"/>
          </a:solidFill>
          <a:ln w="6390" cap="flat">
            <a:noFill/>
            <a:prstDash val="solid"/>
            <a:miter/>
          </a:ln>
        </p:spPr>
        <p:txBody>
          <a:bodyPr rtlCol="0" anchor="ctr"/>
          <a:lstStyle/>
          <a:p>
            <a:endParaRPr lang="en-US"/>
          </a:p>
        </p:txBody>
      </p:sp>
      <p:grpSp>
        <p:nvGrpSpPr>
          <p:cNvPr id="690" name="Graphic 4">
            <a:extLst>
              <a:ext uri="{FF2B5EF4-FFF2-40B4-BE49-F238E27FC236}">
                <a16:creationId xmlns:a16="http://schemas.microsoft.com/office/drawing/2014/main" id="{65499267-C58B-8147-B507-BE40EA493C0F}"/>
              </a:ext>
            </a:extLst>
          </p:cNvPr>
          <p:cNvGrpSpPr>
            <a:grpSpLocks noChangeAspect="1"/>
          </p:cNvGrpSpPr>
          <p:nvPr/>
        </p:nvGrpSpPr>
        <p:grpSpPr>
          <a:xfrm>
            <a:off x="3607758" y="3339623"/>
            <a:ext cx="362313" cy="361971"/>
            <a:chOff x="3607758" y="3339623"/>
            <a:chExt cx="362313" cy="361971"/>
          </a:xfrm>
          <a:solidFill>
            <a:srgbClr val="007680"/>
          </a:solidFill>
        </p:grpSpPr>
        <p:sp>
          <p:nvSpPr>
            <p:cNvPr id="691" name="Graphic 4">
              <a:extLst>
                <a:ext uri="{FF2B5EF4-FFF2-40B4-BE49-F238E27FC236}">
                  <a16:creationId xmlns:a16="http://schemas.microsoft.com/office/drawing/2014/main" id="{3899B9B2-ECC3-A643-936A-CAB3103EEAF2}"/>
                </a:ext>
              </a:extLst>
            </p:cNvPr>
            <p:cNvSpPr/>
            <p:nvPr/>
          </p:nvSpPr>
          <p:spPr>
            <a:xfrm>
              <a:off x="3607758" y="3339623"/>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6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 name="connsiteX13" fmla="*/ 181474 w 362313"/>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3"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949"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6" y="12768"/>
                  </a:cubicBezTo>
                  <a:cubicBezTo>
                    <a:pt x="274128" y="12768"/>
                    <a:pt x="349530" y="88099"/>
                    <a:pt x="349530" y="180667"/>
                  </a:cubicBezTo>
                  <a:lnTo>
                    <a:pt x="349530" y="180667"/>
                  </a:lnTo>
                  <a:cubicBezTo>
                    <a:pt x="349530"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692" name="Graphic 4">
              <a:extLst>
                <a:ext uri="{FF2B5EF4-FFF2-40B4-BE49-F238E27FC236}">
                  <a16:creationId xmlns:a16="http://schemas.microsoft.com/office/drawing/2014/main" id="{631EFF0A-E0F4-3C4B-B279-D1435E6CCF45}"/>
                </a:ext>
              </a:extLst>
            </p:cNvPr>
            <p:cNvSpPr/>
            <p:nvPr/>
          </p:nvSpPr>
          <p:spPr>
            <a:xfrm>
              <a:off x="3674213" y="3442974"/>
              <a:ext cx="229657" cy="155200"/>
            </a:xfrm>
            <a:custGeom>
              <a:avLst/>
              <a:gdLst>
                <a:gd name="connsiteX0" fmla="*/ 206395 w 229657"/>
                <a:gd name="connsiteY0" fmla="*/ 102852 h 155200"/>
                <a:gd name="connsiteX1" fmla="*/ 185947 w 229657"/>
                <a:gd name="connsiteY1" fmla="*/ 115620 h 155200"/>
                <a:gd name="connsiteX2" fmla="*/ 163582 w 229657"/>
                <a:gd name="connsiteY2" fmla="*/ 111151 h 155200"/>
                <a:gd name="connsiteX3" fmla="*/ 184030 w 229657"/>
                <a:gd name="connsiteY3" fmla="*/ 29436 h 155200"/>
                <a:gd name="connsiteX4" fmla="*/ 182752 w 229657"/>
                <a:gd name="connsiteY4" fmla="*/ 23691 h 155200"/>
                <a:gd name="connsiteX5" fmla="*/ 177640 w 229657"/>
                <a:gd name="connsiteY5" fmla="*/ 21137 h 155200"/>
                <a:gd name="connsiteX6" fmla="*/ 164221 w 229657"/>
                <a:gd name="connsiteY6" fmla="*/ 22414 h 155200"/>
                <a:gd name="connsiteX7" fmla="*/ 102878 w 229657"/>
                <a:gd name="connsiteY7" fmla="*/ 708 h 155200"/>
                <a:gd name="connsiteX8" fmla="*/ 58788 w 229657"/>
                <a:gd name="connsiteY8" fmla="*/ 30075 h 155200"/>
                <a:gd name="connsiteX9" fmla="*/ 48563 w 229657"/>
                <a:gd name="connsiteY9" fmla="*/ 30713 h 155200"/>
                <a:gd name="connsiteX10" fmla="*/ 45368 w 229657"/>
                <a:gd name="connsiteY10" fmla="*/ 18583 h 155200"/>
                <a:gd name="connsiteX11" fmla="*/ 38978 w 229657"/>
                <a:gd name="connsiteY11" fmla="*/ 14115 h 155200"/>
                <a:gd name="connsiteX12" fmla="*/ 6390 w 229657"/>
                <a:gd name="connsiteY12" fmla="*/ 14115 h 155200"/>
                <a:gd name="connsiteX13" fmla="*/ 0 w 229657"/>
                <a:gd name="connsiteY13" fmla="*/ 20499 h 155200"/>
                <a:gd name="connsiteX14" fmla="*/ 6390 w 229657"/>
                <a:gd name="connsiteY14" fmla="*/ 26883 h 155200"/>
                <a:gd name="connsiteX15" fmla="*/ 34506 w 229657"/>
                <a:gd name="connsiteY15" fmla="*/ 26883 h 155200"/>
                <a:gd name="connsiteX16" fmla="*/ 55593 w 229657"/>
                <a:gd name="connsiteY16" fmla="*/ 99660 h 155200"/>
                <a:gd name="connsiteX17" fmla="*/ 56231 w 229657"/>
                <a:gd name="connsiteY17" fmla="*/ 100937 h 155200"/>
                <a:gd name="connsiteX18" fmla="*/ 56231 w 229657"/>
                <a:gd name="connsiteY18" fmla="*/ 100937 h 155200"/>
                <a:gd name="connsiteX19" fmla="*/ 63261 w 229657"/>
                <a:gd name="connsiteY19" fmla="*/ 151370 h 155200"/>
                <a:gd name="connsiteX20" fmla="*/ 70928 w 229657"/>
                <a:gd name="connsiteY20" fmla="*/ 155201 h 155200"/>
                <a:gd name="connsiteX21" fmla="*/ 72845 w 229657"/>
                <a:gd name="connsiteY21" fmla="*/ 155201 h 155200"/>
                <a:gd name="connsiteX22" fmla="*/ 102239 w 229657"/>
                <a:gd name="connsiteY22" fmla="*/ 111790 h 155200"/>
                <a:gd name="connsiteX23" fmla="*/ 164860 w 229657"/>
                <a:gd name="connsiteY23" fmla="*/ 123281 h 155200"/>
                <a:gd name="connsiteX24" fmla="*/ 184030 w 229657"/>
                <a:gd name="connsiteY24" fmla="*/ 127111 h 155200"/>
                <a:gd name="connsiteX25" fmla="*/ 209590 w 229657"/>
                <a:gd name="connsiteY25" fmla="*/ 146902 h 155200"/>
                <a:gd name="connsiteX26" fmla="*/ 229399 w 229657"/>
                <a:gd name="connsiteY26" fmla="*/ 121366 h 155200"/>
                <a:gd name="connsiteX27" fmla="*/ 206395 w 229657"/>
                <a:gd name="connsiteY27" fmla="*/ 102852 h 155200"/>
                <a:gd name="connsiteX28" fmla="*/ 206395 w 229657"/>
                <a:gd name="connsiteY28" fmla="*/ 102852 h 155200"/>
                <a:gd name="connsiteX29" fmla="*/ 104795 w 229657"/>
                <a:gd name="connsiteY29" fmla="*/ 13476 h 155200"/>
                <a:gd name="connsiteX30" fmla="*/ 144412 w 229657"/>
                <a:gd name="connsiteY30" fmla="*/ 23691 h 155200"/>
                <a:gd name="connsiteX31" fmla="*/ 76040 w 229657"/>
                <a:gd name="connsiteY31" fmla="*/ 28798 h 155200"/>
                <a:gd name="connsiteX32" fmla="*/ 104795 w 229657"/>
                <a:gd name="connsiteY32" fmla="*/ 13476 h 155200"/>
                <a:gd name="connsiteX33" fmla="*/ 52398 w 229657"/>
                <a:gd name="connsiteY33" fmla="*/ 43481 h 155200"/>
                <a:gd name="connsiteX34" fmla="*/ 169972 w 229657"/>
                <a:gd name="connsiteY34" fmla="*/ 35182 h 155200"/>
                <a:gd name="connsiteX35" fmla="*/ 151442 w 229657"/>
                <a:gd name="connsiteY35" fmla="*/ 109236 h 155200"/>
                <a:gd name="connsiteX36" fmla="*/ 67094 w 229657"/>
                <a:gd name="connsiteY36" fmla="*/ 93276 h 155200"/>
                <a:gd name="connsiteX37" fmla="*/ 52398 w 229657"/>
                <a:gd name="connsiteY37" fmla="*/ 43481 h 155200"/>
                <a:gd name="connsiteX38" fmla="*/ 72206 w 229657"/>
                <a:gd name="connsiteY38" fmla="*/ 141794 h 155200"/>
                <a:gd name="connsiteX39" fmla="*/ 69011 w 229657"/>
                <a:gd name="connsiteY39" fmla="*/ 106044 h 155200"/>
                <a:gd name="connsiteX40" fmla="*/ 89459 w 229657"/>
                <a:gd name="connsiteY40" fmla="*/ 109875 h 155200"/>
                <a:gd name="connsiteX41" fmla="*/ 72206 w 229657"/>
                <a:gd name="connsiteY41" fmla="*/ 141794 h 155200"/>
                <a:gd name="connsiteX42" fmla="*/ 72206 w 229657"/>
                <a:gd name="connsiteY42" fmla="*/ 141794 h 155200"/>
                <a:gd name="connsiteX43" fmla="*/ 206395 w 229657"/>
                <a:gd name="connsiteY43" fmla="*/ 135410 h 155200"/>
                <a:gd name="connsiteX44" fmla="*/ 196171 w 229657"/>
                <a:gd name="connsiteY44" fmla="*/ 125196 h 155200"/>
                <a:gd name="connsiteX45" fmla="*/ 206395 w 229657"/>
                <a:gd name="connsiteY45" fmla="*/ 114982 h 155200"/>
                <a:gd name="connsiteX46" fmla="*/ 216619 w 229657"/>
                <a:gd name="connsiteY46" fmla="*/ 125196 h 155200"/>
                <a:gd name="connsiteX47" fmla="*/ 206395 w 229657"/>
                <a:gd name="connsiteY47" fmla="*/ 135410 h 155200"/>
                <a:gd name="connsiteX48" fmla="*/ 206395 w 229657"/>
                <a:gd name="connsiteY48" fmla="*/ 135410 h 155200"/>
                <a:gd name="connsiteX49" fmla="*/ 206395 w 229657"/>
                <a:gd name="connsiteY49" fmla="*/ 135410 h 15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29657" h="155200">
                  <a:moveTo>
                    <a:pt x="206395" y="102852"/>
                  </a:moveTo>
                  <a:cubicBezTo>
                    <a:pt x="197449" y="102852"/>
                    <a:pt x="189781" y="107959"/>
                    <a:pt x="185947" y="115620"/>
                  </a:cubicBezTo>
                  <a:lnTo>
                    <a:pt x="163582" y="111151"/>
                  </a:lnTo>
                  <a:lnTo>
                    <a:pt x="184030" y="29436"/>
                  </a:lnTo>
                  <a:cubicBezTo>
                    <a:pt x="184669" y="27521"/>
                    <a:pt x="184030" y="25606"/>
                    <a:pt x="182752" y="23691"/>
                  </a:cubicBezTo>
                  <a:cubicBezTo>
                    <a:pt x="181474" y="22414"/>
                    <a:pt x="179557" y="21137"/>
                    <a:pt x="177640" y="21137"/>
                  </a:cubicBezTo>
                  <a:lnTo>
                    <a:pt x="164221" y="22414"/>
                  </a:lnTo>
                  <a:cubicBezTo>
                    <a:pt x="143135" y="5177"/>
                    <a:pt x="122687" y="-2484"/>
                    <a:pt x="102878" y="708"/>
                  </a:cubicBezTo>
                  <a:cubicBezTo>
                    <a:pt x="84986" y="4539"/>
                    <a:pt x="69011" y="14753"/>
                    <a:pt x="58788" y="30075"/>
                  </a:cubicBezTo>
                  <a:lnTo>
                    <a:pt x="48563" y="30713"/>
                  </a:lnTo>
                  <a:lnTo>
                    <a:pt x="45368" y="18583"/>
                  </a:lnTo>
                  <a:cubicBezTo>
                    <a:pt x="44730" y="16030"/>
                    <a:pt x="42173" y="14115"/>
                    <a:pt x="38978" y="14115"/>
                  </a:cubicBezTo>
                  <a:lnTo>
                    <a:pt x="6390" y="14115"/>
                  </a:lnTo>
                  <a:cubicBezTo>
                    <a:pt x="2556" y="14115"/>
                    <a:pt x="0" y="16668"/>
                    <a:pt x="0" y="20499"/>
                  </a:cubicBezTo>
                  <a:cubicBezTo>
                    <a:pt x="0" y="24329"/>
                    <a:pt x="2556" y="26883"/>
                    <a:pt x="6390" y="26883"/>
                  </a:cubicBezTo>
                  <a:lnTo>
                    <a:pt x="34506" y="26883"/>
                  </a:lnTo>
                  <a:lnTo>
                    <a:pt x="55593" y="99660"/>
                  </a:lnTo>
                  <a:cubicBezTo>
                    <a:pt x="55593" y="100299"/>
                    <a:pt x="56231" y="100937"/>
                    <a:pt x="56231" y="100937"/>
                  </a:cubicBezTo>
                  <a:lnTo>
                    <a:pt x="56231" y="100937"/>
                  </a:lnTo>
                  <a:cubicBezTo>
                    <a:pt x="56231" y="113705"/>
                    <a:pt x="56231" y="143710"/>
                    <a:pt x="63261" y="151370"/>
                  </a:cubicBezTo>
                  <a:cubicBezTo>
                    <a:pt x="65177" y="153924"/>
                    <a:pt x="68372" y="155201"/>
                    <a:pt x="70928" y="155201"/>
                  </a:cubicBezTo>
                  <a:lnTo>
                    <a:pt x="72845" y="155201"/>
                  </a:lnTo>
                  <a:cubicBezTo>
                    <a:pt x="84347" y="153286"/>
                    <a:pt x="96488" y="127111"/>
                    <a:pt x="102239" y="111790"/>
                  </a:cubicBezTo>
                  <a:lnTo>
                    <a:pt x="164860" y="123281"/>
                  </a:lnTo>
                  <a:lnTo>
                    <a:pt x="184030" y="127111"/>
                  </a:lnTo>
                  <a:cubicBezTo>
                    <a:pt x="185308" y="139879"/>
                    <a:pt x="196810" y="148817"/>
                    <a:pt x="209590" y="146902"/>
                  </a:cubicBezTo>
                  <a:cubicBezTo>
                    <a:pt x="222370" y="145625"/>
                    <a:pt x="231316" y="134134"/>
                    <a:pt x="229399" y="121366"/>
                  </a:cubicBezTo>
                  <a:cubicBezTo>
                    <a:pt x="227482" y="111151"/>
                    <a:pt x="217897" y="102214"/>
                    <a:pt x="206395" y="102852"/>
                  </a:cubicBezTo>
                  <a:lnTo>
                    <a:pt x="206395" y="102852"/>
                  </a:lnTo>
                  <a:close/>
                  <a:moveTo>
                    <a:pt x="104795" y="13476"/>
                  </a:moveTo>
                  <a:cubicBezTo>
                    <a:pt x="118853" y="12199"/>
                    <a:pt x="132911" y="15391"/>
                    <a:pt x="144412" y="23691"/>
                  </a:cubicBezTo>
                  <a:lnTo>
                    <a:pt x="76040" y="28798"/>
                  </a:lnTo>
                  <a:cubicBezTo>
                    <a:pt x="84347" y="20499"/>
                    <a:pt x="94571" y="15391"/>
                    <a:pt x="104795" y="13476"/>
                  </a:cubicBezTo>
                  <a:close/>
                  <a:moveTo>
                    <a:pt x="52398" y="43481"/>
                  </a:moveTo>
                  <a:lnTo>
                    <a:pt x="169972" y="35182"/>
                  </a:lnTo>
                  <a:lnTo>
                    <a:pt x="151442" y="109236"/>
                  </a:lnTo>
                  <a:lnTo>
                    <a:pt x="67094" y="93276"/>
                  </a:lnTo>
                  <a:lnTo>
                    <a:pt x="52398" y="43481"/>
                  </a:lnTo>
                  <a:close/>
                  <a:moveTo>
                    <a:pt x="72206" y="141794"/>
                  </a:moveTo>
                  <a:cubicBezTo>
                    <a:pt x="69650" y="130303"/>
                    <a:pt x="69011" y="118174"/>
                    <a:pt x="69011" y="106044"/>
                  </a:cubicBezTo>
                  <a:lnTo>
                    <a:pt x="89459" y="109875"/>
                  </a:lnTo>
                  <a:cubicBezTo>
                    <a:pt x="85625" y="121366"/>
                    <a:pt x="79874" y="132219"/>
                    <a:pt x="72206" y="141794"/>
                  </a:cubicBezTo>
                  <a:lnTo>
                    <a:pt x="72206" y="141794"/>
                  </a:lnTo>
                  <a:close/>
                  <a:moveTo>
                    <a:pt x="206395" y="135410"/>
                  </a:moveTo>
                  <a:cubicBezTo>
                    <a:pt x="200644" y="135410"/>
                    <a:pt x="196171" y="130942"/>
                    <a:pt x="196171" y="125196"/>
                  </a:cubicBezTo>
                  <a:cubicBezTo>
                    <a:pt x="196171" y="119451"/>
                    <a:pt x="200644" y="114982"/>
                    <a:pt x="206395" y="114982"/>
                  </a:cubicBezTo>
                  <a:cubicBezTo>
                    <a:pt x="212146" y="114982"/>
                    <a:pt x="216619" y="119451"/>
                    <a:pt x="216619" y="125196"/>
                  </a:cubicBezTo>
                  <a:cubicBezTo>
                    <a:pt x="216619" y="130942"/>
                    <a:pt x="212146" y="135410"/>
                    <a:pt x="206395" y="135410"/>
                  </a:cubicBezTo>
                  <a:cubicBezTo>
                    <a:pt x="206395" y="135410"/>
                    <a:pt x="206395" y="135410"/>
                    <a:pt x="206395" y="135410"/>
                  </a:cubicBezTo>
                  <a:lnTo>
                    <a:pt x="206395" y="135410"/>
                  </a:lnTo>
                  <a:close/>
                </a:path>
              </a:pathLst>
            </a:custGeom>
            <a:solidFill>
              <a:srgbClr val="007680"/>
            </a:solidFill>
            <a:ln w="6390" cap="flat">
              <a:noFill/>
              <a:prstDash val="solid"/>
              <a:miter/>
            </a:ln>
          </p:spPr>
          <p:txBody>
            <a:bodyPr rtlCol="0" anchor="ctr"/>
            <a:lstStyle/>
            <a:p>
              <a:endParaRPr lang="en-US"/>
            </a:p>
          </p:txBody>
        </p:sp>
      </p:grpSp>
      <p:grpSp>
        <p:nvGrpSpPr>
          <p:cNvPr id="693" name="Graphic 4">
            <a:extLst>
              <a:ext uri="{FF2B5EF4-FFF2-40B4-BE49-F238E27FC236}">
                <a16:creationId xmlns:a16="http://schemas.microsoft.com/office/drawing/2014/main" id="{2A6EF5DA-6D55-4D4F-ABF2-2E21A8006F95}"/>
              </a:ext>
            </a:extLst>
          </p:cNvPr>
          <p:cNvGrpSpPr>
            <a:grpSpLocks noChangeAspect="1"/>
          </p:cNvGrpSpPr>
          <p:nvPr/>
        </p:nvGrpSpPr>
        <p:grpSpPr>
          <a:xfrm>
            <a:off x="3607758" y="2371173"/>
            <a:ext cx="362313" cy="361971"/>
            <a:chOff x="3607758" y="2371173"/>
            <a:chExt cx="362313" cy="361971"/>
          </a:xfrm>
          <a:solidFill>
            <a:srgbClr val="007680"/>
          </a:solidFill>
        </p:grpSpPr>
        <p:sp>
          <p:nvSpPr>
            <p:cNvPr id="694" name="Graphic 4">
              <a:extLst>
                <a:ext uri="{FF2B5EF4-FFF2-40B4-BE49-F238E27FC236}">
                  <a16:creationId xmlns:a16="http://schemas.microsoft.com/office/drawing/2014/main" id="{AEC9FB61-C8A9-D34E-B060-2A7DDA4B2D08}"/>
                </a:ext>
              </a:extLst>
            </p:cNvPr>
            <p:cNvSpPr/>
            <p:nvPr/>
          </p:nvSpPr>
          <p:spPr>
            <a:xfrm>
              <a:off x="3607758" y="2371173"/>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6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949"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6" y="12768"/>
                  </a:cubicBezTo>
                  <a:cubicBezTo>
                    <a:pt x="274128" y="12768"/>
                    <a:pt x="349530" y="88099"/>
                    <a:pt x="349530" y="180667"/>
                  </a:cubicBezTo>
                  <a:cubicBezTo>
                    <a:pt x="349530" y="180667"/>
                    <a:pt x="349530" y="180667"/>
                    <a:pt x="349530" y="180667"/>
                  </a:cubicBezTo>
                  <a:cubicBezTo>
                    <a:pt x="349530" y="273873"/>
                    <a:pt x="274128"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695" name="Graphic 4">
              <a:extLst>
                <a:ext uri="{FF2B5EF4-FFF2-40B4-BE49-F238E27FC236}">
                  <a16:creationId xmlns:a16="http://schemas.microsoft.com/office/drawing/2014/main" id="{3FA7DB4A-2CB8-EA47-9842-3B59417420E6}"/>
                </a:ext>
              </a:extLst>
            </p:cNvPr>
            <p:cNvSpPr/>
            <p:nvPr/>
          </p:nvSpPr>
          <p:spPr>
            <a:xfrm>
              <a:off x="3815431" y="2533326"/>
              <a:ext cx="92918" cy="89375"/>
            </a:xfrm>
            <a:custGeom>
              <a:avLst/>
              <a:gdLst>
                <a:gd name="connsiteX0" fmla="*/ 92015 w 92918"/>
                <a:gd name="connsiteY0" fmla="*/ 48518 h 89375"/>
                <a:gd name="connsiteX1" fmla="*/ 70929 w 92918"/>
                <a:gd name="connsiteY1" fmla="*/ 11491 h 89375"/>
                <a:gd name="connsiteX2" fmla="*/ 51119 w 92918"/>
                <a:gd name="connsiteY2" fmla="*/ 0 h 89375"/>
                <a:gd name="connsiteX3" fmla="*/ 6390 w 92918"/>
                <a:gd name="connsiteY3" fmla="*/ 0 h 89375"/>
                <a:gd name="connsiteX4" fmla="*/ 0 w 92918"/>
                <a:gd name="connsiteY4" fmla="*/ 6384 h 89375"/>
                <a:gd name="connsiteX5" fmla="*/ 0 w 92918"/>
                <a:gd name="connsiteY5" fmla="*/ 82992 h 89375"/>
                <a:gd name="connsiteX6" fmla="*/ 6390 w 92918"/>
                <a:gd name="connsiteY6" fmla="*/ 89376 h 89375"/>
                <a:gd name="connsiteX7" fmla="*/ 17253 w 92918"/>
                <a:gd name="connsiteY7" fmla="*/ 89376 h 89375"/>
                <a:gd name="connsiteX8" fmla="*/ 23643 w 92918"/>
                <a:gd name="connsiteY8" fmla="*/ 82992 h 89375"/>
                <a:gd name="connsiteX9" fmla="*/ 17253 w 92918"/>
                <a:gd name="connsiteY9" fmla="*/ 76608 h 89375"/>
                <a:gd name="connsiteX10" fmla="*/ 12780 w 92918"/>
                <a:gd name="connsiteY10" fmla="*/ 76608 h 89375"/>
                <a:gd name="connsiteX11" fmla="*/ 12780 w 92918"/>
                <a:gd name="connsiteY11" fmla="*/ 12768 h 89375"/>
                <a:gd name="connsiteX12" fmla="*/ 51119 w 92918"/>
                <a:gd name="connsiteY12" fmla="*/ 12768 h 89375"/>
                <a:gd name="connsiteX13" fmla="*/ 59427 w 92918"/>
                <a:gd name="connsiteY13" fmla="*/ 17875 h 89375"/>
                <a:gd name="connsiteX14" fmla="*/ 79874 w 92918"/>
                <a:gd name="connsiteY14" fmla="*/ 53625 h 89375"/>
                <a:gd name="connsiteX15" fmla="*/ 79874 w 92918"/>
                <a:gd name="connsiteY15" fmla="*/ 76608 h 89375"/>
                <a:gd name="connsiteX16" fmla="*/ 78597 w 92918"/>
                <a:gd name="connsiteY16" fmla="*/ 76608 h 89375"/>
                <a:gd name="connsiteX17" fmla="*/ 72207 w 92918"/>
                <a:gd name="connsiteY17" fmla="*/ 82992 h 89375"/>
                <a:gd name="connsiteX18" fmla="*/ 78597 w 92918"/>
                <a:gd name="connsiteY18" fmla="*/ 89376 h 89375"/>
                <a:gd name="connsiteX19" fmla="*/ 86264 w 92918"/>
                <a:gd name="connsiteY19" fmla="*/ 89376 h 89375"/>
                <a:gd name="connsiteX20" fmla="*/ 92654 w 92918"/>
                <a:gd name="connsiteY20" fmla="*/ 82992 h 89375"/>
                <a:gd name="connsiteX21" fmla="*/ 92654 w 92918"/>
                <a:gd name="connsiteY21" fmla="*/ 51710 h 89375"/>
                <a:gd name="connsiteX22" fmla="*/ 92015 w 92918"/>
                <a:gd name="connsiteY22" fmla="*/ 48518 h 89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2918" h="89375">
                  <a:moveTo>
                    <a:pt x="92015" y="48518"/>
                  </a:moveTo>
                  <a:lnTo>
                    <a:pt x="70929" y="11491"/>
                  </a:lnTo>
                  <a:cubicBezTo>
                    <a:pt x="67094" y="4469"/>
                    <a:pt x="59427" y="0"/>
                    <a:pt x="51119" y="0"/>
                  </a:cubicBezTo>
                  <a:lnTo>
                    <a:pt x="6390" y="0"/>
                  </a:lnTo>
                  <a:cubicBezTo>
                    <a:pt x="2556" y="0"/>
                    <a:pt x="0" y="2554"/>
                    <a:pt x="0" y="6384"/>
                  </a:cubicBezTo>
                  <a:lnTo>
                    <a:pt x="0" y="82992"/>
                  </a:lnTo>
                  <a:cubicBezTo>
                    <a:pt x="0" y="86822"/>
                    <a:pt x="2556" y="89376"/>
                    <a:pt x="6390" y="89376"/>
                  </a:cubicBezTo>
                  <a:lnTo>
                    <a:pt x="17253" y="89376"/>
                  </a:lnTo>
                  <a:cubicBezTo>
                    <a:pt x="21087" y="89376"/>
                    <a:pt x="23643" y="86822"/>
                    <a:pt x="23643" y="82992"/>
                  </a:cubicBezTo>
                  <a:cubicBezTo>
                    <a:pt x="23643" y="79161"/>
                    <a:pt x="21087" y="76608"/>
                    <a:pt x="17253" y="76608"/>
                  </a:cubicBezTo>
                  <a:lnTo>
                    <a:pt x="12780" y="76608"/>
                  </a:lnTo>
                  <a:lnTo>
                    <a:pt x="12780" y="12768"/>
                  </a:lnTo>
                  <a:lnTo>
                    <a:pt x="51119" y="12768"/>
                  </a:lnTo>
                  <a:cubicBezTo>
                    <a:pt x="54954" y="12768"/>
                    <a:pt x="58149" y="14683"/>
                    <a:pt x="59427" y="17875"/>
                  </a:cubicBezTo>
                  <a:lnTo>
                    <a:pt x="79874" y="53625"/>
                  </a:lnTo>
                  <a:lnTo>
                    <a:pt x="79874" y="76608"/>
                  </a:lnTo>
                  <a:lnTo>
                    <a:pt x="78597" y="76608"/>
                  </a:lnTo>
                  <a:cubicBezTo>
                    <a:pt x="74762" y="76608"/>
                    <a:pt x="72207" y="79161"/>
                    <a:pt x="72207" y="82992"/>
                  </a:cubicBezTo>
                  <a:cubicBezTo>
                    <a:pt x="72207" y="86822"/>
                    <a:pt x="74762" y="89376"/>
                    <a:pt x="78597" y="89376"/>
                  </a:cubicBezTo>
                  <a:lnTo>
                    <a:pt x="86264" y="89376"/>
                  </a:lnTo>
                  <a:cubicBezTo>
                    <a:pt x="90098" y="89376"/>
                    <a:pt x="92654" y="86822"/>
                    <a:pt x="92654" y="82992"/>
                  </a:cubicBezTo>
                  <a:lnTo>
                    <a:pt x="92654" y="51710"/>
                  </a:lnTo>
                  <a:cubicBezTo>
                    <a:pt x="93293" y="50433"/>
                    <a:pt x="92654" y="49157"/>
                    <a:pt x="92015" y="48518"/>
                  </a:cubicBezTo>
                  <a:close/>
                </a:path>
              </a:pathLst>
            </a:custGeom>
            <a:solidFill>
              <a:srgbClr val="007680"/>
            </a:solidFill>
            <a:ln w="6390" cap="flat">
              <a:noFill/>
              <a:prstDash val="solid"/>
              <a:miter/>
            </a:ln>
          </p:spPr>
          <p:txBody>
            <a:bodyPr rtlCol="0" anchor="ctr"/>
            <a:lstStyle/>
            <a:p>
              <a:endParaRPr lang="en-US"/>
            </a:p>
          </p:txBody>
        </p:sp>
        <p:sp>
          <p:nvSpPr>
            <p:cNvPr id="696" name="Graphic 4">
              <a:extLst>
                <a:ext uri="{FF2B5EF4-FFF2-40B4-BE49-F238E27FC236}">
                  <a16:creationId xmlns:a16="http://schemas.microsoft.com/office/drawing/2014/main" id="{A5104B30-CA1C-1F47-BC2B-801BCC1128F0}"/>
                </a:ext>
              </a:extLst>
            </p:cNvPr>
            <p:cNvSpPr/>
            <p:nvPr/>
          </p:nvSpPr>
          <p:spPr>
            <a:xfrm>
              <a:off x="3830128" y="2549925"/>
              <a:ext cx="47605" cy="31919"/>
            </a:xfrm>
            <a:custGeom>
              <a:avLst/>
              <a:gdLst>
                <a:gd name="connsiteX0" fmla="*/ 46007 w 47605"/>
                <a:gd name="connsiteY0" fmla="*/ 26813 h 31919"/>
                <a:gd name="connsiteX1" fmla="*/ 46646 w 47605"/>
                <a:gd name="connsiteY1" fmla="*/ 26174 h 31919"/>
                <a:gd name="connsiteX2" fmla="*/ 46646 w 47605"/>
                <a:gd name="connsiteY2" fmla="*/ 18514 h 31919"/>
                <a:gd name="connsiteX3" fmla="*/ 38978 w 47605"/>
                <a:gd name="connsiteY3" fmla="*/ 4469 h 31919"/>
                <a:gd name="connsiteX4" fmla="*/ 31310 w 47605"/>
                <a:gd name="connsiteY4" fmla="*/ 0 h 31919"/>
                <a:gd name="connsiteX5" fmla="*/ 8946 w 47605"/>
                <a:gd name="connsiteY5" fmla="*/ 0 h 31919"/>
                <a:gd name="connsiteX6" fmla="*/ 0 w 47605"/>
                <a:gd name="connsiteY6" fmla="*/ 8938 h 31919"/>
                <a:gd name="connsiteX7" fmla="*/ 0 w 47605"/>
                <a:gd name="connsiteY7" fmla="*/ 22982 h 31919"/>
                <a:gd name="connsiteX8" fmla="*/ 8946 w 47605"/>
                <a:gd name="connsiteY8" fmla="*/ 31920 h 31919"/>
                <a:gd name="connsiteX9" fmla="*/ 38978 w 47605"/>
                <a:gd name="connsiteY9" fmla="*/ 31920 h 31919"/>
                <a:gd name="connsiteX10" fmla="*/ 46007 w 47605"/>
                <a:gd name="connsiteY10" fmla="*/ 26813 h 31919"/>
                <a:gd name="connsiteX11" fmla="*/ 12780 w 47605"/>
                <a:gd name="connsiteY11" fmla="*/ 17875 h 31919"/>
                <a:gd name="connsiteX12" fmla="*/ 12780 w 47605"/>
                <a:gd name="connsiteY12" fmla="*/ 11491 h 31919"/>
                <a:gd name="connsiteX13" fmla="*/ 28755 w 47605"/>
                <a:gd name="connsiteY13" fmla="*/ 11491 h 31919"/>
                <a:gd name="connsiteX14" fmla="*/ 31950 w 47605"/>
                <a:gd name="connsiteY14" fmla="*/ 17875 h 31919"/>
                <a:gd name="connsiteX15" fmla="*/ 12780 w 47605"/>
                <a:gd name="connsiteY15" fmla="*/ 17875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605" h="31919">
                  <a:moveTo>
                    <a:pt x="46007" y="26813"/>
                  </a:moveTo>
                  <a:cubicBezTo>
                    <a:pt x="46007" y="26813"/>
                    <a:pt x="46007" y="26174"/>
                    <a:pt x="46646" y="26174"/>
                  </a:cubicBezTo>
                  <a:cubicBezTo>
                    <a:pt x="47925" y="23621"/>
                    <a:pt x="47925" y="20429"/>
                    <a:pt x="46646" y="18514"/>
                  </a:cubicBezTo>
                  <a:lnTo>
                    <a:pt x="38978" y="4469"/>
                  </a:lnTo>
                  <a:cubicBezTo>
                    <a:pt x="37700" y="1915"/>
                    <a:pt x="34505" y="0"/>
                    <a:pt x="31310" y="0"/>
                  </a:cubicBezTo>
                  <a:lnTo>
                    <a:pt x="8946" y="0"/>
                  </a:lnTo>
                  <a:cubicBezTo>
                    <a:pt x="3834" y="0"/>
                    <a:pt x="0" y="3830"/>
                    <a:pt x="0" y="8938"/>
                  </a:cubicBezTo>
                  <a:lnTo>
                    <a:pt x="0" y="22982"/>
                  </a:lnTo>
                  <a:cubicBezTo>
                    <a:pt x="0" y="28090"/>
                    <a:pt x="3834" y="31920"/>
                    <a:pt x="8946" y="31920"/>
                  </a:cubicBezTo>
                  <a:lnTo>
                    <a:pt x="38978" y="31920"/>
                  </a:lnTo>
                  <a:cubicBezTo>
                    <a:pt x="42173" y="30643"/>
                    <a:pt x="44730" y="29366"/>
                    <a:pt x="46007" y="26813"/>
                  </a:cubicBezTo>
                  <a:close/>
                  <a:moveTo>
                    <a:pt x="12780" y="17875"/>
                  </a:moveTo>
                  <a:lnTo>
                    <a:pt x="12780" y="11491"/>
                  </a:lnTo>
                  <a:lnTo>
                    <a:pt x="28755" y="11491"/>
                  </a:lnTo>
                  <a:lnTo>
                    <a:pt x="31950" y="17875"/>
                  </a:lnTo>
                  <a:lnTo>
                    <a:pt x="12780" y="17875"/>
                  </a:lnTo>
                  <a:close/>
                </a:path>
              </a:pathLst>
            </a:custGeom>
            <a:solidFill>
              <a:srgbClr val="007680"/>
            </a:solidFill>
            <a:ln w="6390" cap="flat">
              <a:noFill/>
              <a:prstDash val="solid"/>
              <a:miter/>
            </a:ln>
          </p:spPr>
          <p:txBody>
            <a:bodyPr rtlCol="0" anchor="ctr"/>
            <a:lstStyle/>
            <a:p>
              <a:endParaRPr lang="en-US"/>
            </a:p>
          </p:txBody>
        </p:sp>
        <p:sp>
          <p:nvSpPr>
            <p:cNvPr id="697" name="Graphic 4">
              <a:extLst>
                <a:ext uri="{FF2B5EF4-FFF2-40B4-BE49-F238E27FC236}">
                  <a16:creationId xmlns:a16="http://schemas.microsoft.com/office/drawing/2014/main" id="{3EEF9A78-D908-E044-855B-5C5489337CFC}"/>
                </a:ext>
              </a:extLst>
            </p:cNvPr>
            <p:cNvSpPr/>
            <p:nvPr/>
          </p:nvSpPr>
          <p:spPr>
            <a:xfrm>
              <a:off x="3668862" y="2509067"/>
              <a:ext cx="188103" cy="114911"/>
            </a:xfrm>
            <a:custGeom>
              <a:avLst/>
              <a:gdLst>
                <a:gd name="connsiteX0" fmla="*/ 137623 w 188103"/>
                <a:gd name="connsiteY0" fmla="*/ 69585 h 114911"/>
                <a:gd name="connsiteX1" fmla="*/ 135067 w 188103"/>
                <a:gd name="connsiteY1" fmla="*/ 69585 h 114911"/>
                <a:gd name="connsiteX2" fmla="*/ 142735 w 188103"/>
                <a:gd name="connsiteY2" fmla="*/ 23621 h 114911"/>
                <a:gd name="connsiteX3" fmla="*/ 144013 w 188103"/>
                <a:gd name="connsiteY3" fmla="*/ 18514 h 114911"/>
                <a:gd name="connsiteX4" fmla="*/ 150403 w 188103"/>
                <a:gd name="connsiteY4" fmla="*/ 12768 h 114911"/>
                <a:gd name="connsiteX5" fmla="*/ 181714 w 188103"/>
                <a:gd name="connsiteY5" fmla="*/ 12768 h 114911"/>
                <a:gd name="connsiteX6" fmla="*/ 188104 w 188103"/>
                <a:gd name="connsiteY6" fmla="*/ 6384 h 114911"/>
                <a:gd name="connsiteX7" fmla="*/ 181714 w 188103"/>
                <a:gd name="connsiteY7" fmla="*/ 0 h 114911"/>
                <a:gd name="connsiteX8" fmla="*/ 147847 w 188103"/>
                <a:gd name="connsiteY8" fmla="*/ 0 h 114911"/>
                <a:gd name="connsiteX9" fmla="*/ 143374 w 188103"/>
                <a:gd name="connsiteY9" fmla="*/ 1277 h 114911"/>
                <a:gd name="connsiteX10" fmla="*/ 134428 w 188103"/>
                <a:gd name="connsiteY10" fmla="*/ 8938 h 114911"/>
                <a:gd name="connsiteX11" fmla="*/ 9825 w 188103"/>
                <a:gd name="connsiteY11" fmla="*/ 8938 h 114911"/>
                <a:gd name="connsiteX12" fmla="*/ 2157 w 188103"/>
                <a:gd name="connsiteY12" fmla="*/ 12768 h 114911"/>
                <a:gd name="connsiteX13" fmla="*/ 240 w 188103"/>
                <a:gd name="connsiteY13" fmla="*/ 21067 h 114911"/>
                <a:gd name="connsiteX14" fmla="*/ 14937 w 188103"/>
                <a:gd name="connsiteY14" fmla="*/ 73416 h 114911"/>
                <a:gd name="connsiteX15" fmla="*/ 14298 w 188103"/>
                <a:gd name="connsiteY15" fmla="*/ 75969 h 114911"/>
                <a:gd name="connsiteX16" fmla="*/ 14298 w 188103"/>
                <a:gd name="connsiteY16" fmla="*/ 108528 h 114911"/>
                <a:gd name="connsiteX17" fmla="*/ 20688 w 188103"/>
                <a:gd name="connsiteY17" fmla="*/ 114912 h 114911"/>
                <a:gd name="connsiteX18" fmla="*/ 32189 w 188103"/>
                <a:gd name="connsiteY18" fmla="*/ 114912 h 114911"/>
                <a:gd name="connsiteX19" fmla="*/ 38579 w 188103"/>
                <a:gd name="connsiteY19" fmla="*/ 108528 h 114911"/>
                <a:gd name="connsiteX20" fmla="*/ 32189 w 188103"/>
                <a:gd name="connsiteY20" fmla="*/ 102144 h 114911"/>
                <a:gd name="connsiteX21" fmla="*/ 27078 w 188103"/>
                <a:gd name="connsiteY21" fmla="*/ 102144 h 114911"/>
                <a:gd name="connsiteX22" fmla="*/ 27078 w 188103"/>
                <a:gd name="connsiteY22" fmla="*/ 82353 h 114911"/>
                <a:gd name="connsiteX23" fmla="*/ 129955 w 188103"/>
                <a:gd name="connsiteY23" fmla="*/ 82353 h 114911"/>
                <a:gd name="connsiteX24" fmla="*/ 129955 w 188103"/>
                <a:gd name="connsiteY24" fmla="*/ 102144 h 114911"/>
                <a:gd name="connsiteX25" fmla="*/ 94811 w 188103"/>
                <a:gd name="connsiteY25" fmla="*/ 102144 h 114911"/>
                <a:gd name="connsiteX26" fmla="*/ 88421 w 188103"/>
                <a:gd name="connsiteY26" fmla="*/ 108528 h 114911"/>
                <a:gd name="connsiteX27" fmla="*/ 94811 w 188103"/>
                <a:gd name="connsiteY27" fmla="*/ 114912 h 114911"/>
                <a:gd name="connsiteX28" fmla="*/ 136345 w 188103"/>
                <a:gd name="connsiteY28" fmla="*/ 114912 h 114911"/>
                <a:gd name="connsiteX29" fmla="*/ 142735 w 188103"/>
                <a:gd name="connsiteY29" fmla="*/ 108528 h 114911"/>
                <a:gd name="connsiteX30" fmla="*/ 142735 w 188103"/>
                <a:gd name="connsiteY30" fmla="*/ 75969 h 114911"/>
                <a:gd name="connsiteX31" fmla="*/ 137623 w 188103"/>
                <a:gd name="connsiteY31" fmla="*/ 69585 h 114911"/>
                <a:gd name="connsiteX32" fmla="*/ 27716 w 188103"/>
                <a:gd name="connsiteY32" fmla="*/ 69585 h 114911"/>
                <a:gd name="connsiteX33" fmla="*/ 14298 w 188103"/>
                <a:gd name="connsiteY33" fmla="*/ 22344 h 114911"/>
                <a:gd name="connsiteX34" fmla="*/ 129955 w 188103"/>
                <a:gd name="connsiteY34" fmla="*/ 22344 h 114911"/>
                <a:gd name="connsiteX35" fmla="*/ 121649 w 188103"/>
                <a:gd name="connsiteY35" fmla="*/ 69585 h 114911"/>
                <a:gd name="connsiteX36" fmla="*/ 27716 w 188103"/>
                <a:gd name="connsiteY36" fmla="*/ 69585 h 11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88103" h="114911">
                  <a:moveTo>
                    <a:pt x="137623" y="69585"/>
                  </a:moveTo>
                  <a:lnTo>
                    <a:pt x="135067" y="69585"/>
                  </a:lnTo>
                  <a:lnTo>
                    <a:pt x="142735" y="23621"/>
                  </a:lnTo>
                  <a:lnTo>
                    <a:pt x="144013" y="18514"/>
                  </a:lnTo>
                  <a:lnTo>
                    <a:pt x="150403" y="12768"/>
                  </a:lnTo>
                  <a:lnTo>
                    <a:pt x="181714" y="12768"/>
                  </a:lnTo>
                  <a:cubicBezTo>
                    <a:pt x="185548" y="12768"/>
                    <a:pt x="188104" y="10214"/>
                    <a:pt x="188104" y="6384"/>
                  </a:cubicBezTo>
                  <a:cubicBezTo>
                    <a:pt x="188104" y="2554"/>
                    <a:pt x="185548" y="0"/>
                    <a:pt x="181714" y="0"/>
                  </a:cubicBezTo>
                  <a:lnTo>
                    <a:pt x="147847" y="0"/>
                  </a:lnTo>
                  <a:cubicBezTo>
                    <a:pt x="146569" y="0"/>
                    <a:pt x="144652" y="638"/>
                    <a:pt x="143374" y="1277"/>
                  </a:cubicBezTo>
                  <a:lnTo>
                    <a:pt x="134428" y="8938"/>
                  </a:lnTo>
                  <a:lnTo>
                    <a:pt x="9825" y="8938"/>
                  </a:lnTo>
                  <a:cubicBezTo>
                    <a:pt x="6630" y="8938"/>
                    <a:pt x="4074" y="10214"/>
                    <a:pt x="2157" y="12768"/>
                  </a:cubicBezTo>
                  <a:cubicBezTo>
                    <a:pt x="240" y="15322"/>
                    <a:pt x="-400" y="18514"/>
                    <a:pt x="240" y="21067"/>
                  </a:cubicBezTo>
                  <a:lnTo>
                    <a:pt x="14937" y="73416"/>
                  </a:lnTo>
                  <a:cubicBezTo>
                    <a:pt x="14937" y="74054"/>
                    <a:pt x="14298" y="74693"/>
                    <a:pt x="14298" y="75969"/>
                  </a:cubicBezTo>
                  <a:lnTo>
                    <a:pt x="14298" y="108528"/>
                  </a:lnTo>
                  <a:cubicBezTo>
                    <a:pt x="14298" y="112358"/>
                    <a:pt x="16853" y="114912"/>
                    <a:pt x="20688" y="114912"/>
                  </a:cubicBezTo>
                  <a:lnTo>
                    <a:pt x="32189" y="114912"/>
                  </a:lnTo>
                  <a:cubicBezTo>
                    <a:pt x="36023" y="114912"/>
                    <a:pt x="38579" y="112358"/>
                    <a:pt x="38579" y="108528"/>
                  </a:cubicBezTo>
                  <a:cubicBezTo>
                    <a:pt x="38579" y="104697"/>
                    <a:pt x="36023" y="102144"/>
                    <a:pt x="32189" y="102144"/>
                  </a:cubicBezTo>
                  <a:lnTo>
                    <a:pt x="27078" y="102144"/>
                  </a:lnTo>
                  <a:lnTo>
                    <a:pt x="27078" y="82353"/>
                  </a:lnTo>
                  <a:lnTo>
                    <a:pt x="129955" y="82353"/>
                  </a:lnTo>
                  <a:lnTo>
                    <a:pt x="129955" y="102144"/>
                  </a:lnTo>
                  <a:lnTo>
                    <a:pt x="94811" y="102144"/>
                  </a:lnTo>
                  <a:cubicBezTo>
                    <a:pt x="90977" y="102144"/>
                    <a:pt x="88421" y="104697"/>
                    <a:pt x="88421" y="108528"/>
                  </a:cubicBezTo>
                  <a:cubicBezTo>
                    <a:pt x="88421" y="112358"/>
                    <a:pt x="90977" y="114912"/>
                    <a:pt x="94811" y="114912"/>
                  </a:cubicBezTo>
                  <a:lnTo>
                    <a:pt x="136345" y="114912"/>
                  </a:lnTo>
                  <a:cubicBezTo>
                    <a:pt x="140179" y="114912"/>
                    <a:pt x="142735" y="112358"/>
                    <a:pt x="142735" y="108528"/>
                  </a:cubicBezTo>
                  <a:lnTo>
                    <a:pt x="142735" y="75969"/>
                  </a:lnTo>
                  <a:cubicBezTo>
                    <a:pt x="144013" y="72139"/>
                    <a:pt x="140818" y="69585"/>
                    <a:pt x="137623" y="69585"/>
                  </a:cubicBezTo>
                  <a:close/>
                  <a:moveTo>
                    <a:pt x="27716" y="69585"/>
                  </a:moveTo>
                  <a:lnTo>
                    <a:pt x="14298" y="22344"/>
                  </a:lnTo>
                  <a:lnTo>
                    <a:pt x="129955" y="22344"/>
                  </a:lnTo>
                  <a:lnTo>
                    <a:pt x="121649" y="69585"/>
                  </a:lnTo>
                  <a:lnTo>
                    <a:pt x="27716" y="69585"/>
                  </a:lnTo>
                  <a:close/>
                </a:path>
              </a:pathLst>
            </a:custGeom>
            <a:solidFill>
              <a:srgbClr val="007680"/>
            </a:solidFill>
            <a:ln w="6390" cap="flat">
              <a:noFill/>
              <a:prstDash val="solid"/>
              <a:miter/>
            </a:ln>
          </p:spPr>
          <p:txBody>
            <a:bodyPr rtlCol="0" anchor="ctr"/>
            <a:lstStyle/>
            <a:p>
              <a:endParaRPr lang="en-US"/>
            </a:p>
          </p:txBody>
        </p:sp>
        <p:sp>
          <p:nvSpPr>
            <p:cNvPr id="698" name="Graphic 4">
              <a:extLst>
                <a:ext uri="{FF2B5EF4-FFF2-40B4-BE49-F238E27FC236}">
                  <a16:creationId xmlns:a16="http://schemas.microsoft.com/office/drawing/2014/main" id="{DE79C888-E692-104D-A3C3-318E85F46AB2}"/>
                </a:ext>
              </a:extLst>
            </p:cNvPr>
            <p:cNvSpPr/>
            <p:nvPr/>
          </p:nvSpPr>
          <p:spPr>
            <a:xfrm>
              <a:off x="3844297" y="2604266"/>
              <a:ext cx="39428" cy="39503"/>
            </a:xfrm>
            <a:custGeom>
              <a:avLst/>
              <a:gdLst>
                <a:gd name="connsiteX0" fmla="*/ 15224 w 39428"/>
                <a:gd name="connsiteY0" fmla="*/ 561 h 39503"/>
                <a:gd name="connsiteX1" fmla="*/ 527 w 39428"/>
                <a:gd name="connsiteY1" fmla="*/ 24182 h 39503"/>
                <a:gd name="connsiteX2" fmla="*/ 9473 w 39428"/>
                <a:gd name="connsiteY2" fmla="*/ 36311 h 39503"/>
                <a:gd name="connsiteX3" fmla="*/ 19697 w 39428"/>
                <a:gd name="connsiteY3" fmla="*/ 39503 h 39503"/>
                <a:gd name="connsiteX4" fmla="*/ 24170 w 39428"/>
                <a:gd name="connsiteY4" fmla="*/ 38865 h 39503"/>
                <a:gd name="connsiteX5" fmla="*/ 38867 w 39428"/>
                <a:gd name="connsiteY5" fmla="*/ 15244 h 39503"/>
                <a:gd name="connsiteX6" fmla="*/ 15224 w 39428"/>
                <a:gd name="connsiteY6" fmla="*/ 561 h 39503"/>
                <a:gd name="connsiteX7" fmla="*/ 15224 w 39428"/>
                <a:gd name="connsiteY7" fmla="*/ 561 h 39503"/>
                <a:gd name="connsiteX8" fmla="*/ 21614 w 39428"/>
                <a:gd name="connsiteY8" fmla="*/ 26097 h 39503"/>
                <a:gd name="connsiteX9" fmla="*/ 16502 w 39428"/>
                <a:gd name="connsiteY9" fmla="*/ 25458 h 39503"/>
                <a:gd name="connsiteX10" fmla="*/ 13307 w 39428"/>
                <a:gd name="connsiteY10" fmla="*/ 20990 h 39503"/>
                <a:gd name="connsiteX11" fmla="*/ 18419 w 39428"/>
                <a:gd name="connsiteY11" fmla="*/ 12690 h 39503"/>
                <a:gd name="connsiteX12" fmla="*/ 18419 w 39428"/>
                <a:gd name="connsiteY12" fmla="*/ 12690 h 39503"/>
                <a:gd name="connsiteX13" fmla="*/ 19697 w 39428"/>
                <a:gd name="connsiteY13" fmla="*/ 12690 h 39503"/>
                <a:gd name="connsiteX14" fmla="*/ 26087 w 39428"/>
                <a:gd name="connsiteY14" fmla="*/ 17798 h 39503"/>
                <a:gd name="connsiteX15" fmla="*/ 21614 w 39428"/>
                <a:gd name="connsiteY15" fmla="*/ 26097 h 39503"/>
                <a:gd name="connsiteX16" fmla="*/ 21614 w 39428"/>
                <a:gd name="connsiteY16" fmla="*/ 26097 h 3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428" h="39503">
                  <a:moveTo>
                    <a:pt x="15224" y="561"/>
                  </a:moveTo>
                  <a:cubicBezTo>
                    <a:pt x="5001" y="3115"/>
                    <a:pt x="-2029" y="13329"/>
                    <a:pt x="527" y="24182"/>
                  </a:cubicBezTo>
                  <a:cubicBezTo>
                    <a:pt x="1806" y="29289"/>
                    <a:pt x="5001" y="33758"/>
                    <a:pt x="9473" y="36311"/>
                  </a:cubicBezTo>
                  <a:cubicBezTo>
                    <a:pt x="12668" y="38226"/>
                    <a:pt x="15863" y="39503"/>
                    <a:pt x="19697" y="39503"/>
                  </a:cubicBezTo>
                  <a:cubicBezTo>
                    <a:pt x="20975" y="39503"/>
                    <a:pt x="22892" y="39503"/>
                    <a:pt x="24170" y="38865"/>
                  </a:cubicBezTo>
                  <a:cubicBezTo>
                    <a:pt x="35033" y="36311"/>
                    <a:pt x="41423" y="26097"/>
                    <a:pt x="38867" y="15244"/>
                  </a:cubicBezTo>
                  <a:cubicBezTo>
                    <a:pt x="36311" y="4391"/>
                    <a:pt x="26087" y="-1993"/>
                    <a:pt x="15224" y="561"/>
                  </a:cubicBezTo>
                  <a:lnTo>
                    <a:pt x="15224" y="561"/>
                  </a:lnTo>
                  <a:close/>
                  <a:moveTo>
                    <a:pt x="21614" y="26097"/>
                  </a:moveTo>
                  <a:cubicBezTo>
                    <a:pt x="19697" y="26735"/>
                    <a:pt x="17780" y="26097"/>
                    <a:pt x="16502" y="25458"/>
                  </a:cubicBezTo>
                  <a:cubicBezTo>
                    <a:pt x="15224" y="24820"/>
                    <a:pt x="13946" y="22905"/>
                    <a:pt x="13307" y="20990"/>
                  </a:cubicBezTo>
                  <a:cubicBezTo>
                    <a:pt x="12668" y="17159"/>
                    <a:pt x="14585" y="13967"/>
                    <a:pt x="18419" y="12690"/>
                  </a:cubicBezTo>
                  <a:cubicBezTo>
                    <a:pt x="18419" y="12690"/>
                    <a:pt x="18419" y="12690"/>
                    <a:pt x="18419" y="12690"/>
                  </a:cubicBezTo>
                  <a:lnTo>
                    <a:pt x="19697" y="12690"/>
                  </a:lnTo>
                  <a:cubicBezTo>
                    <a:pt x="22892" y="12690"/>
                    <a:pt x="25448" y="15244"/>
                    <a:pt x="26087" y="17798"/>
                  </a:cubicBezTo>
                  <a:cubicBezTo>
                    <a:pt x="26726" y="21628"/>
                    <a:pt x="24809" y="25458"/>
                    <a:pt x="21614" y="26097"/>
                  </a:cubicBezTo>
                  <a:lnTo>
                    <a:pt x="21614" y="26097"/>
                  </a:lnTo>
                  <a:close/>
                </a:path>
              </a:pathLst>
            </a:custGeom>
            <a:solidFill>
              <a:srgbClr val="007680"/>
            </a:solidFill>
            <a:ln w="6390" cap="flat">
              <a:noFill/>
              <a:prstDash val="solid"/>
              <a:miter/>
            </a:ln>
          </p:spPr>
          <p:txBody>
            <a:bodyPr rtlCol="0" anchor="ctr"/>
            <a:lstStyle/>
            <a:p>
              <a:endParaRPr lang="en-US"/>
            </a:p>
          </p:txBody>
        </p:sp>
        <p:sp>
          <p:nvSpPr>
            <p:cNvPr id="699" name="Graphic 4">
              <a:extLst>
                <a:ext uri="{FF2B5EF4-FFF2-40B4-BE49-F238E27FC236}">
                  <a16:creationId xmlns:a16="http://schemas.microsoft.com/office/drawing/2014/main" id="{260DEEAC-FD5D-AB4C-BA54-ADC2E6CE410B}"/>
                </a:ext>
              </a:extLst>
            </p:cNvPr>
            <p:cNvSpPr/>
            <p:nvPr/>
          </p:nvSpPr>
          <p:spPr>
            <a:xfrm>
              <a:off x="3713304" y="2604326"/>
              <a:ext cx="39394" cy="39443"/>
            </a:xfrm>
            <a:custGeom>
              <a:avLst/>
              <a:gdLst>
                <a:gd name="connsiteX0" fmla="*/ 29921 w 39394"/>
                <a:gd name="connsiteY0" fmla="*/ 3054 h 39443"/>
                <a:gd name="connsiteX1" fmla="*/ 15224 w 39394"/>
                <a:gd name="connsiteY1" fmla="*/ 501 h 39443"/>
                <a:gd name="connsiteX2" fmla="*/ 527 w 39394"/>
                <a:gd name="connsiteY2" fmla="*/ 24122 h 39443"/>
                <a:gd name="connsiteX3" fmla="*/ 527 w 39394"/>
                <a:gd name="connsiteY3" fmla="*/ 24122 h 39443"/>
                <a:gd name="connsiteX4" fmla="*/ 9473 w 39394"/>
                <a:gd name="connsiteY4" fmla="*/ 36251 h 39443"/>
                <a:gd name="connsiteX5" fmla="*/ 19697 w 39394"/>
                <a:gd name="connsiteY5" fmla="*/ 39443 h 39443"/>
                <a:gd name="connsiteX6" fmla="*/ 24170 w 39394"/>
                <a:gd name="connsiteY6" fmla="*/ 38805 h 39443"/>
                <a:gd name="connsiteX7" fmla="*/ 38867 w 39394"/>
                <a:gd name="connsiteY7" fmla="*/ 15184 h 39443"/>
                <a:gd name="connsiteX8" fmla="*/ 38867 w 39394"/>
                <a:gd name="connsiteY8" fmla="*/ 15184 h 39443"/>
                <a:gd name="connsiteX9" fmla="*/ 29921 w 39394"/>
                <a:gd name="connsiteY9" fmla="*/ 3054 h 39443"/>
                <a:gd name="connsiteX10" fmla="*/ 20975 w 39394"/>
                <a:gd name="connsiteY10" fmla="*/ 26037 h 39443"/>
                <a:gd name="connsiteX11" fmla="*/ 15863 w 39394"/>
                <a:gd name="connsiteY11" fmla="*/ 25398 h 39443"/>
                <a:gd name="connsiteX12" fmla="*/ 12668 w 39394"/>
                <a:gd name="connsiteY12" fmla="*/ 20930 h 39443"/>
                <a:gd name="connsiteX13" fmla="*/ 17780 w 39394"/>
                <a:gd name="connsiteY13" fmla="*/ 12630 h 39443"/>
                <a:gd name="connsiteX14" fmla="*/ 17780 w 39394"/>
                <a:gd name="connsiteY14" fmla="*/ 12630 h 39443"/>
                <a:gd name="connsiteX15" fmla="*/ 19058 w 39394"/>
                <a:gd name="connsiteY15" fmla="*/ 12630 h 39443"/>
                <a:gd name="connsiteX16" fmla="*/ 25448 w 39394"/>
                <a:gd name="connsiteY16" fmla="*/ 17738 h 39443"/>
                <a:gd name="connsiteX17" fmla="*/ 20975 w 39394"/>
                <a:gd name="connsiteY17" fmla="*/ 26037 h 39443"/>
                <a:gd name="connsiteX18" fmla="*/ 20975 w 39394"/>
                <a:gd name="connsiteY18" fmla="*/ 26037 h 39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394" h="39443">
                  <a:moveTo>
                    <a:pt x="29921" y="3054"/>
                  </a:moveTo>
                  <a:cubicBezTo>
                    <a:pt x="25448" y="501"/>
                    <a:pt x="20336" y="-776"/>
                    <a:pt x="15224" y="501"/>
                  </a:cubicBezTo>
                  <a:cubicBezTo>
                    <a:pt x="5001" y="3054"/>
                    <a:pt x="-2029" y="13269"/>
                    <a:pt x="527" y="24122"/>
                  </a:cubicBezTo>
                  <a:cubicBezTo>
                    <a:pt x="527" y="24122"/>
                    <a:pt x="527" y="24122"/>
                    <a:pt x="527" y="24122"/>
                  </a:cubicBezTo>
                  <a:cubicBezTo>
                    <a:pt x="1806" y="29229"/>
                    <a:pt x="5001" y="33698"/>
                    <a:pt x="9473" y="36251"/>
                  </a:cubicBezTo>
                  <a:cubicBezTo>
                    <a:pt x="12668" y="38166"/>
                    <a:pt x="15863" y="39443"/>
                    <a:pt x="19697" y="39443"/>
                  </a:cubicBezTo>
                  <a:cubicBezTo>
                    <a:pt x="20975" y="39443"/>
                    <a:pt x="22892" y="39443"/>
                    <a:pt x="24170" y="38805"/>
                  </a:cubicBezTo>
                  <a:cubicBezTo>
                    <a:pt x="34394" y="36251"/>
                    <a:pt x="41423" y="26037"/>
                    <a:pt x="38867" y="15184"/>
                  </a:cubicBezTo>
                  <a:cubicBezTo>
                    <a:pt x="38867" y="15184"/>
                    <a:pt x="38867" y="15184"/>
                    <a:pt x="38867" y="15184"/>
                  </a:cubicBezTo>
                  <a:cubicBezTo>
                    <a:pt x="37589" y="10077"/>
                    <a:pt x="34394" y="5608"/>
                    <a:pt x="29921" y="3054"/>
                  </a:cubicBezTo>
                  <a:close/>
                  <a:moveTo>
                    <a:pt x="20975" y="26037"/>
                  </a:moveTo>
                  <a:cubicBezTo>
                    <a:pt x="19058" y="26675"/>
                    <a:pt x="17141" y="26037"/>
                    <a:pt x="15863" y="25398"/>
                  </a:cubicBezTo>
                  <a:cubicBezTo>
                    <a:pt x="14585" y="24760"/>
                    <a:pt x="13307" y="22845"/>
                    <a:pt x="12668" y="20930"/>
                  </a:cubicBezTo>
                  <a:cubicBezTo>
                    <a:pt x="12029" y="17099"/>
                    <a:pt x="13946" y="13907"/>
                    <a:pt x="17780" y="12630"/>
                  </a:cubicBezTo>
                  <a:cubicBezTo>
                    <a:pt x="17780" y="12630"/>
                    <a:pt x="17780" y="12630"/>
                    <a:pt x="17780" y="12630"/>
                  </a:cubicBezTo>
                  <a:lnTo>
                    <a:pt x="19058" y="12630"/>
                  </a:lnTo>
                  <a:cubicBezTo>
                    <a:pt x="22253" y="12630"/>
                    <a:pt x="24809" y="15184"/>
                    <a:pt x="25448" y="17738"/>
                  </a:cubicBezTo>
                  <a:cubicBezTo>
                    <a:pt x="26726" y="21568"/>
                    <a:pt x="24809" y="24760"/>
                    <a:pt x="20975" y="26037"/>
                  </a:cubicBezTo>
                  <a:lnTo>
                    <a:pt x="20975" y="26037"/>
                  </a:lnTo>
                  <a:close/>
                </a:path>
              </a:pathLst>
            </a:custGeom>
            <a:solidFill>
              <a:srgbClr val="007680"/>
            </a:solidFill>
            <a:ln w="6390" cap="flat">
              <a:noFill/>
              <a:prstDash val="solid"/>
              <a:miter/>
            </a:ln>
          </p:spPr>
          <p:txBody>
            <a:bodyPr rtlCol="0" anchor="ctr"/>
            <a:lstStyle/>
            <a:p>
              <a:endParaRPr lang="en-US"/>
            </a:p>
          </p:txBody>
        </p:sp>
        <p:sp>
          <p:nvSpPr>
            <p:cNvPr id="700" name="Graphic 4">
              <a:extLst>
                <a:ext uri="{FF2B5EF4-FFF2-40B4-BE49-F238E27FC236}">
                  <a16:creationId xmlns:a16="http://schemas.microsoft.com/office/drawing/2014/main" id="{8F799598-094D-264C-A692-A20A31393F24}"/>
                </a:ext>
              </a:extLst>
            </p:cNvPr>
            <p:cNvSpPr/>
            <p:nvPr/>
          </p:nvSpPr>
          <p:spPr>
            <a:xfrm>
              <a:off x="3677408" y="2459751"/>
              <a:ext cx="125881" cy="55700"/>
            </a:xfrm>
            <a:custGeom>
              <a:avLst/>
              <a:gdLst>
                <a:gd name="connsiteX0" fmla="*/ 6390 w 125881"/>
                <a:gd name="connsiteY0" fmla="*/ 55700 h 55700"/>
                <a:gd name="connsiteX1" fmla="*/ 8946 w 125881"/>
                <a:gd name="connsiteY1" fmla="*/ 55062 h 55700"/>
                <a:gd name="connsiteX2" fmla="*/ 12780 w 125881"/>
                <a:gd name="connsiteY2" fmla="*/ 49316 h 55700"/>
                <a:gd name="connsiteX3" fmla="*/ 28755 w 125881"/>
                <a:gd name="connsiteY3" fmla="*/ 32080 h 55700"/>
                <a:gd name="connsiteX4" fmla="*/ 46008 w 125881"/>
                <a:gd name="connsiteY4" fmla="*/ 50593 h 55700"/>
                <a:gd name="connsiteX5" fmla="*/ 46008 w 125881"/>
                <a:gd name="connsiteY5" fmla="*/ 50593 h 55700"/>
                <a:gd name="connsiteX6" fmla="*/ 46646 w 125881"/>
                <a:gd name="connsiteY6" fmla="*/ 51232 h 55700"/>
                <a:gd name="connsiteX7" fmla="*/ 51119 w 125881"/>
                <a:gd name="connsiteY7" fmla="*/ 53147 h 55700"/>
                <a:gd name="connsiteX8" fmla="*/ 57509 w 125881"/>
                <a:gd name="connsiteY8" fmla="*/ 46763 h 55700"/>
                <a:gd name="connsiteX9" fmla="*/ 55593 w 125881"/>
                <a:gd name="connsiteY9" fmla="*/ 42294 h 55700"/>
                <a:gd name="connsiteX10" fmla="*/ 55593 w 125881"/>
                <a:gd name="connsiteY10" fmla="*/ 42294 h 55700"/>
                <a:gd name="connsiteX11" fmla="*/ 82430 w 125881"/>
                <a:gd name="connsiteY11" fmla="*/ 14204 h 55700"/>
                <a:gd name="connsiteX12" fmla="*/ 113102 w 125881"/>
                <a:gd name="connsiteY12" fmla="*/ 46763 h 55700"/>
                <a:gd name="connsiteX13" fmla="*/ 119492 w 125881"/>
                <a:gd name="connsiteY13" fmla="*/ 52508 h 55700"/>
                <a:gd name="connsiteX14" fmla="*/ 119492 w 125881"/>
                <a:gd name="connsiteY14" fmla="*/ 52508 h 55700"/>
                <a:gd name="connsiteX15" fmla="*/ 125882 w 125881"/>
                <a:gd name="connsiteY15" fmla="*/ 46124 h 55700"/>
                <a:gd name="connsiteX16" fmla="*/ 122687 w 125881"/>
                <a:gd name="connsiteY16" fmla="*/ 37825 h 55700"/>
                <a:gd name="connsiteX17" fmla="*/ 90737 w 125881"/>
                <a:gd name="connsiteY17" fmla="*/ 3352 h 55700"/>
                <a:gd name="connsiteX18" fmla="*/ 74762 w 125881"/>
                <a:gd name="connsiteY18" fmla="*/ 3352 h 55700"/>
                <a:gd name="connsiteX19" fmla="*/ 47286 w 125881"/>
                <a:gd name="connsiteY19" fmla="*/ 32080 h 55700"/>
                <a:gd name="connsiteX20" fmla="*/ 35145 w 125881"/>
                <a:gd name="connsiteY20" fmla="*/ 19312 h 55700"/>
                <a:gd name="connsiteX21" fmla="*/ 22365 w 125881"/>
                <a:gd name="connsiteY21" fmla="*/ 19950 h 55700"/>
                <a:gd name="connsiteX22" fmla="*/ 2556 w 125881"/>
                <a:gd name="connsiteY22" fmla="*/ 41656 h 55700"/>
                <a:gd name="connsiteX23" fmla="*/ 639 w 125881"/>
                <a:gd name="connsiteY23" fmla="*/ 51870 h 55700"/>
                <a:gd name="connsiteX24" fmla="*/ 6390 w 125881"/>
                <a:gd name="connsiteY24" fmla="*/ 55700 h 5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5881" h="55700">
                  <a:moveTo>
                    <a:pt x="6390" y="55700"/>
                  </a:moveTo>
                  <a:cubicBezTo>
                    <a:pt x="7029" y="55700"/>
                    <a:pt x="8307" y="55700"/>
                    <a:pt x="8946" y="55062"/>
                  </a:cubicBezTo>
                  <a:cubicBezTo>
                    <a:pt x="11502" y="53785"/>
                    <a:pt x="12780" y="51870"/>
                    <a:pt x="12780" y="49316"/>
                  </a:cubicBezTo>
                  <a:lnTo>
                    <a:pt x="28755" y="32080"/>
                  </a:lnTo>
                  <a:lnTo>
                    <a:pt x="46008" y="50593"/>
                  </a:lnTo>
                  <a:lnTo>
                    <a:pt x="46008" y="50593"/>
                  </a:lnTo>
                  <a:lnTo>
                    <a:pt x="46646" y="51232"/>
                  </a:lnTo>
                  <a:cubicBezTo>
                    <a:pt x="47925" y="52508"/>
                    <a:pt x="49203" y="53147"/>
                    <a:pt x="51119" y="53147"/>
                  </a:cubicBezTo>
                  <a:cubicBezTo>
                    <a:pt x="54953" y="53147"/>
                    <a:pt x="57509" y="49955"/>
                    <a:pt x="57509" y="46763"/>
                  </a:cubicBezTo>
                  <a:cubicBezTo>
                    <a:pt x="57509" y="44848"/>
                    <a:pt x="56871" y="43571"/>
                    <a:pt x="55593" y="42294"/>
                  </a:cubicBezTo>
                  <a:lnTo>
                    <a:pt x="55593" y="42294"/>
                  </a:lnTo>
                  <a:lnTo>
                    <a:pt x="82430" y="14204"/>
                  </a:lnTo>
                  <a:lnTo>
                    <a:pt x="113102" y="46763"/>
                  </a:lnTo>
                  <a:cubicBezTo>
                    <a:pt x="113102" y="49955"/>
                    <a:pt x="116297" y="52508"/>
                    <a:pt x="119492" y="52508"/>
                  </a:cubicBezTo>
                  <a:lnTo>
                    <a:pt x="119492" y="52508"/>
                  </a:lnTo>
                  <a:cubicBezTo>
                    <a:pt x="123326" y="52508"/>
                    <a:pt x="125882" y="49955"/>
                    <a:pt x="125882" y="46124"/>
                  </a:cubicBezTo>
                  <a:cubicBezTo>
                    <a:pt x="125882" y="42932"/>
                    <a:pt x="124604" y="40379"/>
                    <a:pt x="122687" y="37825"/>
                  </a:cubicBezTo>
                  <a:lnTo>
                    <a:pt x="90737" y="3352"/>
                  </a:lnTo>
                  <a:cubicBezTo>
                    <a:pt x="86264" y="-1117"/>
                    <a:pt x="79235" y="-1117"/>
                    <a:pt x="74762" y="3352"/>
                  </a:cubicBezTo>
                  <a:lnTo>
                    <a:pt x="47286" y="32080"/>
                  </a:lnTo>
                  <a:lnTo>
                    <a:pt x="35145" y="19312"/>
                  </a:lnTo>
                  <a:cubicBezTo>
                    <a:pt x="31311" y="16120"/>
                    <a:pt x="26199" y="16120"/>
                    <a:pt x="22365" y="19950"/>
                  </a:cubicBezTo>
                  <a:lnTo>
                    <a:pt x="2556" y="41656"/>
                  </a:lnTo>
                  <a:cubicBezTo>
                    <a:pt x="0" y="44209"/>
                    <a:pt x="-639" y="48040"/>
                    <a:pt x="639" y="51870"/>
                  </a:cubicBezTo>
                  <a:cubicBezTo>
                    <a:pt x="1278" y="54424"/>
                    <a:pt x="3834" y="55700"/>
                    <a:pt x="6390" y="55700"/>
                  </a:cubicBezTo>
                  <a:close/>
                </a:path>
              </a:pathLst>
            </a:custGeom>
            <a:solidFill>
              <a:srgbClr val="007680"/>
            </a:solidFill>
            <a:ln w="6390" cap="flat">
              <a:noFill/>
              <a:prstDash val="solid"/>
              <a:miter/>
            </a:ln>
          </p:spPr>
          <p:txBody>
            <a:bodyPr rtlCol="0" anchor="ctr"/>
            <a:lstStyle/>
            <a:p>
              <a:endParaRPr lang="en-US"/>
            </a:p>
          </p:txBody>
        </p:sp>
      </p:grpSp>
      <p:grpSp>
        <p:nvGrpSpPr>
          <p:cNvPr id="701" name="Graphic 4">
            <a:extLst>
              <a:ext uri="{FF2B5EF4-FFF2-40B4-BE49-F238E27FC236}">
                <a16:creationId xmlns:a16="http://schemas.microsoft.com/office/drawing/2014/main" id="{EBB9D16A-BDE3-A248-8D57-B9410560382A}"/>
              </a:ext>
            </a:extLst>
          </p:cNvPr>
          <p:cNvGrpSpPr>
            <a:grpSpLocks noChangeAspect="1"/>
          </p:cNvGrpSpPr>
          <p:nvPr/>
        </p:nvGrpSpPr>
        <p:grpSpPr>
          <a:xfrm>
            <a:off x="4045469" y="2371173"/>
            <a:ext cx="362309" cy="361971"/>
            <a:chOff x="4045469" y="2371173"/>
            <a:chExt cx="362309" cy="361971"/>
          </a:xfrm>
          <a:solidFill>
            <a:srgbClr val="007680"/>
          </a:solidFill>
        </p:grpSpPr>
        <p:sp>
          <p:nvSpPr>
            <p:cNvPr id="702" name="Graphic 4">
              <a:extLst>
                <a:ext uri="{FF2B5EF4-FFF2-40B4-BE49-F238E27FC236}">
                  <a16:creationId xmlns:a16="http://schemas.microsoft.com/office/drawing/2014/main" id="{81413892-33C6-5745-8BFC-A1CC2F3400A5}"/>
                </a:ext>
              </a:extLst>
            </p:cNvPr>
            <p:cNvSpPr/>
            <p:nvPr/>
          </p:nvSpPr>
          <p:spPr>
            <a:xfrm>
              <a:off x="4121509" y="2530773"/>
              <a:ext cx="115018" cy="47879"/>
            </a:xfrm>
            <a:custGeom>
              <a:avLst/>
              <a:gdLst>
                <a:gd name="connsiteX0" fmla="*/ 0 w 115018"/>
                <a:gd name="connsiteY0" fmla="*/ 0 h 47879"/>
                <a:gd name="connsiteX1" fmla="*/ 13419 w 115018"/>
                <a:gd name="connsiteY1" fmla="*/ 47880 h 47879"/>
                <a:gd name="connsiteX2" fmla="*/ 107351 w 115018"/>
                <a:gd name="connsiteY2" fmla="*/ 47880 h 47879"/>
                <a:gd name="connsiteX3" fmla="*/ 115019 w 115018"/>
                <a:gd name="connsiteY3" fmla="*/ 0 h 47879"/>
              </a:gdLst>
              <a:ahLst/>
              <a:cxnLst>
                <a:cxn ang="0">
                  <a:pos x="connsiteX0" y="connsiteY0"/>
                </a:cxn>
                <a:cxn ang="0">
                  <a:pos x="connsiteX1" y="connsiteY1"/>
                </a:cxn>
                <a:cxn ang="0">
                  <a:pos x="connsiteX2" y="connsiteY2"/>
                </a:cxn>
                <a:cxn ang="0">
                  <a:pos x="connsiteX3" y="connsiteY3"/>
                </a:cxn>
              </a:cxnLst>
              <a:rect l="l" t="t" r="r" b="b"/>
              <a:pathLst>
                <a:path w="115018" h="47879">
                  <a:moveTo>
                    <a:pt x="0" y="0"/>
                  </a:moveTo>
                  <a:lnTo>
                    <a:pt x="13419" y="47880"/>
                  </a:lnTo>
                  <a:lnTo>
                    <a:pt x="107351" y="47880"/>
                  </a:lnTo>
                  <a:lnTo>
                    <a:pt x="115019" y="0"/>
                  </a:lnTo>
                  <a:close/>
                </a:path>
              </a:pathLst>
            </a:custGeom>
            <a:solidFill>
              <a:srgbClr val="007680"/>
            </a:solidFill>
            <a:ln w="6390" cap="flat">
              <a:noFill/>
              <a:prstDash val="solid"/>
              <a:miter/>
            </a:ln>
          </p:spPr>
          <p:txBody>
            <a:bodyPr rtlCol="0" anchor="ctr"/>
            <a:lstStyle/>
            <a:p>
              <a:endParaRPr lang="en-US"/>
            </a:p>
          </p:txBody>
        </p:sp>
        <p:sp>
          <p:nvSpPr>
            <p:cNvPr id="703" name="Graphic 4">
              <a:extLst>
                <a:ext uri="{FF2B5EF4-FFF2-40B4-BE49-F238E27FC236}">
                  <a16:creationId xmlns:a16="http://schemas.microsoft.com/office/drawing/2014/main" id="{974DCAB6-938D-9B47-8DBF-9B91D6A6F2A4}"/>
                </a:ext>
              </a:extLst>
            </p:cNvPr>
            <p:cNvSpPr/>
            <p:nvPr/>
          </p:nvSpPr>
          <p:spPr>
            <a:xfrm>
              <a:off x="4045469" y="237117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72207 w 362309"/>
                <a:gd name="connsiteY6" fmla="*/ 130872 h 361971"/>
                <a:gd name="connsiteX7" fmla="*/ 92015 w 362309"/>
                <a:gd name="connsiteY7" fmla="*/ 109166 h 361971"/>
                <a:gd name="connsiteX8" fmla="*/ 104795 w 362309"/>
                <a:gd name="connsiteY8" fmla="*/ 108528 h 361971"/>
                <a:gd name="connsiteX9" fmla="*/ 116936 w 362309"/>
                <a:gd name="connsiteY9" fmla="*/ 121296 h 361971"/>
                <a:gd name="connsiteX10" fmla="*/ 144413 w 362309"/>
                <a:gd name="connsiteY10" fmla="*/ 92568 h 361971"/>
                <a:gd name="connsiteX11" fmla="*/ 160388 w 362309"/>
                <a:gd name="connsiteY11" fmla="*/ 92568 h 361971"/>
                <a:gd name="connsiteX12" fmla="*/ 192337 w 362309"/>
                <a:gd name="connsiteY12" fmla="*/ 127041 h 361971"/>
                <a:gd name="connsiteX13" fmla="*/ 195532 w 362309"/>
                <a:gd name="connsiteY13" fmla="*/ 135341 h 361971"/>
                <a:gd name="connsiteX14" fmla="*/ 189142 w 362309"/>
                <a:gd name="connsiteY14" fmla="*/ 141724 h 361971"/>
                <a:gd name="connsiteX15" fmla="*/ 189142 w 362309"/>
                <a:gd name="connsiteY15" fmla="*/ 141724 h 361971"/>
                <a:gd name="connsiteX16" fmla="*/ 182752 w 362309"/>
                <a:gd name="connsiteY16" fmla="*/ 135979 h 361971"/>
                <a:gd name="connsiteX17" fmla="*/ 152720 w 362309"/>
                <a:gd name="connsiteY17" fmla="*/ 103421 h 361971"/>
                <a:gd name="connsiteX18" fmla="*/ 125882 w 362309"/>
                <a:gd name="connsiteY18" fmla="*/ 131510 h 361971"/>
                <a:gd name="connsiteX19" fmla="*/ 125882 w 362309"/>
                <a:gd name="connsiteY19" fmla="*/ 131510 h 361971"/>
                <a:gd name="connsiteX20" fmla="*/ 125882 w 362309"/>
                <a:gd name="connsiteY20" fmla="*/ 140448 h 361971"/>
                <a:gd name="connsiteX21" fmla="*/ 121409 w 362309"/>
                <a:gd name="connsiteY21" fmla="*/ 142363 h 361971"/>
                <a:gd name="connsiteX22" fmla="*/ 116936 w 362309"/>
                <a:gd name="connsiteY22" fmla="*/ 140448 h 361971"/>
                <a:gd name="connsiteX23" fmla="*/ 116297 w 362309"/>
                <a:gd name="connsiteY23" fmla="*/ 139809 h 361971"/>
                <a:gd name="connsiteX24" fmla="*/ 116297 w 362309"/>
                <a:gd name="connsiteY24" fmla="*/ 139809 h 361971"/>
                <a:gd name="connsiteX25" fmla="*/ 99044 w 362309"/>
                <a:gd name="connsiteY25" fmla="*/ 121296 h 361971"/>
                <a:gd name="connsiteX26" fmla="*/ 82430 w 362309"/>
                <a:gd name="connsiteY26" fmla="*/ 138533 h 361971"/>
                <a:gd name="connsiteX27" fmla="*/ 78597 w 362309"/>
                <a:gd name="connsiteY27" fmla="*/ 144278 h 361971"/>
                <a:gd name="connsiteX28" fmla="*/ 76040 w 362309"/>
                <a:gd name="connsiteY28" fmla="*/ 144916 h 361971"/>
                <a:gd name="connsiteX29" fmla="*/ 70289 w 362309"/>
                <a:gd name="connsiteY29" fmla="*/ 141086 h 361971"/>
                <a:gd name="connsiteX30" fmla="*/ 72207 w 362309"/>
                <a:gd name="connsiteY30" fmla="*/ 130872 h 361971"/>
                <a:gd name="connsiteX31" fmla="*/ 72207 w 362309"/>
                <a:gd name="connsiteY31" fmla="*/ 130872 h 361971"/>
                <a:gd name="connsiteX32" fmla="*/ 129716 w 362309"/>
                <a:gd name="connsiteY32" fmla="*/ 271319 h 361971"/>
                <a:gd name="connsiteX33" fmla="*/ 125243 w 362309"/>
                <a:gd name="connsiteY33" fmla="*/ 271958 h 361971"/>
                <a:gd name="connsiteX34" fmla="*/ 106073 w 362309"/>
                <a:gd name="connsiteY34" fmla="*/ 256636 h 361971"/>
                <a:gd name="connsiteX35" fmla="*/ 120770 w 362309"/>
                <a:gd name="connsiteY35" fmla="*/ 233015 h 361971"/>
                <a:gd name="connsiteX36" fmla="*/ 144413 w 362309"/>
                <a:gd name="connsiteY36" fmla="*/ 247699 h 361971"/>
                <a:gd name="connsiteX37" fmla="*/ 129716 w 362309"/>
                <a:gd name="connsiteY37" fmla="*/ 271319 h 361971"/>
                <a:gd name="connsiteX38" fmla="*/ 129716 w 362309"/>
                <a:gd name="connsiteY38" fmla="*/ 271319 h 361971"/>
                <a:gd name="connsiteX39" fmla="*/ 205117 w 362309"/>
                <a:gd name="connsiteY39" fmla="*/ 245783 h 361971"/>
                <a:gd name="connsiteX40" fmla="*/ 198727 w 362309"/>
                <a:gd name="connsiteY40" fmla="*/ 252167 h 361971"/>
                <a:gd name="connsiteX41" fmla="*/ 157193 w 362309"/>
                <a:gd name="connsiteY41" fmla="*/ 252167 h 361971"/>
                <a:gd name="connsiteX42" fmla="*/ 150803 w 362309"/>
                <a:gd name="connsiteY42" fmla="*/ 245783 h 361971"/>
                <a:gd name="connsiteX43" fmla="*/ 157193 w 362309"/>
                <a:gd name="connsiteY43" fmla="*/ 239399 h 361971"/>
                <a:gd name="connsiteX44" fmla="*/ 192337 w 362309"/>
                <a:gd name="connsiteY44" fmla="*/ 239399 h 361971"/>
                <a:gd name="connsiteX45" fmla="*/ 192337 w 362309"/>
                <a:gd name="connsiteY45" fmla="*/ 219609 h 361971"/>
                <a:gd name="connsiteX46" fmla="*/ 90098 w 362309"/>
                <a:gd name="connsiteY46" fmla="*/ 219609 h 361971"/>
                <a:gd name="connsiteX47" fmla="*/ 90098 w 362309"/>
                <a:gd name="connsiteY47" fmla="*/ 239399 h 361971"/>
                <a:gd name="connsiteX48" fmla="*/ 95210 w 362309"/>
                <a:gd name="connsiteY48" fmla="*/ 239399 h 361971"/>
                <a:gd name="connsiteX49" fmla="*/ 101600 w 362309"/>
                <a:gd name="connsiteY49" fmla="*/ 245783 h 361971"/>
                <a:gd name="connsiteX50" fmla="*/ 95210 w 362309"/>
                <a:gd name="connsiteY50" fmla="*/ 252167 h 361971"/>
                <a:gd name="connsiteX51" fmla="*/ 83708 w 362309"/>
                <a:gd name="connsiteY51" fmla="*/ 252167 h 361971"/>
                <a:gd name="connsiteX52" fmla="*/ 77318 w 362309"/>
                <a:gd name="connsiteY52" fmla="*/ 245783 h 361971"/>
                <a:gd name="connsiteX53" fmla="*/ 77318 w 362309"/>
                <a:gd name="connsiteY53" fmla="*/ 213225 h 361971"/>
                <a:gd name="connsiteX54" fmla="*/ 77957 w 362309"/>
                <a:gd name="connsiteY54" fmla="*/ 210671 h 361971"/>
                <a:gd name="connsiteX55" fmla="*/ 63261 w 362309"/>
                <a:gd name="connsiteY55" fmla="*/ 158323 h 361971"/>
                <a:gd name="connsiteX56" fmla="*/ 65177 w 362309"/>
                <a:gd name="connsiteY56" fmla="*/ 150024 h 361971"/>
                <a:gd name="connsiteX57" fmla="*/ 72845 w 362309"/>
                <a:gd name="connsiteY57" fmla="*/ 146193 h 361971"/>
                <a:gd name="connsiteX58" fmla="*/ 197449 w 362309"/>
                <a:gd name="connsiteY58" fmla="*/ 146193 h 361971"/>
                <a:gd name="connsiteX59" fmla="*/ 206395 w 362309"/>
                <a:gd name="connsiteY59" fmla="*/ 138533 h 361971"/>
                <a:gd name="connsiteX60" fmla="*/ 210868 w 362309"/>
                <a:gd name="connsiteY60" fmla="*/ 137256 h 361971"/>
                <a:gd name="connsiteX61" fmla="*/ 244735 w 362309"/>
                <a:gd name="connsiteY61" fmla="*/ 137256 h 361971"/>
                <a:gd name="connsiteX62" fmla="*/ 251125 w 362309"/>
                <a:gd name="connsiteY62" fmla="*/ 143640 h 361971"/>
                <a:gd name="connsiteX63" fmla="*/ 244735 w 362309"/>
                <a:gd name="connsiteY63" fmla="*/ 150024 h 361971"/>
                <a:gd name="connsiteX64" fmla="*/ 213424 w 362309"/>
                <a:gd name="connsiteY64" fmla="*/ 150024 h 361971"/>
                <a:gd name="connsiteX65" fmla="*/ 207034 w 362309"/>
                <a:gd name="connsiteY65" fmla="*/ 155769 h 361971"/>
                <a:gd name="connsiteX66" fmla="*/ 203839 w 362309"/>
                <a:gd name="connsiteY66" fmla="*/ 160876 h 361971"/>
                <a:gd name="connsiteX67" fmla="*/ 196171 w 362309"/>
                <a:gd name="connsiteY67" fmla="*/ 206841 h 361971"/>
                <a:gd name="connsiteX68" fmla="*/ 198727 w 362309"/>
                <a:gd name="connsiteY68" fmla="*/ 206841 h 361971"/>
                <a:gd name="connsiteX69" fmla="*/ 205117 w 362309"/>
                <a:gd name="connsiteY69" fmla="*/ 213225 h 361971"/>
                <a:gd name="connsiteX70" fmla="*/ 205117 w 362309"/>
                <a:gd name="connsiteY70" fmla="*/ 245783 h 361971"/>
                <a:gd name="connsiteX71" fmla="*/ 260710 w 362309"/>
                <a:gd name="connsiteY71" fmla="*/ 271319 h 361971"/>
                <a:gd name="connsiteX72" fmla="*/ 256237 w 362309"/>
                <a:gd name="connsiteY72" fmla="*/ 271958 h 361971"/>
                <a:gd name="connsiteX73" fmla="*/ 246013 w 362309"/>
                <a:gd name="connsiteY73" fmla="*/ 268766 h 361971"/>
                <a:gd name="connsiteX74" fmla="*/ 237067 w 362309"/>
                <a:gd name="connsiteY74" fmla="*/ 256636 h 361971"/>
                <a:gd name="connsiteX75" fmla="*/ 251764 w 362309"/>
                <a:gd name="connsiteY75" fmla="*/ 233015 h 361971"/>
                <a:gd name="connsiteX76" fmla="*/ 275407 w 362309"/>
                <a:gd name="connsiteY76" fmla="*/ 247699 h 361971"/>
                <a:gd name="connsiteX77" fmla="*/ 260710 w 362309"/>
                <a:gd name="connsiteY77" fmla="*/ 271319 h 361971"/>
                <a:gd name="connsiteX78" fmla="*/ 231316 w 362309"/>
                <a:gd name="connsiteY78" fmla="*/ 209395 h 361971"/>
                <a:gd name="connsiteX79" fmla="*/ 222370 w 362309"/>
                <a:gd name="connsiteY79" fmla="*/ 200457 h 361971"/>
                <a:gd name="connsiteX80" fmla="*/ 222370 w 362309"/>
                <a:gd name="connsiteY80" fmla="*/ 186412 h 361971"/>
                <a:gd name="connsiteX81" fmla="*/ 231316 w 362309"/>
                <a:gd name="connsiteY81" fmla="*/ 177475 h 361971"/>
                <a:gd name="connsiteX82" fmla="*/ 253681 w 362309"/>
                <a:gd name="connsiteY82" fmla="*/ 177475 h 361971"/>
                <a:gd name="connsiteX83" fmla="*/ 261349 w 362309"/>
                <a:gd name="connsiteY83" fmla="*/ 181944 h 361971"/>
                <a:gd name="connsiteX84" fmla="*/ 269017 w 362309"/>
                <a:gd name="connsiteY84" fmla="*/ 195988 h 361971"/>
                <a:gd name="connsiteX85" fmla="*/ 269017 w 362309"/>
                <a:gd name="connsiteY85" fmla="*/ 203649 h 361971"/>
                <a:gd name="connsiteX86" fmla="*/ 268377 w 362309"/>
                <a:gd name="connsiteY86" fmla="*/ 204287 h 361971"/>
                <a:gd name="connsiteX87" fmla="*/ 260710 w 362309"/>
                <a:gd name="connsiteY87" fmla="*/ 208118 h 361971"/>
                <a:gd name="connsiteX88" fmla="*/ 231316 w 362309"/>
                <a:gd name="connsiteY88" fmla="*/ 209395 h 361971"/>
                <a:gd name="connsiteX89" fmla="*/ 300966 w 362309"/>
                <a:gd name="connsiteY89" fmla="*/ 244507 h 361971"/>
                <a:gd name="connsiteX90" fmla="*/ 294576 w 362309"/>
                <a:gd name="connsiteY90" fmla="*/ 250891 h 361971"/>
                <a:gd name="connsiteX91" fmla="*/ 286908 w 362309"/>
                <a:gd name="connsiteY91" fmla="*/ 250891 h 361971"/>
                <a:gd name="connsiteX92" fmla="*/ 280518 w 362309"/>
                <a:gd name="connsiteY92" fmla="*/ 244507 h 361971"/>
                <a:gd name="connsiteX93" fmla="*/ 286908 w 362309"/>
                <a:gd name="connsiteY93" fmla="*/ 238123 h 361971"/>
                <a:gd name="connsiteX94" fmla="*/ 288186 w 362309"/>
                <a:gd name="connsiteY94" fmla="*/ 238123 h 361971"/>
                <a:gd name="connsiteX95" fmla="*/ 288186 w 362309"/>
                <a:gd name="connsiteY95" fmla="*/ 215140 h 361971"/>
                <a:gd name="connsiteX96" fmla="*/ 267739 w 362309"/>
                <a:gd name="connsiteY96" fmla="*/ 179390 h 361971"/>
                <a:gd name="connsiteX97" fmla="*/ 259432 w 362309"/>
                <a:gd name="connsiteY97" fmla="*/ 174283 h 361971"/>
                <a:gd name="connsiteX98" fmla="*/ 221092 w 362309"/>
                <a:gd name="connsiteY98" fmla="*/ 174283 h 361971"/>
                <a:gd name="connsiteX99" fmla="*/ 221092 w 362309"/>
                <a:gd name="connsiteY99" fmla="*/ 238123 h 361971"/>
                <a:gd name="connsiteX100" fmla="*/ 225565 w 362309"/>
                <a:gd name="connsiteY100" fmla="*/ 238123 h 361971"/>
                <a:gd name="connsiteX101" fmla="*/ 231955 w 362309"/>
                <a:gd name="connsiteY101" fmla="*/ 244507 h 361971"/>
                <a:gd name="connsiteX102" fmla="*/ 225565 w 362309"/>
                <a:gd name="connsiteY102" fmla="*/ 250891 h 361971"/>
                <a:gd name="connsiteX103" fmla="*/ 214702 w 362309"/>
                <a:gd name="connsiteY103" fmla="*/ 250891 h 361971"/>
                <a:gd name="connsiteX104" fmla="*/ 208312 w 362309"/>
                <a:gd name="connsiteY104" fmla="*/ 244507 h 361971"/>
                <a:gd name="connsiteX105" fmla="*/ 208312 w 362309"/>
                <a:gd name="connsiteY105" fmla="*/ 167899 h 361971"/>
                <a:gd name="connsiteX106" fmla="*/ 214702 w 362309"/>
                <a:gd name="connsiteY106" fmla="*/ 161515 h 361971"/>
                <a:gd name="connsiteX107" fmla="*/ 259432 w 362309"/>
                <a:gd name="connsiteY107" fmla="*/ 161515 h 361971"/>
                <a:gd name="connsiteX108" fmla="*/ 279240 w 362309"/>
                <a:gd name="connsiteY108" fmla="*/ 173006 h 361971"/>
                <a:gd name="connsiteX109" fmla="*/ 300327 w 362309"/>
                <a:gd name="connsiteY109" fmla="*/ 210033 h 361971"/>
                <a:gd name="connsiteX110" fmla="*/ 300966 w 362309"/>
                <a:gd name="connsiteY110" fmla="*/ 213225 h 361971"/>
                <a:gd name="connsiteX111" fmla="*/ 300966 w 362309"/>
                <a:gd name="connsiteY111" fmla="*/ 24450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72207" y="130872"/>
                  </a:moveTo>
                  <a:lnTo>
                    <a:pt x="92015" y="109166"/>
                  </a:lnTo>
                  <a:cubicBezTo>
                    <a:pt x="95849" y="105974"/>
                    <a:pt x="100961" y="105336"/>
                    <a:pt x="104795" y="108528"/>
                  </a:cubicBezTo>
                  <a:lnTo>
                    <a:pt x="116936" y="121296"/>
                  </a:lnTo>
                  <a:lnTo>
                    <a:pt x="144413" y="92568"/>
                  </a:lnTo>
                  <a:cubicBezTo>
                    <a:pt x="148886" y="88099"/>
                    <a:pt x="155915" y="88099"/>
                    <a:pt x="160388" y="92568"/>
                  </a:cubicBezTo>
                  <a:lnTo>
                    <a:pt x="192337" y="127041"/>
                  </a:lnTo>
                  <a:cubicBezTo>
                    <a:pt x="194254" y="128957"/>
                    <a:pt x="195532" y="132149"/>
                    <a:pt x="195532" y="135341"/>
                  </a:cubicBezTo>
                  <a:cubicBezTo>
                    <a:pt x="195532" y="139171"/>
                    <a:pt x="192976" y="141724"/>
                    <a:pt x="189142" y="141724"/>
                  </a:cubicBezTo>
                  <a:lnTo>
                    <a:pt x="189142" y="141724"/>
                  </a:lnTo>
                  <a:cubicBezTo>
                    <a:pt x="185947" y="141724"/>
                    <a:pt x="182752" y="139171"/>
                    <a:pt x="182752" y="135979"/>
                  </a:cubicBezTo>
                  <a:lnTo>
                    <a:pt x="152720" y="103421"/>
                  </a:lnTo>
                  <a:lnTo>
                    <a:pt x="125882" y="131510"/>
                  </a:lnTo>
                  <a:lnTo>
                    <a:pt x="125882" y="131510"/>
                  </a:lnTo>
                  <a:cubicBezTo>
                    <a:pt x="128438" y="134064"/>
                    <a:pt x="128438" y="137894"/>
                    <a:pt x="125882" y="140448"/>
                  </a:cubicBezTo>
                  <a:cubicBezTo>
                    <a:pt x="124604" y="141724"/>
                    <a:pt x="123326" y="142363"/>
                    <a:pt x="121409" y="142363"/>
                  </a:cubicBezTo>
                  <a:cubicBezTo>
                    <a:pt x="119492" y="142363"/>
                    <a:pt x="118214" y="141724"/>
                    <a:pt x="116936" y="140448"/>
                  </a:cubicBezTo>
                  <a:lnTo>
                    <a:pt x="116297" y="139809"/>
                  </a:lnTo>
                  <a:lnTo>
                    <a:pt x="116297" y="139809"/>
                  </a:lnTo>
                  <a:lnTo>
                    <a:pt x="99044" y="121296"/>
                  </a:lnTo>
                  <a:lnTo>
                    <a:pt x="82430" y="138533"/>
                  </a:lnTo>
                  <a:cubicBezTo>
                    <a:pt x="82430" y="141086"/>
                    <a:pt x="81152" y="143640"/>
                    <a:pt x="78597" y="144278"/>
                  </a:cubicBezTo>
                  <a:cubicBezTo>
                    <a:pt x="77957" y="144916"/>
                    <a:pt x="76679" y="144916"/>
                    <a:pt x="76040" y="144916"/>
                  </a:cubicBezTo>
                  <a:cubicBezTo>
                    <a:pt x="73484" y="144916"/>
                    <a:pt x="70929" y="143640"/>
                    <a:pt x="70289" y="141086"/>
                  </a:cubicBezTo>
                  <a:cubicBezTo>
                    <a:pt x="69012" y="137256"/>
                    <a:pt x="69650" y="133425"/>
                    <a:pt x="72207" y="130872"/>
                  </a:cubicBezTo>
                  <a:lnTo>
                    <a:pt x="72207" y="130872"/>
                  </a:lnTo>
                  <a:close/>
                  <a:moveTo>
                    <a:pt x="129716" y="271319"/>
                  </a:moveTo>
                  <a:cubicBezTo>
                    <a:pt x="128438" y="271958"/>
                    <a:pt x="126521" y="271958"/>
                    <a:pt x="125243" y="271958"/>
                  </a:cubicBezTo>
                  <a:cubicBezTo>
                    <a:pt x="116297" y="271958"/>
                    <a:pt x="107990" y="265574"/>
                    <a:pt x="106073" y="256636"/>
                  </a:cubicBezTo>
                  <a:cubicBezTo>
                    <a:pt x="103517" y="246422"/>
                    <a:pt x="109907" y="235569"/>
                    <a:pt x="120770" y="233015"/>
                  </a:cubicBezTo>
                  <a:cubicBezTo>
                    <a:pt x="130994" y="230462"/>
                    <a:pt x="141857" y="236846"/>
                    <a:pt x="144413" y="247699"/>
                  </a:cubicBezTo>
                  <a:cubicBezTo>
                    <a:pt x="146330" y="258551"/>
                    <a:pt x="139940" y="269404"/>
                    <a:pt x="129716" y="271319"/>
                  </a:cubicBezTo>
                  <a:lnTo>
                    <a:pt x="129716" y="271319"/>
                  </a:lnTo>
                  <a:close/>
                  <a:moveTo>
                    <a:pt x="205117" y="245783"/>
                  </a:moveTo>
                  <a:cubicBezTo>
                    <a:pt x="205117" y="249614"/>
                    <a:pt x="202561" y="252167"/>
                    <a:pt x="198727" y="252167"/>
                  </a:cubicBezTo>
                  <a:lnTo>
                    <a:pt x="157193" y="252167"/>
                  </a:lnTo>
                  <a:cubicBezTo>
                    <a:pt x="153358" y="252167"/>
                    <a:pt x="150803" y="249614"/>
                    <a:pt x="150803" y="245783"/>
                  </a:cubicBezTo>
                  <a:cubicBezTo>
                    <a:pt x="150803" y="241953"/>
                    <a:pt x="153358" y="239399"/>
                    <a:pt x="157193" y="239399"/>
                  </a:cubicBezTo>
                  <a:lnTo>
                    <a:pt x="192337" y="239399"/>
                  </a:lnTo>
                  <a:lnTo>
                    <a:pt x="192337" y="219609"/>
                  </a:lnTo>
                  <a:lnTo>
                    <a:pt x="90098" y="219609"/>
                  </a:lnTo>
                  <a:lnTo>
                    <a:pt x="90098" y="239399"/>
                  </a:lnTo>
                  <a:lnTo>
                    <a:pt x="95210" y="239399"/>
                  </a:lnTo>
                  <a:cubicBezTo>
                    <a:pt x="99044" y="239399"/>
                    <a:pt x="101600" y="241953"/>
                    <a:pt x="101600" y="245783"/>
                  </a:cubicBezTo>
                  <a:cubicBezTo>
                    <a:pt x="101600" y="249614"/>
                    <a:pt x="99044" y="252167"/>
                    <a:pt x="95210" y="252167"/>
                  </a:cubicBezTo>
                  <a:lnTo>
                    <a:pt x="83708" y="252167"/>
                  </a:lnTo>
                  <a:cubicBezTo>
                    <a:pt x="79874" y="252167"/>
                    <a:pt x="77318" y="249614"/>
                    <a:pt x="77318" y="245783"/>
                  </a:cubicBezTo>
                  <a:lnTo>
                    <a:pt x="77318" y="213225"/>
                  </a:lnTo>
                  <a:cubicBezTo>
                    <a:pt x="77318" y="212587"/>
                    <a:pt x="77318" y="211948"/>
                    <a:pt x="77957" y="210671"/>
                  </a:cubicBezTo>
                  <a:lnTo>
                    <a:pt x="63261" y="158323"/>
                  </a:lnTo>
                  <a:cubicBezTo>
                    <a:pt x="61982" y="155131"/>
                    <a:pt x="62622" y="151939"/>
                    <a:pt x="65177" y="150024"/>
                  </a:cubicBezTo>
                  <a:cubicBezTo>
                    <a:pt x="67094" y="147470"/>
                    <a:pt x="69650" y="146193"/>
                    <a:pt x="72845" y="146193"/>
                  </a:cubicBezTo>
                  <a:lnTo>
                    <a:pt x="197449" y="146193"/>
                  </a:lnTo>
                  <a:lnTo>
                    <a:pt x="206395" y="138533"/>
                  </a:lnTo>
                  <a:cubicBezTo>
                    <a:pt x="207673" y="137256"/>
                    <a:pt x="208951" y="136617"/>
                    <a:pt x="210868" y="137256"/>
                  </a:cubicBezTo>
                  <a:lnTo>
                    <a:pt x="244735" y="137256"/>
                  </a:lnTo>
                  <a:cubicBezTo>
                    <a:pt x="248569" y="137256"/>
                    <a:pt x="251125" y="139809"/>
                    <a:pt x="251125" y="143640"/>
                  </a:cubicBezTo>
                  <a:cubicBezTo>
                    <a:pt x="251125" y="147470"/>
                    <a:pt x="248569" y="150024"/>
                    <a:pt x="244735" y="150024"/>
                  </a:cubicBezTo>
                  <a:lnTo>
                    <a:pt x="213424" y="150024"/>
                  </a:lnTo>
                  <a:lnTo>
                    <a:pt x="207034" y="155769"/>
                  </a:lnTo>
                  <a:lnTo>
                    <a:pt x="203839" y="160876"/>
                  </a:lnTo>
                  <a:lnTo>
                    <a:pt x="196171" y="206841"/>
                  </a:lnTo>
                  <a:lnTo>
                    <a:pt x="198727" y="206841"/>
                  </a:lnTo>
                  <a:cubicBezTo>
                    <a:pt x="202561" y="206841"/>
                    <a:pt x="205117" y="209395"/>
                    <a:pt x="205117" y="213225"/>
                  </a:cubicBezTo>
                  <a:lnTo>
                    <a:pt x="205117" y="245783"/>
                  </a:lnTo>
                  <a:close/>
                  <a:moveTo>
                    <a:pt x="260710" y="271319"/>
                  </a:moveTo>
                  <a:cubicBezTo>
                    <a:pt x="259432" y="271958"/>
                    <a:pt x="257515" y="271958"/>
                    <a:pt x="256237" y="271958"/>
                  </a:cubicBezTo>
                  <a:cubicBezTo>
                    <a:pt x="252403" y="271958"/>
                    <a:pt x="249208" y="270681"/>
                    <a:pt x="246013" y="268766"/>
                  </a:cubicBezTo>
                  <a:cubicBezTo>
                    <a:pt x="241540" y="266212"/>
                    <a:pt x="238345" y="261743"/>
                    <a:pt x="237067" y="256636"/>
                  </a:cubicBezTo>
                  <a:cubicBezTo>
                    <a:pt x="234511" y="246422"/>
                    <a:pt x="240901" y="235569"/>
                    <a:pt x="251764" y="233015"/>
                  </a:cubicBezTo>
                  <a:cubicBezTo>
                    <a:pt x="261987" y="230462"/>
                    <a:pt x="272850" y="236846"/>
                    <a:pt x="275407" y="247699"/>
                  </a:cubicBezTo>
                  <a:cubicBezTo>
                    <a:pt x="277323" y="258551"/>
                    <a:pt x="270934" y="269404"/>
                    <a:pt x="260710" y="271319"/>
                  </a:cubicBezTo>
                  <a:close/>
                  <a:moveTo>
                    <a:pt x="231316" y="209395"/>
                  </a:moveTo>
                  <a:cubicBezTo>
                    <a:pt x="226204" y="209395"/>
                    <a:pt x="222370" y="205564"/>
                    <a:pt x="222370" y="200457"/>
                  </a:cubicBezTo>
                  <a:lnTo>
                    <a:pt x="222370" y="186412"/>
                  </a:lnTo>
                  <a:cubicBezTo>
                    <a:pt x="222370" y="181305"/>
                    <a:pt x="226204" y="177475"/>
                    <a:pt x="231316" y="177475"/>
                  </a:cubicBezTo>
                  <a:lnTo>
                    <a:pt x="253681" y="177475"/>
                  </a:lnTo>
                  <a:cubicBezTo>
                    <a:pt x="256876" y="177475"/>
                    <a:pt x="260071" y="179390"/>
                    <a:pt x="261349" y="181944"/>
                  </a:cubicBezTo>
                  <a:lnTo>
                    <a:pt x="269017" y="195988"/>
                  </a:lnTo>
                  <a:cubicBezTo>
                    <a:pt x="270295" y="198542"/>
                    <a:pt x="270295" y="201734"/>
                    <a:pt x="269017" y="203649"/>
                  </a:cubicBezTo>
                  <a:lnTo>
                    <a:pt x="268377" y="204287"/>
                  </a:lnTo>
                  <a:cubicBezTo>
                    <a:pt x="267100" y="206841"/>
                    <a:pt x="263905" y="208118"/>
                    <a:pt x="260710" y="208118"/>
                  </a:cubicBezTo>
                  <a:lnTo>
                    <a:pt x="231316" y="209395"/>
                  </a:lnTo>
                  <a:close/>
                  <a:moveTo>
                    <a:pt x="300966" y="244507"/>
                  </a:moveTo>
                  <a:cubicBezTo>
                    <a:pt x="300966" y="248337"/>
                    <a:pt x="298410" y="250891"/>
                    <a:pt x="294576" y="250891"/>
                  </a:cubicBezTo>
                  <a:lnTo>
                    <a:pt x="286908" y="250891"/>
                  </a:lnTo>
                  <a:cubicBezTo>
                    <a:pt x="283075" y="250891"/>
                    <a:pt x="280518" y="248337"/>
                    <a:pt x="280518" y="244507"/>
                  </a:cubicBezTo>
                  <a:cubicBezTo>
                    <a:pt x="280518" y="240676"/>
                    <a:pt x="283075" y="238123"/>
                    <a:pt x="286908" y="238123"/>
                  </a:cubicBezTo>
                  <a:lnTo>
                    <a:pt x="288186" y="238123"/>
                  </a:lnTo>
                  <a:lnTo>
                    <a:pt x="288186" y="215140"/>
                  </a:lnTo>
                  <a:lnTo>
                    <a:pt x="267739" y="179390"/>
                  </a:lnTo>
                  <a:cubicBezTo>
                    <a:pt x="265822" y="176198"/>
                    <a:pt x="262627" y="174283"/>
                    <a:pt x="259432" y="174283"/>
                  </a:cubicBezTo>
                  <a:lnTo>
                    <a:pt x="221092" y="174283"/>
                  </a:lnTo>
                  <a:lnTo>
                    <a:pt x="221092" y="238123"/>
                  </a:lnTo>
                  <a:lnTo>
                    <a:pt x="225565" y="238123"/>
                  </a:lnTo>
                  <a:cubicBezTo>
                    <a:pt x="229399" y="238123"/>
                    <a:pt x="231955" y="240676"/>
                    <a:pt x="231955" y="244507"/>
                  </a:cubicBezTo>
                  <a:cubicBezTo>
                    <a:pt x="231955" y="248337"/>
                    <a:pt x="229399" y="250891"/>
                    <a:pt x="225565" y="250891"/>
                  </a:cubicBezTo>
                  <a:lnTo>
                    <a:pt x="214702" y="250891"/>
                  </a:lnTo>
                  <a:cubicBezTo>
                    <a:pt x="210868" y="250891"/>
                    <a:pt x="208312" y="248337"/>
                    <a:pt x="208312" y="244507"/>
                  </a:cubicBezTo>
                  <a:lnTo>
                    <a:pt x="208312" y="167899"/>
                  </a:lnTo>
                  <a:cubicBezTo>
                    <a:pt x="208312" y="164068"/>
                    <a:pt x="210868" y="161515"/>
                    <a:pt x="214702" y="161515"/>
                  </a:cubicBezTo>
                  <a:lnTo>
                    <a:pt x="259432" y="161515"/>
                  </a:lnTo>
                  <a:cubicBezTo>
                    <a:pt x="267739" y="161515"/>
                    <a:pt x="275407" y="165984"/>
                    <a:pt x="279240" y="173006"/>
                  </a:cubicBezTo>
                  <a:lnTo>
                    <a:pt x="300327" y="210033"/>
                  </a:lnTo>
                  <a:cubicBezTo>
                    <a:pt x="300966" y="211310"/>
                    <a:pt x="300966" y="211948"/>
                    <a:pt x="300966" y="213225"/>
                  </a:cubicBezTo>
                  <a:lnTo>
                    <a:pt x="300966" y="244507"/>
                  </a:lnTo>
                  <a:close/>
                </a:path>
              </a:pathLst>
            </a:custGeom>
            <a:solidFill>
              <a:srgbClr val="007680"/>
            </a:solidFill>
            <a:ln w="6390" cap="flat">
              <a:noFill/>
              <a:prstDash val="solid"/>
              <a:miter/>
            </a:ln>
          </p:spPr>
          <p:txBody>
            <a:bodyPr rtlCol="0" anchor="ctr"/>
            <a:lstStyle/>
            <a:p>
              <a:endParaRPr lang="en-US"/>
            </a:p>
          </p:txBody>
        </p:sp>
        <p:sp>
          <p:nvSpPr>
            <p:cNvPr id="704" name="Graphic 4">
              <a:extLst>
                <a:ext uri="{FF2B5EF4-FFF2-40B4-BE49-F238E27FC236}">
                  <a16:creationId xmlns:a16="http://schemas.microsoft.com/office/drawing/2014/main" id="{85A89049-E55D-194D-9D01-A0222F882C31}"/>
                </a:ext>
              </a:extLst>
            </p:cNvPr>
            <p:cNvSpPr/>
            <p:nvPr/>
          </p:nvSpPr>
          <p:spPr>
            <a:xfrm>
              <a:off x="4295194" y="2616956"/>
              <a:ext cx="13661" cy="13825"/>
            </a:xfrm>
            <a:custGeom>
              <a:avLst/>
              <a:gdLst>
                <a:gd name="connsiteX0" fmla="*/ 6511 w 13661"/>
                <a:gd name="connsiteY0" fmla="*/ 0 h 13825"/>
                <a:gd name="connsiteX1" fmla="*/ 5233 w 13661"/>
                <a:gd name="connsiteY1" fmla="*/ 0 h 13825"/>
                <a:gd name="connsiteX2" fmla="*/ 121 w 13661"/>
                <a:gd name="connsiteY2" fmla="*/ 8299 h 13825"/>
                <a:gd name="connsiteX3" fmla="*/ 3316 w 13661"/>
                <a:gd name="connsiteY3" fmla="*/ 12768 h 13825"/>
                <a:gd name="connsiteX4" fmla="*/ 8428 w 13661"/>
                <a:gd name="connsiteY4" fmla="*/ 13406 h 13825"/>
                <a:gd name="connsiteX5" fmla="*/ 13540 w 13661"/>
                <a:gd name="connsiteY5" fmla="*/ 5107 h 13825"/>
                <a:gd name="connsiteX6" fmla="*/ 6511 w 13661"/>
                <a:gd name="connsiteY6" fmla="*/ 0 h 1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61" h="13825">
                  <a:moveTo>
                    <a:pt x="6511" y="0"/>
                  </a:moveTo>
                  <a:lnTo>
                    <a:pt x="5233" y="0"/>
                  </a:lnTo>
                  <a:cubicBezTo>
                    <a:pt x="1399" y="638"/>
                    <a:pt x="-518" y="4469"/>
                    <a:pt x="121" y="8299"/>
                  </a:cubicBezTo>
                  <a:cubicBezTo>
                    <a:pt x="760" y="10214"/>
                    <a:pt x="1399" y="11491"/>
                    <a:pt x="3316" y="12768"/>
                  </a:cubicBezTo>
                  <a:cubicBezTo>
                    <a:pt x="4594" y="14045"/>
                    <a:pt x="6511" y="14045"/>
                    <a:pt x="8428" y="13406"/>
                  </a:cubicBezTo>
                  <a:cubicBezTo>
                    <a:pt x="12262" y="12768"/>
                    <a:pt x="14179" y="8938"/>
                    <a:pt x="13540" y="5107"/>
                  </a:cubicBezTo>
                  <a:cubicBezTo>
                    <a:pt x="12262" y="1915"/>
                    <a:pt x="9706" y="0"/>
                    <a:pt x="6511" y="0"/>
                  </a:cubicBezTo>
                  <a:close/>
                </a:path>
              </a:pathLst>
            </a:custGeom>
            <a:solidFill>
              <a:srgbClr val="007680"/>
            </a:solidFill>
            <a:ln w="6390" cap="flat">
              <a:noFill/>
              <a:prstDash val="solid"/>
              <a:miter/>
            </a:ln>
          </p:spPr>
          <p:txBody>
            <a:bodyPr rtlCol="0" anchor="ctr"/>
            <a:lstStyle/>
            <a:p>
              <a:endParaRPr lang="en-US"/>
            </a:p>
          </p:txBody>
        </p:sp>
        <p:sp>
          <p:nvSpPr>
            <p:cNvPr id="705" name="Graphic 4">
              <a:extLst>
                <a:ext uri="{FF2B5EF4-FFF2-40B4-BE49-F238E27FC236}">
                  <a16:creationId xmlns:a16="http://schemas.microsoft.com/office/drawing/2014/main" id="{83B88B33-14AE-7A44-B741-EBA4D67389E7}"/>
                </a:ext>
              </a:extLst>
            </p:cNvPr>
            <p:cNvSpPr/>
            <p:nvPr/>
          </p:nvSpPr>
          <p:spPr>
            <a:xfrm>
              <a:off x="4164200" y="2616956"/>
              <a:ext cx="13661" cy="13825"/>
            </a:xfrm>
            <a:custGeom>
              <a:avLst/>
              <a:gdLst>
                <a:gd name="connsiteX0" fmla="*/ 6511 w 13661"/>
                <a:gd name="connsiteY0" fmla="*/ 0 h 13825"/>
                <a:gd name="connsiteX1" fmla="*/ 5233 w 13661"/>
                <a:gd name="connsiteY1" fmla="*/ 0 h 13825"/>
                <a:gd name="connsiteX2" fmla="*/ 121 w 13661"/>
                <a:gd name="connsiteY2" fmla="*/ 8299 h 13825"/>
                <a:gd name="connsiteX3" fmla="*/ 3316 w 13661"/>
                <a:gd name="connsiteY3" fmla="*/ 12768 h 13825"/>
                <a:gd name="connsiteX4" fmla="*/ 8428 w 13661"/>
                <a:gd name="connsiteY4" fmla="*/ 13406 h 13825"/>
                <a:gd name="connsiteX5" fmla="*/ 13540 w 13661"/>
                <a:gd name="connsiteY5" fmla="*/ 5107 h 13825"/>
                <a:gd name="connsiteX6" fmla="*/ 13540 w 13661"/>
                <a:gd name="connsiteY6" fmla="*/ 5107 h 13825"/>
                <a:gd name="connsiteX7" fmla="*/ 6511 w 13661"/>
                <a:gd name="connsiteY7" fmla="*/ 0 h 1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61" h="13825">
                  <a:moveTo>
                    <a:pt x="6511" y="0"/>
                  </a:moveTo>
                  <a:lnTo>
                    <a:pt x="5233" y="0"/>
                  </a:lnTo>
                  <a:cubicBezTo>
                    <a:pt x="1399" y="638"/>
                    <a:pt x="-518" y="4469"/>
                    <a:pt x="121" y="8299"/>
                  </a:cubicBezTo>
                  <a:cubicBezTo>
                    <a:pt x="760" y="10214"/>
                    <a:pt x="1399" y="11491"/>
                    <a:pt x="3316" y="12768"/>
                  </a:cubicBezTo>
                  <a:cubicBezTo>
                    <a:pt x="4594" y="14045"/>
                    <a:pt x="6511" y="14045"/>
                    <a:pt x="8428" y="13406"/>
                  </a:cubicBezTo>
                  <a:cubicBezTo>
                    <a:pt x="12262" y="12768"/>
                    <a:pt x="14179" y="8938"/>
                    <a:pt x="13540" y="5107"/>
                  </a:cubicBezTo>
                  <a:cubicBezTo>
                    <a:pt x="13540" y="5107"/>
                    <a:pt x="13540" y="5107"/>
                    <a:pt x="13540" y="5107"/>
                  </a:cubicBezTo>
                  <a:cubicBezTo>
                    <a:pt x="12262" y="1915"/>
                    <a:pt x="9706" y="0"/>
                    <a:pt x="6511" y="0"/>
                  </a:cubicBezTo>
                  <a:close/>
                </a:path>
              </a:pathLst>
            </a:custGeom>
            <a:solidFill>
              <a:srgbClr val="007680"/>
            </a:solidFill>
            <a:ln w="6390" cap="flat">
              <a:noFill/>
              <a:prstDash val="solid"/>
              <a:miter/>
            </a:ln>
          </p:spPr>
          <p:txBody>
            <a:bodyPr rtlCol="0" anchor="ctr"/>
            <a:lstStyle/>
            <a:p>
              <a:endParaRPr lang="en-US"/>
            </a:p>
          </p:txBody>
        </p:sp>
        <p:sp>
          <p:nvSpPr>
            <p:cNvPr id="706" name="Graphic 4">
              <a:extLst>
                <a:ext uri="{FF2B5EF4-FFF2-40B4-BE49-F238E27FC236}">
                  <a16:creationId xmlns:a16="http://schemas.microsoft.com/office/drawing/2014/main" id="{58DD4EBE-E4A2-1F43-8098-49BA8D9C04D1}"/>
                </a:ext>
              </a:extLst>
            </p:cNvPr>
            <p:cNvSpPr/>
            <p:nvPr/>
          </p:nvSpPr>
          <p:spPr>
            <a:xfrm>
              <a:off x="4281257" y="2561416"/>
              <a:ext cx="19169" cy="6383"/>
            </a:xfrm>
            <a:custGeom>
              <a:avLst/>
              <a:gdLst>
                <a:gd name="connsiteX0" fmla="*/ 0 w 19169"/>
                <a:gd name="connsiteY0" fmla="*/ 0 h 6383"/>
                <a:gd name="connsiteX1" fmla="*/ 0 w 19169"/>
                <a:gd name="connsiteY1" fmla="*/ 6384 h 6383"/>
                <a:gd name="connsiteX2" fmla="*/ 19170 w 19169"/>
                <a:gd name="connsiteY2" fmla="*/ 6384 h 6383"/>
                <a:gd name="connsiteX3" fmla="*/ 15336 w 19169"/>
                <a:gd name="connsiteY3" fmla="*/ 0 h 6383"/>
              </a:gdLst>
              <a:ahLst/>
              <a:cxnLst>
                <a:cxn ang="0">
                  <a:pos x="connsiteX0" y="connsiteY0"/>
                </a:cxn>
                <a:cxn ang="0">
                  <a:pos x="connsiteX1" y="connsiteY1"/>
                </a:cxn>
                <a:cxn ang="0">
                  <a:pos x="connsiteX2" y="connsiteY2"/>
                </a:cxn>
                <a:cxn ang="0">
                  <a:pos x="connsiteX3" y="connsiteY3"/>
                </a:cxn>
              </a:cxnLst>
              <a:rect l="l" t="t" r="r" b="b"/>
              <a:pathLst>
                <a:path w="19169" h="6383">
                  <a:moveTo>
                    <a:pt x="0" y="0"/>
                  </a:moveTo>
                  <a:lnTo>
                    <a:pt x="0" y="6384"/>
                  </a:lnTo>
                  <a:lnTo>
                    <a:pt x="19170" y="6384"/>
                  </a:lnTo>
                  <a:lnTo>
                    <a:pt x="15336" y="0"/>
                  </a:lnTo>
                  <a:close/>
                </a:path>
              </a:pathLst>
            </a:custGeom>
            <a:solidFill>
              <a:srgbClr val="007680"/>
            </a:solidFill>
            <a:ln w="6390" cap="flat">
              <a:noFill/>
              <a:prstDash val="solid"/>
              <a:miter/>
            </a:ln>
          </p:spPr>
          <p:txBody>
            <a:bodyPr rtlCol="0" anchor="ctr"/>
            <a:lstStyle/>
            <a:p>
              <a:endParaRPr lang="en-US"/>
            </a:p>
          </p:txBody>
        </p:sp>
      </p:grpSp>
      <p:grpSp>
        <p:nvGrpSpPr>
          <p:cNvPr id="11" name="Group 10">
            <a:extLst>
              <a:ext uri="{FF2B5EF4-FFF2-40B4-BE49-F238E27FC236}">
                <a16:creationId xmlns:a16="http://schemas.microsoft.com/office/drawing/2014/main" id="{3F78211D-3A7A-DA4F-9389-822E4F518A34}"/>
              </a:ext>
            </a:extLst>
          </p:cNvPr>
          <p:cNvGrpSpPr>
            <a:grpSpLocks noChangeAspect="1"/>
          </p:cNvGrpSpPr>
          <p:nvPr/>
        </p:nvGrpSpPr>
        <p:grpSpPr>
          <a:xfrm>
            <a:off x="4045469" y="2855717"/>
            <a:ext cx="362309" cy="361971"/>
            <a:chOff x="4045469" y="2855717"/>
            <a:chExt cx="362309" cy="361971"/>
          </a:xfrm>
        </p:grpSpPr>
        <p:sp>
          <p:nvSpPr>
            <p:cNvPr id="707" name="Graphic 4">
              <a:extLst>
                <a:ext uri="{FF2B5EF4-FFF2-40B4-BE49-F238E27FC236}">
                  <a16:creationId xmlns:a16="http://schemas.microsoft.com/office/drawing/2014/main" id="{C8BA3DF3-ECEA-DF45-AC57-99DF9F1BFD9B}"/>
                </a:ext>
              </a:extLst>
            </p:cNvPr>
            <p:cNvSpPr/>
            <p:nvPr/>
          </p:nvSpPr>
          <p:spPr>
            <a:xfrm>
              <a:off x="4265283" y="3098309"/>
              <a:ext cx="24281" cy="24259"/>
            </a:xfrm>
            <a:custGeom>
              <a:avLst/>
              <a:gdLst>
                <a:gd name="connsiteX0" fmla="*/ 12141 w 24281"/>
                <a:gd name="connsiteY0" fmla="*/ 0 h 24259"/>
                <a:gd name="connsiteX1" fmla="*/ 0 w 24281"/>
                <a:gd name="connsiteY1" fmla="*/ 12130 h 24259"/>
                <a:gd name="connsiteX2" fmla="*/ 12141 w 24281"/>
                <a:gd name="connsiteY2" fmla="*/ 24259 h 24259"/>
                <a:gd name="connsiteX3" fmla="*/ 12141 w 24281"/>
                <a:gd name="connsiteY3" fmla="*/ 24259 h 24259"/>
                <a:gd name="connsiteX4" fmla="*/ 12141 w 24281"/>
                <a:gd name="connsiteY4" fmla="*/ 24259 h 24259"/>
                <a:gd name="connsiteX5" fmla="*/ 24282 w 24281"/>
                <a:gd name="connsiteY5" fmla="*/ 12130 h 24259"/>
                <a:gd name="connsiteX6" fmla="*/ 12141 w 24281"/>
                <a:gd name="connsiteY6" fmla="*/ 0 h 24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281" h="24259">
                  <a:moveTo>
                    <a:pt x="12141" y="0"/>
                  </a:moveTo>
                  <a:cubicBezTo>
                    <a:pt x="5751" y="0"/>
                    <a:pt x="0" y="5107"/>
                    <a:pt x="0" y="12130"/>
                  </a:cubicBezTo>
                  <a:cubicBezTo>
                    <a:pt x="0" y="18514"/>
                    <a:pt x="5112" y="24259"/>
                    <a:pt x="12141" y="24259"/>
                  </a:cubicBezTo>
                  <a:cubicBezTo>
                    <a:pt x="12141" y="24259"/>
                    <a:pt x="12141" y="24259"/>
                    <a:pt x="12141" y="24259"/>
                  </a:cubicBezTo>
                  <a:lnTo>
                    <a:pt x="12141" y="24259"/>
                  </a:lnTo>
                  <a:cubicBezTo>
                    <a:pt x="18531" y="24259"/>
                    <a:pt x="24282" y="19152"/>
                    <a:pt x="24282" y="12130"/>
                  </a:cubicBezTo>
                  <a:cubicBezTo>
                    <a:pt x="24282" y="5746"/>
                    <a:pt x="19170" y="0"/>
                    <a:pt x="12141" y="0"/>
                  </a:cubicBezTo>
                  <a:close/>
                </a:path>
              </a:pathLst>
            </a:custGeom>
            <a:solidFill>
              <a:srgbClr val="007680"/>
            </a:solidFill>
            <a:ln w="6390" cap="flat">
              <a:noFill/>
              <a:prstDash val="solid"/>
              <a:miter/>
            </a:ln>
          </p:spPr>
          <p:txBody>
            <a:bodyPr rtlCol="0" anchor="ctr"/>
            <a:lstStyle/>
            <a:p>
              <a:endParaRPr lang="en-US"/>
            </a:p>
          </p:txBody>
        </p:sp>
        <p:sp>
          <p:nvSpPr>
            <p:cNvPr id="708" name="Graphic 4">
              <a:extLst>
                <a:ext uri="{FF2B5EF4-FFF2-40B4-BE49-F238E27FC236}">
                  <a16:creationId xmlns:a16="http://schemas.microsoft.com/office/drawing/2014/main" id="{22737665-F3C0-1E46-B60A-B73FC98D0F75}"/>
                </a:ext>
              </a:extLst>
            </p:cNvPr>
            <p:cNvSpPr/>
            <p:nvPr/>
          </p:nvSpPr>
          <p:spPr>
            <a:xfrm>
              <a:off x="4163044" y="3098309"/>
              <a:ext cx="24281" cy="24259"/>
            </a:xfrm>
            <a:custGeom>
              <a:avLst/>
              <a:gdLst>
                <a:gd name="connsiteX0" fmla="*/ 12141 w 24281"/>
                <a:gd name="connsiteY0" fmla="*/ 0 h 24259"/>
                <a:gd name="connsiteX1" fmla="*/ 0 w 24281"/>
                <a:gd name="connsiteY1" fmla="*/ 12130 h 24259"/>
                <a:gd name="connsiteX2" fmla="*/ 12141 w 24281"/>
                <a:gd name="connsiteY2" fmla="*/ 24259 h 24259"/>
                <a:gd name="connsiteX3" fmla="*/ 12141 w 24281"/>
                <a:gd name="connsiteY3" fmla="*/ 24259 h 24259"/>
                <a:gd name="connsiteX4" fmla="*/ 24282 w 24281"/>
                <a:gd name="connsiteY4" fmla="*/ 12130 h 24259"/>
                <a:gd name="connsiteX5" fmla="*/ 12141 w 24281"/>
                <a:gd name="connsiteY5" fmla="*/ 0 h 24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281" h="24259">
                  <a:moveTo>
                    <a:pt x="12141" y="0"/>
                  </a:moveTo>
                  <a:cubicBezTo>
                    <a:pt x="5751" y="0"/>
                    <a:pt x="0" y="5107"/>
                    <a:pt x="0" y="12130"/>
                  </a:cubicBezTo>
                  <a:cubicBezTo>
                    <a:pt x="0" y="18514"/>
                    <a:pt x="5112" y="24259"/>
                    <a:pt x="12141" y="24259"/>
                  </a:cubicBezTo>
                  <a:lnTo>
                    <a:pt x="12141" y="24259"/>
                  </a:lnTo>
                  <a:cubicBezTo>
                    <a:pt x="18531" y="24259"/>
                    <a:pt x="24282" y="19152"/>
                    <a:pt x="24282" y="12130"/>
                  </a:cubicBezTo>
                  <a:cubicBezTo>
                    <a:pt x="23643" y="5746"/>
                    <a:pt x="18531" y="0"/>
                    <a:pt x="12141" y="0"/>
                  </a:cubicBezTo>
                  <a:close/>
                </a:path>
              </a:pathLst>
            </a:custGeom>
            <a:solidFill>
              <a:srgbClr val="007680"/>
            </a:solidFill>
            <a:ln w="6390" cap="flat">
              <a:noFill/>
              <a:prstDash val="solid"/>
              <a:miter/>
            </a:ln>
          </p:spPr>
          <p:txBody>
            <a:bodyPr rtlCol="0" anchor="ctr"/>
            <a:lstStyle/>
            <a:p>
              <a:endParaRPr lang="en-US"/>
            </a:p>
          </p:txBody>
        </p:sp>
        <p:sp>
          <p:nvSpPr>
            <p:cNvPr id="709" name="Graphic 4">
              <a:extLst>
                <a:ext uri="{FF2B5EF4-FFF2-40B4-BE49-F238E27FC236}">
                  <a16:creationId xmlns:a16="http://schemas.microsoft.com/office/drawing/2014/main" id="{564DCE21-B04B-744C-BBCD-94E896C96B9D}"/>
                </a:ext>
              </a:extLst>
            </p:cNvPr>
            <p:cNvSpPr/>
            <p:nvPr/>
          </p:nvSpPr>
          <p:spPr>
            <a:xfrm>
              <a:off x="4045469" y="28557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89459 w 362309"/>
                <a:gd name="connsiteY6" fmla="*/ 142363 h 361971"/>
                <a:gd name="connsiteX7" fmla="*/ 115658 w 362309"/>
                <a:gd name="connsiteY7" fmla="*/ 118742 h 361971"/>
                <a:gd name="connsiteX8" fmla="*/ 145691 w 362309"/>
                <a:gd name="connsiteY8" fmla="*/ 97036 h 361971"/>
                <a:gd name="connsiteX9" fmla="*/ 182113 w 362309"/>
                <a:gd name="connsiteY9" fmla="*/ 81715 h 361971"/>
                <a:gd name="connsiteX10" fmla="*/ 216619 w 362309"/>
                <a:gd name="connsiteY10" fmla="*/ 97036 h 361971"/>
                <a:gd name="connsiteX11" fmla="*/ 246652 w 362309"/>
                <a:gd name="connsiteY11" fmla="*/ 118742 h 361971"/>
                <a:gd name="connsiteX12" fmla="*/ 276045 w 362309"/>
                <a:gd name="connsiteY12" fmla="*/ 142363 h 361971"/>
                <a:gd name="connsiteX13" fmla="*/ 271572 w 362309"/>
                <a:gd name="connsiteY13" fmla="*/ 150024 h 361971"/>
                <a:gd name="connsiteX14" fmla="*/ 263905 w 362309"/>
                <a:gd name="connsiteY14" fmla="*/ 146193 h 361971"/>
                <a:gd name="connsiteX15" fmla="*/ 242179 w 362309"/>
                <a:gd name="connsiteY15" fmla="*/ 130872 h 361971"/>
                <a:gd name="connsiteX16" fmla="*/ 236428 w 362309"/>
                <a:gd name="connsiteY16" fmla="*/ 126403 h 361971"/>
                <a:gd name="connsiteX17" fmla="*/ 213424 w 362309"/>
                <a:gd name="connsiteY17" fmla="*/ 109804 h 361971"/>
                <a:gd name="connsiteX18" fmla="*/ 208312 w 362309"/>
                <a:gd name="connsiteY18" fmla="*/ 106612 h 361971"/>
                <a:gd name="connsiteX19" fmla="*/ 182752 w 362309"/>
                <a:gd name="connsiteY19" fmla="*/ 94483 h 361971"/>
                <a:gd name="connsiteX20" fmla="*/ 155276 w 362309"/>
                <a:gd name="connsiteY20" fmla="*/ 106612 h 361971"/>
                <a:gd name="connsiteX21" fmla="*/ 149525 w 362309"/>
                <a:gd name="connsiteY21" fmla="*/ 109804 h 361971"/>
                <a:gd name="connsiteX22" fmla="*/ 149525 w 362309"/>
                <a:gd name="connsiteY22" fmla="*/ 109804 h 361971"/>
                <a:gd name="connsiteX23" fmla="*/ 127160 w 362309"/>
                <a:gd name="connsiteY23" fmla="*/ 126403 h 361971"/>
                <a:gd name="connsiteX24" fmla="*/ 120770 w 362309"/>
                <a:gd name="connsiteY24" fmla="*/ 130872 h 361971"/>
                <a:gd name="connsiteX25" fmla="*/ 101600 w 362309"/>
                <a:gd name="connsiteY25" fmla="*/ 146193 h 361971"/>
                <a:gd name="connsiteX26" fmla="*/ 95210 w 362309"/>
                <a:gd name="connsiteY26" fmla="*/ 150662 h 361971"/>
                <a:gd name="connsiteX27" fmla="*/ 93293 w 362309"/>
                <a:gd name="connsiteY27" fmla="*/ 150024 h 361971"/>
                <a:gd name="connsiteX28" fmla="*/ 89459 w 362309"/>
                <a:gd name="connsiteY28" fmla="*/ 142363 h 361971"/>
                <a:gd name="connsiteX29" fmla="*/ 146969 w 362309"/>
                <a:gd name="connsiteY29" fmla="*/ 272596 h 361971"/>
                <a:gd name="connsiteX30" fmla="*/ 129716 w 362309"/>
                <a:gd name="connsiteY30" fmla="*/ 279618 h 361971"/>
                <a:gd name="connsiteX31" fmla="*/ 129716 w 362309"/>
                <a:gd name="connsiteY31" fmla="*/ 279618 h 361971"/>
                <a:gd name="connsiteX32" fmla="*/ 105434 w 362309"/>
                <a:gd name="connsiteY32" fmla="*/ 254721 h 361971"/>
                <a:gd name="connsiteX33" fmla="*/ 130355 w 362309"/>
                <a:gd name="connsiteY33" fmla="*/ 230462 h 361971"/>
                <a:gd name="connsiteX34" fmla="*/ 154637 w 362309"/>
                <a:gd name="connsiteY34" fmla="*/ 255359 h 361971"/>
                <a:gd name="connsiteX35" fmla="*/ 146969 w 362309"/>
                <a:gd name="connsiteY35" fmla="*/ 272596 h 361971"/>
                <a:gd name="connsiteX36" fmla="*/ 198727 w 362309"/>
                <a:gd name="connsiteY36" fmla="*/ 261105 h 361971"/>
                <a:gd name="connsiteX37" fmla="*/ 162305 w 362309"/>
                <a:gd name="connsiteY37" fmla="*/ 261105 h 361971"/>
                <a:gd name="connsiteX38" fmla="*/ 155915 w 362309"/>
                <a:gd name="connsiteY38" fmla="*/ 254721 h 361971"/>
                <a:gd name="connsiteX39" fmla="*/ 162305 w 362309"/>
                <a:gd name="connsiteY39" fmla="*/ 248337 h 361971"/>
                <a:gd name="connsiteX40" fmla="*/ 198727 w 362309"/>
                <a:gd name="connsiteY40" fmla="*/ 248337 h 361971"/>
                <a:gd name="connsiteX41" fmla="*/ 205117 w 362309"/>
                <a:gd name="connsiteY41" fmla="*/ 254721 h 361971"/>
                <a:gd name="connsiteX42" fmla="*/ 198727 w 362309"/>
                <a:gd name="connsiteY42" fmla="*/ 261105 h 361971"/>
                <a:gd name="connsiteX43" fmla="*/ 249208 w 362309"/>
                <a:gd name="connsiteY43" fmla="*/ 272596 h 361971"/>
                <a:gd name="connsiteX44" fmla="*/ 231955 w 362309"/>
                <a:gd name="connsiteY44" fmla="*/ 279618 h 361971"/>
                <a:gd name="connsiteX45" fmla="*/ 231955 w 362309"/>
                <a:gd name="connsiteY45" fmla="*/ 279618 h 361971"/>
                <a:gd name="connsiteX46" fmla="*/ 207034 w 362309"/>
                <a:gd name="connsiteY46" fmla="*/ 254721 h 361971"/>
                <a:gd name="connsiteX47" fmla="*/ 231955 w 362309"/>
                <a:gd name="connsiteY47" fmla="*/ 229823 h 361971"/>
                <a:gd name="connsiteX48" fmla="*/ 256876 w 362309"/>
                <a:gd name="connsiteY48" fmla="*/ 254721 h 361971"/>
                <a:gd name="connsiteX49" fmla="*/ 249208 w 362309"/>
                <a:gd name="connsiteY49" fmla="*/ 272596 h 361971"/>
                <a:gd name="connsiteX50" fmla="*/ 249208 w 362309"/>
                <a:gd name="connsiteY50" fmla="*/ 272596 h 361971"/>
                <a:gd name="connsiteX51" fmla="*/ 284991 w 362309"/>
                <a:gd name="connsiteY51" fmla="*/ 183220 h 361971"/>
                <a:gd name="connsiteX52" fmla="*/ 275407 w 362309"/>
                <a:gd name="connsiteY52" fmla="*/ 192796 h 361971"/>
                <a:gd name="connsiteX53" fmla="*/ 270295 w 362309"/>
                <a:gd name="connsiteY53" fmla="*/ 192796 h 361971"/>
                <a:gd name="connsiteX54" fmla="*/ 260710 w 362309"/>
                <a:gd name="connsiteY54" fmla="*/ 230462 h 361971"/>
                <a:gd name="connsiteX55" fmla="*/ 253042 w 362309"/>
                <a:gd name="connsiteY55" fmla="*/ 234930 h 361971"/>
                <a:gd name="connsiteX56" fmla="*/ 248569 w 362309"/>
                <a:gd name="connsiteY56" fmla="*/ 227270 h 361971"/>
                <a:gd name="connsiteX57" fmla="*/ 248569 w 362309"/>
                <a:gd name="connsiteY57" fmla="*/ 227270 h 361971"/>
                <a:gd name="connsiteX58" fmla="*/ 259432 w 362309"/>
                <a:gd name="connsiteY58" fmla="*/ 185135 h 361971"/>
                <a:gd name="connsiteX59" fmla="*/ 265822 w 362309"/>
                <a:gd name="connsiteY59" fmla="*/ 180028 h 361971"/>
                <a:gd name="connsiteX60" fmla="*/ 272850 w 362309"/>
                <a:gd name="connsiteY60" fmla="*/ 180028 h 361971"/>
                <a:gd name="connsiteX61" fmla="*/ 272850 w 362309"/>
                <a:gd name="connsiteY61" fmla="*/ 167899 h 361971"/>
                <a:gd name="connsiteX62" fmla="*/ 90098 w 362309"/>
                <a:gd name="connsiteY62" fmla="*/ 167899 h 361971"/>
                <a:gd name="connsiteX63" fmla="*/ 90098 w 362309"/>
                <a:gd name="connsiteY63" fmla="*/ 180028 h 361971"/>
                <a:gd name="connsiteX64" fmla="*/ 96488 w 362309"/>
                <a:gd name="connsiteY64" fmla="*/ 180028 h 361971"/>
                <a:gd name="connsiteX65" fmla="*/ 102878 w 362309"/>
                <a:gd name="connsiteY65" fmla="*/ 185135 h 361971"/>
                <a:gd name="connsiteX66" fmla="*/ 113741 w 362309"/>
                <a:gd name="connsiteY66" fmla="*/ 227270 h 361971"/>
                <a:gd name="connsiteX67" fmla="*/ 109268 w 362309"/>
                <a:gd name="connsiteY67" fmla="*/ 234930 h 361971"/>
                <a:gd name="connsiteX68" fmla="*/ 109268 w 362309"/>
                <a:gd name="connsiteY68" fmla="*/ 234930 h 361971"/>
                <a:gd name="connsiteX69" fmla="*/ 107990 w 362309"/>
                <a:gd name="connsiteY69" fmla="*/ 234930 h 361971"/>
                <a:gd name="connsiteX70" fmla="*/ 101600 w 362309"/>
                <a:gd name="connsiteY70" fmla="*/ 229823 h 361971"/>
                <a:gd name="connsiteX71" fmla="*/ 92015 w 362309"/>
                <a:gd name="connsiteY71" fmla="*/ 192158 h 361971"/>
                <a:gd name="connsiteX72" fmla="*/ 87542 w 362309"/>
                <a:gd name="connsiteY72" fmla="*/ 192158 h 361971"/>
                <a:gd name="connsiteX73" fmla="*/ 77957 w 362309"/>
                <a:gd name="connsiteY73" fmla="*/ 182582 h 361971"/>
                <a:gd name="connsiteX74" fmla="*/ 77957 w 362309"/>
                <a:gd name="connsiteY74" fmla="*/ 164707 h 361971"/>
                <a:gd name="connsiteX75" fmla="*/ 87542 w 362309"/>
                <a:gd name="connsiteY75" fmla="*/ 155131 h 361971"/>
                <a:gd name="connsiteX76" fmla="*/ 276045 w 362309"/>
                <a:gd name="connsiteY76" fmla="*/ 155131 h 361971"/>
                <a:gd name="connsiteX77" fmla="*/ 285630 w 362309"/>
                <a:gd name="connsiteY77" fmla="*/ 164707 h 361971"/>
                <a:gd name="connsiteX78" fmla="*/ 284991 w 362309"/>
                <a:gd name="connsiteY78" fmla="*/ 18322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362309" h="361971">
                  <a:moveTo>
                    <a:pt x="181474" y="0"/>
                  </a:moveTo>
                  <a:cubicBezTo>
                    <a:pt x="81152" y="0"/>
                    <a:pt x="0" y="81076"/>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lose/>
                  <a:moveTo>
                    <a:pt x="89459" y="142363"/>
                  </a:moveTo>
                  <a:cubicBezTo>
                    <a:pt x="92654" y="130233"/>
                    <a:pt x="103517" y="120657"/>
                    <a:pt x="115658" y="118742"/>
                  </a:cubicBezTo>
                  <a:cubicBezTo>
                    <a:pt x="120770" y="106612"/>
                    <a:pt x="132272" y="98313"/>
                    <a:pt x="145691" y="97036"/>
                  </a:cubicBezTo>
                  <a:cubicBezTo>
                    <a:pt x="155276" y="86822"/>
                    <a:pt x="168056" y="81715"/>
                    <a:pt x="182113" y="81715"/>
                  </a:cubicBezTo>
                  <a:cubicBezTo>
                    <a:pt x="195532" y="81076"/>
                    <a:pt x="208312" y="86822"/>
                    <a:pt x="216619" y="97036"/>
                  </a:cubicBezTo>
                  <a:cubicBezTo>
                    <a:pt x="230038" y="98313"/>
                    <a:pt x="241540" y="106612"/>
                    <a:pt x="246652" y="118742"/>
                  </a:cubicBezTo>
                  <a:cubicBezTo>
                    <a:pt x="260071" y="120657"/>
                    <a:pt x="271572" y="129595"/>
                    <a:pt x="276045" y="142363"/>
                  </a:cubicBezTo>
                  <a:cubicBezTo>
                    <a:pt x="277323" y="145555"/>
                    <a:pt x="275407" y="149385"/>
                    <a:pt x="271572" y="150024"/>
                  </a:cubicBezTo>
                  <a:cubicBezTo>
                    <a:pt x="268377" y="151300"/>
                    <a:pt x="265182" y="149385"/>
                    <a:pt x="263905" y="146193"/>
                  </a:cubicBezTo>
                  <a:cubicBezTo>
                    <a:pt x="260710" y="137256"/>
                    <a:pt x="251764" y="130872"/>
                    <a:pt x="242179" y="130872"/>
                  </a:cubicBezTo>
                  <a:cubicBezTo>
                    <a:pt x="239623" y="130872"/>
                    <a:pt x="237067" y="128956"/>
                    <a:pt x="236428" y="126403"/>
                  </a:cubicBezTo>
                  <a:cubicBezTo>
                    <a:pt x="233233" y="116188"/>
                    <a:pt x="224287" y="109804"/>
                    <a:pt x="213424" y="109804"/>
                  </a:cubicBezTo>
                  <a:cubicBezTo>
                    <a:pt x="211507" y="109804"/>
                    <a:pt x="208951" y="108528"/>
                    <a:pt x="208312" y="106612"/>
                  </a:cubicBezTo>
                  <a:cubicBezTo>
                    <a:pt x="202561" y="98313"/>
                    <a:pt x="192976" y="93844"/>
                    <a:pt x="182752" y="94483"/>
                  </a:cubicBezTo>
                  <a:cubicBezTo>
                    <a:pt x="171889" y="93844"/>
                    <a:pt x="161666" y="98313"/>
                    <a:pt x="155276" y="106612"/>
                  </a:cubicBezTo>
                  <a:cubicBezTo>
                    <a:pt x="153998" y="108528"/>
                    <a:pt x="152081" y="109804"/>
                    <a:pt x="149525" y="109804"/>
                  </a:cubicBezTo>
                  <a:lnTo>
                    <a:pt x="149525" y="109804"/>
                  </a:lnTo>
                  <a:cubicBezTo>
                    <a:pt x="139301" y="109804"/>
                    <a:pt x="130355" y="116188"/>
                    <a:pt x="127160" y="126403"/>
                  </a:cubicBezTo>
                  <a:cubicBezTo>
                    <a:pt x="126521" y="128956"/>
                    <a:pt x="123965" y="130872"/>
                    <a:pt x="120770" y="130872"/>
                  </a:cubicBezTo>
                  <a:cubicBezTo>
                    <a:pt x="111824" y="130872"/>
                    <a:pt x="103517" y="137256"/>
                    <a:pt x="101600" y="146193"/>
                  </a:cubicBezTo>
                  <a:cubicBezTo>
                    <a:pt x="100961" y="148747"/>
                    <a:pt x="97766" y="150662"/>
                    <a:pt x="95210" y="150662"/>
                  </a:cubicBezTo>
                  <a:cubicBezTo>
                    <a:pt x="94571" y="150662"/>
                    <a:pt x="93932" y="150662"/>
                    <a:pt x="93293" y="150024"/>
                  </a:cubicBezTo>
                  <a:cubicBezTo>
                    <a:pt x="89459" y="149385"/>
                    <a:pt x="88181" y="145555"/>
                    <a:pt x="89459" y="142363"/>
                  </a:cubicBezTo>
                  <a:close/>
                  <a:moveTo>
                    <a:pt x="146969" y="272596"/>
                  </a:moveTo>
                  <a:cubicBezTo>
                    <a:pt x="142496" y="277065"/>
                    <a:pt x="136106" y="279618"/>
                    <a:pt x="129716" y="279618"/>
                  </a:cubicBezTo>
                  <a:lnTo>
                    <a:pt x="129716" y="279618"/>
                  </a:lnTo>
                  <a:cubicBezTo>
                    <a:pt x="116297" y="279618"/>
                    <a:pt x="104795" y="268766"/>
                    <a:pt x="105434" y="254721"/>
                  </a:cubicBezTo>
                  <a:cubicBezTo>
                    <a:pt x="105434" y="241314"/>
                    <a:pt x="116297" y="229823"/>
                    <a:pt x="130355" y="230462"/>
                  </a:cubicBezTo>
                  <a:cubicBezTo>
                    <a:pt x="143774" y="230462"/>
                    <a:pt x="155276" y="241314"/>
                    <a:pt x="154637" y="255359"/>
                  </a:cubicBezTo>
                  <a:cubicBezTo>
                    <a:pt x="153998" y="261743"/>
                    <a:pt x="151442" y="267489"/>
                    <a:pt x="146969" y="272596"/>
                  </a:cubicBezTo>
                  <a:close/>
                  <a:moveTo>
                    <a:pt x="198727" y="261105"/>
                  </a:moveTo>
                  <a:lnTo>
                    <a:pt x="162305" y="261105"/>
                  </a:lnTo>
                  <a:cubicBezTo>
                    <a:pt x="158471" y="261105"/>
                    <a:pt x="155915" y="258551"/>
                    <a:pt x="155915" y="254721"/>
                  </a:cubicBezTo>
                  <a:cubicBezTo>
                    <a:pt x="155915" y="250890"/>
                    <a:pt x="158471" y="248337"/>
                    <a:pt x="162305" y="248337"/>
                  </a:cubicBezTo>
                  <a:lnTo>
                    <a:pt x="198727" y="248337"/>
                  </a:lnTo>
                  <a:cubicBezTo>
                    <a:pt x="202561" y="248337"/>
                    <a:pt x="205117" y="250890"/>
                    <a:pt x="205117" y="254721"/>
                  </a:cubicBezTo>
                  <a:cubicBezTo>
                    <a:pt x="205117" y="258551"/>
                    <a:pt x="202561" y="261105"/>
                    <a:pt x="198727" y="261105"/>
                  </a:cubicBezTo>
                  <a:close/>
                  <a:moveTo>
                    <a:pt x="249208" y="272596"/>
                  </a:moveTo>
                  <a:cubicBezTo>
                    <a:pt x="244735" y="277065"/>
                    <a:pt x="238345" y="279618"/>
                    <a:pt x="231955" y="279618"/>
                  </a:cubicBezTo>
                  <a:lnTo>
                    <a:pt x="231955" y="279618"/>
                  </a:lnTo>
                  <a:cubicBezTo>
                    <a:pt x="218536" y="279618"/>
                    <a:pt x="207034" y="268766"/>
                    <a:pt x="207034" y="254721"/>
                  </a:cubicBezTo>
                  <a:cubicBezTo>
                    <a:pt x="207034" y="241314"/>
                    <a:pt x="217897" y="229823"/>
                    <a:pt x="231955" y="229823"/>
                  </a:cubicBezTo>
                  <a:cubicBezTo>
                    <a:pt x="245374" y="229823"/>
                    <a:pt x="256876" y="240676"/>
                    <a:pt x="256876" y="254721"/>
                  </a:cubicBezTo>
                  <a:cubicBezTo>
                    <a:pt x="256876" y="261105"/>
                    <a:pt x="254320" y="267489"/>
                    <a:pt x="249208" y="272596"/>
                  </a:cubicBezTo>
                  <a:lnTo>
                    <a:pt x="249208" y="272596"/>
                  </a:lnTo>
                  <a:close/>
                  <a:moveTo>
                    <a:pt x="284991" y="183220"/>
                  </a:moveTo>
                  <a:cubicBezTo>
                    <a:pt x="284991" y="188966"/>
                    <a:pt x="280518" y="192796"/>
                    <a:pt x="275407" y="192796"/>
                  </a:cubicBezTo>
                  <a:lnTo>
                    <a:pt x="270295" y="192796"/>
                  </a:lnTo>
                  <a:lnTo>
                    <a:pt x="260710" y="230462"/>
                  </a:lnTo>
                  <a:cubicBezTo>
                    <a:pt x="260071" y="233654"/>
                    <a:pt x="256237" y="236207"/>
                    <a:pt x="253042" y="234930"/>
                  </a:cubicBezTo>
                  <a:cubicBezTo>
                    <a:pt x="249847" y="234292"/>
                    <a:pt x="247291" y="230462"/>
                    <a:pt x="248569" y="227270"/>
                  </a:cubicBezTo>
                  <a:lnTo>
                    <a:pt x="248569" y="227270"/>
                  </a:lnTo>
                  <a:lnTo>
                    <a:pt x="259432" y="185135"/>
                  </a:lnTo>
                  <a:cubicBezTo>
                    <a:pt x="260071" y="181944"/>
                    <a:pt x="262627" y="180028"/>
                    <a:pt x="265822" y="180028"/>
                  </a:cubicBezTo>
                  <a:lnTo>
                    <a:pt x="272850" y="180028"/>
                  </a:lnTo>
                  <a:lnTo>
                    <a:pt x="272850" y="167899"/>
                  </a:lnTo>
                  <a:lnTo>
                    <a:pt x="90098" y="167899"/>
                  </a:lnTo>
                  <a:lnTo>
                    <a:pt x="90098" y="180028"/>
                  </a:lnTo>
                  <a:lnTo>
                    <a:pt x="96488" y="180028"/>
                  </a:lnTo>
                  <a:cubicBezTo>
                    <a:pt x="99683" y="180028"/>
                    <a:pt x="102239" y="181944"/>
                    <a:pt x="102878" y="185135"/>
                  </a:cubicBezTo>
                  <a:lnTo>
                    <a:pt x="113741" y="227270"/>
                  </a:lnTo>
                  <a:cubicBezTo>
                    <a:pt x="114380" y="230462"/>
                    <a:pt x="112463" y="234292"/>
                    <a:pt x="109268" y="234930"/>
                  </a:cubicBezTo>
                  <a:cubicBezTo>
                    <a:pt x="109268" y="234930"/>
                    <a:pt x="109268" y="234930"/>
                    <a:pt x="109268" y="234930"/>
                  </a:cubicBezTo>
                  <a:cubicBezTo>
                    <a:pt x="108629" y="234930"/>
                    <a:pt x="107990" y="234930"/>
                    <a:pt x="107990" y="234930"/>
                  </a:cubicBezTo>
                  <a:cubicBezTo>
                    <a:pt x="104795" y="234930"/>
                    <a:pt x="102239" y="233015"/>
                    <a:pt x="101600" y="229823"/>
                  </a:cubicBezTo>
                  <a:lnTo>
                    <a:pt x="92015" y="192158"/>
                  </a:lnTo>
                  <a:lnTo>
                    <a:pt x="87542" y="192158"/>
                  </a:lnTo>
                  <a:cubicBezTo>
                    <a:pt x="81792" y="192158"/>
                    <a:pt x="77957" y="187689"/>
                    <a:pt x="77957" y="182582"/>
                  </a:cubicBezTo>
                  <a:lnTo>
                    <a:pt x="77957" y="164707"/>
                  </a:lnTo>
                  <a:cubicBezTo>
                    <a:pt x="77957" y="158961"/>
                    <a:pt x="82430" y="155131"/>
                    <a:pt x="87542" y="155131"/>
                  </a:cubicBezTo>
                  <a:lnTo>
                    <a:pt x="276045" y="155131"/>
                  </a:lnTo>
                  <a:cubicBezTo>
                    <a:pt x="281157" y="155131"/>
                    <a:pt x="285630" y="159600"/>
                    <a:pt x="285630" y="164707"/>
                  </a:cubicBezTo>
                  <a:lnTo>
                    <a:pt x="284991" y="183220"/>
                  </a:lnTo>
                  <a:close/>
                </a:path>
              </a:pathLst>
            </a:custGeom>
            <a:solidFill>
              <a:srgbClr val="007680"/>
            </a:solidFill>
            <a:ln w="6390" cap="flat">
              <a:noFill/>
              <a:prstDash val="solid"/>
              <a:miter/>
            </a:ln>
          </p:spPr>
          <p:txBody>
            <a:bodyPr rtlCol="0" anchor="ctr"/>
            <a:lstStyle/>
            <a:p>
              <a:endParaRPr lang="en-US"/>
            </a:p>
          </p:txBody>
        </p:sp>
      </p:grpSp>
      <p:grpSp>
        <p:nvGrpSpPr>
          <p:cNvPr id="710" name="Graphic 4">
            <a:extLst>
              <a:ext uri="{FF2B5EF4-FFF2-40B4-BE49-F238E27FC236}">
                <a16:creationId xmlns:a16="http://schemas.microsoft.com/office/drawing/2014/main" id="{F326A688-CBD9-AD47-9197-24C1B6EA359F}"/>
              </a:ext>
            </a:extLst>
          </p:cNvPr>
          <p:cNvGrpSpPr>
            <a:grpSpLocks noChangeAspect="1"/>
          </p:cNvGrpSpPr>
          <p:nvPr/>
        </p:nvGrpSpPr>
        <p:grpSpPr>
          <a:xfrm>
            <a:off x="4045469" y="3339623"/>
            <a:ext cx="362309" cy="361971"/>
            <a:chOff x="4045469" y="3339623"/>
            <a:chExt cx="362309" cy="361971"/>
          </a:xfrm>
          <a:solidFill>
            <a:srgbClr val="007680"/>
          </a:solidFill>
        </p:grpSpPr>
        <p:sp>
          <p:nvSpPr>
            <p:cNvPr id="711" name="Graphic 4">
              <a:extLst>
                <a:ext uri="{FF2B5EF4-FFF2-40B4-BE49-F238E27FC236}">
                  <a16:creationId xmlns:a16="http://schemas.microsoft.com/office/drawing/2014/main" id="{346CAAA8-E7CD-F649-AA81-9BB6D30EB27A}"/>
                </a:ext>
              </a:extLst>
            </p:cNvPr>
            <p:cNvSpPr/>
            <p:nvPr/>
          </p:nvSpPr>
          <p:spPr>
            <a:xfrm>
              <a:off x="4164960" y="3477517"/>
              <a:ext cx="116935" cy="74054"/>
            </a:xfrm>
            <a:custGeom>
              <a:avLst/>
              <a:gdLst>
                <a:gd name="connsiteX0" fmla="*/ 98405 w 116935"/>
                <a:gd name="connsiteY0" fmla="*/ 74054 h 74054"/>
                <a:gd name="connsiteX1" fmla="*/ 116936 w 116935"/>
                <a:gd name="connsiteY1" fmla="*/ 0 h 74054"/>
                <a:gd name="connsiteX2" fmla="*/ 0 w 116935"/>
                <a:gd name="connsiteY2" fmla="*/ 8938 h 74054"/>
                <a:gd name="connsiteX3" fmla="*/ 14058 w 116935"/>
                <a:gd name="connsiteY3" fmla="*/ 58094 h 74054"/>
              </a:gdLst>
              <a:ahLst/>
              <a:cxnLst>
                <a:cxn ang="0">
                  <a:pos x="connsiteX0" y="connsiteY0"/>
                </a:cxn>
                <a:cxn ang="0">
                  <a:pos x="connsiteX1" y="connsiteY1"/>
                </a:cxn>
                <a:cxn ang="0">
                  <a:pos x="connsiteX2" y="connsiteY2"/>
                </a:cxn>
                <a:cxn ang="0">
                  <a:pos x="connsiteX3" y="connsiteY3"/>
                </a:cxn>
              </a:cxnLst>
              <a:rect l="l" t="t" r="r" b="b"/>
              <a:pathLst>
                <a:path w="116935" h="74054">
                  <a:moveTo>
                    <a:pt x="98405" y="74054"/>
                  </a:moveTo>
                  <a:lnTo>
                    <a:pt x="116936" y="0"/>
                  </a:lnTo>
                  <a:lnTo>
                    <a:pt x="0" y="8938"/>
                  </a:lnTo>
                  <a:lnTo>
                    <a:pt x="14058" y="58094"/>
                  </a:lnTo>
                  <a:close/>
                </a:path>
              </a:pathLst>
            </a:custGeom>
            <a:solidFill>
              <a:srgbClr val="007680"/>
            </a:solidFill>
            <a:ln w="6390" cap="flat">
              <a:noFill/>
              <a:prstDash val="solid"/>
              <a:miter/>
            </a:ln>
          </p:spPr>
          <p:txBody>
            <a:bodyPr rtlCol="0" anchor="ctr"/>
            <a:lstStyle/>
            <a:p>
              <a:endParaRPr lang="en-US"/>
            </a:p>
          </p:txBody>
        </p:sp>
        <p:sp>
          <p:nvSpPr>
            <p:cNvPr id="712" name="Graphic 4">
              <a:extLst>
                <a:ext uri="{FF2B5EF4-FFF2-40B4-BE49-F238E27FC236}">
                  <a16:creationId xmlns:a16="http://schemas.microsoft.com/office/drawing/2014/main" id="{6E2FD0BC-3324-7F45-9109-57EF6D2AA4C2}"/>
                </a:ext>
              </a:extLst>
            </p:cNvPr>
            <p:cNvSpPr/>
            <p:nvPr/>
          </p:nvSpPr>
          <p:spPr>
            <a:xfrm>
              <a:off x="4180935" y="3549018"/>
              <a:ext cx="20447" cy="35750"/>
            </a:xfrm>
            <a:custGeom>
              <a:avLst/>
              <a:gdLst>
                <a:gd name="connsiteX0" fmla="*/ 3195 w 20447"/>
                <a:gd name="connsiteY0" fmla="*/ 35751 h 35750"/>
                <a:gd name="connsiteX1" fmla="*/ 20448 w 20447"/>
                <a:gd name="connsiteY1" fmla="*/ 3831 h 35750"/>
                <a:gd name="connsiteX2" fmla="*/ 0 w 20447"/>
                <a:gd name="connsiteY2" fmla="*/ 0 h 35750"/>
                <a:gd name="connsiteX3" fmla="*/ 3195 w 20447"/>
                <a:gd name="connsiteY3" fmla="*/ 35751 h 35750"/>
              </a:gdLst>
              <a:ahLst/>
              <a:cxnLst>
                <a:cxn ang="0">
                  <a:pos x="connsiteX0" y="connsiteY0"/>
                </a:cxn>
                <a:cxn ang="0">
                  <a:pos x="connsiteX1" y="connsiteY1"/>
                </a:cxn>
                <a:cxn ang="0">
                  <a:pos x="connsiteX2" y="connsiteY2"/>
                </a:cxn>
                <a:cxn ang="0">
                  <a:pos x="connsiteX3" y="connsiteY3"/>
                </a:cxn>
              </a:cxnLst>
              <a:rect l="l" t="t" r="r" b="b"/>
              <a:pathLst>
                <a:path w="20447" h="35750">
                  <a:moveTo>
                    <a:pt x="3195" y="35751"/>
                  </a:moveTo>
                  <a:cubicBezTo>
                    <a:pt x="10863" y="26175"/>
                    <a:pt x="16614" y="15322"/>
                    <a:pt x="20448" y="3831"/>
                  </a:cubicBezTo>
                  <a:lnTo>
                    <a:pt x="0" y="0"/>
                  </a:lnTo>
                  <a:cubicBezTo>
                    <a:pt x="0" y="12130"/>
                    <a:pt x="639" y="24259"/>
                    <a:pt x="3195" y="35751"/>
                  </a:cubicBezTo>
                  <a:close/>
                </a:path>
              </a:pathLst>
            </a:custGeom>
            <a:solidFill>
              <a:srgbClr val="007680"/>
            </a:solidFill>
            <a:ln w="6390" cap="flat">
              <a:noFill/>
              <a:prstDash val="solid"/>
              <a:miter/>
            </a:ln>
          </p:spPr>
          <p:txBody>
            <a:bodyPr rtlCol="0" anchor="ctr"/>
            <a:lstStyle/>
            <a:p>
              <a:endParaRPr lang="en-US"/>
            </a:p>
          </p:txBody>
        </p:sp>
        <p:sp>
          <p:nvSpPr>
            <p:cNvPr id="713" name="Graphic 4">
              <a:extLst>
                <a:ext uri="{FF2B5EF4-FFF2-40B4-BE49-F238E27FC236}">
                  <a16:creationId xmlns:a16="http://schemas.microsoft.com/office/drawing/2014/main" id="{22FEFDC7-FF5B-5E41-8810-68E5F1ADAFC8}"/>
                </a:ext>
              </a:extLst>
            </p:cNvPr>
            <p:cNvSpPr/>
            <p:nvPr/>
          </p:nvSpPr>
          <p:spPr>
            <a:xfrm>
              <a:off x="4189242" y="3455965"/>
              <a:ext cx="67733" cy="15806"/>
            </a:xfrm>
            <a:custGeom>
              <a:avLst/>
              <a:gdLst>
                <a:gd name="connsiteX0" fmla="*/ 28116 w 67733"/>
                <a:gd name="connsiteY0" fmla="*/ 485 h 15806"/>
                <a:gd name="connsiteX1" fmla="*/ 0 w 67733"/>
                <a:gd name="connsiteY1" fmla="*/ 15807 h 15806"/>
                <a:gd name="connsiteX2" fmla="*/ 67734 w 67733"/>
                <a:gd name="connsiteY2" fmla="*/ 10699 h 15806"/>
                <a:gd name="connsiteX3" fmla="*/ 28116 w 67733"/>
                <a:gd name="connsiteY3" fmla="*/ 485 h 15806"/>
              </a:gdLst>
              <a:ahLst/>
              <a:cxnLst>
                <a:cxn ang="0">
                  <a:pos x="connsiteX0" y="connsiteY0"/>
                </a:cxn>
                <a:cxn ang="0">
                  <a:pos x="connsiteX1" y="connsiteY1"/>
                </a:cxn>
                <a:cxn ang="0">
                  <a:pos x="connsiteX2" y="connsiteY2"/>
                </a:cxn>
                <a:cxn ang="0">
                  <a:pos x="connsiteX3" y="connsiteY3"/>
                </a:cxn>
              </a:cxnLst>
              <a:rect l="l" t="t" r="r" b="b"/>
              <a:pathLst>
                <a:path w="67733" h="15806">
                  <a:moveTo>
                    <a:pt x="28116" y="485"/>
                  </a:moveTo>
                  <a:cubicBezTo>
                    <a:pt x="17253" y="2400"/>
                    <a:pt x="7668" y="8146"/>
                    <a:pt x="0" y="15807"/>
                  </a:cubicBezTo>
                  <a:lnTo>
                    <a:pt x="67734" y="10699"/>
                  </a:lnTo>
                  <a:cubicBezTo>
                    <a:pt x="56232" y="2400"/>
                    <a:pt x="42174" y="-1430"/>
                    <a:pt x="28116" y="485"/>
                  </a:cubicBezTo>
                  <a:close/>
                </a:path>
              </a:pathLst>
            </a:custGeom>
            <a:solidFill>
              <a:srgbClr val="007680"/>
            </a:solidFill>
            <a:ln w="6390" cap="flat">
              <a:noFill/>
              <a:prstDash val="solid"/>
              <a:miter/>
            </a:ln>
          </p:spPr>
          <p:txBody>
            <a:bodyPr rtlCol="0" anchor="ctr"/>
            <a:lstStyle/>
            <a:p>
              <a:endParaRPr lang="en-US"/>
            </a:p>
          </p:txBody>
        </p:sp>
        <p:sp>
          <p:nvSpPr>
            <p:cNvPr id="714" name="Graphic 4">
              <a:extLst>
                <a:ext uri="{FF2B5EF4-FFF2-40B4-BE49-F238E27FC236}">
                  <a16:creationId xmlns:a16="http://schemas.microsoft.com/office/drawing/2014/main" id="{FFB522CF-FFED-6A45-B693-F0E8F36A0FAC}"/>
                </a:ext>
              </a:extLst>
            </p:cNvPr>
            <p:cNvSpPr/>
            <p:nvPr/>
          </p:nvSpPr>
          <p:spPr>
            <a:xfrm>
              <a:off x="4308095" y="3558594"/>
              <a:ext cx="20447" cy="20428"/>
            </a:xfrm>
            <a:custGeom>
              <a:avLst/>
              <a:gdLst>
                <a:gd name="connsiteX0" fmla="*/ 10224 w 20447"/>
                <a:gd name="connsiteY0" fmla="*/ 0 h 20428"/>
                <a:gd name="connsiteX1" fmla="*/ 0 w 20447"/>
                <a:gd name="connsiteY1" fmla="*/ 10215 h 20428"/>
                <a:gd name="connsiteX2" fmla="*/ 10224 w 20447"/>
                <a:gd name="connsiteY2" fmla="*/ 20429 h 20428"/>
                <a:gd name="connsiteX3" fmla="*/ 20448 w 20447"/>
                <a:gd name="connsiteY3" fmla="*/ 10215 h 20428"/>
                <a:gd name="connsiteX4" fmla="*/ 10224 w 20447"/>
                <a:gd name="connsiteY4" fmla="*/ 0 h 20428"/>
                <a:gd name="connsiteX5" fmla="*/ 10224 w 20447"/>
                <a:gd name="connsiteY5" fmla="*/ 0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47" h="20428">
                  <a:moveTo>
                    <a:pt x="10224" y="0"/>
                  </a:moveTo>
                  <a:cubicBezTo>
                    <a:pt x="4473" y="0"/>
                    <a:pt x="0" y="4469"/>
                    <a:pt x="0" y="10215"/>
                  </a:cubicBezTo>
                  <a:cubicBezTo>
                    <a:pt x="0" y="15960"/>
                    <a:pt x="4473" y="20429"/>
                    <a:pt x="10224" y="20429"/>
                  </a:cubicBezTo>
                  <a:cubicBezTo>
                    <a:pt x="15975" y="20429"/>
                    <a:pt x="20448" y="15960"/>
                    <a:pt x="20448" y="10215"/>
                  </a:cubicBezTo>
                  <a:cubicBezTo>
                    <a:pt x="20448" y="4469"/>
                    <a:pt x="15975" y="0"/>
                    <a:pt x="10224" y="0"/>
                  </a:cubicBezTo>
                  <a:lnTo>
                    <a:pt x="10224" y="0"/>
                  </a:lnTo>
                  <a:close/>
                </a:path>
              </a:pathLst>
            </a:custGeom>
            <a:solidFill>
              <a:srgbClr val="007680"/>
            </a:solidFill>
            <a:ln w="6390" cap="flat">
              <a:noFill/>
              <a:prstDash val="solid"/>
              <a:miter/>
            </a:ln>
          </p:spPr>
          <p:txBody>
            <a:bodyPr rtlCol="0" anchor="ctr"/>
            <a:lstStyle/>
            <a:p>
              <a:endParaRPr lang="en-US"/>
            </a:p>
          </p:txBody>
        </p:sp>
        <p:sp>
          <p:nvSpPr>
            <p:cNvPr id="715" name="Graphic 4">
              <a:extLst>
                <a:ext uri="{FF2B5EF4-FFF2-40B4-BE49-F238E27FC236}">
                  <a16:creationId xmlns:a16="http://schemas.microsoft.com/office/drawing/2014/main" id="{C7A52DE7-1717-A345-8E9E-8BDF4B0AAFDE}"/>
                </a:ext>
              </a:extLst>
            </p:cNvPr>
            <p:cNvSpPr/>
            <p:nvPr/>
          </p:nvSpPr>
          <p:spPr>
            <a:xfrm>
              <a:off x="4045469" y="33396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72850 w 362309"/>
                <a:gd name="connsiteY6" fmla="*/ 251529 h 361971"/>
                <a:gd name="connsiteX7" fmla="*/ 250486 w 362309"/>
                <a:gd name="connsiteY7" fmla="*/ 231100 h 361971"/>
                <a:gd name="connsiteX8" fmla="*/ 231316 w 362309"/>
                <a:gd name="connsiteY8" fmla="*/ 227270 h 361971"/>
                <a:gd name="connsiteX9" fmla="*/ 168695 w 362309"/>
                <a:gd name="connsiteY9" fmla="*/ 215779 h 361971"/>
                <a:gd name="connsiteX10" fmla="*/ 139301 w 362309"/>
                <a:gd name="connsiteY10" fmla="*/ 259190 h 361971"/>
                <a:gd name="connsiteX11" fmla="*/ 137384 w 362309"/>
                <a:gd name="connsiteY11" fmla="*/ 259190 h 361971"/>
                <a:gd name="connsiteX12" fmla="*/ 129716 w 362309"/>
                <a:gd name="connsiteY12" fmla="*/ 255359 h 361971"/>
                <a:gd name="connsiteX13" fmla="*/ 122687 w 362309"/>
                <a:gd name="connsiteY13" fmla="*/ 204926 h 361971"/>
                <a:gd name="connsiteX14" fmla="*/ 122687 w 362309"/>
                <a:gd name="connsiteY14" fmla="*/ 204926 h 361971"/>
                <a:gd name="connsiteX15" fmla="*/ 122048 w 362309"/>
                <a:gd name="connsiteY15" fmla="*/ 203649 h 361971"/>
                <a:gd name="connsiteX16" fmla="*/ 100961 w 362309"/>
                <a:gd name="connsiteY16" fmla="*/ 130872 h 361971"/>
                <a:gd name="connsiteX17" fmla="*/ 72845 w 362309"/>
                <a:gd name="connsiteY17" fmla="*/ 130872 h 361971"/>
                <a:gd name="connsiteX18" fmla="*/ 66456 w 362309"/>
                <a:gd name="connsiteY18" fmla="*/ 124488 h 361971"/>
                <a:gd name="connsiteX19" fmla="*/ 72845 w 362309"/>
                <a:gd name="connsiteY19" fmla="*/ 118104 h 361971"/>
                <a:gd name="connsiteX20" fmla="*/ 105434 w 362309"/>
                <a:gd name="connsiteY20" fmla="*/ 118104 h 361971"/>
                <a:gd name="connsiteX21" fmla="*/ 111824 w 362309"/>
                <a:gd name="connsiteY21" fmla="*/ 122573 h 361971"/>
                <a:gd name="connsiteX22" fmla="*/ 115019 w 362309"/>
                <a:gd name="connsiteY22" fmla="*/ 134702 h 361971"/>
                <a:gd name="connsiteX23" fmla="*/ 125243 w 362309"/>
                <a:gd name="connsiteY23" fmla="*/ 134064 h 361971"/>
                <a:gd name="connsiteX24" fmla="*/ 169333 w 362309"/>
                <a:gd name="connsiteY24" fmla="*/ 104697 h 361971"/>
                <a:gd name="connsiteX25" fmla="*/ 230677 w 362309"/>
                <a:gd name="connsiteY25" fmla="*/ 126403 h 361971"/>
                <a:gd name="connsiteX26" fmla="*/ 244096 w 362309"/>
                <a:gd name="connsiteY26" fmla="*/ 125126 h 361971"/>
                <a:gd name="connsiteX27" fmla="*/ 250486 w 362309"/>
                <a:gd name="connsiteY27" fmla="*/ 131510 h 361971"/>
                <a:gd name="connsiteX28" fmla="*/ 250486 w 362309"/>
                <a:gd name="connsiteY28" fmla="*/ 133425 h 361971"/>
                <a:gd name="connsiteX29" fmla="*/ 230038 w 362309"/>
                <a:gd name="connsiteY29" fmla="*/ 215140 h 361971"/>
                <a:gd name="connsiteX30" fmla="*/ 252403 w 362309"/>
                <a:gd name="connsiteY30" fmla="*/ 219609 h 361971"/>
                <a:gd name="connsiteX31" fmla="*/ 283075 w 362309"/>
                <a:gd name="connsiteY31" fmla="*/ 209395 h 361971"/>
                <a:gd name="connsiteX32" fmla="*/ 293298 w 362309"/>
                <a:gd name="connsiteY32" fmla="*/ 240038 h 361971"/>
                <a:gd name="connsiteX33" fmla="*/ 272850 w 362309"/>
                <a:gd name="connsiteY33" fmla="*/ 251529 h 361971"/>
                <a:gd name="connsiteX34" fmla="*/ 272850 w 362309"/>
                <a:gd name="connsiteY34" fmla="*/ 25152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310" y="81077"/>
                    <a:pt x="281796" y="0"/>
                    <a:pt x="181474" y="0"/>
                  </a:cubicBezTo>
                  <a:close/>
                  <a:moveTo>
                    <a:pt x="272850" y="251529"/>
                  </a:moveTo>
                  <a:cubicBezTo>
                    <a:pt x="261349" y="251529"/>
                    <a:pt x="251125" y="242591"/>
                    <a:pt x="250486" y="231100"/>
                  </a:cubicBezTo>
                  <a:lnTo>
                    <a:pt x="231316" y="227270"/>
                  </a:lnTo>
                  <a:lnTo>
                    <a:pt x="168695" y="215779"/>
                  </a:lnTo>
                  <a:cubicBezTo>
                    <a:pt x="162943" y="231100"/>
                    <a:pt x="150803" y="256636"/>
                    <a:pt x="139301" y="259190"/>
                  </a:cubicBezTo>
                  <a:cubicBezTo>
                    <a:pt x="138662" y="259190"/>
                    <a:pt x="138023" y="259190"/>
                    <a:pt x="137384" y="259190"/>
                  </a:cubicBezTo>
                  <a:cubicBezTo>
                    <a:pt x="134189" y="259190"/>
                    <a:pt x="131633" y="257913"/>
                    <a:pt x="129716" y="255359"/>
                  </a:cubicBezTo>
                  <a:cubicBezTo>
                    <a:pt x="122687" y="247060"/>
                    <a:pt x="122048" y="217055"/>
                    <a:pt x="122687" y="204926"/>
                  </a:cubicBezTo>
                  <a:lnTo>
                    <a:pt x="122687" y="204926"/>
                  </a:lnTo>
                  <a:cubicBezTo>
                    <a:pt x="122687" y="204287"/>
                    <a:pt x="122048" y="203649"/>
                    <a:pt x="122048" y="203649"/>
                  </a:cubicBezTo>
                  <a:lnTo>
                    <a:pt x="100961" y="130872"/>
                  </a:lnTo>
                  <a:lnTo>
                    <a:pt x="72845" y="130872"/>
                  </a:lnTo>
                  <a:cubicBezTo>
                    <a:pt x="69012" y="130872"/>
                    <a:pt x="66456" y="128318"/>
                    <a:pt x="66456" y="124488"/>
                  </a:cubicBezTo>
                  <a:cubicBezTo>
                    <a:pt x="66456" y="120657"/>
                    <a:pt x="69012" y="118104"/>
                    <a:pt x="72845" y="118104"/>
                  </a:cubicBezTo>
                  <a:lnTo>
                    <a:pt x="105434" y="118104"/>
                  </a:lnTo>
                  <a:cubicBezTo>
                    <a:pt x="108629" y="118104"/>
                    <a:pt x="111185" y="120019"/>
                    <a:pt x="111824" y="122573"/>
                  </a:cubicBezTo>
                  <a:lnTo>
                    <a:pt x="115019" y="134702"/>
                  </a:lnTo>
                  <a:lnTo>
                    <a:pt x="125243" y="134064"/>
                  </a:lnTo>
                  <a:cubicBezTo>
                    <a:pt x="135467" y="118742"/>
                    <a:pt x="151442" y="108528"/>
                    <a:pt x="169333" y="104697"/>
                  </a:cubicBezTo>
                  <a:cubicBezTo>
                    <a:pt x="189142" y="101505"/>
                    <a:pt x="209590" y="108528"/>
                    <a:pt x="230677" y="126403"/>
                  </a:cubicBezTo>
                  <a:lnTo>
                    <a:pt x="244096" y="125126"/>
                  </a:lnTo>
                  <a:cubicBezTo>
                    <a:pt x="247930" y="125126"/>
                    <a:pt x="250486" y="127680"/>
                    <a:pt x="250486" y="131510"/>
                  </a:cubicBezTo>
                  <a:cubicBezTo>
                    <a:pt x="250486" y="132149"/>
                    <a:pt x="250486" y="132787"/>
                    <a:pt x="250486" y="133425"/>
                  </a:cubicBezTo>
                  <a:lnTo>
                    <a:pt x="230038" y="215140"/>
                  </a:lnTo>
                  <a:lnTo>
                    <a:pt x="252403" y="219609"/>
                  </a:lnTo>
                  <a:cubicBezTo>
                    <a:pt x="258154" y="208118"/>
                    <a:pt x="271572" y="203649"/>
                    <a:pt x="283075" y="209395"/>
                  </a:cubicBezTo>
                  <a:cubicBezTo>
                    <a:pt x="294576" y="215140"/>
                    <a:pt x="299049" y="228546"/>
                    <a:pt x="293298" y="240038"/>
                  </a:cubicBezTo>
                  <a:cubicBezTo>
                    <a:pt x="289464" y="247060"/>
                    <a:pt x="281796" y="251529"/>
                    <a:pt x="272850" y="251529"/>
                  </a:cubicBezTo>
                  <a:lnTo>
                    <a:pt x="272850" y="251529"/>
                  </a:lnTo>
                  <a:close/>
                </a:path>
              </a:pathLst>
            </a:custGeom>
            <a:solidFill>
              <a:srgbClr val="007680"/>
            </a:solidFill>
            <a:ln w="6390" cap="flat">
              <a:noFill/>
              <a:prstDash val="solid"/>
              <a:miter/>
            </a:ln>
          </p:spPr>
          <p:txBody>
            <a:bodyPr rtlCol="0" anchor="ctr"/>
            <a:lstStyle/>
            <a:p>
              <a:endParaRPr lang="en-US"/>
            </a:p>
          </p:txBody>
        </p:sp>
      </p:grpSp>
      <p:grpSp>
        <p:nvGrpSpPr>
          <p:cNvPr id="716" name="Graphic 4">
            <a:extLst>
              <a:ext uri="{FF2B5EF4-FFF2-40B4-BE49-F238E27FC236}">
                <a16:creationId xmlns:a16="http://schemas.microsoft.com/office/drawing/2014/main" id="{CC6F001B-4098-F840-88A9-4D54C72ED011}"/>
              </a:ext>
            </a:extLst>
          </p:cNvPr>
          <p:cNvGrpSpPr>
            <a:grpSpLocks noChangeAspect="1"/>
          </p:cNvGrpSpPr>
          <p:nvPr/>
        </p:nvGrpSpPr>
        <p:grpSpPr>
          <a:xfrm>
            <a:off x="4654430" y="2371173"/>
            <a:ext cx="362312" cy="361971"/>
            <a:chOff x="4654430" y="2371173"/>
            <a:chExt cx="362312" cy="361971"/>
          </a:xfrm>
          <a:solidFill>
            <a:srgbClr val="007680"/>
          </a:solidFill>
        </p:grpSpPr>
        <p:sp>
          <p:nvSpPr>
            <p:cNvPr id="717" name="Graphic 4">
              <a:extLst>
                <a:ext uri="{FF2B5EF4-FFF2-40B4-BE49-F238E27FC236}">
                  <a16:creationId xmlns:a16="http://schemas.microsoft.com/office/drawing/2014/main" id="{B0C90DD7-CD1D-2540-8CAD-52B7B0D1CBD0}"/>
                </a:ext>
              </a:extLst>
            </p:cNvPr>
            <p:cNvSpPr/>
            <p:nvPr/>
          </p:nvSpPr>
          <p:spPr>
            <a:xfrm>
              <a:off x="4654430" y="237117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718" name="Graphic 4">
              <a:extLst>
                <a:ext uri="{FF2B5EF4-FFF2-40B4-BE49-F238E27FC236}">
                  <a16:creationId xmlns:a16="http://schemas.microsoft.com/office/drawing/2014/main" id="{D5946EE1-3227-FC4F-9D5E-9DBC5B1AECB7}"/>
                </a:ext>
              </a:extLst>
            </p:cNvPr>
            <p:cNvSpPr/>
            <p:nvPr/>
          </p:nvSpPr>
          <p:spPr>
            <a:xfrm>
              <a:off x="4728553" y="2475871"/>
              <a:ext cx="215979" cy="153853"/>
            </a:xfrm>
            <a:custGeom>
              <a:avLst/>
              <a:gdLst>
                <a:gd name="connsiteX0" fmla="*/ 196171 w 215979"/>
                <a:gd name="connsiteY0" fmla="*/ 75331 h 153853"/>
                <a:gd name="connsiteX1" fmla="*/ 209590 w 215979"/>
                <a:gd name="connsiteY1" fmla="*/ 75331 h 153853"/>
                <a:gd name="connsiteX2" fmla="*/ 215980 w 215979"/>
                <a:gd name="connsiteY2" fmla="*/ 68947 h 153853"/>
                <a:gd name="connsiteX3" fmla="*/ 209590 w 215979"/>
                <a:gd name="connsiteY3" fmla="*/ 62563 h 153853"/>
                <a:gd name="connsiteX4" fmla="*/ 196171 w 215979"/>
                <a:gd name="connsiteY4" fmla="*/ 62563 h 153853"/>
                <a:gd name="connsiteX5" fmla="*/ 195532 w 215979"/>
                <a:gd name="connsiteY5" fmla="*/ 62563 h 153853"/>
                <a:gd name="connsiteX6" fmla="*/ 195532 w 215979"/>
                <a:gd name="connsiteY6" fmla="*/ 50433 h 153853"/>
                <a:gd name="connsiteX7" fmla="*/ 189142 w 215979"/>
                <a:gd name="connsiteY7" fmla="*/ 44049 h 153853"/>
                <a:gd name="connsiteX8" fmla="*/ 167416 w 215979"/>
                <a:gd name="connsiteY8" fmla="*/ 44049 h 153853"/>
                <a:gd name="connsiteX9" fmla="*/ 161027 w 215979"/>
                <a:gd name="connsiteY9" fmla="*/ 50433 h 153853"/>
                <a:gd name="connsiteX10" fmla="*/ 161027 w 215979"/>
                <a:gd name="connsiteY10" fmla="*/ 62563 h 153853"/>
                <a:gd name="connsiteX11" fmla="*/ 145052 w 215979"/>
                <a:gd name="connsiteY11" fmla="*/ 62563 h 153853"/>
                <a:gd name="connsiteX12" fmla="*/ 145052 w 215979"/>
                <a:gd name="connsiteY12" fmla="*/ 48518 h 153853"/>
                <a:gd name="connsiteX13" fmla="*/ 127160 w 215979"/>
                <a:gd name="connsiteY13" fmla="*/ 36389 h 153853"/>
                <a:gd name="connsiteX14" fmla="*/ 111824 w 215979"/>
                <a:gd name="connsiteY14" fmla="*/ 36389 h 153853"/>
                <a:gd name="connsiteX15" fmla="*/ 111824 w 215979"/>
                <a:gd name="connsiteY15" fmla="*/ 12768 h 153853"/>
                <a:gd name="connsiteX16" fmla="*/ 127160 w 215979"/>
                <a:gd name="connsiteY16" fmla="*/ 12768 h 153853"/>
                <a:gd name="connsiteX17" fmla="*/ 133550 w 215979"/>
                <a:gd name="connsiteY17" fmla="*/ 6384 h 153853"/>
                <a:gd name="connsiteX18" fmla="*/ 127160 w 215979"/>
                <a:gd name="connsiteY18" fmla="*/ 0 h 153853"/>
                <a:gd name="connsiteX19" fmla="*/ 83069 w 215979"/>
                <a:gd name="connsiteY19" fmla="*/ 0 h 153853"/>
                <a:gd name="connsiteX20" fmla="*/ 76679 w 215979"/>
                <a:gd name="connsiteY20" fmla="*/ 6384 h 153853"/>
                <a:gd name="connsiteX21" fmla="*/ 83069 w 215979"/>
                <a:gd name="connsiteY21" fmla="*/ 12768 h 153853"/>
                <a:gd name="connsiteX22" fmla="*/ 99044 w 215979"/>
                <a:gd name="connsiteY22" fmla="*/ 12768 h 153853"/>
                <a:gd name="connsiteX23" fmla="*/ 99044 w 215979"/>
                <a:gd name="connsiteY23" fmla="*/ 36389 h 153853"/>
                <a:gd name="connsiteX24" fmla="*/ 83708 w 215979"/>
                <a:gd name="connsiteY24" fmla="*/ 36389 h 153853"/>
                <a:gd name="connsiteX25" fmla="*/ 83069 w 215979"/>
                <a:gd name="connsiteY25" fmla="*/ 36389 h 153853"/>
                <a:gd name="connsiteX26" fmla="*/ 66456 w 215979"/>
                <a:gd name="connsiteY26" fmla="*/ 51072 h 153853"/>
                <a:gd name="connsiteX27" fmla="*/ 66456 w 215979"/>
                <a:gd name="connsiteY27" fmla="*/ 51710 h 153853"/>
                <a:gd name="connsiteX28" fmla="*/ 66456 w 215979"/>
                <a:gd name="connsiteY28" fmla="*/ 63201 h 153853"/>
                <a:gd name="connsiteX29" fmla="*/ 53676 w 215979"/>
                <a:gd name="connsiteY29" fmla="*/ 63201 h 153853"/>
                <a:gd name="connsiteX30" fmla="*/ 53676 w 215979"/>
                <a:gd name="connsiteY30" fmla="*/ 51710 h 153853"/>
                <a:gd name="connsiteX31" fmla="*/ 47286 w 215979"/>
                <a:gd name="connsiteY31" fmla="*/ 45326 h 153853"/>
                <a:gd name="connsiteX32" fmla="*/ 25560 w 215979"/>
                <a:gd name="connsiteY32" fmla="*/ 45326 h 153853"/>
                <a:gd name="connsiteX33" fmla="*/ 19170 w 215979"/>
                <a:gd name="connsiteY33" fmla="*/ 51710 h 153853"/>
                <a:gd name="connsiteX34" fmla="*/ 19170 w 215979"/>
                <a:gd name="connsiteY34" fmla="*/ 63201 h 153853"/>
                <a:gd name="connsiteX35" fmla="*/ 19170 w 215979"/>
                <a:gd name="connsiteY35" fmla="*/ 63201 h 153853"/>
                <a:gd name="connsiteX36" fmla="*/ 6390 w 215979"/>
                <a:gd name="connsiteY36" fmla="*/ 63201 h 153853"/>
                <a:gd name="connsiteX37" fmla="*/ 0 w 215979"/>
                <a:gd name="connsiteY37" fmla="*/ 69585 h 153853"/>
                <a:gd name="connsiteX38" fmla="*/ 6390 w 215979"/>
                <a:gd name="connsiteY38" fmla="*/ 75969 h 153853"/>
                <a:gd name="connsiteX39" fmla="*/ 19170 w 215979"/>
                <a:gd name="connsiteY39" fmla="*/ 75969 h 153853"/>
                <a:gd name="connsiteX40" fmla="*/ 19809 w 215979"/>
                <a:gd name="connsiteY40" fmla="*/ 75969 h 153853"/>
                <a:gd name="connsiteX41" fmla="*/ 19809 w 215979"/>
                <a:gd name="connsiteY41" fmla="*/ 121934 h 153853"/>
                <a:gd name="connsiteX42" fmla="*/ 19170 w 215979"/>
                <a:gd name="connsiteY42" fmla="*/ 121934 h 153853"/>
                <a:gd name="connsiteX43" fmla="*/ 6390 w 215979"/>
                <a:gd name="connsiteY43" fmla="*/ 121934 h 153853"/>
                <a:gd name="connsiteX44" fmla="*/ 0 w 215979"/>
                <a:gd name="connsiteY44" fmla="*/ 128318 h 153853"/>
                <a:gd name="connsiteX45" fmla="*/ 6390 w 215979"/>
                <a:gd name="connsiteY45" fmla="*/ 134702 h 153853"/>
                <a:gd name="connsiteX46" fmla="*/ 19170 w 215979"/>
                <a:gd name="connsiteY46" fmla="*/ 134702 h 153853"/>
                <a:gd name="connsiteX47" fmla="*/ 19809 w 215979"/>
                <a:gd name="connsiteY47" fmla="*/ 134702 h 153853"/>
                <a:gd name="connsiteX48" fmla="*/ 19809 w 215979"/>
                <a:gd name="connsiteY48" fmla="*/ 147470 h 153853"/>
                <a:gd name="connsiteX49" fmla="*/ 26199 w 215979"/>
                <a:gd name="connsiteY49" fmla="*/ 153854 h 153853"/>
                <a:gd name="connsiteX50" fmla="*/ 47925 w 215979"/>
                <a:gd name="connsiteY50" fmla="*/ 153854 h 153853"/>
                <a:gd name="connsiteX51" fmla="*/ 54314 w 215979"/>
                <a:gd name="connsiteY51" fmla="*/ 147470 h 153853"/>
                <a:gd name="connsiteX52" fmla="*/ 54314 w 215979"/>
                <a:gd name="connsiteY52" fmla="*/ 134702 h 153853"/>
                <a:gd name="connsiteX53" fmla="*/ 161027 w 215979"/>
                <a:gd name="connsiteY53" fmla="*/ 134702 h 153853"/>
                <a:gd name="connsiteX54" fmla="*/ 161027 w 215979"/>
                <a:gd name="connsiteY54" fmla="*/ 147470 h 153853"/>
                <a:gd name="connsiteX55" fmla="*/ 167416 w 215979"/>
                <a:gd name="connsiteY55" fmla="*/ 153854 h 153853"/>
                <a:gd name="connsiteX56" fmla="*/ 189142 w 215979"/>
                <a:gd name="connsiteY56" fmla="*/ 153854 h 153853"/>
                <a:gd name="connsiteX57" fmla="*/ 195532 w 215979"/>
                <a:gd name="connsiteY57" fmla="*/ 147470 h 153853"/>
                <a:gd name="connsiteX58" fmla="*/ 195532 w 215979"/>
                <a:gd name="connsiteY58" fmla="*/ 134702 h 153853"/>
                <a:gd name="connsiteX59" fmla="*/ 196171 w 215979"/>
                <a:gd name="connsiteY59" fmla="*/ 134702 h 153853"/>
                <a:gd name="connsiteX60" fmla="*/ 209590 w 215979"/>
                <a:gd name="connsiteY60" fmla="*/ 134702 h 153853"/>
                <a:gd name="connsiteX61" fmla="*/ 215980 w 215979"/>
                <a:gd name="connsiteY61" fmla="*/ 128318 h 153853"/>
                <a:gd name="connsiteX62" fmla="*/ 209590 w 215979"/>
                <a:gd name="connsiteY62" fmla="*/ 121934 h 153853"/>
                <a:gd name="connsiteX63" fmla="*/ 196171 w 215979"/>
                <a:gd name="connsiteY63" fmla="*/ 121934 h 153853"/>
                <a:gd name="connsiteX64" fmla="*/ 195532 w 215979"/>
                <a:gd name="connsiteY64" fmla="*/ 121934 h 153853"/>
                <a:gd name="connsiteX65" fmla="*/ 195532 w 215979"/>
                <a:gd name="connsiteY65" fmla="*/ 75331 h 153853"/>
                <a:gd name="connsiteX66" fmla="*/ 196171 w 215979"/>
                <a:gd name="connsiteY66" fmla="*/ 75331 h 153853"/>
                <a:gd name="connsiteX67" fmla="*/ 79874 w 215979"/>
                <a:gd name="connsiteY67" fmla="*/ 51072 h 153853"/>
                <a:gd name="connsiteX68" fmla="*/ 83708 w 215979"/>
                <a:gd name="connsiteY68" fmla="*/ 48518 h 153853"/>
                <a:gd name="connsiteX69" fmla="*/ 127160 w 215979"/>
                <a:gd name="connsiteY69" fmla="*/ 48518 h 153853"/>
                <a:gd name="connsiteX70" fmla="*/ 132272 w 215979"/>
                <a:gd name="connsiteY70" fmla="*/ 49157 h 153853"/>
                <a:gd name="connsiteX71" fmla="*/ 132272 w 215979"/>
                <a:gd name="connsiteY71" fmla="*/ 61925 h 153853"/>
                <a:gd name="connsiteX72" fmla="*/ 79874 w 215979"/>
                <a:gd name="connsiteY72" fmla="*/ 61925 h 153853"/>
                <a:gd name="connsiteX73" fmla="*/ 79874 w 215979"/>
                <a:gd name="connsiteY73" fmla="*/ 51072 h 153853"/>
                <a:gd name="connsiteX74" fmla="*/ 41535 w 215979"/>
                <a:gd name="connsiteY74" fmla="*/ 139809 h 153853"/>
                <a:gd name="connsiteX75" fmla="*/ 32589 w 215979"/>
                <a:gd name="connsiteY75" fmla="*/ 139809 h 153853"/>
                <a:gd name="connsiteX76" fmla="*/ 32589 w 215979"/>
                <a:gd name="connsiteY76" fmla="*/ 56817 h 153853"/>
                <a:gd name="connsiteX77" fmla="*/ 41535 w 215979"/>
                <a:gd name="connsiteY77" fmla="*/ 56817 h 153853"/>
                <a:gd name="connsiteX78" fmla="*/ 41535 w 215979"/>
                <a:gd name="connsiteY78" fmla="*/ 139809 h 153853"/>
                <a:gd name="connsiteX79" fmla="*/ 54314 w 215979"/>
                <a:gd name="connsiteY79" fmla="*/ 120657 h 153853"/>
                <a:gd name="connsiteX80" fmla="*/ 54314 w 215979"/>
                <a:gd name="connsiteY80" fmla="*/ 75331 h 153853"/>
                <a:gd name="connsiteX81" fmla="*/ 161027 w 215979"/>
                <a:gd name="connsiteY81" fmla="*/ 75331 h 153853"/>
                <a:gd name="connsiteX82" fmla="*/ 161027 w 215979"/>
                <a:gd name="connsiteY82" fmla="*/ 120657 h 153853"/>
                <a:gd name="connsiteX83" fmla="*/ 54314 w 215979"/>
                <a:gd name="connsiteY83" fmla="*/ 120657 h 153853"/>
                <a:gd name="connsiteX84" fmla="*/ 182113 w 215979"/>
                <a:gd name="connsiteY84" fmla="*/ 139809 h 153853"/>
                <a:gd name="connsiteX85" fmla="*/ 173806 w 215979"/>
                <a:gd name="connsiteY85" fmla="*/ 139809 h 153853"/>
                <a:gd name="connsiteX86" fmla="*/ 173806 w 215979"/>
                <a:gd name="connsiteY86" fmla="*/ 56817 h 153853"/>
                <a:gd name="connsiteX87" fmla="*/ 182752 w 215979"/>
                <a:gd name="connsiteY87" fmla="*/ 56817 h 153853"/>
                <a:gd name="connsiteX88" fmla="*/ 182113 w 215979"/>
                <a:gd name="connsiteY88" fmla="*/ 139809 h 153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215979" h="153853">
                  <a:moveTo>
                    <a:pt x="196171" y="75331"/>
                  </a:moveTo>
                  <a:lnTo>
                    <a:pt x="209590" y="75331"/>
                  </a:lnTo>
                  <a:cubicBezTo>
                    <a:pt x="213424" y="75331"/>
                    <a:pt x="215980" y="72777"/>
                    <a:pt x="215980" y="68947"/>
                  </a:cubicBezTo>
                  <a:cubicBezTo>
                    <a:pt x="215980" y="65117"/>
                    <a:pt x="213424" y="62563"/>
                    <a:pt x="209590" y="62563"/>
                  </a:cubicBezTo>
                  <a:lnTo>
                    <a:pt x="196171" y="62563"/>
                  </a:lnTo>
                  <a:lnTo>
                    <a:pt x="195532" y="62563"/>
                  </a:lnTo>
                  <a:lnTo>
                    <a:pt x="195532" y="50433"/>
                  </a:lnTo>
                  <a:cubicBezTo>
                    <a:pt x="195532" y="46603"/>
                    <a:pt x="192976" y="44049"/>
                    <a:pt x="189142" y="44049"/>
                  </a:cubicBezTo>
                  <a:lnTo>
                    <a:pt x="167416" y="44049"/>
                  </a:lnTo>
                  <a:cubicBezTo>
                    <a:pt x="163582" y="44049"/>
                    <a:pt x="161027" y="46603"/>
                    <a:pt x="161027" y="50433"/>
                  </a:cubicBezTo>
                  <a:lnTo>
                    <a:pt x="161027" y="62563"/>
                  </a:lnTo>
                  <a:lnTo>
                    <a:pt x="145052" y="62563"/>
                  </a:lnTo>
                  <a:cubicBezTo>
                    <a:pt x="145052" y="58094"/>
                    <a:pt x="145052" y="52987"/>
                    <a:pt x="145052" y="48518"/>
                  </a:cubicBezTo>
                  <a:cubicBezTo>
                    <a:pt x="144412" y="39581"/>
                    <a:pt x="135467" y="35750"/>
                    <a:pt x="127160" y="36389"/>
                  </a:cubicBezTo>
                  <a:lnTo>
                    <a:pt x="111824" y="36389"/>
                  </a:lnTo>
                  <a:lnTo>
                    <a:pt x="111824" y="12768"/>
                  </a:lnTo>
                  <a:lnTo>
                    <a:pt x="127160" y="12768"/>
                  </a:lnTo>
                  <a:cubicBezTo>
                    <a:pt x="130994" y="12768"/>
                    <a:pt x="133550" y="10214"/>
                    <a:pt x="133550" y="6384"/>
                  </a:cubicBezTo>
                  <a:cubicBezTo>
                    <a:pt x="133550" y="2554"/>
                    <a:pt x="130994" y="0"/>
                    <a:pt x="127160" y="0"/>
                  </a:cubicBezTo>
                  <a:lnTo>
                    <a:pt x="83069" y="0"/>
                  </a:lnTo>
                  <a:cubicBezTo>
                    <a:pt x="79235" y="0"/>
                    <a:pt x="76679" y="2554"/>
                    <a:pt x="76679" y="6384"/>
                  </a:cubicBezTo>
                  <a:cubicBezTo>
                    <a:pt x="76679" y="10214"/>
                    <a:pt x="79235" y="12768"/>
                    <a:pt x="83069" y="12768"/>
                  </a:cubicBezTo>
                  <a:lnTo>
                    <a:pt x="99044" y="12768"/>
                  </a:lnTo>
                  <a:lnTo>
                    <a:pt x="99044" y="36389"/>
                  </a:lnTo>
                  <a:lnTo>
                    <a:pt x="83708" y="36389"/>
                  </a:lnTo>
                  <a:lnTo>
                    <a:pt x="83069" y="36389"/>
                  </a:lnTo>
                  <a:cubicBezTo>
                    <a:pt x="74762" y="35750"/>
                    <a:pt x="67094" y="42134"/>
                    <a:pt x="66456" y="51072"/>
                  </a:cubicBezTo>
                  <a:cubicBezTo>
                    <a:pt x="66456" y="51072"/>
                    <a:pt x="66456" y="51072"/>
                    <a:pt x="66456" y="51710"/>
                  </a:cubicBezTo>
                  <a:lnTo>
                    <a:pt x="66456" y="63201"/>
                  </a:lnTo>
                  <a:lnTo>
                    <a:pt x="53676" y="63201"/>
                  </a:lnTo>
                  <a:lnTo>
                    <a:pt x="53676" y="51710"/>
                  </a:lnTo>
                  <a:cubicBezTo>
                    <a:pt x="53676" y="47880"/>
                    <a:pt x="51119" y="45326"/>
                    <a:pt x="47286" y="45326"/>
                  </a:cubicBezTo>
                  <a:lnTo>
                    <a:pt x="25560" y="45326"/>
                  </a:lnTo>
                  <a:cubicBezTo>
                    <a:pt x="21726" y="45326"/>
                    <a:pt x="19170" y="47880"/>
                    <a:pt x="19170" y="51710"/>
                  </a:cubicBezTo>
                  <a:lnTo>
                    <a:pt x="19170" y="63201"/>
                  </a:lnTo>
                  <a:lnTo>
                    <a:pt x="19170" y="63201"/>
                  </a:lnTo>
                  <a:lnTo>
                    <a:pt x="6390" y="63201"/>
                  </a:lnTo>
                  <a:cubicBezTo>
                    <a:pt x="2556" y="63201"/>
                    <a:pt x="0" y="65755"/>
                    <a:pt x="0" y="69585"/>
                  </a:cubicBezTo>
                  <a:cubicBezTo>
                    <a:pt x="0" y="73416"/>
                    <a:pt x="2556" y="75969"/>
                    <a:pt x="6390" y="75969"/>
                  </a:cubicBezTo>
                  <a:lnTo>
                    <a:pt x="19170" y="75969"/>
                  </a:lnTo>
                  <a:lnTo>
                    <a:pt x="19809" y="75969"/>
                  </a:lnTo>
                  <a:lnTo>
                    <a:pt x="19809" y="121934"/>
                  </a:lnTo>
                  <a:lnTo>
                    <a:pt x="19170" y="121934"/>
                  </a:lnTo>
                  <a:lnTo>
                    <a:pt x="6390" y="121934"/>
                  </a:lnTo>
                  <a:cubicBezTo>
                    <a:pt x="2556" y="121934"/>
                    <a:pt x="0" y="124488"/>
                    <a:pt x="0" y="128318"/>
                  </a:cubicBezTo>
                  <a:cubicBezTo>
                    <a:pt x="0" y="132148"/>
                    <a:pt x="2556" y="134702"/>
                    <a:pt x="6390" y="134702"/>
                  </a:cubicBezTo>
                  <a:lnTo>
                    <a:pt x="19170" y="134702"/>
                  </a:lnTo>
                  <a:lnTo>
                    <a:pt x="19809" y="134702"/>
                  </a:lnTo>
                  <a:lnTo>
                    <a:pt x="19809" y="147470"/>
                  </a:lnTo>
                  <a:cubicBezTo>
                    <a:pt x="19809" y="151300"/>
                    <a:pt x="22365" y="153854"/>
                    <a:pt x="26199" y="153854"/>
                  </a:cubicBezTo>
                  <a:lnTo>
                    <a:pt x="47925" y="153854"/>
                  </a:lnTo>
                  <a:cubicBezTo>
                    <a:pt x="51758" y="153854"/>
                    <a:pt x="54314" y="151300"/>
                    <a:pt x="54314" y="147470"/>
                  </a:cubicBezTo>
                  <a:lnTo>
                    <a:pt x="54314" y="134702"/>
                  </a:lnTo>
                  <a:lnTo>
                    <a:pt x="161027" y="134702"/>
                  </a:lnTo>
                  <a:lnTo>
                    <a:pt x="161027" y="147470"/>
                  </a:lnTo>
                  <a:cubicBezTo>
                    <a:pt x="161027" y="151300"/>
                    <a:pt x="163582" y="153854"/>
                    <a:pt x="167416" y="153854"/>
                  </a:cubicBezTo>
                  <a:lnTo>
                    <a:pt x="189142" y="153854"/>
                  </a:lnTo>
                  <a:cubicBezTo>
                    <a:pt x="192976" y="153854"/>
                    <a:pt x="195532" y="151300"/>
                    <a:pt x="195532" y="147470"/>
                  </a:cubicBezTo>
                  <a:lnTo>
                    <a:pt x="195532" y="134702"/>
                  </a:lnTo>
                  <a:lnTo>
                    <a:pt x="196171" y="134702"/>
                  </a:lnTo>
                  <a:lnTo>
                    <a:pt x="209590" y="134702"/>
                  </a:lnTo>
                  <a:cubicBezTo>
                    <a:pt x="213424" y="134702"/>
                    <a:pt x="215980" y="132148"/>
                    <a:pt x="215980" y="128318"/>
                  </a:cubicBezTo>
                  <a:cubicBezTo>
                    <a:pt x="215980" y="124488"/>
                    <a:pt x="213424" y="121934"/>
                    <a:pt x="209590" y="121934"/>
                  </a:cubicBezTo>
                  <a:lnTo>
                    <a:pt x="196171" y="121934"/>
                  </a:lnTo>
                  <a:lnTo>
                    <a:pt x="195532" y="121934"/>
                  </a:lnTo>
                  <a:lnTo>
                    <a:pt x="195532" y="75331"/>
                  </a:lnTo>
                  <a:lnTo>
                    <a:pt x="196171" y="75331"/>
                  </a:lnTo>
                  <a:close/>
                  <a:moveTo>
                    <a:pt x="79874" y="51072"/>
                  </a:moveTo>
                  <a:cubicBezTo>
                    <a:pt x="79874" y="48518"/>
                    <a:pt x="82430" y="48518"/>
                    <a:pt x="83708" y="48518"/>
                  </a:cubicBezTo>
                  <a:cubicBezTo>
                    <a:pt x="93293" y="48518"/>
                    <a:pt x="125243" y="48518"/>
                    <a:pt x="127160" y="48518"/>
                  </a:cubicBezTo>
                  <a:cubicBezTo>
                    <a:pt x="129077" y="48518"/>
                    <a:pt x="130355" y="48518"/>
                    <a:pt x="132272" y="49157"/>
                  </a:cubicBezTo>
                  <a:cubicBezTo>
                    <a:pt x="132272" y="53625"/>
                    <a:pt x="132272" y="58094"/>
                    <a:pt x="132272" y="61925"/>
                  </a:cubicBezTo>
                  <a:lnTo>
                    <a:pt x="79874" y="61925"/>
                  </a:lnTo>
                  <a:lnTo>
                    <a:pt x="79874" y="51072"/>
                  </a:lnTo>
                  <a:close/>
                  <a:moveTo>
                    <a:pt x="41535" y="139809"/>
                  </a:moveTo>
                  <a:lnTo>
                    <a:pt x="32589" y="139809"/>
                  </a:lnTo>
                  <a:lnTo>
                    <a:pt x="32589" y="56817"/>
                  </a:lnTo>
                  <a:lnTo>
                    <a:pt x="41535" y="56817"/>
                  </a:lnTo>
                  <a:lnTo>
                    <a:pt x="41535" y="139809"/>
                  </a:lnTo>
                  <a:close/>
                  <a:moveTo>
                    <a:pt x="54314" y="120657"/>
                  </a:moveTo>
                  <a:lnTo>
                    <a:pt x="54314" y="75331"/>
                  </a:lnTo>
                  <a:lnTo>
                    <a:pt x="161027" y="75331"/>
                  </a:lnTo>
                  <a:lnTo>
                    <a:pt x="161027" y="120657"/>
                  </a:lnTo>
                  <a:lnTo>
                    <a:pt x="54314" y="120657"/>
                  </a:lnTo>
                  <a:close/>
                  <a:moveTo>
                    <a:pt x="182113" y="139809"/>
                  </a:moveTo>
                  <a:lnTo>
                    <a:pt x="173806" y="139809"/>
                  </a:lnTo>
                  <a:lnTo>
                    <a:pt x="173806" y="56817"/>
                  </a:lnTo>
                  <a:lnTo>
                    <a:pt x="182752" y="56817"/>
                  </a:lnTo>
                  <a:lnTo>
                    <a:pt x="182113" y="139809"/>
                  </a:lnTo>
                  <a:close/>
                </a:path>
              </a:pathLst>
            </a:custGeom>
            <a:solidFill>
              <a:srgbClr val="007680"/>
            </a:solidFill>
            <a:ln w="6390" cap="flat">
              <a:noFill/>
              <a:prstDash val="solid"/>
              <a:miter/>
            </a:ln>
          </p:spPr>
          <p:txBody>
            <a:bodyPr rtlCol="0" anchor="ctr"/>
            <a:lstStyle/>
            <a:p>
              <a:endParaRPr lang="en-US"/>
            </a:p>
          </p:txBody>
        </p:sp>
      </p:grpSp>
      <p:grpSp>
        <p:nvGrpSpPr>
          <p:cNvPr id="719" name="Graphic 4">
            <a:extLst>
              <a:ext uri="{FF2B5EF4-FFF2-40B4-BE49-F238E27FC236}">
                <a16:creationId xmlns:a16="http://schemas.microsoft.com/office/drawing/2014/main" id="{B7FE4D61-D4A9-B143-A8AC-915A1B29E12E}"/>
              </a:ext>
            </a:extLst>
          </p:cNvPr>
          <p:cNvGrpSpPr>
            <a:grpSpLocks noChangeAspect="1"/>
          </p:cNvGrpSpPr>
          <p:nvPr/>
        </p:nvGrpSpPr>
        <p:grpSpPr>
          <a:xfrm>
            <a:off x="4655069" y="1885990"/>
            <a:ext cx="362309" cy="361971"/>
            <a:chOff x="4655069" y="1885990"/>
            <a:chExt cx="362309" cy="361971"/>
          </a:xfrm>
          <a:solidFill>
            <a:srgbClr val="007680"/>
          </a:solidFill>
        </p:grpSpPr>
        <p:sp>
          <p:nvSpPr>
            <p:cNvPr id="720" name="Graphic 4">
              <a:extLst>
                <a:ext uri="{FF2B5EF4-FFF2-40B4-BE49-F238E27FC236}">
                  <a16:creationId xmlns:a16="http://schemas.microsoft.com/office/drawing/2014/main" id="{AB4FAEE9-DF6F-8E48-9E93-6C8ABF56FB22}"/>
                </a:ext>
              </a:extLst>
            </p:cNvPr>
            <p:cNvSpPr/>
            <p:nvPr/>
          </p:nvSpPr>
          <p:spPr>
            <a:xfrm>
              <a:off x="4655069" y="1885990"/>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180835 w 362309"/>
                <a:gd name="connsiteY6" fmla="*/ 348565 h 361971"/>
                <a:gd name="connsiteX7" fmla="*/ 12780 w 362309"/>
                <a:gd name="connsiteY7" fmla="*/ 180028 h 361971"/>
                <a:gd name="connsiteX8" fmla="*/ 181474 w 362309"/>
                <a:gd name="connsiteY8" fmla="*/ 12130 h 361971"/>
                <a:gd name="connsiteX9" fmla="*/ 349530 w 362309"/>
                <a:gd name="connsiteY9" fmla="*/ 180667 h 361971"/>
                <a:gd name="connsiteX10" fmla="*/ 349530 w 362309"/>
                <a:gd name="connsiteY10" fmla="*/ 180667 h 361971"/>
                <a:gd name="connsiteX11" fmla="*/ 180835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7"/>
                    <a:pt x="0" y="181305"/>
                  </a:cubicBezTo>
                  <a:cubicBezTo>
                    <a:pt x="0" y="281534"/>
                    <a:pt x="81152" y="361972"/>
                    <a:pt x="181474" y="361972"/>
                  </a:cubicBezTo>
                  <a:cubicBezTo>
                    <a:pt x="281796" y="361972"/>
                    <a:pt x="362310" y="280895"/>
                    <a:pt x="362310" y="180667"/>
                  </a:cubicBezTo>
                  <a:cubicBezTo>
                    <a:pt x="362310" y="80438"/>
                    <a:pt x="281157" y="0"/>
                    <a:pt x="180835" y="0"/>
                  </a:cubicBezTo>
                  <a:cubicBezTo>
                    <a:pt x="180835" y="0"/>
                    <a:pt x="180835" y="0"/>
                    <a:pt x="180835" y="0"/>
                  </a:cubicBezTo>
                  <a:close/>
                  <a:moveTo>
                    <a:pt x="180835" y="348565"/>
                  </a:moveTo>
                  <a:cubicBezTo>
                    <a:pt x="87542" y="348565"/>
                    <a:pt x="12780" y="273235"/>
                    <a:pt x="12780" y="180028"/>
                  </a:cubicBezTo>
                  <a:cubicBezTo>
                    <a:pt x="12780" y="86822"/>
                    <a:pt x="88181" y="12130"/>
                    <a:pt x="181474" y="12130"/>
                  </a:cubicBezTo>
                  <a:cubicBezTo>
                    <a:pt x="274767" y="12130"/>
                    <a:pt x="349530" y="87461"/>
                    <a:pt x="349530" y="180667"/>
                  </a:cubicBezTo>
                  <a:cubicBezTo>
                    <a:pt x="349530" y="180667"/>
                    <a:pt x="349530" y="180667"/>
                    <a:pt x="349530" y="180667"/>
                  </a:cubicBezTo>
                  <a:cubicBezTo>
                    <a:pt x="349530" y="273235"/>
                    <a:pt x="274128" y="348565"/>
                    <a:pt x="180835" y="348565"/>
                  </a:cubicBezTo>
                  <a:close/>
                </a:path>
              </a:pathLst>
            </a:custGeom>
            <a:solidFill>
              <a:srgbClr val="007680"/>
            </a:solidFill>
            <a:ln w="6390" cap="flat">
              <a:noFill/>
              <a:prstDash val="solid"/>
              <a:miter/>
            </a:ln>
          </p:spPr>
          <p:txBody>
            <a:bodyPr rtlCol="0" anchor="ctr"/>
            <a:lstStyle/>
            <a:p>
              <a:endParaRPr lang="en-US"/>
            </a:p>
          </p:txBody>
        </p:sp>
        <p:sp>
          <p:nvSpPr>
            <p:cNvPr id="721" name="Graphic 4">
              <a:extLst>
                <a:ext uri="{FF2B5EF4-FFF2-40B4-BE49-F238E27FC236}">
                  <a16:creationId xmlns:a16="http://schemas.microsoft.com/office/drawing/2014/main" id="{46E9DA10-9C36-E740-A514-3C7B55B251DC}"/>
                </a:ext>
              </a:extLst>
            </p:cNvPr>
            <p:cNvSpPr/>
            <p:nvPr/>
          </p:nvSpPr>
          <p:spPr>
            <a:xfrm>
              <a:off x="4720246" y="1974728"/>
              <a:ext cx="234510" cy="170452"/>
            </a:xfrm>
            <a:custGeom>
              <a:avLst/>
              <a:gdLst>
                <a:gd name="connsiteX0" fmla="*/ 191059 w 234510"/>
                <a:gd name="connsiteY0" fmla="*/ 75969 h 170452"/>
                <a:gd name="connsiteX1" fmla="*/ 169972 w 234510"/>
                <a:gd name="connsiteY1" fmla="*/ 74692 h 170452"/>
                <a:gd name="connsiteX2" fmla="*/ 169972 w 234510"/>
                <a:gd name="connsiteY2" fmla="*/ 72139 h 170452"/>
                <a:gd name="connsiteX3" fmla="*/ 163582 w 234510"/>
                <a:gd name="connsiteY3" fmla="*/ 65755 h 170452"/>
                <a:gd name="connsiteX4" fmla="*/ 153997 w 234510"/>
                <a:gd name="connsiteY4" fmla="*/ 65755 h 170452"/>
                <a:gd name="connsiteX5" fmla="*/ 153997 w 234510"/>
                <a:gd name="connsiteY5" fmla="*/ 57456 h 170452"/>
                <a:gd name="connsiteX6" fmla="*/ 147607 w 234510"/>
                <a:gd name="connsiteY6" fmla="*/ 51072 h 170452"/>
                <a:gd name="connsiteX7" fmla="*/ 123326 w 234510"/>
                <a:gd name="connsiteY7" fmla="*/ 51072 h 170452"/>
                <a:gd name="connsiteX8" fmla="*/ 123326 w 234510"/>
                <a:gd name="connsiteY8" fmla="*/ 31281 h 170452"/>
                <a:gd name="connsiteX9" fmla="*/ 153358 w 234510"/>
                <a:gd name="connsiteY9" fmla="*/ 31281 h 170452"/>
                <a:gd name="connsiteX10" fmla="*/ 157832 w 234510"/>
                <a:gd name="connsiteY10" fmla="*/ 35750 h 170452"/>
                <a:gd name="connsiteX11" fmla="*/ 164221 w 234510"/>
                <a:gd name="connsiteY11" fmla="*/ 42134 h 170452"/>
                <a:gd name="connsiteX12" fmla="*/ 170611 w 234510"/>
                <a:gd name="connsiteY12" fmla="*/ 35750 h 170452"/>
                <a:gd name="connsiteX13" fmla="*/ 153358 w 234510"/>
                <a:gd name="connsiteY13" fmla="*/ 18514 h 170452"/>
                <a:gd name="connsiteX14" fmla="*/ 123326 w 234510"/>
                <a:gd name="connsiteY14" fmla="*/ 18514 h 170452"/>
                <a:gd name="connsiteX15" fmla="*/ 123326 w 234510"/>
                <a:gd name="connsiteY15" fmla="*/ 6384 h 170452"/>
                <a:gd name="connsiteX16" fmla="*/ 116936 w 234510"/>
                <a:gd name="connsiteY16" fmla="*/ 0 h 170452"/>
                <a:gd name="connsiteX17" fmla="*/ 110546 w 234510"/>
                <a:gd name="connsiteY17" fmla="*/ 6384 h 170452"/>
                <a:gd name="connsiteX18" fmla="*/ 110546 w 234510"/>
                <a:gd name="connsiteY18" fmla="*/ 18514 h 170452"/>
                <a:gd name="connsiteX19" fmla="*/ 80513 w 234510"/>
                <a:gd name="connsiteY19" fmla="*/ 18514 h 170452"/>
                <a:gd name="connsiteX20" fmla="*/ 63260 w 234510"/>
                <a:gd name="connsiteY20" fmla="*/ 35750 h 170452"/>
                <a:gd name="connsiteX21" fmla="*/ 69650 w 234510"/>
                <a:gd name="connsiteY21" fmla="*/ 42134 h 170452"/>
                <a:gd name="connsiteX22" fmla="*/ 76040 w 234510"/>
                <a:gd name="connsiteY22" fmla="*/ 35750 h 170452"/>
                <a:gd name="connsiteX23" fmla="*/ 80513 w 234510"/>
                <a:gd name="connsiteY23" fmla="*/ 31281 h 170452"/>
                <a:gd name="connsiteX24" fmla="*/ 110546 w 234510"/>
                <a:gd name="connsiteY24" fmla="*/ 31281 h 170452"/>
                <a:gd name="connsiteX25" fmla="*/ 110546 w 234510"/>
                <a:gd name="connsiteY25" fmla="*/ 51072 h 170452"/>
                <a:gd name="connsiteX26" fmla="*/ 86264 w 234510"/>
                <a:gd name="connsiteY26" fmla="*/ 51072 h 170452"/>
                <a:gd name="connsiteX27" fmla="*/ 79874 w 234510"/>
                <a:gd name="connsiteY27" fmla="*/ 57456 h 170452"/>
                <a:gd name="connsiteX28" fmla="*/ 79874 w 234510"/>
                <a:gd name="connsiteY28" fmla="*/ 65755 h 170452"/>
                <a:gd name="connsiteX29" fmla="*/ 70289 w 234510"/>
                <a:gd name="connsiteY29" fmla="*/ 65755 h 170452"/>
                <a:gd name="connsiteX30" fmla="*/ 63899 w 234510"/>
                <a:gd name="connsiteY30" fmla="*/ 72139 h 170452"/>
                <a:gd name="connsiteX31" fmla="*/ 63899 w 234510"/>
                <a:gd name="connsiteY31" fmla="*/ 74054 h 170452"/>
                <a:gd name="connsiteX32" fmla="*/ 40895 w 234510"/>
                <a:gd name="connsiteY32" fmla="*/ 75331 h 170452"/>
                <a:gd name="connsiteX33" fmla="*/ 1278 w 234510"/>
                <a:gd name="connsiteY33" fmla="*/ 113635 h 170452"/>
                <a:gd name="connsiteX34" fmla="*/ 0 w 234510"/>
                <a:gd name="connsiteY34" fmla="*/ 164068 h 170452"/>
                <a:gd name="connsiteX35" fmla="*/ 6390 w 234510"/>
                <a:gd name="connsiteY35" fmla="*/ 170452 h 170452"/>
                <a:gd name="connsiteX36" fmla="*/ 36423 w 234510"/>
                <a:gd name="connsiteY36" fmla="*/ 170452 h 170452"/>
                <a:gd name="connsiteX37" fmla="*/ 42813 w 234510"/>
                <a:gd name="connsiteY37" fmla="*/ 164068 h 170452"/>
                <a:gd name="connsiteX38" fmla="*/ 42813 w 234510"/>
                <a:gd name="connsiteY38" fmla="*/ 142363 h 170452"/>
                <a:gd name="connsiteX39" fmla="*/ 45368 w 234510"/>
                <a:gd name="connsiteY39" fmla="*/ 130872 h 170452"/>
                <a:gd name="connsiteX40" fmla="*/ 47925 w 234510"/>
                <a:gd name="connsiteY40" fmla="*/ 130233 h 170452"/>
                <a:gd name="connsiteX41" fmla="*/ 65177 w 234510"/>
                <a:gd name="connsiteY41" fmla="*/ 130233 h 170452"/>
                <a:gd name="connsiteX42" fmla="*/ 65177 w 234510"/>
                <a:gd name="connsiteY42" fmla="*/ 133425 h 170452"/>
                <a:gd name="connsiteX43" fmla="*/ 71567 w 234510"/>
                <a:gd name="connsiteY43" fmla="*/ 139809 h 170452"/>
                <a:gd name="connsiteX44" fmla="*/ 165499 w 234510"/>
                <a:gd name="connsiteY44" fmla="*/ 139809 h 170452"/>
                <a:gd name="connsiteX45" fmla="*/ 171889 w 234510"/>
                <a:gd name="connsiteY45" fmla="*/ 133425 h 170452"/>
                <a:gd name="connsiteX46" fmla="*/ 171889 w 234510"/>
                <a:gd name="connsiteY46" fmla="*/ 130233 h 170452"/>
                <a:gd name="connsiteX47" fmla="*/ 186586 w 234510"/>
                <a:gd name="connsiteY47" fmla="*/ 130233 h 170452"/>
                <a:gd name="connsiteX48" fmla="*/ 189142 w 234510"/>
                <a:gd name="connsiteY48" fmla="*/ 130872 h 170452"/>
                <a:gd name="connsiteX49" fmla="*/ 191698 w 234510"/>
                <a:gd name="connsiteY49" fmla="*/ 143001 h 170452"/>
                <a:gd name="connsiteX50" fmla="*/ 191698 w 234510"/>
                <a:gd name="connsiteY50" fmla="*/ 164068 h 170452"/>
                <a:gd name="connsiteX51" fmla="*/ 198088 w 234510"/>
                <a:gd name="connsiteY51" fmla="*/ 170452 h 170452"/>
                <a:gd name="connsiteX52" fmla="*/ 228121 w 234510"/>
                <a:gd name="connsiteY52" fmla="*/ 170452 h 170452"/>
                <a:gd name="connsiteX53" fmla="*/ 234511 w 234510"/>
                <a:gd name="connsiteY53" fmla="*/ 164068 h 170452"/>
                <a:gd name="connsiteX54" fmla="*/ 233233 w 234510"/>
                <a:gd name="connsiteY54" fmla="*/ 113635 h 170452"/>
                <a:gd name="connsiteX55" fmla="*/ 191059 w 234510"/>
                <a:gd name="connsiteY55" fmla="*/ 75969 h 170452"/>
                <a:gd name="connsiteX56" fmla="*/ 46646 w 234510"/>
                <a:gd name="connsiteY56" fmla="*/ 117465 h 170452"/>
                <a:gd name="connsiteX57" fmla="*/ 35145 w 234510"/>
                <a:gd name="connsiteY57" fmla="*/ 122572 h 170452"/>
                <a:gd name="connsiteX58" fmla="*/ 29394 w 234510"/>
                <a:gd name="connsiteY58" fmla="*/ 143640 h 170452"/>
                <a:gd name="connsiteX59" fmla="*/ 29394 w 234510"/>
                <a:gd name="connsiteY59" fmla="*/ 158323 h 170452"/>
                <a:gd name="connsiteX60" fmla="*/ 12141 w 234510"/>
                <a:gd name="connsiteY60" fmla="*/ 158323 h 170452"/>
                <a:gd name="connsiteX61" fmla="*/ 13419 w 234510"/>
                <a:gd name="connsiteY61" fmla="*/ 114912 h 170452"/>
                <a:gd name="connsiteX62" fmla="*/ 42173 w 234510"/>
                <a:gd name="connsiteY62" fmla="*/ 88737 h 170452"/>
                <a:gd name="connsiteX63" fmla="*/ 63260 w 234510"/>
                <a:gd name="connsiteY63" fmla="*/ 87460 h 170452"/>
                <a:gd name="connsiteX64" fmla="*/ 63260 w 234510"/>
                <a:gd name="connsiteY64" fmla="*/ 118104 h 170452"/>
                <a:gd name="connsiteX65" fmla="*/ 46646 w 234510"/>
                <a:gd name="connsiteY65" fmla="*/ 117465 h 170452"/>
                <a:gd name="connsiteX66" fmla="*/ 157192 w 234510"/>
                <a:gd name="connsiteY66" fmla="*/ 127041 h 170452"/>
                <a:gd name="connsiteX67" fmla="*/ 76040 w 234510"/>
                <a:gd name="connsiteY67" fmla="*/ 127041 h 170452"/>
                <a:gd name="connsiteX68" fmla="*/ 76040 w 234510"/>
                <a:gd name="connsiteY68" fmla="*/ 78523 h 170452"/>
                <a:gd name="connsiteX69" fmla="*/ 85625 w 234510"/>
                <a:gd name="connsiteY69" fmla="*/ 78523 h 170452"/>
                <a:gd name="connsiteX70" fmla="*/ 92015 w 234510"/>
                <a:gd name="connsiteY70" fmla="*/ 72139 h 170452"/>
                <a:gd name="connsiteX71" fmla="*/ 92015 w 234510"/>
                <a:gd name="connsiteY71" fmla="*/ 63840 h 170452"/>
                <a:gd name="connsiteX72" fmla="*/ 140579 w 234510"/>
                <a:gd name="connsiteY72" fmla="*/ 63840 h 170452"/>
                <a:gd name="connsiteX73" fmla="*/ 140579 w 234510"/>
                <a:gd name="connsiteY73" fmla="*/ 72139 h 170452"/>
                <a:gd name="connsiteX74" fmla="*/ 146969 w 234510"/>
                <a:gd name="connsiteY74" fmla="*/ 78523 h 170452"/>
                <a:gd name="connsiteX75" fmla="*/ 156553 w 234510"/>
                <a:gd name="connsiteY75" fmla="*/ 78523 h 170452"/>
                <a:gd name="connsiteX76" fmla="*/ 157192 w 234510"/>
                <a:gd name="connsiteY76" fmla="*/ 127041 h 170452"/>
                <a:gd name="connsiteX77" fmla="*/ 202561 w 234510"/>
                <a:gd name="connsiteY77" fmla="*/ 158323 h 170452"/>
                <a:gd name="connsiteX78" fmla="*/ 202561 w 234510"/>
                <a:gd name="connsiteY78" fmla="*/ 144278 h 170452"/>
                <a:gd name="connsiteX79" fmla="*/ 196810 w 234510"/>
                <a:gd name="connsiteY79" fmla="*/ 122572 h 170452"/>
                <a:gd name="connsiteX80" fmla="*/ 184669 w 234510"/>
                <a:gd name="connsiteY80" fmla="*/ 117465 h 170452"/>
                <a:gd name="connsiteX81" fmla="*/ 169972 w 234510"/>
                <a:gd name="connsiteY81" fmla="*/ 117465 h 170452"/>
                <a:gd name="connsiteX82" fmla="*/ 169972 w 234510"/>
                <a:gd name="connsiteY82" fmla="*/ 86822 h 170452"/>
                <a:gd name="connsiteX83" fmla="*/ 189142 w 234510"/>
                <a:gd name="connsiteY83" fmla="*/ 88099 h 170452"/>
                <a:gd name="connsiteX84" fmla="*/ 218536 w 234510"/>
                <a:gd name="connsiteY84" fmla="*/ 114273 h 170452"/>
                <a:gd name="connsiteX85" fmla="*/ 219814 w 234510"/>
                <a:gd name="connsiteY85" fmla="*/ 157684 h 170452"/>
                <a:gd name="connsiteX86" fmla="*/ 202561 w 234510"/>
                <a:gd name="connsiteY86" fmla="*/ 158323 h 17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34510" h="170452">
                  <a:moveTo>
                    <a:pt x="191059" y="75969"/>
                  </a:moveTo>
                  <a:cubicBezTo>
                    <a:pt x="184030" y="75331"/>
                    <a:pt x="177001" y="74692"/>
                    <a:pt x="169972" y="74692"/>
                  </a:cubicBezTo>
                  <a:lnTo>
                    <a:pt x="169972" y="72139"/>
                  </a:lnTo>
                  <a:cubicBezTo>
                    <a:pt x="169972" y="68308"/>
                    <a:pt x="167416" y="65755"/>
                    <a:pt x="163582" y="65755"/>
                  </a:cubicBezTo>
                  <a:lnTo>
                    <a:pt x="153997" y="65755"/>
                  </a:lnTo>
                  <a:lnTo>
                    <a:pt x="153997" y="57456"/>
                  </a:lnTo>
                  <a:cubicBezTo>
                    <a:pt x="153997" y="53625"/>
                    <a:pt x="151442" y="51072"/>
                    <a:pt x="147607" y="51072"/>
                  </a:cubicBezTo>
                  <a:lnTo>
                    <a:pt x="123326" y="51072"/>
                  </a:lnTo>
                  <a:lnTo>
                    <a:pt x="123326" y="31281"/>
                  </a:lnTo>
                  <a:lnTo>
                    <a:pt x="153358" y="31281"/>
                  </a:lnTo>
                  <a:cubicBezTo>
                    <a:pt x="155914" y="31281"/>
                    <a:pt x="157832" y="33197"/>
                    <a:pt x="157832" y="35750"/>
                  </a:cubicBezTo>
                  <a:cubicBezTo>
                    <a:pt x="157832" y="39581"/>
                    <a:pt x="160387" y="42134"/>
                    <a:pt x="164221" y="42134"/>
                  </a:cubicBezTo>
                  <a:cubicBezTo>
                    <a:pt x="168055" y="42134"/>
                    <a:pt x="170611" y="39581"/>
                    <a:pt x="170611" y="35750"/>
                  </a:cubicBezTo>
                  <a:cubicBezTo>
                    <a:pt x="170611" y="26174"/>
                    <a:pt x="162943" y="18514"/>
                    <a:pt x="153358" y="18514"/>
                  </a:cubicBezTo>
                  <a:lnTo>
                    <a:pt x="123326" y="18514"/>
                  </a:lnTo>
                  <a:lnTo>
                    <a:pt x="123326" y="6384"/>
                  </a:lnTo>
                  <a:cubicBezTo>
                    <a:pt x="123326" y="2554"/>
                    <a:pt x="120770" y="0"/>
                    <a:pt x="116936" y="0"/>
                  </a:cubicBezTo>
                  <a:cubicBezTo>
                    <a:pt x="113102" y="0"/>
                    <a:pt x="110546" y="2554"/>
                    <a:pt x="110546" y="6384"/>
                  </a:cubicBezTo>
                  <a:lnTo>
                    <a:pt x="110546" y="18514"/>
                  </a:lnTo>
                  <a:lnTo>
                    <a:pt x="80513" y="18514"/>
                  </a:lnTo>
                  <a:cubicBezTo>
                    <a:pt x="70928" y="18514"/>
                    <a:pt x="63260" y="26174"/>
                    <a:pt x="63260" y="35750"/>
                  </a:cubicBezTo>
                  <a:cubicBezTo>
                    <a:pt x="63260" y="39581"/>
                    <a:pt x="65816" y="42134"/>
                    <a:pt x="69650" y="42134"/>
                  </a:cubicBezTo>
                  <a:cubicBezTo>
                    <a:pt x="73484" y="42134"/>
                    <a:pt x="76040" y="39581"/>
                    <a:pt x="76040" y="35750"/>
                  </a:cubicBezTo>
                  <a:cubicBezTo>
                    <a:pt x="76040" y="33197"/>
                    <a:pt x="77957" y="31281"/>
                    <a:pt x="80513" y="31281"/>
                  </a:cubicBezTo>
                  <a:lnTo>
                    <a:pt x="110546" y="31281"/>
                  </a:lnTo>
                  <a:lnTo>
                    <a:pt x="110546" y="51072"/>
                  </a:lnTo>
                  <a:lnTo>
                    <a:pt x="86264" y="51072"/>
                  </a:lnTo>
                  <a:cubicBezTo>
                    <a:pt x="82430" y="51072"/>
                    <a:pt x="79874" y="53625"/>
                    <a:pt x="79874" y="57456"/>
                  </a:cubicBezTo>
                  <a:lnTo>
                    <a:pt x="79874" y="65755"/>
                  </a:lnTo>
                  <a:lnTo>
                    <a:pt x="70289" y="65755"/>
                  </a:lnTo>
                  <a:cubicBezTo>
                    <a:pt x="66455" y="65755"/>
                    <a:pt x="63899" y="68308"/>
                    <a:pt x="63899" y="72139"/>
                  </a:cubicBezTo>
                  <a:lnTo>
                    <a:pt x="63899" y="74054"/>
                  </a:lnTo>
                  <a:cubicBezTo>
                    <a:pt x="56231" y="74054"/>
                    <a:pt x="48563" y="74692"/>
                    <a:pt x="40895" y="75331"/>
                  </a:cubicBezTo>
                  <a:cubicBezTo>
                    <a:pt x="16614" y="79161"/>
                    <a:pt x="2556" y="93206"/>
                    <a:pt x="1278" y="113635"/>
                  </a:cubicBezTo>
                  <a:cubicBezTo>
                    <a:pt x="0" y="142363"/>
                    <a:pt x="0" y="164068"/>
                    <a:pt x="0" y="164068"/>
                  </a:cubicBezTo>
                  <a:cubicBezTo>
                    <a:pt x="0" y="167899"/>
                    <a:pt x="2556" y="170452"/>
                    <a:pt x="6390" y="170452"/>
                  </a:cubicBezTo>
                  <a:lnTo>
                    <a:pt x="36423" y="170452"/>
                  </a:lnTo>
                  <a:cubicBezTo>
                    <a:pt x="40257" y="170452"/>
                    <a:pt x="42813" y="167899"/>
                    <a:pt x="42813" y="164068"/>
                  </a:cubicBezTo>
                  <a:lnTo>
                    <a:pt x="42813" y="142363"/>
                  </a:lnTo>
                  <a:cubicBezTo>
                    <a:pt x="42173" y="138532"/>
                    <a:pt x="43451" y="134064"/>
                    <a:pt x="45368" y="130872"/>
                  </a:cubicBezTo>
                  <a:cubicBezTo>
                    <a:pt x="46008" y="130233"/>
                    <a:pt x="46646" y="129595"/>
                    <a:pt x="47925" y="130233"/>
                  </a:cubicBezTo>
                  <a:lnTo>
                    <a:pt x="65177" y="130233"/>
                  </a:lnTo>
                  <a:lnTo>
                    <a:pt x="65177" y="133425"/>
                  </a:lnTo>
                  <a:cubicBezTo>
                    <a:pt x="65177" y="137256"/>
                    <a:pt x="67733" y="139809"/>
                    <a:pt x="71567" y="139809"/>
                  </a:cubicBezTo>
                  <a:lnTo>
                    <a:pt x="165499" y="139809"/>
                  </a:lnTo>
                  <a:cubicBezTo>
                    <a:pt x="169333" y="139809"/>
                    <a:pt x="171889" y="137256"/>
                    <a:pt x="171889" y="133425"/>
                  </a:cubicBezTo>
                  <a:lnTo>
                    <a:pt x="171889" y="130233"/>
                  </a:lnTo>
                  <a:lnTo>
                    <a:pt x="186586" y="130233"/>
                  </a:lnTo>
                  <a:cubicBezTo>
                    <a:pt x="187225" y="130233"/>
                    <a:pt x="188503" y="130233"/>
                    <a:pt x="189142" y="130872"/>
                  </a:cubicBezTo>
                  <a:cubicBezTo>
                    <a:pt x="191059" y="134702"/>
                    <a:pt x="191698" y="139171"/>
                    <a:pt x="191698" y="143001"/>
                  </a:cubicBezTo>
                  <a:lnTo>
                    <a:pt x="191698" y="164068"/>
                  </a:lnTo>
                  <a:cubicBezTo>
                    <a:pt x="191698" y="167899"/>
                    <a:pt x="194254" y="170452"/>
                    <a:pt x="198088" y="170452"/>
                  </a:cubicBezTo>
                  <a:lnTo>
                    <a:pt x="228121" y="170452"/>
                  </a:lnTo>
                  <a:cubicBezTo>
                    <a:pt x="231955" y="170452"/>
                    <a:pt x="234511" y="167899"/>
                    <a:pt x="234511" y="164068"/>
                  </a:cubicBezTo>
                  <a:cubicBezTo>
                    <a:pt x="234511" y="164068"/>
                    <a:pt x="234511" y="142363"/>
                    <a:pt x="233233" y="113635"/>
                  </a:cubicBezTo>
                  <a:cubicBezTo>
                    <a:pt x="230038" y="93844"/>
                    <a:pt x="215341" y="79800"/>
                    <a:pt x="191059" y="75969"/>
                  </a:cubicBezTo>
                  <a:close/>
                  <a:moveTo>
                    <a:pt x="46646" y="117465"/>
                  </a:moveTo>
                  <a:cubicBezTo>
                    <a:pt x="42173" y="117465"/>
                    <a:pt x="37700" y="119380"/>
                    <a:pt x="35145" y="122572"/>
                  </a:cubicBezTo>
                  <a:cubicBezTo>
                    <a:pt x="30672" y="128318"/>
                    <a:pt x="28755" y="135979"/>
                    <a:pt x="29394" y="143640"/>
                  </a:cubicBezTo>
                  <a:lnTo>
                    <a:pt x="29394" y="158323"/>
                  </a:lnTo>
                  <a:lnTo>
                    <a:pt x="12141" y="158323"/>
                  </a:lnTo>
                  <a:cubicBezTo>
                    <a:pt x="12141" y="150024"/>
                    <a:pt x="12141" y="134064"/>
                    <a:pt x="13419" y="114912"/>
                  </a:cubicBezTo>
                  <a:cubicBezTo>
                    <a:pt x="14697" y="96398"/>
                    <a:pt x="29394" y="90652"/>
                    <a:pt x="42173" y="88737"/>
                  </a:cubicBezTo>
                  <a:cubicBezTo>
                    <a:pt x="49203" y="88099"/>
                    <a:pt x="56231" y="87460"/>
                    <a:pt x="63260" y="87460"/>
                  </a:cubicBezTo>
                  <a:lnTo>
                    <a:pt x="63260" y="118104"/>
                  </a:lnTo>
                  <a:lnTo>
                    <a:pt x="46646" y="117465"/>
                  </a:lnTo>
                  <a:close/>
                  <a:moveTo>
                    <a:pt x="157192" y="127041"/>
                  </a:moveTo>
                  <a:lnTo>
                    <a:pt x="76040" y="127041"/>
                  </a:lnTo>
                  <a:lnTo>
                    <a:pt x="76040" y="78523"/>
                  </a:lnTo>
                  <a:lnTo>
                    <a:pt x="85625" y="78523"/>
                  </a:lnTo>
                  <a:cubicBezTo>
                    <a:pt x="89459" y="78523"/>
                    <a:pt x="92015" y="75969"/>
                    <a:pt x="92015" y="72139"/>
                  </a:cubicBezTo>
                  <a:lnTo>
                    <a:pt x="92015" y="63840"/>
                  </a:lnTo>
                  <a:lnTo>
                    <a:pt x="140579" y="63840"/>
                  </a:lnTo>
                  <a:lnTo>
                    <a:pt x="140579" y="72139"/>
                  </a:lnTo>
                  <a:cubicBezTo>
                    <a:pt x="140579" y="75969"/>
                    <a:pt x="143134" y="78523"/>
                    <a:pt x="146969" y="78523"/>
                  </a:cubicBezTo>
                  <a:lnTo>
                    <a:pt x="156553" y="78523"/>
                  </a:lnTo>
                  <a:lnTo>
                    <a:pt x="157192" y="127041"/>
                  </a:lnTo>
                  <a:close/>
                  <a:moveTo>
                    <a:pt x="202561" y="158323"/>
                  </a:moveTo>
                  <a:lnTo>
                    <a:pt x="202561" y="144278"/>
                  </a:lnTo>
                  <a:cubicBezTo>
                    <a:pt x="203200" y="136617"/>
                    <a:pt x="201283" y="128956"/>
                    <a:pt x="196810" y="122572"/>
                  </a:cubicBezTo>
                  <a:cubicBezTo>
                    <a:pt x="193615" y="119380"/>
                    <a:pt x="189142" y="117465"/>
                    <a:pt x="184669" y="117465"/>
                  </a:cubicBezTo>
                  <a:lnTo>
                    <a:pt x="169972" y="117465"/>
                  </a:lnTo>
                  <a:lnTo>
                    <a:pt x="169972" y="86822"/>
                  </a:lnTo>
                  <a:cubicBezTo>
                    <a:pt x="176362" y="86822"/>
                    <a:pt x="182752" y="87460"/>
                    <a:pt x="189142" y="88099"/>
                  </a:cubicBezTo>
                  <a:cubicBezTo>
                    <a:pt x="201922" y="90014"/>
                    <a:pt x="217258" y="96398"/>
                    <a:pt x="218536" y="114273"/>
                  </a:cubicBezTo>
                  <a:cubicBezTo>
                    <a:pt x="219814" y="133425"/>
                    <a:pt x="219814" y="149385"/>
                    <a:pt x="219814" y="157684"/>
                  </a:cubicBezTo>
                  <a:lnTo>
                    <a:pt x="202561" y="158323"/>
                  </a:lnTo>
                  <a:close/>
                </a:path>
              </a:pathLst>
            </a:custGeom>
            <a:solidFill>
              <a:srgbClr val="007680"/>
            </a:solidFill>
            <a:ln w="6390" cap="flat">
              <a:noFill/>
              <a:prstDash val="solid"/>
              <a:miter/>
            </a:ln>
          </p:spPr>
          <p:txBody>
            <a:bodyPr rtlCol="0" anchor="ctr"/>
            <a:lstStyle/>
            <a:p>
              <a:endParaRPr lang="en-US"/>
            </a:p>
          </p:txBody>
        </p:sp>
      </p:grpSp>
      <p:grpSp>
        <p:nvGrpSpPr>
          <p:cNvPr id="722" name="Graphic 4">
            <a:extLst>
              <a:ext uri="{FF2B5EF4-FFF2-40B4-BE49-F238E27FC236}">
                <a16:creationId xmlns:a16="http://schemas.microsoft.com/office/drawing/2014/main" id="{B7C27383-8691-AE46-9A6B-E5F757614944}"/>
              </a:ext>
            </a:extLst>
          </p:cNvPr>
          <p:cNvGrpSpPr>
            <a:grpSpLocks noChangeAspect="1"/>
          </p:cNvGrpSpPr>
          <p:nvPr/>
        </p:nvGrpSpPr>
        <p:grpSpPr>
          <a:xfrm>
            <a:off x="5092779" y="2371173"/>
            <a:ext cx="362309" cy="361971"/>
            <a:chOff x="5092779" y="2371173"/>
            <a:chExt cx="362309" cy="361971"/>
          </a:xfrm>
          <a:solidFill>
            <a:srgbClr val="007680"/>
          </a:solidFill>
        </p:grpSpPr>
        <p:sp>
          <p:nvSpPr>
            <p:cNvPr id="723" name="Graphic 4">
              <a:extLst>
                <a:ext uri="{FF2B5EF4-FFF2-40B4-BE49-F238E27FC236}">
                  <a16:creationId xmlns:a16="http://schemas.microsoft.com/office/drawing/2014/main" id="{05790A9F-FAC4-2848-8CB7-2142D3F96823}"/>
                </a:ext>
              </a:extLst>
            </p:cNvPr>
            <p:cNvSpPr/>
            <p:nvPr/>
          </p:nvSpPr>
          <p:spPr>
            <a:xfrm>
              <a:off x="5220578" y="2551201"/>
              <a:ext cx="106711" cy="45326"/>
            </a:xfrm>
            <a:custGeom>
              <a:avLst/>
              <a:gdLst>
                <a:gd name="connsiteX0" fmla="*/ 0 w 106711"/>
                <a:gd name="connsiteY0" fmla="*/ 0 h 45326"/>
                <a:gd name="connsiteX1" fmla="*/ 106712 w 106711"/>
                <a:gd name="connsiteY1" fmla="*/ 0 h 45326"/>
                <a:gd name="connsiteX2" fmla="*/ 106712 w 106711"/>
                <a:gd name="connsiteY2" fmla="*/ 45326 h 45326"/>
                <a:gd name="connsiteX3" fmla="*/ 0 w 106711"/>
                <a:gd name="connsiteY3" fmla="*/ 45326 h 45326"/>
              </a:gdLst>
              <a:ahLst/>
              <a:cxnLst>
                <a:cxn ang="0">
                  <a:pos x="connsiteX0" y="connsiteY0"/>
                </a:cxn>
                <a:cxn ang="0">
                  <a:pos x="connsiteX1" y="connsiteY1"/>
                </a:cxn>
                <a:cxn ang="0">
                  <a:pos x="connsiteX2" y="connsiteY2"/>
                </a:cxn>
                <a:cxn ang="0">
                  <a:pos x="connsiteX3" y="connsiteY3"/>
                </a:cxn>
              </a:cxnLst>
              <a:rect l="l" t="t" r="r" b="b"/>
              <a:pathLst>
                <a:path w="106711" h="45326">
                  <a:moveTo>
                    <a:pt x="0" y="0"/>
                  </a:moveTo>
                  <a:lnTo>
                    <a:pt x="106712" y="0"/>
                  </a:lnTo>
                  <a:lnTo>
                    <a:pt x="106712" y="45326"/>
                  </a:lnTo>
                  <a:lnTo>
                    <a:pt x="0" y="45326"/>
                  </a:lnTo>
                  <a:close/>
                </a:path>
              </a:pathLst>
            </a:custGeom>
            <a:solidFill>
              <a:srgbClr val="007680"/>
            </a:solidFill>
            <a:ln w="6390" cap="flat">
              <a:noFill/>
              <a:prstDash val="solid"/>
              <a:miter/>
            </a:ln>
          </p:spPr>
          <p:txBody>
            <a:bodyPr rtlCol="0" anchor="ctr"/>
            <a:lstStyle/>
            <a:p>
              <a:endParaRPr lang="en-US"/>
            </a:p>
          </p:txBody>
        </p:sp>
        <p:sp>
          <p:nvSpPr>
            <p:cNvPr id="724" name="Graphic 4">
              <a:extLst>
                <a:ext uri="{FF2B5EF4-FFF2-40B4-BE49-F238E27FC236}">
                  <a16:creationId xmlns:a16="http://schemas.microsoft.com/office/drawing/2014/main" id="{C94D181E-6F76-9644-9AC4-185283DDBC4A}"/>
                </a:ext>
              </a:extLst>
            </p:cNvPr>
            <p:cNvSpPr/>
            <p:nvPr/>
          </p:nvSpPr>
          <p:spPr>
            <a:xfrm>
              <a:off x="5199491" y="2532688"/>
              <a:ext cx="8945" cy="82991"/>
            </a:xfrm>
            <a:custGeom>
              <a:avLst/>
              <a:gdLst>
                <a:gd name="connsiteX0" fmla="*/ 0 w 8945"/>
                <a:gd name="connsiteY0" fmla="*/ 0 h 82991"/>
                <a:gd name="connsiteX1" fmla="*/ 8946 w 8945"/>
                <a:gd name="connsiteY1" fmla="*/ 0 h 82991"/>
                <a:gd name="connsiteX2" fmla="*/ 8946 w 8945"/>
                <a:gd name="connsiteY2" fmla="*/ 82992 h 82991"/>
                <a:gd name="connsiteX3" fmla="*/ 0 w 8945"/>
                <a:gd name="connsiteY3" fmla="*/ 82992 h 82991"/>
              </a:gdLst>
              <a:ahLst/>
              <a:cxnLst>
                <a:cxn ang="0">
                  <a:pos x="connsiteX0" y="connsiteY0"/>
                </a:cxn>
                <a:cxn ang="0">
                  <a:pos x="connsiteX1" y="connsiteY1"/>
                </a:cxn>
                <a:cxn ang="0">
                  <a:pos x="connsiteX2" y="connsiteY2"/>
                </a:cxn>
                <a:cxn ang="0">
                  <a:pos x="connsiteX3" y="connsiteY3"/>
                </a:cxn>
              </a:cxnLst>
              <a:rect l="l" t="t" r="r" b="b"/>
              <a:pathLst>
                <a:path w="8945" h="82991">
                  <a:moveTo>
                    <a:pt x="0" y="0"/>
                  </a:moveTo>
                  <a:lnTo>
                    <a:pt x="8946" y="0"/>
                  </a:lnTo>
                  <a:lnTo>
                    <a:pt x="8946" y="82992"/>
                  </a:lnTo>
                  <a:lnTo>
                    <a:pt x="0" y="82992"/>
                  </a:lnTo>
                  <a:close/>
                </a:path>
              </a:pathLst>
            </a:custGeom>
            <a:solidFill>
              <a:srgbClr val="007680"/>
            </a:solidFill>
            <a:ln w="6390" cap="flat">
              <a:noFill/>
              <a:prstDash val="solid"/>
              <a:miter/>
            </a:ln>
          </p:spPr>
          <p:txBody>
            <a:bodyPr rtlCol="0" anchor="ctr"/>
            <a:lstStyle/>
            <a:p>
              <a:endParaRPr lang="en-US"/>
            </a:p>
          </p:txBody>
        </p:sp>
        <p:sp>
          <p:nvSpPr>
            <p:cNvPr id="725" name="Graphic 4">
              <a:extLst>
                <a:ext uri="{FF2B5EF4-FFF2-40B4-BE49-F238E27FC236}">
                  <a16:creationId xmlns:a16="http://schemas.microsoft.com/office/drawing/2014/main" id="{DABD7697-6AF9-D84A-A07D-D1D21F135307}"/>
                </a:ext>
              </a:extLst>
            </p:cNvPr>
            <p:cNvSpPr/>
            <p:nvPr/>
          </p:nvSpPr>
          <p:spPr>
            <a:xfrm>
              <a:off x="5246138" y="2524389"/>
              <a:ext cx="52681" cy="14044"/>
            </a:xfrm>
            <a:custGeom>
              <a:avLst/>
              <a:gdLst>
                <a:gd name="connsiteX0" fmla="*/ 52398 w 52681"/>
                <a:gd name="connsiteY0" fmla="*/ 638 h 14044"/>
                <a:gd name="connsiteX1" fmla="*/ 47286 w 52681"/>
                <a:gd name="connsiteY1" fmla="*/ 0 h 14044"/>
                <a:gd name="connsiteX2" fmla="*/ 3834 w 52681"/>
                <a:gd name="connsiteY2" fmla="*/ 0 h 14044"/>
                <a:gd name="connsiteX3" fmla="*/ 0 w 52681"/>
                <a:gd name="connsiteY3" fmla="*/ 2554 h 14044"/>
                <a:gd name="connsiteX4" fmla="*/ 0 w 52681"/>
                <a:gd name="connsiteY4" fmla="*/ 14045 h 14044"/>
                <a:gd name="connsiteX5" fmla="*/ 52398 w 52681"/>
                <a:gd name="connsiteY5" fmla="*/ 14045 h 14044"/>
                <a:gd name="connsiteX6" fmla="*/ 52398 w 52681"/>
                <a:gd name="connsiteY6" fmla="*/ 638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681" h="14044">
                  <a:moveTo>
                    <a:pt x="52398" y="638"/>
                  </a:moveTo>
                  <a:cubicBezTo>
                    <a:pt x="51119" y="0"/>
                    <a:pt x="49203" y="0"/>
                    <a:pt x="47286" y="0"/>
                  </a:cubicBezTo>
                  <a:cubicBezTo>
                    <a:pt x="46008" y="0"/>
                    <a:pt x="13419" y="0"/>
                    <a:pt x="3834" y="0"/>
                  </a:cubicBezTo>
                  <a:cubicBezTo>
                    <a:pt x="1917" y="0"/>
                    <a:pt x="0" y="0"/>
                    <a:pt x="0" y="2554"/>
                  </a:cubicBezTo>
                  <a:lnTo>
                    <a:pt x="0" y="14045"/>
                  </a:lnTo>
                  <a:lnTo>
                    <a:pt x="52398" y="14045"/>
                  </a:lnTo>
                  <a:cubicBezTo>
                    <a:pt x="53036" y="9576"/>
                    <a:pt x="52398" y="5107"/>
                    <a:pt x="52398" y="638"/>
                  </a:cubicBezTo>
                  <a:close/>
                </a:path>
              </a:pathLst>
            </a:custGeom>
            <a:solidFill>
              <a:srgbClr val="007680"/>
            </a:solidFill>
            <a:ln w="6390" cap="flat">
              <a:noFill/>
              <a:prstDash val="solid"/>
              <a:miter/>
            </a:ln>
          </p:spPr>
          <p:txBody>
            <a:bodyPr rtlCol="0" anchor="ctr"/>
            <a:lstStyle/>
            <a:p>
              <a:endParaRPr lang="en-US"/>
            </a:p>
          </p:txBody>
        </p:sp>
        <p:sp>
          <p:nvSpPr>
            <p:cNvPr id="726" name="Graphic 4">
              <a:extLst>
                <a:ext uri="{FF2B5EF4-FFF2-40B4-BE49-F238E27FC236}">
                  <a16:creationId xmlns:a16="http://schemas.microsoft.com/office/drawing/2014/main" id="{576D091E-9110-EC48-9BBD-D8164C5D8010}"/>
                </a:ext>
              </a:extLst>
            </p:cNvPr>
            <p:cNvSpPr/>
            <p:nvPr/>
          </p:nvSpPr>
          <p:spPr>
            <a:xfrm>
              <a:off x="5092779"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69655 w 362309"/>
                <a:gd name="connsiteY6" fmla="*/ 225355 h 361971"/>
                <a:gd name="connsiteX7" fmla="*/ 283074 w 362309"/>
                <a:gd name="connsiteY7" fmla="*/ 225355 h 361971"/>
                <a:gd name="connsiteX8" fmla="*/ 289464 w 362309"/>
                <a:gd name="connsiteY8" fmla="*/ 231739 h 361971"/>
                <a:gd name="connsiteX9" fmla="*/ 283074 w 362309"/>
                <a:gd name="connsiteY9" fmla="*/ 238123 h 361971"/>
                <a:gd name="connsiteX10" fmla="*/ 269655 w 362309"/>
                <a:gd name="connsiteY10" fmla="*/ 238123 h 361971"/>
                <a:gd name="connsiteX11" fmla="*/ 269016 w 362309"/>
                <a:gd name="connsiteY11" fmla="*/ 238123 h 361971"/>
                <a:gd name="connsiteX12" fmla="*/ 269016 w 362309"/>
                <a:gd name="connsiteY12" fmla="*/ 250891 h 361971"/>
                <a:gd name="connsiteX13" fmla="*/ 262626 w 362309"/>
                <a:gd name="connsiteY13" fmla="*/ 257275 h 361971"/>
                <a:gd name="connsiteX14" fmla="*/ 240901 w 362309"/>
                <a:gd name="connsiteY14" fmla="*/ 257275 h 361971"/>
                <a:gd name="connsiteX15" fmla="*/ 234511 w 362309"/>
                <a:gd name="connsiteY15" fmla="*/ 250891 h 361971"/>
                <a:gd name="connsiteX16" fmla="*/ 234511 w 362309"/>
                <a:gd name="connsiteY16" fmla="*/ 238123 h 361971"/>
                <a:gd name="connsiteX17" fmla="*/ 127799 w 362309"/>
                <a:gd name="connsiteY17" fmla="*/ 238123 h 361971"/>
                <a:gd name="connsiteX18" fmla="*/ 127799 w 362309"/>
                <a:gd name="connsiteY18" fmla="*/ 250891 h 361971"/>
                <a:gd name="connsiteX19" fmla="*/ 121409 w 362309"/>
                <a:gd name="connsiteY19" fmla="*/ 257275 h 361971"/>
                <a:gd name="connsiteX20" fmla="*/ 99683 w 362309"/>
                <a:gd name="connsiteY20" fmla="*/ 257275 h 361971"/>
                <a:gd name="connsiteX21" fmla="*/ 93293 w 362309"/>
                <a:gd name="connsiteY21" fmla="*/ 250891 h 361971"/>
                <a:gd name="connsiteX22" fmla="*/ 93293 w 362309"/>
                <a:gd name="connsiteY22" fmla="*/ 238123 h 361971"/>
                <a:gd name="connsiteX23" fmla="*/ 92654 w 362309"/>
                <a:gd name="connsiteY23" fmla="*/ 238123 h 361971"/>
                <a:gd name="connsiteX24" fmla="*/ 79235 w 362309"/>
                <a:gd name="connsiteY24" fmla="*/ 238123 h 361971"/>
                <a:gd name="connsiteX25" fmla="*/ 72845 w 362309"/>
                <a:gd name="connsiteY25" fmla="*/ 231739 h 361971"/>
                <a:gd name="connsiteX26" fmla="*/ 79235 w 362309"/>
                <a:gd name="connsiteY26" fmla="*/ 225355 h 361971"/>
                <a:gd name="connsiteX27" fmla="*/ 92654 w 362309"/>
                <a:gd name="connsiteY27" fmla="*/ 225355 h 361971"/>
                <a:gd name="connsiteX28" fmla="*/ 93293 w 362309"/>
                <a:gd name="connsiteY28" fmla="*/ 225355 h 361971"/>
                <a:gd name="connsiteX29" fmla="*/ 93293 w 362309"/>
                <a:gd name="connsiteY29" fmla="*/ 180028 h 361971"/>
                <a:gd name="connsiteX30" fmla="*/ 92654 w 362309"/>
                <a:gd name="connsiteY30" fmla="*/ 180028 h 361971"/>
                <a:gd name="connsiteX31" fmla="*/ 79235 w 362309"/>
                <a:gd name="connsiteY31" fmla="*/ 180028 h 361971"/>
                <a:gd name="connsiteX32" fmla="*/ 72845 w 362309"/>
                <a:gd name="connsiteY32" fmla="*/ 173644 h 361971"/>
                <a:gd name="connsiteX33" fmla="*/ 79235 w 362309"/>
                <a:gd name="connsiteY33" fmla="*/ 167260 h 361971"/>
                <a:gd name="connsiteX34" fmla="*/ 92654 w 362309"/>
                <a:gd name="connsiteY34" fmla="*/ 167260 h 361971"/>
                <a:gd name="connsiteX35" fmla="*/ 93293 w 362309"/>
                <a:gd name="connsiteY35" fmla="*/ 167260 h 361971"/>
                <a:gd name="connsiteX36" fmla="*/ 93293 w 362309"/>
                <a:gd name="connsiteY36" fmla="*/ 155131 h 361971"/>
                <a:gd name="connsiteX37" fmla="*/ 99683 w 362309"/>
                <a:gd name="connsiteY37" fmla="*/ 148747 h 361971"/>
                <a:gd name="connsiteX38" fmla="*/ 121409 w 362309"/>
                <a:gd name="connsiteY38" fmla="*/ 148747 h 361971"/>
                <a:gd name="connsiteX39" fmla="*/ 127799 w 362309"/>
                <a:gd name="connsiteY39" fmla="*/ 155131 h 361971"/>
                <a:gd name="connsiteX40" fmla="*/ 127799 w 362309"/>
                <a:gd name="connsiteY40" fmla="*/ 167260 h 361971"/>
                <a:gd name="connsiteX41" fmla="*/ 139940 w 362309"/>
                <a:gd name="connsiteY41" fmla="*/ 167260 h 361971"/>
                <a:gd name="connsiteX42" fmla="*/ 139940 w 362309"/>
                <a:gd name="connsiteY42" fmla="*/ 155769 h 361971"/>
                <a:gd name="connsiteX43" fmla="*/ 156553 w 362309"/>
                <a:gd name="connsiteY43" fmla="*/ 141086 h 361971"/>
                <a:gd name="connsiteX44" fmla="*/ 156553 w 362309"/>
                <a:gd name="connsiteY44" fmla="*/ 141086 h 361971"/>
                <a:gd name="connsiteX45" fmla="*/ 157192 w 362309"/>
                <a:gd name="connsiteY45" fmla="*/ 141086 h 361971"/>
                <a:gd name="connsiteX46" fmla="*/ 172528 w 362309"/>
                <a:gd name="connsiteY46" fmla="*/ 141086 h 361971"/>
                <a:gd name="connsiteX47" fmla="*/ 172528 w 362309"/>
                <a:gd name="connsiteY47" fmla="*/ 117465 h 361971"/>
                <a:gd name="connsiteX48" fmla="*/ 156553 w 362309"/>
                <a:gd name="connsiteY48" fmla="*/ 117465 h 361971"/>
                <a:gd name="connsiteX49" fmla="*/ 150164 w 362309"/>
                <a:gd name="connsiteY49" fmla="*/ 111081 h 361971"/>
                <a:gd name="connsiteX50" fmla="*/ 156553 w 362309"/>
                <a:gd name="connsiteY50" fmla="*/ 104697 h 361971"/>
                <a:gd name="connsiteX51" fmla="*/ 200644 w 362309"/>
                <a:gd name="connsiteY51" fmla="*/ 104697 h 361971"/>
                <a:gd name="connsiteX52" fmla="*/ 207034 w 362309"/>
                <a:gd name="connsiteY52" fmla="*/ 111081 h 361971"/>
                <a:gd name="connsiteX53" fmla="*/ 200644 w 362309"/>
                <a:gd name="connsiteY53" fmla="*/ 117465 h 361971"/>
                <a:gd name="connsiteX54" fmla="*/ 185308 w 362309"/>
                <a:gd name="connsiteY54" fmla="*/ 117465 h 361971"/>
                <a:gd name="connsiteX55" fmla="*/ 185308 w 362309"/>
                <a:gd name="connsiteY55" fmla="*/ 141086 h 361971"/>
                <a:gd name="connsiteX56" fmla="*/ 200005 w 362309"/>
                <a:gd name="connsiteY56" fmla="*/ 141086 h 361971"/>
                <a:gd name="connsiteX57" fmla="*/ 217897 w 362309"/>
                <a:gd name="connsiteY57" fmla="*/ 153216 h 361971"/>
                <a:gd name="connsiteX58" fmla="*/ 217897 w 362309"/>
                <a:gd name="connsiteY58" fmla="*/ 167260 h 361971"/>
                <a:gd name="connsiteX59" fmla="*/ 233872 w 362309"/>
                <a:gd name="connsiteY59" fmla="*/ 167260 h 361971"/>
                <a:gd name="connsiteX60" fmla="*/ 233872 w 362309"/>
                <a:gd name="connsiteY60" fmla="*/ 155769 h 361971"/>
                <a:gd name="connsiteX61" fmla="*/ 240261 w 362309"/>
                <a:gd name="connsiteY61" fmla="*/ 149385 h 361971"/>
                <a:gd name="connsiteX62" fmla="*/ 261987 w 362309"/>
                <a:gd name="connsiteY62" fmla="*/ 149385 h 361971"/>
                <a:gd name="connsiteX63" fmla="*/ 268377 w 362309"/>
                <a:gd name="connsiteY63" fmla="*/ 155769 h 361971"/>
                <a:gd name="connsiteX64" fmla="*/ 268377 w 362309"/>
                <a:gd name="connsiteY64" fmla="*/ 167260 h 361971"/>
                <a:gd name="connsiteX65" fmla="*/ 269016 w 362309"/>
                <a:gd name="connsiteY65" fmla="*/ 167260 h 361971"/>
                <a:gd name="connsiteX66" fmla="*/ 282435 w 362309"/>
                <a:gd name="connsiteY66" fmla="*/ 167260 h 361971"/>
                <a:gd name="connsiteX67" fmla="*/ 288825 w 362309"/>
                <a:gd name="connsiteY67" fmla="*/ 173644 h 361971"/>
                <a:gd name="connsiteX68" fmla="*/ 282435 w 362309"/>
                <a:gd name="connsiteY68" fmla="*/ 180028 h 361971"/>
                <a:gd name="connsiteX69" fmla="*/ 269016 w 362309"/>
                <a:gd name="connsiteY69" fmla="*/ 180028 h 361971"/>
                <a:gd name="connsiteX70" fmla="*/ 268377 w 362309"/>
                <a:gd name="connsiteY70" fmla="*/ 180028 h 361971"/>
                <a:gd name="connsiteX71" fmla="*/ 268377 w 362309"/>
                <a:gd name="connsiteY71" fmla="*/ 225993 h 361971"/>
                <a:gd name="connsiteX72" fmla="*/ 269655 w 362309"/>
                <a:gd name="connsiteY72" fmla="*/ 22535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269655" y="225355"/>
                  </a:moveTo>
                  <a:lnTo>
                    <a:pt x="283074" y="225355"/>
                  </a:lnTo>
                  <a:cubicBezTo>
                    <a:pt x="286908" y="225355"/>
                    <a:pt x="289464" y="227908"/>
                    <a:pt x="289464" y="231739"/>
                  </a:cubicBezTo>
                  <a:cubicBezTo>
                    <a:pt x="289464" y="235569"/>
                    <a:pt x="286908" y="238123"/>
                    <a:pt x="283074" y="238123"/>
                  </a:cubicBezTo>
                  <a:lnTo>
                    <a:pt x="269655" y="238123"/>
                  </a:lnTo>
                  <a:lnTo>
                    <a:pt x="269016" y="238123"/>
                  </a:lnTo>
                  <a:lnTo>
                    <a:pt x="269016" y="250891"/>
                  </a:lnTo>
                  <a:cubicBezTo>
                    <a:pt x="269016" y="254721"/>
                    <a:pt x="266460" y="257275"/>
                    <a:pt x="262626" y="257275"/>
                  </a:cubicBezTo>
                  <a:lnTo>
                    <a:pt x="240901" y="257275"/>
                  </a:lnTo>
                  <a:cubicBezTo>
                    <a:pt x="237067" y="257275"/>
                    <a:pt x="234511" y="254721"/>
                    <a:pt x="234511" y="250891"/>
                  </a:cubicBezTo>
                  <a:lnTo>
                    <a:pt x="234511" y="238123"/>
                  </a:lnTo>
                  <a:lnTo>
                    <a:pt x="127799" y="238123"/>
                  </a:lnTo>
                  <a:lnTo>
                    <a:pt x="127799" y="250891"/>
                  </a:lnTo>
                  <a:cubicBezTo>
                    <a:pt x="127799" y="254721"/>
                    <a:pt x="125243" y="257275"/>
                    <a:pt x="121409" y="257275"/>
                  </a:cubicBezTo>
                  <a:lnTo>
                    <a:pt x="99683" y="257275"/>
                  </a:lnTo>
                  <a:cubicBezTo>
                    <a:pt x="95849" y="257275"/>
                    <a:pt x="93293" y="254721"/>
                    <a:pt x="93293" y="250891"/>
                  </a:cubicBezTo>
                  <a:lnTo>
                    <a:pt x="93293" y="238123"/>
                  </a:lnTo>
                  <a:lnTo>
                    <a:pt x="92654" y="238123"/>
                  </a:lnTo>
                  <a:lnTo>
                    <a:pt x="79235" y="238123"/>
                  </a:lnTo>
                  <a:cubicBezTo>
                    <a:pt x="75401" y="238123"/>
                    <a:pt x="72845" y="235569"/>
                    <a:pt x="72845" y="231739"/>
                  </a:cubicBezTo>
                  <a:cubicBezTo>
                    <a:pt x="72845" y="227908"/>
                    <a:pt x="75401" y="225355"/>
                    <a:pt x="79235" y="225355"/>
                  </a:cubicBezTo>
                  <a:lnTo>
                    <a:pt x="92654" y="225355"/>
                  </a:lnTo>
                  <a:lnTo>
                    <a:pt x="93293" y="225355"/>
                  </a:lnTo>
                  <a:lnTo>
                    <a:pt x="93293" y="180028"/>
                  </a:lnTo>
                  <a:lnTo>
                    <a:pt x="92654" y="180028"/>
                  </a:lnTo>
                  <a:lnTo>
                    <a:pt x="79235" y="180028"/>
                  </a:lnTo>
                  <a:cubicBezTo>
                    <a:pt x="75401" y="180028"/>
                    <a:pt x="72845" y="177475"/>
                    <a:pt x="72845" y="173644"/>
                  </a:cubicBezTo>
                  <a:cubicBezTo>
                    <a:pt x="72845" y="169814"/>
                    <a:pt x="75401" y="167260"/>
                    <a:pt x="79235" y="167260"/>
                  </a:cubicBezTo>
                  <a:lnTo>
                    <a:pt x="92654" y="167260"/>
                  </a:lnTo>
                  <a:lnTo>
                    <a:pt x="93293" y="167260"/>
                  </a:lnTo>
                  <a:lnTo>
                    <a:pt x="93293" y="155131"/>
                  </a:lnTo>
                  <a:cubicBezTo>
                    <a:pt x="93293" y="151300"/>
                    <a:pt x="95849" y="148747"/>
                    <a:pt x="99683" y="148747"/>
                  </a:cubicBezTo>
                  <a:lnTo>
                    <a:pt x="121409" y="148747"/>
                  </a:lnTo>
                  <a:cubicBezTo>
                    <a:pt x="125243" y="148747"/>
                    <a:pt x="127799" y="151300"/>
                    <a:pt x="127799" y="155131"/>
                  </a:cubicBezTo>
                  <a:lnTo>
                    <a:pt x="127799" y="167260"/>
                  </a:lnTo>
                  <a:lnTo>
                    <a:pt x="139940" y="167260"/>
                  </a:lnTo>
                  <a:lnTo>
                    <a:pt x="139940" y="155769"/>
                  </a:lnTo>
                  <a:cubicBezTo>
                    <a:pt x="140579" y="147470"/>
                    <a:pt x="147607" y="140448"/>
                    <a:pt x="156553" y="141086"/>
                  </a:cubicBezTo>
                  <a:cubicBezTo>
                    <a:pt x="156553" y="141086"/>
                    <a:pt x="156553" y="141086"/>
                    <a:pt x="156553" y="141086"/>
                  </a:cubicBezTo>
                  <a:lnTo>
                    <a:pt x="157192" y="141086"/>
                  </a:lnTo>
                  <a:lnTo>
                    <a:pt x="172528" y="141086"/>
                  </a:lnTo>
                  <a:lnTo>
                    <a:pt x="172528" y="117465"/>
                  </a:lnTo>
                  <a:lnTo>
                    <a:pt x="156553" y="117465"/>
                  </a:lnTo>
                  <a:cubicBezTo>
                    <a:pt x="152720" y="117465"/>
                    <a:pt x="150164" y="114912"/>
                    <a:pt x="150164" y="111081"/>
                  </a:cubicBezTo>
                  <a:cubicBezTo>
                    <a:pt x="150164" y="107251"/>
                    <a:pt x="152720" y="104697"/>
                    <a:pt x="156553" y="104697"/>
                  </a:cubicBezTo>
                  <a:lnTo>
                    <a:pt x="200644" y="104697"/>
                  </a:lnTo>
                  <a:cubicBezTo>
                    <a:pt x="204478" y="104697"/>
                    <a:pt x="207034" y="107251"/>
                    <a:pt x="207034" y="111081"/>
                  </a:cubicBezTo>
                  <a:cubicBezTo>
                    <a:pt x="207034" y="114912"/>
                    <a:pt x="204478" y="117465"/>
                    <a:pt x="200644" y="117465"/>
                  </a:cubicBezTo>
                  <a:lnTo>
                    <a:pt x="185308" y="117465"/>
                  </a:lnTo>
                  <a:lnTo>
                    <a:pt x="185308" y="141086"/>
                  </a:lnTo>
                  <a:lnTo>
                    <a:pt x="200005" y="141086"/>
                  </a:lnTo>
                  <a:cubicBezTo>
                    <a:pt x="207673" y="141086"/>
                    <a:pt x="217258" y="144278"/>
                    <a:pt x="217897" y="153216"/>
                  </a:cubicBezTo>
                  <a:cubicBezTo>
                    <a:pt x="217897" y="157684"/>
                    <a:pt x="217897" y="162792"/>
                    <a:pt x="217897" y="167260"/>
                  </a:cubicBezTo>
                  <a:lnTo>
                    <a:pt x="233872" y="167260"/>
                  </a:lnTo>
                  <a:lnTo>
                    <a:pt x="233872" y="155769"/>
                  </a:lnTo>
                  <a:cubicBezTo>
                    <a:pt x="233872" y="151939"/>
                    <a:pt x="236428" y="149385"/>
                    <a:pt x="240261" y="149385"/>
                  </a:cubicBezTo>
                  <a:lnTo>
                    <a:pt x="261987" y="149385"/>
                  </a:lnTo>
                  <a:cubicBezTo>
                    <a:pt x="265821" y="149385"/>
                    <a:pt x="268377" y="151939"/>
                    <a:pt x="268377" y="155769"/>
                  </a:cubicBezTo>
                  <a:lnTo>
                    <a:pt x="268377" y="167260"/>
                  </a:lnTo>
                  <a:lnTo>
                    <a:pt x="269016" y="167260"/>
                  </a:lnTo>
                  <a:lnTo>
                    <a:pt x="282435" y="167260"/>
                  </a:lnTo>
                  <a:cubicBezTo>
                    <a:pt x="286269" y="167260"/>
                    <a:pt x="288825" y="169814"/>
                    <a:pt x="288825" y="173644"/>
                  </a:cubicBezTo>
                  <a:cubicBezTo>
                    <a:pt x="288825" y="177475"/>
                    <a:pt x="286269" y="180028"/>
                    <a:pt x="282435" y="180028"/>
                  </a:cubicBezTo>
                  <a:lnTo>
                    <a:pt x="269016" y="180028"/>
                  </a:lnTo>
                  <a:lnTo>
                    <a:pt x="268377" y="180028"/>
                  </a:lnTo>
                  <a:lnTo>
                    <a:pt x="268377" y="225993"/>
                  </a:lnTo>
                  <a:lnTo>
                    <a:pt x="269655" y="225355"/>
                  </a:lnTo>
                  <a:close/>
                </a:path>
              </a:pathLst>
            </a:custGeom>
            <a:solidFill>
              <a:srgbClr val="007680"/>
            </a:solidFill>
            <a:ln w="6390" cap="flat">
              <a:noFill/>
              <a:prstDash val="solid"/>
              <a:miter/>
            </a:ln>
          </p:spPr>
          <p:txBody>
            <a:bodyPr rtlCol="0" anchor="ctr"/>
            <a:lstStyle/>
            <a:p>
              <a:endParaRPr lang="en-US"/>
            </a:p>
          </p:txBody>
        </p:sp>
        <p:sp>
          <p:nvSpPr>
            <p:cNvPr id="727" name="Graphic 4">
              <a:extLst>
                <a:ext uri="{FF2B5EF4-FFF2-40B4-BE49-F238E27FC236}">
                  <a16:creationId xmlns:a16="http://schemas.microsoft.com/office/drawing/2014/main" id="{54239FA1-C13C-DA4E-9101-6151E222EAA8}"/>
                </a:ext>
              </a:extLst>
            </p:cNvPr>
            <p:cNvSpPr/>
            <p:nvPr/>
          </p:nvSpPr>
          <p:spPr>
            <a:xfrm>
              <a:off x="5340709" y="2532688"/>
              <a:ext cx="8945" cy="82991"/>
            </a:xfrm>
            <a:custGeom>
              <a:avLst/>
              <a:gdLst>
                <a:gd name="connsiteX0" fmla="*/ 0 w 8945"/>
                <a:gd name="connsiteY0" fmla="*/ 0 h 82991"/>
                <a:gd name="connsiteX1" fmla="*/ 8946 w 8945"/>
                <a:gd name="connsiteY1" fmla="*/ 0 h 82991"/>
                <a:gd name="connsiteX2" fmla="*/ 8946 w 8945"/>
                <a:gd name="connsiteY2" fmla="*/ 82992 h 82991"/>
                <a:gd name="connsiteX3" fmla="*/ 0 w 8945"/>
                <a:gd name="connsiteY3" fmla="*/ 82992 h 82991"/>
              </a:gdLst>
              <a:ahLst/>
              <a:cxnLst>
                <a:cxn ang="0">
                  <a:pos x="connsiteX0" y="connsiteY0"/>
                </a:cxn>
                <a:cxn ang="0">
                  <a:pos x="connsiteX1" y="connsiteY1"/>
                </a:cxn>
                <a:cxn ang="0">
                  <a:pos x="connsiteX2" y="connsiteY2"/>
                </a:cxn>
                <a:cxn ang="0">
                  <a:pos x="connsiteX3" y="connsiteY3"/>
                </a:cxn>
              </a:cxnLst>
              <a:rect l="l" t="t" r="r" b="b"/>
              <a:pathLst>
                <a:path w="8945" h="82991">
                  <a:moveTo>
                    <a:pt x="0" y="0"/>
                  </a:moveTo>
                  <a:lnTo>
                    <a:pt x="8946" y="0"/>
                  </a:lnTo>
                  <a:lnTo>
                    <a:pt x="8946" y="82992"/>
                  </a:lnTo>
                  <a:lnTo>
                    <a:pt x="0" y="82992"/>
                  </a:lnTo>
                  <a:close/>
                </a:path>
              </a:pathLst>
            </a:custGeom>
            <a:solidFill>
              <a:srgbClr val="007680"/>
            </a:solidFill>
            <a:ln w="6390" cap="flat">
              <a:noFill/>
              <a:prstDash val="solid"/>
              <a:miter/>
            </a:ln>
          </p:spPr>
          <p:txBody>
            <a:bodyPr rtlCol="0" anchor="ctr"/>
            <a:lstStyle/>
            <a:p>
              <a:endParaRPr lang="en-US"/>
            </a:p>
          </p:txBody>
        </p:sp>
      </p:grpSp>
      <p:grpSp>
        <p:nvGrpSpPr>
          <p:cNvPr id="728" name="Graphic 4">
            <a:extLst>
              <a:ext uri="{FF2B5EF4-FFF2-40B4-BE49-F238E27FC236}">
                <a16:creationId xmlns:a16="http://schemas.microsoft.com/office/drawing/2014/main" id="{82C29AE5-804F-B242-91C9-39A66B75856C}"/>
              </a:ext>
            </a:extLst>
          </p:cNvPr>
          <p:cNvGrpSpPr>
            <a:grpSpLocks noChangeAspect="1"/>
          </p:cNvGrpSpPr>
          <p:nvPr/>
        </p:nvGrpSpPr>
        <p:grpSpPr>
          <a:xfrm>
            <a:off x="5092779" y="1885990"/>
            <a:ext cx="362309" cy="361971"/>
            <a:chOff x="5092779" y="1885990"/>
            <a:chExt cx="362309" cy="361971"/>
          </a:xfrm>
          <a:solidFill>
            <a:srgbClr val="007680"/>
          </a:solidFill>
        </p:grpSpPr>
        <p:sp>
          <p:nvSpPr>
            <p:cNvPr id="729" name="Graphic 4">
              <a:extLst>
                <a:ext uri="{FF2B5EF4-FFF2-40B4-BE49-F238E27FC236}">
                  <a16:creationId xmlns:a16="http://schemas.microsoft.com/office/drawing/2014/main" id="{32D92BEF-7675-0847-BC6B-EC8890C2F970}"/>
                </a:ext>
              </a:extLst>
            </p:cNvPr>
            <p:cNvSpPr/>
            <p:nvPr/>
          </p:nvSpPr>
          <p:spPr>
            <a:xfrm>
              <a:off x="5234636" y="2038568"/>
              <a:ext cx="81152" cy="63201"/>
            </a:xfrm>
            <a:custGeom>
              <a:avLst/>
              <a:gdLst>
                <a:gd name="connsiteX0" fmla="*/ 64538 w 81152"/>
                <a:gd name="connsiteY0" fmla="*/ 8299 h 63201"/>
                <a:gd name="connsiteX1" fmla="*/ 64538 w 81152"/>
                <a:gd name="connsiteY1" fmla="*/ 0 h 63201"/>
                <a:gd name="connsiteX2" fmla="*/ 15975 w 81152"/>
                <a:gd name="connsiteY2" fmla="*/ 0 h 63201"/>
                <a:gd name="connsiteX3" fmla="*/ 15975 w 81152"/>
                <a:gd name="connsiteY3" fmla="*/ 8299 h 63201"/>
                <a:gd name="connsiteX4" fmla="*/ 9585 w 81152"/>
                <a:gd name="connsiteY4" fmla="*/ 14683 h 63201"/>
                <a:gd name="connsiteX5" fmla="*/ 0 w 81152"/>
                <a:gd name="connsiteY5" fmla="*/ 14683 h 63201"/>
                <a:gd name="connsiteX6" fmla="*/ 0 w 81152"/>
                <a:gd name="connsiteY6" fmla="*/ 63201 h 63201"/>
                <a:gd name="connsiteX7" fmla="*/ 81152 w 81152"/>
                <a:gd name="connsiteY7" fmla="*/ 63201 h 63201"/>
                <a:gd name="connsiteX8" fmla="*/ 81152 w 81152"/>
                <a:gd name="connsiteY8" fmla="*/ 14683 h 63201"/>
                <a:gd name="connsiteX9" fmla="*/ 71567 w 81152"/>
                <a:gd name="connsiteY9" fmla="*/ 14683 h 63201"/>
                <a:gd name="connsiteX10" fmla="*/ 64538 w 81152"/>
                <a:gd name="connsiteY10" fmla="*/ 8299 h 6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1152" h="63201">
                  <a:moveTo>
                    <a:pt x="64538" y="8299"/>
                  </a:moveTo>
                  <a:lnTo>
                    <a:pt x="64538" y="0"/>
                  </a:lnTo>
                  <a:lnTo>
                    <a:pt x="15975" y="0"/>
                  </a:lnTo>
                  <a:lnTo>
                    <a:pt x="15975" y="8299"/>
                  </a:lnTo>
                  <a:cubicBezTo>
                    <a:pt x="15975" y="12130"/>
                    <a:pt x="13419" y="14683"/>
                    <a:pt x="9585" y="14683"/>
                  </a:cubicBezTo>
                  <a:lnTo>
                    <a:pt x="0" y="14683"/>
                  </a:lnTo>
                  <a:lnTo>
                    <a:pt x="0" y="63201"/>
                  </a:lnTo>
                  <a:lnTo>
                    <a:pt x="81152" y="63201"/>
                  </a:lnTo>
                  <a:lnTo>
                    <a:pt x="81152" y="14683"/>
                  </a:lnTo>
                  <a:lnTo>
                    <a:pt x="71567" y="14683"/>
                  </a:lnTo>
                  <a:cubicBezTo>
                    <a:pt x="67733" y="14683"/>
                    <a:pt x="64538" y="12130"/>
                    <a:pt x="64538" y="8299"/>
                  </a:cubicBezTo>
                  <a:close/>
                </a:path>
              </a:pathLst>
            </a:custGeom>
            <a:solidFill>
              <a:srgbClr val="007680"/>
            </a:solidFill>
            <a:ln w="6390" cap="flat">
              <a:noFill/>
              <a:prstDash val="solid"/>
              <a:miter/>
            </a:ln>
          </p:spPr>
          <p:txBody>
            <a:bodyPr rtlCol="0" anchor="ctr"/>
            <a:lstStyle/>
            <a:p>
              <a:endParaRPr lang="en-US"/>
            </a:p>
          </p:txBody>
        </p:sp>
        <p:sp>
          <p:nvSpPr>
            <p:cNvPr id="730" name="Graphic 4">
              <a:extLst>
                <a:ext uri="{FF2B5EF4-FFF2-40B4-BE49-F238E27FC236}">
                  <a16:creationId xmlns:a16="http://schemas.microsoft.com/office/drawing/2014/main" id="{3DD9A9CB-632F-7E48-8BBA-B695AD505D6C}"/>
                </a:ext>
              </a:extLst>
            </p:cNvPr>
            <p:cNvSpPr/>
            <p:nvPr/>
          </p:nvSpPr>
          <p:spPr>
            <a:xfrm>
              <a:off x="5327929" y="2061550"/>
              <a:ext cx="49841" cy="71500"/>
            </a:xfrm>
            <a:custGeom>
              <a:avLst/>
              <a:gdLst>
                <a:gd name="connsiteX0" fmla="*/ 19170 w 49841"/>
                <a:gd name="connsiteY0" fmla="*/ 1277 h 71500"/>
                <a:gd name="connsiteX1" fmla="*/ 0 w 49841"/>
                <a:gd name="connsiteY1" fmla="*/ 0 h 71500"/>
                <a:gd name="connsiteX2" fmla="*/ 0 w 49841"/>
                <a:gd name="connsiteY2" fmla="*/ 30643 h 71500"/>
                <a:gd name="connsiteX3" fmla="*/ 14697 w 49841"/>
                <a:gd name="connsiteY3" fmla="*/ 30643 h 71500"/>
                <a:gd name="connsiteX4" fmla="*/ 26838 w 49841"/>
                <a:gd name="connsiteY4" fmla="*/ 35750 h 71500"/>
                <a:gd name="connsiteX5" fmla="*/ 32589 w 49841"/>
                <a:gd name="connsiteY5" fmla="*/ 57456 h 71500"/>
                <a:gd name="connsiteX6" fmla="*/ 32589 w 49841"/>
                <a:gd name="connsiteY6" fmla="*/ 71501 h 71500"/>
                <a:gd name="connsiteX7" fmla="*/ 49841 w 49841"/>
                <a:gd name="connsiteY7" fmla="*/ 71501 h 71500"/>
                <a:gd name="connsiteX8" fmla="*/ 48564 w 49841"/>
                <a:gd name="connsiteY8" fmla="*/ 28090 h 71500"/>
                <a:gd name="connsiteX9" fmla="*/ 19170 w 49841"/>
                <a:gd name="connsiteY9" fmla="*/ 1277 h 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841" h="71500">
                  <a:moveTo>
                    <a:pt x="19170" y="1277"/>
                  </a:moveTo>
                  <a:cubicBezTo>
                    <a:pt x="12780" y="638"/>
                    <a:pt x="6390" y="0"/>
                    <a:pt x="0" y="0"/>
                  </a:cubicBezTo>
                  <a:lnTo>
                    <a:pt x="0" y="30643"/>
                  </a:lnTo>
                  <a:lnTo>
                    <a:pt x="14697" y="30643"/>
                  </a:lnTo>
                  <a:cubicBezTo>
                    <a:pt x="19170" y="30643"/>
                    <a:pt x="23643" y="32558"/>
                    <a:pt x="26838" y="35750"/>
                  </a:cubicBezTo>
                  <a:cubicBezTo>
                    <a:pt x="31311" y="42134"/>
                    <a:pt x="33228" y="49795"/>
                    <a:pt x="32589" y="57456"/>
                  </a:cubicBezTo>
                  <a:lnTo>
                    <a:pt x="32589" y="71501"/>
                  </a:lnTo>
                  <a:lnTo>
                    <a:pt x="49841" y="71501"/>
                  </a:lnTo>
                  <a:cubicBezTo>
                    <a:pt x="49841" y="63202"/>
                    <a:pt x="49841" y="47242"/>
                    <a:pt x="48564" y="28090"/>
                  </a:cubicBezTo>
                  <a:cubicBezTo>
                    <a:pt x="47925" y="10214"/>
                    <a:pt x="31950" y="3830"/>
                    <a:pt x="19170" y="1277"/>
                  </a:cubicBezTo>
                  <a:close/>
                </a:path>
              </a:pathLst>
            </a:custGeom>
            <a:solidFill>
              <a:srgbClr val="007680"/>
            </a:solidFill>
            <a:ln w="6390" cap="flat">
              <a:noFill/>
              <a:prstDash val="solid"/>
              <a:miter/>
            </a:ln>
          </p:spPr>
          <p:txBody>
            <a:bodyPr rtlCol="0" anchor="ctr"/>
            <a:lstStyle/>
            <a:p>
              <a:endParaRPr lang="en-US"/>
            </a:p>
          </p:txBody>
        </p:sp>
        <p:sp>
          <p:nvSpPr>
            <p:cNvPr id="731" name="Graphic 4">
              <a:extLst>
                <a:ext uri="{FF2B5EF4-FFF2-40B4-BE49-F238E27FC236}">
                  <a16:creationId xmlns:a16="http://schemas.microsoft.com/office/drawing/2014/main" id="{5744D99A-EC21-8049-9E6F-37DE3C12699E}"/>
                </a:ext>
              </a:extLst>
            </p:cNvPr>
            <p:cNvSpPr/>
            <p:nvPr/>
          </p:nvSpPr>
          <p:spPr>
            <a:xfrm>
              <a:off x="5170737" y="2060912"/>
              <a:ext cx="51758" cy="71500"/>
            </a:xfrm>
            <a:custGeom>
              <a:avLst/>
              <a:gdLst>
                <a:gd name="connsiteX0" fmla="*/ 30033 w 51758"/>
                <a:gd name="connsiteY0" fmla="*/ 1915 h 71500"/>
                <a:gd name="connsiteX1" fmla="*/ 1278 w 51758"/>
                <a:gd name="connsiteY1" fmla="*/ 28089 h 71500"/>
                <a:gd name="connsiteX2" fmla="*/ 0 w 51758"/>
                <a:gd name="connsiteY2" fmla="*/ 71500 h 71500"/>
                <a:gd name="connsiteX3" fmla="*/ 17253 w 51758"/>
                <a:gd name="connsiteY3" fmla="*/ 71500 h 71500"/>
                <a:gd name="connsiteX4" fmla="*/ 17253 w 51758"/>
                <a:gd name="connsiteY4" fmla="*/ 56817 h 71500"/>
                <a:gd name="connsiteX5" fmla="*/ 23004 w 51758"/>
                <a:gd name="connsiteY5" fmla="*/ 35750 h 71500"/>
                <a:gd name="connsiteX6" fmla="*/ 34505 w 51758"/>
                <a:gd name="connsiteY6" fmla="*/ 30643 h 71500"/>
                <a:gd name="connsiteX7" fmla="*/ 51758 w 51758"/>
                <a:gd name="connsiteY7" fmla="*/ 30643 h 71500"/>
                <a:gd name="connsiteX8" fmla="*/ 51758 w 51758"/>
                <a:gd name="connsiteY8" fmla="*/ 0 h 71500"/>
                <a:gd name="connsiteX9" fmla="*/ 30033 w 51758"/>
                <a:gd name="connsiteY9" fmla="*/ 1915 h 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758" h="71500">
                  <a:moveTo>
                    <a:pt x="30033" y="1915"/>
                  </a:moveTo>
                  <a:cubicBezTo>
                    <a:pt x="17253" y="3830"/>
                    <a:pt x="1917" y="10214"/>
                    <a:pt x="1278" y="28089"/>
                  </a:cubicBezTo>
                  <a:cubicBezTo>
                    <a:pt x="0" y="47241"/>
                    <a:pt x="0" y="63201"/>
                    <a:pt x="0" y="71500"/>
                  </a:cubicBezTo>
                  <a:lnTo>
                    <a:pt x="17253" y="71500"/>
                  </a:lnTo>
                  <a:lnTo>
                    <a:pt x="17253" y="56817"/>
                  </a:lnTo>
                  <a:cubicBezTo>
                    <a:pt x="16614" y="49157"/>
                    <a:pt x="18531" y="42134"/>
                    <a:pt x="23004" y="35750"/>
                  </a:cubicBezTo>
                  <a:cubicBezTo>
                    <a:pt x="26199" y="32558"/>
                    <a:pt x="30033" y="30643"/>
                    <a:pt x="34505" y="30643"/>
                  </a:cubicBezTo>
                  <a:lnTo>
                    <a:pt x="51758" y="30643"/>
                  </a:lnTo>
                  <a:lnTo>
                    <a:pt x="51758" y="0"/>
                  </a:lnTo>
                  <a:cubicBezTo>
                    <a:pt x="44090" y="638"/>
                    <a:pt x="37062" y="1277"/>
                    <a:pt x="30033" y="1915"/>
                  </a:cubicBezTo>
                  <a:close/>
                </a:path>
              </a:pathLst>
            </a:custGeom>
            <a:solidFill>
              <a:srgbClr val="007680"/>
            </a:solidFill>
            <a:ln w="6390" cap="flat">
              <a:noFill/>
              <a:prstDash val="solid"/>
              <a:miter/>
            </a:ln>
          </p:spPr>
          <p:txBody>
            <a:bodyPr rtlCol="0" anchor="ctr"/>
            <a:lstStyle/>
            <a:p>
              <a:endParaRPr lang="en-US"/>
            </a:p>
          </p:txBody>
        </p:sp>
        <p:sp>
          <p:nvSpPr>
            <p:cNvPr id="732" name="Graphic 4">
              <a:extLst>
                <a:ext uri="{FF2B5EF4-FFF2-40B4-BE49-F238E27FC236}">
                  <a16:creationId xmlns:a16="http://schemas.microsoft.com/office/drawing/2014/main" id="{9828F34B-C807-C04D-AD71-2280DC2DFDCC}"/>
                </a:ext>
              </a:extLst>
            </p:cNvPr>
            <p:cNvSpPr/>
            <p:nvPr/>
          </p:nvSpPr>
          <p:spPr>
            <a:xfrm>
              <a:off x="5092779" y="1885990"/>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98410 w 362309"/>
                <a:gd name="connsiteY6" fmla="*/ 253444 h 361971"/>
                <a:gd name="connsiteX7" fmla="*/ 292020 w 362309"/>
                <a:gd name="connsiteY7" fmla="*/ 259828 h 361971"/>
                <a:gd name="connsiteX8" fmla="*/ 261987 w 362309"/>
                <a:gd name="connsiteY8" fmla="*/ 259828 h 361971"/>
                <a:gd name="connsiteX9" fmla="*/ 255597 w 362309"/>
                <a:gd name="connsiteY9" fmla="*/ 253444 h 361971"/>
                <a:gd name="connsiteX10" fmla="*/ 255597 w 362309"/>
                <a:gd name="connsiteY10" fmla="*/ 232377 h 361971"/>
                <a:gd name="connsiteX11" fmla="*/ 253041 w 362309"/>
                <a:gd name="connsiteY11" fmla="*/ 220247 h 361971"/>
                <a:gd name="connsiteX12" fmla="*/ 250486 w 362309"/>
                <a:gd name="connsiteY12" fmla="*/ 219609 h 361971"/>
                <a:gd name="connsiteX13" fmla="*/ 235789 w 362309"/>
                <a:gd name="connsiteY13" fmla="*/ 219609 h 361971"/>
                <a:gd name="connsiteX14" fmla="*/ 235789 w 362309"/>
                <a:gd name="connsiteY14" fmla="*/ 222801 h 361971"/>
                <a:gd name="connsiteX15" fmla="*/ 229399 w 362309"/>
                <a:gd name="connsiteY15" fmla="*/ 229185 h 361971"/>
                <a:gd name="connsiteX16" fmla="*/ 135467 w 362309"/>
                <a:gd name="connsiteY16" fmla="*/ 229185 h 361971"/>
                <a:gd name="connsiteX17" fmla="*/ 129077 w 362309"/>
                <a:gd name="connsiteY17" fmla="*/ 222801 h 361971"/>
                <a:gd name="connsiteX18" fmla="*/ 129077 w 362309"/>
                <a:gd name="connsiteY18" fmla="*/ 219609 h 361971"/>
                <a:gd name="connsiteX19" fmla="*/ 111824 w 362309"/>
                <a:gd name="connsiteY19" fmla="*/ 219609 h 361971"/>
                <a:gd name="connsiteX20" fmla="*/ 109268 w 362309"/>
                <a:gd name="connsiteY20" fmla="*/ 220247 h 361971"/>
                <a:gd name="connsiteX21" fmla="*/ 106712 w 362309"/>
                <a:gd name="connsiteY21" fmla="*/ 231739 h 361971"/>
                <a:gd name="connsiteX22" fmla="*/ 106712 w 362309"/>
                <a:gd name="connsiteY22" fmla="*/ 253444 h 361971"/>
                <a:gd name="connsiteX23" fmla="*/ 100322 w 362309"/>
                <a:gd name="connsiteY23" fmla="*/ 259828 h 361971"/>
                <a:gd name="connsiteX24" fmla="*/ 70289 w 362309"/>
                <a:gd name="connsiteY24" fmla="*/ 259828 h 361971"/>
                <a:gd name="connsiteX25" fmla="*/ 63899 w 362309"/>
                <a:gd name="connsiteY25" fmla="*/ 253444 h 361971"/>
                <a:gd name="connsiteX26" fmla="*/ 65177 w 362309"/>
                <a:gd name="connsiteY26" fmla="*/ 203011 h 361971"/>
                <a:gd name="connsiteX27" fmla="*/ 104795 w 362309"/>
                <a:gd name="connsiteY27" fmla="*/ 164707 h 361971"/>
                <a:gd name="connsiteX28" fmla="*/ 127799 w 362309"/>
                <a:gd name="connsiteY28" fmla="*/ 163430 h 361971"/>
                <a:gd name="connsiteX29" fmla="*/ 127799 w 362309"/>
                <a:gd name="connsiteY29" fmla="*/ 160876 h 361971"/>
                <a:gd name="connsiteX30" fmla="*/ 134189 w 362309"/>
                <a:gd name="connsiteY30" fmla="*/ 154492 h 361971"/>
                <a:gd name="connsiteX31" fmla="*/ 143774 w 362309"/>
                <a:gd name="connsiteY31" fmla="*/ 154492 h 361971"/>
                <a:gd name="connsiteX32" fmla="*/ 143774 w 362309"/>
                <a:gd name="connsiteY32" fmla="*/ 146193 h 361971"/>
                <a:gd name="connsiteX33" fmla="*/ 150164 w 362309"/>
                <a:gd name="connsiteY33" fmla="*/ 139809 h 361971"/>
                <a:gd name="connsiteX34" fmla="*/ 174445 w 362309"/>
                <a:gd name="connsiteY34" fmla="*/ 139809 h 361971"/>
                <a:gd name="connsiteX35" fmla="*/ 174445 w 362309"/>
                <a:gd name="connsiteY35" fmla="*/ 120019 h 361971"/>
                <a:gd name="connsiteX36" fmla="*/ 144412 w 362309"/>
                <a:gd name="connsiteY36" fmla="*/ 120019 h 361971"/>
                <a:gd name="connsiteX37" fmla="*/ 139940 w 362309"/>
                <a:gd name="connsiteY37" fmla="*/ 124488 h 361971"/>
                <a:gd name="connsiteX38" fmla="*/ 133550 w 362309"/>
                <a:gd name="connsiteY38" fmla="*/ 130872 h 361971"/>
                <a:gd name="connsiteX39" fmla="*/ 127160 w 362309"/>
                <a:gd name="connsiteY39" fmla="*/ 124488 h 361971"/>
                <a:gd name="connsiteX40" fmla="*/ 144412 w 362309"/>
                <a:gd name="connsiteY40" fmla="*/ 107251 h 361971"/>
                <a:gd name="connsiteX41" fmla="*/ 174445 w 362309"/>
                <a:gd name="connsiteY41" fmla="*/ 107251 h 361971"/>
                <a:gd name="connsiteX42" fmla="*/ 174445 w 362309"/>
                <a:gd name="connsiteY42" fmla="*/ 95121 h 361971"/>
                <a:gd name="connsiteX43" fmla="*/ 180835 w 362309"/>
                <a:gd name="connsiteY43" fmla="*/ 88738 h 361971"/>
                <a:gd name="connsiteX44" fmla="*/ 187225 w 362309"/>
                <a:gd name="connsiteY44" fmla="*/ 95121 h 361971"/>
                <a:gd name="connsiteX45" fmla="*/ 187225 w 362309"/>
                <a:gd name="connsiteY45" fmla="*/ 107251 h 361971"/>
                <a:gd name="connsiteX46" fmla="*/ 217258 w 362309"/>
                <a:gd name="connsiteY46" fmla="*/ 107251 h 361971"/>
                <a:gd name="connsiteX47" fmla="*/ 234511 w 362309"/>
                <a:gd name="connsiteY47" fmla="*/ 124488 h 361971"/>
                <a:gd name="connsiteX48" fmla="*/ 228121 w 362309"/>
                <a:gd name="connsiteY48" fmla="*/ 130872 h 361971"/>
                <a:gd name="connsiteX49" fmla="*/ 221731 w 362309"/>
                <a:gd name="connsiteY49" fmla="*/ 124488 h 361971"/>
                <a:gd name="connsiteX50" fmla="*/ 217258 w 362309"/>
                <a:gd name="connsiteY50" fmla="*/ 120019 h 361971"/>
                <a:gd name="connsiteX51" fmla="*/ 187225 w 362309"/>
                <a:gd name="connsiteY51" fmla="*/ 120019 h 361971"/>
                <a:gd name="connsiteX52" fmla="*/ 187225 w 362309"/>
                <a:gd name="connsiteY52" fmla="*/ 139809 h 361971"/>
                <a:gd name="connsiteX53" fmla="*/ 211507 w 362309"/>
                <a:gd name="connsiteY53" fmla="*/ 139809 h 361971"/>
                <a:gd name="connsiteX54" fmla="*/ 217897 w 362309"/>
                <a:gd name="connsiteY54" fmla="*/ 146193 h 361971"/>
                <a:gd name="connsiteX55" fmla="*/ 217897 w 362309"/>
                <a:gd name="connsiteY55" fmla="*/ 154492 h 361971"/>
                <a:gd name="connsiteX56" fmla="*/ 227482 w 362309"/>
                <a:gd name="connsiteY56" fmla="*/ 154492 h 361971"/>
                <a:gd name="connsiteX57" fmla="*/ 233872 w 362309"/>
                <a:gd name="connsiteY57" fmla="*/ 160876 h 361971"/>
                <a:gd name="connsiteX58" fmla="*/ 233872 w 362309"/>
                <a:gd name="connsiteY58" fmla="*/ 162792 h 361971"/>
                <a:gd name="connsiteX59" fmla="*/ 254959 w 362309"/>
                <a:gd name="connsiteY59" fmla="*/ 164068 h 361971"/>
                <a:gd name="connsiteX60" fmla="*/ 295215 w 362309"/>
                <a:gd name="connsiteY60" fmla="*/ 202372 h 361971"/>
                <a:gd name="connsiteX61" fmla="*/ 298410 w 362309"/>
                <a:gd name="connsiteY61" fmla="*/ 253444 h 361971"/>
                <a:gd name="connsiteX62" fmla="*/ 298410 w 362309"/>
                <a:gd name="connsiteY62" fmla="*/ 25344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0438"/>
                    <a:pt x="281796" y="0"/>
                    <a:pt x="181474" y="0"/>
                  </a:cubicBezTo>
                  <a:close/>
                  <a:moveTo>
                    <a:pt x="298410" y="253444"/>
                  </a:moveTo>
                  <a:cubicBezTo>
                    <a:pt x="298410" y="257275"/>
                    <a:pt x="295854" y="259828"/>
                    <a:pt x="292020" y="259828"/>
                  </a:cubicBezTo>
                  <a:lnTo>
                    <a:pt x="261987" y="259828"/>
                  </a:lnTo>
                  <a:cubicBezTo>
                    <a:pt x="258154" y="259828"/>
                    <a:pt x="255597" y="257275"/>
                    <a:pt x="255597" y="253444"/>
                  </a:cubicBezTo>
                  <a:lnTo>
                    <a:pt x="255597" y="232377"/>
                  </a:lnTo>
                  <a:cubicBezTo>
                    <a:pt x="256236" y="227908"/>
                    <a:pt x="255597" y="224078"/>
                    <a:pt x="253041" y="220247"/>
                  </a:cubicBezTo>
                  <a:cubicBezTo>
                    <a:pt x="252403" y="219609"/>
                    <a:pt x="251124" y="218971"/>
                    <a:pt x="250486" y="219609"/>
                  </a:cubicBezTo>
                  <a:lnTo>
                    <a:pt x="235789" y="219609"/>
                  </a:lnTo>
                  <a:lnTo>
                    <a:pt x="235789" y="222801"/>
                  </a:lnTo>
                  <a:cubicBezTo>
                    <a:pt x="235789" y="226631"/>
                    <a:pt x="233233" y="229185"/>
                    <a:pt x="229399" y="229185"/>
                  </a:cubicBezTo>
                  <a:lnTo>
                    <a:pt x="135467" y="229185"/>
                  </a:lnTo>
                  <a:cubicBezTo>
                    <a:pt x="131633" y="229185"/>
                    <a:pt x="129077" y="226631"/>
                    <a:pt x="129077" y="222801"/>
                  </a:cubicBezTo>
                  <a:lnTo>
                    <a:pt x="129077" y="219609"/>
                  </a:lnTo>
                  <a:lnTo>
                    <a:pt x="111824" y="219609"/>
                  </a:lnTo>
                  <a:cubicBezTo>
                    <a:pt x="111185" y="219609"/>
                    <a:pt x="109907" y="219609"/>
                    <a:pt x="109268" y="220247"/>
                  </a:cubicBezTo>
                  <a:cubicBezTo>
                    <a:pt x="107351" y="224078"/>
                    <a:pt x="106712" y="227908"/>
                    <a:pt x="106712" y="231739"/>
                  </a:cubicBezTo>
                  <a:lnTo>
                    <a:pt x="106712" y="253444"/>
                  </a:lnTo>
                  <a:cubicBezTo>
                    <a:pt x="106712" y="257275"/>
                    <a:pt x="104156" y="259828"/>
                    <a:pt x="100322" y="259828"/>
                  </a:cubicBezTo>
                  <a:lnTo>
                    <a:pt x="70289" y="259828"/>
                  </a:lnTo>
                  <a:cubicBezTo>
                    <a:pt x="66456" y="259828"/>
                    <a:pt x="63899" y="257275"/>
                    <a:pt x="63899" y="253444"/>
                  </a:cubicBezTo>
                  <a:cubicBezTo>
                    <a:pt x="63899" y="253444"/>
                    <a:pt x="63899" y="231739"/>
                    <a:pt x="65177" y="203011"/>
                  </a:cubicBezTo>
                  <a:cubicBezTo>
                    <a:pt x="66456" y="182582"/>
                    <a:pt x="80513" y="168537"/>
                    <a:pt x="104795" y="164707"/>
                  </a:cubicBezTo>
                  <a:cubicBezTo>
                    <a:pt x="112463" y="164068"/>
                    <a:pt x="120131" y="163430"/>
                    <a:pt x="127799" y="163430"/>
                  </a:cubicBezTo>
                  <a:lnTo>
                    <a:pt x="127799" y="160876"/>
                  </a:lnTo>
                  <a:cubicBezTo>
                    <a:pt x="127799" y="157046"/>
                    <a:pt x="130355" y="154492"/>
                    <a:pt x="134189" y="154492"/>
                  </a:cubicBezTo>
                  <a:lnTo>
                    <a:pt x="143774" y="154492"/>
                  </a:lnTo>
                  <a:lnTo>
                    <a:pt x="143774" y="146193"/>
                  </a:lnTo>
                  <a:cubicBezTo>
                    <a:pt x="143774" y="142363"/>
                    <a:pt x="146330" y="139809"/>
                    <a:pt x="150164" y="139809"/>
                  </a:cubicBezTo>
                  <a:lnTo>
                    <a:pt x="174445" y="139809"/>
                  </a:lnTo>
                  <a:lnTo>
                    <a:pt x="174445" y="120019"/>
                  </a:lnTo>
                  <a:lnTo>
                    <a:pt x="144412" y="120019"/>
                  </a:lnTo>
                  <a:cubicBezTo>
                    <a:pt x="141857" y="120019"/>
                    <a:pt x="139940" y="121934"/>
                    <a:pt x="139940" y="124488"/>
                  </a:cubicBezTo>
                  <a:cubicBezTo>
                    <a:pt x="139940" y="128318"/>
                    <a:pt x="137384" y="130872"/>
                    <a:pt x="133550" y="130872"/>
                  </a:cubicBezTo>
                  <a:cubicBezTo>
                    <a:pt x="129716" y="130872"/>
                    <a:pt x="127160" y="128318"/>
                    <a:pt x="127160" y="124488"/>
                  </a:cubicBezTo>
                  <a:cubicBezTo>
                    <a:pt x="127160" y="114912"/>
                    <a:pt x="134828" y="107251"/>
                    <a:pt x="144412" y="107251"/>
                  </a:cubicBezTo>
                  <a:lnTo>
                    <a:pt x="174445" y="107251"/>
                  </a:lnTo>
                  <a:lnTo>
                    <a:pt x="174445" y="95121"/>
                  </a:lnTo>
                  <a:cubicBezTo>
                    <a:pt x="174445" y="91291"/>
                    <a:pt x="177001" y="88738"/>
                    <a:pt x="180835" y="88738"/>
                  </a:cubicBezTo>
                  <a:cubicBezTo>
                    <a:pt x="184669" y="88738"/>
                    <a:pt x="187225" y="91291"/>
                    <a:pt x="187225" y="95121"/>
                  </a:cubicBezTo>
                  <a:lnTo>
                    <a:pt x="187225" y="107251"/>
                  </a:lnTo>
                  <a:lnTo>
                    <a:pt x="217258" y="107251"/>
                  </a:lnTo>
                  <a:cubicBezTo>
                    <a:pt x="226843" y="107251"/>
                    <a:pt x="234511" y="114912"/>
                    <a:pt x="234511" y="124488"/>
                  </a:cubicBezTo>
                  <a:cubicBezTo>
                    <a:pt x="234511" y="128318"/>
                    <a:pt x="231955" y="130872"/>
                    <a:pt x="228121" y="130872"/>
                  </a:cubicBezTo>
                  <a:cubicBezTo>
                    <a:pt x="224287" y="130872"/>
                    <a:pt x="221731" y="128318"/>
                    <a:pt x="221731" y="124488"/>
                  </a:cubicBezTo>
                  <a:cubicBezTo>
                    <a:pt x="221731" y="121934"/>
                    <a:pt x="219814" y="120019"/>
                    <a:pt x="217258" y="120019"/>
                  </a:cubicBezTo>
                  <a:lnTo>
                    <a:pt x="187225" y="120019"/>
                  </a:lnTo>
                  <a:lnTo>
                    <a:pt x="187225" y="139809"/>
                  </a:lnTo>
                  <a:lnTo>
                    <a:pt x="211507" y="139809"/>
                  </a:lnTo>
                  <a:cubicBezTo>
                    <a:pt x="215341" y="139809"/>
                    <a:pt x="217897" y="142363"/>
                    <a:pt x="217897" y="146193"/>
                  </a:cubicBezTo>
                  <a:lnTo>
                    <a:pt x="217897" y="154492"/>
                  </a:lnTo>
                  <a:lnTo>
                    <a:pt x="227482" y="154492"/>
                  </a:lnTo>
                  <a:cubicBezTo>
                    <a:pt x="231316" y="154492"/>
                    <a:pt x="233872" y="157046"/>
                    <a:pt x="233872" y="160876"/>
                  </a:cubicBezTo>
                  <a:lnTo>
                    <a:pt x="233872" y="162792"/>
                  </a:lnTo>
                  <a:cubicBezTo>
                    <a:pt x="240901" y="162792"/>
                    <a:pt x="247929" y="163430"/>
                    <a:pt x="254959" y="164068"/>
                  </a:cubicBezTo>
                  <a:cubicBezTo>
                    <a:pt x="279240" y="167899"/>
                    <a:pt x="293937" y="181944"/>
                    <a:pt x="295215" y="202372"/>
                  </a:cubicBezTo>
                  <a:cubicBezTo>
                    <a:pt x="298410" y="231739"/>
                    <a:pt x="298410" y="253444"/>
                    <a:pt x="298410" y="253444"/>
                  </a:cubicBezTo>
                  <a:lnTo>
                    <a:pt x="298410" y="253444"/>
                  </a:lnTo>
                  <a:close/>
                </a:path>
              </a:pathLst>
            </a:custGeom>
            <a:solidFill>
              <a:srgbClr val="007680"/>
            </a:solidFill>
            <a:ln w="6390" cap="flat">
              <a:noFill/>
              <a:prstDash val="solid"/>
              <a:miter/>
            </a:ln>
          </p:spPr>
          <p:txBody>
            <a:bodyPr rtlCol="0" anchor="ctr"/>
            <a:lstStyle/>
            <a:p>
              <a:endParaRPr lang="en-US"/>
            </a:p>
          </p:txBody>
        </p:sp>
      </p:grpSp>
      <p:grpSp>
        <p:nvGrpSpPr>
          <p:cNvPr id="733" name="Graphic 4">
            <a:extLst>
              <a:ext uri="{FF2B5EF4-FFF2-40B4-BE49-F238E27FC236}">
                <a16:creationId xmlns:a16="http://schemas.microsoft.com/office/drawing/2014/main" id="{3303D5FD-E301-D54A-870C-230A408E9307}"/>
              </a:ext>
            </a:extLst>
          </p:cNvPr>
          <p:cNvGrpSpPr>
            <a:grpSpLocks noChangeAspect="1"/>
          </p:cNvGrpSpPr>
          <p:nvPr/>
        </p:nvGrpSpPr>
        <p:grpSpPr>
          <a:xfrm>
            <a:off x="4654430" y="918179"/>
            <a:ext cx="362312" cy="361971"/>
            <a:chOff x="4654430" y="918179"/>
            <a:chExt cx="362312" cy="361971"/>
          </a:xfrm>
          <a:solidFill>
            <a:srgbClr val="007680"/>
          </a:solidFill>
        </p:grpSpPr>
        <p:sp>
          <p:nvSpPr>
            <p:cNvPr id="734" name="Graphic 4">
              <a:extLst>
                <a:ext uri="{FF2B5EF4-FFF2-40B4-BE49-F238E27FC236}">
                  <a16:creationId xmlns:a16="http://schemas.microsoft.com/office/drawing/2014/main" id="{4561D0EA-F339-6743-81DF-2BAF3BF7ED54}"/>
                </a:ext>
              </a:extLst>
            </p:cNvPr>
            <p:cNvSpPr/>
            <p:nvPr/>
          </p:nvSpPr>
          <p:spPr>
            <a:xfrm>
              <a:off x="4654430" y="918179"/>
              <a:ext cx="362312" cy="361971"/>
            </a:xfrm>
            <a:custGeom>
              <a:avLst/>
              <a:gdLst>
                <a:gd name="connsiteX0" fmla="*/ 181474 w 362312"/>
                <a:gd name="connsiteY0" fmla="*/ 349204 h 361971"/>
                <a:gd name="connsiteX1" fmla="*/ 12780 w 362312"/>
                <a:gd name="connsiteY1" fmla="*/ 181305 h 361971"/>
                <a:gd name="connsiteX2" fmla="*/ 180835 w 362312"/>
                <a:gd name="connsiteY2" fmla="*/ 12768 h 361971"/>
                <a:gd name="connsiteX3" fmla="*/ 349529 w 362312"/>
                <a:gd name="connsiteY3" fmla="*/ 180667 h 361971"/>
                <a:gd name="connsiteX4" fmla="*/ 349529 w 362312"/>
                <a:gd name="connsiteY4" fmla="*/ 180667 h 361971"/>
                <a:gd name="connsiteX5" fmla="*/ 181474 w 362312"/>
                <a:gd name="connsiteY5" fmla="*/ 349204 h 361971"/>
                <a:gd name="connsiteX6" fmla="*/ 181474 w 362312"/>
                <a:gd name="connsiteY6" fmla="*/ 0 h 361971"/>
                <a:gd name="connsiteX7" fmla="*/ 0 w 362312"/>
                <a:gd name="connsiteY7" fmla="*/ 180667 h 361971"/>
                <a:gd name="connsiteX8" fmla="*/ 180835 w 362312"/>
                <a:gd name="connsiteY8" fmla="*/ 361972 h 361971"/>
                <a:gd name="connsiteX9" fmla="*/ 362309 w 362312"/>
                <a:gd name="connsiteY9" fmla="*/ 181305 h 361971"/>
                <a:gd name="connsiteX10" fmla="*/ 362309 w 362312"/>
                <a:gd name="connsiteY10" fmla="*/ 181305 h 361971"/>
                <a:gd name="connsiteX11" fmla="*/ 181474 w 362312"/>
                <a:gd name="connsiteY11"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50168" y="273873"/>
                    <a:pt x="274767" y="348565"/>
                    <a:pt x="181474" y="349204"/>
                  </a:cubicBezTo>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path>
              </a:pathLst>
            </a:custGeom>
            <a:solidFill>
              <a:srgbClr val="007680"/>
            </a:solidFill>
            <a:ln w="6390" cap="flat">
              <a:noFill/>
              <a:prstDash val="solid"/>
              <a:miter/>
            </a:ln>
          </p:spPr>
          <p:txBody>
            <a:bodyPr rtlCol="0" anchor="ctr"/>
            <a:lstStyle/>
            <a:p>
              <a:endParaRPr lang="en-US"/>
            </a:p>
          </p:txBody>
        </p:sp>
        <p:sp>
          <p:nvSpPr>
            <p:cNvPr id="735" name="Graphic 4">
              <a:extLst>
                <a:ext uri="{FF2B5EF4-FFF2-40B4-BE49-F238E27FC236}">
                  <a16:creationId xmlns:a16="http://schemas.microsoft.com/office/drawing/2014/main" id="{2F3FB7CF-25A5-8A40-9907-E4D665E0CD9B}"/>
                </a:ext>
              </a:extLst>
            </p:cNvPr>
            <p:cNvSpPr/>
            <p:nvPr/>
          </p:nvSpPr>
          <p:spPr>
            <a:xfrm>
              <a:off x="4722550" y="999894"/>
              <a:ext cx="229810" cy="197903"/>
            </a:xfrm>
            <a:custGeom>
              <a:avLst/>
              <a:gdLst>
                <a:gd name="connsiteX0" fmla="*/ 215592 w 229810"/>
                <a:gd name="connsiteY0" fmla="*/ 153216 h 197903"/>
                <a:gd name="connsiteX1" fmla="*/ 202813 w 229810"/>
                <a:gd name="connsiteY1" fmla="*/ 179390 h 197903"/>
                <a:gd name="connsiteX2" fmla="*/ 113353 w 229810"/>
                <a:gd name="connsiteY2" fmla="*/ 185135 h 197903"/>
                <a:gd name="connsiteX3" fmla="*/ 23894 w 229810"/>
                <a:gd name="connsiteY3" fmla="*/ 179390 h 197903"/>
                <a:gd name="connsiteX4" fmla="*/ 11114 w 229810"/>
                <a:gd name="connsiteY4" fmla="*/ 153216 h 197903"/>
                <a:gd name="connsiteX5" fmla="*/ 11114 w 229810"/>
                <a:gd name="connsiteY5" fmla="*/ 137256 h 197903"/>
                <a:gd name="connsiteX6" fmla="*/ 21339 w 229810"/>
                <a:gd name="connsiteY6" fmla="*/ 134064 h 197903"/>
                <a:gd name="connsiteX7" fmla="*/ 21339 w 229810"/>
                <a:gd name="connsiteY7" fmla="*/ 137894 h 197903"/>
                <a:gd name="connsiteX8" fmla="*/ 22616 w 229810"/>
                <a:gd name="connsiteY8" fmla="*/ 141724 h 197903"/>
                <a:gd name="connsiteX9" fmla="*/ 77570 w 229810"/>
                <a:gd name="connsiteY9" fmla="*/ 159600 h 197903"/>
                <a:gd name="connsiteX10" fmla="*/ 78209 w 229810"/>
                <a:gd name="connsiteY10" fmla="*/ 159600 h 197903"/>
                <a:gd name="connsiteX11" fmla="*/ 78848 w 229810"/>
                <a:gd name="connsiteY11" fmla="*/ 159600 h 197903"/>
                <a:gd name="connsiteX12" fmla="*/ 142108 w 229810"/>
                <a:gd name="connsiteY12" fmla="*/ 164707 h 197903"/>
                <a:gd name="connsiteX13" fmla="*/ 147220 w 229810"/>
                <a:gd name="connsiteY13" fmla="*/ 159600 h 197903"/>
                <a:gd name="connsiteX14" fmla="*/ 147859 w 229810"/>
                <a:gd name="connsiteY14" fmla="*/ 159600 h 197903"/>
                <a:gd name="connsiteX15" fmla="*/ 148498 w 229810"/>
                <a:gd name="connsiteY15" fmla="*/ 159600 h 197903"/>
                <a:gd name="connsiteX16" fmla="*/ 203452 w 229810"/>
                <a:gd name="connsiteY16" fmla="*/ 141724 h 197903"/>
                <a:gd name="connsiteX17" fmla="*/ 204730 w 229810"/>
                <a:gd name="connsiteY17" fmla="*/ 137894 h 197903"/>
                <a:gd name="connsiteX18" fmla="*/ 204730 w 229810"/>
                <a:gd name="connsiteY18" fmla="*/ 134064 h 197903"/>
                <a:gd name="connsiteX19" fmla="*/ 214954 w 229810"/>
                <a:gd name="connsiteY19" fmla="*/ 137256 h 197903"/>
                <a:gd name="connsiteX20" fmla="*/ 215592 w 229810"/>
                <a:gd name="connsiteY20" fmla="*/ 153216 h 197903"/>
                <a:gd name="connsiteX21" fmla="*/ 81404 w 229810"/>
                <a:gd name="connsiteY21" fmla="*/ 130233 h 197903"/>
                <a:gd name="connsiteX22" fmla="*/ 113993 w 229810"/>
                <a:gd name="connsiteY22" fmla="*/ 97675 h 197903"/>
                <a:gd name="connsiteX23" fmla="*/ 146581 w 229810"/>
                <a:gd name="connsiteY23" fmla="*/ 130233 h 197903"/>
                <a:gd name="connsiteX24" fmla="*/ 113993 w 229810"/>
                <a:gd name="connsiteY24" fmla="*/ 162792 h 197903"/>
                <a:gd name="connsiteX25" fmla="*/ 113993 w 229810"/>
                <a:gd name="connsiteY25" fmla="*/ 162792 h 197903"/>
                <a:gd name="connsiteX26" fmla="*/ 81404 w 229810"/>
                <a:gd name="connsiteY26" fmla="*/ 130233 h 197903"/>
                <a:gd name="connsiteX27" fmla="*/ 34757 w 229810"/>
                <a:gd name="connsiteY27" fmla="*/ 110443 h 197903"/>
                <a:gd name="connsiteX28" fmla="*/ 52649 w 229810"/>
                <a:gd name="connsiteY28" fmla="*/ 56179 h 197903"/>
                <a:gd name="connsiteX29" fmla="*/ 52649 w 229810"/>
                <a:gd name="connsiteY29" fmla="*/ 102782 h 197903"/>
                <a:gd name="connsiteX30" fmla="*/ 59039 w 229810"/>
                <a:gd name="connsiteY30" fmla="*/ 109166 h 197903"/>
                <a:gd name="connsiteX31" fmla="*/ 65429 w 229810"/>
                <a:gd name="connsiteY31" fmla="*/ 102782 h 197903"/>
                <a:gd name="connsiteX32" fmla="*/ 65429 w 229810"/>
                <a:gd name="connsiteY32" fmla="*/ 34473 h 197903"/>
                <a:gd name="connsiteX33" fmla="*/ 70541 w 229810"/>
                <a:gd name="connsiteY33" fmla="*/ 31920 h 197903"/>
                <a:gd name="connsiteX34" fmla="*/ 91628 w 229810"/>
                <a:gd name="connsiteY34" fmla="*/ 22982 h 197903"/>
                <a:gd name="connsiteX35" fmla="*/ 91628 w 229810"/>
                <a:gd name="connsiteY35" fmla="*/ 56817 h 197903"/>
                <a:gd name="connsiteX36" fmla="*/ 86516 w 229810"/>
                <a:gd name="connsiteY36" fmla="*/ 65117 h 197903"/>
                <a:gd name="connsiteX37" fmla="*/ 88433 w 229810"/>
                <a:gd name="connsiteY37" fmla="*/ 74054 h 197903"/>
                <a:gd name="connsiteX38" fmla="*/ 97379 w 229810"/>
                <a:gd name="connsiteY38" fmla="*/ 72139 h 197903"/>
                <a:gd name="connsiteX39" fmla="*/ 97379 w 229810"/>
                <a:gd name="connsiteY39" fmla="*/ 72139 h 197903"/>
                <a:gd name="connsiteX40" fmla="*/ 103769 w 229810"/>
                <a:gd name="connsiteY40" fmla="*/ 61925 h 197903"/>
                <a:gd name="connsiteX41" fmla="*/ 105047 w 229810"/>
                <a:gd name="connsiteY41" fmla="*/ 58733 h 197903"/>
                <a:gd name="connsiteX42" fmla="*/ 105047 w 229810"/>
                <a:gd name="connsiteY42" fmla="*/ 15322 h 197903"/>
                <a:gd name="connsiteX43" fmla="*/ 105047 w 229810"/>
                <a:gd name="connsiteY43" fmla="*/ 14683 h 197903"/>
                <a:gd name="connsiteX44" fmla="*/ 105047 w 229810"/>
                <a:gd name="connsiteY44" fmla="*/ 14045 h 197903"/>
                <a:gd name="connsiteX45" fmla="*/ 105047 w 229810"/>
                <a:gd name="connsiteY45" fmla="*/ 12768 h 197903"/>
                <a:gd name="connsiteX46" fmla="*/ 122938 w 229810"/>
                <a:gd name="connsiteY46" fmla="*/ 12768 h 197903"/>
                <a:gd name="connsiteX47" fmla="*/ 122938 w 229810"/>
                <a:gd name="connsiteY47" fmla="*/ 58094 h 197903"/>
                <a:gd name="connsiteX48" fmla="*/ 124216 w 229810"/>
                <a:gd name="connsiteY48" fmla="*/ 61286 h 197903"/>
                <a:gd name="connsiteX49" fmla="*/ 130606 w 229810"/>
                <a:gd name="connsiteY49" fmla="*/ 71501 h 197903"/>
                <a:gd name="connsiteX50" fmla="*/ 139552 w 229810"/>
                <a:gd name="connsiteY50" fmla="*/ 74054 h 197903"/>
                <a:gd name="connsiteX51" fmla="*/ 142108 w 229810"/>
                <a:gd name="connsiteY51" fmla="*/ 65117 h 197903"/>
                <a:gd name="connsiteX52" fmla="*/ 141469 w 229810"/>
                <a:gd name="connsiteY52" fmla="*/ 64478 h 197903"/>
                <a:gd name="connsiteX53" fmla="*/ 136358 w 229810"/>
                <a:gd name="connsiteY53" fmla="*/ 56179 h 197903"/>
                <a:gd name="connsiteX54" fmla="*/ 136358 w 229810"/>
                <a:gd name="connsiteY54" fmla="*/ 22344 h 197903"/>
                <a:gd name="connsiteX55" fmla="*/ 157444 w 229810"/>
                <a:gd name="connsiteY55" fmla="*/ 31281 h 197903"/>
                <a:gd name="connsiteX56" fmla="*/ 162556 w 229810"/>
                <a:gd name="connsiteY56" fmla="*/ 33835 h 197903"/>
                <a:gd name="connsiteX57" fmla="*/ 162556 w 229810"/>
                <a:gd name="connsiteY57" fmla="*/ 102144 h 197903"/>
                <a:gd name="connsiteX58" fmla="*/ 168946 w 229810"/>
                <a:gd name="connsiteY58" fmla="*/ 108528 h 197903"/>
                <a:gd name="connsiteX59" fmla="*/ 175336 w 229810"/>
                <a:gd name="connsiteY59" fmla="*/ 102144 h 197903"/>
                <a:gd name="connsiteX60" fmla="*/ 175336 w 229810"/>
                <a:gd name="connsiteY60" fmla="*/ 55541 h 197903"/>
                <a:gd name="connsiteX61" fmla="*/ 193228 w 229810"/>
                <a:gd name="connsiteY61" fmla="*/ 109804 h 197903"/>
                <a:gd name="connsiteX62" fmla="*/ 193228 w 229810"/>
                <a:gd name="connsiteY62" fmla="*/ 134702 h 197903"/>
                <a:gd name="connsiteX63" fmla="*/ 156805 w 229810"/>
                <a:gd name="connsiteY63" fmla="*/ 145555 h 197903"/>
                <a:gd name="connsiteX64" fmla="*/ 130606 w 229810"/>
                <a:gd name="connsiteY64" fmla="*/ 87461 h 197903"/>
                <a:gd name="connsiteX65" fmla="*/ 72458 w 229810"/>
                <a:gd name="connsiteY65" fmla="*/ 113635 h 197903"/>
                <a:gd name="connsiteX66" fmla="*/ 69263 w 229810"/>
                <a:gd name="connsiteY66" fmla="*/ 129595 h 197903"/>
                <a:gd name="connsiteX67" fmla="*/ 72458 w 229810"/>
                <a:gd name="connsiteY67" fmla="*/ 145555 h 197903"/>
                <a:gd name="connsiteX68" fmla="*/ 36035 w 229810"/>
                <a:gd name="connsiteY68" fmla="*/ 134702 h 197903"/>
                <a:gd name="connsiteX69" fmla="*/ 34757 w 229810"/>
                <a:gd name="connsiteY69" fmla="*/ 110443 h 197903"/>
                <a:gd name="connsiteX70" fmla="*/ 223260 w 229810"/>
                <a:gd name="connsiteY70" fmla="*/ 126403 h 197903"/>
                <a:gd name="connsiteX71" fmla="*/ 205369 w 229810"/>
                <a:gd name="connsiteY71" fmla="*/ 120657 h 197903"/>
                <a:gd name="connsiteX72" fmla="*/ 205369 w 229810"/>
                <a:gd name="connsiteY72" fmla="*/ 110443 h 197903"/>
                <a:gd name="connsiteX73" fmla="*/ 174697 w 229810"/>
                <a:gd name="connsiteY73" fmla="*/ 35750 h 197903"/>
                <a:gd name="connsiteX74" fmla="*/ 174697 w 229810"/>
                <a:gd name="connsiteY74" fmla="*/ 30643 h 197903"/>
                <a:gd name="connsiteX75" fmla="*/ 171502 w 229810"/>
                <a:gd name="connsiteY75" fmla="*/ 24897 h 197903"/>
                <a:gd name="connsiteX76" fmla="*/ 163195 w 229810"/>
                <a:gd name="connsiteY76" fmla="*/ 20429 h 197903"/>
                <a:gd name="connsiteX77" fmla="*/ 136358 w 229810"/>
                <a:gd name="connsiteY77" fmla="*/ 9576 h 197903"/>
                <a:gd name="connsiteX78" fmla="*/ 136358 w 229810"/>
                <a:gd name="connsiteY78" fmla="*/ 6384 h 197903"/>
                <a:gd name="connsiteX79" fmla="*/ 129968 w 229810"/>
                <a:gd name="connsiteY79" fmla="*/ 0 h 197903"/>
                <a:gd name="connsiteX80" fmla="*/ 99296 w 229810"/>
                <a:gd name="connsiteY80" fmla="*/ 0 h 197903"/>
                <a:gd name="connsiteX81" fmla="*/ 92906 w 229810"/>
                <a:gd name="connsiteY81" fmla="*/ 6384 h 197903"/>
                <a:gd name="connsiteX82" fmla="*/ 92906 w 229810"/>
                <a:gd name="connsiteY82" fmla="*/ 9576 h 197903"/>
                <a:gd name="connsiteX83" fmla="*/ 66068 w 229810"/>
                <a:gd name="connsiteY83" fmla="*/ 20429 h 197903"/>
                <a:gd name="connsiteX84" fmla="*/ 57761 w 229810"/>
                <a:gd name="connsiteY84" fmla="*/ 24897 h 197903"/>
                <a:gd name="connsiteX85" fmla="*/ 54566 w 229810"/>
                <a:gd name="connsiteY85" fmla="*/ 30643 h 197903"/>
                <a:gd name="connsiteX86" fmla="*/ 54566 w 229810"/>
                <a:gd name="connsiteY86" fmla="*/ 35750 h 197903"/>
                <a:gd name="connsiteX87" fmla="*/ 23894 w 229810"/>
                <a:gd name="connsiteY87" fmla="*/ 110443 h 197903"/>
                <a:gd name="connsiteX88" fmla="*/ 23894 w 229810"/>
                <a:gd name="connsiteY88" fmla="*/ 120657 h 197903"/>
                <a:gd name="connsiteX89" fmla="*/ 6003 w 229810"/>
                <a:gd name="connsiteY89" fmla="*/ 126403 h 197903"/>
                <a:gd name="connsiteX90" fmla="*/ 1530 w 229810"/>
                <a:gd name="connsiteY90" fmla="*/ 130872 h 197903"/>
                <a:gd name="connsiteX91" fmla="*/ 891 w 229810"/>
                <a:gd name="connsiteY91" fmla="*/ 155769 h 197903"/>
                <a:gd name="connsiteX92" fmla="*/ 15588 w 229810"/>
                <a:gd name="connsiteY92" fmla="*/ 187051 h 197903"/>
                <a:gd name="connsiteX93" fmla="*/ 16226 w 229810"/>
                <a:gd name="connsiteY93" fmla="*/ 188327 h 197903"/>
                <a:gd name="connsiteX94" fmla="*/ 114632 w 229810"/>
                <a:gd name="connsiteY94" fmla="*/ 197903 h 197903"/>
                <a:gd name="connsiteX95" fmla="*/ 213037 w 229810"/>
                <a:gd name="connsiteY95" fmla="*/ 188327 h 197903"/>
                <a:gd name="connsiteX96" fmla="*/ 213676 w 229810"/>
                <a:gd name="connsiteY96" fmla="*/ 187051 h 197903"/>
                <a:gd name="connsiteX97" fmla="*/ 228372 w 229810"/>
                <a:gd name="connsiteY97" fmla="*/ 155769 h 197903"/>
                <a:gd name="connsiteX98" fmla="*/ 228372 w 229810"/>
                <a:gd name="connsiteY98" fmla="*/ 130872 h 197903"/>
                <a:gd name="connsiteX99" fmla="*/ 223260 w 229810"/>
                <a:gd name="connsiteY99" fmla="*/ 126403 h 19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229810" h="197903">
                  <a:moveTo>
                    <a:pt x="215592" y="153216"/>
                  </a:moveTo>
                  <a:cubicBezTo>
                    <a:pt x="212398" y="162153"/>
                    <a:pt x="207924" y="171091"/>
                    <a:pt x="202813" y="179390"/>
                  </a:cubicBezTo>
                  <a:cubicBezTo>
                    <a:pt x="198979" y="180667"/>
                    <a:pt x="180448" y="185135"/>
                    <a:pt x="113353" y="185135"/>
                  </a:cubicBezTo>
                  <a:cubicBezTo>
                    <a:pt x="46259" y="185135"/>
                    <a:pt x="28367" y="180667"/>
                    <a:pt x="23894" y="179390"/>
                  </a:cubicBezTo>
                  <a:cubicBezTo>
                    <a:pt x="18782" y="171091"/>
                    <a:pt x="14309" y="162153"/>
                    <a:pt x="11114" y="153216"/>
                  </a:cubicBezTo>
                  <a:cubicBezTo>
                    <a:pt x="10476" y="148108"/>
                    <a:pt x="10476" y="142363"/>
                    <a:pt x="11114" y="137256"/>
                  </a:cubicBezTo>
                  <a:lnTo>
                    <a:pt x="21339" y="134064"/>
                  </a:lnTo>
                  <a:lnTo>
                    <a:pt x="21339" y="137894"/>
                  </a:lnTo>
                  <a:cubicBezTo>
                    <a:pt x="21339" y="139171"/>
                    <a:pt x="21977" y="140448"/>
                    <a:pt x="22616" y="141724"/>
                  </a:cubicBezTo>
                  <a:cubicBezTo>
                    <a:pt x="23894" y="144278"/>
                    <a:pt x="34119" y="155769"/>
                    <a:pt x="77570" y="159600"/>
                  </a:cubicBezTo>
                  <a:lnTo>
                    <a:pt x="78209" y="159600"/>
                  </a:lnTo>
                  <a:lnTo>
                    <a:pt x="78848" y="159600"/>
                  </a:lnTo>
                  <a:cubicBezTo>
                    <a:pt x="94823" y="178113"/>
                    <a:pt x="122938" y="180667"/>
                    <a:pt x="142108" y="164707"/>
                  </a:cubicBezTo>
                  <a:cubicBezTo>
                    <a:pt x="144025" y="163430"/>
                    <a:pt x="145303" y="161515"/>
                    <a:pt x="147220" y="159600"/>
                  </a:cubicBezTo>
                  <a:lnTo>
                    <a:pt x="147859" y="159600"/>
                  </a:lnTo>
                  <a:lnTo>
                    <a:pt x="148498" y="159600"/>
                  </a:lnTo>
                  <a:cubicBezTo>
                    <a:pt x="191950" y="155131"/>
                    <a:pt x="202174" y="143640"/>
                    <a:pt x="203452" y="141724"/>
                  </a:cubicBezTo>
                  <a:cubicBezTo>
                    <a:pt x="204091" y="140448"/>
                    <a:pt x="204730" y="139171"/>
                    <a:pt x="204730" y="137894"/>
                  </a:cubicBezTo>
                  <a:lnTo>
                    <a:pt x="204730" y="134064"/>
                  </a:lnTo>
                  <a:lnTo>
                    <a:pt x="214954" y="137256"/>
                  </a:lnTo>
                  <a:cubicBezTo>
                    <a:pt x="216232" y="143001"/>
                    <a:pt x="216232" y="148108"/>
                    <a:pt x="215592" y="153216"/>
                  </a:cubicBezTo>
                  <a:moveTo>
                    <a:pt x="81404" y="130233"/>
                  </a:moveTo>
                  <a:cubicBezTo>
                    <a:pt x="81404" y="112358"/>
                    <a:pt x="96101" y="97675"/>
                    <a:pt x="113993" y="97675"/>
                  </a:cubicBezTo>
                  <a:cubicBezTo>
                    <a:pt x="131884" y="97675"/>
                    <a:pt x="146581" y="112358"/>
                    <a:pt x="146581" y="130233"/>
                  </a:cubicBezTo>
                  <a:cubicBezTo>
                    <a:pt x="146581" y="148108"/>
                    <a:pt x="131884" y="162792"/>
                    <a:pt x="113993" y="162792"/>
                  </a:cubicBezTo>
                  <a:lnTo>
                    <a:pt x="113993" y="162792"/>
                  </a:lnTo>
                  <a:cubicBezTo>
                    <a:pt x="95462" y="162153"/>
                    <a:pt x="81404" y="148108"/>
                    <a:pt x="81404" y="130233"/>
                  </a:cubicBezTo>
                  <a:moveTo>
                    <a:pt x="34757" y="110443"/>
                  </a:moveTo>
                  <a:cubicBezTo>
                    <a:pt x="35396" y="90653"/>
                    <a:pt x="41786" y="72139"/>
                    <a:pt x="52649" y="56179"/>
                  </a:cubicBezTo>
                  <a:lnTo>
                    <a:pt x="52649" y="102782"/>
                  </a:lnTo>
                  <a:cubicBezTo>
                    <a:pt x="52649" y="106612"/>
                    <a:pt x="55205" y="109166"/>
                    <a:pt x="59039" y="109166"/>
                  </a:cubicBezTo>
                  <a:cubicBezTo>
                    <a:pt x="62873" y="109166"/>
                    <a:pt x="65429" y="106612"/>
                    <a:pt x="65429" y="102782"/>
                  </a:cubicBezTo>
                  <a:lnTo>
                    <a:pt x="65429" y="34473"/>
                  </a:lnTo>
                  <a:lnTo>
                    <a:pt x="70541" y="31920"/>
                  </a:lnTo>
                  <a:cubicBezTo>
                    <a:pt x="76931" y="28089"/>
                    <a:pt x="84599" y="24897"/>
                    <a:pt x="91628" y="22982"/>
                  </a:cubicBezTo>
                  <a:lnTo>
                    <a:pt x="91628" y="56817"/>
                  </a:lnTo>
                  <a:lnTo>
                    <a:pt x="86516" y="65117"/>
                  </a:lnTo>
                  <a:cubicBezTo>
                    <a:pt x="84599" y="68309"/>
                    <a:pt x="85877" y="72139"/>
                    <a:pt x="88433" y="74054"/>
                  </a:cubicBezTo>
                  <a:cubicBezTo>
                    <a:pt x="90989" y="75969"/>
                    <a:pt x="95462" y="74693"/>
                    <a:pt x="97379" y="72139"/>
                  </a:cubicBezTo>
                  <a:lnTo>
                    <a:pt x="97379" y="72139"/>
                  </a:lnTo>
                  <a:lnTo>
                    <a:pt x="103769" y="61925"/>
                  </a:lnTo>
                  <a:cubicBezTo>
                    <a:pt x="104408" y="60648"/>
                    <a:pt x="105047" y="60009"/>
                    <a:pt x="105047" y="58733"/>
                  </a:cubicBezTo>
                  <a:lnTo>
                    <a:pt x="105047" y="15322"/>
                  </a:lnTo>
                  <a:cubicBezTo>
                    <a:pt x="105047" y="15322"/>
                    <a:pt x="105047" y="14683"/>
                    <a:pt x="105047" y="14683"/>
                  </a:cubicBezTo>
                  <a:cubicBezTo>
                    <a:pt x="105047" y="14683"/>
                    <a:pt x="105047" y="14683"/>
                    <a:pt x="105047" y="14045"/>
                  </a:cubicBezTo>
                  <a:lnTo>
                    <a:pt x="105047" y="12768"/>
                  </a:lnTo>
                  <a:lnTo>
                    <a:pt x="122938" y="12768"/>
                  </a:lnTo>
                  <a:lnTo>
                    <a:pt x="122938" y="58094"/>
                  </a:lnTo>
                  <a:cubicBezTo>
                    <a:pt x="122938" y="59371"/>
                    <a:pt x="123578" y="60648"/>
                    <a:pt x="124216" y="61286"/>
                  </a:cubicBezTo>
                  <a:lnTo>
                    <a:pt x="130606" y="71501"/>
                  </a:lnTo>
                  <a:cubicBezTo>
                    <a:pt x="132523" y="74693"/>
                    <a:pt x="136358" y="75969"/>
                    <a:pt x="139552" y="74054"/>
                  </a:cubicBezTo>
                  <a:cubicBezTo>
                    <a:pt x="142747" y="72139"/>
                    <a:pt x="144025" y="68309"/>
                    <a:pt x="142108" y="65117"/>
                  </a:cubicBezTo>
                  <a:cubicBezTo>
                    <a:pt x="142108" y="65117"/>
                    <a:pt x="142108" y="64478"/>
                    <a:pt x="141469" y="64478"/>
                  </a:cubicBezTo>
                  <a:lnTo>
                    <a:pt x="136358" y="56179"/>
                  </a:lnTo>
                  <a:lnTo>
                    <a:pt x="136358" y="22344"/>
                  </a:lnTo>
                  <a:cubicBezTo>
                    <a:pt x="144025" y="24259"/>
                    <a:pt x="151054" y="27451"/>
                    <a:pt x="157444" y="31281"/>
                  </a:cubicBezTo>
                  <a:lnTo>
                    <a:pt x="162556" y="33835"/>
                  </a:lnTo>
                  <a:lnTo>
                    <a:pt x="162556" y="102144"/>
                  </a:lnTo>
                  <a:cubicBezTo>
                    <a:pt x="162556" y="105974"/>
                    <a:pt x="165112" y="108528"/>
                    <a:pt x="168946" y="108528"/>
                  </a:cubicBezTo>
                  <a:cubicBezTo>
                    <a:pt x="172780" y="108528"/>
                    <a:pt x="175336" y="105974"/>
                    <a:pt x="175336" y="102144"/>
                  </a:cubicBezTo>
                  <a:lnTo>
                    <a:pt x="175336" y="55541"/>
                  </a:lnTo>
                  <a:cubicBezTo>
                    <a:pt x="186838" y="71501"/>
                    <a:pt x="193228" y="90653"/>
                    <a:pt x="193228" y="109804"/>
                  </a:cubicBezTo>
                  <a:lnTo>
                    <a:pt x="193228" y="134702"/>
                  </a:lnTo>
                  <a:cubicBezTo>
                    <a:pt x="190033" y="137256"/>
                    <a:pt x="180448" y="142363"/>
                    <a:pt x="156805" y="145555"/>
                  </a:cubicBezTo>
                  <a:cubicBezTo>
                    <a:pt x="165751" y="122572"/>
                    <a:pt x="154249" y="96398"/>
                    <a:pt x="130606" y="87461"/>
                  </a:cubicBezTo>
                  <a:cubicBezTo>
                    <a:pt x="106964" y="78523"/>
                    <a:pt x="81404" y="90014"/>
                    <a:pt x="72458" y="113635"/>
                  </a:cubicBezTo>
                  <a:cubicBezTo>
                    <a:pt x="70541" y="118742"/>
                    <a:pt x="69263" y="124488"/>
                    <a:pt x="69263" y="129595"/>
                  </a:cubicBezTo>
                  <a:cubicBezTo>
                    <a:pt x="69263" y="135340"/>
                    <a:pt x="70541" y="140448"/>
                    <a:pt x="72458" y="145555"/>
                  </a:cubicBezTo>
                  <a:cubicBezTo>
                    <a:pt x="48176" y="142363"/>
                    <a:pt x="38591" y="136617"/>
                    <a:pt x="36035" y="134702"/>
                  </a:cubicBezTo>
                  <a:lnTo>
                    <a:pt x="34757" y="110443"/>
                  </a:lnTo>
                  <a:close/>
                  <a:moveTo>
                    <a:pt x="223260" y="126403"/>
                  </a:moveTo>
                  <a:lnTo>
                    <a:pt x="205369" y="120657"/>
                  </a:lnTo>
                  <a:lnTo>
                    <a:pt x="205369" y="110443"/>
                  </a:lnTo>
                  <a:cubicBezTo>
                    <a:pt x="204730" y="82353"/>
                    <a:pt x="193228" y="56179"/>
                    <a:pt x="174697" y="35750"/>
                  </a:cubicBezTo>
                  <a:lnTo>
                    <a:pt x="174697" y="30643"/>
                  </a:lnTo>
                  <a:cubicBezTo>
                    <a:pt x="174697" y="28089"/>
                    <a:pt x="173419" y="26174"/>
                    <a:pt x="171502" y="24897"/>
                  </a:cubicBezTo>
                  <a:lnTo>
                    <a:pt x="163195" y="20429"/>
                  </a:lnTo>
                  <a:cubicBezTo>
                    <a:pt x="154888" y="15322"/>
                    <a:pt x="145303" y="11491"/>
                    <a:pt x="136358" y="9576"/>
                  </a:cubicBezTo>
                  <a:lnTo>
                    <a:pt x="136358" y="6384"/>
                  </a:lnTo>
                  <a:cubicBezTo>
                    <a:pt x="136358" y="2554"/>
                    <a:pt x="133801" y="0"/>
                    <a:pt x="129968" y="0"/>
                  </a:cubicBezTo>
                  <a:lnTo>
                    <a:pt x="99296" y="0"/>
                  </a:lnTo>
                  <a:cubicBezTo>
                    <a:pt x="95462" y="0"/>
                    <a:pt x="92906" y="2554"/>
                    <a:pt x="92906" y="6384"/>
                  </a:cubicBezTo>
                  <a:lnTo>
                    <a:pt x="92906" y="9576"/>
                  </a:lnTo>
                  <a:cubicBezTo>
                    <a:pt x="83321" y="12130"/>
                    <a:pt x="74375" y="15322"/>
                    <a:pt x="66068" y="20429"/>
                  </a:cubicBezTo>
                  <a:lnTo>
                    <a:pt x="57761" y="24897"/>
                  </a:lnTo>
                  <a:cubicBezTo>
                    <a:pt x="55844" y="26174"/>
                    <a:pt x="54566" y="28089"/>
                    <a:pt x="54566" y="30643"/>
                  </a:cubicBezTo>
                  <a:lnTo>
                    <a:pt x="54566" y="35750"/>
                  </a:lnTo>
                  <a:cubicBezTo>
                    <a:pt x="35396" y="56179"/>
                    <a:pt x="24534" y="82992"/>
                    <a:pt x="23894" y="110443"/>
                  </a:cubicBezTo>
                  <a:lnTo>
                    <a:pt x="23894" y="120657"/>
                  </a:lnTo>
                  <a:lnTo>
                    <a:pt x="6003" y="126403"/>
                  </a:lnTo>
                  <a:cubicBezTo>
                    <a:pt x="4086" y="127041"/>
                    <a:pt x="2169" y="128956"/>
                    <a:pt x="1530" y="130872"/>
                  </a:cubicBezTo>
                  <a:cubicBezTo>
                    <a:pt x="-387" y="139171"/>
                    <a:pt x="-387" y="147470"/>
                    <a:pt x="891" y="155769"/>
                  </a:cubicBezTo>
                  <a:cubicBezTo>
                    <a:pt x="4725" y="166622"/>
                    <a:pt x="9836" y="177475"/>
                    <a:pt x="15588" y="187051"/>
                  </a:cubicBezTo>
                  <a:cubicBezTo>
                    <a:pt x="15588" y="187689"/>
                    <a:pt x="16226" y="187689"/>
                    <a:pt x="16226" y="188327"/>
                  </a:cubicBezTo>
                  <a:cubicBezTo>
                    <a:pt x="23894" y="196627"/>
                    <a:pt x="81404" y="197903"/>
                    <a:pt x="114632" y="197903"/>
                  </a:cubicBezTo>
                  <a:cubicBezTo>
                    <a:pt x="147859" y="197903"/>
                    <a:pt x="205369" y="196627"/>
                    <a:pt x="213037" y="188327"/>
                  </a:cubicBezTo>
                  <a:cubicBezTo>
                    <a:pt x="213676" y="187689"/>
                    <a:pt x="213676" y="187689"/>
                    <a:pt x="213676" y="187051"/>
                  </a:cubicBezTo>
                  <a:cubicBezTo>
                    <a:pt x="219427" y="176836"/>
                    <a:pt x="224539" y="166622"/>
                    <a:pt x="228372" y="155769"/>
                  </a:cubicBezTo>
                  <a:cubicBezTo>
                    <a:pt x="230289" y="147470"/>
                    <a:pt x="230289" y="139171"/>
                    <a:pt x="228372" y="130872"/>
                  </a:cubicBezTo>
                  <a:cubicBezTo>
                    <a:pt x="227094" y="128956"/>
                    <a:pt x="225817" y="127680"/>
                    <a:pt x="223260" y="126403"/>
                  </a:cubicBezTo>
                </a:path>
              </a:pathLst>
            </a:custGeom>
            <a:solidFill>
              <a:srgbClr val="007680"/>
            </a:solidFill>
            <a:ln w="6390" cap="flat">
              <a:noFill/>
              <a:prstDash val="solid"/>
              <a:miter/>
            </a:ln>
          </p:spPr>
          <p:txBody>
            <a:bodyPr rtlCol="0" anchor="ctr"/>
            <a:lstStyle/>
            <a:p>
              <a:endParaRPr lang="en-US"/>
            </a:p>
          </p:txBody>
        </p:sp>
        <p:sp>
          <p:nvSpPr>
            <p:cNvPr id="736" name="Graphic 4">
              <a:extLst>
                <a:ext uri="{FF2B5EF4-FFF2-40B4-BE49-F238E27FC236}">
                  <a16:creationId xmlns:a16="http://schemas.microsoft.com/office/drawing/2014/main" id="{1CB86D56-0572-D547-B0B6-AA1F98ED2190}"/>
                </a:ext>
              </a:extLst>
            </p:cNvPr>
            <p:cNvSpPr/>
            <p:nvPr/>
          </p:nvSpPr>
          <p:spPr>
            <a:xfrm>
              <a:off x="4814178" y="1108421"/>
              <a:ext cx="43451" cy="43411"/>
            </a:xfrm>
            <a:custGeom>
              <a:avLst/>
              <a:gdLst>
                <a:gd name="connsiteX0" fmla="*/ 21726 w 43451"/>
                <a:gd name="connsiteY0" fmla="*/ 12130 h 43411"/>
                <a:gd name="connsiteX1" fmla="*/ 30672 w 43451"/>
                <a:gd name="connsiteY1" fmla="*/ 21067 h 43411"/>
                <a:gd name="connsiteX2" fmla="*/ 21726 w 43451"/>
                <a:gd name="connsiteY2" fmla="*/ 30005 h 43411"/>
                <a:gd name="connsiteX3" fmla="*/ 12780 w 43451"/>
                <a:gd name="connsiteY3" fmla="*/ 21067 h 43411"/>
                <a:gd name="connsiteX4" fmla="*/ 12780 w 43451"/>
                <a:gd name="connsiteY4" fmla="*/ 21067 h 43411"/>
                <a:gd name="connsiteX5" fmla="*/ 21726 w 43451"/>
                <a:gd name="connsiteY5" fmla="*/ 12130 h 43411"/>
                <a:gd name="connsiteX6" fmla="*/ 21726 w 43451"/>
                <a:gd name="connsiteY6" fmla="*/ 43411 h 43411"/>
                <a:gd name="connsiteX7" fmla="*/ 43451 w 43451"/>
                <a:gd name="connsiteY7" fmla="*/ 21706 h 43411"/>
                <a:gd name="connsiteX8" fmla="*/ 21726 w 43451"/>
                <a:gd name="connsiteY8" fmla="*/ 0 h 43411"/>
                <a:gd name="connsiteX9" fmla="*/ 0 w 43451"/>
                <a:gd name="connsiteY9" fmla="*/ 21706 h 43411"/>
                <a:gd name="connsiteX10" fmla="*/ 0 w 43451"/>
                <a:gd name="connsiteY10" fmla="*/ 21706 h 43411"/>
                <a:gd name="connsiteX11" fmla="*/ 21726 w 43451"/>
                <a:gd name="connsiteY11" fmla="*/ 43411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51" h="43411">
                  <a:moveTo>
                    <a:pt x="21726" y="12130"/>
                  </a:moveTo>
                  <a:cubicBezTo>
                    <a:pt x="26837" y="12130"/>
                    <a:pt x="30672" y="15960"/>
                    <a:pt x="30672" y="21067"/>
                  </a:cubicBezTo>
                  <a:cubicBezTo>
                    <a:pt x="30672" y="26174"/>
                    <a:pt x="26837" y="30005"/>
                    <a:pt x="21726" y="30005"/>
                  </a:cubicBezTo>
                  <a:cubicBezTo>
                    <a:pt x="16614" y="30005"/>
                    <a:pt x="12780" y="26174"/>
                    <a:pt x="12780" y="21067"/>
                  </a:cubicBezTo>
                  <a:lnTo>
                    <a:pt x="12780" y="21067"/>
                  </a:lnTo>
                  <a:cubicBezTo>
                    <a:pt x="12780" y="16598"/>
                    <a:pt x="17253" y="12130"/>
                    <a:pt x="21726" y="12130"/>
                  </a:cubicBezTo>
                  <a:moveTo>
                    <a:pt x="21726" y="43411"/>
                  </a:moveTo>
                  <a:cubicBezTo>
                    <a:pt x="33867" y="43411"/>
                    <a:pt x="43451" y="33835"/>
                    <a:pt x="43451" y="21706"/>
                  </a:cubicBezTo>
                  <a:cubicBezTo>
                    <a:pt x="43451" y="9576"/>
                    <a:pt x="33867" y="0"/>
                    <a:pt x="21726" y="0"/>
                  </a:cubicBezTo>
                  <a:cubicBezTo>
                    <a:pt x="9585" y="0"/>
                    <a:pt x="0" y="9576"/>
                    <a:pt x="0" y="21706"/>
                  </a:cubicBezTo>
                  <a:lnTo>
                    <a:pt x="0" y="21706"/>
                  </a:lnTo>
                  <a:cubicBezTo>
                    <a:pt x="0" y="33835"/>
                    <a:pt x="10224" y="43411"/>
                    <a:pt x="21726" y="43411"/>
                  </a:cubicBezTo>
                </a:path>
              </a:pathLst>
            </a:custGeom>
            <a:solidFill>
              <a:srgbClr val="007680"/>
            </a:solidFill>
            <a:ln w="6390" cap="flat">
              <a:noFill/>
              <a:prstDash val="solid"/>
              <a:miter/>
            </a:ln>
          </p:spPr>
          <p:txBody>
            <a:bodyPr rtlCol="0" anchor="ctr"/>
            <a:lstStyle/>
            <a:p>
              <a:endParaRPr lang="en-US"/>
            </a:p>
          </p:txBody>
        </p:sp>
      </p:grpSp>
      <p:grpSp>
        <p:nvGrpSpPr>
          <p:cNvPr id="737" name="Graphic 4">
            <a:extLst>
              <a:ext uri="{FF2B5EF4-FFF2-40B4-BE49-F238E27FC236}">
                <a16:creationId xmlns:a16="http://schemas.microsoft.com/office/drawing/2014/main" id="{D94A8A16-6CF9-F84B-9F9E-152731E260A2}"/>
              </a:ext>
            </a:extLst>
          </p:cNvPr>
          <p:cNvGrpSpPr>
            <a:grpSpLocks noChangeAspect="1"/>
          </p:cNvGrpSpPr>
          <p:nvPr/>
        </p:nvGrpSpPr>
        <p:grpSpPr>
          <a:xfrm>
            <a:off x="5092779" y="918179"/>
            <a:ext cx="362309" cy="361971"/>
            <a:chOff x="5092779" y="918179"/>
            <a:chExt cx="362309" cy="361971"/>
          </a:xfrm>
          <a:solidFill>
            <a:srgbClr val="007680"/>
          </a:solidFill>
        </p:grpSpPr>
        <p:sp>
          <p:nvSpPr>
            <p:cNvPr id="738" name="Graphic 4">
              <a:extLst>
                <a:ext uri="{FF2B5EF4-FFF2-40B4-BE49-F238E27FC236}">
                  <a16:creationId xmlns:a16="http://schemas.microsoft.com/office/drawing/2014/main" id="{62505C55-2208-AA4F-9BDC-6C071CA0C1B4}"/>
                </a:ext>
              </a:extLst>
            </p:cNvPr>
            <p:cNvSpPr/>
            <p:nvPr/>
          </p:nvSpPr>
          <p:spPr>
            <a:xfrm>
              <a:off x="5092779" y="918179"/>
              <a:ext cx="362309" cy="361971"/>
            </a:xfrm>
            <a:custGeom>
              <a:avLst/>
              <a:gdLst>
                <a:gd name="connsiteX0" fmla="*/ 295854 w 362309"/>
                <a:gd name="connsiteY0" fmla="*/ 238123 h 361971"/>
                <a:gd name="connsiteX1" fmla="*/ 281157 w 362309"/>
                <a:gd name="connsiteY1" fmla="*/ 269404 h 361971"/>
                <a:gd name="connsiteX2" fmla="*/ 280518 w 362309"/>
                <a:gd name="connsiteY2" fmla="*/ 270681 h 361971"/>
                <a:gd name="connsiteX3" fmla="*/ 182113 w 362309"/>
                <a:gd name="connsiteY3" fmla="*/ 280257 h 361971"/>
                <a:gd name="connsiteX4" fmla="*/ 83708 w 362309"/>
                <a:gd name="connsiteY4" fmla="*/ 270681 h 361971"/>
                <a:gd name="connsiteX5" fmla="*/ 83069 w 362309"/>
                <a:gd name="connsiteY5" fmla="*/ 269404 h 361971"/>
                <a:gd name="connsiteX6" fmla="*/ 68372 w 362309"/>
                <a:gd name="connsiteY6" fmla="*/ 238123 h 361971"/>
                <a:gd name="connsiteX7" fmla="*/ 68372 w 362309"/>
                <a:gd name="connsiteY7" fmla="*/ 213225 h 361971"/>
                <a:gd name="connsiteX8" fmla="*/ 72845 w 362309"/>
                <a:gd name="connsiteY8" fmla="*/ 208756 h 361971"/>
                <a:gd name="connsiteX9" fmla="*/ 90737 w 362309"/>
                <a:gd name="connsiteY9" fmla="*/ 203011 h 361971"/>
                <a:gd name="connsiteX10" fmla="*/ 90737 w 362309"/>
                <a:gd name="connsiteY10" fmla="*/ 192796 h 361971"/>
                <a:gd name="connsiteX11" fmla="*/ 121409 w 362309"/>
                <a:gd name="connsiteY11" fmla="*/ 118104 h 361971"/>
                <a:gd name="connsiteX12" fmla="*/ 121409 w 362309"/>
                <a:gd name="connsiteY12" fmla="*/ 112996 h 361971"/>
                <a:gd name="connsiteX13" fmla="*/ 124604 w 362309"/>
                <a:gd name="connsiteY13" fmla="*/ 107251 h 361971"/>
                <a:gd name="connsiteX14" fmla="*/ 132911 w 362309"/>
                <a:gd name="connsiteY14" fmla="*/ 102782 h 361971"/>
                <a:gd name="connsiteX15" fmla="*/ 160387 w 362309"/>
                <a:gd name="connsiteY15" fmla="*/ 91929 h 361971"/>
                <a:gd name="connsiteX16" fmla="*/ 160387 w 362309"/>
                <a:gd name="connsiteY16" fmla="*/ 88099 h 361971"/>
                <a:gd name="connsiteX17" fmla="*/ 166777 w 362309"/>
                <a:gd name="connsiteY17" fmla="*/ 81715 h 361971"/>
                <a:gd name="connsiteX18" fmla="*/ 197449 w 362309"/>
                <a:gd name="connsiteY18" fmla="*/ 81715 h 361971"/>
                <a:gd name="connsiteX19" fmla="*/ 203839 w 362309"/>
                <a:gd name="connsiteY19" fmla="*/ 88099 h 361971"/>
                <a:gd name="connsiteX20" fmla="*/ 203839 w 362309"/>
                <a:gd name="connsiteY20" fmla="*/ 91291 h 361971"/>
                <a:gd name="connsiteX21" fmla="*/ 230677 w 362309"/>
                <a:gd name="connsiteY21" fmla="*/ 102144 h 361971"/>
                <a:gd name="connsiteX22" fmla="*/ 238984 w 362309"/>
                <a:gd name="connsiteY22" fmla="*/ 106612 h 361971"/>
                <a:gd name="connsiteX23" fmla="*/ 242179 w 362309"/>
                <a:gd name="connsiteY23" fmla="*/ 112358 h 361971"/>
                <a:gd name="connsiteX24" fmla="*/ 242179 w 362309"/>
                <a:gd name="connsiteY24" fmla="*/ 117465 h 361971"/>
                <a:gd name="connsiteX25" fmla="*/ 273489 w 362309"/>
                <a:gd name="connsiteY25" fmla="*/ 192158 h 361971"/>
                <a:gd name="connsiteX26" fmla="*/ 273489 w 362309"/>
                <a:gd name="connsiteY26" fmla="*/ 202372 h 361971"/>
                <a:gd name="connsiteX27" fmla="*/ 291381 w 362309"/>
                <a:gd name="connsiteY27" fmla="*/ 208118 h 361971"/>
                <a:gd name="connsiteX28" fmla="*/ 295854 w 362309"/>
                <a:gd name="connsiteY28" fmla="*/ 212587 h 361971"/>
                <a:gd name="connsiteX29" fmla="*/ 295854 w 362309"/>
                <a:gd name="connsiteY29" fmla="*/ 238123 h 361971"/>
                <a:gd name="connsiteX30" fmla="*/ 181474 w 362309"/>
                <a:gd name="connsiteY30" fmla="*/ 0 h 361971"/>
                <a:gd name="connsiteX31" fmla="*/ 0 w 362309"/>
                <a:gd name="connsiteY31" fmla="*/ 180667 h 361971"/>
                <a:gd name="connsiteX32" fmla="*/ 180835 w 362309"/>
                <a:gd name="connsiteY32" fmla="*/ 361972 h 361971"/>
                <a:gd name="connsiteX33" fmla="*/ 362310 w 362309"/>
                <a:gd name="connsiteY33" fmla="*/ 181305 h 361971"/>
                <a:gd name="connsiteX34" fmla="*/ 362310 w 362309"/>
                <a:gd name="connsiteY34" fmla="*/ 181305 h 361971"/>
                <a:gd name="connsiteX35" fmla="*/ 181474 w 362309"/>
                <a:gd name="connsiteY35"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2309" h="361971">
                  <a:moveTo>
                    <a:pt x="295854" y="238123"/>
                  </a:moveTo>
                  <a:cubicBezTo>
                    <a:pt x="292020" y="248975"/>
                    <a:pt x="286908" y="259828"/>
                    <a:pt x="281157" y="269404"/>
                  </a:cubicBezTo>
                  <a:cubicBezTo>
                    <a:pt x="281157" y="270042"/>
                    <a:pt x="280518" y="270042"/>
                    <a:pt x="280518" y="270681"/>
                  </a:cubicBezTo>
                  <a:cubicBezTo>
                    <a:pt x="272850" y="278980"/>
                    <a:pt x="215341" y="280257"/>
                    <a:pt x="182113" y="280257"/>
                  </a:cubicBezTo>
                  <a:cubicBezTo>
                    <a:pt x="148885" y="280257"/>
                    <a:pt x="91376" y="278980"/>
                    <a:pt x="83708" y="270681"/>
                  </a:cubicBezTo>
                  <a:cubicBezTo>
                    <a:pt x="83069" y="270042"/>
                    <a:pt x="83069" y="270042"/>
                    <a:pt x="83069" y="269404"/>
                  </a:cubicBezTo>
                  <a:cubicBezTo>
                    <a:pt x="77318" y="259190"/>
                    <a:pt x="72206" y="248975"/>
                    <a:pt x="68372" y="238123"/>
                  </a:cubicBezTo>
                  <a:cubicBezTo>
                    <a:pt x="66456" y="229823"/>
                    <a:pt x="66456" y="221524"/>
                    <a:pt x="68372" y="213225"/>
                  </a:cubicBezTo>
                  <a:cubicBezTo>
                    <a:pt x="69011" y="211310"/>
                    <a:pt x="70289" y="209395"/>
                    <a:pt x="72845" y="208756"/>
                  </a:cubicBezTo>
                  <a:lnTo>
                    <a:pt x="90737" y="203011"/>
                  </a:lnTo>
                  <a:lnTo>
                    <a:pt x="90737" y="192796"/>
                  </a:lnTo>
                  <a:cubicBezTo>
                    <a:pt x="91376" y="164707"/>
                    <a:pt x="102878" y="138532"/>
                    <a:pt x="121409" y="118104"/>
                  </a:cubicBezTo>
                  <a:lnTo>
                    <a:pt x="121409" y="112996"/>
                  </a:lnTo>
                  <a:cubicBezTo>
                    <a:pt x="121409" y="110443"/>
                    <a:pt x="122687" y="108528"/>
                    <a:pt x="124604" y="107251"/>
                  </a:cubicBezTo>
                  <a:lnTo>
                    <a:pt x="132911" y="102782"/>
                  </a:lnTo>
                  <a:cubicBezTo>
                    <a:pt x="141857" y="97675"/>
                    <a:pt x="150802" y="93845"/>
                    <a:pt x="160387" y="91929"/>
                  </a:cubicBezTo>
                  <a:lnTo>
                    <a:pt x="160387" y="88099"/>
                  </a:lnTo>
                  <a:cubicBezTo>
                    <a:pt x="160387" y="84269"/>
                    <a:pt x="162943" y="81715"/>
                    <a:pt x="166777" y="81715"/>
                  </a:cubicBezTo>
                  <a:lnTo>
                    <a:pt x="197449" y="81715"/>
                  </a:lnTo>
                  <a:cubicBezTo>
                    <a:pt x="201283" y="81715"/>
                    <a:pt x="203839" y="84269"/>
                    <a:pt x="203839" y="88099"/>
                  </a:cubicBezTo>
                  <a:lnTo>
                    <a:pt x="203839" y="91291"/>
                  </a:lnTo>
                  <a:cubicBezTo>
                    <a:pt x="213424" y="93845"/>
                    <a:pt x="222370" y="97037"/>
                    <a:pt x="230677" y="102144"/>
                  </a:cubicBezTo>
                  <a:cubicBezTo>
                    <a:pt x="233233" y="103420"/>
                    <a:pt x="235789" y="104697"/>
                    <a:pt x="238984" y="106612"/>
                  </a:cubicBezTo>
                  <a:cubicBezTo>
                    <a:pt x="240901" y="107889"/>
                    <a:pt x="242179" y="109804"/>
                    <a:pt x="242179" y="112358"/>
                  </a:cubicBezTo>
                  <a:lnTo>
                    <a:pt x="242179" y="117465"/>
                  </a:lnTo>
                  <a:cubicBezTo>
                    <a:pt x="261349" y="137894"/>
                    <a:pt x="272211" y="164707"/>
                    <a:pt x="273489" y="192158"/>
                  </a:cubicBezTo>
                  <a:lnTo>
                    <a:pt x="273489" y="202372"/>
                  </a:lnTo>
                  <a:lnTo>
                    <a:pt x="291381" y="208118"/>
                  </a:lnTo>
                  <a:cubicBezTo>
                    <a:pt x="293298" y="208756"/>
                    <a:pt x="295215" y="210671"/>
                    <a:pt x="295854" y="212587"/>
                  </a:cubicBezTo>
                  <a:cubicBezTo>
                    <a:pt x="297132" y="221524"/>
                    <a:pt x="297132" y="229823"/>
                    <a:pt x="295854" y="238123"/>
                  </a:cubicBezTo>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1077"/>
                    <a:pt x="281796" y="0"/>
                    <a:pt x="181474" y="0"/>
                  </a:cubicBezTo>
                </a:path>
              </a:pathLst>
            </a:custGeom>
            <a:solidFill>
              <a:srgbClr val="007680"/>
            </a:solidFill>
            <a:ln w="6390" cap="flat">
              <a:noFill/>
              <a:prstDash val="solid"/>
              <a:miter/>
            </a:ln>
          </p:spPr>
          <p:txBody>
            <a:bodyPr rtlCol="0" anchor="ctr"/>
            <a:lstStyle/>
            <a:p>
              <a:endParaRPr lang="en-US"/>
            </a:p>
          </p:txBody>
        </p:sp>
        <p:sp>
          <p:nvSpPr>
            <p:cNvPr id="739" name="Graphic 4">
              <a:extLst>
                <a:ext uri="{FF2B5EF4-FFF2-40B4-BE49-F238E27FC236}">
                  <a16:creationId xmlns:a16="http://schemas.microsoft.com/office/drawing/2014/main" id="{839350D4-3C31-0441-B099-8BB85D6E18AA}"/>
                </a:ext>
              </a:extLst>
            </p:cNvPr>
            <p:cNvSpPr/>
            <p:nvPr/>
          </p:nvSpPr>
          <p:spPr>
            <a:xfrm>
              <a:off x="5241665" y="1098187"/>
              <a:ext cx="64558" cy="64498"/>
            </a:xfrm>
            <a:custGeom>
              <a:avLst/>
              <a:gdLst>
                <a:gd name="connsiteX0" fmla="*/ 32589 w 64558"/>
                <a:gd name="connsiteY0" fmla="*/ 10234 h 64498"/>
                <a:gd name="connsiteX1" fmla="*/ 54314 w 64558"/>
                <a:gd name="connsiteY1" fmla="*/ 31940 h 64498"/>
                <a:gd name="connsiteX2" fmla="*/ 32589 w 64558"/>
                <a:gd name="connsiteY2" fmla="*/ 53646 h 64498"/>
                <a:gd name="connsiteX3" fmla="*/ 10863 w 64558"/>
                <a:gd name="connsiteY3" fmla="*/ 31940 h 64498"/>
                <a:gd name="connsiteX4" fmla="*/ 10863 w 64558"/>
                <a:gd name="connsiteY4" fmla="*/ 31940 h 64498"/>
                <a:gd name="connsiteX5" fmla="*/ 32589 w 64558"/>
                <a:gd name="connsiteY5" fmla="*/ 10234 h 64498"/>
                <a:gd name="connsiteX6" fmla="*/ 32589 w 64558"/>
                <a:gd name="connsiteY6" fmla="*/ 10234 h 64498"/>
                <a:gd name="connsiteX7" fmla="*/ 32589 w 64558"/>
                <a:gd name="connsiteY7" fmla="*/ 64498 h 64498"/>
                <a:gd name="connsiteX8" fmla="*/ 64539 w 64558"/>
                <a:gd name="connsiteY8" fmla="*/ 31940 h 64498"/>
                <a:gd name="connsiteX9" fmla="*/ 31950 w 64558"/>
                <a:gd name="connsiteY9" fmla="*/ 20 h 64498"/>
                <a:gd name="connsiteX10" fmla="*/ 0 w 64558"/>
                <a:gd name="connsiteY10" fmla="*/ 32578 h 64498"/>
                <a:gd name="connsiteX11" fmla="*/ 32589 w 64558"/>
                <a:gd name="connsiteY11" fmla="*/ 64498 h 64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558" h="64498">
                  <a:moveTo>
                    <a:pt x="32589" y="10234"/>
                  </a:moveTo>
                  <a:cubicBezTo>
                    <a:pt x="44730" y="10234"/>
                    <a:pt x="54314" y="19810"/>
                    <a:pt x="54314" y="31940"/>
                  </a:cubicBezTo>
                  <a:cubicBezTo>
                    <a:pt x="54314" y="44070"/>
                    <a:pt x="44730" y="53646"/>
                    <a:pt x="32589" y="53646"/>
                  </a:cubicBezTo>
                  <a:cubicBezTo>
                    <a:pt x="20448" y="53646"/>
                    <a:pt x="10863" y="44070"/>
                    <a:pt x="10863" y="31940"/>
                  </a:cubicBezTo>
                  <a:cubicBezTo>
                    <a:pt x="10863" y="31940"/>
                    <a:pt x="10863" y="31940"/>
                    <a:pt x="10863" y="31940"/>
                  </a:cubicBezTo>
                  <a:cubicBezTo>
                    <a:pt x="10863" y="19810"/>
                    <a:pt x="20448" y="10234"/>
                    <a:pt x="32589" y="10234"/>
                  </a:cubicBezTo>
                  <a:cubicBezTo>
                    <a:pt x="32589" y="10234"/>
                    <a:pt x="32589" y="10234"/>
                    <a:pt x="32589" y="10234"/>
                  </a:cubicBezTo>
                  <a:moveTo>
                    <a:pt x="32589" y="64498"/>
                  </a:moveTo>
                  <a:cubicBezTo>
                    <a:pt x="50481" y="64498"/>
                    <a:pt x="65177" y="49815"/>
                    <a:pt x="64539" y="31940"/>
                  </a:cubicBezTo>
                  <a:cubicBezTo>
                    <a:pt x="64539" y="14065"/>
                    <a:pt x="49841" y="-618"/>
                    <a:pt x="31950" y="20"/>
                  </a:cubicBezTo>
                  <a:cubicBezTo>
                    <a:pt x="14058" y="20"/>
                    <a:pt x="0" y="14703"/>
                    <a:pt x="0" y="32578"/>
                  </a:cubicBezTo>
                  <a:cubicBezTo>
                    <a:pt x="0" y="49815"/>
                    <a:pt x="14697" y="64498"/>
                    <a:pt x="32589" y="64498"/>
                  </a:cubicBezTo>
                </a:path>
              </a:pathLst>
            </a:custGeom>
            <a:solidFill>
              <a:srgbClr val="007680"/>
            </a:solidFill>
            <a:ln w="6390" cap="flat">
              <a:noFill/>
              <a:prstDash val="solid"/>
              <a:miter/>
            </a:ln>
          </p:spPr>
          <p:txBody>
            <a:bodyPr rtlCol="0" anchor="ctr"/>
            <a:lstStyle/>
            <a:p>
              <a:endParaRPr lang="en-US"/>
            </a:p>
          </p:txBody>
        </p:sp>
        <p:sp>
          <p:nvSpPr>
            <p:cNvPr id="740" name="Graphic 4">
              <a:extLst>
                <a:ext uri="{FF2B5EF4-FFF2-40B4-BE49-F238E27FC236}">
                  <a16:creationId xmlns:a16="http://schemas.microsoft.com/office/drawing/2014/main" id="{47133378-C1C5-2C4B-90F2-93B6FBBA85E8}"/>
                </a:ext>
              </a:extLst>
            </p:cNvPr>
            <p:cNvSpPr/>
            <p:nvPr/>
          </p:nvSpPr>
          <p:spPr>
            <a:xfrm>
              <a:off x="5265308" y="1121189"/>
              <a:ext cx="17891" cy="17875"/>
            </a:xfrm>
            <a:custGeom>
              <a:avLst/>
              <a:gdLst>
                <a:gd name="connsiteX0" fmla="*/ 8946 w 17891"/>
                <a:gd name="connsiteY0" fmla="*/ 17875 h 17875"/>
                <a:gd name="connsiteX1" fmla="*/ 17892 w 17891"/>
                <a:gd name="connsiteY1" fmla="*/ 8938 h 17875"/>
                <a:gd name="connsiteX2" fmla="*/ 8946 w 17891"/>
                <a:gd name="connsiteY2" fmla="*/ 0 h 17875"/>
                <a:gd name="connsiteX3" fmla="*/ 0 w 17891"/>
                <a:gd name="connsiteY3" fmla="*/ 8938 h 17875"/>
                <a:gd name="connsiteX4" fmla="*/ 0 w 17891"/>
                <a:gd name="connsiteY4" fmla="*/ 8938 h 17875"/>
                <a:gd name="connsiteX5" fmla="*/ 8946 w 17891"/>
                <a:gd name="connsiteY5" fmla="*/ 17875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1" h="17875">
                  <a:moveTo>
                    <a:pt x="8946" y="17875"/>
                  </a:moveTo>
                  <a:cubicBezTo>
                    <a:pt x="14058" y="17875"/>
                    <a:pt x="17892" y="14045"/>
                    <a:pt x="17892" y="8938"/>
                  </a:cubicBezTo>
                  <a:cubicBezTo>
                    <a:pt x="17892" y="3830"/>
                    <a:pt x="14058" y="0"/>
                    <a:pt x="8946" y="0"/>
                  </a:cubicBezTo>
                  <a:cubicBezTo>
                    <a:pt x="3834" y="0"/>
                    <a:pt x="0" y="3830"/>
                    <a:pt x="0" y="8938"/>
                  </a:cubicBezTo>
                  <a:lnTo>
                    <a:pt x="0" y="8938"/>
                  </a:lnTo>
                  <a:cubicBezTo>
                    <a:pt x="0" y="14045"/>
                    <a:pt x="3834" y="17875"/>
                    <a:pt x="8946" y="17875"/>
                  </a:cubicBezTo>
                </a:path>
              </a:pathLst>
            </a:custGeom>
            <a:solidFill>
              <a:srgbClr val="007680"/>
            </a:solidFill>
            <a:ln w="6390" cap="flat">
              <a:noFill/>
              <a:prstDash val="solid"/>
              <a:miter/>
            </a:ln>
          </p:spPr>
          <p:txBody>
            <a:bodyPr rtlCol="0" anchor="ctr"/>
            <a:lstStyle/>
            <a:p>
              <a:endParaRPr lang="en-US"/>
            </a:p>
          </p:txBody>
        </p:sp>
        <p:sp>
          <p:nvSpPr>
            <p:cNvPr id="741" name="Graphic 4">
              <a:extLst>
                <a:ext uri="{FF2B5EF4-FFF2-40B4-BE49-F238E27FC236}">
                  <a16:creationId xmlns:a16="http://schemas.microsoft.com/office/drawing/2014/main" id="{12E58622-0CF0-9744-AE0B-773BB546C283}"/>
                </a:ext>
              </a:extLst>
            </p:cNvPr>
            <p:cNvSpPr/>
            <p:nvPr/>
          </p:nvSpPr>
          <p:spPr>
            <a:xfrm>
              <a:off x="5195657" y="1012662"/>
              <a:ext cx="156553" cy="133425"/>
            </a:xfrm>
            <a:custGeom>
              <a:avLst/>
              <a:gdLst>
                <a:gd name="connsiteX0" fmla="*/ 33228 w 156553"/>
                <a:gd name="connsiteY0" fmla="*/ 117465 h 133425"/>
                <a:gd name="connsiteX1" fmla="*/ 79874 w 156553"/>
                <a:gd name="connsiteY1" fmla="*/ 74054 h 133425"/>
                <a:gd name="connsiteX2" fmla="*/ 123326 w 156553"/>
                <a:gd name="connsiteY2" fmla="*/ 117465 h 133425"/>
                <a:gd name="connsiteX3" fmla="*/ 120131 w 156553"/>
                <a:gd name="connsiteY3" fmla="*/ 133425 h 133425"/>
                <a:gd name="connsiteX4" fmla="*/ 156553 w 156553"/>
                <a:gd name="connsiteY4" fmla="*/ 122572 h 133425"/>
                <a:gd name="connsiteX5" fmla="*/ 156553 w 156553"/>
                <a:gd name="connsiteY5" fmla="*/ 97675 h 133425"/>
                <a:gd name="connsiteX6" fmla="*/ 138023 w 156553"/>
                <a:gd name="connsiteY6" fmla="*/ 43411 h 133425"/>
                <a:gd name="connsiteX7" fmla="*/ 138023 w 156553"/>
                <a:gd name="connsiteY7" fmla="*/ 90014 h 133425"/>
                <a:gd name="connsiteX8" fmla="*/ 131633 w 156553"/>
                <a:gd name="connsiteY8" fmla="*/ 96398 h 133425"/>
                <a:gd name="connsiteX9" fmla="*/ 125243 w 156553"/>
                <a:gd name="connsiteY9" fmla="*/ 90014 h 133425"/>
                <a:gd name="connsiteX10" fmla="*/ 125243 w 156553"/>
                <a:gd name="connsiteY10" fmla="*/ 21706 h 133425"/>
                <a:gd name="connsiteX11" fmla="*/ 120770 w 156553"/>
                <a:gd name="connsiteY11" fmla="*/ 19152 h 133425"/>
                <a:gd name="connsiteX12" fmla="*/ 99683 w 156553"/>
                <a:gd name="connsiteY12" fmla="*/ 10214 h 133425"/>
                <a:gd name="connsiteX13" fmla="*/ 99683 w 156553"/>
                <a:gd name="connsiteY13" fmla="*/ 44049 h 133425"/>
                <a:gd name="connsiteX14" fmla="*/ 104795 w 156553"/>
                <a:gd name="connsiteY14" fmla="*/ 52349 h 133425"/>
                <a:gd name="connsiteX15" fmla="*/ 102878 w 156553"/>
                <a:gd name="connsiteY15" fmla="*/ 61286 h 133425"/>
                <a:gd name="connsiteX16" fmla="*/ 102878 w 156553"/>
                <a:gd name="connsiteY16" fmla="*/ 61286 h 133425"/>
                <a:gd name="connsiteX17" fmla="*/ 93932 w 156553"/>
                <a:gd name="connsiteY17" fmla="*/ 59371 h 133425"/>
                <a:gd name="connsiteX18" fmla="*/ 87542 w 156553"/>
                <a:gd name="connsiteY18" fmla="*/ 49157 h 133425"/>
                <a:gd name="connsiteX19" fmla="*/ 86264 w 156553"/>
                <a:gd name="connsiteY19" fmla="*/ 45965 h 133425"/>
                <a:gd name="connsiteX20" fmla="*/ 86264 w 156553"/>
                <a:gd name="connsiteY20" fmla="*/ 0 h 133425"/>
                <a:gd name="connsiteX21" fmla="*/ 69650 w 156553"/>
                <a:gd name="connsiteY21" fmla="*/ 0 h 133425"/>
                <a:gd name="connsiteX22" fmla="*/ 69650 w 156553"/>
                <a:gd name="connsiteY22" fmla="*/ 1277 h 133425"/>
                <a:gd name="connsiteX23" fmla="*/ 69650 w 156553"/>
                <a:gd name="connsiteY23" fmla="*/ 1915 h 133425"/>
                <a:gd name="connsiteX24" fmla="*/ 69650 w 156553"/>
                <a:gd name="connsiteY24" fmla="*/ 2554 h 133425"/>
                <a:gd name="connsiteX25" fmla="*/ 69650 w 156553"/>
                <a:gd name="connsiteY25" fmla="*/ 45965 h 133425"/>
                <a:gd name="connsiteX26" fmla="*/ 68372 w 156553"/>
                <a:gd name="connsiteY26" fmla="*/ 49157 h 133425"/>
                <a:gd name="connsiteX27" fmla="*/ 61982 w 156553"/>
                <a:gd name="connsiteY27" fmla="*/ 59371 h 133425"/>
                <a:gd name="connsiteX28" fmla="*/ 53037 w 156553"/>
                <a:gd name="connsiteY28" fmla="*/ 61286 h 133425"/>
                <a:gd name="connsiteX29" fmla="*/ 51119 w 156553"/>
                <a:gd name="connsiteY29" fmla="*/ 52349 h 133425"/>
                <a:gd name="connsiteX30" fmla="*/ 56232 w 156553"/>
                <a:gd name="connsiteY30" fmla="*/ 44049 h 133425"/>
                <a:gd name="connsiteX31" fmla="*/ 56232 w 156553"/>
                <a:gd name="connsiteY31" fmla="*/ 10214 h 133425"/>
                <a:gd name="connsiteX32" fmla="*/ 35145 w 156553"/>
                <a:gd name="connsiteY32" fmla="*/ 19152 h 133425"/>
                <a:gd name="connsiteX33" fmla="*/ 30672 w 156553"/>
                <a:gd name="connsiteY33" fmla="*/ 21706 h 133425"/>
                <a:gd name="connsiteX34" fmla="*/ 30672 w 156553"/>
                <a:gd name="connsiteY34" fmla="*/ 90014 h 133425"/>
                <a:gd name="connsiteX35" fmla="*/ 24282 w 156553"/>
                <a:gd name="connsiteY35" fmla="*/ 96398 h 133425"/>
                <a:gd name="connsiteX36" fmla="*/ 17892 w 156553"/>
                <a:gd name="connsiteY36" fmla="*/ 90014 h 133425"/>
                <a:gd name="connsiteX37" fmla="*/ 17892 w 156553"/>
                <a:gd name="connsiteY37" fmla="*/ 43411 h 133425"/>
                <a:gd name="connsiteX38" fmla="*/ 0 w 156553"/>
                <a:gd name="connsiteY38" fmla="*/ 97675 h 133425"/>
                <a:gd name="connsiteX39" fmla="*/ 0 w 156553"/>
                <a:gd name="connsiteY39" fmla="*/ 122572 h 133425"/>
                <a:gd name="connsiteX40" fmla="*/ 36423 w 156553"/>
                <a:gd name="connsiteY40" fmla="*/ 133425 h 133425"/>
                <a:gd name="connsiteX41" fmla="*/ 33228 w 156553"/>
                <a:gd name="connsiteY41" fmla="*/ 117465 h 1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6553" h="133425">
                  <a:moveTo>
                    <a:pt x="33228" y="117465"/>
                  </a:moveTo>
                  <a:cubicBezTo>
                    <a:pt x="33867" y="92568"/>
                    <a:pt x="54954" y="73416"/>
                    <a:pt x="79874" y="74054"/>
                  </a:cubicBezTo>
                  <a:cubicBezTo>
                    <a:pt x="103517" y="74693"/>
                    <a:pt x="122687" y="93845"/>
                    <a:pt x="123326" y="117465"/>
                  </a:cubicBezTo>
                  <a:cubicBezTo>
                    <a:pt x="123326" y="123211"/>
                    <a:pt x="122048" y="128318"/>
                    <a:pt x="120131" y="133425"/>
                  </a:cubicBezTo>
                  <a:cubicBezTo>
                    <a:pt x="143774" y="130233"/>
                    <a:pt x="153358" y="124488"/>
                    <a:pt x="156553" y="122572"/>
                  </a:cubicBezTo>
                  <a:lnTo>
                    <a:pt x="156553" y="97675"/>
                  </a:lnTo>
                  <a:cubicBezTo>
                    <a:pt x="155915" y="77885"/>
                    <a:pt x="149525" y="59371"/>
                    <a:pt x="138023" y="43411"/>
                  </a:cubicBezTo>
                  <a:lnTo>
                    <a:pt x="138023" y="90014"/>
                  </a:lnTo>
                  <a:cubicBezTo>
                    <a:pt x="138023" y="93845"/>
                    <a:pt x="135467" y="96398"/>
                    <a:pt x="131633" y="96398"/>
                  </a:cubicBezTo>
                  <a:cubicBezTo>
                    <a:pt x="127799" y="96398"/>
                    <a:pt x="125243" y="93845"/>
                    <a:pt x="125243" y="90014"/>
                  </a:cubicBezTo>
                  <a:lnTo>
                    <a:pt x="125243" y="21706"/>
                  </a:lnTo>
                  <a:lnTo>
                    <a:pt x="120770" y="19152"/>
                  </a:lnTo>
                  <a:cubicBezTo>
                    <a:pt x="114380" y="15322"/>
                    <a:pt x="106712" y="12130"/>
                    <a:pt x="99683" y="10214"/>
                  </a:cubicBezTo>
                  <a:lnTo>
                    <a:pt x="99683" y="44049"/>
                  </a:lnTo>
                  <a:lnTo>
                    <a:pt x="104795" y="52349"/>
                  </a:lnTo>
                  <a:cubicBezTo>
                    <a:pt x="106712" y="55541"/>
                    <a:pt x="106073" y="59371"/>
                    <a:pt x="102878" y="61286"/>
                  </a:cubicBezTo>
                  <a:cubicBezTo>
                    <a:pt x="102878" y="61286"/>
                    <a:pt x="102878" y="61286"/>
                    <a:pt x="102878" y="61286"/>
                  </a:cubicBezTo>
                  <a:cubicBezTo>
                    <a:pt x="99683" y="63201"/>
                    <a:pt x="95849" y="61925"/>
                    <a:pt x="93932" y="59371"/>
                  </a:cubicBezTo>
                  <a:lnTo>
                    <a:pt x="87542" y="49157"/>
                  </a:lnTo>
                  <a:cubicBezTo>
                    <a:pt x="86903" y="47880"/>
                    <a:pt x="86264" y="47241"/>
                    <a:pt x="86264" y="45965"/>
                  </a:cubicBezTo>
                  <a:lnTo>
                    <a:pt x="86264" y="0"/>
                  </a:lnTo>
                  <a:lnTo>
                    <a:pt x="69650" y="0"/>
                  </a:lnTo>
                  <a:lnTo>
                    <a:pt x="69650" y="1277"/>
                  </a:lnTo>
                  <a:cubicBezTo>
                    <a:pt x="69650" y="1277"/>
                    <a:pt x="69650" y="1915"/>
                    <a:pt x="69650" y="1915"/>
                  </a:cubicBezTo>
                  <a:cubicBezTo>
                    <a:pt x="69650" y="1915"/>
                    <a:pt x="69650" y="1915"/>
                    <a:pt x="69650" y="2554"/>
                  </a:cubicBezTo>
                  <a:lnTo>
                    <a:pt x="69650" y="45965"/>
                  </a:lnTo>
                  <a:cubicBezTo>
                    <a:pt x="69650" y="47241"/>
                    <a:pt x="69012" y="48518"/>
                    <a:pt x="68372" y="49157"/>
                  </a:cubicBezTo>
                  <a:lnTo>
                    <a:pt x="61982" y="59371"/>
                  </a:lnTo>
                  <a:cubicBezTo>
                    <a:pt x="60066" y="62563"/>
                    <a:pt x="56232" y="63201"/>
                    <a:pt x="53037" y="61286"/>
                  </a:cubicBezTo>
                  <a:cubicBezTo>
                    <a:pt x="49842" y="59371"/>
                    <a:pt x="49203" y="55541"/>
                    <a:pt x="51119" y="52349"/>
                  </a:cubicBezTo>
                  <a:lnTo>
                    <a:pt x="56232" y="44049"/>
                  </a:lnTo>
                  <a:lnTo>
                    <a:pt x="56232" y="10214"/>
                  </a:lnTo>
                  <a:cubicBezTo>
                    <a:pt x="48564" y="12130"/>
                    <a:pt x="41535" y="15322"/>
                    <a:pt x="35145" y="19152"/>
                  </a:cubicBezTo>
                  <a:lnTo>
                    <a:pt x="30672" y="21706"/>
                  </a:lnTo>
                  <a:lnTo>
                    <a:pt x="30672" y="90014"/>
                  </a:lnTo>
                  <a:cubicBezTo>
                    <a:pt x="30672" y="93845"/>
                    <a:pt x="28116" y="96398"/>
                    <a:pt x="24282" y="96398"/>
                  </a:cubicBezTo>
                  <a:cubicBezTo>
                    <a:pt x="20448" y="96398"/>
                    <a:pt x="17892" y="93845"/>
                    <a:pt x="17892" y="90014"/>
                  </a:cubicBezTo>
                  <a:lnTo>
                    <a:pt x="17892" y="43411"/>
                  </a:lnTo>
                  <a:cubicBezTo>
                    <a:pt x="6390" y="59371"/>
                    <a:pt x="0" y="78523"/>
                    <a:pt x="0" y="97675"/>
                  </a:cubicBezTo>
                  <a:lnTo>
                    <a:pt x="0" y="122572"/>
                  </a:lnTo>
                  <a:cubicBezTo>
                    <a:pt x="3195" y="124488"/>
                    <a:pt x="12780" y="130233"/>
                    <a:pt x="36423" y="133425"/>
                  </a:cubicBezTo>
                  <a:cubicBezTo>
                    <a:pt x="34506" y="128318"/>
                    <a:pt x="33228" y="122572"/>
                    <a:pt x="33228" y="117465"/>
                  </a:cubicBezTo>
                </a:path>
              </a:pathLst>
            </a:custGeom>
            <a:solidFill>
              <a:srgbClr val="007680"/>
            </a:solidFill>
            <a:ln w="6390" cap="flat">
              <a:noFill/>
              <a:prstDash val="solid"/>
              <a:miter/>
            </a:ln>
          </p:spPr>
          <p:txBody>
            <a:bodyPr rtlCol="0" anchor="ctr"/>
            <a:lstStyle/>
            <a:p>
              <a:endParaRPr lang="en-US"/>
            </a:p>
          </p:txBody>
        </p:sp>
        <p:sp>
          <p:nvSpPr>
            <p:cNvPr id="742" name="Graphic 4">
              <a:extLst>
                <a:ext uri="{FF2B5EF4-FFF2-40B4-BE49-F238E27FC236}">
                  <a16:creationId xmlns:a16="http://schemas.microsoft.com/office/drawing/2014/main" id="{8E9C5465-9454-F74F-B735-9227386BBD83}"/>
                </a:ext>
              </a:extLst>
            </p:cNvPr>
            <p:cNvSpPr/>
            <p:nvPr/>
          </p:nvSpPr>
          <p:spPr>
            <a:xfrm>
              <a:off x="5172174" y="1133957"/>
              <a:ext cx="205436" cy="51071"/>
            </a:xfrm>
            <a:custGeom>
              <a:avLst/>
              <a:gdLst>
                <a:gd name="connsiteX0" fmla="*/ 193455 w 205436"/>
                <a:gd name="connsiteY0" fmla="*/ 0 h 51071"/>
                <a:gd name="connsiteX1" fmla="*/ 193455 w 205436"/>
                <a:gd name="connsiteY1" fmla="*/ 3830 h 51071"/>
                <a:gd name="connsiteX2" fmla="*/ 192177 w 205436"/>
                <a:gd name="connsiteY2" fmla="*/ 7661 h 51071"/>
                <a:gd name="connsiteX3" fmla="*/ 137224 w 205436"/>
                <a:gd name="connsiteY3" fmla="*/ 25536 h 51071"/>
                <a:gd name="connsiteX4" fmla="*/ 136585 w 205436"/>
                <a:gd name="connsiteY4" fmla="*/ 25536 h 51071"/>
                <a:gd name="connsiteX5" fmla="*/ 135946 w 205436"/>
                <a:gd name="connsiteY5" fmla="*/ 25536 h 51071"/>
                <a:gd name="connsiteX6" fmla="*/ 72685 w 205436"/>
                <a:gd name="connsiteY6" fmla="*/ 30643 h 51071"/>
                <a:gd name="connsiteX7" fmla="*/ 67573 w 205436"/>
                <a:gd name="connsiteY7" fmla="*/ 25536 h 51071"/>
                <a:gd name="connsiteX8" fmla="*/ 67573 w 205436"/>
                <a:gd name="connsiteY8" fmla="*/ 25536 h 51071"/>
                <a:gd name="connsiteX9" fmla="*/ 66935 w 205436"/>
                <a:gd name="connsiteY9" fmla="*/ 25536 h 51071"/>
                <a:gd name="connsiteX10" fmla="*/ 11981 w 205436"/>
                <a:gd name="connsiteY10" fmla="*/ 7661 h 51071"/>
                <a:gd name="connsiteX11" fmla="*/ 10703 w 205436"/>
                <a:gd name="connsiteY11" fmla="*/ 3830 h 51071"/>
                <a:gd name="connsiteX12" fmla="*/ 10703 w 205436"/>
                <a:gd name="connsiteY12" fmla="*/ 0 h 51071"/>
                <a:gd name="connsiteX13" fmla="*/ 479 w 205436"/>
                <a:gd name="connsiteY13" fmla="*/ 3192 h 51071"/>
                <a:gd name="connsiteX14" fmla="*/ 479 w 205436"/>
                <a:gd name="connsiteY14" fmla="*/ 19152 h 51071"/>
                <a:gd name="connsiteX15" fmla="*/ 13259 w 205436"/>
                <a:gd name="connsiteY15" fmla="*/ 45326 h 51071"/>
                <a:gd name="connsiteX16" fmla="*/ 102718 w 205436"/>
                <a:gd name="connsiteY16" fmla="*/ 51072 h 51071"/>
                <a:gd name="connsiteX17" fmla="*/ 192177 w 205436"/>
                <a:gd name="connsiteY17" fmla="*/ 45326 h 51071"/>
                <a:gd name="connsiteX18" fmla="*/ 204957 w 205436"/>
                <a:gd name="connsiteY18" fmla="*/ 19152 h 51071"/>
                <a:gd name="connsiteX19" fmla="*/ 204957 w 205436"/>
                <a:gd name="connsiteY19" fmla="*/ 3192 h 51071"/>
                <a:gd name="connsiteX20" fmla="*/ 193455 w 205436"/>
                <a:gd name="connsiteY20" fmla="*/ 0 h 5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436" h="51071">
                  <a:moveTo>
                    <a:pt x="193455" y="0"/>
                  </a:moveTo>
                  <a:lnTo>
                    <a:pt x="193455" y="3830"/>
                  </a:lnTo>
                  <a:cubicBezTo>
                    <a:pt x="193455" y="5107"/>
                    <a:pt x="192816" y="6384"/>
                    <a:pt x="192177" y="7661"/>
                  </a:cubicBezTo>
                  <a:cubicBezTo>
                    <a:pt x="190899" y="10214"/>
                    <a:pt x="180675" y="21706"/>
                    <a:pt x="137224" y="25536"/>
                  </a:cubicBezTo>
                  <a:lnTo>
                    <a:pt x="136585" y="25536"/>
                  </a:lnTo>
                  <a:lnTo>
                    <a:pt x="135946" y="25536"/>
                  </a:lnTo>
                  <a:cubicBezTo>
                    <a:pt x="119971" y="44049"/>
                    <a:pt x="91855" y="46603"/>
                    <a:pt x="72685" y="30643"/>
                  </a:cubicBezTo>
                  <a:cubicBezTo>
                    <a:pt x="70768" y="29366"/>
                    <a:pt x="68852" y="27451"/>
                    <a:pt x="67573" y="25536"/>
                  </a:cubicBezTo>
                  <a:lnTo>
                    <a:pt x="67573" y="25536"/>
                  </a:lnTo>
                  <a:lnTo>
                    <a:pt x="66935" y="25536"/>
                  </a:lnTo>
                  <a:cubicBezTo>
                    <a:pt x="23483" y="21067"/>
                    <a:pt x="13259" y="9576"/>
                    <a:pt x="11981" y="7661"/>
                  </a:cubicBezTo>
                  <a:cubicBezTo>
                    <a:pt x="11342" y="6384"/>
                    <a:pt x="10703" y="5107"/>
                    <a:pt x="10703" y="3830"/>
                  </a:cubicBezTo>
                  <a:lnTo>
                    <a:pt x="10703" y="0"/>
                  </a:lnTo>
                  <a:lnTo>
                    <a:pt x="479" y="3192"/>
                  </a:lnTo>
                  <a:cubicBezTo>
                    <a:pt x="-160" y="8299"/>
                    <a:pt x="-160" y="14045"/>
                    <a:pt x="479" y="19152"/>
                  </a:cubicBezTo>
                  <a:cubicBezTo>
                    <a:pt x="3674" y="28089"/>
                    <a:pt x="8147" y="37027"/>
                    <a:pt x="13259" y="45326"/>
                  </a:cubicBezTo>
                  <a:cubicBezTo>
                    <a:pt x="17093" y="46603"/>
                    <a:pt x="35624" y="51072"/>
                    <a:pt x="102718" y="51072"/>
                  </a:cubicBezTo>
                  <a:cubicBezTo>
                    <a:pt x="169812" y="51072"/>
                    <a:pt x="187704" y="46603"/>
                    <a:pt x="192177" y="45326"/>
                  </a:cubicBezTo>
                  <a:cubicBezTo>
                    <a:pt x="197289" y="37027"/>
                    <a:pt x="201762" y="28089"/>
                    <a:pt x="204957" y="19152"/>
                  </a:cubicBezTo>
                  <a:cubicBezTo>
                    <a:pt x="205596" y="14045"/>
                    <a:pt x="205596" y="8299"/>
                    <a:pt x="204957" y="3192"/>
                  </a:cubicBezTo>
                  <a:lnTo>
                    <a:pt x="193455" y="0"/>
                  </a:lnTo>
                  <a:close/>
                </a:path>
              </a:pathLst>
            </a:custGeom>
            <a:solidFill>
              <a:srgbClr val="007680"/>
            </a:solidFill>
            <a:ln w="6390" cap="flat">
              <a:noFill/>
              <a:prstDash val="solid"/>
              <a:miter/>
            </a:ln>
          </p:spPr>
          <p:txBody>
            <a:bodyPr rtlCol="0" anchor="ctr"/>
            <a:lstStyle/>
            <a:p>
              <a:endParaRPr lang="en-US"/>
            </a:p>
          </p:txBody>
        </p:sp>
      </p:grpSp>
      <p:grpSp>
        <p:nvGrpSpPr>
          <p:cNvPr id="743" name="Graphic 4">
            <a:extLst>
              <a:ext uri="{FF2B5EF4-FFF2-40B4-BE49-F238E27FC236}">
                <a16:creationId xmlns:a16="http://schemas.microsoft.com/office/drawing/2014/main" id="{489CF9A0-CB3B-F747-AF58-61C76E05E26B}"/>
              </a:ext>
            </a:extLst>
          </p:cNvPr>
          <p:cNvGrpSpPr>
            <a:grpSpLocks noChangeAspect="1"/>
          </p:cNvGrpSpPr>
          <p:nvPr/>
        </p:nvGrpSpPr>
        <p:grpSpPr>
          <a:xfrm>
            <a:off x="6806339" y="2325579"/>
            <a:ext cx="361674" cy="361971"/>
            <a:chOff x="6753524" y="2855717"/>
            <a:chExt cx="361674" cy="361971"/>
          </a:xfrm>
          <a:solidFill>
            <a:srgbClr val="0097A9"/>
          </a:solidFill>
        </p:grpSpPr>
        <p:sp>
          <p:nvSpPr>
            <p:cNvPr id="744" name="Graphic 4">
              <a:extLst>
                <a:ext uri="{FF2B5EF4-FFF2-40B4-BE49-F238E27FC236}">
                  <a16:creationId xmlns:a16="http://schemas.microsoft.com/office/drawing/2014/main" id="{E7647396-197C-2442-B122-41375241B38F}"/>
                </a:ext>
              </a:extLst>
            </p:cNvPr>
            <p:cNvSpPr/>
            <p:nvPr/>
          </p:nvSpPr>
          <p:spPr>
            <a:xfrm>
              <a:off x="6753524" y="2855717"/>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6"/>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2309" y="80438"/>
                    <a:pt x="281157" y="0"/>
                    <a:pt x="180835" y="0"/>
                  </a:cubicBezTo>
                  <a:cubicBezTo>
                    <a:pt x="181474" y="0"/>
                    <a:pt x="181474" y="0"/>
                    <a:pt x="180835" y="0"/>
                  </a:cubicBezTo>
                  <a:close/>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cubicBezTo>
                    <a:pt x="348890" y="180667"/>
                    <a:pt x="348890" y="180667"/>
                    <a:pt x="348890" y="180667"/>
                  </a:cubicBezTo>
                  <a:cubicBezTo>
                    <a:pt x="349529" y="273234"/>
                    <a:pt x="274128" y="348565"/>
                    <a:pt x="180835" y="349204"/>
                  </a:cubicBezTo>
                  <a:close/>
                </a:path>
              </a:pathLst>
            </a:custGeom>
            <a:solidFill>
              <a:srgbClr val="0097A9"/>
            </a:solidFill>
            <a:ln w="6390" cap="flat">
              <a:noFill/>
              <a:prstDash val="solid"/>
              <a:miter/>
            </a:ln>
          </p:spPr>
          <p:txBody>
            <a:bodyPr rtlCol="0" anchor="ctr"/>
            <a:lstStyle/>
            <a:p>
              <a:endParaRPr lang="en-US"/>
            </a:p>
          </p:txBody>
        </p:sp>
        <p:sp>
          <p:nvSpPr>
            <p:cNvPr id="745" name="Graphic 4">
              <a:extLst>
                <a:ext uri="{FF2B5EF4-FFF2-40B4-BE49-F238E27FC236}">
                  <a16:creationId xmlns:a16="http://schemas.microsoft.com/office/drawing/2014/main" id="{F939240E-A681-894C-AFC8-CB3C2272E259}"/>
                </a:ext>
              </a:extLst>
            </p:cNvPr>
            <p:cNvSpPr/>
            <p:nvPr/>
          </p:nvSpPr>
          <p:spPr>
            <a:xfrm>
              <a:off x="6824652" y="2912535"/>
              <a:ext cx="220334" cy="246421"/>
            </a:xfrm>
            <a:custGeom>
              <a:avLst/>
              <a:gdLst>
                <a:gd name="connsiteX0" fmla="*/ 217058 w 220334"/>
                <a:gd name="connsiteY0" fmla="*/ 72777 h 246421"/>
                <a:gd name="connsiteX1" fmla="*/ 208751 w 220334"/>
                <a:gd name="connsiteY1" fmla="*/ 75331 h 246421"/>
                <a:gd name="connsiteX2" fmla="*/ 208751 w 220334"/>
                <a:gd name="connsiteY2" fmla="*/ 75331 h 246421"/>
                <a:gd name="connsiteX3" fmla="*/ 199806 w 220334"/>
                <a:gd name="connsiteY3" fmla="*/ 93844 h 246421"/>
                <a:gd name="connsiteX4" fmla="*/ 112263 w 220334"/>
                <a:gd name="connsiteY4" fmla="*/ 25536 h 246421"/>
                <a:gd name="connsiteX5" fmla="*/ 112263 w 220334"/>
                <a:gd name="connsiteY5" fmla="*/ 6384 h 246421"/>
                <a:gd name="connsiteX6" fmla="*/ 105873 w 220334"/>
                <a:gd name="connsiteY6" fmla="*/ 0 h 246421"/>
                <a:gd name="connsiteX7" fmla="*/ 99483 w 220334"/>
                <a:gd name="connsiteY7" fmla="*/ 6384 h 246421"/>
                <a:gd name="connsiteX8" fmla="*/ 99483 w 220334"/>
                <a:gd name="connsiteY8" fmla="*/ 98952 h 246421"/>
                <a:gd name="connsiteX9" fmla="*/ 100122 w 220334"/>
                <a:gd name="connsiteY9" fmla="*/ 101505 h 246421"/>
                <a:gd name="connsiteX10" fmla="*/ 82870 w 220334"/>
                <a:gd name="connsiteY10" fmla="*/ 123849 h 246421"/>
                <a:gd name="connsiteX11" fmla="*/ 84147 w 220334"/>
                <a:gd name="connsiteY11" fmla="*/ 130233 h 246421"/>
                <a:gd name="connsiteX12" fmla="*/ 29833 w 220334"/>
                <a:gd name="connsiteY12" fmla="*/ 162792 h 246421"/>
                <a:gd name="connsiteX13" fmla="*/ 42613 w 220334"/>
                <a:gd name="connsiteY13" fmla="*/ 65755 h 246421"/>
                <a:gd name="connsiteX14" fmla="*/ 43891 w 220334"/>
                <a:gd name="connsiteY14" fmla="*/ 85545 h 246421"/>
                <a:gd name="connsiteX15" fmla="*/ 50281 w 220334"/>
                <a:gd name="connsiteY15" fmla="*/ 91291 h 246421"/>
                <a:gd name="connsiteX16" fmla="*/ 50920 w 220334"/>
                <a:gd name="connsiteY16" fmla="*/ 91291 h 246421"/>
                <a:gd name="connsiteX17" fmla="*/ 56671 w 220334"/>
                <a:gd name="connsiteY17" fmla="*/ 84268 h 246421"/>
                <a:gd name="connsiteX18" fmla="*/ 56671 w 220334"/>
                <a:gd name="connsiteY18" fmla="*/ 84268 h 246421"/>
                <a:gd name="connsiteX19" fmla="*/ 54754 w 220334"/>
                <a:gd name="connsiteY19" fmla="*/ 48518 h 246421"/>
                <a:gd name="connsiteX20" fmla="*/ 47725 w 220334"/>
                <a:gd name="connsiteY20" fmla="*/ 42773 h 246421"/>
                <a:gd name="connsiteX21" fmla="*/ 11941 w 220334"/>
                <a:gd name="connsiteY21" fmla="*/ 45326 h 246421"/>
                <a:gd name="connsiteX22" fmla="*/ 5551 w 220334"/>
                <a:gd name="connsiteY22" fmla="*/ 51710 h 246421"/>
                <a:gd name="connsiteX23" fmla="*/ 11941 w 220334"/>
                <a:gd name="connsiteY23" fmla="*/ 58094 h 246421"/>
                <a:gd name="connsiteX24" fmla="*/ 12580 w 220334"/>
                <a:gd name="connsiteY24" fmla="*/ 58094 h 246421"/>
                <a:gd name="connsiteX25" fmla="*/ 33028 w 220334"/>
                <a:gd name="connsiteY25" fmla="*/ 56817 h 246421"/>
                <a:gd name="connsiteX26" fmla="*/ 18331 w 220334"/>
                <a:gd name="connsiteY26" fmla="*/ 168537 h 246421"/>
                <a:gd name="connsiteX27" fmla="*/ 2995 w 220334"/>
                <a:gd name="connsiteY27" fmla="*/ 177475 h 246421"/>
                <a:gd name="connsiteX28" fmla="*/ 1078 w 220334"/>
                <a:gd name="connsiteY28" fmla="*/ 186412 h 246421"/>
                <a:gd name="connsiteX29" fmla="*/ 6829 w 220334"/>
                <a:gd name="connsiteY29" fmla="*/ 189604 h 246421"/>
                <a:gd name="connsiteX30" fmla="*/ 10024 w 220334"/>
                <a:gd name="connsiteY30" fmla="*/ 188966 h 246421"/>
                <a:gd name="connsiteX31" fmla="*/ 91177 w 220334"/>
                <a:gd name="connsiteY31" fmla="*/ 140448 h 246421"/>
                <a:gd name="connsiteX32" fmla="*/ 121848 w 220334"/>
                <a:gd name="connsiteY32" fmla="*/ 139809 h 246421"/>
                <a:gd name="connsiteX33" fmla="*/ 176162 w 220334"/>
                <a:gd name="connsiteY33" fmla="*/ 172368 h 246421"/>
                <a:gd name="connsiteX34" fmla="*/ 105873 w 220334"/>
                <a:gd name="connsiteY34" fmla="*/ 208756 h 246421"/>
                <a:gd name="connsiteX35" fmla="*/ 87342 w 220334"/>
                <a:gd name="connsiteY35" fmla="*/ 206841 h 246421"/>
                <a:gd name="connsiteX36" fmla="*/ 103957 w 220334"/>
                <a:gd name="connsiteY36" fmla="*/ 195988 h 246421"/>
                <a:gd name="connsiteX37" fmla="*/ 105873 w 220334"/>
                <a:gd name="connsiteY37" fmla="*/ 187051 h 246421"/>
                <a:gd name="connsiteX38" fmla="*/ 105873 w 220334"/>
                <a:gd name="connsiteY38" fmla="*/ 187051 h 246421"/>
                <a:gd name="connsiteX39" fmla="*/ 96927 w 220334"/>
                <a:gd name="connsiteY39" fmla="*/ 185135 h 246421"/>
                <a:gd name="connsiteX40" fmla="*/ 66895 w 220334"/>
                <a:gd name="connsiteY40" fmla="*/ 204926 h 246421"/>
                <a:gd name="connsiteX41" fmla="*/ 64977 w 220334"/>
                <a:gd name="connsiteY41" fmla="*/ 213863 h 246421"/>
                <a:gd name="connsiteX42" fmla="*/ 84787 w 220334"/>
                <a:gd name="connsiteY42" fmla="*/ 243230 h 246421"/>
                <a:gd name="connsiteX43" fmla="*/ 89898 w 220334"/>
                <a:gd name="connsiteY43" fmla="*/ 246422 h 246421"/>
                <a:gd name="connsiteX44" fmla="*/ 93732 w 220334"/>
                <a:gd name="connsiteY44" fmla="*/ 245145 h 246421"/>
                <a:gd name="connsiteX45" fmla="*/ 95649 w 220334"/>
                <a:gd name="connsiteY45" fmla="*/ 236207 h 246421"/>
                <a:gd name="connsiteX46" fmla="*/ 95649 w 220334"/>
                <a:gd name="connsiteY46" fmla="*/ 236207 h 246421"/>
                <a:gd name="connsiteX47" fmla="*/ 84147 w 220334"/>
                <a:gd name="connsiteY47" fmla="*/ 219609 h 246421"/>
                <a:gd name="connsiteX48" fmla="*/ 186386 w 220334"/>
                <a:gd name="connsiteY48" fmla="*/ 179390 h 246421"/>
                <a:gd name="connsiteX49" fmla="*/ 203001 w 220334"/>
                <a:gd name="connsiteY49" fmla="*/ 188966 h 246421"/>
                <a:gd name="connsiteX50" fmla="*/ 206196 w 220334"/>
                <a:gd name="connsiteY50" fmla="*/ 189604 h 246421"/>
                <a:gd name="connsiteX51" fmla="*/ 212586 w 220334"/>
                <a:gd name="connsiteY51" fmla="*/ 183220 h 246421"/>
                <a:gd name="connsiteX52" fmla="*/ 209391 w 220334"/>
                <a:gd name="connsiteY52" fmla="*/ 177475 h 246421"/>
                <a:gd name="connsiteX53" fmla="*/ 127599 w 220334"/>
                <a:gd name="connsiteY53" fmla="*/ 130233 h 246421"/>
                <a:gd name="connsiteX54" fmla="*/ 128238 w 220334"/>
                <a:gd name="connsiteY54" fmla="*/ 124488 h 246421"/>
                <a:gd name="connsiteX55" fmla="*/ 110347 w 220334"/>
                <a:gd name="connsiteY55" fmla="*/ 102144 h 246421"/>
                <a:gd name="connsiteX56" fmla="*/ 110985 w 220334"/>
                <a:gd name="connsiteY56" fmla="*/ 99590 h 246421"/>
                <a:gd name="connsiteX57" fmla="*/ 110985 w 220334"/>
                <a:gd name="connsiteY57" fmla="*/ 38942 h 246421"/>
                <a:gd name="connsiteX58" fmla="*/ 186386 w 220334"/>
                <a:gd name="connsiteY58" fmla="*/ 98313 h 246421"/>
                <a:gd name="connsiteX59" fmla="*/ 168495 w 220334"/>
                <a:gd name="connsiteY59" fmla="*/ 89376 h 246421"/>
                <a:gd name="connsiteX60" fmla="*/ 159549 w 220334"/>
                <a:gd name="connsiteY60" fmla="*/ 91929 h 246421"/>
                <a:gd name="connsiteX61" fmla="*/ 162105 w 220334"/>
                <a:gd name="connsiteY61" fmla="*/ 100867 h 246421"/>
                <a:gd name="connsiteX62" fmla="*/ 162744 w 220334"/>
                <a:gd name="connsiteY62" fmla="*/ 100867 h 246421"/>
                <a:gd name="connsiteX63" fmla="*/ 194693 w 220334"/>
                <a:gd name="connsiteY63" fmla="*/ 116827 h 246421"/>
                <a:gd name="connsiteX64" fmla="*/ 197250 w 220334"/>
                <a:gd name="connsiteY64" fmla="*/ 117465 h 246421"/>
                <a:gd name="connsiteX65" fmla="*/ 203001 w 220334"/>
                <a:gd name="connsiteY65" fmla="*/ 114273 h 246421"/>
                <a:gd name="connsiteX66" fmla="*/ 218975 w 220334"/>
                <a:gd name="connsiteY66" fmla="*/ 82353 h 246421"/>
                <a:gd name="connsiteX67" fmla="*/ 217058 w 220334"/>
                <a:gd name="connsiteY67" fmla="*/ 72777 h 246421"/>
                <a:gd name="connsiteX68" fmla="*/ 217058 w 220334"/>
                <a:gd name="connsiteY68" fmla="*/ 72777 h 246421"/>
                <a:gd name="connsiteX69" fmla="*/ 116097 w 220334"/>
                <a:gd name="connsiteY69" fmla="*/ 123849 h 246421"/>
                <a:gd name="connsiteX70" fmla="*/ 105873 w 220334"/>
                <a:gd name="connsiteY70" fmla="*/ 134064 h 246421"/>
                <a:gd name="connsiteX71" fmla="*/ 95649 w 220334"/>
                <a:gd name="connsiteY71" fmla="*/ 123849 h 246421"/>
                <a:gd name="connsiteX72" fmla="*/ 105873 w 220334"/>
                <a:gd name="connsiteY72" fmla="*/ 113635 h 246421"/>
                <a:gd name="connsiteX73" fmla="*/ 116097 w 220334"/>
                <a:gd name="connsiteY73" fmla="*/ 123849 h 246421"/>
                <a:gd name="connsiteX74" fmla="*/ 116097 w 220334"/>
                <a:gd name="connsiteY74" fmla="*/ 123849 h 246421"/>
                <a:gd name="connsiteX75" fmla="*/ 116097 w 220334"/>
                <a:gd name="connsiteY75" fmla="*/ 123849 h 246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20334" h="246421">
                  <a:moveTo>
                    <a:pt x="217058" y="72777"/>
                  </a:moveTo>
                  <a:cubicBezTo>
                    <a:pt x="213863" y="70862"/>
                    <a:pt x="210029" y="72139"/>
                    <a:pt x="208751" y="75331"/>
                  </a:cubicBezTo>
                  <a:cubicBezTo>
                    <a:pt x="208751" y="75331"/>
                    <a:pt x="208751" y="75331"/>
                    <a:pt x="208751" y="75331"/>
                  </a:cubicBezTo>
                  <a:lnTo>
                    <a:pt x="199806" y="93844"/>
                  </a:lnTo>
                  <a:cubicBezTo>
                    <a:pt x="187665" y="54902"/>
                    <a:pt x="152520" y="28089"/>
                    <a:pt x="112263" y="25536"/>
                  </a:cubicBezTo>
                  <a:lnTo>
                    <a:pt x="112263" y="6384"/>
                  </a:lnTo>
                  <a:cubicBezTo>
                    <a:pt x="112263" y="2554"/>
                    <a:pt x="109707" y="0"/>
                    <a:pt x="105873" y="0"/>
                  </a:cubicBezTo>
                  <a:cubicBezTo>
                    <a:pt x="102039" y="0"/>
                    <a:pt x="99483" y="2554"/>
                    <a:pt x="99483" y="6384"/>
                  </a:cubicBezTo>
                  <a:lnTo>
                    <a:pt x="99483" y="98952"/>
                  </a:lnTo>
                  <a:cubicBezTo>
                    <a:pt x="99483" y="100228"/>
                    <a:pt x="99483" y="100867"/>
                    <a:pt x="100122" y="101505"/>
                  </a:cubicBezTo>
                  <a:cubicBezTo>
                    <a:pt x="89898" y="104059"/>
                    <a:pt x="82870" y="113635"/>
                    <a:pt x="82870" y="123849"/>
                  </a:cubicBezTo>
                  <a:cubicBezTo>
                    <a:pt x="82870" y="125764"/>
                    <a:pt x="83508" y="128318"/>
                    <a:pt x="84147" y="130233"/>
                  </a:cubicBezTo>
                  <a:lnTo>
                    <a:pt x="29833" y="162792"/>
                  </a:lnTo>
                  <a:cubicBezTo>
                    <a:pt x="13219" y="130872"/>
                    <a:pt x="18331" y="92568"/>
                    <a:pt x="42613" y="65755"/>
                  </a:cubicBezTo>
                  <a:lnTo>
                    <a:pt x="43891" y="85545"/>
                  </a:lnTo>
                  <a:cubicBezTo>
                    <a:pt x="43891" y="88737"/>
                    <a:pt x="47086" y="91291"/>
                    <a:pt x="50281" y="91291"/>
                  </a:cubicBezTo>
                  <a:lnTo>
                    <a:pt x="50920" y="91291"/>
                  </a:lnTo>
                  <a:cubicBezTo>
                    <a:pt x="54754" y="91291"/>
                    <a:pt x="57310" y="88099"/>
                    <a:pt x="56671" y="84268"/>
                  </a:cubicBezTo>
                  <a:cubicBezTo>
                    <a:pt x="56671" y="84268"/>
                    <a:pt x="56671" y="84268"/>
                    <a:pt x="56671" y="84268"/>
                  </a:cubicBezTo>
                  <a:lnTo>
                    <a:pt x="54754" y="48518"/>
                  </a:lnTo>
                  <a:cubicBezTo>
                    <a:pt x="54754" y="45326"/>
                    <a:pt x="51559" y="42134"/>
                    <a:pt x="47725" y="42773"/>
                  </a:cubicBezTo>
                  <a:lnTo>
                    <a:pt x="11941" y="45326"/>
                  </a:lnTo>
                  <a:cubicBezTo>
                    <a:pt x="8108" y="45326"/>
                    <a:pt x="5551" y="48518"/>
                    <a:pt x="5551" y="51710"/>
                  </a:cubicBezTo>
                  <a:cubicBezTo>
                    <a:pt x="5551" y="54902"/>
                    <a:pt x="8746" y="58094"/>
                    <a:pt x="11941" y="58094"/>
                  </a:cubicBezTo>
                  <a:lnTo>
                    <a:pt x="12580" y="58094"/>
                  </a:lnTo>
                  <a:lnTo>
                    <a:pt x="33028" y="56817"/>
                  </a:lnTo>
                  <a:cubicBezTo>
                    <a:pt x="4913" y="87460"/>
                    <a:pt x="-839" y="132148"/>
                    <a:pt x="18331" y="168537"/>
                  </a:cubicBezTo>
                  <a:lnTo>
                    <a:pt x="2995" y="177475"/>
                  </a:lnTo>
                  <a:cubicBezTo>
                    <a:pt x="-200" y="179390"/>
                    <a:pt x="-839" y="183220"/>
                    <a:pt x="1078" y="186412"/>
                  </a:cubicBezTo>
                  <a:cubicBezTo>
                    <a:pt x="2356" y="188327"/>
                    <a:pt x="4273" y="189604"/>
                    <a:pt x="6829" y="189604"/>
                  </a:cubicBezTo>
                  <a:cubicBezTo>
                    <a:pt x="8108" y="189604"/>
                    <a:pt x="9385" y="189604"/>
                    <a:pt x="10024" y="188966"/>
                  </a:cubicBezTo>
                  <a:lnTo>
                    <a:pt x="91177" y="140448"/>
                  </a:lnTo>
                  <a:cubicBezTo>
                    <a:pt x="100122" y="148108"/>
                    <a:pt x="113542" y="148108"/>
                    <a:pt x="121848" y="139809"/>
                  </a:cubicBezTo>
                  <a:lnTo>
                    <a:pt x="176162" y="172368"/>
                  </a:lnTo>
                  <a:cubicBezTo>
                    <a:pt x="160188" y="195350"/>
                    <a:pt x="133989" y="208756"/>
                    <a:pt x="105873" y="208756"/>
                  </a:cubicBezTo>
                  <a:cubicBezTo>
                    <a:pt x="99483" y="208756"/>
                    <a:pt x="93732" y="208118"/>
                    <a:pt x="87342" y="206841"/>
                  </a:cubicBezTo>
                  <a:lnTo>
                    <a:pt x="103957" y="195988"/>
                  </a:lnTo>
                  <a:cubicBezTo>
                    <a:pt x="107152" y="194073"/>
                    <a:pt x="107790" y="190243"/>
                    <a:pt x="105873" y="187051"/>
                  </a:cubicBezTo>
                  <a:cubicBezTo>
                    <a:pt x="105873" y="187051"/>
                    <a:pt x="105873" y="187051"/>
                    <a:pt x="105873" y="187051"/>
                  </a:cubicBezTo>
                  <a:cubicBezTo>
                    <a:pt x="103957" y="183859"/>
                    <a:pt x="100122" y="183220"/>
                    <a:pt x="96927" y="185135"/>
                  </a:cubicBezTo>
                  <a:lnTo>
                    <a:pt x="66895" y="204926"/>
                  </a:lnTo>
                  <a:cubicBezTo>
                    <a:pt x="63700" y="206841"/>
                    <a:pt x="63061" y="210671"/>
                    <a:pt x="64977" y="213863"/>
                  </a:cubicBezTo>
                  <a:lnTo>
                    <a:pt x="84787" y="243230"/>
                  </a:lnTo>
                  <a:cubicBezTo>
                    <a:pt x="86064" y="245145"/>
                    <a:pt x="87982" y="245783"/>
                    <a:pt x="89898" y="246422"/>
                  </a:cubicBezTo>
                  <a:cubicBezTo>
                    <a:pt x="91177" y="246422"/>
                    <a:pt x="92454" y="245783"/>
                    <a:pt x="93732" y="245145"/>
                  </a:cubicBezTo>
                  <a:cubicBezTo>
                    <a:pt x="96927" y="243230"/>
                    <a:pt x="97567" y="239399"/>
                    <a:pt x="95649" y="236207"/>
                  </a:cubicBezTo>
                  <a:cubicBezTo>
                    <a:pt x="95649" y="236207"/>
                    <a:pt x="95649" y="236207"/>
                    <a:pt x="95649" y="236207"/>
                  </a:cubicBezTo>
                  <a:lnTo>
                    <a:pt x="84147" y="219609"/>
                  </a:lnTo>
                  <a:cubicBezTo>
                    <a:pt x="123126" y="228546"/>
                    <a:pt x="164021" y="212587"/>
                    <a:pt x="186386" y="179390"/>
                  </a:cubicBezTo>
                  <a:lnTo>
                    <a:pt x="203001" y="188966"/>
                  </a:lnTo>
                  <a:cubicBezTo>
                    <a:pt x="204278" y="189604"/>
                    <a:pt x="204917" y="189604"/>
                    <a:pt x="206196" y="189604"/>
                  </a:cubicBezTo>
                  <a:cubicBezTo>
                    <a:pt x="210029" y="189604"/>
                    <a:pt x="212586" y="187051"/>
                    <a:pt x="212586" y="183220"/>
                  </a:cubicBezTo>
                  <a:cubicBezTo>
                    <a:pt x="212586" y="180667"/>
                    <a:pt x="211307" y="178752"/>
                    <a:pt x="209391" y="177475"/>
                  </a:cubicBezTo>
                  <a:lnTo>
                    <a:pt x="127599" y="130233"/>
                  </a:lnTo>
                  <a:cubicBezTo>
                    <a:pt x="128238" y="128318"/>
                    <a:pt x="128238" y="126403"/>
                    <a:pt x="128238" y="124488"/>
                  </a:cubicBezTo>
                  <a:cubicBezTo>
                    <a:pt x="128238" y="113635"/>
                    <a:pt x="121209" y="104697"/>
                    <a:pt x="110347" y="102144"/>
                  </a:cubicBezTo>
                  <a:cubicBezTo>
                    <a:pt x="110985" y="101505"/>
                    <a:pt x="110985" y="100228"/>
                    <a:pt x="110985" y="99590"/>
                  </a:cubicBezTo>
                  <a:lnTo>
                    <a:pt x="110985" y="38942"/>
                  </a:lnTo>
                  <a:cubicBezTo>
                    <a:pt x="146130" y="41496"/>
                    <a:pt x="176162" y="65117"/>
                    <a:pt x="186386" y="98313"/>
                  </a:cubicBezTo>
                  <a:lnTo>
                    <a:pt x="168495" y="89376"/>
                  </a:lnTo>
                  <a:cubicBezTo>
                    <a:pt x="165300" y="87460"/>
                    <a:pt x="161466" y="88737"/>
                    <a:pt x="159549" y="91929"/>
                  </a:cubicBezTo>
                  <a:cubicBezTo>
                    <a:pt x="157631" y="95121"/>
                    <a:pt x="158910" y="98952"/>
                    <a:pt x="162105" y="100867"/>
                  </a:cubicBezTo>
                  <a:cubicBezTo>
                    <a:pt x="162105" y="100867"/>
                    <a:pt x="162105" y="100867"/>
                    <a:pt x="162744" y="100867"/>
                  </a:cubicBezTo>
                  <a:lnTo>
                    <a:pt x="194693" y="116827"/>
                  </a:lnTo>
                  <a:cubicBezTo>
                    <a:pt x="195332" y="117465"/>
                    <a:pt x="196611" y="117465"/>
                    <a:pt x="197250" y="117465"/>
                  </a:cubicBezTo>
                  <a:cubicBezTo>
                    <a:pt x="199806" y="117465"/>
                    <a:pt x="201722" y="116188"/>
                    <a:pt x="203001" y="114273"/>
                  </a:cubicBezTo>
                  <a:lnTo>
                    <a:pt x="218975" y="82353"/>
                  </a:lnTo>
                  <a:cubicBezTo>
                    <a:pt x="221531" y="78523"/>
                    <a:pt x="220253" y="74692"/>
                    <a:pt x="217058" y="72777"/>
                  </a:cubicBezTo>
                  <a:cubicBezTo>
                    <a:pt x="217058" y="73416"/>
                    <a:pt x="217058" y="73416"/>
                    <a:pt x="217058" y="72777"/>
                  </a:cubicBezTo>
                  <a:close/>
                  <a:moveTo>
                    <a:pt x="116097" y="123849"/>
                  </a:moveTo>
                  <a:cubicBezTo>
                    <a:pt x="116097" y="129595"/>
                    <a:pt x="111624" y="134064"/>
                    <a:pt x="105873" y="134064"/>
                  </a:cubicBezTo>
                  <a:cubicBezTo>
                    <a:pt x="100122" y="134064"/>
                    <a:pt x="95649" y="129595"/>
                    <a:pt x="95649" y="123849"/>
                  </a:cubicBezTo>
                  <a:cubicBezTo>
                    <a:pt x="95649" y="118104"/>
                    <a:pt x="100122" y="113635"/>
                    <a:pt x="105873" y="113635"/>
                  </a:cubicBezTo>
                  <a:cubicBezTo>
                    <a:pt x="110985" y="113635"/>
                    <a:pt x="116097" y="118742"/>
                    <a:pt x="116097" y="123849"/>
                  </a:cubicBezTo>
                  <a:lnTo>
                    <a:pt x="116097" y="123849"/>
                  </a:lnTo>
                  <a:lnTo>
                    <a:pt x="116097" y="123849"/>
                  </a:lnTo>
                  <a:close/>
                </a:path>
              </a:pathLst>
            </a:custGeom>
            <a:solidFill>
              <a:srgbClr val="0097A9"/>
            </a:solidFill>
            <a:ln w="6390" cap="flat">
              <a:noFill/>
              <a:prstDash val="solid"/>
              <a:miter/>
            </a:ln>
          </p:spPr>
          <p:txBody>
            <a:bodyPr rtlCol="0" anchor="ctr"/>
            <a:lstStyle/>
            <a:p>
              <a:endParaRPr lang="en-US"/>
            </a:p>
          </p:txBody>
        </p:sp>
      </p:grpSp>
      <p:grpSp>
        <p:nvGrpSpPr>
          <p:cNvPr id="746" name="Graphic 4">
            <a:extLst>
              <a:ext uri="{FF2B5EF4-FFF2-40B4-BE49-F238E27FC236}">
                <a16:creationId xmlns:a16="http://schemas.microsoft.com/office/drawing/2014/main" id="{160E70B5-DD99-4A4E-A9CA-CF4B4F5FF731}"/>
              </a:ext>
            </a:extLst>
          </p:cNvPr>
          <p:cNvGrpSpPr>
            <a:grpSpLocks noChangeAspect="1"/>
          </p:cNvGrpSpPr>
          <p:nvPr/>
        </p:nvGrpSpPr>
        <p:grpSpPr>
          <a:xfrm>
            <a:off x="6821896" y="2810540"/>
            <a:ext cx="361674" cy="361971"/>
            <a:chOff x="6753524" y="3339623"/>
            <a:chExt cx="361674" cy="361971"/>
          </a:xfrm>
          <a:solidFill>
            <a:srgbClr val="0097A9"/>
          </a:solidFill>
        </p:grpSpPr>
        <p:sp>
          <p:nvSpPr>
            <p:cNvPr id="747" name="Graphic 4">
              <a:extLst>
                <a:ext uri="{FF2B5EF4-FFF2-40B4-BE49-F238E27FC236}">
                  <a16:creationId xmlns:a16="http://schemas.microsoft.com/office/drawing/2014/main" id="{458814C5-3556-8D4A-B54C-689D28603259}"/>
                </a:ext>
              </a:extLst>
            </p:cNvPr>
            <p:cNvSpPr/>
            <p:nvPr/>
          </p:nvSpPr>
          <p:spPr>
            <a:xfrm>
              <a:off x="6753524" y="3339623"/>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 name="connsiteX13" fmla="*/ 180835 w 361674"/>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4" h="361971">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2309" y="81077"/>
                    <a:pt x="281157" y="0"/>
                    <a:pt x="180835" y="0"/>
                  </a:cubicBezTo>
                  <a:cubicBezTo>
                    <a:pt x="181474" y="0"/>
                    <a:pt x="181474" y="0"/>
                    <a:pt x="180835" y="0"/>
                  </a:cubicBezTo>
                  <a:close/>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lnTo>
                    <a:pt x="348890" y="180667"/>
                  </a:lnTo>
                  <a:cubicBezTo>
                    <a:pt x="349529" y="273873"/>
                    <a:pt x="274128" y="349204"/>
                    <a:pt x="180835" y="349204"/>
                  </a:cubicBezTo>
                  <a:lnTo>
                    <a:pt x="180835" y="349204"/>
                  </a:lnTo>
                  <a:close/>
                </a:path>
              </a:pathLst>
            </a:custGeom>
            <a:solidFill>
              <a:srgbClr val="0097A9"/>
            </a:solidFill>
            <a:ln w="6390" cap="flat">
              <a:noFill/>
              <a:prstDash val="solid"/>
              <a:miter/>
            </a:ln>
          </p:spPr>
          <p:txBody>
            <a:bodyPr rtlCol="0" anchor="ctr"/>
            <a:lstStyle/>
            <a:p>
              <a:endParaRPr lang="en-US"/>
            </a:p>
          </p:txBody>
        </p:sp>
        <p:sp>
          <p:nvSpPr>
            <p:cNvPr id="748" name="Graphic 4">
              <a:extLst>
                <a:ext uri="{FF2B5EF4-FFF2-40B4-BE49-F238E27FC236}">
                  <a16:creationId xmlns:a16="http://schemas.microsoft.com/office/drawing/2014/main" id="{4AAB0B20-9364-F145-9334-4F2AD3FCC91F}"/>
                </a:ext>
              </a:extLst>
            </p:cNvPr>
            <p:cNvSpPr/>
            <p:nvPr/>
          </p:nvSpPr>
          <p:spPr>
            <a:xfrm>
              <a:off x="6926691" y="3517737"/>
              <a:ext cx="12779" cy="123210"/>
            </a:xfrm>
            <a:custGeom>
              <a:avLst/>
              <a:gdLst>
                <a:gd name="connsiteX0" fmla="*/ 6390 w 12779"/>
                <a:gd name="connsiteY0" fmla="*/ 0 h 123210"/>
                <a:gd name="connsiteX1" fmla="*/ 0 w 12779"/>
                <a:gd name="connsiteY1" fmla="*/ 6384 h 123210"/>
                <a:gd name="connsiteX2" fmla="*/ 0 w 12779"/>
                <a:gd name="connsiteY2" fmla="*/ 116827 h 123210"/>
                <a:gd name="connsiteX3" fmla="*/ 6390 w 12779"/>
                <a:gd name="connsiteY3" fmla="*/ 123211 h 123210"/>
                <a:gd name="connsiteX4" fmla="*/ 12780 w 12779"/>
                <a:gd name="connsiteY4" fmla="*/ 116827 h 123210"/>
                <a:gd name="connsiteX5" fmla="*/ 12780 w 12779"/>
                <a:gd name="connsiteY5" fmla="*/ 6384 h 123210"/>
                <a:gd name="connsiteX6" fmla="*/ 6390 w 12779"/>
                <a:gd name="connsiteY6" fmla="*/ 0 h 12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123210">
                  <a:moveTo>
                    <a:pt x="6390" y="0"/>
                  </a:moveTo>
                  <a:cubicBezTo>
                    <a:pt x="2556" y="0"/>
                    <a:pt x="0" y="2553"/>
                    <a:pt x="0" y="6384"/>
                  </a:cubicBezTo>
                  <a:lnTo>
                    <a:pt x="0" y="116827"/>
                  </a:lnTo>
                  <a:cubicBezTo>
                    <a:pt x="0" y="120657"/>
                    <a:pt x="2556" y="123211"/>
                    <a:pt x="6390" y="123211"/>
                  </a:cubicBezTo>
                  <a:cubicBezTo>
                    <a:pt x="10224" y="123211"/>
                    <a:pt x="12780" y="120657"/>
                    <a:pt x="12780" y="116827"/>
                  </a:cubicBezTo>
                  <a:lnTo>
                    <a:pt x="12780" y="6384"/>
                  </a:lnTo>
                  <a:cubicBezTo>
                    <a:pt x="12780" y="2553"/>
                    <a:pt x="10224" y="0"/>
                    <a:pt x="6390" y="0"/>
                  </a:cubicBezTo>
                  <a:close/>
                </a:path>
              </a:pathLst>
            </a:custGeom>
            <a:solidFill>
              <a:srgbClr val="0097A9"/>
            </a:solidFill>
            <a:ln w="6390" cap="flat">
              <a:noFill/>
              <a:prstDash val="solid"/>
              <a:miter/>
            </a:ln>
          </p:spPr>
          <p:txBody>
            <a:bodyPr rtlCol="0" anchor="ctr"/>
            <a:lstStyle/>
            <a:p>
              <a:endParaRPr lang="en-US"/>
            </a:p>
          </p:txBody>
        </p:sp>
        <p:sp>
          <p:nvSpPr>
            <p:cNvPr id="749" name="Graphic 4">
              <a:extLst>
                <a:ext uri="{FF2B5EF4-FFF2-40B4-BE49-F238E27FC236}">
                  <a16:creationId xmlns:a16="http://schemas.microsoft.com/office/drawing/2014/main" id="{6006C53F-BDF6-0B4D-9E1F-DCE8AA71134C}"/>
                </a:ext>
              </a:extLst>
            </p:cNvPr>
            <p:cNvSpPr/>
            <p:nvPr/>
          </p:nvSpPr>
          <p:spPr>
            <a:xfrm>
              <a:off x="6859619" y="3400271"/>
              <a:ext cx="150119" cy="122572"/>
            </a:xfrm>
            <a:custGeom>
              <a:avLst/>
              <a:gdLst>
                <a:gd name="connsiteX0" fmla="*/ 146947 w 150119"/>
                <a:gd name="connsiteY0" fmla="*/ 110443 h 122572"/>
                <a:gd name="connsiteX1" fmla="*/ 96466 w 150119"/>
                <a:gd name="connsiteY1" fmla="*/ 81715 h 122572"/>
                <a:gd name="connsiteX2" fmla="*/ 79852 w 150119"/>
                <a:gd name="connsiteY2" fmla="*/ 60010 h 122572"/>
                <a:gd name="connsiteX3" fmla="*/ 79852 w 150119"/>
                <a:gd name="connsiteY3" fmla="*/ 6384 h 122572"/>
                <a:gd name="connsiteX4" fmla="*/ 73462 w 150119"/>
                <a:gd name="connsiteY4" fmla="*/ 0 h 122572"/>
                <a:gd name="connsiteX5" fmla="*/ 67072 w 150119"/>
                <a:gd name="connsiteY5" fmla="*/ 6384 h 122572"/>
                <a:gd name="connsiteX6" fmla="*/ 67072 w 150119"/>
                <a:gd name="connsiteY6" fmla="*/ 60010 h 122572"/>
                <a:gd name="connsiteX7" fmla="*/ 50459 w 150119"/>
                <a:gd name="connsiteY7" fmla="*/ 82354 h 122572"/>
                <a:gd name="connsiteX8" fmla="*/ 50459 w 150119"/>
                <a:gd name="connsiteY8" fmla="*/ 83630 h 122572"/>
                <a:gd name="connsiteX9" fmla="*/ 3173 w 150119"/>
                <a:gd name="connsiteY9" fmla="*/ 110443 h 122572"/>
                <a:gd name="connsiteX10" fmla="*/ 617 w 150119"/>
                <a:gd name="connsiteY10" fmla="*/ 119381 h 122572"/>
                <a:gd name="connsiteX11" fmla="*/ 9563 w 150119"/>
                <a:gd name="connsiteY11" fmla="*/ 121934 h 122572"/>
                <a:gd name="connsiteX12" fmla="*/ 54931 w 150119"/>
                <a:gd name="connsiteY12" fmla="*/ 96398 h 122572"/>
                <a:gd name="connsiteX13" fmla="*/ 87520 w 150119"/>
                <a:gd name="connsiteY13" fmla="*/ 101505 h 122572"/>
                <a:gd name="connsiteX14" fmla="*/ 93271 w 150119"/>
                <a:gd name="connsiteY14" fmla="*/ 95121 h 122572"/>
                <a:gd name="connsiteX15" fmla="*/ 140557 w 150119"/>
                <a:gd name="connsiteY15" fmla="*/ 121934 h 122572"/>
                <a:gd name="connsiteX16" fmla="*/ 143752 w 150119"/>
                <a:gd name="connsiteY16" fmla="*/ 122573 h 122572"/>
                <a:gd name="connsiteX17" fmla="*/ 149503 w 150119"/>
                <a:gd name="connsiteY17" fmla="*/ 119381 h 122572"/>
                <a:gd name="connsiteX18" fmla="*/ 146947 w 150119"/>
                <a:gd name="connsiteY18" fmla="*/ 110443 h 122572"/>
                <a:gd name="connsiteX19" fmla="*/ 73462 w 150119"/>
                <a:gd name="connsiteY19" fmla="*/ 93206 h 122572"/>
                <a:gd name="connsiteX20" fmla="*/ 63239 w 150119"/>
                <a:gd name="connsiteY20" fmla="*/ 82992 h 122572"/>
                <a:gd name="connsiteX21" fmla="*/ 73462 w 150119"/>
                <a:gd name="connsiteY21" fmla="*/ 72778 h 122572"/>
                <a:gd name="connsiteX22" fmla="*/ 83686 w 150119"/>
                <a:gd name="connsiteY22" fmla="*/ 82992 h 122572"/>
                <a:gd name="connsiteX23" fmla="*/ 73462 w 150119"/>
                <a:gd name="connsiteY23" fmla="*/ 93206 h 122572"/>
                <a:gd name="connsiteX24" fmla="*/ 73462 w 150119"/>
                <a:gd name="connsiteY24" fmla="*/ 93206 h 122572"/>
                <a:gd name="connsiteX25" fmla="*/ 73462 w 150119"/>
                <a:gd name="connsiteY25" fmla="*/ 93206 h 12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0119" h="122572">
                  <a:moveTo>
                    <a:pt x="146947" y="110443"/>
                  </a:moveTo>
                  <a:lnTo>
                    <a:pt x="96466" y="81715"/>
                  </a:lnTo>
                  <a:cubicBezTo>
                    <a:pt x="96466" y="71501"/>
                    <a:pt x="89437" y="62563"/>
                    <a:pt x="79852" y="60010"/>
                  </a:cubicBezTo>
                  <a:lnTo>
                    <a:pt x="79852" y="6384"/>
                  </a:lnTo>
                  <a:cubicBezTo>
                    <a:pt x="79852" y="2554"/>
                    <a:pt x="77296" y="0"/>
                    <a:pt x="73462" y="0"/>
                  </a:cubicBezTo>
                  <a:cubicBezTo>
                    <a:pt x="69629" y="0"/>
                    <a:pt x="67072" y="2554"/>
                    <a:pt x="67072" y="6384"/>
                  </a:cubicBezTo>
                  <a:lnTo>
                    <a:pt x="67072" y="60010"/>
                  </a:lnTo>
                  <a:cubicBezTo>
                    <a:pt x="56849" y="62563"/>
                    <a:pt x="50459" y="72139"/>
                    <a:pt x="50459" y="82354"/>
                  </a:cubicBezTo>
                  <a:cubicBezTo>
                    <a:pt x="50459" y="82992"/>
                    <a:pt x="50459" y="82992"/>
                    <a:pt x="50459" y="83630"/>
                  </a:cubicBezTo>
                  <a:lnTo>
                    <a:pt x="3173" y="110443"/>
                  </a:lnTo>
                  <a:cubicBezTo>
                    <a:pt x="-22" y="112358"/>
                    <a:pt x="-661" y="116189"/>
                    <a:pt x="617" y="119381"/>
                  </a:cubicBezTo>
                  <a:cubicBezTo>
                    <a:pt x="1895" y="122573"/>
                    <a:pt x="6368" y="123211"/>
                    <a:pt x="9563" y="121934"/>
                  </a:cubicBezTo>
                  <a:lnTo>
                    <a:pt x="54931" y="96398"/>
                  </a:lnTo>
                  <a:cubicBezTo>
                    <a:pt x="62600" y="106613"/>
                    <a:pt x="76657" y="109166"/>
                    <a:pt x="87520" y="101505"/>
                  </a:cubicBezTo>
                  <a:cubicBezTo>
                    <a:pt x="90076" y="99590"/>
                    <a:pt x="91993" y="97675"/>
                    <a:pt x="93271" y="95121"/>
                  </a:cubicBezTo>
                  <a:lnTo>
                    <a:pt x="140557" y="121934"/>
                  </a:lnTo>
                  <a:cubicBezTo>
                    <a:pt x="141196" y="122573"/>
                    <a:pt x="142474" y="122573"/>
                    <a:pt x="143752" y="122573"/>
                  </a:cubicBezTo>
                  <a:cubicBezTo>
                    <a:pt x="146308" y="122573"/>
                    <a:pt x="148224" y="121296"/>
                    <a:pt x="149503" y="119381"/>
                  </a:cubicBezTo>
                  <a:cubicBezTo>
                    <a:pt x="150780" y="116189"/>
                    <a:pt x="150142" y="112358"/>
                    <a:pt x="146947" y="110443"/>
                  </a:cubicBezTo>
                  <a:close/>
                  <a:moveTo>
                    <a:pt x="73462" y="93206"/>
                  </a:moveTo>
                  <a:cubicBezTo>
                    <a:pt x="67711" y="93206"/>
                    <a:pt x="63239" y="88738"/>
                    <a:pt x="63239" y="82992"/>
                  </a:cubicBezTo>
                  <a:cubicBezTo>
                    <a:pt x="63239" y="77246"/>
                    <a:pt x="67711" y="72778"/>
                    <a:pt x="73462" y="72778"/>
                  </a:cubicBezTo>
                  <a:cubicBezTo>
                    <a:pt x="79213" y="72778"/>
                    <a:pt x="83686" y="77246"/>
                    <a:pt x="83686" y="82992"/>
                  </a:cubicBezTo>
                  <a:cubicBezTo>
                    <a:pt x="84325" y="88099"/>
                    <a:pt x="79213" y="93206"/>
                    <a:pt x="73462" y="93206"/>
                  </a:cubicBezTo>
                  <a:cubicBezTo>
                    <a:pt x="73462" y="93206"/>
                    <a:pt x="73462" y="93206"/>
                    <a:pt x="73462" y="93206"/>
                  </a:cubicBezTo>
                  <a:lnTo>
                    <a:pt x="73462" y="93206"/>
                  </a:lnTo>
                  <a:close/>
                </a:path>
              </a:pathLst>
            </a:custGeom>
            <a:solidFill>
              <a:srgbClr val="0097A9"/>
            </a:solidFill>
            <a:ln w="6390" cap="flat">
              <a:noFill/>
              <a:prstDash val="solid"/>
              <a:miter/>
            </a:ln>
          </p:spPr>
          <p:txBody>
            <a:bodyPr rtlCol="0" anchor="ctr"/>
            <a:lstStyle/>
            <a:p>
              <a:endParaRPr lang="en-US"/>
            </a:p>
          </p:txBody>
        </p:sp>
      </p:grpSp>
      <p:grpSp>
        <p:nvGrpSpPr>
          <p:cNvPr id="750" name="Graphic 4">
            <a:extLst>
              <a:ext uri="{FF2B5EF4-FFF2-40B4-BE49-F238E27FC236}">
                <a16:creationId xmlns:a16="http://schemas.microsoft.com/office/drawing/2014/main" id="{EFE1D45E-EB03-6F45-9BB3-C4C3858407BF}"/>
              </a:ext>
            </a:extLst>
          </p:cNvPr>
          <p:cNvGrpSpPr>
            <a:grpSpLocks noChangeAspect="1"/>
          </p:cNvGrpSpPr>
          <p:nvPr/>
        </p:nvGrpSpPr>
        <p:grpSpPr>
          <a:xfrm>
            <a:off x="7244689" y="2325579"/>
            <a:ext cx="361670" cy="361971"/>
            <a:chOff x="7191874" y="2855717"/>
            <a:chExt cx="361670" cy="361971"/>
          </a:xfrm>
          <a:solidFill>
            <a:srgbClr val="0097A9"/>
          </a:solidFill>
        </p:grpSpPr>
        <p:sp>
          <p:nvSpPr>
            <p:cNvPr id="751" name="Graphic 4">
              <a:extLst>
                <a:ext uri="{FF2B5EF4-FFF2-40B4-BE49-F238E27FC236}">
                  <a16:creationId xmlns:a16="http://schemas.microsoft.com/office/drawing/2014/main" id="{1BC96507-4A91-EF40-B16E-35E8A3EBE6E6}"/>
                </a:ext>
              </a:extLst>
            </p:cNvPr>
            <p:cNvSpPr/>
            <p:nvPr/>
          </p:nvSpPr>
          <p:spPr>
            <a:xfrm>
              <a:off x="7357373" y="3026808"/>
              <a:ext cx="20447" cy="20428"/>
            </a:xfrm>
            <a:custGeom>
              <a:avLst/>
              <a:gdLst>
                <a:gd name="connsiteX0" fmla="*/ 0 w 20447"/>
                <a:gd name="connsiteY0" fmla="*/ 10214 h 20428"/>
                <a:gd name="connsiteX1" fmla="*/ 10224 w 20447"/>
                <a:gd name="connsiteY1" fmla="*/ 20429 h 20428"/>
                <a:gd name="connsiteX2" fmla="*/ 20447 w 20447"/>
                <a:gd name="connsiteY2" fmla="*/ 10214 h 20428"/>
                <a:gd name="connsiteX3" fmla="*/ 10224 w 20447"/>
                <a:gd name="connsiteY3" fmla="*/ 0 h 20428"/>
                <a:gd name="connsiteX4" fmla="*/ 0 w 20447"/>
                <a:gd name="connsiteY4" fmla="*/ 10214 h 20428"/>
                <a:gd name="connsiteX5" fmla="*/ 0 w 20447"/>
                <a:gd name="connsiteY5" fmla="*/ 10214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47" h="20428">
                  <a:moveTo>
                    <a:pt x="0" y="10214"/>
                  </a:moveTo>
                  <a:cubicBezTo>
                    <a:pt x="0" y="15960"/>
                    <a:pt x="4473" y="20429"/>
                    <a:pt x="10224" y="20429"/>
                  </a:cubicBezTo>
                  <a:cubicBezTo>
                    <a:pt x="15975" y="20429"/>
                    <a:pt x="20447" y="15960"/>
                    <a:pt x="20447" y="10214"/>
                  </a:cubicBezTo>
                  <a:cubicBezTo>
                    <a:pt x="20447" y="4469"/>
                    <a:pt x="15975" y="0"/>
                    <a:pt x="10224" y="0"/>
                  </a:cubicBezTo>
                  <a:cubicBezTo>
                    <a:pt x="4473" y="0"/>
                    <a:pt x="0" y="4469"/>
                    <a:pt x="0" y="10214"/>
                  </a:cubicBezTo>
                  <a:lnTo>
                    <a:pt x="0" y="10214"/>
                  </a:lnTo>
                  <a:close/>
                </a:path>
              </a:pathLst>
            </a:custGeom>
            <a:solidFill>
              <a:srgbClr val="0097A9"/>
            </a:solidFill>
            <a:ln w="6390" cap="flat">
              <a:noFill/>
              <a:prstDash val="solid"/>
              <a:miter/>
            </a:ln>
          </p:spPr>
          <p:txBody>
            <a:bodyPr rtlCol="0" anchor="ctr"/>
            <a:lstStyle/>
            <a:p>
              <a:endParaRPr lang="en-US"/>
            </a:p>
          </p:txBody>
        </p:sp>
        <p:sp>
          <p:nvSpPr>
            <p:cNvPr id="752" name="Graphic 4">
              <a:extLst>
                <a:ext uri="{FF2B5EF4-FFF2-40B4-BE49-F238E27FC236}">
                  <a16:creationId xmlns:a16="http://schemas.microsoft.com/office/drawing/2014/main" id="{C06DB1A0-909D-774D-BB43-FA3657A9ABC9}"/>
                </a:ext>
              </a:extLst>
            </p:cNvPr>
            <p:cNvSpPr/>
            <p:nvPr/>
          </p:nvSpPr>
          <p:spPr>
            <a:xfrm>
              <a:off x="7191874" y="2855717"/>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290742 w 361670"/>
                <a:gd name="connsiteY6" fmla="*/ 138532 h 361971"/>
                <a:gd name="connsiteX7" fmla="*/ 274767 w 361670"/>
                <a:gd name="connsiteY7" fmla="*/ 170452 h 361971"/>
                <a:gd name="connsiteX8" fmla="*/ 269016 w 361670"/>
                <a:gd name="connsiteY8" fmla="*/ 173644 h 361971"/>
                <a:gd name="connsiteX9" fmla="*/ 266460 w 361670"/>
                <a:gd name="connsiteY9" fmla="*/ 173006 h 361971"/>
                <a:gd name="connsiteX10" fmla="*/ 234510 w 361670"/>
                <a:gd name="connsiteY10" fmla="*/ 157046 h 361971"/>
                <a:gd name="connsiteX11" fmla="*/ 231955 w 361670"/>
                <a:gd name="connsiteY11" fmla="*/ 148747 h 361971"/>
                <a:gd name="connsiteX12" fmla="*/ 240261 w 361670"/>
                <a:gd name="connsiteY12" fmla="*/ 145555 h 361971"/>
                <a:gd name="connsiteX13" fmla="*/ 258154 w 361670"/>
                <a:gd name="connsiteY13" fmla="*/ 154492 h 361971"/>
                <a:gd name="connsiteX14" fmla="*/ 182752 w 361670"/>
                <a:gd name="connsiteY14" fmla="*/ 95121 h 361971"/>
                <a:gd name="connsiteX15" fmla="*/ 182752 w 361670"/>
                <a:gd name="connsiteY15" fmla="*/ 155769 h 361971"/>
                <a:gd name="connsiteX16" fmla="*/ 182113 w 361670"/>
                <a:gd name="connsiteY16" fmla="*/ 158323 h 361971"/>
                <a:gd name="connsiteX17" fmla="*/ 199366 w 361670"/>
                <a:gd name="connsiteY17" fmla="*/ 180667 h 361971"/>
                <a:gd name="connsiteX18" fmla="*/ 198727 w 361670"/>
                <a:gd name="connsiteY18" fmla="*/ 186412 h 361971"/>
                <a:gd name="connsiteX19" fmla="*/ 280518 w 361670"/>
                <a:gd name="connsiteY19" fmla="*/ 235569 h 361971"/>
                <a:gd name="connsiteX20" fmla="*/ 282435 w 361670"/>
                <a:gd name="connsiteY20" fmla="*/ 244506 h 361971"/>
                <a:gd name="connsiteX21" fmla="*/ 276685 w 361670"/>
                <a:gd name="connsiteY21" fmla="*/ 247698 h 361971"/>
                <a:gd name="connsiteX22" fmla="*/ 273490 w 361670"/>
                <a:gd name="connsiteY22" fmla="*/ 247060 h 361971"/>
                <a:gd name="connsiteX23" fmla="*/ 256875 w 361670"/>
                <a:gd name="connsiteY23" fmla="*/ 237484 h 361971"/>
                <a:gd name="connsiteX24" fmla="*/ 154636 w 361670"/>
                <a:gd name="connsiteY24" fmla="*/ 277703 h 361971"/>
                <a:gd name="connsiteX25" fmla="*/ 166138 w 361670"/>
                <a:gd name="connsiteY25" fmla="*/ 294301 h 361971"/>
                <a:gd name="connsiteX26" fmla="*/ 164221 w 361670"/>
                <a:gd name="connsiteY26" fmla="*/ 303239 h 361971"/>
                <a:gd name="connsiteX27" fmla="*/ 155276 w 361670"/>
                <a:gd name="connsiteY27" fmla="*/ 301324 h 361971"/>
                <a:gd name="connsiteX28" fmla="*/ 135466 w 361670"/>
                <a:gd name="connsiteY28" fmla="*/ 271958 h 361971"/>
                <a:gd name="connsiteX29" fmla="*/ 137384 w 361670"/>
                <a:gd name="connsiteY29" fmla="*/ 263020 h 361971"/>
                <a:gd name="connsiteX30" fmla="*/ 167416 w 361670"/>
                <a:gd name="connsiteY30" fmla="*/ 243230 h 361971"/>
                <a:gd name="connsiteX31" fmla="*/ 176362 w 361670"/>
                <a:gd name="connsiteY31" fmla="*/ 245145 h 361971"/>
                <a:gd name="connsiteX32" fmla="*/ 174446 w 361670"/>
                <a:gd name="connsiteY32" fmla="*/ 254082 h 361971"/>
                <a:gd name="connsiteX33" fmla="*/ 174446 w 361670"/>
                <a:gd name="connsiteY33" fmla="*/ 254082 h 361971"/>
                <a:gd name="connsiteX34" fmla="*/ 157831 w 361670"/>
                <a:gd name="connsiteY34" fmla="*/ 264935 h 361971"/>
                <a:gd name="connsiteX35" fmla="*/ 246651 w 361670"/>
                <a:gd name="connsiteY35" fmla="*/ 230462 h 361971"/>
                <a:gd name="connsiteX36" fmla="*/ 192337 w 361670"/>
                <a:gd name="connsiteY36" fmla="*/ 197903 h 361971"/>
                <a:gd name="connsiteX37" fmla="*/ 161026 w 361670"/>
                <a:gd name="connsiteY37" fmla="*/ 198542 h 361971"/>
                <a:gd name="connsiteX38" fmla="*/ 79874 w 361670"/>
                <a:gd name="connsiteY38" fmla="*/ 247060 h 361971"/>
                <a:gd name="connsiteX39" fmla="*/ 76679 w 361670"/>
                <a:gd name="connsiteY39" fmla="*/ 247698 h 361971"/>
                <a:gd name="connsiteX40" fmla="*/ 70928 w 361670"/>
                <a:gd name="connsiteY40" fmla="*/ 244506 h 361971"/>
                <a:gd name="connsiteX41" fmla="*/ 72845 w 361670"/>
                <a:gd name="connsiteY41" fmla="*/ 235569 h 361971"/>
                <a:gd name="connsiteX42" fmla="*/ 88181 w 361670"/>
                <a:gd name="connsiteY42" fmla="*/ 226631 h 361971"/>
                <a:gd name="connsiteX43" fmla="*/ 102878 w 361670"/>
                <a:gd name="connsiteY43" fmla="*/ 114912 h 361971"/>
                <a:gd name="connsiteX44" fmla="*/ 82430 w 361670"/>
                <a:gd name="connsiteY44" fmla="*/ 116188 h 361971"/>
                <a:gd name="connsiteX45" fmla="*/ 81792 w 361670"/>
                <a:gd name="connsiteY45" fmla="*/ 116188 h 361971"/>
                <a:gd name="connsiteX46" fmla="*/ 75402 w 361670"/>
                <a:gd name="connsiteY46" fmla="*/ 109804 h 361971"/>
                <a:gd name="connsiteX47" fmla="*/ 81792 w 361670"/>
                <a:gd name="connsiteY47" fmla="*/ 103420 h 361971"/>
                <a:gd name="connsiteX48" fmla="*/ 117575 w 361670"/>
                <a:gd name="connsiteY48" fmla="*/ 100867 h 361971"/>
                <a:gd name="connsiteX49" fmla="*/ 124604 w 361670"/>
                <a:gd name="connsiteY49" fmla="*/ 106612 h 361971"/>
                <a:gd name="connsiteX50" fmla="*/ 126521 w 361670"/>
                <a:gd name="connsiteY50" fmla="*/ 142363 h 361971"/>
                <a:gd name="connsiteX51" fmla="*/ 120770 w 361670"/>
                <a:gd name="connsiteY51" fmla="*/ 149385 h 361971"/>
                <a:gd name="connsiteX52" fmla="*/ 120131 w 361670"/>
                <a:gd name="connsiteY52" fmla="*/ 149385 h 361971"/>
                <a:gd name="connsiteX53" fmla="*/ 113741 w 361670"/>
                <a:gd name="connsiteY53" fmla="*/ 143640 h 361971"/>
                <a:gd name="connsiteX54" fmla="*/ 112463 w 361670"/>
                <a:gd name="connsiteY54" fmla="*/ 123849 h 361971"/>
                <a:gd name="connsiteX55" fmla="*/ 99683 w 361670"/>
                <a:gd name="connsiteY55" fmla="*/ 220886 h 361971"/>
                <a:gd name="connsiteX56" fmla="*/ 153997 w 361670"/>
                <a:gd name="connsiteY56" fmla="*/ 188327 h 361971"/>
                <a:gd name="connsiteX57" fmla="*/ 152720 w 361670"/>
                <a:gd name="connsiteY57" fmla="*/ 181944 h 361971"/>
                <a:gd name="connsiteX58" fmla="*/ 169972 w 361670"/>
                <a:gd name="connsiteY58" fmla="*/ 159600 h 361971"/>
                <a:gd name="connsiteX59" fmla="*/ 169333 w 361670"/>
                <a:gd name="connsiteY59" fmla="*/ 157046 h 361971"/>
                <a:gd name="connsiteX60" fmla="*/ 169333 w 361670"/>
                <a:gd name="connsiteY60" fmla="*/ 64478 h 361971"/>
                <a:gd name="connsiteX61" fmla="*/ 175723 w 361670"/>
                <a:gd name="connsiteY61" fmla="*/ 58094 h 361971"/>
                <a:gd name="connsiteX62" fmla="*/ 182113 w 361670"/>
                <a:gd name="connsiteY62" fmla="*/ 64478 h 361971"/>
                <a:gd name="connsiteX63" fmla="*/ 182113 w 361670"/>
                <a:gd name="connsiteY63" fmla="*/ 83630 h 361971"/>
                <a:gd name="connsiteX64" fmla="*/ 269655 w 361670"/>
                <a:gd name="connsiteY64" fmla="*/ 151939 h 361971"/>
                <a:gd name="connsiteX65" fmla="*/ 278601 w 361670"/>
                <a:gd name="connsiteY65" fmla="*/ 133425 h 361971"/>
                <a:gd name="connsiteX66" fmla="*/ 287547 w 361670"/>
                <a:gd name="connsiteY66" fmla="*/ 130872 h 361971"/>
                <a:gd name="connsiteX67" fmla="*/ 290742 w 361670"/>
                <a:gd name="connsiteY67" fmla="*/ 138532 h 361971"/>
                <a:gd name="connsiteX68" fmla="*/ 290742 w 361670"/>
                <a:gd name="connsiteY68" fmla="*/ 13853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61670" h="361971">
                  <a:moveTo>
                    <a:pt x="180836" y="0"/>
                  </a:moveTo>
                  <a:cubicBezTo>
                    <a:pt x="80513" y="0"/>
                    <a:pt x="0" y="81076"/>
                    <a:pt x="0" y="180667"/>
                  </a:cubicBezTo>
                  <a:cubicBezTo>
                    <a:pt x="0" y="280895"/>
                    <a:pt x="81152" y="361972"/>
                    <a:pt x="180836" y="361972"/>
                  </a:cubicBezTo>
                  <a:cubicBezTo>
                    <a:pt x="281157" y="361972"/>
                    <a:pt x="361670" y="280895"/>
                    <a:pt x="361670" y="181305"/>
                  </a:cubicBezTo>
                  <a:cubicBezTo>
                    <a:pt x="361670" y="181305"/>
                    <a:pt x="361670" y="181305"/>
                    <a:pt x="361670" y="181305"/>
                  </a:cubicBezTo>
                  <a:cubicBezTo>
                    <a:pt x="361670" y="80438"/>
                    <a:pt x="281157" y="0"/>
                    <a:pt x="180836" y="0"/>
                  </a:cubicBezTo>
                  <a:close/>
                  <a:moveTo>
                    <a:pt x="290742" y="138532"/>
                  </a:moveTo>
                  <a:lnTo>
                    <a:pt x="274767" y="170452"/>
                  </a:lnTo>
                  <a:cubicBezTo>
                    <a:pt x="273490" y="172368"/>
                    <a:pt x="271572" y="174283"/>
                    <a:pt x="269016" y="173644"/>
                  </a:cubicBezTo>
                  <a:cubicBezTo>
                    <a:pt x="267739" y="173644"/>
                    <a:pt x="267100" y="173644"/>
                    <a:pt x="266460" y="173006"/>
                  </a:cubicBezTo>
                  <a:lnTo>
                    <a:pt x="234510" y="157046"/>
                  </a:lnTo>
                  <a:cubicBezTo>
                    <a:pt x="231315" y="155769"/>
                    <a:pt x="230038" y="151939"/>
                    <a:pt x="231955" y="148747"/>
                  </a:cubicBezTo>
                  <a:cubicBezTo>
                    <a:pt x="233233" y="145555"/>
                    <a:pt x="237067" y="144278"/>
                    <a:pt x="240261" y="145555"/>
                  </a:cubicBezTo>
                  <a:lnTo>
                    <a:pt x="258154" y="154492"/>
                  </a:lnTo>
                  <a:cubicBezTo>
                    <a:pt x="247290" y="121296"/>
                    <a:pt x="217897" y="97675"/>
                    <a:pt x="182752" y="95121"/>
                  </a:cubicBezTo>
                  <a:lnTo>
                    <a:pt x="182752" y="155769"/>
                  </a:lnTo>
                  <a:cubicBezTo>
                    <a:pt x="182752" y="157046"/>
                    <a:pt x="182752" y="157684"/>
                    <a:pt x="182113" y="158323"/>
                  </a:cubicBezTo>
                  <a:cubicBezTo>
                    <a:pt x="192337" y="160876"/>
                    <a:pt x="199366" y="170452"/>
                    <a:pt x="199366" y="180667"/>
                  </a:cubicBezTo>
                  <a:cubicBezTo>
                    <a:pt x="199366" y="182582"/>
                    <a:pt x="199366" y="184497"/>
                    <a:pt x="198727" y="186412"/>
                  </a:cubicBezTo>
                  <a:lnTo>
                    <a:pt x="280518" y="235569"/>
                  </a:lnTo>
                  <a:cubicBezTo>
                    <a:pt x="283713" y="237484"/>
                    <a:pt x="284352" y="241314"/>
                    <a:pt x="282435" y="244506"/>
                  </a:cubicBezTo>
                  <a:cubicBezTo>
                    <a:pt x="281157" y="246422"/>
                    <a:pt x="279240" y="247698"/>
                    <a:pt x="276685" y="247698"/>
                  </a:cubicBezTo>
                  <a:cubicBezTo>
                    <a:pt x="275406" y="247698"/>
                    <a:pt x="274128" y="247060"/>
                    <a:pt x="273490" y="247060"/>
                  </a:cubicBezTo>
                  <a:lnTo>
                    <a:pt x="256875" y="237484"/>
                  </a:lnTo>
                  <a:cubicBezTo>
                    <a:pt x="234510" y="270681"/>
                    <a:pt x="193615" y="286641"/>
                    <a:pt x="154636" y="277703"/>
                  </a:cubicBezTo>
                  <a:lnTo>
                    <a:pt x="166138" y="294301"/>
                  </a:lnTo>
                  <a:cubicBezTo>
                    <a:pt x="168056" y="297493"/>
                    <a:pt x="167416" y="301324"/>
                    <a:pt x="164221" y="303239"/>
                  </a:cubicBezTo>
                  <a:cubicBezTo>
                    <a:pt x="161026" y="305154"/>
                    <a:pt x="157192" y="304516"/>
                    <a:pt x="155276" y="301324"/>
                  </a:cubicBezTo>
                  <a:lnTo>
                    <a:pt x="135466" y="271958"/>
                  </a:lnTo>
                  <a:cubicBezTo>
                    <a:pt x="133550" y="268766"/>
                    <a:pt x="134189" y="264935"/>
                    <a:pt x="137384" y="263020"/>
                  </a:cubicBezTo>
                  <a:lnTo>
                    <a:pt x="167416" y="243230"/>
                  </a:lnTo>
                  <a:cubicBezTo>
                    <a:pt x="170611" y="241314"/>
                    <a:pt x="174446" y="241953"/>
                    <a:pt x="176362" y="245145"/>
                  </a:cubicBezTo>
                  <a:cubicBezTo>
                    <a:pt x="178279" y="248337"/>
                    <a:pt x="177641" y="252167"/>
                    <a:pt x="174446" y="254082"/>
                  </a:cubicBezTo>
                  <a:cubicBezTo>
                    <a:pt x="174446" y="254082"/>
                    <a:pt x="174446" y="254082"/>
                    <a:pt x="174446" y="254082"/>
                  </a:cubicBezTo>
                  <a:lnTo>
                    <a:pt x="157831" y="264935"/>
                  </a:lnTo>
                  <a:cubicBezTo>
                    <a:pt x="191698" y="272596"/>
                    <a:pt x="226843" y="258551"/>
                    <a:pt x="246651" y="230462"/>
                  </a:cubicBezTo>
                  <a:lnTo>
                    <a:pt x="192337" y="197903"/>
                  </a:lnTo>
                  <a:cubicBezTo>
                    <a:pt x="183391" y="206203"/>
                    <a:pt x="169972" y="206203"/>
                    <a:pt x="161026" y="198542"/>
                  </a:cubicBezTo>
                  <a:lnTo>
                    <a:pt x="79874" y="247060"/>
                  </a:lnTo>
                  <a:cubicBezTo>
                    <a:pt x="78597" y="247698"/>
                    <a:pt x="77957" y="247698"/>
                    <a:pt x="76679" y="247698"/>
                  </a:cubicBezTo>
                  <a:cubicBezTo>
                    <a:pt x="74123" y="247698"/>
                    <a:pt x="72207" y="246422"/>
                    <a:pt x="70928" y="244506"/>
                  </a:cubicBezTo>
                  <a:cubicBezTo>
                    <a:pt x="69012" y="241314"/>
                    <a:pt x="70289" y="237484"/>
                    <a:pt x="72845" y="235569"/>
                  </a:cubicBezTo>
                  <a:lnTo>
                    <a:pt x="88181" y="226631"/>
                  </a:lnTo>
                  <a:cubicBezTo>
                    <a:pt x="69012" y="190243"/>
                    <a:pt x="74762" y="144916"/>
                    <a:pt x="102878" y="114912"/>
                  </a:cubicBezTo>
                  <a:lnTo>
                    <a:pt x="82430" y="116188"/>
                  </a:lnTo>
                  <a:lnTo>
                    <a:pt x="81792" y="116188"/>
                  </a:lnTo>
                  <a:cubicBezTo>
                    <a:pt x="77957" y="116188"/>
                    <a:pt x="75402" y="113635"/>
                    <a:pt x="75402" y="109804"/>
                  </a:cubicBezTo>
                  <a:cubicBezTo>
                    <a:pt x="75402" y="105974"/>
                    <a:pt x="77957" y="103420"/>
                    <a:pt x="81792" y="103420"/>
                  </a:cubicBezTo>
                  <a:lnTo>
                    <a:pt x="117575" y="100867"/>
                  </a:lnTo>
                  <a:cubicBezTo>
                    <a:pt x="120770" y="100867"/>
                    <a:pt x="123965" y="103420"/>
                    <a:pt x="124604" y="106612"/>
                  </a:cubicBezTo>
                  <a:lnTo>
                    <a:pt x="126521" y="142363"/>
                  </a:lnTo>
                  <a:cubicBezTo>
                    <a:pt x="126521" y="145555"/>
                    <a:pt x="123965" y="148747"/>
                    <a:pt x="120770" y="149385"/>
                  </a:cubicBezTo>
                  <a:lnTo>
                    <a:pt x="120131" y="149385"/>
                  </a:lnTo>
                  <a:cubicBezTo>
                    <a:pt x="116936" y="149385"/>
                    <a:pt x="113741" y="146832"/>
                    <a:pt x="113741" y="143640"/>
                  </a:cubicBezTo>
                  <a:lnTo>
                    <a:pt x="112463" y="123849"/>
                  </a:lnTo>
                  <a:cubicBezTo>
                    <a:pt x="88181" y="150662"/>
                    <a:pt x="83069" y="188966"/>
                    <a:pt x="99683" y="220886"/>
                  </a:cubicBezTo>
                  <a:lnTo>
                    <a:pt x="153997" y="188327"/>
                  </a:lnTo>
                  <a:cubicBezTo>
                    <a:pt x="153358" y="186412"/>
                    <a:pt x="152720" y="183859"/>
                    <a:pt x="152720" y="181944"/>
                  </a:cubicBezTo>
                  <a:cubicBezTo>
                    <a:pt x="152720" y="171091"/>
                    <a:pt x="159748" y="162153"/>
                    <a:pt x="169972" y="159600"/>
                  </a:cubicBezTo>
                  <a:cubicBezTo>
                    <a:pt x="169333" y="158961"/>
                    <a:pt x="169333" y="157684"/>
                    <a:pt x="169333" y="157046"/>
                  </a:cubicBezTo>
                  <a:lnTo>
                    <a:pt x="169333" y="64478"/>
                  </a:lnTo>
                  <a:cubicBezTo>
                    <a:pt x="169333" y="60648"/>
                    <a:pt x="171889" y="58094"/>
                    <a:pt x="175723" y="58094"/>
                  </a:cubicBezTo>
                  <a:cubicBezTo>
                    <a:pt x="179557" y="58094"/>
                    <a:pt x="182113" y="60648"/>
                    <a:pt x="182113" y="64478"/>
                  </a:cubicBezTo>
                  <a:lnTo>
                    <a:pt x="182113" y="83630"/>
                  </a:lnTo>
                  <a:cubicBezTo>
                    <a:pt x="222370" y="86184"/>
                    <a:pt x="257515" y="113635"/>
                    <a:pt x="269655" y="151939"/>
                  </a:cubicBezTo>
                  <a:lnTo>
                    <a:pt x="278601" y="133425"/>
                  </a:lnTo>
                  <a:cubicBezTo>
                    <a:pt x="280518" y="130233"/>
                    <a:pt x="284352" y="128956"/>
                    <a:pt x="287547" y="130872"/>
                  </a:cubicBezTo>
                  <a:cubicBezTo>
                    <a:pt x="291381" y="132148"/>
                    <a:pt x="292659" y="135340"/>
                    <a:pt x="290742" y="138532"/>
                  </a:cubicBezTo>
                  <a:lnTo>
                    <a:pt x="290742" y="138532"/>
                  </a:lnTo>
                  <a:close/>
                </a:path>
              </a:pathLst>
            </a:custGeom>
            <a:solidFill>
              <a:srgbClr val="0097A9"/>
            </a:solidFill>
            <a:ln w="6390" cap="flat">
              <a:noFill/>
              <a:prstDash val="solid"/>
              <a:miter/>
            </a:ln>
          </p:spPr>
          <p:txBody>
            <a:bodyPr rtlCol="0" anchor="ctr"/>
            <a:lstStyle/>
            <a:p>
              <a:endParaRPr lang="en-US"/>
            </a:p>
          </p:txBody>
        </p:sp>
      </p:grpSp>
      <p:grpSp>
        <p:nvGrpSpPr>
          <p:cNvPr id="753" name="Graphic 4">
            <a:extLst>
              <a:ext uri="{FF2B5EF4-FFF2-40B4-BE49-F238E27FC236}">
                <a16:creationId xmlns:a16="http://schemas.microsoft.com/office/drawing/2014/main" id="{623250C1-F0F4-4847-8679-01AA1B7864B5}"/>
              </a:ext>
            </a:extLst>
          </p:cNvPr>
          <p:cNvGrpSpPr>
            <a:grpSpLocks noChangeAspect="1"/>
          </p:cNvGrpSpPr>
          <p:nvPr/>
        </p:nvGrpSpPr>
        <p:grpSpPr>
          <a:xfrm>
            <a:off x="7260246" y="2810540"/>
            <a:ext cx="361674" cy="361971"/>
            <a:chOff x="7191874" y="3339623"/>
            <a:chExt cx="361674" cy="361971"/>
          </a:xfrm>
          <a:solidFill>
            <a:srgbClr val="0097A9"/>
          </a:solidFill>
        </p:grpSpPr>
        <p:sp>
          <p:nvSpPr>
            <p:cNvPr id="754" name="Graphic 4">
              <a:extLst>
                <a:ext uri="{FF2B5EF4-FFF2-40B4-BE49-F238E27FC236}">
                  <a16:creationId xmlns:a16="http://schemas.microsoft.com/office/drawing/2014/main" id="{EEB4B752-2C4F-684D-B1FE-0B28703A5987}"/>
                </a:ext>
              </a:extLst>
            </p:cNvPr>
            <p:cNvSpPr/>
            <p:nvPr/>
          </p:nvSpPr>
          <p:spPr>
            <a:xfrm>
              <a:off x="7361207" y="3472410"/>
              <a:ext cx="20447" cy="20428"/>
            </a:xfrm>
            <a:custGeom>
              <a:avLst/>
              <a:gdLst>
                <a:gd name="connsiteX0" fmla="*/ 10224 w 20447"/>
                <a:gd name="connsiteY0" fmla="*/ 0 h 20428"/>
                <a:gd name="connsiteX1" fmla="*/ 0 w 20447"/>
                <a:gd name="connsiteY1" fmla="*/ 10215 h 20428"/>
                <a:gd name="connsiteX2" fmla="*/ 10224 w 20447"/>
                <a:gd name="connsiteY2" fmla="*/ 20429 h 20428"/>
                <a:gd name="connsiteX3" fmla="*/ 20447 w 20447"/>
                <a:gd name="connsiteY3" fmla="*/ 10215 h 20428"/>
                <a:gd name="connsiteX4" fmla="*/ 20447 w 20447"/>
                <a:gd name="connsiteY4" fmla="*/ 10215 h 20428"/>
                <a:gd name="connsiteX5" fmla="*/ 10224 w 20447"/>
                <a:gd name="connsiteY5" fmla="*/ 0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47" h="20428">
                  <a:moveTo>
                    <a:pt x="10224" y="0"/>
                  </a:moveTo>
                  <a:cubicBezTo>
                    <a:pt x="4473" y="0"/>
                    <a:pt x="0" y="4469"/>
                    <a:pt x="0" y="10215"/>
                  </a:cubicBezTo>
                  <a:cubicBezTo>
                    <a:pt x="0" y="15960"/>
                    <a:pt x="4473" y="20429"/>
                    <a:pt x="10224" y="20429"/>
                  </a:cubicBezTo>
                  <a:cubicBezTo>
                    <a:pt x="15975" y="20429"/>
                    <a:pt x="20447" y="15960"/>
                    <a:pt x="20447" y="10215"/>
                  </a:cubicBezTo>
                  <a:cubicBezTo>
                    <a:pt x="20447" y="10215"/>
                    <a:pt x="20447" y="10215"/>
                    <a:pt x="20447" y="10215"/>
                  </a:cubicBezTo>
                  <a:cubicBezTo>
                    <a:pt x="20447" y="4469"/>
                    <a:pt x="15975" y="0"/>
                    <a:pt x="10224" y="0"/>
                  </a:cubicBezTo>
                  <a:close/>
                </a:path>
              </a:pathLst>
            </a:custGeom>
            <a:solidFill>
              <a:srgbClr val="0097A9"/>
            </a:solidFill>
            <a:ln w="6390" cap="flat">
              <a:noFill/>
              <a:prstDash val="solid"/>
              <a:miter/>
            </a:ln>
          </p:spPr>
          <p:txBody>
            <a:bodyPr rtlCol="0" anchor="ctr"/>
            <a:lstStyle/>
            <a:p>
              <a:endParaRPr lang="en-US"/>
            </a:p>
          </p:txBody>
        </p:sp>
        <p:sp>
          <p:nvSpPr>
            <p:cNvPr id="755" name="Graphic 4">
              <a:extLst>
                <a:ext uri="{FF2B5EF4-FFF2-40B4-BE49-F238E27FC236}">
                  <a16:creationId xmlns:a16="http://schemas.microsoft.com/office/drawing/2014/main" id="{3495C40F-513F-5F4E-B23F-A58AF0D83E89}"/>
                </a:ext>
              </a:extLst>
            </p:cNvPr>
            <p:cNvSpPr/>
            <p:nvPr/>
          </p:nvSpPr>
          <p:spPr>
            <a:xfrm>
              <a:off x="7191874" y="3339623"/>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5947 w 361674"/>
                <a:gd name="connsiteY6" fmla="*/ 294940 h 361971"/>
                <a:gd name="connsiteX7" fmla="*/ 179557 w 361674"/>
                <a:gd name="connsiteY7" fmla="*/ 301324 h 361971"/>
                <a:gd name="connsiteX8" fmla="*/ 173167 w 361674"/>
                <a:gd name="connsiteY8" fmla="*/ 294940 h 361971"/>
                <a:gd name="connsiteX9" fmla="*/ 173167 w 361674"/>
                <a:gd name="connsiteY9" fmla="*/ 184497 h 361971"/>
                <a:gd name="connsiteX10" fmla="*/ 179557 w 361674"/>
                <a:gd name="connsiteY10" fmla="*/ 178113 h 361971"/>
                <a:gd name="connsiteX11" fmla="*/ 185947 w 361674"/>
                <a:gd name="connsiteY11" fmla="*/ 184497 h 361971"/>
                <a:gd name="connsiteX12" fmla="*/ 185947 w 361674"/>
                <a:gd name="connsiteY12" fmla="*/ 294940 h 361971"/>
                <a:gd name="connsiteX13" fmla="*/ 255597 w 361674"/>
                <a:gd name="connsiteY13" fmla="*/ 180028 h 361971"/>
                <a:gd name="connsiteX14" fmla="*/ 249846 w 361674"/>
                <a:gd name="connsiteY14" fmla="*/ 183220 h 361971"/>
                <a:gd name="connsiteX15" fmla="*/ 246651 w 361674"/>
                <a:gd name="connsiteY15" fmla="*/ 182582 h 361971"/>
                <a:gd name="connsiteX16" fmla="*/ 199366 w 361674"/>
                <a:gd name="connsiteY16" fmla="*/ 155769 h 361971"/>
                <a:gd name="connsiteX17" fmla="*/ 167416 w 361674"/>
                <a:gd name="connsiteY17" fmla="*/ 162792 h 361971"/>
                <a:gd name="connsiteX18" fmla="*/ 161026 w 361674"/>
                <a:gd name="connsiteY18" fmla="*/ 156408 h 361971"/>
                <a:gd name="connsiteX19" fmla="*/ 115658 w 361674"/>
                <a:gd name="connsiteY19" fmla="*/ 181944 h 361971"/>
                <a:gd name="connsiteX20" fmla="*/ 106712 w 361674"/>
                <a:gd name="connsiteY20" fmla="*/ 179390 h 361971"/>
                <a:gd name="connsiteX21" fmla="*/ 109268 w 361674"/>
                <a:gd name="connsiteY21" fmla="*/ 170452 h 361971"/>
                <a:gd name="connsiteX22" fmla="*/ 156553 w 361674"/>
                <a:gd name="connsiteY22" fmla="*/ 143640 h 361971"/>
                <a:gd name="connsiteX23" fmla="*/ 156553 w 361674"/>
                <a:gd name="connsiteY23" fmla="*/ 142363 h 361971"/>
                <a:gd name="connsiteX24" fmla="*/ 173167 w 361674"/>
                <a:gd name="connsiteY24" fmla="*/ 120019 h 361971"/>
                <a:gd name="connsiteX25" fmla="*/ 173167 w 361674"/>
                <a:gd name="connsiteY25" fmla="*/ 66394 h 361971"/>
                <a:gd name="connsiteX26" fmla="*/ 179557 w 361674"/>
                <a:gd name="connsiteY26" fmla="*/ 60010 h 361971"/>
                <a:gd name="connsiteX27" fmla="*/ 185947 w 361674"/>
                <a:gd name="connsiteY27" fmla="*/ 66394 h 361971"/>
                <a:gd name="connsiteX28" fmla="*/ 185947 w 361674"/>
                <a:gd name="connsiteY28" fmla="*/ 120019 h 361971"/>
                <a:gd name="connsiteX29" fmla="*/ 202561 w 361674"/>
                <a:gd name="connsiteY29" fmla="*/ 141724 h 361971"/>
                <a:gd name="connsiteX30" fmla="*/ 253041 w 361674"/>
                <a:gd name="connsiteY30" fmla="*/ 170452 h 361971"/>
                <a:gd name="connsiteX31" fmla="*/ 255597 w 361674"/>
                <a:gd name="connsiteY31" fmla="*/ 180028 h 361971"/>
                <a:gd name="connsiteX32" fmla="*/ 255597 w 361674"/>
                <a:gd name="connsiteY32" fmla="*/ 180028 h 361971"/>
                <a:gd name="connsiteX33" fmla="*/ 255597 w 361674"/>
                <a:gd name="connsiteY33" fmla="*/ 18002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1674" h="361971">
                  <a:moveTo>
                    <a:pt x="180836" y="0"/>
                  </a:moveTo>
                  <a:cubicBezTo>
                    <a:pt x="80513" y="0"/>
                    <a:pt x="0" y="81077"/>
                    <a:pt x="0" y="180667"/>
                  </a:cubicBezTo>
                  <a:cubicBezTo>
                    <a:pt x="0" y="280895"/>
                    <a:pt x="81152" y="361972"/>
                    <a:pt x="180836" y="361972"/>
                  </a:cubicBezTo>
                  <a:cubicBezTo>
                    <a:pt x="281157" y="361972"/>
                    <a:pt x="361670" y="280895"/>
                    <a:pt x="361670" y="181305"/>
                  </a:cubicBezTo>
                  <a:lnTo>
                    <a:pt x="361670" y="181305"/>
                  </a:lnTo>
                  <a:cubicBezTo>
                    <a:pt x="362309" y="81077"/>
                    <a:pt x="281157" y="0"/>
                    <a:pt x="180836" y="0"/>
                  </a:cubicBezTo>
                  <a:close/>
                  <a:moveTo>
                    <a:pt x="185947" y="294940"/>
                  </a:moveTo>
                  <a:cubicBezTo>
                    <a:pt x="185947" y="298770"/>
                    <a:pt x="183391" y="301324"/>
                    <a:pt x="179557" y="301324"/>
                  </a:cubicBezTo>
                  <a:cubicBezTo>
                    <a:pt x="175723" y="301324"/>
                    <a:pt x="173167" y="298770"/>
                    <a:pt x="173167" y="294940"/>
                  </a:cubicBezTo>
                  <a:lnTo>
                    <a:pt x="173167" y="184497"/>
                  </a:lnTo>
                  <a:cubicBezTo>
                    <a:pt x="173167" y="180667"/>
                    <a:pt x="175723" y="178113"/>
                    <a:pt x="179557" y="178113"/>
                  </a:cubicBezTo>
                  <a:cubicBezTo>
                    <a:pt x="183391" y="178113"/>
                    <a:pt x="185947" y="180667"/>
                    <a:pt x="185947" y="184497"/>
                  </a:cubicBezTo>
                  <a:lnTo>
                    <a:pt x="185947" y="294940"/>
                  </a:lnTo>
                  <a:close/>
                  <a:moveTo>
                    <a:pt x="255597" y="180028"/>
                  </a:moveTo>
                  <a:cubicBezTo>
                    <a:pt x="254320" y="181944"/>
                    <a:pt x="252403" y="183220"/>
                    <a:pt x="249846" y="183220"/>
                  </a:cubicBezTo>
                  <a:cubicBezTo>
                    <a:pt x="248569" y="183220"/>
                    <a:pt x="247930" y="183220"/>
                    <a:pt x="246651" y="182582"/>
                  </a:cubicBezTo>
                  <a:lnTo>
                    <a:pt x="199366" y="155769"/>
                  </a:lnTo>
                  <a:cubicBezTo>
                    <a:pt x="192337" y="166622"/>
                    <a:pt x="178279" y="169814"/>
                    <a:pt x="167416" y="162792"/>
                  </a:cubicBezTo>
                  <a:cubicBezTo>
                    <a:pt x="164861" y="160876"/>
                    <a:pt x="162943" y="158961"/>
                    <a:pt x="161026" y="156408"/>
                  </a:cubicBezTo>
                  <a:lnTo>
                    <a:pt x="115658" y="181944"/>
                  </a:lnTo>
                  <a:cubicBezTo>
                    <a:pt x="112463" y="183859"/>
                    <a:pt x="108629" y="182582"/>
                    <a:pt x="106712" y="179390"/>
                  </a:cubicBezTo>
                  <a:cubicBezTo>
                    <a:pt x="104795" y="176198"/>
                    <a:pt x="106073" y="172368"/>
                    <a:pt x="109268" y="170452"/>
                  </a:cubicBezTo>
                  <a:lnTo>
                    <a:pt x="156553" y="143640"/>
                  </a:lnTo>
                  <a:cubicBezTo>
                    <a:pt x="156553" y="143001"/>
                    <a:pt x="156553" y="143001"/>
                    <a:pt x="156553" y="142363"/>
                  </a:cubicBezTo>
                  <a:cubicBezTo>
                    <a:pt x="156553" y="132149"/>
                    <a:pt x="163582" y="123211"/>
                    <a:pt x="173167" y="120019"/>
                  </a:cubicBezTo>
                  <a:lnTo>
                    <a:pt x="173167" y="66394"/>
                  </a:lnTo>
                  <a:cubicBezTo>
                    <a:pt x="173167" y="62563"/>
                    <a:pt x="175723" y="60010"/>
                    <a:pt x="179557" y="60010"/>
                  </a:cubicBezTo>
                  <a:cubicBezTo>
                    <a:pt x="183391" y="60010"/>
                    <a:pt x="185947" y="62563"/>
                    <a:pt x="185947" y="66394"/>
                  </a:cubicBezTo>
                  <a:lnTo>
                    <a:pt x="185947" y="120019"/>
                  </a:lnTo>
                  <a:cubicBezTo>
                    <a:pt x="195532" y="122573"/>
                    <a:pt x="202561" y="131510"/>
                    <a:pt x="202561" y="141724"/>
                  </a:cubicBezTo>
                  <a:lnTo>
                    <a:pt x="253041" y="170452"/>
                  </a:lnTo>
                  <a:cubicBezTo>
                    <a:pt x="256236" y="173006"/>
                    <a:pt x="256875" y="176836"/>
                    <a:pt x="255597" y="180028"/>
                  </a:cubicBezTo>
                  <a:cubicBezTo>
                    <a:pt x="255597" y="180028"/>
                    <a:pt x="255597" y="180028"/>
                    <a:pt x="255597" y="180028"/>
                  </a:cubicBezTo>
                  <a:lnTo>
                    <a:pt x="255597" y="180028"/>
                  </a:lnTo>
                  <a:close/>
                </a:path>
              </a:pathLst>
            </a:custGeom>
            <a:solidFill>
              <a:srgbClr val="0097A9"/>
            </a:solidFill>
            <a:ln w="6390" cap="flat">
              <a:noFill/>
              <a:prstDash val="solid"/>
              <a:miter/>
            </a:ln>
          </p:spPr>
          <p:txBody>
            <a:bodyPr rtlCol="0" anchor="ctr"/>
            <a:lstStyle/>
            <a:p>
              <a:endParaRPr lang="en-US"/>
            </a:p>
          </p:txBody>
        </p:sp>
      </p:grpSp>
      <p:grpSp>
        <p:nvGrpSpPr>
          <p:cNvPr id="756" name="Graphic 4">
            <a:extLst>
              <a:ext uri="{FF2B5EF4-FFF2-40B4-BE49-F238E27FC236}">
                <a16:creationId xmlns:a16="http://schemas.microsoft.com/office/drawing/2014/main" id="{4FFC5951-5E56-9142-B548-F264AB51CA0E}"/>
              </a:ext>
            </a:extLst>
          </p:cNvPr>
          <p:cNvGrpSpPr>
            <a:grpSpLocks noChangeAspect="1"/>
          </p:cNvGrpSpPr>
          <p:nvPr/>
        </p:nvGrpSpPr>
        <p:grpSpPr>
          <a:xfrm>
            <a:off x="6753524" y="918179"/>
            <a:ext cx="361674" cy="361971"/>
            <a:chOff x="6753524" y="918179"/>
            <a:chExt cx="361674" cy="361971"/>
          </a:xfrm>
          <a:solidFill>
            <a:srgbClr val="0097A9"/>
          </a:solidFill>
        </p:grpSpPr>
        <p:sp>
          <p:nvSpPr>
            <p:cNvPr id="757" name="Graphic 4">
              <a:extLst>
                <a:ext uri="{FF2B5EF4-FFF2-40B4-BE49-F238E27FC236}">
                  <a16:creationId xmlns:a16="http://schemas.microsoft.com/office/drawing/2014/main" id="{8B9A2C1D-3B9C-5043-BB92-7CE95A24C803}"/>
                </a:ext>
              </a:extLst>
            </p:cNvPr>
            <p:cNvSpPr/>
            <p:nvPr/>
          </p:nvSpPr>
          <p:spPr>
            <a:xfrm>
              <a:off x="6753524" y="918179"/>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2309" y="81077"/>
                    <a:pt x="281157" y="0"/>
                    <a:pt x="180835" y="0"/>
                  </a:cubicBezTo>
                  <a:cubicBezTo>
                    <a:pt x="181474" y="0"/>
                    <a:pt x="181474" y="0"/>
                    <a:pt x="180835" y="0"/>
                  </a:cubicBezTo>
                  <a:close/>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lnTo>
                    <a:pt x="348890" y="180667"/>
                  </a:lnTo>
                  <a:cubicBezTo>
                    <a:pt x="349529" y="273873"/>
                    <a:pt x="274128" y="349204"/>
                    <a:pt x="180835" y="349204"/>
                  </a:cubicBezTo>
                  <a:close/>
                </a:path>
              </a:pathLst>
            </a:custGeom>
            <a:solidFill>
              <a:srgbClr val="0097A9"/>
            </a:solidFill>
            <a:ln w="6390" cap="flat">
              <a:noFill/>
              <a:prstDash val="solid"/>
              <a:miter/>
            </a:ln>
          </p:spPr>
          <p:txBody>
            <a:bodyPr rtlCol="0" anchor="ctr"/>
            <a:lstStyle/>
            <a:p>
              <a:endParaRPr lang="en-US"/>
            </a:p>
          </p:txBody>
        </p:sp>
        <p:sp>
          <p:nvSpPr>
            <p:cNvPr id="758" name="Graphic 4">
              <a:extLst>
                <a:ext uri="{FF2B5EF4-FFF2-40B4-BE49-F238E27FC236}">
                  <a16:creationId xmlns:a16="http://schemas.microsoft.com/office/drawing/2014/main" id="{A1F5AF32-4D66-E140-9E8F-88BAE1765CA0}"/>
                </a:ext>
              </a:extLst>
            </p:cNvPr>
            <p:cNvSpPr/>
            <p:nvPr/>
          </p:nvSpPr>
          <p:spPr>
            <a:xfrm>
              <a:off x="6828286" y="997340"/>
              <a:ext cx="214062" cy="203010"/>
            </a:xfrm>
            <a:custGeom>
              <a:avLst/>
              <a:gdLst>
                <a:gd name="connsiteX0" fmla="*/ 112463 w 214062"/>
                <a:gd name="connsiteY0" fmla="*/ 1915 h 203010"/>
                <a:gd name="connsiteX1" fmla="*/ 103517 w 214062"/>
                <a:gd name="connsiteY1" fmla="*/ 1915 h 203010"/>
                <a:gd name="connsiteX2" fmla="*/ 72206 w 214062"/>
                <a:gd name="connsiteY2" fmla="*/ 31920 h 203010"/>
                <a:gd name="connsiteX3" fmla="*/ 72206 w 214062"/>
                <a:gd name="connsiteY3" fmla="*/ 21067 h 203010"/>
                <a:gd name="connsiteX4" fmla="*/ 65816 w 214062"/>
                <a:gd name="connsiteY4" fmla="*/ 14683 h 203010"/>
                <a:gd name="connsiteX5" fmla="*/ 40896 w 214062"/>
                <a:gd name="connsiteY5" fmla="*/ 14683 h 203010"/>
                <a:gd name="connsiteX6" fmla="*/ 34506 w 214062"/>
                <a:gd name="connsiteY6" fmla="*/ 21067 h 203010"/>
                <a:gd name="connsiteX7" fmla="*/ 34506 w 214062"/>
                <a:gd name="connsiteY7" fmla="*/ 65117 h 203010"/>
                <a:gd name="connsiteX8" fmla="*/ 35144 w 214062"/>
                <a:gd name="connsiteY8" fmla="*/ 67032 h 203010"/>
                <a:gd name="connsiteX9" fmla="*/ 1917 w 214062"/>
                <a:gd name="connsiteY9" fmla="*/ 98952 h 203010"/>
                <a:gd name="connsiteX10" fmla="*/ 1917 w 214062"/>
                <a:gd name="connsiteY10" fmla="*/ 107889 h 203010"/>
                <a:gd name="connsiteX11" fmla="*/ 10863 w 214062"/>
                <a:gd name="connsiteY11" fmla="*/ 107889 h 203010"/>
                <a:gd name="connsiteX12" fmla="*/ 10863 w 214062"/>
                <a:gd name="connsiteY12" fmla="*/ 107889 h 203010"/>
                <a:gd name="connsiteX13" fmla="*/ 26198 w 214062"/>
                <a:gd name="connsiteY13" fmla="*/ 93206 h 203010"/>
                <a:gd name="connsiteX14" fmla="*/ 26198 w 214062"/>
                <a:gd name="connsiteY14" fmla="*/ 196627 h 203010"/>
                <a:gd name="connsiteX15" fmla="*/ 32588 w 214062"/>
                <a:gd name="connsiteY15" fmla="*/ 203011 h 203010"/>
                <a:gd name="connsiteX16" fmla="*/ 182113 w 214062"/>
                <a:gd name="connsiteY16" fmla="*/ 203011 h 203010"/>
                <a:gd name="connsiteX17" fmla="*/ 188503 w 214062"/>
                <a:gd name="connsiteY17" fmla="*/ 196627 h 203010"/>
                <a:gd name="connsiteX18" fmla="*/ 188503 w 214062"/>
                <a:gd name="connsiteY18" fmla="*/ 97037 h 203010"/>
                <a:gd name="connsiteX19" fmla="*/ 203200 w 214062"/>
                <a:gd name="connsiteY19" fmla="*/ 112358 h 203010"/>
                <a:gd name="connsiteX20" fmla="*/ 207673 w 214062"/>
                <a:gd name="connsiteY20" fmla="*/ 114273 h 203010"/>
                <a:gd name="connsiteX21" fmla="*/ 212146 w 214062"/>
                <a:gd name="connsiteY21" fmla="*/ 112358 h 203010"/>
                <a:gd name="connsiteX22" fmla="*/ 212146 w 214062"/>
                <a:gd name="connsiteY22" fmla="*/ 103421 h 203010"/>
                <a:gd name="connsiteX23" fmla="*/ 112463 w 214062"/>
                <a:gd name="connsiteY23" fmla="*/ 1915 h 203010"/>
                <a:gd name="connsiteX24" fmla="*/ 47285 w 214062"/>
                <a:gd name="connsiteY24" fmla="*/ 27451 h 203010"/>
                <a:gd name="connsiteX25" fmla="*/ 59427 w 214062"/>
                <a:gd name="connsiteY25" fmla="*/ 27451 h 203010"/>
                <a:gd name="connsiteX26" fmla="*/ 59427 w 214062"/>
                <a:gd name="connsiteY26" fmla="*/ 44049 h 203010"/>
                <a:gd name="connsiteX27" fmla="*/ 47285 w 214062"/>
                <a:gd name="connsiteY27" fmla="*/ 55541 h 203010"/>
                <a:gd name="connsiteX28" fmla="*/ 47285 w 214062"/>
                <a:gd name="connsiteY28" fmla="*/ 27451 h 203010"/>
                <a:gd name="connsiteX29" fmla="*/ 175084 w 214062"/>
                <a:gd name="connsiteY29" fmla="*/ 190881 h 203010"/>
                <a:gd name="connsiteX30" fmla="*/ 38339 w 214062"/>
                <a:gd name="connsiteY30" fmla="*/ 190881 h 203010"/>
                <a:gd name="connsiteX31" fmla="*/ 38339 w 214062"/>
                <a:gd name="connsiteY31" fmla="*/ 81715 h 203010"/>
                <a:gd name="connsiteX32" fmla="*/ 70289 w 214062"/>
                <a:gd name="connsiteY32" fmla="*/ 51072 h 203010"/>
                <a:gd name="connsiteX33" fmla="*/ 70289 w 214062"/>
                <a:gd name="connsiteY33" fmla="*/ 51072 h 203010"/>
                <a:gd name="connsiteX34" fmla="*/ 107990 w 214062"/>
                <a:gd name="connsiteY34" fmla="*/ 15322 h 203010"/>
                <a:gd name="connsiteX35" fmla="*/ 175084 w 214062"/>
                <a:gd name="connsiteY35" fmla="*/ 84907 h 203010"/>
                <a:gd name="connsiteX36" fmla="*/ 175084 w 214062"/>
                <a:gd name="connsiteY36" fmla="*/ 190881 h 203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4062" h="203010">
                  <a:moveTo>
                    <a:pt x="112463" y="1915"/>
                  </a:moveTo>
                  <a:cubicBezTo>
                    <a:pt x="109907" y="-638"/>
                    <a:pt x="106073" y="-638"/>
                    <a:pt x="103517" y="1915"/>
                  </a:cubicBezTo>
                  <a:lnTo>
                    <a:pt x="72206" y="31920"/>
                  </a:lnTo>
                  <a:lnTo>
                    <a:pt x="72206" y="21067"/>
                  </a:lnTo>
                  <a:cubicBezTo>
                    <a:pt x="72206" y="17237"/>
                    <a:pt x="69650" y="14683"/>
                    <a:pt x="65816" y="14683"/>
                  </a:cubicBezTo>
                  <a:lnTo>
                    <a:pt x="40896" y="14683"/>
                  </a:lnTo>
                  <a:cubicBezTo>
                    <a:pt x="37062" y="14683"/>
                    <a:pt x="34506" y="17237"/>
                    <a:pt x="34506" y="21067"/>
                  </a:cubicBezTo>
                  <a:lnTo>
                    <a:pt x="34506" y="65117"/>
                  </a:lnTo>
                  <a:cubicBezTo>
                    <a:pt x="34506" y="65755"/>
                    <a:pt x="34506" y="66393"/>
                    <a:pt x="35144" y="67032"/>
                  </a:cubicBezTo>
                  <a:lnTo>
                    <a:pt x="1917" y="98952"/>
                  </a:lnTo>
                  <a:cubicBezTo>
                    <a:pt x="-639" y="101505"/>
                    <a:pt x="-639" y="105336"/>
                    <a:pt x="1917" y="107889"/>
                  </a:cubicBezTo>
                  <a:cubicBezTo>
                    <a:pt x="4473" y="110443"/>
                    <a:pt x="8307" y="110443"/>
                    <a:pt x="10863" y="107889"/>
                  </a:cubicBezTo>
                  <a:lnTo>
                    <a:pt x="10863" y="107889"/>
                  </a:lnTo>
                  <a:lnTo>
                    <a:pt x="26198" y="93206"/>
                  </a:lnTo>
                  <a:lnTo>
                    <a:pt x="26198" y="196627"/>
                  </a:lnTo>
                  <a:cubicBezTo>
                    <a:pt x="26198" y="200457"/>
                    <a:pt x="28755" y="203011"/>
                    <a:pt x="32588" y="203011"/>
                  </a:cubicBezTo>
                  <a:lnTo>
                    <a:pt x="182113" y="203011"/>
                  </a:lnTo>
                  <a:cubicBezTo>
                    <a:pt x="185947" y="203011"/>
                    <a:pt x="188503" y="200457"/>
                    <a:pt x="188503" y="196627"/>
                  </a:cubicBezTo>
                  <a:lnTo>
                    <a:pt x="188503" y="97037"/>
                  </a:lnTo>
                  <a:lnTo>
                    <a:pt x="203200" y="112358"/>
                  </a:lnTo>
                  <a:cubicBezTo>
                    <a:pt x="204478" y="113635"/>
                    <a:pt x="205756" y="114273"/>
                    <a:pt x="207673" y="114273"/>
                  </a:cubicBezTo>
                  <a:cubicBezTo>
                    <a:pt x="209590" y="114273"/>
                    <a:pt x="210868" y="113635"/>
                    <a:pt x="212146" y="112358"/>
                  </a:cubicBezTo>
                  <a:cubicBezTo>
                    <a:pt x="214702" y="109805"/>
                    <a:pt x="214702" y="105974"/>
                    <a:pt x="212146" y="103421"/>
                  </a:cubicBezTo>
                  <a:lnTo>
                    <a:pt x="112463" y="1915"/>
                  </a:lnTo>
                  <a:close/>
                  <a:moveTo>
                    <a:pt x="47285" y="27451"/>
                  </a:moveTo>
                  <a:lnTo>
                    <a:pt x="59427" y="27451"/>
                  </a:lnTo>
                  <a:lnTo>
                    <a:pt x="59427" y="44049"/>
                  </a:lnTo>
                  <a:lnTo>
                    <a:pt x="47285" y="55541"/>
                  </a:lnTo>
                  <a:lnTo>
                    <a:pt x="47285" y="27451"/>
                  </a:lnTo>
                  <a:close/>
                  <a:moveTo>
                    <a:pt x="175084" y="190881"/>
                  </a:moveTo>
                  <a:lnTo>
                    <a:pt x="38339" y="190881"/>
                  </a:lnTo>
                  <a:lnTo>
                    <a:pt x="38339" y="81715"/>
                  </a:lnTo>
                  <a:lnTo>
                    <a:pt x="70289" y="51072"/>
                  </a:lnTo>
                  <a:lnTo>
                    <a:pt x="70289" y="51072"/>
                  </a:lnTo>
                  <a:lnTo>
                    <a:pt x="107990" y="15322"/>
                  </a:lnTo>
                  <a:lnTo>
                    <a:pt x="175084" y="84907"/>
                  </a:lnTo>
                  <a:lnTo>
                    <a:pt x="175084" y="190881"/>
                  </a:lnTo>
                  <a:close/>
                </a:path>
              </a:pathLst>
            </a:custGeom>
            <a:solidFill>
              <a:srgbClr val="0097A9"/>
            </a:solidFill>
            <a:ln w="6390" cap="flat">
              <a:noFill/>
              <a:prstDash val="solid"/>
              <a:miter/>
            </a:ln>
          </p:spPr>
          <p:txBody>
            <a:bodyPr rtlCol="0" anchor="ctr"/>
            <a:lstStyle/>
            <a:p>
              <a:endParaRPr lang="en-US"/>
            </a:p>
          </p:txBody>
        </p:sp>
        <p:sp>
          <p:nvSpPr>
            <p:cNvPr id="759" name="Graphic 4">
              <a:extLst>
                <a:ext uri="{FF2B5EF4-FFF2-40B4-BE49-F238E27FC236}">
                  <a16:creationId xmlns:a16="http://schemas.microsoft.com/office/drawing/2014/main" id="{75DEC10A-592E-DE46-B18F-F288252EF4D8}"/>
                </a:ext>
              </a:extLst>
            </p:cNvPr>
            <p:cNvSpPr/>
            <p:nvPr/>
          </p:nvSpPr>
          <p:spPr>
            <a:xfrm>
              <a:off x="6896128" y="1081063"/>
              <a:ext cx="91048" cy="98858"/>
            </a:xfrm>
            <a:custGeom>
              <a:avLst/>
              <a:gdLst>
                <a:gd name="connsiteX0" fmla="*/ 7560 w 91048"/>
                <a:gd name="connsiteY0" fmla="*/ 71408 h 98858"/>
                <a:gd name="connsiteX1" fmla="*/ 8837 w 91048"/>
                <a:gd name="connsiteY1" fmla="*/ 72685 h 98858"/>
                <a:gd name="connsiteX2" fmla="*/ 3086 w 91048"/>
                <a:gd name="connsiteY2" fmla="*/ 91198 h 98858"/>
                <a:gd name="connsiteX3" fmla="*/ 8198 w 91048"/>
                <a:gd name="connsiteY3" fmla="*/ 98859 h 98858"/>
                <a:gd name="connsiteX4" fmla="*/ 8198 w 91048"/>
                <a:gd name="connsiteY4" fmla="*/ 98859 h 98858"/>
                <a:gd name="connsiteX5" fmla="*/ 9476 w 91048"/>
                <a:gd name="connsiteY5" fmla="*/ 98859 h 98858"/>
                <a:gd name="connsiteX6" fmla="*/ 15866 w 91048"/>
                <a:gd name="connsiteY6" fmla="*/ 93752 h 98858"/>
                <a:gd name="connsiteX7" fmla="*/ 19701 w 91048"/>
                <a:gd name="connsiteY7" fmla="*/ 80345 h 98858"/>
                <a:gd name="connsiteX8" fmla="*/ 36314 w 91048"/>
                <a:gd name="connsiteY8" fmla="*/ 84176 h 98858"/>
                <a:gd name="connsiteX9" fmla="*/ 36953 w 91048"/>
                <a:gd name="connsiteY9" fmla="*/ 84176 h 98858"/>
                <a:gd name="connsiteX10" fmla="*/ 66347 w 91048"/>
                <a:gd name="connsiteY10" fmla="*/ 73962 h 98858"/>
                <a:gd name="connsiteX11" fmla="*/ 81044 w 91048"/>
                <a:gd name="connsiteY11" fmla="*/ 39488 h 98858"/>
                <a:gd name="connsiteX12" fmla="*/ 89990 w 91048"/>
                <a:gd name="connsiteY12" fmla="*/ 11398 h 98858"/>
                <a:gd name="connsiteX13" fmla="*/ 90629 w 91048"/>
                <a:gd name="connsiteY13" fmla="*/ 5014 h 98858"/>
                <a:gd name="connsiteX14" fmla="*/ 85517 w 91048"/>
                <a:gd name="connsiteY14" fmla="*/ 1184 h 98858"/>
                <a:gd name="connsiteX15" fmla="*/ 16506 w 91048"/>
                <a:gd name="connsiteY15" fmla="*/ 12675 h 98858"/>
                <a:gd name="connsiteX16" fmla="*/ 7560 w 91048"/>
                <a:gd name="connsiteY16" fmla="*/ 71408 h 98858"/>
                <a:gd name="connsiteX17" fmla="*/ 24812 w 91048"/>
                <a:gd name="connsiteY17" fmla="*/ 23528 h 98858"/>
                <a:gd name="connsiteX18" fmla="*/ 63152 w 91048"/>
                <a:gd name="connsiteY18" fmla="*/ 13952 h 98858"/>
                <a:gd name="connsiteX19" fmla="*/ 74654 w 91048"/>
                <a:gd name="connsiteY19" fmla="*/ 14590 h 98858"/>
                <a:gd name="connsiteX20" fmla="*/ 68264 w 91048"/>
                <a:gd name="connsiteY20" fmla="*/ 37573 h 98858"/>
                <a:gd name="connsiteX21" fmla="*/ 58040 w 91048"/>
                <a:gd name="connsiteY21" fmla="*/ 64386 h 98858"/>
                <a:gd name="connsiteX22" fmla="*/ 36314 w 91048"/>
                <a:gd name="connsiteY22" fmla="*/ 71408 h 98858"/>
                <a:gd name="connsiteX23" fmla="*/ 24173 w 91048"/>
                <a:gd name="connsiteY23" fmla="*/ 68854 h 98858"/>
                <a:gd name="connsiteX24" fmla="*/ 28007 w 91048"/>
                <a:gd name="connsiteY24" fmla="*/ 61194 h 98858"/>
                <a:gd name="connsiteX25" fmla="*/ 48455 w 91048"/>
                <a:gd name="connsiteY25" fmla="*/ 59917 h 98858"/>
                <a:gd name="connsiteX26" fmla="*/ 56123 w 91048"/>
                <a:gd name="connsiteY26" fmla="*/ 55448 h 98858"/>
                <a:gd name="connsiteX27" fmla="*/ 56123 w 91048"/>
                <a:gd name="connsiteY27" fmla="*/ 55448 h 98858"/>
                <a:gd name="connsiteX28" fmla="*/ 51650 w 91048"/>
                <a:gd name="connsiteY28" fmla="*/ 47787 h 98858"/>
                <a:gd name="connsiteX29" fmla="*/ 37592 w 91048"/>
                <a:gd name="connsiteY29" fmla="*/ 47149 h 98858"/>
                <a:gd name="connsiteX30" fmla="*/ 54206 w 91048"/>
                <a:gd name="connsiteY30" fmla="*/ 32466 h 98858"/>
                <a:gd name="connsiteX31" fmla="*/ 56762 w 91048"/>
                <a:gd name="connsiteY31" fmla="*/ 23528 h 98858"/>
                <a:gd name="connsiteX32" fmla="*/ 47816 w 91048"/>
                <a:gd name="connsiteY32" fmla="*/ 20974 h 98858"/>
                <a:gd name="connsiteX33" fmla="*/ 13950 w 91048"/>
                <a:gd name="connsiteY33" fmla="*/ 59278 h 98858"/>
                <a:gd name="connsiteX34" fmla="*/ 24812 w 91048"/>
                <a:gd name="connsiteY34" fmla="*/ 23528 h 98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1048" h="98858">
                  <a:moveTo>
                    <a:pt x="7560" y="71408"/>
                  </a:moveTo>
                  <a:cubicBezTo>
                    <a:pt x="8198" y="72046"/>
                    <a:pt x="8198" y="72685"/>
                    <a:pt x="8837" y="72685"/>
                  </a:cubicBezTo>
                  <a:cubicBezTo>
                    <a:pt x="6281" y="79069"/>
                    <a:pt x="4365" y="84814"/>
                    <a:pt x="3086" y="91198"/>
                  </a:cubicBezTo>
                  <a:cubicBezTo>
                    <a:pt x="2447" y="94390"/>
                    <a:pt x="4365" y="98221"/>
                    <a:pt x="8198" y="98859"/>
                  </a:cubicBezTo>
                  <a:cubicBezTo>
                    <a:pt x="8198" y="98859"/>
                    <a:pt x="8198" y="98859"/>
                    <a:pt x="8198" y="98859"/>
                  </a:cubicBezTo>
                  <a:cubicBezTo>
                    <a:pt x="8837" y="98859"/>
                    <a:pt x="8837" y="98859"/>
                    <a:pt x="9476" y="98859"/>
                  </a:cubicBezTo>
                  <a:cubicBezTo>
                    <a:pt x="12671" y="98859"/>
                    <a:pt x="15227" y="96944"/>
                    <a:pt x="15866" y="93752"/>
                  </a:cubicBezTo>
                  <a:cubicBezTo>
                    <a:pt x="17145" y="89283"/>
                    <a:pt x="18422" y="84814"/>
                    <a:pt x="19701" y="80345"/>
                  </a:cubicBezTo>
                  <a:cubicBezTo>
                    <a:pt x="24812" y="82899"/>
                    <a:pt x="30563" y="84176"/>
                    <a:pt x="36314" y="84176"/>
                  </a:cubicBezTo>
                  <a:lnTo>
                    <a:pt x="36953" y="84176"/>
                  </a:lnTo>
                  <a:cubicBezTo>
                    <a:pt x="47816" y="84176"/>
                    <a:pt x="58040" y="80984"/>
                    <a:pt x="66347" y="73962"/>
                  </a:cubicBezTo>
                  <a:cubicBezTo>
                    <a:pt x="75932" y="66301"/>
                    <a:pt x="78488" y="52894"/>
                    <a:pt x="81044" y="39488"/>
                  </a:cubicBezTo>
                  <a:cubicBezTo>
                    <a:pt x="82322" y="29912"/>
                    <a:pt x="85517" y="20336"/>
                    <a:pt x="89990" y="11398"/>
                  </a:cubicBezTo>
                  <a:cubicBezTo>
                    <a:pt x="91268" y="9483"/>
                    <a:pt x="91268" y="6930"/>
                    <a:pt x="90629" y="5014"/>
                  </a:cubicBezTo>
                  <a:cubicBezTo>
                    <a:pt x="89350" y="3099"/>
                    <a:pt x="87434" y="1822"/>
                    <a:pt x="85517" y="1184"/>
                  </a:cubicBezTo>
                  <a:cubicBezTo>
                    <a:pt x="55484" y="-1370"/>
                    <a:pt x="32481" y="-731"/>
                    <a:pt x="16506" y="12675"/>
                  </a:cubicBezTo>
                  <a:cubicBezTo>
                    <a:pt x="531" y="26082"/>
                    <a:pt x="-6499" y="53533"/>
                    <a:pt x="7560" y="71408"/>
                  </a:cubicBezTo>
                  <a:close/>
                  <a:moveTo>
                    <a:pt x="24812" y="23528"/>
                  </a:moveTo>
                  <a:cubicBezTo>
                    <a:pt x="33119" y="17144"/>
                    <a:pt x="44621" y="13952"/>
                    <a:pt x="63152" y="13952"/>
                  </a:cubicBezTo>
                  <a:cubicBezTo>
                    <a:pt x="66986" y="13952"/>
                    <a:pt x="70820" y="13952"/>
                    <a:pt x="74654" y="14590"/>
                  </a:cubicBezTo>
                  <a:cubicBezTo>
                    <a:pt x="72098" y="22251"/>
                    <a:pt x="69542" y="29912"/>
                    <a:pt x="68264" y="37573"/>
                  </a:cubicBezTo>
                  <a:cubicBezTo>
                    <a:pt x="65708" y="49064"/>
                    <a:pt x="63791" y="59917"/>
                    <a:pt x="58040" y="64386"/>
                  </a:cubicBezTo>
                  <a:cubicBezTo>
                    <a:pt x="51650" y="68854"/>
                    <a:pt x="43982" y="71408"/>
                    <a:pt x="36314" y="71408"/>
                  </a:cubicBezTo>
                  <a:cubicBezTo>
                    <a:pt x="31841" y="71408"/>
                    <a:pt x="28007" y="70131"/>
                    <a:pt x="24173" y="68854"/>
                  </a:cubicBezTo>
                  <a:cubicBezTo>
                    <a:pt x="25451" y="66301"/>
                    <a:pt x="26729" y="63747"/>
                    <a:pt x="28007" y="61194"/>
                  </a:cubicBezTo>
                  <a:cubicBezTo>
                    <a:pt x="34397" y="59278"/>
                    <a:pt x="41426" y="59278"/>
                    <a:pt x="48455" y="59917"/>
                  </a:cubicBezTo>
                  <a:cubicBezTo>
                    <a:pt x="51650" y="60555"/>
                    <a:pt x="55484" y="58640"/>
                    <a:pt x="56123" y="55448"/>
                  </a:cubicBezTo>
                  <a:cubicBezTo>
                    <a:pt x="56123" y="55448"/>
                    <a:pt x="56123" y="55448"/>
                    <a:pt x="56123" y="55448"/>
                  </a:cubicBezTo>
                  <a:cubicBezTo>
                    <a:pt x="56762" y="52256"/>
                    <a:pt x="54845" y="48426"/>
                    <a:pt x="51650" y="47787"/>
                  </a:cubicBezTo>
                  <a:cubicBezTo>
                    <a:pt x="47177" y="46510"/>
                    <a:pt x="42065" y="46510"/>
                    <a:pt x="37592" y="47149"/>
                  </a:cubicBezTo>
                  <a:cubicBezTo>
                    <a:pt x="42065" y="41403"/>
                    <a:pt x="47816" y="36296"/>
                    <a:pt x="54206" y="32466"/>
                  </a:cubicBezTo>
                  <a:cubicBezTo>
                    <a:pt x="57401" y="30550"/>
                    <a:pt x="58040" y="26720"/>
                    <a:pt x="56762" y="23528"/>
                  </a:cubicBezTo>
                  <a:cubicBezTo>
                    <a:pt x="54845" y="20336"/>
                    <a:pt x="51011" y="19698"/>
                    <a:pt x="47816" y="20974"/>
                  </a:cubicBezTo>
                  <a:cubicBezTo>
                    <a:pt x="33119" y="29912"/>
                    <a:pt x="20978" y="43318"/>
                    <a:pt x="13950" y="59278"/>
                  </a:cubicBezTo>
                  <a:cubicBezTo>
                    <a:pt x="10116" y="45872"/>
                    <a:pt x="14588" y="31827"/>
                    <a:pt x="24812" y="23528"/>
                  </a:cubicBezTo>
                  <a:close/>
                </a:path>
              </a:pathLst>
            </a:custGeom>
            <a:solidFill>
              <a:srgbClr val="0097A9"/>
            </a:solidFill>
            <a:ln w="6390" cap="flat">
              <a:noFill/>
              <a:prstDash val="solid"/>
              <a:miter/>
            </a:ln>
          </p:spPr>
          <p:txBody>
            <a:bodyPr rtlCol="0" anchor="ctr"/>
            <a:lstStyle/>
            <a:p>
              <a:endParaRPr lang="en-US"/>
            </a:p>
          </p:txBody>
        </p:sp>
      </p:grpSp>
      <p:grpSp>
        <p:nvGrpSpPr>
          <p:cNvPr id="760" name="Graphic 4">
            <a:extLst>
              <a:ext uri="{FF2B5EF4-FFF2-40B4-BE49-F238E27FC236}">
                <a16:creationId xmlns:a16="http://schemas.microsoft.com/office/drawing/2014/main" id="{E25FEA40-AFC4-A544-B570-0C9C983BE051}"/>
              </a:ext>
            </a:extLst>
          </p:cNvPr>
          <p:cNvGrpSpPr>
            <a:grpSpLocks noChangeAspect="1"/>
          </p:cNvGrpSpPr>
          <p:nvPr/>
        </p:nvGrpSpPr>
        <p:grpSpPr>
          <a:xfrm>
            <a:off x="6753524" y="1402723"/>
            <a:ext cx="361674" cy="361971"/>
            <a:chOff x="6753524" y="1402723"/>
            <a:chExt cx="361674" cy="361971"/>
          </a:xfrm>
          <a:solidFill>
            <a:srgbClr val="0097A9"/>
          </a:solidFill>
        </p:grpSpPr>
        <p:sp>
          <p:nvSpPr>
            <p:cNvPr id="761" name="Graphic 4">
              <a:extLst>
                <a:ext uri="{FF2B5EF4-FFF2-40B4-BE49-F238E27FC236}">
                  <a16:creationId xmlns:a16="http://schemas.microsoft.com/office/drawing/2014/main" id="{45592141-28DB-3F46-B1CC-981878BE2060}"/>
                </a:ext>
              </a:extLst>
            </p:cNvPr>
            <p:cNvSpPr/>
            <p:nvPr/>
          </p:nvSpPr>
          <p:spPr>
            <a:xfrm>
              <a:off x="6753524" y="1402723"/>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8565 h 361971"/>
                <a:gd name="connsiteX8" fmla="*/ 12780 w 361674"/>
                <a:gd name="connsiteY8" fmla="*/ 180667 h 361971"/>
                <a:gd name="connsiteX9" fmla="*/ 180835 w 361674"/>
                <a:gd name="connsiteY9" fmla="*/ 12130 h 361971"/>
                <a:gd name="connsiteX10" fmla="*/ 348890 w 361674"/>
                <a:gd name="connsiteY10" fmla="*/ 180028 h 361971"/>
                <a:gd name="connsiteX11" fmla="*/ 348890 w 361674"/>
                <a:gd name="connsiteY11" fmla="*/ 180028 h 361971"/>
                <a:gd name="connsiteX12" fmla="*/ 180835 w 361674"/>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2309" y="80438"/>
                    <a:pt x="281157" y="0"/>
                    <a:pt x="180835" y="0"/>
                  </a:cubicBezTo>
                  <a:cubicBezTo>
                    <a:pt x="181474" y="0"/>
                    <a:pt x="181474" y="0"/>
                    <a:pt x="180835" y="0"/>
                  </a:cubicBezTo>
                  <a:close/>
                  <a:moveTo>
                    <a:pt x="180835" y="348565"/>
                  </a:moveTo>
                  <a:cubicBezTo>
                    <a:pt x="87542" y="348565"/>
                    <a:pt x="12780" y="273234"/>
                    <a:pt x="12780" y="180667"/>
                  </a:cubicBezTo>
                  <a:cubicBezTo>
                    <a:pt x="12780" y="87461"/>
                    <a:pt x="88181" y="12130"/>
                    <a:pt x="180835" y="12130"/>
                  </a:cubicBezTo>
                  <a:cubicBezTo>
                    <a:pt x="274128" y="12130"/>
                    <a:pt x="348890" y="87461"/>
                    <a:pt x="348890" y="180028"/>
                  </a:cubicBezTo>
                  <a:lnTo>
                    <a:pt x="348890" y="180028"/>
                  </a:lnTo>
                  <a:cubicBezTo>
                    <a:pt x="349529" y="273234"/>
                    <a:pt x="274128" y="348565"/>
                    <a:pt x="180835" y="348565"/>
                  </a:cubicBezTo>
                  <a:close/>
                </a:path>
              </a:pathLst>
            </a:custGeom>
            <a:solidFill>
              <a:srgbClr val="0097A9"/>
            </a:solidFill>
            <a:ln w="6390" cap="flat">
              <a:noFill/>
              <a:prstDash val="solid"/>
              <a:miter/>
            </a:ln>
          </p:spPr>
          <p:txBody>
            <a:bodyPr rtlCol="0" anchor="ctr"/>
            <a:lstStyle/>
            <a:p>
              <a:endParaRPr lang="en-US"/>
            </a:p>
          </p:txBody>
        </p:sp>
        <p:sp>
          <p:nvSpPr>
            <p:cNvPr id="762" name="Graphic 4">
              <a:extLst>
                <a:ext uri="{FF2B5EF4-FFF2-40B4-BE49-F238E27FC236}">
                  <a16:creationId xmlns:a16="http://schemas.microsoft.com/office/drawing/2014/main" id="{C3640C66-6675-FB45-B56B-4CF8B27C9DB8}"/>
                </a:ext>
              </a:extLst>
            </p:cNvPr>
            <p:cNvSpPr/>
            <p:nvPr/>
          </p:nvSpPr>
          <p:spPr>
            <a:xfrm>
              <a:off x="6860236" y="1506144"/>
              <a:ext cx="150802" cy="150661"/>
            </a:xfrm>
            <a:custGeom>
              <a:avLst/>
              <a:gdLst>
                <a:gd name="connsiteX0" fmla="*/ 75402 w 150802"/>
                <a:gd name="connsiteY0" fmla="*/ 0 h 150661"/>
                <a:gd name="connsiteX1" fmla="*/ 0 w 150802"/>
                <a:gd name="connsiteY1" fmla="*/ 75331 h 150661"/>
                <a:gd name="connsiteX2" fmla="*/ 75402 w 150802"/>
                <a:gd name="connsiteY2" fmla="*/ 150662 h 150661"/>
                <a:gd name="connsiteX3" fmla="*/ 150802 w 150802"/>
                <a:gd name="connsiteY3" fmla="*/ 75331 h 150661"/>
                <a:gd name="connsiteX4" fmla="*/ 150802 w 150802"/>
                <a:gd name="connsiteY4" fmla="*/ 75331 h 150661"/>
                <a:gd name="connsiteX5" fmla="*/ 75402 w 150802"/>
                <a:gd name="connsiteY5" fmla="*/ 0 h 150661"/>
                <a:gd name="connsiteX6" fmla="*/ 75402 w 150802"/>
                <a:gd name="connsiteY6" fmla="*/ 138532 h 150661"/>
                <a:gd name="connsiteX7" fmla="*/ 12780 w 150802"/>
                <a:gd name="connsiteY7" fmla="*/ 75969 h 150661"/>
                <a:gd name="connsiteX8" fmla="*/ 75402 w 150802"/>
                <a:gd name="connsiteY8" fmla="*/ 13406 h 150661"/>
                <a:gd name="connsiteX9" fmla="*/ 138022 w 150802"/>
                <a:gd name="connsiteY9" fmla="*/ 75969 h 150661"/>
                <a:gd name="connsiteX10" fmla="*/ 138022 w 150802"/>
                <a:gd name="connsiteY10" fmla="*/ 75969 h 150661"/>
                <a:gd name="connsiteX11" fmla="*/ 75402 w 150802"/>
                <a:gd name="connsiteY11" fmla="*/ 138532 h 150661"/>
                <a:gd name="connsiteX12" fmla="*/ 75402 w 150802"/>
                <a:gd name="connsiteY12" fmla="*/ 138532 h 150661"/>
                <a:gd name="connsiteX13" fmla="*/ 75402 w 150802"/>
                <a:gd name="connsiteY13" fmla="*/ 138532 h 150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802" h="150661">
                  <a:moveTo>
                    <a:pt x="75402" y="0"/>
                  </a:moveTo>
                  <a:cubicBezTo>
                    <a:pt x="33867" y="0"/>
                    <a:pt x="0" y="33835"/>
                    <a:pt x="0" y="75331"/>
                  </a:cubicBezTo>
                  <a:cubicBezTo>
                    <a:pt x="0" y="116827"/>
                    <a:pt x="33867" y="150662"/>
                    <a:pt x="75402" y="150662"/>
                  </a:cubicBezTo>
                  <a:cubicBezTo>
                    <a:pt x="116936" y="150662"/>
                    <a:pt x="150802" y="116827"/>
                    <a:pt x="150802" y="75331"/>
                  </a:cubicBezTo>
                  <a:cubicBezTo>
                    <a:pt x="150802" y="75331"/>
                    <a:pt x="150802" y="75331"/>
                    <a:pt x="150802" y="75331"/>
                  </a:cubicBezTo>
                  <a:cubicBezTo>
                    <a:pt x="150802" y="33835"/>
                    <a:pt x="116936" y="0"/>
                    <a:pt x="75402" y="0"/>
                  </a:cubicBezTo>
                  <a:close/>
                  <a:moveTo>
                    <a:pt x="75402" y="138532"/>
                  </a:moveTo>
                  <a:cubicBezTo>
                    <a:pt x="40896" y="138532"/>
                    <a:pt x="12780" y="110443"/>
                    <a:pt x="12780" y="75969"/>
                  </a:cubicBezTo>
                  <a:cubicBezTo>
                    <a:pt x="12780" y="41496"/>
                    <a:pt x="40896" y="13406"/>
                    <a:pt x="75402" y="13406"/>
                  </a:cubicBezTo>
                  <a:cubicBezTo>
                    <a:pt x="109907" y="13406"/>
                    <a:pt x="138022" y="41496"/>
                    <a:pt x="138022" y="75969"/>
                  </a:cubicBezTo>
                  <a:cubicBezTo>
                    <a:pt x="138022" y="75969"/>
                    <a:pt x="138022" y="75969"/>
                    <a:pt x="138022" y="75969"/>
                  </a:cubicBezTo>
                  <a:cubicBezTo>
                    <a:pt x="138022" y="110443"/>
                    <a:pt x="109907" y="138532"/>
                    <a:pt x="75402" y="138532"/>
                  </a:cubicBezTo>
                  <a:cubicBezTo>
                    <a:pt x="75402" y="138532"/>
                    <a:pt x="75402" y="138532"/>
                    <a:pt x="75402" y="138532"/>
                  </a:cubicBezTo>
                  <a:lnTo>
                    <a:pt x="75402" y="138532"/>
                  </a:lnTo>
                  <a:close/>
                </a:path>
              </a:pathLst>
            </a:custGeom>
            <a:solidFill>
              <a:srgbClr val="0097A9"/>
            </a:solidFill>
            <a:ln w="6390" cap="flat">
              <a:noFill/>
              <a:prstDash val="solid"/>
              <a:miter/>
            </a:ln>
          </p:spPr>
          <p:txBody>
            <a:bodyPr rtlCol="0" anchor="ctr"/>
            <a:lstStyle/>
            <a:p>
              <a:endParaRPr lang="en-US"/>
            </a:p>
          </p:txBody>
        </p:sp>
        <p:sp>
          <p:nvSpPr>
            <p:cNvPr id="763" name="Graphic 4">
              <a:extLst>
                <a:ext uri="{FF2B5EF4-FFF2-40B4-BE49-F238E27FC236}">
                  <a16:creationId xmlns:a16="http://schemas.microsoft.com/office/drawing/2014/main" id="{7E29A5E1-8498-1D44-B928-846F304059D5}"/>
                </a:ext>
              </a:extLst>
            </p:cNvPr>
            <p:cNvSpPr/>
            <p:nvPr/>
          </p:nvSpPr>
          <p:spPr>
            <a:xfrm>
              <a:off x="6990591" y="1637654"/>
              <a:ext cx="26837" cy="26812"/>
            </a:xfrm>
            <a:custGeom>
              <a:avLst/>
              <a:gdLst>
                <a:gd name="connsiteX0" fmla="*/ 10862 w 26837"/>
                <a:gd name="connsiteY0" fmla="*/ 1915 h 26812"/>
                <a:gd name="connsiteX1" fmla="*/ 1917 w 26837"/>
                <a:gd name="connsiteY1" fmla="*/ 1915 h 26812"/>
                <a:gd name="connsiteX2" fmla="*/ 1917 w 26837"/>
                <a:gd name="connsiteY2" fmla="*/ 10853 h 26812"/>
                <a:gd name="connsiteX3" fmla="*/ 1917 w 26837"/>
                <a:gd name="connsiteY3" fmla="*/ 10853 h 26812"/>
                <a:gd name="connsiteX4" fmla="*/ 15975 w 26837"/>
                <a:gd name="connsiteY4" fmla="*/ 24897 h 26812"/>
                <a:gd name="connsiteX5" fmla="*/ 24921 w 26837"/>
                <a:gd name="connsiteY5" fmla="*/ 24897 h 26812"/>
                <a:gd name="connsiteX6" fmla="*/ 24921 w 26837"/>
                <a:gd name="connsiteY6" fmla="*/ 15960 h 26812"/>
                <a:gd name="connsiteX7" fmla="*/ 24921 w 26837"/>
                <a:gd name="connsiteY7" fmla="*/ 15960 h 26812"/>
                <a:gd name="connsiteX8" fmla="*/ 10862 w 26837"/>
                <a:gd name="connsiteY8" fmla="*/ 1915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37" h="26812">
                  <a:moveTo>
                    <a:pt x="10862" y="1915"/>
                  </a:moveTo>
                  <a:cubicBezTo>
                    <a:pt x="8307" y="-638"/>
                    <a:pt x="4472" y="-638"/>
                    <a:pt x="1917" y="1915"/>
                  </a:cubicBezTo>
                  <a:cubicBezTo>
                    <a:pt x="-639" y="4469"/>
                    <a:pt x="-639" y="8299"/>
                    <a:pt x="1917" y="10853"/>
                  </a:cubicBezTo>
                  <a:cubicBezTo>
                    <a:pt x="1917" y="10853"/>
                    <a:pt x="1917" y="10853"/>
                    <a:pt x="1917" y="10853"/>
                  </a:cubicBezTo>
                  <a:lnTo>
                    <a:pt x="15975" y="24897"/>
                  </a:lnTo>
                  <a:cubicBezTo>
                    <a:pt x="18531" y="27451"/>
                    <a:pt x="22365" y="27451"/>
                    <a:pt x="24921" y="24897"/>
                  </a:cubicBezTo>
                  <a:cubicBezTo>
                    <a:pt x="27477" y="22344"/>
                    <a:pt x="27477" y="18513"/>
                    <a:pt x="24921" y="15960"/>
                  </a:cubicBezTo>
                  <a:lnTo>
                    <a:pt x="24921" y="15960"/>
                  </a:lnTo>
                  <a:lnTo>
                    <a:pt x="10862" y="1915"/>
                  </a:lnTo>
                  <a:close/>
                </a:path>
              </a:pathLst>
            </a:custGeom>
            <a:solidFill>
              <a:srgbClr val="0097A9"/>
            </a:solidFill>
            <a:ln w="6390" cap="flat">
              <a:noFill/>
              <a:prstDash val="solid"/>
              <a:miter/>
            </a:ln>
          </p:spPr>
          <p:txBody>
            <a:bodyPr rtlCol="0" anchor="ctr"/>
            <a:lstStyle/>
            <a:p>
              <a:endParaRPr lang="en-US"/>
            </a:p>
          </p:txBody>
        </p:sp>
        <p:sp>
          <p:nvSpPr>
            <p:cNvPr id="764" name="Graphic 4">
              <a:extLst>
                <a:ext uri="{FF2B5EF4-FFF2-40B4-BE49-F238E27FC236}">
                  <a16:creationId xmlns:a16="http://schemas.microsoft.com/office/drawing/2014/main" id="{A4FFA20E-0786-D047-BE1A-D29A96DB171A}"/>
                </a:ext>
              </a:extLst>
            </p:cNvPr>
            <p:cNvSpPr/>
            <p:nvPr/>
          </p:nvSpPr>
          <p:spPr>
            <a:xfrm>
              <a:off x="6852858" y="1500688"/>
              <a:ext cx="25269" cy="25246"/>
            </a:xfrm>
            <a:custGeom>
              <a:avLst/>
              <a:gdLst>
                <a:gd name="connsiteX0" fmla="*/ 14407 w 25269"/>
                <a:gd name="connsiteY0" fmla="*/ 23331 h 25246"/>
                <a:gd name="connsiteX1" fmla="*/ 18880 w 25269"/>
                <a:gd name="connsiteY1" fmla="*/ 25246 h 25246"/>
                <a:gd name="connsiteX2" fmla="*/ 23353 w 25269"/>
                <a:gd name="connsiteY2" fmla="*/ 23331 h 25246"/>
                <a:gd name="connsiteX3" fmla="*/ 23353 w 25269"/>
                <a:gd name="connsiteY3" fmla="*/ 14394 h 25246"/>
                <a:gd name="connsiteX4" fmla="*/ 23353 w 25269"/>
                <a:gd name="connsiteY4" fmla="*/ 14394 h 25246"/>
                <a:gd name="connsiteX5" fmla="*/ 11212 w 25269"/>
                <a:gd name="connsiteY5" fmla="*/ 2264 h 25246"/>
                <a:gd name="connsiteX6" fmla="*/ 2266 w 25269"/>
                <a:gd name="connsiteY6" fmla="*/ 1626 h 25246"/>
                <a:gd name="connsiteX7" fmla="*/ 1627 w 25269"/>
                <a:gd name="connsiteY7" fmla="*/ 10563 h 25246"/>
                <a:gd name="connsiteX8" fmla="*/ 2266 w 25269"/>
                <a:gd name="connsiteY8" fmla="*/ 11202 h 25246"/>
                <a:gd name="connsiteX9" fmla="*/ 14407 w 25269"/>
                <a:gd name="connsiteY9" fmla="*/ 23331 h 25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69" h="25246">
                  <a:moveTo>
                    <a:pt x="14407" y="23331"/>
                  </a:moveTo>
                  <a:cubicBezTo>
                    <a:pt x="15685" y="24608"/>
                    <a:pt x="16963" y="25246"/>
                    <a:pt x="18880" y="25246"/>
                  </a:cubicBezTo>
                  <a:cubicBezTo>
                    <a:pt x="20796" y="25246"/>
                    <a:pt x="22075" y="24608"/>
                    <a:pt x="23353" y="23331"/>
                  </a:cubicBezTo>
                  <a:cubicBezTo>
                    <a:pt x="25909" y="20778"/>
                    <a:pt x="25909" y="16947"/>
                    <a:pt x="23353" y="14394"/>
                  </a:cubicBezTo>
                  <a:cubicBezTo>
                    <a:pt x="23353" y="14394"/>
                    <a:pt x="23353" y="14394"/>
                    <a:pt x="23353" y="14394"/>
                  </a:cubicBezTo>
                  <a:lnTo>
                    <a:pt x="11212" y="2264"/>
                  </a:lnTo>
                  <a:cubicBezTo>
                    <a:pt x="8656" y="-290"/>
                    <a:pt x="4822" y="-928"/>
                    <a:pt x="2266" y="1626"/>
                  </a:cubicBezTo>
                  <a:cubicBezTo>
                    <a:pt x="-290" y="4179"/>
                    <a:pt x="-929" y="8010"/>
                    <a:pt x="1627" y="10563"/>
                  </a:cubicBezTo>
                  <a:cubicBezTo>
                    <a:pt x="1627" y="10563"/>
                    <a:pt x="2266" y="11202"/>
                    <a:pt x="2266" y="11202"/>
                  </a:cubicBezTo>
                  <a:lnTo>
                    <a:pt x="14407" y="23331"/>
                  </a:lnTo>
                  <a:close/>
                </a:path>
              </a:pathLst>
            </a:custGeom>
            <a:solidFill>
              <a:srgbClr val="0097A9"/>
            </a:solidFill>
            <a:ln w="6390" cap="flat">
              <a:noFill/>
              <a:prstDash val="solid"/>
              <a:miter/>
            </a:ln>
          </p:spPr>
          <p:txBody>
            <a:bodyPr rtlCol="0" anchor="ctr"/>
            <a:lstStyle/>
            <a:p>
              <a:endParaRPr lang="en-US"/>
            </a:p>
          </p:txBody>
        </p:sp>
        <p:sp>
          <p:nvSpPr>
            <p:cNvPr id="765" name="Graphic 4">
              <a:extLst>
                <a:ext uri="{FF2B5EF4-FFF2-40B4-BE49-F238E27FC236}">
                  <a16:creationId xmlns:a16="http://schemas.microsoft.com/office/drawing/2014/main" id="{C25DB685-BEDA-B241-831A-675B4BBA1F56}"/>
                </a:ext>
              </a:extLst>
            </p:cNvPr>
            <p:cNvSpPr/>
            <p:nvPr/>
          </p:nvSpPr>
          <p:spPr>
            <a:xfrm>
              <a:off x="6851290" y="1637727"/>
              <a:ext cx="26837" cy="26739"/>
            </a:xfrm>
            <a:custGeom>
              <a:avLst/>
              <a:gdLst>
                <a:gd name="connsiteX0" fmla="*/ 15975 w 26837"/>
                <a:gd name="connsiteY0" fmla="*/ 1842 h 26739"/>
                <a:gd name="connsiteX1" fmla="*/ 1917 w 26837"/>
                <a:gd name="connsiteY1" fmla="*/ 15887 h 26739"/>
                <a:gd name="connsiteX2" fmla="*/ 1917 w 26837"/>
                <a:gd name="connsiteY2" fmla="*/ 24824 h 26739"/>
                <a:gd name="connsiteX3" fmla="*/ 10863 w 26837"/>
                <a:gd name="connsiteY3" fmla="*/ 24824 h 26739"/>
                <a:gd name="connsiteX4" fmla="*/ 10863 w 26837"/>
                <a:gd name="connsiteY4" fmla="*/ 24824 h 26739"/>
                <a:gd name="connsiteX5" fmla="*/ 24921 w 26837"/>
                <a:gd name="connsiteY5" fmla="*/ 11418 h 26739"/>
                <a:gd name="connsiteX6" fmla="*/ 24921 w 26837"/>
                <a:gd name="connsiteY6" fmla="*/ 2480 h 26739"/>
                <a:gd name="connsiteX7" fmla="*/ 24921 w 26837"/>
                <a:gd name="connsiteY7" fmla="*/ 2480 h 26739"/>
                <a:gd name="connsiteX8" fmla="*/ 15975 w 26837"/>
                <a:gd name="connsiteY8" fmla="*/ 1842 h 26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37" h="26739">
                  <a:moveTo>
                    <a:pt x="15975" y="1842"/>
                  </a:moveTo>
                  <a:lnTo>
                    <a:pt x="1917" y="15887"/>
                  </a:lnTo>
                  <a:cubicBezTo>
                    <a:pt x="-639" y="18440"/>
                    <a:pt x="-639" y="22271"/>
                    <a:pt x="1917" y="24824"/>
                  </a:cubicBezTo>
                  <a:cubicBezTo>
                    <a:pt x="4473" y="27378"/>
                    <a:pt x="8307" y="27378"/>
                    <a:pt x="10863" y="24824"/>
                  </a:cubicBezTo>
                  <a:cubicBezTo>
                    <a:pt x="10863" y="24824"/>
                    <a:pt x="10863" y="24824"/>
                    <a:pt x="10863" y="24824"/>
                  </a:cubicBezTo>
                  <a:lnTo>
                    <a:pt x="24921" y="11418"/>
                  </a:lnTo>
                  <a:cubicBezTo>
                    <a:pt x="27477" y="8864"/>
                    <a:pt x="27477" y="5034"/>
                    <a:pt x="24921" y="2480"/>
                  </a:cubicBezTo>
                  <a:cubicBezTo>
                    <a:pt x="24921" y="2480"/>
                    <a:pt x="24921" y="2480"/>
                    <a:pt x="24921" y="2480"/>
                  </a:cubicBezTo>
                  <a:cubicBezTo>
                    <a:pt x="22365" y="-712"/>
                    <a:pt x="18531" y="-712"/>
                    <a:pt x="15975" y="1842"/>
                  </a:cubicBezTo>
                  <a:close/>
                </a:path>
              </a:pathLst>
            </a:custGeom>
            <a:solidFill>
              <a:srgbClr val="0097A9"/>
            </a:solidFill>
            <a:ln w="6390" cap="flat">
              <a:noFill/>
              <a:prstDash val="solid"/>
              <a:miter/>
            </a:ln>
          </p:spPr>
          <p:txBody>
            <a:bodyPr rtlCol="0" anchor="ctr"/>
            <a:lstStyle/>
            <a:p>
              <a:endParaRPr lang="en-US"/>
            </a:p>
          </p:txBody>
        </p:sp>
        <p:sp>
          <p:nvSpPr>
            <p:cNvPr id="766" name="Graphic 4">
              <a:extLst>
                <a:ext uri="{FF2B5EF4-FFF2-40B4-BE49-F238E27FC236}">
                  <a16:creationId xmlns:a16="http://schemas.microsoft.com/office/drawing/2014/main" id="{F2C5831D-932A-8143-9707-85690B3A7AC5}"/>
                </a:ext>
              </a:extLst>
            </p:cNvPr>
            <p:cNvSpPr/>
            <p:nvPr/>
          </p:nvSpPr>
          <p:spPr>
            <a:xfrm>
              <a:off x="6990591" y="1500398"/>
              <a:ext cx="24920" cy="24897"/>
            </a:xfrm>
            <a:custGeom>
              <a:avLst/>
              <a:gdLst>
                <a:gd name="connsiteX0" fmla="*/ 6390 w 24920"/>
                <a:gd name="connsiteY0" fmla="*/ 24898 h 24897"/>
                <a:gd name="connsiteX1" fmla="*/ 10862 w 24920"/>
                <a:gd name="connsiteY1" fmla="*/ 22982 h 24897"/>
                <a:gd name="connsiteX2" fmla="*/ 23003 w 24920"/>
                <a:gd name="connsiteY2" fmla="*/ 10853 h 24897"/>
                <a:gd name="connsiteX3" fmla="*/ 23003 w 24920"/>
                <a:gd name="connsiteY3" fmla="*/ 1915 h 24897"/>
                <a:gd name="connsiteX4" fmla="*/ 23003 w 24920"/>
                <a:gd name="connsiteY4" fmla="*/ 1915 h 24897"/>
                <a:gd name="connsiteX5" fmla="*/ 14057 w 24920"/>
                <a:gd name="connsiteY5" fmla="*/ 1915 h 24897"/>
                <a:gd name="connsiteX6" fmla="*/ 1917 w 24920"/>
                <a:gd name="connsiteY6" fmla="*/ 14045 h 24897"/>
                <a:gd name="connsiteX7" fmla="*/ 1917 w 24920"/>
                <a:gd name="connsiteY7" fmla="*/ 22982 h 24897"/>
                <a:gd name="connsiteX8" fmla="*/ 6390 w 24920"/>
                <a:gd name="connsiteY8" fmla="*/ 24898 h 24897"/>
                <a:gd name="connsiteX9" fmla="*/ 6390 w 24920"/>
                <a:gd name="connsiteY9" fmla="*/ 24898 h 24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920" h="24897">
                  <a:moveTo>
                    <a:pt x="6390" y="24898"/>
                  </a:moveTo>
                  <a:cubicBezTo>
                    <a:pt x="8307" y="24898"/>
                    <a:pt x="9585" y="24259"/>
                    <a:pt x="10862" y="22982"/>
                  </a:cubicBezTo>
                  <a:lnTo>
                    <a:pt x="23003" y="10853"/>
                  </a:lnTo>
                  <a:cubicBezTo>
                    <a:pt x="25560" y="8299"/>
                    <a:pt x="25560" y="4469"/>
                    <a:pt x="23003" y="1915"/>
                  </a:cubicBezTo>
                  <a:cubicBezTo>
                    <a:pt x="23003" y="1915"/>
                    <a:pt x="23003" y="1915"/>
                    <a:pt x="23003" y="1915"/>
                  </a:cubicBezTo>
                  <a:cubicBezTo>
                    <a:pt x="20447" y="-638"/>
                    <a:pt x="16613" y="-638"/>
                    <a:pt x="14057" y="1915"/>
                  </a:cubicBezTo>
                  <a:lnTo>
                    <a:pt x="1917" y="14045"/>
                  </a:lnTo>
                  <a:cubicBezTo>
                    <a:pt x="-639" y="16598"/>
                    <a:pt x="-639" y="20429"/>
                    <a:pt x="1917" y="22982"/>
                  </a:cubicBezTo>
                  <a:cubicBezTo>
                    <a:pt x="3195" y="24259"/>
                    <a:pt x="4472" y="24898"/>
                    <a:pt x="6390" y="24898"/>
                  </a:cubicBezTo>
                  <a:lnTo>
                    <a:pt x="6390" y="24898"/>
                  </a:lnTo>
                  <a:close/>
                </a:path>
              </a:pathLst>
            </a:custGeom>
            <a:solidFill>
              <a:srgbClr val="0097A9"/>
            </a:solidFill>
            <a:ln w="6390" cap="flat">
              <a:noFill/>
              <a:prstDash val="solid"/>
              <a:miter/>
            </a:ln>
          </p:spPr>
          <p:txBody>
            <a:bodyPr rtlCol="0" anchor="ctr"/>
            <a:lstStyle/>
            <a:p>
              <a:endParaRPr lang="en-US"/>
            </a:p>
          </p:txBody>
        </p:sp>
        <p:sp>
          <p:nvSpPr>
            <p:cNvPr id="767" name="Graphic 4">
              <a:extLst>
                <a:ext uri="{FF2B5EF4-FFF2-40B4-BE49-F238E27FC236}">
                  <a16:creationId xmlns:a16="http://schemas.microsoft.com/office/drawing/2014/main" id="{ADFDFC81-BD86-B44D-AF7E-3FFC479F972F}"/>
                </a:ext>
              </a:extLst>
            </p:cNvPr>
            <p:cNvSpPr/>
            <p:nvPr/>
          </p:nvSpPr>
          <p:spPr>
            <a:xfrm>
              <a:off x="7016150" y="1575729"/>
              <a:ext cx="31949" cy="12767"/>
            </a:xfrm>
            <a:custGeom>
              <a:avLst/>
              <a:gdLst>
                <a:gd name="connsiteX0" fmla="*/ 25560 w 31949"/>
                <a:gd name="connsiteY0" fmla="*/ 0 h 12767"/>
                <a:gd name="connsiteX1" fmla="*/ 6390 w 31949"/>
                <a:gd name="connsiteY1" fmla="*/ 0 h 12767"/>
                <a:gd name="connsiteX2" fmla="*/ 0 w 31949"/>
                <a:gd name="connsiteY2" fmla="*/ 6384 h 12767"/>
                <a:gd name="connsiteX3" fmla="*/ 6390 w 31949"/>
                <a:gd name="connsiteY3" fmla="*/ 12768 h 12767"/>
                <a:gd name="connsiteX4" fmla="*/ 25560 w 31949"/>
                <a:gd name="connsiteY4" fmla="*/ 12768 h 12767"/>
                <a:gd name="connsiteX5" fmla="*/ 31950 w 31949"/>
                <a:gd name="connsiteY5" fmla="*/ 6384 h 12767"/>
                <a:gd name="connsiteX6" fmla="*/ 25560 w 3194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49" h="12767">
                  <a:moveTo>
                    <a:pt x="25560" y="0"/>
                  </a:moveTo>
                  <a:lnTo>
                    <a:pt x="6390" y="0"/>
                  </a:lnTo>
                  <a:cubicBezTo>
                    <a:pt x="2556" y="0"/>
                    <a:pt x="0" y="2554"/>
                    <a:pt x="0" y="6384"/>
                  </a:cubicBezTo>
                  <a:cubicBezTo>
                    <a:pt x="0" y="10214"/>
                    <a:pt x="2556" y="12768"/>
                    <a:pt x="6390" y="12768"/>
                  </a:cubicBezTo>
                  <a:lnTo>
                    <a:pt x="25560" y="12768"/>
                  </a:lnTo>
                  <a:cubicBezTo>
                    <a:pt x="29394" y="12768"/>
                    <a:pt x="31950" y="10214"/>
                    <a:pt x="31950" y="6384"/>
                  </a:cubicBezTo>
                  <a:cubicBezTo>
                    <a:pt x="31950" y="2554"/>
                    <a:pt x="29394" y="0"/>
                    <a:pt x="25560" y="0"/>
                  </a:cubicBezTo>
                  <a:close/>
                </a:path>
              </a:pathLst>
            </a:custGeom>
            <a:solidFill>
              <a:srgbClr val="0097A9"/>
            </a:solidFill>
            <a:ln w="6390" cap="flat">
              <a:noFill/>
              <a:prstDash val="solid"/>
              <a:miter/>
            </a:ln>
          </p:spPr>
          <p:txBody>
            <a:bodyPr rtlCol="0" anchor="ctr"/>
            <a:lstStyle/>
            <a:p>
              <a:endParaRPr lang="en-US"/>
            </a:p>
          </p:txBody>
        </p:sp>
        <p:sp>
          <p:nvSpPr>
            <p:cNvPr id="768" name="Graphic 4">
              <a:extLst>
                <a:ext uri="{FF2B5EF4-FFF2-40B4-BE49-F238E27FC236}">
                  <a16:creationId xmlns:a16="http://schemas.microsoft.com/office/drawing/2014/main" id="{08386AC6-B3C6-3740-AF2A-1FDDC66DD324}"/>
                </a:ext>
              </a:extLst>
            </p:cNvPr>
            <p:cNvSpPr/>
            <p:nvPr/>
          </p:nvSpPr>
          <p:spPr>
            <a:xfrm>
              <a:off x="6821896" y="1575729"/>
              <a:ext cx="30672" cy="12767"/>
            </a:xfrm>
            <a:custGeom>
              <a:avLst/>
              <a:gdLst>
                <a:gd name="connsiteX0" fmla="*/ 24282 w 30672"/>
                <a:gd name="connsiteY0" fmla="*/ 0 h 12767"/>
                <a:gd name="connsiteX1" fmla="*/ 6390 w 30672"/>
                <a:gd name="connsiteY1" fmla="*/ 0 h 12767"/>
                <a:gd name="connsiteX2" fmla="*/ 0 w 30672"/>
                <a:gd name="connsiteY2" fmla="*/ 6384 h 12767"/>
                <a:gd name="connsiteX3" fmla="*/ 6390 w 30672"/>
                <a:gd name="connsiteY3" fmla="*/ 12768 h 12767"/>
                <a:gd name="connsiteX4" fmla="*/ 24282 w 30672"/>
                <a:gd name="connsiteY4" fmla="*/ 12768 h 12767"/>
                <a:gd name="connsiteX5" fmla="*/ 30672 w 30672"/>
                <a:gd name="connsiteY5" fmla="*/ 6384 h 12767"/>
                <a:gd name="connsiteX6" fmla="*/ 24282 w 3067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672" h="12767">
                  <a:moveTo>
                    <a:pt x="24282" y="0"/>
                  </a:moveTo>
                  <a:lnTo>
                    <a:pt x="6390" y="0"/>
                  </a:lnTo>
                  <a:cubicBezTo>
                    <a:pt x="2556" y="0"/>
                    <a:pt x="0" y="2554"/>
                    <a:pt x="0" y="6384"/>
                  </a:cubicBezTo>
                  <a:cubicBezTo>
                    <a:pt x="0" y="10214"/>
                    <a:pt x="2556" y="12768"/>
                    <a:pt x="6390" y="12768"/>
                  </a:cubicBezTo>
                  <a:lnTo>
                    <a:pt x="24282" y="12768"/>
                  </a:lnTo>
                  <a:cubicBezTo>
                    <a:pt x="28116" y="12768"/>
                    <a:pt x="30672" y="10214"/>
                    <a:pt x="30672" y="6384"/>
                  </a:cubicBezTo>
                  <a:cubicBezTo>
                    <a:pt x="30672" y="2554"/>
                    <a:pt x="27477" y="0"/>
                    <a:pt x="24282" y="0"/>
                  </a:cubicBezTo>
                  <a:close/>
                </a:path>
              </a:pathLst>
            </a:custGeom>
            <a:solidFill>
              <a:srgbClr val="0097A9"/>
            </a:solidFill>
            <a:ln w="6390" cap="flat">
              <a:noFill/>
              <a:prstDash val="solid"/>
              <a:miter/>
            </a:ln>
          </p:spPr>
          <p:txBody>
            <a:bodyPr rtlCol="0" anchor="ctr"/>
            <a:lstStyle/>
            <a:p>
              <a:endParaRPr lang="en-US"/>
            </a:p>
          </p:txBody>
        </p:sp>
        <p:sp>
          <p:nvSpPr>
            <p:cNvPr id="769" name="Graphic 4">
              <a:extLst>
                <a:ext uri="{FF2B5EF4-FFF2-40B4-BE49-F238E27FC236}">
                  <a16:creationId xmlns:a16="http://schemas.microsoft.com/office/drawing/2014/main" id="{FECEA72C-70D3-D348-A34F-907A194E3791}"/>
                </a:ext>
              </a:extLst>
            </p:cNvPr>
            <p:cNvSpPr/>
            <p:nvPr/>
          </p:nvSpPr>
          <p:spPr>
            <a:xfrm>
              <a:off x="6926691" y="1663189"/>
              <a:ext cx="12779" cy="33196"/>
            </a:xfrm>
            <a:custGeom>
              <a:avLst/>
              <a:gdLst>
                <a:gd name="connsiteX0" fmla="*/ 6390 w 12779"/>
                <a:gd name="connsiteY0" fmla="*/ 0 h 33196"/>
                <a:gd name="connsiteX1" fmla="*/ 0 w 12779"/>
                <a:gd name="connsiteY1" fmla="*/ 6384 h 33196"/>
                <a:gd name="connsiteX2" fmla="*/ 0 w 12779"/>
                <a:gd name="connsiteY2" fmla="*/ 26813 h 33196"/>
                <a:gd name="connsiteX3" fmla="*/ 6390 w 12779"/>
                <a:gd name="connsiteY3" fmla="*/ 33197 h 33196"/>
                <a:gd name="connsiteX4" fmla="*/ 12780 w 12779"/>
                <a:gd name="connsiteY4" fmla="*/ 26813 h 33196"/>
                <a:gd name="connsiteX5" fmla="*/ 12780 w 12779"/>
                <a:gd name="connsiteY5" fmla="*/ 6384 h 33196"/>
                <a:gd name="connsiteX6" fmla="*/ 6390 w 12779"/>
                <a:gd name="connsiteY6" fmla="*/ 0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33196">
                  <a:moveTo>
                    <a:pt x="6390" y="0"/>
                  </a:moveTo>
                  <a:cubicBezTo>
                    <a:pt x="2556" y="0"/>
                    <a:pt x="0" y="2554"/>
                    <a:pt x="0" y="6384"/>
                  </a:cubicBezTo>
                  <a:lnTo>
                    <a:pt x="0" y="26813"/>
                  </a:lnTo>
                  <a:cubicBezTo>
                    <a:pt x="0" y="30643"/>
                    <a:pt x="2556" y="33197"/>
                    <a:pt x="6390" y="33197"/>
                  </a:cubicBezTo>
                  <a:cubicBezTo>
                    <a:pt x="10224" y="33197"/>
                    <a:pt x="12780" y="30643"/>
                    <a:pt x="12780" y="26813"/>
                  </a:cubicBezTo>
                  <a:lnTo>
                    <a:pt x="12780" y="6384"/>
                  </a:lnTo>
                  <a:cubicBezTo>
                    <a:pt x="12780" y="3192"/>
                    <a:pt x="10224" y="0"/>
                    <a:pt x="6390" y="0"/>
                  </a:cubicBezTo>
                  <a:close/>
                </a:path>
              </a:pathLst>
            </a:custGeom>
            <a:solidFill>
              <a:srgbClr val="0097A9"/>
            </a:solidFill>
            <a:ln w="6390" cap="flat">
              <a:noFill/>
              <a:prstDash val="solid"/>
              <a:miter/>
            </a:ln>
          </p:spPr>
          <p:txBody>
            <a:bodyPr rtlCol="0" anchor="ctr"/>
            <a:lstStyle/>
            <a:p>
              <a:endParaRPr lang="en-US"/>
            </a:p>
          </p:txBody>
        </p:sp>
        <p:sp>
          <p:nvSpPr>
            <p:cNvPr id="770" name="Graphic 4">
              <a:extLst>
                <a:ext uri="{FF2B5EF4-FFF2-40B4-BE49-F238E27FC236}">
                  <a16:creationId xmlns:a16="http://schemas.microsoft.com/office/drawing/2014/main" id="{F7F95CD9-7707-C846-9239-98C22BE8286A}"/>
                </a:ext>
              </a:extLst>
            </p:cNvPr>
            <p:cNvSpPr/>
            <p:nvPr/>
          </p:nvSpPr>
          <p:spPr>
            <a:xfrm>
              <a:off x="6926691" y="1470393"/>
              <a:ext cx="12779" cy="29366"/>
            </a:xfrm>
            <a:custGeom>
              <a:avLst/>
              <a:gdLst>
                <a:gd name="connsiteX0" fmla="*/ 6390 w 12779"/>
                <a:gd name="connsiteY0" fmla="*/ 29366 h 29366"/>
                <a:gd name="connsiteX1" fmla="*/ 12780 w 12779"/>
                <a:gd name="connsiteY1" fmla="*/ 22982 h 29366"/>
                <a:gd name="connsiteX2" fmla="*/ 12780 w 12779"/>
                <a:gd name="connsiteY2" fmla="*/ 6384 h 29366"/>
                <a:gd name="connsiteX3" fmla="*/ 6390 w 12779"/>
                <a:gd name="connsiteY3" fmla="*/ 0 h 29366"/>
                <a:gd name="connsiteX4" fmla="*/ 0 w 12779"/>
                <a:gd name="connsiteY4" fmla="*/ 6384 h 29366"/>
                <a:gd name="connsiteX5" fmla="*/ 0 w 12779"/>
                <a:gd name="connsiteY5" fmla="*/ 22982 h 29366"/>
                <a:gd name="connsiteX6" fmla="*/ 6390 w 12779"/>
                <a:gd name="connsiteY6" fmla="*/ 29366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9366">
                  <a:moveTo>
                    <a:pt x="6390" y="29366"/>
                  </a:moveTo>
                  <a:cubicBezTo>
                    <a:pt x="10224" y="29366"/>
                    <a:pt x="12780" y="26813"/>
                    <a:pt x="12780" y="22982"/>
                  </a:cubicBezTo>
                  <a:lnTo>
                    <a:pt x="12780" y="6384"/>
                  </a:lnTo>
                  <a:cubicBezTo>
                    <a:pt x="12780" y="2554"/>
                    <a:pt x="10224" y="0"/>
                    <a:pt x="6390" y="0"/>
                  </a:cubicBezTo>
                  <a:cubicBezTo>
                    <a:pt x="2556" y="0"/>
                    <a:pt x="0" y="2554"/>
                    <a:pt x="0" y="6384"/>
                  </a:cubicBezTo>
                  <a:lnTo>
                    <a:pt x="0" y="22982"/>
                  </a:lnTo>
                  <a:cubicBezTo>
                    <a:pt x="0" y="26174"/>
                    <a:pt x="2556" y="29366"/>
                    <a:pt x="6390" y="29366"/>
                  </a:cubicBezTo>
                  <a:close/>
                </a:path>
              </a:pathLst>
            </a:custGeom>
            <a:solidFill>
              <a:srgbClr val="0097A9"/>
            </a:solidFill>
            <a:ln w="6390" cap="flat">
              <a:noFill/>
              <a:prstDash val="solid"/>
              <a:miter/>
            </a:ln>
          </p:spPr>
          <p:txBody>
            <a:bodyPr rtlCol="0" anchor="ctr"/>
            <a:lstStyle/>
            <a:p>
              <a:endParaRPr lang="en-US"/>
            </a:p>
          </p:txBody>
        </p:sp>
        <p:sp>
          <p:nvSpPr>
            <p:cNvPr id="771" name="Graphic 4">
              <a:extLst>
                <a:ext uri="{FF2B5EF4-FFF2-40B4-BE49-F238E27FC236}">
                  <a16:creationId xmlns:a16="http://schemas.microsoft.com/office/drawing/2014/main" id="{AFAE2429-C674-DE49-BCFC-A399B64EA2A4}"/>
                </a:ext>
              </a:extLst>
            </p:cNvPr>
            <p:cNvSpPr/>
            <p:nvPr/>
          </p:nvSpPr>
          <p:spPr>
            <a:xfrm>
              <a:off x="6911873" y="1532318"/>
              <a:ext cx="59228" cy="106612"/>
            </a:xfrm>
            <a:custGeom>
              <a:avLst/>
              <a:gdLst>
                <a:gd name="connsiteX0" fmla="*/ 52519 w 59228"/>
                <a:gd name="connsiteY0" fmla="*/ 33835 h 106612"/>
                <a:gd name="connsiteX1" fmla="*/ 43573 w 59228"/>
                <a:gd name="connsiteY1" fmla="*/ 33835 h 106612"/>
                <a:gd name="connsiteX2" fmla="*/ 48685 w 59228"/>
                <a:gd name="connsiteY2" fmla="*/ 7661 h 106612"/>
                <a:gd name="connsiteX3" fmla="*/ 47407 w 59228"/>
                <a:gd name="connsiteY3" fmla="*/ 2554 h 106612"/>
                <a:gd name="connsiteX4" fmla="*/ 42295 w 59228"/>
                <a:gd name="connsiteY4" fmla="*/ 0 h 106612"/>
                <a:gd name="connsiteX5" fmla="*/ 16735 w 59228"/>
                <a:gd name="connsiteY5" fmla="*/ 0 h 106612"/>
                <a:gd name="connsiteX6" fmla="*/ 10346 w 59228"/>
                <a:gd name="connsiteY6" fmla="*/ 5107 h 106612"/>
                <a:gd name="connsiteX7" fmla="*/ 121 w 59228"/>
                <a:gd name="connsiteY7" fmla="*/ 50434 h 106612"/>
                <a:gd name="connsiteX8" fmla="*/ 5233 w 59228"/>
                <a:gd name="connsiteY8" fmla="*/ 58094 h 106612"/>
                <a:gd name="connsiteX9" fmla="*/ 6511 w 59228"/>
                <a:gd name="connsiteY9" fmla="*/ 58094 h 106612"/>
                <a:gd name="connsiteX10" fmla="*/ 16096 w 59228"/>
                <a:gd name="connsiteY10" fmla="*/ 58094 h 106612"/>
                <a:gd name="connsiteX11" fmla="*/ 10346 w 59228"/>
                <a:gd name="connsiteY11" fmla="*/ 98952 h 106612"/>
                <a:gd name="connsiteX12" fmla="*/ 14818 w 59228"/>
                <a:gd name="connsiteY12" fmla="*/ 105974 h 106612"/>
                <a:gd name="connsiteX13" fmla="*/ 16735 w 59228"/>
                <a:gd name="connsiteY13" fmla="*/ 106613 h 106612"/>
                <a:gd name="connsiteX14" fmla="*/ 22486 w 59228"/>
                <a:gd name="connsiteY14" fmla="*/ 103421 h 106612"/>
                <a:gd name="connsiteX15" fmla="*/ 58270 w 59228"/>
                <a:gd name="connsiteY15" fmla="*/ 44050 h 106612"/>
                <a:gd name="connsiteX16" fmla="*/ 58270 w 59228"/>
                <a:gd name="connsiteY16" fmla="*/ 37666 h 106612"/>
                <a:gd name="connsiteX17" fmla="*/ 52519 w 59228"/>
                <a:gd name="connsiteY17" fmla="*/ 33835 h 106612"/>
                <a:gd name="connsiteX18" fmla="*/ 27598 w 59228"/>
                <a:gd name="connsiteY18" fmla="*/ 69585 h 106612"/>
                <a:gd name="connsiteX19" fmla="*/ 30154 w 59228"/>
                <a:gd name="connsiteY19" fmla="*/ 52349 h 106612"/>
                <a:gd name="connsiteX20" fmla="*/ 28876 w 59228"/>
                <a:gd name="connsiteY20" fmla="*/ 47242 h 106612"/>
                <a:gd name="connsiteX21" fmla="*/ 23764 w 59228"/>
                <a:gd name="connsiteY21" fmla="*/ 44688 h 106612"/>
                <a:gd name="connsiteX22" fmla="*/ 14818 w 59228"/>
                <a:gd name="connsiteY22" fmla="*/ 44688 h 106612"/>
                <a:gd name="connsiteX23" fmla="*/ 22486 w 59228"/>
                <a:gd name="connsiteY23" fmla="*/ 12130 h 106612"/>
                <a:gd name="connsiteX24" fmla="*/ 35266 w 59228"/>
                <a:gd name="connsiteY24" fmla="*/ 12130 h 106612"/>
                <a:gd name="connsiteX25" fmla="*/ 30154 w 59228"/>
                <a:gd name="connsiteY25" fmla="*/ 38304 h 106612"/>
                <a:gd name="connsiteX26" fmla="*/ 35266 w 59228"/>
                <a:gd name="connsiteY26" fmla="*/ 45965 h 106612"/>
                <a:gd name="connsiteX27" fmla="*/ 36544 w 59228"/>
                <a:gd name="connsiteY27" fmla="*/ 45965 h 106612"/>
                <a:gd name="connsiteX28" fmla="*/ 41656 w 59228"/>
                <a:gd name="connsiteY28" fmla="*/ 45965 h 106612"/>
                <a:gd name="connsiteX29" fmla="*/ 27598 w 59228"/>
                <a:gd name="connsiteY29" fmla="*/ 69585 h 106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9228" h="106612">
                  <a:moveTo>
                    <a:pt x="52519" y="33835"/>
                  </a:moveTo>
                  <a:lnTo>
                    <a:pt x="43573" y="33835"/>
                  </a:lnTo>
                  <a:lnTo>
                    <a:pt x="48685" y="7661"/>
                  </a:lnTo>
                  <a:cubicBezTo>
                    <a:pt x="49324" y="5746"/>
                    <a:pt x="48685" y="3830"/>
                    <a:pt x="47407" y="2554"/>
                  </a:cubicBezTo>
                  <a:cubicBezTo>
                    <a:pt x="46129" y="1277"/>
                    <a:pt x="44212" y="0"/>
                    <a:pt x="42295" y="0"/>
                  </a:cubicBezTo>
                  <a:lnTo>
                    <a:pt x="16735" y="0"/>
                  </a:lnTo>
                  <a:cubicBezTo>
                    <a:pt x="13541" y="0"/>
                    <a:pt x="10984" y="1915"/>
                    <a:pt x="10346" y="5107"/>
                  </a:cubicBezTo>
                  <a:lnTo>
                    <a:pt x="121" y="50434"/>
                  </a:lnTo>
                  <a:cubicBezTo>
                    <a:pt x="-518" y="53626"/>
                    <a:pt x="1399" y="57456"/>
                    <a:pt x="5233" y="58094"/>
                  </a:cubicBezTo>
                  <a:cubicBezTo>
                    <a:pt x="5872" y="58094"/>
                    <a:pt x="6511" y="58094"/>
                    <a:pt x="6511" y="58094"/>
                  </a:cubicBezTo>
                  <a:lnTo>
                    <a:pt x="16096" y="58094"/>
                  </a:lnTo>
                  <a:lnTo>
                    <a:pt x="10346" y="98952"/>
                  </a:lnTo>
                  <a:cubicBezTo>
                    <a:pt x="9706" y="102144"/>
                    <a:pt x="11623" y="105336"/>
                    <a:pt x="14818" y="105974"/>
                  </a:cubicBezTo>
                  <a:cubicBezTo>
                    <a:pt x="15457" y="105974"/>
                    <a:pt x="16096" y="106613"/>
                    <a:pt x="16735" y="106613"/>
                  </a:cubicBezTo>
                  <a:cubicBezTo>
                    <a:pt x="19291" y="106613"/>
                    <a:pt x="21208" y="105336"/>
                    <a:pt x="22486" y="103421"/>
                  </a:cubicBezTo>
                  <a:lnTo>
                    <a:pt x="58270" y="44050"/>
                  </a:lnTo>
                  <a:cubicBezTo>
                    <a:pt x="59548" y="42134"/>
                    <a:pt x="59548" y="39581"/>
                    <a:pt x="58270" y="37666"/>
                  </a:cubicBezTo>
                  <a:cubicBezTo>
                    <a:pt x="56992" y="35112"/>
                    <a:pt x="55075" y="33835"/>
                    <a:pt x="52519" y="33835"/>
                  </a:cubicBezTo>
                  <a:close/>
                  <a:moveTo>
                    <a:pt x="27598" y="69585"/>
                  </a:moveTo>
                  <a:lnTo>
                    <a:pt x="30154" y="52349"/>
                  </a:lnTo>
                  <a:cubicBezTo>
                    <a:pt x="30154" y="50434"/>
                    <a:pt x="30154" y="48518"/>
                    <a:pt x="28876" y="47242"/>
                  </a:cubicBezTo>
                  <a:cubicBezTo>
                    <a:pt x="27598" y="45965"/>
                    <a:pt x="25681" y="44688"/>
                    <a:pt x="23764" y="44688"/>
                  </a:cubicBezTo>
                  <a:lnTo>
                    <a:pt x="14818" y="44688"/>
                  </a:lnTo>
                  <a:lnTo>
                    <a:pt x="22486" y="12130"/>
                  </a:lnTo>
                  <a:lnTo>
                    <a:pt x="35266" y="12130"/>
                  </a:lnTo>
                  <a:lnTo>
                    <a:pt x="30154" y="38304"/>
                  </a:lnTo>
                  <a:cubicBezTo>
                    <a:pt x="29515" y="41496"/>
                    <a:pt x="32071" y="45326"/>
                    <a:pt x="35266" y="45965"/>
                  </a:cubicBezTo>
                  <a:cubicBezTo>
                    <a:pt x="35905" y="45965"/>
                    <a:pt x="35905" y="45965"/>
                    <a:pt x="36544" y="45965"/>
                  </a:cubicBezTo>
                  <a:lnTo>
                    <a:pt x="41656" y="45965"/>
                  </a:lnTo>
                  <a:lnTo>
                    <a:pt x="27598" y="69585"/>
                  </a:lnTo>
                  <a:close/>
                </a:path>
              </a:pathLst>
            </a:custGeom>
            <a:solidFill>
              <a:srgbClr val="0097A9"/>
            </a:solidFill>
            <a:ln w="6390" cap="flat">
              <a:noFill/>
              <a:prstDash val="solid"/>
              <a:miter/>
            </a:ln>
          </p:spPr>
          <p:txBody>
            <a:bodyPr rtlCol="0" anchor="ctr"/>
            <a:lstStyle/>
            <a:p>
              <a:endParaRPr lang="en-US"/>
            </a:p>
          </p:txBody>
        </p:sp>
      </p:grpSp>
      <p:grpSp>
        <p:nvGrpSpPr>
          <p:cNvPr id="772" name="Graphic 4">
            <a:extLst>
              <a:ext uri="{FF2B5EF4-FFF2-40B4-BE49-F238E27FC236}">
                <a16:creationId xmlns:a16="http://schemas.microsoft.com/office/drawing/2014/main" id="{1E610DEF-8417-6048-A054-724B9252B439}"/>
              </a:ext>
            </a:extLst>
          </p:cNvPr>
          <p:cNvGrpSpPr>
            <a:grpSpLocks noChangeAspect="1"/>
          </p:cNvGrpSpPr>
          <p:nvPr/>
        </p:nvGrpSpPr>
        <p:grpSpPr>
          <a:xfrm>
            <a:off x="7191874" y="918179"/>
            <a:ext cx="361674" cy="361971"/>
            <a:chOff x="7191874" y="918179"/>
            <a:chExt cx="361674" cy="361971"/>
          </a:xfrm>
          <a:solidFill>
            <a:srgbClr val="0097A9"/>
          </a:solidFill>
        </p:grpSpPr>
        <p:sp>
          <p:nvSpPr>
            <p:cNvPr id="773" name="Graphic 4">
              <a:extLst>
                <a:ext uri="{FF2B5EF4-FFF2-40B4-BE49-F238E27FC236}">
                  <a16:creationId xmlns:a16="http://schemas.microsoft.com/office/drawing/2014/main" id="{F81D8B50-5E01-B742-B1CF-D6FFE58C5806}"/>
                </a:ext>
              </a:extLst>
            </p:cNvPr>
            <p:cNvSpPr/>
            <p:nvPr/>
          </p:nvSpPr>
          <p:spPr>
            <a:xfrm>
              <a:off x="7346797" y="1094377"/>
              <a:ext cx="63611" cy="57455"/>
            </a:xfrm>
            <a:custGeom>
              <a:avLst/>
              <a:gdLst>
                <a:gd name="connsiteX0" fmla="*/ 2269 w 63611"/>
                <a:gd name="connsiteY0" fmla="*/ 45326 h 57455"/>
                <a:gd name="connsiteX1" fmla="*/ 36136 w 63611"/>
                <a:gd name="connsiteY1" fmla="*/ 7022 h 57455"/>
                <a:gd name="connsiteX2" fmla="*/ 45082 w 63611"/>
                <a:gd name="connsiteY2" fmla="*/ 9576 h 57455"/>
                <a:gd name="connsiteX3" fmla="*/ 42526 w 63611"/>
                <a:gd name="connsiteY3" fmla="*/ 18514 h 57455"/>
                <a:gd name="connsiteX4" fmla="*/ 25912 w 63611"/>
                <a:gd name="connsiteY4" fmla="*/ 33197 h 57455"/>
                <a:gd name="connsiteX5" fmla="*/ 39969 w 63611"/>
                <a:gd name="connsiteY5" fmla="*/ 33835 h 57455"/>
                <a:gd name="connsiteX6" fmla="*/ 44442 w 63611"/>
                <a:gd name="connsiteY6" fmla="*/ 41496 h 57455"/>
                <a:gd name="connsiteX7" fmla="*/ 36774 w 63611"/>
                <a:gd name="connsiteY7" fmla="*/ 45965 h 57455"/>
                <a:gd name="connsiteX8" fmla="*/ 36774 w 63611"/>
                <a:gd name="connsiteY8" fmla="*/ 45965 h 57455"/>
                <a:gd name="connsiteX9" fmla="*/ 16966 w 63611"/>
                <a:gd name="connsiteY9" fmla="*/ 47241 h 57455"/>
                <a:gd name="connsiteX10" fmla="*/ 13132 w 63611"/>
                <a:gd name="connsiteY10" fmla="*/ 54902 h 57455"/>
                <a:gd name="connsiteX11" fmla="*/ 25272 w 63611"/>
                <a:gd name="connsiteY11" fmla="*/ 57456 h 57455"/>
                <a:gd name="connsiteX12" fmla="*/ 46998 w 63611"/>
                <a:gd name="connsiteY12" fmla="*/ 50433 h 57455"/>
                <a:gd name="connsiteX13" fmla="*/ 57222 w 63611"/>
                <a:gd name="connsiteY13" fmla="*/ 23621 h 57455"/>
                <a:gd name="connsiteX14" fmla="*/ 63612 w 63611"/>
                <a:gd name="connsiteY14" fmla="*/ 638 h 57455"/>
                <a:gd name="connsiteX15" fmla="*/ 51472 w 63611"/>
                <a:gd name="connsiteY15" fmla="*/ 0 h 57455"/>
                <a:gd name="connsiteX16" fmla="*/ 13132 w 63611"/>
                <a:gd name="connsiteY16" fmla="*/ 9576 h 57455"/>
                <a:gd name="connsiteX17" fmla="*/ 2269 w 63611"/>
                <a:gd name="connsiteY17" fmla="*/ 45326 h 5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611" h="57455">
                  <a:moveTo>
                    <a:pt x="2269" y="45326"/>
                  </a:moveTo>
                  <a:cubicBezTo>
                    <a:pt x="9297" y="29366"/>
                    <a:pt x="21438" y="15960"/>
                    <a:pt x="36136" y="7022"/>
                  </a:cubicBezTo>
                  <a:cubicBezTo>
                    <a:pt x="39331" y="5107"/>
                    <a:pt x="43164" y="6384"/>
                    <a:pt x="45082" y="9576"/>
                  </a:cubicBezTo>
                  <a:cubicBezTo>
                    <a:pt x="46998" y="12768"/>
                    <a:pt x="45721" y="16598"/>
                    <a:pt x="42526" y="18514"/>
                  </a:cubicBezTo>
                  <a:cubicBezTo>
                    <a:pt x="36136" y="22344"/>
                    <a:pt x="30385" y="27451"/>
                    <a:pt x="25912" y="33197"/>
                  </a:cubicBezTo>
                  <a:cubicBezTo>
                    <a:pt x="30385" y="32558"/>
                    <a:pt x="35497" y="33197"/>
                    <a:pt x="39969" y="33835"/>
                  </a:cubicBezTo>
                  <a:cubicBezTo>
                    <a:pt x="43164" y="35112"/>
                    <a:pt x="45082" y="38304"/>
                    <a:pt x="44442" y="41496"/>
                  </a:cubicBezTo>
                  <a:cubicBezTo>
                    <a:pt x="43803" y="44688"/>
                    <a:pt x="39969" y="46603"/>
                    <a:pt x="36774" y="45965"/>
                  </a:cubicBezTo>
                  <a:cubicBezTo>
                    <a:pt x="36774" y="45965"/>
                    <a:pt x="36774" y="45965"/>
                    <a:pt x="36774" y="45965"/>
                  </a:cubicBezTo>
                  <a:cubicBezTo>
                    <a:pt x="30385" y="45326"/>
                    <a:pt x="23356" y="45326"/>
                    <a:pt x="16966" y="47241"/>
                  </a:cubicBezTo>
                  <a:cubicBezTo>
                    <a:pt x="15687" y="49795"/>
                    <a:pt x="14410" y="52349"/>
                    <a:pt x="13132" y="54902"/>
                  </a:cubicBezTo>
                  <a:cubicBezTo>
                    <a:pt x="16966" y="56817"/>
                    <a:pt x="20800" y="57456"/>
                    <a:pt x="25272" y="57456"/>
                  </a:cubicBezTo>
                  <a:cubicBezTo>
                    <a:pt x="32941" y="57456"/>
                    <a:pt x="40608" y="54902"/>
                    <a:pt x="46998" y="50433"/>
                  </a:cubicBezTo>
                  <a:cubicBezTo>
                    <a:pt x="52749" y="45965"/>
                    <a:pt x="55305" y="35112"/>
                    <a:pt x="57222" y="23621"/>
                  </a:cubicBezTo>
                  <a:cubicBezTo>
                    <a:pt x="58500" y="15960"/>
                    <a:pt x="61057" y="7661"/>
                    <a:pt x="63612" y="638"/>
                  </a:cubicBezTo>
                  <a:cubicBezTo>
                    <a:pt x="59139" y="638"/>
                    <a:pt x="55305" y="0"/>
                    <a:pt x="51472" y="0"/>
                  </a:cubicBezTo>
                  <a:cubicBezTo>
                    <a:pt x="32941" y="0"/>
                    <a:pt x="21438" y="3192"/>
                    <a:pt x="13132" y="9576"/>
                  </a:cubicBezTo>
                  <a:cubicBezTo>
                    <a:pt x="2269" y="17875"/>
                    <a:pt x="-3482" y="33835"/>
                    <a:pt x="2269" y="45326"/>
                  </a:cubicBezTo>
                  <a:close/>
                </a:path>
              </a:pathLst>
            </a:custGeom>
            <a:solidFill>
              <a:srgbClr val="0097A9"/>
            </a:solidFill>
            <a:ln w="6390" cap="flat">
              <a:noFill/>
              <a:prstDash val="solid"/>
              <a:miter/>
            </a:ln>
          </p:spPr>
          <p:txBody>
            <a:bodyPr rtlCol="0" anchor="ctr"/>
            <a:lstStyle/>
            <a:p>
              <a:endParaRPr lang="en-US"/>
            </a:p>
          </p:txBody>
        </p:sp>
        <p:sp>
          <p:nvSpPr>
            <p:cNvPr id="774" name="Graphic 4">
              <a:extLst>
                <a:ext uri="{FF2B5EF4-FFF2-40B4-BE49-F238E27FC236}">
                  <a16:creationId xmlns:a16="http://schemas.microsoft.com/office/drawing/2014/main" id="{435422F2-FA39-5448-B1D4-C96AFCD7BC0C}"/>
                </a:ext>
              </a:extLst>
            </p:cNvPr>
            <p:cNvSpPr/>
            <p:nvPr/>
          </p:nvSpPr>
          <p:spPr>
            <a:xfrm>
              <a:off x="7313921" y="1024791"/>
              <a:ext cx="12141" cy="27451"/>
            </a:xfrm>
            <a:custGeom>
              <a:avLst/>
              <a:gdLst>
                <a:gd name="connsiteX0" fmla="*/ 12141 w 12141"/>
                <a:gd name="connsiteY0" fmla="*/ 0 h 27451"/>
                <a:gd name="connsiteX1" fmla="*/ 0 w 12141"/>
                <a:gd name="connsiteY1" fmla="*/ 0 h 27451"/>
                <a:gd name="connsiteX2" fmla="*/ 0 w 12141"/>
                <a:gd name="connsiteY2" fmla="*/ 27451 h 27451"/>
                <a:gd name="connsiteX3" fmla="*/ 12141 w 12141"/>
                <a:gd name="connsiteY3" fmla="*/ 15960 h 27451"/>
              </a:gdLst>
              <a:ahLst/>
              <a:cxnLst>
                <a:cxn ang="0">
                  <a:pos x="connsiteX0" y="connsiteY0"/>
                </a:cxn>
                <a:cxn ang="0">
                  <a:pos x="connsiteX1" y="connsiteY1"/>
                </a:cxn>
                <a:cxn ang="0">
                  <a:pos x="connsiteX2" y="connsiteY2"/>
                </a:cxn>
                <a:cxn ang="0">
                  <a:pos x="connsiteX3" y="connsiteY3"/>
                </a:cxn>
              </a:cxnLst>
              <a:rect l="l" t="t" r="r" b="b"/>
              <a:pathLst>
                <a:path w="12141" h="27451">
                  <a:moveTo>
                    <a:pt x="12141" y="0"/>
                  </a:moveTo>
                  <a:lnTo>
                    <a:pt x="0" y="0"/>
                  </a:lnTo>
                  <a:lnTo>
                    <a:pt x="0" y="27451"/>
                  </a:lnTo>
                  <a:lnTo>
                    <a:pt x="12141" y="15960"/>
                  </a:lnTo>
                  <a:close/>
                </a:path>
              </a:pathLst>
            </a:custGeom>
            <a:solidFill>
              <a:srgbClr val="0097A9"/>
            </a:solidFill>
            <a:ln w="6390" cap="flat">
              <a:noFill/>
              <a:prstDash val="solid"/>
              <a:miter/>
            </a:ln>
          </p:spPr>
          <p:txBody>
            <a:bodyPr rtlCol="0" anchor="ctr"/>
            <a:lstStyle/>
            <a:p>
              <a:endParaRPr lang="en-US"/>
            </a:p>
          </p:txBody>
        </p:sp>
        <p:sp>
          <p:nvSpPr>
            <p:cNvPr id="775" name="Graphic 4">
              <a:extLst>
                <a:ext uri="{FF2B5EF4-FFF2-40B4-BE49-F238E27FC236}">
                  <a16:creationId xmlns:a16="http://schemas.microsoft.com/office/drawing/2014/main" id="{7277FC27-38A3-9546-B29C-935F3EF6B0C3}"/>
                </a:ext>
              </a:extLst>
            </p:cNvPr>
            <p:cNvSpPr/>
            <p:nvPr/>
          </p:nvSpPr>
          <p:spPr>
            <a:xfrm>
              <a:off x="7304975" y="1012662"/>
              <a:ext cx="136744" cy="175559"/>
            </a:xfrm>
            <a:custGeom>
              <a:avLst/>
              <a:gdLst>
                <a:gd name="connsiteX0" fmla="*/ 31950 w 136744"/>
                <a:gd name="connsiteY0" fmla="*/ 35750 h 175559"/>
                <a:gd name="connsiteX1" fmla="*/ 31950 w 136744"/>
                <a:gd name="connsiteY1" fmla="*/ 35750 h 175559"/>
                <a:gd name="connsiteX2" fmla="*/ 0 w 136744"/>
                <a:gd name="connsiteY2" fmla="*/ 66393 h 175559"/>
                <a:gd name="connsiteX3" fmla="*/ 0 w 136744"/>
                <a:gd name="connsiteY3" fmla="*/ 175560 h 175559"/>
                <a:gd name="connsiteX4" fmla="*/ 136745 w 136744"/>
                <a:gd name="connsiteY4" fmla="*/ 175560 h 175559"/>
                <a:gd name="connsiteX5" fmla="*/ 136745 w 136744"/>
                <a:gd name="connsiteY5" fmla="*/ 69585 h 175559"/>
                <a:gd name="connsiteX6" fmla="*/ 69012 w 136744"/>
                <a:gd name="connsiteY6" fmla="*/ 0 h 175559"/>
                <a:gd name="connsiteX7" fmla="*/ 31950 w 136744"/>
                <a:gd name="connsiteY7" fmla="*/ 35750 h 175559"/>
                <a:gd name="connsiteX8" fmla="*/ 115019 w 136744"/>
                <a:gd name="connsiteY8" fmla="*/ 70224 h 175559"/>
                <a:gd name="connsiteX9" fmla="*/ 120131 w 136744"/>
                <a:gd name="connsiteY9" fmla="*/ 74054 h 175559"/>
                <a:gd name="connsiteX10" fmla="*/ 119492 w 136744"/>
                <a:gd name="connsiteY10" fmla="*/ 80438 h 175559"/>
                <a:gd name="connsiteX11" fmla="*/ 110546 w 136744"/>
                <a:gd name="connsiteY11" fmla="*/ 108528 h 175559"/>
                <a:gd name="connsiteX12" fmla="*/ 95849 w 136744"/>
                <a:gd name="connsiteY12" fmla="*/ 143001 h 175559"/>
                <a:gd name="connsiteX13" fmla="*/ 66456 w 136744"/>
                <a:gd name="connsiteY13" fmla="*/ 153216 h 175559"/>
                <a:gd name="connsiteX14" fmla="*/ 65817 w 136744"/>
                <a:gd name="connsiteY14" fmla="*/ 153216 h 175559"/>
                <a:gd name="connsiteX15" fmla="*/ 49203 w 136744"/>
                <a:gd name="connsiteY15" fmla="*/ 149385 h 175559"/>
                <a:gd name="connsiteX16" fmla="*/ 45369 w 136744"/>
                <a:gd name="connsiteY16" fmla="*/ 162792 h 175559"/>
                <a:gd name="connsiteX17" fmla="*/ 38979 w 136744"/>
                <a:gd name="connsiteY17" fmla="*/ 167899 h 175559"/>
                <a:gd name="connsiteX18" fmla="*/ 37701 w 136744"/>
                <a:gd name="connsiteY18" fmla="*/ 167899 h 175559"/>
                <a:gd name="connsiteX19" fmla="*/ 32589 w 136744"/>
                <a:gd name="connsiteY19" fmla="*/ 160238 h 175559"/>
                <a:gd name="connsiteX20" fmla="*/ 32589 w 136744"/>
                <a:gd name="connsiteY20" fmla="*/ 160238 h 175559"/>
                <a:gd name="connsiteX21" fmla="*/ 38340 w 136744"/>
                <a:gd name="connsiteY21" fmla="*/ 141724 h 175559"/>
                <a:gd name="connsiteX22" fmla="*/ 37062 w 136744"/>
                <a:gd name="connsiteY22" fmla="*/ 140448 h 175559"/>
                <a:gd name="connsiteX23" fmla="*/ 46647 w 136744"/>
                <a:gd name="connsiteY23" fmla="*/ 82992 h 175559"/>
                <a:gd name="connsiteX24" fmla="*/ 115019 w 136744"/>
                <a:gd name="connsiteY24" fmla="*/ 70224 h 175559"/>
                <a:gd name="connsiteX25" fmla="*/ 115019 w 136744"/>
                <a:gd name="connsiteY25" fmla="*/ 70224 h 1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6744" h="175559">
                  <a:moveTo>
                    <a:pt x="31950" y="35750"/>
                  </a:moveTo>
                  <a:lnTo>
                    <a:pt x="31950" y="35750"/>
                  </a:lnTo>
                  <a:lnTo>
                    <a:pt x="0" y="66393"/>
                  </a:lnTo>
                  <a:lnTo>
                    <a:pt x="0" y="175560"/>
                  </a:lnTo>
                  <a:lnTo>
                    <a:pt x="136745" y="175560"/>
                  </a:lnTo>
                  <a:lnTo>
                    <a:pt x="136745" y="69585"/>
                  </a:lnTo>
                  <a:lnTo>
                    <a:pt x="69012" y="0"/>
                  </a:lnTo>
                  <a:lnTo>
                    <a:pt x="31950" y="35750"/>
                  </a:lnTo>
                  <a:close/>
                  <a:moveTo>
                    <a:pt x="115019" y="70224"/>
                  </a:moveTo>
                  <a:cubicBezTo>
                    <a:pt x="117575" y="70224"/>
                    <a:pt x="119492" y="71501"/>
                    <a:pt x="120131" y="74054"/>
                  </a:cubicBezTo>
                  <a:cubicBezTo>
                    <a:pt x="121409" y="75969"/>
                    <a:pt x="120770" y="78523"/>
                    <a:pt x="119492" y="80438"/>
                  </a:cubicBezTo>
                  <a:cubicBezTo>
                    <a:pt x="115019" y="89376"/>
                    <a:pt x="111824" y="98313"/>
                    <a:pt x="110546" y="108528"/>
                  </a:cubicBezTo>
                  <a:cubicBezTo>
                    <a:pt x="107990" y="121934"/>
                    <a:pt x="104795" y="135340"/>
                    <a:pt x="95849" y="143001"/>
                  </a:cubicBezTo>
                  <a:cubicBezTo>
                    <a:pt x="87543" y="149385"/>
                    <a:pt x="77319" y="153216"/>
                    <a:pt x="66456" y="153216"/>
                  </a:cubicBezTo>
                  <a:lnTo>
                    <a:pt x="65817" y="153216"/>
                  </a:lnTo>
                  <a:cubicBezTo>
                    <a:pt x="60066" y="153216"/>
                    <a:pt x="54314" y="151939"/>
                    <a:pt x="49203" y="149385"/>
                  </a:cubicBezTo>
                  <a:cubicBezTo>
                    <a:pt x="47925" y="153854"/>
                    <a:pt x="46647" y="158323"/>
                    <a:pt x="45369" y="162792"/>
                  </a:cubicBezTo>
                  <a:cubicBezTo>
                    <a:pt x="44730" y="165984"/>
                    <a:pt x="42174" y="167899"/>
                    <a:pt x="38979" y="167899"/>
                  </a:cubicBezTo>
                  <a:cubicBezTo>
                    <a:pt x="38340" y="167899"/>
                    <a:pt x="38340" y="167899"/>
                    <a:pt x="37701" y="167899"/>
                  </a:cubicBezTo>
                  <a:cubicBezTo>
                    <a:pt x="34506" y="167260"/>
                    <a:pt x="31950" y="164068"/>
                    <a:pt x="32589" y="160238"/>
                  </a:cubicBezTo>
                  <a:cubicBezTo>
                    <a:pt x="32589" y="160238"/>
                    <a:pt x="32589" y="160238"/>
                    <a:pt x="32589" y="160238"/>
                  </a:cubicBezTo>
                  <a:cubicBezTo>
                    <a:pt x="33867" y="153854"/>
                    <a:pt x="35784" y="147470"/>
                    <a:pt x="38340" y="141724"/>
                  </a:cubicBezTo>
                  <a:cubicBezTo>
                    <a:pt x="37701" y="141086"/>
                    <a:pt x="37062" y="141086"/>
                    <a:pt x="37062" y="140448"/>
                  </a:cubicBezTo>
                  <a:cubicBezTo>
                    <a:pt x="23004" y="123211"/>
                    <a:pt x="30672" y="95760"/>
                    <a:pt x="46647" y="82992"/>
                  </a:cubicBezTo>
                  <a:cubicBezTo>
                    <a:pt x="62622" y="70224"/>
                    <a:pt x="84986" y="67670"/>
                    <a:pt x="115019" y="70224"/>
                  </a:cubicBezTo>
                  <a:lnTo>
                    <a:pt x="115019" y="70224"/>
                  </a:lnTo>
                  <a:close/>
                </a:path>
              </a:pathLst>
            </a:custGeom>
            <a:solidFill>
              <a:srgbClr val="0097A9"/>
            </a:solidFill>
            <a:ln w="6390" cap="flat">
              <a:noFill/>
              <a:prstDash val="solid"/>
              <a:miter/>
            </a:ln>
          </p:spPr>
          <p:txBody>
            <a:bodyPr rtlCol="0" anchor="ctr"/>
            <a:lstStyle/>
            <a:p>
              <a:endParaRPr lang="en-US"/>
            </a:p>
          </p:txBody>
        </p:sp>
        <p:sp>
          <p:nvSpPr>
            <p:cNvPr id="776" name="Graphic 4">
              <a:extLst>
                <a:ext uri="{FF2B5EF4-FFF2-40B4-BE49-F238E27FC236}">
                  <a16:creationId xmlns:a16="http://schemas.microsoft.com/office/drawing/2014/main" id="{180D6210-DA30-E34C-9958-D9EE221D0509}"/>
                </a:ext>
              </a:extLst>
            </p:cNvPr>
            <p:cNvSpPr/>
            <p:nvPr/>
          </p:nvSpPr>
          <p:spPr>
            <a:xfrm>
              <a:off x="7191874" y="918179"/>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285630 w 361674"/>
                <a:gd name="connsiteY6" fmla="*/ 192158 h 361971"/>
                <a:gd name="connsiteX7" fmla="*/ 281157 w 361674"/>
                <a:gd name="connsiteY7" fmla="*/ 194073 h 361971"/>
                <a:gd name="connsiteX8" fmla="*/ 276685 w 361674"/>
                <a:gd name="connsiteY8" fmla="*/ 192158 h 361971"/>
                <a:gd name="connsiteX9" fmla="*/ 261987 w 361674"/>
                <a:gd name="connsiteY9" fmla="*/ 176836 h 361971"/>
                <a:gd name="connsiteX10" fmla="*/ 261987 w 361674"/>
                <a:gd name="connsiteY10" fmla="*/ 276426 h 361971"/>
                <a:gd name="connsiteX11" fmla="*/ 255597 w 361674"/>
                <a:gd name="connsiteY11" fmla="*/ 282810 h 361971"/>
                <a:gd name="connsiteX12" fmla="*/ 106073 w 361674"/>
                <a:gd name="connsiteY12" fmla="*/ 282810 h 361971"/>
                <a:gd name="connsiteX13" fmla="*/ 99683 w 361674"/>
                <a:gd name="connsiteY13" fmla="*/ 276426 h 361971"/>
                <a:gd name="connsiteX14" fmla="*/ 99683 w 361674"/>
                <a:gd name="connsiteY14" fmla="*/ 173006 h 361971"/>
                <a:gd name="connsiteX15" fmla="*/ 84347 w 361674"/>
                <a:gd name="connsiteY15" fmla="*/ 187689 h 361971"/>
                <a:gd name="connsiteX16" fmla="*/ 75402 w 361674"/>
                <a:gd name="connsiteY16" fmla="*/ 187689 h 361971"/>
                <a:gd name="connsiteX17" fmla="*/ 75402 w 361674"/>
                <a:gd name="connsiteY17" fmla="*/ 178752 h 361971"/>
                <a:gd name="connsiteX18" fmla="*/ 75402 w 361674"/>
                <a:gd name="connsiteY18" fmla="*/ 178752 h 361971"/>
                <a:gd name="connsiteX19" fmla="*/ 108629 w 361674"/>
                <a:gd name="connsiteY19" fmla="*/ 146832 h 361971"/>
                <a:gd name="connsiteX20" fmla="*/ 107990 w 361674"/>
                <a:gd name="connsiteY20" fmla="*/ 144916 h 361971"/>
                <a:gd name="connsiteX21" fmla="*/ 107990 w 361674"/>
                <a:gd name="connsiteY21" fmla="*/ 100867 h 361971"/>
                <a:gd name="connsiteX22" fmla="*/ 114380 w 361674"/>
                <a:gd name="connsiteY22" fmla="*/ 94483 h 361971"/>
                <a:gd name="connsiteX23" fmla="*/ 139301 w 361674"/>
                <a:gd name="connsiteY23" fmla="*/ 94483 h 361971"/>
                <a:gd name="connsiteX24" fmla="*/ 145691 w 361674"/>
                <a:gd name="connsiteY24" fmla="*/ 100867 h 361971"/>
                <a:gd name="connsiteX25" fmla="*/ 145691 w 361674"/>
                <a:gd name="connsiteY25" fmla="*/ 111720 h 361971"/>
                <a:gd name="connsiteX26" fmla="*/ 177001 w 361674"/>
                <a:gd name="connsiteY26" fmla="*/ 81715 h 361971"/>
                <a:gd name="connsiteX27" fmla="*/ 185947 w 361674"/>
                <a:gd name="connsiteY27" fmla="*/ 81715 h 361971"/>
                <a:gd name="connsiteX28" fmla="*/ 284352 w 361674"/>
                <a:gd name="connsiteY28" fmla="*/ 184497 h 361971"/>
                <a:gd name="connsiteX29" fmla="*/ 285630 w 361674"/>
                <a:gd name="connsiteY29" fmla="*/ 192158 h 361971"/>
                <a:gd name="connsiteX30" fmla="*/ 285630 w 361674"/>
                <a:gd name="connsiteY30" fmla="*/ 19215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1674" h="361971">
                  <a:moveTo>
                    <a:pt x="180836" y="0"/>
                  </a:moveTo>
                  <a:cubicBezTo>
                    <a:pt x="80513" y="0"/>
                    <a:pt x="0" y="81077"/>
                    <a:pt x="0" y="180667"/>
                  </a:cubicBezTo>
                  <a:cubicBezTo>
                    <a:pt x="0" y="280895"/>
                    <a:pt x="81152" y="361972"/>
                    <a:pt x="180836" y="361972"/>
                  </a:cubicBezTo>
                  <a:cubicBezTo>
                    <a:pt x="281157" y="361972"/>
                    <a:pt x="361670" y="280895"/>
                    <a:pt x="361670" y="181305"/>
                  </a:cubicBezTo>
                  <a:lnTo>
                    <a:pt x="361670" y="181305"/>
                  </a:lnTo>
                  <a:cubicBezTo>
                    <a:pt x="362309" y="81077"/>
                    <a:pt x="281157" y="0"/>
                    <a:pt x="180836" y="0"/>
                  </a:cubicBezTo>
                  <a:close/>
                  <a:moveTo>
                    <a:pt x="285630" y="192158"/>
                  </a:moveTo>
                  <a:cubicBezTo>
                    <a:pt x="284352" y="193435"/>
                    <a:pt x="283075" y="194073"/>
                    <a:pt x="281157" y="194073"/>
                  </a:cubicBezTo>
                  <a:cubicBezTo>
                    <a:pt x="279240" y="194073"/>
                    <a:pt x="277962" y="193435"/>
                    <a:pt x="276685" y="192158"/>
                  </a:cubicBezTo>
                  <a:lnTo>
                    <a:pt x="261987" y="176836"/>
                  </a:lnTo>
                  <a:lnTo>
                    <a:pt x="261987" y="276426"/>
                  </a:lnTo>
                  <a:cubicBezTo>
                    <a:pt x="261987" y="280257"/>
                    <a:pt x="259431" y="282810"/>
                    <a:pt x="255597" y="282810"/>
                  </a:cubicBezTo>
                  <a:lnTo>
                    <a:pt x="106073" y="282810"/>
                  </a:lnTo>
                  <a:cubicBezTo>
                    <a:pt x="102239" y="282810"/>
                    <a:pt x="99683" y="280257"/>
                    <a:pt x="99683" y="276426"/>
                  </a:cubicBezTo>
                  <a:lnTo>
                    <a:pt x="99683" y="173006"/>
                  </a:lnTo>
                  <a:lnTo>
                    <a:pt x="84347" y="187689"/>
                  </a:lnTo>
                  <a:cubicBezTo>
                    <a:pt x="81792" y="190243"/>
                    <a:pt x="77957" y="190243"/>
                    <a:pt x="75402" y="187689"/>
                  </a:cubicBezTo>
                  <a:cubicBezTo>
                    <a:pt x="72845" y="185135"/>
                    <a:pt x="72845" y="181305"/>
                    <a:pt x="75402" y="178752"/>
                  </a:cubicBezTo>
                  <a:cubicBezTo>
                    <a:pt x="75402" y="178752"/>
                    <a:pt x="75402" y="178752"/>
                    <a:pt x="75402" y="178752"/>
                  </a:cubicBezTo>
                  <a:lnTo>
                    <a:pt x="108629" y="146832"/>
                  </a:lnTo>
                  <a:cubicBezTo>
                    <a:pt x="108629" y="146193"/>
                    <a:pt x="107990" y="145555"/>
                    <a:pt x="107990" y="144916"/>
                  </a:cubicBezTo>
                  <a:lnTo>
                    <a:pt x="107990" y="100867"/>
                  </a:lnTo>
                  <a:cubicBezTo>
                    <a:pt x="107990" y="97037"/>
                    <a:pt x="110546" y="94483"/>
                    <a:pt x="114380" y="94483"/>
                  </a:cubicBezTo>
                  <a:lnTo>
                    <a:pt x="139301" y="94483"/>
                  </a:lnTo>
                  <a:cubicBezTo>
                    <a:pt x="143135" y="94483"/>
                    <a:pt x="145691" y="97037"/>
                    <a:pt x="145691" y="100867"/>
                  </a:cubicBezTo>
                  <a:lnTo>
                    <a:pt x="145691" y="111720"/>
                  </a:lnTo>
                  <a:lnTo>
                    <a:pt x="177001" y="81715"/>
                  </a:lnTo>
                  <a:cubicBezTo>
                    <a:pt x="179557" y="79161"/>
                    <a:pt x="183391" y="79161"/>
                    <a:pt x="185947" y="81715"/>
                  </a:cubicBezTo>
                  <a:lnTo>
                    <a:pt x="284352" y="184497"/>
                  </a:lnTo>
                  <a:cubicBezTo>
                    <a:pt x="288186" y="185774"/>
                    <a:pt x="288186" y="189604"/>
                    <a:pt x="285630" y="192158"/>
                  </a:cubicBezTo>
                  <a:lnTo>
                    <a:pt x="285630" y="192158"/>
                  </a:lnTo>
                  <a:close/>
                </a:path>
              </a:pathLst>
            </a:custGeom>
            <a:solidFill>
              <a:srgbClr val="0097A9"/>
            </a:solidFill>
            <a:ln w="6390" cap="flat">
              <a:noFill/>
              <a:prstDash val="solid"/>
              <a:miter/>
            </a:ln>
          </p:spPr>
          <p:txBody>
            <a:bodyPr rtlCol="0" anchor="ctr"/>
            <a:lstStyle/>
            <a:p>
              <a:endParaRPr lang="en-US"/>
            </a:p>
          </p:txBody>
        </p:sp>
      </p:grpSp>
      <p:grpSp>
        <p:nvGrpSpPr>
          <p:cNvPr id="777" name="Graphic 4">
            <a:extLst>
              <a:ext uri="{FF2B5EF4-FFF2-40B4-BE49-F238E27FC236}">
                <a16:creationId xmlns:a16="http://schemas.microsoft.com/office/drawing/2014/main" id="{8504C907-5F2C-DA44-91C0-EAE256EE8A77}"/>
              </a:ext>
            </a:extLst>
          </p:cNvPr>
          <p:cNvGrpSpPr>
            <a:grpSpLocks noChangeAspect="1"/>
          </p:cNvGrpSpPr>
          <p:nvPr/>
        </p:nvGrpSpPr>
        <p:grpSpPr>
          <a:xfrm>
            <a:off x="7191874" y="1402723"/>
            <a:ext cx="361674" cy="361971"/>
            <a:chOff x="7191874" y="1402723"/>
            <a:chExt cx="361674" cy="361971"/>
          </a:xfrm>
          <a:solidFill>
            <a:srgbClr val="0097A9"/>
          </a:solidFill>
        </p:grpSpPr>
        <p:sp>
          <p:nvSpPr>
            <p:cNvPr id="778" name="Graphic 4">
              <a:extLst>
                <a:ext uri="{FF2B5EF4-FFF2-40B4-BE49-F238E27FC236}">
                  <a16:creationId xmlns:a16="http://schemas.microsoft.com/office/drawing/2014/main" id="{7A89A45C-F270-EE46-AE8C-311F1DD640D4}"/>
                </a:ext>
              </a:extLst>
            </p:cNvPr>
            <p:cNvSpPr/>
            <p:nvPr/>
          </p:nvSpPr>
          <p:spPr>
            <a:xfrm>
              <a:off x="7364402" y="1545086"/>
              <a:ext cx="26837" cy="57455"/>
            </a:xfrm>
            <a:custGeom>
              <a:avLst/>
              <a:gdLst>
                <a:gd name="connsiteX0" fmla="*/ 16614 w 26837"/>
                <a:gd name="connsiteY0" fmla="*/ 31282 h 57455"/>
                <a:gd name="connsiteX1" fmla="*/ 15336 w 26837"/>
                <a:gd name="connsiteY1" fmla="*/ 26174 h 57455"/>
                <a:gd name="connsiteX2" fmla="*/ 20447 w 26837"/>
                <a:gd name="connsiteY2" fmla="*/ 0 h 57455"/>
                <a:gd name="connsiteX3" fmla="*/ 7668 w 26837"/>
                <a:gd name="connsiteY3" fmla="*/ 0 h 57455"/>
                <a:gd name="connsiteX4" fmla="*/ 0 w 26837"/>
                <a:gd name="connsiteY4" fmla="*/ 32558 h 57455"/>
                <a:gd name="connsiteX5" fmla="*/ 8946 w 26837"/>
                <a:gd name="connsiteY5" fmla="*/ 32558 h 57455"/>
                <a:gd name="connsiteX6" fmla="*/ 14058 w 26837"/>
                <a:gd name="connsiteY6" fmla="*/ 35112 h 57455"/>
                <a:gd name="connsiteX7" fmla="*/ 15336 w 26837"/>
                <a:gd name="connsiteY7" fmla="*/ 40219 h 57455"/>
                <a:gd name="connsiteX8" fmla="*/ 12780 w 26837"/>
                <a:gd name="connsiteY8" fmla="*/ 57456 h 57455"/>
                <a:gd name="connsiteX9" fmla="*/ 26837 w 26837"/>
                <a:gd name="connsiteY9" fmla="*/ 34474 h 57455"/>
                <a:gd name="connsiteX10" fmla="*/ 21726 w 26837"/>
                <a:gd name="connsiteY10" fmla="*/ 34474 h 57455"/>
                <a:gd name="connsiteX11" fmla="*/ 16614 w 26837"/>
                <a:gd name="connsiteY11" fmla="*/ 31282 h 5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37" h="57455">
                  <a:moveTo>
                    <a:pt x="16614" y="31282"/>
                  </a:moveTo>
                  <a:cubicBezTo>
                    <a:pt x="15336" y="30005"/>
                    <a:pt x="14697" y="28090"/>
                    <a:pt x="15336" y="26174"/>
                  </a:cubicBezTo>
                  <a:lnTo>
                    <a:pt x="20447" y="0"/>
                  </a:lnTo>
                  <a:lnTo>
                    <a:pt x="7668" y="0"/>
                  </a:lnTo>
                  <a:lnTo>
                    <a:pt x="0" y="32558"/>
                  </a:lnTo>
                  <a:lnTo>
                    <a:pt x="8946" y="32558"/>
                  </a:lnTo>
                  <a:cubicBezTo>
                    <a:pt x="10863" y="32558"/>
                    <a:pt x="12780" y="33197"/>
                    <a:pt x="14058" y="35112"/>
                  </a:cubicBezTo>
                  <a:cubicBezTo>
                    <a:pt x="15336" y="36389"/>
                    <a:pt x="15975" y="38304"/>
                    <a:pt x="15336" y="40219"/>
                  </a:cubicBezTo>
                  <a:lnTo>
                    <a:pt x="12780" y="57456"/>
                  </a:lnTo>
                  <a:lnTo>
                    <a:pt x="26837" y="34474"/>
                  </a:lnTo>
                  <a:lnTo>
                    <a:pt x="21726" y="34474"/>
                  </a:lnTo>
                  <a:cubicBezTo>
                    <a:pt x="19809" y="33835"/>
                    <a:pt x="17892" y="32558"/>
                    <a:pt x="16614" y="31282"/>
                  </a:cubicBezTo>
                  <a:close/>
                </a:path>
              </a:pathLst>
            </a:custGeom>
            <a:solidFill>
              <a:srgbClr val="0097A9"/>
            </a:solidFill>
            <a:ln w="6390" cap="flat">
              <a:noFill/>
              <a:prstDash val="solid"/>
              <a:miter/>
            </a:ln>
          </p:spPr>
          <p:txBody>
            <a:bodyPr rtlCol="0" anchor="ctr"/>
            <a:lstStyle/>
            <a:p>
              <a:endParaRPr lang="en-US"/>
            </a:p>
          </p:txBody>
        </p:sp>
        <p:sp>
          <p:nvSpPr>
            <p:cNvPr id="779" name="Graphic 4">
              <a:extLst>
                <a:ext uri="{FF2B5EF4-FFF2-40B4-BE49-F238E27FC236}">
                  <a16:creationId xmlns:a16="http://schemas.microsoft.com/office/drawing/2014/main" id="{73AAFCE6-EAF4-104B-850C-ADF968E77413}"/>
                </a:ext>
              </a:extLst>
            </p:cNvPr>
            <p:cNvSpPr/>
            <p:nvPr/>
          </p:nvSpPr>
          <p:spPr>
            <a:xfrm>
              <a:off x="7311365" y="1518912"/>
              <a:ext cx="125243" cy="125125"/>
            </a:xfrm>
            <a:custGeom>
              <a:avLst/>
              <a:gdLst>
                <a:gd name="connsiteX0" fmla="*/ 62622 w 125243"/>
                <a:gd name="connsiteY0" fmla="*/ 0 h 125125"/>
                <a:gd name="connsiteX1" fmla="*/ 0 w 125243"/>
                <a:gd name="connsiteY1" fmla="*/ 62563 h 125125"/>
                <a:gd name="connsiteX2" fmla="*/ 62622 w 125243"/>
                <a:gd name="connsiteY2" fmla="*/ 125126 h 125125"/>
                <a:gd name="connsiteX3" fmla="*/ 125243 w 125243"/>
                <a:gd name="connsiteY3" fmla="*/ 62563 h 125125"/>
                <a:gd name="connsiteX4" fmla="*/ 125243 w 125243"/>
                <a:gd name="connsiteY4" fmla="*/ 62563 h 125125"/>
                <a:gd name="connsiteX5" fmla="*/ 62622 w 125243"/>
                <a:gd name="connsiteY5" fmla="*/ 0 h 125125"/>
                <a:gd name="connsiteX6" fmla="*/ 97128 w 125243"/>
                <a:gd name="connsiteY6" fmla="*/ 56817 h 125125"/>
                <a:gd name="connsiteX7" fmla="*/ 61344 w 125243"/>
                <a:gd name="connsiteY7" fmla="*/ 116188 h 125125"/>
                <a:gd name="connsiteX8" fmla="*/ 55593 w 125243"/>
                <a:gd name="connsiteY8" fmla="*/ 119380 h 125125"/>
                <a:gd name="connsiteX9" fmla="*/ 53676 w 125243"/>
                <a:gd name="connsiteY9" fmla="*/ 118742 h 125125"/>
                <a:gd name="connsiteX10" fmla="*/ 49203 w 125243"/>
                <a:gd name="connsiteY10" fmla="*/ 111720 h 125125"/>
                <a:gd name="connsiteX11" fmla="*/ 54954 w 125243"/>
                <a:gd name="connsiteY11" fmla="*/ 70862 h 125125"/>
                <a:gd name="connsiteX12" fmla="*/ 45369 w 125243"/>
                <a:gd name="connsiteY12" fmla="*/ 70862 h 125125"/>
                <a:gd name="connsiteX13" fmla="*/ 40257 w 125243"/>
                <a:gd name="connsiteY13" fmla="*/ 68309 h 125125"/>
                <a:gd name="connsiteX14" fmla="*/ 38979 w 125243"/>
                <a:gd name="connsiteY14" fmla="*/ 62563 h 125125"/>
                <a:gd name="connsiteX15" fmla="*/ 49842 w 125243"/>
                <a:gd name="connsiteY15" fmla="*/ 17237 h 125125"/>
                <a:gd name="connsiteX16" fmla="*/ 56232 w 125243"/>
                <a:gd name="connsiteY16" fmla="*/ 12130 h 125125"/>
                <a:gd name="connsiteX17" fmla="*/ 81792 w 125243"/>
                <a:gd name="connsiteY17" fmla="*/ 12130 h 125125"/>
                <a:gd name="connsiteX18" fmla="*/ 86904 w 125243"/>
                <a:gd name="connsiteY18" fmla="*/ 14683 h 125125"/>
                <a:gd name="connsiteX19" fmla="*/ 88181 w 125243"/>
                <a:gd name="connsiteY19" fmla="*/ 19790 h 125125"/>
                <a:gd name="connsiteX20" fmla="*/ 83069 w 125243"/>
                <a:gd name="connsiteY20" fmla="*/ 45965 h 125125"/>
                <a:gd name="connsiteX21" fmla="*/ 92015 w 125243"/>
                <a:gd name="connsiteY21" fmla="*/ 45965 h 125125"/>
                <a:gd name="connsiteX22" fmla="*/ 98405 w 125243"/>
                <a:gd name="connsiteY22" fmla="*/ 52349 h 125125"/>
                <a:gd name="connsiteX23" fmla="*/ 97128 w 125243"/>
                <a:gd name="connsiteY23" fmla="*/ 56817 h 125125"/>
                <a:gd name="connsiteX24" fmla="*/ 97128 w 125243"/>
                <a:gd name="connsiteY24" fmla="*/ 56817 h 12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5243" h="125125">
                  <a:moveTo>
                    <a:pt x="62622" y="0"/>
                  </a:moveTo>
                  <a:cubicBezTo>
                    <a:pt x="28116" y="0"/>
                    <a:pt x="0" y="28089"/>
                    <a:pt x="0" y="62563"/>
                  </a:cubicBezTo>
                  <a:cubicBezTo>
                    <a:pt x="0" y="97037"/>
                    <a:pt x="28116" y="125126"/>
                    <a:pt x="62622" y="125126"/>
                  </a:cubicBezTo>
                  <a:cubicBezTo>
                    <a:pt x="97128" y="125126"/>
                    <a:pt x="125243" y="97037"/>
                    <a:pt x="125243" y="62563"/>
                  </a:cubicBezTo>
                  <a:cubicBezTo>
                    <a:pt x="125243" y="62563"/>
                    <a:pt x="125243" y="62563"/>
                    <a:pt x="125243" y="62563"/>
                  </a:cubicBezTo>
                  <a:cubicBezTo>
                    <a:pt x="125243" y="28089"/>
                    <a:pt x="97128" y="0"/>
                    <a:pt x="62622" y="0"/>
                  </a:cubicBezTo>
                  <a:close/>
                  <a:moveTo>
                    <a:pt x="97128" y="56817"/>
                  </a:moveTo>
                  <a:lnTo>
                    <a:pt x="61344" y="116188"/>
                  </a:lnTo>
                  <a:cubicBezTo>
                    <a:pt x="60066" y="118104"/>
                    <a:pt x="58149" y="119380"/>
                    <a:pt x="55593" y="119380"/>
                  </a:cubicBezTo>
                  <a:cubicBezTo>
                    <a:pt x="54954" y="119380"/>
                    <a:pt x="54314" y="119380"/>
                    <a:pt x="53676" y="118742"/>
                  </a:cubicBezTo>
                  <a:cubicBezTo>
                    <a:pt x="51119" y="117465"/>
                    <a:pt x="49203" y="114912"/>
                    <a:pt x="49203" y="111720"/>
                  </a:cubicBezTo>
                  <a:lnTo>
                    <a:pt x="54954" y="70862"/>
                  </a:lnTo>
                  <a:lnTo>
                    <a:pt x="45369" y="70862"/>
                  </a:lnTo>
                  <a:cubicBezTo>
                    <a:pt x="43452" y="70862"/>
                    <a:pt x="41535" y="70224"/>
                    <a:pt x="40257" y="68309"/>
                  </a:cubicBezTo>
                  <a:cubicBezTo>
                    <a:pt x="38979" y="67032"/>
                    <a:pt x="38340" y="64478"/>
                    <a:pt x="38979" y="62563"/>
                  </a:cubicBezTo>
                  <a:lnTo>
                    <a:pt x="49842" y="17237"/>
                  </a:lnTo>
                  <a:cubicBezTo>
                    <a:pt x="50481" y="14045"/>
                    <a:pt x="53037" y="12130"/>
                    <a:pt x="56232" y="12130"/>
                  </a:cubicBezTo>
                  <a:lnTo>
                    <a:pt x="81792" y="12130"/>
                  </a:lnTo>
                  <a:cubicBezTo>
                    <a:pt x="83709" y="12130"/>
                    <a:pt x="85625" y="12768"/>
                    <a:pt x="86904" y="14683"/>
                  </a:cubicBezTo>
                  <a:cubicBezTo>
                    <a:pt x="88181" y="15960"/>
                    <a:pt x="88820" y="17875"/>
                    <a:pt x="88181" y="19790"/>
                  </a:cubicBezTo>
                  <a:lnTo>
                    <a:pt x="83069" y="45965"/>
                  </a:lnTo>
                  <a:lnTo>
                    <a:pt x="92015" y="45965"/>
                  </a:lnTo>
                  <a:cubicBezTo>
                    <a:pt x="95849" y="45965"/>
                    <a:pt x="98405" y="48518"/>
                    <a:pt x="98405" y="52349"/>
                  </a:cubicBezTo>
                  <a:cubicBezTo>
                    <a:pt x="98405" y="54902"/>
                    <a:pt x="98405" y="56179"/>
                    <a:pt x="97128" y="56817"/>
                  </a:cubicBezTo>
                  <a:lnTo>
                    <a:pt x="97128" y="56817"/>
                  </a:lnTo>
                  <a:close/>
                </a:path>
              </a:pathLst>
            </a:custGeom>
            <a:solidFill>
              <a:srgbClr val="0097A9"/>
            </a:solidFill>
            <a:ln w="6390" cap="flat">
              <a:noFill/>
              <a:prstDash val="solid"/>
              <a:miter/>
            </a:ln>
          </p:spPr>
          <p:txBody>
            <a:bodyPr rtlCol="0" anchor="ctr"/>
            <a:lstStyle/>
            <a:p>
              <a:endParaRPr lang="en-US"/>
            </a:p>
          </p:txBody>
        </p:sp>
        <p:sp>
          <p:nvSpPr>
            <p:cNvPr id="780" name="Graphic 4">
              <a:extLst>
                <a:ext uri="{FF2B5EF4-FFF2-40B4-BE49-F238E27FC236}">
                  <a16:creationId xmlns:a16="http://schemas.microsoft.com/office/drawing/2014/main" id="{54496BE5-F1F1-A045-80A4-5A4BCAB88C88}"/>
                </a:ext>
              </a:extLst>
            </p:cNvPr>
            <p:cNvSpPr/>
            <p:nvPr/>
          </p:nvSpPr>
          <p:spPr>
            <a:xfrm>
              <a:off x="7191874" y="1402723"/>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238345 w 361674"/>
                <a:gd name="connsiteY7" fmla="*/ 111720 h 361971"/>
                <a:gd name="connsiteX8" fmla="*/ 250485 w 361674"/>
                <a:gd name="connsiteY8" fmla="*/ 99590 h 361971"/>
                <a:gd name="connsiteX9" fmla="*/ 259431 w 361674"/>
                <a:gd name="connsiteY9" fmla="*/ 99590 h 361971"/>
                <a:gd name="connsiteX10" fmla="*/ 259431 w 361674"/>
                <a:gd name="connsiteY10" fmla="*/ 108528 h 361971"/>
                <a:gd name="connsiteX11" fmla="*/ 259431 w 361674"/>
                <a:gd name="connsiteY11" fmla="*/ 108528 h 361971"/>
                <a:gd name="connsiteX12" fmla="*/ 247290 w 361674"/>
                <a:gd name="connsiteY12" fmla="*/ 120657 h 361971"/>
                <a:gd name="connsiteX13" fmla="*/ 238345 w 361674"/>
                <a:gd name="connsiteY13" fmla="*/ 120657 h 361971"/>
                <a:gd name="connsiteX14" fmla="*/ 238345 w 361674"/>
                <a:gd name="connsiteY14" fmla="*/ 120657 h 361971"/>
                <a:gd name="connsiteX15" fmla="*/ 238345 w 361674"/>
                <a:gd name="connsiteY15" fmla="*/ 111720 h 361971"/>
                <a:gd name="connsiteX16" fmla="*/ 238345 w 361674"/>
                <a:gd name="connsiteY16" fmla="*/ 111720 h 361971"/>
                <a:gd name="connsiteX17" fmla="*/ 173167 w 361674"/>
                <a:gd name="connsiteY17" fmla="*/ 73416 h 361971"/>
                <a:gd name="connsiteX18" fmla="*/ 179557 w 361674"/>
                <a:gd name="connsiteY18" fmla="*/ 67032 h 361971"/>
                <a:gd name="connsiteX19" fmla="*/ 185947 w 361674"/>
                <a:gd name="connsiteY19" fmla="*/ 73416 h 361971"/>
                <a:gd name="connsiteX20" fmla="*/ 185947 w 361674"/>
                <a:gd name="connsiteY20" fmla="*/ 90014 h 361971"/>
                <a:gd name="connsiteX21" fmla="*/ 179557 w 361674"/>
                <a:gd name="connsiteY21" fmla="*/ 96398 h 361971"/>
                <a:gd name="connsiteX22" fmla="*/ 173167 w 361674"/>
                <a:gd name="connsiteY22" fmla="*/ 90014 h 361971"/>
                <a:gd name="connsiteX23" fmla="*/ 173167 w 361674"/>
                <a:gd name="connsiteY23" fmla="*/ 73416 h 361971"/>
                <a:gd name="connsiteX24" fmla="*/ 101600 w 361674"/>
                <a:gd name="connsiteY24" fmla="*/ 99590 h 361971"/>
                <a:gd name="connsiteX25" fmla="*/ 110546 w 361674"/>
                <a:gd name="connsiteY25" fmla="*/ 99590 h 361971"/>
                <a:gd name="connsiteX26" fmla="*/ 122686 w 361674"/>
                <a:gd name="connsiteY26" fmla="*/ 111720 h 361971"/>
                <a:gd name="connsiteX27" fmla="*/ 122686 w 361674"/>
                <a:gd name="connsiteY27" fmla="*/ 120657 h 361971"/>
                <a:gd name="connsiteX28" fmla="*/ 122686 w 361674"/>
                <a:gd name="connsiteY28" fmla="*/ 120657 h 361971"/>
                <a:gd name="connsiteX29" fmla="*/ 113741 w 361674"/>
                <a:gd name="connsiteY29" fmla="*/ 120657 h 361971"/>
                <a:gd name="connsiteX30" fmla="*/ 113741 w 361674"/>
                <a:gd name="connsiteY30" fmla="*/ 120657 h 361971"/>
                <a:gd name="connsiteX31" fmla="*/ 101600 w 361674"/>
                <a:gd name="connsiteY31" fmla="*/ 108528 h 361971"/>
                <a:gd name="connsiteX32" fmla="*/ 101600 w 361674"/>
                <a:gd name="connsiteY32" fmla="*/ 99590 h 361971"/>
                <a:gd name="connsiteX33" fmla="*/ 101600 w 361674"/>
                <a:gd name="connsiteY33" fmla="*/ 99590 h 361971"/>
                <a:gd name="connsiteX34" fmla="*/ 92015 w 361674"/>
                <a:gd name="connsiteY34" fmla="*/ 185774 h 361971"/>
                <a:gd name="connsiteX35" fmla="*/ 74123 w 361674"/>
                <a:gd name="connsiteY35" fmla="*/ 185774 h 361971"/>
                <a:gd name="connsiteX36" fmla="*/ 67733 w 361674"/>
                <a:gd name="connsiteY36" fmla="*/ 179390 h 361971"/>
                <a:gd name="connsiteX37" fmla="*/ 74123 w 361674"/>
                <a:gd name="connsiteY37" fmla="*/ 173006 h 361971"/>
                <a:gd name="connsiteX38" fmla="*/ 92015 w 361674"/>
                <a:gd name="connsiteY38" fmla="*/ 173006 h 361971"/>
                <a:gd name="connsiteX39" fmla="*/ 98405 w 361674"/>
                <a:gd name="connsiteY39" fmla="*/ 179390 h 361971"/>
                <a:gd name="connsiteX40" fmla="*/ 92015 w 361674"/>
                <a:gd name="connsiteY40" fmla="*/ 185774 h 361971"/>
                <a:gd name="connsiteX41" fmla="*/ 122686 w 361674"/>
                <a:gd name="connsiteY41" fmla="*/ 245783 h 361971"/>
                <a:gd name="connsiteX42" fmla="*/ 108629 w 361674"/>
                <a:gd name="connsiteY42" fmla="*/ 259190 h 361971"/>
                <a:gd name="connsiteX43" fmla="*/ 99683 w 361674"/>
                <a:gd name="connsiteY43" fmla="*/ 259190 h 361971"/>
                <a:gd name="connsiteX44" fmla="*/ 99683 w 361674"/>
                <a:gd name="connsiteY44" fmla="*/ 250252 h 361971"/>
                <a:gd name="connsiteX45" fmla="*/ 113741 w 361674"/>
                <a:gd name="connsiteY45" fmla="*/ 236207 h 361971"/>
                <a:gd name="connsiteX46" fmla="*/ 122686 w 361674"/>
                <a:gd name="connsiteY46" fmla="*/ 236207 h 361971"/>
                <a:gd name="connsiteX47" fmla="*/ 122686 w 361674"/>
                <a:gd name="connsiteY47" fmla="*/ 245783 h 361971"/>
                <a:gd name="connsiteX48" fmla="*/ 122686 w 361674"/>
                <a:gd name="connsiteY48" fmla="*/ 245783 h 361971"/>
                <a:gd name="connsiteX49" fmla="*/ 185947 w 361674"/>
                <a:gd name="connsiteY49" fmla="*/ 287279 h 361971"/>
                <a:gd name="connsiteX50" fmla="*/ 179557 w 361674"/>
                <a:gd name="connsiteY50" fmla="*/ 293663 h 361971"/>
                <a:gd name="connsiteX51" fmla="*/ 173167 w 361674"/>
                <a:gd name="connsiteY51" fmla="*/ 287279 h 361971"/>
                <a:gd name="connsiteX52" fmla="*/ 173167 w 361674"/>
                <a:gd name="connsiteY52" fmla="*/ 266850 h 361971"/>
                <a:gd name="connsiteX53" fmla="*/ 179557 w 361674"/>
                <a:gd name="connsiteY53" fmla="*/ 260466 h 361971"/>
                <a:gd name="connsiteX54" fmla="*/ 185947 w 361674"/>
                <a:gd name="connsiteY54" fmla="*/ 266850 h 361971"/>
                <a:gd name="connsiteX55" fmla="*/ 185947 w 361674"/>
                <a:gd name="connsiteY55" fmla="*/ 287279 h 361971"/>
                <a:gd name="connsiteX56" fmla="*/ 182113 w 361674"/>
                <a:gd name="connsiteY56" fmla="*/ 254721 h 361971"/>
                <a:gd name="connsiteX57" fmla="*/ 106712 w 361674"/>
                <a:gd name="connsiteY57" fmla="*/ 179390 h 361971"/>
                <a:gd name="connsiteX58" fmla="*/ 182113 w 361674"/>
                <a:gd name="connsiteY58" fmla="*/ 104059 h 361971"/>
                <a:gd name="connsiteX59" fmla="*/ 257515 w 361674"/>
                <a:gd name="connsiteY59" fmla="*/ 179390 h 361971"/>
                <a:gd name="connsiteX60" fmla="*/ 257515 w 361674"/>
                <a:gd name="connsiteY60" fmla="*/ 179390 h 361971"/>
                <a:gd name="connsiteX61" fmla="*/ 182113 w 361674"/>
                <a:gd name="connsiteY61" fmla="*/ 254721 h 361971"/>
                <a:gd name="connsiteX62" fmla="*/ 261987 w 361674"/>
                <a:gd name="connsiteY62" fmla="*/ 259828 h 361971"/>
                <a:gd name="connsiteX63" fmla="*/ 257515 w 361674"/>
                <a:gd name="connsiteY63" fmla="*/ 261743 h 361971"/>
                <a:gd name="connsiteX64" fmla="*/ 253041 w 361674"/>
                <a:gd name="connsiteY64" fmla="*/ 259828 h 361971"/>
                <a:gd name="connsiteX65" fmla="*/ 238984 w 361674"/>
                <a:gd name="connsiteY65" fmla="*/ 245783 h 361971"/>
                <a:gd name="connsiteX66" fmla="*/ 238984 w 361674"/>
                <a:gd name="connsiteY66" fmla="*/ 236846 h 361971"/>
                <a:gd name="connsiteX67" fmla="*/ 247930 w 361674"/>
                <a:gd name="connsiteY67" fmla="*/ 236846 h 361971"/>
                <a:gd name="connsiteX68" fmla="*/ 261987 w 361674"/>
                <a:gd name="connsiteY68" fmla="*/ 250890 h 361971"/>
                <a:gd name="connsiteX69" fmla="*/ 261987 w 361674"/>
                <a:gd name="connsiteY69" fmla="*/ 259828 h 361971"/>
                <a:gd name="connsiteX70" fmla="*/ 261987 w 361674"/>
                <a:gd name="connsiteY70" fmla="*/ 259828 h 361971"/>
                <a:gd name="connsiteX71" fmla="*/ 288186 w 361674"/>
                <a:gd name="connsiteY71" fmla="*/ 186412 h 361971"/>
                <a:gd name="connsiteX72" fmla="*/ 269016 w 361674"/>
                <a:gd name="connsiteY72" fmla="*/ 186412 h 361971"/>
                <a:gd name="connsiteX73" fmla="*/ 262626 w 361674"/>
                <a:gd name="connsiteY73" fmla="*/ 180028 h 361971"/>
                <a:gd name="connsiteX74" fmla="*/ 269016 w 361674"/>
                <a:gd name="connsiteY74" fmla="*/ 173644 h 361971"/>
                <a:gd name="connsiteX75" fmla="*/ 288186 w 361674"/>
                <a:gd name="connsiteY75" fmla="*/ 173644 h 361971"/>
                <a:gd name="connsiteX76" fmla="*/ 294576 w 361674"/>
                <a:gd name="connsiteY76" fmla="*/ 180028 h 361971"/>
                <a:gd name="connsiteX77" fmla="*/ 288186 w 361674"/>
                <a:gd name="connsiteY77" fmla="*/ 18641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61674" h="361971">
                  <a:moveTo>
                    <a:pt x="180836" y="0"/>
                  </a:moveTo>
                  <a:cubicBezTo>
                    <a:pt x="80513" y="0"/>
                    <a:pt x="0" y="81077"/>
                    <a:pt x="0" y="180667"/>
                  </a:cubicBezTo>
                  <a:cubicBezTo>
                    <a:pt x="0" y="280257"/>
                    <a:pt x="81152" y="361972"/>
                    <a:pt x="180836" y="361972"/>
                  </a:cubicBezTo>
                  <a:cubicBezTo>
                    <a:pt x="281157" y="361972"/>
                    <a:pt x="361670" y="280895"/>
                    <a:pt x="361670" y="181305"/>
                  </a:cubicBezTo>
                  <a:cubicBezTo>
                    <a:pt x="361670" y="181305"/>
                    <a:pt x="361670" y="181305"/>
                    <a:pt x="361670" y="181305"/>
                  </a:cubicBezTo>
                  <a:cubicBezTo>
                    <a:pt x="362309" y="80438"/>
                    <a:pt x="281157" y="0"/>
                    <a:pt x="180836" y="0"/>
                  </a:cubicBezTo>
                  <a:cubicBezTo>
                    <a:pt x="180836" y="0"/>
                    <a:pt x="180836" y="0"/>
                    <a:pt x="180836" y="0"/>
                  </a:cubicBezTo>
                  <a:close/>
                  <a:moveTo>
                    <a:pt x="238345" y="111720"/>
                  </a:moveTo>
                  <a:lnTo>
                    <a:pt x="250485" y="99590"/>
                  </a:lnTo>
                  <a:cubicBezTo>
                    <a:pt x="253041" y="97037"/>
                    <a:pt x="256875" y="97037"/>
                    <a:pt x="259431" y="99590"/>
                  </a:cubicBezTo>
                  <a:cubicBezTo>
                    <a:pt x="261987" y="102144"/>
                    <a:pt x="261987" y="105974"/>
                    <a:pt x="259431" y="108528"/>
                  </a:cubicBezTo>
                  <a:lnTo>
                    <a:pt x="259431" y="108528"/>
                  </a:lnTo>
                  <a:lnTo>
                    <a:pt x="247290" y="120657"/>
                  </a:lnTo>
                  <a:cubicBezTo>
                    <a:pt x="244735" y="123211"/>
                    <a:pt x="240900" y="123211"/>
                    <a:pt x="238345" y="120657"/>
                  </a:cubicBezTo>
                  <a:cubicBezTo>
                    <a:pt x="238345" y="120657"/>
                    <a:pt x="238345" y="120657"/>
                    <a:pt x="238345" y="120657"/>
                  </a:cubicBezTo>
                  <a:cubicBezTo>
                    <a:pt x="235789" y="118742"/>
                    <a:pt x="235789" y="114273"/>
                    <a:pt x="238345" y="111720"/>
                  </a:cubicBezTo>
                  <a:cubicBezTo>
                    <a:pt x="238345" y="111720"/>
                    <a:pt x="238345" y="111720"/>
                    <a:pt x="238345" y="111720"/>
                  </a:cubicBezTo>
                  <a:close/>
                  <a:moveTo>
                    <a:pt x="173167" y="73416"/>
                  </a:moveTo>
                  <a:cubicBezTo>
                    <a:pt x="173167" y="69585"/>
                    <a:pt x="175723" y="67032"/>
                    <a:pt x="179557" y="67032"/>
                  </a:cubicBezTo>
                  <a:cubicBezTo>
                    <a:pt x="183391" y="67032"/>
                    <a:pt x="185947" y="69585"/>
                    <a:pt x="185947" y="73416"/>
                  </a:cubicBezTo>
                  <a:lnTo>
                    <a:pt x="185947" y="90014"/>
                  </a:lnTo>
                  <a:cubicBezTo>
                    <a:pt x="185947" y="93845"/>
                    <a:pt x="183391" y="96398"/>
                    <a:pt x="179557" y="96398"/>
                  </a:cubicBezTo>
                  <a:cubicBezTo>
                    <a:pt x="175723" y="96398"/>
                    <a:pt x="173167" y="93845"/>
                    <a:pt x="173167" y="90014"/>
                  </a:cubicBezTo>
                  <a:lnTo>
                    <a:pt x="173167" y="73416"/>
                  </a:lnTo>
                  <a:close/>
                  <a:moveTo>
                    <a:pt x="101600" y="99590"/>
                  </a:moveTo>
                  <a:cubicBezTo>
                    <a:pt x="104156" y="97037"/>
                    <a:pt x="107990" y="97037"/>
                    <a:pt x="110546" y="99590"/>
                  </a:cubicBezTo>
                  <a:lnTo>
                    <a:pt x="122686" y="111720"/>
                  </a:lnTo>
                  <a:cubicBezTo>
                    <a:pt x="125243" y="114273"/>
                    <a:pt x="125243" y="118104"/>
                    <a:pt x="122686" y="120657"/>
                  </a:cubicBezTo>
                  <a:cubicBezTo>
                    <a:pt x="122686" y="120657"/>
                    <a:pt x="122686" y="120657"/>
                    <a:pt x="122686" y="120657"/>
                  </a:cubicBezTo>
                  <a:cubicBezTo>
                    <a:pt x="120131" y="123211"/>
                    <a:pt x="116297" y="123211"/>
                    <a:pt x="113741" y="120657"/>
                  </a:cubicBezTo>
                  <a:cubicBezTo>
                    <a:pt x="113741" y="120657"/>
                    <a:pt x="113741" y="120657"/>
                    <a:pt x="113741" y="120657"/>
                  </a:cubicBezTo>
                  <a:lnTo>
                    <a:pt x="101600" y="108528"/>
                  </a:lnTo>
                  <a:cubicBezTo>
                    <a:pt x="99044" y="105974"/>
                    <a:pt x="99044" y="102144"/>
                    <a:pt x="101600" y="99590"/>
                  </a:cubicBezTo>
                  <a:lnTo>
                    <a:pt x="101600" y="99590"/>
                  </a:lnTo>
                  <a:close/>
                  <a:moveTo>
                    <a:pt x="92015" y="185774"/>
                  </a:moveTo>
                  <a:lnTo>
                    <a:pt x="74123" y="185774"/>
                  </a:lnTo>
                  <a:cubicBezTo>
                    <a:pt x="70289" y="185774"/>
                    <a:pt x="67733" y="183220"/>
                    <a:pt x="67733" y="179390"/>
                  </a:cubicBezTo>
                  <a:cubicBezTo>
                    <a:pt x="67733" y="175560"/>
                    <a:pt x="70289" y="173006"/>
                    <a:pt x="74123" y="173006"/>
                  </a:cubicBezTo>
                  <a:lnTo>
                    <a:pt x="92015" y="173006"/>
                  </a:lnTo>
                  <a:cubicBezTo>
                    <a:pt x="95849" y="173006"/>
                    <a:pt x="98405" y="175560"/>
                    <a:pt x="98405" y="179390"/>
                  </a:cubicBezTo>
                  <a:cubicBezTo>
                    <a:pt x="98405" y="183220"/>
                    <a:pt x="95849" y="185774"/>
                    <a:pt x="92015" y="185774"/>
                  </a:cubicBezTo>
                  <a:close/>
                  <a:moveTo>
                    <a:pt x="122686" y="245783"/>
                  </a:moveTo>
                  <a:lnTo>
                    <a:pt x="108629" y="259190"/>
                  </a:lnTo>
                  <a:cubicBezTo>
                    <a:pt x="106073" y="261743"/>
                    <a:pt x="102239" y="261743"/>
                    <a:pt x="99683" y="259190"/>
                  </a:cubicBezTo>
                  <a:cubicBezTo>
                    <a:pt x="97127" y="256636"/>
                    <a:pt x="97127" y="252806"/>
                    <a:pt x="99683" y="250252"/>
                  </a:cubicBezTo>
                  <a:lnTo>
                    <a:pt x="113741" y="236207"/>
                  </a:lnTo>
                  <a:cubicBezTo>
                    <a:pt x="116297" y="233654"/>
                    <a:pt x="120131" y="233654"/>
                    <a:pt x="122686" y="236207"/>
                  </a:cubicBezTo>
                  <a:cubicBezTo>
                    <a:pt x="125243" y="238761"/>
                    <a:pt x="125243" y="243230"/>
                    <a:pt x="122686" y="245783"/>
                  </a:cubicBezTo>
                  <a:lnTo>
                    <a:pt x="122686" y="245783"/>
                  </a:lnTo>
                  <a:close/>
                  <a:moveTo>
                    <a:pt x="185947" y="287279"/>
                  </a:moveTo>
                  <a:cubicBezTo>
                    <a:pt x="185947" y="291110"/>
                    <a:pt x="183391" y="293663"/>
                    <a:pt x="179557" y="293663"/>
                  </a:cubicBezTo>
                  <a:cubicBezTo>
                    <a:pt x="175723" y="293663"/>
                    <a:pt x="173167" y="291110"/>
                    <a:pt x="173167" y="287279"/>
                  </a:cubicBezTo>
                  <a:lnTo>
                    <a:pt x="173167" y="266850"/>
                  </a:lnTo>
                  <a:cubicBezTo>
                    <a:pt x="173167" y="263020"/>
                    <a:pt x="175723" y="260466"/>
                    <a:pt x="179557" y="260466"/>
                  </a:cubicBezTo>
                  <a:cubicBezTo>
                    <a:pt x="183391" y="260466"/>
                    <a:pt x="185947" y="263020"/>
                    <a:pt x="185947" y="266850"/>
                  </a:cubicBezTo>
                  <a:lnTo>
                    <a:pt x="185947" y="287279"/>
                  </a:lnTo>
                  <a:close/>
                  <a:moveTo>
                    <a:pt x="182113" y="254721"/>
                  </a:moveTo>
                  <a:cubicBezTo>
                    <a:pt x="140579" y="254721"/>
                    <a:pt x="106712" y="220886"/>
                    <a:pt x="106712" y="179390"/>
                  </a:cubicBezTo>
                  <a:cubicBezTo>
                    <a:pt x="106712" y="137894"/>
                    <a:pt x="140579" y="104059"/>
                    <a:pt x="182113" y="104059"/>
                  </a:cubicBezTo>
                  <a:cubicBezTo>
                    <a:pt x="223648" y="104059"/>
                    <a:pt x="257515" y="137894"/>
                    <a:pt x="257515" y="179390"/>
                  </a:cubicBezTo>
                  <a:cubicBezTo>
                    <a:pt x="257515" y="179390"/>
                    <a:pt x="257515" y="179390"/>
                    <a:pt x="257515" y="179390"/>
                  </a:cubicBezTo>
                  <a:cubicBezTo>
                    <a:pt x="257515" y="220886"/>
                    <a:pt x="223648" y="254721"/>
                    <a:pt x="182113" y="254721"/>
                  </a:cubicBezTo>
                  <a:close/>
                  <a:moveTo>
                    <a:pt x="261987" y="259828"/>
                  </a:moveTo>
                  <a:cubicBezTo>
                    <a:pt x="260710" y="261105"/>
                    <a:pt x="259431" y="261743"/>
                    <a:pt x="257515" y="261743"/>
                  </a:cubicBezTo>
                  <a:cubicBezTo>
                    <a:pt x="255597" y="261743"/>
                    <a:pt x="254320" y="261105"/>
                    <a:pt x="253041" y="259828"/>
                  </a:cubicBezTo>
                  <a:lnTo>
                    <a:pt x="238984" y="245783"/>
                  </a:lnTo>
                  <a:cubicBezTo>
                    <a:pt x="236428" y="243230"/>
                    <a:pt x="236428" y="239399"/>
                    <a:pt x="238984" y="236846"/>
                  </a:cubicBezTo>
                  <a:cubicBezTo>
                    <a:pt x="241540" y="234292"/>
                    <a:pt x="245374" y="234292"/>
                    <a:pt x="247930" y="236846"/>
                  </a:cubicBezTo>
                  <a:lnTo>
                    <a:pt x="261987" y="250890"/>
                  </a:lnTo>
                  <a:cubicBezTo>
                    <a:pt x="263905" y="253444"/>
                    <a:pt x="263905" y="257274"/>
                    <a:pt x="261987" y="259828"/>
                  </a:cubicBezTo>
                  <a:lnTo>
                    <a:pt x="261987" y="259828"/>
                  </a:lnTo>
                  <a:close/>
                  <a:moveTo>
                    <a:pt x="288186" y="186412"/>
                  </a:moveTo>
                  <a:lnTo>
                    <a:pt x="269016" y="186412"/>
                  </a:lnTo>
                  <a:cubicBezTo>
                    <a:pt x="265182" y="186412"/>
                    <a:pt x="262626" y="183859"/>
                    <a:pt x="262626" y="180028"/>
                  </a:cubicBezTo>
                  <a:cubicBezTo>
                    <a:pt x="262626" y="176198"/>
                    <a:pt x="265182" y="173644"/>
                    <a:pt x="269016" y="173644"/>
                  </a:cubicBezTo>
                  <a:lnTo>
                    <a:pt x="288186" y="173644"/>
                  </a:lnTo>
                  <a:cubicBezTo>
                    <a:pt x="292020" y="173644"/>
                    <a:pt x="294576" y="176198"/>
                    <a:pt x="294576" y="180028"/>
                  </a:cubicBezTo>
                  <a:cubicBezTo>
                    <a:pt x="294576" y="183859"/>
                    <a:pt x="291381" y="186412"/>
                    <a:pt x="288186" y="186412"/>
                  </a:cubicBezTo>
                  <a:close/>
                </a:path>
              </a:pathLst>
            </a:custGeom>
            <a:solidFill>
              <a:srgbClr val="0097A9"/>
            </a:solidFill>
            <a:ln w="6390" cap="flat">
              <a:noFill/>
              <a:prstDash val="solid"/>
              <a:miter/>
            </a:ln>
          </p:spPr>
          <p:txBody>
            <a:bodyPr rtlCol="0" anchor="ctr"/>
            <a:lstStyle/>
            <a:p>
              <a:endParaRPr lang="en-US"/>
            </a:p>
          </p:txBody>
        </p:sp>
      </p:grpSp>
      <p:grpSp>
        <p:nvGrpSpPr>
          <p:cNvPr id="781" name="Graphic 4">
            <a:extLst>
              <a:ext uri="{FF2B5EF4-FFF2-40B4-BE49-F238E27FC236}">
                <a16:creationId xmlns:a16="http://schemas.microsoft.com/office/drawing/2014/main" id="{B424A91C-778B-3244-9E39-DCCD43FDC6A8}"/>
              </a:ext>
            </a:extLst>
          </p:cNvPr>
          <p:cNvGrpSpPr>
            <a:grpSpLocks noChangeAspect="1"/>
          </p:cNvGrpSpPr>
          <p:nvPr/>
        </p:nvGrpSpPr>
        <p:grpSpPr>
          <a:xfrm>
            <a:off x="6789391" y="1858974"/>
            <a:ext cx="361674" cy="361971"/>
            <a:chOff x="6753524" y="2371173"/>
            <a:chExt cx="361674" cy="361971"/>
          </a:xfrm>
          <a:solidFill>
            <a:srgbClr val="0097A9"/>
          </a:solidFill>
        </p:grpSpPr>
        <p:sp>
          <p:nvSpPr>
            <p:cNvPr id="782" name="Graphic 4">
              <a:extLst>
                <a:ext uri="{FF2B5EF4-FFF2-40B4-BE49-F238E27FC236}">
                  <a16:creationId xmlns:a16="http://schemas.microsoft.com/office/drawing/2014/main" id="{B7E51F62-E749-0D4D-9D84-C94246BD7F1D}"/>
                </a:ext>
              </a:extLst>
            </p:cNvPr>
            <p:cNvSpPr/>
            <p:nvPr/>
          </p:nvSpPr>
          <p:spPr>
            <a:xfrm>
              <a:off x="6753524" y="2371173"/>
              <a:ext cx="361674" cy="361971"/>
            </a:xfrm>
            <a:custGeom>
              <a:avLst/>
              <a:gdLst>
                <a:gd name="connsiteX0" fmla="*/ 180835 w 361674"/>
                <a:gd name="connsiteY0" fmla="*/ 12768 h 361971"/>
                <a:gd name="connsiteX1" fmla="*/ 349529 w 361674"/>
                <a:gd name="connsiteY1" fmla="*/ 180667 h 361971"/>
                <a:gd name="connsiteX2" fmla="*/ 181474 w 361674"/>
                <a:gd name="connsiteY2" fmla="*/ 349204 h 361971"/>
                <a:gd name="connsiteX3" fmla="*/ 12780 w 361674"/>
                <a:gd name="connsiteY3" fmla="*/ 181305 h 361971"/>
                <a:gd name="connsiteX4" fmla="*/ 12780 w 361674"/>
                <a:gd name="connsiteY4" fmla="*/ 181305 h 361971"/>
                <a:gd name="connsiteX5" fmla="*/ 180835 w 361674"/>
                <a:gd name="connsiteY5" fmla="*/ 12768 h 361971"/>
                <a:gd name="connsiteX6" fmla="*/ 180835 w 361674"/>
                <a:gd name="connsiteY6" fmla="*/ 0 h 361971"/>
                <a:gd name="connsiteX7" fmla="*/ 0 w 361674"/>
                <a:gd name="connsiteY7" fmla="*/ 180667 h 361971"/>
                <a:gd name="connsiteX8" fmla="*/ 180835 w 361674"/>
                <a:gd name="connsiteY8" fmla="*/ 361972 h 361971"/>
                <a:gd name="connsiteX9" fmla="*/ 361670 w 361674"/>
                <a:gd name="connsiteY9" fmla="*/ 181305 h 361971"/>
                <a:gd name="connsiteX10" fmla="*/ 361670 w 361674"/>
                <a:gd name="connsiteY10" fmla="*/ 181305 h 361971"/>
                <a:gd name="connsiteX11" fmla="*/ 180835 w 361674"/>
                <a:gd name="connsiteY11" fmla="*/ 0 h 361971"/>
                <a:gd name="connsiteX12" fmla="*/ 180835 w 361674"/>
                <a:gd name="connsiteY12"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12768"/>
                  </a:moveTo>
                  <a:cubicBezTo>
                    <a:pt x="274128" y="12768"/>
                    <a:pt x="349529" y="88099"/>
                    <a:pt x="349529" y="180667"/>
                  </a:cubicBezTo>
                  <a:cubicBezTo>
                    <a:pt x="349529" y="273873"/>
                    <a:pt x="274128" y="349204"/>
                    <a:pt x="181474" y="349204"/>
                  </a:cubicBezTo>
                  <a:cubicBezTo>
                    <a:pt x="88181" y="349204"/>
                    <a:pt x="12780" y="273873"/>
                    <a:pt x="12780" y="181305"/>
                  </a:cubicBezTo>
                  <a:cubicBezTo>
                    <a:pt x="12780" y="181305"/>
                    <a:pt x="12780" y="181305"/>
                    <a:pt x="12780" y="181305"/>
                  </a:cubicBezTo>
                  <a:cubicBezTo>
                    <a:pt x="12780" y="88099"/>
                    <a:pt x="88181" y="12768"/>
                    <a:pt x="180835" y="12768"/>
                  </a:cubicBezTo>
                  <a:moveTo>
                    <a:pt x="180835" y="0"/>
                  </a:moveTo>
                  <a:cubicBezTo>
                    <a:pt x="80513" y="0"/>
                    <a:pt x="0" y="81077"/>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2309" y="81077"/>
                    <a:pt x="281157" y="0"/>
                    <a:pt x="180835" y="0"/>
                  </a:cubicBezTo>
                  <a:cubicBezTo>
                    <a:pt x="181474" y="0"/>
                    <a:pt x="181474" y="0"/>
                    <a:pt x="180835" y="0"/>
                  </a:cubicBezTo>
                  <a:close/>
                </a:path>
              </a:pathLst>
            </a:custGeom>
            <a:solidFill>
              <a:srgbClr val="0097A9"/>
            </a:solidFill>
            <a:ln w="6390" cap="flat">
              <a:noFill/>
              <a:prstDash val="solid"/>
              <a:miter/>
            </a:ln>
          </p:spPr>
          <p:txBody>
            <a:bodyPr rtlCol="0" anchor="ctr"/>
            <a:lstStyle/>
            <a:p>
              <a:endParaRPr lang="en-US"/>
            </a:p>
          </p:txBody>
        </p:sp>
        <p:sp>
          <p:nvSpPr>
            <p:cNvPr id="783" name="Graphic 4">
              <a:extLst>
                <a:ext uri="{FF2B5EF4-FFF2-40B4-BE49-F238E27FC236}">
                  <a16:creationId xmlns:a16="http://schemas.microsoft.com/office/drawing/2014/main" id="{023C7B8A-B64E-AE4A-907C-699E6B5A37C0}"/>
                </a:ext>
              </a:extLst>
            </p:cNvPr>
            <p:cNvSpPr/>
            <p:nvPr/>
          </p:nvSpPr>
          <p:spPr>
            <a:xfrm>
              <a:off x="6857899" y="2441397"/>
              <a:ext cx="153778" cy="220885"/>
            </a:xfrm>
            <a:custGeom>
              <a:avLst/>
              <a:gdLst>
                <a:gd name="connsiteX0" fmla="*/ 21507 w 153778"/>
                <a:gd name="connsiteY0" fmla="*/ 220886 h 220885"/>
                <a:gd name="connsiteX1" fmla="*/ 18312 w 153778"/>
                <a:gd name="connsiteY1" fmla="*/ 220247 h 220885"/>
                <a:gd name="connsiteX2" fmla="*/ 15117 w 153778"/>
                <a:gd name="connsiteY2" fmla="*/ 212587 h 220885"/>
                <a:gd name="connsiteX3" fmla="*/ 42594 w 153778"/>
                <a:gd name="connsiteY3" fmla="*/ 116827 h 220885"/>
                <a:gd name="connsiteX4" fmla="*/ 6171 w 153778"/>
                <a:gd name="connsiteY4" fmla="*/ 116827 h 220885"/>
                <a:gd name="connsiteX5" fmla="*/ 1059 w 153778"/>
                <a:gd name="connsiteY5" fmla="*/ 113635 h 220885"/>
                <a:gd name="connsiteX6" fmla="*/ 420 w 153778"/>
                <a:gd name="connsiteY6" fmla="*/ 107251 h 220885"/>
                <a:gd name="connsiteX7" fmla="*/ 45150 w 153778"/>
                <a:gd name="connsiteY7" fmla="*/ 3830 h 220885"/>
                <a:gd name="connsiteX8" fmla="*/ 50900 w 153778"/>
                <a:gd name="connsiteY8" fmla="*/ 0 h 220885"/>
                <a:gd name="connsiteX9" fmla="*/ 125024 w 153778"/>
                <a:gd name="connsiteY9" fmla="*/ 0 h 220885"/>
                <a:gd name="connsiteX10" fmla="*/ 131414 w 153778"/>
                <a:gd name="connsiteY10" fmla="*/ 6384 h 220885"/>
                <a:gd name="connsiteX11" fmla="*/ 130774 w 153778"/>
                <a:gd name="connsiteY11" fmla="*/ 8938 h 220885"/>
                <a:gd name="connsiteX12" fmla="*/ 105215 w 153778"/>
                <a:gd name="connsiteY12" fmla="*/ 66394 h 220885"/>
                <a:gd name="connsiteX13" fmla="*/ 147389 w 153778"/>
                <a:gd name="connsiteY13" fmla="*/ 66394 h 220885"/>
                <a:gd name="connsiteX14" fmla="*/ 153779 w 153778"/>
                <a:gd name="connsiteY14" fmla="*/ 72778 h 220885"/>
                <a:gd name="connsiteX15" fmla="*/ 151861 w 153778"/>
                <a:gd name="connsiteY15" fmla="*/ 77246 h 220885"/>
                <a:gd name="connsiteX16" fmla="*/ 25980 w 153778"/>
                <a:gd name="connsiteY16" fmla="*/ 217694 h 220885"/>
                <a:gd name="connsiteX17" fmla="*/ 21507 w 153778"/>
                <a:gd name="connsiteY17" fmla="*/ 220886 h 220885"/>
                <a:gd name="connsiteX18" fmla="*/ 15755 w 153778"/>
                <a:gd name="connsiteY18" fmla="*/ 104059 h 220885"/>
                <a:gd name="connsiteX19" fmla="*/ 51540 w 153778"/>
                <a:gd name="connsiteY19" fmla="*/ 104059 h 220885"/>
                <a:gd name="connsiteX20" fmla="*/ 57930 w 153778"/>
                <a:gd name="connsiteY20" fmla="*/ 110443 h 220885"/>
                <a:gd name="connsiteX21" fmla="*/ 57930 w 153778"/>
                <a:gd name="connsiteY21" fmla="*/ 112358 h 220885"/>
                <a:gd name="connsiteX22" fmla="*/ 35565 w 153778"/>
                <a:gd name="connsiteY22" fmla="*/ 188966 h 220885"/>
                <a:gd name="connsiteX23" fmla="*/ 133330 w 153778"/>
                <a:gd name="connsiteY23" fmla="*/ 79800 h 220885"/>
                <a:gd name="connsiteX24" fmla="*/ 95630 w 153778"/>
                <a:gd name="connsiteY24" fmla="*/ 79800 h 220885"/>
                <a:gd name="connsiteX25" fmla="*/ 89240 w 153778"/>
                <a:gd name="connsiteY25" fmla="*/ 73416 h 220885"/>
                <a:gd name="connsiteX26" fmla="*/ 89879 w 153778"/>
                <a:gd name="connsiteY26" fmla="*/ 70862 h 220885"/>
                <a:gd name="connsiteX27" fmla="*/ 115439 w 153778"/>
                <a:gd name="connsiteY27" fmla="*/ 13406 h 220885"/>
                <a:gd name="connsiteX28" fmla="*/ 56012 w 153778"/>
                <a:gd name="connsiteY28" fmla="*/ 13406 h 220885"/>
                <a:gd name="connsiteX29" fmla="*/ 15755 w 153778"/>
                <a:gd name="connsiteY29" fmla="*/ 104059 h 22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53778" h="220885">
                  <a:moveTo>
                    <a:pt x="21507" y="220886"/>
                  </a:moveTo>
                  <a:cubicBezTo>
                    <a:pt x="20229" y="220886"/>
                    <a:pt x="19590" y="220886"/>
                    <a:pt x="18312" y="220247"/>
                  </a:cubicBezTo>
                  <a:cubicBezTo>
                    <a:pt x="15755" y="218971"/>
                    <a:pt x="14478" y="215779"/>
                    <a:pt x="15117" y="212587"/>
                  </a:cubicBezTo>
                  <a:lnTo>
                    <a:pt x="42594" y="116827"/>
                  </a:lnTo>
                  <a:lnTo>
                    <a:pt x="6171" y="116827"/>
                  </a:lnTo>
                  <a:cubicBezTo>
                    <a:pt x="4254" y="116827"/>
                    <a:pt x="1698" y="115550"/>
                    <a:pt x="1059" y="113635"/>
                  </a:cubicBezTo>
                  <a:cubicBezTo>
                    <a:pt x="-219" y="111720"/>
                    <a:pt x="-219" y="109805"/>
                    <a:pt x="420" y="107251"/>
                  </a:cubicBezTo>
                  <a:lnTo>
                    <a:pt x="45150" y="3830"/>
                  </a:lnTo>
                  <a:cubicBezTo>
                    <a:pt x="46427" y="1277"/>
                    <a:pt x="48345" y="0"/>
                    <a:pt x="50900" y="0"/>
                  </a:cubicBezTo>
                  <a:lnTo>
                    <a:pt x="125024" y="0"/>
                  </a:lnTo>
                  <a:cubicBezTo>
                    <a:pt x="128858" y="0"/>
                    <a:pt x="131414" y="3192"/>
                    <a:pt x="131414" y="6384"/>
                  </a:cubicBezTo>
                  <a:cubicBezTo>
                    <a:pt x="131414" y="7022"/>
                    <a:pt x="131414" y="8299"/>
                    <a:pt x="130774" y="8938"/>
                  </a:cubicBezTo>
                  <a:lnTo>
                    <a:pt x="105215" y="66394"/>
                  </a:lnTo>
                  <a:lnTo>
                    <a:pt x="147389" y="66394"/>
                  </a:lnTo>
                  <a:cubicBezTo>
                    <a:pt x="151223" y="66394"/>
                    <a:pt x="153779" y="68947"/>
                    <a:pt x="153779" y="72778"/>
                  </a:cubicBezTo>
                  <a:cubicBezTo>
                    <a:pt x="153779" y="74693"/>
                    <a:pt x="153139" y="75970"/>
                    <a:pt x="151861" y="77246"/>
                  </a:cubicBezTo>
                  <a:lnTo>
                    <a:pt x="25980" y="217694"/>
                  </a:lnTo>
                  <a:cubicBezTo>
                    <a:pt x="24701" y="219609"/>
                    <a:pt x="23424" y="220247"/>
                    <a:pt x="21507" y="220886"/>
                  </a:cubicBezTo>
                  <a:close/>
                  <a:moveTo>
                    <a:pt x="15755" y="104059"/>
                  </a:moveTo>
                  <a:lnTo>
                    <a:pt x="51540" y="104059"/>
                  </a:lnTo>
                  <a:cubicBezTo>
                    <a:pt x="55373" y="104059"/>
                    <a:pt x="57930" y="106613"/>
                    <a:pt x="57930" y="110443"/>
                  </a:cubicBezTo>
                  <a:cubicBezTo>
                    <a:pt x="57930" y="111081"/>
                    <a:pt x="57930" y="111720"/>
                    <a:pt x="57930" y="112358"/>
                  </a:cubicBezTo>
                  <a:lnTo>
                    <a:pt x="35565" y="188966"/>
                  </a:lnTo>
                  <a:lnTo>
                    <a:pt x="133330" y="79800"/>
                  </a:lnTo>
                  <a:lnTo>
                    <a:pt x="95630" y="79800"/>
                  </a:lnTo>
                  <a:cubicBezTo>
                    <a:pt x="91796" y="79800"/>
                    <a:pt x="89240" y="77246"/>
                    <a:pt x="89240" y="73416"/>
                  </a:cubicBezTo>
                  <a:cubicBezTo>
                    <a:pt x="89240" y="72778"/>
                    <a:pt x="89240" y="71501"/>
                    <a:pt x="89879" y="70862"/>
                  </a:cubicBezTo>
                  <a:lnTo>
                    <a:pt x="115439" y="13406"/>
                  </a:lnTo>
                  <a:lnTo>
                    <a:pt x="56012" y="13406"/>
                  </a:lnTo>
                  <a:lnTo>
                    <a:pt x="15755" y="104059"/>
                  </a:lnTo>
                  <a:close/>
                </a:path>
              </a:pathLst>
            </a:custGeom>
            <a:solidFill>
              <a:srgbClr val="0097A9"/>
            </a:solidFill>
            <a:ln w="6390" cap="flat">
              <a:noFill/>
              <a:prstDash val="solid"/>
              <a:miter/>
            </a:ln>
          </p:spPr>
          <p:txBody>
            <a:bodyPr rtlCol="0" anchor="ctr"/>
            <a:lstStyle/>
            <a:p>
              <a:endParaRPr lang="en-US"/>
            </a:p>
          </p:txBody>
        </p:sp>
      </p:grpSp>
      <p:grpSp>
        <p:nvGrpSpPr>
          <p:cNvPr id="784" name="Graphic 4">
            <a:extLst>
              <a:ext uri="{FF2B5EF4-FFF2-40B4-BE49-F238E27FC236}">
                <a16:creationId xmlns:a16="http://schemas.microsoft.com/office/drawing/2014/main" id="{C9FCE42E-FE78-8A4C-8054-C55270F858FB}"/>
              </a:ext>
            </a:extLst>
          </p:cNvPr>
          <p:cNvGrpSpPr>
            <a:grpSpLocks noChangeAspect="1"/>
          </p:cNvGrpSpPr>
          <p:nvPr/>
        </p:nvGrpSpPr>
        <p:grpSpPr>
          <a:xfrm>
            <a:off x="7227741" y="1858974"/>
            <a:ext cx="361674" cy="361971"/>
            <a:chOff x="7191874" y="2371173"/>
            <a:chExt cx="361674" cy="361971"/>
          </a:xfrm>
          <a:solidFill>
            <a:srgbClr val="0097A9"/>
          </a:solidFill>
        </p:grpSpPr>
        <p:sp>
          <p:nvSpPr>
            <p:cNvPr id="785" name="Graphic 4">
              <a:extLst>
                <a:ext uri="{FF2B5EF4-FFF2-40B4-BE49-F238E27FC236}">
                  <a16:creationId xmlns:a16="http://schemas.microsoft.com/office/drawing/2014/main" id="{34AFF1DE-95F8-2148-8875-867B141C0F75}"/>
                </a:ext>
              </a:extLst>
            </p:cNvPr>
            <p:cNvSpPr/>
            <p:nvPr/>
          </p:nvSpPr>
          <p:spPr>
            <a:xfrm>
              <a:off x="7312005" y="2454803"/>
              <a:ext cx="117574" cy="175559"/>
            </a:xfrm>
            <a:custGeom>
              <a:avLst/>
              <a:gdLst>
                <a:gd name="connsiteX0" fmla="*/ 74123 w 117574"/>
                <a:gd name="connsiteY0" fmla="*/ 63840 h 175559"/>
                <a:gd name="connsiteX1" fmla="*/ 73484 w 117574"/>
                <a:gd name="connsiteY1" fmla="*/ 57456 h 175559"/>
                <a:gd name="connsiteX2" fmla="*/ 99044 w 117574"/>
                <a:gd name="connsiteY2" fmla="*/ 0 h 175559"/>
                <a:gd name="connsiteX3" fmla="*/ 39617 w 117574"/>
                <a:gd name="connsiteY3" fmla="*/ 0 h 175559"/>
                <a:gd name="connsiteX4" fmla="*/ 0 w 117574"/>
                <a:gd name="connsiteY4" fmla="*/ 90653 h 175559"/>
                <a:gd name="connsiteX5" fmla="*/ 35783 w 117574"/>
                <a:gd name="connsiteY5" fmla="*/ 90653 h 175559"/>
                <a:gd name="connsiteX6" fmla="*/ 40895 w 117574"/>
                <a:gd name="connsiteY6" fmla="*/ 93206 h 175559"/>
                <a:gd name="connsiteX7" fmla="*/ 42173 w 117574"/>
                <a:gd name="connsiteY7" fmla="*/ 98952 h 175559"/>
                <a:gd name="connsiteX8" fmla="*/ 19809 w 117574"/>
                <a:gd name="connsiteY8" fmla="*/ 175560 h 175559"/>
                <a:gd name="connsiteX9" fmla="*/ 117574 w 117574"/>
                <a:gd name="connsiteY9" fmla="*/ 66393 h 175559"/>
                <a:gd name="connsiteX10" fmla="*/ 79874 w 117574"/>
                <a:gd name="connsiteY10" fmla="*/ 66393 h 175559"/>
                <a:gd name="connsiteX11" fmla="*/ 74123 w 117574"/>
                <a:gd name="connsiteY11" fmla="*/ 63840 h 1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7574" h="175559">
                  <a:moveTo>
                    <a:pt x="74123" y="63840"/>
                  </a:moveTo>
                  <a:cubicBezTo>
                    <a:pt x="72845" y="61925"/>
                    <a:pt x="72845" y="60009"/>
                    <a:pt x="73484" y="57456"/>
                  </a:cubicBezTo>
                  <a:lnTo>
                    <a:pt x="99044" y="0"/>
                  </a:lnTo>
                  <a:lnTo>
                    <a:pt x="39617" y="0"/>
                  </a:lnTo>
                  <a:lnTo>
                    <a:pt x="0" y="90653"/>
                  </a:lnTo>
                  <a:lnTo>
                    <a:pt x="35783" y="90653"/>
                  </a:lnTo>
                  <a:cubicBezTo>
                    <a:pt x="37700" y="90653"/>
                    <a:pt x="39617" y="91291"/>
                    <a:pt x="40895" y="93206"/>
                  </a:cubicBezTo>
                  <a:cubicBezTo>
                    <a:pt x="42173" y="95121"/>
                    <a:pt x="42173" y="97037"/>
                    <a:pt x="42173" y="98952"/>
                  </a:cubicBezTo>
                  <a:lnTo>
                    <a:pt x="19809" y="175560"/>
                  </a:lnTo>
                  <a:lnTo>
                    <a:pt x="117574" y="66393"/>
                  </a:lnTo>
                  <a:lnTo>
                    <a:pt x="79874" y="66393"/>
                  </a:lnTo>
                  <a:cubicBezTo>
                    <a:pt x="77318" y="66393"/>
                    <a:pt x="75401" y="65117"/>
                    <a:pt x="74123" y="63840"/>
                  </a:cubicBezTo>
                  <a:close/>
                </a:path>
              </a:pathLst>
            </a:custGeom>
            <a:solidFill>
              <a:srgbClr val="0097A9"/>
            </a:solidFill>
            <a:ln w="6390" cap="flat">
              <a:noFill/>
              <a:prstDash val="solid"/>
              <a:miter/>
            </a:ln>
          </p:spPr>
          <p:txBody>
            <a:bodyPr rtlCol="0" anchor="ctr"/>
            <a:lstStyle/>
            <a:p>
              <a:endParaRPr lang="en-US"/>
            </a:p>
          </p:txBody>
        </p:sp>
        <p:sp>
          <p:nvSpPr>
            <p:cNvPr id="786" name="Graphic 4">
              <a:extLst>
                <a:ext uri="{FF2B5EF4-FFF2-40B4-BE49-F238E27FC236}">
                  <a16:creationId xmlns:a16="http://schemas.microsoft.com/office/drawing/2014/main" id="{D627D8CF-FE7F-854E-A868-EE4CEC2F4C29}"/>
                </a:ext>
              </a:extLst>
            </p:cNvPr>
            <p:cNvSpPr/>
            <p:nvPr/>
          </p:nvSpPr>
          <p:spPr>
            <a:xfrm>
              <a:off x="7191874" y="2371173"/>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256236 w 361674"/>
                <a:gd name="connsiteY6" fmla="*/ 148108 h 361971"/>
                <a:gd name="connsiteX7" fmla="*/ 130355 w 361674"/>
                <a:gd name="connsiteY7" fmla="*/ 288556 h 361971"/>
                <a:gd name="connsiteX8" fmla="*/ 125243 w 361674"/>
                <a:gd name="connsiteY8" fmla="*/ 290471 h 361971"/>
                <a:gd name="connsiteX9" fmla="*/ 122048 w 361674"/>
                <a:gd name="connsiteY9" fmla="*/ 289833 h 361971"/>
                <a:gd name="connsiteX10" fmla="*/ 118853 w 361674"/>
                <a:gd name="connsiteY10" fmla="*/ 282172 h 361971"/>
                <a:gd name="connsiteX11" fmla="*/ 146330 w 361674"/>
                <a:gd name="connsiteY11" fmla="*/ 186412 h 361971"/>
                <a:gd name="connsiteX12" fmla="*/ 109907 w 361674"/>
                <a:gd name="connsiteY12" fmla="*/ 186412 h 361971"/>
                <a:gd name="connsiteX13" fmla="*/ 103517 w 361674"/>
                <a:gd name="connsiteY13" fmla="*/ 180028 h 361971"/>
                <a:gd name="connsiteX14" fmla="*/ 104156 w 361674"/>
                <a:gd name="connsiteY14" fmla="*/ 177475 h 361971"/>
                <a:gd name="connsiteX15" fmla="*/ 148886 w 361674"/>
                <a:gd name="connsiteY15" fmla="*/ 74054 h 361971"/>
                <a:gd name="connsiteX16" fmla="*/ 154636 w 361674"/>
                <a:gd name="connsiteY16" fmla="*/ 70224 h 361971"/>
                <a:gd name="connsiteX17" fmla="*/ 228760 w 361674"/>
                <a:gd name="connsiteY17" fmla="*/ 70224 h 361971"/>
                <a:gd name="connsiteX18" fmla="*/ 233872 w 361674"/>
                <a:gd name="connsiteY18" fmla="*/ 73416 h 361971"/>
                <a:gd name="connsiteX19" fmla="*/ 234510 w 361674"/>
                <a:gd name="connsiteY19" fmla="*/ 79800 h 361971"/>
                <a:gd name="connsiteX20" fmla="*/ 208951 w 361674"/>
                <a:gd name="connsiteY20" fmla="*/ 137256 h 361971"/>
                <a:gd name="connsiteX21" fmla="*/ 251125 w 361674"/>
                <a:gd name="connsiteY21" fmla="*/ 137256 h 361971"/>
                <a:gd name="connsiteX22" fmla="*/ 257515 w 361674"/>
                <a:gd name="connsiteY22" fmla="*/ 143640 h 361971"/>
                <a:gd name="connsiteX23" fmla="*/ 256236 w 361674"/>
                <a:gd name="connsiteY23" fmla="*/ 148108 h 361971"/>
                <a:gd name="connsiteX24" fmla="*/ 256236 w 361674"/>
                <a:gd name="connsiteY24" fmla="*/ 14810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1674" h="361971">
                  <a:moveTo>
                    <a:pt x="180836" y="0"/>
                  </a:moveTo>
                  <a:cubicBezTo>
                    <a:pt x="80513" y="0"/>
                    <a:pt x="0" y="81077"/>
                    <a:pt x="0" y="180667"/>
                  </a:cubicBezTo>
                  <a:cubicBezTo>
                    <a:pt x="0" y="280895"/>
                    <a:pt x="81152" y="361972"/>
                    <a:pt x="180836" y="361972"/>
                  </a:cubicBezTo>
                  <a:cubicBezTo>
                    <a:pt x="281157" y="361972"/>
                    <a:pt x="361670" y="280895"/>
                    <a:pt x="361670" y="181305"/>
                  </a:cubicBezTo>
                  <a:cubicBezTo>
                    <a:pt x="361670" y="181305"/>
                    <a:pt x="361670" y="181305"/>
                    <a:pt x="361670" y="181305"/>
                  </a:cubicBezTo>
                  <a:cubicBezTo>
                    <a:pt x="362309" y="81077"/>
                    <a:pt x="281157" y="0"/>
                    <a:pt x="180836" y="0"/>
                  </a:cubicBezTo>
                  <a:close/>
                  <a:moveTo>
                    <a:pt x="256236" y="148108"/>
                  </a:moveTo>
                  <a:lnTo>
                    <a:pt x="130355" y="288556"/>
                  </a:lnTo>
                  <a:cubicBezTo>
                    <a:pt x="129076" y="289833"/>
                    <a:pt x="127160" y="290471"/>
                    <a:pt x="125243" y="290471"/>
                  </a:cubicBezTo>
                  <a:cubicBezTo>
                    <a:pt x="123965" y="290471"/>
                    <a:pt x="123326" y="290471"/>
                    <a:pt x="122048" y="289833"/>
                  </a:cubicBezTo>
                  <a:cubicBezTo>
                    <a:pt x="119492" y="288556"/>
                    <a:pt x="118214" y="285364"/>
                    <a:pt x="118853" y="282172"/>
                  </a:cubicBezTo>
                  <a:lnTo>
                    <a:pt x="146330" y="186412"/>
                  </a:lnTo>
                  <a:lnTo>
                    <a:pt x="109907" y="186412"/>
                  </a:lnTo>
                  <a:cubicBezTo>
                    <a:pt x="106073" y="186412"/>
                    <a:pt x="103517" y="183859"/>
                    <a:pt x="103517" y="180028"/>
                  </a:cubicBezTo>
                  <a:cubicBezTo>
                    <a:pt x="103517" y="179390"/>
                    <a:pt x="103517" y="178113"/>
                    <a:pt x="104156" y="177475"/>
                  </a:cubicBezTo>
                  <a:lnTo>
                    <a:pt x="148886" y="74054"/>
                  </a:lnTo>
                  <a:cubicBezTo>
                    <a:pt x="150164" y="71501"/>
                    <a:pt x="152081" y="70224"/>
                    <a:pt x="154636" y="70224"/>
                  </a:cubicBezTo>
                  <a:lnTo>
                    <a:pt x="228760" y="70224"/>
                  </a:lnTo>
                  <a:cubicBezTo>
                    <a:pt x="230677" y="70224"/>
                    <a:pt x="232594" y="71501"/>
                    <a:pt x="233872" y="73416"/>
                  </a:cubicBezTo>
                  <a:cubicBezTo>
                    <a:pt x="235150" y="75331"/>
                    <a:pt x="235150" y="77246"/>
                    <a:pt x="234510" y="79800"/>
                  </a:cubicBezTo>
                  <a:lnTo>
                    <a:pt x="208951" y="137256"/>
                  </a:lnTo>
                  <a:lnTo>
                    <a:pt x="251125" y="137256"/>
                  </a:lnTo>
                  <a:cubicBezTo>
                    <a:pt x="254959" y="137256"/>
                    <a:pt x="257515" y="139809"/>
                    <a:pt x="257515" y="143640"/>
                  </a:cubicBezTo>
                  <a:cubicBezTo>
                    <a:pt x="257515" y="144916"/>
                    <a:pt x="256875" y="146832"/>
                    <a:pt x="256236" y="148108"/>
                  </a:cubicBezTo>
                  <a:lnTo>
                    <a:pt x="256236" y="148108"/>
                  </a:lnTo>
                  <a:close/>
                </a:path>
              </a:pathLst>
            </a:custGeom>
            <a:solidFill>
              <a:srgbClr val="0097A9"/>
            </a:solidFill>
            <a:ln w="6390" cap="flat">
              <a:noFill/>
              <a:prstDash val="solid"/>
              <a:miter/>
            </a:ln>
          </p:spPr>
          <p:txBody>
            <a:bodyPr rtlCol="0" anchor="ctr"/>
            <a:lstStyle/>
            <a:p>
              <a:endParaRPr lang="en-US"/>
            </a:p>
          </p:txBody>
        </p:sp>
      </p:grpSp>
      <p:grpSp>
        <p:nvGrpSpPr>
          <p:cNvPr id="787" name="Graphic 4">
            <a:extLst>
              <a:ext uri="{FF2B5EF4-FFF2-40B4-BE49-F238E27FC236}">
                <a16:creationId xmlns:a16="http://schemas.microsoft.com/office/drawing/2014/main" id="{76D5C030-DC8B-6749-A3E9-4EF1C0848B6E}"/>
              </a:ext>
            </a:extLst>
          </p:cNvPr>
          <p:cNvGrpSpPr>
            <a:grpSpLocks noChangeAspect="1"/>
          </p:cNvGrpSpPr>
          <p:nvPr/>
        </p:nvGrpSpPr>
        <p:grpSpPr>
          <a:xfrm>
            <a:off x="6870749" y="4208483"/>
            <a:ext cx="361674" cy="361971"/>
            <a:chOff x="6753524" y="4793256"/>
            <a:chExt cx="361674" cy="361971"/>
          </a:xfrm>
          <a:solidFill>
            <a:srgbClr val="0097A9"/>
          </a:solidFill>
        </p:grpSpPr>
        <p:sp>
          <p:nvSpPr>
            <p:cNvPr id="788" name="Graphic 4">
              <a:extLst>
                <a:ext uri="{FF2B5EF4-FFF2-40B4-BE49-F238E27FC236}">
                  <a16:creationId xmlns:a16="http://schemas.microsoft.com/office/drawing/2014/main" id="{7FEE1D1B-609D-F74D-884D-997A92321733}"/>
                </a:ext>
              </a:extLst>
            </p:cNvPr>
            <p:cNvSpPr/>
            <p:nvPr/>
          </p:nvSpPr>
          <p:spPr>
            <a:xfrm>
              <a:off x="6753524" y="4793256"/>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8565 h 361971"/>
                <a:gd name="connsiteX8" fmla="*/ 12780 w 361674"/>
                <a:gd name="connsiteY8" fmla="*/ 180667 h 361971"/>
                <a:gd name="connsiteX9" fmla="*/ 180835 w 361674"/>
                <a:gd name="connsiteY9" fmla="*/ 12129 h 361971"/>
                <a:gd name="connsiteX10" fmla="*/ 348890 w 361674"/>
                <a:gd name="connsiteY10" fmla="*/ 180028 h 361971"/>
                <a:gd name="connsiteX11" fmla="*/ 348890 w 361674"/>
                <a:gd name="connsiteY11" fmla="*/ 180028 h 361971"/>
                <a:gd name="connsiteX12" fmla="*/ 180835 w 361674"/>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2309" y="80438"/>
                    <a:pt x="281157" y="0"/>
                    <a:pt x="180835" y="0"/>
                  </a:cubicBezTo>
                  <a:cubicBezTo>
                    <a:pt x="181474" y="0"/>
                    <a:pt x="181474" y="0"/>
                    <a:pt x="180835" y="0"/>
                  </a:cubicBezTo>
                  <a:close/>
                  <a:moveTo>
                    <a:pt x="180835" y="348565"/>
                  </a:moveTo>
                  <a:cubicBezTo>
                    <a:pt x="87542" y="348565"/>
                    <a:pt x="12780" y="273234"/>
                    <a:pt x="12780" y="180667"/>
                  </a:cubicBezTo>
                  <a:cubicBezTo>
                    <a:pt x="12780" y="87461"/>
                    <a:pt x="88181" y="12129"/>
                    <a:pt x="180835" y="12129"/>
                  </a:cubicBezTo>
                  <a:cubicBezTo>
                    <a:pt x="274128" y="12129"/>
                    <a:pt x="348890" y="87461"/>
                    <a:pt x="348890" y="180028"/>
                  </a:cubicBezTo>
                  <a:lnTo>
                    <a:pt x="348890" y="180028"/>
                  </a:lnTo>
                  <a:cubicBezTo>
                    <a:pt x="349529" y="273234"/>
                    <a:pt x="274128" y="348565"/>
                    <a:pt x="180835" y="348565"/>
                  </a:cubicBezTo>
                  <a:close/>
                </a:path>
              </a:pathLst>
            </a:custGeom>
            <a:solidFill>
              <a:srgbClr val="0097A9"/>
            </a:solidFill>
            <a:ln w="6390" cap="flat">
              <a:noFill/>
              <a:prstDash val="solid"/>
              <a:miter/>
            </a:ln>
          </p:spPr>
          <p:txBody>
            <a:bodyPr rtlCol="0" anchor="ctr"/>
            <a:lstStyle/>
            <a:p>
              <a:endParaRPr lang="en-US"/>
            </a:p>
          </p:txBody>
        </p:sp>
        <p:sp>
          <p:nvSpPr>
            <p:cNvPr id="789" name="Graphic 4">
              <a:extLst>
                <a:ext uri="{FF2B5EF4-FFF2-40B4-BE49-F238E27FC236}">
                  <a16:creationId xmlns:a16="http://schemas.microsoft.com/office/drawing/2014/main" id="{8B954322-68BC-C34F-B07B-749B2BCD666C}"/>
                </a:ext>
              </a:extLst>
            </p:cNvPr>
            <p:cNvSpPr/>
            <p:nvPr/>
          </p:nvSpPr>
          <p:spPr>
            <a:xfrm>
              <a:off x="6832120" y="4877525"/>
              <a:ext cx="205117" cy="192795"/>
            </a:xfrm>
            <a:custGeom>
              <a:avLst/>
              <a:gdLst>
                <a:gd name="connsiteX0" fmla="*/ 198728 w 205117"/>
                <a:gd name="connsiteY0" fmla="*/ 28089 h 192795"/>
                <a:gd name="connsiteX1" fmla="*/ 191698 w 205117"/>
                <a:gd name="connsiteY1" fmla="*/ 28089 h 192795"/>
                <a:gd name="connsiteX2" fmla="*/ 191698 w 205117"/>
                <a:gd name="connsiteY2" fmla="*/ 6384 h 192795"/>
                <a:gd name="connsiteX3" fmla="*/ 185308 w 205117"/>
                <a:gd name="connsiteY3" fmla="*/ 0 h 192795"/>
                <a:gd name="connsiteX4" fmla="*/ 178918 w 205117"/>
                <a:gd name="connsiteY4" fmla="*/ 6384 h 192795"/>
                <a:gd name="connsiteX5" fmla="*/ 178918 w 205117"/>
                <a:gd name="connsiteY5" fmla="*/ 28089 h 192795"/>
                <a:gd name="connsiteX6" fmla="*/ 164861 w 205117"/>
                <a:gd name="connsiteY6" fmla="*/ 28089 h 192795"/>
                <a:gd name="connsiteX7" fmla="*/ 164861 w 205117"/>
                <a:gd name="connsiteY7" fmla="*/ 6384 h 192795"/>
                <a:gd name="connsiteX8" fmla="*/ 158471 w 205117"/>
                <a:gd name="connsiteY8" fmla="*/ 0 h 192795"/>
                <a:gd name="connsiteX9" fmla="*/ 152081 w 205117"/>
                <a:gd name="connsiteY9" fmla="*/ 6384 h 192795"/>
                <a:gd name="connsiteX10" fmla="*/ 152081 w 205117"/>
                <a:gd name="connsiteY10" fmla="*/ 28089 h 192795"/>
                <a:gd name="connsiteX11" fmla="*/ 145052 w 205117"/>
                <a:gd name="connsiteY11" fmla="*/ 28089 h 192795"/>
                <a:gd name="connsiteX12" fmla="*/ 138662 w 205117"/>
                <a:gd name="connsiteY12" fmla="*/ 34473 h 192795"/>
                <a:gd name="connsiteX13" fmla="*/ 138662 w 205117"/>
                <a:gd name="connsiteY13" fmla="*/ 43411 h 192795"/>
                <a:gd name="connsiteX14" fmla="*/ 143135 w 205117"/>
                <a:gd name="connsiteY14" fmla="*/ 54902 h 192795"/>
                <a:gd name="connsiteX15" fmla="*/ 143135 w 205117"/>
                <a:gd name="connsiteY15" fmla="*/ 66393 h 192795"/>
                <a:gd name="connsiteX16" fmla="*/ 162943 w 205117"/>
                <a:gd name="connsiteY16" fmla="*/ 86184 h 192795"/>
                <a:gd name="connsiteX17" fmla="*/ 165500 w 205117"/>
                <a:gd name="connsiteY17" fmla="*/ 86184 h 192795"/>
                <a:gd name="connsiteX18" fmla="*/ 165500 w 205117"/>
                <a:gd name="connsiteY18" fmla="*/ 173644 h 192795"/>
                <a:gd name="connsiteX19" fmla="*/ 158471 w 205117"/>
                <a:gd name="connsiteY19" fmla="*/ 180667 h 192795"/>
                <a:gd name="connsiteX20" fmla="*/ 149525 w 205117"/>
                <a:gd name="connsiteY20" fmla="*/ 180667 h 192795"/>
                <a:gd name="connsiteX21" fmla="*/ 142496 w 205117"/>
                <a:gd name="connsiteY21" fmla="*/ 173644 h 192795"/>
                <a:gd name="connsiteX22" fmla="*/ 142496 w 205117"/>
                <a:gd name="connsiteY22" fmla="*/ 146832 h 192795"/>
                <a:gd name="connsiteX23" fmla="*/ 122687 w 205117"/>
                <a:gd name="connsiteY23" fmla="*/ 127041 h 192795"/>
                <a:gd name="connsiteX24" fmla="*/ 111185 w 205117"/>
                <a:gd name="connsiteY24" fmla="*/ 127041 h 192795"/>
                <a:gd name="connsiteX25" fmla="*/ 111185 w 205117"/>
                <a:gd name="connsiteY25" fmla="*/ 39580 h 192795"/>
                <a:gd name="connsiteX26" fmla="*/ 95849 w 205117"/>
                <a:gd name="connsiteY26" fmla="*/ 24259 h 192795"/>
                <a:gd name="connsiteX27" fmla="*/ 84348 w 205117"/>
                <a:gd name="connsiteY27" fmla="*/ 24259 h 192795"/>
                <a:gd name="connsiteX28" fmla="*/ 84348 w 205117"/>
                <a:gd name="connsiteY28" fmla="*/ 16598 h 192795"/>
                <a:gd name="connsiteX29" fmla="*/ 69012 w 205117"/>
                <a:gd name="connsiteY29" fmla="*/ 1276 h 192795"/>
                <a:gd name="connsiteX30" fmla="*/ 69012 w 205117"/>
                <a:gd name="connsiteY30" fmla="*/ 1276 h 192795"/>
                <a:gd name="connsiteX31" fmla="*/ 42174 w 205117"/>
                <a:gd name="connsiteY31" fmla="*/ 1276 h 192795"/>
                <a:gd name="connsiteX32" fmla="*/ 26838 w 205117"/>
                <a:gd name="connsiteY32" fmla="*/ 16598 h 192795"/>
                <a:gd name="connsiteX33" fmla="*/ 26838 w 205117"/>
                <a:gd name="connsiteY33" fmla="*/ 16598 h 192795"/>
                <a:gd name="connsiteX34" fmla="*/ 26838 w 205117"/>
                <a:gd name="connsiteY34" fmla="*/ 23620 h 192795"/>
                <a:gd name="connsiteX35" fmla="*/ 15336 w 205117"/>
                <a:gd name="connsiteY35" fmla="*/ 23620 h 192795"/>
                <a:gd name="connsiteX36" fmla="*/ 0 w 205117"/>
                <a:gd name="connsiteY36" fmla="*/ 38942 h 192795"/>
                <a:gd name="connsiteX37" fmla="*/ 0 w 205117"/>
                <a:gd name="connsiteY37" fmla="*/ 177475 h 192795"/>
                <a:gd name="connsiteX38" fmla="*/ 15336 w 205117"/>
                <a:gd name="connsiteY38" fmla="*/ 192796 h 192795"/>
                <a:gd name="connsiteX39" fmla="*/ 15336 w 205117"/>
                <a:gd name="connsiteY39" fmla="*/ 192796 h 192795"/>
                <a:gd name="connsiteX40" fmla="*/ 95849 w 205117"/>
                <a:gd name="connsiteY40" fmla="*/ 192796 h 192795"/>
                <a:gd name="connsiteX41" fmla="*/ 111185 w 205117"/>
                <a:gd name="connsiteY41" fmla="*/ 177475 h 192795"/>
                <a:gd name="connsiteX42" fmla="*/ 111185 w 205117"/>
                <a:gd name="connsiteY42" fmla="*/ 177475 h 192795"/>
                <a:gd name="connsiteX43" fmla="*/ 111185 w 205117"/>
                <a:gd name="connsiteY43" fmla="*/ 139171 h 192795"/>
                <a:gd name="connsiteX44" fmla="*/ 122687 w 205117"/>
                <a:gd name="connsiteY44" fmla="*/ 139171 h 192795"/>
                <a:gd name="connsiteX45" fmla="*/ 129716 w 205117"/>
                <a:gd name="connsiteY45" fmla="*/ 146193 h 192795"/>
                <a:gd name="connsiteX46" fmla="*/ 129716 w 205117"/>
                <a:gd name="connsiteY46" fmla="*/ 173006 h 192795"/>
                <a:gd name="connsiteX47" fmla="*/ 149525 w 205117"/>
                <a:gd name="connsiteY47" fmla="*/ 192796 h 192795"/>
                <a:gd name="connsiteX48" fmla="*/ 158471 w 205117"/>
                <a:gd name="connsiteY48" fmla="*/ 192796 h 192795"/>
                <a:gd name="connsiteX49" fmla="*/ 178279 w 205117"/>
                <a:gd name="connsiteY49" fmla="*/ 173006 h 192795"/>
                <a:gd name="connsiteX50" fmla="*/ 178279 w 205117"/>
                <a:gd name="connsiteY50" fmla="*/ 85545 h 192795"/>
                <a:gd name="connsiteX51" fmla="*/ 180836 w 205117"/>
                <a:gd name="connsiteY51" fmla="*/ 85545 h 192795"/>
                <a:gd name="connsiteX52" fmla="*/ 200644 w 205117"/>
                <a:gd name="connsiteY52" fmla="*/ 65755 h 192795"/>
                <a:gd name="connsiteX53" fmla="*/ 200644 w 205117"/>
                <a:gd name="connsiteY53" fmla="*/ 54264 h 192795"/>
                <a:gd name="connsiteX54" fmla="*/ 205118 w 205117"/>
                <a:gd name="connsiteY54" fmla="*/ 42772 h 192795"/>
                <a:gd name="connsiteX55" fmla="*/ 205118 w 205117"/>
                <a:gd name="connsiteY55" fmla="*/ 33835 h 192795"/>
                <a:gd name="connsiteX56" fmla="*/ 198728 w 205117"/>
                <a:gd name="connsiteY56" fmla="*/ 28089 h 192795"/>
                <a:gd name="connsiteX57" fmla="*/ 39618 w 205117"/>
                <a:gd name="connsiteY57" fmla="*/ 16598 h 192795"/>
                <a:gd name="connsiteX58" fmla="*/ 42174 w 205117"/>
                <a:gd name="connsiteY58" fmla="*/ 14044 h 192795"/>
                <a:gd name="connsiteX59" fmla="*/ 42174 w 205117"/>
                <a:gd name="connsiteY59" fmla="*/ 14044 h 192795"/>
                <a:gd name="connsiteX60" fmla="*/ 69012 w 205117"/>
                <a:gd name="connsiteY60" fmla="*/ 14044 h 192795"/>
                <a:gd name="connsiteX61" fmla="*/ 71568 w 205117"/>
                <a:gd name="connsiteY61" fmla="*/ 16598 h 192795"/>
                <a:gd name="connsiteX62" fmla="*/ 71568 w 205117"/>
                <a:gd name="connsiteY62" fmla="*/ 16598 h 192795"/>
                <a:gd name="connsiteX63" fmla="*/ 71568 w 205117"/>
                <a:gd name="connsiteY63" fmla="*/ 23620 h 192795"/>
                <a:gd name="connsiteX64" fmla="*/ 39618 w 205117"/>
                <a:gd name="connsiteY64" fmla="*/ 23620 h 192795"/>
                <a:gd name="connsiteX65" fmla="*/ 39618 w 205117"/>
                <a:gd name="connsiteY65" fmla="*/ 16598 h 192795"/>
                <a:gd name="connsiteX66" fmla="*/ 98405 w 205117"/>
                <a:gd name="connsiteY66" fmla="*/ 177475 h 192795"/>
                <a:gd name="connsiteX67" fmla="*/ 95849 w 205117"/>
                <a:gd name="connsiteY67" fmla="*/ 180028 h 192795"/>
                <a:gd name="connsiteX68" fmla="*/ 95849 w 205117"/>
                <a:gd name="connsiteY68" fmla="*/ 180028 h 192795"/>
                <a:gd name="connsiteX69" fmla="*/ 15336 w 205117"/>
                <a:gd name="connsiteY69" fmla="*/ 180028 h 192795"/>
                <a:gd name="connsiteX70" fmla="*/ 12780 w 205117"/>
                <a:gd name="connsiteY70" fmla="*/ 177475 h 192795"/>
                <a:gd name="connsiteX71" fmla="*/ 12780 w 205117"/>
                <a:gd name="connsiteY71" fmla="*/ 177475 h 192795"/>
                <a:gd name="connsiteX72" fmla="*/ 12780 w 205117"/>
                <a:gd name="connsiteY72" fmla="*/ 38942 h 192795"/>
                <a:gd name="connsiteX73" fmla="*/ 15336 w 205117"/>
                <a:gd name="connsiteY73" fmla="*/ 36388 h 192795"/>
                <a:gd name="connsiteX74" fmla="*/ 15336 w 205117"/>
                <a:gd name="connsiteY74" fmla="*/ 36388 h 192795"/>
                <a:gd name="connsiteX75" fmla="*/ 95849 w 205117"/>
                <a:gd name="connsiteY75" fmla="*/ 36388 h 192795"/>
                <a:gd name="connsiteX76" fmla="*/ 98405 w 205117"/>
                <a:gd name="connsiteY76" fmla="*/ 38942 h 192795"/>
                <a:gd name="connsiteX77" fmla="*/ 98405 w 205117"/>
                <a:gd name="connsiteY77" fmla="*/ 38942 h 192795"/>
                <a:gd name="connsiteX78" fmla="*/ 98405 w 205117"/>
                <a:gd name="connsiteY78" fmla="*/ 177475 h 192795"/>
                <a:gd name="connsiteX79" fmla="*/ 192338 w 205117"/>
                <a:gd name="connsiteY79" fmla="*/ 43411 h 192795"/>
                <a:gd name="connsiteX80" fmla="*/ 189782 w 205117"/>
                <a:gd name="connsiteY80" fmla="*/ 47880 h 192795"/>
                <a:gd name="connsiteX81" fmla="*/ 187864 w 205117"/>
                <a:gd name="connsiteY81" fmla="*/ 52348 h 192795"/>
                <a:gd name="connsiteX82" fmla="*/ 187864 w 205117"/>
                <a:gd name="connsiteY82" fmla="*/ 65755 h 192795"/>
                <a:gd name="connsiteX83" fmla="*/ 180836 w 205117"/>
                <a:gd name="connsiteY83" fmla="*/ 72777 h 192795"/>
                <a:gd name="connsiteX84" fmla="*/ 162943 w 205117"/>
                <a:gd name="connsiteY84" fmla="*/ 72777 h 192795"/>
                <a:gd name="connsiteX85" fmla="*/ 155915 w 205117"/>
                <a:gd name="connsiteY85" fmla="*/ 65755 h 192795"/>
                <a:gd name="connsiteX86" fmla="*/ 155915 w 205117"/>
                <a:gd name="connsiteY86" fmla="*/ 52348 h 192795"/>
                <a:gd name="connsiteX87" fmla="*/ 153998 w 205117"/>
                <a:gd name="connsiteY87" fmla="*/ 47880 h 192795"/>
                <a:gd name="connsiteX88" fmla="*/ 151442 w 205117"/>
                <a:gd name="connsiteY88" fmla="*/ 43411 h 192795"/>
                <a:gd name="connsiteX89" fmla="*/ 151442 w 205117"/>
                <a:gd name="connsiteY89" fmla="*/ 40857 h 192795"/>
                <a:gd name="connsiteX90" fmla="*/ 192338 w 205117"/>
                <a:gd name="connsiteY90" fmla="*/ 40857 h 192795"/>
                <a:gd name="connsiteX91" fmla="*/ 192338 w 205117"/>
                <a:gd name="connsiteY91" fmla="*/ 43411 h 192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205117" h="192795">
                  <a:moveTo>
                    <a:pt x="198728" y="28089"/>
                  </a:moveTo>
                  <a:lnTo>
                    <a:pt x="191698" y="28089"/>
                  </a:lnTo>
                  <a:lnTo>
                    <a:pt x="191698" y="6384"/>
                  </a:lnTo>
                  <a:cubicBezTo>
                    <a:pt x="191698" y="2553"/>
                    <a:pt x="189143" y="0"/>
                    <a:pt x="185308" y="0"/>
                  </a:cubicBezTo>
                  <a:cubicBezTo>
                    <a:pt x="181474" y="0"/>
                    <a:pt x="178918" y="2553"/>
                    <a:pt x="178918" y="6384"/>
                  </a:cubicBezTo>
                  <a:lnTo>
                    <a:pt x="178918" y="28089"/>
                  </a:lnTo>
                  <a:lnTo>
                    <a:pt x="164861" y="28089"/>
                  </a:lnTo>
                  <a:lnTo>
                    <a:pt x="164861" y="6384"/>
                  </a:lnTo>
                  <a:cubicBezTo>
                    <a:pt x="164861" y="2553"/>
                    <a:pt x="162305" y="0"/>
                    <a:pt x="158471" y="0"/>
                  </a:cubicBezTo>
                  <a:cubicBezTo>
                    <a:pt x="154637" y="0"/>
                    <a:pt x="152081" y="2553"/>
                    <a:pt x="152081" y="6384"/>
                  </a:cubicBezTo>
                  <a:lnTo>
                    <a:pt x="152081" y="28089"/>
                  </a:lnTo>
                  <a:lnTo>
                    <a:pt x="145052" y="28089"/>
                  </a:lnTo>
                  <a:cubicBezTo>
                    <a:pt x="141218" y="28089"/>
                    <a:pt x="138662" y="30643"/>
                    <a:pt x="138662" y="34473"/>
                  </a:cubicBezTo>
                  <a:lnTo>
                    <a:pt x="138662" y="43411"/>
                  </a:lnTo>
                  <a:cubicBezTo>
                    <a:pt x="138662" y="47241"/>
                    <a:pt x="140579" y="51710"/>
                    <a:pt x="143135" y="54902"/>
                  </a:cubicBezTo>
                  <a:lnTo>
                    <a:pt x="143135" y="66393"/>
                  </a:lnTo>
                  <a:cubicBezTo>
                    <a:pt x="143135" y="77246"/>
                    <a:pt x="152081" y="86184"/>
                    <a:pt x="162943" y="86184"/>
                  </a:cubicBezTo>
                  <a:lnTo>
                    <a:pt x="165500" y="86184"/>
                  </a:lnTo>
                  <a:lnTo>
                    <a:pt x="165500" y="173644"/>
                  </a:lnTo>
                  <a:cubicBezTo>
                    <a:pt x="165500" y="177475"/>
                    <a:pt x="162305" y="180667"/>
                    <a:pt x="158471" y="180667"/>
                  </a:cubicBezTo>
                  <a:lnTo>
                    <a:pt x="149525" y="180667"/>
                  </a:lnTo>
                  <a:cubicBezTo>
                    <a:pt x="145691" y="180667"/>
                    <a:pt x="142496" y="177475"/>
                    <a:pt x="142496" y="173644"/>
                  </a:cubicBezTo>
                  <a:lnTo>
                    <a:pt x="142496" y="146832"/>
                  </a:lnTo>
                  <a:cubicBezTo>
                    <a:pt x="142496" y="135979"/>
                    <a:pt x="133550" y="127041"/>
                    <a:pt x="122687" y="127041"/>
                  </a:cubicBezTo>
                  <a:lnTo>
                    <a:pt x="111185" y="127041"/>
                  </a:lnTo>
                  <a:lnTo>
                    <a:pt x="111185" y="39580"/>
                  </a:lnTo>
                  <a:cubicBezTo>
                    <a:pt x="111185" y="31281"/>
                    <a:pt x="104156" y="24259"/>
                    <a:pt x="95849" y="24259"/>
                  </a:cubicBezTo>
                  <a:lnTo>
                    <a:pt x="84348" y="24259"/>
                  </a:lnTo>
                  <a:lnTo>
                    <a:pt x="84348" y="16598"/>
                  </a:lnTo>
                  <a:cubicBezTo>
                    <a:pt x="84348" y="8299"/>
                    <a:pt x="77319" y="1276"/>
                    <a:pt x="69012" y="1276"/>
                  </a:cubicBezTo>
                  <a:cubicBezTo>
                    <a:pt x="69012" y="1276"/>
                    <a:pt x="69012" y="1276"/>
                    <a:pt x="69012" y="1276"/>
                  </a:cubicBezTo>
                  <a:lnTo>
                    <a:pt x="42174" y="1276"/>
                  </a:lnTo>
                  <a:cubicBezTo>
                    <a:pt x="33867" y="1276"/>
                    <a:pt x="26838" y="8299"/>
                    <a:pt x="26838" y="16598"/>
                  </a:cubicBezTo>
                  <a:lnTo>
                    <a:pt x="26838" y="16598"/>
                  </a:lnTo>
                  <a:lnTo>
                    <a:pt x="26838" y="23620"/>
                  </a:lnTo>
                  <a:lnTo>
                    <a:pt x="15336" y="23620"/>
                  </a:lnTo>
                  <a:cubicBezTo>
                    <a:pt x="7030" y="23620"/>
                    <a:pt x="0" y="30643"/>
                    <a:pt x="0" y="38942"/>
                  </a:cubicBezTo>
                  <a:lnTo>
                    <a:pt x="0" y="177475"/>
                  </a:lnTo>
                  <a:cubicBezTo>
                    <a:pt x="0" y="185774"/>
                    <a:pt x="7030" y="192796"/>
                    <a:pt x="15336" y="192796"/>
                  </a:cubicBezTo>
                  <a:lnTo>
                    <a:pt x="15336" y="192796"/>
                  </a:lnTo>
                  <a:lnTo>
                    <a:pt x="95849" y="192796"/>
                  </a:lnTo>
                  <a:cubicBezTo>
                    <a:pt x="104156" y="192796"/>
                    <a:pt x="111185" y="185774"/>
                    <a:pt x="111185" y="177475"/>
                  </a:cubicBezTo>
                  <a:lnTo>
                    <a:pt x="111185" y="177475"/>
                  </a:lnTo>
                  <a:lnTo>
                    <a:pt x="111185" y="139171"/>
                  </a:lnTo>
                  <a:lnTo>
                    <a:pt x="122687" y="139171"/>
                  </a:lnTo>
                  <a:cubicBezTo>
                    <a:pt x="126521" y="139171"/>
                    <a:pt x="129716" y="142363"/>
                    <a:pt x="129716" y="146193"/>
                  </a:cubicBezTo>
                  <a:lnTo>
                    <a:pt x="129716" y="173006"/>
                  </a:lnTo>
                  <a:cubicBezTo>
                    <a:pt x="129716" y="183859"/>
                    <a:pt x="138662" y="192796"/>
                    <a:pt x="149525" y="192796"/>
                  </a:cubicBezTo>
                  <a:lnTo>
                    <a:pt x="158471" y="192796"/>
                  </a:lnTo>
                  <a:cubicBezTo>
                    <a:pt x="169333" y="192796"/>
                    <a:pt x="178279" y="183859"/>
                    <a:pt x="178279" y="173006"/>
                  </a:cubicBezTo>
                  <a:lnTo>
                    <a:pt x="178279" y="85545"/>
                  </a:lnTo>
                  <a:lnTo>
                    <a:pt x="180836" y="85545"/>
                  </a:lnTo>
                  <a:cubicBezTo>
                    <a:pt x="191698" y="85545"/>
                    <a:pt x="200644" y="76608"/>
                    <a:pt x="200644" y="65755"/>
                  </a:cubicBezTo>
                  <a:lnTo>
                    <a:pt x="200644" y="54264"/>
                  </a:lnTo>
                  <a:cubicBezTo>
                    <a:pt x="203200" y="51072"/>
                    <a:pt x="205118" y="47241"/>
                    <a:pt x="205118" y="42772"/>
                  </a:cubicBezTo>
                  <a:lnTo>
                    <a:pt x="205118" y="33835"/>
                  </a:lnTo>
                  <a:cubicBezTo>
                    <a:pt x="205118" y="30643"/>
                    <a:pt x="202561" y="28089"/>
                    <a:pt x="198728" y="28089"/>
                  </a:cubicBezTo>
                  <a:close/>
                  <a:moveTo>
                    <a:pt x="39618" y="16598"/>
                  </a:moveTo>
                  <a:cubicBezTo>
                    <a:pt x="39618" y="15321"/>
                    <a:pt x="40896" y="14044"/>
                    <a:pt x="42174" y="14044"/>
                  </a:cubicBezTo>
                  <a:lnTo>
                    <a:pt x="42174" y="14044"/>
                  </a:lnTo>
                  <a:lnTo>
                    <a:pt x="69012" y="14044"/>
                  </a:lnTo>
                  <a:cubicBezTo>
                    <a:pt x="70289" y="14044"/>
                    <a:pt x="71568" y="15321"/>
                    <a:pt x="71568" y="16598"/>
                  </a:cubicBezTo>
                  <a:cubicBezTo>
                    <a:pt x="71568" y="16598"/>
                    <a:pt x="71568" y="16598"/>
                    <a:pt x="71568" y="16598"/>
                  </a:cubicBezTo>
                  <a:lnTo>
                    <a:pt x="71568" y="23620"/>
                  </a:lnTo>
                  <a:lnTo>
                    <a:pt x="39618" y="23620"/>
                  </a:lnTo>
                  <a:lnTo>
                    <a:pt x="39618" y="16598"/>
                  </a:lnTo>
                  <a:close/>
                  <a:moveTo>
                    <a:pt x="98405" y="177475"/>
                  </a:moveTo>
                  <a:cubicBezTo>
                    <a:pt x="98405" y="178752"/>
                    <a:pt x="97128" y="180028"/>
                    <a:pt x="95849" y="180028"/>
                  </a:cubicBezTo>
                  <a:lnTo>
                    <a:pt x="95849" y="180028"/>
                  </a:lnTo>
                  <a:lnTo>
                    <a:pt x="15336" y="180028"/>
                  </a:lnTo>
                  <a:cubicBezTo>
                    <a:pt x="14058" y="180028"/>
                    <a:pt x="12780" y="178752"/>
                    <a:pt x="12780" y="177475"/>
                  </a:cubicBezTo>
                  <a:lnTo>
                    <a:pt x="12780" y="177475"/>
                  </a:lnTo>
                  <a:lnTo>
                    <a:pt x="12780" y="38942"/>
                  </a:lnTo>
                  <a:cubicBezTo>
                    <a:pt x="12780" y="37665"/>
                    <a:pt x="14058" y="36388"/>
                    <a:pt x="15336" y="36388"/>
                  </a:cubicBezTo>
                  <a:lnTo>
                    <a:pt x="15336" y="36388"/>
                  </a:lnTo>
                  <a:lnTo>
                    <a:pt x="95849" y="36388"/>
                  </a:lnTo>
                  <a:cubicBezTo>
                    <a:pt x="97128" y="36388"/>
                    <a:pt x="98405" y="37665"/>
                    <a:pt x="98405" y="38942"/>
                  </a:cubicBezTo>
                  <a:lnTo>
                    <a:pt x="98405" y="38942"/>
                  </a:lnTo>
                  <a:lnTo>
                    <a:pt x="98405" y="177475"/>
                  </a:lnTo>
                  <a:close/>
                  <a:moveTo>
                    <a:pt x="192338" y="43411"/>
                  </a:moveTo>
                  <a:cubicBezTo>
                    <a:pt x="191698" y="45326"/>
                    <a:pt x="191059" y="46603"/>
                    <a:pt x="189782" y="47880"/>
                  </a:cubicBezTo>
                  <a:cubicBezTo>
                    <a:pt x="188503" y="49156"/>
                    <a:pt x="187864" y="50433"/>
                    <a:pt x="187864" y="52348"/>
                  </a:cubicBezTo>
                  <a:lnTo>
                    <a:pt x="187864" y="65755"/>
                  </a:lnTo>
                  <a:cubicBezTo>
                    <a:pt x="187864" y="69585"/>
                    <a:pt x="184669" y="72777"/>
                    <a:pt x="180836" y="72777"/>
                  </a:cubicBezTo>
                  <a:lnTo>
                    <a:pt x="162943" y="72777"/>
                  </a:lnTo>
                  <a:cubicBezTo>
                    <a:pt x="159110" y="72777"/>
                    <a:pt x="155915" y="69585"/>
                    <a:pt x="155915" y="65755"/>
                  </a:cubicBezTo>
                  <a:lnTo>
                    <a:pt x="155915" y="52348"/>
                  </a:lnTo>
                  <a:cubicBezTo>
                    <a:pt x="155915" y="50433"/>
                    <a:pt x="155276" y="49156"/>
                    <a:pt x="153998" y="47880"/>
                  </a:cubicBezTo>
                  <a:cubicBezTo>
                    <a:pt x="152720" y="46603"/>
                    <a:pt x="152081" y="45326"/>
                    <a:pt x="151442" y="43411"/>
                  </a:cubicBezTo>
                  <a:lnTo>
                    <a:pt x="151442" y="40857"/>
                  </a:lnTo>
                  <a:lnTo>
                    <a:pt x="192338" y="40857"/>
                  </a:lnTo>
                  <a:lnTo>
                    <a:pt x="192338" y="43411"/>
                  </a:lnTo>
                  <a:close/>
                </a:path>
              </a:pathLst>
            </a:custGeom>
            <a:solidFill>
              <a:srgbClr val="0097A9"/>
            </a:solidFill>
            <a:ln w="6390" cap="flat">
              <a:noFill/>
              <a:prstDash val="solid"/>
              <a:miter/>
            </a:ln>
          </p:spPr>
          <p:txBody>
            <a:bodyPr rtlCol="0" anchor="ctr"/>
            <a:lstStyle/>
            <a:p>
              <a:endParaRPr lang="en-US"/>
            </a:p>
          </p:txBody>
        </p:sp>
        <p:sp>
          <p:nvSpPr>
            <p:cNvPr id="790" name="Graphic 4">
              <a:extLst>
                <a:ext uri="{FF2B5EF4-FFF2-40B4-BE49-F238E27FC236}">
                  <a16:creationId xmlns:a16="http://schemas.microsoft.com/office/drawing/2014/main" id="{E2A37C50-64BA-CA4E-9378-98A11137FE7E}"/>
                </a:ext>
              </a:extLst>
            </p:cNvPr>
            <p:cNvSpPr/>
            <p:nvPr/>
          </p:nvSpPr>
          <p:spPr>
            <a:xfrm>
              <a:off x="6850971" y="4927154"/>
              <a:ext cx="73604" cy="116992"/>
            </a:xfrm>
            <a:custGeom>
              <a:avLst/>
              <a:gdLst>
                <a:gd name="connsiteX0" fmla="*/ 66136 w 73604"/>
                <a:gd name="connsiteY0" fmla="*/ 39747 h 116992"/>
                <a:gd name="connsiteX1" fmla="*/ 48883 w 73604"/>
                <a:gd name="connsiteY1" fmla="*/ 42300 h 116992"/>
                <a:gd name="connsiteX2" fmla="*/ 55273 w 73604"/>
                <a:gd name="connsiteY2" fmla="*/ 7827 h 116992"/>
                <a:gd name="connsiteX3" fmla="*/ 50161 w 73604"/>
                <a:gd name="connsiteY3" fmla="*/ 166 h 116992"/>
                <a:gd name="connsiteX4" fmla="*/ 43771 w 73604"/>
                <a:gd name="connsiteY4" fmla="*/ 2720 h 116992"/>
                <a:gd name="connsiteX5" fmla="*/ 959 w 73604"/>
                <a:gd name="connsiteY5" fmla="*/ 67198 h 116992"/>
                <a:gd name="connsiteX6" fmla="*/ 959 w 73604"/>
                <a:gd name="connsiteY6" fmla="*/ 74220 h 116992"/>
                <a:gd name="connsiteX7" fmla="*/ 7349 w 73604"/>
                <a:gd name="connsiteY7" fmla="*/ 77412 h 116992"/>
                <a:gd name="connsiteX8" fmla="*/ 24601 w 73604"/>
                <a:gd name="connsiteY8" fmla="*/ 74859 h 116992"/>
                <a:gd name="connsiteX9" fmla="*/ 18211 w 73604"/>
                <a:gd name="connsiteY9" fmla="*/ 109332 h 116992"/>
                <a:gd name="connsiteX10" fmla="*/ 22045 w 73604"/>
                <a:gd name="connsiteY10" fmla="*/ 116355 h 116992"/>
                <a:gd name="connsiteX11" fmla="*/ 24601 w 73604"/>
                <a:gd name="connsiteY11" fmla="*/ 116993 h 116992"/>
                <a:gd name="connsiteX12" fmla="*/ 29714 w 73604"/>
                <a:gd name="connsiteY12" fmla="*/ 113801 h 116992"/>
                <a:gd name="connsiteX13" fmla="*/ 72526 w 73604"/>
                <a:gd name="connsiteY13" fmla="*/ 49323 h 116992"/>
                <a:gd name="connsiteX14" fmla="*/ 70609 w 73604"/>
                <a:gd name="connsiteY14" fmla="*/ 40385 h 116992"/>
                <a:gd name="connsiteX15" fmla="*/ 66136 w 73604"/>
                <a:gd name="connsiteY15" fmla="*/ 39747 h 116992"/>
                <a:gd name="connsiteX16" fmla="*/ 66136 w 73604"/>
                <a:gd name="connsiteY16" fmla="*/ 39747 h 116992"/>
                <a:gd name="connsiteX17" fmla="*/ 36103 w 73604"/>
                <a:gd name="connsiteY17" fmla="*/ 81243 h 116992"/>
                <a:gd name="connsiteX18" fmla="*/ 38659 w 73604"/>
                <a:gd name="connsiteY18" fmla="*/ 68475 h 116992"/>
                <a:gd name="connsiteX19" fmla="*/ 33547 w 73604"/>
                <a:gd name="connsiteY19" fmla="*/ 60814 h 116992"/>
                <a:gd name="connsiteX20" fmla="*/ 32269 w 73604"/>
                <a:gd name="connsiteY20" fmla="*/ 60814 h 116992"/>
                <a:gd name="connsiteX21" fmla="*/ 31630 w 73604"/>
                <a:gd name="connsiteY21" fmla="*/ 60814 h 116992"/>
                <a:gd name="connsiteX22" fmla="*/ 19489 w 73604"/>
                <a:gd name="connsiteY22" fmla="*/ 62729 h 116992"/>
                <a:gd name="connsiteX23" fmla="*/ 37381 w 73604"/>
                <a:gd name="connsiteY23" fmla="*/ 35916 h 116992"/>
                <a:gd name="connsiteX24" fmla="*/ 34825 w 73604"/>
                <a:gd name="connsiteY24" fmla="*/ 48684 h 116992"/>
                <a:gd name="connsiteX25" fmla="*/ 36742 w 73604"/>
                <a:gd name="connsiteY25" fmla="*/ 54430 h 116992"/>
                <a:gd name="connsiteX26" fmla="*/ 42493 w 73604"/>
                <a:gd name="connsiteY26" fmla="*/ 56345 h 116992"/>
                <a:gd name="connsiteX27" fmla="*/ 54634 w 73604"/>
                <a:gd name="connsiteY27" fmla="*/ 54430 h 116992"/>
                <a:gd name="connsiteX28" fmla="*/ 36103 w 73604"/>
                <a:gd name="connsiteY28" fmla="*/ 81243 h 116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3604" h="116992">
                  <a:moveTo>
                    <a:pt x="66136" y="39747"/>
                  </a:moveTo>
                  <a:lnTo>
                    <a:pt x="48883" y="42300"/>
                  </a:lnTo>
                  <a:lnTo>
                    <a:pt x="55273" y="7827"/>
                  </a:lnTo>
                  <a:cubicBezTo>
                    <a:pt x="55912" y="4635"/>
                    <a:pt x="53356" y="804"/>
                    <a:pt x="50161" y="166"/>
                  </a:cubicBezTo>
                  <a:cubicBezTo>
                    <a:pt x="47605" y="-472"/>
                    <a:pt x="45049" y="804"/>
                    <a:pt x="43771" y="2720"/>
                  </a:cubicBezTo>
                  <a:lnTo>
                    <a:pt x="959" y="67198"/>
                  </a:lnTo>
                  <a:cubicBezTo>
                    <a:pt x="-320" y="69113"/>
                    <a:pt x="-320" y="72305"/>
                    <a:pt x="959" y="74220"/>
                  </a:cubicBezTo>
                  <a:cubicBezTo>
                    <a:pt x="2237" y="76135"/>
                    <a:pt x="4793" y="77412"/>
                    <a:pt x="7349" y="77412"/>
                  </a:cubicBezTo>
                  <a:lnTo>
                    <a:pt x="24601" y="74859"/>
                  </a:lnTo>
                  <a:lnTo>
                    <a:pt x="18211" y="109332"/>
                  </a:lnTo>
                  <a:cubicBezTo>
                    <a:pt x="17573" y="112524"/>
                    <a:pt x="19489" y="115078"/>
                    <a:pt x="22045" y="116355"/>
                  </a:cubicBezTo>
                  <a:cubicBezTo>
                    <a:pt x="22684" y="116355"/>
                    <a:pt x="23324" y="116993"/>
                    <a:pt x="24601" y="116993"/>
                  </a:cubicBezTo>
                  <a:cubicBezTo>
                    <a:pt x="26519" y="116993"/>
                    <a:pt x="28435" y="115716"/>
                    <a:pt x="29714" y="113801"/>
                  </a:cubicBezTo>
                  <a:lnTo>
                    <a:pt x="72526" y="49323"/>
                  </a:lnTo>
                  <a:cubicBezTo>
                    <a:pt x="74443" y="46131"/>
                    <a:pt x="73804" y="42300"/>
                    <a:pt x="70609" y="40385"/>
                  </a:cubicBezTo>
                  <a:cubicBezTo>
                    <a:pt x="69331" y="39747"/>
                    <a:pt x="68053" y="39108"/>
                    <a:pt x="66136" y="39747"/>
                  </a:cubicBezTo>
                  <a:lnTo>
                    <a:pt x="66136" y="39747"/>
                  </a:lnTo>
                  <a:close/>
                  <a:moveTo>
                    <a:pt x="36103" y="81243"/>
                  </a:moveTo>
                  <a:lnTo>
                    <a:pt x="38659" y="68475"/>
                  </a:lnTo>
                  <a:cubicBezTo>
                    <a:pt x="39298" y="65283"/>
                    <a:pt x="36742" y="61452"/>
                    <a:pt x="33547" y="60814"/>
                  </a:cubicBezTo>
                  <a:cubicBezTo>
                    <a:pt x="32909" y="60814"/>
                    <a:pt x="32909" y="60814"/>
                    <a:pt x="32269" y="60814"/>
                  </a:cubicBezTo>
                  <a:lnTo>
                    <a:pt x="31630" y="60814"/>
                  </a:lnTo>
                  <a:lnTo>
                    <a:pt x="19489" y="62729"/>
                  </a:lnTo>
                  <a:lnTo>
                    <a:pt x="37381" y="35916"/>
                  </a:lnTo>
                  <a:lnTo>
                    <a:pt x="34825" y="48684"/>
                  </a:lnTo>
                  <a:cubicBezTo>
                    <a:pt x="34186" y="50599"/>
                    <a:pt x="34825" y="52515"/>
                    <a:pt x="36742" y="54430"/>
                  </a:cubicBezTo>
                  <a:cubicBezTo>
                    <a:pt x="38020" y="55707"/>
                    <a:pt x="39937" y="56345"/>
                    <a:pt x="42493" y="56345"/>
                  </a:cubicBezTo>
                  <a:lnTo>
                    <a:pt x="54634" y="54430"/>
                  </a:lnTo>
                  <a:lnTo>
                    <a:pt x="36103" y="81243"/>
                  </a:lnTo>
                  <a:close/>
                </a:path>
              </a:pathLst>
            </a:custGeom>
            <a:solidFill>
              <a:srgbClr val="0097A9"/>
            </a:solidFill>
            <a:ln w="6390" cap="flat">
              <a:noFill/>
              <a:prstDash val="solid"/>
              <a:miter/>
            </a:ln>
          </p:spPr>
          <p:txBody>
            <a:bodyPr rtlCol="0" anchor="ctr"/>
            <a:lstStyle/>
            <a:p>
              <a:endParaRPr lang="en-US"/>
            </a:p>
          </p:txBody>
        </p:sp>
      </p:grpSp>
      <p:grpSp>
        <p:nvGrpSpPr>
          <p:cNvPr id="791" name="Graphic 4">
            <a:extLst>
              <a:ext uri="{FF2B5EF4-FFF2-40B4-BE49-F238E27FC236}">
                <a16:creationId xmlns:a16="http://schemas.microsoft.com/office/drawing/2014/main" id="{4795D5EA-F98E-9845-BC74-DC8792C37906}"/>
              </a:ext>
            </a:extLst>
          </p:cNvPr>
          <p:cNvGrpSpPr>
            <a:grpSpLocks noChangeAspect="1"/>
          </p:cNvGrpSpPr>
          <p:nvPr/>
        </p:nvGrpSpPr>
        <p:grpSpPr>
          <a:xfrm>
            <a:off x="6860236" y="3741176"/>
            <a:ext cx="361674" cy="361971"/>
            <a:chOff x="6753524" y="4308712"/>
            <a:chExt cx="361674" cy="361971"/>
          </a:xfrm>
          <a:solidFill>
            <a:srgbClr val="0097A9"/>
          </a:solidFill>
        </p:grpSpPr>
        <p:sp>
          <p:nvSpPr>
            <p:cNvPr id="792" name="Graphic 4">
              <a:extLst>
                <a:ext uri="{FF2B5EF4-FFF2-40B4-BE49-F238E27FC236}">
                  <a16:creationId xmlns:a16="http://schemas.microsoft.com/office/drawing/2014/main" id="{F22CCAD4-C99E-CC43-9D28-379E631A3E0E}"/>
                </a:ext>
              </a:extLst>
            </p:cNvPr>
            <p:cNvSpPr/>
            <p:nvPr/>
          </p:nvSpPr>
          <p:spPr>
            <a:xfrm>
              <a:off x="6753524" y="4308712"/>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 name="connsiteX13" fmla="*/ 180835 w 361674"/>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4"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2309" y="81077"/>
                    <a:pt x="281157" y="0"/>
                    <a:pt x="180835" y="0"/>
                  </a:cubicBezTo>
                  <a:cubicBezTo>
                    <a:pt x="181474" y="0"/>
                    <a:pt x="181474" y="0"/>
                    <a:pt x="180835" y="0"/>
                  </a:cubicBezTo>
                  <a:close/>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lnTo>
                    <a:pt x="348890" y="180667"/>
                  </a:lnTo>
                  <a:cubicBezTo>
                    <a:pt x="349529" y="273873"/>
                    <a:pt x="274128" y="349204"/>
                    <a:pt x="180835" y="349204"/>
                  </a:cubicBezTo>
                  <a:lnTo>
                    <a:pt x="180835" y="349204"/>
                  </a:lnTo>
                  <a:close/>
                </a:path>
              </a:pathLst>
            </a:custGeom>
            <a:solidFill>
              <a:srgbClr val="0097A9"/>
            </a:solidFill>
            <a:ln w="6390" cap="flat">
              <a:noFill/>
              <a:prstDash val="solid"/>
              <a:miter/>
            </a:ln>
          </p:spPr>
          <p:txBody>
            <a:bodyPr rtlCol="0" anchor="ctr"/>
            <a:lstStyle/>
            <a:p>
              <a:endParaRPr lang="en-US"/>
            </a:p>
          </p:txBody>
        </p:sp>
        <p:sp>
          <p:nvSpPr>
            <p:cNvPr id="793" name="Graphic 4">
              <a:extLst>
                <a:ext uri="{FF2B5EF4-FFF2-40B4-BE49-F238E27FC236}">
                  <a16:creationId xmlns:a16="http://schemas.microsoft.com/office/drawing/2014/main" id="{2355668D-DCFD-F447-8E3C-7154F5C69792}"/>
                </a:ext>
              </a:extLst>
            </p:cNvPr>
            <p:cNvSpPr/>
            <p:nvPr/>
          </p:nvSpPr>
          <p:spPr>
            <a:xfrm>
              <a:off x="6815777" y="4361699"/>
              <a:ext cx="238090" cy="254082"/>
            </a:xfrm>
            <a:custGeom>
              <a:avLst/>
              <a:gdLst>
                <a:gd name="connsiteX0" fmla="*/ 236157 w 238090"/>
                <a:gd name="connsiteY0" fmla="*/ 120657 h 254082"/>
                <a:gd name="connsiteX1" fmla="*/ 231046 w 238090"/>
                <a:gd name="connsiteY1" fmla="*/ 119381 h 254082"/>
                <a:gd name="connsiteX2" fmla="*/ 206764 w 238090"/>
                <a:gd name="connsiteY2" fmla="*/ 115550 h 254082"/>
                <a:gd name="connsiteX3" fmla="*/ 162673 w 238090"/>
                <a:gd name="connsiteY3" fmla="*/ 114912 h 254082"/>
                <a:gd name="connsiteX4" fmla="*/ 142225 w 238090"/>
                <a:gd name="connsiteY4" fmla="*/ 155131 h 254082"/>
                <a:gd name="connsiteX5" fmla="*/ 130723 w 238090"/>
                <a:gd name="connsiteY5" fmla="*/ 164707 h 254082"/>
                <a:gd name="connsiteX6" fmla="*/ 130723 w 238090"/>
                <a:gd name="connsiteY6" fmla="*/ 118742 h 254082"/>
                <a:gd name="connsiteX7" fmla="*/ 160756 w 238090"/>
                <a:gd name="connsiteY7" fmla="*/ 87461 h 254082"/>
                <a:gd name="connsiteX8" fmla="*/ 160756 w 238090"/>
                <a:gd name="connsiteY8" fmla="*/ 70224 h 254082"/>
                <a:gd name="connsiteX9" fmla="*/ 170980 w 238090"/>
                <a:gd name="connsiteY9" fmla="*/ 51710 h 254082"/>
                <a:gd name="connsiteX10" fmla="*/ 170980 w 238090"/>
                <a:gd name="connsiteY10" fmla="*/ 41496 h 254082"/>
                <a:gd name="connsiteX11" fmla="*/ 164590 w 238090"/>
                <a:gd name="connsiteY11" fmla="*/ 35112 h 254082"/>
                <a:gd name="connsiteX12" fmla="*/ 150532 w 238090"/>
                <a:gd name="connsiteY12" fmla="*/ 35112 h 254082"/>
                <a:gd name="connsiteX13" fmla="*/ 150532 w 238090"/>
                <a:gd name="connsiteY13" fmla="*/ 6384 h 254082"/>
                <a:gd name="connsiteX14" fmla="*/ 144142 w 238090"/>
                <a:gd name="connsiteY14" fmla="*/ 0 h 254082"/>
                <a:gd name="connsiteX15" fmla="*/ 137752 w 238090"/>
                <a:gd name="connsiteY15" fmla="*/ 6384 h 254082"/>
                <a:gd name="connsiteX16" fmla="*/ 137752 w 238090"/>
                <a:gd name="connsiteY16" fmla="*/ 35112 h 254082"/>
                <a:gd name="connsiteX17" fmla="*/ 110276 w 238090"/>
                <a:gd name="connsiteY17" fmla="*/ 35112 h 254082"/>
                <a:gd name="connsiteX18" fmla="*/ 110276 w 238090"/>
                <a:gd name="connsiteY18" fmla="*/ 6384 h 254082"/>
                <a:gd name="connsiteX19" fmla="*/ 103886 w 238090"/>
                <a:gd name="connsiteY19" fmla="*/ 0 h 254082"/>
                <a:gd name="connsiteX20" fmla="*/ 97496 w 238090"/>
                <a:gd name="connsiteY20" fmla="*/ 6384 h 254082"/>
                <a:gd name="connsiteX21" fmla="*/ 97496 w 238090"/>
                <a:gd name="connsiteY21" fmla="*/ 35112 h 254082"/>
                <a:gd name="connsiteX22" fmla="*/ 83437 w 238090"/>
                <a:gd name="connsiteY22" fmla="*/ 35112 h 254082"/>
                <a:gd name="connsiteX23" fmla="*/ 77047 w 238090"/>
                <a:gd name="connsiteY23" fmla="*/ 41496 h 254082"/>
                <a:gd name="connsiteX24" fmla="*/ 77047 w 238090"/>
                <a:gd name="connsiteY24" fmla="*/ 51710 h 254082"/>
                <a:gd name="connsiteX25" fmla="*/ 87272 w 238090"/>
                <a:gd name="connsiteY25" fmla="*/ 70224 h 254082"/>
                <a:gd name="connsiteX26" fmla="*/ 87272 w 238090"/>
                <a:gd name="connsiteY26" fmla="*/ 87461 h 254082"/>
                <a:gd name="connsiteX27" fmla="*/ 117304 w 238090"/>
                <a:gd name="connsiteY27" fmla="*/ 118742 h 254082"/>
                <a:gd name="connsiteX28" fmla="*/ 117304 w 238090"/>
                <a:gd name="connsiteY28" fmla="*/ 181305 h 254082"/>
                <a:gd name="connsiteX29" fmla="*/ 117304 w 238090"/>
                <a:gd name="connsiteY29" fmla="*/ 184497 h 254082"/>
                <a:gd name="connsiteX30" fmla="*/ 117304 w 238090"/>
                <a:gd name="connsiteY30" fmla="*/ 197265 h 254082"/>
                <a:gd name="connsiteX31" fmla="*/ 104525 w 238090"/>
                <a:gd name="connsiteY31" fmla="*/ 184497 h 254082"/>
                <a:gd name="connsiteX32" fmla="*/ 86632 w 238090"/>
                <a:gd name="connsiteY32" fmla="*/ 135979 h 254082"/>
                <a:gd name="connsiteX33" fmla="*/ 36791 w 238090"/>
                <a:gd name="connsiteY33" fmla="*/ 131510 h 254082"/>
                <a:gd name="connsiteX34" fmla="*/ 8037 w 238090"/>
                <a:gd name="connsiteY34" fmla="*/ 132787 h 254082"/>
                <a:gd name="connsiteX35" fmla="*/ 368 w 238090"/>
                <a:gd name="connsiteY35" fmla="*/ 137256 h 254082"/>
                <a:gd name="connsiteX36" fmla="*/ 368 w 238090"/>
                <a:gd name="connsiteY36" fmla="*/ 137894 h 254082"/>
                <a:gd name="connsiteX37" fmla="*/ 42542 w 238090"/>
                <a:gd name="connsiteY37" fmla="*/ 205564 h 254082"/>
                <a:gd name="connsiteX38" fmla="*/ 59795 w 238090"/>
                <a:gd name="connsiteY38" fmla="*/ 209395 h 254082"/>
                <a:gd name="connsiteX39" fmla="*/ 89189 w 238090"/>
                <a:gd name="connsiteY39" fmla="*/ 199819 h 254082"/>
                <a:gd name="connsiteX40" fmla="*/ 91106 w 238090"/>
                <a:gd name="connsiteY40" fmla="*/ 190881 h 254082"/>
                <a:gd name="connsiteX41" fmla="*/ 82160 w 238090"/>
                <a:gd name="connsiteY41" fmla="*/ 188966 h 254082"/>
                <a:gd name="connsiteX42" fmla="*/ 82160 w 238090"/>
                <a:gd name="connsiteY42" fmla="*/ 188966 h 254082"/>
                <a:gd name="connsiteX43" fmla="*/ 48293 w 238090"/>
                <a:gd name="connsiteY43" fmla="*/ 194073 h 254082"/>
                <a:gd name="connsiteX44" fmla="*/ 13148 w 238090"/>
                <a:gd name="connsiteY44" fmla="*/ 146193 h 254082"/>
                <a:gd name="connsiteX45" fmla="*/ 39986 w 238090"/>
                <a:gd name="connsiteY45" fmla="*/ 143640 h 254082"/>
                <a:gd name="connsiteX46" fmla="*/ 81521 w 238090"/>
                <a:gd name="connsiteY46" fmla="*/ 146832 h 254082"/>
                <a:gd name="connsiteX47" fmla="*/ 94301 w 238090"/>
                <a:gd name="connsiteY47" fmla="*/ 175560 h 254082"/>
                <a:gd name="connsiteX48" fmla="*/ 45737 w 238090"/>
                <a:gd name="connsiteY48" fmla="*/ 154492 h 254082"/>
                <a:gd name="connsiteX49" fmla="*/ 36152 w 238090"/>
                <a:gd name="connsiteY49" fmla="*/ 151300 h 254082"/>
                <a:gd name="connsiteX50" fmla="*/ 27845 w 238090"/>
                <a:gd name="connsiteY50" fmla="*/ 155131 h 254082"/>
                <a:gd name="connsiteX51" fmla="*/ 31679 w 238090"/>
                <a:gd name="connsiteY51" fmla="*/ 163430 h 254082"/>
                <a:gd name="connsiteX52" fmla="*/ 31679 w 238090"/>
                <a:gd name="connsiteY52" fmla="*/ 163430 h 254082"/>
                <a:gd name="connsiteX53" fmla="*/ 41264 w 238090"/>
                <a:gd name="connsiteY53" fmla="*/ 166622 h 254082"/>
                <a:gd name="connsiteX54" fmla="*/ 117943 w 238090"/>
                <a:gd name="connsiteY54" fmla="*/ 219609 h 254082"/>
                <a:gd name="connsiteX55" fmla="*/ 117943 w 238090"/>
                <a:gd name="connsiteY55" fmla="*/ 247699 h 254082"/>
                <a:gd name="connsiteX56" fmla="*/ 124333 w 238090"/>
                <a:gd name="connsiteY56" fmla="*/ 254083 h 254082"/>
                <a:gd name="connsiteX57" fmla="*/ 130723 w 238090"/>
                <a:gd name="connsiteY57" fmla="*/ 247699 h 254082"/>
                <a:gd name="connsiteX58" fmla="*/ 130723 w 238090"/>
                <a:gd name="connsiteY58" fmla="*/ 183859 h 254082"/>
                <a:gd name="connsiteX59" fmla="*/ 153727 w 238090"/>
                <a:gd name="connsiteY59" fmla="*/ 162153 h 254082"/>
                <a:gd name="connsiteX60" fmla="*/ 155005 w 238090"/>
                <a:gd name="connsiteY60" fmla="*/ 170452 h 254082"/>
                <a:gd name="connsiteX61" fmla="*/ 183121 w 238090"/>
                <a:gd name="connsiteY61" fmla="*/ 181944 h 254082"/>
                <a:gd name="connsiteX62" fmla="*/ 195261 w 238090"/>
                <a:gd name="connsiteY62" fmla="*/ 180028 h 254082"/>
                <a:gd name="connsiteX63" fmla="*/ 238074 w 238090"/>
                <a:gd name="connsiteY63" fmla="*/ 124488 h 254082"/>
                <a:gd name="connsiteX64" fmla="*/ 236157 w 238090"/>
                <a:gd name="connsiteY64" fmla="*/ 120657 h 254082"/>
                <a:gd name="connsiteX65" fmla="*/ 100052 w 238090"/>
                <a:gd name="connsiteY65" fmla="*/ 87461 h 254082"/>
                <a:gd name="connsiteX66" fmla="*/ 100052 w 238090"/>
                <a:gd name="connsiteY66" fmla="*/ 67032 h 254082"/>
                <a:gd name="connsiteX67" fmla="*/ 97496 w 238090"/>
                <a:gd name="connsiteY67" fmla="*/ 61925 h 254082"/>
                <a:gd name="connsiteX68" fmla="*/ 90467 w 238090"/>
                <a:gd name="connsiteY68" fmla="*/ 52349 h 254082"/>
                <a:gd name="connsiteX69" fmla="*/ 90467 w 238090"/>
                <a:gd name="connsiteY69" fmla="*/ 48519 h 254082"/>
                <a:gd name="connsiteX70" fmla="*/ 158200 w 238090"/>
                <a:gd name="connsiteY70" fmla="*/ 48519 h 254082"/>
                <a:gd name="connsiteX71" fmla="*/ 158200 w 238090"/>
                <a:gd name="connsiteY71" fmla="*/ 52349 h 254082"/>
                <a:gd name="connsiteX72" fmla="*/ 151171 w 238090"/>
                <a:gd name="connsiteY72" fmla="*/ 61925 h 254082"/>
                <a:gd name="connsiteX73" fmla="*/ 148615 w 238090"/>
                <a:gd name="connsiteY73" fmla="*/ 67032 h 254082"/>
                <a:gd name="connsiteX74" fmla="*/ 148615 w 238090"/>
                <a:gd name="connsiteY74" fmla="*/ 87461 h 254082"/>
                <a:gd name="connsiteX75" fmla="*/ 129445 w 238090"/>
                <a:gd name="connsiteY75" fmla="*/ 105974 h 254082"/>
                <a:gd name="connsiteX76" fmla="*/ 119222 w 238090"/>
                <a:gd name="connsiteY76" fmla="*/ 105974 h 254082"/>
                <a:gd name="connsiteX77" fmla="*/ 100052 w 238090"/>
                <a:gd name="connsiteY77" fmla="*/ 87461 h 254082"/>
                <a:gd name="connsiteX78" fmla="*/ 191428 w 238090"/>
                <a:gd name="connsiteY78" fmla="*/ 168537 h 254082"/>
                <a:gd name="connsiteX79" fmla="*/ 163312 w 238090"/>
                <a:gd name="connsiteY79" fmla="*/ 161515 h 254082"/>
                <a:gd name="connsiteX80" fmla="*/ 159478 w 238090"/>
                <a:gd name="connsiteY80" fmla="*/ 160238 h 254082"/>
                <a:gd name="connsiteX81" fmla="*/ 200374 w 238090"/>
                <a:gd name="connsiteY81" fmla="*/ 147470 h 254082"/>
                <a:gd name="connsiteX82" fmla="*/ 208681 w 238090"/>
                <a:gd name="connsiteY82" fmla="*/ 145555 h 254082"/>
                <a:gd name="connsiteX83" fmla="*/ 213153 w 238090"/>
                <a:gd name="connsiteY83" fmla="*/ 137894 h 254082"/>
                <a:gd name="connsiteX84" fmla="*/ 205486 w 238090"/>
                <a:gd name="connsiteY84" fmla="*/ 133425 h 254082"/>
                <a:gd name="connsiteX85" fmla="*/ 205486 w 238090"/>
                <a:gd name="connsiteY85" fmla="*/ 133425 h 254082"/>
                <a:gd name="connsiteX86" fmla="*/ 197179 w 238090"/>
                <a:gd name="connsiteY86" fmla="*/ 135341 h 254082"/>
                <a:gd name="connsiteX87" fmla="*/ 154366 w 238090"/>
                <a:gd name="connsiteY87" fmla="*/ 148747 h 254082"/>
                <a:gd name="connsiteX88" fmla="*/ 167146 w 238090"/>
                <a:gd name="connsiteY88" fmla="*/ 127680 h 254082"/>
                <a:gd name="connsiteX89" fmla="*/ 202291 w 238090"/>
                <a:gd name="connsiteY89" fmla="*/ 128957 h 254082"/>
                <a:gd name="connsiteX90" fmla="*/ 224016 w 238090"/>
                <a:gd name="connsiteY90" fmla="*/ 133425 h 254082"/>
                <a:gd name="connsiteX91" fmla="*/ 191428 w 238090"/>
                <a:gd name="connsiteY91" fmla="*/ 168537 h 25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238090" h="254082">
                  <a:moveTo>
                    <a:pt x="236157" y="120657"/>
                  </a:moveTo>
                  <a:cubicBezTo>
                    <a:pt x="234879" y="119381"/>
                    <a:pt x="232962" y="118742"/>
                    <a:pt x="231046" y="119381"/>
                  </a:cubicBezTo>
                  <a:cubicBezTo>
                    <a:pt x="222738" y="120019"/>
                    <a:pt x="214431" y="118742"/>
                    <a:pt x="206764" y="115550"/>
                  </a:cubicBezTo>
                  <a:cubicBezTo>
                    <a:pt x="193984" y="111720"/>
                    <a:pt x="179926" y="107889"/>
                    <a:pt x="162673" y="114912"/>
                  </a:cubicBezTo>
                  <a:cubicBezTo>
                    <a:pt x="148615" y="123211"/>
                    <a:pt x="140308" y="139171"/>
                    <a:pt x="142225" y="155131"/>
                  </a:cubicBezTo>
                  <a:cubicBezTo>
                    <a:pt x="137752" y="158323"/>
                    <a:pt x="133918" y="161515"/>
                    <a:pt x="130723" y="164707"/>
                  </a:cubicBezTo>
                  <a:lnTo>
                    <a:pt x="130723" y="118742"/>
                  </a:lnTo>
                  <a:cubicBezTo>
                    <a:pt x="147337" y="118104"/>
                    <a:pt x="160756" y="104059"/>
                    <a:pt x="160756" y="87461"/>
                  </a:cubicBezTo>
                  <a:lnTo>
                    <a:pt x="160756" y="70224"/>
                  </a:lnTo>
                  <a:cubicBezTo>
                    <a:pt x="166507" y="65755"/>
                    <a:pt x="170341" y="59371"/>
                    <a:pt x="170980" y="51710"/>
                  </a:cubicBezTo>
                  <a:lnTo>
                    <a:pt x="170980" y="41496"/>
                  </a:lnTo>
                  <a:cubicBezTo>
                    <a:pt x="170980" y="37666"/>
                    <a:pt x="168424" y="35112"/>
                    <a:pt x="164590" y="35112"/>
                  </a:cubicBezTo>
                  <a:lnTo>
                    <a:pt x="150532" y="35112"/>
                  </a:lnTo>
                  <a:lnTo>
                    <a:pt x="150532" y="6384"/>
                  </a:lnTo>
                  <a:cubicBezTo>
                    <a:pt x="150532" y="2554"/>
                    <a:pt x="147976" y="0"/>
                    <a:pt x="144142" y="0"/>
                  </a:cubicBezTo>
                  <a:cubicBezTo>
                    <a:pt x="140308" y="0"/>
                    <a:pt x="137752" y="2554"/>
                    <a:pt x="137752" y="6384"/>
                  </a:cubicBezTo>
                  <a:lnTo>
                    <a:pt x="137752" y="35112"/>
                  </a:lnTo>
                  <a:lnTo>
                    <a:pt x="110276" y="35112"/>
                  </a:lnTo>
                  <a:lnTo>
                    <a:pt x="110276" y="6384"/>
                  </a:lnTo>
                  <a:cubicBezTo>
                    <a:pt x="110276" y="2554"/>
                    <a:pt x="107719" y="0"/>
                    <a:pt x="103886" y="0"/>
                  </a:cubicBezTo>
                  <a:cubicBezTo>
                    <a:pt x="100052" y="0"/>
                    <a:pt x="97496" y="2554"/>
                    <a:pt x="97496" y="6384"/>
                  </a:cubicBezTo>
                  <a:lnTo>
                    <a:pt x="97496" y="35112"/>
                  </a:lnTo>
                  <a:lnTo>
                    <a:pt x="83437" y="35112"/>
                  </a:lnTo>
                  <a:cubicBezTo>
                    <a:pt x="79604" y="35112"/>
                    <a:pt x="77047" y="37666"/>
                    <a:pt x="77047" y="41496"/>
                  </a:cubicBezTo>
                  <a:lnTo>
                    <a:pt x="77047" y="51710"/>
                  </a:lnTo>
                  <a:cubicBezTo>
                    <a:pt x="77687" y="58733"/>
                    <a:pt x="81521" y="65755"/>
                    <a:pt x="87272" y="70224"/>
                  </a:cubicBezTo>
                  <a:lnTo>
                    <a:pt x="87272" y="87461"/>
                  </a:lnTo>
                  <a:cubicBezTo>
                    <a:pt x="87272" y="104059"/>
                    <a:pt x="100691" y="118104"/>
                    <a:pt x="117304" y="118742"/>
                  </a:cubicBezTo>
                  <a:lnTo>
                    <a:pt x="117304" y="181305"/>
                  </a:lnTo>
                  <a:cubicBezTo>
                    <a:pt x="117304" y="182582"/>
                    <a:pt x="117304" y="183220"/>
                    <a:pt x="117304" y="184497"/>
                  </a:cubicBezTo>
                  <a:lnTo>
                    <a:pt x="117304" y="197265"/>
                  </a:lnTo>
                  <a:cubicBezTo>
                    <a:pt x="113471" y="192796"/>
                    <a:pt x="108997" y="188327"/>
                    <a:pt x="104525" y="184497"/>
                  </a:cubicBezTo>
                  <a:cubicBezTo>
                    <a:pt x="108997" y="165984"/>
                    <a:pt x="101968" y="146832"/>
                    <a:pt x="86632" y="135979"/>
                  </a:cubicBezTo>
                  <a:cubicBezTo>
                    <a:pt x="68102" y="125126"/>
                    <a:pt x="51488" y="128318"/>
                    <a:pt x="36791" y="131510"/>
                  </a:cubicBezTo>
                  <a:cubicBezTo>
                    <a:pt x="27206" y="134064"/>
                    <a:pt x="17622" y="134702"/>
                    <a:pt x="8037" y="132787"/>
                  </a:cubicBezTo>
                  <a:cubicBezTo>
                    <a:pt x="4842" y="132149"/>
                    <a:pt x="1008" y="134064"/>
                    <a:pt x="368" y="137256"/>
                  </a:cubicBezTo>
                  <a:cubicBezTo>
                    <a:pt x="368" y="137256"/>
                    <a:pt x="368" y="137894"/>
                    <a:pt x="368" y="137894"/>
                  </a:cubicBezTo>
                  <a:cubicBezTo>
                    <a:pt x="-2827" y="164707"/>
                    <a:pt x="15065" y="192796"/>
                    <a:pt x="42542" y="205564"/>
                  </a:cubicBezTo>
                  <a:cubicBezTo>
                    <a:pt x="48293" y="208118"/>
                    <a:pt x="54044" y="209395"/>
                    <a:pt x="59795" y="209395"/>
                  </a:cubicBezTo>
                  <a:cubicBezTo>
                    <a:pt x="70019" y="209395"/>
                    <a:pt x="80242" y="205564"/>
                    <a:pt x="89189" y="199819"/>
                  </a:cubicBezTo>
                  <a:cubicBezTo>
                    <a:pt x="92383" y="197903"/>
                    <a:pt x="93022" y="194073"/>
                    <a:pt x="91106" y="190881"/>
                  </a:cubicBezTo>
                  <a:cubicBezTo>
                    <a:pt x="89189" y="187689"/>
                    <a:pt x="85355" y="187051"/>
                    <a:pt x="82160" y="188966"/>
                  </a:cubicBezTo>
                  <a:cubicBezTo>
                    <a:pt x="82160" y="188966"/>
                    <a:pt x="82160" y="188966"/>
                    <a:pt x="82160" y="188966"/>
                  </a:cubicBezTo>
                  <a:cubicBezTo>
                    <a:pt x="72575" y="196627"/>
                    <a:pt x="59795" y="198542"/>
                    <a:pt x="48293" y="194073"/>
                  </a:cubicBezTo>
                  <a:cubicBezTo>
                    <a:pt x="28484" y="185774"/>
                    <a:pt x="15065" y="167260"/>
                    <a:pt x="13148" y="146193"/>
                  </a:cubicBezTo>
                  <a:cubicBezTo>
                    <a:pt x="22094" y="146832"/>
                    <a:pt x="31040" y="145555"/>
                    <a:pt x="39986" y="143640"/>
                  </a:cubicBezTo>
                  <a:cubicBezTo>
                    <a:pt x="54044" y="141086"/>
                    <a:pt x="66824" y="138533"/>
                    <a:pt x="81521" y="146832"/>
                  </a:cubicBezTo>
                  <a:cubicBezTo>
                    <a:pt x="90467" y="153854"/>
                    <a:pt x="94940" y="164707"/>
                    <a:pt x="94301" y="175560"/>
                  </a:cubicBezTo>
                  <a:cubicBezTo>
                    <a:pt x="78965" y="166622"/>
                    <a:pt x="62990" y="159600"/>
                    <a:pt x="45737" y="154492"/>
                  </a:cubicBezTo>
                  <a:lnTo>
                    <a:pt x="36152" y="151300"/>
                  </a:lnTo>
                  <a:cubicBezTo>
                    <a:pt x="32958" y="150024"/>
                    <a:pt x="29123" y="151939"/>
                    <a:pt x="27845" y="155131"/>
                  </a:cubicBezTo>
                  <a:cubicBezTo>
                    <a:pt x="26568" y="158323"/>
                    <a:pt x="28484" y="162153"/>
                    <a:pt x="31679" y="163430"/>
                  </a:cubicBezTo>
                  <a:cubicBezTo>
                    <a:pt x="31679" y="163430"/>
                    <a:pt x="31679" y="163430"/>
                    <a:pt x="31679" y="163430"/>
                  </a:cubicBezTo>
                  <a:lnTo>
                    <a:pt x="41264" y="166622"/>
                  </a:lnTo>
                  <a:cubicBezTo>
                    <a:pt x="66185" y="174921"/>
                    <a:pt x="100052" y="185774"/>
                    <a:pt x="117943" y="219609"/>
                  </a:cubicBezTo>
                  <a:lnTo>
                    <a:pt x="117943" y="247699"/>
                  </a:lnTo>
                  <a:cubicBezTo>
                    <a:pt x="117943" y="251529"/>
                    <a:pt x="120499" y="254083"/>
                    <a:pt x="124333" y="254083"/>
                  </a:cubicBezTo>
                  <a:cubicBezTo>
                    <a:pt x="128167" y="254083"/>
                    <a:pt x="130723" y="251529"/>
                    <a:pt x="130723" y="247699"/>
                  </a:cubicBezTo>
                  <a:lnTo>
                    <a:pt x="130723" y="183859"/>
                  </a:lnTo>
                  <a:cubicBezTo>
                    <a:pt x="136474" y="174921"/>
                    <a:pt x="144781" y="167899"/>
                    <a:pt x="153727" y="162153"/>
                  </a:cubicBezTo>
                  <a:cubicBezTo>
                    <a:pt x="152449" y="164707"/>
                    <a:pt x="152449" y="168537"/>
                    <a:pt x="155005" y="170452"/>
                  </a:cubicBezTo>
                  <a:cubicBezTo>
                    <a:pt x="162673" y="177475"/>
                    <a:pt x="172897" y="181305"/>
                    <a:pt x="183121" y="181944"/>
                  </a:cubicBezTo>
                  <a:cubicBezTo>
                    <a:pt x="186955" y="181944"/>
                    <a:pt x="191428" y="181305"/>
                    <a:pt x="195261" y="180028"/>
                  </a:cubicBezTo>
                  <a:cubicBezTo>
                    <a:pt x="220821" y="171091"/>
                    <a:pt x="238713" y="148108"/>
                    <a:pt x="238074" y="124488"/>
                  </a:cubicBezTo>
                  <a:cubicBezTo>
                    <a:pt x="238074" y="123211"/>
                    <a:pt x="237436" y="121934"/>
                    <a:pt x="236157" y="120657"/>
                  </a:cubicBezTo>
                  <a:close/>
                  <a:moveTo>
                    <a:pt x="100052" y="87461"/>
                  </a:moveTo>
                  <a:lnTo>
                    <a:pt x="100052" y="67032"/>
                  </a:lnTo>
                  <a:cubicBezTo>
                    <a:pt x="100052" y="65117"/>
                    <a:pt x="98773" y="63202"/>
                    <a:pt x="97496" y="61925"/>
                  </a:cubicBezTo>
                  <a:cubicBezTo>
                    <a:pt x="94940" y="60648"/>
                    <a:pt x="90467" y="55541"/>
                    <a:pt x="90467" y="52349"/>
                  </a:cubicBezTo>
                  <a:lnTo>
                    <a:pt x="90467" y="48519"/>
                  </a:lnTo>
                  <a:lnTo>
                    <a:pt x="158200" y="48519"/>
                  </a:lnTo>
                  <a:lnTo>
                    <a:pt x="158200" y="52349"/>
                  </a:lnTo>
                  <a:cubicBezTo>
                    <a:pt x="158200" y="56179"/>
                    <a:pt x="153088" y="60648"/>
                    <a:pt x="151171" y="61925"/>
                  </a:cubicBezTo>
                  <a:cubicBezTo>
                    <a:pt x="149254" y="63202"/>
                    <a:pt x="148615" y="65117"/>
                    <a:pt x="148615" y="67032"/>
                  </a:cubicBezTo>
                  <a:lnTo>
                    <a:pt x="148615" y="87461"/>
                  </a:lnTo>
                  <a:cubicBezTo>
                    <a:pt x="148615" y="97675"/>
                    <a:pt x="139669" y="105974"/>
                    <a:pt x="129445" y="105974"/>
                  </a:cubicBezTo>
                  <a:lnTo>
                    <a:pt x="119222" y="105974"/>
                  </a:lnTo>
                  <a:cubicBezTo>
                    <a:pt x="108358" y="105974"/>
                    <a:pt x="100052" y="97675"/>
                    <a:pt x="100052" y="87461"/>
                  </a:cubicBezTo>
                  <a:close/>
                  <a:moveTo>
                    <a:pt x="191428" y="168537"/>
                  </a:moveTo>
                  <a:cubicBezTo>
                    <a:pt x="181204" y="171091"/>
                    <a:pt x="170980" y="168537"/>
                    <a:pt x="163312" y="161515"/>
                  </a:cubicBezTo>
                  <a:cubicBezTo>
                    <a:pt x="162034" y="160876"/>
                    <a:pt x="160756" y="160238"/>
                    <a:pt x="159478" y="160238"/>
                  </a:cubicBezTo>
                  <a:cubicBezTo>
                    <a:pt x="172258" y="154492"/>
                    <a:pt x="186316" y="150024"/>
                    <a:pt x="200374" y="147470"/>
                  </a:cubicBezTo>
                  <a:lnTo>
                    <a:pt x="208681" y="145555"/>
                  </a:lnTo>
                  <a:cubicBezTo>
                    <a:pt x="211876" y="144916"/>
                    <a:pt x="214431" y="141086"/>
                    <a:pt x="213153" y="137894"/>
                  </a:cubicBezTo>
                  <a:cubicBezTo>
                    <a:pt x="212515" y="134702"/>
                    <a:pt x="208681" y="132149"/>
                    <a:pt x="205486" y="133425"/>
                  </a:cubicBezTo>
                  <a:lnTo>
                    <a:pt x="205486" y="133425"/>
                  </a:lnTo>
                  <a:lnTo>
                    <a:pt x="197179" y="135341"/>
                  </a:lnTo>
                  <a:cubicBezTo>
                    <a:pt x="182481" y="137894"/>
                    <a:pt x="168424" y="142363"/>
                    <a:pt x="154366" y="148747"/>
                  </a:cubicBezTo>
                  <a:cubicBezTo>
                    <a:pt x="155005" y="139809"/>
                    <a:pt x="160117" y="132149"/>
                    <a:pt x="167146" y="127680"/>
                  </a:cubicBezTo>
                  <a:cubicBezTo>
                    <a:pt x="179926" y="121934"/>
                    <a:pt x="190150" y="125126"/>
                    <a:pt x="202291" y="128957"/>
                  </a:cubicBezTo>
                  <a:cubicBezTo>
                    <a:pt x="209320" y="131510"/>
                    <a:pt x="216987" y="132787"/>
                    <a:pt x="224016" y="133425"/>
                  </a:cubicBezTo>
                  <a:cubicBezTo>
                    <a:pt x="220821" y="149385"/>
                    <a:pt x="208041" y="162792"/>
                    <a:pt x="191428" y="168537"/>
                  </a:cubicBezTo>
                  <a:close/>
                </a:path>
              </a:pathLst>
            </a:custGeom>
            <a:solidFill>
              <a:srgbClr val="0097A9"/>
            </a:solidFill>
            <a:ln w="6390" cap="flat">
              <a:noFill/>
              <a:prstDash val="solid"/>
              <a:miter/>
            </a:ln>
          </p:spPr>
          <p:txBody>
            <a:bodyPr rtlCol="0" anchor="ctr"/>
            <a:lstStyle/>
            <a:p>
              <a:endParaRPr lang="en-US"/>
            </a:p>
          </p:txBody>
        </p:sp>
      </p:grpSp>
      <p:grpSp>
        <p:nvGrpSpPr>
          <p:cNvPr id="794" name="Graphic 4">
            <a:extLst>
              <a:ext uri="{FF2B5EF4-FFF2-40B4-BE49-F238E27FC236}">
                <a16:creationId xmlns:a16="http://schemas.microsoft.com/office/drawing/2014/main" id="{C1F4F7D9-EFD5-CF4C-A419-C2172ECBBCE1}"/>
              </a:ext>
            </a:extLst>
          </p:cNvPr>
          <p:cNvGrpSpPr>
            <a:grpSpLocks noChangeAspect="1"/>
          </p:cNvGrpSpPr>
          <p:nvPr/>
        </p:nvGrpSpPr>
        <p:grpSpPr>
          <a:xfrm>
            <a:off x="7299512" y="4227954"/>
            <a:ext cx="361674" cy="361971"/>
            <a:chOff x="7191874" y="4793256"/>
            <a:chExt cx="361674" cy="361971"/>
          </a:xfrm>
          <a:solidFill>
            <a:srgbClr val="0097A9"/>
          </a:solidFill>
        </p:grpSpPr>
        <p:sp>
          <p:nvSpPr>
            <p:cNvPr id="795" name="Graphic 4">
              <a:extLst>
                <a:ext uri="{FF2B5EF4-FFF2-40B4-BE49-F238E27FC236}">
                  <a16:creationId xmlns:a16="http://schemas.microsoft.com/office/drawing/2014/main" id="{3326452C-A64F-484A-BC1E-C063E47F349D}"/>
                </a:ext>
              </a:extLst>
            </p:cNvPr>
            <p:cNvSpPr/>
            <p:nvPr/>
          </p:nvSpPr>
          <p:spPr>
            <a:xfrm>
              <a:off x="7308170" y="4963070"/>
              <a:ext cx="35144" cy="45326"/>
            </a:xfrm>
            <a:custGeom>
              <a:avLst/>
              <a:gdLst>
                <a:gd name="connsiteX0" fmla="*/ 17253 w 35144"/>
                <a:gd name="connsiteY0" fmla="*/ 18514 h 45326"/>
                <a:gd name="connsiteX1" fmla="*/ 15336 w 35144"/>
                <a:gd name="connsiteY1" fmla="*/ 12768 h 45326"/>
                <a:gd name="connsiteX2" fmla="*/ 17892 w 35144"/>
                <a:gd name="connsiteY2" fmla="*/ 0 h 45326"/>
                <a:gd name="connsiteX3" fmla="*/ 0 w 35144"/>
                <a:gd name="connsiteY3" fmla="*/ 26813 h 45326"/>
                <a:gd name="connsiteX4" fmla="*/ 12141 w 35144"/>
                <a:gd name="connsiteY4" fmla="*/ 24898 h 45326"/>
                <a:gd name="connsiteX5" fmla="*/ 13419 w 35144"/>
                <a:gd name="connsiteY5" fmla="*/ 24898 h 45326"/>
                <a:gd name="connsiteX6" fmla="*/ 19809 w 35144"/>
                <a:gd name="connsiteY6" fmla="*/ 31282 h 45326"/>
                <a:gd name="connsiteX7" fmla="*/ 19809 w 35144"/>
                <a:gd name="connsiteY7" fmla="*/ 32559 h 45326"/>
                <a:gd name="connsiteX8" fmla="*/ 17253 w 35144"/>
                <a:gd name="connsiteY8" fmla="*/ 45327 h 45326"/>
                <a:gd name="connsiteX9" fmla="*/ 35145 w 35144"/>
                <a:gd name="connsiteY9" fmla="*/ 18514 h 45326"/>
                <a:gd name="connsiteX10" fmla="*/ 23004 w 35144"/>
                <a:gd name="connsiteY10" fmla="*/ 20429 h 45326"/>
                <a:gd name="connsiteX11" fmla="*/ 17253 w 35144"/>
                <a:gd name="connsiteY11" fmla="*/ 18514 h 45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144" h="45326">
                  <a:moveTo>
                    <a:pt x="17253" y="18514"/>
                  </a:moveTo>
                  <a:cubicBezTo>
                    <a:pt x="15975" y="17237"/>
                    <a:pt x="15336" y="14683"/>
                    <a:pt x="15336" y="12768"/>
                  </a:cubicBezTo>
                  <a:lnTo>
                    <a:pt x="17892" y="0"/>
                  </a:lnTo>
                  <a:lnTo>
                    <a:pt x="0" y="26813"/>
                  </a:lnTo>
                  <a:lnTo>
                    <a:pt x="12141" y="24898"/>
                  </a:lnTo>
                  <a:lnTo>
                    <a:pt x="13419" y="24898"/>
                  </a:lnTo>
                  <a:cubicBezTo>
                    <a:pt x="17253" y="24898"/>
                    <a:pt x="19809" y="27451"/>
                    <a:pt x="19809" y="31282"/>
                  </a:cubicBezTo>
                  <a:cubicBezTo>
                    <a:pt x="19809" y="31920"/>
                    <a:pt x="19809" y="31920"/>
                    <a:pt x="19809" y="32559"/>
                  </a:cubicBezTo>
                  <a:lnTo>
                    <a:pt x="17253" y="45327"/>
                  </a:lnTo>
                  <a:lnTo>
                    <a:pt x="35145" y="18514"/>
                  </a:lnTo>
                  <a:lnTo>
                    <a:pt x="23004" y="20429"/>
                  </a:lnTo>
                  <a:cubicBezTo>
                    <a:pt x="21087" y="20429"/>
                    <a:pt x="18531" y="19791"/>
                    <a:pt x="17253" y="18514"/>
                  </a:cubicBezTo>
                  <a:close/>
                </a:path>
              </a:pathLst>
            </a:custGeom>
            <a:solidFill>
              <a:srgbClr val="0097A9"/>
            </a:solidFill>
            <a:ln w="6390" cap="flat">
              <a:noFill/>
              <a:prstDash val="solid"/>
              <a:miter/>
            </a:ln>
          </p:spPr>
          <p:txBody>
            <a:bodyPr rtlCol="0" anchor="ctr"/>
            <a:lstStyle/>
            <a:p>
              <a:endParaRPr lang="en-US"/>
            </a:p>
          </p:txBody>
        </p:sp>
        <p:sp>
          <p:nvSpPr>
            <p:cNvPr id="796" name="Graphic 4">
              <a:extLst>
                <a:ext uri="{FF2B5EF4-FFF2-40B4-BE49-F238E27FC236}">
                  <a16:creationId xmlns:a16="http://schemas.microsoft.com/office/drawing/2014/main" id="{D6EE6AF3-32D7-9A43-90D8-139EED5E7637}"/>
                </a:ext>
              </a:extLst>
            </p:cNvPr>
            <p:cNvSpPr/>
            <p:nvPr/>
          </p:nvSpPr>
          <p:spPr>
            <a:xfrm>
              <a:off x="7309449" y="4891569"/>
              <a:ext cx="31949" cy="9575"/>
            </a:xfrm>
            <a:custGeom>
              <a:avLst/>
              <a:gdLst>
                <a:gd name="connsiteX0" fmla="*/ 31950 w 31949"/>
                <a:gd name="connsiteY0" fmla="*/ 2554 h 9575"/>
                <a:gd name="connsiteX1" fmla="*/ 29394 w 31949"/>
                <a:gd name="connsiteY1" fmla="*/ 0 h 9575"/>
                <a:gd name="connsiteX2" fmla="*/ 29394 w 31949"/>
                <a:gd name="connsiteY2" fmla="*/ 0 h 9575"/>
                <a:gd name="connsiteX3" fmla="*/ 2556 w 31949"/>
                <a:gd name="connsiteY3" fmla="*/ 0 h 9575"/>
                <a:gd name="connsiteX4" fmla="*/ 0 w 31949"/>
                <a:gd name="connsiteY4" fmla="*/ 2554 h 9575"/>
                <a:gd name="connsiteX5" fmla="*/ 0 w 31949"/>
                <a:gd name="connsiteY5" fmla="*/ 2554 h 9575"/>
                <a:gd name="connsiteX6" fmla="*/ 0 w 31949"/>
                <a:gd name="connsiteY6" fmla="*/ 9576 h 9575"/>
                <a:gd name="connsiteX7" fmla="*/ 31950 w 31949"/>
                <a:gd name="connsiteY7" fmla="*/ 9576 h 9575"/>
                <a:gd name="connsiteX8" fmla="*/ 31950 w 31949"/>
                <a:gd name="connsiteY8" fmla="*/ 2554 h 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49" h="9575">
                  <a:moveTo>
                    <a:pt x="31950" y="2554"/>
                  </a:moveTo>
                  <a:cubicBezTo>
                    <a:pt x="31950" y="1277"/>
                    <a:pt x="30671" y="0"/>
                    <a:pt x="29394" y="0"/>
                  </a:cubicBezTo>
                  <a:lnTo>
                    <a:pt x="29394" y="0"/>
                  </a:lnTo>
                  <a:lnTo>
                    <a:pt x="2556" y="0"/>
                  </a:lnTo>
                  <a:cubicBezTo>
                    <a:pt x="1278" y="0"/>
                    <a:pt x="0" y="1277"/>
                    <a:pt x="0" y="2554"/>
                  </a:cubicBezTo>
                  <a:cubicBezTo>
                    <a:pt x="0" y="2554"/>
                    <a:pt x="0" y="2554"/>
                    <a:pt x="0" y="2554"/>
                  </a:cubicBezTo>
                  <a:lnTo>
                    <a:pt x="0" y="9576"/>
                  </a:lnTo>
                  <a:lnTo>
                    <a:pt x="31950" y="9576"/>
                  </a:lnTo>
                  <a:lnTo>
                    <a:pt x="31950" y="2554"/>
                  </a:lnTo>
                  <a:close/>
                </a:path>
              </a:pathLst>
            </a:custGeom>
            <a:solidFill>
              <a:srgbClr val="0097A9"/>
            </a:solidFill>
            <a:ln w="6390" cap="flat">
              <a:noFill/>
              <a:prstDash val="solid"/>
              <a:miter/>
            </a:ln>
          </p:spPr>
          <p:txBody>
            <a:bodyPr rtlCol="0" anchor="ctr"/>
            <a:lstStyle/>
            <a:p>
              <a:endParaRPr lang="en-US"/>
            </a:p>
          </p:txBody>
        </p:sp>
        <p:sp>
          <p:nvSpPr>
            <p:cNvPr id="797" name="Graphic 4">
              <a:extLst>
                <a:ext uri="{FF2B5EF4-FFF2-40B4-BE49-F238E27FC236}">
                  <a16:creationId xmlns:a16="http://schemas.microsoft.com/office/drawing/2014/main" id="{3937B05C-5B26-8F41-B887-A4C6B21ECA72}"/>
                </a:ext>
              </a:extLst>
            </p:cNvPr>
            <p:cNvSpPr/>
            <p:nvPr/>
          </p:nvSpPr>
          <p:spPr>
            <a:xfrm>
              <a:off x="7283250" y="4913913"/>
              <a:ext cx="85624" cy="143639"/>
            </a:xfrm>
            <a:custGeom>
              <a:avLst/>
              <a:gdLst>
                <a:gd name="connsiteX0" fmla="*/ 83069 w 85624"/>
                <a:gd name="connsiteY0" fmla="*/ 0 h 143639"/>
                <a:gd name="connsiteX1" fmla="*/ 2555 w 85624"/>
                <a:gd name="connsiteY1" fmla="*/ 0 h 143639"/>
                <a:gd name="connsiteX2" fmla="*/ 0 w 85624"/>
                <a:gd name="connsiteY2" fmla="*/ 2554 h 143639"/>
                <a:gd name="connsiteX3" fmla="*/ 0 w 85624"/>
                <a:gd name="connsiteY3" fmla="*/ 2554 h 143639"/>
                <a:gd name="connsiteX4" fmla="*/ 0 w 85624"/>
                <a:gd name="connsiteY4" fmla="*/ 141086 h 143639"/>
                <a:gd name="connsiteX5" fmla="*/ 2555 w 85624"/>
                <a:gd name="connsiteY5" fmla="*/ 143640 h 143639"/>
                <a:gd name="connsiteX6" fmla="*/ 2555 w 85624"/>
                <a:gd name="connsiteY6" fmla="*/ 143640 h 143639"/>
                <a:gd name="connsiteX7" fmla="*/ 83069 w 85624"/>
                <a:gd name="connsiteY7" fmla="*/ 143640 h 143639"/>
                <a:gd name="connsiteX8" fmla="*/ 85625 w 85624"/>
                <a:gd name="connsiteY8" fmla="*/ 141086 h 143639"/>
                <a:gd name="connsiteX9" fmla="*/ 85625 w 85624"/>
                <a:gd name="connsiteY9" fmla="*/ 141086 h 143639"/>
                <a:gd name="connsiteX10" fmla="*/ 85625 w 85624"/>
                <a:gd name="connsiteY10" fmla="*/ 2554 h 143639"/>
                <a:gd name="connsiteX11" fmla="*/ 83069 w 85624"/>
                <a:gd name="connsiteY11" fmla="*/ 0 h 143639"/>
                <a:gd name="connsiteX12" fmla="*/ 78596 w 85624"/>
                <a:gd name="connsiteY12" fmla="*/ 62563 h 143639"/>
                <a:gd name="connsiteX13" fmla="*/ 35783 w 85624"/>
                <a:gd name="connsiteY13" fmla="*/ 127041 h 143639"/>
                <a:gd name="connsiteX14" fmla="*/ 30671 w 85624"/>
                <a:gd name="connsiteY14" fmla="*/ 130233 h 143639"/>
                <a:gd name="connsiteX15" fmla="*/ 28115 w 85624"/>
                <a:gd name="connsiteY15" fmla="*/ 129595 h 143639"/>
                <a:gd name="connsiteX16" fmla="*/ 24281 w 85624"/>
                <a:gd name="connsiteY16" fmla="*/ 122573 h 143639"/>
                <a:gd name="connsiteX17" fmla="*/ 30671 w 85624"/>
                <a:gd name="connsiteY17" fmla="*/ 88099 h 143639"/>
                <a:gd name="connsiteX18" fmla="*/ 13419 w 85624"/>
                <a:gd name="connsiteY18" fmla="*/ 90653 h 143639"/>
                <a:gd name="connsiteX19" fmla="*/ 5750 w 85624"/>
                <a:gd name="connsiteY19" fmla="*/ 85546 h 143639"/>
                <a:gd name="connsiteX20" fmla="*/ 7029 w 85624"/>
                <a:gd name="connsiteY20" fmla="*/ 81077 h 143639"/>
                <a:gd name="connsiteX21" fmla="*/ 49841 w 85624"/>
                <a:gd name="connsiteY21" fmla="*/ 16599 h 143639"/>
                <a:gd name="connsiteX22" fmla="*/ 58787 w 85624"/>
                <a:gd name="connsiteY22" fmla="*/ 14683 h 143639"/>
                <a:gd name="connsiteX23" fmla="*/ 61343 w 85624"/>
                <a:gd name="connsiteY23" fmla="*/ 21067 h 143639"/>
                <a:gd name="connsiteX24" fmla="*/ 54953 w 85624"/>
                <a:gd name="connsiteY24" fmla="*/ 55541 h 143639"/>
                <a:gd name="connsiteX25" fmla="*/ 72206 w 85624"/>
                <a:gd name="connsiteY25" fmla="*/ 52987 h 143639"/>
                <a:gd name="connsiteX26" fmla="*/ 79874 w 85624"/>
                <a:gd name="connsiteY26" fmla="*/ 58094 h 143639"/>
                <a:gd name="connsiteX27" fmla="*/ 78596 w 85624"/>
                <a:gd name="connsiteY27" fmla="*/ 62563 h 143639"/>
                <a:gd name="connsiteX28" fmla="*/ 78596 w 85624"/>
                <a:gd name="connsiteY28" fmla="*/ 62563 h 143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5624" h="143639">
                  <a:moveTo>
                    <a:pt x="83069" y="0"/>
                  </a:moveTo>
                  <a:lnTo>
                    <a:pt x="2555" y="0"/>
                  </a:lnTo>
                  <a:cubicBezTo>
                    <a:pt x="1278" y="0"/>
                    <a:pt x="0" y="1277"/>
                    <a:pt x="0" y="2554"/>
                  </a:cubicBezTo>
                  <a:lnTo>
                    <a:pt x="0" y="2554"/>
                  </a:lnTo>
                  <a:lnTo>
                    <a:pt x="0" y="141086"/>
                  </a:lnTo>
                  <a:cubicBezTo>
                    <a:pt x="0" y="142363"/>
                    <a:pt x="1278" y="143640"/>
                    <a:pt x="2555" y="143640"/>
                  </a:cubicBezTo>
                  <a:lnTo>
                    <a:pt x="2555" y="143640"/>
                  </a:lnTo>
                  <a:lnTo>
                    <a:pt x="83069" y="143640"/>
                  </a:lnTo>
                  <a:cubicBezTo>
                    <a:pt x="84347" y="143640"/>
                    <a:pt x="85625" y="142363"/>
                    <a:pt x="85625" y="141086"/>
                  </a:cubicBezTo>
                  <a:lnTo>
                    <a:pt x="85625" y="141086"/>
                  </a:lnTo>
                  <a:lnTo>
                    <a:pt x="85625" y="2554"/>
                  </a:lnTo>
                  <a:cubicBezTo>
                    <a:pt x="85625" y="639"/>
                    <a:pt x="84347" y="0"/>
                    <a:pt x="83069" y="0"/>
                  </a:cubicBezTo>
                  <a:close/>
                  <a:moveTo>
                    <a:pt x="78596" y="62563"/>
                  </a:moveTo>
                  <a:lnTo>
                    <a:pt x="35783" y="127041"/>
                  </a:lnTo>
                  <a:cubicBezTo>
                    <a:pt x="34505" y="128957"/>
                    <a:pt x="32589" y="129595"/>
                    <a:pt x="30671" y="130233"/>
                  </a:cubicBezTo>
                  <a:cubicBezTo>
                    <a:pt x="30032" y="130233"/>
                    <a:pt x="28755" y="130233"/>
                    <a:pt x="28115" y="129595"/>
                  </a:cubicBezTo>
                  <a:cubicBezTo>
                    <a:pt x="25560" y="128318"/>
                    <a:pt x="23642" y="125765"/>
                    <a:pt x="24281" y="122573"/>
                  </a:cubicBezTo>
                  <a:lnTo>
                    <a:pt x="30671" y="88099"/>
                  </a:lnTo>
                  <a:lnTo>
                    <a:pt x="13419" y="90653"/>
                  </a:lnTo>
                  <a:cubicBezTo>
                    <a:pt x="10224" y="91291"/>
                    <a:pt x="6390" y="88738"/>
                    <a:pt x="5750" y="85546"/>
                  </a:cubicBezTo>
                  <a:cubicBezTo>
                    <a:pt x="5750" y="83630"/>
                    <a:pt x="5750" y="82354"/>
                    <a:pt x="7029" y="81077"/>
                  </a:cubicBezTo>
                  <a:lnTo>
                    <a:pt x="49841" y="16599"/>
                  </a:lnTo>
                  <a:cubicBezTo>
                    <a:pt x="51758" y="13407"/>
                    <a:pt x="55592" y="12768"/>
                    <a:pt x="58787" y="14683"/>
                  </a:cubicBezTo>
                  <a:cubicBezTo>
                    <a:pt x="60704" y="15960"/>
                    <a:pt x="61982" y="18514"/>
                    <a:pt x="61343" y="21067"/>
                  </a:cubicBezTo>
                  <a:lnTo>
                    <a:pt x="54953" y="55541"/>
                  </a:lnTo>
                  <a:lnTo>
                    <a:pt x="72206" y="52987"/>
                  </a:lnTo>
                  <a:cubicBezTo>
                    <a:pt x="75401" y="52349"/>
                    <a:pt x="79235" y="54902"/>
                    <a:pt x="79874" y="58094"/>
                  </a:cubicBezTo>
                  <a:cubicBezTo>
                    <a:pt x="79235" y="59371"/>
                    <a:pt x="79235" y="61286"/>
                    <a:pt x="78596" y="62563"/>
                  </a:cubicBezTo>
                  <a:lnTo>
                    <a:pt x="78596" y="62563"/>
                  </a:lnTo>
                  <a:close/>
                </a:path>
              </a:pathLst>
            </a:custGeom>
            <a:solidFill>
              <a:srgbClr val="0097A9"/>
            </a:solidFill>
            <a:ln w="6390" cap="flat">
              <a:noFill/>
              <a:prstDash val="solid"/>
              <a:miter/>
            </a:ln>
          </p:spPr>
          <p:txBody>
            <a:bodyPr rtlCol="0" anchor="ctr"/>
            <a:lstStyle/>
            <a:p>
              <a:endParaRPr lang="en-US"/>
            </a:p>
          </p:txBody>
        </p:sp>
        <p:sp>
          <p:nvSpPr>
            <p:cNvPr id="798" name="Graphic 4">
              <a:extLst>
                <a:ext uri="{FF2B5EF4-FFF2-40B4-BE49-F238E27FC236}">
                  <a16:creationId xmlns:a16="http://schemas.microsoft.com/office/drawing/2014/main" id="{379435DC-6978-8F45-BB92-7F95C43BA8CC}"/>
                </a:ext>
              </a:extLst>
            </p:cNvPr>
            <p:cNvSpPr/>
            <p:nvPr/>
          </p:nvSpPr>
          <p:spPr>
            <a:xfrm>
              <a:off x="7191874" y="4793256"/>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283713 w 361674"/>
                <a:gd name="connsiteY7" fmla="*/ 127680 h 361971"/>
                <a:gd name="connsiteX8" fmla="*/ 279240 w 361674"/>
                <a:gd name="connsiteY8" fmla="*/ 139171 h 361971"/>
                <a:gd name="connsiteX9" fmla="*/ 279240 w 361674"/>
                <a:gd name="connsiteY9" fmla="*/ 150662 h 361971"/>
                <a:gd name="connsiteX10" fmla="*/ 259431 w 361674"/>
                <a:gd name="connsiteY10" fmla="*/ 170452 h 361971"/>
                <a:gd name="connsiteX11" fmla="*/ 259431 w 361674"/>
                <a:gd name="connsiteY11" fmla="*/ 170452 h 361971"/>
                <a:gd name="connsiteX12" fmla="*/ 256875 w 361674"/>
                <a:gd name="connsiteY12" fmla="*/ 170452 h 361971"/>
                <a:gd name="connsiteX13" fmla="*/ 256875 w 361674"/>
                <a:gd name="connsiteY13" fmla="*/ 258551 h 361971"/>
                <a:gd name="connsiteX14" fmla="*/ 237067 w 361674"/>
                <a:gd name="connsiteY14" fmla="*/ 278341 h 361971"/>
                <a:gd name="connsiteX15" fmla="*/ 228120 w 361674"/>
                <a:gd name="connsiteY15" fmla="*/ 278341 h 361971"/>
                <a:gd name="connsiteX16" fmla="*/ 208312 w 361674"/>
                <a:gd name="connsiteY16" fmla="*/ 258551 h 361971"/>
                <a:gd name="connsiteX17" fmla="*/ 208312 w 361674"/>
                <a:gd name="connsiteY17" fmla="*/ 231738 h 361971"/>
                <a:gd name="connsiteX18" fmla="*/ 201283 w 361674"/>
                <a:gd name="connsiteY18" fmla="*/ 224716 h 361971"/>
                <a:gd name="connsiteX19" fmla="*/ 189781 w 361674"/>
                <a:gd name="connsiteY19" fmla="*/ 224716 h 361971"/>
                <a:gd name="connsiteX20" fmla="*/ 189781 w 361674"/>
                <a:gd name="connsiteY20" fmla="*/ 263020 h 361971"/>
                <a:gd name="connsiteX21" fmla="*/ 174446 w 361674"/>
                <a:gd name="connsiteY21" fmla="*/ 278341 h 361971"/>
                <a:gd name="connsiteX22" fmla="*/ 174446 w 361674"/>
                <a:gd name="connsiteY22" fmla="*/ 278341 h 361971"/>
                <a:gd name="connsiteX23" fmla="*/ 93932 w 361674"/>
                <a:gd name="connsiteY23" fmla="*/ 278341 h 361971"/>
                <a:gd name="connsiteX24" fmla="*/ 78597 w 361674"/>
                <a:gd name="connsiteY24" fmla="*/ 263020 h 361971"/>
                <a:gd name="connsiteX25" fmla="*/ 78597 w 361674"/>
                <a:gd name="connsiteY25" fmla="*/ 263020 h 361971"/>
                <a:gd name="connsiteX26" fmla="*/ 78597 w 361674"/>
                <a:gd name="connsiteY26" fmla="*/ 124488 h 361971"/>
                <a:gd name="connsiteX27" fmla="*/ 93932 w 361674"/>
                <a:gd name="connsiteY27" fmla="*/ 109166 h 361971"/>
                <a:gd name="connsiteX28" fmla="*/ 105434 w 361674"/>
                <a:gd name="connsiteY28" fmla="*/ 109166 h 361971"/>
                <a:gd name="connsiteX29" fmla="*/ 105434 w 361674"/>
                <a:gd name="connsiteY29" fmla="*/ 100867 h 361971"/>
                <a:gd name="connsiteX30" fmla="*/ 120770 w 361674"/>
                <a:gd name="connsiteY30" fmla="*/ 85545 h 361971"/>
                <a:gd name="connsiteX31" fmla="*/ 120770 w 361674"/>
                <a:gd name="connsiteY31" fmla="*/ 85545 h 361971"/>
                <a:gd name="connsiteX32" fmla="*/ 147607 w 361674"/>
                <a:gd name="connsiteY32" fmla="*/ 85545 h 361971"/>
                <a:gd name="connsiteX33" fmla="*/ 162943 w 361674"/>
                <a:gd name="connsiteY33" fmla="*/ 100867 h 361971"/>
                <a:gd name="connsiteX34" fmla="*/ 162943 w 361674"/>
                <a:gd name="connsiteY34" fmla="*/ 100867 h 361971"/>
                <a:gd name="connsiteX35" fmla="*/ 162943 w 361674"/>
                <a:gd name="connsiteY35" fmla="*/ 107889 h 361971"/>
                <a:gd name="connsiteX36" fmla="*/ 174446 w 361674"/>
                <a:gd name="connsiteY36" fmla="*/ 107889 h 361971"/>
                <a:gd name="connsiteX37" fmla="*/ 189781 w 361674"/>
                <a:gd name="connsiteY37" fmla="*/ 123211 h 361971"/>
                <a:gd name="connsiteX38" fmla="*/ 189781 w 361674"/>
                <a:gd name="connsiteY38" fmla="*/ 210671 h 361971"/>
                <a:gd name="connsiteX39" fmla="*/ 201283 w 361674"/>
                <a:gd name="connsiteY39" fmla="*/ 210671 h 361971"/>
                <a:gd name="connsiteX40" fmla="*/ 221092 w 361674"/>
                <a:gd name="connsiteY40" fmla="*/ 230462 h 361971"/>
                <a:gd name="connsiteX41" fmla="*/ 221092 w 361674"/>
                <a:gd name="connsiteY41" fmla="*/ 257274 h 361971"/>
                <a:gd name="connsiteX42" fmla="*/ 228120 w 361674"/>
                <a:gd name="connsiteY42" fmla="*/ 264297 h 361971"/>
                <a:gd name="connsiteX43" fmla="*/ 237067 w 361674"/>
                <a:gd name="connsiteY43" fmla="*/ 264297 h 361971"/>
                <a:gd name="connsiteX44" fmla="*/ 244095 w 361674"/>
                <a:gd name="connsiteY44" fmla="*/ 257274 h 361971"/>
                <a:gd name="connsiteX45" fmla="*/ 244095 w 361674"/>
                <a:gd name="connsiteY45" fmla="*/ 169814 h 361971"/>
                <a:gd name="connsiteX46" fmla="*/ 241540 w 361674"/>
                <a:gd name="connsiteY46" fmla="*/ 169814 h 361971"/>
                <a:gd name="connsiteX47" fmla="*/ 221731 w 361674"/>
                <a:gd name="connsiteY47" fmla="*/ 150024 h 361971"/>
                <a:gd name="connsiteX48" fmla="*/ 221731 w 361674"/>
                <a:gd name="connsiteY48" fmla="*/ 138533 h 361971"/>
                <a:gd name="connsiteX49" fmla="*/ 217258 w 361674"/>
                <a:gd name="connsiteY49" fmla="*/ 127041 h 361971"/>
                <a:gd name="connsiteX50" fmla="*/ 217258 w 361674"/>
                <a:gd name="connsiteY50" fmla="*/ 118104 h 361971"/>
                <a:gd name="connsiteX51" fmla="*/ 223648 w 361674"/>
                <a:gd name="connsiteY51" fmla="*/ 111720 h 361971"/>
                <a:gd name="connsiteX52" fmla="*/ 230677 w 361674"/>
                <a:gd name="connsiteY52" fmla="*/ 111720 h 361971"/>
                <a:gd name="connsiteX53" fmla="*/ 230677 w 361674"/>
                <a:gd name="connsiteY53" fmla="*/ 90014 h 361971"/>
                <a:gd name="connsiteX54" fmla="*/ 237067 w 361674"/>
                <a:gd name="connsiteY54" fmla="*/ 83630 h 361971"/>
                <a:gd name="connsiteX55" fmla="*/ 243456 w 361674"/>
                <a:gd name="connsiteY55" fmla="*/ 90014 h 361971"/>
                <a:gd name="connsiteX56" fmla="*/ 243456 w 361674"/>
                <a:gd name="connsiteY56" fmla="*/ 111720 h 361971"/>
                <a:gd name="connsiteX57" fmla="*/ 257515 w 361674"/>
                <a:gd name="connsiteY57" fmla="*/ 111720 h 361971"/>
                <a:gd name="connsiteX58" fmla="*/ 257515 w 361674"/>
                <a:gd name="connsiteY58" fmla="*/ 90014 h 361971"/>
                <a:gd name="connsiteX59" fmla="*/ 263905 w 361674"/>
                <a:gd name="connsiteY59" fmla="*/ 83630 h 361971"/>
                <a:gd name="connsiteX60" fmla="*/ 270295 w 361674"/>
                <a:gd name="connsiteY60" fmla="*/ 90014 h 361971"/>
                <a:gd name="connsiteX61" fmla="*/ 270295 w 361674"/>
                <a:gd name="connsiteY61" fmla="*/ 111720 h 361971"/>
                <a:gd name="connsiteX62" fmla="*/ 277323 w 361674"/>
                <a:gd name="connsiteY62" fmla="*/ 111720 h 361971"/>
                <a:gd name="connsiteX63" fmla="*/ 283713 w 361674"/>
                <a:gd name="connsiteY63" fmla="*/ 118104 h 361971"/>
                <a:gd name="connsiteX64" fmla="*/ 283713 w 361674"/>
                <a:gd name="connsiteY64" fmla="*/ 12768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1674" h="361971">
                  <a:moveTo>
                    <a:pt x="180836" y="0"/>
                  </a:moveTo>
                  <a:cubicBezTo>
                    <a:pt x="80513" y="0"/>
                    <a:pt x="0" y="81077"/>
                    <a:pt x="0" y="180667"/>
                  </a:cubicBezTo>
                  <a:cubicBezTo>
                    <a:pt x="0" y="280257"/>
                    <a:pt x="81152" y="361972"/>
                    <a:pt x="180836" y="361972"/>
                  </a:cubicBezTo>
                  <a:cubicBezTo>
                    <a:pt x="281157" y="361972"/>
                    <a:pt x="361670" y="280895"/>
                    <a:pt x="361670" y="181305"/>
                  </a:cubicBezTo>
                  <a:cubicBezTo>
                    <a:pt x="361670" y="181305"/>
                    <a:pt x="361670" y="181305"/>
                    <a:pt x="361670" y="181305"/>
                  </a:cubicBezTo>
                  <a:cubicBezTo>
                    <a:pt x="362309" y="80438"/>
                    <a:pt x="281157" y="0"/>
                    <a:pt x="180836" y="0"/>
                  </a:cubicBezTo>
                  <a:cubicBezTo>
                    <a:pt x="180836" y="0"/>
                    <a:pt x="180836" y="0"/>
                    <a:pt x="180836" y="0"/>
                  </a:cubicBezTo>
                  <a:close/>
                  <a:moveTo>
                    <a:pt x="283713" y="127680"/>
                  </a:moveTo>
                  <a:cubicBezTo>
                    <a:pt x="283713" y="131510"/>
                    <a:pt x="281796" y="135979"/>
                    <a:pt x="279240" y="139171"/>
                  </a:cubicBezTo>
                  <a:lnTo>
                    <a:pt x="279240" y="150662"/>
                  </a:lnTo>
                  <a:cubicBezTo>
                    <a:pt x="279240" y="161515"/>
                    <a:pt x="270295" y="170452"/>
                    <a:pt x="259431" y="170452"/>
                  </a:cubicBezTo>
                  <a:cubicBezTo>
                    <a:pt x="259431" y="170452"/>
                    <a:pt x="259431" y="170452"/>
                    <a:pt x="259431" y="170452"/>
                  </a:cubicBezTo>
                  <a:lnTo>
                    <a:pt x="256875" y="170452"/>
                  </a:lnTo>
                  <a:lnTo>
                    <a:pt x="256875" y="258551"/>
                  </a:lnTo>
                  <a:cubicBezTo>
                    <a:pt x="256875" y="269404"/>
                    <a:pt x="247930" y="278341"/>
                    <a:pt x="237067" y="278341"/>
                  </a:cubicBezTo>
                  <a:lnTo>
                    <a:pt x="228120" y="278341"/>
                  </a:lnTo>
                  <a:cubicBezTo>
                    <a:pt x="217258" y="278341"/>
                    <a:pt x="208312" y="269404"/>
                    <a:pt x="208312" y="258551"/>
                  </a:cubicBezTo>
                  <a:lnTo>
                    <a:pt x="208312" y="231738"/>
                  </a:lnTo>
                  <a:cubicBezTo>
                    <a:pt x="208312" y="227908"/>
                    <a:pt x="205117" y="224716"/>
                    <a:pt x="201283" y="224716"/>
                  </a:cubicBezTo>
                  <a:lnTo>
                    <a:pt x="189781" y="224716"/>
                  </a:lnTo>
                  <a:lnTo>
                    <a:pt x="189781" y="263020"/>
                  </a:lnTo>
                  <a:cubicBezTo>
                    <a:pt x="189781" y="271319"/>
                    <a:pt x="182752" y="278341"/>
                    <a:pt x="174446" y="278341"/>
                  </a:cubicBezTo>
                  <a:lnTo>
                    <a:pt x="174446" y="278341"/>
                  </a:lnTo>
                  <a:lnTo>
                    <a:pt x="93932" y="278341"/>
                  </a:lnTo>
                  <a:cubicBezTo>
                    <a:pt x="85625" y="278341"/>
                    <a:pt x="78597" y="271319"/>
                    <a:pt x="78597" y="263020"/>
                  </a:cubicBezTo>
                  <a:lnTo>
                    <a:pt x="78597" y="263020"/>
                  </a:lnTo>
                  <a:lnTo>
                    <a:pt x="78597" y="124488"/>
                  </a:lnTo>
                  <a:cubicBezTo>
                    <a:pt x="78597" y="116189"/>
                    <a:pt x="85625" y="109166"/>
                    <a:pt x="93932" y="109166"/>
                  </a:cubicBezTo>
                  <a:lnTo>
                    <a:pt x="105434" y="109166"/>
                  </a:lnTo>
                  <a:lnTo>
                    <a:pt x="105434" y="100867"/>
                  </a:lnTo>
                  <a:cubicBezTo>
                    <a:pt x="105434" y="92568"/>
                    <a:pt x="112463" y="85545"/>
                    <a:pt x="120770" y="85545"/>
                  </a:cubicBezTo>
                  <a:cubicBezTo>
                    <a:pt x="120770" y="85545"/>
                    <a:pt x="120770" y="85545"/>
                    <a:pt x="120770" y="85545"/>
                  </a:cubicBezTo>
                  <a:lnTo>
                    <a:pt x="147607" y="85545"/>
                  </a:lnTo>
                  <a:cubicBezTo>
                    <a:pt x="155915" y="85545"/>
                    <a:pt x="162943" y="92568"/>
                    <a:pt x="162943" y="100867"/>
                  </a:cubicBezTo>
                  <a:cubicBezTo>
                    <a:pt x="162943" y="100867"/>
                    <a:pt x="162943" y="100867"/>
                    <a:pt x="162943" y="100867"/>
                  </a:cubicBezTo>
                  <a:lnTo>
                    <a:pt x="162943" y="107889"/>
                  </a:lnTo>
                  <a:lnTo>
                    <a:pt x="174446" y="107889"/>
                  </a:lnTo>
                  <a:cubicBezTo>
                    <a:pt x="182752" y="107889"/>
                    <a:pt x="189781" y="114912"/>
                    <a:pt x="189781" y="123211"/>
                  </a:cubicBezTo>
                  <a:lnTo>
                    <a:pt x="189781" y="210671"/>
                  </a:lnTo>
                  <a:lnTo>
                    <a:pt x="201283" y="210671"/>
                  </a:lnTo>
                  <a:cubicBezTo>
                    <a:pt x="212146" y="210671"/>
                    <a:pt x="221092" y="219609"/>
                    <a:pt x="221092" y="230462"/>
                  </a:cubicBezTo>
                  <a:lnTo>
                    <a:pt x="221092" y="257274"/>
                  </a:lnTo>
                  <a:cubicBezTo>
                    <a:pt x="221092" y="261105"/>
                    <a:pt x="224287" y="264297"/>
                    <a:pt x="228120" y="264297"/>
                  </a:cubicBezTo>
                  <a:lnTo>
                    <a:pt x="237067" y="264297"/>
                  </a:lnTo>
                  <a:cubicBezTo>
                    <a:pt x="240900" y="264297"/>
                    <a:pt x="244095" y="261105"/>
                    <a:pt x="244095" y="257274"/>
                  </a:cubicBezTo>
                  <a:lnTo>
                    <a:pt x="244095" y="169814"/>
                  </a:lnTo>
                  <a:lnTo>
                    <a:pt x="241540" y="169814"/>
                  </a:lnTo>
                  <a:cubicBezTo>
                    <a:pt x="230677" y="169814"/>
                    <a:pt x="221731" y="160876"/>
                    <a:pt x="221731" y="150024"/>
                  </a:cubicBezTo>
                  <a:lnTo>
                    <a:pt x="221731" y="138533"/>
                  </a:lnTo>
                  <a:cubicBezTo>
                    <a:pt x="219175" y="135341"/>
                    <a:pt x="217258" y="131510"/>
                    <a:pt x="217258" y="127041"/>
                  </a:cubicBezTo>
                  <a:lnTo>
                    <a:pt x="217258" y="118104"/>
                  </a:lnTo>
                  <a:cubicBezTo>
                    <a:pt x="217258" y="114273"/>
                    <a:pt x="219814" y="111720"/>
                    <a:pt x="223648" y="111720"/>
                  </a:cubicBezTo>
                  <a:lnTo>
                    <a:pt x="230677" y="111720"/>
                  </a:lnTo>
                  <a:lnTo>
                    <a:pt x="230677" y="90014"/>
                  </a:lnTo>
                  <a:cubicBezTo>
                    <a:pt x="230677" y="86184"/>
                    <a:pt x="233233" y="83630"/>
                    <a:pt x="237067" y="83630"/>
                  </a:cubicBezTo>
                  <a:cubicBezTo>
                    <a:pt x="240900" y="83630"/>
                    <a:pt x="243456" y="86184"/>
                    <a:pt x="243456" y="90014"/>
                  </a:cubicBezTo>
                  <a:lnTo>
                    <a:pt x="243456" y="111720"/>
                  </a:lnTo>
                  <a:lnTo>
                    <a:pt x="257515" y="111720"/>
                  </a:lnTo>
                  <a:lnTo>
                    <a:pt x="257515" y="90014"/>
                  </a:lnTo>
                  <a:cubicBezTo>
                    <a:pt x="257515" y="86184"/>
                    <a:pt x="260070" y="83630"/>
                    <a:pt x="263905" y="83630"/>
                  </a:cubicBezTo>
                  <a:cubicBezTo>
                    <a:pt x="267739" y="83630"/>
                    <a:pt x="270295" y="86184"/>
                    <a:pt x="270295" y="90014"/>
                  </a:cubicBezTo>
                  <a:lnTo>
                    <a:pt x="270295" y="111720"/>
                  </a:lnTo>
                  <a:lnTo>
                    <a:pt x="277323" y="111720"/>
                  </a:lnTo>
                  <a:cubicBezTo>
                    <a:pt x="281157" y="111720"/>
                    <a:pt x="283713" y="114273"/>
                    <a:pt x="283713" y="118104"/>
                  </a:cubicBezTo>
                  <a:lnTo>
                    <a:pt x="283713" y="127680"/>
                  </a:lnTo>
                  <a:close/>
                </a:path>
              </a:pathLst>
            </a:custGeom>
            <a:solidFill>
              <a:srgbClr val="0097A9"/>
            </a:solidFill>
            <a:ln w="6390" cap="flat">
              <a:noFill/>
              <a:prstDash val="solid"/>
              <a:miter/>
            </a:ln>
          </p:spPr>
          <p:txBody>
            <a:bodyPr rtlCol="0" anchor="ctr"/>
            <a:lstStyle/>
            <a:p>
              <a:endParaRPr lang="en-US"/>
            </a:p>
          </p:txBody>
        </p:sp>
        <p:sp>
          <p:nvSpPr>
            <p:cNvPr id="799" name="Graphic 4">
              <a:extLst>
                <a:ext uri="{FF2B5EF4-FFF2-40B4-BE49-F238E27FC236}">
                  <a16:creationId xmlns:a16="http://schemas.microsoft.com/office/drawing/2014/main" id="{9F7892D5-F70B-9246-81B1-106CE5F156D6}"/>
                </a:ext>
              </a:extLst>
            </p:cNvPr>
            <p:cNvSpPr/>
            <p:nvPr/>
          </p:nvSpPr>
          <p:spPr>
            <a:xfrm>
              <a:off x="7421911" y="4918382"/>
              <a:ext cx="40895" cy="31919"/>
            </a:xfrm>
            <a:custGeom>
              <a:avLst/>
              <a:gdLst>
                <a:gd name="connsiteX0" fmla="*/ 0 w 40895"/>
                <a:gd name="connsiteY0" fmla="*/ 0 h 31919"/>
                <a:gd name="connsiteX1" fmla="*/ 0 w 40895"/>
                <a:gd name="connsiteY1" fmla="*/ 2554 h 31919"/>
                <a:gd name="connsiteX2" fmla="*/ 2556 w 40895"/>
                <a:gd name="connsiteY2" fmla="*/ 7023 h 31919"/>
                <a:gd name="connsiteX3" fmla="*/ 4473 w 40895"/>
                <a:gd name="connsiteY3" fmla="*/ 11491 h 31919"/>
                <a:gd name="connsiteX4" fmla="*/ 4473 w 40895"/>
                <a:gd name="connsiteY4" fmla="*/ 24898 h 31919"/>
                <a:gd name="connsiteX5" fmla="*/ 11502 w 40895"/>
                <a:gd name="connsiteY5" fmla="*/ 31920 h 31919"/>
                <a:gd name="connsiteX6" fmla="*/ 29394 w 40895"/>
                <a:gd name="connsiteY6" fmla="*/ 31920 h 31919"/>
                <a:gd name="connsiteX7" fmla="*/ 36422 w 40895"/>
                <a:gd name="connsiteY7" fmla="*/ 24898 h 31919"/>
                <a:gd name="connsiteX8" fmla="*/ 36422 w 40895"/>
                <a:gd name="connsiteY8" fmla="*/ 11491 h 31919"/>
                <a:gd name="connsiteX9" fmla="*/ 38340 w 40895"/>
                <a:gd name="connsiteY9" fmla="*/ 7023 h 31919"/>
                <a:gd name="connsiteX10" fmla="*/ 40896 w 40895"/>
                <a:gd name="connsiteY10" fmla="*/ 2554 h 31919"/>
                <a:gd name="connsiteX11" fmla="*/ 40896 w 40895"/>
                <a:gd name="connsiteY11" fmla="*/ 0 h 31919"/>
                <a:gd name="connsiteX12" fmla="*/ 0 w 40895"/>
                <a:gd name="connsiteY12" fmla="*/ 0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895" h="31919">
                  <a:moveTo>
                    <a:pt x="0" y="0"/>
                  </a:moveTo>
                  <a:lnTo>
                    <a:pt x="0" y="2554"/>
                  </a:lnTo>
                  <a:cubicBezTo>
                    <a:pt x="639" y="4469"/>
                    <a:pt x="1278" y="5746"/>
                    <a:pt x="2556" y="7023"/>
                  </a:cubicBezTo>
                  <a:cubicBezTo>
                    <a:pt x="3834" y="8299"/>
                    <a:pt x="4473" y="9576"/>
                    <a:pt x="4473" y="11491"/>
                  </a:cubicBezTo>
                  <a:lnTo>
                    <a:pt x="4473" y="24898"/>
                  </a:lnTo>
                  <a:cubicBezTo>
                    <a:pt x="4473" y="28728"/>
                    <a:pt x="7668" y="31920"/>
                    <a:pt x="11502" y="31920"/>
                  </a:cubicBezTo>
                  <a:lnTo>
                    <a:pt x="29394" y="31920"/>
                  </a:lnTo>
                  <a:cubicBezTo>
                    <a:pt x="33227" y="31920"/>
                    <a:pt x="36422" y="28728"/>
                    <a:pt x="36422" y="24898"/>
                  </a:cubicBezTo>
                  <a:lnTo>
                    <a:pt x="36422" y="11491"/>
                  </a:lnTo>
                  <a:cubicBezTo>
                    <a:pt x="36422" y="9576"/>
                    <a:pt x="37062" y="8299"/>
                    <a:pt x="38340" y="7023"/>
                  </a:cubicBezTo>
                  <a:cubicBezTo>
                    <a:pt x="39617" y="5746"/>
                    <a:pt x="40257" y="4469"/>
                    <a:pt x="40896" y="2554"/>
                  </a:cubicBezTo>
                  <a:lnTo>
                    <a:pt x="40896" y="0"/>
                  </a:lnTo>
                  <a:lnTo>
                    <a:pt x="0" y="0"/>
                  </a:lnTo>
                  <a:close/>
                </a:path>
              </a:pathLst>
            </a:custGeom>
            <a:solidFill>
              <a:srgbClr val="0097A9"/>
            </a:solidFill>
            <a:ln w="6390" cap="flat">
              <a:noFill/>
              <a:prstDash val="solid"/>
              <a:miter/>
            </a:ln>
          </p:spPr>
          <p:txBody>
            <a:bodyPr rtlCol="0" anchor="ctr"/>
            <a:lstStyle/>
            <a:p>
              <a:endParaRPr lang="en-US"/>
            </a:p>
          </p:txBody>
        </p:sp>
      </p:grpSp>
      <p:grpSp>
        <p:nvGrpSpPr>
          <p:cNvPr id="800" name="Graphic 4">
            <a:extLst>
              <a:ext uri="{FF2B5EF4-FFF2-40B4-BE49-F238E27FC236}">
                <a16:creationId xmlns:a16="http://schemas.microsoft.com/office/drawing/2014/main" id="{D2567B3C-1DB2-BE4E-B55C-FCC82E139BA9}"/>
              </a:ext>
            </a:extLst>
          </p:cNvPr>
          <p:cNvGrpSpPr>
            <a:grpSpLocks noChangeAspect="1"/>
          </p:cNvGrpSpPr>
          <p:nvPr/>
        </p:nvGrpSpPr>
        <p:grpSpPr>
          <a:xfrm>
            <a:off x="7287537" y="3760327"/>
            <a:ext cx="361674" cy="361971"/>
            <a:chOff x="7191874" y="4308712"/>
            <a:chExt cx="361674" cy="361971"/>
          </a:xfrm>
          <a:solidFill>
            <a:srgbClr val="0097A9"/>
          </a:solidFill>
        </p:grpSpPr>
        <p:sp>
          <p:nvSpPr>
            <p:cNvPr id="801" name="Graphic 4">
              <a:extLst>
                <a:ext uri="{FF2B5EF4-FFF2-40B4-BE49-F238E27FC236}">
                  <a16:creationId xmlns:a16="http://schemas.microsoft.com/office/drawing/2014/main" id="{EA21D7A2-F2DB-8E43-86E5-69892F144640}"/>
                </a:ext>
              </a:extLst>
            </p:cNvPr>
            <p:cNvSpPr/>
            <p:nvPr/>
          </p:nvSpPr>
          <p:spPr>
            <a:xfrm>
              <a:off x="7343955" y="4410217"/>
              <a:ext cx="67733" cy="57455"/>
            </a:xfrm>
            <a:custGeom>
              <a:avLst/>
              <a:gdLst>
                <a:gd name="connsiteX0" fmla="*/ 38978 w 67733"/>
                <a:gd name="connsiteY0" fmla="*/ 57456 h 57455"/>
                <a:gd name="connsiteX1" fmla="*/ 58148 w 67733"/>
                <a:gd name="connsiteY1" fmla="*/ 38942 h 57455"/>
                <a:gd name="connsiteX2" fmla="*/ 58148 w 67733"/>
                <a:gd name="connsiteY2" fmla="*/ 18513 h 57455"/>
                <a:gd name="connsiteX3" fmla="*/ 60704 w 67733"/>
                <a:gd name="connsiteY3" fmla="*/ 13406 h 57455"/>
                <a:gd name="connsiteX4" fmla="*/ 67733 w 67733"/>
                <a:gd name="connsiteY4" fmla="*/ 3830 h 57455"/>
                <a:gd name="connsiteX5" fmla="*/ 67733 w 67733"/>
                <a:gd name="connsiteY5" fmla="*/ 0 h 57455"/>
                <a:gd name="connsiteX6" fmla="*/ 0 w 67733"/>
                <a:gd name="connsiteY6" fmla="*/ 0 h 57455"/>
                <a:gd name="connsiteX7" fmla="*/ 0 w 67733"/>
                <a:gd name="connsiteY7" fmla="*/ 3830 h 57455"/>
                <a:gd name="connsiteX8" fmla="*/ 7029 w 67733"/>
                <a:gd name="connsiteY8" fmla="*/ 13406 h 57455"/>
                <a:gd name="connsiteX9" fmla="*/ 9585 w 67733"/>
                <a:gd name="connsiteY9" fmla="*/ 18513 h 57455"/>
                <a:gd name="connsiteX10" fmla="*/ 9585 w 67733"/>
                <a:gd name="connsiteY10" fmla="*/ 38942 h 57455"/>
                <a:gd name="connsiteX11" fmla="*/ 28115 w 67733"/>
                <a:gd name="connsiteY11" fmla="*/ 57456 h 57455"/>
                <a:gd name="connsiteX12" fmla="*/ 38978 w 67733"/>
                <a:gd name="connsiteY12" fmla="*/ 57456 h 5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733" h="57455">
                  <a:moveTo>
                    <a:pt x="38978" y="57456"/>
                  </a:moveTo>
                  <a:cubicBezTo>
                    <a:pt x="49202" y="57456"/>
                    <a:pt x="58148" y="49157"/>
                    <a:pt x="58148" y="38942"/>
                  </a:cubicBezTo>
                  <a:lnTo>
                    <a:pt x="58148" y="18513"/>
                  </a:lnTo>
                  <a:cubicBezTo>
                    <a:pt x="58148" y="16598"/>
                    <a:pt x="59426" y="14683"/>
                    <a:pt x="60704" y="13406"/>
                  </a:cubicBezTo>
                  <a:cubicBezTo>
                    <a:pt x="63260" y="12129"/>
                    <a:pt x="67733" y="7022"/>
                    <a:pt x="67733" y="3830"/>
                  </a:cubicBezTo>
                  <a:lnTo>
                    <a:pt x="67733" y="0"/>
                  </a:lnTo>
                  <a:lnTo>
                    <a:pt x="0" y="0"/>
                  </a:lnTo>
                  <a:lnTo>
                    <a:pt x="0" y="3830"/>
                  </a:lnTo>
                  <a:cubicBezTo>
                    <a:pt x="0" y="7661"/>
                    <a:pt x="5111" y="12129"/>
                    <a:pt x="7029" y="13406"/>
                  </a:cubicBezTo>
                  <a:cubicBezTo>
                    <a:pt x="8945" y="14683"/>
                    <a:pt x="9585" y="16598"/>
                    <a:pt x="9585" y="18513"/>
                  </a:cubicBezTo>
                  <a:lnTo>
                    <a:pt x="9585" y="38942"/>
                  </a:lnTo>
                  <a:cubicBezTo>
                    <a:pt x="9585" y="49157"/>
                    <a:pt x="17891" y="57456"/>
                    <a:pt x="28115" y="57456"/>
                  </a:cubicBezTo>
                  <a:lnTo>
                    <a:pt x="38978" y="57456"/>
                  </a:lnTo>
                  <a:close/>
                </a:path>
              </a:pathLst>
            </a:custGeom>
            <a:solidFill>
              <a:srgbClr val="0097A9"/>
            </a:solidFill>
            <a:ln w="6390" cap="flat">
              <a:noFill/>
              <a:prstDash val="solid"/>
              <a:miter/>
            </a:ln>
          </p:spPr>
          <p:txBody>
            <a:bodyPr rtlCol="0" anchor="ctr"/>
            <a:lstStyle/>
            <a:p>
              <a:endParaRPr lang="en-US"/>
            </a:p>
          </p:txBody>
        </p:sp>
        <p:sp>
          <p:nvSpPr>
            <p:cNvPr id="802" name="Graphic 4">
              <a:extLst>
                <a:ext uri="{FF2B5EF4-FFF2-40B4-BE49-F238E27FC236}">
                  <a16:creationId xmlns:a16="http://schemas.microsoft.com/office/drawing/2014/main" id="{D49EE114-198A-824B-8306-C73650DE7841}"/>
                </a:ext>
              </a:extLst>
            </p:cNvPr>
            <p:cNvSpPr/>
            <p:nvPr/>
          </p:nvSpPr>
          <p:spPr>
            <a:xfrm>
              <a:off x="7408493" y="4485323"/>
              <a:ext cx="70928" cy="45242"/>
            </a:xfrm>
            <a:custGeom>
              <a:avLst/>
              <a:gdLst>
                <a:gd name="connsiteX0" fmla="*/ 12780 w 70928"/>
                <a:gd name="connsiteY0" fmla="*/ 3417 h 45242"/>
                <a:gd name="connsiteX1" fmla="*/ 0 w 70928"/>
                <a:gd name="connsiteY1" fmla="*/ 24485 h 45242"/>
                <a:gd name="connsiteX2" fmla="*/ 42812 w 70928"/>
                <a:gd name="connsiteY2" fmla="*/ 11078 h 45242"/>
                <a:gd name="connsiteX3" fmla="*/ 51119 w 70928"/>
                <a:gd name="connsiteY3" fmla="*/ 9163 h 45242"/>
                <a:gd name="connsiteX4" fmla="*/ 58787 w 70928"/>
                <a:gd name="connsiteY4" fmla="*/ 13632 h 45242"/>
                <a:gd name="connsiteX5" fmla="*/ 54314 w 70928"/>
                <a:gd name="connsiteY5" fmla="*/ 21293 h 45242"/>
                <a:gd name="connsiteX6" fmla="*/ 46007 w 70928"/>
                <a:gd name="connsiteY6" fmla="*/ 23208 h 45242"/>
                <a:gd name="connsiteX7" fmla="*/ 5111 w 70928"/>
                <a:gd name="connsiteY7" fmla="*/ 35976 h 45242"/>
                <a:gd name="connsiteX8" fmla="*/ 8946 w 70928"/>
                <a:gd name="connsiteY8" fmla="*/ 37253 h 45242"/>
                <a:gd name="connsiteX9" fmla="*/ 37061 w 70928"/>
                <a:gd name="connsiteY9" fmla="*/ 44275 h 45242"/>
                <a:gd name="connsiteX10" fmla="*/ 70928 w 70928"/>
                <a:gd name="connsiteY10" fmla="*/ 7886 h 45242"/>
                <a:gd name="connsiteX11" fmla="*/ 49202 w 70928"/>
                <a:gd name="connsiteY11" fmla="*/ 3417 h 45242"/>
                <a:gd name="connsiteX12" fmla="*/ 12780 w 70928"/>
                <a:gd name="connsiteY12" fmla="*/ 3417 h 4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928" h="45242">
                  <a:moveTo>
                    <a:pt x="12780" y="3417"/>
                  </a:moveTo>
                  <a:cubicBezTo>
                    <a:pt x="5751" y="7886"/>
                    <a:pt x="639" y="16185"/>
                    <a:pt x="0" y="24485"/>
                  </a:cubicBezTo>
                  <a:cubicBezTo>
                    <a:pt x="13419" y="18101"/>
                    <a:pt x="28116" y="13632"/>
                    <a:pt x="42812" y="11078"/>
                  </a:cubicBezTo>
                  <a:lnTo>
                    <a:pt x="51119" y="9163"/>
                  </a:lnTo>
                  <a:cubicBezTo>
                    <a:pt x="54314" y="8525"/>
                    <a:pt x="58148" y="10440"/>
                    <a:pt x="58787" y="13632"/>
                  </a:cubicBezTo>
                  <a:cubicBezTo>
                    <a:pt x="59426" y="16824"/>
                    <a:pt x="57509" y="20654"/>
                    <a:pt x="54314" y="21293"/>
                  </a:cubicBezTo>
                  <a:lnTo>
                    <a:pt x="46007" y="23208"/>
                  </a:lnTo>
                  <a:cubicBezTo>
                    <a:pt x="31950" y="25761"/>
                    <a:pt x="18531" y="30230"/>
                    <a:pt x="5111" y="35976"/>
                  </a:cubicBezTo>
                  <a:cubicBezTo>
                    <a:pt x="6390" y="35976"/>
                    <a:pt x="7668" y="36614"/>
                    <a:pt x="8946" y="37253"/>
                  </a:cubicBezTo>
                  <a:cubicBezTo>
                    <a:pt x="16614" y="44275"/>
                    <a:pt x="26837" y="46828"/>
                    <a:pt x="37061" y="44275"/>
                  </a:cubicBezTo>
                  <a:cubicBezTo>
                    <a:pt x="53676" y="39168"/>
                    <a:pt x="67094" y="25123"/>
                    <a:pt x="70928" y="7886"/>
                  </a:cubicBezTo>
                  <a:cubicBezTo>
                    <a:pt x="63261" y="7248"/>
                    <a:pt x="56231" y="5971"/>
                    <a:pt x="49202" y="3417"/>
                  </a:cubicBezTo>
                  <a:cubicBezTo>
                    <a:pt x="36422" y="226"/>
                    <a:pt x="26199" y="-2328"/>
                    <a:pt x="12780" y="3417"/>
                  </a:cubicBezTo>
                  <a:close/>
                </a:path>
              </a:pathLst>
            </a:custGeom>
            <a:solidFill>
              <a:srgbClr val="0097A9"/>
            </a:solidFill>
            <a:ln w="6390" cap="flat">
              <a:noFill/>
              <a:prstDash val="solid"/>
              <a:miter/>
            </a:ln>
          </p:spPr>
          <p:txBody>
            <a:bodyPr rtlCol="0" anchor="ctr"/>
            <a:lstStyle/>
            <a:p>
              <a:endParaRPr lang="en-US" dirty="0"/>
            </a:p>
          </p:txBody>
        </p:sp>
        <p:sp>
          <p:nvSpPr>
            <p:cNvPr id="803" name="Graphic 4">
              <a:extLst>
                <a:ext uri="{FF2B5EF4-FFF2-40B4-BE49-F238E27FC236}">
                  <a16:creationId xmlns:a16="http://schemas.microsoft.com/office/drawing/2014/main" id="{4C1394E0-C62C-CB4A-9AC7-E6BBB39A8909}"/>
                </a:ext>
              </a:extLst>
            </p:cNvPr>
            <p:cNvSpPr/>
            <p:nvPr/>
          </p:nvSpPr>
          <p:spPr>
            <a:xfrm>
              <a:off x="7191874" y="4308712"/>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257515 w 361674"/>
                <a:gd name="connsiteY7" fmla="*/ 233654 h 361971"/>
                <a:gd name="connsiteX8" fmla="*/ 245374 w 361674"/>
                <a:gd name="connsiteY8" fmla="*/ 235569 h 361971"/>
                <a:gd name="connsiteX9" fmla="*/ 217258 w 361674"/>
                <a:gd name="connsiteY9" fmla="*/ 224078 h 361971"/>
                <a:gd name="connsiteX10" fmla="*/ 215980 w 361674"/>
                <a:gd name="connsiteY10" fmla="*/ 215779 h 361971"/>
                <a:gd name="connsiteX11" fmla="*/ 192976 w 361674"/>
                <a:gd name="connsiteY11" fmla="*/ 237484 h 361971"/>
                <a:gd name="connsiteX12" fmla="*/ 192976 w 361674"/>
                <a:gd name="connsiteY12" fmla="*/ 301324 h 361971"/>
                <a:gd name="connsiteX13" fmla="*/ 186586 w 361674"/>
                <a:gd name="connsiteY13" fmla="*/ 307708 h 361971"/>
                <a:gd name="connsiteX14" fmla="*/ 180196 w 361674"/>
                <a:gd name="connsiteY14" fmla="*/ 301324 h 361971"/>
                <a:gd name="connsiteX15" fmla="*/ 180196 w 361674"/>
                <a:gd name="connsiteY15" fmla="*/ 273234 h 361971"/>
                <a:gd name="connsiteX16" fmla="*/ 103517 w 361674"/>
                <a:gd name="connsiteY16" fmla="*/ 220247 h 361971"/>
                <a:gd name="connsiteX17" fmla="*/ 93932 w 361674"/>
                <a:gd name="connsiteY17" fmla="*/ 217055 h 361971"/>
                <a:gd name="connsiteX18" fmla="*/ 90098 w 361674"/>
                <a:gd name="connsiteY18" fmla="*/ 208756 h 361971"/>
                <a:gd name="connsiteX19" fmla="*/ 90098 w 361674"/>
                <a:gd name="connsiteY19" fmla="*/ 208756 h 361971"/>
                <a:gd name="connsiteX20" fmla="*/ 98405 w 361674"/>
                <a:gd name="connsiteY20" fmla="*/ 204926 h 361971"/>
                <a:gd name="connsiteX21" fmla="*/ 107990 w 361674"/>
                <a:gd name="connsiteY21" fmla="*/ 208118 h 361971"/>
                <a:gd name="connsiteX22" fmla="*/ 156553 w 361674"/>
                <a:gd name="connsiteY22" fmla="*/ 229185 h 361971"/>
                <a:gd name="connsiteX23" fmla="*/ 143774 w 361674"/>
                <a:gd name="connsiteY23" fmla="*/ 200457 h 361971"/>
                <a:gd name="connsiteX24" fmla="*/ 102239 w 361674"/>
                <a:gd name="connsiteY24" fmla="*/ 197265 h 361971"/>
                <a:gd name="connsiteX25" fmla="*/ 75402 w 361674"/>
                <a:gd name="connsiteY25" fmla="*/ 199819 h 361971"/>
                <a:gd name="connsiteX26" fmla="*/ 110546 w 361674"/>
                <a:gd name="connsiteY26" fmla="*/ 247698 h 361971"/>
                <a:gd name="connsiteX27" fmla="*/ 144412 w 361674"/>
                <a:gd name="connsiteY27" fmla="*/ 242591 h 361971"/>
                <a:gd name="connsiteX28" fmla="*/ 153358 w 361674"/>
                <a:gd name="connsiteY28" fmla="*/ 243868 h 361971"/>
                <a:gd name="connsiteX29" fmla="*/ 152081 w 361674"/>
                <a:gd name="connsiteY29" fmla="*/ 252806 h 361971"/>
                <a:gd name="connsiteX30" fmla="*/ 152081 w 361674"/>
                <a:gd name="connsiteY30" fmla="*/ 252806 h 361971"/>
                <a:gd name="connsiteX31" fmla="*/ 122686 w 361674"/>
                <a:gd name="connsiteY31" fmla="*/ 262382 h 361971"/>
                <a:gd name="connsiteX32" fmla="*/ 105434 w 361674"/>
                <a:gd name="connsiteY32" fmla="*/ 258551 h 361971"/>
                <a:gd name="connsiteX33" fmla="*/ 63261 w 361674"/>
                <a:gd name="connsiteY33" fmla="*/ 190881 h 361971"/>
                <a:gd name="connsiteX34" fmla="*/ 65817 w 361674"/>
                <a:gd name="connsiteY34" fmla="*/ 186412 h 361971"/>
                <a:gd name="connsiteX35" fmla="*/ 70928 w 361674"/>
                <a:gd name="connsiteY35" fmla="*/ 185774 h 361971"/>
                <a:gd name="connsiteX36" fmla="*/ 99683 w 361674"/>
                <a:gd name="connsiteY36" fmla="*/ 184497 h 361971"/>
                <a:gd name="connsiteX37" fmla="*/ 149525 w 361674"/>
                <a:gd name="connsiteY37" fmla="*/ 188966 h 361971"/>
                <a:gd name="connsiteX38" fmla="*/ 167416 w 361674"/>
                <a:gd name="connsiteY38" fmla="*/ 237484 h 361971"/>
                <a:gd name="connsiteX39" fmla="*/ 180196 w 361674"/>
                <a:gd name="connsiteY39" fmla="*/ 250252 h 361971"/>
                <a:gd name="connsiteX40" fmla="*/ 180196 w 361674"/>
                <a:gd name="connsiteY40" fmla="*/ 237484 h 361971"/>
                <a:gd name="connsiteX41" fmla="*/ 180196 w 361674"/>
                <a:gd name="connsiteY41" fmla="*/ 234292 h 361971"/>
                <a:gd name="connsiteX42" fmla="*/ 180196 w 361674"/>
                <a:gd name="connsiteY42" fmla="*/ 171729 h 361971"/>
                <a:gd name="connsiteX43" fmla="*/ 150164 w 361674"/>
                <a:gd name="connsiteY43" fmla="*/ 140448 h 361971"/>
                <a:gd name="connsiteX44" fmla="*/ 150164 w 361674"/>
                <a:gd name="connsiteY44" fmla="*/ 123211 h 361971"/>
                <a:gd name="connsiteX45" fmla="*/ 139940 w 361674"/>
                <a:gd name="connsiteY45" fmla="*/ 104697 h 361971"/>
                <a:gd name="connsiteX46" fmla="*/ 139940 w 361674"/>
                <a:gd name="connsiteY46" fmla="*/ 94483 h 361971"/>
                <a:gd name="connsiteX47" fmla="*/ 146330 w 361674"/>
                <a:gd name="connsiteY47" fmla="*/ 88099 h 361971"/>
                <a:gd name="connsiteX48" fmla="*/ 160387 w 361674"/>
                <a:gd name="connsiteY48" fmla="*/ 88099 h 361971"/>
                <a:gd name="connsiteX49" fmla="*/ 160387 w 361674"/>
                <a:gd name="connsiteY49" fmla="*/ 59371 h 361971"/>
                <a:gd name="connsiteX50" fmla="*/ 166777 w 361674"/>
                <a:gd name="connsiteY50" fmla="*/ 52987 h 361971"/>
                <a:gd name="connsiteX51" fmla="*/ 173167 w 361674"/>
                <a:gd name="connsiteY51" fmla="*/ 59371 h 361971"/>
                <a:gd name="connsiteX52" fmla="*/ 173167 w 361674"/>
                <a:gd name="connsiteY52" fmla="*/ 88099 h 361971"/>
                <a:gd name="connsiteX53" fmla="*/ 200644 w 361674"/>
                <a:gd name="connsiteY53" fmla="*/ 88099 h 361971"/>
                <a:gd name="connsiteX54" fmla="*/ 200644 w 361674"/>
                <a:gd name="connsiteY54" fmla="*/ 59371 h 361971"/>
                <a:gd name="connsiteX55" fmla="*/ 207034 w 361674"/>
                <a:gd name="connsiteY55" fmla="*/ 52987 h 361971"/>
                <a:gd name="connsiteX56" fmla="*/ 213424 w 361674"/>
                <a:gd name="connsiteY56" fmla="*/ 59371 h 361971"/>
                <a:gd name="connsiteX57" fmla="*/ 213424 w 361674"/>
                <a:gd name="connsiteY57" fmla="*/ 88099 h 361971"/>
                <a:gd name="connsiteX58" fmla="*/ 227482 w 361674"/>
                <a:gd name="connsiteY58" fmla="*/ 88099 h 361971"/>
                <a:gd name="connsiteX59" fmla="*/ 233872 w 361674"/>
                <a:gd name="connsiteY59" fmla="*/ 94483 h 361971"/>
                <a:gd name="connsiteX60" fmla="*/ 233872 w 361674"/>
                <a:gd name="connsiteY60" fmla="*/ 104697 h 361971"/>
                <a:gd name="connsiteX61" fmla="*/ 223648 w 361674"/>
                <a:gd name="connsiteY61" fmla="*/ 123211 h 361971"/>
                <a:gd name="connsiteX62" fmla="*/ 223648 w 361674"/>
                <a:gd name="connsiteY62" fmla="*/ 140448 h 361971"/>
                <a:gd name="connsiteX63" fmla="*/ 193615 w 361674"/>
                <a:gd name="connsiteY63" fmla="*/ 171729 h 361971"/>
                <a:gd name="connsiteX64" fmla="*/ 193615 w 361674"/>
                <a:gd name="connsiteY64" fmla="*/ 217694 h 361971"/>
                <a:gd name="connsiteX65" fmla="*/ 205117 w 361674"/>
                <a:gd name="connsiteY65" fmla="*/ 208118 h 361971"/>
                <a:gd name="connsiteX66" fmla="*/ 225565 w 361674"/>
                <a:gd name="connsiteY66" fmla="*/ 167899 h 361971"/>
                <a:gd name="connsiteX67" fmla="*/ 269655 w 361674"/>
                <a:gd name="connsiteY67" fmla="*/ 168537 h 361971"/>
                <a:gd name="connsiteX68" fmla="*/ 293937 w 361674"/>
                <a:gd name="connsiteY68" fmla="*/ 172368 h 361971"/>
                <a:gd name="connsiteX69" fmla="*/ 300966 w 361674"/>
                <a:gd name="connsiteY69" fmla="*/ 178113 h 361971"/>
                <a:gd name="connsiteX70" fmla="*/ 300966 w 361674"/>
                <a:gd name="connsiteY70" fmla="*/ 178752 h 361971"/>
                <a:gd name="connsiteX71" fmla="*/ 257515 w 361674"/>
                <a:gd name="connsiteY71" fmla="*/ 233654 h 361971"/>
                <a:gd name="connsiteX72" fmla="*/ 257515 w 361674"/>
                <a:gd name="connsiteY72" fmla="*/ 23365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61674" h="361971">
                  <a:moveTo>
                    <a:pt x="180836" y="0"/>
                  </a:moveTo>
                  <a:cubicBezTo>
                    <a:pt x="80513" y="0"/>
                    <a:pt x="0" y="81077"/>
                    <a:pt x="0" y="180667"/>
                  </a:cubicBezTo>
                  <a:cubicBezTo>
                    <a:pt x="0" y="280257"/>
                    <a:pt x="81152" y="361972"/>
                    <a:pt x="180836" y="361972"/>
                  </a:cubicBezTo>
                  <a:cubicBezTo>
                    <a:pt x="281157" y="361972"/>
                    <a:pt x="361670" y="280895"/>
                    <a:pt x="361670" y="181305"/>
                  </a:cubicBezTo>
                  <a:cubicBezTo>
                    <a:pt x="361670" y="181305"/>
                    <a:pt x="361670" y="181305"/>
                    <a:pt x="361670" y="181305"/>
                  </a:cubicBezTo>
                  <a:cubicBezTo>
                    <a:pt x="362309" y="81077"/>
                    <a:pt x="281157" y="0"/>
                    <a:pt x="180836" y="0"/>
                  </a:cubicBezTo>
                  <a:cubicBezTo>
                    <a:pt x="180836" y="0"/>
                    <a:pt x="180836" y="0"/>
                    <a:pt x="180836" y="0"/>
                  </a:cubicBezTo>
                  <a:close/>
                  <a:moveTo>
                    <a:pt x="257515" y="233654"/>
                  </a:moveTo>
                  <a:cubicBezTo>
                    <a:pt x="253680" y="234930"/>
                    <a:pt x="249846" y="235569"/>
                    <a:pt x="245374" y="235569"/>
                  </a:cubicBezTo>
                  <a:cubicBezTo>
                    <a:pt x="235150" y="234930"/>
                    <a:pt x="224925" y="231100"/>
                    <a:pt x="217258" y="224078"/>
                  </a:cubicBezTo>
                  <a:cubicBezTo>
                    <a:pt x="214702" y="222163"/>
                    <a:pt x="214063" y="218971"/>
                    <a:pt x="215980" y="215779"/>
                  </a:cubicBezTo>
                  <a:cubicBezTo>
                    <a:pt x="207034" y="221524"/>
                    <a:pt x="198727" y="228546"/>
                    <a:pt x="192976" y="237484"/>
                  </a:cubicBezTo>
                  <a:lnTo>
                    <a:pt x="192976" y="301324"/>
                  </a:lnTo>
                  <a:cubicBezTo>
                    <a:pt x="192976" y="305154"/>
                    <a:pt x="190420" y="307708"/>
                    <a:pt x="186586" y="307708"/>
                  </a:cubicBezTo>
                  <a:cubicBezTo>
                    <a:pt x="182752" y="307708"/>
                    <a:pt x="180196" y="305154"/>
                    <a:pt x="180196" y="301324"/>
                  </a:cubicBezTo>
                  <a:lnTo>
                    <a:pt x="180196" y="273234"/>
                  </a:lnTo>
                  <a:cubicBezTo>
                    <a:pt x="161666" y="238761"/>
                    <a:pt x="127799" y="227908"/>
                    <a:pt x="103517" y="220247"/>
                  </a:cubicBezTo>
                  <a:lnTo>
                    <a:pt x="93932" y="217055"/>
                  </a:lnTo>
                  <a:cubicBezTo>
                    <a:pt x="90737" y="215779"/>
                    <a:pt x="88820" y="211948"/>
                    <a:pt x="90098" y="208756"/>
                  </a:cubicBezTo>
                  <a:cubicBezTo>
                    <a:pt x="90098" y="208756"/>
                    <a:pt x="90098" y="208756"/>
                    <a:pt x="90098" y="208756"/>
                  </a:cubicBezTo>
                  <a:cubicBezTo>
                    <a:pt x="91376" y="205564"/>
                    <a:pt x="95210" y="203649"/>
                    <a:pt x="98405" y="204926"/>
                  </a:cubicBezTo>
                  <a:lnTo>
                    <a:pt x="107990" y="208118"/>
                  </a:lnTo>
                  <a:cubicBezTo>
                    <a:pt x="125243" y="213225"/>
                    <a:pt x="141217" y="220247"/>
                    <a:pt x="156553" y="229185"/>
                  </a:cubicBezTo>
                  <a:cubicBezTo>
                    <a:pt x="157192" y="218332"/>
                    <a:pt x="152720" y="207479"/>
                    <a:pt x="143774" y="200457"/>
                  </a:cubicBezTo>
                  <a:cubicBezTo>
                    <a:pt x="129076" y="192158"/>
                    <a:pt x="116297" y="194711"/>
                    <a:pt x="102239" y="197265"/>
                  </a:cubicBezTo>
                  <a:cubicBezTo>
                    <a:pt x="93293" y="199180"/>
                    <a:pt x="84347" y="199819"/>
                    <a:pt x="75402" y="199819"/>
                  </a:cubicBezTo>
                  <a:cubicBezTo>
                    <a:pt x="77318" y="220886"/>
                    <a:pt x="91376" y="239399"/>
                    <a:pt x="110546" y="247698"/>
                  </a:cubicBezTo>
                  <a:cubicBezTo>
                    <a:pt x="122048" y="252167"/>
                    <a:pt x="134828" y="250252"/>
                    <a:pt x="144412" y="242591"/>
                  </a:cubicBezTo>
                  <a:cubicBezTo>
                    <a:pt x="147607" y="240676"/>
                    <a:pt x="151441" y="241314"/>
                    <a:pt x="153358" y="243868"/>
                  </a:cubicBezTo>
                  <a:cubicBezTo>
                    <a:pt x="155276" y="247060"/>
                    <a:pt x="154636" y="250890"/>
                    <a:pt x="152081" y="252806"/>
                  </a:cubicBezTo>
                  <a:cubicBezTo>
                    <a:pt x="152081" y="252806"/>
                    <a:pt x="152081" y="252806"/>
                    <a:pt x="152081" y="252806"/>
                  </a:cubicBezTo>
                  <a:cubicBezTo>
                    <a:pt x="143774" y="259190"/>
                    <a:pt x="133550" y="262382"/>
                    <a:pt x="122686" y="262382"/>
                  </a:cubicBezTo>
                  <a:cubicBezTo>
                    <a:pt x="116936" y="262382"/>
                    <a:pt x="110546" y="261105"/>
                    <a:pt x="105434" y="258551"/>
                  </a:cubicBezTo>
                  <a:cubicBezTo>
                    <a:pt x="77957" y="245783"/>
                    <a:pt x="60066" y="217055"/>
                    <a:pt x="63261" y="190881"/>
                  </a:cubicBezTo>
                  <a:cubicBezTo>
                    <a:pt x="63261" y="188966"/>
                    <a:pt x="64538" y="187689"/>
                    <a:pt x="65817" y="186412"/>
                  </a:cubicBezTo>
                  <a:cubicBezTo>
                    <a:pt x="67094" y="185135"/>
                    <a:pt x="69012" y="185135"/>
                    <a:pt x="70928" y="185774"/>
                  </a:cubicBezTo>
                  <a:cubicBezTo>
                    <a:pt x="80513" y="187689"/>
                    <a:pt x="90098" y="187051"/>
                    <a:pt x="99683" y="184497"/>
                  </a:cubicBezTo>
                  <a:cubicBezTo>
                    <a:pt x="114380" y="181944"/>
                    <a:pt x="130994" y="178752"/>
                    <a:pt x="149525" y="188966"/>
                  </a:cubicBezTo>
                  <a:cubicBezTo>
                    <a:pt x="164861" y="199819"/>
                    <a:pt x="171889" y="218971"/>
                    <a:pt x="167416" y="237484"/>
                  </a:cubicBezTo>
                  <a:cubicBezTo>
                    <a:pt x="171889" y="241314"/>
                    <a:pt x="176362" y="245783"/>
                    <a:pt x="180196" y="250252"/>
                  </a:cubicBezTo>
                  <a:lnTo>
                    <a:pt x="180196" y="237484"/>
                  </a:lnTo>
                  <a:cubicBezTo>
                    <a:pt x="180196" y="236207"/>
                    <a:pt x="180196" y="235569"/>
                    <a:pt x="180196" y="234292"/>
                  </a:cubicBezTo>
                  <a:lnTo>
                    <a:pt x="180196" y="171729"/>
                  </a:lnTo>
                  <a:cubicBezTo>
                    <a:pt x="163582" y="171091"/>
                    <a:pt x="150164" y="157046"/>
                    <a:pt x="150164" y="140448"/>
                  </a:cubicBezTo>
                  <a:lnTo>
                    <a:pt x="150164" y="123211"/>
                  </a:lnTo>
                  <a:cubicBezTo>
                    <a:pt x="144412" y="118742"/>
                    <a:pt x="140579" y="112358"/>
                    <a:pt x="139940" y="104697"/>
                  </a:cubicBezTo>
                  <a:lnTo>
                    <a:pt x="139940" y="94483"/>
                  </a:lnTo>
                  <a:cubicBezTo>
                    <a:pt x="139940" y="90653"/>
                    <a:pt x="142496" y="88099"/>
                    <a:pt x="146330" y="88099"/>
                  </a:cubicBezTo>
                  <a:lnTo>
                    <a:pt x="160387" y="88099"/>
                  </a:lnTo>
                  <a:lnTo>
                    <a:pt x="160387" y="59371"/>
                  </a:lnTo>
                  <a:cubicBezTo>
                    <a:pt x="160387" y="55541"/>
                    <a:pt x="162943" y="52987"/>
                    <a:pt x="166777" y="52987"/>
                  </a:cubicBezTo>
                  <a:cubicBezTo>
                    <a:pt x="170611" y="52987"/>
                    <a:pt x="173167" y="55541"/>
                    <a:pt x="173167" y="59371"/>
                  </a:cubicBezTo>
                  <a:lnTo>
                    <a:pt x="173167" y="88099"/>
                  </a:lnTo>
                  <a:lnTo>
                    <a:pt x="200644" y="88099"/>
                  </a:lnTo>
                  <a:lnTo>
                    <a:pt x="200644" y="59371"/>
                  </a:lnTo>
                  <a:cubicBezTo>
                    <a:pt x="200644" y="55541"/>
                    <a:pt x="203200" y="52987"/>
                    <a:pt x="207034" y="52987"/>
                  </a:cubicBezTo>
                  <a:cubicBezTo>
                    <a:pt x="210868" y="52987"/>
                    <a:pt x="213424" y="55541"/>
                    <a:pt x="213424" y="59371"/>
                  </a:cubicBezTo>
                  <a:lnTo>
                    <a:pt x="213424" y="88099"/>
                  </a:lnTo>
                  <a:lnTo>
                    <a:pt x="227482" y="88099"/>
                  </a:lnTo>
                  <a:cubicBezTo>
                    <a:pt x="231315" y="88099"/>
                    <a:pt x="233872" y="90653"/>
                    <a:pt x="233872" y="94483"/>
                  </a:cubicBezTo>
                  <a:lnTo>
                    <a:pt x="233872" y="104697"/>
                  </a:lnTo>
                  <a:cubicBezTo>
                    <a:pt x="233233" y="111720"/>
                    <a:pt x="229399" y="118742"/>
                    <a:pt x="223648" y="123211"/>
                  </a:cubicBezTo>
                  <a:lnTo>
                    <a:pt x="223648" y="140448"/>
                  </a:lnTo>
                  <a:cubicBezTo>
                    <a:pt x="223648" y="157046"/>
                    <a:pt x="210229" y="171091"/>
                    <a:pt x="193615" y="171729"/>
                  </a:cubicBezTo>
                  <a:lnTo>
                    <a:pt x="193615" y="217694"/>
                  </a:lnTo>
                  <a:cubicBezTo>
                    <a:pt x="197449" y="213863"/>
                    <a:pt x="201283" y="210671"/>
                    <a:pt x="205117" y="208118"/>
                  </a:cubicBezTo>
                  <a:cubicBezTo>
                    <a:pt x="203200" y="191519"/>
                    <a:pt x="210868" y="176198"/>
                    <a:pt x="225565" y="167899"/>
                  </a:cubicBezTo>
                  <a:cubicBezTo>
                    <a:pt x="242818" y="160238"/>
                    <a:pt x="256875" y="164707"/>
                    <a:pt x="269655" y="168537"/>
                  </a:cubicBezTo>
                  <a:cubicBezTo>
                    <a:pt x="277323" y="171729"/>
                    <a:pt x="285630" y="173006"/>
                    <a:pt x="293937" y="172368"/>
                  </a:cubicBezTo>
                  <a:cubicBezTo>
                    <a:pt x="297132" y="171729"/>
                    <a:pt x="300966" y="174283"/>
                    <a:pt x="300966" y="178113"/>
                  </a:cubicBezTo>
                  <a:cubicBezTo>
                    <a:pt x="300966" y="178113"/>
                    <a:pt x="300966" y="178752"/>
                    <a:pt x="300966" y="178752"/>
                  </a:cubicBezTo>
                  <a:cubicBezTo>
                    <a:pt x="300327" y="201734"/>
                    <a:pt x="282435" y="224716"/>
                    <a:pt x="257515" y="233654"/>
                  </a:cubicBezTo>
                  <a:lnTo>
                    <a:pt x="257515" y="233654"/>
                  </a:lnTo>
                  <a:close/>
                </a:path>
              </a:pathLst>
            </a:custGeom>
            <a:solidFill>
              <a:srgbClr val="0097A9"/>
            </a:solidFill>
            <a:ln w="6390" cap="flat">
              <a:noFill/>
              <a:prstDash val="solid"/>
              <a:miter/>
            </a:ln>
          </p:spPr>
          <p:txBody>
            <a:bodyPr rtlCol="0" anchor="ctr"/>
            <a:lstStyle/>
            <a:p>
              <a:endParaRPr lang="en-US"/>
            </a:p>
          </p:txBody>
        </p:sp>
      </p:grpSp>
      <p:grpSp>
        <p:nvGrpSpPr>
          <p:cNvPr id="804" name="Graphic 4">
            <a:extLst>
              <a:ext uri="{FF2B5EF4-FFF2-40B4-BE49-F238E27FC236}">
                <a16:creationId xmlns:a16="http://schemas.microsoft.com/office/drawing/2014/main" id="{69C00D32-A776-9743-8E8E-C9B058662463}"/>
              </a:ext>
            </a:extLst>
          </p:cNvPr>
          <p:cNvGrpSpPr>
            <a:grpSpLocks noChangeAspect="1"/>
          </p:cNvGrpSpPr>
          <p:nvPr/>
        </p:nvGrpSpPr>
        <p:grpSpPr>
          <a:xfrm>
            <a:off x="6845631" y="3267803"/>
            <a:ext cx="361674" cy="361971"/>
            <a:chOff x="6753524" y="3824168"/>
            <a:chExt cx="361674" cy="361971"/>
          </a:xfrm>
          <a:solidFill>
            <a:srgbClr val="0097A9"/>
          </a:solidFill>
        </p:grpSpPr>
        <p:sp>
          <p:nvSpPr>
            <p:cNvPr id="805" name="Graphic 4">
              <a:extLst>
                <a:ext uri="{FF2B5EF4-FFF2-40B4-BE49-F238E27FC236}">
                  <a16:creationId xmlns:a16="http://schemas.microsoft.com/office/drawing/2014/main" id="{6CAD9B15-E2E2-2847-9F10-91B5D5E62C34}"/>
                </a:ext>
              </a:extLst>
            </p:cNvPr>
            <p:cNvSpPr/>
            <p:nvPr/>
          </p:nvSpPr>
          <p:spPr>
            <a:xfrm>
              <a:off x="6753524" y="3824168"/>
              <a:ext cx="361674" cy="361971"/>
            </a:xfrm>
            <a:custGeom>
              <a:avLst/>
              <a:gdLst>
                <a:gd name="connsiteX0" fmla="*/ 180835 w 361674"/>
                <a:gd name="connsiteY0" fmla="*/ 0 h 361971"/>
                <a:gd name="connsiteX1" fmla="*/ 0 w 361674"/>
                <a:gd name="connsiteY1" fmla="*/ 180667 h 361971"/>
                <a:gd name="connsiteX2" fmla="*/ 180835 w 361674"/>
                <a:gd name="connsiteY2" fmla="*/ 361971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349204 h 361971"/>
                <a:gd name="connsiteX7" fmla="*/ 12780 w 361674"/>
                <a:gd name="connsiteY7" fmla="*/ 181305 h 361971"/>
                <a:gd name="connsiteX8" fmla="*/ 180835 w 361674"/>
                <a:gd name="connsiteY8" fmla="*/ 12768 h 361971"/>
                <a:gd name="connsiteX9" fmla="*/ 348890 w 361674"/>
                <a:gd name="connsiteY9" fmla="*/ 180667 h 361971"/>
                <a:gd name="connsiteX10" fmla="*/ 348890 w 361674"/>
                <a:gd name="connsiteY10" fmla="*/ 180667 h 361971"/>
                <a:gd name="connsiteX11" fmla="*/ 180835 w 361674"/>
                <a:gd name="connsiteY11" fmla="*/ 349204 h 361971"/>
                <a:gd name="connsiteX12" fmla="*/ 180835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6"/>
                    <a:pt x="0" y="180667"/>
                  </a:cubicBezTo>
                  <a:cubicBezTo>
                    <a:pt x="0" y="280895"/>
                    <a:pt x="81152" y="361971"/>
                    <a:pt x="180835" y="361971"/>
                  </a:cubicBezTo>
                  <a:cubicBezTo>
                    <a:pt x="281157" y="361971"/>
                    <a:pt x="361670" y="280895"/>
                    <a:pt x="361670" y="181305"/>
                  </a:cubicBezTo>
                  <a:lnTo>
                    <a:pt x="361670" y="181305"/>
                  </a:lnTo>
                  <a:cubicBezTo>
                    <a:pt x="362309" y="81076"/>
                    <a:pt x="281157" y="0"/>
                    <a:pt x="180835" y="0"/>
                  </a:cubicBezTo>
                  <a:close/>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lnTo>
                    <a:pt x="348890" y="180667"/>
                  </a:lnTo>
                  <a:cubicBezTo>
                    <a:pt x="349529" y="273873"/>
                    <a:pt x="274128" y="349204"/>
                    <a:pt x="180835" y="349204"/>
                  </a:cubicBezTo>
                  <a:lnTo>
                    <a:pt x="180835" y="349204"/>
                  </a:lnTo>
                  <a:close/>
                </a:path>
              </a:pathLst>
            </a:custGeom>
            <a:solidFill>
              <a:srgbClr val="0097A9"/>
            </a:solidFill>
            <a:ln w="6390" cap="flat">
              <a:noFill/>
              <a:prstDash val="solid"/>
              <a:miter/>
            </a:ln>
          </p:spPr>
          <p:txBody>
            <a:bodyPr rtlCol="0" anchor="ctr"/>
            <a:lstStyle/>
            <a:p>
              <a:endParaRPr lang="en-US"/>
            </a:p>
          </p:txBody>
        </p:sp>
        <p:sp>
          <p:nvSpPr>
            <p:cNvPr id="806" name="Graphic 4">
              <a:extLst>
                <a:ext uri="{FF2B5EF4-FFF2-40B4-BE49-F238E27FC236}">
                  <a16:creationId xmlns:a16="http://schemas.microsoft.com/office/drawing/2014/main" id="{63C38004-2A5E-3749-A2D8-0185217CD799}"/>
                </a:ext>
              </a:extLst>
            </p:cNvPr>
            <p:cNvSpPr/>
            <p:nvPr/>
          </p:nvSpPr>
          <p:spPr>
            <a:xfrm>
              <a:off x="6828925" y="3959426"/>
              <a:ext cx="165499" cy="152021"/>
            </a:xfrm>
            <a:custGeom>
              <a:avLst/>
              <a:gdLst>
                <a:gd name="connsiteX0" fmla="*/ 149525 w 165499"/>
                <a:gd name="connsiteY0" fmla="*/ 82 h 152021"/>
                <a:gd name="connsiteX1" fmla="*/ 58788 w 165499"/>
                <a:gd name="connsiteY1" fmla="*/ 82 h 152021"/>
                <a:gd name="connsiteX2" fmla="*/ 52398 w 165499"/>
                <a:gd name="connsiteY2" fmla="*/ 6466 h 152021"/>
                <a:gd name="connsiteX3" fmla="*/ 58788 w 165499"/>
                <a:gd name="connsiteY3" fmla="*/ 12850 h 152021"/>
                <a:gd name="connsiteX4" fmla="*/ 143774 w 165499"/>
                <a:gd name="connsiteY4" fmla="*/ 12850 h 152021"/>
                <a:gd name="connsiteX5" fmla="*/ 151442 w 165499"/>
                <a:gd name="connsiteY5" fmla="*/ 102864 h 152021"/>
                <a:gd name="connsiteX6" fmla="*/ 12780 w 165499"/>
                <a:gd name="connsiteY6" fmla="*/ 102864 h 152021"/>
                <a:gd name="connsiteX7" fmla="*/ 20448 w 165499"/>
                <a:gd name="connsiteY7" fmla="*/ 12850 h 152021"/>
                <a:gd name="connsiteX8" fmla="*/ 41535 w 165499"/>
                <a:gd name="connsiteY8" fmla="*/ 12850 h 152021"/>
                <a:gd name="connsiteX9" fmla="*/ 47925 w 165499"/>
                <a:gd name="connsiteY9" fmla="*/ 6466 h 152021"/>
                <a:gd name="connsiteX10" fmla="*/ 41535 w 165499"/>
                <a:gd name="connsiteY10" fmla="*/ 82 h 152021"/>
                <a:gd name="connsiteX11" fmla="*/ 14697 w 165499"/>
                <a:gd name="connsiteY11" fmla="*/ 82 h 152021"/>
                <a:gd name="connsiteX12" fmla="*/ 8307 w 165499"/>
                <a:gd name="connsiteY12" fmla="*/ 5828 h 152021"/>
                <a:gd name="connsiteX13" fmla="*/ 0 w 165499"/>
                <a:gd name="connsiteY13" fmla="*/ 108610 h 152021"/>
                <a:gd name="connsiteX14" fmla="*/ 1917 w 165499"/>
                <a:gd name="connsiteY14" fmla="*/ 113717 h 152021"/>
                <a:gd name="connsiteX15" fmla="*/ 6390 w 165499"/>
                <a:gd name="connsiteY15" fmla="*/ 115632 h 152021"/>
                <a:gd name="connsiteX16" fmla="*/ 67094 w 165499"/>
                <a:gd name="connsiteY16" fmla="*/ 115632 h 152021"/>
                <a:gd name="connsiteX17" fmla="*/ 61983 w 165499"/>
                <a:gd name="connsiteY17" fmla="*/ 122016 h 152021"/>
                <a:gd name="connsiteX18" fmla="*/ 61983 w 165499"/>
                <a:gd name="connsiteY18" fmla="*/ 139253 h 152021"/>
                <a:gd name="connsiteX19" fmla="*/ 46008 w 165499"/>
                <a:gd name="connsiteY19" fmla="*/ 139253 h 152021"/>
                <a:gd name="connsiteX20" fmla="*/ 39618 w 165499"/>
                <a:gd name="connsiteY20" fmla="*/ 145637 h 152021"/>
                <a:gd name="connsiteX21" fmla="*/ 46008 w 165499"/>
                <a:gd name="connsiteY21" fmla="*/ 152021 h 152021"/>
                <a:gd name="connsiteX22" fmla="*/ 119492 w 165499"/>
                <a:gd name="connsiteY22" fmla="*/ 152021 h 152021"/>
                <a:gd name="connsiteX23" fmla="*/ 125882 w 165499"/>
                <a:gd name="connsiteY23" fmla="*/ 145637 h 152021"/>
                <a:gd name="connsiteX24" fmla="*/ 119492 w 165499"/>
                <a:gd name="connsiteY24" fmla="*/ 139253 h 152021"/>
                <a:gd name="connsiteX25" fmla="*/ 104156 w 165499"/>
                <a:gd name="connsiteY25" fmla="*/ 139253 h 152021"/>
                <a:gd name="connsiteX26" fmla="*/ 104156 w 165499"/>
                <a:gd name="connsiteY26" fmla="*/ 115632 h 152021"/>
                <a:gd name="connsiteX27" fmla="*/ 159110 w 165499"/>
                <a:gd name="connsiteY27" fmla="*/ 115632 h 152021"/>
                <a:gd name="connsiteX28" fmla="*/ 165500 w 165499"/>
                <a:gd name="connsiteY28" fmla="*/ 109248 h 152021"/>
                <a:gd name="connsiteX29" fmla="*/ 165500 w 165499"/>
                <a:gd name="connsiteY29" fmla="*/ 108610 h 152021"/>
                <a:gd name="connsiteX30" fmla="*/ 157193 w 165499"/>
                <a:gd name="connsiteY30" fmla="*/ 5828 h 152021"/>
                <a:gd name="connsiteX31" fmla="*/ 149525 w 165499"/>
                <a:gd name="connsiteY31" fmla="*/ 82 h 152021"/>
                <a:gd name="connsiteX32" fmla="*/ 149525 w 165499"/>
                <a:gd name="connsiteY32" fmla="*/ 82 h 152021"/>
                <a:gd name="connsiteX33" fmla="*/ 90099 w 165499"/>
                <a:gd name="connsiteY33" fmla="*/ 138615 h 152021"/>
                <a:gd name="connsiteX34" fmla="*/ 73484 w 165499"/>
                <a:gd name="connsiteY34" fmla="*/ 138615 h 152021"/>
                <a:gd name="connsiteX35" fmla="*/ 73484 w 165499"/>
                <a:gd name="connsiteY35" fmla="*/ 121378 h 152021"/>
                <a:gd name="connsiteX36" fmla="*/ 68373 w 165499"/>
                <a:gd name="connsiteY36" fmla="*/ 114994 h 152021"/>
                <a:gd name="connsiteX37" fmla="*/ 90099 w 165499"/>
                <a:gd name="connsiteY37" fmla="*/ 114994 h 152021"/>
                <a:gd name="connsiteX38" fmla="*/ 90099 w 165499"/>
                <a:gd name="connsiteY38" fmla="*/ 138615 h 152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65499" h="152021">
                  <a:moveTo>
                    <a:pt x="149525" y="82"/>
                  </a:moveTo>
                  <a:lnTo>
                    <a:pt x="58788" y="82"/>
                  </a:lnTo>
                  <a:cubicBezTo>
                    <a:pt x="54954" y="82"/>
                    <a:pt x="52398" y="2636"/>
                    <a:pt x="52398" y="6466"/>
                  </a:cubicBezTo>
                  <a:cubicBezTo>
                    <a:pt x="52398" y="10297"/>
                    <a:pt x="54954" y="12850"/>
                    <a:pt x="58788" y="12850"/>
                  </a:cubicBezTo>
                  <a:lnTo>
                    <a:pt x="143774" y="12850"/>
                  </a:lnTo>
                  <a:lnTo>
                    <a:pt x="151442" y="102864"/>
                  </a:lnTo>
                  <a:lnTo>
                    <a:pt x="12780" y="102864"/>
                  </a:lnTo>
                  <a:lnTo>
                    <a:pt x="20448" y="12850"/>
                  </a:lnTo>
                  <a:lnTo>
                    <a:pt x="41535" y="12850"/>
                  </a:lnTo>
                  <a:cubicBezTo>
                    <a:pt x="45369" y="12850"/>
                    <a:pt x="47925" y="10297"/>
                    <a:pt x="47925" y="6466"/>
                  </a:cubicBezTo>
                  <a:cubicBezTo>
                    <a:pt x="47925" y="2636"/>
                    <a:pt x="45369" y="82"/>
                    <a:pt x="41535" y="82"/>
                  </a:cubicBezTo>
                  <a:lnTo>
                    <a:pt x="14697" y="82"/>
                  </a:lnTo>
                  <a:cubicBezTo>
                    <a:pt x="11502" y="82"/>
                    <a:pt x="8307" y="2636"/>
                    <a:pt x="8307" y="5828"/>
                  </a:cubicBezTo>
                  <a:lnTo>
                    <a:pt x="0" y="108610"/>
                  </a:lnTo>
                  <a:cubicBezTo>
                    <a:pt x="0" y="110525"/>
                    <a:pt x="640" y="112440"/>
                    <a:pt x="1917" y="113717"/>
                  </a:cubicBezTo>
                  <a:cubicBezTo>
                    <a:pt x="3195" y="114994"/>
                    <a:pt x="5112" y="115632"/>
                    <a:pt x="6390" y="115632"/>
                  </a:cubicBezTo>
                  <a:lnTo>
                    <a:pt x="67094" y="115632"/>
                  </a:lnTo>
                  <a:cubicBezTo>
                    <a:pt x="63899" y="116271"/>
                    <a:pt x="61983" y="118824"/>
                    <a:pt x="61983" y="122016"/>
                  </a:cubicBezTo>
                  <a:lnTo>
                    <a:pt x="61983" y="139253"/>
                  </a:lnTo>
                  <a:lnTo>
                    <a:pt x="46008" y="139253"/>
                  </a:lnTo>
                  <a:cubicBezTo>
                    <a:pt x="42174" y="139253"/>
                    <a:pt x="39618" y="141807"/>
                    <a:pt x="39618" y="145637"/>
                  </a:cubicBezTo>
                  <a:cubicBezTo>
                    <a:pt x="39618" y="149467"/>
                    <a:pt x="42174" y="152021"/>
                    <a:pt x="46008" y="152021"/>
                  </a:cubicBezTo>
                  <a:lnTo>
                    <a:pt x="119492" y="152021"/>
                  </a:lnTo>
                  <a:cubicBezTo>
                    <a:pt x="123326" y="152021"/>
                    <a:pt x="125882" y="149467"/>
                    <a:pt x="125882" y="145637"/>
                  </a:cubicBezTo>
                  <a:cubicBezTo>
                    <a:pt x="125882" y="141807"/>
                    <a:pt x="123326" y="139253"/>
                    <a:pt x="119492" y="139253"/>
                  </a:cubicBezTo>
                  <a:lnTo>
                    <a:pt x="104156" y="139253"/>
                  </a:lnTo>
                  <a:lnTo>
                    <a:pt x="104156" y="115632"/>
                  </a:lnTo>
                  <a:lnTo>
                    <a:pt x="159110" y="115632"/>
                  </a:lnTo>
                  <a:cubicBezTo>
                    <a:pt x="162943" y="115632"/>
                    <a:pt x="165500" y="113079"/>
                    <a:pt x="165500" y="109248"/>
                  </a:cubicBezTo>
                  <a:cubicBezTo>
                    <a:pt x="165500" y="109248"/>
                    <a:pt x="165500" y="108610"/>
                    <a:pt x="165500" y="108610"/>
                  </a:cubicBezTo>
                  <a:lnTo>
                    <a:pt x="157193" y="5828"/>
                  </a:lnTo>
                  <a:cubicBezTo>
                    <a:pt x="155915" y="2636"/>
                    <a:pt x="152720" y="-556"/>
                    <a:pt x="149525" y="82"/>
                  </a:cubicBezTo>
                  <a:cubicBezTo>
                    <a:pt x="149525" y="82"/>
                    <a:pt x="149525" y="82"/>
                    <a:pt x="149525" y="82"/>
                  </a:cubicBezTo>
                  <a:close/>
                  <a:moveTo>
                    <a:pt x="90099" y="138615"/>
                  </a:moveTo>
                  <a:lnTo>
                    <a:pt x="73484" y="138615"/>
                  </a:lnTo>
                  <a:lnTo>
                    <a:pt x="73484" y="121378"/>
                  </a:lnTo>
                  <a:cubicBezTo>
                    <a:pt x="73484" y="118186"/>
                    <a:pt x="71568" y="115632"/>
                    <a:pt x="68373" y="114994"/>
                  </a:cubicBezTo>
                  <a:lnTo>
                    <a:pt x="90099" y="114994"/>
                  </a:lnTo>
                  <a:lnTo>
                    <a:pt x="90099" y="138615"/>
                  </a:lnTo>
                  <a:close/>
                </a:path>
              </a:pathLst>
            </a:custGeom>
            <a:solidFill>
              <a:srgbClr val="0097A9"/>
            </a:solidFill>
            <a:ln w="6390" cap="flat">
              <a:noFill/>
              <a:prstDash val="solid"/>
              <a:miter/>
            </a:ln>
          </p:spPr>
          <p:txBody>
            <a:bodyPr rtlCol="0" anchor="ctr"/>
            <a:lstStyle/>
            <a:p>
              <a:endParaRPr lang="en-US"/>
            </a:p>
          </p:txBody>
        </p:sp>
        <p:sp>
          <p:nvSpPr>
            <p:cNvPr id="807" name="Graphic 4">
              <a:extLst>
                <a:ext uri="{FF2B5EF4-FFF2-40B4-BE49-F238E27FC236}">
                  <a16:creationId xmlns:a16="http://schemas.microsoft.com/office/drawing/2014/main" id="{C3D21913-9638-1348-8CBF-611CB4B8C7C6}"/>
                </a:ext>
              </a:extLst>
            </p:cNvPr>
            <p:cNvSpPr/>
            <p:nvPr/>
          </p:nvSpPr>
          <p:spPr>
            <a:xfrm>
              <a:off x="6852568" y="3981852"/>
              <a:ext cx="116296" cy="70862"/>
            </a:xfrm>
            <a:custGeom>
              <a:avLst/>
              <a:gdLst>
                <a:gd name="connsiteX0" fmla="*/ 4473 w 116296"/>
                <a:gd name="connsiteY0" fmla="*/ 5746 h 70862"/>
                <a:gd name="connsiteX1" fmla="*/ 0 w 116296"/>
                <a:gd name="connsiteY1" fmla="*/ 63840 h 70862"/>
                <a:gd name="connsiteX2" fmla="*/ 1917 w 116296"/>
                <a:gd name="connsiteY2" fmla="*/ 68947 h 70862"/>
                <a:gd name="connsiteX3" fmla="*/ 6390 w 116296"/>
                <a:gd name="connsiteY3" fmla="*/ 70862 h 70862"/>
                <a:gd name="connsiteX4" fmla="*/ 109907 w 116296"/>
                <a:gd name="connsiteY4" fmla="*/ 70862 h 70862"/>
                <a:gd name="connsiteX5" fmla="*/ 114380 w 116296"/>
                <a:gd name="connsiteY5" fmla="*/ 68947 h 70862"/>
                <a:gd name="connsiteX6" fmla="*/ 116297 w 116296"/>
                <a:gd name="connsiteY6" fmla="*/ 63840 h 70862"/>
                <a:gd name="connsiteX7" fmla="*/ 111824 w 116296"/>
                <a:gd name="connsiteY7" fmla="*/ 5746 h 70862"/>
                <a:gd name="connsiteX8" fmla="*/ 105434 w 116296"/>
                <a:gd name="connsiteY8" fmla="*/ 0 h 70862"/>
                <a:gd name="connsiteX9" fmla="*/ 11501 w 116296"/>
                <a:gd name="connsiteY9" fmla="*/ 0 h 70862"/>
                <a:gd name="connsiteX10" fmla="*/ 4473 w 116296"/>
                <a:gd name="connsiteY10" fmla="*/ 5746 h 70862"/>
                <a:gd name="connsiteX11" fmla="*/ 14696 w 116296"/>
                <a:gd name="connsiteY11" fmla="*/ 41496 h 70862"/>
                <a:gd name="connsiteX12" fmla="*/ 45368 w 116296"/>
                <a:gd name="connsiteY12" fmla="*/ 41496 h 70862"/>
                <a:gd name="connsiteX13" fmla="*/ 51119 w 116296"/>
                <a:gd name="connsiteY13" fmla="*/ 37027 h 70862"/>
                <a:gd name="connsiteX14" fmla="*/ 51119 w 116296"/>
                <a:gd name="connsiteY14" fmla="*/ 58094 h 70862"/>
                <a:gd name="connsiteX15" fmla="*/ 12780 w 116296"/>
                <a:gd name="connsiteY15" fmla="*/ 58094 h 70862"/>
                <a:gd name="connsiteX16" fmla="*/ 14696 w 116296"/>
                <a:gd name="connsiteY16" fmla="*/ 41496 h 70862"/>
                <a:gd name="connsiteX17" fmla="*/ 64538 w 116296"/>
                <a:gd name="connsiteY17" fmla="*/ 58094 h 70862"/>
                <a:gd name="connsiteX18" fmla="*/ 64538 w 116296"/>
                <a:gd name="connsiteY18" fmla="*/ 41496 h 70862"/>
                <a:gd name="connsiteX19" fmla="*/ 101600 w 116296"/>
                <a:gd name="connsiteY19" fmla="*/ 41496 h 70862"/>
                <a:gd name="connsiteX20" fmla="*/ 102878 w 116296"/>
                <a:gd name="connsiteY20" fmla="*/ 58094 h 70862"/>
                <a:gd name="connsiteX21" fmla="*/ 64538 w 116296"/>
                <a:gd name="connsiteY21" fmla="*/ 58094 h 70862"/>
                <a:gd name="connsiteX22" fmla="*/ 100322 w 116296"/>
                <a:gd name="connsiteY22" fmla="*/ 28728 h 70862"/>
                <a:gd name="connsiteX23" fmla="*/ 64538 w 116296"/>
                <a:gd name="connsiteY23" fmla="*/ 28728 h 70862"/>
                <a:gd name="connsiteX24" fmla="*/ 64538 w 116296"/>
                <a:gd name="connsiteY24" fmla="*/ 12130 h 70862"/>
                <a:gd name="connsiteX25" fmla="*/ 99044 w 116296"/>
                <a:gd name="connsiteY25" fmla="*/ 12130 h 70862"/>
                <a:gd name="connsiteX26" fmla="*/ 100322 w 116296"/>
                <a:gd name="connsiteY26" fmla="*/ 28728 h 70862"/>
                <a:gd name="connsiteX27" fmla="*/ 51758 w 116296"/>
                <a:gd name="connsiteY27" fmla="*/ 12768 h 70862"/>
                <a:gd name="connsiteX28" fmla="*/ 51758 w 116296"/>
                <a:gd name="connsiteY28" fmla="*/ 33197 h 70862"/>
                <a:gd name="connsiteX29" fmla="*/ 46007 w 116296"/>
                <a:gd name="connsiteY29" fmla="*/ 28728 h 70862"/>
                <a:gd name="connsiteX30" fmla="*/ 15975 w 116296"/>
                <a:gd name="connsiteY30" fmla="*/ 28728 h 70862"/>
                <a:gd name="connsiteX31" fmla="*/ 17253 w 116296"/>
                <a:gd name="connsiteY31" fmla="*/ 12768 h 70862"/>
                <a:gd name="connsiteX32" fmla="*/ 51758 w 116296"/>
                <a:gd name="connsiteY32" fmla="*/ 12768 h 7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6296" h="70862">
                  <a:moveTo>
                    <a:pt x="4473" y="5746"/>
                  </a:moveTo>
                  <a:lnTo>
                    <a:pt x="0" y="63840"/>
                  </a:lnTo>
                  <a:cubicBezTo>
                    <a:pt x="0" y="65755"/>
                    <a:pt x="639" y="67032"/>
                    <a:pt x="1917" y="68947"/>
                  </a:cubicBezTo>
                  <a:cubicBezTo>
                    <a:pt x="3195" y="70224"/>
                    <a:pt x="5111" y="70862"/>
                    <a:pt x="6390" y="70862"/>
                  </a:cubicBezTo>
                  <a:lnTo>
                    <a:pt x="109907" y="70862"/>
                  </a:lnTo>
                  <a:cubicBezTo>
                    <a:pt x="111824" y="70862"/>
                    <a:pt x="113102" y="70224"/>
                    <a:pt x="114380" y="68947"/>
                  </a:cubicBezTo>
                  <a:cubicBezTo>
                    <a:pt x="115658" y="67670"/>
                    <a:pt x="116297" y="65755"/>
                    <a:pt x="116297" y="63840"/>
                  </a:cubicBezTo>
                  <a:lnTo>
                    <a:pt x="111824" y="5746"/>
                  </a:lnTo>
                  <a:cubicBezTo>
                    <a:pt x="111824" y="2554"/>
                    <a:pt x="108629" y="0"/>
                    <a:pt x="105434" y="0"/>
                  </a:cubicBezTo>
                  <a:lnTo>
                    <a:pt x="11501" y="0"/>
                  </a:lnTo>
                  <a:cubicBezTo>
                    <a:pt x="7668" y="0"/>
                    <a:pt x="5111" y="2554"/>
                    <a:pt x="4473" y="5746"/>
                  </a:cubicBezTo>
                  <a:close/>
                  <a:moveTo>
                    <a:pt x="14696" y="41496"/>
                  </a:moveTo>
                  <a:lnTo>
                    <a:pt x="45368" y="41496"/>
                  </a:lnTo>
                  <a:cubicBezTo>
                    <a:pt x="47925" y="41496"/>
                    <a:pt x="50481" y="39581"/>
                    <a:pt x="51119" y="37027"/>
                  </a:cubicBezTo>
                  <a:lnTo>
                    <a:pt x="51119" y="58094"/>
                  </a:lnTo>
                  <a:lnTo>
                    <a:pt x="12780" y="58094"/>
                  </a:lnTo>
                  <a:lnTo>
                    <a:pt x="14696" y="41496"/>
                  </a:lnTo>
                  <a:close/>
                  <a:moveTo>
                    <a:pt x="64538" y="58094"/>
                  </a:moveTo>
                  <a:lnTo>
                    <a:pt x="64538" y="41496"/>
                  </a:lnTo>
                  <a:lnTo>
                    <a:pt x="101600" y="41496"/>
                  </a:lnTo>
                  <a:lnTo>
                    <a:pt x="102878" y="58094"/>
                  </a:lnTo>
                  <a:lnTo>
                    <a:pt x="64538" y="58094"/>
                  </a:lnTo>
                  <a:close/>
                  <a:moveTo>
                    <a:pt x="100322" y="28728"/>
                  </a:moveTo>
                  <a:lnTo>
                    <a:pt x="64538" y="28728"/>
                  </a:lnTo>
                  <a:lnTo>
                    <a:pt x="64538" y="12130"/>
                  </a:lnTo>
                  <a:lnTo>
                    <a:pt x="99044" y="12130"/>
                  </a:lnTo>
                  <a:lnTo>
                    <a:pt x="100322" y="28728"/>
                  </a:lnTo>
                  <a:close/>
                  <a:moveTo>
                    <a:pt x="51758" y="12768"/>
                  </a:moveTo>
                  <a:lnTo>
                    <a:pt x="51758" y="33197"/>
                  </a:lnTo>
                  <a:cubicBezTo>
                    <a:pt x="51119" y="30643"/>
                    <a:pt x="48563" y="28728"/>
                    <a:pt x="46007" y="28728"/>
                  </a:cubicBezTo>
                  <a:lnTo>
                    <a:pt x="15975" y="28728"/>
                  </a:lnTo>
                  <a:lnTo>
                    <a:pt x="17253" y="12768"/>
                  </a:lnTo>
                  <a:lnTo>
                    <a:pt x="51758" y="12768"/>
                  </a:lnTo>
                  <a:close/>
                </a:path>
              </a:pathLst>
            </a:custGeom>
            <a:solidFill>
              <a:srgbClr val="0097A9"/>
            </a:solidFill>
            <a:ln w="6390" cap="flat">
              <a:noFill/>
              <a:prstDash val="solid"/>
              <a:miter/>
            </a:ln>
          </p:spPr>
          <p:txBody>
            <a:bodyPr rtlCol="0" anchor="ctr"/>
            <a:lstStyle/>
            <a:p>
              <a:endParaRPr lang="en-US"/>
            </a:p>
          </p:txBody>
        </p:sp>
        <p:sp>
          <p:nvSpPr>
            <p:cNvPr id="808" name="Graphic 4">
              <a:extLst>
                <a:ext uri="{FF2B5EF4-FFF2-40B4-BE49-F238E27FC236}">
                  <a16:creationId xmlns:a16="http://schemas.microsoft.com/office/drawing/2014/main" id="{301B440F-30EF-FF45-B4AF-729FB8947F4D}"/>
                </a:ext>
              </a:extLst>
            </p:cNvPr>
            <p:cNvSpPr/>
            <p:nvPr/>
          </p:nvSpPr>
          <p:spPr>
            <a:xfrm>
              <a:off x="7014873" y="3946004"/>
              <a:ext cx="26935" cy="14780"/>
            </a:xfrm>
            <a:custGeom>
              <a:avLst/>
              <a:gdLst>
                <a:gd name="connsiteX0" fmla="*/ 21086 w 26935"/>
                <a:gd name="connsiteY0" fmla="*/ 2013 h 14780"/>
                <a:gd name="connsiteX1" fmla="*/ 7029 w 26935"/>
                <a:gd name="connsiteY1" fmla="*/ 98 h 14780"/>
                <a:gd name="connsiteX2" fmla="*/ 0 w 26935"/>
                <a:gd name="connsiteY2" fmla="*/ 5843 h 14780"/>
                <a:gd name="connsiteX3" fmla="*/ 5750 w 26935"/>
                <a:gd name="connsiteY3" fmla="*/ 12866 h 14780"/>
                <a:gd name="connsiteX4" fmla="*/ 19809 w 26935"/>
                <a:gd name="connsiteY4" fmla="*/ 14781 h 14780"/>
                <a:gd name="connsiteX5" fmla="*/ 20447 w 26935"/>
                <a:gd name="connsiteY5" fmla="*/ 14781 h 14780"/>
                <a:gd name="connsiteX6" fmla="*/ 26837 w 26935"/>
                <a:gd name="connsiteY6" fmla="*/ 9035 h 14780"/>
                <a:gd name="connsiteX7" fmla="*/ 21086 w 26935"/>
                <a:gd name="connsiteY7" fmla="*/ 2013 h 14780"/>
                <a:gd name="connsiteX8" fmla="*/ 21086 w 26935"/>
                <a:gd name="connsiteY8" fmla="*/ 2013 h 14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935" h="14780">
                  <a:moveTo>
                    <a:pt x="21086" y="2013"/>
                  </a:moveTo>
                  <a:lnTo>
                    <a:pt x="7029" y="98"/>
                  </a:lnTo>
                  <a:cubicBezTo>
                    <a:pt x="3195" y="-541"/>
                    <a:pt x="0" y="2013"/>
                    <a:pt x="0" y="5843"/>
                  </a:cubicBezTo>
                  <a:cubicBezTo>
                    <a:pt x="0" y="9674"/>
                    <a:pt x="1917" y="12866"/>
                    <a:pt x="5750" y="12866"/>
                  </a:cubicBezTo>
                  <a:lnTo>
                    <a:pt x="19809" y="14781"/>
                  </a:lnTo>
                  <a:lnTo>
                    <a:pt x="20447" y="14781"/>
                  </a:lnTo>
                  <a:cubicBezTo>
                    <a:pt x="23642" y="14781"/>
                    <a:pt x="26199" y="12227"/>
                    <a:pt x="26837" y="9035"/>
                  </a:cubicBezTo>
                  <a:cubicBezTo>
                    <a:pt x="27476" y="5843"/>
                    <a:pt x="24920" y="2651"/>
                    <a:pt x="21086" y="2013"/>
                  </a:cubicBezTo>
                  <a:cubicBezTo>
                    <a:pt x="21086" y="2013"/>
                    <a:pt x="21086" y="2013"/>
                    <a:pt x="21086" y="2013"/>
                  </a:cubicBezTo>
                  <a:close/>
                </a:path>
              </a:pathLst>
            </a:custGeom>
            <a:solidFill>
              <a:srgbClr val="0097A9"/>
            </a:solidFill>
            <a:ln w="6390" cap="flat">
              <a:noFill/>
              <a:prstDash val="solid"/>
              <a:miter/>
            </a:ln>
          </p:spPr>
          <p:txBody>
            <a:bodyPr rtlCol="0" anchor="ctr"/>
            <a:lstStyle/>
            <a:p>
              <a:endParaRPr lang="en-US"/>
            </a:p>
          </p:txBody>
        </p:sp>
        <p:sp>
          <p:nvSpPr>
            <p:cNvPr id="809" name="Graphic 4">
              <a:extLst>
                <a:ext uri="{FF2B5EF4-FFF2-40B4-BE49-F238E27FC236}">
                  <a16:creationId xmlns:a16="http://schemas.microsoft.com/office/drawing/2014/main" id="{07C21897-AC8D-A944-88B9-00E8D0348F53}"/>
                </a:ext>
              </a:extLst>
            </p:cNvPr>
            <p:cNvSpPr/>
            <p:nvPr/>
          </p:nvSpPr>
          <p:spPr>
            <a:xfrm>
              <a:off x="6917413" y="3931958"/>
              <a:ext cx="27170" cy="14781"/>
            </a:xfrm>
            <a:custGeom>
              <a:avLst/>
              <a:gdLst>
                <a:gd name="connsiteX0" fmla="*/ 5445 w 27170"/>
                <a:gd name="connsiteY0" fmla="*/ 12866 h 14781"/>
                <a:gd name="connsiteX1" fmla="*/ 19502 w 27170"/>
                <a:gd name="connsiteY1" fmla="*/ 14782 h 14781"/>
                <a:gd name="connsiteX2" fmla="*/ 20141 w 27170"/>
                <a:gd name="connsiteY2" fmla="*/ 14782 h 14781"/>
                <a:gd name="connsiteX3" fmla="*/ 27170 w 27170"/>
                <a:gd name="connsiteY3" fmla="*/ 9036 h 14781"/>
                <a:gd name="connsiteX4" fmla="*/ 21419 w 27170"/>
                <a:gd name="connsiteY4" fmla="*/ 2014 h 14781"/>
                <a:gd name="connsiteX5" fmla="*/ 21419 w 27170"/>
                <a:gd name="connsiteY5" fmla="*/ 2014 h 14781"/>
                <a:gd name="connsiteX6" fmla="*/ 7361 w 27170"/>
                <a:gd name="connsiteY6" fmla="*/ 98 h 14781"/>
                <a:gd name="connsiteX7" fmla="*/ 332 w 27170"/>
                <a:gd name="connsiteY7" fmla="*/ 5206 h 14781"/>
                <a:gd name="connsiteX8" fmla="*/ 5445 w 27170"/>
                <a:gd name="connsiteY8" fmla="*/ 12866 h 14781"/>
                <a:gd name="connsiteX9" fmla="*/ 5445 w 27170"/>
                <a:gd name="connsiteY9" fmla="*/ 12866 h 1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170" h="14781">
                  <a:moveTo>
                    <a:pt x="5445" y="12866"/>
                  </a:moveTo>
                  <a:lnTo>
                    <a:pt x="19502" y="14782"/>
                  </a:lnTo>
                  <a:lnTo>
                    <a:pt x="20141" y="14782"/>
                  </a:lnTo>
                  <a:cubicBezTo>
                    <a:pt x="23976" y="14782"/>
                    <a:pt x="26531" y="12228"/>
                    <a:pt x="27170" y="9036"/>
                  </a:cubicBezTo>
                  <a:cubicBezTo>
                    <a:pt x="27170" y="5206"/>
                    <a:pt x="24614" y="2652"/>
                    <a:pt x="21419" y="2014"/>
                  </a:cubicBezTo>
                  <a:lnTo>
                    <a:pt x="21419" y="2014"/>
                  </a:lnTo>
                  <a:lnTo>
                    <a:pt x="7361" y="98"/>
                  </a:lnTo>
                  <a:cubicBezTo>
                    <a:pt x="4166" y="-540"/>
                    <a:pt x="332" y="2014"/>
                    <a:pt x="332" y="5206"/>
                  </a:cubicBezTo>
                  <a:cubicBezTo>
                    <a:pt x="-945" y="9036"/>
                    <a:pt x="1611" y="12228"/>
                    <a:pt x="5445" y="12866"/>
                  </a:cubicBezTo>
                  <a:cubicBezTo>
                    <a:pt x="4806" y="12866"/>
                    <a:pt x="4806" y="12866"/>
                    <a:pt x="5445" y="12866"/>
                  </a:cubicBezTo>
                  <a:close/>
                </a:path>
              </a:pathLst>
            </a:custGeom>
            <a:solidFill>
              <a:srgbClr val="0097A9"/>
            </a:solidFill>
            <a:ln w="6390" cap="flat">
              <a:noFill/>
              <a:prstDash val="solid"/>
              <a:miter/>
            </a:ln>
          </p:spPr>
          <p:txBody>
            <a:bodyPr rtlCol="0" anchor="ctr"/>
            <a:lstStyle/>
            <a:p>
              <a:endParaRPr lang="en-US"/>
            </a:p>
          </p:txBody>
        </p:sp>
        <p:sp>
          <p:nvSpPr>
            <p:cNvPr id="810" name="Graphic 4">
              <a:extLst>
                <a:ext uri="{FF2B5EF4-FFF2-40B4-BE49-F238E27FC236}">
                  <a16:creationId xmlns:a16="http://schemas.microsoft.com/office/drawing/2014/main" id="{9D37F336-0FE3-2146-87D1-6B2C86CE9AE0}"/>
                </a:ext>
              </a:extLst>
            </p:cNvPr>
            <p:cNvSpPr/>
            <p:nvPr/>
          </p:nvSpPr>
          <p:spPr>
            <a:xfrm>
              <a:off x="6998422" y="3973716"/>
              <a:ext cx="20760" cy="24095"/>
            </a:xfrm>
            <a:custGeom>
              <a:avLst/>
              <a:gdLst>
                <a:gd name="connsiteX0" fmla="*/ 11339 w 20760"/>
                <a:gd name="connsiteY0" fmla="*/ 2390 h 24095"/>
                <a:gd name="connsiteX1" fmla="*/ 2393 w 20760"/>
                <a:gd name="connsiteY1" fmla="*/ 1114 h 24095"/>
                <a:gd name="connsiteX2" fmla="*/ 1115 w 20760"/>
                <a:gd name="connsiteY2" fmla="*/ 10051 h 24095"/>
                <a:gd name="connsiteX3" fmla="*/ 1115 w 20760"/>
                <a:gd name="connsiteY3" fmla="*/ 10051 h 24095"/>
                <a:gd name="connsiteX4" fmla="*/ 9421 w 20760"/>
                <a:gd name="connsiteY4" fmla="*/ 21542 h 24095"/>
                <a:gd name="connsiteX5" fmla="*/ 14534 w 20760"/>
                <a:gd name="connsiteY5" fmla="*/ 24096 h 24095"/>
                <a:gd name="connsiteX6" fmla="*/ 18367 w 20760"/>
                <a:gd name="connsiteY6" fmla="*/ 22819 h 24095"/>
                <a:gd name="connsiteX7" fmla="*/ 19646 w 20760"/>
                <a:gd name="connsiteY7" fmla="*/ 13882 h 24095"/>
                <a:gd name="connsiteX8" fmla="*/ 11339 w 20760"/>
                <a:gd name="connsiteY8" fmla="*/ 2390 h 24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760" h="24095">
                  <a:moveTo>
                    <a:pt x="11339" y="2390"/>
                  </a:moveTo>
                  <a:cubicBezTo>
                    <a:pt x="9421" y="-163"/>
                    <a:pt x="4949" y="-802"/>
                    <a:pt x="2393" y="1114"/>
                  </a:cubicBezTo>
                  <a:cubicBezTo>
                    <a:pt x="-164" y="3029"/>
                    <a:pt x="-802" y="7498"/>
                    <a:pt x="1115" y="10051"/>
                  </a:cubicBezTo>
                  <a:cubicBezTo>
                    <a:pt x="1115" y="10051"/>
                    <a:pt x="1115" y="10051"/>
                    <a:pt x="1115" y="10051"/>
                  </a:cubicBezTo>
                  <a:lnTo>
                    <a:pt x="9421" y="21542"/>
                  </a:lnTo>
                  <a:cubicBezTo>
                    <a:pt x="10700" y="23458"/>
                    <a:pt x="12616" y="24096"/>
                    <a:pt x="14534" y="24096"/>
                  </a:cubicBezTo>
                  <a:cubicBezTo>
                    <a:pt x="15811" y="24096"/>
                    <a:pt x="17090" y="23458"/>
                    <a:pt x="18367" y="22819"/>
                  </a:cubicBezTo>
                  <a:cubicBezTo>
                    <a:pt x="20924" y="20904"/>
                    <a:pt x="21562" y="16435"/>
                    <a:pt x="19646" y="13882"/>
                  </a:cubicBezTo>
                  <a:lnTo>
                    <a:pt x="11339" y="2390"/>
                  </a:lnTo>
                  <a:close/>
                </a:path>
              </a:pathLst>
            </a:custGeom>
            <a:solidFill>
              <a:srgbClr val="0097A9"/>
            </a:solidFill>
            <a:ln w="6390" cap="flat">
              <a:noFill/>
              <a:prstDash val="solid"/>
              <a:miter/>
            </a:ln>
          </p:spPr>
          <p:txBody>
            <a:bodyPr rtlCol="0" anchor="ctr"/>
            <a:lstStyle/>
            <a:p>
              <a:endParaRPr lang="en-US"/>
            </a:p>
          </p:txBody>
        </p:sp>
        <p:sp>
          <p:nvSpPr>
            <p:cNvPr id="811" name="Graphic 4">
              <a:extLst>
                <a:ext uri="{FF2B5EF4-FFF2-40B4-BE49-F238E27FC236}">
                  <a16:creationId xmlns:a16="http://schemas.microsoft.com/office/drawing/2014/main" id="{DA082E6D-E51C-6047-836D-8661E5690DCF}"/>
                </a:ext>
              </a:extLst>
            </p:cNvPr>
            <p:cNvSpPr/>
            <p:nvPr/>
          </p:nvSpPr>
          <p:spPr>
            <a:xfrm>
              <a:off x="6938996" y="3894681"/>
              <a:ext cx="20759" cy="23969"/>
            </a:xfrm>
            <a:custGeom>
              <a:avLst/>
              <a:gdLst>
                <a:gd name="connsiteX0" fmla="*/ 9422 w 20759"/>
                <a:gd name="connsiteY0" fmla="*/ 21416 h 23969"/>
                <a:gd name="connsiteX1" fmla="*/ 14533 w 20759"/>
                <a:gd name="connsiteY1" fmla="*/ 23970 h 23969"/>
                <a:gd name="connsiteX2" fmla="*/ 18368 w 20759"/>
                <a:gd name="connsiteY2" fmla="*/ 22693 h 23969"/>
                <a:gd name="connsiteX3" fmla="*/ 19645 w 20759"/>
                <a:gd name="connsiteY3" fmla="*/ 13755 h 23969"/>
                <a:gd name="connsiteX4" fmla="*/ 19645 w 20759"/>
                <a:gd name="connsiteY4" fmla="*/ 13755 h 23969"/>
                <a:gd name="connsiteX5" fmla="*/ 11338 w 20759"/>
                <a:gd name="connsiteY5" fmla="*/ 2264 h 23969"/>
                <a:gd name="connsiteX6" fmla="*/ 2393 w 20759"/>
                <a:gd name="connsiteY6" fmla="*/ 1626 h 23969"/>
                <a:gd name="connsiteX7" fmla="*/ 1114 w 20759"/>
                <a:gd name="connsiteY7" fmla="*/ 9925 h 23969"/>
                <a:gd name="connsiteX8" fmla="*/ 9422 w 20759"/>
                <a:gd name="connsiteY8" fmla="*/ 21416 h 23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759" h="23969">
                  <a:moveTo>
                    <a:pt x="9422" y="21416"/>
                  </a:moveTo>
                  <a:cubicBezTo>
                    <a:pt x="10699" y="23331"/>
                    <a:pt x="12616" y="23970"/>
                    <a:pt x="14533" y="23970"/>
                  </a:cubicBezTo>
                  <a:cubicBezTo>
                    <a:pt x="15811" y="23970"/>
                    <a:pt x="17089" y="23331"/>
                    <a:pt x="18368" y="22693"/>
                  </a:cubicBezTo>
                  <a:cubicBezTo>
                    <a:pt x="20923" y="20778"/>
                    <a:pt x="21563" y="16309"/>
                    <a:pt x="19645" y="13755"/>
                  </a:cubicBezTo>
                  <a:lnTo>
                    <a:pt x="19645" y="13755"/>
                  </a:lnTo>
                  <a:lnTo>
                    <a:pt x="11338" y="2264"/>
                  </a:lnTo>
                  <a:cubicBezTo>
                    <a:pt x="8783" y="-289"/>
                    <a:pt x="4948" y="-928"/>
                    <a:pt x="2393" y="1626"/>
                  </a:cubicBezTo>
                  <a:cubicBezTo>
                    <a:pt x="-163" y="3541"/>
                    <a:pt x="-802" y="7371"/>
                    <a:pt x="1114" y="9925"/>
                  </a:cubicBezTo>
                  <a:lnTo>
                    <a:pt x="9422" y="21416"/>
                  </a:lnTo>
                  <a:close/>
                </a:path>
              </a:pathLst>
            </a:custGeom>
            <a:solidFill>
              <a:srgbClr val="0097A9"/>
            </a:solidFill>
            <a:ln w="6390" cap="flat">
              <a:noFill/>
              <a:prstDash val="solid"/>
              <a:miter/>
            </a:ln>
          </p:spPr>
          <p:txBody>
            <a:bodyPr rtlCol="0" anchor="ctr"/>
            <a:lstStyle/>
            <a:p>
              <a:endParaRPr lang="en-US"/>
            </a:p>
          </p:txBody>
        </p:sp>
        <p:sp>
          <p:nvSpPr>
            <p:cNvPr id="812" name="Graphic 4">
              <a:extLst>
                <a:ext uri="{FF2B5EF4-FFF2-40B4-BE49-F238E27FC236}">
                  <a16:creationId xmlns:a16="http://schemas.microsoft.com/office/drawing/2014/main" id="{BC465510-B3D4-844F-8EB6-9382F5D56042}"/>
                </a:ext>
              </a:extLst>
            </p:cNvPr>
            <p:cNvSpPr/>
            <p:nvPr/>
          </p:nvSpPr>
          <p:spPr>
            <a:xfrm>
              <a:off x="6978990" y="3884078"/>
              <a:ext cx="14255" cy="26911"/>
            </a:xfrm>
            <a:custGeom>
              <a:avLst/>
              <a:gdLst>
                <a:gd name="connsiteX0" fmla="*/ 5211 w 14255"/>
                <a:gd name="connsiteY0" fmla="*/ 26911 h 26911"/>
                <a:gd name="connsiteX1" fmla="*/ 5850 w 14255"/>
                <a:gd name="connsiteY1" fmla="*/ 26911 h 26911"/>
                <a:gd name="connsiteX2" fmla="*/ 12240 w 14255"/>
                <a:gd name="connsiteY2" fmla="*/ 21166 h 26911"/>
                <a:gd name="connsiteX3" fmla="*/ 14157 w 14255"/>
                <a:gd name="connsiteY3" fmla="*/ 7121 h 26911"/>
                <a:gd name="connsiteX4" fmla="*/ 9045 w 14255"/>
                <a:gd name="connsiteY4" fmla="*/ 98 h 26911"/>
                <a:gd name="connsiteX5" fmla="*/ 2016 w 14255"/>
                <a:gd name="connsiteY5" fmla="*/ 5206 h 26911"/>
                <a:gd name="connsiteX6" fmla="*/ 99 w 14255"/>
                <a:gd name="connsiteY6" fmla="*/ 19250 h 26911"/>
                <a:gd name="connsiteX7" fmla="*/ 5211 w 14255"/>
                <a:gd name="connsiteY7" fmla="*/ 26911 h 26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55" h="26911">
                  <a:moveTo>
                    <a:pt x="5211" y="26911"/>
                  </a:moveTo>
                  <a:lnTo>
                    <a:pt x="5850" y="26911"/>
                  </a:lnTo>
                  <a:cubicBezTo>
                    <a:pt x="9045" y="26911"/>
                    <a:pt x="11601" y="24357"/>
                    <a:pt x="12240" y="21166"/>
                  </a:cubicBezTo>
                  <a:lnTo>
                    <a:pt x="14157" y="7121"/>
                  </a:lnTo>
                  <a:cubicBezTo>
                    <a:pt x="14796" y="3929"/>
                    <a:pt x="12240" y="98"/>
                    <a:pt x="9045" y="98"/>
                  </a:cubicBezTo>
                  <a:cubicBezTo>
                    <a:pt x="5850" y="-540"/>
                    <a:pt x="2016" y="2014"/>
                    <a:pt x="2016" y="5206"/>
                  </a:cubicBezTo>
                  <a:lnTo>
                    <a:pt x="99" y="19250"/>
                  </a:lnTo>
                  <a:cubicBezTo>
                    <a:pt x="-540" y="23081"/>
                    <a:pt x="2016" y="26273"/>
                    <a:pt x="5211" y="26911"/>
                  </a:cubicBezTo>
                  <a:close/>
                </a:path>
              </a:pathLst>
            </a:custGeom>
            <a:solidFill>
              <a:srgbClr val="0097A9"/>
            </a:solidFill>
            <a:ln w="6390" cap="flat">
              <a:noFill/>
              <a:prstDash val="solid"/>
              <a:miter/>
            </a:ln>
          </p:spPr>
          <p:txBody>
            <a:bodyPr rtlCol="0" anchor="ctr"/>
            <a:lstStyle/>
            <a:p>
              <a:endParaRPr lang="en-US"/>
            </a:p>
          </p:txBody>
        </p:sp>
        <p:sp>
          <p:nvSpPr>
            <p:cNvPr id="813" name="Graphic 4">
              <a:extLst>
                <a:ext uri="{FF2B5EF4-FFF2-40B4-BE49-F238E27FC236}">
                  <a16:creationId xmlns:a16="http://schemas.microsoft.com/office/drawing/2014/main" id="{1D564B4C-37B1-F648-BB0B-31975D5E8C0D}"/>
                </a:ext>
              </a:extLst>
            </p:cNvPr>
            <p:cNvSpPr/>
            <p:nvPr/>
          </p:nvSpPr>
          <p:spPr>
            <a:xfrm>
              <a:off x="7006090" y="3906046"/>
              <a:ext cx="23954" cy="20903"/>
            </a:xfrm>
            <a:custGeom>
              <a:avLst/>
              <a:gdLst>
                <a:gd name="connsiteX0" fmla="*/ 6865 w 23954"/>
                <a:gd name="connsiteY0" fmla="*/ 20904 h 20903"/>
                <a:gd name="connsiteX1" fmla="*/ 10699 w 23954"/>
                <a:gd name="connsiteY1" fmla="*/ 19627 h 20903"/>
                <a:gd name="connsiteX2" fmla="*/ 21563 w 23954"/>
                <a:gd name="connsiteY2" fmla="*/ 11328 h 20903"/>
                <a:gd name="connsiteX3" fmla="*/ 22840 w 23954"/>
                <a:gd name="connsiteY3" fmla="*/ 2390 h 20903"/>
                <a:gd name="connsiteX4" fmla="*/ 13894 w 23954"/>
                <a:gd name="connsiteY4" fmla="*/ 1114 h 20903"/>
                <a:gd name="connsiteX5" fmla="*/ 2393 w 23954"/>
                <a:gd name="connsiteY5" fmla="*/ 9413 h 20903"/>
                <a:gd name="connsiteX6" fmla="*/ 1114 w 23954"/>
                <a:gd name="connsiteY6" fmla="*/ 18350 h 20903"/>
                <a:gd name="connsiteX7" fmla="*/ 6865 w 23954"/>
                <a:gd name="connsiteY7" fmla="*/ 20904 h 2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954" h="20903">
                  <a:moveTo>
                    <a:pt x="6865" y="20904"/>
                  </a:moveTo>
                  <a:cubicBezTo>
                    <a:pt x="8143" y="20904"/>
                    <a:pt x="9422" y="20266"/>
                    <a:pt x="10699" y="19627"/>
                  </a:cubicBezTo>
                  <a:lnTo>
                    <a:pt x="21563" y="11328"/>
                  </a:lnTo>
                  <a:cubicBezTo>
                    <a:pt x="24118" y="9413"/>
                    <a:pt x="24758" y="4944"/>
                    <a:pt x="22840" y="2390"/>
                  </a:cubicBezTo>
                  <a:cubicBezTo>
                    <a:pt x="20923" y="-163"/>
                    <a:pt x="16450" y="-802"/>
                    <a:pt x="13894" y="1114"/>
                  </a:cubicBezTo>
                  <a:lnTo>
                    <a:pt x="2393" y="9413"/>
                  </a:lnTo>
                  <a:cubicBezTo>
                    <a:pt x="-163" y="11328"/>
                    <a:pt x="-802" y="15797"/>
                    <a:pt x="1114" y="18350"/>
                  </a:cubicBezTo>
                  <a:cubicBezTo>
                    <a:pt x="3032" y="20266"/>
                    <a:pt x="4948" y="20904"/>
                    <a:pt x="6865" y="20904"/>
                  </a:cubicBezTo>
                  <a:close/>
                </a:path>
              </a:pathLst>
            </a:custGeom>
            <a:solidFill>
              <a:srgbClr val="0097A9"/>
            </a:solidFill>
            <a:ln w="6390" cap="flat">
              <a:noFill/>
              <a:prstDash val="solid"/>
              <a:miter/>
            </a:ln>
          </p:spPr>
          <p:txBody>
            <a:bodyPr rtlCol="0" anchor="ctr"/>
            <a:lstStyle/>
            <a:p>
              <a:endParaRPr lang="en-US"/>
            </a:p>
          </p:txBody>
        </p:sp>
        <p:sp>
          <p:nvSpPr>
            <p:cNvPr id="814" name="Graphic 4">
              <a:extLst>
                <a:ext uri="{FF2B5EF4-FFF2-40B4-BE49-F238E27FC236}">
                  <a16:creationId xmlns:a16="http://schemas.microsoft.com/office/drawing/2014/main" id="{FFE5B96B-0FEE-B742-B322-7BC54C4ABC70}"/>
                </a:ext>
              </a:extLst>
            </p:cNvPr>
            <p:cNvSpPr/>
            <p:nvPr/>
          </p:nvSpPr>
          <p:spPr>
            <a:xfrm>
              <a:off x="6947139" y="3912245"/>
              <a:ext cx="64560" cy="61946"/>
            </a:xfrm>
            <a:custGeom>
              <a:avLst/>
              <a:gdLst>
                <a:gd name="connsiteX0" fmla="*/ 64539 w 64560"/>
                <a:gd name="connsiteY0" fmla="*/ 33857 h 61946"/>
                <a:gd name="connsiteX1" fmla="*/ 33867 w 64560"/>
                <a:gd name="connsiteY1" fmla="*/ 22 h 61946"/>
                <a:gd name="connsiteX2" fmla="*/ 0 w 64560"/>
                <a:gd name="connsiteY2" fmla="*/ 30665 h 61946"/>
                <a:gd name="connsiteX3" fmla="*/ 0 w 64560"/>
                <a:gd name="connsiteY3" fmla="*/ 33857 h 61946"/>
                <a:gd name="connsiteX4" fmla="*/ 640 w 64560"/>
                <a:gd name="connsiteY4" fmla="*/ 38964 h 61946"/>
                <a:gd name="connsiteX5" fmla="*/ 8307 w 64560"/>
                <a:gd name="connsiteY5" fmla="*/ 44071 h 61946"/>
                <a:gd name="connsiteX6" fmla="*/ 13419 w 64560"/>
                <a:gd name="connsiteY6" fmla="*/ 36411 h 61946"/>
                <a:gd name="connsiteX7" fmla="*/ 13419 w 64560"/>
                <a:gd name="connsiteY7" fmla="*/ 33219 h 61946"/>
                <a:gd name="connsiteX8" fmla="*/ 33228 w 64560"/>
                <a:gd name="connsiteY8" fmla="*/ 13428 h 61946"/>
                <a:gd name="connsiteX9" fmla="*/ 53037 w 64560"/>
                <a:gd name="connsiteY9" fmla="*/ 33219 h 61946"/>
                <a:gd name="connsiteX10" fmla="*/ 43452 w 64560"/>
                <a:gd name="connsiteY10" fmla="*/ 49817 h 61946"/>
                <a:gd name="connsiteX11" fmla="*/ 41535 w 64560"/>
                <a:gd name="connsiteY11" fmla="*/ 58755 h 61946"/>
                <a:gd name="connsiteX12" fmla="*/ 46647 w 64560"/>
                <a:gd name="connsiteY12" fmla="*/ 61947 h 61946"/>
                <a:gd name="connsiteX13" fmla="*/ 49842 w 64560"/>
                <a:gd name="connsiteY13" fmla="*/ 60670 h 61946"/>
                <a:gd name="connsiteX14" fmla="*/ 64539 w 64560"/>
                <a:gd name="connsiteY14" fmla="*/ 33857 h 61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560" h="61946">
                  <a:moveTo>
                    <a:pt x="64539" y="33857"/>
                  </a:moveTo>
                  <a:cubicBezTo>
                    <a:pt x="65178" y="15982"/>
                    <a:pt x="51759" y="660"/>
                    <a:pt x="33867" y="22"/>
                  </a:cubicBezTo>
                  <a:cubicBezTo>
                    <a:pt x="15975" y="-617"/>
                    <a:pt x="640" y="12790"/>
                    <a:pt x="0" y="30665"/>
                  </a:cubicBezTo>
                  <a:cubicBezTo>
                    <a:pt x="0" y="31303"/>
                    <a:pt x="0" y="32580"/>
                    <a:pt x="0" y="33857"/>
                  </a:cubicBezTo>
                  <a:cubicBezTo>
                    <a:pt x="0" y="35772"/>
                    <a:pt x="0" y="37687"/>
                    <a:pt x="640" y="38964"/>
                  </a:cubicBezTo>
                  <a:cubicBezTo>
                    <a:pt x="1278" y="42156"/>
                    <a:pt x="4473" y="44710"/>
                    <a:pt x="8307" y="44071"/>
                  </a:cubicBezTo>
                  <a:cubicBezTo>
                    <a:pt x="11502" y="43433"/>
                    <a:pt x="14058" y="40241"/>
                    <a:pt x="13419" y="36411"/>
                  </a:cubicBezTo>
                  <a:cubicBezTo>
                    <a:pt x="13419" y="35134"/>
                    <a:pt x="13419" y="34495"/>
                    <a:pt x="13419" y="33219"/>
                  </a:cubicBezTo>
                  <a:cubicBezTo>
                    <a:pt x="13419" y="22366"/>
                    <a:pt x="22365" y="13428"/>
                    <a:pt x="33228" y="13428"/>
                  </a:cubicBezTo>
                  <a:cubicBezTo>
                    <a:pt x="44091" y="13428"/>
                    <a:pt x="53037" y="22366"/>
                    <a:pt x="53037" y="33219"/>
                  </a:cubicBezTo>
                  <a:cubicBezTo>
                    <a:pt x="53037" y="40241"/>
                    <a:pt x="49203" y="46625"/>
                    <a:pt x="43452" y="49817"/>
                  </a:cubicBezTo>
                  <a:cubicBezTo>
                    <a:pt x="40257" y="51732"/>
                    <a:pt x="39618" y="55563"/>
                    <a:pt x="41535" y="58755"/>
                  </a:cubicBezTo>
                  <a:cubicBezTo>
                    <a:pt x="42813" y="60670"/>
                    <a:pt x="44730" y="61947"/>
                    <a:pt x="46647" y="61947"/>
                  </a:cubicBezTo>
                  <a:cubicBezTo>
                    <a:pt x="47925" y="61947"/>
                    <a:pt x="49203" y="61308"/>
                    <a:pt x="49842" y="60670"/>
                  </a:cubicBezTo>
                  <a:cubicBezTo>
                    <a:pt x="58788" y="55563"/>
                    <a:pt x="64539" y="45348"/>
                    <a:pt x="64539" y="33857"/>
                  </a:cubicBezTo>
                  <a:close/>
                </a:path>
              </a:pathLst>
            </a:custGeom>
            <a:solidFill>
              <a:srgbClr val="0097A9"/>
            </a:solidFill>
            <a:ln w="6390" cap="flat">
              <a:noFill/>
              <a:prstDash val="solid"/>
              <a:miter/>
            </a:ln>
          </p:spPr>
          <p:txBody>
            <a:bodyPr rtlCol="0" anchor="ctr"/>
            <a:lstStyle/>
            <a:p>
              <a:endParaRPr lang="en-US"/>
            </a:p>
          </p:txBody>
        </p:sp>
      </p:grpSp>
      <p:grpSp>
        <p:nvGrpSpPr>
          <p:cNvPr id="815" name="Graphic 4">
            <a:extLst>
              <a:ext uri="{FF2B5EF4-FFF2-40B4-BE49-F238E27FC236}">
                <a16:creationId xmlns:a16="http://schemas.microsoft.com/office/drawing/2014/main" id="{3B2B4C1A-337A-CD40-A2A8-E8AE8628D622}"/>
              </a:ext>
            </a:extLst>
          </p:cNvPr>
          <p:cNvGrpSpPr>
            <a:grpSpLocks noChangeAspect="1"/>
          </p:cNvGrpSpPr>
          <p:nvPr/>
        </p:nvGrpSpPr>
        <p:grpSpPr>
          <a:xfrm>
            <a:off x="7283981" y="3267803"/>
            <a:ext cx="361674" cy="361971"/>
            <a:chOff x="7191874" y="3824168"/>
            <a:chExt cx="361674" cy="361971"/>
          </a:xfrm>
          <a:solidFill>
            <a:srgbClr val="0097A9"/>
          </a:solidFill>
        </p:grpSpPr>
        <p:sp>
          <p:nvSpPr>
            <p:cNvPr id="816" name="Graphic 4">
              <a:extLst>
                <a:ext uri="{FF2B5EF4-FFF2-40B4-BE49-F238E27FC236}">
                  <a16:creationId xmlns:a16="http://schemas.microsoft.com/office/drawing/2014/main" id="{7646BECB-0D21-5A4A-B1C9-301EA7D07934}"/>
                </a:ext>
              </a:extLst>
            </p:cNvPr>
            <p:cNvSpPr/>
            <p:nvPr/>
          </p:nvSpPr>
          <p:spPr>
            <a:xfrm>
              <a:off x="7304336" y="4018879"/>
              <a:ext cx="38339" cy="21067"/>
            </a:xfrm>
            <a:custGeom>
              <a:avLst/>
              <a:gdLst>
                <a:gd name="connsiteX0" fmla="*/ 37701 w 38339"/>
                <a:gd name="connsiteY0" fmla="*/ 0 h 21067"/>
                <a:gd name="connsiteX1" fmla="*/ 31950 w 38339"/>
                <a:gd name="connsiteY1" fmla="*/ 4468 h 21067"/>
                <a:gd name="connsiteX2" fmla="*/ 1278 w 38339"/>
                <a:gd name="connsiteY2" fmla="*/ 4468 h 21067"/>
                <a:gd name="connsiteX3" fmla="*/ 0 w 38339"/>
                <a:gd name="connsiteY3" fmla="*/ 21067 h 21067"/>
                <a:gd name="connsiteX4" fmla="*/ 38340 w 38339"/>
                <a:gd name="connsiteY4" fmla="*/ 21067 h 21067"/>
                <a:gd name="connsiteX5" fmla="*/ 37701 w 38339"/>
                <a:gd name="connsiteY5" fmla="*/ 0 h 2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39" h="21067">
                  <a:moveTo>
                    <a:pt x="37701" y="0"/>
                  </a:moveTo>
                  <a:cubicBezTo>
                    <a:pt x="37062" y="2553"/>
                    <a:pt x="34506" y="4468"/>
                    <a:pt x="31950" y="4468"/>
                  </a:cubicBezTo>
                  <a:lnTo>
                    <a:pt x="1278" y="4468"/>
                  </a:lnTo>
                  <a:lnTo>
                    <a:pt x="0" y="21067"/>
                  </a:lnTo>
                  <a:lnTo>
                    <a:pt x="38340" y="21067"/>
                  </a:lnTo>
                  <a:lnTo>
                    <a:pt x="37701" y="0"/>
                  </a:lnTo>
                  <a:close/>
                </a:path>
              </a:pathLst>
            </a:custGeom>
            <a:solidFill>
              <a:srgbClr val="0097A9"/>
            </a:solidFill>
            <a:ln w="6390" cap="flat">
              <a:noFill/>
              <a:prstDash val="solid"/>
              <a:miter/>
            </a:ln>
          </p:spPr>
          <p:txBody>
            <a:bodyPr rtlCol="0" anchor="ctr"/>
            <a:lstStyle/>
            <a:p>
              <a:endParaRPr lang="en-US"/>
            </a:p>
          </p:txBody>
        </p:sp>
        <p:sp>
          <p:nvSpPr>
            <p:cNvPr id="817" name="Graphic 4">
              <a:extLst>
                <a:ext uri="{FF2B5EF4-FFF2-40B4-BE49-F238E27FC236}">
                  <a16:creationId xmlns:a16="http://schemas.microsoft.com/office/drawing/2014/main" id="{C01109F1-746D-EC4E-B19B-355FCF283E3D}"/>
                </a:ext>
              </a:extLst>
            </p:cNvPr>
            <p:cNvSpPr/>
            <p:nvPr/>
          </p:nvSpPr>
          <p:spPr>
            <a:xfrm>
              <a:off x="7354817" y="4023348"/>
              <a:ext cx="38339" cy="16598"/>
            </a:xfrm>
            <a:custGeom>
              <a:avLst/>
              <a:gdLst>
                <a:gd name="connsiteX0" fmla="*/ 0 w 38339"/>
                <a:gd name="connsiteY0" fmla="*/ 0 h 16598"/>
                <a:gd name="connsiteX1" fmla="*/ 0 w 38339"/>
                <a:gd name="connsiteY1" fmla="*/ 16599 h 16598"/>
                <a:gd name="connsiteX2" fmla="*/ 38340 w 38339"/>
                <a:gd name="connsiteY2" fmla="*/ 16599 h 16598"/>
                <a:gd name="connsiteX3" fmla="*/ 37062 w 38339"/>
                <a:gd name="connsiteY3" fmla="*/ 0 h 16598"/>
              </a:gdLst>
              <a:ahLst/>
              <a:cxnLst>
                <a:cxn ang="0">
                  <a:pos x="connsiteX0" y="connsiteY0"/>
                </a:cxn>
                <a:cxn ang="0">
                  <a:pos x="connsiteX1" y="connsiteY1"/>
                </a:cxn>
                <a:cxn ang="0">
                  <a:pos x="connsiteX2" y="connsiteY2"/>
                </a:cxn>
                <a:cxn ang="0">
                  <a:pos x="connsiteX3" y="connsiteY3"/>
                </a:cxn>
              </a:cxnLst>
              <a:rect l="l" t="t" r="r" b="b"/>
              <a:pathLst>
                <a:path w="38339" h="16598">
                  <a:moveTo>
                    <a:pt x="0" y="0"/>
                  </a:moveTo>
                  <a:lnTo>
                    <a:pt x="0" y="16599"/>
                  </a:lnTo>
                  <a:lnTo>
                    <a:pt x="38340" y="16599"/>
                  </a:lnTo>
                  <a:lnTo>
                    <a:pt x="37062" y="0"/>
                  </a:lnTo>
                  <a:close/>
                </a:path>
              </a:pathLst>
            </a:custGeom>
            <a:solidFill>
              <a:srgbClr val="0097A9"/>
            </a:solidFill>
            <a:ln w="6390" cap="flat">
              <a:noFill/>
              <a:prstDash val="solid"/>
              <a:miter/>
            </a:ln>
          </p:spPr>
          <p:txBody>
            <a:bodyPr rtlCol="0" anchor="ctr"/>
            <a:lstStyle/>
            <a:p>
              <a:endParaRPr lang="en-US"/>
            </a:p>
          </p:txBody>
        </p:sp>
        <p:sp>
          <p:nvSpPr>
            <p:cNvPr id="818" name="Graphic 4">
              <a:extLst>
                <a:ext uri="{FF2B5EF4-FFF2-40B4-BE49-F238E27FC236}">
                  <a16:creationId xmlns:a16="http://schemas.microsoft.com/office/drawing/2014/main" id="{F4DAF18A-6F46-0748-9D3F-3BBB160A04EA}"/>
                </a:ext>
              </a:extLst>
            </p:cNvPr>
            <p:cNvSpPr/>
            <p:nvPr/>
          </p:nvSpPr>
          <p:spPr>
            <a:xfrm>
              <a:off x="7306254" y="3993981"/>
              <a:ext cx="35783" cy="21067"/>
            </a:xfrm>
            <a:custGeom>
              <a:avLst/>
              <a:gdLst>
                <a:gd name="connsiteX0" fmla="*/ 30032 w 35783"/>
                <a:gd name="connsiteY0" fmla="*/ 16598 h 21067"/>
                <a:gd name="connsiteX1" fmla="*/ 35783 w 35783"/>
                <a:gd name="connsiteY1" fmla="*/ 21067 h 21067"/>
                <a:gd name="connsiteX2" fmla="*/ 35783 w 35783"/>
                <a:gd name="connsiteY2" fmla="*/ 0 h 21067"/>
                <a:gd name="connsiteX3" fmla="*/ 1278 w 35783"/>
                <a:gd name="connsiteY3" fmla="*/ 0 h 21067"/>
                <a:gd name="connsiteX4" fmla="*/ 0 w 35783"/>
                <a:gd name="connsiteY4" fmla="*/ 15960 h 21067"/>
                <a:gd name="connsiteX5" fmla="*/ 30032 w 35783"/>
                <a:gd name="connsiteY5" fmla="*/ 16598 h 2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783" h="21067">
                  <a:moveTo>
                    <a:pt x="30032" y="16598"/>
                  </a:moveTo>
                  <a:cubicBezTo>
                    <a:pt x="32589" y="16598"/>
                    <a:pt x="35145" y="18514"/>
                    <a:pt x="35783" y="21067"/>
                  </a:cubicBezTo>
                  <a:lnTo>
                    <a:pt x="35783" y="0"/>
                  </a:lnTo>
                  <a:lnTo>
                    <a:pt x="1278" y="0"/>
                  </a:lnTo>
                  <a:lnTo>
                    <a:pt x="0" y="15960"/>
                  </a:lnTo>
                  <a:lnTo>
                    <a:pt x="30032" y="16598"/>
                  </a:lnTo>
                  <a:close/>
                </a:path>
              </a:pathLst>
            </a:custGeom>
            <a:solidFill>
              <a:srgbClr val="0097A9"/>
            </a:solidFill>
            <a:ln w="6390" cap="flat">
              <a:noFill/>
              <a:prstDash val="solid"/>
              <a:miter/>
            </a:ln>
          </p:spPr>
          <p:txBody>
            <a:bodyPr rtlCol="0" anchor="ctr"/>
            <a:lstStyle/>
            <a:p>
              <a:endParaRPr lang="en-US"/>
            </a:p>
          </p:txBody>
        </p:sp>
        <p:sp>
          <p:nvSpPr>
            <p:cNvPr id="819" name="Graphic 4">
              <a:extLst>
                <a:ext uri="{FF2B5EF4-FFF2-40B4-BE49-F238E27FC236}">
                  <a16:creationId xmlns:a16="http://schemas.microsoft.com/office/drawing/2014/main" id="{D37562E9-83F3-E240-86DE-3305ECCBDEF2}"/>
                </a:ext>
              </a:extLst>
            </p:cNvPr>
            <p:cNvSpPr/>
            <p:nvPr/>
          </p:nvSpPr>
          <p:spPr>
            <a:xfrm>
              <a:off x="7354817" y="3993981"/>
              <a:ext cx="35783" cy="16598"/>
            </a:xfrm>
            <a:custGeom>
              <a:avLst/>
              <a:gdLst>
                <a:gd name="connsiteX0" fmla="*/ 0 w 35783"/>
                <a:gd name="connsiteY0" fmla="*/ 16598 h 16598"/>
                <a:gd name="connsiteX1" fmla="*/ 35783 w 35783"/>
                <a:gd name="connsiteY1" fmla="*/ 16598 h 16598"/>
                <a:gd name="connsiteX2" fmla="*/ 34506 w 35783"/>
                <a:gd name="connsiteY2" fmla="*/ 0 h 16598"/>
                <a:gd name="connsiteX3" fmla="*/ 0 w 35783"/>
                <a:gd name="connsiteY3" fmla="*/ 0 h 16598"/>
              </a:gdLst>
              <a:ahLst/>
              <a:cxnLst>
                <a:cxn ang="0">
                  <a:pos x="connsiteX0" y="connsiteY0"/>
                </a:cxn>
                <a:cxn ang="0">
                  <a:pos x="connsiteX1" y="connsiteY1"/>
                </a:cxn>
                <a:cxn ang="0">
                  <a:pos x="connsiteX2" y="connsiteY2"/>
                </a:cxn>
                <a:cxn ang="0">
                  <a:pos x="connsiteX3" y="connsiteY3"/>
                </a:cxn>
              </a:cxnLst>
              <a:rect l="l" t="t" r="r" b="b"/>
              <a:pathLst>
                <a:path w="35783" h="16598">
                  <a:moveTo>
                    <a:pt x="0" y="16598"/>
                  </a:moveTo>
                  <a:lnTo>
                    <a:pt x="35783" y="16598"/>
                  </a:lnTo>
                  <a:lnTo>
                    <a:pt x="34506" y="0"/>
                  </a:lnTo>
                  <a:lnTo>
                    <a:pt x="0" y="0"/>
                  </a:lnTo>
                  <a:close/>
                </a:path>
              </a:pathLst>
            </a:custGeom>
            <a:solidFill>
              <a:srgbClr val="0097A9"/>
            </a:solidFill>
            <a:ln w="6390" cap="flat">
              <a:noFill/>
              <a:prstDash val="solid"/>
              <a:miter/>
            </a:ln>
          </p:spPr>
          <p:txBody>
            <a:bodyPr rtlCol="0" anchor="ctr"/>
            <a:lstStyle/>
            <a:p>
              <a:endParaRPr lang="en-US"/>
            </a:p>
          </p:txBody>
        </p:sp>
        <p:sp>
          <p:nvSpPr>
            <p:cNvPr id="820" name="Graphic 4">
              <a:extLst>
                <a:ext uri="{FF2B5EF4-FFF2-40B4-BE49-F238E27FC236}">
                  <a16:creationId xmlns:a16="http://schemas.microsoft.com/office/drawing/2014/main" id="{F2F37CF2-5AE7-2948-889E-66E8CB95E970}"/>
                </a:ext>
              </a:extLst>
            </p:cNvPr>
            <p:cNvSpPr/>
            <p:nvPr/>
          </p:nvSpPr>
          <p:spPr>
            <a:xfrm>
              <a:off x="7335008" y="4074419"/>
              <a:ext cx="21725" cy="23620"/>
            </a:xfrm>
            <a:custGeom>
              <a:avLst/>
              <a:gdLst>
                <a:gd name="connsiteX0" fmla="*/ 5111 w 21725"/>
                <a:gd name="connsiteY0" fmla="*/ 6384 h 23620"/>
                <a:gd name="connsiteX1" fmla="*/ 5111 w 21725"/>
                <a:gd name="connsiteY1" fmla="*/ 23621 h 23620"/>
                <a:gd name="connsiteX2" fmla="*/ 21726 w 21725"/>
                <a:gd name="connsiteY2" fmla="*/ 23621 h 23620"/>
                <a:gd name="connsiteX3" fmla="*/ 21726 w 21725"/>
                <a:gd name="connsiteY3" fmla="*/ 0 h 23620"/>
                <a:gd name="connsiteX4" fmla="*/ 0 w 21725"/>
                <a:gd name="connsiteY4" fmla="*/ 0 h 23620"/>
                <a:gd name="connsiteX5" fmla="*/ 5111 w 21725"/>
                <a:gd name="connsiteY5" fmla="*/ 6384 h 2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5" h="23620">
                  <a:moveTo>
                    <a:pt x="5111" y="6384"/>
                  </a:moveTo>
                  <a:lnTo>
                    <a:pt x="5111" y="23621"/>
                  </a:lnTo>
                  <a:lnTo>
                    <a:pt x="21726" y="23621"/>
                  </a:lnTo>
                  <a:lnTo>
                    <a:pt x="21726" y="0"/>
                  </a:lnTo>
                  <a:lnTo>
                    <a:pt x="0" y="0"/>
                  </a:lnTo>
                  <a:cubicBezTo>
                    <a:pt x="3195" y="639"/>
                    <a:pt x="5111" y="3192"/>
                    <a:pt x="5111" y="6384"/>
                  </a:cubicBezTo>
                  <a:close/>
                </a:path>
              </a:pathLst>
            </a:custGeom>
            <a:solidFill>
              <a:srgbClr val="0097A9"/>
            </a:solidFill>
            <a:ln w="6390" cap="flat">
              <a:noFill/>
              <a:prstDash val="solid"/>
              <a:miter/>
            </a:ln>
          </p:spPr>
          <p:txBody>
            <a:bodyPr rtlCol="0" anchor="ctr"/>
            <a:lstStyle/>
            <a:p>
              <a:endParaRPr lang="en-US"/>
            </a:p>
          </p:txBody>
        </p:sp>
        <p:sp>
          <p:nvSpPr>
            <p:cNvPr id="821" name="Graphic 4">
              <a:extLst>
                <a:ext uri="{FF2B5EF4-FFF2-40B4-BE49-F238E27FC236}">
                  <a16:creationId xmlns:a16="http://schemas.microsoft.com/office/drawing/2014/main" id="{D7B419DE-BB68-BD41-968F-E73446D8C8F3}"/>
                </a:ext>
              </a:extLst>
            </p:cNvPr>
            <p:cNvSpPr/>
            <p:nvPr/>
          </p:nvSpPr>
          <p:spPr>
            <a:xfrm>
              <a:off x="7191874" y="3824168"/>
              <a:ext cx="361674" cy="361971"/>
            </a:xfrm>
            <a:custGeom>
              <a:avLst/>
              <a:gdLst>
                <a:gd name="connsiteX0" fmla="*/ 180836 w 361674"/>
                <a:gd name="connsiteY0" fmla="*/ 0 h 361971"/>
                <a:gd name="connsiteX1" fmla="*/ 0 w 361674"/>
                <a:gd name="connsiteY1" fmla="*/ 180667 h 361971"/>
                <a:gd name="connsiteX2" fmla="*/ 180836 w 361674"/>
                <a:gd name="connsiteY2" fmla="*/ 361971 h 361971"/>
                <a:gd name="connsiteX3" fmla="*/ 361670 w 361674"/>
                <a:gd name="connsiteY3" fmla="*/ 181305 h 361971"/>
                <a:gd name="connsiteX4" fmla="*/ 361670 w 361674"/>
                <a:gd name="connsiteY4" fmla="*/ 181305 h 361971"/>
                <a:gd name="connsiteX5" fmla="*/ 180836 w 361674"/>
                <a:gd name="connsiteY5" fmla="*/ 0 h 361971"/>
                <a:gd name="connsiteX6" fmla="*/ 255597 w 361674"/>
                <a:gd name="connsiteY6" fmla="*/ 91291 h 361971"/>
                <a:gd name="connsiteX7" fmla="*/ 266460 w 361674"/>
                <a:gd name="connsiteY7" fmla="*/ 82992 h 361971"/>
                <a:gd name="connsiteX8" fmla="*/ 275406 w 361674"/>
                <a:gd name="connsiteY8" fmla="*/ 84268 h 361971"/>
                <a:gd name="connsiteX9" fmla="*/ 275406 w 361674"/>
                <a:gd name="connsiteY9" fmla="*/ 84268 h 361971"/>
                <a:gd name="connsiteX10" fmla="*/ 274128 w 361674"/>
                <a:gd name="connsiteY10" fmla="*/ 93206 h 361971"/>
                <a:gd name="connsiteX11" fmla="*/ 263265 w 361674"/>
                <a:gd name="connsiteY11" fmla="*/ 101505 h 361971"/>
                <a:gd name="connsiteX12" fmla="*/ 259431 w 361674"/>
                <a:gd name="connsiteY12" fmla="*/ 102782 h 361971"/>
                <a:gd name="connsiteX13" fmla="*/ 254320 w 361674"/>
                <a:gd name="connsiteY13" fmla="*/ 100228 h 361971"/>
                <a:gd name="connsiteX14" fmla="*/ 255597 w 361674"/>
                <a:gd name="connsiteY14" fmla="*/ 91291 h 361971"/>
                <a:gd name="connsiteX15" fmla="*/ 255597 w 361674"/>
                <a:gd name="connsiteY15" fmla="*/ 91291 h 361971"/>
                <a:gd name="connsiteX16" fmla="*/ 226843 w 361674"/>
                <a:gd name="connsiteY16" fmla="*/ 65755 h 361971"/>
                <a:gd name="connsiteX17" fmla="*/ 233872 w 361674"/>
                <a:gd name="connsiteY17" fmla="*/ 60648 h 361971"/>
                <a:gd name="connsiteX18" fmla="*/ 239623 w 361674"/>
                <a:gd name="connsiteY18" fmla="*/ 67670 h 361971"/>
                <a:gd name="connsiteX19" fmla="*/ 239623 w 361674"/>
                <a:gd name="connsiteY19" fmla="*/ 67670 h 361971"/>
                <a:gd name="connsiteX20" fmla="*/ 237705 w 361674"/>
                <a:gd name="connsiteY20" fmla="*/ 81715 h 361971"/>
                <a:gd name="connsiteX21" fmla="*/ 231315 w 361674"/>
                <a:gd name="connsiteY21" fmla="*/ 87460 h 361971"/>
                <a:gd name="connsiteX22" fmla="*/ 230677 w 361674"/>
                <a:gd name="connsiteY22" fmla="*/ 87460 h 361971"/>
                <a:gd name="connsiteX23" fmla="*/ 224925 w 361674"/>
                <a:gd name="connsiteY23" fmla="*/ 80438 h 361971"/>
                <a:gd name="connsiteX24" fmla="*/ 226843 w 361674"/>
                <a:gd name="connsiteY24" fmla="*/ 65755 h 361971"/>
                <a:gd name="connsiteX25" fmla="*/ 187864 w 361674"/>
                <a:gd name="connsiteY25" fmla="*/ 72139 h 361971"/>
                <a:gd name="connsiteX26" fmla="*/ 196810 w 361674"/>
                <a:gd name="connsiteY26" fmla="*/ 73416 h 361971"/>
                <a:gd name="connsiteX27" fmla="*/ 205117 w 361674"/>
                <a:gd name="connsiteY27" fmla="*/ 84907 h 361971"/>
                <a:gd name="connsiteX28" fmla="*/ 203839 w 361674"/>
                <a:gd name="connsiteY28" fmla="*/ 93844 h 361971"/>
                <a:gd name="connsiteX29" fmla="*/ 203839 w 361674"/>
                <a:gd name="connsiteY29" fmla="*/ 93844 h 361971"/>
                <a:gd name="connsiteX30" fmla="*/ 200005 w 361674"/>
                <a:gd name="connsiteY30" fmla="*/ 95121 h 361971"/>
                <a:gd name="connsiteX31" fmla="*/ 194893 w 361674"/>
                <a:gd name="connsiteY31" fmla="*/ 92568 h 361971"/>
                <a:gd name="connsiteX32" fmla="*/ 186586 w 361674"/>
                <a:gd name="connsiteY32" fmla="*/ 81715 h 361971"/>
                <a:gd name="connsiteX33" fmla="*/ 187864 w 361674"/>
                <a:gd name="connsiteY33" fmla="*/ 72139 h 361971"/>
                <a:gd name="connsiteX34" fmla="*/ 187864 w 361674"/>
                <a:gd name="connsiteY34" fmla="*/ 72139 h 361971"/>
                <a:gd name="connsiteX35" fmla="*/ 170611 w 361674"/>
                <a:gd name="connsiteY35" fmla="*/ 107889 h 361971"/>
                <a:gd name="connsiteX36" fmla="*/ 184669 w 361674"/>
                <a:gd name="connsiteY36" fmla="*/ 109804 h 361971"/>
                <a:gd name="connsiteX37" fmla="*/ 190420 w 361674"/>
                <a:gd name="connsiteY37" fmla="*/ 116827 h 361971"/>
                <a:gd name="connsiteX38" fmla="*/ 183391 w 361674"/>
                <a:gd name="connsiteY38" fmla="*/ 122572 h 361971"/>
                <a:gd name="connsiteX39" fmla="*/ 182752 w 361674"/>
                <a:gd name="connsiteY39" fmla="*/ 122572 h 361971"/>
                <a:gd name="connsiteX40" fmla="*/ 168695 w 361674"/>
                <a:gd name="connsiteY40" fmla="*/ 120657 h 361971"/>
                <a:gd name="connsiteX41" fmla="*/ 163582 w 361674"/>
                <a:gd name="connsiteY41" fmla="*/ 113635 h 361971"/>
                <a:gd name="connsiteX42" fmla="*/ 170611 w 361674"/>
                <a:gd name="connsiteY42" fmla="*/ 107889 h 361971"/>
                <a:gd name="connsiteX43" fmla="*/ 170611 w 361674"/>
                <a:gd name="connsiteY43" fmla="*/ 107889 h 361971"/>
                <a:gd name="connsiteX44" fmla="*/ 237705 w 361674"/>
                <a:gd name="connsiteY44" fmla="*/ 248337 h 361971"/>
                <a:gd name="connsiteX45" fmla="*/ 233233 w 361674"/>
                <a:gd name="connsiteY45" fmla="*/ 250252 h 361971"/>
                <a:gd name="connsiteX46" fmla="*/ 178279 w 361674"/>
                <a:gd name="connsiteY46" fmla="*/ 250252 h 361971"/>
                <a:gd name="connsiteX47" fmla="*/ 178279 w 361674"/>
                <a:gd name="connsiteY47" fmla="*/ 273873 h 361971"/>
                <a:gd name="connsiteX48" fmla="*/ 194254 w 361674"/>
                <a:gd name="connsiteY48" fmla="*/ 273873 h 361971"/>
                <a:gd name="connsiteX49" fmla="*/ 200644 w 361674"/>
                <a:gd name="connsiteY49" fmla="*/ 280257 h 361971"/>
                <a:gd name="connsiteX50" fmla="*/ 194254 w 361674"/>
                <a:gd name="connsiteY50" fmla="*/ 286641 h 361971"/>
                <a:gd name="connsiteX51" fmla="*/ 120770 w 361674"/>
                <a:gd name="connsiteY51" fmla="*/ 286641 h 361971"/>
                <a:gd name="connsiteX52" fmla="*/ 114380 w 361674"/>
                <a:gd name="connsiteY52" fmla="*/ 280257 h 361971"/>
                <a:gd name="connsiteX53" fmla="*/ 120770 w 361674"/>
                <a:gd name="connsiteY53" fmla="*/ 273873 h 361971"/>
                <a:gd name="connsiteX54" fmla="*/ 136106 w 361674"/>
                <a:gd name="connsiteY54" fmla="*/ 273873 h 361971"/>
                <a:gd name="connsiteX55" fmla="*/ 136106 w 361674"/>
                <a:gd name="connsiteY55" fmla="*/ 256636 h 361971"/>
                <a:gd name="connsiteX56" fmla="*/ 141217 w 361674"/>
                <a:gd name="connsiteY56" fmla="*/ 250252 h 361971"/>
                <a:gd name="connsiteX57" fmla="*/ 81152 w 361674"/>
                <a:gd name="connsiteY57" fmla="*/ 250252 h 361971"/>
                <a:gd name="connsiteX58" fmla="*/ 76679 w 361674"/>
                <a:gd name="connsiteY58" fmla="*/ 248337 h 361971"/>
                <a:gd name="connsiteX59" fmla="*/ 74762 w 361674"/>
                <a:gd name="connsiteY59" fmla="*/ 243230 h 361971"/>
                <a:gd name="connsiteX60" fmla="*/ 83069 w 361674"/>
                <a:gd name="connsiteY60" fmla="*/ 140448 h 361971"/>
                <a:gd name="connsiteX61" fmla="*/ 89459 w 361674"/>
                <a:gd name="connsiteY61" fmla="*/ 134702 h 361971"/>
                <a:gd name="connsiteX62" fmla="*/ 116297 w 361674"/>
                <a:gd name="connsiteY62" fmla="*/ 134702 h 361971"/>
                <a:gd name="connsiteX63" fmla="*/ 122686 w 361674"/>
                <a:gd name="connsiteY63" fmla="*/ 141086 h 361971"/>
                <a:gd name="connsiteX64" fmla="*/ 116297 w 361674"/>
                <a:gd name="connsiteY64" fmla="*/ 147470 h 361971"/>
                <a:gd name="connsiteX65" fmla="*/ 95210 w 361674"/>
                <a:gd name="connsiteY65" fmla="*/ 147470 h 361971"/>
                <a:gd name="connsiteX66" fmla="*/ 87542 w 361674"/>
                <a:gd name="connsiteY66" fmla="*/ 237484 h 361971"/>
                <a:gd name="connsiteX67" fmla="*/ 226204 w 361674"/>
                <a:gd name="connsiteY67" fmla="*/ 237484 h 361971"/>
                <a:gd name="connsiteX68" fmla="*/ 218536 w 361674"/>
                <a:gd name="connsiteY68" fmla="*/ 147470 h 361971"/>
                <a:gd name="connsiteX69" fmla="*/ 133550 w 361674"/>
                <a:gd name="connsiteY69" fmla="*/ 147470 h 361971"/>
                <a:gd name="connsiteX70" fmla="*/ 127160 w 361674"/>
                <a:gd name="connsiteY70" fmla="*/ 141086 h 361971"/>
                <a:gd name="connsiteX71" fmla="*/ 133550 w 361674"/>
                <a:gd name="connsiteY71" fmla="*/ 134702 h 361971"/>
                <a:gd name="connsiteX72" fmla="*/ 224287 w 361674"/>
                <a:gd name="connsiteY72" fmla="*/ 134702 h 361971"/>
                <a:gd name="connsiteX73" fmla="*/ 230677 w 361674"/>
                <a:gd name="connsiteY73" fmla="*/ 140448 h 361971"/>
                <a:gd name="connsiteX74" fmla="*/ 238984 w 361674"/>
                <a:gd name="connsiteY74" fmla="*/ 243230 h 361971"/>
                <a:gd name="connsiteX75" fmla="*/ 237705 w 361674"/>
                <a:gd name="connsiteY75" fmla="*/ 248337 h 361971"/>
                <a:gd name="connsiteX76" fmla="*/ 237705 w 361674"/>
                <a:gd name="connsiteY76" fmla="*/ 248337 h 361971"/>
                <a:gd name="connsiteX77" fmla="*/ 156553 w 361674"/>
                <a:gd name="connsiteY77" fmla="*/ 157046 h 361971"/>
                <a:gd name="connsiteX78" fmla="*/ 203200 w 361674"/>
                <a:gd name="connsiteY78" fmla="*/ 157046 h 361971"/>
                <a:gd name="connsiteX79" fmla="*/ 209590 w 361674"/>
                <a:gd name="connsiteY79" fmla="*/ 162792 h 361971"/>
                <a:gd name="connsiteX80" fmla="*/ 214063 w 361674"/>
                <a:gd name="connsiteY80" fmla="*/ 220886 h 361971"/>
                <a:gd name="connsiteX81" fmla="*/ 212146 w 361674"/>
                <a:gd name="connsiteY81" fmla="*/ 225993 h 361971"/>
                <a:gd name="connsiteX82" fmla="*/ 207673 w 361674"/>
                <a:gd name="connsiteY82" fmla="*/ 227908 h 361971"/>
                <a:gd name="connsiteX83" fmla="*/ 104156 w 361674"/>
                <a:gd name="connsiteY83" fmla="*/ 227908 h 361971"/>
                <a:gd name="connsiteX84" fmla="*/ 97766 w 361674"/>
                <a:gd name="connsiteY84" fmla="*/ 221524 h 361971"/>
                <a:gd name="connsiteX85" fmla="*/ 97766 w 361674"/>
                <a:gd name="connsiteY85" fmla="*/ 220886 h 361971"/>
                <a:gd name="connsiteX86" fmla="*/ 102239 w 361674"/>
                <a:gd name="connsiteY86" fmla="*/ 162792 h 361971"/>
                <a:gd name="connsiteX87" fmla="*/ 108629 w 361674"/>
                <a:gd name="connsiteY87" fmla="*/ 157046 h 361971"/>
                <a:gd name="connsiteX88" fmla="*/ 156553 w 361674"/>
                <a:gd name="connsiteY88" fmla="*/ 157046 h 361971"/>
                <a:gd name="connsiteX89" fmla="*/ 238984 w 361674"/>
                <a:gd name="connsiteY89" fmla="*/ 150662 h 361971"/>
                <a:gd name="connsiteX90" fmla="*/ 232594 w 361674"/>
                <a:gd name="connsiteY90" fmla="*/ 144278 h 361971"/>
                <a:gd name="connsiteX91" fmla="*/ 235789 w 361674"/>
                <a:gd name="connsiteY91" fmla="*/ 139171 h 361971"/>
                <a:gd name="connsiteX92" fmla="*/ 242179 w 361674"/>
                <a:gd name="connsiteY92" fmla="*/ 112358 h 361971"/>
                <a:gd name="connsiteX93" fmla="*/ 215341 w 361674"/>
                <a:gd name="connsiteY93" fmla="*/ 105974 h 361971"/>
                <a:gd name="connsiteX94" fmla="*/ 205756 w 361674"/>
                <a:gd name="connsiteY94" fmla="*/ 122572 h 361971"/>
                <a:gd name="connsiteX95" fmla="*/ 205756 w 361674"/>
                <a:gd name="connsiteY95" fmla="*/ 125764 h 361971"/>
                <a:gd name="connsiteX96" fmla="*/ 200644 w 361674"/>
                <a:gd name="connsiteY96" fmla="*/ 133425 h 361971"/>
                <a:gd name="connsiteX97" fmla="*/ 192976 w 361674"/>
                <a:gd name="connsiteY97" fmla="*/ 128318 h 361971"/>
                <a:gd name="connsiteX98" fmla="*/ 192337 w 361674"/>
                <a:gd name="connsiteY98" fmla="*/ 123211 h 361971"/>
                <a:gd name="connsiteX99" fmla="*/ 224925 w 361674"/>
                <a:gd name="connsiteY99" fmla="*/ 90652 h 361971"/>
                <a:gd name="connsiteX100" fmla="*/ 257515 w 361674"/>
                <a:gd name="connsiteY100" fmla="*/ 123211 h 361971"/>
                <a:gd name="connsiteX101" fmla="*/ 257515 w 361674"/>
                <a:gd name="connsiteY101" fmla="*/ 123211 h 361971"/>
                <a:gd name="connsiteX102" fmla="*/ 242179 w 361674"/>
                <a:gd name="connsiteY102" fmla="*/ 150662 h 361971"/>
                <a:gd name="connsiteX103" fmla="*/ 238984 w 361674"/>
                <a:gd name="connsiteY103" fmla="*/ 150662 h 361971"/>
                <a:gd name="connsiteX104" fmla="*/ 238984 w 361674"/>
                <a:gd name="connsiteY104" fmla="*/ 150662 h 361971"/>
                <a:gd name="connsiteX105" fmla="*/ 263265 w 361674"/>
                <a:gd name="connsiteY105" fmla="*/ 172368 h 361971"/>
                <a:gd name="connsiteX106" fmla="*/ 259431 w 361674"/>
                <a:gd name="connsiteY106" fmla="*/ 173644 h 361971"/>
                <a:gd name="connsiteX107" fmla="*/ 254320 w 361674"/>
                <a:gd name="connsiteY107" fmla="*/ 171091 h 361971"/>
                <a:gd name="connsiteX108" fmla="*/ 246013 w 361674"/>
                <a:gd name="connsiteY108" fmla="*/ 159600 h 361971"/>
                <a:gd name="connsiteX109" fmla="*/ 246651 w 361674"/>
                <a:gd name="connsiteY109" fmla="*/ 150662 h 361971"/>
                <a:gd name="connsiteX110" fmla="*/ 255597 w 361674"/>
                <a:gd name="connsiteY110" fmla="*/ 151300 h 361971"/>
                <a:gd name="connsiteX111" fmla="*/ 256236 w 361674"/>
                <a:gd name="connsiteY111" fmla="*/ 151939 h 361971"/>
                <a:gd name="connsiteX112" fmla="*/ 264544 w 361674"/>
                <a:gd name="connsiteY112" fmla="*/ 162792 h 361971"/>
                <a:gd name="connsiteX113" fmla="*/ 263265 w 361674"/>
                <a:gd name="connsiteY113" fmla="*/ 172368 h 361971"/>
                <a:gd name="connsiteX114" fmla="*/ 263265 w 361674"/>
                <a:gd name="connsiteY114" fmla="*/ 172368 h 361971"/>
                <a:gd name="connsiteX115" fmla="*/ 281157 w 361674"/>
                <a:gd name="connsiteY115" fmla="*/ 136617 h 361971"/>
                <a:gd name="connsiteX116" fmla="*/ 280518 w 361674"/>
                <a:gd name="connsiteY116" fmla="*/ 136617 h 361971"/>
                <a:gd name="connsiteX117" fmla="*/ 266460 w 361674"/>
                <a:gd name="connsiteY117" fmla="*/ 134702 h 361971"/>
                <a:gd name="connsiteX118" fmla="*/ 261349 w 361674"/>
                <a:gd name="connsiteY118" fmla="*/ 127680 h 361971"/>
                <a:gd name="connsiteX119" fmla="*/ 268377 w 361674"/>
                <a:gd name="connsiteY119" fmla="*/ 121934 h 361971"/>
                <a:gd name="connsiteX120" fmla="*/ 268377 w 361674"/>
                <a:gd name="connsiteY120" fmla="*/ 121934 h 361971"/>
                <a:gd name="connsiteX121" fmla="*/ 282435 w 361674"/>
                <a:gd name="connsiteY121" fmla="*/ 123849 h 361971"/>
                <a:gd name="connsiteX122" fmla="*/ 287547 w 361674"/>
                <a:gd name="connsiteY122" fmla="*/ 130872 h 361971"/>
                <a:gd name="connsiteX123" fmla="*/ 281157 w 361674"/>
                <a:gd name="connsiteY123" fmla="*/ 136617 h 361971"/>
                <a:gd name="connsiteX124" fmla="*/ 281157 w 361674"/>
                <a:gd name="connsiteY124" fmla="*/ 13661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361674" h="361971">
                  <a:moveTo>
                    <a:pt x="180836" y="0"/>
                  </a:moveTo>
                  <a:cubicBezTo>
                    <a:pt x="80513" y="0"/>
                    <a:pt x="0" y="81076"/>
                    <a:pt x="0" y="180667"/>
                  </a:cubicBezTo>
                  <a:cubicBezTo>
                    <a:pt x="0" y="280895"/>
                    <a:pt x="81152" y="361971"/>
                    <a:pt x="180836" y="361971"/>
                  </a:cubicBezTo>
                  <a:cubicBezTo>
                    <a:pt x="281157" y="361971"/>
                    <a:pt x="361670" y="280895"/>
                    <a:pt x="361670" y="181305"/>
                  </a:cubicBezTo>
                  <a:lnTo>
                    <a:pt x="361670" y="181305"/>
                  </a:lnTo>
                  <a:cubicBezTo>
                    <a:pt x="362309" y="81076"/>
                    <a:pt x="281157" y="0"/>
                    <a:pt x="180836" y="0"/>
                  </a:cubicBezTo>
                  <a:close/>
                  <a:moveTo>
                    <a:pt x="255597" y="91291"/>
                  </a:moveTo>
                  <a:lnTo>
                    <a:pt x="266460" y="82992"/>
                  </a:lnTo>
                  <a:cubicBezTo>
                    <a:pt x="269016" y="81076"/>
                    <a:pt x="273490" y="81715"/>
                    <a:pt x="275406" y="84268"/>
                  </a:cubicBezTo>
                  <a:lnTo>
                    <a:pt x="275406" y="84268"/>
                  </a:lnTo>
                  <a:cubicBezTo>
                    <a:pt x="277323" y="86822"/>
                    <a:pt x="276685" y="91291"/>
                    <a:pt x="274128" y="93206"/>
                  </a:cubicBezTo>
                  <a:lnTo>
                    <a:pt x="263265" y="101505"/>
                  </a:lnTo>
                  <a:cubicBezTo>
                    <a:pt x="261987" y="102144"/>
                    <a:pt x="260710" y="102782"/>
                    <a:pt x="259431" y="102782"/>
                  </a:cubicBezTo>
                  <a:cubicBezTo>
                    <a:pt x="257515" y="102782"/>
                    <a:pt x="255597" y="101505"/>
                    <a:pt x="254320" y="100228"/>
                  </a:cubicBezTo>
                  <a:cubicBezTo>
                    <a:pt x="251764" y="97675"/>
                    <a:pt x="252403" y="93844"/>
                    <a:pt x="255597" y="91291"/>
                  </a:cubicBezTo>
                  <a:lnTo>
                    <a:pt x="255597" y="91291"/>
                  </a:lnTo>
                  <a:close/>
                  <a:moveTo>
                    <a:pt x="226843" y="65755"/>
                  </a:moveTo>
                  <a:cubicBezTo>
                    <a:pt x="227482" y="62563"/>
                    <a:pt x="230677" y="60009"/>
                    <a:pt x="233872" y="60648"/>
                  </a:cubicBezTo>
                  <a:cubicBezTo>
                    <a:pt x="237067" y="61286"/>
                    <a:pt x="239623" y="64478"/>
                    <a:pt x="239623" y="67670"/>
                  </a:cubicBezTo>
                  <a:cubicBezTo>
                    <a:pt x="239623" y="67670"/>
                    <a:pt x="239623" y="67670"/>
                    <a:pt x="239623" y="67670"/>
                  </a:cubicBezTo>
                  <a:lnTo>
                    <a:pt x="237705" y="81715"/>
                  </a:lnTo>
                  <a:cubicBezTo>
                    <a:pt x="237067" y="84907"/>
                    <a:pt x="234510" y="87460"/>
                    <a:pt x="231315" y="87460"/>
                  </a:cubicBezTo>
                  <a:lnTo>
                    <a:pt x="230677" y="87460"/>
                  </a:lnTo>
                  <a:cubicBezTo>
                    <a:pt x="227482" y="86822"/>
                    <a:pt x="224925" y="83630"/>
                    <a:pt x="224925" y="80438"/>
                  </a:cubicBezTo>
                  <a:lnTo>
                    <a:pt x="226843" y="65755"/>
                  </a:lnTo>
                  <a:close/>
                  <a:moveTo>
                    <a:pt x="187864" y="72139"/>
                  </a:moveTo>
                  <a:cubicBezTo>
                    <a:pt x="190420" y="70224"/>
                    <a:pt x="194893" y="70862"/>
                    <a:pt x="196810" y="73416"/>
                  </a:cubicBezTo>
                  <a:lnTo>
                    <a:pt x="205117" y="84907"/>
                  </a:lnTo>
                  <a:cubicBezTo>
                    <a:pt x="207034" y="87460"/>
                    <a:pt x="206395" y="91929"/>
                    <a:pt x="203839" y="93844"/>
                  </a:cubicBezTo>
                  <a:lnTo>
                    <a:pt x="203839" y="93844"/>
                  </a:lnTo>
                  <a:cubicBezTo>
                    <a:pt x="202561" y="94483"/>
                    <a:pt x="201283" y="95121"/>
                    <a:pt x="200005" y="95121"/>
                  </a:cubicBezTo>
                  <a:cubicBezTo>
                    <a:pt x="198088" y="95121"/>
                    <a:pt x="196171" y="94483"/>
                    <a:pt x="194893" y="92568"/>
                  </a:cubicBezTo>
                  <a:lnTo>
                    <a:pt x="186586" y="81715"/>
                  </a:lnTo>
                  <a:cubicBezTo>
                    <a:pt x="184669" y="77884"/>
                    <a:pt x="184669" y="74054"/>
                    <a:pt x="187864" y="72139"/>
                  </a:cubicBezTo>
                  <a:lnTo>
                    <a:pt x="187864" y="72139"/>
                  </a:lnTo>
                  <a:close/>
                  <a:moveTo>
                    <a:pt x="170611" y="107889"/>
                  </a:moveTo>
                  <a:lnTo>
                    <a:pt x="184669" y="109804"/>
                  </a:lnTo>
                  <a:cubicBezTo>
                    <a:pt x="188503" y="109804"/>
                    <a:pt x="191059" y="112996"/>
                    <a:pt x="190420" y="116827"/>
                  </a:cubicBezTo>
                  <a:cubicBezTo>
                    <a:pt x="190420" y="120657"/>
                    <a:pt x="187225" y="123211"/>
                    <a:pt x="183391" y="122572"/>
                  </a:cubicBezTo>
                  <a:lnTo>
                    <a:pt x="182752" y="122572"/>
                  </a:lnTo>
                  <a:lnTo>
                    <a:pt x="168695" y="120657"/>
                  </a:lnTo>
                  <a:cubicBezTo>
                    <a:pt x="165500" y="120019"/>
                    <a:pt x="162943" y="116827"/>
                    <a:pt x="163582" y="113635"/>
                  </a:cubicBezTo>
                  <a:cubicBezTo>
                    <a:pt x="163582" y="109804"/>
                    <a:pt x="166777" y="107889"/>
                    <a:pt x="170611" y="107889"/>
                  </a:cubicBezTo>
                  <a:lnTo>
                    <a:pt x="170611" y="107889"/>
                  </a:lnTo>
                  <a:close/>
                  <a:moveTo>
                    <a:pt x="237705" y="248337"/>
                  </a:moveTo>
                  <a:cubicBezTo>
                    <a:pt x="236428" y="249614"/>
                    <a:pt x="234510" y="250252"/>
                    <a:pt x="233233" y="250252"/>
                  </a:cubicBezTo>
                  <a:lnTo>
                    <a:pt x="178279" y="250252"/>
                  </a:lnTo>
                  <a:lnTo>
                    <a:pt x="178279" y="273873"/>
                  </a:lnTo>
                  <a:lnTo>
                    <a:pt x="194254" y="273873"/>
                  </a:lnTo>
                  <a:cubicBezTo>
                    <a:pt x="198088" y="273873"/>
                    <a:pt x="200644" y="276426"/>
                    <a:pt x="200644" y="280257"/>
                  </a:cubicBezTo>
                  <a:cubicBezTo>
                    <a:pt x="200644" y="284087"/>
                    <a:pt x="198088" y="286641"/>
                    <a:pt x="194254" y="286641"/>
                  </a:cubicBezTo>
                  <a:lnTo>
                    <a:pt x="120770" y="286641"/>
                  </a:lnTo>
                  <a:cubicBezTo>
                    <a:pt x="116936" y="286641"/>
                    <a:pt x="114380" y="284087"/>
                    <a:pt x="114380" y="280257"/>
                  </a:cubicBezTo>
                  <a:cubicBezTo>
                    <a:pt x="114380" y="276426"/>
                    <a:pt x="116936" y="273873"/>
                    <a:pt x="120770" y="273873"/>
                  </a:cubicBezTo>
                  <a:lnTo>
                    <a:pt x="136106" y="273873"/>
                  </a:lnTo>
                  <a:lnTo>
                    <a:pt x="136106" y="256636"/>
                  </a:lnTo>
                  <a:cubicBezTo>
                    <a:pt x="136106" y="253444"/>
                    <a:pt x="138022" y="250890"/>
                    <a:pt x="141217" y="250252"/>
                  </a:cubicBezTo>
                  <a:lnTo>
                    <a:pt x="81152" y="250252"/>
                  </a:lnTo>
                  <a:cubicBezTo>
                    <a:pt x="79235" y="250252"/>
                    <a:pt x="77957" y="249614"/>
                    <a:pt x="76679" y="248337"/>
                  </a:cubicBezTo>
                  <a:cubicBezTo>
                    <a:pt x="75402" y="247060"/>
                    <a:pt x="74762" y="245145"/>
                    <a:pt x="74762" y="243230"/>
                  </a:cubicBezTo>
                  <a:lnTo>
                    <a:pt x="83069" y="140448"/>
                  </a:lnTo>
                  <a:cubicBezTo>
                    <a:pt x="83069" y="137256"/>
                    <a:pt x="86264" y="134702"/>
                    <a:pt x="89459" y="134702"/>
                  </a:cubicBezTo>
                  <a:lnTo>
                    <a:pt x="116297" y="134702"/>
                  </a:lnTo>
                  <a:cubicBezTo>
                    <a:pt x="120131" y="134702"/>
                    <a:pt x="122686" y="137256"/>
                    <a:pt x="122686" y="141086"/>
                  </a:cubicBezTo>
                  <a:cubicBezTo>
                    <a:pt x="122686" y="144916"/>
                    <a:pt x="120131" y="147470"/>
                    <a:pt x="116297" y="147470"/>
                  </a:cubicBezTo>
                  <a:lnTo>
                    <a:pt x="95210" y="147470"/>
                  </a:lnTo>
                  <a:lnTo>
                    <a:pt x="87542" y="237484"/>
                  </a:lnTo>
                  <a:lnTo>
                    <a:pt x="226204" y="237484"/>
                  </a:lnTo>
                  <a:lnTo>
                    <a:pt x="218536" y="147470"/>
                  </a:lnTo>
                  <a:lnTo>
                    <a:pt x="133550" y="147470"/>
                  </a:lnTo>
                  <a:cubicBezTo>
                    <a:pt x="129716" y="147470"/>
                    <a:pt x="127160" y="144916"/>
                    <a:pt x="127160" y="141086"/>
                  </a:cubicBezTo>
                  <a:cubicBezTo>
                    <a:pt x="127160" y="137256"/>
                    <a:pt x="129716" y="134702"/>
                    <a:pt x="133550" y="134702"/>
                  </a:cubicBezTo>
                  <a:lnTo>
                    <a:pt x="224287" y="134702"/>
                  </a:lnTo>
                  <a:cubicBezTo>
                    <a:pt x="227482" y="134702"/>
                    <a:pt x="230677" y="137256"/>
                    <a:pt x="230677" y="140448"/>
                  </a:cubicBezTo>
                  <a:lnTo>
                    <a:pt x="238984" y="243230"/>
                  </a:lnTo>
                  <a:cubicBezTo>
                    <a:pt x="239623" y="245145"/>
                    <a:pt x="238984" y="247060"/>
                    <a:pt x="237705" y="248337"/>
                  </a:cubicBezTo>
                  <a:lnTo>
                    <a:pt x="237705" y="248337"/>
                  </a:lnTo>
                  <a:close/>
                  <a:moveTo>
                    <a:pt x="156553" y="157046"/>
                  </a:moveTo>
                  <a:lnTo>
                    <a:pt x="203200" y="157046"/>
                  </a:lnTo>
                  <a:cubicBezTo>
                    <a:pt x="206395" y="157046"/>
                    <a:pt x="209590" y="159600"/>
                    <a:pt x="209590" y="162792"/>
                  </a:cubicBezTo>
                  <a:lnTo>
                    <a:pt x="214063" y="220886"/>
                  </a:lnTo>
                  <a:cubicBezTo>
                    <a:pt x="214063" y="222801"/>
                    <a:pt x="213424" y="224078"/>
                    <a:pt x="212146" y="225993"/>
                  </a:cubicBezTo>
                  <a:cubicBezTo>
                    <a:pt x="210868" y="227270"/>
                    <a:pt x="208951" y="227908"/>
                    <a:pt x="207673" y="227908"/>
                  </a:cubicBezTo>
                  <a:lnTo>
                    <a:pt x="104156" y="227908"/>
                  </a:lnTo>
                  <a:cubicBezTo>
                    <a:pt x="100322" y="227908"/>
                    <a:pt x="97766" y="225355"/>
                    <a:pt x="97766" y="221524"/>
                  </a:cubicBezTo>
                  <a:cubicBezTo>
                    <a:pt x="97766" y="221524"/>
                    <a:pt x="97766" y="220886"/>
                    <a:pt x="97766" y="220886"/>
                  </a:cubicBezTo>
                  <a:lnTo>
                    <a:pt x="102239" y="162792"/>
                  </a:lnTo>
                  <a:cubicBezTo>
                    <a:pt x="102239" y="159600"/>
                    <a:pt x="105434" y="157046"/>
                    <a:pt x="108629" y="157046"/>
                  </a:cubicBezTo>
                  <a:lnTo>
                    <a:pt x="156553" y="157046"/>
                  </a:lnTo>
                  <a:close/>
                  <a:moveTo>
                    <a:pt x="238984" y="150662"/>
                  </a:moveTo>
                  <a:cubicBezTo>
                    <a:pt x="235150" y="150662"/>
                    <a:pt x="232594" y="147470"/>
                    <a:pt x="232594" y="144278"/>
                  </a:cubicBezTo>
                  <a:cubicBezTo>
                    <a:pt x="232594" y="142363"/>
                    <a:pt x="233872" y="140448"/>
                    <a:pt x="235789" y="139171"/>
                  </a:cubicBezTo>
                  <a:cubicBezTo>
                    <a:pt x="244735" y="133425"/>
                    <a:pt x="247930" y="121296"/>
                    <a:pt x="242179" y="112358"/>
                  </a:cubicBezTo>
                  <a:cubicBezTo>
                    <a:pt x="236428" y="103420"/>
                    <a:pt x="224287" y="100228"/>
                    <a:pt x="215341" y="105974"/>
                  </a:cubicBezTo>
                  <a:cubicBezTo>
                    <a:pt x="209590" y="109804"/>
                    <a:pt x="206395" y="115550"/>
                    <a:pt x="205756" y="122572"/>
                  </a:cubicBezTo>
                  <a:cubicBezTo>
                    <a:pt x="205756" y="123849"/>
                    <a:pt x="205756" y="124488"/>
                    <a:pt x="205756" y="125764"/>
                  </a:cubicBezTo>
                  <a:cubicBezTo>
                    <a:pt x="206395" y="129595"/>
                    <a:pt x="203839" y="132787"/>
                    <a:pt x="200644" y="133425"/>
                  </a:cubicBezTo>
                  <a:cubicBezTo>
                    <a:pt x="196810" y="134064"/>
                    <a:pt x="193615" y="131510"/>
                    <a:pt x="192976" y="128318"/>
                  </a:cubicBezTo>
                  <a:cubicBezTo>
                    <a:pt x="192337" y="126403"/>
                    <a:pt x="192337" y="124488"/>
                    <a:pt x="192337" y="123211"/>
                  </a:cubicBezTo>
                  <a:cubicBezTo>
                    <a:pt x="192337" y="105336"/>
                    <a:pt x="207034" y="90652"/>
                    <a:pt x="224925" y="90652"/>
                  </a:cubicBezTo>
                  <a:cubicBezTo>
                    <a:pt x="242818" y="90652"/>
                    <a:pt x="257515" y="105336"/>
                    <a:pt x="257515" y="123211"/>
                  </a:cubicBezTo>
                  <a:lnTo>
                    <a:pt x="257515" y="123211"/>
                  </a:lnTo>
                  <a:cubicBezTo>
                    <a:pt x="257515" y="134702"/>
                    <a:pt x="251764" y="144916"/>
                    <a:pt x="242179" y="150662"/>
                  </a:cubicBezTo>
                  <a:cubicBezTo>
                    <a:pt x="240900" y="150024"/>
                    <a:pt x="240261" y="150662"/>
                    <a:pt x="238984" y="150662"/>
                  </a:cubicBezTo>
                  <a:lnTo>
                    <a:pt x="238984" y="150662"/>
                  </a:lnTo>
                  <a:close/>
                  <a:moveTo>
                    <a:pt x="263265" y="172368"/>
                  </a:moveTo>
                  <a:cubicBezTo>
                    <a:pt x="261987" y="173006"/>
                    <a:pt x="260710" y="173644"/>
                    <a:pt x="259431" y="173644"/>
                  </a:cubicBezTo>
                  <a:cubicBezTo>
                    <a:pt x="257515" y="173644"/>
                    <a:pt x="255597" y="173006"/>
                    <a:pt x="254320" y="171091"/>
                  </a:cubicBezTo>
                  <a:lnTo>
                    <a:pt x="246013" y="159600"/>
                  </a:lnTo>
                  <a:cubicBezTo>
                    <a:pt x="243456" y="157046"/>
                    <a:pt x="244095" y="153216"/>
                    <a:pt x="246651" y="150662"/>
                  </a:cubicBezTo>
                  <a:cubicBezTo>
                    <a:pt x="249208" y="148108"/>
                    <a:pt x="253041" y="148747"/>
                    <a:pt x="255597" y="151300"/>
                  </a:cubicBezTo>
                  <a:cubicBezTo>
                    <a:pt x="255597" y="151300"/>
                    <a:pt x="256236" y="151939"/>
                    <a:pt x="256236" y="151939"/>
                  </a:cubicBezTo>
                  <a:lnTo>
                    <a:pt x="264544" y="162792"/>
                  </a:lnTo>
                  <a:cubicBezTo>
                    <a:pt x="266460" y="165984"/>
                    <a:pt x="265821" y="169814"/>
                    <a:pt x="263265" y="172368"/>
                  </a:cubicBezTo>
                  <a:lnTo>
                    <a:pt x="263265" y="172368"/>
                  </a:lnTo>
                  <a:close/>
                  <a:moveTo>
                    <a:pt x="281157" y="136617"/>
                  </a:moveTo>
                  <a:lnTo>
                    <a:pt x="280518" y="136617"/>
                  </a:lnTo>
                  <a:lnTo>
                    <a:pt x="266460" y="134702"/>
                  </a:lnTo>
                  <a:cubicBezTo>
                    <a:pt x="263265" y="134064"/>
                    <a:pt x="260710" y="130872"/>
                    <a:pt x="261349" y="127680"/>
                  </a:cubicBezTo>
                  <a:cubicBezTo>
                    <a:pt x="261987" y="124488"/>
                    <a:pt x="265182" y="121934"/>
                    <a:pt x="268377" y="121934"/>
                  </a:cubicBezTo>
                  <a:cubicBezTo>
                    <a:pt x="268377" y="121934"/>
                    <a:pt x="268377" y="121934"/>
                    <a:pt x="268377" y="121934"/>
                  </a:cubicBezTo>
                  <a:lnTo>
                    <a:pt x="282435" y="123849"/>
                  </a:lnTo>
                  <a:cubicBezTo>
                    <a:pt x="285630" y="124488"/>
                    <a:pt x="288186" y="127680"/>
                    <a:pt x="287547" y="130872"/>
                  </a:cubicBezTo>
                  <a:cubicBezTo>
                    <a:pt x="286908" y="134064"/>
                    <a:pt x="284352" y="135979"/>
                    <a:pt x="281157" y="136617"/>
                  </a:cubicBezTo>
                  <a:lnTo>
                    <a:pt x="281157" y="136617"/>
                  </a:lnTo>
                  <a:close/>
                </a:path>
              </a:pathLst>
            </a:custGeom>
            <a:solidFill>
              <a:srgbClr val="0097A9"/>
            </a:solidFill>
            <a:ln w="6390" cap="flat">
              <a:noFill/>
              <a:prstDash val="solid"/>
              <a:miter/>
            </a:ln>
          </p:spPr>
          <p:txBody>
            <a:bodyPr rtlCol="0" anchor="ctr"/>
            <a:lstStyle/>
            <a:p>
              <a:endParaRPr lang="en-US"/>
            </a:p>
          </p:txBody>
        </p:sp>
      </p:grpSp>
      <p:grpSp>
        <p:nvGrpSpPr>
          <p:cNvPr id="827" name="Graphic 4">
            <a:extLst>
              <a:ext uri="{FF2B5EF4-FFF2-40B4-BE49-F238E27FC236}">
                <a16:creationId xmlns:a16="http://schemas.microsoft.com/office/drawing/2014/main" id="{2683B9CF-24AE-0441-B5C1-4846F57741A0}"/>
              </a:ext>
            </a:extLst>
          </p:cNvPr>
          <p:cNvGrpSpPr>
            <a:grpSpLocks noChangeAspect="1"/>
          </p:cNvGrpSpPr>
          <p:nvPr/>
        </p:nvGrpSpPr>
        <p:grpSpPr>
          <a:xfrm>
            <a:off x="3608397" y="2855717"/>
            <a:ext cx="361670" cy="361333"/>
            <a:chOff x="3608397" y="2855717"/>
            <a:chExt cx="361670" cy="361333"/>
          </a:xfrm>
          <a:solidFill>
            <a:srgbClr val="007680"/>
          </a:solidFill>
        </p:grpSpPr>
        <p:sp>
          <p:nvSpPr>
            <p:cNvPr id="828" name="Graphic 4">
              <a:extLst>
                <a:ext uri="{FF2B5EF4-FFF2-40B4-BE49-F238E27FC236}">
                  <a16:creationId xmlns:a16="http://schemas.microsoft.com/office/drawing/2014/main" id="{68519591-DE39-1540-A410-8ABFE0F72E34}"/>
                </a:ext>
              </a:extLst>
            </p:cNvPr>
            <p:cNvSpPr/>
            <p:nvPr/>
          </p:nvSpPr>
          <p:spPr>
            <a:xfrm>
              <a:off x="3608397"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234"/>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829" name="Graphic 4">
              <a:extLst>
                <a:ext uri="{FF2B5EF4-FFF2-40B4-BE49-F238E27FC236}">
                  <a16:creationId xmlns:a16="http://schemas.microsoft.com/office/drawing/2014/main" id="{3737A961-28D4-3F4A-8384-255D7D9BD76B}"/>
                </a:ext>
              </a:extLst>
            </p:cNvPr>
            <p:cNvSpPr/>
            <p:nvPr/>
          </p:nvSpPr>
          <p:spPr>
            <a:xfrm>
              <a:off x="3695939" y="2936794"/>
              <a:ext cx="186986" cy="69585"/>
            </a:xfrm>
            <a:custGeom>
              <a:avLst/>
              <a:gdLst>
                <a:gd name="connsiteX0" fmla="*/ 5112 w 186986"/>
                <a:gd name="connsiteY0" fmla="*/ 68947 h 69585"/>
                <a:gd name="connsiteX1" fmla="*/ 7029 w 186986"/>
                <a:gd name="connsiteY1" fmla="*/ 69585 h 69585"/>
                <a:gd name="connsiteX2" fmla="*/ 12780 w 186986"/>
                <a:gd name="connsiteY2" fmla="*/ 65117 h 69585"/>
                <a:gd name="connsiteX3" fmla="*/ 31950 w 186986"/>
                <a:gd name="connsiteY3" fmla="*/ 49795 h 69585"/>
                <a:gd name="connsiteX4" fmla="*/ 37700 w 186986"/>
                <a:gd name="connsiteY4" fmla="*/ 45326 h 69585"/>
                <a:gd name="connsiteX5" fmla="*/ 60065 w 186986"/>
                <a:gd name="connsiteY5" fmla="*/ 28728 h 69585"/>
                <a:gd name="connsiteX6" fmla="*/ 60065 w 186986"/>
                <a:gd name="connsiteY6" fmla="*/ 28728 h 69585"/>
                <a:gd name="connsiteX7" fmla="*/ 65816 w 186986"/>
                <a:gd name="connsiteY7" fmla="*/ 25536 h 69585"/>
                <a:gd name="connsiteX8" fmla="*/ 93293 w 186986"/>
                <a:gd name="connsiteY8" fmla="*/ 13406 h 69585"/>
                <a:gd name="connsiteX9" fmla="*/ 118853 w 186986"/>
                <a:gd name="connsiteY9" fmla="*/ 25536 h 69585"/>
                <a:gd name="connsiteX10" fmla="*/ 123965 w 186986"/>
                <a:gd name="connsiteY10" fmla="*/ 28728 h 69585"/>
                <a:gd name="connsiteX11" fmla="*/ 146969 w 186986"/>
                <a:gd name="connsiteY11" fmla="*/ 45326 h 69585"/>
                <a:gd name="connsiteX12" fmla="*/ 152719 w 186986"/>
                <a:gd name="connsiteY12" fmla="*/ 49795 h 69585"/>
                <a:gd name="connsiteX13" fmla="*/ 174445 w 186986"/>
                <a:gd name="connsiteY13" fmla="*/ 65117 h 69585"/>
                <a:gd name="connsiteX14" fmla="*/ 182752 w 186986"/>
                <a:gd name="connsiteY14" fmla="*/ 68947 h 69585"/>
                <a:gd name="connsiteX15" fmla="*/ 186586 w 186986"/>
                <a:gd name="connsiteY15" fmla="*/ 60648 h 69585"/>
                <a:gd name="connsiteX16" fmla="*/ 157192 w 186986"/>
                <a:gd name="connsiteY16" fmla="*/ 37027 h 69585"/>
                <a:gd name="connsiteX17" fmla="*/ 127160 w 186986"/>
                <a:gd name="connsiteY17" fmla="*/ 15322 h 69585"/>
                <a:gd name="connsiteX18" fmla="*/ 92654 w 186986"/>
                <a:gd name="connsiteY18" fmla="*/ 0 h 69585"/>
                <a:gd name="connsiteX19" fmla="*/ 56231 w 186986"/>
                <a:gd name="connsiteY19" fmla="*/ 15322 h 69585"/>
                <a:gd name="connsiteX20" fmla="*/ 26199 w 186986"/>
                <a:gd name="connsiteY20" fmla="*/ 37027 h 69585"/>
                <a:gd name="connsiteX21" fmla="*/ 0 w 186986"/>
                <a:gd name="connsiteY21" fmla="*/ 60648 h 69585"/>
                <a:gd name="connsiteX22" fmla="*/ 5112 w 186986"/>
                <a:gd name="connsiteY22" fmla="*/ 68947 h 69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6986" h="69585">
                  <a:moveTo>
                    <a:pt x="5112" y="68947"/>
                  </a:moveTo>
                  <a:cubicBezTo>
                    <a:pt x="5751" y="68947"/>
                    <a:pt x="6390" y="69585"/>
                    <a:pt x="7029" y="69585"/>
                  </a:cubicBezTo>
                  <a:cubicBezTo>
                    <a:pt x="9585" y="69585"/>
                    <a:pt x="12141" y="67670"/>
                    <a:pt x="12780" y="65117"/>
                  </a:cubicBezTo>
                  <a:cubicBezTo>
                    <a:pt x="15336" y="58094"/>
                    <a:pt x="20447" y="49795"/>
                    <a:pt x="31950" y="49795"/>
                  </a:cubicBezTo>
                  <a:cubicBezTo>
                    <a:pt x="34505" y="49795"/>
                    <a:pt x="37062" y="47880"/>
                    <a:pt x="37700" y="45326"/>
                  </a:cubicBezTo>
                  <a:cubicBezTo>
                    <a:pt x="40257" y="35750"/>
                    <a:pt x="49841" y="28728"/>
                    <a:pt x="60065" y="28728"/>
                  </a:cubicBezTo>
                  <a:cubicBezTo>
                    <a:pt x="60065" y="28728"/>
                    <a:pt x="60065" y="28728"/>
                    <a:pt x="60065" y="28728"/>
                  </a:cubicBezTo>
                  <a:cubicBezTo>
                    <a:pt x="62621" y="28728"/>
                    <a:pt x="64538" y="27451"/>
                    <a:pt x="65816" y="25536"/>
                  </a:cubicBezTo>
                  <a:cubicBezTo>
                    <a:pt x="70289" y="18514"/>
                    <a:pt x="81791" y="13406"/>
                    <a:pt x="93293" y="13406"/>
                  </a:cubicBezTo>
                  <a:cubicBezTo>
                    <a:pt x="104795" y="13406"/>
                    <a:pt x="114380" y="17875"/>
                    <a:pt x="118853" y="25536"/>
                  </a:cubicBezTo>
                  <a:cubicBezTo>
                    <a:pt x="120131" y="27451"/>
                    <a:pt x="122048" y="28728"/>
                    <a:pt x="123965" y="28728"/>
                  </a:cubicBezTo>
                  <a:cubicBezTo>
                    <a:pt x="134828" y="28728"/>
                    <a:pt x="143774" y="35112"/>
                    <a:pt x="146969" y="45326"/>
                  </a:cubicBezTo>
                  <a:cubicBezTo>
                    <a:pt x="147607" y="47880"/>
                    <a:pt x="150164" y="49795"/>
                    <a:pt x="152719" y="49795"/>
                  </a:cubicBezTo>
                  <a:cubicBezTo>
                    <a:pt x="162304" y="49795"/>
                    <a:pt x="171250" y="56179"/>
                    <a:pt x="174445" y="65117"/>
                  </a:cubicBezTo>
                  <a:cubicBezTo>
                    <a:pt x="175723" y="68309"/>
                    <a:pt x="179557" y="70224"/>
                    <a:pt x="182752" y="68947"/>
                  </a:cubicBezTo>
                  <a:cubicBezTo>
                    <a:pt x="185947" y="67670"/>
                    <a:pt x="187864" y="63840"/>
                    <a:pt x="186586" y="60648"/>
                  </a:cubicBezTo>
                  <a:cubicBezTo>
                    <a:pt x="182113" y="47880"/>
                    <a:pt x="170611" y="38942"/>
                    <a:pt x="157192" y="37027"/>
                  </a:cubicBezTo>
                  <a:cubicBezTo>
                    <a:pt x="152080" y="24897"/>
                    <a:pt x="140579" y="16598"/>
                    <a:pt x="127160" y="15322"/>
                  </a:cubicBezTo>
                  <a:cubicBezTo>
                    <a:pt x="119492" y="5746"/>
                    <a:pt x="107351" y="0"/>
                    <a:pt x="92654" y="0"/>
                  </a:cubicBezTo>
                  <a:cubicBezTo>
                    <a:pt x="77957" y="0"/>
                    <a:pt x="63899" y="5746"/>
                    <a:pt x="56231" y="15322"/>
                  </a:cubicBezTo>
                  <a:cubicBezTo>
                    <a:pt x="42812" y="16598"/>
                    <a:pt x="31310" y="24897"/>
                    <a:pt x="26199" y="37027"/>
                  </a:cubicBezTo>
                  <a:cubicBezTo>
                    <a:pt x="14058" y="38942"/>
                    <a:pt x="4473" y="47241"/>
                    <a:pt x="0" y="60648"/>
                  </a:cubicBezTo>
                  <a:cubicBezTo>
                    <a:pt x="0" y="64478"/>
                    <a:pt x="1917" y="68309"/>
                    <a:pt x="5112" y="68947"/>
                  </a:cubicBezTo>
                  <a:close/>
                </a:path>
              </a:pathLst>
            </a:custGeom>
            <a:solidFill>
              <a:srgbClr val="007680"/>
            </a:solidFill>
            <a:ln w="6390" cap="flat">
              <a:noFill/>
              <a:prstDash val="solid"/>
              <a:miter/>
            </a:ln>
          </p:spPr>
          <p:txBody>
            <a:bodyPr rtlCol="0" anchor="ctr"/>
            <a:lstStyle/>
            <a:p>
              <a:endParaRPr lang="en-US"/>
            </a:p>
          </p:txBody>
        </p:sp>
        <p:sp>
          <p:nvSpPr>
            <p:cNvPr id="830" name="Graphic 4">
              <a:extLst>
                <a:ext uri="{FF2B5EF4-FFF2-40B4-BE49-F238E27FC236}">
                  <a16:creationId xmlns:a16="http://schemas.microsoft.com/office/drawing/2014/main" id="{A221B017-C1D3-7C43-B1AD-9CA335F8706C}"/>
                </a:ext>
              </a:extLst>
            </p:cNvPr>
            <p:cNvSpPr/>
            <p:nvPr/>
          </p:nvSpPr>
          <p:spPr>
            <a:xfrm>
              <a:off x="3685076" y="3010848"/>
              <a:ext cx="206845" cy="79922"/>
            </a:xfrm>
            <a:custGeom>
              <a:avLst/>
              <a:gdLst>
                <a:gd name="connsiteX0" fmla="*/ 198088 w 206845"/>
                <a:gd name="connsiteY0" fmla="*/ 0 h 79922"/>
                <a:gd name="connsiteX1" fmla="*/ 9585 w 206845"/>
                <a:gd name="connsiteY1" fmla="*/ 0 h 79922"/>
                <a:gd name="connsiteX2" fmla="*/ 0 w 206845"/>
                <a:gd name="connsiteY2" fmla="*/ 9576 h 79922"/>
                <a:gd name="connsiteX3" fmla="*/ 0 w 206845"/>
                <a:gd name="connsiteY3" fmla="*/ 27451 h 79922"/>
                <a:gd name="connsiteX4" fmla="*/ 9585 w 206845"/>
                <a:gd name="connsiteY4" fmla="*/ 37027 h 79922"/>
                <a:gd name="connsiteX5" fmla="*/ 13419 w 206845"/>
                <a:gd name="connsiteY5" fmla="*/ 37027 h 79922"/>
                <a:gd name="connsiteX6" fmla="*/ 23004 w 206845"/>
                <a:gd name="connsiteY6" fmla="*/ 74693 h 79922"/>
                <a:gd name="connsiteX7" fmla="*/ 29394 w 206845"/>
                <a:gd name="connsiteY7" fmla="*/ 79800 h 79922"/>
                <a:gd name="connsiteX8" fmla="*/ 31310 w 206845"/>
                <a:gd name="connsiteY8" fmla="*/ 79800 h 79922"/>
                <a:gd name="connsiteX9" fmla="*/ 35783 w 206845"/>
                <a:gd name="connsiteY9" fmla="*/ 72139 h 79922"/>
                <a:gd name="connsiteX10" fmla="*/ 24921 w 206845"/>
                <a:gd name="connsiteY10" fmla="*/ 30005 h 79922"/>
                <a:gd name="connsiteX11" fmla="*/ 18531 w 206845"/>
                <a:gd name="connsiteY11" fmla="*/ 24897 h 79922"/>
                <a:gd name="connsiteX12" fmla="*/ 12141 w 206845"/>
                <a:gd name="connsiteY12" fmla="*/ 24897 h 79922"/>
                <a:gd name="connsiteX13" fmla="*/ 12141 w 206845"/>
                <a:gd name="connsiteY13" fmla="*/ 12768 h 79922"/>
                <a:gd name="connsiteX14" fmla="*/ 194893 w 206845"/>
                <a:gd name="connsiteY14" fmla="*/ 12768 h 79922"/>
                <a:gd name="connsiteX15" fmla="*/ 194893 w 206845"/>
                <a:gd name="connsiteY15" fmla="*/ 24897 h 79922"/>
                <a:gd name="connsiteX16" fmla="*/ 187864 w 206845"/>
                <a:gd name="connsiteY16" fmla="*/ 24897 h 79922"/>
                <a:gd name="connsiteX17" fmla="*/ 181474 w 206845"/>
                <a:gd name="connsiteY17" fmla="*/ 30005 h 79922"/>
                <a:gd name="connsiteX18" fmla="*/ 170611 w 206845"/>
                <a:gd name="connsiteY18" fmla="*/ 72139 h 79922"/>
                <a:gd name="connsiteX19" fmla="*/ 175084 w 206845"/>
                <a:gd name="connsiteY19" fmla="*/ 79800 h 79922"/>
                <a:gd name="connsiteX20" fmla="*/ 182752 w 206845"/>
                <a:gd name="connsiteY20" fmla="*/ 75331 h 79922"/>
                <a:gd name="connsiteX21" fmla="*/ 192337 w 206845"/>
                <a:gd name="connsiteY21" fmla="*/ 37665 h 79922"/>
                <a:gd name="connsiteX22" fmla="*/ 196810 w 206845"/>
                <a:gd name="connsiteY22" fmla="*/ 37665 h 79922"/>
                <a:gd name="connsiteX23" fmla="*/ 206395 w 206845"/>
                <a:gd name="connsiteY23" fmla="*/ 28089 h 79922"/>
                <a:gd name="connsiteX24" fmla="*/ 206395 w 206845"/>
                <a:gd name="connsiteY24" fmla="*/ 10214 h 79922"/>
                <a:gd name="connsiteX25" fmla="*/ 198088 w 206845"/>
                <a:gd name="connsiteY25" fmla="*/ 0 h 7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6845" h="79922">
                  <a:moveTo>
                    <a:pt x="198088" y="0"/>
                  </a:moveTo>
                  <a:lnTo>
                    <a:pt x="9585" y="0"/>
                  </a:lnTo>
                  <a:cubicBezTo>
                    <a:pt x="4473" y="0"/>
                    <a:pt x="0" y="4469"/>
                    <a:pt x="0" y="9576"/>
                  </a:cubicBezTo>
                  <a:lnTo>
                    <a:pt x="0" y="27451"/>
                  </a:lnTo>
                  <a:cubicBezTo>
                    <a:pt x="0" y="32558"/>
                    <a:pt x="4473" y="37027"/>
                    <a:pt x="9585" y="37027"/>
                  </a:cubicBezTo>
                  <a:lnTo>
                    <a:pt x="13419" y="37027"/>
                  </a:lnTo>
                  <a:lnTo>
                    <a:pt x="23004" y="74693"/>
                  </a:lnTo>
                  <a:cubicBezTo>
                    <a:pt x="23643" y="77885"/>
                    <a:pt x="26199" y="79800"/>
                    <a:pt x="29394" y="79800"/>
                  </a:cubicBezTo>
                  <a:cubicBezTo>
                    <a:pt x="30033" y="79800"/>
                    <a:pt x="30672" y="79800"/>
                    <a:pt x="31310" y="79800"/>
                  </a:cubicBezTo>
                  <a:cubicBezTo>
                    <a:pt x="34505" y="79161"/>
                    <a:pt x="37062" y="75331"/>
                    <a:pt x="35783" y="72139"/>
                  </a:cubicBezTo>
                  <a:lnTo>
                    <a:pt x="24921" y="30005"/>
                  </a:lnTo>
                  <a:cubicBezTo>
                    <a:pt x="24282" y="27451"/>
                    <a:pt x="21726" y="24897"/>
                    <a:pt x="18531" y="24897"/>
                  </a:cubicBezTo>
                  <a:lnTo>
                    <a:pt x="12141" y="24897"/>
                  </a:lnTo>
                  <a:lnTo>
                    <a:pt x="12141" y="12768"/>
                  </a:lnTo>
                  <a:lnTo>
                    <a:pt x="194893" y="12768"/>
                  </a:lnTo>
                  <a:lnTo>
                    <a:pt x="194893" y="24897"/>
                  </a:lnTo>
                  <a:lnTo>
                    <a:pt x="187864" y="24897"/>
                  </a:lnTo>
                  <a:cubicBezTo>
                    <a:pt x="184669" y="24897"/>
                    <a:pt x="182113" y="26813"/>
                    <a:pt x="181474" y="30005"/>
                  </a:cubicBezTo>
                  <a:lnTo>
                    <a:pt x="170611" y="72139"/>
                  </a:lnTo>
                  <a:cubicBezTo>
                    <a:pt x="169972" y="75331"/>
                    <a:pt x="171889" y="79161"/>
                    <a:pt x="175084" y="79800"/>
                  </a:cubicBezTo>
                  <a:cubicBezTo>
                    <a:pt x="178279" y="80438"/>
                    <a:pt x="182113" y="78523"/>
                    <a:pt x="182752" y="75331"/>
                  </a:cubicBezTo>
                  <a:lnTo>
                    <a:pt x="192337" y="37665"/>
                  </a:lnTo>
                  <a:lnTo>
                    <a:pt x="196810" y="37665"/>
                  </a:lnTo>
                  <a:cubicBezTo>
                    <a:pt x="201922" y="37665"/>
                    <a:pt x="206395" y="33197"/>
                    <a:pt x="206395" y="28089"/>
                  </a:cubicBezTo>
                  <a:lnTo>
                    <a:pt x="206395" y="10214"/>
                  </a:lnTo>
                  <a:cubicBezTo>
                    <a:pt x="208312" y="4469"/>
                    <a:pt x="203839" y="0"/>
                    <a:pt x="198088" y="0"/>
                  </a:cubicBezTo>
                  <a:close/>
                </a:path>
              </a:pathLst>
            </a:custGeom>
            <a:solidFill>
              <a:srgbClr val="007680"/>
            </a:solidFill>
            <a:ln w="6390" cap="flat">
              <a:noFill/>
              <a:prstDash val="solid"/>
              <a:miter/>
            </a:ln>
          </p:spPr>
          <p:txBody>
            <a:bodyPr rtlCol="0" anchor="ctr"/>
            <a:lstStyle/>
            <a:p>
              <a:endParaRPr lang="en-US"/>
            </a:p>
          </p:txBody>
        </p:sp>
        <p:sp>
          <p:nvSpPr>
            <p:cNvPr id="831" name="Graphic 4">
              <a:extLst>
                <a:ext uri="{FF2B5EF4-FFF2-40B4-BE49-F238E27FC236}">
                  <a16:creationId xmlns:a16="http://schemas.microsoft.com/office/drawing/2014/main" id="{08C4A079-805D-964C-A969-007577FBF6D3}"/>
                </a:ext>
              </a:extLst>
            </p:cNvPr>
            <p:cNvSpPr/>
            <p:nvPr/>
          </p:nvSpPr>
          <p:spPr>
            <a:xfrm>
              <a:off x="3764311" y="3104054"/>
              <a:ext cx="49202" cy="12767"/>
            </a:xfrm>
            <a:custGeom>
              <a:avLst/>
              <a:gdLst>
                <a:gd name="connsiteX0" fmla="*/ 42813 w 49202"/>
                <a:gd name="connsiteY0" fmla="*/ 0 h 12767"/>
                <a:gd name="connsiteX1" fmla="*/ 6390 w 49202"/>
                <a:gd name="connsiteY1" fmla="*/ 0 h 12767"/>
                <a:gd name="connsiteX2" fmla="*/ 0 w 49202"/>
                <a:gd name="connsiteY2" fmla="*/ 6384 h 12767"/>
                <a:gd name="connsiteX3" fmla="*/ 6390 w 49202"/>
                <a:gd name="connsiteY3" fmla="*/ 12768 h 12767"/>
                <a:gd name="connsiteX4" fmla="*/ 42813 w 49202"/>
                <a:gd name="connsiteY4" fmla="*/ 12768 h 12767"/>
                <a:gd name="connsiteX5" fmla="*/ 49203 w 49202"/>
                <a:gd name="connsiteY5" fmla="*/ 6384 h 12767"/>
                <a:gd name="connsiteX6" fmla="*/ 42813 w 4920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202" h="12767">
                  <a:moveTo>
                    <a:pt x="42813" y="0"/>
                  </a:moveTo>
                  <a:lnTo>
                    <a:pt x="6390" y="0"/>
                  </a:lnTo>
                  <a:cubicBezTo>
                    <a:pt x="2556" y="0"/>
                    <a:pt x="0" y="2554"/>
                    <a:pt x="0" y="6384"/>
                  </a:cubicBezTo>
                  <a:cubicBezTo>
                    <a:pt x="0" y="10214"/>
                    <a:pt x="2556" y="12768"/>
                    <a:pt x="6390" y="12768"/>
                  </a:cubicBezTo>
                  <a:lnTo>
                    <a:pt x="42813" y="12768"/>
                  </a:lnTo>
                  <a:cubicBezTo>
                    <a:pt x="46647" y="12768"/>
                    <a:pt x="49203" y="10214"/>
                    <a:pt x="49203" y="6384"/>
                  </a:cubicBezTo>
                  <a:cubicBezTo>
                    <a:pt x="49203" y="2554"/>
                    <a:pt x="46008" y="0"/>
                    <a:pt x="42813" y="0"/>
                  </a:cubicBezTo>
                  <a:close/>
                </a:path>
              </a:pathLst>
            </a:custGeom>
            <a:solidFill>
              <a:srgbClr val="007680"/>
            </a:solidFill>
            <a:ln w="6390" cap="flat">
              <a:noFill/>
              <a:prstDash val="solid"/>
              <a:miter/>
            </a:ln>
          </p:spPr>
          <p:txBody>
            <a:bodyPr rtlCol="0" anchor="ctr"/>
            <a:lstStyle/>
            <a:p>
              <a:endParaRPr lang="en-US"/>
            </a:p>
          </p:txBody>
        </p:sp>
        <p:sp>
          <p:nvSpPr>
            <p:cNvPr id="832" name="Graphic 4">
              <a:extLst>
                <a:ext uri="{FF2B5EF4-FFF2-40B4-BE49-F238E27FC236}">
                  <a16:creationId xmlns:a16="http://schemas.microsoft.com/office/drawing/2014/main" id="{3EE5D843-A5D9-144A-B818-2975D2CD7AE1}"/>
                </a:ext>
              </a:extLst>
            </p:cNvPr>
            <p:cNvSpPr/>
            <p:nvPr/>
          </p:nvSpPr>
          <p:spPr>
            <a:xfrm>
              <a:off x="3712553" y="3085541"/>
              <a:ext cx="49202" cy="49794"/>
            </a:xfrm>
            <a:custGeom>
              <a:avLst/>
              <a:gdLst>
                <a:gd name="connsiteX0" fmla="*/ 24921 w 49202"/>
                <a:gd name="connsiteY0" fmla="*/ 0 h 49794"/>
                <a:gd name="connsiteX1" fmla="*/ 0 w 49202"/>
                <a:gd name="connsiteY1" fmla="*/ 24897 h 49794"/>
                <a:gd name="connsiteX2" fmla="*/ 24921 w 49202"/>
                <a:gd name="connsiteY2" fmla="*/ 49795 h 49794"/>
                <a:gd name="connsiteX3" fmla="*/ 24921 w 49202"/>
                <a:gd name="connsiteY3" fmla="*/ 49795 h 49794"/>
                <a:gd name="connsiteX4" fmla="*/ 42173 w 49202"/>
                <a:gd name="connsiteY4" fmla="*/ 42773 h 49794"/>
                <a:gd name="connsiteX5" fmla="*/ 49203 w 49202"/>
                <a:gd name="connsiteY5" fmla="*/ 25536 h 49794"/>
                <a:gd name="connsiteX6" fmla="*/ 24921 w 49202"/>
                <a:gd name="connsiteY6" fmla="*/ 0 h 49794"/>
                <a:gd name="connsiteX7" fmla="*/ 33228 w 49202"/>
                <a:gd name="connsiteY7" fmla="*/ 33197 h 49794"/>
                <a:gd name="connsiteX8" fmla="*/ 24921 w 49202"/>
                <a:gd name="connsiteY8" fmla="*/ 36389 h 49794"/>
                <a:gd name="connsiteX9" fmla="*/ 24921 w 49202"/>
                <a:gd name="connsiteY9" fmla="*/ 36389 h 49794"/>
                <a:gd name="connsiteX10" fmla="*/ 12780 w 49202"/>
                <a:gd name="connsiteY10" fmla="*/ 24259 h 49794"/>
                <a:gd name="connsiteX11" fmla="*/ 24921 w 49202"/>
                <a:gd name="connsiteY11" fmla="*/ 12130 h 49794"/>
                <a:gd name="connsiteX12" fmla="*/ 37062 w 49202"/>
                <a:gd name="connsiteY12" fmla="*/ 24259 h 49794"/>
                <a:gd name="connsiteX13" fmla="*/ 33228 w 49202"/>
                <a:gd name="connsiteY13" fmla="*/ 33197 h 49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202" h="49794">
                  <a:moveTo>
                    <a:pt x="24921" y="0"/>
                  </a:moveTo>
                  <a:cubicBezTo>
                    <a:pt x="11502" y="0"/>
                    <a:pt x="0" y="10853"/>
                    <a:pt x="0" y="24897"/>
                  </a:cubicBezTo>
                  <a:cubicBezTo>
                    <a:pt x="0" y="38304"/>
                    <a:pt x="10863" y="49795"/>
                    <a:pt x="24921" y="49795"/>
                  </a:cubicBezTo>
                  <a:cubicBezTo>
                    <a:pt x="24921" y="49795"/>
                    <a:pt x="24921" y="49795"/>
                    <a:pt x="24921" y="49795"/>
                  </a:cubicBezTo>
                  <a:cubicBezTo>
                    <a:pt x="31311" y="49795"/>
                    <a:pt x="37701" y="47241"/>
                    <a:pt x="42173" y="42773"/>
                  </a:cubicBezTo>
                  <a:cubicBezTo>
                    <a:pt x="46646" y="38304"/>
                    <a:pt x="49203" y="31920"/>
                    <a:pt x="49203" y="25536"/>
                  </a:cubicBezTo>
                  <a:cubicBezTo>
                    <a:pt x="49203" y="11491"/>
                    <a:pt x="38340" y="0"/>
                    <a:pt x="24921" y="0"/>
                  </a:cubicBezTo>
                  <a:close/>
                  <a:moveTo>
                    <a:pt x="33228" y="33197"/>
                  </a:moveTo>
                  <a:cubicBezTo>
                    <a:pt x="30672" y="35750"/>
                    <a:pt x="28116" y="36389"/>
                    <a:pt x="24921" y="36389"/>
                  </a:cubicBezTo>
                  <a:cubicBezTo>
                    <a:pt x="24921" y="36389"/>
                    <a:pt x="24921" y="36389"/>
                    <a:pt x="24921" y="36389"/>
                  </a:cubicBezTo>
                  <a:cubicBezTo>
                    <a:pt x="18531" y="36389"/>
                    <a:pt x="12780" y="31281"/>
                    <a:pt x="12780" y="24259"/>
                  </a:cubicBezTo>
                  <a:cubicBezTo>
                    <a:pt x="12780" y="17875"/>
                    <a:pt x="17892" y="12130"/>
                    <a:pt x="24921" y="12130"/>
                  </a:cubicBezTo>
                  <a:cubicBezTo>
                    <a:pt x="31311" y="12130"/>
                    <a:pt x="37062" y="17237"/>
                    <a:pt x="37062" y="24259"/>
                  </a:cubicBezTo>
                  <a:cubicBezTo>
                    <a:pt x="36423" y="28089"/>
                    <a:pt x="35145" y="31281"/>
                    <a:pt x="33228" y="33197"/>
                  </a:cubicBezTo>
                  <a:close/>
                </a:path>
              </a:pathLst>
            </a:custGeom>
            <a:solidFill>
              <a:srgbClr val="007680"/>
            </a:solidFill>
            <a:ln w="6390" cap="flat">
              <a:noFill/>
              <a:prstDash val="solid"/>
              <a:miter/>
            </a:ln>
          </p:spPr>
          <p:txBody>
            <a:bodyPr rtlCol="0" anchor="ctr"/>
            <a:lstStyle/>
            <a:p>
              <a:endParaRPr lang="en-US"/>
            </a:p>
          </p:txBody>
        </p:sp>
        <p:sp>
          <p:nvSpPr>
            <p:cNvPr id="833" name="Graphic 4">
              <a:extLst>
                <a:ext uri="{FF2B5EF4-FFF2-40B4-BE49-F238E27FC236}">
                  <a16:creationId xmlns:a16="http://schemas.microsoft.com/office/drawing/2014/main" id="{B5D4048A-B7BB-F648-9F33-1DD660548953}"/>
                </a:ext>
              </a:extLst>
            </p:cNvPr>
            <p:cNvSpPr/>
            <p:nvPr/>
          </p:nvSpPr>
          <p:spPr>
            <a:xfrm>
              <a:off x="3814792" y="3085541"/>
              <a:ext cx="49227" cy="49794"/>
            </a:xfrm>
            <a:custGeom>
              <a:avLst/>
              <a:gdLst>
                <a:gd name="connsiteX0" fmla="*/ 24921 w 49227"/>
                <a:gd name="connsiteY0" fmla="*/ 0 h 49794"/>
                <a:gd name="connsiteX1" fmla="*/ 0 w 49227"/>
                <a:gd name="connsiteY1" fmla="*/ 24897 h 49794"/>
                <a:gd name="connsiteX2" fmla="*/ 24921 w 49227"/>
                <a:gd name="connsiteY2" fmla="*/ 49795 h 49794"/>
                <a:gd name="connsiteX3" fmla="*/ 24921 w 49227"/>
                <a:gd name="connsiteY3" fmla="*/ 49795 h 49794"/>
                <a:gd name="connsiteX4" fmla="*/ 42173 w 49227"/>
                <a:gd name="connsiteY4" fmla="*/ 42773 h 49794"/>
                <a:gd name="connsiteX5" fmla="*/ 49203 w 49227"/>
                <a:gd name="connsiteY5" fmla="*/ 25536 h 49794"/>
                <a:gd name="connsiteX6" fmla="*/ 24921 w 49227"/>
                <a:gd name="connsiteY6" fmla="*/ 0 h 49794"/>
                <a:gd name="connsiteX7" fmla="*/ 33228 w 49227"/>
                <a:gd name="connsiteY7" fmla="*/ 33197 h 49794"/>
                <a:gd name="connsiteX8" fmla="*/ 24921 w 49227"/>
                <a:gd name="connsiteY8" fmla="*/ 36389 h 49794"/>
                <a:gd name="connsiteX9" fmla="*/ 24921 w 49227"/>
                <a:gd name="connsiteY9" fmla="*/ 36389 h 49794"/>
                <a:gd name="connsiteX10" fmla="*/ 12780 w 49227"/>
                <a:gd name="connsiteY10" fmla="*/ 24259 h 49794"/>
                <a:gd name="connsiteX11" fmla="*/ 24921 w 49227"/>
                <a:gd name="connsiteY11" fmla="*/ 12130 h 49794"/>
                <a:gd name="connsiteX12" fmla="*/ 37062 w 49227"/>
                <a:gd name="connsiteY12" fmla="*/ 24259 h 49794"/>
                <a:gd name="connsiteX13" fmla="*/ 33228 w 49227"/>
                <a:gd name="connsiteY13" fmla="*/ 33197 h 49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227" h="49794">
                  <a:moveTo>
                    <a:pt x="24921" y="0"/>
                  </a:moveTo>
                  <a:cubicBezTo>
                    <a:pt x="11502" y="0"/>
                    <a:pt x="0" y="10853"/>
                    <a:pt x="0" y="24897"/>
                  </a:cubicBezTo>
                  <a:cubicBezTo>
                    <a:pt x="0" y="38304"/>
                    <a:pt x="10863" y="49795"/>
                    <a:pt x="24921" y="49795"/>
                  </a:cubicBezTo>
                  <a:cubicBezTo>
                    <a:pt x="24921" y="49795"/>
                    <a:pt x="24921" y="49795"/>
                    <a:pt x="24921" y="49795"/>
                  </a:cubicBezTo>
                  <a:cubicBezTo>
                    <a:pt x="31311" y="49795"/>
                    <a:pt x="37701" y="47241"/>
                    <a:pt x="42173" y="42773"/>
                  </a:cubicBezTo>
                  <a:cubicBezTo>
                    <a:pt x="46646" y="38304"/>
                    <a:pt x="49203" y="31920"/>
                    <a:pt x="49203" y="25536"/>
                  </a:cubicBezTo>
                  <a:cubicBezTo>
                    <a:pt x="49841" y="11491"/>
                    <a:pt x="38340" y="0"/>
                    <a:pt x="24921" y="0"/>
                  </a:cubicBezTo>
                  <a:close/>
                  <a:moveTo>
                    <a:pt x="33228" y="33197"/>
                  </a:moveTo>
                  <a:cubicBezTo>
                    <a:pt x="30672" y="35750"/>
                    <a:pt x="28116" y="36389"/>
                    <a:pt x="24921" y="36389"/>
                  </a:cubicBezTo>
                  <a:cubicBezTo>
                    <a:pt x="24921" y="36389"/>
                    <a:pt x="24921" y="36389"/>
                    <a:pt x="24921" y="36389"/>
                  </a:cubicBezTo>
                  <a:cubicBezTo>
                    <a:pt x="18531" y="36389"/>
                    <a:pt x="12780" y="31281"/>
                    <a:pt x="12780" y="24259"/>
                  </a:cubicBezTo>
                  <a:cubicBezTo>
                    <a:pt x="12780" y="17875"/>
                    <a:pt x="17892" y="12130"/>
                    <a:pt x="24921" y="12130"/>
                  </a:cubicBezTo>
                  <a:cubicBezTo>
                    <a:pt x="31311" y="12130"/>
                    <a:pt x="37062" y="17237"/>
                    <a:pt x="37062" y="24259"/>
                  </a:cubicBezTo>
                  <a:cubicBezTo>
                    <a:pt x="37062" y="28089"/>
                    <a:pt x="35783" y="31281"/>
                    <a:pt x="33228" y="33197"/>
                  </a:cubicBezTo>
                  <a:close/>
                </a:path>
              </a:pathLst>
            </a:custGeom>
            <a:solidFill>
              <a:srgbClr val="007680"/>
            </a:solidFill>
            <a:ln w="6390" cap="flat">
              <a:noFill/>
              <a:prstDash val="solid"/>
              <a:miter/>
            </a:ln>
          </p:spPr>
          <p:txBody>
            <a:bodyPr rtlCol="0" anchor="ctr"/>
            <a:lstStyle/>
            <a:p>
              <a:endParaRPr lang="en-US"/>
            </a:p>
          </p:txBody>
        </p:sp>
      </p:grpSp>
    </p:spTree>
    <p:extLst>
      <p:ext uri="{BB962C8B-B14F-4D97-AF65-F5344CB8AC3E}">
        <p14:creationId xmlns:p14="http://schemas.microsoft.com/office/powerpoint/2010/main" val="1259180255"/>
      </p:ext>
    </p:extLst>
  </p:cSld>
  <p:clrMapOvr>
    <a:masterClrMapping/>
  </p:clrMapOvr>
  <p:transition>
    <p:fade/>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0AB181-1E9F-2244-B53A-BC8E2F101DA6}"/>
              </a:ext>
            </a:extLst>
          </p:cNvPr>
          <p:cNvSpPr>
            <a:spLocks noGrp="1"/>
          </p:cNvSpPr>
          <p:nvPr>
            <p:ph type="title"/>
          </p:nvPr>
        </p:nvSpPr>
        <p:spPr/>
        <p:txBody>
          <a:bodyPr/>
          <a:lstStyle/>
          <a:p>
            <a:r>
              <a:rPr lang="en-US" dirty="0"/>
              <a:t>ENTERTAINMENT, HOBBIES &amp; SPORTS</a:t>
            </a:r>
          </a:p>
        </p:txBody>
      </p:sp>
      <p:sp>
        <p:nvSpPr>
          <p:cNvPr id="4" name="Content Placeholder 3">
            <a:extLst>
              <a:ext uri="{FF2B5EF4-FFF2-40B4-BE49-F238E27FC236}">
                <a16:creationId xmlns:a16="http://schemas.microsoft.com/office/drawing/2014/main" id="{DB57E314-8EE4-694B-B268-A9071E1D395E}"/>
              </a:ext>
            </a:extLst>
          </p:cNvPr>
          <p:cNvSpPr>
            <a:spLocks noGrp="1"/>
          </p:cNvSpPr>
          <p:nvPr>
            <p:ph idx="10"/>
          </p:nvPr>
        </p:nvSpPr>
        <p:spPr>
          <a:xfrm>
            <a:off x="463297" y="5473209"/>
            <a:ext cx="2356103" cy="1114021"/>
          </a:xfrm>
        </p:spPr>
        <p:txBody>
          <a:bodyPr/>
          <a:lstStyle/>
          <a:p>
            <a:r>
              <a:rPr lang="en-US" dirty="0"/>
              <a:t>Hobbies &amp; Entertainment</a:t>
            </a:r>
          </a:p>
          <a:p>
            <a:r>
              <a:rPr lang="en-US" sz="900" dirty="0"/>
              <a:t>Keywords:</a:t>
            </a:r>
            <a:br>
              <a:rPr lang="en-US" sz="900" dirty="0"/>
            </a:br>
            <a:r>
              <a:rPr lang="en-US" sz="850" b="0" dirty="0"/>
              <a:t>Game controller, Gaming, Gambling, Magic, Bunny, Rabbit, </a:t>
            </a:r>
            <a:r>
              <a:rPr lang="en-US" sz="850" b="0" dirty="0" err="1"/>
              <a:t>Hatrick</a:t>
            </a:r>
            <a:r>
              <a:rPr lang="en-US" sz="850" b="0" dirty="0"/>
              <a:t>, Fishing, Stargazing, Chess, Strategy, Board games, Elephant, Soldier, Fly fishing, Vision, Cycling, Traveling, Long Drive, Photography, Movies, Painting</a:t>
            </a:r>
          </a:p>
        </p:txBody>
      </p:sp>
      <p:sp>
        <p:nvSpPr>
          <p:cNvPr id="10" name="Content Placeholder 3">
            <a:extLst>
              <a:ext uri="{FF2B5EF4-FFF2-40B4-BE49-F238E27FC236}">
                <a16:creationId xmlns:a16="http://schemas.microsoft.com/office/drawing/2014/main" id="{F6F1EA66-4F59-DE4A-ABF1-B392433220F7}"/>
              </a:ext>
            </a:extLst>
          </p:cNvPr>
          <p:cNvSpPr txBox="1">
            <a:spLocks/>
          </p:cNvSpPr>
          <p:nvPr/>
        </p:nvSpPr>
        <p:spPr>
          <a:xfrm>
            <a:off x="3648722" y="5473209"/>
            <a:ext cx="4696288"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Sports</a:t>
            </a:r>
          </a:p>
          <a:p>
            <a:r>
              <a:rPr lang="en-US" sz="900" dirty="0"/>
              <a:t>Keywords:</a:t>
            </a:r>
            <a:br>
              <a:rPr lang="en-US" sz="900" dirty="0"/>
            </a:br>
            <a:r>
              <a:rPr lang="en-US" sz="850" b="0" dirty="0"/>
              <a:t>Scoring, Score, Touch down, Dropping the ball, Sportsmanship, Sportsman, Sportswoman, Safe, Practicing, </a:t>
            </a:r>
            <a:r>
              <a:rPr lang="en-US" sz="850" b="0" dirty="0" err="1"/>
              <a:t>Defence</a:t>
            </a:r>
            <a:r>
              <a:rPr lang="en-US" sz="850" b="0" dirty="0"/>
              <a:t>, Curve ball, Punt, Swing, Strike, Touch gloves, Win, Game strategy, Game play, Defend, Block, Punching bag, Win, Football goal, American football, Sports Jersey, Goalpost, Football, Baseball base, Goal, Football helmet, Football goal, Game plan, Quiver, Bow &amp; Arrow, Boxing Gloves, Winner’s Podium, Boxing Training, Football, Punching bag, Checked Flag, Basketball, Weightlifting, Archery</a:t>
            </a:r>
          </a:p>
        </p:txBody>
      </p:sp>
      <p:grpSp>
        <p:nvGrpSpPr>
          <p:cNvPr id="684" name="Graphic 4">
            <a:extLst>
              <a:ext uri="{FF2B5EF4-FFF2-40B4-BE49-F238E27FC236}">
                <a16:creationId xmlns:a16="http://schemas.microsoft.com/office/drawing/2014/main" id="{21E1E3F5-99F7-6143-A761-FE756FF6A1CE}"/>
              </a:ext>
            </a:extLst>
          </p:cNvPr>
          <p:cNvGrpSpPr>
            <a:grpSpLocks noChangeAspect="1"/>
          </p:cNvGrpSpPr>
          <p:nvPr/>
        </p:nvGrpSpPr>
        <p:grpSpPr>
          <a:xfrm>
            <a:off x="5708769" y="2371173"/>
            <a:ext cx="361670" cy="361333"/>
            <a:chOff x="5708769" y="2371173"/>
            <a:chExt cx="361670" cy="361333"/>
          </a:xfrm>
          <a:solidFill>
            <a:srgbClr val="00A3E0"/>
          </a:solidFill>
        </p:grpSpPr>
        <p:sp>
          <p:nvSpPr>
            <p:cNvPr id="685" name="Graphic 4">
              <a:extLst>
                <a:ext uri="{FF2B5EF4-FFF2-40B4-BE49-F238E27FC236}">
                  <a16:creationId xmlns:a16="http://schemas.microsoft.com/office/drawing/2014/main" id="{C3ECAA53-2954-3742-8D9B-F26A2D16DDAC}"/>
                </a:ext>
              </a:extLst>
            </p:cNvPr>
            <p:cNvSpPr/>
            <p:nvPr/>
          </p:nvSpPr>
          <p:spPr>
            <a:xfrm>
              <a:off x="5708769"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686" name="Graphic 4">
              <a:extLst>
                <a:ext uri="{FF2B5EF4-FFF2-40B4-BE49-F238E27FC236}">
                  <a16:creationId xmlns:a16="http://schemas.microsoft.com/office/drawing/2014/main" id="{88F88C1E-D6D6-604E-B9FE-6D4BA5176723}"/>
                </a:ext>
              </a:extLst>
            </p:cNvPr>
            <p:cNvSpPr/>
            <p:nvPr/>
          </p:nvSpPr>
          <p:spPr>
            <a:xfrm>
              <a:off x="5769080" y="2542508"/>
              <a:ext cx="227773" cy="89131"/>
            </a:xfrm>
            <a:custGeom>
              <a:avLst/>
              <a:gdLst>
                <a:gd name="connsiteX0" fmla="*/ 220208 w 227773"/>
                <a:gd name="connsiteY0" fmla="*/ 53381 h 89131"/>
                <a:gd name="connsiteX1" fmla="*/ 159504 w 227773"/>
                <a:gd name="connsiteY1" fmla="*/ 36144 h 89131"/>
                <a:gd name="connsiteX2" fmla="*/ 151197 w 227773"/>
                <a:gd name="connsiteY2" fmla="*/ 34229 h 89131"/>
                <a:gd name="connsiteX3" fmla="*/ 84102 w 227773"/>
                <a:gd name="connsiteY3" fmla="*/ 24015 h 89131"/>
                <a:gd name="connsiteX4" fmla="*/ 77712 w 227773"/>
                <a:gd name="connsiteY4" fmla="*/ 23376 h 89131"/>
                <a:gd name="connsiteX5" fmla="*/ 68128 w 227773"/>
                <a:gd name="connsiteY5" fmla="*/ 22099 h 89131"/>
                <a:gd name="connsiteX6" fmla="*/ 15091 w 227773"/>
                <a:gd name="connsiteY6" fmla="*/ 6778 h 89131"/>
                <a:gd name="connsiteX7" fmla="*/ 10618 w 227773"/>
                <a:gd name="connsiteY7" fmla="*/ 394 h 89131"/>
                <a:gd name="connsiteX8" fmla="*/ 2950 w 227773"/>
                <a:gd name="connsiteY8" fmla="*/ 4863 h 89131"/>
                <a:gd name="connsiteX9" fmla="*/ 394 w 227773"/>
                <a:gd name="connsiteY9" fmla="*/ 13800 h 89131"/>
                <a:gd name="connsiteX10" fmla="*/ 4867 w 227773"/>
                <a:gd name="connsiteY10" fmla="*/ 21461 h 89131"/>
                <a:gd name="connsiteX11" fmla="*/ 6784 w 227773"/>
                <a:gd name="connsiteY11" fmla="*/ 21461 h 89131"/>
                <a:gd name="connsiteX12" fmla="*/ 11896 w 227773"/>
                <a:gd name="connsiteY12" fmla="*/ 18907 h 89131"/>
                <a:gd name="connsiteX13" fmla="*/ 65571 w 227773"/>
                <a:gd name="connsiteY13" fmla="*/ 34229 h 89131"/>
                <a:gd name="connsiteX14" fmla="*/ 76434 w 227773"/>
                <a:gd name="connsiteY14" fmla="*/ 38698 h 89131"/>
                <a:gd name="connsiteX15" fmla="*/ 142251 w 227773"/>
                <a:gd name="connsiteY15" fmla="*/ 68064 h 89131"/>
                <a:gd name="connsiteX16" fmla="*/ 150558 w 227773"/>
                <a:gd name="connsiteY16" fmla="*/ 71256 h 89131"/>
                <a:gd name="connsiteX17" fmla="*/ 211262 w 227773"/>
                <a:gd name="connsiteY17" fmla="*/ 89131 h 89131"/>
                <a:gd name="connsiteX18" fmla="*/ 213179 w 227773"/>
                <a:gd name="connsiteY18" fmla="*/ 89131 h 89131"/>
                <a:gd name="connsiteX19" fmla="*/ 216374 w 227773"/>
                <a:gd name="connsiteY19" fmla="*/ 88493 h 89131"/>
                <a:gd name="connsiteX20" fmla="*/ 227237 w 227773"/>
                <a:gd name="connsiteY20" fmla="*/ 75086 h 89131"/>
                <a:gd name="connsiteX21" fmla="*/ 227237 w 227773"/>
                <a:gd name="connsiteY21" fmla="*/ 74448 h 89131"/>
                <a:gd name="connsiteX22" fmla="*/ 225320 w 227773"/>
                <a:gd name="connsiteY22" fmla="*/ 57211 h 89131"/>
                <a:gd name="connsiteX23" fmla="*/ 220208 w 227773"/>
                <a:gd name="connsiteY23" fmla="*/ 53381 h 89131"/>
                <a:gd name="connsiteX24" fmla="*/ 213818 w 227773"/>
                <a:gd name="connsiteY24" fmla="*/ 70618 h 89131"/>
                <a:gd name="connsiteX25" fmla="*/ 210623 w 227773"/>
                <a:gd name="connsiteY25" fmla="*/ 75086 h 89131"/>
                <a:gd name="connsiteX26" fmla="*/ 153114 w 227773"/>
                <a:gd name="connsiteY26" fmla="*/ 57850 h 89131"/>
                <a:gd name="connsiteX27" fmla="*/ 146724 w 227773"/>
                <a:gd name="connsiteY27" fmla="*/ 55296 h 89131"/>
                <a:gd name="connsiteX28" fmla="*/ 113496 w 227773"/>
                <a:gd name="connsiteY28" fmla="*/ 40613 h 89131"/>
                <a:gd name="connsiteX29" fmla="*/ 148641 w 227773"/>
                <a:gd name="connsiteY29" fmla="*/ 45720 h 89131"/>
                <a:gd name="connsiteX30" fmla="*/ 155670 w 227773"/>
                <a:gd name="connsiteY30" fmla="*/ 46997 h 89131"/>
                <a:gd name="connsiteX31" fmla="*/ 213179 w 227773"/>
                <a:gd name="connsiteY31" fmla="*/ 63595 h 89131"/>
                <a:gd name="connsiteX32" fmla="*/ 213818 w 227773"/>
                <a:gd name="connsiteY32" fmla="*/ 70618 h 8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27773" h="89131">
                  <a:moveTo>
                    <a:pt x="220208" y="53381"/>
                  </a:moveTo>
                  <a:lnTo>
                    <a:pt x="159504" y="36144"/>
                  </a:lnTo>
                  <a:cubicBezTo>
                    <a:pt x="156948" y="35506"/>
                    <a:pt x="153753" y="34867"/>
                    <a:pt x="151197" y="34229"/>
                  </a:cubicBezTo>
                  <a:lnTo>
                    <a:pt x="84102" y="24015"/>
                  </a:lnTo>
                  <a:cubicBezTo>
                    <a:pt x="82185" y="24015"/>
                    <a:pt x="80269" y="23376"/>
                    <a:pt x="77712" y="23376"/>
                  </a:cubicBezTo>
                  <a:cubicBezTo>
                    <a:pt x="74517" y="22738"/>
                    <a:pt x="71322" y="22738"/>
                    <a:pt x="68128" y="22099"/>
                  </a:cubicBezTo>
                  <a:lnTo>
                    <a:pt x="15091" y="6778"/>
                  </a:lnTo>
                  <a:cubicBezTo>
                    <a:pt x="15091" y="4224"/>
                    <a:pt x="13813" y="1032"/>
                    <a:pt x="10618" y="394"/>
                  </a:cubicBezTo>
                  <a:cubicBezTo>
                    <a:pt x="7423" y="-883"/>
                    <a:pt x="3589" y="1032"/>
                    <a:pt x="2950" y="4863"/>
                  </a:cubicBezTo>
                  <a:lnTo>
                    <a:pt x="394" y="13800"/>
                  </a:lnTo>
                  <a:cubicBezTo>
                    <a:pt x="-884" y="16992"/>
                    <a:pt x="1033" y="20823"/>
                    <a:pt x="4867" y="21461"/>
                  </a:cubicBezTo>
                  <a:cubicBezTo>
                    <a:pt x="5506" y="21461"/>
                    <a:pt x="6145" y="21461"/>
                    <a:pt x="6784" y="21461"/>
                  </a:cubicBezTo>
                  <a:cubicBezTo>
                    <a:pt x="8701" y="21461"/>
                    <a:pt x="10618" y="20184"/>
                    <a:pt x="11896" y="18907"/>
                  </a:cubicBezTo>
                  <a:lnTo>
                    <a:pt x="65571" y="34229"/>
                  </a:lnTo>
                  <a:cubicBezTo>
                    <a:pt x="69406" y="35506"/>
                    <a:pt x="73239" y="36783"/>
                    <a:pt x="76434" y="38698"/>
                  </a:cubicBezTo>
                  <a:lnTo>
                    <a:pt x="142251" y="68064"/>
                  </a:lnTo>
                  <a:cubicBezTo>
                    <a:pt x="144807" y="69341"/>
                    <a:pt x="147363" y="69979"/>
                    <a:pt x="150558" y="71256"/>
                  </a:cubicBezTo>
                  <a:lnTo>
                    <a:pt x="211262" y="89131"/>
                  </a:lnTo>
                  <a:cubicBezTo>
                    <a:pt x="211901" y="89131"/>
                    <a:pt x="212540" y="89131"/>
                    <a:pt x="213179" y="89131"/>
                  </a:cubicBezTo>
                  <a:cubicBezTo>
                    <a:pt x="214457" y="89131"/>
                    <a:pt x="215735" y="89131"/>
                    <a:pt x="216374" y="88493"/>
                  </a:cubicBezTo>
                  <a:cubicBezTo>
                    <a:pt x="217013" y="87854"/>
                    <a:pt x="224681" y="83386"/>
                    <a:pt x="227237" y="75086"/>
                  </a:cubicBezTo>
                  <a:cubicBezTo>
                    <a:pt x="227237" y="75086"/>
                    <a:pt x="227237" y="74448"/>
                    <a:pt x="227237" y="74448"/>
                  </a:cubicBezTo>
                  <a:cubicBezTo>
                    <a:pt x="229154" y="66149"/>
                    <a:pt x="225320" y="58488"/>
                    <a:pt x="225320" y="57211"/>
                  </a:cubicBezTo>
                  <a:cubicBezTo>
                    <a:pt x="223403" y="54658"/>
                    <a:pt x="222125" y="53381"/>
                    <a:pt x="220208" y="53381"/>
                  </a:cubicBezTo>
                  <a:close/>
                  <a:moveTo>
                    <a:pt x="213818" y="70618"/>
                  </a:moveTo>
                  <a:cubicBezTo>
                    <a:pt x="213179" y="72533"/>
                    <a:pt x="211901" y="73810"/>
                    <a:pt x="210623" y="75086"/>
                  </a:cubicBezTo>
                  <a:lnTo>
                    <a:pt x="153114" y="57850"/>
                  </a:lnTo>
                  <a:cubicBezTo>
                    <a:pt x="150558" y="57211"/>
                    <a:pt x="148641" y="56573"/>
                    <a:pt x="146724" y="55296"/>
                  </a:cubicBezTo>
                  <a:lnTo>
                    <a:pt x="113496" y="40613"/>
                  </a:lnTo>
                  <a:lnTo>
                    <a:pt x="148641" y="45720"/>
                  </a:lnTo>
                  <a:cubicBezTo>
                    <a:pt x="151197" y="46359"/>
                    <a:pt x="153114" y="46359"/>
                    <a:pt x="155670" y="46997"/>
                  </a:cubicBezTo>
                  <a:lnTo>
                    <a:pt x="213179" y="63595"/>
                  </a:lnTo>
                  <a:cubicBezTo>
                    <a:pt x="213818" y="66149"/>
                    <a:pt x="214457" y="68064"/>
                    <a:pt x="213818" y="70618"/>
                  </a:cubicBezTo>
                  <a:close/>
                </a:path>
              </a:pathLst>
            </a:custGeom>
            <a:solidFill>
              <a:srgbClr val="00A3E0"/>
            </a:solidFill>
            <a:ln w="6390" cap="flat">
              <a:noFill/>
              <a:prstDash val="solid"/>
              <a:miter/>
            </a:ln>
          </p:spPr>
          <p:txBody>
            <a:bodyPr rtlCol="0" anchor="ctr"/>
            <a:lstStyle/>
            <a:p>
              <a:endParaRPr lang="en-US"/>
            </a:p>
          </p:txBody>
        </p:sp>
        <p:sp>
          <p:nvSpPr>
            <p:cNvPr id="687" name="Graphic 4">
              <a:extLst>
                <a:ext uri="{FF2B5EF4-FFF2-40B4-BE49-F238E27FC236}">
                  <a16:creationId xmlns:a16="http://schemas.microsoft.com/office/drawing/2014/main" id="{EC66CB7F-29C8-3D41-854E-FB8CF82163F2}"/>
                </a:ext>
              </a:extLst>
            </p:cNvPr>
            <p:cNvSpPr/>
            <p:nvPr/>
          </p:nvSpPr>
          <p:spPr>
            <a:xfrm>
              <a:off x="5973313" y="2486085"/>
              <a:ext cx="24281" cy="24259"/>
            </a:xfrm>
            <a:custGeom>
              <a:avLst/>
              <a:gdLst>
                <a:gd name="connsiteX0" fmla="*/ 12141 w 24281"/>
                <a:gd name="connsiteY0" fmla="*/ 0 h 24259"/>
                <a:gd name="connsiteX1" fmla="*/ 0 w 24281"/>
                <a:gd name="connsiteY1" fmla="*/ 12130 h 24259"/>
                <a:gd name="connsiteX2" fmla="*/ 12141 w 24281"/>
                <a:gd name="connsiteY2" fmla="*/ 24259 h 24259"/>
                <a:gd name="connsiteX3" fmla="*/ 24282 w 24281"/>
                <a:gd name="connsiteY3" fmla="*/ 12130 h 24259"/>
                <a:gd name="connsiteX4" fmla="*/ 12141 w 24281"/>
                <a:gd name="connsiteY4" fmla="*/ 0 h 24259"/>
                <a:gd name="connsiteX5" fmla="*/ 11502 w 24281"/>
                <a:gd name="connsiteY5" fmla="*/ 12130 h 24259"/>
                <a:gd name="connsiteX6" fmla="*/ 11502 w 24281"/>
                <a:gd name="connsiteY6" fmla="*/ 12130 h 24259"/>
                <a:gd name="connsiteX7" fmla="*/ 12780 w 24281"/>
                <a:gd name="connsiteY7" fmla="*/ 12130 h 24259"/>
                <a:gd name="connsiteX8" fmla="*/ 11502 w 24281"/>
                <a:gd name="connsiteY8" fmla="*/ 12130 h 24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81" h="24259">
                  <a:moveTo>
                    <a:pt x="12141" y="0"/>
                  </a:moveTo>
                  <a:cubicBezTo>
                    <a:pt x="5112" y="0"/>
                    <a:pt x="0" y="5746"/>
                    <a:pt x="0" y="12130"/>
                  </a:cubicBezTo>
                  <a:cubicBezTo>
                    <a:pt x="0" y="18514"/>
                    <a:pt x="5751" y="24259"/>
                    <a:pt x="12141" y="24259"/>
                  </a:cubicBezTo>
                  <a:cubicBezTo>
                    <a:pt x="18531" y="24259"/>
                    <a:pt x="24282" y="18514"/>
                    <a:pt x="24282" y="12130"/>
                  </a:cubicBezTo>
                  <a:cubicBezTo>
                    <a:pt x="24282" y="5746"/>
                    <a:pt x="18531" y="0"/>
                    <a:pt x="12141" y="0"/>
                  </a:cubicBezTo>
                  <a:close/>
                  <a:moveTo>
                    <a:pt x="11502" y="12130"/>
                  </a:moveTo>
                  <a:cubicBezTo>
                    <a:pt x="11502" y="11491"/>
                    <a:pt x="11502" y="11491"/>
                    <a:pt x="11502" y="12130"/>
                  </a:cubicBezTo>
                  <a:cubicBezTo>
                    <a:pt x="12141" y="11491"/>
                    <a:pt x="12780" y="12130"/>
                    <a:pt x="12780" y="12130"/>
                  </a:cubicBezTo>
                  <a:cubicBezTo>
                    <a:pt x="12780" y="12768"/>
                    <a:pt x="11502" y="12768"/>
                    <a:pt x="11502" y="12130"/>
                  </a:cubicBezTo>
                  <a:close/>
                </a:path>
              </a:pathLst>
            </a:custGeom>
            <a:solidFill>
              <a:srgbClr val="00A3E0"/>
            </a:solidFill>
            <a:ln w="6390" cap="flat">
              <a:noFill/>
              <a:prstDash val="solid"/>
              <a:miter/>
            </a:ln>
          </p:spPr>
          <p:txBody>
            <a:bodyPr rtlCol="0" anchor="ctr"/>
            <a:lstStyle/>
            <a:p>
              <a:endParaRPr lang="en-US"/>
            </a:p>
          </p:txBody>
        </p:sp>
        <p:sp>
          <p:nvSpPr>
            <p:cNvPr id="688" name="Graphic 4">
              <a:extLst>
                <a:ext uri="{FF2B5EF4-FFF2-40B4-BE49-F238E27FC236}">
                  <a16:creationId xmlns:a16="http://schemas.microsoft.com/office/drawing/2014/main" id="{4E220D5F-495B-E445-BF9A-1C61F12F9A4D}"/>
                </a:ext>
              </a:extLst>
            </p:cNvPr>
            <p:cNvSpPr/>
            <p:nvPr/>
          </p:nvSpPr>
          <p:spPr>
            <a:xfrm>
              <a:off x="5831997" y="2505138"/>
              <a:ext cx="12999" cy="12866"/>
            </a:xfrm>
            <a:custGeom>
              <a:avLst/>
              <a:gdLst>
                <a:gd name="connsiteX0" fmla="*/ 5211 w 12999"/>
                <a:gd name="connsiteY0" fmla="*/ 12866 h 12866"/>
                <a:gd name="connsiteX1" fmla="*/ 6489 w 12999"/>
                <a:gd name="connsiteY1" fmla="*/ 12866 h 12866"/>
                <a:gd name="connsiteX2" fmla="*/ 12879 w 12999"/>
                <a:gd name="connsiteY2" fmla="*/ 7759 h 12866"/>
                <a:gd name="connsiteX3" fmla="*/ 7767 w 12999"/>
                <a:gd name="connsiteY3" fmla="*/ 98 h 12866"/>
                <a:gd name="connsiteX4" fmla="*/ 7127 w 12999"/>
                <a:gd name="connsiteY4" fmla="*/ 98 h 12866"/>
                <a:gd name="connsiteX5" fmla="*/ 99 w 12999"/>
                <a:gd name="connsiteY5" fmla="*/ 5206 h 12866"/>
                <a:gd name="connsiteX6" fmla="*/ 5211 w 12999"/>
                <a:gd name="connsiteY6" fmla="*/ 12866 h 1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99" h="12866">
                  <a:moveTo>
                    <a:pt x="5211" y="12866"/>
                  </a:moveTo>
                  <a:cubicBezTo>
                    <a:pt x="5849" y="12866"/>
                    <a:pt x="5849" y="12866"/>
                    <a:pt x="6489" y="12866"/>
                  </a:cubicBezTo>
                  <a:cubicBezTo>
                    <a:pt x="9684" y="12866"/>
                    <a:pt x="12239" y="10951"/>
                    <a:pt x="12879" y="7759"/>
                  </a:cubicBezTo>
                  <a:cubicBezTo>
                    <a:pt x="13517" y="4567"/>
                    <a:pt x="11600" y="737"/>
                    <a:pt x="7767" y="98"/>
                  </a:cubicBezTo>
                  <a:cubicBezTo>
                    <a:pt x="7767" y="98"/>
                    <a:pt x="7127" y="98"/>
                    <a:pt x="7127" y="98"/>
                  </a:cubicBezTo>
                  <a:cubicBezTo>
                    <a:pt x="3932" y="-540"/>
                    <a:pt x="737" y="2014"/>
                    <a:pt x="99" y="5206"/>
                  </a:cubicBezTo>
                  <a:cubicBezTo>
                    <a:pt x="-541" y="8398"/>
                    <a:pt x="2016" y="12228"/>
                    <a:pt x="5211" y="12866"/>
                  </a:cubicBezTo>
                  <a:close/>
                </a:path>
              </a:pathLst>
            </a:custGeom>
            <a:solidFill>
              <a:srgbClr val="00A3E0"/>
            </a:solidFill>
            <a:ln w="6390" cap="flat">
              <a:noFill/>
              <a:prstDash val="solid"/>
              <a:miter/>
            </a:ln>
          </p:spPr>
          <p:txBody>
            <a:bodyPr rtlCol="0" anchor="ctr"/>
            <a:lstStyle/>
            <a:p>
              <a:endParaRPr lang="en-US"/>
            </a:p>
          </p:txBody>
        </p:sp>
        <p:sp>
          <p:nvSpPr>
            <p:cNvPr id="689" name="Graphic 4">
              <a:extLst>
                <a:ext uri="{FF2B5EF4-FFF2-40B4-BE49-F238E27FC236}">
                  <a16:creationId xmlns:a16="http://schemas.microsoft.com/office/drawing/2014/main" id="{02E420E9-E7DF-E845-B2A3-8D99871EBB59}"/>
                </a:ext>
              </a:extLst>
            </p:cNvPr>
            <p:cNvSpPr/>
            <p:nvPr/>
          </p:nvSpPr>
          <p:spPr>
            <a:xfrm>
              <a:off x="5863285" y="2514714"/>
              <a:ext cx="13022" cy="12866"/>
            </a:xfrm>
            <a:custGeom>
              <a:avLst/>
              <a:gdLst>
                <a:gd name="connsiteX0" fmla="*/ 5233 w 13022"/>
                <a:gd name="connsiteY0" fmla="*/ 12866 h 12866"/>
                <a:gd name="connsiteX1" fmla="*/ 6511 w 13022"/>
                <a:gd name="connsiteY1" fmla="*/ 12866 h 12866"/>
                <a:gd name="connsiteX2" fmla="*/ 12901 w 13022"/>
                <a:gd name="connsiteY2" fmla="*/ 7759 h 12866"/>
                <a:gd name="connsiteX3" fmla="*/ 7789 w 13022"/>
                <a:gd name="connsiteY3" fmla="*/ 98 h 12866"/>
                <a:gd name="connsiteX4" fmla="*/ 7150 w 13022"/>
                <a:gd name="connsiteY4" fmla="*/ 98 h 12866"/>
                <a:gd name="connsiteX5" fmla="*/ 121 w 13022"/>
                <a:gd name="connsiteY5" fmla="*/ 5206 h 12866"/>
                <a:gd name="connsiteX6" fmla="*/ 5233 w 13022"/>
                <a:gd name="connsiteY6" fmla="*/ 12866 h 1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22" h="12866">
                  <a:moveTo>
                    <a:pt x="5233" y="12866"/>
                  </a:moveTo>
                  <a:cubicBezTo>
                    <a:pt x="5872" y="12866"/>
                    <a:pt x="5872" y="12866"/>
                    <a:pt x="6511" y="12866"/>
                  </a:cubicBezTo>
                  <a:cubicBezTo>
                    <a:pt x="9706" y="12866"/>
                    <a:pt x="12262" y="10951"/>
                    <a:pt x="12901" y="7759"/>
                  </a:cubicBezTo>
                  <a:cubicBezTo>
                    <a:pt x="13540" y="4567"/>
                    <a:pt x="11623" y="737"/>
                    <a:pt x="7789" y="98"/>
                  </a:cubicBezTo>
                  <a:cubicBezTo>
                    <a:pt x="7789" y="98"/>
                    <a:pt x="7150" y="98"/>
                    <a:pt x="7150" y="98"/>
                  </a:cubicBezTo>
                  <a:cubicBezTo>
                    <a:pt x="3955" y="-540"/>
                    <a:pt x="760" y="2014"/>
                    <a:pt x="121" y="5206"/>
                  </a:cubicBezTo>
                  <a:cubicBezTo>
                    <a:pt x="-518" y="9036"/>
                    <a:pt x="1399" y="12228"/>
                    <a:pt x="5233" y="12866"/>
                  </a:cubicBezTo>
                  <a:close/>
                </a:path>
              </a:pathLst>
            </a:custGeom>
            <a:solidFill>
              <a:srgbClr val="00A3E0"/>
            </a:solidFill>
            <a:ln w="6390" cap="flat">
              <a:noFill/>
              <a:prstDash val="solid"/>
              <a:miter/>
            </a:ln>
          </p:spPr>
          <p:txBody>
            <a:bodyPr rtlCol="0" anchor="ctr"/>
            <a:lstStyle/>
            <a:p>
              <a:endParaRPr lang="en-US"/>
            </a:p>
          </p:txBody>
        </p:sp>
        <p:sp>
          <p:nvSpPr>
            <p:cNvPr id="690" name="Graphic 4">
              <a:extLst>
                <a:ext uri="{FF2B5EF4-FFF2-40B4-BE49-F238E27FC236}">
                  <a16:creationId xmlns:a16="http://schemas.microsoft.com/office/drawing/2014/main" id="{8A50B97F-85D7-DC47-8577-D9BEAA9D3F14}"/>
                </a:ext>
              </a:extLst>
            </p:cNvPr>
            <p:cNvSpPr/>
            <p:nvPr/>
          </p:nvSpPr>
          <p:spPr>
            <a:xfrm>
              <a:off x="5922072" y="2543442"/>
              <a:ext cx="13022" cy="12866"/>
            </a:xfrm>
            <a:custGeom>
              <a:avLst/>
              <a:gdLst>
                <a:gd name="connsiteX0" fmla="*/ 5233 w 13022"/>
                <a:gd name="connsiteY0" fmla="*/ 12866 h 12866"/>
                <a:gd name="connsiteX1" fmla="*/ 6511 w 13022"/>
                <a:gd name="connsiteY1" fmla="*/ 12866 h 12866"/>
                <a:gd name="connsiteX2" fmla="*/ 12901 w 13022"/>
                <a:gd name="connsiteY2" fmla="*/ 7759 h 12866"/>
                <a:gd name="connsiteX3" fmla="*/ 7789 w 13022"/>
                <a:gd name="connsiteY3" fmla="*/ 98 h 12866"/>
                <a:gd name="connsiteX4" fmla="*/ 7150 w 13022"/>
                <a:gd name="connsiteY4" fmla="*/ 98 h 12866"/>
                <a:gd name="connsiteX5" fmla="*/ 121 w 13022"/>
                <a:gd name="connsiteY5" fmla="*/ 5206 h 12866"/>
                <a:gd name="connsiteX6" fmla="*/ 5233 w 13022"/>
                <a:gd name="connsiteY6" fmla="*/ 12866 h 1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22" h="12866">
                  <a:moveTo>
                    <a:pt x="5233" y="12866"/>
                  </a:moveTo>
                  <a:cubicBezTo>
                    <a:pt x="5872" y="12866"/>
                    <a:pt x="5872" y="12866"/>
                    <a:pt x="6511" y="12866"/>
                  </a:cubicBezTo>
                  <a:cubicBezTo>
                    <a:pt x="9706" y="12866"/>
                    <a:pt x="12262" y="10951"/>
                    <a:pt x="12901" y="7759"/>
                  </a:cubicBezTo>
                  <a:cubicBezTo>
                    <a:pt x="13540" y="4567"/>
                    <a:pt x="11623" y="737"/>
                    <a:pt x="7789" y="98"/>
                  </a:cubicBezTo>
                  <a:cubicBezTo>
                    <a:pt x="7789" y="98"/>
                    <a:pt x="7150" y="98"/>
                    <a:pt x="7150" y="98"/>
                  </a:cubicBezTo>
                  <a:cubicBezTo>
                    <a:pt x="3955" y="-540"/>
                    <a:pt x="760" y="2014"/>
                    <a:pt x="121" y="5206"/>
                  </a:cubicBezTo>
                  <a:cubicBezTo>
                    <a:pt x="-518" y="9036"/>
                    <a:pt x="1399" y="12228"/>
                    <a:pt x="5233" y="12866"/>
                  </a:cubicBezTo>
                  <a:close/>
                </a:path>
              </a:pathLst>
            </a:custGeom>
            <a:solidFill>
              <a:srgbClr val="00A3E0"/>
            </a:solidFill>
            <a:ln w="6390" cap="flat">
              <a:noFill/>
              <a:prstDash val="solid"/>
              <a:miter/>
            </a:ln>
          </p:spPr>
          <p:txBody>
            <a:bodyPr rtlCol="0" anchor="ctr"/>
            <a:lstStyle/>
            <a:p>
              <a:endParaRPr lang="en-US"/>
            </a:p>
          </p:txBody>
        </p:sp>
        <p:sp>
          <p:nvSpPr>
            <p:cNvPr id="691" name="Graphic 4">
              <a:extLst>
                <a:ext uri="{FF2B5EF4-FFF2-40B4-BE49-F238E27FC236}">
                  <a16:creationId xmlns:a16="http://schemas.microsoft.com/office/drawing/2014/main" id="{EB3AC795-8189-A94A-9B00-870020E9CDAB}"/>
                </a:ext>
              </a:extLst>
            </p:cNvPr>
            <p:cNvSpPr/>
            <p:nvPr/>
          </p:nvSpPr>
          <p:spPr>
            <a:xfrm>
              <a:off x="5947015" y="2563871"/>
              <a:ext cx="12999" cy="12866"/>
            </a:xfrm>
            <a:custGeom>
              <a:avLst/>
              <a:gdLst>
                <a:gd name="connsiteX0" fmla="*/ 5211 w 12999"/>
                <a:gd name="connsiteY0" fmla="*/ 12866 h 12866"/>
                <a:gd name="connsiteX1" fmla="*/ 6489 w 12999"/>
                <a:gd name="connsiteY1" fmla="*/ 12866 h 12866"/>
                <a:gd name="connsiteX2" fmla="*/ 12879 w 12999"/>
                <a:gd name="connsiteY2" fmla="*/ 7759 h 12866"/>
                <a:gd name="connsiteX3" fmla="*/ 7767 w 12999"/>
                <a:gd name="connsiteY3" fmla="*/ 98 h 12866"/>
                <a:gd name="connsiteX4" fmla="*/ 7127 w 12999"/>
                <a:gd name="connsiteY4" fmla="*/ 98 h 12866"/>
                <a:gd name="connsiteX5" fmla="*/ 99 w 12999"/>
                <a:gd name="connsiteY5" fmla="*/ 5206 h 12866"/>
                <a:gd name="connsiteX6" fmla="*/ 5211 w 12999"/>
                <a:gd name="connsiteY6" fmla="*/ 12866 h 1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99" h="12866">
                  <a:moveTo>
                    <a:pt x="5211" y="12866"/>
                  </a:moveTo>
                  <a:cubicBezTo>
                    <a:pt x="5849" y="12866"/>
                    <a:pt x="5849" y="12866"/>
                    <a:pt x="6489" y="12866"/>
                  </a:cubicBezTo>
                  <a:cubicBezTo>
                    <a:pt x="9684" y="12866"/>
                    <a:pt x="12239" y="10951"/>
                    <a:pt x="12879" y="7759"/>
                  </a:cubicBezTo>
                  <a:cubicBezTo>
                    <a:pt x="13517" y="4567"/>
                    <a:pt x="11600" y="737"/>
                    <a:pt x="7767" y="98"/>
                  </a:cubicBezTo>
                  <a:cubicBezTo>
                    <a:pt x="7767" y="98"/>
                    <a:pt x="7127" y="98"/>
                    <a:pt x="7127" y="98"/>
                  </a:cubicBezTo>
                  <a:cubicBezTo>
                    <a:pt x="3932" y="-540"/>
                    <a:pt x="737" y="2014"/>
                    <a:pt x="99" y="5206"/>
                  </a:cubicBezTo>
                  <a:cubicBezTo>
                    <a:pt x="-541" y="9036"/>
                    <a:pt x="2016" y="12228"/>
                    <a:pt x="5211" y="12866"/>
                  </a:cubicBezTo>
                  <a:close/>
                </a:path>
              </a:pathLst>
            </a:custGeom>
            <a:solidFill>
              <a:srgbClr val="00A3E0"/>
            </a:solidFill>
            <a:ln w="6390" cap="flat">
              <a:noFill/>
              <a:prstDash val="solid"/>
              <a:miter/>
            </a:ln>
          </p:spPr>
          <p:txBody>
            <a:bodyPr rtlCol="0" anchor="ctr"/>
            <a:lstStyle/>
            <a:p>
              <a:endParaRPr lang="en-US"/>
            </a:p>
          </p:txBody>
        </p:sp>
        <p:sp>
          <p:nvSpPr>
            <p:cNvPr id="692" name="Graphic 4">
              <a:extLst>
                <a:ext uri="{FF2B5EF4-FFF2-40B4-BE49-F238E27FC236}">
                  <a16:creationId xmlns:a16="http://schemas.microsoft.com/office/drawing/2014/main" id="{6FD8B343-C50B-714F-84CF-A7AC52B66DCA}"/>
                </a:ext>
              </a:extLst>
            </p:cNvPr>
            <p:cNvSpPr/>
            <p:nvPr/>
          </p:nvSpPr>
          <p:spPr>
            <a:xfrm>
              <a:off x="5950210" y="2537697"/>
              <a:ext cx="12999" cy="12866"/>
            </a:xfrm>
            <a:custGeom>
              <a:avLst/>
              <a:gdLst>
                <a:gd name="connsiteX0" fmla="*/ 5211 w 12999"/>
                <a:gd name="connsiteY0" fmla="*/ 12866 h 12866"/>
                <a:gd name="connsiteX1" fmla="*/ 6489 w 12999"/>
                <a:gd name="connsiteY1" fmla="*/ 12866 h 12866"/>
                <a:gd name="connsiteX2" fmla="*/ 12879 w 12999"/>
                <a:gd name="connsiteY2" fmla="*/ 7759 h 12866"/>
                <a:gd name="connsiteX3" fmla="*/ 7767 w 12999"/>
                <a:gd name="connsiteY3" fmla="*/ 98 h 12866"/>
                <a:gd name="connsiteX4" fmla="*/ 7127 w 12999"/>
                <a:gd name="connsiteY4" fmla="*/ 98 h 12866"/>
                <a:gd name="connsiteX5" fmla="*/ 99 w 12999"/>
                <a:gd name="connsiteY5" fmla="*/ 5206 h 12866"/>
                <a:gd name="connsiteX6" fmla="*/ 5211 w 12999"/>
                <a:gd name="connsiteY6" fmla="*/ 12866 h 1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99" h="12866">
                  <a:moveTo>
                    <a:pt x="5211" y="12866"/>
                  </a:moveTo>
                  <a:cubicBezTo>
                    <a:pt x="5849" y="12866"/>
                    <a:pt x="5849" y="12866"/>
                    <a:pt x="6489" y="12866"/>
                  </a:cubicBezTo>
                  <a:cubicBezTo>
                    <a:pt x="9684" y="12866"/>
                    <a:pt x="12239" y="10951"/>
                    <a:pt x="12879" y="7759"/>
                  </a:cubicBezTo>
                  <a:cubicBezTo>
                    <a:pt x="13517" y="4567"/>
                    <a:pt x="11600" y="737"/>
                    <a:pt x="7767" y="98"/>
                  </a:cubicBezTo>
                  <a:cubicBezTo>
                    <a:pt x="7767" y="98"/>
                    <a:pt x="7127" y="98"/>
                    <a:pt x="7127" y="98"/>
                  </a:cubicBezTo>
                  <a:cubicBezTo>
                    <a:pt x="3932" y="-540"/>
                    <a:pt x="737" y="2014"/>
                    <a:pt x="99" y="5206"/>
                  </a:cubicBezTo>
                  <a:cubicBezTo>
                    <a:pt x="-541" y="9036"/>
                    <a:pt x="2016" y="12228"/>
                    <a:pt x="5211" y="12866"/>
                  </a:cubicBezTo>
                  <a:close/>
                </a:path>
              </a:pathLst>
            </a:custGeom>
            <a:solidFill>
              <a:srgbClr val="00A3E0"/>
            </a:solidFill>
            <a:ln w="6390" cap="flat">
              <a:noFill/>
              <a:prstDash val="solid"/>
              <a:miter/>
            </a:ln>
          </p:spPr>
          <p:txBody>
            <a:bodyPr rtlCol="0" anchor="ctr"/>
            <a:lstStyle/>
            <a:p>
              <a:endParaRPr lang="en-US"/>
            </a:p>
          </p:txBody>
        </p:sp>
        <p:sp>
          <p:nvSpPr>
            <p:cNvPr id="693" name="Graphic 4">
              <a:extLst>
                <a:ext uri="{FF2B5EF4-FFF2-40B4-BE49-F238E27FC236}">
                  <a16:creationId xmlns:a16="http://schemas.microsoft.com/office/drawing/2014/main" id="{C9C22D07-4018-EC4F-8AD3-F0CAD036BCDD}"/>
                </a:ext>
              </a:extLst>
            </p:cNvPr>
            <p:cNvSpPr/>
            <p:nvPr/>
          </p:nvSpPr>
          <p:spPr>
            <a:xfrm>
              <a:off x="5893588" y="2527730"/>
              <a:ext cx="12492" cy="12618"/>
            </a:xfrm>
            <a:custGeom>
              <a:avLst/>
              <a:gdLst>
                <a:gd name="connsiteX0" fmla="*/ 3685 w 12492"/>
                <a:gd name="connsiteY0" fmla="*/ 11981 h 12618"/>
                <a:gd name="connsiteX1" fmla="*/ 6240 w 12492"/>
                <a:gd name="connsiteY1" fmla="*/ 12619 h 12618"/>
                <a:gd name="connsiteX2" fmla="*/ 11992 w 12492"/>
                <a:gd name="connsiteY2" fmla="*/ 8789 h 12618"/>
                <a:gd name="connsiteX3" fmla="*/ 9435 w 12492"/>
                <a:gd name="connsiteY3" fmla="*/ 489 h 12618"/>
                <a:gd name="connsiteX4" fmla="*/ 8797 w 12492"/>
                <a:gd name="connsiteY4" fmla="*/ 489 h 12618"/>
                <a:gd name="connsiteX5" fmla="*/ 490 w 12492"/>
                <a:gd name="connsiteY5" fmla="*/ 3681 h 12618"/>
                <a:gd name="connsiteX6" fmla="*/ 3685 w 12492"/>
                <a:gd name="connsiteY6" fmla="*/ 11981 h 12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92" h="12618">
                  <a:moveTo>
                    <a:pt x="3685" y="11981"/>
                  </a:moveTo>
                  <a:cubicBezTo>
                    <a:pt x="4324" y="12619"/>
                    <a:pt x="5602" y="12619"/>
                    <a:pt x="6240" y="12619"/>
                  </a:cubicBezTo>
                  <a:cubicBezTo>
                    <a:pt x="8797" y="12619"/>
                    <a:pt x="10714" y="11342"/>
                    <a:pt x="11992" y="8789"/>
                  </a:cubicBezTo>
                  <a:cubicBezTo>
                    <a:pt x="13270" y="5597"/>
                    <a:pt x="11992" y="1766"/>
                    <a:pt x="9435" y="489"/>
                  </a:cubicBezTo>
                  <a:cubicBezTo>
                    <a:pt x="9435" y="489"/>
                    <a:pt x="8797" y="489"/>
                    <a:pt x="8797" y="489"/>
                  </a:cubicBezTo>
                  <a:cubicBezTo>
                    <a:pt x="5602" y="-787"/>
                    <a:pt x="1767" y="489"/>
                    <a:pt x="490" y="3681"/>
                  </a:cubicBezTo>
                  <a:cubicBezTo>
                    <a:pt x="-788" y="6873"/>
                    <a:pt x="490" y="10704"/>
                    <a:pt x="3685" y="11981"/>
                  </a:cubicBezTo>
                  <a:close/>
                </a:path>
              </a:pathLst>
            </a:custGeom>
            <a:solidFill>
              <a:srgbClr val="00A3E0"/>
            </a:solidFill>
            <a:ln w="6390" cap="flat">
              <a:noFill/>
              <a:prstDash val="solid"/>
              <a:miter/>
            </a:ln>
          </p:spPr>
          <p:txBody>
            <a:bodyPr rtlCol="0" anchor="ctr"/>
            <a:lstStyle/>
            <a:p>
              <a:endParaRPr lang="en-US"/>
            </a:p>
          </p:txBody>
        </p:sp>
        <p:sp>
          <p:nvSpPr>
            <p:cNvPr id="694" name="Graphic 4">
              <a:extLst>
                <a:ext uri="{FF2B5EF4-FFF2-40B4-BE49-F238E27FC236}">
                  <a16:creationId xmlns:a16="http://schemas.microsoft.com/office/drawing/2014/main" id="{C93708F9-2D61-5A45-8CC4-A342F8320DF4}"/>
                </a:ext>
              </a:extLst>
            </p:cNvPr>
            <p:cNvSpPr/>
            <p:nvPr/>
          </p:nvSpPr>
          <p:spPr>
            <a:xfrm>
              <a:off x="5963379" y="2514813"/>
              <a:ext cx="12490" cy="12767"/>
            </a:xfrm>
            <a:custGeom>
              <a:avLst/>
              <a:gdLst>
                <a:gd name="connsiteX0" fmla="*/ 6100 w 12490"/>
                <a:gd name="connsiteY0" fmla="*/ 12768 h 12767"/>
                <a:gd name="connsiteX1" fmla="*/ 10573 w 12490"/>
                <a:gd name="connsiteY1" fmla="*/ 10853 h 12767"/>
                <a:gd name="connsiteX2" fmla="*/ 10573 w 12490"/>
                <a:gd name="connsiteY2" fmla="*/ 1915 h 12767"/>
                <a:gd name="connsiteX3" fmla="*/ 1627 w 12490"/>
                <a:gd name="connsiteY3" fmla="*/ 1915 h 12767"/>
                <a:gd name="connsiteX4" fmla="*/ 1627 w 12490"/>
                <a:gd name="connsiteY4" fmla="*/ 1915 h 12767"/>
                <a:gd name="connsiteX5" fmla="*/ 2266 w 12490"/>
                <a:gd name="connsiteY5" fmla="*/ 10853 h 12767"/>
                <a:gd name="connsiteX6" fmla="*/ 6100 w 12490"/>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90" h="12767">
                  <a:moveTo>
                    <a:pt x="6100" y="12768"/>
                  </a:moveTo>
                  <a:cubicBezTo>
                    <a:pt x="8017" y="12768"/>
                    <a:pt x="9295" y="12130"/>
                    <a:pt x="10573" y="10853"/>
                  </a:cubicBezTo>
                  <a:cubicBezTo>
                    <a:pt x="13129" y="8299"/>
                    <a:pt x="13129" y="4469"/>
                    <a:pt x="10573" y="1915"/>
                  </a:cubicBezTo>
                  <a:cubicBezTo>
                    <a:pt x="8017" y="-638"/>
                    <a:pt x="4183" y="-638"/>
                    <a:pt x="1627" y="1915"/>
                  </a:cubicBezTo>
                  <a:cubicBezTo>
                    <a:pt x="1627" y="1915"/>
                    <a:pt x="1627" y="1915"/>
                    <a:pt x="1627" y="1915"/>
                  </a:cubicBezTo>
                  <a:cubicBezTo>
                    <a:pt x="-929" y="4469"/>
                    <a:pt x="-290" y="8299"/>
                    <a:pt x="2266" y="10853"/>
                  </a:cubicBezTo>
                  <a:cubicBezTo>
                    <a:pt x="2905" y="12130"/>
                    <a:pt x="4822" y="12768"/>
                    <a:pt x="6100" y="12768"/>
                  </a:cubicBezTo>
                  <a:close/>
                </a:path>
              </a:pathLst>
            </a:custGeom>
            <a:solidFill>
              <a:srgbClr val="00A3E0"/>
            </a:solidFill>
            <a:ln w="6390" cap="flat">
              <a:noFill/>
              <a:prstDash val="solid"/>
              <a:miter/>
            </a:ln>
          </p:spPr>
          <p:txBody>
            <a:bodyPr rtlCol="0" anchor="ctr"/>
            <a:lstStyle/>
            <a:p>
              <a:endParaRPr lang="en-US"/>
            </a:p>
          </p:txBody>
        </p:sp>
      </p:grpSp>
      <p:grpSp>
        <p:nvGrpSpPr>
          <p:cNvPr id="705" name="Graphic 4">
            <a:extLst>
              <a:ext uri="{FF2B5EF4-FFF2-40B4-BE49-F238E27FC236}">
                <a16:creationId xmlns:a16="http://schemas.microsoft.com/office/drawing/2014/main" id="{0E0E935C-B207-6E48-841A-29F1764DC132}"/>
              </a:ext>
            </a:extLst>
          </p:cNvPr>
          <p:cNvGrpSpPr>
            <a:grpSpLocks noChangeAspect="1"/>
          </p:cNvGrpSpPr>
          <p:nvPr/>
        </p:nvGrpSpPr>
        <p:grpSpPr>
          <a:xfrm>
            <a:off x="5708769" y="1402085"/>
            <a:ext cx="361674" cy="361333"/>
            <a:chOff x="5708769" y="1402085"/>
            <a:chExt cx="361674" cy="361333"/>
          </a:xfrm>
          <a:solidFill>
            <a:srgbClr val="00A3E0"/>
          </a:solidFill>
        </p:grpSpPr>
        <p:sp>
          <p:nvSpPr>
            <p:cNvPr id="706" name="Graphic 4">
              <a:extLst>
                <a:ext uri="{FF2B5EF4-FFF2-40B4-BE49-F238E27FC236}">
                  <a16:creationId xmlns:a16="http://schemas.microsoft.com/office/drawing/2014/main" id="{6B380A86-C141-524D-86CB-5ECD67CBF0D9}"/>
                </a:ext>
              </a:extLst>
            </p:cNvPr>
            <p:cNvSpPr/>
            <p:nvPr/>
          </p:nvSpPr>
          <p:spPr>
            <a:xfrm>
              <a:off x="5708769" y="1402085"/>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6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09"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29"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707" name="Graphic 4">
              <a:extLst>
                <a:ext uri="{FF2B5EF4-FFF2-40B4-BE49-F238E27FC236}">
                  <a16:creationId xmlns:a16="http://schemas.microsoft.com/office/drawing/2014/main" id="{AA9CA60C-B883-824F-ACC5-3C0495DA833F}"/>
                </a:ext>
              </a:extLst>
            </p:cNvPr>
            <p:cNvSpPr/>
            <p:nvPr/>
          </p:nvSpPr>
          <p:spPr>
            <a:xfrm>
              <a:off x="5778136" y="1498837"/>
              <a:ext cx="185041" cy="122856"/>
            </a:xfrm>
            <a:custGeom>
              <a:avLst/>
              <a:gdLst>
                <a:gd name="connsiteX0" fmla="*/ 115942 w 185041"/>
                <a:gd name="connsiteY0" fmla="*/ 93490 h 122856"/>
                <a:gd name="connsiteX1" fmla="*/ 163867 w 185041"/>
                <a:gd name="connsiteY1" fmla="*/ 122218 h 122856"/>
                <a:gd name="connsiteX2" fmla="*/ 167062 w 185041"/>
                <a:gd name="connsiteY2" fmla="*/ 122856 h 122856"/>
                <a:gd name="connsiteX3" fmla="*/ 168978 w 185041"/>
                <a:gd name="connsiteY3" fmla="*/ 122856 h 122856"/>
                <a:gd name="connsiteX4" fmla="*/ 181758 w 185041"/>
                <a:gd name="connsiteY4" fmla="*/ 113280 h 122856"/>
                <a:gd name="connsiteX5" fmla="*/ 182397 w 185041"/>
                <a:gd name="connsiteY5" fmla="*/ 112642 h 122856"/>
                <a:gd name="connsiteX6" fmla="*/ 184314 w 185041"/>
                <a:gd name="connsiteY6" fmla="*/ 97320 h 122856"/>
                <a:gd name="connsiteX7" fmla="*/ 181119 w 185041"/>
                <a:gd name="connsiteY7" fmla="*/ 92851 h 122856"/>
                <a:gd name="connsiteX8" fmla="*/ 133195 w 185041"/>
                <a:gd name="connsiteY8" fmla="*/ 64762 h 122856"/>
                <a:gd name="connsiteX9" fmla="*/ 126166 w 185041"/>
                <a:gd name="connsiteY9" fmla="*/ 60932 h 122856"/>
                <a:gd name="connsiteX10" fmla="*/ 71212 w 185041"/>
                <a:gd name="connsiteY10" fmla="*/ 37311 h 122856"/>
                <a:gd name="connsiteX11" fmla="*/ 66100 w 185041"/>
                <a:gd name="connsiteY11" fmla="*/ 35396 h 122856"/>
                <a:gd name="connsiteX12" fmla="*/ 58433 w 185041"/>
                <a:gd name="connsiteY12" fmla="*/ 32204 h 122856"/>
                <a:gd name="connsiteX13" fmla="*/ 16898 w 185041"/>
                <a:gd name="connsiteY13" fmla="*/ 7944 h 122856"/>
                <a:gd name="connsiteX14" fmla="*/ 14342 w 185041"/>
                <a:gd name="connsiteY14" fmla="*/ 922 h 122856"/>
                <a:gd name="connsiteX15" fmla="*/ 5396 w 185041"/>
                <a:gd name="connsiteY15" fmla="*/ 2837 h 122856"/>
                <a:gd name="connsiteX16" fmla="*/ 923 w 185041"/>
                <a:gd name="connsiteY16" fmla="*/ 9860 h 122856"/>
                <a:gd name="connsiteX17" fmla="*/ 2840 w 185041"/>
                <a:gd name="connsiteY17" fmla="*/ 18797 h 122856"/>
                <a:gd name="connsiteX18" fmla="*/ 6035 w 185041"/>
                <a:gd name="connsiteY18" fmla="*/ 19436 h 122856"/>
                <a:gd name="connsiteX19" fmla="*/ 9869 w 185041"/>
                <a:gd name="connsiteY19" fmla="*/ 18159 h 122856"/>
                <a:gd name="connsiteX20" fmla="*/ 51403 w 185041"/>
                <a:gd name="connsiteY20" fmla="*/ 43056 h 122856"/>
                <a:gd name="connsiteX21" fmla="*/ 59710 w 185041"/>
                <a:gd name="connsiteY21" fmla="*/ 49440 h 122856"/>
                <a:gd name="connsiteX22" fmla="*/ 109552 w 185041"/>
                <a:gd name="connsiteY22" fmla="*/ 89021 h 122856"/>
                <a:gd name="connsiteX23" fmla="*/ 115942 w 185041"/>
                <a:gd name="connsiteY23" fmla="*/ 93490 h 122856"/>
                <a:gd name="connsiteX24" fmla="*/ 121054 w 185041"/>
                <a:gd name="connsiteY24" fmla="*/ 73061 h 122856"/>
                <a:gd name="connsiteX25" fmla="*/ 126805 w 185041"/>
                <a:gd name="connsiteY25" fmla="*/ 75615 h 122856"/>
                <a:gd name="connsiteX26" fmla="*/ 172173 w 185041"/>
                <a:gd name="connsiteY26" fmla="*/ 102427 h 122856"/>
                <a:gd name="connsiteX27" fmla="*/ 170895 w 185041"/>
                <a:gd name="connsiteY27" fmla="*/ 106896 h 122856"/>
                <a:gd name="connsiteX28" fmla="*/ 167700 w 185041"/>
                <a:gd name="connsiteY28" fmla="*/ 109450 h 122856"/>
                <a:gd name="connsiteX29" fmla="*/ 122971 w 185041"/>
                <a:gd name="connsiteY29" fmla="*/ 82637 h 122856"/>
                <a:gd name="connsiteX30" fmla="*/ 117859 w 185041"/>
                <a:gd name="connsiteY30" fmla="*/ 78807 h 122856"/>
                <a:gd name="connsiteX31" fmla="*/ 97411 w 185041"/>
                <a:gd name="connsiteY31" fmla="*/ 62208 h 122856"/>
                <a:gd name="connsiteX32" fmla="*/ 121054 w 185041"/>
                <a:gd name="connsiteY32" fmla="*/ 73061 h 122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85041" h="122856">
                  <a:moveTo>
                    <a:pt x="115942" y="93490"/>
                  </a:moveTo>
                  <a:lnTo>
                    <a:pt x="163867" y="122218"/>
                  </a:lnTo>
                  <a:cubicBezTo>
                    <a:pt x="165144" y="122856"/>
                    <a:pt x="165783" y="122856"/>
                    <a:pt x="167062" y="122856"/>
                  </a:cubicBezTo>
                  <a:cubicBezTo>
                    <a:pt x="167700" y="122856"/>
                    <a:pt x="168339" y="122856"/>
                    <a:pt x="168978" y="122856"/>
                  </a:cubicBezTo>
                  <a:cubicBezTo>
                    <a:pt x="169617" y="122856"/>
                    <a:pt x="177285" y="120303"/>
                    <a:pt x="181758" y="113280"/>
                  </a:cubicBezTo>
                  <a:cubicBezTo>
                    <a:pt x="181758" y="113280"/>
                    <a:pt x="181758" y="112642"/>
                    <a:pt x="182397" y="112642"/>
                  </a:cubicBezTo>
                  <a:cubicBezTo>
                    <a:pt x="186231" y="105619"/>
                    <a:pt x="184953" y="97959"/>
                    <a:pt x="184314" y="97320"/>
                  </a:cubicBezTo>
                  <a:cubicBezTo>
                    <a:pt x="183675" y="95405"/>
                    <a:pt x="183036" y="94128"/>
                    <a:pt x="181119" y="92851"/>
                  </a:cubicBezTo>
                  <a:lnTo>
                    <a:pt x="133195" y="64762"/>
                  </a:lnTo>
                  <a:cubicBezTo>
                    <a:pt x="131278" y="63485"/>
                    <a:pt x="128722" y="62208"/>
                    <a:pt x="126166" y="60932"/>
                  </a:cubicBezTo>
                  <a:lnTo>
                    <a:pt x="71212" y="37311"/>
                  </a:lnTo>
                  <a:cubicBezTo>
                    <a:pt x="69295" y="36672"/>
                    <a:pt x="68018" y="36034"/>
                    <a:pt x="66100" y="35396"/>
                  </a:cubicBezTo>
                  <a:cubicBezTo>
                    <a:pt x="63544" y="34119"/>
                    <a:pt x="60350" y="33480"/>
                    <a:pt x="58433" y="32204"/>
                  </a:cubicBezTo>
                  <a:lnTo>
                    <a:pt x="16898" y="7944"/>
                  </a:lnTo>
                  <a:cubicBezTo>
                    <a:pt x="17537" y="5391"/>
                    <a:pt x="16259" y="2837"/>
                    <a:pt x="14342" y="922"/>
                  </a:cubicBezTo>
                  <a:cubicBezTo>
                    <a:pt x="11147" y="-993"/>
                    <a:pt x="7313" y="284"/>
                    <a:pt x="5396" y="2837"/>
                  </a:cubicBezTo>
                  <a:lnTo>
                    <a:pt x="923" y="9860"/>
                  </a:lnTo>
                  <a:cubicBezTo>
                    <a:pt x="-994" y="13052"/>
                    <a:pt x="284" y="16882"/>
                    <a:pt x="2840" y="18797"/>
                  </a:cubicBezTo>
                  <a:cubicBezTo>
                    <a:pt x="4118" y="19436"/>
                    <a:pt x="4757" y="19436"/>
                    <a:pt x="6035" y="19436"/>
                  </a:cubicBezTo>
                  <a:cubicBezTo>
                    <a:pt x="7313" y="19436"/>
                    <a:pt x="8591" y="18797"/>
                    <a:pt x="9869" y="18159"/>
                  </a:cubicBezTo>
                  <a:lnTo>
                    <a:pt x="51403" y="43056"/>
                  </a:lnTo>
                  <a:cubicBezTo>
                    <a:pt x="53960" y="44972"/>
                    <a:pt x="57155" y="46887"/>
                    <a:pt x="59710" y="49440"/>
                  </a:cubicBezTo>
                  <a:lnTo>
                    <a:pt x="109552" y="89021"/>
                  </a:lnTo>
                  <a:cubicBezTo>
                    <a:pt x="111469" y="90298"/>
                    <a:pt x="114025" y="92213"/>
                    <a:pt x="115942" y="93490"/>
                  </a:cubicBezTo>
                  <a:close/>
                  <a:moveTo>
                    <a:pt x="121054" y="73061"/>
                  </a:moveTo>
                  <a:cubicBezTo>
                    <a:pt x="122971" y="73700"/>
                    <a:pt x="124888" y="74976"/>
                    <a:pt x="126805" y="75615"/>
                  </a:cubicBezTo>
                  <a:lnTo>
                    <a:pt x="172173" y="102427"/>
                  </a:lnTo>
                  <a:cubicBezTo>
                    <a:pt x="172173" y="103704"/>
                    <a:pt x="172173" y="105619"/>
                    <a:pt x="170895" y="106896"/>
                  </a:cubicBezTo>
                  <a:cubicBezTo>
                    <a:pt x="170257" y="108173"/>
                    <a:pt x="168978" y="108811"/>
                    <a:pt x="167700" y="109450"/>
                  </a:cubicBezTo>
                  <a:lnTo>
                    <a:pt x="122971" y="82637"/>
                  </a:lnTo>
                  <a:cubicBezTo>
                    <a:pt x="121054" y="81360"/>
                    <a:pt x="119776" y="80083"/>
                    <a:pt x="117859" y="78807"/>
                  </a:cubicBezTo>
                  <a:lnTo>
                    <a:pt x="97411" y="62208"/>
                  </a:lnTo>
                  <a:lnTo>
                    <a:pt x="121054" y="73061"/>
                  </a:lnTo>
                  <a:close/>
                </a:path>
              </a:pathLst>
            </a:custGeom>
            <a:solidFill>
              <a:srgbClr val="00A3E0"/>
            </a:solidFill>
            <a:ln w="6390" cap="flat">
              <a:noFill/>
              <a:prstDash val="solid"/>
              <a:miter/>
            </a:ln>
          </p:spPr>
          <p:txBody>
            <a:bodyPr rtlCol="0" anchor="ctr"/>
            <a:lstStyle/>
            <a:p>
              <a:endParaRPr lang="en-US"/>
            </a:p>
          </p:txBody>
        </p:sp>
        <p:sp>
          <p:nvSpPr>
            <p:cNvPr id="708" name="Graphic 4">
              <a:extLst>
                <a:ext uri="{FF2B5EF4-FFF2-40B4-BE49-F238E27FC236}">
                  <a16:creationId xmlns:a16="http://schemas.microsoft.com/office/drawing/2014/main" id="{2449C0FD-E3C8-6745-B39E-AAC73C6840B3}"/>
                </a:ext>
              </a:extLst>
            </p:cNvPr>
            <p:cNvSpPr/>
            <p:nvPr/>
          </p:nvSpPr>
          <p:spPr>
            <a:xfrm>
              <a:off x="5842156" y="1594619"/>
              <a:ext cx="156240" cy="53886"/>
            </a:xfrm>
            <a:custGeom>
              <a:avLst/>
              <a:gdLst>
                <a:gd name="connsiteX0" fmla="*/ 93456 w 156240"/>
                <a:gd name="connsiteY0" fmla="*/ 53887 h 53886"/>
                <a:gd name="connsiteX1" fmla="*/ 95373 w 156240"/>
                <a:gd name="connsiteY1" fmla="*/ 53887 h 53886"/>
                <a:gd name="connsiteX2" fmla="*/ 98568 w 156240"/>
                <a:gd name="connsiteY2" fmla="*/ 53249 h 53886"/>
                <a:gd name="connsiteX3" fmla="*/ 152882 w 156240"/>
                <a:gd name="connsiteY3" fmla="*/ 23244 h 53886"/>
                <a:gd name="connsiteX4" fmla="*/ 156077 w 156240"/>
                <a:gd name="connsiteY4" fmla="*/ 16860 h 53886"/>
                <a:gd name="connsiteX5" fmla="*/ 151604 w 156240"/>
                <a:gd name="connsiteY5" fmla="*/ 11753 h 53886"/>
                <a:gd name="connsiteX6" fmla="*/ 134351 w 156240"/>
                <a:gd name="connsiteY6" fmla="*/ 7284 h 53886"/>
                <a:gd name="connsiteX7" fmla="*/ 126683 w 156240"/>
                <a:gd name="connsiteY7" fmla="*/ 11753 h 53886"/>
                <a:gd name="connsiteX8" fmla="*/ 131156 w 156240"/>
                <a:gd name="connsiteY8" fmla="*/ 19413 h 53886"/>
                <a:gd name="connsiteX9" fmla="*/ 133073 w 156240"/>
                <a:gd name="connsiteY9" fmla="*/ 20052 h 53886"/>
                <a:gd name="connsiteX10" fmla="*/ 94734 w 156240"/>
                <a:gd name="connsiteY10" fmla="*/ 41119 h 53886"/>
                <a:gd name="connsiteX11" fmla="*/ 24444 w 156240"/>
                <a:gd name="connsiteY11" fmla="*/ 21967 h 53886"/>
                <a:gd name="connsiteX12" fmla="*/ 44253 w 156240"/>
                <a:gd name="connsiteY12" fmla="*/ 11753 h 53886"/>
                <a:gd name="connsiteX13" fmla="*/ 46809 w 156240"/>
                <a:gd name="connsiteY13" fmla="*/ 3453 h 53886"/>
                <a:gd name="connsiteX14" fmla="*/ 38502 w 156240"/>
                <a:gd name="connsiteY14" fmla="*/ 900 h 53886"/>
                <a:gd name="connsiteX15" fmla="*/ 3358 w 156240"/>
                <a:gd name="connsiteY15" fmla="*/ 18137 h 53886"/>
                <a:gd name="connsiteX16" fmla="*/ 163 w 156240"/>
                <a:gd name="connsiteY16" fmla="*/ 24521 h 53886"/>
                <a:gd name="connsiteX17" fmla="*/ 4636 w 156240"/>
                <a:gd name="connsiteY17" fmla="*/ 30266 h 53886"/>
                <a:gd name="connsiteX18" fmla="*/ 93456 w 156240"/>
                <a:gd name="connsiteY18" fmla="*/ 53887 h 5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6240" h="53886">
                  <a:moveTo>
                    <a:pt x="93456" y="53887"/>
                  </a:moveTo>
                  <a:cubicBezTo>
                    <a:pt x="94095" y="53887"/>
                    <a:pt x="94734" y="53887"/>
                    <a:pt x="95373" y="53887"/>
                  </a:cubicBezTo>
                  <a:cubicBezTo>
                    <a:pt x="96651" y="53887"/>
                    <a:pt x="97290" y="53887"/>
                    <a:pt x="98568" y="53249"/>
                  </a:cubicBezTo>
                  <a:lnTo>
                    <a:pt x="152882" y="23244"/>
                  </a:lnTo>
                  <a:cubicBezTo>
                    <a:pt x="155438" y="21967"/>
                    <a:pt x="156716" y="19413"/>
                    <a:pt x="156077" y="16860"/>
                  </a:cubicBezTo>
                  <a:cubicBezTo>
                    <a:pt x="156077" y="14306"/>
                    <a:pt x="154160" y="12391"/>
                    <a:pt x="151604" y="11753"/>
                  </a:cubicBezTo>
                  <a:lnTo>
                    <a:pt x="134351" y="7284"/>
                  </a:lnTo>
                  <a:cubicBezTo>
                    <a:pt x="131156" y="6645"/>
                    <a:pt x="127323" y="8561"/>
                    <a:pt x="126683" y="11753"/>
                  </a:cubicBezTo>
                  <a:cubicBezTo>
                    <a:pt x="126045" y="14945"/>
                    <a:pt x="127962" y="18775"/>
                    <a:pt x="131156" y="19413"/>
                  </a:cubicBezTo>
                  <a:lnTo>
                    <a:pt x="133073" y="20052"/>
                  </a:lnTo>
                  <a:lnTo>
                    <a:pt x="94734" y="41119"/>
                  </a:lnTo>
                  <a:lnTo>
                    <a:pt x="24444" y="21967"/>
                  </a:lnTo>
                  <a:lnTo>
                    <a:pt x="44253" y="11753"/>
                  </a:lnTo>
                  <a:cubicBezTo>
                    <a:pt x="47448" y="10476"/>
                    <a:pt x="48727" y="6645"/>
                    <a:pt x="46809" y="3453"/>
                  </a:cubicBezTo>
                  <a:cubicBezTo>
                    <a:pt x="45532" y="261"/>
                    <a:pt x="41697" y="-1015"/>
                    <a:pt x="38502" y="900"/>
                  </a:cubicBezTo>
                  <a:lnTo>
                    <a:pt x="3358" y="18137"/>
                  </a:lnTo>
                  <a:cubicBezTo>
                    <a:pt x="802" y="19413"/>
                    <a:pt x="-476" y="21967"/>
                    <a:pt x="163" y="24521"/>
                  </a:cubicBezTo>
                  <a:cubicBezTo>
                    <a:pt x="802" y="27074"/>
                    <a:pt x="2080" y="29628"/>
                    <a:pt x="4636" y="30266"/>
                  </a:cubicBezTo>
                  <a:lnTo>
                    <a:pt x="93456" y="53887"/>
                  </a:lnTo>
                  <a:close/>
                </a:path>
              </a:pathLst>
            </a:custGeom>
            <a:solidFill>
              <a:srgbClr val="00A3E0"/>
            </a:solidFill>
            <a:ln w="6390" cap="flat">
              <a:noFill/>
              <a:prstDash val="solid"/>
              <a:miter/>
            </a:ln>
          </p:spPr>
          <p:txBody>
            <a:bodyPr rtlCol="0" anchor="ctr"/>
            <a:lstStyle/>
            <a:p>
              <a:endParaRPr lang="en-US"/>
            </a:p>
          </p:txBody>
        </p:sp>
        <p:sp>
          <p:nvSpPr>
            <p:cNvPr id="709" name="Graphic 4">
              <a:extLst>
                <a:ext uri="{FF2B5EF4-FFF2-40B4-BE49-F238E27FC236}">
                  <a16:creationId xmlns:a16="http://schemas.microsoft.com/office/drawing/2014/main" id="{5C56A647-2503-6448-90FC-E28F9E2FC731}"/>
                </a:ext>
              </a:extLst>
            </p:cNvPr>
            <p:cNvSpPr/>
            <p:nvPr/>
          </p:nvSpPr>
          <p:spPr>
            <a:xfrm>
              <a:off x="5846031" y="1624886"/>
              <a:ext cx="156298" cy="42134"/>
            </a:xfrm>
            <a:custGeom>
              <a:avLst/>
              <a:gdLst>
                <a:gd name="connsiteX0" fmla="*/ 145813 w 156298"/>
                <a:gd name="connsiteY0" fmla="*/ 638 h 42134"/>
                <a:gd name="connsiteX1" fmla="*/ 94054 w 156298"/>
                <a:gd name="connsiteY1" fmla="*/ 29366 h 42134"/>
                <a:gd name="connsiteX2" fmla="*/ 7790 w 156298"/>
                <a:gd name="connsiteY2" fmla="*/ 5746 h 42134"/>
                <a:gd name="connsiteX3" fmla="*/ 123 w 156298"/>
                <a:gd name="connsiteY3" fmla="*/ 10214 h 42134"/>
                <a:gd name="connsiteX4" fmla="*/ 4595 w 156298"/>
                <a:gd name="connsiteY4" fmla="*/ 17875 h 42134"/>
                <a:gd name="connsiteX5" fmla="*/ 93415 w 156298"/>
                <a:gd name="connsiteY5" fmla="*/ 42134 h 42134"/>
                <a:gd name="connsiteX6" fmla="*/ 95332 w 156298"/>
                <a:gd name="connsiteY6" fmla="*/ 42134 h 42134"/>
                <a:gd name="connsiteX7" fmla="*/ 98527 w 156298"/>
                <a:gd name="connsiteY7" fmla="*/ 41496 h 42134"/>
                <a:gd name="connsiteX8" fmla="*/ 152842 w 156298"/>
                <a:gd name="connsiteY8" fmla="*/ 11491 h 42134"/>
                <a:gd name="connsiteX9" fmla="*/ 155398 w 156298"/>
                <a:gd name="connsiteY9" fmla="*/ 2554 h 42134"/>
                <a:gd name="connsiteX10" fmla="*/ 145813 w 156298"/>
                <a:gd name="connsiteY10" fmla="*/ 638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6298" h="42134">
                  <a:moveTo>
                    <a:pt x="145813" y="638"/>
                  </a:moveTo>
                  <a:lnTo>
                    <a:pt x="94054" y="29366"/>
                  </a:lnTo>
                  <a:lnTo>
                    <a:pt x="7790" y="5746"/>
                  </a:lnTo>
                  <a:cubicBezTo>
                    <a:pt x="4595" y="5107"/>
                    <a:pt x="761" y="7022"/>
                    <a:pt x="123" y="10214"/>
                  </a:cubicBezTo>
                  <a:cubicBezTo>
                    <a:pt x="-517" y="13406"/>
                    <a:pt x="1400" y="17237"/>
                    <a:pt x="4595" y="17875"/>
                  </a:cubicBezTo>
                  <a:lnTo>
                    <a:pt x="93415" y="42134"/>
                  </a:lnTo>
                  <a:cubicBezTo>
                    <a:pt x="94054" y="42134"/>
                    <a:pt x="94694" y="42134"/>
                    <a:pt x="95332" y="42134"/>
                  </a:cubicBezTo>
                  <a:cubicBezTo>
                    <a:pt x="96610" y="42134"/>
                    <a:pt x="97249" y="42134"/>
                    <a:pt x="98527" y="41496"/>
                  </a:cubicBezTo>
                  <a:lnTo>
                    <a:pt x="152842" y="11491"/>
                  </a:lnTo>
                  <a:cubicBezTo>
                    <a:pt x="156037" y="9576"/>
                    <a:pt x="157315" y="5746"/>
                    <a:pt x="155398" y="2554"/>
                  </a:cubicBezTo>
                  <a:cubicBezTo>
                    <a:pt x="152842" y="0"/>
                    <a:pt x="149008" y="-638"/>
                    <a:pt x="145813" y="638"/>
                  </a:cubicBezTo>
                  <a:close/>
                </a:path>
              </a:pathLst>
            </a:custGeom>
            <a:solidFill>
              <a:srgbClr val="00A3E0"/>
            </a:solidFill>
            <a:ln w="6390" cap="flat">
              <a:noFill/>
              <a:prstDash val="solid"/>
              <a:miter/>
            </a:ln>
          </p:spPr>
          <p:txBody>
            <a:bodyPr rtlCol="0" anchor="ctr"/>
            <a:lstStyle/>
            <a:p>
              <a:endParaRPr lang="en-US"/>
            </a:p>
          </p:txBody>
        </p:sp>
      </p:grpSp>
      <p:grpSp>
        <p:nvGrpSpPr>
          <p:cNvPr id="710" name="Graphic 4">
            <a:extLst>
              <a:ext uri="{FF2B5EF4-FFF2-40B4-BE49-F238E27FC236}">
                <a16:creationId xmlns:a16="http://schemas.microsoft.com/office/drawing/2014/main" id="{86CD5504-703D-4247-8361-4EA409331BA2}"/>
              </a:ext>
            </a:extLst>
          </p:cNvPr>
          <p:cNvGrpSpPr>
            <a:grpSpLocks noChangeAspect="1"/>
          </p:cNvGrpSpPr>
          <p:nvPr/>
        </p:nvGrpSpPr>
        <p:grpSpPr>
          <a:xfrm>
            <a:off x="5708769" y="2855717"/>
            <a:ext cx="361674" cy="361333"/>
            <a:chOff x="5708769" y="2855717"/>
            <a:chExt cx="361674" cy="361333"/>
          </a:xfrm>
          <a:solidFill>
            <a:srgbClr val="00A3E0"/>
          </a:solidFill>
        </p:grpSpPr>
        <p:sp>
          <p:nvSpPr>
            <p:cNvPr id="711" name="Graphic 4">
              <a:extLst>
                <a:ext uri="{FF2B5EF4-FFF2-40B4-BE49-F238E27FC236}">
                  <a16:creationId xmlns:a16="http://schemas.microsoft.com/office/drawing/2014/main" id="{B8F756C0-8E2C-E040-9BEE-B5472083074D}"/>
                </a:ext>
              </a:extLst>
            </p:cNvPr>
            <p:cNvSpPr/>
            <p:nvPr/>
          </p:nvSpPr>
          <p:spPr>
            <a:xfrm>
              <a:off x="5708769" y="2855717"/>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835 w 361674"/>
                <a:gd name="connsiteY5" fmla="*/ 348565 h 361333"/>
                <a:gd name="connsiteX6" fmla="*/ 12780 w 361674"/>
                <a:gd name="connsiteY6" fmla="*/ 180667 h 361333"/>
                <a:gd name="connsiteX7" fmla="*/ 180835 w 361674"/>
                <a:gd name="connsiteY7" fmla="*/ 12768 h 361333"/>
                <a:gd name="connsiteX8" fmla="*/ 348890 w 361674"/>
                <a:gd name="connsiteY8" fmla="*/ 180667 h 361333"/>
                <a:gd name="connsiteX9" fmla="*/ 180835 w 361674"/>
                <a:gd name="connsiteY9" fmla="*/ 3485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2309" y="80438"/>
                    <a:pt x="281157" y="0"/>
                    <a:pt x="180835" y="0"/>
                  </a:cubicBezTo>
                  <a:close/>
                  <a:moveTo>
                    <a:pt x="180835" y="348565"/>
                  </a:moveTo>
                  <a:cubicBezTo>
                    <a:pt x="88181" y="348565"/>
                    <a:pt x="12780" y="273234"/>
                    <a:pt x="12780" y="180667"/>
                  </a:cubicBezTo>
                  <a:cubicBezTo>
                    <a:pt x="12780" y="88099"/>
                    <a:pt x="88181" y="12768"/>
                    <a:pt x="180835" y="12768"/>
                  </a:cubicBezTo>
                  <a:cubicBezTo>
                    <a:pt x="273489" y="12768"/>
                    <a:pt x="348890" y="88099"/>
                    <a:pt x="348890" y="180667"/>
                  </a:cubicBezTo>
                  <a:cubicBezTo>
                    <a:pt x="349529" y="273234"/>
                    <a:pt x="273489" y="348565"/>
                    <a:pt x="180835" y="348565"/>
                  </a:cubicBezTo>
                  <a:close/>
                </a:path>
              </a:pathLst>
            </a:custGeom>
            <a:solidFill>
              <a:srgbClr val="00A3E0"/>
            </a:solidFill>
            <a:ln w="6390" cap="flat">
              <a:noFill/>
              <a:prstDash val="solid"/>
              <a:miter/>
            </a:ln>
          </p:spPr>
          <p:txBody>
            <a:bodyPr rtlCol="0" anchor="ctr"/>
            <a:lstStyle/>
            <a:p>
              <a:endParaRPr lang="en-US"/>
            </a:p>
          </p:txBody>
        </p:sp>
        <p:sp>
          <p:nvSpPr>
            <p:cNvPr id="712" name="Graphic 4">
              <a:extLst>
                <a:ext uri="{FF2B5EF4-FFF2-40B4-BE49-F238E27FC236}">
                  <a16:creationId xmlns:a16="http://schemas.microsoft.com/office/drawing/2014/main" id="{73EAAA06-A9E9-A844-9175-69CC77850FA7}"/>
                </a:ext>
              </a:extLst>
            </p:cNvPr>
            <p:cNvSpPr/>
            <p:nvPr/>
          </p:nvSpPr>
          <p:spPr>
            <a:xfrm>
              <a:off x="5776013" y="2973981"/>
              <a:ext cx="216159" cy="119220"/>
            </a:xfrm>
            <a:custGeom>
              <a:avLst/>
              <a:gdLst>
                <a:gd name="connsiteX0" fmla="*/ 215192 w 216159"/>
                <a:gd name="connsiteY0" fmla="*/ 29845 h 119220"/>
                <a:gd name="connsiteX1" fmla="*/ 214553 w 216159"/>
                <a:gd name="connsiteY1" fmla="*/ 12608 h 119220"/>
                <a:gd name="connsiteX2" fmla="*/ 213914 w 216159"/>
                <a:gd name="connsiteY2" fmla="*/ 11970 h 119220"/>
                <a:gd name="connsiteX3" fmla="*/ 201134 w 216159"/>
                <a:gd name="connsiteY3" fmla="*/ 479 h 119220"/>
                <a:gd name="connsiteX4" fmla="*/ 196022 w 216159"/>
                <a:gd name="connsiteY4" fmla="*/ 479 h 119220"/>
                <a:gd name="connsiteX5" fmla="*/ 139151 w 216159"/>
                <a:gd name="connsiteY5" fmla="*/ 27291 h 119220"/>
                <a:gd name="connsiteX6" fmla="*/ 131483 w 216159"/>
                <a:gd name="connsiteY6" fmla="*/ 31760 h 119220"/>
                <a:gd name="connsiteX7" fmla="*/ 74613 w 216159"/>
                <a:gd name="connsiteY7" fmla="*/ 68149 h 119220"/>
                <a:gd name="connsiteX8" fmla="*/ 69501 w 216159"/>
                <a:gd name="connsiteY8" fmla="*/ 71979 h 119220"/>
                <a:gd name="connsiteX9" fmla="*/ 61194 w 216159"/>
                <a:gd name="connsiteY9" fmla="*/ 77086 h 119220"/>
                <a:gd name="connsiteX10" fmla="*/ 11353 w 216159"/>
                <a:gd name="connsiteY10" fmla="*/ 100707 h 119220"/>
                <a:gd name="connsiteX11" fmla="*/ 3685 w 216159"/>
                <a:gd name="connsiteY11" fmla="*/ 98792 h 119220"/>
                <a:gd name="connsiteX12" fmla="*/ 490 w 216159"/>
                <a:gd name="connsiteY12" fmla="*/ 107091 h 119220"/>
                <a:gd name="connsiteX13" fmla="*/ 4324 w 216159"/>
                <a:gd name="connsiteY13" fmla="*/ 115390 h 119220"/>
                <a:gd name="connsiteX14" fmla="*/ 10075 w 216159"/>
                <a:gd name="connsiteY14" fmla="*/ 119221 h 119220"/>
                <a:gd name="connsiteX15" fmla="*/ 12631 w 216159"/>
                <a:gd name="connsiteY15" fmla="*/ 118582 h 119220"/>
                <a:gd name="connsiteX16" fmla="*/ 16465 w 216159"/>
                <a:gd name="connsiteY16" fmla="*/ 112198 h 119220"/>
                <a:gd name="connsiteX17" fmla="*/ 66945 w 216159"/>
                <a:gd name="connsiteY17" fmla="*/ 88578 h 119220"/>
                <a:gd name="connsiteX18" fmla="*/ 78447 w 216159"/>
                <a:gd name="connsiteY18" fmla="*/ 84747 h 119220"/>
                <a:gd name="connsiteX19" fmla="*/ 146819 w 216159"/>
                <a:gd name="connsiteY19" fmla="*/ 63680 h 119220"/>
                <a:gd name="connsiteX20" fmla="*/ 155126 w 216159"/>
                <a:gd name="connsiteY20" fmla="*/ 60488 h 119220"/>
                <a:gd name="connsiteX21" fmla="*/ 212636 w 216159"/>
                <a:gd name="connsiteY21" fmla="*/ 34314 h 119220"/>
                <a:gd name="connsiteX22" fmla="*/ 215192 w 216159"/>
                <a:gd name="connsiteY22" fmla="*/ 29845 h 119220"/>
                <a:gd name="connsiteX23" fmla="*/ 148736 w 216159"/>
                <a:gd name="connsiteY23" fmla="*/ 48997 h 119220"/>
                <a:gd name="connsiteX24" fmla="*/ 142346 w 216159"/>
                <a:gd name="connsiteY24" fmla="*/ 51551 h 119220"/>
                <a:gd name="connsiteX25" fmla="*/ 107841 w 216159"/>
                <a:gd name="connsiteY25" fmla="*/ 62403 h 119220"/>
                <a:gd name="connsiteX26" fmla="*/ 137873 w 216159"/>
                <a:gd name="connsiteY26" fmla="*/ 43251 h 119220"/>
                <a:gd name="connsiteX27" fmla="*/ 144263 w 216159"/>
                <a:gd name="connsiteY27" fmla="*/ 40059 h 119220"/>
                <a:gd name="connsiteX28" fmla="*/ 198578 w 216159"/>
                <a:gd name="connsiteY28" fmla="*/ 14524 h 119220"/>
                <a:gd name="connsiteX29" fmla="*/ 202412 w 216159"/>
                <a:gd name="connsiteY29" fmla="*/ 18992 h 119220"/>
                <a:gd name="connsiteX30" fmla="*/ 203051 w 216159"/>
                <a:gd name="connsiteY30" fmla="*/ 24738 h 119220"/>
                <a:gd name="connsiteX31" fmla="*/ 148736 w 216159"/>
                <a:gd name="connsiteY31" fmla="*/ 48997 h 119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16159" h="119220">
                  <a:moveTo>
                    <a:pt x="215192" y="29845"/>
                  </a:moveTo>
                  <a:cubicBezTo>
                    <a:pt x="215192" y="29207"/>
                    <a:pt x="217748" y="20908"/>
                    <a:pt x="214553" y="12608"/>
                  </a:cubicBezTo>
                  <a:cubicBezTo>
                    <a:pt x="214553" y="12608"/>
                    <a:pt x="214553" y="11970"/>
                    <a:pt x="213914" y="11970"/>
                  </a:cubicBezTo>
                  <a:cubicBezTo>
                    <a:pt x="210080" y="4309"/>
                    <a:pt x="201773" y="1117"/>
                    <a:pt x="201134" y="479"/>
                  </a:cubicBezTo>
                  <a:cubicBezTo>
                    <a:pt x="199217" y="-160"/>
                    <a:pt x="197939" y="-160"/>
                    <a:pt x="196022" y="479"/>
                  </a:cubicBezTo>
                  <a:lnTo>
                    <a:pt x="139151" y="27291"/>
                  </a:lnTo>
                  <a:cubicBezTo>
                    <a:pt x="136595" y="28568"/>
                    <a:pt x="134040" y="29845"/>
                    <a:pt x="131483" y="31760"/>
                  </a:cubicBezTo>
                  <a:lnTo>
                    <a:pt x="74613" y="68149"/>
                  </a:lnTo>
                  <a:cubicBezTo>
                    <a:pt x="72696" y="69426"/>
                    <a:pt x="71418" y="70702"/>
                    <a:pt x="69501" y="71979"/>
                  </a:cubicBezTo>
                  <a:cubicBezTo>
                    <a:pt x="66945" y="73894"/>
                    <a:pt x="64389" y="75810"/>
                    <a:pt x="61194" y="77086"/>
                  </a:cubicBezTo>
                  <a:lnTo>
                    <a:pt x="11353" y="100707"/>
                  </a:lnTo>
                  <a:cubicBezTo>
                    <a:pt x="9436" y="98154"/>
                    <a:pt x="6241" y="97515"/>
                    <a:pt x="3685" y="98792"/>
                  </a:cubicBezTo>
                  <a:cubicBezTo>
                    <a:pt x="490" y="100069"/>
                    <a:pt x="-788" y="103899"/>
                    <a:pt x="490" y="107091"/>
                  </a:cubicBezTo>
                  <a:lnTo>
                    <a:pt x="4324" y="115390"/>
                  </a:lnTo>
                  <a:cubicBezTo>
                    <a:pt x="5602" y="117944"/>
                    <a:pt x="7519" y="119221"/>
                    <a:pt x="10075" y="119221"/>
                  </a:cubicBezTo>
                  <a:cubicBezTo>
                    <a:pt x="10714" y="119221"/>
                    <a:pt x="11992" y="119221"/>
                    <a:pt x="12631" y="118582"/>
                  </a:cubicBezTo>
                  <a:cubicBezTo>
                    <a:pt x="15187" y="117306"/>
                    <a:pt x="16465" y="114752"/>
                    <a:pt x="16465" y="112198"/>
                  </a:cubicBezTo>
                  <a:lnTo>
                    <a:pt x="66945" y="88578"/>
                  </a:lnTo>
                  <a:cubicBezTo>
                    <a:pt x="70140" y="87301"/>
                    <a:pt x="74613" y="86024"/>
                    <a:pt x="78447" y="84747"/>
                  </a:cubicBezTo>
                  <a:lnTo>
                    <a:pt x="146819" y="63680"/>
                  </a:lnTo>
                  <a:cubicBezTo>
                    <a:pt x="149375" y="63042"/>
                    <a:pt x="152570" y="61765"/>
                    <a:pt x="155126" y="60488"/>
                  </a:cubicBezTo>
                  <a:lnTo>
                    <a:pt x="212636" y="34314"/>
                  </a:lnTo>
                  <a:cubicBezTo>
                    <a:pt x="213275" y="33037"/>
                    <a:pt x="214553" y="31760"/>
                    <a:pt x="215192" y="29845"/>
                  </a:cubicBezTo>
                  <a:close/>
                  <a:moveTo>
                    <a:pt x="148736" y="48997"/>
                  </a:moveTo>
                  <a:cubicBezTo>
                    <a:pt x="146819" y="50274"/>
                    <a:pt x="144263" y="50912"/>
                    <a:pt x="142346" y="51551"/>
                  </a:cubicBezTo>
                  <a:lnTo>
                    <a:pt x="107841" y="62403"/>
                  </a:lnTo>
                  <a:lnTo>
                    <a:pt x="137873" y="43251"/>
                  </a:lnTo>
                  <a:cubicBezTo>
                    <a:pt x="139790" y="41975"/>
                    <a:pt x="141707" y="40698"/>
                    <a:pt x="144263" y="40059"/>
                  </a:cubicBezTo>
                  <a:lnTo>
                    <a:pt x="198578" y="14524"/>
                  </a:lnTo>
                  <a:cubicBezTo>
                    <a:pt x="199856" y="15800"/>
                    <a:pt x="201773" y="17077"/>
                    <a:pt x="202412" y="18992"/>
                  </a:cubicBezTo>
                  <a:cubicBezTo>
                    <a:pt x="203051" y="20908"/>
                    <a:pt x="203051" y="22823"/>
                    <a:pt x="203051" y="24738"/>
                  </a:cubicBezTo>
                  <a:lnTo>
                    <a:pt x="148736" y="48997"/>
                  </a:lnTo>
                  <a:close/>
                </a:path>
              </a:pathLst>
            </a:custGeom>
            <a:solidFill>
              <a:srgbClr val="00A3E0"/>
            </a:solidFill>
            <a:ln w="6390" cap="flat">
              <a:noFill/>
              <a:prstDash val="solid"/>
              <a:miter/>
            </a:ln>
          </p:spPr>
          <p:txBody>
            <a:bodyPr rtlCol="0" anchor="ctr"/>
            <a:lstStyle/>
            <a:p>
              <a:endParaRPr lang="en-US"/>
            </a:p>
          </p:txBody>
        </p:sp>
        <p:sp>
          <p:nvSpPr>
            <p:cNvPr id="713" name="Graphic 4">
              <a:extLst>
                <a:ext uri="{FF2B5EF4-FFF2-40B4-BE49-F238E27FC236}">
                  <a16:creationId xmlns:a16="http://schemas.microsoft.com/office/drawing/2014/main" id="{B86702AC-6A61-0A41-B4B5-56CC2B3E0282}"/>
                </a:ext>
              </a:extLst>
            </p:cNvPr>
            <p:cNvSpPr/>
            <p:nvPr/>
          </p:nvSpPr>
          <p:spPr>
            <a:xfrm>
              <a:off x="5968989" y="3025680"/>
              <a:ext cx="20292" cy="72628"/>
            </a:xfrm>
            <a:custGeom>
              <a:avLst/>
              <a:gdLst>
                <a:gd name="connsiteX0" fmla="*/ 3685 w 20292"/>
                <a:gd name="connsiteY0" fmla="*/ 489 h 72628"/>
                <a:gd name="connsiteX1" fmla="*/ 490 w 20292"/>
                <a:gd name="connsiteY1" fmla="*/ 8789 h 72628"/>
                <a:gd name="connsiteX2" fmla="*/ 3685 w 20292"/>
                <a:gd name="connsiteY2" fmla="*/ 64329 h 72628"/>
                <a:gd name="connsiteX3" fmla="*/ 8158 w 20292"/>
                <a:gd name="connsiteY3" fmla="*/ 72628 h 72628"/>
                <a:gd name="connsiteX4" fmla="*/ 10075 w 20292"/>
                <a:gd name="connsiteY4" fmla="*/ 72628 h 72628"/>
                <a:gd name="connsiteX5" fmla="*/ 16465 w 20292"/>
                <a:gd name="connsiteY5" fmla="*/ 68159 h 72628"/>
                <a:gd name="connsiteX6" fmla="*/ 12630 w 20292"/>
                <a:gd name="connsiteY6" fmla="*/ 3681 h 72628"/>
                <a:gd name="connsiteX7" fmla="*/ 3685 w 20292"/>
                <a:gd name="connsiteY7" fmla="*/ 489 h 7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292" h="72628">
                  <a:moveTo>
                    <a:pt x="3685" y="489"/>
                  </a:moveTo>
                  <a:cubicBezTo>
                    <a:pt x="490" y="1766"/>
                    <a:pt x="-788" y="5597"/>
                    <a:pt x="490" y="8789"/>
                  </a:cubicBezTo>
                  <a:cubicBezTo>
                    <a:pt x="490" y="8789"/>
                    <a:pt x="12630" y="36240"/>
                    <a:pt x="3685" y="64329"/>
                  </a:cubicBezTo>
                  <a:cubicBezTo>
                    <a:pt x="2407" y="67521"/>
                    <a:pt x="4324" y="71351"/>
                    <a:pt x="8158" y="72628"/>
                  </a:cubicBezTo>
                  <a:cubicBezTo>
                    <a:pt x="8797" y="72628"/>
                    <a:pt x="9435" y="72628"/>
                    <a:pt x="10075" y="72628"/>
                  </a:cubicBezTo>
                  <a:cubicBezTo>
                    <a:pt x="12630" y="72628"/>
                    <a:pt x="15187" y="70713"/>
                    <a:pt x="16465" y="68159"/>
                  </a:cubicBezTo>
                  <a:cubicBezTo>
                    <a:pt x="26688" y="34963"/>
                    <a:pt x="13270" y="4958"/>
                    <a:pt x="12630" y="3681"/>
                  </a:cubicBezTo>
                  <a:cubicBezTo>
                    <a:pt x="10714" y="489"/>
                    <a:pt x="6880" y="-787"/>
                    <a:pt x="3685" y="489"/>
                  </a:cubicBezTo>
                  <a:close/>
                </a:path>
              </a:pathLst>
            </a:custGeom>
            <a:solidFill>
              <a:srgbClr val="00A3E0"/>
            </a:solidFill>
            <a:ln w="6390" cap="flat">
              <a:noFill/>
              <a:prstDash val="solid"/>
              <a:miter/>
            </a:ln>
          </p:spPr>
          <p:txBody>
            <a:bodyPr rtlCol="0" anchor="ctr"/>
            <a:lstStyle/>
            <a:p>
              <a:endParaRPr lang="en-US"/>
            </a:p>
          </p:txBody>
        </p:sp>
        <p:sp>
          <p:nvSpPr>
            <p:cNvPr id="714" name="Graphic 4">
              <a:extLst>
                <a:ext uri="{FF2B5EF4-FFF2-40B4-BE49-F238E27FC236}">
                  <a16:creationId xmlns:a16="http://schemas.microsoft.com/office/drawing/2014/main" id="{E677A287-BF0E-4449-8C22-7C15A4F255C7}"/>
                </a:ext>
              </a:extLst>
            </p:cNvPr>
            <p:cNvSpPr/>
            <p:nvPr/>
          </p:nvSpPr>
          <p:spPr>
            <a:xfrm>
              <a:off x="5953653" y="3032691"/>
              <a:ext cx="18381" cy="41996"/>
            </a:xfrm>
            <a:custGeom>
              <a:avLst/>
              <a:gdLst>
                <a:gd name="connsiteX0" fmla="*/ 3685 w 18381"/>
                <a:gd name="connsiteY0" fmla="*/ 501 h 41996"/>
                <a:gd name="connsiteX1" fmla="*/ 490 w 18381"/>
                <a:gd name="connsiteY1" fmla="*/ 8800 h 41996"/>
                <a:gd name="connsiteX2" fmla="*/ 5602 w 18381"/>
                <a:gd name="connsiteY2" fmla="*/ 35613 h 41996"/>
                <a:gd name="connsiteX3" fmla="*/ 11992 w 18381"/>
                <a:gd name="connsiteY3" fmla="*/ 41997 h 41996"/>
                <a:gd name="connsiteX4" fmla="*/ 11992 w 18381"/>
                <a:gd name="connsiteY4" fmla="*/ 41997 h 41996"/>
                <a:gd name="connsiteX5" fmla="*/ 18382 w 18381"/>
                <a:gd name="connsiteY5" fmla="*/ 35613 h 41996"/>
                <a:gd name="connsiteX6" fmla="*/ 11992 w 18381"/>
                <a:gd name="connsiteY6" fmla="*/ 3054 h 41996"/>
                <a:gd name="connsiteX7" fmla="*/ 3685 w 18381"/>
                <a:gd name="connsiteY7" fmla="*/ 501 h 4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381" h="41996">
                  <a:moveTo>
                    <a:pt x="3685" y="501"/>
                  </a:moveTo>
                  <a:cubicBezTo>
                    <a:pt x="490" y="1778"/>
                    <a:pt x="-788" y="5608"/>
                    <a:pt x="490" y="8800"/>
                  </a:cubicBezTo>
                  <a:cubicBezTo>
                    <a:pt x="490" y="8800"/>
                    <a:pt x="5602" y="20930"/>
                    <a:pt x="5602" y="35613"/>
                  </a:cubicBezTo>
                  <a:cubicBezTo>
                    <a:pt x="5602" y="39443"/>
                    <a:pt x="8158" y="41997"/>
                    <a:pt x="11992" y="41997"/>
                  </a:cubicBezTo>
                  <a:cubicBezTo>
                    <a:pt x="11992" y="41997"/>
                    <a:pt x="11992" y="41997"/>
                    <a:pt x="11992" y="41997"/>
                  </a:cubicBezTo>
                  <a:cubicBezTo>
                    <a:pt x="15826" y="41997"/>
                    <a:pt x="18382" y="39443"/>
                    <a:pt x="18382" y="35613"/>
                  </a:cubicBezTo>
                  <a:cubicBezTo>
                    <a:pt x="18382" y="17738"/>
                    <a:pt x="11992" y="3693"/>
                    <a:pt x="11992" y="3054"/>
                  </a:cubicBezTo>
                  <a:cubicBezTo>
                    <a:pt x="10714" y="501"/>
                    <a:pt x="6880" y="-776"/>
                    <a:pt x="3685" y="501"/>
                  </a:cubicBezTo>
                  <a:close/>
                </a:path>
              </a:pathLst>
            </a:custGeom>
            <a:solidFill>
              <a:srgbClr val="00A3E0"/>
            </a:solidFill>
            <a:ln w="6390" cap="flat">
              <a:noFill/>
              <a:prstDash val="solid"/>
              <a:miter/>
            </a:ln>
          </p:spPr>
          <p:txBody>
            <a:bodyPr rtlCol="0" anchor="ctr"/>
            <a:lstStyle/>
            <a:p>
              <a:endParaRPr lang="en-US"/>
            </a:p>
          </p:txBody>
        </p:sp>
        <p:sp>
          <p:nvSpPr>
            <p:cNvPr id="715" name="Graphic 4">
              <a:extLst>
                <a:ext uri="{FF2B5EF4-FFF2-40B4-BE49-F238E27FC236}">
                  <a16:creationId xmlns:a16="http://schemas.microsoft.com/office/drawing/2014/main" id="{A0BCC925-A84A-164D-BAB9-330CCE22216E}"/>
                </a:ext>
              </a:extLst>
            </p:cNvPr>
            <p:cNvSpPr/>
            <p:nvPr/>
          </p:nvSpPr>
          <p:spPr>
            <a:xfrm>
              <a:off x="5984325" y="3018658"/>
              <a:ext cx="19758" cy="34324"/>
            </a:xfrm>
            <a:custGeom>
              <a:avLst/>
              <a:gdLst>
                <a:gd name="connsiteX0" fmla="*/ 11992 w 19758"/>
                <a:gd name="connsiteY0" fmla="*/ 3681 h 34324"/>
                <a:gd name="connsiteX1" fmla="*/ 3685 w 19758"/>
                <a:gd name="connsiteY1" fmla="*/ 489 h 34324"/>
                <a:gd name="connsiteX2" fmla="*/ 490 w 19758"/>
                <a:gd name="connsiteY2" fmla="*/ 8789 h 34324"/>
                <a:gd name="connsiteX3" fmla="*/ 6880 w 19758"/>
                <a:gd name="connsiteY3" fmla="*/ 29217 h 34324"/>
                <a:gd name="connsiteX4" fmla="*/ 13269 w 19758"/>
                <a:gd name="connsiteY4" fmla="*/ 34324 h 34324"/>
                <a:gd name="connsiteX5" fmla="*/ 14548 w 19758"/>
                <a:gd name="connsiteY5" fmla="*/ 34324 h 34324"/>
                <a:gd name="connsiteX6" fmla="*/ 19659 w 19758"/>
                <a:gd name="connsiteY6" fmla="*/ 26664 h 34324"/>
                <a:gd name="connsiteX7" fmla="*/ 11992 w 19758"/>
                <a:gd name="connsiteY7" fmla="*/ 3681 h 34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58" h="34324">
                  <a:moveTo>
                    <a:pt x="11992" y="3681"/>
                  </a:moveTo>
                  <a:cubicBezTo>
                    <a:pt x="10714" y="489"/>
                    <a:pt x="6880" y="-787"/>
                    <a:pt x="3685" y="489"/>
                  </a:cubicBezTo>
                  <a:cubicBezTo>
                    <a:pt x="490" y="1766"/>
                    <a:pt x="-788" y="5597"/>
                    <a:pt x="490" y="8789"/>
                  </a:cubicBezTo>
                  <a:cubicBezTo>
                    <a:pt x="490" y="8789"/>
                    <a:pt x="4324" y="17088"/>
                    <a:pt x="6880" y="29217"/>
                  </a:cubicBezTo>
                  <a:cubicBezTo>
                    <a:pt x="7519" y="32409"/>
                    <a:pt x="10075" y="34324"/>
                    <a:pt x="13269" y="34324"/>
                  </a:cubicBezTo>
                  <a:cubicBezTo>
                    <a:pt x="13909" y="34324"/>
                    <a:pt x="13909" y="34324"/>
                    <a:pt x="14548" y="34324"/>
                  </a:cubicBezTo>
                  <a:cubicBezTo>
                    <a:pt x="17743" y="33686"/>
                    <a:pt x="20299" y="30494"/>
                    <a:pt x="19659" y="26664"/>
                  </a:cubicBezTo>
                  <a:cubicBezTo>
                    <a:pt x="16464" y="13257"/>
                    <a:pt x="12631" y="3681"/>
                    <a:pt x="11992" y="3681"/>
                  </a:cubicBezTo>
                  <a:close/>
                </a:path>
              </a:pathLst>
            </a:custGeom>
            <a:solidFill>
              <a:srgbClr val="00A3E0"/>
            </a:solidFill>
            <a:ln w="6390" cap="flat">
              <a:noFill/>
              <a:prstDash val="solid"/>
              <a:miter/>
            </a:ln>
          </p:spPr>
          <p:txBody>
            <a:bodyPr rtlCol="0" anchor="ctr"/>
            <a:lstStyle/>
            <a:p>
              <a:endParaRPr lang="en-US"/>
            </a:p>
          </p:txBody>
        </p:sp>
      </p:grpSp>
      <p:grpSp>
        <p:nvGrpSpPr>
          <p:cNvPr id="716" name="Graphic 4">
            <a:extLst>
              <a:ext uri="{FF2B5EF4-FFF2-40B4-BE49-F238E27FC236}">
                <a16:creationId xmlns:a16="http://schemas.microsoft.com/office/drawing/2014/main" id="{FBC2B863-594C-E74B-902B-30CB0CA35190}"/>
              </a:ext>
            </a:extLst>
          </p:cNvPr>
          <p:cNvGrpSpPr>
            <a:grpSpLocks noChangeAspect="1"/>
          </p:cNvGrpSpPr>
          <p:nvPr/>
        </p:nvGrpSpPr>
        <p:grpSpPr>
          <a:xfrm>
            <a:off x="3607758" y="4308712"/>
            <a:ext cx="361674" cy="361333"/>
            <a:chOff x="3607758" y="4308712"/>
            <a:chExt cx="361674" cy="361333"/>
          </a:xfrm>
          <a:solidFill>
            <a:srgbClr val="00A3E0"/>
          </a:solidFill>
        </p:grpSpPr>
        <p:sp>
          <p:nvSpPr>
            <p:cNvPr id="717" name="Graphic 4">
              <a:extLst>
                <a:ext uri="{FF2B5EF4-FFF2-40B4-BE49-F238E27FC236}">
                  <a16:creationId xmlns:a16="http://schemas.microsoft.com/office/drawing/2014/main" id="{3D832DCD-961C-A048-BD4B-095CFC4F566E}"/>
                </a:ext>
              </a:extLst>
            </p:cNvPr>
            <p:cNvSpPr/>
            <p:nvPr/>
          </p:nvSpPr>
          <p:spPr>
            <a:xfrm>
              <a:off x="3607758" y="4308712"/>
              <a:ext cx="361674" cy="361333"/>
            </a:xfrm>
            <a:custGeom>
              <a:avLst/>
              <a:gdLst>
                <a:gd name="connsiteX0" fmla="*/ 180836 w 361674"/>
                <a:gd name="connsiteY0" fmla="*/ 0 h 361333"/>
                <a:gd name="connsiteX1" fmla="*/ 0 w 361674"/>
                <a:gd name="connsiteY1" fmla="*/ 180667 h 361333"/>
                <a:gd name="connsiteX2" fmla="*/ 180836 w 361674"/>
                <a:gd name="connsiteY2" fmla="*/ 361334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7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2" y="361334"/>
                    <a:pt x="180836" y="361334"/>
                  </a:cubicBezTo>
                  <a:cubicBezTo>
                    <a:pt x="281157" y="361334"/>
                    <a:pt x="361671" y="280257"/>
                    <a:pt x="361671" y="180667"/>
                  </a:cubicBezTo>
                  <a:cubicBezTo>
                    <a:pt x="362310" y="81077"/>
                    <a:pt x="281157" y="0"/>
                    <a:pt x="180836" y="0"/>
                  </a:cubicBezTo>
                  <a:close/>
                  <a:moveTo>
                    <a:pt x="180836" y="349204"/>
                  </a:moveTo>
                  <a:cubicBezTo>
                    <a:pt x="88181" y="349204"/>
                    <a:pt x="12780" y="273873"/>
                    <a:pt x="12780" y="181305"/>
                  </a:cubicBezTo>
                  <a:cubicBezTo>
                    <a:pt x="12780" y="88738"/>
                    <a:pt x="88181" y="13407"/>
                    <a:pt x="180836" y="13407"/>
                  </a:cubicBezTo>
                  <a:cubicBezTo>
                    <a:pt x="273490" y="13407"/>
                    <a:pt x="348891" y="88738"/>
                    <a:pt x="348891" y="181305"/>
                  </a:cubicBezTo>
                  <a:cubicBezTo>
                    <a:pt x="349530" y="273234"/>
                    <a:pt x="274128"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718" name="Graphic 4">
              <a:extLst>
                <a:ext uri="{FF2B5EF4-FFF2-40B4-BE49-F238E27FC236}">
                  <a16:creationId xmlns:a16="http://schemas.microsoft.com/office/drawing/2014/main" id="{C7A541D4-A874-8E48-A9A1-EB8C244362F0}"/>
                </a:ext>
              </a:extLst>
            </p:cNvPr>
            <p:cNvSpPr/>
            <p:nvPr/>
          </p:nvSpPr>
          <p:spPr>
            <a:xfrm>
              <a:off x="3670561" y="4466471"/>
              <a:ext cx="128012" cy="116751"/>
            </a:xfrm>
            <a:custGeom>
              <a:avLst/>
              <a:gdLst>
                <a:gd name="connsiteX0" fmla="*/ 125061 w 128012"/>
                <a:gd name="connsiteY0" fmla="*/ 72702 h 116751"/>
                <a:gd name="connsiteX1" fmla="*/ 125061 w 128012"/>
                <a:gd name="connsiteY1" fmla="*/ 42698 h 116751"/>
                <a:gd name="connsiteX2" fmla="*/ 93750 w 128012"/>
                <a:gd name="connsiteY2" fmla="*/ 1840 h 116751"/>
                <a:gd name="connsiteX3" fmla="*/ 71385 w 128012"/>
                <a:gd name="connsiteY3" fmla="*/ 6947 h 116751"/>
                <a:gd name="connsiteX4" fmla="*/ 65634 w 128012"/>
                <a:gd name="connsiteY4" fmla="*/ 1840 h 116751"/>
                <a:gd name="connsiteX5" fmla="*/ 45187 w 128012"/>
                <a:gd name="connsiteY5" fmla="*/ 4394 h 116751"/>
                <a:gd name="connsiteX6" fmla="*/ 19627 w 128012"/>
                <a:gd name="connsiteY6" fmla="*/ 54827 h 116751"/>
                <a:gd name="connsiteX7" fmla="*/ 15154 w 128012"/>
                <a:gd name="connsiteY7" fmla="*/ 56742 h 116751"/>
                <a:gd name="connsiteX8" fmla="*/ 10042 w 128012"/>
                <a:gd name="connsiteY8" fmla="*/ 59934 h 116751"/>
                <a:gd name="connsiteX9" fmla="*/ 3013 w 128012"/>
                <a:gd name="connsiteY9" fmla="*/ 89939 h 116751"/>
                <a:gd name="connsiteX10" fmla="*/ 13237 w 128012"/>
                <a:gd name="connsiteY10" fmla="*/ 106537 h 116751"/>
                <a:gd name="connsiteX11" fmla="*/ 31768 w 128012"/>
                <a:gd name="connsiteY11" fmla="*/ 116752 h 116751"/>
                <a:gd name="connsiteX12" fmla="*/ 43270 w 128012"/>
                <a:gd name="connsiteY12" fmla="*/ 113560 h 116751"/>
                <a:gd name="connsiteX13" fmla="*/ 48382 w 128012"/>
                <a:gd name="connsiteY13" fmla="*/ 110368 h 116751"/>
                <a:gd name="connsiteX14" fmla="*/ 51577 w 128012"/>
                <a:gd name="connsiteY14" fmla="*/ 107176 h 116751"/>
                <a:gd name="connsiteX15" fmla="*/ 125061 w 128012"/>
                <a:gd name="connsiteY15" fmla="*/ 72702 h 116751"/>
                <a:gd name="connsiteX16" fmla="*/ 52215 w 128012"/>
                <a:gd name="connsiteY16" fmla="*/ 15247 h 116751"/>
                <a:gd name="connsiteX17" fmla="*/ 59245 w 128012"/>
                <a:gd name="connsiteY17" fmla="*/ 13331 h 116751"/>
                <a:gd name="connsiteX18" fmla="*/ 60523 w 128012"/>
                <a:gd name="connsiteY18" fmla="*/ 15247 h 116751"/>
                <a:gd name="connsiteX19" fmla="*/ 60523 w 128012"/>
                <a:gd name="connsiteY19" fmla="*/ 15247 h 116751"/>
                <a:gd name="connsiteX20" fmla="*/ 51577 w 128012"/>
                <a:gd name="connsiteY20" fmla="*/ 25461 h 116751"/>
                <a:gd name="connsiteX21" fmla="*/ 52855 w 128012"/>
                <a:gd name="connsiteY21" fmla="*/ 34399 h 116751"/>
                <a:gd name="connsiteX22" fmla="*/ 61800 w 128012"/>
                <a:gd name="connsiteY22" fmla="*/ 33122 h 116751"/>
                <a:gd name="connsiteX23" fmla="*/ 70746 w 128012"/>
                <a:gd name="connsiteY23" fmla="*/ 23546 h 116751"/>
                <a:gd name="connsiteX24" fmla="*/ 71385 w 128012"/>
                <a:gd name="connsiteY24" fmla="*/ 22907 h 116751"/>
                <a:gd name="connsiteX25" fmla="*/ 87999 w 128012"/>
                <a:gd name="connsiteY25" fmla="*/ 13331 h 116751"/>
                <a:gd name="connsiteX26" fmla="*/ 112920 w 128012"/>
                <a:gd name="connsiteY26" fmla="*/ 46528 h 116751"/>
                <a:gd name="connsiteX27" fmla="*/ 113559 w 128012"/>
                <a:gd name="connsiteY27" fmla="*/ 66318 h 116751"/>
                <a:gd name="connsiteX28" fmla="*/ 55410 w 128012"/>
                <a:gd name="connsiteY28" fmla="*/ 93769 h 116751"/>
                <a:gd name="connsiteX29" fmla="*/ 53493 w 128012"/>
                <a:gd name="connsiteY29" fmla="*/ 88662 h 116751"/>
                <a:gd name="connsiteX30" fmla="*/ 36880 w 128012"/>
                <a:gd name="connsiteY30" fmla="*/ 62488 h 116751"/>
                <a:gd name="connsiteX31" fmla="*/ 32407 w 128012"/>
                <a:gd name="connsiteY31" fmla="*/ 58019 h 116751"/>
                <a:gd name="connsiteX32" fmla="*/ 52215 w 128012"/>
                <a:gd name="connsiteY32" fmla="*/ 15247 h 116751"/>
                <a:gd name="connsiteX33" fmla="*/ 43270 w 128012"/>
                <a:gd name="connsiteY33" fmla="*/ 96961 h 116751"/>
                <a:gd name="connsiteX34" fmla="*/ 41992 w 128012"/>
                <a:gd name="connsiteY34" fmla="*/ 98877 h 116751"/>
                <a:gd name="connsiteX35" fmla="*/ 36880 w 128012"/>
                <a:gd name="connsiteY35" fmla="*/ 102069 h 116751"/>
                <a:gd name="connsiteX36" fmla="*/ 24739 w 128012"/>
                <a:gd name="connsiteY36" fmla="*/ 99515 h 116751"/>
                <a:gd name="connsiteX37" fmla="*/ 14515 w 128012"/>
                <a:gd name="connsiteY37" fmla="*/ 82917 h 116751"/>
                <a:gd name="connsiteX38" fmla="*/ 17071 w 128012"/>
                <a:gd name="connsiteY38" fmla="*/ 70787 h 116751"/>
                <a:gd name="connsiteX39" fmla="*/ 22183 w 128012"/>
                <a:gd name="connsiteY39" fmla="*/ 67595 h 116751"/>
                <a:gd name="connsiteX40" fmla="*/ 24100 w 128012"/>
                <a:gd name="connsiteY40" fmla="*/ 66957 h 116751"/>
                <a:gd name="connsiteX41" fmla="*/ 26017 w 128012"/>
                <a:gd name="connsiteY41" fmla="*/ 68234 h 116751"/>
                <a:gd name="connsiteX42" fmla="*/ 42630 w 128012"/>
                <a:gd name="connsiteY42" fmla="*/ 94408 h 116751"/>
                <a:gd name="connsiteX43" fmla="*/ 43270 w 128012"/>
                <a:gd name="connsiteY43" fmla="*/ 96961 h 116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28012" h="116751">
                  <a:moveTo>
                    <a:pt x="125061" y="72702"/>
                  </a:moveTo>
                  <a:cubicBezTo>
                    <a:pt x="130173" y="63126"/>
                    <a:pt x="127617" y="49720"/>
                    <a:pt x="125061" y="42698"/>
                  </a:cubicBezTo>
                  <a:cubicBezTo>
                    <a:pt x="120588" y="28015"/>
                    <a:pt x="109725" y="10139"/>
                    <a:pt x="93750" y="1840"/>
                  </a:cubicBezTo>
                  <a:cubicBezTo>
                    <a:pt x="86721" y="-1352"/>
                    <a:pt x="78414" y="1840"/>
                    <a:pt x="71385" y="6947"/>
                  </a:cubicBezTo>
                  <a:cubicBezTo>
                    <a:pt x="70108" y="5032"/>
                    <a:pt x="68190" y="3117"/>
                    <a:pt x="65634" y="1840"/>
                  </a:cubicBezTo>
                  <a:cubicBezTo>
                    <a:pt x="62440" y="-75"/>
                    <a:pt x="55410" y="-1990"/>
                    <a:pt x="45187" y="4394"/>
                  </a:cubicBezTo>
                  <a:cubicBezTo>
                    <a:pt x="28573" y="15885"/>
                    <a:pt x="20266" y="39506"/>
                    <a:pt x="19627" y="54827"/>
                  </a:cubicBezTo>
                  <a:cubicBezTo>
                    <a:pt x="18349" y="55466"/>
                    <a:pt x="16432" y="56104"/>
                    <a:pt x="15154" y="56742"/>
                  </a:cubicBezTo>
                  <a:lnTo>
                    <a:pt x="10042" y="59934"/>
                  </a:lnTo>
                  <a:cubicBezTo>
                    <a:pt x="-182" y="66318"/>
                    <a:pt x="-2738" y="79725"/>
                    <a:pt x="3013" y="89939"/>
                  </a:cubicBezTo>
                  <a:lnTo>
                    <a:pt x="13237" y="106537"/>
                  </a:lnTo>
                  <a:cubicBezTo>
                    <a:pt x="17071" y="112921"/>
                    <a:pt x="24100" y="116752"/>
                    <a:pt x="31768" y="116752"/>
                  </a:cubicBezTo>
                  <a:cubicBezTo>
                    <a:pt x="35602" y="116752"/>
                    <a:pt x="39436" y="115475"/>
                    <a:pt x="43270" y="113560"/>
                  </a:cubicBezTo>
                  <a:lnTo>
                    <a:pt x="48382" y="110368"/>
                  </a:lnTo>
                  <a:cubicBezTo>
                    <a:pt x="49660" y="109729"/>
                    <a:pt x="50938" y="108453"/>
                    <a:pt x="51577" y="107176"/>
                  </a:cubicBezTo>
                  <a:cubicBezTo>
                    <a:pt x="102057" y="103345"/>
                    <a:pt x="119949" y="81640"/>
                    <a:pt x="125061" y="72702"/>
                  </a:cubicBezTo>
                  <a:close/>
                  <a:moveTo>
                    <a:pt x="52215" y="15247"/>
                  </a:moveTo>
                  <a:cubicBezTo>
                    <a:pt x="55410" y="13331"/>
                    <a:pt x="57966" y="12693"/>
                    <a:pt x="59245" y="13331"/>
                  </a:cubicBezTo>
                  <a:cubicBezTo>
                    <a:pt x="59883" y="13970"/>
                    <a:pt x="60523" y="14608"/>
                    <a:pt x="60523" y="15247"/>
                  </a:cubicBezTo>
                  <a:cubicBezTo>
                    <a:pt x="60523" y="15247"/>
                    <a:pt x="60523" y="15247"/>
                    <a:pt x="60523" y="15247"/>
                  </a:cubicBezTo>
                  <a:cubicBezTo>
                    <a:pt x="54772" y="20354"/>
                    <a:pt x="51577" y="25461"/>
                    <a:pt x="51577" y="25461"/>
                  </a:cubicBezTo>
                  <a:cubicBezTo>
                    <a:pt x="49660" y="28015"/>
                    <a:pt x="50298" y="32483"/>
                    <a:pt x="52855" y="34399"/>
                  </a:cubicBezTo>
                  <a:cubicBezTo>
                    <a:pt x="55410" y="36314"/>
                    <a:pt x="59883" y="35675"/>
                    <a:pt x="61800" y="33122"/>
                  </a:cubicBezTo>
                  <a:cubicBezTo>
                    <a:pt x="64356" y="29291"/>
                    <a:pt x="67551" y="26099"/>
                    <a:pt x="70746" y="23546"/>
                  </a:cubicBezTo>
                  <a:cubicBezTo>
                    <a:pt x="70746" y="23546"/>
                    <a:pt x="71385" y="23546"/>
                    <a:pt x="71385" y="22907"/>
                  </a:cubicBezTo>
                  <a:cubicBezTo>
                    <a:pt x="78414" y="16523"/>
                    <a:pt x="86082" y="12055"/>
                    <a:pt x="87999" y="13331"/>
                  </a:cubicBezTo>
                  <a:cubicBezTo>
                    <a:pt x="98223" y="18439"/>
                    <a:pt x="108447" y="31207"/>
                    <a:pt x="112920" y="46528"/>
                  </a:cubicBezTo>
                  <a:cubicBezTo>
                    <a:pt x="116115" y="56742"/>
                    <a:pt x="115476" y="63765"/>
                    <a:pt x="113559" y="66318"/>
                  </a:cubicBezTo>
                  <a:cubicBezTo>
                    <a:pt x="109725" y="73341"/>
                    <a:pt x="95667" y="89939"/>
                    <a:pt x="55410" y="93769"/>
                  </a:cubicBezTo>
                  <a:cubicBezTo>
                    <a:pt x="54772" y="91854"/>
                    <a:pt x="54133" y="89939"/>
                    <a:pt x="53493" y="88662"/>
                  </a:cubicBezTo>
                  <a:lnTo>
                    <a:pt x="36880" y="62488"/>
                  </a:lnTo>
                  <a:cubicBezTo>
                    <a:pt x="35602" y="60573"/>
                    <a:pt x="34324" y="59296"/>
                    <a:pt x="32407" y="58019"/>
                  </a:cubicBezTo>
                  <a:cubicBezTo>
                    <a:pt x="32407" y="45251"/>
                    <a:pt x="38797" y="24184"/>
                    <a:pt x="52215" y="15247"/>
                  </a:cubicBezTo>
                  <a:close/>
                  <a:moveTo>
                    <a:pt x="43270" y="96961"/>
                  </a:moveTo>
                  <a:cubicBezTo>
                    <a:pt x="43270" y="97600"/>
                    <a:pt x="42630" y="98238"/>
                    <a:pt x="41992" y="98877"/>
                  </a:cubicBezTo>
                  <a:lnTo>
                    <a:pt x="36880" y="102069"/>
                  </a:lnTo>
                  <a:cubicBezTo>
                    <a:pt x="33046" y="104622"/>
                    <a:pt x="27295" y="103345"/>
                    <a:pt x="24739" y="99515"/>
                  </a:cubicBezTo>
                  <a:lnTo>
                    <a:pt x="14515" y="82917"/>
                  </a:lnTo>
                  <a:cubicBezTo>
                    <a:pt x="11959" y="79086"/>
                    <a:pt x="13237" y="73341"/>
                    <a:pt x="17071" y="70787"/>
                  </a:cubicBezTo>
                  <a:lnTo>
                    <a:pt x="22183" y="67595"/>
                  </a:lnTo>
                  <a:cubicBezTo>
                    <a:pt x="22822" y="66957"/>
                    <a:pt x="24100" y="66957"/>
                    <a:pt x="24100" y="66957"/>
                  </a:cubicBezTo>
                  <a:cubicBezTo>
                    <a:pt x="24739" y="66957"/>
                    <a:pt x="25378" y="67595"/>
                    <a:pt x="26017" y="68234"/>
                  </a:cubicBezTo>
                  <a:lnTo>
                    <a:pt x="42630" y="94408"/>
                  </a:lnTo>
                  <a:cubicBezTo>
                    <a:pt x="43270" y="95685"/>
                    <a:pt x="43270" y="96961"/>
                    <a:pt x="43270" y="96961"/>
                  </a:cubicBezTo>
                  <a:close/>
                </a:path>
              </a:pathLst>
            </a:custGeom>
            <a:solidFill>
              <a:srgbClr val="00A3E0"/>
            </a:solidFill>
            <a:ln w="6390" cap="flat">
              <a:noFill/>
              <a:prstDash val="solid"/>
              <a:miter/>
            </a:ln>
          </p:spPr>
          <p:txBody>
            <a:bodyPr rtlCol="0" anchor="ctr"/>
            <a:lstStyle/>
            <a:p>
              <a:endParaRPr lang="en-US"/>
            </a:p>
          </p:txBody>
        </p:sp>
        <p:sp>
          <p:nvSpPr>
            <p:cNvPr id="719" name="Graphic 4">
              <a:extLst>
                <a:ext uri="{FF2B5EF4-FFF2-40B4-BE49-F238E27FC236}">
                  <a16:creationId xmlns:a16="http://schemas.microsoft.com/office/drawing/2014/main" id="{913E6BA5-3F66-4F4B-99FA-B38BF477054F}"/>
                </a:ext>
              </a:extLst>
            </p:cNvPr>
            <p:cNvSpPr/>
            <p:nvPr/>
          </p:nvSpPr>
          <p:spPr>
            <a:xfrm>
              <a:off x="3687193" y="4540650"/>
              <a:ext cx="20048" cy="25336"/>
            </a:xfrm>
            <a:custGeom>
              <a:avLst/>
              <a:gdLst>
                <a:gd name="connsiteX0" fmla="*/ 11941 w 20048"/>
                <a:gd name="connsiteY0" fmla="*/ 2992 h 25336"/>
                <a:gd name="connsiteX1" fmla="*/ 2995 w 20048"/>
                <a:gd name="connsiteY1" fmla="*/ 1077 h 25336"/>
                <a:gd name="connsiteX2" fmla="*/ 1078 w 20048"/>
                <a:gd name="connsiteY2" fmla="*/ 10015 h 25336"/>
                <a:gd name="connsiteX3" fmla="*/ 8746 w 20048"/>
                <a:gd name="connsiteY3" fmla="*/ 22144 h 25336"/>
                <a:gd name="connsiteX4" fmla="*/ 13858 w 20048"/>
                <a:gd name="connsiteY4" fmla="*/ 25336 h 25336"/>
                <a:gd name="connsiteX5" fmla="*/ 17053 w 20048"/>
                <a:gd name="connsiteY5" fmla="*/ 24060 h 25336"/>
                <a:gd name="connsiteX6" fmla="*/ 18970 w 20048"/>
                <a:gd name="connsiteY6" fmla="*/ 15122 h 25336"/>
                <a:gd name="connsiteX7" fmla="*/ 11941 w 20048"/>
                <a:gd name="connsiteY7" fmla="*/ 2992 h 2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048" h="25336">
                  <a:moveTo>
                    <a:pt x="11941" y="2992"/>
                  </a:moveTo>
                  <a:cubicBezTo>
                    <a:pt x="10024" y="-200"/>
                    <a:pt x="6190" y="-838"/>
                    <a:pt x="2995" y="1077"/>
                  </a:cubicBezTo>
                  <a:cubicBezTo>
                    <a:pt x="-200" y="2992"/>
                    <a:pt x="-839" y="6823"/>
                    <a:pt x="1078" y="10015"/>
                  </a:cubicBezTo>
                  <a:lnTo>
                    <a:pt x="8746" y="22144"/>
                  </a:lnTo>
                  <a:cubicBezTo>
                    <a:pt x="10024" y="24060"/>
                    <a:pt x="11941" y="25336"/>
                    <a:pt x="13858" y="25336"/>
                  </a:cubicBezTo>
                  <a:cubicBezTo>
                    <a:pt x="15136" y="25336"/>
                    <a:pt x="16414" y="25336"/>
                    <a:pt x="17053" y="24060"/>
                  </a:cubicBezTo>
                  <a:cubicBezTo>
                    <a:pt x="20248" y="22144"/>
                    <a:pt x="20887" y="18314"/>
                    <a:pt x="18970" y="15122"/>
                  </a:cubicBezTo>
                  <a:lnTo>
                    <a:pt x="11941" y="2992"/>
                  </a:lnTo>
                  <a:close/>
                </a:path>
              </a:pathLst>
            </a:custGeom>
            <a:solidFill>
              <a:srgbClr val="00A3E0"/>
            </a:solidFill>
            <a:ln w="6390" cap="flat">
              <a:noFill/>
              <a:prstDash val="solid"/>
              <a:miter/>
            </a:ln>
          </p:spPr>
          <p:txBody>
            <a:bodyPr rtlCol="0" anchor="ctr"/>
            <a:lstStyle/>
            <a:p>
              <a:endParaRPr lang="en-US"/>
            </a:p>
          </p:txBody>
        </p:sp>
        <p:sp>
          <p:nvSpPr>
            <p:cNvPr id="720" name="Graphic 4">
              <a:extLst>
                <a:ext uri="{FF2B5EF4-FFF2-40B4-BE49-F238E27FC236}">
                  <a16:creationId xmlns:a16="http://schemas.microsoft.com/office/drawing/2014/main" id="{28BAB422-FC43-DD45-9E0F-E88184FB5A9A}"/>
                </a:ext>
              </a:extLst>
            </p:cNvPr>
            <p:cNvSpPr/>
            <p:nvPr/>
          </p:nvSpPr>
          <p:spPr>
            <a:xfrm>
              <a:off x="3779252" y="4392524"/>
              <a:ext cx="128012" cy="116006"/>
            </a:xfrm>
            <a:custGeom>
              <a:avLst/>
              <a:gdLst>
                <a:gd name="connsiteX0" fmla="*/ 114136 w 128012"/>
                <a:gd name="connsiteY0" fmla="*/ 10033 h 116006"/>
                <a:gd name="connsiteX1" fmla="*/ 84103 w 128012"/>
                <a:gd name="connsiteY1" fmla="*/ 3010 h 116006"/>
                <a:gd name="connsiteX2" fmla="*/ 78992 w 128012"/>
                <a:gd name="connsiteY2" fmla="*/ 6202 h 116006"/>
                <a:gd name="connsiteX3" fmla="*/ 75797 w 128012"/>
                <a:gd name="connsiteY3" fmla="*/ 9394 h 116006"/>
                <a:gd name="connsiteX4" fmla="*/ 2952 w 128012"/>
                <a:gd name="connsiteY4" fmla="*/ 43229 h 116006"/>
                <a:gd name="connsiteX5" fmla="*/ 2952 w 128012"/>
                <a:gd name="connsiteY5" fmla="*/ 73234 h 116006"/>
                <a:gd name="connsiteX6" fmla="*/ 34262 w 128012"/>
                <a:gd name="connsiteY6" fmla="*/ 114091 h 116006"/>
                <a:gd name="connsiteX7" fmla="*/ 40652 w 128012"/>
                <a:gd name="connsiteY7" fmla="*/ 115368 h 116006"/>
                <a:gd name="connsiteX8" fmla="*/ 57266 w 128012"/>
                <a:gd name="connsiteY8" fmla="*/ 108984 h 116006"/>
                <a:gd name="connsiteX9" fmla="*/ 63017 w 128012"/>
                <a:gd name="connsiteY9" fmla="*/ 114091 h 116006"/>
                <a:gd name="connsiteX10" fmla="*/ 70046 w 128012"/>
                <a:gd name="connsiteY10" fmla="*/ 116007 h 116006"/>
                <a:gd name="connsiteX11" fmla="*/ 82826 w 128012"/>
                <a:gd name="connsiteY11" fmla="*/ 111538 h 116006"/>
                <a:gd name="connsiteX12" fmla="*/ 108386 w 128012"/>
                <a:gd name="connsiteY12" fmla="*/ 61104 h 116006"/>
                <a:gd name="connsiteX13" fmla="*/ 112858 w 128012"/>
                <a:gd name="connsiteY13" fmla="*/ 59189 h 116006"/>
                <a:gd name="connsiteX14" fmla="*/ 117970 w 128012"/>
                <a:gd name="connsiteY14" fmla="*/ 55997 h 116006"/>
                <a:gd name="connsiteX15" fmla="*/ 124999 w 128012"/>
                <a:gd name="connsiteY15" fmla="*/ 25993 h 116006"/>
                <a:gd name="connsiteX16" fmla="*/ 114136 w 128012"/>
                <a:gd name="connsiteY16" fmla="*/ 10033 h 116006"/>
                <a:gd name="connsiteX17" fmla="*/ 75158 w 128012"/>
                <a:gd name="connsiteY17" fmla="*/ 101323 h 116006"/>
                <a:gd name="connsiteX18" fmla="*/ 68129 w 128012"/>
                <a:gd name="connsiteY18" fmla="*/ 103239 h 116006"/>
                <a:gd name="connsiteX19" fmla="*/ 66851 w 128012"/>
                <a:gd name="connsiteY19" fmla="*/ 101323 h 116006"/>
                <a:gd name="connsiteX20" fmla="*/ 66851 w 128012"/>
                <a:gd name="connsiteY20" fmla="*/ 101323 h 116006"/>
                <a:gd name="connsiteX21" fmla="*/ 75797 w 128012"/>
                <a:gd name="connsiteY21" fmla="*/ 91109 h 116006"/>
                <a:gd name="connsiteX22" fmla="*/ 74519 w 128012"/>
                <a:gd name="connsiteY22" fmla="*/ 82172 h 116006"/>
                <a:gd name="connsiteX23" fmla="*/ 65573 w 128012"/>
                <a:gd name="connsiteY23" fmla="*/ 83448 h 116006"/>
                <a:gd name="connsiteX24" fmla="*/ 56627 w 128012"/>
                <a:gd name="connsiteY24" fmla="*/ 93024 h 116006"/>
                <a:gd name="connsiteX25" fmla="*/ 56627 w 128012"/>
                <a:gd name="connsiteY25" fmla="*/ 93024 h 116006"/>
                <a:gd name="connsiteX26" fmla="*/ 40013 w 128012"/>
                <a:gd name="connsiteY26" fmla="*/ 102600 h 116006"/>
                <a:gd name="connsiteX27" fmla="*/ 15092 w 128012"/>
                <a:gd name="connsiteY27" fmla="*/ 69404 h 116006"/>
                <a:gd name="connsiteX28" fmla="*/ 14453 w 128012"/>
                <a:gd name="connsiteY28" fmla="*/ 49613 h 116006"/>
                <a:gd name="connsiteX29" fmla="*/ 72602 w 128012"/>
                <a:gd name="connsiteY29" fmla="*/ 22162 h 116006"/>
                <a:gd name="connsiteX30" fmla="*/ 74519 w 128012"/>
                <a:gd name="connsiteY30" fmla="*/ 27269 h 116006"/>
                <a:gd name="connsiteX31" fmla="*/ 91133 w 128012"/>
                <a:gd name="connsiteY31" fmla="*/ 53444 h 116006"/>
                <a:gd name="connsiteX32" fmla="*/ 95606 w 128012"/>
                <a:gd name="connsiteY32" fmla="*/ 57912 h 116006"/>
                <a:gd name="connsiteX33" fmla="*/ 75158 w 128012"/>
                <a:gd name="connsiteY33" fmla="*/ 101323 h 116006"/>
                <a:gd name="connsiteX34" fmla="*/ 110941 w 128012"/>
                <a:gd name="connsiteY34" fmla="*/ 45783 h 116006"/>
                <a:gd name="connsiteX35" fmla="*/ 105829 w 128012"/>
                <a:gd name="connsiteY35" fmla="*/ 48337 h 116006"/>
                <a:gd name="connsiteX36" fmla="*/ 103912 w 128012"/>
                <a:gd name="connsiteY36" fmla="*/ 48975 h 116006"/>
                <a:gd name="connsiteX37" fmla="*/ 101996 w 128012"/>
                <a:gd name="connsiteY37" fmla="*/ 47698 h 116006"/>
                <a:gd name="connsiteX38" fmla="*/ 85382 w 128012"/>
                <a:gd name="connsiteY38" fmla="*/ 21524 h 116006"/>
                <a:gd name="connsiteX39" fmla="*/ 86021 w 128012"/>
                <a:gd name="connsiteY39" fmla="*/ 17693 h 116006"/>
                <a:gd name="connsiteX40" fmla="*/ 91133 w 128012"/>
                <a:gd name="connsiteY40" fmla="*/ 14501 h 116006"/>
                <a:gd name="connsiteX41" fmla="*/ 95606 w 128012"/>
                <a:gd name="connsiteY41" fmla="*/ 13225 h 116006"/>
                <a:gd name="connsiteX42" fmla="*/ 103273 w 128012"/>
                <a:gd name="connsiteY42" fmla="*/ 17055 h 116006"/>
                <a:gd name="connsiteX43" fmla="*/ 113497 w 128012"/>
                <a:gd name="connsiteY43" fmla="*/ 33653 h 116006"/>
                <a:gd name="connsiteX44" fmla="*/ 110941 w 128012"/>
                <a:gd name="connsiteY44" fmla="*/ 45783 h 116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8012" h="116006">
                  <a:moveTo>
                    <a:pt x="114136" y="10033"/>
                  </a:moveTo>
                  <a:cubicBezTo>
                    <a:pt x="107746" y="-182"/>
                    <a:pt x="94328" y="-2735"/>
                    <a:pt x="84103" y="3010"/>
                  </a:cubicBezTo>
                  <a:lnTo>
                    <a:pt x="78992" y="6202"/>
                  </a:lnTo>
                  <a:cubicBezTo>
                    <a:pt x="77714" y="6841"/>
                    <a:pt x="76436" y="8117"/>
                    <a:pt x="75797" y="9394"/>
                  </a:cubicBezTo>
                  <a:cubicBezTo>
                    <a:pt x="25955" y="12586"/>
                    <a:pt x="8063" y="34292"/>
                    <a:pt x="2952" y="43229"/>
                  </a:cubicBezTo>
                  <a:cubicBezTo>
                    <a:pt x="-2161" y="52805"/>
                    <a:pt x="395" y="66212"/>
                    <a:pt x="2952" y="73234"/>
                  </a:cubicBezTo>
                  <a:cubicBezTo>
                    <a:pt x="7424" y="87917"/>
                    <a:pt x="18287" y="105792"/>
                    <a:pt x="34262" y="114091"/>
                  </a:cubicBezTo>
                  <a:cubicBezTo>
                    <a:pt x="36179" y="115368"/>
                    <a:pt x="38735" y="115368"/>
                    <a:pt x="40652" y="115368"/>
                  </a:cubicBezTo>
                  <a:cubicBezTo>
                    <a:pt x="45764" y="115368"/>
                    <a:pt x="51515" y="112815"/>
                    <a:pt x="57266" y="108984"/>
                  </a:cubicBezTo>
                  <a:cubicBezTo>
                    <a:pt x="58544" y="110899"/>
                    <a:pt x="60461" y="112815"/>
                    <a:pt x="63017" y="114091"/>
                  </a:cubicBezTo>
                  <a:cubicBezTo>
                    <a:pt x="64295" y="114730"/>
                    <a:pt x="66851" y="116007"/>
                    <a:pt x="70046" y="116007"/>
                  </a:cubicBezTo>
                  <a:cubicBezTo>
                    <a:pt x="73241" y="116007"/>
                    <a:pt x="77714" y="114730"/>
                    <a:pt x="82826" y="111538"/>
                  </a:cubicBezTo>
                  <a:cubicBezTo>
                    <a:pt x="99439" y="100047"/>
                    <a:pt x="107746" y="76426"/>
                    <a:pt x="108386" y="61104"/>
                  </a:cubicBezTo>
                  <a:cubicBezTo>
                    <a:pt x="109663" y="60466"/>
                    <a:pt x="111581" y="59828"/>
                    <a:pt x="112858" y="59189"/>
                  </a:cubicBezTo>
                  <a:lnTo>
                    <a:pt x="117970" y="55997"/>
                  </a:lnTo>
                  <a:cubicBezTo>
                    <a:pt x="128194" y="49613"/>
                    <a:pt x="130750" y="36207"/>
                    <a:pt x="124999" y="25993"/>
                  </a:cubicBezTo>
                  <a:lnTo>
                    <a:pt x="114136" y="10033"/>
                  </a:lnTo>
                  <a:close/>
                  <a:moveTo>
                    <a:pt x="75158" y="101323"/>
                  </a:moveTo>
                  <a:cubicBezTo>
                    <a:pt x="71963" y="103239"/>
                    <a:pt x="69407" y="103877"/>
                    <a:pt x="68129" y="103239"/>
                  </a:cubicBezTo>
                  <a:cubicBezTo>
                    <a:pt x="67490" y="102600"/>
                    <a:pt x="66851" y="101962"/>
                    <a:pt x="66851" y="101323"/>
                  </a:cubicBezTo>
                  <a:cubicBezTo>
                    <a:pt x="66851" y="101323"/>
                    <a:pt x="66851" y="101323"/>
                    <a:pt x="66851" y="101323"/>
                  </a:cubicBezTo>
                  <a:cubicBezTo>
                    <a:pt x="72602" y="96216"/>
                    <a:pt x="75797" y="91109"/>
                    <a:pt x="75797" y="91109"/>
                  </a:cubicBezTo>
                  <a:cubicBezTo>
                    <a:pt x="77714" y="88556"/>
                    <a:pt x="77075" y="84087"/>
                    <a:pt x="74519" y="82172"/>
                  </a:cubicBezTo>
                  <a:cubicBezTo>
                    <a:pt x="71963" y="80256"/>
                    <a:pt x="67490" y="80895"/>
                    <a:pt x="65573" y="83448"/>
                  </a:cubicBezTo>
                  <a:cubicBezTo>
                    <a:pt x="63017" y="87279"/>
                    <a:pt x="59822" y="90471"/>
                    <a:pt x="56627" y="93024"/>
                  </a:cubicBezTo>
                  <a:cubicBezTo>
                    <a:pt x="56627" y="93024"/>
                    <a:pt x="56627" y="93024"/>
                    <a:pt x="56627" y="93024"/>
                  </a:cubicBezTo>
                  <a:cubicBezTo>
                    <a:pt x="49598" y="99408"/>
                    <a:pt x="41930" y="103877"/>
                    <a:pt x="40013" y="102600"/>
                  </a:cubicBezTo>
                  <a:cubicBezTo>
                    <a:pt x="29789" y="97493"/>
                    <a:pt x="19565" y="84725"/>
                    <a:pt x="15092" y="69404"/>
                  </a:cubicBezTo>
                  <a:cubicBezTo>
                    <a:pt x="11897" y="59189"/>
                    <a:pt x="12536" y="52167"/>
                    <a:pt x="14453" y="49613"/>
                  </a:cubicBezTo>
                  <a:cubicBezTo>
                    <a:pt x="18287" y="42591"/>
                    <a:pt x="32345" y="25993"/>
                    <a:pt x="72602" y="22162"/>
                  </a:cubicBezTo>
                  <a:cubicBezTo>
                    <a:pt x="73241" y="24077"/>
                    <a:pt x="73880" y="25993"/>
                    <a:pt x="74519" y="27269"/>
                  </a:cubicBezTo>
                  <a:lnTo>
                    <a:pt x="91133" y="53444"/>
                  </a:lnTo>
                  <a:cubicBezTo>
                    <a:pt x="92411" y="55359"/>
                    <a:pt x="93688" y="56636"/>
                    <a:pt x="95606" y="57912"/>
                  </a:cubicBezTo>
                  <a:cubicBezTo>
                    <a:pt x="96244" y="70680"/>
                    <a:pt x="89216" y="92386"/>
                    <a:pt x="75158" y="101323"/>
                  </a:cubicBezTo>
                  <a:close/>
                  <a:moveTo>
                    <a:pt x="110941" y="45783"/>
                  </a:moveTo>
                  <a:lnTo>
                    <a:pt x="105829" y="48337"/>
                  </a:lnTo>
                  <a:cubicBezTo>
                    <a:pt x="105191" y="48975"/>
                    <a:pt x="103912" y="48975"/>
                    <a:pt x="103912" y="48975"/>
                  </a:cubicBezTo>
                  <a:cubicBezTo>
                    <a:pt x="103273" y="48975"/>
                    <a:pt x="102634" y="48337"/>
                    <a:pt x="101996" y="47698"/>
                  </a:cubicBezTo>
                  <a:lnTo>
                    <a:pt x="85382" y="21524"/>
                  </a:lnTo>
                  <a:cubicBezTo>
                    <a:pt x="84743" y="20247"/>
                    <a:pt x="84743" y="18332"/>
                    <a:pt x="86021" y="17693"/>
                  </a:cubicBezTo>
                  <a:lnTo>
                    <a:pt x="91133" y="14501"/>
                  </a:lnTo>
                  <a:cubicBezTo>
                    <a:pt x="92411" y="13863"/>
                    <a:pt x="94328" y="13225"/>
                    <a:pt x="95606" y="13225"/>
                  </a:cubicBezTo>
                  <a:cubicBezTo>
                    <a:pt x="98801" y="13225"/>
                    <a:pt x="101356" y="14501"/>
                    <a:pt x="103273" y="17055"/>
                  </a:cubicBezTo>
                  <a:lnTo>
                    <a:pt x="113497" y="33653"/>
                  </a:lnTo>
                  <a:cubicBezTo>
                    <a:pt x="116053" y="37484"/>
                    <a:pt x="114775" y="43229"/>
                    <a:pt x="110941" y="45783"/>
                  </a:cubicBezTo>
                  <a:close/>
                </a:path>
              </a:pathLst>
            </a:custGeom>
            <a:solidFill>
              <a:srgbClr val="00A3E0"/>
            </a:solidFill>
            <a:ln w="6390" cap="flat">
              <a:noFill/>
              <a:prstDash val="solid"/>
              <a:miter/>
            </a:ln>
          </p:spPr>
          <p:txBody>
            <a:bodyPr rtlCol="0" anchor="ctr"/>
            <a:lstStyle/>
            <a:p>
              <a:endParaRPr lang="en-US"/>
            </a:p>
          </p:txBody>
        </p:sp>
        <p:sp>
          <p:nvSpPr>
            <p:cNvPr id="721" name="Graphic 4">
              <a:extLst>
                <a:ext uri="{FF2B5EF4-FFF2-40B4-BE49-F238E27FC236}">
                  <a16:creationId xmlns:a16="http://schemas.microsoft.com/office/drawing/2014/main" id="{02E25D63-150D-414E-9877-3BF0541010B0}"/>
                </a:ext>
              </a:extLst>
            </p:cNvPr>
            <p:cNvSpPr/>
            <p:nvPr/>
          </p:nvSpPr>
          <p:spPr>
            <a:xfrm>
              <a:off x="3869945" y="4409778"/>
              <a:ext cx="20048" cy="25336"/>
            </a:xfrm>
            <a:custGeom>
              <a:avLst/>
              <a:gdLst>
                <a:gd name="connsiteX0" fmla="*/ 11941 w 20048"/>
                <a:gd name="connsiteY0" fmla="*/ 2992 h 25336"/>
                <a:gd name="connsiteX1" fmla="*/ 2995 w 20048"/>
                <a:gd name="connsiteY1" fmla="*/ 1077 h 25336"/>
                <a:gd name="connsiteX2" fmla="*/ 1078 w 20048"/>
                <a:gd name="connsiteY2" fmla="*/ 10015 h 25336"/>
                <a:gd name="connsiteX3" fmla="*/ 8746 w 20048"/>
                <a:gd name="connsiteY3" fmla="*/ 22144 h 25336"/>
                <a:gd name="connsiteX4" fmla="*/ 13858 w 20048"/>
                <a:gd name="connsiteY4" fmla="*/ 25336 h 25336"/>
                <a:gd name="connsiteX5" fmla="*/ 17053 w 20048"/>
                <a:gd name="connsiteY5" fmla="*/ 24060 h 25336"/>
                <a:gd name="connsiteX6" fmla="*/ 18970 w 20048"/>
                <a:gd name="connsiteY6" fmla="*/ 15122 h 25336"/>
                <a:gd name="connsiteX7" fmla="*/ 11941 w 20048"/>
                <a:gd name="connsiteY7" fmla="*/ 2992 h 2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048" h="25336">
                  <a:moveTo>
                    <a:pt x="11941" y="2992"/>
                  </a:moveTo>
                  <a:cubicBezTo>
                    <a:pt x="10024" y="-200"/>
                    <a:pt x="6190" y="-838"/>
                    <a:pt x="2995" y="1077"/>
                  </a:cubicBezTo>
                  <a:cubicBezTo>
                    <a:pt x="-200" y="2992"/>
                    <a:pt x="-839" y="6823"/>
                    <a:pt x="1078" y="10015"/>
                  </a:cubicBezTo>
                  <a:lnTo>
                    <a:pt x="8746" y="22144"/>
                  </a:lnTo>
                  <a:cubicBezTo>
                    <a:pt x="10024" y="24060"/>
                    <a:pt x="11941" y="25336"/>
                    <a:pt x="13858" y="25336"/>
                  </a:cubicBezTo>
                  <a:cubicBezTo>
                    <a:pt x="15136" y="25336"/>
                    <a:pt x="16414" y="25336"/>
                    <a:pt x="17053" y="24060"/>
                  </a:cubicBezTo>
                  <a:cubicBezTo>
                    <a:pt x="20248" y="22144"/>
                    <a:pt x="20887" y="18314"/>
                    <a:pt x="18970" y="15122"/>
                  </a:cubicBezTo>
                  <a:lnTo>
                    <a:pt x="11941" y="2992"/>
                  </a:lnTo>
                  <a:close/>
                </a:path>
              </a:pathLst>
            </a:custGeom>
            <a:solidFill>
              <a:srgbClr val="00A3E0"/>
            </a:solidFill>
            <a:ln w="6390" cap="flat">
              <a:noFill/>
              <a:prstDash val="solid"/>
              <a:miter/>
            </a:ln>
          </p:spPr>
          <p:txBody>
            <a:bodyPr rtlCol="0" anchor="ctr"/>
            <a:lstStyle/>
            <a:p>
              <a:endParaRPr lang="en-US"/>
            </a:p>
          </p:txBody>
        </p:sp>
        <p:sp>
          <p:nvSpPr>
            <p:cNvPr id="722" name="Graphic 4">
              <a:extLst>
                <a:ext uri="{FF2B5EF4-FFF2-40B4-BE49-F238E27FC236}">
                  <a16:creationId xmlns:a16="http://schemas.microsoft.com/office/drawing/2014/main" id="{144447D7-94ED-A14C-8EED-C390C6D2D4FA}"/>
                </a:ext>
              </a:extLst>
            </p:cNvPr>
            <p:cNvSpPr/>
            <p:nvPr/>
          </p:nvSpPr>
          <p:spPr>
            <a:xfrm>
              <a:off x="3815631" y="4540012"/>
              <a:ext cx="32828" cy="45126"/>
            </a:xfrm>
            <a:custGeom>
              <a:avLst/>
              <a:gdLst>
                <a:gd name="connsiteX0" fmla="*/ 11941 w 32828"/>
                <a:gd name="connsiteY0" fmla="*/ 2992 h 45126"/>
                <a:gd name="connsiteX1" fmla="*/ 2995 w 32828"/>
                <a:gd name="connsiteY1" fmla="*/ 1077 h 45126"/>
                <a:gd name="connsiteX2" fmla="*/ 1078 w 32828"/>
                <a:gd name="connsiteY2" fmla="*/ 10015 h 45126"/>
                <a:gd name="connsiteX3" fmla="*/ 21526 w 32828"/>
                <a:gd name="connsiteY3" fmla="*/ 41935 h 45126"/>
                <a:gd name="connsiteX4" fmla="*/ 26638 w 32828"/>
                <a:gd name="connsiteY4" fmla="*/ 45127 h 45126"/>
                <a:gd name="connsiteX5" fmla="*/ 29833 w 32828"/>
                <a:gd name="connsiteY5" fmla="*/ 43850 h 45126"/>
                <a:gd name="connsiteX6" fmla="*/ 31750 w 32828"/>
                <a:gd name="connsiteY6" fmla="*/ 34912 h 45126"/>
                <a:gd name="connsiteX7" fmla="*/ 11941 w 32828"/>
                <a:gd name="connsiteY7" fmla="*/ 2992 h 45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28" h="45126">
                  <a:moveTo>
                    <a:pt x="11941" y="2992"/>
                  </a:moveTo>
                  <a:cubicBezTo>
                    <a:pt x="10024" y="-200"/>
                    <a:pt x="6190" y="-838"/>
                    <a:pt x="2995" y="1077"/>
                  </a:cubicBezTo>
                  <a:cubicBezTo>
                    <a:pt x="-200" y="2992"/>
                    <a:pt x="-839" y="6823"/>
                    <a:pt x="1078" y="10015"/>
                  </a:cubicBezTo>
                  <a:lnTo>
                    <a:pt x="21526" y="41935"/>
                  </a:lnTo>
                  <a:cubicBezTo>
                    <a:pt x="22804" y="43850"/>
                    <a:pt x="24721" y="45127"/>
                    <a:pt x="26638" y="45127"/>
                  </a:cubicBezTo>
                  <a:cubicBezTo>
                    <a:pt x="27916" y="45127"/>
                    <a:pt x="29194" y="45127"/>
                    <a:pt x="29833" y="43850"/>
                  </a:cubicBezTo>
                  <a:cubicBezTo>
                    <a:pt x="33028" y="41935"/>
                    <a:pt x="33667" y="38104"/>
                    <a:pt x="31750" y="34912"/>
                  </a:cubicBezTo>
                  <a:lnTo>
                    <a:pt x="11941" y="2992"/>
                  </a:lnTo>
                  <a:close/>
                </a:path>
              </a:pathLst>
            </a:custGeom>
            <a:solidFill>
              <a:srgbClr val="00A3E0"/>
            </a:solidFill>
            <a:ln w="6390" cap="flat">
              <a:noFill/>
              <a:prstDash val="solid"/>
              <a:miter/>
            </a:ln>
          </p:spPr>
          <p:txBody>
            <a:bodyPr rtlCol="0" anchor="ctr"/>
            <a:lstStyle/>
            <a:p>
              <a:endParaRPr lang="en-US"/>
            </a:p>
          </p:txBody>
        </p:sp>
        <p:sp>
          <p:nvSpPr>
            <p:cNvPr id="723" name="Graphic 4">
              <a:extLst>
                <a:ext uri="{FF2B5EF4-FFF2-40B4-BE49-F238E27FC236}">
                  <a16:creationId xmlns:a16="http://schemas.microsoft.com/office/drawing/2014/main" id="{7D7B5826-9ADB-964F-BB8A-2D1BBCFA572B}"/>
                </a:ext>
              </a:extLst>
            </p:cNvPr>
            <p:cNvSpPr/>
            <p:nvPr/>
          </p:nvSpPr>
          <p:spPr>
            <a:xfrm>
              <a:off x="3838314" y="4525646"/>
              <a:ext cx="37281" cy="18634"/>
            </a:xfrm>
            <a:custGeom>
              <a:avLst/>
              <a:gdLst>
                <a:gd name="connsiteX0" fmla="*/ 32071 w 37281"/>
                <a:gd name="connsiteY0" fmla="*/ 5867 h 18634"/>
                <a:gd name="connsiteX1" fmla="*/ 7789 w 37281"/>
                <a:gd name="connsiteY1" fmla="*/ 121 h 18634"/>
                <a:gd name="connsiteX2" fmla="*/ 121 w 37281"/>
                <a:gd name="connsiteY2" fmla="*/ 5228 h 18634"/>
                <a:gd name="connsiteX3" fmla="*/ 5233 w 37281"/>
                <a:gd name="connsiteY3" fmla="*/ 12889 h 18634"/>
                <a:gd name="connsiteX4" fmla="*/ 29515 w 37281"/>
                <a:gd name="connsiteY4" fmla="*/ 18635 h 18634"/>
                <a:gd name="connsiteX5" fmla="*/ 30793 w 37281"/>
                <a:gd name="connsiteY5" fmla="*/ 18635 h 18634"/>
                <a:gd name="connsiteX6" fmla="*/ 37183 w 37281"/>
                <a:gd name="connsiteY6" fmla="*/ 13528 h 18634"/>
                <a:gd name="connsiteX7" fmla="*/ 32071 w 37281"/>
                <a:gd name="connsiteY7" fmla="*/ 5867 h 18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281" h="18634">
                  <a:moveTo>
                    <a:pt x="32071" y="5867"/>
                  </a:moveTo>
                  <a:lnTo>
                    <a:pt x="7789" y="121"/>
                  </a:lnTo>
                  <a:cubicBezTo>
                    <a:pt x="4594" y="-517"/>
                    <a:pt x="760" y="1398"/>
                    <a:pt x="121" y="5228"/>
                  </a:cubicBezTo>
                  <a:cubicBezTo>
                    <a:pt x="-518" y="9059"/>
                    <a:pt x="1399" y="12251"/>
                    <a:pt x="5233" y="12889"/>
                  </a:cubicBezTo>
                  <a:lnTo>
                    <a:pt x="29515" y="18635"/>
                  </a:lnTo>
                  <a:cubicBezTo>
                    <a:pt x="30154" y="18635"/>
                    <a:pt x="30154" y="18635"/>
                    <a:pt x="30793" y="18635"/>
                  </a:cubicBezTo>
                  <a:cubicBezTo>
                    <a:pt x="33988" y="18635"/>
                    <a:pt x="36544" y="16720"/>
                    <a:pt x="37183" y="13528"/>
                  </a:cubicBezTo>
                  <a:cubicBezTo>
                    <a:pt x="37822" y="9697"/>
                    <a:pt x="35266" y="6505"/>
                    <a:pt x="32071" y="5867"/>
                  </a:cubicBezTo>
                  <a:close/>
                </a:path>
              </a:pathLst>
            </a:custGeom>
            <a:solidFill>
              <a:srgbClr val="00A3E0"/>
            </a:solidFill>
            <a:ln w="6390" cap="flat">
              <a:noFill/>
              <a:prstDash val="solid"/>
              <a:miter/>
            </a:ln>
          </p:spPr>
          <p:txBody>
            <a:bodyPr rtlCol="0" anchor="ctr"/>
            <a:lstStyle/>
            <a:p>
              <a:endParaRPr lang="en-US"/>
            </a:p>
          </p:txBody>
        </p:sp>
        <p:sp>
          <p:nvSpPr>
            <p:cNvPr id="724" name="Graphic 4">
              <a:extLst>
                <a:ext uri="{FF2B5EF4-FFF2-40B4-BE49-F238E27FC236}">
                  <a16:creationId xmlns:a16="http://schemas.microsoft.com/office/drawing/2014/main" id="{35429EAA-CB24-7B42-95FB-4558BD292A77}"/>
                </a:ext>
              </a:extLst>
            </p:cNvPr>
            <p:cNvSpPr/>
            <p:nvPr/>
          </p:nvSpPr>
          <p:spPr>
            <a:xfrm>
              <a:off x="3787194" y="4554374"/>
              <a:ext cx="18750" cy="37147"/>
            </a:xfrm>
            <a:custGeom>
              <a:avLst/>
              <a:gdLst>
                <a:gd name="connsiteX0" fmla="*/ 13540 w 18750"/>
                <a:gd name="connsiteY0" fmla="*/ 121 h 37147"/>
                <a:gd name="connsiteX1" fmla="*/ 5872 w 18750"/>
                <a:gd name="connsiteY1" fmla="*/ 5228 h 37147"/>
                <a:gd name="connsiteX2" fmla="*/ 121 w 18750"/>
                <a:gd name="connsiteY2" fmla="*/ 29487 h 37147"/>
                <a:gd name="connsiteX3" fmla="*/ 5233 w 18750"/>
                <a:gd name="connsiteY3" fmla="*/ 37148 h 37147"/>
                <a:gd name="connsiteX4" fmla="*/ 6511 w 18750"/>
                <a:gd name="connsiteY4" fmla="*/ 37148 h 37147"/>
                <a:gd name="connsiteX5" fmla="*/ 12901 w 18750"/>
                <a:gd name="connsiteY5" fmla="*/ 32041 h 37147"/>
                <a:gd name="connsiteX6" fmla="*/ 18652 w 18750"/>
                <a:gd name="connsiteY6" fmla="*/ 7782 h 37147"/>
                <a:gd name="connsiteX7" fmla="*/ 13540 w 18750"/>
                <a:gd name="connsiteY7" fmla="*/ 121 h 37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50" h="37147">
                  <a:moveTo>
                    <a:pt x="13540" y="121"/>
                  </a:moveTo>
                  <a:cubicBezTo>
                    <a:pt x="10345" y="-517"/>
                    <a:pt x="6511" y="1398"/>
                    <a:pt x="5872" y="5228"/>
                  </a:cubicBezTo>
                  <a:lnTo>
                    <a:pt x="121" y="29487"/>
                  </a:lnTo>
                  <a:cubicBezTo>
                    <a:pt x="-518" y="32679"/>
                    <a:pt x="1399" y="36510"/>
                    <a:pt x="5233" y="37148"/>
                  </a:cubicBezTo>
                  <a:cubicBezTo>
                    <a:pt x="5872" y="37148"/>
                    <a:pt x="5872" y="37148"/>
                    <a:pt x="6511" y="37148"/>
                  </a:cubicBezTo>
                  <a:cubicBezTo>
                    <a:pt x="9706" y="37148"/>
                    <a:pt x="12262" y="35233"/>
                    <a:pt x="12901" y="32041"/>
                  </a:cubicBezTo>
                  <a:lnTo>
                    <a:pt x="18652" y="7782"/>
                  </a:lnTo>
                  <a:cubicBezTo>
                    <a:pt x="19291" y="4590"/>
                    <a:pt x="16735" y="1398"/>
                    <a:pt x="13540" y="121"/>
                  </a:cubicBezTo>
                  <a:close/>
                </a:path>
              </a:pathLst>
            </a:custGeom>
            <a:solidFill>
              <a:srgbClr val="00A3E0"/>
            </a:solidFill>
            <a:ln w="6390" cap="flat">
              <a:noFill/>
              <a:prstDash val="solid"/>
              <a:miter/>
            </a:ln>
          </p:spPr>
          <p:txBody>
            <a:bodyPr rtlCol="0" anchor="ctr"/>
            <a:lstStyle/>
            <a:p>
              <a:endParaRPr lang="en-US"/>
            </a:p>
          </p:txBody>
        </p:sp>
        <p:sp>
          <p:nvSpPr>
            <p:cNvPr id="725" name="Graphic 4">
              <a:extLst>
                <a:ext uri="{FF2B5EF4-FFF2-40B4-BE49-F238E27FC236}">
                  <a16:creationId xmlns:a16="http://schemas.microsoft.com/office/drawing/2014/main" id="{227B085A-641A-2A43-8460-0FEFD8EEDC2C}"/>
                </a:ext>
              </a:extLst>
            </p:cNvPr>
            <p:cNvSpPr/>
            <p:nvPr/>
          </p:nvSpPr>
          <p:spPr>
            <a:xfrm>
              <a:off x="3722338" y="4393818"/>
              <a:ext cx="33467" cy="45126"/>
            </a:xfrm>
            <a:custGeom>
              <a:avLst/>
              <a:gdLst>
                <a:gd name="connsiteX0" fmla="*/ 22165 w 33467"/>
                <a:gd name="connsiteY0" fmla="*/ 41935 h 45126"/>
                <a:gd name="connsiteX1" fmla="*/ 27277 w 33467"/>
                <a:gd name="connsiteY1" fmla="*/ 45127 h 45126"/>
                <a:gd name="connsiteX2" fmla="*/ 30472 w 33467"/>
                <a:gd name="connsiteY2" fmla="*/ 43850 h 45126"/>
                <a:gd name="connsiteX3" fmla="*/ 32389 w 33467"/>
                <a:gd name="connsiteY3" fmla="*/ 34912 h 45126"/>
                <a:gd name="connsiteX4" fmla="*/ 11941 w 33467"/>
                <a:gd name="connsiteY4" fmla="*/ 2992 h 45126"/>
                <a:gd name="connsiteX5" fmla="*/ 2995 w 33467"/>
                <a:gd name="connsiteY5" fmla="*/ 1077 h 45126"/>
                <a:gd name="connsiteX6" fmla="*/ 1078 w 33467"/>
                <a:gd name="connsiteY6" fmla="*/ 10015 h 45126"/>
                <a:gd name="connsiteX7" fmla="*/ 22165 w 33467"/>
                <a:gd name="connsiteY7" fmla="*/ 41935 h 45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467" h="45126">
                  <a:moveTo>
                    <a:pt x="22165" y="41935"/>
                  </a:moveTo>
                  <a:cubicBezTo>
                    <a:pt x="23443" y="43850"/>
                    <a:pt x="25360" y="45127"/>
                    <a:pt x="27277" y="45127"/>
                  </a:cubicBezTo>
                  <a:cubicBezTo>
                    <a:pt x="28555" y="45127"/>
                    <a:pt x="29833" y="45127"/>
                    <a:pt x="30472" y="43850"/>
                  </a:cubicBezTo>
                  <a:cubicBezTo>
                    <a:pt x="33667" y="41935"/>
                    <a:pt x="34306" y="38104"/>
                    <a:pt x="32389" y="34912"/>
                  </a:cubicBezTo>
                  <a:lnTo>
                    <a:pt x="11941" y="2992"/>
                  </a:lnTo>
                  <a:cubicBezTo>
                    <a:pt x="10024" y="-200"/>
                    <a:pt x="6190" y="-838"/>
                    <a:pt x="2995" y="1077"/>
                  </a:cubicBezTo>
                  <a:cubicBezTo>
                    <a:pt x="-200" y="2992"/>
                    <a:pt x="-839" y="6823"/>
                    <a:pt x="1078" y="10015"/>
                  </a:cubicBezTo>
                  <a:lnTo>
                    <a:pt x="22165" y="41935"/>
                  </a:lnTo>
                  <a:close/>
                </a:path>
              </a:pathLst>
            </a:custGeom>
            <a:solidFill>
              <a:srgbClr val="00A3E0"/>
            </a:solidFill>
            <a:ln w="6390" cap="flat">
              <a:noFill/>
              <a:prstDash val="solid"/>
              <a:miter/>
            </a:ln>
          </p:spPr>
          <p:txBody>
            <a:bodyPr rtlCol="0" anchor="ctr"/>
            <a:lstStyle/>
            <a:p>
              <a:endParaRPr lang="en-US"/>
            </a:p>
          </p:txBody>
        </p:sp>
        <p:sp>
          <p:nvSpPr>
            <p:cNvPr id="726" name="Graphic 4">
              <a:extLst>
                <a:ext uri="{FF2B5EF4-FFF2-40B4-BE49-F238E27FC236}">
                  <a16:creationId xmlns:a16="http://schemas.microsoft.com/office/drawing/2014/main" id="{92CC7DE9-C5E9-824B-89A1-8762CFB0F1F1}"/>
                </a:ext>
              </a:extLst>
            </p:cNvPr>
            <p:cNvSpPr/>
            <p:nvPr/>
          </p:nvSpPr>
          <p:spPr>
            <a:xfrm>
              <a:off x="3766229" y="4387114"/>
              <a:ext cx="18651" cy="37148"/>
            </a:xfrm>
            <a:custGeom>
              <a:avLst/>
              <a:gdLst>
                <a:gd name="connsiteX0" fmla="*/ 5112 w 18651"/>
                <a:gd name="connsiteY0" fmla="*/ 37148 h 37148"/>
                <a:gd name="connsiteX1" fmla="*/ 6390 w 18651"/>
                <a:gd name="connsiteY1" fmla="*/ 37148 h 37148"/>
                <a:gd name="connsiteX2" fmla="*/ 12780 w 18651"/>
                <a:gd name="connsiteY2" fmla="*/ 32041 h 37148"/>
                <a:gd name="connsiteX3" fmla="*/ 18531 w 18651"/>
                <a:gd name="connsiteY3" fmla="*/ 7782 h 37148"/>
                <a:gd name="connsiteX4" fmla="*/ 13419 w 18651"/>
                <a:gd name="connsiteY4" fmla="*/ 121 h 37148"/>
                <a:gd name="connsiteX5" fmla="*/ 5751 w 18651"/>
                <a:gd name="connsiteY5" fmla="*/ 5228 h 37148"/>
                <a:gd name="connsiteX6" fmla="*/ 0 w 18651"/>
                <a:gd name="connsiteY6" fmla="*/ 29487 h 37148"/>
                <a:gd name="connsiteX7" fmla="*/ 5112 w 18651"/>
                <a:gd name="connsiteY7" fmla="*/ 37148 h 37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51" h="37148">
                  <a:moveTo>
                    <a:pt x="5112" y="37148"/>
                  </a:moveTo>
                  <a:cubicBezTo>
                    <a:pt x="5751" y="37148"/>
                    <a:pt x="5751" y="37148"/>
                    <a:pt x="6390" y="37148"/>
                  </a:cubicBezTo>
                  <a:cubicBezTo>
                    <a:pt x="9585" y="37148"/>
                    <a:pt x="12141" y="35233"/>
                    <a:pt x="12780" y="32041"/>
                  </a:cubicBezTo>
                  <a:lnTo>
                    <a:pt x="18531" y="7782"/>
                  </a:lnTo>
                  <a:cubicBezTo>
                    <a:pt x="19170" y="4590"/>
                    <a:pt x="17253" y="760"/>
                    <a:pt x="13419" y="121"/>
                  </a:cubicBezTo>
                  <a:cubicBezTo>
                    <a:pt x="10224" y="-517"/>
                    <a:pt x="6390" y="1398"/>
                    <a:pt x="5751" y="5228"/>
                  </a:cubicBezTo>
                  <a:lnTo>
                    <a:pt x="0" y="29487"/>
                  </a:lnTo>
                  <a:cubicBezTo>
                    <a:pt x="0" y="32679"/>
                    <a:pt x="1917" y="36510"/>
                    <a:pt x="5112" y="37148"/>
                  </a:cubicBezTo>
                  <a:close/>
                </a:path>
              </a:pathLst>
            </a:custGeom>
            <a:solidFill>
              <a:srgbClr val="00A3E0"/>
            </a:solidFill>
            <a:ln w="6390" cap="flat">
              <a:noFill/>
              <a:prstDash val="solid"/>
              <a:miter/>
            </a:ln>
          </p:spPr>
          <p:txBody>
            <a:bodyPr rtlCol="0" anchor="ctr"/>
            <a:lstStyle/>
            <a:p>
              <a:endParaRPr lang="en-US"/>
            </a:p>
          </p:txBody>
        </p:sp>
        <p:sp>
          <p:nvSpPr>
            <p:cNvPr id="727" name="Graphic 4">
              <a:extLst>
                <a:ext uri="{FF2B5EF4-FFF2-40B4-BE49-F238E27FC236}">
                  <a16:creationId xmlns:a16="http://schemas.microsoft.com/office/drawing/2014/main" id="{14DB2A38-8C44-D644-B0F5-0DD146010545}"/>
                </a:ext>
              </a:extLst>
            </p:cNvPr>
            <p:cNvSpPr/>
            <p:nvPr/>
          </p:nvSpPr>
          <p:spPr>
            <a:xfrm>
              <a:off x="3696480" y="4434994"/>
              <a:ext cx="37281" cy="18634"/>
            </a:xfrm>
            <a:custGeom>
              <a:avLst/>
              <a:gdLst>
                <a:gd name="connsiteX0" fmla="*/ 5210 w 37281"/>
                <a:gd name="connsiteY0" fmla="*/ 12889 h 18634"/>
                <a:gd name="connsiteX1" fmla="*/ 29492 w 37281"/>
                <a:gd name="connsiteY1" fmla="*/ 18635 h 18634"/>
                <a:gd name="connsiteX2" fmla="*/ 30770 w 37281"/>
                <a:gd name="connsiteY2" fmla="*/ 18635 h 18634"/>
                <a:gd name="connsiteX3" fmla="*/ 37160 w 37281"/>
                <a:gd name="connsiteY3" fmla="*/ 13528 h 18634"/>
                <a:gd name="connsiteX4" fmla="*/ 32048 w 37281"/>
                <a:gd name="connsiteY4" fmla="*/ 5867 h 18634"/>
                <a:gd name="connsiteX5" fmla="*/ 7767 w 37281"/>
                <a:gd name="connsiteY5" fmla="*/ 121 h 18634"/>
                <a:gd name="connsiteX6" fmla="*/ 99 w 37281"/>
                <a:gd name="connsiteY6" fmla="*/ 5228 h 18634"/>
                <a:gd name="connsiteX7" fmla="*/ 5210 w 37281"/>
                <a:gd name="connsiteY7" fmla="*/ 12889 h 18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281" h="18634">
                  <a:moveTo>
                    <a:pt x="5210" y="12889"/>
                  </a:moveTo>
                  <a:lnTo>
                    <a:pt x="29492" y="18635"/>
                  </a:lnTo>
                  <a:cubicBezTo>
                    <a:pt x="30131" y="18635"/>
                    <a:pt x="30131" y="18635"/>
                    <a:pt x="30770" y="18635"/>
                  </a:cubicBezTo>
                  <a:cubicBezTo>
                    <a:pt x="33965" y="18635"/>
                    <a:pt x="36521" y="16720"/>
                    <a:pt x="37160" y="13528"/>
                  </a:cubicBezTo>
                  <a:cubicBezTo>
                    <a:pt x="37799" y="10336"/>
                    <a:pt x="35882" y="6505"/>
                    <a:pt x="32048" y="5867"/>
                  </a:cubicBezTo>
                  <a:lnTo>
                    <a:pt x="7767" y="121"/>
                  </a:lnTo>
                  <a:cubicBezTo>
                    <a:pt x="4572" y="-517"/>
                    <a:pt x="737" y="1398"/>
                    <a:pt x="99" y="5228"/>
                  </a:cubicBezTo>
                  <a:cubicBezTo>
                    <a:pt x="-540" y="8420"/>
                    <a:pt x="2015" y="11612"/>
                    <a:pt x="5210" y="12889"/>
                  </a:cubicBezTo>
                  <a:close/>
                </a:path>
              </a:pathLst>
            </a:custGeom>
            <a:solidFill>
              <a:srgbClr val="00A3E0"/>
            </a:solidFill>
            <a:ln w="6390" cap="flat">
              <a:noFill/>
              <a:prstDash val="solid"/>
              <a:miter/>
            </a:ln>
          </p:spPr>
          <p:txBody>
            <a:bodyPr rtlCol="0" anchor="ctr"/>
            <a:lstStyle/>
            <a:p>
              <a:endParaRPr lang="en-US"/>
            </a:p>
          </p:txBody>
        </p:sp>
      </p:grpSp>
      <p:grpSp>
        <p:nvGrpSpPr>
          <p:cNvPr id="728" name="Graphic 4">
            <a:extLst>
              <a:ext uri="{FF2B5EF4-FFF2-40B4-BE49-F238E27FC236}">
                <a16:creationId xmlns:a16="http://schemas.microsoft.com/office/drawing/2014/main" id="{40072426-6E64-694E-B424-DF8D87B0EAF0}"/>
              </a:ext>
            </a:extLst>
          </p:cNvPr>
          <p:cNvGrpSpPr>
            <a:grpSpLocks noChangeAspect="1"/>
          </p:cNvGrpSpPr>
          <p:nvPr/>
        </p:nvGrpSpPr>
        <p:grpSpPr>
          <a:xfrm>
            <a:off x="3607758" y="3824168"/>
            <a:ext cx="361674" cy="361333"/>
            <a:chOff x="3607758" y="3824168"/>
            <a:chExt cx="361674" cy="361333"/>
          </a:xfrm>
          <a:solidFill>
            <a:srgbClr val="00A3E0"/>
          </a:solidFill>
        </p:grpSpPr>
        <p:sp>
          <p:nvSpPr>
            <p:cNvPr id="729" name="Graphic 4">
              <a:extLst>
                <a:ext uri="{FF2B5EF4-FFF2-40B4-BE49-F238E27FC236}">
                  <a16:creationId xmlns:a16="http://schemas.microsoft.com/office/drawing/2014/main" id="{F67399A9-3EFF-7F41-94B9-AF5E74FCD1F9}"/>
                </a:ext>
              </a:extLst>
            </p:cNvPr>
            <p:cNvSpPr/>
            <p:nvPr/>
          </p:nvSpPr>
          <p:spPr>
            <a:xfrm>
              <a:off x="3607758" y="3824168"/>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6"/>
                    <a:pt x="0" y="180667"/>
                  </a:cubicBezTo>
                  <a:cubicBezTo>
                    <a:pt x="0" y="280895"/>
                    <a:pt x="81152" y="361333"/>
                    <a:pt x="180836" y="361333"/>
                  </a:cubicBezTo>
                  <a:cubicBezTo>
                    <a:pt x="280518" y="361333"/>
                    <a:pt x="361671" y="280257"/>
                    <a:pt x="361671" y="180667"/>
                  </a:cubicBezTo>
                  <a:cubicBezTo>
                    <a:pt x="362310" y="81076"/>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9530" y="273873"/>
                    <a:pt x="274128"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730" name="Graphic 4">
              <a:extLst>
                <a:ext uri="{FF2B5EF4-FFF2-40B4-BE49-F238E27FC236}">
                  <a16:creationId xmlns:a16="http://schemas.microsoft.com/office/drawing/2014/main" id="{63B9F550-89DD-F546-A00F-AC7FE20DFA1B}"/>
                </a:ext>
              </a:extLst>
            </p:cNvPr>
            <p:cNvSpPr/>
            <p:nvPr/>
          </p:nvSpPr>
          <p:spPr>
            <a:xfrm>
              <a:off x="3795531" y="3906429"/>
              <a:ext cx="118353" cy="197357"/>
            </a:xfrm>
            <a:custGeom>
              <a:avLst/>
              <a:gdLst>
                <a:gd name="connsiteX0" fmla="*/ 109358 w 118353"/>
                <a:gd name="connsiteY0" fmla="*/ 35204 h 197357"/>
                <a:gd name="connsiteX1" fmla="*/ 100413 w 118353"/>
                <a:gd name="connsiteY1" fmla="*/ 32651 h 197357"/>
                <a:gd name="connsiteX2" fmla="*/ 92106 w 118353"/>
                <a:gd name="connsiteY2" fmla="*/ 8391 h 197357"/>
                <a:gd name="connsiteX3" fmla="*/ 34597 w 118353"/>
                <a:gd name="connsiteY3" fmla="*/ 3284 h 197357"/>
                <a:gd name="connsiteX4" fmla="*/ 6481 w 118353"/>
                <a:gd name="connsiteY4" fmla="*/ 21159 h 197357"/>
                <a:gd name="connsiteX5" fmla="*/ 17982 w 118353"/>
                <a:gd name="connsiteY5" fmla="*/ 109897 h 197357"/>
                <a:gd name="connsiteX6" fmla="*/ 17344 w 118353"/>
                <a:gd name="connsiteY6" fmla="*/ 114365 h 197357"/>
                <a:gd name="connsiteX7" fmla="*/ 17344 w 118353"/>
                <a:gd name="connsiteY7" fmla="*/ 123941 h 197357"/>
                <a:gd name="connsiteX8" fmla="*/ 23734 w 118353"/>
                <a:gd name="connsiteY8" fmla="*/ 139263 h 197357"/>
                <a:gd name="connsiteX9" fmla="*/ 23734 w 118353"/>
                <a:gd name="connsiteY9" fmla="*/ 170544 h 197357"/>
                <a:gd name="connsiteX10" fmla="*/ 30123 w 118353"/>
                <a:gd name="connsiteY10" fmla="*/ 176928 h 197357"/>
                <a:gd name="connsiteX11" fmla="*/ 36513 w 118353"/>
                <a:gd name="connsiteY11" fmla="*/ 170544 h 197357"/>
                <a:gd name="connsiteX12" fmla="*/ 36513 w 118353"/>
                <a:gd name="connsiteY12" fmla="*/ 145009 h 197357"/>
                <a:gd name="connsiteX13" fmla="*/ 39069 w 118353"/>
                <a:gd name="connsiteY13" fmla="*/ 145009 h 197357"/>
                <a:gd name="connsiteX14" fmla="*/ 64629 w 118353"/>
                <a:gd name="connsiteY14" fmla="*/ 145009 h 197357"/>
                <a:gd name="connsiteX15" fmla="*/ 66546 w 118353"/>
                <a:gd name="connsiteY15" fmla="*/ 145009 h 197357"/>
                <a:gd name="connsiteX16" fmla="*/ 66546 w 118353"/>
                <a:gd name="connsiteY16" fmla="*/ 190973 h 197357"/>
                <a:gd name="connsiteX17" fmla="*/ 72936 w 118353"/>
                <a:gd name="connsiteY17" fmla="*/ 197357 h 197357"/>
                <a:gd name="connsiteX18" fmla="*/ 79326 w 118353"/>
                <a:gd name="connsiteY18" fmla="*/ 190973 h 197357"/>
                <a:gd name="connsiteX19" fmla="*/ 79326 w 118353"/>
                <a:gd name="connsiteY19" fmla="*/ 139263 h 197357"/>
                <a:gd name="connsiteX20" fmla="*/ 86355 w 118353"/>
                <a:gd name="connsiteY20" fmla="*/ 123303 h 197357"/>
                <a:gd name="connsiteX21" fmla="*/ 86355 w 118353"/>
                <a:gd name="connsiteY21" fmla="*/ 113727 h 197357"/>
                <a:gd name="connsiteX22" fmla="*/ 85716 w 118353"/>
                <a:gd name="connsiteY22" fmla="*/ 109258 h 197357"/>
                <a:gd name="connsiteX23" fmla="*/ 118305 w 118353"/>
                <a:gd name="connsiteY23" fmla="*/ 54995 h 197357"/>
                <a:gd name="connsiteX24" fmla="*/ 109358 w 118353"/>
                <a:gd name="connsiteY24" fmla="*/ 35204 h 197357"/>
                <a:gd name="connsiteX25" fmla="*/ 39069 w 118353"/>
                <a:gd name="connsiteY25" fmla="*/ 132241 h 197357"/>
                <a:gd name="connsiteX26" fmla="*/ 30123 w 118353"/>
                <a:gd name="connsiteY26" fmla="*/ 123303 h 197357"/>
                <a:gd name="connsiteX27" fmla="*/ 30123 w 118353"/>
                <a:gd name="connsiteY27" fmla="*/ 113727 h 197357"/>
                <a:gd name="connsiteX28" fmla="*/ 32679 w 118353"/>
                <a:gd name="connsiteY28" fmla="*/ 111174 h 197357"/>
                <a:gd name="connsiteX29" fmla="*/ 70380 w 118353"/>
                <a:gd name="connsiteY29" fmla="*/ 111174 h 197357"/>
                <a:gd name="connsiteX30" fmla="*/ 72936 w 118353"/>
                <a:gd name="connsiteY30" fmla="*/ 113727 h 197357"/>
                <a:gd name="connsiteX31" fmla="*/ 72936 w 118353"/>
                <a:gd name="connsiteY31" fmla="*/ 123303 h 197357"/>
                <a:gd name="connsiteX32" fmla="*/ 63990 w 118353"/>
                <a:gd name="connsiteY32" fmla="*/ 132241 h 197357"/>
                <a:gd name="connsiteX33" fmla="*/ 39069 w 118353"/>
                <a:gd name="connsiteY33" fmla="*/ 132241 h 197357"/>
                <a:gd name="connsiteX34" fmla="*/ 76770 w 118353"/>
                <a:gd name="connsiteY34" fmla="*/ 99682 h 197357"/>
                <a:gd name="connsiteX35" fmla="*/ 71019 w 118353"/>
                <a:gd name="connsiteY35" fmla="*/ 98406 h 197357"/>
                <a:gd name="connsiteX36" fmla="*/ 33318 w 118353"/>
                <a:gd name="connsiteY36" fmla="*/ 98406 h 197357"/>
                <a:gd name="connsiteX37" fmla="*/ 27567 w 118353"/>
                <a:gd name="connsiteY37" fmla="*/ 99682 h 197357"/>
                <a:gd name="connsiteX38" fmla="*/ 18622 w 118353"/>
                <a:gd name="connsiteY38" fmla="*/ 26905 h 197357"/>
                <a:gd name="connsiteX39" fmla="*/ 38430 w 118353"/>
                <a:gd name="connsiteY39" fmla="*/ 15414 h 197357"/>
                <a:gd name="connsiteX40" fmla="*/ 85716 w 118353"/>
                <a:gd name="connsiteY40" fmla="*/ 19244 h 197357"/>
                <a:gd name="connsiteX41" fmla="*/ 86994 w 118353"/>
                <a:gd name="connsiteY41" fmla="*/ 41588 h 197357"/>
                <a:gd name="connsiteX42" fmla="*/ 86994 w 118353"/>
                <a:gd name="connsiteY42" fmla="*/ 42865 h 197357"/>
                <a:gd name="connsiteX43" fmla="*/ 83160 w 118353"/>
                <a:gd name="connsiteY43" fmla="*/ 56910 h 197357"/>
                <a:gd name="connsiteX44" fmla="*/ 86994 w 118353"/>
                <a:gd name="connsiteY44" fmla="*/ 65209 h 197357"/>
                <a:gd name="connsiteX45" fmla="*/ 95301 w 118353"/>
                <a:gd name="connsiteY45" fmla="*/ 61379 h 197357"/>
                <a:gd name="connsiteX46" fmla="*/ 99774 w 118353"/>
                <a:gd name="connsiteY46" fmla="*/ 46057 h 197357"/>
                <a:gd name="connsiteX47" fmla="*/ 99774 w 118353"/>
                <a:gd name="connsiteY47" fmla="*/ 46057 h 197357"/>
                <a:gd name="connsiteX48" fmla="*/ 103608 w 118353"/>
                <a:gd name="connsiteY48" fmla="*/ 46057 h 197357"/>
                <a:gd name="connsiteX49" fmla="*/ 106803 w 118353"/>
                <a:gd name="connsiteY49" fmla="*/ 54995 h 197357"/>
                <a:gd name="connsiteX50" fmla="*/ 76770 w 118353"/>
                <a:gd name="connsiteY50" fmla="*/ 99682 h 197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18353" h="197357">
                  <a:moveTo>
                    <a:pt x="109358" y="35204"/>
                  </a:moveTo>
                  <a:cubicBezTo>
                    <a:pt x="106803" y="33289"/>
                    <a:pt x="103608" y="32651"/>
                    <a:pt x="100413" y="32651"/>
                  </a:cubicBezTo>
                  <a:cubicBezTo>
                    <a:pt x="101052" y="22436"/>
                    <a:pt x="99135" y="12222"/>
                    <a:pt x="92106" y="8391"/>
                  </a:cubicBezTo>
                  <a:cubicBezTo>
                    <a:pt x="74853" y="-2461"/>
                    <a:pt x="51210" y="-1185"/>
                    <a:pt x="34597" y="3284"/>
                  </a:cubicBezTo>
                  <a:cubicBezTo>
                    <a:pt x="21177" y="7115"/>
                    <a:pt x="10954" y="13499"/>
                    <a:pt x="6481" y="21159"/>
                  </a:cubicBezTo>
                  <a:cubicBezTo>
                    <a:pt x="730" y="31374"/>
                    <a:pt x="-8855" y="61379"/>
                    <a:pt x="17982" y="109897"/>
                  </a:cubicBezTo>
                  <a:cubicBezTo>
                    <a:pt x="17344" y="111174"/>
                    <a:pt x="17344" y="113089"/>
                    <a:pt x="17344" y="114365"/>
                  </a:cubicBezTo>
                  <a:lnTo>
                    <a:pt x="17344" y="123941"/>
                  </a:lnTo>
                  <a:cubicBezTo>
                    <a:pt x="17344" y="129687"/>
                    <a:pt x="19899" y="135433"/>
                    <a:pt x="23734" y="139263"/>
                  </a:cubicBezTo>
                  <a:lnTo>
                    <a:pt x="23734" y="170544"/>
                  </a:lnTo>
                  <a:cubicBezTo>
                    <a:pt x="23734" y="174375"/>
                    <a:pt x="26289" y="176928"/>
                    <a:pt x="30123" y="176928"/>
                  </a:cubicBezTo>
                  <a:cubicBezTo>
                    <a:pt x="33957" y="176928"/>
                    <a:pt x="36513" y="174375"/>
                    <a:pt x="36513" y="170544"/>
                  </a:cubicBezTo>
                  <a:lnTo>
                    <a:pt x="36513" y="145009"/>
                  </a:lnTo>
                  <a:cubicBezTo>
                    <a:pt x="37152" y="145009"/>
                    <a:pt x="38430" y="145009"/>
                    <a:pt x="39069" y="145009"/>
                  </a:cubicBezTo>
                  <a:lnTo>
                    <a:pt x="64629" y="145009"/>
                  </a:lnTo>
                  <a:cubicBezTo>
                    <a:pt x="65268" y="145009"/>
                    <a:pt x="65907" y="145009"/>
                    <a:pt x="66546" y="145009"/>
                  </a:cubicBezTo>
                  <a:lnTo>
                    <a:pt x="66546" y="190973"/>
                  </a:lnTo>
                  <a:cubicBezTo>
                    <a:pt x="66546" y="194804"/>
                    <a:pt x="69102" y="197357"/>
                    <a:pt x="72936" y="197357"/>
                  </a:cubicBezTo>
                  <a:cubicBezTo>
                    <a:pt x="76770" y="197357"/>
                    <a:pt x="79326" y="194804"/>
                    <a:pt x="79326" y="190973"/>
                  </a:cubicBezTo>
                  <a:lnTo>
                    <a:pt x="79326" y="139263"/>
                  </a:lnTo>
                  <a:cubicBezTo>
                    <a:pt x="83799" y="135433"/>
                    <a:pt x="86355" y="129687"/>
                    <a:pt x="86355" y="123303"/>
                  </a:cubicBezTo>
                  <a:lnTo>
                    <a:pt x="86355" y="113727"/>
                  </a:lnTo>
                  <a:cubicBezTo>
                    <a:pt x="86355" y="111812"/>
                    <a:pt x="85716" y="110535"/>
                    <a:pt x="85716" y="109258"/>
                  </a:cubicBezTo>
                  <a:cubicBezTo>
                    <a:pt x="100413" y="99682"/>
                    <a:pt x="117666" y="77977"/>
                    <a:pt x="118305" y="54995"/>
                  </a:cubicBezTo>
                  <a:cubicBezTo>
                    <a:pt x="118943" y="42227"/>
                    <a:pt x="113193" y="37119"/>
                    <a:pt x="109358" y="35204"/>
                  </a:cubicBezTo>
                  <a:close/>
                  <a:moveTo>
                    <a:pt x="39069" y="132241"/>
                  </a:moveTo>
                  <a:cubicBezTo>
                    <a:pt x="33957" y="132241"/>
                    <a:pt x="30123" y="128410"/>
                    <a:pt x="30123" y="123303"/>
                  </a:cubicBezTo>
                  <a:lnTo>
                    <a:pt x="30123" y="113727"/>
                  </a:lnTo>
                  <a:cubicBezTo>
                    <a:pt x="30123" y="112450"/>
                    <a:pt x="31402" y="111174"/>
                    <a:pt x="32679" y="111174"/>
                  </a:cubicBezTo>
                  <a:lnTo>
                    <a:pt x="70380" y="111174"/>
                  </a:lnTo>
                  <a:cubicBezTo>
                    <a:pt x="71658" y="111174"/>
                    <a:pt x="72936" y="112450"/>
                    <a:pt x="72936" y="113727"/>
                  </a:cubicBezTo>
                  <a:lnTo>
                    <a:pt x="72936" y="123303"/>
                  </a:lnTo>
                  <a:cubicBezTo>
                    <a:pt x="72936" y="128410"/>
                    <a:pt x="69102" y="132241"/>
                    <a:pt x="63990" y="132241"/>
                  </a:cubicBezTo>
                  <a:lnTo>
                    <a:pt x="39069" y="132241"/>
                  </a:lnTo>
                  <a:close/>
                  <a:moveTo>
                    <a:pt x="76770" y="99682"/>
                  </a:moveTo>
                  <a:cubicBezTo>
                    <a:pt x="74853" y="99044"/>
                    <a:pt x="72936" y="98406"/>
                    <a:pt x="71019" y="98406"/>
                  </a:cubicBezTo>
                  <a:lnTo>
                    <a:pt x="33318" y="98406"/>
                  </a:lnTo>
                  <a:cubicBezTo>
                    <a:pt x="31402" y="98406"/>
                    <a:pt x="29484" y="99044"/>
                    <a:pt x="27567" y="99682"/>
                  </a:cubicBezTo>
                  <a:cubicBezTo>
                    <a:pt x="6481" y="58187"/>
                    <a:pt x="14149" y="35204"/>
                    <a:pt x="18622" y="26905"/>
                  </a:cubicBezTo>
                  <a:cubicBezTo>
                    <a:pt x="20539" y="23713"/>
                    <a:pt x="26929" y="18606"/>
                    <a:pt x="38430" y="15414"/>
                  </a:cubicBezTo>
                  <a:cubicBezTo>
                    <a:pt x="55683" y="10945"/>
                    <a:pt x="74214" y="12222"/>
                    <a:pt x="85716" y="19244"/>
                  </a:cubicBezTo>
                  <a:cubicBezTo>
                    <a:pt x="88272" y="21159"/>
                    <a:pt x="88911" y="30097"/>
                    <a:pt x="86994" y="41588"/>
                  </a:cubicBezTo>
                  <a:cubicBezTo>
                    <a:pt x="86994" y="42227"/>
                    <a:pt x="86994" y="42865"/>
                    <a:pt x="86994" y="42865"/>
                  </a:cubicBezTo>
                  <a:cubicBezTo>
                    <a:pt x="86355" y="47334"/>
                    <a:pt x="85077" y="52441"/>
                    <a:pt x="83160" y="56910"/>
                  </a:cubicBezTo>
                  <a:cubicBezTo>
                    <a:pt x="81882" y="60102"/>
                    <a:pt x="83799" y="63932"/>
                    <a:pt x="86994" y="65209"/>
                  </a:cubicBezTo>
                  <a:cubicBezTo>
                    <a:pt x="90189" y="66486"/>
                    <a:pt x="94023" y="64571"/>
                    <a:pt x="95301" y="61379"/>
                  </a:cubicBezTo>
                  <a:cubicBezTo>
                    <a:pt x="96579" y="58187"/>
                    <a:pt x="98496" y="52441"/>
                    <a:pt x="99774" y="46057"/>
                  </a:cubicBezTo>
                  <a:cubicBezTo>
                    <a:pt x="99774" y="46057"/>
                    <a:pt x="99774" y="46057"/>
                    <a:pt x="99774" y="46057"/>
                  </a:cubicBezTo>
                  <a:cubicBezTo>
                    <a:pt x="100413" y="45419"/>
                    <a:pt x="102330" y="45419"/>
                    <a:pt x="103608" y="46057"/>
                  </a:cubicBezTo>
                  <a:cubicBezTo>
                    <a:pt x="105525" y="47334"/>
                    <a:pt x="106803" y="50526"/>
                    <a:pt x="106803" y="54995"/>
                  </a:cubicBezTo>
                  <a:cubicBezTo>
                    <a:pt x="104886" y="72870"/>
                    <a:pt x="88911" y="92660"/>
                    <a:pt x="76770" y="99682"/>
                  </a:cubicBezTo>
                  <a:close/>
                </a:path>
              </a:pathLst>
            </a:custGeom>
            <a:solidFill>
              <a:srgbClr val="00A3E0"/>
            </a:solidFill>
            <a:ln w="6390" cap="flat">
              <a:noFill/>
              <a:prstDash val="solid"/>
              <a:miter/>
            </a:ln>
          </p:spPr>
          <p:txBody>
            <a:bodyPr rtlCol="0" anchor="ctr"/>
            <a:lstStyle/>
            <a:p>
              <a:endParaRPr lang="en-US"/>
            </a:p>
          </p:txBody>
        </p:sp>
        <p:sp>
          <p:nvSpPr>
            <p:cNvPr id="731" name="Graphic 4">
              <a:extLst>
                <a:ext uri="{FF2B5EF4-FFF2-40B4-BE49-F238E27FC236}">
                  <a16:creationId xmlns:a16="http://schemas.microsoft.com/office/drawing/2014/main" id="{E5624E1D-6C11-3C49-8DA6-29E0A007C14F}"/>
                </a:ext>
              </a:extLst>
            </p:cNvPr>
            <p:cNvSpPr/>
            <p:nvPr/>
          </p:nvSpPr>
          <p:spPr>
            <a:xfrm>
              <a:off x="3833323" y="4022071"/>
              <a:ext cx="28754" cy="12767"/>
            </a:xfrm>
            <a:custGeom>
              <a:avLst/>
              <a:gdLst>
                <a:gd name="connsiteX0" fmla="*/ 22365 w 28754"/>
                <a:gd name="connsiteY0" fmla="*/ 0 h 12767"/>
                <a:gd name="connsiteX1" fmla="*/ 6390 w 28754"/>
                <a:gd name="connsiteY1" fmla="*/ 0 h 12767"/>
                <a:gd name="connsiteX2" fmla="*/ 0 w 28754"/>
                <a:gd name="connsiteY2" fmla="*/ 6384 h 12767"/>
                <a:gd name="connsiteX3" fmla="*/ 6390 w 28754"/>
                <a:gd name="connsiteY3" fmla="*/ 12768 h 12767"/>
                <a:gd name="connsiteX4" fmla="*/ 22365 w 28754"/>
                <a:gd name="connsiteY4" fmla="*/ 12768 h 12767"/>
                <a:gd name="connsiteX5" fmla="*/ 28755 w 28754"/>
                <a:gd name="connsiteY5" fmla="*/ 6384 h 12767"/>
                <a:gd name="connsiteX6" fmla="*/ 22365 w 2875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54" h="12767">
                  <a:moveTo>
                    <a:pt x="22365" y="0"/>
                  </a:moveTo>
                  <a:lnTo>
                    <a:pt x="6390" y="0"/>
                  </a:lnTo>
                  <a:cubicBezTo>
                    <a:pt x="2556" y="0"/>
                    <a:pt x="0" y="2553"/>
                    <a:pt x="0" y="6384"/>
                  </a:cubicBezTo>
                  <a:cubicBezTo>
                    <a:pt x="0" y="10214"/>
                    <a:pt x="2556" y="12768"/>
                    <a:pt x="6390" y="12768"/>
                  </a:cubicBezTo>
                  <a:lnTo>
                    <a:pt x="22365" y="12768"/>
                  </a:lnTo>
                  <a:cubicBezTo>
                    <a:pt x="26199" y="12768"/>
                    <a:pt x="28755" y="10214"/>
                    <a:pt x="28755" y="6384"/>
                  </a:cubicBezTo>
                  <a:cubicBezTo>
                    <a:pt x="28755" y="2553"/>
                    <a:pt x="25560" y="0"/>
                    <a:pt x="22365" y="0"/>
                  </a:cubicBezTo>
                  <a:close/>
                </a:path>
              </a:pathLst>
            </a:custGeom>
            <a:solidFill>
              <a:srgbClr val="00A3E0"/>
            </a:solidFill>
            <a:ln w="6390" cap="flat">
              <a:noFill/>
              <a:prstDash val="solid"/>
              <a:miter/>
            </a:ln>
          </p:spPr>
          <p:txBody>
            <a:bodyPr rtlCol="0" anchor="ctr"/>
            <a:lstStyle/>
            <a:p>
              <a:endParaRPr lang="en-US"/>
            </a:p>
          </p:txBody>
        </p:sp>
        <p:sp>
          <p:nvSpPr>
            <p:cNvPr id="732" name="Graphic 4">
              <a:extLst>
                <a:ext uri="{FF2B5EF4-FFF2-40B4-BE49-F238E27FC236}">
                  <a16:creationId xmlns:a16="http://schemas.microsoft.com/office/drawing/2014/main" id="{C08C2BBE-6E33-4942-BD9D-66185C55EF61}"/>
                </a:ext>
              </a:extLst>
            </p:cNvPr>
            <p:cNvSpPr/>
            <p:nvPr/>
          </p:nvSpPr>
          <p:spPr>
            <a:xfrm>
              <a:off x="3663301" y="3905991"/>
              <a:ext cx="118211" cy="195241"/>
            </a:xfrm>
            <a:custGeom>
              <a:avLst/>
              <a:gdLst>
                <a:gd name="connsiteX0" fmla="*/ 111873 w 118211"/>
                <a:gd name="connsiteY0" fmla="*/ 20958 h 195241"/>
                <a:gd name="connsiteX1" fmla="*/ 83757 w 118211"/>
                <a:gd name="connsiteY1" fmla="*/ 3083 h 195241"/>
                <a:gd name="connsiteX2" fmla="*/ 26248 w 118211"/>
                <a:gd name="connsiteY2" fmla="*/ 8190 h 195241"/>
                <a:gd name="connsiteX3" fmla="*/ 17941 w 118211"/>
                <a:gd name="connsiteY3" fmla="*/ 32450 h 195241"/>
                <a:gd name="connsiteX4" fmla="*/ 8995 w 118211"/>
                <a:gd name="connsiteY4" fmla="*/ 35003 h 195241"/>
                <a:gd name="connsiteX5" fmla="*/ 49 w 118211"/>
                <a:gd name="connsiteY5" fmla="*/ 55432 h 195241"/>
                <a:gd name="connsiteX6" fmla="*/ 32638 w 118211"/>
                <a:gd name="connsiteY6" fmla="*/ 109696 h 195241"/>
                <a:gd name="connsiteX7" fmla="*/ 31999 w 118211"/>
                <a:gd name="connsiteY7" fmla="*/ 114164 h 195241"/>
                <a:gd name="connsiteX8" fmla="*/ 31999 w 118211"/>
                <a:gd name="connsiteY8" fmla="*/ 123740 h 195241"/>
                <a:gd name="connsiteX9" fmla="*/ 38389 w 118211"/>
                <a:gd name="connsiteY9" fmla="*/ 139062 h 195241"/>
                <a:gd name="connsiteX10" fmla="*/ 38389 w 118211"/>
                <a:gd name="connsiteY10" fmla="*/ 188857 h 195241"/>
                <a:gd name="connsiteX11" fmla="*/ 44779 w 118211"/>
                <a:gd name="connsiteY11" fmla="*/ 195241 h 195241"/>
                <a:gd name="connsiteX12" fmla="*/ 51168 w 118211"/>
                <a:gd name="connsiteY12" fmla="*/ 188857 h 195241"/>
                <a:gd name="connsiteX13" fmla="*/ 51168 w 118211"/>
                <a:gd name="connsiteY13" fmla="*/ 145446 h 195241"/>
                <a:gd name="connsiteX14" fmla="*/ 53085 w 118211"/>
                <a:gd name="connsiteY14" fmla="*/ 145446 h 195241"/>
                <a:gd name="connsiteX15" fmla="*/ 78645 w 118211"/>
                <a:gd name="connsiteY15" fmla="*/ 145446 h 195241"/>
                <a:gd name="connsiteX16" fmla="*/ 80562 w 118211"/>
                <a:gd name="connsiteY16" fmla="*/ 145446 h 195241"/>
                <a:gd name="connsiteX17" fmla="*/ 80562 w 118211"/>
                <a:gd name="connsiteY17" fmla="*/ 170344 h 195241"/>
                <a:gd name="connsiteX18" fmla="*/ 86952 w 118211"/>
                <a:gd name="connsiteY18" fmla="*/ 176728 h 195241"/>
                <a:gd name="connsiteX19" fmla="*/ 93342 w 118211"/>
                <a:gd name="connsiteY19" fmla="*/ 170344 h 195241"/>
                <a:gd name="connsiteX20" fmla="*/ 93342 w 118211"/>
                <a:gd name="connsiteY20" fmla="*/ 139700 h 195241"/>
                <a:gd name="connsiteX21" fmla="*/ 99732 w 118211"/>
                <a:gd name="connsiteY21" fmla="*/ 124379 h 195241"/>
                <a:gd name="connsiteX22" fmla="*/ 99732 w 118211"/>
                <a:gd name="connsiteY22" fmla="*/ 114803 h 195241"/>
                <a:gd name="connsiteX23" fmla="*/ 99093 w 118211"/>
                <a:gd name="connsiteY23" fmla="*/ 110334 h 195241"/>
                <a:gd name="connsiteX24" fmla="*/ 111873 w 118211"/>
                <a:gd name="connsiteY24" fmla="*/ 20958 h 195241"/>
                <a:gd name="connsiteX25" fmla="*/ 54363 w 118211"/>
                <a:gd name="connsiteY25" fmla="*/ 132678 h 195241"/>
                <a:gd name="connsiteX26" fmla="*/ 45418 w 118211"/>
                <a:gd name="connsiteY26" fmla="*/ 123740 h 195241"/>
                <a:gd name="connsiteX27" fmla="*/ 45418 w 118211"/>
                <a:gd name="connsiteY27" fmla="*/ 114164 h 195241"/>
                <a:gd name="connsiteX28" fmla="*/ 47974 w 118211"/>
                <a:gd name="connsiteY28" fmla="*/ 111611 h 195241"/>
                <a:gd name="connsiteX29" fmla="*/ 85674 w 118211"/>
                <a:gd name="connsiteY29" fmla="*/ 111611 h 195241"/>
                <a:gd name="connsiteX30" fmla="*/ 88230 w 118211"/>
                <a:gd name="connsiteY30" fmla="*/ 114164 h 195241"/>
                <a:gd name="connsiteX31" fmla="*/ 88230 w 118211"/>
                <a:gd name="connsiteY31" fmla="*/ 123740 h 195241"/>
                <a:gd name="connsiteX32" fmla="*/ 79284 w 118211"/>
                <a:gd name="connsiteY32" fmla="*/ 132678 h 195241"/>
                <a:gd name="connsiteX33" fmla="*/ 54363 w 118211"/>
                <a:gd name="connsiteY33" fmla="*/ 132678 h 195241"/>
                <a:gd name="connsiteX34" fmla="*/ 91425 w 118211"/>
                <a:gd name="connsiteY34" fmla="*/ 100120 h 195241"/>
                <a:gd name="connsiteX35" fmla="*/ 85674 w 118211"/>
                <a:gd name="connsiteY35" fmla="*/ 98843 h 195241"/>
                <a:gd name="connsiteX36" fmla="*/ 47974 w 118211"/>
                <a:gd name="connsiteY36" fmla="*/ 98843 h 195241"/>
                <a:gd name="connsiteX37" fmla="*/ 42223 w 118211"/>
                <a:gd name="connsiteY37" fmla="*/ 100120 h 195241"/>
                <a:gd name="connsiteX38" fmla="*/ 13468 w 118211"/>
                <a:gd name="connsiteY38" fmla="*/ 54793 h 195241"/>
                <a:gd name="connsiteX39" fmla="*/ 16663 w 118211"/>
                <a:gd name="connsiteY39" fmla="*/ 45856 h 195241"/>
                <a:gd name="connsiteX40" fmla="*/ 20497 w 118211"/>
                <a:gd name="connsiteY40" fmla="*/ 45856 h 195241"/>
                <a:gd name="connsiteX41" fmla="*/ 20497 w 118211"/>
                <a:gd name="connsiteY41" fmla="*/ 45856 h 195241"/>
                <a:gd name="connsiteX42" fmla="*/ 24970 w 118211"/>
                <a:gd name="connsiteY42" fmla="*/ 61177 h 195241"/>
                <a:gd name="connsiteX43" fmla="*/ 33277 w 118211"/>
                <a:gd name="connsiteY43" fmla="*/ 65008 h 195241"/>
                <a:gd name="connsiteX44" fmla="*/ 37111 w 118211"/>
                <a:gd name="connsiteY44" fmla="*/ 56709 h 195241"/>
                <a:gd name="connsiteX45" fmla="*/ 33277 w 118211"/>
                <a:gd name="connsiteY45" fmla="*/ 42664 h 195241"/>
                <a:gd name="connsiteX46" fmla="*/ 33277 w 118211"/>
                <a:gd name="connsiteY46" fmla="*/ 41387 h 195241"/>
                <a:gd name="connsiteX47" fmla="*/ 34555 w 118211"/>
                <a:gd name="connsiteY47" fmla="*/ 19043 h 195241"/>
                <a:gd name="connsiteX48" fmla="*/ 81840 w 118211"/>
                <a:gd name="connsiteY48" fmla="*/ 15213 h 195241"/>
                <a:gd name="connsiteX49" fmla="*/ 101649 w 118211"/>
                <a:gd name="connsiteY49" fmla="*/ 26704 h 195241"/>
                <a:gd name="connsiteX50" fmla="*/ 91425 w 118211"/>
                <a:gd name="connsiteY50" fmla="*/ 100120 h 195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18211" h="195241">
                  <a:moveTo>
                    <a:pt x="111873" y="20958"/>
                  </a:moveTo>
                  <a:cubicBezTo>
                    <a:pt x="108039" y="13298"/>
                    <a:pt x="97815" y="6914"/>
                    <a:pt x="83757" y="3083"/>
                  </a:cubicBezTo>
                  <a:cubicBezTo>
                    <a:pt x="67143" y="-1385"/>
                    <a:pt x="44140" y="-2024"/>
                    <a:pt x="26248" y="8190"/>
                  </a:cubicBezTo>
                  <a:cubicBezTo>
                    <a:pt x="19219" y="12659"/>
                    <a:pt x="17302" y="22235"/>
                    <a:pt x="17941" y="32450"/>
                  </a:cubicBezTo>
                  <a:cubicBezTo>
                    <a:pt x="15385" y="32450"/>
                    <a:pt x="12190" y="33088"/>
                    <a:pt x="8995" y="35003"/>
                  </a:cubicBezTo>
                  <a:cubicBezTo>
                    <a:pt x="5161" y="36918"/>
                    <a:pt x="-590" y="42664"/>
                    <a:pt x="49" y="55432"/>
                  </a:cubicBezTo>
                  <a:cubicBezTo>
                    <a:pt x="688" y="78414"/>
                    <a:pt x="18580" y="100120"/>
                    <a:pt x="32638" y="109696"/>
                  </a:cubicBezTo>
                  <a:cubicBezTo>
                    <a:pt x="31999" y="110972"/>
                    <a:pt x="31999" y="112888"/>
                    <a:pt x="31999" y="114164"/>
                  </a:cubicBezTo>
                  <a:lnTo>
                    <a:pt x="31999" y="123740"/>
                  </a:lnTo>
                  <a:cubicBezTo>
                    <a:pt x="31999" y="129486"/>
                    <a:pt x="34555" y="135232"/>
                    <a:pt x="38389" y="139062"/>
                  </a:cubicBezTo>
                  <a:lnTo>
                    <a:pt x="38389" y="188857"/>
                  </a:lnTo>
                  <a:cubicBezTo>
                    <a:pt x="38389" y="192688"/>
                    <a:pt x="40945" y="195241"/>
                    <a:pt x="44779" y="195241"/>
                  </a:cubicBezTo>
                  <a:cubicBezTo>
                    <a:pt x="48613" y="195241"/>
                    <a:pt x="51168" y="192688"/>
                    <a:pt x="51168" y="188857"/>
                  </a:cubicBezTo>
                  <a:lnTo>
                    <a:pt x="51168" y="145446"/>
                  </a:lnTo>
                  <a:cubicBezTo>
                    <a:pt x="51808" y="145446"/>
                    <a:pt x="52447" y="145446"/>
                    <a:pt x="53085" y="145446"/>
                  </a:cubicBezTo>
                  <a:lnTo>
                    <a:pt x="78645" y="145446"/>
                  </a:lnTo>
                  <a:cubicBezTo>
                    <a:pt x="79284" y="145446"/>
                    <a:pt x="79923" y="145446"/>
                    <a:pt x="80562" y="145446"/>
                  </a:cubicBezTo>
                  <a:lnTo>
                    <a:pt x="80562" y="170344"/>
                  </a:lnTo>
                  <a:cubicBezTo>
                    <a:pt x="80562" y="174174"/>
                    <a:pt x="83118" y="176728"/>
                    <a:pt x="86952" y="176728"/>
                  </a:cubicBezTo>
                  <a:cubicBezTo>
                    <a:pt x="90786" y="176728"/>
                    <a:pt x="93342" y="174174"/>
                    <a:pt x="93342" y="170344"/>
                  </a:cubicBezTo>
                  <a:lnTo>
                    <a:pt x="93342" y="139700"/>
                  </a:lnTo>
                  <a:cubicBezTo>
                    <a:pt x="97176" y="135870"/>
                    <a:pt x="99732" y="130124"/>
                    <a:pt x="99732" y="124379"/>
                  </a:cubicBezTo>
                  <a:lnTo>
                    <a:pt x="99732" y="114803"/>
                  </a:lnTo>
                  <a:cubicBezTo>
                    <a:pt x="99732" y="113526"/>
                    <a:pt x="99732" y="111611"/>
                    <a:pt x="99093" y="110334"/>
                  </a:cubicBezTo>
                  <a:cubicBezTo>
                    <a:pt x="127209" y="61177"/>
                    <a:pt x="117624" y="31811"/>
                    <a:pt x="111873" y="20958"/>
                  </a:cubicBezTo>
                  <a:close/>
                  <a:moveTo>
                    <a:pt x="54363" y="132678"/>
                  </a:moveTo>
                  <a:cubicBezTo>
                    <a:pt x="49252" y="132678"/>
                    <a:pt x="45418" y="128848"/>
                    <a:pt x="45418" y="123740"/>
                  </a:cubicBezTo>
                  <a:lnTo>
                    <a:pt x="45418" y="114164"/>
                  </a:lnTo>
                  <a:cubicBezTo>
                    <a:pt x="45418" y="112888"/>
                    <a:pt x="46695" y="111611"/>
                    <a:pt x="47974" y="111611"/>
                  </a:cubicBezTo>
                  <a:lnTo>
                    <a:pt x="85674" y="111611"/>
                  </a:lnTo>
                  <a:cubicBezTo>
                    <a:pt x="86952" y="111611"/>
                    <a:pt x="88230" y="112888"/>
                    <a:pt x="88230" y="114164"/>
                  </a:cubicBezTo>
                  <a:lnTo>
                    <a:pt x="88230" y="123740"/>
                  </a:lnTo>
                  <a:cubicBezTo>
                    <a:pt x="88230" y="128848"/>
                    <a:pt x="84396" y="132678"/>
                    <a:pt x="79284" y="132678"/>
                  </a:cubicBezTo>
                  <a:lnTo>
                    <a:pt x="54363" y="132678"/>
                  </a:lnTo>
                  <a:close/>
                  <a:moveTo>
                    <a:pt x="91425" y="100120"/>
                  </a:moveTo>
                  <a:cubicBezTo>
                    <a:pt x="89508" y="99481"/>
                    <a:pt x="87591" y="98843"/>
                    <a:pt x="85674" y="98843"/>
                  </a:cubicBezTo>
                  <a:lnTo>
                    <a:pt x="47974" y="98843"/>
                  </a:lnTo>
                  <a:cubicBezTo>
                    <a:pt x="46057" y="98843"/>
                    <a:pt x="43500" y="99481"/>
                    <a:pt x="42223" y="100120"/>
                  </a:cubicBezTo>
                  <a:cubicBezTo>
                    <a:pt x="30082" y="93097"/>
                    <a:pt x="14107" y="73307"/>
                    <a:pt x="13468" y="54793"/>
                  </a:cubicBezTo>
                  <a:cubicBezTo>
                    <a:pt x="13468" y="50325"/>
                    <a:pt x="14107" y="47133"/>
                    <a:pt x="16663" y="45856"/>
                  </a:cubicBezTo>
                  <a:cubicBezTo>
                    <a:pt x="17941" y="45218"/>
                    <a:pt x="19858" y="45218"/>
                    <a:pt x="20497" y="45856"/>
                  </a:cubicBezTo>
                  <a:cubicBezTo>
                    <a:pt x="20497" y="45856"/>
                    <a:pt x="20497" y="45856"/>
                    <a:pt x="20497" y="45856"/>
                  </a:cubicBezTo>
                  <a:cubicBezTo>
                    <a:pt x="21775" y="52240"/>
                    <a:pt x="23692" y="57985"/>
                    <a:pt x="24970" y="61177"/>
                  </a:cubicBezTo>
                  <a:cubicBezTo>
                    <a:pt x="26248" y="64369"/>
                    <a:pt x="30082" y="66285"/>
                    <a:pt x="33277" y="65008"/>
                  </a:cubicBezTo>
                  <a:cubicBezTo>
                    <a:pt x="36472" y="63731"/>
                    <a:pt x="38389" y="59901"/>
                    <a:pt x="37111" y="56709"/>
                  </a:cubicBezTo>
                  <a:cubicBezTo>
                    <a:pt x="35194" y="52240"/>
                    <a:pt x="33916" y="47133"/>
                    <a:pt x="33277" y="42664"/>
                  </a:cubicBezTo>
                  <a:cubicBezTo>
                    <a:pt x="33277" y="42026"/>
                    <a:pt x="33277" y="41387"/>
                    <a:pt x="33277" y="41387"/>
                  </a:cubicBezTo>
                  <a:cubicBezTo>
                    <a:pt x="31360" y="30534"/>
                    <a:pt x="31999" y="20958"/>
                    <a:pt x="34555" y="19043"/>
                  </a:cubicBezTo>
                  <a:cubicBezTo>
                    <a:pt x="46057" y="12021"/>
                    <a:pt x="64588" y="10744"/>
                    <a:pt x="81840" y="15213"/>
                  </a:cubicBezTo>
                  <a:cubicBezTo>
                    <a:pt x="93981" y="18405"/>
                    <a:pt x="100371" y="23512"/>
                    <a:pt x="101649" y="26704"/>
                  </a:cubicBezTo>
                  <a:cubicBezTo>
                    <a:pt x="104844" y="35642"/>
                    <a:pt x="112512" y="58624"/>
                    <a:pt x="91425" y="100120"/>
                  </a:cubicBezTo>
                  <a:close/>
                </a:path>
              </a:pathLst>
            </a:custGeom>
            <a:solidFill>
              <a:srgbClr val="00A3E0"/>
            </a:solidFill>
            <a:ln w="6390" cap="flat">
              <a:noFill/>
              <a:prstDash val="solid"/>
              <a:miter/>
            </a:ln>
          </p:spPr>
          <p:txBody>
            <a:bodyPr rtlCol="0" anchor="ctr"/>
            <a:lstStyle/>
            <a:p>
              <a:endParaRPr lang="en-US"/>
            </a:p>
          </p:txBody>
        </p:sp>
        <p:sp>
          <p:nvSpPr>
            <p:cNvPr id="733" name="Graphic 4">
              <a:extLst>
                <a:ext uri="{FF2B5EF4-FFF2-40B4-BE49-F238E27FC236}">
                  <a16:creationId xmlns:a16="http://schemas.microsoft.com/office/drawing/2014/main" id="{08057222-6BAC-1844-A1CA-E2B84C7884EF}"/>
                </a:ext>
              </a:extLst>
            </p:cNvPr>
            <p:cNvSpPr/>
            <p:nvPr/>
          </p:nvSpPr>
          <p:spPr>
            <a:xfrm>
              <a:off x="3716387" y="4022071"/>
              <a:ext cx="28754" cy="12767"/>
            </a:xfrm>
            <a:custGeom>
              <a:avLst/>
              <a:gdLst>
                <a:gd name="connsiteX0" fmla="*/ 22365 w 28754"/>
                <a:gd name="connsiteY0" fmla="*/ 0 h 12767"/>
                <a:gd name="connsiteX1" fmla="*/ 6390 w 28754"/>
                <a:gd name="connsiteY1" fmla="*/ 0 h 12767"/>
                <a:gd name="connsiteX2" fmla="*/ 0 w 28754"/>
                <a:gd name="connsiteY2" fmla="*/ 6384 h 12767"/>
                <a:gd name="connsiteX3" fmla="*/ 6390 w 28754"/>
                <a:gd name="connsiteY3" fmla="*/ 12768 h 12767"/>
                <a:gd name="connsiteX4" fmla="*/ 22365 w 28754"/>
                <a:gd name="connsiteY4" fmla="*/ 12768 h 12767"/>
                <a:gd name="connsiteX5" fmla="*/ 28755 w 28754"/>
                <a:gd name="connsiteY5" fmla="*/ 6384 h 12767"/>
                <a:gd name="connsiteX6" fmla="*/ 22365 w 2875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54" h="12767">
                  <a:moveTo>
                    <a:pt x="22365" y="0"/>
                  </a:moveTo>
                  <a:lnTo>
                    <a:pt x="6390" y="0"/>
                  </a:lnTo>
                  <a:cubicBezTo>
                    <a:pt x="2556" y="0"/>
                    <a:pt x="0" y="2553"/>
                    <a:pt x="0" y="6384"/>
                  </a:cubicBezTo>
                  <a:cubicBezTo>
                    <a:pt x="0" y="10214"/>
                    <a:pt x="2556" y="12768"/>
                    <a:pt x="6390" y="12768"/>
                  </a:cubicBezTo>
                  <a:lnTo>
                    <a:pt x="22365" y="12768"/>
                  </a:lnTo>
                  <a:cubicBezTo>
                    <a:pt x="26199" y="12768"/>
                    <a:pt x="28755" y="10214"/>
                    <a:pt x="28755" y="6384"/>
                  </a:cubicBezTo>
                  <a:cubicBezTo>
                    <a:pt x="28755" y="2553"/>
                    <a:pt x="25560" y="0"/>
                    <a:pt x="22365" y="0"/>
                  </a:cubicBezTo>
                  <a:close/>
                </a:path>
              </a:pathLst>
            </a:custGeom>
            <a:solidFill>
              <a:srgbClr val="00A3E0"/>
            </a:solidFill>
            <a:ln w="6390" cap="flat">
              <a:noFill/>
              <a:prstDash val="solid"/>
              <a:miter/>
            </a:ln>
          </p:spPr>
          <p:txBody>
            <a:bodyPr rtlCol="0" anchor="ctr"/>
            <a:lstStyle/>
            <a:p>
              <a:endParaRPr lang="en-US"/>
            </a:p>
          </p:txBody>
        </p:sp>
      </p:grpSp>
      <p:grpSp>
        <p:nvGrpSpPr>
          <p:cNvPr id="734" name="Graphic 4">
            <a:extLst>
              <a:ext uri="{FF2B5EF4-FFF2-40B4-BE49-F238E27FC236}">
                <a16:creationId xmlns:a16="http://schemas.microsoft.com/office/drawing/2014/main" id="{0E123CE2-89A3-C34B-A113-1C2C2F937797}"/>
              </a:ext>
            </a:extLst>
          </p:cNvPr>
          <p:cNvGrpSpPr>
            <a:grpSpLocks noChangeAspect="1"/>
          </p:cNvGrpSpPr>
          <p:nvPr/>
        </p:nvGrpSpPr>
        <p:grpSpPr>
          <a:xfrm>
            <a:off x="4661459" y="4308712"/>
            <a:ext cx="361674" cy="361333"/>
            <a:chOff x="4661459" y="4308712"/>
            <a:chExt cx="361674" cy="361333"/>
          </a:xfrm>
          <a:solidFill>
            <a:srgbClr val="00A3E0"/>
          </a:solidFill>
        </p:grpSpPr>
        <p:sp>
          <p:nvSpPr>
            <p:cNvPr id="735" name="Graphic 4">
              <a:extLst>
                <a:ext uri="{FF2B5EF4-FFF2-40B4-BE49-F238E27FC236}">
                  <a16:creationId xmlns:a16="http://schemas.microsoft.com/office/drawing/2014/main" id="{075EBCFE-0824-444B-9511-3E8D4F669528}"/>
                </a:ext>
              </a:extLst>
            </p:cNvPr>
            <p:cNvSpPr/>
            <p:nvPr/>
          </p:nvSpPr>
          <p:spPr>
            <a:xfrm>
              <a:off x="4661459" y="4308712"/>
              <a:ext cx="361674" cy="361333"/>
            </a:xfrm>
            <a:custGeom>
              <a:avLst/>
              <a:gdLst>
                <a:gd name="connsiteX0" fmla="*/ 180835 w 361674"/>
                <a:gd name="connsiteY0" fmla="*/ 0 h 361333"/>
                <a:gd name="connsiteX1" fmla="*/ 0 w 361674"/>
                <a:gd name="connsiteY1" fmla="*/ 180667 h 361333"/>
                <a:gd name="connsiteX2" fmla="*/ 180835 w 361674"/>
                <a:gd name="connsiteY2" fmla="*/ 361334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7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7"/>
                    <a:pt x="0" y="180667"/>
                  </a:cubicBezTo>
                  <a:cubicBezTo>
                    <a:pt x="0" y="280895"/>
                    <a:pt x="81152" y="361334"/>
                    <a:pt x="180835" y="361334"/>
                  </a:cubicBezTo>
                  <a:cubicBezTo>
                    <a:pt x="281157" y="361334"/>
                    <a:pt x="361670" y="280257"/>
                    <a:pt x="361670" y="180667"/>
                  </a:cubicBezTo>
                  <a:cubicBezTo>
                    <a:pt x="362310" y="81077"/>
                    <a:pt x="281157" y="0"/>
                    <a:pt x="180835" y="0"/>
                  </a:cubicBezTo>
                  <a:close/>
                  <a:moveTo>
                    <a:pt x="180835" y="349204"/>
                  </a:moveTo>
                  <a:cubicBezTo>
                    <a:pt x="88181" y="349204"/>
                    <a:pt x="12780" y="273873"/>
                    <a:pt x="12780" y="181305"/>
                  </a:cubicBezTo>
                  <a:cubicBezTo>
                    <a:pt x="12780" y="88738"/>
                    <a:pt x="88181" y="13407"/>
                    <a:pt x="180835" y="13407"/>
                  </a:cubicBezTo>
                  <a:cubicBezTo>
                    <a:pt x="273489" y="13407"/>
                    <a:pt x="348890" y="88738"/>
                    <a:pt x="348890" y="181305"/>
                  </a:cubicBezTo>
                  <a:cubicBezTo>
                    <a:pt x="349530" y="273234"/>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736" name="Graphic 4">
              <a:extLst>
                <a:ext uri="{FF2B5EF4-FFF2-40B4-BE49-F238E27FC236}">
                  <a16:creationId xmlns:a16="http://schemas.microsoft.com/office/drawing/2014/main" id="{5B7DE8D8-7E89-584B-8E97-48EFF8C8B068}"/>
                </a:ext>
              </a:extLst>
            </p:cNvPr>
            <p:cNvSpPr/>
            <p:nvPr/>
          </p:nvSpPr>
          <p:spPr>
            <a:xfrm>
              <a:off x="4796286" y="4488740"/>
              <a:ext cx="28115" cy="12767"/>
            </a:xfrm>
            <a:custGeom>
              <a:avLst/>
              <a:gdLst>
                <a:gd name="connsiteX0" fmla="*/ 0 w 28115"/>
                <a:gd name="connsiteY0" fmla="*/ 6384 h 12767"/>
                <a:gd name="connsiteX1" fmla="*/ 6390 w 28115"/>
                <a:gd name="connsiteY1" fmla="*/ 12768 h 12767"/>
                <a:gd name="connsiteX2" fmla="*/ 21726 w 28115"/>
                <a:gd name="connsiteY2" fmla="*/ 12768 h 12767"/>
                <a:gd name="connsiteX3" fmla="*/ 28116 w 28115"/>
                <a:gd name="connsiteY3" fmla="*/ 6384 h 12767"/>
                <a:gd name="connsiteX4" fmla="*/ 21726 w 28115"/>
                <a:gd name="connsiteY4" fmla="*/ 0 h 12767"/>
                <a:gd name="connsiteX5" fmla="*/ 6390 w 28115"/>
                <a:gd name="connsiteY5" fmla="*/ 0 h 12767"/>
                <a:gd name="connsiteX6" fmla="*/ 0 w 28115"/>
                <a:gd name="connsiteY6" fmla="*/ 638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15" h="12767">
                  <a:moveTo>
                    <a:pt x="0" y="6384"/>
                  </a:moveTo>
                  <a:cubicBezTo>
                    <a:pt x="0" y="10214"/>
                    <a:pt x="2556" y="12768"/>
                    <a:pt x="6390" y="12768"/>
                  </a:cubicBezTo>
                  <a:lnTo>
                    <a:pt x="21726" y="12768"/>
                  </a:lnTo>
                  <a:cubicBezTo>
                    <a:pt x="25560" y="12768"/>
                    <a:pt x="28116" y="10214"/>
                    <a:pt x="28116" y="6384"/>
                  </a:cubicBezTo>
                  <a:cubicBezTo>
                    <a:pt x="28116" y="2554"/>
                    <a:pt x="25560" y="0"/>
                    <a:pt x="21726" y="0"/>
                  </a:cubicBezTo>
                  <a:lnTo>
                    <a:pt x="6390" y="0"/>
                  </a:lnTo>
                  <a:cubicBezTo>
                    <a:pt x="2556" y="0"/>
                    <a:pt x="0" y="2554"/>
                    <a:pt x="0" y="6384"/>
                  </a:cubicBezTo>
                  <a:close/>
                </a:path>
              </a:pathLst>
            </a:custGeom>
            <a:solidFill>
              <a:srgbClr val="00A3E0"/>
            </a:solidFill>
            <a:ln w="6390" cap="flat">
              <a:noFill/>
              <a:prstDash val="solid"/>
              <a:miter/>
            </a:ln>
          </p:spPr>
          <p:txBody>
            <a:bodyPr rtlCol="0" anchor="ctr"/>
            <a:lstStyle/>
            <a:p>
              <a:endParaRPr lang="en-US"/>
            </a:p>
          </p:txBody>
        </p:sp>
        <p:sp>
          <p:nvSpPr>
            <p:cNvPr id="737" name="Graphic 4">
              <a:extLst>
                <a:ext uri="{FF2B5EF4-FFF2-40B4-BE49-F238E27FC236}">
                  <a16:creationId xmlns:a16="http://schemas.microsoft.com/office/drawing/2014/main" id="{42979F76-831D-2746-B0D8-A66D6FE1EF9D}"/>
                </a:ext>
              </a:extLst>
            </p:cNvPr>
            <p:cNvSpPr/>
            <p:nvPr/>
          </p:nvSpPr>
          <p:spPr>
            <a:xfrm>
              <a:off x="4745757" y="4368721"/>
              <a:ext cx="183853" cy="242591"/>
            </a:xfrm>
            <a:custGeom>
              <a:avLst/>
              <a:gdLst>
                <a:gd name="connsiteX0" fmla="*/ 157241 w 183853"/>
                <a:gd name="connsiteY0" fmla="*/ 77885 h 242591"/>
                <a:gd name="connsiteX1" fmla="*/ 157241 w 183853"/>
                <a:gd name="connsiteY1" fmla="*/ 76608 h 242591"/>
                <a:gd name="connsiteX2" fmla="*/ 157241 w 183853"/>
                <a:gd name="connsiteY2" fmla="*/ 58733 h 242591"/>
                <a:gd name="connsiteX3" fmla="*/ 144461 w 183853"/>
                <a:gd name="connsiteY3" fmla="*/ 43411 h 242591"/>
                <a:gd name="connsiteX4" fmla="*/ 91425 w 183853"/>
                <a:gd name="connsiteY4" fmla="*/ 1277 h 242591"/>
                <a:gd name="connsiteX5" fmla="*/ 91425 w 183853"/>
                <a:gd name="connsiteY5" fmla="*/ 1277 h 242591"/>
                <a:gd name="connsiteX6" fmla="*/ 90786 w 183853"/>
                <a:gd name="connsiteY6" fmla="*/ 638 h 242591"/>
                <a:gd name="connsiteX7" fmla="*/ 89508 w 183853"/>
                <a:gd name="connsiteY7" fmla="*/ 0 h 242591"/>
                <a:gd name="connsiteX8" fmla="*/ 88869 w 183853"/>
                <a:gd name="connsiteY8" fmla="*/ 0 h 242591"/>
                <a:gd name="connsiteX9" fmla="*/ 88230 w 183853"/>
                <a:gd name="connsiteY9" fmla="*/ 0 h 242591"/>
                <a:gd name="connsiteX10" fmla="*/ 86952 w 183853"/>
                <a:gd name="connsiteY10" fmla="*/ 0 h 242591"/>
                <a:gd name="connsiteX11" fmla="*/ 85674 w 183853"/>
                <a:gd name="connsiteY11" fmla="*/ 0 h 242591"/>
                <a:gd name="connsiteX12" fmla="*/ 84396 w 183853"/>
                <a:gd name="connsiteY12" fmla="*/ 638 h 242591"/>
                <a:gd name="connsiteX13" fmla="*/ 83757 w 183853"/>
                <a:gd name="connsiteY13" fmla="*/ 1277 h 242591"/>
                <a:gd name="connsiteX14" fmla="*/ 83118 w 183853"/>
                <a:gd name="connsiteY14" fmla="*/ 1277 h 242591"/>
                <a:gd name="connsiteX15" fmla="*/ 82479 w 183853"/>
                <a:gd name="connsiteY15" fmla="*/ 1915 h 242591"/>
                <a:gd name="connsiteX16" fmla="*/ 81840 w 183853"/>
                <a:gd name="connsiteY16" fmla="*/ 2553 h 242591"/>
                <a:gd name="connsiteX17" fmla="*/ 81201 w 183853"/>
                <a:gd name="connsiteY17" fmla="*/ 3830 h 242591"/>
                <a:gd name="connsiteX18" fmla="*/ 80562 w 183853"/>
                <a:gd name="connsiteY18" fmla="*/ 4469 h 242591"/>
                <a:gd name="connsiteX19" fmla="*/ 39667 w 183853"/>
                <a:gd name="connsiteY19" fmla="*/ 108528 h 242591"/>
                <a:gd name="connsiteX20" fmla="*/ 30721 w 183853"/>
                <a:gd name="connsiteY20" fmla="*/ 126403 h 242591"/>
                <a:gd name="connsiteX21" fmla="*/ 30721 w 183853"/>
                <a:gd name="connsiteY21" fmla="*/ 134064 h 242591"/>
                <a:gd name="connsiteX22" fmla="*/ 31360 w 183853"/>
                <a:gd name="connsiteY22" fmla="*/ 138533 h 242591"/>
                <a:gd name="connsiteX23" fmla="*/ 49 w 183853"/>
                <a:gd name="connsiteY23" fmla="*/ 190243 h 242591"/>
                <a:gd name="connsiteX24" fmla="*/ 8995 w 183853"/>
                <a:gd name="connsiteY24" fmla="*/ 209395 h 242591"/>
                <a:gd name="connsiteX25" fmla="*/ 16663 w 183853"/>
                <a:gd name="connsiteY25" fmla="*/ 211310 h 242591"/>
                <a:gd name="connsiteX26" fmla="*/ 24970 w 183853"/>
                <a:gd name="connsiteY26" fmla="*/ 234292 h 242591"/>
                <a:gd name="connsiteX27" fmla="*/ 56919 w 183853"/>
                <a:gd name="connsiteY27" fmla="*/ 242591 h 242591"/>
                <a:gd name="connsiteX28" fmla="*/ 79284 w 183853"/>
                <a:gd name="connsiteY28" fmla="*/ 239399 h 242591"/>
                <a:gd name="connsiteX29" fmla="*/ 106122 w 183853"/>
                <a:gd name="connsiteY29" fmla="*/ 222163 h 242591"/>
                <a:gd name="connsiteX30" fmla="*/ 95259 w 183853"/>
                <a:gd name="connsiteY30" fmla="*/ 137894 h 242591"/>
                <a:gd name="connsiteX31" fmla="*/ 95898 w 183853"/>
                <a:gd name="connsiteY31" fmla="*/ 133425 h 242591"/>
                <a:gd name="connsiteX32" fmla="*/ 95898 w 183853"/>
                <a:gd name="connsiteY32" fmla="*/ 125765 h 242591"/>
                <a:gd name="connsiteX33" fmla="*/ 86952 w 183853"/>
                <a:gd name="connsiteY33" fmla="*/ 108528 h 242591"/>
                <a:gd name="connsiteX34" fmla="*/ 90786 w 183853"/>
                <a:gd name="connsiteY34" fmla="*/ 38304 h 242591"/>
                <a:gd name="connsiteX35" fmla="*/ 95898 w 183853"/>
                <a:gd name="connsiteY35" fmla="*/ 52349 h 242591"/>
                <a:gd name="connsiteX36" fmla="*/ 95898 w 183853"/>
                <a:gd name="connsiteY36" fmla="*/ 52349 h 242591"/>
                <a:gd name="connsiteX37" fmla="*/ 95898 w 183853"/>
                <a:gd name="connsiteY37" fmla="*/ 52987 h 242591"/>
                <a:gd name="connsiteX38" fmla="*/ 96537 w 183853"/>
                <a:gd name="connsiteY38" fmla="*/ 54264 h 242591"/>
                <a:gd name="connsiteX39" fmla="*/ 97176 w 183853"/>
                <a:gd name="connsiteY39" fmla="*/ 54902 h 242591"/>
                <a:gd name="connsiteX40" fmla="*/ 98454 w 183853"/>
                <a:gd name="connsiteY40" fmla="*/ 55541 h 242591"/>
                <a:gd name="connsiteX41" fmla="*/ 99093 w 183853"/>
                <a:gd name="connsiteY41" fmla="*/ 55541 h 242591"/>
                <a:gd name="connsiteX42" fmla="*/ 101010 w 183853"/>
                <a:gd name="connsiteY42" fmla="*/ 56179 h 242591"/>
                <a:gd name="connsiteX43" fmla="*/ 139350 w 183853"/>
                <a:gd name="connsiteY43" fmla="*/ 56179 h 242591"/>
                <a:gd name="connsiteX44" fmla="*/ 141906 w 183853"/>
                <a:gd name="connsiteY44" fmla="*/ 58733 h 242591"/>
                <a:gd name="connsiteX45" fmla="*/ 141906 w 183853"/>
                <a:gd name="connsiteY45" fmla="*/ 75331 h 242591"/>
                <a:gd name="connsiteX46" fmla="*/ 104205 w 183853"/>
                <a:gd name="connsiteY46" fmla="*/ 75331 h 242591"/>
                <a:gd name="connsiteX47" fmla="*/ 97815 w 183853"/>
                <a:gd name="connsiteY47" fmla="*/ 81715 h 242591"/>
                <a:gd name="connsiteX48" fmla="*/ 104205 w 183853"/>
                <a:gd name="connsiteY48" fmla="*/ 88099 h 242591"/>
                <a:gd name="connsiteX49" fmla="*/ 142545 w 183853"/>
                <a:gd name="connsiteY49" fmla="*/ 88099 h 242591"/>
                <a:gd name="connsiteX50" fmla="*/ 145740 w 183853"/>
                <a:gd name="connsiteY50" fmla="*/ 87461 h 242591"/>
                <a:gd name="connsiteX51" fmla="*/ 171299 w 183853"/>
                <a:gd name="connsiteY51" fmla="*/ 128957 h 242591"/>
                <a:gd name="connsiteX52" fmla="*/ 168743 w 183853"/>
                <a:gd name="connsiteY52" fmla="*/ 137256 h 242591"/>
                <a:gd name="connsiteX53" fmla="*/ 165548 w 183853"/>
                <a:gd name="connsiteY53" fmla="*/ 137256 h 242591"/>
                <a:gd name="connsiteX54" fmla="*/ 165548 w 183853"/>
                <a:gd name="connsiteY54" fmla="*/ 137256 h 242591"/>
                <a:gd name="connsiteX55" fmla="*/ 161076 w 183853"/>
                <a:gd name="connsiteY55" fmla="*/ 122573 h 242591"/>
                <a:gd name="connsiteX56" fmla="*/ 152768 w 183853"/>
                <a:gd name="connsiteY56" fmla="*/ 118742 h 242591"/>
                <a:gd name="connsiteX57" fmla="*/ 148935 w 183853"/>
                <a:gd name="connsiteY57" fmla="*/ 127041 h 242591"/>
                <a:gd name="connsiteX58" fmla="*/ 152768 w 183853"/>
                <a:gd name="connsiteY58" fmla="*/ 140448 h 242591"/>
                <a:gd name="connsiteX59" fmla="*/ 152768 w 183853"/>
                <a:gd name="connsiteY59" fmla="*/ 141724 h 242591"/>
                <a:gd name="connsiteX60" fmla="*/ 151491 w 183853"/>
                <a:gd name="connsiteY60" fmla="*/ 162153 h 242591"/>
                <a:gd name="connsiteX61" fmla="*/ 122736 w 183853"/>
                <a:gd name="connsiteY61" fmla="*/ 167899 h 242591"/>
                <a:gd name="connsiteX62" fmla="*/ 116346 w 183853"/>
                <a:gd name="connsiteY62" fmla="*/ 174283 h 242591"/>
                <a:gd name="connsiteX63" fmla="*/ 122736 w 183853"/>
                <a:gd name="connsiteY63" fmla="*/ 180667 h 242591"/>
                <a:gd name="connsiteX64" fmla="*/ 158519 w 183853"/>
                <a:gd name="connsiteY64" fmla="*/ 173006 h 242591"/>
                <a:gd name="connsiteX65" fmla="*/ 166826 w 183853"/>
                <a:gd name="connsiteY65" fmla="*/ 150024 h 242591"/>
                <a:gd name="connsiteX66" fmla="*/ 174494 w 183853"/>
                <a:gd name="connsiteY66" fmla="*/ 148108 h 242591"/>
                <a:gd name="connsiteX67" fmla="*/ 183440 w 183853"/>
                <a:gd name="connsiteY67" fmla="*/ 128957 h 242591"/>
                <a:gd name="connsiteX68" fmla="*/ 157241 w 183853"/>
                <a:gd name="connsiteY68" fmla="*/ 77885 h 242591"/>
                <a:gd name="connsiteX69" fmla="*/ 123375 w 183853"/>
                <a:gd name="connsiteY69" fmla="*/ 43411 h 242591"/>
                <a:gd name="connsiteX70" fmla="*/ 107400 w 183853"/>
                <a:gd name="connsiteY70" fmla="*/ 43411 h 242591"/>
                <a:gd name="connsiteX71" fmla="*/ 101010 w 183853"/>
                <a:gd name="connsiteY71" fmla="*/ 25536 h 242591"/>
                <a:gd name="connsiteX72" fmla="*/ 123375 w 183853"/>
                <a:gd name="connsiteY72" fmla="*/ 43411 h 242591"/>
                <a:gd name="connsiteX73" fmla="*/ 75450 w 183853"/>
                <a:gd name="connsiteY73" fmla="*/ 116189 h 242591"/>
                <a:gd name="connsiteX74" fmla="*/ 84396 w 183853"/>
                <a:gd name="connsiteY74" fmla="*/ 125126 h 242591"/>
                <a:gd name="connsiteX75" fmla="*/ 84396 w 183853"/>
                <a:gd name="connsiteY75" fmla="*/ 132787 h 242591"/>
                <a:gd name="connsiteX76" fmla="*/ 81840 w 183853"/>
                <a:gd name="connsiteY76" fmla="*/ 135341 h 242591"/>
                <a:gd name="connsiteX77" fmla="*/ 47334 w 183853"/>
                <a:gd name="connsiteY77" fmla="*/ 135341 h 242591"/>
                <a:gd name="connsiteX78" fmla="*/ 44779 w 183853"/>
                <a:gd name="connsiteY78" fmla="*/ 132787 h 242591"/>
                <a:gd name="connsiteX79" fmla="*/ 44779 w 183853"/>
                <a:gd name="connsiteY79" fmla="*/ 125126 h 242591"/>
                <a:gd name="connsiteX80" fmla="*/ 53724 w 183853"/>
                <a:gd name="connsiteY80" fmla="*/ 116189 h 242591"/>
                <a:gd name="connsiteX81" fmla="*/ 75450 w 183853"/>
                <a:gd name="connsiteY81" fmla="*/ 116189 h 242591"/>
                <a:gd name="connsiteX82" fmla="*/ 95898 w 183853"/>
                <a:gd name="connsiteY82" fmla="*/ 215779 h 242591"/>
                <a:gd name="connsiteX83" fmla="*/ 77367 w 183853"/>
                <a:gd name="connsiteY83" fmla="*/ 226631 h 242591"/>
                <a:gd name="connsiteX84" fmla="*/ 33277 w 183853"/>
                <a:gd name="connsiteY84" fmla="*/ 222801 h 242591"/>
                <a:gd name="connsiteX85" fmla="*/ 31999 w 183853"/>
                <a:gd name="connsiteY85" fmla="*/ 202372 h 242591"/>
                <a:gd name="connsiteX86" fmla="*/ 31999 w 183853"/>
                <a:gd name="connsiteY86" fmla="*/ 201095 h 242591"/>
                <a:gd name="connsiteX87" fmla="*/ 35833 w 183853"/>
                <a:gd name="connsiteY87" fmla="*/ 187689 h 242591"/>
                <a:gd name="connsiteX88" fmla="*/ 31999 w 183853"/>
                <a:gd name="connsiteY88" fmla="*/ 179390 h 242591"/>
                <a:gd name="connsiteX89" fmla="*/ 23692 w 183853"/>
                <a:gd name="connsiteY89" fmla="*/ 183220 h 242591"/>
                <a:gd name="connsiteX90" fmla="*/ 19219 w 183853"/>
                <a:gd name="connsiteY90" fmla="*/ 197903 h 242591"/>
                <a:gd name="connsiteX91" fmla="*/ 16024 w 183853"/>
                <a:gd name="connsiteY91" fmla="*/ 197903 h 242591"/>
                <a:gd name="connsiteX92" fmla="*/ 13468 w 183853"/>
                <a:gd name="connsiteY92" fmla="*/ 189604 h 242591"/>
                <a:gd name="connsiteX93" fmla="*/ 40306 w 183853"/>
                <a:gd name="connsiteY93" fmla="*/ 147470 h 242591"/>
                <a:gd name="connsiteX94" fmla="*/ 46057 w 183853"/>
                <a:gd name="connsiteY94" fmla="*/ 148747 h 242591"/>
                <a:gd name="connsiteX95" fmla="*/ 80562 w 183853"/>
                <a:gd name="connsiteY95" fmla="*/ 148747 h 242591"/>
                <a:gd name="connsiteX96" fmla="*/ 86313 w 183853"/>
                <a:gd name="connsiteY96" fmla="*/ 147470 h 242591"/>
                <a:gd name="connsiteX97" fmla="*/ 95898 w 183853"/>
                <a:gd name="connsiteY97" fmla="*/ 215779 h 242591"/>
                <a:gd name="connsiteX98" fmla="*/ 75450 w 183853"/>
                <a:gd name="connsiteY98" fmla="*/ 103421 h 242591"/>
                <a:gd name="connsiteX99" fmla="*/ 55642 w 183853"/>
                <a:gd name="connsiteY99" fmla="*/ 103421 h 242591"/>
                <a:gd name="connsiteX100" fmla="*/ 78645 w 183853"/>
                <a:gd name="connsiteY100" fmla="*/ 43411 h 242591"/>
                <a:gd name="connsiteX101" fmla="*/ 75450 w 183853"/>
                <a:gd name="connsiteY101" fmla="*/ 103421 h 242591"/>
                <a:gd name="connsiteX102" fmla="*/ 75450 w 183853"/>
                <a:gd name="connsiteY102" fmla="*/ 103421 h 24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183853" h="242591">
                  <a:moveTo>
                    <a:pt x="157241" y="77885"/>
                  </a:moveTo>
                  <a:cubicBezTo>
                    <a:pt x="157241" y="77246"/>
                    <a:pt x="157241" y="76608"/>
                    <a:pt x="157241" y="76608"/>
                  </a:cubicBezTo>
                  <a:lnTo>
                    <a:pt x="157241" y="58733"/>
                  </a:lnTo>
                  <a:cubicBezTo>
                    <a:pt x="157241" y="51072"/>
                    <a:pt x="151491" y="44688"/>
                    <a:pt x="144461" y="43411"/>
                  </a:cubicBezTo>
                  <a:lnTo>
                    <a:pt x="91425" y="1277"/>
                  </a:lnTo>
                  <a:cubicBezTo>
                    <a:pt x="91425" y="1277"/>
                    <a:pt x="91425" y="1277"/>
                    <a:pt x="91425" y="1277"/>
                  </a:cubicBezTo>
                  <a:cubicBezTo>
                    <a:pt x="91425" y="1277"/>
                    <a:pt x="90786" y="1277"/>
                    <a:pt x="90786" y="638"/>
                  </a:cubicBezTo>
                  <a:cubicBezTo>
                    <a:pt x="90147" y="638"/>
                    <a:pt x="90147" y="0"/>
                    <a:pt x="89508" y="0"/>
                  </a:cubicBezTo>
                  <a:cubicBezTo>
                    <a:pt x="89508" y="0"/>
                    <a:pt x="89508" y="0"/>
                    <a:pt x="88869" y="0"/>
                  </a:cubicBezTo>
                  <a:cubicBezTo>
                    <a:pt x="88869" y="0"/>
                    <a:pt x="88230" y="0"/>
                    <a:pt x="88230" y="0"/>
                  </a:cubicBezTo>
                  <a:cubicBezTo>
                    <a:pt x="87591" y="0"/>
                    <a:pt x="87591" y="0"/>
                    <a:pt x="86952" y="0"/>
                  </a:cubicBezTo>
                  <a:cubicBezTo>
                    <a:pt x="86313" y="0"/>
                    <a:pt x="86313" y="0"/>
                    <a:pt x="85674" y="0"/>
                  </a:cubicBezTo>
                  <a:cubicBezTo>
                    <a:pt x="85035" y="0"/>
                    <a:pt x="85035" y="0"/>
                    <a:pt x="84396" y="638"/>
                  </a:cubicBezTo>
                  <a:cubicBezTo>
                    <a:pt x="83757" y="638"/>
                    <a:pt x="83757" y="638"/>
                    <a:pt x="83757" y="1277"/>
                  </a:cubicBezTo>
                  <a:cubicBezTo>
                    <a:pt x="83757" y="1277"/>
                    <a:pt x="83757" y="1277"/>
                    <a:pt x="83118" y="1277"/>
                  </a:cubicBezTo>
                  <a:cubicBezTo>
                    <a:pt x="83118" y="1277"/>
                    <a:pt x="83118" y="1915"/>
                    <a:pt x="82479" y="1915"/>
                  </a:cubicBezTo>
                  <a:cubicBezTo>
                    <a:pt x="82479" y="1915"/>
                    <a:pt x="81840" y="2553"/>
                    <a:pt x="81840" y="2553"/>
                  </a:cubicBezTo>
                  <a:cubicBezTo>
                    <a:pt x="81840" y="3192"/>
                    <a:pt x="81201" y="3192"/>
                    <a:pt x="81201" y="3830"/>
                  </a:cubicBezTo>
                  <a:cubicBezTo>
                    <a:pt x="81201" y="3830"/>
                    <a:pt x="81201" y="4469"/>
                    <a:pt x="80562" y="4469"/>
                  </a:cubicBezTo>
                  <a:lnTo>
                    <a:pt x="39667" y="108528"/>
                  </a:lnTo>
                  <a:cubicBezTo>
                    <a:pt x="33916" y="112358"/>
                    <a:pt x="30721" y="118742"/>
                    <a:pt x="30721" y="126403"/>
                  </a:cubicBezTo>
                  <a:lnTo>
                    <a:pt x="30721" y="134064"/>
                  </a:lnTo>
                  <a:cubicBezTo>
                    <a:pt x="30721" y="135979"/>
                    <a:pt x="31360" y="137256"/>
                    <a:pt x="31360" y="138533"/>
                  </a:cubicBezTo>
                  <a:cubicBezTo>
                    <a:pt x="17941" y="147470"/>
                    <a:pt x="1327" y="168537"/>
                    <a:pt x="49" y="190243"/>
                  </a:cubicBezTo>
                  <a:cubicBezTo>
                    <a:pt x="-590" y="202372"/>
                    <a:pt x="5161" y="207479"/>
                    <a:pt x="8995" y="209395"/>
                  </a:cubicBezTo>
                  <a:cubicBezTo>
                    <a:pt x="11551" y="210671"/>
                    <a:pt x="14107" y="211310"/>
                    <a:pt x="16663" y="211310"/>
                  </a:cubicBezTo>
                  <a:cubicBezTo>
                    <a:pt x="16024" y="220886"/>
                    <a:pt x="17941" y="230462"/>
                    <a:pt x="24970" y="234292"/>
                  </a:cubicBezTo>
                  <a:cubicBezTo>
                    <a:pt x="34554" y="240038"/>
                    <a:pt x="46057" y="242591"/>
                    <a:pt x="56919" y="242591"/>
                  </a:cubicBezTo>
                  <a:cubicBezTo>
                    <a:pt x="65226" y="242591"/>
                    <a:pt x="72894" y="241314"/>
                    <a:pt x="79284" y="239399"/>
                  </a:cubicBezTo>
                  <a:cubicBezTo>
                    <a:pt x="92064" y="235569"/>
                    <a:pt x="102288" y="229823"/>
                    <a:pt x="106122" y="222163"/>
                  </a:cubicBezTo>
                  <a:cubicBezTo>
                    <a:pt x="111234" y="211948"/>
                    <a:pt x="120819" y="184497"/>
                    <a:pt x="95259" y="137894"/>
                  </a:cubicBezTo>
                  <a:cubicBezTo>
                    <a:pt x="95898" y="136617"/>
                    <a:pt x="95898" y="134702"/>
                    <a:pt x="95898" y="133425"/>
                  </a:cubicBezTo>
                  <a:lnTo>
                    <a:pt x="95898" y="125765"/>
                  </a:lnTo>
                  <a:cubicBezTo>
                    <a:pt x="95898" y="118742"/>
                    <a:pt x="92064" y="112358"/>
                    <a:pt x="86952" y="108528"/>
                  </a:cubicBezTo>
                  <a:lnTo>
                    <a:pt x="90786" y="38304"/>
                  </a:lnTo>
                  <a:lnTo>
                    <a:pt x="95898" y="52349"/>
                  </a:lnTo>
                  <a:cubicBezTo>
                    <a:pt x="95898" y="52349"/>
                    <a:pt x="95898" y="52349"/>
                    <a:pt x="95898" y="52349"/>
                  </a:cubicBezTo>
                  <a:cubicBezTo>
                    <a:pt x="95898" y="52349"/>
                    <a:pt x="95898" y="52987"/>
                    <a:pt x="95898" y="52987"/>
                  </a:cubicBezTo>
                  <a:cubicBezTo>
                    <a:pt x="95898" y="53625"/>
                    <a:pt x="96537" y="53625"/>
                    <a:pt x="96537" y="54264"/>
                  </a:cubicBezTo>
                  <a:cubicBezTo>
                    <a:pt x="96537" y="54264"/>
                    <a:pt x="97176" y="54902"/>
                    <a:pt x="97176" y="54902"/>
                  </a:cubicBezTo>
                  <a:cubicBezTo>
                    <a:pt x="97815" y="55541"/>
                    <a:pt x="97815" y="55541"/>
                    <a:pt x="98454" y="55541"/>
                  </a:cubicBezTo>
                  <a:cubicBezTo>
                    <a:pt x="98454" y="55541"/>
                    <a:pt x="99093" y="55541"/>
                    <a:pt x="99093" y="55541"/>
                  </a:cubicBezTo>
                  <a:cubicBezTo>
                    <a:pt x="99732" y="55541"/>
                    <a:pt x="100371" y="56179"/>
                    <a:pt x="101010" y="56179"/>
                  </a:cubicBezTo>
                  <a:lnTo>
                    <a:pt x="139350" y="56179"/>
                  </a:lnTo>
                  <a:cubicBezTo>
                    <a:pt x="140628" y="56179"/>
                    <a:pt x="141906" y="57456"/>
                    <a:pt x="141906" y="58733"/>
                  </a:cubicBezTo>
                  <a:lnTo>
                    <a:pt x="141906" y="75331"/>
                  </a:lnTo>
                  <a:lnTo>
                    <a:pt x="104205" y="75331"/>
                  </a:lnTo>
                  <a:cubicBezTo>
                    <a:pt x="100371" y="75331"/>
                    <a:pt x="97815" y="77885"/>
                    <a:pt x="97815" y="81715"/>
                  </a:cubicBezTo>
                  <a:cubicBezTo>
                    <a:pt x="97815" y="85545"/>
                    <a:pt x="100371" y="88099"/>
                    <a:pt x="104205" y="88099"/>
                  </a:cubicBezTo>
                  <a:lnTo>
                    <a:pt x="142545" y="88099"/>
                  </a:lnTo>
                  <a:cubicBezTo>
                    <a:pt x="143823" y="88099"/>
                    <a:pt x="145101" y="88099"/>
                    <a:pt x="145740" y="87461"/>
                  </a:cubicBezTo>
                  <a:cubicBezTo>
                    <a:pt x="156603" y="94483"/>
                    <a:pt x="171299" y="112358"/>
                    <a:pt x="171299" y="128957"/>
                  </a:cubicBezTo>
                  <a:cubicBezTo>
                    <a:pt x="171299" y="133425"/>
                    <a:pt x="170660" y="135979"/>
                    <a:pt x="168743" y="137256"/>
                  </a:cubicBezTo>
                  <a:cubicBezTo>
                    <a:pt x="167465" y="137894"/>
                    <a:pt x="166187" y="137894"/>
                    <a:pt x="165548" y="137256"/>
                  </a:cubicBezTo>
                  <a:lnTo>
                    <a:pt x="165548" y="137256"/>
                  </a:lnTo>
                  <a:cubicBezTo>
                    <a:pt x="164271" y="131510"/>
                    <a:pt x="162353" y="125765"/>
                    <a:pt x="161076" y="122573"/>
                  </a:cubicBezTo>
                  <a:cubicBezTo>
                    <a:pt x="159797" y="119381"/>
                    <a:pt x="155963" y="117465"/>
                    <a:pt x="152768" y="118742"/>
                  </a:cubicBezTo>
                  <a:cubicBezTo>
                    <a:pt x="149573" y="120019"/>
                    <a:pt x="147656" y="123849"/>
                    <a:pt x="148935" y="127041"/>
                  </a:cubicBezTo>
                  <a:cubicBezTo>
                    <a:pt x="150851" y="131510"/>
                    <a:pt x="152129" y="135979"/>
                    <a:pt x="152768" y="140448"/>
                  </a:cubicBezTo>
                  <a:cubicBezTo>
                    <a:pt x="152768" y="141086"/>
                    <a:pt x="152768" y="141086"/>
                    <a:pt x="152768" y="141724"/>
                  </a:cubicBezTo>
                  <a:cubicBezTo>
                    <a:pt x="154686" y="151939"/>
                    <a:pt x="154046" y="160876"/>
                    <a:pt x="151491" y="162153"/>
                  </a:cubicBezTo>
                  <a:cubicBezTo>
                    <a:pt x="146378" y="165345"/>
                    <a:pt x="132960" y="167899"/>
                    <a:pt x="122736" y="167899"/>
                  </a:cubicBezTo>
                  <a:cubicBezTo>
                    <a:pt x="118902" y="167899"/>
                    <a:pt x="116346" y="170452"/>
                    <a:pt x="116346" y="174283"/>
                  </a:cubicBezTo>
                  <a:cubicBezTo>
                    <a:pt x="116346" y="178113"/>
                    <a:pt x="118902" y="180667"/>
                    <a:pt x="122736" y="180667"/>
                  </a:cubicBezTo>
                  <a:cubicBezTo>
                    <a:pt x="132321" y="180667"/>
                    <a:pt x="149573" y="178113"/>
                    <a:pt x="158519" y="173006"/>
                  </a:cubicBezTo>
                  <a:cubicBezTo>
                    <a:pt x="165548" y="168537"/>
                    <a:pt x="166826" y="159600"/>
                    <a:pt x="166826" y="150024"/>
                  </a:cubicBezTo>
                  <a:cubicBezTo>
                    <a:pt x="169382" y="150024"/>
                    <a:pt x="171938" y="149385"/>
                    <a:pt x="174494" y="148108"/>
                  </a:cubicBezTo>
                  <a:cubicBezTo>
                    <a:pt x="177689" y="146193"/>
                    <a:pt x="183440" y="141086"/>
                    <a:pt x="183440" y="128957"/>
                  </a:cubicBezTo>
                  <a:cubicBezTo>
                    <a:pt x="186635" y="107251"/>
                    <a:pt x="170660" y="86822"/>
                    <a:pt x="157241" y="77885"/>
                  </a:cubicBezTo>
                  <a:close/>
                  <a:moveTo>
                    <a:pt x="123375" y="43411"/>
                  </a:moveTo>
                  <a:lnTo>
                    <a:pt x="107400" y="43411"/>
                  </a:lnTo>
                  <a:lnTo>
                    <a:pt x="101010" y="25536"/>
                  </a:lnTo>
                  <a:lnTo>
                    <a:pt x="123375" y="43411"/>
                  </a:lnTo>
                  <a:close/>
                  <a:moveTo>
                    <a:pt x="75450" y="116189"/>
                  </a:moveTo>
                  <a:cubicBezTo>
                    <a:pt x="80562" y="116189"/>
                    <a:pt x="84396" y="120019"/>
                    <a:pt x="84396" y="125126"/>
                  </a:cubicBezTo>
                  <a:lnTo>
                    <a:pt x="84396" y="132787"/>
                  </a:lnTo>
                  <a:cubicBezTo>
                    <a:pt x="84396" y="134064"/>
                    <a:pt x="83118" y="135341"/>
                    <a:pt x="81840" y="135341"/>
                  </a:cubicBezTo>
                  <a:lnTo>
                    <a:pt x="47334" y="135341"/>
                  </a:lnTo>
                  <a:cubicBezTo>
                    <a:pt x="46057" y="135341"/>
                    <a:pt x="44779" y="134064"/>
                    <a:pt x="44779" y="132787"/>
                  </a:cubicBezTo>
                  <a:lnTo>
                    <a:pt x="44779" y="125126"/>
                  </a:lnTo>
                  <a:cubicBezTo>
                    <a:pt x="44779" y="120019"/>
                    <a:pt x="48612" y="116189"/>
                    <a:pt x="53724" y="116189"/>
                  </a:cubicBezTo>
                  <a:lnTo>
                    <a:pt x="75450" y="116189"/>
                  </a:lnTo>
                  <a:close/>
                  <a:moveTo>
                    <a:pt x="95898" y="215779"/>
                  </a:moveTo>
                  <a:cubicBezTo>
                    <a:pt x="93981" y="218971"/>
                    <a:pt x="88230" y="223439"/>
                    <a:pt x="77367" y="226631"/>
                  </a:cubicBezTo>
                  <a:cubicBezTo>
                    <a:pt x="61392" y="231100"/>
                    <a:pt x="43501" y="229823"/>
                    <a:pt x="33277" y="222801"/>
                  </a:cubicBezTo>
                  <a:cubicBezTo>
                    <a:pt x="30721" y="221524"/>
                    <a:pt x="30721" y="212587"/>
                    <a:pt x="31999" y="202372"/>
                  </a:cubicBezTo>
                  <a:cubicBezTo>
                    <a:pt x="31999" y="201734"/>
                    <a:pt x="31999" y="201734"/>
                    <a:pt x="31999" y="201095"/>
                  </a:cubicBezTo>
                  <a:cubicBezTo>
                    <a:pt x="32638" y="196627"/>
                    <a:pt x="33916" y="192158"/>
                    <a:pt x="35833" y="187689"/>
                  </a:cubicBezTo>
                  <a:cubicBezTo>
                    <a:pt x="37111" y="184497"/>
                    <a:pt x="35194" y="180667"/>
                    <a:pt x="31999" y="179390"/>
                  </a:cubicBezTo>
                  <a:cubicBezTo>
                    <a:pt x="28804" y="178113"/>
                    <a:pt x="24970" y="180028"/>
                    <a:pt x="23692" y="183220"/>
                  </a:cubicBezTo>
                  <a:cubicBezTo>
                    <a:pt x="22414" y="186412"/>
                    <a:pt x="20497" y="191519"/>
                    <a:pt x="19219" y="197903"/>
                  </a:cubicBezTo>
                  <a:cubicBezTo>
                    <a:pt x="18580" y="197903"/>
                    <a:pt x="17302" y="198542"/>
                    <a:pt x="16024" y="197903"/>
                  </a:cubicBezTo>
                  <a:cubicBezTo>
                    <a:pt x="14107" y="197265"/>
                    <a:pt x="13468" y="194073"/>
                    <a:pt x="13468" y="189604"/>
                  </a:cubicBezTo>
                  <a:cubicBezTo>
                    <a:pt x="14107" y="172368"/>
                    <a:pt x="29443" y="153854"/>
                    <a:pt x="40306" y="147470"/>
                  </a:cubicBezTo>
                  <a:cubicBezTo>
                    <a:pt x="42222" y="148108"/>
                    <a:pt x="44139" y="148747"/>
                    <a:pt x="46057" y="148747"/>
                  </a:cubicBezTo>
                  <a:lnTo>
                    <a:pt x="80562" y="148747"/>
                  </a:lnTo>
                  <a:cubicBezTo>
                    <a:pt x="82479" y="148747"/>
                    <a:pt x="84396" y="148108"/>
                    <a:pt x="86313" y="147470"/>
                  </a:cubicBezTo>
                  <a:cubicBezTo>
                    <a:pt x="107400" y="186412"/>
                    <a:pt x="100371" y="208118"/>
                    <a:pt x="95898" y="215779"/>
                  </a:cubicBezTo>
                  <a:close/>
                  <a:moveTo>
                    <a:pt x="75450" y="103421"/>
                  </a:moveTo>
                  <a:lnTo>
                    <a:pt x="55642" y="103421"/>
                  </a:lnTo>
                  <a:lnTo>
                    <a:pt x="78645" y="43411"/>
                  </a:lnTo>
                  <a:lnTo>
                    <a:pt x="75450" y="103421"/>
                  </a:lnTo>
                  <a:cubicBezTo>
                    <a:pt x="75450" y="103421"/>
                    <a:pt x="75450" y="103421"/>
                    <a:pt x="75450" y="103421"/>
                  </a:cubicBezTo>
                  <a:close/>
                </a:path>
              </a:pathLst>
            </a:custGeom>
            <a:solidFill>
              <a:srgbClr val="00A3E0"/>
            </a:solidFill>
            <a:ln w="6390" cap="flat">
              <a:noFill/>
              <a:prstDash val="solid"/>
              <a:miter/>
            </a:ln>
          </p:spPr>
          <p:txBody>
            <a:bodyPr rtlCol="0" anchor="ctr"/>
            <a:lstStyle/>
            <a:p>
              <a:endParaRPr lang="en-US"/>
            </a:p>
          </p:txBody>
        </p:sp>
        <p:sp>
          <p:nvSpPr>
            <p:cNvPr id="738" name="Graphic 4">
              <a:extLst>
                <a:ext uri="{FF2B5EF4-FFF2-40B4-BE49-F238E27FC236}">
                  <a16:creationId xmlns:a16="http://schemas.microsoft.com/office/drawing/2014/main" id="{6E179905-3AC9-1F46-8704-DCDB08461E55}"/>
                </a:ext>
              </a:extLst>
            </p:cNvPr>
            <p:cNvSpPr/>
            <p:nvPr/>
          </p:nvSpPr>
          <p:spPr>
            <a:xfrm>
              <a:off x="4855713" y="4428092"/>
              <a:ext cx="28115" cy="12767"/>
            </a:xfrm>
            <a:custGeom>
              <a:avLst/>
              <a:gdLst>
                <a:gd name="connsiteX0" fmla="*/ 21726 w 28115"/>
                <a:gd name="connsiteY0" fmla="*/ 12768 h 12767"/>
                <a:gd name="connsiteX1" fmla="*/ 28115 w 28115"/>
                <a:gd name="connsiteY1" fmla="*/ 6384 h 12767"/>
                <a:gd name="connsiteX2" fmla="*/ 21726 w 28115"/>
                <a:gd name="connsiteY2" fmla="*/ 0 h 12767"/>
                <a:gd name="connsiteX3" fmla="*/ 6390 w 28115"/>
                <a:gd name="connsiteY3" fmla="*/ 0 h 12767"/>
                <a:gd name="connsiteX4" fmla="*/ 0 w 28115"/>
                <a:gd name="connsiteY4" fmla="*/ 6384 h 12767"/>
                <a:gd name="connsiteX5" fmla="*/ 6390 w 28115"/>
                <a:gd name="connsiteY5" fmla="*/ 12768 h 12767"/>
                <a:gd name="connsiteX6" fmla="*/ 21726 w 28115"/>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15" h="12767">
                  <a:moveTo>
                    <a:pt x="21726" y="12768"/>
                  </a:moveTo>
                  <a:cubicBezTo>
                    <a:pt x="25560" y="12768"/>
                    <a:pt x="28115" y="10214"/>
                    <a:pt x="28115" y="6384"/>
                  </a:cubicBezTo>
                  <a:cubicBezTo>
                    <a:pt x="28115" y="2554"/>
                    <a:pt x="25560" y="0"/>
                    <a:pt x="21726" y="0"/>
                  </a:cubicBezTo>
                  <a:lnTo>
                    <a:pt x="6390" y="0"/>
                  </a:lnTo>
                  <a:cubicBezTo>
                    <a:pt x="2556" y="0"/>
                    <a:pt x="0" y="2554"/>
                    <a:pt x="0" y="6384"/>
                  </a:cubicBezTo>
                  <a:cubicBezTo>
                    <a:pt x="0" y="10214"/>
                    <a:pt x="2556" y="12768"/>
                    <a:pt x="6390" y="12768"/>
                  </a:cubicBezTo>
                  <a:lnTo>
                    <a:pt x="21726" y="12768"/>
                  </a:lnTo>
                  <a:close/>
                </a:path>
              </a:pathLst>
            </a:custGeom>
            <a:solidFill>
              <a:srgbClr val="00A3E0"/>
            </a:solidFill>
            <a:ln w="6390" cap="flat">
              <a:noFill/>
              <a:prstDash val="solid"/>
              <a:miter/>
            </a:ln>
          </p:spPr>
          <p:txBody>
            <a:bodyPr rtlCol="0" anchor="ctr"/>
            <a:lstStyle/>
            <a:p>
              <a:endParaRPr lang="en-US"/>
            </a:p>
          </p:txBody>
        </p:sp>
      </p:grpSp>
      <p:grpSp>
        <p:nvGrpSpPr>
          <p:cNvPr id="739" name="Graphic 4">
            <a:extLst>
              <a:ext uri="{FF2B5EF4-FFF2-40B4-BE49-F238E27FC236}">
                <a16:creationId xmlns:a16="http://schemas.microsoft.com/office/drawing/2014/main" id="{A0CEB4C1-F824-DB48-98E5-314CE7A09400}"/>
              </a:ext>
            </a:extLst>
          </p:cNvPr>
          <p:cNvGrpSpPr>
            <a:grpSpLocks noChangeAspect="1"/>
          </p:cNvGrpSpPr>
          <p:nvPr/>
        </p:nvGrpSpPr>
        <p:grpSpPr>
          <a:xfrm>
            <a:off x="3607758" y="1402085"/>
            <a:ext cx="361670" cy="361333"/>
            <a:chOff x="3607758" y="1402085"/>
            <a:chExt cx="361670" cy="361333"/>
          </a:xfrm>
          <a:solidFill>
            <a:srgbClr val="00A3E0"/>
          </a:solidFill>
        </p:grpSpPr>
        <p:sp>
          <p:nvSpPr>
            <p:cNvPr id="740" name="Graphic 4">
              <a:extLst>
                <a:ext uri="{FF2B5EF4-FFF2-40B4-BE49-F238E27FC236}">
                  <a16:creationId xmlns:a16="http://schemas.microsoft.com/office/drawing/2014/main" id="{3382FCDE-E42C-7544-AE75-31AF6EEF1A74}"/>
                </a:ext>
              </a:extLst>
            </p:cNvPr>
            <p:cNvSpPr/>
            <p:nvPr/>
          </p:nvSpPr>
          <p:spPr>
            <a:xfrm>
              <a:off x="3607758" y="1402085"/>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1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2" y="361333"/>
                    <a:pt x="180836" y="361333"/>
                  </a:cubicBezTo>
                  <a:cubicBezTo>
                    <a:pt x="281157" y="361333"/>
                    <a:pt x="361671" y="280257"/>
                    <a:pt x="361671" y="180667"/>
                  </a:cubicBezTo>
                  <a:cubicBezTo>
                    <a:pt x="361671"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9530" y="273873"/>
                    <a:pt x="274128"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741" name="Graphic 4">
              <a:extLst>
                <a:ext uri="{FF2B5EF4-FFF2-40B4-BE49-F238E27FC236}">
                  <a16:creationId xmlns:a16="http://schemas.microsoft.com/office/drawing/2014/main" id="{108D40FC-CF42-9C4D-852B-BFDFBA544C78}"/>
                </a:ext>
              </a:extLst>
            </p:cNvPr>
            <p:cNvSpPr/>
            <p:nvPr/>
          </p:nvSpPr>
          <p:spPr>
            <a:xfrm>
              <a:off x="3721499" y="1473585"/>
              <a:ext cx="134270" cy="233015"/>
            </a:xfrm>
            <a:custGeom>
              <a:avLst/>
              <a:gdLst>
                <a:gd name="connsiteX0" fmla="*/ 128438 w 134270"/>
                <a:gd name="connsiteY0" fmla="*/ 0 h 233015"/>
                <a:gd name="connsiteX1" fmla="*/ 122048 w 134270"/>
                <a:gd name="connsiteY1" fmla="*/ 6384 h 233015"/>
                <a:gd name="connsiteX2" fmla="*/ 122048 w 134270"/>
                <a:gd name="connsiteY2" fmla="*/ 133425 h 233015"/>
                <a:gd name="connsiteX3" fmla="*/ 12780 w 134270"/>
                <a:gd name="connsiteY3" fmla="*/ 133425 h 233015"/>
                <a:gd name="connsiteX4" fmla="*/ 12780 w 134270"/>
                <a:gd name="connsiteY4" fmla="*/ 6384 h 233015"/>
                <a:gd name="connsiteX5" fmla="*/ 6390 w 134270"/>
                <a:gd name="connsiteY5" fmla="*/ 0 h 233015"/>
                <a:gd name="connsiteX6" fmla="*/ 0 w 134270"/>
                <a:gd name="connsiteY6" fmla="*/ 6384 h 233015"/>
                <a:gd name="connsiteX7" fmla="*/ 0 w 134270"/>
                <a:gd name="connsiteY7" fmla="*/ 139809 h 233015"/>
                <a:gd name="connsiteX8" fmla="*/ 6390 w 134270"/>
                <a:gd name="connsiteY8" fmla="*/ 146193 h 233015"/>
                <a:gd name="connsiteX9" fmla="*/ 60704 w 134270"/>
                <a:gd name="connsiteY9" fmla="*/ 146193 h 233015"/>
                <a:gd name="connsiteX10" fmla="*/ 60704 w 134270"/>
                <a:gd name="connsiteY10" fmla="*/ 156408 h 233015"/>
                <a:gd name="connsiteX11" fmla="*/ 55592 w 134270"/>
                <a:gd name="connsiteY11" fmla="*/ 156408 h 233015"/>
                <a:gd name="connsiteX12" fmla="*/ 49202 w 134270"/>
                <a:gd name="connsiteY12" fmla="*/ 162792 h 233015"/>
                <a:gd name="connsiteX13" fmla="*/ 49202 w 134270"/>
                <a:gd name="connsiteY13" fmla="*/ 226631 h 233015"/>
                <a:gd name="connsiteX14" fmla="*/ 55592 w 134270"/>
                <a:gd name="connsiteY14" fmla="*/ 233015 h 233015"/>
                <a:gd name="connsiteX15" fmla="*/ 61982 w 134270"/>
                <a:gd name="connsiteY15" fmla="*/ 226631 h 233015"/>
                <a:gd name="connsiteX16" fmla="*/ 61982 w 134270"/>
                <a:gd name="connsiteY16" fmla="*/ 169176 h 233015"/>
                <a:gd name="connsiteX17" fmla="*/ 72206 w 134270"/>
                <a:gd name="connsiteY17" fmla="*/ 169176 h 233015"/>
                <a:gd name="connsiteX18" fmla="*/ 72206 w 134270"/>
                <a:gd name="connsiteY18" fmla="*/ 226631 h 233015"/>
                <a:gd name="connsiteX19" fmla="*/ 78596 w 134270"/>
                <a:gd name="connsiteY19" fmla="*/ 233015 h 233015"/>
                <a:gd name="connsiteX20" fmla="*/ 84986 w 134270"/>
                <a:gd name="connsiteY20" fmla="*/ 226631 h 233015"/>
                <a:gd name="connsiteX21" fmla="*/ 84986 w 134270"/>
                <a:gd name="connsiteY21" fmla="*/ 162792 h 233015"/>
                <a:gd name="connsiteX22" fmla="*/ 78596 w 134270"/>
                <a:gd name="connsiteY22" fmla="*/ 156408 h 233015"/>
                <a:gd name="connsiteX23" fmla="*/ 73484 w 134270"/>
                <a:gd name="connsiteY23" fmla="*/ 156408 h 233015"/>
                <a:gd name="connsiteX24" fmla="*/ 73484 w 134270"/>
                <a:gd name="connsiteY24" fmla="*/ 146193 h 233015"/>
                <a:gd name="connsiteX25" fmla="*/ 127799 w 134270"/>
                <a:gd name="connsiteY25" fmla="*/ 146193 h 233015"/>
                <a:gd name="connsiteX26" fmla="*/ 134189 w 134270"/>
                <a:gd name="connsiteY26" fmla="*/ 139809 h 233015"/>
                <a:gd name="connsiteX27" fmla="*/ 134189 w 134270"/>
                <a:gd name="connsiteY27" fmla="*/ 6384 h 233015"/>
                <a:gd name="connsiteX28" fmla="*/ 128438 w 134270"/>
                <a:gd name="connsiteY28" fmla="*/ 0 h 233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34270" h="233015">
                  <a:moveTo>
                    <a:pt x="128438" y="0"/>
                  </a:moveTo>
                  <a:cubicBezTo>
                    <a:pt x="124604" y="0"/>
                    <a:pt x="122048" y="2554"/>
                    <a:pt x="122048" y="6384"/>
                  </a:cubicBezTo>
                  <a:lnTo>
                    <a:pt x="122048" y="133425"/>
                  </a:lnTo>
                  <a:lnTo>
                    <a:pt x="12780" y="133425"/>
                  </a:lnTo>
                  <a:lnTo>
                    <a:pt x="12780" y="6384"/>
                  </a:lnTo>
                  <a:cubicBezTo>
                    <a:pt x="12780" y="2554"/>
                    <a:pt x="10224" y="0"/>
                    <a:pt x="6390" y="0"/>
                  </a:cubicBezTo>
                  <a:cubicBezTo>
                    <a:pt x="2556" y="0"/>
                    <a:pt x="0" y="2554"/>
                    <a:pt x="0" y="6384"/>
                  </a:cubicBezTo>
                  <a:lnTo>
                    <a:pt x="0" y="139809"/>
                  </a:lnTo>
                  <a:cubicBezTo>
                    <a:pt x="0" y="143640"/>
                    <a:pt x="2556" y="146193"/>
                    <a:pt x="6390" y="146193"/>
                  </a:cubicBezTo>
                  <a:lnTo>
                    <a:pt x="60704" y="146193"/>
                  </a:lnTo>
                  <a:lnTo>
                    <a:pt x="60704" y="156408"/>
                  </a:lnTo>
                  <a:lnTo>
                    <a:pt x="55592" y="156408"/>
                  </a:lnTo>
                  <a:cubicBezTo>
                    <a:pt x="51758" y="156408"/>
                    <a:pt x="49202" y="158961"/>
                    <a:pt x="49202" y="162792"/>
                  </a:cubicBezTo>
                  <a:lnTo>
                    <a:pt x="49202" y="226631"/>
                  </a:lnTo>
                  <a:cubicBezTo>
                    <a:pt x="49202" y="230462"/>
                    <a:pt x="51758" y="233015"/>
                    <a:pt x="55592" y="233015"/>
                  </a:cubicBezTo>
                  <a:cubicBezTo>
                    <a:pt x="59426" y="233015"/>
                    <a:pt x="61982" y="230462"/>
                    <a:pt x="61982" y="226631"/>
                  </a:cubicBezTo>
                  <a:lnTo>
                    <a:pt x="61982" y="169176"/>
                  </a:lnTo>
                  <a:lnTo>
                    <a:pt x="72206" y="169176"/>
                  </a:lnTo>
                  <a:lnTo>
                    <a:pt x="72206" y="226631"/>
                  </a:lnTo>
                  <a:cubicBezTo>
                    <a:pt x="72206" y="230462"/>
                    <a:pt x="74762" y="233015"/>
                    <a:pt x="78596" y="233015"/>
                  </a:cubicBezTo>
                  <a:cubicBezTo>
                    <a:pt x="82430" y="233015"/>
                    <a:pt x="84986" y="230462"/>
                    <a:pt x="84986" y="226631"/>
                  </a:cubicBezTo>
                  <a:lnTo>
                    <a:pt x="84986" y="162792"/>
                  </a:lnTo>
                  <a:cubicBezTo>
                    <a:pt x="84986" y="158961"/>
                    <a:pt x="82430" y="156408"/>
                    <a:pt x="78596" y="156408"/>
                  </a:cubicBezTo>
                  <a:lnTo>
                    <a:pt x="73484" y="156408"/>
                  </a:lnTo>
                  <a:lnTo>
                    <a:pt x="73484" y="146193"/>
                  </a:lnTo>
                  <a:lnTo>
                    <a:pt x="127799" y="146193"/>
                  </a:lnTo>
                  <a:cubicBezTo>
                    <a:pt x="131633" y="146193"/>
                    <a:pt x="134189" y="143640"/>
                    <a:pt x="134189" y="139809"/>
                  </a:cubicBezTo>
                  <a:lnTo>
                    <a:pt x="134189" y="6384"/>
                  </a:lnTo>
                  <a:cubicBezTo>
                    <a:pt x="134828" y="2554"/>
                    <a:pt x="131633" y="0"/>
                    <a:pt x="128438" y="0"/>
                  </a:cubicBezTo>
                  <a:close/>
                </a:path>
              </a:pathLst>
            </a:custGeom>
            <a:solidFill>
              <a:srgbClr val="00A3E0"/>
            </a:solidFill>
            <a:ln w="6390" cap="flat">
              <a:noFill/>
              <a:prstDash val="solid"/>
              <a:miter/>
            </a:ln>
          </p:spPr>
          <p:txBody>
            <a:bodyPr rtlCol="0" anchor="ctr"/>
            <a:lstStyle/>
            <a:p>
              <a:endParaRPr lang="en-US"/>
            </a:p>
          </p:txBody>
        </p:sp>
      </p:grpSp>
      <p:grpSp>
        <p:nvGrpSpPr>
          <p:cNvPr id="742" name="Graphic 4">
            <a:extLst>
              <a:ext uri="{FF2B5EF4-FFF2-40B4-BE49-F238E27FC236}">
                <a16:creationId xmlns:a16="http://schemas.microsoft.com/office/drawing/2014/main" id="{BBB12574-0DBD-AE4A-9FDD-3EA25D47D162}"/>
              </a:ext>
            </a:extLst>
          </p:cNvPr>
          <p:cNvGrpSpPr>
            <a:grpSpLocks noChangeAspect="1"/>
          </p:cNvGrpSpPr>
          <p:nvPr/>
        </p:nvGrpSpPr>
        <p:grpSpPr>
          <a:xfrm>
            <a:off x="3607758" y="918179"/>
            <a:ext cx="361670" cy="361333"/>
            <a:chOff x="3607758" y="918179"/>
            <a:chExt cx="361670" cy="361333"/>
          </a:xfrm>
          <a:solidFill>
            <a:srgbClr val="00A3E0"/>
          </a:solidFill>
        </p:grpSpPr>
        <p:sp>
          <p:nvSpPr>
            <p:cNvPr id="743" name="Graphic 4">
              <a:extLst>
                <a:ext uri="{FF2B5EF4-FFF2-40B4-BE49-F238E27FC236}">
                  <a16:creationId xmlns:a16="http://schemas.microsoft.com/office/drawing/2014/main" id="{F76AA112-B45E-674F-AF90-8092DD3741E2}"/>
                </a:ext>
              </a:extLst>
            </p:cNvPr>
            <p:cNvSpPr/>
            <p:nvPr/>
          </p:nvSpPr>
          <p:spPr>
            <a:xfrm>
              <a:off x="3607758" y="918179"/>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1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2" y="361333"/>
                    <a:pt x="180836" y="361333"/>
                  </a:cubicBezTo>
                  <a:cubicBezTo>
                    <a:pt x="280518" y="361333"/>
                    <a:pt x="361671" y="280257"/>
                    <a:pt x="361671" y="180667"/>
                  </a:cubicBezTo>
                  <a:cubicBezTo>
                    <a:pt x="361671"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9530" y="273234"/>
                    <a:pt x="274128"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744" name="Graphic 4">
              <a:extLst>
                <a:ext uri="{FF2B5EF4-FFF2-40B4-BE49-F238E27FC236}">
                  <a16:creationId xmlns:a16="http://schemas.microsoft.com/office/drawing/2014/main" id="{8BB257C4-E1B9-4140-900B-5A945FFE1C39}"/>
                </a:ext>
              </a:extLst>
            </p:cNvPr>
            <p:cNvSpPr/>
            <p:nvPr/>
          </p:nvSpPr>
          <p:spPr>
            <a:xfrm>
              <a:off x="3736196" y="992871"/>
              <a:ext cx="134188" cy="225354"/>
            </a:xfrm>
            <a:custGeom>
              <a:avLst/>
              <a:gdLst>
                <a:gd name="connsiteX0" fmla="*/ 127160 w 134188"/>
                <a:gd name="connsiteY0" fmla="*/ 0 h 225354"/>
                <a:gd name="connsiteX1" fmla="*/ 120770 w 134188"/>
                <a:gd name="connsiteY1" fmla="*/ 6384 h 225354"/>
                <a:gd name="connsiteX2" fmla="*/ 120770 w 134188"/>
                <a:gd name="connsiteY2" fmla="*/ 126403 h 225354"/>
                <a:gd name="connsiteX3" fmla="*/ 12780 w 134188"/>
                <a:gd name="connsiteY3" fmla="*/ 126403 h 225354"/>
                <a:gd name="connsiteX4" fmla="*/ 12780 w 134188"/>
                <a:gd name="connsiteY4" fmla="*/ 77246 h 225354"/>
                <a:gd name="connsiteX5" fmla="*/ 6390 w 134188"/>
                <a:gd name="connsiteY5" fmla="*/ 70862 h 225354"/>
                <a:gd name="connsiteX6" fmla="*/ 0 w 134188"/>
                <a:gd name="connsiteY6" fmla="*/ 77246 h 225354"/>
                <a:gd name="connsiteX7" fmla="*/ 0 w 134188"/>
                <a:gd name="connsiteY7" fmla="*/ 132787 h 225354"/>
                <a:gd name="connsiteX8" fmla="*/ 6390 w 134188"/>
                <a:gd name="connsiteY8" fmla="*/ 139171 h 225354"/>
                <a:gd name="connsiteX9" fmla="*/ 60704 w 134188"/>
                <a:gd name="connsiteY9" fmla="*/ 139171 h 225354"/>
                <a:gd name="connsiteX10" fmla="*/ 60704 w 134188"/>
                <a:gd name="connsiteY10" fmla="*/ 149385 h 225354"/>
                <a:gd name="connsiteX11" fmla="*/ 55593 w 134188"/>
                <a:gd name="connsiteY11" fmla="*/ 149385 h 225354"/>
                <a:gd name="connsiteX12" fmla="*/ 49203 w 134188"/>
                <a:gd name="connsiteY12" fmla="*/ 155769 h 225354"/>
                <a:gd name="connsiteX13" fmla="*/ 49203 w 134188"/>
                <a:gd name="connsiteY13" fmla="*/ 218971 h 225354"/>
                <a:gd name="connsiteX14" fmla="*/ 55593 w 134188"/>
                <a:gd name="connsiteY14" fmla="*/ 225355 h 225354"/>
                <a:gd name="connsiteX15" fmla="*/ 61982 w 134188"/>
                <a:gd name="connsiteY15" fmla="*/ 218971 h 225354"/>
                <a:gd name="connsiteX16" fmla="*/ 61982 w 134188"/>
                <a:gd name="connsiteY16" fmla="*/ 162153 h 225354"/>
                <a:gd name="connsiteX17" fmla="*/ 72206 w 134188"/>
                <a:gd name="connsiteY17" fmla="*/ 162153 h 225354"/>
                <a:gd name="connsiteX18" fmla="*/ 72206 w 134188"/>
                <a:gd name="connsiteY18" fmla="*/ 218971 h 225354"/>
                <a:gd name="connsiteX19" fmla="*/ 78596 w 134188"/>
                <a:gd name="connsiteY19" fmla="*/ 225355 h 225354"/>
                <a:gd name="connsiteX20" fmla="*/ 84986 w 134188"/>
                <a:gd name="connsiteY20" fmla="*/ 218971 h 225354"/>
                <a:gd name="connsiteX21" fmla="*/ 84986 w 134188"/>
                <a:gd name="connsiteY21" fmla="*/ 155769 h 225354"/>
                <a:gd name="connsiteX22" fmla="*/ 78596 w 134188"/>
                <a:gd name="connsiteY22" fmla="*/ 149385 h 225354"/>
                <a:gd name="connsiteX23" fmla="*/ 73484 w 134188"/>
                <a:gd name="connsiteY23" fmla="*/ 149385 h 225354"/>
                <a:gd name="connsiteX24" fmla="*/ 73484 w 134188"/>
                <a:gd name="connsiteY24" fmla="*/ 139171 h 225354"/>
                <a:gd name="connsiteX25" fmla="*/ 127799 w 134188"/>
                <a:gd name="connsiteY25" fmla="*/ 139171 h 225354"/>
                <a:gd name="connsiteX26" fmla="*/ 134189 w 134188"/>
                <a:gd name="connsiteY26" fmla="*/ 132787 h 225354"/>
                <a:gd name="connsiteX27" fmla="*/ 134189 w 134188"/>
                <a:gd name="connsiteY27" fmla="*/ 6384 h 225354"/>
                <a:gd name="connsiteX28" fmla="*/ 127160 w 134188"/>
                <a:gd name="connsiteY28" fmla="*/ 0 h 225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34188" h="225354">
                  <a:moveTo>
                    <a:pt x="127160" y="0"/>
                  </a:moveTo>
                  <a:cubicBezTo>
                    <a:pt x="123326" y="0"/>
                    <a:pt x="120770" y="2554"/>
                    <a:pt x="120770" y="6384"/>
                  </a:cubicBezTo>
                  <a:lnTo>
                    <a:pt x="120770" y="126403"/>
                  </a:lnTo>
                  <a:lnTo>
                    <a:pt x="12780" y="126403"/>
                  </a:lnTo>
                  <a:lnTo>
                    <a:pt x="12780" y="77246"/>
                  </a:lnTo>
                  <a:cubicBezTo>
                    <a:pt x="12780" y="73416"/>
                    <a:pt x="10224" y="70862"/>
                    <a:pt x="6390" y="70862"/>
                  </a:cubicBezTo>
                  <a:cubicBezTo>
                    <a:pt x="2556" y="70862"/>
                    <a:pt x="0" y="73416"/>
                    <a:pt x="0" y="77246"/>
                  </a:cubicBezTo>
                  <a:lnTo>
                    <a:pt x="0" y="132787"/>
                  </a:lnTo>
                  <a:cubicBezTo>
                    <a:pt x="0" y="136617"/>
                    <a:pt x="2556" y="139171"/>
                    <a:pt x="6390" y="139171"/>
                  </a:cubicBezTo>
                  <a:lnTo>
                    <a:pt x="60704" y="139171"/>
                  </a:lnTo>
                  <a:lnTo>
                    <a:pt x="60704" y="149385"/>
                  </a:lnTo>
                  <a:lnTo>
                    <a:pt x="55593" y="149385"/>
                  </a:lnTo>
                  <a:cubicBezTo>
                    <a:pt x="51758" y="149385"/>
                    <a:pt x="49203" y="151939"/>
                    <a:pt x="49203" y="155769"/>
                  </a:cubicBezTo>
                  <a:lnTo>
                    <a:pt x="49203" y="218971"/>
                  </a:lnTo>
                  <a:cubicBezTo>
                    <a:pt x="49203" y="222801"/>
                    <a:pt x="51758" y="225355"/>
                    <a:pt x="55593" y="225355"/>
                  </a:cubicBezTo>
                  <a:cubicBezTo>
                    <a:pt x="59426" y="225355"/>
                    <a:pt x="61982" y="222801"/>
                    <a:pt x="61982" y="218971"/>
                  </a:cubicBezTo>
                  <a:lnTo>
                    <a:pt x="61982" y="162153"/>
                  </a:lnTo>
                  <a:lnTo>
                    <a:pt x="72206" y="162153"/>
                  </a:lnTo>
                  <a:lnTo>
                    <a:pt x="72206" y="218971"/>
                  </a:lnTo>
                  <a:cubicBezTo>
                    <a:pt x="72206" y="222801"/>
                    <a:pt x="74762" y="225355"/>
                    <a:pt x="78596" y="225355"/>
                  </a:cubicBezTo>
                  <a:cubicBezTo>
                    <a:pt x="82430" y="225355"/>
                    <a:pt x="84986" y="222801"/>
                    <a:pt x="84986" y="218971"/>
                  </a:cubicBezTo>
                  <a:lnTo>
                    <a:pt x="84986" y="155769"/>
                  </a:lnTo>
                  <a:cubicBezTo>
                    <a:pt x="84986" y="151939"/>
                    <a:pt x="82430" y="149385"/>
                    <a:pt x="78596" y="149385"/>
                  </a:cubicBezTo>
                  <a:lnTo>
                    <a:pt x="73484" y="149385"/>
                  </a:lnTo>
                  <a:lnTo>
                    <a:pt x="73484" y="139171"/>
                  </a:lnTo>
                  <a:lnTo>
                    <a:pt x="127799" y="139171"/>
                  </a:lnTo>
                  <a:cubicBezTo>
                    <a:pt x="131633" y="139171"/>
                    <a:pt x="134189" y="136617"/>
                    <a:pt x="134189" y="132787"/>
                  </a:cubicBezTo>
                  <a:lnTo>
                    <a:pt x="134189" y="6384"/>
                  </a:lnTo>
                  <a:cubicBezTo>
                    <a:pt x="133549" y="3192"/>
                    <a:pt x="130994" y="0"/>
                    <a:pt x="127160" y="0"/>
                  </a:cubicBezTo>
                  <a:close/>
                </a:path>
              </a:pathLst>
            </a:custGeom>
            <a:solidFill>
              <a:srgbClr val="00A3E0"/>
            </a:solidFill>
            <a:ln w="6390" cap="flat">
              <a:noFill/>
              <a:prstDash val="solid"/>
              <a:miter/>
            </a:ln>
          </p:spPr>
          <p:txBody>
            <a:bodyPr rtlCol="0" anchor="ctr"/>
            <a:lstStyle/>
            <a:p>
              <a:endParaRPr lang="en-US"/>
            </a:p>
          </p:txBody>
        </p:sp>
        <p:sp>
          <p:nvSpPr>
            <p:cNvPr id="745" name="Graphic 4">
              <a:extLst>
                <a:ext uri="{FF2B5EF4-FFF2-40B4-BE49-F238E27FC236}">
                  <a16:creationId xmlns:a16="http://schemas.microsoft.com/office/drawing/2014/main" id="{D18BBDA0-3924-3F4A-8350-BAEB4502EC04}"/>
                </a:ext>
              </a:extLst>
            </p:cNvPr>
            <p:cNvSpPr/>
            <p:nvPr/>
          </p:nvSpPr>
          <p:spPr>
            <a:xfrm>
              <a:off x="3736196" y="992871"/>
              <a:ext cx="12779" cy="33835"/>
            </a:xfrm>
            <a:custGeom>
              <a:avLst/>
              <a:gdLst>
                <a:gd name="connsiteX0" fmla="*/ 6390 w 12779"/>
                <a:gd name="connsiteY0" fmla="*/ 33835 h 33835"/>
                <a:gd name="connsiteX1" fmla="*/ 12780 w 12779"/>
                <a:gd name="connsiteY1" fmla="*/ 27451 h 33835"/>
                <a:gd name="connsiteX2" fmla="*/ 12780 w 12779"/>
                <a:gd name="connsiteY2" fmla="*/ 6384 h 33835"/>
                <a:gd name="connsiteX3" fmla="*/ 6390 w 12779"/>
                <a:gd name="connsiteY3" fmla="*/ 0 h 33835"/>
                <a:gd name="connsiteX4" fmla="*/ 0 w 12779"/>
                <a:gd name="connsiteY4" fmla="*/ 6384 h 33835"/>
                <a:gd name="connsiteX5" fmla="*/ 0 w 12779"/>
                <a:gd name="connsiteY5" fmla="*/ 27451 h 33835"/>
                <a:gd name="connsiteX6" fmla="*/ 6390 w 12779"/>
                <a:gd name="connsiteY6" fmla="*/ 33835 h 33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33835">
                  <a:moveTo>
                    <a:pt x="6390" y="33835"/>
                  </a:moveTo>
                  <a:cubicBezTo>
                    <a:pt x="10224" y="33835"/>
                    <a:pt x="12780" y="31282"/>
                    <a:pt x="12780" y="27451"/>
                  </a:cubicBezTo>
                  <a:lnTo>
                    <a:pt x="12780" y="6384"/>
                  </a:lnTo>
                  <a:cubicBezTo>
                    <a:pt x="12780" y="2554"/>
                    <a:pt x="10224" y="0"/>
                    <a:pt x="6390" y="0"/>
                  </a:cubicBezTo>
                  <a:cubicBezTo>
                    <a:pt x="2556" y="0"/>
                    <a:pt x="0" y="2554"/>
                    <a:pt x="0" y="6384"/>
                  </a:cubicBezTo>
                  <a:lnTo>
                    <a:pt x="0" y="27451"/>
                  </a:lnTo>
                  <a:cubicBezTo>
                    <a:pt x="0" y="31282"/>
                    <a:pt x="3195" y="33835"/>
                    <a:pt x="6390" y="33835"/>
                  </a:cubicBezTo>
                  <a:close/>
                </a:path>
              </a:pathLst>
            </a:custGeom>
            <a:solidFill>
              <a:srgbClr val="00A3E0"/>
            </a:solidFill>
            <a:ln w="6390" cap="flat">
              <a:noFill/>
              <a:prstDash val="solid"/>
              <a:miter/>
            </a:ln>
          </p:spPr>
          <p:txBody>
            <a:bodyPr rtlCol="0" anchor="ctr"/>
            <a:lstStyle/>
            <a:p>
              <a:endParaRPr lang="en-US"/>
            </a:p>
          </p:txBody>
        </p:sp>
        <p:sp>
          <p:nvSpPr>
            <p:cNvPr id="746" name="Graphic 4">
              <a:extLst>
                <a:ext uri="{FF2B5EF4-FFF2-40B4-BE49-F238E27FC236}">
                  <a16:creationId xmlns:a16="http://schemas.microsoft.com/office/drawing/2014/main" id="{2DC2E786-AF84-3542-832B-017A8CA7EDCB}"/>
                </a:ext>
              </a:extLst>
            </p:cNvPr>
            <p:cNvSpPr/>
            <p:nvPr/>
          </p:nvSpPr>
          <p:spPr>
            <a:xfrm>
              <a:off x="3755366" y="1014394"/>
              <a:ext cx="61426" cy="41678"/>
            </a:xfrm>
            <a:custGeom>
              <a:avLst/>
              <a:gdLst>
                <a:gd name="connsiteX0" fmla="*/ 5112 w 61426"/>
                <a:gd name="connsiteY0" fmla="*/ 34656 h 41678"/>
                <a:gd name="connsiteX1" fmla="*/ 28116 w 61426"/>
                <a:gd name="connsiteY1" fmla="*/ 41679 h 41678"/>
                <a:gd name="connsiteX2" fmla="*/ 32589 w 61426"/>
                <a:gd name="connsiteY2" fmla="*/ 41679 h 41678"/>
                <a:gd name="connsiteX3" fmla="*/ 33228 w 61426"/>
                <a:gd name="connsiteY3" fmla="*/ 41679 h 41678"/>
                <a:gd name="connsiteX4" fmla="*/ 55593 w 61426"/>
                <a:gd name="connsiteY4" fmla="*/ 28911 h 41678"/>
                <a:gd name="connsiteX5" fmla="*/ 56231 w 61426"/>
                <a:gd name="connsiteY5" fmla="*/ 27634 h 41678"/>
                <a:gd name="connsiteX6" fmla="*/ 61343 w 61426"/>
                <a:gd name="connsiteY6" fmla="*/ 14228 h 41678"/>
                <a:gd name="connsiteX7" fmla="*/ 61343 w 61426"/>
                <a:gd name="connsiteY7" fmla="*/ 13589 h 41678"/>
                <a:gd name="connsiteX8" fmla="*/ 61343 w 61426"/>
                <a:gd name="connsiteY8" fmla="*/ 12951 h 41678"/>
                <a:gd name="connsiteX9" fmla="*/ 50480 w 61426"/>
                <a:gd name="connsiteY9" fmla="*/ 3375 h 41678"/>
                <a:gd name="connsiteX10" fmla="*/ 48563 w 61426"/>
                <a:gd name="connsiteY10" fmla="*/ 2736 h 41678"/>
                <a:gd name="connsiteX11" fmla="*/ 23004 w 61426"/>
                <a:gd name="connsiteY11" fmla="*/ 2098 h 41678"/>
                <a:gd name="connsiteX12" fmla="*/ 22365 w 61426"/>
                <a:gd name="connsiteY12" fmla="*/ 2098 h 41678"/>
                <a:gd name="connsiteX13" fmla="*/ 1278 w 61426"/>
                <a:gd name="connsiteY13" fmla="*/ 20612 h 41678"/>
                <a:gd name="connsiteX14" fmla="*/ 639 w 61426"/>
                <a:gd name="connsiteY14" fmla="*/ 28272 h 41678"/>
                <a:gd name="connsiteX15" fmla="*/ 5112 w 61426"/>
                <a:gd name="connsiteY15" fmla="*/ 34656 h 41678"/>
                <a:gd name="connsiteX16" fmla="*/ 27477 w 61426"/>
                <a:gd name="connsiteY16" fmla="*/ 13589 h 41678"/>
                <a:gd name="connsiteX17" fmla="*/ 44730 w 61426"/>
                <a:gd name="connsiteY17" fmla="*/ 14228 h 41678"/>
                <a:gd name="connsiteX18" fmla="*/ 46008 w 61426"/>
                <a:gd name="connsiteY18" fmla="*/ 14866 h 41678"/>
                <a:gd name="connsiteX19" fmla="*/ 49203 w 61426"/>
                <a:gd name="connsiteY19" fmla="*/ 16143 h 41678"/>
                <a:gd name="connsiteX20" fmla="*/ 47285 w 61426"/>
                <a:gd name="connsiteY20" fmla="*/ 18696 h 41678"/>
                <a:gd name="connsiteX21" fmla="*/ 46647 w 61426"/>
                <a:gd name="connsiteY21" fmla="*/ 19335 h 41678"/>
                <a:gd name="connsiteX22" fmla="*/ 31311 w 61426"/>
                <a:gd name="connsiteY22" fmla="*/ 28272 h 41678"/>
                <a:gd name="connsiteX23" fmla="*/ 14058 w 61426"/>
                <a:gd name="connsiteY23" fmla="*/ 24442 h 41678"/>
                <a:gd name="connsiteX24" fmla="*/ 27477 w 61426"/>
                <a:gd name="connsiteY24" fmla="*/ 13589 h 41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1426" h="41678">
                  <a:moveTo>
                    <a:pt x="5112" y="34656"/>
                  </a:moveTo>
                  <a:cubicBezTo>
                    <a:pt x="5751" y="34656"/>
                    <a:pt x="14697" y="41679"/>
                    <a:pt x="28116" y="41679"/>
                  </a:cubicBezTo>
                  <a:cubicBezTo>
                    <a:pt x="29394" y="41679"/>
                    <a:pt x="31311" y="41679"/>
                    <a:pt x="32589" y="41679"/>
                  </a:cubicBezTo>
                  <a:cubicBezTo>
                    <a:pt x="32589" y="41679"/>
                    <a:pt x="33228" y="41679"/>
                    <a:pt x="33228" y="41679"/>
                  </a:cubicBezTo>
                  <a:cubicBezTo>
                    <a:pt x="39618" y="40402"/>
                    <a:pt x="46647" y="38487"/>
                    <a:pt x="55593" y="28911"/>
                  </a:cubicBezTo>
                  <a:lnTo>
                    <a:pt x="56231" y="27634"/>
                  </a:lnTo>
                  <a:cubicBezTo>
                    <a:pt x="58788" y="24442"/>
                    <a:pt x="61983" y="20612"/>
                    <a:pt x="61343" y="14228"/>
                  </a:cubicBezTo>
                  <a:cubicBezTo>
                    <a:pt x="61343" y="14228"/>
                    <a:pt x="61343" y="13589"/>
                    <a:pt x="61343" y="13589"/>
                  </a:cubicBezTo>
                  <a:cubicBezTo>
                    <a:pt x="61343" y="13589"/>
                    <a:pt x="61343" y="12951"/>
                    <a:pt x="61343" y="12951"/>
                  </a:cubicBezTo>
                  <a:cubicBezTo>
                    <a:pt x="59426" y="7205"/>
                    <a:pt x="54315" y="4652"/>
                    <a:pt x="50480" y="3375"/>
                  </a:cubicBezTo>
                  <a:lnTo>
                    <a:pt x="48563" y="2736"/>
                  </a:lnTo>
                  <a:cubicBezTo>
                    <a:pt x="36423" y="-1732"/>
                    <a:pt x="29394" y="183"/>
                    <a:pt x="23004" y="2098"/>
                  </a:cubicBezTo>
                  <a:cubicBezTo>
                    <a:pt x="23004" y="2098"/>
                    <a:pt x="22365" y="2098"/>
                    <a:pt x="22365" y="2098"/>
                  </a:cubicBezTo>
                  <a:cubicBezTo>
                    <a:pt x="7668" y="7844"/>
                    <a:pt x="1278" y="19973"/>
                    <a:pt x="1278" y="20612"/>
                  </a:cubicBezTo>
                  <a:cubicBezTo>
                    <a:pt x="-639" y="23804"/>
                    <a:pt x="0" y="26996"/>
                    <a:pt x="639" y="28272"/>
                  </a:cubicBezTo>
                  <a:cubicBezTo>
                    <a:pt x="1278" y="28911"/>
                    <a:pt x="1917" y="32103"/>
                    <a:pt x="5112" y="34656"/>
                  </a:cubicBezTo>
                  <a:close/>
                  <a:moveTo>
                    <a:pt x="27477" y="13589"/>
                  </a:moveTo>
                  <a:cubicBezTo>
                    <a:pt x="33228" y="12312"/>
                    <a:pt x="36423" y="11036"/>
                    <a:pt x="44730" y="14228"/>
                  </a:cubicBezTo>
                  <a:lnTo>
                    <a:pt x="46008" y="14866"/>
                  </a:lnTo>
                  <a:cubicBezTo>
                    <a:pt x="47285" y="15504"/>
                    <a:pt x="48563" y="16143"/>
                    <a:pt x="49203" y="16143"/>
                  </a:cubicBezTo>
                  <a:cubicBezTo>
                    <a:pt x="48563" y="16781"/>
                    <a:pt x="47925" y="18058"/>
                    <a:pt x="47285" y="18696"/>
                  </a:cubicBezTo>
                  <a:lnTo>
                    <a:pt x="46647" y="19335"/>
                  </a:lnTo>
                  <a:cubicBezTo>
                    <a:pt x="40257" y="25719"/>
                    <a:pt x="36423" y="26996"/>
                    <a:pt x="31311" y="28272"/>
                  </a:cubicBezTo>
                  <a:cubicBezTo>
                    <a:pt x="23004" y="28911"/>
                    <a:pt x="16614" y="25719"/>
                    <a:pt x="14058" y="24442"/>
                  </a:cubicBezTo>
                  <a:cubicBezTo>
                    <a:pt x="15336" y="22527"/>
                    <a:pt x="19809" y="16781"/>
                    <a:pt x="27477" y="13589"/>
                  </a:cubicBezTo>
                  <a:close/>
                </a:path>
              </a:pathLst>
            </a:custGeom>
            <a:solidFill>
              <a:srgbClr val="00A3E0"/>
            </a:solidFill>
            <a:ln w="6390" cap="flat">
              <a:noFill/>
              <a:prstDash val="solid"/>
              <a:miter/>
            </a:ln>
          </p:spPr>
          <p:txBody>
            <a:bodyPr rtlCol="0" anchor="ctr"/>
            <a:lstStyle/>
            <a:p>
              <a:endParaRPr lang="en-US"/>
            </a:p>
          </p:txBody>
        </p:sp>
        <p:sp>
          <p:nvSpPr>
            <p:cNvPr id="747" name="Graphic 4">
              <a:extLst>
                <a:ext uri="{FF2B5EF4-FFF2-40B4-BE49-F238E27FC236}">
                  <a16:creationId xmlns:a16="http://schemas.microsoft.com/office/drawing/2014/main" id="{2AEB38E0-03C0-F141-A651-568BAAAEEA35}"/>
                </a:ext>
              </a:extLst>
            </p:cNvPr>
            <p:cNvSpPr/>
            <p:nvPr/>
          </p:nvSpPr>
          <p:spPr>
            <a:xfrm>
              <a:off x="3716357" y="1049214"/>
              <a:ext cx="12646" cy="12604"/>
            </a:xfrm>
            <a:custGeom>
              <a:avLst/>
              <a:gdLst>
                <a:gd name="connsiteX0" fmla="*/ 2586 w 12646"/>
                <a:gd name="connsiteY0" fmla="*/ 1114 h 12604"/>
                <a:gd name="connsiteX1" fmla="*/ 2586 w 12646"/>
                <a:gd name="connsiteY1" fmla="*/ 1114 h 12604"/>
                <a:gd name="connsiteX2" fmla="*/ 1308 w 12646"/>
                <a:gd name="connsiteY2" fmla="*/ 10051 h 12604"/>
                <a:gd name="connsiteX3" fmla="*/ 6420 w 12646"/>
                <a:gd name="connsiteY3" fmla="*/ 12605 h 12604"/>
                <a:gd name="connsiteX4" fmla="*/ 10254 w 12646"/>
                <a:gd name="connsiteY4" fmla="*/ 11328 h 12604"/>
                <a:gd name="connsiteX5" fmla="*/ 11532 w 12646"/>
                <a:gd name="connsiteY5" fmla="*/ 2390 h 12604"/>
                <a:gd name="connsiteX6" fmla="*/ 2586 w 12646"/>
                <a:gd name="connsiteY6" fmla="*/ 1114 h 1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646" h="12604">
                  <a:moveTo>
                    <a:pt x="2586" y="1114"/>
                  </a:moveTo>
                  <a:cubicBezTo>
                    <a:pt x="2586" y="1752"/>
                    <a:pt x="1947" y="1752"/>
                    <a:pt x="2586" y="1114"/>
                  </a:cubicBezTo>
                  <a:cubicBezTo>
                    <a:pt x="-609" y="3667"/>
                    <a:pt x="-609" y="7498"/>
                    <a:pt x="1308" y="10051"/>
                  </a:cubicBezTo>
                  <a:cubicBezTo>
                    <a:pt x="2586" y="11328"/>
                    <a:pt x="4503" y="12605"/>
                    <a:pt x="6420" y="12605"/>
                  </a:cubicBezTo>
                  <a:cubicBezTo>
                    <a:pt x="7698" y="12605"/>
                    <a:pt x="8976" y="11966"/>
                    <a:pt x="10254" y="11328"/>
                  </a:cubicBezTo>
                  <a:cubicBezTo>
                    <a:pt x="12810" y="9413"/>
                    <a:pt x="13449" y="4944"/>
                    <a:pt x="11532" y="2390"/>
                  </a:cubicBezTo>
                  <a:cubicBezTo>
                    <a:pt x="9615" y="-163"/>
                    <a:pt x="5142" y="-802"/>
                    <a:pt x="2586" y="1114"/>
                  </a:cubicBezTo>
                  <a:close/>
                </a:path>
              </a:pathLst>
            </a:custGeom>
            <a:solidFill>
              <a:srgbClr val="00A3E0"/>
            </a:solidFill>
            <a:ln w="6390" cap="flat">
              <a:noFill/>
              <a:prstDash val="solid"/>
              <a:miter/>
            </a:ln>
          </p:spPr>
          <p:txBody>
            <a:bodyPr rtlCol="0" anchor="ctr"/>
            <a:lstStyle/>
            <a:p>
              <a:endParaRPr lang="en-US"/>
            </a:p>
          </p:txBody>
        </p:sp>
        <p:sp>
          <p:nvSpPr>
            <p:cNvPr id="748" name="Graphic 4">
              <a:extLst>
                <a:ext uri="{FF2B5EF4-FFF2-40B4-BE49-F238E27FC236}">
                  <a16:creationId xmlns:a16="http://schemas.microsoft.com/office/drawing/2014/main" id="{73379313-CDBB-1C49-A9F2-87AB967B4A3B}"/>
                </a:ext>
              </a:extLst>
            </p:cNvPr>
            <p:cNvSpPr/>
            <p:nvPr/>
          </p:nvSpPr>
          <p:spPr>
            <a:xfrm>
              <a:off x="3694661" y="1107783"/>
              <a:ext cx="12862" cy="12767"/>
            </a:xfrm>
            <a:custGeom>
              <a:avLst/>
              <a:gdLst>
                <a:gd name="connsiteX0" fmla="*/ 6390 w 12862"/>
                <a:gd name="connsiteY0" fmla="*/ 0 h 12767"/>
                <a:gd name="connsiteX1" fmla="*/ 0 w 12862"/>
                <a:gd name="connsiteY1" fmla="*/ 6384 h 12767"/>
                <a:gd name="connsiteX2" fmla="*/ 0 w 12862"/>
                <a:gd name="connsiteY2" fmla="*/ 7022 h 12767"/>
                <a:gd name="connsiteX3" fmla="*/ 6390 w 12862"/>
                <a:gd name="connsiteY3" fmla="*/ 12768 h 12767"/>
                <a:gd name="connsiteX4" fmla="*/ 7029 w 12862"/>
                <a:gd name="connsiteY4" fmla="*/ 12768 h 12767"/>
                <a:gd name="connsiteX5" fmla="*/ 12780 w 12862"/>
                <a:gd name="connsiteY5" fmla="*/ 5746 h 12767"/>
                <a:gd name="connsiteX6" fmla="*/ 6390 w 1286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62" h="12767">
                  <a:moveTo>
                    <a:pt x="6390" y="0"/>
                  </a:moveTo>
                  <a:cubicBezTo>
                    <a:pt x="2556" y="0"/>
                    <a:pt x="0" y="3192"/>
                    <a:pt x="0" y="6384"/>
                  </a:cubicBezTo>
                  <a:cubicBezTo>
                    <a:pt x="0" y="6384"/>
                    <a:pt x="0" y="7022"/>
                    <a:pt x="0" y="7022"/>
                  </a:cubicBezTo>
                  <a:cubicBezTo>
                    <a:pt x="0" y="10214"/>
                    <a:pt x="3195" y="12768"/>
                    <a:pt x="6390" y="12768"/>
                  </a:cubicBezTo>
                  <a:cubicBezTo>
                    <a:pt x="6390" y="12768"/>
                    <a:pt x="6390" y="12768"/>
                    <a:pt x="7029" y="12768"/>
                  </a:cubicBezTo>
                  <a:cubicBezTo>
                    <a:pt x="10224" y="12768"/>
                    <a:pt x="13419" y="9576"/>
                    <a:pt x="12780" y="5746"/>
                  </a:cubicBezTo>
                  <a:cubicBezTo>
                    <a:pt x="12780" y="2554"/>
                    <a:pt x="9585" y="0"/>
                    <a:pt x="6390" y="0"/>
                  </a:cubicBezTo>
                  <a:close/>
                </a:path>
              </a:pathLst>
            </a:custGeom>
            <a:solidFill>
              <a:srgbClr val="00A3E0"/>
            </a:solidFill>
            <a:ln w="6390" cap="flat">
              <a:noFill/>
              <a:prstDash val="solid"/>
              <a:miter/>
            </a:ln>
          </p:spPr>
          <p:txBody>
            <a:bodyPr rtlCol="0" anchor="ctr"/>
            <a:lstStyle/>
            <a:p>
              <a:endParaRPr lang="en-US"/>
            </a:p>
          </p:txBody>
        </p:sp>
        <p:sp>
          <p:nvSpPr>
            <p:cNvPr id="749" name="Graphic 4">
              <a:extLst>
                <a:ext uri="{FF2B5EF4-FFF2-40B4-BE49-F238E27FC236}">
                  <a16:creationId xmlns:a16="http://schemas.microsoft.com/office/drawing/2014/main" id="{4CA6092D-3ED3-924C-96AF-938C66E8835E}"/>
                </a:ext>
              </a:extLst>
            </p:cNvPr>
            <p:cNvSpPr/>
            <p:nvPr/>
          </p:nvSpPr>
          <p:spPr>
            <a:xfrm>
              <a:off x="3699134" y="1075863"/>
              <a:ext cx="12862" cy="12767"/>
            </a:xfrm>
            <a:custGeom>
              <a:avLst/>
              <a:gdLst>
                <a:gd name="connsiteX0" fmla="*/ 6390 w 12862"/>
                <a:gd name="connsiteY0" fmla="*/ 0 h 12767"/>
                <a:gd name="connsiteX1" fmla="*/ 0 w 12862"/>
                <a:gd name="connsiteY1" fmla="*/ 6384 h 12767"/>
                <a:gd name="connsiteX2" fmla="*/ 0 w 12862"/>
                <a:gd name="connsiteY2" fmla="*/ 7022 h 12767"/>
                <a:gd name="connsiteX3" fmla="*/ 6390 w 12862"/>
                <a:gd name="connsiteY3" fmla="*/ 12768 h 12767"/>
                <a:gd name="connsiteX4" fmla="*/ 7029 w 12862"/>
                <a:gd name="connsiteY4" fmla="*/ 12768 h 12767"/>
                <a:gd name="connsiteX5" fmla="*/ 12780 w 12862"/>
                <a:gd name="connsiteY5" fmla="*/ 5746 h 12767"/>
                <a:gd name="connsiteX6" fmla="*/ 6390 w 1286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62" h="12767">
                  <a:moveTo>
                    <a:pt x="6390" y="0"/>
                  </a:moveTo>
                  <a:cubicBezTo>
                    <a:pt x="2556" y="0"/>
                    <a:pt x="0" y="3192"/>
                    <a:pt x="0" y="6384"/>
                  </a:cubicBezTo>
                  <a:cubicBezTo>
                    <a:pt x="0" y="6384"/>
                    <a:pt x="0" y="7022"/>
                    <a:pt x="0" y="7022"/>
                  </a:cubicBezTo>
                  <a:cubicBezTo>
                    <a:pt x="0" y="10214"/>
                    <a:pt x="3195" y="12768"/>
                    <a:pt x="6390" y="12768"/>
                  </a:cubicBezTo>
                  <a:cubicBezTo>
                    <a:pt x="6390" y="12768"/>
                    <a:pt x="6390" y="12768"/>
                    <a:pt x="7029" y="12768"/>
                  </a:cubicBezTo>
                  <a:cubicBezTo>
                    <a:pt x="10224" y="12768"/>
                    <a:pt x="13419" y="9576"/>
                    <a:pt x="12780" y="5746"/>
                  </a:cubicBezTo>
                  <a:cubicBezTo>
                    <a:pt x="12780" y="2554"/>
                    <a:pt x="9585" y="0"/>
                    <a:pt x="6390" y="0"/>
                  </a:cubicBezTo>
                  <a:close/>
                </a:path>
              </a:pathLst>
            </a:custGeom>
            <a:solidFill>
              <a:srgbClr val="00A3E0"/>
            </a:solidFill>
            <a:ln w="6390" cap="flat">
              <a:noFill/>
              <a:prstDash val="solid"/>
              <a:miter/>
            </a:ln>
          </p:spPr>
          <p:txBody>
            <a:bodyPr rtlCol="0" anchor="ctr"/>
            <a:lstStyle/>
            <a:p>
              <a:endParaRPr lang="en-US"/>
            </a:p>
          </p:txBody>
        </p:sp>
      </p:grpSp>
      <p:grpSp>
        <p:nvGrpSpPr>
          <p:cNvPr id="750" name="Graphic 4">
            <a:extLst>
              <a:ext uri="{FF2B5EF4-FFF2-40B4-BE49-F238E27FC236}">
                <a16:creationId xmlns:a16="http://schemas.microsoft.com/office/drawing/2014/main" id="{2E38449A-C66C-8945-A805-F74C586F178B}"/>
              </a:ext>
            </a:extLst>
          </p:cNvPr>
          <p:cNvGrpSpPr>
            <a:grpSpLocks noChangeAspect="1"/>
          </p:cNvGrpSpPr>
          <p:nvPr/>
        </p:nvGrpSpPr>
        <p:grpSpPr>
          <a:xfrm>
            <a:off x="4661459" y="918179"/>
            <a:ext cx="361670" cy="361333"/>
            <a:chOff x="4661459" y="918179"/>
            <a:chExt cx="361670" cy="361333"/>
          </a:xfrm>
          <a:solidFill>
            <a:srgbClr val="00A3E0"/>
          </a:solidFill>
        </p:grpSpPr>
        <p:sp>
          <p:nvSpPr>
            <p:cNvPr id="751" name="Graphic 4">
              <a:extLst>
                <a:ext uri="{FF2B5EF4-FFF2-40B4-BE49-F238E27FC236}">
                  <a16:creationId xmlns:a16="http://schemas.microsoft.com/office/drawing/2014/main" id="{EEE4F36F-4862-EC42-9A1C-C83EB4F2C0A2}"/>
                </a:ext>
              </a:extLst>
            </p:cNvPr>
            <p:cNvSpPr/>
            <p:nvPr/>
          </p:nvSpPr>
          <p:spPr>
            <a:xfrm>
              <a:off x="4661459"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30" y="273234"/>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752" name="Graphic 4">
              <a:extLst>
                <a:ext uri="{FF2B5EF4-FFF2-40B4-BE49-F238E27FC236}">
                  <a16:creationId xmlns:a16="http://schemas.microsoft.com/office/drawing/2014/main" id="{2D4B4008-D021-5A47-8DB7-883A928238A8}"/>
                </a:ext>
              </a:extLst>
            </p:cNvPr>
            <p:cNvSpPr/>
            <p:nvPr/>
          </p:nvSpPr>
          <p:spPr>
            <a:xfrm>
              <a:off x="4743889" y="1012383"/>
              <a:ext cx="197299" cy="173922"/>
            </a:xfrm>
            <a:custGeom>
              <a:avLst/>
              <a:gdLst>
                <a:gd name="connsiteX0" fmla="*/ 190420 w 197299"/>
                <a:gd name="connsiteY0" fmla="*/ 12408 h 173922"/>
                <a:gd name="connsiteX1" fmla="*/ 189781 w 197299"/>
                <a:gd name="connsiteY1" fmla="*/ 11770 h 173922"/>
                <a:gd name="connsiteX2" fmla="*/ 144412 w 197299"/>
                <a:gd name="connsiteY2" fmla="*/ 279 h 173922"/>
                <a:gd name="connsiteX3" fmla="*/ 138022 w 197299"/>
                <a:gd name="connsiteY3" fmla="*/ 279 h 173922"/>
                <a:gd name="connsiteX4" fmla="*/ 44730 w 197299"/>
                <a:gd name="connsiteY4" fmla="*/ 41136 h 173922"/>
                <a:gd name="connsiteX5" fmla="*/ 44090 w 197299"/>
                <a:gd name="connsiteY5" fmla="*/ 41775 h 173922"/>
                <a:gd name="connsiteX6" fmla="*/ 11502 w 197299"/>
                <a:gd name="connsiteY6" fmla="*/ 92208 h 173922"/>
                <a:gd name="connsiteX7" fmla="*/ 10224 w 197299"/>
                <a:gd name="connsiteY7" fmla="*/ 96038 h 173922"/>
                <a:gd name="connsiteX8" fmla="*/ 0 w 197299"/>
                <a:gd name="connsiteY8" fmla="*/ 143280 h 173922"/>
                <a:gd name="connsiteX9" fmla="*/ 7029 w 197299"/>
                <a:gd name="connsiteY9" fmla="*/ 161793 h 173922"/>
                <a:gd name="connsiteX10" fmla="*/ 23642 w 197299"/>
                <a:gd name="connsiteY10" fmla="*/ 172008 h 173922"/>
                <a:gd name="connsiteX11" fmla="*/ 46007 w 197299"/>
                <a:gd name="connsiteY11" fmla="*/ 173923 h 173922"/>
                <a:gd name="connsiteX12" fmla="*/ 132271 w 197299"/>
                <a:gd name="connsiteY12" fmla="*/ 149664 h 173922"/>
                <a:gd name="connsiteX13" fmla="*/ 132911 w 197299"/>
                <a:gd name="connsiteY13" fmla="*/ 149025 h 173922"/>
                <a:gd name="connsiteX14" fmla="*/ 192337 w 197299"/>
                <a:gd name="connsiteY14" fmla="*/ 65395 h 173922"/>
                <a:gd name="connsiteX15" fmla="*/ 193615 w 197299"/>
                <a:gd name="connsiteY15" fmla="*/ 59650 h 173922"/>
                <a:gd name="connsiteX16" fmla="*/ 190420 w 197299"/>
                <a:gd name="connsiteY16" fmla="*/ 12408 h 173922"/>
                <a:gd name="connsiteX17" fmla="*/ 190420 w 197299"/>
                <a:gd name="connsiteY17" fmla="*/ 12408 h 173922"/>
                <a:gd name="connsiteX18" fmla="*/ 145051 w 197299"/>
                <a:gd name="connsiteY18" fmla="*/ 13047 h 173922"/>
                <a:gd name="connsiteX19" fmla="*/ 155275 w 197299"/>
                <a:gd name="connsiteY19" fmla="*/ 13047 h 173922"/>
                <a:gd name="connsiteX20" fmla="*/ 180196 w 197299"/>
                <a:gd name="connsiteY20" fmla="*/ 20707 h 173922"/>
                <a:gd name="connsiteX21" fmla="*/ 180196 w 197299"/>
                <a:gd name="connsiteY21" fmla="*/ 56458 h 173922"/>
                <a:gd name="connsiteX22" fmla="*/ 178918 w 197299"/>
                <a:gd name="connsiteY22" fmla="*/ 61565 h 173922"/>
                <a:gd name="connsiteX23" fmla="*/ 139939 w 197299"/>
                <a:gd name="connsiteY23" fmla="*/ 13685 h 173922"/>
                <a:gd name="connsiteX24" fmla="*/ 145051 w 197299"/>
                <a:gd name="connsiteY24" fmla="*/ 13047 h 173922"/>
                <a:gd name="connsiteX25" fmla="*/ 25560 w 197299"/>
                <a:gd name="connsiteY25" fmla="*/ 159240 h 173922"/>
                <a:gd name="connsiteX26" fmla="*/ 15975 w 197299"/>
                <a:gd name="connsiteY26" fmla="*/ 153494 h 173922"/>
                <a:gd name="connsiteX27" fmla="*/ 12141 w 197299"/>
                <a:gd name="connsiteY27" fmla="*/ 143280 h 173922"/>
                <a:gd name="connsiteX28" fmla="*/ 18531 w 197299"/>
                <a:gd name="connsiteY28" fmla="*/ 109445 h 173922"/>
                <a:gd name="connsiteX29" fmla="*/ 59426 w 197299"/>
                <a:gd name="connsiteY29" fmla="*/ 159878 h 173922"/>
                <a:gd name="connsiteX30" fmla="*/ 25560 w 197299"/>
                <a:gd name="connsiteY30" fmla="*/ 159240 h 173922"/>
                <a:gd name="connsiteX31" fmla="*/ 124604 w 197299"/>
                <a:gd name="connsiteY31" fmla="*/ 138173 h 173922"/>
                <a:gd name="connsiteX32" fmla="*/ 74123 w 197299"/>
                <a:gd name="connsiteY32" fmla="*/ 157325 h 173922"/>
                <a:gd name="connsiteX33" fmla="*/ 73484 w 197299"/>
                <a:gd name="connsiteY33" fmla="*/ 156048 h 173922"/>
                <a:gd name="connsiteX34" fmla="*/ 23642 w 197299"/>
                <a:gd name="connsiteY34" fmla="*/ 94762 h 173922"/>
                <a:gd name="connsiteX35" fmla="*/ 53036 w 197299"/>
                <a:gd name="connsiteY35" fmla="*/ 50074 h 173922"/>
                <a:gd name="connsiteX36" fmla="*/ 125243 w 197299"/>
                <a:gd name="connsiteY36" fmla="*/ 14323 h 173922"/>
                <a:gd name="connsiteX37" fmla="*/ 173806 w 197299"/>
                <a:gd name="connsiteY37" fmla="*/ 74333 h 173922"/>
                <a:gd name="connsiteX38" fmla="*/ 124604 w 197299"/>
                <a:gd name="connsiteY38" fmla="*/ 138173 h 173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97299" h="173922">
                  <a:moveTo>
                    <a:pt x="190420" y="12408"/>
                  </a:moveTo>
                  <a:cubicBezTo>
                    <a:pt x="190420" y="12408"/>
                    <a:pt x="189781" y="11770"/>
                    <a:pt x="189781" y="11770"/>
                  </a:cubicBezTo>
                  <a:cubicBezTo>
                    <a:pt x="177001" y="-998"/>
                    <a:pt x="160387" y="-360"/>
                    <a:pt x="144412" y="279"/>
                  </a:cubicBezTo>
                  <a:cubicBezTo>
                    <a:pt x="142496" y="279"/>
                    <a:pt x="140579" y="279"/>
                    <a:pt x="138022" y="279"/>
                  </a:cubicBezTo>
                  <a:cubicBezTo>
                    <a:pt x="86264" y="6024"/>
                    <a:pt x="67094" y="21984"/>
                    <a:pt x="44730" y="41136"/>
                  </a:cubicBezTo>
                  <a:cubicBezTo>
                    <a:pt x="44730" y="41136"/>
                    <a:pt x="44090" y="41136"/>
                    <a:pt x="44090" y="41775"/>
                  </a:cubicBezTo>
                  <a:cubicBezTo>
                    <a:pt x="28115" y="58373"/>
                    <a:pt x="17892" y="76248"/>
                    <a:pt x="11502" y="92208"/>
                  </a:cubicBezTo>
                  <a:cubicBezTo>
                    <a:pt x="10863" y="93485"/>
                    <a:pt x="10224" y="94762"/>
                    <a:pt x="10224" y="96038"/>
                  </a:cubicBezTo>
                  <a:cubicBezTo>
                    <a:pt x="0" y="122213"/>
                    <a:pt x="0" y="142641"/>
                    <a:pt x="0" y="143280"/>
                  </a:cubicBezTo>
                  <a:cubicBezTo>
                    <a:pt x="0" y="152856"/>
                    <a:pt x="5751" y="160517"/>
                    <a:pt x="7029" y="161793"/>
                  </a:cubicBezTo>
                  <a:cubicBezTo>
                    <a:pt x="7668" y="162432"/>
                    <a:pt x="14058" y="170093"/>
                    <a:pt x="23642" y="172008"/>
                  </a:cubicBezTo>
                  <a:cubicBezTo>
                    <a:pt x="23642" y="172008"/>
                    <a:pt x="32589" y="173923"/>
                    <a:pt x="46007" y="173923"/>
                  </a:cubicBezTo>
                  <a:cubicBezTo>
                    <a:pt x="67094" y="173923"/>
                    <a:pt x="99683" y="170093"/>
                    <a:pt x="132271" y="149664"/>
                  </a:cubicBezTo>
                  <a:cubicBezTo>
                    <a:pt x="132271" y="149664"/>
                    <a:pt x="132911" y="149025"/>
                    <a:pt x="132911" y="149025"/>
                  </a:cubicBezTo>
                  <a:cubicBezTo>
                    <a:pt x="155914" y="131150"/>
                    <a:pt x="175723" y="115829"/>
                    <a:pt x="192337" y="65395"/>
                  </a:cubicBezTo>
                  <a:cubicBezTo>
                    <a:pt x="192976" y="63480"/>
                    <a:pt x="193615" y="61565"/>
                    <a:pt x="193615" y="59650"/>
                  </a:cubicBezTo>
                  <a:cubicBezTo>
                    <a:pt x="196810" y="44328"/>
                    <a:pt x="201283" y="28368"/>
                    <a:pt x="190420" y="12408"/>
                  </a:cubicBezTo>
                  <a:cubicBezTo>
                    <a:pt x="190420" y="13047"/>
                    <a:pt x="190420" y="12408"/>
                    <a:pt x="190420" y="12408"/>
                  </a:cubicBezTo>
                  <a:close/>
                  <a:moveTo>
                    <a:pt x="145051" y="13047"/>
                  </a:moveTo>
                  <a:cubicBezTo>
                    <a:pt x="148885" y="13047"/>
                    <a:pt x="152080" y="13047"/>
                    <a:pt x="155275" y="13047"/>
                  </a:cubicBezTo>
                  <a:cubicBezTo>
                    <a:pt x="164860" y="13047"/>
                    <a:pt x="173806" y="14323"/>
                    <a:pt x="180196" y="20707"/>
                  </a:cubicBezTo>
                  <a:cubicBezTo>
                    <a:pt x="187225" y="30922"/>
                    <a:pt x="184030" y="43051"/>
                    <a:pt x="180196" y="56458"/>
                  </a:cubicBezTo>
                  <a:cubicBezTo>
                    <a:pt x="179557" y="58373"/>
                    <a:pt x="179557" y="59650"/>
                    <a:pt x="178918" y="61565"/>
                  </a:cubicBezTo>
                  <a:lnTo>
                    <a:pt x="139939" y="13685"/>
                  </a:lnTo>
                  <a:cubicBezTo>
                    <a:pt x="141856" y="13047"/>
                    <a:pt x="143774" y="13047"/>
                    <a:pt x="145051" y="13047"/>
                  </a:cubicBezTo>
                  <a:close/>
                  <a:moveTo>
                    <a:pt x="25560" y="159240"/>
                  </a:moveTo>
                  <a:cubicBezTo>
                    <a:pt x="20447" y="157963"/>
                    <a:pt x="16614" y="153494"/>
                    <a:pt x="15975" y="153494"/>
                  </a:cubicBezTo>
                  <a:cubicBezTo>
                    <a:pt x="15975" y="153494"/>
                    <a:pt x="12141" y="148387"/>
                    <a:pt x="12141" y="143280"/>
                  </a:cubicBezTo>
                  <a:cubicBezTo>
                    <a:pt x="12141" y="143280"/>
                    <a:pt x="12141" y="129235"/>
                    <a:pt x="18531" y="109445"/>
                  </a:cubicBezTo>
                  <a:lnTo>
                    <a:pt x="59426" y="159878"/>
                  </a:lnTo>
                  <a:cubicBezTo>
                    <a:pt x="44090" y="161155"/>
                    <a:pt x="31950" y="160517"/>
                    <a:pt x="25560" y="159240"/>
                  </a:cubicBezTo>
                  <a:close/>
                  <a:moveTo>
                    <a:pt x="124604" y="138173"/>
                  </a:moveTo>
                  <a:cubicBezTo>
                    <a:pt x="107351" y="148387"/>
                    <a:pt x="90098" y="154133"/>
                    <a:pt x="74123" y="157325"/>
                  </a:cubicBezTo>
                  <a:cubicBezTo>
                    <a:pt x="74123" y="156686"/>
                    <a:pt x="74123" y="156686"/>
                    <a:pt x="73484" y="156048"/>
                  </a:cubicBezTo>
                  <a:lnTo>
                    <a:pt x="23642" y="94762"/>
                  </a:lnTo>
                  <a:cubicBezTo>
                    <a:pt x="29394" y="80717"/>
                    <a:pt x="38978" y="64757"/>
                    <a:pt x="53036" y="50074"/>
                  </a:cubicBezTo>
                  <a:cubicBezTo>
                    <a:pt x="72206" y="34114"/>
                    <a:pt x="88181" y="20707"/>
                    <a:pt x="125243" y="14323"/>
                  </a:cubicBezTo>
                  <a:lnTo>
                    <a:pt x="173806" y="74333"/>
                  </a:lnTo>
                  <a:cubicBezTo>
                    <a:pt x="160387" y="110083"/>
                    <a:pt x="144412" y="122851"/>
                    <a:pt x="124604" y="138173"/>
                  </a:cubicBezTo>
                  <a:close/>
                </a:path>
              </a:pathLst>
            </a:custGeom>
            <a:solidFill>
              <a:srgbClr val="00A3E0"/>
            </a:solidFill>
            <a:ln w="6390" cap="flat">
              <a:noFill/>
              <a:prstDash val="solid"/>
              <a:miter/>
            </a:ln>
          </p:spPr>
          <p:txBody>
            <a:bodyPr rtlCol="0" anchor="ctr"/>
            <a:lstStyle/>
            <a:p>
              <a:endParaRPr lang="en-US"/>
            </a:p>
          </p:txBody>
        </p:sp>
        <p:sp>
          <p:nvSpPr>
            <p:cNvPr id="753" name="Graphic 4">
              <a:extLst>
                <a:ext uri="{FF2B5EF4-FFF2-40B4-BE49-F238E27FC236}">
                  <a16:creationId xmlns:a16="http://schemas.microsoft.com/office/drawing/2014/main" id="{70ADC147-7529-A842-AC86-19D8FD843716}"/>
                </a:ext>
              </a:extLst>
            </p:cNvPr>
            <p:cNvSpPr/>
            <p:nvPr/>
          </p:nvSpPr>
          <p:spPr>
            <a:xfrm>
              <a:off x="4806161" y="1060193"/>
              <a:ext cx="83767" cy="76318"/>
            </a:xfrm>
            <a:custGeom>
              <a:avLst/>
              <a:gdLst>
                <a:gd name="connsiteX0" fmla="*/ 78307 w 83767"/>
                <a:gd name="connsiteY0" fmla="*/ 14394 h 76318"/>
                <a:gd name="connsiteX1" fmla="*/ 80862 w 83767"/>
                <a:gd name="connsiteY1" fmla="*/ 12478 h 76318"/>
                <a:gd name="connsiteX2" fmla="*/ 81502 w 83767"/>
                <a:gd name="connsiteY2" fmla="*/ 3541 h 76318"/>
                <a:gd name="connsiteX3" fmla="*/ 72555 w 83767"/>
                <a:gd name="connsiteY3" fmla="*/ 2902 h 76318"/>
                <a:gd name="connsiteX4" fmla="*/ 69999 w 83767"/>
                <a:gd name="connsiteY4" fmla="*/ 4818 h 76318"/>
                <a:gd name="connsiteX5" fmla="*/ 68082 w 83767"/>
                <a:gd name="connsiteY5" fmla="*/ 2264 h 76318"/>
                <a:gd name="connsiteX6" fmla="*/ 59137 w 83767"/>
                <a:gd name="connsiteY6" fmla="*/ 1626 h 76318"/>
                <a:gd name="connsiteX7" fmla="*/ 58498 w 83767"/>
                <a:gd name="connsiteY7" fmla="*/ 10563 h 76318"/>
                <a:gd name="connsiteX8" fmla="*/ 60414 w 83767"/>
                <a:gd name="connsiteY8" fmla="*/ 13117 h 76318"/>
                <a:gd name="connsiteX9" fmla="*/ 51469 w 83767"/>
                <a:gd name="connsiteY9" fmla="*/ 20139 h 76318"/>
                <a:gd name="connsiteX10" fmla="*/ 49552 w 83767"/>
                <a:gd name="connsiteY10" fmla="*/ 17586 h 76318"/>
                <a:gd name="connsiteX11" fmla="*/ 40606 w 83767"/>
                <a:gd name="connsiteY11" fmla="*/ 16947 h 76318"/>
                <a:gd name="connsiteX12" fmla="*/ 39967 w 83767"/>
                <a:gd name="connsiteY12" fmla="*/ 25885 h 76318"/>
                <a:gd name="connsiteX13" fmla="*/ 41884 w 83767"/>
                <a:gd name="connsiteY13" fmla="*/ 28438 h 76318"/>
                <a:gd name="connsiteX14" fmla="*/ 32938 w 83767"/>
                <a:gd name="connsiteY14" fmla="*/ 35461 h 76318"/>
                <a:gd name="connsiteX15" fmla="*/ 31021 w 83767"/>
                <a:gd name="connsiteY15" fmla="*/ 32907 h 76318"/>
                <a:gd name="connsiteX16" fmla="*/ 22075 w 83767"/>
                <a:gd name="connsiteY16" fmla="*/ 32269 h 76318"/>
                <a:gd name="connsiteX17" fmla="*/ 21436 w 83767"/>
                <a:gd name="connsiteY17" fmla="*/ 41206 h 76318"/>
                <a:gd name="connsiteX18" fmla="*/ 23353 w 83767"/>
                <a:gd name="connsiteY18" fmla="*/ 43760 h 76318"/>
                <a:gd name="connsiteX19" fmla="*/ 14407 w 83767"/>
                <a:gd name="connsiteY19" fmla="*/ 50782 h 76318"/>
                <a:gd name="connsiteX20" fmla="*/ 12490 w 83767"/>
                <a:gd name="connsiteY20" fmla="*/ 48229 h 76318"/>
                <a:gd name="connsiteX21" fmla="*/ 3544 w 83767"/>
                <a:gd name="connsiteY21" fmla="*/ 47590 h 76318"/>
                <a:gd name="connsiteX22" fmla="*/ 2905 w 83767"/>
                <a:gd name="connsiteY22" fmla="*/ 56528 h 76318"/>
                <a:gd name="connsiteX23" fmla="*/ 4822 w 83767"/>
                <a:gd name="connsiteY23" fmla="*/ 59081 h 76318"/>
                <a:gd name="connsiteX24" fmla="*/ 2266 w 83767"/>
                <a:gd name="connsiteY24" fmla="*/ 60997 h 76318"/>
                <a:gd name="connsiteX25" fmla="*/ 1627 w 83767"/>
                <a:gd name="connsiteY25" fmla="*/ 69934 h 76318"/>
                <a:gd name="connsiteX26" fmla="*/ 6739 w 83767"/>
                <a:gd name="connsiteY26" fmla="*/ 72488 h 76318"/>
                <a:gd name="connsiteX27" fmla="*/ 10573 w 83767"/>
                <a:gd name="connsiteY27" fmla="*/ 71211 h 76318"/>
                <a:gd name="connsiteX28" fmla="*/ 13129 w 83767"/>
                <a:gd name="connsiteY28" fmla="*/ 69296 h 76318"/>
                <a:gd name="connsiteX29" fmla="*/ 16963 w 83767"/>
                <a:gd name="connsiteY29" fmla="*/ 73765 h 76318"/>
                <a:gd name="connsiteX30" fmla="*/ 22075 w 83767"/>
                <a:gd name="connsiteY30" fmla="*/ 76318 h 76318"/>
                <a:gd name="connsiteX31" fmla="*/ 25909 w 83767"/>
                <a:gd name="connsiteY31" fmla="*/ 75041 h 76318"/>
                <a:gd name="connsiteX32" fmla="*/ 26548 w 83767"/>
                <a:gd name="connsiteY32" fmla="*/ 66104 h 76318"/>
                <a:gd name="connsiteX33" fmla="*/ 22714 w 83767"/>
                <a:gd name="connsiteY33" fmla="*/ 61635 h 76318"/>
                <a:gd name="connsiteX34" fmla="*/ 31660 w 83767"/>
                <a:gd name="connsiteY34" fmla="*/ 54613 h 76318"/>
                <a:gd name="connsiteX35" fmla="*/ 35494 w 83767"/>
                <a:gd name="connsiteY35" fmla="*/ 59081 h 76318"/>
                <a:gd name="connsiteX36" fmla="*/ 40606 w 83767"/>
                <a:gd name="connsiteY36" fmla="*/ 61635 h 76318"/>
                <a:gd name="connsiteX37" fmla="*/ 44440 w 83767"/>
                <a:gd name="connsiteY37" fmla="*/ 60358 h 76318"/>
                <a:gd name="connsiteX38" fmla="*/ 45079 w 83767"/>
                <a:gd name="connsiteY38" fmla="*/ 51421 h 76318"/>
                <a:gd name="connsiteX39" fmla="*/ 41245 w 83767"/>
                <a:gd name="connsiteY39" fmla="*/ 46952 h 76318"/>
                <a:gd name="connsiteX40" fmla="*/ 50191 w 83767"/>
                <a:gd name="connsiteY40" fmla="*/ 39929 h 76318"/>
                <a:gd name="connsiteX41" fmla="*/ 54024 w 83767"/>
                <a:gd name="connsiteY41" fmla="*/ 44398 h 76318"/>
                <a:gd name="connsiteX42" fmla="*/ 59137 w 83767"/>
                <a:gd name="connsiteY42" fmla="*/ 46952 h 76318"/>
                <a:gd name="connsiteX43" fmla="*/ 62971 w 83767"/>
                <a:gd name="connsiteY43" fmla="*/ 45675 h 76318"/>
                <a:gd name="connsiteX44" fmla="*/ 63609 w 83767"/>
                <a:gd name="connsiteY44" fmla="*/ 36738 h 76318"/>
                <a:gd name="connsiteX45" fmla="*/ 59776 w 83767"/>
                <a:gd name="connsiteY45" fmla="*/ 32269 h 76318"/>
                <a:gd name="connsiteX46" fmla="*/ 68722 w 83767"/>
                <a:gd name="connsiteY46" fmla="*/ 25246 h 76318"/>
                <a:gd name="connsiteX47" fmla="*/ 72555 w 83767"/>
                <a:gd name="connsiteY47" fmla="*/ 29715 h 76318"/>
                <a:gd name="connsiteX48" fmla="*/ 77667 w 83767"/>
                <a:gd name="connsiteY48" fmla="*/ 32269 h 76318"/>
                <a:gd name="connsiteX49" fmla="*/ 81502 w 83767"/>
                <a:gd name="connsiteY49" fmla="*/ 30992 h 76318"/>
                <a:gd name="connsiteX50" fmla="*/ 82140 w 83767"/>
                <a:gd name="connsiteY50" fmla="*/ 22054 h 76318"/>
                <a:gd name="connsiteX51" fmla="*/ 78307 w 83767"/>
                <a:gd name="connsiteY51" fmla="*/ 14394 h 76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83767" h="76318">
                  <a:moveTo>
                    <a:pt x="78307" y="14394"/>
                  </a:moveTo>
                  <a:lnTo>
                    <a:pt x="80862" y="12478"/>
                  </a:lnTo>
                  <a:cubicBezTo>
                    <a:pt x="83418" y="10563"/>
                    <a:pt x="84057" y="6094"/>
                    <a:pt x="81502" y="3541"/>
                  </a:cubicBezTo>
                  <a:cubicBezTo>
                    <a:pt x="79584" y="987"/>
                    <a:pt x="75112" y="349"/>
                    <a:pt x="72555" y="2902"/>
                  </a:cubicBezTo>
                  <a:lnTo>
                    <a:pt x="69999" y="4818"/>
                  </a:lnTo>
                  <a:lnTo>
                    <a:pt x="68082" y="2264"/>
                  </a:lnTo>
                  <a:cubicBezTo>
                    <a:pt x="66166" y="-290"/>
                    <a:pt x="61692" y="-928"/>
                    <a:pt x="59137" y="1626"/>
                  </a:cubicBezTo>
                  <a:cubicBezTo>
                    <a:pt x="56581" y="3541"/>
                    <a:pt x="55942" y="8010"/>
                    <a:pt x="58498" y="10563"/>
                  </a:cubicBezTo>
                  <a:lnTo>
                    <a:pt x="60414" y="13117"/>
                  </a:lnTo>
                  <a:lnTo>
                    <a:pt x="51469" y="20139"/>
                  </a:lnTo>
                  <a:lnTo>
                    <a:pt x="49552" y="17586"/>
                  </a:lnTo>
                  <a:cubicBezTo>
                    <a:pt x="47635" y="15032"/>
                    <a:pt x="43162" y="14394"/>
                    <a:pt x="40606" y="16947"/>
                  </a:cubicBezTo>
                  <a:cubicBezTo>
                    <a:pt x="38050" y="18862"/>
                    <a:pt x="37411" y="23331"/>
                    <a:pt x="39967" y="25885"/>
                  </a:cubicBezTo>
                  <a:lnTo>
                    <a:pt x="41884" y="28438"/>
                  </a:lnTo>
                  <a:lnTo>
                    <a:pt x="32938" y="35461"/>
                  </a:lnTo>
                  <a:lnTo>
                    <a:pt x="31021" y="32907"/>
                  </a:lnTo>
                  <a:cubicBezTo>
                    <a:pt x="29104" y="30354"/>
                    <a:pt x="24631" y="29715"/>
                    <a:pt x="22075" y="32269"/>
                  </a:cubicBezTo>
                  <a:cubicBezTo>
                    <a:pt x="19519" y="34184"/>
                    <a:pt x="18880" y="38653"/>
                    <a:pt x="21436" y="41206"/>
                  </a:cubicBezTo>
                  <a:lnTo>
                    <a:pt x="23353" y="43760"/>
                  </a:lnTo>
                  <a:lnTo>
                    <a:pt x="14407" y="50782"/>
                  </a:lnTo>
                  <a:lnTo>
                    <a:pt x="12490" y="48229"/>
                  </a:lnTo>
                  <a:cubicBezTo>
                    <a:pt x="10573" y="45675"/>
                    <a:pt x="6100" y="45037"/>
                    <a:pt x="3544" y="47590"/>
                  </a:cubicBezTo>
                  <a:cubicBezTo>
                    <a:pt x="988" y="49505"/>
                    <a:pt x="349" y="53974"/>
                    <a:pt x="2905" y="56528"/>
                  </a:cubicBezTo>
                  <a:lnTo>
                    <a:pt x="4822" y="59081"/>
                  </a:lnTo>
                  <a:lnTo>
                    <a:pt x="2266" y="60997"/>
                  </a:lnTo>
                  <a:cubicBezTo>
                    <a:pt x="-290" y="62912"/>
                    <a:pt x="-929" y="67381"/>
                    <a:pt x="1627" y="69934"/>
                  </a:cubicBezTo>
                  <a:cubicBezTo>
                    <a:pt x="2905" y="71211"/>
                    <a:pt x="4822" y="72488"/>
                    <a:pt x="6739" y="72488"/>
                  </a:cubicBezTo>
                  <a:cubicBezTo>
                    <a:pt x="8017" y="72488"/>
                    <a:pt x="9295" y="71849"/>
                    <a:pt x="10573" y="71211"/>
                  </a:cubicBezTo>
                  <a:lnTo>
                    <a:pt x="13129" y="69296"/>
                  </a:lnTo>
                  <a:lnTo>
                    <a:pt x="16963" y="73765"/>
                  </a:lnTo>
                  <a:cubicBezTo>
                    <a:pt x="18241" y="75041"/>
                    <a:pt x="20158" y="76318"/>
                    <a:pt x="22075" y="76318"/>
                  </a:cubicBezTo>
                  <a:cubicBezTo>
                    <a:pt x="23353" y="76318"/>
                    <a:pt x="24631" y="75680"/>
                    <a:pt x="25909" y="75041"/>
                  </a:cubicBezTo>
                  <a:cubicBezTo>
                    <a:pt x="28465" y="73126"/>
                    <a:pt x="29104" y="68657"/>
                    <a:pt x="26548" y="66104"/>
                  </a:cubicBezTo>
                  <a:lnTo>
                    <a:pt x="22714" y="61635"/>
                  </a:lnTo>
                  <a:lnTo>
                    <a:pt x="31660" y="54613"/>
                  </a:lnTo>
                  <a:lnTo>
                    <a:pt x="35494" y="59081"/>
                  </a:lnTo>
                  <a:cubicBezTo>
                    <a:pt x="36772" y="60358"/>
                    <a:pt x="38689" y="61635"/>
                    <a:pt x="40606" y="61635"/>
                  </a:cubicBezTo>
                  <a:cubicBezTo>
                    <a:pt x="41884" y="61635"/>
                    <a:pt x="43162" y="60997"/>
                    <a:pt x="44440" y="60358"/>
                  </a:cubicBezTo>
                  <a:cubicBezTo>
                    <a:pt x="46996" y="58443"/>
                    <a:pt x="47635" y="53974"/>
                    <a:pt x="45079" y="51421"/>
                  </a:cubicBezTo>
                  <a:lnTo>
                    <a:pt x="41245" y="46952"/>
                  </a:lnTo>
                  <a:lnTo>
                    <a:pt x="50191" y="39929"/>
                  </a:lnTo>
                  <a:lnTo>
                    <a:pt x="54024" y="44398"/>
                  </a:lnTo>
                  <a:cubicBezTo>
                    <a:pt x="55303" y="45675"/>
                    <a:pt x="57219" y="46952"/>
                    <a:pt x="59137" y="46952"/>
                  </a:cubicBezTo>
                  <a:cubicBezTo>
                    <a:pt x="60414" y="46952"/>
                    <a:pt x="61692" y="46313"/>
                    <a:pt x="62971" y="45675"/>
                  </a:cubicBezTo>
                  <a:cubicBezTo>
                    <a:pt x="65527" y="43760"/>
                    <a:pt x="66166" y="39291"/>
                    <a:pt x="63609" y="36738"/>
                  </a:cubicBezTo>
                  <a:lnTo>
                    <a:pt x="59776" y="32269"/>
                  </a:lnTo>
                  <a:lnTo>
                    <a:pt x="68722" y="25246"/>
                  </a:lnTo>
                  <a:lnTo>
                    <a:pt x="72555" y="29715"/>
                  </a:lnTo>
                  <a:cubicBezTo>
                    <a:pt x="73834" y="30992"/>
                    <a:pt x="75750" y="32269"/>
                    <a:pt x="77667" y="32269"/>
                  </a:cubicBezTo>
                  <a:cubicBezTo>
                    <a:pt x="78945" y="32269"/>
                    <a:pt x="80223" y="31630"/>
                    <a:pt x="81502" y="30992"/>
                  </a:cubicBezTo>
                  <a:cubicBezTo>
                    <a:pt x="84057" y="29077"/>
                    <a:pt x="84696" y="24608"/>
                    <a:pt x="82140" y="22054"/>
                  </a:cubicBezTo>
                  <a:lnTo>
                    <a:pt x="78307" y="14394"/>
                  </a:lnTo>
                  <a:close/>
                </a:path>
              </a:pathLst>
            </a:custGeom>
            <a:solidFill>
              <a:srgbClr val="00A3E0"/>
            </a:solidFill>
            <a:ln w="6390" cap="flat">
              <a:noFill/>
              <a:prstDash val="solid"/>
              <a:miter/>
            </a:ln>
          </p:spPr>
          <p:txBody>
            <a:bodyPr rtlCol="0" anchor="ctr"/>
            <a:lstStyle/>
            <a:p>
              <a:endParaRPr lang="en-US"/>
            </a:p>
          </p:txBody>
        </p:sp>
      </p:grpSp>
      <p:grpSp>
        <p:nvGrpSpPr>
          <p:cNvPr id="754" name="Graphic 4">
            <a:extLst>
              <a:ext uri="{FF2B5EF4-FFF2-40B4-BE49-F238E27FC236}">
                <a16:creationId xmlns:a16="http://schemas.microsoft.com/office/drawing/2014/main" id="{F2525087-452A-4D4B-B229-812ADA1AD171}"/>
              </a:ext>
            </a:extLst>
          </p:cNvPr>
          <p:cNvGrpSpPr>
            <a:grpSpLocks noChangeAspect="1"/>
          </p:cNvGrpSpPr>
          <p:nvPr/>
        </p:nvGrpSpPr>
        <p:grpSpPr>
          <a:xfrm>
            <a:off x="4661459" y="1402085"/>
            <a:ext cx="361670" cy="361333"/>
            <a:chOff x="4661459" y="1402085"/>
            <a:chExt cx="361670" cy="361333"/>
          </a:xfrm>
          <a:solidFill>
            <a:srgbClr val="00A3E0"/>
          </a:solidFill>
        </p:grpSpPr>
        <p:sp>
          <p:nvSpPr>
            <p:cNvPr id="755" name="Graphic 4">
              <a:extLst>
                <a:ext uri="{FF2B5EF4-FFF2-40B4-BE49-F238E27FC236}">
                  <a16:creationId xmlns:a16="http://schemas.microsoft.com/office/drawing/2014/main" id="{F384B318-9236-534F-8740-5BF495437924}"/>
                </a:ext>
              </a:extLst>
            </p:cNvPr>
            <p:cNvSpPr/>
            <p:nvPr/>
          </p:nvSpPr>
          <p:spPr>
            <a:xfrm>
              <a:off x="4661459"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30"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756" name="Graphic 4">
              <a:extLst>
                <a:ext uri="{FF2B5EF4-FFF2-40B4-BE49-F238E27FC236}">
                  <a16:creationId xmlns:a16="http://schemas.microsoft.com/office/drawing/2014/main" id="{9389BE30-130F-F946-B4C8-9EDF90390BAF}"/>
                </a:ext>
              </a:extLst>
            </p:cNvPr>
            <p:cNvSpPr/>
            <p:nvPr/>
          </p:nvSpPr>
          <p:spPr>
            <a:xfrm>
              <a:off x="4734888" y="1537265"/>
              <a:ext cx="189154" cy="152736"/>
            </a:xfrm>
            <a:custGeom>
              <a:avLst/>
              <a:gdLst>
                <a:gd name="connsiteX0" fmla="*/ 181529 w 189154"/>
                <a:gd name="connsiteY0" fmla="*/ 89535 h 152736"/>
                <a:gd name="connsiteX1" fmla="*/ 121464 w 189154"/>
                <a:gd name="connsiteY1" fmla="*/ 17396 h 152736"/>
                <a:gd name="connsiteX2" fmla="*/ 120825 w 189154"/>
                <a:gd name="connsiteY2" fmla="*/ 16758 h 152736"/>
                <a:gd name="connsiteX3" fmla="*/ 19864 w 189154"/>
                <a:gd name="connsiteY3" fmla="*/ 3352 h 152736"/>
                <a:gd name="connsiteX4" fmla="*/ 5167 w 189154"/>
                <a:gd name="connsiteY4" fmla="*/ 14204 h 152736"/>
                <a:gd name="connsiteX5" fmla="*/ 55 w 189154"/>
                <a:gd name="connsiteY5" fmla="*/ 31441 h 152736"/>
                <a:gd name="connsiteX6" fmla="*/ 47980 w 189154"/>
                <a:gd name="connsiteY6" fmla="*/ 121455 h 152736"/>
                <a:gd name="connsiteX7" fmla="*/ 48618 w 189154"/>
                <a:gd name="connsiteY7" fmla="*/ 122094 h 152736"/>
                <a:gd name="connsiteX8" fmla="*/ 137439 w 189154"/>
                <a:gd name="connsiteY8" fmla="*/ 152737 h 152736"/>
                <a:gd name="connsiteX9" fmla="*/ 142551 w 189154"/>
                <a:gd name="connsiteY9" fmla="*/ 152737 h 152736"/>
                <a:gd name="connsiteX10" fmla="*/ 183446 w 189154"/>
                <a:gd name="connsiteY10" fmla="*/ 138692 h 152736"/>
                <a:gd name="connsiteX11" fmla="*/ 184085 w 189154"/>
                <a:gd name="connsiteY11" fmla="*/ 138054 h 152736"/>
                <a:gd name="connsiteX12" fmla="*/ 184724 w 189154"/>
                <a:gd name="connsiteY12" fmla="*/ 137415 h 152736"/>
                <a:gd name="connsiteX13" fmla="*/ 183446 w 189154"/>
                <a:gd name="connsiteY13" fmla="*/ 94643 h 152736"/>
                <a:gd name="connsiteX14" fmla="*/ 181529 w 189154"/>
                <a:gd name="connsiteY14" fmla="*/ 89535 h 152736"/>
                <a:gd name="connsiteX15" fmla="*/ 16030 w 189154"/>
                <a:gd name="connsiteY15" fmla="*/ 21865 h 152736"/>
                <a:gd name="connsiteX16" fmla="*/ 23698 w 189154"/>
                <a:gd name="connsiteY16" fmla="*/ 16120 h 152736"/>
                <a:gd name="connsiteX17" fmla="*/ 53092 w 189154"/>
                <a:gd name="connsiteY17" fmla="*/ 12928 h 152736"/>
                <a:gd name="connsiteX18" fmla="*/ 20503 w 189154"/>
                <a:gd name="connsiteY18" fmla="*/ 60169 h 152736"/>
                <a:gd name="connsiteX19" fmla="*/ 12835 w 189154"/>
                <a:gd name="connsiteY19" fmla="*/ 31441 h 152736"/>
                <a:gd name="connsiteX20" fmla="*/ 16030 w 189154"/>
                <a:gd name="connsiteY20" fmla="*/ 21865 h 152736"/>
                <a:gd name="connsiteX21" fmla="*/ 26893 w 189154"/>
                <a:gd name="connsiteY21" fmla="*/ 73575 h 152736"/>
                <a:gd name="connsiteX22" fmla="*/ 27532 w 189154"/>
                <a:gd name="connsiteY22" fmla="*/ 72937 h 152736"/>
                <a:gd name="connsiteX23" fmla="*/ 67788 w 189154"/>
                <a:gd name="connsiteY23" fmla="*/ 14204 h 152736"/>
                <a:gd name="connsiteX24" fmla="*/ 114435 w 189154"/>
                <a:gd name="connsiteY24" fmla="*/ 28249 h 152736"/>
                <a:gd name="connsiteX25" fmla="*/ 164277 w 189154"/>
                <a:gd name="connsiteY25" fmla="*/ 81875 h 152736"/>
                <a:gd name="connsiteX26" fmla="*/ 124020 w 189154"/>
                <a:gd name="connsiteY26" fmla="*/ 139330 h 152736"/>
                <a:gd name="connsiteX27" fmla="*/ 56286 w 189154"/>
                <a:gd name="connsiteY27" fmla="*/ 111879 h 152736"/>
                <a:gd name="connsiteX28" fmla="*/ 26893 w 189154"/>
                <a:gd name="connsiteY28" fmla="*/ 73575 h 152736"/>
                <a:gd name="connsiteX29" fmla="*/ 173861 w 189154"/>
                <a:gd name="connsiteY29" fmla="*/ 131670 h 152736"/>
                <a:gd name="connsiteX30" fmla="*/ 142551 w 189154"/>
                <a:gd name="connsiteY30" fmla="*/ 140607 h 152736"/>
                <a:gd name="connsiteX31" fmla="*/ 138717 w 189154"/>
                <a:gd name="connsiteY31" fmla="*/ 140607 h 152736"/>
                <a:gd name="connsiteX32" fmla="*/ 170027 w 189154"/>
                <a:gd name="connsiteY32" fmla="*/ 95919 h 152736"/>
                <a:gd name="connsiteX33" fmla="*/ 171305 w 189154"/>
                <a:gd name="connsiteY33" fmla="*/ 99111 h 152736"/>
                <a:gd name="connsiteX34" fmla="*/ 173861 w 189154"/>
                <a:gd name="connsiteY34" fmla="*/ 131670 h 152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89154" h="152736">
                  <a:moveTo>
                    <a:pt x="181529" y="89535"/>
                  </a:moveTo>
                  <a:cubicBezTo>
                    <a:pt x="162999" y="45486"/>
                    <a:pt x="143829" y="32718"/>
                    <a:pt x="121464" y="17396"/>
                  </a:cubicBezTo>
                  <a:cubicBezTo>
                    <a:pt x="121464" y="17396"/>
                    <a:pt x="120825" y="17396"/>
                    <a:pt x="120825" y="16758"/>
                  </a:cubicBezTo>
                  <a:cubicBezTo>
                    <a:pt x="69066" y="-10055"/>
                    <a:pt x="20503" y="3352"/>
                    <a:pt x="19864" y="3352"/>
                  </a:cubicBezTo>
                  <a:cubicBezTo>
                    <a:pt x="10918" y="5905"/>
                    <a:pt x="5806" y="12928"/>
                    <a:pt x="5167" y="14204"/>
                  </a:cubicBezTo>
                  <a:cubicBezTo>
                    <a:pt x="4528" y="14843"/>
                    <a:pt x="-584" y="22504"/>
                    <a:pt x="55" y="31441"/>
                  </a:cubicBezTo>
                  <a:cubicBezTo>
                    <a:pt x="55" y="32079"/>
                    <a:pt x="4528" y="82513"/>
                    <a:pt x="47980" y="121455"/>
                  </a:cubicBezTo>
                  <a:cubicBezTo>
                    <a:pt x="47980" y="121455"/>
                    <a:pt x="48618" y="122094"/>
                    <a:pt x="48618" y="122094"/>
                  </a:cubicBezTo>
                  <a:cubicBezTo>
                    <a:pt x="70344" y="137415"/>
                    <a:pt x="88875" y="151460"/>
                    <a:pt x="137439" y="152737"/>
                  </a:cubicBezTo>
                  <a:cubicBezTo>
                    <a:pt x="139356" y="152737"/>
                    <a:pt x="141273" y="152737"/>
                    <a:pt x="142551" y="152737"/>
                  </a:cubicBezTo>
                  <a:cubicBezTo>
                    <a:pt x="157247" y="152098"/>
                    <a:pt x="172583" y="152098"/>
                    <a:pt x="183446" y="138692"/>
                  </a:cubicBezTo>
                  <a:cubicBezTo>
                    <a:pt x="183446" y="138692"/>
                    <a:pt x="183446" y="138054"/>
                    <a:pt x="184085" y="138054"/>
                  </a:cubicBezTo>
                  <a:cubicBezTo>
                    <a:pt x="184085" y="138054"/>
                    <a:pt x="184724" y="137415"/>
                    <a:pt x="184724" y="137415"/>
                  </a:cubicBezTo>
                  <a:cubicBezTo>
                    <a:pt x="193031" y="122732"/>
                    <a:pt x="187919" y="107410"/>
                    <a:pt x="183446" y="94643"/>
                  </a:cubicBezTo>
                  <a:cubicBezTo>
                    <a:pt x="182807" y="93366"/>
                    <a:pt x="182168" y="91451"/>
                    <a:pt x="181529" y="89535"/>
                  </a:cubicBezTo>
                  <a:close/>
                  <a:moveTo>
                    <a:pt x="16030" y="21865"/>
                  </a:moveTo>
                  <a:cubicBezTo>
                    <a:pt x="16030" y="21865"/>
                    <a:pt x="19225" y="17396"/>
                    <a:pt x="23698" y="16120"/>
                  </a:cubicBezTo>
                  <a:cubicBezTo>
                    <a:pt x="23698" y="16120"/>
                    <a:pt x="35839" y="12928"/>
                    <a:pt x="53092" y="12928"/>
                  </a:cubicBezTo>
                  <a:lnTo>
                    <a:pt x="20503" y="60169"/>
                  </a:lnTo>
                  <a:cubicBezTo>
                    <a:pt x="14113" y="43571"/>
                    <a:pt x="12835" y="31441"/>
                    <a:pt x="12835" y="31441"/>
                  </a:cubicBezTo>
                  <a:cubicBezTo>
                    <a:pt x="12835" y="26334"/>
                    <a:pt x="15391" y="22504"/>
                    <a:pt x="16030" y="21865"/>
                  </a:cubicBezTo>
                  <a:close/>
                  <a:moveTo>
                    <a:pt x="26893" y="73575"/>
                  </a:moveTo>
                  <a:cubicBezTo>
                    <a:pt x="26893" y="73575"/>
                    <a:pt x="27532" y="72937"/>
                    <a:pt x="27532" y="72937"/>
                  </a:cubicBezTo>
                  <a:lnTo>
                    <a:pt x="67788" y="14204"/>
                  </a:lnTo>
                  <a:cubicBezTo>
                    <a:pt x="81846" y="16120"/>
                    <a:pt x="97821" y="19950"/>
                    <a:pt x="114435" y="28249"/>
                  </a:cubicBezTo>
                  <a:cubicBezTo>
                    <a:pt x="133605" y="41017"/>
                    <a:pt x="148941" y="51231"/>
                    <a:pt x="164277" y="81875"/>
                  </a:cubicBezTo>
                  <a:lnTo>
                    <a:pt x="124020" y="139330"/>
                  </a:lnTo>
                  <a:cubicBezTo>
                    <a:pt x="90153" y="136138"/>
                    <a:pt x="74817" y="125286"/>
                    <a:pt x="56286" y="111879"/>
                  </a:cubicBezTo>
                  <a:cubicBezTo>
                    <a:pt x="42868" y="99750"/>
                    <a:pt x="33283" y="86343"/>
                    <a:pt x="26893" y="73575"/>
                  </a:cubicBezTo>
                  <a:close/>
                  <a:moveTo>
                    <a:pt x="173861" y="131670"/>
                  </a:moveTo>
                  <a:cubicBezTo>
                    <a:pt x="166832" y="139969"/>
                    <a:pt x="155331" y="140607"/>
                    <a:pt x="142551" y="140607"/>
                  </a:cubicBezTo>
                  <a:cubicBezTo>
                    <a:pt x="141273" y="140607"/>
                    <a:pt x="139995" y="140607"/>
                    <a:pt x="138717" y="140607"/>
                  </a:cubicBezTo>
                  <a:lnTo>
                    <a:pt x="170027" y="95919"/>
                  </a:lnTo>
                  <a:cubicBezTo>
                    <a:pt x="170667" y="97196"/>
                    <a:pt x="170667" y="97835"/>
                    <a:pt x="171305" y="99111"/>
                  </a:cubicBezTo>
                  <a:cubicBezTo>
                    <a:pt x="175140" y="111241"/>
                    <a:pt x="178973" y="121455"/>
                    <a:pt x="173861" y="131670"/>
                  </a:cubicBezTo>
                  <a:close/>
                </a:path>
              </a:pathLst>
            </a:custGeom>
            <a:solidFill>
              <a:srgbClr val="00A3E0"/>
            </a:solidFill>
            <a:ln w="6390" cap="flat">
              <a:noFill/>
              <a:prstDash val="solid"/>
              <a:miter/>
            </a:ln>
          </p:spPr>
          <p:txBody>
            <a:bodyPr rtlCol="0" anchor="ctr"/>
            <a:lstStyle/>
            <a:p>
              <a:endParaRPr lang="en-US"/>
            </a:p>
          </p:txBody>
        </p:sp>
        <p:sp>
          <p:nvSpPr>
            <p:cNvPr id="757" name="Graphic 4">
              <a:extLst>
                <a:ext uri="{FF2B5EF4-FFF2-40B4-BE49-F238E27FC236}">
                  <a16:creationId xmlns:a16="http://schemas.microsoft.com/office/drawing/2014/main" id="{4F9AFC77-DA5B-0B4F-A27D-ED4584B1DD23}"/>
                </a:ext>
              </a:extLst>
            </p:cNvPr>
            <p:cNvSpPr/>
            <p:nvPr/>
          </p:nvSpPr>
          <p:spPr>
            <a:xfrm>
              <a:off x="4790735" y="1587420"/>
              <a:ext cx="83308" cy="68109"/>
            </a:xfrm>
            <a:custGeom>
              <a:avLst/>
              <a:gdLst>
                <a:gd name="connsiteX0" fmla="*/ 68812 w 83308"/>
                <a:gd name="connsiteY0" fmla="*/ 62363 h 68109"/>
                <a:gd name="connsiteX1" fmla="*/ 71368 w 83308"/>
                <a:gd name="connsiteY1" fmla="*/ 58533 h 68109"/>
                <a:gd name="connsiteX2" fmla="*/ 73285 w 83308"/>
                <a:gd name="connsiteY2" fmla="*/ 59810 h 68109"/>
                <a:gd name="connsiteX3" fmla="*/ 77118 w 83308"/>
                <a:gd name="connsiteY3" fmla="*/ 61087 h 68109"/>
                <a:gd name="connsiteX4" fmla="*/ 82230 w 83308"/>
                <a:gd name="connsiteY4" fmla="*/ 58533 h 68109"/>
                <a:gd name="connsiteX5" fmla="*/ 80313 w 83308"/>
                <a:gd name="connsiteY5" fmla="*/ 49596 h 68109"/>
                <a:gd name="connsiteX6" fmla="*/ 78397 w 83308"/>
                <a:gd name="connsiteY6" fmla="*/ 48319 h 68109"/>
                <a:gd name="connsiteX7" fmla="*/ 79675 w 83308"/>
                <a:gd name="connsiteY7" fmla="*/ 46404 h 68109"/>
                <a:gd name="connsiteX8" fmla="*/ 77758 w 83308"/>
                <a:gd name="connsiteY8" fmla="*/ 37466 h 68109"/>
                <a:gd name="connsiteX9" fmla="*/ 68812 w 83308"/>
                <a:gd name="connsiteY9" fmla="*/ 39381 h 68109"/>
                <a:gd name="connsiteX10" fmla="*/ 67534 w 83308"/>
                <a:gd name="connsiteY10" fmla="*/ 41296 h 68109"/>
                <a:gd name="connsiteX11" fmla="*/ 59866 w 83308"/>
                <a:gd name="connsiteY11" fmla="*/ 36189 h 68109"/>
                <a:gd name="connsiteX12" fmla="*/ 61144 w 83308"/>
                <a:gd name="connsiteY12" fmla="*/ 34274 h 68109"/>
                <a:gd name="connsiteX13" fmla="*/ 59227 w 83308"/>
                <a:gd name="connsiteY13" fmla="*/ 25336 h 68109"/>
                <a:gd name="connsiteX14" fmla="*/ 50281 w 83308"/>
                <a:gd name="connsiteY14" fmla="*/ 27252 h 68109"/>
                <a:gd name="connsiteX15" fmla="*/ 49003 w 83308"/>
                <a:gd name="connsiteY15" fmla="*/ 29167 h 68109"/>
                <a:gd name="connsiteX16" fmla="*/ 41335 w 83308"/>
                <a:gd name="connsiteY16" fmla="*/ 24060 h 68109"/>
                <a:gd name="connsiteX17" fmla="*/ 42613 w 83308"/>
                <a:gd name="connsiteY17" fmla="*/ 22144 h 68109"/>
                <a:gd name="connsiteX18" fmla="*/ 40696 w 83308"/>
                <a:gd name="connsiteY18" fmla="*/ 13207 h 68109"/>
                <a:gd name="connsiteX19" fmla="*/ 31750 w 83308"/>
                <a:gd name="connsiteY19" fmla="*/ 15122 h 68109"/>
                <a:gd name="connsiteX20" fmla="*/ 30472 w 83308"/>
                <a:gd name="connsiteY20" fmla="*/ 17037 h 68109"/>
                <a:gd name="connsiteX21" fmla="*/ 22804 w 83308"/>
                <a:gd name="connsiteY21" fmla="*/ 11930 h 68109"/>
                <a:gd name="connsiteX22" fmla="*/ 24082 w 83308"/>
                <a:gd name="connsiteY22" fmla="*/ 10015 h 68109"/>
                <a:gd name="connsiteX23" fmla="*/ 22165 w 83308"/>
                <a:gd name="connsiteY23" fmla="*/ 1077 h 68109"/>
                <a:gd name="connsiteX24" fmla="*/ 13219 w 83308"/>
                <a:gd name="connsiteY24" fmla="*/ 2993 h 68109"/>
                <a:gd name="connsiteX25" fmla="*/ 11941 w 83308"/>
                <a:gd name="connsiteY25" fmla="*/ 4908 h 68109"/>
                <a:gd name="connsiteX26" fmla="*/ 10024 w 83308"/>
                <a:gd name="connsiteY26" fmla="*/ 3631 h 68109"/>
                <a:gd name="connsiteX27" fmla="*/ 1078 w 83308"/>
                <a:gd name="connsiteY27" fmla="*/ 5546 h 68109"/>
                <a:gd name="connsiteX28" fmla="*/ 2995 w 83308"/>
                <a:gd name="connsiteY28" fmla="*/ 14484 h 68109"/>
                <a:gd name="connsiteX29" fmla="*/ 4912 w 83308"/>
                <a:gd name="connsiteY29" fmla="*/ 15760 h 68109"/>
                <a:gd name="connsiteX30" fmla="*/ 2356 w 83308"/>
                <a:gd name="connsiteY30" fmla="*/ 19591 h 68109"/>
                <a:gd name="connsiteX31" fmla="*/ 4273 w 83308"/>
                <a:gd name="connsiteY31" fmla="*/ 28528 h 68109"/>
                <a:gd name="connsiteX32" fmla="*/ 8107 w 83308"/>
                <a:gd name="connsiteY32" fmla="*/ 29805 h 68109"/>
                <a:gd name="connsiteX33" fmla="*/ 13219 w 83308"/>
                <a:gd name="connsiteY33" fmla="*/ 27252 h 68109"/>
                <a:gd name="connsiteX34" fmla="*/ 15775 w 83308"/>
                <a:gd name="connsiteY34" fmla="*/ 23421 h 68109"/>
                <a:gd name="connsiteX35" fmla="*/ 23443 w 83308"/>
                <a:gd name="connsiteY35" fmla="*/ 28528 h 68109"/>
                <a:gd name="connsiteX36" fmla="*/ 20887 w 83308"/>
                <a:gd name="connsiteY36" fmla="*/ 32359 h 68109"/>
                <a:gd name="connsiteX37" fmla="*/ 22804 w 83308"/>
                <a:gd name="connsiteY37" fmla="*/ 41296 h 68109"/>
                <a:gd name="connsiteX38" fmla="*/ 26638 w 83308"/>
                <a:gd name="connsiteY38" fmla="*/ 42573 h 68109"/>
                <a:gd name="connsiteX39" fmla="*/ 31750 w 83308"/>
                <a:gd name="connsiteY39" fmla="*/ 40020 h 68109"/>
                <a:gd name="connsiteX40" fmla="*/ 34306 w 83308"/>
                <a:gd name="connsiteY40" fmla="*/ 36189 h 68109"/>
                <a:gd name="connsiteX41" fmla="*/ 41974 w 83308"/>
                <a:gd name="connsiteY41" fmla="*/ 41296 h 68109"/>
                <a:gd name="connsiteX42" fmla="*/ 39418 w 83308"/>
                <a:gd name="connsiteY42" fmla="*/ 45127 h 68109"/>
                <a:gd name="connsiteX43" fmla="*/ 41335 w 83308"/>
                <a:gd name="connsiteY43" fmla="*/ 54064 h 68109"/>
                <a:gd name="connsiteX44" fmla="*/ 45169 w 83308"/>
                <a:gd name="connsiteY44" fmla="*/ 55341 h 68109"/>
                <a:gd name="connsiteX45" fmla="*/ 50281 w 83308"/>
                <a:gd name="connsiteY45" fmla="*/ 52787 h 68109"/>
                <a:gd name="connsiteX46" fmla="*/ 52837 w 83308"/>
                <a:gd name="connsiteY46" fmla="*/ 48957 h 68109"/>
                <a:gd name="connsiteX47" fmla="*/ 60505 w 83308"/>
                <a:gd name="connsiteY47" fmla="*/ 54064 h 68109"/>
                <a:gd name="connsiteX48" fmla="*/ 57949 w 83308"/>
                <a:gd name="connsiteY48" fmla="*/ 57895 h 68109"/>
                <a:gd name="connsiteX49" fmla="*/ 59866 w 83308"/>
                <a:gd name="connsiteY49" fmla="*/ 66832 h 68109"/>
                <a:gd name="connsiteX50" fmla="*/ 63700 w 83308"/>
                <a:gd name="connsiteY50" fmla="*/ 68109 h 68109"/>
                <a:gd name="connsiteX51" fmla="*/ 68812 w 83308"/>
                <a:gd name="connsiteY51" fmla="*/ 62363 h 68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83308" h="68109">
                  <a:moveTo>
                    <a:pt x="68812" y="62363"/>
                  </a:moveTo>
                  <a:lnTo>
                    <a:pt x="71368" y="58533"/>
                  </a:lnTo>
                  <a:lnTo>
                    <a:pt x="73285" y="59810"/>
                  </a:lnTo>
                  <a:cubicBezTo>
                    <a:pt x="74563" y="60448"/>
                    <a:pt x="75840" y="61087"/>
                    <a:pt x="77118" y="61087"/>
                  </a:cubicBezTo>
                  <a:cubicBezTo>
                    <a:pt x="79035" y="61087"/>
                    <a:pt x="80953" y="59810"/>
                    <a:pt x="82230" y="58533"/>
                  </a:cubicBezTo>
                  <a:cubicBezTo>
                    <a:pt x="84148" y="55341"/>
                    <a:pt x="83508" y="51511"/>
                    <a:pt x="80313" y="49596"/>
                  </a:cubicBezTo>
                  <a:lnTo>
                    <a:pt x="78397" y="48319"/>
                  </a:lnTo>
                  <a:lnTo>
                    <a:pt x="79675" y="46404"/>
                  </a:lnTo>
                  <a:cubicBezTo>
                    <a:pt x="81592" y="43212"/>
                    <a:pt x="80953" y="39381"/>
                    <a:pt x="77758" y="37466"/>
                  </a:cubicBezTo>
                  <a:cubicBezTo>
                    <a:pt x="74563" y="35551"/>
                    <a:pt x="70729" y="36189"/>
                    <a:pt x="68812" y="39381"/>
                  </a:cubicBezTo>
                  <a:lnTo>
                    <a:pt x="67534" y="41296"/>
                  </a:lnTo>
                  <a:lnTo>
                    <a:pt x="59866" y="36189"/>
                  </a:lnTo>
                  <a:lnTo>
                    <a:pt x="61144" y="34274"/>
                  </a:lnTo>
                  <a:cubicBezTo>
                    <a:pt x="63061" y="31082"/>
                    <a:pt x="62422" y="27252"/>
                    <a:pt x="59227" y="25336"/>
                  </a:cubicBezTo>
                  <a:cubicBezTo>
                    <a:pt x="56032" y="23421"/>
                    <a:pt x="52198" y="24060"/>
                    <a:pt x="50281" y="27252"/>
                  </a:cubicBezTo>
                  <a:lnTo>
                    <a:pt x="49003" y="29167"/>
                  </a:lnTo>
                  <a:lnTo>
                    <a:pt x="41335" y="24060"/>
                  </a:lnTo>
                  <a:lnTo>
                    <a:pt x="42613" y="22144"/>
                  </a:lnTo>
                  <a:cubicBezTo>
                    <a:pt x="44530" y="18952"/>
                    <a:pt x="43891" y="15122"/>
                    <a:pt x="40696" y="13207"/>
                  </a:cubicBezTo>
                  <a:cubicBezTo>
                    <a:pt x="37501" y="11292"/>
                    <a:pt x="33667" y="11930"/>
                    <a:pt x="31750" y="15122"/>
                  </a:cubicBezTo>
                  <a:lnTo>
                    <a:pt x="30472" y="17037"/>
                  </a:lnTo>
                  <a:lnTo>
                    <a:pt x="22804" y="11930"/>
                  </a:lnTo>
                  <a:lnTo>
                    <a:pt x="24082" y="10015"/>
                  </a:lnTo>
                  <a:cubicBezTo>
                    <a:pt x="25999" y="6823"/>
                    <a:pt x="25360" y="2993"/>
                    <a:pt x="22165" y="1077"/>
                  </a:cubicBezTo>
                  <a:cubicBezTo>
                    <a:pt x="18970" y="-838"/>
                    <a:pt x="15136" y="-199"/>
                    <a:pt x="13219" y="2993"/>
                  </a:cubicBezTo>
                  <a:lnTo>
                    <a:pt x="11941" y="4908"/>
                  </a:lnTo>
                  <a:lnTo>
                    <a:pt x="10024" y="3631"/>
                  </a:lnTo>
                  <a:cubicBezTo>
                    <a:pt x="6829" y="1716"/>
                    <a:pt x="2995" y="2354"/>
                    <a:pt x="1078" y="5546"/>
                  </a:cubicBezTo>
                  <a:cubicBezTo>
                    <a:pt x="-839" y="8738"/>
                    <a:pt x="-200" y="12568"/>
                    <a:pt x="2995" y="14484"/>
                  </a:cubicBezTo>
                  <a:lnTo>
                    <a:pt x="4912" y="15760"/>
                  </a:lnTo>
                  <a:lnTo>
                    <a:pt x="2356" y="19591"/>
                  </a:lnTo>
                  <a:cubicBezTo>
                    <a:pt x="439" y="22783"/>
                    <a:pt x="1078" y="26613"/>
                    <a:pt x="4273" y="28528"/>
                  </a:cubicBezTo>
                  <a:cubicBezTo>
                    <a:pt x="5551" y="29167"/>
                    <a:pt x="6829" y="29805"/>
                    <a:pt x="8107" y="29805"/>
                  </a:cubicBezTo>
                  <a:cubicBezTo>
                    <a:pt x="10024" y="29805"/>
                    <a:pt x="11941" y="28528"/>
                    <a:pt x="13219" y="27252"/>
                  </a:cubicBezTo>
                  <a:lnTo>
                    <a:pt x="15775" y="23421"/>
                  </a:lnTo>
                  <a:lnTo>
                    <a:pt x="23443" y="28528"/>
                  </a:lnTo>
                  <a:lnTo>
                    <a:pt x="20887" y="32359"/>
                  </a:lnTo>
                  <a:cubicBezTo>
                    <a:pt x="18970" y="35551"/>
                    <a:pt x="19609" y="39381"/>
                    <a:pt x="22804" y="41296"/>
                  </a:cubicBezTo>
                  <a:cubicBezTo>
                    <a:pt x="24082" y="41935"/>
                    <a:pt x="25360" y="42573"/>
                    <a:pt x="26638" y="42573"/>
                  </a:cubicBezTo>
                  <a:cubicBezTo>
                    <a:pt x="28555" y="42573"/>
                    <a:pt x="30472" y="41296"/>
                    <a:pt x="31750" y="40020"/>
                  </a:cubicBezTo>
                  <a:lnTo>
                    <a:pt x="34306" y="36189"/>
                  </a:lnTo>
                  <a:lnTo>
                    <a:pt x="41974" y="41296"/>
                  </a:lnTo>
                  <a:lnTo>
                    <a:pt x="39418" y="45127"/>
                  </a:lnTo>
                  <a:cubicBezTo>
                    <a:pt x="37501" y="48319"/>
                    <a:pt x="38140" y="52149"/>
                    <a:pt x="41335" y="54064"/>
                  </a:cubicBezTo>
                  <a:cubicBezTo>
                    <a:pt x="42613" y="54703"/>
                    <a:pt x="43891" y="55341"/>
                    <a:pt x="45169" y="55341"/>
                  </a:cubicBezTo>
                  <a:cubicBezTo>
                    <a:pt x="47086" y="55341"/>
                    <a:pt x="49003" y="54064"/>
                    <a:pt x="50281" y="52787"/>
                  </a:cubicBezTo>
                  <a:lnTo>
                    <a:pt x="52837" y="48957"/>
                  </a:lnTo>
                  <a:lnTo>
                    <a:pt x="60505" y="54064"/>
                  </a:lnTo>
                  <a:lnTo>
                    <a:pt x="57949" y="57895"/>
                  </a:lnTo>
                  <a:cubicBezTo>
                    <a:pt x="56032" y="61087"/>
                    <a:pt x="56671" y="64917"/>
                    <a:pt x="59866" y="66832"/>
                  </a:cubicBezTo>
                  <a:cubicBezTo>
                    <a:pt x="61144" y="67471"/>
                    <a:pt x="62422" y="68109"/>
                    <a:pt x="63700" y="68109"/>
                  </a:cubicBezTo>
                  <a:cubicBezTo>
                    <a:pt x="65617" y="64917"/>
                    <a:pt x="67534" y="63640"/>
                    <a:pt x="68812" y="62363"/>
                  </a:cubicBezTo>
                  <a:close/>
                </a:path>
              </a:pathLst>
            </a:custGeom>
            <a:solidFill>
              <a:srgbClr val="00A3E0"/>
            </a:solidFill>
            <a:ln w="6390" cap="flat">
              <a:noFill/>
              <a:prstDash val="solid"/>
              <a:miter/>
            </a:ln>
          </p:spPr>
          <p:txBody>
            <a:bodyPr rtlCol="0" anchor="ctr"/>
            <a:lstStyle/>
            <a:p>
              <a:endParaRPr lang="en-US"/>
            </a:p>
          </p:txBody>
        </p:sp>
        <p:sp>
          <p:nvSpPr>
            <p:cNvPr id="758" name="Graphic 4">
              <a:extLst>
                <a:ext uri="{FF2B5EF4-FFF2-40B4-BE49-F238E27FC236}">
                  <a16:creationId xmlns:a16="http://schemas.microsoft.com/office/drawing/2014/main" id="{5982DBDB-D78A-9942-B2EF-EB19F4446157}"/>
                </a:ext>
              </a:extLst>
            </p:cNvPr>
            <p:cNvSpPr/>
            <p:nvPr/>
          </p:nvSpPr>
          <p:spPr>
            <a:xfrm>
              <a:off x="4835904" y="1463371"/>
              <a:ext cx="12779" cy="65754"/>
            </a:xfrm>
            <a:custGeom>
              <a:avLst/>
              <a:gdLst>
                <a:gd name="connsiteX0" fmla="*/ 6390 w 12779"/>
                <a:gd name="connsiteY0" fmla="*/ 65755 h 65754"/>
                <a:gd name="connsiteX1" fmla="*/ 12780 w 12779"/>
                <a:gd name="connsiteY1" fmla="*/ 59371 h 65754"/>
                <a:gd name="connsiteX2" fmla="*/ 12780 w 12779"/>
                <a:gd name="connsiteY2" fmla="*/ 6384 h 65754"/>
                <a:gd name="connsiteX3" fmla="*/ 6390 w 12779"/>
                <a:gd name="connsiteY3" fmla="*/ 0 h 65754"/>
                <a:gd name="connsiteX4" fmla="*/ 0 w 12779"/>
                <a:gd name="connsiteY4" fmla="*/ 6384 h 65754"/>
                <a:gd name="connsiteX5" fmla="*/ 0 w 12779"/>
                <a:gd name="connsiteY5" fmla="*/ 59371 h 65754"/>
                <a:gd name="connsiteX6" fmla="*/ 6390 w 12779"/>
                <a:gd name="connsiteY6" fmla="*/ 65755 h 6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65754">
                  <a:moveTo>
                    <a:pt x="6390" y="65755"/>
                  </a:moveTo>
                  <a:cubicBezTo>
                    <a:pt x="10224" y="65755"/>
                    <a:pt x="12780" y="63201"/>
                    <a:pt x="12780" y="59371"/>
                  </a:cubicBezTo>
                  <a:lnTo>
                    <a:pt x="12780" y="6384"/>
                  </a:lnTo>
                  <a:cubicBezTo>
                    <a:pt x="12780" y="2554"/>
                    <a:pt x="10224" y="0"/>
                    <a:pt x="6390" y="0"/>
                  </a:cubicBezTo>
                  <a:cubicBezTo>
                    <a:pt x="2556" y="0"/>
                    <a:pt x="0" y="2554"/>
                    <a:pt x="0" y="6384"/>
                  </a:cubicBezTo>
                  <a:lnTo>
                    <a:pt x="0" y="59371"/>
                  </a:lnTo>
                  <a:cubicBezTo>
                    <a:pt x="0" y="62563"/>
                    <a:pt x="3195" y="65755"/>
                    <a:pt x="6390" y="65755"/>
                  </a:cubicBezTo>
                  <a:close/>
                </a:path>
              </a:pathLst>
            </a:custGeom>
            <a:solidFill>
              <a:srgbClr val="00A3E0"/>
            </a:solidFill>
            <a:ln w="6390" cap="flat">
              <a:noFill/>
              <a:prstDash val="solid"/>
              <a:miter/>
            </a:ln>
          </p:spPr>
          <p:txBody>
            <a:bodyPr rtlCol="0" anchor="ctr"/>
            <a:lstStyle/>
            <a:p>
              <a:endParaRPr lang="en-US"/>
            </a:p>
          </p:txBody>
        </p:sp>
        <p:sp>
          <p:nvSpPr>
            <p:cNvPr id="759" name="Graphic 4">
              <a:extLst>
                <a:ext uri="{FF2B5EF4-FFF2-40B4-BE49-F238E27FC236}">
                  <a16:creationId xmlns:a16="http://schemas.microsoft.com/office/drawing/2014/main" id="{A95F68F2-B143-3941-A9F8-2DE4E0A64DF9}"/>
                </a:ext>
              </a:extLst>
            </p:cNvPr>
            <p:cNvSpPr/>
            <p:nvPr/>
          </p:nvSpPr>
          <p:spPr>
            <a:xfrm>
              <a:off x="4865937" y="1500398"/>
              <a:ext cx="12779" cy="44687"/>
            </a:xfrm>
            <a:custGeom>
              <a:avLst/>
              <a:gdLst>
                <a:gd name="connsiteX0" fmla="*/ 6390 w 12779"/>
                <a:gd name="connsiteY0" fmla="*/ 44688 h 44687"/>
                <a:gd name="connsiteX1" fmla="*/ 12780 w 12779"/>
                <a:gd name="connsiteY1" fmla="*/ 38304 h 44687"/>
                <a:gd name="connsiteX2" fmla="*/ 12780 w 12779"/>
                <a:gd name="connsiteY2" fmla="*/ 6384 h 44687"/>
                <a:gd name="connsiteX3" fmla="*/ 6390 w 12779"/>
                <a:gd name="connsiteY3" fmla="*/ 0 h 44687"/>
                <a:gd name="connsiteX4" fmla="*/ 0 w 12779"/>
                <a:gd name="connsiteY4" fmla="*/ 6384 h 44687"/>
                <a:gd name="connsiteX5" fmla="*/ 0 w 12779"/>
                <a:gd name="connsiteY5" fmla="*/ 38304 h 44687"/>
                <a:gd name="connsiteX6" fmla="*/ 6390 w 12779"/>
                <a:gd name="connsiteY6" fmla="*/ 44688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44687">
                  <a:moveTo>
                    <a:pt x="6390" y="44688"/>
                  </a:moveTo>
                  <a:cubicBezTo>
                    <a:pt x="10224" y="44688"/>
                    <a:pt x="12780" y="42134"/>
                    <a:pt x="12780" y="38304"/>
                  </a:cubicBezTo>
                  <a:lnTo>
                    <a:pt x="12780" y="6384"/>
                  </a:lnTo>
                  <a:cubicBezTo>
                    <a:pt x="12780" y="2554"/>
                    <a:pt x="10224" y="0"/>
                    <a:pt x="6390" y="0"/>
                  </a:cubicBezTo>
                  <a:cubicBezTo>
                    <a:pt x="2556" y="0"/>
                    <a:pt x="0" y="2554"/>
                    <a:pt x="0" y="6384"/>
                  </a:cubicBezTo>
                  <a:lnTo>
                    <a:pt x="0" y="38304"/>
                  </a:lnTo>
                  <a:cubicBezTo>
                    <a:pt x="0" y="42134"/>
                    <a:pt x="3195" y="44688"/>
                    <a:pt x="6390" y="44688"/>
                  </a:cubicBezTo>
                  <a:close/>
                </a:path>
              </a:pathLst>
            </a:custGeom>
            <a:solidFill>
              <a:srgbClr val="00A3E0"/>
            </a:solidFill>
            <a:ln w="6390" cap="flat">
              <a:noFill/>
              <a:prstDash val="solid"/>
              <a:miter/>
            </a:ln>
          </p:spPr>
          <p:txBody>
            <a:bodyPr rtlCol="0" anchor="ctr"/>
            <a:lstStyle/>
            <a:p>
              <a:endParaRPr lang="en-US"/>
            </a:p>
          </p:txBody>
        </p:sp>
        <p:sp>
          <p:nvSpPr>
            <p:cNvPr id="760" name="Graphic 4">
              <a:extLst>
                <a:ext uri="{FF2B5EF4-FFF2-40B4-BE49-F238E27FC236}">
                  <a16:creationId xmlns:a16="http://schemas.microsoft.com/office/drawing/2014/main" id="{D7782E4B-6573-1442-B29A-DF6AFBB31616}"/>
                </a:ext>
              </a:extLst>
            </p:cNvPr>
            <p:cNvSpPr/>
            <p:nvPr/>
          </p:nvSpPr>
          <p:spPr>
            <a:xfrm>
              <a:off x="4802676" y="1476777"/>
              <a:ext cx="12779" cy="44687"/>
            </a:xfrm>
            <a:custGeom>
              <a:avLst/>
              <a:gdLst>
                <a:gd name="connsiteX0" fmla="*/ 6390 w 12779"/>
                <a:gd name="connsiteY0" fmla="*/ 44688 h 44687"/>
                <a:gd name="connsiteX1" fmla="*/ 12780 w 12779"/>
                <a:gd name="connsiteY1" fmla="*/ 38304 h 44687"/>
                <a:gd name="connsiteX2" fmla="*/ 12780 w 12779"/>
                <a:gd name="connsiteY2" fmla="*/ 6384 h 44687"/>
                <a:gd name="connsiteX3" fmla="*/ 6390 w 12779"/>
                <a:gd name="connsiteY3" fmla="*/ 0 h 44687"/>
                <a:gd name="connsiteX4" fmla="*/ 0 w 12779"/>
                <a:gd name="connsiteY4" fmla="*/ 6384 h 44687"/>
                <a:gd name="connsiteX5" fmla="*/ 0 w 12779"/>
                <a:gd name="connsiteY5" fmla="*/ 38304 h 44687"/>
                <a:gd name="connsiteX6" fmla="*/ 6390 w 12779"/>
                <a:gd name="connsiteY6" fmla="*/ 44688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44687">
                  <a:moveTo>
                    <a:pt x="6390" y="44688"/>
                  </a:moveTo>
                  <a:cubicBezTo>
                    <a:pt x="10224" y="44688"/>
                    <a:pt x="12780" y="42134"/>
                    <a:pt x="12780" y="38304"/>
                  </a:cubicBezTo>
                  <a:lnTo>
                    <a:pt x="12780" y="6384"/>
                  </a:lnTo>
                  <a:cubicBezTo>
                    <a:pt x="12780" y="2554"/>
                    <a:pt x="10224" y="0"/>
                    <a:pt x="6390" y="0"/>
                  </a:cubicBezTo>
                  <a:cubicBezTo>
                    <a:pt x="2556" y="0"/>
                    <a:pt x="0" y="2554"/>
                    <a:pt x="0" y="6384"/>
                  </a:cubicBezTo>
                  <a:lnTo>
                    <a:pt x="0" y="38304"/>
                  </a:lnTo>
                  <a:cubicBezTo>
                    <a:pt x="0" y="42134"/>
                    <a:pt x="2556" y="44688"/>
                    <a:pt x="6390" y="44688"/>
                  </a:cubicBezTo>
                  <a:close/>
                </a:path>
              </a:pathLst>
            </a:custGeom>
            <a:solidFill>
              <a:srgbClr val="00A3E0"/>
            </a:solidFill>
            <a:ln w="6390" cap="flat">
              <a:noFill/>
              <a:prstDash val="solid"/>
              <a:miter/>
            </a:ln>
          </p:spPr>
          <p:txBody>
            <a:bodyPr rtlCol="0" anchor="ctr"/>
            <a:lstStyle/>
            <a:p>
              <a:endParaRPr lang="en-US"/>
            </a:p>
          </p:txBody>
        </p:sp>
      </p:grpSp>
      <p:grpSp>
        <p:nvGrpSpPr>
          <p:cNvPr id="761" name="Graphic 4">
            <a:extLst>
              <a:ext uri="{FF2B5EF4-FFF2-40B4-BE49-F238E27FC236}">
                <a16:creationId xmlns:a16="http://schemas.microsoft.com/office/drawing/2014/main" id="{DEF8550E-7BEC-E04A-9975-CF40BE16759D}"/>
              </a:ext>
            </a:extLst>
          </p:cNvPr>
          <p:cNvGrpSpPr>
            <a:grpSpLocks noChangeAspect="1"/>
          </p:cNvGrpSpPr>
          <p:nvPr/>
        </p:nvGrpSpPr>
        <p:grpSpPr>
          <a:xfrm>
            <a:off x="3607758" y="2371173"/>
            <a:ext cx="361670" cy="361333"/>
            <a:chOff x="3607758" y="2371173"/>
            <a:chExt cx="361670" cy="361333"/>
          </a:xfrm>
          <a:solidFill>
            <a:srgbClr val="00A3E0"/>
          </a:solidFill>
        </p:grpSpPr>
        <p:sp>
          <p:nvSpPr>
            <p:cNvPr id="762" name="Graphic 4">
              <a:extLst>
                <a:ext uri="{FF2B5EF4-FFF2-40B4-BE49-F238E27FC236}">
                  <a16:creationId xmlns:a16="http://schemas.microsoft.com/office/drawing/2014/main" id="{5E94E301-08F6-174F-9A17-C5CE5005F6C4}"/>
                </a:ext>
              </a:extLst>
            </p:cNvPr>
            <p:cNvSpPr/>
            <p:nvPr/>
          </p:nvSpPr>
          <p:spPr>
            <a:xfrm>
              <a:off x="3607758" y="237117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1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2" y="361333"/>
                    <a:pt x="180836" y="361333"/>
                  </a:cubicBezTo>
                  <a:cubicBezTo>
                    <a:pt x="281157" y="361333"/>
                    <a:pt x="361671" y="280257"/>
                    <a:pt x="361671" y="180667"/>
                  </a:cubicBezTo>
                  <a:cubicBezTo>
                    <a:pt x="361671" y="81077"/>
                    <a:pt x="281157" y="0"/>
                    <a:pt x="180836" y="0"/>
                  </a:cubicBezTo>
                  <a:close/>
                  <a:moveTo>
                    <a:pt x="180836" y="349204"/>
                  </a:moveTo>
                  <a:cubicBezTo>
                    <a:pt x="88181" y="349204"/>
                    <a:pt x="12780" y="273873"/>
                    <a:pt x="12780" y="181305"/>
                  </a:cubicBezTo>
                  <a:cubicBezTo>
                    <a:pt x="12780" y="88738"/>
                    <a:pt x="88181" y="13406"/>
                    <a:pt x="180836" y="13406"/>
                  </a:cubicBezTo>
                  <a:cubicBezTo>
                    <a:pt x="273490" y="13406"/>
                    <a:pt x="348891" y="88738"/>
                    <a:pt x="348891" y="181305"/>
                  </a:cubicBezTo>
                  <a:cubicBezTo>
                    <a:pt x="349530" y="273873"/>
                    <a:pt x="274128"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763" name="Graphic 4">
              <a:extLst>
                <a:ext uri="{FF2B5EF4-FFF2-40B4-BE49-F238E27FC236}">
                  <a16:creationId xmlns:a16="http://schemas.microsoft.com/office/drawing/2014/main" id="{15D3B340-AD05-D947-B5CF-8970E4863A92}"/>
                </a:ext>
              </a:extLst>
            </p:cNvPr>
            <p:cNvSpPr/>
            <p:nvPr/>
          </p:nvSpPr>
          <p:spPr>
            <a:xfrm>
              <a:off x="3681881" y="2454803"/>
              <a:ext cx="215340" cy="155130"/>
            </a:xfrm>
            <a:custGeom>
              <a:avLst/>
              <a:gdLst>
                <a:gd name="connsiteX0" fmla="*/ 214702 w 215340"/>
                <a:gd name="connsiteY0" fmla="*/ 3830 h 155130"/>
                <a:gd name="connsiteX1" fmla="*/ 214702 w 215340"/>
                <a:gd name="connsiteY1" fmla="*/ 3830 h 155130"/>
                <a:gd name="connsiteX2" fmla="*/ 214702 w 215340"/>
                <a:gd name="connsiteY2" fmla="*/ 3192 h 155130"/>
                <a:gd name="connsiteX3" fmla="*/ 213424 w 215340"/>
                <a:gd name="connsiteY3" fmla="*/ 1277 h 155130"/>
                <a:gd name="connsiteX4" fmla="*/ 213424 w 215340"/>
                <a:gd name="connsiteY4" fmla="*/ 1277 h 155130"/>
                <a:gd name="connsiteX5" fmla="*/ 212785 w 215340"/>
                <a:gd name="connsiteY5" fmla="*/ 638 h 155130"/>
                <a:gd name="connsiteX6" fmla="*/ 211507 w 215340"/>
                <a:gd name="connsiteY6" fmla="*/ 0 h 155130"/>
                <a:gd name="connsiteX7" fmla="*/ 210229 w 215340"/>
                <a:gd name="connsiteY7" fmla="*/ 0 h 155130"/>
                <a:gd name="connsiteX8" fmla="*/ 209590 w 215340"/>
                <a:gd name="connsiteY8" fmla="*/ 0 h 155130"/>
                <a:gd name="connsiteX9" fmla="*/ 159109 w 215340"/>
                <a:gd name="connsiteY9" fmla="*/ 0 h 155130"/>
                <a:gd name="connsiteX10" fmla="*/ 159109 w 215340"/>
                <a:gd name="connsiteY10" fmla="*/ 0 h 155130"/>
                <a:gd name="connsiteX11" fmla="*/ 56870 w 215340"/>
                <a:gd name="connsiteY11" fmla="*/ 0 h 155130"/>
                <a:gd name="connsiteX12" fmla="*/ 56870 w 215340"/>
                <a:gd name="connsiteY12" fmla="*/ 0 h 155130"/>
                <a:gd name="connsiteX13" fmla="*/ 6390 w 215340"/>
                <a:gd name="connsiteY13" fmla="*/ 0 h 155130"/>
                <a:gd name="connsiteX14" fmla="*/ 5112 w 215340"/>
                <a:gd name="connsiteY14" fmla="*/ 0 h 155130"/>
                <a:gd name="connsiteX15" fmla="*/ 3834 w 215340"/>
                <a:gd name="connsiteY15" fmla="*/ 0 h 155130"/>
                <a:gd name="connsiteX16" fmla="*/ 2556 w 215340"/>
                <a:gd name="connsiteY16" fmla="*/ 638 h 155130"/>
                <a:gd name="connsiteX17" fmla="*/ 1917 w 215340"/>
                <a:gd name="connsiteY17" fmla="*/ 1277 h 155130"/>
                <a:gd name="connsiteX18" fmla="*/ 1917 w 215340"/>
                <a:gd name="connsiteY18" fmla="*/ 1277 h 155130"/>
                <a:gd name="connsiteX19" fmla="*/ 639 w 215340"/>
                <a:gd name="connsiteY19" fmla="*/ 3192 h 155130"/>
                <a:gd name="connsiteX20" fmla="*/ 639 w 215340"/>
                <a:gd name="connsiteY20" fmla="*/ 3192 h 155130"/>
                <a:gd name="connsiteX21" fmla="*/ 639 w 215340"/>
                <a:gd name="connsiteY21" fmla="*/ 3830 h 155130"/>
                <a:gd name="connsiteX22" fmla="*/ 0 w 215340"/>
                <a:gd name="connsiteY22" fmla="*/ 5746 h 155130"/>
                <a:gd name="connsiteX23" fmla="*/ 0 w 215340"/>
                <a:gd name="connsiteY23" fmla="*/ 5746 h 155130"/>
                <a:gd name="connsiteX24" fmla="*/ 0 w 215340"/>
                <a:gd name="connsiteY24" fmla="*/ 148747 h 155130"/>
                <a:gd name="connsiteX25" fmla="*/ 6390 w 215340"/>
                <a:gd name="connsiteY25" fmla="*/ 155131 h 155130"/>
                <a:gd name="connsiteX26" fmla="*/ 12780 w 215340"/>
                <a:gd name="connsiteY26" fmla="*/ 148747 h 155130"/>
                <a:gd name="connsiteX27" fmla="*/ 12780 w 215340"/>
                <a:gd name="connsiteY27" fmla="*/ 148108 h 155130"/>
                <a:gd name="connsiteX28" fmla="*/ 28755 w 215340"/>
                <a:gd name="connsiteY28" fmla="*/ 131510 h 155130"/>
                <a:gd name="connsiteX29" fmla="*/ 33867 w 215340"/>
                <a:gd name="connsiteY29" fmla="*/ 134064 h 155130"/>
                <a:gd name="connsiteX30" fmla="*/ 40257 w 215340"/>
                <a:gd name="connsiteY30" fmla="*/ 127680 h 155130"/>
                <a:gd name="connsiteX31" fmla="*/ 40257 w 215340"/>
                <a:gd name="connsiteY31" fmla="*/ 123849 h 155130"/>
                <a:gd name="connsiteX32" fmla="*/ 52398 w 215340"/>
                <a:gd name="connsiteY32" fmla="*/ 123849 h 155130"/>
                <a:gd name="connsiteX33" fmla="*/ 58788 w 215340"/>
                <a:gd name="connsiteY33" fmla="*/ 117465 h 155130"/>
                <a:gd name="connsiteX34" fmla="*/ 52398 w 215340"/>
                <a:gd name="connsiteY34" fmla="*/ 111081 h 155130"/>
                <a:gd name="connsiteX35" fmla="*/ 40257 w 215340"/>
                <a:gd name="connsiteY35" fmla="*/ 111081 h 155130"/>
                <a:gd name="connsiteX36" fmla="*/ 40257 w 215340"/>
                <a:gd name="connsiteY36" fmla="*/ 95760 h 155130"/>
                <a:gd name="connsiteX37" fmla="*/ 64538 w 215340"/>
                <a:gd name="connsiteY37" fmla="*/ 95760 h 155130"/>
                <a:gd name="connsiteX38" fmla="*/ 64538 w 215340"/>
                <a:gd name="connsiteY38" fmla="*/ 108528 h 155130"/>
                <a:gd name="connsiteX39" fmla="*/ 70928 w 215340"/>
                <a:gd name="connsiteY39" fmla="*/ 114912 h 155130"/>
                <a:gd name="connsiteX40" fmla="*/ 77318 w 215340"/>
                <a:gd name="connsiteY40" fmla="*/ 108528 h 155130"/>
                <a:gd name="connsiteX41" fmla="*/ 77318 w 215340"/>
                <a:gd name="connsiteY41" fmla="*/ 95760 h 155130"/>
                <a:gd name="connsiteX42" fmla="*/ 101600 w 215340"/>
                <a:gd name="connsiteY42" fmla="*/ 95760 h 155130"/>
                <a:gd name="connsiteX43" fmla="*/ 101600 w 215340"/>
                <a:gd name="connsiteY43" fmla="*/ 104059 h 155130"/>
                <a:gd name="connsiteX44" fmla="*/ 107990 w 215340"/>
                <a:gd name="connsiteY44" fmla="*/ 110443 h 155130"/>
                <a:gd name="connsiteX45" fmla="*/ 114380 w 215340"/>
                <a:gd name="connsiteY45" fmla="*/ 104059 h 155130"/>
                <a:gd name="connsiteX46" fmla="*/ 114380 w 215340"/>
                <a:gd name="connsiteY46" fmla="*/ 95760 h 155130"/>
                <a:gd name="connsiteX47" fmla="*/ 138662 w 215340"/>
                <a:gd name="connsiteY47" fmla="*/ 95760 h 155130"/>
                <a:gd name="connsiteX48" fmla="*/ 138662 w 215340"/>
                <a:gd name="connsiteY48" fmla="*/ 111081 h 155130"/>
                <a:gd name="connsiteX49" fmla="*/ 132911 w 215340"/>
                <a:gd name="connsiteY49" fmla="*/ 111081 h 155130"/>
                <a:gd name="connsiteX50" fmla="*/ 126521 w 215340"/>
                <a:gd name="connsiteY50" fmla="*/ 117465 h 155130"/>
                <a:gd name="connsiteX51" fmla="*/ 132911 w 215340"/>
                <a:gd name="connsiteY51" fmla="*/ 123849 h 155130"/>
                <a:gd name="connsiteX52" fmla="*/ 138022 w 215340"/>
                <a:gd name="connsiteY52" fmla="*/ 123849 h 155130"/>
                <a:gd name="connsiteX53" fmla="*/ 138022 w 215340"/>
                <a:gd name="connsiteY53" fmla="*/ 124488 h 155130"/>
                <a:gd name="connsiteX54" fmla="*/ 144412 w 215340"/>
                <a:gd name="connsiteY54" fmla="*/ 130872 h 155130"/>
                <a:gd name="connsiteX55" fmla="*/ 150802 w 215340"/>
                <a:gd name="connsiteY55" fmla="*/ 124488 h 155130"/>
                <a:gd name="connsiteX56" fmla="*/ 150802 w 215340"/>
                <a:gd name="connsiteY56" fmla="*/ 123849 h 155130"/>
                <a:gd name="connsiteX57" fmla="*/ 175084 w 215340"/>
                <a:gd name="connsiteY57" fmla="*/ 123849 h 155130"/>
                <a:gd name="connsiteX58" fmla="*/ 175084 w 215340"/>
                <a:gd name="connsiteY58" fmla="*/ 127680 h 155130"/>
                <a:gd name="connsiteX59" fmla="*/ 181474 w 215340"/>
                <a:gd name="connsiteY59" fmla="*/ 134064 h 155130"/>
                <a:gd name="connsiteX60" fmla="*/ 186586 w 215340"/>
                <a:gd name="connsiteY60" fmla="*/ 131510 h 155130"/>
                <a:gd name="connsiteX61" fmla="*/ 202561 w 215340"/>
                <a:gd name="connsiteY61" fmla="*/ 148108 h 155130"/>
                <a:gd name="connsiteX62" fmla="*/ 202561 w 215340"/>
                <a:gd name="connsiteY62" fmla="*/ 148747 h 155130"/>
                <a:gd name="connsiteX63" fmla="*/ 208951 w 215340"/>
                <a:gd name="connsiteY63" fmla="*/ 155131 h 155130"/>
                <a:gd name="connsiteX64" fmla="*/ 215341 w 215340"/>
                <a:gd name="connsiteY64" fmla="*/ 148747 h 155130"/>
                <a:gd name="connsiteX65" fmla="*/ 215341 w 215340"/>
                <a:gd name="connsiteY65" fmla="*/ 5746 h 155130"/>
                <a:gd name="connsiteX66" fmla="*/ 215341 w 215340"/>
                <a:gd name="connsiteY66" fmla="*/ 5746 h 155130"/>
                <a:gd name="connsiteX67" fmla="*/ 214702 w 215340"/>
                <a:gd name="connsiteY67" fmla="*/ 3830 h 155130"/>
                <a:gd name="connsiteX68" fmla="*/ 52398 w 215340"/>
                <a:gd name="connsiteY68" fmla="*/ 12130 h 155130"/>
                <a:gd name="connsiteX69" fmla="*/ 60065 w 215340"/>
                <a:gd name="connsiteY69" fmla="*/ 28089 h 155130"/>
                <a:gd name="connsiteX70" fmla="*/ 35783 w 215340"/>
                <a:gd name="connsiteY70" fmla="*/ 28089 h 155130"/>
                <a:gd name="connsiteX71" fmla="*/ 20448 w 215340"/>
                <a:gd name="connsiteY71" fmla="*/ 12130 h 155130"/>
                <a:gd name="connsiteX72" fmla="*/ 52398 w 215340"/>
                <a:gd name="connsiteY72" fmla="*/ 12130 h 155130"/>
                <a:gd name="connsiteX73" fmla="*/ 193615 w 215340"/>
                <a:gd name="connsiteY73" fmla="*/ 12130 h 155130"/>
                <a:gd name="connsiteX74" fmla="*/ 178279 w 215340"/>
                <a:gd name="connsiteY74" fmla="*/ 28089 h 155130"/>
                <a:gd name="connsiteX75" fmla="*/ 153997 w 215340"/>
                <a:gd name="connsiteY75" fmla="*/ 28089 h 155130"/>
                <a:gd name="connsiteX76" fmla="*/ 161665 w 215340"/>
                <a:gd name="connsiteY76" fmla="*/ 12130 h 155130"/>
                <a:gd name="connsiteX77" fmla="*/ 193615 w 215340"/>
                <a:gd name="connsiteY77" fmla="*/ 12130 h 155130"/>
                <a:gd name="connsiteX78" fmla="*/ 139939 w 215340"/>
                <a:gd name="connsiteY78" fmla="*/ 28089 h 155130"/>
                <a:gd name="connsiteX79" fmla="*/ 113102 w 215340"/>
                <a:gd name="connsiteY79" fmla="*/ 28089 h 155130"/>
                <a:gd name="connsiteX80" fmla="*/ 113102 w 215340"/>
                <a:gd name="connsiteY80" fmla="*/ 12130 h 155130"/>
                <a:gd name="connsiteX81" fmla="*/ 147607 w 215340"/>
                <a:gd name="connsiteY81" fmla="*/ 12130 h 155130"/>
                <a:gd name="connsiteX82" fmla="*/ 139939 w 215340"/>
                <a:gd name="connsiteY82" fmla="*/ 28089 h 155130"/>
                <a:gd name="connsiteX83" fmla="*/ 100322 w 215340"/>
                <a:gd name="connsiteY83" fmla="*/ 28089 h 155130"/>
                <a:gd name="connsiteX84" fmla="*/ 73484 w 215340"/>
                <a:gd name="connsiteY84" fmla="*/ 28089 h 155130"/>
                <a:gd name="connsiteX85" fmla="*/ 65816 w 215340"/>
                <a:gd name="connsiteY85" fmla="*/ 12130 h 155130"/>
                <a:gd name="connsiteX86" fmla="*/ 100322 w 215340"/>
                <a:gd name="connsiteY86" fmla="*/ 12130 h 155130"/>
                <a:gd name="connsiteX87" fmla="*/ 100322 w 215340"/>
                <a:gd name="connsiteY87" fmla="*/ 28089 h 155130"/>
                <a:gd name="connsiteX88" fmla="*/ 26199 w 215340"/>
                <a:gd name="connsiteY88" fmla="*/ 37027 h 155130"/>
                <a:gd name="connsiteX89" fmla="*/ 26199 w 215340"/>
                <a:gd name="connsiteY89" fmla="*/ 52349 h 155130"/>
                <a:gd name="connsiteX90" fmla="*/ 11502 w 215340"/>
                <a:gd name="connsiteY90" fmla="*/ 45326 h 155130"/>
                <a:gd name="connsiteX91" fmla="*/ 11502 w 215340"/>
                <a:gd name="connsiteY91" fmla="*/ 21706 h 155130"/>
                <a:gd name="connsiteX92" fmla="*/ 26199 w 215340"/>
                <a:gd name="connsiteY92" fmla="*/ 37027 h 155130"/>
                <a:gd name="connsiteX93" fmla="*/ 12141 w 215340"/>
                <a:gd name="connsiteY93" fmla="*/ 59371 h 155130"/>
                <a:gd name="connsiteX94" fmla="*/ 26838 w 215340"/>
                <a:gd name="connsiteY94" fmla="*/ 66393 h 155130"/>
                <a:gd name="connsiteX95" fmla="*/ 26838 w 215340"/>
                <a:gd name="connsiteY95" fmla="*/ 86184 h 155130"/>
                <a:gd name="connsiteX96" fmla="*/ 12141 w 215340"/>
                <a:gd name="connsiteY96" fmla="*/ 88737 h 155130"/>
                <a:gd name="connsiteX97" fmla="*/ 12141 w 215340"/>
                <a:gd name="connsiteY97" fmla="*/ 59371 h 155130"/>
                <a:gd name="connsiteX98" fmla="*/ 38978 w 215340"/>
                <a:gd name="connsiteY98" fmla="*/ 40857 h 155130"/>
                <a:gd name="connsiteX99" fmla="*/ 63260 w 215340"/>
                <a:gd name="connsiteY99" fmla="*/ 40857 h 155130"/>
                <a:gd name="connsiteX100" fmla="*/ 63260 w 215340"/>
                <a:gd name="connsiteY100" fmla="*/ 56179 h 155130"/>
                <a:gd name="connsiteX101" fmla="*/ 38978 w 215340"/>
                <a:gd name="connsiteY101" fmla="*/ 56179 h 155130"/>
                <a:gd name="connsiteX102" fmla="*/ 38978 w 215340"/>
                <a:gd name="connsiteY102" fmla="*/ 40857 h 155130"/>
                <a:gd name="connsiteX103" fmla="*/ 76040 w 215340"/>
                <a:gd name="connsiteY103" fmla="*/ 40857 h 155130"/>
                <a:gd name="connsiteX104" fmla="*/ 100322 w 215340"/>
                <a:gd name="connsiteY104" fmla="*/ 40857 h 155130"/>
                <a:gd name="connsiteX105" fmla="*/ 100322 w 215340"/>
                <a:gd name="connsiteY105" fmla="*/ 56179 h 155130"/>
                <a:gd name="connsiteX106" fmla="*/ 76040 w 215340"/>
                <a:gd name="connsiteY106" fmla="*/ 56179 h 155130"/>
                <a:gd name="connsiteX107" fmla="*/ 76040 w 215340"/>
                <a:gd name="connsiteY107" fmla="*/ 40857 h 155130"/>
                <a:gd name="connsiteX108" fmla="*/ 113102 w 215340"/>
                <a:gd name="connsiteY108" fmla="*/ 40857 h 155130"/>
                <a:gd name="connsiteX109" fmla="*/ 137384 w 215340"/>
                <a:gd name="connsiteY109" fmla="*/ 40857 h 155130"/>
                <a:gd name="connsiteX110" fmla="*/ 137384 w 215340"/>
                <a:gd name="connsiteY110" fmla="*/ 56179 h 155130"/>
                <a:gd name="connsiteX111" fmla="*/ 113102 w 215340"/>
                <a:gd name="connsiteY111" fmla="*/ 56179 h 155130"/>
                <a:gd name="connsiteX112" fmla="*/ 113102 w 215340"/>
                <a:gd name="connsiteY112" fmla="*/ 40857 h 155130"/>
                <a:gd name="connsiteX113" fmla="*/ 150164 w 215340"/>
                <a:gd name="connsiteY113" fmla="*/ 40857 h 155130"/>
                <a:gd name="connsiteX114" fmla="*/ 174445 w 215340"/>
                <a:gd name="connsiteY114" fmla="*/ 40857 h 155130"/>
                <a:gd name="connsiteX115" fmla="*/ 174445 w 215340"/>
                <a:gd name="connsiteY115" fmla="*/ 56179 h 155130"/>
                <a:gd name="connsiteX116" fmla="*/ 150164 w 215340"/>
                <a:gd name="connsiteY116" fmla="*/ 56179 h 155130"/>
                <a:gd name="connsiteX117" fmla="*/ 150164 w 215340"/>
                <a:gd name="connsiteY117" fmla="*/ 40857 h 155130"/>
                <a:gd name="connsiteX118" fmla="*/ 174445 w 215340"/>
                <a:gd name="connsiteY118" fmla="*/ 68947 h 155130"/>
                <a:gd name="connsiteX119" fmla="*/ 174445 w 215340"/>
                <a:gd name="connsiteY119" fmla="*/ 84269 h 155130"/>
                <a:gd name="connsiteX120" fmla="*/ 150164 w 215340"/>
                <a:gd name="connsiteY120" fmla="*/ 84269 h 155130"/>
                <a:gd name="connsiteX121" fmla="*/ 150164 w 215340"/>
                <a:gd name="connsiteY121" fmla="*/ 68947 h 155130"/>
                <a:gd name="connsiteX122" fmla="*/ 174445 w 215340"/>
                <a:gd name="connsiteY122" fmla="*/ 68947 h 155130"/>
                <a:gd name="connsiteX123" fmla="*/ 187225 w 215340"/>
                <a:gd name="connsiteY123" fmla="*/ 66393 h 155130"/>
                <a:gd name="connsiteX124" fmla="*/ 201922 w 215340"/>
                <a:gd name="connsiteY124" fmla="*/ 59371 h 155130"/>
                <a:gd name="connsiteX125" fmla="*/ 201922 w 215340"/>
                <a:gd name="connsiteY125" fmla="*/ 88737 h 155130"/>
                <a:gd name="connsiteX126" fmla="*/ 187225 w 215340"/>
                <a:gd name="connsiteY126" fmla="*/ 86184 h 155130"/>
                <a:gd name="connsiteX127" fmla="*/ 187225 w 215340"/>
                <a:gd name="connsiteY127" fmla="*/ 66393 h 155130"/>
                <a:gd name="connsiteX128" fmla="*/ 201922 w 215340"/>
                <a:gd name="connsiteY128" fmla="*/ 45326 h 155130"/>
                <a:gd name="connsiteX129" fmla="*/ 187225 w 215340"/>
                <a:gd name="connsiteY129" fmla="*/ 52349 h 155130"/>
                <a:gd name="connsiteX130" fmla="*/ 187225 w 215340"/>
                <a:gd name="connsiteY130" fmla="*/ 37027 h 155130"/>
                <a:gd name="connsiteX131" fmla="*/ 201922 w 215340"/>
                <a:gd name="connsiteY131" fmla="*/ 21706 h 155130"/>
                <a:gd name="connsiteX132" fmla="*/ 201922 w 215340"/>
                <a:gd name="connsiteY132" fmla="*/ 45326 h 155130"/>
                <a:gd name="connsiteX133" fmla="*/ 12141 w 215340"/>
                <a:gd name="connsiteY133" fmla="*/ 101505 h 155130"/>
                <a:gd name="connsiteX134" fmla="*/ 26838 w 215340"/>
                <a:gd name="connsiteY134" fmla="*/ 98952 h 155130"/>
                <a:gd name="connsiteX135" fmla="*/ 26838 w 215340"/>
                <a:gd name="connsiteY135" fmla="*/ 114912 h 155130"/>
                <a:gd name="connsiteX136" fmla="*/ 12141 w 215340"/>
                <a:gd name="connsiteY136" fmla="*/ 130233 h 155130"/>
                <a:gd name="connsiteX137" fmla="*/ 12141 w 215340"/>
                <a:gd name="connsiteY137" fmla="*/ 101505 h 155130"/>
                <a:gd name="connsiteX138" fmla="*/ 38978 w 215340"/>
                <a:gd name="connsiteY138" fmla="*/ 84269 h 155130"/>
                <a:gd name="connsiteX139" fmla="*/ 38978 w 215340"/>
                <a:gd name="connsiteY139" fmla="*/ 68947 h 155130"/>
                <a:gd name="connsiteX140" fmla="*/ 63260 w 215340"/>
                <a:gd name="connsiteY140" fmla="*/ 68947 h 155130"/>
                <a:gd name="connsiteX141" fmla="*/ 63260 w 215340"/>
                <a:gd name="connsiteY141" fmla="*/ 84269 h 155130"/>
                <a:gd name="connsiteX142" fmla="*/ 38978 w 215340"/>
                <a:gd name="connsiteY142" fmla="*/ 84269 h 155130"/>
                <a:gd name="connsiteX143" fmla="*/ 76040 w 215340"/>
                <a:gd name="connsiteY143" fmla="*/ 84269 h 155130"/>
                <a:gd name="connsiteX144" fmla="*/ 76040 w 215340"/>
                <a:gd name="connsiteY144" fmla="*/ 68947 h 155130"/>
                <a:gd name="connsiteX145" fmla="*/ 100322 w 215340"/>
                <a:gd name="connsiteY145" fmla="*/ 68947 h 155130"/>
                <a:gd name="connsiteX146" fmla="*/ 100322 w 215340"/>
                <a:gd name="connsiteY146" fmla="*/ 84269 h 155130"/>
                <a:gd name="connsiteX147" fmla="*/ 76040 w 215340"/>
                <a:gd name="connsiteY147" fmla="*/ 84269 h 155130"/>
                <a:gd name="connsiteX148" fmla="*/ 113102 w 215340"/>
                <a:gd name="connsiteY148" fmla="*/ 84269 h 155130"/>
                <a:gd name="connsiteX149" fmla="*/ 113102 w 215340"/>
                <a:gd name="connsiteY149" fmla="*/ 68947 h 155130"/>
                <a:gd name="connsiteX150" fmla="*/ 137384 w 215340"/>
                <a:gd name="connsiteY150" fmla="*/ 68947 h 155130"/>
                <a:gd name="connsiteX151" fmla="*/ 137384 w 215340"/>
                <a:gd name="connsiteY151" fmla="*/ 84269 h 155130"/>
                <a:gd name="connsiteX152" fmla="*/ 113102 w 215340"/>
                <a:gd name="connsiteY152" fmla="*/ 84269 h 155130"/>
                <a:gd name="connsiteX153" fmla="*/ 150164 w 215340"/>
                <a:gd name="connsiteY153" fmla="*/ 112358 h 155130"/>
                <a:gd name="connsiteX154" fmla="*/ 150164 w 215340"/>
                <a:gd name="connsiteY154" fmla="*/ 97037 h 155130"/>
                <a:gd name="connsiteX155" fmla="*/ 174445 w 215340"/>
                <a:gd name="connsiteY155" fmla="*/ 97037 h 155130"/>
                <a:gd name="connsiteX156" fmla="*/ 174445 w 215340"/>
                <a:gd name="connsiteY156" fmla="*/ 112358 h 155130"/>
                <a:gd name="connsiteX157" fmla="*/ 150164 w 215340"/>
                <a:gd name="connsiteY157" fmla="*/ 112358 h 155130"/>
                <a:gd name="connsiteX158" fmla="*/ 187225 w 215340"/>
                <a:gd name="connsiteY158" fmla="*/ 114912 h 155130"/>
                <a:gd name="connsiteX159" fmla="*/ 187225 w 215340"/>
                <a:gd name="connsiteY159" fmla="*/ 98952 h 155130"/>
                <a:gd name="connsiteX160" fmla="*/ 201922 w 215340"/>
                <a:gd name="connsiteY160" fmla="*/ 101505 h 155130"/>
                <a:gd name="connsiteX161" fmla="*/ 201922 w 215340"/>
                <a:gd name="connsiteY161" fmla="*/ 130233 h 155130"/>
                <a:gd name="connsiteX162" fmla="*/ 187225 w 215340"/>
                <a:gd name="connsiteY162" fmla="*/ 114912 h 155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215340" h="155130">
                  <a:moveTo>
                    <a:pt x="214702" y="3830"/>
                  </a:moveTo>
                  <a:cubicBezTo>
                    <a:pt x="214702" y="3830"/>
                    <a:pt x="214702" y="3830"/>
                    <a:pt x="214702" y="3830"/>
                  </a:cubicBezTo>
                  <a:cubicBezTo>
                    <a:pt x="214702" y="3192"/>
                    <a:pt x="214702" y="3192"/>
                    <a:pt x="214702" y="3192"/>
                  </a:cubicBezTo>
                  <a:cubicBezTo>
                    <a:pt x="214063" y="2554"/>
                    <a:pt x="214063" y="1915"/>
                    <a:pt x="213424" y="1277"/>
                  </a:cubicBezTo>
                  <a:cubicBezTo>
                    <a:pt x="213424" y="1277"/>
                    <a:pt x="213424" y="1277"/>
                    <a:pt x="213424" y="1277"/>
                  </a:cubicBezTo>
                  <a:cubicBezTo>
                    <a:pt x="213424" y="1277"/>
                    <a:pt x="212785" y="1277"/>
                    <a:pt x="212785" y="638"/>
                  </a:cubicBezTo>
                  <a:cubicBezTo>
                    <a:pt x="212146" y="0"/>
                    <a:pt x="212146" y="0"/>
                    <a:pt x="211507" y="0"/>
                  </a:cubicBezTo>
                  <a:cubicBezTo>
                    <a:pt x="210868" y="0"/>
                    <a:pt x="210229" y="0"/>
                    <a:pt x="210229" y="0"/>
                  </a:cubicBezTo>
                  <a:cubicBezTo>
                    <a:pt x="210229" y="0"/>
                    <a:pt x="209590" y="0"/>
                    <a:pt x="209590" y="0"/>
                  </a:cubicBezTo>
                  <a:lnTo>
                    <a:pt x="159109" y="0"/>
                  </a:lnTo>
                  <a:cubicBezTo>
                    <a:pt x="159109" y="0"/>
                    <a:pt x="159109" y="0"/>
                    <a:pt x="159109" y="0"/>
                  </a:cubicBezTo>
                  <a:lnTo>
                    <a:pt x="56870" y="0"/>
                  </a:lnTo>
                  <a:cubicBezTo>
                    <a:pt x="56870" y="0"/>
                    <a:pt x="56870" y="0"/>
                    <a:pt x="56870" y="0"/>
                  </a:cubicBezTo>
                  <a:lnTo>
                    <a:pt x="6390" y="0"/>
                  </a:lnTo>
                  <a:cubicBezTo>
                    <a:pt x="5751" y="0"/>
                    <a:pt x="5751" y="0"/>
                    <a:pt x="5112" y="0"/>
                  </a:cubicBezTo>
                  <a:cubicBezTo>
                    <a:pt x="4473" y="0"/>
                    <a:pt x="4473" y="0"/>
                    <a:pt x="3834" y="0"/>
                  </a:cubicBezTo>
                  <a:cubicBezTo>
                    <a:pt x="3195" y="0"/>
                    <a:pt x="2556" y="638"/>
                    <a:pt x="2556" y="638"/>
                  </a:cubicBezTo>
                  <a:cubicBezTo>
                    <a:pt x="2556" y="638"/>
                    <a:pt x="1917" y="638"/>
                    <a:pt x="1917" y="1277"/>
                  </a:cubicBezTo>
                  <a:cubicBezTo>
                    <a:pt x="1917" y="1277"/>
                    <a:pt x="1917" y="1277"/>
                    <a:pt x="1917" y="1277"/>
                  </a:cubicBezTo>
                  <a:cubicBezTo>
                    <a:pt x="1278" y="1915"/>
                    <a:pt x="1278" y="2554"/>
                    <a:pt x="639" y="3192"/>
                  </a:cubicBezTo>
                  <a:cubicBezTo>
                    <a:pt x="639" y="3192"/>
                    <a:pt x="639" y="3192"/>
                    <a:pt x="639" y="3192"/>
                  </a:cubicBezTo>
                  <a:cubicBezTo>
                    <a:pt x="639" y="3192"/>
                    <a:pt x="639" y="3830"/>
                    <a:pt x="639" y="3830"/>
                  </a:cubicBezTo>
                  <a:cubicBezTo>
                    <a:pt x="639" y="4469"/>
                    <a:pt x="0" y="5107"/>
                    <a:pt x="0" y="5746"/>
                  </a:cubicBezTo>
                  <a:cubicBezTo>
                    <a:pt x="0" y="5746"/>
                    <a:pt x="0" y="5746"/>
                    <a:pt x="0" y="5746"/>
                  </a:cubicBezTo>
                  <a:lnTo>
                    <a:pt x="0" y="148747"/>
                  </a:lnTo>
                  <a:cubicBezTo>
                    <a:pt x="0" y="152577"/>
                    <a:pt x="2556" y="155131"/>
                    <a:pt x="6390" y="155131"/>
                  </a:cubicBezTo>
                  <a:cubicBezTo>
                    <a:pt x="10224" y="155131"/>
                    <a:pt x="12780" y="152577"/>
                    <a:pt x="12780" y="148747"/>
                  </a:cubicBezTo>
                  <a:lnTo>
                    <a:pt x="12780" y="148108"/>
                  </a:lnTo>
                  <a:lnTo>
                    <a:pt x="28755" y="131510"/>
                  </a:lnTo>
                  <a:cubicBezTo>
                    <a:pt x="30033" y="133425"/>
                    <a:pt x="31950" y="134064"/>
                    <a:pt x="33867" y="134064"/>
                  </a:cubicBezTo>
                  <a:cubicBezTo>
                    <a:pt x="37700" y="134064"/>
                    <a:pt x="40257" y="131510"/>
                    <a:pt x="40257" y="127680"/>
                  </a:cubicBezTo>
                  <a:lnTo>
                    <a:pt x="40257" y="123849"/>
                  </a:lnTo>
                  <a:lnTo>
                    <a:pt x="52398" y="123849"/>
                  </a:lnTo>
                  <a:cubicBezTo>
                    <a:pt x="56231" y="123849"/>
                    <a:pt x="58788" y="121296"/>
                    <a:pt x="58788" y="117465"/>
                  </a:cubicBezTo>
                  <a:cubicBezTo>
                    <a:pt x="58788" y="113635"/>
                    <a:pt x="56231" y="111081"/>
                    <a:pt x="52398" y="111081"/>
                  </a:cubicBezTo>
                  <a:lnTo>
                    <a:pt x="40257" y="111081"/>
                  </a:lnTo>
                  <a:lnTo>
                    <a:pt x="40257" y="95760"/>
                  </a:lnTo>
                  <a:lnTo>
                    <a:pt x="64538" y="95760"/>
                  </a:lnTo>
                  <a:lnTo>
                    <a:pt x="64538" y="108528"/>
                  </a:lnTo>
                  <a:cubicBezTo>
                    <a:pt x="64538" y="112358"/>
                    <a:pt x="67094" y="114912"/>
                    <a:pt x="70928" y="114912"/>
                  </a:cubicBezTo>
                  <a:cubicBezTo>
                    <a:pt x="74762" y="114912"/>
                    <a:pt x="77318" y="112358"/>
                    <a:pt x="77318" y="108528"/>
                  </a:cubicBezTo>
                  <a:lnTo>
                    <a:pt x="77318" y="95760"/>
                  </a:lnTo>
                  <a:lnTo>
                    <a:pt x="101600" y="95760"/>
                  </a:lnTo>
                  <a:lnTo>
                    <a:pt x="101600" y="104059"/>
                  </a:lnTo>
                  <a:cubicBezTo>
                    <a:pt x="101600" y="107889"/>
                    <a:pt x="104156" y="110443"/>
                    <a:pt x="107990" y="110443"/>
                  </a:cubicBezTo>
                  <a:cubicBezTo>
                    <a:pt x="111824" y="110443"/>
                    <a:pt x="114380" y="107889"/>
                    <a:pt x="114380" y="104059"/>
                  </a:cubicBezTo>
                  <a:lnTo>
                    <a:pt x="114380" y="95760"/>
                  </a:lnTo>
                  <a:lnTo>
                    <a:pt x="138662" y="95760"/>
                  </a:lnTo>
                  <a:lnTo>
                    <a:pt x="138662" y="111081"/>
                  </a:lnTo>
                  <a:lnTo>
                    <a:pt x="132911" y="111081"/>
                  </a:lnTo>
                  <a:cubicBezTo>
                    <a:pt x="129077" y="111081"/>
                    <a:pt x="126521" y="113635"/>
                    <a:pt x="126521" y="117465"/>
                  </a:cubicBezTo>
                  <a:cubicBezTo>
                    <a:pt x="126521" y="121296"/>
                    <a:pt x="129077" y="123849"/>
                    <a:pt x="132911" y="123849"/>
                  </a:cubicBezTo>
                  <a:lnTo>
                    <a:pt x="138022" y="123849"/>
                  </a:lnTo>
                  <a:lnTo>
                    <a:pt x="138022" y="124488"/>
                  </a:lnTo>
                  <a:cubicBezTo>
                    <a:pt x="138022" y="128318"/>
                    <a:pt x="140579" y="130872"/>
                    <a:pt x="144412" y="130872"/>
                  </a:cubicBezTo>
                  <a:cubicBezTo>
                    <a:pt x="148247" y="130872"/>
                    <a:pt x="150802" y="128318"/>
                    <a:pt x="150802" y="124488"/>
                  </a:cubicBezTo>
                  <a:lnTo>
                    <a:pt x="150802" y="123849"/>
                  </a:lnTo>
                  <a:lnTo>
                    <a:pt x="175084" y="123849"/>
                  </a:lnTo>
                  <a:lnTo>
                    <a:pt x="175084" y="127680"/>
                  </a:lnTo>
                  <a:cubicBezTo>
                    <a:pt x="175084" y="131510"/>
                    <a:pt x="177640" y="134064"/>
                    <a:pt x="181474" y="134064"/>
                  </a:cubicBezTo>
                  <a:cubicBezTo>
                    <a:pt x="183391" y="134064"/>
                    <a:pt x="185308" y="132787"/>
                    <a:pt x="186586" y="131510"/>
                  </a:cubicBezTo>
                  <a:lnTo>
                    <a:pt x="202561" y="148108"/>
                  </a:lnTo>
                  <a:lnTo>
                    <a:pt x="202561" y="148747"/>
                  </a:lnTo>
                  <a:cubicBezTo>
                    <a:pt x="202561" y="152577"/>
                    <a:pt x="205117" y="155131"/>
                    <a:pt x="208951" y="155131"/>
                  </a:cubicBezTo>
                  <a:cubicBezTo>
                    <a:pt x="212785" y="155131"/>
                    <a:pt x="215341" y="152577"/>
                    <a:pt x="215341" y="148747"/>
                  </a:cubicBezTo>
                  <a:lnTo>
                    <a:pt x="215341" y="5746"/>
                  </a:lnTo>
                  <a:cubicBezTo>
                    <a:pt x="215341" y="5746"/>
                    <a:pt x="215341" y="5746"/>
                    <a:pt x="215341" y="5746"/>
                  </a:cubicBezTo>
                  <a:cubicBezTo>
                    <a:pt x="214702" y="5107"/>
                    <a:pt x="214702" y="4469"/>
                    <a:pt x="214702" y="3830"/>
                  </a:cubicBezTo>
                  <a:close/>
                  <a:moveTo>
                    <a:pt x="52398" y="12130"/>
                  </a:moveTo>
                  <a:lnTo>
                    <a:pt x="60065" y="28089"/>
                  </a:lnTo>
                  <a:lnTo>
                    <a:pt x="35783" y="28089"/>
                  </a:lnTo>
                  <a:lnTo>
                    <a:pt x="20448" y="12130"/>
                  </a:lnTo>
                  <a:lnTo>
                    <a:pt x="52398" y="12130"/>
                  </a:lnTo>
                  <a:close/>
                  <a:moveTo>
                    <a:pt x="193615" y="12130"/>
                  </a:moveTo>
                  <a:lnTo>
                    <a:pt x="178279" y="28089"/>
                  </a:lnTo>
                  <a:lnTo>
                    <a:pt x="153997" y="28089"/>
                  </a:lnTo>
                  <a:lnTo>
                    <a:pt x="161665" y="12130"/>
                  </a:lnTo>
                  <a:lnTo>
                    <a:pt x="193615" y="12130"/>
                  </a:lnTo>
                  <a:close/>
                  <a:moveTo>
                    <a:pt x="139939" y="28089"/>
                  </a:moveTo>
                  <a:lnTo>
                    <a:pt x="113102" y="28089"/>
                  </a:lnTo>
                  <a:lnTo>
                    <a:pt x="113102" y="12130"/>
                  </a:lnTo>
                  <a:lnTo>
                    <a:pt x="147607" y="12130"/>
                  </a:lnTo>
                  <a:lnTo>
                    <a:pt x="139939" y="28089"/>
                  </a:lnTo>
                  <a:close/>
                  <a:moveTo>
                    <a:pt x="100322" y="28089"/>
                  </a:moveTo>
                  <a:lnTo>
                    <a:pt x="73484" y="28089"/>
                  </a:lnTo>
                  <a:lnTo>
                    <a:pt x="65816" y="12130"/>
                  </a:lnTo>
                  <a:lnTo>
                    <a:pt x="100322" y="12130"/>
                  </a:lnTo>
                  <a:lnTo>
                    <a:pt x="100322" y="28089"/>
                  </a:lnTo>
                  <a:close/>
                  <a:moveTo>
                    <a:pt x="26199" y="37027"/>
                  </a:moveTo>
                  <a:lnTo>
                    <a:pt x="26199" y="52349"/>
                  </a:lnTo>
                  <a:lnTo>
                    <a:pt x="11502" y="45326"/>
                  </a:lnTo>
                  <a:lnTo>
                    <a:pt x="11502" y="21706"/>
                  </a:lnTo>
                  <a:lnTo>
                    <a:pt x="26199" y="37027"/>
                  </a:lnTo>
                  <a:close/>
                  <a:moveTo>
                    <a:pt x="12141" y="59371"/>
                  </a:moveTo>
                  <a:lnTo>
                    <a:pt x="26838" y="66393"/>
                  </a:lnTo>
                  <a:lnTo>
                    <a:pt x="26838" y="86184"/>
                  </a:lnTo>
                  <a:lnTo>
                    <a:pt x="12141" y="88737"/>
                  </a:lnTo>
                  <a:lnTo>
                    <a:pt x="12141" y="59371"/>
                  </a:lnTo>
                  <a:close/>
                  <a:moveTo>
                    <a:pt x="38978" y="40857"/>
                  </a:moveTo>
                  <a:lnTo>
                    <a:pt x="63260" y="40857"/>
                  </a:lnTo>
                  <a:lnTo>
                    <a:pt x="63260" y="56179"/>
                  </a:lnTo>
                  <a:lnTo>
                    <a:pt x="38978" y="56179"/>
                  </a:lnTo>
                  <a:lnTo>
                    <a:pt x="38978" y="40857"/>
                  </a:lnTo>
                  <a:close/>
                  <a:moveTo>
                    <a:pt x="76040" y="40857"/>
                  </a:moveTo>
                  <a:lnTo>
                    <a:pt x="100322" y="40857"/>
                  </a:lnTo>
                  <a:lnTo>
                    <a:pt x="100322" y="56179"/>
                  </a:lnTo>
                  <a:lnTo>
                    <a:pt x="76040" y="56179"/>
                  </a:lnTo>
                  <a:lnTo>
                    <a:pt x="76040" y="40857"/>
                  </a:lnTo>
                  <a:close/>
                  <a:moveTo>
                    <a:pt x="113102" y="40857"/>
                  </a:moveTo>
                  <a:lnTo>
                    <a:pt x="137384" y="40857"/>
                  </a:lnTo>
                  <a:lnTo>
                    <a:pt x="137384" y="56179"/>
                  </a:lnTo>
                  <a:lnTo>
                    <a:pt x="113102" y="56179"/>
                  </a:lnTo>
                  <a:lnTo>
                    <a:pt x="113102" y="40857"/>
                  </a:lnTo>
                  <a:close/>
                  <a:moveTo>
                    <a:pt x="150164" y="40857"/>
                  </a:moveTo>
                  <a:lnTo>
                    <a:pt x="174445" y="40857"/>
                  </a:lnTo>
                  <a:lnTo>
                    <a:pt x="174445" y="56179"/>
                  </a:lnTo>
                  <a:lnTo>
                    <a:pt x="150164" y="56179"/>
                  </a:lnTo>
                  <a:lnTo>
                    <a:pt x="150164" y="40857"/>
                  </a:lnTo>
                  <a:close/>
                  <a:moveTo>
                    <a:pt x="174445" y="68947"/>
                  </a:moveTo>
                  <a:lnTo>
                    <a:pt x="174445" y="84269"/>
                  </a:lnTo>
                  <a:lnTo>
                    <a:pt x="150164" y="84269"/>
                  </a:lnTo>
                  <a:lnTo>
                    <a:pt x="150164" y="68947"/>
                  </a:lnTo>
                  <a:lnTo>
                    <a:pt x="174445" y="68947"/>
                  </a:lnTo>
                  <a:close/>
                  <a:moveTo>
                    <a:pt x="187225" y="66393"/>
                  </a:moveTo>
                  <a:lnTo>
                    <a:pt x="201922" y="59371"/>
                  </a:lnTo>
                  <a:lnTo>
                    <a:pt x="201922" y="88737"/>
                  </a:lnTo>
                  <a:lnTo>
                    <a:pt x="187225" y="86184"/>
                  </a:lnTo>
                  <a:lnTo>
                    <a:pt x="187225" y="66393"/>
                  </a:lnTo>
                  <a:close/>
                  <a:moveTo>
                    <a:pt x="201922" y="45326"/>
                  </a:moveTo>
                  <a:lnTo>
                    <a:pt x="187225" y="52349"/>
                  </a:lnTo>
                  <a:lnTo>
                    <a:pt x="187225" y="37027"/>
                  </a:lnTo>
                  <a:lnTo>
                    <a:pt x="201922" y="21706"/>
                  </a:lnTo>
                  <a:lnTo>
                    <a:pt x="201922" y="45326"/>
                  </a:lnTo>
                  <a:close/>
                  <a:moveTo>
                    <a:pt x="12141" y="101505"/>
                  </a:moveTo>
                  <a:lnTo>
                    <a:pt x="26838" y="98952"/>
                  </a:lnTo>
                  <a:lnTo>
                    <a:pt x="26838" y="114912"/>
                  </a:lnTo>
                  <a:lnTo>
                    <a:pt x="12141" y="130233"/>
                  </a:lnTo>
                  <a:lnTo>
                    <a:pt x="12141" y="101505"/>
                  </a:lnTo>
                  <a:close/>
                  <a:moveTo>
                    <a:pt x="38978" y="84269"/>
                  </a:moveTo>
                  <a:lnTo>
                    <a:pt x="38978" y="68947"/>
                  </a:lnTo>
                  <a:lnTo>
                    <a:pt x="63260" y="68947"/>
                  </a:lnTo>
                  <a:lnTo>
                    <a:pt x="63260" y="84269"/>
                  </a:lnTo>
                  <a:lnTo>
                    <a:pt x="38978" y="84269"/>
                  </a:lnTo>
                  <a:close/>
                  <a:moveTo>
                    <a:pt x="76040" y="84269"/>
                  </a:moveTo>
                  <a:lnTo>
                    <a:pt x="76040" y="68947"/>
                  </a:lnTo>
                  <a:lnTo>
                    <a:pt x="100322" y="68947"/>
                  </a:lnTo>
                  <a:lnTo>
                    <a:pt x="100322" y="84269"/>
                  </a:lnTo>
                  <a:lnTo>
                    <a:pt x="76040" y="84269"/>
                  </a:lnTo>
                  <a:close/>
                  <a:moveTo>
                    <a:pt x="113102" y="84269"/>
                  </a:moveTo>
                  <a:lnTo>
                    <a:pt x="113102" y="68947"/>
                  </a:lnTo>
                  <a:lnTo>
                    <a:pt x="137384" y="68947"/>
                  </a:lnTo>
                  <a:lnTo>
                    <a:pt x="137384" y="84269"/>
                  </a:lnTo>
                  <a:lnTo>
                    <a:pt x="113102" y="84269"/>
                  </a:lnTo>
                  <a:close/>
                  <a:moveTo>
                    <a:pt x="150164" y="112358"/>
                  </a:moveTo>
                  <a:lnTo>
                    <a:pt x="150164" y="97037"/>
                  </a:lnTo>
                  <a:lnTo>
                    <a:pt x="174445" y="97037"/>
                  </a:lnTo>
                  <a:lnTo>
                    <a:pt x="174445" y="112358"/>
                  </a:lnTo>
                  <a:lnTo>
                    <a:pt x="150164" y="112358"/>
                  </a:lnTo>
                  <a:close/>
                  <a:moveTo>
                    <a:pt x="187225" y="114912"/>
                  </a:moveTo>
                  <a:lnTo>
                    <a:pt x="187225" y="98952"/>
                  </a:lnTo>
                  <a:lnTo>
                    <a:pt x="201922" y="101505"/>
                  </a:lnTo>
                  <a:lnTo>
                    <a:pt x="201922" y="130233"/>
                  </a:lnTo>
                  <a:lnTo>
                    <a:pt x="187225" y="114912"/>
                  </a:lnTo>
                  <a:close/>
                </a:path>
              </a:pathLst>
            </a:custGeom>
            <a:solidFill>
              <a:srgbClr val="00A3E0"/>
            </a:solidFill>
            <a:ln w="6390" cap="flat">
              <a:noFill/>
              <a:prstDash val="solid"/>
              <a:miter/>
            </a:ln>
          </p:spPr>
          <p:txBody>
            <a:bodyPr rtlCol="0" anchor="ctr"/>
            <a:lstStyle/>
            <a:p>
              <a:endParaRPr lang="en-US"/>
            </a:p>
          </p:txBody>
        </p:sp>
        <p:sp>
          <p:nvSpPr>
            <p:cNvPr id="764" name="Graphic 4">
              <a:extLst>
                <a:ext uri="{FF2B5EF4-FFF2-40B4-BE49-F238E27FC236}">
                  <a16:creationId xmlns:a16="http://schemas.microsoft.com/office/drawing/2014/main" id="{4C32F77C-0D68-934B-A1AD-BA5C66FCAEC1}"/>
                </a:ext>
              </a:extLst>
            </p:cNvPr>
            <p:cNvSpPr/>
            <p:nvPr/>
          </p:nvSpPr>
          <p:spPr>
            <a:xfrm>
              <a:off x="3724257" y="2572470"/>
              <a:ext cx="102995" cy="102580"/>
            </a:xfrm>
            <a:custGeom>
              <a:avLst/>
              <a:gdLst>
                <a:gd name="connsiteX0" fmla="*/ 40694 w 102995"/>
                <a:gd name="connsiteY0" fmla="*/ 1075 h 102580"/>
                <a:gd name="connsiteX1" fmla="*/ 1076 w 102995"/>
                <a:gd name="connsiteY1" fmla="*/ 61723 h 102580"/>
                <a:gd name="connsiteX2" fmla="*/ 23441 w 102995"/>
                <a:gd name="connsiteY2" fmla="*/ 94281 h 102580"/>
                <a:gd name="connsiteX3" fmla="*/ 51557 w 102995"/>
                <a:gd name="connsiteY3" fmla="*/ 102580 h 102580"/>
                <a:gd name="connsiteX4" fmla="*/ 61780 w 102995"/>
                <a:gd name="connsiteY4" fmla="*/ 101304 h 102580"/>
                <a:gd name="connsiteX5" fmla="*/ 94369 w 102995"/>
                <a:gd name="connsiteY5" fmla="*/ 78960 h 102580"/>
                <a:gd name="connsiteX6" fmla="*/ 102037 w 102995"/>
                <a:gd name="connsiteY6" fmla="*/ 40656 h 102580"/>
                <a:gd name="connsiteX7" fmla="*/ 40694 w 102995"/>
                <a:gd name="connsiteY7" fmla="*/ 1075 h 102580"/>
                <a:gd name="connsiteX8" fmla="*/ 88618 w 102995"/>
                <a:gd name="connsiteY8" fmla="*/ 43848 h 102580"/>
                <a:gd name="connsiteX9" fmla="*/ 87979 w 102995"/>
                <a:gd name="connsiteY9" fmla="*/ 63000 h 102580"/>
                <a:gd name="connsiteX10" fmla="*/ 87340 w 102995"/>
                <a:gd name="connsiteY10" fmla="*/ 63000 h 102580"/>
                <a:gd name="connsiteX11" fmla="*/ 76477 w 102995"/>
                <a:gd name="connsiteY11" fmla="*/ 59169 h 102580"/>
                <a:gd name="connsiteX12" fmla="*/ 73282 w 102995"/>
                <a:gd name="connsiteY12" fmla="*/ 41932 h 102580"/>
                <a:gd name="connsiteX13" fmla="*/ 81589 w 102995"/>
                <a:gd name="connsiteY13" fmla="*/ 30441 h 102580"/>
                <a:gd name="connsiteX14" fmla="*/ 88618 w 102995"/>
                <a:gd name="connsiteY14" fmla="*/ 43848 h 102580"/>
                <a:gd name="connsiteX15" fmla="*/ 51557 w 102995"/>
                <a:gd name="connsiteY15" fmla="*/ 66192 h 102580"/>
                <a:gd name="connsiteX16" fmla="*/ 41972 w 102995"/>
                <a:gd name="connsiteY16" fmla="*/ 57254 h 102580"/>
                <a:gd name="connsiteX17" fmla="*/ 43249 w 102995"/>
                <a:gd name="connsiteY17" fmla="*/ 54700 h 102580"/>
                <a:gd name="connsiteX18" fmla="*/ 48362 w 102995"/>
                <a:gd name="connsiteY18" fmla="*/ 43848 h 102580"/>
                <a:gd name="connsiteX19" fmla="*/ 62419 w 102995"/>
                <a:gd name="connsiteY19" fmla="*/ 45124 h 102580"/>
                <a:gd name="connsiteX20" fmla="*/ 64975 w 102995"/>
                <a:gd name="connsiteY20" fmla="*/ 59808 h 102580"/>
                <a:gd name="connsiteX21" fmla="*/ 51557 w 102995"/>
                <a:gd name="connsiteY21" fmla="*/ 66192 h 102580"/>
                <a:gd name="connsiteX22" fmla="*/ 43249 w 102995"/>
                <a:gd name="connsiteY22" fmla="*/ 13843 h 102580"/>
                <a:gd name="connsiteX23" fmla="*/ 50917 w 102995"/>
                <a:gd name="connsiteY23" fmla="*/ 13204 h 102580"/>
                <a:gd name="connsiteX24" fmla="*/ 73282 w 102995"/>
                <a:gd name="connsiteY24" fmla="*/ 20227 h 102580"/>
                <a:gd name="connsiteX25" fmla="*/ 72004 w 102995"/>
                <a:gd name="connsiteY25" fmla="*/ 22142 h 102580"/>
                <a:gd name="connsiteX26" fmla="*/ 64337 w 102995"/>
                <a:gd name="connsiteY26" fmla="*/ 32356 h 102580"/>
                <a:gd name="connsiteX27" fmla="*/ 47084 w 102995"/>
                <a:gd name="connsiteY27" fmla="*/ 30441 h 102580"/>
                <a:gd name="connsiteX28" fmla="*/ 37499 w 102995"/>
                <a:gd name="connsiteY28" fmla="*/ 15758 h 102580"/>
                <a:gd name="connsiteX29" fmla="*/ 37499 w 102995"/>
                <a:gd name="connsiteY29" fmla="*/ 15758 h 102580"/>
                <a:gd name="connsiteX30" fmla="*/ 43249 w 102995"/>
                <a:gd name="connsiteY30" fmla="*/ 13843 h 102580"/>
                <a:gd name="connsiteX31" fmla="*/ 26636 w 102995"/>
                <a:gd name="connsiteY31" fmla="*/ 21504 h 102580"/>
                <a:gd name="connsiteX32" fmla="*/ 27914 w 102995"/>
                <a:gd name="connsiteY32" fmla="*/ 23419 h 102580"/>
                <a:gd name="connsiteX33" fmla="*/ 36859 w 102995"/>
                <a:gd name="connsiteY33" fmla="*/ 36825 h 102580"/>
                <a:gd name="connsiteX34" fmla="*/ 31109 w 102995"/>
                <a:gd name="connsiteY34" fmla="*/ 49593 h 102580"/>
                <a:gd name="connsiteX35" fmla="*/ 29831 w 102995"/>
                <a:gd name="connsiteY35" fmla="*/ 52785 h 102580"/>
                <a:gd name="connsiteX36" fmla="*/ 15134 w 102995"/>
                <a:gd name="connsiteY36" fmla="*/ 54700 h 102580"/>
                <a:gd name="connsiteX37" fmla="*/ 12578 w 102995"/>
                <a:gd name="connsiteY37" fmla="*/ 54700 h 102580"/>
                <a:gd name="connsiteX38" fmla="*/ 26636 w 102995"/>
                <a:gd name="connsiteY38" fmla="*/ 21504 h 102580"/>
                <a:gd name="connsiteX39" fmla="*/ 15773 w 102995"/>
                <a:gd name="connsiteY39" fmla="*/ 66830 h 102580"/>
                <a:gd name="connsiteX40" fmla="*/ 31748 w 102995"/>
                <a:gd name="connsiteY40" fmla="*/ 64915 h 102580"/>
                <a:gd name="connsiteX41" fmla="*/ 43249 w 102995"/>
                <a:gd name="connsiteY41" fmla="*/ 75768 h 102580"/>
                <a:gd name="connsiteX42" fmla="*/ 40054 w 102995"/>
                <a:gd name="connsiteY42" fmla="*/ 87897 h 102580"/>
                <a:gd name="connsiteX43" fmla="*/ 40054 w 102995"/>
                <a:gd name="connsiteY43" fmla="*/ 87897 h 102580"/>
                <a:gd name="connsiteX44" fmla="*/ 29831 w 102995"/>
                <a:gd name="connsiteY44" fmla="*/ 82790 h 102580"/>
                <a:gd name="connsiteX45" fmla="*/ 15773 w 102995"/>
                <a:gd name="connsiteY45" fmla="*/ 66830 h 102580"/>
                <a:gd name="connsiteX46" fmla="*/ 58585 w 102995"/>
                <a:gd name="connsiteY46" fmla="*/ 89174 h 102580"/>
                <a:gd name="connsiteX47" fmla="*/ 52834 w 102995"/>
                <a:gd name="connsiteY47" fmla="*/ 89812 h 102580"/>
                <a:gd name="connsiteX48" fmla="*/ 56029 w 102995"/>
                <a:gd name="connsiteY48" fmla="*/ 77683 h 102580"/>
                <a:gd name="connsiteX49" fmla="*/ 70726 w 102995"/>
                <a:gd name="connsiteY49" fmla="*/ 69384 h 102580"/>
                <a:gd name="connsiteX50" fmla="*/ 81589 w 102995"/>
                <a:gd name="connsiteY50" fmla="*/ 73852 h 102580"/>
                <a:gd name="connsiteX51" fmla="*/ 58585 w 102995"/>
                <a:gd name="connsiteY51" fmla="*/ 89174 h 102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02995" h="102580">
                  <a:moveTo>
                    <a:pt x="40694" y="1075"/>
                  </a:moveTo>
                  <a:cubicBezTo>
                    <a:pt x="13217" y="6820"/>
                    <a:pt x="-4675" y="34272"/>
                    <a:pt x="1076" y="61723"/>
                  </a:cubicBezTo>
                  <a:cubicBezTo>
                    <a:pt x="3632" y="75129"/>
                    <a:pt x="11939" y="86620"/>
                    <a:pt x="23441" y="94281"/>
                  </a:cubicBezTo>
                  <a:cubicBezTo>
                    <a:pt x="31748" y="100027"/>
                    <a:pt x="41332" y="102580"/>
                    <a:pt x="51557" y="102580"/>
                  </a:cubicBezTo>
                  <a:cubicBezTo>
                    <a:pt x="54752" y="102580"/>
                    <a:pt x="58585" y="101942"/>
                    <a:pt x="61780" y="101304"/>
                  </a:cubicBezTo>
                  <a:cubicBezTo>
                    <a:pt x="75199" y="98750"/>
                    <a:pt x="86701" y="90451"/>
                    <a:pt x="94369" y="78960"/>
                  </a:cubicBezTo>
                  <a:cubicBezTo>
                    <a:pt x="102037" y="67468"/>
                    <a:pt x="104593" y="54062"/>
                    <a:pt x="102037" y="40656"/>
                  </a:cubicBezTo>
                  <a:cubicBezTo>
                    <a:pt x="95647" y="13204"/>
                    <a:pt x="68170" y="-4671"/>
                    <a:pt x="40694" y="1075"/>
                  </a:cubicBezTo>
                  <a:close/>
                  <a:moveTo>
                    <a:pt x="88618" y="43848"/>
                  </a:moveTo>
                  <a:cubicBezTo>
                    <a:pt x="89896" y="50232"/>
                    <a:pt x="89896" y="56616"/>
                    <a:pt x="87979" y="63000"/>
                  </a:cubicBezTo>
                  <a:cubicBezTo>
                    <a:pt x="87979" y="63000"/>
                    <a:pt x="87979" y="63000"/>
                    <a:pt x="87340" y="63000"/>
                  </a:cubicBezTo>
                  <a:cubicBezTo>
                    <a:pt x="83506" y="61723"/>
                    <a:pt x="79033" y="59808"/>
                    <a:pt x="76477" y="59169"/>
                  </a:cubicBezTo>
                  <a:cubicBezTo>
                    <a:pt x="75838" y="53424"/>
                    <a:pt x="74560" y="46401"/>
                    <a:pt x="73282" y="41932"/>
                  </a:cubicBezTo>
                  <a:cubicBezTo>
                    <a:pt x="76477" y="38740"/>
                    <a:pt x="79672" y="33633"/>
                    <a:pt x="81589" y="30441"/>
                  </a:cubicBezTo>
                  <a:cubicBezTo>
                    <a:pt x="85423" y="33633"/>
                    <a:pt x="87340" y="38102"/>
                    <a:pt x="88618" y="43848"/>
                  </a:cubicBezTo>
                  <a:close/>
                  <a:moveTo>
                    <a:pt x="51557" y="66192"/>
                  </a:moveTo>
                  <a:cubicBezTo>
                    <a:pt x="49000" y="64276"/>
                    <a:pt x="44527" y="60446"/>
                    <a:pt x="41972" y="57254"/>
                  </a:cubicBezTo>
                  <a:cubicBezTo>
                    <a:pt x="42611" y="56616"/>
                    <a:pt x="42611" y="55339"/>
                    <a:pt x="43249" y="54700"/>
                  </a:cubicBezTo>
                  <a:cubicBezTo>
                    <a:pt x="44527" y="51508"/>
                    <a:pt x="46444" y="46401"/>
                    <a:pt x="48362" y="43848"/>
                  </a:cubicBezTo>
                  <a:cubicBezTo>
                    <a:pt x="51557" y="43848"/>
                    <a:pt x="57307" y="44486"/>
                    <a:pt x="62419" y="45124"/>
                  </a:cubicBezTo>
                  <a:cubicBezTo>
                    <a:pt x="63058" y="49593"/>
                    <a:pt x="64337" y="55339"/>
                    <a:pt x="64975" y="59808"/>
                  </a:cubicBezTo>
                  <a:cubicBezTo>
                    <a:pt x="60502" y="61723"/>
                    <a:pt x="54752" y="64915"/>
                    <a:pt x="51557" y="66192"/>
                  </a:cubicBezTo>
                  <a:close/>
                  <a:moveTo>
                    <a:pt x="43249" y="13843"/>
                  </a:moveTo>
                  <a:cubicBezTo>
                    <a:pt x="45806" y="13204"/>
                    <a:pt x="48362" y="13204"/>
                    <a:pt x="50917" y="13204"/>
                  </a:cubicBezTo>
                  <a:cubicBezTo>
                    <a:pt x="59224" y="13204"/>
                    <a:pt x="66892" y="15758"/>
                    <a:pt x="73282" y="20227"/>
                  </a:cubicBezTo>
                  <a:cubicBezTo>
                    <a:pt x="72643" y="20865"/>
                    <a:pt x="72004" y="21504"/>
                    <a:pt x="72004" y="22142"/>
                  </a:cubicBezTo>
                  <a:cubicBezTo>
                    <a:pt x="70726" y="24696"/>
                    <a:pt x="66892" y="29803"/>
                    <a:pt x="64337" y="32356"/>
                  </a:cubicBezTo>
                  <a:cubicBezTo>
                    <a:pt x="59224" y="31080"/>
                    <a:pt x="52834" y="30441"/>
                    <a:pt x="47084" y="30441"/>
                  </a:cubicBezTo>
                  <a:cubicBezTo>
                    <a:pt x="44527" y="25334"/>
                    <a:pt x="40694" y="19588"/>
                    <a:pt x="37499" y="15758"/>
                  </a:cubicBezTo>
                  <a:cubicBezTo>
                    <a:pt x="37499" y="15758"/>
                    <a:pt x="37499" y="15758"/>
                    <a:pt x="37499" y="15758"/>
                  </a:cubicBezTo>
                  <a:cubicBezTo>
                    <a:pt x="39416" y="15120"/>
                    <a:pt x="41332" y="14481"/>
                    <a:pt x="43249" y="13843"/>
                  </a:cubicBezTo>
                  <a:close/>
                  <a:moveTo>
                    <a:pt x="26636" y="21504"/>
                  </a:moveTo>
                  <a:cubicBezTo>
                    <a:pt x="26636" y="22142"/>
                    <a:pt x="27275" y="22780"/>
                    <a:pt x="27914" y="23419"/>
                  </a:cubicBezTo>
                  <a:cubicBezTo>
                    <a:pt x="31109" y="27249"/>
                    <a:pt x="34943" y="32995"/>
                    <a:pt x="36859" y="36825"/>
                  </a:cubicBezTo>
                  <a:cubicBezTo>
                    <a:pt x="34943" y="40656"/>
                    <a:pt x="33026" y="45124"/>
                    <a:pt x="31109" y="49593"/>
                  </a:cubicBezTo>
                  <a:cubicBezTo>
                    <a:pt x="30470" y="50870"/>
                    <a:pt x="30470" y="51508"/>
                    <a:pt x="29831" y="52785"/>
                  </a:cubicBezTo>
                  <a:cubicBezTo>
                    <a:pt x="24719" y="54062"/>
                    <a:pt x="17051" y="54700"/>
                    <a:pt x="15134" y="54700"/>
                  </a:cubicBezTo>
                  <a:cubicBezTo>
                    <a:pt x="14495" y="54700"/>
                    <a:pt x="13856" y="54700"/>
                    <a:pt x="12578" y="54700"/>
                  </a:cubicBezTo>
                  <a:cubicBezTo>
                    <a:pt x="11939" y="41294"/>
                    <a:pt x="17051" y="29164"/>
                    <a:pt x="26636" y="21504"/>
                  </a:cubicBezTo>
                  <a:close/>
                  <a:moveTo>
                    <a:pt x="15773" y="66830"/>
                  </a:moveTo>
                  <a:cubicBezTo>
                    <a:pt x="20246" y="66830"/>
                    <a:pt x="27275" y="65553"/>
                    <a:pt x="31748" y="64915"/>
                  </a:cubicBezTo>
                  <a:cubicBezTo>
                    <a:pt x="34943" y="68745"/>
                    <a:pt x="39416" y="73214"/>
                    <a:pt x="43249" y="75768"/>
                  </a:cubicBezTo>
                  <a:cubicBezTo>
                    <a:pt x="42611" y="79598"/>
                    <a:pt x="40694" y="85344"/>
                    <a:pt x="40054" y="87897"/>
                  </a:cubicBezTo>
                  <a:cubicBezTo>
                    <a:pt x="40054" y="87897"/>
                    <a:pt x="40054" y="87897"/>
                    <a:pt x="40054" y="87897"/>
                  </a:cubicBezTo>
                  <a:cubicBezTo>
                    <a:pt x="36221" y="86620"/>
                    <a:pt x="33026" y="85344"/>
                    <a:pt x="29831" y="82790"/>
                  </a:cubicBezTo>
                  <a:cubicBezTo>
                    <a:pt x="23441" y="79598"/>
                    <a:pt x="18968" y="73852"/>
                    <a:pt x="15773" y="66830"/>
                  </a:cubicBezTo>
                  <a:close/>
                  <a:moveTo>
                    <a:pt x="58585" y="89174"/>
                  </a:moveTo>
                  <a:cubicBezTo>
                    <a:pt x="56669" y="89812"/>
                    <a:pt x="54752" y="89812"/>
                    <a:pt x="52834" y="89812"/>
                  </a:cubicBezTo>
                  <a:cubicBezTo>
                    <a:pt x="54112" y="86620"/>
                    <a:pt x="55390" y="82152"/>
                    <a:pt x="56029" y="77683"/>
                  </a:cubicBezTo>
                  <a:cubicBezTo>
                    <a:pt x="61142" y="75768"/>
                    <a:pt x="66892" y="72576"/>
                    <a:pt x="70726" y="69384"/>
                  </a:cubicBezTo>
                  <a:cubicBezTo>
                    <a:pt x="74560" y="71299"/>
                    <a:pt x="79033" y="72576"/>
                    <a:pt x="81589" y="73852"/>
                  </a:cubicBezTo>
                  <a:cubicBezTo>
                    <a:pt x="76477" y="82152"/>
                    <a:pt x="68170" y="87259"/>
                    <a:pt x="58585" y="89174"/>
                  </a:cubicBezTo>
                  <a:close/>
                </a:path>
              </a:pathLst>
            </a:custGeom>
            <a:solidFill>
              <a:srgbClr val="00A3E0"/>
            </a:solidFill>
            <a:ln w="6390" cap="flat">
              <a:noFill/>
              <a:prstDash val="solid"/>
              <a:miter/>
            </a:ln>
          </p:spPr>
          <p:txBody>
            <a:bodyPr rtlCol="0" anchor="ctr"/>
            <a:lstStyle/>
            <a:p>
              <a:endParaRPr lang="en-US"/>
            </a:p>
          </p:txBody>
        </p:sp>
      </p:grpSp>
      <p:grpSp>
        <p:nvGrpSpPr>
          <p:cNvPr id="765" name="Graphic 4">
            <a:extLst>
              <a:ext uri="{FF2B5EF4-FFF2-40B4-BE49-F238E27FC236}">
                <a16:creationId xmlns:a16="http://schemas.microsoft.com/office/drawing/2014/main" id="{B4919F69-A437-D44E-99A1-7B9532D2ED61}"/>
              </a:ext>
            </a:extLst>
          </p:cNvPr>
          <p:cNvGrpSpPr>
            <a:grpSpLocks noChangeAspect="1"/>
          </p:cNvGrpSpPr>
          <p:nvPr/>
        </p:nvGrpSpPr>
        <p:grpSpPr>
          <a:xfrm>
            <a:off x="3607758" y="2855717"/>
            <a:ext cx="361670" cy="361333"/>
            <a:chOff x="3607758" y="2855717"/>
            <a:chExt cx="361670" cy="361333"/>
          </a:xfrm>
          <a:solidFill>
            <a:srgbClr val="00A3E0"/>
          </a:solidFill>
        </p:grpSpPr>
        <p:sp>
          <p:nvSpPr>
            <p:cNvPr id="766" name="Graphic 4">
              <a:extLst>
                <a:ext uri="{FF2B5EF4-FFF2-40B4-BE49-F238E27FC236}">
                  <a16:creationId xmlns:a16="http://schemas.microsoft.com/office/drawing/2014/main" id="{92408E9E-5892-E74A-96C0-2739C0403B5B}"/>
                </a:ext>
              </a:extLst>
            </p:cNvPr>
            <p:cNvSpPr/>
            <p:nvPr/>
          </p:nvSpPr>
          <p:spPr>
            <a:xfrm>
              <a:off x="3607758" y="2855717"/>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180836 w 361670"/>
                <a:gd name="connsiteY5" fmla="*/ 348565 h 361333"/>
                <a:gd name="connsiteX6" fmla="*/ 12780 w 361670"/>
                <a:gd name="connsiteY6" fmla="*/ 180667 h 361333"/>
                <a:gd name="connsiteX7" fmla="*/ 180836 w 361670"/>
                <a:gd name="connsiteY7" fmla="*/ 12768 h 361333"/>
                <a:gd name="connsiteX8" fmla="*/ 348891 w 361670"/>
                <a:gd name="connsiteY8" fmla="*/ 180667 h 361333"/>
                <a:gd name="connsiteX9" fmla="*/ 180836 w 361670"/>
                <a:gd name="connsiteY9" fmla="*/ 3485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6"/>
                    <a:pt x="0" y="180667"/>
                  </a:cubicBezTo>
                  <a:cubicBezTo>
                    <a:pt x="0" y="280257"/>
                    <a:pt x="81152" y="361333"/>
                    <a:pt x="180836" y="361333"/>
                  </a:cubicBezTo>
                  <a:cubicBezTo>
                    <a:pt x="280518" y="361333"/>
                    <a:pt x="361671" y="280257"/>
                    <a:pt x="361671" y="180667"/>
                  </a:cubicBezTo>
                  <a:cubicBezTo>
                    <a:pt x="361671" y="81076"/>
                    <a:pt x="281157" y="0"/>
                    <a:pt x="180836" y="0"/>
                  </a:cubicBezTo>
                  <a:close/>
                  <a:moveTo>
                    <a:pt x="180836" y="348565"/>
                  </a:moveTo>
                  <a:cubicBezTo>
                    <a:pt x="88181" y="348565"/>
                    <a:pt x="12780" y="273234"/>
                    <a:pt x="12780" y="180667"/>
                  </a:cubicBezTo>
                  <a:cubicBezTo>
                    <a:pt x="12780" y="88099"/>
                    <a:pt x="88181" y="12768"/>
                    <a:pt x="180836" y="12768"/>
                  </a:cubicBezTo>
                  <a:cubicBezTo>
                    <a:pt x="273490" y="12768"/>
                    <a:pt x="348891" y="88099"/>
                    <a:pt x="348891" y="180667"/>
                  </a:cubicBezTo>
                  <a:cubicBezTo>
                    <a:pt x="349530" y="273234"/>
                    <a:pt x="274128" y="348565"/>
                    <a:pt x="180836" y="348565"/>
                  </a:cubicBezTo>
                  <a:close/>
                </a:path>
              </a:pathLst>
            </a:custGeom>
            <a:solidFill>
              <a:srgbClr val="00A3E0"/>
            </a:solidFill>
            <a:ln w="6390" cap="flat">
              <a:noFill/>
              <a:prstDash val="solid"/>
              <a:miter/>
            </a:ln>
          </p:spPr>
          <p:txBody>
            <a:bodyPr rtlCol="0" anchor="ctr"/>
            <a:lstStyle/>
            <a:p>
              <a:endParaRPr lang="en-US"/>
            </a:p>
          </p:txBody>
        </p:sp>
        <p:sp>
          <p:nvSpPr>
            <p:cNvPr id="767" name="Graphic 4">
              <a:extLst>
                <a:ext uri="{FF2B5EF4-FFF2-40B4-BE49-F238E27FC236}">
                  <a16:creationId xmlns:a16="http://schemas.microsoft.com/office/drawing/2014/main" id="{2F40AF71-37B6-D04C-B88C-2EC28E34EDB4}"/>
                </a:ext>
              </a:extLst>
            </p:cNvPr>
            <p:cNvSpPr/>
            <p:nvPr/>
          </p:nvSpPr>
          <p:spPr>
            <a:xfrm>
              <a:off x="3662047" y="2924175"/>
              <a:ext cx="253706" cy="223928"/>
            </a:xfrm>
            <a:custGeom>
              <a:avLst/>
              <a:gdLst>
                <a:gd name="connsiteX0" fmla="*/ 251789 w 253706"/>
                <a:gd name="connsiteY0" fmla="*/ 107740 h 223928"/>
                <a:gd name="connsiteX1" fmla="*/ 235815 w 253706"/>
                <a:gd name="connsiteY1" fmla="*/ 91780 h 223928"/>
                <a:gd name="connsiteX2" fmla="*/ 226869 w 253706"/>
                <a:gd name="connsiteY2" fmla="*/ 91780 h 223928"/>
                <a:gd name="connsiteX3" fmla="*/ 226869 w 253706"/>
                <a:gd name="connsiteY3" fmla="*/ 100718 h 223928"/>
                <a:gd name="connsiteX4" fmla="*/ 231981 w 253706"/>
                <a:gd name="connsiteY4" fmla="*/ 105825 h 223928"/>
                <a:gd name="connsiteX5" fmla="*/ 207060 w 253706"/>
                <a:gd name="connsiteY5" fmla="*/ 105825 h 223928"/>
                <a:gd name="connsiteX6" fmla="*/ 201309 w 253706"/>
                <a:gd name="connsiteY6" fmla="*/ 66244 h 223928"/>
                <a:gd name="connsiteX7" fmla="*/ 193002 w 253706"/>
                <a:gd name="connsiteY7" fmla="*/ 59860 h 223928"/>
                <a:gd name="connsiteX8" fmla="*/ 191085 w 253706"/>
                <a:gd name="connsiteY8" fmla="*/ 59860 h 223928"/>
                <a:gd name="connsiteX9" fmla="*/ 145077 w 253706"/>
                <a:gd name="connsiteY9" fmla="*/ 489 h 223928"/>
                <a:gd name="connsiteX10" fmla="*/ 136771 w 253706"/>
                <a:gd name="connsiteY10" fmla="*/ 3681 h 223928"/>
                <a:gd name="connsiteX11" fmla="*/ 137409 w 253706"/>
                <a:gd name="connsiteY11" fmla="*/ 10065 h 223928"/>
                <a:gd name="connsiteX12" fmla="*/ 65842 w 253706"/>
                <a:gd name="connsiteY12" fmla="*/ 105825 h 223928"/>
                <a:gd name="connsiteX13" fmla="*/ 56258 w 253706"/>
                <a:gd name="connsiteY13" fmla="*/ 105825 h 223928"/>
                <a:gd name="connsiteX14" fmla="*/ 42200 w 253706"/>
                <a:gd name="connsiteY14" fmla="*/ 91780 h 223928"/>
                <a:gd name="connsiteX15" fmla="*/ 37727 w 253706"/>
                <a:gd name="connsiteY15" fmla="*/ 89865 h 223928"/>
                <a:gd name="connsiteX16" fmla="*/ 6416 w 253706"/>
                <a:gd name="connsiteY16" fmla="*/ 89865 h 223928"/>
                <a:gd name="connsiteX17" fmla="*/ 665 w 253706"/>
                <a:gd name="connsiteY17" fmla="*/ 93695 h 223928"/>
                <a:gd name="connsiteX18" fmla="*/ 1943 w 253706"/>
                <a:gd name="connsiteY18" fmla="*/ 100718 h 223928"/>
                <a:gd name="connsiteX19" fmla="*/ 13445 w 253706"/>
                <a:gd name="connsiteY19" fmla="*/ 112209 h 223928"/>
                <a:gd name="connsiteX20" fmla="*/ 1943 w 253706"/>
                <a:gd name="connsiteY20" fmla="*/ 123700 h 223928"/>
                <a:gd name="connsiteX21" fmla="*/ 665 w 253706"/>
                <a:gd name="connsiteY21" fmla="*/ 130723 h 223928"/>
                <a:gd name="connsiteX22" fmla="*/ 6416 w 253706"/>
                <a:gd name="connsiteY22" fmla="*/ 134553 h 223928"/>
                <a:gd name="connsiteX23" fmla="*/ 37727 w 253706"/>
                <a:gd name="connsiteY23" fmla="*/ 134553 h 223928"/>
                <a:gd name="connsiteX24" fmla="*/ 42200 w 253706"/>
                <a:gd name="connsiteY24" fmla="*/ 132638 h 223928"/>
                <a:gd name="connsiteX25" fmla="*/ 56258 w 253706"/>
                <a:gd name="connsiteY25" fmla="*/ 118593 h 223928"/>
                <a:gd name="connsiteX26" fmla="*/ 65842 w 253706"/>
                <a:gd name="connsiteY26" fmla="*/ 118593 h 223928"/>
                <a:gd name="connsiteX27" fmla="*/ 137409 w 253706"/>
                <a:gd name="connsiteY27" fmla="*/ 213714 h 223928"/>
                <a:gd name="connsiteX28" fmla="*/ 136771 w 253706"/>
                <a:gd name="connsiteY28" fmla="*/ 220098 h 223928"/>
                <a:gd name="connsiteX29" fmla="*/ 142522 w 253706"/>
                <a:gd name="connsiteY29" fmla="*/ 223929 h 223928"/>
                <a:gd name="connsiteX30" fmla="*/ 145077 w 253706"/>
                <a:gd name="connsiteY30" fmla="*/ 223290 h 223928"/>
                <a:gd name="connsiteX31" fmla="*/ 191085 w 253706"/>
                <a:gd name="connsiteY31" fmla="*/ 163919 h 223928"/>
                <a:gd name="connsiteX32" fmla="*/ 193002 w 253706"/>
                <a:gd name="connsiteY32" fmla="*/ 163919 h 223928"/>
                <a:gd name="connsiteX33" fmla="*/ 201309 w 253706"/>
                <a:gd name="connsiteY33" fmla="*/ 157535 h 223928"/>
                <a:gd name="connsiteX34" fmla="*/ 207060 w 253706"/>
                <a:gd name="connsiteY34" fmla="*/ 117955 h 223928"/>
                <a:gd name="connsiteX35" fmla="*/ 231981 w 253706"/>
                <a:gd name="connsiteY35" fmla="*/ 117955 h 223928"/>
                <a:gd name="connsiteX36" fmla="*/ 226869 w 253706"/>
                <a:gd name="connsiteY36" fmla="*/ 123062 h 223928"/>
                <a:gd name="connsiteX37" fmla="*/ 226869 w 253706"/>
                <a:gd name="connsiteY37" fmla="*/ 131999 h 223928"/>
                <a:gd name="connsiteX38" fmla="*/ 231342 w 253706"/>
                <a:gd name="connsiteY38" fmla="*/ 133915 h 223928"/>
                <a:gd name="connsiteX39" fmla="*/ 235815 w 253706"/>
                <a:gd name="connsiteY39" fmla="*/ 131999 h 223928"/>
                <a:gd name="connsiteX40" fmla="*/ 251789 w 253706"/>
                <a:gd name="connsiteY40" fmla="*/ 116039 h 223928"/>
                <a:gd name="connsiteX41" fmla="*/ 253706 w 253706"/>
                <a:gd name="connsiteY41" fmla="*/ 111571 h 223928"/>
                <a:gd name="connsiteX42" fmla="*/ 251789 w 253706"/>
                <a:gd name="connsiteY42" fmla="*/ 107740 h 223928"/>
                <a:gd name="connsiteX43" fmla="*/ 148272 w 253706"/>
                <a:gd name="connsiteY43" fmla="*/ 17726 h 223928"/>
                <a:gd name="connsiteX44" fmla="*/ 177666 w 253706"/>
                <a:gd name="connsiteY44" fmla="*/ 61137 h 223928"/>
                <a:gd name="connsiteX45" fmla="*/ 173193 w 253706"/>
                <a:gd name="connsiteY45" fmla="*/ 63691 h 223928"/>
                <a:gd name="connsiteX46" fmla="*/ 171276 w 253706"/>
                <a:gd name="connsiteY46" fmla="*/ 70075 h 223928"/>
                <a:gd name="connsiteX47" fmla="*/ 175749 w 253706"/>
                <a:gd name="connsiteY47" fmla="*/ 106463 h 223928"/>
                <a:gd name="connsiteX48" fmla="*/ 81817 w 253706"/>
                <a:gd name="connsiteY48" fmla="*/ 106463 h 223928"/>
                <a:gd name="connsiteX49" fmla="*/ 148272 w 253706"/>
                <a:gd name="connsiteY49" fmla="*/ 17726 h 223928"/>
                <a:gd name="connsiteX50" fmla="*/ 35170 w 253706"/>
                <a:gd name="connsiteY50" fmla="*/ 121785 h 223928"/>
                <a:gd name="connsiteX51" fmla="*/ 21752 w 253706"/>
                <a:gd name="connsiteY51" fmla="*/ 121785 h 223928"/>
                <a:gd name="connsiteX52" fmla="*/ 26864 w 253706"/>
                <a:gd name="connsiteY52" fmla="*/ 116678 h 223928"/>
                <a:gd name="connsiteX53" fmla="*/ 28780 w 253706"/>
                <a:gd name="connsiteY53" fmla="*/ 112209 h 223928"/>
                <a:gd name="connsiteX54" fmla="*/ 26864 w 253706"/>
                <a:gd name="connsiteY54" fmla="*/ 107740 h 223928"/>
                <a:gd name="connsiteX55" fmla="*/ 21752 w 253706"/>
                <a:gd name="connsiteY55" fmla="*/ 102633 h 223928"/>
                <a:gd name="connsiteX56" fmla="*/ 35170 w 253706"/>
                <a:gd name="connsiteY56" fmla="*/ 102633 h 223928"/>
                <a:gd name="connsiteX57" fmla="*/ 44755 w 253706"/>
                <a:gd name="connsiteY57" fmla="*/ 112209 h 223928"/>
                <a:gd name="connsiteX58" fmla="*/ 35170 w 253706"/>
                <a:gd name="connsiteY58" fmla="*/ 121785 h 223928"/>
                <a:gd name="connsiteX59" fmla="*/ 148272 w 253706"/>
                <a:gd name="connsiteY59" fmla="*/ 206692 h 223928"/>
                <a:gd name="connsiteX60" fmla="*/ 81817 w 253706"/>
                <a:gd name="connsiteY60" fmla="*/ 118593 h 223928"/>
                <a:gd name="connsiteX61" fmla="*/ 175749 w 253706"/>
                <a:gd name="connsiteY61" fmla="*/ 118593 h 223928"/>
                <a:gd name="connsiteX62" fmla="*/ 171276 w 253706"/>
                <a:gd name="connsiteY62" fmla="*/ 154982 h 223928"/>
                <a:gd name="connsiteX63" fmla="*/ 173193 w 253706"/>
                <a:gd name="connsiteY63" fmla="*/ 161366 h 223928"/>
                <a:gd name="connsiteX64" fmla="*/ 177666 w 253706"/>
                <a:gd name="connsiteY64" fmla="*/ 163919 h 223928"/>
                <a:gd name="connsiteX65" fmla="*/ 148272 w 253706"/>
                <a:gd name="connsiteY65" fmla="*/ 206692 h 223928"/>
                <a:gd name="connsiteX66" fmla="*/ 189807 w 253706"/>
                <a:gd name="connsiteY66" fmla="*/ 151151 h 223928"/>
                <a:gd name="connsiteX67" fmla="*/ 184695 w 253706"/>
                <a:gd name="connsiteY67" fmla="*/ 151151 h 223928"/>
                <a:gd name="connsiteX68" fmla="*/ 189168 w 253706"/>
                <a:gd name="connsiteY68" fmla="*/ 112209 h 223928"/>
                <a:gd name="connsiteX69" fmla="*/ 184695 w 253706"/>
                <a:gd name="connsiteY69" fmla="*/ 73267 h 223928"/>
                <a:gd name="connsiteX70" fmla="*/ 189807 w 253706"/>
                <a:gd name="connsiteY70" fmla="*/ 73267 h 223928"/>
                <a:gd name="connsiteX71" fmla="*/ 194280 w 253706"/>
                <a:gd name="connsiteY71" fmla="*/ 112209 h 223928"/>
                <a:gd name="connsiteX72" fmla="*/ 189807 w 253706"/>
                <a:gd name="connsiteY72" fmla="*/ 151151 h 223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53706" h="223928">
                  <a:moveTo>
                    <a:pt x="251789" y="107740"/>
                  </a:moveTo>
                  <a:lnTo>
                    <a:pt x="235815" y="91780"/>
                  </a:lnTo>
                  <a:cubicBezTo>
                    <a:pt x="233258" y="89227"/>
                    <a:pt x="229425" y="89227"/>
                    <a:pt x="226869" y="91780"/>
                  </a:cubicBezTo>
                  <a:cubicBezTo>
                    <a:pt x="224313" y="94334"/>
                    <a:pt x="224313" y="98164"/>
                    <a:pt x="226869" y="100718"/>
                  </a:cubicBezTo>
                  <a:lnTo>
                    <a:pt x="231981" y="105825"/>
                  </a:lnTo>
                  <a:lnTo>
                    <a:pt x="207060" y="105825"/>
                  </a:lnTo>
                  <a:cubicBezTo>
                    <a:pt x="206421" y="92419"/>
                    <a:pt x="204504" y="79012"/>
                    <a:pt x="201309" y="66244"/>
                  </a:cubicBezTo>
                  <a:cubicBezTo>
                    <a:pt x="200031" y="62414"/>
                    <a:pt x="196836" y="59860"/>
                    <a:pt x="193002" y="59860"/>
                  </a:cubicBezTo>
                  <a:lnTo>
                    <a:pt x="191085" y="59860"/>
                  </a:lnTo>
                  <a:cubicBezTo>
                    <a:pt x="181500" y="31132"/>
                    <a:pt x="164886" y="9427"/>
                    <a:pt x="145077" y="489"/>
                  </a:cubicBezTo>
                  <a:cubicBezTo>
                    <a:pt x="141882" y="-788"/>
                    <a:pt x="138049" y="489"/>
                    <a:pt x="136771" y="3681"/>
                  </a:cubicBezTo>
                  <a:cubicBezTo>
                    <a:pt x="135492" y="6235"/>
                    <a:pt x="136132" y="8150"/>
                    <a:pt x="137409" y="10065"/>
                  </a:cubicBezTo>
                  <a:lnTo>
                    <a:pt x="65842" y="105825"/>
                  </a:lnTo>
                  <a:lnTo>
                    <a:pt x="56258" y="105825"/>
                  </a:lnTo>
                  <a:lnTo>
                    <a:pt x="42200" y="91780"/>
                  </a:lnTo>
                  <a:cubicBezTo>
                    <a:pt x="40922" y="90503"/>
                    <a:pt x="39643" y="89865"/>
                    <a:pt x="37727" y="89865"/>
                  </a:cubicBezTo>
                  <a:lnTo>
                    <a:pt x="6416" y="89865"/>
                  </a:lnTo>
                  <a:cubicBezTo>
                    <a:pt x="3860" y="89865"/>
                    <a:pt x="1304" y="91142"/>
                    <a:pt x="665" y="93695"/>
                  </a:cubicBezTo>
                  <a:cubicBezTo>
                    <a:pt x="26" y="96249"/>
                    <a:pt x="26" y="98803"/>
                    <a:pt x="1943" y="100718"/>
                  </a:cubicBezTo>
                  <a:lnTo>
                    <a:pt x="13445" y="112209"/>
                  </a:lnTo>
                  <a:lnTo>
                    <a:pt x="1943" y="123700"/>
                  </a:lnTo>
                  <a:cubicBezTo>
                    <a:pt x="26" y="125615"/>
                    <a:pt x="-613" y="128169"/>
                    <a:pt x="665" y="130723"/>
                  </a:cubicBezTo>
                  <a:cubicBezTo>
                    <a:pt x="1943" y="133276"/>
                    <a:pt x="3860" y="134553"/>
                    <a:pt x="6416" y="134553"/>
                  </a:cubicBezTo>
                  <a:lnTo>
                    <a:pt x="37727" y="134553"/>
                  </a:lnTo>
                  <a:cubicBezTo>
                    <a:pt x="39643" y="134553"/>
                    <a:pt x="40922" y="133915"/>
                    <a:pt x="42200" y="132638"/>
                  </a:cubicBezTo>
                  <a:lnTo>
                    <a:pt x="56258" y="118593"/>
                  </a:lnTo>
                  <a:lnTo>
                    <a:pt x="65842" y="118593"/>
                  </a:lnTo>
                  <a:lnTo>
                    <a:pt x="137409" y="213714"/>
                  </a:lnTo>
                  <a:cubicBezTo>
                    <a:pt x="136132" y="215630"/>
                    <a:pt x="135492" y="218183"/>
                    <a:pt x="136771" y="220098"/>
                  </a:cubicBezTo>
                  <a:cubicBezTo>
                    <a:pt x="138049" y="222652"/>
                    <a:pt x="139966" y="223929"/>
                    <a:pt x="142522" y="223929"/>
                  </a:cubicBezTo>
                  <a:cubicBezTo>
                    <a:pt x="143160" y="223929"/>
                    <a:pt x="144439" y="223929"/>
                    <a:pt x="145077" y="223290"/>
                  </a:cubicBezTo>
                  <a:cubicBezTo>
                    <a:pt x="164886" y="214353"/>
                    <a:pt x="182139" y="192647"/>
                    <a:pt x="191085" y="163919"/>
                  </a:cubicBezTo>
                  <a:lnTo>
                    <a:pt x="193002" y="163919"/>
                  </a:lnTo>
                  <a:cubicBezTo>
                    <a:pt x="196836" y="163919"/>
                    <a:pt x="200670" y="161366"/>
                    <a:pt x="201309" y="157535"/>
                  </a:cubicBezTo>
                  <a:cubicBezTo>
                    <a:pt x="204504" y="144767"/>
                    <a:pt x="206421" y="131361"/>
                    <a:pt x="207060" y="117955"/>
                  </a:cubicBezTo>
                  <a:lnTo>
                    <a:pt x="231981" y="117955"/>
                  </a:lnTo>
                  <a:lnTo>
                    <a:pt x="226869" y="123062"/>
                  </a:lnTo>
                  <a:cubicBezTo>
                    <a:pt x="224313" y="125615"/>
                    <a:pt x="224313" y="129446"/>
                    <a:pt x="226869" y="131999"/>
                  </a:cubicBezTo>
                  <a:cubicBezTo>
                    <a:pt x="228147" y="133276"/>
                    <a:pt x="230063" y="133915"/>
                    <a:pt x="231342" y="133915"/>
                  </a:cubicBezTo>
                  <a:cubicBezTo>
                    <a:pt x="232620" y="133915"/>
                    <a:pt x="234537" y="133276"/>
                    <a:pt x="235815" y="131999"/>
                  </a:cubicBezTo>
                  <a:lnTo>
                    <a:pt x="251789" y="116039"/>
                  </a:lnTo>
                  <a:cubicBezTo>
                    <a:pt x="253067" y="114763"/>
                    <a:pt x="253706" y="113486"/>
                    <a:pt x="253706" y="111571"/>
                  </a:cubicBezTo>
                  <a:cubicBezTo>
                    <a:pt x="253706" y="110294"/>
                    <a:pt x="253067" y="109017"/>
                    <a:pt x="251789" y="107740"/>
                  </a:cubicBezTo>
                  <a:close/>
                  <a:moveTo>
                    <a:pt x="148272" y="17726"/>
                  </a:moveTo>
                  <a:cubicBezTo>
                    <a:pt x="160413" y="26664"/>
                    <a:pt x="171276" y="41985"/>
                    <a:pt x="177666" y="61137"/>
                  </a:cubicBezTo>
                  <a:cubicBezTo>
                    <a:pt x="175749" y="61776"/>
                    <a:pt x="174471" y="62414"/>
                    <a:pt x="173193" y="63691"/>
                  </a:cubicBezTo>
                  <a:cubicBezTo>
                    <a:pt x="171915" y="65606"/>
                    <a:pt x="171276" y="67521"/>
                    <a:pt x="171276" y="70075"/>
                  </a:cubicBezTo>
                  <a:cubicBezTo>
                    <a:pt x="173193" y="82204"/>
                    <a:pt x="175110" y="96887"/>
                    <a:pt x="175749" y="106463"/>
                  </a:cubicBezTo>
                  <a:lnTo>
                    <a:pt x="81817" y="106463"/>
                  </a:lnTo>
                  <a:lnTo>
                    <a:pt x="148272" y="17726"/>
                  </a:lnTo>
                  <a:close/>
                  <a:moveTo>
                    <a:pt x="35170" y="121785"/>
                  </a:moveTo>
                  <a:lnTo>
                    <a:pt x="21752" y="121785"/>
                  </a:lnTo>
                  <a:lnTo>
                    <a:pt x="26864" y="116678"/>
                  </a:lnTo>
                  <a:cubicBezTo>
                    <a:pt x="28142" y="115401"/>
                    <a:pt x="28780" y="114124"/>
                    <a:pt x="28780" y="112209"/>
                  </a:cubicBezTo>
                  <a:cubicBezTo>
                    <a:pt x="28780" y="110294"/>
                    <a:pt x="28142" y="109017"/>
                    <a:pt x="26864" y="107740"/>
                  </a:cubicBezTo>
                  <a:lnTo>
                    <a:pt x="21752" y="102633"/>
                  </a:lnTo>
                  <a:lnTo>
                    <a:pt x="35170" y="102633"/>
                  </a:lnTo>
                  <a:lnTo>
                    <a:pt x="44755" y="112209"/>
                  </a:lnTo>
                  <a:lnTo>
                    <a:pt x="35170" y="121785"/>
                  </a:lnTo>
                  <a:close/>
                  <a:moveTo>
                    <a:pt x="148272" y="206692"/>
                  </a:moveTo>
                  <a:lnTo>
                    <a:pt x="81817" y="118593"/>
                  </a:lnTo>
                  <a:lnTo>
                    <a:pt x="175749" y="118593"/>
                  </a:lnTo>
                  <a:cubicBezTo>
                    <a:pt x="175110" y="128169"/>
                    <a:pt x="173193" y="142214"/>
                    <a:pt x="171276" y="154982"/>
                  </a:cubicBezTo>
                  <a:cubicBezTo>
                    <a:pt x="170637" y="157535"/>
                    <a:pt x="171915" y="159450"/>
                    <a:pt x="173193" y="161366"/>
                  </a:cubicBezTo>
                  <a:cubicBezTo>
                    <a:pt x="174471" y="162642"/>
                    <a:pt x="175749" y="163919"/>
                    <a:pt x="177666" y="163919"/>
                  </a:cubicBezTo>
                  <a:cubicBezTo>
                    <a:pt x="170637" y="183071"/>
                    <a:pt x="160413" y="197754"/>
                    <a:pt x="148272" y="206692"/>
                  </a:cubicBezTo>
                  <a:close/>
                  <a:moveTo>
                    <a:pt x="189807" y="151151"/>
                  </a:moveTo>
                  <a:lnTo>
                    <a:pt x="184695" y="151151"/>
                  </a:lnTo>
                  <a:cubicBezTo>
                    <a:pt x="186612" y="139660"/>
                    <a:pt x="189168" y="120508"/>
                    <a:pt x="189168" y="112209"/>
                  </a:cubicBezTo>
                  <a:cubicBezTo>
                    <a:pt x="189168" y="103910"/>
                    <a:pt x="186612" y="84758"/>
                    <a:pt x="184695" y="73267"/>
                  </a:cubicBezTo>
                  <a:lnTo>
                    <a:pt x="189807" y="73267"/>
                  </a:lnTo>
                  <a:cubicBezTo>
                    <a:pt x="193002" y="86035"/>
                    <a:pt x="194280" y="98803"/>
                    <a:pt x="194280" y="112209"/>
                  </a:cubicBezTo>
                  <a:cubicBezTo>
                    <a:pt x="194280" y="125615"/>
                    <a:pt x="193002" y="138383"/>
                    <a:pt x="189807" y="151151"/>
                  </a:cubicBezTo>
                  <a:close/>
                </a:path>
              </a:pathLst>
            </a:custGeom>
            <a:solidFill>
              <a:srgbClr val="00A3E0"/>
            </a:solidFill>
            <a:ln w="6390" cap="flat">
              <a:noFill/>
              <a:prstDash val="solid"/>
              <a:miter/>
            </a:ln>
          </p:spPr>
          <p:txBody>
            <a:bodyPr rtlCol="0" anchor="ctr"/>
            <a:lstStyle/>
            <a:p>
              <a:endParaRPr lang="en-US"/>
            </a:p>
          </p:txBody>
        </p:sp>
      </p:grpSp>
      <p:grpSp>
        <p:nvGrpSpPr>
          <p:cNvPr id="768" name="Graphic 4">
            <a:extLst>
              <a:ext uri="{FF2B5EF4-FFF2-40B4-BE49-F238E27FC236}">
                <a16:creationId xmlns:a16="http://schemas.microsoft.com/office/drawing/2014/main" id="{20B3EBB8-C10E-3545-93B2-AFBF474ED5FB}"/>
              </a:ext>
            </a:extLst>
          </p:cNvPr>
          <p:cNvGrpSpPr>
            <a:grpSpLocks noChangeAspect="1"/>
          </p:cNvGrpSpPr>
          <p:nvPr/>
        </p:nvGrpSpPr>
        <p:grpSpPr>
          <a:xfrm>
            <a:off x="4661459" y="2855717"/>
            <a:ext cx="361670" cy="361333"/>
            <a:chOff x="4661459" y="2855717"/>
            <a:chExt cx="361670" cy="361333"/>
          </a:xfrm>
          <a:solidFill>
            <a:srgbClr val="00A3E0"/>
          </a:solidFill>
        </p:grpSpPr>
        <p:sp>
          <p:nvSpPr>
            <p:cNvPr id="769" name="Graphic 4">
              <a:extLst>
                <a:ext uri="{FF2B5EF4-FFF2-40B4-BE49-F238E27FC236}">
                  <a16:creationId xmlns:a16="http://schemas.microsoft.com/office/drawing/2014/main" id="{70BB3D59-8867-5D4D-AF24-DF3200262971}"/>
                </a:ext>
              </a:extLst>
            </p:cNvPr>
            <p:cNvSpPr/>
            <p:nvPr/>
          </p:nvSpPr>
          <p:spPr>
            <a:xfrm>
              <a:off x="4661459"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8565 h 361333"/>
                <a:gd name="connsiteX6" fmla="*/ 12780 w 361670"/>
                <a:gd name="connsiteY6" fmla="*/ 180667 h 361333"/>
                <a:gd name="connsiteX7" fmla="*/ 180835 w 361670"/>
                <a:gd name="connsiteY7" fmla="*/ 12768 h 361333"/>
                <a:gd name="connsiteX8" fmla="*/ 348890 w 361670"/>
                <a:gd name="connsiteY8" fmla="*/ 180667 h 361333"/>
                <a:gd name="connsiteX9" fmla="*/ 180835 w 361670"/>
                <a:gd name="connsiteY9" fmla="*/ 3485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257"/>
                    <a:pt x="361670" y="180667"/>
                  </a:cubicBezTo>
                  <a:cubicBezTo>
                    <a:pt x="361670" y="81076"/>
                    <a:pt x="281157" y="0"/>
                    <a:pt x="180835" y="0"/>
                  </a:cubicBezTo>
                  <a:close/>
                  <a:moveTo>
                    <a:pt x="180835" y="348565"/>
                  </a:moveTo>
                  <a:cubicBezTo>
                    <a:pt x="88181" y="348565"/>
                    <a:pt x="12780" y="273234"/>
                    <a:pt x="12780" y="180667"/>
                  </a:cubicBezTo>
                  <a:cubicBezTo>
                    <a:pt x="12780" y="88099"/>
                    <a:pt x="88181" y="12768"/>
                    <a:pt x="180835" y="12768"/>
                  </a:cubicBezTo>
                  <a:cubicBezTo>
                    <a:pt x="273489" y="12768"/>
                    <a:pt x="348890" y="88099"/>
                    <a:pt x="348890" y="180667"/>
                  </a:cubicBezTo>
                  <a:cubicBezTo>
                    <a:pt x="349530" y="273234"/>
                    <a:pt x="273489" y="348565"/>
                    <a:pt x="180835" y="348565"/>
                  </a:cubicBezTo>
                  <a:close/>
                </a:path>
              </a:pathLst>
            </a:custGeom>
            <a:solidFill>
              <a:srgbClr val="00A3E0"/>
            </a:solidFill>
            <a:ln w="6390" cap="flat">
              <a:noFill/>
              <a:prstDash val="solid"/>
              <a:miter/>
            </a:ln>
          </p:spPr>
          <p:txBody>
            <a:bodyPr rtlCol="0" anchor="ctr"/>
            <a:lstStyle/>
            <a:p>
              <a:endParaRPr lang="en-US"/>
            </a:p>
          </p:txBody>
        </p:sp>
        <p:sp>
          <p:nvSpPr>
            <p:cNvPr id="770" name="Graphic 4">
              <a:extLst>
                <a:ext uri="{FF2B5EF4-FFF2-40B4-BE49-F238E27FC236}">
                  <a16:creationId xmlns:a16="http://schemas.microsoft.com/office/drawing/2014/main" id="{AD163851-20AD-6B46-93E1-08AA9DDF782A}"/>
                </a:ext>
              </a:extLst>
            </p:cNvPr>
            <p:cNvSpPr/>
            <p:nvPr/>
          </p:nvSpPr>
          <p:spPr>
            <a:xfrm>
              <a:off x="4727035" y="2921871"/>
              <a:ext cx="226482" cy="228785"/>
            </a:xfrm>
            <a:custGeom>
              <a:avLst/>
              <a:gdLst>
                <a:gd name="connsiteX0" fmla="*/ 196411 w 226482"/>
                <a:gd name="connsiteY0" fmla="*/ 106214 h 228785"/>
                <a:gd name="connsiteX1" fmla="*/ 161905 w 226482"/>
                <a:gd name="connsiteY1" fmla="*/ 57695 h 228785"/>
                <a:gd name="connsiteX2" fmla="*/ 144013 w 226482"/>
                <a:gd name="connsiteY2" fmla="*/ 56418 h 228785"/>
                <a:gd name="connsiteX3" fmla="*/ 131233 w 226482"/>
                <a:gd name="connsiteY3" fmla="*/ 70463 h 228785"/>
                <a:gd name="connsiteX4" fmla="*/ 121648 w 226482"/>
                <a:gd name="connsiteY4" fmla="*/ 64718 h 228785"/>
                <a:gd name="connsiteX5" fmla="*/ 119731 w 226482"/>
                <a:gd name="connsiteY5" fmla="*/ 64079 h 228785"/>
                <a:gd name="connsiteX6" fmla="*/ 118453 w 226482"/>
                <a:gd name="connsiteY6" fmla="*/ 50673 h 228785"/>
                <a:gd name="connsiteX7" fmla="*/ 128678 w 226482"/>
                <a:gd name="connsiteY7" fmla="*/ 37905 h 228785"/>
                <a:gd name="connsiteX8" fmla="*/ 129955 w 226482"/>
                <a:gd name="connsiteY8" fmla="*/ 33436 h 228785"/>
                <a:gd name="connsiteX9" fmla="*/ 127399 w 226482"/>
                <a:gd name="connsiteY9" fmla="*/ 5985 h 228785"/>
                <a:gd name="connsiteX10" fmla="*/ 122926 w 226482"/>
                <a:gd name="connsiteY10" fmla="*/ 239 h 228785"/>
                <a:gd name="connsiteX11" fmla="*/ 115898 w 226482"/>
                <a:gd name="connsiteY11" fmla="*/ 2155 h 228785"/>
                <a:gd name="connsiteX12" fmla="*/ 107590 w 226482"/>
                <a:gd name="connsiteY12" fmla="*/ 12369 h 228785"/>
                <a:gd name="connsiteX13" fmla="*/ 97367 w 226482"/>
                <a:gd name="connsiteY13" fmla="*/ 4070 h 228785"/>
                <a:gd name="connsiteX14" fmla="*/ 90338 w 226482"/>
                <a:gd name="connsiteY14" fmla="*/ 3431 h 228785"/>
                <a:gd name="connsiteX15" fmla="*/ 87143 w 226482"/>
                <a:gd name="connsiteY15" fmla="*/ 9815 h 228785"/>
                <a:gd name="connsiteX16" fmla="*/ 89699 w 226482"/>
                <a:gd name="connsiteY16" fmla="*/ 37266 h 228785"/>
                <a:gd name="connsiteX17" fmla="*/ 92255 w 226482"/>
                <a:gd name="connsiteY17" fmla="*/ 41735 h 228785"/>
                <a:gd name="connsiteX18" fmla="*/ 105035 w 226482"/>
                <a:gd name="connsiteY18" fmla="*/ 52588 h 228785"/>
                <a:gd name="connsiteX19" fmla="*/ 106313 w 226482"/>
                <a:gd name="connsiteY19" fmla="*/ 65356 h 228785"/>
                <a:gd name="connsiteX20" fmla="*/ 103757 w 226482"/>
                <a:gd name="connsiteY20" fmla="*/ 66633 h 228785"/>
                <a:gd name="connsiteX21" fmla="*/ 91616 w 226482"/>
                <a:gd name="connsiteY21" fmla="*/ 73655 h 228785"/>
                <a:gd name="connsiteX22" fmla="*/ 85226 w 226482"/>
                <a:gd name="connsiteY22" fmla="*/ 62164 h 228785"/>
                <a:gd name="connsiteX23" fmla="*/ 89699 w 226482"/>
                <a:gd name="connsiteY23" fmla="*/ 46204 h 228785"/>
                <a:gd name="connsiteX24" fmla="*/ 89060 w 226482"/>
                <a:gd name="connsiteY24" fmla="*/ 41097 h 228785"/>
                <a:gd name="connsiteX25" fmla="*/ 75641 w 226482"/>
                <a:gd name="connsiteY25" fmla="*/ 17476 h 228785"/>
                <a:gd name="connsiteX26" fmla="*/ 69251 w 226482"/>
                <a:gd name="connsiteY26" fmla="*/ 14284 h 228785"/>
                <a:gd name="connsiteX27" fmla="*/ 64139 w 226482"/>
                <a:gd name="connsiteY27" fmla="*/ 18753 h 228785"/>
                <a:gd name="connsiteX28" fmla="*/ 60305 w 226482"/>
                <a:gd name="connsiteY28" fmla="*/ 31521 h 228785"/>
                <a:gd name="connsiteX29" fmla="*/ 47525 w 226482"/>
                <a:gd name="connsiteY29" fmla="*/ 27690 h 228785"/>
                <a:gd name="connsiteX30" fmla="*/ 40496 w 226482"/>
                <a:gd name="connsiteY30" fmla="*/ 29606 h 228785"/>
                <a:gd name="connsiteX31" fmla="*/ 39857 w 226482"/>
                <a:gd name="connsiteY31" fmla="*/ 36628 h 228785"/>
                <a:gd name="connsiteX32" fmla="*/ 53276 w 226482"/>
                <a:gd name="connsiteY32" fmla="*/ 60249 h 228785"/>
                <a:gd name="connsiteX33" fmla="*/ 57110 w 226482"/>
                <a:gd name="connsiteY33" fmla="*/ 63441 h 228785"/>
                <a:gd name="connsiteX34" fmla="*/ 73085 w 226482"/>
                <a:gd name="connsiteY34" fmla="*/ 67910 h 228785"/>
                <a:gd name="connsiteX35" fmla="*/ 79475 w 226482"/>
                <a:gd name="connsiteY35" fmla="*/ 79401 h 228785"/>
                <a:gd name="connsiteX36" fmla="*/ 67334 w 226482"/>
                <a:gd name="connsiteY36" fmla="*/ 86423 h 228785"/>
                <a:gd name="connsiteX37" fmla="*/ 64139 w 226482"/>
                <a:gd name="connsiteY37" fmla="*/ 88338 h 228785"/>
                <a:gd name="connsiteX38" fmla="*/ 52637 w 226482"/>
                <a:gd name="connsiteY38" fmla="*/ 78762 h 228785"/>
                <a:gd name="connsiteX39" fmla="*/ 51359 w 226482"/>
                <a:gd name="connsiteY39" fmla="*/ 62164 h 228785"/>
                <a:gd name="connsiteX40" fmla="*/ 48803 w 226482"/>
                <a:gd name="connsiteY40" fmla="*/ 57695 h 228785"/>
                <a:gd name="connsiteX41" fmla="*/ 27716 w 226482"/>
                <a:gd name="connsiteY41" fmla="*/ 39820 h 228785"/>
                <a:gd name="connsiteX42" fmla="*/ 20687 w 226482"/>
                <a:gd name="connsiteY42" fmla="*/ 39182 h 228785"/>
                <a:gd name="connsiteX43" fmla="*/ 17492 w 226482"/>
                <a:gd name="connsiteY43" fmla="*/ 45566 h 228785"/>
                <a:gd name="connsiteX44" fmla="*/ 18771 w 226482"/>
                <a:gd name="connsiteY44" fmla="*/ 58334 h 228785"/>
                <a:gd name="connsiteX45" fmla="*/ 5991 w 226482"/>
                <a:gd name="connsiteY45" fmla="*/ 59610 h 228785"/>
                <a:gd name="connsiteX46" fmla="*/ 240 w 226482"/>
                <a:gd name="connsiteY46" fmla="*/ 64079 h 228785"/>
                <a:gd name="connsiteX47" fmla="*/ 2156 w 226482"/>
                <a:gd name="connsiteY47" fmla="*/ 71102 h 228785"/>
                <a:gd name="connsiteX48" fmla="*/ 23244 w 226482"/>
                <a:gd name="connsiteY48" fmla="*/ 88977 h 228785"/>
                <a:gd name="connsiteX49" fmla="*/ 27077 w 226482"/>
                <a:gd name="connsiteY49" fmla="*/ 90254 h 228785"/>
                <a:gd name="connsiteX50" fmla="*/ 27716 w 226482"/>
                <a:gd name="connsiteY50" fmla="*/ 90254 h 228785"/>
                <a:gd name="connsiteX51" fmla="*/ 44330 w 226482"/>
                <a:gd name="connsiteY51" fmla="*/ 88977 h 228785"/>
                <a:gd name="connsiteX52" fmla="*/ 56471 w 226482"/>
                <a:gd name="connsiteY52" fmla="*/ 99191 h 228785"/>
                <a:gd name="connsiteX53" fmla="*/ 55832 w 226482"/>
                <a:gd name="connsiteY53" fmla="*/ 100468 h 228785"/>
                <a:gd name="connsiteX54" fmla="*/ 57749 w 226482"/>
                <a:gd name="connsiteY54" fmla="*/ 117705 h 228785"/>
                <a:gd name="connsiteX55" fmla="*/ 58388 w 226482"/>
                <a:gd name="connsiteY55" fmla="*/ 118343 h 228785"/>
                <a:gd name="connsiteX56" fmla="*/ 136984 w 226482"/>
                <a:gd name="connsiteY56" fmla="*/ 217933 h 228785"/>
                <a:gd name="connsiteX57" fmla="*/ 159349 w 226482"/>
                <a:gd name="connsiteY57" fmla="*/ 228786 h 228785"/>
                <a:gd name="connsiteX58" fmla="*/ 167017 w 226482"/>
                <a:gd name="connsiteY58" fmla="*/ 227509 h 228785"/>
                <a:gd name="connsiteX59" fmla="*/ 187465 w 226482"/>
                <a:gd name="connsiteY59" fmla="*/ 221763 h 228785"/>
                <a:gd name="connsiteX60" fmla="*/ 188743 w 226482"/>
                <a:gd name="connsiteY60" fmla="*/ 221125 h 228785"/>
                <a:gd name="connsiteX61" fmla="*/ 199606 w 226482"/>
                <a:gd name="connsiteY61" fmla="*/ 207080 h 228785"/>
                <a:gd name="connsiteX62" fmla="*/ 200245 w 226482"/>
                <a:gd name="connsiteY62" fmla="*/ 203888 h 228785"/>
                <a:gd name="connsiteX63" fmla="*/ 205357 w 226482"/>
                <a:gd name="connsiteY63" fmla="*/ 204527 h 228785"/>
                <a:gd name="connsiteX64" fmla="*/ 221332 w 226482"/>
                <a:gd name="connsiteY64" fmla="*/ 196866 h 228785"/>
                <a:gd name="connsiteX65" fmla="*/ 216859 w 226482"/>
                <a:gd name="connsiteY65" fmla="*/ 156009 h 228785"/>
                <a:gd name="connsiteX66" fmla="*/ 196411 w 226482"/>
                <a:gd name="connsiteY66" fmla="*/ 106214 h 228785"/>
                <a:gd name="connsiteX67" fmla="*/ 60305 w 226482"/>
                <a:gd name="connsiteY67" fmla="*/ 43650 h 228785"/>
                <a:gd name="connsiteX68" fmla="*/ 64139 w 226482"/>
                <a:gd name="connsiteY68" fmla="*/ 44927 h 228785"/>
                <a:gd name="connsiteX69" fmla="*/ 71807 w 226482"/>
                <a:gd name="connsiteY69" fmla="*/ 40458 h 228785"/>
                <a:gd name="connsiteX70" fmla="*/ 73085 w 226482"/>
                <a:gd name="connsiteY70" fmla="*/ 36628 h 228785"/>
                <a:gd name="connsiteX71" fmla="*/ 77558 w 226482"/>
                <a:gd name="connsiteY71" fmla="*/ 44927 h 228785"/>
                <a:gd name="connsiteX72" fmla="*/ 75002 w 226482"/>
                <a:gd name="connsiteY72" fmla="*/ 55142 h 228785"/>
                <a:gd name="connsiteX73" fmla="*/ 64778 w 226482"/>
                <a:gd name="connsiteY73" fmla="*/ 52588 h 228785"/>
                <a:gd name="connsiteX74" fmla="*/ 60305 w 226482"/>
                <a:gd name="connsiteY74" fmla="*/ 43650 h 228785"/>
                <a:gd name="connsiteX75" fmla="*/ 102479 w 226482"/>
                <a:gd name="connsiteY75" fmla="*/ 23860 h 228785"/>
                <a:gd name="connsiteX76" fmla="*/ 105674 w 226482"/>
                <a:gd name="connsiteY76" fmla="*/ 26414 h 228785"/>
                <a:gd name="connsiteX77" fmla="*/ 110147 w 226482"/>
                <a:gd name="connsiteY77" fmla="*/ 27690 h 228785"/>
                <a:gd name="connsiteX78" fmla="*/ 114620 w 226482"/>
                <a:gd name="connsiteY78" fmla="*/ 25137 h 228785"/>
                <a:gd name="connsiteX79" fmla="*/ 117175 w 226482"/>
                <a:gd name="connsiteY79" fmla="*/ 21945 h 228785"/>
                <a:gd name="connsiteX80" fmla="*/ 117815 w 226482"/>
                <a:gd name="connsiteY80" fmla="*/ 30882 h 228785"/>
                <a:gd name="connsiteX81" fmla="*/ 111425 w 226482"/>
                <a:gd name="connsiteY81" fmla="*/ 38543 h 228785"/>
                <a:gd name="connsiteX82" fmla="*/ 103757 w 226482"/>
                <a:gd name="connsiteY82" fmla="*/ 32159 h 228785"/>
                <a:gd name="connsiteX83" fmla="*/ 102479 w 226482"/>
                <a:gd name="connsiteY83" fmla="*/ 23860 h 228785"/>
                <a:gd name="connsiteX84" fmla="*/ 31550 w 226482"/>
                <a:gd name="connsiteY84" fmla="*/ 76847 h 228785"/>
                <a:gd name="connsiteX85" fmla="*/ 24521 w 226482"/>
                <a:gd name="connsiteY85" fmla="*/ 71102 h 228785"/>
                <a:gd name="connsiteX86" fmla="*/ 28355 w 226482"/>
                <a:gd name="connsiteY86" fmla="*/ 70463 h 228785"/>
                <a:gd name="connsiteX87" fmla="*/ 34106 w 226482"/>
                <a:gd name="connsiteY87" fmla="*/ 63441 h 228785"/>
                <a:gd name="connsiteX88" fmla="*/ 33467 w 226482"/>
                <a:gd name="connsiteY88" fmla="*/ 59610 h 228785"/>
                <a:gd name="connsiteX89" fmla="*/ 40496 w 226482"/>
                <a:gd name="connsiteY89" fmla="*/ 65356 h 228785"/>
                <a:gd name="connsiteX90" fmla="*/ 41135 w 226482"/>
                <a:gd name="connsiteY90" fmla="*/ 75570 h 228785"/>
                <a:gd name="connsiteX91" fmla="*/ 31550 w 226482"/>
                <a:gd name="connsiteY91" fmla="*/ 76847 h 228785"/>
                <a:gd name="connsiteX92" fmla="*/ 190021 w 226482"/>
                <a:gd name="connsiteY92" fmla="*/ 203888 h 228785"/>
                <a:gd name="connsiteX93" fmla="*/ 185548 w 226482"/>
                <a:gd name="connsiteY93" fmla="*/ 209634 h 228785"/>
                <a:gd name="connsiteX94" fmla="*/ 165739 w 226482"/>
                <a:gd name="connsiteY94" fmla="*/ 215380 h 228785"/>
                <a:gd name="connsiteX95" fmla="*/ 149125 w 226482"/>
                <a:gd name="connsiteY95" fmla="*/ 210272 h 228785"/>
                <a:gd name="connsiteX96" fmla="*/ 70529 w 226482"/>
                <a:gd name="connsiteY96" fmla="*/ 111321 h 228785"/>
                <a:gd name="connsiteX97" fmla="*/ 69890 w 226482"/>
                <a:gd name="connsiteY97" fmla="*/ 103660 h 228785"/>
                <a:gd name="connsiteX98" fmla="*/ 75002 w 226482"/>
                <a:gd name="connsiteY98" fmla="*/ 97276 h 228785"/>
                <a:gd name="connsiteX99" fmla="*/ 110147 w 226482"/>
                <a:gd name="connsiteY99" fmla="*/ 77486 h 228785"/>
                <a:gd name="connsiteX100" fmla="*/ 117815 w 226482"/>
                <a:gd name="connsiteY100" fmla="*/ 76847 h 228785"/>
                <a:gd name="connsiteX101" fmla="*/ 124204 w 226482"/>
                <a:gd name="connsiteY101" fmla="*/ 81954 h 228785"/>
                <a:gd name="connsiteX102" fmla="*/ 188743 w 226482"/>
                <a:gd name="connsiteY102" fmla="*/ 196866 h 228785"/>
                <a:gd name="connsiteX103" fmla="*/ 190021 w 226482"/>
                <a:gd name="connsiteY103" fmla="*/ 203888 h 228785"/>
                <a:gd name="connsiteX104" fmla="*/ 213664 w 226482"/>
                <a:gd name="connsiteY104" fmla="*/ 189205 h 228785"/>
                <a:gd name="connsiteX105" fmla="*/ 200245 w 226482"/>
                <a:gd name="connsiteY105" fmla="*/ 189844 h 228785"/>
                <a:gd name="connsiteX106" fmla="*/ 143374 w 226482"/>
                <a:gd name="connsiteY106" fmla="*/ 88977 h 228785"/>
                <a:gd name="connsiteX107" fmla="*/ 149125 w 226482"/>
                <a:gd name="connsiteY107" fmla="*/ 67910 h 228785"/>
                <a:gd name="connsiteX108" fmla="*/ 156793 w 226482"/>
                <a:gd name="connsiteY108" fmla="*/ 69186 h 228785"/>
                <a:gd name="connsiteX109" fmla="*/ 184270 w 226482"/>
                <a:gd name="connsiteY109" fmla="*/ 110044 h 228785"/>
                <a:gd name="connsiteX110" fmla="*/ 209191 w 226482"/>
                <a:gd name="connsiteY110" fmla="*/ 165585 h 228785"/>
                <a:gd name="connsiteX111" fmla="*/ 213664 w 226482"/>
                <a:gd name="connsiteY111" fmla="*/ 189205 h 228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226482" h="228785">
                  <a:moveTo>
                    <a:pt x="196411" y="106214"/>
                  </a:moveTo>
                  <a:cubicBezTo>
                    <a:pt x="191299" y="87700"/>
                    <a:pt x="177880" y="65356"/>
                    <a:pt x="161905" y="57695"/>
                  </a:cubicBezTo>
                  <a:cubicBezTo>
                    <a:pt x="155515" y="54503"/>
                    <a:pt x="149764" y="53865"/>
                    <a:pt x="144013" y="56418"/>
                  </a:cubicBezTo>
                  <a:cubicBezTo>
                    <a:pt x="136984" y="58972"/>
                    <a:pt x="133150" y="64079"/>
                    <a:pt x="131233" y="70463"/>
                  </a:cubicBezTo>
                  <a:cubicBezTo>
                    <a:pt x="128678" y="67910"/>
                    <a:pt x="125483" y="65994"/>
                    <a:pt x="121648" y="64718"/>
                  </a:cubicBezTo>
                  <a:cubicBezTo>
                    <a:pt x="121010" y="64718"/>
                    <a:pt x="120370" y="64718"/>
                    <a:pt x="119731" y="64079"/>
                  </a:cubicBezTo>
                  <a:lnTo>
                    <a:pt x="118453" y="50673"/>
                  </a:lnTo>
                  <a:lnTo>
                    <a:pt x="128678" y="37905"/>
                  </a:lnTo>
                  <a:cubicBezTo>
                    <a:pt x="129955" y="36628"/>
                    <a:pt x="129955" y="34713"/>
                    <a:pt x="129955" y="33436"/>
                  </a:cubicBezTo>
                  <a:lnTo>
                    <a:pt x="127399" y="5985"/>
                  </a:lnTo>
                  <a:cubicBezTo>
                    <a:pt x="127399" y="3431"/>
                    <a:pt x="125483" y="1516"/>
                    <a:pt x="122926" y="239"/>
                  </a:cubicBezTo>
                  <a:cubicBezTo>
                    <a:pt x="120370" y="-399"/>
                    <a:pt x="117815" y="239"/>
                    <a:pt x="115898" y="2155"/>
                  </a:cubicBezTo>
                  <a:lnTo>
                    <a:pt x="107590" y="12369"/>
                  </a:lnTo>
                  <a:lnTo>
                    <a:pt x="97367" y="4070"/>
                  </a:lnTo>
                  <a:cubicBezTo>
                    <a:pt x="95450" y="2155"/>
                    <a:pt x="92894" y="2155"/>
                    <a:pt x="90338" y="3431"/>
                  </a:cubicBezTo>
                  <a:cubicBezTo>
                    <a:pt x="87782" y="4708"/>
                    <a:pt x="86504" y="7262"/>
                    <a:pt x="87143" y="9815"/>
                  </a:cubicBezTo>
                  <a:lnTo>
                    <a:pt x="89699" y="37266"/>
                  </a:lnTo>
                  <a:cubicBezTo>
                    <a:pt x="89699" y="39182"/>
                    <a:pt x="90977" y="40458"/>
                    <a:pt x="92255" y="41735"/>
                  </a:cubicBezTo>
                  <a:lnTo>
                    <a:pt x="105035" y="52588"/>
                  </a:lnTo>
                  <a:lnTo>
                    <a:pt x="106313" y="65356"/>
                  </a:lnTo>
                  <a:cubicBezTo>
                    <a:pt x="105674" y="65994"/>
                    <a:pt x="104395" y="65994"/>
                    <a:pt x="103757" y="66633"/>
                  </a:cubicBezTo>
                  <a:lnTo>
                    <a:pt x="91616" y="73655"/>
                  </a:lnTo>
                  <a:lnTo>
                    <a:pt x="85226" y="62164"/>
                  </a:lnTo>
                  <a:lnTo>
                    <a:pt x="89699" y="46204"/>
                  </a:lnTo>
                  <a:cubicBezTo>
                    <a:pt x="90338" y="44289"/>
                    <a:pt x="89699" y="43012"/>
                    <a:pt x="89060" y="41097"/>
                  </a:cubicBezTo>
                  <a:lnTo>
                    <a:pt x="75641" y="17476"/>
                  </a:lnTo>
                  <a:cubicBezTo>
                    <a:pt x="74363" y="14922"/>
                    <a:pt x="71807" y="13646"/>
                    <a:pt x="69251" y="14284"/>
                  </a:cubicBezTo>
                  <a:cubicBezTo>
                    <a:pt x="66695" y="14284"/>
                    <a:pt x="64778" y="16199"/>
                    <a:pt x="64139" y="18753"/>
                  </a:cubicBezTo>
                  <a:lnTo>
                    <a:pt x="60305" y="31521"/>
                  </a:lnTo>
                  <a:lnTo>
                    <a:pt x="47525" y="27690"/>
                  </a:lnTo>
                  <a:cubicBezTo>
                    <a:pt x="44969" y="27052"/>
                    <a:pt x="42413" y="27690"/>
                    <a:pt x="40496" y="29606"/>
                  </a:cubicBezTo>
                  <a:cubicBezTo>
                    <a:pt x="38579" y="31521"/>
                    <a:pt x="38579" y="34713"/>
                    <a:pt x="39857" y="36628"/>
                  </a:cubicBezTo>
                  <a:lnTo>
                    <a:pt x="53276" y="60249"/>
                  </a:lnTo>
                  <a:cubicBezTo>
                    <a:pt x="53915" y="61526"/>
                    <a:pt x="55193" y="62802"/>
                    <a:pt x="57110" y="63441"/>
                  </a:cubicBezTo>
                  <a:lnTo>
                    <a:pt x="73085" y="67910"/>
                  </a:lnTo>
                  <a:lnTo>
                    <a:pt x="79475" y="79401"/>
                  </a:lnTo>
                  <a:lnTo>
                    <a:pt x="67334" y="86423"/>
                  </a:lnTo>
                  <a:cubicBezTo>
                    <a:pt x="66056" y="87062"/>
                    <a:pt x="65417" y="87700"/>
                    <a:pt x="64139" y="88338"/>
                  </a:cubicBezTo>
                  <a:lnTo>
                    <a:pt x="52637" y="78762"/>
                  </a:lnTo>
                  <a:lnTo>
                    <a:pt x="51359" y="62164"/>
                  </a:lnTo>
                  <a:cubicBezTo>
                    <a:pt x="51359" y="60249"/>
                    <a:pt x="50720" y="58972"/>
                    <a:pt x="48803" y="57695"/>
                  </a:cubicBezTo>
                  <a:lnTo>
                    <a:pt x="27716" y="39820"/>
                  </a:lnTo>
                  <a:cubicBezTo>
                    <a:pt x="25799" y="37905"/>
                    <a:pt x="23244" y="37905"/>
                    <a:pt x="20687" y="39182"/>
                  </a:cubicBezTo>
                  <a:cubicBezTo>
                    <a:pt x="18131" y="40458"/>
                    <a:pt x="16854" y="43012"/>
                    <a:pt x="17492" y="45566"/>
                  </a:cubicBezTo>
                  <a:lnTo>
                    <a:pt x="18771" y="58334"/>
                  </a:lnTo>
                  <a:lnTo>
                    <a:pt x="5991" y="59610"/>
                  </a:lnTo>
                  <a:cubicBezTo>
                    <a:pt x="3435" y="59610"/>
                    <a:pt x="1518" y="61526"/>
                    <a:pt x="240" y="64079"/>
                  </a:cubicBezTo>
                  <a:cubicBezTo>
                    <a:pt x="-399" y="66633"/>
                    <a:pt x="240" y="69186"/>
                    <a:pt x="2156" y="71102"/>
                  </a:cubicBezTo>
                  <a:lnTo>
                    <a:pt x="23244" y="88977"/>
                  </a:lnTo>
                  <a:cubicBezTo>
                    <a:pt x="24521" y="90254"/>
                    <a:pt x="25799" y="90254"/>
                    <a:pt x="27077" y="90254"/>
                  </a:cubicBezTo>
                  <a:cubicBezTo>
                    <a:pt x="27077" y="90254"/>
                    <a:pt x="27716" y="90254"/>
                    <a:pt x="27716" y="90254"/>
                  </a:cubicBezTo>
                  <a:lnTo>
                    <a:pt x="44330" y="88977"/>
                  </a:lnTo>
                  <a:lnTo>
                    <a:pt x="56471" y="99191"/>
                  </a:lnTo>
                  <a:cubicBezTo>
                    <a:pt x="56471" y="99830"/>
                    <a:pt x="55832" y="99830"/>
                    <a:pt x="55832" y="100468"/>
                  </a:cubicBezTo>
                  <a:cubicBezTo>
                    <a:pt x="53915" y="106214"/>
                    <a:pt x="55193" y="112598"/>
                    <a:pt x="57749" y="117705"/>
                  </a:cubicBezTo>
                  <a:cubicBezTo>
                    <a:pt x="57749" y="117705"/>
                    <a:pt x="58388" y="118343"/>
                    <a:pt x="58388" y="118343"/>
                  </a:cubicBezTo>
                  <a:lnTo>
                    <a:pt x="136984" y="217933"/>
                  </a:lnTo>
                  <a:cubicBezTo>
                    <a:pt x="142735" y="224955"/>
                    <a:pt x="150403" y="228786"/>
                    <a:pt x="159349" y="228786"/>
                  </a:cubicBezTo>
                  <a:cubicBezTo>
                    <a:pt x="161905" y="228786"/>
                    <a:pt x="164461" y="228147"/>
                    <a:pt x="167017" y="227509"/>
                  </a:cubicBezTo>
                  <a:lnTo>
                    <a:pt x="187465" y="221763"/>
                  </a:lnTo>
                  <a:cubicBezTo>
                    <a:pt x="188104" y="221763"/>
                    <a:pt x="188104" y="221125"/>
                    <a:pt x="188743" y="221125"/>
                  </a:cubicBezTo>
                  <a:cubicBezTo>
                    <a:pt x="193855" y="217933"/>
                    <a:pt x="197689" y="213464"/>
                    <a:pt x="199606" y="207080"/>
                  </a:cubicBezTo>
                  <a:cubicBezTo>
                    <a:pt x="199606" y="205804"/>
                    <a:pt x="200245" y="204527"/>
                    <a:pt x="200245" y="203888"/>
                  </a:cubicBezTo>
                  <a:cubicBezTo>
                    <a:pt x="202162" y="204527"/>
                    <a:pt x="203439" y="204527"/>
                    <a:pt x="205357" y="204527"/>
                  </a:cubicBezTo>
                  <a:cubicBezTo>
                    <a:pt x="211747" y="204527"/>
                    <a:pt x="217497" y="201973"/>
                    <a:pt x="221332" y="196866"/>
                  </a:cubicBezTo>
                  <a:cubicBezTo>
                    <a:pt x="229638" y="186013"/>
                    <a:pt x="227722" y="168138"/>
                    <a:pt x="216859" y="156009"/>
                  </a:cubicBezTo>
                  <a:cubicBezTo>
                    <a:pt x="215581" y="152817"/>
                    <a:pt x="204079" y="131749"/>
                    <a:pt x="196411" y="106214"/>
                  </a:cubicBezTo>
                  <a:close/>
                  <a:moveTo>
                    <a:pt x="60305" y="43650"/>
                  </a:moveTo>
                  <a:lnTo>
                    <a:pt x="64139" y="44927"/>
                  </a:lnTo>
                  <a:cubicBezTo>
                    <a:pt x="67334" y="46204"/>
                    <a:pt x="71168" y="43650"/>
                    <a:pt x="71807" y="40458"/>
                  </a:cubicBezTo>
                  <a:lnTo>
                    <a:pt x="73085" y="36628"/>
                  </a:lnTo>
                  <a:lnTo>
                    <a:pt x="77558" y="44927"/>
                  </a:lnTo>
                  <a:lnTo>
                    <a:pt x="75002" y="55142"/>
                  </a:lnTo>
                  <a:lnTo>
                    <a:pt x="64778" y="52588"/>
                  </a:lnTo>
                  <a:lnTo>
                    <a:pt x="60305" y="43650"/>
                  </a:lnTo>
                  <a:close/>
                  <a:moveTo>
                    <a:pt x="102479" y="23860"/>
                  </a:moveTo>
                  <a:lnTo>
                    <a:pt x="105674" y="26414"/>
                  </a:lnTo>
                  <a:cubicBezTo>
                    <a:pt x="106952" y="27690"/>
                    <a:pt x="108868" y="27690"/>
                    <a:pt x="110147" y="27690"/>
                  </a:cubicBezTo>
                  <a:cubicBezTo>
                    <a:pt x="112063" y="27690"/>
                    <a:pt x="113342" y="26414"/>
                    <a:pt x="114620" y="25137"/>
                  </a:cubicBezTo>
                  <a:lnTo>
                    <a:pt x="117175" y="21945"/>
                  </a:lnTo>
                  <a:lnTo>
                    <a:pt x="117815" y="30882"/>
                  </a:lnTo>
                  <a:lnTo>
                    <a:pt x="111425" y="38543"/>
                  </a:lnTo>
                  <a:lnTo>
                    <a:pt x="103757" y="32159"/>
                  </a:lnTo>
                  <a:lnTo>
                    <a:pt x="102479" y="23860"/>
                  </a:lnTo>
                  <a:close/>
                  <a:moveTo>
                    <a:pt x="31550" y="76847"/>
                  </a:moveTo>
                  <a:lnTo>
                    <a:pt x="24521" y="71102"/>
                  </a:lnTo>
                  <a:lnTo>
                    <a:pt x="28355" y="70463"/>
                  </a:lnTo>
                  <a:cubicBezTo>
                    <a:pt x="32189" y="70463"/>
                    <a:pt x="34745" y="67271"/>
                    <a:pt x="34106" y="63441"/>
                  </a:cubicBezTo>
                  <a:lnTo>
                    <a:pt x="33467" y="59610"/>
                  </a:lnTo>
                  <a:lnTo>
                    <a:pt x="40496" y="65356"/>
                  </a:lnTo>
                  <a:lnTo>
                    <a:pt x="41135" y="75570"/>
                  </a:lnTo>
                  <a:lnTo>
                    <a:pt x="31550" y="76847"/>
                  </a:lnTo>
                  <a:close/>
                  <a:moveTo>
                    <a:pt x="190021" y="203888"/>
                  </a:moveTo>
                  <a:cubicBezTo>
                    <a:pt x="189382" y="206442"/>
                    <a:pt x="188104" y="208357"/>
                    <a:pt x="185548" y="209634"/>
                  </a:cubicBezTo>
                  <a:lnTo>
                    <a:pt x="165739" y="215380"/>
                  </a:lnTo>
                  <a:cubicBezTo>
                    <a:pt x="159988" y="217295"/>
                    <a:pt x="152959" y="214741"/>
                    <a:pt x="149125" y="210272"/>
                  </a:cubicBezTo>
                  <a:lnTo>
                    <a:pt x="70529" y="111321"/>
                  </a:lnTo>
                  <a:cubicBezTo>
                    <a:pt x="69251" y="108767"/>
                    <a:pt x="69251" y="106214"/>
                    <a:pt x="69890" y="103660"/>
                  </a:cubicBezTo>
                  <a:cubicBezTo>
                    <a:pt x="70529" y="101106"/>
                    <a:pt x="72446" y="98553"/>
                    <a:pt x="75002" y="97276"/>
                  </a:cubicBezTo>
                  <a:lnTo>
                    <a:pt x="110147" y="77486"/>
                  </a:lnTo>
                  <a:cubicBezTo>
                    <a:pt x="112703" y="76209"/>
                    <a:pt x="115258" y="75570"/>
                    <a:pt x="117815" y="76847"/>
                  </a:cubicBezTo>
                  <a:cubicBezTo>
                    <a:pt x="120370" y="77486"/>
                    <a:pt x="122926" y="79401"/>
                    <a:pt x="124204" y="81954"/>
                  </a:cubicBezTo>
                  <a:lnTo>
                    <a:pt x="188743" y="196866"/>
                  </a:lnTo>
                  <a:cubicBezTo>
                    <a:pt x="190660" y="198781"/>
                    <a:pt x="190660" y="201335"/>
                    <a:pt x="190021" y="203888"/>
                  </a:cubicBezTo>
                  <a:close/>
                  <a:moveTo>
                    <a:pt x="213664" y="189205"/>
                  </a:moveTo>
                  <a:cubicBezTo>
                    <a:pt x="210469" y="193674"/>
                    <a:pt x="204718" y="191759"/>
                    <a:pt x="200245" y="189844"/>
                  </a:cubicBezTo>
                  <a:lnTo>
                    <a:pt x="143374" y="88977"/>
                  </a:lnTo>
                  <a:cubicBezTo>
                    <a:pt x="142735" y="85785"/>
                    <a:pt x="140179" y="71740"/>
                    <a:pt x="149125" y="67910"/>
                  </a:cubicBezTo>
                  <a:cubicBezTo>
                    <a:pt x="151042" y="67271"/>
                    <a:pt x="153598" y="67271"/>
                    <a:pt x="156793" y="69186"/>
                  </a:cubicBezTo>
                  <a:cubicBezTo>
                    <a:pt x="167656" y="74294"/>
                    <a:pt x="179797" y="92169"/>
                    <a:pt x="184270" y="110044"/>
                  </a:cubicBezTo>
                  <a:cubicBezTo>
                    <a:pt x="191299" y="134941"/>
                    <a:pt x="203439" y="158562"/>
                    <a:pt x="209191" y="165585"/>
                  </a:cubicBezTo>
                  <a:cubicBezTo>
                    <a:pt x="216859" y="173245"/>
                    <a:pt x="217497" y="184098"/>
                    <a:pt x="213664" y="189205"/>
                  </a:cubicBezTo>
                  <a:close/>
                </a:path>
              </a:pathLst>
            </a:custGeom>
            <a:solidFill>
              <a:srgbClr val="00A3E0"/>
            </a:solidFill>
            <a:ln w="6390" cap="flat">
              <a:noFill/>
              <a:prstDash val="solid"/>
              <a:miter/>
            </a:ln>
          </p:spPr>
          <p:txBody>
            <a:bodyPr rtlCol="0" anchor="ctr"/>
            <a:lstStyle/>
            <a:p>
              <a:endParaRPr lang="en-US"/>
            </a:p>
          </p:txBody>
        </p:sp>
      </p:grpSp>
      <p:grpSp>
        <p:nvGrpSpPr>
          <p:cNvPr id="771" name="Graphic 4">
            <a:extLst>
              <a:ext uri="{FF2B5EF4-FFF2-40B4-BE49-F238E27FC236}">
                <a16:creationId xmlns:a16="http://schemas.microsoft.com/office/drawing/2014/main" id="{CFFD0054-3FDF-1F45-9DB9-68900BD81C71}"/>
              </a:ext>
            </a:extLst>
          </p:cNvPr>
          <p:cNvGrpSpPr>
            <a:grpSpLocks noChangeAspect="1"/>
          </p:cNvGrpSpPr>
          <p:nvPr/>
        </p:nvGrpSpPr>
        <p:grpSpPr>
          <a:xfrm>
            <a:off x="3607758" y="1893013"/>
            <a:ext cx="361670" cy="361333"/>
            <a:chOff x="3607758" y="1893013"/>
            <a:chExt cx="361670" cy="361333"/>
          </a:xfrm>
          <a:solidFill>
            <a:srgbClr val="00A3E0"/>
          </a:solidFill>
        </p:grpSpPr>
        <p:sp>
          <p:nvSpPr>
            <p:cNvPr id="772" name="Graphic 4">
              <a:extLst>
                <a:ext uri="{FF2B5EF4-FFF2-40B4-BE49-F238E27FC236}">
                  <a16:creationId xmlns:a16="http://schemas.microsoft.com/office/drawing/2014/main" id="{0C299378-3BD5-8349-A4A6-CBE310F247A2}"/>
                </a:ext>
              </a:extLst>
            </p:cNvPr>
            <p:cNvSpPr/>
            <p:nvPr/>
          </p:nvSpPr>
          <p:spPr>
            <a:xfrm>
              <a:off x="3607758" y="189301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1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2" y="361333"/>
                    <a:pt x="180836" y="361333"/>
                  </a:cubicBezTo>
                  <a:cubicBezTo>
                    <a:pt x="281157" y="361333"/>
                    <a:pt x="361671" y="280257"/>
                    <a:pt x="361671" y="180667"/>
                  </a:cubicBezTo>
                  <a:cubicBezTo>
                    <a:pt x="361671"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9530" y="273873"/>
                    <a:pt x="274128"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773" name="Graphic 4">
              <a:extLst>
                <a:ext uri="{FF2B5EF4-FFF2-40B4-BE49-F238E27FC236}">
                  <a16:creationId xmlns:a16="http://schemas.microsoft.com/office/drawing/2014/main" id="{FAE41D17-773C-F04D-9653-29C6664515C5}"/>
                </a:ext>
              </a:extLst>
            </p:cNvPr>
            <p:cNvSpPr/>
            <p:nvPr/>
          </p:nvSpPr>
          <p:spPr>
            <a:xfrm>
              <a:off x="3679325" y="1994518"/>
              <a:ext cx="219813" cy="159599"/>
            </a:xfrm>
            <a:custGeom>
              <a:avLst/>
              <a:gdLst>
                <a:gd name="connsiteX0" fmla="*/ 219814 w 219813"/>
                <a:gd name="connsiteY0" fmla="*/ 3830 h 159599"/>
                <a:gd name="connsiteX1" fmla="*/ 219814 w 219813"/>
                <a:gd name="connsiteY1" fmla="*/ 3830 h 159599"/>
                <a:gd name="connsiteX2" fmla="*/ 219175 w 219813"/>
                <a:gd name="connsiteY2" fmla="*/ 3192 h 159599"/>
                <a:gd name="connsiteX3" fmla="*/ 217897 w 219813"/>
                <a:gd name="connsiteY3" fmla="*/ 1277 h 159599"/>
                <a:gd name="connsiteX4" fmla="*/ 217897 w 219813"/>
                <a:gd name="connsiteY4" fmla="*/ 1277 h 159599"/>
                <a:gd name="connsiteX5" fmla="*/ 217258 w 219813"/>
                <a:gd name="connsiteY5" fmla="*/ 638 h 159599"/>
                <a:gd name="connsiteX6" fmla="*/ 215980 w 219813"/>
                <a:gd name="connsiteY6" fmla="*/ 0 h 159599"/>
                <a:gd name="connsiteX7" fmla="*/ 214702 w 219813"/>
                <a:gd name="connsiteY7" fmla="*/ 0 h 159599"/>
                <a:gd name="connsiteX8" fmla="*/ 214063 w 219813"/>
                <a:gd name="connsiteY8" fmla="*/ 0 h 159599"/>
                <a:gd name="connsiteX9" fmla="*/ 162305 w 219813"/>
                <a:gd name="connsiteY9" fmla="*/ 0 h 159599"/>
                <a:gd name="connsiteX10" fmla="*/ 162305 w 219813"/>
                <a:gd name="connsiteY10" fmla="*/ 0 h 159599"/>
                <a:gd name="connsiteX11" fmla="*/ 5751 w 219813"/>
                <a:gd name="connsiteY11" fmla="*/ 0 h 159599"/>
                <a:gd name="connsiteX12" fmla="*/ 5112 w 219813"/>
                <a:gd name="connsiteY12" fmla="*/ 0 h 159599"/>
                <a:gd name="connsiteX13" fmla="*/ 3834 w 219813"/>
                <a:gd name="connsiteY13" fmla="*/ 0 h 159599"/>
                <a:gd name="connsiteX14" fmla="*/ 2556 w 219813"/>
                <a:gd name="connsiteY14" fmla="*/ 638 h 159599"/>
                <a:gd name="connsiteX15" fmla="*/ 1917 w 219813"/>
                <a:gd name="connsiteY15" fmla="*/ 1277 h 159599"/>
                <a:gd name="connsiteX16" fmla="*/ 1917 w 219813"/>
                <a:gd name="connsiteY16" fmla="*/ 1277 h 159599"/>
                <a:gd name="connsiteX17" fmla="*/ 639 w 219813"/>
                <a:gd name="connsiteY17" fmla="*/ 3192 h 159599"/>
                <a:gd name="connsiteX18" fmla="*/ 639 w 219813"/>
                <a:gd name="connsiteY18" fmla="*/ 3830 h 159599"/>
                <a:gd name="connsiteX19" fmla="*/ 639 w 219813"/>
                <a:gd name="connsiteY19" fmla="*/ 4469 h 159599"/>
                <a:gd name="connsiteX20" fmla="*/ 0 w 219813"/>
                <a:gd name="connsiteY20" fmla="*/ 6384 h 159599"/>
                <a:gd name="connsiteX21" fmla="*/ 0 w 219813"/>
                <a:gd name="connsiteY21" fmla="*/ 6384 h 159599"/>
                <a:gd name="connsiteX22" fmla="*/ 0 w 219813"/>
                <a:gd name="connsiteY22" fmla="*/ 153216 h 159599"/>
                <a:gd name="connsiteX23" fmla="*/ 6390 w 219813"/>
                <a:gd name="connsiteY23" fmla="*/ 159600 h 159599"/>
                <a:gd name="connsiteX24" fmla="*/ 12780 w 219813"/>
                <a:gd name="connsiteY24" fmla="*/ 153216 h 159599"/>
                <a:gd name="connsiteX25" fmla="*/ 12780 w 219813"/>
                <a:gd name="connsiteY25" fmla="*/ 152577 h 159599"/>
                <a:gd name="connsiteX26" fmla="*/ 29394 w 219813"/>
                <a:gd name="connsiteY26" fmla="*/ 135341 h 159599"/>
                <a:gd name="connsiteX27" fmla="*/ 34506 w 219813"/>
                <a:gd name="connsiteY27" fmla="*/ 138533 h 159599"/>
                <a:gd name="connsiteX28" fmla="*/ 40896 w 219813"/>
                <a:gd name="connsiteY28" fmla="*/ 132149 h 159599"/>
                <a:gd name="connsiteX29" fmla="*/ 40896 w 219813"/>
                <a:gd name="connsiteY29" fmla="*/ 128318 h 159599"/>
                <a:gd name="connsiteX30" fmla="*/ 65816 w 219813"/>
                <a:gd name="connsiteY30" fmla="*/ 128318 h 159599"/>
                <a:gd name="connsiteX31" fmla="*/ 65816 w 219813"/>
                <a:gd name="connsiteY31" fmla="*/ 132149 h 159599"/>
                <a:gd name="connsiteX32" fmla="*/ 72206 w 219813"/>
                <a:gd name="connsiteY32" fmla="*/ 138533 h 159599"/>
                <a:gd name="connsiteX33" fmla="*/ 78596 w 219813"/>
                <a:gd name="connsiteY33" fmla="*/ 132149 h 159599"/>
                <a:gd name="connsiteX34" fmla="*/ 78596 w 219813"/>
                <a:gd name="connsiteY34" fmla="*/ 128318 h 159599"/>
                <a:gd name="connsiteX35" fmla="*/ 103517 w 219813"/>
                <a:gd name="connsiteY35" fmla="*/ 128318 h 159599"/>
                <a:gd name="connsiteX36" fmla="*/ 103517 w 219813"/>
                <a:gd name="connsiteY36" fmla="*/ 132149 h 159599"/>
                <a:gd name="connsiteX37" fmla="*/ 109907 w 219813"/>
                <a:gd name="connsiteY37" fmla="*/ 138533 h 159599"/>
                <a:gd name="connsiteX38" fmla="*/ 116297 w 219813"/>
                <a:gd name="connsiteY38" fmla="*/ 132149 h 159599"/>
                <a:gd name="connsiteX39" fmla="*/ 116297 w 219813"/>
                <a:gd name="connsiteY39" fmla="*/ 128318 h 159599"/>
                <a:gd name="connsiteX40" fmla="*/ 141218 w 219813"/>
                <a:gd name="connsiteY40" fmla="*/ 128318 h 159599"/>
                <a:gd name="connsiteX41" fmla="*/ 141218 w 219813"/>
                <a:gd name="connsiteY41" fmla="*/ 132149 h 159599"/>
                <a:gd name="connsiteX42" fmla="*/ 147608 w 219813"/>
                <a:gd name="connsiteY42" fmla="*/ 138533 h 159599"/>
                <a:gd name="connsiteX43" fmla="*/ 153998 w 219813"/>
                <a:gd name="connsiteY43" fmla="*/ 132149 h 159599"/>
                <a:gd name="connsiteX44" fmla="*/ 153998 w 219813"/>
                <a:gd name="connsiteY44" fmla="*/ 128318 h 159599"/>
                <a:gd name="connsiteX45" fmla="*/ 178918 w 219813"/>
                <a:gd name="connsiteY45" fmla="*/ 128318 h 159599"/>
                <a:gd name="connsiteX46" fmla="*/ 178918 w 219813"/>
                <a:gd name="connsiteY46" fmla="*/ 132149 h 159599"/>
                <a:gd name="connsiteX47" fmla="*/ 185308 w 219813"/>
                <a:gd name="connsiteY47" fmla="*/ 138533 h 159599"/>
                <a:gd name="connsiteX48" fmla="*/ 190420 w 219813"/>
                <a:gd name="connsiteY48" fmla="*/ 135341 h 159599"/>
                <a:gd name="connsiteX49" fmla="*/ 207034 w 219813"/>
                <a:gd name="connsiteY49" fmla="*/ 152577 h 159599"/>
                <a:gd name="connsiteX50" fmla="*/ 207034 w 219813"/>
                <a:gd name="connsiteY50" fmla="*/ 153216 h 159599"/>
                <a:gd name="connsiteX51" fmla="*/ 213424 w 219813"/>
                <a:gd name="connsiteY51" fmla="*/ 159600 h 159599"/>
                <a:gd name="connsiteX52" fmla="*/ 219814 w 219813"/>
                <a:gd name="connsiteY52" fmla="*/ 153216 h 159599"/>
                <a:gd name="connsiteX53" fmla="*/ 219814 w 219813"/>
                <a:gd name="connsiteY53" fmla="*/ 6384 h 159599"/>
                <a:gd name="connsiteX54" fmla="*/ 219814 w 219813"/>
                <a:gd name="connsiteY54" fmla="*/ 6384 h 159599"/>
                <a:gd name="connsiteX55" fmla="*/ 219814 w 219813"/>
                <a:gd name="connsiteY55" fmla="*/ 3830 h 159599"/>
                <a:gd name="connsiteX56" fmla="*/ 53676 w 219813"/>
                <a:gd name="connsiteY56" fmla="*/ 12130 h 159599"/>
                <a:gd name="connsiteX57" fmla="*/ 61344 w 219813"/>
                <a:gd name="connsiteY57" fmla="*/ 28728 h 159599"/>
                <a:gd name="connsiteX58" fmla="*/ 36423 w 219813"/>
                <a:gd name="connsiteY58" fmla="*/ 28728 h 159599"/>
                <a:gd name="connsiteX59" fmla="*/ 20448 w 219813"/>
                <a:gd name="connsiteY59" fmla="*/ 12130 h 159599"/>
                <a:gd name="connsiteX60" fmla="*/ 53676 w 219813"/>
                <a:gd name="connsiteY60" fmla="*/ 12130 h 159599"/>
                <a:gd name="connsiteX61" fmla="*/ 198727 w 219813"/>
                <a:gd name="connsiteY61" fmla="*/ 12130 h 159599"/>
                <a:gd name="connsiteX62" fmla="*/ 182752 w 219813"/>
                <a:gd name="connsiteY62" fmla="*/ 28728 h 159599"/>
                <a:gd name="connsiteX63" fmla="*/ 157832 w 219813"/>
                <a:gd name="connsiteY63" fmla="*/ 28728 h 159599"/>
                <a:gd name="connsiteX64" fmla="*/ 165500 w 219813"/>
                <a:gd name="connsiteY64" fmla="*/ 12130 h 159599"/>
                <a:gd name="connsiteX65" fmla="*/ 198727 w 219813"/>
                <a:gd name="connsiteY65" fmla="*/ 12130 h 159599"/>
                <a:gd name="connsiteX66" fmla="*/ 65177 w 219813"/>
                <a:gd name="connsiteY66" fmla="*/ 57456 h 159599"/>
                <a:gd name="connsiteX67" fmla="*/ 40257 w 219813"/>
                <a:gd name="connsiteY67" fmla="*/ 57456 h 159599"/>
                <a:gd name="connsiteX68" fmla="*/ 40257 w 219813"/>
                <a:gd name="connsiteY68" fmla="*/ 41496 h 159599"/>
                <a:gd name="connsiteX69" fmla="*/ 65177 w 219813"/>
                <a:gd name="connsiteY69" fmla="*/ 41496 h 159599"/>
                <a:gd name="connsiteX70" fmla="*/ 65177 w 219813"/>
                <a:gd name="connsiteY70" fmla="*/ 57456 h 159599"/>
                <a:gd name="connsiteX71" fmla="*/ 77957 w 219813"/>
                <a:gd name="connsiteY71" fmla="*/ 41496 h 159599"/>
                <a:gd name="connsiteX72" fmla="*/ 102878 w 219813"/>
                <a:gd name="connsiteY72" fmla="*/ 41496 h 159599"/>
                <a:gd name="connsiteX73" fmla="*/ 102878 w 219813"/>
                <a:gd name="connsiteY73" fmla="*/ 57456 h 159599"/>
                <a:gd name="connsiteX74" fmla="*/ 77957 w 219813"/>
                <a:gd name="connsiteY74" fmla="*/ 57456 h 159599"/>
                <a:gd name="connsiteX75" fmla="*/ 77957 w 219813"/>
                <a:gd name="connsiteY75" fmla="*/ 41496 h 159599"/>
                <a:gd name="connsiteX76" fmla="*/ 115658 w 219813"/>
                <a:gd name="connsiteY76" fmla="*/ 41496 h 159599"/>
                <a:gd name="connsiteX77" fmla="*/ 140579 w 219813"/>
                <a:gd name="connsiteY77" fmla="*/ 41496 h 159599"/>
                <a:gd name="connsiteX78" fmla="*/ 140579 w 219813"/>
                <a:gd name="connsiteY78" fmla="*/ 57456 h 159599"/>
                <a:gd name="connsiteX79" fmla="*/ 115658 w 219813"/>
                <a:gd name="connsiteY79" fmla="*/ 57456 h 159599"/>
                <a:gd name="connsiteX80" fmla="*/ 115658 w 219813"/>
                <a:gd name="connsiteY80" fmla="*/ 41496 h 159599"/>
                <a:gd name="connsiteX81" fmla="*/ 153998 w 219813"/>
                <a:gd name="connsiteY81" fmla="*/ 41496 h 159599"/>
                <a:gd name="connsiteX82" fmla="*/ 178918 w 219813"/>
                <a:gd name="connsiteY82" fmla="*/ 41496 h 159599"/>
                <a:gd name="connsiteX83" fmla="*/ 178918 w 219813"/>
                <a:gd name="connsiteY83" fmla="*/ 57456 h 159599"/>
                <a:gd name="connsiteX84" fmla="*/ 153998 w 219813"/>
                <a:gd name="connsiteY84" fmla="*/ 57456 h 159599"/>
                <a:gd name="connsiteX85" fmla="*/ 153998 w 219813"/>
                <a:gd name="connsiteY85" fmla="*/ 41496 h 159599"/>
                <a:gd name="connsiteX86" fmla="*/ 143774 w 219813"/>
                <a:gd name="connsiteY86" fmla="*/ 28728 h 159599"/>
                <a:gd name="connsiteX87" fmla="*/ 116297 w 219813"/>
                <a:gd name="connsiteY87" fmla="*/ 28728 h 159599"/>
                <a:gd name="connsiteX88" fmla="*/ 116297 w 219813"/>
                <a:gd name="connsiteY88" fmla="*/ 12130 h 159599"/>
                <a:gd name="connsiteX89" fmla="*/ 152080 w 219813"/>
                <a:gd name="connsiteY89" fmla="*/ 12130 h 159599"/>
                <a:gd name="connsiteX90" fmla="*/ 143774 w 219813"/>
                <a:gd name="connsiteY90" fmla="*/ 28728 h 159599"/>
                <a:gd name="connsiteX91" fmla="*/ 102878 w 219813"/>
                <a:gd name="connsiteY91" fmla="*/ 28728 h 159599"/>
                <a:gd name="connsiteX92" fmla="*/ 75401 w 219813"/>
                <a:gd name="connsiteY92" fmla="*/ 28728 h 159599"/>
                <a:gd name="connsiteX93" fmla="*/ 67734 w 219813"/>
                <a:gd name="connsiteY93" fmla="*/ 12130 h 159599"/>
                <a:gd name="connsiteX94" fmla="*/ 103517 w 219813"/>
                <a:gd name="connsiteY94" fmla="*/ 12130 h 159599"/>
                <a:gd name="connsiteX95" fmla="*/ 103517 w 219813"/>
                <a:gd name="connsiteY95" fmla="*/ 28728 h 159599"/>
                <a:gd name="connsiteX96" fmla="*/ 27477 w 219813"/>
                <a:gd name="connsiteY96" fmla="*/ 37666 h 159599"/>
                <a:gd name="connsiteX97" fmla="*/ 27477 w 219813"/>
                <a:gd name="connsiteY97" fmla="*/ 54264 h 159599"/>
                <a:gd name="connsiteX98" fmla="*/ 12141 w 219813"/>
                <a:gd name="connsiteY98" fmla="*/ 46603 h 159599"/>
                <a:gd name="connsiteX99" fmla="*/ 12141 w 219813"/>
                <a:gd name="connsiteY99" fmla="*/ 21706 h 159599"/>
                <a:gd name="connsiteX100" fmla="*/ 27477 w 219813"/>
                <a:gd name="connsiteY100" fmla="*/ 37666 h 159599"/>
                <a:gd name="connsiteX101" fmla="*/ 12141 w 219813"/>
                <a:gd name="connsiteY101" fmla="*/ 60648 h 159599"/>
                <a:gd name="connsiteX102" fmla="*/ 27477 w 219813"/>
                <a:gd name="connsiteY102" fmla="*/ 68309 h 159599"/>
                <a:gd name="connsiteX103" fmla="*/ 27477 w 219813"/>
                <a:gd name="connsiteY103" fmla="*/ 88099 h 159599"/>
                <a:gd name="connsiteX104" fmla="*/ 12141 w 219813"/>
                <a:gd name="connsiteY104" fmla="*/ 90653 h 159599"/>
                <a:gd name="connsiteX105" fmla="*/ 12141 w 219813"/>
                <a:gd name="connsiteY105" fmla="*/ 60648 h 159599"/>
                <a:gd name="connsiteX106" fmla="*/ 40257 w 219813"/>
                <a:gd name="connsiteY106" fmla="*/ 86184 h 159599"/>
                <a:gd name="connsiteX107" fmla="*/ 40257 w 219813"/>
                <a:gd name="connsiteY107" fmla="*/ 70224 h 159599"/>
                <a:gd name="connsiteX108" fmla="*/ 65177 w 219813"/>
                <a:gd name="connsiteY108" fmla="*/ 70224 h 159599"/>
                <a:gd name="connsiteX109" fmla="*/ 65177 w 219813"/>
                <a:gd name="connsiteY109" fmla="*/ 86184 h 159599"/>
                <a:gd name="connsiteX110" fmla="*/ 40257 w 219813"/>
                <a:gd name="connsiteY110" fmla="*/ 86184 h 159599"/>
                <a:gd name="connsiteX111" fmla="*/ 77957 w 219813"/>
                <a:gd name="connsiteY111" fmla="*/ 70224 h 159599"/>
                <a:gd name="connsiteX112" fmla="*/ 102878 w 219813"/>
                <a:gd name="connsiteY112" fmla="*/ 70224 h 159599"/>
                <a:gd name="connsiteX113" fmla="*/ 102878 w 219813"/>
                <a:gd name="connsiteY113" fmla="*/ 86184 h 159599"/>
                <a:gd name="connsiteX114" fmla="*/ 77957 w 219813"/>
                <a:gd name="connsiteY114" fmla="*/ 86184 h 159599"/>
                <a:gd name="connsiteX115" fmla="*/ 77957 w 219813"/>
                <a:gd name="connsiteY115" fmla="*/ 70224 h 159599"/>
                <a:gd name="connsiteX116" fmla="*/ 115658 w 219813"/>
                <a:gd name="connsiteY116" fmla="*/ 70224 h 159599"/>
                <a:gd name="connsiteX117" fmla="*/ 140579 w 219813"/>
                <a:gd name="connsiteY117" fmla="*/ 70224 h 159599"/>
                <a:gd name="connsiteX118" fmla="*/ 140579 w 219813"/>
                <a:gd name="connsiteY118" fmla="*/ 86184 h 159599"/>
                <a:gd name="connsiteX119" fmla="*/ 115658 w 219813"/>
                <a:gd name="connsiteY119" fmla="*/ 86184 h 159599"/>
                <a:gd name="connsiteX120" fmla="*/ 115658 w 219813"/>
                <a:gd name="connsiteY120" fmla="*/ 70224 h 159599"/>
                <a:gd name="connsiteX121" fmla="*/ 153998 w 219813"/>
                <a:gd name="connsiteY121" fmla="*/ 70224 h 159599"/>
                <a:gd name="connsiteX122" fmla="*/ 178918 w 219813"/>
                <a:gd name="connsiteY122" fmla="*/ 70224 h 159599"/>
                <a:gd name="connsiteX123" fmla="*/ 178918 w 219813"/>
                <a:gd name="connsiteY123" fmla="*/ 86184 h 159599"/>
                <a:gd name="connsiteX124" fmla="*/ 153998 w 219813"/>
                <a:gd name="connsiteY124" fmla="*/ 86184 h 159599"/>
                <a:gd name="connsiteX125" fmla="*/ 153998 w 219813"/>
                <a:gd name="connsiteY125" fmla="*/ 70224 h 159599"/>
                <a:gd name="connsiteX126" fmla="*/ 191698 w 219813"/>
                <a:gd name="connsiteY126" fmla="*/ 68309 h 159599"/>
                <a:gd name="connsiteX127" fmla="*/ 207034 w 219813"/>
                <a:gd name="connsiteY127" fmla="*/ 60648 h 159599"/>
                <a:gd name="connsiteX128" fmla="*/ 207034 w 219813"/>
                <a:gd name="connsiteY128" fmla="*/ 90653 h 159599"/>
                <a:gd name="connsiteX129" fmla="*/ 191698 w 219813"/>
                <a:gd name="connsiteY129" fmla="*/ 88099 h 159599"/>
                <a:gd name="connsiteX130" fmla="*/ 191698 w 219813"/>
                <a:gd name="connsiteY130" fmla="*/ 68309 h 159599"/>
                <a:gd name="connsiteX131" fmla="*/ 207034 w 219813"/>
                <a:gd name="connsiteY131" fmla="*/ 46603 h 159599"/>
                <a:gd name="connsiteX132" fmla="*/ 191698 w 219813"/>
                <a:gd name="connsiteY132" fmla="*/ 54264 h 159599"/>
                <a:gd name="connsiteX133" fmla="*/ 191698 w 219813"/>
                <a:gd name="connsiteY133" fmla="*/ 37666 h 159599"/>
                <a:gd name="connsiteX134" fmla="*/ 207034 w 219813"/>
                <a:gd name="connsiteY134" fmla="*/ 21706 h 159599"/>
                <a:gd name="connsiteX135" fmla="*/ 207034 w 219813"/>
                <a:gd name="connsiteY135" fmla="*/ 46603 h 159599"/>
                <a:gd name="connsiteX136" fmla="*/ 12141 w 219813"/>
                <a:gd name="connsiteY136" fmla="*/ 103421 h 159599"/>
                <a:gd name="connsiteX137" fmla="*/ 27477 w 219813"/>
                <a:gd name="connsiteY137" fmla="*/ 100867 h 159599"/>
                <a:gd name="connsiteX138" fmla="*/ 27477 w 219813"/>
                <a:gd name="connsiteY138" fmla="*/ 117465 h 159599"/>
                <a:gd name="connsiteX139" fmla="*/ 12141 w 219813"/>
                <a:gd name="connsiteY139" fmla="*/ 133425 h 159599"/>
                <a:gd name="connsiteX140" fmla="*/ 12141 w 219813"/>
                <a:gd name="connsiteY140" fmla="*/ 103421 h 159599"/>
                <a:gd name="connsiteX141" fmla="*/ 40257 w 219813"/>
                <a:gd name="connsiteY141" fmla="*/ 114912 h 159599"/>
                <a:gd name="connsiteX142" fmla="*/ 40257 w 219813"/>
                <a:gd name="connsiteY142" fmla="*/ 98952 h 159599"/>
                <a:gd name="connsiteX143" fmla="*/ 65177 w 219813"/>
                <a:gd name="connsiteY143" fmla="*/ 98952 h 159599"/>
                <a:gd name="connsiteX144" fmla="*/ 65177 w 219813"/>
                <a:gd name="connsiteY144" fmla="*/ 114912 h 159599"/>
                <a:gd name="connsiteX145" fmla="*/ 40257 w 219813"/>
                <a:gd name="connsiteY145" fmla="*/ 114912 h 159599"/>
                <a:gd name="connsiteX146" fmla="*/ 77957 w 219813"/>
                <a:gd name="connsiteY146" fmla="*/ 114912 h 159599"/>
                <a:gd name="connsiteX147" fmla="*/ 77957 w 219813"/>
                <a:gd name="connsiteY147" fmla="*/ 98952 h 159599"/>
                <a:gd name="connsiteX148" fmla="*/ 102878 w 219813"/>
                <a:gd name="connsiteY148" fmla="*/ 98952 h 159599"/>
                <a:gd name="connsiteX149" fmla="*/ 102878 w 219813"/>
                <a:gd name="connsiteY149" fmla="*/ 114912 h 159599"/>
                <a:gd name="connsiteX150" fmla="*/ 77957 w 219813"/>
                <a:gd name="connsiteY150" fmla="*/ 114912 h 159599"/>
                <a:gd name="connsiteX151" fmla="*/ 115658 w 219813"/>
                <a:gd name="connsiteY151" fmla="*/ 114912 h 159599"/>
                <a:gd name="connsiteX152" fmla="*/ 115658 w 219813"/>
                <a:gd name="connsiteY152" fmla="*/ 98952 h 159599"/>
                <a:gd name="connsiteX153" fmla="*/ 140579 w 219813"/>
                <a:gd name="connsiteY153" fmla="*/ 98952 h 159599"/>
                <a:gd name="connsiteX154" fmla="*/ 140579 w 219813"/>
                <a:gd name="connsiteY154" fmla="*/ 114912 h 159599"/>
                <a:gd name="connsiteX155" fmla="*/ 115658 w 219813"/>
                <a:gd name="connsiteY155" fmla="*/ 114912 h 159599"/>
                <a:gd name="connsiteX156" fmla="*/ 153998 w 219813"/>
                <a:gd name="connsiteY156" fmla="*/ 114912 h 159599"/>
                <a:gd name="connsiteX157" fmla="*/ 153998 w 219813"/>
                <a:gd name="connsiteY157" fmla="*/ 98952 h 159599"/>
                <a:gd name="connsiteX158" fmla="*/ 178918 w 219813"/>
                <a:gd name="connsiteY158" fmla="*/ 98952 h 159599"/>
                <a:gd name="connsiteX159" fmla="*/ 178918 w 219813"/>
                <a:gd name="connsiteY159" fmla="*/ 114912 h 159599"/>
                <a:gd name="connsiteX160" fmla="*/ 153998 w 219813"/>
                <a:gd name="connsiteY160" fmla="*/ 114912 h 159599"/>
                <a:gd name="connsiteX161" fmla="*/ 191698 w 219813"/>
                <a:gd name="connsiteY161" fmla="*/ 118104 h 159599"/>
                <a:gd name="connsiteX162" fmla="*/ 191698 w 219813"/>
                <a:gd name="connsiteY162" fmla="*/ 101505 h 159599"/>
                <a:gd name="connsiteX163" fmla="*/ 207034 w 219813"/>
                <a:gd name="connsiteY163" fmla="*/ 104059 h 159599"/>
                <a:gd name="connsiteX164" fmla="*/ 207034 w 219813"/>
                <a:gd name="connsiteY164" fmla="*/ 134064 h 159599"/>
                <a:gd name="connsiteX165" fmla="*/ 191698 w 219813"/>
                <a:gd name="connsiteY165" fmla="*/ 118104 h 15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219813" h="159599">
                  <a:moveTo>
                    <a:pt x="219814" y="3830"/>
                  </a:moveTo>
                  <a:cubicBezTo>
                    <a:pt x="219814" y="3830"/>
                    <a:pt x="219814" y="3830"/>
                    <a:pt x="219814" y="3830"/>
                  </a:cubicBezTo>
                  <a:cubicBezTo>
                    <a:pt x="219814" y="3192"/>
                    <a:pt x="219814" y="3192"/>
                    <a:pt x="219175" y="3192"/>
                  </a:cubicBezTo>
                  <a:cubicBezTo>
                    <a:pt x="219175" y="2554"/>
                    <a:pt x="218536" y="1915"/>
                    <a:pt x="217897" y="1277"/>
                  </a:cubicBezTo>
                  <a:cubicBezTo>
                    <a:pt x="217897" y="1277"/>
                    <a:pt x="217897" y="1277"/>
                    <a:pt x="217897" y="1277"/>
                  </a:cubicBezTo>
                  <a:cubicBezTo>
                    <a:pt x="217897" y="1277"/>
                    <a:pt x="217258" y="1277"/>
                    <a:pt x="217258" y="638"/>
                  </a:cubicBezTo>
                  <a:cubicBezTo>
                    <a:pt x="216619" y="0"/>
                    <a:pt x="216619" y="0"/>
                    <a:pt x="215980" y="0"/>
                  </a:cubicBezTo>
                  <a:cubicBezTo>
                    <a:pt x="215341" y="0"/>
                    <a:pt x="214702" y="0"/>
                    <a:pt x="214702" y="0"/>
                  </a:cubicBezTo>
                  <a:cubicBezTo>
                    <a:pt x="214702" y="0"/>
                    <a:pt x="214063" y="0"/>
                    <a:pt x="214063" y="0"/>
                  </a:cubicBezTo>
                  <a:lnTo>
                    <a:pt x="162305" y="0"/>
                  </a:lnTo>
                  <a:cubicBezTo>
                    <a:pt x="162305" y="0"/>
                    <a:pt x="162305" y="0"/>
                    <a:pt x="162305" y="0"/>
                  </a:cubicBezTo>
                  <a:lnTo>
                    <a:pt x="5751" y="0"/>
                  </a:lnTo>
                  <a:cubicBezTo>
                    <a:pt x="5112" y="0"/>
                    <a:pt x="5112" y="0"/>
                    <a:pt x="5112" y="0"/>
                  </a:cubicBezTo>
                  <a:cubicBezTo>
                    <a:pt x="4473" y="0"/>
                    <a:pt x="3834" y="0"/>
                    <a:pt x="3834" y="0"/>
                  </a:cubicBezTo>
                  <a:cubicBezTo>
                    <a:pt x="3195" y="0"/>
                    <a:pt x="3195" y="638"/>
                    <a:pt x="2556" y="638"/>
                  </a:cubicBezTo>
                  <a:cubicBezTo>
                    <a:pt x="2556" y="638"/>
                    <a:pt x="1917" y="638"/>
                    <a:pt x="1917" y="1277"/>
                  </a:cubicBezTo>
                  <a:cubicBezTo>
                    <a:pt x="1917" y="1277"/>
                    <a:pt x="1917" y="1277"/>
                    <a:pt x="1917" y="1277"/>
                  </a:cubicBezTo>
                  <a:cubicBezTo>
                    <a:pt x="1278" y="1915"/>
                    <a:pt x="1278" y="2554"/>
                    <a:pt x="639" y="3192"/>
                  </a:cubicBezTo>
                  <a:cubicBezTo>
                    <a:pt x="639" y="3192"/>
                    <a:pt x="639" y="3192"/>
                    <a:pt x="639" y="3830"/>
                  </a:cubicBezTo>
                  <a:cubicBezTo>
                    <a:pt x="639" y="3830"/>
                    <a:pt x="639" y="3830"/>
                    <a:pt x="639" y="4469"/>
                  </a:cubicBezTo>
                  <a:cubicBezTo>
                    <a:pt x="639" y="5107"/>
                    <a:pt x="0" y="5746"/>
                    <a:pt x="0" y="6384"/>
                  </a:cubicBezTo>
                  <a:cubicBezTo>
                    <a:pt x="0" y="6384"/>
                    <a:pt x="0" y="6384"/>
                    <a:pt x="0" y="6384"/>
                  </a:cubicBezTo>
                  <a:lnTo>
                    <a:pt x="0" y="153216"/>
                  </a:lnTo>
                  <a:cubicBezTo>
                    <a:pt x="0" y="157046"/>
                    <a:pt x="2556" y="159600"/>
                    <a:pt x="6390" y="159600"/>
                  </a:cubicBezTo>
                  <a:cubicBezTo>
                    <a:pt x="10224" y="159600"/>
                    <a:pt x="12780" y="157046"/>
                    <a:pt x="12780" y="153216"/>
                  </a:cubicBezTo>
                  <a:lnTo>
                    <a:pt x="12780" y="152577"/>
                  </a:lnTo>
                  <a:lnTo>
                    <a:pt x="29394" y="135341"/>
                  </a:lnTo>
                  <a:cubicBezTo>
                    <a:pt x="30672" y="137256"/>
                    <a:pt x="32589" y="138533"/>
                    <a:pt x="34506" y="138533"/>
                  </a:cubicBezTo>
                  <a:cubicBezTo>
                    <a:pt x="38340" y="138533"/>
                    <a:pt x="40896" y="135979"/>
                    <a:pt x="40896" y="132149"/>
                  </a:cubicBezTo>
                  <a:lnTo>
                    <a:pt x="40896" y="128318"/>
                  </a:lnTo>
                  <a:lnTo>
                    <a:pt x="65816" y="128318"/>
                  </a:lnTo>
                  <a:lnTo>
                    <a:pt x="65816" y="132149"/>
                  </a:lnTo>
                  <a:cubicBezTo>
                    <a:pt x="65816" y="135979"/>
                    <a:pt x="68372" y="138533"/>
                    <a:pt x="72206" y="138533"/>
                  </a:cubicBezTo>
                  <a:cubicBezTo>
                    <a:pt x="76040" y="138533"/>
                    <a:pt x="78596" y="135979"/>
                    <a:pt x="78596" y="132149"/>
                  </a:cubicBezTo>
                  <a:lnTo>
                    <a:pt x="78596" y="128318"/>
                  </a:lnTo>
                  <a:lnTo>
                    <a:pt x="103517" y="128318"/>
                  </a:lnTo>
                  <a:lnTo>
                    <a:pt x="103517" y="132149"/>
                  </a:lnTo>
                  <a:cubicBezTo>
                    <a:pt x="103517" y="135979"/>
                    <a:pt x="106073" y="138533"/>
                    <a:pt x="109907" y="138533"/>
                  </a:cubicBezTo>
                  <a:cubicBezTo>
                    <a:pt x="113741" y="138533"/>
                    <a:pt x="116297" y="135979"/>
                    <a:pt x="116297" y="132149"/>
                  </a:cubicBezTo>
                  <a:lnTo>
                    <a:pt x="116297" y="128318"/>
                  </a:lnTo>
                  <a:lnTo>
                    <a:pt x="141218" y="128318"/>
                  </a:lnTo>
                  <a:lnTo>
                    <a:pt x="141218" y="132149"/>
                  </a:lnTo>
                  <a:cubicBezTo>
                    <a:pt x="141218" y="135979"/>
                    <a:pt x="143774" y="138533"/>
                    <a:pt x="147608" y="138533"/>
                  </a:cubicBezTo>
                  <a:cubicBezTo>
                    <a:pt x="151442" y="138533"/>
                    <a:pt x="153998" y="135979"/>
                    <a:pt x="153998" y="132149"/>
                  </a:cubicBezTo>
                  <a:lnTo>
                    <a:pt x="153998" y="128318"/>
                  </a:lnTo>
                  <a:lnTo>
                    <a:pt x="178918" y="128318"/>
                  </a:lnTo>
                  <a:lnTo>
                    <a:pt x="178918" y="132149"/>
                  </a:lnTo>
                  <a:cubicBezTo>
                    <a:pt x="178918" y="135979"/>
                    <a:pt x="181474" y="138533"/>
                    <a:pt x="185308" y="138533"/>
                  </a:cubicBezTo>
                  <a:cubicBezTo>
                    <a:pt x="187864" y="138533"/>
                    <a:pt x="189142" y="137256"/>
                    <a:pt x="190420" y="135341"/>
                  </a:cubicBezTo>
                  <a:lnTo>
                    <a:pt x="207034" y="152577"/>
                  </a:lnTo>
                  <a:lnTo>
                    <a:pt x="207034" y="153216"/>
                  </a:lnTo>
                  <a:cubicBezTo>
                    <a:pt x="207034" y="157046"/>
                    <a:pt x="209590" y="159600"/>
                    <a:pt x="213424" y="159600"/>
                  </a:cubicBezTo>
                  <a:cubicBezTo>
                    <a:pt x="217258" y="159600"/>
                    <a:pt x="219814" y="157046"/>
                    <a:pt x="219814" y="153216"/>
                  </a:cubicBezTo>
                  <a:lnTo>
                    <a:pt x="219814" y="6384"/>
                  </a:lnTo>
                  <a:cubicBezTo>
                    <a:pt x="219814" y="6384"/>
                    <a:pt x="219814" y="6384"/>
                    <a:pt x="219814" y="6384"/>
                  </a:cubicBezTo>
                  <a:cubicBezTo>
                    <a:pt x="219814" y="5107"/>
                    <a:pt x="219814" y="4469"/>
                    <a:pt x="219814" y="3830"/>
                  </a:cubicBezTo>
                  <a:close/>
                  <a:moveTo>
                    <a:pt x="53676" y="12130"/>
                  </a:moveTo>
                  <a:lnTo>
                    <a:pt x="61344" y="28728"/>
                  </a:lnTo>
                  <a:lnTo>
                    <a:pt x="36423" y="28728"/>
                  </a:lnTo>
                  <a:lnTo>
                    <a:pt x="20448" y="12130"/>
                  </a:lnTo>
                  <a:lnTo>
                    <a:pt x="53676" y="12130"/>
                  </a:lnTo>
                  <a:close/>
                  <a:moveTo>
                    <a:pt x="198727" y="12130"/>
                  </a:moveTo>
                  <a:lnTo>
                    <a:pt x="182752" y="28728"/>
                  </a:lnTo>
                  <a:lnTo>
                    <a:pt x="157832" y="28728"/>
                  </a:lnTo>
                  <a:lnTo>
                    <a:pt x="165500" y="12130"/>
                  </a:lnTo>
                  <a:lnTo>
                    <a:pt x="198727" y="12130"/>
                  </a:lnTo>
                  <a:close/>
                  <a:moveTo>
                    <a:pt x="65177" y="57456"/>
                  </a:moveTo>
                  <a:lnTo>
                    <a:pt x="40257" y="57456"/>
                  </a:lnTo>
                  <a:lnTo>
                    <a:pt x="40257" y="41496"/>
                  </a:lnTo>
                  <a:lnTo>
                    <a:pt x="65177" y="41496"/>
                  </a:lnTo>
                  <a:lnTo>
                    <a:pt x="65177" y="57456"/>
                  </a:lnTo>
                  <a:close/>
                  <a:moveTo>
                    <a:pt x="77957" y="41496"/>
                  </a:moveTo>
                  <a:lnTo>
                    <a:pt x="102878" y="41496"/>
                  </a:lnTo>
                  <a:lnTo>
                    <a:pt x="102878" y="57456"/>
                  </a:lnTo>
                  <a:lnTo>
                    <a:pt x="77957" y="57456"/>
                  </a:lnTo>
                  <a:lnTo>
                    <a:pt x="77957" y="41496"/>
                  </a:lnTo>
                  <a:close/>
                  <a:moveTo>
                    <a:pt x="115658" y="41496"/>
                  </a:moveTo>
                  <a:lnTo>
                    <a:pt x="140579" y="41496"/>
                  </a:lnTo>
                  <a:lnTo>
                    <a:pt x="140579" y="57456"/>
                  </a:lnTo>
                  <a:lnTo>
                    <a:pt x="115658" y="57456"/>
                  </a:lnTo>
                  <a:lnTo>
                    <a:pt x="115658" y="41496"/>
                  </a:lnTo>
                  <a:close/>
                  <a:moveTo>
                    <a:pt x="153998" y="41496"/>
                  </a:moveTo>
                  <a:lnTo>
                    <a:pt x="178918" y="41496"/>
                  </a:lnTo>
                  <a:lnTo>
                    <a:pt x="178918" y="57456"/>
                  </a:lnTo>
                  <a:lnTo>
                    <a:pt x="153998" y="57456"/>
                  </a:lnTo>
                  <a:lnTo>
                    <a:pt x="153998" y="41496"/>
                  </a:lnTo>
                  <a:close/>
                  <a:moveTo>
                    <a:pt x="143774" y="28728"/>
                  </a:moveTo>
                  <a:lnTo>
                    <a:pt x="116297" y="28728"/>
                  </a:lnTo>
                  <a:lnTo>
                    <a:pt x="116297" y="12130"/>
                  </a:lnTo>
                  <a:lnTo>
                    <a:pt x="152080" y="12130"/>
                  </a:lnTo>
                  <a:lnTo>
                    <a:pt x="143774" y="28728"/>
                  </a:lnTo>
                  <a:close/>
                  <a:moveTo>
                    <a:pt x="102878" y="28728"/>
                  </a:moveTo>
                  <a:lnTo>
                    <a:pt x="75401" y="28728"/>
                  </a:lnTo>
                  <a:lnTo>
                    <a:pt x="67734" y="12130"/>
                  </a:lnTo>
                  <a:lnTo>
                    <a:pt x="103517" y="12130"/>
                  </a:lnTo>
                  <a:lnTo>
                    <a:pt x="103517" y="28728"/>
                  </a:lnTo>
                  <a:close/>
                  <a:moveTo>
                    <a:pt x="27477" y="37666"/>
                  </a:moveTo>
                  <a:lnTo>
                    <a:pt x="27477" y="54264"/>
                  </a:lnTo>
                  <a:lnTo>
                    <a:pt x="12141" y="46603"/>
                  </a:lnTo>
                  <a:lnTo>
                    <a:pt x="12141" y="21706"/>
                  </a:lnTo>
                  <a:lnTo>
                    <a:pt x="27477" y="37666"/>
                  </a:lnTo>
                  <a:close/>
                  <a:moveTo>
                    <a:pt x="12141" y="60648"/>
                  </a:moveTo>
                  <a:lnTo>
                    <a:pt x="27477" y="68309"/>
                  </a:lnTo>
                  <a:lnTo>
                    <a:pt x="27477" y="88099"/>
                  </a:lnTo>
                  <a:lnTo>
                    <a:pt x="12141" y="90653"/>
                  </a:lnTo>
                  <a:lnTo>
                    <a:pt x="12141" y="60648"/>
                  </a:lnTo>
                  <a:close/>
                  <a:moveTo>
                    <a:pt x="40257" y="86184"/>
                  </a:moveTo>
                  <a:lnTo>
                    <a:pt x="40257" y="70224"/>
                  </a:lnTo>
                  <a:lnTo>
                    <a:pt x="65177" y="70224"/>
                  </a:lnTo>
                  <a:lnTo>
                    <a:pt x="65177" y="86184"/>
                  </a:lnTo>
                  <a:lnTo>
                    <a:pt x="40257" y="86184"/>
                  </a:lnTo>
                  <a:close/>
                  <a:moveTo>
                    <a:pt x="77957" y="70224"/>
                  </a:moveTo>
                  <a:lnTo>
                    <a:pt x="102878" y="70224"/>
                  </a:lnTo>
                  <a:lnTo>
                    <a:pt x="102878" y="86184"/>
                  </a:lnTo>
                  <a:lnTo>
                    <a:pt x="77957" y="86184"/>
                  </a:lnTo>
                  <a:lnTo>
                    <a:pt x="77957" y="70224"/>
                  </a:lnTo>
                  <a:close/>
                  <a:moveTo>
                    <a:pt x="115658" y="70224"/>
                  </a:moveTo>
                  <a:lnTo>
                    <a:pt x="140579" y="70224"/>
                  </a:lnTo>
                  <a:lnTo>
                    <a:pt x="140579" y="86184"/>
                  </a:lnTo>
                  <a:lnTo>
                    <a:pt x="115658" y="86184"/>
                  </a:lnTo>
                  <a:lnTo>
                    <a:pt x="115658" y="70224"/>
                  </a:lnTo>
                  <a:close/>
                  <a:moveTo>
                    <a:pt x="153998" y="70224"/>
                  </a:moveTo>
                  <a:lnTo>
                    <a:pt x="178918" y="70224"/>
                  </a:lnTo>
                  <a:lnTo>
                    <a:pt x="178918" y="86184"/>
                  </a:lnTo>
                  <a:lnTo>
                    <a:pt x="153998" y="86184"/>
                  </a:lnTo>
                  <a:lnTo>
                    <a:pt x="153998" y="70224"/>
                  </a:lnTo>
                  <a:close/>
                  <a:moveTo>
                    <a:pt x="191698" y="68309"/>
                  </a:moveTo>
                  <a:lnTo>
                    <a:pt x="207034" y="60648"/>
                  </a:lnTo>
                  <a:lnTo>
                    <a:pt x="207034" y="90653"/>
                  </a:lnTo>
                  <a:lnTo>
                    <a:pt x="191698" y="88099"/>
                  </a:lnTo>
                  <a:lnTo>
                    <a:pt x="191698" y="68309"/>
                  </a:lnTo>
                  <a:close/>
                  <a:moveTo>
                    <a:pt x="207034" y="46603"/>
                  </a:moveTo>
                  <a:lnTo>
                    <a:pt x="191698" y="54264"/>
                  </a:lnTo>
                  <a:lnTo>
                    <a:pt x="191698" y="37666"/>
                  </a:lnTo>
                  <a:lnTo>
                    <a:pt x="207034" y="21706"/>
                  </a:lnTo>
                  <a:lnTo>
                    <a:pt x="207034" y="46603"/>
                  </a:lnTo>
                  <a:close/>
                  <a:moveTo>
                    <a:pt x="12141" y="103421"/>
                  </a:moveTo>
                  <a:lnTo>
                    <a:pt x="27477" y="100867"/>
                  </a:lnTo>
                  <a:lnTo>
                    <a:pt x="27477" y="117465"/>
                  </a:lnTo>
                  <a:lnTo>
                    <a:pt x="12141" y="133425"/>
                  </a:lnTo>
                  <a:lnTo>
                    <a:pt x="12141" y="103421"/>
                  </a:lnTo>
                  <a:close/>
                  <a:moveTo>
                    <a:pt x="40257" y="114912"/>
                  </a:moveTo>
                  <a:lnTo>
                    <a:pt x="40257" y="98952"/>
                  </a:lnTo>
                  <a:lnTo>
                    <a:pt x="65177" y="98952"/>
                  </a:lnTo>
                  <a:lnTo>
                    <a:pt x="65177" y="114912"/>
                  </a:lnTo>
                  <a:lnTo>
                    <a:pt x="40257" y="114912"/>
                  </a:lnTo>
                  <a:close/>
                  <a:moveTo>
                    <a:pt x="77957" y="114912"/>
                  </a:moveTo>
                  <a:lnTo>
                    <a:pt x="77957" y="98952"/>
                  </a:lnTo>
                  <a:lnTo>
                    <a:pt x="102878" y="98952"/>
                  </a:lnTo>
                  <a:lnTo>
                    <a:pt x="102878" y="114912"/>
                  </a:lnTo>
                  <a:lnTo>
                    <a:pt x="77957" y="114912"/>
                  </a:lnTo>
                  <a:close/>
                  <a:moveTo>
                    <a:pt x="115658" y="114912"/>
                  </a:moveTo>
                  <a:lnTo>
                    <a:pt x="115658" y="98952"/>
                  </a:lnTo>
                  <a:lnTo>
                    <a:pt x="140579" y="98952"/>
                  </a:lnTo>
                  <a:lnTo>
                    <a:pt x="140579" y="114912"/>
                  </a:lnTo>
                  <a:lnTo>
                    <a:pt x="115658" y="114912"/>
                  </a:lnTo>
                  <a:close/>
                  <a:moveTo>
                    <a:pt x="153998" y="114912"/>
                  </a:moveTo>
                  <a:lnTo>
                    <a:pt x="153998" y="98952"/>
                  </a:lnTo>
                  <a:lnTo>
                    <a:pt x="178918" y="98952"/>
                  </a:lnTo>
                  <a:lnTo>
                    <a:pt x="178918" y="114912"/>
                  </a:lnTo>
                  <a:lnTo>
                    <a:pt x="153998" y="114912"/>
                  </a:lnTo>
                  <a:close/>
                  <a:moveTo>
                    <a:pt x="191698" y="118104"/>
                  </a:moveTo>
                  <a:lnTo>
                    <a:pt x="191698" y="101505"/>
                  </a:lnTo>
                  <a:lnTo>
                    <a:pt x="207034" y="104059"/>
                  </a:lnTo>
                  <a:lnTo>
                    <a:pt x="207034" y="134064"/>
                  </a:lnTo>
                  <a:lnTo>
                    <a:pt x="191698" y="118104"/>
                  </a:lnTo>
                  <a:close/>
                </a:path>
              </a:pathLst>
            </a:custGeom>
            <a:solidFill>
              <a:srgbClr val="00A3E0"/>
            </a:solidFill>
            <a:ln w="6390" cap="flat">
              <a:noFill/>
              <a:prstDash val="solid"/>
              <a:miter/>
            </a:ln>
          </p:spPr>
          <p:txBody>
            <a:bodyPr rtlCol="0" anchor="ctr"/>
            <a:lstStyle/>
            <a:p>
              <a:endParaRPr lang="en-US"/>
            </a:p>
          </p:txBody>
        </p:sp>
      </p:grpSp>
      <p:grpSp>
        <p:nvGrpSpPr>
          <p:cNvPr id="774" name="Graphic 4">
            <a:extLst>
              <a:ext uri="{FF2B5EF4-FFF2-40B4-BE49-F238E27FC236}">
                <a16:creationId xmlns:a16="http://schemas.microsoft.com/office/drawing/2014/main" id="{F6E1CFE7-3B46-8645-A36A-187B26B710E4}"/>
              </a:ext>
            </a:extLst>
          </p:cNvPr>
          <p:cNvGrpSpPr>
            <a:grpSpLocks noChangeAspect="1"/>
          </p:cNvGrpSpPr>
          <p:nvPr/>
        </p:nvGrpSpPr>
        <p:grpSpPr>
          <a:xfrm>
            <a:off x="3607758" y="3339623"/>
            <a:ext cx="361670" cy="361333"/>
            <a:chOff x="3607758" y="3339623"/>
            <a:chExt cx="361670" cy="361333"/>
          </a:xfrm>
          <a:solidFill>
            <a:srgbClr val="00A3E0"/>
          </a:solidFill>
        </p:grpSpPr>
        <p:sp>
          <p:nvSpPr>
            <p:cNvPr id="775" name="Graphic 4">
              <a:extLst>
                <a:ext uri="{FF2B5EF4-FFF2-40B4-BE49-F238E27FC236}">
                  <a16:creationId xmlns:a16="http://schemas.microsoft.com/office/drawing/2014/main" id="{0346B2CA-A868-A84D-ACE6-643278BFAD86}"/>
                </a:ext>
              </a:extLst>
            </p:cNvPr>
            <p:cNvSpPr/>
            <p:nvPr/>
          </p:nvSpPr>
          <p:spPr>
            <a:xfrm>
              <a:off x="3607758" y="333962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1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2" y="361333"/>
                    <a:pt x="180836" y="361333"/>
                  </a:cubicBezTo>
                  <a:cubicBezTo>
                    <a:pt x="281157" y="361333"/>
                    <a:pt x="361671" y="280257"/>
                    <a:pt x="361671" y="180667"/>
                  </a:cubicBezTo>
                  <a:cubicBezTo>
                    <a:pt x="361671" y="81077"/>
                    <a:pt x="281157" y="0"/>
                    <a:pt x="180836" y="0"/>
                  </a:cubicBezTo>
                  <a:close/>
                  <a:moveTo>
                    <a:pt x="180836" y="349204"/>
                  </a:moveTo>
                  <a:cubicBezTo>
                    <a:pt x="88181" y="349204"/>
                    <a:pt x="12780" y="273873"/>
                    <a:pt x="12780" y="181305"/>
                  </a:cubicBezTo>
                  <a:cubicBezTo>
                    <a:pt x="12780" y="88738"/>
                    <a:pt x="88181" y="13406"/>
                    <a:pt x="180836" y="13406"/>
                  </a:cubicBezTo>
                  <a:cubicBezTo>
                    <a:pt x="273490" y="13406"/>
                    <a:pt x="348891" y="88738"/>
                    <a:pt x="348891" y="181305"/>
                  </a:cubicBezTo>
                  <a:cubicBezTo>
                    <a:pt x="349530" y="273873"/>
                    <a:pt x="274128"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776" name="Graphic 4">
              <a:extLst>
                <a:ext uri="{FF2B5EF4-FFF2-40B4-BE49-F238E27FC236}">
                  <a16:creationId xmlns:a16="http://schemas.microsoft.com/office/drawing/2014/main" id="{299E5882-2487-FB48-AEE6-E731EF31934C}"/>
                </a:ext>
              </a:extLst>
            </p:cNvPr>
            <p:cNvSpPr/>
            <p:nvPr/>
          </p:nvSpPr>
          <p:spPr>
            <a:xfrm>
              <a:off x="3688245" y="3425169"/>
              <a:ext cx="201691" cy="190880"/>
            </a:xfrm>
            <a:custGeom>
              <a:avLst/>
              <a:gdLst>
                <a:gd name="connsiteX0" fmla="*/ 178305 w 201691"/>
                <a:gd name="connsiteY0" fmla="*/ 136617 h 190880"/>
                <a:gd name="connsiteX1" fmla="*/ 173832 w 201691"/>
                <a:gd name="connsiteY1" fmla="*/ 134702 h 190880"/>
                <a:gd name="connsiteX2" fmla="*/ 154663 w 201691"/>
                <a:gd name="connsiteY2" fmla="*/ 134702 h 190880"/>
                <a:gd name="connsiteX3" fmla="*/ 109933 w 201691"/>
                <a:gd name="connsiteY3" fmla="*/ 90014 h 190880"/>
                <a:gd name="connsiteX4" fmla="*/ 178305 w 201691"/>
                <a:gd name="connsiteY4" fmla="*/ 21705 h 190880"/>
                <a:gd name="connsiteX5" fmla="*/ 178305 w 201691"/>
                <a:gd name="connsiteY5" fmla="*/ 28089 h 190880"/>
                <a:gd name="connsiteX6" fmla="*/ 184695 w 201691"/>
                <a:gd name="connsiteY6" fmla="*/ 34473 h 190880"/>
                <a:gd name="connsiteX7" fmla="*/ 191085 w 201691"/>
                <a:gd name="connsiteY7" fmla="*/ 28089 h 190880"/>
                <a:gd name="connsiteX8" fmla="*/ 191085 w 201691"/>
                <a:gd name="connsiteY8" fmla="*/ 6384 h 190880"/>
                <a:gd name="connsiteX9" fmla="*/ 184695 w 201691"/>
                <a:gd name="connsiteY9" fmla="*/ 0 h 190880"/>
                <a:gd name="connsiteX10" fmla="*/ 162969 w 201691"/>
                <a:gd name="connsiteY10" fmla="*/ 0 h 190880"/>
                <a:gd name="connsiteX11" fmla="*/ 156580 w 201691"/>
                <a:gd name="connsiteY11" fmla="*/ 6384 h 190880"/>
                <a:gd name="connsiteX12" fmla="*/ 162969 w 201691"/>
                <a:gd name="connsiteY12" fmla="*/ 12768 h 190880"/>
                <a:gd name="connsiteX13" fmla="*/ 169359 w 201691"/>
                <a:gd name="connsiteY13" fmla="*/ 12768 h 190880"/>
                <a:gd name="connsiteX14" fmla="*/ 100987 w 201691"/>
                <a:gd name="connsiteY14" fmla="*/ 81076 h 190880"/>
                <a:gd name="connsiteX15" fmla="*/ 32615 w 201691"/>
                <a:gd name="connsiteY15" fmla="*/ 12768 h 190880"/>
                <a:gd name="connsiteX16" fmla="*/ 39005 w 201691"/>
                <a:gd name="connsiteY16" fmla="*/ 12768 h 190880"/>
                <a:gd name="connsiteX17" fmla="*/ 45394 w 201691"/>
                <a:gd name="connsiteY17" fmla="*/ 6384 h 190880"/>
                <a:gd name="connsiteX18" fmla="*/ 39005 w 201691"/>
                <a:gd name="connsiteY18" fmla="*/ 0 h 190880"/>
                <a:gd name="connsiteX19" fmla="*/ 17279 w 201691"/>
                <a:gd name="connsiteY19" fmla="*/ 0 h 190880"/>
                <a:gd name="connsiteX20" fmla="*/ 10889 w 201691"/>
                <a:gd name="connsiteY20" fmla="*/ 6384 h 190880"/>
                <a:gd name="connsiteX21" fmla="*/ 10889 w 201691"/>
                <a:gd name="connsiteY21" fmla="*/ 28089 h 190880"/>
                <a:gd name="connsiteX22" fmla="*/ 17279 w 201691"/>
                <a:gd name="connsiteY22" fmla="*/ 34473 h 190880"/>
                <a:gd name="connsiteX23" fmla="*/ 23669 w 201691"/>
                <a:gd name="connsiteY23" fmla="*/ 28089 h 190880"/>
                <a:gd name="connsiteX24" fmla="*/ 23669 w 201691"/>
                <a:gd name="connsiteY24" fmla="*/ 21705 h 190880"/>
                <a:gd name="connsiteX25" fmla="*/ 92041 w 201691"/>
                <a:gd name="connsiteY25" fmla="*/ 90014 h 190880"/>
                <a:gd name="connsiteX26" fmla="*/ 47311 w 201691"/>
                <a:gd name="connsiteY26" fmla="*/ 134702 h 190880"/>
                <a:gd name="connsiteX27" fmla="*/ 28142 w 201691"/>
                <a:gd name="connsiteY27" fmla="*/ 134702 h 190880"/>
                <a:gd name="connsiteX28" fmla="*/ 23669 w 201691"/>
                <a:gd name="connsiteY28" fmla="*/ 136617 h 190880"/>
                <a:gd name="connsiteX29" fmla="*/ 1943 w 201691"/>
                <a:gd name="connsiteY29" fmla="*/ 158323 h 190880"/>
                <a:gd name="connsiteX30" fmla="*/ 665 w 201691"/>
                <a:gd name="connsiteY30" fmla="*/ 165345 h 190880"/>
                <a:gd name="connsiteX31" fmla="*/ 6416 w 201691"/>
                <a:gd name="connsiteY31" fmla="*/ 169176 h 190880"/>
                <a:gd name="connsiteX32" fmla="*/ 21752 w 201691"/>
                <a:gd name="connsiteY32" fmla="*/ 169176 h 190880"/>
                <a:gd name="connsiteX33" fmla="*/ 21752 w 201691"/>
                <a:gd name="connsiteY33" fmla="*/ 184497 h 190880"/>
                <a:gd name="connsiteX34" fmla="*/ 25586 w 201691"/>
                <a:gd name="connsiteY34" fmla="*/ 190243 h 190880"/>
                <a:gd name="connsiteX35" fmla="*/ 28142 w 201691"/>
                <a:gd name="connsiteY35" fmla="*/ 190881 h 190880"/>
                <a:gd name="connsiteX36" fmla="*/ 32615 w 201691"/>
                <a:gd name="connsiteY36" fmla="*/ 188966 h 190880"/>
                <a:gd name="connsiteX37" fmla="*/ 54341 w 201691"/>
                <a:gd name="connsiteY37" fmla="*/ 167260 h 190880"/>
                <a:gd name="connsiteX38" fmla="*/ 56257 w 201691"/>
                <a:gd name="connsiteY38" fmla="*/ 162792 h 190880"/>
                <a:gd name="connsiteX39" fmla="*/ 56257 w 201691"/>
                <a:gd name="connsiteY39" fmla="*/ 143640 h 190880"/>
                <a:gd name="connsiteX40" fmla="*/ 100987 w 201691"/>
                <a:gd name="connsiteY40" fmla="*/ 98952 h 190880"/>
                <a:gd name="connsiteX41" fmla="*/ 145717 w 201691"/>
                <a:gd name="connsiteY41" fmla="*/ 143640 h 190880"/>
                <a:gd name="connsiteX42" fmla="*/ 145717 w 201691"/>
                <a:gd name="connsiteY42" fmla="*/ 162792 h 190880"/>
                <a:gd name="connsiteX43" fmla="*/ 147633 w 201691"/>
                <a:gd name="connsiteY43" fmla="*/ 167260 h 190880"/>
                <a:gd name="connsiteX44" fmla="*/ 169359 w 201691"/>
                <a:gd name="connsiteY44" fmla="*/ 188966 h 190880"/>
                <a:gd name="connsiteX45" fmla="*/ 173832 w 201691"/>
                <a:gd name="connsiteY45" fmla="*/ 190881 h 190880"/>
                <a:gd name="connsiteX46" fmla="*/ 176388 w 201691"/>
                <a:gd name="connsiteY46" fmla="*/ 190243 h 190880"/>
                <a:gd name="connsiteX47" fmla="*/ 180222 w 201691"/>
                <a:gd name="connsiteY47" fmla="*/ 184497 h 190880"/>
                <a:gd name="connsiteX48" fmla="*/ 180222 w 201691"/>
                <a:gd name="connsiteY48" fmla="*/ 169176 h 190880"/>
                <a:gd name="connsiteX49" fmla="*/ 195558 w 201691"/>
                <a:gd name="connsiteY49" fmla="*/ 169176 h 190880"/>
                <a:gd name="connsiteX50" fmla="*/ 201309 w 201691"/>
                <a:gd name="connsiteY50" fmla="*/ 165345 h 190880"/>
                <a:gd name="connsiteX51" fmla="*/ 200031 w 201691"/>
                <a:gd name="connsiteY51" fmla="*/ 158323 h 190880"/>
                <a:gd name="connsiteX52" fmla="*/ 178305 w 201691"/>
                <a:gd name="connsiteY52" fmla="*/ 136617 h 190880"/>
                <a:gd name="connsiteX53" fmla="*/ 43478 w 201691"/>
                <a:gd name="connsiteY53" fmla="*/ 160238 h 190880"/>
                <a:gd name="connsiteX54" fmla="*/ 34531 w 201691"/>
                <a:gd name="connsiteY54" fmla="*/ 169176 h 190880"/>
                <a:gd name="connsiteX55" fmla="*/ 34531 w 201691"/>
                <a:gd name="connsiteY55" fmla="*/ 162792 h 190880"/>
                <a:gd name="connsiteX56" fmla="*/ 28142 w 201691"/>
                <a:gd name="connsiteY56" fmla="*/ 156408 h 190880"/>
                <a:gd name="connsiteX57" fmla="*/ 21752 w 201691"/>
                <a:gd name="connsiteY57" fmla="*/ 156408 h 190880"/>
                <a:gd name="connsiteX58" fmla="*/ 30698 w 201691"/>
                <a:gd name="connsiteY58" fmla="*/ 147470 h 190880"/>
                <a:gd name="connsiteX59" fmla="*/ 43478 w 201691"/>
                <a:gd name="connsiteY59" fmla="*/ 147470 h 190880"/>
                <a:gd name="connsiteX60" fmla="*/ 43478 w 201691"/>
                <a:gd name="connsiteY60" fmla="*/ 160238 h 190880"/>
                <a:gd name="connsiteX61" fmla="*/ 173832 w 201691"/>
                <a:gd name="connsiteY61" fmla="*/ 156408 h 190880"/>
                <a:gd name="connsiteX62" fmla="*/ 167442 w 201691"/>
                <a:gd name="connsiteY62" fmla="*/ 162792 h 190880"/>
                <a:gd name="connsiteX63" fmla="*/ 167442 w 201691"/>
                <a:gd name="connsiteY63" fmla="*/ 169176 h 190880"/>
                <a:gd name="connsiteX64" fmla="*/ 158496 w 201691"/>
                <a:gd name="connsiteY64" fmla="*/ 160238 h 190880"/>
                <a:gd name="connsiteX65" fmla="*/ 158496 w 201691"/>
                <a:gd name="connsiteY65" fmla="*/ 147470 h 190880"/>
                <a:gd name="connsiteX66" fmla="*/ 171276 w 201691"/>
                <a:gd name="connsiteY66" fmla="*/ 147470 h 190880"/>
                <a:gd name="connsiteX67" fmla="*/ 180222 w 201691"/>
                <a:gd name="connsiteY67" fmla="*/ 156408 h 190880"/>
                <a:gd name="connsiteX68" fmla="*/ 173832 w 201691"/>
                <a:gd name="connsiteY68" fmla="*/ 156408 h 190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01691" h="190880">
                  <a:moveTo>
                    <a:pt x="178305" y="136617"/>
                  </a:moveTo>
                  <a:cubicBezTo>
                    <a:pt x="177027" y="135340"/>
                    <a:pt x="175749" y="134702"/>
                    <a:pt x="173832" y="134702"/>
                  </a:cubicBezTo>
                  <a:lnTo>
                    <a:pt x="154663" y="134702"/>
                  </a:lnTo>
                  <a:lnTo>
                    <a:pt x="109933" y="90014"/>
                  </a:lnTo>
                  <a:lnTo>
                    <a:pt x="178305" y="21705"/>
                  </a:lnTo>
                  <a:lnTo>
                    <a:pt x="178305" y="28089"/>
                  </a:lnTo>
                  <a:cubicBezTo>
                    <a:pt x="178305" y="31920"/>
                    <a:pt x="180861" y="34473"/>
                    <a:pt x="184695" y="34473"/>
                  </a:cubicBezTo>
                  <a:cubicBezTo>
                    <a:pt x="188529" y="34473"/>
                    <a:pt x="191085" y="31920"/>
                    <a:pt x="191085" y="28089"/>
                  </a:cubicBezTo>
                  <a:lnTo>
                    <a:pt x="191085" y="6384"/>
                  </a:lnTo>
                  <a:cubicBezTo>
                    <a:pt x="191085" y="2553"/>
                    <a:pt x="188529" y="0"/>
                    <a:pt x="184695" y="0"/>
                  </a:cubicBezTo>
                  <a:lnTo>
                    <a:pt x="162969" y="0"/>
                  </a:lnTo>
                  <a:cubicBezTo>
                    <a:pt x="159135" y="0"/>
                    <a:pt x="156580" y="2553"/>
                    <a:pt x="156580" y="6384"/>
                  </a:cubicBezTo>
                  <a:cubicBezTo>
                    <a:pt x="156580" y="10214"/>
                    <a:pt x="159135" y="12768"/>
                    <a:pt x="162969" y="12768"/>
                  </a:cubicBezTo>
                  <a:lnTo>
                    <a:pt x="169359" y="12768"/>
                  </a:lnTo>
                  <a:lnTo>
                    <a:pt x="100987" y="81076"/>
                  </a:lnTo>
                  <a:lnTo>
                    <a:pt x="32615" y="12768"/>
                  </a:lnTo>
                  <a:lnTo>
                    <a:pt x="39005" y="12768"/>
                  </a:lnTo>
                  <a:cubicBezTo>
                    <a:pt x="42839" y="12768"/>
                    <a:pt x="45394" y="10214"/>
                    <a:pt x="45394" y="6384"/>
                  </a:cubicBezTo>
                  <a:cubicBezTo>
                    <a:pt x="45394" y="2553"/>
                    <a:pt x="42839" y="0"/>
                    <a:pt x="39005" y="0"/>
                  </a:cubicBezTo>
                  <a:lnTo>
                    <a:pt x="17279" y="0"/>
                  </a:lnTo>
                  <a:cubicBezTo>
                    <a:pt x="13445" y="0"/>
                    <a:pt x="10889" y="2553"/>
                    <a:pt x="10889" y="6384"/>
                  </a:cubicBezTo>
                  <a:lnTo>
                    <a:pt x="10889" y="28089"/>
                  </a:lnTo>
                  <a:cubicBezTo>
                    <a:pt x="10889" y="31920"/>
                    <a:pt x="13445" y="34473"/>
                    <a:pt x="17279" y="34473"/>
                  </a:cubicBezTo>
                  <a:cubicBezTo>
                    <a:pt x="21113" y="34473"/>
                    <a:pt x="23669" y="31920"/>
                    <a:pt x="23669" y="28089"/>
                  </a:cubicBezTo>
                  <a:lnTo>
                    <a:pt x="23669" y="21705"/>
                  </a:lnTo>
                  <a:lnTo>
                    <a:pt x="92041" y="90014"/>
                  </a:lnTo>
                  <a:lnTo>
                    <a:pt x="47311" y="134702"/>
                  </a:lnTo>
                  <a:lnTo>
                    <a:pt x="28142" y="134702"/>
                  </a:lnTo>
                  <a:cubicBezTo>
                    <a:pt x="26225" y="134702"/>
                    <a:pt x="24947" y="135340"/>
                    <a:pt x="23669" y="136617"/>
                  </a:cubicBezTo>
                  <a:lnTo>
                    <a:pt x="1943" y="158323"/>
                  </a:lnTo>
                  <a:cubicBezTo>
                    <a:pt x="26" y="160238"/>
                    <a:pt x="-613" y="162792"/>
                    <a:pt x="665" y="165345"/>
                  </a:cubicBezTo>
                  <a:cubicBezTo>
                    <a:pt x="1943" y="167899"/>
                    <a:pt x="3860" y="169176"/>
                    <a:pt x="6416" y="169176"/>
                  </a:cubicBezTo>
                  <a:lnTo>
                    <a:pt x="21752" y="169176"/>
                  </a:lnTo>
                  <a:lnTo>
                    <a:pt x="21752" y="184497"/>
                  </a:lnTo>
                  <a:cubicBezTo>
                    <a:pt x="21752" y="187051"/>
                    <a:pt x="23030" y="189604"/>
                    <a:pt x="25586" y="190243"/>
                  </a:cubicBezTo>
                  <a:cubicBezTo>
                    <a:pt x="26225" y="190881"/>
                    <a:pt x="27503" y="190881"/>
                    <a:pt x="28142" y="190881"/>
                  </a:cubicBezTo>
                  <a:cubicBezTo>
                    <a:pt x="30059" y="190881"/>
                    <a:pt x="31336" y="190243"/>
                    <a:pt x="32615" y="188966"/>
                  </a:cubicBezTo>
                  <a:lnTo>
                    <a:pt x="54341" y="167260"/>
                  </a:lnTo>
                  <a:cubicBezTo>
                    <a:pt x="55619" y="165984"/>
                    <a:pt x="56257" y="164707"/>
                    <a:pt x="56257" y="162792"/>
                  </a:cubicBezTo>
                  <a:lnTo>
                    <a:pt x="56257" y="143640"/>
                  </a:lnTo>
                  <a:lnTo>
                    <a:pt x="100987" y="98952"/>
                  </a:lnTo>
                  <a:lnTo>
                    <a:pt x="145717" y="143640"/>
                  </a:lnTo>
                  <a:lnTo>
                    <a:pt x="145717" y="162792"/>
                  </a:lnTo>
                  <a:cubicBezTo>
                    <a:pt x="145717" y="164707"/>
                    <a:pt x="146355" y="165984"/>
                    <a:pt x="147633" y="167260"/>
                  </a:cubicBezTo>
                  <a:lnTo>
                    <a:pt x="169359" y="188966"/>
                  </a:lnTo>
                  <a:cubicBezTo>
                    <a:pt x="170637" y="190243"/>
                    <a:pt x="171915" y="190881"/>
                    <a:pt x="173832" y="190881"/>
                  </a:cubicBezTo>
                  <a:cubicBezTo>
                    <a:pt x="174471" y="190881"/>
                    <a:pt x="175749" y="190881"/>
                    <a:pt x="176388" y="190243"/>
                  </a:cubicBezTo>
                  <a:cubicBezTo>
                    <a:pt x="178944" y="188966"/>
                    <a:pt x="180222" y="187051"/>
                    <a:pt x="180222" y="184497"/>
                  </a:cubicBezTo>
                  <a:lnTo>
                    <a:pt x="180222" y="169176"/>
                  </a:lnTo>
                  <a:lnTo>
                    <a:pt x="195558" y="169176"/>
                  </a:lnTo>
                  <a:cubicBezTo>
                    <a:pt x="198114" y="169176"/>
                    <a:pt x="200670" y="167899"/>
                    <a:pt x="201309" y="165345"/>
                  </a:cubicBezTo>
                  <a:cubicBezTo>
                    <a:pt x="201948" y="162792"/>
                    <a:pt x="201948" y="160238"/>
                    <a:pt x="200031" y="158323"/>
                  </a:cubicBezTo>
                  <a:lnTo>
                    <a:pt x="178305" y="136617"/>
                  </a:lnTo>
                  <a:close/>
                  <a:moveTo>
                    <a:pt x="43478" y="160238"/>
                  </a:moveTo>
                  <a:lnTo>
                    <a:pt x="34531" y="169176"/>
                  </a:lnTo>
                  <a:lnTo>
                    <a:pt x="34531" y="162792"/>
                  </a:lnTo>
                  <a:cubicBezTo>
                    <a:pt x="34531" y="158961"/>
                    <a:pt x="31976" y="156408"/>
                    <a:pt x="28142" y="156408"/>
                  </a:cubicBezTo>
                  <a:lnTo>
                    <a:pt x="21752" y="156408"/>
                  </a:lnTo>
                  <a:lnTo>
                    <a:pt x="30698" y="147470"/>
                  </a:lnTo>
                  <a:lnTo>
                    <a:pt x="43478" y="147470"/>
                  </a:lnTo>
                  <a:lnTo>
                    <a:pt x="43478" y="160238"/>
                  </a:lnTo>
                  <a:close/>
                  <a:moveTo>
                    <a:pt x="173832" y="156408"/>
                  </a:moveTo>
                  <a:cubicBezTo>
                    <a:pt x="169998" y="156408"/>
                    <a:pt x="167442" y="158961"/>
                    <a:pt x="167442" y="162792"/>
                  </a:cubicBezTo>
                  <a:lnTo>
                    <a:pt x="167442" y="169176"/>
                  </a:lnTo>
                  <a:lnTo>
                    <a:pt x="158496" y="160238"/>
                  </a:lnTo>
                  <a:lnTo>
                    <a:pt x="158496" y="147470"/>
                  </a:lnTo>
                  <a:lnTo>
                    <a:pt x="171276" y="147470"/>
                  </a:lnTo>
                  <a:lnTo>
                    <a:pt x="180222" y="156408"/>
                  </a:lnTo>
                  <a:lnTo>
                    <a:pt x="173832" y="156408"/>
                  </a:lnTo>
                  <a:close/>
                </a:path>
              </a:pathLst>
            </a:custGeom>
            <a:solidFill>
              <a:srgbClr val="00A3E0"/>
            </a:solidFill>
            <a:ln w="6390" cap="flat">
              <a:noFill/>
              <a:prstDash val="solid"/>
              <a:miter/>
            </a:ln>
          </p:spPr>
          <p:txBody>
            <a:bodyPr rtlCol="0" anchor="ctr"/>
            <a:lstStyle/>
            <a:p>
              <a:endParaRPr lang="en-US"/>
            </a:p>
          </p:txBody>
        </p:sp>
      </p:grpSp>
      <p:grpSp>
        <p:nvGrpSpPr>
          <p:cNvPr id="777" name="Graphic 4">
            <a:extLst>
              <a:ext uri="{FF2B5EF4-FFF2-40B4-BE49-F238E27FC236}">
                <a16:creationId xmlns:a16="http://schemas.microsoft.com/office/drawing/2014/main" id="{42A29BE2-85A3-8343-BB9C-5F391DEE4C04}"/>
              </a:ext>
            </a:extLst>
          </p:cNvPr>
          <p:cNvGrpSpPr>
            <a:grpSpLocks noChangeAspect="1"/>
          </p:cNvGrpSpPr>
          <p:nvPr/>
        </p:nvGrpSpPr>
        <p:grpSpPr>
          <a:xfrm>
            <a:off x="5708769" y="918179"/>
            <a:ext cx="361670" cy="361333"/>
            <a:chOff x="5708769" y="918179"/>
            <a:chExt cx="361670" cy="361333"/>
          </a:xfrm>
          <a:solidFill>
            <a:srgbClr val="00A3E0"/>
          </a:solidFill>
        </p:grpSpPr>
        <p:sp>
          <p:nvSpPr>
            <p:cNvPr id="778" name="Graphic 4">
              <a:extLst>
                <a:ext uri="{FF2B5EF4-FFF2-40B4-BE49-F238E27FC236}">
                  <a16:creationId xmlns:a16="http://schemas.microsoft.com/office/drawing/2014/main" id="{31E85258-F772-464B-82C7-681995E7BC21}"/>
                </a:ext>
              </a:extLst>
            </p:cNvPr>
            <p:cNvSpPr/>
            <p:nvPr/>
          </p:nvSpPr>
          <p:spPr>
            <a:xfrm>
              <a:off x="5708769"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0667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099"/>
                    <a:pt x="348890" y="180667"/>
                  </a:cubicBezTo>
                  <a:cubicBezTo>
                    <a:pt x="348890" y="273234"/>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779" name="Graphic 4">
              <a:extLst>
                <a:ext uri="{FF2B5EF4-FFF2-40B4-BE49-F238E27FC236}">
                  <a16:creationId xmlns:a16="http://schemas.microsoft.com/office/drawing/2014/main" id="{AD895A52-64A5-7249-9736-DFA603E5014C}"/>
                </a:ext>
              </a:extLst>
            </p:cNvPr>
            <p:cNvSpPr/>
            <p:nvPr/>
          </p:nvSpPr>
          <p:spPr>
            <a:xfrm>
              <a:off x="5772580" y="1001809"/>
              <a:ext cx="233409" cy="196626"/>
            </a:xfrm>
            <a:custGeom>
              <a:avLst/>
              <a:gdLst>
                <a:gd name="connsiteX0" fmla="*/ 177729 w 233409"/>
                <a:gd name="connsiteY0" fmla="*/ 1277 h 196626"/>
                <a:gd name="connsiteX1" fmla="*/ 177729 w 233409"/>
                <a:gd name="connsiteY1" fmla="*/ 1277 h 196626"/>
                <a:gd name="connsiteX2" fmla="*/ 177729 w 233409"/>
                <a:gd name="connsiteY2" fmla="*/ 1277 h 196626"/>
                <a:gd name="connsiteX3" fmla="*/ 176451 w 233409"/>
                <a:gd name="connsiteY3" fmla="*/ 638 h 196626"/>
                <a:gd name="connsiteX4" fmla="*/ 175173 w 233409"/>
                <a:gd name="connsiteY4" fmla="*/ 0 h 196626"/>
                <a:gd name="connsiteX5" fmla="*/ 173895 w 233409"/>
                <a:gd name="connsiteY5" fmla="*/ 0 h 196626"/>
                <a:gd name="connsiteX6" fmla="*/ 172617 w 233409"/>
                <a:gd name="connsiteY6" fmla="*/ 0 h 196626"/>
                <a:gd name="connsiteX7" fmla="*/ 156003 w 233409"/>
                <a:gd name="connsiteY7" fmla="*/ 0 h 196626"/>
                <a:gd name="connsiteX8" fmla="*/ 154086 w 233409"/>
                <a:gd name="connsiteY8" fmla="*/ 638 h 196626"/>
                <a:gd name="connsiteX9" fmla="*/ 152169 w 233409"/>
                <a:gd name="connsiteY9" fmla="*/ 1277 h 196626"/>
                <a:gd name="connsiteX10" fmla="*/ 152169 w 233409"/>
                <a:gd name="connsiteY10" fmla="*/ 1277 h 196626"/>
                <a:gd name="connsiteX11" fmla="*/ 151530 w 233409"/>
                <a:gd name="connsiteY11" fmla="*/ 1915 h 196626"/>
                <a:gd name="connsiteX12" fmla="*/ 116385 w 233409"/>
                <a:gd name="connsiteY12" fmla="*/ 8299 h 196626"/>
                <a:gd name="connsiteX13" fmla="*/ 81880 w 233409"/>
                <a:gd name="connsiteY13" fmla="*/ 2554 h 196626"/>
                <a:gd name="connsiteX14" fmla="*/ 77407 w 233409"/>
                <a:gd name="connsiteY14" fmla="*/ 638 h 196626"/>
                <a:gd name="connsiteX15" fmla="*/ 60793 w 233409"/>
                <a:gd name="connsiteY15" fmla="*/ 638 h 196626"/>
                <a:gd name="connsiteX16" fmla="*/ 56320 w 233409"/>
                <a:gd name="connsiteY16" fmla="*/ 2554 h 196626"/>
                <a:gd name="connsiteX17" fmla="*/ 2006 w 233409"/>
                <a:gd name="connsiteY17" fmla="*/ 57456 h 196626"/>
                <a:gd name="connsiteX18" fmla="*/ 1366 w 233409"/>
                <a:gd name="connsiteY18" fmla="*/ 65755 h 196626"/>
                <a:gd name="connsiteX19" fmla="*/ 32677 w 233409"/>
                <a:gd name="connsiteY19" fmla="*/ 105336 h 196626"/>
                <a:gd name="connsiteX20" fmla="*/ 37150 w 233409"/>
                <a:gd name="connsiteY20" fmla="*/ 107889 h 196626"/>
                <a:gd name="connsiteX21" fmla="*/ 42262 w 233409"/>
                <a:gd name="connsiteY21" fmla="*/ 105974 h 196626"/>
                <a:gd name="connsiteX22" fmla="*/ 54403 w 233409"/>
                <a:gd name="connsiteY22" fmla="*/ 93845 h 196626"/>
                <a:gd name="connsiteX23" fmla="*/ 54403 w 233409"/>
                <a:gd name="connsiteY23" fmla="*/ 190243 h 196626"/>
                <a:gd name="connsiteX24" fmla="*/ 60793 w 233409"/>
                <a:gd name="connsiteY24" fmla="*/ 196627 h 196626"/>
                <a:gd name="connsiteX25" fmla="*/ 172617 w 233409"/>
                <a:gd name="connsiteY25" fmla="*/ 196627 h 196626"/>
                <a:gd name="connsiteX26" fmla="*/ 179007 w 233409"/>
                <a:gd name="connsiteY26" fmla="*/ 190243 h 196626"/>
                <a:gd name="connsiteX27" fmla="*/ 179007 w 233409"/>
                <a:gd name="connsiteY27" fmla="*/ 93845 h 196626"/>
                <a:gd name="connsiteX28" fmla="*/ 191148 w 233409"/>
                <a:gd name="connsiteY28" fmla="*/ 105974 h 196626"/>
                <a:gd name="connsiteX29" fmla="*/ 196259 w 233409"/>
                <a:gd name="connsiteY29" fmla="*/ 107889 h 196626"/>
                <a:gd name="connsiteX30" fmla="*/ 200732 w 233409"/>
                <a:gd name="connsiteY30" fmla="*/ 105336 h 196626"/>
                <a:gd name="connsiteX31" fmla="*/ 232043 w 233409"/>
                <a:gd name="connsiteY31" fmla="*/ 65755 h 196626"/>
                <a:gd name="connsiteX32" fmla="*/ 231404 w 233409"/>
                <a:gd name="connsiteY32" fmla="*/ 57456 h 196626"/>
                <a:gd name="connsiteX33" fmla="*/ 177729 w 233409"/>
                <a:gd name="connsiteY33" fmla="*/ 1277 h 196626"/>
                <a:gd name="connsiteX34" fmla="*/ 144501 w 233409"/>
                <a:gd name="connsiteY34" fmla="*/ 17237 h 196626"/>
                <a:gd name="connsiteX35" fmla="*/ 117024 w 233409"/>
                <a:gd name="connsiteY35" fmla="*/ 38304 h 196626"/>
                <a:gd name="connsiteX36" fmla="*/ 89548 w 233409"/>
                <a:gd name="connsiteY36" fmla="*/ 17237 h 196626"/>
                <a:gd name="connsiteX37" fmla="*/ 116385 w 233409"/>
                <a:gd name="connsiteY37" fmla="*/ 19790 h 196626"/>
                <a:gd name="connsiteX38" fmla="*/ 144501 w 233409"/>
                <a:gd name="connsiteY38" fmla="*/ 17237 h 196626"/>
                <a:gd name="connsiteX39" fmla="*/ 38428 w 233409"/>
                <a:gd name="connsiteY39" fmla="*/ 90653 h 196626"/>
                <a:gd name="connsiteX40" fmla="*/ 14785 w 233409"/>
                <a:gd name="connsiteY40" fmla="*/ 61286 h 196626"/>
                <a:gd name="connsiteX41" fmla="*/ 59515 w 233409"/>
                <a:gd name="connsiteY41" fmla="*/ 16598 h 196626"/>
                <a:gd name="connsiteX42" fmla="*/ 62710 w 233409"/>
                <a:gd name="connsiteY42" fmla="*/ 45326 h 196626"/>
                <a:gd name="connsiteX43" fmla="*/ 55681 w 233409"/>
                <a:gd name="connsiteY43" fmla="*/ 72777 h 196626"/>
                <a:gd name="connsiteX44" fmla="*/ 38428 w 233409"/>
                <a:gd name="connsiteY44" fmla="*/ 90653 h 196626"/>
                <a:gd name="connsiteX45" fmla="*/ 67183 w 233409"/>
                <a:gd name="connsiteY45" fmla="*/ 181944 h 196626"/>
                <a:gd name="connsiteX46" fmla="*/ 67183 w 233409"/>
                <a:gd name="connsiteY46" fmla="*/ 79161 h 196626"/>
                <a:gd name="connsiteX47" fmla="*/ 75490 w 233409"/>
                <a:gd name="connsiteY47" fmla="*/ 45326 h 196626"/>
                <a:gd name="connsiteX48" fmla="*/ 71656 w 233409"/>
                <a:gd name="connsiteY48" fmla="*/ 12768 h 196626"/>
                <a:gd name="connsiteX49" fmla="*/ 72934 w 233409"/>
                <a:gd name="connsiteY49" fmla="*/ 12768 h 196626"/>
                <a:gd name="connsiteX50" fmla="*/ 117024 w 233409"/>
                <a:gd name="connsiteY50" fmla="*/ 51710 h 196626"/>
                <a:gd name="connsiteX51" fmla="*/ 161115 w 233409"/>
                <a:gd name="connsiteY51" fmla="*/ 12768 h 196626"/>
                <a:gd name="connsiteX52" fmla="*/ 163032 w 233409"/>
                <a:gd name="connsiteY52" fmla="*/ 12768 h 196626"/>
                <a:gd name="connsiteX53" fmla="*/ 159198 w 233409"/>
                <a:gd name="connsiteY53" fmla="*/ 45326 h 196626"/>
                <a:gd name="connsiteX54" fmla="*/ 166866 w 233409"/>
                <a:gd name="connsiteY54" fmla="*/ 79161 h 196626"/>
                <a:gd name="connsiteX55" fmla="*/ 166866 w 233409"/>
                <a:gd name="connsiteY55" fmla="*/ 181944 h 196626"/>
                <a:gd name="connsiteX56" fmla="*/ 67183 w 233409"/>
                <a:gd name="connsiteY56" fmla="*/ 181944 h 196626"/>
                <a:gd name="connsiteX57" fmla="*/ 195621 w 233409"/>
                <a:gd name="connsiteY57" fmla="*/ 90653 h 196626"/>
                <a:gd name="connsiteX58" fmla="*/ 177729 w 233409"/>
                <a:gd name="connsiteY58" fmla="*/ 72777 h 196626"/>
                <a:gd name="connsiteX59" fmla="*/ 171339 w 233409"/>
                <a:gd name="connsiteY59" fmla="*/ 45326 h 196626"/>
                <a:gd name="connsiteX60" fmla="*/ 174534 w 233409"/>
                <a:gd name="connsiteY60" fmla="*/ 17237 h 196626"/>
                <a:gd name="connsiteX61" fmla="*/ 218624 w 233409"/>
                <a:gd name="connsiteY61" fmla="*/ 61286 h 196626"/>
                <a:gd name="connsiteX62" fmla="*/ 195621 w 233409"/>
                <a:gd name="connsiteY62" fmla="*/ 90653 h 196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233409" h="196626">
                  <a:moveTo>
                    <a:pt x="177729" y="1277"/>
                  </a:moveTo>
                  <a:cubicBezTo>
                    <a:pt x="177729" y="1277"/>
                    <a:pt x="177729" y="1277"/>
                    <a:pt x="177729" y="1277"/>
                  </a:cubicBezTo>
                  <a:cubicBezTo>
                    <a:pt x="177729" y="1277"/>
                    <a:pt x="177729" y="1277"/>
                    <a:pt x="177729" y="1277"/>
                  </a:cubicBezTo>
                  <a:cubicBezTo>
                    <a:pt x="177090" y="638"/>
                    <a:pt x="177090" y="638"/>
                    <a:pt x="176451" y="638"/>
                  </a:cubicBezTo>
                  <a:cubicBezTo>
                    <a:pt x="175812" y="638"/>
                    <a:pt x="175812" y="0"/>
                    <a:pt x="175173" y="0"/>
                  </a:cubicBezTo>
                  <a:cubicBezTo>
                    <a:pt x="174534" y="0"/>
                    <a:pt x="174534" y="0"/>
                    <a:pt x="173895" y="0"/>
                  </a:cubicBezTo>
                  <a:cubicBezTo>
                    <a:pt x="173256" y="0"/>
                    <a:pt x="173256" y="0"/>
                    <a:pt x="172617" y="0"/>
                  </a:cubicBezTo>
                  <a:lnTo>
                    <a:pt x="156003" y="0"/>
                  </a:lnTo>
                  <a:cubicBezTo>
                    <a:pt x="155364" y="0"/>
                    <a:pt x="154725" y="0"/>
                    <a:pt x="154086" y="638"/>
                  </a:cubicBezTo>
                  <a:cubicBezTo>
                    <a:pt x="153447" y="638"/>
                    <a:pt x="152808" y="1277"/>
                    <a:pt x="152169" y="1277"/>
                  </a:cubicBezTo>
                  <a:cubicBezTo>
                    <a:pt x="152169" y="1277"/>
                    <a:pt x="152169" y="1277"/>
                    <a:pt x="152169" y="1277"/>
                  </a:cubicBezTo>
                  <a:cubicBezTo>
                    <a:pt x="152169" y="1277"/>
                    <a:pt x="151530" y="1277"/>
                    <a:pt x="151530" y="1915"/>
                  </a:cubicBezTo>
                  <a:cubicBezTo>
                    <a:pt x="148974" y="4469"/>
                    <a:pt x="136194" y="8299"/>
                    <a:pt x="116385" y="8299"/>
                  </a:cubicBezTo>
                  <a:cubicBezTo>
                    <a:pt x="97215" y="8299"/>
                    <a:pt x="84436" y="4469"/>
                    <a:pt x="81880" y="2554"/>
                  </a:cubicBezTo>
                  <a:cubicBezTo>
                    <a:pt x="80602" y="1277"/>
                    <a:pt x="79324" y="638"/>
                    <a:pt x="77407" y="638"/>
                  </a:cubicBezTo>
                  <a:lnTo>
                    <a:pt x="60793" y="638"/>
                  </a:lnTo>
                  <a:cubicBezTo>
                    <a:pt x="58876" y="638"/>
                    <a:pt x="57598" y="1277"/>
                    <a:pt x="56320" y="2554"/>
                  </a:cubicBezTo>
                  <a:lnTo>
                    <a:pt x="2006" y="57456"/>
                  </a:lnTo>
                  <a:cubicBezTo>
                    <a:pt x="-551" y="60009"/>
                    <a:pt x="-551" y="63201"/>
                    <a:pt x="1366" y="65755"/>
                  </a:cubicBezTo>
                  <a:lnTo>
                    <a:pt x="32677" y="105336"/>
                  </a:lnTo>
                  <a:cubicBezTo>
                    <a:pt x="33955" y="106612"/>
                    <a:pt x="35233" y="107889"/>
                    <a:pt x="37150" y="107889"/>
                  </a:cubicBezTo>
                  <a:cubicBezTo>
                    <a:pt x="39067" y="107889"/>
                    <a:pt x="40984" y="107251"/>
                    <a:pt x="42262" y="105974"/>
                  </a:cubicBezTo>
                  <a:lnTo>
                    <a:pt x="54403" y="93845"/>
                  </a:lnTo>
                  <a:lnTo>
                    <a:pt x="54403" y="190243"/>
                  </a:lnTo>
                  <a:cubicBezTo>
                    <a:pt x="54403" y="194073"/>
                    <a:pt x="56959" y="196627"/>
                    <a:pt x="60793" y="196627"/>
                  </a:cubicBezTo>
                  <a:lnTo>
                    <a:pt x="172617" y="196627"/>
                  </a:lnTo>
                  <a:cubicBezTo>
                    <a:pt x="176451" y="196627"/>
                    <a:pt x="179007" y="194073"/>
                    <a:pt x="179007" y="190243"/>
                  </a:cubicBezTo>
                  <a:lnTo>
                    <a:pt x="179007" y="93845"/>
                  </a:lnTo>
                  <a:lnTo>
                    <a:pt x="191148" y="105974"/>
                  </a:lnTo>
                  <a:cubicBezTo>
                    <a:pt x="192426" y="107251"/>
                    <a:pt x="194343" y="107889"/>
                    <a:pt x="196259" y="107889"/>
                  </a:cubicBezTo>
                  <a:cubicBezTo>
                    <a:pt x="198177" y="107889"/>
                    <a:pt x="199454" y="106612"/>
                    <a:pt x="200732" y="105336"/>
                  </a:cubicBezTo>
                  <a:lnTo>
                    <a:pt x="232043" y="65755"/>
                  </a:lnTo>
                  <a:cubicBezTo>
                    <a:pt x="233960" y="63201"/>
                    <a:pt x="233960" y="59371"/>
                    <a:pt x="231404" y="57456"/>
                  </a:cubicBezTo>
                  <a:lnTo>
                    <a:pt x="177729" y="1277"/>
                  </a:lnTo>
                  <a:close/>
                  <a:moveTo>
                    <a:pt x="144501" y="17237"/>
                  </a:moveTo>
                  <a:cubicBezTo>
                    <a:pt x="138111" y="28089"/>
                    <a:pt x="127887" y="38304"/>
                    <a:pt x="117024" y="38304"/>
                  </a:cubicBezTo>
                  <a:cubicBezTo>
                    <a:pt x="106161" y="38304"/>
                    <a:pt x="95938" y="28089"/>
                    <a:pt x="89548" y="17237"/>
                  </a:cubicBezTo>
                  <a:cubicBezTo>
                    <a:pt x="97855" y="19152"/>
                    <a:pt x="108078" y="19790"/>
                    <a:pt x="116385" y="19790"/>
                  </a:cubicBezTo>
                  <a:cubicBezTo>
                    <a:pt x="125970" y="20429"/>
                    <a:pt x="135555" y="19152"/>
                    <a:pt x="144501" y="17237"/>
                  </a:cubicBezTo>
                  <a:close/>
                  <a:moveTo>
                    <a:pt x="38428" y="90653"/>
                  </a:moveTo>
                  <a:lnTo>
                    <a:pt x="14785" y="61286"/>
                  </a:lnTo>
                  <a:lnTo>
                    <a:pt x="59515" y="16598"/>
                  </a:lnTo>
                  <a:cubicBezTo>
                    <a:pt x="61432" y="22344"/>
                    <a:pt x="62710" y="32558"/>
                    <a:pt x="62710" y="45326"/>
                  </a:cubicBezTo>
                  <a:cubicBezTo>
                    <a:pt x="62710" y="63201"/>
                    <a:pt x="58876" y="69585"/>
                    <a:pt x="55681" y="72777"/>
                  </a:cubicBezTo>
                  <a:lnTo>
                    <a:pt x="38428" y="90653"/>
                  </a:lnTo>
                  <a:close/>
                  <a:moveTo>
                    <a:pt x="67183" y="181944"/>
                  </a:moveTo>
                  <a:lnTo>
                    <a:pt x="67183" y="79161"/>
                  </a:lnTo>
                  <a:cubicBezTo>
                    <a:pt x="72934" y="71501"/>
                    <a:pt x="75490" y="61286"/>
                    <a:pt x="75490" y="45326"/>
                  </a:cubicBezTo>
                  <a:cubicBezTo>
                    <a:pt x="75490" y="34473"/>
                    <a:pt x="74212" y="21706"/>
                    <a:pt x="71656" y="12768"/>
                  </a:cubicBezTo>
                  <a:lnTo>
                    <a:pt x="72934" y="12768"/>
                  </a:lnTo>
                  <a:cubicBezTo>
                    <a:pt x="79324" y="30643"/>
                    <a:pt x="95938" y="51710"/>
                    <a:pt x="117024" y="51710"/>
                  </a:cubicBezTo>
                  <a:cubicBezTo>
                    <a:pt x="137472" y="51710"/>
                    <a:pt x="154086" y="30005"/>
                    <a:pt x="161115" y="12768"/>
                  </a:cubicBezTo>
                  <a:lnTo>
                    <a:pt x="163032" y="12768"/>
                  </a:lnTo>
                  <a:cubicBezTo>
                    <a:pt x="159837" y="22344"/>
                    <a:pt x="159198" y="34473"/>
                    <a:pt x="159198" y="45326"/>
                  </a:cubicBezTo>
                  <a:cubicBezTo>
                    <a:pt x="159198" y="61925"/>
                    <a:pt x="161754" y="72139"/>
                    <a:pt x="166866" y="79161"/>
                  </a:cubicBezTo>
                  <a:lnTo>
                    <a:pt x="166866" y="181944"/>
                  </a:lnTo>
                  <a:lnTo>
                    <a:pt x="67183" y="181944"/>
                  </a:lnTo>
                  <a:close/>
                  <a:moveTo>
                    <a:pt x="195621" y="90653"/>
                  </a:moveTo>
                  <a:lnTo>
                    <a:pt x="177729" y="72777"/>
                  </a:lnTo>
                  <a:cubicBezTo>
                    <a:pt x="175173" y="70224"/>
                    <a:pt x="171339" y="63840"/>
                    <a:pt x="171339" y="45326"/>
                  </a:cubicBezTo>
                  <a:cubicBezTo>
                    <a:pt x="171339" y="32558"/>
                    <a:pt x="172617" y="22982"/>
                    <a:pt x="174534" y="17237"/>
                  </a:cubicBezTo>
                  <a:lnTo>
                    <a:pt x="218624" y="61286"/>
                  </a:lnTo>
                  <a:lnTo>
                    <a:pt x="195621" y="90653"/>
                  </a:lnTo>
                  <a:close/>
                </a:path>
              </a:pathLst>
            </a:custGeom>
            <a:solidFill>
              <a:srgbClr val="00A3E0"/>
            </a:solidFill>
            <a:ln w="6390" cap="flat">
              <a:noFill/>
              <a:prstDash val="solid"/>
              <a:miter/>
            </a:ln>
          </p:spPr>
          <p:txBody>
            <a:bodyPr rtlCol="0" anchor="ctr"/>
            <a:lstStyle/>
            <a:p>
              <a:endParaRPr lang="en-US"/>
            </a:p>
          </p:txBody>
        </p:sp>
        <p:sp>
          <p:nvSpPr>
            <p:cNvPr id="780" name="Graphic 4">
              <a:extLst>
                <a:ext uri="{FF2B5EF4-FFF2-40B4-BE49-F238E27FC236}">
                  <a16:creationId xmlns:a16="http://schemas.microsoft.com/office/drawing/2014/main" id="{0D89D539-7A3A-A341-8D73-8B91FFB83F33}"/>
                </a:ext>
              </a:extLst>
            </p:cNvPr>
            <p:cNvSpPr/>
            <p:nvPr/>
          </p:nvSpPr>
          <p:spPr>
            <a:xfrm>
              <a:off x="5860850" y="1079612"/>
              <a:ext cx="14696" cy="56260"/>
            </a:xfrm>
            <a:custGeom>
              <a:avLst/>
              <a:gdLst>
                <a:gd name="connsiteX0" fmla="*/ 6390 w 14696"/>
                <a:gd name="connsiteY0" fmla="*/ 82 h 56260"/>
                <a:gd name="connsiteX1" fmla="*/ 0 w 14696"/>
                <a:gd name="connsiteY1" fmla="*/ 6466 h 56260"/>
                <a:gd name="connsiteX2" fmla="*/ 1917 w 14696"/>
                <a:gd name="connsiteY2" fmla="*/ 49877 h 56260"/>
                <a:gd name="connsiteX3" fmla="*/ 8307 w 14696"/>
                <a:gd name="connsiteY3" fmla="*/ 56261 h 56260"/>
                <a:gd name="connsiteX4" fmla="*/ 8307 w 14696"/>
                <a:gd name="connsiteY4" fmla="*/ 56261 h 56260"/>
                <a:gd name="connsiteX5" fmla="*/ 14697 w 14696"/>
                <a:gd name="connsiteY5" fmla="*/ 49877 h 56260"/>
                <a:gd name="connsiteX6" fmla="*/ 12780 w 14696"/>
                <a:gd name="connsiteY6" fmla="*/ 6466 h 56260"/>
                <a:gd name="connsiteX7" fmla="*/ 6390 w 14696"/>
                <a:gd name="connsiteY7" fmla="*/ 82 h 5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96" h="56260">
                  <a:moveTo>
                    <a:pt x="6390" y="82"/>
                  </a:moveTo>
                  <a:cubicBezTo>
                    <a:pt x="2556" y="82"/>
                    <a:pt x="0" y="3274"/>
                    <a:pt x="0" y="6466"/>
                  </a:cubicBezTo>
                  <a:lnTo>
                    <a:pt x="1917" y="49877"/>
                  </a:lnTo>
                  <a:cubicBezTo>
                    <a:pt x="1917" y="53069"/>
                    <a:pt x="5112" y="56261"/>
                    <a:pt x="8307" y="56261"/>
                  </a:cubicBezTo>
                  <a:cubicBezTo>
                    <a:pt x="8307" y="56261"/>
                    <a:pt x="8307" y="56261"/>
                    <a:pt x="8307" y="56261"/>
                  </a:cubicBezTo>
                  <a:cubicBezTo>
                    <a:pt x="12141" y="56261"/>
                    <a:pt x="14697" y="53069"/>
                    <a:pt x="14697" y="49877"/>
                  </a:cubicBezTo>
                  <a:lnTo>
                    <a:pt x="12780" y="6466"/>
                  </a:lnTo>
                  <a:cubicBezTo>
                    <a:pt x="12780" y="2635"/>
                    <a:pt x="9585" y="-557"/>
                    <a:pt x="6390" y="82"/>
                  </a:cubicBezTo>
                  <a:close/>
                </a:path>
              </a:pathLst>
            </a:custGeom>
            <a:solidFill>
              <a:srgbClr val="00A3E0"/>
            </a:solidFill>
            <a:ln w="6390" cap="flat">
              <a:noFill/>
              <a:prstDash val="solid"/>
              <a:miter/>
            </a:ln>
          </p:spPr>
          <p:txBody>
            <a:bodyPr rtlCol="0" anchor="ctr"/>
            <a:lstStyle/>
            <a:p>
              <a:endParaRPr lang="en-US"/>
            </a:p>
          </p:txBody>
        </p:sp>
        <p:sp>
          <p:nvSpPr>
            <p:cNvPr id="781" name="Graphic 4">
              <a:extLst>
                <a:ext uri="{FF2B5EF4-FFF2-40B4-BE49-F238E27FC236}">
                  <a16:creationId xmlns:a16="http://schemas.microsoft.com/office/drawing/2014/main" id="{611E631F-FB8D-2C4A-8B1A-2706A1D45CC2}"/>
                </a:ext>
              </a:extLst>
            </p:cNvPr>
            <p:cNvSpPr/>
            <p:nvPr/>
          </p:nvSpPr>
          <p:spPr>
            <a:xfrm>
              <a:off x="5887048" y="1079694"/>
              <a:ext cx="38339" cy="56179"/>
            </a:xfrm>
            <a:custGeom>
              <a:avLst/>
              <a:gdLst>
                <a:gd name="connsiteX0" fmla="*/ 19170 w 38339"/>
                <a:gd name="connsiteY0" fmla="*/ 0 h 56179"/>
                <a:gd name="connsiteX1" fmla="*/ 0 w 38339"/>
                <a:gd name="connsiteY1" fmla="*/ 28089 h 56179"/>
                <a:gd name="connsiteX2" fmla="*/ 19170 w 38339"/>
                <a:gd name="connsiteY2" fmla="*/ 56179 h 56179"/>
                <a:gd name="connsiteX3" fmla="*/ 38340 w 38339"/>
                <a:gd name="connsiteY3" fmla="*/ 28089 h 56179"/>
                <a:gd name="connsiteX4" fmla="*/ 19170 w 38339"/>
                <a:gd name="connsiteY4" fmla="*/ 0 h 56179"/>
                <a:gd name="connsiteX5" fmla="*/ 19170 w 38339"/>
                <a:gd name="connsiteY5" fmla="*/ 43411 h 56179"/>
                <a:gd name="connsiteX6" fmla="*/ 12780 w 38339"/>
                <a:gd name="connsiteY6" fmla="*/ 28089 h 56179"/>
                <a:gd name="connsiteX7" fmla="*/ 19170 w 38339"/>
                <a:gd name="connsiteY7" fmla="*/ 12768 h 56179"/>
                <a:gd name="connsiteX8" fmla="*/ 25560 w 38339"/>
                <a:gd name="connsiteY8" fmla="*/ 28089 h 56179"/>
                <a:gd name="connsiteX9" fmla="*/ 19170 w 38339"/>
                <a:gd name="connsiteY9" fmla="*/ 43411 h 5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39" h="56179">
                  <a:moveTo>
                    <a:pt x="19170" y="0"/>
                  </a:moveTo>
                  <a:cubicBezTo>
                    <a:pt x="8307" y="0"/>
                    <a:pt x="0" y="12130"/>
                    <a:pt x="0" y="28089"/>
                  </a:cubicBezTo>
                  <a:cubicBezTo>
                    <a:pt x="0" y="44049"/>
                    <a:pt x="8307" y="56179"/>
                    <a:pt x="19170" y="56179"/>
                  </a:cubicBezTo>
                  <a:cubicBezTo>
                    <a:pt x="30033" y="56179"/>
                    <a:pt x="38340" y="44049"/>
                    <a:pt x="38340" y="28089"/>
                  </a:cubicBezTo>
                  <a:cubicBezTo>
                    <a:pt x="38340" y="12130"/>
                    <a:pt x="30033" y="0"/>
                    <a:pt x="19170" y="0"/>
                  </a:cubicBezTo>
                  <a:close/>
                  <a:moveTo>
                    <a:pt x="19170" y="43411"/>
                  </a:moveTo>
                  <a:cubicBezTo>
                    <a:pt x="17253" y="43411"/>
                    <a:pt x="12780" y="38304"/>
                    <a:pt x="12780" y="28089"/>
                  </a:cubicBezTo>
                  <a:cubicBezTo>
                    <a:pt x="12780" y="18514"/>
                    <a:pt x="17253" y="12768"/>
                    <a:pt x="19170" y="12768"/>
                  </a:cubicBezTo>
                  <a:cubicBezTo>
                    <a:pt x="21087" y="12768"/>
                    <a:pt x="25560" y="17875"/>
                    <a:pt x="25560" y="28089"/>
                  </a:cubicBezTo>
                  <a:cubicBezTo>
                    <a:pt x="24921" y="37665"/>
                    <a:pt x="21087" y="43411"/>
                    <a:pt x="19170" y="43411"/>
                  </a:cubicBezTo>
                  <a:close/>
                </a:path>
              </a:pathLst>
            </a:custGeom>
            <a:solidFill>
              <a:srgbClr val="00A3E0"/>
            </a:solidFill>
            <a:ln w="6390" cap="flat">
              <a:noFill/>
              <a:prstDash val="solid"/>
              <a:miter/>
            </a:ln>
          </p:spPr>
          <p:txBody>
            <a:bodyPr rtlCol="0" anchor="ctr"/>
            <a:lstStyle/>
            <a:p>
              <a:endParaRPr lang="en-US"/>
            </a:p>
          </p:txBody>
        </p:sp>
      </p:grpSp>
      <p:grpSp>
        <p:nvGrpSpPr>
          <p:cNvPr id="782" name="Graphic 4">
            <a:extLst>
              <a:ext uri="{FF2B5EF4-FFF2-40B4-BE49-F238E27FC236}">
                <a16:creationId xmlns:a16="http://schemas.microsoft.com/office/drawing/2014/main" id="{2CEE82FE-C136-364A-9F65-570216E1929E}"/>
              </a:ext>
            </a:extLst>
          </p:cNvPr>
          <p:cNvGrpSpPr>
            <a:grpSpLocks noChangeAspect="1"/>
          </p:cNvGrpSpPr>
          <p:nvPr/>
        </p:nvGrpSpPr>
        <p:grpSpPr>
          <a:xfrm>
            <a:off x="4661459" y="3824168"/>
            <a:ext cx="361674" cy="361333"/>
            <a:chOff x="4661459" y="3824168"/>
            <a:chExt cx="361674" cy="361333"/>
          </a:xfrm>
          <a:solidFill>
            <a:srgbClr val="00A3E0"/>
          </a:solidFill>
        </p:grpSpPr>
        <p:sp>
          <p:nvSpPr>
            <p:cNvPr id="783" name="Graphic 4">
              <a:extLst>
                <a:ext uri="{FF2B5EF4-FFF2-40B4-BE49-F238E27FC236}">
                  <a16:creationId xmlns:a16="http://schemas.microsoft.com/office/drawing/2014/main" id="{A57F89B2-C3B4-E64D-90AE-44524AC8C274}"/>
                </a:ext>
              </a:extLst>
            </p:cNvPr>
            <p:cNvSpPr/>
            <p:nvPr/>
          </p:nvSpPr>
          <p:spPr>
            <a:xfrm>
              <a:off x="4661459" y="3824168"/>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6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2310" y="81076"/>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30"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784" name="Graphic 4">
              <a:extLst>
                <a:ext uri="{FF2B5EF4-FFF2-40B4-BE49-F238E27FC236}">
                  <a16:creationId xmlns:a16="http://schemas.microsoft.com/office/drawing/2014/main" id="{325898D3-8415-CE4F-B438-780D58585550}"/>
                </a:ext>
              </a:extLst>
            </p:cNvPr>
            <p:cNvSpPr/>
            <p:nvPr/>
          </p:nvSpPr>
          <p:spPr>
            <a:xfrm>
              <a:off x="4718990" y="3993139"/>
              <a:ext cx="121453" cy="97274"/>
            </a:xfrm>
            <a:custGeom>
              <a:avLst/>
              <a:gdLst>
                <a:gd name="connsiteX0" fmla="*/ 111802 w 121453"/>
                <a:gd name="connsiteY0" fmla="*/ 85111 h 97274"/>
                <a:gd name="connsiteX1" fmla="*/ 121387 w 121453"/>
                <a:gd name="connsiteY1" fmla="*/ 58936 h 97274"/>
                <a:gd name="connsiteX2" fmla="*/ 106051 w 121453"/>
                <a:gd name="connsiteY2" fmla="*/ 12972 h 97274"/>
                <a:gd name="connsiteX3" fmla="*/ 84964 w 121453"/>
                <a:gd name="connsiteY3" fmla="*/ 10418 h 97274"/>
                <a:gd name="connsiteX4" fmla="*/ 81769 w 121453"/>
                <a:gd name="connsiteY4" fmla="*/ 4672 h 97274"/>
                <a:gd name="connsiteX5" fmla="*/ 62599 w 121453"/>
                <a:gd name="connsiteY5" fmla="*/ 842 h 97274"/>
                <a:gd name="connsiteX6" fmla="*/ 24899 w 121453"/>
                <a:gd name="connsiteY6" fmla="*/ 37231 h 97274"/>
                <a:gd name="connsiteX7" fmla="*/ 19787 w 121453"/>
                <a:gd name="connsiteY7" fmla="*/ 37231 h 97274"/>
                <a:gd name="connsiteX8" fmla="*/ 16592 w 121453"/>
                <a:gd name="connsiteY8" fmla="*/ 37869 h 97274"/>
                <a:gd name="connsiteX9" fmla="*/ 3173 w 121453"/>
                <a:gd name="connsiteY9" fmla="*/ 47445 h 97274"/>
                <a:gd name="connsiteX10" fmla="*/ 617 w 121453"/>
                <a:gd name="connsiteY10" fmla="*/ 63405 h 97274"/>
                <a:gd name="connsiteX11" fmla="*/ 4451 w 121453"/>
                <a:gd name="connsiteY11" fmla="*/ 78727 h 97274"/>
                <a:gd name="connsiteX12" fmla="*/ 14036 w 121453"/>
                <a:gd name="connsiteY12" fmla="*/ 92133 h 97274"/>
                <a:gd name="connsiteX13" fmla="*/ 25538 w 121453"/>
                <a:gd name="connsiteY13" fmla="*/ 95325 h 97274"/>
                <a:gd name="connsiteX14" fmla="*/ 30650 w 121453"/>
                <a:gd name="connsiteY14" fmla="*/ 94687 h 97274"/>
                <a:gd name="connsiteX15" fmla="*/ 33845 w 121453"/>
                <a:gd name="connsiteY15" fmla="*/ 94048 h 97274"/>
                <a:gd name="connsiteX16" fmla="*/ 38318 w 121453"/>
                <a:gd name="connsiteY16" fmla="*/ 92133 h 97274"/>
                <a:gd name="connsiteX17" fmla="*/ 72184 w 121453"/>
                <a:gd name="connsiteY17" fmla="*/ 97240 h 97274"/>
                <a:gd name="connsiteX18" fmla="*/ 111802 w 121453"/>
                <a:gd name="connsiteY18" fmla="*/ 85111 h 97274"/>
                <a:gd name="connsiteX19" fmla="*/ 65794 w 121453"/>
                <a:gd name="connsiteY19" fmla="*/ 12972 h 97274"/>
                <a:gd name="connsiteX20" fmla="*/ 72184 w 121453"/>
                <a:gd name="connsiteY20" fmla="*/ 12972 h 97274"/>
                <a:gd name="connsiteX21" fmla="*/ 72824 w 121453"/>
                <a:gd name="connsiteY21" fmla="*/ 14248 h 97274"/>
                <a:gd name="connsiteX22" fmla="*/ 61961 w 121453"/>
                <a:gd name="connsiteY22" fmla="*/ 20632 h 97274"/>
                <a:gd name="connsiteX23" fmla="*/ 60044 w 121453"/>
                <a:gd name="connsiteY23" fmla="*/ 29570 h 97274"/>
                <a:gd name="connsiteX24" fmla="*/ 68989 w 121453"/>
                <a:gd name="connsiteY24" fmla="*/ 31485 h 97274"/>
                <a:gd name="connsiteX25" fmla="*/ 79852 w 121453"/>
                <a:gd name="connsiteY25" fmla="*/ 25740 h 97274"/>
                <a:gd name="connsiteX26" fmla="*/ 80491 w 121453"/>
                <a:gd name="connsiteY26" fmla="*/ 25740 h 97274"/>
                <a:gd name="connsiteX27" fmla="*/ 97105 w 121453"/>
                <a:gd name="connsiteY27" fmla="*/ 21909 h 97274"/>
                <a:gd name="connsiteX28" fmla="*/ 108607 w 121453"/>
                <a:gd name="connsiteY28" fmla="*/ 58298 h 97274"/>
                <a:gd name="connsiteX29" fmla="*/ 103495 w 121453"/>
                <a:gd name="connsiteY29" fmla="*/ 75535 h 97274"/>
                <a:gd name="connsiteX30" fmla="*/ 44708 w 121453"/>
                <a:gd name="connsiteY30" fmla="*/ 81919 h 97274"/>
                <a:gd name="connsiteX31" fmla="*/ 44708 w 121453"/>
                <a:gd name="connsiteY31" fmla="*/ 76173 h 97274"/>
                <a:gd name="connsiteX32" fmla="*/ 38318 w 121453"/>
                <a:gd name="connsiteY32" fmla="*/ 49360 h 97274"/>
                <a:gd name="connsiteX33" fmla="*/ 35762 w 121453"/>
                <a:gd name="connsiteY33" fmla="*/ 43615 h 97274"/>
                <a:gd name="connsiteX34" fmla="*/ 65794 w 121453"/>
                <a:gd name="connsiteY34" fmla="*/ 12972 h 97274"/>
                <a:gd name="connsiteX35" fmla="*/ 26177 w 121453"/>
                <a:gd name="connsiteY35" fmla="*/ 83196 h 97274"/>
                <a:gd name="connsiteX36" fmla="*/ 19787 w 121453"/>
                <a:gd name="connsiteY36" fmla="*/ 81919 h 97274"/>
                <a:gd name="connsiteX37" fmla="*/ 15953 w 121453"/>
                <a:gd name="connsiteY37" fmla="*/ 76173 h 97274"/>
                <a:gd name="connsiteX38" fmla="*/ 12119 w 121453"/>
                <a:gd name="connsiteY38" fmla="*/ 60852 h 97274"/>
                <a:gd name="connsiteX39" fmla="*/ 18509 w 121453"/>
                <a:gd name="connsiteY39" fmla="*/ 50637 h 97274"/>
                <a:gd name="connsiteX40" fmla="*/ 21704 w 121453"/>
                <a:gd name="connsiteY40" fmla="*/ 49999 h 97274"/>
                <a:gd name="connsiteX41" fmla="*/ 23621 w 121453"/>
                <a:gd name="connsiteY41" fmla="*/ 50637 h 97274"/>
                <a:gd name="connsiteX42" fmla="*/ 24899 w 121453"/>
                <a:gd name="connsiteY42" fmla="*/ 52552 h 97274"/>
                <a:gd name="connsiteX43" fmla="*/ 31289 w 121453"/>
                <a:gd name="connsiteY43" fmla="*/ 79365 h 97274"/>
                <a:gd name="connsiteX44" fmla="*/ 30650 w 121453"/>
                <a:gd name="connsiteY44" fmla="*/ 81280 h 97274"/>
                <a:gd name="connsiteX45" fmla="*/ 28733 w 121453"/>
                <a:gd name="connsiteY45" fmla="*/ 82557 h 97274"/>
                <a:gd name="connsiteX46" fmla="*/ 26177 w 121453"/>
                <a:gd name="connsiteY46" fmla="*/ 83196 h 97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21453" h="97274">
                  <a:moveTo>
                    <a:pt x="111802" y="85111"/>
                  </a:moveTo>
                  <a:cubicBezTo>
                    <a:pt x="119470" y="78727"/>
                    <a:pt x="120748" y="65959"/>
                    <a:pt x="121387" y="58936"/>
                  </a:cubicBezTo>
                  <a:cubicBezTo>
                    <a:pt x="122026" y="44892"/>
                    <a:pt x="118192" y="25740"/>
                    <a:pt x="106051" y="12972"/>
                  </a:cubicBezTo>
                  <a:cubicBezTo>
                    <a:pt x="100939" y="7864"/>
                    <a:pt x="92632" y="7864"/>
                    <a:pt x="84964" y="10418"/>
                  </a:cubicBezTo>
                  <a:cubicBezTo>
                    <a:pt x="84325" y="8503"/>
                    <a:pt x="83686" y="6588"/>
                    <a:pt x="81769" y="4672"/>
                  </a:cubicBezTo>
                  <a:cubicBezTo>
                    <a:pt x="79213" y="2119"/>
                    <a:pt x="73462" y="-1712"/>
                    <a:pt x="62599" y="842"/>
                  </a:cubicBezTo>
                  <a:cubicBezTo>
                    <a:pt x="44069" y="5949"/>
                    <a:pt x="30011" y="23824"/>
                    <a:pt x="24899" y="37231"/>
                  </a:cubicBezTo>
                  <a:cubicBezTo>
                    <a:pt x="22982" y="37231"/>
                    <a:pt x="21704" y="37231"/>
                    <a:pt x="19787" y="37231"/>
                  </a:cubicBezTo>
                  <a:lnTo>
                    <a:pt x="16592" y="37869"/>
                  </a:lnTo>
                  <a:cubicBezTo>
                    <a:pt x="10841" y="39146"/>
                    <a:pt x="6368" y="42338"/>
                    <a:pt x="3173" y="47445"/>
                  </a:cubicBezTo>
                  <a:cubicBezTo>
                    <a:pt x="-22" y="52552"/>
                    <a:pt x="-661" y="58298"/>
                    <a:pt x="617" y="63405"/>
                  </a:cubicBezTo>
                  <a:lnTo>
                    <a:pt x="4451" y="78727"/>
                  </a:lnTo>
                  <a:cubicBezTo>
                    <a:pt x="5729" y="84472"/>
                    <a:pt x="8924" y="88941"/>
                    <a:pt x="14036" y="92133"/>
                  </a:cubicBezTo>
                  <a:cubicBezTo>
                    <a:pt x="17231" y="94048"/>
                    <a:pt x="21704" y="95325"/>
                    <a:pt x="25538" y="95325"/>
                  </a:cubicBezTo>
                  <a:cubicBezTo>
                    <a:pt x="27455" y="95325"/>
                    <a:pt x="28733" y="95325"/>
                    <a:pt x="30650" y="94687"/>
                  </a:cubicBezTo>
                  <a:lnTo>
                    <a:pt x="33845" y="94048"/>
                  </a:lnTo>
                  <a:cubicBezTo>
                    <a:pt x="35123" y="93410"/>
                    <a:pt x="37040" y="92772"/>
                    <a:pt x="38318" y="92133"/>
                  </a:cubicBezTo>
                  <a:cubicBezTo>
                    <a:pt x="51736" y="95964"/>
                    <a:pt x="62599" y="97240"/>
                    <a:pt x="72184" y="97240"/>
                  </a:cubicBezTo>
                  <a:cubicBezTo>
                    <a:pt x="93910" y="97879"/>
                    <a:pt x="106690" y="89580"/>
                    <a:pt x="111802" y="85111"/>
                  </a:cubicBezTo>
                  <a:close/>
                  <a:moveTo>
                    <a:pt x="65794" y="12972"/>
                  </a:moveTo>
                  <a:cubicBezTo>
                    <a:pt x="68989" y="12333"/>
                    <a:pt x="71545" y="12333"/>
                    <a:pt x="72184" y="12972"/>
                  </a:cubicBezTo>
                  <a:cubicBezTo>
                    <a:pt x="72824" y="13610"/>
                    <a:pt x="72824" y="14248"/>
                    <a:pt x="72824" y="14248"/>
                  </a:cubicBezTo>
                  <a:cubicBezTo>
                    <a:pt x="68351" y="16164"/>
                    <a:pt x="64516" y="18717"/>
                    <a:pt x="61961" y="20632"/>
                  </a:cubicBezTo>
                  <a:cubicBezTo>
                    <a:pt x="58766" y="22548"/>
                    <a:pt x="58126" y="26378"/>
                    <a:pt x="60044" y="29570"/>
                  </a:cubicBezTo>
                  <a:cubicBezTo>
                    <a:pt x="61961" y="32762"/>
                    <a:pt x="65794" y="33400"/>
                    <a:pt x="68989" y="31485"/>
                  </a:cubicBezTo>
                  <a:cubicBezTo>
                    <a:pt x="72184" y="28932"/>
                    <a:pt x="76019" y="27016"/>
                    <a:pt x="79852" y="25740"/>
                  </a:cubicBezTo>
                  <a:cubicBezTo>
                    <a:pt x="79852" y="25740"/>
                    <a:pt x="79852" y="25740"/>
                    <a:pt x="80491" y="25740"/>
                  </a:cubicBezTo>
                  <a:cubicBezTo>
                    <a:pt x="88798" y="22548"/>
                    <a:pt x="95827" y="20632"/>
                    <a:pt x="97105" y="21909"/>
                  </a:cubicBezTo>
                  <a:cubicBezTo>
                    <a:pt x="104773" y="29570"/>
                    <a:pt x="109246" y="43615"/>
                    <a:pt x="108607" y="58298"/>
                  </a:cubicBezTo>
                  <a:cubicBezTo>
                    <a:pt x="107968" y="67236"/>
                    <a:pt x="106051" y="73620"/>
                    <a:pt x="103495" y="75535"/>
                  </a:cubicBezTo>
                  <a:cubicBezTo>
                    <a:pt x="99022" y="79365"/>
                    <a:pt x="81769" y="90856"/>
                    <a:pt x="44708" y="81919"/>
                  </a:cubicBezTo>
                  <a:cubicBezTo>
                    <a:pt x="44708" y="80004"/>
                    <a:pt x="44708" y="78088"/>
                    <a:pt x="44708" y="76173"/>
                  </a:cubicBezTo>
                  <a:lnTo>
                    <a:pt x="38318" y="49360"/>
                  </a:lnTo>
                  <a:cubicBezTo>
                    <a:pt x="37679" y="47445"/>
                    <a:pt x="37040" y="45530"/>
                    <a:pt x="35762" y="43615"/>
                  </a:cubicBezTo>
                  <a:cubicBezTo>
                    <a:pt x="38957" y="33400"/>
                    <a:pt x="51098" y="16802"/>
                    <a:pt x="65794" y="12972"/>
                  </a:cubicBezTo>
                  <a:close/>
                  <a:moveTo>
                    <a:pt x="26177" y="83196"/>
                  </a:moveTo>
                  <a:cubicBezTo>
                    <a:pt x="23621" y="83834"/>
                    <a:pt x="21704" y="83196"/>
                    <a:pt x="19787" y="81919"/>
                  </a:cubicBezTo>
                  <a:cubicBezTo>
                    <a:pt x="17870" y="80642"/>
                    <a:pt x="16592" y="78727"/>
                    <a:pt x="15953" y="76173"/>
                  </a:cubicBezTo>
                  <a:lnTo>
                    <a:pt x="12119" y="60852"/>
                  </a:lnTo>
                  <a:cubicBezTo>
                    <a:pt x="10841" y="56383"/>
                    <a:pt x="14036" y="51276"/>
                    <a:pt x="18509" y="50637"/>
                  </a:cubicBezTo>
                  <a:lnTo>
                    <a:pt x="21704" y="49999"/>
                  </a:lnTo>
                  <a:cubicBezTo>
                    <a:pt x="22982" y="49999"/>
                    <a:pt x="23621" y="49999"/>
                    <a:pt x="23621" y="50637"/>
                  </a:cubicBezTo>
                  <a:cubicBezTo>
                    <a:pt x="24260" y="50637"/>
                    <a:pt x="24899" y="51276"/>
                    <a:pt x="24899" y="52552"/>
                  </a:cubicBezTo>
                  <a:lnTo>
                    <a:pt x="31289" y="79365"/>
                  </a:lnTo>
                  <a:cubicBezTo>
                    <a:pt x="31289" y="80642"/>
                    <a:pt x="31289" y="81280"/>
                    <a:pt x="30650" y="81280"/>
                  </a:cubicBezTo>
                  <a:cubicBezTo>
                    <a:pt x="30650" y="81919"/>
                    <a:pt x="30011" y="82557"/>
                    <a:pt x="28733" y="82557"/>
                  </a:cubicBezTo>
                  <a:lnTo>
                    <a:pt x="26177" y="83196"/>
                  </a:lnTo>
                  <a:close/>
                </a:path>
              </a:pathLst>
            </a:custGeom>
            <a:solidFill>
              <a:srgbClr val="00A3E0"/>
            </a:solidFill>
            <a:ln w="6390" cap="flat">
              <a:noFill/>
              <a:prstDash val="solid"/>
              <a:miter/>
            </a:ln>
          </p:spPr>
          <p:txBody>
            <a:bodyPr rtlCol="0" anchor="ctr"/>
            <a:lstStyle/>
            <a:p>
              <a:endParaRPr lang="en-US"/>
            </a:p>
          </p:txBody>
        </p:sp>
        <p:sp>
          <p:nvSpPr>
            <p:cNvPr id="785" name="Graphic 4">
              <a:extLst>
                <a:ext uri="{FF2B5EF4-FFF2-40B4-BE49-F238E27FC236}">
                  <a16:creationId xmlns:a16="http://schemas.microsoft.com/office/drawing/2014/main" id="{5567A571-9423-F94A-A11C-B24D086597B7}"/>
                </a:ext>
              </a:extLst>
            </p:cNvPr>
            <p:cNvSpPr/>
            <p:nvPr/>
          </p:nvSpPr>
          <p:spPr>
            <a:xfrm>
              <a:off x="4732690" y="4047909"/>
              <a:ext cx="16007" cy="25871"/>
            </a:xfrm>
            <a:custGeom>
              <a:avLst/>
              <a:gdLst>
                <a:gd name="connsiteX0" fmla="*/ 12477 w 16007"/>
                <a:gd name="connsiteY0" fmla="*/ 4805 h 25871"/>
                <a:gd name="connsiteX1" fmla="*/ 4809 w 16007"/>
                <a:gd name="connsiteY1" fmla="*/ 336 h 25871"/>
                <a:gd name="connsiteX2" fmla="*/ 336 w 16007"/>
                <a:gd name="connsiteY2" fmla="*/ 7997 h 25871"/>
                <a:gd name="connsiteX3" fmla="*/ 3531 w 16007"/>
                <a:gd name="connsiteY3" fmla="*/ 20765 h 25871"/>
                <a:gd name="connsiteX4" fmla="*/ 9921 w 16007"/>
                <a:gd name="connsiteY4" fmla="*/ 25872 h 25871"/>
                <a:gd name="connsiteX5" fmla="*/ 11199 w 16007"/>
                <a:gd name="connsiteY5" fmla="*/ 25872 h 25871"/>
                <a:gd name="connsiteX6" fmla="*/ 15672 w 16007"/>
                <a:gd name="connsiteY6" fmla="*/ 18211 h 25871"/>
                <a:gd name="connsiteX7" fmla="*/ 12477 w 16007"/>
                <a:gd name="connsiteY7" fmla="*/ 4805 h 25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07" h="25871">
                  <a:moveTo>
                    <a:pt x="12477" y="4805"/>
                  </a:moveTo>
                  <a:cubicBezTo>
                    <a:pt x="11838" y="1613"/>
                    <a:pt x="8004" y="-941"/>
                    <a:pt x="4809" y="336"/>
                  </a:cubicBezTo>
                  <a:cubicBezTo>
                    <a:pt x="1614" y="974"/>
                    <a:pt x="-942" y="4805"/>
                    <a:pt x="336" y="7997"/>
                  </a:cubicBezTo>
                  <a:lnTo>
                    <a:pt x="3531" y="20765"/>
                  </a:lnTo>
                  <a:cubicBezTo>
                    <a:pt x="4170" y="23957"/>
                    <a:pt x="6726" y="25872"/>
                    <a:pt x="9921" y="25872"/>
                  </a:cubicBezTo>
                  <a:cubicBezTo>
                    <a:pt x="10560" y="25872"/>
                    <a:pt x="11199" y="25872"/>
                    <a:pt x="11199" y="25872"/>
                  </a:cubicBezTo>
                  <a:cubicBezTo>
                    <a:pt x="14394" y="25233"/>
                    <a:pt x="16950" y="21403"/>
                    <a:pt x="15672" y="18211"/>
                  </a:cubicBezTo>
                  <a:lnTo>
                    <a:pt x="12477" y="4805"/>
                  </a:lnTo>
                  <a:close/>
                </a:path>
              </a:pathLst>
            </a:custGeom>
            <a:solidFill>
              <a:srgbClr val="00A3E0"/>
            </a:solidFill>
            <a:ln w="6390" cap="flat">
              <a:noFill/>
              <a:prstDash val="solid"/>
              <a:miter/>
            </a:ln>
          </p:spPr>
          <p:txBody>
            <a:bodyPr rtlCol="0" anchor="ctr"/>
            <a:lstStyle/>
            <a:p>
              <a:endParaRPr lang="en-US"/>
            </a:p>
          </p:txBody>
        </p:sp>
        <p:sp>
          <p:nvSpPr>
            <p:cNvPr id="786" name="Graphic 4">
              <a:extLst>
                <a:ext uri="{FF2B5EF4-FFF2-40B4-BE49-F238E27FC236}">
                  <a16:creationId xmlns:a16="http://schemas.microsoft.com/office/drawing/2014/main" id="{132DB7FE-954D-2F46-8F31-8E3248496600}"/>
                </a:ext>
              </a:extLst>
            </p:cNvPr>
            <p:cNvSpPr/>
            <p:nvPr/>
          </p:nvSpPr>
          <p:spPr>
            <a:xfrm>
              <a:off x="4803464" y="3929014"/>
              <a:ext cx="28456" cy="46453"/>
            </a:xfrm>
            <a:custGeom>
              <a:avLst/>
              <a:gdLst>
                <a:gd name="connsiteX0" fmla="*/ 16465 w 28456"/>
                <a:gd name="connsiteY0" fmla="*/ 42623 h 46453"/>
                <a:gd name="connsiteX1" fmla="*/ 22216 w 28456"/>
                <a:gd name="connsiteY1" fmla="*/ 46454 h 46453"/>
                <a:gd name="connsiteX2" fmla="*/ 24771 w 28456"/>
                <a:gd name="connsiteY2" fmla="*/ 45815 h 46453"/>
                <a:gd name="connsiteX3" fmla="*/ 27966 w 28456"/>
                <a:gd name="connsiteY3" fmla="*/ 37516 h 46453"/>
                <a:gd name="connsiteX4" fmla="*/ 11992 w 28456"/>
                <a:gd name="connsiteY4" fmla="*/ 3681 h 46453"/>
                <a:gd name="connsiteX5" fmla="*/ 3685 w 28456"/>
                <a:gd name="connsiteY5" fmla="*/ 489 h 46453"/>
                <a:gd name="connsiteX6" fmla="*/ 490 w 28456"/>
                <a:gd name="connsiteY6" fmla="*/ 8788 h 46453"/>
                <a:gd name="connsiteX7" fmla="*/ 16465 w 28456"/>
                <a:gd name="connsiteY7" fmla="*/ 42623 h 46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456" h="46453">
                  <a:moveTo>
                    <a:pt x="16465" y="42623"/>
                  </a:moveTo>
                  <a:cubicBezTo>
                    <a:pt x="17743" y="45177"/>
                    <a:pt x="19660" y="46454"/>
                    <a:pt x="22216" y="46454"/>
                  </a:cubicBezTo>
                  <a:cubicBezTo>
                    <a:pt x="22855" y="46454"/>
                    <a:pt x="24133" y="46454"/>
                    <a:pt x="24771" y="45815"/>
                  </a:cubicBezTo>
                  <a:cubicBezTo>
                    <a:pt x="27966" y="44539"/>
                    <a:pt x="29244" y="40708"/>
                    <a:pt x="27966" y="37516"/>
                  </a:cubicBezTo>
                  <a:lnTo>
                    <a:pt x="11992" y="3681"/>
                  </a:lnTo>
                  <a:cubicBezTo>
                    <a:pt x="10714" y="489"/>
                    <a:pt x="6880" y="-788"/>
                    <a:pt x="3685" y="489"/>
                  </a:cubicBezTo>
                  <a:cubicBezTo>
                    <a:pt x="490" y="1766"/>
                    <a:pt x="-788" y="5596"/>
                    <a:pt x="490" y="8788"/>
                  </a:cubicBezTo>
                  <a:lnTo>
                    <a:pt x="16465" y="42623"/>
                  </a:lnTo>
                  <a:close/>
                </a:path>
              </a:pathLst>
            </a:custGeom>
            <a:solidFill>
              <a:srgbClr val="00A3E0"/>
            </a:solidFill>
            <a:ln w="6390" cap="flat">
              <a:noFill/>
              <a:prstDash val="solid"/>
              <a:miter/>
            </a:ln>
          </p:spPr>
          <p:txBody>
            <a:bodyPr rtlCol="0" anchor="ctr"/>
            <a:lstStyle/>
            <a:p>
              <a:endParaRPr lang="en-US"/>
            </a:p>
          </p:txBody>
        </p:sp>
        <p:sp>
          <p:nvSpPr>
            <p:cNvPr id="787" name="Graphic 4">
              <a:extLst>
                <a:ext uri="{FF2B5EF4-FFF2-40B4-BE49-F238E27FC236}">
                  <a16:creationId xmlns:a16="http://schemas.microsoft.com/office/drawing/2014/main" id="{ECB218EA-BA30-7B40-AA6F-FDAF3D4C19B7}"/>
                </a:ext>
              </a:extLst>
            </p:cNvPr>
            <p:cNvSpPr/>
            <p:nvPr/>
          </p:nvSpPr>
          <p:spPr>
            <a:xfrm>
              <a:off x="4771668" y="3965492"/>
              <a:ext cx="35881" cy="21467"/>
            </a:xfrm>
            <a:custGeom>
              <a:avLst/>
              <a:gdLst>
                <a:gd name="connsiteX0" fmla="*/ 4809 w 35881"/>
                <a:gd name="connsiteY0" fmla="*/ 12530 h 21467"/>
                <a:gd name="connsiteX1" fmla="*/ 27813 w 35881"/>
                <a:gd name="connsiteY1" fmla="*/ 20829 h 21467"/>
                <a:gd name="connsiteX2" fmla="*/ 29730 w 35881"/>
                <a:gd name="connsiteY2" fmla="*/ 21467 h 21467"/>
                <a:gd name="connsiteX3" fmla="*/ 35481 w 35881"/>
                <a:gd name="connsiteY3" fmla="*/ 16998 h 21467"/>
                <a:gd name="connsiteX4" fmla="*/ 31647 w 35881"/>
                <a:gd name="connsiteY4" fmla="*/ 8699 h 21467"/>
                <a:gd name="connsiteX5" fmla="*/ 8643 w 35881"/>
                <a:gd name="connsiteY5" fmla="*/ 400 h 21467"/>
                <a:gd name="connsiteX6" fmla="*/ 336 w 35881"/>
                <a:gd name="connsiteY6" fmla="*/ 4230 h 21467"/>
                <a:gd name="connsiteX7" fmla="*/ 4809 w 35881"/>
                <a:gd name="connsiteY7" fmla="*/ 12530 h 2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881" h="21467">
                  <a:moveTo>
                    <a:pt x="4809" y="12530"/>
                  </a:moveTo>
                  <a:lnTo>
                    <a:pt x="27813" y="20829"/>
                  </a:lnTo>
                  <a:cubicBezTo>
                    <a:pt x="28452" y="20829"/>
                    <a:pt x="29091" y="21467"/>
                    <a:pt x="29730" y="21467"/>
                  </a:cubicBezTo>
                  <a:cubicBezTo>
                    <a:pt x="32286" y="21467"/>
                    <a:pt x="34842" y="19552"/>
                    <a:pt x="35481" y="16998"/>
                  </a:cubicBezTo>
                  <a:cubicBezTo>
                    <a:pt x="36759" y="13806"/>
                    <a:pt x="34842" y="9976"/>
                    <a:pt x="31647" y="8699"/>
                  </a:cubicBezTo>
                  <a:lnTo>
                    <a:pt x="8643" y="400"/>
                  </a:lnTo>
                  <a:cubicBezTo>
                    <a:pt x="5448" y="-877"/>
                    <a:pt x="1614" y="1038"/>
                    <a:pt x="336" y="4230"/>
                  </a:cubicBezTo>
                  <a:cubicBezTo>
                    <a:pt x="-942" y="7422"/>
                    <a:pt x="1614" y="11253"/>
                    <a:pt x="4809" y="12530"/>
                  </a:cubicBezTo>
                  <a:close/>
                </a:path>
              </a:pathLst>
            </a:custGeom>
            <a:solidFill>
              <a:srgbClr val="00A3E0"/>
            </a:solidFill>
            <a:ln w="6390" cap="flat">
              <a:noFill/>
              <a:prstDash val="solid"/>
              <a:miter/>
            </a:ln>
          </p:spPr>
          <p:txBody>
            <a:bodyPr rtlCol="0" anchor="ctr"/>
            <a:lstStyle/>
            <a:p>
              <a:endParaRPr lang="en-US"/>
            </a:p>
          </p:txBody>
        </p:sp>
        <p:sp>
          <p:nvSpPr>
            <p:cNvPr id="788" name="Graphic 4">
              <a:extLst>
                <a:ext uri="{FF2B5EF4-FFF2-40B4-BE49-F238E27FC236}">
                  <a16:creationId xmlns:a16="http://schemas.microsoft.com/office/drawing/2014/main" id="{DC656D9D-545D-764C-A46C-EB06B7626EA7}"/>
                </a:ext>
              </a:extLst>
            </p:cNvPr>
            <p:cNvSpPr/>
            <p:nvPr/>
          </p:nvSpPr>
          <p:spPr>
            <a:xfrm>
              <a:off x="4863894" y="4068548"/>
              <a:ext cx="27089" cy="47367"/>
            </a:xfrm>
            <a:custGeom>
              <a:avLst/>
              <a:gdLst>
                <a:gd name="connsiteX0" fmla="*/ 12267 w 27089"/>
                <a:gd name="connsiteY0" fmla="*/ 3956 h 47367"/>
                <a:gd name="connsiteX1" fmla="*/ 3960 w 27089"/>
                <a:gd name="connsiteY1" fmla="*/ 764 h 47367"/>
                <a:gd name="connsiteX2" fmla="*/ 765 w 27089"/>
                <a:gd name="connsiteY2" fmla="*/ 9063 h 47367"/>
                <a:gd name="connsiteX3" fmla="*/ 14823 w 27089"/>
                <a:gd name="connsiteY3" fmla="*/ 43537 h 47367"/>
                <a:gd name="connsiteX4" fmla="*/ 20574 w 27089"/>
                <a:gd name="connsiteY4" fmla="*/ 47367 h 47367"/>
                <a:gd name="connsiteX5" fmla="*/ 23130 w 27089"/>
                <a:gd name="connsiteY5" fmla="*/ 46729 h 47367"/>
                <a:gd name="connsiteX6" fmla="*/ 26325 w 27089"/>
                <a:gd name="connsiteY6" fmla="*/ 38430 h 47367"/>
                <a:gd name="connsiteX7" fmla="*/ 12267 w 27089"/>
                <a:gd name="connsiteY7" fmla="*/ 3956 h 4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089" h="47367">
                  <a:moveTo>
                    <a:pt x="12267" y="3956"/>
                  </a:moveTo>
                  <a:cubicBezTo>
                    <a:pt x="10989" y="764"/>
                    <a:pt x="7155" y="-1151"/>
                    <a:pt x="3960" y="764"/>
                  </a:cubicBezTo>
                  <a:cubicBezTo>
                    <a:pt x="765" y="2041"/>
                    <a:pt x="-1152" y="5871"/>
                    <a:pt x="765" y="9063"/>
                  </a:cubicBezTo>
                  <a:lnTo>
                    <a:pt x="14823" y="43537"/>
                  </a:lnTo>
                  <a:cubicBezTo>
                    <a:pt x="16101" y="46091"/>
                    <a:pt x="18018" y="47367"/>
                    <a:pt x="20574" y="47367"/>
                  </a:cubicBezTo>
                  <a:cubicBezTo>
                    <a:pt x="21213" y="47367"/>
                    <a:pt x="22491" y="47367"/>
                    <a:pt x="23130" y="46729"/>
                  </a:cubicBezTo>
                  <a:cubicBezTo>
                    <a:pt x="26325" y="45452"/>
                    <a:pt x="28241" y="41622"/>
                    <a:pt x="26325" y="38430"/>
                  </a:cubicBezTo>
                  <a:lnTo>
                    <a:pt x="12267" y="3956"/>
                  </a:lnTo>
                  <a:close/>
                </a:path>
              </a:pathLst>
            </a:custGeom>
            <a:solidFill>
              <a:srgbClr val="00A3E0"/>
            </a:solidFill>
            <a:ln w="6390" cap="flat">
              <a:noFill/>
              <a:prstDash val="solid"/>
              <a:miter/>
            </a:ln>
          </p:spPr>
          <p:txBody>
            <a:bodyPr rtlCol="0" anchor="ctr"/>
            <a:lstStyle/>
            <a:p>
              <a:endParaRPr lang="en-US"/>
            </a:p>
          </p:txBody>
        </p:sp>
        <p:sp>
          <p:nvSpPr>
            <p:cNvPr id="789" name="Graphic 4">
              <a:extLst>
                <a:ext uri="{FF2B5EF4-FFF2-40B4-BE49-F238E27FC236}">
                  <a16:creationId xmlns:a16="http://schemas.microsoft.com/office/drawing/2014/main" id="{5B1E9661-3EBE-ED4E-A6DC-709E908BE440}"/>
                </a:ext>
              </a:extLst>
            </p:cNvPr>
            <p:cNvSpPr/>
            <p:nvPr/>
          </p:nvSpPr>
          <p:spPr>
            <a:xfrm>
              <a:off x="4829663" y="4079038"/>
              <a:ext cx="22341" cy="34962"/>
            </a:xfrm>
            <a:custGeom>
              <a:avLst/>
              <a:gdLst>
                <a:gd name="connsiteX0" fmla="*/ 18382 w 22341"/>
                <a:gd name="connsiteY0" fmla="*/ 489 h 34962"/>
                <a:gd name="connsiteX1" fmla="*/ 10075 w 22341"/>
                <a:gd name="connsiteY1" fmla="*/ 3681 h 34962"/>
                <a:gd name="connsiteX2" fmla="*/ 490 w 22341"/>
                <a:gd name="connsiteY2" fmla="*/ 26025 h 34962"/>
                <a:gd name="connsiteX3" fmla="*/ 3685 w 22341"/>
                <a:gd name="connsiteY3" fmla="*/ 34324 h 34962"/>
                <a:gd name="connsiteX4" fmla="*/ 6240 w 22341"/>
                <a:gd name="connsiteY4" fmla="*/ 34963 h 34962"/>
                <a:gd name="connsiteX5" fmla="*/ 11992 w 22341"/>
                <a:gd name="connsiteY5" fmla="*/ 31132 h 34962"/>
                <a:gd name="connsiteX6" fmla="*/ 21576 w 22341"/>
                <a:gd name="connsiteY6" fmla="*/ 8788 h 34962"/>
                <a:gd name="connsiteX7" fmla="*/ 18382 w 22341"/>
                <a:gd name="connsiteY7" fmla="*/ 489 h 34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41" h="34962">
                  <a:moveTo>
                    <a:pt x="18382" y="489"/>
                  </a:moveTo>
                  <a:cubicBezTo>
                    <a:pt x="15187" y="-788"/>
                    <a:pt x="11352" y="489"/>
                    <a:pt x="10075" y="3681"/>
                  </a:cubicBezTo>
                  <a:lnTo>
                    <a:pt x="490" y="26025"/>
                  </a:lnTo>
                  <a:cubicBezTo>
                    <a:pt x="-788" y="29217"/>
                    <a:pt x="490" y="33047"/>
                    <a:pt x="3685" y="34324"/>
                  </a:cubicBezTo>
                  <a:cubicBezTo>
                    <a:pt x="4324" y="34963"/>
                    <a:pt x="5602" y="34963"/>
                    <a:pt x="6240" y="34963"/>
                  </a:cubicBezTo>
                  <a:cubicBezTo>
                    <a:pt x="8797" y="34963"/>
                    <a:pt x="11352" y="33686"/>
                    <a:pt x="11992" y="31132"/>
                  </a:cubicBezTo>
                  <a:lnTo>
                    <a:pt x="21576" y="8788"/>
                  </a:lnTo>
                  <a:cubicBezTo>
                    <a:pt x="23493" y="5596"/>
                    <a:pt x="21576" y="1766"/>
                    <a:pt x="18382" y="489"/>
                  </a:cubicBezTo>
                  <a:close/>
                </a:path>
              </a:pathLst>
            </a:custGeom>
            <a:solidFill>
              <a:srgbClr val="00A3E0"/>
            </a:solidFill>
            <a:ln w="6390" cap="flat">
              <a:noFill/>
              <a:prstDash val="solid"/>
              <a:miter/>
            </a:ln>
          </p:spPr>
          <p:txBody>
            <a:bodyPr rtlCol="0" anchor="ctr"/>
            <a:lstStyle/>
            <a:p>
              <a:endParaRPr lang="en-US"/>
            </a:p>
          </p:txBody>
        </p:sp>
        <p:sp>
          <p:nvSpPr>
            <p:cNvPr id="790" name="Graphic 4">
              <a:extLst>
                <a:ext uri="{FF2B5EF4-FFF2-40B4-BE49-F238E27FC236}">
                  <a16:creationId xmlns:a16="http://schemas.microsoft.com/office/drawing/2014/main" id="{4152708F-4FB6-5E4C-92E4-04B132BD70E6}"/>
                </a:ext>
              </a:extLst>
            </p:cNvPr>
            <p:cNvSpPr/>
            <p:nvPr/>
          </p:nvSpPr>
          <p:spPr>
            <a:xfrm>
              <a:off x="4784145" y="3893753"/>
              <a:ext cx="182352" cy="164706"/>
            </a:xfrm>
            <a:custGeom>
              <a:avLst/>
              <a:gdLst>
                <a:gd name="connsiteX0" fmla="*/ 180196 w 182352"/>
                <a:gd name="connsiteY0" fmla="*/ 84269 h 164706"/>
                <a:gd name="connsiteX1" fmla="*/ 118214 w 182352"/>
                <a:gd name="connsiteY1" fmla="*/ 26813 h 164706"/>
                <a:gd name="connsiteX2" fmla="*/ 105434 w 182352"/>
                <a:gd name="connsiteY2" fmla="*/ 23621 h 164706"/>
                <a:gd name="connsiteX3" fmla="*/ 107351 w 182352"/>
                <a:gd name="connsiteY3" fmla="*/ 12768 h 164706"/>
                <a:gd name="connsiteX4" fmla="*/ 136744 w 182352"/>
                <a:gd name="connsiteY4" fmla="*/ 12768 h 164706"/>
                <a:gd name="connsiteX5" fmla="*/ 143134 w 182352"/>
                <a:gd name="connsiteY5" fmla="*/ 6384 h 164706"/>
                <a:gd name="connsiteX6" fmla="*/ 136744 w 182352"/>
                <a:gd name="connsiteY6" fmla="*/ 0 h 164706"/>
                <a:gd name="connsiteX7" fmla="*/ 6390 w 182352"/>
                <a:gd name="connsiteY7" fmla="*/ 0 h 164706"/>
                <a:gd name="connsiteX8" fmla="*/ 0 w 182352"/>
                <a:gd name="connsiteY8" fmla="*/ 6384 h 164706"/>
                <a:gd name="connsiteX9" fmla="*/ 6390 w 182352"/>
                <a:gd name="connsiteY9" fmla="*/ 12768 h 164706"/>
                <a:gd name="connsiteX10" fmla="*/ 93932 w 182352"/>
                <a:gd name="connsiteY10" fmla="*/ 12768 h 164706"/>
                <a:gd name="connsiteX11" fmla="*/ 92654 w 182352"/>
                <a:gd name="connsiteY11" fmla="*/ 27451 h 164706"/>
                <a:gd name="connsiteX12" fmla="*/ 84986 w 182352"/>
                <a:gd name="connsiteY12" fmla="*/ 34474 h 164706"/>
                <a:gd name="connsiteX13" fmla="*/ 56870 w 182352"/>
                <a:gd name="connsiteY13" fmla="*/ 114273 h 164706"/>
                <a:gd name="connsiteX14" fmla="*/ 119492 w 182352"/>
                <a:gd name="connsiteY14" fmla="*/ 164707 h 164706"/>
                <a:gd name="connsiteX15" fmla="*/ 134189 w 182352"/>
                <a:gd name="connsiteY15" fmla="*/ 162792 h 164706"/>
                <a:gd name="connsiteX16" fmla="*/ 173167 w 182352"/>
                <a:gd name="connsiteY16" fmla="*/ 133425 h 164706"/>
                <a:gd name="connsiteX17" fmla="*/ 180196 w 182352"/>
                <a:gd name="connsiteY17" fmla="*/ 84269 h 164706"/>
                <a:gd name="connsiteX18" fmla="*/ 95210 w 182352"/>
                <a:gd name="connsiteY18" fmla="*/ 42135 h 164706"/>
                <a:gd name="connsiteX19" fmla="*/ 95210 w 182352"/>
                <a:gd name="connsiteY19" fmla="*/ 42135 h 164706"/>
                <a:gd name="connsiteX20" fmla="*/ 98405 w 182352"/>
                <a:gd name="connsiteY20" fmla="*/ 47880 h 164706"/>
                <a:gd name="connsiteX21" fmla="*/ 103517 w 182352"/>
                <a:gd name="connsiteY21" fmla="*/ 50434 h 164706"/>
                <a:gd name="connsiteX22" fmla="*/ 107351 w 182352"/>
                <a:gd name="connsiteY22" fmla="*/ 49157 h 164706"/>
                <a:gd name="connsiteX23" fmla="*/ 108629 w 182352"/>
                <a:gd name="connsiteY23" fmla="*/ 40219 h 164706"/>
                <a:gd name="connsiteX24" fmla="*/ 107351 w 182352"/>
                <a:gd name="connsiteY24" fmla="*/ 37027 h 164706"/>
                <a:gd name="connsiteX25" fmla="*/ 112463 w 182352"/>
                <a:gd name="connsiteY25" fmla="*/ 38304 h 164706"/>
                <a:gd name="connsiteX26" fmla="*/ 151442 w 182352"/>
                <a:gd name="connsiteY26" fmla="*/ 64478 h 164706"/>
                <a:gd name="connsiteX27" fmla="*/ 72845 w 182352"/>
                <a:gd name="connsiteY27" fmla="*/ 85546 h 164706"/>
                <a:gd name="connsiteX28" fmla="*/ 95210 w 182352"/>
                <a:gd name="connsiteY28" fmla="*/ 42135 h 164706"/>
                <a:gd name="connsiteX29" fmla="*/ 69011 w 182352"/>
                <a:gd name="connsiteY29" fmla="*/ 99590 h 164706"/>
                <a:gd name="connsiteX30" fmla="*/ 161027 w 182352"/>
                <a:gd name="connsiteY30" fmla="*/ 74693 h 164706"/>
                <a:gd name="connsiteX31" fmla="*/ 168055 w 182352"/>
                <a:gd name="connsiteY31" fmla="*/ 87461 h 164706"/>
                <a:gd name="connsiteX32" fmla="*/ 169333 w 182352"/>
                <a:gd name="connsiteY32" fmla="*/ 109166 h 164706"/>
                <a:gd name="connsiteX33" fmla="*/ 79874 w 182352"/>
                <a:gd name="connsiteY33" fmla="*/ 132787 h 164706"/>
                <a:gd name="connsiteX34" fmla="*/ 69650 w 182352"/>
                <a:gd name="connsiteY34" fmla="*/ 112358 h 164706"/>
                <a:gd name="connsiteX35" fmla="*/ 69011 w 182352"/>
                <a:gd name="connsiteY35" fmla="*/ 99590 h 164706"/>
                <a:gd name="connsiteX36" fmla="*/ 130994 w 182352"/>
                <a:gd name="connsiteY36" fmla="*/ 151300 h 164706"/>
                <a:gd name="connsiteX37" fmla="*/ 90098 w 182352"/>
                <a:gd name="connsiteY37" fmla="*/ 143001 h 164706"/>
                <a:gd name="connsiteX38" fmla="*/ 164860 w 182352"/>
                <a:gd name="connsiteY38" fmla="*/ 123211 h 164706"/>
                <a:gd name="connsiteX39" fmla="*/ 162943 w 182352"/>
                <a:gd name="connsiteY39" fmla="*/ 127680 h 164706"/>
                <a:gd name="connsiteX40" fmla="*/ 130994 w 182352"/>
                <a:gd name="connsiteY40" fmla="*/ 151300 h 16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82352" h="164706">
                  <a:moveTo>
                    <a:pt x="180196" y="84269"/>
                  </a:moveTo>
                  <a:cubicBezTo>
                    <a:pt x="174445" y="60648"/>
                    <a:pt x="143134" y="40219"/>
                    <a:pt x="118214" y="26813"/>
                  </a:cubicBezTo>
                  <a:cubicBezTo>
                    <a:pt x="114380" y="24898"/>
                    <a:pt x="109907" y="23621"/>
                    <a:pt x="105434" y="23621"/>
                  </a:cubicBezTo>
                  <a:cubicBezTo>
                    <a:pt x="105434" y="20429"/>
                    <a:pt x="106073" y="16599"/>
                    <a:pt x="107351" y="12768"/>
                  </a:cubicBezTo>
                  <a:lnTo>
                    <a:pt x="136744" y="12768"/>
                  </a:lnTo>
                  <a:cubicBezTo>
                    <a:pt x="140579" y="12768"/>
                    <a:pt x="143134" y="10215"/>
                    <a:pt x="143134" y="6384"/>
                  </a:cubicBezTo>
                  <a:cubicBezTo>
                    <a:pt x="143134" y="2554"/>
                    <a:pt x="140579" y="0"/>
                    <a:pt x="136744" y="0"/>
                  </a:cubicBezTo>
                  <a:lnTo>
                    <a:pt x="6390" y="0"/>
                  </a:lnTo>
                  <a:cubicBezTo>
                    <a:pt x="2556" y="0"/>
                    <a:pt x="0" y="2554"/>
                    <a:pt x="0" y="6384"/>
                  </a:cubicBezTo>
                  <a:cubicBezTo>
                    <a:pt x="0" y="10215"/>
                    <a:pt x="2556" y="12768"/>
                    <a:pt x="6390" y="12768"/>
                  </a:cubicBezTo>
                  <a:lnTo>
                    <a:pt x="93932" y="12768"/>
                  </a:lnTo>
                  <a:cubicBezTo>
                    <a:pt x="92654" y="18514"/>
                    <a:pt x="92654" y="22983"/>
                    <a:pt x="92654" y="27451"/>
                  </a:cubicBezTo>
                  <a:cubicBezTo>
                    <a:pt x="89459" y="29367"/>
                    <a:pt x="86903" y="31920"/>
                    <a:pt x="84986" y="34474"/>
                  </a:cubicBezTo>
                  <a:cubicBezTo>
                    <a:pt x="69011" y="58094"/>
                    <a:pt x="51119" y="90653"/>
                    <a:pt x="56870" y="114273"/>
                  </a:cubicBezTo>
                  <a:cubicBezTo>
                    <a:pt x="64538" y="144278"/>
                    <a:pt x="90737" y="164707"/>
                    <a:pt x="119492" y="164707"/>
                  </a:cubicBezTo>
                  <a:cubicBezTo>
                    <a:pt x="124604" y="164707"/>
                    <a:pt x="129077" y="164068"/>
                    <a:pt x="134189" y="162792"/>
                  </a:cubicBezTo>
                  <a:cubicBezTo>
                    <a:pt x="150802" y="158961"/>
                    <a:pt x="164860" y="148108"/>
                    <a:pt x="173167" y="133425"/>
                  </a:cubicBezTo>
                  <a:cubicBezTo>
                    <a:pt x="182113" y="119381"/>
                    <a:pt x="184669" y="101505"/>
                    <a:pt x="180196" y="84269"/>
                  </a:cubicBezTo>
                  <a:close/>
                  <a:moveTo>
                    <a:pt x="95210" y="42135"/>
                  </a:moveTo>
                  <a:cubicBezTo>
                    <a:pt x="95849" y="42135"/>
                    <a:pt x="95849" y="42135"/>
                    <a:pt x="95210" y="42135"/>
                  </a:cubicBezTo>
                  <a:cubicBezTo>
                    <a:pt x="97127" y="45327"/>
                    <a:pt x="98405" y="47242"/>
                    <a:pt x="98405" y="47880"/>
                  </a:cubicBezTo>
                  <a:cubicBezTo>
                    <a:pt x="99683" y="49157"/>
                    <a:pt x="101600" y="50434"/>
                    <a:pt x="103517" y="50434"/>
                  </a:cubicBezTo>
                  <a:cubicBezTo>
                    <a:pt x="104795" y="50434"/>
                    <a:pt x="106073" y="49795"/>
                    <a:pt x="107351" y="49157"/>
                  </a:cubicBezTo>
                  <a:cubicBezTo>
                    <a:pt x="109907" y="47242"/>
                    <a:pt x="110546" y="42773"/>
                    <a:pt x="108629" y="40219"/>
                  </a:cubicBezTo>
                  <a:cubicBezTo>
                    <a:pt x="108629" y="40219"/>
                    <a:pt x="107990" y="38943"/>
                    <a:pt x="107351" y="37027"/>
                  </a:cubicBezTo>
                  <a:cubicBezTo>
                    <a:pt x="109268" y="37027"/>
                    <a:pt x="110546" y="37666"/>
                    <a:pt x="112463" y="38304"/>
                  </a:cubicBezTo>
                  <a:cubicBezTo>
                    <a:pt x="128438" y="46603"/>
                    <a:pt x="141857" y="55541"/>
                    <a:pt x="151442" y="64478"/>
                  </a:cubicBezTo>
                  <a:lnTo>
                    <a:pt x="72845" y="85546"/>
                  </a:lnTo>
                  <a:cubicBezTo>
                    <a:pt x="76679" y="72778"/>
                    <a:pt x="84347" y="58094"/>
                    <a:pt x="95210" y="42135"/>
                  </a:cubicBezTo>
                  <a:close/>
                  <a:moveTo>
                    <a:pt x="69011" y="99590"/>
                  </a:moveTo>
                  <a:lnTo>
                    <a:pt x="161027" y="74693"/>
                  </a:lnTo>
                  <a:cubicBezTo>
                    <a:pt x="164221" y="79162"/>
                    <a:pt x="166777" y="83630"/>
                    <a:pt x="168055" y="87461"/>
                  </a:cubicBezTo>
                  <a:cubicBezTo>
                    <a:pt x="169972" y="94483"/>
                    <a:pt x="169972" y="102144"/>
                    <a:pt x="169333" y="109166"/>
                  </a:cubicBezTo>
                  <a:lnTo>
                    <a:pt x="79874" y="132787"/>
                  </a:lnTo>
                  <a:cubicBezTo>
                    <a:pt x="75401" y="127041"/>
                    <a:pt x="71567" y="120019"/>
                    <a:pt x="69650" y="112358"/>
                  </a:cubicBezTo>
                  <a:cubicBezTo>
                    <a:pt x="68372" y="108528"/>
                    <a:pt x="68372" y="104059"/>
                    <a:pt x="69011" y="99590"/>
                  </a:cubicBezTo>
                  <a:close/>
                  <a:moveTo>
                    <a:pt x="130994" y="151300"/>
                  </a:moveTo>
                  <a:cubicBezTo>
                    <a:pt x="116297" y="155131"/>
                    <a:pt x="101600" y="151300"/>
                    <a:pt x="90098" y="143001"/>
                  </a:cubicBezTo>
                  <a:lnTo>
                    <a:pt x="164860" y="123211"/>
                  </a:lnTo>
                  <a:cubicBezTo>
                    <a:pt x="164221" y="124488"/>
                    <a:pt x="163582" y="126403"/>
                    <a:pt x="162943" y="127680"/>
                  </a:cubicBezTo>
                  <a:cubicBezTo>
                    <a:pt x="155275" y="139809"/>
                    <a:pt x="144412" y="148108"/>
                    <a:pt x="130994" y="151300"/>
                  </a:cubicBezTo>
                  <a:close/>
                </a:path>
              </a:pathLst>
            </a:custGeom>
            <a:solidFill>
              <a:srgbClr val="00A3E0"/>
            </a:solidFill>
            <a:ln w="6390" cap="flat">
              <a:noFill/>
              <a:prstDash val="solid"/>
              <a:miter/>
            </a:ln>
          </p:spPr>
          <p:txBody>
            <a:bodyPr rtlCol="0" anchor="ctr"/>
            <a:lstStyle/>
            <a:p>
              <a:endParaRPr lang="en-US"/>
            </a:p>
          </p:txBody>
        </p:sp>
      </p:grpSp>
      <p:grpSp>
        <p:nvGrpSpPr>
          <p:cNvPr id="791" name="Graphic 4">
            <a:extLst>
              <a:ext uri="{FF2B5EF4-FFF2-40B4-BE49-F238E27FC236}">
                <a16:creationId xmlns:a16="http://schemas.microsoft.com/office/drawing/2014/main" id="{D1627B83-856C-1B4E-9D01-2C190A69172B}"/>
              </a:ext>
            </a:extLst>
          </p:cNvPr>
          <p:cNvGrpSpPr>
            <a:grpSpLocks noChangeAspect="1"/>
          </p:cNvGrpSpPr>
          <p:nvPr/>
        </p:nvGrpSpPr>
        <p:grpSpPr>
          <a:xfrm>
            <a:off x="4661459" y="1893013"/>
            <a:ext cx="361670" cy="361333"/>
            <a:chOff x="4661459" y="1893013"/>
            <a:chExt cx="361670" cy="361333"/>
          </a:xfrm>
          <a:solidFill>
            <a:srgbClr val="00A3E0"/>
          </a:solidFill>
        </p:grpSpPr>
        <p:sp>
          <p:nvSpPr>
            <p:cNvPr id="792" name="Graphic 4">
              <a:extLst>
                <a:ext uri="{FF2B5EF4-FFF2-40B4-BE49-F238E27FC236}">
                  <a16:creationId xmlns:a16="http://schemas.microsoft.com/office/drawing/2014/main" id="{27D92AC0-0575-244A-A78E-79F46210B712}"/>
                </a:ext>
              </a:extLst>
            </p:cNvPr>
            <p:cNvSpPr/>
            <p:nvPr/>
          </p:nvSpPr>
          <p:spPr>
            <a:xfrm>
              <a:off x="4661459"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30"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793" name="Graphic 4">
              <a:extLst>
                <a:ext uri="{FF2B5EF4-FFF2-40B4-BE49-F238E27FC236}">
                  <a16:creationId xmlns:a16="http://schemas.microsoft.com/office/drawing/2014/main" id="{BD273136-18AF-9844-AAD9-914B4FF767F0}"/>
                </a:ext>
              </a:extLst>
            </p:cNvPr>
            <p:cNvSpPr/>
            <p:nvPr/>
          </p:nvSpPr>
          <p:spPr>
            <a:xfrm>
              <a:off x="4871426" y="2037450"/>
              <a:ext cx="40354" cy="23461"/>
            </a:xfrm>
            <a:custGeom>
              <a:avLst/>
              <a:gdLst>
                <a:gd name="connsiteX0" fmla="*/ 30294 w 40354"/>
                <a:gd name="connsiteY0" fmla="*/ 479 h 23461"/>
                <a:gd name="connsiteX1" fmla="*/ 26460 w 40354"/>
                <a:gd name="connsiteY1" fmla="*/ 6863 h 23461"/>
                <a:gd name="connsiteX2" fmla="*/ 3457 w 40354"/>
                <a:gd name="connsiteY2" fmla="*/ 11331 h 23461"/>
                <a:gd name="connsiteX3" fmla="*/ 901 w 40354"/>
                <a:gd name="connsiteY3" fmla="*/ 20269 h 23461"/>
                <a:gd name="connsiteX4" fmla="*/ 6652 w 40354"/>
                <a:gd name="connsiteY4" fmla="*/ 23461 h 23461"/>
                <a:gd name="connsiteX5" fmla="*/ 9847 w 40354"/>
                <a:gd name="connsiteY5" fmla="*/ 22823 h 23461"/>
                <a:gd name="connsiteX6" fmla="*/ 27099 w 40354"/>
                <a:gd name="connsiteY6" fmla="*/ 20269 h 23461"/>
                <a:gd name="connsiteX7" fmla="*/ 37962 w 40354"/>
                <a:gd name="connsiteY7" fmla="*/ 15800 h 23461"/>
                <a:gd name="connsiteX8" fmla="*/ 39240 w 40354"/>
                <a:gd name="connsiteY8" fmla="*/ 4309 h 23461"/>
                <a:gd name="connsiteX9" fmla="*/ 30294 w 40354"/>
                <a:gd name="connsiteY9" fmla="*/ 479 h 23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354" h="23461">
                  <a:moveTo>
                    <a:pt x="30294" y="479"/>
                  </a:moveTo>
                  <a:cubicBezTo>
                    <a:pt x="27738" y="1756"/>
                    <a:pt x="26460" y="4309"/>
                    <a:pt x="26460" y="6863"/>
                  </a:cubicBezTo>
                  <a:cubicBezTo>
                    <a:pt x="18154" y="6224"/>
                    <a:pt x="10486" y="7501"/>
                    <a:pt x="3457" y="11331"/>
                  </a:cubicBezTo>
                  <a:cubicBezTo>
                    <a:pt x="262" y="13247"/>
                    <a:pt x="-1016" y="17077"/>
                    <a:pt x="901" y="20269"/>
                  </a:cubicBezTo>
                  <a:cubicBezTo>
                    <a:pt x="2179" y="22184"/>
                    <a:pt x="4096" y="23461"/>
                    <a:pt x="6652" y="23461"/>
                  </a:cubicBezTo>
                  <a:cubicBezTo>
                    <a:pt x="7929" y="23461"/>
                    <a:pt x="8569" y="23461"/>
                    <a:pt x="9847" y="22823"/>
                  </a:cubicBezTo>
                  <a:cubicBezTo>
                    <a:pt x="14959" y="20269"/>
                    <a:pt x="21348" y="18992"/>
                    <a:pt x="27099" y="20269"/>
                  </a:cubicBezTo>
                  <a:cubicBezTo>
                    <a:pt x="31572" y="20907"/>
                    <a:pt x="35406" y="18992"/>
                    <a:pt x="37962" y="15800"/>
                  </a:cubicBezTo>
                  <a:cubicBezTo>
                    <a:pt x="40518" y="12608"/>
                    <a:pt x="41157" y="8139"/>
                    <a:pt x="39240" y="4309"/>
                  </a:cubicBezTo>
                  <a:cubicBezTo>
                    <a:pt x="36684" y="479"/>
                    <a:pt x="33489" y="-798"/>
                    <a:pt x="30294" y="479"/>
                  </a:cubicBezTo>
                  <a:close/>
                </a:path>
              </a:pathLst>
            </a:custGeom>
            <a:solidFill>
              <a:srgbClr val="00A3E0"/>
            </a:solidFill>
            <a:ln w="6390" cap="flat">
              <a:noFill/>
              <a:prstDash val="solid"/>
              <a:miter/>
            </a:ln>
          </p:spPr>
          <p:txBody>
            <a:bodyPr rtlCol="0" anchor="ctr"/>
            <a:lstStyle/>
            <a:p>
              <a:endParaRPr lang="en-US"/>
            </a:p>
          </p:txBody>
        </p:sp>
        <p:sp>
          <p:nvSpPr>
            <p:cNvPr id="794" name="Graphic 4">
              <a:extLst>
                <a:ext uri="{FF2B5EF4-FFF2-40B4-BE49-F238E27FC236}">
                  <a16:creationId xmlns:a16="http://schemas.microsoft.com/office/drawing/2014/main" id="{29F0BD60-4715-3A41-8D67-000DD102DC81}"/>
                </a:ext>
              </a:extLst>
            </p:cNvPr>
            <p:cNvSpPr/>
            <p:nvPr/>
          </p:nvSpPr>
          <p:spPr>
            <a:xfrm>
              <a:off x="4853796" y="2074318"/>
              <a:ext cx="24282" cy="50433"/>
            </a:xfrm>
            <a:custGeom>
              <a:avLst/>
              <a:gdLst>
                <a:gd name="connsiteX0" fmla="*/ 14697 w 24282"/>
                <a:gd name="connsiteY0" fmla="*/ 14683 h 50433"/>
                <a:gd name="connsiteX1" fmla="*/ 12780 w 24282"/>
                <a:gd name="connsiteY1" fmla="*/ 6384 h 50433"/>
                <a:gd name="connsiteX2" fmla="*/ 6390 w 24282"/>
                <a:gd name="connsiteY2" fmla="*/ 0 h 50433"/>
                <a:gd name="connsiteX3" fmla="*/ 6390 w 24282"/>
                <a:gd name="connsiteY3" fmla="*/ 0 h 50433"/>
                <a:gd name="connsiteX4" fmla="*/ 0 w 24282"/>
                <a:gd name="connsiteY4" fmla="*/ 6384 h 50433"/>
                <a:gd name="connsiteX5" fmla="*/ 3195 w 24282"/>
                <a:gd name="connsiteY5" fmla="*/ 19790 h 50433"/>
                <a:gd name="connsiteX6" fmla="*/ 10863 w 24282"/>
                <a:gd name="connsiteY6" fmla="*/ 36389 h 50433"/>
                <a:gd name="connsiteX7" fmla="*/ 11502 w 24282"/>
                <a:gd name="connsiteY7" fmla="*/ 41496 h 50433"/>
                <a:gd name="connsiteX8" fmla="*/ 11502 w 24282"/>
                <a:gd name="connsiteY8" fmla="*/ 43411 h 50433"/>
                <a:gd name="connsiteX9" fmla="*/ 17253 w 24282"/>
                <a:gd name="connsiteY9" fmla="*/ 50434 h 50433"/>
                <a:gd name="connsiteX10" fmla="*/ 17892 w 24282"/>
                <a:gd name="connsiteY10" fmla="*/ 50434 h 50433"/>
                <a:gd name="connsiteX11" fmla="*/ 24282 w 24282"/>
                <a:gd name="connsiteY11" fmla="*/ 44688 h 50433"/>
                <a:gd name="connsiteX12" fmla="*/ 24282 w 24282"/>
                <a:gd name="connsiteY12" fmla="*/ 42134 h 50433"/>
                <a:gd name="connsiteX13" fmla="*/ 22365 w 24282"/>
                <a:gd name="connsiteY13" fmla="*/ 31920 h 50433"/>
                <a:gd name="connsiteX14" fmla="*/ 14697 w 24282"/>
                <a:gd name="connsiteY14" fmla="*/ 14683 h 5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282" h="50433">
                  <a:moveTo>
                    <a:pt x="14697" y="14683"/>
                  </a:moveTo>
                  <a:cubicBezTo>
                    <a:pt x="13419" y="12130"/>
                    <a:pt x="12780" y="9576"/>
                    <a:pt x="12780" y="6384"/>
                  </a:cubicBezTo>
                  <a:cubicBezTo>
                    <a:pt x="12780" y="3192"/>
                    <a:pt x="9585" y="0"/>
                    <a:pt x="6390" y="0"/>
                  </a:cubicBezTo>
                  <a:cubicBezTo>
                    <a:pt x="6390" y="0"/>
                    <a:pt x="6390" y="0"/>
                    <a:pt x="6390" y="0"/>
                  </a:cubicBezTo>
                  <a:cubicBezTo>
                    <a:pt x="2556" y="0"/>
                    <a:pt x="0" y="3192"/>
                    <a:pt x="0" y="6384"/>
                  </a:cubicBezTo>
                  <a:cubicBezTo>
                    <a:pt x="0" y="10853"/>
                    <a:pt x="1278" y="15322"/>
                    <a:pt x="3195" y="19790"/>
                  </a:cubicBezTo>
                  <a:lnTo>
                    <a:pt x="10863" y="36389"/>
                  </a:lnTo>
                  <a:cubicBezTo>
                    <a:pt x="11502" y="37027"/>
                    <a:pt x="11502" y="40219"/>
                    <a:pt x="11502" y="41496"/>
                  </a:cubicBezTo>
                  <a:cubicBezTo>
                    <a:pt x="11502" y="42134"/>
                    <a:pt x="11502" y="42773"/>
                    <a:pt x="11502" y="43411"/>
                  </a:cubicBezTo>
                  <a:cubicBezTo>
                    <a:pt x="11502" y="47242"/>
                    <a:pt x="14058" y="49795"/>
                    <a:pt x="17253" y="50434"/>
                  </a:cubicBezTo>
                  <a:cubicBezTo>
                    <a:pt x="17253" y="50434"/>
                    <a:pt x="17253" y="50434"/>
                    <a:pt x="17892" y="50434"/>
                  </a:cubicBezTo>
                  <a:cubicBezTo>
                    <a:pt x="21087" y="50434"/>
                    <a:pt x="24282" y="47880"/>
                    <a:pt x="24282" y="44688"/>
                  </a:cubicBezTo>
                  <a:cubicBezTo>
                    <a:pt x="24282" y="44050"/>
                    <a:pt x="24282" y="42773"/>
                    <a:pt x="24282" y="42134"/>
                  </a:cubicBezTo>
                  <a:cubicBezTo>
                    <a:pt x="24282" y="41496"/>
                    <a:pt x="23643" y="35112"/>
                    <a:pt x="22365" y="31920"/>
                  </a:cubicBezTo>
                  <a:lnTo>
                    <a:pt x="14697" y="14683"/>
                  </a:lnTo>
                  <a:close/>
                </a:path>
              </a:pathLst>
            </a:custGeom>
            <a:solidFill>
              <a:srgbClr val="00A3E0"/>
            </a:solidFill>
            <a:ln w="6390" cap="flat">
              <a:noFill/>
              <a:prstDash val="solid"/>
              <a:miter/>
            </a:ln>
          </p:spPr>
          <p:txBody>
            <a:bodyPr rtlCol="0" anchor="ctr"/>
            <a:lstStyle/>
            <a:p>
              <a:endParaRPr lang="en-US"/>
            </a:p>
          </p:txBody>
        </p:sp>
        <p:sp>
          <p:nvSpPr>
            <p:cNvPr id="795" name="Graphic 4">
              <a:extLst>
                <a:ext uri="{FF2B5EF4-FFF2-40B4-BE49-F238E27FC236}">
                  <a16:creationId xmlns:a16="http://schemas.microsoft.com/office/drawing/2014/main" id="{5665C257-55B7-D64E-8E2E-A2DFB5680893}"/>
                </a:ext>
              </a:extLst>
            </p:cNvPr>
            <p:cNvSpPr/>
            <p:nvPr/>
          </p:nvSpPr>
          <p:spPr>
            <a:xfrm>
              <a:off x="4717638" y="1982999"/>
              <a:ext cx="173219" cy="183248"/>
            </a:xfrm>
            <a:custGeom>
              <a:avLst/>
              <a:gdLst>
                <a:gd name="connsiteX0" fmla="*/ 135519 w 173219"/>
                <a:gd name="connsiteY0" fmla="*/ 160266 h 183248"/>
                <a:gd name="connsiteX1" fmla="*/ 110598 w 173219"/>
                <a:gd name="connsiteY1" fmla="*/ 169842 h 183248"/>
                <a:gd name="connsiteX2" fmla="*/ 86316 w 173219"/>
                <a:gd name="connsiteY2" fmla="*/ 160905 h 183248"/>
                <a:gd name="connsiteX3" fmla="*/ 85678 w 173219"/>
                <a:gd name="connsiteY3" fmla="*/ 160266 h 183248"/>
                <a:gd name="connsiteX4" fmla="*/ 85038 w 173219"/>
                <a:gd name="connsiteY4" fmla="*/ 160266 h 183248"/>
                <a:gd name="connsiteX5" fmla="*/ 85038 w 173219"/>
                <a:gd name="connsiteY5" fmla="*/ 160266 h 183248"/>
                <a:gd name="connsiteX6" fmla="*/ 85038 w 173219"/>
                <a:gd name="connsiteY6" fmla="*/ 160266 h 183248"/>
                <a:gd name="connsiteX7" fmla="*/ 69703 w 173219"/>
                <a:gd name="connsiteY7" fmla="*/ 155159 h 183248"/>
                <a:gd name="connsiteX8" fmla="*/ 53728 w 173219"/>
                <a:gd name="connsiteY8" fmla="*/ 161543 h 183248"/>
                <a:gd name="connsiteX9" fmla="*/ 46699 w 173219"/>
                <a:gd name="connsiteY9" fmla="*/ 164735 h 183248"/>
                <a:gd name="connsiteX10" fmla="*/ 13471 w 173219"/>
                <a:gd name="connsiteY10" fmla="*/ 97065 h 183248"/>
                <a:gd name="connsiteX11" fmla="*/ 98457 w 173219"/>
                <a:gd name="connsiteY11" fmla="*/ 12796 h 183248"/>
                <a:gd name="connsiteX12" fmla="*/ 162357 w 173219"/>
                <a:gd name="connsiteY12" fmla="*/ 38332 h 183248"/>
                <a:gd name="connsiteX13" fmla="*/ 171303 w 173219"/>
                <a:gd name="connsiteY13" fmla="*/ 38332 h 183248"/>
                <a:gd name="connsiteX14" fmla="*/ 171303 w 173219"/>
                <a:gd name="connsiteY14" fmla="*/ 29395 h 183248"/>
                <a:gd name="connsiteX15" fmla="*/ 97818 w 173219"/>
                <a:gd name="connsiteY15" fmla="*/ 28 h 183248"/>
                <a:gd name="connsiteX16" fmla="*/ 52 w 173219"/>
                <a:gd name="connsiteY16" fmla="*/ 96426 h 183248"/>
                <a:gd name="connsiteX17" fmla="*/ 44143 w 173219"/>
                <a:gd name="connsiteY17" fmla="*/ 176865 h 183248"/>
                <a:gd name="connsiteX18" fmla="*/ 60118 w 173219"/>
                <a:gd name="connsiteY18" fmla="*/ 171757 h 183248"/>
                <a:gd name="connsiteX19" fmla="*/ 68425 w 173219"/>
                <a:gd name="connsiteY19" fmla="*/ 167927 h 183248"/>
                <a:gd name="connsiteX20" fmla="*/ 75453 w 173219"/>
                <a:gd name="connsiteY20" fmla="*/ 170481 h 183248"/>
                <a:gd name="connsiteX21" fmla="*/ 76093 w 173219"/>
                <a:gd name="connsiteY21" fmla="*/ 171119 h 183248"/>
                <a:gd name="connsiteX22" fmla="*/ 76732 w 173219"/>
                <a:gd name="connsiteY22" fmla="*/ 171119 h 183248"/>
                <a:gd name="connsiteX23" fmla="*/ 76732 w 173219"/>
                <a:gd name="connsiteY23" fmla="*/ 171119 h 183248"/>
                <a:gd name="connsiteX24" fmla="*/ 109320 w 173219"/>
                <a:gd name="connsiteY24" fmla="*/ 183249 h 183248"/>
                <a:gd name="connsiteX25" fmla="*/ 142548 w 173219"/>
                <a:gd name="connsiteY25" fmla="*/ 170481 h 183248"/>
                <a:gd name="connsiteX26" fmla="*/ 143187 w 173219"/>
                <a:gd name="connsiteY26" fmla="*/ 161543 h 183248"/>
                <a:gd name="connsiteX27" fmla="*/ 135519 w 173219"/>
                <a:gd name="connsiteY27" fmla="*/ 160266 h 18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3219" h="183248">
                  <a:moveTo>
                    <a:pt x="135519" y="160266"/>
                  </a:moveTo>
                  <a:cubicBezTo>
                    <a:pt x="128490" y="166650"/>
                    <a:pt x="119544" y="169842"/>
                    <a:pt x="110598" y="169842"/>
                  </a:cubicBezTo>
                  <a:cubicBezTo>
                    <a:pt x="101652" y="169842"/>
                    <a:pt x="93346" y="166650"/>
                    <a:pt x="86316" y="160905"/>
                  </a:cubicBezTo>
                  <a:lnTo>
                    <a:pt x="85678" y="160266"/>
                  </a:lnTo>
                  <a:cubicBezTo>
                    <a:pt x="85678" y="160266"/>
                    <a:pt x="85678" y="160266"/>
                    <a:pt x="85038" y="160266"/>
                  </a:cubicBezTo>
                  <a:cubicBezTo>
                    <a:pt x="85038" y="160266"/>
                    <a:pt x="85038" y="160266"/>
                    <a:pt x="85038" y="160266"/>
                  </a:cubicBezTo>
                  <a:lnTo>
                    <a:pt x="85038" y="160266"/>
                  </a:lnTo>
                  <a:cubicBezTo>
                    <a:pt x="80566" y="157074"/>
                    <a:pt x="75453" y="155159"/>
                    <a:pt x="69703" y="155159"/>
                  </a:cubicBezTo>
                  <a:cubicBezTo>
                    <a:pt x="62674" y="155159"/>
                    <a:pt x="58201" y="158351"/>
                    <a:pt x="53728" y="161543"/>
                  </a:cubicBezTo>
                  <a:cubicBezTo>
                    <a:pt x="50533" y="164097"/>
                    <a:pt x="48616" y="164735"/>
                    <a:pt x="46699" y="164735"/>
                  </a:cubicBezTo>
                  <a:cubicBezTo>
                    <a:pt x="33280" y="162820"/>
                    <a:pt x="12193" y="130900"/>
                    <a:pt x="13471" y="97065"/>
                  </a:cubicBezTo>
                  <a:cubicBezTo>
                    <a:pt x="14749" y="51100"/>
                    <a:pt x="52450" y="14073"/>
                    <a:pt x="98457" y="12796"/>
                  </a:cubicBezTo>
                  <a:cubicBezTo>
                    <a:pt x="122739" y="12158"/>
                    <a:pt x="145104" y="21095"/>
                    <a:pt x="162357" y="38332"/>
                  </a:cubicBezTo>
                  <a:cubicBezTo>
                    <a:pt x="164913" y="40886"/>
                    <a:pt x="168747" y="40886"/>
                    <a:pt x="171303" y="38332"/>
                  </a:cubicBezTo>
                  <a:cubicBezTo>
                    <a:pt x="173859" y="35779"/>
                    <a:pt x="173859" y="31948"/>
                    <a:pt x="171303" y="29395"/>
                  </a:cubicBezTo>
                  <a:cubicBezTo>
                    <a:pt x="151494" y="9604"/>
                    <a:pt x="125934" y="-610"/>
                    <a:pt x="97818" y="28"/>
                  </a:cubicBezTo>
                  <a:cubicBezTo>
                    <a:pt x="44782" y="1305"/>
                    <a:pt x="1969" y="43439"/>
                    <a:pt x="52" y="96426"/>
                  </a:cubicBezTo>
                  <a:cubicBezTo>
                    <a:pt x="-1226" y="132815"/>
                    <a:pt x="21139" y="173673"/>
                    <a:pt x="44143" y="176865"/>
                  </a:cubicBezTo>
                  <a:cubicBezTo>
                    <a:pt x="51172" y="178141"/>
                    <a:pt x="56284" y="174311"/>
                    <a:pt x="60118" y="171757"/>
                  </a:cubicBezTo>
                  <a:cubicBezTo>
                    <a:pt x="63313" y="169204"/>
                    <a:pt x="65869" y="167927"/>
                    <a:pt x="68425" y="167927"/>
                  </a:cubicBezTo>
                  <a:cubicBezTo>
                    <a:pt x="70981" y="167927"/>
                    <a:pt x="73537" y="168565"/>
                    <a:pt x="75453" y="170481"/>
                  </a:cubicBezTo>
                  <a:lnTo>
                    <a:pt x="76093" y="171119"/>
                  </a:lnTo>
                  <a:lnTo>
                    <a:pt x="76732" y="171119"/>
                  </a:lnTo>
                  <a:cubicBezTo>
                    <a:pt x="76732" y="171119"/>
                    <a:pt x="76732" y="171119"/>
                    <a:pt x="76732" y="171119"/>
                  </a:cubicBezTo>
                  <a:cubicBezTo>
                    <a:pt x="85678" y="178780"/>
                    <a:pt x="97179" y="183249"/>
                    <a:pt x="109320" y="183249"/>
                  </a:cubicBezTo>
                  <a:cubicBezTo>
                    <a:pt x="121461" y="183249"/>
                    <a:pt x="133602" y="178780"/>
                    <a:pt x="142548" y="170481"/>
                  </a:cubicBezTo>
                  <a:cubicBezTo>
                    <a:pt x="145104" y="167927"/>
                    <a:pt x="145104" y="164097"/>
                    <a:pt x="143187" y="161543"/>
                  </a:cubicBezTo>
                  <a:cubicBezTo>
                    <a:pt x="141909" y="157713"/>
                    <a:pt x="138075" y="157713"/>
                    <a:pt x="135519" y="160266"/>
                  </a:cubicBezTo>
                  <a:close/>
                </a:path>
              </a:pathLst>
            </a:custGeom>
            <a:solidFill>
              <a:srgbClr val="00A3E0"/>
            </a:solidFill>
            <a:ln w="6390" cap="flat">
              <a:noFill/>
              <a:prstDash val="solid"/>
              <a:miter/>
            </a:ln>
          </p:spPr>
          <p:txBody>
            <a:bodyPr rtlCol="0" anchor="ctr"/>
            <a:lstStyle/>
            <a:p>
              <a:endParaRPr lang="en-US"/>
            </a:p>
          </p:txBody>
        </p:sp>
        <p:sp>
          <p:nvSpPr>
            <p:cNvPr id="796" name="Graphic 4">
              <a:extLst>
                <a:ext uri="{FF2B5EF4-FFF2-40B4-BE49-F238E27FC236}">
                  <a16:creationId xmlns:a16="http://schemas.microsoft.com/office/drawing/2014/main" id="{345FB695-03B1-A746-85D0-36DB7D9C8459}"/>
                </a:ext>
              </a:extLst>
            </p:cNvPr>
            <p:cNvSpPr/>
            <p:nvPr/>
          </p:nvSpPr>
          <p:spPr>
            <a:xfrm>
              <a:off x="4795647" y="2017500"/>
              <a:ext cx="170501" cy="139809"/>
            </a:xfrm>
            <a:custGeom>
              <a:avLst/>
              <a:gdLst>
                <a:gd name="connsiteX0" fmla="*/ 169972 w 170501"/>
                <a:gd name="connsiteY0" fmla="*/ 119381 h 139809"/>
                <a:gd name="connsiteX1" fmla="*/ 161665 w 170501"/>
                <a:gd name="connsiteY1" fmla="*/ 116189 h 139809"/>
                <a:gd name="connsiteX2" fmla="*/ 158470 w 170501"/>
                <a:gd name="connsiteY2" fmla="*/ 108528 h 139809"/>
                <a:gd name="connsiteX3" fmla="*/ 164221 w 170501"/>
                <a:gd name="connsiteY3" fmla="*/ 105974 h 139809"/>
                <a:gd name="connsiteX4" fmla="*/ 167416 w 170501"/>
                <a:gd name="connsiteY4" fmla="*/ 97675 h 139809"/>
                <a:gd name="connsiteX5" fmla="*/ 159110 w 170501"/>
                <a:gd name="connsiteY5" fmla="*/ 94483 h 139809"/>
                <a:gd name="connsiteX6" fmla="*/ 153358 w 170501"/>
                <a:gd name="connsiteY6" fmla="*/ 97037 h 139809"/>
                <a:gd name="connsiteX7" fmla="*/ 148885 w 170501"/>
                <a:gd name="connsiteY7" fmla="*/ 86822 h 139809"/>
                <a:gd name="connsiteX8" fmla="*/ 153997 w 170501"/>
                <a:gd name="connsiteY8" fmla="*/ 83630 h 139809"/>
                <a:gd name="connsiteX9" fmla="*/ 155915 w 170501"/>
                <a:gd name="connsiteY9" fmla="*/ 74693 h 139809"/>
                <a:gd name="connsiteX10" fmla="*/ 146969 w 170501"/>
                <a:gd name="connsiteY10" fmla="*/ 72777 h 139809"/>
                <a:gd name="connsiteX11" fmla="*/ 104795 w 170501"/>
                <a:gd name="connsiteY11" fmla="*/ 89376 h 139809"/>
                <a:gd name="connsiteX12" fmla="*/ 69011 w 170501"/>
                <a:gd name="connsiteY12" fmla="*/ 35750 h 139809"/>
                <a:gd name="connsiteX13" fmla="*/ 128438 w 170501"/>
                <a:gd name="connsiteY13" fmla="*/ 12768 h 139809"/>
                <a:gd name="connsiteX14" fmla="*/ 134828 w 170501"/>
                <a:gd name="connsiteY14" fmla="*/ 6384 h 139809"/>
                <a:gd name="connsiteX15" fmla="*/ 128438 w 170501"/>
                <a:gd name="connsiteY15" fmla="*/ 0 h 139809"/>
                <a:gd name="connsiteX16" fmla="*/ 18531 w 170501"/>
                <a:gd name="connsiteY16" fmla="*/ 80438 h 139809"/>
                <a:gd name="connsiteX17" fmla="*/ 17892 w 170501"/>
                <a:gd name="connsiteY17" fmla="*/ 80438 h 139809"/>
                <a:gd name="connsiteX18" fmla="*/ 0 w 170501"/>
                <a:gd name="connsiteY18" fmla="*/ 98313 h 139809"/>
                <a:gd name="connsiteX19" fmla="*/ 17892 w 170501"/>
                <a:gd name="connsiteY19" fmla="*/ 116189 h 139809"/>
                <a:gd name="connsiteX20" fmla="*/ 31311 w 170501"/>
                <a:gd name="connsiteY20" fmla="*/ 110443 h 139809"/>
                <a:gd name="connsiteX21" fmla="*/ 90737 w 170501"/>
                <a:gd name="connsiteY21" fmla="*/ 123211 h 139809"/>
                <a:gd name="connsiteX22" fmla="*/ 98405 w 170501"/>
                <a:gd name="connsiteY22" fmla="*/ 123211 h 139809"/>
                <a:gd name="connsiteX23" fmla="*/ 109268 w 170501"/>
                <a:gd name="connsiteY23" fmla="*/ 135979 h 139809"/>
                <a:gd name="connsiteX24" fmla="*/ 125243 w 170501"/>
                <a:gd name="connsiteY24" fmla="*/ 139809 h 139809"/>
                <a:gd name="connsiteX25" fmla="*/ 168695 w 170501"/>
                <a:gd name="connsiteY25" fmla="*/ 127041 h 139809"/>
                <a:gd name="connsiteX26" fmla="*/ 169972 w 170501"/>
                <a:gd name="connsiteY26" fmla="*/ 119381 h 139809"/>
                <a:gd name="connsiteX27" fmla="*/ 140579 w 170501"/>
                <a:gd name="connsiteY27" fmla="*/ 102144 h 139809"/>
                <a:gd name="connsiteX28" fmla="*/ 106712 w 170501"/>
                <a:gd name="connsiteY28" fmla="*/ 110443 h 139809"/>
                <a:gd name="connsiteX29" fmla="*/ 106073 w 170501"/>
                <a:gd name="connsiteY29" fmla="*/ 102782 h 139809"/>
                <a:gd name="connsiteX30" fmla="*/ 136745 w 170501"/>
                <a:gd name="connsiteY30" fmla="*/ 93845 h 139809"/>
                <a:gd name="connsiteX31" fmla="*/ 140579 w 170501"/>
                <a:gd name="connsiteY31" fmla="*/ 102144 h 139809"/>
                <a:gd name="connsiteX32" fmla="*/ 16614 w 170501"/>
                <a:gd name="connsiteY32" fmla="*/ 104697 h 139809"/>
                <a:gd name="connsiteX33" fmla="*/ 11502 w 170501"/>
                <a:gd name="connsiteY33" fmla="*/ 99590 h 139809"/>
                <a:gd name="connsiteX34" fmla="*/ 16614 w 170501"/>
                <a:gd name="connsiteY34" fmla="*/ 94483 h 139809"/>
                <a:gd name="connsiteX35" fmla="*/ 21726 w 170501"/>
                <a:gd name="connsiteY35" fmla="*/ 99590 h 139809"/>
                <a:gd name="connsiteX36" fmla="*/ 16614 w 170501"/>
                <a:gd name="connsiteY36" fmla="*/ 104697 h 139809"/>
                <a:gd name="connsiteX37" fmla="*/ 34506 w 170501"/>
                <a:gd name="connsiteY37" fmla="*/ 99590 h 139809"/>
                <a:gd name="connsiteX38" fmla="*/ 34506 w 170501"/>
                <a:gd name="connsiteY38" fmla="*/ 99590 h 139809"/>
                <a:gd name="connsiteX39" fmla="*/ 28755 w 170501"/>
                <a:gd name="connsiteY39" fmla="*/ 86184 h 139809"/>
                <a:gd name="connsiteX40" fmla="*/ 58148 w 170501"/>
                <a:gd name="connsiteY40" fmla="*/ 44688 h 139809"/>
                <a:gd name="connsiteX41" fmla="*/ 92654 w 170501"/>
                <a:gd name="connsiteY41" fmla="*/ 97675 h 139809"/>
                <a:gd name="connsiteX42" fmla="*/ 92654 w 170501"/>
                <a:gd name="connsiteY42" fmla="*/ 102144 h 139809"/>
                <a:gd name="connsiteX43" fmla="*/ 93293 w 170501"/>
                <a:gd name="connsiteY43" fmla="*/ 111081 h 139809"/>
                <a:gd name="connsiteX44" fmla="*/ 34506 w 170501"/>
                <a:gd name="connsiteY44" fmla="*/ 99590 h 139809"/>
                <a:gd name="connsiteX45" fmla="*/ 114380 w 170501"/>
                <a:gd name="connsiteY45" fmla="*/ 126403 h 139809"/>
                <a:gd name="connsiteX46" fmla="*/ 110546 w 170501"/>
                <a:gd name="connsiteY46" fmla="*/ 123211 h 139809"/>
                <a:gd name="connsiteX47" fmla="*/ 145690 w 170501"/>
                <a:gd name="connsiteY47" fmla="*/ 114273 h 139809"/>
                <a:gd name="connsiteX48" fmla="*/ 149525 w 170501"/>
                <a:gd name="connsiteY48" fmla="*/ 122573 h 139809"/>
                <a:gd name="connsiteX49" fmla="*/ 114380 w 170501"/>
                <a:gd name="connsiteY49" fmla="*/ 126403 h 13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70501" h="139809">
                  <a:moveTo>
                    <a:pt x="169972" y="119381"/>
                  </a:moveTo>
                  <a:cubicBezTo>
                    <a:pt x="168695" y="116189"/>
                    <a:pt x="164860" y="114912"/>
                    <a:pt x="161665" y="116189"/>
                  </a:cubicBezTo>
                  <a:lnTo>
                    <a:pt x="158470" y="108528"/>
                  </a:lnTo>
                  <a:cubicBezTo>
                    <a:pt x="160387" y="107889"/>
                    <a:pt x="162305" y="106613"/>
                    <a:pt x="164221" y="105974"/>
                  </a:cubicBezTo>
                  <a:cubicBezTo>
                    <a:pt x="167416" y="104697"/>
                    <a:pt x="168695" y="100867"/>
                    <a:pt x="167416" y="97675"/>
                  </a:cubicBezTo>
                  <a:cubicBezTo>
                    <a:pt x="166138" y="94483"/>
                    <a:pt x="162305" y="93206"/>
                    <a:pt x="159110" y="94483"/>
                  </a:cubicBezTo>
                  <a:cubicBezTo>
                    <a:pt x="157192" y="95121"/>
                    <a:pt x="155275" y="96398"/>
                    <a:pt x="153358" y="97037"/>
                  </a:cubicBezTo>
                  <a:lnTo>
                    <a:pt x="148885" y="86822"/>
                  </a:lnTo>
                  <a:cubicBezTo>
                    <a:pt x="150802" y="85545"/>
                    <a:pt x="152080" y="84907"/>
                    <a:pt x="153997" y="83630"/>
                  </a:cubicBezTo>
                  <a:cubicBezTo>
                    <a:pt x="157192" y="81715"/>
                    <a:pt x="157832" y="77885"/>
                    <a:pt x="155915" y="74693"/>
                  </a:cubicBezTo>
                  <a:cubicBezTo>
                    <a:pt x="153997" y="71501"/>
                    <a:pt x="150164" y="70862"/>
                    <a:pt x="146969" y="72777"/>
                  </a:cubicBezTo>
                  <a:cubicBezTo>
                    <a:pt x="131633" y="82992"/>
                    <a:pt x="122687" y="86184"/>
                    <a:pt x="104795" y="89376"/>
                  </a:cubicBezTo>
                  <a:cubicBezTo>
                    <a:pt x="99683" y="70862"/>
                    <a:pt x="81152" y="47880"/>
                    <a:pt x="69011" y="35750"/>
                  </a:cubicBezTo>
                  <a:cubicBezTo>
                    <a:pt x="86903" y="21706"/>
                    <a:pt x="107990" y="13406"/>
                    <a:pt x="128438" y="12768"/>
                  </a:cubicBezTo>
                  <a:cubicBezTo>
                    <a:pt x="132272" y="12768"/>
                    <a:pt x="134828" y="9576"/>
                    <a:pt x="134828" y="6384"/>
                  </a:cubicBezTo>
                  <a:cubicBezTo>
                    <a:pt x="134828" y="2554"/>
                    <a:pt x="131633" y="0"/>
                    <a:pt x="128438" y="0"/>
                  </a:cubicBezTo>
                  <a:cubicBezTo>
                    <a:pt x="84347" y="1277"/>
                    <a:pt x="38978" y="34473"/>
                    <a:pt x="18531" y="80438"/>
                  </a:cubicBezTo>
                  <a:cubicBezTo>
                    <a:pt x="18531" y="80438"/>
                    <a:pt x="17892" y="80438"/>
                    <a:pt x="17892" y="80438"/>
                  </a:cubicBezTo>
                  <a:cubicBezTo>
                    <a:pt x="7668" y="80438"/>
                    <a:pt x="0" y="88737"/>
                    <a:pt x="0" y="98313"/>
                  </a:cubicBezTo>
                  <a:cubicBezTo>
                    <a:pt x="0" y="107889"/>
                    <a:pt x="8307" y="116189"/>
                    <a:pt x="17892" y="116189"/>
                  </a:cubicBezTo>
                  <a:cubicBezTo>
                    <a:pt x="23004" y="116189"/>
                    <a:pt x="28116" y="113635"/>
                    <a:pt x="31311" y="110443"/>
                  </a:cubicBezTo>
                  <a:cubicBezTo>
                    <a:pt x="40896" y="114912"/>
                    <a:pt x="61982" y="123211"/>
                    <a:pt x="90737" y="123211"/>
                  </a:cubicBezTo>
                  <a:cubicBezTo>
                    <a:pt x="93293" y="123211"/>
                    <a:pt x="95849" y="123211"/>
                    <a:pt x="98405" y="123211"/>
                  </a:cubicBezTo>
                  <a:cubicBezTo>
                    <a:pt x="100322" y="128318"/>
                    <a:pt x="103517" y="132787"/>
                    <a:pt x="109268" y="135979"/>
                  </a:cubicBezTo>
                  <a:cubicBezTo>
                    <a:pt x="113741" y="138533"/>
                    <a:pt x="118853" y="139809"/>
                    <a:pt x="125243" y="139809"/>
                  </a:cubicBezTo>
                  <a:cubicBezTo>
                    <a:pt x="136745" y="139809"/>
                    <a:pt x="150802" y="135341"/>
                    <a:pt x="168695" y="127041"/>
                  </a:cubicBezTo>
                  <a:cubicBezTo>
                    <a:pt x="169972" y="126403"/>
                    <a:pt x="171250" y="122573"/>
                    <a:pt x="169972" y="119381"/>
                  </a:cubicBezTo>
                  <a:close/>
                  <a:moveTo>
                    <a:pt x="140579" y="102144"/>
                  </a:moveTo>
                  <a:cubicBezTo>
                    <a:pt x="128438" y="106613"/>
                    <a:pt x="116936" y="109166"/>
                    <a:pt x="106712" y="110443"/>
                  </a:cubicBezTo>
                  <a:cubicBezTo>
                    <a:pt x="106073" y="107889"/>
                    <a:pt x="106073" y="105336"/>
                    <a:pt x="106073" y="102782"/>
                  </a:cubicBezTo>
                  <a:cubicBezTo>
                    <a:pt x="118853" y="100229"/>
                    <a:pt x="127799" y="98313"/>
                    <a:pt x="136745" y="93845"/>
                  </a:cubicBezTo>
                  <a:lnTo>
                    <a:pt x="140579" y="102144"/>
                  </a:lnTo>
                  <a:close/>
                  <a:moveTo>
                    <a:pt x="16614" y="104697"/>
                  </a:moveTo>
                  <a:cubicBezTo>
                    <a:pt x="13419" y="104697"/>
                    <a:pt x="11502" y="102144"/>
                    <a:pt x="11502" y="99590"/>
                  </a:cubicBezTo>
                  <a:cubicBezTo>
                    <a:pt x="11502" y="97037"/>
                    <a:pt x="14058" y="94483"/>
                    <a:pt x="16614" y="94483"/>
                  </a:cubicBezTo>
                  <a:cubicBezTo>
                    <a:pt x="19809" y="94483"/>
                    <a:pt x="21726" y="97037"/>
                    <a:pt x="21726" y="99590"/>
                  </a:cubicBezTo>
                  <a:cubicBezTo>
                    <a:pt x="21726" y="102144"/>
                    <a:pt x="19809" y="104697"/>
                    <a:pt x="16614" y="104697"/>
                  </a:cubicBezTo>
                  <a:close/>
                  <a:moveTo>
                    <a:pt x="34506" y="99590"/>
                  </a:moveTo>
                  <a:cubicBezTo>
                    <a:pt x="34506" y="99590"/>
                    <a:pt x="34506" y="99590"/>
                    <a:pt x="34506" y="99590"/>
                  </a:cubicBezTo>
                  <a:cubicBezTo>
                    <a:pt x="34506" y="93845"/>
                    <a:pt x="32589" y="89376"/>
                    <a:pt x="28755" y="86184"/>
                  </a:cubicBezTo>
                  <a:cubicBezTo>
                    <a:pt x="35783" y="70224"/>
                    <a:pt x="46008" y="56179"/>
                    <a:pt x="58148" y="44688"/>
                  </a:cubicBezTo>
                  <a:cubicBezTo>
                    <a:pt x="71567" y="58094"/>
                    <a:pt x="90737" y="82992"/>
                    <a:pt x="92654" y="97675"/>
                  </a:cubicBezTo>
                  <a:cubicBezTo>
                    <a:pt x="92654" y="98952"/>
                    <a:pt x="92654" y="100229"/>
                    <a:pt x="92654" y="102144"/>
                  </a:cubicBezTo>
                  <a:cubicBezTo>
                    <a:pt x="92654" y="104697"/>
                    <a:pt x="93293" y="107889"/>
                    <a:pt x="93293" y="111081"/>
                  </a:cubicBezTo>
                  <a:cubicBezTo>
                    <a:pt x="63899" y="112358"/>
                    <a:pt x="42813" y="104059"/>
                    <a:pt x="34506" y="99590"/>
                  </a:cubicBezTo>
                  <a:close/>
                  <a:moveTo>
                    <a:pt x="114380" y="126403"/>
                  </a:moveTo>
                  <a:cubicBezTo>
                    <a:pt x="113102" y="125765"/>
                    <a:pt x="111824" y="124488"/>
                    <a:pt x="110546" y="123211"/>
                  </a:cubicBezTo>
                  <a:cubicBezTo>
                    <a:pt x="121409" y="121934"/>
                    <a:pt x="133550" y="118742"/>
                    <a:pt x="145690" y="114273"/>
                  </a:cubicBezTo>
                  <a:lnTo>
                    <a:pt x="149525" y="122573"/>
                  </a:lnTo>
                  <a:cubicBezTo>
                    <a:pt x="129077" y="130233"/>
                    <a:pt x="118853" y="128957"/>
                    <a:pt x="114380" y="126403"/>
                  </a:cubicBezTo>
                  <a:close/>
                </a:path>
              </a:pathLst>
            </a:custGeom>
            <a:solidFill>
              <a:srgbClr val="00A3E0"/>
            </a:solidFill>
            <a:ln w="6390" cap="flat">
              <a:noFill/>
              <a:prstDash val="solid"/>
              <a:miter/>
            </a:ln>
          </p:spPr>
          <p:txBody>
            <a:bodyPr rtlCol="0" anchor="ctr"/>
            <a:lstStyle/>
            <a:p>
              <a:endParaRPr lang="en-US"/>
            </a:p>
          </p:txBody>
        </p:sp>
      </p:grpSp>
      <p:grpSp>
        <p:nvGrpSpPr>
          <p:cNvPr id="797" name="Graphic 4">
            <a:extLst>
              <a:ext uri="{FF2B5EF4-FFF2-40B4-BE49-F238E27FC236}">
                <a16:creationId xmlns:a16="http://schemas.microsoft.com/office/drawing/2014/main" id="{D486D16B-8D25-4742-B111-5B6526091C33}"/>
              </a:ext>
            </a:extLst>
          </p:cNvPr>
          <p:cNvGrpSpPr>
            <a:grpSpLocks noChangeAspect="1"/>
          </p:cNvGrpSpPr>
          <p:nvPr/>
        </p:nvGrpSpPr>
        <p:grpSpPr>
          <a:xfrm>
            <a:off x="4046108" y="3824168"/>
            <a:ext cx="361670" cy="361333"/>
            <a:chOff x="4046108" y="3824168"/>
            <a:chExt cx="361670" cy="361333"/>
          </a:xfrm>
          <a:solidFill>
            <a:srgbClr val="00A3E0"/>
          </a:solidFill>
        </p:grpSpPr>
        <p:sp>
          <p:nvSpPr>
            <p:cNvPr id="798" name="Graphic 4">
              <a:extLst>
                <a:ext uri="{FF2B5EF4-FFF2-40B4-BE49-F238E27FC236}">
                  <a16:creationId xmlns:a16="http://schemas.microsoft.com/office/drawing/2014/main" id="{C8C03387-D601-B249-B5A4-921064FCF0AF}"/>
                </a:ext>
              </a:extLst>
            </p:cNvPr>
            <p:cNvSpPr/>
            <p:nvPr/>
          </p:nvSpPr>
          <p:spPr>
            <a:xfrm>
              <a:off x="4113202" y="3919236"/>
              <a:ext cx="92021" cy="87513"/>
            </a:xfrm>
            <a:custGeom>
              <a:avLst/>
              <a:gdLst>
                <a:gd name="connsiteX0" fmla="*/ 68372 w 92021"/>
                <a:gd name="connsiteY0" fmla="*/ 2607 h 87513"/>
                <a:gd name="connsiteX1" fmla="*/ 21087 w 92021"/>
                <a:gd name="connsiteY1" fmla="*/ 6437 h 87513"/>
                <a:gd name="connsiteX2" fmla="*/ 19809 w 92021"/>
                <a:gd name="connsiteY2" fmla="*/ 28781 h 87513"/>
                <a:gd name="connsiteX3" fmla="*/ 19809 w 92021"/>
                <a:gd name="connsiteY3" fmla="*/ 30058 h 87513"/>
                <a:gd name="connsiteX4" fmla="*/ 23643 w 92021"/>
                <a:gd name="connsiteY4" fmla="*/ 44103 h 87513"/>
                <a:gd name="connsiteX5" fmla="*/ 19809 w 92021"/>
                <a:gd name="connsiteY5" fmla="*/ 52402 h 87513"/>
                <a:gd name="connsiteX6" fmla="*/ 11502 w 92021"/>
                <a:gd name="connsiteY6" fmla="*/ 48572 h 87513"/>
                <a:gd name="connsiteX7" fmla="*/ 7029 w 92021"/>
                <a:gd name="connsiteY7" fmla="*/ 33250 h 87513"/>
                <a:gd name="connsiteX8" fmla="*/ 7029 w 92021"/>
                <a:gd name="connsiteY8" fmla="*/ 33250 h 87513"/>
                <a:gd name="connsiteX9" fmla="*/ 3195 w 92021"/>
                <a:gd name="connsiteY9" fmla="*/ 33250 h 87513"/>
                <a:gd name="connsiteX10" fmla="*/ 0 w 92021"/>
                <a:gd name="connsiteY10" fmla="*/ 42188 h 87513"/>
                <a:gd name="connsiteX11" fmla="*/ 28755 w 92021"/>
                <a:gd name="connsiteY11" fmla="*/ 87514 h 87513"/>
                <a:gd name="connsiteX12" fmla="*/ 34505 w 92021"/>
                <a:gd name="connsiteY12" fmla="*/ 86237 h 87513"/>
                <a:gd name="connsiteX13" fmla="*/ 72206 w 92021"/>
                <a:gd name="connsiteY13" fmla="*/ 86237 h 87513"/>
                <a:gd name="connsiteX14" fmla="*/ 77957 w 92021"/>
                <a:gd name="connsiteY14" fmla="*/ 87514 h 87513"/>
                <a:gd name="connsiteX15" fmla="*/ 86903 w 92021"/>
                <a:gd name="connsiteY15" fmla="*/ 14736 h 87513"/>
                <a:gd name="connsiteX16" fmla="*/ 68372 w 92021"/>
                <a:gd name="connsiteY16" fmla="*/ 2607 h 87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021" h="87513">
                  <a:moveTo>
                    <a:pt x="68372" y="2607"/>
                  </a:moveTo>
                  <a:cubicBezTo>
                    <a:pt x="51119" y="-1862"/>
                    <a:pt x="32589" y="-585"/>
                    <a:pt x="21087" y="6437"/>
                  </a:cubicBezTo>
                  <a:cubicBezTo>
                    <a:pt x="18531" y="8352"/>
                    <a:pt x="17892" y="17290"/>
                    <a:pt x="19809" y="28781"/>
                  </a:cubicBezTo>
                  <a:cubicBezTo>
                    <a:pt x="19809" y="29420"/>
                    <a:pt x="19809" y="30058"/>
                    <a:pt x="19809" y="30058"/>
                  </a:cubicBezTo>
                  <a:cubicBezTo>
                    <a:pt x="20448" y="34527"/>
                    <a:pt x="21726" y="39634"/>
                    <a:pt x="23643" y="44103"/>
                  </a:cubicBezTo>
                  <a:cubicBezTo>
                    <a:pt x="24921" y="47295"/>
                    <a:pt x="23004" y="51125"/>
                    <a:pt x="19809" y="52402"/>
                  </a:cubicBezTo>
                  <a:cubicBezTo>
                    <a:pt x="16614" y="53679"/>
                    <a:pt x="12780" y="51764"/>
                    <a:pt x="11502" y="48572"/>
                  </a:cubicBezTo>
                  <a:cubicBezTo>
                    <a:pt x="10224" y="45380"/>
                    <a:pt x="8307" y="39634"/>
                    <a:pt x="7029" y="33250"/>
                  </a:cubicBezTo>
                  <a:cubicBezTo>
                    <a:pt x="7029" y="33250"/>
                    <a:pt x="7029" y="33250"/>
                    <a:pt x="7029" y="33250"/>
                  </a:cubicBezTo>
                  <a:cubicBezTo>
                    <a:pt x="6390" y="32612"/>
                    <a:pt x="4473" y="32612"/>
                    <a:pt x="3195" y="33250"/>
                  </a:cubicBezTo>
                  <a:cubicBezTo>
                    <a:pt x="1278" y="34527"/>
                    <a:pt x="0" y="37719"/>
                    <a:pt x="0" y="42188"/>
                  </a:cubicBezTo>
                  <a:cubicBezTo>
                    <a:pt x="639" y="60701"/>
                    <a:pt x="16614" y="80492"/>
                    <a:pt x="28755" y="87514"/>
                  </a:cubicBezTo>
                  <a:cubicBezTo>
                    <a:pt x="30672" y="86875"/>
                    <a:pt x="32589" y="86237"/>
                    <a:pt x="34505" y="86237"/>
                  </a:cubicBezTo>
                  <a:lnTo>
                    <a:pt x="72206" y="86237"/>
                  </a:lnTo>
                  <a:cubicBezTo>
                    <a:pt x="74123" y="86237"/>
                    <a:pt x="76040" y="86875"/>
                    <a:pt x="77957" y="87514"/>
                  </a:cubicBezTo>
                  <a:cubicBezTo>
                    <a:pt x="99044" y="46018"/>
                    <a:pt x="91376" y="23036"/>
                    <a:pt x="86903" y="14736"/>
                  </a:cubicBezTo>
                  <a:cubicBezTo>
                    <a:pt x="86903" y="10268"/>
                    <a:pt x="80513" y="5799"/>
                    <a:pt x="68372" y="2607"/>
                  </a:cubicBezTo>
                  <a:close/>
                </a:path>
              </a:pathLst>
            </a:custGeom>
            <a:solidFill>
              <a:srgbClr val="00A3E0"/>
            </a:solidFill>
            <a:ln w="6390" cap="flat">
              <a:noFill/>
              <a:prstDash val="solid"/>
              <a:miter/>
            </a:ln>
          </p:spPr>
          <p:txBody>
            <a:bodyPr rtlCol="0" anchor="ctr"/>
            <a:lstStyle/>
            <a:p>
              <a:endParaRPr lang="en-US"/>
            </a:p>
          </p:txBody>
        </p:sp>
        <p:sp>
          <p:nvSpPr>
            <p:cNvPr id="799" name="Graphic 4">
              <a:extLst>
                <a:ext uri="{FF2B5EF4-FFF2-40B4-BE49-F238E27FC236}">
                  <a16:creationId xmlns:a16="http://schemas.microsoft.com/office/drawing/2014/main" id="{9B757E6D-6B61-7841-88E8-359B358591AF}"/>
                </a:ext>
              </a:extLst>
            </p:cNvPr>
            <p:cNvSpPr/>
            <p:nvPr/>
          </p:nvSpPr>
          <p:spPr>
            <a:xfrm>
              <a:off x="4147069" y="4018240"/>
              <a:ext cx="42812" cy="21067"/>
            </a:xfrm>
            <a:custGeom>
              <a:avLst/>
              <a:gdLst>
                <a:gd name="connsiteX0" fmla="*/ 42813 w 42812"/>
                <a:gd name="connsiteY0" fmla="*/ 12130 h 21067"/>
                <a:gd name="connsiteX1" fmla="*/ 42813 w 42812"/>
                <a:gd name="connsiteY1" fmla="*/ 2554 h 21067"/>
                <a:gd name="connsiteX2" fmla="*/ 40257 w 42812"/>
                <a:gd name="connsiteY2" fmla="*/ 0 h 21067"/>
                <a:gd name="connsiteX3" fmla="*/ 2556 w 42812"/>
                <a:gd name="connsiteY3" fmla="*/ 0 h 21067"/>
                <a:gd name="connsiteX4" fmla="*/ 0 w 42812"/>
                <a:gd name="connsiteY4" fmla="*/ 2554 h 21067"/>
                <a:gd name="connsiteX5" fmla="*/ 0 w 42812"/>
                <a:gd name="connsiteY5" fmla="*/ 12130 h 21067"/>
                <a:gd name="connsiteX6" fmla="*/ 8946 w 42812"/>
                <a:gd name="connsiteY6" fmla="*/ 21067 h 21067"/>
                <a:gd name="connsiteX7" fmla="*/ 34506 w 42812"/>
                <a:gd name="connsiteY7" fmla="*/ 21067 h 21067"/>
                <a:gd name="connsiteX8" fmla="*/ 42813 w 42812"/>
                <a:gd name="connsiteY8" fmla="*/ 12130 h 21067"/>
                <a:gd name="connsiteX9" fmla="*/ 29394 w 42812"/>
                <a:gd name="connsiteY9" fmla="*/ 16599 h 21067"/>
                <a:gd name="connsiteX10" fmla="*/ 13419 w 42812"/>
                <a:gd name="connsiteY10" fmla="*/ 16599 h 21067"/>
                <a:gd name="connsiteX11" fmla="*/ 7029 w 42812"/>
                <a:gd name="connsiteY11" fmla="*/ 10215 h 21067"/>
                <a:gd name="connsiteX12" fmla="*/ 13419 w 42812"/>
                <a:gd name="connsiteY12" fmla="*/ 3831 h 21067"/>
                <a:gd name="connsiteX13" fmla="*/ 29394 w 42812"/>
                <a:gd name="connsiteY13" fmla="*/ 3831 h 21067"/>
                <a:gd name="connsiteX14" fmla="*/ 35783 w 42812"/>
                <a:gd name="connsiteY14" fmla="*/ 10215 h 21067"/>
                <a:gd name="connsiteX15" fmla="*/ 29394 w 42812"/>
                <a:gd name="connsiteY15" fmla="*/ 16599 h 2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812" h="21067">
                  <a:moveTo>
                    <a:pt x="42813" y="12130"/>
                  </a:moveTo>
                  <a:lnTo>
                    <a:pt x="42813" y="2554"/>
                  </a:lnTo>
                  <a:cubicBezTo>
                    <a:pt x="42813" y="1277"/>
                    <a:pt x="41535" y="0"/>
                    <a:pt x="40257" y="0"/>
                  </a:cubicBezTo>
                  <a:lnTo>
                    <a:pt x="2556" y="0"/>
                  </a:lnTo>
                  <a:cubicBezTo>
                    <a:pt x="1278" y="0"/>
                    <a:pt x="0" y="1277"/>
                    <a:pt x="0" y="2554"/>
                  </a:cubicBezTo>
                  <a:lnTo>
                    <a:pt x="0" y="12130"/>
                  </a:lnTo>
                  <a:cubicBezTo>
                    <a:pt x="0" y="17237"/>
                    <a:pt x="3834" y="21067"/>
                    <a:pt x="8946" y="21067"/>
                  </a:cubicBezTo>
                  <a:lnTo>
                    <a:pt x="34506" y="21067"/>
                  </a:lnTo>
                  <a:cubicBezTo>
                    <a:pt x="38978" y="20429"/>
                    <a:pt x="42813" y="16599"/>
                    <a:pt x="42813" y="12130"/>
                  </a:cubicBezTo>
                  <a:close/>
                  <a:moveTo>
                    <a:pt x="29394" y="16599"/>
                  </a:moveTo>
                  <a:lnTo>
                    <a:pt x="13419" y="16599"/>
                  </a:lnTo>
                  <a:cubicBezTo>
                    <a:pt x="9585" y="16599"/>
                    <a:pt x="7029" y="14045"/>
                    <a:pt x="7029" y="10215"/>
                  </a:cubicBezTo>
                  <a:cubicBezTo>
                    <a:pt x="7029" y="6384"/>
                    <a:pt x="9585" y="3831"/>
                    <a:pt x="13419" y="3831"/>
                  </a:cubicBezTo>
                  <a:lnTo>
                    <a:pt x="29394" y="3831"/>
                  </a:lnTo>
                  <a:cubicBezTo>
                    <a:pt x="33228" y="3831"/>
                    <a:pt x="35783" y="6384"/>
                    <a:pt x="35783" y="10215"/>
                  </a:cubicBezTo>
                  <a:cubicBezTo>
                    <a:pt x="35783" y="14045"/>
                    <a:pt x="33228" y="16599"/>
                    <a:pt x="29394" y="16599"/>
                  </a:cubicBezTo>
                  <a:close/>
                </a:path>
              </a:pathLst>
            </a:custGeom>
            <a:solidFill>
              <a:srgbClr val="00A3E0"/>
            </a:solidFill>
            <a:ln w="6390" cap="flat">
              <a:noFill/>
              <a:prstDash val="solid"/>
              <a:miter/>
            </a:ln>
          </p:spPr>
          <p:txBody>
            <a:bodyPr rtlCol="0" anchor="ctr"/>
            <a:lstStyle/>
            <a:p>
              <a:endParaRPr lang="en-US"/>
            </a:p>
          </p:txBody>
        </p:sp>
        <p:sp>
          <p:nvSpPr>
            <p:cNvPr id="800" name="Graphic 4">
              <a:extLst>
                <a:ext uri="{FF2B5EF4-FFF2-40B4-BE49-F238E27FC236}">
                  <a16:creationId xmlns:a16="http://schemas.microsoft.com/office/drawing/2014/main" id="{32986A04-D4E3-2F4C-91C0-9CF473786C3F}"/>
                </a:ext>
              </a:extLst>
            </p:cNvPr>
            <p:cNvSpPr/>
            <p:nvPr/>
          </p:nvSpPr>
          <p:spPr>
            <a:xfrm>
              <a:off x="4046108"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56553 w 361670"/>
                <a:gd name="connsiteY5" fmla="*/ 196627 h 361333"/>
                <a:gd name="connsiteX6" fmla="*/ 156553 w 361670"/>
                <a:gd name="connsiteY6" fmla="*/ 206203 h 361333"/>
                <a:gd name="connsiteX7" fmla="*/ 150164 w 361670"/>
                <a:gd name="connsiteY7" fmla="*/ 221524 h 361333"/>
                <a:gd name="connsiteX8" fmla="*/ 150164 w 361670"/>
                <a:gd name="connsiteY8" fmla="*/ 252167 h 361333"/>
                <a:gd name="connsiteX9" fmla="*/ 143774 w 361670"/>
                <a:gd name="connsiteY9" fmla="*/ 258551 h 361333"/>
                <a:gd name="connsiteX10" fmla="*/ 137384 w 361670"/>
                <a:gd name="connsiteY10" fmla="*/ 252167 h 361333"/>
                <a:gd name="connsiteX11" fmla="*/ 137384 w 361670"/>
                <a:gd name="connsiteY11" fmla="*/ 227270 h 361333"/>
                <a:gd name="connsiteX12" fmla="*/ 135467 w 361670"/>
                <a:gd name="connsiteY12" fmla="*/ 227270 h 361333"/>
                <a:gd name="connsiteX13" fmla="*/ 109907 w 361670"/>
                <a:gd name="connsiteY13" fmla="*/ 227270 h 361333"/>
                <a:gd name="connsiteX14" fmla="*/ 107990 w 361670"/>
                <a:gd name="connsiteY14" fmla="*/ 227270 h 361333"/>
                <a:gd name="connsiteX15" fmla="*/ 107990 w 361670"/>
                <a:gd name="connsiteY15" fmla="*/ 271319 h 361333"/>
                <a:gd name="connsiteX16" fmla="*/ 101600 w 361670"/>
                <a:gd name="connsiteY16" fmla="*/ 277703 h 361333"/>
                <a:gd name="connsiteX17" fmla="*/ 95210 w 361670"/>
                <a:gd name="connsiteY17" fmla="*/ 271319 h 361333"/>
                <a:gd name="connsiteX18" fmla="*/ 95210 w 361670"/>
                <a:gd name="connsiteY18" fmla="*/ 221524 h 361333"/>
                <a:gd name="connsiteX19" fmla="*/ 88820 w 361670"/>
                <a:gd name="connsiteY19" fmla="*/ 206203 h 361333"/>
                <a:gd name="connsiteX20" fmla="*/ 88820 w 361670"/>
                <a:gd name="connsiteY20" fmla="*/ 196627 h 361333"/>
                <a:gd name="connsiteX21" fmla="*/ 89459 w 361670"/>
                <a:gd name="connsiteY21" fmla="*/ 192158 h 361333"/>
                <a:gd name="connsiteX22" fmla="*/ 56870 w 361670"/>
                <a:gd name="connsiteY22" fmla="*/ 137894 h 361333"/>
                <a:gd name="connsiteX23" fmla="*/ 65816 w 361670"/>
                <a:gd name="connsiteY23" fmla="*/ 117465 h 361333"/>
                <a:gd name="connsiteX24" fmla="*/ 74762 w 361670"/>
                <a:gd name="connsiteY24" fmla="*/ 114912 h 361333"/>
                <a:gd name="connsiteX25" fmla="*/ 83069 w 361670"/>
                <a:gd name="connsiteY25" fmla="*/ 90652 h 361333"/>
                <a:gd name="connsiteX26" fmla="*/ 140579 w 361670"/>
                <a:gd name="connsiteY26" fmla="*/ 85545 h 361333"/>
                <a:gd name="connsiteX27" fmla="*/ 168694 w 361670"/>
                <a:gd name="connsiteY27" fmla="*/ 103420 h 361333"/>
                <a:gd name="connsiteX28" fmla="*/ 157192 w 361670"/>
                <a:gd name="connsiteY28" fmla="*/ 192158 h 361333"/>
                <a:gd name="connsiteX29" fmla="*/ 156553 w 361670"/>
                <a:gd name="connsiteY29" fmla="*/ 196627 h 361333"/>
                <a:gd name="connsiteX30" fmla="*/ 272850 w 361670"/>
                <a:gd name="connsiteY30" fmla="*/ 191519 h 361333"/>
                <a:gd name="connsiteX31" fmla="*/ 273489 w 361670"/>
                <a:gd name="connsiteY31" fmla="*/ 195988 h 361333"/>
                <a:gd name="connsiteX32" fmla="*/ 273489 w 361670"/>
                <a:gd name="connsiteY32" fmla="*/ 205564 h 361333"/>
                <a:gd name="connsiteX33" fmla="*/ 266460 w 361670"/>
                <a:gd name="connsiteY33" fmla="*/ 221524 h 361333"/>
                <a:gd name="connsiteX34" fmla="*/ 266460 w 361670"/>
                <a:gd name="connsiteY34" fmla="*/ 273234 h 361333"/>
                <a:gd name="connsiteX35" fmla="*/ 260071 w 361670"/>
                <a:gd name="connsiteY35" fmla="*/ 279618 h 361333"/>
                <a:gd name="connsiteX36" fmla="*/ 253681 w 361670"/>
                <a:gd name="connsiteY36" fmla="*/ 273234 h 361333"/>
                <a:gd name="connsiteX37" fmla="*/ 253681 w 361670"/>
                <a:gd name="connsiteY37" fmla="*/ 227270 h 361333"/>
                <a:gd name="connsiteX38" fmla="*/ 251763 w 361670"/>
                <a:gd name="connsiteY38" fmla="*/ 227270 h 361333"/>
                <a:gd name="connsiteX39" fmla="*/ 226204 w 361670"/>
                <a:gd name="connsiteY39" fmla="*/ 227270 h 361333"/>
                <a:gd name="connsiteX40" fmla="*/ 223648 w 361670"/>
                <a:gd name="connsiteY40" fmla="*/ 227270 h 361333"/>
                <a:gd name="connsiteX41" fmla="*/ 223648 w 361670"/>
                <a:gd name="connsiteY41" fmla="*/ 252167 h 361333"/>
                <a:gd name="connsiteX42" fmla="*/ 217258 w 361670"/>
                <a:gd name="connsiteY42" fmla="*/ 258551 h 361333"/>
                <a:gd name="connsiteX43" fmla="*/ 210868 w 361670"/>
                <a:gd name="connsiteY43" fmla="*/ 252167 h 361333"/>
                <a:gd name="connsiteX44" fmla="*/ 210868 w 361670"/>
                <a:gd name="connsiteY44" fmla="*/ 220886 h 361333"/>
                <a:gd name="connsiteX45" fmla="*/ 204478 w 361670"/>
                <a:gd name="connsiteY45" fmla="*/ 205564 h 361333"/>
                <a:gd name="connsiteX46" fmla="*/ 204478 w 361670"/>
                <a:gd name="connsiteY46" fmla="*/ 195988 h 361333"/>
                <a:gd name="connsiteX47" fmla="*/ 205117 w 361670"/>
                <a:gd name="connsiteY47" fmla="*/ 191519 h 361333"/>
                <a:gd name="connsiteX48" fmla="*/ 193615 w 361670"/>
                <a:gd name="connsiteY48" fmla="*/ 102782 h 361333"/>
                <a:gd name="connsiteX49" fmla="*/ 221731 w 361670"/>
                <a:gd name="connsiteY49" fmla="*/ 84907 h 361333"/>
                <a:gd name="connsiteX50" fmla="*/ 279240 w 361670"/>
                <a:gd name="connsiteY50" fmla="*/ 90014 h 361333"/>
                <a:gd name="connsiteX51" fmla="*/ 287547 w 361670"/>
                <a:gd name="connsiteY51" fmla="*/ 114273 h 361333"/>
                <a:gd name="connsiteX52" fmla="*/ 296493 w 361670"/>
                <a:gd name="connsiteY52" fmla="*/ 116827 h 361333"/>
                <a:gd name="connsiteX53" fmla="*/ 305439 w 361670"/>
                <a:gd name="connsiteY53" fmla="*/ 137256 h 361333"/>
                <a:gd name="connsiteX54" fmla="*/ 272850 w 361670"/>
                <a:gd name="connsiteY54" fmla="*/ 19151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1076"/>
                    <a:pt x="280518" y="0"/>
                    <a:pt x="180835" y="0"/>
                  </a:cubicBezTo>
                  <a:close/>
                  <a:moveTo>
                    <a:pt x="156553" y="196627"/>
                  </a:moveTo>
                  <a:lnTo>
                    <a:pt x="156553" y="206203"/>
                  </a:lnTo>
                  <a:cubicBezTo>
                    <a:pt x="156553" y="211948"/>
                    <a:pt x="153997" y="217694"/>
                    <a:pt x="150164" y="221524"/>
                  </a:cubicBezTo>
                  <a:lnTo>
                    <a:pt x="150164" y="252167"/>
                  </a:lnTo>
                  <a:cubicBezTo>
                    <a:pt x="150164" y="255998"/>
                    <a:pt x="147607" y="258551"/>
                    <a:pt x="143774" y="258551"/>
                  </a:cubicBezTo>
                  <a:cubicBezTo>
                    <a:pt x="139939" y="258551"/>
                    <a:pt x="137384" y="255998"/>
                    <a:pt x="137384" y="252167"/>
                  </a:cubicBezTo>
                  <a:lnTo>
                    <a:pt x="137384" y="227270"/>
                  </a:lnTo>
                  <a:cubicBezTo>
                    <a:pt x="136744" y="227270"/>
                    <a:pt x="136106" y="227270"/>
                    <a:pt x="135467" y="227270"/>
                  </a:cubicBezTo>
                  <a:lnTo>
                    <a:pt x="109907" y="227270"/>
                  </a:lnTo>
                  <a:cubicBezTo>
                    <a:pt x="109268" y="227270"/>
                    <a:pt x="108629" y="227270"/>
                    <a:pt x="107990" y="227270"/>
                  </a:cubicBezTo>
                  <a:lnTo>
                    <a:pt x="107990" y="271319"/>
                  </a:lnTo>
                  <a:cubicBezTo>
                    <a:pt x="107990" y="275149"/>
                    <a:pt x="105434" y="277703"/>
                    <a:pt x="101600" y="277703"/>
                  </a:cubicBezTo>
                  <a:cubicBezTo>
                    <a:pt x="97766" y="277703"/>
                    <a:pt x="95210" y="275149"/>
                    <a:pt x="95210" y="271319"/>
                  </a:cubicBezTo>
                  <a:lnTo>
                    <a:pt x="95210" y="221524"/>
                  </a:lnTo>
                  <a:cubicBezTo>
                    <a:pt x="91376" y="217694"/>
                    <a:pt x="88820" y="211948"/>
                    <a:pt x="88820" y="206203"/>
                  </a:cubicBezTo>
                  <a:lnTo>
                    <a:pt x="88820" y="196627"/>
                  </a:lnTo>
                  <a:cubicBezTo>
                    <a:pt x="88820" y="194711"/>
                    <a:pt x="89459" y="193435"/>
                    <a:pt x="89459" y="192158"/>
                  </a:cubicBezTo>
                  <a:cubicBezTo>
                    <a:pt x="74762" y="182582"/>
                    <a:pt x="57509" y="160876"/>
                    <a:pt x="56870" y="137894"/>
                  </a:cubicBezTo>
                  <a:cubicBezTo>
                    <a:pt x="56231" y="125126"/>
                    <a:pt x="62621" y="120019"/>
                    <a:pt x="65816" y="117465"/>
                  </a:cubicBezTo>
                  <a:cubicBezTo>
                    <a:pt x="68372" y="115550"/>
                    <a:pt x="71567" y="114912"/>
                    <a:pt x="74762" y="114912"/>
                  </a:cubicBezTo>
                  <a:cubicBezTo>
                    <a:pt x="74123" y="104697"/>
                    <a:pt x="76040" y="94483"/>
                    <a:pt x="83069" y="90652"/>
                  </a:cubicBezTo>
                  <a:cubicBezTo>
                    <a:pt x="100322" y="79800"/>
                    <a:pt x="123965" y="81076"/>
                    <a:pt x="140579" y="85545"/>
                  </a:cubicBezTo>
                  <a:cubicBezTo>
                    <a:pt x="153997" y="89376"/>
                    <a:pt x="164221" y="95760"/>
                    <a:pt x="168694" y="103420"/>
                  </a:cubicBezTo>
                  <a:cubicBezTo>
                    <a:pt x="174445" y="113635"/>
                    <a:pt x="184030" y="143640"/>
                    <a:pt x="157192" y="192158"/>
                  </a:cubicBezTo>
                  <a:cubicBezTo>
                    <a:pt x="155914" y="193435"/>
                    <a:pt x="156553" y="194711"/>
                    <a:pt x="156553" y="196627"/>
                  </a:cubicBezTo>
                  <a:close/>
                  <a:moveTo>
                    <a:pt x="272850" y="191519"/>
                  </a:moveTo>
                  <a:cubicBezTo>
                    <a:pt x="273489" y="192796"/>
                    <a:pt x="273489" y="194711"/>
                    <a:pt x="273489" y="195988"/>
                  </a:cubicBezTo>
                  <a:lnTo>
                    <a:pt x="273489" y="205564"/>
                  </a:lnTo>
                  <a:cubicBezTo>
                    <a:pt x="273489" y="211948"/>
                    <a:pt x="270933" y="217055"/>
                    <a:pt x="266460" y="221524"/>
                  </a:cubicBezTo>
                  <a:lnTo>
                    <a:pt x="266460" y="273234"/>
                  </a:lnTo>
                  <a:cubicBezTo>
                    <a:pt x="266460" y="277065"/>
                    <a:pt x="263904" y="279618"/>
                    <a:pt x="260071" y="279618"/>
                  </a:cubicBezTo>
                  <a:cubicBezTo>
                    <a:pt x="256236" y="279618"/>
                    <a:pt x="253681" y="277065"/>
                    <a:pt x="253681" y="273234"/>
                  </a:cubicBezTo>
                  <a:lnTo>
                    <a:pt x="253681" y="227270"/>
                  </a:lnTo>
                  <a:cubicBezTo>
                    <a:pt x="253041" y="227270"/>
                    <a:pt x="252403" y="227270"/>
                    <a:pt x="251763" y="227270"/>
                  </a:cubicBezTo>
                  <a:lnTo>
                    <a:pt x="226204" y="227270"/>
                  </a:lnTo>
                  <a:cubicBezTo>
                    <a:pt x="225565" y="227270"/>
                    <a:pt x="224287" y="227270"/>
                    <a:pt x="223648" y="227270"/>
                  </a:cubicBezTo>
                  <a:lnTo>
                    <a:pt x="223648" y="252167"/>
                  </a:lnTo>
                  <a:cubicBezTo>
                    <a:pt x="223648" y="255998"/>
                    <a:pt x="221092" y="258551"/>
                    <a:pt x="217258" y="258551"/>
                  </a:cubicBezTo>
                  <a:cubicBezTo>
                    <a:pt x="213424" y="258551"/>
                    <a:pt x="210868" y="255998"/>
                    <a:pt x="210868" y="252167"/>
                  </a:cubicBezTo>
                  <a:lnTo>
                    <a:pt x="210868" y="220886"/>
                  </a:lnTo>
                  <a:cubicBezTo>
                    <a:pt x="207034" y="217055"/>
                    <a:pt x="204478" y="211948"/>
                    <a:pt x="204478" y="205564"/>
                  </a:cubicBezTo>
                  <a:lnTo>
                    <a:pt x="204478" y="195988"/>
                  </a:lnTo>
                  <a:cubicBezTo>
                    <a:pt x="204478" y="194711"/>
                    <a:pt x="204478" y="192796"/>
                    <a:pt x="205117" y="191519"/>
                  </a:cubicBezTo>
                  <a:cubicBezTo>
                    <a:pt x="178279" y="142363"/>
                    <a:pt x="188503" y="112996"/>
                    <a:pt x="193615" y="102782"/>
                  </a:cubicBezTo>
                  <a:cubicBezTo>
                    <a:pt x="197449" y="95121"/>
                    <a:pt x="207673" y="88737"/>
                    <a:pt x="221731" y="84907"/>
                  </a:cubicBezTo>
                  <a:cubicBezTo>
                    <a:pt x="238345" y="80438"/>
                    <a:pt x="261348" y="79800"/>
                    <a:pt x="279240" y="90014"/>
                  </a:cubicBezTo>
                  <a:cubicBezTo>
                    <a:pt x="286269" y="94483"/>
                    <a:pt x="288186" y="104059"/>
                    <a:pt x="287547" y="114273"/>
                  </a:cubicBezTo>
                  <a:cubicBezTo>
                    <a:pt x="290103" y="114273"/>
                    <a:pt x="293298" y="114912"/>
                    <a:pt x="296493" y="116827"/>
                  </a:cubicBezTo>
                  <a:cubicBezTo>
                    <a:pt x="300327" y="118742"/>
                    <a:pt x="306078" y="124488"/>
                    <a:pt x="305439" y="137256"/>
                  </a:cubicBezTo>
                  <a:cubicBezTo>
                    <a:pt x="304800" y="160238"/>
                    <a:pt x="287547" y="181944"/>
                    <a:pt x="272850" y="191519"/>
                  </a:cubicBezTo>
                  <a:close/>
                </a:path>
              </a:pathLst>
            </a:custGeom>
            <a:solidFill>
              <a:srgbClr val="00A3E0"/>
            </a:solidFill>
            <a:ln w="6390" cap="flat">
              <a:noFill/>
              <a:prstDash val="solid"/>
              <a:miter/>
            </a:ln>
          </p:spPr>
          <p:txBody>
            <a:bodyPr rtlCol="0" anchor="ctr"/>
            <a:lstStyle/>
            <a:p>
              <a:endParaRPr lang="en-US"/>
            </a:p>
          </p:txBody>
        </p:sp>
        <p:sp>
          <p:nvSpPr>
            <p:cNvPr id="801" name="Graphic 4">
              <a:extLst>
                <a:ext uri="{FF2B5EF4-FFF2-40B4-BE49-F238E27FC236}">
                  <a16:creationId xmlns:a16="http://schemas.microsoft.com/office/drawing/2014/main" id="{8DA4BCBD-7CCE-5D43-813E-FAB6B10916D2}"/>
                </a:ext>
              </a:extLst>
            </p:cNvPr>
            <p:cNvSpPr/>
            <p:nvPr/>
          </p:nvSpPr>
          <p:spPr>
            <a:xfrm>
              <a:off x="4264644" y="4018240"/>
              <a:ext cx="42812" cy="21067"/>
            </a:xfrm>
            <a:custGeom>
              <a:avLst/>
              <a:gdLst>
                <a:gd name="connsiteX0" fmla="*/ 42812 w 42812"/>
                <a:gd name="connsiteY0" fmla="*/ 12130 h 21067"/>
                <a:gd name="connsiteX1" fmla="*/ 42812 w 42812"/>
                <a:gd name="connsiteY1" fmla="*/ 2554 h 21067"/>
                <a:gd name="connsiteX2" fmla="*/ 40257 w 42812"/>
                <a:gd name="connsiteY2" fmla="*/ 0 h 21067"/>
                <a:gd name="connsiteX3" fmla="*/ 2556 w 42812"/>
                <a:gd name="connsiteY3" fmla="*/ 0 h 21067"/>
                <a:gd name="connsiteX4" fmla="*/ 0 w 42812"/>
                <a:gd name="connsiteY4" fmla="*/ 2554 h 21067"/>
                <a:gd name="connsiteX5" fmla="*/ 0 w 42812"/>
                <a:gd name="connsiteY5" fmla="*/ 12130 h 21067"/>
                <a:gd name="connsiteX6" fmla="*/ 8946 w 42812"/>
                <a:gd name="connsiteY6" fmla="*/ 21067 h 21067"/>
                <a:gd name="connsiteX7" fmla="*/ 34505 w 42812"/>
                <a:gd name="connsiteY7" fmla="*/ 21067 h 21067"/>
                <a:gd name="connsiteX8" fmla="*/ 42812 w 42812"/>
                <a:gd name="connsiteY8" fmla="*/ 12130 h 21067"/>
                <a:gd name="connsiteX9" fmla="*/ 28755 w 42812"/>
                <a:gd name="connsiteY9" fmla="*/ 16599 h 21067"/>
                <a:gd name="connsiteX10" fmla="*/ 12780 w 42812"/>
                <a:gd name="connsiteY10" fmla="*/ 16599 h 21067"/>
                <a:gd name="connsiteX11" fmla="*/ 6390 w 42812"/>
                <a:gd name="connsiteY11" fmla="*/ 10215 h 21067"/>
                <a:gd name="connsiteX12" fmla="*/ 12780 w 42812"/>
                <a:gd name="connsiteY12" fmla="*/ 3831 h 21067"/>
                <a:gd name="connsiteX13" fmla="*/ 28755 w 42812"/>
                <a:gd name="connsiteY13" fmla="*/ 3831 h 21067"/>
                <a:gd name="connsiteX14" fmla="*/ 35145 w 42812"/>
                <a:gd name="connsiteY14" fmla="*/ 10215 h 21067"/>
                <a:gd name="connsiteX15" fmla="*/ 28755 w 42812"/>
                <a:gd name="connsiteY15" fmla="*/ 16599 h 2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812" h="21067">
                  <a:moveTo>
                    <a:pt x="42812" y="12130"/>
                  </a:moveTo>
                  <a:lnTo>
                    <a:pt x="42812" y="2554"/>
                  </a:lnTo>
                  <a:cubicBezTo>
                    <a:pt x="42812" y="1277"/>
                    <a:pt x="41535" y="0"/>
                    <a:pt x="40257" y="0"/>
                  </a:cubicBezTo>
                  <a:lnTo>
                    <a:pt x="2556" y="0"/>
                  </a:lnTo>
                  <a:cubicBezTo>
                    <a:pt x="1278" y="0"/>
                    <a:pt x="0" y="1277"/>
                    <a:pt x="0" y="2554"/>
                  </a:cubicBezTo>
                  <a:lnTo>
                    <a:pt x="0" y="12130"/>
                  </a:lnTo>
                  <a:cubicBezTo>
                    <a:pt x="0" y="17237"/>
                    <a:pt x="3834" y="21067"/>
                    <a:pt x="8946" y="21067"/>
                  </a:cubicBezTo>
                  <a:lnTo>
                    <a:pt x="34505" y="21067"/>
                  </a:lnTo>
                  <a:cubicBezTo>
                    <a:pt x="38340" y="20429"/>
                    <a:pt x="42812" y="16599"/>
                    <a:pt x="42812" y="12130"/>
                  </a:cubicBezTo>
                  <a:close/>
                  <a:moveTo>
                    <a:pt x="28755" y="16599"/>
                  </a:moveTo>
                  <a:lnTo>
                    <a:pt x="12780" y="16599"/>
                  </a:lnTo>
                  <a:cubicBezTo>
                    <a:pt x="8946" y="16599"/>
                    <a:pt x="6390" y="14045"/>
                    <a:pt x="6390" y="10215"/>
                  </a:cubicBezTo>
                  <a:cubicBezTo>
                    <a:pt x="6390" y="6384"/>
                    <a:pt x="8946" y="3831"/>
                    <a:pt x="12780" y="3831"/>
                  </a:cubicBezTo>
                  <a:lnTo>
                    <a:pt x="28755" y="3831"/>
                  </a:lnTo>
                  <a:cubicBezTo>
                    <a:pt x="32589" y="3831"/>
                    <a:pt x="35145" y="6384"/>
                    <a:pt x="35145" y="10215"/>
                  </a:cubicBezTo>
                  <a:cubicBezTo>
                    <a:pt x="35145" y="14045"/>
                    <a:pt x="32589" y="16599"/>
                    <a:pt x="28755" y="16599"/>
                  </a:cubicBezTo>
                  <a:close/>
                </a:path>
              </a:pathLst>
            </a:custGeom>
            <a:solidFill>
              <a:srgbClr val="00A3E0"/>
            </a:solidFill>
            <a:ln w="6390" cap="flat">
              <a:noFill/>
              <a:prstDash val="solid"/>
              <a:miter/>
            </a:ln>
          </p:spPr>
          <p:txBody>
            <a:bodyPr rtlCol="0" anchor="ctr"/>
            <a:lstStyle/>
            <a:p>
              <a:endParaRPr lang="en-US"/>
            </a:p>
          </p:txBody>
        </p:sp>
        <p:sp>
          <p:nvSpPr>
            <p:cNvPr id="802" name="Graphic 4">
              <a:extLst>
                <a:ext uri="{FF2B5EF4-FFF2-40B4-BE49-F238E27FC236}">
                  <a16:creationId xmlns:a16="http://schemas.microsoft.com/office/drawing/2014/main" id="{DC25E460-4F41-6449-AF2B-B6237AF77E3F}"/>
                </a:ext>
              </a:extLst>
            </p:cNvPr>
            <p:cNvSpPr/>
            <p:nvPr/>
          </p:nvSpPr>
          <p:spPr>
            <a:xfrm>
              <a:off x="4246107" y="3919236"/>
              <a:ext cx="92535" cy="86875"/>
            </a:xfrm>
            <a:custGeom>
              <a:avLst/>
              <a:gdLst>
                <a:gd name="connsiteX0" fmla="*/ 90104 w 92535"/>
                <a:gd name="connsiteY0" fmla="*/ 33250 h 86875"/>
                <a:gd name="connsiteX1" fmla="*/ 86270 w 92535"/>
                <a:gd name="connsiteY1" fmla="*/ 33250 h 86875"/>
                <a:gd name="connsiteX2" fmla="*/ 86270 w 92535"/>
                <a:gd name="connsiteY2" fmla="*/ 33250 h 86875"/>
                <a:gd name="connsiteX3" fmla="*/ 81797 w 92535"/>
                <a:gd name="connsiteY3" fmla="*/ 48572 h 86875"/>
                <a:gd name="connsiteX4" fmla="*/ 73490 w 92535"/>
                <a:gd name="connsiteY4" fmla="*/ 52402 h 86875"/>
                <a:gd name="connsiteX5" fmla="*/ 69657 w 92535"/>
                <a:gd name="connsiteY5" fmla="*/ 44103 h 86875"/>
                <a:gd name="connsiteX6" fmla="*/ 73490 w 92535"/>
                <a:gd name="connsiteY6" fmla="*/ 30058 h 86875"/>
                <a:gd name="connsiteX7" fmla="*/ 73490 w 92535"/>
                <a:gd name="connsiteY7" fmla="*/ 28781 h 86875"/>
                <a:gd name="connsiteX8" fmla="*/ 72212 w 92535"/>
                <a:gd name="connsiteY8" fmla="*/ 6437 h 86875"/>
                <a:gd name="connsiteX9" fmla="*/ 24927 w 92535"/>
                <a:gd name="connsiteY9" fmla="*/ 2607 h 86875"/>
                <a:gd name="connsiteX10" fmla="*/ 5118 w 92535"/>
                <a:gd name="connsiteY10" fmla="*/ 14098 h 86875"/>
                <a:gd name="connsiteX11" fmla="*/ 14064 w 92535"/>
                <a:gd name="connsiteY11" fmla="*/ 86875 h 86875"/>
                <a:gd name="connsiteX12" fmla="*/ 19815 w 92535"/>
                <a:gd name="connsiteY12" fmla="*/ 85599 h 86875"/>
                <a:gd name="connsiteX13" fmla="*/ 57515 w 92535"/>
                <a:gd name="connsiteY13" fmla="*/ 85599 h 86875"/>
                <a:gd name="connsiteX14" fmla="*/ 63267 w 92535"/>
                <a:gd name="connsiteY14" fmla="*/ 86875 h 86875"/>
                <a:gd name="connsiteX15" fmla="*/ 92021 w 92535"/>
                <a:gd name="connsiteY15" fmla="*/ 41549 h 86875"/>
                <a:gd name="connsiteX16" fmla="*/ 90104 w 92535"/>
                <a:gd name="connsiteY16" fmla="*/ 33250 h 8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535" h="86875">
                  <a:moveTo>
                    <a:pt x="90104" y="33250"/>
                  </a:moveTo>
                  <a:cubicBezTo>
                    <a:pt x="88826" y="32612"/>
                    <a:pt x="86909" y="32612"/>
                    <a:pt x="86270" y="33250"/>
                  </a:cubicBezTo>
                  <a:cubicBezTo>
                    <a:pt x="86270" y="33250"/>
                    <a:pt x="86270" y="33250"/>
                    <a:pt x="86270" y="33250"/>
                  </a:cubicBezTo>
                  <a:cubicBezTo>
                    <a:pt x="84992" y="39634"/>
                    <a:pt x="83075" y="45380"/>
                    <a:pt x="81797" y="48572"/>
                  </a:cubicBezTo>
                  <a:cubicBezTo>
                    <a:pt x="80519" y="51764"/>
                    <a:pt x="76685" y="53679"/>
                    <a:pt x="73490" y="52402"/>
                  </a:cubicBezTo>
                  <a:cubicBezTo>
                    <a:pt x="70295" y="51125"/>
                    <a:pt x="68378" y="47295"/>
                    <a:pt x="69657" y="44103"/>
                  </a:cubicBezTo>
                  <a:cubicBezTo>
                    <a:pt x="71573" y="39634"/>
                    <a:pt x="72852" y="35165"/>
                    <a:pt x="73490" y="30058"/>
                  </a:cubicBezTo>
                  <a:cubicBezTo>
                    <a:pt x="73490" y="29420"/>
                    <a:pt x="73490" y="28781"/>
                    <a:pt x="73490" y="28781"/>
                  </a:cubicBezTo>
                  <a:cubicBezTo>
                    <a:pt x="75407" y="17928"/>
                    <a:pt x="74768" y="8352"/>
                    <a:pt x="72212" y="6437"/>
                  </a:cubicBezTo>
                  <a:cubicBezTo>
                    <a:pt x="60710" y="-585"/>
                    <a:pt x="42179" y="-1862"/>
                    <a:pt x="24927" y="2607"/>
                  </a:cubicBezTo>
                  <a:cubicBezTo>
                    <a:pt x="12786" y="5799"/>
                    <a:pt x="6396" y="10906"/>
                    <a:pt x="5118" y="14098"/>
                  </a:cubicBezTo>
                  <a:cubicBezTo>
                    <a:pt x="645" y="22397"/>
                    <a:pt x="-7023" y="46018"/>
                    <a:pt x="14064" y="86875"/>
                  </a:cubicBezTo>
                  <a:cubicBezTo>
                    <a:pt x="15981" y="86237"/>
                    <a:pt x="17898" y="85599"/>
                    <a:pt x="19815" y="85599"/>
                  </a:cubicBezTo>
                  <a:lnTo>
                    <a:pt x="57515" y="85599"/>
                  </a:lnTo>
                  <a:cubicBezTo>
                    <a:pt x="59432" y="85599"/>
                    <a:pt x="61989" y="86237"/>
                    <a:pt x="63267" y="86875"/>
                  </a:cubicBezTo>
                  <a:cubicBezTo>
                    <a:pt x="75407" y="79853"/>
                    <a:pt x="91382" y="60063"/>
                    <a:pt x="92021" y="41549"/>
                  </a:cubicBezTo>
                  <a:cubicBezTo>
                    <a:pt x="93299" y="37080"/>
                    <a:pt x="92021" y="33888"/>
                    <a:pt x="90104" y="33250"/>
                  </a:cubicBezTo>
                  <a:close/>
                </a:path>
              </a:pathLst>
            </a:custGeom>
            <a:solidFill>
              <a:srgbClr val="00A3E0"/>
            </a:solidFill>
            <a:ln w="6390" cap="flat">
              <a:noFill/>
              <a:prstDash val="solid"/>
              <a:miter/>
            </a:ln>
          </p:spPr>
          <p:txBody>
            <a:bodyPr rtlCol="0" anchor="ctr"/>
            <a:lstStyle/>
            <a:p>
              <a:endParaRPr lang="en-US"/>
            </a:p>
          </p:txBody>
        </p:sp>
      </p:grpSp>
      <p:grpSp>
        <p:nvGrpSpPr>
          <p:cNvPr id="803" name="Graphic 4">
            <a:extLst>
              <a:ext uri="{FF2B5EF4-FFF2-40B4-BE49-F238E27FC236}">
                <a16:creationId xmlns:a16="http://schemas.microsoft.com/office/drawing/2014/main" id="{C365AD43-0F0E-BC41-8316-8DF4B1DFF073}"/>
              </a:ext>
            </a:extLst>
          </p:cNvPr>
          <p:cNvGrpSpPr>
            <a:grpSpLocks noChangeAspect="1"/>
          </p:cNvGrpSpPr>
          <p:nvPr/>
        </p:nvGrpSpPr>
        <p:grpSpPr>
          <a:xfrm>
            <a:off x="6147119" y="918179"/>
            <a:ext cx="361670" cy="361333"/>
            <a:chOff x="6147119" y="918179"/>
            <a:chExt cx="361670" cy="361333"/>
          </a:xfrm>
          <a:solidFill>
            <a:srgbClr val="00A3E0"/>
          </a:solidFill>
        </p:grpSpPr>
        <p:sp>
          <p:nvSpPr>
            <p:cNvPr id="804" name="Graphic 4">
              <a:extLst>
                <a:ext uri="{FF2B5EF4-FFF2-40B4-BE49-F238E27FC236}">
                  <a16:creationId xmlns:a16="http://schemas.microsoft.com/office/drawing/2014/main" id="{5230CAA0-DD9D-DC4A-8118-25BE856ACDCB}"/>
                </a:ext>
              </a:extLst>
            </p:cNvPr>
            <p:cNvSpPr/>
            <p:nvPr/>
          </p:nvSpPr>
          <p:spPr>
            <a:xfrm>
              <a:off x="6337539" y="1092461"/>
              <a:ext cx="12779" cy="30643"/>
            </a:xfrm>
            <a:custGeom>
              <a:avLst/>
              <a:gdLst>
                <a:gd name="connsiteX0" fmla="*/ 6390 w 12779"/>
                <a:gd name="connsiteY0" fmla="*/ 0 h 30643"/>
                <a:gd name="connsiteX1" fmla="*/ 0 w 12779"/>
                <a:gd name="connsiteY1" fmla="*/ 15322 h 30643"/>
                <a:gd name="connsiteX2" fmla="*/ 6390 w 12779"/>
                <a:gd name="connsiteY2" fmla="*/ 30643 h 30643"/>
                <a:gd name="connsiteX3" fmla="*/ 12780 w 12779"/>
                <a:gd name="connsiteY3" fmla="*/ 15322 h 30643"/>
                <a:gd name="connsiteX4" fmla="*/ 6390 w 12779"/>
                <a:gd name="connsiteY4" fmla="*/ 0 h 3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9" h="30643">
                  <a:moveTo>
                    <a:pt x="6390" y="0"/>
                  </a:moveTo>
                  <a:cubicBezTo>
                    <a:pt x="4473" y="0"/>
                    <a:pt x="0" y="5107"/>
                    <a:pt x="0" y="15322"/>
                  </a:cubicBezTo>
                  <a:cubicBezTo>
                    <a:pt x="0" y="24897"/>
                    <a:pt x="4473" y="30643"/>
                    <a:pt x="6390" y="30643"/>
                  </a:cubicBezTo>
                  <a:cubicBezTo>
                    <a:pt x="8307" y="30643"/>
                    <a:pt x="12780" y="25536"/>
                    <a:pt x="12780" y="15322"/>
                  </a:cubicBezTo>
                  <a:cubicBezTo>
                    <a:pt x="12780" y="5107"/>
                    <a:pt x="8307" y="0"/>
                    <a:pt x="6390" y="0"/>
                  </a:cubicBezTo>
                  <a:close/>
                </a:path>
              </a:pathLst>
            </a:custGeom>
            <a:solidFill>
              <a:srgbClr val="00A3E0"/>
            </a:solidFill>
            <a:ln w="6390" cap="flat">
              <a:noFill/>
              <a:prstDash val="solid"/>
              <a:miter/>
            </a:ln>
          </p:spPr>
          <p:txBody>
            <a:bodyPr rtlCol="0" anchor="ctr"/>
            <a:lstStyle/>
            <a:p>
              <a:endParaRPr lang="en-US"/>
            </a:p>
          </p:txBody>
        </p:sp>
        <p:sp>
          <p:nvSpPr>
            <p:cNvPr id="805" name="Graphic 4">
              <a:extLst>
                <a:ext uri="{FF2B5EF4-FFF2-40B4-BE49-F238E27FC236}">
                  <a16:creationId xmlns:a16="http://schemas.microsoft.com/office/drawing/2014/main" id="{D5C60FAA-A83A-DB44-AC8F-2E0F909DCE01}"/>
                </a:ext>
              </a:extLst>
            </p:cNvPr>
            <p:cNvSpPr/>
            <p:nvPr/>
          </p:nvSpPr>
          <p:spPr>
            <a:xfrm>
              <a:off x="6301116" y="1019684"/>
              <a:ext cx="54314" cy="21067"/>
            </a:xfrm>
            <a:custGeom>
              <a:avLst/>
              <a:gdLst>
                <a:gd name="connsiteX0" fmla="*/ 26838 w 54314"/>
                <a:gd name="connsiteY0" fmla="*/ 21067 h 21067"/>
                <a:gd name="connsiteX1" fmla="*/ 54314 w 54314"/>
                <a:gd name="connsiteY1" fmla="*/ 0 h 21067"/>
                <a:gd name="connsiteX2" fmla="*/ 26838 w 54314"/>
                <a:gd name="connsiteY2" fmla="*/ 2554 h 21067"/>
                <a:gd name="connsiteX3" fmla="*/ 0 w 54314"/>
                <a:gd name="connsiteY3" fmla="*/ 0 h 21067"/>
                <a:gd name="connsiteX4" fmla="*/ 26838 w 54314"/>
                <a:gd name="connsiteY4" fmla="*/ 21067 h 21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314" h="21067">
                  <a:moveTo>
                    <a:pt x="26838" y="21067"/>
                  </a:moveTo>
                  <a:cubicBezTo>
                    <a:pt x="37701" y="21067"/>
                    <a:pt x="47925" y="10853"/>
                    <a:pt x="54314" y="0"/>
                  </a:cubicBezTo>
                  <a:cubicBezTo>
                    <a:pt x="46008" y="1915"/>
                    <a:pt x="35784" y="2554"/>
                    <a:pt x="26838" y="2554"/>
                  </a:cubicBezTo>
                  <a:cubicBezTo>
                    <a:pt x="17892" y="2554"/>
                    <a:pt x="8307" y="1915"/>
                    <a:pt x="0" y="0"/>
                  </a:cubicBezTo>
                  <a:cubicBezTo>
                    <a:pt x="5751" y="10853"/>
                    <a:pt x="15975" y="21067"/>
                    <a:pt x="26838" y="21067"/>
                  </a:cubicBezTo>
                  <a:close/>
                </a:path>
              </a:pathLst>
            </a:custGeom>
            <a:solidFill>
              <a:srgbClr val="00A3E0"/>
            </a:solidFill>
            <a:ln w="6390" cap="flat">
              <a:noFill/>
              <a:prstDash val="solid"/>
              <a:miter/>
            </a:ln>
          </p:spPr>
          <p:txBody>
            <a:bodyPr rtlCol="0" anchor="ctr"/>
            <a:lstStyle/>
            <a:p>
              <a:endParaRPr lang="en-US"/>
            </a:p>
          </p:txBody>
        </p:sp>
        <p:sp>
          <p:nvSpPr>
            <p:cNvPr id="806" name="Graphic 4">
              <a:extLst>
                <a:ext uri="{FF2B5EF4-FFF2-40B4-BE49-F238E27FC236}">
                  <a16:creationId xmlns:a16="http://schemas.microsoft.com/office/drawing/2014/main" id="{4A325DB3-FE8A-A549-A7DE-931EB43C2F29}"/>
                </a:ext>
              </a:extLst>
            </p:cNvPr>
            <p:cNvSpPr/>
            <p:nvPr/>
          </p:nvSpPr>
          <p:spPr>
            <a:xfrm>
              <a:off x="6225715" y="1018407"/>
              <a:ext cx="47924" cy="74054"/>
            </a:xfrm>
            <a:custGeom>
              <a:avLst/>
              <a:gdLst>
                <a:gd name="connsiteX0" fmla="*/ 47925 w 47924"/>
                <a:gd name="connsiteY0" fmla="*/ 28728 h 74054"/>
                <a:gd name="connsiteX1" fmla="*/ 44730 w 47924"/>
                <a:gd name="connsiteY1" fmla="*/ 0 h 74054"/>
                <a:gd name="connsiteX2" fmla="*/ 0 w 47924"/>
                <a:gd name="connsiteY2" fmla="*/ 44688 h 74054"/>
                <a:gd name="connsiteX3" fmla="*/ 23643 w 47924"/>
                <a:gd name="connsiteY3" fmla="*/ 74054 h 74054"/>
                <a:gd name="connsiteX4" fmla="*/ 41535 w 47924"/>
                <a:gd name="connsiteY4" fmla="*/ 56179 h 74054"/>
                <a:gd name="connsiteX5" fmla="*/ 47925 w 47924"/>
                <a:gd name="connsiteY5" fmla="*/ 28728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924" h="74054">
                  <a:moveTo>
                    <a:pt x="47925" y="28728"/>
                  </a:moveTo>
                  <a:cubicBezTo>
                    <a:pt x="47925" y="15960"/>
                    <a:pt x="46008" y="5746"/>
                    <a:pt x="44730" y="0"/>
                  </a:cubicBezTo>
                  <a:lnTo>
                    <a:pt x="0" y="44688"/>
                  </a:lnTo>
                  <a:lnTo>
                    <a:pt x="23643" y="74054"/>
                  </a:lnTo>
                  <a:lnTo>
                    <a:pt x="41535" y="56179"/>
                  </a:lnTo>
                  <a:cubicBezTo>
                    <a:pt x="44091" y="52349"/>
                    <a:pt x="47925" y="46603"/>
                    <a:pt x="47925" y="28728"/>
                  </a:cubicBezTo>
                  <a:close/>
                </a:path>
              </a:pathLst>
            </a:custGeom>
            <a:solidFill>
              <a:srgbClr val="00A3E0"/>
            </a:solidFill>
            <a:ln w="6390" cap="flat">
              <a:noFill/>
              <a:prstDash val="solid"/>
              <a:miter/>
            </a:ln>
          </p:spPr>
          <p:txBody>
            <a:bodyPr rtlCol="0" anchor="ctr"/>
            <a:lstStyle/>
            <a:p>
              <a:endParaRPr lang="en-US"/>
            </a:p>
          </p:txBody>
        </p:sp>
        <p:sp>
          <p:nvSpPr>
            <p:cNvPr id="807" name="Graphic 4">
              <a:extLst>
                <a:ext uri="{FF2B5EF4-FFF2-40B4-BE49-F238E27FC236}">
                  <a16:creationId xmlns:a16="http://schemas.microsoft.com/office/drawing/2014/main" id="{31A54BB8-AABD-2549-B8B5-8F1B39F3F6E0}"/>
                </a:ext>
              </a:extLst>
            </p:cNvPr>
            <p:cNvSpPr/>
            <p:nvPr/>
          </p:nvSpPr>
          <p:spPr>
            <a:xfrm>
              <a:off x="6277474" y="1014577"/>
              <a:ext cx="99682" cy="169175"/>
            </a:xfrm>
            <a:custGeom>
              <a:avLst/>
              <a:gdLst>
                <a:gd name="connsiteX0" fmla="*/ 92015 w 99682"/>
                <a:gd name="connsiteY0" fmla="*/ 32558 h 169175"/>
                <a:gd name="connsiteX1" fmla="*/ 95849 w 99682"/>
                <a:gd name="connsiteY1" fmla="*/ 0 h 169175"/>
                <a:gd name="connsiteX2" fmla="*/ 93932 w 99682"/>
                <a:gd name="connsiteY2" fmla="*/ 0 h 169175"/>
                <a:gd name="connsiteX3" fmla="*/ 49841 w 99682"/>
                <a:gd name="connsiteY3" fmla="*/ 38942 h 169175"/>
                <a:gd name="connsiteX4" fmla="*/ 5751 w 99682"/>
                <a:gd name="connsiteY4" fmla="*/ 0 h 169175"/>
                <a:gd name="connsiteX5" fmla="*/ 4473 w 99682"/>
                <a:gd name="connsiteY5" fmla="*/ 0 h 169175"/>
                <a:gd name="connsiteX6" fmla="*/ 8307 w 99682"/>
                <a:gd name="connsiteY6" fmla="*/ 32558 h 169175"/>
                <a:gd name="connsiteX7" fmla="*/ 0 w 99682"/>
                <a:gd name="connsiteY7" fmla="*/ 66393 h 169175"/>
                <a:gd name="connsiteX8" fmla="*/ 0 w 99682"/>
                <a:gd name="connsiteY8" fmla="*/ 169176 h 169175"/>
                <a:gd name="connsiteX9" fmla="*/ 99683 w 99682"/>
                <a:gd name="connsiteY9" fmla="*/ 169176 h 169175"/>
                <a:gd name="connsiteX10" fmla="*/ 99683 w 99682"/>
                <a:gd name="connsiteY10" fmla="*/ 66393 h 169175"/>
                <a:gd name="connsiteX11" fmla="*/ 92015 w 99682"/>
                <a:gd name="connsiteY11" fmla="*/ 32558 h 169175"/>
                <a:gd name="connsiteX12" fmla="*/ 30032 w 99682"/>
                <a:gd name="connsiteY12" fmla="*/ 121296 h 169175"/>
                <a:gd name="connsiteX13" fmla="*/ 30032 w 99682"/>
                <a:gd name="connsiteY13" fmla="*/ 121296 h 169175"/>
                <a:gd name="connsiteX14" fmla="*/ 23642 w 99682"/>
                <a:gd name="connsiteY14" fmla="*/ 114912 h 169175"/>
                <a:gd name="connsiteX15" fmla="*/ 21726 w 99682"/>
                <a:gd name="connsiteY15" fmla="*/ 71501 h 169175"/>
                <a:gd name="connsiteX16" fmla="*/ 28115 w 99682"/>
                <a:gd name="connsiteY16" fmla="*/ 65117 h 169175"/>
                <a:gd name="connsiteX17" fmla="*/ 34505 w 99682"/>
                <a:gd name="connsiteY17" fmla="*/ 71501 h 169175"/>
                <a:gd name="connsiteX18" fmla="*/ 36422 w 99682"/>
                <a:gd name="connsiteY18" fmla="*/ 114912 h 169175"/>
                <a:gd name="connsiteX19" fmla="*/ 30032 w 99682"/>
                <a:gd name="connsiteY19" fmla="*/ 121296 h 169175"/>
                <a:gd name="connsiteX20" fmla="*/ 66455 w 99682"/>
                <a:gd name="connsiteY20" fmla="*/ 121296 h 169175"/>
                <a:gd name="connsiteX21" fmla="*/ 47285 w 99682"/>
                <a:gd name="connsiteY21" fmla="*/ 93206 h 169175"/>
                <a:gd name="connsiteX22" fmla="*/ 66455 w 99682"/>
                <a:gd name="connsiteY22" fmla="*/ 65117 h 169175"/>
                <a:gd name="connsiteX23" fmla="*/ 85625 w 99682"/>
                <a:gd name="connsiteY23" fmla="*/ 93206 h 169175"/>
                <a:gd name="connsiteX24" fmla="*/ 66455 w 99682"/>
                <a:gd name="connsiteY24" fmla="*/ 121296 h 16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9682" h="169175">
                  <a:moveTo>
                    <a:pt x="92015" y="32558"/>
                  </a:moveTo>
                  <a:cubicBezTo>
                    <a:pt x="92015" y="21706"/>
                    <a:pt x="93293" y="8938"/>
                    <a:pt x="95849" y="0"/>
                  </a:cubicBezTo>
                  <a:lnTo>
                    <a:pt x="93932" y="0"/>
                  </a:lnTo>
                  <a:cubicBezTo>
                    <a:pt x="87542" y="17875"/>
                    <a:pt x="70928" y="38942"/>
                    <a:pt x="49841" y="38942"/>
                  </a:cubicBezTo>
                  <a:cubicBezTo>
                    <a:pt x="29394" y="38942"/>
                    <a:pt x="12780" y="17237"/>
                    <a:pt x="5751" y="0"/>
                  </a:cubicBezTo>
                  <a:lnTo>
                    <a:pt x="4473" y="0"/>
                  </a:lnTo>
                  <a:cubicBezTo>
                    <a:pt x="7668" y="9576"/>
                    <a:pt x="8307" y="21706"/>
                    <a:pt x="8307" y="32558"/>
                  </a:cubicBezTo>
                  <a:cubicBezTo>
                    <a:pt x="8307" y="48518"/>
                    <a:pt x="5751" y="58733"/>
                    <a:pt x="0" y="66393"/>
                  </a:cubicBezTo>
                  <a:lnTo>
                    <a:pt x="0" y="169176"/>
                  </a:lnTo>
                  <a:lnTo>
                    <a:pt x="99683" y="169176"/>
                  </a:lnTo>
                  <a:lnTo>
                    <a:pt x="99683" y="66393"/>
                  </a:lnTo>
                  <a:cubicBezTo>
                    <a:pt x="94571" y="58733"/>
                    <a:pt x="92015" y="48518"/>
                    <a:pt x="92015" y="32558"/>
                  </a:cubicBezTo>
                  <a:close/>
                  <a:moveTo>
                    <a:pt x="30032" y="121296"/>
                  </a:moveTo>
                  <a:cubicBezTo>
                    <a:pt x="30032" y="121296"/>
                    <a:pt x="30032" y="121296"/>
                    <a:pt x="30032" y="121296"/>
                  </a:cubicBezTo>
                  <a:cubicBezTo>
                    <a:pt x="26199" y="121296"/>
                    <a:pt x="23642" y="118742"/>
                    <a:pt x="23642" y="114912"/>
                  </a:cubicBezTo>
                  <a:lnTo>
                    <a:pt x="21726" y="71501"/>
                  </a:lnTo>
                  <a:cubicBezTo>
                    <a:pt x="21726" y="67670"/>
                    <a:pt x="24282" y="65117"/>
                    <a:pt x="28115" y="65117"/>
                  </a:cubicBezTo>
                  <a:cubicBezTo>
                    <a:pt x="31310" y="64478"/>
                    <a:pt x="34505" y="67670"/>
                    <a:pt x="34505" y="71501"/>
                  </a:cubicBezTo>
                  <a:lnTo>
                    <a:pt x="36422" y="114912"/>
                  </a:lnTo>
                  <a:cubicBezTo>
                    <a:pt x="36422" y="118104"/>
                    <a:pt x="33867" y="120657"/>
                    <a:pt x="30032" y="121296"/>
                  </a:cubicBezTo>
                  <a:close/>
                  <a:moveTo>
                    <a:pt x="66455" y="121296"/>
                  </a:moveTo>
                  <a:cubicBezTo>
                    <a:pt x="55592" y="121296"/>
                    <a:pt x="47285" y="109166"/>
                    <a:pt x="47285" y="93206"/>
                  </a:cubicBezTo>
                  <a:cubicBezTo>
                    <a:pt x="47285" y="77246"/>
                    <a:pt x="55592" y="65117"/>
                    <a:pt x="66455" y="65117"/>
                  </a:cubicBezTo>
                  <a:cubicBezTo>
                    <a:pt x="77318" y="65117"/>
                    <a:pt x="85625" y="77246"/>
                    <a:pt x="85625" y="93206"/>
                  </a:cubicBezTo>
                  <a:cubicBezTo>
                    <a:pt x="85625" y="109166"/>
                    <a:pt x="77318" y="121296"/>
                    <a:pt x="66455" y="121296"/>
                  </a:cubicBezTo>
                  <a:close/>
                </a:path>
              </a:pathLst>
            </a:custGeom>
            <a:solidFill>
              <a:srgbClr val="00A3E0"/>
            </a:solidFill>
            <a:ln w="6390" cap="flat">
              <a:noFill/>
              <a:prstDash val="solid"/>
              <a:miter/>
            </a:ln>
          </p:spPr>
          <p:txBody>
            <a:bodyPr rtlCol="0" anchor="ctr"/>
            <a:lstStyle/>
            <a:p>
              <a:endParaRPr lang="en-US"/>
            </a:p>
          </p:txBody>
        </p:sp>
        <p:sp>
          <p:nvSpPr>
            <p:cNvPr id="808" name="Graphic 4">
              <a:extLst>
                <a:ext uri="{FF2B5EF4-FFF2-40B4-BE49-F238E27FC236}">
                  <a16:creationId xmlns:a16="http://schemas.microsoft.com/office/drawing/2014/main" id="{36DB3AAE-30FA-3F47-96C4-E742369076CD}"/>
                </a:ext>
              </a:extLst>
            </p:cNvPr>
            <p:cNvSpPr/>
            <p:nvPr/>
          </p:nvSpPr>
          <p:spPr>
            <a:xfrm>
              <a:off x="6382269" y="1019046"/>
              <a:ext cx="47924" cy="73415"/>
            </a:xfrm>
            <a:custGeom>
              <a:avLst/>
              <a:gdLst>
                <a:gd name="connsiteX0" fmla="*/ 0 w 47924"/>
                <a:gd name="connsiteY0" fmla="*/ 28089 h 73415"/>
                <a:gd name="connsiteX1" fmla="*/ 6390 w 47924"/>
                <a:gd name="connsiteY1" fmla="*/ 55541 h 73415"/>
                <a:gd name="connsiteX2" fmla="*/ 24282 w 47924"/>
                <a:gd name="connsiteY2" fmla="*/ 73416 h 73415"/>
                <a:gd name="connsiteX3" fmla="*/ 47925 w 47924"/>
                <a:gd name="connsiteY3" fmla="*/ 44049 h 73415"/>
                <a:gd name="connsiteX4" fmla="*/ 3834 w 47924"/>
                <a:gd name="connsiteY4" fmla="*/ 0 h 73415"/>
                <a:gd name="connsiteX5" fmla="*/ 0 w 47924"/>
                <a:gd name="connsiteY5" fmla="*/ 28089 h 7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924" h="73415">
                  <a:moveTo>
                    <a:pt x="0" y="28089"/>
                  </a:moveTo>
                  <a:cubicBezTo>
                    <a:pt x="0" y="46603"/>
                    <a:pt x="3195" y="52349"/>
                    <a:pt x="6390" y="55541"/>
                  </a:cubicBezTo>
                  <a:lnTo>
                    <a:pt x="24282" y="73416"/>
                  </a:lnTo>
                  <a:lnTo>
                    <a:pt x="47925" y="44049"/>
                  </a:lnTo>
                  <a:lnTo>
                    <a:pt x="3834" y="0"/>
                  </a:lnTo>
                  <a:cubicBezTo>
                    <a:pt x="1278" y="5746"/>
                    <a:pt x="0" y="15322"/>
                    <a:pt x="0" y="28089"/>
                  </a:cubicBezTo>
                  <a:close/>
                </a:path>
              </a:pathLst>
            </a:custGeom>
            <a:solidFill>
              <a:srgbClr val="00A3E0"/>
            </a:solidFill>
            <a:ln w="6390" cap="flat">
              <a:noFill/>
              <a:prstDash val="solid"/>
              <a:miter/>
            </a:ln>
          </p:spPr>
          <p:txBody>
            <a:bodyPr rtlCol="0" anchor="ctr"/>
            <a:lstStyle/>
            <a:p>
              <a:endParaRPr lang="en-US"/>
            </a:p>
          </p:txBody>
        </p:sp>
        <p:sp>
          <p:nvSpPr>
            <p:cNvPr id="809" name="Graphic 4">
              <a:extLst>
                <a:ext uri="{FF2B5EF4-FFF2-40B4-BE49-F238E27FC236}">
                  <a16:creationId xmlns:a16="http://schemas.microsoft.com/office/drawing/2014/main" id="{C5C11E7F-DDCA-9B40-9089-3ACFAD8FC6B9}"/>
                </a:ext>
              </a:extLst>
            </p:cNvPr>
            <p:cNvSpPr/>
            <p:nvPr/>
          </p:nvSpPr>
          <p:spPr>
            <a:xfrm>
              <a:off x="6147119"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95854 w 361670"/>
                <a:gd name="connsiteY5" fmla="*/ 148108 h 361333"/>
                <a:gd name="connsiteX6" fmla="*/ 264544 w 361670"/>
                <a:gd name="connsiteY6" fmla="*/ 187689 h 361333"/>
                <a:gd name="connsiteX7" fmla="*/ 260071 w 361670"/>
                <a:gd name="connsiteY7" fmla="*/ 190243 h 361333"/>
                <a:gd name="connsiteX8" fmla="*/ 254959 w 361670"/>
                <a:gd name="connsiteY8" fmla="*/ 188327 h 361333"/>
                <a:gd name="connsiteX9" fmla="*/ 242818 w 361670"/>
                <a:gd name="connsiteY9" fmla="*/ 176198 h 361333"/>
                <a:gd name="connsiteX10" fmla="*/ 242818 w 361670"/>
                <a:gd name="connsiteY10" fmla="*/ 272596 h 361333"/>
                <a:gd name="connsiteX11" fmla="*/ 236428 w 361670"/>
                <a:gd name="connsiteY11" fmla="*/ 278980 h 361333"/>
                <a:gd name="connsiteX12" fmla="*/ 124604 w 361670"/>
                <a:gd name="connsiteY12" fmla="*/ 278980 h 361333"/>
                <a:gd name="connsiteX13" fmla="*/ 118214 w 361670"/>
                <a:gd name="connsiteY13" fmla="*/ 272596 h 361333"/>
                <a:gd name="connsiteX14" fmla="*/ 118214 w 361670"/>
                <a:gd name="connsiteY14" fmla="*/ 176198 h 361333"/>
                <a:gd name="connsiteX15" fmla="*/ 106073 w 361670"/>
                <a:gd name="connsiteY15" fmla="*/ 188327 h 361333"/>
                <a:gd name="connsiteX16" fmla="*/ 100961 w 361670"/>
                <a:gd name="connsiteY16" fmla="*/ 190243 h 361333"/>
                <a:gd name="connsiteX17" fmla="*/ 96488 w 361670"/>
                <a:gd name="connsiteY17" fmla="*/ 187689 h 361333"/>
                <a:gd name="connsiteX18" fmla="*/ 65177 w 361670"/>
                <a:gd name="connsiteY18" fmla="*/ 148108 h 361333"/>
                <a:gd name="connsiteX19" fmla="*/ 65816 w 361670"/>
                <a:gd name="connsiteY19" fmla="*/ 139809 h 361333"/>
                <a:gd name="connsiteX20" fmla="*/ 120131 w 361670"/>
                <a:gd name="connsiteY20" fmla="*/ 84907 h 361333"/>
                <a:gd name="connsiteX21" fmla="*/ 124604 w 361670"/>
                <a:gd name="connsiteY21" fmla="*/ 82992 h 361333"/>
                <a:gd name="connsiteX22" fmla="*/ 141217 w 361670"/>
                <a:gd name="connsiteY22" fmla="*/ 82992 h 361333"/>
                <a:gd name="connsiteX23" fmla="*/ 145690 w 361670"/>
                <a:gd name="connsiteY23" fmla="*/ 84907 h 361333"/>
                <a:gd name="connsiteX24" fmla="*/ 180196 w 361670"/>
                <a:gd name="connsiteY24" fmla="*/ 90653 h 361333"/>
                <a:gd name="connsiteX25" fmla="*/ 215341 w 361670"/>
                <a:gd name="connsiteY25" fmla="*/ 84269 h 361333"/>
                <a:gd name="connsiteX26" fmla="*/ 215980 w 361670"/>
                <a:gd name="connsiteY26" fmla="*/ 83630 h 361333"/>
                <a:gd name="connsiteX27" fmla="*/ 215980 w 361670"/>
                <a:gd name="connsiteY27" fmla="*/ 83630 h 361333"/>
                <a:gd name="connsiteX28" fmla="*/ 217897 w 361670"/>
                <a:gd name="connsiteY28" fmla="*/ 82992 h 361333"/>
                <a:gd name="connsiteX29" fmla="*/ 219814 w 361670"/>
                <a:gd name="connsiteY29" fmla="*/ 82353 h 361333"/>
                <a:gd name="connsiteX30" fmla="*/ 236428 w 361670"/>
                <a:gd name="connsiteY30" fmla="*/ 82353 h 361333"/>
                <a:gd name="connsiteX31" fmla="*/ 237706 w 361670"/>
                <a:gd name="connsiteY31" fmla="*/ 82353 h 361333"/>
                <a:gd name="connsiteX32" fmla="*/ 238984 w 361670"/>
                <a:gd name="connsiteY32" fmla="*/ 82353 h 361333"/>
                <a:gd name="connsiteX33" fmla="*/ 240261 w 361670"/>
                <a:gd name="connsiteY33" fmla="*/ 82992 h 361333"/>
                <a:gd name="connsiteX34" fmla="*/ 241540 w 361670"/>
                <a:gd name="connsiteY34" fmla="*/ 83630 h 361333"/>
                <a:gd name="connsiteX35" fmla="*/ 241540 w 361670"/>
                <a:gd name="connsiteY35" fmla="*/ 83630 h 361333"/>
                <a:gd name="connsiteX36" fmla="*/ 241540 w 361670"/>
                <a:gd name="connsiteY36" fmla="*/ 83630 h 361333"/>
                <a:gd name="connsiteX37" fmla="*/ 295854 w 361670"/>
                <a:gd name="connsiteY37" fmla="*/ 138532 h 361333"/>
                <a:gd name="connsiteX38" fmla="*/ 295854 w 361670"/>
                <a:gd name="connsiteY38" fmla="*/ 14810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295854" y="148108"/>
                  </a:moveTo>
                  <a:lnTo>
                    <a:pt x="264544" y="187689"/>
                  </a:lnTo>
                  <a:cubicBezTo>
                    <a:pt x="263266" y="188966"/>
                    <a:pt x="261987" y="190243"/>
                    <a:pt x="260071" y="190243"/>
                  </a:cubicBezTo>
                  <a:cubicBezTo>
                    <a:pt x="258154" y="190243"/>
                    <a:pt x="256236" y="189604"/>
                    <a:pt x="254959" y="188327"/>
                  </a:cubicBezTo>
                  <a:lnTo>
                    <a:pt x="242818" y="176198"/>
                  </a:lnTo>
                  <a:lnTo>
                    <a:pt x="242818" y="272596"/>
                  </a:lnTo>
                  <a:cubicBezTo>
                    <a:pt x="242818" y="276426"/>
                    <a:pt x="240261" y="278980"/>
                    <a:pt x="236428" y="278980"/>
                  </a:cubicBezTo>
                  <a:lnTo>
                    <a:pt x="124604" y="278980"/>
                  </a:lnTo>
                  <a:cubicBezTo>
                    <a:pt x="120770" y="278980"/>
                    <a:pt x="118214" y="276426"/>
                    <a:pt x="118214" y="272596"/>
                  </a:cubicBezTo>
                  <a:lnTo>
                    <a:pt x="118214" y="176198"/>
                  </a:lnTo>
                  <a:lnTo>
                    <a:pt x="106073" y="188327"/>
                  </a:lnTo>
                  <a:cubicBezTo>
                    <a:pt x="104795" y="189604"/>
                    <a:pt x="102878" y="190243"/>
                    <a:pt x="100961" y="190243"/>
                  </a:cubicBezTo>
                  <a:cubicBezTo>
                    <a:pt x="99044" y="190243"/>
                    <a:pt x="97766" y="188966"/>
                    <a:pt x="96488" y="187689"/>
                  </a:cubicBezTo>
                  <a:lnTo>
                    <a:pt x="65177" y="148108"/>
                  </a:lnTo>
                  <a:cubicBezTo>
                    <a:pt x="63261" y="145555"/>
                    <a:pt x="63261" y="141724"/>
                    <a:pt x="65816" y="139809"/>
                  </a:cubicBezTo>
                  <a:lnTo>
                    <a:pt x="120131" y="84907"/>
                  </a:lnTo>
                  <a:cubicBezTo>
                    <a:pt x="121409" y="83630"/>
                    <a:pt x="122687" y="82992"/>
                    <a:pt x="124604" y="82992"/>
                  </a:cubicBezTo>
                  <a:lnTo>
                    <a:pt x="141217" y="82992"/>
                  </a:lnTo>
                  <a:cubicBezTo>
                    <a:pt x="143135" y="82992"/>
                    <a:pt x="144412" y="83630"/>
                    <a:pt x="145690" y="84907"/>
                  </a:cubicBezTo>
                  <a:cubicBezTo>
                    <a:pt x="148885" y="87461"/>
                    <a:pt x="161665" y="90653"/>
                    <a:pt x="180196" y="90653"/>
                  </a:cubicBezTo>
                  <a:cubicBezTo>
                    <a:pt x="199366" y="90653"/>
                    <a:pt x="212146" y="86822"/>
                    <a:pt x="215341" y="84269"/>
                  </a:cubicBezTo>
                  <a:cubicBezTo>
                    <a:pt x="215341" y="84269"/>
                    <a:pt x="215980" y="84269"/>
                    <a:pt x="215980" y="83630"/>
                  </a:cubicBezTo>
                  <a:cubicBezTo>
                    <a:pt x="215980" y="83630"/>
                    <a:pt x="215980" y="83630"/>
                    <a:pt x="215980" y="83630"/>
                  </a:cubicBezTo>
                  <a:cubicBezTo>
                    <a:pt x="216619" y="82992"/>
                    <a:pt x="217258" y="82992"/>
                    <a:pt x="217897" y="82992"/>
                  </a:cubicBezTo>
                  <a:cubicBezTo>
                    <a:pt x="218536" y="82992"/>
                    <a:pt x="219175" y="82353"/>
                    <a:pt x="219814" y="82353"/>
                  </a:cubicBezTo>
                  <a:lnTo>
                    <a:pt x="236428" y="82353"/>
                  </a:lnTo>
                  <a:cubicBezTo>
                    <a:pt x="237067" y="82353"/>
                    <a:pt x="237067" y="82353"/>
                    <a:pt x="237706" y="82353"/>
                  </a:cubicBezTo>
                  <a:cubicBezTo>
                    <a:pt x="238345" y="82353"/>
                    <a:pt x="238345" y="82353"/>
                    <a:pt x="238984" y="82353"/>
                  </a:cubicBezTo>
                  <a:cubicBezTo>
                    <a:pt x="239623" y="82353"/>
                    <a:pt x="239623" y="82992"/>
                    <a:pt x="240261" y="82992"/>
                  </a:cubicBezTo>
                  <a:cubicBezTo>
                    <a:pt x="240901" y="82992"/>
                    <a:pt x="240901" y="83630"/>
                    <a:pt x="241540" y="83630"/>
                  </a:cubicBezTo>
                  <a:cubicBezTo>
                    <a:pt x="241540" y="83630"/>
                    <a:pt x="241540" y="83630"/>
                    <a:pt x="241540" y="83630"/>
                  </a:cubicBezTo>
                  <a:cubicBezTo>
                    <a:pt x="241540" y="83630"/>
                    <a:pt x="241540" y="83630"/>
                    <a:pt x="241540" y="83630"/>
                  </a:cubicBezTo>
                  <a:lnTo>
                    <a:pt x="295854" y="138532"/>
                  </a:lnTo>
                  <a:cubicBezTo>
                    <a:pt x="297771" y="141724"/>
                    <a:pt x="298410" y="145555"/>
                    <a:pt x="295854" y="148108"/>
                  </a:cubicBezTo>
                  <a:close/>
                </a:path>
              </a:pathLst>
            </a:custGeom>
            <a:solidFill>
              <a:srgbClr val="00A3E0"/>
            </a:solidFill>
            <a:ln w="6390" cap="flat">
              <a:noFill/>
              <a:prstDash val="solid"/>
              <a:miter/>
            </a:ln>
          </p:spPr>
          <p:txBody>
            <a:bodyPr rtlCol="0" anchor="ctr"/>
            <a:lstStyle/>
            <a:p>
              <a:endParaRPr lang="en-US"/>
            </a:p>
          </p:txBody>
        </p:sp>
      </p:grpSp>
      <p:grpSp>
        <p:nvGrpSpPr>
          <p:cNvPr id="810" name="Graphic 4">
            <a:extLst>
              <a:ext uri="{FF2B5EF4-FFF2-40B4-BE49-F238E27FC236}">
                <a16:creationId xmlns:a16="http://schemas.microsoft.com/office/drawing/2014/main" id="{DEF2DFF4-D878-DE4F-8A2B-B6C4BAE98253}"/>
              </a:ext>
            </a:extLst>
          </p:cNvPr>
          <p:cNvGrpSpPr>
            <a:grpSpLocks noChangeAspect="1"/>
          </p:cNvGrpSpPr>
          <p:nvPr/>
        </p:nvGrpSpPr>
        <p:grpSpPr>
          <a:xfrm>
            <a:off x="5099808" y="3824168"/>
            <a:ext cx="361670" cy="361333"/>
            <a:chOff x="5099808" y="3824168"/>
            <a:chExt cx="361670" cy="361333"/>
          </a:xfrm>
          <a:solidFill>
            <a:srgbClr val="00A3E0"/>
          </a:solidFill>
        </p:grpSpPr>
        <p:sp>
          <p:nvSpPr>
            <p:cNvPr id="811" name="Graphic 4">
              <a:extLst>
                <a:ext uri="{FF2B5EF4-FFF2-40B4-BE49-F238E27FC236}">
                  <a16:creationId xmlns:a16="http://schemas.microsoft.com/office/drawing/2014/main" id="{7F9153A0-D137-0748-A67E-A13A6F364734}"/>
                </a:ext>
              </a:extLst>
            </p:cNvPr>
            <p:cNvSpPr/>
            <p:nvPr/>
          </p:nvSpPr>
          <p:spPr>
            <a:xfrm>
              <a:off x="5294062" y="3930780"/>
              <a:ext cx="79235" cy="47879"/>
            </a:xfrm>
            <a:custGeom>
              <a:avLst/>
              <a:gdLst>
                <a:gd name="connsiteX0" fmla="*/ 79235 w 79235"/>
                <a:gd name="connsiteY0" fmla="*/ 27451 h 47879"/>
                <a:gd name="connsiteX1" fmla="*/ 40257 w 79235"/>
                <a:gd name="connsiteY1" fmla="*/ 1277 h 47879"/>
                <a:gd name="connsiteX2" fmla="*/ 35145 w 79235"/>
                <a:gd name="connsiteY2" fmla="*/ 0 h 47879"/>
                <a:gd name="connsiteX3" fmla="*/ 36423 w 79235"/>
                <a:gd name="connsiteY3" fmla="*/ 3192 h 47879"/>
                <a:gd name="connsiteX4" fmla="*/ 35145 w 79235"/>
                <a:gd name="connsiteY4" fmla="*/ 12130 h 47879"/>
                <a:gd name="connsiteX5" fmla="*/ 31311 w 79235"/>
                <a:gd name="connsiteY5" fmla="*/ 13407 h 47879"/>
                <a:gd name="connsiteX6" fmla="*/ 26199 w 79235"/>
                <a:gd name="connsiteY6" fmla="*/ 10853 h 47879"/>
                <a:gd name="connsiteX7" fmla="*/ 23004 w 79235"/>
                <a:gd name="connsiteY7" fmla="*/ 5107 h 47879"/>
                <a:gd name="connsiteX8" fmla="*/ 23004 w 79235"/>
                <a:gd name="connsiteY8" fmla="*/ 5107 h 47879"/>
                <a:gd name="connsiteX9" fmla="*/ 0 w 79235"/>
                <a:gd name="connsiteY9" fmla="*/ 47880 h 47879"/>
                <a:gd name="connsiteX10" fmla="*/ 79235 w 79235"/>
                <a:gd name="connsiteY10" fmla="*/ 27451 h 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235" h="47879">
                  <a:moveTo>
                    <a:pt x="79235" y="27451"/>
                  </a:moveTo>
                  <a:cubicBezTo>
                    <a:pt x="69650" y="19152"/>
                    <a:pt x="56231" y="10215"/>
                    <a:pt x="40257" y="1277"/>
                  </a:cubicBezTo>
                  <a:cubicBezTo>
                    <a:pt x="38340" y="639"/>
                    <a:pt x="37062" y="0"/>
                    <a:pt x="35145" y="0"/>
                  </a:cubicBezTo>
                  <a:cubicBezTo>
                    <a:pt x="35783" y="1916"/>
                    <a:pt x="36423" y="2554"/>
                    <a:pt x="36423" y="3192"/>
                  </a:cubicBezTo>
                  <a:cubicBezTo>
                    <a:pt x="38340" y="5746"/>
                    <a:pt x="38340" y="10215"/>
                    <a:pt x="35145" y="12130"/>
                  </a:cubicBezTo>
                  <a:cubicBezTo>
                    <a:pt x="33867" y="12768"/>
                    <a:pt x="32589" y="13407"/>
                    <a:pt x="31311" y="13407"/>
                  </a:cubicBezTo>
                  <a:cubicBezTo>
                    <a:pt x="29394" y="13407"/>
                    <a:pt x="27477" y="12768"/>
                    <a:pt x="26199" y="10853"/>
                  </a:cubicBezTo>
                  <a:cubicBezTo>
                    <a:pt x="26199" y="10853"/>
                    <a:pt x="24282" y="8938"/>
                    <a:pt x="23004" y="5107"/>
                  </a:cubicBezTo>
                  <a:cubicBezTo>
                    <a:pt x="23004" y="5107"/>
                    <a:pt x="23004" y="5107"/>
                    <a:pt x="23004" y="5107"/>
                  </a:cubicBezTo>
                  <a:cubicBezTo>
                    <a:pt x="12141" y="21067"/>
                    <a:pt x="4473" y="35751"/>
                    <a:pt x="0" y="47880"/>
                  </a:cubicBezTo>
                  <a:lnTo>
                    <a:pt x="79235" y="27451"/>
                  </a:lnTo>
                  <a:close/>
                </a:path>
              </a:pathLst>
            </a:custGeom>
            <a:solidFill>
              <a:srgbClr val="00A3E0"/>
            </a:solidFill>
            <a:ln w="6390" cap="flat">
              <a:noFill/>
              <a:prstDash val="solid"/>
              <a:miter/>
            </a:ln>
          </p:spPr>
          <p:txBody>
            <a:bodyPr rtlCol="0" anchor="ctr"/>
            <a:lstStyle/>
            <a:p>
              <a:endParaRPr lang="en-US"/>
            </a:p>
          </p:txBody>
        </p:sp>
        <p:sp>
          <p:nvSpPr>
            <p:cNvPr id="812" name="Graphic 4">
              <a:extLst>
                <a:ext uri="{FF2B5EF4-FFF2-40B4-BE49-F238E27FC236}">
                  <a16:creationId xmlns:a16="http://schemas.microsoft.com/office/drawing/2014/main" id="{37076B5E-CC50-B749-B5F5-E28981DADA96}"/>
                </a:ext>
              </a:extLst>
            </p:cNvPr>
            <p:cNvSpPr/>
            <p:nvPr/>
          </p:nvSpPr>
          <p:spPr>
            <a:xfrm>
              <a:off x="5192462" y="4005374"/>
              <a:ext cx="72905" cy="73008"/>
            </a:xfrm>
            <a:custGeom>
              <a:avLst/>
              <a:gdLst>
                <a:gd name="connsiteX0" fmla="*/ 2556 w 72905"/>
                <a:gd name="connsiteY0" fmla="*/ 37126 h 73008"/>
                <a:gd name="connsiteX1" fmla="*/ 8946 w 72905"/>
                <a:gd name="connsiteY1" fmla="*/ 63938 h 73008"/>
                <a:gd name="connsiteX2" fmla="*/ 8946 w 72905"/>
                <a:gd name="connsiteY2" fmla="*/ 69684 h 73008"/>
                <a:gd name="connsiteX3" fmla="*/ 67734 w 72905"/>
                <a:gd name="connsiteY3" fmla="*/ 63300 h 73008"/>
                <a:gd name="connsiteX4" fmla="*/ 72845 w 72905"/>
                <a:gd name="connsiteY4" fmla="*/ 46063 h 73008"/>
                <a:gd name="connsiteX5" fmla="*/ 61344 w 72905"/>
                <a:gd name="connsiteY5" fmla="*/ 9675 h 73008"/>
                <a:gd name="connsiteX6" fmla="*/ 44730 w 72905"/>
                <a:gd name="connsiteY6" fmla="*/ 13505 h 73008"/>
                <a:gd name="connsiteX7" fmla="*/ 44091 w 72905"/>
                <a:gd name="connsiteY7" fmla="*/ 13505 h 73008"/>
                <a:gd name="connsiteX8" fmla="*/ 33228 w 72905"/>
                <a:gd name="connsiteY8" fmla="*/ 19251 h 73008"/>
                <a:gd name="connsiteX9" fmla="*/ 24282 w 72905"/>
                <a:gd name="connsiteY9" fmla="*/ 17335 h 73008"/>
                <a:gd name="connsiteX10" fmla="*/ 26199 w 72905"/>
                <a:gd name="connsiteY10" fmla="*/ 8398 h 73008"/>
                <a:gd name="connsiteX11" fmla="*/ 37062 w 72905"/>
                <a:gd name="connsiteY11" fmla="*/ 2014 h 73008"/>
                <a:gd name="connsiteX12" fmla="*/ 36423 w 72905"/>
                <a:gd name="connsiteY12" fmla="*/ 737 h 73008"/>
                <a:gd name="connsiteX13" fmla="*/ 30033 w 72905"/>
                <a:gd name="connsiteY13" fmla="*/ 737 h 73008"/>
                <a:gd name="connsiteX14" fmla="*/ 0 w 72905"/>
                <a:gd name="connsiteY14" fmla="*/ 31380 h 73008"/>
                <a:gd name="connsiteX15" fmla="*/ 2556 w 72905"/>
                <a:gd name="connsiteY15" fmla="*/ 37126 h 7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905" h="73008">
                  <a:moveTo>
                    <a:pt x="2556" y="37126"/>
                  </a:moveTo>
                  <a:lnTo>
                    <a:pt x="8946" y="63938"/>
                  </a:lnTo>
                  <a:cubicBezTo>
                    <a:pt x="9585" y="65854"/>
                    <a:pt x="9585" y="67769"/>
                    <a:pt x="8946" y="69684"/>
                  </a:cubicBezTo>
                  <a:cubicBezTo>
                    <a:pt x="46008" y="78622"/>
                    <a:pt x="63261" y="67130"/>
                    <a:pt x="67734" y="63300"/>
                  </a:cubicBezTo>
                  <a:cubicBezTo>
                    <a:pt x="70289" y="61385"/>
                    <a:pt x="72207" y="55001"/>
                    <a:pt x="72845" y="46063"/>
                  </a:cubicBezTo>
                  <a:cubicBezTo>
                    <a:pt x="73484" y="31380"/>
                    <a:pt x="69012" y="17335"/>
                    <a:pt x="61344" y="9675"/>
                  </a:cubicBezTo>
                  <a:cubicBezTo>
                    <a:pt x="60066" y="8398"/>
                    <a:pt x="52398" y="9675"/>
                    <a:pt x="44730" y="13505"/>
                  </a:cubicBezTo>
                  <a:cubicBezTo>
                    <a:pt x="44730" y="13505"/>
                    <a:pt x="44730" y="13505"/>
                    <a:pt x="44091" y="13505"/>
                  </a:cubicBezTo>
                  <a:cubicBezTo>
                    <a:pt x="40257" y="14782"/>
                    <a:pt x="37062" y="16697"/>
                    <a:pt x="33228" y="19251"/>
                  </a:cubicBezTo>
                  <a:cubicBezTo>
                    <a:pt x="30033" y="21166"/>
                    <a:pt x="26199" y="20527"/>
                    <a:pt x="24282" y="17335"/>
                  </a:cubicBezTo>
                  <a:cubicBezTo>
                    <a:pt x="22365" y="14143"/>
                    <a:pt x="23004" y="10313"/>
                    <a:pt x="26199" y="8398"/>
                  </a:cubicBezTo>
                  <a:cubicBezTo>
                    <a:pt x="28755" y="6483"/>
                    <a:pt x="32589" y="4567"/>
                    <a:pt x="37062" y="2014"/>
                  </a:cubicBezTo>
                  <a:cubicBezTo>
                    <a:pt x="37062" y="1376"/>
                    <a:pt x="37062" y="737"/>
                    <a:pt x="36423" y="737"/>
                  </a:cubicBezTo>
                  <a:cubicBezTo>
                    <a:pt x="35784" y="99"/>
                    <a:pt x="33228" y="-540"/>
                    <a:pt x="30033" y="737"/>
                  </a:cubicBezTo>
                  <a:cubicBezTo>
                    <a:pt x="15975" y="4567"/>
                    <a:pt x="3195" y="20527"/>
                    <a:pt x="0" y="31380"/>
                  </a:cubicBezTo>
                  <a:cubicBezTo>
                    <a:pt x="1278" y="33295"/>
                    <a:pt x="2556" y="35211"/>
                    <a:pt x="2556" y="37126"/>
                  </a:cubicBezTo>
                  <a:close/>
                </a:path>
              </a:pathLst>
            </a:custGeom>
            <a:solidFill>
              <a:srgbClr val="00A3E0"/>
            </a:solidFill>
            <a:ln w="6390" cap="flat">
              <a:noFill/>
              <a:prstDash val="solid"/>
              <a:miter/>
            </a:ln>
          </p:spPr>
          <p:txBody>
            <a:bodyPr rtlCol="0" anchor="ctr"/>
            <a:lstStyle/>
            <a:p>
              <a:endParaRPr lang="en-US"/>
            </a:p>
          </p:txBody>
        </p:sp>
        <p:sp>
          <p:nvSpPr>
            <p:cNvPr id="813" name="Graphic 4">
              <a:extLst>
                <a:ext uri="{FF2B5EF4-FFF2-40B4-BE49-F238E27FC236}">
                  <a16:creationId xmlns:a16="http://schemas.microsoft.com/office/drawing/2014/main" id="{A7B18697-9D41-C747-9039-15D7881AFDA8}"/>
                </a:ext>
              </a:extLst>
            </p:cNvPr>
            <p:cNvSpPr/>
            <p:nvPr/>
          </p:nvSpPr>
          <p:spPr>
            <a:xfrm>
              <a:off x="5169208" y="4043138"/>
              <a:ext cx="20059" cy="33447"/>
            </a:xfrm>
            <a:custGeom>
              <a:avLst/>
              <a:gdLst>
                <a:gd name="connsiteX0" fmla="*/ 19420 w 20059"/>
                <a:gd name="connsiteY0" fmla="*/ 31281 h 33447"/>
                <a:gd name="connsiteX1" fmla="*/ 20059 w 20059"/>
                <a:gd name="connsiteY1" fmla="*/ 29366 h 33447"/>
                <a:gd name="connsiteX2" fmla="*/ 13669 w 20059"/>
                <a:gd name="connsiteY2" fmla="*/ 2553 h 33447"/>
                <a:gd name="connsiteX3" fmla="*/ 12392 w 20059"/>
                <a:gd name="connsiteY3" fmla="*/ 638 h 33447"/>
                <a:gd name="connsiteX4" fmla="*/ 10474 w 20059"/>
                <a:gd name="connsiteY4" fmla="*/ 0 h 33447"/>
                <a:gd name="connsiteX5" fmla="*/ 7279 w 20059"/>
                <a:gd name="connsiteY5" fmla="*/ 638 h 33447"/>
                <a:gd name="connsiteX6" fmla="*/ 1529 w 20059"/>
                <a:gd name="connsiteY6" fmla="*/ 4469 h 33447"/>
                <a:gd name="connsiteX7" fmla="*/ 251 w 20059"/>
                <a:gd name="connsiteY7" fmla="*/ 10853 h 33447"/>
                <a:gd name="connsiteX8" fmla="*/ 4084 w 20059"/>
                <a:gd name="connsiteY8" fmla="*/ 26174 h 33447"/>
                <a:gd name="connsiteX9" fmla="*/ 7919 w 20059"/>
                <a:gd name="connsiteY9" fmla="*/ 31920 h 33447"/>
                <a:gd name="connsiteX10" fmla="*/ 14309 w 20059"/>
                <a:gd name="connsiteY10" fmla="*/ 33197 h 33447"/>
                <a:gd name="connsiteX11" fmla="*/ 17504 w 20059"/>
                <a:gd name="connsiteY11" fmla="*/ 32558 h 33447"/>
                <a:gd name="connsiteX12" fmla="*/ 19420 w 20059"/>
                <a:gd name="connsiteY12" fmla="*/ 31281 h 33447"/>
                <a:gd name="connsiteX13" fmla="*/ 12392 w 20059"/>
                <a:gd name="connsiteY13" fmla="*/ 30005 h 33447"/>
                <a:gd name="connsiteX14" fmla="*/ 11114 w 20059"/>
                <a:gd name="connsiteY14" fmla="*/ 30005 h 33447"/>
                <a:gd name="connsiteX15" fmla="*/ 4724 w 20059"/>
                <a:gd name="connsiteY15" fmla="*/ 24897 h 33447"/>
                <a:gd name="connsiteX16" fmla="*/ 1529 w 20059"/>
                <a:gd name="connsiteY16" fmla="*/ 12129 h 33447"/>
                <a:gd name="connsiteX17" fmla="*/ 6002 w 20059"/>
                <a:gd name="connsiteY17" fmla="*/ 4469 h 33447"/>
                <a:gd name="connsiteX18" fmla="*/ 13669 w 20059"/>
                <a:gd name="connsiteY18" fmla="*/ 8937 h 33447"/>
                <a:gd name="connsiteX19" fmla="*/ 16864 w 20059"/>
                <a:gd name="connsiteY19" fmla="*/ 21705 h 33447"/>
                <a:gd name="connsiteX20" fmla="*/ 12392 w 20059"/>
                <a:gd name="connsiteY20" fmla="*/ 30005 h 3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059" h="33447">
                  <a:moveTo>
                    <a:pt x="19420" y="31281"/>
                  </a:moveTo>
                  <a:cubicBezTo>
                    <a:pt x="19420" y="30643"/>
                    <a:pt x="20059" y="30005"/>
                    <a:pt x="20059" y="29366"/>
                  </a:cubicBezTo>
                  <a:lnTo>
                    <a:pt x="13669" y="2553"/>
                  </a:lnTo>
                  <a:cubicBezTo>
                    <a:pt x="13669" y="1277"/>
                    <a:pt x="13030" y="1277"/>
                    <a:pt x="12392" y="638"/>
                  </a:cubicBezTo>
                  <a:cubicBezTo>
                    <a:pt x="11752" y="638"/>
                    <a:pt x="11114" y="0"/>
                    <a:pt x="10474" y="0"/>
                  </a:cubicBezTo>
                  <a:lnTo>
                    <a:pt x="7279" y="638"/>
                  </a:lnTo>
                  <a:cubicBezTo>
                    <a:pt x="4724" y="1277"/>
                    <a:pt x="2807" y="2553"/>
                    <a:pt x="1529" y="4469"/>
                  </a:cubicBezTo>
                  <a:cubicBezTo>
                    <a:pt x="251" y="6384"/>
                    <a:pt x="-388" y="8937"/>
                    <a:pt x="251" y="10853"/>
                  </a:cubicBezTo>
                  <a:lnTo>
                    <a:pt x="4084" y="26174"/>
                  </a:lnTo>
                  <a:cubicBezTo>
                    <a:pt x="4724" y="28728"/>
                    <a:pt x="6002" y="30643"/>
                    <a:pt x="7919" y="31920"/>
                  </a:cubicBezTo>
                  <a:cubicBezTo>
                    <a:pt x="9836" y="33197"/>
                    <a:pt x="12392" y="33835"/>
                    <a:pt x="14309" y="33197"/>
                  </a:cubicBezTo>
                  <a:lnTo>
                    <a:pt x="17504" y="32558"/>
                  </a:lnTo>
                  <a:cubicBezTo>
                    <a:pt x="18782" y="31920"/>
                    <a:pt x="19420" y="31281"/>
                    <a:pt x="19420" y="31281"/>
                  </a:cubicBezTo>
                  <a:close/>
                  <a:moveTo>
                    <a:pt x="12392" y="30005"/>
                  </a:moveTo>
                  <a:cubicBezTo>
                    <a:pt x="11752" y="30005"/>
                    <a:pt x="11114" y="30005"/>
                    <a:pt x="11114" y="30005"/>
                  </a:cubicBezTo>
                  <a:cubicBezTo>
                    <a:pt x="7919" y="30005"/>
                    <a:pt x="5362" y="28089"/>
                    <a:pt x="4724" y="24897"/>
                  </a:cubicBezTo>
                  <a:lnTo>
                    <a:pt x="1529" y="12129"/>
                  </a:lnTo>
                  <a:cubicBezTo>
                    <a:pt x="889" y="8937"/>
                    <a:pt x="2807" y="5107"/>
                    <a:pt x="6002" y="4469"/>
                  </a:cubicBezTo>
                  <a:cubicBezTo>
                    <a:pt x="9197" y="3830"/>
                    <a:pt x="13030" y="5745"/>
                    <a:pt x="13669" y="8937"/>
                  </a:cubicBezTo>
                  <a:lnTo>
                    <a:pt x="16864" y="21705"/>
                  </a:lnTo>
                  <a:cubicBezTo>
                    <a:pt x="18142" y="26174"/>
                    <a:pt x="15587" y="29366"/>
                    <a:pt x="12392" y="30005"/>
                  </a:cubicBezTo>
                  <a:close/>
                </a:path>
              </a:pathLst>
            </a:custGeom>
            <a:solidFill>
              <a:srgbClr val="00A3E0"/>
            </a:solidFill>
            <a:ln w="6390" cap="flat">
              <a:noFill/>
              <a:prstDash val="solid"/>
              <a:miter/>
            </a:ln>
          </p:spPr>
          <p:txBody>
            <a:bodyPr rtlCol="0" anchor="ctr"/>
            <a:lstStyle/>
            <a:p>
              <a:endParaRPr lang="en-US"/>
            </a:p>
          </p:txBody>
        </p:sp>
        <p:sp>
          <p:nvSpPr>
            <p:cNvPr id="814" name="Graphic 4">
              <a:extLst>
                <a:ext uri="{FF2B5EF4-FFF2-40B4-BE49-F238E27FC236}">
                  <a16:creationId xmlns:a16="http://schemas.microsoft.com/office/drawing/2014/main" id="{A9041BDD-8784-6544-8C99-F788818FB7D5}"/>
                </a:ext>
              </a:extLst>
            </p:cNvPr>
            <p:cNvSpPr/>
            <p:nvPr/>
          </p:nvSpPr>
          <p:spPr>
            <a:xfrm>
              <a:off x="5290388" y="3968446"/>
              <a:ext cx="101466" cy="57455"/>
            </a:xfrm>
            <a:custGeom>
              <a:avLst/>
              <a:gdLst>
                <a:gd name="connsiteX0" fmla="*/ 100801 w 101466"/>
                <a:gd name="connsiteY0" fmla="*/ 34474 h 57455"/>
                <a:gd name="connsiteX1" fmla="*/ 99523 w 101466"/>
                <a:gd name="connsiteY1" fmla="*/ 12768 h 57455"/>
                <a:gd name="connsiteX2" fmla="*/ 92494 w 101466"/>
                <a:gd name="connsiteY2" fmla="*/ 0 h 57455"/>
                <a:gd name="connsiteX3" fmla="*/ 479 w 101466"/>
                <a:gd name="connsiteY3" fmla="*/ 24898 h 57455"/>
                <a:gd name="connsiteX4" fmla="*/ 479 w 101466"/>
                <a:gd name="connsiteY4" fmla="*/ 37027 h 57455"/>
                <a:gd name="connsiteX5" fmla="*/ 10703 w 101466"/>
                <a:gd name="connsiteY5" fmla="*/ 57456 h 57455"/>
                <a:gd name="connsiteX6" fmla="*/ 100801 w 101466"/>
                <a:gd name="connsiteY6" fmla="*/ 34474 h 5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466" h="57455">
                  <a:moveTo>
                    <a:pt x="100801" y="34474"/>
                  </a:moveTo>
                  <a:cubicBezTo>
                    <a:pt x="102079" y="27451"/>
                    <a:pt x="101440" y="20429"/>
                    <a:pt x="99523" y="12768"/>
                  </a:cubicBezTo>
                  <a:cubicBezTo>
                    <a:pt x="98245" y="8938"/>
                    <a:pt x="96328" y="4469"/>
                    <a:pt x="92494" y="0"/>
                  </a:cubicBezTo>
                  <a:lnTo>
                    <a:pt x="479" y="24898"/>
                  </a:lnTo>
                  <a:cubicBezTo>
                    <a:pt x="-160" y="29366"/>
                    <a:pt x="-160" y="33835"/>
                    <a:pt x="479" y="37027"/>
                  </a:cubicBezTo>
                  <a:cubicBezTo>
                    <a:pt x="2396" y="44688"/>
                    <a:pt x="6230" y="51710"/>
                    <a:pt x="10703" y="57456"/>
                  </a:cubicBezTo>
                  <a:lnTo>
                    <a:pt x="100801" y="34474"/>
                  </a:lnTo>
                  <a:close/>
                </a:path>
              </a:pathLst>
            </a:custGeom>
            <a:solidFill>
              <a:srgbClr val="00A3E0"/>
            </a:solidFill>
            <a:ln w="6390" cap="flat">
              <a:noFill/>
              <a:prstDash val="solid"/>
              <a:miter/>
            </a:ln>
          </p:spPr>
          <p:txBody>
            <a:bodyPr rtlCol="0" anchor="ctr"/>
            <a:lstStyle/>
            <a:p>
              <a:endParaRPr lang="en-US"/>
            </a:p>
          </p:txBody>
        </p:sp>
        <p:sp>
          <p:nvSpPr>
            <p:cNvPr id="815" name="Graphic 4">
              <a:extLst>
                <a:ext uri="{FF2B5EF4-FFF2-40B4-BE49-F238E27FC236}">
                  <a16:creationId xmlns:a16="http://schemas.microsoft.com/office/drawing/2014/main" id="{9451C14C-3A78-AE4F-9EED-ED909BDC2910}"/>
                </a:ext>
              </a:extLst>
            </p:cNvPr>
            <p:cNvSpPr/>
            <p:nvPr/>
          </p:nvSpPr>
          <p:spPr>
            <a:xfrm>
              <a:off x="5099808" y="3824168"/>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111185 w 361670"/>
                <a:gd name="connsiteY5" fmla="*/ 145555 h 361333"/>
                <a:gd name="connsiteX6" fmla="*/ 119492 w 361670"/>
                <a:gd name="connsiteY6" fmla="*/ 141724 h 361333"/>
                <a:gd name="connsiteX7" fmla="*/ 142496 w 361670"/>
                <a:gd name="connsiteY7" fmla="*/ 150024 h 361333"/>
                <a:gd name="connsiteX8" fmla="*/ 146330 w 361670"/>
                <a:gd name="connsiteY8" fmla="*/ 158323 h 361333"/>
                <a:gd name="connsiteX9" fmla="*/ 140579 w 361670"/>
                <a:gd name="connsiteY9" fmla="*/ 162792 h 361333"/>
                <a:gd name="connsiteX10" fmla="*/ 138662 w 361670"/>
                <a:gd name="connsiteY10" fmla="*/ 162153 h 361333"/>
                <a:gd name="connsiteX11" fmla="*/ 115658 w 361670"/>
                <a:gd name="connsiteY11" fmla="*/ 153854 h 361333"/>
                <a:gd name="connsiteX12" fmla="*/ 111185 w 361670"/>
                <a:gd name="connsiteY12" fmla="*/ 145555 h 361333"/>
                <a:gd name="connsiteX13" fmla="*/ 145691 w 361670"/>
                <a:gd name="connsiteY13" fmla="*/ 105336 h 361333"/>
                <a:gd name="connsiteX14" fmla="*/ 153998 w 361670"/>
                <a:gd name="connsiteY14" fmla="*/ 108528 h 361333"/>
                <a:gd name="connsiteX15" fmla="*/ 169973 w 361670"/>
                <a:gd name="connsiteY15" fmla="*/ 142363 h 361333"/>
                <a:gd name="connsiteX16" fmla="*/ 166778 w 361670"/>
                <a:gd name="connsiteY16" fmla="*/ 150662 h 361333"/>
                <a:gd name="connsiteX17" fmla="*/ 164221 w 361670"/>
                <a:gd name="connsiteY17" fmla="*/ 151300 h 361333"/>
                <a:gd name="connsiteX18" fmla="*/ 158471 w 361670"/>
                <a:gd name="connsiteY18" fmla="*/ 147470 h 361333"/>
                <a:gd name="connsiteX19" fmla="*/ 142496 w 361670"/>
                <a:gd name="connsiteY19" fmla="*/ 113635 h 361333"/>
                <a:gd name="connsiteX20" fmla="*/ 145691 w 361670"/>
                <a:gd name="connsiteY20" fmla="*/ 105336 h 361333"/>
                <a:gd name="connsiteX21" fmla="*/ 90098 w 361670"/>
                <a:gd name="connsiteY21" fmla="*/ 263658 h 361333"/>
                <a:gd name="connsiteX22" fmla="*/ 86903 w 361670"/>
                <a:gd name="connsiteY22" fmla="*/ 264297 h 361333"/>
                <a:gd name="connsiteX23" fmla="*/ 81792 w 361670"/>
                <a:gd name="connsiteY23" fmla="*/ 264935 h 361333"/>
                <a:gd name="connsiteX24" fmla="*/ 70289 w 361670"/>
                <a:gd name="connsiteY24" fmla="*/ 261743 h 361333"/>
                <a:gd name="connsiteX25" fmla="*/ 60704 w 361670"/>
                <a:gd name="connsiteY25" fmla="*/ 248337 h 361333"/>
                <a:gd name="connsiteX26" fmla="*/ 56871 w 361670"/>
                <a:gd name="connsiteY26" fmla="*/ 233015 h 361333"/>
                <a:gd name="connsiteX27" fmla="*/ 59427 w 361670"/>
                <a:gd name="connsiteY27" fmla="*/ 217055 h 361333"/>
                <a:gd name="connsiteX28" fmla="*/ 72845 w 361670"/>
                <a:gd name="connsiteY28" fmla="*/ 207479 h 361333"/>
                <a:gd name="connsiteX29" fmla="*/ 76040 w 361670"/>
                <a:gd name="connsiteY29" fmla="*/ 206841 h 361333"/>
                <a:gd name="connsiteX30" fmla="*/ 81152 w 361670"/>
                <a:gd name="connsiteY30" fmla="*/ 206841 h 361333"/>
                <a:gd name="connsiteX31" fmla="*/ 118853 w 361670"/>
                <a:gd name="connsiteY31" fmla="*/ 170452 h 361333"/>
                <a:gd name="connsiteX32" fmla="*/ 138023 w 361670"/>
                <a:gd name="connsiteY32" fmla="*/ 174283 h 361333"/>
                <a:gd name="connsiteX33" fmla="*/ 141218 w 361670"/>
                <a:gd name="connsiteY33" fmla="*/ 180028 h 361333"/>
                <a:gd name="connsiteX34" fmla="*/ 162305 w 361670"/>
                <a:gd name="connsiteY34" fmla="*/ 182582 h 361333"/>
                <a:gd name="connsiteX35" fmla="*/ 177641 w 361670"/>
                <a:gd name="connsiteY35" fmla="*/ 228546 h 361333"/>
                <a:gd name="connsiteX36" fmla="*/ 168056 w 361670"/>
                <a:gd name="connsiteY36" fmla="*/ 254721 h 361333"/>
                <a:gd name="connsiteX37" fmla="*/ 127160 w 361670"/>
                <a:gd name="connsiteY37" fmla="*/ 267489 h 361333"/>
                <a:gd name="connsiteX38" fmla="*/ 93293 w 361670"/>
                <a:gd name="connsiteY38" fmla="*/ 262382 h 361333"/>
                <a:gd name="connsiteX39" fmla="*/ 90098 w 361670"/>
                <a:gd name="connsiteY39" fmla="*/ 263658 h 361333"/>
                <a:gd name="connsiteX40" fmla="*/ 189781 w 361670"/>
                <a:gd name="connsiteY40" fmla="*/ 263658 h 361333"/>
                <a:gd name="connsiteX41" fmla="*/ 180196 w 361670"/>
                <a:gd name="connsiteY41" fmla="*/ 286002 h 361333"/>
                <a:gd name="connsiteX42" fmla="*/ 174446 w 361670"/>
                <a:gd name="connsiteY42" fmla="*/ 289833 h 361333"/>
                <a:gd name="connsiteX43" fmla="*/ 171889 w 361670"/>
                <a:gd name="connsiteY43" fmla="*/ 289194 h 361333"/>
                <a:gd name="connsiteX44" fmla="*/ 168695 w 361670"/>
                <a:gd name="connsiteY44" fmla="*/ 280895 h 361333"/>
                <a:gd name="connsiteX45" fmla="*/ 178279 w 361670"/>
                <a:gd name="connsiteY45" fmla="*/ 258551 h 361333"/>
                <a:gd name="connsiteX46" fmla="*/ 186586 w 361670"/>
                <a:gd name="connsiteY46" fmla="*/ 255359 h 361333"/>
                <a:gd name="connsiteX47" fmla="*/ 189781 w 361670"/>
                <a:gd name="connsiteY47" fmla="*/ 263658 h 361333"/>
                <a:gd name="connsiteX48" fmla="*/ 224926 w 361670"/>
                <a:gd name="connsiteY48" fmla="*/ 291109 h 361333"/>
                <a:gd name="connsiteX49" fmla="*/ 222370 w 361670"/>
                <a:gd name="connsiteY49" fmla="*/ 291748 h 361333"/>
                <a:gd name="connsiteX50" fmla="*/ 216619 w 361670"/>
                <a:gd name="connsiteY50" fmla="*/ 287917 h 361333"/>
                <a:gd name="connsiteX51" fmla="*/ 202561 w 361670"/>
                <a:gd name="connsiteY51" fmla="*/ 253444 h 361333"/>
                <a:gd name="connsiteX52" fmla="*/ 205756 w 361670"/>
                <a:gd name="connsiteY52" fmla="*/ 245145 h 361333"/>
                <a:gd name="connsiteX53" fmla="*/ 214063 w 361670"/>
                <a:gd name="connsiteY53" fmla="*/ 248337 h 361333"/>
                <a:gd name="connsiteX54" fmla="*/ 228121 w 361670"/>
                <a:gd name="connsiteY54" fmla="*/ 282810 h 361333"/>
                <a:gd name="connsiteX55" fmla="*/ 224926 w 361670"/>
                <a:gd name="connsiteY55" fmla="*/ 291109 h 361333"/>
                <a:gd name="connsiteX56" fmla="*/ 256876 w 361670"/>
                <a:gd name="connsiteY56" fmla="*/ 233015 h 361333"/>
                <a:gd name="connsiteX57" fmla="*/ 242179 w 361670"/>
                <a:gd name="connsiteY57" fmla="*/ 234930 h 361333"/>
                <a:gd name="connsiteX58" fmla="*/ 179557 w 361670"/>
                <a:gd name="connsiteY58" fmla="*/ 184497 h 361333"/>
                <a:gd name="connsiteX59" fmla="*/ 207673 w 361670"/>
                <a:gd name="connsiteY59" fmla="*/ 104697 h 361333"/>
                <a:gd name="connsiteX60" fmla="*/ 215341 w 361670"/>
                <a:gd name="connsiteY60" fmla="*/ 97675 h 361333"/>
                <a:gd name="connsiteX61" fmla="*/ 216619 w 361670"/>
                <a:gd name="connsiteY61" fmla="*/ 82992 h 361333"/>
                <a:gd name="connsiteX62" fmla="*/ 129077 w 361670"/>
                <a:gd name="connsiteY62" fmla="*/ 82992 h 361333"/>
                <a:gd name="connsiteX63" fmla="*/ 122687 w 361670"/>
                <a:gd name="connsiteY63" fmla="*/ 76608 h 361333"/>
                <a:gd name="connsiteX64" fmla="*/ 129077 w 361670"/>
                <a:gd name="connsiteY64" fmla="*/ 70224 h 361333"/>
                <a:gd name="connsiteX65" fmla="*/ 259432 w 361670"/>
                <a:gd name="connsiteY65" fmla="*/ 70224 h 361333"/>
                <a:gd name="connsiteX66" fmla="*/ 265822 w 361670"/>
                <a:gd name="connsiteY66" fmla="*/ 76608 h 361333"/>
                <a:gd name="connsiteX67" fmla="*/ 259432 w 361670"/>
                <a:gd name="connsiteY67" fmla="*/ 82992 h 361333"/>
                <a:gd name="connsiteX68" fmla="*/ 229399 w 361670"/>
                <a:gd name="connsiteY68" fmla="*/ 82992 h 361333"/>
                <a:gd name="connsiteX69" fmla="*/ 227482 w 361670"/>
                <a:gd name="connsiteY69" fmla="*/ 93844 h 361333"/>
                <a:gd name="connsiteX70" fmla="*/ 240262 w 361670"/>
                <a:gd name="connsiteY70" fmla="*/ 97036 h 361333"/>
                <a:gd name="connsiteX71" fmla="*/ 302244 w 361670"/>
                <a:gd name="connsiteY71" fmla="*/ 154492 h 361333"/>
                <a:gd name="connsiteX72" fmla="*/ 256876 w 361670"/>
                <a:gd name="connsiteY72" fmla="*/ 23301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61670" h="361333">
                  <a:moveTo>
                    <a:pt x="180836" y="0"/>
                  </a:moveTo>
                  <a:cubicBezTo>
                    <a:pt x="80513" y="0"/>
                    <a:pt x="0" y="81076"/>
                    <a:pt x="0" y="180667"/>
                  </a:cubicBezTo>
                  <a:cubicBezTo>
                    <a:pt x="0" y="280895"/>
                    <a:pt x="81152" y="361333"/>
                    <a:pt x="180836" y="361333"/>
                  </a:cubicBezTo>
                  <a:cubicBezTo>
                    <a:pt x="281157" y="361333"/>
                    <a:pt x="361671" y="280257"/>
                    <a:pt x="361671" y="180667"/>
                  </a:cubicBezTo>
                  <a:cubicBezTo>
                    <a:pt x="361671" y="81076"/>
                    <a:pt x="280518" y="0"/>
                    <a:pt x="180836" y="0"/>
                  </a:cubicBezTo>
                  <a:close/>
                  <a:moveTo>
                    <a:pt x="111185" y="145555"/>
                  </a:moveTo>
                  <a:cubicBezTo>
                    <a:pt x="112463" y="142363"/>
                    <a:pt x="116297" y="140448"/>
                    <a:pt x="119492" y="141724"/>
                  </a:cubicBezTo>
                  <a:lnTo>
                    <a:pt x="142496" y="150024"/>
                  </a:lnTo>
                  <a:cubicBezTo>
                    <a:pt x="145691" y="151300"/>
                    <a:pt x="147608" y="155131"/>
                    <a:pt x="146330" y="158323"/>
                  </a:cubicBezTo>
                  <a:cubicBezTo>
                    <a:pt x="145691" y="160876"/>
                    <a:pt x="143135" y="162792"/>
                    <a:pt x="140579" y="162792"/>
                  </a:cubicBezTo>
                  <a:cubicBezTo>
                    <a:pt x="139940" y="162792"/>
                    <a:pt x="139301" y="162792"/>
                    <a:pt x="138662" y="162153"/>
                  </a:cubicBezTo>
                  <a:lnTo>
                    <a:pt x="115658" y="153854"/>
                  </a:lnTo>
                  <a:cubicBezTo>
                    <a:pt x="111185" y="152577"/>
                    <a:pt x="109907" y="148747"/>
                    <a:pt x="111185" y="145555"/>
                  </a:cubicBezTo>
                  <a:close/>
                  <a:moveTo>
                    <a:pt x="145691" y="105336"/>
                  </a:moveTo>
                  <a:cubicBezTo>
                    <a:pt x="148886" y="104059"/>
                    <a:pt x="152720" y="105336"/>
                    <a:pt x="153998" y="108528"/>
                  </a:cubicBezTo>
                  <a:lnTo>
                    <a:pt x="169973" y="142363"/>
                  </a:lnTo>
                  <a:cubicBezTo>
                    <a:pt x="171251" y="145555"/>
                    <a:pt x="169973" y="149385"/>
                    <a:pt x="166778" y="150662"/>
                  </a:cubicBezTo>
                  <a:cubicBezTo>
                    <a:pt x="166138" y="151300"/>
                    <a:pt x="164861" y="151300"/>
                    <a:pt x="164221" y="151300"/>
                  </a:cubicBezTo>
                  <a:cubicBezTo>
                    <a:pt x="161666" y="151300"/>
                    <a:pt x="159748" y="150024"/>
                    <a:pt x="158471" y="147470"/>
                  </a:cubicBezTo>
                  <a:lnTo>
                    <a:pt x="142496" y="113635"/>
                  </a:lnTo>
                  <a:cubicBezTo>
                    <a:pt x="140579" y="110443"/>
                    <a:pt x="142496" y="106612"/>
                    <a:pt x="145691" y="105336"/>
                  </a:cubicBezTo>
                  <a:close/>
                  <a:moveTo>
                    <a:pt x="90098" y="263658"/>
                  </a:moveTo>
                  <a:lnTo>
                    <a:pt x="86903" y="264297"/>
                  </a:lnTo>
                  <a:cubicBezTo>
                    <a:pt x="84986" y="264935"/>
                    <a:pt x="83708" y="264935"/>
                    <a:pt x="81792" y="264935"/>
                  </a:cubicBezTo>
                  <a:cubicBezTo>
                    <a:pt x="77957" y="264935"/>
                    <a:pt x="74124" y="263658"/>
                    <a:pt x="70289" y="261743"/>
                  </a:cubicBezTo>
                  <a:cubicBezTo>
                    <a:pt x="65177" y="258551"/>
                    <a:pt x="61982" y="254082"/>
                    <a:pt x="60704" y="248337"/>
                  </a:cubicBezTo>
                  <a:lnTo>
                    <a:pt x="56871" y="233015"/>
                  </a:lnTo>
                  <a:cubicBezTo>
                    <a:pt x="55593" y="227270"/>
                    <a:pt x="56232" y="221524"/>
                    <a:pt x="59427" y="217055"/>
                  </a:cubicBezTo>
                  <a:cubicBezTo>
                    <a:pt x="62622" y="211948"/>
                    <a:pt x="67094" y="208756"/>
                    <a:pt x="72845" y="207479"/>
                  </a:cubicBezTo>
                  <a:lnTo>
                    <a:pt x="76040" y="206841"/>
                  </a:lnTo>
                  <a:cubicBezTo>
                    <a:pt x="77957" y="206203"/>
                    <a:pt x="79235" y="206203"/>
                    <a:pt x="81152" y="206841"/>
                  </a:cubicBezTo>
                  <a:cubicBezTo>
                    <a:pt x="86264" y="193435"/>
                    <a:pt x="100961" y="174921"/>
                    <a:pt x="118853" y="170452"/>
                  </a:cubicBezTo>
                  <a:cubicBezTo>
                    <a:pt x="129716" y="167899"/>
                    <a:pt x="135467" y="171729"/>
                    <a:pt x="138023" y="174283"/>
                  </a:cubicBezTo>
                  <a:cubicBezTo>
                    <a:pt x="139940" y="176198"/>
                    <a:pt x="140579" y="178113"/>
                    <a:pt x="141218" y="180028"/>
                  </a:cubicBezTo>
                  <a:cubicBezTo>
                    <a:pt x="149525" y="178113"/>
                    <a:pt x="157832" y="177475"/>
                    <a:pt x="162305" y="182582"/>
                  </a:cubicBezTo>
                  <a:cubicBezTo>
                    <a:pt x="174446" y="194711"/>
                    <a:pt x="178279" y="213863"/>
                    <a:pt x="177641" y="228546"/>
                  </a:cubicBezTo>
                  <a:cubicBezTo>
                    <a:pt x="177641" y="235569"/>
                    <a:pt x="175723" y="248337"/>
                    <a:pt x="168056" y="254721"/>
                  </a:cubicBezTo>
                  <a:cubicBezTo>
                    <a:pt x="162943" y="259190"/>
                    <a:pt x="150164" y="267489"/>
                    <a:pt x="127160" y="267489"/>
                  </a:cubicBezTo>
                  <a:cubicBezTo>
                    <a:pt x="117575" y="267489"/>
                    <a:pt x="106712" y="266212"/>
                    <a:pt x="93293" y="262382"/>
                  </a:cubicBezTo>
                  <a:cubicBezTo>
                    <a:pt x="93293" y="263020"/>
                    <a:pt x="91376" y="263658"/>
                    <a:pt x="90098" y="263658"/>
                  </a:cubicBezTo>
                  <a:close/>
                  <a:moveTo>
                    <a:pt x="189781" y="263658"/>
                  </a:moveTo>
                  <a:lnTo>
                    <a:pt x="180196" y="286002"/>
                  </a:lnTo>
                  <a:cubicBezTo>
                    <a:pt x="178918" y="288556"/>
                    <a:pt x="177001" y="289833"/>
                    <a:pt x="174446" y="289833"/>
                  </a:cubicBezTo>
                  <a:cubicBezTo>
                    <a:pt x="173806" y="289833"/>
                    <a:pt x="172528" y="289833"/>
                    <a:pt x="171889" y="289194"/>
                  </a:cubicBezTo>
                  <a:cubicBezTo>
                    <a:pt x="168695" y="287917"/>
                    <a:pt x="167416" y="284087"/>
                    <a:pt x="168695" y="280895"/>
                  </a:cubicBezTo>
                  <a:lnTo>
                    <a:pt x="178279" y="258551"/>
                  </a:lnTo>
                  <a:cubicBezTo>
                    <a:pt x="179557" y="255359"/>
                    <a:pt x="183391" y="254082"/>
                    <a:pt x="186586" y="255359"/>
                  </a:cubicBezTo>
                  <a:cubicBezTo>
                    <a:pt x="189781" y="256636"/>
                    <a:pt x="191059" y="260466"/>
                    <a:pt x="189781" y="263658"/>
                  </a:cubicBezTo>
                  <a:close/>
                  <a:moveTo>
                    <a:pt x="224926" y="291109"/>
                  </a:moveTo>
                  <a:cubicBezTo>
                    <a:pt x="224287" y="291748"/>
                    <a:pt x="223009" y="291748"/>
                    <a:pt x="222370" y="291748"/>
                  </a:cubicBezTo>
                  <a:cubicBezTo>
                    <a:pt x="219814" y="291748"/>
                    <a:pt x="217258" y="290471"/>
                    <a:pt x="216619" y="287917"/>
                  </a:cubicBezTo>
                  <a:lnTo>
                    <a:pt x="202561" y="253444"/>
                  </a:lnTo>
                  <a:cubicBezTo>
                    <a:pt x="201283" y="250252"/>
                    <a:pt x="202561" y="246422"/>
                    <a:pt x="205756" y="245145"/>
                  </a:cubicBezTo>
                  <a:cubicBezTo>
                    <a:pt x="208951" y="243868"/>
                    <a:pt x="212785" y="245145"/>
                    <a:pt x="214063" y="248337"/>
                  </a:cubicBezTo>
                  <a:lnTo>
                    <a:pt x="228121" y="282810"/>
                  </a:lnTo>
                  <a:cubicBezTo>
                    <a:pt x="230038" y="286002"/>
                    <a:pt x="228121" y="289833"/>
                    <a:pt x="224926" y="291109"/>
                  </a:cubicBezTo>
                  <a:close/>
                  <a:moveTo>
                    <a:pt x="256876" y="233015"/>
                  </a:moveTo>
                  <a:cubicBezTo>
                    <a:pt x="251764" y="234292"/>
                    <a:pt x="247291" y="234930"/>
                    <a:pt x="242179" y="234930"/>
                  </a:cubicBezTo>
                  <a:cubicBezTo>
                    <a:pt x="213424" y="234930"/>
                    <a:pt x="186586" y="214502"/>
                    <a:pt x="179557" y="184497"/>
                  </a:cubicBezTo>
                  <a:cubicBezTo>
                    <a:pt x="173806" y="160876"/>
                    <a:pt x="191698" y="128318"/>
                    <a:pt x="207673" y="104697"/>
                  </a:cubicBezTo>
                  <a:cubicBezTo>
                    <a:pt x="209590" y="101505"/>
                    <a:pt x="212146" y="99590"/>
                    <a:pt x="215341" y="97675"/>
                  </a:cubicBezTo>
                  <a:cubicBezTo>
                    <a:pt x="215341" y="93206"/>
                    <a:pt x="215341" y="88737"/>
                    <a:pt x="216619" y="82992"/>
                  </a:cubicBezTo>
                  <a:lnTo>
                    <a:pt x="129077" y="82992"/>
                  </a:lnTo>
                  <a:cubicBezTo>
                    <a:pt x="125243" y="82992"/>
                    <a:pt x="122687" y="80438"/>
                    <a:pt x="122687" y="76608"/>
                  </a:cubicBezTo>
                  <a:cubicBezTo>
                    <a:pt x="122687" y="72777"/>
                    <a:pt x="125243" y="70224"/>
                    <a:pt x="129077" y="70224"/>
                  </a:cubicBezTo>
                  <a:lnTo>
                    <a:pt x="259432" y="70224"/>
                  </a:lnTo>
                  <a:cubicBezTo>
                    <a:pt x="263266" y="70224"/>
                    <a:pt x="265822" y="72777"/>
                    <a:pt x="265822" y="76608"/>
                  </a:cubicBezTo>
                  <a:cubicBezTo>
                    <a:pt x="265822" y="80438"/>
                    <a:pt x="263266" y="82992"/>
                    <a:pt x="259432" y="82992"/>
                  </a:cubicBezTo>
                  <a:lnTo>
                    <a:pt x="229399" y="82992"/>
                  </a:lnTo>
                  <a:cubicBezTo>
                    <a:pt x="228121" y="86822"/>
                    <a:pt x="228121" y="90652"/>
                    <a:pt x="227482" y="93844"/>
                  </a:cubicBezTo>
                  <a:cubicBezTo>
                    <a:pt x="231955" y="93844"/>
                    <a:pt x="236428" y="94483"/>
                    <a:pt x="240262" y="97036"/>
                  </a:cubicBezTo>
                  <a:cubicBezTo>
                    <a:pt x="265182" y="110443"/>
                    <a:pt x="296493" y="130872"/>
                    <a:pt x="302244" y="154492"/>
                  </a:cubicBezTo>
                  <a:cubicBezTo>
                    <a:pt x="311190" y="189604"/>
                    <a:pt x="290742" y="224716"/>
                    <a:pt x="256876" y="233015"/>
                  </a:cubicBezTo>
                  <a:close/>
                </a:path>
              </a:pathLst>
            </a:custGeom>
            <a:solidFill>
              <a:srgbClr val="00A3E0"/>
            </a:solidFill>
            <a:ln w="6390" cap="flat">
              <a:noFill/>
              <a:prstDash val="solid"/>
              <a:miter/>
            </a:ln>
          </p:spPr>
          <p:txBody>
            <a:bodyPr rtlCol="0" anchor="ctr"/>
            <a:lstStyle/>
            <a:p>
              <a:endParaRPr lang="en-US"/>
            </a:p>
          </p:txBody>
        </p:sp>
        <p:sp>
          <p:nvSpPr>
            <p:cNvPr id="816" name="Graphic 4">
              <a:extLst>
                <a:ext uri="{FF2B5EF4-FFF2-40B4-BE49-F238E27FC236}">
                  <a16:creationId xmlns:a16="http://schemas.microsoft.com/office/drawing/2014/main" id="{BB07751D-A037-384D-A666-9E07003BAF97}"/>
                </a:ext>
              </a:extLst>
            </p:cNvPr>
            <p:cNvSpPr/>
            <p:nvPr/>
          </p:nvSpPr>
          <p:spPr>
            <a:xfrm>
              <a:off x="5311954" y="4016964"/>
              <a:ext cx="74762" cy="29580"/>
            </a:xfrm>
            <a:custGeom>
              <a:avLst/>
              <a:gdLst>
                <a:gd name="connsiteX0" fmla="*/ 0 w 74762"/>
                <a:gd name="connsiteY0" fmla="*/ 19791 h 29580"/>
                <a:gd name="connsiteX1" fmla="*/ 41535 w 74762"/>
                <a:gd name="connsiteY1" fmla="*/ 28090 h 29580"/>
                <a:gd name="connsiteX2" fmla="*/ 74762 w 74762"/>
                <a:gd name="connsiteY2" fmla="*/ 0 h 29580"/>
                <a:gd name="connsiteX3" fmla="*/ 0 w 74762"/>
                <a:gd name="connsiteY3" fmla="*/ 19791 h 29580"/>
              </a:gdLst>
              <a:ahLst/>
              <a:cxnLst>
                <a:cxn ang="0">
                  <a:pos x="connsiteX0" y="connsiteY0"/>
                </a:cxn>
                <a:cxn ang="0">
                  <a:pos x="connsiteX1" y="connsiteY1"/>
                </a:cxn>
                <a:cxn ang="0">
                  <a:pos x="connsiteX2" y="connsiteY2"/>
                </a:cxn>
                <a:cxn ang="0">
                  <a:pos x="connsiteX3" y="connsiteY3"/>
                </a:cxn>
              </a:cxnLst>
              <a:rect l="l" t="t" r="r" b="b"/>
              <a:pathLst>
                <a:path w="74762" h="29580">
                  <a:moveTo>
                    <a:pt x="0" y="19791"/>
                  </a:moveTo>
                  <a:cubicBezTo>
                    <a:pt x="11502" y="28090"/>
                    <a:pt x="26838" y="31920"/>
                    <a:pt x="41535" y="28090"/>
                  </a:cubicBezTo>
                  <a:cubicBezTo>
                    <a:pt x="56871" y="24259"/>
                    <a:pt x="68372" y="14045"/>
                    <a:pt x="74762" y="0"/>
                  </a:cubicBezTo>
                  <a:lnTo>
                    <a:pt x="0" y="19791"/>
                  </a:lnTo>
                  <a:close/>
                </a:path>
              </a:pathLst>
            </a:custGeom>
            <a:solidFill>
              <a:srgbClr val="00A3E0"/>
            </a:solidFill>
            <a:ln w="6390" cap="flat">
              <a:noFill/>
              <a:prstDash val="solid"/>
              <a:miter/>
            </a:ln>
          </p:spPr>
          <p:txBody>
            <a:bodyPr rtlCol="0" anchor="ctr"/>
            <a:lstStyle/>
            <a:p>
              <a:endParaRPr lang="en-US"/>
            </a:p>
          </p:txBody>
        </p:sp>
      </p:grpSp>
      <p:grpSp>
        <p:nvGrpSpPr>
          <p:cNvPr id="817" name="Graphic 4">
            <a:extLst>
              <a:ext uri="{FF2B5EF4-FFF2-40B4-BE49-F238E27FC236}">
                <a16:creationId xmlns:a16="http://schemas.microsoft.com/office/drawing/2014/main" id="{2F5830B5-6E56-AF45-93FE-ABCEC0064772}"/>
              </a:ext>
            </a:extLst>
          </p:cNvPr>
          <p:cNvGrpSpPr>
            <a:grpSpLocks noChangeAspect="1"/>
          </p:cNvGrpSpPr>
          <p:nvPr/>
        </p:nvGrpSpPr>
        <p:grpSpPr>
          <a:xfrm>
            <a:off x="5099808" y="1893013"/>
            <a:ext cx="361670" cy="361333"/>
            <a:chOff x="5099808" y="1893013"/>
            <a:chExt cx="361670" cy="361333"/>
          </a:xfrm>
          <a:solidFill>
            <a:srgbClr val="00A3E0"/>
          </a:solidFill>
        </p:grpSpPr>
        <p:sp>
          <p:nvSpPr>
            <p:cNvPr id="818" name="Graphic 4">
              <a:extLst>
                <a:ext uri="{FF2B5EF4-FFF2-40B4-BE49-F238E27FC236}">
                  <a16:creationId xmlns:a16="http://schemas.microsoft.com/office/drawing/2014/main" id="{35C297D7-60D9-654D-A77A-6B3C0148DD49}"/>
                </a:ext>
              </a:extLst>
            </p:cNvPr>
            <p:cNvSpPr/>
            <p:nvPr/>
          </p:nvSpPr>
          <p:spPr>
            <a:xfrm>
              <a:off x="5245499" y="2111345"/>
              <a:ext cx="10223" cy="10214"/>
            </a:xfrm>
            <a:custGeom>
              <a:avLst/>
              <a:gdLst>
                <a:gd name="connsiteX0" fmla="*/ 5112 w 10223"/>
                <a:gd name="connsiteY0" fmla="*/ 0 h 10214"/>
                <a:gd name="connsiteX1" fmla="*/ 0 w 10223"/>
                <a:gd name="connsiteY1" fmla="*/ 5107 h 10214"/>
                <a:gd name="connsiteX2" fmla="*/ 5112 w 10223"/>
                <a:gd name="connsiteY2" fmla="*/ 10214 h 10214"/>
                <a:gd name="connsiteX3" fmla="*/ 10224 w 10223"/>
                <a:gd name="connsiteY3" fmla="*/ 5107 h 10214"/>
                <a:gd name="connsiteX4" fmla="*/ 5112 w 10223"/>
                <a:gd name="connsiteY4" fmla="*/ 0 h 10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23" h="10214">
                  <a:moveTo>
                    <a:pt x="5112" y="0"/>
                  </a:moveTo>
                  <a:cubicBezTo>
                    <a:pt x="1917" y="0"/>
                    <a:pt x="0" y="2554"/>
                    <a:pt x="0" y="5107"/>
                  </a:cubicBezTo>
                  <a:cubicBezTo>
                    <a:pt x="0" y="7661"/>
                    <a:pt x="2556" y="10214"/>
                    <a:pt x="5112" y="10214"/>
                  </a:cubicBezTo>
                  <a:cubicBezTo>
                    <a:pt x="8307" y="10214"/>
                    <a:pt x="10224" y="7661"/>
                    <a:pt x="10224" y="5107"/>
                  </a:cubicBezTo>
                  <a:cubicBezTo>
                    <a:pt x="10224" y="2554"/>
                    <a:pt x="7668" y="0"/>
                    <a:pt x="5112" y="0"/>
                  </a:cubicBezTo>
                  <a:close/>
                </a:path>
              </a:pathLst>
            </a:custGeom>
            <a:solidFill>
              <a:srgbClr val="00A3E0"/>
            </a:solidFill>
            <a:ln w="6390" cap="flat">
              <a:noFill/>
              <a:prstDash val="solid"/>
              <a:miter/>
            </a:ln>
          </p:spPr>
          <p:txBody>
            <a:bodyPr rtlCol="0" anchor="ctr"/>
            <a:lstStyle/>
            <a:p>
              <a:endParaRPr lang="en-US"/>
            </a:p>
          </p:txBody>
        </p:sp>
        <p:sp>
          <p:nvSpPr>
            <p:cNvPr id="819" name="Graphic 4">
              <a:extLst>
                <a:ext uri="{FF2B5EF4-FFF2-40B4-BE49-F238E27FC236}">
                  <a16:creationId xmlns:a16="http://schemas.microsoft.com/office/drawing/2014/main" id="{173CAC8E-A18C-9E48-847E-EAF71AF52BC5}"/>
                </a:ext>
              </a:extLst>
            </p:cNvPr>
            <p:cNvSpPr/>
            <p:nvPr/>
          </p:nvSpPr>
          <p:spPr>
            <a:xfrm>
              <a:off x="5262752" y="2062827"/>
              <a:ext cx="64538" cy="67064"/>
            </a:xfrm>
            <a:custGeom>
              <a:avLst/>
              <a:gdLst>
                <a:gd name="connsiteX0" fmla="*/ 63899 w 64538"/>
                <a:gd name="connsiteY0" fmla="*/ 52987 h 67064"/>
                <a:gd name="connsiteX1" fmla="*/ 29394 w 64538"/>
                <a:gd name="connsiteY1" fmla="*/ 0 h 67064"/>
                <a:gd name="connsiteX2" fmla="*/ 0 w 64538"/>
                <a:gd name="connsiteY2" fmla="*/ 41496 h 67064"/>
                <a:gd name="connsiteX3" fmla="*/ 5751 w 64538"/>
                <a:gd name="connsiteY3" fmla="*/ 54264 h 67064"/>
                <a:gd name="connsiteX4" fmla="*/ 5751 w 64538"/>
                <a:gd name="connsiteY4" fmla="*/ 54902 h 67064"/>
                <a:gd name="connsiteX5" fmla="*/ 64539 w 64538"/>
                <a:gd name="connsiteY5" fmla="*/ 67032 h 67064"/>
                <a:gd name="connsiteX6" fmla="*/ 63899 w 64538"/>
                <a:gd name="connsiteY6" fmla="*/ 58094 h 67064"/>
                <a:gd name="connsiteX7" fmla="*/ 63899 w 64538"/>
                <a:gd name="connsiteY7" fmla="*/ 52987 h 67064"/>
                <a:gd name="connsiteX8" fmla="*/ 53037 w 64538"/>
                <a:gd name="connsiteY8" fmla="*/ 55541 h 67064"/>
                <a:gd name="connsiteX9" fmla="*/ 46647 w 64538"/>
                <a:gd name="connsiteY9" fmla="*/ 61286 h 67064"/>
                <a:gd name="connsiteX10" fmla="*/ 46008 w 64538"/>
                <a:gd name="connsiteY10" fmla="*/ 61286 h 67064"/>
                <a:gd name="connsiteX11" fmla="*/ 40257 w 64538"/>
                <a:gd name="connsiteY11" fmla="*/ 54264 h 67064"/>
                <a:gd name="connsiteX12" fmla="*/ 40257 w 64538"/>
                <a:gd name="connsiteY12" fmla="*/ 52349 h 67064"/>
                <a:gd name="connsiteX13" fmla="*/ 39618 w 64538"/>
                <a:gd name="connsiteY13" fmla="*/ 47241 h 67064"/>
                <a:gd name="connsiteX14" fmla="*/ 31950 w 64538"/>
                <a:gd name="connsiteY14" fmla="*/ 30643 h 67064"/>
                <a:gd name="connsiteX15" fmla="*/ 28755 w 64538"/>
                <a:gd name="connsiteY15" fmla="*/ 17237 h 67064"/>
                <a:gd name="connsiteX16" fmla="*/ 35145 w 64538"/>
                <a:gd name="connsiteY16" fmla="*/ 10853 h 67064"/>
                <a:gd name="connsiteX17" fmla="*/ 35145 w 64538"/>
                <a:gd name="connsiteY17" fmla="*/ 10853 h 67064"/>
                <a:gd name="connsiteX18" fmla="*/ 41535 w 64538"/>
                <a:gd name="connsiteY18" fmla="*/ 17237 h 67064"/>
                <a:gd name="connsiteX19" fmla="*/ 43452 w 64538"/>
                <a:gd name="connsiteY19" fmla="*/ 25536 h 67064"/>
                <a:gd name="connsiteX20" fmla="*/ 51119 w 64538"/>
                <a:gd name="connsiteY20" fmla="*/ 42134 h 67064"/>
                <a:gd name="connsiteX21" fmla="*/ 53037 w 64538"/>
                <a:gd name="connsiteY21" fmla="*/ 52349 h 67064"/>
                <a:gd name="connsiteX22" fmla="*/ 53037 w 64538"/>
                <a:gd name="connsiteY22" fmla="*/ 55541 h 6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538" h="67064">
                  <a:moveTo>
                    <a:pt x="63899" y="52987"/>
                  </a:moveTo>
                  <a:cubicBezTo>
                    <a:pt x="62622" y="37665"/>
                    <a:pt x="42813" y="12768"/>
                    <a:pt x="29394" y="0"/>
                  </a:cubicBezTo>
                  <a:cubicBezTo>
                    <a:pt x="17253" y="11491"/>
                    <a:pt x="7029" y="25536"/>
                    <a:pt x="0" y="41496"/>
                  </a:cubicBezTo>
                  <a:cubicBezTo>
                    <a:pt x="3195" y="44688"/>
                    <a:pt x="5751" y="49157"/>
                    <a:pt x="5751" y="54264"/>
                  </a:cubicBezTo>
                  <a:cubicBezTo>
                    <a:pt x="5751" y="54264"/>
                    <a:pt x="5751" y="54264"/>
                    <a:pt x="5751" y="54902"/>
                  </a:cubicBezTo>
                  <a:cubicBezTo>
                    <a:pt x="14058" y="58733"/>
                    <a:pt x="35145" y="67670"/>
                    <a:pt x="64539" y="67032"/>
                  </a:cubicBezTo>
                  <a:cubicBezTo>
                    <a:pt x="63899" y="63840"/>
                    <a:pt x="63899" y="60648"/>
                    <a:pt x="63899" y="58094"/>
                  </a:cubicBezTo>
                  <a:cubicBezTo>
                    <a:pt x="63899" y="55541"/>
                    <a:pt x="63899" y="54264"/>
                    <a:pt x="63899" y="52987"/>
                  </a:cubicBezTo>
                  <a:close/>
                  <a:moveTo>
                    <a:pt x="53037" y="55541"/>
                  </a:moveTo>
                  <a:cubicBezTo>
                    <a:pt x="53037" y="58733"/>
                    <a:pt x="49842" y="61286"/>
                    <a:pt x="46647" y="61286"/>
                  </a:cubicBezTo>
                  <a:cubicBezTo>
                    <a:pt x="46647" y="61286"/>
                    <a:pt x="46647" y="61286"/>
                    <a:pt x="46008" y="61286"/>
                  </a:cubicBezTo>
                  <a:cubicBezTo>
                    <a:pt x="42174" y="61286"/>
                    <a:pt x="39618" y="58094"/>
                    <a:pt x="40257" y="54264"/>
                  </a:cubicBezTo>
                  <a:cubicBezTo>
                    <a:pt x="40257" y="53625"/>
                    <a:pt x="40257" y="52987"/>
                    <a:pt x="40257" y="52349"/>
                  </a:cubicBezTo>
                  <a:cubicBezTo>
                    <a:pt x="40257" y="51710"/>
                    <a:pt x="39618" y="48518"/>
                    <a:pt x="39618" y="47241"/>
                  </a:cubicBezTo>
                  <a:lnTo>
                    <a:pt x="31950" y="30643"/>
                  </a:lnTo>
                  <a:cubicBezTo>
                    <a:pt x="30033" y="26813"/>
                    <a:pt x="28755" y="21706"/>
                    <a:pt x="28755" y="17237"/>
                  </a:cubicBezTo>
                  <a:cubicBezTo>
                    <a:pt x="28755" y="13406"/>
                    <a:pt x="31311" y="10853"/>
                    <a:pt x="35145" y="10853"/>
                  </a:cubicBezTo>
                  <a:cubicBezTo>
                    <a:pt x="35145" y="10853"/>
                    <a:pt x="35145" y="10853"/>
                    <a:pt x="35145" y="10853"/>
                  </a:cubicBezTo>
                  <a:cubicBezTo>
                    <a:pt x="38340" y="10853"/>
                    <a:pt x="41535" y="13406"/>
                    <a:pt x="41535" y="17237"/>
                  </a:cubicBezTo>
                  <a:cubicBezTo>
                    <a:pt x="41535" y="19790"/>
                    <a:pt x="42174" y="22982"/>
                    <a:pt x="43452" y="25536"/>
                  </a:cubicBezTo>
                  <a:lnTo>
                    <a:pt x="51119" y="42134"/>
                  </a:lnTo>
                  <a:cubicBezTo>
                    <a:pt x="52398" y="45326"/>
                    <a:pt x="53037" y="51710"/>
                    <a:pt x="53037" y="52349"/>
                  </a:cubicBezTo>
                  <a:cubicBezTo>
                    <a:pt x="53037" y="53625"/>
                    <a:pt x="53037" y="54902"/>
                    <a:pt x="53037" y="55541"/>
                  </a:cubicBezTo>
                  <a:close/>
                </a:path>
              </a:pathLst>
            </a:custGeom>
            <a:solidFill>
              <a:srgbClr val="00A3E0"/>
            </a:solidFill>
            <a:ln w="6390" cap="flat">
              <a:noFill/>
              <a:prstDash val="solid"/>
              <a:miter/>
            </a:ln>
          </p:spPr>
          <p:txBody>
            <a:bodyPr rtlCol="0" anchor="ctr"/>
            <a:lstStyle/>
            <a:p>
              <a:endParaRPr lang="en-US"/>
            </a:p>
          </p:txBody>
        </p:sp>
        <p:sp>
          <p:nvSpPr>
            <p:cNvPr id="820" name="Graphic 4">
              <a:extLst>
                <a:ext uri="{FF2B5EF4-FFF2-40B4-BE49-F238E27FC236}">
                  <a16:creationId xmlns:a16="http://schemas.microsoft.com/office/drawing/2014/main" id="{2394CAE8-AF62-864A-8387-10D712132627}"/>
                </a:ext>
              </a:extLst>
            </p:cNvPr>
            <p:cNvSpPr/>
            <p:nvPr/>
          </p:nvSpPr>
          <p:spPr>
            <a:xfrm>
              <a:off x="5339431" y="2111345"/>
              <a:ext cx="34505" cy="16598"/>
            </a:xfrm>
            <a:custGeom>
              <a:avLst/>
              <a:gdLst>
                <a:gd name="connsiteX0" fmla="*/ 639 w 34505"/>
                <a:gd name="connsiteY0" fmla="*/ 16598 h 16598"/>
                <a:gd name="connsiteX1" fmla="*/ 34506 w 34505"/>
                <a:gd name="connsiteY1" fmla="*/ 8299 h 16598"/>
                <a:gd name="connsiteX2" fmla="*/ 30672 w 34505"/>
                <a:gd name="connsiteY2" fmla="*/ 0 h 16598"/>
                <a:gd name="connsiteX3" fmla="*/ 0 w 34505"/>
                <a:gd name="connsiteY3" fmla="*/ 8938 h 16598"/>
                <a:gd name="connsiteX4" fmla="*/ 639 w 34505"/>
                <a:gd name="connsiteY4" fmla="*/ 16598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5" h="16598">
                  <a:moveTo>
                    <a:pt x="639" y="16598"/>
                  </a:moveTo>
                  <a:cubicBezTo>
                    <a:pt x="11502" y="15322"/>
                    <a:pt x="22365" y="12768"/>
                    <a:pt x="34506" y="8299"/>
                  </a:cubicBezTo>
                  <a:lnTo>
                    <a:pt x="30672" y="0"/>
                  </a:lnTo>
                  <a:cubicBezTo>
                    <a:pt x="21087" y="4469"/>
                    <a:pt x="12141" y="6384"/>
                    <a:pt x="0" y="8938"/>
                  </a:cubicBezTo>
                  <a:cubicBezTo>
                    <a:pt x="0" y="11491"/>
                    <a:pt x="639" y="14045"/>
                    <a:pt x="639" y="16598"/>
                  </a:cubicBezTo>
                  <a:close/>
                </a:path>
              </a:pathLst>
            </a:custGeom>
            <a:solidFill>
              <a:srgbClr val="00A3E0"/>
            </a:solidFill>
            <a:ln w="6390" cap="flat">
              <a:noFill/>
              <a:prstDash val="solid"/>
              <a:miter/>
            </a:ln>
          </p:spPr>
          <p:txBody>
            <a:bodyPr rtlCol="0" anchor="ctr"/>
            <a:lstStyle/>
            <a:p>
              <a:endParaRPr lang="en-US"/>
            </a:p>
          </p:txBody>
        </p:sp>
        <p:sp>
          <p:nvSpPr>
            <p:cNvPr id="821" name="Graphic 4">
              <a:extLst>
                <a:ext uri="{FF2B5EF4-FFF2-40B4-BE49-F238E27FC236}">
                  <a16:creationId xmlns:a16="http://schemas.microsoft.com/office/drawing/2014/main" id="{8C02A4D2-21A3-934B-B946-B63F533CAD66}"/>
                </a:ext>
              </a:extLst>
            </p:cNvPr>
            <p:cNvSpPr/>
            <p:nvPr/>
          </p:nvSpPr>
          <p:spPr>
            <a:xfrm>
              <a:off x="5344543" y="2131135"/>
              <a:ext cx="38978" cy="14056"/>
            </a:xfrm>
            <a:custGeom>
              <a:avLst/>
              <a:gdLst>
                <a:gd name="connsiteX0" fmla="*/ 35145 w 38978"/>
                <a:gd name="connsiteY0" fmla="*/ 0 h 14056"/>
                <a:gd name="connsiteX1" fmla="*/ 0 w 38978"/>
                <a:gd name="connsiteY1" fmla="*/ 8938 h 14056"/>
                <a:gd name="connsiteX2" fmla="*/ 3834 w 38978"/>
                <a:gd name="connsiteY2" fmla="*/ 12130 h 14056"/>
                <a:gd name="connsiteX3" fmla="*/ 38978 w 38978"/>
                <a:gd name="connsiteY3" fmla="*/ 7661 h 14056"/>
                <a:gd name="connsiteX4" fmla="*/ 35145 w 38978"/>
                <a:gd name="connsiteY4" fmla="*/ 0 h 14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978" h="14056">
                  <a:moveTo>
                    <a:pt x="35145" y="0"/>
                  </a:moveTo>
                  <a:cubicBezTo>
                    <a:pt x="23004" y="4469"/>
                    <a:pt x="10863" y="7661"/>
                    <a:pt x="0" y="8938"/>
                  </a:cubicBezTo>
                  <a:cubicBezTo>
                    <a:pt x="1278" y="10214"/>
                    <a:pt x="1917" y="11491"/>
                    <a:pt x="3834" y="12130"/>
                  </a:cubicBezTo>
                  <a:cubicBezTo>
                    <a:pt x="8946" y="14683"/>
                    <a:pt x="18531" y="15960"/>
                    <a:pt x="38978" y="7661"/>
                  </a:cubicBezTo>
                  <a:lnTo>
                    <a:pt x="35145" y="0"/>
                  </a:lnTo>
                  <a:close/>
                </a:path>
              </a:pathLst>
            </a:custGeom>
            <a:solidFill>
              <a:srgbClr val="00A3E0"/>
            </a:solidFill>
            <a:ln w="6390" cap="flat">
              <a:noFill/>
              <a:prstDash val="solid"/>
              <a:miter/>
            </a:ln>
          </p:spPr>
          <p:txBody>
            <a:bodyPr rtlCol="0" anchor="ctr"/>
            <a:lstStyle/>
            <a:p>
              <a:endParaRPr lang="en-US"/>
            </a:p>
          </p:txBody>
        </p:sp>
        <p:sp>
          <p:nvSpPr>
            <p:cNvPr id="822" name="Graphic 4">
              <a:extLst>
                <a:ext uri="{FF2B5EF4-FFF2-40B4-BE49-F238E27FC236}">
                  <a16:creationId xmlns:a16="http://schemas.microsoft.com/office/drawing/2014/main" id="{8794456E-AFAA-764C-A4F6-71D52B55AFE9}"/>
                </a:ext>
              </a:extLst>
            </p:cNvPr>
            <p:cNvSpPr/>
            <p:nvPr/>
          </p:nvSpPr>
          <p:spPr>
            <a:xfrm>
              <a:off x="5099808" y="189301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200005 w 361670"/>
                <a:gd name="connsiteY5" fmla="*/ 259828 h 361333"/>
                <a:gd name="connsiteX6" fmla="*/ 166778 w 361670"/>
                <a:gd name="connsiteY6" fmla="*/ 272596 h 361333"/>
                <a:gd name="connsiteX7" fmla="*/ 134189 w 361670"/>
                <a:gd name="connsiteY7" fmla="*/ 260467 h 361333"/>
                <a:gd name="connsiteX8" fmla="*/ 134189 w 361670"/>
                <a:gd name="connsiteY8" fmla="*/ 260467 h 361333"/>
                <a:gd name="connsiteX9" fmla="*/ 133550 w 361670"/>
                <a:gd name="connsiteY9" fmla="*/ 260467 h 361333"/>
                <a:gd name="connsiteX10" fmla="*/ 132911 w 361670"/>
                <a:gd name="connsiteY10" fmla="*/ 259828 h 361333"/>
                <a:gd name="connsiteX11" fmla="*/ 125882 w 361670"/>
                <a:gd name="connsiteY11" fmla="*/ 257275 h 361333"/>
                <a:gd name="connsiteX12" fmla="*/ 117575 w 361670"/>
                <a:gd name="connsiteY12" fmla="*/ 261105 h 361333"/>
                <a:gd name="connsiteX13" fmla="*/ 101600 w 361670"/>
                <a:gd name="connsiteY13" fmla="*/ 266212 h 361333"/>
                <a:gd name="connsiteX14" fmla="*/ 57509 w 361670"/>
                <a:gd name="connsiteY14" fmla="*/ 185774 h 361333"/>
                <a:gd name="connsiteX15" fmla="*/ 155276 w 361670"/>
                <a:gd name="connsiteY15" fmla="*/ 89376 h 361333"/>
                <a:gd name="connsiteX16" fmla="*/ 228760 w 361670"/>
                <a:gd name="connsiteY16" fmla="*/ 118742 h 361333"/>
                <a:gd name="connsiteX17" fmla="*/ 228760 w 361670"/>
                <a:gd name="connsiteY17" fmla="*/ 127680 h 361333"/>
                <a:gd name="connsiteX18" fmla="*/ 219814 w 361670"/>
                <a:gd name="connsiteY18" fmla="*/ 127680 h 361333"/>
                <a:gd name="connsiteX19" fmla="*/ 155915 w 361670"/>
                <a:gd name="connsiteY19" fmla="*/ 102144 h 361333"/>
                <a:gd name="connsiteX20" fmla="*/ 70929 w 361670"/>
                <a:gd name="connsiteY20" fmla="*/ 186412 h 361333"/>
                <a:gd name="connsiteX21" fmla="*/ 104156 w 361670"/>
                <a:gd name="connsiteY21" fmla="*/ 254083 h 361333"/>
                <a:gd name="connsiteX22" fmla="*/ 111185 w 361670"/>
                <a:gd name="connsiteY22" fmla="*/ 250891 h 361333"/>
                <a:gd name="connsiteX23" fmla="*/ 127160 w 361670"/>
                <a:gd name="connsiteY23" fmla="*/ 244507 h 361333"/>
                <a:gd name="connsiteX24" fmla="*/ 142496 w 361670"/>
                <a:gd name="connsiteY24" fmla="*/ 249614 h 361333"/>
                <a:gd name="connsiteX25" fmla="*/ 142496 w 361670"/>
                <a:gd name="connsiteY25" fmla="*/ 249614 h 361333"/>
                <a:gd name="connsiteX26" fmla="*/ 142496 w 361670"/>
                <a:gd name="connsiteY26" fmla="*/ 249614 h 361333"/>
                <a:gd name="connsiteX27" fmla="*/ 143135 w 361670"/>
                <a:gd name="connsiteY27" fmla="*/ 249614 h 361333"/>
                <a:gd name="connsiteX28" fmla="*/ 143774 w 361670"/>
                <a:gd name="connsiteY28" fmla="*/ 250252 h 361333"/>
                <a:gd name="connsiteX29" fmla="*/ 168056 w 361670"/>
                <a:gd name="connsiteY29" fmla="*/ 259190 h 361333"/>
                <a:gd name="connsiteX30" fmla="*/ 192976 w 361670"/>
                <a:gd name="connsiteY30" fmla="*/ 249614 h 361333"/>
                <a:gd name="connsiteX31" fmla="*/ 201922 w 361670"/>
                <a:gd name="connsiteY31" fmla="*/ 250252 h 361333"/>
                <a:gd name="connsiteX32" fmla="*/ 200005 w 361670"/>
                <a:gd name="connsiteY32" fmla="*/ 259828 h 361333"/>
                <a:gd name="connsiteX33" fmla="*/ 300327 w 361670"/>
                <a:gd name="connsiteY33" fmla="*/ 252806 h 361333"/>
                <a:gd name="connsiteX34" fmla="*/ 256876 w 361670"/>
                <a:gd name="connsiteY34" fmla="*/ 265574 h 361333"/>
                <a:gd name="connsiteX35" fmla="*/ 240901 w 361670"/>
                <a:gd name="connsiteY35" fmla="*/ 261743 h 361333"/>
                <a:gd name="connsiteX36" fmla="*/ 230038 w 361670"/>
                <a:gd name="connsiteY36" fmla="*/ 248975 h 361333"/>
                <a:gd name="connsiteX37" fmla="*/ 222370 w 361670"/>
                <a:gd name="connsiteY37" fmla="*/ 248975 h 361333"/>
                <a:gd name="connsiteX38" fmla="*/ 162943 w 361670"/>
                <a:gd name="connsiteY38" fmla="*/ 236207 h 361333"/>
                <a:gd name="connsiteX39" fmla="*/ 149525 w 361670"/>
                <a:gd name="connsiteY39" fmla="*/ 241953 h 361333"/>
                <a:gd name="connsiteX40" fmla="*/ 131633 w 361670"/>
                <a:gd name="connsiteY40" fmla="*/ 224078 h 361333"/>
                <a:gd name="connsiteX41" fmla="*/ 149525 w 361670"/>
                <a:gd name="connsiteY41" fmla="*/ 206203 h 361333"/>
                <a:gd name="connsiteX42" fmla="*/ 150164 w 361670"/>
                <a:gd name="connsiteY42" fmla="*/ 206203 h 361333"/>
                <a:gd name="connsiteX43" fmla="*/ 260071 w 361670"/>
                <a:gd name="connsiteY43" fmla="*/ 125765 h 361333"/>
                <a:gd name="connsiteX44" fmla="*/ 266460 w 361670"/>
                <a:gd name="connsiteY44" fmla="*/ 132149 h 361333"/>
                <a:gd name="connsiteX45" fmla="*/ 260071 w 361670"/>
                <a:gd name="connsiteY45" fmla="*/ 138533 h 361333"/>
                <a:gd name="connsiteX46" fmla="*/ 200644 w 361670"/>
                <a:gd name="connsiteY46" fmla="*/ 161515 h 361333"/>
                <a:gd name="connsiteX47" fmla="*/ 236428 w 361670"/>
                <a:gd name="connsiteY47" fmla="*/ 215140 h 361333"/>
                <a:gd name="connsiteX48" fmla="*/ 278602 w 361670"/>
                <a:gd name="connsiteY48" fmla="*/ 198542 h 361333"/>
                <a:gd name="connsiteX49" fmla="*/ 287547 w 361670"/>
                <a:gd name="connsiteY49" fmla="*/ 200457 h 361333"/>
                <a:gd name="connsiteX50" fmla="*/ 285630 w 361670"/>
                <a:gd name="connsiteY50" fmla="*/ 209395 h 361333"/>
                <a:gd name="connsiteX51" fmla="*/ 280518 w 361670"/>
                <a:gd name="connsiteY51" fmla="*/ 212587 h 361333"/>
                <a:gd name="connsiteX52" fmla="*/ 284991 w 361670"/>
                <a:gd name="connsiteY52" fmla="*/ 222801 h 361333"/>
                <a:gd name="connsiteX53" fmla="*/ 290742 w 361670"/>
                <a:gd name="connsiteY53" fmla="*/ 220247 h 361333"/>
                <a:gd name="connsiteX54" fmla="*/ 299049 w 361670"/>
                <a:gd name="connsiteY54" fmla="*/ 223439 h 361333"/>
                <a:gd name="connsiteX55" fmla="*/ 295854 w 361670"/>
                <a:gd name="connsiteY55" fmla="*/ 231739 h 361333"/>
                <a:gd name="connsiteX56" fmla="*/ 290103 w 361670"/>
                <a:gd name="connsiteY56" fmla="*/ 234292 h 361333"/>
                <a:gd name="connsiteX57" fmla="*/ 293298 w 361670"/>
                <a:gd name="connsiteY57" fmla="*/ 241953 h 361333"/>
                <a:gd name="connsiteX58" fmla="*/ 301605 w 361670"/>
                <a:gd name="connsiteY58" fmla="*/ 245145 h 361333"/>
                <a:gd name="connsiteX59" fmla="*/ 300327 w 361670"/>
                <a:gd name="connsiteY59" fmla="*/ 252806 h 361333"/>
                <a:gd name="connsiteX60" fmla="*/ 246652 w 361670"/>
                <a:gd name="connsiteY60" fmla="*/ 159600 h 361333"/>
                <a:gd name="connsiteX61" fmla="*/ 235789 w 361670"/>
                <a:gd name="connsiteY61" fmla="*/ 164068 h 361333"/>
                <a:gd name="connsiteX62" fmla="*/ 218536 w 361670"/>
                <a:gd name="connsiteY62" fmla="*/ 166622 h 361333"/>
                <a:gd name="connsiteX63" fmla="*/ 215341 w 361670"/>
                <a:gd name="connsiteY63" fmla="*/ 167260 h 361333"/>
                <a:gd name="connsiteX64" fmla="*/ 209590 w 361670"/>
                <a:gd name="connsiteY64" fmla="*/ 164068 h 361333"/>
                <a:gd name="connsiteX65" fmla="*/ 212146 w 361670"/>
                <a:gd name="connsiteY65" fmla="*/ 155131 h 361333"/>
                <a:gd name="connsiteX66" fmla="*/ 235150 w 361670"/>
                <a:gd name="connsiteY66" fmla="*/ 150662 h 361333"/>
                <a:gd name="connsiteX67" fmla="*/ 238984 w 361670"/>
                <a:gd name="connsiteY67" fmla="*/ 144278 h 361333"/>
                <a:gd name="connsiteX68" fmla="*/ 247291 w 361670"/>
                <a:gd name="connsiteY68" fmla="*/ 147470 h 361333"/>
                <a:gd name="connsiteX69" fmla="*/ 246652 w 361670"/>
                <a:gd name="connsiteY69" fmla="*/ 15960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361670" h="361333">
                  <a:moveTo>
                    <a:pt x="180836" y="0"/>
                  </a:moveTo>
                  <a:cubicBezTo>
                    <a:pt x="80513" y="0"/>
                    <a:pt x="0" y="81077"/>
                    <a:pt x="0" y="180667"/>
                  </a:cubicBezTo>
                  <a:cubicBezTo>
                    <a:pt x="0" y="280257"/>
                    <a:pt x="81152" y="361333"/>
                    <a:pt x="180836" y="361333"/>
                  </a:cubicBezTo>
                  <a:cubicBezTo>
                    <a:pt x="281157" y="361333"/>
                    <a:pt x="361671" y="280257"/>
                    <a:pt x="361671" y="180667"/>
                  </a:cubicBezTo>
                  <a:cubicBezTo>
                    <a:pt x="361671" y="81077"/>
                    <a:pt x="280518" y="0"/>
                    <a:pt x="180836" y="0"/>
                  </a:cubicBezTo>
                  <a:close/>
                  <a:moveTo>
                    <a:pt x="200005" y="259828"/>
                  </a:moveTo>
                  <a:cubicBezTo>
                    <a:pt x="191059" y="268127"/>
                    <a:pt x="178918" y="272596"/>
                    <a:pt x="166778" y="272596"/>
                  </a:cubicBezTo>
                  <a:cubicBezTo>
                    <a:pt x="154637" y="272596"/>
                    <a:pt x="143135" y="268127"/>
                    <a:pt x="134189" y="260467"/>
                  </a:cubicBezTo>
                  <a:cubicBezTo>
                    <a:pt x="134189" y="260467"/>
                    <a:pt x="134189" y="260467"/>
                    <a:pt x="134189" y="260467"/>
                  </a:cubicBezTo>
                  <a:lnTo>
                    <a:pt x="133550" y="260467"/>
                  </a:lnTo>
                  <a:lnTo>
                    <a:pt x="132911" y="259828"/>
                  </a:lnTo>
                  <a:cubicBezTo>
                    <a:pt x="130994" y="258551"/>
                    <a:pt x="128438" y="257275"/>
                    <a:pt x="125882" y="257275"/>
                  </a:cubicBezTo>
                  <a:cubicBezTo>
                    <a:pt x="123326" y="257275"/>
                    <a:pt x="120770" y="258551"/>
                    <a:pt x="117575" y="261105"/>
                  </a:cubicBezTo>
                  <a:cubicBezTo>
                    <a:pt x="113741" y="263659"/>
                    <a:pt x="108629" y="267489"/>
                    <a:pt x="101600" y="266212"/>
                  </a:cubicBezTo>
                  <a:cubicBezTo>
                    <a:pt x="78597" y="263020"/>
                    <a:pt x="56232" y="222163"/>
                    <a:pt x="57509" y="185774"/>
                  </a:cubicBezTo>
                  <a:cubicBezTo>
                    <a:pt x="59427" y="132787"/>
                    <a:pt x="102239" y="90653"/>
                    <a:pt x="155276" y="89376"/>
                  </a:cubicBezTo>
                  <a:cubicBezTo>
                    <a:pt x="182752" y="88737"/>
                    <a:pt x="208951" y="98952"/>
                    <a:pt x="228760" y="118742"/>
                  </a:cubicBezTo>
                  <a:cubicBezTo>
                    <a:pt x="231316" y="121296"/>
                    <a:pt x="231316" y="125126"/>
                    <a:pt x="228760" y="127680"/>
                  </a:cubicBezTo>
                  <a:cubicBezTo>
                    <a:pt x="226204" y="130233"/>
                    <a:pt x="222370" y="130233"/>
                    <a:pt x="219814" y="127680"/>
                  </a:cubicBezTo>
                  <a:cubicBezTo>
                    <a:pt x="202561" y="110443"/>
                    <a:pt x="180196" y="101505"/>
                    <a:pt x="155915" y="102144"/>
                  </a:cubicBezTo>
                  <a:cubicBezTo>
                    <a:pt x="109907" y="103421"/>
                    <a:pt x="72207" y="140448"/>
                    <a:pt x="70929" y="186412"/>
                  </a:cubicBezTo>
                  <a:cubicBezTo>
                    <a:pt x="69650" y="220247"/>
                    <a:pt x="90737" y="252167"/>
                    <a:pt x="104156" y="254083"/>
                  </a:cubicBezTo>
                  <a:cubicBezTo>
                    <a:pt x="106073" y="254083"/>
                    <a:pt x="107990" y="252806"/>
                    <a:pt x="111185" y="250891"/>
                  </a:cubicBezTo>
                  <a:cubicBezTo>
                    <a:pt x="115019" y="248337"/>
                    <a:pt x="120131" y="244507"/>
                    <a:pt x="127160" y="244507"/>
                  </a:cubicBezTo>
                  <a:cubicBezTo>
                    <a:pt x="132911" y="244507"/>
                    <a:pt x="138023" y="246422"/>
                    <a:pt x="142496" y="249614"/>
                  </a:cubicBezTo>
                  <a:lnTo>
                    <a:pt x="142496" y="249614"/>
                  </a:lnTo>
                  <a:cubicBezTo>
                    <a:pt x="142496" y="249614"/>
                    <a:pt x="142496" y="249614"/>
                    <a:pt x="142496" y="249614"/>
                  </a:cubicBezTo>
                  <a:cubicBezTo>
                    <a:pt x="142496" y="249614"/>
                    <a:pt x="142496" y="249614"/>
                    <a:pt x="143135" y="249614"/>
                  </a:cubicBezTo>
                  <a:lnTo>
                    <a:pt x="143774" y="250252"/>
                  </a:lnTo>
                  <a:cubicBezTo>
                    <a:pt x="150164" y="255998"/>
                    <a:pt x="159110" y="259190"/>
                    <a:pt x="168056" y="259190"/>
                  </a:cubicBezTo>
                  <a:cubicBezTo>
                    <a:pt x="177001" y="259190"/>
                    <a:pt x="185947" y="255998"/>
                    <a:pt x="192976" y="249614"/>
                  </a:cubicBezTo>
                  <a:cubicBezTo>
                    <a:pt x="195532" y="247060"/>
                    <a:pt x="199366" y="247699"/>
                    <a:pt x="201922" y="250252"/>
                  </a:cubicBezTo>
                  <a:cubicBezTo>
                    <a:pt x="202561" y="253444"/>
                    <a:pt x="202561" y="257275"/>
                    <a:pt x="200005" y="259828"/>
                  </a:cubicBezTo>
                  <a:close/>
                  <a:moveTo>
                    <a:pt x="300327" y="252806"/>
                  </a:moveTo>
                  <a:cubicBezTo>
                    <a:pt x="282435" y="261743"/>
                    <a:pt x="268377" y="265574"/>
                    <a:pt x="256876" y="265574"/>
                  </a:cubicBezTo>
                  <a:cubicBezTo>
                    <a:pt x="250486" y="265574"/>
                    <a:pt x="245374" y="264297"/>
                    <a:pt x="240901" y="261743"/>
                  </a:cubicBezTo>
                  <a:cubicBezTo>
                    <a:pt x="235789" y="258551"/>
                    <a:pt x="231955" y="254083"/>
                    <a:pt x="230038" y="248975"/>
                  </a:cubicBezTo>
                  <a:cubicBezTo>
                    <a:pt x="227482" y="248975"/>
                    <a:pt x="224926" y="248975"/>
                    <a:pt x="222370" y="248975"/>
                  </a:cubicBezTo>
                  <a:cubicBezTo>
                    <a:pt x="193615" y="248975"/>
                    <a:pt x="172528" y="240676"/>
                    <a:pt x="162943" y="236207"/>
                  </a:cubicBezTo>
                  <a:cubicBezTo>
                    <a:pt x="159748" y="240038"/>
                    <a:pt x="154637" y="241953"/>
                    <a:pt x="149525" y="241953"/>
                  </a:cubicBezTo>
                  <a:cubicBezTo>
                    <a:pt x="139301" y="241953"/>
                    <a:pt x="131633" y="233654"/>
                    <a:pt x="131633" y="224078"/>
                  </a:cubicBezTo>
                  <a:cubicBezTo>
                    <a:pt x="131633" y="214502"/>
                    <a:pt x="139940" y="206203"/>
                    <a:pt x="149525" y="206203"/>
                  </a:cubicBezTo>
                  <a:cubicBezTo>
                    <a:pt x="149525" y="206203"/>
                    <a:pt x="150164" y="206203"/>
                    <a:pt x="150164" y="206203"/>
                  </a:cubicBezTo>
                  <a:cubicBezTo>
                    <a:pt x="170611" y="160238"/>
                    <a:pt x="215980" y="127041"/>
                    <a:pt x="260071" y="125765"/>
                  </a:cubicBezTo>
                  <a:cubicBezTo>
                    <a:pt x="263905" y="125765"/>
                    <a:pt x="266460" y="128318"/>
                    <a:pt x="266460" y="132149"/>
                  </a:cubicBezTo>
                  <a:cubicBezTo>
                    <a:pt x="266460" y="135979"/>
                    <a:pt x="263905" y="138533"/>
                    <a:pt x="260071" y="138533"/>
                  </a:cubicBezTo>
                  <a:cubicBezTo>
                    <a:pt x="239623" y="139171"/>
                    <a:pt x="218536" y="147470"/>
                    <a:pt x="200644" y="161515"/>
                  </a:cubicBezTo>
                  <a:cubicBezTo>
                    <a:pt x="212785" y="173644"/>
                    <a:pt x="231316" y="195988"/>
                    <a:pt x="236428" y="215140"/>
                  </a:cubicBezTo>
                  <a:cubicBezTo>
                    <a:pt x="254320" y="211948"/>
                    <a:pt x="263266" y="208756"/>
                    <a:pt x="278602" y="198542"/>
                  </a:cubicBezTo>
                  <a:cubicBezTo>
                    <a:pt x="281796" y="196627"/>
                    <a:pt x="285630" y="197265"/>
                    <a:pt x="287547" y="200457"/>
                  </a:cubicBezTo>
                  <a:cubicBezTo>
                    <a:pt x="289464" y="203649"/>
                    <a:pt x="288825" y="207479"/>
                    <a:pt x="285630" y="209395"/>
                  </a:cubicBezTo>
                  <a:cubicBezTo>
                    <a:pt x="283713" y="210671"/>
                    <a:pt x="281796" y="211948"/>
                    <a:pt x="280518" y="212587"/>
                  </a:cubicBezTo>
                  <a:lnTo>
                    <a:pt x="284991" y="222801"/>
                  </a:lnTo>
                  <a:cubicBezTo>
                    <a:pt x="286908" y="222163"/>
                    <a:pt x="288825" y="220886"/>
                    <a:pt x="290742" y="220247"/>
                  </a:cubicBezTo>
                  <a:cubicBezTo>
                    <a:pt x="293937" y="218971"/>
                    <a:pt x="297771" y="220247"/>
                    <a:pt x="299049" y="223439"/>
                  </a:cubicBezTo>
                  <a:cubicBezTo>
                    <a:pt x="300327" y="226631"/>
                    <a:pt x="299049" y="230462"/>
                    <a:pt x="295854" y="231739"/>
                  </a:cubicBezTo>
                  <a:cubicBezTo>
                    <a:pt x="293937" y="232377"/>
                    <a:pt x="292020" y="233654"/>
                    <a:pt x="290103" y="234292"/>
                  </a:cubicBezTo>
                  <a:lnTo>
                    <a:pt x="293298" y="241953"/>
                  </a:lnTo>
                  <a:cubicBezTo>
                    <a:pt x="296493" y="240676"/>
                    <a:pt x="300327" y="241953"/>
                    <a:pt x="301605" y="245145"/>
                  </a:cubicBezTo>
                  <a:cubicBezTo>
                    <a:pt x="304800" y="247060"/>
                    <a:pt x="303522" y="250891"/>
                    <a:pt x="300327" y="252806"/>
                  </a:cubicBezTo>
                  <a:close/>
                  <a:moveTo>
                    <a:pt x="246652" y="159600"/>
                  </a:moveTo>
                  <a:cubicBezTo>
                    <a:pt x="244096" y="162792"/>
                    <a:pt x="239623" y="164707"/>
                    <a:pt x="235789" y="164068"/>
                  </a:cubicBezTo>
                  <a:cubicBezTo>
                    <a:pt x="230038" y="163430"/>
                    <a:pt x="223648" y="164068"/>
                    <a:pt x="218536" y="166622"/>
                  </a:cubicBezTo>
                  <a:cubicBezTo>
                    <a:pt x="217897" y="167260"/>
                    <a:pt x="216619" y="167260"/>
                    <a:pt x="215341" y="167260"/>
                  </a:cubicBezTo>
                  <a:cubicBezTo>
                    <a:pt x="212785" y="167260"/>
                    <a:pt x="210868" y="165984"/>
                    <a:pt x="209590" y="164068"/>
                  </a:cubicBezTo>
                  <a:cubicBezTo>
                    <a:pt x="207673" y="160876"/>
                    <a:pt x="208951" y="157046"/>
                    <a:pt x="212146" y="155131"/>
                  </a:cubicBezTo>
                  <a:cubicBezTo>
                    <a:pt x="219175" y="151300"/>
                    <a:pt x="227482" y="150024"/>
                    <a:pt x="235150" y="150662"/>
                  </a:cubicBezTo>
                  <a:cubicBezTo>
                    <a:pt x="235150" y="148108"/>
                    <a:pt x="236428" y="145555"/>
                    <a:pt x="238984" y="144278"/>
                  </a:cubicBezTo>
                  <a:cubicBezTo>
                    <a:pt x="242179" y="143001"/>
                    <a:pt x="246013" y="144278"/>
                    <a:pt x="247291" y="147470"/>
                  </a:cubicBezTo>
                  <a:cubicBezTo>
                    <a:pt x="249847" y="151939"/>
                    <a:pt x="249208" y="156408"/>
                    <a:pt x="246652" y="159600"/>
                  </a:cubicBezTo>
                  <a:close/>
                </a:path>
              </a:pathLst>
            </a:custGeom>
            <a:solidFill>
              <a:srgbClr val="00A3E0"/>
            </a:solidFill>
            <a:ln w="6390" cap="flat">
              <a:noFill/>
              <a:prstDash val="solid"/>
              <a:miter/>
            </a:ln>
          </p:spPr>
          <p:txBody>
            <a:bodyPr rtlCol="0" anchor="ctr"/>
            <a:lstStyle/>
            <a:p>
              <a:endParaRPr lang="en-US"/>
            </a:p>
          </p:txBody>
        </p:sp>
      </p:grpSp>
      <p:grpSp>
        <p:nvGrpSpPr>
          <p:cNvPr id="823" name="Graphic 4">
            <a:extLst>
              <a:ext uri="{FF2B5EF4-FFF2-40B4-BE49-F238E27FC236}">
                <a16:creationId xmlns:a16="http://schemas.microsoft.com/office/drawing/2014/main" id="{8D03C080-01B9-5740-BA63-3BEA7A9A5D95}"/>
              </a:ext>
            </a:extLst>
          </p:cNvPr>
          <p:cNvGrpSpPr>
            <a:grpSpLocks noChangeAspect="1"/>
          </p:cNvGrpSpPr>
          <p:nvPr/>
        </p:nvGrpSpPr>
        <p:grpSpPr>
          <a:xfrm>
            <a:off x="6147119" y="2371173"/>
            <a:ext cx="361670" cy="361333"/>
            <a:chOff x="6147119" y="2371173"/>
            <a:chExt cx="361670" cy="361333"/>
          </a:xfrm>
          <a:solidFill>
            <a:srgbClr val="00A3E0"/>
          </a:solidFill>
        </p:grpSpPr>
        <p:sp>
          <p:nvSpPr>
            <p:cNvPr id="824" name="Graphic 4">
              <a:extLst>
                <a:ext uri="{FF2B5EF4-FFF2-40B4-BE49-F238E27FC236}">
                  <a16:creationId xmlns:a16="http://schemas.microsoft.com/office/drawing/2014/main" id="{A014E57B-7482-3F4B-8877-626DCBBF4C74}"/>
                </a:ext>
              </a:extLst>
            </p:cNvPr>
            <p:cNvSpPr/>
            <p:nvPr/>
          </p:nvSpPr>
          <p:spPr>
            <a:xfrm>
              <a:off x="6320925" y="2583760"/>
              <a:ext cx="100606" cy="34473"/>
            </a:xfrm>
            <a:custGeom>
              <a:avLst/>
              <a:gdLst>
                <a:gd name="connsiteX0" fmla="*/ 42173 w 100606"/>
                <a:gd name="connsiteY0" fmla="*/ 6384 h 34473"/>
                <a:gd name="connsiteX1" fmla="*/ 35145 w 100606"/>
                <a:gd name="connsiteY1" fmla="*/ 5107 h 34473"/>
                <a:gd name="connsiteX2" fmla="*/ 0 w 100606"/>
                <a:gd name="connsiteY2" fmla="*/ 0 h 34473"/>
                <a:gd name="connsiteX3" fmla="*/ 33228 w 100606"/>
                <a:gd name="connsiteY3" fmla="*/ 14683 h 34473"/>
                <a:gd name="connsiteX4" fmla="*/ 39618 w 100606"/>
                <a:gd name="connsiteY4" fmla="*/ 17237 h 34473"/>
                <a:gd name="connsiteX5" fmla="*/ 97127 w 100606"/>
                <a:gd name="connsiteY5" fmla="*/ 34473 h 34473"/>
                <a:gd name="connsiteX6" fmla="*/ 100322 w 100606"/>
                <a:gd name="connsiteY6" fmla="*/ 30005 h 34473"/>
                <a:gd name="connsiteX7" fmla="*/ 100322 w 100606"/>
                <a:gd name="connsiteY7" fmla="*/ 24259 h 34473"/>
                <a:gd name="connsiteX8" fmla="*/ 42173 w 100606"/>
                <a:gd name="connsiteY8" fmla="*/ 6384 h 3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606" h="34473">
                  <a:moveTo>
                    <a:pt x="42173" y="6384"/>
                  </a:moveTo>
                  <a:cubicBezTo>
                    <a:pt x="39618" y="5746"/>
                    <a:pt x="37700" y="5107"/>
                    <a:pt x="35145" y="5107"/>
                  </a:cubicBezTo>
                  <a:lnTo>
                    <a:pt x="0" y="0"/>
                  </a:lnTo>
                  <a:lnTo>
                    <a:pt x="33228" y="14683"/>
                  </a:lnTo>
                  <a:cubicBezTo>
                    <a:pt x="35145" y="15960"/>
                    <a:pt x="37700" y="16598"/>
                    <a:pt x="39618" y="17237"/>
                  </a:cubicBezTo>
                  <a:lnTo>
                    <a:pt x="97127" y="34473"/>
                  </a:lnTo>
                  <a:cubicBezTo>
                    <a:pt x="98405" y="33197"/>
                    <a:pt x="99683" y="31920"/>
                    <a:pt x="100322" y="30005"/>
                  </a:cubicBezTo>
                  <a:cubicBezTo>
                    <a:pt x="100961" y="28089"/>
                    <a:pt x="100322" y="25536"/>
                    <a:pt x="100322" y="24259"/>
                  </a:cubicBezTo>
                  <a:lnTo>
                    <a:pt x="42173" y="6384"/>
                  </a:lnTo>
                  <a:close/>
                </a:path>
              </a:pathLst>
            </a:custGeom>
            <a:solidFill>
              <a:srgbClr val="00A3E0"/>
            </a:solidFill>
            <a:ln w="6390" cap="flat">
              <a:noFill/>
              <a:prstDash val="solid"/>
              <a:miter/>
            </a:ln>
          </p:spPr>
          <p:txBody>
            <a:bodyPr rtlCol="0" anchor="ctr"/>
            <a:lstStyle/>
            <a:p>
              <a:endParaRPr lang="en-US"/>
            </a:p>
          </p:txBody>
        </p:sp>
        <p:sp>
          <p:nvSpPr>
            <p:cNvPr id="825" name="Graphic 4">
              <a:extLst>
                <a:ext uri="{FF2B5EF4-FFF2-40B4-BE49-F238E27FC236}">
                  <a16:creationId xmlns:a16="http://schemas.microsoft.com/office/drawing/2014/main" id="{BBCA4D47-3FA1-B243-A318-41DE9382BF3B}"/>
                </a:ext>
              </a:extLst>
            </p:cNvPr>
            <p:cNvSpPr/>
            <p:nvPr/>
          </p:nvSpPr>
          <p:spPr>
            <a:xfrm>
              <a:off x="6422525" y="2497736"/>
              <a:ext cx="1278" cy="957"/>
            </a:xfrm>
            <a:custGeom>
              <a:avLst/>
              <a:gdLst>
                <a:gd name="connsiteX0" fmla="*/ 0 w 1278"/>
                <a:gd name="connsiteY0" fmla="*/ 479 h 957"/>
                <a:gd name="connsiteX1" fmla="*/ 1278 w 1278"/>
                <a:gd name="connsiteY1" fmla="*/ 479 h 957"/>
                <a:gd name="connsiteX2" fmla="*/ 0 w 1278"/>
                <a:gd name="connsiteY2" fmla="*/ 479 h 957"/>
                <a:gd name="connsiteX3" fmla="*/ 0 w 1278"/>
                <a:gd name="connsiteY3" fmla="*/ 479 h 957"/>
              </a:gdLst>
              <a:ahLst/>
              <a:cxnLst>
                <a:cxn ang="0">
                  <a:pos x="connsiteX0" y="connsiteY0"/>
                </a:cxn>
                <a:cxn ang="0">
                  <a:pos x="connsiteX1" y="connsiteY1"/>
                </a:cxn>
                <a:cxn ang="0">
                  <a:pos x="connsiteX2" y="connsiteY2"/>
                </a:cxn>
                <a:cxn ang="0">
                  <a:pos x="connsiteX3" y="connsiteY3"/>
                </a:cxn>
              </a:cxnLst>
              <a:rect l="l" t="t" r="r" b="b"/>
              <a:pathLst>
                <a:path w="1278" h="957">
                  <a:moveTo>
                    <a:pt x="0" y="479"/>
                  </a:moveTo>
                  <a:cubicBezTo>
                    <a:pt x="0" y="1117"/>
                    <a:pt x="1278" y="1117"/>
                    <a:pt x="1278" y="479"/>
                  </a:cubicBezTo>
                  <a:cubicBezTo>
                    <a:pt x="1278" y="-160"/>
                    <a:pt x="1278" y="-160"/>
                    <a:pt x="0" y="479"/>
                  </a:cubicBezTo>
                  <a:cubicBezTo>
                    <a:pt x="639" y="-160"/>
                    <a:pt x="0" y="-160"/>
                    <a:pt x="0" y="479"/>
                  </a:cubicBezTo>
                  <a:close/>
                </a:path>
              </a:pathLst>
            </a:custGeom>
            <a:solidFill>
              <a:srgbClr val="00A3E0"/>
            </a:solidFill>
            <a:ln w="6390" cap="flat">
              <a:noFill/>
              <a:prstDash val="solid"/>
              <a:miter/>
            </a:ln>
          </p:spPr>
          <p:txBody>
            <a:bodyPr rtlCol="0" anchor="ctr"/>
            <a:lstStyle/>
            <a:p>
              <a:endParaRPr lang="en-US"/>
            </a:p>
          </p:txBody>
        </p:sp>
        <p:sp>
          <p:nvSpPr>
            <p:cNvPr id="826" name="Graphic 4">
              <a:extLst>
                <a:ext uri="{FF2B5EF4-FFF2-40B4-BE49-F238E27FC236}">
                  <a16:creationId xmlns:a16="http://schemas.microsoft.com/office/drawing/2014/main" id="{4E98DE89-BFB4-7144-8C41-41A2CAAB2818}"/>
                </a:ext>
              </a:extLst>
            </p:cNvPr>
            <p:cNvSpPr/>
            <p:nvPr/>
          </p:nvSpPr>
          <p:spPr>
            <a:xfrm>
              <a:off x="6147119"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55597 w 361670"/>
                <a:gd name="connsiteY5" fmla="*/ 146193 h 361333"/>
                <a:gd name="connsiteX6" fmla="*/ 255597 w 361670"/>
                <a:gd name="connsiteY6" fmla="*/ 146193 h 361333"/>
                <a:gd name="connsiteX7" fmla="*/ 265182 w 361670"/>
                <a:gd name="connsiteY7" fmla="*/ 146193 h 361333"/>
                <a:gd name="connsiteX8" fmla="*/ 265182 w 361670"/>
                <a:gd name="connsiteY8" fmla="*/ 155131 h 361333"/>
                <a:gd name="connsiteX9" fmla="*/ 260709 w 361670"/>
                <a:gd name="connsiteY9" fmla="*/ 157046 h 361333"/>
                <a:gd name="connsiteX10" fmla="*/ 256236 w 361670"/>
                <a:gd name="connsiteY10" fmla="*/ 155131 h 361333"/>
                <a:gd name="connsiteX11" fmla="*/ 255597 w 361670"/>
                <a:gd name="connsiteY11" fmla="*/ 146193 h 361333"/>
                <a:gd name="connsiteX12" fmla="*/ 184669 w 361670"/>
                <a:gd name="connsiteY12" fmla="*/ 160238 h 361333"/>
                <a:gd name="connsiteX13" fmla="*/ 192976 w 361670"/>
                <a:gd name="connsiteY13" fmla="*/ 157046 h 361333"/>
                <a:gd name="connsiteX14" fmla="*/ 193615 w 361670"/>
                <a:gd name="connsiteY14" fmla="*/ 157046 h 361333"/>
                <a:gd name="connsiteX15" fmla="*/ 196171 w 361670"/>
                <a:gd name="connsiteY15" fmla="*/ 165345 h 361333"/>
                <a:gd name="connsiteX16" fmla="*/ 190420 w 361670"/>
                <a:gd name="connsiteY16" fmla="*/ 169176 h 361333"/>
                <a:gd name="connsiteX17" fmla="*/ 187864 w 361670"/>
                <a:gd name="connsiteY17" fmla="*/ 168537 h 361333"/>
                <a:gd name="connsiteX18" fmla="*/ 184669 w 361670"/>
                <a:gd name="connsiteY18" fmla="*/ 160238 h 361333"/>
                <a:gd name="connsiteX19" fmla="*/ 154637 w 361670"/>
                <a:gd name="connsiteY19" fmla="*/ 147470 h 361333"/>
                <a:gd name="connsiteX20" fmla="*/ 162943 w 361670"/>
                <a:gd name="connsiteY20" fmla="*/ 144278 h 361333"/>
                <a:gd name="connsiteX21" fmla="*/ 163582 w 361670"/>
                <a:gd name="connsiteY21" fmla="*/ 144278 h 361333"/>
                <a:gd name="connsiteX22" fmla="*/ 166138 w 361670"/>
                <a:gd name="connsiteY22" fmla="*/ 152577 h 361333"/>
                <a:gd name="connsiteX23" fmla="*/ 160387 w 361670"/>
                <a:gd name="connsiteY23" fmla="*/ 156408 h 361333"/>
                <a:gd name="connsiteX24" fmla="*/ 157832 w 361670"/>
                <a:gd name="connsiteY24" fmla="*/ 155769 h 361333"/>
                <a:gd name="connsiteX25" fmla="*/ 154637 w 361670"/>
                <a:gd name="connsiteY25" fmla="*/ 147470 h 361333"/>
                <a:gd name="connsiteX26" fmla="*/ 213424 w 361670"/>
                <a:gd name="connsiteY26" fmla="*/ 176198 h 361333"/>
                <a:gd name="connsiteX27" fmla="*/ 221731 w 361670"/>
                <a:gd name="connsiteY27" fmla="*/ 173006 h 361333"/>
                <a:gd name="connsiteX28" fmla="*/ 222370 w 361670"/>
                <a:gd name="connsiteY28" fmla="*/ 173006 h 361333"/>
                <a:gd name="connsiteX29" fmla="*/ 224926 w 361670"/>
                <a:gd name="connsiteY29" fmla="*/ 181305 h 361333"/>
                <a:gd name="connsiteX30" fmla="*/ 219175 w 361670"/>
                <a:gd name="connsiteY30" fmla="*/ 185135 h 361333"/>
                <a:gd name="connsiteX31" fmla="*/ 216619 w 361670"/>
                <a:gd name="connsiteY31" fmla="*/ 184497 h 361333"/>
                <a:gd name="connsiteX32" fmla="*/ 213424 w 361670"/>
                <a:gd name="connsiteY32" fmla="*/ 176198 h 361333"/>
                <a:gd name="connsiteX33" fmla="*/ 241540 w 361670"/>
                <a:gd name="connsiteY33" fmla="*/ 170452 h 361333"/>
                <a:gd name="connsiteX34" fmla="*/ 249846 w 361670"/>
                <a:gd name="connsiteY34" fmla="*/ 167260 h 361333"/>
                <a:gd name="connsiteX35" fmla="*/ 250486 w 361670"/>
                <a:gd name="connsiteY35" fmla="*/ 167260 h 361333"/>
                <a:gd name="connsiteX36" fmla="*/ 253041 w 361670"/>
                <a:gd name="connsiteY36" fmla="*/ 175560 h 361333"/>
                <a:gd name="connsiteX37" fmla="*/ 247291 w 361670"/>
                <a:gd name="connsiteY37" fmla="*/ 179390 h 361333"/>
                <a:gd name="connsiteX38" fmla="*/ 244735 w 361670"/>
                <a:gd name="connsiteY38" fmla="*/ 178752 h 361333"/>
                <a:gd name="connsiteX39" fmla="*/ 241540 w 361670"/>
                <a:gd name="connsiteY39" fmla="*/ 170452 h 361333"/>
                <a:gd name="connsiteX40" fmla="*/ 238345 w 361670"/>
                <a:gd name="connsiteY40" fmla="*/ 196627 h 361333"/>
                <a:gd name="connsiteX41" fmla="*/ 246651 w 361670"/>
                <a:gd name="connsiteY41" fmla="*/ 193435 h 361333"/>
                <a:gd name="connsiteX42" fmla="*/ 247291 w 361670"/>
                <a:gd name="connsiteY42" fmla="*/ 193435 h 361333"/>
                <a:gd name="connsiteX43" fmla="*/ 249846 w 361670"/>
                <a:gd name="connsiteY43" fmla="*/ 201734 h 361333"/>
                <a:gd name="connsiteX44" fmla="*/ 244096 w 361670"/>
                <a:gd name="connsiteY44" fmla="*/ 205564 h 361333"/>
                <a:gd name="connsiteX45" fmla="*/ 241540 w 361670"/>
                <a:gd name="connsiteY45" fmla="*/ 204926 h 361333"/>
                <a:gd name="connsiteX46" fmla="*/ 238345 w 361670"/>
                <a:gd name="connsiteY46" fmla="*/ 196627 h 361333"/>
                <a:gd name="connsiteX47" fmla="*/ 130355 w 361670"/>
                <a:gd name="connsiteY47" fmla="*/ 134064 h 361333"/>
                <a:gd name="connsiteX48" fmla="*/ 130355 w 361670"/>
                <a:gd name="connsiteY48" fmla="*/ 134064 h 361333"/>
                <a:gd name="connsiteX49" fmla="*/ 135467 w 361670"/>
                <a:gd name="connsiteY49" fmla="*/ 141724 h 361333"/>
                <a:gd name="connsiteX50" fmla="*/ 129077 w 361670"/>
                <a:gd name="connsiteY50" fmla="*/ 146832 h 361333"/>
                <a:gd name="connsiteX51" fmla="*/ 127799 w 361670"/>
                <a:gd name="connsiteY51" fmla="*/ 146832 h 361333"/>
                <a:gd name="connsiteX52" fmla="*/ 122687 w 361670"/>
                <a:gd name="connsiteY52" fmla="*/ 139171 h 361333"/>
                <a:gd name="connsiteX53" fmla="*/ 130355 w 361670"/>
                <a:gd name="connsiteY53" fmla="*/ 134064 h 361333"/>
                <a:gd name="connsiteX54" fmla="*/ 286269 w 361670"/>
                <a:gd name="connsiteY54" fmla="*/ 244507 h 361333"/>
                <a:gd name="connsiteX55" fmla="*/ 286269 w 361670"/>
                <a:gd name="connsiteY55" fmla="*/ 245145 h 361333"/>
                <a:gd name="connsiteX56" fmla="*/ 275406 w 361670"/>
                <a:gd name="connsiteY56" fmla="*/ 258551 h 361333"/>
                <a:gd name="connsiteX57" fmla="*/ 272211 w 361670"/>
                <a:gd name="connsiteY57" fmla="*/ 259190 h 361333"/>
                <a:gd name="connsiteX58" fmla="*/ 270294 w 361670"/>
                <a:gd name="connsiteY58" fmla="*/ 259190 h 361333"/>
                <a:gd name="connsiteX59" fmla="*/ 209590 w 361670"/>
                <a:gd name="connsiteY59" fmla="*/ 241315 h 361333"/>
                <a:gd name="connsiteX60" fmla="*/ 201283 w 361670"/>
                <a:gd name="connsiteY60" fmla="*/ 238123 h 361333"/>
                <a:gd name="connsiteX61" fmla="*/ 135467 w 361670"/>
                <a:gd name="connsiteY61" fmla="*/ 208756 h 361333"/>
                <a:gd name="connsiteX62" fmla="*/ 124604 w 361670"/>
                <a:gd name="connsiteY62" fmla="*/ 204287 h 361333"/>
                <a:gd name="connsiteX63" fmla="*/ 70928 w 361670"/>
                <a:gd name="connsiteY63" fmla="*/ 188966 h 361333"/>
                <a:gd name="connsiteX64" fmla="*/ 65816 w 361670"/>
                <a:gd name="connsiteY64" fmla="*/ 191519 h 361333"/>
                <a:gd name="connsiteX65" fmla="*/ 63899 w 361670"/>
                <a:gd name="connsiteY65" fmla="*/ 191519 h 361333"/>
                <a:gd name="connsiteX66" fmla="*/ 59426 w 361670"/>
                <a:gd name="connsiteY66" fmla="*/ 183859 h 361333"/>
                <a:gd name="connsiteX67" fmla="*/ 61982 w 361670"/>
                <a:gd name="connsiteY67" fmla="*/ 174921 h 361333"/>
                <a:gd name="connsiteX68" fmla="*/ 69650 w 361670"/>
                <a:gd name="connsiteY68" fmla="*/ 170452 h 361333"/>
                <a:gd name="connsiteX69" fmla="*/ 74123 w 361670"/>
                <a:gd name="connsiteY69" fmla="*/ 176836 h 361333"/>
                <a:gd name="connsiteX70" fmla="*/ 127160 w 361670"/>
                <a:gd name="connsiteY70" fmla="*/ 192158 h 361333"/>
                <a:gd name="connsiteX71" fmla="*/ 136745 w 361670"/>
                <a:gd name="connsiteY71" fmla="*/ 193435 h 361333"/>
                <a:gd name="connsiteX72" fmla="*/ 143135 w 361670"/>
                <a:gd name="connsiteY72" fmla="*/ 194073 h 361333"/>
                <a:gd name="connsiteX73" fmla="*/ 210229 w 361670"/>
                <a:gd name="connsiteY73" fmla="*/ 204287 h 361333"/>
                <a:gd name="connsiteX74" fmla="*/ 218536 w 361670"/>
                <a:gd name="connsiteY74" fmla="*/ 206203 h 361333"/>
                <a:gd name="connsiteX75" fmla="*/ 279240 w 361670"/>
                <a:gd name="connsiteY75" fmla="*/ 223439 h 361333"/>
                <a:gd name="connsiteX76" fmla="*/ 283074 w 361670"/>
                <a:gd name="connsiteY76" fmla="*/ 226631 h 361333"/>
                <a:gd name="connsiteX77" fmla="*/ 286269 w 361670"/>
                <a:gd name="connsiteY77" fmla="*/ 244507 h 361333"/>
                <a:gd name="connsiteX78" fmla="*/ 276045 w 361670"/>
                <a:gd name="connsiteY78" fmla="*/ 139171 h 361333"/>
                <a:gd name="connsiteX79" fmla="*/ 263904 w 361670"/>
                <a:gd name="connsiteY79" fmla="*/ 127041 h 361333"/>
                <a:gd name="connsiteX80" fmla="*/ 276045 w 361670"/>
                <a:gd name="connsiteY80" fmla="*/ 114912 h 361333"/>
                <a:gd name="connsiteX81" fmla="*/ 288186 w 361670"/>
                <a:gd name="connsiteY81" fmla="*/ 127041 h 361333"/>
                <a:gd name="connsiteX82" fmla="*/ 276045 w 361670"/>
                <a:gd name="connsiteY82" fmla="*/ 13917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255597" y="146193"/>
                  </a:moveTo>
                  <a:cubicBezTo>
                    <a:pt x="255597" y="146193"/>
                    <a:pt x="256236" y="145555"/>
                    <a:pt x="255597" y="146193"/>
                  </a:cubicBezTo>
                  <a:cubicBezTo>
                    <a:pt x="258154" y="143640"/>
                    <a:pt x="262626" y="143640"/>
                    <a:pt x="265182" y="146193"/>
                  </a:cubicBezTo>
                  <a:cubicBezTo>
                    <a:pt x="267739" y="148747"/>
                    <a:pt x="267739" y="152577"/>
                    <a:pt x="265182" y="155131"/>
                  </a:cubicBezTo>
                  <a:cubicBezTo>
                    <a:pt x="263904" y="156408"/>
                    <a:pt x="261987" y="157046"/>
                    <a:pt x="260709" y="157046"/>
                  </a:cubicBezTo>
                  <a:cubicBezTo>
                    <a:pt x="259431" y="157046"/>
                    <a:pt x="257514" y="156408"/>
                    <a:pt x="256236" y="155131"/>
                  </a:cubicBezTo>
                  <a:cubicBezTo>
                    <a:pt x="253681" y="152577"/>
                    <a:pt x="253681" y="148747"/>
                    <a:pt x="255597" y="146193"/>
                  </a:cubicBezTo>
                  <a:close/>
                  <a:moveTo>
                    <a:pt x="184669" y="160238"/>
                  </a:moveTo>
                  <a:cubicBezTo>
                    <a:pt x="185947" y="157046"/>
                    <a:pt x="189781" y="155769"/>
                    <a:pt x="192976" y="157046"/>
                  </a:cubicBezTo>
                  <a:cubicBezTo>
                    <a:pt x="192976" y="157046"/>
                    <a:pt x="193615" y="157046"/>
                    <a:pt x="193615" y="157046"/>
                  </a:cubicBezTo>
                  <a:cubicBezTo>
                    <a:pt x="196810" y="158323"/>
                    <a:pt x="198088" y="162153"/>
                    <a:pt x="196171" y="165345"/>
                  </a:cubicBezTo>
                  <a:cubicBezTo>
                    <a:pt x="194893" y="167899"/>
                    <a:pt x="192976" y="169176"/>
                    <a:pt x="190420" y="169176"/>
                  </a:cubicBezTo>
                  <a:cubicBezTo>
                    <a:pt x="189781" y="169176"/>
                    <a:pt x="188503" y="169176"/>
                    <a:pt x="187864" y="168537"/>
                  </a:cubicBezTo>
                  <a:cubicBezTo>
                    <a:pt x="184669" y="167260"/>
                    <a:pt x="183391" y="163430"/>
                    <a:pt x="184669" y="160238"/>
                  </a:cubicBezTo>
                  <a:close/>
                  <a:moveTo>
                    <a:pt x="154637" y="147470"/>
                  </a:moveTo>
                  <a:cubicBezTo>
                    <a:pt x="155915" y="144278"/>
                    <a:pt x="159748" y="143001"/>
                    <a:pt x="162943" y="144278"/>
                  </a:cubicBezTo>
                  <a:cubicBezTo>
                    <a:pt x="162943" y="144278"/>
                    <a:pt x="163582" y="144278"/>
                    <a:pt x="163582" y="144278"/>
                  </a:cubicBezTo>
                  <a:cubicBezTo>
                    <a:pt x="166777" y="145555"/>
                    <a:pt x="168055" y="149385"/>
                    <a:pt x="166138" y="152577"/>
                  </a:cubicBezTo>
                  <a:cubicBezTo>
                    <a:pt x="164860" y="155131"/>
                    <a:pt x="162943" y="156408"/>
                    <a:pt x="160387" y="156408"/>
                  </a:cubicBezTo>
                  <a:cubicBezTo>
                    <a:pt x="159748" y="156408"/>
                    <a:pt x="158470" y="156408"/>
                    <a:pt x="157832" y="155769"/>
                  </a:cubicBezTo>
                  <a:cubicBezTo>
                    <a:pt x="154637" y="154492"/>
                    <a:pt x="153358" y="150662"/>
                    <a:pt x="154637" y="147470"/>
                  </a:cubicBezTo>
                  <a:close/>
                  <a:moveTo>
                    <a:pt x="213424" y="176198"/>
                  </a:moveTo>
                  <a:cubicBezTo>
                    <a:pt x="214702" y="173006"/>
                    <a:pt x="218536" y="171729"/>
                    <a:pt x="221731" y="173006"/>
                  </a:cubicBezTo>
                  <a:cubicBezTo>
                    <a:pt x="221731" y="173006"/>
                    <a:pt x="222370" y="173006"/>
                    <a:pt x="222370" y="173006"/>
                  </a:cubicBezTo>
                  <a:cubicBezTo>
                    <a:pt x="225565" y="174283"/>
                    <a:pt x="226843" y="178113"/>
                    <a:pt x="224926" y="181305"/>
                  </a:cubicBezTo>
                  <a:cubicBezTo>
                    <a:pt x="223648" y="183859"/>
                    <a:pt x="221731" y="185135"/>
                    <a:pt x="219175" y="185135"/>
                  </a:cubicBezTo>
                  <a:cubicBezTo>
                    <a:pt x="218536" y="185135"/>
                    <a:pt x="217258" y="185135"/>
                    <a:pt x="216619" y="184497"/>
                  </a:cubicBezTo>
                  <a:cubicBezTo>
                    <a:pt x="213424" y="183220"/>
                    <a:pt x="212146" y="179390"/>
                    <a:pt x="213424" y="176198"/>
                  </a:cubicBezTo>
                  <a:close/>
                  <a:moveTo>
                    <a:pt x="241540" y="170452"/>
                  </a:moveTo>
                  <a:cubicBezTo>
                    <a:pt x="242818" y="167260"/>
                    <a:pt x="246651" y="165984"/>
                    <a:pt x="249846" y="167260"/>
                  </a:cubicBezTo>
                  <a:cubicBezTo>
                    <a:pt x="249846" y="167260"/>
                    <a:pt x="250486" y="167260"/>
                    <a:pt x="250486" y="167260"/>
                  </a:cubicBezTo>
                  <a:cubicBezTo>
                    <a:pt x="253681" y="168537"/>
                    <a:pt x="254959" y="172368"/>
                    <a:pt x="253041" y="175560"/>
                  </a:cubicBezTo>
                  <a:cubicBezTo>
                    <a:pt x="251764" y="178113"/>
                    <a:pt x="249846" y="179390"/>
                    <a:pt x="247291" y="179390"/>
                  </a:cubicBezTo>
                  <a:cubicBezTo>
                    <a:pt x="246651" y="179390"/>
                    <a:pt x="245374" y="179390"/>
                    <a:pt x="244735" y="178752"/>
                  </a:cubicBezTo>
                  <a:cubicBezTo>
                    <a:pt x="241540" y="177475"/>
                    <a:pt x="240261" y="173644"/>
                    <a:pt x="241540" y="170452"/>
                  </a:cubicBezTo>
                  <a:close/>
                  <a:moveTo>
                    <a:pt x="238345" y="196627"/>
                  </a:moveTo>
                  <a:cubicBezTo>
                    <a:pt x="239623" y="193435"/>
                    <a:pt x="243456" y="192158"/>
                    <a:pt x="246651" y="193435"/>
                  </a:cubicBezTo>
                  <a:cubicBezTo>
                    <a:pt x="246651" y="193435"/>
                    <a:pt x="247291" y="193435"/>
                    <a:pt x="247291" y="193435"/>
                  </a:cubicBezTo>
                  <a:cubicBezTo>
                    <a:pt x="250486" y="194711"/>
                    <a:pt x="251764" y="198542"/>
                    <a:pt x="249846" y="201734"/>
                  </a:cubicBezTo>
                  <a:cubicBezTo>
                    <a:pt x="248569" y="204287"/>
                    <a:pt x="246651" y="205564"/>
                    <a:pt x="244096" y="205564"/>
                  </a:cubicBezTo>
                  <a:cubicBezTo>
                    <a:pt x="243456" y="205564"/>
                    <a:pt x="242179" y="205564"/>
                    <a:pt x="241540" y="204926"/>
                  </a:cubicBezTo>
                  <a:cubicBezTo>
                    <a:pt x="238345" y="203649"/>
                    <a:pt x="237067" y="199819"/>
                    <a:pt x="238345" y="196627"/>
                  </a:cubicBezTo>
                  <a:close/>
                  <a:moveTo>
                    <a:pt x="130355" y="134064"/>
                  </a:moveTo>
                  <a:cubicBezTo>
                    <a:pt x="130355" y="134064"/>
                    <a:pt x="130994" y="134064"/>
                    <a:pt x="130355" y="134064"/>
                  </a:cubicBezTo>
                  <a:cubicBezTo>
                    <a:pt x="134189" y="134702"/>
                    <a:pt x="136745" y="138533"/>
                    <a:pt x="135467" y="141724"/>
                  </a:cubicBezTo>
                  <a:cubicBezTo>
                    <a:pt x="134828" y="144916"/>
                    <a:pt x="132272" y="146832"/>
                    <a:pt x="129077" y="146832"/>
                  </a:cubicBezTo>
                  <a:cubicBezTo>
                    <a:pt x="128438" y="146832"/>
                    <a:pt x="128438" y="146832"/>
                    <a:pt x="127799" y="146832"/>
                  </a:cubicBezTo>
                  <a:cubicBezTo>
                    <a:pt x="124604" y="146193"/>
                    <a:pt x="122048" y="143001"/>
                    <a:pt x="122687" y="139171"/>
                  </a:cubicBezTo>
                  <a:cubicBezTo>
                    <a:pt x="123965" y="135979"/>
                    <a:pt x="127160" y="133425"/>
                    <a:pt x="130355" y="134064"/>
                  </a:cubicBezTo>
                  <a:close/>
                  <a:moveTo>
                    <a:pt x="286269" y="244507"/>
                  </a:moveTo>
                  <a:cubicBezTo>
                    <a:pt x="286269" y="244507"/>
                    <a:pt x="286269" y="245145"/>
                    <a:pt x="286269" y="245145"/>
                  </a:cubicBezTo>
                  <a:cubicBezTo>
                    <a:pt x="283713" y="253444"/>
                    <a:pt x="276684" y="257913"/>
                    <a:pt x="275406" y="258551"/>
                  </a:cubicBezTo>
                  <a:cubicBezTo>
                    <a:pt x="274128" y="259190"/>
                    <a:pt x="273489" y="259190"/>
                    <a:pt x="272211" y="259190"/>
                  </a:cubicBezTo>
                  <a:cubicBezTo>
                    <a:pt x="271572" y="259190"/>
                    <a:pt x="270934" y="259190"/>
                    <a:pt x="270294" y="259190"/>
                  </a:cubicBezTo>
                  <a:lnTo>
                    <a:pt x="209590" y="241315"/>
                  </a:lnTo>
                  <a:cubicBezTo>
                    <a:pt x="207034" y="240676"/>
                    <a:pt x="203839" y="239399"/>
                    <a:pt x="201283" y="238123"/>
                  </a:cubicBezTo>
                  <a:lnTo>
                    <a:pt x="135467" y="208756"/>
                  </a:lnTo>
                  <a:cubicBezTo>
                    <a:pt x="131633" y="206841"/>
                    <a:pt x="127799" y="205564"/>
                    <a:pt x="124604" y="204287"/>
                  </a:cubicBezTo>
                  <a:lnTo>
                    <a:pt x="70928" y="188966"/>
                  </a:lnTo>
                  <a:cubicBezTo>
                    <a:pt x="69650" y="190881"/>
                    <a:pt x="67733" y="191519"/>
                    <a:pt x="65816" y="191519"/>
                  </a:cubicBezTo>
                  <a:cubicBezTo>
                    <a:pt x="65177" y="191519"/>
                    <a:pt x="64538" y="191519"/>
                    <a:pt x="63899" y="191519"/>
                  </a:cubicBezTo>
                  <a:cubicBezTo>
                    <a:pt x="60704" y="190243"/>
                    <a:pt x="58788" y="187051"/>
                    <a:pt x="59426" y="183859"/>
                  </a:cubicBezTo>
                  <a:lnTo>
                    <a:pt x="61982" y="174921"/>
                  </a:lnTo>
                  <a:cubicBezTo>
                    <a:pt x="63261" y="171729"/>
                    <a:pt x="66456" y="169814"/>
                    <a:pt x="69650" y="170452"/>
                  </a:cubicBezTo>
                  <a:cubicBezTo>
                    <a:pt x="72206" y="171091"/>
                    <a:pt x="74123" y="174283"/>
                    <a:pt x="74123" y="176836"/>
                  </a:cubicBezTo>
                  <a:lnTo>
                    <a:pt x="127160" y="192158"/>
                  </a:lnTo>
                  <a:cubicBezTo>
                    <a:pt x="129716" y="192796"/>
                    <a:pt x="132911" y="193435"/>
                    <a:pt x="136745" y="193435"/>
                  </a:cubicBezTo>
                  <a:cubicBezTo>
                    <a:pt x="138662" y="193435"/>
                    <a:pt x="141217" y="194073"/>
                    <a:pt x="143135" y="194073"/>
                  </a:cubicBezTo>
                  <a:lnTo>
                    <a:pt x="210229" y="204287"/>
                  </a:lnTo>
                  <a:cubicBezTo>
                    <a:pt x="213424" y="204926"/>
                    <a:pt x="215980" y="205564"/>
                    <a:pt x="218536" y="206203"/>
                  </a:cubicBezTo>
                  <a:lnTo>
                    <a:pt x="279240" y="223439"/>
                  </a:lnTo>
                  <a:cubicBezTo>
                    <a:pt x="281157" y="224078"/>
                    <a:pt x="282435" y="225355"/>
                    <a:pt x="283074" y="226631"/>
                  </a:cubicBezTo>
                  <a:cubicBezTo>
                    <a:pt x="284352" y="228547"/>
                    <a:pt x="288186" y="236207"/>
                    <a:pt x="286269" y="244507"/>
                  </a:cubicBezTo>
                  <a:close/>
                  <a:moveTo>
                    <a:pt x="276045" y="139171"/>
                  </a:moveTo>
                  <a:cubicBezTo>
                    <a:pt x="269016" y="139171"/>
                    <a:pt x="263904" y="133425"/>
                    <a:pt x="263904" y="127041"/>
                  </a:cubicBezTo>
                  <a:cubicBezTo>
                    <a:pt x="263904" y="120657"/>
                    <a:pt x="269655" y="114912"/>
                    <a:pt x="276045" y="114912"/>
                  </a:cubicBezTo>
                  <a:cubicBezTo>
                    <a:pt x="283074" y="114912"/>
                    <a:pt x="288186" y="120657"/>
                    <a:pt x="288186" y="127041"/>
                  </a:cubicBezTo>
                  <a:cubicBezTo>
                    <a:pt x="288186" y="133425"/>
                    <a:pt x="283074" y="139171"/>
                    <a:pt x="276045" y="139171"/>
                  </a:cubicBezTo>
                  <a:close/>
                </a:path>
              </a:pathLst>
            </a:custGeom>
            <a:solidFill>
              <a:srgbClr val="00A3E0"/>
            </a:solidFill>
            <a:ln w="6390" cap="flat">
              <a:noFill/>
              <a:prstDash val="solid"/>
              <a:miter/>
            </a:ln>
          </p:spPr>
          <p:txBody>
            <a:bodyPr rtlCol="0" anchor="ctr"/>
            <a:lstStyle/>
            <a:p>
              <a:endParaRPr lang="en-US"/>
            </a:p>
          </p:txBody>
        </p:sp>
      </p:grpSp>
      <p:grpSp>
        <p:nvGrpSpPr>
          <p:cNvPr id="827" name="Graphic 4">
            <a:extLst>
              <a:ext uri="{FF2B5EF4-FFF2-40B4-BE49-F238E27FC236}">
                <a16:creationId xmlns:a16="http://schemas.microsoft.com/office/drawing/2014/main" id="{8A4F6803-BDDC-6349-B44C-192BAACE1F29}"/>
              </a:ext>
            </a:extLst>
          </p:cNvPr>
          <p:cNvGrpSpPr>
            <a:grpSpLocks noChangeAspect="1"/>
          </p:cNvGrpSpPr>
          <p:nvPr/>
        </p:nvGrpSpPr>
        <p:grpSpPr>
          <a:xfrm>
            <a:off x="6147119" y="1893013"/>
            <a:ext cx="361670" cy="361333"/>
            <a:chOff x="6147119" y="1893013"/>
            <a:chExt cx="361670" cy="361333"/>
          </a:xfrm>
          <a:solidFill>
            <a:srgbClr val="00A3E0"/>
          </a:solidFill>
        </p:grpSpPr>
        <p:sp>
          <p:nvSpPr>
            <p:cNvPr id="829" name="Graphic 4">
              <a:extLst>
                <a:ext uri="{FF2B5EF4-FFF2-40B4-BE49-F238E27FC236}">
                  <a16:creationId xmlns:a16="http://schemas.microsoft.com/office/drawing/2014/main" id="{55AEC0A1-ACA8-AE45-8FAB-77E8B6EB2BBD}"/>
                </a:ext>
              </a:extLst>
            </p:cNvPr>
            <p:cNvSpPr/>
            <p:nvPr/>
          </p:nvSpPr>
          <p:spPr>
            <a:xfrm>
              <a:off x="6312619" y="2020692"/>
              <a:ext cx="58787" cy="62563"/>
            </a:xfrm>
            <a:custGeom>
              <a:avLst/>
              <a:gdLst>
                <a:gd name="connsiteX0" fmla="*/ 52397 w 58787"/>
                <a:gd name="connsiteY0" fmla="*/ 0 h 62563"/>
                <a:gd name="connsiteX1" fmla="*/ 17892 w 58787"/>
                <a:gd name="connsiteY1" fmla="*/ 37665 h 62563"/>
                <a:gd name="connsiteX2" fmla="*/ 14058 w 58787"/>
                <a:gd name="connsiteY2" fmla="*/ 42134 h 62563"/>
                <a:gd name="connsiteX3" fmla="*/ 0 w 58787"/>
                <a:gd name="connsiteY3" fmla="*/ 62563 h 62563"/>
                <a:gd name="connsiteX4" fmla="*/ 19170 w 58787"/>
                <a:gd name="connsiteY4" fmla="*/ 46603 h 62563"/>
                <a:gd name="connsiteX5" fmla="*/ 23642 w 58787"/>
                <a:gd name="connsiteY5" fmla="*/ 42134 h 62563"/>
                <a:gd name="connsiteX6" fmla="*/ 58787 w 58787"/>
                <a:gd name="connsiteY6" fmla="*/ 4469 h 62563"/>
                <a:gd name="connsiteX7" fmla="*/ 56870 w 58787"/>
                <a:gd name="connsiteY7" fmla="*/ 1277 h 62563"/>
                <a:gd name="connsiteX8" fmla="*/ 52397 w 58787"/>
                <a:gd name="connsiteY8" fmla="*/ 0 h 6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87" h="62563">
                  <a:moveTo>
                    <a:pt x="52397" y="0"/>
                  </a:moveTo>
                  <a:lnTo>
                    <a:pt x="17892" y="37665"/>
                  </a:lnTo>
                  <a:cubicBezTo>
                    <a:pt x="16614" y="38942"/>
                    <a:pt x="15336" y="40857"/>
                    <a:pt x="14058" y="42134"/>
                  </a:cubicBezTo>
                  <a:lnTo>
                    <a:pt x="0" y="62563"/>
                  </a:lnTo>
                  <a:lnTo>
                    <a:pt x="19170" y="46603"/>
                  </a:lnTo>
                  <a:cubicBezTo>
                    <a:pt x="20447" y="45326"/>
                    <a:pt x="22365" y="44049"/>
                    <a:pt x="23642" y="42134"/>
                  </a:cubicBezTo>
                  <a:lnTo>
                    <a:pt x="58787" y="4469"/>
                  </a:lnTo>
                  <a:cubicBezTo>
                    <a:pt x="58148" y="3192"/>
                    <a:pt x="57509" y="1915"/>
                    <a:pt x="56870" y="1277"/>
                  </a:cubicBezTo>
                  <a:cubicBezTo>
                    <a:pt x="54953" y="638"/>
                    <a:pt x="53675" y="0"/>
                    <a:pt x="52397" y="0"/>
                  </a:cubicBezTo>
                  <a:close/>
                </a:path>
              </a:pathLst>
            </a:custGeom>
            <a:solidFill>
              <a:srgbClr val="00A3E0"/>
            </a:solidFill>
            <a:ln w="6390" cap="flat">
              <a:noFill/>
              <a:prstDash val="solid"/>
              <a:miter/>
            </a:ln>
          </p:spPr>
          <p:txBody>
            <a:bodyPr rtlCol="0" anchor="ctr"/>
            <a:lstStyle/>
            <a:p>
              <a:endParaRPr lang="en-US"/>
            </a:p>
          </p:txBody>
        </p:sp>
        <p:sp>
          <p:nvSpPr>
            <p:cNvPr id="830" name="Graphic 4">
              <a:extLst>
                <a:ext uri="{FF2B5EF4-FFF2-40B4-BE49-F238E27FC236}">
                  <a16:creationId xmlns:a16="http://schemas.microsoft.com/office/drawing/2014/main" id="{866EE2DA-C811-6749-BCE9-8802A519FD9E}"/>
                </a:ext>
              </a:extLst>
            </p:cNvPr>
            <p:cNvSpPr/>
            <p:nvPr/>
          </p:nvSpPr>
          <p:spPr>
            <a:xfrm>
              <a:off x="6147119"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82435 w 361670"/>
                <a:gd name="connsiteY5" fmla="*/ 195988 h 361333"/>
                <a:gd name="connsiteX6" fmla="*/ 282435 w 361670"/>
                <a:gd name="connsiteY6" fmla="*/ 195988 h 361333"/>
                <a:gd name="connsiteX7" fmla="*/ 276045 w 361670"/>
                <a:gd name="connsiteY7" fmla="*/ 203011 h 361333"/>
                <a:gd name="connsiteX8" fmla="*/ 269655 w 361670"/>
                <a:gd name="connsiteY8" fmla="*/ 196627 h 361333"/>
                <a:gd name="connsiteX9" fmla="*/ 276045 w 361670"/>
                <a:gd name="connsiteY9" fmla="*/ 190243 h 361333"/>
                <a:gd name="connsiteX10" fmla="*/ 282435 w 361670"/>
                <a:gd name="connsiteY10" fmla="*/ 195988 h 361333"/>
                <a:gd name="connsiteX11" fmla="*/ 279240 w 361670"/>
                <a:gd name="connsiteY11" fmla="*/ 164068 h 361333"/>
                <a:gd name="connsiteX12" fmla="*/ 279240 w 361670"/>
                <a:gd name="connsiteY12" fmla="*/ 164068 h 361333"/>
                <a:gd name="connsiteX13" fmla="*/ 272850 w 361670"/>
                <a:gd name="connsiteY13" fmla="*/ 171091 h 361333"/>
                <a:gd name="connsiteX14" fmla="*/ 266460 w 361670"/>
                <a:gd name="connsiteY14" fmla="*/ 164707 h 361333"/>
                <a:gd name="connsiteX15" fmla="*/ 272850 w 361670"/>
                <a:gd name="connsiteY15" fmla="*/ 158323 h 361333"/>
                <a:gd name="connsiteX16" fmla="*/ 279240 w 361670"/>
                <a:gd name="connsiteY16" fmla="*/ 164068 h 361333"/>
                <a:gd name="connsiteX17" fmla="*/ 248569 w 361670"/>
                <a:gd name="connsiteY17" fmla="*/ 108528 h 361333"/>
                <a:gd name="connsiteX18" fmla="*/ 248569 w 361670"/>
                <a:gd name="connsiteY18" fmla="*/ 108528 h 361333"/>
                <a:gd name="connsiteX19" fmla="*/ 242179 w 361670"/>
                <a:gd name="connsiteY19" fmla="*/ 115550 h 361333"/>
                <a:gd name="connsiteX20" fmla="*/ 235789 w 361670"/>
                <a:gd name="connsiteY20" fmla="*/ 109166 h 361333"/>
                <a:gd name="connsiteX21" fmla="*/ 242179 w 361670"/>
                <a:gd name="connsiteY21" fmla="*/ 102782 h 361333"/>
                <a:gd name="connsiteX22" fmla="*/ 248569 w 361670"/>
                <a:gd name="connsiteY22" fmla="*/ 108528 h 361333"/>
                <a:gd name="connsiteX23" fmla="*/ 222370 w 361670"/>
                <a:gd name="connsiteY23" fmla="*/ 90014 h 361333"/>
                <a:gd name="connsiteX24" fmla="*/ 222370 w 361670"/>
                <a:gd name="connsiteY24" fmla="*/ 90014 h 361333"/>
                <a:gd name="connsiteX25" fmla="*/ 215980 w 361670"/>
                <a:gd name="connsiteY25" fmla="*/ 97037 h 361333"/>
                <a:gd name="connsiteX26" fmla="*/ 209590 w 361670"/>
                <a:gd name="connsiteY26" fmla="*/ 90653 h 361333"/>
                <a:gd name="connsiteX27" fmla="*/ 215980 w 361670"/>
                <a:gd name="connsiteY27" fmla="*/ 84269 h 361333"/>
                <a:gd name="connsiteX28" fmla="*/ 222370 w 361670"/>
                <a:gd name="connsiteY28" fmla="*/ 90014 h 361333"/>
                <a:gd name="connsiteX29" fmla="*/ 185308 w 361670"/>
                <a:gd name="connsiteY29" fmla="*/ 74054 h 361333"/>
                <a:gd name="connsiteX30" fmla="*/ 185308 w 361670"/>
                <a:gd name="connsiteY30" fmla="*/ 74054 h 361333"/>
                <a:gd name="connsiteX31" fmla="*/ 191059 w 361670"/>
                <a:gd name="connsiteY31" fmla="*/ 81077 h 361333"/>
                <a:gd name="connsiteX32" fmla="*/ 184669 w 361670"/>
                <a:gd name="connsiteY32" fmla="*/ 86822 h 361333"/>
                <a:gd name="connsiteX33" fmla="*/ 184030 w 361670"/>
                <a:gd name="connsiteY33" fmla="*/ 86822 h 361333"/>
                <a:gd name="connsiteX34" fmla="*/ 178279 w 361670"/>
                <a:gd name="connsiteY34" fmla="*/ 79800 h 361333"/>
                <a:gd name="connsiteX35" fmla="*/ 185308 w 361670"/>
                <a:gd name="connsiteY35" fmla="*/ 74054 h 361333"/>
                <a:gd name="connsiteX36" fmla="*/ 235150 w 361670"/>
                <a:gd name="connsiteY36" fmla="*/ 139171 h 361333"/>
                <a:gd name="connsiteX37" fmla="*/ 198088 w 361670"/>
                <a:gd name="connsiteY37" fmla="*/ 179390 h 361333"/>
                <a:gd name="connsiteX38" fmla="*/ 192337 w 361670"/>
                <a:gd name="connsiteY38" fmla="*/ 184497 h 361333"/>
                <a:gd name="connsiteX39" fmla="*/ 144412 w 361670"/>
                <a:gd name="connsiteY39" fmla="*/ 224078 h 361333"/>
                <a:gd name="connsiteX40" fmla="*/ 136745 w 361670"/>
                <a:gd name="connsiteY40" fmla="*/ 231100 h 361333"/>
                <a:gd name="connsiteX41" fmla="*/ 104795 w 361670"/>
                <a:gd name="connsiteY41" fmla="*/ 266212 h 361333"/>
                <a:gd name="connsiteX42" fmla="*/ 103517 w 361670"/>
                <a:gd name="connsiteY42" fmla="*/ 273235 h 361333"/>
                <a:gd name="connsiteX43" fmla="*/ 99044 w 361670"/>
                <a:gd name="connsiteY43" fmla="*/ 275150 h 361333"/>
                <a:gd name="connsiteX44" fmla="*/ 94571 w 361670"/>
                <a:gd name="connsiteY44" fmla="*/ 273235 h 361333"/>
                <a:gd name="connsiteX45" fmla="*/ 88820 w 361670"/>
                <a:gd name="connsiteY45" fmla="*/ 267489 h 361333"/>
                <a:gd name="connsiteX46" fmla="*/ 88820 w 361670"/>
                <a:gd name="connsiteY46" fmla="*/ 258551 h 361333"/>
                <a:gd name="connsiteX47" fmla="*/ 95849 w 361670"/>
                <a:gd name="connsiteY47" fmla="*/ 257275 h 361333"/>
                <a:gd name="connsiteX48" fmla="*/ 127799 w 361670"/>
                <a:gd name="connsiteY48" fmla="*/ 222163 h 361333"/>
                <a:gd name="connsiteX49" fmla="*/ 132272 w 361670"/>
                <a:gd name="connsiteY49" fmla="*/ 215779 h 361333"/>
                <a:gd name="connsiteX50" fmla="*/ 135467 w 361670"/>
                <a:gd name="connsiteY50" fmla="*/ 211310 h 361333"/>
                <a:gd name="connsiteX51" fmla="*/ 169333 w 361670"/>
                <a:gd name="connsiteY51" fmla="*/ 163430 h 361333"/>
                <a:gd name="connsiteX52" fmla="*/ 174445 w 361670"/>
                <a:gd name="connsiteY52" fmla="*/ 157684 h 361333"/>
                <a:gd name="connsiteX53" fmla="*/ 211507 w 361670"/>
                <a:gd name="connsiteY53" fmla="*/ 117465 h 361333"/>
                <a:gd name="connsiteX54" fmla="*/ 215980 w 361670"/>
                <a:gd name="connsiteY54" fmla="*/ 115550 h 361333"/>
                <a:gd name="connsiteX55" fmla="*/ 215980 w 361670"/>
                <a:gd name="connsiteY55" fmla="*/ 115550 h 361333"/>
                <a:gd name="connsiteX56" fmla="*/ 230677 w 361670"/>
                <a:gd name="connsiteY56" fmla="*/ 120657 h 361333"/>
                <a:gd name="connsiteX57" fmla="*/ 231316 w 361670"/>
                <a:gd name="connsiteY57" fmla="*/ 121296 h 361333"/>
                <a:gd name="connsiteX58" fmla="*/ 237706 w 361670"/>
                <a:gd name="connsiteY58" fmla="*/ 135341 h 361333"/>
                <a:gd name="connsiteX59" fmla="*/ 235150 w 361670"/>
                <a:gd name="connsiteY59" fmla="*/ 139171 h 361333"/>
                <a:gd name="connsiteX60" fmla="*/ 256236 w 361670"/>
                <a:gd name="connsiteY60" fmla="*/ 137256 h 361333"/>
                <a:gd name="connsiteX61" fmla="*/ 258792 w 361670"/>
                <a:gd name="connsiteY61" fmla="*/ 128318 h 361333"/>
                <a:gd name="connsiteX62" fmla="*/ 267099 w 361670"/>
                <a:gd name="connsiteY62" fmla="*/ 130872 h 361333"/>
                <a:gd name="connsiteX63" fmla="*/ 267099 w 361670"/>
                <a:gd name="connsiteY63" fmla="*/ 130872 h 361333"/>
                <a:gd name="connsiteX64" fmla="*/ 264544 w 361670"/>
                <a:gd name="connsiteY64" fmla="*/ 139809 h 361333"/>
                <a:gd name="connsiteX65" fmla="*/ 261349 w 361670"/>
                <a:gd name="connsiteY65" fmla="*/ 140448 h 361333"/>
                <a:gd name="connsiteX66" fmla="*/ 256236 w 361670"/>
                <a:gd name="connsiteY66" fmla="*/ 137256 h 361333"/>
                <a:gd name="connsiteX67" fmla="*/ 276045 w 361670"/>
                <a:gd name="connsiteY67" fmla="*/ 234292 h 361333"/>
                <a:gd name="connsiteX68" fmla="*/ 264544 w 361670"/>
                <a:gd name="connsiteY68" fmla="*/ 222801 h 361333"/>
                <a:gd name="connsiteX69" fmla="*/ 276045 w 361670"/>
                <a:gd name="connsiteY69" fmla="*/ 211310 h 361333"/>
                <a:gd name="connsiteX70" fmla="*/ 287547 w 361670"/>
                <a:gd name="connsiteY70" fmla="*/ 222801 h 361333"/>
                <a:gd name="connsiteX71" fmla="*/ 276045 w 361670"/>
                <a:gd name="connsiteY71" fmla="*/ 23429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close/>
                  <a:moveTo>
                    <a:pt x="282435" y="195988"/>
                  </a:moveTo>
                  <a:cubicBezTo>
                    <a:pt x="282435" y="195988"/>
                    <a:pt x="282435" y="196627"/>
                    <a:pt x="282435" y="195988"/>
                  </a:cubicBezTo>
                  <a:cubicBezTo>
                    <a:pt x="282435" y="199819"/>
                    <a:pt x="279879" y="203011"/>
                    <a:pt x="276045" y="203011"/>
                  </a:cubicBezTo>
                  <a:cubicBezTo>
                    <a:pt x="272211" y="203011"/>
                    <a:pt x="269655" y="200457"/>
                    <a:pt x="269655" y="196627"/>
                  </a:cubicBezTo>
                  <a:cubicBezTo>
                    <a:pt x="269655" y="193435"/>
                    <a:pt x="272211" y="190243"/>
                    <a:pt x="276045" y="190243"/>
                  </a:cubicBezTo>
                  <a:cubicBezTo>
                    <a:pt x="279879" y="189604"/>
                    <a:pt x="282435" y="192796"/>
                    <a:pt x="282435" y="195988"/>
                  </a:cubicBezTo>
                  <a:close/>
                  <a:moveTo>
                    <a:pt x="279240" y="164068"/>
                  </a:moveTo>
                  <a:cubicBezTo>
                    <a:pt x="279240" y="164068"/>
                    <a:pt x="279240" y="164707"/>
                    <a:pt x="279240" y="164068"/>
                  </a:cubicBezTo>
                  <a:cubicBezTo>
                    <a:pt x="279240" y="167899"/>
                    <a:pt x="276684" y="171091"/>
                    <a:pt x="272850" y="171091"/>
                  </a:cubicBezTo>
                  <a:cubicBezTo>
                    <a:pt x="269016" y="171091"/>
                    <a:pt x="266460" y="168537"/>
                    <a:pt x="266460" y="164707"/>
                  </a:cubicBezTo>
                  <a:cubicBezTo>
                    <a:pt x="266460" y="161515"/>
                    <a:pt x="269016" y="158323"/>
                    <a:pt x="272850" y="158323"/>
                  </a:cubicBezTo>
                  <a:cubicBezTo>
                    <a:pt x="276045" y="157684"/>
                    <a:pt x="279240" y="160876"/>
                    <a:pt x="279240" y="164068"/>
                  </a:cubicBezTo>
                  <a:close/>
                  <a:moveTo>
                    <a:pt x="248569" y="108528"/>
                  </a:moveTo>
                  <a:cubicBezTo>
                    <a:pt x="248569" y="108528"/>
                    <a:pt x="248569" y="109166"/>
                    <a:pt x="248569" y="108528"/>
                  </a:cubicBezTo>
                  <a:cubicBezTo>
                    <a:pt x="248569" y="112358"/>
                    <a:pt x="246013" y="115550"/>
                    <a:pt x="242179" y="115550"/>
                  </a:cubicBezTo>
                  <a:cubicBezTo>
                    <a:pt x="238345" y="115550"/>
                    <a:pt x="235789" y="112997"/>
                    <a:pt x="235789" y="109166"/>
                  </a:cubicBezTo>
                  <a:cubicBezTo>
                    <a:pt x="235789" y="105974"/>
                    <a:pt x="238345" y="102782"/>
                    <a:pt x="242179" y="102782"/>
                  </a:cubicBezTo>
                  <a:cubicBezTo>
                    <a:pt x="246013" y="102144"/>
                    <a:pt x="248569" y="105336"/>
                    <a:pt x="248569" y="108528"/>
                  </a:cubicBezTo>
                  <a:close/>
                  <a:moveTo>
                    <a:pt x="222370" y="90014"/>
                  </a:moveTo>
                  <a:cubicBezTo>
                    <a:pt x="222370" y="90014"/>
                    <a:pt x="222370" y="90653"/>
                    <a:pt x="222370" y="90014"/>
                  </a:cubicBezTo>
                  <a:cubicBezTo>
                    <a:pt x="222370" y="93845"/>
                    <a:pt x="219814" y="97037"/>
                    <a:pt x="215980" y="97037"/>
                  </a:cubicBezTo>
                  <a:cubicBezTo>
                    <a:pt x="212146" y="97037"/>
                    <a:pt x="209590" y="94483"/>
                    <a:pt x="209590" y="90653"/>
                  </a:cubicBezTo>
                  <a:cubicBezTo>
                    <a:pt x="209590" y="87461"/>
                    <a:pt x="212146" y="84269"/>
                    <a:pt x="215980" y="84269"/>
                  </a:cubicBezTo>
                  <a:cubicBezTo>
                    <a:pt x="219175" y="83630"/>
                    <a:pt x="222370" y="86822"/>
                    <a:pt x="222370" y="90014"/>
                  </a:cubicBezTo>
                  <a:close/>
                  <a:moveTo>
                    <a:pt x="185308" y="74054"/>
                  </a:moveTo>
                  <a:cubicBezTo>
                    <a:pt x="185308" y="74054"/>
                    <a:pt x="185947" y="74693"/>
                    <a:pt x="185308" y="74054"/>
                  </a:cubicBezTo>
                  <a:cubicBezTo>
                    <a:pt x="189142" y="74693"/>
                    <a:pt x="191698" y="77885"/>
                    <a:pt x="191059" y="81077"/>
                  </a:cubicBezTo>
                  <a:cubicBezTo>
                    <a:pt x="190420" y="84269"/>
                    <a:pt x="187864" y="86822"/>
                    <a:pt x="184669" y="86822"/>
                  </a:cubicBezTo>
                  <a:cubicBezTo>
                    <a:pt x="184669" y="86822"/>
                    <a:pt x="184030" y="86822"/>
                    <a:pt x="184030" y="86822"/>
                  </a:cubicBezTo>
                  <a:cubicBezTo>
                    <a:pt x="180835" y="86184"/>
                    <a:pt x="178279" y="82992"/>
                    <a:pt x="178279" y="79800"/>
                  </a:cubicBezTo>
                  <a:cubicBezTo>
                    <a:pt x="178918" y="76608"/>
                    <a:pt x="182113" y="74054"/>
                    <a:pt x="185308" y="74054"/>
                  </a:cubicBezTo>
                  <a:close/>
                  <a:moveTo>
                    <a:pt x="235150" y="139171"/>
                  </a:moveTo>
                  <a:lnTo>
                    <a:pt x="198088" y="179390"/>
                  </a:lnTo>
                  <a:cubicBezTo>
                    <a:pt x="196171" y="181305"/>
                    <a:pt x="194254" y="183220"/>
                    <a:pt x="192337" y="184497"/>
                  </a:cubicBezTo>
                  <a:lnTo>
                    <a:pt x="144412" y="224078"/>
                  </a:lnTo>
                  <a:cubicBezTo>
                    <a:pt x="141857" y="225993"/>
                    <a:pt x="138662" y="228547"/>
                    <a:pt x="136745" y="231100"/>
                  </a:cubicBezTo>
                  <a:lnTo>
                    <a:pt x="104795" y="266212"/>
                  </a:lnTo>
                  <a:cubicBezTo>
                    <a:pt x="106073" y="268766"/>
                    <a:pt x="105434" y="271319"/>
                    <a:pt x="103517" y="273235"/>
                  </a:cubicBezTo>
                  <a:cubicBezTo>
                    <a:pt x="102239" y="274511"/>
                    <a:pt x="100322" y="275150"/>
                    <a:pt x="99044" y="275150"/>
                  </a:cubicBezTo>
                  <a:cubicBezTo>
                    <a:pt x="97766" y="275150"/>
                    <a:pt x="95849" y="274511"/>
                    <a:pt x="94571" y="273235"/>
                  </a:cubicBezTo>
                  <a:lnTo>
                    <a:pt x="88820" y="267489"/>
                  </a:lnTo>
                  <a:cubicBezTo>
                    <a:pt x="86264" y="264935"/>
                    <a:pt x="86264" y="261105"/>
                    <a:pt x="88820" y="258551"/>
                  </a:cubicBezTo>
                  <a:cubicBezTo>
                    <a:pt x="90737" y="256636"/>
                    <a:pt x="93293" y="255998"/>
                    <a:pt x="95849" y="257275"/>
                  </a:cubicBezTo>
                  <a:lnTo>
                    <a:pt x="127799" y="222163"/>
                  </a:lnTo>
                  <a:cubicBezTo>
                    <a:pt x="129716" y="220247"/>
                    <a:pt x="130994" y="218332"/>
                    <a:pt x="132272" y="215779"/>
                  </a:cubicBezTo>
                  <a:cubicBezTo>
                    <a:pt x="133550" y="214502"/>
                    <a:pt x="134189" y="212587"/>
                    <a:pt x="135467" y="211310"/>
                  </a:cubicBezTo>
                  <a:lnTo>
                    <a:pt x="169333" y="163430"/>
                  </a:lnTo>
                  <a:cubicBezTo>
                    <a:pt x="170611" y="161515"/>
                    <a:pt x="172528" y="159600"/>
                    <a:pt x="174445" y="157684"/>
                  </a:cubicBezTo>
                  <a:lnTo>
                    <a:pt x="211507" y="117465"/>
                  </a:lnTo>
                  <a:cubicBezTo>
                    <a:pt x="212785" y="116189"/>
                    <a:pt x="214702" y="115550"/>
                    <a:pt x="215980" y="115550"/>
                  </a:cubicBezTo>
                  <a:cubicBezTo>
                    <a:pt x="215980" y="115550"/>
                    <a:pt x="215980" y="115550"/>
                    <a:pt x="215980" y="115550"/>
                  </a:cubicBezTo>
                  <a:cubicBezTo>
                    <a:pt x="217258" y="115550"/>
                    <a:pt x="224926" y="115550"/>
                    <a:pt x="230677" y="120657"/>
                  </a:cubicBezTo>
                  <a:cubicBezTo>
                    <a:pt x="230677" y="120657"/>
                    <a:pt x="231316" y="121296"/>
                    <a:pt x="231316" y="121296"/>
                  </a:cubicBezTo>
                  <a:cubicBezTo>
                    <a:pt x="237067" y="126403"/>
                    <a:pt x="237706" y="134702"/>
                    <a:pt x="237706" y="135341"/>
                  </a:cubicBezTo>
                  <a:cubicBezTo>
                    <a:pt x="237067" y="135979"/>
                    <a:pt x="236428" y="137894"/>
                    <a:pt x="235150" y="139171"/>
                  </a:cubicBezTo>
                  <a:close/>
                  <a:moveTo>
                    <a:pt x="256236" y="137256"/>
                  </a:moveTo>
                  <a:cubicBezTo>
                    <a:pt x="254319" y="134064"/>
                    <a:pt x="255597" y="130233"/>
                    <a:pt x="258792" y="128318"/>
                  </a:cubicBezTo>
                  <a:cubicBezTo>
                    <a:pt x="261987" y="126403"/>
                    <a:pt x="265821" y="127680"/>
                    <a:pt x="267099" y="130872"/>
                  </a:cubicBezTo>
                  <a:lnTo>
                    <a:pt x="267099" y="130872"/>
                  </a:lnTo>
                  <a:cubicBezTo>
                    <a:pt x="269016" y="134064"/>
                    <a:pt x="267739" y="137894"/>
                    <a:pt x="264544" y="139809"/>
                  </a:cubicBezTo>
                  <a:cubicBezTo>
                    <a:pt x="263904" y="140448"/>
                    <a:pt x="262626" y="140448"/>
                    <a:pt x="261349" y="140448"/>
                  </a:cubicBezTo>
                  <a:cubicBezTo>
                    <a:pt x="259431" y="141086"/>
                    <a:pt x="256876" y="139809"/>
                    <a:pt x="256236" y="137256"/>
                  </a:cubicBezTo>
                  <a:close/>
                  <a:moveTo>
                    <a:pt x="276045" y="234292"/>
                  </a:moveTo>
                  <a:cubicBezTo>
                    <a:pt x="269655" y="234292"/>
                    <a:pt x="264544" y="229185"/>
                    <a:pt x="264544" y="222801"/>
                  </a:cubicBezTo>
                  <a:cubicBezTo>
                    <a:pt x="264544" y="216417"/>
                    <a:pt x="269655" y="211310"/>
                    <a:pt x="276045" y="211310"/>
                  </a:cubicBezTo>
                  <a:cubicBezTo>
                    <a:pt x="282435" y="211310"/>
                    <a:pt x="287547" y="216417"/>
                    <a:pt x="287547" y="222801"/>
                  </a:cubicBezTo>
                  <a:cubicBezTo>
                    <a:pt x="287547" y="229185"/>
                    <a:pt x="282435" y="234292"/>
                    <a:pt x="276045" y="234292"/>
                  </a:cubicBezTo>
                  <a:close/>
                </a:path>
              </a:pathLst>
            </a:custGeom>
            <a:solidFill>
              <a:srgbClr val="00A3E0"/>
            </a:solidFill>
            <a:ln w="6390" cap="flat">
              <a:noFill/>
              <a:prstDash val="solid"/>
              <a:miter/>
            </a:ln>
          </p:spPr>
          <p:txBody>
            <a:bodyPr rtlCol="0" anchor="ctr"/>
            <a:lstStyle/>
            <a:p>
              <a:endParaRPr lang="en-US"/>
            </a:p>
          </p:txBody>
        </p:sp>
      </p:grpSp>
      <p:grpSp>
        <p:nvGrpSpPr>
          <p:cNvPr id="831" name="Graphic 4">
            <a:extLst>
              <a:ext uri="{FF2B5EF4-FFF2-40B4-BE49-F238E27FC236}">
                <a16:creationId xmlns:a16="http://schemas.microsoft.com/office/drawing/2014/main" id="{05C0851C-D808-784D-8BBC-FD67912DD9C0}"/>
              </a:ext>
            </a:extLst>
          </p:cNvPr>
          <p:cNvGrpSpPr>
            <a:grpSpLocks noChangeAspect="1"/>
          </p:cNvGrpSpPr>
          <p:nvPr/>
        </p:nvGrpSpPr>
        <p:grpSpPr>
          <a:xfrm>
            <a:off x="6147119" y="1402085"/>
            <a:ext cx="361670" cy="361333"/>
            <a:chOff x="6147119" y="1402085"/>
            <a:chExt cx="361670" cy="361333"/>
          </a:xfrm>
          <a:solidFill>
            <a:srgbClr val="00A3E0"/>
          </a:solidFill>
        </p:grpSpPr>
        <p:sp>
          <p:nvSpPr>
            <p:cNvPr id="832" name="Graphic 4">
              <a:extLst>
                <a:ext uri="{FF2B5EF4-FFF2-40B4-BE49-F238E27FC236}">
                  <a16:creationId xmlns:a16="http://schemas.microsoft.com/office/drawing/2014/main" id="{D27BC3C2-4AEF-774C-AB76-4F2DFFE42288}"/>
                </a:ext>
              </a:extLst>
            </p:cNvPr>
            <p:cNvSpPr/>
            <p:nvPr/>
          </p:nvSpPr>
          <p:spPr>
            <a:xfrm>
              <a:off x="6313257" y="1561684"/>
              <a:ext cx="74762" cy="46603"/>
            </a:xfrm>
            <a:custGeom>
              <a:avLst/>
              <a:gdLst>
                <a:gd name="connsiteX0" fmla="*/ 25560 w 74762"/>
                <a:gd name="connsiteY0" fmla="*/ 19790 h 46603"/>
                <a:gd name="connsiteX1" fmla="*/ 70289 w 74762"/>
                <a:gd name="connsiteY1" fmla="*/ 46603 h 46603"/>
                <a:gd name="connsiteX2" fmla="*/ 73484 w 74762"/>
                <a:gd name="connsiteY2" fmla="*/ 44049 h 46603"/>
                <a:gd name="connsiteX3" fmla="*/ 74762 w 74762"/>
                <a:gd name="connsiteY3" fmla="*/ 39581 h 46603"/>
                <a:gd name="connsiteX4" fmla="*/ 29394 w 74762"/>
                <a:gd name="connsiteY4" fmla="*/ 12768 h 46603"/>
                <a:gd name="connsiteX5" fmla="*/ 23643 w 74762"/>
                <a:gd name="connsiteY5" fmla="*/ 10214 h 46603"/>
                <a:gd name="connsiteX6" fmla="*/ 0 w 74762"/>
                <a:gd name="connsiteY6" fmla="*/ 0 h 46603"/>
                <a:gd name="connsiteX7" fmla="*/ 20448 w 74762"/>
                <a:gd name="connsiteY7" fmla="*/ 16598 h 46603"/>
                <a:gd name="connsiteX8" fmla="*/ 25560 w 74762"/>
                <a:gd name="connsiteY8" fmla="*/ 19790 h 46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762" h="46603">
                  <a:moveTo>
                    <a:pt x="25560" y="19790"/>
                  </a:moveTo>
                  <a:lnTo>
                    <a:pt x="70289" y="46603"/>
                  </a:lnTo>
                  <a:cubicBezTo>
                    <a:pt x="71567" y="45965"/>
                    <a:pt x="72845" y="44688"/>
                    <a:pt x="73484" y="44049"/>
                  </a:cubicBezTo>
                  <a:cubicBezTo>
                    <a:pt x="74123" y="42773"/>
                    <a:pt x="74123" y="40857"/>
                    <a:pt x="74762" y="39581"/>
                  </a:cubicBezTo>
                  <a:lnTo>
                    <a:pt x="29394" y="12768"/>
                  </a:lnTo>
                  <a:cubicBezTo>
                    <a:pt x="27477" y="11491"/>
                    <a:pt x="25560" y="10853"/>
                    <a:pt x="23643" y="10214"/>
                  </a:cubicBezTo>
                  <a:lnTo>
                    <a:pt x="0" y="0"/>
                  </a:lnTo>
                  <a:lnTo>
                    <a:pt x="20448" y="16598"/>
                  </a:lnTo>
                  <a:cubicBezTo>
                    <a:pt x="21726" y="17237"/>
                    <a:pt x="23643" y="18514"/>
                    <a:pt x="25560" y="19790"/>
                  </a:cubicBezTo>
                  <a:close/>
                </a:path>
              </a:pathLst>
            </a:custGeom>
            <a:solidFill>
              <a:srgbClr val="00A3E0"/>
            </a:solidFill>
            <a:ln w="6390" cap="flat">
              <a:noFill/>
              <a:prstDash val="solid"/>
              <a:miter/>
            </a:ln>
          </p:spPr>
          <p:txBody>
            <a:bodyPr rtlCol="0" anchor="ctr"/>
            <a:lstStyle/>
            <a:p>
              <a:endParaRPr lang="en-US"/>
            </a:p>
          </p:txBody>
        </p:sp>
        <p:sp>
          <p:nvSpPr>
            <p:cNvPr id="833" name="Graphic 4">
              <a:extLst>
                <a:ext uri="{FF2B5EF4-FFF2-40B4-BE49-F238E27FC236}">
                  <a16:creationId xmlns:a16="http://schemas.microsoft.com/office/drawing/2014/main" id="{48CBE97C-6243-6E4D-8C79-D0E04ABA268F}"/>
                </a:ext>
              </a:extLst>
            </p:cNvPr>
            <p:cNvSpPr/>
            <p:nvPr/>
          </p:nvSpPr>
          <p:spPr>
            <a:xfrm>
              <a:off x="6147119"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20770 w 361670"/>
                <a:gd name="connsiteY5" fmla="*/ 139809 h 361333"/>
                <a:gd name="connsiteX6" fmla="*/ 79235 w 361670"/>
                <a:gd name="connsiteY6" fmla="*/ 114912 h 361333"/>
                <a:gd name="connsiteX7" fmla="*/ 75401 w 361670"/>
                <a:gd name="connsiteY7" fmla="*/ 116188 h 361333"/>
                <a:gd name="connsiteX8" fmla="*/ 72206 w 361670"/>
                <a:gd name="connsiteY8" fmla="*/ 115550 h 361333"/>
                <a:gd name="connsiteX9" fmla="*/ 70289 w 361670"/>
                <a:gd name="connsiteY9" fmla="*/ 106612 h 361333"/>
                <a:gd name="connsiteX10" fmla="*/ 74762 w 361670"/>
                <a:gd name="connsiteY10" fmla="*/ 99590 h 361333"/>
                <a:gd name="connsiteX11" fmla="*/ 83708 w 361670"/>
                <a:gd name="connsiteY11" fmla="*/ 97675 h 361333"/>
                <a:gd name="connsiteX12" fmla="*/ 86264 w 361670"/>
                <a:gd name="connsiteY12" fmla="*/ 104697 h 361333"/>
                <a:gd name="connsiteX13" fmla="*/ 127799 w 361670"/>
                <a:gd name="connsiteY13" fmla="*/ 128956 h 361333"/>
                <a:gd name="connsiteX14" fmla="*/ 135467 w 361670"/>
                <a:gd name="connsiteY14" fmla="*/ 132148 h 361333"/>
                <a:gd name="connsiteX15" fmla="*/ 140579 w 361670"/>
                <a:gd name="connsiteY15" fmla="*/ 134064 h 361333"/>
                <a:gd name="connsiteX16" fmla="*/ 195532 w 361670"/>
                <a:gd name="connsiteY16" fmla="*/ 157684 h 361333"/>
                <a:gd name="connsiteX17" fmla="*/ 202561 w 361670"/>
                <a:gd name="connsiteY17" fmla="*/ 161515 h 361333"/>
                <a:gd name="connsiteX18" fmla="*/ 250486 w 361670"/>
                <a:gd name="connsiteY18" fmla="*/ 189604 h 361333"/>
                <a:gd name="connsiteX19" fmla="*/ 253681 w 361670"/>
                <a:gd name="connsiteY19" fmla="*/ 194073 h 361333"/>
                <a:gd name="connsiteX20" fmla="*/ 251764 w 361670"/>
                <a:gd name="connsiteY20" fmla="*/ 209395 h 361333"/>
                <a:gd name="connsiteX21" fmla="*/ 251124 w 361670"/>
                <a:gd name="connsiteY21" fmla="*/ 210033 h 361333"/>
                <a:gd name="connsiteX22" fmla="*/ 238345 w 361670"/>
                <a:gd name="connsiteY22" fmla="*/ 219609 h 361333"/>
                <a:gd name="connsiteX23" fmla="*/ 236428 w 361670"/>
                <a:gd name="connsiteY23" fmla="*/ 219609 h 361333"/>
                <a:gd name="connsiteX24" fmla="*/ 233233 w 361670"/>
                <a:gd name="connsiteY24" fmla="*/ 218971 h 361333"/>
                <a:gd name="connsiteX25" fmla="*/ 185308 w 361670"/>
                <a:gd name="connsiteY25" fmla="*/ 190243 h 361333"/>
                <a:gd name="connsiteX26" fmla="*/ 178918 w 361670"/>
                <a:gd name="connsiteY26" fmla="*/ 185774 h 361333"/>
                <a:gd name="connsiteX27" fmla="*/ 129077 w 361670"/>
                <a:gd name="connsiteY27" fmla="*/ 146193 h 361333"/>
                <a:gd name="connsiteX28" fmla="*/ 120770 w 361670"/>
                <a:gd name="connsiteY28" fmla="*/ 139809 h 361333"/>
                <a:gd name="connsiteX29" fmla="*/ 132911 w 361670"/>
                <a:gd name="connsiteY29" fmla="*/ 216417 h 361333"/>
                <a:gd name="connsiteX30" fmla="*/ 136106 w 361670"/>
                <a:gd name="connsiteY30" fmla="*/ 210033 h 361333"/>
                <a:gd name="connsiteX31" fmla="*/ 171250 w 361670"/>
                <a:gd name="connsiteY31" fmla="*/ 192796 h 361333"/>
                <a:gd name="connsiteX32" fmla="*/ 179557 w 361670"/>
                <a:gd name="connsiteY32" fmla="*/ 195350 h 361333"/>
                <a:gd name="connsiteX33" fmla="*/ 177001 w 361670"/>
                <a:gd name="connsiteY33" fmla="*/ 203649 h 361333"/>
                <a:gd name="connsiteX34" fmla="*/ 157192 w 361670"/>
                <a:gd name="connsiteY34" fmla="*/ 213863 h 361333"/>
                <a:gd name="connsiteX35" fmla="*/ 227482 w 361670"/>
                <a:gd name="connsiteY35" fmla="*/ 233015 h 361333"/>
                <a:gd name="connsiteX36" fmla="*/ 265821 w 361670"/>
                <a:gd name="connsiteY36" fmla="*/ 211948 h 361333"/>
                <a:gd name="connsiteX37" fmla="*/ 263904 w 361670"/>
                <a:gd name="connsiteY37" fmla="*/ 211310 h 361333"/>
                <a:gd name="connsiteX38" fmla="*/ 259431 w 361670"/>
                <a:gd name="connsiteY38" fmla="*/ 203649 h 361333"/>
                <a:gd name="connsiteX39" fmla="*/ 267099 w 361670"/>
                <a:gd name="connsiteY39" fmla="*/ 199180 h 361333"/>
                <a:gd name="connsiteX40" fmla="*/ 284352 w 361670"/>
                <a:gd name="connsiteY40" fmla="*/ 203649 h 361333"/>
                <a:gd name="connsiteX41" fmla="*/ 288825 w 361670"/>
                <a:gd name="connsiteY41" fmla="*/ 208756 h 361333"/>
                <a:gd name="connsiteX42" fmla="*/ 285630 w 361670"/>
                <a:gd name="connsiteY42" fmla="*/ 215140 h 361333"/>
                <a:gd name="connsiteX43" fmla="*/ 231316 w 361670"/>
                <a:gd name="connsiteY43" fmla="*/ 245145 h 361333"/>
                <a:gd name="connsiteX44" fmla="*/ 228121 w 361670"/>
                <a:gd name="connsiteY44" fmla="*/ 245783 h 361333"/>
                <a:gd name="connsiteX45" fmla="*/ 226204 w 361670"/>
                <a:gd name="connsiteY45" fmla="*/ 245783 h 361333"/>
                <a:gd name="connsiteX46" fmla="*/ 137384 w 361670"/>
                <a:gd name="connsiteY46" fmla="*/ 221524 h 361333"/>
                <a:gd name="connsiteX47" fmla="*/ 132911 w 361670"/>
                <a:gd name="connsiteY47" fmla="*/ 216417 h 361333"/>
                <a:gd name="connsiteX48" fmla="*/ 288825 w 361670"/>
                <a:gd name="connsiteY48" fmla="*/ 234931 h 361333"/>
                <a:gd name="connsiteX49" fmla="*/ 234511 w 361670"/>
                <a:gd name="connsiteY49" fmla="*/ 264935 h 361333"/>
                <a:gd name="connsiteX50" fmla="*/ 231316 w 361670"/>
                <a:gd name="connsiteY50" fmla="*/ 265574 h 361333"/>
                <a:gd name="connsiteX51" fmla="*/ 229399 w 361670"/>
                <a:gd name="connsiteY51" fmla="*/ 265574 h 361333"/>
                <a:gd name="connsiteX52" fmla="*/ 140579 w 361670"/>
                <a:gd name="connsiteY52" fmla="*/ 241314 h 361333"/>
                <a:gd name="connsiteX53" fmla="*/ 136106 w 361670"/>
                <a:gd name="connsiteY53" fmla="*/ 233654 h 361333"/>
                <a:gd name="connsiteX54" fmla="*/ 143774 w 361670"/>
                <a:gd name="connsiteY54" fmla="*/ 229185 h 361333"/>
                <a:gd name="connsiteX55" fmla="*/ 230038 w 361670"/>
                <a:gd name="connsiteY55" fmla="*/ 252806 h 361333"/>
                <a:gd name="connsiteX56" fmla="*/ 281796 w 361670"/>
                <a:gd name="connsiteY56" fmla="*/ 224078 h 361333"/>
                <a:gd name="connsiteX57" fmla="*/ 290742 w 361670"/>
                <a:gd name="connsiteY57" fmla="*/ 226631 h 361333"/>
                <a:gd name="connsiteX58" fmla="*/ 288825 w 361670"/>
                <a:gd name="connsiteY58" fmla="*/ 23493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close/>
                  <a:moveTo>
                    <a:pt x="120770" y="139809"/>
                  </a:moveTo>
                  <a:lnTo>
                    <a:pt x="79235" y="114912"/>
                  </a:lnTo>
                  <a:cubicBezTo>
                    <a:pt x="77957" y="115550"/>
                    <a:pt x="76679" y="116188"/>
                    <a:pt x="75401" y="116188"/>
                  </a:cubicBezTo>
                  <a:cubicBezTo>
                    <a:pt x="74123" y="116188"/>
                    <a:pt x="72845" y="116188"/>
                    <a:pt x="72206" y="115550"/>
                  </a:cubicBezTo>
                  <a:cubicBezTo>
                    <a:pt x="69011" y="113635"/>
                    <a:pt x="68372" y="109804"/>
                    <a:pt x="70289" y="106612"/>
                  </a:cubicBezTo>
                  <a:lnTo>
                    <a:pt x="74762" y="99590"/>
                  </a:lnTo>
                  <a:cubicBezTo>
                    <a:pt x="76679" y="96398"/>
                    <a:pt x="80513" y="95760"/>
                    <a:pt x="83708" y="97675"/>
                  </a:cubicBezTo>
                  <a:cubicBezTo>
                    <a:pt x="86264" y="98952"/>
                    <a:pt x="86903" y="102144"/>
                    <a:pt x="86264" y="104697"/>
                  </a:cubicBezTo>
                  <a:lnTo>
                    <a:pt x="127799" y="128956"/>
                  </a:lnTo>
                  <a:cubicBezTo>
                    <a:pt x="129716" y="130233"/>
                    <a:pt x="132272" y="130872"/>
                    <a:pt x="135467" y="132148"/>
                  </a:cubicBezTo>
                  <a:cubicBezTo>
                    <a:pt x="137384" y="132787"/>
                    <a:pt x="138662" y="133425"/>
                    <a:pt x="140579" y="134064"/>
                  </a:cubicBezTo>
                  <a:lnTo>
                    <a:pt x="195532" y="157684"/>
                  </a:lnTo>
                  <a:cubicBezTo>
                    <a:pt x="198088" y="158961"/>
                    <a:pt x="200005" y="159600"/>
                    <a:pt x="202561" y="161515"/>
                  </a:cubicBezTo>
                  <a:lnTo>
                    <a:pt x="250486" y="189604"/>
                  </a:lnTo>
                  <a:cubicBezTo>
                    <a:pt x="251764" y="190243"/>
                    <a:pt x="253041" y="192158"/>
                    <a:pt x="253681" y="194073"/>
                  </a:cubicBezTo>
                  <a:cubicBezTo>
                    <a:pt x="253681" y="194711"/>
                    <a:pt x="255597" y="202372"/>
                    <a:pt x="251764" y="209395"/>
                  </a:cubicBezTo>
                  <a:cubicBezTo>
                    <a:pt x="251764" y="209395"/>
                    <a:pt x="251764" y="210033"/>
                    <a:pt x="251124" y="210033"/>
                  </a:cubicBezTo>
                  <a:cubicBezTo>
                    <a:pt x="247291" y="217055"/>
                    <a:pt x="239623" y="218971"/>
                    <a:pt x="238345" y="219609"/>
                  </a:cubicBezTo>
                  <a:cubicBezTo>
                    <a:pt x="237706" y="219609"/>
                    <a:pt x="237067" y="219609"/>
                    <a:pt x="236428" y="219609"/>
                  </a:cubicBezTo>
                  <a:cubicBezTo>
                    <a:pt x="235150" y="219609"/>
                    <a:pt x="233872" y="219609"/>
                    <a:pt x="233233" y="218971"/>
                  </a:cubicBezTo>
                  <a:lnTo>
                    <a:pt x="185308" y="190243"/>
                  </a:lnTo>
                  <a:cubicBezTo>
                    <a:pt x="183391" y="188966"/>
                    <a:pt x="180835" y="187689"/>
                    <a:pt x="178918" y="185774"/>
                  </a:cubicBezTo>
                  <a:lnTo>
                    <a:pt x="129077" y="146193"/>
                  </a:lnTo>
                  <a:cubicBezTo>
                    <a:pt x="126521" y="144278"/>
                    <a:pt x="123326" y="141724"/>
                    <a:pt x="120770" y="139809"/>
                  </a:cubicBezTo>
                  <a:close/>
                  <a:moveTo>
                    <a:pt x="132911" y="216417"/>
                  </a:moveTo>
                  <a:cubicBezTo>
                    <a:pt x="132911" y="213863"/>
                    <a:pt x="134189" y="211310"/>
                    <a:pt x="136106" y="210033"/>
                  </a:cubicBezTo>
                  <a:lnTo>
                    <a:pt x="171250" y="192796"/>
                  </a:lnTo>
                  <a:cubicBezTo>
                    <a:pt x="174445" y="191519"/>
                    <a:pt x="178279" y="192796"/>
                    <a:pt x="179557" y="195350"/>
                  </a:cubicBezTo>
                  <a:cubicBezTo>
                    <a:pt x="180835" y="198542"/>
                    <a:pt x="179557" y="202372"/>
                    <a:pt x="177001" y="203649"/>
                  </a:cubicBezTo>
                  <a:lnTo>
                    <a:pt x="157192" y="213863"/>
                  </a:lnTo>
                  <a:lnTo>
                    <a:pt x="227482" y="233015"/>
                  </a:lnTo>
                  <a:lnTo>
                    <a:pt x="265821" y="211948"/>
                  </a:lnTo>
                  <a:lnTo>
                    <a:pt x="263904" y="211310"/>
                  </a:lnTo>
                  <a:cubicBezTo>
                    <a:pt x="260709" y="210671"/>
                    <a:pt x="258792" y="206841"/>
                    <a:pt x="259431" y="203649"/>
                  </a:cubicBezTo>
                  <a:cubicBezTo>
                    <a:pt x="260071" y="200457"/>
                    <a:pt x="263904" y="198542"/>
                    <a:pt x="267099" y="199180"/>
                  </a:cubicBezTo>
                  <a:lnTo>
                    <a:pt x="284352" y="203649"/>
                  </a:lnTo>
                  <a:cubicBezTo>
                    <a:pt x="286908" y="204287"/>
                    <a:pt x="288825" y="206203"/>
                    <a:pt x="288825" y="208756"/>
                  </a:cubicBezTo>
                  <a:cubicBezTo>
                    <a:pt x="288825" y="211310"/>
                    <a:pt x="287547" y="213863"/>
                    <a:pt x="285630" y="215140"/>
                  </a:cubicBezTo>
                  <a:lnTo>
                    <a:pt x="231316" y="245145"/>
                  </a:lnTo>
                  <a:cubicBezTo>
                    <a:pt x="230677" y="245783"/>
                    <a:pt x="229399" y="245783"/>
                    <a:pt x="228121" y="245783"/>
                  </a:cubicBezTo>
                  <a:cubicBezTo>
                    <a:pt x="227482" y="245783"/>
                    <a:pt x="226843" y="245783"/>
                    <a:pt x="226204" y="245783"/>
                  </a:cubicBezTo>
                  <a:lnTo>
                    <a:pt x="137384" y="221524"/>
                  </a:lnTo>
                  <a:cubicBezTo>
                    <a:pt x="134828" y="221524"/>
                    <a:pt x="132911" y="218971"/>
                    <a:pt x="132911" y="216417"/>
                  </a:cubicBezTo>
                  <a:close/>
                  <a:moveTo>
                    <a:pt x="288825" y="234931"/>
                  </a:moveTo>
                  <a:lnTo>
                    <a:pt x="234511" y="264935"/>
                  </a:lnTo>
                  <a:cubicBezTo>
                    <a:pt x="233872" y="265574"/>
                    <a:pt x="232594" y="265574"/>
                    <a:pt x="231316" y="265574"/>
                  </a:cubicBezTo>
                  <a:cubicBezTo>
                    <a:pt x="230677" y="265574"/>
                    <a:pt x="230038" y="265574"/>
                    <a:pt x="229399" y="265574"/>
                  </a:cubicBezTo>
                  <a:lnTo>
                    <a:pt x="140579" y="241314"/>
                  </a:lnTo>
                  <a:cubicBezTo>
                    <a:pt x="137384" y="240676"/>
                    <a:pt x="135467" y="236846"/>
                    <a:pt x="136106" y="233654"/>
                  </a:cubicBezTo>
                  <a:cubicBezTo>
                    <a:pt x="136745" y="230462"/>
                    <a:pt x="140579" y="228547"/>
                    <a:pt x="143774" y="229185"/>
                  </a:cubicBezTo>
                  <a:lnTo>
                    <a:pt x="230038" y="252806"/>
                  </a:lnTo>
                  <a:lnTo>
                    <a:pt x="281796" y="224078"/>
                  </a:lnTo>
                  <a:cubicBezTo>
                    <a:pt x="284991" y="222163"/>
                    <a:pt x="288825" y="223439"/>
                    <a:pt x="290742" y="226631"/>
                  </a:cubicBezTo>
                  <a:cubicBezTo>
                    <a:pt x="293298" y="229185"/>
                    <a:pt x="292020" y="233015"/>
                    <a:pt x="288825" y="234931"/>
                  </a:cubicBezTo>
                  <a:close/>
                </a:path>
              </a:pathLst>
            </a:custGeom>
            <a:solidFill>
              <a:srgbClr val="00A3E0"/>
            </a:solidFill>
            <a:ln w="6390" cap="flat">
              <a:noFill/>
              <a:prstDash val="solid"/>
              <a:miter/>
            </a:ln>
          </p:spPr>
          <p:txBody>
            <a:bodyPr rtlCol="0" anchor="ctr"/>
            <a:lstStyle/>
            <a:p>
              <a:endParaRPr lang="en-US"/>
            </a:p>
          </p:txBody>
        </p:sp>
      </p:grpSp>
      <p:grpSp>
        <p:nvGrpSpPr>
          <p:cNvPr id="834" name="Graphic 4">
            <a:extLst>
              <a:ext uri="{FF2B5EF4-FFF2-40B4-BE49-F238E27FC236}">
                <a16:creationId xmlns:a16="http://schemas.microsoft.com/office/drawing/2014/main" id="{6DBD148F-CB43-3C47-A5A1-157E78DCA72A}"/>
              </a:ext>
            </a:extLst>
          </p:cNvPr>
          <p:cNvGrpSpPr>
            <a:grpSpLocks noChangeAspect="1"/>
          </p:cNvGrpSpPr>
          <p:nvPr/>
        </p:nvGrpSpPr>
        <p:grpSpPr>
          <a:xfrm>
            <a:off x="6147119" y="2855717"/>
            <a:ext cx="361670" cy="361333"/>
            <a:chOff x="6147119" y="2855717"/>
            <a:chExt cx="361670" cy="361333"/>
          </a:xfrm>
          <a:solidFill>
            <a:srgbClr val="00A3E0"/>
          </a:solidFill>
        </p:grpSpPr>
        <p:sp>
          <p:nvSpPr>
            <p:cNvPr id="835" name="Graphic 4">
              <a:extLst>
                <a:ext uri="{FF2B5EF4-FFF2-40B4-BE49-F238E27FC236}">
                  <a16:creationId xmlns:a16="http://schemas.microsoft.com/office/drawing/2014/main" id="{0888D4CC-AE59-F042-9B87-0DC0B0FF3C38}"/>
                </a:ext>
              </a:extLst>
            </p:cNvPr>
            <p:cNvSpPr/>
            <p:nvPr/>
          </p:nvSpPr>
          <p:spPr>
            <a:xfrm>
              <a:off x="6321564" y="2987866"/>
              <a:ext cx="95210" cy="47879"/>
            </a:xfrm>
            <a:custGeom>
              <a:avLst/>
              <a:gdLst>
                <a:gd name="connsiteX0" fmla="*/ 90737 w 95210"/>
                <a:gd name="connsiteY0" fmla="*/ 0 h 47879"/>
                <a:gd name="connsiteX1" fmla="*/ 36423 w 95210"/>
                <a:gd name="connsiteY1" fmla="*/ 25536 h 47879"/>
                <a:gd name="connsiteX2" fmla="*/ 30033 w 95210"/>
                <a:gd name="connsiteY2" fmla="*/ 28728 h 47879"/>
                <a:gd name="connsiteX3" fmla="*/ 0 w 95210"/>
                <a:gd name="connsiteY3" fmla="*/ 47880 h 47879"/>
                <a:gd name="connsiteX4" fmla="*/ 34506 w 95210"/>
                <a:gd name="connsiteY4" fmla="*/ 37027 h 47879"/>
                <a:gd name="connsiteX5" fmla="*/ 40896 w 95210"/>
                <a:gd name="connsiteY5" fmla="*/ 34473 h 47879"/>
                <a:gd name="connsiteX6" fmla="*/ 95210 w 95210"/>
                <a:gd name="connsiteY6" fmla="*/ 9576 h 47879"/>
                <a:gd name="connsiteX7" fmla="*/ 94571 w 95210"/>
                <a:gd name="connsiteY7" fmla="*/ 3830 h 47879"/>
                <a:gd name="connsiteX8" fmla="*/ 90737 w 95210"/>
                <a:gd name="connsiteY8" fmla="*/ 0 h 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10" h="47879">
                  <a:moveTo>
                    <a:pt x="90737" y="0"/>
                  </a:moveTo>
                  <a:lnTo>
                    <a:pt x="36423" y="25536"/>
                  </a:lnTo>
                  <a:cubicBezTo>
                    <a:pt x="34506" y="26813"/>
                    <a:pt x="31950" y="27451"/>
                    <a:pt x="30033" y="28728"/>
                  </a:cubicBezTo>
                  <a:lnTo>
                    <a:pt x="0" y="47880"/>
                  </a:lnTo>
                  <a:lnTo>
                    <a:pt x="34506" y="37027"/>
                  </a:lnTo>
                  <a:cubicBezTo>
                    <a:pt x="37062" y="36389"/>
                    <a:pt x="38979" y="35750"/>
                    <a:pt x="40896" y="34473"/>
                  </a:cubicBezTo>
                  <a:lnTo>
                    <a:pt x="95210" y="9576"/>
                  </a:lnTo>
                  <a:cubicBezTo>
                    <a:pt x="95210" y="7661"/>
                    <a:pt x="95210" y="5746"/>
                    <a:pt x="94571" y="3830"/>
                  </a:cubicBezTo>
                  <a:cubicBezTo>
                    <a:pt x="93932" y="2554"/>
                    <a:pt x="92015" y="1277"/>
                    <a:pt x="90737" y="0"/>
                  </a:cubicBezTo>
                  <a:close/>
                </a:path>
              </a:pathLst>
            </a:custGeom>
            <a:solidFill>
              <a:srgbClr val="00A3E0"/>
            </a:solidFill>
            <a:ln w="6390" cap="flat">
              <a:noFill/>
              <a:prstDash val="solid"/>
              <a:miter/>
            </a:ln>
          </p:spPr>
          <p:txBody>
            <a:bodyPr rtlCol="0" anchor="ctr"/>
            <a:lstStyle/>
            <a:p>
              <a:endParaRPr lang="en-US"/>
            </a:p>
          </p:txBody>
        </p:sp>
        <p:sp>
          <p:nvSpPr>
            <p:cNvPr id="836" name="Graphic 4">
              <a:extLst>
                <a:ext uri="{FF2B5EF4-FFF2-40B4-BE49-F238E27FC236}">
                  <a16:creationId xmlns:a16="http://schemas.microsoft.com/office/drawing/2014/main" id="{EF3C7812-3B0A-8642-86D0-BEABC0DBF0C3}"/>
                </a:ext>
              </a:extLst>
            </p:cNvPr>
            <p:cNvSpPr/>
            <p:nvPr/>
          </p:nvSpPr>
          <p:spPr>
            <a:xfrm>
              <a:off x="6147119"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12785 w 361670"/>
                <a:gd name="connsiteY5" fmla="*/ 181944 h 361333"/>
                <a:gd name="connsiteX6" fmla="*/ 144412 w 361670"/>
                <a:gd name="connsiteY6" fmla="*/ 203011 h 361333"/>
                <a:gd name="connsiteX7" fmla="*/ 132911 w 361670"/>
                <a:gd name="connsiteY7" fmla="*/ 206841 h 361333"/>
                <a:gd name="connsiteX8" fmla="*/ 82430 w 361670"/>
                <a:gd name="connsiteY8" fmla="*/ 230462 h 361333"/>
                <a:gd name="connsiteX9" fmla="*/ 78596 w 361670"/>
                <a:gd name="connsiteY9" fmla="*/ 236846 h 361333"/>
                <a:gd name="connsiteX10" fmla="*/ 76040 w 361670"/>
                <a:gd name="connsiteY10" fmla="*/ 237484 h 361333"/>
                <a:gd name="connsiteX11" fmla="*/ 70289 w 361670"/>
                <a:gd name="connsiteY11" fmla="*/ 233654 h 361333"/>
                <a:gd name="connsiteX12" fmla="*/ 66456 w 361670"/>
                <a:gd name="connsiteY12" fmla="*/ 225355 h 361333"/>
                <a:gd name="connsiteX13" fmla="*/ 69650 w 361670"/>
                <a:gd name="connsiteY13" fmla="*/ 217055 h 361333"/>
                <a:gd name="connsiteX14" fmla="*/ 77318 w 361670"/>
                <a:gd name="connsiteY14" fmla="*/ 218971 h 361333"/>
                <a:gd name="connsiteX15" fmla="*/ 127160 w 361670"/>
                <a:gd name="connsiteY15" fmla="*/ 195350 h 361333"/>
                <a:gd name="connsiteX16" fmla="*/ 135467 w 361670"/>
                <a:gd name="connsiteY16" fmla="*/ 190243 h 361333"/>
                <a:gd name="connsiteX17" fmla="*/ 140579 w 361670"/>
                <a:gd name="connsiteY17" fmla="*/ 186412 h 361333"/>
                <a:gd name="connsiteX18" fmla="*/ 197449 w 361670"/>
                <a:gd name="connsiteY18" fmla="*/ 150024 h 361333"/>
                <a:gd name="connsiteX19" fmla="*/ 205117 w 361670"/>
                <a:gd name="connsiteY19" fmla="*/ 145555 h 361333"/>
                <a:gd name="connsiteX20" fmla="*/ 261987 w 361670"/>
                <a:gd name="connsiteY20" fmla="*/ 118742 h 361333"/>
                <a:gd name="connsiteX21" fmla="*/ 267099 w 361670"/>
                <a:gd name="connsiteY21" fmla="*/ 118742 h 361333"/>
                <a:gd name="connsiteX22" fmla="*/ 279879 w 361670"/>
                <a:gd name="connsiteY22" fmla="*/ 130233 h 361333"/>
                <a:gd name="connsiteX23" fmla="*/ 280518 w 361670"/>
                <a:gd name="connsiteY23" fmla="*/ 130872 h 361333"/>
                <a:gd name="connsiteX24" fmla="*/ 281157 w 361670"/>
                <a:gd name="connsiteY24" fmla="*/ 148108 h 361333"/>
                <a:gd name="connsiteX25" fmla="*/ 277962 w 361670"/>
                <a:gd name="connsiteY25" fmla="*/ 151939 h 361333"/>
                <a:gd name="connsiteX26" fmla="*/ 220453 w 361670"/>
                <a:gd name="connsiteY26" fmla="*/ 178113 h 361333"/>
                <a:gd name="connsiteX27" fmla="*/ 212785 w 361670"/>
                <a:gd name="connsiteY27" fmla="*/ 181944 h 361333"/>
                <a:gd name="connsiteX28" fmla="*/ 256876 w 361670"/>
                <a:gd name="connsiteY28" fmla="*/ 219609 h 361333"/>
                <a:gd name="connsiteX29" fmla="*/ 256876 w 361670"/>
                <a:gd name="connsiteY29" fmla="*/ 219609 h 361333"/>
                <a:gd name="connsiteX30" fmla="*/ 250486 w 361670"/>
                <a:gd name="connsiteY30" fmla="*/ 213225 h 361333"/>
                <a:gd name="connsiteX31" fmla="*/ 245374 w 361670"/>
                <a:gd name="connsiteY31" fmla="*/ 186412 h 361333"/>
                <a:gd name="connsiteX32" fmla="*/ 248569 w 361670"/>
                <a:gd name="connsiteY32" fmla="*/ 178113 h 361333"/>
                <a:gd name="connsiteX33" fmla="*/ 256876 w 361670"/>
                <a:gd name="connsiteY33" fmla="*/ 181305 h 361333"/>
                <a:gd name="connsiteX34" fmla="*/ 263266 w 361670"/>
                <a:gd name="connsiteY34" fmla="*/ 213863 h 361333"/>
                <a:gd name="connsiteX35" fmla="*/ 256876 w 361670"/>
                <a:gd name="connsiteY35" fmla="*/ 219609 h 361333"/>
                <a:gd name="connsiteX36" fmla="*/ 276045 w 361670"/>
                <a:gd name="connsiteY36" fmla="*/ 238122 h 361333"/>
                <a:gd name="connsiteX37" fmla="*/ 269655 w 361670"/>
                <a:gd name="connsiteY37" fmla="*/ 242591 h 361333"/>
                <a:gd name="connsiteX38" fmla="*/ 267739 w 361670"/>
                <a:gd name="connsiteY38" fmla="*/ 242591 h 361333"/>
                <a:gd name="connsiteX39" fmla="*/ 263266 w 361670"/>
                <a:gd name="connsiteY39" fmla="*/ 234292 h 361333"/>
                <a:gd name="connsiteX40" fmla="*/ 260071 w 361670"/>
                <a:gd name="connsiteY40" fmla="*/ 178752 h 361333"/>
                <a:gd name="connsiteX41" fmla="*/ 263266 w 361670"/>
                <a:gd name="connsiteY41" fmla="*/ 170452 h 361333"/>
                <a:gd name="connsiteX42" fmla="*/ 271572 w 361670"/>
                <a:gd name="connsiteY42" fmla="*/ 173644 h 361333"/>
                <a:gd name="connsiteX43" fmla="*/ 276045 w 361670"/>
                <a:gd name="connsiteY43" fmla="*/ 238122 h 361333"/>
                <a:gd name="connsiteX44" fmla="*/ 289464 w 361670"/>
                <a:gd name="connsiteY44" fmla="*/ 197265 h 361333"/>
                <a:gd name="connsiteX45" fmla="*/ 288186 w 361670"/>
                <a:gd name="connsiteY45" fmla="*/ 197265 h 361333"/>
                <a:gd name="connsiteX46" fmla="*/ 281796 w 361670"/>
                <a:gd name="connsiteY46" fmla="*/ 192158 h 361333"/>
                <a:gd name="connsiteX47" fmla="*/ 275406 w 361670"/>
                <a:gd name="connsiteY47" fmla="*/ 171729 h 361333"/>
                <a:gd name="connsiteX48" fmla="*/ 278601 w 361670"/>
                <a:gd name="connsiteY48" fmla="*/ 163430 h 361333"/>
                <a:gd name="connsiteX49" fmla="*/ 286908 w 361670"/>
                <a:gd name="connsiteY49" fmla="*/ 166622 h 361333"/>
                <a:gd name="connsiteX50" fmla="*/ 293937 w 361670"/>
                <a:gd name="connsiteY50" fmla="*/ 190243 h 361333"/>
                <a:gd name="connsiteX51" fmla="*/ 289464 w 361670"/>
                <a:gd name="connsiteY51" fmla="*/ 1972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61670"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1670" y="80438"/>
                    <a:pt x="280518" y="0"/>
                    <a:pt x="180835" y="0"/>
                  </a:cubicBezTo>
                  <a:close/>
                  <a:moveTo>
                    <a:pt x="212785" y="181944"/>
                  </a:moveTo>
                  <a:lnTo>
                    <a:pt x="144412" y="203011"/>
                  </a:lnTo>
                  <a:cubicBezTo>
                    <a:pt x="140579" y="204287"/>
                    <a:pt x="136745" y="205564"/>
                    <a:pt x="132911" y="206841"/>
                  </a:cubicBezTo>
                  <a:lnTo>
                    <a:pt x="82430" y="230462"/>
                  </a:lnTo>
                  <a:cubicBezTo>
                    <a:pt x="83069" y="233015"/>
                    <a:pt x="81152" y="235569"/>
                    <a:pt x="78596" y="236846"/>
                  </a:cubicBezTo>
                  <a:cubicBezTo>
                    <a:pt x="77957" y="237484"/>
                    <a:pt x="76679" y="237484"/>
                    <a:pt x="76040" y="237484"/>
                  </a:cubicBezTo>
                  <a:cubicBezTo>
                    <a:pt x="73484" y="237484"/>
                    <a:pt x="71567" y="236207"/>
                    <a:pt x="70289" y="233654"/>
                  </a:cubicBezTo>
                  <a:lnTo>
                    <a:pt x="66456" y="225355"/>
                  </a:lnTo>
                  <a:cubicBezTo>
                    <a:pt x="65177" y="222163"/>
                    <a:pt x="66456" y="218332"/>
                    <a:pt x="69650" y="217055"/>
                  </a:cubicBezTo>
                  <a:cubicBezTo>
                    <a:pt x="72206" y="215779"/>
                    <a:pt x="75401" y="217055"/>
                    <a:pt x="77318" y="218971"/>
                  </a:cubicBezTo>
                  <a:lnTo>
                    <a:pt x="127160" y="195350"/>
                  </a:lnTo>
                  <a:cubicBezTo>
                    <a:pt x="129716" y="194073"/>
                    <a:pt x="132272" y="192158"/>
                    <a:pt x="135467" y="190243"/>
                  </a:cubicBezTo>
                  <a:cubicBezTo>
                    <a:pt x="137384" y="188966"/>
                    <a:pt x="138662" y="187689"/>
                    <a:pt x="140579" y="186412"/>
                  </a:cubicBezTo>
                  <a:lnTo>
                    <a:pt x="197449" y="150024"/>
                  </a:lnTo>
                  <a:cubicBezTo>
                    <a:pt x="200005" y="148747"/>
                    <a:pt x="202561" y="146832"/>
                    <a:pt x="205117" y="145555"/>
                  </a:cubicBezTo>
                  <a:lnTo>
                    <a:pt x="261987" y="118742"/>
                  </a:lnTo>
                  <a:cubicBezTo>
                    <a:pt x="263904" y="118104"/>
                    <a:pt x="265182" y="118104"/>
                    <a:pt x="267099" y="118742"/>
                  </a:cubicBezTo>
                  <a:cubicBezTo>
                    <a:pt x="267739" y="119380"/>
                    <a:pt x="276045" y="122572"/>
                    <a:pt x="279879" y="130233"/>
                  </a:cubicBezTo>
                  <a:cubicBezTo>
                    <a:pt x="279879" y="130233"/>
                    <a:pt x="280518" y="130872"/>
                    <a:pt x="280518" y="130872"/>
                  </a:cubicBezTo>
                  <a:cubicBezTo>
                    <a:pt x="284352" y="138532"/>
                    <a:pt x="281796" y="146832"/>
                    <a:pt x="281157" y="148108"/>
                  </a:cubicBezTo>
                  <a:cubicBezTo>
                    <a:pt x="280518" y="150024"/>
                    <a:pt x="279240" y="151300"/>
                    <a:pt x="277962" y="151939"/>
                  </a:cubicBezTo>
                  <a:lnTo>
                    <a:pt x="220453" y="178113"/>
                  </a:lnTo>
                  <a:cubicBezTo>
                    <a:pt x="218536" y="180028"/>
                    <a:pt x="215341" y="180667"/>
                    <a:pt x="212785" y="181944"/>
                  </a:cubicBezTo>
                  <a:close/>
                  <a:moveTo>
                    <a:pt x="256876" y="219609"/>
                  </a:moveTo>
                  <a:cubicBezTo>
                    <a:pt x="256876" y="219609"/>
                    <a:pt x="256876" y="219609"/>
                    <a:pt x="256876" y="219609"/>
                  </a:cubicBezTo>
                  <a:cubicBezTo>
                    <a:pt x="253041" y="219609"/>
                    <a:pt x="250486" y="216417"/>
                    <a:pt x="250486" y="213225"/>
                  </a:cubicBezTo>
                  <a:cubicBezTo>
                    <a:pt x="250486" y="197903"/>
                    <a:pt x="245374" y="186412"/>
                    <a:pt x="245374" y="186412"/>
                  </a:cubicBezTo>
                  <a:cubicBezTo>
                    <a:pt x="244096" y="183220"/>
                    <a:pt x="245374" y="179390"/>
                    <a:pt x="248569" y="178113"/>
                  </a:cubicBezTo>
                  <a:cubicBezTo>
                    <a:pt x="251764" y="176836"/>
                    <a:pt x="255597" y="178113"/>
                    <a:pt x="256876" y="181305"/>
                  </a:cubicBezTo>
                  <a:cubicBezTo>
                    <a:pt x="256876" y="181944"/>
                    <a:pt x="263266" y="195350"/>
                    <a:pt x="263266" y="213863"/>
                  </a:cubicBezTo>
                  <a:cubicBezTo>
                    <a:pt x="263266" y="216417"/>
                    <a:pt x="260071" y="219609"/>
                    <a:pt x="256876" y="219609"/>
                  </a:cubicBezTo>
                  <a:close/>
                  <a:moveTo>
                    <a:pt x="276045" y="238122"/>
                  </a:moveTo>
                  <a:cubicBezTo>
                    <a:pt x="275406" y="240676"/>
                    <a:pt x="272850" y="242591"/>
                    <a:pt x="269655" y="242591"/>
                  </a:cubicBezTo>
                  <a:cubicBezTo>
                    <a:pt x="269016" y="242591"/>
                    <a:pt x="268377" y="242591"/>
                    <a:pt x="267739" y="242591"/>
                  </a:cubicBezTo>
                  <a:cubicBezTo>
                    <a:pt x="264544" y="241314"/>
                    <a:pt x="262626" y="238122"/>
                    <a:pt x="263266" y="234292"/>
                  </a:cubicBezTo>
                  <a:cubicBezTo>
                    <a:pt x="272211" y="206203"/>
                    <a:pt x="260071" y="179390"/>
                    <a:pt x="260071" y="178752"/>
                  </a:cubicBezTo>
                  <a:cubicBezTo>
                    <a:pt x="258792" y="175560"/>
                    <a:pt x="260071" y="171729"/>
                    <a:pt x="263266" y="170452"/>
                  </a:cubicBezTo>
                  <a:cubicBezTo>
                    <a:pt x="266460" y="169176"/>
                    <a:pt x="270294" y="170452"/>
                    <a:pt x="271572" y="173644"/>
                  </a:cubicBezTo>
                  <a:cubicBezTo>
                    <a:pt x="272850" y="174921"/>
                    <a:pt x="286269" y="204926"/>
                    <a:pt x="276045" y="238122"/>
                  </a:cubicBezTo>
                  <a:close/>
                  <a:moveTo>
                    <a:pt x="289464" y="197265"/>
                  </a:moveTo>
                  <a:cubicBezTo>
                    <a:pt x="288825" y="197265"/>
                    <a:pt x="288825" y="197265"/>
                    <a:pt x="288186" y="197265"/>
                  </a:cubicBezTo>
                  <a:cubicBezTo>
                    <a:pt x="284991" y="197265"/>
                    <a:pt x="282435" y="195350"/>
                    <a:pt x="281796" y="192158"/>
                  </a:cubicBezTo>
                  <a:cubicBezTo>
                    <a:pt x="279240" y="180028"/>
                    <a:pt x="275406" y="171729"/>
                    <a:pt x="275406" y="171729"/>
                  </a:cubicBezTo>
                  <a:cubicBezTo>
                    <a:pt x="274128" y="168537"/>
                    <a:pt x="275406" y="164707"/>
                    <a:pt x="278601" y="163430"/>
                  </a:cubicBezTo>
                  <a:cubicBezTo>
                    <a:pt x="281796" y="162153"/>
                    <a:pt x="285630" y="163430"/>
                    <a:pt x="286908" y="166622"/>
                  </a:cubicBezTo>
                  <a:cubicBezTo>
                    <a:pt x="286908" y="167260"/>
                    <a:pt x="291381" y="176198"/>
                    <a:pt x="293937" y="190243"/>
                  </a:cubicBezTo>
                  <a:cubicBezTo>
                    <a:pt x="295215" y="193435"/>
                    <a:pt x="293298" y="196627"/>
                    <a:pt x="289464" y="197265"/>
                  </a:cubicBezTo>
                  <a:close/>
                </a:path>
              </a:pathLst>
            </a:custGeom>
            <a:solidFill>
              <a:srgbClr val="00A3E0"/>
            </a:solidFill>
            <a:ln w="6390" cap="flat">
              <a:noFill/>
              <a:prstDash val="solid"/>
              <a:miter/>
            </a:ln>
          </p:spPr>
          <p:txBody>
            <a:bodyPr rtlCol="0" anchor="ctr"/>
            <a:lstStyle/>
            <a:p>
              <a:endParaRPr lang="en-US"/>
            </a:p>
          </p:txBody>
        </p:sp>
      </p:grpSp>
      <p:grpSp>
        <p:nvGrpSpPr>
          <p:cNvPr id="837" name="Graphic 4">
            <a:extLst>
              <a:ext uri="{FF2B5EF4-FFF2-40B4-BE49-F238E27FC236}">
                <a16:creationId xmlns:a16="http://schemas.microsoft.com/office/drawing/2014/main" id="{50D176B4-101C-2342-8781-4448F862BE53}"/>
              </a:ext>
            </a:extLst>
          </p:cNvPr>
          <p:cNvGrpSpPr>
            <a:grpSpLocks noChangeAspect="1"/>
          </p:cNvGrpSpPr>
          <p:nvPr/>
        </p:nvGrpSpPr>
        <p:grpSpPr>
          <a:xfrm>
            <a:off x="4046108" y="4308712"/>
            <a:ext cx="361670" cy="361333"/>
            <a:chOff x="4046108" y="4308712"/>
            <a:chExt cx="361670" cy="361333"/>
          </a:xfrm>
          <a:solidFill>
            <a:srgbClr val="00A3E0"/>
          </a:solidFill>
        </p:grpSpPr>
        <p:sp>
          <p:nvSpPr>
            <p:cNvPr id="838" name="Graphic 4">
              <a:extLst>
                <a:ext uri="{FF2B5EF4-FFF2-40B4-BE49-F238E27FC236}">
                  <a16:creationId xmlns:a16="http://schemas.microsoft.com/office/drawing/2014/main" id="{0DC74E38-5A4D-854F-A34D-5547827B0041}"/>
                </a:ext>
              </a:extLst>
            </p:cNvPr>
            <p:cNvSpPr/>
            <p:nvPr/>
          </p:nvSpPr>
          <p:spPr>
            <a:xfrm>
              <a:off x="4121457" y="4534066"/>
              <a:ext cx="30084" cy="36440"/>
            </a:xfrm>
            <a:custGeom>
              <a:avLst/>
              <a:gdLst>
                <a:gd name="connsiteX0" fmla="*/ 12832 w 30084"/>
                <a:gd name="connsiteY0" fmla="*/ 1277 h 36440"/>
                <a:gd name="connsiteX1" fmla="*/ 10915 w 30084"/>
                <a:gd name="connsiteY1" fmla="*/ 0 h 36440"/>
                <a:gd name="connsiteX2" fmla="*/ 8998 w 30084"/>
                <a:gd name="connsiteY2" fmla="*/ 639 h 36440"/>
                <a:gd name="connsiteX3" fmla="*/ 3886 w 30084"/>
                <a:gd name="connsiteY3" fmla="*/ 3831 h 36440"/>
                <a:gd name="connsiteX4" fmla="*/ 1330 w 30084"/>
                <a:gd name="connsiteY4" fmla="*/ 15960 h 36440"/>
                <a:gd name="connsiteX5" fmla="*/ 11554 w 30084"/>
                <a:gd name="connsiteY5" fmla="*/ 32559 h 36440"/>
                <a:gd name="connsiteX6" fmla="*/ 23695 w 30084"/>
                <a:gd name="connsiteY6" fmla="*/ 35112 h 36440"/>
                <a:gd name="connsiteX7" fmla="*/ 28807 w 30084"/>
                <a:gd name="connsiteY7" fmla="*/ 31920 h 36440"/>
                <a:gd name="connsiteX8" fmla="*/ 30085 w 30084"/>
                <a:gd name="connsiteY8" fmla="*/ 30005 h 36440"/>
                <a:gd name="connsiteX9" fmla="*/ 29445 w 30084"/>
                <a:gd name="connsiteY9" fmla="*/ 28090 h 36440"/>
                <a:gd name="connsiteX10" fmla="*/ 12832 w 30084"/>
                <a:gd name="connsiteY10" fmla="*/ 1277 h 36440"/>
                <a:gd name="connsiteX11" fmla="*/ 21139 w 30084"/>
                <a:gd name="connsiteY11" fmla="*/ 30643 h 36440"/>
                <a:gd name="connsiteX12" fmla="*/ 17944 w 30084"/>
                <a:gd name="connsiteY12" fmla="*/ 31920 h 36440"/>
                <a:gd name="connsiteX13" fmla="*/ 12832 w 30084"/>
                <a:gd name="connsiteY13" fmla="*/ 28728 h 36440"/>
                <a:gd name="connsiteX14" fmla="*/ 5164 w 30084"/>
                <a:gd name="connsiteY14" fmla="*/ 16599 h 36440"/>
                <a:gd name="connsiteX15" fmla="*/ 7081 w 30084"/>
                <a:gd name="connsiteY15" fmla="*/ 7661 h 36440"/>
                <a:gd name="connsiteX16" fmla="*/ 16027 w 30084"/>
                <a:gd name="connsiteY16" fmla="*/ 9576 h 36440"/>
                <a:gd name="connsiteX17" fmla="*/ 23695 w 30084"/>
                <a:gd name="connsiteY17" fmla="*/ 21706 h 36440"/>
                <a:gd name="connsiteX18" fmla="*/ 21139 w 30084"/>
                <a:gd name="connsiteY18" fmla="*/ 30643 h 3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084" h="36440">
                  <a:moveTo>
                    <a:pt x="12832" y="1277"/>
                  </a:moveTo>
                  <a:cubicBezTo>
                    <a:pt x="12193" y="639"/>
                    <a:pt x="11554" y="0"/>
                    <a:pt x="10915" y="0"/>
                  </a:cubicBezTo>
                  <a:cubicBezTo>
                    <a:pt x="10276" y="0"/>
                    <a:pt x="9637" y="0"/>
                    <a:pt x="8998" y="639"/>
                  </a:cubicBezTo>
                  <a:lnTo>
                    <a:pt x="3886" y="3831"/>
                  </a:lnTo>
                  <a:cubicBezTo>
                    <a:pt x="52" y="6384"/>
                    <a:pt x="-1226" y="12130"/>
                    <a:pt x="1330" y="15960"/>
                  </a:cubicBezTo>
                  <a:lnTo>
                    <a:pt x="11554" y="32559"/>
                  </a:lnTo>
                  <a:cubicBezTo>
                    <a:pt x="14110" y="36389"/>
                    <a:pt x="19860" y="37666"/>
                    <a:pt x="23695" y="35112"/>
                  </a:cubicBezTo>
                  <a:lnTo>
                    <a:pt x="28807" y="31920"/>
                  </a:lnTo>
                  <a:cubicBezTo>
                    <a:pt x="29445" y="31282"/>
                    <a:pt x="30085" y="30643"/>
                    <a:pt x="30085" y="30005"/>
                  </a:cubicBezTo>
                  <a:cubicBezTo>
                    <a:pt x="30085" y="29367"/>
                    <a:pt x="30085" y="28728"/>
                    <a:pt x="29445" y="28090"/>
                  </a:cubicBezTo>
                  <a:lnTo>
                    <a:pt x="12832" y="1277"/>
                  </a:lnTo>
                  <a:close/>
                  <a:moveTo>
                    <a:pt x="21139" y="30643"/>
                  </a:moveTo>
                  <a:cubicBezTo>
                    <a:pt x="19860" y="31282"/>
                    <a:pt x="18583" y="31920"/>
                    <a:pt x="17944" y="31920"/>
                  </a:cubicBezTo>
                  <a:cubicBezTo>
                    <a:pt x="16027" y="31920"/>
                    <a:pt x="13471" y="30643"/>
                    <a:pt x="12832" y="28728"/>
                  </a:cubicBezTo>
                  <a:lnTo>
                    <a:pt x="5164" y="16599"/>
                  </a:lnTo>
                  <a:cubicBezTo>
                    <a:pt x="3247" y="13407"/>
                    <a:pt x="3886" y="9576"/>
                    <a:pt x="7081" y="7661"/>
                  </a:cubicBezTo>
                  <a:cubicBezTo>
                    <a:pt x="10276" y="5746"/>
                    <a:pt x="14110" y="6384"/>
                    <a:pt x="16027" y="9576"/>
                  </a:cubicBezTo>
                  <a:lnTo>
                    <a:pt x="23695" y="21706"/>
                  </a:lnTo>
                  <a:cubicBezTo>
                    <a:pt x="24973" y="24898"/>
                    <a:pt x="24333" y="28728"/>
                    <a:pt x="21139" y="30643"/>
                  </a:cubicBezTo>
                  <a:close/>
                </a:path>
              </a:pathLst>
            </a:custGeom>
            <a:solidFill>
              <a:srgbClr val="00A3E0"/>
            </a:solidFill>
            <a:ln w="6390" cap="flat">
              <a:noFill/>
              <a:prstDash val="solid"/>
              <a:miter/>
            </a:ln>
          </p:spPr>
          <p:txBody>
            <a:bodyPr rtlCol="0" anchor="ctr"/>
            <a:lstStyle/>
            <a:p>
              <a:endParaRPr lang="en-US"/>
            </a:p>
          </p:txBody>
        </p:sp>
        <p:sp>
          <p:nvSpPr>
            <p:cNvPr id="839" name="Graphic 4">
              <a:extLst>
                <a:ext uri="{FF2B5EF4-FFF2-40B4-BE49-F238E27FC236}">
                  <a16:creationId xmlns:a16="http://schemas.microsoft.com/office/drawing/2014/main" id="{FFB295A1-DFB3-794F-9DFD-73ED5FB5493A}"/>
                </a:ext>
              </a:extLst>
            </p:cNvPr>
            <p:cNvSpPr/>
            <p:nvPr/>
          </p:nvSpPr>
          <p:spPr>
            <a:xfrm>
              <a:off x="4230050" y="4415963"/>
              <a:ext cx="81919" cy="81316"/>
            </a:xfrm>
            <a:custGeom>
              <a:avLst/>
              <a:gdLst>
                <a:gd name="connsiteX0" fmla="*/ 78046 w 81919"/>
                <a:gd name="connsiteY0" fmla="*/ 31282 h 81316"/>
                <a:gd name="connsiteX1" fmla="*/ 61432 w 81919"/>
                <a:gd name="connsiteY1" fmla="*/ 5107 h 81316"/>
                <a:gd name="connsiteX2" fmla="*/ 59515 w 81919"/>
                <a:gd name="connsiteY2" fmla="*/ 0 h 81316"/>
                <a:gd name="connsiteX3" fmla="*/ 1366 w 81919"/>
                <a:gd name="connsiteY3" fmla="*/ 27451 h 81316"/>
                <a:gd name="connsiteX4" fmla="*/ 2005 w 81919"/>
                <a:gd name="connsiteY4" fmla="*/ 47242 h 81316"/>
                <a:gd name="connsiteX5" fmla="*/ 26926 w 81919"/>
                <a:gd name="connsiteY5" fmla="*/ 80438 h 81316"/>
                <a:gd name="connsiteX6" fmla="*/ 43540 w 81919"/>
                <a:gd name="connsiteY6" fmla="*/ 70862 h 81316"/>
                <a:gd name="connsiteX7" fmla="*/ 43540 w 81919"/>
                <a:gd name="connsiteY7" fmla="*/ 70862 h 81316"/>
                <a:gd name="connsiteX8" fmla="*/ 52486 w 81919"/>
                <a:gd name="connsiteY8" fmla="*/ 61286 h 81316"/>
                <a:gd name="connsiteX9" fmla="*/ 61432 w 81919"/>
                <a:gd name="connsiteY9" fmla="*/ 60010 h 81316"/>
                <a:gd name="connsiteX10" fmla="*/ 62710 w 81919"/>
                <a:gd name="connsiteY10" fmla="*/ 68947 h 81316"/>
                <a:gd name="connsiteX11" fmla="*/ 53764 w 81919"/>
                <a:gd name="connsiteY11" fmla="*/ 79162 h 81316"/>
                <a:gd name="connsiteX12" fmla="*/ 53764 w 81919"/>
                <a:gd name="connsiteY12" fmla="*/ 79162 h 81316"/>
                <a:gd name="connsiteX13" fmla="*/ 55042 w 81919"/>
                <a:gd name="connsiteY13" fmla="*/ 81077 h 81316"/>
                <a:gd name="connsiteX14" fmla="*/ 62071 w 81919"/>
                <a:gd name="connsiteY14" fmla="*/ 79162 h 81316"/>
                <a:gd name="connsiteX15" fmla="*/ 81879 w 81919"/>
                <a:gd name="connsiteY15" fmla="*/ 37027 h 81316"/>
                <a:gd name="connsiteX16" fmla="*/ 78046 w 81919"/>
                <a:gd name="connsiteY16" fmla="*/ 31282 h 81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919" h="81316">
                  <a:moveTo>
                    <a:pt x="78046" y="31282"/>
                  </a:moveTo>
                  <a:lnTo>
                    <a:pt x="61432" y="5107"/>
                  </a:lnTo>
                  <a:cubicBezTo>
                    <a:pt x="60154" y="3192"/>
                    <a:pt x="59515" y="1916"/>
                    <a:pt x="59515" y="0"/>
                  </a:cubicBezTo>
                  <a:cubicBezTo>
                    <a:pt x="19258" y="3831"/>
                    <a:pt x="5200" y="19791"/>
                    <a:pt x="1366" y="27451"/>
                  </a:cubicBezTo>
                  <a:cubicBezTo>
                    <a:pt x="88" y="30005"/>
                    <a:pt x="-1190" y="37027"/>
                    <a:pt x="2005" y="47242"/>
                  </a:cubicBezTo>
                  <a:cubicBezTo>
                    <a:pt x="6478" y="61925"/>
                    <a:pt x="16063" y="75331"/>
                    <a:pt x="26926" y="80438"/>
                  </a:cubicBezTo>
                  <a:cubicBezTo>
                    <a:pt x="28843" y="81715"/>
                    <a:pt x="36511" y="77246"/>
                    <a:pt x="43540" y="70862"/>
                  </a:cubicBezTo>
                  <a:cubicBezTo>
                    <a:pt x="43540" y="70862"/>
                    <a:pt x="43540" y="70862"/>
                    <a:pt x="43540" y="70862"/>
                  </a:cubicBezTo>
                  <a:cubicBezTo>
                    <a:pt x="46735" y="67670"/>
                    <a:pt x="49930" y="64478"/>
                    <a:pt x="52486" y="61286"/>
                  </a:cubicBezTo>
                  <a:cubicBezTo>
                    <a:pt x="54403" y="58733"/>
                    <a:pt x="58876" y="58094"/>
                    <a:pt x="61432" y="60010"/>
                  </a:cubicBezTo>
                  <a:cubicBezTo>
                    <a:pt x="63988" y="61925"/>
                    <a:pt x="64626" y="66394"/>
                    <a:pt x="62710" y="68947"/>
                  </a:cubicBezTo>
                  <a:cubicBezTo>
                    <a:pt x="62710" y="68947"/>
                    <a:pt x="58876" y="74054"/>
                    <a:pt x="53764" y="79162"/>
                  </a:cubicBezTo>
                  <a:cubicBezTo>
                    <a:pt x="53764" y="79162"/>
                    <a:pt x="53764" y="79162"/>
                    <a:pt x="53764" y="79162"/>
                  </a:cubicBezTo>
                  <a:cubicBezTo>
                    <a:pt x="53764" y="79800"/>
                    <a:pt x="54403" y="80438"/>
                    <a:pt x="55042" y="81077"/>
                  </a:cubicBezTo>
                  <a:cubicBezTo>
                    <a:pt x="56320" y="81715"/>
                    <a:pt x="58876" y="81077"/>
                    <a:pt x="62071" y="79162"/>
                  </a:cubicBezTo>
                  <a:cubicBezTo>
                    <a:pt x="75489" y="70224"/>
                    <a:pt x="82519" y="48519"/>
                    <a:pt x="81879" y="37027"/>
                  </a:cubicBezTo>
                  <a:cubicBezTo>
                    <a:pt x="81241" y="34474"/>
                    <a:pt x="79324" y="32559"/>
                    <a:pt x="78046" y="31282"/>
                  </a:cubicBezTo>
                  <a:close/>
                </a:path>
              </a:pathLst>
            </a:custGeom>
            <a:solidFill>
              <a:srgbClr val="00A3E0"/>
            </a:solidFill>
            <a:ln w="6390" cap="flat">
              <a:noFill/>
              <a:prstDash val="solid"/>
              <a:miter/>
            </a:ln>
          </p:spPr>
          <p:txBody>
            <a:bodyPr rtlCol="0" anchor="ctr"/>
            <a:lstStyle/>
            <a:p>
              <a:endParaRPr lang="en-US"/>
            </a:p>
          </p:txBody>
        </p:sp>
        <p:sp>
          <p:nvSpPr>
            <p:cNvPr id="840" name="Graphic 4">
              <a:extLst>
                <a:ext uri="{FF2B5EF4-FFF2-40B4-BE49-F238E27FC236}">
                  <a16:creationId xmlns:a16="http://schemas.microsoft.com/office/drawing/2014/main" id="{3E71C8C1-FA04-BB4D-B4F6-5F3FDB4E7ABC}"/>
                </a:ext>
              </a:extLst>
            </p:cNvPr>
            <p:cNvSpPr/>
            <p:nvPr/>
          </p:nvSpPr>
          <p:spPr>
            <a:xfrm>
              <a:off x="4140639" y="4478925"/>
              <a:ext cx="82558" cy="80677"/>
            </a:xfrm>
            <a:custGeom>
              <a:avLst/>
              <a:gdLst>
                <a:gd name="connsiteX0" fmla="*/ 4513 w 82558"/>
                <a:gd name="connsiteY0" fmla="*/ 49396 h 80677"/>
                <a:gd name="connsiteX1" fmla="*/ 21127 w 82558"/>
                <a:gd name="connsiteY1" fmla="*/ 75570 h 80677"/>
                <a:gd name="connsiteX2" fmla="*/ 23044 w 82558"/>
                <a:gd name="connsiteY2" fmla="*/ 80677 h 80677"/>
                <a:gd name="connsiteX3" fmla="*/ 81192 w 82558"/>
                <a:gd name="connsiteY3" fmla="*/ 53226 h 80677"/>
                <a:gd name="connsiteX4" fmla="*/ 80553 w 82558"/>
                <a:gd name="connsiteY4" fmla="*/ 33436 h 80677"/>
                <a:gd name="connsiteX5" fmla="*/ 55633 w 82558"/>
                <a:gd name="connsiteY5" fmla="*/ 239 h 80677"/>
                <a:gd name="connsiteX6" fmla="*/ 39018 w 82558"/>
                <a:gd name="connsiteY6" fmla="*/ 9815 h 80677"/>
                <a:gd name="connsiteX7" fmla="*/ 38380 w 82558"/>
                <a:gd name="connsiteY7" fmla="*/ 10454 h 80677"/>
                <a:gd name="connsiteX8" fmla="*/ 29434 w 82558"/>
                <a:gd name="connsiteY8" fmla="*/ 20030 h 80677"/>
                <a:gd name="connsiteX9" fmla="*/ 20488 w 82558"/>
                <a:gd name="connsiteY9" fmla="*/ 21306 h 80677"/>
                <a:gd name="connsiteX10" fmla="*/ 19210 w 82558"/>
                <a:gd name="connsiteY10" fmla="*/ 12369 h 80677"/>
                <a:gd name="connsiteX11" fmla="*/ 28156 w 82558"/>
                <a:gd name="connsiteY11" fmla="*/ 2154 h 80677"/>
                <a:gd name="connsiteX12" fmla="*/ 28156 w 82558"/>
                <a:gd name="connsiteY12" fmla="*/ 2154 h 80677"/>
                <a:gd name="connsiteX13" fmla="*/ 26878 w 82558"/>
                <a:gd name="connsiteY13" fmla="*/ 239 h 80677"/>
                <a:gd name="connsiteX14" fmla="*/ 19849 w 82558"/>
                <a:gd name="connsiteY14" fmla="*/ 2154 h 80677"/>
                <a:gd name="connsiteX15" fmla="*/ 40 w 82558"/>
                <a:gd name="connsiteY15" fmla="*/ 44289 h 80677"/>
                <a:gd name="connsiteX16" fmla="*/ 4513 w 82558"/>
                <a:gd name="connsiteY16" fmla="*/ 49396 h 8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2558" h="80677">
                  <a:moveTo>
                    <a:pt x="4513" y="49396"/>
                  </a:moveTo>
                  <a:lnTo>
                    <a:pt x="21127" y="75570"/>
                  </a:lnTo>
                  <a:cubicBezTo>
                    <a:pt x="22405" y="77485"/>
                    <a:pt x="23044" y="78762"/>
                    <a:pt x="23044" y="80677"/>
                  </a:cubicBezTo>
                  <a:cubicBezTo>
                    <a:pt x="63301" y="76847"/>
                    <a:pt x="77358" y="60887"/>
                    <a:pt x="81192" y="53226"/>
                  </a:cubicBezTo>
                  <a:cubicBezTo>
                    <a:pt x="82470" y="50673"/>
                    <a:pt x="83748" y="43650"/>
                    <a:pt x="80553" y="33436"/>
                  </a:cubicBezTo>
                  <a:cubicBezTo>
                    <a:pt x="76080" y="18753"/>
                    <a:pt x="66496" y="5346"/>
                    <a:pt x="55633" y="239"/>
                  </a:cubicBezTo>
                  <a:cubicBezTo>
                    <a:pt x="53716" y="-1038"/>
                    <a:pt x="46048" y="3431"/>
                    <a:pt x="39018" y="9815"/>
                  </a:cubicBezTo>
                  <a:cubicBezTo>
                    <a:pt x="39018" y="9815"/>
                    <a:pt x="38380" y="10454"/>
                    <a:pt x="38380" y="10454"/>
                  </a:cubicBezTo>
                  <a:cubicBezTo>
                    <a:pt x="35185" y="13007"/>
                    <a:pt x="32629" y="16838"/>
                    <a:pt x="29434" y="20030"/>
                  </a:cubicBezTo>
                  <a:cubicBezTo>
                    <a:pt x="27517" y="22583"/>
                    <a:pt x="23044" y="23222"/>
                    <a:pt x="20488" y="21306"/>
                  </a:cubicBezTo>
                  <a:cubicBezTo>
                    <a:pt x="17932" y="19391"/>
                    <a:pt x="17293" y="14922"/>
                    <a:pt x="19210" y="12369"/>
                  </a:cubicBezTo>
                  <a:cubicBezTo>
                    <a:pt x="19210" y="12369"/>
                    <a:pt x="23044" y="7262"/>
                    <a:pt x="28156" y="2154"/>
                  </a:cubicBezTo>
                  <a:cubicBezTo>
                    <a:pt x="28156" y="2154"/>
                    <a:pt x="28156" y="2154"/>
                    <a:pt x="28156" y="2154"/>
                  </a:cubicBezTo>
                  <a:cubicBezTo>
                    <a:pt x="28156" y="1516"/>
                    <a:pt x="27517" y="878"/>
                    <a:pt x="26878" y="239"/>
                  </a:cubicBezTo>
                  <a:cubicBezTo>
                    <a:pt x="25600" y="-399"/>
                    <a:pt x="23044" y="239"/>
                    <a:pt x="19849" y="2154"/>
                  </a:cubicBezTo>
                  <a:cubicBezTo>
                    <a:pt x="6430" y="11092"/>
                    <a:pt x="-599" y="32159"/>
                    <a:pt x="40" y="44289"/>
                  </a:cubicBezTo>
                  <a:cubicBezTo>
                    <a:pt x="1957" y="46204"/>
                    <a:pt x="3874" y="47481"/>
                    <a:pt x="4513" y="49396"/>
                  </a:cubicBezTo>
                  <a:close/>
                </a:path>
              </a:pathLst>
            </a:custGeom>
            <a:solidFill>
              <a:srgbClr val="00A3E0"/>
            </a:solidFill>
            <a:ln w="6390" cap="flat">
              <a:noFill/>
              <a:prstDash val="solid"/>
              <a:miter/>
            </a:ln>
          </p:spPr>
          <p:txBody>
            <a:bodyPr rtlCol="0" anchor="ctr"/>
            <a:lstStyle/>
            <a:p>
              <a:endParaRPr lang="en-US"/>
            </a:p>
          </p:txBody>
        </p:sp>
        <p:sp>
          <p:nvSpPr>
            <p:cNvPr id="841" name="Graphic 4">
              <a:extLst>
                <a:ext uri="{FF2B5EF4-FFF2-40B4-BE49-F238E27FC236}">
                  <a16:creationId xmlns:a16="http://schemas.microsoft.com/office/drawing/2014/main" id="{ADFBDA9D-F64D-454B-A47B-4FE5034E3F32}"/>
                </a:ext>
              </a:extLst>
            </p:cNvPr>
            <p:cNvSpPr/>
            <p:nvPr/>
          </p:nvSpPr>
          <p:spPr>
            <a:xfrm>
              <a:off x="4046108"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58470 w 361670"/>
                <a:gd name="connsiteY5" fmla="*/ 107889 h 361333"/>
                <a:gd name="connsiteX6" fmla="*/ 164221 w 361670"/>
                <a:gd name="connsiteY6" fmla="*/ 83630 h 361333"/>
                <a:gd name="connsiteX7" fmla="*/ 171889 w 361670"/>
                <a:gd name="connsiteY7" fmla="*/ 78523 h 361333"/>
                <a:gd name="connsiteX8" fmla="*/ 177001 w 361670"/>
                <a:gd name="connsiteY8" fmla="*/ 86184 h 361333"/>
                <a:gd name="connsiteX9" fmla="*/ 171250 w 361670"/>
                <a:gd name="connsiteY9" fmla="*/ 110443 h 361333"/>
                <a:gd name="connsiteX10" fmla="*/ 164860 w 361670"/>
                <a:gd name="connsiteY10" fmla="*/ 115550 h 361333"/>
                <a:gd name="connsiteX11" fmla="*/ 163582 w 361670"/>
                <a:gd name="connsiteY11" fmla="*/ 115550 h 361333"/>
                <a:gd name="connsiteX12" fmla="*/ 158470 w 361670"/>
                <a:gd name="connsiteY12" fmla="*/ 107889 h 361333"/>
                <a:gd name="connsiteX13" fmla="*/ 118214 w 361670"/>
                <a:gd name="connsiteY13" fmla="*/ 86184 h 361333"/>
                <a:gd name="connsiteX14" fmla="*/ 127160 w 361670"/>
                <a:gd name="connsiteY14" fmla="*/ 88099 h 361333"/>
                <a:gd name="connsiteX15" fmla="*/ 147607 w 361670"/>
                <a:gd name="connsiteY15" fmla="*/ 120019 h 361333"/>
                <a:gd name="connsiteX16" fmla="*/ 145690 w 361670"/>
                <a:gd name="connsiteY16" fmla="*/ 128957 h 361333"/>
                <a:gd name="connsiteX17" fmla="*/ 142496 w 361670"/>
                <a:gd name="connsiteY17" fmla="*/ 130233 h 361333"/>
                <a:gd name="connsiteX18" fmla="*/ 137384 w 361670"/>
                <a:gd name="connsiteY18" fmla="*/ 127041 h 361333"/>
                <a:gd name="connsiteX19" fmla="*/ 116936 w 361670"/>
                <a:gd name="connsiteY19" fmla="*/ 95121 h 361333"/>
                <a:gd name="connsiteX20" fmla="*/ 118214 w 361670"/>
                <a:gd name="connsiteY20" fmla="*/ 86184 h 361333"/>
                <a:gd name="connsiteX21" fmla="*/ 88820 w 361670"/>
                <a:gd name="connsiteY21" fmla="*/ 131510 h 361333"/>
                <a:gd name="connsiteX22" fmla="*/ 96488 w 361670"/>
                <a:gd name="connsiteY22" fmla="*/ 126403 h 361333"/>
                <a:gd name="connsiteX23" fmla="*/ 120770 w 361670"/>
                <a:gd name="connsiteY23" fmla="*/ 132149 h 361333"/>
                <a:gd name="connsiteX24" fmla="*/ 125882 w 361670"/>
                <a:gd name="connsiteY24" fmla="*/ 139809 h 361333"/>
                <a:gd name="connsiteX25" fmla="*/ 119492 w 361670"/>
                <a:gd name="connsiteY25" fmla="*/ 144916 h 361333"/>
                <a:gd name="connsiteX26" fmla="*/ 118214 w 361670"/>
                <a:gd name="connsiteY26" fmla="*/ 144916 h 361333"/>
                <a:gd name="connsiteX27" fmla="*/ 93932 w 361670"/>
                <a:gd name="connsiteY27" fmla="*/ 139171 h 361333"/>
                <a:gd name="connsiteX28" fmla="*/ 88820 w 361670"/>
                <a:gd name="connsiteY28" fmla="*/ 131510 h 361333"/>
                <a:gd name="connsiteX29" fmla="*/ 111185 w 361670"/>
                <a:gd name="connsiteY29" fmla="*/ 267489 h 361333"/>
                <a:gd name="connsiteX30" fmla="*/ 106073 w 361670"/>
                <a:gd name="connsiteY30" fmla="*/ 270681 h 361333"/>
                <a:gd name="connsiteX31" fmla="*/ 94571 w 361670"/>
                <a:gd name="connsiteY31" fmla="*/ 273873 h 361333"/>
                <a:gd name="connsiteX32" fmla="*/ 76040 w 361670"/>
                <a:gd name="connsiteY32" fmla="*/ 263658 h 361333"/>
                <a:gd name="connsiteX33" fmla="*/ 65816 w 361670"/>
                <a:gd name="connsiteY33" fmla="*/ 247060 h 361333"/>
                <a:gd name="connsiteX34" fmla="*/ 72845 w 361670"/>
                <a:gd name="connsiteY34" fmla="*/ 217055 h 361333"/>
                <a:gd name="connsiteX35" fmla="*/ 77957 w 361670"/>
                <a:gd name="connsiteY35" fmla="*/ 213863 h 361333"/>
                <a:gd name="connsiteX36" fmla="*/ 82430 w 361670"/>
                <a:gd name="connsiteY36" fmla="*/ 211948 h 361333"/>
                <a:gd name="connsiteX37" fmla="*/ 107990 w 361670"/>
                <a:gd name="connsiteY37" fmla="*/ 161515 h 361333"/>
                <a:gd name="connsiteX38" fmla="*/ 128438 w 361670"/>
                <a:gd name="connsiteY38" fmla="*/ 158961 h 361333"/>
                <a:gd name="connsiteX39" fmla="*/ 134189 w 361670"/>
                <a:gd name="connsiteY39" fmla="*/ 164068 h 361333"/>
                <a:gd name="connsiteX40" fmla="*/ 156553 w 361670"/>
                <a:gd name="connsiteY40" fmla="*/ 158961 h 361333"/>
                <a:gd name="connsiteX41" fmla="*/ 187864 w 361670"/>
                <a:gd name="connsiteY41" fmla="*/ 199819 h 361333"/>
                <a:gd name="connsiteX42" fmla="*/ 187864 w 361670"/>
                <a:gd name="connsiteY42" fmla="*/ 229823 h 361333"/>
                <a:gd name="connsiteX43" fmla="*/ 115019 w 361670"/>
                <a:gd name="connsiteY43" fmla="*/ 263658 h 361333"/>
                <a:gd name="connsiteX44" fmla="*/ 111185 w 361670"/>
                <a:gd name="connsiteY44" fmla="*/ 267489 h 361333"/>
                <a:gd name="connsiteX45" fmla="*/ 197449 w 361670"/>
                <a:gd name="connsiteY45" fmla="*/ 253444 h 361333"/>
                <a:gd name="connsiteX46" fmla="*/ 191698 w 361670"/>
                <a:gd name="connsiteY46" fmla="*/ 277703 h 361333"/>
                <a:gd name="connsiteX47" fmla="*/ 185308 w 361670"/>
                <a:gd name="connsiteY47" fmla="*/ 282810 h 361333"/>
                <a:gd name="connsiteX48" fmla="*/ 184030 w 361670"/>
                <a:gd name="connsiteY48" fmla="*/ 282810 h 361333"/>
                <a:gd name="connsiteX49" fmla="*/ 178918 w 361670"/>
                <a:gd name="connsiteY49" fmla="*/ 275150 h 361333"/>
                <a:gd name="connsiteX50" fmla="*/ 184669 w 361670"/>
                <a:gd name="connsiteY50" fmla="*/ 250890 h 361333"/>
                <a:gd name="connsiteX51" fmla="*/ 192337 w 361670"/>
                <a:gd name="connsiteY51" fmla="*/ 245783 h 361333"/>
                <a:gd name="connsiteX52" fmla="*/ 197449 w 361670"/>
                <a:gd name="connsiteY52" fmla="*/ 253444 h 361333"/>
                <a:gd name="connsiteX53" fmla="*/ 237706 w 361670"/>
                <a:gd name="connsiteY53" fmla="*/ 275150 h 361333"/>
                <a:gd name="connsiteX54" fmla="*/ 234511 w 361670"/>
                <a:gd name="connsiteY54" fmla="*/ 276426 h 361333"/>
                <a:gd name="connsiteX55" fmla="*/ 229399 w 361670"/>
                <a:gd name="connsiteY55" fmla="*/ 273234 h 361333"/>
                <a:gd name="connsiteX56" fmla="*/ 208951 w 361670"/>
                <a:gd name="connsiteY56" fmla="*/ 241314 h 361333"/>
                <a:gd name="connsiteX57" fmla="*/ 210868 w 361670"/>
                <a:gd name="connsiteY57" fmla="*/ 232377 h 361333"/>
                <a:gd name="connsiteX58" fmla="*/ 219814 w 361670"/>
                <a:gd name="connsiteY58" fmla="*/ 234292 h 361333"/>
                <a:gd name="connsiteX59" fmla="*/ 240261 w 361670"/>
                <a:gd name="connsiteY59" fmla="*/ 266212 h 361333"/>
                <a:gd name="connsiteX60" fmla="*/ 237706 w 361670"/>
                <a:gd name="connsiteY60" fmla="*/ 275150 h 361333"/>
                <a:gd name="connsiteX61" fmla="*/ 267099 w 361670"/>
                <a:gd name="connsiteY61" fmla="*/ 230462 h 361333"/>
                <a:gd name="connsiteX62" fmla="*/ 260709 w 361670"/>
                <a:gd name="connsiteY62" fmla="*/ 235569 h 361333"/>
                <a:gd name="connsiteX63" fmla="*/ 259431 w 361670"/>
                <a:gd name="connsiteY63" fmla="*/ 235569 h 361333"/>
                <a:gd name="connsiteX64" fmla="*/ 235150 w 361670"/>
                <a:gd name="connsiteY64" fmla="*/ 229823 h 361333"/>
                <a:gd name="connsiteX65" fmla="*/ 230038 w 361670"/>
                <a:gd name="connsiteY65" fmla="*/ 222163 h 361333"/>
                <a:gd name="connsiteX66" fmla="*/ 237706 w 361670"/>
                <a:gd name="connsiteY66" fmla="*/ 217055 h 361333"/>
                <a:gd name="connsiteX67" fmla="*/ 261987 w 361670"/>
                <a:gd name="connsiteY67" fmla="*/ 222801 h 361333"/>
                <a:gd name="connsiteX68" fmla="*/ 267099 w 361670"/>
                <a:gd name="connsiteY68" fmla="*/ 230462 h 361333"/>
                <a:gd name="connsiteX69" fmla="*/ 288825 w 361670"/>
                <a:gd name="connsiteY69" fmla="*/ 140448 h 361333"/>
                <a:gd name="connsiteX70" fmla="*/ 283713 w 361670"/>
                <a:gd name="connsiteY70" fmla="*/ 143640 h 361333"/>
                <a:gd name="connsiteX71" fmla="*/ 279240 w 361670"/>
                <a:gd name="connsiteY71" fmla="*/ 145555 h 361333"/>
                <a:gd name="connsiteX72" fmla="*/ 253681 w 361670"/>
                <a:gd name="connsiteY72" fmla="*/ 195988 h 361333"/>
                <a:gd name="connsiteX73" fmla="*/ 240901 w 361670"/>
                <a:gd name="connsiteY73" fmla="*/ 200457 h 361333"/>
                <a:gd name="connsiteX74" fmla="*/ 233872 w 361670"/>
                <a:gd name="connsiteY74" fmla="*/ 198542 h 361333"/>
                <a:gd name="connsiteX75" fmla="*/ 228121 w 361670"/>
                <a:gd name="connsiteY75" fmla="*/ 193435 h 361333"/>
                <a:gd name="connsiteX76" fmla="*/ 211507 w 361670"/>
                <a:gd name="connsiteY76" fmla="*/ 199819 h 361333"/>
                <a:gd name="connsiteX77" fmla="*/ 205117 w 361670"/>
                <a:gd name="connsiteY77" fmla="*/ 198542 h 361333"/>
                <a:gd name="connsiteX78" fmla="*/ 173806 w 361670"/>
                <a:gd name="connsiteY78" fmla="*/ 157684 h 361333"/>
                <a:gd name="connsiteX79" fmla="*/ 173806 w 361670"/>
                <a:gd name="connsiteY79" fmla="*/ 127680 h 361333"/>
                <a:gd name="connsiteX80" fmla="*/ 246651 w 361670"/>
                <a:gd name="connsiteY80" fmla="*/ 93845 h 361333"/>
                <a:gd name="connsiteX81" fmla="*/ 249846 w 361670"/>
                <a:gd name="connsiteY81" fmla="*/ 90653 h 361333"/>
                <a:gd name="connsiteX82" fmla="*/ 254958 w 361670"/>
                <a:gd name="connsiteY82" fmla="*/ 87461 h 361333"/>
                <a:gd name="connsiteX83" fmla="*/ 284991 w 361670"/>
                <a:gd name="connsiteY83" fmla="*/ 94483 h 361333"/>
                <a:gd name="connsiteX84" fmla="*/ 295215 w 361670"/>
                <a:gd name="connsiteY84" fmla="*/ 111081 h 361333"/>
                <a:gd name="connsiteX85" fmla="*/ 288825 w 361670"/>
                <a:gd name="connsiteY85" fmla="*/ 14044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361670" h="361333">
                  <a:moveTo>
                    <a:pt x="180835" y="0"/>
                  </a:moveTo>
                  <a:cubicBezTo>
                    <a:pt x="80513" y="0"/>
                    <a:pt x="0" y="81077"/>
                    <a:pt x="0" y="180667"/>
                  </a:cubicBezTo>
                  <a:cubicBezTo>
                    <a:pt x="0" y="280895"/>
                    <a:pt x="81152" y="361334"/>
                    <a:pt x="180835" y="361334"/>
                  </a:cubicBezTo>
                  <a:cubicBezTo>
                    <a:pt x="281157" y="361334"/>
                    <a:pt x="361670" y="280257"/>
                    <a:pt x="361670" y="180667"/>
                  </a:cubicBezTo>
                  <a:cubicBezTo>
                    <a:pt x="361670" y="81077"/>
                    <a:pt x="280518" y="0"/>
                    <a:pt x="180835" y="0"/>
                  </a:cubicBezTo>
                  <a:close/>
                  <a:moveTo>
                    <a:pt x="158470" y="107889"/>
                  </a:moveTo>
                  <a:lnTo>
                    <a:pt x="164221" y="83630"/>
                  </a:lnTo>
                  <a:cubicBezTo>
                    <a:pt x="164860" y="80438"/>
                    <a:pt x="168694" y="77885"/>
                    <a:pt x="171889" y="78523"/>
                  </a:cubicBezTo>
                  <a:cubicBezTo>
                    <a:pt x="175084" y="79162"/>
                    <a:pt x="177640" y="82992"/>
                    <a:pt x="177001" y="86184"/>
                  </a:cubicBezTo>
                  <a:lnTo>
                    <a:pt x="171250" y="110443"/>
                  </a:lnTo>
                  <a:cubicBezTo>
                    <a:pt x="170611" y="113635"/>
                    <a:pt x="168055" y="115550"/>
                    <a:pt x="164860" y="115550"/>
                  </a:cubicBezTo>
                  <a:cubicBezTo>
                    <a:pt x="164221" y="115550"/>
                    <a:pt x="164221" y="115550"/>
                    <a:pt x="163582" y="115550"/>
                  </a:cubicBezTo>
                  <a:cubicBezTo>
                    <a:pt x="159748" y="114912"/>
                    <a:pt x="157832" y="111081"/>
                    <a:pt x="158470" y="107889"/>
                  </a:cubicBezTo>
                  <a:close/>
                  <a:moveTo>
                    <a:pt x="118214" y="86184"/>
                  </a:moveTo>
                  <a:cubicBezTo>
                    <a:pt x="121409" y="84269"/>
                    <a:pt x="125243" y="84907"/>
                    <a:pt x="127160" y="88099"/>
                  </a:cubicBezTo>
                  <a:lnTo>
                    <a:pt x="147607" y="120019"/>
                  </a:lnTo>
                  <a:cubicBezTo>
                    <a:pt x="149524" y="123211"/>
                    <a:pt x="148885" y="127041"/>
                    <a:pt x="145690" y="128957"/>
                  </a:cubicBezTo>
                  <a:cubicBezTo>
                    <a:pt x="144412" y="129595"/>
                    <a:pt x="143134" y="130233"/>
                    <a:pt x="142496" y="130233"/>
                  </a:cubicBezTo>
                  <a:cubicBezTo>
                    <a:pt x="140579" y="130233"/>
                    <a:pt x="138022" y="128957"/>
                    <a:pt x="137384" y="127041"/>
                  </a:cubicBezTo>
                  <a:lnTo>
                    <a:pt x="116936" y="95121"/>
                  </a:lnTo>
                  <a:cubicBezTo>
                    <a:pt x="114380" y="91930"/>
                    <a:pt x="115658" y="88099"/>
                    <a:pt x="118214" y="86184"/>
                  </a:cubicBezTo>
                  <a:close/>
                  <a:moveTo>
                    <a:pt x="88820" y="131510"/>
                  </a:moveTo>
                  <a:cubicBezTo>
                    <a:pt x="89459" y="128318"/>
                    <a:pt x="93293" y="125765"/>
                    <a:pt x="96488" y="126403"/>
                  </a:cubicBezTo>
                  <a:lnTo>
                    <a:pt x="120770" y="132149"/>
                  </a:lnTo>
                  <a:cubicBezTo>
                    <a:pt x="123965" y="132787"/>
                    <a:pt x="126521" y="136617"/>
                    <a:pt x="125882" y="139809"/>
                  </a:cubicBezTo>
                  <a:cubicBezTo>
                    <a:pt x="125243" y="143001"/>
                    <a:pt x="122687" y="144916"/>
                    <a:pt x="119492" y="144916"/>
                  </a:cubicBezTo>
                  <a:cubicBezTo>
                    <a:pt x="118853" y="144916"/>
                    <a:pt x="118853" y="144916"/>
                    <a:pt x="118214" y="144916"/>
                  </a:cubicBezTo>
                  <a:lnTo>
                    <a:pt x="93932" y="139171"/>
                  </a:lnTo>
                  <a:cubicBezTo>
                    <a:pt x="90098" y="137894"/>
                    <a:pt x="88181" y="134702"/>
                    <a:pt x="88820" y="131510"/>
                  </a:cubicBezTo>
                  <a:close/>
                  <a:moveTo>
                    <a:pt x="111185" y="267489"/>
                  </a:moveTo>
                  <a:lnTo>
                    <a:pt x="106073" y="270681"/>
                  </a:lnTo>
                  <a:cubicBezTo>
                    <a:pt x="102239" y="273234"/>
                    <a:pt x="98405" y="273873"/>
                    <a:pt x="94571" y="273873"/>
                  </a:cubicBezTo>
                  <a:cubicBezTo>
                    <a:pt x="87542" y="273873"/>
                    <a:pt x="80513" y="270042"/>
                    <a:pt x="76040" y="263658"/>
                  </a:cubicBezTo>
                  <a:lnTo>
                    <a:pt x="65816" y="247060"/>
                  </a:lnTo>
                  <a:cubicBezTo>
                    <a:pt x="59426" y="236846"/>
                    <a:pt x="62621" y="223439"/>
                    <a:pt x="72845" y="217055"/>
                  </a:cubicBezTo>
                  <a:lnTo>
                    <a:pt x="77957" y="213863"/>
                  </a:lnTo>
                  <a:cubicBezTo>
                    <a:pt x="79235" y="213225"/>
                    <a:pt x="81152" y="212587"/>
                    <a:pt x="82430" y="211948"/>
                  </a:cubicBezTo>
                  <a:cubicBezTo>
                    <a:pt x="83069" y="196627"/>
                    <a:pt x="90737" y="173006"/>
                    <a:pt x="107990" y="161515"/>
                  </a:cubicBezTo>
                  <a:cubicBezTo>
                    <a:pt x="117575" y="155131"/>
                    <a:pt x="124604" y="157046"/>
                    <a:pt x="128438" y="158961"/>
                  </a:cubicBezTo>
                  <a:cubicBezTo>
                    <a:pt x="130994" y="160238"/>
                    <a:pt x="132272" y="162153"/>
                    <a:pt x="134189" y="164068"/>
                  </a:cubicBezTo>
                  <a:cubicBezTo>
                    <a:pt x="141217" y="158961"/>
                    <a:pt x="149524" y="155769"/>
                    <a:pt x="156553" y="158961"/>
                  </a:cubicBezTo>
                  <a:cubicBezTo>
                    <a:pt x="173167" y="167260"/>
                    <a:pt x="183391" y="185135"/>
                    <a:pt x="187864" y="199819"/>
                  </a:cubicBezTo>
                  <a:cubicBezTo>
                    <a:pt x="189781" y="206841"/>
                    <a:pt x="192976" y="220247"/>
                    <a:pt x="187864" y="229823"/>
                  </a:cubicBezTo>
                  <a:cubicBezTo>
                    <a:pt x="182752" y="238761"/>
                    <a:pt x="164860" y="260466"/>
                    <a:pt x="115019" y="263658"/>
                  </a:cubicBezTo>
                  <a:cubicBezTo>
                    <a:pt x="113741" y="265574"/>
                    <a:pt x="112463" y="266850"/>
                    <a:pt x="111185" y="267489"/>
                  </a:cubicBezTo>
                  <a:close/>
                  <a:moveTo>
                    <a:pt x="197449" y="253444"/>
                  </a:moveTo>
                  <a:lnTo>
                    <a:pt x="191698" y="277703"/>
                  </a:lnTo>
                  <a:cubicBezTo>
                    <a:pt x="191059" y="280895"/>
                    <a:pt x="188503" y="282810"/>
                    <a:pt x="185308" y="282810"/>
                  </a:cubicBezTo>
                  <a:cubicBezTo>
                    <a:pt x="184669" y="282810"/>
                    <a:pt x="184669" y="282810"/>
                    <a:pt x="184030" y="282810"/>
                  </a:cubicBezTo>
                  <a:cubicBezTo>
                    <a:pt x="180835" y="282172"/>
                    <a:pt x="178279" y="278342"/>
                    <a:pt x="178918" y="275150"/>
                  </a:cubicBezTo>
                  <a:lnTo>
                    <a:pt x="184669" y="250890"/>
                  </a:lnTo>
                  <a:cubicBezTo>
                    <a:pt x="185308" y="247698"/>
                    <a:pt x="189142" y="245145"/>
                    <a:pt x="192337" y="245783"/>
                  </a:cubicBezTo>
                  <a:cubicBezTo>
                    <a:pt x="196171" y="247060"/>
                    <a:pt x="198088" y="250252"/>
                    <a:pt x="197449" y="253444"/>
                  </a:cubicBezTo>
                  <a:close/>
                  <a:moveTo>
                    <a:pt x="237706" y="275150"/>
                  </a:moveTo>
                  <a:cubicBezTo>
                    <a:pt x="236428" y="275788"/>
                    <a:pt x="235150" y="276426"/>
                    <a:pt x="234511" y="276426"/>
                  </a:cubicBezTo>
                  <a:cubicBezTo>
                    <a:pt x="232593" y="276426"/>
                    <a:pt x="230038" y="275150"/>
                    <a:pt x="229399" y="273234"/>
                  </a:cubicBezTo>
                  <a:lnTo>
                    <a:pt x="208951" y="241314"/>
                  </a:lnTo>
                  <a:cubicBezTo>
                    <a:pt x="207034" y="238122"/>
                    <a:pt x="207673" y="234292"/>
                    <a:pt x="210868" y="232377"/>
                  </a:cubicBezTo>
                  <a:cubicBezTo>
                    <a:pt x="214063" y="230462"/>
                    <a:pt x="217897" y="231100"/>
                    <a:pt x="219814" y="234292"/>
                  </a:cubicBezTo>
                  <a:lnTo>
                    <a:pt x="240261" y="266212"/>
                  </a:lnTo>
                  <a:cubicBezTo>
                    <a:pt x="241540" y="269404"/>
                    <a:pt x="240261" y="273234"/>
                    <a:pt x="237706" y="275150"/>
                  </a:cubicBezTo>
                  <a:close/>
                  <a:moveTo>
                    <a:pt x="267099" y="230462"/>
                  </a:moveTo>
                  <a:cubicBezTo>
                    <a:pt x="266460" y="233654"/>
                    <a:pt x="263904" y="235569"/>
                    <a:pt x="260709" y="235569"/>
                  </a:cubicBezTo>
                  <a:cubicBezTo>
                    <a:pt x="260071" y="235569"/>
                    <a:pt x="260071" y="235569"/>
                    <a:pt x="259431" y="235569"/>
                  </a:cubicBezTo>
                  <a:lnTo>
                    <a:pt x="235150" y="229823"/>
                  </a:lnTo>
                  <a:cubicBezTo>
                    <a:pt x="231955" y="229185"/>
                    <a:pt x="229399" y="225355"/>
                    <a:pt x="230038" y="222163"/>
                  </a:cubicBezTo>
                  <a:cubicBezTo>
                    <a:pt x="230677" y="218971"/>
                    <a:pt x="234511" y="216417"/>
                    <a:pt x="237706" y="217055"/>
                  </a:cubicBezTo>
                  <a:lnTo>
                    <a:pt x="261987" y="222801"/>
                  </a:lnTo>
                  <a:cubicBezTo>
                    <a:pt x="265821" y="223439"/>
                    <a:pt x="267738" y="226631"/>
                    <a:pt x="267099" y="230462"/>
                  </a:cubicBezTo>
                  <a:close/>
                  <a:moveTo>
                    <a:pt x="288825" y="140448"/>
                  </a:moveTo>
                  <a:lnTo>
                    <a:pt x="283713" y="143640"/>
                  </a:lnTo>
                  <a:cubicBezTo>
                    <a:pt x="282435" y="144278"/>
                    <a:pt x="280518" y="144916"/>
                    <a:pt x="279240" y="145555"/>
                  </a:cubicBezTo>
                  <a:cubicBezTo>
                    <a:pt x="278601" y="160876"/>
                    <a:pt x="270933" y="184497"/>
                    <a:pt x="253681" y="195988"/>
                  </a:cubicBezTo>
                  <a:cubicBezTo>
                    <a:pt x="248568" y="199180"/>
                    <a:pt x="244096" y="200457"/>
                    <a:pt x="240901" y="200457"/>
                  </a:cubicBezTo>
                  <a:cubicBezTo>
                    <a:pt x="237706" y="200457"/>
                    <a:pt x="235150" y="199819"/>
                    <a:pt x="233872" y="198542"/>
                  </a:cubicBezTo>
                  <a:cubicBezTo>
                    <a:pt x="231316" y="197265"/>
                    <a:pt x="230038" y="195350"/>
                    <a:pt x="228121" y="193435"/>
                  </a:cubicBezTo>
                  <a:cubicBezTo>
                    <a:pt x="223009" y="197265"/>
                    <a:pt x="217258" y="199819"/>
                    <a:pt x="211507" y="199819"/>
                  </a:cubicBezTo>
                  <a:cubicBezTo>
                    <a:pt x="209590" y="199819"/>
                    <a:pt x="207034" y="199180"/>
                    <a:pt x="205117" y="198542"/>
                  </a:cubicBezTo>
                  <a:cubicBezTo>
                    <a:pt x="188503" y="190243"/>
                    <a:pt x="178279" y="172368"/>
                    <a:pt x="173806" y="157684"/>
                  </a:cubicBezTo>
                  <a:cubicBezTo>
                    <a:pt x="171889" y="150662"/>
                    <a:pt x="168694" y="137256"/>
                    <a:pt x="173806" y="127680"/>
                  </a:cubicBezTo>
                  <a:cubicBezTo>
                    <a:pt x="178918" y="118104"/>
                    <a:pt x="196810" y="97037"/>
                    <a:pt x="246651" y="93845"/>
                  </a:cubicBezTo>
                  <a:cubicBezTo>
                    <a:pt x="247929" y="92568"/>
                    <a:pt x="248568" y="91930"/>
                    <a:pt x="249846" y="90653"/>
                  </a:cubicBezTo>
                  <a:lnTo>
                    <a:pt x="254958" y="87461"/>
                  </a:lnTo>
                  <a:cubicBezTo>
                    <a:pt x="265182" y="81077"/>
                    <a:pt x="278601" y="84269"/>
                    <a:pt x="284991" y="94483"/>
                  </a:cubicBezTo>
                  <a:lnTo>
                    <a:pt x="295215" y="111081"/>
                  </a:lnTo>
                  <a:cubicBezTo>
                    <a:pt x="301605" y="120657"/>
                    <a:pt x="299049" y="134064"/>
                    <a:pt x="288825" y="140448"/>
                  </a:cubicBezTo>
                  <a:close/>
                </a:path>
              </a:pathLst>
            </a:custGeom>
            <a:solidFill>
              <a:srgbClr val="00A3E0"/>
            </a:solidFill>
            <a:ln w="6390" cap="flat">
              <a:noFill/>
              <a:prstDash val="solid"/>
              <a:miter/>
            </a:ln>
          </p:spPr>
          <p:txBody>
            <a:bodyPr rtlCol="0" anchor="ctr"/>
            <a:lstStyle/>
            <a:p>
              <a:endParaRPr lang="en-US"/>
            </a:p>
          </p:txBody>
        </p:sp>
        <p:sp>
          <p:nvSpPr>
            <p:cNvPr id="842" name="Graphic 4">
              <a:extLst>
                <a:ext uri="{FF2B5EF4-FFF2-40B4-BE49-F238E27FC236}">
                  <a16:creationId xmlns:a16="http://schemas.microsoft.com/office/drawing/2014/main" id="{46553184-1B9D-C14E-93C6-A080DC48273C}"/>
                </a:ext>
              </a:extLst>
            </p:cNvPr>
            <p:cNvSpPr/>
            <p:nvPr/>
          </p:nvSpPr>
          <p:spPr>
            <a:xfrm>
              <a:off x="4301647" y="4405748"/>
              <a:ext cx="30142" cy="35750"/>
            </a:xfrm>
            <a:custGeom>
              <a:avLst/>
              <a:gdLst>
                <a:gd name="connsiteX0" fmla="*/ 18588 w 30142"/>
                <a:gd name="connsiteY0" fmla="*/ 3830 h 35750"/>
                <a:gd name="connsiteX1" fmla="*/ 10921 w 30142"/>
                <a:gd name="connsiteY1" fmla="*/ 0 h 35750"/>
                <a:gd name="connsiteX2" fmla="*/ 6448 w 30142"/>
                <a:gd name="connsiteY2" fmla="*/ 1277 h 35750"/>
                <a:gd name="connsiteX3" fmla="*/ 1336 w 30142"/>
                <a:gd name="connsiteY3" fmla="*/ 4469 h 35750"/>
                <a:gd name="connsiteX4" fmla="*/ 697 w 30142"/>
                <a:gd name="connsiteY4" fmla="*/ 8299 h 35750"/>
                <a:gd name="connsiteX5" fmla="*/ 17311 w 30142"/>
                <a:gd name="connsiteY5" fmla="*/ 34474 h 35750"/>
                <a:gd name="connsiteX6" fmla="*/ 19228 w 30142"/>
                <a:gd name="connsiteY6" fmla="*/ 35750 h 35750"/>
                <a:gd name="connsiteX7" fmla="*/ 21144 w 30142"/>
                <a:gd name="connsiteY7" fmla="*/ 35112 h 35750"/>
                <a:gd name="connsiteX8" fmla="*/ 26256 w 30142"/>
                <a:gd name="connsiteY8" fmla="*/ 31920 h 35750"/>
                <a:gd name="connsiteX9" fmla="*/ 28812 w 30142"/>
                <a:gd name="connsiteY9" fmla="*/ 19790 h 35750"/>
                <a:gd name="connsiteX10" fmla="*/ 18588 w 30142"/>
                <a:gd name="connsiteY10" fmla="*/ 3830 h 35750"/>
                <a:gd name="connsiteX11" fmla="*/ 23701 w 30142"/>
                <a:gd name="connsiteY11" fmla="*/ 28090 h 35750"/>
                <a:gd name="connsiteX12" fmla="*/ 20506 w 30142"/>
                <a:gd name="connsiteY12" fmla="*/ 29366 h 35750"/>
                <a:gd name="connsiteX13" fmla="*/ 15393 w 30142"/>
                <a:gd name="connsiteY13" fmla="*/ 26174 h 35750"/>
                <a:gd name="connsiteX14" fmla="*/ 7726 w 30142"/>
                <a:gd name="connsiteY14" fmla="*/ 14045 h 35750"/>
                <a:gd name="connsiteX15" fmla="*/ 9643 w 30142"/>
                <a:gd name="connsiteY15" fmla="*/ 5107 h 35750"/>
                <a:gd name="connsiteX16" fmla="*/ 18588 w 30142"/>
                <a:gd name="connsiteY16" fmla="*/ 7022 h 35750"/>
                <a:gd name="connsiteX17" fmla="*/ 26256 w 30142"/>
                <a:gd name="connsiteY17" fmla="*/ 19152 h 35750"/>
                <a:gd name="connsiteX18" fmla="*/ 23701 w 30142"/>
                <a:gd name="connsiteY18" fmla="*/ 28090 h 3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142" h="35750">
                  <a:moveTo>
                    <a:pt x="18588" y="3830"/>
                  </a:moveTo>
                  <a:cubicBezTo>
                    <a:pt x="16671" y="1277"/>
                    <a:pt x="14116" y="0"/>
                    <a:pt x="10921" y="0"/>
                  </a:cubicBezTo>
                  <a:cubicBezTo>
                    <a:pt x="9003" y="0"/>
                    <a:pt x="7726" y="638"/>
                    <a:pt x="6448" y="1277"/>
                  </a:cubicBezTo>
                  <a:lnTo>
                    <a:pt x="1336" y="4469"/>
                  </a:lnTo>
                  <a:cubicBezTo>
                    <a:pt x="58" y="5107"/>
                    <a:pt x="-581" y="7022"/>
                    <a:pt x="697" y="8299"/>
                  </a:cubicBezTo>
                  <a:lnTo>
                    <a:pt x="17311" y="34474"/>
                  </a:lnTo>
                  <a:cubicBezTo>
                    <a:pt x="17949" y="35112"/>
                    <a:pt x="18588" y="35750"/>
                    <a:pt x="19228" y="35750"/>
                  </a:cubicBezTo>
                  <a:cubicBezTo>
                    <a:pt x="19866" y="35750"/>
                    <a:pt x="20506" y="35750"/>
                    <a:pt x="21144" y="35112"/>
                  </a:cubicBezTo>
                  <a:lnTo>
                    <a:pt x="26256" y="31920"/>
                  </a:lnTo>
                  <a:cubicBezTo>
                    <a:pt x="30091" y="29366"/>
                    <a:pt x="31368" y="23621"/>
                    <a:pt x="28812" y="19790"/>
                  </a:cubicBezTo>
                  <a:lnTo>
                    <a:pt x="18588" y="3830"/>
                  </a:lnTo>
                  <a:close/>
                  <a:moveTo>
                    <a:pt x="23701" y="28090"/>
                  </a:moveTo>
                  <a:cubicBezTo>
                    <a:pt x="22423" y="28728"/>
                    <a:pt x="21144" y="29366"/>
                    <a:pt x="20506" y="29366"/>
                  </a:cubicBezTo>
                  <a:cubicBezTo>
                    <a:pt x="18588" y="29366"/>
                    <a:pt x="16033" y="28090"/>
                    <a:pt x="15393" y="26174"/>
                  </a:cubicBezTo>
                  <a:lnTo>
                    <a:pt x="7726" y="14045"/>
                  </a:lnTo>
                  <a:cubicBezTo>
                    <a:pt x="5808" y="10853"/>
                    <a:pt x="6448" y="7022"/>
                    <a:pt x="9643" y="5107"/>
                  </a:cubicBezTo>
                  <a:cubicBezTo>
                    <a:pt x="12838" y="3192"/>
                    <a:pt x="16671" y="3830"/>
                    <a:pt x="18588" y="7022"/>
                  </a:cubicBezTo>
                  <a:lnTo>
                    <a:pt x="26256" y="19152"/>
                  </a:lnTo>
                  <a:cubicBezTo>
                    <a:pt x="27534" y="22344"/>
                    <a:pt x="26896" y="26174"/>
                    <a:pt x="23701" y="28090"/>
                  </a:cubicBezTo>
                  <a:close/>
                </a:path>
              </a:pathLst>
            </a:custGeom>
            <a:solidFill>
              <a:srgbClr val="00A3E0"/>
            </a:solidFill>
            <a:ln w="6390" cap="flat">
              <a:noFill/>
              <a:prstDash val="solid"/>
              <a:miter/>
            </a:ln>
          </p:spPr>
          <p:txBody>
            <a:bodyPr rtlCol="0" anchor="ctr"/>
            <a:lstStyle/>
            <a:p>
              <a:endParaRPr lang="en-US"/>
            </a:p>
          </p:txBody>
        </p:sp>
      </p:grpSp>
      <p:grpSp>
        <p:nvGrpSpPr>
          <p:cNvPr id="843" name="Graphic 4">
            <a:extLst>
              <a:ext uri="{FF2B5EF4-FFF2-40B4-BE49-F238E27FC236}">
                <a16:creationId xmlns:a16="http://schemas.microsoft.com/office/drawing/2014/main" id="{98E21E78-A948-9E47-96DA-F2FF5B2C8770}"/>
              </a:ext>
            </a:extLst>
          </p:cNvPr>
          <p:cNvGrpSpPr>
            <a:grpSpLocks noChangeAspect="1"/>
          </p:cNvGrpSpPr>
          <p:nvPr/>
        </p:nvGrpSpPr>
        <p:grpSpPr>
          <a:xfrm>
            <a:off x="5099808" y="4308712"/>
            <a:ext cx="361670" cy="361333"/>
            <a:chOff x="5099808" y="4308712"/>
            <a:chExt cx="361670" cy="361333"/>
          </a:xfrm>
          <a:solidFill>
            <a:srgbClr val="00A3E0"/>
          </a:solidFill>
        </p:grpSpPr>
        <p:sp>
          <p:nvSpPr>
            <p:cNvPr id="844" name="Graphic 4">
              <a:extLst>
                <a:ext uri="{FF2B5EF4-FFF2-40B4-BE49-F238E27FC236}">
                  <a16:creationId xmlns:a16="http://schemas.microsoft.com/office/drawing/2014/main" id="{1A67C3E1-130C-FF48-BB48-C77354EFD96D}"/>
                </a:ext>
              </a:extLst>
            </p:cNvPr>
            <p:cNvSpPr/>
            <p:nvPr/>
          </p:nvSpPr>
          <p:spPr>
            <a:xfrm>
              <a:off x="5241665" y="4412132"/>
              <a:ext cx="21086" cy="60009"/>
            </a:xfrm>
            <a:custGeom>
              <a:avLst/>
              <a:gdLst>
                <a:gd name="connsiteX0" fmla="*/ 0 w 21086"/>
                <a:gd name="connsiteY0" fmla="*/ 60010 h 60009"/>
                <a:gd name="connsiteX1" fmla="*/ 17892 w 21086"/>
                <a:gd name="connsiteY1" fmla="*/ 60010 h 60009"/>
                <a:gd name="connsiteX2" fmla="*/ 17892 w 21086"/>
                <a:gd name="connsiteY2" fmla="*/ 60010 h 60009"/>
                <a:gd name="connsiteX3" fmla="*/ 21087 w 21086"/>
                <a:gd name="connsiteY3" fmla="*/ 0 h 60009"/>
                <a:gd name="connsiteX4" fmla="*/ 0 w 21086"/>
                <a:gd name="connsiteY4" fmla="*/ 60010 h 60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86" h="60009">
                  <a:moveTo>
                    <a:pt x="0" y="60010"/>
                  </a:moveTo>
                  <a:lnTo>
                    <a:pt x="17892" y="60010"/>
                  </a:lnTo>
                  <a:cubicBezTo>
                    <a:pt x="17892" y="60010"/>
                    <a:pt x="17892" y="60010"/>
                    <a:pt x="17892" y="60010"/>
                  </a:cubicBezTo>
                  <a:lnTo>
                    <a:pt x="21087" y="0"/>
                  </a:lnTo>
                  <a:lnTo>
                    <a:pt x="0" y="60010"/>
                  </a:lnTo>
                  <a:close/>
                </a:path>
              </a:pathLst>
            </a:custGeom>
            <a:solidFill>
              <a:srgbClr val="00A3E0"/>
            </a:solidFill>
            <a:ln w="6390" cap="flat">
              <a:noFill/>
              <a:prstDash val="solid"/>
              <a:miter/>
            </a:ln>
          </p:spPr>
          <p:txBody>
            <a:bodyPr rtlCol="0" anchor="ctr"/>
            <a:lstStyle/>
            <a:p>
              <a:endParaRPr lang="en-US"/>
            </a:p>
          </p:txBody>
        </p:sp>
        <p:sp>
          <p:nvSpPr>
            <p:cNvPr id="845" name="Graphic 4">
              <a:extLst>
                <a:ext uri="{FF2B5EF4-FFF2-40B4-BE49-F238E27FC236}">
                  <a16:creationId xmlns:a16="http://schemas.microsoft.com/office/drawing/2014/main" id="{4F6DA8A5-48EC-CF4F-BC12-2C377CCAA9B0}"/>
                </a:ext>
              </a:extLst>
            </p:cNvPr>
            <p:cNvSpPr/>
            <p:nvPr/>
          </p:nvSpPr>
          <p:spPr>
            <a:xfrm>
              <a:off x="5198213" y="4516191"/>
              <a:ext cx="87388" cy="81596"/>
            </a:xfrm>
            <a:custGeom>
              <a:avLst/>
              <a:gdLst>
                <a:gd name="connsiteX0" fmla="*/ 67094 w 87388"/>
                <a:gd name="connsiteY0" fmla="*/ 1277 h 81596"/>
                <a:gd name="connsiteX1" fmla="*/ 32589 w 87388"/>
                <a:gd name="connsiteY1" fmla="*/ 1277 h 81596"/>
                <a:gd name="connsiteX2" fmla="*/ 26838 w 87388"/>
                <a:gd name="connsiteY2" fmla="*/ 0 h 81596"/>
                <a:gd name="connsiteX3" fmla="*/ 0 w 87388"/>
                <a:gd name="connsiteY3" fmla="*/ 42135 h 81596"/>
                <a:gd name="connsiteX4" fmla="*/ 2556 w 87388"/>
                <a:gd name="connsiteY4" fmla="*/ 50434 h 81596"/>
                <a:gd name="connsiteX5" fmla="*/ 5751 w 87388"/>
                <a:gd name="connsiteY5" fmla="*/ 50434 h 81596"/>
                <a:gd name="connsiteX6" fmla="*/ 10224 w 87388"/>
                <a:gd name="connsiteY6" fmla="*/ 35751 h 81596"/>
                <a:gd name="connsiteX7" fmla="*/ 18531 w 87388"/>
                <a:gd name="connsiteY7" fmla="*/ 31920 h 81596"/>
                <a:gd name="connsiteX8" fmla="*/ 22365 w 87388"/>
                <a:gd name="connsiteY8" fmla="*/ 40219 h 81596"/>
                <a:gd name="connsiteX9" fmla="*/ 18531 w 87388"/>
                <a:gd name="connsiteY9" fmla="*/ 53626 h 81596"/>
                <a:gd name="connsiteX10" fmla="*/ 18531 w 87388"/>
                <a:gd name="connsiteY10" fmla="*/ 54902 h 81596"/>
                <a:gd name="connsiteX11" fmla="*/ 19809 w 87388"/>
                <a:gd name="connsiteY11" fmla="*/ 75331 h 81596"/>
                <a:gd name="connsiteX12" fmla="*/ 63899 w 87388"/>
                <a:gd name="connsiteY12" fmla="*/ 79162 h 81596"/>
                <a:gd name="connsiteX13" fmla="*/ 82430 w 87388"/>
                <a:gd name="connsiteY13" fmla="*/ 68309 h 81596"/>
                <a:gd name="connsiteX14" fmla="*/ 74123 w 87388"/>
                <a:gd name="connsiteY14" fmla="*/ 0 h 81596"/>
                <a:gd name="connsiteX15" fmla="*/ 67094 w 87388"/>
                <a:gd name="connsiteY15" fmla="*/ 1277 h 81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7388" h="81596">
                  <a:moveTo>
                    <a:pt x="67094" y="1277"/>
                  </a:moveTo>
                  <a:lnTo>
                    <a:pt x="32589" y="1277"/>
                  </a:lnTo>
                  <a:cubicBezTo>
                    <a:pt x="30672" y="1277"/>
                    <a:pt x="28116" y="639"/>
                    <a:pt x="26838" y="0"/>
                  </a:cubicBezTo>
                  <a:cubicBezTo>
                    <a:pt x="15336" y="6384"/>
                    <a:pt x="639" y="24898"/>
                    <a:pt x="0" y="42135"/>
                  </a:cubicBezTo>
                  <a:cubicBezTo>
                    <a:pt x="0" y="46603"/>
                    <a:pt x="639" y="49157"/>
                    <a:pt x="2556" y="50434"/>
                  </a:cubicBezTo>
                  <a:cubicBezTo>
                    <a:pt x="3834" y="51072"/>
                    <a:pt x="5112" y="51072"/>
                    <a:pt x="5751" y="50434"/>
                  </a:cubicBezTo>
                  <a:cubicBezTo>
                    <a:pt x="7029" y="44688"/>
                    <a:pt x="8946" y="38943"/>
                    <a:pt x="10224" y="35751"/>
                  </a:cubicBezTo>
                  <a:cubicBezTo>
                    <a:pt x="11502" y="32559"/>
                    <a:pt x="15336" y="30643"/>
                    <a:pt x="18531" y="31920"/>
                  </a:cubicBezTo>
                  <a:cubicBezTo>
                    <a:pt x="21726" y="33197"/>
                    <a:pt x="23643" y="37027"/>
                    <a:pt x="22365" y="40219"/>
                  </a:cubicBezTo>
                  <a:cubicBezTo>
                    <a:pt x="20448" y="44688"/>
                    <a:pt x="19170" y="49157"/>
                    <a:pt x="18531" y="53626"/>
                  </a:cubicBezTo>
                  <a:cubicBezTo>
                    <a:pt x="18531" y="54264"/>
                    <a:pt x="18531" y="54264"/>
                    <a:pt x="18531" y="54902"/>
                  </a:cubicBezTo>
                  <a:cubicBezTo>
                    <a:pt x="16614" y="65117"/>
                    <a:pt x="17253" y="74054"/>
                    <a:pt x="19809" y="75331"/>
                  </a:cubicBezTo>
                  <a:cubicBezTo>
                    <a:pt x="30672" y="81715"/>
                    <a:pt x="47925" y="83630"/>
                    <a:pt x="63899" y="79162"/>
                  </a:cubicBezTo>
                  <a:cubicBezTo>
                    <a:pt x="75401" y="75970"/>
                    <a:pt x="81152" y="71501"/>
                    <a:pt x="82430" y="68309"/>
                  </a:cubicBezTo>
                  <a:cubicBezTo>
                    <a:pt x="86903" y="60648"/>
                    <a:pt x="93932" y="38304"/>
                    <a:pt x="74123" y="0"/>
                  </a:cubicBezTo>
                  <a:cubicBezTo>
                    <a:pt x="70928" y="639"/>
                    <a:pt x="69011" y="1277"/>
                    <a:pt x="67094" y="1277"/>
                  </a:cubicBezTo>
                  <a:close/>
                </a:path>
              </a:pathLst>
            </a:custGeom>
            <a:solidFill>
              <a:srgbClr val="00A3E0"/>
            </a:solidFill>
            <a:ln w="6390" cap="flat">
              <a:noFill/>
              <a:prstDash val="solid"/>
              <a:miter/>
            </a:ln>
          </p:spPr>
          <p:txBody>
            <a:bodyPr rtlCol="0" anchor="ctr"/>
            <a:lstStyle/>
            <a:p>
              <a:endParaRPr lang="en-US"/>
            </a:p>
          </p:txBody>
        </p:sp>
        <p:sp>
          <p:nvSpPr>
            <p:cNvPr id="846" name="Graphic 4">
              <a:extLst>
                <a:ext uri="{FF2B5EF4-FFF2-40B4-BE49-F238E27FC236}">
                  <a16:creationId xmlns:a16="http://schemas.microsoft.com/office/drawing/2014/main" id="{07F9FE5C-29CB-5A49-A7AD-EAB4EE8FCC10}"/>
                </a:ext>
              </a:extLst>
            </p:cNvPr>
            <p:cNvSpPr/>
            <p:nvPr/>
          </p:nvSpPr>
          <p:spPr>
            <a:xfrm>
              <a:off x="5228246" y="4484910"/>
              <a:ext cx="39617" cy="19151"/>
            </a:xfrm>
            <a:custGeom>
              <a:avLst/>
              <a:gdLst>
                <a:gd name="connsiteX0" fmla="*/ 0 w 39617"/>
                <a:gd name="connsiteY0" fmla="*/ 8937 h 19151"/>
                <a:gd name="connsiteX1" fmla="*/ 0 w 39617"/>
                <a:gd name="connsiteY1" fmla="*/ 16598 h 19151"/>
                <a:gd name="connsiteX2" fmla="*/ 2556 w 39617"/>
                <a:gd name="connsiteY2" fmla="*/ 19152 h 19151"/>
                <a:gd name="connsiteX3" fmla="*/ 37062 w 39617"/>
                <a:gd name="connsiteY3" fmla="*/ 19152 h 19151"/>
                <a:gd name="connsiteX4" fmla="*/ 39618 w 39617"/>
                <a:gd name="connsiteY4" fmla="*/ 16598 h 19151"/>
                <a:gd name="connsiteX5" fmla="*/ 39618 w 39617"/>
                <a:gd name="connsiteY5" fmla="*/ 8937 h 19151"/>
                <a:gd name="connsiteX6" fmla="*/ 30672 w 39617"/>
                <a:gd name="connsiteY6" fmla="*/ 0 h 19151"/>
                <a:gd name="connsiteX7" fmla="*/ 8307 w 39617"/>
                <a:gd name="connsiteY7" fmla="*/ 0 h 19151"/>
                <a:gd name="connsiteX8" fmla="*/ 0 w 39617"/>
                <a:gd name="connsiteY8" fmla="*/ 8937 h 19151"/>
                <a:gd name="connsiteX9" fmla="*/ 27477 w 39617"/>
                <a:gd name="connsiteY9" fmla="*/ 3830 h 19151"/>
                <a:gd name="connsiteX10" fmla="*/ 33867 w 39617"/>
                <a:gd name="connsiteY10" fmla="*/ 10214 h 19151"/>
                <a:gd name="connsiteX11" fmla="*/ 27477 w 39617"/>
                <a:gd name="connsiteY11" fmla="*/ 16598 h 19151"/>
                <a:gd name="connsiteX12" fmla="*/ 12141 w 39617"/>
                <a:gd name="connsiteY12" fmla="*/ 16598 h 19151"/>
                <a:gd name="connsiteX13" fmla="*/ 5751 w 39617"/>
                <a:gd name="connsiteY13" fmla="*/ 10214 h 19151"/>
                <a:gd name="connsiteX14" fmla="*/ 12141 w 39617"/>
                <a:gd name="connsiteY14" fmla="*/ 3830 h 19151"/>
                <a:gd name="connsiteX15" fmla="*/ 27477 w 39617"/>
                <a:gd name="connsiteY15" fmla="*/ 3830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617" h="19151">
                  <a:moveTo>
                    <a:pt x="0" y="8937"/>
                  </a:moveTo>
                  <a:lnTo>
                    <a:pt x="0" y="16598"/>
                  </a:lnTo>
                  <a:cubicBezTo>
                    <a:pt x="0" y="17875"/>
                    <a:pt x="1278" y="19152"/>
                    <a:pt x="2556" y="19152"/>
                  </a:cubicBezTo>
                  <a:lnTo>
                    <a:pt x="37062" y="19152"/>
                  </a:lnTo>
                  <a:cubicBezTo>
                    <a:pt x="38340" y="19152"/>
                    <a:pt x="39618" y="17875"/>
                    <a:pt x="39618" y="16598"/>
                  </a:cubicBezTo>
                  <a:lnTo>
                    <a:pt x="39618" y="8937"/>
                  </a:lnTo>
                  <a:cubicBezTo>
                    <a:pt x="39618" y="3830"/>
                    <a:pt x="35783" y="0"/>
                    <a:pt x="30672" y="0"/>
                  </a:cubicBezTo>
                  <a:lnTo>
                    <a:pt x="8307" y="0"/>
                  </a:lnTo>
                  <a:cubicBezTo>
                    <a:pt x="3834" y="0"/>
                    <a:pt x="0" y="4468"/>
                    <a:pt x="0" y="8937"/>
                  </a:cubicBezTo>
                  <a:close/>
                  <a:moveTo>
                    <a:pt x="27477" y="3830"/>
                  </a:moveTo>
                  <a:cubicBezTo>
                    <a:pt x="31310" y="3830"/>
                    <a:pt x="33867" y="6384"/>
                    <a:pt x="33867" y="10214"/>
                  </a:cubicBezTo>
                  <a:cubicBezTo>
                    <a:pt x="33867" y="14044"/>
                    <a:pt x="31310" y="16598"/>
                    <a:pt x="27477" y="16598"/>
                  </a:cubicBezTo>
                  <a:lnTo>
                    <a:pt x="12141" y="16598"/>
                  </a:lnTo>
                  <a:cubicBezTo>
                    <a:pt x="8307" y="16598"/>
                    <a:pt x="5751" y="14044"/>
                    <a:pt x="5751" y="10214"/>
                  </a:cubicBezTo>
                  <a:cubicBezTo>
                    <a:pt x="5751" y="6384"/>
                    <a:pt x="8307" y="3830"/>
                    <a:pt x="12141" y="3830"/>
                  </a:cubicBezTo>
                  <a:lnTo>
                    <a:pt x="27477" y="3830"/>
                  </a:lnTo>
                  <a:close/>
                </a:path>
              </a:pathLst>
            </a:custGeom>
            <a:solidFill>
              <a:srgbClr val="00A3E0"/>
            </a:solidFill>
            <a:ln w="6390" cap="flat">
              <a:noFill/>
              <a:prstDash val="solid"/>
              <a:miter/>
            </a:ln>
          </p:spPr>
          <p:txBody>
            <a:bodyPr rtlCol="0" anchor="ctr"/>
            <a:lstStyle/>
            <a:p>
              <a:endParaRPr lang="en-US"/>
            </a:p>
          </p:txBody>
        </p:sp>
        <p:sp>
          <p:nvSpPr>
            <p:cNvPr id="847" name="Graphic 4">
              <a:extLst>
                <a:ext uri="{FF2B5EF4-FFF2-40B4-BE49-F238E27FC236}">
                  <a16:creationId xmlns:a16="http://schemas.microsoft.com/office/drawing/2014/main" id="{5BD24341-4D9B-AC43-B59B-A10297BFB5E9}"/>
                </a:ext>
              </a:extLst>
            </p:cNvPr>
            <p:cNvSpPr/>
            <p:nvPr/>
          </p:nvSpPr>
          <p:spPr>
            <a:xfrm>
              <a:off x="5285116" y="4394257"/>
              <a:ext cx="22364" cy="17875"/>
            </a:xfrm>
            <a:custGeom>
              <a:avLst/>
              <a:gdLst>
                <a:gd name="connsiteX0" fmla="*/ 22365 w 22364"/>
                <a:gd name="connsiteY0" fmla="*/ 17875 h 17875"/>
                <a:gd name="connsiteX1" fmla="*/ 0 w 22364"/>
                <a:gd name="connsiteY1" fmla="*/ 0 h 17875"/>
                <a:gd name="connsiteX2" fmla="*/ 6390 w 22364"/>
                <a:gd name="connsiteY2" fmla="*/ 17875 h 17875"/>
              </a:gdLst>
              <a:ahLst/>
              <a:cxnLst>
                <a:cxn ang="0">
                  <a:pos x="connsiteX0" y="connsiteY0"/>
                </a:cxn>
                <a:cxn ang="0">
                  <a:pos x="connsiteX1" y="connsiteY1"/>
                </a:cxn>
                <a:cxn ang="0">
                  <a:pos x="connsiteX2" y="connsiteY2"/>
                </a:cxn>
              </a:cxnLst>
              <a:rect l="l" t="t" r="r" b="b"/>
              <a:pathLst>
                <a:path w="22364" h="17875">
                  <a:moveTo>
                    <a:pt x="22365" y="17875"/>
                  </a:moveTo>
                  <a:lnTo>
                    <a:pt x="0" y="0"/>
                  </a:lnTo>
                  <a:lnTo>
                    <a:pt x="6390" y="17875"/>
                  </a:lnTo>
                  <a:close/>
                </a:path>
              </a:pathLst>
            </a:custGeom>
            <a:solidFill>
              <a:srgbClr val="00A3E0"/>
            </a:solidFill>
            <a:ln w="6390" cap="flat">
              <a:noFill/>
              <a:prstDash val="solid"/>
              <a:miter/>
            </a:ln>
          </p:spPr>
          <p:txBody>
            <a:bodyPr rtlCol="0" anchor="ctr"/>
            <a:lstStyle/>
            <a:p>
              <a:endParaRPr lang="en-US"/>
            </a:p>
          </p:txBody>
        </p:sp>
        <p:sp>
          <p:nvSpPr>
            <p:cNvPr id="848" name="Graphic 4">
              <a:extLst>
                <a:ext uri="{FF2B5EF4-FFF2-40B4-BE49-F238E27FC236}">
                  <a16:creationId xmlns:a16="http://schemas.microsoft.com/office/drawing/2014/main" id="{12EFEA85-34EC-5A4C-A1A8-125092560279}"/>
                </a:ext>
              </a:extLst>
            </p:cNvPr>
            <p:cNvSpPr/>
            <p:nvPr/>
          </p:nvSpPr>
          <p:spPr>
            <a:xfrm>
              <a:off x="5099808" y="4308712"/>
              <a:ext cx="361670" cy="361333"/>
            </a:xfrm>
            <a:custGeom>
              <a:avLst/>
              <a:gdLst>
                <a:gd name="connsiteX0" fmla="*/ 180836 w 361670"/>
                <a:gd name="connsiteY0" fmla="*/ 0 h 361333"/>
                <a:gd name="connsiteX1" fmla="*/ 0 w 361670"/>
                <a:gd name="connsiteY1" fmla="*/ 180667 h 361333"/>
                <a:gd name="connsiteX2" fmla="*/ 180836 w 361670"/>
                <a:gd name="connsiteY2" fmla="*/ 361334 h 361333"/>
                <a:gd name="connsiteX3" fmla="*/ 361671 w 361670"/>
                <a:gd name="connsiteY3" fmla="*/ 180667 h 361333"/>
                <a:gd name="connsiteX4" fmla="*/ 180836 w 361670"/>
                <a:gd name="connsiteY4" fmla="*/ 0 h 361333"/>
                <a:gd name="connsiteX5" fmla="*/ 262627 w 361670"/>
                <a:gd name="connsiteY5" fmla="*/ 208118 h 361333"/>
                <a:gd name="connsiteX6" fmla="*/ 254959 w 361670"/>
                <a:gd name="connsiteY6" fmla="*/ 210033 h 361333"/>
                <a:gd name="connsiteX7" fmla="*/ 246652 w 361670"/>
                <a:gd name="connsiteY7" fmla="*/ 233015 h 361333"/>
                <a:gd name="connsiteX8" fmla="*/ 210868 w 361670"/>
                <a:gd name="connsiteY8" fmla="*/ 240676 h 361333"/>
                <a:gd name="connsiteX9" fmla="*/ 204478 w 361670"/>
                <a:gd name="connsiteY9" fmla="*/ 234292 h 361333"/>
                <a:gd name="connsiteX10" fmla="*/ 210868 w 361670"/>
                <a:gd name="connsiteY10" fmla="*/ 227908 h 361333"/>
                <a:gd name="connsiteX11" fmla="*/ 239623 w 361670"/>
                <a:gd name="connsiteY11" fmla="*/ 222163 h 361333"/>
                <a:gd name="connsiteX12" fmla="*/ 240901 w 361670"/>
                <a:gd name="connsiteY12" fmla="*/ 201734 h 361333"/>
                <a:gd name="connsiteX13" fmla="*/ 240901 w 361670"/>
                <a:gd name="connsiteY13" fmla="*/ 200457 h 361333"/>
                <a:gd name="connsiteX14" fmla="*/ 237067 w 361670"/>
                <a:gd name="connsiteY14" fmla="*/ 187051 h 361333"/>
                <a:gd name="connsiteX15" fmla="*/ 240901 w 361670"/>
                <a:gd name="connsiteY15" fmla="*/ 178752 h 361333"/>
                <a:gd name="connsiteX16" fmla="*/ 249208 w 361670"/>
                <a:gd name="connsiteY16" fmla="*/ 182582 h 361333"/>
                <a:gd name="connsiteX17" fmla="*/ 253681 w 361670"/>
                <a:gd name="connsiteY17" fmla="*/ 197265 h 361333"/>
                <a:gd name="connsiteX18" fmla="*/ 253681 w 361670"/>
                <a:gd name="connsiteY18" fmla="*/ 197265 h 361333"/>
                <a:gd name="connsiteX19" fmla="*/ 256876 w 361670"/>
                <a:gd name="connsiteY19" fmla="*/ 197265 h 361333"/>
                <a:gd name="connsiteX20" fmla="*/ 259432 w 361670"/>
                <a:gd name="connsiteY20" fmla="*/ 188966 h 361333"/>
                <a:gd name="connsiteX21" fmla="*/ 233872 w 361670"/>
                <a:gd name="connsiteY21" fmla="*/ 147470 h 361333"/>
                <a:gd name="connsiteX22" fmla="*/ 230677 w 361670"/>
                <a:gd name="connsiteY22" fmla="*/ 148108 h 361333"/>
                <a:gd name="connsiteX23" fmla="*/ 192337 w 361670"/>
                <a:gd name="connsiteY23" fmla="*/ 148108 h 361333"/>
                <a:gd name="connsiteX24" fmla="*/ 185947 w 361670"/>
                <a:gd name="connsiteY24" fmla="*/ 141724 h 361333"/>
                <a:gd name="connsiteX25" fmla="*/ 192337 w 361670"/>
                <a:gd name="connsiteY25" fmla="*/ 135341 h 361333"/>
                <a:gd name="connsiteX26" fmla="*/ 230038 w 361670"/>
                <a:gd name="connsiteY26" fmla="*/ 135341 h 361333"/>
                <a:gd name="connsiteX27" fmla="*/ 230038 w 361670"/>
                <a:gd name="connsiteY27" fmla="*/ 118742 h 361333"/>
                <a:gd name="connsiteX28" fmla="*/ 227482 w 361670"/>
                <a:gd name="connsiteY28" fmla="*/ 116189 h 361333"/>
                <a:gd name="connsiteX29" fmla="*/ 189142 w 361670"/>
                <a:gd name="connsiteY29" fmla="*/ 116189 h 361333"/>
                <a:gd name="connsiteX30" fmla="*/ 187225 w 361670"/>
                <a:gd name="connsiteY30" fmla="*/ 115550 h 361333"/>
                <a:gd name="connsiteX31" fmla="*/ 186586 w 361670"/>
                <a:gd name="connsiteY31" fmla="*/ 115550 h 361333"/>
                <a:gd name="connsiteX32" fmla="*/ 185308 w 361670"/>
                <a:gd name="connsiteY32" fmla="*/ 114912 h 361333"/>
                <a:gd name="connsiteX33" fmla="*/ 184669 w 361670"/>
                <a:gd name="connsiteY33" fmla="*/ 114273 h 361333"/>
                <a:gd name="connsiteX34" fmla="*/ 184031 w 361670"/>
                <a:gd name="connsiteY34" fmla="*/ 112997 h 361333"/>
                <a:gd name="connsiteX35" fmla="*/ 184031 w 361670"/>
                <a:gd name="connsiteY35" fmla="*/ 112358 h 361333"/>
                <a:gd name="connsiteX36" fmla="*/ 184031 w 361670"/>
                <a:gd name="connsiteY36" fmla="*/ 112358 h 361333"/>
                <a:gd name="connsiteX37" fmla="*/ 178918 w 361670"/>
                <a:gd name="connsiteY37" fmla="*/ 98313 h 361333"/>
                <a:gd name="connsiteX38" fmla="*/ 175084 w 361670"/>
                <a:gd name="connsiteY38" fmla="*/ 168537 h 361333"/>
                <a:gd name="connsiteX39" fmla="*/ 184031 w 361670"/>
                <a:gd name="connsiteY39" fmla="*/ 185774 h 361333"/>
                <a:gd name="connsiteX40" fmla="*/ 184031 w 361670"/>
                <a:gd name="connsiteY40" fmla="*/ 193435 h 361333"/>
                <a:gd name="connsiteX41" fmla="*/ 183391 w 361670"/>
                <a:gd name="connsiteY41" fmla="*/ 197903 h 361333"/>
                <a:gd name="connsiteX42" fmla="*/ 194254 w 361670"/>
                <a:gd name="connsiteY42" fmla="*/ 282172 h 361333"/>
                <a:gd name="connsiteX43" fmla="*/ 167416 w 361670"/>
                <a:gd name="connsiteY43" fmla="*/ 299409 h 361333"/>
                <a:gd name="connsiteX44" fmla="*/ 145052 w 361670"/>
                <a:gd name="connsiteY44" fmla="*/ 302601 h 361333"/>
                <a:gd name="connsiteX45" fmla="*/ 113102 w 361670"/>
                <a:gd name="connsiteY45" fmla="*/ 294302 h 361333"/>
                <a:gd name="connsiteX46" fmla="*/ 104795 w 361670"/>
                <a:gd name="connsiteY46" fmla="*/ 271319 h 361333"/>
                <a:gd name="connsiteX47" fmla="*/ 97127 w 361670"/>
                <a:gd name="connsiteY47" fmla="*/ 269404 h 361333"/>
                <a:gd name="connsiteX48" fmla="*/ 88181 w 361670"/>
                <a:gd name="connsiteY48" fmla="*/ 250252 h 361333"/>
                <a:gd name="connsiteX49" fmla="*/ 119492 w 361670"/>
                <a:gd name="connsiteY49" fmla="*/ 198542 h 361333"/>
                <a:gd name="connsiteX50" fmla="*/ 118853 w 361670"/>
                <a:gd name="connsiteY50" fmla="*/ 194073 h 361333"/>
                <a:gd name="connsiteX51" fmla="*/ 118853 w 361670"/>
                <a:gd name="connsiteY51" fmla="*/ 186412 h 361333"/>
                <a:gd name="connsiteX52" fmla="*/ 130994 w 361670"/>
                <a:gd name="connsiteY52" fmla="*/ 167260 h 361333"/>
                <a:gd name="connsiteX53" fmla="*/ 168695 w 361670"/>
                <a:gd name="connsiteY53" fmla="*/ 65117 h 361333"/>
                <a:gd name="connsiteX54" fmla="*/ 169333 w 361670"/>
                <a:gd name="connsiteY54" fmla="*/ 64478 h 361333"/>
                <a:gd name="connsiteX55" fmla="*/ 169973 w 361670"/>
                <a:gd name="connsiteY55" fmla="*/ 63202 h 361333"/>
                <a:gd name="connsiteX56" fmla="*/ 170611 w 361670"/>
                <a:gd name="connsiteY56" fmla="*/ 62563 h 361333"/>
                <a:gd name="connsiteX57" fmla="*/ 171251 w 361670"/>
                <a:gd name="connsiteY57" fmla="*/ 61925 h 361333"/>
                <a:gd name="connsiteX58" fmla="*/ 171889 w 361670"/>
                <a:gd name="connsiteY58" fmla="*/ 61925 h 361333"/>
                <a:gd name="connsiteX59" fmla="*/ 172528 w 361670"/>
                <a:gd name="connsiteY59" fmla="*/ 61286 h 361333"/>
                <a:gd name="connsiteX60" fmla="*/ 173806 w 361670"/>
                <a:gd name="connsiteY60" fmla="*/ 60648 h 361333"/>
                <a:gd name="connsiteX61" fmla="*/ 175084 w 361670"/>
                <a:gd name="connsiteY61" fmla="*/ 60648 h 361333"/>
                <a:gd name="connsiteX62" fmla="*/ 176363 w 361670"/>
                <a:gd name="connsiteY62" fmla="*/ 60648 h 361333"/>
                <a:gd name="connsiteX63" fmla="*/ 177001 w 361670"/>
                <a:gd name="connsiteY63" fmla="*/ 60648 h 361333"/>
                <a:gd name="connsiteX64" fmla="*/ 177641 w 361670"/>
                <a:gd name="connsiteY64" fmla="*/ 60648 h 361333"/>
                <a:gd name="connsiteX65" fmla="*/ 178918 w 361670"/>
                <a:gd name="connsiteY65" fmla="*/ 61286 h 361333"/>
                <a:gd name="connsiteX66" fmla="*/ 179557 w 361670"/>
                <a:gd name="connsiteY66" fmla="*/ 61925 h 361333"/>
                <a:gd name="connsiteX67" fmla="*/ 179557 w 361670"/>
                <a:gd name="connsiteY67" fmla="*/ 61925 h 361333"/>
                <a:gd name="connsiteX68" fmla="*/ 232594 w 361670"/>
                <a:gd name="connsiteY68" fmla="*/ 104059 h 361333"/>
                <a:gd name="connsiteX69" fmla="*/ 245374 w 361670"/>
                <a:gd name="connsiteY69" fmla="*/ 119381 h 361333"/>
                <a:gd name="connsiteX70" fmla="*/ 245374 w 361670"/>
                <a:gd name="connsiteY70" fmla="*/ 137256 h 361333"/>
                <a:gd name="connsiteX71" fmla="*/ 245374 w 361670"/>
                <a:gd name="connsiteY71" fmla="*/ 138533 h 361333"/>
                <a:gd name="connsiteX72" fmla="*/ 276045 w 361670"/>
                <a:gd name="connsiteY72" fmla="*/ 189604 h 361333"/>
                <a:gd name="connsiteX73" fmla="*/ 262627 w 361670"/>
                <a:gd name="connsiteY73" fmla="*/ 208118 h 361333"/>
                <a:gd name="connsiteX74" fmla="*/ 194254 w 361670"/>
                <a:gd name="connsiteY74" fmla="*/ 125765 h 361333"/>
                <a:gd name="connsiteX75" fmla="*/ 200644 w 361670"/>
                <a:gd name="connsiteY75" fmla="*/ 119381 h 361333"/>
                <a:gd name="connsiteX76" fmla="*/ 215980 w 361670"/>
                <a:gd name="connsiteY76" fmla="*/ 119381 h 361333"/>
                <a:gd name="connsiteX77" fmla="*/ 222370 w 361670"/>
                <a:gd name="connsiteY77" fmla="*/ 125765 h 361333"/>
                <a:gd name="connsiteX78" fmla="*/ 215980 w 361670"/>
                <a:gd name="connsiteY78" fmla="*/ 132149 h 361333"/>
                <a:gd name="connsiteX79" fmla="*/ 200644 w 361670"/>
                <a:gd name="connsiteY79" fmla="*/ 132149 h 361333"/>
                <a:gd name="connsiteX80" fmla="*/ 194254 w 361670"/>
                <a:gd name="connsiteY80" fmla="*/ 1257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61670" h="361333">
                  <a:moveTo>
                    <a:pt x="180836" y="0"/>
                  </a:moveTo>
                  <a:cubicBezTo>
                    <a:pt x="80513" y="0"/>
                    <a:pt x="0" y="81077"/>
                    <a:pt x="0" y="180667"/>
                  </a:cubicBezTo>
                  <a:cubicBezTo>
                    <a:pt x="0" y="280895"/>
                    <a:pt x="81152" y="361334"/>
                    <a:pt x="180836" y="361334"/>
                  </a:cubicBezTo>
                  <a:cubicBezTo>
                    <a:pt x="280518" y="361334"/>
                    <a:pt x="361671" y="280257"/>
                    <a:pt x="361671" y="180667"/>
                  </a:cubicBezTo>
                  <a:cubicBezTo>
                    <a:pt x="361671" y="81077"/>
                    <a:pt x="280518" y="0"/>
                    <a:pt x="180836" y="0"/>
                  </a:cubicBezTo>
                  <a:close/>
                  <a:moveTo>
                    <a:pt x="262627" y="208118"/>
                  </a:moveTo>
                  <a:cubicBezTo>
                    <a:pt x="260071" y="209395"/>
                    <a:pt x="257515" y="210033"/>
                    <a:pt x="254959" y="210033"/>
                  </a:cubicBezTo>
                  <a:cubicBezTo>
                    <a:pt x="255597" y="219609"/>
                    <a:pt x="253681" y="229185"/>
                    <a:pt x="246652" y="233015"/>
                  </a:cubicBezTo>
                  <a:cubicBezTo>
                    <a:pt x="237706" y="238761"/>
                    <a:pt x="220453" y="240676"/>
                    <a:pt x="210868" y="240676"/>
                  </a:cubicBezTo>
                  <a:cubicBezTo>
                    <a:pt x="207034" y="240676"/>
                    <a:pt x="204478" y="238122"/>
                    <a:pt x="204478" y="234292"/>
                  </a:cubicBezTo>
                  <a:cubicBezTo>
                    <a:pt x="204478" y="230462"/>
                    <a:pt x="207034" y="227908"/>
                    <a:pt x="210868" y="227908"/>
                  </a:cubicBezTo>
                  <a:cubicBezTo>
                    <a:pt x="221092" y="227908"/>
                    <a:pt x="234511" y="225355"/>
                    <a:pt x="239623" y="222163"/>
                  </a:cubicBezTo>
                  <a:cubicBezTo>
                    <a:pt x="242179" y="220886"/>
                    <a:pt x="242179" y="211948"/>
                    <a:pt x="240901" y="201734"/>
                  </a:cubicBezTo>
                  <a:cubicBezTo>
                    <a:pt x="240901" y="201095"/>
                    <a:pt x="240901" y="201095"/>
                    <a:pt x="240901" y="200457"/>
                  </a:cubicBezTo>
                  <a:cubicBezTo>
                    <a:pt x="240262" y="195988"/>
                    <a:pt x="238984" y="191519"/>
                    <a:pt x="237067" y="187051"/>
                  </a:cubicBezTo>
                  <a:cubicBezTo>
                    <a:pt x="235789" y="183859"/>
                    <a:pt x="237706" y="180028"/>
                    <a:pt x="240901" y="178752"/>
                  </a:cubicBezTo>
                  <a:cubicBezTo>
                    <a:pt x="244096" y="177475"/>
                    <a:pt x="247930" y="179390"/>
                    <a:pt x="249208" y="182582"/>
                  </a:cubicBezTo>
                  <a:cubicBezTo>
                    <a:pt x="250486" y="185774"/>
                    <a:pt x="252403" y="190881"/>
                    <a:pt x="253681" y="197265"/>
                  </a:cubicBezTo>
                  <a:lnTo>
                    <a:pt x="253681" y="197265"/>
                  </a:lnTo>
                  <a:cubicBezTo>
                    <a:pt x="254320" y="197265"/>
                    <a:pt x="255597" y="197903"/>
                    <a:pt x="256876" y="197265"/>
                  </a:cubicBezTo>
                  <a:cubicBezTo>
                    <a:pt x="258792" y="196627"/>
                    <a:pt x="259432" y="193435"/>
                    <a:pt x="259432" y="188966"/>
                  </a:cubicBezTo>
                  <a:cubicBezTo>
                    <a:pt x="258792" y="172368"/>
                    <a:pt x="244735" y="154492"/>
                    <a:pt x="233872" y="147470"/>
                  </a:cubicBezTo>
                  <a:cubicBezTo>
                    <a:pt x="232594" y="148108"/>
                    <a:pt x="231955" y="148108"/>
                    <a:pt x="230677" y="148108"/>
                  </a:cubicBezTo>
                  <a:lnTo>
                    <a:pt x="192337" y="148108"/>
                  </a:lnTo>
                  <a:cubicBezTo>
                    <a:pt x="188503" y="148108"/>
                    <a:pt x="185947" y="145555"/>
                    <a:pt x="185947" y="141724"/>
                  </a:cubicBezTo>
                  <a:cubicBezTo>
                    <a:pt x="185947" y="137894"/>
                    <a:pt x="188503" y="135341"/>
                    <a:pt x="192337" y="135341"/>
                  </a:cubicBezTo>
                  <a:lnTo>
                    <a:pt x="230038" y="135341"/>
                  </a:lnTo>
                  <a:lnTo>
                    <a:pt x="230038" y="118742"/>
                  </a:lnTo>
                  <a:cubicBezTo>
                    <a:pt x="230038" y="117465"/>
                    <a:pt x="228760" y="116189"/>
                    <a:pt x="227482" y="116189"/>
                  </a:cubicBezTo>
                  <a:lnTo>
                    <a:pt x="189142" y="116189"/>
                  </a:lnTo>
                  <a:cubicBezTo>
                    <a:pt x="188503" y="116189"/>
                    <a:pt x="187864" y="116189"/>
                    <a:pt x="187225" y="115550"/>
                  </a:cubicBezTo>
                  <a:cubicBezTo>
                    <a:pt x="187225" y="115550"/>
                    <a:pt x="186586" y="115550"/>
                    <a:pt x="186586" y="115550"/>
                  </a:cubicBezTo>
                  <a:cubicBezTo>
                    <a:pt x="185947" y="115550"/>
                    <a:pt x="185947" y="114912"/>
                    <a:pt x="185308" y="114912"/>
                  </a:cubicBezTo>
                  <a:cubicBezTo>
                    <a:pt x="185308" y="114912"/>
                    <a:pt x="184669" y="114273"/>
                    <a:pt x="184669" y="114273"/>
                  </a:cubicBezTo>
                  <a:cubicBezTo>
                    <a:pt x="184031" y="113635"/>
                    <a:pt x="184031" y="113635"/>
                    <a:pt x="184031" y="112997"/>
                  </a:cubicBezTo>
                  <a:cubicBezTo>
                    <a:pt x="184031" y="112997"/>
                    <a:pt x="184031" y="112358"/>
                    <a:pt x="184031" y="112358"/>
                  </a:cubicBezTo>
                  <a:cubicBezTo>
                    <a:pt x="184031" y="112358"/>
                    <a:pt x="184031" y="112358"/>
                    <a:pt x="184031" y="112358"/>
                  </a:cubicBezTo>
                  <a:lnTo>
                    <a:pt x="178918" y="98313"/>
                  </a:lnTo>
                  <a:lnTo>
                    <a:pt x="175084" y="168537"/>
                  </a:lnTo>
                  <a:cubicBezTo>
                    <a:pt x="180196" y="172368"/>
                    <a:pt x="184031" y="178752"/>
                    <a:pt x="184031" y="185774"/>
                  </a:cubicBezTo>
                  <a:lnTo>
                    <a:pt x="184031" y="193435"/>
                  </a:lnTo>
                  <a:cubicBezTo>
                    <a:pt x="184031" y="194711"/>
                    <a:pt x="184031" y="196627"/>
                    <a:pt x="183391" y="197903"/>
                  </a:cubicBezTo>
                  <a:cubicBezTo>
                    <a:pt x="208951" y="244506"/>
                    <a:pt x="199366" y="272596"/>
                    <a:pt x="194254" y="282172"/>
                  </a:cubicBezTo>
                  <a:cubicBezTo>
                    <a:pt x="190420" y="289194"/>
                    <a:pt x="180836" y="295578"/>
                    <a:pt x="167416" y="299409"/>
                  </a:cubicBezTo>
                  <a:cubicBezTo>
                    <a:pt x="161027" y="301324"/>
                    <a:pt x="153358" y="302601"/>
                    <a:pt x="145052" y="302601"/>
                  </a:cubicBezTo>
                  <a:cubicBezTo>
                    <a:pt x="134189" y="302601"/>
                    <a:pt x="122687" y="300686"/>
                    <a:pt x="113102" y="294302"/>
                  </a:cubicBezTo>
                  <a:cubicBezTo>
                    <a:pt x="106073" y="289833"/>
                    <a:pt x="104795" y="280895"/>
                    <a:pt x="104795" y="271319"/>
                  </a:cubicBezTo>
                  <a:cubicBezTo>
                    <a:pt x="102239" y="271319"/>
                    <a:pt x="99683" y="270681"/>
                    <a:pt x="97127" y="269404"/>
                  </a:cubicBezTo>
                  <a:cubicBezTo>
                    <a:pt x="93932" y="267489"/>
                    <a:pt x="88181" y="262382"/>
                    <a:pt x="88181" y="250252"/>
                  </a:cubicBezTo>
                  <a:cubicBezTo>
                    <a:pt x="88820" y="228546"/>
                    <a:pt x="105434" y="208118"/>
                    <a:pt x="119492" y="198542"/>
                  </a:cubicBezTo>
                  <a:cubicBezTo>
                    <a:pt x="118853" y="197265"/>
                    <a:pt x="118853" y="195350"/>
                    <a:pt x="118853" y="194073"/>
                  </a:cubicBezTo>
                  <a:lnTo>
                    <a:pt x="118853" y="186412"/>
                  </a:lnTo>
                  <a:cubicBezTo>
                    <a:pt x="118853" y="178113"/>
                    <a:pt x="123965" y="171091"/>
                    <a:pt x="130994" y="167260"/>
                  </a:cubicBezTo>
                  <a:lnTo>
                    <a:pt x="168695" y="65117"/>
                  </a:lnTo>
                  <a:cubicBezTo>
                    <a:pt x="168695" y="65117"/>
                    <a:pt x="168695" y="64478"/>
                    <a:pt x="169333" y="64478"/>
                  </a:cubicBezTo>
                  <a:cubicBezTo>
                    <a:pt x="169333" y="63840"/>
                    <a:pt x="169973" y="63840"/>
                    <a:pt x="169973" y="63202"/>
                  </a:cubicBezTo>
                  <a:cubicBezTo>
                    <a:pt x="169973" y="63202"/>
                    <a:pt x="170611" y="62563"/>
                    <a:pt x="170611" y="62563"/>
                  </a:cubicBezTo>
                  <a:cubicBezTo>
                    <a:pt x="170611" y="62563"/>
                    <a:pt x="170611" y="61925"/>
                    <a:pt x="171251" y="61925"/>
                  </a:cubicBezTo>
                  <a:cubicBezTo>
                    <a:pt x="171251" y="61925"/>
                    <a:pt x="171251" y="61925"/>
                    <a:pt x="171889" y="61925"/>
                  </a:cubicBezTo>
                  <a:cubicBezTo>
                    <a:pt x="171889" y="61925"/>
                    <a:pt x="172528" y="61286"/>
                    <a:pt x="172528" y="61286"/>
                  </a:cubicBezTo>
                  <a:cubicBezTo>
                    <a:pt x="173168" y="61286"/>
                    <a:pt x="173168" y="61286"/>
                    <a:pt x="173806" y="60648"/>
                  </a:cubicBezTo>
                  <a:cubicBezTo>
                    <a:pt x="174446" y="60648"/>
                    <a:pt x="174446" y="60648"/>
                    <a:pt x="175084" y="60648"/>
                  </a:cubicBezTo>
                  <a:cubicBezTo>
                    <a:pt x="175723" y="60648"/>
                    <a:pt x="175723" y="60648"/>
                    <a:pt x="176363" y="60648"/>
                  </a:cubicBezTo>
                  <a:cubicBezTo>
                    <a:pt x="176363" y="60648"/>
                    <a:pt x="177001" y="60648"/>
                    <a:pt x="177001" y="60648"/>
                  </a:cubicBezTo>
                  <a:cubicBezTo>
                    <a:pt x="177001" y="60648"/>
                    <a:pt x="177001" y="60648"/>
                    <a:pt x="177641" y="60648"/>
                  </a:cubicBezTo>
                  <a:cubicBezTo>
                    <a:pt x="178279" y="60648"/>
                    <a:pt x="178279" y="60648"/>
                    <a:pt x="178918" y="61286"/>
                  </a:cubicBezTo>
                  <a:cubicBezTo>
                    <a:pt x="178918" y="61286"/>
                    <a:pt x="179557" y="61286"/>
                    <a:pt x="179557" y="61925"/>
                  </a:cubicBezTo>
                  <a:cubicBezTo>
                    <a:pt x="179557" y="61925"/>
                    <a:pt x="179557" y="61925"/>
                    <a:pt x="179557" y="61925"/>
                  </a:cubicBezTo>
                  <a:lnTo>
                    <a:pt x="232594" y="104059"/>
                  </a:lnTo>
                  <a:cubicBezTo>
                    <a:pt x="239623" y="105336"/>
                    <a:pt x="245374" y="111720"/>
                    <a:pt x="245374" y="119381"/>
                  </a:cubicBezTo>
                  <a:lnTo>
                    <a:pt x="245374" y="137256"/>
                  </a:lnTo>
                  <a:cubicBezTo>
                    <a:pt x="245374" y="137894"/>
                    <a:pt x="245374" y="138533"/>
                    <a:pt x="245374" y="138533"/>
                  </a:cubicBezTo>
                  <a:cubicBezTo>
                    <a:pt x="258792" y="148108"/>
                    <a:pt x="274767" y="168537"/>
                    <a:pt x="276045" y="189604"/>
                  </a:cubicBezTo>
                  <a:cubicBezTo>
                    <a:pt x="271572" y="201095"/>
                    <a:pt x="265822" y="206203"/>
                    <a:pt x="262627" y="208118"/>
                  </a:cubicBezTo>
                  <a:close/>
                  <a:moveTo>
                    <a:pt x="194254" y="125765"/>
                  </a:moveTo>
                  <a:cubicBezTo>
                    <a:pt x="194254" y="121934"/>
                    <a:pt x="196810" y="119381"/>
                    <a:pt x="200644" y="119381"/>
                  </a:cubicBezTo>
                  <a:lnTo>
                    <a:pt x="215980" y="119381"/>
                  </a:lnTo>
                  <a:cubicBezTo>
                    <a:pt x="219814" y="119381"/>
                    <a:pt x="222370" y="121934"/>
                    <a:pt x="222370" y="125765"/>
                  </a:cubicBezTo>
                  <a:cubicBezTo>
                    <a:pt x="222370" y="129595"/>
                    <a:pt x="219814" y="132149"/>
                    <a:pt x="215980" y="132149"/>
                  </a:cubicBezTo>
                  <a:lnTo>
                    <a:pt x="200644" y="132149"/>
                  </a:lnTo>
                  <a:cubicBezTo>
                    <a:pt x="196810" y="132149"/>
                    <a:pt x="194254" y="128957"/>
                    <a:pt x="194254" y="125765"/>
                  </a:cubicBezTo>
                  <a:close/>
                </a:path>
              </a:pathLst>
            </a:custGeom>
            <a:solidFill>
              <a:srgbClr val="00A3E0"/>
            </a:solidFill>
            <a:ln w="6390" cap="flat">
              <a:noFill/>
              <a:prstDash val="solid"/>
              <a:miter/>
            </a:ln>
          </p:spPr>
          <p:txBody>
            <a:bodyPr rtlCol="0" anchor="ctr"/>
            <a:lstStyle/>
            <a:p>
              <a:endParaRPr lang="en-US"/>
            </a:p>
          </p:txBody>
        </p:sp>
      </p:grpSp>
      <p:sp>
        <p:nvSpPr>
          <p:cNvPr id="849" name="Graphic 4">
            <a:extLst>
              <a:ext uri="{FF2B5EF4-FFF2-40B4-BE49-F238E27FC236}">
                <a16:creationId xmlns:a16="http://schemas.microsoft.com/office/drawing/2014/main" id="{4A4A1C03-4ABA-D747-B5F6-39D358B1811C}"/>
              </a:ext>
            </a:extLst>
          </p:cNvPr>
          <p:cNvSpPr>
            <a:spLocks noChangeAspect="1"/>
          </p:cNvSpPr>
          <p:nvPr/>
        </p:nvSpPr>
        <p:spPr>
          <a:xfrm>
            <a:off x="4046108"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47929 w 361670"/>
              <a:gd name="connsiteY5" fmla="*/ 211310 h 361333"/>
              <a:gd name="connsiteX6" fmla="*/ 241540 w 361670"/>
              <a:gd name="connsiteY6" fmla="*/ 217694 h 361333"/>
              <a:gd name="connsiteX7" fmla="*/ 187225 w 361670"/>
              <a:gd name="connsiteY7" fmla="*/ 217694 h 361333"/>
              <a:gd name="connsiteX8" fmla="*/ 187225 w 361670"/>
              <a:gd name="connsiteY8" fmla="*/ 227908 h 361333"/>
              <a:gd name="connsiteX9" fmla="*/ 192337 w 361670"/>
              <a:gd name="connsiteY9" fmla="*/ 227908 h 361333"/>
              <a:gd name="connsiteX10" fmla="*/ 198727 w 361670"/>
              <a:gd name="connsiteY10" fmla="*/ 234292 h 361333"/>
              <a:gd name="connsiteX11" fmla="*/ 198727 w 361670"/>
              <a:gd name="connsiteY11" fmla="*/ 298132 h 361333"/>
              <a:gd name="connsiteX12" fmla="*/ 192337 w 361670"/>
              <a:gd name="connsiteY12" fmla="*/ 304516 h 361333"/>
              <a:gd name="connsiteX13" fmla="*/ 185947 w 361670"/>
              <a:gd name="connsiteY13" fmla="*/ 298132 h 361333"/>
              <a:gd name="connsiteX14" fmla="*/ 185947 w 361670"/>
              <a:gd name="connsiteY14" fmla="*/ 240676 h 361333"/>
              <a:gd name="connsiteX15" fmla="*/ 175723 w 361670"/>
              <a:gd name="connsiteY15" fmla="*/ 240676 h 361333"/>
              <a:gd name="connsiteX16" fmla="*/ 175723 w 361670"/>
              <a:gd name="connsiteY16" fmla="*/ 298132 h 361333"/>
              <a:gd name="connsiteX17" fmla="*/ 169333 w 361670"/>
              <a:gd name="connsiteY17" fmla="*/ 304516 h 361333"/>
              <a:gd name="connsiteX18" fmla="*/ 162943 w 361670"/>
              <a:gd name="connsiteY18" fmla="*/ 298132 h 361333"/>
              <a:gd name="connsiteX19" fmla="*/ 162943 w 361670"/>
              <a:gd name="connsiteY19" fmla="*/ 234292 h 361333"/>
              <a:gd name="connsiteX20" fmla="*/ 169333 w 361670"/>
              <a:gd name="connsiteY20" fmla="*/ 227908 h 361333"/>
              <a:gd name="connsiteX21" fmla="*/ 174445 w 361670"/>
              <a:gd name="connsiteY21" fmla="*/ 227908 h 361333"/>
              <a:gd name="connsiteX22" fmla="*/ 174445 w 361670"/>
              <a:gd name="connsiteY22" fmla="*/ 217694 h 361333"/>
              <a:gd name="connsiteX23" fmla="*/ 120131 w 361670"/>
              <a:gd name="connsiteY23" fmla="*/ 217694 h 361333"/>
              <a:gd name="connsiteX24" fmla="*/ 113741 w 361670"/>
              <a:gd name="connsiteY24" fmla="*/ 211310 h 361333"/>
              <a:gd name="connsiteX25" fmla="*/ 113741 w 361670"/>
              <a:gd name="connsiteY25" fmla="*/ 77885 h 361333"/>
              <a:gd name="connsiteX26" fmla="*/ 120131 w 361670"/>
              <a:gd name="connsiteY26" fmla="*/ 71501 h 361333"/>
              <a:gd name="connsiteX27" fmla="*/ 126521 w 361670"/>
              <a:gd name="connsiteY27" fmla="*/ 77885 h 361333"/>
              <a:gd name="connsiteX28" fmla="*/ 126521 w 361670"/>
              <a:gd name="connsiteY28" fmla="*/ 204926 h 361333"/>
              <a:gd name="connsiteX29" fmla="*/ 235150 w 361670"/>
              <a:gd name="connsiteY29" fmla="*/ 204926 h 361333"/>
              <a:gd name="connsiteX30" fmla="*/ 235150 w 361670"/>
              <a:gd name="connsiteY30" fmla="*/ 77885 h 361333"/>
              <a:gd name="connsiteX31" fmla="*/ 241540 w 361670"/>
              <a:gd name="connsiteY31" fmla="*/ 71501 h 361333"/>
              <a:gd name="connsiteX32" fmla="*/ 247929 w 361670"/>
              <a:gd name="connsiteY32" fmla="*/ 77885 h 361333"/>
              <a:gd name="connsiteX33" fmla="*/ 247929 w 361670"/>
              <a:gd name="connsiteY33" fmla="*/ 21131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247929" y="211310"/>
                </a:moveTo>
                <a:cubicBezTo>
                  <a:pt x="247929" y="215140"/>
                  <a:pt x="245373" y="217694"/>
                  <a:pt x="241540" y="217694"/>
                </a:cubicBezTo>
                <a:lnTo>
                  <a:pt x="187225" y="217694"/>
                </a:lnTo>
                <a:lnTo>
                  <a:pt x="187225" y="227908"/>
                </a:lnTo>
                <a:lnTo>
                  <a:pt x="192337" y="227908"/>
                </a:lnTo>
                <a:cubicBezTo>
                  <a:pt x="196171" y="227908"/>
                  <a:pt x="198727" y="230462"/>
                  <a:pt x="198727" y="234292"/>
                </a:cubicBezTo>
                <a:lnTo>
                  <a:pt x="198727" y="298132"/>
                </a:lnTo>
                <a:cubicBezTo>
                  <a:pt x="198727" y="301962"/>
                  <a:pt x="196171" y="304516"/>
                  <a:pt x="192337" y="304516"/>
                </a:cubicBezTo>
                <a:cubicBezTo>
                  <a:pt x="188503" y="304516"/>
                  <a:pt x="185947" y="301962"/>
                  <a:pt x="185947" y="298132"/>
                </a:cubicBezTo>
                <a:lnTo>
                  <a:pt x="185947" y="240676"/>
                </a:lnTo>
                <a:lnTo>
                  <a:pt x="175723" y="240676"/>
                </a:lnTo>
                <a:lnTo>
                  <a:pt x="175723" y="298132"/>
                </a:lnTo>
                <a:cubicBezTo>
                  <a:pt x="175723" y="301962"/>
                  <a:pt x="173167" y="304516"/>
                  <a:pt x="169333" y="304516"/>
                </a:cubicBezTo>
                <a:cubicBezTo>
                  <a:pt x="165499" y="304516"/>
                  <a:pt x="162943" y="301962"/>
                  <a:pt x="162943" y="298132"/>
                </a:cubicBezTo>
                <a:lnTo>
                  <a:pt x="162943" y="234292"/>
                </a:lnTo>
                <a:cubicBezTo>
                  <a:pt x="162943" y="230462"/>
                  <a:pt x="165499" y="227908"/>
                  <a:pt x="169333" y="227908"/>
                </a:cubicBezTo>
                <a:lnTo>
                  <a:pt x="174445" y="227908"/>
                </a:lnTo>
                <a:lnTo>
                  <a:pt x="174445" y="217694"/>
                </a:lnTo>
                <a:lnTo>
                  <a:pt x="120131" y="217694"/>
                </a:lnTo>
                <a:cubicBezTo>
                  <a:pt x="116297" y="217694"/>
                  <a:pt x="113741" y="215140"/>
                  <a:pt x="113741" y="211310"/>
                </a:cubicBezTo>
                <a:lnTo>
                  <a:pt x="113741" y="77885"/>
                </a:lnTo>
                <a:cubicBezTo>
                  <a:pt x="113741" y="74054"/>
                  <a:pt x="116297" y="71501"/>
                  <a:pt x="120131" y="71501"/>
                </a:cubicBezTo>
                <a:cubicBezTo>
                  <a:pt x="123965" y="71501"/>
                  <a:pt x="126521" y="74054"/>
                  <a:pt x="126521" y="77885"/>
                </a:cubicBezTo>
                <a:lnTo>
                  <a:pt x="126521" y="204926"/>
                </a:lnTo>
                <a:lnTo>
                  <a:pt x="235150" y="204926"/>
                </a:lnTo>
                <a:lnTo>
                  <a:pt x="235150" y="77885"/>
                </a:lnTo>
                <a:cubicBezTo>
                  <a:pt x="235150" y="74054"/>
                  <a:pt x="237706" y="71501"/>
                  <a:pt x="241540" y="71501"/>
                </a:cubicBezTo>
                <a:cubicBezTo>
                  <a:pt x="245373" y="71501"/>
                  <a:pt x="247929" y="74054"/>
                  <a:pt x="247929" y="77885"/>
                </a:cubicBezTo>
                <a:lnTo>
                  <a:pt x="247929" y="211310"/>
                </a:lnTo>
                <a:close/>
              </a:path>
            </a:pathLst>
          </a:custGeom>
          <a:solidFill>
            <a:srgbClr val="00A3E0"/>
          </a:solidFill>
          <a:ln w="6390" cap="flat">
            <a:noFill/>
            <a:prstDash val="solid"/>
            <a:miter/>
          </a:ln>
        </p:spPr>
        <p:txBody>
          <a:bodyPr rtlCol="0" anchor="ctr"/>
          <a:lstStyle/>
          <a:p>
            <a:endParaRPr lang="en-US"/>
          </a:p>
        </p:txBody>
      </p:sp>
      <p:grpSp>
        <p:nvGrpSpPr>
          <p:cNvPr id="850" name="Graphic 4">
            <a:extLst>
              <a:ext uri="{FF2B5EF4-FFF2-40B4-BE49-F238E27FC236}">
                <a16:creationId xmlns:a16="http://schemas.microsoft.com/office/drawing/2014/main" id="{BD98AFD5-11F7-6841-834A-91398D9CEE6D}"/>
              </a:ext>
            </a:extLst>
          </p:cNvPr>
          <p:cNvGrpSpPr>
            <a:grpSpLocks noChangeAspect="1"/>
          </p:cNvGrpSpPr>
          <p:nvPr/>
        </p:nvGrpSpPr>
        <p:grpSpPr>
          <a:xfrm>
            <a:off x="4046108" y="918179"/>
            <a:ext cx="361670" cy="361333"/>
            <a:chOff x="4046108" y="918179"/>
            <a:chExt cx="361670" cy="361333"/>
          </a:xfrm>
          <a:solidFill>
            <a:srgbClr val="00A3E0"/>
          </a:solidFill>
        </p:grpSpPr>
        <p:sp>
          <p:nvSpPr>
            <p:cNvPr id="851" name="Graphic 4">
              <a:extLst>
                <a:ext uri="{FF2B5EF4-FFF2-40B4-BE49-F238E27FC236}">
                  <a16:creationId xmlns:a16="http://schemas.microsoft.com/office/drawing/2014/main" id="{39B4E3FC-30BB-FA4C-820B-DD723E8CB4A8}"/>
                </a:ext>
              </a:extLst>
            </p:cNvPr>
            <p:cNvSpPr/>
            <p:nvPr/>
          </p:nvSpPr>
          <p:spPr>
            <a:xfrm>
              <a:off x="4207134" y="1027504"/>
              <a:ext cx="35144" cy="15883"/>
            </a:xfrm>
            <a:custGeom>
              <a:avLst/>
              <a:gdLst>
                <a:gd name="connsiteX0" fmla="*/ 17253 w 35144"/>
                <a:gd name="connsiteY0" fmla="*/ 15800 h 15883"/>
                <a:gd name="connsiteX1" fmla="*/ 32589 w 35144"/>
                <a:gd name="connsiteY1" fmla="*/ 6863 h 15883"/>
                <a:gd name="connsiteX2" fmla="*/ 33227 w 35144"/>
                <a:gd name="connsiteY2" fmla="*/ 6224 h 15883"/>
                <a:gd name="connsiteX3" fmla="*/ 35145 w 35144"/>
                <a:gd name="connsiteY3" fmla="*/ 3671 h 15883"/>
                <a:gd name="connsiteX4" fmla="*/ 31950 w 35144"/>
                <a:gd name="connsiteY4" fmla="*/ 2394 h 15883"/>
                <a:gd name="connsiteX5" fmla="*/ 30672 w 35144"/>
                <a:gd name="connsiteY5" fmla="*/ 1756 h 15883"/>
                <a:gd name="connsiteX6" fmla="*/ 13419 w 35144"/>
                <a:gd name="connsiteY6" fmla="*/ 1117 h 15883"/>
                <a:gd name="connsiteX7" fmla="*/ 0 w 35144"/>
                <a:gd name="connsiteY7" fmla="*/ 11970 h 15883"/>
                <a:gd name="connsiteX8" fmla="*/ 17253 w 35144"/>
                <a:gd name="connsiteY8" fmla="*/ 15800 h 15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144" h="15883">
                  <a:moveTo>
                    <a:pt x="17253" y="15800"/>
                  </a:moveTo>
                  <a:cubicBezTo>
                    <a:pt x="23004" y="14524"/>
                    <a:pt x="26837" y="13885"/>
                    <a:pt x="32589" y="6863"/>
                  </a:cubicBezTo>
                  <a:lnTo>
                    <a:pt x="33227" y="6224"/>
                  </a:lnTo>
                  <a:cubicBezTo>
                    <a:pt x="33867" y="5586"/>
                    <a:pt x="35145" y="4309"/>
                    <a:pt x="35145" y="3671"/>
                  </a:cubicBezTo>
                  <a:cubicBezTo>
                    <a:pt x="34505" y="3032"/>
                    <a:pt x="33227" y="2394"/>
                    <a:pt x="31950" y="2394"/>
                  </a:cubicBezTo>
                  <a:lnTo>
                    <a:pt x="30672" y="1756"/>
                  </a:lnTo>
                  <a:cubicBezTo>
                    <a:pt x="22365" y="-798"/>
                    <a:pt x="18531" y="-160"/>
                    <a:pt x="13419" y="1117"/>
                  </a:cubicBezTo>
                  <a:cubicBezTo>
                    <a:pt x="5751" y="4309"/>
                    <a:pt x="1278" y="10055"/>
                    <a:pt x="0" y="11970"/>
                  </a:cubicBezTo>
                  <a:cubicBezTo>
                    <a:pt x="2556" y="13247"/>
                    <a:pt x="8946" y="16439"/>
                    <a:pt x="17253" y="15800"/>
                  </a:cubicBezTo>
                  <a:close/>
                </a:path>
              </a:pathLst>
            </a:custGeom>
            <a:solidFill>
              <a:srgbClr val="00A3E0"/>
            </a:solidFill>
            <a:ln w="6390" cap="flat">
              <a:noFill/>
              <a:prstDash val="solid"/>
              <a:miter/>
            </a:ln>
          </p:spPr>
          <p:txBody>
            <a:bodyPr rtlCol="0" anchor="ctr"/>
            <a:lstStyle/>
            <a:p>
              <a:endParaRPr lang="en-US"/>
            </a:p>
          </p:txBody>
        </p:sp>
        <p:sp>
          <p:nvSpPr>
            <p:cNvPr id="852" name="Graphic 4">
              <a:extLst>
                <a:ext uri="{FF2B5EF4-FFF2-40B4-BE49-F238E27FC236}">
                  <a16:creationId xmlns:a16="http://schemas.microsoft.com/office/drawing/2014/main" id="{AB09C7BA-BD3E-3F41-9C0C-4FDD8CF058A5}"/>
                </a:ext>
              </a:extLst>
            </p:cNvPr>
            <p:cNvSpPr/>
            <p:nvPr/>
          </p:nvSpPr>
          <p:spPr>
            <a:xfrm>
              <a:off x="4046108"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48885 w 361670"/>
                <a:gd name="connsiteY5" fmla="*/ 116827 h 361333"/>
                <a:gd name="connsiteX6" fmla="*/ 169972 w 361670"/>
                <a:gd name="connsiteY6" fmla="*/ 98313 h 361333"/>
                <a:gd name="connsiteX7" fmla="*/ 170611 w 361670"/>
                <a:gd name="connsiteY7" fmla="*/ 98313 h 361333"/>
                <a:gd name="connsiteX8" fmla="*/ 196171 w 361670"/>
                <a:gd name="connsiteY8" fmla="*/ 98952 h 361333"/>
                <a:gd name="connsiteX9" fmla="*/ 198088 w 361670"/>
                <a:gd name="connsiteY9" fmla="*/ 99590 h 361333"/>
                <a:gd name="connsiteX10" fmla="*/ 208951 w 361670"/>
                <a:gd name="connsiteY10" fmla="*/ 109166 h 361333"/>
                <a:gd name="connsiteX11" fmla="*/ 208951 w 361670"/>
                <a:gd name="connsiteY11" fmla="*/ 109804 h 361333"/>
                <a:gd name="connsiteX12" fmla="*/ 208951 w 361670"/>
                <a:gd name="connsiteY12" fmla="*/ 110443 h 361333"/>
                <a:gd name="connsiteX13" fmla="*/ 203839 w 361670"/>
                <a:gd name="connsiteY13" fmla="*/ 123849 h 361333"/>
                <a:gd name="connsiteX14" fmla="*/ 203200 w 361670"/>
                <a:gd name="connsiteY14" fmla="*/ 125126 h 361333"/>
                <a:gd name="connsiteX15" fmla="*/ 180835 w 361670"/>
                <a:gd name="connsiteY15" fmla="*/ 137894 h 361333"/>
                <a:gd name="connsiteX16" fmla="*/ 180196 w 361670"/>
                <a:gd name="connsiteY16" fmla="*/ 137894 h 361333"/>
                <a:gd name="connsiteX17" fmla="*/ 175723 w 361670"/>
                <a:gd name="connsiteY17" fmla="*/ 137894 h 361333"/>
                <a:gd name="connsiteX18" fmla="*/ 152719 w 361670"/>
                <a:gd name="connsiteY18" fmla="*/ 130872 h 361333"/>
                <a:gd name="connsiteX19" fmla="*/ 148247 w 361670"/>
                <a:gd name="connsiteY19" fmla="*/ 124488 h 361333"/>
                <a:gd name="connsiteX20" fmla="*/ 148885 w 361670"/>
                <a:gd name="connsiteY20" fmla="*/ 116827 h 361333"/>
                <a:gd name="connsiteX21" fmla="*/ 128438 w 361670"/>
                <a:gd name="connsiteY21" fmla="*/ 81077 h 361333"/>
                <a:gd name="connsiteX22" fmla="*/ 134828 w 361670"/>
                <a:gd name="connsiteY22" fmla="*/ 74693 h 361333"/>
                <a:gd name="connsiteX23" fmla="*/ 141217 w 361670"/>
                <a:gd name="connsiteY23" fmla="*/ 81077 h 361333"/>
                <a:gd name="connsiteX24" fmla="*/ 141217 w 361670"/>
                <a:gd name="connsiteY24" fmla="*/ 102144 h 361333"/>
                <a:gd name="connsiteX25" fmla="*/ 134828 w 361670"/>
                <a:gd name="connsiteY25" fmla="*/ 108528 h 361333"/>
                <a:gd name="connsiteX26" fmla="*/ 128438 w 361670"/>
                <a:gd name="connsiteY26" fmla="*/ 102144 h 361333"/>
                <a:gd name="connsiteX27" fmla="*/ 128438 w 361670"/>
                <a:gd name="connsiteY27" fmla="*/ 81077 h 361333"/>
                <a:gd name="connsiteX28" fmla="*/ 93932 w 361670"/>
                <a:gd name="connsiteY28" fmla="*/ 203011 h 361333"/>
                <a:gd name="connsiteX29" fmla="*/ 93932 w 361670"/>
                <a:gd name="connsiteY29" fmla="*/ 203011 h 361333"/>
                <a:gd name="connsiteX30" fmla="*/ 87542 w 361670"/>
                <a:gd name="connsiteY30" fmla="*/ 197265 h 361333"/>
                <a:gd name="connsiteX31" fmla="*/ 87542 w 361670"/>
                <a:gd name="connsiteY31" fmla="*/ 196627 h 361333"/>
                <a:gd name="connsiteX32" fmla="*/ 93932 w 361670"/>
                <a:gd name="connsiteY32" fmla="*/ 190243 h 361333"/>
                <a:gd name="connsiteX33" fmla="*/ 100322 w 361670"/>
                <a:gd name="connsiteY33" fmla="*/ 196627 h 361333"/>
                <a:gd name="connsiteX34" fmla="*/ 93932 w 361670"/>
                <a:gd name="connsiteY34" fmla="*/ 203011 h 361333"/>
                <a:gd name="connsiteX35" fmla="*/ 118853 w 361670"/>
                <a:gd name="connsiteY35" fmla="*/ 142363 h 361333"/>
                <a:gd name="connsiteX36" fmla="*/ 115019 w 361670"/>
                <a:gd name="connsiteY36" fmla="*/ 143640 h 361333"/>
                <a:gd name="connsiteX37" fmla="*/ 109907 w 361670"/>
                <a:gd name="connsiteY37" fmla="*/ 141086 h 361333"/>
                <a:gd name="connsiteX38" fmla="*/ 110546 w 361670"/>
                <a:gd name="connsiteY38" fmla="*/ 132148 h 361333"/>
                <a:gd name="connsiteX39" fmla="*/ 111185 w 361670"/>
                <a:gd name="connsiteY39" fmla="*/ 131510 h 361333"/>
                <a:gd name="connsiteX40" fmla="*/ 120131 w 361670"/>
                <a:gd name="connsiteY40" fmla="*/ 132787 h 361333"/>
                <a:gd name="connsiteX41" fmla="*/ 118853 w 361670"/>
                <a:gd name="connsiteY41" fmla="*/ 142363 h 361333"/>
                <a:gd name="connsiteX42" fmla="*/ 101600 w 361670"/>
                <a:gd name="connsiteY42" fmla="*/ 169176 h 361333"/>
                <a:gd name="connsiteX43" fmla="*/ 97766 w 361670"/>
                <a:gd name="connsiteY43" fmla="*/ 170452 h 361333"/>
                <a:gd name="connsiteX44" fmla="*/ 92654 w 361670"/>
                <a:gd name="connsiteY44" fmla="*/ 167899 h 361333"/>
                <a:gd name="connsiteX45" fmla="*/ 93293 w 361670"/>
                <a:gd name="connsiteY45" fmla="*/ 158961 h 361333"/>
                <a:gd name="connsiteX46" fmla="*/ 93932 w 361670"/>
                <a:gd name="connsiteY46" fmla="*/ 158323 h 361333"/>
                <a:gd name="connsiteX47" fmla="*/ 102878 w 361670"/>
                <a:gd name="connsiteY47" fmla="*/ 159600 h 361333"/>
                <a:gd name="connsiteX48" fmla="*/ 101600 w 361670"/>
                <a:gd name="connsiteY48" fmla="*/ 169176 h 361333"/>
                <a:gd name="connsiteX49" fmla="*/ 261987 w 361670"/>
                <a:gd name="connsiteY49" fmla="*/ 207479 h 361333"/>
                <a:gd name="connsiteX50" fmla="*/ 255597 w 361670"/>
                <a:gd name="connsiteY50" fmla="*/ 213863 h 361333"/>
                <a:gd name="connsiteX51" fmla="*/ 201283 w 361670"/>
                <a:gd name="connsiteY51" fmla="*/ 213863 h 361333"/>
                <a:gd name="connsiteX52" fmla="*/ 201283 w 361670"/>
                <a:gd name="connsiteY52" fmla="*/ 224078 h 361333"/>
                <a:gd name="connsiteX53" fmla="*/ 206395 w 361670"/>
                <a:gd name="connsiteY53" fmla="*/ 224078 h 361333"/>
                <a:gd name="connsiteX54" fmla="*/ 212785 w 361670"/>
                <a:gd name="connsiteY54" fmla="*/ 230462 h 361333"/>
                <a:gd name="connsiteX55" fmla="*/ 212785 w 361670"/>
                <a:gd name="connsiteY55" fmla="*/ 293663 h 361333"/>
                <a:gd name="connsiteX56" fmla="*/ 206395 w 361670"/>
                <a:gd name="connsiteY56" fmla="*/ 300047 h 361333"/>
                <a:gd name="connsiteX57" fmla="*/ 200005 w 361670"/>
                <a:gd name="connsiteY57" fmla="*/ 293663 h 361333"/>
                <a:gd name="connsiteX58" fmla="*/ 200005 w 361670"/>
                <a:gd name="connsiteY58" fmla="*/ 236846 h 361333"/>
                <a:gd name="connsiteX59" fmla="*/ 189781 w 361670"/>
                <a:gd name="connsiteY59" fmla="*/ 236846 h 361333"/>
                <a:gd name="connsiteX60" fmla="*/ 189781 w 361670"/>
                <a:gd name="connsiteY60" fmla="*/ 293663 h 361333"/>
                <a:gd name="connsiteX61" fmla="*/ 183391 w 361670"/>
                <a:gd name="connsiteY61" fmla="*/ 300047 h 361333"/>
                <a:gd name="connsiteX62" fmla="*/ 177001 w 361670"/>
                <a:gd name="connsiteY62" fmla="*/ 293663 h 361333"/>
                <a:gd name="connsiteX63" fmla="*/ 177001 w 361670"/>
                <a:gd name="connsiteY63" fmla="*/ 230462 h 361333"/>
                <a:gd name="connsiteX64" fmla="*/ 183391 w 361670"/>
                <a:gd name="connsiteY64" fmla="*/ 224078 h 361333"/>
                <a:gd name="connsiteX65" fmla="*/ 188503 w 361670"/>
                <a:gd name="connsiteY65" fmla="*/ 224078 h 361333"/>
                <a:gd name="connsiteX66" fmla="*/ 188503 w 361670"/>
                <a:gd name="connsiteY66" fmla="*/ 213863 h 361333"/>
                <a:gd name="connsiteX67" fmla="*/ 134189 w 361670"/>
                <a:gd name="connsiteY67" fmla="*/ 213863 h 361333"/>
                <a:gd name="connsiteX68" fmla="*/ 127799 w 361670"/>
                <a:gd name="connsiteY68" fmla="*/ 207479 h 361333"/>
                <a:gd name="connsiteX69" fmla="*/ 127799 w 361670"/>
                <a:gd name="connsiteY69" fmla="*/ 151939 h 361333"/>
                <a:gd name="connsiteX70" fmla="*/ 134189 w 361670"/>
                <a:gd name="connsiteY70" fmla="*/ 145555 h 361333"/>
                <a:gd name="connsiteX71" fmla="*/ 140579 w 361670"/>
                <a:gd name="connsiteY71" fmla="*/ 151939 h 361333"/>
                <a:gd name="connsiteX72" fmla="*/ 140579 w 361670"/>
                <a:gd name="connsiteY72" fmla="*/ 201095 h 361333"/>
                <a:gd name="connsiteX73" fmla="*/ 248568 w 361670"/>
                <a:gd name="connsiteY73" fmla="*/ 201095 h 361333"/>
                <a:gd name="connsiteX74" fmla="*/ 248568 w 361670"/>
                <a:gd name="connsiteY74" fmla="*/ 81077 h 361333"/>
                <a:gd name="connsiteX75" fmla="*/ 254958 w 361670"/>
                <a:gd name="connsiteY75" fmla="*/ 74693 h 361333"/>
                <a:gd name="connsiteX76" fmla="*/ 261348 w 361670"/>
                <a:gd name="connsiteY76" fmla="*/ 81077 h 361333"/>
                <a:gd name="connsiteX77" fmla="*/ 261348 w 361670"/>
                <a:gd name="connsiteY77" fmla="*/ 20747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48885" y="116827"/>
                  </a:moveTo>
                  <a:cubicBezTo>
                    <a:pt x="148885" y="116188"/>
                    <a:pt x="155275" y="104059"/>
                    <a:pt x="169972" y="98313"/>
                  </a:cubicBezTo>
                  <a:cubicBezTo>
                    <a:pt x="169972" y="98313"/>
                    <a:pt x="170611" y="98313"/>
                    <a:pt x="170611" y="98313"/>
                  </a:cubicBezTo>
                  <a:cubicBezTo>
                    <a:pt x="177001" y="96398"/>
                    <a:pt x="184030" y="95121"/>
                    <a:pt x="196171" y="98952"/>
                  </a:cubicBezTo>
                  <a:lnTo>
                    <a:pt x="198088" y="99590"/>
                  </a:lnTo>
                  <a:cubicBezTo>
                    <a:pt x="201283" y="100867"/>
                    <a:pt x="207034" y="103420"/>
                    <a:pt x="208951" y="109166"/>
                  </a:cubicBezTo>
                  <a:cubicBezTo>
                    <a:pt x="208951" y="109166"/>
                    <a:pt x="208951" y="109804"/>
                    <a:pt x="208951" y="109804"/>
                  </a:cubicBezTo>
                  <a:cubicBezTo>
                    <a:pt x="208951" y="109804"/>
                    <a:pt x="208951" y="110443"/>
                    <a:pt x="208951" y="110443"/>
                  </a:cubicBezTo>
                  <a:cubicBezTo>
                    <a:pt x="209590" y="116827"/>
                    <a:pt x="206395" y="121296"/>
                    <a:pt x="203839" y="123849"/>
                  </a:cubicBezTo>
                  <a:lnTo>
                    <a:pt x="203200" y="125126"/>
                  </a:lnTo>
                  <a:cubicBezTo>
                    <a:pt x="193615" y="134702"/>
                    <a:pt x="187225" y="136617"/>
                    <a:pt x="180835" y="137894"/>
                  </a:cubicBezTo>
                  <a:cubicBezTo>
                    <a:pt x="180835" y="137894"/>
                    <a:pt x="180196" y="137894"/>
                    <a:pt x="180196" y="137894"/>
                  </a:cubicBezTo>
                  <a:cubicBezTo>
                    <a:pt x="178918" y="137894"/>
                    <a:pt x="177001" y="137894"/>
                    <a:pt x="175723" y="137894"/>
                  </a:cubicBezTo>
                  <a:cubicBezTo>
                    <a:pt x="162304" y="137894"/>
                    <a:pt x="153358" y="131510"/>
                    <a:pt x="152719" y="130872"/>
                  </a:cubicBezTo>
                  <a:cubicBezTo>
                    <a:pt x="149524" y="128956"/>
                    <a:pt x="148885" y="125126"/>
                    <a:pt x="148247" y="124488"/>
                  </a:cubicBezTo>
                  <a:cubicBezTo>
                    <a:pt x="148247" y="123211"/>
                    <a:pt x="147607" y="120019"/>
                    <a:pt x="148885" y="116827"/>
                  </a:cubicBezTo>
                  <a:close/>
                  <a:moveTo>
                    <a:pt x="128438" y="81077"/>
                  </a:moveTo>
                  <a:cubicBezTo>
                    <a:pt x="128438" y="77246"/>
                    <a:pt x="130994" y="74693"/>
                    <a:pt x="134828" y="74693"/>
                  </a:cubicBezTo>
                  <a:cubicBezTo>
                    <a:pt x="138662" y="74693"/>
                    <a:pt x="141217" y="77246"/>
                    <a:pt x="141217" y="81077"/>
                  </a:cubicBezTo>
                  <a:lnTo>
                    <a:pt x="141217" y="102144"/>
                  </a:lnTo>
                  <a:cubicBezTo>
                    <a:pt x="141217" y="105974"/>
                    <a:pt x="138662" y="108528"/>
                    <a:pt x="134828" y="108528"/>
                  </a:cubicBezTo>
                  <a:cubicBezTo>
                    <a:pt x="130994" y="108528"/>
                    <a:pt x="128438" y="105974"/>
                    <a:pt x="128438" y="102144"/>
                  </a:cubicBezTo>
                  <a:lnTo>
                    <a:pt x="128438" y="81077"/>
                  </a:lnTo>
                  <a:close/>
                  <a:moveTo>
                    <a:pt x="93932" y="203011"/>
                  </a:moveTo>
                  <a:cubicBezTo>
                    <a:pt x="93293" y="203011"/>
                    <a:pt x="93293" y="203011"/>
                    <a:pt x="93932" y="203011"/>
                  </a:cubicBezTo>
                  <a:cubicBezTo>
                    <a:pt x="90098" y="203011"/>
                    <a:pt x="87542" y="200457"/>
                    <a:pt x="87542" y="197265"/>
                  </a:cubicBezTo>
                  <a:cubicBezTo>
                    <a:pt x="87542" y="197265"/>
                    <a:pt x="87542" y="196627"/>
                    <a:pt x="87542" y="196627"/>
                  </a:cubicBezTo>
                  <a:cubicBezTo>
                    <a:pt x="87542" y="192796"/>
                    <a:pt x="90098" y="190243"/>
                    <a:pt x="93932" y="190243"/>
                  </a:cubicBezTo>
                  <a:cubicBezTo>
                    <a:pt x="97127" y="190243"/>
                    <a:pt x="100322" y="192796"/>
                    <a:pt x="100322" y="196627"/>
                  </a:cubicBezTo>
                  <a:cubicBezTo>
                    <a:pt x="99683" y="199180"/>
                    <a:pt x="97127" y="202372"/>
                    <a:pt x="93932" y="203011"/>
                  </a:cubicBezTo>
                  <a:close/>
                  <a:moveTo>
                    <a:pt x="118853" y="142363"/>
                  </a:moveTo>
                  <a:cubicBezTo>
                    <a:pt x="117575" y="143001"/>
                    <a:pt x="116297" y="143640"/>
                    <a:pt x="115019" y="143640"/>
                  </a:cubicBezTo>
                  <a:cubicBezTo>
                    <a:pt x="113102" y="143640"/>
                    <a:pt x="111185" y="143001"/>
                    <a:pt x="109907" y="141086"/>
                  </a:cubicBezTo>
                  <a:cubicBezTo>
                    <a:pt x="107990" y="138532"/>
                    <a:pt x="107990" y="134702"/>
                    <a:pt x="110546" y="132148"/>
                  </a:cubicBezTo>
                  <a:cubicBezTo>
                    <a:pt x="110546" y="132148"/>
                    <a:pt x="111185" y="131510"/>
                    <a:pt x="111185" y="131510"/>
                  </a:cubicBezTo>
                  <a:cubicBezTo>
                    <a:pt x="113741" y="129595"/>
                    <a:pt x="118214" y="129595"/>
                    <a:pt x="120131" y="132787"/>
                  </a:cubicBezTo>
                  <a:cubicBezTo>
                    <a:pt x="122048" y="136617"/>
                    <a:pt x="121409" y="140448"/>
                    <a:pt x="118853" y="142363"/>
                  </a:cubicBezTo>
                  <a:close/>
                  <a:moveTo>
                    <a:pt x="101600" y="169176"/>
                  </a:moveTo>
                  <a:cubicBezTo>
                    <a:pt x="100322" y="169814"/>
                    <a:pt x="99044" y="170452"/>
                    <a:pt x="97766" y="170452"/>
                  </a:cubicBezTo>
                  <a:cubicBezTo>
                    <a:pt x="95849" y="170452"/>
                    <a:pt x="93932" y="169814"/>
                    <a:pt x="92654" y="167899"/>
                  </a:cubicBezTo>
                  <a:cubicBezTo>
                    <a:pt x="90737" y="165345"/>
                    <a:pt x="90737" y="161515"/>
                    <a:pt x="93293" y="158961"/>
                  </a:cubicBezTo>
                  <a:cubicBezTo>
                    <a:pt x="93293" y="158961"/>
                    <a:pt x="93932" y="158323"/>
                    <a:pt x="93932" y="158323"/>
                  </a:cubicBezTo>
                  <a:cubicBezTo>
                    <a:pt x="96488" y="156408"/>
                    <a:pt x="100961" y="156408"/>
                    <a:pt x="102878" y="159600"/>
                  </a:cubicBezTo>
                  <a:cubicBezTo>
                    <a:pt x="104795" y="163430"/>
                    <a:pt x="104156" y="167260"/>
                    <a:pt x="101600" y="169176"/>
                  </a:cubicBezTo>
                  <a:close/>
                  <a:moveTo>
                    <a:pt x="261987" y="207479"/>
                  </a:moveTo>
                  <a:cubicBezTo>
                    <a:pt x="261987" y="211310"/>
                    <a:pt x="259431" y="213863"/>
                    <a:pt x="255597" y="213863"/>
                  </a:cubicBezTo>
                  <a:lnTo>
                    <a:pt x="201283" y="213863"/>
                  </a:lnTo>
                  <a:lnTo>
                    <a:pt x="201283" y="224078"/>
                  </a:lnTo>
                  <a:lnTo>
                    <a:pt x="206395" y="224078"/>
                  </a:lnTo>
                  <a:cubicBezTo>
                    <a:pt x="210229" y="224078"/>
                    <a:pt x="212785" y="226631"/>
                    <a:pt x="212785" y="230462"/>
                  </a:cubicBezTo>
                  <a:lnTo>
                    <a:pt x="212785" y="293663"/>
                  </a:lnTo>
                  <a:cubicBezTo>
                    <a:pt x="212785" y="297494"/>
                    <a:pt x="210229" y="300047"/>
                    <a:pt x="206395" y="300047"/>
                  </a:cubicBezTo>
                  <a:cubicBezTo>
                    <a:pt x="202561" y="300047"/>
                    <a:pt x="200005" y="297494"/>
                    <a:pt x="200005" y="293663"/>
                  </a:cubicBezTo>
                  <a:lnTo>
                    <a:pt x="200005" y="236846"/>
                  </a:lnTo>
                  <a:lnTo>
                    <a:pt x="189781" y="236846"/>
                  </a:lnTo>
                  <a:lnTo>
                    <a:pt x="189781" y="293663"/>
                  </a:lnTo>
                  <a:cubicBezTo>
                    <a:pt x="189781" y="297494"/>
                    <a:pt x="187225" y="300047"/>
                    <a:pt x="183391" y="300047"/>
                  </a:cubicBezTo>
                  <a:cubicBezTo>
                    <a:pt x="179557" y="300047"/>
                    <a:pt x="177001" y="297494"/>
                    <a:pt x="177001" y="293663"/>
                  </a:cubicBezTo>
                  <a:lnTo>
                    <a:pt x="177001" y="230462"/>
                  </a:lnTo>
                  <a:cubicBezTo>
                    <a:pt x="177001" y="226631"/>
                    <a:pt x="179557" y="224078"/>
                    <a:pt x="183391" y="224078"/>
                  </a:cubicBezTo>
                  <a:lnTo>
                    <a:pt x="188503" y="224078"/>
                  </a:lnTo>
                  <a:lnTo>
                    <a:pt x="188503" y="213863"/>
                  </a:lnTo>
                  <a:lnTo>
                    <a:pt x="134189" y="213863"/>
                  </a:lnTo>
                  <a:cubicBezTo>
                    <a:pt x="130354" y="213863"/>
                    <a:pt x="127799" y="211310"/>
                    <a:pt x="127799" y="207479"/>
                  </a:cubicBezTo>
                  <a:lnTo>
                    <a:pt x="127799" y="151939"/>
                  </a:lnTo>
                  <a:cubicBezTo>
                    <a:pt x="127799" y="148108"/>
                    <a:pt x="130354" y="145555"/>
                    <a:pt x="134189" y="145555"/>
                  </a:cubicBezTo>
                  <a:cubicBezTo>
                    <a:pt x="138022" y="145555"/>
                    <a:pt x="140579" y="148108"/>
                    <a:pt x="140579" y="151939"/>
                  </a:cubicBezTo>
                  <a:lnTo>
                    <a:pt x="140579" y="201095"/>
                  </a:lnTo>
                  <a:lnTo>
                    <a:pt x="248568" y="201095"/>
                  </a:lnTo>
                  <a:lnTo>
                    <a:pt x="248568" y="81077"/>
                  </a:lnTo>
                  <a:cubicBezTo>
                    <a:pt x="248568" y="77246"/>
                    <a:pt x="251124" y="74693"/>
                    <a:pt x="254958" y="74693"/>
                  </a:cubicBezTo>
                  <a:cubicBezTo>
                    <a:pt x="258792" y="74693"/>
                    <a:pt x="261348" y="77246"/>
                    <a:pt x="261348" y="81077"/>
                  </a:cubicBezTo>
                  <a:lnTo>
                    <a:pt x="261348" y="207479"/>
                  </a:lnTo>
                  <a:close/>
                </a:path>
              </a:pathLst>
            </a:custGeom>
            <a:solidFill>
              <a:srgbClr val="00A3E0"/>
            </a:solidFill>
            <a:ln w="6390" cap="flat">
              <a:noFill/>
              <a:prstDash val="solid"/>
              <a:miter/>
            </a:ln>
          </p:spPr>
          <p:txBody>
            <a:bodyPr rtlCol="0" anchor="ctr"/>
            <a:lstStyle/>
            <a:p>
              <a:endParaRPr lang="en-US"/>
            </a:p>
          </p:txBody>
        </p:sp>
      </p:grpSp>
      <p:grpSp>
        <p:nvGrpSpPr>
          <p:cNvPr id="853" name="Graphic 4">
            <a:extLst>
              <a:ext uri="{FF2B5EF4-FFF2-40B4-BE49-F238E27FC236}">
                <a16:creationId xmlns:a16="http://schemas.microsoft.com/office/drawing/2014/main" id="{3C4016C7-4A57-2D49-A6B0-47E04C78CD77}"/>
              </a:ext>
            </a:extLst>
          </p:cNvPr>
          <p:cNvGrpSpPr>
            <a:grpSpLocks noChangeAspect="1"/>
          </p:cNvGrpSpPr>
          <p:nvPr/>
        </p:nvGrpSpPr>
        <p:grpSpPr>
          <a:xfrm>
            <a:off x="5099808" y="918179"/>
            <a:ext cx="361670" cy="361333"/>
            <a:chOff x="5099808" y="918179"/>
            <a:chExt cx="361670" cy="361333"/>
          </a:xfrm>
          <a:solidFill>
            <a:srgbClr val="00A3E0"/>
          </a:solidFill>
        </p:grpSpPr>
        <p:sp>
          <p:nvSpPr>
            <p:cNvPr id="854" name="Graphic 4">
              <a:extLst>
                <a:ext uri="{FF2B5EF4-FFF2-40B4-BE49-F238E27FC236}">
                  <a16:creationId xmlns:a16="http://schemas.microsoft.com/office/drawing/2014/main" id="{6E5F4AE9-D128-2944-A72E-D129C4738235}"/>
                </a:ext>
              </a:extLst>
            </p:cNvPr>
            <p:cNvSpPr/>
            <p:nvPr/>
          </p:nvSpPr>
          <p:spPr>
            <a:xfrm>
              <a:off x="5205881" y="1027345"/>
              <a:ext cx="150802" cy="143001"/>
            </a:xfrm>
            <a:custGeom>
              <a:avLst/>
              <a:gdLst>
                <a:gd name="connsiteX0" fmla="*/ 101600 w 150802"/>
                <a:gd name="connsiteY0" fmla="*/ 0 h 143001"/>
                <a:gd name="connsiteX1" fmla="*/ 29394 w 150802"/>
                <a:gd name="connsiteY1" fmla="*/ 35750 h 143001"/>
                <a:gd name="connsiteX2" fmla="*/ 0 w 150802"/>
                <a:gd name="connsiteY2" fmla="*/ 80438 h 143001"/>
                <a:gd name="connsiteX3" fmla="*/ 49841 w 150802"/>
                <a:gd name="connsiteY3" fmla="*/ 141724 h 143001"/>
                <a:gd name="connsiteX4" fmla="*/ 50480 w 150802"/>
                <a:gd name="connsiteY4" fmla="*/ 143001 h 143001"/>
                <a:gd name="connsiteX5" fmla="*/ 100961 w 150802"/>
                <a:gd name="connsiteY5" fmla="*/ 123849 h 143001"/>
                <a:gd name="connsiteX6" fmla="*/ 150802 w 150802"/>
                <a:gd name="connsiteY6" fmla="*/ 60648 h 143001"/>
                <a:gd name="connsiteX7" fmla="*/ 101600 w 150802"/>
                <a:gd name="connsiteY7" fmla="*/ 0 h 143001"/>
                <a:gd name="connsiteX8" fmla="*/ 119492 w 150802"/>
                <a:gd name="connsiteY8" fmla="*/ 60648 h 143001"/>
                <a:gd name="connsiteX9" fmla="*/ 115658 w 150802"/>
                <a:gd name="connsiteY9" fmla="*/ 61925 h 143001"/>
                <a:gd name="connsiteX10" fmla="*/ 110546 w 150802"/>
                <a:gd name="connsiteY10" fmla="*/ 59371 h 143001"/>
                <a:gd name="connsiteX11" fmla="*/ 106712 w 150802"/>
                <a:gd name="connsiteY11" fmla="*/ 54902 h 143001"/>
                <a:gd name="connsiteX12" fmla="*/ 97766 w 150802"/>
                <a:gd name="connsiteY12" fmla="*/ 61925 h 143001"/>
                <a:gd name="connsiteX13" fmla="*/ 101600 w 150802"/>
                <a:gd name="connsiteY13" fmla="*/ 66393 h 143001"/>
                <a:gd name="connsiteX14" fmla="*/ 100961 w 150802"/>
                <a:gd name="connsiteY14" fmla="*/ 75331 h 143001"/>
                <a:gd name="connsiteX15" fmla="*/ 97127 w 150802"/>
                <a:gd name="connsiteY15" fmla="*/ 76608 h 143001"/>
                <a:gd name="connsiteX16" fmla="*/ 92015 w 150802"/>
                <a:gd name="connsiteY16" fmla="*/ 74054 h 143001"/>
                <a:gd name="connsiteX17" fmla="*/ 88181 w 150802"/>
                <a:gd name="connsiteY17" fmla="*/ 69585 h 143001"/>
                <a:gd name="connsiteX18" fmla="*/ 79235 w 150802"/>
                <a:gd name="connsiteY18" fmla="*/ 76608 h 143001"/>
                <a:gd name="connsiteX19" fmla="*/ 83069 w 150802"/>
                <a:gd name="connsiteY19" fmla="*/ 81077 h 143001"/>
                <a:gd name="connsiteX20" fmla="*/ 82430 w 150802"/>
                <a:gd name="connsiteY20" fmla="*/ 90014 h 143001"/>
                <a:gd name="connsiteX21" fmla="*/ 78596 w 150802"/>
                <a:gd name="connsiteY21" fmla="*/ 91291 h 143001"/>
                <a:gd name="connsiteX22" fmla="*/ 73484 w 150802"/>
                <a:gd name="connsiteY22" fmla="*/ 88737 h 143001"/>
                <a:gd name="connsiteX23" fmla="*/ 69650 w 150802"/>
                <a:gd name="connsiteY23" fmla="*/ 84269 h 143001"/>
                <a:gd name="connsiteX24" fmla="*/ 60704 w 150802"/>
                <a:gd name="connsiteY24" fmla="*/ 91291 h 143001"/>
                <a:gd name="connsiteX25" fmla="*/ 64538 w 150802"/>
                <a:gd name="connsiteY25" fmla="*/ 95760 h 143001"/>
                <a:gd name="connsiteX26" fmla="*/ 63899 w 150802"/>
                <a:gd name="connsiteY26" fmla="*/ 104697 h 143001"/>
                <a:gd name="connsiteX27" fmla="*/ 60065 w 150802"/>
                <a:gd name="connsiteY27" fmla="*/ 105974 h 143001"/>
                <a:gd name="connsiteX28" fmla="*/ 54953 w 150802"/>
                <a:gd name="connsiteY28" fmla="*/ 103420 h 143001"/>
                <a:gd name="connsiteX29" fmla="*/ 51119 w 150802"/>
                <a:gd name="connsiteY29" fmla="*/ 98952 h 143001"/>
                <a:gd name="connsiteX30" fmla="*/ 48563 w 150802"/>
                <a:gd name="connsiteY30" fmla="*/ 100867 h 143001"/>
                <a:gd name="connsiteX31" fmla="*/ 44730 w 150802"/>
                <a:gd name="connsiteY31" fmla="*/ 102144 h 143001"/>
                <a:gd name="connsiteX32" fmla="*/ 39618 w 150802"/>
                <a:gd name="connsiteY32" fmla="*/ 99590 h 143001"/>
                <a:gd name="connsiteX33" fmla="*/ 40257 w 150802"/>
                <a:gd name="connsiteY33" fmla="*/ 90653 h 143001"/>
                <a:gd name="connsiteX34" fmla="*/ 42813 w 150802"/>
                <a:gd name="connsiteY34" fmla="*/ 88737 h 143001"/>
                <a:gd name="connsiteX35" fmla="*/ 40257 w 150802"/>
                <a:gd name="connsiteY35" fmla="*/ 87461 h 143001"/>
                <a:gd name="connsiteX36" fmla="*/ 40895 w 150802"/>
                <a:gd name="connsiteY36" fmla="*/ 78523 h 143001"/>
                <a:gd name="connsiteX37" fmla="*/ 49841 w 150802"/>
                <a:gd name="connsiteY37" fmla="*/ 79161 h 143001"/>
                <a:gd name="connsiteX38" fmla="*/ 51758 w 150802"/>
                <a:gd name="connsiteY38" fmla="*/ 81715 h 143001"/>
                <a:gd name="connsiteX39" fmla="*/ 60704 w 150802"/>
                <a:gd name="connsiteY39" fmla="*/ 74693 h 143001"/>
                <a:gd name="connsiteX40" fmla="*/ 58788 w 150802"/>
                <a:gd name="connsiteY40" fmla="*/ 72139 h 143001"/>
                <a:gd name="connsiteX41" fmla="*/ 59426 w 150802"/>
                <a:gd name="connsiteY41" fmla="*/ 63201 h 143001"/>
                <a:gd name="connsiteX42" fmla="*/ 68372 w 150802"/>
                <a:gd name="connsiteY42" fmla="*/ 63840 h 143001"/>
                <a:gd name="connsiteX43" fmla="*/ 70289 w 150802"/>
                <a:gd name="connsiteY43" fmla="*/ 66393 h 143001"/>
                <a:gd name="connsiteX44" fmla="*/ 79235 w 150802"/>
                <a:gd name="connsiteY44" fmla="*/ 59371 h 143001"/>
                <a:gd name="connsiteX45" fmla="*/ 77318 w 150802"/>
                <a:gd name="connsiteY45" fmla="*/ 56817 h 143001"/>
                <a:gd name="connsiteX46" fmla="*/ 77957 w 150802"/>
                <a:gd name="connsiteY46" fmla="*/ 47880 h 143001"/>
                <a:gd name="connsiteX47" fmla="*/ 86903 w 150802"/>
                <a:gd name="connsiteY47" fmla="*/ 48518 h 143001"/>
                <a:gd name="connsiteX48" fmla="*/ 88820 w 150802"/>
                <a:gd name="connsiteY48" fmla="*/ 51072 h 143001"/>
                <a:gd name="connsiteX49" fmla="*/ 97766 w 150802"/>
                <a:gd name="connsiteY49" fmla="*/ 44049 h 143001"/>
                <a:gd name="connsiteX50" fmla="*/ 95849 w 150802"/>
                <a:gd name="connsiteY50" fmla="*/ 41496 h 143001"/>
                <a:gd name="connsiteX51" fmla="*/ 96488 w 150802"/>
                <a:gd name="connsiteY51" fmla="*/ 32558 h 143001"/>
                <a:gd name="connsiteX52" fmla="*/ 105434 w 150802"/>
                <a:gd name="connsiteY52" fmla="*/ 33197 h 143001"/>
                <a:gd name="connsiteX53" fmla="*/ 107351 w 150802"/>
                <a:gd name="connsiteY53" fmla="*/ 35750 h 143001"/>
                <a:gd name="connsiteX54" fmla="*/ 109907 w 150802"/>
                <a:gd name="connsiteY54" fmla="*/ 33835 h 143001"/>
                <a:gd name="connsiteX55" fmla="*/ 118853 w 150802"/>
                <a:gd name="connsiteY55" fmla="*/ 34473 h 143001"/>
                <a:gd name="connsiteX56" fmla="*/ 118214 w 150802"/>
                <a:gd name="connsiteY56" fmla="*/ 43411 h 143001"/>
                <a:gd name="connsiteX57" fmla="*/ 115658 w 150802"/>
                <a:gd name="connsiteY57" fmla="*/ 45326 h 143001"/>
                <a:gd name="connsiteX58" fmla="*/ 119492 w 150802"/>
                <a:gd name="connsiteY58" fmla="*/ 49795 h 143001"/>
                <a:gd name="connsiteX59" fmla="*/ 119492 w 150802"/>
                <a:gd name="connsiteY59" fmla="*/ 60648 h 143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0802" h="143001">
                  <a:moveTo>
                    <a:pt x="101600" y="0"/>
                  </a:moveTo>
                  <a:cubicBezTo>
                    <a:pt x="64538" y="6384"/>
                    <a:pt x="48563" y="19790"/>
                    <a:pt x="29394" y="35750"/>
                  </a:cubicBezTo>
                  <a:cubicBezTo>
                    <a:pt x="15336" y="50433"/>
                    <a:pt x="6390" y="66393"/>
                    <a:pt x="0" y="80438"/>
                  </a:cubicBezTo>
                  <a:lnTo>
                    <a:pt x="49841" y="141724"/>
                  </a:lnTo>
                  <a:cubicBezTo>
                    <a:pt x="49841" y="142363"/>
                    <a:pt x="50480" y="142363"/>
                    <a:pt x="50480" y="143001"/>
                  </a:cubicBezTo>
                  <a:cubicBezTo>
                    <a:pt x="66455" y="139809"/>
                    <a:pt x="83708" y="134064"/>
                    <a:pt x="100961" y="123849"/>
                  </a:cubicBezTo>
                  <a:cubicBezTo>
                    <a:pt x="120770" y="108528"/>
                    <a:pt x="136744" y="95760"/>
                    <a:pt x="150802" y="60648"/>
                  </a:cubicBezTo>
                  <a:lnTo>
                    <a:pt x="101600" y="0"/>
                  </a:lnTo>
                  <a:close/>
                  <a:moveTo>
                    <a:pt x="119492" y="60648"/>
                  </a:moveTo>
                  <a:cubicBezTo>
                    <a:pt x="118214" y="61286"/>
                    <a:pt x="116936" y="61925"/>
                    <a:pt x="115658" y="61925"/>
                  </a:cubicBezTo>
                  <a:cubicBezTo>
                    <a:pt x="113741" y="61925"/>
                    <a:pt x="111824" y="61286"/>
                    <a:pt x="110546" y="59371"/>
                  </a:cubicBezTo>
                  <a:lnTo>
                    <a:pt x="106712" y="54902"/>
                  </a:lnTo>
                  <a:lnTo>
                    <a:pt x="97766" y="61925"/>
                  </a:lnTo>
                  <a:lnTo>
                    <a:pt x="101600" y="66393"/>
                  </a:lnTo>
                  <a:cubicBezTo>
                    <a:pt x="103517" y="68947"/>
                    <a:pt x="103517" y="73416"/>
                    <a:pt x="100961" y="75331"/>
                  </a:cubicBezTo>
                  <a:cubicBezTo>
                    <a:pt x="99683" y="75969"/>
                    <a:pt x="98405" y="76608"/>
                    <a:pt x="97127" y="76608"/>
                  </a:cubicBezTo>
                  <a:cubicBezTo>
                    <a:pt x="95210" y="76608"/>
                    <a:pt x="93293" y="75969"/>
                    <a:pt x="92015" y="74054"/>
                  </a:cubicBezTo>
                  <a:lnTo>
                    <a:pt x="88181" y="69585"/>
                  </a:lnTo>
                  <a:lnTo>
                    <a:pt x="79235" y="76608"/>
                  </a:lnTo>
                  <a:lnTo>
                    <a:pt x="83069" y="81077"/>
                  </a:lnTo>
                  <a:cubicBezTo>
                    <a:pt x="84986" y="83630"/>
                    <a:pt x="84986" y="88099"/>
                    <a:pt x="82430" y="90014"/>
                  </a:cubicBezTo>
                  <a:cubicBezTo>
                    <a:pt x="81152" y="90653"/>
                    <a:pt x="79874" y="91291"/>
                    <a:pt x="78596" y="91291"/>
                  </a:cubicBezTo>
                  <a:cubicBezTo>
                    <a:pt x="76679" y="91291"/>
                    <a:pt x="74762" y="90653"/>
                    <a:pt x="73484" y="88737"/>
                  </a:cubicBezTo>
                  <a:lnTo>
                    <a:pt x="69650" y="84269"/>
                  </a:lnTo>
                  <a:lnTo>
                    <a:pt x="60704" y="91291"/>
                  </a:lnTo>
                  <a:lnTo>
                    <a:pt x="64538" y="95760"/>
                  </a:lnTo>
                  <a:cubicBezTo>
                    <a:pt x="66455" y="98313"/>
                    <a:pt x="66455" y="102782"/>
                    <a:pt x="63899" y="104697"/>
                  </a:cubicBezTo>
                  <a:cubicBezTo>
                    <a:pt x="62621" y="105336"/>
                    <a:pt x="61343" y="105974"/>
                    <a:pt x="60065" y="105974"/>
                  </a:cubicBezTo>
                  <a:cubicBezTo>
                    <a:pt x="58148" y="105974"/>
                    <a:pt x="56231" y="105336"/>
                    <a:pt x="54953" y="103420"/>
                  </a:cubicBezTo>
                  <a:lnTo>
                    <a:pt x="51119" y="98952"/>
                  </a:lnTo>
                  <a:lnTo>
                    <a:pt x="48563" y="100867"/>
                  </a:lnTo>
                  <a:cubicBezTo>
                    <a:pt x="47285" y="101505"/>
                    <a:pt x="46008" y="102144"/>
                    <a:pt x="44730" y="102144"/>
                  </a:cubicBezTo>
                  <a:cubicBezTo>
                    <a:pt x="42813" y="102144"/>
                    <a:pt x="40895" y="101505"/>
                    <a:pt x="39618" y="99590"/>
                  </a:cubicBezTo>
                  <a:cubicBezTo>
                    <a:pt x="37700" y="97037"/>
                    <a:pt x="37700" y="92568"/>
                    <a:pt x="40257" y="90653"/>
                  </a:cubicBezTo>
                  <a:lnTo>
                    <a:pt x="42813" y="88737"/>
                  </a:lnTo>
                  <a:lnTo>
                    <a:pt x="40257" y="87461"/>
                  </a:lnTo>
                  <a:cubicBezTo>
                    <a:pt x="38340" y="84907"/>
                    <a:pt x="38340" y="80438"/>
                    <a:pt x="40895" y="78523"/>
                  </a:cubicBezTo>
                  <a:cubicBezTo>
                    <a:pt x="43451" y="76608"/>
                    <a:pt x="47925" y="76608"/>
                    <a:pt x="49841" y="79161"/>
                  </a:cubicBezTo>
                  <a:lnTo>
                    <a:pt x="51758" y="81715"/>
                  </a:lnTo>
                  <a:lnTo>
                    <a:pt x="60704" y="74693"/>
                  </a:lnTo>
                  <a:lnTo>
                    <a:pt x="58788" y="72139"/>
                  </a:lnTo>
                  <a:cubicBezTo>
                    <a:pt x="56870" y="69585"/>
                    <a:pt x="56870" y="65117"/>
                    <a:pt x="59426" y="63201"/>
                  </a:cubicBezTo>
                  <a:cubicBezTo>
                    <a:pt x="61982" y="61286"/>
                    <a:pt x="66455" y="61286"/>
                    <a:pt x="68372" y="63840"/>
                  </a:cubicBezTo>
                  <a:lnTo>
                    <a:pt x="70289" y="66393"/>
                  </a:lnTo>
                  <a:lnTo>
                    <a:pt x="79235" y="59371"/>
                  </a:lnTo>
                  <a:lnTo>
                    <a:pt x="77318" y="56817"/>
                  </a:lnTo>
                  <a:cubicBezTo>
                    <a:pt x="75401" y="54264"/>
                    <a:pt x="75401" y="49795"/>
                    <a:pt x="77957" y="47880"/>
                  </a:cubicBezTo>
                  <a:cubicBezTo>
                    <a:pt x="80513" y="45965"/>
                    <a:pt x="84986" y="45965"/>
                    <a:pt x="86903" y="48518"/>
                  </a:cubicBezTo>
                  <a:lnTo>
                    <a:pt x="88820" y="51072"/>
                  </a:lnTo>
                  <a:lnTo>
                    <a:pt x="97766" y="44049"/>
                  </a:lnTo>
                  <a:lnTo>
                    <a:pt x="95849" y="41496"/>
                  </a:lnTo>
                  <a:cubicBezTo>
                    <a:pt x="93932" y="38942"/>
                    <a:pt x="93932" y="34473"/>
                    <a:pt x="96488" y="32558"/>
                  </a:cubicBezTo>
                  <a:cubicBezTo>
                    <a:pt x="99044" y="30643"/>
                    <a:pt x="103517" y="30643"/>
                    <a:pt x="105434" y="33197"/>
                  </a:cubicBezTo>
                  <a:lnTo>
                    <a:pt x="107351" y="35750"/>
                  </a:lnTo>
                  <a:lnTo>
                    <a:pt x="109907" y="33835"/>
                  </a:lnTo>
                  <a:cubicBezTo>
                    <a:pt x="112463" y="31920"/>
                    <a:pt x="116936" y="31920"/>
                    <a:pt x="118853" y="34473"/>
                  </a:cubicBezTo>
                  <a:cubicBezTo>
                    <a:pt x="120770" y="37027"/>
                    <a:pt x="120770" y="41496"/>
                    <a:pt x="118214" y="43411"/>
                  </a:cubicBezTo>
                  <a:lnTo>
                    <a:pt x="115658" y="45326"/>
                  </a:lnTo>
                  <a:lnTo>
                    <a:pt x="119492" y="49795"/>
                  </a:lnTo>
                  <a:cubicBezTo>
                    <a:pt x="122687" y="54264"/>
                    <a:pt x="122048" y="58094"/>
                    <a:pt x="119492" y="60648"/>
                  </a:cubicBezTo>
                  <a:close/>
                </a:path>
              </a:pathLst>
            </a:custGeom>
            <a:solidFill>
              <a:srgbClr val="00A3E0"/>
            </a:solidFill>
            <a:ln w="6390" cap="flat">
              <a:noFill/>
              <a:prstDash val="solid"/>
              <a:miter/>
            </a:ln>
          </p:spPr>
          <p:txBody>
            <a:bodyPr rtlCol="0" anchor="ctr"/>
            <a:lstStyle/>
            <a:p>
              <a:endParaRPr lang="en-US"/>
            </a:p>
          </p:txBody>
        </p:sp>
        <p:sp>
          <p:nvSpPr>
            <p:cNvPr id="855" name="Graphic 4">
              <a:extLst>
                <a:ext uri="{FF2B5EF4-FFF2-40B4-BE49-F238E27FC236}">
                  <a16:creationId xmlns:a16="http://schemas.microsoft.com/office/drawing/2014/main" id="{B41A0FE5-66DB-254F-B6C5-B225A7036600}"/>
                </a:ext>
              </a:extLst>
            </p:cNvPr>
            <p:cNvSpPr/>
            <p:nvPr/>
          </p:nvSpPr>
          <p:spPr>
            <a:xfrm>
              <a:off x="5322178" y="1024791"/>
              <a:ext cx="44148" cy="48518"/>
            </a:xfrm>
            <a:custGeom>
              <a:avLst/>
              <a:gdLst>
                <a:gd name="connsiteX0" fmla="*/ 38978 w 44148"/>
                <a:gd name="connsiteY0" fmla="*/ 48518 h 48518"/>
                <a:gd name="connsiteX1" fmla="*/ 40257 w 44148"/>
                <a:gd name="connsiteY1" fmla="*/ 43411 h 48518"/>
                <a:gd name="connsiteX2" fmla="*/ 40257 w 44148"/>
                <a:gd name="connsiteY2" fmla="*/ 7661 h 48518"/>
                <a:gd name="connsiteX3" fmla="*/ 15336 w 44148"/>
                <a:gd name="connsiteY3" fmla="*/ 0 h 48518"/>
                <a:gd name="connsiteX4" fmla="*/ 5112 w 44148"/>
                <a:gd name="connsiteY4" fmla="*/ 0 h 48518"/>
                <a:gd name="connsiteX5" fmla="*/ 0 w 44148"/>
                <a:gd name="connsiteY5" fmla="*/ 0 h 48518"/>
                <a:gd name="connsiteX6" fmla="*/ 38978 w 44148"/>
                <a:gd name="connsiteY6" fmla="*/ 48518 h 4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148" h="48518">
                  <a:moveTo>
                    <a:pt x="38978" y="48518"/>
                  </a:moveTo>
                  <a:cubicBezTo>
                    <a:pt x="39617" y="47242"/>
                    <a:pt x="39617" y="45326"/>
                    <a:pt x="40257" y="43411"/>
                  </a:cubicBezTo>
                  <a:cubicBezTo>
                    <a:pt x="44090" y="30005"/>
                    <a:pt x="46646" y="17875"/>
                    <a:pt x="40257" y="7661"/>
                  </a:cubicBezTo>
                  <a:cubicBezTo>
                    <a:pt x="33867" y="1277"/>
                    <a:pt x="24921" y="0"/>
                    <a:pt x="15336" y="0"/>
                  </a:cubicBezTo>
                  <a:cubicBezTo>
                    <a:pt x="12141" y="0"/>
                    <a:pt x="8307" y="0"/>
                    <a:pt x="5112" y="0"/>
                  </a:cubicBezTo>
                  <a:cubicBezTo>
                    <a:pt x="3195" y="0"/>
                    <a:pt x="1917" y="0"/>
                    <a:pt x="0" y="0"/>
                  </a:cubicBezTo>
                  <a:lnTo>
                    <a:pt x="38978" y="48518"/>
                  </a:lnTo>
                  <a:close/>
                </a:path>
              </a:pathLst>
            </a:custGeom>
            <a:solidFill>
              <a:srgbClr val="00A3E0"/>
            </a:solidFill>
            <a:ln w="6390" cap="flat">
              <a:noFill/>
              <a:prstDash val="solid"/>
              <a:miter/>
            </a:ln>
          </p:spPr>
          <p:txBody>
            <a:bodyPr rtlCol="0" anchor="ctr"/>
            <a:lstStyle/>
            <a:p>
              <a:endParaRPr lang="en-US"/>
            </a:p>
          </p:txBody>
        </p:sp>
        <p:sp>
          <p:nvSpPr>
            <p:cNvPr id="856" name="Graphic 4">
              <a:extLst>
                <a:ext uri="{FF2B5EF4-FFF2-40B4-BE49-F238E27FC236}">
                  <a16:creationId xmlns:a16="http://schemas.microsoft.com/office/drawing/2014/main" id="{49F3FBF8-BED9-BE48-8075-AA8978E97C44}"/>
                </a:ext>
              </a:extLst>
            </p:cNvPr>
            <p:cNvSpPr/>
            <p:nvPr/>
          </p:nvSpPr>
          <p:spPr>
            <a:xfrm>
              <a:off x="5194380" y="1121828"/>
              <a:ext cx="47285" cy="51410"/>
            </a:xfrm>
            <a:custGeom>
              <a:avLst/>
              <a:gdLst>
                <a:gd name="connsiteX0" fmla="*/ 6390 w 47285"/>
                <a:gd name="connsiteY0" fmla="*/ 0 h 51410"/>
                <a:gd name="connsiteX1" fmla="*/ 0 w 47285"/>
                <a:gd name="connsiteY1" fmla="*/ 33835 h 51410"/>
                <a:gd name="connsiteX2" fmla="*/ 3834 w 47285"/>
                <a:gd name="connsiteY2" fmla="*/ 44049 h 51410"/>
                <a:gd name="connsiteX3" fmla="*/ 13419 w 47285"/>
                <a:gd name="connsiteY3" fmla="*/ 49795 h 51410"/>
                <a:gd name="connsiteX4" fmla="*/ 47285 w 47285"/>
                <a:gd name="connsiteY4" fmla="*/ 50433 h 51410"/>
                <a:gd name="connsiteX5" fmla="*/ 6390 w 47285"/>
                <a:gd name="connsiteY5" fmla="*/ 0 h 5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285" h="51410">
                  <a:moveTo>
                    <a:pt x="6390" y="0"/>
                  </a:moveTo>
                  <a:cubicBezTo>
                    <a:pt x="639" y="19152"/>
                    <a:pt x="0" y="33197"/>
                    <a:pt x="0" y="33835"/>
                  </a:cubicBezTo>
                  <a:cubicBezTo>
                    <a:pt x="0" y="38942"/>
                    <a:pt x="3834" y="44049"/>
                    <a:pt x="3834" y="44049"/>
                  </a:cubicBezTo>
                  <a:cubicBezTo>
                    <a:pt x="3834" y="44049"/>
                    <a:pt x="7668" y="49157"/>
                    <a:pt x="13419" y="49795"/>
                  </a:cubicBezTo>
                  <a:cubicBezTo>
                    <a:pt x="19809" y="51072"/>
                    <a:pt x="31950" y="52349"/>
                    <a:pt x="47285" y="50433"/>
                  </a:cubicBezTo>
                  <a:lnTo>
                    <a:pt x="6390" y="0"/>
                  </a:lnTo>
                  <a:close/>
                </a:path>
              </a:pathLst>
            </a:custGeom>
            <a:solidFill>
              <a:srgbClr val="00A3E0"/>
            </a:solidFill>
            <a:ln w="6390" cap="flat">
              <a:noFill/>
              <a:prstDash val="solid"/>
              <a:miter/>
            </a:ln>
          </p:spPr>
          <p:txBody>
            <a:bodyPr rtlCol="0" anchor="ctr"/>
            <a:lstStyle/>
            <a:p>
              <a:endParaRPr lang="en-US"/>
            </a:p>
          </p:txBody>
        </p:sp>
        <p:sp>
          <p:nvSpPr>
            <p:cNvPr id="857" name="Graphic 4">
              <a:extLst>
                <a:ext uri="{FF2B5EF4-FFF2-40B4-BE49-F238E27FC236}">
                  <a16:creationId xmlns:a16="http://schemas.microsoft.com/office/drawing/2014/main" id="{FF52D004-9402-AD4C-8747-B0E9120191AF}"/>
                </a:ext>
              </a:extLst>
            </p:cNvPr>
            <p:cNvSpPr/>
            <p:nvPr/>
          </p:nvSpPr>
          <p:spPr>
            <a:xfrm>
              <a:off x="5099808" y="918179"/>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274767 w 361670"/>
                <a:gd name="connsiteY5" fmla="*/ 153854 h 361333"/>
                <a:gd name="connsiteX6" fmla="*/ 273490 w 361670"/>
                <a:gd name="connsiteY6" fmla="*/ 159600 h 361333"/>
                <a:gd name="connsiteX7" fmla="*/ 214063 w 361670"/>
                <a:gd name="connsiteY7" fmla="*/ 243230 h 361333"/>
                <a:gd name="connsiteX8" fmla="*/ 213424 w 361670"/>
                <a:gd name="connsiteY8" fmla="*/ 243868 h 361333"/>
                <a:gd name="connsiteX9" fmla="*/ 127160 w 361670"/>
                <a:gd name="connsiteY9" fmla="*/ 268127 h 361333"/>
                <a:gd name="connsiteX10" fmla="*/ 104795 w 361670"/>
                <a:gd name="connsiteY10" fmla="*/ 266212 h 361333"/>
                <a:gd name="connsiteX11" fmla="*/ 88181 w 361670"/>
                <a:gd name="connsiteY11" fmla="*/ 255998 h 361333"/>
                <a:gd name="connsiteX12" fmla="*/ 81152 w 361670"/>
                <a:gd name="connsiteY12" fmla="*/ 237484 h 361333"/>
                <a:gd name="connsiteX13" fmla="*/ 91376 w 361670"/>
                <a:gd name="connsiteY13" fmla="*/ 190243 h 361333"/>
                <a:gd name="connsiteX14" fmla="*/ 92654 w 361670"/>
                <a:gd name="connsiteY14" fmla="*/ 186412 h 361333"/>
                <a:gd name="connsiteX15" fmla="*/ 125243 w 361670"/>
                <a:gd name="connsiteY15" fmla="*/ 135979 h 361333"/>
                <a:gd name="connsiteX16" fmla="*/ 125882 w 361670"/>
                <a:gd name="connsiteY16" fmla="*/ 135340 h 361333"/>
                <a:gd name="connsiteX17" fmla="*/ 219175 w 361670"/>
                <a:gd name="connsiteY17" fmla="*/ 94483 h 361333"/>
                <a:gd name="connsiteX18" fmla="*/ 225565 w 361670"/>
                <a:gd name="connsiteY18" fmla="*/ 94483 h 361333"/>
                <a:gd name="connsiteX19" fmla="*/ 270934 w 361670"/>
                <a:gd name="connsiteY19" fmla="*/ 105974 h 361333"/>
                <a:gd name="connsiteX20" fmla="*/ 271572 w 361670"/>
                <a:gd name="connsiteY20" fmla="*/ 106612 h 361333"/>
                <a:gd name="connsiteX21" fmla="*/ 272212 w 361670"/>
                <a:gd name="connsiteY21" fmla="*/ 107251 h 361333"/>
                <a:gd name="connsiteX22" fmla="*/ 274767 w 361670"/>
                <a:gd name="connsiteY22" fmla="*/ 15385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1670" h="361333">
                  <a:moveTo>
                    <a:pt x="180836" y="0"/>
                  </a:moveTo>
                  <a:cubicBezTo>
                    <a:pt x="80513" y="0"/>
                    <a:pt x="0" y="81077"/>
                    <a:pt x="0" y="180667"/>
                  </a:cubicBezTo>
                  <a:cubicBezTo>
                    <a:pt x="0" y="280257"/>
                    <a:pt x="81152" y="361333"/>
                    <a:pt x="180836" y="361333"/>
                  </a:cubicBezTo>
                  <a:cubicBezTo>
                    <a:pt x="281157" y="361333"/>
                    <a:pt x="361671" y="280257"/>
                    <a:pt x="361671" y="180667"/>
                  </a:cubicBezTo>
                  <a:cubicBezTo>
                    <a:pt x="361671" y="81077"/>
                    <a:pt x="280518" y="0"/>
                    <a:pt x="180836" y="0"/>
                  </a:cubicBezTo>
                  <a:close/>
                  <a:moveTo>
                    <a:pt x="274767" y="153854"/>
                  </a:moveTo>
                  <a:cubicBezTo>
                    <a:pt x="274128" y="155769"/>
                    <a:pt x="273490" y="157684"/>
                    <a:pt x="273490" y="159600"/>
                  </a:cubicBezTo>
                  <a:cubicBezTo>
                    <a:pt x="256876" y="209395"/>
                    <a:pt x="237067" y="225355"/>
                    <a:pt x="214063" y="243230"/>
                  </a:cubicBezTo>
                  <a:cubicBezTo>
                    <a:pt x="214063" y="243230"/>
                    <a:pt x="213424" y="243868"/>
                    <a:pt x="213424" y="243868"/>
                  </a:cubicBezTo>
                  <a:cubicBezTo>
                    <a:pt x="180836" y="264297"/>
                    <a:pt x="148247" y="268127"/>
                    <a:pt x="127160" y="268127"/>
                  </a:cubicBezTo>
                  <a:cubicBezTo>
                    <a:pt x="113741" y="268127"/>
                    <a:pt x="105434" y="266212"/>
                    <a:pt x="104795" y="266212"/>
                  </a:cubicBezTo>
                  <a:cubicBezTo>
                    <a:pt x="95210" y="264297"/>
                    <a:pt x="88820" y="256636"/>
                    <a:pt x="88181" y="255998"/>
                  </a:cubicBezTo>
                  <a:cubicBezTo>
                    <a:pt x="87542" y="254721"/>
                    <a:pt x="81152" y="247060"/>
                    <a:pt x="81152" y="237484"/>
                  </a:cubicBezTo>
                  <a:cubicBezTo>
                    <a:pt x="81152" y="236846"/>
                    <a:pt x="81792" y="216417"/>
                    <a:pt x="91376" y="190243"/>
                  </a:cubicBezTo>
                  <a:cubicBezTo>
                    <a:pt x="91376" y="188966"/>
                    <a:pt x="92015" y="187689"/>
                    <a:pt x="92654" y="186412"/>
                  </a:cubicBezTo>
                  <a:cubicBezTo>
                    <a:pt x="99044" y="170452"/>
                    <a:pt x="109268" y="152577"/>
                    <a:pt x="125243" y="135979"/>
                  </a:cubicBezTo>
                  <a:cubicBezTo>
                    <a:pt x="125243" y="135979"/>
                    <a:pt x="125882" y="135340"/>
                    <a:pt x="125882" y="135340"/>
                  </a:cubicBezTo>
                  <a:cubicBezTo>
                    <a:pt x="148247" y="116188"/>
                    <a:pt x="167416" y="100229"/>
                    <a:pt x="219175" y="94483"/>
                  </a:cubicBezTo>
                  <a:cubicBezTo>
                    <a:pt x="221731" y="94483"/>
                    <a:pt x="223648" y="94483"/>
                    <a:pt x="225565" y="94483"/>
                  </a:cubicBezTo>
                  <a:cubicBezTo>
                    <a:pt x="241540" y="93845"/>
                    <a:pt x="258154" y="93206"/>
                    <a:pt x="270934" y="105974"/>
                  </a:cubicBezTo>
                  <a:cubicBezTo>
                    <a:pt x="270934" y="105974"/>
                    <a:pt x="271572" y="106612"/>
                    <a:pt x="271572" y="106612"/>
                  </a:cubicBezTo>
                  <a:cubicBezTo>
                    <a:pt x="271572" y="106612"/>
                    <a:pt x="271572" y="107251"/>
                    <a:pt x="272212" y="107251"/>
                  </a:cubicBezTo>
                  <a:cubicBezTo>
                    <a:pt x="283075" y="122572"/>
                    <a:pt x="279240" y="138532"/>
                    <a:pt x="274767" y="153854"/>
                  </a:cubicBezTo>
                  <a:close/>
                </a:path>
              </a:pathLst>
            </a:custGeom>
            <a:solidFill>
              <a:srgbClr val="00A3E0"/>
            </a:solidFill>
            <a:ln w="6390" cap="flat">
              <a:noFill/>
              <a:prstDash val="solid"/>
              <a:miter/>
            </a:ln>
          </p:spPr>
          <p:txBody>
            <a:bodyPr rtlCol="0" anchor="ctr"/>
            <a:lstStyle/>
            <a:p>
              <a:endParaRPr lang="en-US"/>
            </a:p>
          </p:txBody>
        </p:sp>
      </p:grpSp>
      <p:grpSp>
        <p:nvGrpSpPr>
          <p:cNvPr id="858" name="Graphic 4">
            <a:extLst>
              <a:ext uri="{FF2B5EF4-FFF2-40B4-BE49-F238E27FC236}">
                <a16:creationId xmlns:a16="http://schemas.microsoft.com/office/drawing/2014/main" id="{89CBC147-B5DE-D24E-B835-729A4DDECB0B}"/>
              </a:ext>
            </a:extLst>
          </p:cNvPr>
          <p:cNvGrpSpPr>
            <a:grpSpLocks noChangeAspect="1"/>
          </p:cNvGrpSpPr>
          <p:nvPr/>
        </p:nvGrpSpPr>
        <p:grpSpPr>
          <a:xfrm>
            <a:off x="5099808" y="1402085"/>
            <a:ext cx="361670" cy="361333"/>
            <a:chOff x="5099808" y="1402085"/>
            <a:chExt cx="361670" cy="361333"/>
          </a:xfrm>
          <a:solidFill>
            <a:srgbClr val="00A3E0"/>
          </a:solidFill>
        </p:grpSpPr>
        <p:sp>
          <p:nvSpPr>
            <p:cNvPr id="859" name="Graphic 4">
              <a:extLst>
                <a:ext uri="{FF2B5EF4-FFF2-40B4-BE49-F238E27FC236}">
                  <a16:creationId xmlns:a16="http://schemas.microsoft.com/office/drawing/2014/main" id="{83A169B2-7CB2-DA4F-A560-0FB88F2304D5}"/>
                </a:ext>
              </a:extLst>
            </p:cNvPr>
            <p:cNvSpPr/>
            <p:nvPr/>
          </p:nvSpPr>
          <p:spPr>
            <a:xfrm>
              <a:off x="5185988" y="1550193"/>
              <a:ext cx="39702" cy="47241"/>
            </a:xfrm>
            <a:custGeom>
              <a:avLst/>
              <a:gdLst>
                <a:gd name="connsiteX0" fmla="*/ 39702 w 39702"/>
                <a:gd name="connsiteY0" fmla="*/ 0 h 47241"/>
                <a:gd name="connsiteX1" fmla="*/ 10309 w 39702"/>
                <a:gd name="connsiteY1" fmla="*/ 3192 h 47241"/>
                <a:gd name="connsiteX2" fmla="*/ 2641 w 39702"/>
                <a:gd name="connsiteY2" fmla="*/ 8938 h 47241"/>
                <a:gd name="connsiteX3" fmla="*/ 84 w 39702"/>
                <a:gd name="connsiteY3" fmla="*/ 18514 h 47241"/>
                <a:gd name="connsiteX4" fmla="*/ 7752 w 39702"/>
                <a:gd name="connsiteY4" fmla="*/ 47242 h 47241"/>
                <a:gd name="connsiteX5" fmla="*/ 39702 w 39702"/>
                <a:gd name="connsiteY5" fmla="*/ 0 h 4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02" h="47241">
                  <a:moveTo>
                    <a:pt x="39702" y="0"/>
                  </a:moveTo>
                  <a:cubicBezTo>
                    <a:pt x="21810" y="0"/>
                    <a:pt x="10309" y="3192"/>
                    <a:pt x="10309" y="3192"/>
                  </a:cubicBezTo>
                  <a:cubicBezTo>
                    <a:pt x="5836" y="4469"/>
                    <a:pt x="2641" y="8938"/>
                    <a:pt x="2641" y="8938"/>
                  </a:cubicBezTo>
                  <a:cubicBezTo>
                    <a:pt x="2641" y="8938"/>
                    <a:pt x="-554" y="13406"/>
                    <a:pt x="84" y="18514"/>
                  </a:cubicBezTo>
                  <a:cubicBezTo>
                    <a:pt x="84" y="18514"/>
                    <a:pt x="1363" y="30643"/>
                    <a:pt x="7752" y="47242"/>
                  </a:cubicBezTo>
                  <a:lnTo>
                    <a:pt x="39702" y="0"/>
                  </a:lnTo>
                  <a:close/>
                </a:path>
              </a:pathLst>
            </a:custGeom>
            <a:solidFill>
              <a:srgbClr val="00A3E0"/>
            </a:solidFill>
            <a:ln w="6390" cap="flat">
              <a:noFill/>
              <a:prstDash val="solid"/>
              <a:miter/>
            </a:ln>
          </p:spPr>
          <p:txBody>
            <a:bodyPr rtlCol="0" anchor="ctr"/>
            <a:lstStyle/>
            <a:p>
              <a:endParaRPr lang="en-US"/>
            </a:p>
          </p:txBody>
        </p:sp>
        <p:sp>
          <p:nvSpPr>
            <p:cNvPr id="860" name="Graphic 4">
              <a:extLst>
                <a:ext uri="{FF2B5EF4-FFF2-40B4-BE49-F238E27FC236}">
                  <a16:creationId xmlns:a16="http://schemas.microsoft.com/office/drawing/2014/main" id="{4488C01C-59EE-AF46-8BA9-348BABFF4F91}"/>
                </a:ext>
              </a:extLst>
            </p:cNvPr>
            <p:cNvSpPr/>
            <p:nvPr/>
          </p:nvSpPr>
          <p:spPr>
            <a:xfrm>
              <a:off x="5199491" y="1551470"/>
              <a:ext cx="137383" cy="125764"/>
            </a:xfrm>
            <a:custGeom>
              <a:avLst/>
              <a:gdLst>
                <a:gd name="connsiteX0" fmla="*/ 137384 w 137383"/>
                <a:gd name="connsiteY0" fmla="*/ 67670 h 125764"/>
                <a:gd name="connsiteX1" fmla="*/ 87542 w 137383"/>
                <a:gd name="connsiteY1" fmla="*/ 14045 h 125764"/>
                <a:gd name="connsiteX2" fmla="*/ 40895 w 137383"/>
                <a:gd name="connsiteY2" fmla="*/ 0 h 125764"/>
                <a:gd name="connsiteX3" fmla="*/ 639 w 137383"/>
                <a:gd name="connsiteY3" fmla="*/ 58733 h 125764"/>
                <a:gd name="connsiteX4" fmla="*/ 0 w 137383"/>
                <a:gd name="connsiteY4" fmla="*/ 59371 h 125764"/>
                <a:gd name="connsiteX5" fmla="*/ 29394 w 137383"/>
                <a:gd name="connsiteY5" fmla="*/ 98313 h 125764"/>
                <a:gd name="connsiteX6" fmla="*/ 97127 w 137383"/>
                <a:gd name="connsiteY6" fmla="*/ 125765 h 125764"/>
                <a:gd name="connsiteX7" fmla="*/ 137384 w 137383"/>
                <a:gd name="connsiteY7" fmla="*/ 67670 h 125764"/>
                <a:gd name="connsiteX8" fmla="*/ 87542 w 137383"/>
                <a:gd name="connsiteY8" fmla="*/ 90653 h 125764"/>
                <a:gd name="connsiteX9" fmla="*/ 90098 w 137383"/>
                <a:gd name="connsiteY9" fmla="*/ 86822 h 125764"/>
                <a:gd name="connsiteX10" fmla="*/ 82430 w 137383"/>
                <a:gd name="connsiteY10" fmla="*/ 81715 h 125764"/>
                <a:gd name="connsiteX11" fmla="*/ 79874 w 137383"/>
                <a:gd name="connsiteY11" fmla="*/ 85545 h 125764"/>
                <a:gd name="connsiteX12" fmla="*/ 74762 w 137383"/>
                <a:gd name="connsiteY12" fmla="*/ 88099 h 125764"/>
                <a:gd name="connsiteX13" fmla="*/ 70928 w 137383"/>
                <a:gd name="connsiteY13" fmla="*/ 86822 h 125764"/>
                <a:gd name="connsiteX14" fmla="*/ 69011 w 137383"/>
                <a:gd name="connsiteY14" fmla="*/ 77885 h 125764"/>
                <a:gd name="connsiteX15" fmla="*/ 71567 w 137383"/>
                <a:gd name="connsiteY15" fmla="*/ 74054 h 125764"/>
                <a:gd name="connsiteX16" fmla="*/ 63899 w 137383"/>
                <a:gd name="connsiteY16" fmla="*/ 68947 h 125764"/>
                <a:gd name="connsiteX17" fmla="*/ 61343 w 137383"/>
                <a:gd name="connsiteY17" fmla="*/ 72777 h 125764"/>
                <a:gd name="connsiteX18" fmla="*/ 56231 w 137383"/>
                <a:gd name="connsiteY18" fmla="*/ 75331 h 125764"/>
                <a:gd name="connsiteX19" fmla="*/ 52398 w 137383"/>
                <a:gd name="connsiteY19" fmla="*/ 74054 h 125764"/>
                <a:gd name="connsiteX20" fmla="*/ 50480 w 137383"/>
                <a:gd name="connsiteY20" fmla="*/ 65117 h 125764"/>
                <a:gd name="connsiteX21" fmla="*/ 53036 w 137383"/>
                <a:gd name="connsiteY21" fmla="*/ 61286 h 125764"/>
                <a:gd name="connsiteX22" fmla="*/ 45368 w 137383"/>
                <a:gd name="connsiteY22" fmla="*/ 56179 h 125764"/>
                <a:gd name="connsiteX23" fmla="*/ 42813 w 137383"/>
                <a:gd name="connsiteY23" fmla="*/ 60009 h 125764"/>
                <a:gd name="connsiteX24" fmla="*/ 37700 w 137383"/>
                <a:gd name="connsiteY24" fmla="*/ 62563 h 125764"/>
                <a:gd name="connsiteX25" fmla="*/ 33867 w 137383"/>
                <a:gd name="connsiteY25" fmla="*/ 61286 h 125764"/>
                <a:gd name="connsiteX26" fmla="*/ 31950 w 137383"/>
                <a:gd name="connsiteY26" fmla="*/ 52349 h 125764"/>
                <a:gd name="connsiteX27" fmla="*/ 34505 w 137383"/>
                <a:gd name="connsiteY27" fmla="*/ 48518 h 125764"/>
                <a:gd name="connsiteX28" fmla="*/ 32589 w 137383"/>
                <a:gd name="connsiteY28" fmla="*/ 47242 h 125764"/>
                <a:gd name="connsiteX29" fmla="*/ 30672 w 137383"/>
                <a:gd name="connsiteY29" fmla="*/ 38304 h 125764"/>
                <a:gd name="connsiteX30" fmla="*/ 39618 w 137383"/>
                <a:gd name="connsiteY30" fmla="*/ 36389 h 125764"/>
                <a:gd name="connsiteX31" fmla="*/ 41535 w 137383"/>
                <a:gd name="connsiteY31" fmla="*/ 37666 h 125764"/>
                <a:gd name="connsiteX32" fmla="*/ 42813 w 137383"/>
                <a:gd name="connsiteY32" fmla="*/ 35750 h 125764"/>
                <a:gd name="connsiteX33" fmla="*/ 51758 w 137383"/>
                <a:gd name="connsiteY33" fmla="*/ 33835 h 125764"/>
                <a:gd name="connsiteX34" fmla="*/ 53675 w 137383"/>
                <a:gd name="connsiteY34" fmla="*/ 42773 h 125764"/>
                <a:gd name="connsiteX35" fmla="*/ 52398 w 137383"/>
                <a:gd name="connsiteY35" fmla="*/ 44688 h 125764"/>
                <a:gd name="connsiteX36" fmla="*/ 60065 w 137383"/>
                <a:gd name="connsiteY36" fmla="*/ 49795 h 125764"/>
                <a:gd name="connsiteX37" fmla="*/ 61343 w 137383"/>
                <a:gd name="connsiteY37" fmla="*/ 47880 h 125764"/>
                <a:gd name="connsiteX38" fmla="*/ 70289 w 137383"/>
                <a:gd name="connsiteY38" fmla="*/ 45965 h 125764"/>
                <a:gd name="connsiteX39" fmla="*/ 72206 w 137383"/>
                <a:gd name="connsiteY39" fmla="*/ 54902 h 125764"/>
                <a:gd name="connsiteX40" fmla="*/ 70928 w 137383"/>
                <a:gd name="connsiteY40" fmla="*/ 56818 h 125764"/>
                <a:gd name="connsiteX41" fmla="*/ 78596 w 137383"/>
                <a:gd name="connsiteY41" fmla="*/ 61925 h 125764"/>
                <a:gd name="connsiteX42" fmla="*/ 79874 w 137383"/>
                <a:gd name="connsiteY42" fmla="*/ 60009 h 125764"/>
                <a:gd name="connsiteX43" fmla="*/ 88820 w 137383"/>
                <a:gd name="connsiteY43" fmla="*/ 58094 h 125764"/>
                <a:gd name="connsiteX44" fmla="*/ 90737 w 137383"/>
                <a:gd name="connsiteY44" fmla="*/ 67032 h 125764"/>
                <a:gd name="connsiteX45" fmla="*/ 89459 w 137383"/>
                <a:gd name="connsiteY45" fmla="*/ 68947 h 125764"/>
                <a:gd name="connsiteX46" fmla="*/ 97127 w 137383"/>
                <a:gd name="connsiteY46" fmla="*/ 74054 h 125764"/>
                <a:gd name="connsiteX47" fmla="*/ 98405 w 137383"/>
                <a:gd name="connsiteY47" fmla="*/ 72139 h 125764"/>
                <a:gd name="connsiteX48" fmla="*/ 107351 w 137383"/>
                <a:gd name="connsiteY48" fmla="*/ 70224 h 125764"/>
                <a:gd name="connsiteX49" fmla="*/ 109268 w 137383"/>
                <a:gd name="connsiteY49" fmla="*/ 79161 h 125764"/>
                <a:gd name="connsiteX50" fmla="*/ 107990 w 137383"/>
                <a:gd name="connsiteY50" fmla="*/ 81077 h 125764"/>
                <a:gd name="connsiteX51" fmla="*/ 109907 w 137383"/>
                <a:gd name="connsiteY51" fmla="*/ 82353 h 125764"/>
                <a:gd name="connsiteX52" fmla="*/ 111824 w 137383"/>
                <a:gd name="connsiteY52" fmla="*/ 91291 h 125764"/>
                <a:gd name="connsiteX53" fmla="*/ 106712 w 137383"/>
                <a:gd name="connsiteY53" fmla="*/ 93845 h 125764"/>
                <a:gd name="connsiteX54" fmla="*/ 102878 w 137383"/>
                <a:gd name="connsiteY54" fmla="*/ 92568 h 125764"/>
                <a:gd name="connsiteX55" fmla="*/ 100961 w 137383"/>
                <a:gd name="connsiteY55" fmla="*/ 91291 h 125764"/>
                <a:gd name="connsiteX56" fmla="*/ 98405 w 137383"/>
                <a:gd name="connsiteY56" fmla="*/ 95121 h 125764"/>
                <a:gd name="connsiteX57" fmla="*/ 93293 w 137383"/>
                <a:gd name="connsiteY57" fmla="*/ 97675 h 125764"/>
                <a:gd name="connsiteX58" fmla="*/ 89459 w 137383"/>
                <a:gd name="connsiteY58" fmla="*/ 96398 h 125764"/>
                <a:gd name="connsiteX59" fmla="*/ 87542 w 137383"/>
                <a:gd name="connsiteY59" fmla="*/ 90653 h 125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383" h="125764">
                  <a:moveTo>
                    <a:pt x="137384" y="67670"/>
                  </a:moveTo>
                  <a:cubicBezTo>
                    <a:pt x="122048" y="37027"/>
                    <a:pt x="106712" y="26813"/>
                    <a:pt x="87542" y="14045"/>
                  </a:cubicBezTo>
                  <a:cubicBezTo>
                    <a:pt x="70928" y="5746"/>
                    <a:pt x="54953" y="1277"/>
                    <a:pt x="40895" y="0"/>
                  </a:cubicBezTo>
                  <a:lnTo>
                    <a:pt x="639" y="58733"/>
                  </a:lnTo>
                  <a:cubicBezTo>
                    <a:pt x="639" y="58733"/>
                    <a:pt x="0" y="59371"/>
                    <a:pt x="0" y="59371"/>
                  </a:cubicBezTo>
                  <a:cubicBezTo>
                    <a:pt x="6390" y="72139"/>
                    <a:pt x="15975" y="85545"/>
                    <a:pt x="29394" y="98313"/>
                  </a:cubicBezTo>
                  <a:cubicBezTo>
                    <a:pt x="47925" y="111720"/>
                    <a:pt x="63260" y="122573"/>
                    <a:pt x="97127" y="125765"/>
                  </a:cubicBezTo>
                  <a:lnTo>
                    <a:pt x="137384" y="67670"/>
                  </a:lnTo>
                  <a:close/>
                  <a:moveTo>
                    <a:pt x="87542" y="90653"/>
                  </a:moveTo>
                  <a:lnTo>
                    <a:pt x="90098" y="86822"/>
                  </a:lnTo>
                  <a:lnTo>
                    <a:pt x="82430" y="81715"/>
                  </a:lnTo>
                  <a:lnTo>
                    <a:pt x="79874" y="85545"/>
                  </a:lnTo>
                  <a:cubicBezTo>
                    <a:pt x="78596" y="87461"/>
                    <a:pt x="76679" y="88099"/>
                    <a:pt x="74762" y="88099"/>
                  </a:cubicBezTo>
                  <a:cubicBezTo>
                    <a:pt x="73484" y="88099"/>
                    <a:pt x="72206" y="87461"/>
                    <a:pt x="70928" y="86822"/>
                  </a:cubicBezTo>
                  <a:cubicBezTo>
                    <a:pt x="67733" y="84907"/>
                    <a:pt x="67094" y="81077"/>
                    <a:pt x="69011" y="77885"/>
                  </a:cubicBezTo>
                  <a:lnTo>
                    <a:pt x="71567" y="74054"/>
                  </a:lnTo>
                  <a:lnTo>
                    <a:pt x="63899" y="68947"/>
                  </a:lnTo>
                  <a:lnTo>
                    <a:pt x="61343" y="72777"/>
                  </a:lnTo>
                  <a:cubicBezTo>
                    <a:pt x="60065" y="74693"/>
                    <a:pt x="58148" y="75331"/>
                    <a:pt x="56231" y="75331"/>
                  </a:cubicBezTo>
                  <a:cubicBezTo>
                    <a:pt x="54953" y="75331"/>
                    <a:pt x="53675" y="74693"/>
                    <a:pt x="52398" y="74054"/>
                  </a:cubicBezTo>
                  <a:cubicBezTo>
                    <a:pt x="49203" y="72139"/>
                    <a:pt x="48563" y="68309"/>
                    <a:pt x="50480" y="65117"/>
                  </a:cubicBezTo>
                  <a:lnTo>
                    <a:pt x="53036" y="61286"/>
                  </a:lnTo>
                  <a:lnTo>
                    <a:pt x="45368" y="56179"/>
                  </a:lnTo>
                  <a:lnTo>
                    <a:pt x="42813" y="60009"/>
                  </a:lnTo>
                  <a:cubicBezTo>
                    <a:pt x="41535" y="61925"/>
                    <a:pt x="39618" y="62563"/>
                    <a:pt x="37700" y="62563"/>
                  </a:cubicBezTo>
                  <a:cubicBezTo>
                    <a:pt x="36423" y="62563"/>
                    <a:pt x="35145" y="61925"/>
                    <a:pt x="33867" y="61286"/>
                  </a:cubicBezTo>
                  <a:cubicBezTo>
                    <a:pt x="30672" y="59371"/>
                    <a:pt x="30033" y="55541"/>
                    <a:pt x="31950" y="52349"/>
                  </a:cubicBezTo>
                  <a:lnTo>
                    <a:pt x="34505" y="48518"/>
                  </a:lnTo>
                  <a:lnTo>
                    <a:pt x="32589" y="47242"/>
                  </a:lnTo>
                  <a:cubicBezTo>
                    <a:pt x="29394" y="45326"/>
                    <a:pt x="28755" y="41496"/>
                    <a:pt x="30672" y="38304"/>
                  </a:cubicBezTo>
                  <a:cubicBezTo>
                    <a:pt x="32589" y="35112"/>
                    <a:pt x="36423" y="34474"/>
                    <a:pt x="39618" y="36389"/>
                  </a:cubicBezTo>
                  <a:lnTo>
                    <a:pt x="41535" y="37666"/>
                  </a:lnTo>
                  <a:lnTo>
                    <a:pt x="42813" y="35750"/>
                  </a:lnTo>
                  <a:cubicBezTo>
                    <a:pt x="44730" y="32558"/>
                    <a:pt x="48563" y="31920"/>
                    <a:pt x="51758" y="33835"/>
                  </a:cubicBezTo>
                  <a:cubicBezTo>
                    <a:pt x="54953" y="35750"/>
                    <a:pt x="55593" y="39581"/>
                    <a:pt x="53675" y="42773"/>
                  </a:cubicBezTo>
                  <a:lnTo>
                    <a:pt x="52398" y="44688"/>
                  </a:lnTo>
                  <a:lnTo>
                    <a:pt x="60065" y="49795"/>
                  </a:lnTo>
                  <a:lnTo>
                    <a:pt x="61343" y="47880"/>
                  </a:lnTo>
                  <a:cubicBezTo>
                    <a:pt x="63260" y="44688"/>
                    <a:pt x="67094" y="44050"/>
                    <a:pt x="70289" y="45965"/>
                  </a:cubicBezTo>
                  <a:cubicBezTo>
                    <a:pt x="73484" y="47880"/>
                    <a:pt x="74123" y="51710"/>
                    <a:pt x="72206" y="54902"/>
                  </a:cubicBezTo>
                  <a:lnTo>
                    <a:pt x="70928" y="56818"/>
                  </a:lnTo>
                  <a:lnTo>
                    <a:pt x="78596" y="61925"/>
                  </a:lnTo>
                  <a:lnTo>
                    <a:pt x="79874" y="60009"/>
                  </a:lnTo>
                  <a:cubicBezTo>
                    <a:pt x="81791" y="56818"/>
                    <a:pt x="85625" y="56179"/>
                    <a:pt x="88820" y="58094"/>
                  </a:cubicBezTo>
                  <a:cubicBezTo>
                    <a:pt x="92015" y="60009"/>
                    <a:pt x="92654" y="63840"/>
                    <a:pt x="90737" y="67032"/>
                  </a:cubicBezTo>
                  <a:lnTo>
                    <a:pt x="89459" y="68947"/>
                  </a:lnTo>
                  <a:lnTo>
                    <a:pt x="97127" y="74054"/>
                  </a:lnTo>
                  <a:lnTo>
                    <a:pt x="98405" y="72139"/>
                  </a:lnTo>
                  <a:cubicBezTo>
                    <a:pt x="100322" y="68947"/>
                    <a:pt x="104156" y="68309"/>
                    <a:pt x="107351" y="70224"/>
                  </a:cubicBezTo>
                  <a:cubicBezTo>
                    <a:pt x="110546" y="72139"/>
                    <a:pt x="111185" y="75969"/>
                    <a:pt x="109268" y="79161"/>
                  </a:cubicBezTo>
                  <a:lnTo>
                    <a:pt x="107990" y="81077"/>
                  </a:lnTo>
                  <a:lnTo>
                    <a:pt x="109907" y="82353"/>
                  </a:lnTo>
                  <a:cubicBezTo>
                    <a:pt x="113102" y="84269"/>
                    <a:pt x="113741" y="88099"/>
                    <a:pt x="111824" y="91291"/>
                  </a:cubicBezTo>
                  <a:cubicBezTo>
                    <a:pt x="110546" y="93206"/>
                    <a:pt x="108629" y="93845"/>
                    <a:pt x="106712" y="93845"/>
                  </a:cubicBezTo>
                  <a:cubicBezTo>
                    <a:pt x="105434" y="93845"/>
                    <a:pt x="104156" y="93206"/>
                    <a:pt x="102878" y="92568"/>
                  </a:cubicBezTo>
                  <a:lnTo>
                    <a:pt x="100961" y="91291"/>
                  </a:lnTo>
                  <a:lnTo>
                    <a:pt x="98405" y="95121"/>
                  </a:lnTo>
                  <a:cubicBezTo>
                    <a:pt x="97127" y="97037"/>
                    <a:pt x="95210" y="97675"/>
                    <a:pt x="93293" y="97675"/>
                  </a:cubicBezTo>
                  <a:cubicBezTo>
                    <a:pt x="92015" y="97675"/>
                    <a:pt x="90737" y="97037"/>
                    <a:pt x="89459" y="96398"/>
                  </a:cubicBezTo>
                  <a:cubicBezTo>
                    <a:pt x="86264" y="97675"/>
                    <a:pt x="85625" y="93845"/>
                    <a:pt x="87542" y="90653"/>
                  </a:cubicBezTo>
                  <a:close/>
                </a:path>
              </a:pathLst>
            </a:custGeom>
            <a:solidFill>
              <a:srgbClr val="00A3E0"/>
            </a:solidFill>
            <a:ln w="6390" cap="flat">
              <a:noFill/>
              <a:prstDash val="solid"/>
              <a:miter/>
            </a:ln>
          </p:spPr>
          <p:txBody>
            <a:bodyPr rtlCol="0" anchor="ctr"/>
            <a:lstStyle/>
            <a:p>
              <a:endParaRPr lang="en-US"/>
            </a:p>
          </p:txBody>
        </p:sp>
        <p:sp>
          <p:nvSpPr>
            <p:cNvPr id="861" name="Graphic 4">
              <a:extLst>
                <a:ext uri="{FF2B5EF4-FFF2-40B4-BE49-F238E27FC236}">
                  <a16:creationId xmlns:a16="http://schemas.microsoft.com/office/drawing/2014/main" id="{9947FDF6-0EBD-AA44-8BE7-119E0ADE4B89}"/>
                </a:ext>
              </a:extLst>
            </p:cNvPr>
            <p:cNvSpPr/>
            <p:nvPr/>
          </p:nvSpPr>
          <p:spPr>
            <a:xfrm>
              <a:off x="5099808" y="1402085"/>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204478 w 361670"/>
                <a:gd name="connsiteY5" fmla="*/ 105336 h 361333"/>
                <a:gd name="connsiteX6" fmla="*/ 210868 w 361670"/>
                <a:gd name="connsiteY6" fmla="*/ 98952 h 361333"/>
                <a:gd name="connsiteX7" fmla="*/ 217258 w 361670"/>
                <a:gd name="connsiteY7" fmla="*/ 105336 h 361333"/>
                <a:gd name="connsiteX8" fmla="*/ 217258 w 361670"/>
                <a:gd name="connsiteY8" fmla="*/ 137256 h 361333"/>
                <a:gd name="connsiteX9" fmla="*/ 210868 w 361670"/>
                <a:gd name="connsiteY9" fmla="*/ 143640 h 361333"/>
                <a:gd name="connsiteX10" fmla="*/ 204478 w 361670"/>
                <a:gd name="connsiteY10" fmla="*/ 137256 h 361333"/>
                <a:gd name="connsiteX11" fmla="*/ 204478 w 361670"/>
                <a:gd name="connsiteY11" fmla="*/ 105336 h 361333"/>
                <a:gd name="connsiteX12" fmla="*/ 174446 w 361670"/>
                <a:gd name="connsiteY12" fmla="*/ 67670 h 361333"/>
                <a:gd name="connsiteX13" fmla="*/ 180836 w 361670"/>
                <a:gd name="connsiteY13" fmla="*/ 61286 h 361333"/>
                <a:gd name="connsiteX14" fmla="*/ 187225 w 361670"/>
                <a:gd name="connsiteY14" fmla="*/ 67670 h 361333"/>
                <a:gd name="connsiteX15" fmla="*/ 187225 w 361670"/>
                <a:gd name="connsiteY15" fmla="*/ 120657 h 361333"/>
                <a:gd name="connsiteX16" fmla="*/ 180836 w 361670"/>
                <a:gd name="connsiteY16" fmla="*/ 127041 h 361333"/>
                <a:gd name="connsiteX17" fmla="*/ 174446 w 361670"/>
                <a:gd name="connsiteY17" fmla="*/ 120657 h 361333"/>
                <a:gd name="connsiteX18" fmla="*/ 174446 w 361670"/>
                <a:gd name="connsiteY18" fmla="*/ 67670 h 361333"/>
                <a:gd name="connsiteX19" fmla="*/ 140579 w 361670"/>
                <a:gd name="connsiteY19" fmla="*/ 81715 h 361333"/>
                <a:gd name="connsiteX20" fmla="*/ 146969 w 361670"/>
                <a:gd name="connsiteY20" fmla="*/ 75331 h 361333"/>
                <a:gd name="connsiteX21" fmla="*/ 153358 w 361670"/>
                <a:gd name="connsiteY21" fmla="*/ 81715 h 361333"/>
                <a:gd name="connsiteX22" fmla="*/ 153358 w 361670"/>
                <a:gd name="connsiteY22" fmla="*/ 113635 h 361333"/>
                <a:gd name="connsiteX23" fmla="*/ 146969 w 361670"/>
                <a:gd name="connsiteY23" fmla="*/ 120019 h 361333"/>
                <a:gd name="connsiteX24" fmla="*/ 140579 w 361670"/>
                <a:gd name="connsiteY24" fmla="*/ 113635 h 361333"/>
                <a:gd name="connsiteX25" fmla="*/ 140579 w 361670"/>
                <a:gd name="connsiteY25" fmla="*/ 81715 h 361333"/>
                <a:gd name="connsiteX26" fmla="*/ 257515 w 361670"/>
                <a:gd name="connsiteY26" fmla="*/ 273234 h 361333"/>
                <a:gd name="connsiteX27" fmla="*/ 256876 w 361670"/>
                <a:gd name="connsiteY27" fmla="*/ 273873 h 361333"/>
                <a:gd name="connsiteX28" fmla="*/ 256237 w 361670"/>
                <a:gd name="connsiteY28" fmla="*/ 274511 h 361333"/>
                <a:gd name="connsiteX29" fmla="*/ 215341 w 361670"/>
                <a:gd name="connsiteY29" fmla="*/ 288556 h 361333"/>
                <a:gd name="connsiteX30" fmla="*/ 210229 w 361670"/>
                <a:gd name="connsiteY30" fmla="*/ 288556 h 361333"/>
                <a:gd name="connsiteX31" fmla="*/ 121409 w 361670"/>
                <a:gd name="connsiteY31" fmla="*/ 257913 h 361333"/>
                <a:gd name="connsiteX32" fmla="*/ 120770 w 361670"/>
                <a:gd name="connsiteY32" fmla="*/ 257274 h 361333"/>
                <a:gd name="connsiteX33" fmla="*/ 72845 w 361670"/>
                <a:gd name="connsiteY33" fmla="*/ 167260 h 361333"/>
                <a:gd name="connsiteX34" fmla="*/ 77957 w 361670"/>
                <a:gd name="connsiteY34" fmla="*/ 150024 h 361333"/>
                <a:gd name="connsiteX35" fmla="*/ 92654 w 361670"/>
                <a:gd name="connsiteY35" fmla="*/ 139171 h 361333"/>
                <a:gd name="connsiteX36" fmla="*/ 193615 w 361670"/>
                <a:gd name="connsiteY36" fmla="*/ 152577 h 361333"/>
                <a:gd name="connsiteX37" fmla="*/ 194254 w 361670"/>
                <a:gd name="connsiteY37" fmla="*/ 153216 h 361333"/>
                <a:gd name="connsiteX38" fmla="*/ 254320 w 361670"/>
                <a:gd name="connsiteY38" fmla="*/ 225355 h 361333"/>
                <a:gd name="connsiteX39" fmla="*/ 256237 w 361670"/>
                <a:gd name="connsiteY39" fmla="*/ 231100 h 361333"/>
                <a:gd name="connsiteX40" fmla="*/ 257515 w 361670"/>
                <a:gd name="connsiteY40" fmla="*/ 27323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1670" h="361333">
                  <a:moveTo>
                    <a:pt x="180836" y="0"/>
                  </a:moveTo>
                  <a:cubicBezTo>
                    <a:pt x="80513" y="0"/>
                    <a:pt x="0" y="81077"/>
                    <a:pt x="0" y="180667"/>
                  </a:cubicBezTo>
                  <a:cubicBezTo>
                    <a:pt x="0" y="280257"/>
                    <a:pt x="81152" y="361333"/>
                    <a:pt x="180836" y="361333"/>
                  </a:cubicBezTo>
                  <a:cubicBezTo>
                    <a:pt x="281157" y="361333"/>
                    <a:pt x="361671" y="280257"/>
                    <a:pt x="361671" y="180667"/>
                  </a:cubicBezTo>
                  <a:cubicBezTo>
                    <a:pt x="361671" y="81077"/>
                    <a:pt x="280518" y="0"/>
                    <a:pt x="180836" y="0"/>
                  </a:cubicBezTo>
                  <a:close/>
                  <a:moveTo>
                    <a:pt x="204478" y="105336"/>
                  </a:moveTo>
                  <a:cubicBezTo>
                    <a:pt x="204478" y="101505"/>
                    <a:pt x="207034" y="98952"/>
                    <a:pt x="210868" y="98952"/>
                  </a:cubicBezTo>
                  <a:cubicBezTo>
                    <a:pt x="214702" y="98952"/>
                    <a:pt x="217258" y="101505"/>
                    <a:pt x="217258" y="105336"/>
                  </a:cubicBezTo>
                  <a:lnTo>
                    <a:pt x="217258" y="137256"/>
                  </a:lnTo>
                  <a:cubicBezTo>
                    <a:pt x="217258" y="141086"/>
                    <a:pt x="214702" y="143640"/>
                    <a:pt x="210868" y="143640"/>
                  </a:cubicBezTo>
                  <a:cubicBezTo>
                    <a:pt x="207034" y="143640"/>
                    <a:pt x="204478" y="141086"/>
                    <a:pt x="204478" y="137256"/>
                  </a:cubicBezTo>
                  <a:lnTo>
                    <a:pt x="204478" y="105336"/>
                  </a:lnTo>
                  <a:close/>
                  <a:moveTo>
                    <a:pt x="174446" y="67670"/>
                  </a:moveTo>
                  <a:cubicBezTo>
                    <a:pt x="174446" y="63840"/>
                    <a:pt x="177001" y="61286"/>
                    <a:pt x="180836" y="61286"/>
                  </a:cubicBezTo>
                  <a:cubicBezTo>
                    <a:pt x="184669" y="61286"/>
                    <a:pt x="187225" y="63840"/>
                    <a:pt x="187225" y="67670"/>
                  </a:cubicBezTo>
                  <a:lnTo>
                    <a:pt x="187225" y="120657"/>
                  </a:lnTo>
                  <a:cubicBezTo>
                    <a:pt x="187225" y="124488"/>
                    <a:pt x="184669" y="127041"/>
                    <a:pt x="180836" y="127041"/>
                  </a:cubicBezTo>
                  <a:cubicBezTo>
                    <a:pt x="177001" y="127041"/>
                    <a:pt x="174446" y="124488"/>
                    <a:pt x="174446" y="120657"/>
                  </a:cubicBezTo>
                  <a:lnTo>
                    <a:pt x="174446" y="67670"/>
                  </a:lnTo>
                  <a:close/>
                  <a:moveTo>
                    <a:pt x="140579" y="81715"/>
                  </a:moveTo>
                  <a:cubicBezTo>
                    <a:pt x="140579" y="77885"/>
                    <a:pt x="143135" y="75331"/>
                    <a:pt x="146969" y="75331"/>
                  </a:cubicBezTo>
                  <a:cubicBezTo>
                    <a:pt x="150803" y="75331"/>
                    <a:pt x="153358" y="77885"/>
                    <a:pt x="153358" y="81715"/>
                  </a:cubicBezTo>
                  <a:lnTo>
                    <a:pt x="153358" y="113635"/>
                  </a:lnTo>
                  <a:cubicBezTo>
                    <a:pt x="153358" y="117465"/>
                    <a:pt x="150803" y="120019"/>
                    <a:pt x="146969" y="120019"/>
                  </a:cubicBezTo>
                  <a:cubicBezTo>
                    <a:pt x="143135" y="120019"/>
                    <a:pt x="140579" y="117465"/>
                    <a:pt x="140579" y="113635"/>
                  </a:cubicBezTo>
                  <a:lnTo>
                    <a:pt x="140579" y="81715"/>
                  </a:lnTo>
                  <a:close/>
                  <a:moveTo>
                    <a:pt x="257515" y="273234"/>
                  </a:moveTo>
                  <a:cubicBezTo>
                    <a:pt x="257515" y="273234"/>
                    <a:pt x="257515" y="273873"/>
                    <a:pt x="256876" y="273873"/>
                  </a:cubicBezTo>
                  <a:cubicBezTo>
                    <a:pt x="256876" y="273873"/>
                    <a:pt x="256876" y="274511"/>
                    <a:pt x="256237" y="274511"/>
                  </a:cubicBezTo>
                  <a:cubicBezTo>
                    <a:pt x="245374" y="287279"/>
                    <a:pt x="230038" y="287918"/>
                    <a:pt x="215341" y="288556"/>
                  </a:cubicBezTo>
                  <a:cubicBezTo>
                    <a:pt x="213424" y="288556"/>
                    <a:pt x="211507" y="288556"/>
                    <a:pt x="210229" y="288556"/>
                  </a:cubicBezTo>
                  <a:cubicBezTo>
                    <a:pt x="161666" y="286641"/>
                    <a:pt x="143135" y="273234"/>
                    <a:pt x="121409" y="257913"/>
                  </a:cubicBezTo>
                  <a:cubicBezTo>
                    <a:pt x="121409" y="257913"/>
                    <a:pt x="120770" y="257274"/>
                    <a:pt x="120770" y="257274"/>
                  </a:cubicBezTo>
                  <a:cubicBezTo>
                    <a:pt x="77318" y="218332"/>
                    <a:pt x="72845" y="167899"/>
                    <a:pt x="72845" y="167260"/>
                  </a:cubicBezTo>
                  <a:cubicBezTo>
                    <a:pt x="72207" y="158323"/>
                    <a:pt x="77318" y="150662"/>
                    <a:pt x="77957" y="150024"/>
                  </a:cubicBezTo>
                  <a:cubicBezTo>
                    <a:pt x="78597" y="148747"/>
                    <a:pt x="83708" y="141724"/>
                    <a:pt x="92654" y="139171"/>
                  </a:cubicBezTo>
                  <a:cubicBezTo>
                    <a:pt x="93293" y="139171"/>
                    <a:pt x="141857" y="125764"/>
                    <a:pt x="193615" y="152577"/>
                  </a:cubicBezTo>
                  <a:cubicBezTo>
                    <a:pt x="193615" y="152577"/>
                    <a:pt x="194254" y="152577"/>
                    <a:pt x="194254" y="153216"/>
                  </a:cubicBezTo>
                  <a:cubicBezTo>
                    <a:pt x="216619" y="167899"/>
                    <a:pt x="235789" y="180667"/>
                    <a:pt x="254320" y="225355"/>
                  </a:cubicBezTo>
                  <a:cubicBezTo>
                    <a:pt x="254959" y="227270"/>
                    <a:pt x="255597" y="229185"/>
                    <a:pt x="256237" y="231100"/>
                  </a:cubicBezTo>
                  <a:cubicBezTo>
                    <a:pt x="260710" y="243230"/>
                    <a:pt x="265822" y="258551"/>
                    <a:pt x="257515" y="273234"/>
                  </a:cubicBezTo>
                  <a:close/>
                </a:path>
              </a:pathLst>
            </a:custGeom>
            <a:solidFill>
              <a:srgbClr val="00A3E0"/>
            </a:solidFill>
            <a:ln w="6390" cap="flat">
              <a:noFill/>
              <a:prstDash val="solid"/>
              <a:miter/>
            </a:ln>
          </p:spPr>
          <p:txBody>
            <a:bodyPr rtlCol="0" anchor="ctr"/>
            <a:lstStyle/>
            <a:p>
              <a:endParaRPr lang="en-US"/>
            </a:p>
          </p:txBody>
        </p:sp>
        <p:sp>
          <p:nvSpPr>
            <p:cNvPr id="862" name="Graphic 4">
              <a:extLst>
                <a:ext uri="{FF2B5EF4-FFF2-40B4-BE49-F238E27FC236}">
                  <a16:creationId xmlns:a16="http://schemas.microsoft.com/office/drawing/2014/main" id="{62638349-2524-774A-8FD8-0037D466B2BE}"/>
                </a:ext>
              </a:extLst>
            </p:cNvPr>
            <p:cNvSpPr/>
            <p:nvPr/>
          </p:nvSpPr>
          <p:spPr>
            <a:xfrm>
              <a:off x="5311954" y="1633185"/>
              <a:ext cx="37763" cy="44687"/>
            </a:xfrm>
            <a:custGeom>
              <a:avLst/>
              <a:gdLst>
                <a:gd name="connsiteX0" fmla="*/ 31311 w 37763"/>
                <a:gd name="connsiteY0" fmla="*/ 0 h 44687"/>
                <a:gd name="connsiteX1" fmla="*/ 0 w 37763"/>
                <a:gd name="connsiteY1" fmla="*/ 44688 h 44687"/>
                <a:gd name="connsiteX2" fmla="*/ 3834 w 37763"/>
                <a:gd name="connsiteY2" fmla="*/ 44688 h 44687"/>
                <a:gd name="connsiteX3" fmla="*/ 35145 w 37763"/>
                <a:gd name="connsiteY3" fmla="*/ 35750 h 44687"/>
                <a:gd name="connsiteX4" fmla="*/ 32589 w 37763"/>
                <a:gd name="connsiteY4" fmla="*/ 3192 h 44687"/>
                <a:gd name="connsiteX5" fmla="*/ 31311 w 37763"/>
                <a:gd name="connsiteY5" fmla="*/ 0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763" h="44687">
                  <a:moveTo>
                    <a:pt x="31311" y="0"/>
                  </a:moveTo>
                  <a:lnTo>
                    <a:pt x="0" y="44688"/>
                  </a:lnTo>
                  <a:cubicBezTo>
                    <a:pt x="1278" y="44688"/>
                    <a:pt x="2556" y="44688"/>
                    <a:pt x="3834" y="44688"/>
                  </a:cubicBezTo>
                  <a:cubicBezTo>
                    <a:pt x="16614" y="44050"/>
                    <a:pt x="27477" y="44050"/>
                    <a:pt x="35145" y="35750"/>
                  </a:cubicBezTo>
                  <a:cubicBezTo>
                    <a:pt x="40257" y="26174"/>
                    <a:pt x="37062" y="15322"/>
                    <a:pt x="32589" y="3192"/>
                  </a:cubicBezTo>
                  <a:cubicBezTo>
                    <a:pt x="31950" y="1915"/>
                    <a:pt x="31311" y="1277"/>
                    <a:pt x="31311" y="0"/>
                  </a:cubicBezTo>
                  <a:close/>
                </a:path>
              </a:pathLst>
            </a:custGeom>
            <a:solidFill>
              <a:srgbClr val="00A3E0"/>
            </a:solidFill>
            <a:ln w="6390" cap="flat">
              <a:noFill/>
              <a:prstDash val="solid"/>
              <a:miter/>
            </a:ln>
          </p:spPr>
          <p:txBody>
            <a:bodyPr rtlCol="0" anchor="ctr"/>
            <a:lstStyle/>
            <a:p>
              <a:endParaRPr lang="en-US"/>
            </a:p>
          </p:txBody>
        </p:sp>
      </p:grpSp>
      <p:grpSp>
        <p:nvGrpSpPr>
          <p:cNvPr id="863" name="Graphic 4">
            <a:extLst>
              <a:ext uri="{FF2B5EF4-FFF2-40B4-BE49-F238E27FC236}">
                <a16:creationId xmlns:a16="http://schemas.microsoft.com/office/drawing/2014/main" id="{FB02C3B1-FFF3-C04B-9554-DC2B9D743BB8}"/>
              </a:ext>
            </a:extLst>
          </p:cNvPr>
          <p:cNvGrpSpPr>
            <a:grpSpLocks noChangeAspect="1"/>
          </p:cNvGrpSpPr>
          <p:nvPr/>
        </p:nvGrpSpPr>
        <p:grpSpPr>
          <a:xfrm>
            <a:off x="4046108" y="2371173"/>
            <a:ext cx="361670" cy="361333"/>
            <a:chOff x="4046108" y="2371173"/>
            <a:chExt cx="361670" cy="361333"/>
          </a:xfrm>
          <a:solidFill>
            <a:srgbClr val="00A3E0"/>
          </a:solidFill>
        </p:grpSpPr>
        <p:sp>
          <p:nvSpPr>
            <p:cNvPr id="864" name="Graphic 4">
              <a:extLst>
                <a:ext uri="{FF2B5EF4-FFF2-40B4-BE49-F238E27FC236}">
                  <a16:creationId xmlns:a16="http://schemas.microsoft.com/office/drawing/2014/main" id="{C642D16A-AEB2-894E-BD52-24D22CB1E843}"/>
                </a:ext>
              </a:extLst>
            </p:cNvPr>
            <p:cNvSpPr/>
            <p:nvPr/>
          </p:nvSpPr>
          <p:spPr>
            <a:xfrm>
              <a:off x="4233333" y="2466933"/>
              <a:ext cx="33866" cy="15959"/>
            </a:xfrm>
            <a:custGeom>
              <a:avLst/>
              <a:gdLst>
                <a:gd name="connsiteX0" fmla="*/ 0 w 33866"/>
                <a:gd name="connsiteY0" fmla="*/ 15960 h 15959"/>
                <a:gd name="connsiteX1" fmla="*/ 26838 w 33866"/>
                <a:gd name="connsiteY1" fmla="*/ 15960 h 15959"/>
                <a:gd name="connsiteX2" fmla="*/ 33867 w 33866"/>
                <a:gd name="connsiteY2" fmla="*/ 0 h 15959"/>
                <a:gd name="connsiteX3" fmla="*/ 0 w 33866"/>
                <a:gd name="connsiteY3" fmla="*/ 0 h 15959"/>
              </a:gdLst>
              <a:ahLst/>
              <a:cxnLst>
                <a:cxn ang="0">
                  <a:pos x="connsiteX0" y="connsiteY0"/>
                </a:cxn>
                <a:cxn ang="0">
                  <a:pos x="connsiteX1" y="connsiteY1"/>
                </a:cxn>
                <a:cxn ang="0">
                  <a:pos x="connsiteX2" y="connsiteY2"/>
                </a:cxn>
                <a:cxn ang="0">
                  <a:pos x="connsiteX3" y="connsiteY3"/>
                </a:cxn>
              </a:cxnLst>
              <a:rect l="l" t="t" r="r" b="b"/>
              <a:pathLst>
                <a:path w="33866" h="15959">
                  <a:moveTo>
                    <a:pt x="0" y="15960"/>
                  </a:moveTo>
                  <a:lnTo>
                    <a:pt x="26838" y="15960"/>
                  </a:lnTo>
                  <a:lnTo>
                    <a:pt x="33867" y="0"/>
                  </a:lnTo>
                  <a:lnTo>
                    <a:pt x="0" y="0"/>
                  </a:lnTo>
                  <a:close/>
                </a:path>
              </a:pathLst>
            </a:custGeom>
            <a:solidFill>
              <a:srgbClr val="00A3E0"/>
            </a:solidFill>
            <a:ln w="6390" cap="flat">
              <a:noFill/>
              <a:prstDash val="solid"/>
              <a:miter/>
            </a:ln>
          </p:spPr>
          <p:txBody>
            <a:bodyPr rtlCol="0" anchor="ctr"/>
            <a:lstStyle/>
            <a:p>
              <a:endParaRPr lang="en-US"/>
            </a:p>
          </p:txBody>
        </p:sp>
        <p:sp>
          <p:nvSpPr>
            <p:cNvPr id="865" name="Graphic 4">
              <a:extLst>
                <a:ext uri="{FF2B5EF4-FFF2-40B4-BE49-F238E27FC236}">
                  <a16:creationId xmlns:a16="http://schemas.microsoft.com/office/drawing/2014/main" id="{E3566416-5FAB-AA4B-BD1D-C188B292261A}"/>
                </a:ext>
              </a:extLst>
            </p:cNvPr>
            <p:cNvSpPr/>
            <p:nvPr/>
          </p:nvSpPr>
          <p:spPr>
            <a:xfrm>
              <a:off x="4186047" y="2466933"/>
              <a:ext cx="34505" cy="15959"/>
            </a:xfrm>
            <a:custGeom>
              <a:avLst/>
              <a:gdLst>
                <a:gd name="connsiteX0" fmla="*/ 7668 w 34505"/>
                <a:gd name="connsiteY0" fmla="*/ 15960 h 15959"/>
                <a:gd name="connsiteX1" fmla="*/ 34506 w 34505"/>
                <a:gd name="connsiteY1" fmla="*/ 15960 h 15959"/>
                <a:gd name="connsiteX2" fmla="*/ 34506 w 34505"/>
                <a:gd name="connsiteY2" fmla="*/ 0 h 15959"/>
                <a:gd name="connsiteX3" fmla="*/ 0 w 34505"/>
                <a:gd name="connsiteY3" fmla="*/ 0 h 15959"/>
              </a:gdLst>
              <a:ahLst/>
              <a:cxnLst>
                <a:cxn ang="0">
                  <a:pos x="connsiteX0" y="connsiteY0"/>
                </a:cxn>
                <a:cxn ang="0">
                  <a:pos x="connsiteX1" y="connsiteY1"/>
                </a:cxn>
                <a:cxn ang="0">
                  <a:pos x="connsiteX2" y="connsiteY2"/>
                </a:cxn>
                <a:cxn ang="0">
                  <a:pos x="connsiteX3" y="connsiteY3"/>
                </a:cxn>
              </a:cxnLst>
              <a:rect l="l" t="t" r="r" b="b"/>
              <a:pathLst>
                <a:path w="34505" h="15959">
                  <a:moveTo>
                    <a:pt x="7668" y="15960"/>
                  </a:moveTo>
                  <a:lnTo>
                    <a:pt x="34506" y="15960"/>
                  </a:lnTo>
                  <a:lnTo>
                    <a:pt x="34506" y="0"/>
                  </a:lnTo>
                  <a:lnTo>
                    <a:pt x="0" y="0"/>
                  </a:lnTo>
                  <a:close/>
                </a:path>
              </a:pathLst>
            </a:custGeom>
            <a:solidFill>
              <a:srgbClr val="00A3E0"/>
            </a:solidFill>
            <a:ln w="6390" cap="flat">
              <a:noFill/>
              <a:prstDash val="solid"/>
              <a:miter/>
            </a:ln>
          </p:spPr>
          <p:txBody>
            <a:bodyPr rtlCol="0" anchor="ctr"/>
            <a:lstStyle/>
            <a:p>
              <a:endParaRPr lang="en-US"/>
            </a:p>
          </p:txBody>
        </p:sp>
        <p:sp>
          <p:nvSpPr>
            <p:cNvPr id="866" name="Graphic 4">
              <a:extLst>
                <a:ext uri="{FF2B5EF4-FFF2-40B4-BE49-F238E27FC236}">
                  <a16:creationId xmlns:a16="http://schemas.microsoft.com/office/drawing/2014/main" id="{381D124A-CD6D-BF4C-816B-4C02D66A5E7E}"/>
                </a:ext>
              </a:extLst>
            </p:cNvPr>
            <p:cNvSpPr/>
            <p:nvPr/>
          </p:nvSpPr>
          <p:spPr>
            <a:xfrm>
              <a:off x="4274229" y="2466933"/>
              <a:ext cx="38978" cy="15959"/>
            </a:xfrm>
            <a:custGeom>
              <a:avLst/>
              <a:gdLst>
                <a:gd name="connsiteX0" fmla="*/ 24282 w 38978"/>
                <a:gd name="connsiteY0" fmla="*/ 15960 h 15959"/>
                <a:gd name="connsiteX1" fmla="*/ 38978 w 38978"/>
                <a:gd name="connsiteY1" fmla="*/ 0 h 15959"/>
                <a:gd name="connsiteX2" fmla="*/ 7668 w 38978"/>
                <a:gd name="connsiteY2" fmla="*/ 0 h 15959"/>
                <a:gd name="connsiteX3" fmla="*/ 0 w 38978"/>
                <a:gd name="connsiteY3" fmla="*/ 15960 h 15959"/>
              </a:gdLst>
              <a:ahLst/>
              <a:cxnLst>
                <a:cxn ang="0">
                  <a:pos x="connsiteX0" y="connsiteY0"/>
                </a:cxn>
                <a:cxn ang="0">
                  <a:pos x="connsiteX1" y="connsiteY1"/>
                </a:cxn>
                <a:cxn ang="0">
                  <a:pos x="connsiteX2" y="connsiteY2"/>
                </a:cxn>
                <a:cxn ang="0">
                  <a:pos x="connsiteX3" y="connsiteY3"/>
                </a:cxn>
              </a:cxnLst>
              <a:rect l="l" t="t" r="r" b="b"/>
              <a:pathLst>
                <a:path w="38978" h="15959">
                  <a:moveTo>
                    <a:pt x="24282" y="15960"/>
                  </a:moveTo>
                  <a:lnTo>
                    <a:pt x="38978" y="0"/>
                  </a:lnTo>
                  <a:lnTo>
                    <a:pt x="7668" y="0"/>
                  </a:lnTo>
                  <a:lnTo>
                    <a:pt x="0" y="15960"/>
                  </a:lnTo>
                  <a:close/>
                </a:path>
              </a:pathLst>
            </a:custGeom>
            <a:solidFill>
              <a:srgbClr val="00A3E0"/>
            </a:solidFill>
            <a:ln w="6390" cap="flat">
              <a:noFill/>
              <a:prstDash val="solid"/>
              <a:miter/>
            </a:ln>
          </p:spPr>
          <p:txBody>
            <a:bodyPr rtlCol="0" anchor="ctr"/>
            <a:lstStyle/>
            <a:p>
              <a:endParaRPr lang="en-US"/>
            </a:p>
          </p:txBody>
        </p:sp>
        <p:sp>
          <p:nvSpPr>
            <p:cNvPr id="867" name="Graphic 4">
              <a:extLst>
                <a:ext uri="{FF2B5EF4-FFF2-40B4-BE49-F238E27FC236}">
                  <a16:creationId xmlns:a16="http://schemas.microsoft.com/office/drawing/2014/main" id="{26877521-3726-3A43-8164-CC66176ED309}"/>
                </a:ext>
              </a:extLst>
            </p:cNvPr>
            <p:cNvSpPr/>
            <p:nvPr/>
          </p:nvSpPr>
          <p:spPr>
            <a:xfrm>
              <a:off x="4140679" y="2466933"/>
              <a:ext cx="38978" cy="15959"/>
            </a:xfrm>
            <a:custGeom>
              <a:avLst/>
              <a:gdLst>
                <a:gd name="connsiteX0" fmla="*/ 14697 w 38978"/>
                <a:gd name="connsiteY0" fmla="*/ 15960 h 15959"/>
                <a:gd name="connsiteX1" fmla="*/ 38978 w 38978"/>
                <a:gd name="connsiteY1" fmla="*/ 15960 h 15959"/>
                <a:gd name="connsiteX2" fmla="*/ 31311 w 38978"/>
                <a:gd name="connsiteY2" fmla="*/ 0 h 15959"/>
                <a:gd name="connsiteX3" fmla="*/ 0 w 38978"/>
                <a:gd name="connsiteY3" fmla="*/ 0 h 15959"/>
              </a:gdLst>
              <a:ahLst/>
              <a:cxnLst>
                <a:cxn ang="0">
                  <a:pos x="connsiteX0" y="connsiteY0"/>
                </a:cxn>
                <a:cxn ang="0">
                  <a:pos x="connsiteX1" y="connsiteY1"/>
                </a:cxn>
                <a:cxn ang="0">
                  <a:pos x="connsiteX2" y="connsiteY2"/>
                </a:cxn>
                <a:cxn ang="0">
                  <a:pos x="connsiteX3" y="connsiteY3"/>
                </a:cxn>
              </a:cxnLst>
              <a:rect l="l" t="t" r="r" b="b"/>
              <a:pathLst>
                <a:path w="38978" h="15959">
                  <a:moveTo>
                    <a:pt x="14697" y="15960"/>
                  </a:moveTo>
                  <a:lnTo>
                    <a:pt x="38978" y="15960"/>
                  </a:lnTo>
                  <a:lnTo>
                    <a:pt x="31311" y="0"/>
                  </a:lnTo>
                  <a:lnTo>
                    <a:pt x="0" y="0"/>
                  </a:lnTo>
                  <a:close/>
                </a:path>
              </a:pathLst>
            </a:custGeom>
            <a:solidFill>
              <a:srgbClr val="00A3E0"/>
            </a:solidFill>
            <a:ln w="6390" cap="flat">
              <a:noFill/>
              <a:prstDash val="solid"/>
              <a:miter/>
            </a:ln>
          </p:spPr>
          <p:txBody>
            <a:bodyPr rtlCol="0" anchor="ctr"/>
            <a:lstStyle/>
            <a:p>
              <a:endParaRPr lang="en-US"/>
            </a:p>
          </p:txBody>
        </p:sp>
        <p:sp>
          <p:nvSpPr>
            <p:cNvPr id="868" name="Graphic 4">
              <a:extLst>
                <a:ext uri="{FF2B5EF4-FFF2-40B4-BE49-F238E27FC236}">
                  <a16:creationId xmlns:a16="http://schemas.microsoft.com/office/drawing/2014/main" id="{3745BAA4-842D-F348-941E-D7BF3FDA0B2B}"/>
                </a:ext>
              </a:extLst>
            </p:cNvPr>
            <p:cNvSpPr/>
            <p:nvPr/>
          </p:nvSpPr>
          <p:spPr>
            <a:xfrm>
              <a:off x="4131733" y="2514174"/>
              <a:ext cx="14697" cy="28727"/>
            </a:xfrm>
            <a:custGeom>
              <a:avLst/>
              <a:gdLst>
                <a:gd name="connsiteX0" fmla="*/ 14697 w 14697"/>
                <a:gd name="connsiteY0" fmla="*/ 7022 h 28727"/>
                <a:gd name="connsiteX1" fmla="*/ 0 w 14697"/>
                <a:gd name="connsiteY1" fmla="*/ 0 h 28727"/>
                <a:gd name="connsiteX2" fmla="*/ 0 w 14697"/>
                <a:gd name="connsiteY2" fmla="*/ 28728 h 28727"/>
                <a:gd name="connsiteX3" fmla="*/ 14697 w 14697"/>
                <a:gd name="connsiteY3" fmla="*/ 26813 h 28727"/>
              </a:gdLst>
              <a:ahLst/>
              <a:cxnLst>
                <a:cxn ang="0">
                  <a:pos x="connsiteX0" y="connsiteY0"/>
                </a:cxn>
                <a:cxn ang="0">
                  <a:pos x="connsiteX1" y="connsiteY1"/>
                </a:cxn>
                <a:cxn ang="0">
                  <a:pos x="connsiteX2" y="connsiteY2"/>
                </a:cxn>
                <a:cxn ang="0">
                  <a:pos x="connsiteX3" y="connsiteY3"/>
                </a:cxn>
              </a:cxnLst>
              <a:rect l="l" t="t" r="r" b="b"/>
              <a:pathLst>
                <a:path w="14697" h="28727">
                  <a:moveTo>
                    <a:pt x="14697" y="7022"/>
                  </a:moveTo>
                  <a:lnTo>
                    <a:pt x="0" y="0"/>
                  </a:lnTo>
                  <a:lnTo>
                    <a:pt x="0" y="28728"/>
                  </a:lnTo>
                  <a:lnTo>
                    <a:pt x="14697" y="26813"/>
                  </a:lnTo>
                  <a:close/>
                </a:path>
              </a:pathLst>
            </a:custGeom>
            <a:solidFill>
              <a:srgbClr val="00A3E0"/>
            </a:solidFill>
            <a:ln w="6390" cap="flat">
              <a:noFill/>
              <a:prstDash val="solid"/>
              <a:miter/>
            </a:ln>
          </p:spPr>
          <p:txBody>
            <a:bodyPr rtlCol="0" anchor="ctr"/>
            <a:lstStyle/>
            <a:p>
              <a:endParaRPr lang="en-US"/>
            </a:p>
          </p:txBody>
        </p:sp>
        <p:sp>
          <p:nvSpPr>
            <p:cNvPr id="869" name="Graphic 4">
              <a:extLst>
                <a:ext uri="{FF2B5EF4-FFF2-40B4-BE49-F238E27FC236}">
                  <a16:creationId xmlns:a16="http://schemas.microsoft.com/office/drawing/2014/main" id="{0FCB5C0C-FC8A-A445-B59D-9F61AC04CFA8}"/>
                </a:ext>
              </a:extLst>
            </p:cNvPr>
            <p:cNvSpPr/>
            <p:nvPr/>
          </p:nvSpPr>
          <p:spPr>
            <a:xfrm>
              <a:off x="4159210" y="2495661"/>
              <a:ext cx="24281" cy="15321"/>
            </a:xfrm>
            <a:custGeom>
              <a:avLst/>
              <a:gdLst>
                <a:gd name="connsiteX0" fmla="*/ 0 w 24281"/>
                <a:gd name="connsiteY0" fmla="*/ 0 h 15321"/>
                <a:gd name="connsiteX1" fmla="*/ 24282 w 24281"/>
                <a:gd name="connsiteY1" fmla="*/ 0 h 15321"/>
                <a:gd name="connsiteX2" fmla="*/ 24282 w 24281"/>
                <a:gd name="connsiteY2" fmla="*/ 15321 h 15321"/>
                <a:gd name="connsiteX3" fmla="*/ 0 w 24281"/>
                <a:gd name="connsiteY3" fmla="*/ 15321 h 15321"/>
              </a:gdLst>
              <a:ahLst/>
              <a:cxnLst>
                <a:cxn ang="0">
                  <a:pos x="connsiteX0" y="connsiteY0"/>
                </a:cxn>
                <a:cxn ang="0">
                  <a:pos x="connsiteX1" y="connsiteY1"/>
                </a:cxn>
                <a:cxn ang="0">
                  <a:pos x="connsiteX2" y="connsiteY2"/>
                </a:cxn>
                <a:cxn ang="0">
                  <a:pos x="connsiteX3" y="connsiteY3"/>
                </a:cxn>
              </a:cxnLst>
              <a:rect l="l" t="t" r="r" b="b"/>
              <a:pathLst>
                <a:path w="24281" h="15321">
                  <a:moveTo>
                    <a:pt x="0" y="0"/>
                  </a:moveTo>
                  <a:lnTo>
                    <a:pt x="24282" y="0"/>
                  </a:lnTo>
                  <a:lnTo>
                    <a:pt x="24282" y="15321"/>
                  </a:lnTo>
                  <a:lnTo>
                    <a:pt x="0" y="15321"/>
                  </a:lnTo>
                  <a:close/>
                </a:path>
              </a:pathLst>
            </a:custGeom>
            <a:solidFill>
              <a:srgbClr val="00A3E0"/>
            </a:solidFill>
            <a:ln w="6390" cap="flat">
              <a:noFill/>
              <a:prstDash val="solid"/>
              <a:miter/>
            </a:ln>
          </p:spPr>
          <p:txBody>
            <a:bodyPr rtlCol="0" anchor="ctr"/>
            <a:lstStyle/>
            <a:p>
              <a:endParaRPr lang="en-US"/>
            </a:p>
          </p:txBody>
        </p:sp>
        <p:sp>
          <p:nvSpPr>
            <p:cNvPr id="870" name="Graphic 4">
              <a:extLst>
                <a:ext uri="{FF2B5EF4-FFF2-40B4-BE49-F238E27FC236}">
                  <a16:creationId xmlns:a16="http://schemas.microsoft.com/office/drawing/2014/main" id="{E0E21145-6424-FA41-8C41-0247B9EA1936}"/>
                </a:ext>
              </a:extLst>
            </p:cNvPr>
            <p:cNvSpPr/>
            <p:nvPr/>
          </p:nvSpPr>
          <p:spPr>
            <a:xfrm>
              <a:off x="4199466" y="2585675"/>
              <a:ext cx="35783" cy="19151"/>
            </a:xfrm>
            <a:custGeom>
              <a:avLst/>
              <a:gdLst>
                <a:gd name="connsiteX0" fmla="*/ 0 w 35783"/>
                <a:gd name="connsiteY0" fmla="*/ 2554 h 19151"/>
                <a:gd name="connsiteX1" fmla="*/ 9585 w 35783"/>
                <a:gd name="connsiteY1" fmla="*/ 17237 h 19151"/>
                <a:gd name="connsiteX2" fmla="*/ 26838 w 35783"/>
                <a:gd name="connsiteY2" fmla="*/ 19152 h 19151"/>
                <a:gd name="connsiteX3" fmla="*/ 34505 w 35783"/>
                <a:gd name="connsiteY3" fmla="*/ 8938 h 19151"/>
                <a:gd name="connsiteX4" fmla="*/ 35783 w 35783"/>
                <a:gd name="connsiteY4" fmla="*/ 7022 h 19151"/>
                <a:gd name="connsiteX5" fmla="*/ 13419 w 35783"/>
                <a:gd name="connsiteY5" fmla="*/ 0 h 19151"/>
                <a:gd name="connsiteX6" fmla="*/ 5751 w 35783"/>
                <a:gd name="connsiteY6" fmla="*/ 638 h 19151"/>
                <a:gd name="connsiteX7" fmla="*/ 0 w 35783"/>
                <a:gd name="connsiteY7" fmla="*/ 2554 h 19151"/>
                <a:gd name="connsiteX8" fmla="*/ 0 w 35783"/>
                <a:gd name="connsiteY8" fmla="*/ 2554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783" h="19151">
                  <a:moveTo>
                    <a:pt x="0" y="2554"/>
                  </a:moveTo>
                  <a:cubicBezTo>
                    <a:pt x="3195" y="6384"/>
                    <a:pt x="7029" y="12768"/>
                    <a:pt x="9585" y="17237"/>
                  </a:cubicBezTo>
                  <a:cubicBezTo>
                    <a:pt x="14697" y="17237"/>
                    <a:pt x="21087" y="17875"/>
                    <a:pt x="26838" y="19152"/>
                  </a:cubicBezTo>
                  <a:cubicBezTo>
                    <a:pt x="29394" y="15960"/>
                    <a:pt x="33228" y="11491"/>
                    <a:pt x="34505" y="8938"/>
                  </a:cubicBezTo>
                  <a:cubicBezTo>
                    <a:pt x="35145" y="8299"/>
                    <a:pt x="35145" y="7661"/>
                    <a:pt x="35783" y="7022"/>
                  </a:cubicBezTo>
                  <a:cubicBezTo>
                    <a:pt x="29394" y="2554"/>
                    <a:pt x="21726" y="0"/>
                    <a:pt x="13419" y="0"/>
                  </a:cubicBezTo>
                  <a:cubicBezTo>
                    <a:pt x="10863" y="0"/>
                    <a:pt x="8307" y="0"/>
                    <a:pt x="5751" y="638"/>
                  </a:cubicBezTo>
                  <a:cubicBezTo>
                    <a:pt x="3834" y="1277"/>
                    <a:pt x="1917" y="1915"/>
                    <a:pt x="0" y="2554"/>
                  </a:cubicBezTo>
                  <a:cubicBezTo>
                    <a:pt x="0" y="2554"/>
                    <a:pt x="0" y="2554"/>
                    <a:pt x="0" y="2554"/>
                  </a:cubicBezTo>
                  <a:close/>
                </a:path>
              </a:pathLst>
            </a:custGeom>
            <a:solidFill>
              <a:srgbClr val="00A3E0"/>
            </a:solidFill>
            <a:ln w="6390" cap="flat">
              <a:noFill/>
              <a:prstDash val="solid"/>
              <a:miter/>
            </a:ln>
          </p:spPr>
          <p:txBody>
            <a:bodyPr rtlCol="0" anchor="ctr"/>
            <a:lstStyle/>
            <a:p>
              <a:endParaRPr lang="en-US"/>
            </a:p>
          </p:txBody>
        </p:sp>
        <p:sp>
          <p:nvSpPr>
            <p:cNvPr id="871" name="Graphic 4">
              <a:extLst>
                <a:ext uri="{FF2B5EF4-FFF2-40B4-BE49-F238E27FC236}">
                  <a16:creationId xmlns:a16="http://schemas.microsoft.com/office/drawing/2014/main" id="{C096400C-5B8A-5542-A5E4-7768235FB72E}"/>
                </a:ext>
              </a:extLst>
            </p:cNvPr>
            <p:cNvSpPr/>
            <p:nvPr/>
          </p:nvSpPr>
          <p:spPr>
            <a:xfrm>
              <a:off x="4203300" y="2615429"/>
              <a:ext cx="22364" cy="22594"/>
            </a:xfrm>
            <a:custGeom>
              <a:avLst/>
              <a:gdLst>
                <a:gd name="connsiteX0" fmla="*/ 20448 w 22364"/>
                <a:gd name="connsiteY0" fmla="*/ 1527 h 22594"/>
                <a:gd name="connsiteX1" fmla="*/ 6390 w 22364"/>
                <a:gd name="connsiteY1" fmla="*/ 250 h 22594"/>
                <a:gd name="connsiteX2" fmla="*/ 1278 w 22364"/>
                <a:gd name="connsiteY2" fmla="*/ 11103 h 22594"/>
                <a:gd name="connsiteX3" fmla="*/ 0 w 22364"/>
                <a:gd name="connsiteY3" fmla="*/ 13657 h 22594"/>
                <a:gd name="connsiteX4" fmla="*/ 9585 w 22364"/>
                <a:gd name="connsiteY4" fmla="*/ 22594 h 22594"/>
                <a:gd name="connsiteX5" fmla="*/ 22365 w 22364"/>
                <a:gd name="connsiteY5" fmla="*/ 15572 h 22594"/>
                <a:gd name="connsiteX6" fmla="*/ 20448 w 22364"/>
                <a:gd name="connsiteY6" fmla="*/ 1527 h 2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64" h="22594">
                  <a:moveTo>
                    <a:pt x="20448" y="1527"/>
                  </a:moveTo>
                  <a:cubicBezTo>
                    <a:pt x="15336" y="250"/>
                    <a:pt x="9585" y="-388"/>
                    <a:pt x="6390" y="250"/>
                  </a:cubicBezTo>
                  <a:cubicBezTo>
                    <a:pt x="4473" y="3442"/>
                    <a:pt x="3195" y="7911"/>
                    <a:pt x="1278" y="11103"/>
                  </a:cubicBezTo>
                  <a:cubicBezTo>
                    <a:pt x="639" y="11742"/>
                    <a:pt x="639" y="13018"/>
                    <a:pt x="0" y="13657"/>
                  </a:cubicBezTo>
                  <a:cubicBezTo>
                    <a:pt x="2556" y="16849"/>
                    <a:pt x="7029" y="20679"/>
                    <a:pt x="9585" y="22594"/>
                  </a:cubicBezTo>
                  <a:cubicBezTo>
                    <a:pt x="12780" y="21318"/>
                    <a:pt x="18531" y="18126"/>
                    <a:pt x="22365" y="15572"/>
                  </a:cubicBezTo>
                  <a:cubicBezTo>
                    <a:pt x="22365" y="12380"/>
                    <a:pt x="21087" y="5996"/>
                    <a:pt x="20448" y="1527"/>
                  </a:cubicBezTo>
                  <a:close/>
                </a:path>
              </a:pathLst>
            </a:custGeom>
            <a:solidFill>
              <a:srgbClr val="00A3E0"/>
            </a:solidFill>
            <a:ln w="6390" cap="flat">
              <a:noFill/>
              <a:prstDash val="solid"/>
              <a:miter/>
            </a:ln>
          </p:spPr>
          <p:txBody>
            <a:bodyPr rtlCol="0" anchor="ctr"/>
            <a:lstStyle/>
            <a:p>
              <a:endParaRPr lang="en-US"/>
            </a:p>
          </p:txBody>
        </p:sp>
        <p:sp>
          <p:nvSpPr>
            <p:cNvPr id="872" name="Graphic 4">
              <a:extLst>
                <a:ext uri="{FF2B5EF4-FFF2-40B4-BE49-F238E27FC236}">
                  <a16:creationId xmlns:a16="http://schemas.microsoft.com/office/drawing/2014/main" id="{916296A2-55B8-9348-9FFB-5178725E3F76}"/>
                </a:ext>
              </a:extLst>
            </p:cNvPr>
            <p:cNvSpPr/>
            <p:nvPr/>
          </p:nvSpPr>
          <p:spPr>
            <a:xfrm>
              <a:off x="4235889" y="2600358"/>
              <a:ext cx="16226" cy="33835"/>
            </a:xfrm>
            <a:custGeom>
              <a:avLst/>
              <a:gdLst>
                <a:gd name="connsiteX0" fmla="*/ 0 w 16226"/>
                <a:gd name="connsiteY0" fmla="*/ 12768 h 33835"/>
                <a:gd name="connsiteX1" fmla="*/ 3195 w 16226"/>
                <a:gd name="connsiteY1" fmla="*/ 30005 h 33835"/>
                <a:gd name="connsiteX2" fmla="*/ 14058 w 16226"/>
                <a:gd name="connsiteY2" fmla="*/ 33835 h 33835"/>
                <a:gd name="connsiteX3" fmla="*/ 14697 w 16226"/>
                <a:gd name="connsiteY3" fmla="*/ 33835 h 33835"/>
                <a:gd name="connsiteX4" fmla="*/ 15336 w 16226"/>
                <a:gd name="connsiteY4" fmla="*/ 14683 h 33835"/>
                <a:gd name="connsiteX5" fmla="*/ 8946 w 16226"/>
                <a:gd name="connsiteY5" fmla="*/ 0 h 33835"/>
                <a:gd name="connsiteX6" fmla="*/ 0 w 16226"/>
                <a:gd name="connsiteY6" fmla="*/ 12768 h 33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26" h="33835">
                  <a:moveTo>
                    <a:pt x="0" y="12768"/>
                  </a:moveTo>
                  <a:cubicBezTo>
                    <a:pt x="639" y="17237"/>
                    <a:pt x="2556" y="24897"/>
                    <a:pt x="3195" y="30005"/>
                  </a:cubicBezTo>
                  <a:cubicBezTo>
                    <a:pt x="5751" y="31281"/>
                    <a:pt x="9585" y="32558"/>
                    <a:pt x="14058" y="33835"/>
                  </a:cubicBezTo>
                  <a:cubicBezTo>
                    <a:pt x="14058" y="33835"/>
                    <a:pt x="14058" y="33835"/>
                    <a:pt x="14697" y="33835"/>
                  </a:cubicBezTo>
                  <a:cubicBezTo>
                    <a:pt x="16614" y="27451"/>
                    <a:pt x="16614" y="21067"/>
                    <a:pt x="15336" y="14683"/>
                  </a:cubicBezTo>
                  <a:cubicBezTo>
                    <a:pt x="14058" y="9576"/>
                    <a:pt x="12141" y="4469"/>
                    <a:pt x="8946" y="0"/>
                  </a:cubicBezTo>
                  <a:cubicBezTo>
                    <a:pt x="6390" y="5107"/>
                    <a:pt x="3195" y="9576"/>
                    <a:pt x="0" y="12768"/>
                  </a:cubicBezTo>
                  <a:close/>
                </a:path>
              </a:pathLst>
            </a:custGeom>
            <a:solidFill>
              <a:srgbClr val="00A3E0"/>
            </a:solidFill>
            <a:ln w="6390" cap="flat">
              <a:noFill/>
              <a:prstDash val="solid"/>
              <a:miter/>
            </a:ln>
          </p:spPr>
          <p:txBody>
            <a:bodyPr rtlCol="0" anchor="ctr"/>
            <a:lstStyle/>
            <a:p>
              <a:endParaRPr lang="en-US"/>
            </a:p>
          </p:txBody>
        </p:sp>
        <p:sp>
          <p:nvSpPr>
            <p:cNvPr id="873" name="Graphic 4">
              <a:extLst>
                <a:ext uri="{FF2B5EF4-FFF2-40B4-BE49-F238E27FC236}">
                  <a16:creationId xmlns:a16="http://schemas.microsoft.com/office/drawing/2014/main" id="{887A4194-D2EA-A34E-A3D5-D19CB1896F27}"/>
                </a:ext>
              </a:extLst>
            </p:cNvPr>
            <p:cNvSpPr/>
            <p:nvPr/>
          </p:nvSpPr>
          <p:spPr>
            <a:xfrm>
              <a:off x="4196271" y="2495661"/>
              <a:ext cx="24281" cy="15321"/>
            </a:xfrm>
            <a:custGeom>
              <a:avLst/>
              <a:gdLst>
                <a:gd name="connsiteX0" fmla="*/ 0 w 24281"/>
                <a:gd name="connsiteY0" fmla="*/ 0 h 15321"/>
                <a:gd name="connsiteX1" fmla="*/ 24282 w 24281"/>
                <a:gd name="connsiteY1" fmla="*/ 0 h 15321"/>
                <a:gd name="connsiteX2" fmla="*/ 24282 w 24281"/>
                <a:gd name="connsiteY2" fmla="*/ 15321 h 15321"/>
                <a:gd name="connsiteX3" fmla="*/ 0 w 24281"/>
                <a:gd name="connsiteY3" fmla="*/ 15321 h 15321"/>
              </a:gdLst>
              <a:ahLst/>
              <a:cxnLst>
                <a:cxn ang="0">
                  <a:pos x="connsiteX0" y="connsiteY0"/>
                </a:cxn>
                <a:cxn ang="0">
                  <a:pos x="connsiteX1" y="connsiteY1"/>
                </a:cxn>
                <a:cxn ang="0">
                  <a:pos x="connsiteX2" y="connsiteY2"/>
                </a:cxn>
                <a:cxn ang="0">
                  <a:pos x="connsiteX3" y="connsiteY3"/>
                </a:cxn>
              </a:cxnLst>
              <a:rect l="l" t="t" r="r" b="b"/>
              <a:pathLst>
                <a:path w="24281" h="15321">
                  <a:moveTo>
                    <a:pt x="0" y="0"/>
                  </a:moveTo>
                  <a:lnTo>
                    <a:pt x="24282" y="0"/>
                  </a:lnTo>
                  <a:lnTo>
                    <a:pt x="24282" y="15321"/>
                  </a:lnTo>
                  <a:lnTo>
                    <a:pt x="0" y="15321"/>
                  </a:lnTo>
                  <a:close/>
                </a:path>
              </a:pathLst>
            </a:custGeom>
            <a:solidFill>
              <a:srgbClr val="00A3E0"/>
            </a:solidFill>
            <a:ln w="6390" cap="flat">
              <a:noFill/>
              <a:prstDash val="solid"/>
              <a:miter/>
            </a:ln>
          </p:spPr>
          <p:txBody>
            <a:bodyPr rtlCol="0" anchor="ctr"/>
            <a:lstStyle/>
            <a:p>
              <a:endParaRPr lang="en-US"/>
            </a:p>
          </p:txBody>
        </p:sp>
        <p:sp>
          <p:nvSpPr>
            <p:cNvPr id="874" name="Graphic 4">
              <a:extLst>
                <a:ext uri="{FF2B5EF4-FFF2-40B4-BE49-F238E27FC236}">
                  <a16:creationId xmlns:a16="http://schemas.microsoft.com/office/drawing/2014/main" id="{3E804995-D37A-FF46-A65F-B1B7F8B8704C}"/>
                </a:ext>
              </a:extLst>
            </p:cNvPr>
            <p:cNvSpPr/>
            <p:nvPr/>
          </p:nvSpPr>
          <p:spPr>
            <a:xfrm>
              <a:off x="4215441" y="2642492"/>
              <a:ext cx="28754" cy="20428"/>
            </a:xfrm>
            <a:custGeom>
              <a:avLst/>
              <a:gdLst>
                <a:gd name="connsiteX0" fmla="*/ 17892 w 28754"/>
                <a:gd name="connsiteY0" fmla="*/ 0 h 20428"/>
                <a:gd name="connsiteX1" fmla="*/ 3195 w 28754"/>
                <a:gd name="connsiteY1" fmla="*/ 8299 h 20428"/>
                <a:gd name="connsiteX2" fmla="*/ 0 w 28754"/>
                <a:gd name="connsiteY2" fmla="*/ 20429 h 20428"/>
                <a:gd name="connsiteX3" fmla="*/ 5751 w 28754"/>
                <a:gd name="connsiteY3" fmla="*/ 19790 h 20428"/>
                <a:gd name="connsiteX4" fmla="*/ 28755 w 28754"/>
                <a:gd name="connsiteY4" fmla="*/ 4469 h 20428"/>
                <a:gd name="connsiteX5" fmla="*/ 17892 w 28754"/>
                <a:gd name="connsiteY5" fmla="*/ 0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754" h="20428">
                  <a:moveTo>
                    <a:pt x="17892" y="0"/>
                  </a:moveTo>
                  <a:cubicBezTo>
                    <a:pt x="14058" y="2554"/>
                    <a:pt x="8307" y="6384"/>
                    <a:pt x="3195" y="8299"/>
                  </a:cubicBezTo>
                  <a:cubicBezTo>
                    <a:pt x="2556" y="12768"/>
                    <a:pt x="1278" y="17237"/>
                    <a:pt x="0" y="20429"/>
                  </a:cubicBezTo>
                  <a:cubicBezTo>
                    <a:pt x="1917" y="20429"/>
                    <a:pt x="3834" y="20429"/>
                    <a:pt x="5751" y="19790"/>
                  </a:cubicBezTo>
                  <a:cubicBezTo>
                    <a:pt x="15336" y="17875"/>
                    <a:pt x="23643" y="12130"/>
                    <a:pt x="28755" y="4469"/>
                  </a:cubicBezTo>
                  <a:cubicBezTo>
                    <a:pt x="26199" y="3192"/>
                    <a:pt x="21726" y="1915"/>
                    <a:pt x="17892" y="0"/>
                  </a:cubicBezTo>
                  <a:close/>
                </a:path>
              </a:pathLst>
            </a:custGeom>
            <a:solidFill>
              <a:srgbClr val="00A3E0"/>
            </a:solidFill>
            <a:ln w="6390" cap="flat">
              <a:noFill/>
              <a:prstDash val="solid"/>
              <a:miter/>
            </a:ln>
          </p:spPr>
          <p:txBody>
            <a:bodyPr rtlCol="0" anchor="ctr"/>
            <a:lstStyle/>
            <a:p>
              <a:endParaRPr lang="en-US"/>
            </a:p>
          </p:txBody>
        </p:sp>
        <p:sp>
          <p:nvSpPr>
            <p:cNvPr id="875" name="Graphic 4">
              <a:extLst>
                <a:ext uri="{FF2B5EF4-FFF2-40B4-BE49-F238E27FC236}">
                  <a16:creationId xmlns:a16="http://schemas.microsoft.com/office/drawing/2014/main" id="{B5945ED3-744F-394F-B964-04D394CB6019}"/>
                </a:ext>
              </a:extLst>
            </p:cNvPr>
            <p:cNvSpPr/>
            <p:nvPr/>
          </p:nvSpPr>
          <p:spPr>
            <a:xfrm>
              <a:off x="4174492" y="2593336"/>
              <a:ext cx="24335" cy="33196"/>
            </a:xfrm>
            <a:custGeom>
              <a:avLst/>
              <a:gdLst>
                <a:gd name="connsiteX0" fmla="*/ 2610 w 24335"/>
                <a:gd name="connsiteY0" fmla="*/ 33197 h 33196"/>
                <a:gd name="connsiteX1" fmla="*/ 17306 w 24335"/>
                <a:gd name="connsiteY1" fmla="*/ 31281 h 33196"/>
                <a:gd name="connsiteX2" fmla="*/ 18584 w 24335"/>
                <a:gd name="connsiteY2" fmla="*/ 28089 h 33196"/>
                <a:gd name="connsiteX3" fmla="*/ 24335 w 24335"/>
                <a:gd name="connsiteY3" fmla="*/ 15322 h 33196"/>
                <a:gd name="connsiteX4" fmla="*/ 15389 w 24335"/>
                <a:gd name="connsiteY4" fmla="*/ 1915 h 33196"/>
                <a:gd name="connsiteX5" fmla="*/ 14111 w 24335"/>
                <a:gd name="connsiteY5" fmla="*/ 0 h 33196"/>
                <a:gd name="connsiteX6" fmla="*/ 53 w 24335"/>
                <a:gd name="connsiteY6" fmla="*/ 32558 h 33196"/>
                <a:gd name="connsiteX7" fmla="*/ 2610 w 24335"/>
                <a:gd name="connsiteY7" fmla="*/ 33197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5" h="33196">
                  <a:moveTo>
                    <a:pt x="2610" y="33197"/>
                  </a:moveTo>
                  <a:cubicBezTo>
                    <a:pt x="4526" y="33197"/>
                    <a:pt x="12194" y="32558"/>
                    <a:pt x="17306" y="31281"/>
                  </a:cubicBezTo>
                  <a:cubicBezTo>
                    <a:pt x="17945" y="30643"/>
                    <a:pt x="17945" y="29366"/>
                    <a:pt x="18584" y="28089"/>
                  </a:cubicBezTo>
                  <a:cubicBezTo>
                    <a:pt x="20501" y="23621"/>
                    <a:pt x="22418" y="19152"/>
                    <a:pt x="24335" y="15322"/>
                  </a:cubicBezTo>
                  <a:cubicBezTo>
                    <a:pt x="22418" y="11491"/>
                    <a:pt x="18584" y="5746"/>
                    <a:pt x="15389" y="1915"/>
                  </a:cubicBezTo>
                  <a:cubicBezTo>
                    <a:pt x="14750" y="1277"/>
                    <a:pt x="14750" y="638"/>
                    <a:pt x="14111" y="0"/>
                  </a:cubicBezTo>
                  <a:cubicBezTo>
                    <a:pt x="4526" y="7661"/>
                    <a:pt x="-585" y="19790"/>
                    <a:pt x="53" y="32558"/>
                  </a:cubicBezTo>
                  <a:cubicBezTo>
                    <a:pt x="1332" y="33197"/>
                    <a:pt x="1970" y="33197"/>
                    <a:pt x="2610" y="33197"/>
                  </a:cubicBezTo>
                  <a:close/>
                </a:path>
              </a:pathLst>
            </a:custGeom>
            <a:solidFill>
              <a:srgbClr val="00A3E0"/>
            </a:solidFill>
            <a:ln w="6390" cap="flat">
              <a:noFill/>
              <a:prstDash val="solid"/>
              <a:miter/>
            </a:ln>
          </p:spPr>
          <p:txBody>
            <a:bodyPr rtlCol="0" anchor="ctr"/>
            <a:lstStyle/>
            <a:p>
              <a:endParaRPr lang="en-US"/>
            </a:p>
          </p:txBody>
        </p:sp>
        <p:sp>
          <p:nvSpPr>
            <p:cNvPr id="876" name="Graphic 4">
              <a:extLst>
                <a:ext uri="{FF2B5EF4-FFF2-40B4-BE49-F238E27FC236}">
                  <a16:creationId xmlns:a16="http://schemas.microsoft.com/office/drawing/2014/main" id="{68CCFE0C-F47D-664B-8E07-0EF82B080FDD}"/>
                </a:ext>
              </a:extLst>
            </p:cNvPr>
            <p:cNvSpPr/>
            <p:nvPr/>
          </p:nvSpPr>
          <p:spPr>
            <a:xfrm>
              <a:off x="4178380" y="2638024"/>
              <a:ext cx="27476" cy="22982"/>
            </a:xfrm>
            <a:custGeom>
              <a:avLst/>
              <a:gdLst>
                <a:gd name="connsiteX0" fmla="*/ 24282 w 27476"/>
                <a:gd name="connsiteY0" fmla="*/ 22982 h 22982"/>
                <a:gd name="connsiteX1" fmla="*/ 27477 w 27476"/>
                <a:gd name="connsiteY1" fmla="*/ 10853 h 22982"/>
                <a:gd name="connsiteX2" fmla="*/ 15975 w 27476"/>
                <a:gd name="connsiteY2" fmla="*/ 0 h 22982"/>
                <a:gd name="connsiteX3" fmla="*/ 0 w 27476"/>
                <a:gd name="connsiteY3" fmla="*/ 1915 h 22982"/>
                <a:gd name="connsiteX4" fmla="*/ 14058 w 27476"/>
                <a:gd name="connsiteY4" fmla="*/ 18514 h 22982"/>
                <a:gd name="connsiteX5" fmla="*/ 24282 w 27476"/>
                <a:gd name="connsiteY5" fmla="*/ 22982 h 22982"/>
                <a:gd name="connsiteX6" fmla="*/ 24282 w 27476"/>
                <a:gd name="connsiteY6" fmla="*/ 22982 h 2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76" h="22982">
                  <a:moveTo>
                    <a:pt x="24282" y="22982"/>
                  </a:moveTo>
                  <a:cubicBezTo>
                    <a:pt x="25560" y="20429"/>
                    <a:pt x="26837" y="14683"/>
                    <a:pt x="27477" y="10853"/>
                  </a:cubicBezTo>
                  <a:cubicBezTo>
                    <a:pt x="23642" y="7661"/>
                    <a:pt x="19170" y="3830"/>
                    <a:pt x="15975" y="0"/>
                  </a:cubicBezTo>
                  <a:cubicBezTo>
                    <a:pt x="11502" y="1277"/>
                    <a:pt x="4473" y="1915"/>
                    <a:pt x="0" y="1915"/>
                  </a:cubicBezTo>
                  <a:cubicBezTo>
                    <a:pt x="3195" y="8938"/>
                    <a:pt x="7668" y="14683"/>
                    <a:pt x="14058" y="18514"/>
                  </a:cubicBezTo>
                  <a:cubicBezTo>
                    <a:pt x="16614" y="20429"/>
                    <a:pt x="20447" y="21706"/>
                    <a:pt x="24282" y="22982"/>
                  </a:cubicBezTo>
                  <a:cubicBezTo>
                    <a:pt x="24282" y="22982"/>
                    <a:pt x="24282" y="22982"/>
                    <a:pt x="24282" y="22982"/>
                  </a:cubicBezTo>
                  <a:close/>
                </a:path>
              </a:pathLst>
            </a:custGeom>
            <a:solidFill>
              <a:srgbClr val="00A3E0"/>
            </a:solidFill>
            <a:ln w="6390" cap="flat">
              <a:noFill/>
              <a:prstDash val="solid"/>
              <a:miter/>
            </a:ln>
          </p:spPr>
          <p:txBody>
            <a:bodyPr rtlCol="0" anchor="ctr"/>
            <a:lstStyle/>
            <a:p>
              <a:endParaRPr lang="en-US"/>
            </a:p>
          </p:txBody>
        </p:sp>
        <p:sp>
          <p:nvSpPr>
            <p:cNvPr id="877" name="Graphic 4">
              <a:extLst>
                <a:ext uri="{FF2B5EF4-FFF2-40B4-BE49-F238E27FC236}">
                  <a16:creationId xmlns:a16="http://schemas.microsoft.com/office/drawing/2014/main" id="{FCD6B27C-8697-D340-981B-BC8CFF421D9E}"/>
                </a:ext>
              </a:extLst>
            </p:cNvPr>
            <p:cNvSpPr/>
            <p:nvPr/>
          </p:nvSpPr>
          <p:spPr>
            <a:xfrm>
              <a:off x="4131733" y="2476509"/>
              <a:ext cx="14697" cy="30643"/>
            </a:xfrm>
            <a:custGeom>
              <a:avLst/>
              <a:gdLst>
                <a:gd name="connsiteX0" fmla="*/ 14697 w 14697"/>
                <a:gd name="connsiteY0" fmla="*/ 30643 h 30643"/>
                <a:gd name="connsiteX1" fmla="*/ 14697 w 14697"/>
                <a:gd name="connsiteY1" fmla="*/ 15322 h 30643"/>
                <a:gd name="connsiteX2" fmla="*/ 0 w 14697"/>
                <a:gd name="connsiteY2" fmla="*/ 0 h 30643"/>
                <a:gd name="connsiteX3" fmla="*/ 0 w 14697"/>
                <a:gd name="connsiteY3" fmla="*/ 23621 h 30643"/>
              </a:gdLst>
              <a:ahLst/>
              <a:cxnLst>
                <a:cxn ang="0">
                  <a:pos x="connsiteX0" y="connsiteY0"/>
                </a:cxn>
                <a:cxn ang="0">
                  <a:pos x="connsiteX1" y="connsiteY1"/>
                </a:cxn>
                <a:cxn ang="0">
                  <a:pos x="connsiteX2" y="connsiteY2"/>
                </a:cxn>
                <a:cxn ang="0">
                  <a:pos x="connsiteX3" y="connsiteY3"/>
                </a:cxn>
              </a:cxnLst>
              <a:rect l="l" t="t" r="r" b="b"/>
              <a:pathLst>
                <a:path w="14697" h="30643">
                  <a:moveTo>
                    <a:pt x="14697" y="30643"/>
                  </a:moveTo>
                  <a:lnTo>
                    <a:pt x="14697" y="15322"/>
                  </a:lnTo>
                  <a:lnTo>
                    <a:pt x="0" y="0"/>
                  </a:lnTo>
                  <a:lnTo>
                    <a:pt x="0" y="23621"/>
                  </a:lnTo>
                  <a:close/>
                </a:path>
              </a:pathLst>
            </a:custGeom>
            <a:solidFill>
              <a:srgbClr val="00A3E0"/>
            </a:solidFill>
            <a:ln w="6390" cap="flat">
              <a:noFill/>
              <a:prstDash val="solid"/>
              <a:miter/>
            </a:ln>
          </p:spPr>
          <p:txBody>
            <a:bodyPr rtlCol="0" anchor="ctr"/>
            <a:lstStyle/>
            <a:p>
              <a:endParaRPr lang="en-US"/>
            </a:p>
          </p:txBody>
        </p:sp>
        <p:sp>
          <p:nvSpPr>
            <p:cNvPr id="878" name="Graphic 4">
              <a:extLst>
                <a:ext uri="{FF2B5EF4-FFF2-40B4-BE49-F238E27FC236}">
                  <a16:creationId xmlns:a16="http://schemas.microsoft.com/office/drawing/2014/main" id="{3336640A-085D-3F42-BDFB-6895AEC3F82F}"/>
                </a:ext>
              </a:extLst>
            </p:cNvPr>
            <p:cNvSpPr/>
            <p:nvPr/>
          </p:nvSpPr>
          <p:spPr>
            <a:xfrm>
              <a:off x="4196271" y="2523750"/>
              <a:ext cx="24281" cy="15321"/>
            </a:xfrm>
            <a:custGeom>
              <a:avLst/>
              <a:gdLst>
                <a:gd name="connsiteX0" fmla="*/ 0 w 24281"/>
                <a:gd name="connsiteY0" fmla="*/ 0 h 15321"/>
                <a:gd name="connsiteX1" fmla="*/ 24282 w 24281"/>
                <a:gd name="connsiteY1" fmla="*/ 0 h 15321"/>
                <a:gd name="connsiteX2" fmla="*/ 24282 w 24281"/>
                <a:gd name="connsiteY2" fmla="*/ 15322 h 15321"/>
                <a:gd name="connsiteX3" fmla="*/ 0 w 24281"/>
                <a:gd name="connsiteY3" fmla="*/ 15322 h 15321"/>
              </a:gdLst>
              <a:ahLst/>
              <a:cxnLst>
                <a:cxn ang="0">
                  <a:pos x="connsiteX0" y="connsiteY0"/>
                </a:cxn>
                <a:cxn ang="0">
                  <a:pos x="connsiteX1" y="connsiteY1"/>
                </a:cxn>
                <a:cxn ang="0">
                  <a:pos x="connsiteX2" y="connsiteY2"/>
                </a:cxn>
                <a:cxn ang="0">
                  <a:pos x="connsiteX3" y="connsiteY3"/>
                </a:cxn>
              </a:cxnLst>
              <a:rect l="l" t="t" r="r" b="b"/>
              <a:pathLst>
                <a:path w="24281" h="15321">
                  <a:moveTo>
                    <a:pt x="0" y="0"/>
                  </a:moveTo>
                  <a:lnTo>
                    <a:pt x="24282" y="0"/>
                  </a:lnTo>
                  <a:lnTo>
                    <a:pt x="24282" y="15322"/>
                  </a:lnTo>
                  <a:lnTo>
                    <a:pt x="0" y="15322"/>
                  </a:lnTo>
                  <a:close/>
                </a:path>
              </a:pathLst>
            </a:custGeom>
            <a:solidFill>
              <a:srgbClr val="00A3E0"/>
            </a:solidFill>
            <a:ln w="6390" cap="flat">
              <a:noFill/>
              <a:prstDash val="solid"/>
              <a:miter/>
            </a:ln>
          </p:spPr>
          <p:txBody>
            <a:bodyPr rtlCol="0" anchor="ctr"/>
            <a:lstStyle/>
            <a:p>
              <a:endParaRPr lang="en-US"/>
            </a:p>
          </p:txBody>
        </p:sp>
        <p:sp>
          <p:nvSpPr>
            <p:cNvPr id="879" name="Graphic 4">
              <a:extLst>
                <a:ext uri="{FF2B5EF4-FFF2-40B4-BE49-F238E27FC236}">
                  <a16:creationId xmlns:a16="http://schemas.microsoft.com/office/drawing/2014/main" id="{D083C03A-04AF-A940-9643-11D9FDE009F9}"/>
                </a:ext>
              </a:extLst>
            </p:cNvPr>
            <p:cNvSpPr/>
            <p:nvPr/>
          </p:nvSpPr>
          <p:spPr>
            <a:xfrm>
              <a:off x="4159210" y="2523750"/>
              <a:ext cx="24281" cy="15321"/>
            </a:xfrm>
            <a:custGeom>
              <a:avLst/>
              <a:gdLst>
                <a:gd name="connsiteX0" fmla="*/ 0 w 24281"/>
                <a:gd name="connsiteY0" fmla="*/ 0 h 15321"/>
                <a:gd name="connsiteX1" fmla="*/ 24282 w 24281"/>
                <a:gd name="connsiteY1" fmla="*/ 0 h 15321"/>
                <a:gd name="connsiteX2" fmla="*/ 24282 w 24281"/>
                <a:gd name="connsiteY2" fmla="*/ 15322 h 15321"/>
                <a:gd name="connsiteX3" fmla="*/ 0 w 24281"/>
                <a:gd name="connsiteY3" fmla="*/ 15322 h 15321"/>
              </a:gdLst>
              <a:ahLst/>
              <a:cxnLst>
                <a:cxn ang="0">
                  <a:pos x="connsiteX0" y="connsiteY0"/>
                </a:cxn>
                <a:cxn ang="0">
                  <a:pos x="connsiteX1" y="connsiteY1"/>
                </a:cxn>
                <a:cxn ang="0">
                  <a:pos x="connsiteX2" y="connsiteY2"/>
                </a:cxn>
                <a:cxn ang="0">
                  <a:pos x="connsiteX3" y="connsiteY3"/>
                </a:cxn>
              </a:cxnLst>
              <a:rect l="l" t="t" r="r" b="b"/>
              <a:pathLst>
                <a:path w="24281" h="15321">
                  <a:moveTo>
                    <a:pt x="0" y="0"/>
                  </a:moveTo>
                  <a:lnTo>
                    <a:pt x="24282" y="0"/>
                  </a:lnTo>
                  <a:lnTo>
                    <a:pt x="24282" y="15322"/>
                  </a:lnTo>
                  <a:lnTo>
                    <a:pt x="0" y="15322"/>
                  </a:lnTo>
                  <a:close/>
                </a:path>
              </a:pathLst>
            </a:custGeom>
            <a:solidFill>
              <a:srgbClr val="00A3E0"/>
            </a:solidFill>
            <a:ln w="6390" cap="flat">
              <a:noFill/>
              <a:prstDash val="solid"/>
              <a:miter/>
            </a:ln>
          </p:spPr>
          <p:txBody>
            <a:bodyPr rtlCol="0" anchor="ctr"/>
            <a:lstStyle/>
            <a:p>
              <a:endParaRPr lang="en-US"/>
            </a:p>
          </p:txBody>
        </p:sp>
        <p:sp>
          <p:nvSpPr>
            <p:cNvPr id="880" name="Graphic 4">
              <a:extLst>
                <a:ext uri="{FF2B5EF4-FFF2-40B4-BE49-F238E27FC236}">
                  <a16:creationId xmlns:a16="http://schemas.microsoft.com/office/drawing/2014/main" id="{79479E99-A25E-D742-B546-A2860C2308E7}"/>
                </a:ext>
              </a:extLst>
            </p:cNvPr>
            <p:cNvSpPr/>
            <p:nvPr/>
          </p:nvSpPr>
          <p:spPr>
            <a:xfrm>
              <a:off x="4233333" y="2495661"/>
              <a:ext cx="24281" cy="15321"/>
            </a:xfrm>
            <a:custGeom>
              <a:avLst/>
              <a:gdLst>
                <a:gd name="connsiteX0" fmla="*/ 0 w 24281"/>
                <a:gd name="connsiteY0" fmla="*/ 0 h 15321"/>
                <a:gd name="connsiteX1" fmla="*/ 24282 w 24281"/>
                <a:gd name="connsiteY1" fmla="*/ 0 h 15321"/>
                <a:gd name="connsiteX2" fmla="*/ 24282 w 24281"/>
                <a:gd name="connsiteY2" fmla="*/ 15321 h 15321"/>
                <a:gd name="connsiteX3" fmla="*/ 0 w 24281"/>
                <a:gd name="connsiteY3" fmla="*/ 15321 h 15321"/>
              </a:gdLst>
              <a:ahLst/>
              <a:cxnLst>
                <a:cxn ang="0">
                  <a:pos x="connsiteX0" y="connsiteY0"/>
                </a:cxn>
                <a:cxn ang="0">
                  <a:pos x="connsiteX1" y="connsiteY1"/>
                </a:cxn>
                <a:cxn ang="0">
                  <a:pos x="connsiteX2" y="connsiteY2"/>
                </a:cxn>
                <a:cxn ang="0">
                  <a:pos x="connsiteX3" y="connsiteY3"/>
                </a:cxn>
              </a:cxnLst>
              <a:rect l="l" t="t" r="r" b="b"/>
              <a:pathLst>
                <a:path w="24281" h="15321">
                  <a:moveTo>
                    <a:pt x="0" y="0"/>
                  </a:moveTo>
                  <a:lnTo>
                    <a:pt x="24282" y="0"/>
                  </a:lnTo>
                  <a:lnTo>
                    <a:pt x="24282" y="15321"/>
                  </a:lnTo>
                  <a:lnTo>
                    <a:pt x="0" y="15321"/>
                  </a:lnTo>
                  <a:close/>
                </a:path>
              </a:pathLst>
            </a:custGeom>
            <a:solidFill>
              <a:srgbClr val="00A3E0"/>
            </a:solidFill>
            <a:ln w="6390" cap="flat">
              <a:noFill/>
              <a:prstDash val="solid"/>
              <a:miter/>
            </a:ln>
          </p:spPr>
          <p:txBody>
            <a:bodyPr rtlCol="0" anchor="ctr"/>
            <a:lstStyle/>
            <a:p>
              <a:endParaRPr lang="en-US"/>
            </a:p>
          </p:txBody>
        </p:sp>
        <p:sp>
          <p:nvSpPr>
            <p:cNvPr id="881" name="Graphic 4">
              <a:extLst>
                <a:ext uri="{FF2B5EF4-FFF2-40B4-BE49-F238E27FC236}">
                  <a16:creationId xmlns:a16="http://schemas.microsoft.com/office/drawing/2014/main" id="{D7217F57-DB04-7346-A54A-076072D2B559}"/>
                </a:ext>
              </a:extLst>
            </p:cNvPr>
            <p:cNvSpPr/>
            <p:nvPr/>
          </p:nvSpPr>
          <p:spPr>
            <a:xfrm>
              <a:off x="4233333" y="2523750"/>
              <a:ext cx="24281" cy="15321"/>
            </a:xfrm>
            <a:custGeom>
              <a:avLst/>
              <a:gdLst>
                <a:gd name="connsiteX0" fmla="*/ 0 w 24281"/>
                <a:gd name="connsiteY0" fmla="*/ 0 h 15321"/>
                <a:gd name="connsiteX1" fmla="*/ 24282 w 24281"/>
                <a:gd name="connsiteY1" fmla="*/ 0 h 15321"/>
                <a:gd name="connsiteX2" fmla="*/ 24282 w 24281"/>
                <a:gd name="connsiteY2" fmla="*/ 15322 h 15321"/>
                <a:gd name="connsiteX3" fmla="*/ 0 w 24281"/>
                <a:gd name="connsiteY3" fmla="*/ 15322 h 15321"/>
              </a:gdLst>
              <a:ahLst/>
              <a:cxnLst>
                <a:cxn ang="0">
                  <a:pos x="connsiteX0" y="connsiteY0"/>
                </a:cxn>
                <a:cxn ang="0">
                  <a:pos x="connsiteX1" y="connsiteY1"/>
                </a:cxn>
                <a:cxn ang="0">
                  <a:pos x="connsiteX2" y="connsiteY2"/>
                </a:cxn>
                <a:cxn ang="0">
                  <a:pos x="connsiteX3" y="connsiteY3"/>
                </a:cxn>
              </a:cxnLst>
              <a:rect l="l" t="t" r="r" b="b"/>
              <a:pathLst>
                <a:path w="24281" h="15321">
                  <a:moveTo>
                    <a:pt x="0" y="0"/>
                  </a:moveTo>
                  <a:lnTo>
                    <a:pt x="24282" y="0"/>
                  </a:lnTo>
                  <a:lnTo>
                    <a:pt x="24282" y="15322"/>
                  </a:lnTo>
                  <a:lnTo>
                    <a:pt x="0" y="15322"/>
                  </a:lnTo>
                  <a:close/>
                </a:path>
              </a:pathLst>
            </a:custGeom>
            <a:solidFill>
              <a:srgbClr val="00A3E0"/>
            </a:solidFill>
            <a:ln w="6390" cap="flat">
              <a:noFill/>
              <a:prstDash val="solid"/>
              <a:miter/>
            </a:ln>
          </p:spPr>
          <p:txBody>
            <a:bodyPr rtlCol="0" anchor="ctr"/>
            <a:lstStyle/>
            <a:p>
              <a:endParaRPr lang="en-US"/>
            </a:p>
          </p:txBody>
        </p:sp>
        <p:sp>
          <p:nvSpPr>
            <p:cNvPr id="882" name="Graphic 4">
              <a:extLst>
                <a:ext uri="{FF2B5EF4-FFF2-40B4-BE49-F238E27FC236}">
                  <a16:creationId xmlns:a16="http://schemas.microsoft.com/office/drawing/2014/main" id="{29426C78-FAE7-C043-8549-507130882BB2}"/>
                </a:ext>
              </a:extLst>
            </p:cNvPr>
            <p:cNvSpPr/>
            <p:nvPr/>
          </p:nvSpPr>
          <p:spPr>
            <a:xfrm>
              <a:off x="4307456" y="2553755"/>
              <a:ext cx="14697" cy="31281"/>
            </a:xfrm>
            <a:custGeom>
              <a:avLst/>
              <a:gdLst>
                <a:gd name="connsiteX0" fmla="*/ 0 w 14697"/>
                <a:gd name="connsiteY0" fmla="*/ 0 h 31281"/>
                <a:gd name="connsiteX1" fmla="*/ 0 w 14697"/>
                <a:gd name="connsiteY1" fmla="*/ 15960 h 31281"/>
                <a:gd name="connsiteX2" fmla="*/ 14697 w 14697"/>
                <a:gd name="connsiteY2" fmla="*/ 31281 h 31281"/>
                <a:gd name="connsiteX3" fmla="*/ 14697 w 14697"/>
                <a:gd name="connsiteY3" fmla="*/ 2554 h 31281"/>
              </a:gdLst>
              <a:ahLst/>
              <a:cxnLst>
                <a:cxn ang="0">
                  <a:pos x="connsiteX0" y="connsiteY0"/>
                </a:cxn>
                <a:cxn ang="0">
                  <a:pos x="connsiteX1" y="connsiteY1"/>
                </a:cxn>
                <a:cxn ang="0">
                  <a:pos x="connsiteX2" y="connsiteY2"/>
                </a:cxn>
                <a:cxn ang="0">
                  <a:pos x="connsiteX3" y="connsiteY3"/>
                </a:cxn>
              </a:cxnLst>
              <a:rect l="l" t="t" r="r" b="b"/>
              <a:pathLst>
                <a:path w="14697" h="31281">
                  <a:moveTo>
                    <a:pt x="0" y="0"/>
                  </a:moveTo>
                  <a:lnTo>
                    <a:pt x="0" y="15960"/>
                  </a:lnTo>
                  <a:lnTo>
                    <a:pt x="14697" y="31281"/>
                  </a:lnTo>
                  <a:lnTo>
                    <a:pt x="14697" y="2554"/>
                  </a:lnTo>
                  <a:close/>
                </a:path>
              </a:pathLst>
            </a:custGeom>
            <a:solidFill>
              <a:srgbClr val="00A3E0"/>
            </a:solidFill>
            <a:ln w="6390" cap="flat">
              <a:noFill/>
              <a:prstDash val="solid"/>
              <a:miter/>
            </a:ln>
          </p:spPr>
          <p:txBody>
            <a:bodyPr rtlCol="0" anchor="ctr"/>
            <a:lstStyle/>
            <a:p>
              <a:endParaRPr lang="en-US"/>
            </a:p>
          </p:txBody>
        </p:sp>
        <p:sp>
          <p:nvSpPr>
            <p:cNvPr id="883" name="Graphic 4">
              <a:extLst>
                <a:ext uri="{FF2B5EF4-FFF2-40B4-BE49-F238E27FC236}">
                  <a16:creationId xmlns:a16="http://schemas.microsoft.com/office/drawing/2014/main" id="{A3B76D8A-AFCB-AC4F-AD69-6E79E291C35F}"/>
                </a:ext>
              </a:extLst>
            </p:cNvPr>
            <p:cNvSpPr/>
            <p:nvPr/>
          </p:nvSpPr>
          <p:spPr>
            <a:xfrm>
              <a:off x="4270394" y="2551840"/>
              <a:ext cx="24281" cy="15321"/>
            </a:xfrm>
            <a:custGeom>
              <a:avLst/>
              <a:gdLst>
                <a:gd name="connsiteX0" fmla="*/ 0 w 24281"/>
                <a:gd name="connsiteY0" fmla="*/ 0 h 15321"/>
                <a:gd name="connsiteX1" fmla="*/ 24282 w 24281"/>
                <a:gd name="connsiteY1" fmla="*/ 0 h 15321"/>
                <a:gd name="connsiteX2" fmla="*/ 24282 w 24281"/>
                <a:gd name="connsiteY2" fmla="*/ 15322 h 15321"/>
                <a:gd name="connsiteX3" fmla="*/ 0 w 24281"/>
                <a:gd name="connsiteY3" fmla="*/ 15322 h 15321"/>
              </a:gdLst>
              <a:ahLst/>
              <a:cxnLst>
                <a:cxn ang="0">
                  <a:pos x="connsiteX0" y="connsiteY0"/>
                </a:cxn>
                <a:cxn ang="0">
                  <a:pos x="connsiteX1" y="connsiteY1"/>
                </a:cxn>
                <a:cxn ang="0">
                  <a:pos x="connsiteX2" y="connsiteY2"/>
                </a:cxn>
                <a:cxn ang="0">
                  <a:pos x="connsiteX3" y="connsiteY3"/>
                </a:cxn>
              </a:cxnLst>
              <a:rect l="l" t="t" r="r" b="b"/>
              <a:pathLst>
                <a:path w="24281" h="15321">
                  <a:moveTo>
                    <a:pt x="0" y="0"/>
                  </a:moveTo>
                  <a:lnTo>
                    <a:pt x="24282" y="0"/>
                  </a:lnTo>
                  <a:lnTo>
                    <a:pt x="24282" y="15322"/>
                  </a:lnTo>
                  <a:lnTo>
                    <a:pt x="0" y="15322"/>
                  </a:lnTo>
                  <a:close/>
                </a:path>
              </a:pathLst>
            </a:custGeom>
            <a:solidFill>
              <a:srgbClr val="00A3E0"/>
            </a:solidFill>
            <a:ln w="6390" cap="flat">
              <a:noFill/>
              <a:prstDash val="solid"/>
              <a:miter/>
            </a:ln>
          </p:spPr>
          <p:txBody>
            <a:bodyPr rtlCol="0" anchor="ctr"/>
            <a:lstStyle/>
            <a:p>
              <a:endParaRPr lang="en-US"/>
            </a:p>
          </p:txBody>
        </p:sp>
        <p:sp>
          <p:nvSpPr>
            <p:cNvPr id="884" name="Graphic 4">
              <a:extLst>
                <a:ext uri="{FF2B5EF4-FFF2-40B4-BE49-F238E27FC236}">
                  <a16:creationId xmlns:a16="http://schemas.microsoft.com/office/drawing/2014/main" id="{C39C6F83-A911-D648-9FBD-2CCC816DF366}"/>
                </a:ext>
              </a:extLst>
            </p:cNvPr>
            <p:cNvSpPr/>
            <p:nvPr/>
          </p:nvSpPr>
          <p:spPr>
            <a:xfrm>
              <a:off x="4270394" y="2523750"/>
              <a:ext cx="24281" cy="15321"/>
            </a:xfrm>
            <a:custGeom>
              <a:avLst/>
              <a:gdLst>
                <a:gd name="connsiteX0" fmla="*/ 0 w 24281"/>
                <a:gd name="connsiteY0" fmla="*/ 0 h 15321"/>
                <a:gd name="connsiteX1" fmla="*/ 24282 w 24281"/>
                <a:gd name="connsiteY1" fmla="*/ 0 h 15321"/>
                <a:gd name="connsiteX2" fmla="*/ 24282 w 24281"/>
                <a:gd name="connsiteY2" fmla="*/ 15322 h 15321"/>
                <a:gd name="connsiteX3" fmla="*/ 0 w 24281"/>
                <a:gd name="connsiteY3" fmla="*/ 15322 h 15321"/>
              </a:gdLst>
              <a:ahLst/>
              <a:cxnLst>
                <a:cxn ang="0">
                  <a:pos x="connsiteX0" y="connsiteY0"/>
                </a:cxn>
                <a:cxn ang="0">
                  <a:pos x="connsiteX1" y="connsiteY1"/>
                </a:cxn>
                <a:cxn ang="0">
                  <a:pos x="connsiteX2" y="connsiteY2"/>
                </a:cxn>
                <a:cxn ang="0">
                  <a:pos x="connsiteX3" y="connsiteY3"/>
                </a:cxn>
              </a:cxnLst>
              <a:rect l="l" t="t" r="r" b="b"/>
              <a:pathLst>
                <a:path w="24281" h="15321">
                  <a:moveTo>
                    <a:pt x="0" y="0"/>
                  </a:moveTo>
                  <a:lnTo>
                    <a:pt x="24282" y="0"/>
                  </a:lnTo>
                  <a:lnTo>
                    <a:pt x="24282" y="15322"/>
                  </a:lnTo>
                  <a:lnTo>
                    <a:pt x="0" y="15322"/>
                  </a:lnTo>
                  <a:close/>
                </a:path>
              </a:pathLst>
            </a:custGeom>
            <a:solidFill>
              <a:srgbClr val="00A3E0"/>
            </a:solidFill>
            <a:ln w="6390" cap="flat">
              <a:noFill/>
              <a:prstDash val="solid"/>
              <a:miter/>
            </a:ln>
          </p:spPr>
          <p:txBody>
            <a:bodyPr rtlCol="0" anchor="ctr"/>
            <a:lstStyle/>
            <a:p>
              <a:endParaRPr lang="en-US"/>
            </a:p>
          </p:txBody>
        </p:sp>
        <p:sp>
          <p:nvSpPr>
            <p:cNvPr id="885" name="Graphic 4">
              <a:extLst>
                <a:ext uri="{FF2B5EF4-FFF2-40B4-BE49-F238E27FC236}">
                  <a16:creationId xmlns:a16="http://schemas.microsoft.com/office/drawing/2014/main" id="{A0A12AEE-89D4-2543-A583-528E962EE78D}"/>
                </a:ext>
              </a:extLst>
            </p:cNvPr>
            <p:cNvSpPr/>
            <p:nvPr/>
          </p:nvSpPr>
          <p:spPr>
            <a:xfrm>
              <a:off x="4270394" y="2495661"/>
              <a:ext cx="24281" cy="15321"/>
            </a:xfrm>
            <a:custGeom>
              <a:avLst/>
              <a:gdLst>
                <a:gd name="connsiteX0" fmla="*/ 0 w 24281"/>
                <a:gd name="connsiteY0" fmla="*/ 0 h 15321"/>
                <a:gd name="connsiteX1" fmla="*/ 24282 w 24281"/>
                <a:gd name="connsiteY1" fmla="*/ 0 h 15321"/>
                <a:gd name="connsiteX2" fmla="*/ 24282 w 24281"/>
                <a:gd name="connsiteY2" fmla="*/ 15321 h 15321"/>
                <a:gd name="connsiteX3" fmla="*/ 0 w 24281"/>
                <a:gd name="connsiteY3" fmla="*/ 15321 h 15321"/>
              </a:gdLst>
              <a:ahLst/>
              <a:cxnLst>
                <a:cxn ang="0">
                  <a:pos x="connsiteX0" y="connsiteY0"/>
                </a:cxn>
                <a:cxn ang="0">
                  <a:pos x="connsiteX1" y="connsiteY1"/>
                </a:cxn>
                <a:cxn ang="0">
                  <a:pos x="connsiteX2" y="connsiteY2"/>
                </a:cxn>
                <a:cxn ang="0">
                  <a:pos x="connsiteX3" y="connsiteY3"/>
                </a:cxn>
              </a:cxnLst>
              <a:rect l="l" t="t" r="r" b="b"/>
              <a:pathLst>
                <a:path w="24281" h="15321">
                  <a:moveTo>
                    <a:pt x="0" y="0"/>
                  </a:moveTo>
                  <a:lnTo>
                    <a:pt x="24282" y="0"/>
                  </a:lnTo>
                  <a:lnTo>
                    <a:pt x="24282" y="15321"/>
                  </a:lnTo>
                  <a:lnTo>
                    <a:pt x="0" y="15321"/>
                  </a:lnTo>
                  <a:close/>
                </a:path>
              </a:pathLst>
            </a:custGeom>
            <a:solidFill>
              <a:srgbClr val="00A3E0"/>
            </a:solidFill>
            <a:ln w="6390" cap="flat">
              <a:noFill/>
              <a:prstDash val="solid"/>
              <a:miter/>
            </a:ln>
          </p:spPr>
          <p:txBody>
            <a:bodyPr rtlCol="0" anchor="ctr"/>
            <a:lstStyle/>
            <a:p>
              <a:endParaRPr lang="en-US"/>
            </a:p>
          </p:txBody>
        </p:sp>
        <p:sp>
          <p:nvSpPr>
            <p:cNvPr id="886" name="Graphic 4">
              <a:extLst>
                <a:ext uri="{FF2B5EF4-FFF2-40B4-BE49-F238E27FC236}">
                  <a16:creationId xmlns:a16="http://schemas.microsoft.com/office/drawing/2014/main" id="{8CE3A57A-BE07-F242-8375-F8A8BCE688BD}"/>
                </a:ext>
              </a:extLst>
            </p:cNvPr>
            <p:cNvSpPr/>
            <p:nvPr/>
          </p:nvSpPr>
          <p:spPr>
            <a:xfrm>
              <a:off x="4046108"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10229 w 361670"/>
                <a:gd name="connsiteY5" fmla="*/ 280895 h 361333"/>
                <a:gd name="connsiteX6" fmla="*/ 177640 w 361670"/>
                <a:gd name="connsiteY6" fmla="*/ 303239 h 361333"/>
                <a:gd name="connsiteX7" fmla="*/ 167416 w 361670"/>
                <a:gd name="connsiteY7" fmla="*/ 304516 h 361333"/>
                <a:gd name="connsiteX8" fmla="*/ 139301 w 361670"/>
                <a:gd name="connsiteY8" fmla="*/ 296217 h 361333"/>
                <a:gd name="connsiteX9" fmla="*/ 116936 w 361670"/>
                <a:gd name="connsiteY9" fmla="*/ 263659 h 361333"/>
                <a:gd name="connsiteX10" fmla="*/ 156553 w 361670"/>
                <a:gd name="connsiteY10" fmla="*/ 203011 h 361333"/>
                <a:gd name="connsiteX11" fmla="*/ 217258 w 361670"/>
                <a:gd name="connsiteY11" fmla="*/ 242591 h 361333"/>
                <a:gd name="connsiteX12" fmla="*/ 210229 w 361670"/>
                <a:gd name="connsiteY12" fmla="*/ 280895 h 361333"/>
                <a:gd name="connsiteX13" fmla="*/ 288825 w 361670"/>
                <a:gd name="connsiteY13" fmla="*/ 233015 h 361333"/>
                <a:gd name="connsiteX14" fmla="*/ 282435 w 361670"/>
                <a:gd name="connsiteY14" fmla="*/ 239399 h 361333"/>
                <a:gd name="connsiteX15" fmla="*/ 276045 w 361670"/>
                <a:gd name="connsiteY15" fmla="*/ 233015 h 361333"/>
                <a:gd name="connsiteX16" fmla="*/ 276045 w 361670"/>
                <a:gd name="connsiteY16" fmla="*/ 232377 h 361333"/>
                <a:gd name="connsiteX17" fmla="*/ 260071 w 361670"/>
                <a:gd name="connsiteY17" fmla="*/ 215779 h 361333"/>
                <a:gd name="connsiteX18" fmla="*/ 254958 w 361670"/>
                <a:gd name="connsiteY18" fmla="*/ 218332 h 361333"/>
                <a:gd name="connsiteX19" fmla="*/ 248568 w 361670"/>
                <a:gd name="connsiteY19" fmla="*/ 211948 h 361333"/>
                <a:gd name="connsiteX20" fmla="*/ 248568 w 361670"/>
                <a:gd name="connsiteY20" fmla="*/ 208118 h 361333"/>
                <a:gd name="connsiteX21" fmla="*/ 224287 w 361670"/>
                <a:gd name="connsiteY21" fmla="*/ 208118 h 361333"/>
                <a:gd name="connsiteX22" fmla="*/ 224287 w 361670"/>
                <a:gd name="connsiteY22" fmla="*/ 208756 h 361333"/>
                <a:gd name="connsiteX23" fmla="*/ 217897 w 361670"/>
                <a:gd name="connsiteY23" fmla="*/ 215140 h 361333"/>
                <a:gd name="connsiteX24" fmla="*/ 211507 w 361670"/>
                <a:gd name="connsiteY24" fmla="*/ 208756 h 361333"/>
                <a:gd name="connsiteX25" fmla="*/ 211507 w 361670"/>
                <a:gd name="connsiteY25" fmla="*/ 208118 h 361333"/>
                <a:gd name="connsiteX26" fmla="*/ 206395 w 361670"/>
                <a:gd name="connsiteY26" fmla="*/ 208118 h 361333"/>
                <a:gd name="connsiteX27" fmla="*/ 200005 w 361670"/>
                <a:gd name="connsiteY27" fmla="*/ 201734 h 361333"/>
                <a:gd name="connsiteX28" fmla="*/ 206395 w 361670"/>
                <a:gd name="connsiteY28" fmla="*/ 195350 h 361333"/>
                <a:gd name="connsiteX29" fmla="*/ 211507 w 361670"/>
                <a:gd name="connsiteY29" fmla="*/ 195350 h 361333"/>
                <a:gd name="connsiteX30" fmla="*/ 211507 w 361670"/>
                <a:gd name="connsiteY30" fmla="*/ 180028 h 361333"/>
                <a:gd name="connsiteX31" fmla="*/ 187225 w 361670"/>
                <a:gd name="connsiteY31" fmla="*/ 180028 h 361333"/>
                <a:gd name="connsiteX32" fmla="*/ 187225 w 361670"/>
                <a:gd name="connsiteY32" fmla="*/ 188327 h 361333"/>
                <a:gd name="connsiteX33" fmla="*/ 180835 w 361670"/>
                <a:gd name="connsiteY33" fmla="*/ 194711 h 361333"/>
                <a:gd name="connsiteX34" fmla="*/ 174445 w 361670"/>
                <a:gd name="connsiteY34" fmla="*/ 188327 h 361333"/>
                <a:gd name="connsiteX35" fmla="*/ 174445 w 361670"/>
                <a:gd name="connsiteY35" fmla="*/ 180028 h 361333"/>
                <a:gd name="connsiteX36" fmla="*/ 150164 w 361670"/>
                <a:gd name="connsiteY36" fmla="*/ 180028 h 361333"/>
                <a:gd name="connsiteX37" fmla="*/ 150164 w 361670"/>
                <a:gd name="connsiteY37" fmla="*/ 192796 h 361333"/>
                <a:gd name="connsiteX38" fmla="*/ 143774 w 361670"/>
                <a:gd name="connsiteY38" fmla="*/ 199180 h 361333"/>
                <a:gd name="connsiteX39" fmla="*/ 137384 w 361670"/>
                <a:gd name="connsiteY39" fmla="*/ 192796 h 361333"/>
                <a:gd name="connsiteX40" fmla="*/ 137384 w 361670"/>
                <a:gd name="connsiteY40" fmla="*/ 180028 h 361333"/>
                <a:gd name="connsiteX41" fmla="*/ 113102 w 361670"/>
                <a:gd name="connsiteY41" fmla="*/ 180028 h 361333"/>
                <a:gd name="connsiteX42" fmla="*/ 113102 w 361670"/>
                <a:gd name="connsiteY42" fmla="*/ 195350 h 361333"/>
                <a:gd name="connsiteX43" fmla="*/ 125243 w 361670"/>
                <a:gd name="connsiteY43" fmla="*/ 195350 h 361333"/>
                <a:gd name="connsiteX44" fmla="*/ 131633 w 361670"/>
                <a:gd name="connsiteY44" fmla="*/ 201734 h 361333"/>
                <a:gd name="connsiteX45" fmla="*/ 125243 w 361670"/>
                <a:gd name="connsiteY45" fmla="*/ 208118 h 361333"/>
                <a:gd name="connsiteX46" fmla="*/ 113102 w 361670"/>
                <a:gd name="connsiteY46" fmla="*/ 208118 h 361333"/>
                <a:gd name="connsiteX47" fmla="*/ 113102 w 361670"/>
                <a:gd name="connsiteY47" fmla="*/ 211948 h 361333"/>
                <a:gd name="connsiteX48" fmla="*/ 106712 w 361670"/>
                <a:gd name="connsiteY48" fmla="*/ 218332 h 361333"/>
                <a:gd name="connsiteX49" fmla="*/ 101600 w 361670"/>
                <a:gd name="connsiteY49" fmla="*/ 215779 h 361333"/>
                <a:gd name="connsiteX50" fmla="*/ 85625 w 361670"/>
                <a:gd name="connsiteY50" fmla="*/ 232377 h 361333"/>
                <a:gd name="connsiteX51" fmla="*/ 85625 w 361670"/>
                <a:gd name="connsiteY51" fmla="*/ 233015 h 361333"/>
                <a:gd name="connsiteX52" fmla="*/ 79235 w 361670"/>
                <a:gd name="connsiteY52" fmla="*/ 239399 h 361333"/>
                <a:gd name="connsiteX53" fmla="*/ 72845 w 361670"/>
                <a:gd name="connsiteY53" fmla="*/ 233015 h 361333"/>
                <a:gd name="connsiteX54" fmla="*/ 72845 w 361670"/>
                <a:gd name="connsiteY54" fmla="*/ 90014 h 361333"/>
                <a:gd name="connsiteX55" fmla="*/ 72845 w 361670"/>
                <a:gd name="connsiteY55" fmla="*/ 90014 h 361333"/>
                <a:gd name="connsiteX56" fmla="*/ 73484 w 361670"/>
                <a:gd name="connsiteY56" fmla="*/ 88099 h 361333"/>
                <a:gd name="connsiteX57" fmla="*/ 73484 w 361670"/>
                <a:gd name="connsiteY57" fmla="*/ 87461 h 361333"/>
                <a:gd name="connsiteX58" fmla="*/ 73484 w 361670"/>
                <a:gd name="connsiteY58" fmla="*/ 87461 h 361333"/>
                <a:gd name="connsiteX59" fmla="*/ 74762 w 361670"/>
                <a:gd name="connsiteY59" fmla="*/ 85546 h 361333"/>
                <a:gd name="connsiteX60" fmla="*/ 74762 w 361670"/>
                <a:gd name="connsiteY60" fmla="*/ 85546 h 361333"/>
                <a:gd name="connsiteX61" fmla="*/ 75401 w 361670"/>
                <a:gd name="connsiteY61" fmla="*/ 84907 h 361333"/>
                <a:gd name="connsiteX62" fmla="*/ 76679 w 361670"/>
                <a:gd name="connsiteY62" fmla="*/ 84269 h 361333"/>
                <a:gd name="connsiteX63" fmla="*/ 77957 w 361670"/>
                <a:gd name="connsiteY63" fmla="*/ 84269 h 361333"/>
                <a:gd name="connsiteX64" fmla="*/ 79235 w 361670"/>
                <a:gd name="connsiteY64" fmla="*/ 84269 h 361333"/>
                <a:gd name="connsiteX65" fmla="*/ 129716 w 361670"/>
                <a:gd name="connsiteY65" fmla="*/ 84269 h 361333"/>
                <a:gd name="connsiteX66" fmla="*/ 129716 w 361670"/>
                <a:gd name="connsiteY66" fmla="*/ 84269 h 361333"/>
                <a:gd name="connsiteX67" fmla="*/ 231955 w 361670"/>
                <a:gd name="connsiteY67" fmla="*/ 84269 h 361333"/>
                <a:gd name="connsiteX68" fmla="*/ 231955 w 361670"/>
                <a:gd name="connsiteY68" fmla="*/ 84269 h 361333"/>
                <a:gd name="connsiteX69" fmla="*/ 282435 w 361670"/>
                <a:gd name="connsiteY69" fmla="*/ 84269 h 361333"/>
                <a:gd name="connsiteX70" fmla="*/ 283074 w 361670"/>
                <a:gd name="connsiteY70" fmla="*/ 84269 h 361333"/>
                <a:gd name="connsiteX71" fmla="*/ 284352 w 361670"/>
                <a:gd name="connsiteY71" fmla="*/ 84269 h 361333"/>
                <a:gd name="connsiteX72" fmla="*/ 285630 w 361670"/>
                <a:gd name="connsiteY72" fmla="*/ 84907 h 361333"/>
                <a:gd name="connsiteX73" fmla="*/ 286269 w 361670"/>
                <a:gd name="connsiteY73" fmla="*/ 85546 h 361333"/>
                <a:gd name="connsiteX74" fmla="*/ 286269 w 361670"/>
                <a:gd name="connsiteY74" fmla="*/ 85546 h 361333"/>
                <a:gd name="connsiteX75" fmla="*/ 287547 w 361670"/>
                <a:gd name="connsiteY75" fmla="*/ 87461 h 361333"/>
                <a:gd name="connsiteX76" fmla="*/ 287547 w 361670"/>
                <a:gd name="connsiteY76" fmla="*/ 87461 h 361333"/>
                <a:gd name="connsiteX77" fmla="*/ 287547 w 361670"/>
                <a:gd name="connsiteY77" fmla="*/ 88099 h 361333"/>
                <a:gd name="connsiteX78" fmla="*/ 288186 w 361670"/>
                <a:gd name="connsiteY78" fmla="*/ 90014 h 361333"/>
                <a:gd name="connsiteX79" fmla="*/ 288186 w 361670"/>
                <a:gd name="connsiteY79" fmla="*/ 90014 h 361333"/>
                <a:gd name="connsiteX80" fmla="*/ 288186 w 361670"/>
                <a:gd name="connsiteY80" fmla="*/ 23301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210229" y="280895"/>
                  </a:moveTo>
                  <a:cubicBezTo>
                    <a:pt x="202561" y="292387"/>
                    <a:pt x="191059" y="300047"/>
                    <a:pt x="177640" y="303239"/>
                  </a:cubicBezTo>
                  <a:cubicBezTo>
                    <a:pt x="174445" y="303878"/>
                    <a:pt x="170611" y="304516"/>
                    <a:pt x="167416" y="304516"/>
                  </a:cubicBezTo>
                  <a:cubicBezTo>
                    <a:pt x="157192" y="304516"/>
                    <a:pt x="147607" y="301324"/>
                    <a:pt x="139301" y="296217"/>
                  </a:cubicBezTo>
                  <a:cubicBezTo>
                    <a:pt x="127799" y="288556"/>
                    <a:pt x="120131" y="277065"/>
                    <a:pt x="116936" y="263659"/>
                  </a:cubicBezTo>
                  <a:cubicBezTo>
                    <a:pt x="111185" y="236207"/>
                    <a:pt x="129077" y="208756"/>
                    <a:pt x="156553" y="203011"/>
                  </a:cubicBezTo>
                  <a:cubicBezTo>
                    <a:pt x="184030" y="197265"/>
                    <a:pt x="211507" y="215140"/>
                    <a:pt x="217258" y="242591"/>
                  </a:cubicBezTo>
                  <a:cubicBezTo>
                    <a:pt x="220453" y="255998"/>
                    <a:pt x="217258" y="269404"/>
                    <a:pt x="210229" y="280895"/>
                  </a:cubicBezTo>
                  <a:close/>
                  <a:moveTo>
                    <a:pt x="288825" y="233015"/>
                  </a:moveTo>
                  <a:cubicBezTo>
                    <a:pt x="288825" y="236846"/>
                    <a:pt x="286269" y="239399"/>
                    <a:pt x="282435" y="239399"/>
                  </a:cubicBezTo>
                  <a:cubicBezTo>
                    <a:pt x="278601" y="239399"/>
                    <a:pt x="276045" y="236846"/>
                    <a:pt x="276045" y="233015"/>
                  </a:cubicBezTo>
                  <a:lnTo>
                    <a:pt x="276045" y="232377"/>
                  </a:lnTo>
                  <a:lnTo>
                    <a:pt x="260071" y="215779"/>
                  </a:lnTo>
                  <a:cubicBezTo>
                    <a:pt x="258792" y="217694"/>
                    <a:pt x="256876" y="218332"/>
                    <a:pt x="254958" y="218332"/>
                  </a:cubicBezTo>
                  <a:cubicBezTo>
                    <a:pt x="251124" y="218332"/>
                    <a:pt x="248568" y="215779"/>
                    <a:pt x="248568" y="211948"/>
                  </a:cubicBezTo>
                  <a:lnTo>
                    <a:pt x="248568" y="208118"/>
                  </a:lnTo>
                  <a:lnTo>
                    <a:pt x="224287" y="208118"/>
                  </a:lnTo>
                  <a:lnTo>
                    <a:pt x="224287" y="208756"/>
                  </a:lnTo>
                  <a:cubicBezTo>
                    <a:pt x="224287" y="212587"/>
                    <a:pt x="221731" y="215140"/>
                    <a:pt x="217897" y="215140"/>
                  </a:cubicBezTo>
                  <a:cubicBezTo>
                    <a:pt x="214063" y="215140"/>
                    <a:pt x="211507" y="212587"/>
                    <a:pt x="211507" y="208756"/>
                  </a:cubicBezTo>
                  <a:lnTo>
                    <a:pt x="211507" y="208118"/>
                  </a:lnTo>
                  <a:lnTo>
                    <a:pt x="206395" y="208118"/>
                  </a:lnTo>
                  <a:cubicBezTo>
                    <a:pt x="202561" y="208118"/>
                    <a:pt x="200005" y="205564"/>
                    <a:pt x="200005" y="201734"/>
                  </a:cubicBezTo>
                  <a:cubicBezTo>
                    <a:pt x="200005" y="197903"/>
                    <a:pt x="202561" y="195350"/>
                    <a:pt x="206395" y="195350"/>
                  </a:cubicBezTo>
                  <a:lnTo>
                    <a:pt x="211507" y="195350"/>
                  </a:lnTo>
                  <a:lnTo>
                    <a:pt x="211507" y="180028"/>
                  </a:lnTo>
                  <a:lnTo>
                    <a:pt x="187225" y="180028"/>
                  </a:lnTo>
                  <a:lnTo>
                    <a:pt x="187225" y="188327"/>
                  </a:lnTo>
                  <a:cubicBezTo>
                    <a:pt x="187225" y="192158"/>
                    <a:pt x="184669" y="194711"/>
                    <a:pt x="180835" y="194711"/>
                  </a:cubicBezTo>
                  <a:cubicBezTo>
                    <a:pt x="177001" y="194711"/>
                    <a:pt x="174445" y="192158"/>
                    <a:pt x="174445" y="188327"/>
                  </a:cubicBezTo>
                  <a:lnTo>
                    <a:pt x="174445" y="180028"/>
                  </a:lnTo>
                  <a:lnTo>
                    <a:pt x="150164" y="180028"/>
                  </a:lnTo>
                  <a:lnTo>
                    <a:pt x="150164" y="192796"/>
                  </a:lnTo>
                  <a:cubicBezTo>
                    <a:pt x="150164" y="196627"/>
                    <a:pt x="147607" y="199180"/>
                    <a:pt x="143774" y="199180"/>
                  </a:cubicBezTo>
                  <a:cubicBezTo>
                    <a:pt x="139939" y="199180"/>
                    <a:pt x="137384" y="196627"/>
                    <a:pt x="137384" y="192796"/>
                  </a:cubicBezTo>
                  <a:lnTo>
                    <a:pt x="137384" y="180028"/>
                  </a:lnTo>
                  <a:lnTo>
                    <a:pt x="113102" y="180028"/>
                  </a:lnTo>
                  <a:lnTo>
                    <a:pt x="113102" y="195350"/>
                  </a:lnTo>
                  <a:lnTo>
                    <a:pt x="125243" y="195350"/>
                  </a:lnTo>
                  <a:cubicBezTo>
                    <a:pt x="129077" y="195350"/>
                    <a:pt x="131633" y="197903"/>
                    <a:pt x="131633" y="201734"/>
                  </a:cubicBezTo>
                  <a:cubicBezTo>
                    <a:pt x="131633" y="205564"/>
                    <a:pt x="129077" y="208118"/>
                    <a:pt x="125243" y="208118"/>
                  </a:cubicBezTo>
                  <a:lnTo>
                    <a:pt x="113102" y="208118"/>
                  </a:lnTo>
                  <a:lnTo>
                    <a:pt x="113102" y="211948"/>
                  </a:lnTo>
                  <a:cubicBezTo>
                    <a:pt x="113102" y="215779"/>
                    <a:pt x="110546" y="218332"/>
                    <a:pt x="106712" y="218332"/>
                  </a:cubicBezTo>
                  <a:cubicBezTo>
                    <a:pt x="104795" y="218332"/>
                    <a:pt x="102878" y="217055"/>
                    <a:pt x="101600" y="215779"/>
                  </a:cubicBezTo>
                  <a:lnTo>
                    <a:pt x="85625" y="232377"/>
                  </a:lnTo>
                  <a:lnTo>
                    <a:pt x="85625" y="233015"/>
                  </a:lnTo>
                  <a:cubicBezTo>
                    <a:pt x="85625" y="236846"/>
                    <a:pt x="83069" y="239399"/>
                    <a:pt x="79235" y="239399"/>
                  </a:cubicBezTo>
                  <a:cubicBezTo>
                    <a:pt x="75401" y="239399"/>
                    <a:pt x="72845" y="236846"/>
                    <a:pt x="72845" y="233015"/>
                  </a:cubicBezTo>
                  <a:lnTo>
                    <a:pt x="72845" y="90014"/>
                  </a:lnTo>
                  <a:cubicBezTo>
                    <a:pt x="72845" y="90014"/>
                    <a:pt x="72845" y="90014"/>
                    <a:pt x="72845" y="90014"/>
                  </a:cubicBezTo>
                  <a:cubicBezTo>
                    <a:pt x="72845" y="89376"/>
                    <a:pt x="72845" y="88738"/>
                    <a:pt x="73484" y="88099"/>
                  </a:cubicBezTo>
                  <a:cubicBezTo>
                    <a:pt x="73484" y="88099"/>
                    <a:pt x="73484" y="87461"/>
                    <a:pt x="73484" y="87461"/>
                  </a:cubicBezTo>
                  <a:cubicBezTo>
                    <a:pt x="73484" y="87461"/>
                    <a:pt x="73484" y="87461"/>
                    <a:pt x="73484" y="87461"/>
                  </a:cubicBezTo>
                  <a:cubicBezTo>
                    <a:pt x="74123" y="86822"/>
                    <a:pt x="74123" y="86184"/>
                    <a:pt x="74762" y="85546"/>
                  </a:cubicBezTo>
                  <a:cubicBezTo>
                    <a:pt x="74762" y="85546"/>
                    <a:pt x="74762" y="85546"/>
                    <a:pt x="74762" y="85546"/>
                  </a:cubicBezTo>
                  <a:cubicBezTo>
                    <a:pt x="74762" y="85546"/>
                    <a:pt x="75401" y="85546"/>
                    <a:pt x="75401" y="84907"/>
                  </a:cubicBezTo>
                  <a:cubicBezTo>
                    <a:pt x="76040" y="84269"/>
                    <a:pt x="76040" y="84269"/>
                    <a:pt x="76679" y="84269"/>
                  </a:cubicBezTo>
                  <a:cubicBezTo>
                    <a:pt x="77318" y="84269"/>
                    <a:pt x="77318" y="84269"/>
                    <a:pt x="77957" y="84269"/>
                  </a:cubicBezTo>
                  <a:cubicBezTo>
                    <a:pt x="78596" y="84269"/>
                    <a:pt x="78596" y="84269"/>
                    <a:pt x="79235" y="84269"/>
                  </a:cubicBezTo>
                  <a:lnTo>
                    <a:pt x="129716" y="84269"/>
                  </a:lnTo>
                  <a:cubicBezTo>
                    <a:pt x="129716" y="84269"/>
                    <a:pt x="129716" y="84269"/>
                    <a:pt x="129716" y="84269"/>
                  </a:cubicBezTo>
                  <a:lnTo>
                    <a:pt x="231955" y="84269"/>
                  </a:lnTo>
                  <a:cubicBezTo>
                    <a:pt x="231955" y="84269"/>
                    <a:pt x="231955" y="84269"/>
                    <a:pt x="231955" y="84269"/>
                  </a:cubicBezTo>
                  <a:lnTo>
                    <a:pt x="282435" y="84269"/>
                  </a:lnTo>
                  <a:cubicBezTo>
                    <a:pt x="283074" y="84269"/>
                    <a:pt x="283074" y="84269"/>
                    <a:pt x="283074" y="84269"/>
                  </a:cubicBezTo>
                  <a:cubicBezTo>
                    <a:pt x="283713" y="84269"/>
                    <a:pt x="284352" y="84269"/>
                    <a:pt x="284352" y="84269"/>
                  </a:cubicBezTo>
                  <a:cubicBezTo>
                    <a:pt x="284991" y="84269"/>
                    <a:pt x="285630" y="84907"/>
                    <a:pt x="285630" y="84907"/>
                  </a:cubicBezTo>
                  <a:cubicBezTo>
                    <a:pt x="285630" y="84907"/>
                    <a:pt x="286269" y="84907"/>
                    <a:pt x="286269" y="85546"/>
                  </a:cubicBezTo>
                  <a:cubicBezTo>
                    <a:pt x="286269" y="85546"/>
                    <a:pt x="286269" y="85546"/>
                    <a:pt x="286269" y="85546"/>
                  </a:cubicBezTo>
                  <a:cubicBezTo>
                    <a:pt x="286908" y="86184"/>
                    <a:pt x="286908" y="86822"/>
                    <a:pt x="287547" y="87461"/>
                  </a:cubicBezTo>
                  <a:cubicBezTo>
                    <a:pt x="287547" y="87461"/>
                    <a:pt x="287547" y="87461"/>
                    <a:pt x="287547" y="87461"/>
                  </a:cubicBezTo>
                  <a:cubicBezTo>
                    <a:pt x="287547" y="87461"/>
                    <a:pt x="287547" y="88099"/>
                    <a:pt x="287547" y="88099"/>
                  </a:cubicBezTo>
                  <a:cubicBezTo>
                    <a:pt x="287547" y="88738"/>
                    <a:pt x="288186" y="89376"/>
                    <a:pt x="288186" y="90014"/>
                  </a:cubicBezTo>
                  <a:cubicBezTo>
                    <a:pt x="288186" y="90014"/>
                    <a:pt x="288186" y="90014"/>
                    <a:pt x="288186" y="90014"/>
                  </a:cubicBezTo>
                  <a:lnTo>
                    <a:pt x="288186" y="233015"/>
                  </a:lnTo>
                  <a:close/>
                </a:path>
              </a:pathLst>
            </a:custGeom>
            <a:solidFill>
              <a:srgbClr val="00A3E0"/>
            </a:solidFill>
            <a:ln w="6390" cap="flat">
              <a:noFill/>
              <a:prstDash val="solid"/>
              <a:miter/>
            </a:ln>
          </p:spPr>
          <p:txBody>
            <a:bodyPr rtlCol="0" anchor="ctr"/>
            <a:lstStyle/>
            <a:p>
              <a:endParaRPr lang="en-US"/>
            </a:p>
          </p:txBody>
        </p:sp>
        <p:sp>
          <p:nvSpPr>
            <p:cNvPr id="887" name="Graphic 4">
              <a:extLst>
                <a:ext uri="{FF2B5EF4-FFF2-40B4-BE49-F238E27FC236}">
                  <a16:creationId xmlns:a16="http://schemas.microsoft.com/office/drawing/2014/main" id="{0509E709-2837-5C4B-977F-BEEDA6A4C805}"/>
                </a:ext>
              </a:extLst>
            </p:cNvPr>
            <p:cNvSpPr/>
            <p:nvPr/>
          </p:nvSpPr>
          <p:spPr>
            <a:xfrm>
              <a:off x="4131733" y="2553755"/>
              <a:ext cx="14697" cy="31281"/>
            </a:xfrm>
            <a:custGeom>
              <a:avLst/>
              <a:gdLst>
                <a:gd name="connsiteX0" fmla="*/ 14697 w 14697"/>
                <a:gd name="connsiteY0" fmla="*/ 0 h 31281"/>
                <a:gd name="connsiteX1" fmla="*/ 0 w 14697"/>
                <a:gd name="connsiteY1" fmla="*/ 2554 h 31281"/>
                <a:gd name="connsiteX2" fmla="*/ 0 w 14697"/>
                <a:gd name="connsiteY2" fmla="*/ 31281 h 31281"/>
                <a:gd name="connsiteX3" fmla="*/ 14697 w 14697"/>
                <a:gd name="connsiteY3" fmla="*/ 15960 h 31281"/>
              </a:gdLst>
              <a:ahLst/>
              <a:cxnLst>
                <a:cxn ang="0">
                  <a:pos x="connsiteX0" y="connsiteY0"/>
                </a:cxn>
                <a:cxn ang="0">
                  <a:pos x="connsiteX1" y="connsiteY1"/>
                </a:cxn>
                <a:cxn ang="0">
                  <a:pos x="connsiteX2" y="connsiteY2"/>
                </a:cxn>
                <a:cxn ang="0">
                  <a:pos x="connsiteX3" y="connsiteY3"/>
                </a:cxn>
              </a:cxnLst>
              <a:rect l="l" t="t" r="r" b="b"/>
              <a:pathLst>
                <a:path w="14697" h="31281">
                  <a:moveTo>
                    <a:pt x="14697" y="0"/>
                  </a:moveTo>
                  <a:lnTo>
                    <a:pt x="0" y="2554"/>
                  </a:lnTo>
                  <a:lnTo>
                    <a:pt x="0" y="31281"/>
                  </a:lnTo>
                  <a:lnTo>
                    <a:pt x="14697" y="15960"/>
                  </a:lnTo>
                  <a:close/>
                </a:path>
              </a:pathLst>
            </a:custGeom>
            <a:solidFill>
              <a:srgbClr val="00A3E0"/>
            </a:solidFill>
            <a:ln w="6390" cap="flat">
              <a:noFill/>
              <a:prstDash val="solid"/>
              <a:miter/>
            </a:ln>
          </p:spPr>
          <p:txBody>
            <a:bodyPr rtlCol="0" anchor="ctr"/>
            <a:lstStyle/>
            <a:p>
              <a:endParaRPr lang="en-US"/>
            </a:p>
          </p:txBody>
        </p:sp>
        <p:sp>
          <p:nvSpPr>
            <p:cNvPr id="888" name="Graphic 4">
              <a:extLst>
                <a:ext uri="{FF2B5EF4-FFF2-40B4-BE49-F238E27FC236}">
                  <a16:creationId xmlns:a16="http://schemas.microsoft.com/office/drawing/2014/main" id="{6523235A-E71F-8C4B-ACAF-E421A9BBAAC5}"/>
                </a:ext>
              </a:extLst>
            </p:cNvPr>
            <p:cNvSpPr/>
            <p:nvPr/>
          </p:nvSpPr>
          <p:spPr>
            <a:xfrm>
              <a:off x="4307456" y="2514174"/>
              <a:ext cx="14697" cy="28727"/>
            </a:xfrm>
            <a:custGeom>
              <a:avLst/>
              <a:gdLst>
                <a:gd name="connsiteX0" fmla="*/ 14697 w 14697"/>
                <a:gd name="connsiteY0" fmla="*/ 0 h 28727"/>
                <a:gd name="connsiteX1" fmla="*/ 0 w 14697"/>
                <a:gd name="connsiteY1" fmla="*/ 7022 h 28727"/>
                <a:gd name="connsiteX2" fmla="*/ 0 w 14697"/>
                <a:gd name="connsiteY2" fmla="*/ 26813 h 28727"/>
                <a:gd name="connsiteX3" fmla="*/ 14697 w 14697"/>
                <a:gd name="connsiteY3" fmla="*/ 28728 h 28727"/>
              </a:gdLst>
              <a:ahLst/>
              <a:cxnLst>
                <a:cxn ang="0">
                  <a:pos x="connsiteX0" y="connsiteY0"/>
                </a:cxn>
                <a:cxn ang="0">
                  <a:pos x="connsiteX1" y="connsiteY1"/>
                </a:cxn>
                <a:cxn ang="0">
                  <a:pos x="connsiteX2" y="connsiteY2"/>
                </a:cxn>
                <a:cxn ang="0">
                  <a:pos x="connsiteX3" y="connsiteY3"/>
                </a:cxn>
              </a:cxnLst>
              <a:rect l="l" t="t" r="r" b="b"/>
              <a:pathLst>
                <a:path w="14697" h="28727">
                  <a:moveTo>
                    <a:pt x="14697" y="0"/>
                  </a:moveTo>
                  <a:lnTo>
                    <a:pt x="0" y="7022"/>
                  </a:lnTo>
                  <a:lnTo>
                    <a:pt x="0" y="26813"/>
                  </a:lnTo>
                  <a:lnTo>
                    <a:pt x="14697" y="28728"/>
                  </a:lnTo>
                  <a:close/>
                </a:path>
              </a:pathLst>
            </a:custGeom>
            <a:solidFill>
              <a:srgbClr val="00A3E0"/>
            </a:solidFill>
            <a:ln w="6390" cap="flat">
              <a:noFill/>
              <a:prstDash val="solid"/>
              <a:miter/>
            </a:ln>
          </p:spPr>
          <p:txBody>
            <a:bodyPr rtlCol="0" anchor="ctr"/>
            <a:lstStyle/>
            <a:p>
              <a:endParaRPr lang="en-US"/>
            </a:p>
          </p:txBody>
        </p:sp>
        <p:sp>
          <p:nvSpPr>
            <p:cNvPr id="889" name="Graphic 4">
              <a:extLst>
                <a:ext uri="{FF2B5EF4-FFF2-40B4-BE49-F238E27FC236}">
                  <a16:creationId xmlns:a16="http://schemas.microsoft.com/office/drawing/2014/main" id="{AB52C1A7-6B3F-7745-9806-821236A7B8E0}"/>
                </a:ext>
              </a:extLst>
            </p:cNvPr>
            <p:cNvSpPr/>
            <p:nvPr/>
          </p:nvSpPr>
          <p:spPr>
            <a:xfrm>
              <a:off x="4307456" y="2476509"/>
              <a:ext cx="14697" cy="30643"/>
            </a:xfrm>
            <a:custGeom>
              <a:avLst/>
              <a:gdLst>
                <a:gd name="connsiteX0" fmla="*/ 0 w 14697"/>
                <a:gd name="connsiteY0" fmla="*/ 30643 h 30643"/>
                <a:gd name="connsiteX1" fmla="*/ 14697 w 14697"/>
                <a:gd name="connsiteY1" fmla="*/ 23621 h 30643"/>
                <a:gd name="connsiteX2" fmla="*/ 14697 w 14697"/>
                <a:gd name="connsiteY2" fmla="*/ 0 h 30643"/>
                <a:gd name="connsiteX3" fmla="*/ 0 w 14697"/>
                <a:gd name="connsiteY3" fmla="*/ 15322 h 30643"/>
              </a:gdLst>
              <a:ahLst/>
              <a:cxnLst>
                <a:cxn ang="0">
                  <a:pos x="connsiteX0" y="connsiteY0"/>
                </a:cxn>
                <a:cxn ang="0">
                  <a:pos x="connsiteX1" y="connsiteY1"/>
                </a:cxn>
                <a:cxn ang="0">
                  <a:pos x="connsiteX2" y="connsiteY2"/>
                </a:cxn>
                <a:cxn ang="0">
                  <a:pos x="connsiteX3" y="connsiteY3"/>
                </a:cxn>
              </a:cxnLst>
              <a:rect l="l" t="t" r="r" b="b"/>
              <a:pathLst>
                <a:path w="14697" h="30643">
                  <a:moveTo>
                    <a:pt x="0" y="30643"/>
                  </a:moveTo>
                  <a:lnTo>
                    <a:pt x="14697" y="23621"/>
                  </a:lnTo>
                  <a:lnTo>
                    <a:pt x="14697" y="0"/>
                  </a:lnTo>
                  <a:lnTo>
                    <a:pt x="0" y="15322"/>
                  </a:lnTo>
                  <a:close/>
                </a:path>
              </a:pathLst>
            </a:custGeom>
            <a:solidFill>
              <a:srgbClr val="00A3E0"/>
            </a:solidFill>
            <a:ln w="6390" cap="flat">
              <a:noFill/>
              <a:prstDash val="solid"/>
              <a:miter/>
            </a:ln>
          </p:spPr>
          <p:txBody>
            <a:bodyPr rtlCol="0" anchor="ctr"/>
            <a:lstStyle/>
            <a:p>
              <a:endParaRPr lang="en-US"/>
            </a:p>
          </p:txBody>
        </p:sp>
      </p:grpSp>
      <p:grpSp>
        <p:nvGrpSpPr>
          <p:cNvPr id="890" name="Graphic 4">
            <a:extLst>
              <a:ext uri="{FF2B5EF4-FFF2-40B4-BE49-F238E27FC236}">
                <a16:creationId xmlns:a16="http://schemas.microsoft.com/office/drawing/2014/main" id="{94175CBC-71B6-514A-AFA1-6C9342C6C961}"/>
              </a:ext>
            </a:extLst>
          </p:cNvPr>
          <p:cNvGrpSpPr>
            <a:grpSpLocks noChangeAspect="1"/>
          </p:cNvGrpSpPr>
          <p:nvPr/>
        </p:nvGrpSpPr>
        <p:grpSpPr>
          <a:xfrm>
            <a:off x="4046108" y="2855717"/>
            <a:ext cx="361670" cy="361333"/>
            <a:chOff x="4046108" y="2855717"/>
            <a:chExt cx="361670" cy="361333"/>
          </a:xfrm>
          <a:solidFill>
            <a:srgbClr val="00A3E0"/>
          </a:solidFill>
        </p:grpSpPr>
        <p:sp>
          <p:nvSpPr>
            <p:cNvPr id="891" name="Graphic 4">
              <a:extLst>
                <a:ext uri="{FF2B5EF4-FFF2-40B4-BE49-F238E27FC236}">
                  <a16:creationId xmlns:a16="http://schemas.microsoft.com/office/drawing/2014/main" id="{57865672-692F-7F42-9666-A930CC6271FE}"/>
                </a:ext>
              </a:extLst>
            </p:cNvPr>
            <p:cNvSpPr/>
            <p:nvPr/>
          </p:nvSpPr>
          <p:spPr>
            <a:xfrm>
              <a:off x="4181574" y="3042768"/>
              <a:ext cx="95209" cy="88098"/>
            </a:xfrm>
            <a:custGeom>
              <a:avLst/>
              <a:gdLst>
                <a:gd name="connsiteX0" fmla="*/ 91376 w 95209"/>
                <a:gd name="connsiteY0" fmla="*/ 42773 h 88098"/>
                <a:gd name="connsiteX1" fmla="*/ 89459 w 95209"/>
                <a:gd name="connsiteY1" fmla="*/ 36389 h 88098"/>
                <a:gd name="connsiteX2" fmla="*/ 93932 w 95209"/>
                <a:gd name="connsiteY2" fmla="*/ 0 h 88098"/>
                <a:gd name="connsiteX3" fmla="*/ 0 w 95209"/>
                <a:gd name="connsiteY3" fmla="*/ 0 h 88098"/>
                <a:gd name="connsiteX4" fmla="*/ 65816 w 95209"/>
                <a:gd name="connsiteY4" fmla="*/ 88099 h 88098"/>
                <a:gd name="connsiteX5" fmla="*/ 95210 w 95209"/>
                <a:gd name="connsiteY5" fmla="*/ 44688 h 88098"/>
                <a:gd name="connsiteX6" fmla="*/ 91376 w 95209"/>
                <a:gd name="connsiteY6" fmla="*/ 42773 h 8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09" h="88098">
                  <a:moveTo>
                    <a:pt x="91376" y="42773"/>
                  </a:moveTo>
                  <a:cubicBezTo>
                    <a:pt x="90098" y="40857"/>
                    <a:pt x="89459" y="38942"/>
                    <a:pt x="89459" y="36389"/>
                  </a:cubicBezTo>
                  <a:cubicBezTo>
                    <a:pt x="91376" y="24259"/>
                    <a:pt x="93293" y="9576"/>
                    <a:pt x="93932" y="0"/>
                  </a:cubicBezTo>
                  <a:lnTo>
                    <a:pt x="0" y="0"/>
                  </a:lnTo>
                  <a:lnTo>
                    <a:pt x="65816" y="88099"/>
                  </a:lnTo>
                  <a:cubicBezTo>
                    <a:pt x="77957" y="79161"/>
                    <a:pt x="88820" y="63840"/>
                    <a:pt x="95210" y="44688"/>
                  </a:cubicBezTo>
                  <a:cubicBezTo>
                    <a:pt x="93932" y="44688"/>
                    <a:pt x="92654" y="44049"/>
                    <a:pt x="91376" y="42773"/>
                  </a:cubicBezTo>
                  <a:close/>
                </a:path>
              </a:pathLst>
            </a:custGeom>
            <a:solidFill>
              <a:srgbClr val="00A3E0"/>
            </a:solidFill>
            <a:ln w="6390" cap="flat">
              <a:noFill/>
              <a:prstDash val="solid"/>
              <a:miter/>
            </a:ln>
          </p:spPr>
          <p:txBody>
            <a:bodyPr rtlCol="0" anchor="ctr"/>
            <a:lstStyle/>
            <a:p>
              <a:endParaRPr lang="en-US"/>
            </a:p>
          </p:txBody>
        </p:sp>
        <p:sp>
          <p:nvSpPr>
            <p:cNvPr id="892" name="Graphic 4">
              <a:extLst>
                <a:ext uri="{FF2B5EF4-FFF2-40B4-BE49-F238E27FC236}">
                  <a16:creationId xmlns:a16="http://schemas.microsoft.com/office/drawing/2014/main" id="{A36B74CB-2052-CA47-952D-D846402402F0}"/>
                </a:ext>
              </a:extLst>
            </p:cNvPr>
            <p:cNvSpPr/>
            <p:nvPr/>
          </p:nvSpPr>
          <p:spPr>
            <a:xfrm>
              <a:off x="4122148" y="3026808"/>
              <a:ext cx="23004" cy="19151"/>
            </a:xfrm>
            <a:custGeom>
              <a:avLst/>
              <a:gdLst>
                <a:gd name="connsiteX0" fmla="*/ 0 w 23004"/>
                <a:gd name="connsiteY0" fmla="*/ 0 h 19151"/>
                <a:gd name="connsiteX1" fmla="*/ 5112 w 23004"/>
                <a:gd name="connsiteY1" fmla="*/ 5107 h 19151"/>
                <a:gd name="connsiteX2" fmla="*/ 7029 w 23004"/>
                <a:gd name="connsiteY2" fmla="*/ 9576 h 19151"/>
                <a:gd name="connsiteX3" fmla="*/ 5112 w 23004"/>
                <a:gd name="connsiteY3" fmla="*/ 14045 h 19151"/>
                <a:gd name="connsiteX4" fmla="*/ 0 w 23004"/>
                <a:gd name="connsiteY4" fmla="*/ 19152 h 19151"/>
                <a:gd name="connsiteX5" fmla="*/ 13419 w 23004"/>
                <a:gd name="connsiteY5" fmla="*/ 19152 h 19151"/>
                <a:gd name="connsiteX6" fmla="*/ 23004 w 23004"/>
                <a:gd name="connsiteY6" fmla="*/ 9576 h 19151"/>
                <a:gd name="connsiteX7" fmla="*/ 13419 w 23004"/>
                <a:gd name="connsiteY7" fmla="*/ 0 h 19151"/>
                <a:gd name="connsiteX8" fmla="*/ 0 w 23004"/>
                <a:gd name="connsiteY8" fmla="*/ 0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004" h="19151">
                  <a:moveTo>
                    <a:pt x="0" y="0"/>
                  </a:moveTo>
                  <a:lnTo>
                    <a:pt x="5112" y="5107"/>
                  </a:lnTo>
                  <a:cubicBezTo>
                    <a:pt x="6390" y="6384"/>
                    <a:pt x="7029" y="7661"/>
                    <a:pt x="7029" y="9576"/>
                  </a:cubicBezTo>
                  <a:cubicBezTo>
                    <a:pt x="7029" y="11491"/>
                    <a:pt x="6390" y="12768"/>
                    <a:pt x="5112" y="14045"/>
                  </a:cubicBezTo>
                  <a:lnTo>
                    <a:pt x="0" y="19152"/>
                  </a:lnTo>
                  <a:lnTo>
                    <a:pt x="13419" y="19152"/>
                  </a:lnTo>
                  <a:lnTo>
                    <a:pt x="23004" y="9576"/>
                  </a:lnTo>
                  <a:lnTo>
                    <a:pt x="13419" y="0"/>
                  </a:lnTo>
                  <a:lnTo>
                    <a:pt x="0" y="0"/>
                  </a:lnTo>
                  <a:close/>
                </a:path>
              </a:pathLst>
            </a:custGeom>
            <a:solidFill>
              <a:srgbClr val="00A3E0"/>
            </a:solidFill>
            <a:ln w="6390" cap="flat">
              <a:noFill/>
              <a:prstDash val="solid"/>
              <a:miter/>
            </a:ln>
          </p:spPr>
          <p:txBody>
            <a:bodyPr rtlCol="0" anchor="ctr"/>
            <a:lstStyle/>
            <a:p>
              <a:endParaRPr lang="en-US"/>
            </a:p>
          </p:txBody>
        </p:sp>
        <p:sp>
          <p:nvSpPr>
            <p:cNvPr id="893" name="Graphic 4">
              <a:extLst>
                <a:ext uri="{FF2B5EF4-FFF2-40B4-BE49-F238E27FC236}">
                  <a16:creationId xmlns:a16="http://schemas.microsoft.com/office/drawing/2014/main" id="{203243DB-D719-1448-B5EF-E592A618C84E}"/>
                </a:ext>
              </a:extLst>
            </p:cNvPr>
            <p:cNvSpPr/>
            <p:nvPr/>
          </p:nvSpPr>
          <p:spPr>
            <a:xfrm>
              <a:off x="4182213" y="2941263"/>
              <a:ext cx="95210" cy="88737"/>
            </a:xfrm>
            <a:custGeom>
              <a:avLst/>
              <a:gdLst>
                <a:gd name="connsiteX0" fmla="*/ 88820 w 95210"/>
                <a:gd name="connsiteY0" fmla="*/ 52349 h 88737"/>
                <a:gd name="connsiteX1" fmla="*/ 90737 w 95210"/>
                <a:gd name="connsiteY1" fmla="*/ 45965 h 88737"/>
                <a:gd name="connsiteX2" fmla="*/ 95210 w 95210"/>
                <a:gd name="connsiteY2" fmla="*/ 43411 h 88737"/>
                <a:gd name="connsiteX3" fmla="*/ 65816 w 95210"/>
                <a:gd name="connsiteY3" fmla="*/ 0 h 88737"/>
                <a:gd name="connsiteX4" fmla="*/ 0 w 95210"/>
                <a:gd name="connsiteY4" fmla="*/ 88737 h 88737"/>
                <a:gd name="connsiteX5" fmla="*/ 93932 w 95210"/>
                <a:gd name="connsiteY5" fmla="*/ 88737 h 88737"/>
                <a:gd name="connsiteX6" fmla="*/ 88820 w 95210"/>
                <a:gd name="connsiteY6" fmla="*/ 52349 h 88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10" h="88737">
                  <a:moveTo>
                    <a:pt x="88820" y="52349"/>
                  </a:moveTo>
                  <a:cubicBezTo>
                    <a:pt x="88181" y="49795"/>
                    <a:pt x="88820" y="47880"/>
                    <a:pt x="90737" y="45965"/>
                  </a:cubicBezTo>
                  <a:cubicBezTo>
                    <a:pt x="92015" y="44688"/>
                    <a:pt x="93293" y="43411"/>
                    <a:pt x="95210" y="43411"/>
                  </a:cubicBezTo>
                  <a:cubicBezTo>
                    <a:pt x="88181" y="24259"/>
                    <a:pt x="77957" y="8938"/>
                    <a:pt x="65816" y="0"/>
                  </a:cubicBezTo>
                  <a:lnTo>
                    <a:pt x="0" y="88737"/>
                  </a:lnTo>
                  <a:lnTo>
                    <a:pt x="93932" y="88737"/>
                  </a:lnTo>
                  <a:cubicBezTo>
                    <a:pt x="92654" y="79800"/>
                    <a:pt x="90737" y="65117"/>
                    <a:pt x="88820" y="52349"/>
                  </a:cubicBezTo>
                  <a:close/>
                </a:path>
              </a:pathLst>
            </a:custGeom>
            <a:solidFill>
              <a:srgbClr val="00A3E0"/>
            </a:solidFill>
            <a:ln w="6390" cap="flat">
              <a:noFill/>
              <a:prstDash val="solid"/>
              <a:miter/>
            </a:ln>
          </p:spPr>
          <p:txBody>
            <a:bodyPr rtlCol="0" anchor="ctr"/>
            <a:lstStyle/>
            <a:p>
              <a:endParaRPr lang="en-US"/>
            </a:p>
          </p:txBody>
        </p:sp>
        <p:sp>
          <p:nvSpPr>
            <p:cNvPr id="894" name="Graphic 4">
              <a:extLst>
                <a:ext uri="{FF2B5EF4-FFF2-40B4-BE49-F238E27FC236}">
                  <a16:creationId xmlns:a16="http://schemas.microsoft.com/office/drawing/2014/main" id="{9C1AC1EC-9168-E848-886E-DAD0AAEA89B8}"/>
                </a:ext>
              </a:extLst>
            </p:cNvPr>
            <p:cNvSpPr/>
            <p:nvPr/>
          </p:nvSpPr>
          <p:spPr>
            <a:xfrm>
              <a:off x="4046108"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305439 w 361670"/>
                <a:gd name="connsiteY5" fmla="*/ 185135 h 361333"/>
                <a:gd name="connsiteX6" fmla="*/ 289464 w 361670"/>
                <a:gd name="connsiteY6" fmla="*/ 201095 h 361333"/>
                <a:gd name="connsiteX7" fmla="*/ 284991 w 361670"/>
                <a:gd name="connsiteY7" fmla="*/ 203011 h 361333"/>
                <a:gd name="connsiteX8" fmla="*/ 280518 w 361670"/>
                <a:gd name="connsiteY8" fmla="*/ 201095 h 361333"/>
                <a:gd name="connsiteX9" fmla="*/ 280518 w 361670"/>
                <a:gd name="connsiteY9" fmla="*/ 192158 h 361333"/>
                <a:gd name="connsiteX10" fmla="*/ 285630 w 361670"/>
                <a:gd name="connsiteY10" fmla="*/ 187051 h 361333"/>
                <a:gd name="connsiteX11" fmla="*/ 260709 w 361670"/>
                <a:gd name="connsiteY11" fmla="*/ 187051 h 361333"/>
                <a:gd name="connsiteX12" fmla="*/ 254958 w 361670"/>
                <a:gd name="connsiteY12" fmla="*/ 226631 h 361333"/>
                <a:gd name="connsiteX13" fmla="*/ 246651 w 361670"/>
                <a:gd name="connsiteY13" fmla="*/ 233015 h 361333"/>
                <a:gd name="connsiteX14" fmla="*/ 244735 w 361670"/>
                <a:gd name="connsiteY14" fmla="*/ 233015 h 361333"/>
                <a:gd name="connsiteX15" fmla="*/ 198727 w 361670"/>
                <a:gd name="connsiteY15" fmla="*/ 292386 h 361333"/>
                <a:gd name="connsiteX16" fmla="*/ 196171 w 361670"/>
                <a:gd name="connsiteY16" fmla="*/ 293025 h 361333"/>
                <a:gd name="connsiteX17" fmla="*/ 190420 w 361670"/>
                <a:gd name="connsiteY17" fmla="*/ 289194 h 361333"/>
                <a:gd name="connsiteX18" fmla="*/ 191059 w 361670"/>
                <a:gd name="connsiteY18" fmla="*/ 282810 h 361333"/>
                <a:gd name="connsiteX19" fmla="*/ 120131 w 361670"/>
                <a:gd name="connsiteY19" fmla="*/ 187051 h 361333"/>
                <a:gd name="connsiteX20" fmla="*/ 110546 w 361670"/>
                <a:gd name="connsiteY20" fmla="*/ 187051 h 361333"/>
                <a:gd name="connsiteX21" fmla="*/ 96488 w 361670"/>
                <a:gd name="connsiteY21" fmla="*/ 201095 h 361333"/>
                <a:gd name="connsiteX22" fmla="*/ 92015 w 361670"/>
                <a:gd name="connsiteY22" fmla="*/ 203011 h 361333"/>
                <a:gd name="connsiteX23" fmla="*/ 60704 w 361670"/>
                <a:gd name="connsiteY23" fmla="*/ 203011 h 361333"/>
                <a:gd name="connsiteX24" fmla="*/ 54953 w 361670"/>
                <a:gd name="connsiteY24" fmla="*/ 199180 h 361333"/>
                <a:gd name="connsiteX25" fmla="*/ 56231 w 361670"/>
                <a:gd name="connsiteY25" fmla="*/ 192158 h 361333"/>
                <a:gd name="connsiteX26" fmla="*/ 67733 w 361670"/>
                <a:gd name="connsiteY26" fmla="*/ 180667 h 361333"/>
                <a:gd name="connsiteX27" fmla="*/ 56231 w 361670"/>
                <a:gd name="connsiteY27" fmla="*/ 169176 h 361333"/>
                <a:gd name="connsiteX28" fmla="*/ 54953 w 361670"/>
                <a:gd name="connsiteY28" fmla="*/ 162153 h 361333"/>
                <a:gd name="connsiteX29" fmla="*/ 60704 w 361670"/>
                <a:gd name="connsiteY29" fmla="*/ 158323 h 361333"/>
                <a:gd name="connsiteX30" fmla="*/ 92015 w 361670"/>
                <a:gd name="connsiteY30" fmla="*/ 158323 h 361333"/>
                <a:gd name="connsiteX31" fmla="*/ 96488 w 361670"/>
                <a:gd name="connsiteY31" fmla="*/ 160238 h 361333"/>
                <a:gd name="connsiteX32" fmla="*/ 110546 w 361670"/>
                <a:gd name="connsiteY32" fmla="*/ 174283 h 361333"/>
                <a:gd name="connsiteX33" fmla="*/ 120131 w 361670"/>
                <a:gd name="connsiteY33" fmla="*/ 174283 h 361333"/>
                <a:gd name="connsiteX34" fmla="*/ 191698 w 361670"/>
                <a:gd name="connsiteY34" fmla="*/ 79161 h 361333"/>
                <a:gd name="connsiteX35" fmla="*/ 191059 w 361670"/>
                <a:gd name="connsiteY35" fmla="*/ 72777 h 361333"/>
                <a:gd name="connsiteX36" fmla="*/ 199366 w 361670"/>
                <a:gd name="connsiteY36" fmla="*/ 69585 h 361333"/>
                <a:gd name="connsiteX37" fmla="*/ 245373 w 361670"/>
                <a:gd name="connsiteY37" fmla="*/ 128956 h 361333"/>
                <a:gd name="connsiteX38" fmla="*/ 247291 w 361670"/>
                <a:gd name="connsiteY38" fmla="*/ 128956 h 361333"/>
                <a:gd name="connsiteX39" fmla="*/ 255597 w 361670"/>
                <a:gd name="connsiteY39" fmla="*/ 135340 h 361333"/>
                <a:gd name="connsiteX40" fmla="*/ 261348 w 361670"/>
                <a:gd name="connsiteY40" fmla="*/ 174921 h 361333"/>
                <a:gd name="connsiteX41" fmla="*/ 286269 w 361670"/>
                <a:gd name="connsiteY41" fmla="*/ 174921 h 361333"/>
                <a:gd name="connsiteX42" fmla="*/ 281157 w 361670"/>
                <a:gd name="connsiteY42" fmla="*/ 169814 h 361333"/>
                <a:gd name="connsiteX43" fmla="*/ 281157 w 361670"/>
                <a:gd name="connsiteY43" fmla="*/ 160876 h 361333"/>
                <a:gd name="connsiteX44" fmla="*/ 290103 w 361670"/>
                <a:gd name="connsiteY44" fmla="*/ 160876 h 361333"/>
                <a:gd name="connsiteX45" fmla="*/ 306078 w 361670"/>
                <a:gd name="connsiteY45" fmla="*/ 176836 h 361333"/>
                <a:gd name="connsiteX46" fmla="*/ 307995 w 361670"/>
                <a:gd name="connsiteY46" fmla="*/ 181305 h 361333"/>
                <a:gd name="connsiteX47" fmla="*/ 305439 w 361670"/>
                <a:gd name="connsiteY47" fmla="*/ 18513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257"/>
                    <a:pt x="361670" y="180667"/>
                  </a:cubicBezTo>
                  <a:cubicBezTo>
                    <a:pt x="361670" y="81076"/>
                    <a:pt x="280518" y="0"/>
                    <a:pt x="180835" y="0"/>
                  </a:cubicBezTo>
                  <a:close/>
                  <a:moveTo>
                    <a:pt x="305439" y="185135"/>
                  </a:moveTo>
                  <a:lnTo>
                    <a:pt x="289464" y="201095"/>
                  </a:lnTo>
                  <a:cubicBezTo>
                    <a:pt x="288186" y="202372"/>
                    <a:pt x="286269" y="203011"/>
                    <a:pt x="284991" y="203011"/>
                  </a:cubicBezTo>
                  <a:cubicBezTo>
                    <a:pt x="283713" y="203011"/>
                    <a:pt x="281796" y="202372"/>
                    <a:pt x="280518" y="201095"/>
                  </a:cubicBezTo>
                  <a:cubicBezTo>
                    <a:pt x="277962" y="198542"/>
                    <a:pt x="277962" y="194711"/>
                    <a:pt x="280518" y="192158"/>
                  </a:cubicBezTo>
                  <a:lnTo>
                    <a:pt x="285630" y="187051"/>
                  </a:lnTo>
                  <a:lnTo>
                    <a:pt x="260709" y="187051"/>
                  </a:lnTo>
                  <a:cubicBezTo>
                    <a:pt x="260071" y="200457"/>
                    <a:pt x="258153" y="213863"/>
                    <a:pt x="254958" y="226631"/>
                  </a:cubicBezTo>
                  <a:cubicBezTo>
                    <a:pt x="253681" y="230462"/>
                    <a:pt x="250486" y="233015"/>
                    <a:pt x="246651" y="233015"/>
                  </a:cubicBezTo>
                  <a:lnTo>
                    <a:pt x="244735" y="233015"/>
                  </a:lnTo>
                  <a:cubicBezTo>
                    <a:pt x="235150" y="261743"/>
                    <a:pt x="218536" y="283449"/>
                    <a:pt x="198727" y="292386"/>
                  </a:cubicBezTo>
                  <a:cubicBezTo>
                    <a:pt x="198088" y="293025"/>
                    <a:pt x="196810" y="293025"/>
                    <a:pt x="196171" y="293025"/>
                  </a:cubicBezTo>
                  <a:cubicBezTo>
                    <a:pt x="193615" y="293025"/>
                    <a:pt x="191698" y="291748"/>
                    <a:pt x="190420" y="289194"/>
                  </a:cubicBezTo>
                  <a:cubicBezTo>
                    <a:pt x="189142" y="286641"/>
                    <a:pt x="189781" y="284725"/>
                    <a:pt x="191059" y="282810"/>
                  </a:cubicBezTo>
                  <a:lnTo>
                    <a:pt x="120131" y="187051"/>
                  </a:lnTo>
                  <a:lnTo>
                    <a:pt x="110546" y="187051"/>
                  </a:lnTo>
                  <a:lnTo>
                    <a:pt x="96488" y="201095"/>
                  </a:lnTo>
                  <a:cubicBezTo>
                    <a:pt x="95210" y="202372"/>
                    <a:pt x="93932" y="203011"/>
                    <a:pt x="92015" y="203011"/>
                  </a:cubicBezTo>
                  <a:lnTo>
                    <a:pt x="60704" y="203011"/>
                  </a:lnTo>
                  <a:cubicBezTo>
                    <a:pt x="58148" y="203011"/>
                    <a:pt x="55593" y="201734"/>
                    <a:pt x="54953" y="199180"/>
                  </a:cubicBezTo>
                  <a:cubicBezTo>
                    <a:pt x="53675" y="196627"/>
                    <a:pt x="54314" y="194073"/>
                    <a:pt x="56231" y="192158"/>
                  </a:cubicBezTo>
                  <a:lnTo>
                    <a:pt x="67733" y="180667"/>
                  </a:lnTo>
                  <a:lnTo>
                    <a:pt x="56231" y="169176"/>
                  </a:lnTo>
                  <a:cubicBezTo>
                    <a:pt x="54314" y="167260"/>
                    <a:pt x="53675" y="164707"/>
                    <a:pt x="54953" y="162153"/>
                  </a:cubicBezTo>
                  <a:cubicBezTo>
                    <a:pt x="56231" y="159600"/>
                    <a:pt x="58148" y="158323"/>
                    <a:pt x="60704" y="158323"/>
                  </a:cubicBezTo>
                  <a:lnTo>
                    <a:pt x="92015" y="158323"/>
                  </a:lnTo>
                  <a:cubicBezTo>
                    <a:pt x="93932" y="158323"/>
                    <a:pt x="95210" y="158961"/>
                    <a:pt x="96488" y="160238"/>
                  </a:cubicBezTo>
                  <a:lnTo>
                    <a:pt x="110546" y="174283"/>
                  </a:lnTo>
                  <a:lnTo>
                    <a:pt x="120131" y="174283"/>
                  </a:lnTo>
                  <a:lnTo>
                    <a:pt x="191698" y="79161"/>
                  </a:lnTo>
                  <a:cubicBezTo>
                    <a:pt x="190420" y="77246"/>
                    <a:pt x="189781" y="74692"/>
                    <a:pt x="191059" y="72777"/>
                  </a:cubicBezTo>
                  <a:cubicBezTo>
                    <a:pt x="192337" y="69585"/>
                    <a:pt x="196171" y="68308"/>
                    <a:pt x="199366" y="69585"/>
                  </a:cubicBezTo>
                  <a:cubicBezTo>
                    <a:pt x="219175" y="78523"/>
                    <a:pt x="236428" y="100228"/>
                    <a:pt x="245373" y="128956"/>
                  </a:cubicBezTo>
                  <a:lnTo>
                    <a:pt x="247291" y="128956"/>
                  </a:lnTo>
                  <a:cubicBezTo>
                    <a:pt x="251124" y="128956"/>
                    <a:pt x="254958" y="131510"/>
                    <a:pt x="255597" y="135340"/>
                  </a:cubicBezTo>
                  <a:cubicBezTo>
                    <a:pt x="258792" y="148108"/>
                    <a:pt x="260709" y="161515"/>
                    <a:pt x="261348" y="174921"/>
                  </a:cubicBezTo>
                  <a:lnTo>
                    <a:pt x="286269" y="174921"/>
                  </a:lnTo>
                  <a:lnTo>
                    <a:pt x="281157" y="169814"/>
                  </a:lnTo>
                  <a:cubicBezTo>
                    <a:pt x="278601" y="167260"/>
                    <a:pt x="278601" y="163430"/>
                    <a:pt x="281157" y="160876"/>
                  </a:cubicBezTo>
                  <a:cubicBezTo>
                    <a:pt x="283713" y="158323"/>
                    <a:pt x="287547" y="158323"/>
                    <a:pt x="290103" y="160876"/>
                  </a:cubicBezTo>
                  <a:lnTo>
                    <a:pt x="306078" y="176836"/>
                  </a:lnTo>
                  <a:cubicBezTo>
                    <a:pt x="307356" y="178113"/>
                    <a:pt x="307995" y="179390"/>
                    <a:pt x="307995" y="181305"/>
                  </a:cubicBezTo>
                  <a:cubicBezTo>
                    <a:pt x="307356" y="182582"/>
                    <a:pt x="306717" y="183859"/>
                    <a:pt x="305439" y="185135"/>
                  </a:cubicBezTo>
                  <a:close/>
                </a:path>
              </a:pathLst>
            </a:custGeom>
            <a:solidFill>
              <a:srgbClr val="00A3E0"/>
            </a:solidFill>
            <a:ln w="6390" cap="flat">
              <a:noFill/>
              <a:prstDash val="solid"/>
              <a:miter/>
            </a:ln>
          </p:spPr>
          <p:txBody>
            <a:bodyPr rtlCol="0" anchor="ctr"/>
            <a:lstStyle/>
            <a:p>
              <a:endParaRPr lang="en-US"/>
            </a:p>
          </p:txBody>
        </p:sp>
        <p:sp>
          <p:nvSpPr>
            <p:cNvPr id="895" name="Graphic 4">
              <a:extLst>
                <a:ext uri="{FF2B5EF4-FFF2-40B4-BE49-F238E27FC236}">
                  <a16:creationId xmlns:a16="http://schemas.microsoft.com/office/drawing/2014/main" id="{FD566205-969B-AF49-A092-36A56969A00F}"/>
                </a:ext>
              </a:extLst>
            </p:cNvPr>
            <p:cNvSpPr/>
            <p:nvPr/>
          </p:nvSpPr>
          <p:spPr>
            <a:xfrm>
              <a:off x="4284452" y="2997442"/>
              <a:ext cx="9584" cy="77884"/>
            </a:xfrm>
            <a:custGeom>
              <a:avLst/>
              <a:gdLst>
                <a:gd name="connsiteX0" fmla="*/ 0 w 9584"/>
                <a:gd name="connsiteY0" fmla="*/ 0 h 77884"/>
                <a:gd name="connsiteX1" fmla="*/ 4473 w 9584"/>
                <a:gd name="connsiteY1" fmla="*/ 38942 h 77884"/>
                <a:gd name="connsiteX2" fmla="*/ 0 w 9584"/>
                <a:gd name="connsiteY2" fmla="*/ 77885 h 77884"/>
                <a:gd name="connsiteX3" fmla="*/ 5112 w 9584"/>
                <a:gd name="connsiteY3" fmla="*/ 77885 h 77884"/>
                <a:gd name="connsiteX4" fmla="*/ 9585 w 9584"/>
                <a:gd name="connsiteY4" fmla="*/ 38942 h 77884"/>
                <a:gd name="connsiteX5" fmla="*/ 5112 w 9584"/>
                <a:gd name="connsiteY5" fmla="*/ 0 h 77884"/>
                <a:gd name="connsiteX6" fmla="*/ 0 w 9584"/>
                <a:gd name="connsiteY6" fmla="*/ 0 h 77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84" h="77884">
                  <a:moveTo>
                    <a:pt x="0" y="0"/>
                  </a:moveTo>
                  <a:cubicBezTo>
                    <a:pt x="1917" y="11491"/>
                    <a:pt x="4473" y="30643"/>
                    <a:pt x="4473" y="38942"/>
                  </a:cubicBezTo>
                  <a:cubicBezTo>
                    <a:pt x="4473" y="47241"/>
                    <a:pt x="1917" y="66393"/>
                    <a:pt x="0" y="77885"/>
                  </a:cubicBezTo>
                  <a:lnTo>
                    <a:pt x="5112" y="77885"/>
                  </a:lnTo>
                  <a:cubicBezTo>
                    <a:pt x="8307" y="65117"/>
                    <a:pt x="9585" y="52349"/>
                    <a:pt x="9585" y="38942"/>
                  </a:cubicBezTo>
                  <a:cubicBezTo>
                    <a:pt x="9585" y="25536"/>
                    <a:pt x="8307" y="12768"/>
                    <a:pt x="5112" y="0"/>
                  </a:cubicBezTo>
                  <a:lnTo>
                    <a:pt x="0" y="0"/>
                  </a:lnTo>
                  <a:close/>
                </a:path>
              </a:pathLst>
            </a:custGeom>
            <a:solidFill>
              <a:srgbClr val="00A3E0"/>
            </a:solidFill>
            <a:ln w="6390" cap="flat">
              <a:noFill/>
              <a:prstDash val="solid"/>
              <a:miter/>
            </a:ln>
          </p:spPr>
          <p:txBody>
            <a:bodyPr rtlCol="0" anchor="ctr"/>
            <a:lstStyle/>
            <a:p>
              <a:endParaRPr lang="en-US"/>
            </a:p>
          </p:txBody>
        </p:sp>
      </p:grpSp>
      <p:grpSp>
        <p:nvGrpSpPr>
          <p:cNvPr id="896" name="Graphic 4">
            <a:extLst>
              <a:ext uri="{FF2B5EF4-FFF2-40B4-BE49-F238E27FC236}">
                <a16:creationId xmlns:a16="http://schemas.microsoft.com/office/drawing/2014/main" id="{756F1FD9-D6B1-7A47-BC4B-CB5081719EEA}"/>
              </a:ext>
            </a:extLst>
          </p:cNvPr>
          <p:cNvGrpSpPr>
            <a:grpSpLocks noChangeAspect="1"/>
          </p:cNvGrpSpPr>
          <p:nvPr/>
        </p:nvGrpSpPr>
        <p:grpSpPr>
          <a:xfrm>
            <a:off x="5099808" y="2855717"/>
            <a:ext cx="361670" cy="361333"/>
            <a:chOff x="5099808" y="2855717"/>
            <a:chExt cx="361670" cy="361333"/>
          </a:xfrm>
          <a:solidFill>
            <a:srgbClr val="00A3E0"/>
          </a:solidFill>
        </p:grpSpPr>
        <p:sp>
          <p:nvSpPr>
            <p:cNvPr id="897" name="Graphic 4">
              <a:extLst>
                <a:ext uri="{FF2B5EF4-FFF2-40B4-BE49-F238E27FC236}">
                  <a16:creationId xmlns:a16="http://schemas.microsoft.com/office/drawing/2014/main" id="{D2E56A7D-D787-4349-950E-0A84FED4FB02}"/>
                </a:ext>
              </a:extLst>
            </p:cNvPr>
            <p:cNvSpPr/>
            <p:nvPr/>
          </p:nvSpPr>
          <p:spPr>
            <a:xfrm>
              <a:off x="5267225" y="2945093"/>
              <a:ext cx="15336" cy="17236"/>
            </a:xfrm>
            <a:custGeom>
              <a:avLst/>
              <a:gdLst>
                <a:gd name="connsiteX0" fmla="*/ 15336 w 15336"/>
                <a:gd name="connsiteY0" fmla="*/ 8938 h 17236"/>
                <a:gd name="connsiteX1" fmla="*/ 14697 w 15336"/>
                <a:gd name="connsiteY1" fmla="*/ 0 h 17236"/>
                <a:gd name="connsiteX2" fmla="*/ 12141 w 15336"/>
                <a:gd name="connsiteY2" fmla="*/ 3192 h 17236"/>
                <a:gd name="connsiteX3" fmla="*/ 7668 w 15336"/>
                <a:gd name="connsiteY3" fmla="*/ 5746 h 17236"/>
                <a:gd name="connsiteX4" fmla="*/ 3195 w 15336"/>
                <a:gd name="connsiteY4" fmla="*/ 4469 h 17236"/>
                <a:gd name="connsiteX5" fmla="*/ 0 w 15336"/>
                <a:gd name="connsiteY5" fmla="*/ 1915 h 17236"/>
                <a:gd name="connsiteX6" fmla="*/ 639 w 15336"/>
                <a:gd name="connsiteY6" fmla="*/ 10853 h 17236"/>
                <a:gd name="connsiteX7" fmla="*/ 8307 w 15336"/>
                <a:gd name="connsiteY7" fmla="*/ 17237 h 17236"/>
                <a:gd name="connsiteX8" fmla="*/ 15336 w 15336"/>
                <a:gd name="connsiteY8" fmla="*/ 8938 h 17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36" h="17236">
                  <a:moveTo>
                    <a:pt x="15336" y="8938"/>
                  </a:moveTo>
                  <a:lnTo>
                    <a:pt x="14697" y="0"/>
                  </a:lnTo>
                  <a:lnTo>
                    <a:pt x="12141" y="3192"/>
                  </a:lnTo>
                  <a:cubicBezTo>
                    <a:pt x="10863" y="4469"/>
                    <a:pt x="9585" y="5107"/>
                    <a:pt x="7668" y="5746"/>
                  </a:cubicBezTo>
                  <a:cubicBezTo>
                    <a:pt x="5751" y="5746"/>
                    <a:pt x="4473" y="5107"/>
                    <a:pt x="3195" y="4469"/>
                  </a:cubicBezTo>
                  <a:lnTo>
                    <a:pt x="0" y="1915"/>
                  </a:lnTo>
                  <a:lnTo>
                    <a:pt x="639" y="10853"/>
                  </a:lnTo>
                  <a:lnTo>
                    <a:pt x="8307" y="17237"/>
                  </a:lnTo>
                  <a:lnTo>
                    <a:pt x="15336" y="8938"/>
                  </a:lnTo>
                  <a:close/>
                </a:path>
              </a:pathLst>
            </a:custGeom>
            <a:solidFill>
              <a:srgbClr val="00A3E0"/>
            </a:solidFill>
            <a:ln w="6390" cap="flat">
              <a:noFill/>
              <a:prstDash val="solid"/>
              <a:miter/>
            </a:ln>
          </p:spPr>
          <p:txBody>
            <a:bodyPr rtlCol="0" anchor="ctr"/>
            <a:lstStyle/>
            <a:p>
              <a:endParaRPr lang="en-US"/>
            </a:p>
          </p:txBody>
        </p:sp>
        <p:sp>
          <p:nvSpPr>
            <p:cNvPr id="898" name="Graphic 4">
              <a:extLst>
                <a:ext uri="{FF2B5EF4-FFF2-40B4-BE49-F238E27FC236}">
                  <a16:creationId xmlns:a16="http://schemas.microsoft.com/office/drawing/2014/main" id="{865D58C3-6D12-0444-B3F1-7A79810F29C2}"/>
                </a:ext>
              </a:extLst>
            </p:cNvPr>
            <p:cNvSpPr/>
            <p:nvPr/>
          </p:nvSpPr>
          <p:spPr>
            <a:xfrm>
              <a:off x="5189906" y="2981482"/>
              <a:ext cx="17252" cy="17236"/>
            </a:xfrm>
            <a:custGeom>
              <a:avLst/>
              <a:gdLst>
                <a:gd name="connsiteX0" fmla="*/ 8946 w 17252"/>
                <a:gd name="connsiteY0" fmla="*/ 0 h 17236"/>
                <a:gd name="connsiteX1" fmla="*/ 9585 w 17252"/>
                <a:gd name="connsiteY1" fmla="*/ 3830 h 17236"/>
                <a:gd name="connsiteX2" fmla="*/ 3834 w 17252"/>
                <a:gd name="connsiteY2" fmla="*/ 10853 h 17236"/>
                <a:gd name="connsiteX3" fmla="*/ 0 w 17252"/>
                <a:gd name="connsiteY3" fmla="*/ 11491 h 17236"/>
                <a:gd name="connsiteX4" fmla="*/ 7029 w 17252"/>
                <a:gd name="connsiteY4" fmla="*/ 17237 h 17236"/>
                <a:gd name="connsiteX5" fmla="*/ 17253 w 17252"/>
                <a:gd name="connsiteY5" fmla="*/ 16598 h 17236"/>
                <a:gd name="connsiteX6" fmla="*/ 16614 w 17252"/>
                <a:gd name="connsiteY6" fmla="*/ 6384 h 17236"/>
                <a:gd name="connsiteX7" fmla="*/ 8946 w 17252"/>
                <a:gd name="connsiteY7" fmla="*/ 0 h 17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52" h="17236">
                  <a:moveTo>
                    <a:pt x="8946" y="0"/>
                  </a:moveTo>
                  <a:lnTo>
                    <a:pt x="9585" y="3830"/>
                  </a:lnTo>
                  <a:cubicBezTo>
                    <a:pt x="9585" y="7022"/>
                    <a:pt x="7029" y="10214"/>
                    <a:pt x="3834" y="10853"/>
                  </a:cubicBezTo>
                  <a:lnTo>
                    <a:pt x="0" y="11491"/>
                  </a:lnTo>
                  <a:lnTo>
                    <a:pt x="7029" y="17237"/>
                  </a:lnTo>
                  <a:lnTo>
                    <a:pt x="17253" y="16598"/>
                  </a:lnTo>
                  <a:lnTo>
                    <a:pt x="16614" y="6384"/>
                  </a:lnTo>
                  <a:lnTo>
                    <a:pt x="8946" y="0"/>
                  </a:lnTo>
                  <a:close/>
                </a:path>
              </a:pathLst>
            </a:custGeom>
            <a:solidFill>
              <a:srgbClr val="00A3E0"/>
            </a:solidFill>
            <a:ln w="6390" cap="flat">
              <a:noFill/>
              <a:prstDash val="solid"/>
              <a:miter/>
            </a:ln>
          </p:spPr>
          <p:txBody>
            <a:bodyPr rtlCol="0" anchor="ctr"/>
            <a:lstStyle/>
            <a:p>
              <a:endParaRPr lang="en-US"/>
            </a:p>
          </p:txBody>
        </p:sp>
        <p:sp>
          <p:nvSpPr>
            <p:cNvPr id="899" name="Graphic 4">
              <a:extLst>
                <a:ext uri="{FF2B5EF4-FFF2-40B4-BE49-F238E27FC236}">
                  <a16:creationId xmlns:a16="http://schemas.microsoft.com/office/drawing/2014/main" id="{55CAAC06-B440-A244-9478-B54BAA91902D}"/>
                </a:ext>
              </a:extLst>
            </p:cNvPr>
            <p:cNvSpPr/>
            <p:nvPr/>
          </p:nvSpPr>
          <p:spPr>
            <a:xfrm>
              <a:off x="5225051" y="2957861"/>
              <a:ext cx="17252" cy="17875"/>
            </a:xfrm>
            <a:custGeom>
              <a:avLst/>
              <a:gdLst>
                <a:gd name="connsiteX0" fmla="*/ 17253 w 17252"/>
                <a:gd name="connsiteY0" fmla="*/ 8299 h 17875"/>
                <a:gd name="connsiteX1" fmla="*/ 12780 w 17252"/>
                <a:gd name="connsiteY1" fmla="*/ 0 h 17875"/>
                <a:gd name="connsiteX2" fmla="*/ 11502 w 17252"/>
                <a:gd name="connsiteY2" fmla="*/ 3830 h 17875"/>
                <a:gd name="connsiteX3" fmla="*/ 3834 w 17252"/>
                <a:gd name="connsiteY3" fmla="*/ 8299 h 17875"/>
                <a:gd name="connsiteX4" fmla="*/ 0 w 17252"/>
                <a:gd name="connsiteY4" fmla="*/ 7022 h 17875"/>
                <a:gd name="connsiteX5" fmla="*/ 4473 w 17252"/>
                <a:gd name="connsiteY5" fmla="*/ 15322 h 17875"/>
                <a:gd name="connsiteX6" fmla="*/ 14697 w 17252"/>
                <a:gd name="connsiteY6" fmla="*/ 17875 h 17875"/>
                <a:gd name="connsiteX7" fmla="*/ 17253 w 17252"/>
                <a:gd name="connsiteY7" fmla="*/ 8299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52" h="17875">
                  <a:moveTo>
                    <a:pt x="17253" y="8299"/>
                  </a:moveTo>
                  <a:lnTo>
                    <a:pt x="12780" y="0"/>
                  </a:lnTo>
                  <a:lnTo>
                    <a:pt x="11502" y="3830"/>
                  </a:lnTo>
                  <a:cubicBezTo>
                    <a:pt x="10863" y="7022"/>
                    <a:pt x="7029" y="8938"/>
                    <a:pt x="3834" y="8299"/>
                  </a:cubicBezTo>
                  <a:lnTo>
                    <a:pt x="0" y="7022"/>
                  </a:lnTo>
                  <a:lnTo>
                    <a:pt x="4473" y="15322"/>
                  </a:lnTo>
                  <a:lnTo>
                    <a:pt x="14697" y="17875"/>
                  </a:lnTo>
                  <a:lnTo>
                    <a:pt x="17253" y="8299"/>
                  </a:lnTo>
                  <a:close/>
                </a:path>
              </a:pathLst>
            </a:custGeom>
            <a:solidFill>
              <a:srgbClr val="00A3E0"/>
            </a:solidFill>
            <a:ln w="6390" cap="flat">
              <a:noFill/>
              <a:prstDash val="solid"/>
              <a:miter/>
            </a:ln>
          </p:spPr>
          <p:txBody>
            <a:bodyPr rtlCol="0" anchor="ctr"/>
            <a:lstStyle/>
            <a:p>
              <a:endParaRPr lang="en-US"/>
            </a:p>
          </p:txBody>
        </p:sp>
        <p:sp>
          <p:nvSpPr>
            <p:cNvPr id="900" name="Graphic 4">
              <a:extLst>
                <a:ext uri="{FF2B5EF4-FFF2-40B4-BE49-F238E27FC236}">
                  <a16:creationId xmlns:a16="http://schemas.microsoft.com/office/drawing/2014/main" id="{8F925053-1CA5-7D43-AE05-326DFC3DBD23}"/>
                </a:ext>
              </a:extLst>
            </p:cNvPr>
            <p:cNvSpPr/>
            <p:nvPr/>
          </p:nvSpPr>
          <p:spPr>
            <a:xfrm>
              <a:off x="5099808" y="2855717"/>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288825 w 361670"/>
                <a:gd name="connsiteY5" fmla="*/ 263020 h 361333"/>
                <a:gd name="connsiteX6" fmla="*/ 272850 w 361670"/>
                <a:gd name="connsiteY6" fmla="*/ 270681 h 361333"/>
                <a:gd name="connsiteX7" fmla="*/ 267739 w 361670"/>
                <a:gd name="connsiteY7" fmla="*/ 270042 h 361333"/>
                <a:gd name="connsiteX8" fmla="*/ 267100 w 361670"/>
                <a:gd name="connsiteY8" fmla="*/ 273234 h 361333"/>
                <a:gd name="connsiteX9" fmla="*/ 256237 w 361670"/>
                <a:gd name="connsiteY9" fmla="*/ 287279 h 361333"/>
                <a:gd name="connsiteX10" fmla="*/ 254959 w 361670"/>
                <a:gd name="connsiteY10" fmla="*/ 287917 h 361333"/>
                <a:gd name="connsiteX11" fmla="*/ 234511 w 361670"/>
                <a:gd name="connsiteY11" fmla="*/ 293663 h 361333"/>
                <a:gd name="connsiteX12" fmla="*/ 226843 w 361670"/>
                <a:gd name="connsiteY12" fmla="*/ 294940 h 361333"/>
                <a:gd name="connsiteX13" fmla="*/ 204478 w 361670"/>
                <a:gd name="connsiteY13" fmla="*/ 284087 h 361333"/>
                <a:gd name="connsiteX14" fmla="*/ 125882 w 361670"/>
                <a:gd name="connsiteY14" fmla="*/ 184497 h 361333"/>
                <a:gd name="connsiteX15" fmla="*/ 125243 w 361670"/>
                <a:gd name="connsiteY15" fmla="*/ 183859 h 361333"/>
                <a:gd name="connsiteX16" fmla="*/ 123326 w 361670"/>
                <a:gd name="connsiteY16" fmla="*/ 166622 h 361333"/>
                <a:gd name="connsiteX17" fmla="*/ 123965 w 361670"/>
                <a:gd name="connsiteY17" fmla="*/ 165345 h 361333"/>
                <a:gd name="connsiteX18" fmla="*/ 111824 w 361670"/>
                <a:gd name="connsiteY18" fmla="*/ 155131 h 361333"/>
                <a:gd name="connsiteX19" fmla="*/ 95210 w 361670"/>
                <a:gd name="connsiteY19" fmla="*/ 156408 h 361333"/>
                <a:gd name="connsiteX20" fmla="*/ 94571 w 361670"/>
                <a:gd name="connsiteY20" fmla="*/ 156408 h 361333"/>
                <a:gd name="connsiteX21" fmla="*/ 90737 w 361670"/>
                <a:gd name="connsiteY21" fmla="*/ 155131 h 361333"/>
                <a:gd name="connsiteX22" fmla="*/ 69650 w 361670"/>
                <a:gd name="connsiteY22" fmla="*/ 137256 h 361333"/>
                <a:gd name="connsiteX23" fmla="*/ 67734 w 361670"/>
                <a:gd name="connsiteY23" fmla="*/ 130233 h 361333"/>
                <a:gd name="connsiteX24" fmla="*/ 73484 w 361670"/>
                <a:gd name="connsiteY24" fmla="*/ 125764 h 361333"/>
                <a:gd name="connsiteX25" fmla="*/ 86264 w 361670"/>
                <a:gd name="connsiteY25" fmla="*/ 124488 h 361333"/>
                <a:gd name="connsiteX26" fmla="*/ 84986 w 361670"/>
                <a:gd name="connsiteY26" fmla="*/ 111720 h 361333"/>
                <a:gd name="connsiteX27" fmla="*/ 88181 w 361670"/>
                <a:gd name="connsiteY27" fmla="*/ 105336 h 361333"/>
                <a:gd name="connsiteX28" fmla="*/ 95210 w 361670"/>
                <a:gd name="connsiteY28" fmla="*/ 105974 h 361333"/>
                <a:gd name="connsiteX29" fmla="*/ 116297 w 361670"/>
                <a:gd name="connsiteY29" fmla="*/ 123849 h 361333"/>
                <a:gd name="connsiteX30" fmla="*/ 118853 w 361670"/>
                <a:gd name="connsiteY30" fmla="*/ 128318 h 361333"/>
                <a:gd name="connsiteX31" fmla="*/ 120131 w 361670"/>
                <a:gd name="connsiteY31" fmla="*/ 144916 h 361333"/>
                <a:gd name="connsiteX32" fmla="*/ 131633 w 361670"/>
                <a:gd name="connsiteY32" fmla="*/ 154492 h 361333"/>
                <a:gd name="connsiteX33" fmla="*/ 134828 w 361670"/>
                <a:gd name="connsiteY33" fmla="*/ 152577 h 361333"/>
                <a:gd name="connsiteX34" fmla="*/ 146969 w 361670"/>
                <a:gd name="connsiteY34" fmla="*/ 145555 h 361333"/>
                <a:gd name="connsiteX35" fmla="*/ 140579 w 361670"/>
                <a:gd name="connsiteY35" fmla="*/ 134064 h 361333"/>
                <a:gd name="connsiteX36" fmla="*/ 124604 w 361670"/>
                <a:gd name="connsiteY36" fmla="*/ 129595 h 361333"/>
                <a:gd name="connsiteX37" fmla="*/ 120770 w 361670"/>
                <a:gd name="connsiteY37" fmla="*/ 126403 h 361333"/>
                <a:gd name="connsiteX38" fmla="*/ 107351 w 361670"/>
                <a:gd name="connsiteY38" fmla="*/ 102782 h 361333"/>
                <a:gd name="connsiteX39" fmla="*/ 107990 w 361670"/>
                <a:gd name="connsiteY39" fmla="*/ 95760 h 361333"/>
                <a:gd name="connsiteX40" fmla="*/ 115019 w 361670"/>
                <a:gd name="connsiteY40" fmla="*/ 93844 h 361333"/>
                <a:gd name="connsiteX41" fmla="*/ 127799 w 361670"/>
                <a:gd name="connsiteY41" fmla="*/ 97675 h 361333"/>
                <a:gd name="connsiteX42" fmla="*/ 131633 w 361670"/>
                <a:gd name="connsiteY42" fmla="*/ 84907 h 361333"/>
                <a:gd name="connsiteX43" fmla="*/ 136745 w 361670"/>
                <a:gd name="connsiteY43" fmla="*/ 80438 h 361333"/>
                <a:gd name="connsiteX44" fmla="*/ 143135 w 361670"/>
                <a:gd name="connsiteY44" fmla="*/ 83630 h 361333"/>
                <a:gd name="connsiteX45" fmla="*/ 156553 w 361670"/>
                <a:gd name="connsiteY45" fmla="*/ 107251 h 361333"/>
                <a:gd name="connsiteX46" fmla="*/ 157193 w 361670"/>
                <a:gd name="connsiteY46" fmla="*/ 112358 h 361333"/>
                <a:gd name="connsiteX47" fmla="*/ 152720 w 361670"/>
                <a:gd name="connsiteY47" fmla="*/ 128318 h 361333"/>
                <a:gd name="connsiteX48" fmla="*/ 159110 w 361670"/>
                <a:gd name="connsiteY48" fmla="*/ 139809 h 361333"/>
                <a:gd name="connsiteX49" fmla="*/ 171251 w 361670"/>
                <a:gd name="connsiteY49" fmla="*/ 132787 h 361333"/>
                <a:gd name="connsiteX50" fmla="*/ 173806 w 361670"/>
                <a:gd name="connsiteY50" fmla="*/ 131510 h 361333"/>
                <a:gd name="connsiteX51" fmla="*/ 172528 w 361670"/>
                <a:gd name="connsiteY51" fmla="*/ 118742 h 361333"/>
                <a:gd name="connsiteX52" fmla="*/ 159748 w 361670"/>
                <a:gd name="connsiteY52" fmla="*/ 107889 h 361333"/>
                <a:gd name="connsiteX53" fmla="*/ 157193 w 361670"/>
                <a:gd name="connsiteY53" fmla="*/ 103420 h 361333"/>
                <a:gd name="connsiteX54" fmla="*/ 154637 w 361670"/>
                <a:gd name="connsiteY54" fmla="*/ 75969 h 361333"/>
                <a:gd name="connsiteX55" fmla="*/ 157832 w 361670"/>
                <a:gd name="connsiteY55" fmla="*/ 69585 h 361333"/>
                <a:gd name="connsiteX56" fmla="*/ 164861 w 361670"/>
                <a:gd name="connsiteY56" fmla="*/ 70224 h 361333"/>
                <a:gd name="connsiteX57" fmla="*/ 175084 w 361670"/>
                <a:gd name="connsiteY57" fmla="*/ 78523 h 361333"/>
                <a:gd name="connsiteX58" fmla="*/ 183391 w 361670"/>
                <a:gd name="connsiteY58" fmla="*/ 68308 h 361333"/>
                <a:gd name="connsiteX59" fmla="*/ 190420 w 361670"/>
                <a:gd name="connsiteY59" fmla="*/ 66393 h 361333"/>
                <a:gd name="connsiteX60" fmla="*/ 194893 w 361670"/>
                <a:gd name="connsiteY60" fmla="*/ 72139 h 361333"/>
                <a:gd name="connsiteX61" fmla="*/ 197449 w 361670"/>
                <a:gd name="connsiteY61" fmla="*/ 99590 h 361333"/>
                <a:gd name="connsiteX62" fmla="*/ 196171 w 361670"/>
                <a:gd name="connsiteY62" fmla="*/ 104059 h 361333"/>
                <a:gd name="connsiteX63" fmla="*/ 185947 w 361670"/>
                <a:gd name="connsiteY63" fmla="*/ 116827 h 361333"/>
                <a:gd name="connsiteX64" fmla="*/ 187225 w 361670"/>
                <a:gd name="connsiteY64" fmla="*/ 130233 h 361333"/>
                <a:gd name="connsiteX65" fmla="*/ 189142 w 361670"/>
                <a:gd name="connsiteY65" fmla="*/ 130872 h 361333"/>
                <a:gd name="connsiteX66" fmla="*/ 198727 w 361670"/>
                <a:gd name="connsiteY66" fmla="*/ 136617 h 361333"/>
                <a:gd name="connsiteX67" fmla="*/ 211507 w 361670"/>
                <a:gd name="connsiteY67" fmla="*/ 122572 h 361333"/>
                <a:gd name="connsiteX68" fmla="*/ 229399 w 361670"/>
                <a:gd name="connsiteY68" fmla="*/ 123849 h 361333"/>
                <a:gd name="connsiteX69" fmla="*/ 263905 w 361670"/>
                <a:gd name="connsiteY69" fmla="*/ 172368 h 361333"/>
                <a:gd name="connsiteX70" fmla="*/ 286270 w 361670"/>
                <a:gd name="connsiteY70" fmla="*/ 222801 h 361333"/>
                <a:gd name="connsiteX71" fmla="*/ 288825 w 361670"/>
                <a:gd name="connsiteY71" fmla="*/ 26302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1670" h="361333">
                  <a:moveTo>
                    <a:pt x="180836" y="0"/>
                  </a:moveTo>
                  <a:cubicBezTo>
                    <a:pt x="80513" y="0"/>
                    <a:pt x="0" y="81076"/>
                    <a:pt x="0" y="180667"/>
                  </a:cubicBezTo>
                  <a:cubicBezTo>
                    <a:pt x="0" y="280257"/>
                    <a:pt x="81152" y="361333"/>
                    <a:pt x="180836" y="361333"/>
                  </a:cubicBezTo>
                  <a:cubicBezTo>
                    <a:pt x="281157" y="361333"/>
                    <a:pt x="361671" y="280257"/>
                    <a:pt x="361671" y="180667"/>
                  </a:cubicBezTo>
                  <a:cubicBezTo>
                    <a:pt x="361671" y="81076"/>
                    <a:pt x="280518" y="0"/>
                    <a:pt x="180836" y="0"/>
                  </a:cubicBezTo>
                  <a:close/>
                  <a:moveTo>
                    <a:pt x="288825" y="263020"/>
                  </a:moveTo>
                  <a:cubicBezTo>
                    <a:pt x="284991" y="268127"/>
                    <a:pt x="279240" y="270681"/>
                    <a:pt x="272850" y="270681"/>
                  </a:cubicBezTo>
                  <a:cubicBezTo>
                    <a:pt x="270934" y="270681"/>
                    <a:pt x="269655" y="270681"/>
                    <a:pt x="267739" y="270042"/>
                  </a:cubicBezTo>
                  <a:cubicBezTo>
                    <a:pt x="267739" y="271319"/>
                    <a:pt x="267739" y="272596"/>
                    <a:pt x="267100" y="273234"/>
                  </a:cubicBezTo>
                  <a:cubicBezTo>
                    <a:pt x="265182" y="278980"/>
                    <a:pt x="261349" y="284087"/>
                    <a:pt x="256237" y="287279"/>
                  </a:cubicBezTo>
                  <a:cubicBezTo>
                    <a:pt x="255597" y="287279"/>
                    <a:pt x="255597" y="287917"/>
                    <a:pt x="254959" y="287917"/>
                  </a:cubicBezTo>
                  <a:lnTo>
                    <a:pt x="234511" y="293663"/>
                  </a:lnTo>
                  <a:cubicBezTo>
                    <a:pt x="231955" y="294301"/>
                    <a:pt x="229399" y="294940"/>
                    <a:pt x="226843" y="294940"/>
                  </a:cubicBezTo>
                  <a:cubicBezTo>
                    <a:pt x="218536" y="294940"/>
                    <a:pt x="210229" y="291109"/>
                    <a:pt x="204478" y="284087"/>
                  </a:cubicBezTo>
                  <a:lnTo>
                    <a:pt x="125882" y="184497"/>
                  </a:lnTo>
                  <a:cubicBezTo>
                    <a:pt x="125882" y="184497"/>
                    <a:pt x="125243" y="183859"/>
                    <a:pt x="125243" y="183859"/>
                  </a:cubicBezTo>
                  <a:cubicBezTo>
                    <a:pt x="122048" y="178752"/>
                    <a:pt x="121409" y="172368"/>
                    <a:pt x="123326" y="166622"/>
                  </a:cubicBezTo>
                  <a:cubicBezTo>
                    <a:pt x="123326" y="165984"/>
                    <a:pt x="123965" y="165984"/>
                    <a:pt x="123965" y="165345"/>
                  </a:cubicBezTo>
                  <a:lnTo>
                    <a:pt x="111824" y="155131"/>
                  </a:lnTo>
                  <a:lnTo>
                    <a:pt x="95210" y="156408"/>
                  </a:lnTo>
                  <a:cubicBezTo>
                    <a:pt x="95210" y="156408"/>
                    <a:pt x="94571" y="156408"/>
                    <a:pt x="94571" y="156408"/>
                  </a:cubicBezTo>
                  <a:cubicBezTo>
                    <a:pt x="93293" y="156408"/>
                    <a:pt x="91376" y="155769"/>
                    <a:pt x="90737" y="155131"/>
                  </a:cubicBezTo>
                  <a:lnTo>
                    <a:pt x="69650" y="137256"/>
                  </a:lnTo>
                  <a:cubicBezTo>
                    <a:pt x="67734" y="135340"/>
                    <a:pt x="67094" y="132787"/>
                    <a:pt x="67734" y="130233"/>
                  </a:cubicBezTo>
                  <a:cubicBezTo>
                    <a:pt x="68372" y="127680"/>
                    <a:pt x="70929" y="125764"/>
                    <a:pt x="73484" y="125764"/>
                  </a:cubicBezTo>
                  <a:lnTo>
                    <a:pt x="86264" y="124488"/>
                  </a:lnTo>
                  <a:lnTo>
                    <a:pt x="84986" y="111720"/>
                  </a:lnTo>
                  <a:cubicBezTo>
                    <a:pt x="84986" y="109166"/>
                    <a:pt x="86264" y="106612"/>
                    <a:pt x="88181" y="105336"/>
                  </a:cubicBezTo>
                  <a:cubicBezTo>
                    <a:pt x="90737" y="104059"/>
                    <a:pt x="93293" y="104697"/>
                    <a:pt x="95210" y="105974"/>
                  </a:cubicBezTo>
                  <a:lnTo>
                    <a:pt x="116297" y="123849"/>
                  </a:lnTo>
                  <a:cubicBezTo>
                    <a:pt x="117575" y="125126"/>
                    <a:pt x="118214" y="126403"/>
                    <a:pt x="118853" y="128318"/>
                  </a:cubicBezTo>
                  <a:lnTo>
                    <a:pt x="120131" y="144916"/>
                  </a:lnTo>
                  <a:lnTo>
                    <a:pt x="131633" y="154492"/>
                  </a:lnTo>
                  <a:cubicBezTo>
                    <a:pt x="132272" y="153854"/>
                    <a:pt x="133550" y="153216"/>
                    <a:pt x="134828" y="152577"/>
                  </a:cubicBezTo>
                  <a:lnTo>
                    <a:pt x="146969" y="145555"/>
                  </a:lnTo>
                  <a:lnTo>
                    <a:pt x="140579" y="134064"/>
                  </a:lnTo>
                  <a:lnTo>
                    <a:pt x="124604" y="129595"/>
                  </a:lnTo>
                  <a:cubicBezTo>
                    <a:pt x="122687" y="128956"/>
                    <a:pt x="121409" y="128318"/>
                    <a:pt x="120770" y="126403"/>
                  </a:cubicBezTo>
                  <a:lnTo>
                    <a:pt x="107351" y="102782"/>
                  </a:lnTo>
                  <a:cubicBezTo>
                    <a:pt x="106073" y="100228"/>
                    <a:pt x="106073" y="97675"/>
                    <a:pt x="107990" y="95760"/>
                  </a:cubicBezTo>
                  <a:cubicBezTo>
                    <a:pt x="109907" y="93844"/>
                    <a:pt x="112463" y="93206"/>
                    <a:pt x="115019" y="93844"/>
                  </a:cubicBezTo>
                  <a:lnTo>
                    <a:pt x="127799" y="97675"/>
                  </a:lnTo>
                  <a:lnTo>
                    <a:pt x="131633" y="84907"/>
                  </a:lnTo>
                  <a:cubicBezTo>
                    <a:pt x="132272" y="82353"/>
                    <a:pt x="134189" y="80438"/>
                    <a:pt x="136745" y="80438"/>
                  </a:cubicBezTo>
                  <a:cubicBezTo>
                    <a:pt x="139301" y="80438"/>
                    <a:pt x="141857" y="81715"/>
                    <a:pt x="143135" y="83630"/>
                  </a:cubicBezTo>
                  <a:lnTo>
                    <a:pt x="156553" y="107251"/>
                  </a:lnTo>
                  <a:cubicBezTo>
                    <a:pt x="157193" y="108528"/>
                    <a:pt x="157832" y="110443"/>
                    <a:pt x="157193" y="112358"/>
                  </a:cubicBezTo>
                  <a:lnTo>
                    <a:pt x="152720" y="128318"/>
                  </a:lnTo>
                  <a:lnTo>
                    <a:pt x="159110" y="139809"/>
                  </a:lnTo>
                  <a:lnTo>
                    <a:pt x="171251" y="132787"/>
                  </a:lnTo>
                  <a:cubicBezTo>
                    <a:pt x="171889" y="132148"/>
                    <a:pt x="173168" y="132148"/>
                    <a:pt x="173806" y="131510"/>
                  </a:cubicBezTo>
                  <a:lnTo>
                    <a:pt x="172528" y="118742"/>
                  </a:lnTo>
                  <a:lnTo>
                    <a:pt x="159748" y="107889"/>
                  </a:lnTo>
                  <a:cubicBezTo>
                    <a:pt x="158471" y="106612"/>
                    <a:pt x="157832" y="105336"/>
                    <a:pt x="157193" y="103420"/>
                  </a:cubicBezTo>
                  <a:lnTo>
                    <a:pt x="154637" y="75969"/>
                  </a:lnTo>
                  <a:cubicBezTo>
                    <a:pt x="154637" y="73416"/>
                    <a:pt x="155915" y="70862"/>
                    <a:pt x="157832" y="69585"/>
                  </a:cubicBezTo>
                  <a:cubicBezTo>
                    <a:pt x="160388" y="68308"/>
                    <a:pt x="162943" y="68947"/>
                    <a:pt x="164861" y="70224"/>
                  </a:cubicBezTo>
                  <a:lnTo>
                    <a:pt x="175084" y="78523"/>
                  </a:lnTo>
                  <a:lnTo>
                    <a:pt x="183391" y="68308"/>
                  </a:lnTo>
                  <a:cubicBezTo>
                    <a:pt x="185308" y="66393"/>
                    <a:pt x="187864" y="65755"/>
                    <a:pt x="190420" y="66393"/>
                  </a:cubicBezTo>
                  <a:cubicBezTo>
                    <a:pt x="192976" y="67032"/>
                    <a:pt x="194893" y="69585"/>
                    <a:pt x="194893" y="72139"/>
                  </a:cubicBezTo>
                  <a:lnTo>
                    <a:pt x="197449" y="99590"/>
                  </a:lnTo>
                  <a:cubicBezTo>
                    <a:pt x="197449" y="101505"/>
                    <a:pt x="196810" y="102782"/>
                    <a:pt x="196171" y="104059"/>
                  </a:cubicBezTo>
                  <a:lnTo>
                    <a:pt x="185947" y="116827"/>
                  </a:lnTo>
                  <a:lnTo>
                    <a:pt x="187225" y="130233"/>
                  </a:lnTo>
                  <a:cubicBezTo>
                    <a:pt x="187864" y="130233"/>
                    <a:pt x="188503" y="130233"/>
                    <a:pt x="189142" y="130872"/>
                  </a:cubicBezTo>
                  <a:cubicBezTo>
                    <a:pt x="192976" y="132148"/>
                    <a:pt x="196171" y="134064"/>
                    <a:pt x="198727" y="136617"/>
                  </a:cubicBezTo>
                  <a:cubicBezTo>
                    <a:pt x="200644" y="130872"/>
                    <a:pt x="204478" y="125764"/>
                    <a:pt x="211507" y="122572"/>
                  </a:cubicBezTo>
                  <a:cubicBezTo>
                    <a:pt x="217258" y="120657"/>
                    <a:pt x="223009" y="120657"/>
                    <a:pt x="229399" y="123849"/>
                  </a:cubicBezTo>
                  <a:cubicBezTo>
                    <a:pt x="245374" y="131510"/>
                    <a:pt x="258792" y="154492"/>
                    <a:pt x="263905" y="172368"/>
                  </a:cubicBezTo>
                  <a:cubicBezTo>
                    <a:pt x="270934" y="197903"/>
                    <a:pt x="283075" y="218971"/>
                    <a:pt x="286270" y="222801"/>
                  </a:cubicBezTo>
                  <a:cubicBezTo>
                    <a:pt x="295215" y="234930"/>
                    <a:pt x="297132" y="252806"/>
                    <a:pt x="288825" y="263020"/>
                  </a:cubicBezTo>
                  <a:close/>
                </a:path>
              </a:pathLst>
            </a:custGeom>
            <a:solidFill>
              <a:srgbClr val="00A3E0"/>
            </a:solidFill>
            <a:ln w="6390" cap="flat">
              <a:noFill/>
              <a:prstDash val="solid"/>
              <a:miter/>
            </a:ln>
          </p:spPr>
          <p:txBody>
            <a:bodyPr rtlCol="0" anchor="ctr"/>
            <a:lstStyle/>
            <a:p>
              <a:endParaRPr lang="en-US"/>
            </a:p>
          </p:txBody>
        </p:sp>
        <p:sp>
          <p:nvSpPr>
            <p:cNvPr id="901" name="Graphic 4">
              <a:extLst>
                <a:ext uri="{FF2B5EF4-FFF2-40B4-BE49-F238E27FC236}">
                  <a16:creationId xmlns:a16="http://schemas.microsoft.com/office/drawing/2014/main" id="{A90A07E4-C70F-E548-A39A-32EEB5E8F7B0}"/>
                </a:ext>
              </a:extLst>
            </p:cNvPr>
            <p:cNvSpPr/>
            <p:nvPr/>
          </p:nvSpPr>
          <p:spPr>
            <a:xfrm>
              <a:off x="5307931" y="2988892"/>
              <a:ext cx="73410" cy="124026"/>
            </a:xfrm>
            <a:custGeom>
              <a:avLst/>
              <a:gdLst>
                <a:gd name="connsiteX0" fmla="*/ 41724 w 73410"/>
                <a:gd name="connsiteY0" fmla="*/ 42385 h 124026"/>
                <a:gd name="connsiteX1" fmla="*/ 14247 w 73410"/>
                <a:gd name="connsiteY1" fmla="*/ 1527 h 124026"/>
                <a:gd name="connsiteX2" fmla="*/ 6579 w 73410"/>
                <a:gd name="connsiteY2" fmla="*/ 250 h 124026"/>
                <a:gd name="connsiteX3" fmla="*/ 828 w 73410"/>
                <a:gd name="connsiteY3" fmla="*/ 21318 h 124026"/>
                <a:gd name="connsiteX4" fmla="*/ 57699 w 73410"/>
                <a:gd name="connsiteY4" fmla="*/ 122185 h 124026"/>
                <a:gd name="connsiteX5" fmla="*/ 71118 w 73410"/>
                <a:gd name="connsiteY5" fmla="*/ 121546 h 124026"/>
                <a:gd name="connsiteX6" fmla="*/ 66644 w 73410"/>
                <a:gd name="connsiteY6" fmla="*/ 97287 h 124026"/>
                <a:gd name="connsiteX7" fmla="*/ 41724 w 73410"/>
                <a:gd name="connsiteY7" fmla="*/ 42385 h 1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410" h="124026">
                  <a:moveTo>
                    <a:pt x="41724" y="42385"/>
                  </a:moveTo>
                  <a:cubicBezTo>
                    <a:pt x="36612" y="25148"/>
                    <a:pt x="24471" y="7273"/>
                    <a:pt x="14247" y="1527"/>
                  </a:cubicBezTo>
                  <a:cubicBezTo>
                    <a:pt x="11052" y="250"/>
                    <a:pt x="8496" y="-388"/>
                    <a:pt x="6579" y="250"/>
                  </a:cubicBezTo>
                  <a:cubicBezTo>
                    <a:pt x="-2367" y="4081"/>
                    <a:pt x="189" y="18126"/>
                    <a:pt x="828" y="21318"/>
                  </a:cubicBezTo>
                  <a:lnTo>
                    <a:pt x="57699" y="122185"/>
                  </a:lnTo>
                  <a:cubicBezTo>
                    <a:pt x="61533" y="124100"/>
                    <a:pt x="67923" y="125377"/>
                    <a:pt x="71118" y="121546"/>
                  </a:cubicBezTo>
                  <a:cubicBezTo>
                    <a:pt x="74952" y="116439"/>
                    <a:pt x="74312" y="105586"/>
                    <a:pt x="66644" y="97287"/>
                  </a:cubicBezTo>
                  <a:cubicBezTo>
                    <a:pt x="60894" y="91541"/>
                    <a:pt x="48114" y="67282"/>
                    <a:pt x="41724" y="42385"/>
                  </a:cubicBezTo>
                  <a:close/>
                </a:path>
              </a:pathLst>
            </a:custGeom>
            <a:solidFill>
              <a:srgbClr val="00A3E0"/>
            </a:solidFill>
            <a:ln w="6390" cap="flat">
              <a:noFill/>
              <a:prstDash val="solid"/>
              <a:miter/>
            </a:ln>
          </p:spPr>
          <p:txBody>
            <a:bodyPr rtlCol="0" anchor="ctr"/>
            <a:lstStyle/>
            <a:p>
              <a:endParaRPr lang="en-US"/>
            </a:p>
          </p:txBody>
        </p:sp>
        <p:sp>
          <p:nvSpPr>
            <p:cNvPr id="902" name="Graphic 4">
              <a:extLst>
                <a:ext uri="{FF2B5EF4-FFF2-40B4-BE49-F238E27FC236}">
                  <a16:creationId xmlns:a16="http://schemas.microsoft.com/office/drawing/2014/main" id="{D9B78914-DD02-5B4F-94E2-59DF236CC0E7}"/>
                </a:ext>
              </a:extLst>
            </p:cNvPr>
            <p:cNvSpPr/>
            <p:nvPr/>
          </p:nvSpPr>
          <p:spPr>
            <a:xfrm>
              <a:off x="5234855" y="2997661"/>
              <a:ext cx="120970" cy="139680"/>
            </a:xfrm>
            <a:custGeom>
              <a:avLst/>
              <a:gdLst>
                <a:gd name="connsiteX0" fmla="*/ 54734 w 120970"/>
                <a:gd name="connsiteY0" fmla="*/ 5526 h 139680"/>
                <a:gd name="connsiteX1" fmla="*/ 48344 w 120970"/>
                <a:gd name="connsiteY1" fmla="*/ 419 h 139680"/>
                <a:gd name="connsiteX2" fmla="*/ 40676 w 120970"/>
                <a:gd name="connsiteY2" fmla="*/ 1058 h 139680"/>
                <a:gd name="connsiteX3" fmla="*/ 5531 w 120970"/>
                <a:gd name="connsiteY3" fmla="*/ 20848 h 139680"/>
                <a:gd name="connsiteX4" fmla="*/ 420 w 120970"/>
                <a:gd name="connsiteY4" fmla="*/ 27232 h 139680"/>
                <a:gd name="connsiteX5" fmla="*/ 1059 w 120970"/>
                <a:gd name="connsiteY5" fmla="*/ 34893 h 139680"/>
                <a:gd name="connsiteX6" fmla="*/ 79655 w 120970"/>
                <a:gd name="connsiteY6" fmla="*/ 133845 h 139680"/>
                <a:gd name="connsiteX7" fmla="*/ 96269 w 120970"/>
                <a:gd name="connsiteY7" fmla="*/ 138952 h 139680"/>
                <a:gd name="connsiteX8" fmla="*/ 116078 w 120970"/>
                <a:gd name="connsiteY8" fmla="*/ 133206 h 139680"/>
                <a:gd name="connsiteX9" fmla="*/ 120550 w 120970"/>
                <a:gd name="connsiteY9" fmla="*/ 127461 h 139680"/>
                <a:gd name="connsiteX10" fmla="*/ 119912 w 120970"/>
                <a:gd name="connsiteY10" fmla="*/ 119800 h 139680"/>
                <a:gd name="connsiteX11" fmla="*/ 54734 w 120970"/>
                <a:gd name="connsiteY11" fmla="*/ 5526 h 13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0970" h="139680">
                  <a:moveTo>
                    <a:pt x="54734" y="5526"/>
                  </a:moveTo>
                  <a:cubicBezTo>
                    <a:pt x="53456" y="2973"/>
                    <a:pt x="50900" y="1696"/>
                    <a:pt x="48344" y="419"/>
                  </a:cubicBezTo>
                  <a:cubicBezTo>
                    <a:pt x="45788" y="-219"/>
                    <a:pt x="43232" y="-219"/>
                    <a:pt x="40676" y="1058"/>
                  </a:cubicBezTo>
                  <a:lnTo>
                    <a:pt x="5531" y="20848"/>
                  </a:lnTo>
                  <a:cubicBezTo>
                    <a:pt x="2976" y="22125"/>
                    <a:pt x="1698" y="24678"/>
                    <a:pt x="420" y="27232"/>
                  </a:cubicBezTo>
                  <a:cubicBezTo>
                    <a:pt x="-219" y="29786"/>
                    <a:pt x="-219" y="32339"/>
                    <a:pt x="1059" y="34893"/>
                  </a:cubicBezTo>
                  <a:lnTo>
                    <a:pt x="79655" y="133845"/>
                  </a:lnTo>
                  <a:cubicBezTo>
                    <a:pt x="83489" y="138952"/>
                    <a:pt x="89879" y="140867"/>
                    <a:pt x="96269" y="138952"/>
                  </a:cubicBezTo>
                  <a:lnTo>
                    <a:pt x="116078" y="133206"/>
                  </a:lnTo>
                  <a:cubicBezTo>
                    <a:pt x="117995" y="131929"/>
                    <a:pt x="119912" y="130014"/>
                    <a:pt x="120550" y="127461"/>
                  </a:cubicBezTo>
                  <a:cubicBezTo>
                    <a:pt x="121190" y="124907"/>
                    <a:pt x="121190" y="122353"/>
                    <a:pt x="119912" y="119800"/>
                  </a:cubicBezTo>
                  <a:lnTo>
                    <a:pt x="54734" y="5526"/>
                  </a:lnTo>
                  <a:close/>
                </a:path>
              </a:pathLst>
            </a:custGeom>
            <a:solidFill>
              <a:srgbClr val="00A3E0"/>
            </a:solidFill>
            <a:ln w="6390" cap="flat">
              <a:noFill/>
              <a:prstDash val="solid"/>
              <a:miter/>
            </a:ln>
          </p:spPr>
          <p:txBody>
            <a:bodyPr rtlCol="0" anchor="ctr"/>
            <a:lstStyle/>
            <a:p>
              <a:endParaRPr lang="en-US"/>
            </a:p>
          </p:txBody>
        </p:sp>
      </p:grpSp>
      <p:grpSp>
        <p:nvGrpSpPr>
          <p:cNvPr id="903" name="Graphic 4">
            <a:extLst>
              <a:ext uri="{FF2B5EF4-FFF2-40B4-BE49-F238E27FC236}">
                <a16:creationId xmlns:a16="http://schemas.microsoft.com/office/drawing/2014/main" id="{D80247F1-890D-1D48-BE23-73302FBFDE8D}"/>
              </a:ext>
            </a:extLst>
          </p:cNvPr>
          <p:cNvGrpSpPr>
            <a:grpSpLocks noChangeAspect="1"/>
          </p:cNvGrpSpPr>
          <p:nvPr/>
        </p:nvGrpSpPr>
        <p:grpSpPr>
          <a:xfrm>
            <a:off x="4046108" y="1893013"/>
            <a:ext cx="361670" cy="361333"/>
            <a:chOff x="4046108" y="1893013"/>
            <a:chExt cx="361670" cy="361333"/>
          </a:xfrm>
          <a:solidFill>
            <a:srgbClr val="00A3E0"/>
          </a:solidFill>
        </p:grpSpPr>
        <p:sp>
          <p:nvSpPr>
            <p:cNvPr id="904" name="Graphic 4">
              <a:extLst>
                <a:ext uri="{FF2B5EF4-FFF2-40B4-BE49-F238E27FC236}">
                  <a16:creationId xmlns:a16="http://schemas.microsoft.com/office/drawing/2014/main" id="{32215BAA-8F00-9A48-9A49-7A790F895F1B}"/>
                </a:ext>
              </a:extLst>
            </p:cNvPr>
            <p:cNvSpPr/>
            <p:nvPr/>
          </p:nvSpPr>
          <p:spPr>
            <a:xfrm>
              <a:off x="4194993" y="2064742"/>
              <a:ext cx="24920" cy="15959"/>
            </a:xfrm>
            <a:custGeom>
              <a:avLst/>
              <a:gdLst>
                <a:gd name="connsiteX0" fmla="*/ 0 w 24920"/>
                <a:gd name="connsiteY0" fmla="*/ 0 h 15959"/>
                <a:gd name="connsiteX1" fmla="*/ 24921 w 24920"/>
                <a:gd name="connsiteY1" fmla="*/ 0 h 15959"/>
                <a:gd name="connsiteX2" fmla="*/ 24921 w 24920"/>
                <a:gd name="connsiteY2" fmla="*/ 15960 h 15959"/>
                <a:gd name="connsiteX3" fmla="*/ 0 w 24920"/>
                <a:gd name="connsiteY3" fmla="*/ 15960 h 15959"/>
              </a:gdLst>
              <a:ahLst/>
              <a:cxnLst>
                <a:cxn ang="0">
                  <a:pos x="connsiteX0" y="connsiteY0"/>
                </a:cxn>
                <a:cxn ang="0">
                  <a:pos x="connsiteX1" y="connsiteY1"/>
                </a:cxn>
                <a:cxn ang="0">
                  <a:pos x="connsiteX2" y="connsiteY2"/>
                </a:cxn>
                <a:cxn ang="0">
                  <a:pos x="connsiteX3" y="connsiteY3"/>
                </a:cxn>
              </a:cxnLst>
              <a:rect l="l" t="t" r="r" b="b"/>
              <a:pathLst>
                <a:path w="24920" h="15959">
                  <a:moveTo>
                    <a:pt x="0" y="0"/>
                  </a:moveTo>
                  <a:lnTo>
                    <a:pt x="24921" y="0"/>
                  </a:lnTo>
                  <a:lnTo>
                    <a:pt x="24921" y="15960"/>
                  </a:lnTo>
                  <a:lnTo>
                    <a:pt x="0" y="15960"/>
                  </a:lnTo>
                  <a:close/>
                </a:path>
              </a:pathLst>
            </a:custGeom>
            <a:solidFill>
              <a:srgbClr val="00A3E0"/>
            </a:solidFill>
            <a:ln w="6390" cap="flat">
              <a:noFill/>
              <a:prstDash val="solid"/>
              <a:miter/>
            </a:ln>
          </p:spPr>
          <p:txBody>
            <a:bodyPr rtlCol="0" anchor="ctr"/>
            <a:lstStyle/>
            <a:p>
              <a:endParaRPr lang="en-US"/>
            </a:p>
          </p:txBody>
        </p:sp>
        <p:sp>
          <p:nvSpPr>
            <p:cNvPr id="905" name="Graphic 4">
              <a:extLst>
                <a:ext uri="{FF2B5EF4-FFF2-40B4-BE49-F238E27FC236}">
                  <a16:creationId xmlns:a16="http://schemas.microsoft.com/office/drawing/2014/main" id="{5B4D0D3C-8062-FE42-A2CC-A6D210841D22}"/>
                </a:ext>
              </a:extLst>
            </p:cNvPr>
            <p:cNvSpPr/>
            <p:nvPr/>
          </p:nvSpPr>
          <p:spPr>
            <a:xfrm>
              <a:off x="4233333" y="2006648"/>
              <a:ext cx="35144" cy="16598"/>
            </a:xfrm>
            <a:custGeom>
              <a:avLst/>
              <a:gdLst>
                <a:gd name="connsiteX0" fmla="*/ 0 w 35144"/>
                <a:gd name="connsiteY0" fmla="*/ 16598 h 16598"/>
                <a:gd name="connsiteX1" fmla="*/ 27477 w 35144"/>
                <a:gd name="connsiteY1" fmla="*/ 16598 h 16598"/>
                <a:gd name="connsiteX2" fmla="*/ 35145 w 35144"/>
                <a:gd name="connsiteY2" fmla="*/ 0 h 16598"/>
                <a:gd name="connsiteX3" fmla="*/ 0 w 35144"/>
                <a:gd name="connsiteY3" fmla="*/ 0 h 16598"/>
              </a:gdLst>
              <a:ahLst/>
              <a:cxnLst>
                <a:cxn ang="0">
                  <a:pos x="connsiteX0" y="connsiteY0"/>
                </a:cxn>
                <a:cxn ang="0">
                  <a:pos x="connsiteX1" y="connsiteY1"/>
                </a:cxn>
                <a:cxn ang="0">
                  <a:pos x="connsiteX2" y="connsiteY2"/>
                </a:cxn>
                <a:cxn ang="0">
                  <a:pos x="connsiteX3" y="connsiteY3"/>
                </a:cxn>
              </a:cxnLst>
              <a:rect l="l" t="t" r="r" b="b"/>
              <a:pathLst>
                <a:path w="35144" h="16598">
                  <a:moveTo>
                    <a:pt x="0" y="16598"/>
                  </a:moveTo>
                  <a:lnTo>
                    <a:pt x="27477" y="16598"/>
                  </a:lnTo>
                  <a:lnTo>
                    <a:pt x="35145" y="0"/>
                  </a:lnTo>
                  <a:lnTo>
                    <a:pt x="0" y="0"/>
                  </a:lnTo>
                  <a:close/>
                </a:path>
              </a:pathLst>
            </a:custGeom>
            <a:solidFill>
              <a:srgbClr val="00A3E0"/>
            </a:solidFill>
            <a:ln w="6390" cap="flat">
              <a:noFill/>
              <a:prstDash val="solid"/>
              <a:miter/>
            </a:ln>
          </p:spPr>
          <p:txBody>
            <a:bodyPr rtlCol="0" anchor="ctr"/>
            <a:lstStyle/>
            <a:p>
              <a:endParaRPr lang="en-US"/>
            </a:p>
          </p:txBody>
        </p:sp>
        <p:sp>
          <p:nvSpPr>
            <p:cNvPr id="906" name="Graphic 4">
              <a:extLst>
                <a:ext uri="{FF2B5EF4-FFF2-40B4-BE49-F238E27FC236}">
                  <a16:creationId xmlns:a16="http://schemas.microsoft.com/office/drawing/2014/main" id="{67F60F74-4D1E-5645-A875-53F43782D26E}"/>
                </a:ext>
              </a:extLst>
            </p:cNvPr>
            <p:cNvSpPr/>
            <p:nvPr/>
          </p:nvSpPr>
          <p:spPr>
            <a:xfrm>
              <a:off x="4129177" y="2055166"/>
              <a:ext cx="15335" cy="30004"/>
            </a:xfrm>
            <a:custGeom>
              <a:avLst/>
              <a:gdLst>
                <a:gd name="connsiteX0" fmla="*/ 15336 w 15335"/>
                <a:gd name="connsiteY0" fmla="*/ 7661 h 30004"/>
                <a:gd name="connsiteX1" fmla="*/ 0 w 15335"/>
                <a:gd name="connsiteY1" fmla="*/ 0 h 30004"/>
                <a:gd name="connsiteX2" fmla="*/ 0 w 15335"/>
                <a:gd name="connsiteY2" fmla="*/ 30005 h 30004"/>
                <a:gd name="connsiteX3" fmla="*/ 15336 w 15335"/>
                <a:gd name="connsiteY3" fmla="*/ 27451 h 30004"/>
              </a:gdLst>
              <a:ahLst/>
              <a:cxnLst>
                <a:cxn ang="0">
                  <a:pos x="connsiteX0" y="connsiteY0"/>
                </a:cxn>
                <a:cxn ang="0">
                  <a:pos x="connsiteX1" y="connsiteY1"/>
                </a:cxn>
                <a:cxn ang="0">
                  <a:pos x="connsiteX2" y="connsiteY2"/>
                </a:cxn>
                <a:cxn ang="0">
                  <a:pos x="connsiteX3" y="connsiteY3"/>
                </a:cxn>
              </a:cxnLst>
              <a:rect l="l" t="t" r="r" b="b"/>
              <a:pathLst>
                <a:path w="15335" h="30004">
                  <a:moveTo>
                    <a:pt x="15336" y="7661"/>
                  </a:moveTo>
                  <a:lnTo>
                    <a:pt x="0" y="0"/>
                  </a:lnTo>
                  <a:lnTo>
                    <a:pt x="0" y="30005"/>
                  </a:lnTo>
                  <a:lnTo>
                    <a:pt x="15336" y="27451"/>
                  </a:lnTo>
                  <a:close/>
                </a:path>
              </a:pathLst>
            </a:custGeom>
            <a:solidFill>
              <a:srgbClr val="00A3E0"/>
            </a:solidFill>
            <a:ln w="6390" cap="flat">
              <a:noFill/>
              <a:prstDash val="solid"/>
              <a:miter/>
            </a:ln>
          </p:spPr>
          <p:txBody>
            <a:bodyPr rtlCol="0" anchor="ctr"/>
            <a:lstStyle/>
            <a:p>
              <a:endParaRPr lang="en-US"/>
            </a:p>
          </p:txBody>
        </p:sp>
        <p:sp>
          <p:nvSpPr>
            <p:cNvPr id="907" name="Graphic 4">
              <a:extLst>
                <a:ext uri="{FF2B5EF4-FFF2-40B4-BE49-F238E27FC236}">
                  <a16:creationId xmlns:a16="http://schemas.microsoft.com/office/drawing/2014/main" id="{CCFEF932-FBCB-474E-B367-92327D3F8B43}"/>
                </a:ext>
              </a:extLst>
            </p:cNvPr>
            <p:cNvSpPr/>
            <p:nvPr/>
          </p:nvSpPr>
          <p:spPr>
            <a:xfrm>
              <a:off x="4157293" y="2064742"/>
              <a:ext cx="24920" cy="15959"/>
            </a:xfrm>
            <a:custGeom>
              <a:avLst/>
              <a:gdLst>
                <a:gd name="connsiteX0" fmla="*/ 0 w 24920"/>
                <a:gd name="connsiteY0" fmla="*/ 0 h 15959"/>
                <a:gd name="connsiteX1" fmla="*/ 24921 w 24920"/>
                <a:gd name="connsiteY1" fmla="*/ 0 h 15959"/>
                <a:gd name="connsiteX2" fmla="*/ 24921 w 24920"/>
                <a:gd name="connsiteY2" fmla="*/ 15960 h 15959"/>
                <a:gd name="connsiteX3" fmla="*/ 0 w 24920"/>
                <a:gd name="connsiteY3" fmla="*/ 15960 h 15959"/>
              </a:gdLst>
              <a:ahLst/>
              <a:cxnLst>
                <a:cxn ang="0">
                  <a:pos x="connsiteX0" y="connsiteY0"/>
                </a:cxn>
                <a:cxn ang="0">
                  <a:pos x="connsiteX1" y="connsiteY1"/>
                </a:cxn>
                <a:cxn ang="0">
                  <a:pos x="connsiteX2" y="connsiteY2"/>
                </a:cxn>
                <a:cxn ang="0">
                  <a:pos x="connsiteX3" y="connsiteY3"/>
                </a:cxn>
              </a:cxnLst>
              <a:rect l="l" t="t" r="r" b="b"/>
              <a:pathLst>
                <a:path w="24920" h="15959">
                  <a:moveTo>
                    <a:pt x="0" y="0"/>
                  </a:moveTo>
                  <a:lnTo>
                    <a:pt x="24921" y="0"/>
                  </a:lnTo>
                  <a:lnTo>
                    <a:pt x="24921" y="15960"/>
                  </a:lnTo>
                  <a:lnTo>
                    <a:pt x="0" y="15960"/>
                  </a:lnTo>
                  <a:close/>
                </a:path>
              </a:pathLst>
            </a:custGeom>
            <a:solidFill>
              <a:srgbClr val="00A3E0"/>
            </a:solidFill>
            <a:ln w="6390" cap="flat">
              <a:noFill/>
              <a:prstDash val="solid"/>
              <a:miter/>
            </a:ln>
          </p:spPr>
          <p:txBody>
            <a:bodyPr rtlCol="0" anchor="ctr"/>
            <a:lstStyle/>
            <a:p>
              <a:endParaRPr lang="en-US"/>
            </a:p>
          </p:txBody>
        </p:sp>
        <p:sp>
          <p:nvSpPr>
            <p:cNvPr id="908" name="Graphic 4">
              <a:extLst>
                <a:ext uri="{FF2B5EF4-FFF2-40B4-BE49-F238E27FC236}">
                  <a16:creationId xmlns:a16="http://schemas.microsoft.com/office/drawing/2014/main" id="{882AD8D8-AFF8-684A-90D5-993386E8B0F1}"/>
                </a:ext>
              </a:extLst>
            </p:cNvPr>
            <p:cNvSpPr/>
            <p:nvPr/>
          </p:nvSpPr>
          <p:spPr>
            <a:xfrm>
              <a:off x="4129177" y="2016224"/>
              <a:ext cx="15335" cy="32558"/>
            </a:xfrm>
            <a:custGeom>
              <a:avLst/>
              <a:gdLst>
                <a:gd name="connsiteX0" fmla="*/ 15336 w 15335"/>
                <a:gd name="connsiteY0" fmla="*/ 32558 h 32558"/>
                <a:gd name="connsiteX1" fmla="*/ 15336 w 15335"/>
                <a:gd name="connsiteY1" fmla="*/ 15960 h 32558"/>
                <a:gd name="connsiteX2" fmla="*/ 0 w 15335"/>
                <a:gd name="connsiteY2" fmla="*/ 0 h 32558"/>
                <a:gd name="connsiteX3" fmla="*/ 0 w 15335"/>
                <a:gd name="connsiteY3" fmla="*/ 24897 h 32558"/>
              </a:gdLst>
              <a:ahLst/>
              <a:cxnLst>
                <a:cxn ang="0">
                  <a:pos x="connsiteX0" y="connsiteY0"/>
                </a:cxn>
                <a:cxn ang="0">
                  <a:pos x="connsiteX1" y="connsiteY1"/>
                </a:cxn>
                <a:cxn ang="0">
                  <a:pos x="connsiteX2" y="connsiteY2"/>
                </a:cxn>
                <a:cxn ang="0">
                  <a:pos x="connsiteX3" y="connsiteY3"/>
                </a:cxn>
              </a:cxnLst>
              <a:rect l="l" t="t" r="r" b="b"/>
              <a:pathLst>
                <a:path w="15335" h="32558">
                  <a:moveTo>
                    <a:pt x="15336" y="32558"/>
                  </a:moveTo>
                  <a:lnTo>
                    <a:pt x="15336" y="15960"/>
                  </a:lnTo>
                  <a:lnTo>
                    <a:pt x="0" y="0"/>
                  </a:lnTo>
                  <a:lnTo>
                    <a:pt x="0" y="24897"/>
                  </a:lnTo>
                  <a:close/>
                </a:path>
              </a:pathLst>
            </a:custGeom>
            <a:solidFill>
              <a:srgbClr val="00A3E0"/>
            </a:solidFill>
            <a:ln w="6390" cap="flat">
              <a:noFill/>
              <a:prstDash val="solid"/>
              <a:miter/>
            </a:ln>
          </p:spPr>
          <p:txBody>
            <a:bodyPr rtlCol="0" anchor="ctr"/>
            <a:lstStyle/>
            <a:p>
              <a:endParaRPr lang="en-US"/>
            </a:p>
          </p:txBody>
        </p:sp>
        <p:sp>
          <p:nvSpPr>
            <p:cNvPr id="909" name="Graphic 4">
              <a:extLst>
                <a:ext uri="{FF2B5EF4-FFF2-40B4-BE49-F238E27FC236}">
                  <a16:creationId xmlns:a16="http://schemas.microsoft.com/office/drawing/2014/main" id="{5AA0F45C-0345-4D49-8437-90B0840277BD}"/>
                </a:ext>
              </a:extLst>
            </p:cNvPr>
            <p:cNvSpPr/>
            <p:nvPr/>
          </p:nvSpPr>
          <p:spPr>
            <a:xfrm>
              <a:off x="4271033" y="2036014"/>
              <a:ext cx="24920" cy="15959"/>
            </a:xfrm>
            <a:custGeom>
              <a:avLst/>
              <a:gdLst>
                <a:gd name="connsiteX0" fmla="*/ 0 w 24920"/>
                <a:gd name="connsiteY0" fmla="*/ 0 h 15959"/>
                <a:gd name="connsiteX1" fmla="*/ 24921 w 24920"/>
                <a:gd name="connsiteY1" fmla="*/ 0 h 15959"/>
                <a:gd name="connsiteX2" fmla="*/ 24921 w 24920"/>
                <a:gd name="connsiteY2" fmla="*/ 15960 h 15959"/>
                <a:gd name="connsiteX3" fmla="*/ 0 w 24920"/>
                <a:gd name="connsiteY3" fmla="*/ 15960 h 15959"/>
              </a:gdLst>
              <a:ahLst/>
              <a:cxnLst>
                <a:cxn ang="0">
                  <a:pos x="connsiteX0" y="connsiteY0"/>
                </a:cxn>
                <a:cxn ang="0">
                  <a:pos x="connsiteX1" y="connsiteY1"/>
                </a:cxn>
                <a:cxn ang="0">
                  <a:pos x="connsiteX2" y="connsiteY2"/>
                </a:cxn>
                <a:cxn ang="0">
                  <a:pos x="connsiteX3" y="connsiteY3"/>
                </a:cxn>
              </a:cxnLst>
              <a:rect l="l" t="t" r="r" b="b"/>
              <a:pathLst>
                <a:path w="24920" h="15959">
                  <a:moveTo>
                    <a:pt x="0" y="0"/>
                  </a:moveTo>
                  <a:lnTo>
                    <a:pt x="24921" y="0"/>
                  </a:lnTo>
                  <a:lnTo>
                    <a:pt x="24921" y="15960"/>
                  </a:lnTo>
                  <a:lnTo>
                    <a:pt x="0" y="15960"/>
                  </a:lnTo>
                  <a:close/>
                </a:path>
              </a:pathLst>
            </a:custGeom>
            <a:solidFill>
              <a:srgbClr val="00A3E0"/>
            </a:solidFill>
            <a:ln w="6390" cap="flat">
              <a:noFill/>
              <a:prstDash val="solid"/>
              <a:miter/>
            </a:ln>
          </p:spPr>
          <p:txBody>
            <a:bodyPr rtlCol="0" anchor="ctr"/>
            <a:lstStyle/>
            <a:p>
              <a:endParaRPr lang="en-US"/>
            </a:p>
          </p:txBody>
        </p:sp>
        <p:sp>
          <p:nvSpPr>
            <p:cNvPr id="910" name="Graphic 4">
              <a:extLst>
                <a:ext uri="{FF2B5EF4-FFF2-40B4-BE49-F238E27FC236}">
                  <a16:creationId xmlns:a16="http://schemas.microsoft.com/office/drawing/2014/main" id="{B0C77A0A-C6FA-A44C-A633-9268D6D60D17}"/>
                </a:ext>
              </a:extLst>
            </p:cNvPr>
            <p:cNvSpPr/>
            <p:nvPr/>
          </p:nvSpPr>
          <p:spPr>
            <a:xfrm>
              <a:off x="4184769" y="2006648"/>
              <a:ext cx="35783" cy="16598"/>
            </a:xfrm>
            <a:custGeom>
              <a:avLst/>
              <a:gdLst>
                <a:gd name="connsiteX0" fmla="*/ 8307 w 35783"/>
                <a:gd name="connsiteY0" fmla="*/ 16598 h 16598"/>
                <a:gd name="connsiteX1" fmla="*/ 35783 w 35783"/>
                <a:gd name="connsiteY1" fmla="*/ 16598 h 16598"/>
                <a:gd name="connsiteX2" fmla="*/ 35783 w 35783"/>
                <a:gd name="connsiteY2" fmla="*/ 0 h 16598"/>
                <a:gd name="connsiteX3" fmla="*/ 0 w 35783"/>
                <a:gd name="connsiteY3" fmla="*/ 0 h 16598"/>
              </a:gdLst>
              <a:ahLst/>
              <a:cxnLst>
                <a:cxn ang="0">
                  <a:pos x="connsiteX0" y="connsiteY0"/>
                </a:cxn>
                <a:cxn ang="0">
                  <a:pos x="connsiteX1" y="connsiteY1"/>
                </a:cxn>
                <a:cxn ang="0">
                  <a:pos x="connsiteX2" y="connsiteY2"/>
                </a:cxn>
                <a:cxn ang="0">
                  <a:pos x="connsiteX3" y="connsiteY3"/>
                </a:cxn>
              </a:cxnLst>
              <a:rect l="l" t="t" r="r" b="b"/>
              <a:pathLst>
                <a:path w="35783" h="16598">
                  <a:moveTo>
                    <a:pt x="8307" y="16598"/>
                  </a:moveTo>
                  <a:lnTo>
                    <a:pt x="35783" y="16598"/>
                  </a:lnTo>
                  <a:lnTo>
                    <a:pt x="35783" y="0"/>
                  </a:lnTo>
                  <a:lnTo>
                    <a:pt x="0" y="0"/>
                  </a:lnTo>
                  <a:close/>
                </a:path>
              </a:pathLst>
            </a:custGeom>
            <a:solidFill>
              <a:srgbClr val="00A3E0"/>
            </a:solidFill>
            <a:ln w="6390" cap="flat">
              <a:noFill/>
              <a:prstDash val="solid"/>
              <a:miter/>
            </a:ln>
          </p:spPr>
          <p:txBody>
            <a:bodyPr rtlCol="0" anchor="ctr"/>
            <a:lstStyle/>
            <a:p>
              <a:endParaRPr lang="en-US"/>
            </a:p>
          </p:txBody>
        </p:sp>
        <p:sp>
          <p:nvSpPr>
            <p:cNvPr id="911" name="Graphic 4">
              <a:extLst>
                <a:ext uri="{FF2B5EF4-FFF2-40B4-BE49-F238E27FC236}">
                  <a16:creationId xmlns:a16="http://schemas.microsoft.com/office/drawing/2014/main" id="{DAC796EF-6D33-B54F-87CF-662F5A79F376}"/>
                </a:ext>
              </a:extLst>
            </p:cNvPr>
            <p:cNvSpPr/>
            <p:nvPr/>
          </p:nvSpPr>
          <p:spPr>
            <a:xfrm>
              <a:off x="4274867" y="2006648"/>
              <a:ext cx="40895" cy="16598"/>
            </a:xfrm>
            <a:custGeom>
              <a:avLst/>
              <a:gdLst>
                <a:gd name="connsiteX0" fmla="*/ 25560 w 40895"/>
                <a:gd name="connsiteY0" fmla="*/ 16598 h 16598"/>
                <a:gd name="connsiteX1" fmla="*/ 40896 w 40895"/>
                <a:gd name="connsiteY1" fmla="*/ 0 h 16598"/>
                <a:gd name="connsiteX2" fmla="*/ 8307 w 40895"/>
                <a:gd name="connsiteY2" fmla="*/ 0 h 16598"/>
                <a:gd name="connsiteX3" fmla="*/ 0 w 40895"/>
                <a:gd name="connsiteY3" fmla="*/ 16598 h 16598"/>
              </a:gdLst>
              <a:ahLst/>
              <a:cxnLst>
                <a:cxn ang="0">
                  <a:pos x="connsiteX0" y="connsiteY0"/>
                </a:cxn>
                <a:cxn ang="0">
                  <a:pos x="connsiteX1" y="connsiteY1"/>
                </a:cxn>
                <a:cxn ang="0">
                  <a:pos x="connsiteX2" y="connsiteY2"/>
                </a:cxn>
                <a:cxn ang="0">
                  <a:pos x="connsiteX3" y="connsiteY3"/>
                </a:cxn>
              </a:cxnLst>
              <a:rect l="l" t="t" r="r" b="b"/>
              <a:pathLst>
                <a:path w="40895" h="16598">
                  <a:moveTo>
                    <a:pt x="25560" y="16598"/>
                  </a:moveTo>
                  <a:lnTo>
                    <a:pt x="40896" y="0"/>
                  </a:lnTo>
                  <a:lnTo>
                    <a:pt x="8307" y="0"/>
                  </a:lnTo>
                  <a:lnTo>
                    <a:pt x="0" y="16598"/>
                  </a:lnTo>
                  <a:close/>
                </a:path>
              </a:pathLst>
            </a:custGeom>
            <a:solidFill>
              <a:srgbClr val="00A3E0"/>
            </a:solidFill>
            <a:ln w="6390" cap="flat">
              <a:noFill/>
              <a:prstDash val="solid"/>
              <a:miter/>
            </a:ln>
          </p:spPr>
          <p:txBody>
            <a:bodyPr rtlCol="0" anchor="ctr"/>
            <a:lstStyle/>
            <a:p>
              <a:endParaRPr lang="en-US"/>
            </a:p>
          </p:txBody>
        </p:sp>
        <p:sp>
          <p:nvSpPr>
            <p:cNvPr id="912" name="Graphic 4">
              <a:extLst>
                <a:ext uri="{FF2B5EF4-FFF2-40B4-BE49-F238E27FC236}">
                  <a16:creationId xmlns:a16="http://schemas.microsoft.com/office/drawing/2014/main" id="{F8041AEC-9047-4A49-9F08-82D3192CEBCD}"/>
                </a:ext>
              </a:extLst>
            </p:cNvPr>
            <p:cNvSpPr/>
            <p:nvPr/>
          </p:nvSpPr>
          <p:spPr>
            <a:xfrm>
              <a:off x="4138123" y="2006648"/>
              <a:ext cx="40895" cy="16598"/>
            </a:xfrm>
            <a:custGeom>
              <a:avLst/>
              <a:gdLst>
                <a:gd name="connsiteX0" fmla="*/ 15336 w 40895"/>
                <a:gd name="connsiteY0" fmla="*/ 16598 h 16598"/>
                <a:gd name="connsiteX1" fmla="*/ 40896 w 40895"/>
                <a:gd name="connsiteY1" fmla="*/ 16598 h 16598"/>
                <a:gd name="connsiteX2" fmla="*/ 32589 w 40895"/>
                <a:gd name="connsiteY2" fmla="*/ 0 h 16598"/>
                <a:gd name="connsiteX3" fmla="*/ 0 w 40895"/>
                <a:gd name="connsiteY3" fmla="*/ 0 h 16598"/>
              </a:gdLst>
              <a:ahLst/>
              <a:cxnLst>
                <a:cxn ang="0">
                  <a:pos x="connsiteX0" y="connsiteY0"/>
                </a:cxn>
                <a:cxn ang="0">
                  <a:pos x="connsiteX1" y="connsiteY1"/>
                </a:cxn>
                <a:cxn ang="0">
                  <a:pos x="connsiteX2" y="connsiteY2"/>
                </a:cxn>
                <a:cxn ang="0">
                  <a:pos x="connsiteX3" y="connsiteY3"/>
                </a:cxn>
              </a:cxnLst>
              <a:rect l="l" t="t" r="r" b="b"/>
              <a:pathLst>
                <a:path w="40895" h="16598">
                  <a:moveTo>
                    <a:pt x="15336" y="16598"/>
                  </a:moveTo>
                  <a:lnTo>
                    <a:pt x="40896" y="16598"/>
                  </a:lnTo>
                  <a:lnTo>
                    <a:pt x="32589" y="0"/>
                  </a:lnTo>
                  <a:lnTo>
                    <a:pt x="0" y="0"/>
                  </a:lnTo>
                  <a:close/>
                </a:path>
              </a:pathLst>
            </a:custGeom>
            <a:solidFill>
              <a:srgbClr val="00A3E0"/>
            </a:solidFill>
            <a:ln w="6390" cap="flat">
              <a:noFill/>
              <a:prstDash val="solid"/>
              <a:miter/>
            </a:ln>
          </p:spPr>
          <p:txBody>
            <a:bodyPr rtlCol="0" anchor="ctr"/>
            <a:lstStyle/>
            <a:p>
              <a:endParaRPr lang="en-US"/>
            </a:p>
          </p:txBody>
        </p:sp>
        <p:sp>
          <p:nvSpPr>
            <p:cNvPr id="913" name="Graphic 4">
              <a:extLst>
                <a:ext uri="{FF2B5EF4-FFF2-40B4-BE49-F238E27FC236}">
                  <a16:creationId xmlns:a16="http://schemas.microsoft.com/office/drawing/2014/main" id="{D9FE6496-9D0A-F74A-B847-765A5018080B}"/>
                </a:ext>
              </a:extLst>
            </p:cNvPr>
            <p:cNvSpPr/>
            <p:nvPr/>
          </p:nvSpPr>
          <p:spPr>
            <a:xfrm>
              <a:off x="4157293" y="2036014"/>
              <a:ext cx="24920" cy="15959"/>
            </a:xfrm>
            <a:custGeom>
              <a:avLst/>
              <a:gdLst>
                <a:gd name="connsiteX0" fmla="*/ 0 w 24920"/>
                <a:gd name="connsiteY0" fmla="*/ 0 h 15959"/>
                <a:gd name="connsiteX1" fmla="*/ 24921 w 24920"/>
                <a:gd name="connsiteY1" fmla="*/ 0 h 15959"/>
                <a:gd name="connsiteX2" fmla="*/ 24921 w 24920"/>
                <a:gd name="connsiteY2" fmla="*/ 15960 h 15959"/>
                <a:gd name="connsiteX3" fmla="*/ 0 w 24920"/>
                <a:gd name="connsiteY3" fmla="*/ 15960 h 15959"/>
              </a:gdLst>
              <a:ahLst/>
              <a:cxnLst>
                <a:cxn ang="0">
                  <a:pos x="connsiteX0" y="connsiteY0"/>
                </a:cxn>
                <a:cxn ang="0">
                  <a:pos x="connsiteX1" y="connsiteY1"/>
                </a:cxn>
                <a:cxn ang="0">
                  <a:pos x="connsiteX2" y="connsiteY2"/>
                </a:cxn>
                <a:cxn ang="0">
                  <a:pos x="connsiteX3" y="connsiteY3"/>
                </a:cxn>
              </a:cxnLst>
              <a:rect l="l" t="t" r="r" b="b"/>
              <a:pathLst>
                <a:path w="24920" h="15959">
                  <a:moveTo>
                    <a:pt x="0" y="0"/>
                  </a:moveTo>
                  <a:lnTo>
                    <a:pt x="24921" y="0"/>
                  </a:lnTo>
                  <a:lnTo>
                    <a:pt x="24921" y="15960"/>
                  </a:lnTo>
                  <a:lnTo>
                    <a:pt x="0" y="15960"/>
                  </a:lnTo>
                  <a:close/>
                </a:path>
              </a:pathLst>
            </a:custGeom>
            <a:solidFill>
              <a:srgbClr val="00A3E0"/>
            </a:solidFill>
            <a:ln w="6390" cap="flat">
              <a:noFill/>
              <a:prstDash val="solid"/>
              <a:miter/>
            </a:ln>
          </p:spPr>
          <p:txBody>
            <a:bodyPr rtlCol="0" anchor="ctr"/>
            <a:lstStyle/>
            <a:p>
              <a:endParaRPr lang="en-US"/>
            </a:p>
          </p:txBody>
        </p:sp>
        <p:sp>
          <p:nvSpPr>
            <p:cNvPr id="914" name="Graphic 4">
              <a:extLst>
                <a:ext uri="{FF2B5EF4-FFF2-40B4-BE49-F238E27FC236}">
                  <a16:creationId xmlns:a16="http://schemas.microsoft.com/office/drawing/2014/main" id="{47B243E1-5945-084C-8BBA-9AB03283E2C5}"/>
                </a:ext>
              </a:extLst>
            </p:cNvPr>
            <p:cNvSpPr/>
            <p:nvPr/>
          </p:nvSpPr>
          <p:spPr>
            <a:xfrm>
              <a:off x="4194993" y="2036014"/>
              <a:ext cx="24920" cy="15959"/>
            </a:xfrm>
            <a:custGeom>
              <a:avLst/>
              <a:gdLst>
                <a:gd name="connsiteX0" fmla="*/ 0 w 24920"/>
                <a:gd name="connsiteY0" fmla="*/ 0 h 15959"/>
                <a:gd name="connsiteX1" fmla="*/ 24921 w 24920"/>
                <a:gd name="connsiteY1" fmla="*/ 0 h 15959"/>
                <a:gd name="connsiteX2" fmla="*/ 24921 w 24920"/>
                <a:gd name="connsiteY2" fmla="*/ 15960 h 15959"/>
                <a:gd name="connsiteX3" fmla="*/ 0 w 24920"/>
                <a:gd name="connsiteY3" fmla="*/ 15960 h 15959"/>
              </a:gdLst>
              <a:ahLst/>
              <a:cxnLst>
                <a:cxn ang="0">
                  <a:pos x="connsiteX0" y="connsiteY0"/>
                </a:cxn>
                <a:cxn ang="0">
                  <a:pos x="connsiteX1" y="connsiteY1"/>
                </a:cxn>
                <a:cxn ang="0">
                  <a:pos x="connsiteX2" y="connsiteY2"/>
                </a:cxn>
                <a:cxn ang="0">
                  <a:pos x="connsiteX3" y="connsiteY3"/>
                </a:cxn>
              </a:cxnLst>
              <a:rect l="l" t="t" r="r" b="b"/>
              <a:pathLst>
                <a:path w="24920" h="15959">
                  <a:moveTo>
                    <a:pt x="0" y="0"/>
                  </a:moveTo>
                  <a:lnTo>
                    <a:pt x="24921" y="0"/>
                  </a:lnTo>
                  <a:lnTo>
                    <a:pt x="24921" y="15960"/>
                  </a:lnTo>
                  <a:lnTo>
                    <a:pt x="0" y="15960"/>
                  </a:lnTo>
                  <a:close/>
                </a:path>
              </a:pathLst>
            </a:custGeom>
            <a:solidFill>
              <a:srgbClr val="00A3E0"/>
            </a:solidFill>
            <a:ln w="6390" cap="flat">
              <a:noFill/>
              <a:prstDash val="solid"/>
              <a:miter/>
            </a:ln>
          </p:spPr>
          <p:txBody>
            <a:bodyPr rtlCol="0" anchor="ctr"/>
            <a:lstStyle/>
            <a:p>
              <a:endParaRPr lang="en-US"/>
            </a:p>
          </p:txBody>
        </p:sp>
        <p:sp>
          <p:nvSpPr>
            <p:cNvPr id="915" name="Graphic 4">
              <a:extLst>
                <a:ext uri="{FF2B5EF4-FFF2-40B4-BE49-F238E27FC236}">
                  <a16:creationId xmlns:a16="http://schemas.microsoft.com/office/drawing/2014/main" id="{A247822B-5DC2-FC4F-A647-A330A2B4A7DA}"/>
                </a:ext>
              </a:extLst>
            </p:cNvPr>
            <p:cNvSpPr/>
            <p:nvPr/>
          </p:nvSpPr>
          <p:spPr>
            <a:xfrm>
              <a:off x="4233333" y="2036014"/>
              <a:ext cx="24920" cy="15959"/>
            </a:xfrm>
            <a:custGeom>
              <a:avLst/>
              <a:gdLst>
                <a:gd name="connsiteX0" fmla="*/ 0 w 24920"/>
                <a:gd name="connsiteY0" fmla="*/ 0 h 15959"/>
                <a:gd name="connsiteX1" fmla="*/ 24921 w 24920"/>
                <a:gd name="connsiteY1" fmla="*/ 0 h 15959"/>
                <a:gd name="connsiteX2" fmla="*/ 24921 w 24920"/>
                <a:gd name="connsiteY2" fmla="*/ 15960 h 15959"/>
                <a:gd name="connsiteX3" fmla="*/ 0 w 24920"/>
                <a:gd name="connsiteY3" fmla="*/ 15960 h 15959"/>
              </a:gdLst>
              <a:ahLst/>
              <a:cxnLst>
                <a:cxn ang="0">
                  <a:pos x="connsiteX0" y="connsiteY0"/>
                </a:cxn>
                <a:cxn ang="0">
                  <a:pos x="connsiteX1" y="connsiteY1"/>
                </a:cxn>
                <a:cxn ang="0">
                  <a:pos x="connsiteX2" y="connsiteY2"/>
                </a:cxn>
                <a:cxn ang="0">
                  <a:pos x="connsiteX3" y="connsiteY3"/>
                </a:cxn>
              </a:cxnLst>
              <a:rect l="l" t="t" r="r" b="b"/>
              <a:pathLst>
                <a:path w="24920" h="15959">
                  <a:moveTo>
                    <a:pt x="0" y="0"/>
                  </a:moveTo>
                  <a:lnTo>
                    <a:pt x="24921" y="0"/>
                  </a:lnTo>
                  <a:lnTo>
                    <a:pt x="24921" y="15960"/>
                  </a:lnTo>
                  <a:lnTo>
                    <a:pt x="0" y="15960"/>
                  </a:lnTo>
                  <a:close/>
                </a:path>
              </a:pathLst>
            </a:custGeom>
            <a:solidFill>
              <a:srgbClr val="00A3E0"/>
            </a:solidFill>
            <a:ln w="6390" cap="flat">
              <a:noFill/>
              <a:prstDash val="solid"/>
              <a:miter/>
            </a:ln>
          </p:spPr>
          <p:txBody>
            <a:bodyPr rtlCol="0" anchor="ctr"/>
            <a:lstStyle/>
            <a:p>
              <a:endParaRPr lang="en-US"/>
            </a:p>
          </p:txBody>
        </p:sp>
        <p:sp>
          <p:nvSpPr>
            <p:cNvPr id="916" name="Graphic 4">
              <a:extLst>
                <a:ext uri="{FF2B5EF4-FFF2-40B4-BE49-F238E27FC236}">
                  <a16:creationId xmlns:a16="http://schemas.microsoft.com/office/drawing/2014/main" id="{2E53B16D-9C8E-EA43-9258-4D17D60AF3BD}"/>
                </a:ext>
              </a:extLst>
            </p:cNvPr>
            <p:cNvSpPr/>
            <p:nvPr/>
          </p:nvSpPr>
          <p:spPr>
            <a:xfrm>
              <a:off x="4233333" y="2093470"/>
              <a:ext cx="24920" cy="15959"/>
            </a:xfrm>
            <a:custGeom>
              <a:avLst/>
              <a:gdLst>
                <a:gd name="connsiteX0" fmla="*/ 0 w 24920"/>
                <a:gd name="connsiteY0" fmla="*/ 0 h 15959"/>
                <a:gd name="connsiteX1" fmla="*/ 24921 w 24920"/>
                <a:gd name="connsiteY1" fmla="*/ 0 h 15959"/>
                <a:gd name="connsiteX2" fmla="*/ 24921 w 24920"/>
                <a:gd name="connsiteY2" fmla="*/ 15960 h 15959"/>
                <a:gd name="connsiteX3" fmla="*/ 0 w 24920"/>
                <a:gd name="connsiteY3" fmla="*/ 15960 h 15959"/>
              </a:gdLst>
              <a:ahLst/>
              <a:cxnLst>
                <a:cxn ang="0">
                  <a:pos x="connsiteX0" y="connsiteY0"/>
                </a:cxn>
                <a:cxn ang="0">
                  <a:pos x="connsiteX1" y="connsiteY1"/>
                </a:cxn>
                <a:cxn ang="0">
                  <a:pos x="connsiteX2" y="connsiteY2"/>
                </a:cxn>
                <a:cxn ang="0">
                  <a:pos x="connsiteX3" y="connsiteY3"/>
                </a:cxn>
              </a:cxnLst>
              <a:rect l="l" t="t" r="r" b="b"/>
              <a:pathLst>
                <a:path w="24920" h="15959">
                  <a:moveTo>
                    <a:pt x="0" y="0"/>
                  </a:moveTo>
                  <a:lnTo>
                    <a:pt x="24921" y="0"/>
                  </a:lnTo>
                  <a:lnTo>
                    <a:pt x="24921" y="15960"/>
                  </a:lnTo>
                  <a:lnTo>
                    <a:pt x="0" y="15960"/>
                  </a:lnTo>
                  <a:close/>
                </a:path>
              </a:pathLst>
            </a:custGeom>
            <a:solidFill>
              <a:srgbClr val="00A3E0"/>
            </a:solidFill>
            <a:ln w="6390" cap="flat">
              <a:noFill/>
              <a:prstDash val="solid"/>
              <a:miter/>
            </a:ln>
          </p:spPr>
          <p:txBody>
            <a:bodyPr rtlCol="0" anchor="ctr"/>
            <a:lstStyle/>
            <a:p>
              <a:endParaRPr lang="en-US"/>
            </a:p>
          </p:txBody>
        </p:sp>
        <p:sp>
          <p:nvSpPr>
            <p:cNvPr id="917" name="Graphic 4">
              <a:extLst>
                <a:ext uri="{FF2B5EF4-FFF2-40B4-BE49-F238E27FC236}">
                  <a16:creationId xmlns:a16="http://schemas.microsoft.com/office/drawing/2014/main" id="{601460B0-4D28-4840-AE6E-9ACBA25B373F}"/>
                </a:ext>
              </a:extLst>
            </p:cNvPr>
            <p:cNvSpPr/>
            <p:nvPr/>
          </p:nvSpPr>
          <p:spPr>
            <a:xfrm>
              <a:off x="4271033" y="2093470"/>
              <a:ext cx="24920" cy="15959"/>
            </a:xfrm>
            <a:custGeom>
              <a:avLst/>
              <a:gdLst>
                <a:gd name="connsiteX0" fmla="*/ 0 w 24920"/>
                <a:gd name="connsiteY0" fmla="*/ 0 h 15959"/>
                <a:gd name="connsiteX1" fmla="*/ 24921 w 24920"/>
                <a:gd name="connsiteY1" fmla="*/ 0 h 15959"/>
                <a:gd name="connsiteX2" fmla="*/ 24921 w 24920"/>
                <a:gd name="connsiteY2" fmla="*/ 15960 h 15959"/>
                <a:gd name="connsiteX3" fmla="*/ 0 w 24920"/>
                <a:gd name="connsiteY3" fmla="*/ 15960 h 15959"/>
              </a:gdLst>
              <a:ahLst/>
              <a:cxnLst>
                <a:cxn ang="0">
                  <a:pos x="connsiteX0" y="connsiteY0"/>
                </a:cxn>
                <a:cxn ang="0">
                  <a:pos x="connsiteX1" y="connsiteY1"/>
                </a:cxn>
                <a:cxn ang="0">
                  <a:pos x="connsiteX2" y="connsiteY2"/>
                </a:cxn>
                <a:cxn ang="0">
                  <a:pos x="connsiteX3" y="connsiteY3"/>
                </a:cxn>
              </a:cxnLst>
              <a:rect l="l" t="t" r="r" b="b"/>
              <a:pathLst>
                <a:path w="24920" h="15959">
                  <a:moveTo>
                    <a:pt x="0" y="0"/>
                  </a:moveTo>
                  <a:lnTo>
                    <a:pt x="24921" y="0"/>
                  </a:lnTo>
                  <a:lnTo>
                    <a:pt x="24921" y="15960"/>
                  </a:lnTo>
                  <a:lnTo>
                    <a:pt x="0" y="15960"/>
                  </a:lnTo>
                  <a:close/>
                </a:path>
              </a:pathLst>
            </a:custGeom>
            <a:solidFill>
              <a:srgbClr val="00A3E0"/>
            </a:solidFill>
            <a:ln w="6390" cap="flat">
              <a:noFill/>
              <a:prstDash val="solid"/>
              <a:miter/>
            </a:ln>
          </p:spPr>
          <p:txBody>
            <a:bodyPr rtlCol="0" anchor="ctr"/>
            <a:lstStyle/>
            <a:p>
              <a:endParaRPr lang="en-US"/>
            </a:p>
          </p:txBody>
        </p:sp>
        <p:sp>
          <p:nvSpPr>
            <p:cNvPr id="918" name="Graphic 4">
              <a:extLst>
                <a:ext uri="{FF2B5EF4-FFF2-40B4-BE49-F238E27FC236}">
                  <a16:creationId xmlns:a16="http://schemas.microsoft.com/office/drawing/2014/main" id="{B2502802-30FB-4149-A031-2FD9EDA01623}"/>
                </a:ext>
              </a:extLst>
            </p:cNvPr>
            <p:cNvSpPr/>
            <p:nvPr/>
          </p:nvSpPr>
          <p:spPr>
            <a:xfrm>
              <a:off x="4194993" y="2093470"/>
              <a:ext cx="24920" cy="15959"/>
            </a:xfrm>
            <a:custGeom>
              <a:avLst/>
              <a:gdLst>
                <a:gd name="connsiteX0" fmla="*/ 0 w 24920"/>
                <a:gd name="connsiteY0" fmla="*/ 0 h 15959"/>
                <a:gd name="connsiteX1" fmla="*/ 24921 w 24920"/>
                <a:gd name="connsiteY1" fmla="*/ 0 h 15959"/>
                <a:gd name="connsiteX2" fmla="*/ 24921 w 24920"/>
                <a:gd name="connsiteY2" fmla="*/ 15960 h 15959"/>
                <a:gd name="connsiteX3" fmla="*/ 0 w 24920"/>
                <a:gd name="connsiteY3" fmla="*/ 15960 h 15959"/>
              </a:gdLst>
              <a:ahLst/>
              <a:cxnLst>
                <a:cxn ang="0">
                  <a:pos x="connsiteX0" y="connsiteY0"/>
                </a:cxn>
                <a:cxn ang="0">
                  <a:pos x="connsiteX1" y="connsiteY1"/>
                </a:cxn>
                <a:cxn ang="0">
                  <a:pos x="connsiteX2" y="connsiteY2"/>
                </a:cxn>
                <a:cxn ang="0">
                  <a:pos x="connsiteX3" y="connsiteY3"/>
                </a:cxn>
              </a:cxnLst>
              <a:rect l="l" t="t" r="r" b="b"/>
              <a:pathLst>
                <a:path w="24920" h="15959">
                  <a:moveTo>
                    <a:pt x="0" y="0"/>
                  </a:moveTo>
                  <a:lnTo>
                    <a:pt x="24921" y="0"/>
                  </a:lnTo>
                  <a:lnTo>
                    <a:pt x="24921" y="15960"/>
                  </a:lnTo>
                  <a:lnTo>
                    <a:pt x="0" y="15960"/>
                  </a:lnTo>
                  <a:close/>
                </a:path>
              </a:pathLst>
            </a:custGeom>
            <a:solidFill>
              <a:srgbClr val="00A3E0"/>
            </a:solidFill>
            <a:ln w="6390" cap="flat">
              <a:noFill/>
              <a:prstDash val="solid"/>
              <a:miter/>
            </a:ln>
          </p:spPr>
          <p:txBody>
            <a:bodyPr rtlCol="0" anchor="ctr"/>
            <a:lstStyle/>
            <a:p>
              <a:endParaRPr lang="en-US"/>
            </a:p>
          </p:txBody>
        </p:sp>
        <p:sp>
          <p:nvSpPr>
            <p:cNvPr id="919" name="Graphic 4">
              <a:extLst>
                <a:ext uri="{FF2B5EF4-FFF2-40B4-BE49-F238E27FC236}">
                  <a16:creationId xmlns:a16="http://schemas.microsoft.com/office/drawing/2014/main" id="{BEBCD64D-86A5-CF4F-88D8-A224B6AA08DB}"/>
                </a:ext>
              </a:extLst>
            </p:cNvPr>
            <p:cNvSpPr/>
            <p:nvPr/>
          </p:nvSpPr>
          <p:spPr>
            <a:xfrm>
              <a:off x="4157293" y="2093470"/>
              <a:ext cx="24920" cy="15959"/>
            </a:xfrm>
            <a:custGeom>
              <a:avLst/>
              <a:gdLst>
                <a:gd name="connsiteX0" fmla="*/ 0 w 24920"/>
                <a:gd name="connsiteY0" fmla="*/ 0 h 15959"/>
                <a:gd name="connsiteX1" fmla="*/ 24921 w 24920"/>
                <a:gd name="connsiteY1" fmla="*/ 0 h 15959"/>
                <a:gd name="connsiteX2" fmla="*/ 24921 w 24920"/>
                <a:gd name="connsiteY2" fmla="*/ 15960 h 15959"/>
                <a:gd name="connsiteX3" fmla="*/ 0 w 24920"/>
                <a:gd name="connsiteY3" fmla="*/ 15960 h 15959"/>
              </a:gdLst>
              <a:ahLst/>
              <a:cxnLst>
                <a:cxn ang="0">
                  <a:pos x="connsiteX0" y="connsiteY0"/>
                </a:cxn>
                <a:cxn ang="0">
                  <a:pos x="connsiteX1" y="connsiteY1"/>
                </a:cxn>
                <a:cxn ang="0">
                  <a:pos x="connsiteX2" y="connsiteY2"/>
                </a:cxn>
                <a:cxn ang="0">
                  <a:pos x="connsiteX3" y="connsiteY3"/>
                </a:cxn>
              </a:cxnLst>
              <a:rect l="l" t="t" r="r" b="b"/>
              <a:pathLst>
                <a:path w="24920" h="15959">
                  <a:moveTo>
                    <a:pt x="0" y="0"/>
                  </a:moveTo>
                  <a:lnTo>
                    <a:pt x="24921" y="0"/>
                  </a:lnTo>
                  <a:lnTo>
                    <a:pt x="24921" y="15960"/>
                  </a:lnTo>
                  <a:lnTo>
                    <a:pt x="0" y="15960"/>
                  </a:lnTo>
                  <a:close/>
                </a:path>
              </a:pathLst>
            </a:custGeom>
            <a:solidFill>
              <a:srgbClr val="00A3E0"/>
            </a:solidFill>
            <a:ln w="6390" cap="flat">
              <a:noFill/>
              <a:prstDash val="solid"/>
              <a:miter/>
            </a:ln>
          </p:spPr>
          <p:txBody>
            <a:bodyPr rtlCol="0" anchor="ctr"/>
            <a:lstStyle/>
            <a:p>
              <a:endParaRPr lang="en-US"/>
            </a:p>
          </p:txBody>
        </p:sp>
        <p:sp>
          <p:nvSpPr>
            <p:cNvPr id="920" name="Graphic 4">
              <a:extLst>
                <a:ext uri="{FF2B5EF4-FFF2-40B4-BE49-F238E27FC236}">
                  <a16:creationId xmlns:a16="http://schemas.microsoft.com/office/drawing/2014/main" id="{33DD527A-940D-2541-BDE8-D3F3B62CDADE}"/>
                </a:ext>
              </a:extLst>
            </p:cNvPr>
            <p:cNvSpPr/>
            <p:nvPr/>
          </p:nvSpPr>
          <p:spPr>
            <a:xfrm>
              <a:off x="4046108"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91381 w 361670"/>
                <a:gd name="connsiteY5" fmla="*/ 254083 h 361333"/>
                <a:gd name="connsiteX6" fmla="*/ 284991 w 361670"/>
                <a:gd name="connsiteY6" fmla="*/ 260467 h 361333"/>
                <a:gd name="connsiteX7" fmla="*/ 278601 w 361670"/>
                <a:gd name="connsiteY7" fmla="*/ 254083 h 361333"/>
                <a:gd name="connsiteX8" fmla="*/ 278601 w 361670"/>
                <a:gd name="connsiteY8" fmla="*/ 253444 h 361333"/>
                <a:gd name="connsiteX9" fmla="*/ 261987 w 361670"/>
                <a:gd name="connsiteY9" fmla="*/ 236207 h 361333"/>
                <a:gd name="connsiteX10" fmla="*/ 256876 w 361670"/>
                <a:gd name="connsiteY10" fmla="*/ 239399 h 361333"/>
                <a:gd name="connsiteX11" fmla="*/ 250486 w 361670"/>
                <a:gd name="connsiteY11" fmla="*/ 233015 h 361333"/>
                <a:gd name="connsiteX12" fmla="*/ 250486 w 361670"/>
                <a:gd name="connsiteY12" fmla="*/ 229185 h 361333"/>
                <a:gd name="connsiteX13" fmla="*/ 225565 w 361670"/>
                <a:gd name="connsiteY13" fmla="*/ 229185 h 361333"/>
                <a:gd name="connsiteX14" fmla="*/ 225565 w 361670"/>
                <a:gd name="connsiteY14" fmla="*/ 233015 h 361333"/>
                <a:gd name="connsiteX15" fmla="*/ 219175 w 361670"/>
                <a:gd name="connsiteY15" fmla="*/ 239399 h 361333"/>
                <a:gd name="connsiteX16" fmla="*/ 212785 w 361670"/>
                <a:gd name="connsiteY16" fmla="*/ 233015 h 361333"/>
                <a:gd name="connsiteX17" fmla="*/ 212785 w 361670"/>
                <a:gd name="connsiteY17" fmla="*/ 229185 h 361333"/>
                <a:gd name="connsiteX18" fmla="*/ 187864 w 361670"/>
                <a:gd name="connsiteY18" fmla="*/ 229185 h 361333"/>
                <a:gd name="connsiteX19" fmla="*/ 187864 w 361670"/>
                <a:gd name="connsiteY19" fmla="*/ 233015 h 361333"/>
                <a:gd name="connsiteX20" fmla="*/ 181474 w 361670"/>
                <a:gd name="connsiteY20" fmla="*/ 239399 h 361333"/>
                <a:gd name="connsiteX21" fmla="*/ 175084 w 361670"/>
                <a:gd name="connsiteY21" fmla="*/ 233015 h 361333"/>
                <a:gd name="connsiteX22" fmla="*/ 175084 w 361670"/>
                <a:gd name="connsiteY22" fmla="*/ 229185 h 361333"/>
                <a:gd name="connsiteX23" fmla="*/ 150164 w 361670"/>
                <a:gd name="connsiteY23" fmla="*/ 229185 h 361333"/>
                <a:gd name="connsiteX24" fmla="*/ 150164 w 361670"/>
                <a:gd name="connsiteY24" fmla="*/ 233015 h 361333"/>
                <a:gd name="connsiteX25" fmla="*/ 143774 w 361670"/>
                <a:gd name="connsiteY25" fmla="*/ 239399 h 361333"/>
                <a:gd name="connsiteX26" fmla="*/ 137384 w 361670"/>
                <a:gd name="connsiteY26" fmla="*/ 233015 h 361333"/>
                <a:gd name="connsiteX27" fmla="*/ 137384 w 361670"/>
                <a:gd name="connsiteY27" fmla="*/ 229185 h 361333"/>
                <a:gd name="connsiteX28" fmla="*/ 112463 w 361670"/>
                <a:gd name="connsiteY28" fmla="*/ 229185 h 361333"/>
                <a:gd name="connsiteX29" fmla="*/ 112463 w 361670"/>
                <a:gd name="connsiteY29" fmla="*/ 233015 h 361333"/>
                <a:gd name="connsiteX30" fmla="*/ 106073 w 361670"/>
                <a:gd name="connsiteY30" fmla="*/ 239399 h 361333"/>
                <a:gd name="connsiteX31" fmla="*/ 100961 w 361670"/>
                <a:gd name="connsiteY31" fmla="*/ 236207 h 361333"/>
                <a:gd name="connsiteX32" fmla="*/ 84347 w 361670"/>
                <a:gd name="connsiteY32" fmla="*/ 253444 h 361333"/>
                <a:gd name="connsiteX33" fmla="*/ 84347 w 361670"/>
                <a:gd name="connsiteY33" fmla="*/ 254083 h 361333"/>
                <a:gd name="connsiteX34" fmla="*/ 77957 w 361670"/>
                <a:gd name="connsiteY34" fmla="*/ 260467 h 361333"/>
                <a:gd name="connsiteX35" fmla="*/ 71567 w 361670"/>
                <a:gd name="connsiteY35" fmla="*/ 254083 h 361333"/>
                <a:gd name="connsiteX36" fmla="*/ 71567 w 361670"/>
                <a:gd name="connsiteY36" fmla="*/ 107251 h 361333"/>
                <a:gd name="connsiteX37" fmla="*/ 71567 w 361670"/>
                <a:gd name="connsiteY37" fmla="*/ 107251 h 361333"/>
                <a:gd name="connsiteX38" fmla="*/ 72206 w 361670"/>
                <a:gd name="connsiteY38" fmla="*/ 105336 h 361333"/>
                <a:gd name="connsiteX39" fmla="*/ 72206 w 361670"/>
                <a:gd name="connsiteY39" fmla="*/ 104697 h 361333"/>
                <a:gd name="connsiteX40" fmla="*/ 72206 w 361670"/>
                <a:gd name="connsiteY40" fmla="*/ 104059 h 361333"/>
                <a:gd name="connsiteX41" fmla="*/ 73484 w 361670"/>
                <a:gd name="connsiteY41" fmla="*/ 102144 h 361333"/>
                <a:gd name="connsiteX42" fmla="*/ 73484 w 361670"/>
                <a:gd name="connsiteY42" fmla="*/ 102144 h 361333"/>
                <a:gd name="connsiteX43" fmla="*/ 74123 w 361670"/>
                <a:gd name="connsiteY43" fmla="*/ 101505 h 361333"/>
                <a:gd name="connsiteX44" fmla="*/ 75401 w 361670"/>
                <a:gd name="connsiteY44" fmla="*/ 100867 h 361333"/>
                <a:gd name="connsiteX45" fmla="*/ 76679 w 361670"/>
                <a:gd name="connsiteY45" fmla="*/ 100867 h 361333"/>
                <a:gd name="connsiteX46" fmla="*/ 77957 w 361670"/>
                <a:gd name="connsiteY46" fmla="*/ 100867 h 361333"/>
                <a:gd name="connsiteX47" fmla="*/ 234511 w 361670"/>
                <a:gd name="connsiteY47" fmla="*/ 100867 h 361333"/>
                <a:gd name="connsiteX48" fmla="*/ 234511 w 361670"/>
                <a:gd name="connsiteY48" fmla="*/ 100867 h 361333"/>
                <a:gd name="connsiteX49" fmla="*/ 286269 w 361670"/>
                <a:gd name="connsiteY49" fmla="*/ 100867 h 361333"/>
                <a:gd name="connsiteX50" fmla="*/ 286908 w 361670"/>
                <a:gd name="connsiteY50" fmla="*/ 100867 h 361333"/>
                <a:gd name="connsiteX51" fmla="*/ 288186 w 361670"/>
                <a:gd name="connsiteY51" fmla="*/ 100867 h 361333"/>
                <a:gd name="connsiteX52" fmla="*/ 289464 w 361670"/>
                <a:gd name="connsiteY52" fmla="*/ 101505 h 361333"/>
                <a:gd name="connsiteX53" fmla="*/ 290103 w 361670"/>
                <a:gd name="connsiteY53" fmla="*/ 102144 h 361333"/>
                <a:gd name="connsiteX54" fmla="*/ 290103 w 361670"/>
                <a:gd name="connsiteY54" fmla="*/ 102144 h 361333"/>
                <a:gd name="connsiteX55" fmla="*/ 291381 w 361670"/>
                <a:gd name="connsiteY55" fmla="*/ 104059 h 361333"/>
                <a:gd name="connsiteX56" fmla="*/ 291381 w 361670"/>
                <a:gd name="connsiteY56" fmla="*/ 104697 h 361333"/>
                <a:gd name="connsiteX57" fmla="*/ 291381 w 361670"/>
                <a:gd name="connsiteY57" fmla="*/ 105336 h 361333"/>
                <a:gd name="connsiteX58" fmla="*/ 292020 w 361670"/>
                <a:gd name="connsiteY58" fmla="*/ 107251 h 361333"/>
                <a:gd name="connsiteX59" fmla="*/ 292020 w 361670"/>
                <a:gd name="connsiteY59" fmla="*/ 107251 h 361333"/>
                <a:gd name="connsiteX60" fmla="*/ 292020 w 361670"/>
                <a:gd name="connsiteY60" fmla="*/ 25408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291381" y="254083"/>
                  </a:moveTo>
                  <a:cubicBezTo>
                    <a:pt x="291381" y="257913"/>
                    <a:pt x="288825" y="260467"/>
                    <a:pt x="284991" y="260467"/>
                  </a:cubicBezTo>
                  <a:cubicBezTo>
                    <a:pt x="281157" y="260467"/>
                    <a:pt x="278601" y="257913"/>
                    <a:pt x="278601" y="254083"/>
                  </a:cubicBezTo>
                  <a:lnTo>
                    <a:pt x="278601" y="253444"/>
                  </a:lnTo>
                  <a:lnTo>
                    <a:pt x="261987" y="236207"/>
                  </a:lnTo>
                  <a:cubicBezTo>
                    <a:pt x="260709" y="238123"/>
                    <a:pt x="258792" y="239399"/>
                    <a:pt x="256876" y="239399"/>
                  </a:cubicBezTo>
                  <a:cubicBezTo>
                    <a:pt x="253041" y="239399"/>
                    <a:pt x="250486" y="236846"/>
                    <a:pt x="250486" y="233015"/>
                  </a:cubicBezTo>
                  <a:lnTo>
                    <a:pt x="250486" y="229185"/>
                  </a:lnTo>
                  <a:lnTo>
                    <a:pt x="225565" y="229185"/>
                  </a:lnTo>
                  <a:lnTo>
                    <a:pt x="225565" y="233015"/>
                  </a:lnTo>
                  <a:cubicBezTo>
                    <a:pt x="225565" y="236846"/>
                    <a:pt x="223009" y="239399"/>
                    <a:pt x="219175" y="239399"/>
                  </a:cubicBezTo>
                  <a:cubicBezTo>
                    <a:pt x="215341" y="239399"/>
                    <a:pt x="212785" y="236846"/>
                    <a:pt x="212785" y="233015"/>
                  </a:cubicBezTo>
                  <a:lnTo>
                    <a:pt x="212785" y="229185"/>
                  </a:lnTo>
                  <a:lnTo>
                    <a:pt x="187864" y="229185"/>
                  </a:lnTo>
                  <a:lnTo>
                    <a:pt x="187864" y="233015"/>
                  </a:lnTo>
                  <a:cubicBezTo>
                    <a:pt x="187864" y="236846"/>
                    <a:pt x="185308" y="239399"/>
                    <a:pt x="181474" y="239399"/>
                  </a:cubicBezTo>
                  <a:cubicBezTo>
                    <a:pt x="177640" y="239399"/>
                    <a:pt x="175084" y="236846"/>
                    <a:pt x="175084" y="233015"/>
                  </a:cubicBezTo>
                  <a:lnTo>
                    <a:pt x="175084" y="229185"/>
                  </a:lnTo>
                  <a:lnTo>
                    <a:pt x="150164" y="229185"/>
                  </a:lnTo>
                  <a:lnTo>
                    <a:pt x="150164" y="233015"/>
                  </a:lnTo>
                  <a:cubicBezTo>
                    <a:pt x="150164" y="236846"/>
                    <a:pt x="147607" y="239399"/>
                    <a:pt x="143774" y="239399"/>
                  </a:cubicBezTo>
                  <a:cubicBezTo>
                    <a:pt x="139939" y="239399"/>
                    <a:pt x="137384" y="236846"/>
                    <a:pt x="137384" y="233015"/>
                  </a:cubicBezTo>
                  <a:lnTo>
                    <a:pt x="137384" y="229185"/>
                  </a:lnTo>
                  <a:lnTo>
                    <a:pt x="112463" y="229185"/>
                  </a:lnTo>
                  <a:lnTo>
                    <a:pt x="112463" y="233015"/>
                  </a:lnTo>
                  <a:cubicBezTo>
                    <a:pt x="112463" y="236846"/>
                    <a:pt x="109907" y="239399"/>
                    <a:pt x="106073" y="239399"/>
                  </a:cubicBezTo>
                  <a:cubicBezTo>
                    <a:pt x="103517" y="239399"/>
                    <a:pt x="102239" y="238123"/>
                    <a:pt x="100961" y="236207"/>
                  </a:cubicBezTo>
                  <a:lnTo>
                    <a:pt x="84347" y="253444"/>
                  </a:lnTo>
                  <a:lnTo>
                    <a:pt x="84347" y="254083"/>
                  </a:lnTo>
                  <a:cubicBezTo>
                    <a:pt x="84347" y="257913"/>
                    <a:pt x="81791" y="260467"/>
                    <a:pt x="77957" y="260467"/>
                  </a:cubicBezTo>
                  <a:cubicBezTo>
                    <a:pt x="74123" y="260467"/>
                    <a:pt x="71567" y="257913"/>
                    <a:pt x="71567" y="254083"/>
                  </a:cubicBezTo>
                  <a:lnTo>
                    <a:pt x="71567" y="107251"/>
                  </a:lnTo>
                  <a:cubicBezTo>
                    <a:pt x="71567" y="107251"/>
                    <a:pt x="71567" y="107251"/>
                    <a:pt x="71567" y="107251"/>
                  </a:cubicBezTo>
                  <a:cubicBezTo>
                    <a:pt x="71567" y="106613"/>
                    <a:pt x="71567" y="105974"/>
                    <a:pt x="72206" y="105336"/>
                  </a:cubicBezTo>
                  <a:cubicBezTo>
                    <a:pt x="72206" y="105336"/>
                    <a:pt x="72206" y="105336"/>
                    <a:pt x="72206" y="104697"/>
                  </a:cubicBezTo>
                  <a:cubicBezTo>
                    <a:pt x="72206" y="104697"/>
                    <a:pt x="72206" y="104697"/>
                    <a:pt x="72206" y="104059"/>
                  </a:cubicBezTo>
                  <a:cubicBezTo>
                    <a:pt x="72206" y="103421"/>
                    <a:pt x="72845" y="102782"/>
                    <a:pt x="73484" y="102144"/>
                  </a:cubicBezTo>
                  <a:cubicBezTo>
                    <a:pt x="73484" y="102144"/>
                    <a:pt x="73484" y="102144"/>
                    <a:pt x="73484" y="102144"/>
                  </a:cubicBezTo>
                  <a:cubicBezTo>
                    <a:pt x="73484" y="102144"/>
                    <a:pt x="74123" y="102144"/>
                    <a:pt x="74123" y="101505"/>
                  </a:cubicBezTo>
                  <a:cubicBezTo>
                    <a:pt x="74762" y="100867"/>
                    <a:pt x="74762" y="100867"/>
                    <a:pt x="75401" y="100867"/>
                  </a:cubicBezTo>
                  <a:cubicBezTo>
                    <a:pt x="76040" y="100867"/>
                    <a:pt x="76040" y="100867"/>
                    <a:pt x="76679" y="100867"/>
                  </a:cubicBezTo>
                  <a:cubicBezTo>
                    <a:pt x="77318" y="100867"/>
                    <a:pt x="77318" y="100867"/>
                    <a:pt x="77957" y="100867"/>
                  </a:cubicBezTo>
                  <a:lnTo>
                    <a:pt x="234511" y="100867"/>
                  </a:lnTo>
                  <a:cubicBezTo>
                    <a:pt x="234511" y="100867"/>
                    <a:pt x="234511" y="100867"/>
                    <a:pt x="234511" y="100867"/>
                  </a:cubicBezTo>
                  <a:lnTo>
                    <a:pt x="286269" y="100867"/>
                  </a:lnTo>
                  <a:cubicBezTo>
                    <a:pt x="286908" y="100867"/>
                    <a:pt x="286908" y="100867"/>
                    <a:pt x="286908" y="100867"/>
                  </a:cubicBezTo>
                  <a:cubicBezTo>
                    <a:pt x="287547" y="100867"/>
                    <a:pt x="288186" y="100867"/>
                    <a:pt x="288186" y="100867"/>
                  </a:cubicBezTo>
                  <a:cubicBezTo>
                    <a:pt x="288825" y="100867"/>
                    <a:pt x="288825" y="101505"/>
                    <a:pt x="289464" y="101505"/>
                  </a:cubicBezTo>
                  <a:cubicBezTo>
                    <a:pt x="289464" y="101505"/>
                    <a:pt x="290103" y="101505"/>
                    <a:pt x="290103" y="102144"/>
                  </a:cubicBezTo>
                  <a:cubicBezTo>
                    <a:pt x="290103" y="102144"/>
                    <a:pt x="290103" y="102144"/>
                    <a:pt x="290103" y="102144"/>
                  </a:cubicBezTo>
                  <a:cubicBezTo>
                    <a:pt x="290742" y="102782"/>
                    <a:pt x="290742" y="103421"/>
                    <a:pt x="291381" y="104059"/>
                  </a:cubicBezTo>
                  <a:cubicBezTo>
                    <a:pt x="291381" y="104059"/>
                    <a:pt x="291381" y="104059"/>
                    <a:pt x="291381" y="104697"/>
                  </a:cubicBezTo>
                  <a:cubicBezTo>
                    <a:pt x="291381" y="104697"/>
                    <a:pt x="291381" y="104697"/>
                    <a:pt x="291381" y="105336"/>
                  </a:cubicBezTo>
                  <a:cubicBezTo>
                    <a:pt x="291381" y="105974"/>
                    <a:pt x="292020" y="106613"/>
                    <a:pt x="292020" y="107251"/>
                  </a:cubicBezTo>
                  <a:cubicBezTo>
                    <a:pt x="292020" y="107251"/>
                    <a:pt x="292020" y="107251"/>
                    <a:pt x="292020" y="107251"/>
                  </a:cubicBezTo>
                  <a:lnTo>
                    <a:pt x="292020" y="254083"/>
                  </a:lnTo>
                  <a:close/>
                </a:path>
              </a:pathLst>
            </a:custGeom>
            <a:solidFill>
              <a:srgbClr val="00A3E0"/>
            </a:solidFill>
            <a:ln w="6390" cap="flat">
              <a:noFill/>
              <a:prstDash val="solid"/>
              <a:miter/>
            </a:ln>
          </p:spPr>
          <p:txBody>
            <a:bodyPr rtlCol="0" anchor="ctr"/>
            <a:lstStyle/>
            <a:p>
              <a:endParaRPr lang="en-US"/>
            </a:p>
          </p:txBody>
        </p:sp>
        <p:sp>
          <p:nvSpPr>
            <p:cNvPr id="921" name="Graphic 4">
              <a:extLst>
                <a:ext uri="{FF2B5EF4-FFF2-40B4-BE49-F238E27FC236}">
                  <a16:creationId xmlns:a16="http://schemas.microsoft.com/office/drawing/2014/main" id="{BC349F40-5C5E-E94B-A9B5-6F8147F2A65A}"/>
                </a:ext>
              </a:extLst>
            </p:cNvPr>
            <p:cNvSpPr/>
            <p:nvPr/>
          </p:nvSpPr>
          <p:spPr>
            <a:xfrm>
              <a:off x="4233333" y="2064742"/>
              <a:ext cx="24920" cy="15959"/>
            </a:xfrm>
            <a:custGeom>
              <a:avLst/>
              <a:gdLst>
                <a:gd name="connsiteX0" fmla="*/ 0 w 24920"/>
                <a:gd name="connsiteY0" fmla="*/ 0 h 15959"/>
                <a:gd name="connsiteX1" fmla="*/ 24921 w 24920"/>
                <a:gd name="connsiteY1" fmla="*/ 0 h 15959"/>
                <a:gd name="connsiteX2" fmla="*/ 24921 w 24920"/>
                <a:gd name="connsiteY2" fmla="*/ 15960 h 15959"/>
                <a:gd name="connsiteX3" fmla="*/ 0 w 24920"/>
                <a:gd name="connsiteY3" fmla="*/ 15960 h 15959"/>
              </a:gdLst>
              <a:ahLst/>
              <a:cxnLst>
                <a:cxn ang="0">
                  <a:pos x="connsiteX0" y="connsiteY0"/>
                </a:cxn>
                <a:cxn ang="0">
                  <a:pos x="connsiteX1" y="connsiteY1"/>
                </a:cxn>
                <a:cxn ang="0">
                  <a:pos x="connsiteX2" y="connsiteY2"/>
                </a:cxn>
                <a:cxn ang="0">
                  <a:pos x="connsiteX3" y="connsiteY3"/>
                </a:cxn>
              </a:cxnLst>
              <a:rect l="l" t="t" r="r" b="b"/>
              <a:pathLst>
                <a:path w="24920" h="15959">
                  <a:moveTo>
                    <a:pt x="0" y="0"/>
                  </a:moveTo>
                  <a:lnTo>
                    <a:pt x="24921" y="0"/>
                  </a:lnTo>
                  <a:lnTo>
                    <a:pt x="24921" y="15960"/>
                  </a:lnTo>
                  <a:lnTo>
                    <a:pt x="0" y="15960"/>
                  </a:lnTo>
                  <a:close/>
                </a:path>
              </a:pathLst>
            </a:custGeom>
            <a:solidFill>
              <a:srgbClr val="00A3E0"/>
            </a:solidFill>
            <a:ln w="6390" cap="flat">
              <a:noFill/>
              <a:prstDash val="solid"/>
              <a:miter/>
            </a:ln>
          </p:spPr>
          <p:txBody>
            <a:bodyPr rtlCol="0" anchor="ctr"/>
            <a:lstStyle/>
            <a:p>
              <a:endParaRPr lang="en-US"/>
            </a:p>
          </p:txBody>
        </p:sp>
        <p:sp>
          <p:nvSpPr>
            <p:cNvPr id="922" name="Graphic 4">
              <a:extLst>
                <a:ext uri="{FF2B5EF4-FFF2-40B4-BE49-F238E27FC236}">
                  <a16:creationId xmlns:a16="http://schemas.microsoft.com/office/drawing/2014/main" id="{487ED0E8-07DE-D740-850F-07A245415466}"/>
                </a:ext>
              </a:extLst>
            </p:cNvPr>
            <p:cNvSpPr/>
            <p:nvPr/>
          </p:nvSpPr>
          <p:spPr>
            <a:xfrm>
              <a:off x="4309373" y="2095385"/>
              <a:ext cx="15335" cy="32558"/>
            </a:xfrm>
            <a:custGeom>
              <a:avLst/>
              <a:gdLst>
                <a:gd name="connsiteX0" fmla="*/ 0 w 15335"/>
                <a:gd name="connsiteY0" fmla="*/ 0 h 32558"/>
                <a:gd name="connsiteX1" fmla="*/ 0 w 15335"/>
                <a:gd name="connsiteY1" fmla="*/ 17237 h 32558"/>
                <a:gd name="connsiteX2" fmla="*/ 15336 w 15335"/>
                <a:gd name="connsiteY2" fmla="*/ 32558 h 32558"/>
                <a:gd name="connsiteX3" fmla="*/ 15336 w 15335"/>
                <a:gd name="connsiteY3" fmla="*/ 2554 h 32558"/>
              </a:gdLst>
              <a:ahLst/>
              <a:cxnLst>
                <a:cxn ang="0">
                  <a:pos x="connsiteX0" y="connsiteY0"/>
                </a:cxn>
                <a:cxn ang="0">
                  <a:pos x="connsiteX1" y="connsiteY1"/>
                </a:cxn>
                <a:cxn ang="0">
                  <a:pos x="connsiteX2" y="connsiteY2"/>
                </a:cxn>
                <a:cxn ang="0">
                  <a:pos x="connsiteX3" y="connsiteY3"/>
                </a:cxn>
              </a:cxnLst>
              <a:rect l="l" t="t" r="r" b="b"/>
              <a:pathLst>
                <a:path w="15335" h="32558">
                  <a:moveTo>
                    <a:pt x="0" y="0"/>
                  </a:moveTo>
                  <a:lnTo>
                    <a:pt x="0" y="17237"/>
                  </a:lnTo>
                  <a:lnTo>
                    <a:pt x="15336" y="32558"/>
                  </a:lnTo>
                  <a:lnTo>
                    <a:pt x="15336" y="2554"/>
                  </a:lnTo>
                  <a:close/>
                </a:path>
              </a:pathLst>
            </a:custGeom>
            <a:solidFill>
              <a:srgbClr val="00A3E0"/>
            </a:solidFill>
            <a:ln w="6390" cap="flat">
              <a:noFill/>
              <a:prstDash val="solid"/>
              <a:miter/>
            </a:ln>
          </p:spPr>
          <p:txBody>
            <a:bodyPr rtlCol="0" anchor="ctr"/>
            <a:lstStyle/>
            <a:p>
              <a:endParaRPr lang="en-US"/>
            </a:p>
          </p:txBody>
        </p:sp>
        <p:sp>
          <p:nvSpPr>
            <p:cNvPr id="923" name="Graphic 4">
              <a:extLst>
                <a:ext uri="{FF2B5EF4-FFF2-40B4-BE49-F238E27FC236}">
                  <a16:creationId xmlns:a16="http://schemas.microsoft.com/office/drawing/2014/main" id="{562CF2AA-B5CC-C04C-8D5B-759D7E288665}"/>
                </a:ext>
              </a:extLst>
            </p:cNvPr>
            <p:cNvSpPr/>
            <p:nvPr/>
          </p:nvSpPr>
          <p:spPr>
            <a:xfrm>
              <a:off x="4271033" y="2064742"/>
              <a:ext cx="24920" cy="15959"/>
            </a:xfrm>
            <a:custGeom>
              <a:avLst/>
              <a:gdLst>
                <a:gd name="connsiteX0" fmla="*/ 0 w 24920"/>
                <a:gd name="connsiteY0" fmla="*/ 0 h 15959"/>
                <a:gd name="connsiteX1" fmla="*/ 24921 w 24920"/>
                <a:gd name="connsiteY1" fmla="*/ 0 h 15959"/>
                <a:gd name="connsiteX2" fmla="*/ 24921 w 24920"/>
                <a:gd name="connsiteY2" fmla="*/ 15960 h 15959"/>
                <a:gd name="connsiteX3" fmla="*/ 0 w 24920"/>
                <a:gd name="connsiteY3" fmla="*/ 15960 h 15959"/>
              </a:gdLst>
              <a:ahLst/>
              <a:cxnLst>
                <a:cxn ang="0">
                  <a:pos x="connsiteX0" y="connsiteY0"/>
                </a:cxn>
                <a:cxn ang="0">
                  <a:pos x="connsiteX1" y="connsiteY1"/>
                </a:cxn>
                <a:cxn ang="0">
                  <a:pos x="connsiteX2" y="connsiteY2"/>
                </a:cxn>
                <a:cxn ang="0">
                  <a:pos x="connsiteX3" y="connsiteY3"/>
                </a:cxn>
              </a:cxnLst>
              <a:rect l="l" t="t" r="r" b="b"/>
              <a:pathLst>
                <a:path w="24920" h="15959">
                  <a:moveTo>
                    <a:pt x="0" y="0"/>
                  </a:moveTo>
                  <a:lnTo>
                    <a:pt x="24921" y="0"/>
                  </a:lnTo>
                  <a:lnTo>
                    <a:pt x="24921" y="15960"/>
                  </a:lnTo>
                  <a:lnTo>
                    <a:pt x="0" y="15960"/>
                  </a:lnTo>
                  <a:close/>
                </a:path>
              </a:pathLst>
            </a:custGeom>
            <a:solidFill>
              <a:srgbClr val="00A3E0"/>
            </a:solidFill>
            <a:ln w="6390" cap="flat">
              <a:noFill/>
              <a:prstDash val="solid"/>
              <a:miter/>
            </a:ln>
          </p:spPr>
          <p:txBody>
            <a:bodyPr rtlCol="0" anchor="ctr"/>
            <a:lstStyle/>
            <a:p>
              <a:endParaRPr lang="en-US"/>
            </a:p>
          </p:txBody>
        </p:sp>
        <p:sp>
          <p:nvSpPr>
            <p:cNvPr id="924" name="Graphic 4">
              <a:extLst>
                <a:ext uri="{FF2B5EF4-FFF2-40B4-BE49-F238E27FC236}">
                  <a16:creationId xmlns:a16="http://schemas.microsoft.com/office/drawing/2014/main" id="{938F2481-C1C0-0A48-A3EE-046BAF44CBC2}"/>
                </a:ext>
              </a:extLst>
            </p:cNvPr>
            <p:cNvSpPr/>
            <p:nvPr/>
          </p:nvSpPr>
          <p:spPr>
            <a:xfrm>
              <a:off x="4309373" y="2055166"/>
              <a:ext cx="15335" cy="30004"/>
            </a:xfrm>
            <a:custGeom>
              <a:avLst/>
              <a:gdLst>
                <a:gd name="connsiteX0" fmla="*/ 15336 w 15335"/>
                <a:gd name="connsiteY0" fmla="*/ 0 h 30004"/>
                <a:gd name="connsiteX1" fmla="*/ 0 w 15335"/>
                <a:gd name="connsiteY1" fmla="*/ 7661 h 30004"/>
                <a:gd name="connsiteX2" fmla="*/ 0 w 15335"/>
                <a:gd name="connsiteY2" fmla="*/ 27451 h 30004"/>
                <a:gd name="connsiteX3" fmla="*/ 15336 w 15335"/>
                <a:gd name="connsiteY3" fmla="*/ 30005 h 30004"/>
              </a:gdLst>
              <a:ahLst/>
              <a:cxnLst>
                <a:cxn ang="0">
                  <a:pos x="connsiteX0" y="connsiteY0"/>
                </a:cxn>
                <a:cxn ang="0">
                  <a:pos x="connsiteX1" y="connsiteY1"/>
                </a:cxn>
                <a:cxn ang="0">
                  <a:pos x="connsiteX2" y="connsiteY2"/>
                </a:cxn>
                <a:cxn ang="0">
                  <a:pos x="connsiteX3" y="connsiteY3"/>
                </a:cxn>
              </a:cxnLst>
              <a:rect l="l" t="t" r="r" b="b"/>
              <a:pathLst>
                <a:path w="15335" h="30004">
                  <a:moveTo>
                    <a:pt x="15336" y="0"/>
                  </a:moveTo>
                  <a:lnTo>
                    <a:pt x="0" y="7661"/>
                  </a:lnTo>
                  <a:lnTo>
                    <a:pt x="0" y="27451"/>
                  </a:lnTo>
                  <a:lnTo>
                    <a:pt x="15336" y="30005"/>
                  </a:lnTo>
                  <a:close/>
                </a:path>
              </a:pathLst>
            </a:custGeom>
            <a:solidFill>
              <a:srgbClr val="00A3E0"/>
            </a:solidFill>
            <a:ln w="6390" cap="flat">
              <a:noFill/>
              <a:prstDash val="solid"/>
              <a:miter/>
            </a:ln>
          </p:spPr>
          <p:txBody>
            <a:bodyPr rtlCol="0" anchor="ctr"/>
            <a:lstStyle/>
            <a:p>
              <a:endParaRPr lang="en-US"/>
            </a:p>
          </p:txBody>
        </p:sp>
        <p:sp>
          <p:nvSpPr>
            <p:cNvPr id="925" name="Graphic 4">
              <a:extLst>
                <a:ext uri="{FF2B5EF4-FFF2-40B4-BE49-F238E27FC236}">
                  <a16:creationId xmlns:a16="http://schemas.microsoft.com/office/drawing/2014/main" id="{748C9D81-6EC7-9147-9569-FB203CA601FC}"/>
                </a:ext>
              </a:extLst>
            </p:cNvPr>
            <p:cNvSpPr/>
            <p:nvPr/>
          </p:nvSpPr>
          <p:spPr>
            <a:xfrm>
              <a:off x="4129177" y="2095385"/>
              <a:ext cx="15335" cy="32558"/>
            </a:xfrm>
            <a:custGeom>
              <a:avLst/>
              <a:gdLst>
                <a:gd name="connsiteX0" fmla="*/ 15336 w 15335"/>
                <a:gd name="connsiteY0" fmla="*/ 0 h 32558"/>
                <a:gd name="connsiteX1" fmla="*/ 0 w 15335"/>
                <a:gd name="connsiteY1" fmla="*/ 2554 h 32558"/>
                <a:gd name="connsiteX2" fmla="*/ 0 w 15335"/>
                <a:gd name="connsiteY2" fmla="*/ 32558 h 32558"/>
                <a:gd name="connsiteX3" fmla="*/ 15336 w 15335"/>
                <a:gd name="connsiteY3" fmla="*/ 17237 h 32558"/>
              </a:gdLst>
              <a:ahLst/>
              <a:cxnLst>
                <a:cxn ang="0">
                  <a:pos x="connsiteX0" y="connsiteY0"/>
                </a:cxn>
                <a:cxn ang="0">
                  <a:pos x="connsiteX1" y="connsiteY1"/>
                </a:cxn>
                <a:cxn ang="0">
                  <a:pos x="connsiteX2" y="connsiteY2"/>
                </a:cxn>
                <a:cxn ang="0">
                  <a:pos x="connsiteX3" y="connsiteY3"/>
                </a:cxn>
              </a:cxnLst>
              <a:rect l="l" t="t" r="r" b="b"/>
              <a:pathLst>
                <a:path w="15335" h="32558">
                  <a:moveTo>
                    <a:pt x="15336" y="0"/>
                  </a:moveTo>
                  <a:lnTo>
                    <a:pt x="0" y="2554"/>
                  </a:lnTo>
                  <a:lnTo>
                    <a:pt x="0" y="32558"/>
                  </a:lnTo>
                  <a:lnTo>
                    <a:pt x="15336" y="17237"/>
                  </a:lnTo>
                  <a:close/>
                </a:path>
              </a:pathLst>
            </a:custGeom>
            <a:solidFill>
              <a:srgbClr val="00A3E0"/>
            </a:solidFill>
            <a:ln w="6390" cap="flat">
              <a:noFill/>
              <a:prstDash val="solid"/>
              <a:miter/>
            </a:ln>
          </p:spPr>
          <p:txBody>
            <a:bodyPr rtlCol="0" anchor="ctr"/>
            <a:lstStyle/>
            <a:p>
              <a:endParaRPr lang="en-US"/>
            </a:p>
          </p:txBody>
        </p:sp>
        <p:sp>
          <p:nvSpPr>
            <p:cNvPr id="926" name="Graphic 4">
              <a:extLst>
                <a:ext uri="{FF2B5EF4-FFF2-40B4-BE49-F238E27FC236}">
                  <a16:creationId xmlns:a16="http://schemas.microsoft.com/office/drawing/2014/main" id="{D9E35D76-BE6F-A140-ADE9-2AFC1ED96E7A}"/>
                </a:ext>
              </a:extLst>
            </p:cNvPr>
            <p:cNvSpPr/>
            <p:nvPr/>
          </p:nvSpPr>
          <p:spPr>
            <a:xfrm>
              <a:off x="4309373" y="2016224"/>
              <a:ext cx="15335" cy="32558"/>
            </a:xfrm>
            <a:custGeom>
              <a:avLst/>
              <a:gdLst>
                <a:gd name="connsiteX0" fmla="*/ 0 w 15335"/>
                <a:gd name="connsiteY0" fmla="*/ 32558 h 32558"/>
                <a:gd name="connsiteX1" fmla="*/ 15336 w 15335"/>
                <a:gd name="connsiteY1" fmla="*/ 24897 h 32558"/>
                <a:gd name="connsiteX2" fmla="*/ 15336 w 15335"/>
                <a:gd name="connsiteY2" fmla="*/ 0 h 32558"/>
                <a:gd name="connsiteX3" fmla="*/ 0 w 15335"/>
                <a:gd name="connsiteY3" fmla="*/ 15960 h 32558"/>
              </a:gdLst>
              <a:ahLst/>
              <a:cxnLst>
                <a:cxn ang="0">
                  <a:pos x="connsiteX0" y="connsiteY0"/>
                </a:cxn>
                <a:cxn ang="0">
                  <a:pos x="connsiteX1" y="connsiteY1"/>
                </a:cxn>
                <a:cxn ang="0">
                  <a:pos x="connsiteX2" y="connsiteY2"/>
                </a:cxn>
                <a:cxn ang="0">
                  <a:pos x="connsiteX3" y="connsiteY3"/>
                </a:cxn>
              </a:cxnLst>
              <a:rect l="l" t="t" r="r" b="b"/>
              <a:pathLst>
                <a:path w="15335" h="32558">
                  <a:moveTo>
                    <a:pt x="0" y="32558"/>
                  </a:moveTo>
                  <a:lnTo>
                    <a:pt x="15336" y="24897"/>
                  </a:lnTo>
                  <a:lnTo>
                    <a:pt x="15336" y="0"/>
                  </a:lnTo>
                  <a:lnTo>
                    <a:pt x="0" y="15960"/>
                  </a:lnTo>
                  <a:close/>
                </a:path>
              </a:pathLst>
            </a:custGeom>
            <a:solidFill>
              <a:srgbClr val="00A3E0"/>
            </a:solidFill>
            <a:ln w="6390" cap="flat">
              <a:noFill/>
              <a:prstDash val="solid"/>
              <a:miter/>
            </a:ln>
          </p:spPr>
          <p:txBody>
            <a:bodyPr rtlCol="0" anchor="ctr"/>
            <a:lstStyle/>
            <a:p>
              <a:endParaRPr lang="en-US"/>
            </a:p>
          </p:txBody>
        </p:sp>
      </p:grpSp>
      <p:grpSp>
        <p:nvGrpSpPr>
          <p:cNvPr id="927" name="Graphic 4">
            <a:extLst>
              <a:ext uri="{FF2B5EF4-FFF2-40B4-BE49-F238E27FC236}">
                <a16:creationId xmlns:a16="http://schemas.microsoft.com/office/drawing/2014/main" id="{383A7532-0829-B84D-9B5A-194C576E6D62}"/>
              </a:ext>
            </a:extLst>
          </p:cNvPr>
          <p:cNvGrpSpPr>
            <a:grpSpLocks noChangeAspect="1"/>
          </p:cNvGrpSpPr>
          <p:nvPr/>
        </p:nvGrpSpPr>
        <p:grpSpPr>
          <a:xfrm>
            <a:off x="4046108" y="3339623"/>
            <a:ext cx="361670" cy="361333"/>
            <a:chOff x="4046108" y="3339623"/>
            <a:chExt cx="361670" cy="361333"/>
          </a:xfrm>
          <a:solidFill>
            <a:srgbClr val="00A3E0"/>
          </a:solidFill>
        </p:grpSpPr>
        <p:sp>
          <p:nvSpPr>
            <p:cNvPr id="928" name="Graphic 4">
              <a:extLst>
                <a:ext uri="{FF2B5EF4-FFF2-40B4-BE49-F238E27FC236}">
                  <a16:creationId xmlns:a16="http://schemas.microsoft.com/office/drawing/2014/main" id="{9918AAB8-C56C-8B47-B67A-258C7841D604}"/>
                </a:ext>
              </a:extLst>
            </p:cNvPr>
            <p:cNvSpPr/>
            <p:nvPr/>
          </p:nvSpPr>
          <p:spPr>
            <a:xfrm>
              <a:off x="4147069" y="3572639"/>
              <a:ext cx="21725" cy="21705"/>
            </a:xfrm>
            <a:custGeom>
              <a:avLst/>
              <a:gdLst>
                <a:gd name="connsiteX0" fmla="*/ 0 w 21725"/>
                <a:gd name="connsiteY0" fmla="*/ 8938 h 21705"/>
                <a:gd name="connsiteX1" fmla="*/ 6390 w 21725"/>
                <a:gd name="connsiteY1" fmla="*/ 8938 h 21705"/>
                <a:gd name="connsiteX2" fmla="*/ 12780 w 21725"/>
                <a:gd name="connsiteY2" fmla="*/ 15322 h 21705"/>
                <a:gd name="connsiteX3" fmla="*/ 12780 w 21725"/>
                <a:gd name="connsiteY3" fmla="*/ 21706 h 21705"/>
                <a:gd name="connsiteX4" fmla="*/ 21726 w 21725"/>
                <a:gd name="connsiteY4" fmla="*/ 12768 h 21705"/>
                <a:gd name="connsiteX5" fmla="*/ 21726 w 21725"/>
                <a:gd name="connsiteY5" fmla="*/ 0 h 21705"/>
                <a:gd name="connsiteX6" fmla="*/ 8946 w 21725"/>
                <a:gd name="connsiteY6" fmla="*/ 0 h 21705"/>
                <a:gd name="connsiteX7" fmla="*/ 0 w 21725"/>
                <a:gd name="connsiteY7" fmla="*/ 8938 h 2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25" h="21705">
                  <a:moveTo>
                    <a:pt x="0" y="8938"/>
                  </a:moveTo>
                  <a:lnTo>
                    <a:pt x="6390" y="8938"/>
                  </a:lnTo>
                  <a:cubicBezTo>
                    <a:pt x="10224" y="8938"/>
                    <a:pt x="12780" y="11491"/>
                    <a:pt x="12780" y="15322"/>
                  </a:cubicBezTo>
                  <a:lnTo>
                    <a:pt x="12780" y="21706"/>
                  </a:lnTo>
                  <a:lnTo>
                    <a:pt x="21726" y="12768"/>
                  </a:lnTo>
                  <a:lnTo>
                    <a:pt x="21726" y="0"/>
                  </a:lnTo>
                  <a:lnTo>
                    <a:pt x="8946" y="0"/>
                  </a:lnTo>
                  <a:lnTo>
                    <a:pt x="0" y="8938"/>
                  </a:lnTo>
                  <a:close/>
                </a:path>
              </a:pathLst>
            </a:custGeom>
            <a:solidFill>
              <a:srgbClr val="00A3E0"/>
            </a:solidFill>
            <a:ln w="6390" cap="flat">
              <a:noFill/>
              <a:prstDash val="solid"/>
              <a:miter/>
            </a:ln>
          </p:spPr>
          <p:txBody>
            <a:bodyPr rtlCol="0" anchor="ctr"/>
            <a:lstStyle/>
            <a:p>
              <a:endParaRPr lang="en-US"/>
            </a:p>
          </p:txBody>
        </p:sp>
        <p:sp>
          <p:nvSpPr>
            <p:cNvPr id="929" name="Graphic 4">
              <a:extLst>
                <a:ext uri="{FF2B5EF4-FFF2-40B4-BE49-F238E27FC236}">
                  <a16:creationId xmlns:a16="http://schemas.microsoft.com/office/drawing/2014/main" id="{9BEC0B18-DD26-3345-90C2-CD282DBD485B}"/>
                </a:ext>
              </a:extLst>
            </p:cNvPr>
            <p:cNvSpPr/>
            <p:nvPr/>
          </p:nvSpPr>
          <p:spPr>
            <a:xfrm>
              <a:off x="4284452" y="3572639"/>
              <a:ext cx="21725" cy="21705"/>
            </a:xfrm>
            <a:custGeom>
              <a:avLst/>
              <a:gdLst>
                <a:gd name="connsiteX0" fmla="*/ 0 w 21725"/>
                <a:gd name="connsiteY0" fmla="*/ 0 h 21705"/>
                <a:gd name="connsiteX1" fmla="*/ 0 w 21725"/>
                <a:gd name="connsiteY1" fmla="*/ 12768 h 21705"/>
                <a:gd name="connsiteX2" fmla="*/ 8946 w 21725"/>
                <a:gd name="connsiteY2" fmla="*/ 21706 h 21705"/>
                <a:gd name="connsiteX3" fmla="*/ 8946 w 21725"/>
                <a:gd name="connsiteY3" fmla="*/ 15322 h 21705"/>
                <a:gd name="connsiteX4" fmla="*/ 15336 w 21725"/>
                <a:gd name="connsiteY4" fmla="*/ 8938 h 21705"/>
                <a:gd name="connsiteX5" fmla="*/ 21726 w 21725"/>
                <a:gd name="connsiteY5" fmla="*/ 8938 h 21705"/>
                <a:gd name="connsiteX6" fmla="*/ 12780 w 21725"/>
                <a:gd name="connsiteY6" fmla="*/ 0 h 21705"/>
                <a:gd name="connsiteX7" fmla="*/ 0 w 21725"/>
                <a:gd name="connsiteY7" fmla="*/ 0 h 2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25" h="21705">
                  <a:moveTo>
                    <a:pt x="0" y="0"/>
                  </a:moveTo>
                  <a:lnTo>
                    <a:pt x="0" y="12768"/>
                  </a:lnTo>
                  <a:lnTo>
                    <a:pt x="8946" y="21706"/>
                  </a:lnTo>
                  <a:lnTo>
                    <a:pt x="8946" y="15322"/>
                  </a:lnTo>
                  <a:cubicBezTo>
                    <a:pt x="8946" y="11491"/>
                    <a:pt x="11502" y="8938"/>
                    <a:pt x="15336" y="8938"/>
                  </a:cubicBezTo>
                  <a:lnTo>
                    <a:pt x="21726" y="8938"/>
                  </a:lnTo>
                  <a:lnTo>
                    <a:pt x="12780" y="0"/>
                  </a:lnTo>
                  <a:lnTo>
                    <a:pt x="0" y="0"/>
                  </a:lnTo>
                  <a:close/>
                </a:path>
              </a:pathLst>
            </a:custGeom>
            <a:solidFill>
              <a:srgbClr val="00A3E0"/>
            </a:solidFill>
            <a:ln w="6390" cap="flat">
              <a:noFill/>
              <a:prstDash val="solid"/>
              <a:miter/>
            </a:ln>
          </p:spPr>
          <p:txBody>
            <a:bodyPr rtlCol="0" anchor="ctr"/>
            <a:lstStyle/>
            <a:p>
              <a:endParaRPr lang="en-US"/>
            </a:p>
          </p:txBody>
        </p:sp>
        <p:sp>
          <p:nvSpPr>
            <p:cNvPr id="930" name="Graphic 4">
              <a:extLst>
                <a:ext uri="{FF2B5EF4-FFF2-40B4-BE49-F238E27FC236}">
                  <a16:creationId xmlns:a16="http://schemas.microsoft.com/office/drawing/2014/main" id="{AD75AAE5-6D79-D249-9E67-F65C503F6DC8}"/>
                </a:ext>
              </a:extLst>
            </p:cNvPr>
            <p:cNvSpPr/>
            <p:nvPr/>
          </p:nvSpPr>
          <p:spPr>
            <a:xfrm>
              <a:off x="4046108"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81796 w 361670"/>
                <a:gd name="connsiteY5" fmla="*/ 250890 h 361333"/>
                <a:gd name="connsiteX6" fmla="*/ 276045 w 361670"/>
                <a:gd name="connsiteY6" fmla="*/ 254721 h 361333"/>
                <a:gd name="connsiteX7" fmla="*/ 260709 w 361670"/>
                <a:gd name="connsiteY7" fmla="*/ 254721 h 361333"/>
                <a:gd name="connsiteX8" fmla="*/ 260709 w 361670"/>
                <a:gd name="connsiteY8" fmla="*/ 270042 h 361333"/>
                <a:gd name="connsiteX9" fmla="*/ 256876 w 361670"/>
                <a:gd name="connsiteY9" fmla="*/ 275788 h 361333"/>
                <a:gd name="connsiteX10" fmla="*/ 254319 w 361670"/>
                <a:gd name="connsiteY10" fmla="*/ 276426 h 361333"/>
                <a:gd name="connsiteX11" fmla="*/ 249846 w 361670"/>
                <a:gd name="connsiteY11" fmla="*/ 274511 h 361333"/>
                <a:gd name="connsiteX12" fmla="*/ 228121 w 361670"/>
                <a:gd name="connsiteY12" fmla="*/ 252806 h 361333"/>
                <a:gd name="connsiteX13" fmla="*/ 226204 w 361670"/>
                <a:gd name="connsiteY13" fmla="*/ 248337 h 361333"/>
                <a:gd name="connsiteX14" fmla="*/ 226204 w 361670"/>
                <a:gd name="connsiteY14" fmla="*/ 229185 h 361333"/>
                <a:gd name="connsiteX15" fmla="*/ 181474 w 361670"/>
                <a:gd name="connsiteY15" fmla="*/ 184497 h 361333"/>
                <a:gd name="connsiteX16" fmla="*/ 136744 w 361670"/>
                <a:gd name="connsiteY16" fmla="*/ 229185 h 361333"/>
                <a:gd name="connsiteX17" fmla="*/ 136744 w 361670"/>
                <a:gd name="connsiteY17" fmla="*/ 248337 h 361333"/>
                <a:gd name="connsiteX18" fmla="*/ 134828 w 361670"/>
                <a:gd name="connsiteY18" fmla="*/ 252806 h 361333"/>
                <a:gd name="connsiteX19" fmla="*/ 113102 w 361670"/>
                <a:gd name="connsiteY19" fmla="*/ 274511 h 361333"/>
                <a:gd name="connsiteX20" fmla="*/ 108629 w 361670"/>
                <a:gd name="connsiteY20" fmla="*/ 276426 h 361333"/>
                <a:gd name="connsiteX21" fmla="*/ 106073 w 361670"/>
                <a:gd name="connsiteY21" fmla="*/ 275788 h 361333"/>
                <a:gd name="connsiteX22" fmla="*/ 102239 w 361670"/>
                <a:gd name="connsiteY22" fmla="*/ 270042 h 361333"/>
                <a:gd name="connsiteX23" fmla="*/ 102239 w 361670"/>
                <a:gd name="connsiteY23" fmla="*/ 254721 h 361333"/>
                <a:gd name="connsiteX24" fmla="*/ 86903 w 361670"/>
                <a:gd name="connsiteY24" fmla="*/ 254721 h 361333"/>
                <a:gd name="connsiteX25" fmla="*/ 81152 w 361670"/>
                <a:gd name="connsiteY25" fmla="*/ 250890 h 361333"/>
                <a:gd name="connsiteX26" fmla="*/ 82430 w 361670"/>
                <a:gd name="connsiteY26" fmla="*/ 243868 h 361333"/>
                <a:gd name="connsiteX27" fmla="*/ 104156 w 361670"/>
                <a:gd name="connsiteY27" fmla="*/ 222163 h 361333"/>
                <a:gd name="connsiteX28" fmla="*/ 108629 w 361670"/>
                <a:gd name="connsiteY28" fmla="*/ 220247 h 361333"/>
                <a:gd name="connsiteX29" fmla="*/ 127799 w 361670"/>
                <a:gd name="connsiteY29" fmla="*/ 220247 h 361333"/>
                <a:gd name="connsiteX30" fmla="*/ 172528 w 361670"/>
                <a:gd name="connsiteY30" fmla="*/ 175560 h 361333"/>
                <a:gd name="connsiteX31" fmla="*/ 104156 w 361670"/>
                <a:gd name="connsiteY31" fmla="*/ 107251 h 361333"/>
                <a:gd name="connsiteX32" fmla="*/ 104156 w 361670"/>
                <a:gd name="connsiteY32" fmla="*/ 113635 h 361333"/>
                <a:gd name="connsiteX33" fmla="*/ 97766 w 361670"/>
                <a:gd name="connsiteY33" fmla="*/ 120019 h 361333"/>
                <a:gd name="connsiteX34" fmla="*/ 91376 w 361670"/>
                <a:gd name="connsiteY34" fmla="*/ 113635 h 361333"/>
                <a:gd name="connsiteX35" fmla="*/ 91376 w 361670"/>
                <a:gd name="connsiteY35" fmla="*/ 91930 h 361333"/>
                <a:gd name="connsiteX36" fmla="*/ 97766 w 361670"/>
                <a:gd name="connsiteY36" fmla="*/ 85546 h 361333"/>
                <a:gd name="connsiteX37" fmla="*/ 119492 w 361670"/>
                <a:gd name="connsiteY37" fmla="*/ 85546 h 361333"/>
                <a:gd name="connsiteX38" fmla="*/ 125882 w 361670"/>
                <a:gd name="connsiteY38" fmla="*/ 91930 h 361333"/>
                <a:gd name="connsiteX39" fmla="*/ 119492 w 361670"/>
                <a:gd name="connsiteY39" fmla="*/ 98313 h 361333"/>
                <a:gd name="connsiteX40" fmla="*/ 113102 w 361670"/>
                <a:gd name="connsiteY40" fmla="*/ 98313 h 361333"/>
                <a:gd name="connsiteX41" fmla="*/ 181474 w 361670"/>
                <a:gd name="connsiteY41" fmla="*/ 166622 h 361333"/>
                <a:gd name="connsiteX42" fmla="*/ 249846 w 361670"/>
                <a:gd name="connsiteY42" fmla="*/ 98313 h 361333"/>
                <a:gd name="connsiteX43" fmla="*/ 243456 w 361670"/>
                <a:gd name="connsiteY43" fmla="*/ 98313 h 361333"/>
                <a:gd name="connsiteX44" fmla="*/ 237067 w 361670"/>
                <a:gd name="connsiteY44" fmla="*/ 91930 h 361333"/>
                <a:gd name="connsiteX45" fmla="*/ 243456 w 361670"/>
                <a:gd name="connsiteY45" fmla="*/ 85546 h 361333"/>
                <a:gd name="connsiteX46" fmla="*/ 265182 w 361670"/>
                <a:gd name="connsiteY46" fmla="*/ 85546 h 361333"/>
                <a:gd name="connsiteX47" fmla="*/ 271572 w 361670"/>
                <a:gd name="connsiteY47" fmla="*/ 91930 h 361333"/>
                <a:gd name="connsiteX48" fmla="*/ 271572 w 361670"/>
                <a:gd name="connsiteY48" fmla="*/ 113635 h 361333"/>
                <a:gd name="connsiteX49" fmla="*/ 265182 w 361670"/>
                <a:gd name="connsiteY49" fmla="*/ 120019 h 361333"/>
                <a:gd name="connsiteX50" fmla="*/ 258792 w 361670"/>
                <a:gd name="connsiteY50" fmla="*/ 113635 h 361333"/>
                <a:gd name="connsiteX51" fmla="*/ 258792 w 361670"/>
                <a:gd name="connsiteY51" fmla="*/ 107251 h 361333"/>
                <a:gd name="connsiteX52" fmla="*/ 189781 w 361670"/>
                <a:gd name="connsiteY52" fmla="*/ 175560 h 361333"/>
                <a:gd name="connsiteX53" fmla="*/ 234511 w 361670"/>
                <a:gd name="connsiteY53" fmla="*/ 220247 h 361333"/>
                <a:gd name="connsiteX54" fmla="*/ 253681 w 361670"/>
                <a:gd name="connsiteY54" fmla="*/ 220247 h 361333"/>
                <a:gd name="connsiteX55" fmla="*/ 258153 w 361670"/>
                <a:gd name="connsiteY55" fmla="*/ 222163 h 361333"/>
                <a:gd name="connsiteX56" fmla="*/ 279879 w 361670"/>
                <a:gd name="connsiteY56" fmla="*/ 243868 h 361333"/>
                <a:gd name="connsiteX57" fmla="*/ 281796 w 361670"/>
                <a:gd name="connsiteY57" fmla="*/ 25089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281796" y="250890"/>
                  </a:moveTo>
                  <a:cubicBezTo>
                    <a:pt x="280518" y="253444"/>
                    <a:pt x="278601" y="254721"/>
                    <a:pt x="276045" y="254721"/>
                  </a:cubicBezTo>
                  <a:lnTo>
                    <a:pt x="260709" y="254721"/>
                  </a:lnTo>
                  <a:lnTo>
                    <a:pt x="260709" y="270042"/>
                  </a:lnTo>
                  <a:cubicBezTo>
                    <a:pt x="260709" y="272596"/>
                    <a:pt x="259431" y="275149"/>
                    <a:pt x="256876" y="275788"/>
                  </a:cubicBezTo>
                  <a:cubicBezTo>
                    <a:pt x="256236" y="276426"/>
                    <a:pt x="254958" y="276426"/>
                    <a:pt x="254319" y="276426"/>
                  </a:cubicBezTo>
                  <a:cubicBezTo>
                    <a:pt x="252403" y="276426"/>
                    <a:pt x="251124" y="275788"/>
                    <a:pt x="249846" y="274511"/>
                  </a:cubicBezTo>
                  <a:lnTo>
                    <a:pt x="228121" y="252806"/>
                  </a:lnTo>
                  <a:cubicBezTo>
                    <a:pt x="226843" y="251529"/>
                    <a:pt x="226204" y="250252"/>
                    <a:pt x="226204" y="248337"/>
                  </a:cubicBezTo>
                  <a:lnTo>
                    <a:pt x="226204" y="229185"/>
                  </a:lnTo>
                  <a:lnTo>
                    <a:pt x="181474" y="184497"/>
                  </a:lnTo>
                  <a:lnTo>
                    <a:pt x="136744" y="229185"/>
                  </a:lnTo>
                  <a:lnTo>
                    <a:pt x="136744" y="248337"/>
                  </a:lnTo>
                  <a:cubicBezTo>
                    <a:pt x="136744" y="250252"/>
                    <a:pt x="136106" y="251529"/>
                    <a:pt x="134828" y="252806"/>
                  </a:cubicBezTo>
                  <a:lnTo>
                    <a:pt x="113102" y="274511"/>
                  </a:lnTo>
                  <a:cubicBezTo>
                    <a:pt x="111824" y="275788"/>
                    <a:pt x="110546" y="276426"/>
                    <a:pt x="108629" y="276426"/>
                  </a:cubicBezTo>
                  <a:cubicBezTo>
                    <a:pt x="107990" y="276426"/>
                    <a:pt x="106712" y="276426"/>
                    <a:pt x="106073" y="275788"/>
                  </a:cubicBezTo>
                  <a:cubicBezTo>
                    <a:pt x="103517" y="274511"/>
                    <a:pt x="102239" y="272596"/>
                    <a:pt x="102239" y="270042"/>
                  </a:cubicBezTo>
                  <a:lnTo>
                    <a:pt x="102239" y="254721"/>
                  </a:lnTo>
                  <a:lnTo>
                    <a:pt x="86903" y="254721"/>
                  </a:lnTo>
                  <a:cubicBezTo>
                    <a:pt x="84347" y="254721"/>
                    <a:pt x="81791" y="253444"/>
                    <a:pt x="81152" y="250890"/>
                  </a:cubicBezTo>
                  <a:cubicBezTo>
                    <a:pt x="80513" y="248337"/>
                    <a:pt x="80513" y="245783"/>
                    <a:pt x="82430" y="243868"/>
                  </a:cubicBezTo>
                  <a:lnTo>
                    <a:pt x="104156" y="222163"/>
                  </a:lnTo>
                  <a:cubicBezTo>
                    <a:pt x="105434" y="220886"/>
                    <a:pt x="106712" y="220247"/>
                    <a:pt x="108629" y="220247"/>
                  </a:cubicBezTo>
                  <a:lnTo>
                    <a:pt x="127799" y="220247"/>
                  </a:lnTo>
                  <a:lnTo>
                    <a:pt x="172528" y="175560"/>
                  </a:lnTo>
                  <a:lnTo>
                    <a:pt x="104156" y="107251"/>
                  </a:lnTo>
                  <a:lnTo>
                    <a:pt x="104156" y="113635"/>
                  </a:lnTo>
                  <a:cubicBezTo>
                    <a:pt x="104156" y="117465"/>
                    <a:pt x="101600" y="120019"/>
                    <a:pt x="97766" y="120019"/>
                  </a:cubicBezTo>
                  <a:cubicBezTo>
                    <a:pt x="93932" y="120019"/>
                    <a:pt x="91376" y="117465"/>
                    <a:pt x="91376" y="113635"/>
                  </a:cubicBezTo>
                  <a:lnTo>
                    <a:pt x="91376" y="91930"/>
                  </a:lnTo>
                  <a:cubicBezTo>
                    <a:pt x="91376" y="88099"/>
                    <a:pt x="93932" y="85546"/>
                    <a:pt x="97766" y="85546"/>
                  </a:cubicBezTo>
                  <a:lnTo>
                    <a:pt x="119492" y="85546"/>
                  </a:lnTo>
                  <a:cubicBezTo>
                    <a:pt x="123326" y="85546"/>
                    <a:pt x="125882" y="88099"/>
                    <a:pt x="125882" y="91930"/>
                  </a:cubicBezTo>
                  <a:cubicBezTo>
                    <a:pt x="125882" y="95760"/>
                    <a:pt x="123326" y="98313"/>
                    <a:pt x="119492" y="98313"/>
                  </a:cubicBezTo>
                  <a:lnTo>
                    <a:pt x="113102" y="98313"/>
                  </a:lnTo>
                  <a:lnTo>
                    <a:pt x="181474" y="166622"/>
                  </a:lnTo>
                  <a:lnTo>
                    <a:pt x="249846" y="98313"/>
                  </a:lnTo>
                  <a:lnTo>
                    <a:pt x="243456" y="98313"/>
                  </a:lnTo>
                  <a:cubicBezTo>
                    <a:pt x="239623" y="98313"/>
                    <a:pt x="237067" y="95760"/>
                    <a:pt x="237067" y="91930"/>
                  </a:cubicBezTo>
                  <a:cubicBezTo>
                    <a:pt x="237067" y="88099"/>
                    <a:pt x="239623" y="85546"/>
                    <a:pt x="243456" y="85546"/>
                  </a:cubicBezTo>
                  <a:lnTo>
                    <a:pt x="265182" y="85546"/>
                  </a:lnTo>
                  <a:cubicBezTo>
                    <a:pt x="269016" y="85546"/>
                    <a:pt x="271572" y="88099"/>
                    <a:pt x="271572" y="91930"/>
                  </a:cubicBezTo>
                  <a:lnTo>
                    <a:pt x="271572" y="113635"/>
                  </a:lnTo>
                  <a:cubicBezTo>
                    <a:pt x="271572" y="117465"/>
                    <a:pt x="269016" y="120019"/>
                    <a:pt x="265182" y="120019"/>
                  </a:cubicBezTo>
                  <a:cubicBezTo>
                    <a:pt x="261348" y="120019"/>
                    <a:pt x="258792" y="117465"/>
                    <a:pt x="258792" y="113635"/>
                  </a:cubicBezTo>
                  <a:lnTo>
                    <a:pt x="258792" y="107251"/>
                  </a:lnTo>
                  <a:lnTo>
                    <a:pt x="189781" y="175560"/>
                  </a:lnTo>
                  <a:lnTo>
                    <a:pt x="234511" y="220247"/>
                  </a:lnTo>
                  <a:lnTo>
                    <a:pt x="253681" y="220247"/>
                  </a:lnTo>
                  <a:cubicBezTo>
                    <a:pt x="255597" y="220247"/>
                    <a:pt x="256876" y="220886"/>
                    <a:pt x="258153" y="222163"/>
                  </a:cubicBezTo>
                  <a:lnTo>
                    <a:pt x="279879" y="243868"/>
                  </a:lnTo>
                  <a:cubicBezTo>
                    <a:pt x="282435" y="245783"/>
                    <a:pt x="282435" y="248337"/>
                    <a:pt x="281796" y="250890"/>
                  </a:cubicBezTo>
                  <a:close/>
                </a:path>
              </a:pathLst>
            </a:custGeom>
            <a:solidFill>
              <a:srgbClr val="00A3E0"/>
            </a:solidFill>
            <a:ln w="6390" cap="flat">
              <a:noFill/>
              <a:prstDash val="solid"/>
              <a:miter/>
            </a:ln>
          </p:spPr>
          <p:txBody>
            <a:bodyPr rtlCol="0" anchor="ctr"/>
            <a:lstStyle/>
            <a:p>
              <a:endParaRPr lang="en-US"/>
            </a:p>
          </p:txBody>
        </p:sp>
      </p:grpSp>
      <p:grpSp>
        <p:nvGrpSpPr>
          <p:cNvPr id="931" name="Graphic 4">
            <a:extLst>
              <a:ext uri="{FF2B5EF4-FFF2-40B4-BE49-F238E27FC236}">
                <a16:creationId xmlns:a16="http://schemas.microsoft.com/office/drawing/2014/main" id="{AEAE299C-EFA0-AF44-8C96-0CDECBF01845}"/>
              </a:ext>
            </a:extLst>
          </p:cNvPr>
          <p:cNvGrpSpPr>
            <a:grpSpLocks noChangeAspect="1"/>
          </p:cNvGrpSpPr>
          <p:nvPr/>
        </p:nvGrpSpPr>
        <p:grpSpPr>
          <a:xfrm>
            <a:off x="4661459" y="2371173"/>
            <a:ext cx="361670" cy="361333"/>
            <a:chOff x="4661459" y="2371173"/>
            <a:chExt cx="361670" cy="361333"/>
          </a:xfrm>
          <a:solidFill>
            <a:srgbClr val="00A3E0"/>
          </a:solidFill>
        </p:grpSpPr>
        <p:sp>
          <p:nvSpPr>
            <p:cNvPr id="932" name="Graphic 4">
              <a:extLst>
                <a:ext uri="{FF2B5EF4-FFF2-40B4-BE49-F238E27FC236}">
                  <a16:creationId xmlns:a16="http://schemas.microsoft.com/office/drawing/2014/main" id="{FC91C24C-B262-5242-9C38-6DC234DAC68E}"/>
                </a:ext>
              </a:extLst>
            </p:cNvPr>
            <p:cNvSpPr/>
            <p:nvPr/>
          </p:nvSpPr>
          <p:spPr>
            <a:xfrm>
              <a:off x="4661459"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9530"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933" name="Graphic 4">
              <a:extLst>
                <a:ext uri="{FF2B5EF4-FFF2-40B4-BE49-F238E27FC236}">
                  <a16:creationId xmlns:a16="http://schemas.microsoft.com/office/drawing/2014/main" id="{DC131937-BB2C-CB4A-9FC2-9ACBF2A0A235}"/>
                </a:ext>
              </a:extLst>
            </p:cNvPr>
            <p:cNvSpPr/>
            <p:nvPr/>
          </p:nvSpPr>
          <p:spPr>
            <a:xfrm>
              <a:off x="4724719" y="2468848"/>
              <a:ext cx="237066" cy="165345"/>
            </a:xfrm>
            <a:custGeom>
              <a:avLst/>
              <a:gdLst>
                <a:gd name="connsiteX0" fmla="*/ 230677 w 237066"/>
                <a:gd name="connsiteY0" fmla="*/ 0 h 165345"/>
                <a:gd name="connsiteX1" fmla="*/ 6390 w 237066"/>
                <a:gd name="connsiteY1" fmla="*/ 0 h 165345"/>
                <a:gd name="connsiteX2" fmla="*/ 0 w 237066"/>
                <a:gd name="connsiteY2" fmla="*/ 6384 h 165345"/>
                <a:gd name="connsiteX3" fmla="*/ 0 w 237066"/>
                <a:gd name="connsiteY3" fmla="*/ 158961 h 165345"/>
                <a:gd name="connsiteX4" fmla="*/ 6390 w 237066"/>
                <a:gd name="connsiteY4" fmla="*/ 165345 h 165345"/>
                <a:gd name="connsiteX5" fmla="*/ 230677 w 237066"/>
                <a:gd name="connsiteY5" fmla="*/ 165345 h 165345"/>
                <a:gd name="connsiteX6" fmla="*/ 237067 w 237066"/>
                <a:gd name="connsiteY6" fmla="*/ 158961 h 165345"/>
                <a:gd name="connsiteX7" fmla="*/ 237067 w 237066"/>
                <a:gd name="connsiteY7" fmla="*/ 7022 h 165345"/>
                <a:gd name="connsiteX8" fmla="*/ 230677 w 237066"/>
                <a:gd name="connsiteY8" fmla="*/ 0 h 165345"/>
                <a:gd name="connsiteX9" fmla="*/ 224287 w 237066"/>
                <a:gd name="connsiteY9" fmla="*/ 109166 h 165345"/>
                <a:gd name="connsiteX10" fmla="*/ 212785 w 237066"/>
                <a:gd name="connsiteY10" fmla="*/ 109166 h 165345"/>
                <a:gd name="connsiteX11" fmla="*/ 212785 w 237066"/>
                <a:gd name="connsiteY11" fmla="*/ 55541 h 165345"/>
                <a:gd name="connsiteX12" fmla="*/ 224287 w 237066"/>
                <a:gd name="connsiteY12" fmla="*/ 55541 h 165345"/>
                <a:gd name="connsiteX13" fmla="*/ 224287 w 237066"/>
                <a:gd name="connsiteY13" fmla="*/ 109166 h 165345"/>
                <a:gd name="connsiteX14" fmla="*/ 12780 w 237066"/>
                <a:gd name="connsiteY14" fmla="*/ 55541 h 165345"/>
                <a:gd name="connsiteX15" fmla="*/ 24282 w 237066"/>
                <a:gd name="connsiteY15" fmla="*/ 55541 h 165345"/>
                <a:gd name="connsiteX16" fmla="*/ 24282 w 237066"/>
                <a:gd name="connsiteY16" fmla="*/ 109166 h 165345"/>
                <a:gd name="connsiteX17" fmla="*/ 12780 w 237066"/>
                <a:gd name="connsiteY17" fmla="*/ 109166 h 165345"/>
                <a:gd name="connsiteX18" fmla="*/ 12780 w 237066"/>
                <a:gd name="connsiteY18" fmla="*/ 55541 h 165345"/>
                <a:gd name="connsiteX19" fmla="*/ 12780 w 237066"/>
                <a:gd name="connsiteY19" fmla="*/ 152577 h 165345"/>
                <a:gd name="connsiteX20" fmla="*/ 12780 w 237066"/>
                <a:gd name="connsiteY20" fmla="*/ 122572 h 165345"/>
                <a:gd name="connsiteX21" fmla="*/ 30672 w 237066"/>
                <a:gd name="connsiteY21" fmla="*/ 122572 h 165345"/>
                <a:gd name="connsiteX22" fmla="*/ 37062 w 237066"/>
                <a:gd name="connsiteY22" fmla="*/ 116188 h 165345"/>
                <a:gd name="connsiteX23" fmla="*/ 37062 w 237066"/>
                <a:gd name="connsiteY23" fmla="*/ 49795 h 165345"/>
                <a:gd name="connsiteX24" fmla="*/ 30672 w 237066"/>
                <a:gd name="connsiteY24" fmla="*/ 43411 h 165345"/>
                <a:gd name="connsiteX25" fmla="*/ 12780 w 237066"/>
                <a:gd name="connsiteY25" fmla="*/ 43411 h 165345"/>
                <a:gd name="connsiteX26" fmla="*/ 12780 w 237066"/>
                <a:gd name="connsiteY26" fmla="*/ 13406 h 165345"/>
                <a:gd name="connsiteX27" fmla="*/ 224287 w 237066"/>
                <a:gd name="connsiteY27" fmla="*/ 13406 h 165345"/>
                <a:gd name="connsiteX28" fmla="*/ 224287 w 237066"/>
                <a:gd name="connsiteY28" fmla="*/ 43411 h 165345"/>
                <a:gd name="connsiteX29" fmla="*/ 206395 w 237066"/>
                <a:gd name="connsiteY29" fmla="*/ 43411 h 165345"/>
                <a:gd name="connsiteX30" fmla="*/ 200005 w 237066"/>
                <a:gd name="connsiteY30" fmla="*/ 49795 h 165345"/>
                <a:gd name="connsiteX31" fmla="*/ 200005 w 237066"/>
                <a:gd name="connsiteY31" fmla="*/ 116188 h 165345"/>
                <a:gd name="connsiteX32" fmla="*/ 206395 w 237066"/>
                <a:gd name="connsiteY32" fmla="*/ 122572 h 165345"/>
                <a:gd name="connsiteX33" fmla="*/ 224287 w 237066"/>
                <a:gd name="connsiteY33" fmla="*/ 122572 h 165345"/>
                <a:gd name="connsiteX34" fmla="*/ 224287 w 237066"/>
                <a:gd name="connsiteY34" fmla="*/ 152577 h 165345"/>
                <a:gd name="connsiteX35" fmla="*/ 12780 w 237066"/>
                <a:gd name="connsiteY35" fmla="*/ 152577 h 165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37066" h="165345">
                  <a:moveTo>
                    <a:pt x="230677" y="0"/>
                  </a:moveTo>
                  <a:lnTo>
                    <a:pt x="6390" y="0"/>
                  </a:lnTo>
                  <a:cubicBezTo>
                    <a:pt x="2556" y="0"/>
                    <a:pt x="0" y="2554"/>
                    <a:pt x="0" y="6384"/>
                  </a:cubicBezTo>
                  <a:lnTo>
                    <a:pt x="0" y="158961"/>
                  </a:lnTo>
                  <a:cubicBezTo>
                    <a:pt x="0" y="162792"/>
                    <a:pt x="2556" y="165345"/>
                    <a:pt x="6390" y="165345"/>
                  </a:cubicBezTo>
                  <a:lnTo>
                    <a:pt x="230677" y="165345"/>
                  </a:lnTo>
                  <a:cubicBezTo>
                    <a:pt x="234510" y="165345"/>
                    <a:pt x="237067" y="162792"/>
                    <a:pt x="237067" y="158961"/>
                  </a:cubicBezTo>
                  <a:lnTo>
                    <a:pt x="237067" y="7022"/>
                  </a:lnTo>
                  <a:cubicBezTo>
                    <a:pt x="237067" y="3192"/>
                    <a:pt x="233872" y="0"/>
                    <a:pt x="230677" y="0"/>
                  </a:cubicBezTo>
                  <a:close/>
                  <a:moveTo>
                    <a:pt x="224287" y="109166"/>
                  </a:moveTo>
                  <a:lnTo>
                    <a:pt x="212785" y="109166"/>
                  </a:lnTo>
                  <a:lnTo>
                    <a:pt x="212785" y="55541"/>
                  </a:lnTo>
                  <a:lnTo>
                    <a:pt x="224287" y="55541"/>
                  </a:lnTo>
                  <a:lnTo>
                    <a:pt x="224287" y="109166"/>
                  </a:lnTo>
                  <a:close/>
                  <a:moveTo>
                    <a:pt x="12780" y="55541"/>
                  </a:moveTo>
                  <a:lnTo>
                    <a:pt x="24282" y="55541"/>
                  </a:lnTo>
                  <a:lnTo>
                    <a:pt x="24282" y="109166"/>
                  </a:lnTo>
                  <a:lnTo>
                    <a:pt x="12780" y="109166"/>
                  </a:lnTo>
                  <a:lnTo>
                    <a:pt x="12780" y="55541"/>
                  </a:lnTo>
                  <a:close/>
                  <a:moveTo>
                    <a:pt x="12780" y="152577"/>
                  </a:moveTo>
                  <a:lnTo>
                    <a:pt x="12780" y="122572"/>
                  </a:lnTo>
                  <a:lnTo>
                    <a:pt x="30672" y="122572"/>
                  </a:lnTo>
                  <a:cubicBezTo>
                    <a:pt x="34505" y="122572"/>
                    <a:pt x="37062" y="120019"/>
                    <a:pt x="37062" y="116188"/>
                  </a:cubicBezTo>
                  <a:lnTo>
                    <a:pt x="37062" y="49795"/>
                  </a:lnTo>
                  <a:cubicBezTo>
                    <a:pt x="37062" y="45965"/>
                    <a:pt x="34505" y="43411"/>
                    <a:pt x="30672" y="43411"/>
                  </a:cubicBezTo>
                  <a:lnTo>
                    <a:pt x="12780" y="43411"/>
                  </a:lnTo>
                  <a:lnTo>
                    <a:pt x="12780" y="13406"/>
                  </a:lnTo>
                  <a:lnTo>
                    <a:pt x="224287" y="13406"/>
                  </a:lnTo>
                  <a:lnTo>
                    <a:pt x="224287" y="43411"/>
                  </a:lnTo>
                  <a:lnTo>
                    <a:pt x="206395" y="43411"/>
                  </a:lnTo>
                  <a:cubicBezTo>
                    <a:pt x="202561" y="43411"/>
                    <a:pt x="200005" y="45965"/>
                    <a:pt x="200005" y="49795"/>
                  </a:cubicBezTo>
                  <a:lnTo>
                    <a:pt x="200005" y="116188"/>
                  </a:lnTo>
                  <a:cubicBezTo>
                    <a:pt x="200005" y="120019"/>
                    <a:pt x="202561" y="122572"/>
                    <a:pt x="206395" y="122572"/>
                  </a:cubicBezTo>
                  <a:lnTo>
                    <a:pt x="224287" y="122572"/>
                  </a:lnTo>
                  <a:lnTo>
                    <a:pt x="224287" y="152577"/>
                  </a:lnTo>
                  <a:lnTo>
                    <a:pt x="12780" y="152577"/>
                  </a:lnTo>
                  <a:close/>
                </a:path>
              </a:pathLst>
            </a:custGeom>
            <a:solidFill>
              <a:srgbClr val="00A3E0"/>
            </a:solidFill>
            <a:ln w="6390" cap="flat">
              <a:noFill/>
              <a:prstDash val="solid"/>
              <a:miter/>
            </a:ln>
          </p:spPr>
          <p:txBody>
            <a:bodyPr rtlCol="0" anchor="ctr"/>
            <a:lstStyle/>
            <a:p>
              <a:endParaRPr lang="en-US"/>
            </a:p>
          </p:txBody>
        </p:sp>
        <p:sp>
          <p:nvSpPr>
            <p:cNvPr id="934" name="Graphic 4">
              <a:extLst>
                <a:ext uri="{FF2B5EF4-FFF2-40B4-BE49-F238E27FC236}">
                  <a16:creationId xmlns:a16="http://schemas.microsoft.com/office/drawing/2014/main" id="{02B5D818-B630-4749-9956-210B0978C127}"/>
                </a:ext>
              </a:extLst>
            </p:cNvPr>
            <p:cNvSpPr/>
            <p:nvPr/>
          </p:nvSpPr>
          <p:spPr>
            <a:xfrm>
              <a:off x="4793730" y="2501406"/>
              <a:ext cx="23003" cy="22982"/>
            </a:xfrm>
            <a:custGeom>
              <a:avLst/>
              <a:gdLst>
                <a:gd name="connsiteX0" fmla="*/ 23004 w 23003"/>
                <a:gd name="connsiteY0" fmla="*/ 11491 h 22982"/>
                <a:gd name="connsiteX1" fmla="*/ 11502 w 23003"/>
                <a:gd name="connsiteY1" fmla="*/ 0 h 22982"/>
                <a:gd name="connsiteX2" fmla="*/ 0 w 23003"/>
                <a:gd name="connsiteY2" fmla="*/ 11491 h 22982"/>
                <a:gd name="connsiteX3" fmla="*/ 11502 w 23003"/>
                <a:gd name="connsiteY3" fmla="*/ 22982 h 22982"/>
                <a:gd name="connsiteX4" fmla="*/ 23004 w 23003"/>
                <a:gd name="connsiteY4" fmla="*/ 11491 h 22982"/>
                <a:gd name="connsiteX5" fmla="*/ 10224 w 23003"/>
                <a:gd name="connsiteY5" fmla="*/ 11491 h 22982"/>
                <a:gd name="connsiteX6" fmla="*/ 11502 w 23003"/>
                <a:gd name="connsiteY6" fmla="*/ 10214 h 22982"/>
                <a:gd name="connsiteX7" fmla="*/ 12780 w 23003"/>
                <a:gd name="connsiteY7" fmla="*/ 11491 h 22982"/>
                <a:gd name="connsiteX8" fmla="*/ 10224 w 23003"/>
                <a:gd name="connsiteY8" fmla="*/ 11491 h 2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003" h="22982">
                  <a:moveTo>
                    <a:pt x="23004" y="11491"/>
                  </a:moveTo>
                  <a:cubicBezTo>
                    <a:pt x="23004" y="5107"/>
                    <a:pt x="17892" y="0"/>
                    <a:pt x="11502" y="0"/>
                  </a:cubicBezTo>
                  <a:cubicBezTo>
                    <a:pt x="5112" y="0"/>
                    <a:pt x="0" y="5107"/>
                    <a:pt x="0" y="11491"/>
                  </a:cubicBezTo>
                  <a:cubicBezTo>
                    <a:pt x="0" y="17875"/>
                    <a:pt x="5112" y="22982"/>
                    <a:pt x="11502" y="22982"/>
                  </a:cubicBezTo>
                  <a:cubicBezTo>
                    <a:pt x="17892" y="22982"/>
                    <a:pt x="23004" y="17875"/>
                    <a:pt x="23004" y="11491"/>
                  </a:cubicBezTo>
                  <a:close/>
                  <a:moveTo>
                    <a:pt x="10224" y="11491"/>
                  </a:moveTo>
                  <a:cubicBezTo>
                    <a:pt x="10224" y="10853"/>
                    <a:pt x="10863" y="10214"/>
                    <a:pt x="11502" y="10214"/>
                  </a:cubicBezTo>
                  <a:cubicBezTo>
                    <a:pt x="12141" y="10214"/>
                    <a:pt x="12780" y="10853"/>
                    <a:pt x="12780" y="11491"/>
                  </a:cubicBezTo>
                  <a:cubicBezTo>
                    <a:pt x="13419" y="13406"/>
                    <a:pt x="10224" y="13406"/>
                    <a:pt x="10224" y="11491"/>
                  </a:cubicBezTo>
                  <a:close/>
                </a:path>
              </a:pathLst>
            </a:custGeom>
            <a:solidFill>
              <a:srgbClr val="00A3E0"/>
            </a:solidFill>
            <a:ln w="6390" cap="flat">
              <a:noFill/>
              <a:prstDash val="solid"/>
              <a:miter/>
            </a:ln>
          </p:spPr>
          <p:txBody>
            <a:bodyPr rtlCol="0" anchor="ctr"/>
            <a:lstStyle/>
            <a:p>
              <a:endParaRPr lang="en-US"/>
            </a:p>
          </p:txBody>
        </p:sp>
        <p:sp>
          <p:nvSpPr>
            <p:cNvPr id="935" name="Graphic 4">
              <a:extLst>
                <a:ext uri="{FF2B5EF4-FFF2-40B4-BE49-F238E27FC236}">
                  <a16:creationId xmlns:a16="http://schemas.microsoft.com/office/drawing/2014/main" id="{F9ADAF02-9207-5C4B-AFEC-557297AA77EA}"/>
                </a:ext>
              </a:extLst>
            </p:cNvPr>
            <p:cNvSpPr/>
            <p:nvPr/>
          </p:nvSpPr>
          <p:spPr>
            <a:xfrm>
              <a:off x="4887663" y="2520558"/>
              <a:ext cx="21725" cy="21705"/>
            </a:xfrm>
            <a:custGeom>
              <a:avLst/>
              <a:gdLst>
                <a:gd name="connsiteX0" fmla="*/ 10863 w 21725"/>
                <a:gd name="connsiteY0" fmla="*/ 0 h 21705"/>
                <a:gd name="connsiteX1" fmla="*/ 0 w 21725"/>
                <a:gd name="connsiteY1" fmla="*/ 10853 h 21705"/>
                <a:gd name="connsiteX2" fmla="*/ 10863 w 21725"/>
                <a:gd name="connsiteY2" fmla="*/ 21706 h 21705"/>
                <a:gd name="connsiteX3" fmla="*/ 21726 w 21725"/>
                <a:gd name="connsiteY3" fmla="*/ 10853 h 21705"/>
                <a:gd name="connsiteX4" fmla="*/ 10863 w 21725"/>
                <a:gd name="connsiteY4" fmla="*/ 0 h 21705"/>
                <a:gd name="connsiteX5" fmla="*/ 9585 w 21725"/>
                <a:gd name="connsiteY5" fmla="*/ 10853 h 21705"/>
                <a:gd name="connsiteX6" fmla="*/ 11502 w 21725"/>
                <a:gd name="connsiteY6" fmla="*/ 8938 h 21705"/>
                <a:gd name="connsiteX7" fmla="*/ 13419 w 21725"/>
                <a:gd name="connsiteY7" fmla="*/ 10853 h 21705"/>
                <a:gd name="connsiteX8" fmla="*/ 9585 w 21725"/>
                <a:gd name="connsiteY8" fmla="*/ 10853 h 2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25" h="21705">
                  <a:moveTo>
                    <a:pt x="10863" y="0"/>
                  </a:moveTo>
                  <a:cubicBezTo>
                    <a:pt x="4473" y="0"/>
                    <a:pt x="0" y="5107"/>
                    <a:pt x="0" y="10853"/>
                  </a:cubicBezTo>
                  <a:cubicBezTo>
                    <a:pt x="0" y="16598"/>
                    <a:pt x="5112" y="21706"/>
                    <a:pt x="10863" y="21706"/>
                  </a:cubicBezTo>
                  <a:cubicBezTo>
                    <a:pt x="16614" y="21706"/>
                    <a:pt x="21726" y="16598"/>
                    <a:pt x="21726" y="10853"/>
                  </a:cubicBezTo>
                  <a:cubicBezTo>
                    <a:pt x="21726" y="5107"/>
                    <a:pt x="17253" y="0"/>
                    <a:pt x="10863" y="0"/>
                  </a:cubicBezTo>
                  <a:close/>
                  <a:moveTo>
                    <a:pt x="9585" y="10853"/>
                  </a:moveTo>
                  <a:cubicBezTo>
                    <a:pt x="9585" y="10214"/>
                    <a:pt x="10224" y="8938"/>
                    <a:pt x="11502" y="8938"/>
                  </a:cubicBezTo>
                  <a:cubicBezTo>
                    <a:pt x="12780" y="8938"/>
                    <a:pt x="13419" y="9576"/>
                    <a:pt x="13419" y="10853"/>
                  </a:cubicBezTo>
                  <a:cubicBezTo>
                    <a:pt x="12780" y="12768"/>
                    <a:pt x="9585" y="12768"/>
                    <a:pt x="9585" y="10853"/>
                  </a:cubicBezTo>
                  <a:close/>
                </a:path>
              </a:pathLst>
            </a:custGeom>
            <a:solidFill>
              <a:srgbClr val="00A3E0"/>
            </a:solidFill>
            <a:ln w="6390" cap="flat">
              <a:noFill/>
              <a:prstDash val="solid"/>
              <a:miter/>
            </a:ln>
          </p:spPr>
          <p:txBody>
            <a:bodyPr rtlCol="0" anchor="ctr"/>
            <a:lstStyle/>
            <a:p>
              <a:endParaRPr lang="en-US"/>
            </a:p>
          </p:txBody>
        </p:sp>
        <p:sp>
          <p:nvSpPr>
            <p:cNvPr id="936" name="Graphic 4">
              <a:extLst>
                <a:ext uri="{FF2B5EF4-FFF2-40B4-BE49-F238E27FC236}">
                  <a16:creationId xmlns:a16="http://schemas.microsoft.com/office/drawing/2014/main" id="{3B814106-16DD-8044-A049-36A77DB467D7}"/>
                </a:ext>
              </a:extLst>
            </p:cNvPr>
            <p:cNvSpPr/>
            <p:nvPr/>
          </p:nvSpPr>
          <p:spPr>
            <a:xfrm>
              <a:off x="4818552" y="2494901"/>
              <a:ext cx="13000" cy="12888"/>
            </a:xfrm>
            <a:custGeom>
              <a:avLst/>
              <a:gdLst>
                <a:gd name="connsiteX0" fmla="*/ 5211 w 13000"/>
                <a:gd name="connsiteY0" fmla="*/ 121 h 12888"/>
                <a:gd name="connsiteX1" fmla="*/ 99 w 13000"/>
                <a:gd name="connsiteY1" fmla="*/ 7782 h 12888"/>
                <a:gd name="connsiteX2" fmla="*/ 6488 w 13000"/>
                <a:gd name="connsiteY2" fmla="*/ 12889 h 12888"/>
                <a:gd name="connsiteX3" fmla="*/ 7767 w 13000"/>
                <a:gd name="connsiteY3" fmla="*/ 12889 h 12888"/>
                <a:gd name="connsiteX4" fmla="*/ 8406 w 13000"/>
                <a:gd name="connsiteY4" fmla="*/ 12889 h 12888"/>
                <a:gd name="connsiteX5" fmla="*/ 12878 w 13000"/>
                <a:gd name="connsiteY5" fmla="*/ 5228 h 12888"/>
                <a:gd name="connsiteX6" fmla="*/ 5211 w 13000"/>
                <a:gd name="connsiteY6" fmla="*/ 121 h 1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00" h="12888">
                  <a:moveTo>
                    <a:pt x="5211" y="121"/>
                  </a:moveTo>
                  <a:cubicBezTo>
                    <a:pt x="2016" y="759"/>
                    <a:pt x="-540" y="3951"/>
                    <a:pt x="99" y="7782"/>
                  </a:cubicBezTo>
                  <a:cubicBezTo>
                    <a:pt x="738" y="10974"/>
                    <a:pt x="3293" y="12889"/>
                    <a:pt x="6488" y="12889"/>
                  </a:cubicBezTo>
                  <a:cubicBezTo>
                    <a:pt x="7128" y="12889"/>
                    <a:pt x="7128" y="12889"/>
                    <a:pt x="7767" y="12889"/>
                  </a:cubicBezTo>
                  <a:cubicBezTo>
                    <a:pt x="7767" y="12889"/>
                    <a:pt x="8406" y="12889"/>
                    <a:pt x="8406" y="12889"/>
                  </a:cubicBezTo>
                  <a:cubicBezTo>
                    <a:pt x="11601" y="12251"/>
                    <a:pt x="13518" y="9059"/>
                    <a:pt x="12878" y="5228"/>
                  </a:cubicBezTo>
                  <a:cubicBezTo>
                    <a:pt x="12240" y="1398"/>
                    <a:pt x="9045" y="-517"/>
                    <a:pt x="5211" y="121"/>
                  </a:cubicBezTo>
                  <a:close/>
                </a:path>
              </a:pathLst>
            </a:custGeom>
            <a:solidFill>
              <a:srgbClr val="00A3E0"/>
            </a:solidFill>
            <a:ln w="6390" cap="flat">
              <a:noFill/>
              <a:prstDash val="solid"/>
              <a:miter/>
            </a:ln>
          </p:spPr>
          <p:txBody>
            <a:bodyPr rtlCol="0" anchor="ctr"/>
            <a:lstStyle/>
            <a:p>
              <a:endParaRPr lang="en-US"/>
            </a:p>
          </p:txBody>
        </p:sp>
        <p:sp>
          <p:nvSpPr>
            <p:cNvPr id="937" name="Graphic 4">
              <a:extLst>
                <a:ext uri="{FF2B5EF4-FFF2-40B4-BE49-F238E27FC236}">
                  <a16:creationId xmlns:a16="http://schemas.microsoft.com/office/drawing/2014/main" id="{FEC5A03A-F3B1-B74F-BD5F-395E128B86D8}"/>
                </a:ext>
              </a:extLst>
            </p:cNvPr>
            <p:cNvSpPr/>
            <p:nvPr/>
          </p:nvSpPr>
          <p:spPr>
            <a:xfrm>
              <a:off x="4879257" y="2507692"/>
              <a:ext cx="13000" cy="12866"/>
            </a:xfrm>
            <a:custGeom>
              <a:avLst/>
              <a:gdLst>
                <a:gd name="connsiteX0" fmla="*/ 12878 w 13000"/>
                <a:gd name="connsiteY0" fmla="*/ 5206 h 12866"/>
                <a:gd name="connsiteX1" fmla="*/ 5211 w 13000"/>
                <a:gd name="connsiteY1" fmla="*/ 98 h 12866"/>
                <a:gd name="connsiteX2" fmla="*/ 99 w 13000"/>
                <a:gd name="connsiteY2" fmla="*/ 7759 h 12866"/>
                <a:gd name="connsiteX3" fmla="*/ 6488 w 13000"/>
                <a:gd name="connsiteY3" fmla="*/ 12866 h 12866"/>
                <a:gd name="connsiteX4" fmla="*/ 7767 w 13000"/>
                <a:gd name="connsiteY4" fmla="*/ 12866 h 12866"/>
                <a:gd name="connsiteX5" fmla="*/ 8406 w 13000"/>
                <a:gd name="connsiteY5" fmla="*/ 12866 h 12866"/>
                <a:gd name="connsiteX6" fmla="*/ 12878 w 13000"/>
                <a:gd name="connsiteY6" fmla="*/ 5206 h 1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00" h="12866">
                  <a:moveTo>
                    <a:pt x="12878" y="5206"/>
                  </a:moveTo>
                  <a:cubicBezTo>
                    <a:pt x="12240" y="2014"/>
                    <a:pt x="9045" y="-540"/>
                    <a:pt x="5211" y="98"/>
                  </a:cubicBezTo>
                  <a:cubicBezTo>
                    <a:pt x="2016" y="737"/>
                    <a:pt x="-540" y="3929"/>
                    <a:pt x="99" y="7759"/>
                  </a:cubicBezTo>
                  <a:cubicBezTo>
                    <a:pt x="738" y="10951"/>
                    <a:pt x="3293" y="12866"/>
                    <a:pt x="6488" y="12866"/>
                  </a:cubicBezTo>
                  <a:cubicBezTo>
                    <a:pt x="7128" y="12866"/>
                    <a:pt x="7128" y="12866"/>
                    <a:pt x="7767" y="12866"/>
                  </a:cubicBezTo>
                  <a:cubicBezTo>
                    <a:pt x="7767" y="12866"/>
                    <a:pt x="8406" y="12866"/>
                    <a:pt x="8406" y="12866"/>
                  </a:cubicBezTo>
                  <a:cubicBezTo>
                    <a:pt x="11601" y="12228"/>
                    <a:pt x="13518" y="9036"/>
                    <a:pt x="12878" y="5206"/>
                  </a:cubicBezTo>
                  <a:close/>
                </a:path>
              </a:pathLst>
            </a:custGeom>
            <a:solidFill>
              <a:srgbClr val="00A3E0"/>
            </a:solidFill>
            <a:ln w="6390" cap="flat">
              <a:noFill/>
              <a:prstDash val="solid"/>
              <a:miter/>
            </a:ln>
          </p:spPr>
          <p:txBody>
            <a:bodyPr rtlCol="0" anchor="ctr"/>
            <a:lstStyle/>
            <a:p>
              <a:endParaRPr lang="en-US"/>
            </a:p>
          </p:txBody>
        </p:sp>
        <p:sp>
          <p:nvSpPr>
            <p:cNvPr id="938" name="Graphic 4">
              <a:extLst>
                <a:ext uri="{FF2B5EF4-FFF2-40B4-BE49-F238E27FC236}">
                  <a16:creationId xmlns:a16="http://schemas.microsoft.com/office/drawing/2014/main" id="{7265B8BA-8646-324A-A6DD-54E6595E0448}"/>
                </a:ext>
              </a:extLst>
            </p:cNvPr>
            <p:cNvSpPr/>
            <p:nvPr/>
          </p:nvSpPr>
          <p:spPr>
            <a:xfrm>
              <a:off x="4850502" y="2493647"/>
              <a:ext cx="13000" cy="12866"/>
            </a:xfrm>
            <a:custGeom>
              <a:avLst/>
              <a:gdLst>
                <a:gd name="connsiteX0" fmla="*/ 6488 w 13000"/>
                <a:gd name="connsiteY0" fmla="*/ 12866 h 12866"/>
                <a:gd name="connsiteX1" fmla="*/ 7767 w 13000"/>
                <a:gd name="connsiteY1" fmla="*/ 12866 h 12866"/>
                <a:gd name="connsiteX2" fmla="*/ 8406 w 13000"/>
                <a:gd name="connsiteY2" fmla="*/ 12866 h 12866"/>
                <a:gd name="connsiteX3" fmla="*/ 12878 w 13000"/>
                <a:gd name="connsiteY3" fmla="*/ 5206 h 12866"/>
                <a:gd name="connsiteX4" fmla="*/ 5211 w 13000"/>
                <a:gd name="connsiteY4" fmla="*/ 98 h 12866"/>
                <a:gd name="connsiteX5" fmla="*/ 99 w 13000"/>
                <a:gd name="connsiteY5" fmla="*/ 7759 h 12866"/>
                <a:gd name="connsiteX6" fmla="*/ 6488 w 13000"/>
                <a:gd name="connsiteY6" fmla="*/ 12866 h 1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00" h="12866">
                  <a:moveTo>
                    <a:pt x="6488" y="12866"/>
                  </a:moveTo>
                  <a:cubicBezTo>
                    <a:pt x="7128" y="12866"/>
                    <a:pt x="7128" y="12866"/>
                    <a:pt x="7767" y="12866"/>
                  </a:cubicBezTo>
                  <a:cubicBezTo>
                    <a:pt x="7767" y="12866"/>
                    <a:pt x="8406" y="12866"/>
                    <a:pt x="8406" y="12866"/>
                  </a:cubicBezTo>
                  <a:cubicBezTo>
                    <a:pt x="11601" y="12228"/>
                    <a:pt x="13518" y="9036"/>
                    <a:pt x="12878" y="5206"/>
                  </a:cubicBezTo>
                  <a:cubicBezTo>
                    <a:pt x="12240" y="2014"/>
                    <a:pt x="9045" y="-540"/>
                    <a:pt x="5211" y="98"/>
                  </a:cubicBezTo>
                  <a:cubicBezTo>
                    <a:pt x="2016" y="737"/>
                    <a:pt x="-540" y="3929"/>
                    <a:pt x="99" y="7759"/>
                  </a:cubicBezTo>
                  <a:cubicBezTo>
                    <a:pt x="738" y="10951"/>
                    <a:pt x="3293" y="12866"/>
                    <a:pt x="6488" y="12866"/>
                  </a:cubicBezTo>
                  <a:close/>
                </a:path>
              </a:pathLst>
            </a:custGeom>
            <a:solidFill>
              <a:srgbClr val="00A3E0"/>
            </a:solidFill>
            <a:ln w="6390" cap="flat">
              <a:noFill/>
              <a:prstDash val="solid"/>
              <a:miter/>
            </a:ln>
          </p:spPr>
          <p:txBody>
            <a:bodyPr rtlCol="0" anchor="ctr"/>
            <a:lstStyle/>
            <a:p>
              <a:endParaRPr lang="en-US"/>
            </a:p>
          </p:txBody>
        </p:sp>
        <p:sp>
          <p:nvSpPr>
            <p:cNvPr id="939" name="Graphic 4">
              <a:extLst>
                <a:ext uri="{FF2B5EF4-FFF2-40B4-BE49-F238E27FC236}">
                  <a16:creationId xmlns:a16="http://schemas.microsoft.com/office/drawing/2014/main" id="{F1F48CCB-DE03-DF48-AA97-C62CDD456B7B}"/>
                </a:ext>
              </a:extLst>
            </p:cNvPr>
            <p:cNvSpPr/>
            <p:nvPr/>
          </p:nvSpPr>
          <p:spPr>
            <a:xfrm>
              <a:off x="4848684" y="2537795"/>
              <a:ext cx="28115" cy="28089"/>
            </a:xfrm>
            <a:custGeom>
              <a:avLst/>
              <a:gdLst>
                <a:gd name="connsiteX0" fmla="*/ 26199 w 28115"/>
                <a:gd name="connsiteY0" fmla="*/ 1915 h 28089"/>
                <a:gd name="connsiteX1" fmla="*/ 17253 w 28115"/>
                <a:gd name="connsiteY1" fmla="*/ 1915 h 28089"/>
                <a:gd name="connsiteX2" fmla="*/ 14058 w 28115"/>
                <a:gd name="connsiteY2" fmla="*/ 5107 h 28089"/>
                <a:gd name="connsiteX3" fmla="*/ 10863 w 28115"/>
                <a:gd name="connsiteY3" fmla="*/ 1915 h 28089"/>
                <a:gd name="connsiteX4" fmla="*/ 1917 w 28115"/>
                <a:gd name="connsiteY4" fmla="*/ 1915 h 28089"/>
                <a:gd name="connsiteX5" fmla="*/ 1917 w 28115"/>
                <a:gd name="connsiteY5" fmla="*/ 10853 h 28089"/>
                <a:gd name="connsiteX6" fmla="*/ 5112 w 28115"/>
                <a:gd name="connsiteY6" fmla="*/ 14045 h 28089"/>
                <a:gd name="connsiteX7" fmla="*/ 1917 w 28115"/>
                <a:gd name="connsiteY7" fmla="*/ 17237 h 28089"/>
                <a:gd name="connsiteX8" fmla="*/ 1917 w 28115"/>
                <a:gd name="connsiteY8" fmla="*/ 26174 h 28089"/>
                <a:gd name="connsiteX9" fmla="*/ 6390 w 28115"/>
                <a:gd name="connsiteY9" fmla="*/ 28089 h 28089"/>
                <a:gd name="connsiteX10" fmla="*/ 10863 w 28115"/>
                <a:gd name="connsiteY10" fmla="*/ 26174 h 28089"/>
                <a:gd name="connsiteX11" fmla="*/ 14058 w 28115"/>
                <a:gd name="connsiteY11" fmla="*/ 22982 h 28089"/>
                <a:gd name="connsiteX12" fmla="*/ 17253 w 28115"/>
                <a:gd name="connsiteY12" fmla="*/ 26174 h 28089"/>
                <a:gd name="connsiteX13" fmla="*/ 21726 w 28115"/>
                <a:gd name="connsiteY13" fmla="*/ 28089 h 28089"/>
                <a:gd name="connsiteX14" fmla="*/ 26199 w 28115"/>
                <a:gd name="connsiteY14" fmla="*/ 26174 h 28089"/>
                <a:gd name="connsiteX15" fmla="*/ 26199 w 28115"/>
                <a:gd name="connsiteY15" fmla="*/ 17237 h 28089"/>
                <a:gd name="connsiteX16" fmla="*/ 23004 w 28115"/>
                <a:gd name="connsiteY16" fmla="*/ 14045 h 28089"/>
                <a:gd name="connsiteX17" fmla="*/ 26199 w 28115"/>
                <a:gd name="connsiteY17" fmla="*/ 10853 h 28089"/>
                <a:gd name="connsiteX18" fmla="*/ 26199 w 28115"/>
                <a:gd name="connsiteY18" fmla="*/ 1915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115" h="28089">
                  <a:moveTo>
                    <a:pt x="26199" y="1915"/>
                  </a:moveTo>
                  <a:cubicBezTo>
                    <a:pt x="23643" y="-638"/>
                    <a:pt x="19809" y="-638"/>
                    <a:pt x="17253" y="1915"/>
                  </a:cubicBezTo>
                  <a:lnTo>
                    <a:pt x="14058" y="5107"/>
                  </a:lnTo>
                  <a:lnTo>
                    <a:pt x="10863" y="1915"/>
                  </a:lnTo>
                  <a:cubicBezTo>
                    <a:pt x="8307" y="-638"/>
                    <a:pt x="4473" y="-638"/>
                    <a:pt x="1917" y="1915"/>
                  </a:cubicBezTo>
                  <a:cubicBezTo>
                    <a:pt x="-639" y="4469"/>
                    <a:pt x="-639" y="8299"/>
                    <a:pt x="1917" y="10853"/>
                  </a:cubicBezTo>
                  <a:lnTo>
                    <a:pt x="5112" y="14045"/>
                  </a:lnTo>
                  <a:lnTo>
                    <a:pt x="1917" y="17237"/>
                  </a:lnTo>
                  <a:cubicBezTo>
                    <a:pt x="-639" y="19790"/>
                    <a:pt x="-639" y="23621"/>
                    <a:pt x="1917" y="26174"/>
                  </a:cubicBezTo>
                  <a:cubicBezTo>
                    <a:pt x="3195" y="27451"/>
                    <a:pt x="5112" y="28089"/>
                    <a:pt x="6390" y="28089"/>
                  </a:cubicBezTo>
                  <a:cubicBezTo>
                    <a:pt x="7668" y="28089"/>
                    <a:pt x="9585" y="27451"/>
                    <a:pt x="10863" y="26174"/>
                  </a:cubicBezTo>
                  <a:lnTo>
                    <a:pt x="14058" y="22982"/>
                  </a:lnTo>
                  <a:lnTo>
                    <a:pt x="17253" y="26174"/>
                  </a:lnTo>
                  <a:cubicBezTo>
                    <a:pt x="18531" y="27451"/>
                    <a:pt x="20448" y="28089"/>
                    <a:pt x="21726" y="28089"/>
                  </a:cubicBezTo>
                  <a:cubicBezTo>
                    <a:pt x="23004" y="28089"/>
                    <a:pt x="24921" y="27451"/>
                    <a:pt x="26199" y="26174"/>
                  </a:cubicBezTo>
                  <a:cubicBezTo>
                    <a:pt x="28755" y="23621"/>
                    <a:pt x="28755" y="19790"/>
                    <a:pt x="26199" y="17237"/>
                  </a:cubicBezTo>
                  <a:lnTo>
                    <a:pt x="23004" y="14045"/>
                  </a:lnTo>
                  <a:lnTo>
                    <a:pt x="26199" y="10853"/>
                  </a:lnTo>
                  <a:cubicBezTo>
                    <a:pt x="28755" y="8299"/>
                    <a:pt x="28755" y="4469"/>
                    <a:pt x="26199" y="1915"/>
                  </a:cubicBezTo>
                  <a:close/>
                </a:path>
              </a:pathLst>
            </a:custGeom>
            <a:solidFill>
              <a:srgbClr val="00A3E0"/>
            </a:solidFill>
            <a:ln w="6390" cap="flat">
              <a:noFill/>
              <a:prstDash val="solid"/>
              <a:miter/>
            </a:ln>
          </p:spPr>
          <p:txBody>
            <a:bodyPr rtlCol="0" anchor="ctr"/>
            <a:lstStyle/>
            <a:p>
              <a:endParaRPr lang="en-US"/>
            </a:p>
          </p:txBody>
        </p:sp>
        <p:sp>
          <p:nvSpPr>
            <p:cNvPr id="940" name="Graphic 4">
              <a:extLst>
                <a:ext uri="{FF2B5EF4-FFF2-40B4-BE49-F238E27FC236}">
                  <a16:creationId xmlns:a16="http://schemas.microsoft.com/office/drawing/2014/main" id="{9CC4BEA6-DF30-944F-9195-5A2514EA6017}"/>
                </a:ext>
              </a:extLst>
            </p:cNvPr>
            <p:cNvSpPr/>
            <p:nvPr/>
          </p:nvSpPr>
          <p:spPr>
            <a:xfrm>
              <a:off x="4770727" y="2579929"/>
              <a:ext cx="29393" cy="29366"/>
            </a:xfrm>
            <a:custGeom>
              <a:avLst/>
              <a:gdLst>
                <a:gd name="connsiteX0" fmla="*/ 27477 w 29393"/>
                <a:gd name="connsiteY0" fmla="*/ 1915 h 29366"/>
                <a:gd name="connsiteX1" fmla="*/ 18531 w 29393"/>
                <a:gd name="connsiteY1" fmla="*/ 1915 h 29366"/>
                <a:gd name="connsiteX2" fmla="*/ 14697 w 29393"/>
                <a:gd name="connsiteY2" fmla="*/ 5746 h 29366"/>
                <a:gd name="connsiteX3" fmla="*/ 10863 w 29393"/>
                <a:gd name="connsiteY3" fmla="*/ 1915 h 29366"/>
                <a:gd name="connsiteX4" fmla="*/ 1917 w 29393"/>
                <a:gd name="connsiteY4" fmla="*/ 1915 h 29366"/>
                <a:gd name="connsiteX5" fmla="*/ 1917 w 29393"/>
                <a:gd name="connsiteY5" fmla="*/ 10853 h 29366"/>
                <a:gd name="connsiteX6" fmla="*/ 5751 w 29393"/>
                <a:gd name="connsiteY6" fmla="*/ 14683 h 29366"/>
                <a:gd name="connsiteX7" fmla="*/ 1917 w 29393"/>
                <a:gd name="connsiteY7" fmla="*/ 18514 h 29366"/>
                <a:gd name="connsiteX8" fmla="*/ 1917 w 29393"/>
                <a:gd name="connsiteY8" fmla="*/ 27451 h 29366"/>
                <a:gd name="connsiteX9" fmla="*/ 6390 w 29393"/>
                <a:gd name="connsiteY9" fmla="*/ 29366 h 29366"/>
                <a:gd name="connsiteX10" fmla="*/ 10863 w 29393"/>
                <a:gd name="connsiteY10" fmla="*/ 27451 h 29366"/>
                <a:gd name="connsiteX11" fmla="*/ 14697 w 29393"/>
                <a:gd name="connsiteY11" fmla="*/ 23621 h 29366"/>
                <a:gd name="connsiteX12" fmla="*/ 18531 w 29393"/>
                <a:gd name="connsiteY12" fmla="*/ 27451 h 29366"/>
                <a:gd name="connsiteX13" fmla="*/ 23004 w 29393"/>
                <a:gd name="connsiteY13" fmla="*/ 29366 h 29366"/>
                <a:gd name="connsiteX14" fmla="*/ 27477 w 29393"/>
                <a:gd name="connsiteY14" fmla="*/ 27451 h 29366"/>
                <a:gd name="connsiteX15" fmla="*/ 27477 w 29393"/>
                <a:gd name="connsiteY15" fmla="*/ 18514 h 29366"/>
                <a:gd name="connsiteX16" fmla="*/ 23643 w 29393"/>
                <a:gd name="connsiteY16" fmla="*/ 14683 h 29366"/>
                <a:gd name="connsiteX17" fmla="*/ 27477 w 29393"/>
                <a:gd name="connsiteY17" fmla="*/ 10853 h 29366"/>
                <a:gd name="connsiteX18" fmla="*/ 27477 w 29393"/>
                <a:gd name="connsiteY18" fmla="*/ 1915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393" h="29366">
                  <a:moveTo>
                    <a:pt x="27477" y="1915"/>
                  </a:moveTo>
                  <a:cubicBezTo>
                    <a:pt x="24921" y="-638"/>
                    <a:pt x="21087" y="-638"/>
                    <a:pt x="18531" y="1915"/>
                  </a:cubicBezTo>
                  <a:lnTo>
                    <a:pt x="14697" y="5746"/>
                  </a:lnTo>
                  <a:lnTo>
                    <a:pt x="10863" y="1915"/>
                  </a:lnTo>
                  <a:cubicBezTo>
                    <a:pt x="8307" y="-638"/>
                    <a:pt x="4473" y="-638"/>
                    <a:pt x="1917" y="1915"/>
                  </a:cubicBezTo>
                  <a:cubicBezTo>
                    <a:pt x="-639" y="4469"/>
                    <a:pt x="-639" y="8299"/>
                    <a:pt x="1917" y="10853"/>
                  </a:cubicBezTo>
                  <a:lnTo>
                    <a:pt x="5751" y="14683"/>
                  </a:lnTo>
                  <a:lnTo>
                    <a:pt x="1917" y="18514"/>
                  </a:lnTo>
                  <a:cubicBezTo>
                    <a:pt x="-639" y="21067"/>
                    <a:pt x="-639" y="24898"/>
                    <a:pt x="1917" y="27451"/>
                  </a:cubicBezTo>
                  <a:cubicBezTo>
                    <a:pt x="3195" y="28728"/>
                    <a:pt x="5112" y="29366"/>
                    <a:pt x="6390" y="29366"/>
                  </a:cubicBezTo>
                  <a:cubicBezTo>
                    <a:pt x="7668" y="29366"/>
                    <a:pt x="9585" y="28728"/>
                    <a:pt x="10863" y="27451"/>
                  </a:cubicBezTo>
                  <a:lnTo>
                    <a:pt x="14697" y="23621"/>
                  </a:lnTo>
                  <a:lnTo>
                    <a:pt x="18531" y="27451"/>
                  </a:lnTo>
                  <a:cubicBezTo>
                    <a:pt x="19809" y="28728"/>
                    <a:pt x="21726" y="29366"/>
                    <a:pt x="23004" y="29366"/>
                  </a:cubicBezTo>
                  <a:cubicBezTo>
                    <a:pt x="24282" y="29366"/>
                    <a:pt x="26199" y="28728"/>
                    <a:pt x="27477" y="27451"/>
                  </a:cubicBezTo>
                  <a:cubicBezTo>
                    <a:pt x="30033" y="24898"/>
                    <a:pt x="30033" y="21067"/>
                    <a:pt x="27477" y="18514"/>
                  </a:cubicBezTo>
                  <a:lnTo>
                    <a:pt x="23643" y="14683"/>
                  </a:lnTo>
                  <a:lnTo>
                    <a:pt x="27477" y="10853"/>
                  </a:lnTo>
                  <a:cubicBezTo>
                    <a:pt x="30033" y="8938"/>
                    <a:pt x="30033" y="4469"/>
                    <a:pt x="27477" y="1915"/>
                  </a:cubicBezTo>
                  <a:close/>
                </a:path>
              </a:pathLst>
            </a:custGeom>
            <a:solidFill>
              <a:srgbClr val="00A3E0"/>
            </a:solidFill>
            <a:ln w="6390" cap="flat">
              <a:noFill/>
              <a:prstDash val="solid"/>
              <a:miter/>
            </a:ln>
          </p:spPr>
          <p:txBody>
            <a:bodyPr rtlCol="0" anchor="ctr"/>
            <a:lstStyle/>
            <a:p>
              <a:endParaRPr lang="en-US"/>
            </a:p>
          </p:txBody>
        </p:sp>
        <p:sp>
          <p:nvSpPr>
            <p:cNvPr id="941" name="Graphic 4">
              <a:extLst>
                <a:ext uri="{FF2B5EF4-FFF2-40B4-BE49-F238E27FC236}">
                  <a16:creationId xmlns:a16="http://schemas.microsoft.com/office/drawing/2014/main" id="{41D3EC15-D5BE-2E4B-9524-2E71F4F1BEFA}"/>
                </a:ext>
              </a:extLst>
            </p:cNvPr>
            <p:cNvSpPr/>
            <p:nvPr/>
          </p:nvSpPr>
          <p:spPr>
            <a:xfrm>
              <a:off x="4837382" y="2592388"/>
              <a:ext cx="13019" cy="12438"/>
            </a:xfrm>
            <a:custGeom>
              <a:avLst/>
              <a:gdLst>
                <a:gd name="connsiteX0" fmla="*/ 2995 w 13019"/>
                <a:gd name="connsiteY0" fmla="*/ 947 h 12438"/>
                <a:gd name="connsiteX1" fmla="*/ 2995 w 13019"/>
                <a:gd name="connsiteY1" fmla="*/ 947 h 12438"/>
                <a:gd name="connsiteX2" fmla="*/ 1078 w 13019"/>
                <a:gd name="connsiteY2" fmla="*/ 9885 h 12438"/>
                <a:gd name="connsiteX3" fmla="*/ 6190 w 13019"/>
                <a:gd name="connsiteY3" fmla="*/ 12439 h 12438"/>
                <a:gd name="connsiteX4" fmla="*/ 10024 w 13019"/>
                <a:gd name="connsiteY4" fmla="*/ 11162 h 12438"/>
                <a:gd name="connsiteX5" fmla="*/ 11941 w 13019"/>
                <a:gd name="connsiteY5" fmla="*/ 2224 h 12438"/>
                <a:gd name="connsiteX6" fmla="*/ 2995 w 13019"/>
                <a:gd name="connsiteY6" fmla="*/ 947 h 12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19" h="12438">
                  <a:moveTo>
                    <a:pt x="2995" y="947"/>
                  </a:moveTo>
                  <a:cubicBezTo>
                    <a:pt x="2995" y="1586"/>
                    <a:pt x="2356" y="1586"/>
                    <a:pt x="2995" y="947"/>
                  </a:cubicBezTo>
                  <a:cubicBezTo>
                    <a:pt x="-200" y="3501"/>
                    <a:pt x="-839" y="7331"/>
                    <a:pt x="1078" y="9885"/>
                  </a:cubicBezTo>
                  <a:cubicBezTo>
                    <a:pt x="2356" y="11800"/>
                    <a:pt x="4273" y="12439"/>
                    <a:pt x="6190" y="12439"/>
                  </a:cubicBezTo>
                  <a:cubicBezTo>
                    <a:pt x="7468" y="12439"/>
                    <a:pt x="8746" y="11800"/>
                    <a:pt x="10024" y="11162"/>
                  </a:cubicBezTo>
                  <a:cubicBezTo>
                    <a:pt x="13219" y="9247"/>
                    <a:pt x="13858" y="5416"/>
                    <a:pt x="11941" y="2224"/>
                  </a:cubicBezTo>
                  <a:cubicBezTo>
                    <a:pt x="10024" y="309"/>
                    <a:pt x="5551" y="-968"/>
                    <a:pt x="2995" y="947"/>
                  </a:cubicBezTo>
                  <a:close/>
                </a:path>
              </a:pathLst>
            </a:custGeom>
            <a:solidFill>
              <a:srgbClr val="00A3E0"/>
            </a:solidFill>
            <a:ln w="6390" cap="flat">
              <a:noFill/>
              <a:prstDash val="solid"/>
              <a:miter/>
            </a:ln>
          </p:spPr>
          <p:txBody>
            <a:bodyPr rtlCol="0" anchor="ctr"/>
            <a:lstStyle/>
            <a:p>
              <a:endParaRPr lang="en-US"/>
            </a:p>
          </p:txBody>
        </p:sp>
        <p:sp>
          <p:nvSpPr>
            <p:cNvPr id="942" name="Graphic 4">
              <a:extLst>
                <a:ext uri="{FF2B5EF4-FFF2-40B4-BE49-F238E27FC236}">
                  <a16:creationId xmlns:a16="http://schemas.microsoft.com/office/drawing/2014/main" id="{99FA5D9B-F23F-1742-A900-E880C77A4277}"/>
                </a:ext>
              </a:extLst>
            </p:cNvPr>
            <p:cNvSpPr/>
            <p:nvPr/>
          </p:nvSpPr>
          <p:spPr>
            <a:xfrm>
              <a:off x="4856729" y="2567538"/>
              <a:ext cx="13303" cy="12390"/>
            </a:xfrm>
            <a:custGeom>
              <a:avLst/>
              <a:gdLst>
                <a:gd name="connsiteX0" fmla="*/ 9846 w 13303"/>
                <a:gd name="connsiteY0" fmla="*/ 900 h 12390"/>
                <a:gd name="connsiteX1" fmla="*/ 901 w 13303"/>
                <a:gd name="connsiteY1" fmla="*/ 3453 h 12390"/>
                <a:gd name="connsiteX2" fmla="*/ 901 w 13303"/>
                <a:gd name="connsiteY2" fmla="*/ 3453 h 12390"/>
                <a:gd name="connsiteX3" fmla="*/ 3456 w 13303"/>
                <a:gd name="connsiteY3" fmla="*/ 11753 h 12390"/>
                <a:gd name="connsiteX4" fmla="*/ 6651 w 13303"/>
                <a:gd name="connsiteY4" fmla="*/ 12391 h 12390"/>
                <a:gd name="connsiteX5" fmla="*/ 12403 w 13303"/>
                <a:gd name="connsiteY5" fmla="*/ 9199 h 12390"/>
                <a:gd name="connsiteX6" fmla="*/ 9846 w 13303"/>
                <a:gd name="connsiteY6" fmla="*/ 900 h 12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03" h="12390">
                  <a:moveTo>
                    <a:pt x="9846" y="900"/>
                  </a:moveTo>
                  <a:cubicBezTo>
                    <a:pt x="6651" y="-1015"/>
                    <a:pt x="2818" y="261"/>
                    <a:pt x="901" y="3453"/>
                  </a:cubicBezTo>
                  <a:lnTo>
                    <a:pt x="901" y="3453"/>
                  </a:lnTo>
                  <a:cubicBezTo>
                    <a:pt x="-1016" y="6645"/>
                    <a:pt x="261" y="10476"/>
                    <a:pt x="3456" y="11753"/>
                  </a:cubicBezTo>
                  <a:cubicBezTo>
                    <a:pt x="4096" y="12391"/>
                    <a:pt x="5374" y="12391"/>
                    <a:pt x="6651" y="12391"/>
                  </a:cubicBezTo>
                  <a:cubicBezTo>
                    <a:pt x="9208" y="12391"/>
                    <a:pt x="11124" y="11114"/>
                    <a:pt x="12403" y="9199"/>
                  </a:cubicBezTo>
                  <a:cubicBezTo>
                    <a:pt x="14319" y="6645"/>
                    <a:pt x="13041" y="2815"/>
                    <a:pt x="9846" y="900"/>
                  </a:cubicBezTo>
                  <a:close/>
                </a:path>
              </a:pathLst>
            </a:custGeom>
            <a:solidFill>
              <a:srgbClr val="00A3E0"/>
            </a:solidFill>
            <a:ln w="6390" cap="flat">
              <a:noFill/>
              <a:prstDash val="solid"/>
              <a:miter/>
            </a:ln>
          </p:spPr>
          <p:txBody>
            <a:bodyPr rtlCol="0" anchor="ctr"/>
            <a:lstStyle/>
            <a:p>
              <a:endParaRPr lang="en-US"/>
            </a:p>
          </p:txBody>
        </p:sp>
        <p:sp>
          <p:nvSpPr>
            <p:cNvPr id="943" name="Graphic 4">
              <a:extLst>
                <a:ext uri="{FF2B5EF4-FFF2-40B4-BE49-F238E27FC236}">
                  <a16:creationId xmlns:a16="http://schemas.microsoft.com/office/drawing/2014/main" id="{62C1C21A-6562-C044-9519-DED4D438D124}"/>
                </a:ext>
              </a:extLst>
            </p:cNvPr>
            <p:cNvSpPr/>
            <p:nvPr/>
          </p:nvSpPr>
          <p:spPr>
            <a:xfrm>
              <a:off x="4806710" y="2595450"/>
              <a:ext cx="13081" cy="13206"/>
            </a:xfrm>
            <a:custGeom>
              <a:avLst/>
              <a:gdLst>
                <a:gd name="connsiteX0" fmla="*/ 10024 w 13081"/>
                <a:gd name="connsiteY0" fmla="*/ 1077 h 13206"/>
                <a:gd name="connsiteX1" fmla="*/ 1078 w 13081"/>
                <a:gd name="connsiteY1" fmla="*/ 2992 h 13206"/>
                <a:gd name="connsiteX2" fmla="*/ 2995 w 13081"/>
                <a:gd name="connsiteY2" fmla="*/ 11930 h 13206"/>
                <a:gd name="connsiteX3" fmla="*/ 3634 w 13081"/>
                <a:gd name="connsiteY3" fmla="*/ 12568 h 13206"/>
                <a:gd name="connsiteX4" fmla="*/ 6829 w 13081"/>
                <a:gd name="connsiteY4" fmla="*/ 13207 h 13206"/>
                <a:gd name="connsiteX5" fmla="*/ 12580 w 13081"/>
                <a:gd name="connsiteY5" fmla="*/ 10015 h 13206"/>
                <a:gd name="connsiteX6" fmla="*/ 10024 w 13081"/>
                <a:gd name="connsiteY6" fmla="*/ 1077 h 13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81" h="13206">
                  <a:moveTo>
                    <a:pt x="10024" y="1077"/>
                  </a:moveTo>
                  <a:cubicBezTo>
                    <a:pt x="6829" y="-838"/>
                    <a:pt x="2995" y="-200"/>
                    <a:pt x="1078" y="2992"/>
                  </a:cubicBezTo>
                  <a:cubicBezTo>
                    <a:pt x="-839" y="6184"/>
                    <a:pt x="-200" y="10015"/>
                    <a:pt x="2995" y="11930"/>
                  </a:cubicBezTo>
                  <a:cubicBezTo>
                    <a:pt x="2995" y="11930"/>
                    <a:pt x="3634" y="12568"/>
                    <a:pt x="3634" y="12568"/>
                  </a:cubicBezTo>
                  <a:cubicBezTo>
                    <a:pt x="4912" y="13207"/>
                    <a:pt x="5551" y="13207"/>
                    <a:pt x="6829" y="13207"/>
                  </a:cubicBezTo>
                  <a:cubicBezTo>
                    <a:pt x="9385" y="13207"/>
                    <a:pt x="11302" y="11930"/>
                    <a:pt x="12580" y="10015"/>
                  </a:cubicBezTo>
                  <a:cubicBezTo>
                    <a:pt x="13858" y="6823"/>
                    <a:pt x="12580" y="2992"/>
                    <a:pt x="10024" y="1077"/>
                  </a:cubicBezTo>
                  <a:close/>
                </a:path>
              </a:pathLst>
            </a:custGeom>
            <a:solidFill>
              <a:srgbClr val="00A3E0"/>
            </a:solidFill>
            <a:ln w="6390" cap="flat">
              <a:noFill/>
              <a:prstDash val="solid"/>
              <a:miter/>
            </a:ln>
          </p:spPr>
          <p:txBody>
            <a:bodyPr rtlCol="0" anchor="ctr"/>
            <a:lstStyle/>
            <a:p>
              <a:endParaRPr lang="en-US"/>
            </a:p>
          </p:txBody>
        </p:sp>
      </p:grpSp>
      <p:grpSp>
        <p:nvGrpSpPr>
          <p:cNvPr id="944" name="Graphic 4">
            <a:extLst>
              <a:ext uri="{FF2B5EF4-FFF2-40B4-BE49-F238E27FC236}">
                <a16:creationId xmlns:a16="http://schemas.microsoft.com/office/drawing/2014/main" id="{C1FA901E-6003-2C4D-8417-CDEB4E211F49}"/>
              </a:ext>
            </a:extLst>
          </p:cNvPr>
          <p:cNvGrpSpPr>
            <a:grpSpLocks noChangeAspect="1"/>
          </p:cNvGrpSpPr>
          <p:nvPr/>
        </p:nvGrpSpPr>
        <p:grpSpPr>
          <a:xfrm>
            <a:off x="5099808" y="2371173"/>
            <a:ext cx="361670" cy="361333"/>
            <a:chOff x="5099808" y="2371173"/>
            <a:chExt cx="361670" cy="361333"/>
          </a:xfrm>
          <a:solidFill>
            <a:srgbClr val="00A3E0"/>
          </a:solidFill>
        </p:grpSpPr>
        <p:sp>
          <p:nvSpPr>
            <p:cNvPr id="945" name="Graphic 4">
              <a:extLst>
                <a:ext uri="{FF2B5EF4-FFF2-40B4-BE49-F238E27FC236}">
                  <a16:creationId xmlns:a16="http://schemas.microsoft.com/office/drawing/2014/main" id="{D5976B00-0CA5-2448-B47F-A2B0B680760B}"/>
                </a:ext>
              </a:extLst>
            </p:cNvPr>
            <p:cNvSpPr/>
            <p:nvPr/>
          </p:nvSpPr>
          <p:spPr>
            <a:xfrm>
              <a:off x="5333680" y="2529496"/>
              <a:ext cx="3445" cy="3351"/>
            </a:xfrm>
            <a:custGeom>
              <a:avLst/>
              <a:gdLst>
                <a:gd name="connsiteX0" fmla="*/ 1917 w 3445"/>
                <a:gd name="connsiteY0" fmla="*/ 0 h 3351"/>
                <a:gd name="connsiteX1" fmla="*/ 0 w 3445"/>
                <a:gd name="connsiteY1" fmla="*/ 1915 h 3351"/>
                <a:gd name="connsiteX2" fmla="*/ 3195 w 3445"/>
                <a:gd name="connsiteY2" fmla="*/ 1915 h 3351"/>
                <a:gd name="connsiteX3" fmla="*/ 1917 w 3445"/>
                <a:gd name="connsiteY3" fmla="*/ 0 h 3351"/>
              </a:gdLst>
              <a:ahLst/>
              <a:cxnLst>
                <a:cxn ang="0">
                  <a:pos x="connsiteX0" y="connsiteY0"/>
                </a:cxn>
                <a:cxn ang="0">
                  <a:pos x="connsiteX1" y="connsiteY1"/>
                </a:cxn>
                <a:cxn ang="0">
                  <a:pos x="connsiteX2" y="connsiteY2"/>
                </a:cxn>
                <a:cxn ang="0">
                  <a:pos x="connsiteX3" y="connsiteY3"/>
                </a:cxn>
              </a:cxnLst>
              <a:rect l="l" t="t" r="r" b="b"/>
              <a:pathLst>
                <a:path w="3445" h="3351">
                  <a:moveTo>
                    <a:pt x="1917" y="0"/>
                  </a:moveTo>
                  <a:cubicBezTo>
                    <a:pt x="1278" y="0"/>
                    <a:pt x="0" y="638"/>
                    <a:pt x="0" y="1915"/>
                  </a:cubicBezTo>
                  <a:cubicBezTo>
                    <a:pt x="0" y="3830"/>
                    <a:pt x="3195" y="3830"/>
                    <a:pt x="3195" y="1915"/>
                  </a:cubicBezTo>
                  <a:cubicBezTo>
                    <a:pt x="3834" y="1277"/>
                    <a:pt x="3195" y="0"/>
                    <a:pt x="1917" y="0"/>
                  </a:cubicBezTo>
                  <a:close/>
                </a:path>
              </a:pathLst>
            </a:custGeom>
            <a:solidFill>
              <a:srgbClr val="00A3E0"/>
            </a:solidFill>
            <a:ln w="6390" cap="flat">
              <a:noFill/>
              <a:prstDash val="solid"/>
              <a:miter/>
            </a:ln>
          </p:spPr>
          <p:txBody>
            <a:bodyPr rtlCol="0" anchor="ctr"/>
            <a:lstStyle/>
            <a:p>
              <a:endParaRPr lang="en-US"/>
            </a:p>
          </p:txBody>
        </p:sp>
        <p:sp>
          <p:nvSpPr>
            <p:cNvPr id="946" name="Graphic 4">
              <a:extLst>
                <a:ext uri="{FF2B5EF4-FFF2-40B4-BE49-F238E27FC236}">
                  <a16:creationId xmlns:a16="http://schemas.microsoft.com/office/drawing/2014/main" id="{C38DD44F-E251-EF4E-AA7F-86FAAE726C24}"/>
                </a:ext>
              </a:extLst>
            </p:cNvPr>
            <p:cNvSpPr/>
            <p:nvPr/>
          </p:nvSpPr>
          <p:spPr>
            <a:xfrm>
              <a:off x="5174571" y="2524389"/>
              <a:ext cx="11501" cy="53625"/>
            </a:xfrm>
            <a:custGeom>
              <a:avLst/>
              <a:gdLst>
                <a:gd name="connsiteX0" fmla="*/ 0 w 11501"/>
                <a:gd name="connsiteY0" fmla="*/ 0 h 53625"/>
                <a:gd name="connsiteX1" fmla="*/ 11502 w 11501"/>
                <a:gd name="connsiteY1" fmla="*/ 0 h 53625"/>
                <a:gd name="connsiteX2" fmla="*/ 11502 w 11501"/>
                <a:gd name="connsiteY2" fmla="*/ 53625 h 53625"/>
                <a:gd name="connsiteX3" fmla="*/ 0 w 11501"/>
                <a:gd name="connsiteY3" fmla="*/ 53625 h 53625"/>
              </a:gdLst>
              <a:ahLst/>
              <a:cxnLst>
                <a:cxn ang="0">
                  <a:pos x="connsiteX0" y="connsiteY0"/>
                </a:cxn>
                <a:cxn ang="0">
                  <a:pos x="connsiteX1" y="connsiteY1"/>
                </a:cxn>
                <a:cxn ang="0">
                  <a:pos x="connsiteX2" y="connsiteY2"/>
                </a:cxn>
                <a:cxn ang="0">
                  <a:pos x="connsiteX3" y="connsiteY3"/>
                </a:cxn>
              </a:cxnLst>
              <a:rect l="l" t="t" r="r" b="b"/>
              <a:pathLst>
                <a:path w="11501" h="53625">
                  <a:moveTo>
                    <a:pt x="0" y="0"/>
                  </a:moveTo>
                  <a:lnTo>
                    <a:pt x="11502" y="0"/>
                  </a:lnTo>
                  <a:lnTo>
                    <a:pt x="11502" y="53625"/>
                  </a:lnTo>
                  <a:lnTo>
                    <a:pt x="0" y="53625"/>
                  </a:lnTo>
                  <a:close/>
                </a:path>
              </a:pathLst>
            </a:custGeom>
            <a:solidFill>
              <a:srgbClr val="00A3E0"/>
            </a:solidFill>
            <a:ln w="6390" cap="flat">
              <a:noFill/>
              <a:prstDash val="solid"/>
              <a:miter/>
            </a:ln>
          </p:spPr>
          <p:txBody>
            <a:bodyPr rtlCol="0" anchor="ctr"/>
            <a:lstStyle/>
            <a:p>
              <a:endParaRPr lang="en-US"/>
            </a:p>
          </p:txBody>
        </p:sp>
        <p:sp>
          <p:nvSpPr>
            <p:cNvPr id="947" name="Graphic 4">
              <a:extLst>
                <a:ext uri="{FF2B5EF4-FFF2-40B4-BE49-F238E27FC236}">
                  <a16:creationId xmlns:a16="http://schemas.microsoft.com/office/drawing/2014/main" id="{4FD70AB5-D267-E04A-B3FF-27F533FF40A8}"/>
                </a:ext>
              </a:extLst>
            </p:cNvPr>
            <p:cNvSpPr/>
            <p:nvPr/>
          </p:nvSpPr>
          <p:spPr>
            <a:xfrm>
              <a:off x="5099808" y="237117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299049 w 361670"/>
                <a:gd name="connsiteY5" fmla="*/ 256636 h 361333"/>
                <a:gd name="connsiteX6" fmla="*/ 292659 w 361670"/>
                <a:gd name="connsiteY6" fmla="*/ 263020 h 361333"/>
                <a:gd name="connsiteX7" fmla="*/ 68372 w 361670"/>
                <a:gd name="connsiteY7" fmla="*/ 263020 h 361333"/>
                <a:gd name="connsiteX8" fmla="*/ 61982 w 361670"/>
                <a:gd name="connsiteY8" fmla="*/ 256636 h 361333"/>
                <a:gd name="connsiteX9" fmla="*/ 61982 w 361670"/>
                <a:gd name="connsiteY9" fmla="*/ 104697 h 361333"/>
                <a:gd name="connsiteX10" fmla="*/ 68372 w 361670"/>
                <a:gd name="connsiteY10" fmla="*/ 98313 h 361333"/>
                <a:gd name="connsiteX11" fmla="*/ 292659 w 361670"/>
                <a:gd name="connsiteY11" fmla="*/ 98313 h 361333"/>
                <a:gd name="connsiteX12" fmla="*/ 299049 w 361670"/>
                <a:gd name="connsiteY12" fmla="*/ 104697 h 361333"/>
                <a:gd name="connsiteX13" fmla="*/ 299049 w 361670"/>
                <a:gd name="connsiteY13" fmla="*/ 25663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0" h="361333">
                  <a:moveTo>
                    <a:pt x="180836" y="0"/>
                  </a:moveTo>
                  <a:cubicBezTo>
                    <a:pt x="80513" y="0"/>
                    <a:pt x="0" y="81077"/>
                    <a:pt x="0" y="180667"/>
                  </a:cubicBezTo>
                  <a:cubicBezTo>
                    <a:pt x="0" y="280257"/>
                    <a:pt x="81152" y="361333"/>
                    <a:pt x="180836" y="361333"/>
                  </a:cubicBezTo>
                  <a:cubicBezTo>
                    <a:pt x="281157" y="361333"/>
                    <a:pt x="361671" y="280257"/>
                    <a:pt x="361671" y="180667"/>
                  </a:cubicBezTo>
                  <a:cubicBezTo>
                    <a:pt x="361671" y="81077"/>
                    <a:pt x="280518" y="0"/>
                    <a:pt x="180836" y="0"/>
                  </a:cubicBezTo>
                  <a:close/>
                  <a:moveTo>
                    <a:pt x="299049" y="256636"/>
                  </a:moveTo>
                  <a:cubicBezTo>
                    <a:pt x="299049" y="260467"/>
                    <a:pt x="296493" y="263020"/>
                    <a:pt x="292659" y="263020"/>
                  </a:cubicBezTo>
                  <a:lnTo>
                    <a:pt x="68372" y="263020"/>
                  </a:lnTo>
                  <a:cubicBezTo>
                    <a:pt x="64539" y="263020"/>
                    <a:pt x="61982" y="260467"/>
                    <a:pt x="61982" y="256636"/>
                  </a:cubicBezTo>
                  <a:lnTo>
                    <a:pt x="61982" y="104697"/>
                  </a:lnTo>
                  <a:cubicBezTo>
                    <a:pt x="61982" y="100867"/>
                    <a:pt x="64539" y="98313"/>
                    <a:pt x="68372" y="98313"/>
                  </a:cubicBezTo>
                  <a:lnTo>
                    <a:pt x="292659" y="98313"/>
                  </a:lnTo>
                  <a:cubicBezTo>
                    <a:pt x="296493" y="98313"/>
                    <a:pt x="299049" y="100867"/>
                    <a:pt x="299049" y="104697"/>
                  </a:cubicBezTo>
                  <a:lnTo>
                    <a:pt x="299049" y="256636"/>
                  </a:lnTo>
                  <a:close/>
                </a:path>
              </a:pathLst>
            </a:custGeom>
            <a:solidFill>
              <a:srgbClr val="00A3E0"/>
            </a:solidFill>
            <a:ln w="6390" cap="flat">
              <a:noFill/>
              <a:prstDash val="solid"/>
              <a:miter/>
            </a:ln>
          </p:spPr>
          <p:txBody>
            <a:bodyPr rtlCol="0" anchor="ctr"/>
            <a:lstStyle/>
            <a:p>
              <a:endParaRPr lang="en-US"/>
            </a:p>
          </p:txBody>
        </p:sp>
        <p:sp>
          <p:nvSpPr>
            <p:cNvPr id="948" name="Graphic 4">
              <a:extLst>
                <a:ext uri="{FF2B5EF4-FFF2-40B4-BE49-F238E27FC236}">
                  <a16:creationId xmlns:a16="http://schemas.microsoft.com/office/drawing/2014/main" id="{69B71CD5-0B3F-E047-B54E-006F8E27B96B}"/>
                </a:ext>
              </a:extLst>
            </p:cNvPr>
            <p:cNvSpPr/>
            <p:nvPr/>
          </p:nvSpPr>
          <p:spPr>
            <a:xfrm>
              <a:off x="5374576" y="2524389"/>
              <a:ext cx="11501" cy="53625"/>
            </a:xfrm>
            <a:custGeom>
              <a:avLst/>
              <a:gdLst>
                <a:gd name="connsiteX0" fmla="*/ 0 w 11501"/>
                <a:gd name="connsiteY0" fmla="*/ 0 h 53625"/>
                <a:gd name="connsiteX1" fmla="*/ 11502 w 11501"/>
                <a:gd name="connsiteY1" fmla="*/ 0 h 53625"/>
                <a:gd name="connsiteX2" fmla="*/ 11502 w 11501"/>
                <a:gd name="connsiteY2" fmla="*/ 53625 h 53625"/>
                <a:gd name="connsiteX3" fmla="*/ 0 w 11501"/>
                <a:gd name="connsiteY3" fmla="*/ 53625 h 53625"/>
              </a:gdLst>
              <a:ahLst/>
              <a:cxnLst>
                <a:cxn ang="0">
                  <a:pos x="connsiteX0" y="connsiteY0"/>
                </a:cxn>
                <a:cxn ang="0">
                  <a:pos x="connsiteX1" y="connsiteY1"/>
                </a:cxn>
                <a:cxn ang="0">
                  <a:pos x="connsiteX2" y="connsiteY2"/>
                </a:cxn>
                <a:cxn ang="0">
                  <a:pos x="connsiteX3" y="connsiteY3"/>
                </a:cxn>
              </a:cxnLst>
              <a:rect l="l" t="t" r="r" b="b"/>
              <a:pathLst>
                <a:path w="11501" h="53625">
                  <a:moveTo>
                    <a:pt x="0" y="0"/>
                  </a:moveTo>
                  <a:lnTo>
                    <a:pt x="11502" y="0"/>
                  </a:lnTo>
                  <a:lnTo>
                    <a:pt x="11502" y="53625"/>
                  </a:lnTo>
                  <a:lnTo>
                    <a:pt x="0" y="53625"/>
                  </a:lnTo>
                  <a:close/>
                </a:path>
              </a:pathLst>
            </a:custGeom>
            <a:solidFill>
              <a:srgbClr val="00A3E0"/>
            </a:solidFill>
            <a:ln w="6390" cap="flat">
              <a:noFill/>
              <a:prstDash val="solid"/>
              <a:miter/>
            </a:ln>
          </p:spPr>
          <p:txBody>
            <a:bodyPr rtlCol="0" anchor="ctr"/>
            <a:lstStyle/>
            <a:p>
              <a:endParaRPr lang="en-US"/>
            </a:p>
          </p:txBody>
        </p:sp>
        <p:sp>
          <p:nvSpPr>
            <p:cNvPr id="949" name="Graphic 4">
              <a:extLst>
                <a:ext uri="{FF2B5EF4-FFF2-40B4-BE49-F238E27FC236}">
                  <a16:creationId xmlns:a16="http://schemas.microsoft.com/office/drawing/2014/main" id="{6F7011E5-9819-F448-BEEA-92930A42921B}"/>
                </a:ext>
              </a:extLst>
            </p:cNvPr>
            <p:cNvSpPr/>
            <p:nvPr/>
          </p:nvSpPr>
          <p:spPr>
            <a:xfrm>
              <a:off x="5174570" y="2481616"/>
              <a:ext cx="211507" cy="139170"/>
            </a:xfrm>
            <a:custGeom>
              <a:avLst/>
              <a:gdLst>
                <a:gd name="connsiteX0" fmla="*/ 193615 w 211507"/>
                <a:gd name="connsiteY0" fmla="*/ 109166 h 139170"/>
                <a:gd name="connsiteX1" fmla="*/ 187225 w 211507"/>
                <a:gd name="connsiteY1" fmla="*/ 102782 h 139170"/>
                <a:gd name="connsiteX2" fmla="*/ 187225 w 211507"/>
                <a:gd name="connsiteY2" fmla="*/ 36389 h 139170"/>
                <a:gd name="connsiteX3" fmla="*/ 193615 w 211507"/>
                <a:gd name="connsiteY3" fmla="*/ 30005 h 139170"/>
                <a:gd name="connsiteX4" fmla="*/ 211507 w 211507"/>
                <a:gd name="connsiteY4" fmla="*/ 30005 h 139170"/>
                <a:gd name="connsiteX5" fmla="*/ 211507 w 211507"/>
                <a:gd name="connsiteY5" fmla="*/ 0 h 139170"/>
                <a:gd name="connsiteX6" fmla="*/ 0 w 211507"/>
                <a:gd name="connsiteY6" fmla="*/ 0 h 139170"/>
                <a:gd name="connsiteX7" fmla="*/ 0 w 211507"/>
                <a:gd name="connsiteY7" fmla="*/ 30005 h 139170"/>
                <a:gd name="connsiteX8" fmla="*/ 17892 w 211507"/>
                <a:gd name="connsiteY8" fmla="*/ 30005 h 139170"/>
                <a:gd name="connsiteX9" fmla="*/ 24282 w 211507"/>
                <a:gd name="connsiteY9" fmla="*/ 36389 h 139170"/>
                <a:gd name="connsiteX10" fmla="*/ 24282 w 211507"/>
                <a:gd name="connsiteY10" fmla="*/ 102782 h 139170"/>
                <a:gd name="connsiteX11" fmla="*/ 17892 w 211507"/>
                <a:gd name="connsiteY11" fmla="*/ 109166 h 139170"/>
                <a:gd name="connsiteX12" fmla="*/ 0 w 211507"/>
                <a:gd name="connsiteY12" fmla="*/ 109166 h 139170"/>
                <a:gd name="connsiteX13" fmla="*/ 0 w 211507"/>
                <a:gd name="connsiteY13" fmla="*/ 139171 h 139170"/>
                <a:gd name="connsiteX14" fmla="*/ 211507 w 211507"/>
                <a:gd name="connsiteY14" fmla="*/ 139171 h 139170"/>
                <a:gd name="connsiteX15" fmla="*/ 211507 w 211507"/>
                <a:gd name="connsiteY15" fmla="*/ 109166 h 139170"/>
                <a:gd name="connsiteX16" fmla="*/ 193615 w 211507"/>
                <a:gd name="connsiteY16" fmla="*/ 109166 h 139170"/>
                <a:gd name="connsiteX17" fmla="*/ 118853 w 211507"/>
                <a:gd name="connsiteY17" fmla="*/ 12130 h 139170"/>
                <a:gd name="connsiteX18" fmla="*/ 126521 w 211507"/>
                <a:gd name="connsiteY18" fmla="*/ 17237 h 139170"/>
                <a:gd name="connsiteX19" fmla="*/ 122048 w 211507"/>
                <a:gd name="connsiteY19" fmla="*/ 24897 h 139170"/>
                <a:gd name="connsiteX20" fmla="*/ 121409 w 211507"/>
                <a:gd name="connsiteY20" fmla="*/ 24897 h 139170"/>
                <a:gd name="connsiteX21" fmla="*/ 120131 w 211507"/>
                <a:gd name="connsiteY21" fmla="*/ 24897 h 139170"/>
                <a:gd name="connsiteX22" fmla="*/ 113741 w 211507"/>
                <a:gd name="connsiteY22" fmla="*/ 19790 h 139170"/>
                <a:gd name="connsiteX23" fmla="*/ 118853 w 211507"/>
                <a:gd name="connsiteY23" fmla="*/ 12130 h 139170"/>
                <a:gd name="connsiteX24" fmla="*/ 60704 w 211507"/>
                <a:gd name="connsiteY24" fmla="*/ 116827 h 139170"/>
                <a:gd name="connsiteX25" fmla="*/ 60704 w 211507"/>
                <a:gd name="connsiteY25" fmla="*/ 125764 h 139170"/>
                <a:gd name="connsiteX26" fmla="*/ 56231 w 211507"/>
                <a:gd name="connsiteY26" fmla="*/ 127680 h 139170"/>
                <a:gd name="connsiteX27" fmla="*/ 51759 w 211507"/>
                <a:gd name="connsiteY27" fmla="*/ 125764 h 139170"/>
                <a:gd name="connsiteX28" fmla="*/ 47925 w 211507"/>
                <a:gd name="connsiteY28" fmla="*/ 121934 h 139170"/>
                <a:gd name="connsiteX29" fmla="*/ 44091 w 211507"/>
                <a:gd name="connsiteY29" fmla="*/ 125764 h 139170"/>
                <a:gd name="connsiteX30" fmla="*/ 39618 w 211507"/>
                <a:gd name="connsiteY30" fmla="*/ 127680 h 139170"/>
                <a:gd name="connsiteX31" fmla="*/ 35145 w 211507"/>
                <a:gd name="connsiteY31" fmla="*/ 125764 h 139170"/>
                <a:gd name="connsiteX32" fmla="*/ 35145 w 211507"/>
                <a:gd name="connsiteY32" fmla="*/ 116827 h 139170"/>
                <a:gd name="connsiteX33" fmla="*/ 38979 w 211507"/>
                <a:gd name="connsiteY33" fmla="*/ 112996 h 139170"/>
                <a:gd name="connsiteX34" fmla="*/ 35145 w 211507"/>
                <a:gd name="connsiteY34" fmla="*/ 109166 h 139170"/>
                <a:gd name="connsiteX35" fmla="*/ 35145 w 211507"/>
                <a:gd name="connsiteY35" fmla="*/ 100228 h 139170"/>
                <a:gd name="connsiteX36" fmla="*/ 44091 w 211507"/>
                <a:gd name="connsiteY36" fmla="*/ 100228 h 139170"/>
                <a:gd name="connsiteX37" fmla="*/ 47925 w 211507"/>
                <a:gd name="connsiteY37" fmla="*/ 104059 h 139170"/>
                <a:gd name="connsiteX38" fmla="*/ 51759 w 211507"/>
                <a:gd name="connsiteY38" fmla="*/ 100228 h 139170"/>
                <a:gd name="connsiteX39" fmla="*/ 60704 w 211507"/>
                <a:gd name="connsiteY39" fmla="*/ 100228 h 139170"/>
                <a:gd name="connsiteX40" fmla="*/ 60704 w 211507"/>
                <a:gd name="connsiteY40" fmla="*/ 109166 h 139170"/>
                <a:gd name="connsiteX41" fmla="*/ 56871 w 211507"/>
                <a:gd name="connsiteY41" fmla="*/ 112996 h 139170"/>
                <a:gd name="connsiteX42" fmla="*/ 60704 w 211507"/>
                <a:gd name="connsiteY42" fmla="*/ 116827 h 139170"/>
                <a:gd name="connsiteX43" fmla="*/ 56871 w 211507"/>
                <a:gd name="connsiteY43" fmla="*/ 31281 h 139170"/>
                <a:gd name="connsiteX44" fmla="*/ 68372 w 211507"/>
                <a:gd name="connsiteY44" fmla="*/ 19790 h 139170"/>
                <a:gd name="connsiteX45" fmla="*/ 79874 w 211507"/>
                <a:gd name="connsiteY45" fmla="*/ 31281 h 139170"/>
                <a:gd name="connsiteX46" fmla="*/ 68372 w 211507"/>
                <a:gd name="connsiteY46" fmla="*/ 42773 h 139170"/>
                <a:gd name="connsiteX47" fmla="*/ 56871 w 211507"/>
                <a:gd name="connsiteY47" fmla="*/ 31281 h 139170"/>
                <a:gd name="connsiteX48" fmla="*/ 81152 w 211507"/>
                <a:gd name="connsiteY48" fmla="*/ 123849 h 139170"/>
                <a:gd name="connsiteX49" fmla="*/ 75401 w 211507"/>
                <a:gd name="connsiteY49" fmla="*/ 127041 h 139170"/>
                <a:gd name="connsiteX50" fmla="*/ 72206 w 211507"/>
                <a:gd name="connsiteY50" fmla="*/ 126403 h 139170"/>
                <a:gd name="connsiteX51" fmla="*/ 71567 w 211507"/>
                <a:gd name="connsiteY51" fmla="*/ 125764 h 139170"/>
                <a:gd name="connsiteX52" fmla="*/ 69650 w 211507"/>
                <a:gd name="connsiteY52" fmla="*/ 116827 h 139170"/>
                <a:gd name="connsiteX53" fmla="*/ 78596 w 211507"/>
                <a:gd name="connsiteY53" fmla="*/ 114912 h 139170"/>
                <a:gd name="connsiteX54" fmla="*/ 81152 w 211507"/>
                <a:gd name="connsiteY54" fmla="*/ 123849 h 139170"/>
                <a:gd name="connsiteX55" fmla="*/ 89459 w 211507"/>
                <a:gd name="connsiteY55" fmla="*/ 25536 h 139170"/>
                <a:gd name="connsiteX56" fmla="*/ 88820 w 211507"/>
                <a:gd name="connsiteY56" fmla="*/ 25536 h 139170"/>
                <a:gd name="connsiteX57" fmla="*/ 87542 w 211507"/>
                <a:gd name="connsiteY57" fmla="*/ 25536 h 139170"/>
                <a:gd name="connsiteX58" fmla="*/ 81152 w 211507"/>
                <a:gd name="connsiteY58" fmla="*/ 20429 h 139170"/>
                <a:gd name="connsiteX59" fmla="*/ 86264 w 211507"/>
                <a:gd name="connsiteY59" fmla="*/ 12768 h 139170"/>
                <a:gd name="connsiteX60" fmla="*/ 93932 w 211507"/>
                <a:gd name="connsiteY60" fmla="*/ 17875 h 139170"/>
                <a:gd name="connsiteX61" fmla="*/ 89459 w 211507"/>
                <a:gd name="connsiteY61" fmla="*/ 25536 h 139170"/>
                <a:gd name="connsiteX62" fmla="*/ 109907 w 211507"/>
                <a:gd name="connsiteY62" fmla="*/ 122572 h 139170"/>
                <a:gd name="connsiteX63" fmla="*/ 106073 w 211507"/>
                <a:gd name="connsiteY63" fmla="*/ 123849 h 139170"/>
                <a:gd name="connsiteX64" fmla="*/ 100961 w 211507"/>
                <a:gd name="connsiteY64" fmla="*/ 121296 h 139170"/>
                <a:gd name="connsiteX65" fmla="*/ 102239 w 211507"/>
                <a:gd name="connsiteY65" fmla="*/ 112358 h 139170"/>
                <a:gd name="connsiteX66" fmla="*/ 102878 w 211507"/>
                <a:gd name="connsiteY66" fmla="*/ 111720 h 139170"/>
                <a:gd name="connsiteX67" fmla="*/ 111824 w 211507"/>
                <a:gd name="connsiteY67" fmla="*/ 113635 h 139170"/>
                <a:gd name="connsiteX68" fmla="*/ 109907 w 211507"/>
                <a:gd name="connsiteY68" fmla="*/ 122572 h 139170"/>
                <a:gd name="connsiteX69" fmla="*/ 131633 w 211507"/>
                <a:gd name="connsiteY69" fmla="*/ 95760 h 139170"/>
                <a:gd name="connsiteX70" fmla="*/ 125882 w 211507"/>
                <a:gd name="connsiteY70" fmla="*/ 98952 h 139170"/>
                <a:gd name="connsiteX71" fmla="*/ 122687 w 211507"/>
                <a:gd name="connsiteY71" fmla="*/ 98313 h 139170"/>
                <a:gd name="connsiteX72" fmla="*/ 120131 w 211507"/>
                <a:gd name="connsiteY72" fmla="*/ 90014 h 139170"/>
                <a:gd name="connsiteX73" fmla="*/ 120131 w 211507"/>
                <a:gd name="connsiteY73" fmla="*/ 90014 h 139170"/>
                <a:gd name="connsiteX74" fmla="*/ 129077 w 211507"/>
                <a:gd name="connsiteY74" fmla="*/ 87460 h 139170"/>
                <a:gd name="connsiteX75" fmla="*/ 131633 w 211507"/>
                <a:gd name="connsiteY75" fmla="*/ 95760 h 139170"/>
                <a:gd name="connsiteX76" fmla="*/ 137384 w 211507"/>
                <a:gd name="connsiteY76" fmla="*/ 74054 h 139170"/>
                <a:gd name="connsiteX77" fmla="*/ 137384 w 211507"/>
                <a:gd name="connsiteY77" fmla="*/ 82992 h 139170"/>
                <a:gd name="connsiteX78" fmla="*/ 132911 w 211507"/>
                <a:gd name="connsiteY78" fmla="*/ 84907 h 139170"/>
                <a:gd name="connsiteX79" fmla="*/ 128438 w 211507"/>
                <a:gd name="connsiteY79" fmla="*/ 82992 h 139170"/>
                <a:gd name="connsiteX80" fmla="*/ 125243 w 211507"/>
                <a:gd name="connsiteY80" fmla="*/ 79800 h 139170"/>
                <a:gd name="connsiteX81" fmla="*/ 122048 w 211507"/>
                <a:gd name="connsiteY81" fmla="*/ 82992 h 139170"/>
                <a:gd name="connsiteX82" fmla="*/ 117575 w 211507"/>
                <a:gd name="connsiteY82" fmla="*/ 84907 h 139170"/>
                <a:gd name="connsiteX83" fmla="*/ 113102 w 211507"/>
                <a:gd name="connsiteY83" fmla="*/ 82992 h 139170"/>
                <a:gd name="connsiteX84" fmla="*/ 113102 w 211507"/>
                <a:gd name="connsiteY84" fmla="*/ 74054 h 139170"/>
                <a:gd name="connsiteX85" fmla="*/ 116297 w 211507"/>
                <a:gd name="connsiteY85" fmla="*/ 70862 h 139170"/>
                <a:gd name="connsiteX86" fmla="*/ 113102 w 211507"/>
                <a:gd name="connsiteY86" fmla="*/ 67670 h 139170"/>
                <a:gd name="connsiteX87" fmla="*/ 113102 w 211507"/>
                <a:gd name="connsiteY87" fmla="*/ 58733 h 139170"/>
                <a:gd name="connsiteX88" fmla="*/ 122048 w 211507"/>
                <a:gd name="connsiteY88" fmla="*/ 58733 h 139170"/>
                <a:gd name="connsiteX89" fmla="*/ 125243 w 211507"/>
                <a:gd name="connsiteY89" fmla="*/ 61925 h 139170"/>
                <a:gd name="connsiteX90" fmla="*/ 128438 w 211507"/>
                <a:gd name="connsiteY90" fmla="*/ 58733 h 139170"/>
                <a:gd name="connsiteX91" fmla="*/ 137384 w 211507"/>
                <a:gd name="connsiteY91" fmla="*/ 58733 h 139170"/>
                <a:gd name="connsiteX92" fmla="*/ 137384 w 211507"/>
                <a:gd name="connsiteY92" fmla="*/ 67670 h 139170"/>
                <a:gd name="connsiteX93" fmla="*/ 134189 w 211507"/>
                <a:gd name="connsiteY93" fmla="*/ 70862 h 139170"/>
                <a:gd name="connsiteX94" fmla="*/ 137384 w 211507"/>
                <a:gd name="connsiteY94" fmla="*/ 74054 h 139170"/>
                <a:gd name="connsiteX95" fmla="*/ 148885 w 211507"/>
                <a:gd name="connsiteY95" fmla="*/ 38942 h 139170"/>
                <a:gd name="connsiteX96" fmla="*/ 147608 w 211507"/>
                <a:gd name="connsiteY96" fmla="*/ 38942 h 139170"/>
                <a:gd name="connsiteX97" fmla="*/ 141218 w 211507"/>
                <a:gd name="connsiteY97" fmla="*/ 33835 h 139170"/>
                <a:gd name="connsiteX98" fmla="*/ 146330 w 211507"/>
                <a:gd name="connsiteY98" fmla="*/ 26174 h 139170"/>
                <a:gd name="connsiteX99" fmla="*/ 153998 w 211507"/>
                <a:gd name="connsiteY99" fmla="*/ 31281 h 139170"/>
                <a:gd name="connsiteX100" fmla="*/ 149525 w 211507"/>
                <a:gd name="connsiteY100" fmla="*/ 38942 h 139170"/>
                <a:gd name="connsiteX101" fmla="*/ 148885 w 211507"/>
                <a:gd name="connsiteY101" fmla="*/ 38942 h 139170"/>
                <a:gd name="connsiteX102" fmla="*/ 161027 w 211507"/>
                <a:gd name="connsiteY102" fmla="*/ 60648 h 139170"/>
                <a:gd name="connsiteX103" fmla="*/ 150164 w 211507"/>
                <a:gd name="connsiteY103" fmla="*/ 49795 h 139170"/>
                <a:gd name="connsiteX104" fmla="*/ 161027 w 211507"/>
                <a:gd name="connsiteY104" fmla="*/ 38942 h 139170"/>
                <a:gd name="connsiteX105" fmla="*/ 171889 w 211507"/>
                <a:gd name="connsiteY105" fmla="*/ 49795 h 139170"/>
                <a:gd name="connsiteX106" fmla="*/ 161027 w 211507"/>
                <a:gd name="connsiteY106" fmla="*/ 60648 h 139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211507" h="139170">
                  <a:moveTo>
                    <a:pt x="193615" y="109166"/>
                  </a:moveTo>
                  <a:cubicBezTo>
                    <a:pt x="189781" y="109166"/>
                    <a:pt x="187225" y="106612"/>
                    <a:pt x="187225" y="102782"/>
                  </a:cubicBezTo>
                  <a:lnTo>
                    <a:pt x="187225" y="36389"/>
                  </a:lnTo>
                  <a:cubicBezTo>
                    <a:pt x="187225" y="32558"/>
                    <a:pt x="189781" y="30005"/>
                    <a:pt x="193615" y="30005"/>
                  </a:cubicBezTo>
                  <a:lnTo>
                    <a:pt x="211507" y="30005"/>
                  </a:lnTo>
                  <a:lnTo>
                    <a:pt x="211507" y="0"/>
                  </a:lnTo>
                  <a:lnTo>
                    <a:pt x="0" y="0"/>
                  </a:lnTo>
                  <a:lnTo>
                    <a:pt x="0" y="30005"/>
                  </a:lnTo>
                  <a:lnTo>
                    <a:pt x="17892" y="30005"/>
                  </a:lnTo>
                  <a:cubicBezTo>
                    <a:pt x="21726" y="30005"/>
                    <a:pt x="24282" y="32558"/>
                    <a:pt x="24282" y="36389"/>
                  </a:cubicBezTo>
                  <a:lnTo>
                    <a:pt x="24282" y="102782"/>
                  </a:lnTo>
                  <a:cubicBezTo>
                    <a:pt x="24282" y="106612"/>
                    <a:pt x="21726" y="109166"/>
                    <a:pt x="17892" y="109166"/>
                  </a:cubicBezTo>
                  <a:lnTo>
                    <a:pt x="0" y="109166"/>
                  </a:lnTo>
                  <a:lnTo>
                    <a:pt x="0" y="139171"/>
                  </a:lnTo>
                  <a:lnTo>
                    <a:pt x="211507" y="139171"/>
                  </a:lnTo>
                  <a:lnTo>
                    <a:pt x="211507" y="109166"/>
                  </a:lnTo>
                  <a:lnTo>
                    <a:pt x="193615" y="109166"/>
                  </a:lnTo>
                  <a:close/>
                  <a:moveTo>
                    <a:pt x="118853" y="12130"/>
                  </a:moveTo>
                  <a:cubicBezTo>
                    <a:pt x="122048" y="11491"/>
                    <a:pt x="125882" y="13406"/>
                    <a:pt x="126521" y="17237"/>
                  </a:cubicBezTo>
                  <a:cubicBezTo>
                    <a:pt x="127160" y="20429"/>
                    <a:pt x="125243" y="23621"/>
                    <a:pt x="122048" y="24897"/>
                  </a:cubicBezTo>
                  <a:cubicBezTo>
                    <a:pt x="122048" y="24897"/>
                    <a:pt x="121409" y="24897"/>
                    <a:pt x="121409" y="24897"/>
                  </a:cubicBezTo>
                  <a:cubicBezTo>
                    <a:pt x="120770" y="24897"/>
                    <a:pt x="120770" y="24897"/>
                    <a:pt x="120131" y="24897"/>
                  </a:cubicBezTo>
                  <a:cubicBezTo>
                    <a:pt x="116936" y="24897"/>
                    <a:pt x="114380" y="22982"/>
                    <a:pt x="113741" y="19790"/>
                  </a:cubicBezTo>
                  <a:cubicBezTo>
                    <a:pt x="112463" y="15960"/>
                    <a:pt x="115019" y="12768"/>
                    <a:pt x="118853" y="12130"/>
                  </a:cubicBezTo>
                  <a:close/>
                  <a:moveTo>
                    <a:pt x="60704" y="116827"/>
                  </a:moveTo>
                  <a:cubicBezTo>
                    <a:pt x="63261" y="119380"/>
                    <a:pt x="63261" y="123211"/>
                    <a:pt x="60704" y="125764"/>
                  </a:cubicBezTo>
                  <a:cubicBezTo>
                    <a:pt x="59426" y="127041"/>
                    <a:pt x="57509" y="127680"/>
                    <a:pt x="56231" y="127680"/>
                  </a:cubicBezTo>
                  <a:cubicBezTo>
                    <a:pt x="54954" y="127680"/>
                    <a:pt x="53036" y="127041"/>
                    <a:pt x="51759" y="125764"/>
                  </a:cubicBezTo>
                  <a:lnTo>
                    <a:pt x="47925" y="121934"/>
                  </a:lnTo>
                  <a:lnTo>
                    <a:pt x="44091" y="125764"/>
                  </a:lnTo>
                  <a:cubicBezTo>
                    <a:pt x="42813" y="127041"/>
                    <a:pt x="40896" y="127680"/>
                    <a:pt x="39618" y="127680"/>
                  </a:cubicBezTo>
                  <a:cubicBezTo>
                    <a:pt x="38340" y="127680"/>
                    <a:pt x="36423" y="127041"/>
                    <a:pt x="35145" y="125764"/>
                  </a:cubicBezTo>
                  <a:cubicBezTo>
                    <a:pt x="32589" y="123211"/>
                    <a:pt x="32589" y="119380"/>
                    <a:pt x="35145" y="116827"/>
                  </a:cubicBezTo>
                  <a:lnTo>
                    <a:pt x="38979" y="112996"/>
                  </a:lnTo>
                  <a:lnTo>
                    <a:pt x="35145" y="109166"/>
                  </a:lnTo>
                  <a:cubicBezTo>
                    <a:pt x="32589" y="106612"/>
                    <a:pt x="32589" y="102782"/>
                    <a:pt x="35145" y="100228"/>
                  </a:cubicBezTo>
                  <a:cubicBezTo>
                    <a:pt x="37701" y="97675"/>
                    <a:pt x="41535" y="97675"/>
                    <a:pt x="44091" y="100228"/>
                  </a:cubicBezTo>
                  <a:lnTo>
                    <a:pt x="47925" y="104059"/>
                  </a:lnTo>
                  <a:lnTo>
                    <a:pt x="51759" y="100228"/>
                  </a:lnTo>
                  <a:cubicBezTo>
                    <a:pt x="54314" y="97675"/>
                    <a:pt x="58149" y="97675"/>
                    <a:pt x="60704" y="100228"/>
                  </a:cubicBezTo>
                  <a:cubicBezTo>
                    <a:pt x="63261" y="102782"/>
                    <a:pt x="63261" y="106612"/>
                    <a:pt x="60704" y="109166"/>
                  </a:cubicBezTo>
                  <a:lnTo>
                    <a:pt x="56871" y="112996"/>
                  </a:lnTo>
                  <a:lnTo>
                    <a:pt x="60704" y="116827"/>
                  </a:lnTo>
                  <a:close/>
                  <a:moveTo>
                    <a:pt x="56871" y="31281"/>
                  </a:moveTo>
                  <a:cubicBezTo>
                    <a:pt x="56871" y="24897"/>
                    <a:pt x="61982" y="19790"/>
                    <a:pt x="68372" y="19790"/>
                  </a:cubicBezTo>
                  <a:cubicBezTo>
                    <a:pt x="74762" y="19790"/>
                    <a:pt x="79874" y="24897"/>
                    <a:pt x="79874" y="31281"/>
                  </a:cubicBezTo>
                  <a:cubicBezTo>
                    <a:pt x="79874" y="37665"/>
                    <a:pt x="74762" y="42773"/>
                    <a:pt x="68372" y="42773"/>
                  </a:cubicBezTo>
                  <a:cubicBezTo>
                    <a:pt x="61982" y="42773"/>
                    <a:pt x="56871" y="37665"/>
                    <a:pt x="56871" y="31281"/>
                  </a:cubicBezTo>
                  <a:close/>
                  <a:moveTo>
                    <a:pt x="81152" y="123849"/>
                  </a:moveTo>
                  <a:cubicBezTo>
                    <a:pt x="79874" y="125764"/>
                    <a:pt x="77957" y="127041"/>
                    <a:pt x="75401" y="127041"/>
                  </a:cubicBezTo>
                  <a:cubicBezTo>
                    <a:pt x="74124" y="127041"/>
                    <a:pt x="73484" y="127041"/>
                    <a:pt x="72206" y="126403"/>
                  </a:cubicBezTo>
                  <a:cubicBezTo>
                    <a:pt x="72206" y="126403"/>
                    <a:pt x="71567" y="125764"/>
                    <a:pt x="71567" y="125764"/>
                  </a:cubicBezTo>
                  <a:cubicBezTo>
                    <a:pt x="68372" y="123849"/>
                    <a:pt x="67734" y="120019"/>
                    <a:pt x="69650" y="116827"/>
                  </a:cubicBezTo>
                  <a:cubicBezTo>
                    <a:pt x="71567" y="113635"/>
                    <a:pt x="75401" y="112996"/>
                    <a:pt x="78596" y="114912"/>
                  </a:cubicBezTo>
                  <a:cubicBezTo>
                    <a:pt x="81791" y="116827"/>
                    <a:pt x="83069" y="120657"/>
                    <a:pt x="81152" y="123849"/>
                  </a:cubicBezTo>
                  <a:close/>
                  <a:moveTo>
                    <a:pt x="89459" y="25536"/>
                  </a:moveTo>
                  <a:cubicBezTo>
                    <a:pt x="89459" y="25536"/>
                    <a:pt x="88820" y="25536"/>
                    <a:pt x="88820" y="25536"/>
                  </a:cubicBezTo>
                  <a:cubicBezTo>
                    <a:pt x="88181" y="25536"/>
                    <a:pt x="88181" y="25536"/>
                    <a:pt x="87542" y="25536"/>
                  </a:cubicBezTo>
                  <a:cubicBezTo>
                    <a:pt x="84347" y="25536"/>
                    <a:pt x="81791" y="23621"/>
                    <a:pt x="81152" y="20429"/>
                  </a:cubicBezTo>
                  <a:cubicBezTo>
                    <a:pt x="80513" y="17237"/>
                    <a:pt x="83069" y="13406"/>
                    <a:pt x="86264" y="12768"/>
                  </a:cubicBezTo>
                  <a:cubicBezTo>
                    <a:pt x="89459" y="12130"/>
                    <a:pt x="93293" y="14045"/>
                    <a:pt x="93932" y="17875"/>
                  </a:cubicBezTo>
                  <a:cubicBezTo>
                    <a:pt x="94571" y="21706"/>
                    <a:pt x="92654" y="24897"/>
                    <a:pt x="89459" y="25536"/>
                  </a:cubicBezTo>
                  <a:close/>
                  <a:moveTo>
                    <a:pt x="109907" y="122572"/>
                  </a:moveTo>
                  <a:cubicBezTo>
                    <a:pt x="108629" y="123211"/>
                    <a:pt x="107351" y="123849"/>
                    <a:pt x="106073" y="123849"/>
                  </a:cubicBezTo>
                  <a:cubicBezTo>
                    <a:pt x="104156" y="123849"/>
                    <a:pt x="102239" y="123211"/>
                    <a:pt x="100961" y="121296"/>
                  </a:cubicBezTo>
                  <a:cubicBezTo>
                    <a:pt x="99044" y="118742"/>
                    <a:pt x="99683" y="114912"/>
                    <a:pt x="102239" y="112358"/>
                  </a:cubicBezTo>
                  <a:cubicBezTo>
                    <a:pt x="102239" y="112358"/>
                    <a:pt x="102878" y="112358"/>
                    <a:pt x="102878" y="111720"/>
                  </a:cubicBezTo>
                  <a:cubicBezTo>
                    <a:pt x="106073" y="109804"/>
                    <a:pt x="109907" y="110443"/>
                    <a:pt x="111824" y="113635"/>
                  </a:cubicBezTo>
                  <a:cubicBezTo>
                    <a:pt x="113741" y="116827"/>
                    <a:pt x="112463" y="120657"/>
                    <a:pt x="109907" y="122572"/>
                  </a:cubicBezTo>
                  <a:close/>
                  <a:moveTo>
                    <a:pt x="131633" y="95760"/>
                  </a:moveTo>
                  <a:cubicBezTo>
                    <a:pt x="130355" y="97675"/>
                    <a:pt x="128438" y="98952"/>
                    <a:pt x="125882" y="98952"/>
                  </a:cubicBezTo>
                  <a:cubicBezTo>
                    <a:pt x="124604" y="98952"/>
                    <a:pt x="123965" y="98952"/>
                    <a:pt x="122687" y="98313"/>
                  </a:cubicBezTo>
                  <a:cubicBezTo>
                    <a:pt x="119492" y="96398"/>
                    <a:pt x="118214" y="93206"/>
                    <a:pt x="120131" y="90014"/>
                  </a:cubicBezTo>
                  <a:lnTo>
                    <a:pt x="120131" y="90014"/>
                  </a:lnTo>
                  <a:cubicBezTo>
                    <a:pt x="122048" y="86822"/>
                    <a:pt x="125882" y="85545"/>
                    <a:pt x="129077" y="87460"/>
                  </a:cubicBezTo>
                  <a:cubicBezTo>
                    <a:pt x="132272" y="88737"/>
                    <a:pt x="133550" y="92568"/>
                    <a:pt x="131633" y="95760"/>
                  </a:cubicBezTo>
                  <a:close/>
                  <a:moveTo>
                    <a:pt x="137384" y="74054"/>
                  </a:moveTo>
                  <a:cubicBezTo>
                    <a:pt x="139940" y="76608"/>
                    <a:pt x="139940" y="80438"/>
                    <a:pt x="137384" y="82992"/>
                  </a:cubicBezTo>
                  <a:cubicBezTo>
                    <a:pt x="136106" y="84268"/>
                    <a:pt x="134189" y="84907"/>
                    <a:pt x="132911" y="84907"/>
                  </a:cubicBezTo>
                  <a:cubicBezTo>
                    <a:pt x="131633" y="84907"/>
                    <a:pt x="129716" y="84268"/>
                    <a:pt x="128438" y="82992"/>
                  </a:cubicBezTo>
                  <a:lnTo>
                    <a:pt x="125243" y="79800"/>
                  </a:lnTo>
                  <a:lnTo>
                    <a:pt x="122048" y="82992"/>
                  </a:lnTo>
                  <a:cubicBezTo>
                    <a:pt x="120770" y="84268"/>
                    <a:pt x="118853" y="84907"/>
                    <a:pt x="117575" y="84907"/>
                  </a:cubicBezTo>
                  <a:cubicBezTo>
                    <a:pt x="116297" y="84907"/>
                    <a:pt x="114380" y="84268"/>
                    <a:pt x="113102" y="82992"/>
                  </a:cubicBezTo>
                  <a:cubicBezTo>
                    <a:pt x="110546" y="80438"/>
                    <a:pt x="110546" y="76608"/>
                    <a:pt x="113102" y="74054"/>
                  </a:cubicBezTo>
                  <a:lnTo>
                    <a:pt x="116297" y="70862"/>
                  </a:lnTo>
                  <a:lnTo>
                    <a:pt x="113102" y="67670"/>
                  </a:lnTo>
                  <a:cubicBezTo>
                    <a:pt x="110546" y="65117"/>
                    <a:pt x="110546" y="61286"/>
                    <a:pt x="113102" y="58733"/>
                  </a:cubicBezTo>
                  <a:cubicBezTo>
                    <a:pt x="115658" y="56179"/>
                    <a:pt x="119492" y="56179"/>
                    <a:pt x="122048" y="58733"/>
                  </a:cubicBezTo>
                  <a:lnTo>
                    <a:pt x="125243" y="61925"/>
                  </a:lnTo>
                  <a:lnTo>
                    <a:pt x="128438" y="58733"/>
                  </a:lnTo>
                  <a:cubicBezTo>
                    <a:pt x="130994" y="56179"/>
                    <a:pt x="134828" y="56179"/>
                    <a:pt x="137384" y="58733"/>
                  </a:cubicBezTo>
                  <a:cubicBezTo>
                    <a:pt x="139940" y="61286"/>
                    <a:pt x="139940" y="65117"/>
                    <a:pt x="137384" y="67670"/>
                  </a:cubicBezTo>
                  <a:lnTo>
                    <a:pt x="134189" y="70862"/>
                  </a:lnTo>
                  <a:lnTo>
                    <a:pt x="137384" y="74054"/>
                  </a:lnTo>
                  <a:close/>
                  <a:moveTo>
                    <a:pt x="148885" y="38942"/>
                  </a:moveTo>
                  <a:cubicBezTo>
                    <a:pt x="148247" y="38942"/>
                    <a:pt x="148247" y="38942"/>
                    <a:pt x="147608" y="38942"/>
                  </a:cubicBezTo>
                  <a:cubicBezTo>
                    <a:pt x="144413" y="38942"/>
                    <a:pt x="141857" y="37027"/>
                    <a:pt x="141218" y="33835"/>
                  </a:cubicBezTo>
                  <a:cubicBezTo>
                    <a:pt x="140579" y="30643"/>
                    <a:pt x="143135" y="26813"/>
                    <a:pt x="146330" y="26174"/>
                  </a:cubicBezTo>
                  <a:cubicBezTo>
                    <a:pt x="149525" y="25536"/>
                    <a:pt x="153358" y="27451"/>
                    <a:pt x="153998" y="31281"/>
                  </a:cubicBezTo>
                  <a:cubicBezTo>
                    <a:pt x="154637" y="34473"/>
                    <a:pt x="152720" y="37665"/>
                    <a:pt x="149525" y="38942"/>
                  </a:cubicBezTo>
                  <a:cubicBezTo>
                    <a:pt x="149525" y="38942"/>
                    <a:pt x="149525" y="38942"/>
                    <a:pt x="148885" y="38942"/>
                  </a:cubicBezTo>
                  <a:close/>
                  <a:moveTo>
                    <a:pt x="161027" y="60648"/>
                  </a:moveTo>
                  <a:cubicBezTo>
                    <a:pt x="154637" y="60648"/>
                    <a:pt x="150164" y="55541"/>
                    <a:pt x="150164" y="49795"/>
                  </a:cubicBezTo>
                  <a:cubicBezTo>
                    <a:pt x="150164" y="44049"/>
                    <a:pt x="155275" y="38942"/>
                    <a:pt x="161027" y="38942"/>
                  </a:cubicBezTo>
                  <a:cubicBezTo>
                    <a:pt x="166778" y="38942"/>
                    <a:pt x="171889" y="44049"/>
                    <a:pt x="171889" y="49795"/>
                  </a:cubicBezTo>
                  <a:cubicBezTo>
                    <a:pt x="171889" y="55541"/>
                    <a:pt x="167416" y="60648"/>
                    <a:pt x="161027" y="60648"/>
                  </a:cubicBezTo>
                  <a:close/>
                </a:path>
              </a:pathLst>
            </a:custGeom>
            <a:solidFill>
              <a:srgbClr val="00A3E0"/>
            </a:solidFill>
            <a:ln w="6390" cap="flat">
              <a:noFill/>
              <a:prstDash val="solid"/>
              <a:miter/>
            </a:ln>
          </p:spPr>
          <p:txBody>
            <a:bodyPr rtlCol="0" anchor="ctr"/>
            <a:lstStyle/>
            <a:p>
              <a:endParaRPr lang="en-US"/>
            </a:p>
          </p:txBody>
        </p:sp>
        <p:sp>
          <p:nvSpPr>
            <p:cNvPr id="950" name="Graphic 4">
              <a:extLst>
                <a:ext uri="{FF2B5EF4-FFF2-40B4-BE49-F238E27FC236}">
                  <a16:creationId xmlns:a16="http://schemas.microsoft.com/office/drawing/2014/main" id="{0E300F83-A317-0A4C-A7CE-98109A6F4CEF}"/>
                </a:ext>
              </a:extLst>
            </p:cNvPr>
            <p:cNvSpPr/>
            <p:nvPr/>
          </p:nvSpPr>
          <p:spPr>
            <a:xfrm>
              <a:off x="5241665" y="2511621"/>
              <a:ext cx="3194" cy="2713"/>
            </a:xfrm>
            <a:custGeom>
              <a:avLst/>
              <a:gdLst>
                <a:gd name="connsiteX0" fmla="*/ 1278 w 3194"/>
                <a:gd name="connsiteY0" fmla="*/ 0 h 2713"/>
                <a:gd name="connsiteX1" fmla="*/ 0 w 3194"/>
                <a:gd name="connsiteY1" fmla="*/ 1277 h 2713"/>
                <a:gd name="connsiteX2" fmla="*/ 3195 w 3194"/>
                <a:gd name="connsiteY2" fmla="*/ 1277 h 2713"/>
                <a:gd name="connsiteX3" fmla="*/ 1278 w 3194"/>
                <a:gd name="connsiteY3" fmla="*/ 0 h 2713"/>
              </a:gdLst>
              <a:ahLst/>
              <a:cxnLst>
                <a:cxn ang="0">
                  <a:pos x="connsiteX0" y="connsiteY0"/>
                </a:cxn>
                <a:cxn ang="0">
                  <a:pos x="connsiteX1" y="connsiteY1"/>
                </a:cxn>
                <a:cxn ang="0">
                  <a:pos x="connsiteX2" y="connsiteY2"/>
                </a:cxn>
                <a:cxn ang="0">
                  <a:pos x="connsiteX3" y="connsiteY3"/>
                </a:cxn>
              </a:cxnLst>
              <a:rect l="l" t="t" r="r" b="b"/>
              <a:pathLst>
                <a:path w="3194" h="2713">
                  <a:moveTo>
                    <a:pt x="1278" y="0"/>
                  </a:moveTo>
                  <a:cubicBezTo>
                    <a:pt x="639" y="0"/>
                    <a:pt x="0" y="638"/>
                    <a:pt x="0" y="1277"/>
                  </a:cubicBezTo>
                  <a:cubicBezTo>
                    <a:pt x="0" y="3192"/>
                    <a:pt x="3195" y="3192"/>
                    <a:pt x="3195" y="1277"/>
                  </a:cubicBezTo>
                  <a:cubicBezTo>
                    <a:pt x="2556" y="638"/>
                    <a:pt x="1917" y="0"/>
                    <a:pt x="1278" y="0"/>
                  </a:cubicBezTo>
                  <a:close/>
                </a:path>
              </a:pathLst>
            </a:custGeom>
            <a:solidFill>
              <a:srgbClr val="00A3E0"/>
            </a:solidFill>
            <a:ln w="6390" cap="flat">
              <a:noFill/>
              <a:prstDash val="solid"/>
              <a:miter/>
            </a:ln>
          </p:spPr>
          <p:txBody>
            <a:bodyPr rtlCol="0" anchor="ctr"/>
            <a:lstStyle/>
            <a:p>
              <a:endParaRPr lang="en-US"/>
            </a:p>
          </p:txBody>
        </p:sp>
      </p:grpSp>
      <p:grpSp>
        <p:nvGrpSpPr>
          <p:cNvPr id="951" name="Graphic 4">
            <a:extLst>
              <a:ext uri="{FF2B5EF4-FFF2-40B4-BE49-F238E27FC236}">
                <a16:creationId xmlns:a16="http://schemas.microsoft.com/office/drawing/2014/main" id="{4BC60567-3DB3-D240-B635-F5DCDB0B9CB3}"/>
              </a:ext>
            </a:extLst>
          </p:cNvPr>
          <p:cNvGrpSpPr>
            <a:grpSpLocks noChangeAspect="1"/>
          </p:cNvGrpSpPr>
          <p:nvPr/>
        </p:nvGrpSpPr>
        <p:grpSpPr>
          <a:xfrm>
            <a:off x="4661459" y="3339623"/>
            <a:ext cx="361674" cy="361333"/>
            <a:chOff x="4661459" y="3339623"/>
            <a:chExt cx="361674" cy="361333"/>
          </a:xfrm>
          <a:solidFill>
            <a:srgbClr val="00A3E0"/>
          </a:solidFill>
        </p:grpSpPr>
        <p:sp>
          <p:nvSpPr>
            <p:cNvPr id="952" name="Graphic 4">
              <a:extLst>
                <a:ext uri="{FF2B5EF4-FFF2-40B4-BE49-F238E27FC236}">
                  <a16:creationId xmlns:a16="http://schemas.microsoft.com/office/drawing/2014/main" id="{BADB8ADE-049C-574F-BD14-440140034128}"/>
                </a:ext>
              </a:extLst>
            </p:cNvPr>
            <p:cNvSpPr/>
            <p:nvPr/>
          </p:nvSpPr>
          <p:spPr>
            <a:xfrm>
              <a:off x="4661459" y="333962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6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1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953" name="Graphic 4">
              <a:extLst>
                <a:ext uri="{FF2B5EF4-FFF2-40B4-BE49-F238E27FC236}">
                  <a16:creationId xmlns:a16="http://schemas.microsoft.com/office/drawing/2014/main" id="{91D6A41C-FC51-F243-AEDD-F2A1790B53A7}"/>
                </a:ext>
              </a:extLst>
            </p:cNvPr>
            <p:cNvSpPr/>
            <p:nvPr/>
          </p:nvSpPr>
          <p:spPr>
            <a:xfrm>
              <a:off x="4789896" y="3457727"/>
              <a:ext cx="19809" cy="19790"/>
            </a:xfrm>
            <a:custGeom>
              <a:avLst/>
              <a:gdLst>
                <a:gd name="connsiteX0" fmla="*/ 6390 w 19809"/>
                <a:gd name="connsiteY0" fmla="*/ 19790 h 19790"/>
                <a:gd name="connsiteX1" fmla="*/ 13419 w 19809"/>
                <a:gd name="connsiteY1" fmla="*/ 19790 h 19790"/>
                <a:gd name="connsiteX2" fmla="*/ 19809 w 19809"/>
                <a:gd name="connsiteY2" fmla="*/ 13406 h 19790"/>
                <a:gd name="connsiteX3" fmla="*/ 19809 w 19809"/>
                <a:gd name="connsiteY3" fmla="*/ 6384 h 19790"/>
                <a:gd name="connsiteX4" fmla="*/ 13419 w 19809"/>
                <a:gd name="connsiteY4" fmla="*/ 0 h 19790"/>
                <a:gd name="connsiteX5" fmla="*/ 6390 w 19809"/>
                <a:gd name="connsiteY5" fmla="*/ 0 h 19790"/>
                <a:gd name="connsiteX6" fmla="*/ 0 w 19809"/>
                <a:gd name="connsiteY6" fmla="*/ 6384 h 19790"/>
                <a:gd name="connsiteX7" fmla="*/ 0 w 19809"/>
                <a:gd name="connsiteY7" fmla="*/ 13406 h 19790"/>
                <a:gd name="connsiteX8" fmla="*/ 6390 w 19809"/>
                <a:gd name="connsiteY8" fmla="*/ 19790 h 1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9" h="19790">
                  <a:moveTo>
                    <a:pt x="6390" y="19790"/>
                  </a:moveTo>
                  <a:lnTo>
                    <a:pt x="13419" y="19790"/>
                  </a:lnTo>
                  <a:cubicBezTo>
                    <a:pt x="17253" y="19790"/>
                    <a:pt x="19809" y="17237"/>
                    <a:pt x="19809" y="13406"/>
                  </a:cubicBezTo>
                  <a:lnTo>
                    <a:pt x="19809" y="6384"/>
                  </a:lnTo>
                  <a:cubicBezTo>
                    <a:pt x="19809" y="2554"/>
                    <a:pt x="17253" y="0"/>
                    <a:pt x="13419" y="0"/>
                  </a:cubicBezTo>
                  <a:lnTo>
                    <a:pt x="6390" y="0"/>
                  </a:lnTo>
                  <a:cubicBezTo>
                    <a:pt x="2556" y="0"/>
                    <a:pt x="0" y="2554"/>
                    <a:pt x="0" y="6384"/>
                  </a:cubicBezTo>
                  <a:lnTo>
                    <a:pt x="0" y="13406"/>
                  </a:lnTo>
                  <a:cubicBezTo>
                    <a:pt x="0" y="17237"/>
                    <a:pt x="3195" y="19790"/>
                    <a:pt x="6390" y="19790"/>
                  </a:cubicBezTo>
                  <a:close/>
                </a:path>
              </a:pathLst>
            </a:custGeom>
            <a:solidFill>
              <a:srgbClr val="00A3E0"/>
            </a:solidFill>
            <a:ln w="6390" cap="flat">
              <a:noFill/>
              <a:prstDash val="solid"/>
              <a:miter/>
            </a:ln>
          </p:spPr>
          <p:txBody>
            <a:bodyPr rtlCol="0" anchor="ctr"/>
            <a:lstStyle/>
            <a:p>
              <a:endParaRPr lang="en-US"/>
            </a:p>
          </p:txBody>
        </p:sp>
        <p:sp>
          <p:nvSpPr>
            <p:cNvPr id="954" name="Graphic 4">
              <a:extLst>
                <a:ext uri="{FF2B5EF4-FFF2-40B4-BE49-F238E27FC236}">
                  <a16:creationId xmlns:a16="http://schemas.microsoft.com/office/drawing/2014/main" id="{1E6CBDA5-5527-BC41-A7F1-3CB0FBE5D458}"/>
                </a:ext>
              </a:extLst>
            </p:cNvPr>
            <p:cNvSpPr/>
            <p:nvPr/>
          </p:nvSpPr>
          <p:spPr>
            <a:xfrm>
              <a:off x="4810983" y="3478794"/>
              <a:ext cx="19808" cy="19790"/>
            </a:xfrm>
            <a:custGeom>
              <a:avLst/>
              <a:gdLst>
                <a:gd name="connsiteX0" fmla="*/ 6390 w 19808"/>
                <a:gd name="connsiteY0" fmla="*/ 19791 h 19790"/>
                <a:gd name="connsiteX1" fmla="*/ 13419 w 19808"/>
                <a:gd name="connsiteY1" fmla="*/ 19791 h 19790"/>
                <a:gd name="connsiteX2" fmla="*/ 19809 w 19808"/>
                <a:gd name="connsiteY2" fmla="*/ 13407 h 19790"/>
                <a:gd name="connsiteX3" fmla="*/ 19809 w 19808"/>
                <a:gd name="connsiteY3" fmla="*/ 6384 h 19790"/>
                <a:gd name="connsiteX4" fmla="*/ 13419 w 19808"/>
                <a:gd name="connsiteY4" fmla="*/ 0 h 19790"/>
                <a:gd name="connsiteX5" fmla="*/ 6390 w 19808"/>
                <a:gd name="connsiteY5" fmla="*/ 0 h 19790"/>
                <a:gd name="connsiteX6" fmla="*/ 0 w 19808"/>
                <a:gd name="connsiteY6" fmla="*/ 6384 h 19790"/>
                <a:gd name="connsiteX7" fmla="*/ 0 w 19808"/>
                <a:gd name="connsiteY7" fmla="*/ 13407 h 19790"/>
                <a:gd name="connsiteX8" fmla="*/ 6390 w 19808"/>
                <a:gd name="connsiteY8" fmla="*/ 19791 h 1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8" h="19790">
                  <a:moveTo>
                    <a:pt x="6390" y="19791"/>
                  </a:moveTo>
                  <a:lnTo>
                    <a:pt x="13419" y="19791"/>
                  </a:lnTo>
                  <a:cubicBezTo>
                    <a:pt x="17253" y="19791"/>
                    <a:pt x="19809" y="17237"/>
                    <a:pt x="19809" y="13407"/>
                  </a:cubicBezTo>
                  <a:lnTo>
                    <a:pt x="19809" y="6384"/>
                  </a:lnTo>
                  <a:cubicBezTo>
                    <a:pt x="19809" y="2554"/>
                    <a:pt x="17253" y="0"/>
                    <a:pt x="13419" y="0"/>
                  </a:cubicBezTo>
                  <a:lnTo>
                    <a:pt x="6390" y="0"/>
                  </a:lnTo>
                  <a:cubicBezTo>
                    <a:pt x="2556" y="0"/>
                    <a:pt x="0" y="2554"/>
                    <a:pt x="0" y="6384"/>
                  </a:cubicBezTo>
                  <a:lnTo>
                    <a:pt x="0" y="13407"/>
                  </a:lnTo>
                  <a:cubicBezTo>
                    <a:pt x="0" y="17237"/>
                    <a:pt x="3195" y="19791"/>
                    <a:pt x="6390" y="19791"/>
                  </a:cubicBezTo>
                  <a:close/>
                </a:path>
              </a:pathLst>
            </a:custGeom>
            <a:solidFill>
              <a:srgbClr val="00A3E0"/>
            </a:solidFill>
            <a:ln w="6390" cap="flat">
              <a:noFill/>
              <a:prstDash val="solid"/>
              <a:miter/>
            </a:ln>
          </p:spPr>
          <p:txBody>
            <a:bodyPr rtlCol="0" anchor="ctr"/>
            <a:lstStyle/>
            <a:p>
              <a:endParaRPr lang="en-US"/>
            </a:p>
          </p:txBody>
        </p:sp>
        <p:sp>
          <p:nvSpPr>
            <p:cNvPr id="955" name="Graphic 4">
              <a:extLst>
                <a:ext uri="{FF2B5EF4-FFF2-40B4-BE49-F238E27FC236}">
                  <a16:creationId xmlns:a16="http://schemas.microsoft.com/office/drawing/2014/main" id="{AB403EBC-4E41-9B41-9DBD-9559CCBC205D}"/>
                </a:ext>
              </a:extLst>
            </p:cNvPr>
            <p:cNvSpPr/>
            <p:nvPr/>
          </p:nvSpPr>
          <p:spPr>
            <a:xfrm>
              <a:off x="4768809" y="3478794"/>
              <a:ext cx="19809" cy="19790"/>
            </a:xfrm>
            <a:custGeom>
              <a:avLst/>
              <a:gdLst>
                <a:gd name="connsiteX0" fmla="*/ 6390 w 19809"/>
                <a:gd name="connsiteY0" fmla="*/ 19791 h 19790"/>
                <a:gd name="connsiteX1" fmla="*/ 13419 w 19809"/>
                <a:gd name="connsiteY1" fmla="*/ 19791 h 19790"/>
                <a:gd name="connsiteX2" fmla="*/ 19809 w 19809"/>
                <a:gd name="connsiteY2" fmla="*/ 13407 h 19790"/>
                <a:gd name="connsiteX3" fmla="*/ 19809 w 19809"/>
                <a:gd name="connsiteY3" fmla="*/ 6384 h 19790"/>
                <a:gd name="connsiteX4" fmla="*/ 13419 w 19809"/>
                <a:gd name="connsiteY4" fmla="*/ 0 h 19790"/>
                <a:gd name="connsiteX5" fmla="*/ 6390 w 19809"/>
                <a:gd name="connsiteY5" fmla="*/ 0 h 19790"/>
                <a:gd name="connsiteX6" fmla="*/ 0 w 19809"/>
                <a:gd name="connsiteY6" fmla="*/ 6384 h 19790"/>
                <a:gd name="connsiteX7" fmla="*/ 0 w 19809"/>
                <a:gd name="connsiteY7" fmla="*/ 13407 h 19790"/>
                <a:gd name="connsiteX8" fmla="*/ 6390 w 19809"/>
                <a:gd name="connsiteY8" fmla="*/ 19791 h 1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9" h="19790">
                  <a:moveTo>
                    <a:pt x="6390" y="19791"/>
                  </a:moveTo>
                  <a:lnTo>
                    <a:pt x="13419" y="19791"/>
                  </a:lnTo>
                  <a:cubicBezTo>
                    <a:pt x="17253" y="19791"/>
                    <a:pt x="19809" y="17237"/>
                    <a:pt x="19809" y="13407"/>
                  </a:cubicBezTo>
                  <a:lnTo>
                    <a:pt x="19809" y="6384"/>
                  </a:lnTo>
                  <a:cubicBezTo>
                    <a:pt x="19809" y="2554"/>
                    <a:pt x="17253" y="0"/>
                    <a:pt x="13419" y="0"/>
                  </a:cubicBezTo>
                  <a:lnTo>
                    <a:pt x="6390" y="0"/>
                  </a:lnTo>
                  <a:cubicBezTo>
                    <a:pt x="2556" y="0"/>
                    <a:pt x="0" y="2554"/>
                    <a:pt x="0" y="6384"/>
                  </a:cubicBezTo>
                  <a:lnTo>
                    <a:pt x="0" y="13407"/>
                  </a:lnTo>
                  <a:cubicBezTo>
                    <a:pt x="0" y="17237"/>
                    <a:pt x="2556" y="19791"/>
                    <a:pt x="6390" y="19791"/>
                  </a:cubicBezTo>
                  <a:close/>
                </a:path>
              </a:pathLst>
            </a:custGeom>
            <a:solidFill>
              <a:srgbClr val="00A3E0"/>
            </a:solidFill>
            <a:ln w="6390" cap="flat">
              <a:noFill/>
              <a:prstDash val="solid"/>
              <a:miter/>
            </a:ln>
          </p:spPr>
          <p:txBody>
            <a:bodyPr rtlCol="0" anchor="ctr"/>
            <a:lstStyle/>
            <a:p>
              <a:endParaRPr lang="en-US"/>
            </a:p>
          </p:txBody>
        </p:sp>
        <p:sp>
          <p:nvSpPr>
            <p:cNvPr id="956" name="Graphic 4">
              <a:extLst>
                <a:ext uri="{FF2B5EF4-FFF2-40B4-BE49-F238E27FC236}">
                  <a16:creationId xmlns:a16="http://schemas.microsoft.com/office/drawing/2014/main" id="{C7F6A295-D8C6-8E49-BC52-95FDFCB7A4AC}"/>
                </a:ext>
              </a:extLst>
            </p:cNvPr>
            <p:cNvSpPr/>
            <p:nvPr/>
          </p:nvSpPr>
          <p:spPr>
            <a:xfrm>
              <a:off x="4832709" y="3457727"/>
              <a:ext cx="19809" cy="19790"/>
            </a:xfrm>
            <a:custGeom>
              <a:avLst/>
              <a:gdLst>
                <a:gd name="connsiteX0" fmla="*/ 6390 w 19809"/>
                <a:gd name="connsiteY0" fmla="*/ 19790 h 19790"/>
                <a:gd name="connsiteX1" fmla="*/ 13419 w 19809"/>
                <a:gd name="connsiteY1" fmla="*/ 19790 h 19790"/>
                <a:gd name="connsiteX2" fmla="*/ 19809 w 19809"/>
                <a:gd name="connsiteY2" fmla="*/ 13406 h 19790"/>
                <a:gd name="connsiteX3" fmla="*/ 19809 w 19809"/>
                <a:gd name="connsiteY3" fmla="*/ 6384 h 19790"/>
                <a:gd name="connsiteX4" fmla="*/ 13419 w 19809"/>
                <a:gd name="connsiteY4" fmla="*/ 0 h 19790"/>
                <a:gd name="connsiteX5" fmla="*/ 6390 w 19809"/>
                <a:gd name="connsiteY5" fmla="*/ 0 h 19790"/>
                <a:gd name="connsiteX6" fmla="*/ 0 w 19809"/>
                <a:gd name="connsiteY6" fmla="*/ 6384 h 19790"/>
                <a:gd name="connsiteX7" fmla="*/ 0 w 19809"/>
                <a:gd name="connsiteY7" fmla="*/ 13406 h 19790"/>
                <a:gd name="connsiteX8" fmla="*/ 6390 w 19809"/>
                <a:gd name="connsiteY8" fmla="*/ 19790 h 1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9" h="19790">
                  <a:moveTo>
                    <a:pt x="6390" y="19790"/>
                  </a:moveTo>
                  <a:lnTo>
                    <a:pt x="13419" y="19790"/>
                  </a:lnTo>
                  <a:cubicBezTo>
                    <a:pt x="17253" y="19790"/>
                    <a:pt x="19809" y="17237"/>
                    <a:pt x="19809" y="13406"/>
                  </a:cubicBezTo>
                  <a:lnTo>
                    <a:pt x="19809" y="6384"/>
                  </a:lnTo>
                  <a:cubicBezTo>
                    <a:pt x="19809" y="2554"/>
                    <a:pt x="17253" y="0"/>
                    <a:pt x="13419" y="0"/>
                  </a:cubicBezTo>
                  <a:lnTo>
                    <a:pt x="6390" y="0"/>
                  </a:lnTo>
                  <a:cubicBezTo>
                    <a:pt x="2556" y="0"/>
                    <a:pt x="0" y="2554"/>
                    <a:pt x="0" y="6384"/>
                  </a:cubicBezTo>
                  <a:lnTo>
                    <a:pt x="0" y="13406"/>
                  </a:lnTo>
                  <a:cubicBezTo>
                    <a:pt x="0" y="17237"/>
                    <a:pt x="2556" y="19790"/>
                    <a:pt x="6390" y="19790"/>
                  </a:cubicBezTo>
                  <a:close/>
                </a:path>
              </a:pathLst>
            </a:custGeom>
            <a:solidFill>
              <a:srgbClr val="00A3E0"/>
            </a:solidFill>
            <a:ln w="6390" cap="flat">
              <a:noFill/>
              <a:prstDash val="solid"/>
              <a:miter/>
            </a:ln>
          </p:spPr>
          <p:txBody>
            <a:bodyPr rtlCol="0" anchor="ctr"/>
            <a:lstStyle/>
            <a:p>
              <a:endParaRPr lang="en-US"/>
            </a:p>
          </p:txBody>
        </p:sp>
        <p:sp>
          <p:nvSpPr>
            <p:cNvPr id="957" name="Graphic 4">
              <a:extLst>
                <a:ext uri="{FF2B5EF4-FFF2-40B4-BE49-F238E27FC236}">
                  <a16:creationId xmlns:a16="http://schemas.microsoft.com/office/drawing/2014/main" id="{0E9D15A5-C726-B140-9F85-3CEA383AD759}"/>
                </a:ext>
              </a:extLst>
            </p:cNvPr>
            <p:cNvSpPr/>
            <p:nvPr/>
          </p:nvSpPr>
          <p:spPr>
            <a:xfrm>
              <a:off x="4874883" y="3457727"/>
              <a:ext cx="19808" cy="19790"/>
            </a:xfrm>
            <a:custGeom>
              <a:avLst/>
              <a:gdLst>
                <a:gd name="connsiteX0" fmla="*/ 6390 w 19808"/>
                <a:gd name="connsiteY0" fmla="*/ 19790 h 19790"/>
                <a:gd name="connsiteX1" fmla="*/ 13419 w 19808"/>
                <a:gd name="connsiteY1" fmla="*/ 19790 h 19790"/>
                <a:gd name="connsiteX2" fmla="*/ 19809 w 19808"/>
                <a:gd name="connsiteY2" fmla="*/ 13406 h 19790"/>
                <a:gd name="connsiteX3" fmla="*/ 19809 w 19808"/>
                <a:gd name="connsiteY3" fmla="*/ 6384 h 19790"/>
                <a:gd name="connsiteX4" fmla="*/ 13419 w 19808"/>
                <a:gd name="connsiteY4" fmla="*/ 0 h 19790"/>
                <a:gd name="connsiteX5" fmla="*/ 6390 w 19808"/>
                <a:gd name="connsiteY5" fmla="*/ 0 h 19790"/>
                <a:gd name="connsiteX6" fmla="*/ 0 w 19808"/>
                <a:gd name="connsiteY6" fmla="*/ 6384 h 19790"/>
                <a:gd name="connsiteX7" fmla="*/ 0 w 19808"/>
                <a:gd name="connsiteY7" fmla="*/ 13406 h 19790"/>
                <a:gd name="connsiteX8" fmla="*/ 6390 w 19808"/>
                <a:gd name="connsiteY8" fmla="*/ 19790 h 1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8" h="19790">
                  <a:moveTo>
                    <a:pt x="6390" y="19790"/>
                  </a:moveTo>
                  <a:lnTo>
                    <a:pt x="13419" y="19790"/>
                  </a:lnTo>
                  <a:cubicBezTo>
                    <a:pt x="17253" y="19790"/>
                    <a:pt x="19809" y="17237"/>
                    <a:pt x="19809" y="13406"/>
                  </a:cubicBezTo>
                  <a:lnTo>
                    <a:pt x="19809" y="6384"/>
                  </a:lnTo>
                  <a:cubicBezTo>
                    <a:pt x="19809" y="2554"/>
                    <a:pt x="17253" y="0"/>
                    <a:pt x="13419" y="0"/>
                  </a:cubicBezTo>
                  <a:lnTo>
                    <a:pt x="6390" y="0"/>
                  </a:lnTo>
                  <a:cubicBezTo>
                    <a:pt x="2556" y="0"/>
                    <a:pt x="0" y="2554"/>
                    <a:pt x="0" y="6384"/>
                  </a:cubicBezTo>
                  <a:lnTo>
                    <a:pt x="0" y="13406"/>
                  </a:lnTo>
                  <a:cubicBezTo>
                    <a:pt x="0" y="17237"/>
                    <a:pt x="2556" y="19790"/>
                    <a:pt x="6390" y="19790"/>
                  </a:cubicBezTo>
                  <a:close/>
                </a:path>
              </a:pathLst>
            </a:custGeom>
            <a:solidFill>
              <a:srgbClr val="00A3E0"/>
            </a:solidFill>
            <a:ln w="6390" cap="flat">
              <a:noFill/>
              <a:prstDash val="solid"/>
              <a:miter/>
            </a:ln>
          </p:spPr>
          <p:txBody>
            <a:bodyPr rtlCol="0" anchor="ctr"/>
            <a:lstStyle/>
            <a:p>
              <a:endParaRPr lang="en-US"/>
            </a:p>
          </p:txBody>
        </p:sp>
        <p:sp>
          <p:nvSpPr>
            <p:cNvPr id="958" name="Graphic 4">
              <a:extLst>
                <a:ext uri="{FF2B5EF4-FFF2-40B4-BE49-F238E27FC236}">
                  <a16:creationId xmlns:a16="http://schemas.microsoft.com/office/drawing/2014/main" id="{8050985F-B1F1-9E43-B762-76E30B32DA2C}"/>
                </a:ext>
              </a:extLst>
            </p:cNvPr>
            <p:cNvSpPr/>
            <p:nvPr/>
          </p:nvSpPr>
          <p:spPr>
            <a:xfrm>
              <a:off x="4895969" y="3478794"/>
              <a:ext cx="19808" cy="19790"/>
            </a:xfrm>
            <a:custGeom>
              <a:avLst/>
              <a:gdLst>
                <a:gd name="connsiteX0" fmla="*/ 6390 w 19808"/>
                <a:gd name="connsiteY0" fmla="*/ 19791 h 19790"/>
                <a:gd name="connsiteX1" fmla="*/ 13419 w 19808"/>
                <a:gd name="connsiteY1" fmla="*/ 19791 h 19790"/>
                <a:gd name="connsiteX2" fmla="*/ 19809 w 19808"/>
                <a:gd name="connsiteY2" fmla="*/ 13407 h 19790"/>
                <a:gd name="connsiteX3" fmla="*/ 19809 w 19808"/>
                <a:gd name="connsiteY3" fmla="*/ 6384 h 19790"/>
                <a:gd name="connsiteX4" fmla="*/ 13419 w 19808"/>
                <a:gd name="connsiteY4" fmla="*/ 0 h 19790"/>
                <a:gd name="connsiteX5" fmla="*/ 6390 w 19808"/>
                <a:gd name="connsiteY5" fmla="*/ 0 h 19790"/>
                <a:gd name="connsiteX6" fmla="*/ 0 w 19808"/>
                <a:gd name="connsiteY6" fmla="*/ 6384 h 19790"/>
                <a:gd name="connsiteX7" fmla="*/ 0 w 19808"/>
                <a:gd name="connsiteY7" fmla="*/ 13407 h 19790"/>
                <a:gd name="connsiteX8" fmla="*/ 6390 w 19808"/>
                <a:gd name="connsiteY8" fmla="*/ 19791 h 1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8" h="19790">
                  <a:moveTo>
                    <a:pt x="6390" y="19791"/>
                  </a:moveTo>
                  <a:lnTo>
                    <a:pt x="13419" y="19791"/>
                  </a:lnTo>
                  <a:cubicBezTo>
                    <a:pt x="17253" y="19791"/>
                    <a:pt x="19809" y="17237"/>
                    <a:pt x="19809" y="13407"/>
                  </a:cubicBezTo>
                  <a:lnTo>
                    <a:pt x="19809" y="6384"/>
                  </a:lnTo>
                  <a:cubicBezTo>
                    <a:pt x="19809" y="2554"/>
                    <a:pt x="17253" y="0"/>
                    <a:pt x="13419" y="0"/>
                  </a:cubicBezTo>
                  <a:lnTo>
                    <a:pt x="6390" y="0"/>
                  </a:lnTo>
                  <a:cubicBezTo>
                    <a:pt x="2556" y="0"/>
                    <a:pt x="0" y="2554"/>
                    <a:pt x="0" y="6384"/>
                  </a:cubicBezTo>
                  <a:lnTo>
                    <a:pt x="0" y="13407"/>
                  </a:lnTo>
                  <a:cubicBezTo>
                    <a:pt x="0" y="17237"/>
                    <a:pt x="3195" y="19791"/>
                    <a:pt x="6390" y="19791"/>
                  </a:cubicBezTo>
                  <a:close/>
                </a:path>
              </a:pathLst>
            </a:custGeom>
            <a:solidFill>
              <a:srgbClr val="00A3E0"/>
            </a:solidFill>
            <a:ln w="6390" cap="flat">
              <a:noFill/>
              <a:prstDash val="solid"/>
              <a:miter/>
            </a:ln>
          </p:spPr>
          <p:txBody>
            <a:bodyPr rtlCol="0" anchor="ctr"/>
            <a:lstStyle/>
            <a:p>
              <a:endParaRPr lang="en-US"/>
            </a:p>
          </p:txBody>
        </p:sp>
        <p:sp>
          <p:nvSpPr>
            <p:cNvPr id="959" name="Graphic 4">
              <a:extLst>
                <a:ext uri="{FF2B5EF4-FFF2-40B4-BE49-F238E27FC236}">
                  <a16:creationId xmlns:a16="http://schemas.microsoft.com/office/drawing/2014/main" id="{F8E6FB2D-C521-0B4D-BAD3-CF97ED8E1D24}"/>
                </a:ext>
              </a:extLst>
            </p:cNvPr>
            <p:cNvSpPr/>
            <p:nvPr/>
          </p:nvSpPr>
          <p:spPr>
            <a:xfrm>
              <a:off x="4853796" y="3478794"/>
              <a:ext cx="19809" cy="19790"/>
            </a:xfrm>
            <a:custGeom>
              <a:avLst/>
              <a:gdLst>
                <a:gd name="connsiteX0" fmla="*/ 6390 w 19809"/>
                <a:gd name="connsiteY0" fmla="*/ 19791 h 19790"/>
                <a:gd name="connsiteX1" fmla="*/ 13419 w 19809"/>
                <a:gd name="connsiteY1" fmla="*/ 19791 h 19790"/>
                <a:gd name="connsiteX2" fmla="*/ 19809 w 19809"/>
                <a:gd name="connsiteY2" fmla="*/ 13407 h 19790"/>
                <a:gd name="connsiteX3" fmla="*/ 19809 w 19809"/>
                <a:gd name="connsiteY3" fmla="*/ 6384 h 19790"/>
                <a:gd name="connsiteX4" fmla="*/ 13419 w 19809"/>
                <a:gd name="connsiteY4" fmla="*/ 0 h 19790"/>
                <a:gd name="connsiteX5" fmla="*/ 6390 w 19809"/>
                <a:gd name="connsiteY5" fmla="*/ 0 h 19790"/>
                <a:gd name="connsiteX6" fmla="*/ 0 w 19809"/>
                <a:gd name="connsiteY6" fmla="*/ 6384 h 19790"/>
                <a:gd name="connsiteX7" fmla="*/ 0 w 19809"/>
                <a:gd name="connsiteY7" fmla="*/ 13407 h 19790"/>
                <a:gd name="connsiteX8" fmla="*/ 6390 w 19809"/>
                <a:gd name="connsiteY8" fmla="*/ 19791 h 1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9" h="19790">
                  <a:moveTo>
                    <a:pt x="6390" y="19791"/>
                  </a:moveTo>
                  <a:lnTo>
                    <a:pt x="13419" y="19791"/>
                  </a:lnTo>
                  <a:cubicBezTo>
                    <a:pt x="17253" y="19791"/>
                    <a:pt x="19809" y="17237"/>
                    <a:pt x="19809" y="13407"/>
                  </a:cubicBezTo>
                  <a:lnTo>
                    <a:pt x="19809" y="6384"/>
                  </a:lnTo>
                  <a:cubicBezTo>
                    <a:pt x="19809" y="2554"/>
                    <a:pt x="17253" y="0"/>
                    <a:pt x="13419" y="0"/>
                  </a:cubicBezTo>
                  <a:lnTo>
                    <a:pt x="6390" y="0"/>
                  </a:lnTo>
                  <a:cubicBezTo>
                    <a:pt x="2556" y="0"/>
                    <a:pt x="0" y="2554"/>
                    <a:pt x="0" y="6384"/>
                  </a:cubicBezTo>
                  <a:lnTo>
                    <a:pt x="0" y="13407"/>
                  </a:lnTo>
                  <a:cubicBezTo>
                    <a:pt x="0" y="17237"/>
                    <a:pt x="2556" y="19791"/>
                    <a:pt x="6390" y="19791"/>
                  </a:cubicBezTo>
                  <a:close/>
                </a:path>
              </a:pathLst>
            </a:custGeom>
            <a:solidFill>
              <a:srgbClr val="00A3E0"/>
            </a:solidFill>
            <a:ln w="6390" cap="flat">
              <a:noFill/>
              <a:prstDash val="solid"/>
              <a:miter/>
            </a:ln>
          </p:spPr>
          <p:txBody>
            <a:bodyPr rtlCol="0" anchor="ctr"/>
            <a:lstStyle/>
            <a:p>
              <a:endParaRPr lang="en-US"/>
            </a:p>
          </p:txBody>
        </p:sp>
        <p:sp>
          <p:nvSpPr>
            <p:cNvPr id="960" name="Graphic 4">
              <a:extLst>
                <a:ext uri="{FF2B5EF4-FFF2-40B4-BE49-F238E27FC236}">
                  <a16:creationId xmlns:a16="http://schemas.microsoft.com/office/drawing/2014/main" id="{F759E87E-2E94-DD41-9E12-DBE3F0C01487}"/>
                </a:ext>
              </a:extLst>
            </p:cNvPr>
            <p:cNvSpPr/>
            <p:nvPr/>
          </p:nvSpPr>
          <p:spPr>
            <a:xfrm>
              <a:off x="4810983" y="3521567"/>
              <a:ext cx="19808" cy="19790"/>
            </a:xfrm>
            <a:custGeom>
              <a:avLst/>
              <a:gdLst>
                <a:gd name="connsiteX0" fmla="*/ 6390 w 19808"/>
                <a:gd name="connsiteY0" fmla="*/ 19790 h 19790"/>
                <a:gd name="connsiteX1" fmla="*/ 13419 w 19808"/>
                <a:gd name="connsiteY1" fmla="*/ 19790 h 19790"/>
                <a:gd name="connsiteX2" fmla="*/ 19809 w 19808"/>
                <a:gd name="connsiteY2" fmla="*/ 13406 h 19790"/>
                <a:gd name="connsiteX3" fmla="*/ 19809 w 19808"/>
                <a:gd name="connsiteY3" fmla="*/ 6384 h 19790"/>
                <a:gd name="connsiteX4" fmla="*/ 13419 w 19808"/>
                <a:gd name="connsiteY4" fmla="*/ 0 h 19790"/>
                <a:gd name="connsiteX5" fmla="*/ 6390 w 19808"/>
                <a:gd name="connsiteY5" fmla="*/ 0 h 19790"/>
                <a:gd name="connsiteX6" fmla="*/ 0 w 19808"/>
                <a:gd name="connsiteY6" fmla="*/ 6384 h 19790"/>
                <a:gd name="connsiteX7" fmla="*/ 0 w 19808"/>
                <a:gd name="connsiteY7" fmla="*/ 13406 h 19790"/>
                <a:gd name="connsiteX8" fmla="*/ 6390 w 19808"/>
                <a:gd name="connsiteY8" fmla="*/ 19790 h 1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8" h="19790">
                  <a:moveTo>
                    <a:pt x="6390" y="19790"/>
                  </a:moveTo>
                  <a:lnTo>
                    <a:pt x="13419" y="19790"/>
                  </a:lnTo>
                  <a:cubicBezTo>
                    <a:pt x="17253" y="19790"/>
                    <a:pt x="19809" y="17237"/>
                    <a:pt x="19809" y="13406"/>
                  </a:cubicBezTo>
                  <a:lnTo>
                    <a:pt x="19809" y="6384"/>
                  </a:lnTo>
                  <a:cubicBezTo>
                    <a:pt x="19809" y="2554"/>
                    <a:pt x="17253" y="0"/>
                    <a:pt x="13419" y="0"/>
                  </a:cubicBezTo>
                  <a:lnTo>
                    <a:pt x="6390" y="0"/>
                  </a:lnTo>
                  <a:cubicBezTo>
                    <a:pt x="2556" y="0"/>
                    <a:pt x="0" y="2554"/>
                    <a:pt x="0" y="6384"/>
                  </a:cubicBezTo>
                  <a:lnTo>
                    <a:pt x="0" y="13406"/>
                  </a:lnTo>
                  <a:cubicBezTo>
                    <a:pt x="0" y="16598"/>
                    <a:pt x="3195" y="19790"/>
                    <a:pt x="6390" y="19790"/>
                  </a:cubicBezTo>
                  <a:close/>
                </a:path>
              </a:pathLst>
            </a:custGeom>
            <a:solidFill>
              <a:srgbClr val="00A3E0"/>
            </a:solidFill>
            <a:ln w="6390" cap="flat">
              <a:noFill/>
              <a:prstDash val="solid"/>
              <a:miter/>
            </a:ln>
          </p:spPr>
          <p:txBody>
            <a:bodyPr rtlCol="0" anchor="ctr"/>
            <a:lstStyle/>
            <a:p>
              <a:endParaRPr lang="en-US"/>
            </a:p>
          </p:txBody>
        </p:sp>
        <p:sp>
          <p:nvSpPr>
            <p:cNvPr id="961" name="Graphic 4">
              <a:extLst>
                <a:ext uri="{FF2B5EF4-FFF2-40B4-BE49-F238E27FC236}">
                  <a16:creationId xmlns:a16="http://schemas.microsoft.com/office/drawing/2014/main" id="{352D6CE8-2139-1F47-A406-C3799385FD8A}"/>
                </a:ext>
              </a:extLst>
            </p:cNvPr>
            <p:cNvSpPr/>
            <p:nvPr/>
          </p:nvSpPr>
          <p:spPr>
            <a:xfrm>
              <a:off x="4768809" y="3521567"/>
              <a:ext cx="19809" cy="19790"/>
            </a:xfrm>
            <a:custGeom>
              <a:avLst/>
              <a:gdLst>
                <a:gd name="connsiteX0" fmla="*/ 6390 w 19809"/>
                <a:gd name="connsiteY0" fmla="*/ 19790 h 19790"/>
                <a:gd name="connsiteX1" fmla="*/ 13419 w 19809"/>
                <a:gd name="connsiteY1" fmla="*/ 19790 h 19790"/>
                <a:gd name="connsiteX2" fmla="*/ 19809 w 19809"/>
                <a:gd name="connsiteY2" fmla="*/ 13406 h 19790"/>
                <a:gd name="connsiteX3" fmla="*/ 19809 w 19809"/>
                <a:gd name="connsiteY3" fmla="*/ 6384 h 19790"/>
                <a:gd name="connsiteX4" fmla="*/ 13419 w 19809"/>
                <a:gd name="connsiteY4" fmla="*/ 0 h 19790"/>
                <a:gd name="connsiteX5" fmla="*/ 6390 w 19809"/>
                <a:gd name="connsiteY5" fmla="*/ 0 h 19790"/>
                <a:gd name="connsiteX6" fmla="*/ 0 w 19809"/>
                <a:gd name="connsiteY6" fmla="*/ 6384 h 19790"/>
                <a:gd name="connsiteX7" fmla="*/ 0 w 19809"/>
                <a:gd name="connsiteY7" fmla="*/ 13406 h 19790"/>
                <a:gd name="connsiteX8" fmla="*/ 6390 w 19809"/>
                <a:gd name="connsiteY8" fmla="*/ 19790 h 1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9" h="19790">
                  <a:moveTo>
                    <a:pt x="6390" y="19790"/>
                  </a:moveTo>
                  <a:lnTo>
                    <a:pt x="13419" y="19790"/>
                  </a:lnTo>
                  <a:cubicBezTo>
                    <a:pt x="17253" y="19790"/>
                    <a:pt x="19809" y="17237"/>
                    <a:pt x="19809" y="13406"/>
                  </a:cubicBezTo>
                  <a:lnTo>
                    <a:pt x="19809" y="6384"/>
                  </a:lnTo>
                  <a:cubicBezTo>
                    <a:pt x="19809" y="2554"/>
                    <a:pt x="17253" y="0"/>
                    <a:pt x="13419" y="0"/>
                  </a:cubicBezTo>
                  <a:lnTo>
                    <a:pt x="6390" y="0"/>
                  </a:lnTo>
                  <a:cubicBezTo>
                    <a:pt x="2556" y="0"/>
                    <a:pt x="0" y="2554"/>
                    <a:pt x="0" y="6384"/>
                  </a:cubicBezTo>
                  <a:lnTo>
                    <a:pt x="0" y="13406"/>
                  </a:lnTo>
                  <a:cubicBezTo>
                    <a:pt x="0" y="16598"/>
                    <a:pt x="2556" y="19790"/>
                    <a:pt x="6390" y="19790"/>
                  </a:cubicBezTo>
                  <a:close/>
                </a:path>
              </a:pathLst>
            </a:custGeom>
            <a:solidFill>
              <a:srgbClr val="00A3E0"/>
            </a:solidFill>
            <a:ln w="6390" cap="flat">
              <a:noFill/>
              <a:prstDash val="solid"/>
              <a:miter/>
            </a:ln>
          </p:spPr>
          <p:txBody>
            <a:bodyPr rtlCol="0" anchor="ctr"/>
            <a:lstStyle/>
            <a:p>
              <a:endParaRPr lang="en-US"/>
            </a:p>
          </p:txBody>
        </p:sp>
        <p:sp>
          <p:nvSpPr>
            <p:cNvPr id="962" name="Graphic 4">
              <a:extLst>
                <a:ext uri="{FF2B5EF4-FFF2-40B4-BE49-F238E27FC236}">
                  <a16:creationId xmlns:a16="http://schemas.microsoft.com/office/drawing/2014/main" id="{04F16A46-7A1E-C642-972A-E04F168B5738}"/>
                </a:ext>
              </a:extLst>
            </p:cNvPr>
            <p:cNvSpPr/>
            <p:nvPr/>
          </p:nvSpPr>
          <p:spPr>
            <a:xfrm>
              <a:off x="4895969" y="3521567"/>
              <a:ext cx="19808" cy="19790"/>
            </a:xfrm>
            <a:custGeom>
              <a:avLst/>
              <a:gdLst>
                <a:gd name="connsiteX0" fmla="*/ 6390 w 19808"/>
                <a:gd name="connsiteY0" fmla="*/ 19790 h 19790"/>
                <a:gd name="connsiteX1" fmla="*/ 13419 w 19808"/>
                <a:gd name="connsiteY1" fmla="*/ 19790 h 19790"/>
                <a:gd name="connsiteX2" fmla="*/ 19809 w 19808"/>
                <a:gd name="connsiteY2" fmla="*/ 13406 h 19790"/>
                <a:gd name="connsiteX3" fmla="*/ 19809 w 19808"/>
                <a:gd name="connsiteY3" fmla="*/ 6384 h 19790"/>
                <a:gd name="connsiteX4" fmla="*/ 13419 w 19808"/>
                <a:gd name="connsiteY4" fmla="*/ 0 h 19790"/>
                <a:gd name="connsiteX5" fmla="*/ 6390 w 19808"/>
                <a:gd name="connsiteY5" fmla="*/ 0 h 19790"/>
                <a:gd name="connsiteX6" fmla="*/ 0 w 19808"/>
                <a:gd name="connsiteY6" fmla="*/ 6384 h 19790"/>
                <a:gd name="connsiteX7" fmla="*/ 0 w 19808"/>
                <a:gd name="connsiteY7" fmla="*/ 13406 h 19790"/>
                <a:gd name="connsiteX8" fmla="*/ 6390 w 19808"/>
                <a:gd name="connsiteY8" fmla="*/ 19790 h 1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8" h="19790">
                  <a:moveTo>
                    <a:pt x="6390" y="19790"/>
                  </a:moveTo>
                  <a:lnTo>
                    <a:pt x="13419" y="19790"/>
                  </a:lnTo>
                  <a:cubicBezTo>
                    <a:pt x="17253" y="19790"/>
                    <a:pt x="19809" y="17237"/>
                    <a:pt x="19809" y="13406"/>
                  </a:cubicBezTo>
                  <a:lnTo>
                    <a:pt x="19809" y="6384"/>
                  </a:lnTo>
                  <a:cubicBezTo>
                    <a:pt x="19809" y="2554"/>
                    <a:pt x="17253" y="0"/>
                    <a:pt x="13419" y="0"/>
                  </a:cubicBezTo>
                  <a:lnTo>
                    <a:pt x="6390" y="0"/>
                  </a:lnTo>
                  <a:cubicBezTo>
                    <a:pt x="2556" y="0"/>
                    <a:pt x="0" y="2554"/>
                    <a:pt x="0" y="6384"/>
                  </a:cubicBezTo>
                  <a:lnTo>
                    <a:pt x="0" y="13406"/>
                  </a:lnTo>
                  <a:cubicBezTo>
                    <a:pt x="0" y="16598"/>
                    <a:pt x="3195" y="19790"/>
                    <a:pt x="6390" y="19790"/>
                  </a:cubicBezTo>
                  <a:close/>
                </a:path>
              </a:pathLst>
            </a:custGeom>
            <a:solidFill>
              <a:srgbClr val="00A3E0"/>
            </a:solidFill>
            <a:ln w="6390" cap="flat">
              <a:noFill/>
              <a:prstDash val="solid"/>
              <a:miter/>
            </a:ln>
          </p:spPr>
          <p:txBody>
            <a:bodyPr rtlCol="0" anchor="ctr"/>
            <a:lstStyle/>
            <a:p>
              <a:endParaRPr lang="en-US"/>
            </a:p>
          </p:txBody>
        </p:sp>
        <p:sp>
          <p:nvSpPr>
            <p:cNvPr id="963" name="Graphic 4">
              <a:extLst>
                <a:ext uri="{FF2B5EF4-FFF2-40B4-BE49-F238E27FC236}">
                  <a16:creationId xmlns:a16="http://schemas.microsoft.com/office/drawing/2014/main" id="{CE214954-7FE0-494A-BDFD-BCF68CCDD825}"/>
                </a:ext>
              </a:extLst>
            </p:cNvPr>
            <p:cNvSpPr/>
            <p:nvPr/>
          </p:nvSpPr>
          <p:spPr>
            <a:xfrm>
              <a:off x="4853796" y="3521567"/>
              <a:ext cx="19809" cy="19790"/>
            </a:xfrm>
            <a:custGeom>
              <a:avLst/>
              <a:gdLst>
                <a:gd name="connsiteX0" fmla="*/ 6390 w 19809"/>
                <a:gd name="connsiteY0" fmla="*/ 19790 h 19790"/>
                <a:gd name="connsiteX1" fmla="*/ 13419 w 19809"/>
                <a:gd name="connsiteY1" fmla="*/ 19790 h 19790"/>
                <a:gd name="connsiteX2" fmla="*/ 19809 w 19809"/>
                <a:gd name="connsiteY2" fmla="*/ 13406 h 19790"/>
                <a:gd name="connsiteX3" fmla="*/ 19809 w 19809"/>
                <a:gd name="connsiteY3" fmla="*/ 6384 h 19790"/>
                <a:gd name="connsiteX4" fmla="*/ 13419 w 19809"/>
                <a:gd name="connsiteY4" fmla="*/ 0 h 19790"/>
                <a:gd name="connsiteX5" fmla="*/ 6390 w 19809"/>
                <a:gd name="connsiteY5" fmla="*/ 0 h 19790"/>
                <a:gd name="connsiteX6" fmla="*/ 0 w 19809"/>
                <a:gd name="connsiteY6" fmla="*/ 6384 h 19790"/>
                <a:gd name="connsiteX7" fmla="*/ 0 w 19809"/>
                <a:gd name="connsiteY7" fmla="*/ 13406 h 19790"/>
                <a:gd name="connsiteX8" fmla="*/ 6390 w 19809"/>
                <a:gd name="connsiteY8" fmla="*/ 19790 h 1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9" h="19790">
                  <a:moveTo>
                    <a:pt x="6390" y="19790"/>
                  </a:moveTo>
                  <a:lnTo>
                    <a:pt x="13419" y="19790"/>
                  </a:lnTo>
                  <a:cubicBezTo>
                    <a:pt x="17253" y="19790"/>
                    <a:pt x="19809" y="17237"/>
                    <a:pt x="19809" y="13406"/>
                  </a:cubicBezTo>
                  <a:lnTo>
                    <a:pt x="19809" y="6384"/>
                  </a:lnTo>
                  <a:cubicBezTo>
                    <a:pt x="19809" y="2554"/>
                    <a:pt x="17253" y="0"/>
                    <a:pt x="13419" y="0"/>
                  </a:cubicBezTo>
                  <a:lnTo>
                    <a:pt x="6390" y="0"/>
                  </a:lnTo>
                  <a:cubicBezTo>
                    <a:pt x="2556" y="0"/>
                    <a:pt x="0" y="2554"/>
                    <a:pt x="0" y="6384"/>
                  </a:cubicBezTo>
                  <a:lnTo>
                    <a:pt x="0" y="13406"/>
                  </a:lnTo>
                  <a:cubicBezTo>
                    <a:pt x="0" y="16598"/>
                    <a:pt x="2556" y="19790"/>
                    <a:pt x="6390" y="19790"/>
                  </a:cubicBezTo>
                  <a:close/>
                </a:path>
              </a:pathLst>
            </a:custGeom>
            <a:solidFill>
              <a:srgbClr val="00A3E0"/>
            </a:solidFill>
            <a:ln w="6390" cap="flat">
              <a:noFill/>
              <a:prstDash val="solid"/>
              <a:miter/>
            </a:ln>
          </p:spPr>
          <p:txBody>
            <a:bodyPr rtlCol="0" anchor="ctr"/>
            <a:lstStyle/>
            <a:p>
              <a:endParaRPr lang="en-US"/>
            </a:p>
          </p:txBody>
        </p:sp>
        <p:sp>
          <p:nvSpPr>
            <p:cNvPr id="964" name="Graphic 4">
              <a:extLst>
                <a:ext uri="{FF2B5EF4-FFF2-40B4-BE49-F238E27FC236}">
                  <a16:creationId xmlns:a16="http://schemas.microsoft.com/office/drawing/2014/main" id="{2F864440-67A1-A541-ABEA-EDA4E6358066}"/>
                </a:ext>
              </a:extLst>
            </p:cNvPr>
            <p:cNvSpPr/>
            <p:nvPr/>
          </p:nvSpPr>
          <p:spPr>
            <a:xfrm>
              <a:off x="4789896" y="3500500"/>
              <a:ext cx="19809" cy="19790"/>
            </a:xfrm>
            <a:custGeom>
              <a:avLst/>
              <a:gdLst>
                <a:gd name="connsiteX0" fmla="*/ 6390 w 19809"/>
                <a:gd name="connsiteY0" fmla="*/ 19790 h 19790"/>
                <a:gd name="connsiteX1" fmla="*/ 13419 w 19809"/>
                <a:gd name="connsiteY1" fmla="*/ 19790 h 19790"/>
                <a:gd name="connsiteX2" fmla="*/ 19809 w 19809"/>
                <a:gd name="connsiteY2" fmla="*/ 13406 h 19790"/>
                <a:gd name="connsiteX3" fmla="*/ 19809 w 19809"/>
                <a:gd name="connsiteY3" fmla="*/ 6384 h 19790"/>
                <a:gd name="connsiteX4" fmla="*/ 13419 w 19809"/>
                <a:gd name="connsiteY4" fmla="*/ 0 h 19790"/>
                <a:gd name="connsiteX5" fmla="*/ 6390 w 19809"/>
                <a:gd name="connsiteY5" fmla="*/ 0 h 19790"/>
                <a:gd name="connsiteX6" fmla="*/ 0 w 19809"/>
                <a:gd name="connsiteY6" fmla="*/ 6384 h 19790"/>
                <a:gd name="connsiteX7" fmla="*/ 0 w 19809"/>
                <a:gd name="connsiteY7" fmla="*/ 13406 h 19790"/>
                <a:gd name="connsiteX8" fmla="*/ 6390 w 19809"/>
                <a:gd name="connsiteY8" fmla="*/ 19790 h 1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9" h="19790">
                  <a:moveTo>
                    <a:pt x="6390" y="19790"/>
                  </a:moveTo>
                  <a:lnTo>
                    <a:pt x="13419" y="19790"/>
                  </a:lnTo>
                  <a:cubicBezTo>
                    <a:pt x="17253" y="19790"/>
                    <a:pt x="19809" y="17237"/>
                    <a:pt x="19809" y="13406"/>
                  </a:cubicBezTo>
                  <a:lnTo>
                    <a:pt x="19809" y="6384"/>
                  </a:lnTo>
                  <a:cubicBezTo>
                    <a:pt x="19809" y="2553"/>
                    <a:pt x="17253" y="0"/>
                    <a:pt x="13419" y="0"/>
                  </a:cubicBezTo>
                  <a:lnTo>
                    <a:pt x="6390" y="0"/>
                  </a:lnTo>
                  <a:cubicBezTo>
                    <a:pt x="2556" y="0"/>
                    <a:pt x="0" y="2553"/>
                    <a:pt x="0" y="6384"/>
                  </a:cubicBezTo>
                  <a:lnTo>
                    <a:pt x="0" y="13406"/>
                  </a:lnTo>
                  <a:cubicBezTo>
                    <a:pt x="0" y="16598"/>
                    <a:pt x="3195" y="19790"/>
                    <a:pt x="6390" y="19790"/>
                  </a:cubicBezTo>
                  <a:close/>
                </a:path>
              </a:pathLst>
            </a:custGeom>
            <a:solidFill>
              <a:srgbClr val="00A3E0"/>
            </a:solidFill>
            <a:ln w="6390" cap="flat">
              <a:noFill/>
              <a:prstDash val="solid"/>
              <a:miter/>
            </a:ln>
          </p:spPr>
          <p:txBody>
            <a:bodyPr rtlCol="0" anchor="ctr"/>
            <a:lstStyle/>
            <a:p>
              <a:endParaRPr lang="en-US"/>
            </a:p>
          </p:txBody>
        </p:sp>
        <p:sp>
          <p:nvSpPr>
            <p:cNvPr id="965" name="Graphic 4">
              <a:extLst>
                <a:ext uri="{FF2B5EF4-FFF2-40B4-BE49-F238E27FC236}">
                  <a16:creationId xmlns:a16="http://schemas.microsoft.com/office/drawing/2014/main" id="{8DAFD45B-A4C5-E64F-A34C-9DE9FAC6B8BB}"/>
                </a:ext>
              </a:extLst>
            </p:cNvPr>
            <p:cNvSpPr/>
            <p:nvPr/>
          </p:nvSpPr>
          <p:spPr>
            <a:xfrm>
              <a:off x="4832709" y="3500500"/>
              <a:ext cx="19809" cy="19790"/>
            </a:xfrm>
            <a:custGeom>
              <a:avLst/>
              <a:gdLst>
                <a:gd name="connsiteX0" fmla="*/ 6390 w 19809"/>
                <a:gd name="connsiteY0" fmla="*/ 19790 h 19790"/>
                <a:gd name="connsiteX1" fmla="*/ 13419 w 19809"/>
                <a:gd name="connsiteY1" fmla="*/ 19790 h 19790"/>
                <a:gd name="connsiteX2" fmla="*/ 19809 w 19809"/>
                <a:gd name="connsiteY2" fmla="*/ 13406 h 19790"/>
                <a:gd name="connsiteX3" fmla="*/ 19809 w 19809"/>
                <a:gd name="connsiteY3" fmla="*/ 6384 h 19790"/>
                <a:gd name="connsiteX4" fmla="*/ 13419 w 19809"/>
                <a:gd name="connsiteY4" fmla="*/ 0 h 19790"/>
                <a:gd name="connsiteX5" fmla="*/ 6390 w 19809"/>
                <a:gd name="connsiteY5" fmla="*/ 0 h 19790"/>
                <a:gd name="connsiteX6" fmla="*/ 0 w 19809"/>
                <a:gd name="connsiteY6" fmla="*/ 6384 h 19790"/>
                <a:gd name="connsiteX7" fmla="*/ 0 w 19809"/>
                <a:gd name="connsiteY7" fmla="*/ 13406 h 19790"/>
                <a:gd name="connsiteX8" fmla="*/ 6390 w 19809"/>
                <a:gd name="connsiteY8" fmla="*/ 19790 h 1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9" h="19790">
                  <a:moveTo>
                    <a:pt x="6390" y="19790"/>
                  </a:moveTo>
                  <a:lnTo>
                    <a:pt x="13419" y="19790"/>
                  </a:lnTo>
                  <a:cubicBezTo>
                    <a:pt x="17253" y="19790"/>
                    <a:pt x="19809" y="17237"/>
                    <a:pt x="19809" y="13406"/>
                  </a:cubicBezTo>
                  <a:lnTo>
                    <a:pt x="19809" y="6384"/>
                  </a:lnTo>
                  <a:cubicBezTo>
                    <a:pt x="19809" y="2553"/>
                    <a:pt x="17253" y="0"/>
                    <a:pt x="13419" y="0"/>
                  </a:cubicBezTo>
                  <a:lnTo>
                    <a:pt x="6390" y="0"/>
                  </a:lnTo>
                  <a:cubicBezTo>
                    <a:pt x="2556" y="0"/>
                    <a:pt x="0" y="2553"/>
                    <a:pt x="0" y="6384"/>
                  </a:cubicBezTo>
                  <a:lnTo>
                    <a:pt x="0" y="13406"/>
                  </a:lnTo>
                  <a:cubicBezTo>
                    <a:pt x="0" y="16598"/>
                    <a:pt x="2556" y="19790"/>
                    <a:pt x="6390" y="19790"/>
                  </a:cubicBezTo>
                  <a:close/>
                </a:path>
              </a:pathLst>
            </a:custGeom>
            <a:solidFill>
              <a:srgbClr val="00A3E0"/>
            </a:solidFill>
            <a:ln w="6390" cap="flat">
              <a:noFill/>
              <a:prstDash val="solid"/>
              <a:miter/>
            </a:ln>
          </p:spPr>
          <p:txBody>
            <a:bodyPr rtlCol="0" anchor="ctr"/>
            <a:lstStyle/>
            <a:p>
              <a:endParaRPr lang="en-US"/>
            </a:p>
          </p:txBody>
        </p:sp>
        <p:sp>
          <p:nvSpPr>
            <p:cNvPr id="966" name="Graphic 4">
              <a:extLst>
                <a:ext uri="{FF2B5EF4-FFF2-40B4-BE49-F238E27FC236}">
                  <a16:creationId xmlns:a16="http://schemas.microsoft.com/office/drawing/2014/main" id="{A2491DF5-7582-3146-940A-A99673C1F7EF}"/>
                </a:ext>
              </a:extLst>
            </p:cNvPr>
            <p:cNvSpPr/>
            <p:nvPr/>
          </p:nvSpPr>
          <p:spPr>
            <a:xfrm>
              <a:off x="4874883" y="3500500"/>
              <a:ext cx="19808" cy="19790"/>
            </a:xfrm>
            <a:custGeom>
              <a:avLst/>
              <a:gdLst>
                <a:gd name="connsiteX0" fmla="*/ 6390 w 19808"/>
                <a:gd name="connsiteY0" fmla="*/ 19790 h 19790"/>
                <a:gd name="connsiteX1" fmla="*/ 13419 w 19808"/>
                <a:gd name="connsiteY1" fmla="*/ 19790 h 19790"/>
                <a:gd name="connsiteX2" fmla="*/ 19809 w 19808"/>
                <a:gd name="connsiteY2" fmla="*/ 13406 h 19790"/>
                <a:gd name="connsiteX3" fmla="*/ 19809 w 19808"/>
                <a:gd name="connsiteY3" fmla="*/ 6384 h 19790"/>
                <a:gd name="connsiteX4" fmla="*/ 13419 w 19808"/>
                <a:gd name="connsiteY4" fmla="*/ 0 h 19790"/>
                <a:gd name="connsiteX5" fmla="*/ 6390 w 19808"/>
                <a:gd name="connsiteY5" fmla="*/ 0 h 19790"/>
                <a:gd name="connsiteX6" fmla="*/ 0 w 19808"/>
                <a:gd name="connsiteY6" fmla="*/ 6384 h 19790"/>
                <a:gd name="connsiteX7" fmla="*/ 0 w 19808"/>
                <a:gd name="connsiteY7" fmla="*/ 13406 h 19790"/>
                <a:gd name="connsiteX8" fmla="*/ 6390 w 19808"/>
                <a:gd name="connsiteY8" fmla="*/ 19790 h 1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8" h="19790">
                  <a:moveTo>
                    <a:pt x="6390" y="19790"/>
                  </a:moveTo>
                  <a:lnTo>
                    <a:pt x="13419" y="19790"/>
                  </a:lnTo>
                  <a:cubicBezTo>
                    <a:pt x="17253" y="19790"/>
                    <a:pt x="19809" y="17237"/>
                    <a:pt x="19809" y="13406"/>
                  </a:cubicBezTo>
                  <a:lnTo>
                    <a:pt x="19809" y="6384"/>
                  </a:lnTo>
                  <a:cubicBezTo>
                    <a:pt x="19809" y="2553"/>
                    <a:pt x="17253" y="0"/>
                    <a:pt x="13419" y="0"/>
                  </a:cubicBezTo>
                  <a:lnTo>
                    <a:pt x="6390" y="0"/>
                  </a:lnTo>
                  <a:cubicBezTo>
                    <a:pt x="2556" y="0"/>
                    <a:pt x="0" y="2553"/>
                    <a:pt x="0" y="6384"/>
                  </a:cubicBezTo>
                  <a:lnTo>
                    <a:pt x="0" y="13406"/>
                  </a:lnTo>
                  <a:cubicBezTo>
                    <a:pt x="0" y="16598"/>
                    <a:pt x="2556" y="19790"/>
                    <a:pt x="6390" y="19790"/>
                  </a:cubicBezTo>
                  <a:close/>
                </a:path>
              </a:pathLst>
            </a:custGeom>
            <a:solidFill>
              <a:srgbClr val="00A3E0"/>
            </a:solidFill>
            <a:ln w="6390" cap="flat">
              <a:noFill/>
              <a:prstDash val="solid"/>
              <a:miter/>
            </a:ln>
          </p:spPr>
          <p:txBody>
            <a:bodyPr rtlCol="0" anchor="ctr"/>
            <a:lstStyle/>
            <a:p>
              <a:endParaRPr lang="en-US"/>
            </a:p>
          </p:txBody>
        </p:sp>
        <p:sp>
          <p:nvSpPr>
            <p:cNvPr id="967" name="Graphic 4">
              <a:extLst>
                <a:ext uri="{FF2B5EF4-FFF2-40B4-BE49-F238E27FC236}">
                  <a16:creationId xmlns:a16="http://schemas.microsoft.com/office/drawing/2014/main" id="{42EFCC7B-5875-584D-A643-16671A799B20}"/>
                </a:ext>
              </a:extLst>
            </p:cNvPr>
            <p:cNvSpPr/>
            <p:nvPr/>
          </p:nvSpPr>
          <p:spPr>
            <a:xfrm>
              <a:off x="4747723" y="3436660"/>
              <a:ext cx="189781" cy="167898"/>
            </a:xfrm>
            <a:custGeom>
              <a:avLst/>
              <a:gdLst>
                <a:gd name="connsiteX0" fmla="*/ 183391 w 189781"/>
                <a:gd name="connsiteY0" fmla="*/ 0 h 167898"/>
                <a:gd name="connsiteX1" fmla="*/ 6390 w 189781"/>
                <a:gd name="connsiteY1" fmla="*/ 0 h 167898"/>
                <a:gd name="connsiteX2" fmla="*/ 0 w 189781"/>
                <a:gd name="connsiteY2" fmla="*/ 6384 h 167898"/>
                <a:gd name="connsiteX3" fmla="*/ 0 w 189781"/>
                <a:gd name="connsiteY3" fmla="*/ 119381 h 167898"/>
                <a:gd name="connsiteX4" fmla="*/ 0 w 189781"/>
                <a:gd name="connsiteY4" fmla="*/ 161515 h 167898"/>
                <a:gd name="connsiteX5" fmla="*/ 6390 w 189781"/>
                <a:gd name="connsiteY5" fmla="*/ 167899 h 167898"/>
                <a:gd name="connsiteX6" fmla="*/ 12780 w 189781"/>
                <a:gd name="connsiteY6" fmla="*/ 161515 h 167898"/>
                <a:gd name="connsiteX7" fmla="*/ 12780 w 189781"/>
                <a:gd name="connsiteY7" fmla="*/ 125765 h 167898"/>
                <a:gd name="connsiteX8" fmla="*/ 183391 w 189781"/>
                <a:gd name="connsiteY8" fmla="*/ 125765 h 167898"/>
                <a:gd name="connsiteX9" fmla="*/ 189781 w 189781"/>
                <a:gd name="connsiteY9" fmla="*/ 119381 h 167898"/>
                <a:gd name="connsiteX10" fmla="*/ 189781 w 189781"/>
                <a:gd name="connsiteY10" fmla="*/ 6384 h 167898"/>
                <a:gd name="connsiteX11" fmla="*/ 183391 w 189781"/>
                <a:gd name="connsiteY11" fmla="*/ 0 h 167898"/>
                <a:gd name="connsiteX12" fmla="*/ 177001 w 189781"/>
                <a:gd name="connsiteY12" fmla="*/ 112997 h 167898"/>
                <a:gd name="connsiteX13" fmla="*/ 12780 w 189781"/>
                <a:gd name="connsiteY13" fmla="*/ 112997 h 167898"/>
                <a:gd name="connsiteX14" fmla="*/ 12780 w 189781"/>
                <a:gd name="connsiteY14" fmla="*/ 12768 h 167898"/>
                <a:gd name="connsiteX15" fmla="*/ 177001 w 189781"/>
                <a:gd name="connsiteY15" fmla="*/ 12768 h 167898"/>
                <a:gd name="connsiteX16" fmla="*/ 177001 w 189781"/>
                <a:gd name="connsiteY16" fmla="*/ 112997 h 16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9781" h="167898">
                  <a:moveTo>
                    <a:pt x="183391" y="0"/>
                  </a:moveTo>
                  <a:lnTo>
                    <a:pt x="6390" y="0"/>
                  </a:lnTo>
                  <a:cubicBezTo>
                    <a:pt x="2556" y="0"/>
                    <a:pt x="0" y="2553"/>
                    <a:pt x="0" y="6384"/>
                  </a:cubicBezTo>
                  <a:lnTo>
                    <a:pt x="0" y="119381"/>
                  </a:lnTo>
                  <a:lnTo>
                    <a:pt x="0" y="161515"/>
                  </a:lnTo>
                  <a:cubicBezTo>
                    <a:pt x="0" y="165345"/>
                    <a:pt x="2556" y="167899"/>
                    <a:pt x="6390" y="167899"/>
                  </a:cubicBezTo>
                  <a:cubicBezTo>
                    <a:pt x="10224" y="167899"/>
                    <a:pt x="12780" y="165345"/>
                    <a:pt x="12780" y="161515"/>
                  </a:cubicBezTo>
                  <a:lnTo>
                    <a:pt x="12780" y="125765"/>
                  </a:lnTo>
                  <a:lnTo>
                    <a:pt x="183391" y="125765"/>
                  </a:lnTo>
                  <a:cubicBezTo>
                    <a:pt x="187225" y="125765"/>
                    <a:pt x="189781" y="123211"/>
                    <a:pt x="189781" y="119381"/>
                  </a:cubicBezTo>
                  <a:lnTo>
                    <a:pt x="189781" y="6384"/>
                  </a:lnTo>
                  <a:cubicBezTo>
                    <a:pt x="189781" y="2553"/>
                    <a:pt x="186586" y="0"/>
                    <a:pt x="183391" y="0"/>
                  </a:cubicBezTo>
                  <a:close/>
                  <a:moveTo>
                    <a:pt x="177001" y="112997"/>
                  </a:moveTo>
                  <a:lnTo>
                    <a:pt x="12780" y="112997"/>
                  </a:lnTo>
                  <a:lnTo>
                    <a:pt x="12780" y="12768"/>
                  </a:lnTo>
                  <a:lnTo>
                    <a:pt x="177001" y="12768"/>
                  </a:lnTo>
                  <a:lnTo>
                    <a:pt x="177001" y="112997"/>
                  </a:lnTo>
                  <a:close/>
                </a:path>
              </a:pathLst>
            </a:custGeom>
            <a:solidFill>
              <a:srgbClr val="00A3E0"/>
            </a:solidFill>
            <a:ln w="6390" cap="flat">
              <a:noFill/>
              <a:prstDash val="solid"/>
              <a:miter/>
            </a:ln>
          </p:spPr>
          <p:txBody>
            <a:bodyPr rtlCol="0" anchor="ctr"/>
            <a:lstStyle/>
            <a:p>
              <a:endParaRPr lang="en-US"/>
            </a:p>
          </p:txBody>
        </p:sp>
      </p:grpSp>
      <p:grpSp>
        <p:nvGrpSpPr>
          <p:cNvPr id="968" name="Graphic 4">
            <a:extLst>
              <a:ext uri="{FF2B5EF4-FFF2-40B4-BE49-F238E27FC236}">
                <a16:creationId xmlns:a16="http://schemas.microsoft.com/office/drawing/2014/main" id="{9BF19E39-C5AB-774E-88E7-DBC86BD063FE}"/>
              </a:ext>
            </a:extLst>
          </p:cNvPr>
          <p:cNvGrpSpPr>
            <a:grpSpLocks noChangeAspect="1"/>
          </p:cNvGrpSpPr>
          <p:nvPr/>
        </p:nvGrpSpPr>
        <p:grpSpPr>
          <a:xfrm>
            <a:off x="5099808" y="3339623"/>
            <a:ext cx="361670" cy="361333"/>
            <a:chOff x="5099808" y="3339623"/>
            <a:chExt cx="361670" cy="361333"/>
          </a:xfrm>
          <a:solidFill>
            <a:srgbClr val="00A3E0"/>
          </a:solidFill>
        </p:grpSpPr>
        <p:sp>
          <p:nvSpPr>
            <p:cNvPr id="969" name="Graphic 4">
              <a:extLst>
                <a:ext uri="{FF2B5EF4-FFF2-40B4-BE49-F238E27FC236}">
                  <a16:creationId xmlns:a16="http://schemas.microsoft.com/office/drawing/2014/main" id="{10984D92-A4E7-BE4B-9928-B72F7123FA65}"/>
                </a:ext>
              </a:extLst>
            </p:cNvPr>
            <p:cNvSpPr/>
            <p:nvPr/>
          </p:nvSpPr>
          <p:spPr>
            <a:xfrm>
              <a:off x="5198213" y="3449428"/>
              <a:ext cx="164221" cy="100228"/>
            </a:xfrm>
            <a:custGeom>
              <a:avLst/>
              <a:gdLst>
                <a:gd name="connsiteX0" fmla="*/ 0 w 164221"/>
                <a:gd name="connsiteY0" fmla="*/ 100229 h 100228"/>
                <a:gd name="connsiteX1" fmla="*/ 164221 w 164221"/>
                <a:gd name="connsiteY1" fmla="*/ 100229 h 100228"/>
                <a:gd name="connsiteX2" fmla="*/ 164221 w 164221"/>
                <a:gd name="connsiteY2" fmla="*/ 0 h 100228"/>
                <a:gd name="connsiteX3" fmla="*/ 0 w 164221"/>
                <a:gd name="connsiteY3" fmla="*/ 0 h 100228"/>
                <a:gd name="connsiteX4" fmla="*/ 0 w 164221"/>
                <a:gd name="connsiteY4" fmla="*/ 100229 h 100228"/>
                <a:gd name="connsiteX5" fmla="*/ 136106 w 164221"/>
                <a:gd name="connsiteY5" fmla="*/ 35750 h 100228"/>
                <a:gd name="connsiteX6" fmla="*/ 142496 w 164221"/>
                <a:gd name="connsiteY6" fmla="*/ 29366 h 100228"/>
                <a:gd name="connsiteX7" fmla="*/ 149525 w 164221"/>
                <a:gd name="connsiteY7" fmla="*/ 29366 h 100228"/>
                <a:gd name="connsiteX8" fmla="*/ 155915 w 164221"/>
                <a:gd name="connsiteY8" fmla="*/ 35750 h 100228"/>
                <a:gd name="connsiteX9" fmla="*/ 155915 w 164221"/>
                <a:gd name="connsiteY9" fmla="*/ 42773 h 100228"/>
                <a:gd name="connsiteX10" fmla="*/ 149525 w 164221"/>
                <a:gd name="connsiteY10" fmla="*/ 49157 h 100228"/>
                <a:gd name="connsiteX11" fmla="*/ 142496 w 164221"/>
                <a:gd name="connsiteY11" fmla="*/ 49157 h 100228"/>
                <a:gd name="connsiteX12" fmla="*/ 136106 w 164221"/>
                <a:gd name="connsiteY12" fmla="*/ 42773 h 100228"/>
                <a:gd name="connsiteX13" fmla="*/ 136106 w 164221"/>
                <a:gd name="connsiteY13" fmla="*/ 35750 h 100228"/>
                <a:gd name="connsiteX14" fmla="*/ 136106 w 164221"/>
                <a:gd name="connsiteY14" fmla="*/ 78523 h 100228"/>
                <a:gd name="connsiteX15" fmla="*/ 142496 w 164221"/>
                <a:gd name="connsiteY15" fmla="*/ 72139 h 100228"/>
                <a:gd name="connsiteX16" fmla="*/ 149525 w 164221"/>
                <a:gd name="connsiteY16" fmla="*/ 72139 h 100228"/>
                <a:gd name="connsiteX17" fmla="*/ 155915 w 164221"/>
                <a:gd name="connsiteY17" fmla="*/ 78523 h 100228"/>
                <a:gd name="connsiteX18" fmla="*/ 155915 w 164221"/>
                <a:gd name="connsiteY18" fmla="*/ 85545 h 100228"/>
                <a:gd name="connsiteX19" fmla="*/ 149525 w 164221"/>
                <a:gd name="connsiteY19" fmla="*/ 91929 h 100228"/>
                <a:gd name="connsiteX20" fmla="*/ 142496 w 164221"/>
                <a:gd name="connsiteY20" fmla="*/ 91929 h 100228"/>
                <a:gd name="connsiteX21" fmla="*/ 136106 w 164221"/>
                <a:gd name="connsiteY21" fmla="*/ 85545 h 100228"/>
                <a:gd name="connsiteX22" fmla="*/ 136106 w 164221"/>
                <a:gd name="connsiteY22" fmla="*/ 78523 h 100228"/>
                <a:gd name="connsiteX23" fmla="*/ 114380 w 164221"/>
                <a:gd name="connsiteY23" fmla="*/ 14683 h 100228"/>
                <a:gd name="connsiteX24" fmla="*/ 120770 w 164221"/>
                <a:gd name="connsiteY24" fmla="*/ 8299 h 100228"/>
                <a:gd name="connsiteX25" fmla="*/ 127799 w 164221"/>
                <a:gd name="connsiteY25" fmla="*/ 8299 h 100228"/>
                <a:gd name="connsiteX26" fmla="*/ 134189 w 164221"/>
                <a:gd name="connsiteY26" fmla="*/ 14683 h 100228"/>
                <a:gd name="connsiteX27" fmla="*/ 134189 w 164221"/>
                <a:gd name="connsiteY27" fmla="*/ 21705 h 100228"/>
                <a:gd name="connsiteX28" fmla="*/ 127799 w 164221"/>
                <a:gd name="connsiteY28" fmla="*/ 28089 h 100228"/>
                <a:gd name="connsiteX29" fmla="*/ 120770 w 164221"/>
                <a:gd name="connsiteY29" fmla="*/ 28089 h 100228"/>
                <a:gd name="connsiteX30" fmla="*/ 114380 w 164221"/>
                <a:gd name="connsiteY30" fmla="*/ 21705 h 100228"/>
                <a:gd name="connsiteX31" fmla="*/ 114380 w 164221"/>
                <a:gd name="connsiteY31" fmla="*/ 14683 h 100228"/>
                <a:gd name="connsiteX32" fmla="*/ 114380 w 164221"/>
                <a:gd name="connsiteY32" fmla="*/ 57456 h 100228"/>
                <a:gd name="connsiteX33" fmla="*/ 120770 w 164221"/>
                <a:gd name="connsiteY33" fmla="*/ 51072 h 100228"/>
                <a:gd name="connsiteX34" fmla="*/ 127799 w 164221"/>
                <a:gd name="connsiteY34" fmla="*/ 51072 h 100228"/>
                <a:gd name="connsiteX35" fmla="*/ 134189 w 164221"/>
                <a:gd name="connsiteY35" fmla="*/ 57456 h 100228"/>
                <a:gd name="connsiteX36" fmla="*/ 134189 w 164221"/>
                <a:gd name="connsiteY36" fmla="*/ 64478 h 100228"/>
                <a:gd name="connsiteX37" fmla="*/ 127799 w 164221"/>
                <a:gd name="connsiteY37" fmla="*/ 70862 h 100228"/>
                <a:gd name="connsiteX38" fmla="*/ 120770 w 164221"/>
                <a:gd name="connsiteY38" fmla="*/ 70862 h 100228"/>
                <a:gd name="connsiteX39" fmla="*/ 114380 w 164221"/>
                <a:gd name="connsiteY39" fmla="*/ 64478 h 100228"/>
                <a:gd name="connsiteX40" fmla="*/ 114380 w 164221"/>
                <a:gd name="connsiteY40" fmla="*/ 57456 h 100228"/>
                <a:gd name="connsiteX41" fmla="*/ 93293 w 164221"/>
                <a:gd name="connsiteY41" fmla="*/ 35750 h 100228"/>
                <a:gd name="connsiteX42" fmla="*/ 99683 w 164221"/>
                <a:gd name="connsiteY42" fmla="*/ 29366 h 100228"/>
                <a:gd name="connsiteX43" fmla="*/ 106712 w 164221"/>
                <a:gd name="connsiteY43" fmla="*/ 29366 h 100228"/>
                <a:gd name="connsiteX44" fmla="*/ 113102 w 164221"/>
                <a:gd name="connsiteY44" fmla="*/ 35750 h 100228"/>
                <a:gd name="connsiteX45" fmla="*/ 113102 w 164221"/>
                <a:gd name="connsiteY45" fmla="*/ 42773 h 100228"/>
                <a:gd name="connsiteX46" fmla="*/ 106712 w 164221"/>
                <a:gd name="connsiteY46" fmla="*/ 49157 h 100228"/>
                <a:gd name="connsiteX47" fmla="*/ 99683 w 164221"/>
                <a:gd name="connsiteY47" fmla="*/ 49157 h 100228"/>
                <a:gd name="connsiteX48" fmla="*/ 93293 w 164221"/>
                <a:gd name="connsiteY48" fmla="*/ 42773 h 100228"/>
                <a:gd name="connsiteX49" fmla="*/ 93293 w 164221"/>
                <a:gd name="connsiteY49" fmla="*/ 35750 h 100228"/>
                <a:gd name="connsiteX50" fmla="*/ 93293 w 164221"/>
                <a:gd name="connsiteY50" fmla="*/ 78523 h 100228"/>
                <a:gd name="connsiteX51" fmla="*/ 99683 w 164221"/>
                <a:gd name="connsiteY51" fmla="*/ 72139 h 100228"/>
                <a:gd name="connsiteX52" fmla="*/ 106712 w 164221"/>
                <a:gd name="connsiteY52" fmla="*/ 72139 h 100228"/>
                <a:gd name="connsiteX53" fmla="*/ 113102 w 164221"/>
                <a:gd name="connsiteY53" fmla="*/ 78523 h 100228"/>
                <a:gd name="connsiteX54" fmla="*/ 113102 w 164221"/>
                <a:gd name="connsiteY54" fmla="*/ 85545 h 100228"/>
                <a:gd name="connsiteX55" fmla="*/ 106712 w 164221"/>
                <a:gd name="connsiteY55" fmla="*/ 91929 h 100228"/>
                <a:gd name="connsiteX56" fmla="*/ 99683 w 164221"/>
                <a:gd name="connsiteY56" fmla="*/ 91929 h 100228"/>
                <a:gd name="connsiteX57" fmla="*/ 93293 w 164221"/>
                <a:gd name="connsiteY57" fmla="*/ 85545 h 100228"/>
                <a:gd name="connsiteX58" fmla="*/ 93293 w 164221"/>
                <a:gd name="connsiteY58" fmla="*/ 78523 h 100228"/>
                <a:gd name="connsiteX59" fmla="*/ 72206 w 164221"/>
                <a:gd name="connsiteY59" fmla="*/ 14683 h 100228"/>
                <a:gd name="connsiteX60" fmla="*/ 78596 w 164221"/>
                <a:gd name="connsiteY60" fmla="*/ 8299 h 100228"/>
                <a:gd name="connsiteX61" fmla="*/ 85625 w 164221"/>
                <a:gd name="connsiteY61" fmla="*/ 8299 h 100228"/>
                <a:gd name="connsiteX62" fmla="*/ 92015 w 164221"/>
                <a:gd name="connsiteY62" fmla="*/ 14683 h 100228"/>
                <a:gd name="connsiteX63" fmla="*/ 92015 w 164221"/>
                <a:gd name="connsiteY63" fmla="*/ 21705 h 100228"/>
                <a:gd name="connsiteX64" fmla="*/ 85625 w 164221"/>
                <a:gd name="connsiteY64" fmla="*/ 28089 h 100228"/>
                <a:gd name="connsiteX65" fmla="*/ 78596 w 164221"/>
                <a:gd name="connsiteY65" fmla="*/ 28089 h 100228"/>
                <a:gd name="connsiteX66" fmla="*/ 72206 w 164221"/>
                <a:gd name="connsiteY66" fmla="*/ 21705 h 100228"/>
                <a:gd name="connsiteX67" fmla="*/ 72206 w 164221"/>
                <a:gd name="connsiteY67" fmla="*/ 14683 h 100228"/>
                <a:gd name="connsiteX68" fmla="*/ 72206 w 164221"/>
                <a:gd name="connsiteY68" fmla="*/ 57456 h 100228"/>
                <a:gd name="connsiteX69" fmla="*/ 78596 w 164221"/>
                <a:gd name="connsiteY69" fmla="*/ 51072 h 100228"/>
                <a:gd name="connsiteX70" fmla="*/ 85625 w 164221"/>
                <a:gd name="connsiteY70" fmla="*/ 51072 h 100228"/>
                <a:gd name="connsiteX71" fmla="*/ 92015 w 164221"/>
                <a:gd name="connsiteY71" fmla="*/ 57456 h 100228"/>
                <a:gd name="connsiteX72" fmla="*/ 92015 w 164221"/>
                <a:gd name="connsiteY72" fmla="*/ 64478 h 100228"/>
                <a:gd name="connsiteX73" fmla="*/ 85625 w 164221"/>
                <a:gd name="connsiteY73" fmla="*/ 70862 h 100228"/>
                <a:gd name="connsiteX74" fmla="*/ 78596 w 164221"/>
                <a:gd name="connsiteY74" fmla="*/ 70862 h 100228"/>
                <a:gd name="connsiteX75" fmla="*/ 72206 w 164221"/>
                <a:gd name="connsiteY75" fmla="*/ 64478 h 100228"/>
                <a:gd name="connsiteX76" fmla="*/ 72206 w 164221"/>
                <a:gd name="connsiteY76" fmla="*/ 57456 h 100228"/>
                <a:gd name="connsiteX77" fmla="*/ 51119 w 164221"/>
                <a:gd name="connsiteY77" fmla="*/ 35750 h 100228"/>
                <a:gd name="connsiteX78" fmla="*/ 57509 w 164221"/>
                <a:gd name="connsiteY78" fmla="*/ 29366 h 100228"/>
                <a:gd name="connsiteX79" fmla="*/ 64538 w 164221"/>
                <a:gd name="connsiteY79" fmla="*/ 29366 h 100228"/>
                <a:gd name="connsiteX80" fmla="*/ 70928 w 164221"/>
                <a:gd name="connsiteY80" fmla="*/ 35750 h 100228"/>
                <a:gd name="connsiteX81" fmla="*/ 70928 w 164221"/>
                <a:gd name="connsiteY81" fmla="*/ 42773 h 100228"/>
                <a:gd name="connsiteX82" fmla="*/ 64538 w 164221"/>
                <a:gd name="connsiteY82" fmla="*/ 49157 h 100228"/>
                <a:gd name="connsiteX83" fmla="*/ 57509 w 164221"/>
                <a:gd name="connsiteY83" fmla="*/ 49157 h 100228"/>
                <a:gd name="connsiteX84" fmla="*/ 51119 w 164221"/>
                <a:gd name="connsiteY84" fmla="*/ 42773 h 100228"/>
                <a:gd name="connsiteX85" fmla="*/ 51119 w 164221"/>
                <a:gd name="connsiteY85" fmla="*/ 35750 h 100228"/>
                <a:gd name="connsiteX86" fmla="*/ 51119 w 164221"/>
                <a:gd name="connsiteY86" fmla="*/ 78523 h 100228"/>
                <a:gd name="connsiteX87" fmla="*/ 57509 w 164221"/>
                <a:gd name="connsiteY87" fmla="*/ 72139 h 100228"/>
                <a:gd name="connsiteX88" fmla="*/ 64538 w 164221"/>
                <a:gd name="connsiteY88" fmla="*/ 72139 h 100228"/>
                <a:gd name="connsiteX89" fmla="*/ 70928 w 164221"/>
                <a:gd name="connsiteY89" fmla="*/ 78523 h 100228"/>
                <a:gd name="connsiteX90" fmla="*/ 70928 w 164221"/>
                <a:gd name="connsiteY90" fmla="*/ 85545 h 100228"/>
                <a:gd name="connsiteX91" fmla="*/ 64538 w 164221"/>
                <a:gd name="connsiteY91" fmla="*/ 91929 h 100228"/>
                <a:gd name="connsiteX92" fmla="*/ 57509 w 164221"/>
                <a:gd name="connsiteY92" fmla="*/ 91929 h 100228"/>
                <a:gd name="connsiteX93" fmla="*/ 51119 w 164221"/>
                <a:gd name="connsiteY93" fmla="*/ 85545 h 100228"/>
                <a:gd name="connsiteX94" fmla="*/ 51119 w 164221"/>
                <a:gd name="connsiteY94" fmla="*/ 78523 h 100228"/>
                <a:gd name="connsiteX95" fmla="*/ 30033 w 164221"/>
                <a:gd name="connsiteY95" fmla="*/ 14683 h 100228"/>
                <a:gd name="connsiteX96" fmla="*/ 36423 w 164221"/>
                <a:gd name="connsiteY96" fmla="*/ 8299 h 100228"/>
                <a:gd name="connsiteX97" fmla="*/ 43451 w 164221"/>
                <a:gd name="connsiteY97" fmla="*/ 8299 h 100228"/>
                <a:gd name="connsiteX98" fmla="*/ 49841 w 164221"/>
                <a:gd name="connsiteY98" fmla="*/ 14683 h 100228"/>
                <a:gd name="connsiteX99" fmla="*/ 49841 w 164221"/>
                <a:gd name="connsiteY99" fmla="*/ 21705 h 100228"/>
                <a:gd name="connsiteX100" fmla="*/ 43451 w 164221"/>
                <a:gd name="connsiteY100" fmla="*/ 28089 h 100228"/>
                <a:gd name="connsiteX101" fmla="*/ 36423 w 164221"/>
                <a:gd name="connsiteY101" fmla="*/ 28089 h 100228"/>
                <a:gd name="connsiteX102" fmla="*/ 30033 w 164221"/>
                <a:gd name="connsiteY102" fmla="*/ 21705 h 100228"/>
                <a:gd name="connsiteX103" fmla="*/ 30033 w 164221"/>
                <a:gd name="connsiteY103" fmla="*/ 14683 h 100228"/>
                <a:gd name="connsiteX104" fmla="*/ 30033 w 164221"/>
                <a:gd name="connsiteY104" fmla="*/ 57456 h 100228"/>
                <a:gd name="connsiteX105" fmla="*/ 36423 w 164221"/>
                <a:gd name="connsiteY105" fmla="*/ 51072 h 100228"/>
                <a:gd name="connsiteX106" fmla="*/ 43451 w 164221"/>
                <a:gd name="connsiteY106" fmla="*/ 51072 h 100228"/>
                <a:gd name="connsiteX107" fmla="*/ 49841 w 164221"/>
                <a:gd name="connsiteY107" fmla="*/ 57456 h 100228"/>
                <a:gd name="connsiteX108" fmla="*/ 49841 w 164221"/>
                <a:gd name="connsiteY108" fmla="*/ 64478 h 100228"/>
                <a:gd name="connsiteX109" fmla="*/ 43451 w 164221"/>
                <a:gd name="connsiteY109" fmla="*/ 70862 h 100228"/>
                <a:gd name="connsiteX110" fmla="*/ 36423 w 164221"/>
                <a:gd name="connsiteY110" fmla="*/ 70862 h 100228"/>
                <a:gd name="connsiteX111" fmla="*/ 30033 w 164221"/>
                <a:gd name="connsiteY111" fmla="*/ 64478 h 100228"/>
                <a:gd name="connsiteX112" fmla="*/ 30033 w 164221"/>
                <a:gd name="connsiteY112" fmla="*/ 57456 h 100228"/>
                <a:gd name="connsiteX113" fmla="*/ 8307 w 164221"/>
                <a:gd name="connsiteY113" fmla="*/ 35750 h 100228"/>
                <a:gd name="connsiteX114" fmla="*/ 14697 w 164221"/>
                <a:gd name="connsiteY114" fmla="*/ 29366 h 100228"/>
                <a:gd name="connsiteX115" fmla="*/ 21726 w 164221"/>
                <a:gd name="connsiteY115" fmla="*/ 29366 h 100228"/>
                <a:gd name="connsiteX116" fmla="*/ 28116 w 164221"/>
                <a:gd name="connsiteY116" fmla="*/ 35750 h 100228"/>
                <a:gd name="connsiteX117" fmla="*/ 28116 w 164221"/>
                <a:gd name="connsiteY117" fmla="*/ 42773 h 100228"/>
                <a:gd name="connsiteX118" fmla="*/ 21726 w 164221"/>
                <a:gd name="connsiteY118" fmla="*/ 49157 h 100228"/>
                <a:gd name="connsiteX119" fmla="*/ 14697 w 164221"/>
                <a:gd name="connsiteY119" fmla="*/ 49157 h 100228"/>
                <a:gd name="connsiteX120" fmla="*/ 8307 w 164221"/>
                <a:gd name="connsiteY120" fmla="*/ 42773 h 100228"/>
                <a:gd name="connsiteX121" fmla="*/ 8307 w 164221"/>
                <a:gd name="connsiteY121" fmla="*/ 35750 h 100228"/>
                <a:gd name="connsiteX122" fmla="*/ 8307 w 164221"/>
                <a:gd name="connsiteY122" fmla="*/ 78523 h 100228"/>
                <a:gd name="connsiteX123" fmla="*/ 14697 w 164221"/>
                <a:gd name="connsiteY123" fmla="*/ 72139 h 100228"/>
                <a:gd name="connsiteX124" fmla="*/ 21726 w 164221"/>
                <a:gd name="connsiteY124" fmla="*/ 72139 h 100228"/>
                <a:gd name="connsiteX125" fmla="*/ 28116 w 164221"/>
                <a:gd name="connsiteY125" fmla="*/ 78523 h 100228"/>
                <a:gd name="connsiteX126" fmla="*/ 28116 w 164221"/>
                <a:gd name="connsiteY126" fmla="*/ 85545 h 100228"/>
                <a:gd name="connsiteX127" fmla="*/ 21726 w 164221"/>
                <a:gd name="connsiteY127" fmla="*/ 91929 h 100228"/>
                <a:gd name="connsiteX128" fmla="*/ 14697 w 164221"/>
                <a:gd name="connsiteY128" fmla="*/ 91929 h 100228"/>
                <a:gd name="connsiteX129" fmla="*/ 8307 w 164221"/>
                <a:gd name="connsiteY129" fmla="*/ 85545 h 100228"/>
                <a:gd name="connsiteX130" fmla="*/ 8307 w 164221"/>
                <a:gd name="connsiteY130" fmla="*/ 78523 h 100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64221" h="100228">
                  <a:moveTo>
                    <a:pt x="0" y="100229"/>
                  </a:moveTo>
                  <a:lnTo>
                    <a:pt x="164221" y="100229"/>
                  </a:lnTo>
                  <a:lnTo>
                    <a:pt x="164221" y="0"/>
                  </a:lnTo>
                  <a:lnTo>
                    <a:pt x="0" y="0"/>
                  </a:lnTo>
                  <a:lnTo>
                    <a:pt x="0" y="100229"/>
                  </a:lnTo>
                  <a:close/>
                  <a:moveTo>
                    <a:pt x="136106" y="35750"/>
                  </a:moveTo>
                  <a:cubicBezTo>
                    <a:pt x="136106" y="31920"/>
                    <a:pt x="138662" y="29366"/>
                    <a:pt x="142496" y="29366"/>
                  </a:cubicBezTo>
                  <a:lnTo>
                    <a:pt x="149525" y="29366"/>
                  </a:lnTo>
                  <a:cubicBezTo>
                    <a:pt x="153358" y="29366"/>
                    <a:pt x="155915" y="31920"/>
                    <a:pt x="155915" y="35750"/>
                  </a:cubicBezTo>
                  <a:lnTo>
                    <a:pt x="155915" y="42773"/>
                  </a:lnTo>
                  <a:cubicBezTo>
                    <a:pt x="155915" y="46603"/>
                    <a:pt x="153358" y="49157"/>
                    <a:pt x="149525" y="49157"/>
                  </a:cubicBezTo>
                  <a:lnTo>
                    <a:pt x="142496" y="49157"/>
                  </a:lnTo>
                  <a:cubicBezTo>
                    <a:pt x="138662" y="49157"/>
                    <a:pt x="136106" y="46603"/>
                    <a:pt x="136106" y="42773"/>
                  </a:cubicBezTo>
                  <a:lnTo>
                    <a:pt x="136106" y="35750"/>
                  </a:lnTo>
                  <a:close/>
                  <a:moveTo>
                    <a:pt x="136106" y="78523"/>
                  </a:moveTo>
                  <a:cubicBezTo>
                    <a:pt x="136106" y="74693"/>
                    <a:pt x="138662" y="72139"/>
                    <a:pt x="142496" y="72139"/>
                  </a:cubicBezTo>
                  <a:lnTo>
                    <a:pt x="149525" y="72139"/>
                  </a:lnTo>
                  <a:cubicBezTo>
                    <a:pt x="153358" y="72139"/>
                    <a:pt x="155915" y="74693"/>
                    <a:pt x="155915" y="78523"/>
                  </a:cubicBezTo>
                  <a:lnTo>
                    <a:pt x="155915" y="85545"/>
                  </a:lnTo>
                  <a:cubicBezTo>
                    <a:pt x="155915" y="89376"/>
                    <a:pt x="153358" y="91929"/>
                    <a:pt x="149525" y="91929"/>
                  </a:cubicBezTo>
                  <a:lnTo>
                    <a:pt x="142496" y="91929"/>
                  </a:lnTo>
                  <a:cubicBezTo>
                    <a:pt x="138662" y="91929"/>
                    <a:pt x="136106" y="89376"/>
                    <a:pt x="136106" y="85545"/>
                  </a:cubicBezTo>
                  <a:lnTo>
                    <a:pt x="136106" y="78523"/>
                  </a:lnTo>
                  <a:close/>
                  <a:moveTo>
                    <a:pt x="114380" y="14683"/>
                  </a:moveTo>
                  <a:cubicBezTo>
                    <a:pt x="114380" y="10853"/>
                    <a:pt x="116936" y="8299"/>
                    <a:pt x="120770" y="8299"/>
                  </a:cubicBezTo>
                  <a:lnTo>
                    <a:pt x="127799" y="8299"/>
                  </a:lnTo>
                  <a:cubicBezTo>
                    <a:pt x="131633" y="8299"/>
                    <a:pt x="134189" y="10853"/>
                    <a:pt x="134189" y="14683"/>
                  </a:cubicBezTo>
                  <a:lnTo>
                    <a:pt x="134189" y="21705"/>
                  </a:lnTo>
                  <a:cubicBezTo>
                    <a:pt x="134189" y="25536"/>
                    <a:pt x="131633" y="28089"/>
                    <a:pt x="127799" y="28089"/>
                  </a:cubicBezTo>
                  <a:lnTo>
                    <a:pt x="120770" y="28089"/>
                  </a:lnTo>
                  <a:cubicBezTo>
                    <a:pt x="116936" y="28089"/>
                    <a:pt x="114380" y="25536"/>
                    <a:pt x="114380" y="21705"/>
                  </a:cubicBezTo>
                  <a:lnTo>
                    <a:pt x="114380" y="14683"/>
                  </a:lnTo>
                  <a:close/>
                  <a:moveTo>
                    <a:pt x="114380" y="57456"/>
                  </a:moveTo>
                  <a:cubicBezTo>
                    <a:pt x="114380" y="53625"/>
                    <a:pt x="116936" y="51072"/>
                    <a:pt x="120770" y="51072"/>
                  </a:cubicBezTo>
                  <a:lnTo>
                    <a:pt x="127799" y="51072"/>
                  </a:lnTo>
                  <a:cubicBezTo>
                    <a:pt x="131633" y="51072"/>
                    <a:pt x="134189" y="53625"/>
                    <a:pt x="134189" y="57456"/>
                  </a:cubicBezTo>
                  <a:lnTo>
                    <a:pt x="134189" y="64478"/>
                  </a:lnTo>
                  <a:cubicBezTo>
                    <a:pt x="134189" y="68309"/>
                    <a:pt x="131633" y="70862"/>
                    <a:pt x="127799" y="70862"/>
                  </a:cubicBezTo>
                  <a:lnTo>
                    <a:pt x="120770" y="70862"/>
                  </a:lnTo>
                  <a:cubicBezTo>
                    <a:pt x="116936" y="70862"/>
                    <a:pt x="114380" y="68309"/>
                    <a:pt x="114380" y="64478"/>
                  </a:cubicBezTo>
                  <a:lnTo>
                    <a:pt x="114380" y="57456"/>
                  </a:lnTo>
                  <a:close/>
                  <a:moveTo>
                    <a:pt x="93293" y="35750"/>
                  </a:moveTo>
                  <a:cubicBezTo>
                    <a:pt x="93293" y="31920"/>
                    <a:pt x="95849" y="29366"/>
                    <a:pt x="99683" y="29366"/>
                  </a:cubicBezTo>
                  <a:lnTo>
                    <a:pt x="106712" y="29366"/>
                  </a:lnTo>
                  <a:cubicBezTo>
                    <a:pt x="110546" y="29366"/>
                    <a:pt x="113102" y="31920"/>
                    <a:pt x="113102" y="35750"/>
                  </a:cubicBezTo>
                  <a:lnTo>
                    <a:pt x="113102" y="42773"/>
                  </a:lnTo>
                  <a:cubicBezTo>
                    <a:pt x="113102" y="46603"/>
                    <a:pt x="110546" y="49157"/>
                    <a:pt x="106712" y="49157"/>
                  </a:cubicBezTo>
                  <a:lnTo>
                    <a:pt x="99683" y="49157"/>
                  </a:lnTo>
                  <a:cubicBezTo>
                    <a:pt x="95849" y="49157"/>
                    <a:pt x="93293" y="46603"/>
                    <a:pt x="93293" y="42773"/>
                  </a:cubicBezTo>
                  <a:lnTo>
                    <a:pt x="93293" y="35750"/>
                  </a:lnTo>
                  <a:close/>
                  <a:moveTo>
                    <a:pt x="93293" y="78523"/>
                  </a:moveTo>
                  <a:cubicBezTo>
                    <a:pt x="93293" y="74693"/>
                    <a:pt x="95849" y="72139"/>
                    <a:pt x="99683" y="72139"/>
                  </a:cubicBezTo>
                  <a:lnTo>
                    <a:pt x="106712" y="72139"/>
                  </a:lnTo>
                  <a:cubicBezTo>
                    <a:pt x="110546" y="72139"/>
                    <a:pt x="113102" y="74693"/>
                    <a:pt x="113102" y="78523"/>
                  </a:cubicBezTo>
                  <a:lnTo>
                    <a:pt x="113102" y="85545"/>
                  </a:lnTo>
                  <a:cubicBezTo>
                    <a:pt x="113102" y="89376"/>
                    <a:pt x="110546" y="91929"/>
                    <a:pt x="106712" y="91929"/>
                  </a:cubicBezTo>
                  <a:lnTo>
                    <a:pt x="99683" y="91929"/>
                  </a:lnTo>
                  <a:cubicBezTo>
                    <a:pt x="95849" y="91929"/>
                    <a:pt x="93293" y="89376"/>
                    <a:pt x="93293" y="85545"/>
                  </a:cubicBezTo>
                  <a:lnTo>
                    <a:pt x="93293" y="78523"/>
                  </a:lnTo>
                  <a:close/>
                  <a:moveTo>
                    <a:pt x="72206" y="14683"/>
                  </a:moveTo>
                  <a:cubicBezTo>
                    <a:pt x="72206" y="10853"/>
                    <a:pt x="74762" y="8299"/>
                    <a:pt x="78596" y="8299"/>
                  </a:cubicBezTo>
                  <a:lnTo>
                    <a:pt x="85625" y="8299"/>
                  </a:lnTo>
                  <a:cubicBezTo>
                    <a:pt x="89459" y="8299"/>
                    <a:pt x="92015" y="10853"/>
                    <a:pt x="92015" y="14683"/>
                  </a:cubicBezTo>
                  <a:lnTo>
                    <a:pt x="92015" y="21705"/>
                  </a:lnTo>
                  <a:cubicBezTo>
                    <a:pt x="92015" y="25536"/>
                    <a:pt x="89459" y="28089"/>
                    <a:pt x="85625" y="28089"/>
                  </a:cubicBezTo>
                  <a:lnTo>
                    <a:pt x="78596" y="28089"/>
                  </a:lnTo>
                  <a:cubicBezTo>
                    <a:pt x="74762" y="28089"/>
                    <a:pt x="72206" y="25536"/>
                    <a:pt x="72206" y="21705"/>
                  </a:cubicBezTo>
                  <a:lnTo>
                    <a:pt x="72206" y="14683"/>
                  </a:lnTo>
                  <a:close/>
                  <a:moveTo>
                    <a:pt x="72206" y="57456"/>
                  </a:moveTo>
                  <a:cubicBezTo>
                    <a:pt x="72206" y="53625"/>
                    <a:pt x="74762" y="51072"/>
                    <a:pt x="78596" y="51072"/>
                  </a:cubicBezTo>
                  <a:lnTo>
                    <a:pt x="85625" y="51072"/>
                  </a:lnTo>
                  <a:cubicBezTo>
                    <a:pt x="89459" y="51072"/>
                    <a:pt x="92015" y="53625"/>
                    <a:pt x="92015" y="57456"/>
                  </a:cubicBezTo>
                  <a:lnTo>
                    <a:pt x="92015" y="64478"/>
                  </a:lnTo>
                  <a:cubicBezTo>
                    <a:pt x="92015" y="68309"/>
                    <a:pt x="89459" y="70862"/>
                    <a:pt x="85625" y="70862"/>
                  </a:cubicBezTo>
                  <a:lnTo>
                    <a:pt x="78596" y="70862"/>
                  </a:lnTo>
                  <a:cubicBezTo>
                    <a:pt x="74762" y="70862"/>
                    <a:pt x="72206" y="68309"/>
                    <a:pt x="72206" y="64478"/>
                  </a:cubicBezTo>
                  <a:lnTo>
                    <a:pt x="72206" y="57456"/>
                  </a:lnTo>
                  <a:close/>
                  <a:moveTo>
                    <a:pt x="51119" y="35750"/>
                  </a:moveTo>
                  <a:cubicBezTo>
                    <a:pt x="51119" y="31920"/>
                    <a:pt x="53676" y="29366"/>
                    <a:pt x="57509" y="29366"/>
                  </a:cubicBezTo>
                  <a:lnTo>
                    <a:pt x="64538" y="29366"/>
                  </a:lnTo>
                  <a:cubicBezTo>
                    <a:pt x="68372" y="29366"/>
                    <a:pt x="70928" y="31920"/>
                    <a:pt x="70928" y="35750"/>
                  </a:cubicBezTo>
                  <a:lnTo>
                    <a:pt x="70928" y="42773"/>
                  </a:lnTo>
                  <a:cubicBezTo>
                    <a:pt x="70928" y="46603"/>
                    <a:pt x="68372" y="49157"/>
                    <a:pt x="64538" y="49157"/>
                  </a:cubicBezTo>
                  <a:lnTo>
                    <a:pt x="57509" y="49157"/>
                  </a:lnTo>
                  <a:cubicBezTo>
                    <a:pt x="53676" y="49157"/>
                    <a:pt x="51119" y="46603"/>
                    <a:pt x="51119" y="42773"/>
                  </a:cubicBezTo>
                  <a:lnTo>
                    <a:pt x="51119" y="35750"/>
                  </a:lnTo>
                  <a:close/>
                  <a:moveTo>
                    <a:pt x="51119" y="78523"/>
                  </a:moveTo>
                  <a:cubicBezTo>
                    <a:pt x="51119" y="74693"/>
                    <a:pt x="53676" y="72139"/>
                    <a:pt x="57509" y="72139"/>
                  </a:cubicBezTo>
                  <a:lnTo>
                    <a:pt x="64538" y="72139"/>
                  </a:lnTo>
                  <a:cubicBezTo>
                    <a:pt x="68372" y="72139"/>
                    <a:pt x="70928" y="74693"/>
                    <a:pt x="70928" y="78523"/>
                  </a:cubicBezTo>
                  <a:lnTo>
                    <a:pt x="70928" y="85545"/>
                  </a:lnTo>
                  <a:cubicBezTo>
                    <a:pt x="70928" y="89376"/>
                    <a:pt x="68372" y="91929"/>
                    <a:pt x="64538" y="91929"/>
                  </a:cubicBezTo>
                  <a:lnTo>
                    <a:pt x="57509" y="91929"/>
                  </a:lnTo>
                  <a:cubicBezTo>
                    <a:pt x="53676" y="91929"/>
                    <a:pt x="51119" y="89376"/>
                    <a:pt x="51119" y="85545"/>
                  </a:cubicBezTo>
                  <a:lnTo>
                    <a:pt x="51119" y="78523"/>
                  </a:lnTo>
                  <a:close/>
                  <a:moveTo>
                    <a:pt x="30033" y="14683"/>
                  </a:moveTo>
                  <a:cubicBezTo>
                    <a:pt x="30033" y="10853"/>
                    <a:pt x="32589" y="8299"/>
                    <a:pt x="36423" y="8299"/>
                  </a:cubicBezTo>
                  <a:lnTo>
                    <a:pt x="43451" y="8299"/>
                  </a:lnTo>
                  <a:cubicBezTo>
                    <a:pt x="47286" y="8299"/>
                    <a:pt x="49841" y="10853"/>
                    <a:pt x="49841" y="14683"/>
                  </a:cubicBezTo>
                  <a:lnTo>
                    <a:pt x="49841" y="21705"/>
                  </a:lnTo>
                  <a:cubicBezTo>
                    <a:pt x="49841" y="25536"/>
                    <a:pt x="47286" y="28089"/>
                    <a:pt x="43451" y="28089"/>
                  </a:cubicBezTo>
                  <a:lnTo>
                    <a:pt x="36423" y="28089"/>
                  </a:lnTo>
                  <a:cubicBezTo>
                    <a:pt x="32589" y="28089"/>
                    <a:pt x="30033" y="25536"/>
                    <a:pt x="30033" y="21705"/>
                  </a:cubicBezTo>
                  <a:lnTo>
                    <a:pt x="30033" y="14683"/>
                  </a:lnTo>
                  <a:close/>
                  <a:moveTo>
                    <a:pt x="30033" y="57456"/>
                  </a:moveTo>
                  <a:cubicBezTo>
                    <a:pt x="30033" y="53625"/>
                    <a:pt x="32589" y="51072"/>
                    <a:pt x="36423" y="51072"/>
                  </a:cubicBezTo>
                  <a:lnTo>
                    <a:pt x="43451" y="51072"/>
                  </a:lnTo>
                  <a:cubicBezTo>
                    <a:pt x="47286" y="51072"/>
                    <a:pt x="49841" y="53625"/>
                    <a:pt x="49841" y="57456"/>
                  </a:cubicBezTo>
                  <a:lnTo>
                    <a:pt x="49841" y="64478"/>
                  </a:lnTo>
                  <a:cubicBezTo>
                    <a:pt x="49841" y="68309"/>
                    <a:pt x="47286" y="70862"/>
                    <a:pt x="43451" y="70862"/>
                  </a:cubicBezTo>
                  <a:lnTo>
                    <a:pt x="36423" y="70862"/>
                  </a:lnTo>
                  <a:cubicBezTo>
                    <a:pt x="32589" y="70862"/>
                    <a:pt x="30033" y="68309"/>
                    <a:pt x="30033" y="64478"/>
                  </a:cubicBezTo>
                  <a:lnTo>
                    <a:pt x="30033" y="57456"/>
                  </a:lnTo>
                  <a:close/>
                  <a:moveTo>
                    <a:pt x="8307" y="35750"/>
                  </a:moveTo>
                  <a:cubicBezTo>
                    <a:pt x="8307" y="31920"/>
                    <a:pt x="10863" y="29366"/>
                    <a:pt x="14697" y="29366"/>
                  </a:cubicBezTo>
                  <a:lnTo>
                    <a:pt x="21726" y="29366"/>
                  </a:lnTo>
                  <a:cubicBezTo>
                    <a:pt x="25560" y="29366"/>
                    <a:pt x="28116" y="31920"/>
                    <a:pt x="28116" y="35750"/>
                  </a:cubicBezTo>
                  <a:lnTo>
                    <a:pt x="28116" y="42773"/>
                  </a:lnTo>
                  <a:cubicBezTo>
                    <a:pt x="28116" y="46603"/>
                    <a:pt x="25560" y="49157"/>
                    <a:pt x="21726" y="49157"/>
                  </a:cubicBezTo>
                  <a:lnTo>
                    <a:pt x="14697" y="49157"/>
                  </a:lnTo>
                  <a:cubicBezTo>
                    <a:pt x="10863" y="49157"/>
                    <a:pt x="8307" y="46603"/>
                    <a:pt x="8307" y="42773"/>
                  </a:cubicBezTo>
                  <a:lnTo>
                    <a:pt x="8307" y="35750"/>
                  </a:lnTo>
                  <a:close/>
                  <a:moveTo>
                    <a:pt x="8307" y="78523"/>
                  </a:moveTo>
                  <a:cubicBezTo>
                    <a:pt x="8307" y="74693"/>
                    <a:pt x="10863" y="72139"/>
                    <a:pt x="14697" y="72139"/>
                  </a:cubicBezTo>
                  <a:lnTo>
                    <a:pt x="21726" y="72139"/>
                  </a:lnTo>
                  <a:cubicBezTo>
                    <a:pt x="25560" y="72139"/>
                    <a:pt x="28116" y="74693"/>
                    <a:pt x="28116" y="78523"/>
                  </a:cubicBezTo>
                  <a:lnTo>
                    <a:pt x="28116" y="85545"/>
                  </a:lnTo>
                  <a:cubicBezTo>
                    <a:pt x="28116" y="89376"/>
                    <a:pt x="25560" y="91929"/>
                    <a:pt x="21726" y="91929"/>
                  </a:cubicBezTo>
                  <a:lnTo>
                    <a:pt x="14697" y="91929"/>
                  </a:lnTo>
                  <a:cubicBezTo>
                    <a:pt x="10863" y="91929"/>
                    <a:pt x="8307" y="89376"/>
                    <a:pt x="8307" y="85545"/>
                  </a:cubicBezTo>
                  <a:lnTo>
                    <a:pt x="8307" y="78523"/>
                  </a:lnTo>
                  <a:close/>
                </a:path>
              </a:pathLst>
            </a:custGeom>
            <a:solidFill>
              <a:srgbClr val="00A3E0"/>
            </a:solidFill>
            <a:ln w="6390" cap="flat">
              <a:noFill/>
              <a:prstDash val="solid"/>
              <a:miter/>
            </a:ln>
          </p:spPr>
          <p:txBody>
            <a:bodyPr rtlCol="0" anchor="ctr"/>
            <a:lstStyle/>
            <a:p>
              <a:endParaRPr lang="en-US"/>
            </a:p>
          </p:txBody>
        </p:sp>
        <p:sp>
          <p:nvSpPr>
            <p:cNvPr id="970" name="Graphic 4">
              <a:extLst>
                <a:ext uri="{FF2B5EF4-FFF2-40B4-BE49-F238E27FC236}">
                  <a16:creationId xmlns:a16="http://schemas.microsoft.com/office/drawing/2014/main" id="{2A4969CD-8A6B-E840-ADB9-E4EA6A2BFECF}"/>
                </a:ext>
              </a:extLst>
            </p:cNvPr>
            <p:cNvSpPr/>
            <p:nvPr/>
          </p:nvSpPr>
          <p:spPr>
            <a:xfrm>
              <a:off x="5099808" y="333962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275407 w 361670"/>
                <a:gd name="connsiteY5" fmla="*/ 216417 h 361333"/>
                <a:gd name="connsiteX6" fmla="*/ 269017 w 361670"/>
                <a:gd name="connsiteY6" fmla="*/ 222801 h 361333"/>
                <a:gd name="connsiteX7" fmla="*/ 98405 w 361670"/>
                <a:gd name="connsiteY7" fmla="*/ 222801 h 361333"/>
                <a:gd name="connsiteX8" fmla="*/ 98405 w 361670"/>
                <a:gd name="connsiteY8" fmla="*/ 258551 h 361333"/>
                <a:gd name="connsiteX9" fmla="*/ 92015 w 361670"/>
                <a:gd name="connsiteY9" fmla="*/ 264935 h 361333"/>
                <a:gd name="connsiteX10" fmla="*/ 85625 w 361670"/>
                <a:gd name="connsiteY10" fmla="*/ 258551 h 361333"/>
                <a:gd name="connsiteX11" fmla="*/ 85625 w 361670"/>
                <a:gd name="connsiteY11" fmla="*/ 216417 h 361333"/>
                <a:gd name="connsiteX12" fmla="*/ 85625 w 361670"/>
                <a:gd name="connsiteY12" fmla="*/ 103421 h 361333"/>
                <a:gd name="connsiteX13" fmla="*/ 92015 w 361670"/>
                <a:gd name="connsiteY13" fmla="*/ 97037 h 361333"/>
                <a:gd name="connsiteX14" fmla="*/ 269017 w 361670"/>
                <a:gd name="connsiteY14" fmla="*/ 97037 h 361333"/>
                <a:gd name="connsiteX15" fmla="*/ 275407 w 361670"/>
                <a:gd name="connsiteY15" fmla="*/ 103421 h 361333"/>
                <a:gd name="connsiteX16" fmla="*/ 275407 w 361670"/>
                <a:gd name="connsiteY16" fmla="*/ 21641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1670" h="361333">
                  <a:moveTo>
                    <a:pt x="180836" y="0"/>
                  </a:moveTo>
                  <a:cubicBezTo>
                    <a:pt x="80513" y="0"/>
                    <a:pt x="0" y="81077"/>
                    <a:pt x="0" y="180667"/>
                  </a:cubicBezTo>
                  <a:cubicBezTo>
                    <a:pt x="0" y="280895"/>
                    <a:pt x="81152" y="361333"/>
                    <a:pt x="180836" y="361333"/>
                  </a:cubicBezTo>
                  <a:cubicBezTo>
                    <a:pt x="280518" y="361333"/>
                    <a:pt x="361671" y="280257"/>
                    <a:pt x="361671" y="180667"/>
                  </a:cubicBezTo>
                  <a:cubicBezTo>
                    <a:pt x="361671" y="81077"/>
                    <a:pt x="280518" y="0"/>
                    <a:pt x="180836" y="0"/>
                  </a:cubicBezTo>
                  <a:close/>
                  <a:moveTo>
                    <a:pt x="275407" y="216417"/>
                  </a:moveTo>
                  <a:cubicBezTo>
                    <a:pt x="275407" y="220247"/>
                    <a:pt x="272850" y="222801"/>
                    <a:pt x="269017" y="222801"/>
                  </a:cubicBezTo>
                  <a:lnTo>
                    <a:pt x="98405" y="222801"/>
                  </a:lnTo>
                  <a:lnTo>
                    <a:pt x="98405" y="258551"/>
                  </a:lnTo>
                  <a:cubicBezTo>
                    <a:pt x="98405" y="262382"/>
                    <a:pt x="95849" y="264935"/>
                    <a:pt x="92015" y="264935"/>
                  </a:cubicBezTo>
                  <a:cubicBezTo>
                    <a:pt x="88181" y="264935"/>
                    <a:pt x="85625" y="262382"/>
                    <a:pt x="85625" y="258551"/>
                  </a:cubicBezTo>
                  <a:lnTo>
                    <a:pt x="85625" y="216417"/>
                  </a:lnTo>
                  <a:lnTo>
                    <a:pt x="85625" y="103421"/>
                  </a:lnTo>
                  <a:cubicBezTo>
                    <a:pt x="85625" y="99590"/>
                    <a:pt x="88181" y="97037"/>
                    <a:pt x="92015" y="97037"/>
                  </a:cubicBezTo>
                  <a:lnTo>
                    <a:pt x="269017" y="97037"/>
                  </a:lnTo>
                  <a:cubicBezTo>
                    <a:pt x="272850" y="97037"/>
                    <a:pt x="275407" y="99590"/>
                    <a:pt x="275407" y="103421"/>
                  </a:cubicBezTo>
                  <a:lnTo>
                    <a:pt x="275407" y="216417"/>
                  </a:lnTo>
                  <a:close/>
                </a:path>
              </a:pathLst>
            </a:custGeom>
            <a:solidFill>
              <a:srgbClr val="00A3E0"/>
            </a:solidFill>
            <a:ln w="6390" cap="flat">
              <a:noFill/>
              <a:prstDash val="solid"/>
              <a:miter/>
            </a:ln>
          </p:spPr>
          <p:txBody>
            <a:bodyPr rtlCol="0" anchor="ctr"/>
            <a:lstStyle/>
            <a:p>
              <a:endParaRPr lang="en-US"/>
            </a:p>
          </p:txBody>
        </p:sp>
      </p:grpSp>
      <p:grpSp>
        <p:nvGrpSpPr>
          <p:cNvPr id="971" name="Graphic 4">
            <a:extLst>
              <a:ext uri="{FF2B5EF4-FFF2-40B4-BE49-F238E27FC236}">
                <a16:creationId xmlns:a16="http://schemas.microsoft.com/office/drawing/2014/main" id="{612EB5E6-8D62-BF4A-9255-00C29D3DE335}"/>
              </a:ext>
            </a:extLst>
          </p:cNvPr>
          <p:cNvGrpSpPr>
            <a:grpSpLocks noChangeAspect="1"/>
          </p:cNvGrpSpPr>
          <p:nvPr/>
        </p:nvGrpSpPr>
        <p:grpSpPr>
          <a:xfrm>
            <a:off x="5708769" y="3339623"/>
            <a:ext cx="361670" cy="361333"/>
            <a:chOff x="5708769" y="3339623"/>
            <a:chExt cx="361670" cy="361333"/>
          </a:xfrm>
          <a:solidFill>
            <a:srgbClr val="00A3E0"/>
          </a:solidFill>
        </p:grpSpPr>
        <p:sp>
          <p:nvSpPr>
            <p:cNvPr id="972" name="Graphic 4">
              <a:extLst>
                <a:ext uri="{FF2B5EF4-FFF2-40B4-BE49-F238E27FC236}">
                  <a16:creationId xmlns:a16="http://schemas.microsoft.com/office/drawing/2014/main" id="{4A9A1295-FE2A-8741-8BEB-86E045511A43}"/>
                </a:ext>
              </a:extLst>
            </p:cNvPr>
            <p:cNvSpPr/>
            <p:nvPr/>
          </p:nvSpPr>
          <p:spPr>
            <a:xfrm>
              <a:off x="5708769"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973" name="Graphic 4">
              <a:extLst>
                <a:ext uri="{FF2B5EF4-FFF2-40B4-BE49-F238E27FC236}">
                  <a16:creationId xmlns:a16="http://schemas.microsoft.com/office/drawing/2014/main" id="{497C61C1-4D60-D741-BFB8-60354AB2AB2E}"/>
                </a:ext>
              </a:extLst>
            </p:cNvPr>
            <p:cNvSpPr/>
            <p:nvPr/>
          </p:nvSpPr>
          <p:spPr>
            <a:xfrm>
              <a:off x="5844555" y="3481348"/>
              <a:ext cx="90098" cy="79161"/>
            </a:xfrm>
            <a:custGeom>
              <a:avLst/>
              <a:gdLst>
                <a:gd name="connsiteX0" fmla="*/ 89140 w 90098"/>
                <a:gd name="connsiteY0" fmla="*/ 42773 h 79161"/>
                <a:gd name="connsiteX1" fmla="*/ 89140 w 90098"/>
                <a:gd name="connsiteY1" fmla="*/ 36389 h 79161"/>
                <a:gd name="connsiteX2" fmla="*/ 69970 w 90098"/>
                <a:gd name="connsiteY2" fmla="*/ 3192 h 79161"/>
                <a:gd name="connsiteX3" fmla="*/ 64219 w 90098"/>
                <a:gd name="connsiteY3" fmla="*/ 0 h 79161"/>
                <a:gd name="connsiteX4" fmla="*/ 25879 w 90098"/>
                <a:gd name="connsiteY4" fmla="*/ 0 h 79161"/>
                <a:gd name="connsiteX5" fmla="*/ 20128 w 90098"/>
                <a:gd name="connsiteY5" fmla="*/ 3192 h 79161"/>
                <a:gd name="connsiteX6" fmla="*/ 959 w 90098"/>
                <a:gd name="connsiteY6" fmla="*/ 36389 h 79161"/>
                <a:gd name="connsiteX7" fmla="*/ 959 w 90098"/>
                <a:gd name="connsiteY7" fmla="*/ 42773 h 79161"/>
                <a:gd name="connsiteX8" fmla="*/ 20128 w 90098"/>
                <a:gd name="connsiteY8" fmla="*/ 75969 h 79161"/>
                <a:gd name="connsiteX9" fmla="*/ 25879 w 90098"/>
                <a:gd name="connsiteY9" fmla="*/ 79161 h 79161"/>
                <a:gd name="connsiteX10" fmla="*/ 64219 w 90098"/>
                <a:gd name="connsiteY10" fmla="*/ 79161 h 79161"/>
                <a:gd name="connsiteX11" fmla="*/ 69970 w 90098"/>
                <a:gd name="connsiteY11" fmla="*/ 75969 h 79161"/>
                <a:gd name="connsiteX12" fmla="*/ 89140 w 90098"/>
                <a:gd name="connsiteY12" fmla="*/ 42773 h 79161"/>
                <a:gd name="connsiteX13" fmla="*/ 60385 w 90098"/>
                <a:gd name="connsiteY13" fmla="*/ 66393 h 79161"/>
                <a:gd name="connsiteX14" fmla="*/ 29074 w 90098"/>
                <a:gd name="connsiteY14" fmla="*/ 66393 h 79161"/>
                <a:gd name="connsiteX15" fmla="*/ 13738 w 90098"/>
                <a:gd name="connsiteY15" fmla="*/ 39581 h 79161"/>
                <a:gd name="connsiteX16" fmla="*/ 29074 w 90098"/>
                <a:gd name="connsiteY16" fmla="*/ 12768 h 79161"/>
                <a:gd name="connsiteX17" fmla="*/ 60385 w 90098"/>
                <a:gd name="connsiteY17" fmla="*/ 12768 h 79161"/>
                <a:gd name="connsiteX18" fmla="*/ 75721 w 90098"/>
                <a:gd name="connsiteY18" fmla="*/ 39581 h 79161"/>
                <a:gd name="connsiteX19" fmla="*/ 60385 w 90098"/>
                <a:gd name="connsiteY19" fmla="*/ 66393 h 7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0098" h="79161">
                  <a:moveTo>
                    <a:pt x="89140" y="42773"/>
                  </a:moveTo>
                  <a:cubicBezTo>
                    <a:pt x="90418" y="40857"/>
                    <a:pt x="90418" y="38304"/>
                    <a:pt x="89140" y="36389"/>
                  </a:cubicBezTo>
                  <a:lnTo>
                    <a:pt x="69970" y="3192"/>
                  </a:lnTo>
                  <a:cubicBezTo>
                    <a:pt x="68692" y="1277"/>
                    <a:pt x="66775" y="0"/>
                    <a:pt x="64219" y="0"/>
                  </a:cubicBezTo>
                  <a:lnTo>
                    <a:pt x="25879" y="0"/>
                  </a:lnTo>
                  <a:cubicBezTo>
                    <a:pt x="23323" y="0"/>
                    <a:pt x="21406" y="1277"/>
                    <a:pt x="20128" y="3192"/>
                  </a:cubicBezTo>
                  <a:lnTo>
                    <a:pt x="959" y="36389"/>
                  </a:lnTo>
                  <a:cubicBezTo>
                    <a:pt x="-320" y="38304"/>
                    <a:pt x="-320" y="40857"/>
                    <a:pt x="959" y="42773"/>
                  </a:cubicBezTo>
                  <a:lnTo>
                    <a:pt x="20128" y="75969"/>
                  </a:lnTo>
                  <a:cubicBezTo>
                    <a:pt x="21406" y="77885"/>
                    <a:pt x="23323" y="79161"/>
                    <a:pt x="25879" y="79161"/>
                  </a:cubicBezTo>
                  <a:lnTo>
                    <a:pt x="64219" y="79161"/>
                  </a:lnTo>
                  <a:cubicBezTo>
                    <a:pt x="66775" y="79161"/>
                    <a:pt x="68692" y="77885"/>
                    <a:pt x="69970" y="75969"/>
                  </a:cubicBezTo>
                  <a:lnTo>
                    <a:pt x="89140" y="42773"/>
                  </a:lnTo>
                  <a:close/>
                  <a:moveTo>
                    <a:pt x="60385" y="66393"/>
                  </a:moveTo>
                  <a:lnTo>
                    <a:pt x="29074" y="66393"/>
                  </a:lnTo>
                  <a:lnTo>
                    <a:pt x="13738" y="39581"/>
                  </a:lnTo>
                  <a:lnTo>
                    <a:pt x="29074" y="12768"/>
                  </a:lnTo>
                  <a:lnTo>
                    <a:pt x="60385" y="12768"/>
                  </a:lnTo>
                  <a:lnTo>
                    <a:pt x="75721" y="39581"/>
                  </a:lnTo>
                  <a:lnTo>
                    <a:pt x="60385" y="66393"/>
                  </a:lnTo>
                  <a:close/>
                </a:path>
              </a:pathLst>
            </a:custGeom>
            <a:solidFill>
              <a:srgbClr val="00A3E0"/>
            </a:solidFill>
            <a:ln w="6390" cap="flat">
              <a:noFill/>
              <a:prstDash val="solid"/>
              <a:miter/>
            </a:ln>
          </p:spPr>
          <p:txBody>
            <a:bodyPr rtlCol="0" anchor="ctr"/>
            <a:lstStyle/>
            <a:p>
              <a:endParaRPr lang="en-US"/>
            </a:p>
          </p:txBody>
        </p:sp>
        <p:sp>
          <p:nvSpPr>
            <p:cNvPr id="974" name="Graphic 4">
              <a:extLst>
                <a:ext uri="{FF2B5EF4-FFF2-40B4-BE49-F238E27FC236}">
                  <a16:creationId xmlns:a16="http://schemas.microsoft.com/office/drawing/2014/main" id="{100026A3-A8A8-AD47-9FC4-68576E892EB4}"/>
                </a:ext>
              </a:extLst>
            </p:cNvPr>
            <p:cNvSpPr/>
            <p:nvPr/>
          </p:nvSpPr>
          <p:spPr>
            <a:xfrm>
              <a:off x="5767132" y="3397863"/>
              <a:ext cx="245452" cy="245637"/>
            </a:xfrm>
            <a:custGeom>
              <a:avLst/>
              <a:gdLst>
                <a:gd name="connsiteX0" fmla="*/ 232380 w 245452"/>
                <a:gd name="connsiteY0" fmla="*/ 67525 h 245637"/>
                <a:gd name="connsiteX1" fmla="*/ 67519 w 245452"/>
                <a:gd name="connsiteY1" fmla="*/ 13261 h 245637"/>
                <a:gd name="connsiteX2" fmla="*/ 6176 w 245452"/>
                <a:gd name="connsiteY2" fmla="*/ 84123 h 245637"/>
                <a:gd name="connsiteX3" fmla="*/ 13205 w 245452"/>
                <a:gd name="connsiteY3" fmla="*/ 177968 h 245637"/>
                <a:gd name="connsiteX4" fmla="*/ 84133 w 245452"/>
                <a:gd name="connsiteY4" fmla="*/ 239254 h 245637"/>
                <a:gd name="connsiteX5" fmla="*/ 122473 w 245452"/>
                <a:gd name="connsiteY5" fmla="*/ 245638 h 245637"/>
                <a:gd name="connsiteX6" fmla="*/ 177426 w 245452"/>
                <a:gd name="connsiteY6" fmla="*/ 232232 h 245637"/>
                <a:gd name="connsiteX7" fmla="*/ 238770 w 245452"/>
                <a:gd name="connsiteY7" fmla="*/ 161370 h 245637"/>
                <a:gd name="connsiteX8" fmla="*/ 232380 w 245452"/>
                <a:gd name="connsiteY8" fmla="*/ 67525 h 245637"/>
                <a:gd name="connsiteX9" fmla="*/ 215127 w 245452"/>
                <a:gd name="connsiteY9" fmla="*/ 123066 h 245637"/>
                <a:gd name="connsiteX10" fmla="*/ 230462 w 245452"/>
                <a:gd name="connsiteY10" fmla="*/ 103275 h 245637"/>
                <a:gd name="connsiteX11" fmla="*/ 230462 w 245452"/>
                <a:gd name="connsiteY11" fmla="*/ 143494 h 245637"/>
                <a:gd name="connsiteX12" fmla="*/ 215127 w 245452"/>
                <a:gd name="connsiteY12" fmla="*/ 123066 h 245637"/>
                <a:gd name="connsiteX13" fmla="*/ 189567 w 245452"/>
                <a:gd name="connsiteY13" fmla="*/ 35605 h 245637"/>
                <a:gd name="connsiteX14" fmla="*/ 164007 w 245452"/>
                <a:gd name="connsiteY14" fmla="*/ 40074 h 245637"/>
                <a:gd name="connsiteX15" fmla="*/ 153144 w 245452"/>
                <a:gd name="connsiteY15" fmla="*/ 17730 h 245637"/>
                <a:gd name="connsiteX16" fmla="*/ 189567 w 245452"/>
                <a:gd name="connsiteY16" fmla="*/ 35605 h 245637"/>
                <a:gd name="connsiteX17" fmla="*/ 73270 w 245452"/>
                <a:gd name="connsiteY17" fmla="*/ 24752 h 245637"/>
                <a:gd name="connsiteX18" fmla="*/ 73270 w 245452"/>
                <a:gd name="connsiteY18" fmla="*/ 24752 h 245637"/>
                <a:gd name="connsiteX19" fmla="*/ 66241 w 245452"/>
                <a:gd name="connsiteY19" fmla="*/ 49011 h 245637"/>
                <a:gd name="connsiteX20" fmla="*/ 41320 w 245452"/>
                <a:gd name="connsiteY20" fmla="*/ 49011 h 245637"/>
                <a:gd name="connsiteX21" fmla="*/ 73270 w 245452"/>
                <a:gd name="connsiteY21" fmla="*/ 24752 h 245637"/>
                <a:gd name="connsiteX22" fmla="*/ 14483 w 245452"/>
                <a:gd name="connsiteY22" fmla="*/ 102637 h 245637"/>
                <a:gd name="connsiteX23" fmla="*/ 29819 w 245452"/>
                <a:gd name="connsiteY23" fmla="*/ 123066 h 245637"/>
                <a:gd name="connsiteX24" fmla="*/ 14483 w 245452"/>
                <a:gd name="connsiteY24" fmla="*/ 142856 h 245637"/>
                <a:gd name="connsiteX25" fmla="*/ 14483 w 245452"/>
                <a:gd name="connsiteY25" fmla="*/ 102637 h 245637"/>
                <a:gd name="connsiteX26" fmla="*/ 55378 w 245452"/>
                <a:gd name="connsiteY26" fmla="*/ 209888 h 245637"/>
                <a:gd name="connsiteX27" fmla="*/ 80938 w 245452"/>
                <a:gd name="connsiteY27" fmla="*/ 205419 h 245637"/>
                <a:gd name="connsiteX28" fmla="*/ 91801 w 245452"/>
                <a:gd name="connsiteY28" fmla="*/ 227763 h 245637"/>
                <a:gd name="connsiteX29" fmla="*/ 88606 w 245452"/>
                <a:gd name="connsiteY29" fmla="*/ 227125 h 245637"/>
                <a:gd name="connsiteX30" fmla="*/ 55378 w 245452"/>
                <a:gd name="connsiteY30" fmla="*/ 209888 h 245637"/>
                <a:gd name="connsiteX31" fmla="*/ 107137 w 245452"/>
                <a:gd name="connsiteY31" fmla="*/ 231593 h 245637"/>
                <a:gd name="connsiteX32" fmla="*/ 90523 w 245452"/>
                <a:gd name="connsiteY32" fmla="*/ 195843 h 245637"/>
                <a:gd name="connsiteX33" fmla="*/ 83494 w 245452"/>
                <a:gd name="connsiteY33" fmla="*/ 192013 h 245637"/>
                <a:gd name="connsiteX34" fmla="*/ 43237 w 245452"/>
                <a:gd name="connsiteY34" fmla="*/ 199035 h 245637"/>
                <a:gd name="connsiteX35" fmla="*/ 24068 w 245452"/>
                <a:gd name="connsiteY35" fmla="*/ 172222 h 245637"/>
                <a:gd name="connsiteX36" fmla="*/ 18317 w 245452"/>
                <a:gd name="connsiteY36" fmla="*/ 158178 h 245637"/>
                <a:gd name="connsiteX37" fmla="*/ 42599 w 245452"/>
                <a:gd name="connsiteY37" fmla="*/ 126896 h 245637"/>
                <a:gd name="connsiteX38" fmla="*/ 42599 w 245452"/>
                <a:gd name="connsiteY38" fmla="*/ 119235 h 245637"/>
                <a:gd name="connsiteX39" fmla="*/ 18317 w 245452"/>
                <a:gd name="connsiteY39" fmla="*/ 86677 h 245637"/>
                <a:gd name="connsiteX40" fmla="*/ 30458 w 245452"/>
                <a:gd name="connsiteY40" fmla="*/ 61779 h 245637"/>
                <a:gd name="connsiteX41" fmla="*/ 70075 w 245452"/>
                <a:gd name="connsiteY41" fmla="*/ 62418 h 245637"/>
                <a:gd name="connsiteX42" fmla="*/ 70075 w 245452"/>
                <a:gd name="connsiteY42" fmla="*/ 62418 h 245637"/>
                <a:gd name="connsiteX43" fmla="*/ 76465 w 245452"/>
                <a:gd name="connsiteY43" fmla="*/ 57949 h 245637"/>
                <a:gd name="connsiteX44" fmla="*/ 87967 w 245452"/>
                <a:gd name="connsiteY44" fmla="*/ 19006 h 245637"/>
                <a:gd name="connsiteX45" fmla="*/ 121834 w 245452"/>
                <a:gd name="connsiteY45" fmla="*/ 13261 h 245637"/>
                <a:gd name="connsiteX46" fmla="*/ 137170 w 245452"/>
                <a:gd name="connsiteY46" fmla="*/ 14538 h 245637"/>
                <a:gd name="connsiteX47" fmla="*/ 153783 w 245452"/>
                <a:gd name="connsiteY47" fmla="*/ 50288 h 245637"/>
                <a:gd name="connsiteX48" fmla="*/ 159534 w 245452"/>
                <a:gd name="connsiteY48" fmla="*/ 54118 h 245637"/>
                <a:gd name="connsiteX49" fmla="*/ 160812 w 245452"/>
                <a:gd name="connsiteY49" fmla="*/ 54118 h 245637"/>
                <a:gd name="connsiteX50" fmla="*/ 201069 w 245452"/>
                <a:gd name="connsiteY50" fmla="*/ 47096 h 245637"/>
                <a:gd name="connsiteX51" fmla="*/ 220239 w 245452"/>
                <a:gd name="connsiteY51" fmla="*/ 73909 h 245637"/>
                <a:gd name="connsiteX52" fmla="*/ 225990 w 245452"/>
                <a:gd name="connsiteY52" fmla="*/ 87954 h 245637"/>
                <a:gd name="connsiteX53" fmla="*/ 201708 w 245452"/>
                <a:gd name="connsiteY53" fmla="*/ 119235 h 245637"/>
                <a:gd name="connsiteX54" fmla="*/ 201708 w 245452"/>
                <a:gd name="connsiteY54" fmla="*/ 126896 h 245637"/>
                <a:gd name="connsiteX55" fmla="*/ 225990 w 245452"/>
                <a:gd name="connsiteY55" fmla="*/ 159454 h 245637"/>
                <a:gd name="connsiteX56" fmla="*/ 213849 w 245452"/>
                <a:gd name="connsiteY56" fmla="*/ 184352 h 245637"/>
                <a:gd name="connsiteX57" fmla="*/ 174231 w 245452"/>
                <a:gd name="connsiteY57" fmla="*/ 183714 h 245637"/>
                <a:gd name="connsiteX58" fmla="*/ 174231 w 245452"/>
                <a:gd name="connsiteY58" fmla="*/ 183714 h 245637"/>
                <a:gd name="connsiteX59" fmla="*/ 167841 w 245452"/>
                <a:gd name="connsiteY59" fmla="*/ 188182 h 245637"/>
                <a:gd name="connsiteX60" fmla="*/ 156339 w 245452"/>
                <a:gd name="connsiteY60" fmla="*/ 227125 h 245637"/>
                <a:gd name="connsiteX61" fmla="*/ 107137 w 245452"/>
                <a:gd name="connsiteY61" fmla="*/ 231593 h 245637"/>
                <a:gd name="connsiteX62" fmla="*/ 172314 w 245452"/>
                <a:gd name="connsiteY62" fmla="*/ 220741 h 245637"/>
                <a:gd name="connsiteX63" fmla="*/ 172314 w 245452"/>
                <a:gd name="connsiteY63" fmla="*/ 220741 h 245637"/>
                <a:gd name="connsiteX64" fmla="*/ 179343 w 245452"/>
                <a:gd name="connsiteY64" fmla="*/ 196481 h 245637"/>
                <a:gd name="connsiteX65" fmla="*/ 204264 w 245452"/>
                <a:gd name="connsiteY65" fmla="*/ 196481 h 245637"/>
                <a:gd name="connsiteX66" fmla="*/ 172314 w 245452"/>
                <a:gd name="connsiteY66" fmla="*/ 220741 h 245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45452" h="245637">
                  <a:moveTo>
                    <a:pt x="232380" y="67525"/>
                  </a:moveTo>
                  <a:cubicBezTo>
                    <a:pt x="201708" y="6877"/>
                    <a:pt x="128223" y="-17382"/>
                    <a:pt x="67519" y="13261"/>
                  </a:cubicBezTo>
                  <a:cubicBezTo>
                    <a:pt x="38126" y="27944"/>
                    <a:pt x="16400" y="53480"/>
                    <a:pt x="6176" y="84123"/>
                  </a:cubicBezTo>
                  <a:cubicBezTo>
                    <a:pt x="-4048" y="115405"/>
                    <a:pt x="-1492" y="148602"/>
                    <a:pt x="13205" y="177968"/>
                  </a:cubicBezTo>
                  <a:cubicBezTo>
                    <a:pt x="27902" y="207334"/>
                    <a:pt x="53462" y="229040"/>
                    <a:pt x="84133" y="239254"/>
                  </a:cubicBezTo>
                  <a:cubicBezTo>
                    <a:pt x="96913" y="243723"/>
                    <a:pt x="109693" y="245638"/>
                    <a:pt x="122473" y="245638"/>
                  </a:cubicBezTo>
                  <a:cubicBezTo>
                    <a:pt x="141643" y="245638"/>
                    <a:pt x="160173" y="241169"/>
                    <a:pt x="177426" y="232232"/>
                  </a:cubicBezTo>
                  <a:cubicBezTo>
                    <a:pt x="206820" y="217549"/>
                    <a:pt x="228546" y="192013"/>
                    <a:pt x="238770" y="161370"/>
                  </a:cubicBezTo>
                  <a:cubicBezTo>
                    <a:pt x="249632" y="130088"/>
                    <a:pt x="247077" y="96891"/>
                    <a:pt x="232380" y="67525"/>
                  </a:cubicBezTo>
                  <a:close/>
                  <a:moveTo>
                    <a:pt x="215127" y="123066"/>
                  </a:moveTo>
                  <a:lnTo>
                    <a:pt x="230462" y="103275"/>
                  </a:lnTo>
                  <a:cubicBezTo>
                    <a:pt x="233019" y="116682"/>
                    <a:pt x="233019" y="130088"/>
                    <a:pt x="230462" y="143494"/>
                  </a:cubicBezTo>
                  <a:lnTo>
                    <a:pt x="215127" y="123066"/>
                  </a:lnTo>
                  <a:close/>
                  <a:moveTo>
                    <a:pt x="189567" y="35605"/>
                  </a:moveTo>
                  <a:lnTo>
                    <a:pt x="164007" y="40074"/>
                  </a:lnTo>
                  <a:lnTo>
                    <a:pt x="153144" y="17730"/>
                  </a:lnTo>
                  <a:cubicBezTo>
                    <a:pt x="166563" y="21560"/>
                    <a:pt x="178704" y="27306"/>
                    <a:pt x="189567" y="35605"/>
                  </a:cubicBezTo>
                  <a:close/>
                  <a:moveTo>
                    <a:pt x="73270" y="24752"/>
                  </a:moveTo>
                  <a:cubicBezTo>
                    <a:pt x="73270" y="24752"/>
                    <a:pt x="73270" y="24752"/>
                    <a:pt x="73270" y="24752"/>
                  </a:cubicBezTo>
                  <a:lnTo>
                    <a:pt x="66241" y="49011"/>
                  </a:lnTo>
                  <a:lnTo>
                    <a:pt x="41320" y="49011"/>
                  </a:lnTo>
                  <a:cubicBezTo>
                    <a:pt x="50267" y="39435"/>
                    <a:pt x="60490" y="31136"/>
                    <a:pt x="73270" y="24752"/>
                  </a:cubicBezTo>
                  <a:close/>
                  <a:moveTo>
                    <a:pt x="14483" y="102637"/>
                  </a:moveTo>
                  <a:lnTo>
                    <a:pt x="29819" y="123066"/>
                  </a:lnTo>
                  <a:lnTo>
                    <a:pt x="14483" y="142856"/>
                  </a:lnTo>
                  <a:cubicBezTo>
                    <a:pt x="11927" y="129450"/>
                    <a:pt x="11927" y="116043"/>
                    <a:pt x="14483" y="102637"/>
                  </a:cubicBezTo>
                  <a:close/>
                  <a:moveTo>
                    <a:pt x="55378" y="209888"/>
                  </a:moveTo>
                  <a:lnTo>
                    <a:pt x="80938" y="205419"/>
                  </a:lnTo>
                  <a:lnTo>
                    <a:pt x="91801" y="227763"/>
                  </a:lnTo>
                  <a:cubicBezTo>
                    <a:pt x="90523" y="227125"/>
                    <a:pt x="89245" y="227125"/>
                    <a:pt x="88606" y="227125"/>
                  </a:cubicBezTo>
                  <a:cubicBezTo>
                    <a:pt x="75826" y="223294"/>
                    <a:pt x="64963" y="217549"/>
                    <a:pt x="55378" y="209888"/>
                  </a:cubicBezTo>
                  <a:close/>
                  <a:moveTo>
                    <a:pt x="107137" y="231593"/>
                  </a:moveTo>
                  <a:lnTo>
                    <a:pt x="90523" y="195843"/>
                  </a:lnTo>
                  <a:cubicBezTo>
                    <a:pt x="89245" y="193289"/>
                    <a:pt x="86689" y="192013"/>
                    <a:pt x="83494" y="192013"/>
                  </a:cubicBezTo>
                  <a:lnTo>
                    <a:pt x="43237" y="199035"/>
                  </a:lnTo>
                  <a:cubicBezTo>
                    <a:pt x="35569" y="191374"/>
                    <a:pt x="29179" y="182437"/>
                    <a:pt x="24068" y="172222"/>
                  </a:cubicBezTo>
                  <a:cubicBezTo>
                    <a:pt x="21512" y="167754"/>
                    <a:pt x="19595" y="162646"/>
                    <a:pt x="18317" y="158178"/>
                  </a:cubicBezTo>
                  <a:lnTo>
                    <a:pt x="42599" y="126896"/>
                  </a:lnTo>
                  <a:cubicBezTo>
                    <a:pt x="44515" y="124342"/>
                    <a:pt x="44515" y="121150"/>
                    <a:pt x="42599" y="119235"/>
                  </a:cubicBezTo>
                  <a:lnTo>
                    <a:pt x="18317" y="86677"/>
                  </a:lnTo>
                  <a:cubicBezTo>
                    <a:pt x="21512" y="77739"/>
                    <a:pt x="25346" y="69440"/>
                    <a:pt x="30458" y="61779"/>
                  </a:cubicBezTo>
                  <a:lnTo>
                    <a:pt x="70075" y="62418"/>
                  </a:lnTo>
                  <a:cubicBezTo>
                    <a:pt x="70075" y="62418"/>
                    <a:pt x="70075" y="62418"/>
                    <a:pt x="70075" y="62418"/>
                  </a:cubicBezTo>
                  <a:cubicBezTo>
                    <a:pt x="72631" y="62418"/>
                    <a:pt x="75187" y="60502"/>
                    <a:pt x="76465" y="57949"/>
                  </a:cubicBezTo>
                  <a:lnTo>
                    <a:pt x="87967" y="19006"/>
                  </a:lnTo>
                  <a:cubicBezTo>
                    <a:pt x="98830" y="15176"/>
                    <a:pt x="110332" y="13261"/>
                    <a:pt x="121834" y="13261"/>
                  </a:cubicBezTo>
                  <a:cubicBezTo>
                    <a:pt x="126946" y="13261"/>
                    <a:pt x="132058" y="13899"/>
                    <a:pt x="137170" y="14538"/>
                  </a:cubicBezTo>
                  <a:lnTo>
                    <a:pt x="153783" y="50288"/>
                  </a:lnTo>
                  <a:cubicBezTo>
                    <a:pt x="155061" y="52842"/>
                    <a:pt x="156978" y="54118"/>
                    <a:pt x="159534" y="54118"/>
                  </a:cubicBezTo>
                  <a:cubicBezTo>
                    <a:pt x="160173" y="54118"/>
                    <a:pt x="160173" y="54118"/>
                    <a:pt x="160812" y="54118"/>
                  </a:cubicBezTo>
                  <a:lnTo>
                    <a:pt x="201069" y="47096"/>
                  </a:lnTo>
                  <a:cubicBezTo>
                    <a:pt x="208737" y="54757"/>
                    <a:pt x="215127" y="63694"/>
                    <a:pt x="220239" y="73909"/>
                  </a:cubicBezTo>
                  <a:cubicBezTo>
                    <a:pt x="222795" y="78378"/>
                    <a:pt x="224712" y="83485"/>
                    <a:pt x="225990" y="87954"/>
                  </a:cubicBezTo>
                  <a:lnTo>
                    <a:pt x="201708" y="119235"/>
                  </a:lnTo>
                  <a:cubicBezTo>
                    <a:pt x="199791" y="121789"/>
                    <a:pt x="199791" y="124981"/>
                    <a:pt x="201708" y="126896"/>
                  </a:cubicBezTo>
                  <a:lnTo>
                    <a:pt x="225990" y="159454"/>
                  </a:lnTo>
                  <a:cubicBezTo>
                    <a:pt x="222795" y="168392"/>
                    <a:pt x="218961" y="176691"/>
                    <a:pt x="213849" y="184352"/>
                  </a:cubicBezTo>
                  <a:lnTo>
                    <a:pt x="174231" y="183714"/>
                  </a:lnTo>
                  <a:cubicBezTo>
                    <a:pt x="174231" y="183714"/>
                    <a:pt x="174231" y="183714"/>
                    <a:pt x="174231" y="183714"/>
                  </a:cubicBezTo>
                  <a:cubicBezTo>
                    <a:pt x="171675" y="183714"/>
                    <a:pt x="169119" y="185629"/>
                    <a:pt x="167841" y="188182"/>
                  </a:cubicBezTo>
                  <a:lnTo>
                    <a:pt x="156339" y="227125"/>
                  </a:lnTo>
                  <a:cubicBezTo>
                    <a:pt x="140365" y="232232"/>
                    <a:pt x="123751" y="234147"/>
                    <a:pt x="107137" y="231593"/>
                  </a:cubicBezTo>
                  <a:close/>
                  <a:moveTo>
                    <a:pt x="172314" y="220741"/>
                  </a:moveTo>
                  <a:cubicBezTo>
                    <a:pt x="171675" y="220741"/>
                    <a:pt x="171675" y="221379"/>
                    <a:pt x="172314" y="220741"/>
                  </a:cubicBezTo>
                  <a:lnTo>
                    <a:pt x="179343" y="196481"/>
                  </a:lnTo>
                  <a:lnTo>
                    <a:pt x="204264" y="196481"/>
                  </a:lnTo>
                  <a:cubicBezTo>
                    <a:pt x="194679" y="206696"/>
                    <a:pt x="184455" y="214995"/>
                    <a:pt x="172314" y="220741"/>
                  </a:cubicBezTo>
                  <a:close/>
                </a:path>
              </a:pathLst>
            </a:custGeom>
            <a:solidFill>
              <a:srgbClr val="00A3E0"/>
            </a:solidFill>
            <a:ln w="6390" cap="flat">
              <a:noFill/>
              <a:prstDash val="solid"/>
              <a:miter/>
            </a:ln>
          </p:spPr>
          <p:txBody>
            <a:bodyPr rtlCol="0" anchor="ctr"/>
            <a:lstStyle/>
            <a:p>
              <a:endParaRPr lang="en-US"/>
            </a:p>
          </p:txBody>
        </p:sp>
      </p:grpSp>
      <p:grpSp>
        <p:nvGrpSpPr>
          <p:cNvPr id="975" name="Graphic 4">
            <a:extLst>
              <a:ext uri="{FF2B5EF4-FFF2-40B4-BE49-F238E27FC236}">
                <a16:creationId xmlns:a16="http://schemas.microsoft.com/office/drawing/2014/main" id="{C556EAE8-ECA1-7542-B1C4-3C00E709B636}"/>
              </a:ext>
            </a:extLst>
          </p:cNvPr>
          <p:cNvGrpSpPr>
            <a:grpSpLocks noChangeAspect="1"/>
          </p:cNvGrpSpPr>
          <p:nvPr/>
        </p:nvGrpSpPr>
        <p:grpSpPr>
          <a:xfrm>
            <a:off x="6147119" y="3339623"/>
            <a:ext cx="361670" cy="361333"/>
            <a:chOff x="6147119" y="3339623"/>
            <a:chExt cx="361670" cy="361333"/>
          </a:xfrm>
          <a:solidFill>
            <a:srgbClr val="00A3E0"/>
          </a:solidFill>
        </p:grpSpPr>
        <p:sp>
          <p:nvSpPr>
            <p:cNvPr id="976" name="Graphic 4">
              <a:extLst>
                <a:ext uri="{FF2B5EF4-FFF2-40B4-BE49-F238E27FC236}">
                  <a16:creationId xmlns:a16="http://schemas.microsoft.com/office/drawing/2014/main" id="{9D5B977D-1BC7-8846-BDE0-6ED6DD579398}"/>
                </a:ext>
              </a:extLst>
            </p:cNvPr>
            <p:cNvSpPr/>
            <p:nvPr/>
          </p:nvSpPr>
          <p:spPr>
            <a:xfrm>
              <a:off x="6218047" y="3500500"/>
              <a:ext cx="17252" cy="40219"/>
            </a:xfrm>
            <a:custGeom>
              <a:avLst/>
              <a:gdLst>
                <a:gd name="connsiteX0" fmla="*/ 1917 w 17252"/>
                <a:gd name="connsiteY0" fmla="*/ 0 h 40219"/>
                <a:gd name="connsiteX1" fmla="*/ 1917 w 17252"/>
                <a:gd name="connsiteY1" fmla="*/ 40219 h 40219"/>
                <a:gd name="connsiteX2" fmla="*/ 17253 w 17252"/>
                <a:gd name="connsiteY2" fmla="*/ 20429 h 40219"/>
                <a:gd name="connsiteX3" fmla="*/ 1917 w 17252"/>
                <a:gd name="connsiteY3" fmla="*/ 0 h 40219"/>
              </a:gdLst>
              <a:ahLst/>
              <a:cxnLst>
                <a:cxn ang="0">
                  <a:pos x="connsiteX0" y="connsiteY0"/>
                </a:cxn>
                <a:cxn ang="0">
                  <a:pos x="connsiteX1" y="connsiteY1"/>
                </a:cxn>
                <a:cxn ang="0">
                  <a:pos x="connsiteX2" y="connsiteY2"/>
                </a:cxn>
                <a:cxn ang="0">
                  <a:pos x="connsiteX3" y="connsiteY3"/>
                </a:cxn>
              </a:cxnLst>
              <a:rect l="l" t="t" r="r" b="b"/>
              <a:pathLst>
                <a:path w="17252" h="40219">
                  <a:moveTo>
                    <a:pt x="1917" y="0"/>
                  </a:moveTo>
                  <a:cubicBezTo>
                    <a:pt x="-639" y="13406"/>
                    <a:pt x="-639" y="26813"/>
                    <a:pt x="1917" y="40219"/>
                  </a:cubicBezTo>
                  <a:lnTo>
                    <a:pt x="17253" y="20429"/>
                  </a:lnTo>
                  <a:lnTo>
                    <a:pt x="1917" y="0"/>
                  </a:lnTo>
                  <a:close/>
                </a:path>
              </a:pathLst>
            </a:custGeom>
            <a:solidFill>
              <a:srgbClr val="00A3E0"/>
            </a:solidFill>
            <a:ln w="6390" cap="flat">
              <a:noFill/>
              <a:prstDash val="solid"/>
              <a:miter/>
            </a:ln>
          </p:spPr>
          <p:txBody>
            <a:bodyPr rtlCol="0" anchor="ctr"/>
            <a:lstStyle/>
            <a:p>
              <a:endParaRPr lang="en-US"/>
            </a:p>
          </p:txBody>
        </p:sp>
        <p:sp>
          <p:nvSpPr>
            <p:cNvPr id="977" name="Graphic 4">
              <a:extLst>
                <a:ext uri="{FF2B5EF4-FFF2-40B4-BE49-F238E27FC236}">
                  <a16:creationId xmlns:a16="http://schemas.microsoft.com/office/drawing/2014/main" id="{AC400D46-0337-9B4D-8B30-C930FE594CEB}"/>
                </a:ext>
              </a:extLst>
            </p:cNvPr>
            <p:cNvSpPr/>
            <p:nvPr/>
          </p:nvSpPr>
          <p:spPr>
            <a:xfrm>
              <a:off x="6246163" y="3422615"/>
              <a:ext cx="31949" cy="24897"/>
            </a:xfrm>
            <a:custGeom>
              <a:avLst/>
              <a:gdLst>
                <a:gd name="connsiteX0" fmla="*/ 24921 w 31949"/>
                <a:gd name="connsiteY0" fmla="*/ 24898 h 24897"/>
                <a:gd name="connsiteX1" fmla="*/ 31950 w 31949"/>
                <a:gd name="connsiteY1" fmla="*/ 0 h 24897"/>
                <a:gd name="connsiteX2" fmla="*/ 31950 w 31949"/>
                <a:gd name="connsiteY2" fmla="*/ 0 h 24897"/>
                <a:gd name="connsiteX3" fmla="*/ 0 w 31949"/>
                <a:gd name="connsiteY3" fmla="*/ 24259 h 24897"/>
                <a:gd name="connsiteX4" fmla="*/ 24921 w 31949"/>
                <a:gd name="connsiteY4" fmla="*/ 24898 h 248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49" h="24897">
                  <a:moveTo>
                    <a:pt x="24921" y="24898"/>
                  </a:moveTo>
                  <a:lnTo>
                    <a:pt x="31950" y="0"/>
                  </a:lnTo>
                  <a:cubicBezTo>
                    <a:pt x="31950" y="0"/>
                    <a:pt x="31950" y="0"/>
                    <a:pt x="31950" y="0"/>
                  </a:cubicBezTo>
                  <a:cubicBezTo>
                    <a:pt x="19809" y="6384"/>
                    <a:pt x="8946" y="14683"/>
                    <a:pt x="0" y="24259"/>
                  </a:cubicBezTo>
                  <a:lnTo>
                    <a:pt x="24921" y="24898"/>
                  </a:lnTo>
                  <a:close/>
                </a:path>
              </a:pathLst>
            </a:custGeom>
            <a:solidFill>
              <a:srgbClr val="00A3E0"/>
            </a:solidFill>
            <a:ln w="6390" cap="flat">
              <a:noFill/>
              <a:prstDash val="solid"/>
              <a:miter/>
            </a:ln>
          </p:spPr>
          <p:txBody>
            <a:bodyPr rtlCol="0" anchor="ctr"/>
            <a:lstStyle/>
            <a:p>
              <a:endParaRPr lang="en-US"/>
            </a:p>
          </p:txBody>
        </p:sp>
        <p:sp>
          <p:nvSpPr>
            <p:cNvPr id="978" name="Graphic 4">
              <a:extLst>
                <a:ext uri="{FF2B5EF4-FFF2-40B4-BE49-F238E27FC236}">
                  <a16:creationId xmlns:a16="http://schemas.microsoft.com/office/drawing/2014/main" id="{BA852603-0D9F-024F-91CA-8411DDDF96B2}"/>
                </a:ext>
              </a:extLst>
            </p:cNvPr>
            <p:cNvSpPr/>
            <p:nvPr/>
          </p:nvSpPr>
          <p:spPr>
            <a:xfrm>
              <a:off x="6359265" y="3414954"/>
              <a:ext cx="35783" cy="22982"/>
            </a:xfrm>
            <a:custGeom>
              <a:avLst/>
              <a:gdLst>
                <a:gd name="connsiteX0" fmla="*/ 10224 w 35783"/>
                <a:gd name="connsiteY0" fmla="*/ 22983 h 22982"/>
                <a:gd name="connsiteX1" fmla="*/ 35783 w 35783"/>
                <a:gd name="connsiteY1" fmla="*/ 18514 h 22982"/>
                <a:gd name="connsiteX2" fmla="*/ 3195 w 35783"/>
                <a:gd name="connsiteY2" fmla="*/ 1277 h 22982"/>
                <a:gd name="connsiteX3" fmla="*/ 0 w 35783"/>
                <a:gd name="connsiteY3" fmla="*/ 0 h 22982"/>
                <a:gd name="connsiteX4" fmla="*/ 10224 w 35783"/>
                <a:gd name="connsiteY4" fmla="*/ 22983 h 22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83" h="22982">
                  <a:moveTo>
                    <a:pt x="10224" y="22983"/>
                  </a:moveTo>
                  <a:lnTo>
                    <a:pt x="35783" y="18514"/>
                  </a:lnTo>
                  <a:cubicBezTo>
                    <a:pt x="26199" y="10853"/>
                    <a:pt x="15336" y="5107"/>
                    <a:pt x="3195" y="1277"/>
                  </a:cubicBezTo>
                  <a:cubicBezTo>
                    <a:pt x="1917" y="639"/>
                    <a:pt x="639" y="639"/>
                    <a:pt x="0" y="0"/>
                  </a:cubicBezTo>
                  <a:lnTo>
                    <a:pt x="10224" y="22983"/>
                  </a:lnTo>
                  <a:close/>
                </a:path>
              </a:pathLst>
            </a:custGeom>
            <a:solidFill>
              <a:srgbClr val="00A3E0"/>
            </a:solidFill>
            <a:ln w="6390" cap="flat">
              <a:noFill/>
              <a:prstDash val="solid"/>
              <a:miter/>
            </a:ln>
          </p:spPr>
          <p:txBody>
            <a:bodyPr rtlCol="0" anchor="ctr"/>
            <a:lstStyle/>
            <a:p>
              <a:endParaRPr lang="en-US"/>
            </a:p>
          </p:txBody>
        </p:sp>
        <p:sp>
          <p:nvSpPr>
            <p:cNvPr id="979" name="Graphic 4">
              <a:extLst>
                <a:ext uri="{FF2B5EF4-FFF2-40B4-BE49-F238E27FC236}">
                  <a16:creationId xmlns:a16="http://schemas.microsoft.com/office/drawing/2014/main" id="{AE05410C-97EC-DE45-8B1F-F8BF39BFA582}"/>
                </a:ext>
              </a:extLst>
            </p:cNvPr>
            <p:cNvSpPr/>
            <p:nvPr/>
          </p:nvSpPr>
          <p:spPr>
            <a:xfrm>
              <a:off x="6419969" y="3501138"/>
              <a:ext cx="17252" cy="40219"/>
            </a:xfrm>
            <a:custGeom>
              <a:avLst/>
              <a:gdLst>
                <a:gd name="connsiteX0" fmla="*/ 15336 w 17252"/>
                <a:gd name="connsiteY0" fmla="*/ 40219 h 40219"/>
                <a:gd name="connsiteX1" fmla="*/ 15336 w 17252"/>
                <a:gd name="connsiteY1" fmla="*/ 0 h 40219"/>
                <a:gd name="connsiteX2" fmla="*/ 0 w 17252"/>
                <a:gd name="connsiteY2" fmla="*/ 19791 h 40219"/>
                <a:gd name="connsiteX3" fmla="*/ 15336 w 17252"/>
                <a:gd name="connsiteY3" fmla="*/ 40219 h 40219"/>
              </a:gdLst>
              <a:ahLst/>
              <a:cxnLst>
                <a:cxn ang="0">
                  <a:pos x="connsiteX0" y="connsiteY0"/>
                </a:cxn>
                <a:cxn ang="0">
                  <a:pos x="connsiteX1" y="connsiteY1"/>
                </a:cxn>
                <a:cxn ang="0">
                  <a:pos x="connsiteX2" y="connsiteY2"/>
                </a:cxn>
                <a:cxn ang="0">
                  <a:pos x="connsiteX3" y="connsiteY3"/>
                </a:cxn>
              </a:cxnLst>
              <a:rect l="l" t="t" r="r" b="b"/>
              <a:pathLst>
                <a:path w="17252" h="40219">
                  <a:moveTo>
                    <a:pt x="15336" y="40219"/>
                  </a:moveTo>
                  <a:cubicBezTo>
                    <a:pt x="17892" y="26813"/>
                    <a:pt x="17892" y="13407"/>
                    <a:pt x="15336" y="0"/>
                  </a:cubicBezTo>
                  <a:lnTo>
                    <a:pt x="0" y="19791"/>
                  </a:lnTo>
                  <a:lnTo>
                    <a:pt x="15336" y="40219"/>
                  </a:lnTo>
                  <a:close/>
                </a:path>
              </a:pathLst>
            </a:custGeom>
            <a:solidFill>
              <a:srgbClr val="00A3E0"/>
            </a:solidFill>
            <a:ln w="6390" cap="flat">
              <a:noFill/>
              <a:prstDash val="solid"/>
              <a:miter/>
            </a:ln>
          </p:spPr>
          <p:txBody>
            <a:bodyPr rtlCol="0" anchor="ctr"/>
            <a:lstStyle/>
            <a:p>
              <a:endParaRPr lang="en-US"/>
            </a:p>
          </p:txBody>
        </p:sp>
        <p:sp>
          <p:nvSpPr>
            <p:cNvPr id="980" name="Graphic 4">
              <a:extLst>
                <a:ext uri="{FF2B5EF4-FFF2-40B4-BE49-F238E27FC236}">
                  <a16:creationId xmlns:a16="http://schemas.microsoft.com/office/drawing/2014/main" id="{B5E5D98F-2371-5C45-A942-EF6EE9D37AE7}"/>
                </a:ext>
              </a:extLst>
            </p:cNvPr>
            <p:cNvSpPr/>
            <p:nvPr/>
          </p:nvSpPr>
          <p:spPr>
            <a:xfrm>
              <a:off x="6296644" y="3494116"/>
              <a:ext cx="61982" cy="53625"/>
            </a:xfrm>
            <a:custGeom>
              <a:avLst/>
              <a:gdLst>
                <a:gd name="connsiteX0" fmla="*/ 46646 w 61982"/>
                <a:gd name="connsiteY0" fmla="*/ 0 h 53625"/>
                <a:gd name="connsiteX1" fmla="*/ 15336 w 61982"/>
                <a:gd name="connsiteY1" fmla="*/ 0 h 53625"/>
                <a:gd name="connsiteX2" fmla="*/ 0 w 61982"/>
                <a:gd name="connsiteY2" fmla="*/ 26813 h 53625"/>
                <a:gd name="connsiteX3" fmla="*/ 15336 w 61982"/>
                <a:gd name="connsiteY3" fmla="*/ 53625 h 53625"/>
                <a:gd name="connsiteX4" fmla="*/ 46646 w 61982"/>
                <a:gd name="connsiteY4" fmla="*/ 53625 h 53625"/>
                <a:gd name="connsiteX5" fmla="*/ 61982 w 61982"/>
                <a:gd name="connsiteY5" fmla="*/ 26813 h 5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982" h="53625">
                  <a:moveTo>
                    <a:pt x="46646" y="0"/>
                  </a:moveTo>
                  <a:lnTo>
                    <a:pt x="15336" y="0"/>
                  </a:lnTo>
                  <a:lnTo>
                    <a:pt x="0" y="26813"/>
                  </a:lnTo>
                  <a:lnTo>
                    <a:pt x="15336" y="53625"/>
                  </a:lnTo>
                  <a:lnTo>
                    <a:pt x="46646" y="53625"/>
                  </a:lnTo>
                  <a:lnTo>
                    <a:pt x="61982" y="26813"/>
                  </a:lnTo>
                  <a:close/>
                </a:path>
              </a:pathLst>
            </a:custGeom>
            <a:solidFill>
              <a:srgbClr val="00A3E0"/>
            </a:solidFill>
            <a:ln w="6390" cap="flat">
              <a:noFill/>
              <a:prstDash val="solid"/>
              <a:miter/>
            </a:ln>
          </p:spPr>
          <p:txBody>
            <a:bodyPr rtlCol="0" anchor="ctr"/>
            <a:lstStyle/>
            <a:p>
              <a:endParaRPr lang="en-US"/>
            </a:p>
          </p:txBody>
        </p:sp>
        <p:sp>
          <p:nvSpPr>
            <p:cNvPr id="981" name="Graphic 4">
              <a:extLst>
                <a:ext uri="{FF2B5EF4-FFF2-40B4-BE49-F238E27FC236}">
                  <a16:creationId xmlns:a16="http://schemas.microsoft.com/office/drawing/2014/main" id="{080DF1DE-3DCD-9948-9523-BB960FFF5E20}"/>
                </a:ext>
              </a:extLst>
            </p:cNvPr>
            <p:cNvSpPr/>
            <p:nvPr/>
          </p:nvSpPr>
          <p:spPr>
            <a:xfrm>
              <a:off x="6260860" y="3603282"/>
              <a:ext cx="35783" cy="22343"/>
            </a:xfrm>
            <a:custGeom>
              <a:avLst/>
              <a:gdLst>
                <a:gd name="connsiteX0" fmla="*/ 0 w 35783"/>
                <a:gd name="connsiteY0" fmla="*/ 4469 h 22343"/>
                <a:gd name="connsiteX1" fmla="*/ 35784 w 35783"/>
                <a:gd name="connsiteY1" fmla="*/ 22344 h 22343"/>
                <a:gd name="connsiteX2" fmla="*/ 24921 w 35783"/>
                <a:gd name="connsiteY2" fmla="*/ 0 h 22343"/>
                <a:gd name="connsiteX3" fmla="*/ 0 w 35783"/>
                <a:gd name="connsiteY3" fmla="*/ 4469 h 22343"/>
              </a:gdLst>
              <a:ahLst/>
              <a:cxnLst>
                <a:cxn ang="0">
                  <a:pos x="connsiteX0" y="connsiteY0"/>
                </a:cxn>
                <a:cxn ang="0">
                  <a:pos x="connsiteX1" y="connsiteY1"/>
                </a:cxn>
                <a:cxn ang="0">
                  <a:pos x="connsiteX2" y="connsiteY2"/>
                </a:cxn>
                <a:cxn ang="0">
                  <a:pos x="connsiteX3" y="connsiteY3"/>
                </a:cxn>
              </a:cxnLst>
              <a:rect l="l" t="t" r="r" b="b"/>
              <a:pathLst>
                <a:path w="35783" h="22343">
                  <a:moveTo>
                    <a:pt x="0" y="4469"/>
                  </a:moveTo>
                  <a:cubicBezTo>
                    <a:pt x="10863" y="12768"/>
                    <a:pt x="23004" y="19152"/>
                    <a:pt x="35784" y="22344"/>
                  </a:cubicBezTo>
                  <a:lnTo>
                    <a:pt x="24921" y="0"/>
                  </a:lnTo>
                  <a:lnTo>
                    <a:pt x="0" y="4469"/>
                  </a:lnTo>
                  <a:close/>
                </a:path>
              </a:pathLst>
            </a:custGeom>
            <a:solidFill>
              <a:srgbClr val="00A3E0"/>
            </a:solidFill>
            <a:ln w="6390" cap="flat">
              <a:noFill/>
              <a:prstDash val="solid"/>
              <a:miter/>
            </a:ln>
          </p:spPr>
          <p:txBody>
            <a:bodyPr rtlCol="0" anchor="ctr"/>
            <a:lstStyle/>
            <a:p>
              <a:endParaRPr lang="en-US"/>
            </a:p>
          </p:txBody>
        </p:sp>
        <p:sp>
          <p:nvSpPr>
            <p:cNvPr id="982" name="Graphic 4">
              <a:extLst>
                <a:ext uri="{FF2B5EF4-FFF2-40B4-BE49-F238E27FC236}">
                  <a16:creationId xmlns:a16="http://schemas.microsoft.com/office/drawing/2014/main" id="{7404D66A-BD2F-B74B-8AA2-7924D7964AA4}"/>
                </a:ext>
              </a:extLst>
            </p:cNvPr>
            <p:cNvSpPr/>
            <p:nvPr/>
          </p:nvSpPr>
          <p:spPr>
            <a:xfrm>
              <a:off x="6377157" y="3594344"/>
              <a:ext cx="31949" cy="24897"/>
            </a:xfrm>
            <a:custGeom>
              <a:avLst/>
              <a:gdLst>
                <a:gd name="connsiteX0" fmla="*/ 7029 w 31949"/>
                <a:gd name="connsiteY0" fmla="*/ 0 h 24897"/>
                <a:gd name="connsiteX1" fmla="*/ 0 w 31949"/>
                <a:gd name="connsiteY1" fmla="*/ 24897 h 24897"/>
                <a:gd name="connsiteX2" fmla="*/ 0 w 31949"/>
                <a:gd name="connsiteY2" fmla="*/ 24897 h 24897"/>
                <a:gd name="connsiteX3" fmla="*/ 31950 w 31949"/>
                <a:gd name="connsiteY3" fmla="*/ 638 h 24897"/>
                <a:gd name="connsiteX4" fmla="*/ 7029 w 31949"/>
                <a:gd name="connsiteY4" fmla="*/ 0 h 248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49" h="24897">
                  <a:moveTo>
                    <a:pt x="7029" y="0"/>
                  </a:moveTo>
                  <a:lnTo>
                    <a:pt x="0" y="24897"/>
                  </a:lnTo>
                  <a:cubicBezTo>
                    <a:pt x="0" y="24897"/>
                    <a:pt x="0" y="24897"/>
                    <a:pt x="0" y="24897"/>
                  </a:cubicBezTo>
                  <a:cubicBezTo>
                    <a:pt x="12141" y="18513"/>
                    <a:pt x="23004" y="10214"/>
                    <a:pt x="31950" y="638"/>
                  </a:cubicBezTo>
                  <a:lnTo>
                    <a:pt x="7029" y="0"/>
                  </a:lnTo>
                  <a:close/>
                </a:path>
              </a:pathLst>
            </a:custGeom>
            <a:solidFill>
              <a:srgbClr val="00A3E0"/>
            </a:solidFill>
            <a:ln w="6390" cap="flat">
              <a:noFill/>
              <a:prstDash val="solid"/>
              <a:miter/>
            </a:ln>
          </p:spPr>
          <p:txBody>
            <a:bodyPr rtlCol="0" anchor="ctr"/>
            <a:lstStyle/>
            <a:p>
              <a:endParaRPr lang="en-US"/>
            </a:p>
          </p:txBody>
        </p:sp>
        <p:sp>
          <p:nvSpPr>
            <p:cNvPr id="983" name="Graphic 4">
              <a:extLst>
                <a:ext uri="{FF2B5EF4-FFF2-40B4-BE49-F238E27FC236}">
                  <a16:creationId xmlns:a16="http://schemas.microsoft.com/office/drawing/2014/main" id="{10806110-761C-9144-8A4E-AC8D03875663}"/>
                </a:ext>
              </a:extLst>
            </p:cNvPr>
            <p:cNvSpPr/>
            <p:nvPr/>
          </p:nvSpPr>
          <p:spPr>
            <a:xfrm>
              <a:off x="6147119"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35789 w 361670"/>
                <a:gd name="connsiteY5" fmla="*/ 290471 h 361333"/>
                <a:gd name="connsiteX6" fmla="*/ 180835 w 361670"/>
                <a:gd name="connsiteY6" fmla="*/ 303877 h 361333"/>
                <a:gd name="connsiteX7" fmla="*/ 70928 w 361670"/>
                <a:gd name="connsiteY7" fmla="*/ 236207 h 361333"/>
                <a:gd name="connsiteX8" fmla="*/ 63899 w 361670"/>
                <a:gd name="connsiteY8" fmla="*/ 142363 h 361333"/>
                <a:gd name="connsiteX9" fmla="*/ 125243 w 361670"/>
                <a:gd name="connsiteY9" fmla="*/ 71501 h 361333"/>
                <a:gd name="connsiteX10" fmla="*/ 219175 w 361670"/>
                <a:gd name="connsiteY10" fmla="*/ 64478 h 361333"/>
                <a:gd name="connsiteX11" fmla="*/ 290103 w 361670"/>
                <a:gd name="connsiteY11" fmla="*/ 125765 h 361333"/>
                <a:gd name="connsiteX12" fmla="*/ 235789 w 361670"/>
                <a:gd name="connsiteY12" fmla="*/ 29047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close/>
                  <a:moveTo>
                    <a:pt x="235789" y="290471"/>
                  </a:moveTo>
                  <a:cubicBezTo>
                    <a:pt x="217897" y="299409"/>
                    <a:pt x="199366" y="303877"/>
                    <a:pt x="180835" y="303877"/>
                  </a:cubicBezTo>
                  <a:cubicBezTo>
                    <a:pt x="136106" y="303877"/>
                    <a:pt x="92654" y="278980"/>
                    <a:pt x="70928" y="236207"/>
                  </a:cubicBezTo>
                  <a:cubicBezTo>
                    <a:pt x="56231" y="206841"/>
                    <a:pt x="53676" y="173644"/>
                    <a:pt x="63899" y="142363"/>
                  </a:cubicBezTo>
                  <a:cubicBezTo>
                    <a:pt x="74123" y="111081"/>
                    <a:pt x="95849" y="86184"/>
                    <a:pt x="125243" y="71501"/>
                  </a:cubicBezTo>
                  <a:cubicBezTo>
                    <a:pt x="154637" y="56818"/>
                    <a:pt x="187864" y="54264"/>
                    <a:pt x="219175" y="64478"/>
                  </a:cubicBezTo>
                  <a:cubicBezTo>
                    <a:pt x="250486" y="74693"/>
                    <a:pt x="275406" y="96398"/>
                    <a:pt x="290103" y="125765"/>
                  </a:cubicBezTo>
                  <a:cubicBezTo>
                    <a:pt x="320775" y="186412"/>
                    <a:pt x="296493" y="260466"/>
                    <a:pt x="235789" y="290471"/>
                  </a:cubicBezTo>
                  <a:close/>
                </a:path>
              </a:pathLst>
            </a:custGeom>
            <a:solidFill>
              <a:srgbClr val="00A3E0"/>
            </a:solidFill>
            <a:ln w="6390" cap="flat">
              <a:noFill/>
              <a:prstDash val="solid"/>
              <a:miter/>
            </a:ln>
          </p:spPr>
          <p:txBody>
            <a:bodyPr rtlCol="0" anchor="ctr"/>
            <a:lstStyle/>
            <a:p>
              <a:endParaRPr lang="en-US"/>
            </a:p>
          </p:txBody>
        </p:sp>
        <p:sp>
          <p:nvSpPr>
            <p:cNvPr id="984" name="Graphic 4">
              <a:extLst>
                <a:ext uri="{FF2B5EF4-FFF2-40B4-BE49-F238E27FC236}">
                  <a16:creationId xmlns:a16="http://schemas.microsoft.com/office/drawing/2014/main" id="{55458AB2-A894-DA47-875B-8705F67CD9E3}"/>
                </a:ext>
              </a:extLst>
            </p:cNvPr>
            <p:cNvSpPr/>
            <p:nvPr/>
          </p:nvSpPr>
          <p:spPr>
            <a:xfrm>
              <a:off x="6223798" y="3411124"/>
              <a:ext cx="207672" cy="219458"/>
            </a:xfrm>
            <a:custGeom>
              <a:avLst/>
              <a:gdLst>
                <a:gd name="connsiteX0" fmla="*/ 149525 w 207672"/>
                <a:gd name="connsiteY0" fmla="*/ 174921 h 219458"/>
                <a:gd name="connsiteX1" fmla="*/ 155915 w 207672"/>
                <a:gd name="connsiteY1" fmla="*/ 170452 h 219458"/>
                <a:gd name="connsiteX2" fmla="*/ 155915 w 207672"/>
                <a:gd name="connsiteY2" fmla="*/ 170452 h 219458"/>
                <a:gd name="connsiteX3" fmla="*/ 195532 w 207672"/>
                <a:gd name="connsiteY3" fmla="*/ 171091 h 219458"/>
                <a:gd name="connsiteX4" fmla="*/ 207673 w 207672"/>
                <a:gd name="connsiteY4" fmla="*/ 146193 h 219458"/>
                <a:gd name="connsiteX5" fmla="*/ 183391 w 207672"/>
                <a:gd name="connsiteY5" fmla="*/ 113635 h 219458"/>
                <a:gd name="connsiteX6" fmla="*/ 183391 w 207672"/>
                <a:gd name="connsiteY6" fmla="*/ 105974 h 219458"/>
                <a:gd name="connsiteX7" fmla="*/ 207673 w 207672"/>
                <a:gd name="connsiteY7" fmla="*/ 74693 h 219458"/>
                <a:gd name="connsiteX8" fmla="*/ 201922 w 207672"/>
                <a:gd name="connsiteY8" fmla="*/ 60648 h 219458"/>
                <a:gd name="connsiteX9" fmla="*/ 182752 w 207672"/>
                <a:gd name="connsiteY9" fmla="*/ 33835 h 219458"/>
                <a:gd name="connsiteX10" fmla="*/ 142496 w 207672"/>
                <a:gd name="connsiteY10" fmla="*/ 40857 h 219458"/>
                <a:gd name="connsiteX11" fmla="*/ 141217 w 207672"/>
                <a:gd name="connsiteY11" fmla="*/ 40857 h 219458"/>
                <a:gd name="connsiteX12" fmla="*/ 135467 w 207672"/>
                <a:gd name="connsiteY12" fmla="*/ 37027 h 219458"/>
                <a:gd name="connsiteX13" fmla="*/ 118853 w 207672"/>
                <a:gd name="connsiteY13" fmla="*/ 1277 h 219458"/>
                <a:gd name="connsiteX14" fmla="*/ 103517 w 207672"/>
                <a:gd name="connsiteY14" fmla="*/ 0 h 219458"/>
                <a:gd name="connsiteX15" fmla="*/ 69650 w 207672"/>
                <a:gd name="connsiteY15" fmla="*/ 5745 h 219458"/>
                <a:gd name="connsiteX16" fmla="*/ 58148 w 207672"/>
                <a:gd name="connsiteY16" fmla="*/ 44688 h 219458"/>
                <a:gd name="connsiteX17" fmla="*/ 51758 w 207672"/>
                <a:gd name="connsiteY17" fmla="*/ 49157 h 219458"/>
                <a:gd name="connsiteX18" fmla="*/ 51758 w 207672"/>
                <a:gd name="connsiteY18" fmla="*/ 49157 h 219458"/>
                <a:gd name="connsiteX19" fmla="*/ 12141 w 207672"/>
                <a:gd name="connsiteY19" fmla="*/ 48518 h 219458"/>
                <a:gd name="connsiteX20" fmla="*/ 0 w 207672"/>
                <a:gd name="connsiteY20" fmla="*/ 73416 h 219458"/>
                <a:gd name="connsiteX21" fmla="*/ 24282 w 207672"/>
                <a:gd name="connsiteY21" fmla="*/ 105974 h 219458"/>
                <a:gd name="connsiteX22" fmla="*/ 24282 w 207672"/>
                <a:gd name="connsiteY22" fmla="*/ 113635 h 219458"/>
                <a:gd name="connsiteX23" fmla="*/ 0 w 207672"/>
                <a:gd name="connsiteY23" fmla="*/ 144916 h 219458"/>
                <a:gd name="connsiteX24" fmla="*/ 5751 w 207672"/>
                <a:gd name="connsiteY24" fmla="*/ 158961 h 219458"/>
                <a:gd name="connsiteX25" fmla="*/ 24921 w 207672"/>
                <a:gd name="connsiteY25" fmla="*/ 185774 h 219458"/>
                <a:gd name="connsiteX26" fmla="*/ 65177 w 207672"/>
                <a:gd name="connsiteY26" fmla="*/ 178752 h 219458"/>
                <a:gd name="connsiteX27" fmla="*/ 72206 w 207672"/>
                <a:gd name="connsiteY27" fmla="*/ 182582 h 219458"/>
                <a:gd name="connsiteX28" fmla="*/ 88820 w 207672"/>
                <a:gd name="connsiteY28" fmla="*/ 218332 h 219458"/>
                <a:gd name="connsiteX29" fmla="*/ 138022 w 207672"/>
                <a:gd name="connsiteY29" fmla="*/ 213863 h 219458"/>
                <a:gd name="connsiteX30" fmla="*/ 149525 w 207672"/>
                <a:gd name="connsiteY30" fmla="*/ 174921 h 219458"/>
                <a:gd name="connsiteX31" fmla="*/ 123326 w 207672"/>
                <a:gd name="connsiteY31" fmla="*/ 149385 h 219458"/>
                <a:gd name="connsiteX32" fmla="*/ 84986 w 207672"/>
                <a:gd name="connsiteY32" fmla="*/ 149385 h 219458"/>
                <a:gd name="connsiteX33" fmla="*/ 79235 w 207672"/>
                <a:gd name="connsiteY33" fmla="*/ 146193 h 219458"/>
                <a:gd name="connsiteX34" fmla="*/ 60066 w 207672"/>
                <a:gd name="connsiteY34" fmla="*/ 112997 h 219458"/>
                <a:gd name="connsiteX35" fmla="*/ 60066 w 207672"/>
                <a:gd name="connsiteY35" fmla="*/ 106613 h 219458"/>
                <a:gd name="connsiteX36" fmla="*/ 79235 w 207672"/>
                <a:gd name="connsiteY36" fmla="*/ 73416 h 219458"/>
                <a:gd name="connsiteX37" fmla="*/ 84986 w 207672"/>
                <a:gd name="connsiteY37" fmla="*/ 70224 h 219458"/>
                <a:gd name="connsiteX38" fmla="*/ 123326 w 207672"/>
                <a:gd name="connsiteY38" fmla="*/ 70224 h 219458"/>
                <a:gd name="connsiteX39" fmla="*/ 129077 w 207672"/>
                <a:gd name="connsiteY39" fmla="*/ 73416 h 219458"/>
                <a:gd name="connsiteX40" fmla="*/ 148247 w 207672"/>
                <a:gd name="connsiteY40" fmla="*/ 106613 h 219458"/>
                <a:gd name="connsiteX41" fmla="*/ 148247 w 207672"/>
                <a:gd name="connsiteY41" fmla="*/ 112997 h 219458"/>
                <a:gd name="connsiteX42" fmla="*/ 129077 w 207672"/>
                <a:gd name="connsiteY42" fmla="*/ 146193 h 219458"/>
                <a:gd name="connsiteX43" fmla="*/ 123326 w 207672"/>
                <a:gd name="connsiteY43" fmla="*/ 149385 h 219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7672" h="219458">
                  <a:moveTo>
                    <a:pt x="149525" y="174921"/>
                  </a:moveTo>
                  <a:cubicBezTo>
                    <a:pt x="150164" y="172368"/>
                    <a:pt x="152720" y="170452"/>
                    <a:pt x="155915" y="170452"/>
                  </a:cubicBezTo>
                  <a:cubicBezTo>
                    <a:pt x="155915" y="170452"/>
                    <a:pt x="155915" y="170452"/>
                    <a:pt x="155915" y="170452"/>
                  </a:cubicBezTo>
                  <a:lnTo>
                    <a:pt x="195532" y="171091"/>
                  </a:lnTo>
                  <a:cubicBezTo>
                    <a:pt x="200644" y="163430"/>
                    <a:pt x="205117" y="155131"/>
                    <a:pt x="207673" y="146193"/>
                  </a:cubicBezTo>
                  <a:lnTo>
                    <a:pt x="183391" y="113635"/>
                  </a:lnTo>
                  <a:cubicBezTo>
                    <a:pt x="181474" y="111081"/>
                    <a:pt x="181474" y="107889"/>
                    <a:pt x="183391" y="105974"/>
                  </a:cubicBezTo>
                  <a:lnTo>
                    <a:pt x="207673" y="74693"/>
                  </a:lnTo>
                  <a:cubicBezTo>
                    <a:pt x="205756" y="69585"/>
                    <a:pt x="204478" y="65117"/>
                    <a:pt x="201922" y="60648"/>
                  </a:cubicBezTo>
                  <a:cubicBezTo>
                    <a:pt x="196810" y="50433"/>
                    <a:pt x="190420" y="41496"/>
                    <a:pt x="182752" y="33835"/>
                  </a:cubicBezTo>
                  <a:lnTo>
                    <a:pt x="142496" y="40857"/>
                  </a:lnTo>
                  <a:cubicBezTo>
                    <a:pt x="141857" y="40857"/>
                    <a:pt x="141857" y="40857"/>
                    <a:pt x="141217" y="40857"/>
                  </a:cubicBezTo>
                  <a:cubicBezTo>
                    <a:pt x="138662" y="40857"/>
                    <a:pt x="136745" y="39581"/>
                    <a:pt x="135467" y="37027"/>
                  </a:cubicBezTo>
                  <a:lnTo>
                    <a:pt x="118853" y="1277"/>
                  </a:lnTo>
                  <a:cubicBezTo>
                    <a:pt x="113741" y="638"/>
                    <a:pt x="108629" y="0"/>
                    <a:pt x="103517" y="0"/>
                  </a:cubicBezTo>
                  <a:cubicBezTo>
                    <a:pt x="92015" y="0"/>
                    <a:pt x="80513" y="1915"/>
                    <a:pt x="69650" y="5745"/>
                  </a:cubicBezTo>
                  <a:lnTo>
                    <a:pt x="58148" y="44688"/>
                  </a:lnTo>
                  <a:cubicBezTo>
                    <a:pt x="57509" y="47241"/>
                    <a:pt x="54953" y="49157"/>
                    <a:pt x="51758" y="49157"/>
                  </a:cubicBezTo>
                  <a:cubicBezTo>
                    <a:pt x="51758" y="49157"/>
                    <a:pt x="51758" y="49157"/>
                    <a:pt x="51758" y="49157"/>
                  </a:cubicBezTo>
                  <a:lnTo>
                    <a:pt x="12141" y="48518"/>
                  </a:lnTo>
                  <a:cubicBezTo>
                    <a:pt x="7029" y="56179"/>
                    <a:pt x="2556" y="64478"/>
                    <a:pt x="0" y="73416"/>
                  </a:cubicBezTo>
                  <a:lnTo>
                    <a:pt x="24282" y="105974"/>
                  </a:lnTo>
                  <a:cubicBezTo>
                    <a:pt x="26199" y="108528"/>
                    <a:pt x="26199" y="111720"/>
                    <a:pt x="24282" y="113635"/>
                  </a:cubicBezTo>
                  <a:lnTo>
                    <a:pt x="0" y="144916"/>
                  </a:lnTo>
                  <a:cubicBezTo>
                    <a:pt x="1917" y="150024"/>
                    <a:pt x="3195" y="154492"/>
                    <a:pt x="5751" y="158961"/>
                  </a:cubicBezTo>
                  <a:cubicBezTo>
                    <a:pt x="10863" y="169176"/>
                    <a:pt x="17253" y="178113"/>
                    <a:pt x="24921" y="185774"/>
                  </a:cubicBezTo>
                  <a:lnTo>
                    <a:pt x="65177" y="178752"/>
                  </a:lnTo>
                  <a:cubicBezTo>
                    <a:pt x="68372" y="178113"/>
                    <a:pt x="70928" y="180028"/>
                    <a:pt x="72206" y="182582"/>
                  </a:cubicBezTo>
                  <a:lnTo>
                    <a:pt x="88820" y="218332"/>
                  </a:lnTo>
                  <a:cubicBezTo>
                    <a:pt x="104795" y="220886"/>
                    <a:pt x="122048" y="218971"/>
                    <a:pt x="138022" y="213863"/>
                  </a:cubicBezTo>
                  <a:lnTo>
                    <a:pt x="149525" y="174921"/>
                  </a:lnTo>
                  <a:close/>
                  <a:moveTo>
                    <a:pt x="123326" y="149385"/>
                  </a:moveTo>
                  <a:lnTo>
                    <a:pt x="84986" y="149385"/>
                  </a:lnTo>
                  <a:cubicBezTo>
                    <a:pt x="82430" y="149385"/>
                    <a:pt x="80513" y="148108"/>
                    <a:pt x="79235" y="146193"/>
                  </a:cubicBezTo>
                  <a:lnTo>
                    <a:pt x="60066" y="112997"/>
                  </a:lnTo>
                  <a:cubicBezTo>
                    <a:pt x="58788" y="111081"/>
                    <a:pt x="58788" y="108528"/>
                    <a:pt x="60066" y="106613"/>
                  </a:cubicBezTo>
                  <a:lnTo>
                    <a:pt x="79235" y="73416"/>
                  </a:lnTo>
                  <a:cubicBezTo>
                    <a:pt x="80513" y="71501"/>
                    <a:pt x="82430" y="70224"/>
                    <a:pt x="84986" y="70224"/>
                  </a:cubicBezTo>
                  <a:lnTo>
                    <a:pt x="123326" y="70224"/>
                  </a:lnTo>
                  <a:cubicBezTo>
                    <a:pt x="125882" y="70224"/>
                    <a:pt x="127799" y="71501"/>
                    <a:pt x="129077" y="73416"/>
                  </a:cubicBezTo>
                  <a:lnTo>
                    <a:pt x="148247" y="106613"/>
                  </a:lnTo>
                  <a:cubicBezTo>
                    <a:pt x="149525" y="108528"/>
                    <a:pt x="149525" y="111081"/>
                    <a:pt x="148247" y="112997"/>
                  </a:cubicBezTo>
                  <a:lnTo>
                    <a:pt x="129077" y="146193"/>
                  </a:lnTo>
                  <a:cubicBezTo>
                    <a:pt x="127160" y="148108"/>
                    <a:pt x="125243" y="149385"/>
                    <a:pt x="123326" y="149385"/>
                  </a:cubicBezTo>
                  <a:close/>
                </a:path>
              </a:pathLst>
            </a:custGeom>
            <a:solidFill>
              <a:srgbClr val="00A3E0"/>
            </a:solidFill>
            <a:ln w="6390" cap="flat">
              <a:noFill/>
              <a:prstDash val="solid"/>
              <a:miter/>
            </a:ln>
          </p:spPr>
          <p:txBody>
            <a:bodyPr rtlCol="0" anchor="ctr"/>
            <a:lstStyle/>
            <a:p>
              <a:endParaRPr lang="en-US"/>
            </a:p>
          </p:txBody>
        </p:sp>
      </p:grpSp>
      <p:grpSp>
        <p:nvGrpSpPr>
          <p:cNvPr id="985" name="Graphic 4">
            <a:extLst>
              <a:ext uri="{FF2B5EF4-FFF2-40B4-BE49-F238E27FC236}">
                <a16:creationId xmlns:a16="http://schemas.microsoft.com/office/drawing/2014/main" id="{FA389D1C-B19E-E14F-8BA0-50196F6C258F}"/>
              </a:ext>
            </a:extLst>
          </p:cNvPr>
          <p:cNvGrpSpPr>
            <a:grpSpLocks noChangeAspect="1"/>
          </p:cNvGrpSpPr>
          <p:nvPr/>
        </p:nvGrpSpPr>
        <p:grpSpPr>
          <a:xfrm>
            <a:off x="5708769" y="3824168"/>
            <a:ext cx="361670" cy="361333"/>
            <a:chOff x="5708769" y="3824168"/>
            <a:chExt cx="361670" cy="361333"/>
          </a:xfrm>
          <a:solidFill>
            <a:srgbClr val="00A3E0"/>
          </a:solidFill>
        </p:grpSpPr>
        <p:sp>
          <p:nvSpPr>
            <p:cNvPr id="986" name="Graphic 4">
              <a:extLst>
                <a:ext uri="{FF2B5EF4-FFF2-40B4-BE49-F238E27FC236}">
                  <a16:creationId xmlns:a16="http://schemas.microsoft.com/office/drawing/2014/main" id="{FFC3FAA5-CE0E-0745-82D2-9DC1CF1C4D52}"/>
                </a:ext>
              </a:extLst>
            </p:cNvPr>
            <p:cNvSpPr/>
            <p:nvPr/>
          </p:nvSpPr>
          <p:spPr>
            <a:xfrm>
              <a:off x="5708769"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1670" y="81076"/>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987" name="Graphic 4">
              <a:extLst>
                <a:ext uri="{FF2B5EF4-FFF2-40B4-BE49-F238E27FC236}">
                  <a16:creationId xmlns:a16="http://schemas.microsoft.com/office/drawing/2014/main" id="{614DBC48-40E1-4148-9958-E26BC791F87A}"/>
                </a:ext>
              </a:extLst>
            </p:cNvPr>
            <p:cNvSpPr/>
            <p:nvPr/>
          </p:nvSpPr>
          <p:spPr>
            <a:xfrm>
              <a:off x="5767557" y="3891519"/>
              <a:ext cx="244095" cy="229504"/>
            </a:xfrm>
            <a:custGeom>
              <a:avLst/>
              <a:gdLst>
                <a:gd name="connsiteX0" fmla="*/ 244096 w 244095"/>
                <a:gd name="connsiteY0" fmla="*/ 189285 h 229504"/>
                <a:gd name="connsiteX1" fmla="*/ 244096 w 244095"/>
                <a:gd name="connsiteY1" fmla="*/ 188647 h 229504"/>
                <a:gd name="connsiteX2" fmla="*/ 244096 w 244095"/>
                <a:gd name="connsiteY2" fmla="*/ 129276 h 229504"/>
                <a:gd name="connsiteX3" fmla="*/ 244096 w 244095"/>
                <a:gd name="connsiteY3" fmla="*/ 129276 h 229504"/>
                <a:gd name="connsiteX4" fmla="*/ 244096 w 244095"/>
                <a:gd name="connsiteY4" fmla="*/ 129276 h 229504"/>
                <a:gd name="connsiteX5" fmla="*/ 240901 w 244095"/>
                <a:gd name="connsiteY5" fmla="*/ 123530 h 229504"/>
                <a:gd name="connsiteX6" fmla="*/ 185308 w 244095"/>
                <a:gd name="connsiteY6" fmla="*/ 94164 h 229504"/>
                <a:gd name="connsiteX7" fmla="*/ 185308 w 244095"/>
                <a:gd name="connsiteY7" fmla="*/ 37346 h 229504"/>
                <a:gd name="connsiteX8" fmla="*/ 185308 w 244095"/>
                <a:gd name="connsiteY8" fmla="*/ 37346 h 229504"/>
                <a:gd name="connsiteX9" fmla="*/ 185308 w 244095"/>
                <a:gd name="connsiteY9" fmla="*/ 37346 h 229504"/>
                <a:gd name="connsiteX10" fmla="*/ 184669 w 244095"/>
                <a:gd name="connsiteY10" fmla="*/ 35431 h 229504"/>
                <a:gd name="connsiteX11" fmla="*/ 184669 w 244095"/>
                <a:gd name="connsiteY11" fmla="*/ 34793 h 229504"/>
                <a:gd name="connsiteX12" fmla="*/ 183391 w 244095"/>
                <a:gd name="connsiteY12" fmla="*/ 33516 h 229504"/>
                <a:gd name="connsiteX13" fmla="*/ 183391 w 244095"/>
                <a:gd name="connsiteY13" fmla="*/ 33516 h 229504"/>
                <a:gd name="connsiteX14" fmla="*/ 182113 w 244095"/>
                <a:gd name="connsiteY14" fmla="*/ 32239 h 229504"/>
                <a:gd name="connsiteX15" fmla="*/ 122687 w 244095"/>
                <a:gd name="connsiteY15" fmla="*/ 957 h 229504"/>
                <a:gd name="connsiteX16" fmla="*/ 116297 w 244095"/>
                <a:gd name="connsiteY16" fmla="*/ 957 h 229504"/>
                <a:gd name="connsiteX17" fmla="*/ 59427 w 244095"/>
                <a:gd name="connsiteY17" fmla="*/ 35431 h 229504"/>
                <a:gd name="connsiteX18" fmla="*/ 58149 w 244095"/>
                <a:gd name="connsiteY18" fmla="*/ 36069 h 229504"/>
                <a:gd name="connsiteX19" fmla="*/ 58149 w 244095"/>
                <a:gd name="connsiteY19" fmla="*/ 36069 h 229504"/>
                <a:gd name="connsiteX20" fmla="*/ 56871 w 244095"/>
                <a:gd name="connsiteY20" fmla="*/ 37985 h 229504"/>
                <a:gd name="connsiteX21" fmla="*/ 56871 w 244095"/>
                <a:gd name="connsiteY21" fmla="*/ 38623 h 229504"/>
                <a:gd name="connsiteX22" fmla="*/ 56232 w 244095"/>
                <a:gd name="connsiteY22" fmla="*/ 40538 h 229504"/>
                <a:gd name="connsiteX23" fmla="*/ 56232 w 244095"/>
                <a:gd name="connsiteY23" fmla="*/ 40538 h 229504"/>
                <a:gd name="connsiteX24" fmla="*/ 56232 w 244095"/>
                <a:gd name="connsiteY24" fmla="*/ 40538 h 229504"/>
                <a:gd name="connsiteX25" fmla="*/ 56871 w 244095"/>
                <a:gd name="connsiteY25" fmla="*/ 97356 h 229504"/>
                <a:gd name="connsiteX26" fmla="*/ 3195 w 244095"/>
                <a:gd name="connsiteY26" fmla="*/ 130553 h 229504"/>
                <a:gd name="connsiteX27" fmla="*/ 2556 w 244095"/>
                <a:gd name="connsiteY27" fmla="*/ 131191 h 229504"/>
                <a:gd name="connsiteX28" fmla="*/ 1917 w 244095"/>
                <a:gd name="connsiteY28" fmla="*/ 131191 h 229504"/>
                <a:gd name="connsiteX29" fmla="*/ 639 w 244095"/>
                <a:gd name="connsiteY29" fmla="*/ 133106 h 229504"/>
                <a:gd name="connsiteX30" fmla="*/ 639 w 244095"/>
                <a:gd name="connsiteY30" fmla="*/ 133745 h 229504"/>
                <a:gd name="connsiteX31" fmla="*/ 0 w 244095"/>
                <a:gd name="connsiteY31" fmla="*/ 135660 h 229504"/>
                <a:gd name="connsiteX32" fmla="*/ 0 w 244095"/>
                <a:gd name="connsiteY32" fmla="*/ 135660 h 229504"/>
                <a:gd name="connsiteX33" fmla="*/ 0 w 244095"/>
                <a:gd name="connsiteY33" fmla="*/ 195669 h 229504"/>
                <a:gd name="connsiteX34" fmla="*/ 0 w 244095"/>
                <a:gd name="connsiteY34" fmla="*/ 195669 h 229504"/>
                <a:gd name="connsiteX35" fmla="*/ 0 w 244095"/>
                <a:gd name="connsiteY35" fmla="*/ 195669 h 229504"/>
                <a:gd name="connsiteX36" fmla="*/ 0 w 244095"/>
                <a:gd name="connsiteY36" fmla="*/ 195669 h 229504"/>
                <a:gd name="connsiteX37" fmla="*/ 0 w 244095"/>
                <a:gd name="connsiteY37" fmla="*/ 196307 h 229504"/>
                <a:gd name="connsiteX38" fmla="*/ 0 w 244095"/>
                <a:gd name="connsiteY38" fmla="*/ 197584 h 229504"/>
                <a:gd name="connsiteX39" fmla="*/ 639 w 244095"/>
                <a:gd name="connsiteY39" fmla="*/ 198861 h 229504"/>
                <a:gd name="connsiteX40" fmla="*/ 1278 w 244095"/>
                <a:gd name="connsiteY40" fmla="*/ 200138 h 229504"/>
                <a:gd name="connsiteX41" fmla="*/ 2556 w 244095"/>
                <a:gd name="connsiteY41" fmla="*/ 201415 h 229504"/>
                <a:gd name="connsiteX42" fmla="*/ 3195 w 244095"/>
                <a:gd name="connsiteY42" fmla="*/ 202053 h 229504"/>
                <a:gd name="connsiteX43" fmla="*/ 3195 w 244095"/>
                <a:gd name="connsiteY43" fmla="*/ 202053 h 229504"/>
                <a:gd name="connsiteX44" fmla="*/ 3195 w 244095"/>
                <a:gd name="connsiteY44" fmla="*/ 202053 h 229504"/>
                <a:gd name="connsiteX45" fmla="*/ 62622 w 244095"/>
                <a:gd name="connsiteY45" fmla="*/ 228227 h 229504"/>
                <a:gd name="connsiteX46" fmla="*/ 65817 w 244095"/>
                <a:gd name="connsiteY46" fmla="*/ 229504 h 229504"/>
                <a:gd name="connsiteX47" fmla="*/ 65817 w 244095"/>
                <a:gd name="connsiteY47" fmla="*/ 229504 h 229504"/>
                <a:gd name="connsiteX48" fmla="*/ 65817 w 244095"/>
                <a:gd name="connsiteY48" fmla="*/ 229504 h 229504"/>
                <a:gd name="connsiteX49" fmla="*/ 65817 w 244095"/>
                <a:gd name="connsiteY49" fmla="*/ 229504 h 229504"/>
                <a:gd name="connsiteX50" fmla="*/ 69012 w 244095"/>
                <a:gd name="connsiteY50" fmla="*/ 228866 h 229504"/>
                <a:gd name="connsiteX51" fmla="*/ 122048 w 244095"/>
                <a:gd name="connsiteY51" fmla="*/ 198223 h 229504"/>
                <a:gd name="connsiteX52" fmla="*/ 177641 w 244095"/>
                <a:gd name="connsiteY52" fmla="*/ 227589 h 229504"/>
                <a:gd name="connsiteX53" fmla="*/ 179557 w 244095"/>
                <a:gd name="connsiteY53" fmla="*/ 228866 h 229504"/>
                <a:gd name="connsiteX54" fmla="*/ 180196 w 244095"/>
                <a:gd name="connsiteY54" fmla="*/ 228866 h 229504"/>
                <a:gd name="connsiteX55" fmla="*/ 180836 w 244095"/>
                <a:gd name="connsiteY55" fmla="*/ 228866 h 229504"/>
                <a:gd name="connsiteX56" fmla="*/ 180836 w 244095"/>
                <a:gd name="connsiteY56" fmla="*/ 228866 h 229504"/>
                <a:gd name="connsiteX57" fmla="*/ 180836 w 244095"/>
                <a:gd name="connsiteY57" fmla="*/ 228866 h 229504"/>
                <a:gd name="connsiteX58" fmla="*/ 184031 w 244095"/>
                <a:gd name="connsiteY58" fmla="*/ 228227 h 229504"/>
                <a:gd name="connsiteX59" fmla="*/ 239623 w 244095"/>
                <a:gd name="connsiteY59" fmla="*/ 195031 h 229504"/>
                <a:gd name="connsiteX60" fmla="*/ 240262 w 244095"/>
                <a:gd name="connsiteY60" fmla="*/ 194392 h 229504"/>
                <a:gd name="connsiteX61" fmla="*/ 241540 w 244095"/>
                <a:gd name="connsiteY61" fmla="*/ 193754 h 229504"/>
                <a:gd name="connsiteX62" fmla="*/ 242179 w 244095"/>
                <a:gd name="connsiteY62" fmla="*/ 192477 h 229504"/>
                <a:gd name="connsiteX63" fmla="*/ 242818 w 244095"/>
                <a:gd name="connsiteY63" fmla="*/ 191200 h 229504"/>
                <a:gd name="connsiteX64" fmla="*/ 244096 w 244095"/>
                <a:gd name="connsiteY64" fmla="*/ 189285 h 229504"/>
                <a:gd name="connsiteX65" fmla="*/ 72207 w 244095"/>
                <a:gd name="connsiteY65" fmla="*/ 211629 h 229504"/>
                <a:gd name="connsiteX66" fmla="*/ 72207 w 244095"/>
                <a:gd name="connsiteY66" fmla="*/ 167580 h 229504"/>
                <a:gd name="connsiteX67" fmla="*/ 115658 w 244095"/>
                <a:gd name="connsiteY67" fmla="*/ 142682 h 229504"/>
                <a:gd name="connsiteX68" fmla="*/ 115658 w 244095"/>
                <a:gd name="connsiteY68" fmla="*/ 186731 h 229504"/>
                <a:gd name="connsiteX69" fmla="*/ 72207 w 244095"/>
                <a:gd name="connsiteY69" fmla="*/ 211629 h 229504"/>
                <a:gd name="connsiteX70" fmla="*/ 12780 w 244095"/>
                <a:gd name="connsiteY70" fmla="*/ 191200 h 229504"/>
                <a:gd name="connsiteX71" fmla="*/ 12780 w 244095"/>
                <a:gd name="connsiteY71" fmla="*/ 145236 h 229504"/>
                <a:gd name="connsiteX72" fmla="*/ 60066 w 244095"/>
                <a:gd name="connsiteY72" fmla="*/ 168218 h 229504"/>
                <a:gd name="connsiteX73" fmla="*/ 60066 w 244095"/>
                <a:gd name="connsiteY73" fmla="*/ 212906 h 229504"/>
                <a:gd name="connsiteX74" fmla="*/ 12780 w 244095"/>
                <a:gd name="connsiteY74" fmla="*/ 191200 h 229504"/>
                <a:gd name="connsiteX75" fmla="*/ 69650 w 244095"/>
                <a:gd name="connsiteY75" fmla="*/ 96717 h 229504"/>
                <a:gd name="connsiteX76" fmla="*/ 69012 w 244095"/>
                <a:gd name="connsiteY76" fmla="*/ 50114 h 229504"/>
                <a:gd name="connsiteX77" fmla="*/ 116297 w 244095"/>
                <a:gd name="connsiteY77" fmla="*/ 73097 h 229504"/>
                <a:gd name="connsiteX78" fmla="*/ 116297 w 244095"/>
                <a:gd name="connsiteY78" fmla="*/ 121615 h 229504"/>
                <a:gd name="connsiteX79" fmla="*/ 69650 w 244095"/>
                <a:gd name="connsiteY79" fmla="*/ 96717 h 229504"/>
                <a:gd name="connsiteX80" fmla="*/ 172528 w 244095"/>
                <a:gd name="connsiteY80" fmla="*/ 93525 h 229504"/>
                <a:gd name="connsiteX81" fmla="*/ 129077 w 244095"/>
                <a:gd name="connsiteY81" fmla="*/ 120338 h 229504"/>
                <a:gd name="connsiteX82" fmla="*/ 129077 w 244095"/>
                <a:gd name="connsiteY82" fmla="*/ 72458 h 229504"/>
                <a:gd name="connsiteX83" fmla="*/ 172528 w 244095"/>
                <a:gd name="connsiteY83" fmla="*/ 47561 h 229504"/>
                <a:gd name="connsiteX84" fmla="*/ 172528 w 244095"/>
                <a:gd name="connsiteY84" fmla="*/ 93525 h 229504"/>
                <a:gd name="connsiteX85" fmla="*/ 129077 w 244095"/>
                <a:gd name="connsiteY85" fmla="*/ 142044 h 229504"/>
                <a:gd name="connsiteX86" fmla="*/ 175723 w 244095"/>
                <a:gd name="connsiteY86" fmla="*/ 165026 h 229504"/>
                <a:gd name="connsiteX87" fmla="*/ 175723 w 244095"/>
                <a:gd name="connsiteY87" fmla="*/ 210991 h 229504"/>
                <a:gd name="connsiteX88" fmla="*/ 128438 w 244095"/>
                <a:gd name="connsiteY88" fmla="*/ 186093 h 229504"/>
                <a:gd name="connsiteX89" fmla="*/ 129077 w 244095"/>
                <a:gd name="connsiteY89" fmla="*/ 142044 h 229504"/>
                <a:gd name="connsiteX90" fmla="*/ 188503 w 244095"/>
                <a:gd name="connsiteY90" fmla="*/ 164388 h 229504"/>
                <a:gd name="connsiteX91" fmla="*/ 231316 w 244095"/>
                <a:gd name="connsiteY91" fmla="*/ 139490 h 229504"/>
                <a:gd name="connsiteX92" fmla="*/ 231316 w 244095"/>
                <a:gd name="connsiteY92" fmla="*/ 184816 h 229504"/>
                <a:gd name="connsiteX93" fmla="*/ 188503 w 244095"/>
                <a:gd name="connsiteY93" fmla="*/ 210352 h 229504"/>
                <a:gd name="connsiteX94" fmla="*/ 188503 w 244095"/>
                <a:gd name="connsiteY94" fmla="*/ 164388 h 229504"/>
                <a:gd name="connsiteX95" fmla="*/ 182113 w 244095"/>
                <a:gd name="connsiteY95" fmla="*/ 153535 h 229504"/>
                <a:gd name="connsiteX96" fmla="*/ 136106 w 244095"/>
                <a:gd name="connsiteY96" fmla="*/ 131191 h 229504"/>
                <a:gd name="connsiteX97" fmla="*/ 178918 w 244095"/>
                <a:gd name="connsiteY97" fmla="*/ 105017 h 229504"/>
                <a:gd name="connsiteX98" fmla="*/ 224926 w 244095"/>
                <a:gd name="connsiteY98" fmla="*/ 129276 h 229504"/>
                <a:gd name="connsiteX99" fmla="*/ 182113 w 244095"/>
                <a:gd name="connsiteY99" fmla="*/ 153535 h 229504"/>
                <a:gd name="connsiteX100" fmla="*/ 119492 w 244095"/>
                <a:gd name="connsiteY100" fmla="*/ 12449 h 229504"/>
                <a:gd name="connsiteX101" fmla="*/ 165500 w 244095"/>
                <a:gd name="connsiteY101" fmla="*/ 36708 h 229504"/>
                <a:gd name="connsiteX102" fmla="*/ 122687 w 244095"/>
                <a:gd name="connsiteY102" fmla="*/ 61605 h 229504"/>
                <a:gd name="connsiteX103" fmla="*/ 76040 w 244095"/>
                <a:gd name="connsiteY103" fmla="*/ 39261 h 229504"/>
                <a:gd name="connsiteX104" fmla="*/ 119492 w 244095"/>
                <a:gd name="connsiteY104" fmla="*/ 12449 h 229504"/>
                <a:gd name="connsiteX105" fmla="*/ 63261 w 244095"/>
                <a:gd name="connsiteY105" fmla="*/ 107570 h 229504"/>
                <a:gd name="connsiteX106" fmla="*/ 109268 w 244095"/>
                <a:gd name="connsiteY106" fmla="*/ 131829 h 229504"/>
                <a:gd name="connsiteX107" fmla="*/ 65817 w 244095"/>
                <a:gd name="connsiteY107" fmla="*/ 156727 h 229504"/>
                <a:gd name="connsiteX108" fmla="*/ 19170 w 244095"/>
                <a:gd name="connsiteY108" fmla="*/ 134383 h 229504"/>
                <a:gd name="connsiteX109" fmla="*/ 63261 w 244095"/>
                <a:gd name="connsiteY109" fmla="*/ 107570 h 2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244095" h="229504">
                  <a:moveTo>
                    <a:pt x="244096" y="189285"/>
                  </a:moveTo>
                  <a:cubicBezTo>
                    <a:pt x="244096" y="189285"/>
                    <a:pt x="244096" y="188647"/>
                    <a:pt x="244096" y="188647"/>
                  </a:cubicBezTo>
                  <a:lnTo>
                    <a:pt x="244096" y="129276"/>
                  </a:lnTo>
                  <a:cubicBezTo>
                    <a:pt x="244096" y="129276"/>
                    <a:pt x="244096" y="129276"/>
                    <a:pt x="244096" y="129276"/>
                  </a:cubicBezTo>
                  <a:cubicBezTo>
                    <a:pt x="244096" y="129276"/>
                    <a:pt x="244096" y="129276"/>
                    <a:pt x="244096" y="129276"/>
                  </a:cubicBezTo>
                  <a:cubicBezTo>
                    <a:pt x="244096" y="126722"/>
                    <a:pt x="242818" y="124807"/>
                    <a:pt x="240901" y="123530"/>
                  </a:cubicBezTo>
                  <a:lnTo>
                    <a:pt x="185308" y="94164"/>
                  </a:lnTo>
                  <a:lnTo>
                    <a:pt x="185308" y="37346"/>
                  </a:lnTo>
                  <a:cubicBezTo>
                    <a:pt x="185308" y="37346"/>
                    <a:pt x="185308" y="37346"/>
                    <a:pt x="185308" y="37346"/>
                  </a:cubicBezTo>
                  <a:cubicBezTo>
                    <a:pt x="185308" y="37346"/>
                    <a:pt x="185308" y="37346"/>
                    <a:pt x="185308" y="37346"/>
                  </a:cubicBezTo>
                  <a:cubicBezTo>
                    <a:pt x="185308" y="36708"/>
                    <a:pt x="185308" y="36069"/>
                    <a:pt x="184669" y="35431"/>
                  </a:cubicBezTo>
                  <a:cubicBezTo>
                    <a:pt x="184669" y="35431"/>
                    <a:pt x="184669" y="34793"/>
                    <a:pt x="184669" y="34793"/>
                  </a:cubicBezTo>
                  <a:cubicBezTo>
                    <a:pt x="184669" y="34154"/>
                    <a:pt x="184031" y="33516"/>
                    <a:pt x="183391" y="33516"/>
                  </a:cubicBezTo>
                  <a:cubicBezTo>
                    <a:pt x="183391" y="33516"/>
                    <a:pt x="183391" y="33516"/>
                    <a:pt x="183391" y="33516"/>
                  </a:cubicBezTo>
                  <a:cubicBezTo>
                    <a:pt x="182752" y="32877"/>
                    <a:pt x="182752" y="32877"/>
                    <a:pt x="182113" y="32239"/>
                  </a:cubicBezTo>
                  <a:lnTo>
                    <a:pt x="122687" y="957"/>
                  </a:lnTo>
                  <a:cubicBezTo>
                    <a:pt x="120770" y="-319"/>
                    <a:pt x="118214" y="-319"/>
                    <a:pt x="116297" y="957"/>
                  </a:cubicBezTo>
                  <a:lnTo>
                    <a:pt x="59427" y="35431"/>
                  </a:lnTo>
                  <a:cubicBezTo>
                    <a:pt x="58788" y="35431"/>
                    <a:pt x="58788" y="36069"/>
                    <a:pt x="58149" y="36069"/>
                  </a:cubicBezTo>
                  <a:cubicBezTo>
                    <a:pt x="58149" y="36069"/>
                    <a:pt x="58149" y="36069"/>
                    <a:pt x="58149" y="36069"/>
                  </a:cubicBezTo>
                  <a:cubicBezTo>
                    <a:pt x="57509" y="36708"/>
                    <a:pt x="57509" y="37346"/>
                    <a:pt x="56871" y="37985"/>
                  </a:cubicBezTo>
                  <a:cubicBezTo>
                    <a:pt x="56871" y="37985"/>
                    <a:pt x="56871" y="38623"/>
                    <a:pt x="56871" y="38623"/>
                  </a:cubicBezTo>
                  <a:cubicBezTo>
                    <a:pt x="56871" y="39261"/>
                    <a:pt x="56232" y="39900"/>
                    <a:pt x="56232" y="40538"/>
                  </a:cubicBezTo>
                  <a:cubicBezTo>
                    <a:pt x="56232" y="40538"/>
                    <a:pt x="56232" y="40538"/>
                    <a:pt x="56232" y="40538"/>
                  </a:cubicBezTo>
                  <a:lnTo>
                    <a:pt x="56232" y="40538"/>
                  </a:lnTo>
                  <a:lnTo>
                    <a:pt x="56871" y="97356"/>
                  </a:lnTo>
                  <a:lnTo>
                    <a:pt x="3195" y="130553"/>
                  </a:lnTo>
                  <a:cubicBezTo>
                    <a:pt x="2556" y="130553"/>
                    <a:pt x="2556" y="131191"/>
                    <a:pt x="2556" y="131191"/>
                  </a:cubicBezTo>
                  <a:cubicBezTo>
                    <a:pt x="2556" y="131191"/>
                    <a:pt x="2556" y="131191"/>
                    <a:pt x="1917" y="131191"/>
                  </a:cubicBezTo>
                  <a:cubicBezTo>
                    <a:pt x="1278" y="131829"/>
                    <a:pt x="1278" y="132468"/>
                    <a:pt x="639" y="133106"/>
                  </a:cubicBezTo>
                  <a:cubicBezTo>
                    <a:pt x="639" y="133106"/>
                    <a:pt x="639" y="133745"/>
                    <a:pt x="639" y="133745"/>
                  </a:cubicBezTo>
                  <a:cubicBezTo>
                    <a:pt x="639" y="134383"/>
                    <a:pt x="0" y="135021"/>
                    <a:pt x="0" y="135660"/>
                  </a:cubicBezTo>
                  <a:cubicBezTo>
                    <a:pt x="0" y="135660"/>
                    <a:pt x="0" y="135660"/>
                    <a:pt x="0" y="135660"/>
                  </a:cubicBezTo>
                  <a:lnTo>
                    <a:pt x="0" y="195669"/>
                  </a:lnTo>
                  <a:cubicBezTo>
                    <a:pt x="0" y="195669"/>
                    <a:pt x="0" y="195669"/>
                    <a:pt x="0" y="195669"/>
                  </a:cubicBezTo>
                  <a:lnTo>
                    <a:pt x="0" y="195669"/>
                  </a:lnTo>
                  <a:lnTo>
                    <a:pt x="0" y="195669"/>
                  </a:lnTo>
                  <a:cubicBezTo>
                    <a:pt x="0" y="195669"/>
                    <a:pt x="0" y="196307"/>
                    <a:pt x="0" y="196307"/>
                  </a:cubicBezTo>
                  <a:cubicBezTo>
                    <a:pt x="0" y="196946"/>
                    <a:pt x="0" y="197584"/>
                    <a:pt x="0" y="197584"/>
                  </a:cubicBezTo>
                  <a:cubicBezTo>
                    <a:pt x="0" y="198223"/>
                    <a:pt x="639" y="198223"/>
                    <a:pt x="639" y="198861"/>
                  </a:cubicBezTo>
                  <a:cubicBezTo>
                    <a:pt x="639" y="199499"/>
                    <a:pt x="1278" y="199499"/>
                    <a:pt x="1278" y="200138"/>
                  </a:cubicBezTo>
                  <a:cubicBezTo>
                    <a:pt x="1917" y="200776"/>
                    <a:pt x="1917" y="200776"/>
                    <a:pt x="2556" y="201415"/>
                  </a:cubicBezTo>
                  <a:cubicBezTo>
                    <a:pt x="2556" y="201415"/>
                    <a:pt x="3195" y="201415"/>
                    <a:pt x="3195" y="202053"/>
                  </a:cubicBezTo>
                  <a:lnTo>
                    <a:pt x="3195" y="202053"/>
                  </a:lnTo>
                  <a:cubicBezTo>
                    <a:pt x="3195" y="202053"/>
                    <a:pt x="3195" y="202053"/>
                    <a:pt x="3195" y="202053"/>
                  </a:cubicBezTo>
                  <a:lnTo>
                    <a:pt x="62622" y="228227"/>
                  </a:lnTo>
                  <a:cubicBezTo>
                    <a:pt x="63899" y="228866"/>
                    <a:pt x="64539" y="229504"/>
                    <a:pt x="65817" y="229504"/>
                  </a:cubicBezTo>
                  <a:lnTo>
                    <a:pt x="65817" y="229504"/>
                  </a:lnTo>
                  <a:cubicBezTo>
                    <a:pt x="65817" y="229504"/>
                    <a:pt x="65817" y="229504"/>
                    <a:pt x="65817" y="229504"/>
                  </a:cubicBezTo>
                  <a:cubicBezTo>
                    <a:pt x="65817" y="229504"/>
                    <a:pt x="65817" y="229504"/>
                    <a:pt x="65817" y="229504"/>
                  </a:cubicBezTo>
                  <a:cubicBezTo>
                    <a:pt x="67094" y="229504"/>
                    <a:pt x="67734" y="229504"/>
                    <a:pt x="69012" y="228866"/>
                  </a:cubicBezTo>
                  <a:lnTo>
                    <a:pt x="122048" y="198223"/>
                  </a:lnTo>
                  <a:lnTo>
                    <a:pt x="177641" y="227589"/>
                  </a:lnTo>
                  <a:cubicBezTo>
                    <a:pt x="178279" y="228227"/>
                    <a:pt x="178918" y="228227"/>
                    <a:pt x="179557" y="228866"/>
                  </a:cubicBezTo>
                  <a:cubicBezTo>
                    <a:pt x="179557" y="228866"/>
                    <a:pt x="180196" y="228866"/>
                    <a:pt x="180196" y="228866"/>
                  </a:cubicBezTo>
                  <a:cubicBezTo>
                    <a:pt x="180196" y="228866"/>
                    <a:pt x="180836" y="228866"/>
                    <a:pt x="180836" y="228866"/>
                  </a:cubicBezTo>
                  <a:lnTo>
                    <a:pt x="180836" y="228866"/>
                  </a:lnTo>
                  <a:cubicBezTo>
                    <a:pt x="180836" y="228866"/>
                    <a:pt x="180836" y="228866"/>
                    <a:pt x="180836" y="228866"/>
                  </a:cubicBezTo>
                  <a:cubicBezTo>
                    <a:pt x="182113" y="228866"/>
                    <a:pt x="183391" y="228866"/>
                    <a:pt x="184031" y="228227"/>
                  </a:cubicBezTo>
                  <a:lnTo>
                    <a:pt x="239623" y="195031"/>
                  </a:lnTo>
                  <a:cubicBezTo>
                    <a:pt x="239623" y="195031"/>
                    <a:pt x="240262" y="194392"/>
                    <a:pt x="240262" y="194392"/>
                  </a:cubicBezTo>
                  <a:cubicBezTo>
                    <a:pt x="240901" y="194392"/>
                    <a:pt x="240901" y="193754"/>
                    <a:pt x="241540" y="193754"/>
                  </a:cubicBezTo>
                  <a:cubicBezTo>
                    <a:pt x="241540" y="193754"/>
                    <a:pt x="242179" y="193115"/>
                    <a:pt x="242179" y="192477"/>
                  </a:cubicBezTo>
                  <a:cubicBezTo>
                    <a:pt x="242179" y="191839"/>
                    <a:pt x="242818" y="191839"/>
                    <a:pt x="242818" y="191200"/>
                  </a:cubicBezTo>
                  <a:cubicBezTo>
                    <a:pt x="244096" y="189923"/>
                    <a:pt x="244096" y="189285"/>
                    <a:pt x="244096" y="189285"/>
                  </a:cubicBezTo>
                  <a:close/>
                  <a:moveTo>
                    <a:pt x="72207" y="211629"/>
                  </a:moveTo>
                  <a:lnTo>
                    <a:pt x="72207" y="167580"/>
                  </a:lnTo>
                  <a:lnTo>
                    <a:pt x="115658" y="142682"/>
                  </a:lnTo>
                  <a:lnTo>
                    <a:pt x="115658" y="186731"/>
                  </a:lnTo>
                  <a:lnTo>
                    <a:pt x="72207" y="211629"/>
                  </a:lnTo>
                  <a:close/>
                  <a:moveTo>
                    <a:pt x="12780" y="191200"/>
                  </a:moveTo>
                  <a:lnTo>
                    <a:pt x="12780" y="145236"/>
                  </a:lnTo>
                  <a:lnTo>
                    <a:pt x="60066" y="168218"/>
                  </a:lnTo>
                  <a:lnTo>
                    <a:pt x="60066" y="212906"/>
                  </a:lnTo>
                  <a:lnTo>
                    <a:pt x="12780" y="191200"/>
                  </a:lnTo>
                  <a:close/>
                  <a:moveTo>
                    <a:pt x="69650" y="96717"/>
                  </a:moveTo>
                  <a:lnTo>
                    <a:pt x="69012" y="50114"/>
                  </a:lnTo>
                  <a:lnTo>
                    <a:pt x="116297" y="73097"/>
                  </a:lnTo>
                  <a:lnTo>
                    <a:pt x="116297" y="121615"/>
                  </a:lnTo>
                  <a:lnTo>
                    <a:pt x="69650" y="96717"/>
                  </a:lnTo>
                  <a:close/>
                  <a:moveTo>
                    <a:pt x="172528" y="93525"/>
                  </a:moveTo>
                  <a:lnTo>
                    <a:pt x="129077" y="120338"/>
                  </a:lnTo>
                  <a:lnTo>
                    <a:pt x="129077" y="72458"/>
                  </a:lnTo>
                  <a:lnTo>
                    <a:pt x="172528" y="47561"/>
                  </a:lnTo>
                  <a:lnTo>
                    <a:pt x="172528" y="93525"/>
                  </a:lnTo>
                  <a:close/>
                  <a:moveTo>
                    <a:pt x="129077" y="142044"/>
                  </a:moveTo>
                  <a:lnTo>
                    <a:pt x="175723" y="165026"/>
                  </a:lnTo>
                  <a:lnTo>
                    <a:pt x="175723" y="210991"/>
                  </a:lnTo>
                  <a:lnTo>
                    <a:pt x="128438" y="186093"/>
                  </a:lnTo>
                  <a:lnTo>
                    <a:pt x="129077" y="142044"/>
                  </a:lnTo>
                  <a:close/>
                  <a:moveTo>
                    <a:pt x="188503" y="164388"/>
                  </a:moveTo>
                  <a:lnTo>
                    <a:pt x="231316" y="139490"/>
                  </a:lnTo>
                  <a:lnTo>
                    <a:pt x="231316" y="184816"/>
                  </a:lnTo>
                  <a:lnTo>
                    <a:pt x="188503" y="210352"/>
                  </a:lnTo>
                  <a:lnTo>
                    <a:pt x="188503" y="164388"/>
                  </a:lnTo>
                  <a:close/>
                  <a:moveTo>
                    <a:pt x="182113" y="153535"/>
                  </a:moveTo>
                  <a:lnTo>
                    <a:pt x="136106" y="131191"/>
                  </a:lnTo>
                  <a:lnTo>
                    <a:pt x="178918" y="105017"/>
                  </a:lnTo>
                  <a:lnTo>
                    <a:pt x="224926" y="129276"/>
                  </a:lnTo>
                  <a:lnTo>
                    <a:pt x="182113" y="153535"/>
                  </a:lnTo>
                  <a:close/>
                  <a:moveTo>
                    <a:pt x="119492" y="12449"/>
                  </a:moveTo>
                  <a:lnTo>
                    <a:pt x="165500" y="36708"/>
                  </a:lnTo>
                  <a:lnTo>
                    <a:pt x="122687" y="61605"/>
                  </a:lnTo>
                  <a:lnTo>
                    <a:pt x="76040" y="39261"/>
                  </a:lnTo>
                  <a:lnTo>
                    <a:pt x="119492" y="12449"/>
                  </a:lnTo>
                  <a:close/>
                  <a:moveTo>
                    <a:pt x="63261" y="107570"/>
                  </a:moveTo>
                  <a:lnTo>
                    <a:pt x="109268" y="131829"/>
                  </a:lnTo>
                  <a:lnTo>
                    <a:pt x="65817" y="156727"/>
                  </a:lnTo>
                  <a:lnTo>
                    <a:pt x="19170" y="134383"/>
                  </a:lnTo>
                  <a:lnTo>
                    <a:pt x="63261" y="107570"/>
                  </a:lnTo>
                  <a:close/>
                </a:path>
              </a:pathLst>
            </a:custGeom>
            <a:solidFill>
              <a:srgbClr val="00A3E0"/>
            </a:solidFill>
            <a:ln w="6390" cap="flat">
              <a:noFill/>
              <a:prstDash val="solid"/>
              <a:miter/>
            </a:ln>
          </p:spPr>
          <p:txBody>
            <a:bodyPr rtlCol="0" anchor="ctr"/>
            <a:lstStyle/>
            <a:p>
              <a:endParaRPr lang="en-US"/>
            </a:p>
          </p:txBody>
        </p:sp>
      </p:grpSp>
      <p:sp>
        <p:nvSpPr>
          <p:cNvPr id="988" name="Graphic 4">
            <a:extLst>
              <a:ext uri="{FF2B5EF4-FFF2-40B4-BE49-F238E27FC236}">
                <a16:creationId xmlns:a16="http://schemas.microsoft.com/office/drawing/2014/main" id="{A4C57F3A-251F-3246-8D5D-87D82629CEDD}"/>
              </a:ext>
            </a:extLst>
          </p:cNvPr>
          <p:cNvSpPr>
            <a:spLocks noChangeAspect="1"/>
          </p:cNvSpPr>
          <p:nvPr/>
        </p:nvSpPr>
        <p:spPr>
          <a:xfrm>
            <a:off x="6147119" y="3824168"/>
            <a:ext cx="361670" cy="361336"/>
          </a:xfrm>
          <a:custGeom>
            <a:avLst/>
            <a:gdLst>
              <a:gd name="connsiteX0" fmla="*/ 187225 w 361670"/>
              <a:gd name="connsiteY0" fmla="*/ 209395 h 361336"/>
              <a:gd name="connsiteX1" fmla="*/ 187225 w 361670"/>
              <a:gd name="connsiteY1" fmla="*/ 253444 h 361336"/>
              <a:gd name="connsiteX2" fmla="*/ 234511 w 361670"/>
              <a:gd name="connsiteY2" fmla="*/ 278341 h 361336"/>
              <a:gd name="connsiteX3" fmla="*/ 234511 w 361670"/>
              <a:gd name="connsiteY3" fmla="*/ 232377 h 361336"/>
              <a:gd name="connsiteX4" fmla="*/ 187225 w 361670"/>
              <a:gd name="connsiteY4" fmla="*/ 209395 h 361336"/>
              <a:gd name="connsiteX5" fmla="*/ 127799 w 361670"/>
              <a:gd name="connsiteY5" fmla="*/ 164068 h 361336"/>
              <a:gd name="connsiteX6" fmla="*/ 174445 w 361670"/>
              <a:gd name="connsiteY6" fmla="*/ 188966 h 361336"/>
              <a:gd name="connsiteX7" fmla="*/ 174445 w 361670"/>
              <a:gd name="connsiteY7" fmla="*/ 140448 h 361336"/>
              <a:gd name="connsiteX8" fmla="*/ 127160 w 361670"/>
              <a:gd name="connsiteY8" fmla="*/ 117465 h 361336"/>
              <a:gd name="connsiteX9" fmla="*/ 127799 w 361670"/>
              <a:gd name="connsiteY9" fmla="*/ 164068 h 361336"/>
              <a:gd name="connsiteX10" fmla="*/ 130994 w 361670"/>
              <a:gd name="connsiteY10" fmla="*/ 234930 h 361336"/>
              <a:gd name="connsiteX11" fmla="*/ 130994 w 361670"/>
              <a:gd name="connsiteY11" fmla="*/ 278980 h 361336"/>
              <a:gd name="connsiteX12" fmla="*/ 174445 w 361670"/>
              <a:gd name="connsiteY12" fmla="*/ 254082 h 361336"/>
              <a:gd name="connsiteX13" fmla="*/ 174445 w 361670"/>
              <a:gd name="connsiteY13" fmla="*/ 210033 h 361336"/>
              <a:gd name="connsiteX14" fmla="*/ 130994 w 361670"/>
              <a:gd name="connsiteY14" fmla="*/ 234930 h 361336"/>
              <a:gd name="connsiteX15" fmla="*/ 118214 w 361670"/>
              <a:gd name="connsiteY15" fmla="*/ 235569 h 361336"/>
              <a:gd name="connsiteX16" fmla="*/ 70928 w 361670"/>
              <a:gd name="connsiteY16" fmla="*/ 212587 h 361336"/>
              <a:gd name="connsiteX17" fmla="*/ 70928 w 361670"/>
              <a:gd name="connsiteY17" fmla="*/ 258551 h 361336"/>
              <a:gd name="connsiteX18" fmla="*/ 118214 w 361670"/>
              <a:gd name="connsiteY18" fmla="*/ 279618 h 361336"/>
              <a:gd name="connsiteX19" fmla="*/ 118214 w 361670"/>
              <a:gd name="connsiteY19" fmla="*/ 235569 h 361336"/>
              <a:gd name="connsiteX20" fmla="*/ 122048 w 361670"/>
              <a:gd name="connsiteY20" fmla="*/ 174921 h 361336"/>
              <a:gd name="connsiteX21" fmla="*/ 78596 w 361670"/>
              <a:gd name="connsiteY21" fmla="*/ 201734 h 361336"/>
              <a:gd name="connsiteX22" fmla="*/ 125243 w 361670"/>
              <a:gd name="connsiteY22" fmla="*/ 224078 h 361336"/>
              <a:gd name="connsiteX23" fmla="*/ 168695 w 361670"/>
              <a:gd name="connsiteY23" fmla="*/ 199180 h 361336"/>
              <a:gd name="connsiteX24" fmla="*/ 122048 w 361670"/>
              <a:gd name="connsiteY24" fmla="*/ 174921 h 361336"/>
              <a:gd name="connsiteX25" fmla="*/ 180835 w 361670"/>
              <a:gd name="connsiteY25" fmla="*/ 128956 h 361336"/>
              <a:gd name="connsiteX26" fmla="*/ 224287 w 361670"/>
              <a:gd name="connsiteY26" fmla="*/ 104059 h 361336"/>
              <a:gd name="connsiteX27" fmla="*/ 178279 w 361670"/>
              <a:gd name="connsiteY27" fmla="*/ 79800 h 361336"/>
              <a:gd name="connsiteX28" fmla="*/ 134828 w 361670"/>
              <a:gd name="connsiteY28" fmla="*/ 106612 h 361336"/>
              <a:gd name="connsiteX29" fmla="*/ 180835 w 361670"/>
              <a:gd name="connsiteY29" fmla="*/ 128956 h 361336"/>
              <a:gd name="connsiteX30" fmla="*/ 230677 w 361670"/>
              <a:gd name="connsiteY30" fmla="*/ 160876 h 361336"/>
              <a:gd name="connsiteX31" fmla="*/ 230677 w 361670"/>
              <a:gd name="connsiteY31" fmla="*/ 114273 h 361336"/>
              <a:gd name="connsiteX32" fmla="*/ 187225 w 361670"/>
              <a:gd name="connsiteY32" fmla="*/ 139171 h 361336"/>
              <a:gd name="connsiteX33" fmla="*/ 187225 w 361670"/>
              <a:gd name="connsiteY33" fmla="*/ 187051 h 361336"/>
              <a:gd name="connsiteX34" fmla="*/ 230677 w 361670"/>
              <a:gd name="connsiteY34" fmla="*/ 160876 h 361336"/>
              <a:gd name="connsiteX35" fmla="*/ 240261 w 361670"/>
              <a:gd name="connsiteY35" fmla="*/ 220886 h 361336"/>
              <a:gd name="connsiteX36" fmla="*/ 283074 w 361670"/>
              <a:gd name="connsiteY36" fmla="*/ 195988 h 361336"/>
              <a:gd name="connsiteX37" fmla="*/ 237067 w 361670"/>
              <a:gd name="connsiteY37" fmla="*/ 171729 h 361336"/>
              <a:gd name="connsiteX38" fmla="*/ 194254 w 361670"/>
              <a:gd name="connsiteY38" fmla="*/ 197903 h 361336"/>
              <a:gd name="connsiteX39" fmla="*/ 240261 w 361670"/>
              <a:gd name="connsiteY39" fmla="*/ 220886 h 361336"/>
              <a:gd name="connsiteX40" fmla="*/ 290103 w 361670"/>
              <a:gd name="connsiteY40" fmla="*/ 252167 h 361336"/>
              <a:gd name="connsiteX41" fmla="*/ 290103 w 361670"/>
              <a:gd name="connsiteY41" fmla="*/ 206841 h 361336"/>
              <a:gd name="connsiteX42" fmla="*/ 247291 w 361670"/>
              <a:gd name="connsiteY42" fmla="*/ 231738 h 361336"/>
              <a:gd name="connsiteX43" fmla="*/ 247291 w 361670"/>
              <a:gd name="connsiteY43" fmla="*/ 277703 h 361336"/>
              <a:gd name="connsiteX44" fmla="*/ 290103 w 361670"/>
              <a:gd name="connsiteY44" fmla="*/ 252167 h 361336"/>
              <a:gd name="connsiteX45" fmla="*/ 302883 w 361670"/>
              <a:gd name="connsiteY45" fmla="*/ 195988 h 361336"/>
              <a:gd name="connsiteX46" fmla="*/ 302883 w 361670"/>
              <a:gd name="connsiteY46" fmla="*/ 195988 h 361336"/>
              <a:gd name="connsiteX47" fmla="*/ 302883 w 361670"/>
              <a:gd name="connsiteY47" fmla="*/ 255998 h 361336"/>
              <a:gd name="connsiteX48" fmla="*/ 302883 w 361670"/>
              <a:gd name="connsiteY48" fmla="*/ 256636 h 361336"/>
              <a:gd name="connsiteX49" fmla="*/ 302883 w 361670"/>
              <a:gd name="connsiteY49" fmla="*/ 257913 h 361336"/>
              <a:gd name="connsiteX50" fmla="*/ 302244 w 361670"/>
              <a:gd name="connsiteY50" fmla="*/ 259190 h 361336"/>
              <a:gd name="connsiteX51" fmla="*/ 301605 w 361670"/>
              <a:gd name="connsiteY51" fmla="*/ 260466 h 361336"/>
              <a:gd name="connsiteX52" fmla="*/ 300966 w 361670"/>
              <a:gd name="connsiteY52" fmla="*/ 261105 h 361336"/>
              <a:gd name="connsiteX53" fmla="*/ 300327 w 361670"/>
              <a:gd name="connsiteY53" fmla="*/ 261743 h 361336"/>
              <a:gd name="connsiteX54" fmla="*/ 244735 w 361670"/>
              <a:gd name="connsiteY54" fmla="*/ 294940 h 361336"/>
              <a:gd name="connsiteX55" fmla="*/ 244096 w 361670"/>
              <a:gd name="connsiteY55" fmla="*/ 294940 h 361336"/>
              <a:gd name="connsiteX56" fmla="*/ 242818 w 361670"/>
              <a:gd name="connsiteY56" fmla="*/ 295578 h 361336"/>
              <a:gd name="connsiteX57" fmla="*/ 242179 w 361670"/>
              <a:gd name="connsiteY57" fmla="*/ 295578 h 361336"/>
              <a:gd name="connsiteX58" fmla="*/ 241540 w 361670"/>
              <a:gd name="connsiteY58" fmla="*/ 295578 h 361336"/>
              <a:gd name="connsiteX59" fmla="*/ 241540 w 361670"/>
              <a:gd name="connsiteY59" fmla="*/ 295578 h 361336"/>
              <a:gd name="connsiteX60" fmla="*/ 237706 w 361670"/>
              <a:gd name="connsiteY60" fmla="*/ 294301 h 361336"/>
              <a:gd name="connsiteX61" fmla="*/ 182113 w 361670"/>
              <a:gd name="connsiteY61" fmla="*/ 264935 h 361336"/>
              <a:gd name="connsiteX62" fmla="*/ 129077 w 361670"/>
              <a:gd name="connsiteY62" fmla="*/ 295578 h 361336"/>
              <a:gd name="connsiteX63" fmla="*/ 128438 w 361670"/>
              <a:gd name="connsiteY63" fmla="*/ 295578 h 361336"/>
              <a:gd name="connsiteX64" fmla="*/ 127160 w 361670"/>
              <a:gd name="connsiteY64" fmla="*/ 295578 h 361336"/>
              <a:gd name="connsiteX65" fmla="*/ 125882 w 361670"/>
              <a:gd name="connsiteY65" fmla="*/ 295578 h 361336"/>
              <a:gd name="connsiteX66" fmla="*/ 125882 w 361670"/>
              <a:gd name="connsiteY66" fmla="*/ 295578 h 361336"/>
              <a:gd name="connsiteX67" fmla="*/ 125882 w 361670"/>
              <a:gd name="connsiteY67" fmla="*/ 295578 h 361336"/>
              <a:gd name="connsiteX68" fmla="*/ 125882 w 361670"/>
              <a:gd name="connsiteY68" fmla="*/ 295578 h 361336"/>
              <a:gd name="connsiteX69" fmla="*/ 122687 w 361670"/>
              <a:gd name="connsiteY69" fmla="*/ 294301 h 361336"/>
              <a:gd name="connsiteX70" fmla="*/ 63261 w 361670"/>
              <a:gd name="connsiteY70" fmla="*/ 268127 h 361336"/>
              <a:gd name="connsiteX71" fmla="*/ 63261 w 361670"/>
              <a:gd name="connsiteY71" fmla="*/ 268127 h 361336"/>
              <a:gd name="connsiteX72" fmla="*/ 63261 w 361670"/>
              <a:gd name="connsiteY72" fmla="*/ 268127 h 361336"/>
              <a:gd name="connsiteX73" fmla="*/ 62621 w 361670"/>
              <a:gd name="connsiteY73" fmla="*/ 267489 h 361336"/>
              <a:gd name="connsiteX74" fmla="*/ 61343 w 361670"/>
              <a:gd name="connsiteY74" fmla="*/ 266850 h 361336"/>
              <a:gd name="connsiteX75" fmla="*/ 60704 w 361670"/>
              <a:gd name="connsiteY75" fmla="*/ 265574 h 361336"/>
              <a:gd name="connsiteX76" fmla="*/ 60066 w 361670"/>
              <a:gd name="connsiteY76" fmla="*/ 264297 h 361336"/>
              <a:gd name="connsiteX77" fmla="*/ 60066 w 361670"/>
              <a:gd name="connsiteY77" fmla="*/ 263020 h 361336"/>
              <a:gd name="connsiteX78" fmla="*/ 60066 w 361670"/>
              <a:gd name="connsiteY78" fmla="*/ 262382 h 361336"/>
              <a:gd name="connsiteX79" fmla="*/ 60066 w 361670"/>
              <a:gd name="connsiteY79" fmla="*/ 262382 h 361336"/>
              <a:gd name="connsiteX80" fmla="*/ 60066 w 361670"/>
              <a:gd name="connsiteY80" fmla="*/ 262382 h 361336"/>
              <a:gd name="connsiteX81" fmla="*/ 60066 w 361670"/>
              <a:gd name="connsiteY81" fmla="*/ 262382 h 361336"/>
              <a:gd name="connsiteX82" fmla="*/ 60066 w 361670"/>
              <a:gd name="connsiteY82" fmla="*/ 202372 h 361336"/>
              <a:gd name="connsiteX83" fmla="*/ 60704 w 361670"/>
              <a:gd name="connsiteY83" fmla="*/ 199819 h 361336"/>
              <a:gd name="connsiteX84" fmla="*/ 61343 w 361670"/>
              <a:gd name="connsiteY84" fmla="*/ 199180 h 361336"/>
              <a:gd name="connsiteX85" fmla="*/ 63261 w 361670"/>
              <a:gd name="connsiteY85" fmla="*/ 197265 h 361336"/>
              <a:gd name="connsiteX86" fmla="*/ 63899 w 361670"/>
              <a:gd name="connsiteY86" fmla="*/ 196627 h 361336"/>
              <a:gd name="connsiteX87" fmla="*/ 117575 w 361670"/>
              <a:gd name="connsiteY87" fmla="*/ 163430 h 361336"/>
              <a:gd name="connsiteX88" fmla="*/ 116936 w 361670"/>
              <a:gd name="connsiteY88" fmla="*/ 106612 h 361336"/>
              <a:gd name="connsiteX89" fmla="*/ 116936 w 361670"/>
              <a:gd name="connsiteY89" fmla="*/ 106612 h 361336"/>
              <a:gd name="connsiteX90" fmla="*/ 117575 w 361670"/>
              <a:gd name="connsiteY90" fmla="*/ 104059 h 361336"/>
              <a:gd name="connsiteX91" fmla="*/ 118214 w 361670"/>
              <a:gd name="connsiteY91" fmla="*/ 103420 h 361336"/>
              <a:gd name="connsiteX92" fmla="*/ 120131 w 361670"/>
              <a:gd name="connsiteY92" fmla="*/ 101505 h 361336"/>
              <a:gd name="connsiteX93" fmla="*/ 120770 w 361670"/>
              <a:gd name="connsiteY93" fmla="*/ 100867 h 361336"/>
              <a:gd name="connsiteX94" fmla="*/ 177640 w 361670"/>
              <a:gd name="connsiteY94" fmla="*/ 66393 h 361336"/>
              <a:gd name="connsiteX95" fmla="*/ 184030 w 361670"/>
              <a:gd name="connsiteY95" fmla="*/ 66393 h 361336"/>
              <a:gd name="connsiteX96" fmla="*/ 243456 w 361670"/>
              <a:gd name="connsiteY96" fmla="*/ 97675 h 361336"/>
              <a:gd name="connsiteX97" fmla="*/ 244096 w 361670"/>
              <a:gd name="connsiteY97" fmla="*/ 98313 h 361336"/>
              <a:gd name="connsiteX98" fmla="*/ 246013 w 361670"/>
              <a:gd name="connsiteY98" fmla="*/ 100228 h 361336"/>
              <a:gd name="connsiteX99" fmla="*/ 246651 w 361670"/>
              <a:gd name="connsiteY99" fmla="*/ 100867 h 361336"/>
              <a:gd name="connsiteX100" fmla="*/ 247291 w 361670"/>
              <a:gd name="connsiteY100" fmla="*/ 103420 h 361336"/>
              <a:gd name="connsiteX101" fmla="*/ 247291 w 361670"/>
              <a:gd name="connsiteY101" fmla="*/ 103420 h 361336"/>
              <a:gd name="connsiteX102" fmla="*/ 247291 w 361670"/>
              <a:gd name="connsiteY102" fmla="*/ 103420 h 361336"/>
              <a:gd name="connsiteX103" fmla="*/ 247291 w 361670"/>
              <a:gd name="connsiteY103" fmla="*/ 103420 h 361336"/>
              <a:gd name="connsiteX104" fmla="*/ 247291 w 361670"/>
              <a:gd name="connsiteY104" fmla="*/ 160238 h 361336"/>
              <a:gd name="connsiteX105" fmla="*/ 302883 w 361670"/>
              <a:gd name="connsiteY105" fmla="*/ 189604 h 361336"/>
              <a:gd name="connsiteX106" fmla="*/ 304161 w 361670"/>
              <a:gd name="connsiteY106" fmla="*/ 190881 h 361336"/>
              <a:gd name="connsiteX107" fmla="*/ 304161 w 361670"/>
              <a:gd name="connsiteY107" fmla="*/ 190881 h 361336"/>
              <a:gd name="connsiteX108" fmla="*/ 305439 w 361670"/>
              <a:gd name="connsiteY108" fmla="*/ 192796 h 361336"/>
              <a:gd name="connsiteX109" fmla="*/ 306078 w 361670"/>
              <a:gd name="connsiteY109" fmla="*/ 194711 h 361336"/>
              <a:gd name="connsiteX110" fmla="*/ 302883 w 361670"/>
              <a:gd name="connsiteY110" fmla="*/ 195988 h 361336"/>
              <a:gd name="connsiteX111" fmla="*/ 302883 w 361670"/>
              <a:gd name="connsiteY111" fmla="*/ 195988 h 361336"/>
              <a:gd name="connsiteX112" fmla="*/ 361670 w 361670"/>
              <a:gd name="connsiteY112" fmla="*/ 180667 h 361336"/>
              <a:gd name="connsiteX113" fmla="*/ 180835 w 361670"/>
              <a:gd name="connsiteY113" fmla="*/ 0 h 361336"/>
              <a:gd name="connsiteX114" fmla="*/ 0 w 361670"/>
              <a:gd name="connsiteY114" fmla="*/ 180667 h 361336"/>
              <a:gd name="connsiteX115" fmla="*/ 180835 w 361670"/>
              <a:gd name="connsiteY115" fmla="*/ 361333 h 361336"/>
              <a:gd name="connsiteX116" fmla="*/ 361670 w 361670"/>
              <a:gd name="connsiteY116" fmla="*/ 180667 h 361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361670" h="361336">
                <a:moveTo>
                  <a:pt x="187225" y="209395"/>
                </a:moveTo>
                <a:lnTo>
                  <a:pt x="187225" y="253444"/>
                </a:lnTo>
                <a:lnTo>
                  <a:pt x="234511" y="278341"/>
                </a:lnTo>
                <a:lnTo>
                  <a:pt x="234511" y="232377"/>
                </a:lnTo>
                <a:lnTo>
                  <a:pt x="187225" y="209395"/>
                </a:lnTo>
                <a:close/>
                <a:moveTo>
                  <a:pt x="127799" y="164068"/>
                </a:moveTo>
                <a:lnTo>
                  <a:pt x="174445" y="188966"/>
                </a:lnTo>
                <a:lnTo>
                  <a:pt x="174445" y="140448"/>
                </a:lnTo>
                <a:lnTo>
                  <a:pt x="127160" y="117465"/>
                </a:lnTo>
                <a:lnTo>
                  <a:pt x="127799" y="164068"/>
                </a:lnTo>
                <a:close/>
                <a:moveTo>
                  <a:pt x="130994" y="234930"/>
                </a:moveTo>
                <a:lnTo>
                  <a:pt x="130994" y="278980"/>
                </a:lnTo>
                <a:lnTo>
                  <a:pt x="174445" y="254082"/>
                </a:lnTo>
                <a:lnTo>
                  <a:pt x="174445" y="210033"/>
                </a:lnTo>
                <a:lnTo>
                  <a:pt x="130994" y="234930"/>
                </a:lnTo>
                <a:close/>
                <a:moveTo>
                  <a:pt x="118214" y="235569"/>
                </a:moveTo>
                <a:lnTo>
                  <a:pt x="70928" y="212587"/>
                </a:lnTo>
                <a:lnTo>
                  <a:pt x="70928" y="258551"/>
                </a:lnTo>
                <a:lnTo>
                  <a:pt x="118214" y="279618"/>
                </a:lnTo>
                <a:lnTo>
                  <a:pt x="118214" y="235569"/>
                </a:lnTo>
                <a:close/>
                <a:moveTo>
                  <a:pt x="122048" y="174921"/>
                </a:moveTo>
                <a:lnTo>
                  <a:pt x="78596" y="201734"/>
                </a:lnTo>
                <a:lnTo>
                  <a:pt x="125243" y="224078"/>
                </a:lnTo>
                <a:lnTo>
                  <a:pt x="168695" y="199180"/>
                </a:lnTo>
                <a:lnTo>
                  <a:pt x="122048" y="174921"/>
                </a:lnTo>
                <a:close/>
                <a:moveTo>
                  <a:pt x="180835" y="128956"/>
                </a:moveTo>
                <a:lnTo>
                  <a:pt x="224287" y="104059"/>
                </a:lnTo>
                <a:lnTo>
                  <a:pt x="178279" y="79800"/>
                </a:lnTo>
                <a:lnTo>
                  <a:pt x="134828" y="106612"/>
                </a:lnTo>
                <a:lnTo>
                  <a:pt x="180835" y="128956"/>
                </a:lnTo>
                <a:close/>
                <a:moveTo>
                  <a:pt x="230677" y="160876"/>
                </a:moveTo>
                <a:lnTo>
                  <a:pt x="230677" y="114273"/>
                </a:lnTo>
                <a:lnTo>
                  <a:pt x="187225" y="139171"/>
                </a:lnTo>
                <a:lnTo>
                  <a:pt x="187225" y="187051"/>
                </a:lnTo>
                <a:lnTo>
                  <a:pt x="230677" y="160876"/>
                </a:lnTo>
                <a:close/>
                <a:moveTo>
                  <a:pt x="240261" y="220886"/>
                </a:moveTo>
                <a:lnTo>
                  <a:pt x="283074" y="195988"/>
                </a:lnTo>
                <a:lnTo>
                  <a:pt x="237067" y="171729"/>
                </a:lnTo>
                <a:lnTo>
                  <a:pt x="194254" y="197903"/>
                </a:lnTo>
                <a:lnTo>
                  <a:pt x="240261" y="220886"/>
                </a:lnTo>
                <a:close/>
                <a:moveTo>
                  <a:pt x="290103" y="252167"/>
                </a:moveTo>
                <a:lnTo>
                  <a:pt x="290103" y="206841"/>
                </a:lnTo>
                <a:lnTo>
                  <a:pt x="247291" y="231738"/>
                </a:lnTo>
                <a:lnTo>
                  <a:pt x="247291" y="277703"/>
                </a:lnTo>
                <a:lnTo>
                  <a:pt x="290103" y="252167"/>
                </a:lnTo>
                <a:close/>
                <a:moveTo>
                  <a:pt x="302883" y="195988"/>
                </a:moveTo>
                <a:cubicBezTo>
                  <a:pt x="302883" y="195988"/>
                  <a:pt x="302883" y="195988"/>
                  <a:pt x="302883" y="195988"/>
                </a:cubicBezTo>
                <a:lnTo>
                  <a:pt x="302883" y="255998"/>
                </a:lnTo>
                <a:cubicBezTo>
                  <a:pt x="302883" y="255998"/>
                  <a:pt x="302883" y="256636"/>
                  <a:pt x="302883" y="256636"/>
                </a:cubicBezTo>
                <a:cubicBezTo>
                  <a:pt x="302883" y="257274"/>
                  <a:pt x="302883" y="257274"/>
                  <a:pt x="302883" y="257913"/>
                </a:cubicBezTo>
                <a:cubicBezTo>
                  <a:pt x="302883" y="258551"/>
                  <a:pt x="302883" y="258551"/>
                  <a:pt x="302244" y="259190"/>
                </a:cubicBezTo>
                <a:cubicBezTo>
                  <a:pt x="302244" y="259828"/>
                  <a:pt x="301605" y="259828"/>
                  <a:pt x="301605" y="260466"/>
                </a:cubicBezTo>
                <a:cubicBezTo>
                  <a:pt x="301605" y="261105"/>
                  <a:pt x="300966" y="261105"/>
                  <a:pt x="300966" y="261105"/>
                </a:cubicBezTo>
                <a:cubicBezTo>
                  <a:pt x="300966" y="261105"/>
                  <a:pt x="300327" y="261743"/>
                  <a:pt x="300327" y="261743"/>
                </a:cubicBezTo>
                <a:lnTo>
                  <a:pt x="244735" y="294940"/>
                </a:lnTo>
                <a:cubicBezTo>
                  <a:pt x="244735" y="294940"/>
                  <a:pt x="244096" y="294940"/>
                  <a:pt x="244096" y="294940"/>
                </a:cubicBezTo>
                <a:cubicBezTo>
                  <a:pt x="243456" y="294940"/>
                  <a:pt x="242818" y="295578"/>
                  <a:pt x="242818" y="295578"/>
                </a:cubicBezTo>
                <a:cubicBezTo>
                  <a:pt x="242818" y="295578"/>
                  <a:pt x="242179" y="295578"/>
                  <a:pt x="242179" y="295578"/>
                </a:cubicBezTo>
                <a:cubicBezTo>
                  <a:pt x="242179" y="295578"/>
                  <a:pt x="242179" y="295578"/>
                  <a:pt x="241540" y="295578"/>
                </a:cubicBezTo>
                <a:lnTo>
                  <a:pt x="241540" y="295578"/>
                </a:lnTo>
                <a:cubicBezTo>
                  <a:pt x="240261" y="295578"/>
                  <a:pt x="238984" y="294940"/>
                  <a:pt x="237706" y="294301"/>
                </a:cubicBezTo>
                <a:lnTo>
                  <a:pt x="182113" y="264935"/>
                </a:lnTo>
                <a:lnTo>
                  <a:pt x="129077" y="295578"/>
                </a:lnTo>
                <a:cubicBezTo>
                  <a:pt x="129077" y="295578"/>
                  <a:pt x="128438" y="295578"/>
                  <a:pt x="128438" y="295578"/>
                </a:cubicBezTo>
                <a:cubicBezTo>
                  <a:pt x="127799" y="295578"/>
                  <a:pt x="127799" y="295578"/>
                  <a:pt x="127160" y="295578"/>
                </a:cubicBezTo>
                <a:cubicBezTo>
                  <a:pt x="126521" y="295578"/>
                  <a:pt x="126521" y="295578"/>
                  <a:pt x="125882" y="295578"/>
                </a:cubicBezTo>
                <a:cubicBezTo>
                  <a:pt x="125882" y="295578"/>
                  <a:pt x="125882" y="295578"/>
                  <a:pt x="125882" y="295578"/>
                </a:cubicBezTo>
                <a:cubicBezTo>
                  <a:pt x="125882" y="295578"/>
                  <a:pt x="125882" y="295578"/>
                  <a:pt x="125882" y="295578"/>
                </a:cubicBezTo>
                <a:lnTo>
                  <a:pt x="125882" y="295578"/>
                </a:lnTo>
                <a:cubicBezTo>
                  <a:pt x="124604" y="295578"/>
                  <a:pt x="123326" y="294940"/>
                  <a:pt x="122687" y="294301"/>
                </a:cubicBezTo>
                <a:lnTo>
                  <a:pt x="63261" y="268127"/>
                </a:lnTo>
                <a:lnTo>
                  <a:pt x="63261" y="268127"/>
                </a:lnTo>
                <a:lnTo>
                  <a:pt x="63261" y="268127"/>
                </a:lnTo>
                <a:cubicBezTo>
                  <a:pt x="63261" y="268127"/>
                  <a:pt x="62621" y="267489"/>
                  <a:pt x="62621" y="267489"/>
                </a:cubicBezTo>
                <a:cubicBezTo>
                  <a:pt x="61982" y="267489"/>
                  <a:pt x="61982" y="266850"/>
                  <a:pt x="61343" y="266850"/>
                </a:cubicBezTo>
                <a:cubicBezTo>
                  <a:pt x="61343" y="266850"/>
                  <a:pt x="60704" y="266212"/>
                  <a:pt x="60704" y="265574"/>
                </a:cubicBezTo>
                <a:cubicBezTo>
                  <a:pt x="60704" y="264935"/>
                  <a:pt x="60066" y="264935"/>
                  <a:pt x="60066" y="264297"/>
                </a:cubicBezTo>
                <a:cubicBezTo>
                  <a:pt x="60066" y="263658"/>
                  <a:pt x="60066" y="263020"/>
                  <a:pt x="60066" y="263020"/>
                </a:cubicBezTo>
                <a:cubicBezTo>
                  <a:pt x="60066" y="263020"/>
                  <a:pt x="60066" y="262382"/>
                  <a:pt x="60066" y="262382"/>
                </a:cubicBezTo>
                <a:lnTo>
                  <a:pt x="60066" y="262382"/>
                </a:lnTo>
                <a:lnTo>
                  <a:pt x="60066" y="262382"/>
                </a:lnTo>
                <a:lnTo>
                  <a:pt x="60066" y="262382"/>
                </a:lnTo>
                <a:lnTo>
                  <a:pt x="60066" y="202372"/>
                </a:lnTo>
                <a:cubicBezTo>
                  <a:pt x="60066" y="201095"/>
                  <a:pt x="60066" y="200457"/>
                  <a:pt x="60704" y="199819"/>
                </a:cubicBezTo>
                <a:cubicBezTo>
                  <a:pt x="60704" y="199819"/>
                  <a:pt x="60704" y="199180"/>
                  <a:pt x="61343" y="199180"/>
                </a:cubicBezTo>
                <a:cubicBezTo>
                  <a:pt x="61982" y="198542"/>
                  <a:pt x="62621" y="197903"/>
                  <a:pt x="63261" y="197265"/>
                </a:cubicBezTo>
                <a:cubicBezTo>
                  <a:pt x="63261" y="197265"/>
                  <a:pt x="63261" y="197265"/>
                  <a:pt x="63899" y="196627"/>
                </a:cubicBezTo>
                <a:lnTo>
                  <a:pt x="117575" y="163430"/>
                </a:lnTo>
                <a:lnTo>
                  <a:pt x="116936" y="106612"/>
                </a:lnTo>
                <a:lnTo>
                  <a:pt x="116936" y="106612"/>
                </a:lnTo>
                <a:cubicBezTo>
                  <a:pt x="116936" y="105336"/>
                  <a:pt x="116936" y="104697"/>
                  <a:pt x="117575" y="104059"/>
                </a:cubicBezTo>
                <a:cubicBezTo>
                  <a:pt x="117575" y="104059"/>
                  <a:pt x="117575" y="103420"/>
                  <a:pt x="118214" y="103420"/>
                </a:cubicBezTo>
                <a:cubicBezTo>
                  <a:pt x="118853" y="102782"/>
                  <a:pt x="119492" y="102144"/>
                  <a:pt x="120131" y="101505"/>
                </a:cubicBezTo>
                <a:cubicBezTo>
                  <a:pt x="120131" y="101505"/>
                  <a:pt x="120131" y="101505"/>
                  <a:pt x="120770" y="100867"/>
                </a:cubicBezTo>
                <a:lnTo>
                  <a:pt x="177640" y="66393"/>
                </a:lnTo>
                <a:cubicBezTo>
                  <a:pt x="179557" y="65116"/>
                  <a:pt x="182113" y="65116"/>
                  <a:pt x="184030" y="66393"/>
                </a:cubicBezTo>
                <a:lnTo>
                  <a:pt x="243456" y="97675"/>
                </a:lnTo>
                <a:cubicBezTo>
                  <a:pt x="243456" y="97675"/>
                  <a:pt x="243456" y="97675"/>
                  <a:pt x="244096" y="98313"/>
                </a:cubicBezTo>
                <a:cubicBezTo>
                  <a:pt x="244735" y="98952"/>
                  <a:pt x="245374" y="99590"/>
                  <a:pt x="246013" y="100228"/>
                </a:cubicBezTo>
                <a:cubicBezTo>
                  <a:pt x="246013" y="100228"/>
                  <a:pt x="246651" y="100867"/>
                  <a:pt x="246651" y="100867"/>
                </a:cubicBezTo>
                <a:cubicBezTo>
                  <a:pt x="247291" y="101505"/>
                  <a:pt x="247291" y="102782"/>
                  <a:pt x="247291" y="103420"/>
                </a:cubicBezTo>
                <a:cubicBezTo>
                  <a:pt x="247291" y="103420"/>
                  <a:pt x="247291" y="103420"/>
                  <a:pt x="247291" y="103420"/>
                </a:cubicBezTo>
                <a:cubicBezTo>
                  <a:pt x="247291" y="103420"/>
                  <a:pt x="247291" y="103420"/>
                  <a:pt x="247291" y="103420"/>
                </a:cubicBezTo>
                <a:cubicBezTo>
                  <a:pt x="247291" y="103420"/>
                  <a:pt x="247291" y="103420"/>
                  <a:pt x="247291" y="103420"/>
                </a:cubicBezTo>
                <a:lnTo>
                  <a:pt x="247291" y="160238"/>
                </a:lnTo>
                <a:lnTo>
                  <a:pt x="302883" y="189604"/>
                </a:lnTo>
                <a:cubicBezTo>
                  <a:pt x="303522" y="190243"/>
                  <a:pt x="304161" y="190243"/>
                  <a:pt x="304161" y="190881"/>
                </a:cubicBezTo>
                <a:cubicBezTo>
                  <a:pt x="304161" y="190881"/>
                  <a:pt x="304161" y="190881"/>
                  <a:pt x="304161" y="190881"/>
                </a:cubicBezTo>
                <a:cubicBezTo>
                  <a:pt x="304800" y="191519"/>
                  <a:pt x="304800" y="192158"/>
                  <a:pt x="305439" y="192796"/>
                </a:cubicBezTo>
                <a:cubicBezTo>
                  <a:pt x="305439" y="193435"/>
                  <a:pt x="306078" y="194073"/>
                  <a:pt x="306078" y="194711"/>
                </a:cubicBezTo>
                <a:cubicBezTo>
                  <a:pt x="302883" y="195350"/>
                  <a:pt x="302883" y="195350"/>
                  <a:pt x="302883" y="195988"/>
                </a:cubicBezTo>
                <a:cubicBezTo>
                  <a:pt x="302883" y="195988"/>
                  <a:pt x="302883" y="195988"/>
                  <a:pt x="302883" y="195988"/>
                </a:cubicBezTo>
                <a:moveTo>
                  <a:pt x="361670" y="180667"/>
                </a:moveTo>
                <a:cubicBezTo>
                  <a:pt x="361670" y="80438"/>
                  <a:pt x="280518" y="0"/>
                  <a:pt x="180835" y="0"/>
                </a:cubicBezTo>
                <a:cubicBezTo>
                  <a:pt x="80513" y="0"/>
                  <a:pt x="0" y="81076"/>
                  <a:pt x="0" y="180667"/>
                </a:cubicBezTo>
                <a:cubicBezTo>
                  <a:pt x="0" y="280895"/>
                  <a:pt x="81152" y="361333"/>
                  <a:pt x="180835" y="361333"/>
                </a:cubicBezTo>
                <a:cubicBezTo>
                  <a:pt x="280518" y="361971"/>
                  <a:pt x="361670" y="280895"/>
                  <a:pt x="361670" y="180667"/>
                </a:cubicBezTo>
              </a:path>
            </a:pathLst>
          </a:custGeom>
          <a:solidFill>
            <a:srgbClr val="00A3E0"/>
          </a:solidFill>
          <a:ln w="6390" cap="flat">
            <a:noFill/>
            <a:prstDash val="solid"/>
            <a:miter/>
          </a:ln>
        </p:spPr>
        <p:txBody>
          <a:bodyPr rtlCol="0" anchor="ctr"/>
          <a:lstStyle/>
          <a:p>
            <a:endParaRPr lang="en-US"/>
          </a:p>
        </p:txBody>
      </p:sp>
      <p:grpSp>
        <p:nvGrpSpPr>
          <p:cNvPr id="989" name="Graphic 4">
            <a:extLst>
              <a:ext uri="{FF2B5EF4-FFF2-40B4-BE49-F238E27FC236}">
                <a16:creationId xmlns:a16="http://schemas.microsoft.com/office/drawing/2014/main" id="{2B6B5E42-7C18-944C-ABC8-CBD18EB81E74}"/>
              </a:ext>
            </a:extLst>
          </p:cNvPr>
          <p:cNvGrpSpPr>
            <a:grpSpLocks noChangeAspect="1"/>
          </p:cNvGrpSpPr>
          <p:nvPr/>
        </p:nvGrpSpPr>
        <p:grpSpPr>
          <a:xfrm>
            <a:off x="5708769" y="4308712"/>
            <a:ext cx="361670" cy="361333"/>
            <a:chOff x="5708769" y="4308712"/>
            <a:chExt cx="361670" cy="361333"/>
          </a:xfrm>
          <a:solidFill>
            <a:srgbClr val="00A3E0"/>
          </a:solidFill>
        </p:grpSpPr>
        <p:sp>
          <p:nvSpPr>
            <p:cNvPr id="990" name="Graphic 4">
              <a:extLst>
                <a:ext uri="{FF2B5EF4-FFF2-40B4-BE49-F238E27FC236}">
                  <a16:creationId xmlns:a16="http://schemas.microsoft.com/office/drawing/2014/main" id="{6DC0F837-7BDA-B64A-9874-F4DC24125630}"/>
                </a:ext>
              </a:extLst>
            </p:cNvPr>
            <p:cNvSpPr/>
            <p:nvPr/>
          </p:nvSpPr>
          <p:spPr>
            <a:xfrm>
              <a:off x="5708769" y="4308712"/>
              <a:ext cx="361670" cy="361333"/>
            </a:xfrm>
            <a:custGeom>
              <a:avLst/>
              <a:gdLst>
                <a:gd name="connsiteX0" fmla="*/ 180835 w 361670"/>
                <a:gd name="connsiteY0" fmla="*/ 349204 h 361333"/>
                <a:gd name="connsiteX1" fmla="*/ 12780 w 361670"/>
                <a:gd name="connsiteY1" fmla="*/ 181305 h 361333"/>
                <a:gd name="connsiteX2" fmla="*/ 180835 w 361670"/>
                <a:gd name="connsiteY2" fmla="*/ 13407 h 361333"/>
                <a:gd name="connsiteX3" fmla="*/ 348890 w 361670"/>
                <a:gd name="connsiteY3" fmla="*/ 181305 h 361333"/>
                <a:gd name="connsiteX4" fmla="*/ 180835 w 361670"/>
                <a:gd name="connsiteY4" fmla="*/ 349204 h 361333"/>
                <a:gd name="connsiteX5" fmla="*/ 180835 w 361670"/>
                <a:gd name="connsiteY5" fmla="*/ 0 h 361333"/>
                <a:gd name="connsiteX6" fmla="*/ 0 w 361670"/>
                <a:gd name="connsiteY6" fmla="*/ 180667 h 361333"/>
                <a:gd name="connsiteX7" fmla="*/ 180835 w 361670"/>
                <a:gd name="connsiteY7" fmla="*/ 361334 h 361333"/>
                <a:gd name="connsiteX8" fmla="*/ 361670 w 361670"/>
                <a:gd name="connsiteY8" fmla="*/ 180667 h 361333"/>
                <a:gd name="connsiteX9" fmla="*/ 180835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349204"/>
                  </a:moveTo>
                  <a:cubicBezTo>
                    <a:pt x="88181" y="349204"/>
                    <a:pt x="12780" y="273873"/>
                    <a:pt x="12780" y="181305"/>
                  </a:cubicBezTo>
                  <a:cubicBezTo>
                    <a:pt x="12780" y="88738"/>
                    <a:pt x="88181" y="13407"/>
                    <a:pt x="180835" y="13407"/>
                  </a:cubicBezTo>
                  <a:cubicBezTo>
                    <a:pt x="273489" y="13407"/>
                    <a:pt x="348890" y="88738"/>
                    <a:pt x="348890" y="181305"/>
                  </a:cubicBezTo>
                  <a:cubicBezTo>
                    <a:pt x="348890" y="273234"/>
                    <a:pt x="273489" y="349204"/>
                    <a:pt x="180835" y="349204"/>
                  </a:cubicBezTo>
                  <a:moveTo>
                    <a:pt x="180835" y="0"/>
                  </a:moveTo>
                  <a:cubicBezTo>
                    <a:pt x="80513" y="0"/>
                    <a:pt x="0" y="81077"/>
                    <a:pt x="0" y="180667"/>
                  </a:cubicBezTo>
                  <a:cubicBezTo>
                    <a:pt x="0" y="280895"/>
                    <a:pt x="81152" y="361334"/>
                    <a:pt x="180835" y="361334"/>
                  </a:cubicBezTo>
                  <a:cubicBezTo>
                    <a:pt x="281157" y="361334"/>
                    <a:pt x="361670" y="280257"/>
                    <a:pt x="361670" y="180667"/>
                  </a:cubicBezTo>
                  <a:cubicBezTo>
                    <a:pt x="361670" y="81077"/>
                    <a:pt x="281157" y="0"/>
                    <a:pt x="180835" y="0"/>
                  </a:cubicBezTo>
                </a:path>
              </a:pathLst>
            </a:custGeom>
            <a:solidFill>
              <a:srgbClr val="00A3E0"/>
            </a:solidFill>
            <a:ln w="6390" cap="flat">
              <a:noFill/>
              <a:prstDash val="solid"/>
              <a:miter/>
            </a:ln>
          </p:spPr>
          <p:txBody>
            <a:bodyPr rtlCol="0" anchor="ctr"/>
            <a:lstStyle/>
            <a:p>
              <a:endParaRPr lang="en-US"/>
            </a:p>
          </p:txBody>
        </p:sp>
        <p:sp>
          <p:nvSpPr>
            <p:cNvPr id="991" name="Graphic 4">
              <a:extLst>
                <a:ext uri="{FF2B5EF4-FFF2-40B4-BE49-F238E27FC236}">
                  <a16:creationId xmlns:a16="http://schemas.microsoft.com/office/drawing/2014/main" id="{0AE2D8EA-CA9C-F14C-915B-C8E86AFD9EEA}"/>
                </a:ext>
              </a:extLst>
            </p:cNvPr>
            <p:cNvSpPr/>
            <p:nvPr/>
          </p:nvSpPr>
          <p:spPr>
            <a:xfrm>
              <a:off x="5782254" y="4382127"/>
              <a:ext cx="214701" cy="214502"/>
            </a:xfrm>
            <a:custGeom>
              <a:avLst/>
              <a:gdLst>
                <a:gd name="connsiteX0" fmla="*/ 201922 w 214701"/>
                <a:gd name="connsiteY0" fmla="*/ 109166 h 214502"/>
                <a:gd name="connsiteX1" fmla="*/ 139301 w 214701"/>
                <a:gd name="connsiteY1" fmla="*/ 137894 h 214502"/>
                <a:gd name="connsiteX2" fmla="*/ 109268 w 214701"/>
                <a:gd name="connsiteY2" fmla="*/ 201734 h 214502"/>
                <a:gd name="connsiteX3" fmla="*/ 106712 w 214701"/>
                <a:gd name="connsiteY3" fmla="*/ 201734 h 214502"/>
                <a:gd name="connsiteX4" fmla="*/ 44730 w 214701"/>
                <a:gd name="connsiteY4" fmla="*/ 178113 h 214502"/>
                <a:gd name="connsiteX5" fmla="*/ 178279 w 214701"/>
                <a:gd name="connsiteY5" fmla="*/ 44688 h 214502"/>
                <a:gd name="connsiteX6" fmla="*/ 201922 w 214701"/>
                <a:gd name="connsiteY6" fmla="*/ 106613 h 214502"/>
                <a:gd name="connsiteX7" fmla="*/ 201922 w 214701"/>
                <a:gd name="connsiteY7" fmla="*/ 109166 h 214502"/>
                <a:gd name="connsiteX8" fmla="*/ 122686 w 214701"/>
                <a:gd name="connsiteY8" fmla="*/ 200457 h 214502"/>
                <a:gd name="connsiteX9" fmla="*/ 148246 w 214701"/>
                <a:gd name="connsiteY9" fmla="*/ 146832 h 214502"/>
                <a:gd name="connsiteX10" fmla="*/ 200644 w 214701"/>
                <a:gd name="connsiteY10" fmla="*/ 121934 h 214502"/>
                <a:gd name="connsiteX11" fmla="*/ 122686 w 214701"/>
                <a:gd name="connsiteY11" fmla="*/ 200457 h 214502"/>
                <a:gd name="connsiteX12" fmla="*/ 12780 w 214701"/>
                <a:gd name="connsiteY12" fmla="*/ 105336 h 214502"/>
                <a:gd name="connsiteX13" fmla="*/ 76679 w 214701"/>
                <a:gd name="connsiteY13" fmla="*/ 75970 h 214502"/>
                <a:gd name="connsiteX14" fmla="*/ 105434 w 214701"/>
                <a:gd name="connsiteY14" fmla="*/ 13407 h 214502"/>
                <a:gd name="connsiteX15" fmla="*/ 107351 w 214701"/>
                <a:gd name="connsiteY15" fmla="*/ 13407 h 214502"/>
                <a:gd name="connsiteX16" fmla="*/ 169333 w 214701"/>
                <a:gd name="connsiteY16" fmla="*/ 37027 h 214502"/>
                <a:gd name="connsiteX17" fmla="*/ 35783 w 214701"/>
                <a:gd name="connsiteY17" fmla="*/ 170452 h 214502"/>
                <a:gd name="connsiteX18" fmla="*/ 12141 w 214701"/>
                <a:gd name="connsiteY18" fmla="*/ 108528 h 214502"/>
                <a:gd name="connsiteX19" fmla="*/ 12780 w 214701"/>
                <a:gd name="connsiteY19" fmla="*/ 105336 h 214502"/>
                <a:gd name="connsiteX20" fmla="*/ 92654 w 214701"/>
                <a:gd name="connsiteY20" fmla="*/ 14045 h 214502"/>
                <a:gd name="connsiteX21" fmla="*/ 67733 w 214701"/>
                <a:gd name="connsiteY21" fmla="*/ 67032 h 214502"/>
                <a:gd name="connsiteX22" fmla="*/ 14058 w 214701"/>
                <a:gd name="connsiteY22" fmla="*/ 92568 h 214502"/>
                <a:gd name="connsiteX23" fmla="*/ 92654 w 214701"/>
                <a:gd name="connsiteY23" fmla="*/ 14045 h 214502"/>
                <a:gd name="connsiteX24" fmla="*/ 107351 w 214701"/>
                <a:gd name="connsiteY24" fmla="*/ 0 h 214502"/>
                <a:gd name="connsiteX25" fmla="*/ 0 w 214701"/>
                <a:gd name="connsiteY25" fmla="*/ 107251 h 214502"/>
                <a:gd name="connsiteX26" fmla="*/ 107351 w 214701"/>
                <a:gd name="connsiteY26" fmla="*/ 214502 h 214502"/>
                <a:gd name="connsiteX27" fmla="*/ 214702 w 214701"/>
                <a:gd name="connsiteY27" fmla="*/ 107251 h 214502"/>
                <a:gd name="connsiteX28" fmla="*/ 107351 w 214701"/>
                <a:gd name="connsiteY28" fmla="*/ 0 h 21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14701" h="214502">
                  <a:moveTo>
                    <a:pt x="201922" y="109166"/>
                  </a:moveTo>
                  <a:cubicBezTo>
                    <a:pt x="191059" y="110443"/>
                    <a:pt x="161665" y="115550"/>
                    <a:pt x="139301" y="137894"/>
                  </a:cubicBezTo>
                  <a:cubicBezTo>
                    <a:pt x="116297" y="160876"/>
                    <a:pt x="110546" y="190881"/>
                    <a:pt x="109268" y="201734"/>
                  </a:cubicBezTo>
                  <a:cubicBezTo>
                    <a:pt x="108629" y="201734"/>
                    <a:pt x="107990" y="201734"/>
                    <a:pt x="106712" y="201734"/>
                  </a:cubicBezTo>
                  <a:cubicBezTo>
                    <a:pt x="83069" y="201734"/>
                    <a:pt x="61343" y="192796"/>
                    <a:pt x="44730" y="178113"/>
                  </a:cubicBezTo>
                  <a:lnTo>
                    <a:pt x="178279" y="44688"/>
                  </a:lnTo>
                  <a:cubicBezTo>
                    <a:pt x="192976" y="61286"/>
                    <a:pt x="201922" y="82992"/>
                    <a:pt x="201922" y="106613"/>
                  </a:cubicBezTo>
                  <a:cubicBezTo>
                    <a:pt x="201922" y="107889"/>
                    <a:pt x="201922" y="108528"/>
                    <a:pt x="201922" y="109166"/>
                  </a:cubicBezTo>
                  <a:moveTo>
                    <a:pt x="122686" y="200457"/>
                  </a:moveTo>
                  <a:cubicBezTo>
                    <a:pt x="124604" y="188966"/>
                    <a:pt x="129716" y="164707"/>
                    <a:pt x="148246" y="146832"/>
                  </a:cubicBezTo>
                  <a:cubicBezTo>
                    <a:pt x="166138" y="128957"/>
                    <a:pt x="189781" y="123849"/>
                    <a:pt x="200644" y="121934"/>
                  </a:cubicBezTo>
                  <a:cubicBezTo>
                    <a:pt x="194893" y="162153"/>
                    <a:pt x="162943" y="194073"/>
                    <a:pt x="122686" y="200457"/>
                  </a:cubicBezTo>
                  <a:moveTo>
                    <a:pt x="12780" y="105336"/>
                  </a:moveTo>
                  <a:cubicBezTo>
                    <a:pt x="24282" y="104059"/>
                    <a:pt x="54314" y="98313"/>
                    <a:pt x="76679" y="75970"/>
                  </a:cubicBezTo>
                  <a:cubicBezTo>
                    <a:pt x="99044" y="52987"/>
                    <a:pt x="104156" y="23621"/>
                    <a:pt x="105434" y="13407"/>
                  </a:cubicBezTo>
                  <a:cubicBezTo>
                    <a:pt x="106073" y="13407"/>
                    <a:pt x="106712" y="13407"/>
                    <a:pt x="107351" y="13407"/>
                  </a:cubicBezTo>
                  <a:cubicBezTo>
                    <a:pt x="130994" y="13407"/>
                    <a:pt x="152719" y="22344"/>
                    <a:pt x="169333" y="37027"/>
                  </a:cubicBezTo>
                  <a:lnTo>
                    <a:pt x="35783" y="170452"/>
                  </a:lnTo>
                  <a:cubicBezTo>
                    <a:pt x="21087" y="153854"/>
                    <a:pt x="12141" y="132149"/>
                    <a:pt x="12141" y="108528"/>
                  </a:cubicBezTo>
                  <a:cubicBezTo>
                    <a:pt x="12780" y="106613"/>
                    <a:pt x="12780" y="105974"/>
                    <a:pt x="12780" y="105336"/>
                  </a:cubicBezTo>
                  <a:moveTo>
                    <a:pt x="92654" y="14045"/>
                  </a:moveTo>
                  <a:cubicBezTo>
                    <a:pt x="91376" y="24898"/>
                    <a:pt x="85625" y="48519"/>
                    <a:pt x="67733" y="67032"/>
                  </a:cubicBezTo>
                  <a:cubicBezTo>
                    <a:pt x="49841" y="85546"/>
                    <a:pt x="25560" y="90653"/>
                    <a:pt x="14058" y="92568"/>
                  </a:cubicBezTo>
                  <a:cubicBezTo>
                    <a:pt x="20447" y="52349"/>
                    <a:pt x="52397" y="20429"/>
                    <a:pt x="92654" y="14045"/>
                  </a:cubicBezTo>
                  <a:moveTo>
                    <a:pt x="107351" y="0"/>
                  </a:moveTo>
                  <a:cubicBezTo>
                    <a:pt x="47925" y="0"/>
                    <a:pt x="0" y="48519"/>
                    <a:pt x="0" y="107251"/>
                  </a:cubicBezTo>
                  <a:cubicBezTo>
                    <a:pt x="0" y="166622"/>
                    <a:pt x="48563" y="214502"/>
                    <a:pt x="107351" y="214502"/>
                  </a:cubicBezTo>
                  <a:cubicBezTo>
                    <a:pt x="166777" y="214502"/>
                    <a:pt x="214702" y="165984"/>
                    <a:pt x="214702" y="107251"/>
                  </a:cubicBezTo>
                  <a:cubicBezTo>
                    <a:pt x="214702" y="47880"/>
                    <a:pt x="166777" y="0"/>
                    <a:pt x="107351" y="0"/>
                  </a:cubicBezTo>
                </a:path>
              </a:pathLst>
            </a:custGeom>
            <a:solidFill>
              <a:srgbClr val="00A3E0"/>
            </a:solidFill>
            <a:ln w="6390" cap="flat">
              <a:noFill/>
              <a:prstDash val="solid"/>
              <a:miter/>
            </a:ln>
          </p:spPr>
          <p:txBody>
            <a:bodyPr rtlCol="0" anchor="ctr"/>
            <a:lstStyle/>
            <a:p>
              <a:endParaRPr lang="en-US"/>
            </a:p>
          </p:txBody>
        </p:sp>
      </p:grpSp>
      <p:grpSp>
        <p:nvGrpSpPr>
          <p:cNvPr id="992" name="Graphic 4">
            <a:extLst>
              <a:ext uri="{FF2B5EF4-FFF2-40B4-BE49-F238E27FC236}">
                <a16:creationId xmlns:a16="http://schemas.microsoft.com/office/drawing/2014/main" id="{2A2F66BC-D217-0245-8332-AE6210003D4F}"/>
              </a:ext>
            </a:extLst>
          </p:cNvPr>
          <p:cNvGrpSpPr>
            <a:grpSpLocks noChangeAspect="1"/>
          </p:cNvGrpSpPr>
          <p:nvPr/>
        </p:nvGrpSpPr>
        <p:grpSpPr>
          <a:xfrm>
            <a:off x="6147119" y="4308712"/>
            <a:ext cx="361670" cy="361333"/>
            <a:chOff x="6147119" y="4308712"/>
            <a:chExt cx="361670" cy="361333"/>
          </a:xfrm>
          <a:solidFill>
            <a:srgbClr val="00A3E0"/>
          </a:solidFill>
        </p:grpSpPr>
        <p:sp>
          <p:nvSpPr>
            <p:cNvPr id="993" name="Graphic 4">
              <a:extLst>
                <a:ext uri="{FF2B5EF4-FFF2-40B4-BE49-F238E27FC236}">
                  <a16:creationId xmlns:a16="http://schemas.microsoft.com/office/drawing/2014/main" id="{2B3CC6FB-5EEE-BA48-AC34-CF358A71ABAE}"/>
                </a:ext>
              </a:extLst>
            </p:cNvPr>
            <p:cNvSpPr/>
            <p:nvPr/>
          </p:nvSpPr>
          <p:spPr>
            <a:xfrm>
              <a:off x="6343290" y="4504062"/>
              <a:ext cx="77957" cy="78522"/>
            </a:xfrm>
            <a:custGeom>
              <a:avLst/>
              <a:gdLst>
                <a:gd name="connsiteX0" fmla="*/ 25560 w 77957"/>
                <a:gd name="connsiteY0" fmla="*/ 24897 h 78522"/>
                <a:gd name="connsiteX1" fmla="*/ 0 w 77957"/>
                <a:gd name="connsiteY1" fmla="*/ 78523 h 78522"/>
                <a:gd name="connsiteX2" fmla="*/ 77957 w 77957"/>
                <a:gd name="connsiteY2" fmla="*/ 0 h 78522"/>
                <a:gd name="connsiteX3" fmla="*/ 25560 w 77957"/>
                <a:gd name="connsiteY3" fmla="*/ 24897 h 78522"/>
              </a:gdLst>
              <a:ahLst/>
              <a:cxnLst>
                <a:cxn ang="0">
                  <a:pos x="connsiteX0" y="connsiteY0"/>
                </a:cxn>
                <a:cxn ang="0">
                  <a:pos x="connsiteX1" y="connsiteY1"/>
                </a:cxn>
                <a:cxn ang="0">
                  <a:pos x="connsiteX2" y="connsiteY2"/>
                </a:cxn>
                <a:cxn ang="0">
                  <a:pos x="connsiteX3" y="connsiteY3"/>
                </a:cxn>
              </a:cxnLst>
              <a:rect l="l" t="t" r="r" b="b"/>
              <a:pathLst>
                <a:path w="77957" h="78522">
                  <a:moveTo>
                    <a:pt x="25560" y="24897"/>
                  </a:moveTo>
                  <a:cubicBezTo>
                    <a:pt x="7029" y="42772"/>
                    <a:pt x="1278" y="67670"/>
                    <a:pt x="0" y="78523"/>
                  </a:cubicBezTo>
                  <a:cubicBezTo>
                    <a:pt x="40257" y="72139"/>
                    <a:pt x="71567" y="40219"/>
                    <a:pt x="77957" y="0"/>
                  </a:cubicBezTo>
                  <a:cubicBezTo>
                    <a:pt x="67094" y="1915"/>
                    <a:pt x="43451" y="7022"/>
                    <a:pt x="25560" y="24897"/>
                  </a:cubicBezTo>
                </a:path>
              </a:pathLst>
            </a:custGeom>
            <a:solidFill>
              <a:srgbClr val="00A3E0"/>
            </a:solidFill>
            <a:ln w="6390" cap="flat">
              <a:noFill/>
              <a:prstDash val="solid"/>
              <a:miter/>
            </a:ln>
          </p:spPr>
          <p:txBody>
            <a:bodyPr rtlCol="0" anchor="ctr"/>
            <a:lstStyle/>
            <a:p>
              <a:endParaRPr lang="en-US"/>
            </a:p>
          </p:txBody>
        </p:sp>
        <p:sp>
          <p:nvSpPr>
            <p:cNvPr id="994" name="Graphic 4">
              <a:extLst>
                <a:ext uri="{FF2B5EF4-FFF2-40B4-BE49-F238E27FC236}">
                  <a16:creationId xmlns:a16="http://schemas.microsoft.com/office/drawing/2014/main" id="{8F743219-7559-DD47-AA83-216D1B41E4CB}"/>
                </a:ext>
              </a:extLst>
            </p:cNvPr>
            <p:cNvSpPr/>
            <p:nvPr/>
          </p:nvSpPr>
          <p:spPr>
            <a:xfrm>
              <a:off x="6233383" y="4394895"/>
              <a:ext cx="156553" cy="155769"/>
            </a:xfrm>
            <a:custGeom>
              <a:avLst/>
              <a:gdLst>
                <a:gd name="connsiteX0" fmla="*/ 156553 w 156553"/>
                <a:gd name="connsiteY0" fmla="*/ 23621 h 155769"/>
                <a:gd name="connsiteX1" fmla="*/ 94571 w 156553"/>
                <a:gd name="connsiteY1" fmla="*/ 0 h 155769"/>
                <a:gd name="connsiteX2" fmla="*/ 92654 w 156553"/>
                <a:gd name="connsiteY2" fmla="*/ 0 h 155769"/>
                <a:gd name="connsiteX3" fmla="*/ 63899 w 156553"/>
                <a:gd name="connsiteY3" fmla="*/ 62563 h 155769"/>
                <a:gd name="connsiteX4" fmla="*/ 0 w 156553"/>
                <a:gd name="connsiteY4" fmla="*/ 91930 h 155769"/>
                <a:gd name="connsiteX5" fmla="*/ 0 w 156553"/>
                <a:gd name="connsiteY5" fmla="*/ 93845 h 155769"/>
                <a:gd name="connsiteX6" fmla="*/ 23643 w 156553"/>
                <a:gd name="connsiteY6" fmla="*/ 155769 h 155769"/>
                <a:gd name="connsiteX7" fmla="*/ 156553 w 156553"/>
                <a:gd name="connsiteY7" fmla="*/ 23621 h 155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553" h="155769">
                  <a:moveTo>
                    <a:pt x="156553" y="23621"/>
                  </a:moveTo>
                  <a:cubicBezTo>
                    <a:pt x="139940" y="8938"/>
                    <a:pt x="118214" y="0"/>
                    <a:pt x="94571" y="0"/>
                  </a:cubicBezTo>
                  <a:cubicBezTo>
                    <a:pt x="93932" y="0"/>
                    <a:pt x="93293" y="0"/>
                    <a:pt x="92654" y="0"/>
                  </a:cubicBezTo>
                  <a:cubicBezTo>
                    <a:pt x="91376" y="10853"/>
                    <a:pt x="86264" y="40219"/>
                    <a:pt x="63899" y="62563"/>
                  </a:cubicBezTo>
                  <a:cubicBezTo>
                    <a:pt x="41535" y="85546"/>
                    <a:pt x="10863" y="90653"/>
                    <a:pt x="0" y="91930"/>
                  </a:cubicBezTo>
                  <a:cubicBezTo>
                    <a:pt x="0" y="92568"/>
                    <a:pt x="0" y="93206"/>
                    <a:pt x="0" y="93845"/>
                  </a:cubicBezTo>
                  <a:cubicBezTo>
                    <a:pt x="0" y="117465"/>
                    <a:pt x="8946" y="139171"/>
                    <a:pt x="23643" y="155769"/>
                  </a:cubicBezTo>
                  <a:lnTo>
                    <a:pt x="156553" y="23621"/>
                  </a:lnTo>
                  <a:close/>
                </a:path>
              </a:pathLst>
            </a:custGeom>
            <a:solidFill>
              <a:srgbClr val="00A3E0"/>
            </a:solidFill>
            <a:ln w="6390" cap="flat">
              <a:noFill/>
              <a:prstDash val="solid"/>
              <a:miter/>
            </a:ln>
          </p:spPr>
          <p:txBody>
            <a:bodyPr rtlCol="0" anchor="ctr"/>
            <a:lstStyle/>
            <a:p>
              <a:endParaRPr lang="en-US"/>
            </a:p>
          </p:txBody>
        </p:sp>
        <p:sp>
          <p:nvSpPr>
            <p:cNvPr id="995" name="Graphic 4">
              <a:extLst>
                <a:ext uri="{FF2B5EF4-FFF2-40B4-BE49-F238E27FC236}">
                  <a16:creationId xmlns:a16="http://schemas.microsoft.com/office/drawing/2014/main" id="{121EDB40-0A9F-8D4E-900A-451438A65C74}"/>
                </a:ext>
              </a:extLst>
            </p:cNvPr>
            <p:cNvSpPr/>
            <p:nvPr/>
          </p:nvSpPr>
          <p:spPr>
            <a:xfrm>
              <a:off x="6234022" y="4395534"/>
              <a:ext cx="78596" cy="78522"/>
            </a:xfrm>
            <a:custGeom>
              <a:avLst/>
              <a:gdLst>
                <a:gd name="connsiteX0" fmla="*/ 53676 w 78596"/>
                <a:gd name="connsiteY0" fmla="*/ 52987 h 78522"/>
                <a:gd name="connsiteX1" fmla="*/ 78597 w 78596"/>
                <a:gd name="connsiteY1" fmla="*/ 0 h 78522"/>
                <a:gd name="connsiteX2" fmla="*/ 0 w 78596"/>
                <a:gd name="connsiteY2" fmla="*/ 78523 h 78522"/>
                <a:gd name="connsiteX3" fmla="*/ 53676 w 78596"/>
                <a:gd name="connsiteY3" fmla="*/ 52987 h 78522"/>
              </a:gdLst>
              <a:ahLst/>
              <a:cxnLst>
                <a:cxn ang="0">
                  <a:pos x="connsiteX0" y="connsiteY0"/>
                </a:cxn>
                <a:cxn ang="0">
                  <a:pos x="connsiteX1" y="connsiteY1"/>
                </a:cxn>
                <a:cxn ang="0">
                  <a:pos x="connsiteX2" y="connsiteY2"/>
                </a:cxn>
                <a:cxn ang="0">
                  <a:pos x="connsiteX3" y="connsiteY3"/>
                </a:cxn>
              </a:cxnLst>
              <a:rect l="l" t="t" r="r" b="b"/>
              <a:pathLst>
                <a:path w="78596" h="78522">
                  <a:moveTo>
                    <a:pt x="53676" y="52987"/>
                  </a:moveTo>
                  <a:cubicBezTo>
                    <a:pt x="71567" y="34473"/>
                    <a:pt x="77318" y="10852"/>
                    <a:pt x="78597" y="0"/>
                  </a:cubicBezTo>
                  <a:cubicBezTo>
                    <a:pt x="38340" y="6384"/>
                    <a:pt x="6390" y="38304"/>
                    <a:pt x="0" y="78523"/>
                  </a:cubicBezTo>
                  <a:cubicBezTo>
                    <a:pt x="11502" y="77246"/>
                    <a:pt x="35784" y="71500"/>
                    <a:pt x="53676" y="52987"/>
                  </a:cubicBezTo>
                </a:path>
              </a:pathLst>
            </a:custGeom>
            <a:solidFill>
              <a:srgbClr val="00A3E0"/>
            </a:solidFill>
            <a:ln w="6390" cap="flat">
              <a:noFill/>
              <a:prstDash val="solid"/>
              <a:miter/>
            </a:ln>
          </p:spPr>
          <p:txBody>
            <a:bodyPr rtlCol="0" anchor="ctr"/>
            <a:lstStyle/>
            <a:p>
              <a:endParaRPr lang="en-US"/>
            </a:p>
          </p:txBody>
        </p:sp>
        <p:sp>
          <p:nvSpPr>
            <p:cNvPr id="996" name="Graphic 4">
              <a:extLst>
                <a:ext uri="{FF2B5EF4-FFF2-40B4-BE49-F238E27FC236}">
                  <a16:creationId xmlns:a16="http://schemas.microsoft.com/office/drawing/2014/main" id="{EBE54CE4-1721-9E47-9FEB-ACB3C57B0CBA}"/>
                </a:ext>
              </a:extLst>
            </p:cNvPr>
            <p:cNvSpPr/>
            <p:nvPr/>
          </p:nvSpPr>
          <p:spPr>
            <a:xfrm>
              <a:off x="6147119" y="4308712"/>
              <a:ext cx="361670" cy="361333"/>
            </a:xfrm>
            <a:custGeom>
              <a:avLst/>
              <a:gdLst>
                <a:gd name="connsiteX0" fmla="*/ 180835 w 361670"/>
                <a:gd name="connsiteY0" fmla="*/ 287918 h 361333"/>
                <a:gd name="connsiteX1" fmla="*/ 73484 w 361670"/>
                <a:gd name="connsiteY1" fmla="*/ 180667 h 361333"/>
                <a:gd name="connsiteX2" fmla="*/ 180835 w 361670"/>
                <a:gd name="connsiteY2" fmla="*/ 73416 h 361333"/>
                <a:gd name="connsiteX3" fmla="*/ 288186 w 361670"/>
                <a:gd name="connsiteY3" fmla="*/ 180667 h 361333"/>
                <a:gd name="connsiteX4" fmla="*/ 180835 w 361670"/>
                <a:gd name="connsiteY4" fmla="*/ 287918 h 361333"/>
                <a:gd name="connsiteX5" fmla="*/ 180835 w 361670"/>
                <a:gd name="connsiteY5" fmla="*/ 0 h 361333"/>
                <a:gd name="connsiteX6" fmla="*/ 0 w 361670"/>
                <a:gd name="connsiteY6" fmla="*/ 180667 h 361333"/>
                <a:gd name="connsiteX7" fmla="*/ 180835 w 361670"/>
                <a:gd name="connsiteY7" fmla="*/ 361334 h 361333"/>
                <a:gd name="connsiteX8" fmla="*/ 361670 w 361670"/>
                <a:gd name="connsiteY8" fmla="*/ 180667 h 361333"/>
                <a:gd name="connsiteX9" fmla="*/ 180835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287918"/>
                  </a:moveTo>
                  <a:cubicBezTo>
                    <a:pt x="121409" y="287918"/>
                    <a:pt x="73484" y="240038"/>
                    <a:pt x="73484" y="180667"/>
                  </a:cubicBezTo>
                  <a:cubicBezTo>
                    <a:pt x="73484" y="121296"/>
                    <a:pt x="122048" y="73416"/>
                    <a:pt x="180835" y="73416"/>
                  </a:cubicBezTo>
                  <a:cubicBezTo>
                    <a:pt x="239623" y="73416"/>
                    <a:pt x="288186" y="121934"/>
                    <a:pt x="288186" y="180667"/>
                  </a:cubicBezTo>
                  <a:cubicBezTo>
                    <a:pt x="288186" y="240038"/>
                    <a:pt x="239623" y="287918"/>
                    <a:pt x="180835" y="287918"/>
                  </a:cubicBezTo>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1670" y="81077"/>
                    <a:pt x="280518" y="0"/>
                    <a:pt x="180835" y="0"/>
                  </a:cubicBezTo>
                </a:path>
              </a:pathLst>
            </a:custGeom>
            <a:solidFill>
              <a:srgbClr val="00A3E0"/>
            </a:solidFill>
            <a:ln w="6390" cap="flat">
              <a:noFill/>
              <a:prstDash val="solid"/>
              <a:miter/>
            </a:ln>
          </p:spPr>
          <p:txBody>
            <a:bodyPr rtlCol="0" anchor="ctr"/>
            <a:lstStyle/>
            <a:p>
              <a:endParaRPr lang="en-US"/>
            </a:p>
          </p:txBody>
        </p:sp>
        <p:sp>
          <p:nvSpPr>
            <p:cNvPr id="997" name="Graphic 4">
              <a:extLst>
                <a:ext uri="{FF2B5EF4-FFF2-40B4-BE49-F238E27FC236}">
                  <a16:creationId xmlns:a16="http://schemas.microsoft.com/office/drawing/2014/main" id="{88182843-17E0-4E40-88DC-642D51935EE1}"/>
                </a:ext>
              </a:extLst>
            </p:cNvPr>
            <p:cNvSpPr/>
            <p:nvPr/>
          </p:nvSpPr>
          <p:spPr>
            <a:xfrm>
              <a:off x="6265333" y="4428092"/>
              <a:ext cx="157192" cy="156407"/>
            </a:xfrm>
            <a:custGeom>
              <a:avLst/>
              <a:gdLst>
                <a:gd name="connsiteX0" fmla="*/ 0 w 157192"/>
                <a:gd name="connsiteY0" fmla="*/ 132787 h 156407"/>
                <a:gd name="connsiteX1" fmla="*/ 61982 w 157192"/>
                <a:gd name="connsiteY1" fmla="*/ 156408 h 156407"/>
                <a:gd name="connsiteX2" fmla="*/ 64538 w 157192"/>
                <a:gd name="connsiteY2" fmla="*/ 156408 h 156407"/>
                <a:gd name="connsiteX3" fmla="*/ 94571 w 157192"/>
                <a:gd name="connsiteY3" fmla="*/ 92568 h 156407"/>
                <a:gd name="connsiteX4" fmla="*/ 157192 w 157192"/>
                <a:gd name="connsiteY4" fmla="*/ 63840 h 156407"/>
                <a:gd name="connsiteX5" fmla="*/ 157192 w 157192"/>
                <a:gd name="connsiteY5" fmla="*/ 61925 h 156407"/>
                <a:gd name="connsiteX6" fmla="*/ 133550 w 157192"/>
                <a:gd name="connsiteY6" fmla="*/ 0 h 156407"/>
                <a:gd name="connsiteX7" fmla="*/ 0 w 157192"/>
                <a:gd name="connsiteY7" fmla="*/ 132787 h 156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7192" h="156407">
                  <a:moveTo>
                    <a:pt x="0" y="132787"/>
                  </a:moveTo>
                  <a:cubicBezTo>
                    <a:pt x="16614" y="147470"/>
                    <a:pt x="38340" y="156408"/>
                    <a:pt x="61982" y="156408"/>
                  </a:cubicBezTo>
                  <a:cubicBezTo>
                    <a:pt x="62621" y="156408"/>
                    <a:pt x="63261" y="156408"/>
                    <a:pt x="64538" y="156408"/>
                  </a:cubicBezTo>
                  <a:cubicBezTo>
                    <a:pt x="65816" y="145555"/>
                    <a:pt x="70928" y="114912"/>
                    <a:pt x="94571" y="92568"/>
                  </a:cubicBezTo>
                  <a:cubicBezTo>
                    <a:pt x="116936" y="70224"/>
                    <a:pt x="146330" y="65117"/>
                    <a:pt x="157192" y="63840"/>
                  </a:cubicBezTo>
                  <a:cubicBezTo>
                    <a:pt x="157192" y="63202"/>
                    <a:pt x="157192" y="62563"/>
                    <a:pt x="157192" y="61925"/>
                  </a:cubicBezTo>
                  <a:cubicBezTo>
                    <a:pt x="157192" y="38304"/>
                    <a:pt x="148247" y="16598"/>
                    <a:pt x="133550" y="0"/>
                  </a:cubicBezTo>
                  <a:lnTo>
                    <a:pt x="0" y="132787"/>
                  </a:lnTo>
                  <a:close/>
                </a:path>
              </a:pathLst>
            </a:custGeom>
            <a:solidFill>
              <a:srgbClr val="00A3E0"/>
            </a:solidFill>
            <a:ln w="6390" cap="flat">
              <a:noFill/>
              <a:prstDash val="solid"/>
              <a:miter/>
            </a:ln>
          </p:spPr>
          <p:txBody>
            <a:bodyPr rtlCol="0" anchor="ctr"/>
            <a:lstStyle/>
            <a:p>
              <a:endParaRPr lang="en-US"/>
            </a:p>
          </p:txBody>
        </p:sp>
      </p:grpSp>
      <p:grpSp>
        <p:nvGrpSpPr>
          <p:cNvPr id="998" name="Graphic 4">
            <a:extLst>
              <a:ext uri="{FF2B5EF4-FFF2-40B4-BE49-F238E27FC236}">
                <a16:creationId xmlns:a16="http://schemas.microsoft.com/office/drawing/2014/main" id="{502B9BEE-AE0B-B146-BF66-5E931E8CEFFE}"/>
              </a:ext>
            </a:extLst>
          </p:cNvPr>
          <p:cNvGrpSpPr>
            <a:grpSpLocks noChangeAspect="1"/>
          </p:cNvGrpSpPr>
          <p:nvPr/>
        </p:nvGrpSpPr>
        <p:grpSpPr>
          <a:xfrm>
            <a:off x="1515054" y="1893013"/>
            <a:ext cx="361670" cy="361333"/>
            <a:chOff x="1515054" y="1893013"/>
            <a:chExt cx="361670" cy="361333"/>
          </a:xfrm>
          <a:solidFill>
            <a:srgbClr val="005587"/>
          </a:solidFill>
        </p:grpSpPr>
        <p:sp>
          <p:nvSpPr>
            <p:cNvPr id="999" name="Graphic 4">
              <a:extLst>
                <a:ext uri="{FF2B5EF4-FFF2-40B4-BE49-F238E27FC236}">
                  <a16:creationId xmlns:a16="http://schemas.microsoft.com/office/drawing/2014/main" id="{194912A4-782D-434F-AD64-C25F75D09635}"/>
                </a:ext>
              </a:extLst>
            </p:cNvPr>
            <p:cNvSpPr/>
            <p:nvPr/>
          </p:nvSpPr>
          <p:spPr>
            <a:xfrm>
              <a:off x="1515054"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5587"/>
            </a:solidFill>
            <a:ln w="6390" cap="flat">
              <a:noFill/>
              <a:prstDash val="solid"/>
              <a:miter/>
            </a:ln>
          </p:spPr>
          <p:txBody>
            <a:bodyPr rtlCol="0" anchor="ctr"/>
            <a:lstStyle/>
            <a:p>
              <a:endParaRPr lang="en-US"/>
            </a:p>
          </p:txBody>
        </p:sp>
        <p:sp>
          <p:nvSpPr>
            <p:cNvPr id="1000" name="Graphic 4">
              <a:extLst>
                <a:ext uri="{FF2B5EF4-FFF2-40B4-BE49-F238E27FC236}">
                  <a16:creationId xmlns:a16="http://schemas.microsoft.com/office/drawing/2014/main" id="{1B7C4119-ACB3-7144-AF0A-22D1755EEB65}"/>
                </a:ext>
              </a:extLst>
            </p:cNvPr>
            <p:cNvSpPr/>
            <p:nvPr/>
          </p:nvSpPr>
          <p:spPr>
            <a:xfrm>
              <a:off x="1642213" y="1956853"/>
              <a:ext cx="107989" cy="234292"/>
            </a:xfrm>
            <a:custGeom>
              <a:avLst/>
              <a:gdLst>
                <a:gd name="connsiteX0" fmla="*/ 100961 w 107989"/>
                <a:gd name="connsiteY0" fmla="*/ 189604 h 234292"/>
                <a:gd name="connsiteX1" fmla="*/ 97766 w 107989"/>
                <a:gd name="connsiteY1" fmla="*/ 189604 h 234292"/>
                <a:gd name="connsiteX2" fmla="*/ 76040 w 107989"/>
                <a:gd name="connsiteY2" fmla="*/ 103421 h 234292"/>
                <a:gd name="connsiteX3" fmla="*/ 91376 w 107989"/>
                <a:gd name="connsiteY3" fmla="*/ 69585 h 234292"/>
                <a:gd name="connsiteX4" fmla="*/ 68372 w 107989"/>
                <a:gd name="connsiteY4" fmla="*/ 38304 h 234292"/>
                <a:gd name="connsiteX5" fmla="*/ 75401 w 107989"/>
                <a:gd name="connsiteY5" fmla="*/ 22344 h 234292"/>
                <a:gd name="connsiteX6" fmla="*/ 53036 w 107989"/>
                <a:gd name="connsiteY6" fmla="*/ 0 h 234292"/>
                <a:gd name="connsiteX7" fmla="*/ 30672 w 107989"/>
                <a:gd name="connsiteY7" fmla="*/ 22344 h 234292"/>
                <a:gd name="connsiteX8" fmla="*/ 37701 w 107989"/>
                <a:gd name="connsiteY8" fmla="*/ 38304 h 234292"/>
                <a:gd name="connsiteX9" fmla="*/ 14697 w 107989"/>
                <a:gd name="connsiteY9" fmla="*/ 69585 h 234292"/>
                <a:gd name="connsiteX10" fmla="*/ 30033 w 107989"/>
                <a:gd name="connsiteY10" fmla="*/ 103421 h 234292"/>
                <a:gd name="connsiteX11" fmla="*/ 8307 w 107989"/>
                <a:gd name="connsiteY11" fmla="*/ 189604 h 234292"/>
                <a:gd name="connsiteX12" fmla="*/ 6390 w 107989"/>
                <a:gd name="connsiteY12" fmla="*/ 189604 h 234292"/>
                <a:gd name="connsiteX13" fmla="*/ 0 w 107989"/>
                <a:gd name="connsiteY13" fmla="*/ 195988 h 234292"/>
                <a:gd name="connsiteX14" fmla="*/ 0 w 107989"/>
                <a:gd name="connsiteY14" fmla="*/ 227908 h 234292"/>
                <a:gd name="connsiteX15" fmla="*/ 6390 w 107989"/>
                <a:gd name="connsiteY15" fmla="*/ 234292 h 234292"/>
                <a:gd name="connsiteX16" fmla="*/ 101600 w 107989"/>
                <a:gd name="connsiteY16" fmla="*/ 234292 h 234292"/>
                <a:gd name="connsiteX17" fmla="*/ 107990 w 107989"/>
                <a:gd name="connsiteY17" fmla="*/ 227908 h 234292"/>
                <a:gd name="connsiteX18" fmla="*/ 107990 w 107989"/>
                <a:gd name="connsiteY18" fmla="*/ 195988 h 234292"/>
                <a:gd name="connsiteX19" fmla="*/ 100961 w 107989"/>
                <a:gd name="connsiteY19" fmla="*/ 189604 h 234292"/>
                <a:gd name="connsiteX20" fmla="*/ 53675 w 107989"/>
                <a:gd name="connsiteY20" fmla="*/ 12768 h 234292"/>
                <a:gd name="connsiteX21" fmla="*/ 63260 w 107989"/>
                <a:gd name="connsiteY21" fmla="*/ 22344 h 234292"/>
                <a:gd name="connsiteX22" fmla="*/ 53675 w 107989"/>
                <a:gd name="connsiteY22" fmla="*/ 31920 h 234292"/>
                <a:gd name="connsiteX23" fmla="*/ 44091 w 107989"/>
                <a:gd name="connsiteY23" fmla="*/ 22344 h 234292"/>
                <a:gd name="connsiteX24" fmla="*/ 53675 w 107989"/>
                <a:gd name="connsiteY24" fmla="*/ 12768 h 234292"/>
                <a:gd name="connsiteX25" fmla="*/ 28116 w 107989"/>
                <a:gd name="connsiteY25" fmla="*/ 69585 h 234292"/>
                <a:gd name="connsiteX26" fmla="*/ 53036 w 107989"/>
                <a:gd name="connsiteY26" fmla="*/ 44688 h 234292"/>
                <a:gd name="connsiteX27" fmla="*/ 68372 w 107989"/>
                <a:gd name="connsiteY27" fmla="*/ 52987 h 234292"/>
                <a:gd name="connsiteX28" fmla="*/ 56870 w 107989"/>
                <a:gd name="connsiteY28" fmla="*/ 64478 h 234292"/>
                <a:gd name="connsiteX29" fmla="*/ 56870 w 107989"/>
                <a:gd name="connsiteY29" fmla="*/ 73416 h 234292"/>
                <a:gd name="connsiteX30" fmla="*/ 61343 w 107989"/>
                <a:gd name="connsiteY30" fmla="*/ 75331 h 234292"/>
                <a:gd name="connsiteX31" fmla="*/ 65816 w 107989"/>
                <a:gd name="connsiteY31" fmla="*/ 73416 h 234292"/>
                <a:gd name="connsiteX32" fmla="*/ 76679 w 107989"/>
                <a:gd name="connsiteY32" fmla="*/ 62563 h 234292"/>
                <a:gd name="connsiteX33" fmla="*/ 78596 w 107989"/>
                <a:gd name="connsiteY33" fmla="*/ 68947 h 234292"/>
                <a:gd name="connsiteX34" fmla="*/ 67094 w 107989"/>
                <a:gd name="connsiteY34" fmla="*/ 94483 h 234292"/>
                <a:gd name="connsiteX35" fmla="*/ 40257 w 107989"/>
                <a:gd name="connsiteY35" fmla="*/ 94483 h 234292"/>
                <a:gd name="connsiteX36" fmla="*/ 28116 w 107989"/>
                <a:gd name="connsiteY36" fmla="*/ 69585 h 234292"/>
                <a:gd name="connsiteX37" fmla="*/ 42813 w 107989"/>
                <a:gd name="connsiteY37" fmla="*/ 107889 h 234292"/>
                <a:gd name="connsiteX38" fmla="*/ 64538 w 107989"/>
                <a:gd name="connsiteY38" fmla="*/ 107889 h 234292"/>
                <a:gd name="connsiteX39" fmla="*/ 84986 w 107989"/>
                <a:gd name="connsiteY39" fmla="*/ 190243 h 234292"/>
                <a:gd name="connsiteX40" fmla="*/ 22365 w 107989"/>
                <a:gd name="connsiteY40" fmla="*/ 190243 h 234292"/>
                <a:gd name="connsiteX41" fmla="*/ 42813 w 107989"/>
                <a:gd name="connsiteY41" fmla="*/ 107889 h 234292"/>
                <a:gd name="connsiteX42" fmla="*/ 94571 w 107989"/>
                <a:gd name="connsiteY42" fmla="*/ 221524 h 234292"/>
                <a:gd name="connsiteX43" fmla="*/ 12780 w 107989"/>
                <a:gd name="connsiteY43" fmla="*/ 221524 h 234292"/>
                <a:gd name="connsiteX44" fmla="*/ 12780 w 107989"/>
                <a:gd name="connsiteY44" fmla="*/ 202372 h 234292"/>
                <a:gd name="connsiteX45" fmla="*/ 95210 w 107989"/>
                <a:gd name="connsiteY45" fmla="*/ 202372 h 234292"/>
                <a:gd name="connsiteX46" fmla="*/ 95210 w 107989"/>
                <a:gd name="connsiteY46" fmla="*/ 221524 h 234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07989" h="234292">
                  <a:moveTo>
                    <a:pt x="100961" y="189604"/>
                  </a:moveTo>
                  <a:lnTo>
                    <a:pt x="97766" y="189604"/>
                  </a:lnTo>
                  <a:lnTo>
                    <a:pt x="76040" y="103421"/>
                  </a:lnTo>
                  <a:cubicBezTo>
                    <a:pt x="81152" y="98313"/>
                    <a:pt x="91376" y="86822"/>
                    <a:pt x="91376" y="69585"/>
                  </a:cubicBezTo>
                  <a:cubicBezTo>
                    <a:pt x="91376" y="54902"/>
                    <a:pt x="78596" y="44049"/>
                    <a:pt x="68372" y="38304"/>
                  </a:cubicBezTo>
                  <a:cubicBezTo>
                    <a:pt x="72845" y="34473"/>
                    <a:pt x="75401" y="28728"/>
                    <a:pt x="75401" y="22344"/>
                  </a:cubicBezTo>
                  <a:cubicBezTo>
                    <a:pt x="75401" y="10214"/>
                    <a:pt x="65177" y="0"/>
                    <a:pt x="53036" y="0"/>
                  </a:cubicBezTo>
                  <a:cubicBezTo>
                    <a:pt x="40896" y="0"/>
                    <a:pt x="30672" y="10214"/>
                    <a:pt x="30672" y="22344"/>
                  </a:cubicBezTo>
                  <a:cubicBezTo>
                    <a:pt x="30672" y="28728"/>
                    <a:pt x="33228" y="34473"/>
                    <a:pt x="37701" y="38304"/>
                  </a:cubicBezTo>
                  <a:cubicBezTo>
                    <a:pt x="27477" y="44049"/>
                    <a:pt x="14697" y="54902"/>
                    <a:pt x="14697" y="69585"/>
                  </a:cubicBezTo>
                  <a:cubicBezTo>
                    <a:pt x="14697" y="86822"/>
                    <a:pt x="24282" y="98313"/>
                    <a:pt x="30033" y="103421"/>
                  </a:cubicBezTo>
                  <a:lnTo>
                    <a:pt x="8307" y="189604"/>
                  </a:lnTo>
                  <a:lnTo>
                    <a:pt x="6390" y="189604"/>
                  </a:lnTo>
                  <a:cubicBezTo>
                    <a:pt x="2556" y="189604"/>
                    <a:pt x="0" y="192158"/>
                    <a:pt x="0" y="195988"/>
                  </a:cubicBezTo>
                  <a:lnTo>
                    <a:pt x="0" y="227908"/>
                  </a:lnTo>
                  <a:cubicBezTo>
                    <a:pt x="0" y="231739"/>
                    <a:pt x="2556" y="234292"/>
                    <a:pt x="6390" y="234292"/>
                  </a:cubicBezTo>
                  <a:lnTo>
                    <a:pt x="101600" y="234292"/>
                  </a:lnTo>
                  <a:cubicBezTo>
                    <a:pt x="105434" y="234292"/>
                    <a:pt x="107990" y="231739"/>
                    <a:pt x="107990" y="227908"/>
                  </a:cubicBezTo>
                  <a:lnTo>
                    <a:pt x="107990" y="195988"/>
                  </a:lnTo>
                  <a:cubicBezTo>
                    <a:pt x="107351" y="192796"/>
                    <a:pt x="104795" y="189604"/>
                    <a:pt x="100961" y="189604"/>
                  </a:cubicBezTo>
                  <a:close/>
                  <a:moveTo>
                    <a:pt x="53675" y="12768"/>
                  </a:moveTo>
                  <a:cubicBezTo>
                    <a:pt x="58788" y="12768"/>
                    <a:pt x="63260" y="17237"/>
                    <a:pt x="63260" y="22344"/>
                  </a:cubicBezTo>
                  <a:cubicBezTo>
                    <a:pt x="63260" y="27451"/>
                    <a:pt x="58788" y="31920"/>
                    <a:pt x="53675" y="31920"/>
                  </a:cubicBezTo>
                  <a:cubicBezTo>
                    <a:pt x="48564" y="31920"/>
                    <a:pt x="44091" y="27451"/>
                    <a:pt x="44091" y="22344"/>
                  </a:cubicBezTo>
                  <a:cubicBezTo>
                    <a:pt x="44091" y="17237"/>
                    <a:pt x="48564" y="12768"/>
                    <a:pt x="53675" y="12768"/>
                  </a:cubicBezTo>
                  <a:close/>
                  <a:moveTo>
                    <a:pt x="28116" y="69585"/>
                  </a:moveTo>
                  <a:cubicBezTo>
                    <a:pt x="28116" y="57456"/>
                    <a:pt x="44730" y="48518"/>
                    <a:pt x="53036" y="44688"/>
                  </a:cubicBezTo>
                  <a:cubicBezTo>
                    <a:pt x="56231" y="45965"/>
                    <a:pt x="62621" y="49157"/>
                    <a:pt x="68372" y="52987"/>
                  </a:cubicBezTo>
                  <a:lnTo>
                    <a:pt x="56870" y="64478"/>
                  </a:lnTo>
                  <a:cubicBezTo>
                    <a:pt x="54314" y="67032"/>
                    <a:pt x="54314" y="70862"/>
                    <a:pt x="56870" y="73416"/>
                  </a:cubicBezTo>
                  <a:cubicBezTo>
                    <a:pt x="58148" y="74693"/>
                    <a:pt x="60065" y="75331"/>
                    <a:pt x="61343" y="75331"/>
                  </a:cubicBezTo>
                  <a:cubicBezTo>
                    <a:pt x="62621" y="75331"/>
                    <a:pt x="64538" y="74693"/>
                    <a:pt x="65816" y="73416"/>
                  </a:cubicBezTo>
                  <a:lnTo>
                    <a:pt x="76679" y="62563"/>
                  </a:lnTo>
                  <a:cubicBezTo>
                    <a:pt x="77957" y="64478"/>
                    <a:pt x="78596" y="67032"/>
                    <a:pt x="78596" y="68947"/>
                  </a:cubicBezTo>
                  <a:cubicBezTo>
                    <a:pt x="78596" y="82353"/>
                    <a:pt x="70289" y="91291"/>
                    <a:pt x="67094" y="94483"/>
                  </a:cubicBezTo>
                  <a:lnTo>
                    <a:pt x="40257" y="94483"/>
                  </a:lnTo>
                  <a:cubicBezTo>
                    <a:pt x="36423" y="91929"/>
                    <a:pt x="28116" y="83630"/>
                    <a:pt x="28116" y="69585"/>
                  </a:cubicBezTo>
                  <a:close/>
                  <a:moveTo>
                    <a:pt x="42813" y="107889"/>
                  </a:moveTo>
                  <a:lnTo>
                    <a:pt x="64538" y="107889"/>
                  </a:lnTo>
                  <a:lnTo>
                    <a:pt x="84986" y="190243"/>
                  </a:lnTo>
                  <a:lnTo>
                    <a:pt x="22365" y="190243"/>
                  </a:lnTo>
                  <a:lnTo>
                    <a:pt x="42813" y="107889"/>
                  </a:lnTo>
                  <a:close/>
                  <a:moveTo>
                    <a:pt x="94571" y="221524"/>
                  </a:moveTo>
                  <a:lnTo>
                    <a:pt x="12780" y="221524"/>
                  </a:lnTo>
                  <a:lnTo>
                    <a:pt x="12780" y="202372"/>
                  </a:lnTo>
                  <a:lnTo>
                    <a:pt x="95210" y="202372"/>
                  </a:lnTo>
                  <a:lnTo>
                    <a:pt x="95210" y="221524"/>
                  </a:lnTo>
                  <a:close/>
                </a:path>
              </a:pathLst>
            </a:custGeom>
            <a:solidFill>
              <a:srgbClr val="005587"/>
            </a:solidFill>
            <a:ln w="6390" cap="flat">
              <a:noFill/>
              <a:prstDash val="solid"/>
              <a:miter/>
            </a:ln>
          </p:spPr>
          <p:txBody>
            <a:bodyPr rtlCol="0" anchor="ctr"/>
            <a:lstStyle/>
            <a:p>
              <a:endParaRPr lang="en-US"/>
            </a:p>
          </p:txBody>
        </p:sp>
      </p:grpSp>
      <p:grpSp>
        <p:nvGrpSpPr>
          <p:cNvPr id="1001" name="Graphic 4">
            <a:extLst>
              <a:ext uri="{FF2B5EF4-FFF2-40B4-BE49-F238E27FC236}">
                <a16:creationId xmlns:a16="http://schemas.microsoft.com/office/drawing/2014/main" id="{9131642A-5454-754D-B0E8-AED08580B80E}"/>
              </a:ext>
            </a:extLst>
          </p:cNvPr>
          <p:cNvGrpSpPr>
            <a:grpSpLocks noChangeAspect="1"/>
          </p:cNvGrpSpPr>
          <p:nvPr/>
        </p:nvGrpSpPr>
        <p:grpSpPr>
          <a:xfrm>
            <a:off x="1515054" y="2371173"/>
            <a:ext cx="361670" cy="361333"/>
            <a:chOff x="1515054" y="2371173"/>
            <a:chExt cx="361670" cy="361333"/>
          </a:xfrm>
          <a:solidFill>
            <a:srgbClr val="005587"/>
          </a:solidFill>
        </p:grpSpPr>
        <p:sp>
          <p:nvSpPr>
            <p:cNvPr id="1002" name="Graphic 4">
              <a:extLst>
                <a:ext uri="{FF2B5EF4-FFF2-40B4-BE49-F238E27FC236}">
                  <a16:creationId xmlns:a16="http://schemas.microsoft.com/office/drawing/2014/main" id="{086C505F-F79D-C64D-8795-C6321F2D8F25}"/>
                </a:ext>
              </a:extLst>
            </p:cNvPr>
            <p:cNvSpPr/>
            <p:nvPr/>
          </p:nvSpPr>
          <p:spPr>
            <a:xfrm>
              <a:off x="151505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05587"/>
            </a:solidFill>
            <a:ln w="6390" cap="flat">
              <a:noFill/>
              <a:prstDash val="solid"/>
              <a:miter/>
            </a:ln>
          </p:spPr>
          <p:txBody>
            <a:bodyPr rtlCol="0" anchor="ctr"/>
            <a:lstStyle/>
            <a:p>
              <a:endParaRPr lang="en-US"/>
            </a:p>
          </p:txBody>
        </p:sp>
        <p:sp>
          <p:nvSpPr>
            <p:cNvPr id="1003" name="Graphic 4">
              <a:extLst>
                <a:ext uri="{FF2B5EF4-FFF2-40B4-BE49-F238E27FC236}">
                  <a16:creationId xmlns:a16="http://schemas.microsoft.com/office/drawing/2014/main" id="{96064B15-D043-0D4F-B366-6C29D0B12541}"/>
                </a:ext>
              </a:extLst>
            </p:cNvPr>
            <p:cNvSpPr/>
            <p:nvPr/>
          </p:nvSpPr>
          <p:spPr>
            <a:xfrm>
              <a:off x="1639018" y="2434113"/>
              <a:ext cx="109769" cy="235192"/>
            </a:xfrm>
            <a:custGeom>
              <a:avLst/>
              <a:gdLst>
                <a:gd name="connsiteX0" fmla="*/ 104156 w 109769"/>
                <a:gd name="connsiteY0" fmla="*/ 190504 h 235192"/>
                <a:gd name="connsiteX1" fmla="*/ 101600 w 109769"/>
                <a:gd name="connsiteY1" fmla="*/ 190504 h 235192"/>
                <a:gd name="connsiteX2" fmla="*/ 86903 w 109769"/>
                <a:gd name="connsiteY2" fmla="*/ 68570 h 235192"/>
                <a:gd name="connsiteX3" fmla="*/ 88181 w 109769"/>
                <a:gd name="connsiteY3" fmla="*/ 68570 h 235192"/>
                <a:gd name="connsiteX4" fmla="*/ 94571 w 109769"/>
                <a:gd name="connsiteY4" fmla="*/ 62186 h 235192"/>
                <a:gd name="connsiteX5" fmla="*/ 94571 w 109769"/>
                <a:gd name="connsiteY5" fmla="*/ 28989 h 235192"/>
                <a:gd name="connsiteX6" fmla="*/ 95849 w 109769"/>
                <a:gd name="connsiteY6" fmla="*/ 28989 h 235192"/>
                <a:gd name="connsiteX7" fmla="*/ 101600 w 109769"/>
                <a:gd name="connsiteY7" fmla="*/ 25159 h 235192"/>
                <a:gd name="connsiteX8" fmla="*/ 109268 w 109769"/>
                <a:gd name="connsiteY8" fmla="*/ 9199 h 235192"/>
                <a:gd name="connsiteX9" fmla="*/ 106712 w 109769"/>
                <a:gd name="connsiteY9" fmla="*/ 900 h 235192"/>
                <a:gd name="connsiteX10" fmla="*/ 98405 w 109769"/>
                <a:gd name="connsiteY10" fmla="*/ 3454 h 235192"/>
                <a:gd name="connsiteX11" fmla="*/ 92015 w 109769"/>
                <a:gd name="connsiteY11" fmla="*/ 15583 h 235192"/>
                <a:gd name="connsiteX12" fmla="*/ 77957 w 109769"/>
                <a:gd name="connsiteY12" fmla="*/ 15583 h 235192"/>
                <a:gd name="connsiteX13" fmla="*/ 77957 w 109769"/>
                <a:gd name="connsiteY13" fmla="*/ 14306 h 235192"/>
                <a:gd name="connsiteX14" fmla="*/ 77957 w 109769"/>
                <a:gd name="connsiteY14" fmla="*/ 6646 h 235192"/>
                <a:gd name="connsiteX15" fmla="*/ 71567 w 109769"/>
                <a:gd name="connsiteY15" fmla="*/ 262 h 235192"/>
                <a:gd name="connsiteX16" fmla="*/ 65177 w 109769"/>
                <a:gd name="connsiteY16" fmla="*/ 6646 h 235192"/>
                <a:gd name="connsiteX17" fmla="*/ 65177 w 109769"/>
                <a:gd name="connsiteY17" fmla="*/ 14306 h 235192"/>
                <a:gd name="connsiteX18" fmla="*/ 65177 w 109769"/>
                <a:gd name="connsiteY18" fmla="*/ 15583 h 235192"/>
                <a:gd name="connsiteX19" fmla="*/ 45369 w 109769"/>
                <a:gd name="connsiteY19" fmla="*/ 15583 h 235192"/>
                <a:gd name="connsiteX20" fmla="*/ 45369 w 109769"/>
                <a:gd name="connsiteY20" fmla="*/ 14306 h 235192"/>
                <a:gd name="connsiteX21" fmla="*/ 45369 w 109769"/>
                <a:gd name="connsiteY21" fmla="*/ 6646 h 235192"/>
                <a:gd name="connsiteX22" fmla="*/ 38979 w 109769"/>
                <a:gd name="connsiteY22" fmla="*/ 262 h 235192"/>
                <a:gd name="connsiteX23" fmla="*/ 32589 w 109769"/>
                <a:gd name="connsiteY23" fmla="*/ 6646 h 235192"/>
                <a:gd name="connsiteX24" fmla="*/ 32589 w 109769"/>
                <a:gd name="connsiteY24" fmla="*/ 14306 h 235192"/>
                <a:gd name="connsiteX25" fmla="*/ 32589 w 109769"/>
                <a:gd name="connsiteY25" fmla="*/ 15583 h 235192"/>
                <a:gd name="connsiteX26" fmla="*/ 18531 w 109769"/>
                <a:gd name="connsiteY26" fmla="*/ 15583 h 235192"/>
                <a:gd name="connsiteX27" fmla="*/ 12141 w 109769"/>
                <a:gd name="connsiteY27" fmla="*/ 3454 h 235192"/>
                <a:gd name="connsiteX28" fmla="*/ 3834 w 109769"/>
                <a:gd name="connsiteY28" fmla="*/ 900 h 235192"/>
                <a:gd name="connsiteX29" fmla="*/ 1278 w 109769"/>
                <a:gd name="connsiteY29" fmla="*/ 9199 h 235192"/>
                <a:gd name="connsiteX30" fmla="*/ 8946 w 109769"/>
                <a:gd name="connsiteY30" fmla="*/ 25159 h 235192"/>
                <a:gd name="connsiteX31" fmla="*/ 14697 w 109769"/>
                <a:gd name="connsiteY31" fmla="*/ 28989 h 235192"/>
                <a:gd name="connsiteX32" fmla="*/ 15975 w 109769"/>
                <a:gd name="connsiteY32" fmla="*/ 28989 h 235192"/>
                <a:gd name="connsiteX33" fmla="*/ 15975 w 109769"/>
                <a:gd name="connsiteY33" fmla="*/ 62186 h 235192"/>
                <a:gd name="connsiteX34" fmla="*/ 22365 w 109769"/>
                <a:gd name="connsiteY34" fmla="*/ 68570 h 235192"/>
                <a:gd name="connsiteX35" fmla="*/ 23643 w 109769"/>
                <a:gd name="connsiteY35" fmla="*/ 68570 h 235192"/>
                <a:gd name="connsiteX36" fmla="*/ 8946 w 109769"/>
                <a:gd name="connsiteY36" fmla="*/ 190504 h 235192"/>
                <a:gd name="connsiteX37" fmla="*/ 6390 w 109769"/>
                <a:gd name="connsiteY37" fmla="*/ 190504 h 235192"/>
                <a:gd name="connsiteX38" fmla="*/ 0 w 109769"/>
                <a:gd name="connsiteY38" fmla="*/ 196888 h 235192"/>
                <a:gd name="connsiteX39" fmla="*/ 0 w 109769"/>
                <a:gd name="connsiteY39" fmla="*/ 228808 h 235192"/>
                <a:gd name="connsiteX40" fmla="*/ 6390 w 109769"/>
                <a:gd name="connsiteY40" fmla="*/ 235192 h 235192"/>
                <a:gd name="connsiteX41" fmla="*/ 101600 w 109769"/>
                <a:gd name="connsiteY41" fmla="*/ 235192 h 235192"/>
                <a:gd name="connsiteX42" fmla="*/ 107990 w 109769"/>
                <a:gd name="connsiteY42" fmla="*/ 228808 h 235192"/>
                <a:gd name="connsiteX43" fmla="*/ 107990 w 109769"/>
                <a:gd name="connsiteY43" fmla="*/ 196888 h 235192"/>
                <a:gd name="connsiteX44" fmla="*/ 104156 w 109769"/>
                <a:gd name="connsiteY44" fmla="*/ 190504 h 235192"/>
                <a:gd name="connsiteX45" fmla="*/ 81791 w 109769"/>
                <a:gd name="connsiteY45" fmla="*/ 28989 h 235192"/>
                <a:gd name="connsiteX46" fmla="*/ 81791 w 109769"/>
                <a:gd name="connsiteY46" fmla="*/ 55802 h 235192"/>
                <a:gd name="connsiteX47" fmla="*/ 31311 w 109769"/>
                <a:gd name="connsiteY47" fmla="*/ 55802 h 235192"/>
                <a:gd name="connsiteX48" fmla="*/ 31311 w 109769"/>
                <a:gd name="connsiteY48" fmla="*/ 28989 h 235192"/>
                <a:gd name="connsiteX49" fmla="*/ 81791 w 109769"/>
                <a:gd name="connsiteY49" fmla="*/ 28989 h 235192"/>
                <a:gd name="connsiteX50" fmla="*/ 39618 w 109769"/>
                <a:gd name="connsiteY50" fmla="*/ 68570 h 235192"/>
                <a:gd name="connsiteX51" fmla="*/ 74762 w 109769"/>
                <a:gd name="connsiteY51" fmla="*/ 68570 h 235192"/>
                <a:gd name="connsiteX52" fmla="*/ 88820 w 109769"/>
                <a:gd name="connsiteY52" fmla="*/ 190504 h 235192"/>
                <a:gd name="connsiteX53" fmla="*/ 24921 w 109769"/>
                <a:gd name="connsiteY53" fmla="*/ 190504 h 235192"/>
                <a:gd name="connsiteX54" fmla="*/ 39618 w 109769"/>
                <a:gd name="connsiteY54" fmla="*/ 68570 h 235192"/>
                <a:gd name="connsiteX55" fmla="*/ 97766 w 109769"/>
                <a:gd name="connsiteY55" fmla="*/ 222424 h 235192"/>
                <a:gd name="connsiteX56" fmla="*/ 15336 w 109769"/>
                <a:gd name="connsiteY56" fmla="*/ 222424 h 235192"/>
                <a:gd name="connsiteX57" fmla="*/ 15336 w 109769"/>
                <a:gd name="connsiteY57" fmla="*/ 203272 h 235192"/>
                <a:gd name="connsiteX58" fmla="*/ 97766 w 109769"/>
                <a:gd name="connsiteY58" fmla="*/ 203272 h 235192"/>
                <a:gd name="connsiteX59" fmla="*/ 97766 w 109769"/>
                <a:gd name="connsiteY59" fmla="*/ 222424 h 235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9769" h="235192">
                  <a:moveTo>
                    <a:pt x="104156" y="190504"/>
                  </a:moveTo>
                  <a:lnTo>
                    <a:pt x="101600" y="190504"/>
                  </a:lnTo>
                  <a:cubicBezTo>
                    <a:pt x="98405" y="173906"/>
                    <a:pt x="87542" y="118365"/>
                    <a:pt x="86903" y="68570"/>
                  </a:cubicBezTo>
                  <a:lnTo>
                    <a:pt x="88181" y="68570"/>
                  </a:lnTo>
                  <a:cubicBezTo>
                    <a:pt x="92015" y="68570"/>
                    <a:pt x="94571" y="66016"/>
                    <a:pt x="94571" y="62186"/>
                  </a:cubicBezTo>
                  <a:lnTo>
                    <a:pt x="94571" y="28989"/>
                  </a:lnTo>
                  <a:lnTo>
                    <a:pt x="95849" y="28989"/>
                  </a:lnTo>
                  <a:cubicBezTo>
                    <a:pt x="98405" y="28989"/>
                    <a:pt x="100322" y="27713"/>
                    <a:pt x="101600" y="25159"/>
                  </a:cubicBezTo>
                  <a:lnTo>
                    <a:pt x="109268" y="9199"/>
                  </a:lnTo>
                  <a:cubicBezTo>
                    <a:pt x="110546" y="6007"/>
                    <a:pt x="109268" y="2177"/>
                    <a:pt x="106712" y="900"/>
                  </a:cubicBezTo>
                  <a:cubicBezTo>
                    <a:pt x="103517" y="-377"/>
                    <a:pt x="99683" y="900"/>
                    <a:pt x="98405" y="3454"/>
                  </a:cubicBezTo>
                  <a:lnTo>
                    <a:pt x="92015" y="15583"/>
                  </a:lnTo>
                  <a:lnTo>
                    <a:pt x="77957" y="15583"/>
                  </a:lnTo>
                  <a:cubicBezTo>
                    <a:pt x="77957" y="14945"/>
                    <a:pt x="77957" y="14306"/>
                    <a:pt x="77957" y="14306"/>
                  </a:cubicBezTo>
                  <a:lnTo>
                    <a:pt x="77957" y="6646"/>
                  </a:lnTo>
                  <a:cubicBezTo>
                    <a:pt x="77957" y="2815"/>
                    <a:pt x="75401" y="262"/>
                    <a:pt x="71567" y="262"/>
                  </a:cubicBezTo>
                  <a:cubicBezTo>
                    <a:pt x="67733" y="262"/>
                    <a:pt x="65177" y="2815"/>
                    <a:pt x="65177" y="6646"/>
                  </a:cubicBezTo>
                  <a:lnTo>
                    <a:pt x="65177" y="14306"/>
                  </a:lnTo>
                  <a:cubicBezTo>
                    <a:pt x="65177" y="14945"/>
                    <a:pt x="65177" y="15583"/>
                    <a:pt x="65177" y="15583"/>
                  </a:cubicBezTo>
                  <a:lnTo>
                    <a:pt x="45369" y="15583"/>
                  </a:lnTo>
                  <a:cubicBezTo>
                    <a:pt x="45369" y="14945"/>
                    <a:pt x="45369" y="14306"/>
                    <a:pt x="45369" y="14306"/>
                  </a:cubicBezTo>
                  <a:lnTo>
                    <a:pt x="45369" y="6646"/>
                  </a:lnTo>
                  <a:cubicBezTo>
                    <a:pt x="45369" y="2815"/>
                    <a:pt x="42813" y="262"/>
                    <a:pt x="38979" y="262"/>
                  </a:cubicBezTo>
                  <a:cubicBezTo>
                    <a:pt x="35145" y="262"/>
                    <a:pt x="32589" y="2815"/>
                    <a:pt x="32589" y="6646"/>
                  </a:cubicBezTo>
                  <a:lnTo>
                    <a:pt x="32589" y="14306"/>
                  </a:lnTo>
                  <a:cubicBezTo>
                    <a:pt x="32589" y="14945"/>
                    <a:pt x="32589" y="15583"/>
                    <a:pt x="32589" y="15583"/>
                  </a:cubicBezTo>
                  <a:lnTo>
                    <a:pt x="18531" y="15583"/>
                  </a:lnTo>
                  <a:lnTo>
                    <a:pt x="12141" y="3454"/>
                  </a:lnTo>
                  <a:cubicBezTo>
                    <a:pt x="10863" y="262"/>
                    <a:pt x="7029" y="-1015"/>
                    <a:pt x="3834" y="900"/>
                  </a:cubicBezTo>
                  <a:cubicBezTo>
                    <a:pt x="639" y="2177"/>
                    <a:pt x="-639" y="6007"/>
                    <a:pt x="1278" y="9199"/>
                  </a:cubicBezTo>
                  <a:lnTo>
                    <a:pt x="8946" y="25159"/>
                  </a:lnTo>
                  <a:cubicBezTo>
                    <a:pt x="10224" y="27074"/>
                    <a:pt x="12141" y="28989"/>
                    <a:pt x="14697" y="28989"/>
                  </a:cubicBezTo>
                  <a:lnTo>
                    <a:pt x="15975" y="28989"/>
                  </a:lnTo>
                  <a:lnTo>
                    <a:pt x="15975" y="62186"/>
                  </a:lnTo>
                  <a:cubicBezTo>
                    <a:pt x="15975" y="66016"/>
                    <a:pt x="18531" y="68570"/>
                    <a:pt x="22365" y="68570"/>
                  </a:cubicBezTo>
                  <a:lnTo>
                    <a:pt x="23643" y="68570"/>
                  </a:lnTo>
                  <a:cubicBezTo>
                    <a:pt x="23004" y="118365"/>
                    <a:pt x="12141" y="173906"/>
                    <a:pt x="8946" y="190504"/>
                  </a:cubicBezTo>
                  <a:lnTo>
                    <a:pt x="6390" y="190504"/>
                  </a:lnTo>
                  <a:cubicBezTo>
                    <a:pt x="2556" y="190504"/>
                    <a:pt x="0" y="193058"/>
                    <a:pt x="0" y="196888"/>
                  </a:cubicBezTo>
                  <a:lnTo>
                    <a:pt x="0" y="228808"/>
                  </a:lnTo>
                  <a:cubicBezTo>
                    <a:pt x="0" y="232638"/>
                    <a:pt x="2556" y="235192"/>
                    <a:pt x="6390" y="235192"/>
                  </a:cubicBezTo>
                  <a:lnTo>
                    <a:pt x="101600" y="235192"/>
                  </a:lnTo>
                  <a:cubicBezTo>
                    <a:pt x="105434" y="235192"/>
                    <a:pt x="107990" y="232638"/>
                    <a:pt x="107990" y="228808"/>
                  </a:cubicBezTo>
                  <a:lnTo>
                    <a:pt x="107990" y="196888"/>
                  </a:lnTo>
                  <a:cubicBezTo>
                    <a:pt x="110546" y="193696"/>
                    <a:pt x="107990" y="190504"/>
                    <a:pt x="104156" y="190504"/>
                  </a:cubicBezTo>
                  <a:close/>
                  <a:moveTo>
                    <a:pt x="81791" y="28989"/>
                  </a:moveTo>
                  <a:lnTo>
                    <a:pt x="81791" y="55802"/>
                  </a:lnTo>
                  <a:lnTo>
                    <a:pt x="31311" y="55802"/>
                  </a:lnTo>
                  <a:lnTo>
                    <a:pt x="31311" y="28989"/>
                  </a:lnTo>
                  <a:lnTo>
                    <a:pt x="81791" y="28989"/>
                  </a:lnTo>
                  <a:close/>
                  <a:moveTo>
                    <a:pt x="39618" y="68570"/>
                  </a:moveTo>
                  <a:lnTo>
                    <a:pt x="74762" y="68570"/>
                  </a:lnTo>
                  <a:cubicBezTo>
                    <a:pt x="75401" y="117088"/>
                    <a:pt x="84986" y="170714"/>
                    <a:pt x="88820" y="190504"/>
                  </a:cubicBezTo>
                  <a:lnTo>
                    <a:pt x="24921" y="190504"/>
                  </a:lnTo>
                  <a:cubicBezTo>
                    <a:pt x="28755" y="171352"/>
                    <a:pt x="38340" y="117727"/>
                    <a:pt x="39618" y="68570"/>
                  </a:cubicBezTo>
                  <a:close/>
                  <a:moveTo>
                    <a:pt x="97766" y="222424"/>
                  </a:moveTo>
                  <a:lnTo>
                    <a:pt x="15336" y="222424"/>
                  </a:lnTo>
                  <a:lnTo>
                    <a:pt x="15336" y="203272"/>
                  </a:lnTo>
                  <a:lnTo>
                    <a:pt x="97766" y="203272"/>
                  </a:lnTo>
                  <a:lnTo>
                    <a:pt x="97766" y="222424"/>
                  </a:lnTo>
                  <a:close/>
                </a:path>
              </a:pathLst>
            </a:custGeom>
            <a:solidFill>
              <a:srgbClr val="005587"/>
            </a:solidFill>
            <a:ln w="6390" cap="flat">
              <a:noFill/>
              <a:prstDash val="solid"/>
              <a:miter/>
            </a:ln>
          </p:spPr>
          <p:txBody>
            <a:bodyPr rtlCol="0" anchor="ctr"/>
            <a:lstStyle/>
            <a:p>
              <a:endParaRPr lang="en-US"/>
            </a:p>
          </p:txBody>
        </p:sp>
      </p:grpSp>
      <p:grpSp>
        <p:nvGrpSpPr>
          <p:cNvPr id="1004" name="Graphic 4">
            <a:extLst>
              <a:ext uri="{FF2B5EF4-FFF2-40B4-BE49-F238E27FC236}">
                <a16:creationId xmlns:a16="http://schemas.microsoft.com/office/drawing/2014/main" id="{CD25313E-5449-8E46-8CFA-4BA7BD16D356}"/>
              </a:ext>
            </a:extLst>
          </p:cNvPr>
          <p:cNvGrpSpPr>
            <a:grpSpLocks noChangeAspect="1"/>
          </p:cNvGrpSpPr>
          <p:nvPr/>
        </p:nvGrpSpPr>
        <p:grpSpPr>
          <a:xfrm>
            <a:off x="1515054" y="2855717"/>
            <a:ext cx="361670" cy="361333"/>
            <a:chOff x="1515054" y="2855717"/>
            <a:chExt cx="361670" cy="361333"/>
          </a:xfrm>
          <a:solidFill>
            <a:srgbClr val="005587"/>
          </a:solidFill>
        </p:grpSpPr>
        <p:sp>
          <p:nvSpPr>
            <p:cNvPr id="1005" name="Graphic 4">
              <a:extLst>
                <a:ext uri="{FF2B5EF4-FFF2-40B4-BE49-F238E27FC236}">
                  <a16:creationId xmlns:a16="http://schemas.microsoft.com/office/drawing/2014/main" id="{F98B0343-4C3F-0E45-8E2D-87D8AEDAEAC7}"/>
                </a:ext>
              </a:extLst>
            </p:cNvPr>
            <p:cNvSpPr/>
            <p:nvPr/>
          </p:nvSpPr>
          <p:spPr>
            <a:xfrm>
              <a:off x="1515054"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234"/>
                    <a:pt x="273489" y="349204"/>
                    <a:pt x="180835" y="349204"/>
                  </a:cubicBezTo>
                  <a:close/>
                </a:path>
              </a:pathLst>
            </a:custGeom>
            <a:solidFill>
              <a:srgbClr val="005587"/>
            </a:solidFill>
            <a:ln w="6390" cap="flat">
              <a:noFill/>
              <a:prstDash val="solid"/>
              <a:miter/>
            </a:ln>
          </p:spPr>
          <p:txBody>
            <a:bodyPr rtlCol="0" anchor="ctr"/>
            <a:lstStyle/>
            <a:p>
              <a:endParaRPr lang="en-US"/>
            </a:p>
          </p:txBody>
        </p:sp>
        <p:sp>
          <p:nvSpPr>
            <p:cNvPr id="1006" name="Graphic 4">
              <a:extLst>
                <a:ext uri="{FF2B5EF4-FFF2-40B4-BE49-F238E27FC236}">
                  <a16:creationId xmlns:a16="http://schemas.microsoft.com/office/drawing/2014/main" id="{C4736B26-50DC-4646-872D-90ADB0FB924E}"/>
                </a:ext>
              </a:extLst>
            </p:cNvPr>
            <p:cNvSpPr/>
            <p:nvPr/>
          </p:nvSpPr>
          <p:spPr>
            <a:xfrm>
              <a:off x="1639657" y="2918280"/>
              <a:ext cx="108641" cy="235568"/>
            </a:xfrm>
            <a:custGeom>
              <a:avLst/>
              <a:gdLst>
                <a:gd name="connsiteX0" fmla="*/ 103517 w 108641"/>
                <a:gd name="connsiteY0" fmla="*/ 190881 h 235568"/>
                <a:gd name="connsiteX1" fmla="*/ 92654 w 108641"/>
                <a:gd name="connsiteY1" fmla="*/ 190881 h 235568"/>
                <a:gd name="connsiteX2" fmla="*/ 77957 w 108641"/>
                <a:gd name="connsiteY2" fmla="*/ 118104 h 235568"/>
                <a:gd name="connsiteX3" fmla="*/ 93293 w 108641"/>
                <a:gd name="connsiteY3" fmla="*/ 56179 h 235568"/>
                <a:gd name="connsiteX4" fmla="*/ 92015 w 108641"/>
                <a:gd name="connsiteY4" fmla="*/ 50433 h 235568"/>
                <a:gd name="connsiteX5" fmla="*/ 86903 w 108641"/>
                <a:gd name="connsiteY5" fmla="*/ 47880 h 235568"/>
                <a:gd name="connsiteX6" fmla="*/ 61343 w 108641"/>
                <a:gd name="connsiteY6" fmla="*/ 47880 h 235568"/>
                <a:gd name="connsiteX7" fmla="*/ 61343 w 108641"/>
                <a:gd name="connsiteY7" fmla="*/ 28728 h 235568"/>
                <a:gd name="connsiteX8" fmla="*/ 70928 w 108641"/>
                <a:gd name="connsiteY8" fmla="*/ 28728 h 235568"/>
                <a:gd name="connsiteX9" fmla="*/ 77318 w 108641"/>
                <a:gd name="connsiteY9" fmla="*/ 22344 h 235568"/>
                <a:gd name="connsiteX10" fmla="*/ 70928 w 108641"/>
                <a:gd name="connsiteY10" fmla="*/ 15960 h 235568"/>
                <a:gd name="connsiteX11" fmla="*/ 61343 w 108641"/>
                <a:gd name="connsiteY11" fmla="*/ 15960 h 235568"/>
                <a:gd name="connsiteX12" fmla="*/ 61343 w 108641"/>
                <a:gd name="connsiteY12" fmla="*/ 6384 h 235568"/>
                <a:gd name="connsiteX13" fmla="*/ 54954 w 108641"/>
                <a:gd name="connsiteY13" fmla="*/ 0 h 235568"/>
                <a:gd name="connsiteX14" fmla="*/ 48564 w 108641"/>
                <a:gd name="connsiteY14" fmla="*/ 6384 h 235568"/>
                <a:gd name="connsiteX15" fmla="*/ 48564 w 108641"/>
                <a:gd name="connsiteY15" fmla="*/ 15960 h 235568"/>
                <a:gd name="connsiteX16" fmla="*/ 38979 w 108641"/>
                <a:gd name="connsiteY16" fmla="*/ 15960 h 235568"/>
                <a:gd name="connsiteX17" fmla="*/ 32589 w 108641"/>
                <a:gd name="connsiteY17" fmla="*/ 22344 h 235568"/>
                <a:gd name="connsiteX18" fmla="*/ 38979 w 108641"/>
                <a:gd name="connsiteY18" fmla="*/ 28728 h 235568"/>
                <a:gd name="connsiteX19" fmla="*/ 48564 w 108641"/>
                <a:gd name="connsiteY19" fmla="*/ 28728 h 235568"/>
                <a:gd name="connsiteX20" fmla="*/ 48564 w 108641"/>
                <a:gd name="connsiteY20" fmla="*/ 47880 h 235568"/>
                <a:gd name="connsiteX21" fmla="*/ 23004 w 108641"/>
                <a:gd name="connsiteY21" fmla="*/ 47880 h 235568"/>
                <a:gd name="connsiteX22" fmla="*/ 17892 w 108641"/>
                <a:gd name="connsiteY22" fmla="*/ 50433 h 235568"/>
                <a:gd name="connsiteX23" fmla="*/ 16614 w 108641"/>
                <a:gd name="connsiteY23" fmla="*/ 56179 h 235568"/>
                <a:gd name="connsiteX24" fmla="*/ 31950 w 108641"/>
                <a:gd name="connsiteY24" fmla="*/ 118104 h 235568"/>
                <a:gd name="connsiteX25" fmla="*/ 17253 w 108641"/>
                <a:gd name="connsiteY25" fmla="*/ 190881 h 235568"/>
                <a:gd name="connsiteX26" fmla="*/ 6390 w 108641"/>
                <a:gd name="connsiteY26" fmla="*/ 190881 h 235568"/>
                <a:gd name="connsiteX27" fmla="*/ 0 w 108641"/>
                <a:gd name="connsiteY27" fmla="*/ 197265 h 235568"/>
                <a:gd name="connsiteX28" fmla="*/ 0 w 108641"/>
                <a:gd name="connsiteY28" fmla="*/ 229185 h 235568"/>
                <a:gd name="connsiteX29" fmla="*/ 6390 w 108641"/>
                <a:gd name="connsiteY29" fmla="*/ 235569 h 235568"/>
                <a:gd name="connsiteX30" fmla="*/ 101600 w 108641"/>
                <a:gd name="connsiteY30" fmla="*/ 235569 h 235568"/>
                <a:gd name="connsiteX31" fmla="*/ 107990 w 108641"/>
                <a:gd name="connsiteY31" fmla="*/ 229185 h 235568"/>
                <a:gd name="connsiteX32" fmla="*/ 107990 w 108641"/>
                <a:gd name="connsiteY32" fmla="*/ 197265 h 235568"/>
                <a:gd name="connsiteX33" fmla="*/ 103517 w 108641"/>
                <a:gd name="connsiteY33" fmla="*/ 190881 h 235568"/>
                <a:gd name="connsiteX34" fmla="*/ 79874 w 108641"/>
                <a:gd name="connsiteY34" fmla="*/ 61286 h 235568"/>
                <a:gd name="connsiteX35" fmla="*/ 67094 w 108641"/>
                <a:gd name="connsiteY35" fmla="*/ 111720 h 235568"/>
                <a:gd name="connsiteX36" fmla="*/ 45369 w 108641"/>
                <a:gd name="connsiteY36" fmla="*/ 111720 h 235568"/>
                <a:gd name="connsiteX37" fmla="*/ 32589 w 108641"/>
                <a:gd name="connsiteY37" fmla="*/ 61286 h 235568"/>
                <a:gd name="connsiteX38" fmla="*/ 79874 w 108641"/>
                <a:gd name="connsiteY38" fmla="*/ 61286 h 235568"/>
                <a:gd name="connsiteX39" fmla="*/ 45369 w 108641"/>
                <a:gd name="connsiteY39" fmla="*/ 124488 h 235568"/>
                <a:gd name="connsiteX40" fmla="*/ 66455 w 108641"/>
                <a:gd name="connsiteY40" fmla="*/ 124488 h 235568"/>
                <a:gd name="connsiteX41" fmla="*/ 79874 w 108641"/>
                <a:gd name="connsiteY41" fmla="*/ 190881 h 235568"/>
                <a:gd name="connsiteX42" fmla="*/ 31950 w 108641"/>
                <a:gd name="connsiteY42" fmla="*/ 190881 h 235568"/>
                <a:gd name="connsiteX43" fmla="*/ 45369 w 108641"/>
                <a:gd name="connsiteY43" fmla="*/ 124488 h 235568"/>
                <a:gd name="connsiteX44" fmla="*/ 97127 w 108641"/>
                <a:gd name="connsiteY44" fmla="*/ 222801 h 235568"/>
                <a:gd name="connsiteX45" fmla="*/ 14697 w 108641"/>
                <a:gd name="connsiteY45" fmla="*/ 222801 h 235568"/>
                <a:gd name="connsiteX46" fmla="*/ 14697 w 108641"/>
                <a:gd name="connsiteY46" fmla="*/ 203649 h 235568"/>
                <a:gd name="connsiteX47" fmla="*/ 97127 w 108641"/>
                <a:gd name="connsiteY47" fmla="*/ 203649 h 235568"/>
                <a:gd name="connsiteX48" fmla="*/ 97127 w 108641"/>
                <a:gd name="connsiteY48" fmla="*/ 222801 h 23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08641" h="235568">
                  <a:moveTo>
                    <a:pt x="103517" y="190881"/>
                  </a:moveTo>
                  <a:lnTo>
                    <a:pt x="92654" y="190881"/>
                  </a:lnTo>
                  <a:lnTo>
                    <a:pt x="77957" y="118104"/>
                  </a:lnTo>
                  <a:lnTo>
                    <a:pt x="93293" y="56179"/>
                  </a:lnTo>
                  <a:cubicBezTo>
                    <a:pt x="93932" y="54264"/>
                    <a:pt x="93293" y="52349"/>
                    <a:pt x="92015" y="50433"/>
                  </a:cubicBezTo>
                  <a:cubicBezTo>
                    <a:pt x="90737" y="49157"/>
                    <a:pt x="88820" y="47880"/>
                    <a:pt x="86903" y="47880"/>
                  </a:cubicBezTo>
                  <a:lnTo>
                    <a:pt x="61343" y="47880"/>
                  </a:lnTo>
                  <a:lnTo>
                    <a:pt x="61343" y="28728"/>
                  </a:lnTo>
                  <a:lnTo>
                    <a:pt x="70928" y="28728"/>
                  </a:lnTo>
                  <a:cubicBezTo>
                    <a:pt x="74762" y="28728"/>
                    <a:pt x="77318" y="26174"/>
                    <a:pt x="77318" y="22344"/>
                  </a:cubicBezTo>
                  <a:cubicBezTo>
                    <a:pt x="77318" y="18514"/>
                    <a:pt x="74762" y="15960"/>
                    <a:pt x="70928" y="15960"/>
                  </a:cubicBezTo>
                  <a:lnTo>
                    <a:pt x="61343" y="15960"/>
                  </a:lnTo>
                  <a:lnTo>
                    <a:pt x="61343" y="6384"/>
                  </a:lnTo>
                  <a:cubicBezTo>
                    <a:pt x="61343" y="2554"/>
                    <a:pt x="58787" y="0"/>
                    <a:pt x="54954" y="0"/>
                  </a:cubicBezTo>
                  <a:cubicBezTo>
                    <a:pt x="51119" y="0"/>
                    <a:pt x="48564" y="2554"/>
                    <a:pt x="48564" y="6384"/>
                  </a:cubicBezTo>
                  <a:lnTo>
                    <a:pt x="48564" y="15960"/>
                  </a:lnTo>
                  <a:lnTo>
                    <a:pt x="38979" y="15960"/>
                  </a:lnTo>
                  <a:cubicBezTo>
                    <a:pt x="35145" y="15960"/>
                    <a:pt x="32589" y="18514"/>
                    <a:pt x="32589" y="22344"/>
                  </a:cubicBezTo>
                  <a:cubicBezTo>
                    <a:pt x="32589" y="26174"/>
                    <a:pt x="35145" y="28728"/>
                    <a:pt x="38979" y="28728"/>
                  </a:cubicBezTo>
                  <a:lnTo>
                    <a:pt x="48564" y="28728"/>
                  </a:lnTo>
                  <a:lnTo>
                    <a:pt x="48564" y="47880"/>
                  </a:lnTo>
                  <a:lnTo>
                    <a:pt x="23004" y="47880"/>
                  </a:lnTo>
                  <a:cubicBezTo>
                    <a:pt x="21087" y="47880"/>
                    <a:pt x="19170" y="48518"/>
                    <a:pt x="17892" y="50433"/>
                  </a:cubicBezTo>
                  <a:cubicBezTo>
                    <a:pt x="16614" y="51710"/>
                    <a:pt x="15975" y="54264"/>
                    <a:pt x="16614" y="56179"/>
                  </a:cubicBezTo>
                  <a:lnTo>
                    <a:pt x="31950" y="118104"/>
                  </a:lnTo>
                  <a:lnTo>
                    <a:pt x="17253" y="190881"/>
                  </a:lnTo>
                  <a:lnTo>
                    <a:pt x="6390" y="190881"/>
                  </a:lnTo>
                  <a:cubicBezTo>
                    <a:pt x="2556" y="190881"/>
                    <a:pt x="0" y="193435"/>
                    <a:pt x="0" y="197265"/>
                  </a:cubicBezTo>
                  <a:lnTo>
                    <a:pt x="0" y="229185"/>
                  </a:lnTo>
                  <a:cubicBezTo>
                    <a:pt x="0" y="233015"/>
                    <a:pt x="2556" y="235569"/>
                    <a:pt x="6390" y="235569"/>
                  </a:cubicBezTo>
                  <a:lnTo>
                    <a:pt x="101600" y="235569"/>
                  </a:lnTo>
                  <a:cubicBezTo>
                    <a:pt x="105434" y="235569"/>
                    <a:pt x="107990" y="233015"/>
                    <a:pt x="107990" y="229185"/>
                  </a:cubicBezTo>
                  <a:lnTo>
                    <a:pt x="107990" y="197265"/>
                  </a:lnTo>
                  <a:cubicBezTo>
                    <a:pt x="109907" y="194073"/>
                    <a:pt x="107351" y="190881"/>
                    <a:pt x="103517" y="190881"/>
                  </a:cubicBezTo>
                  <a:close/>
                  <a:moveTo>
                    <a:pt x="79874" y="61286"/>
                  </a:moveTo>
                  <a:lnTo>
                    <a:pt x="67094" y="111720"/>
                  </a:lnTo>
                  <a:lnTo>
                    <a:pt x="45369" y="111720"/>
                  </a:lnTo>
                  <a:lnTo>
                    <a:pt x="32589" y="61286"/>
                  </a:lnTo>
                  <a:lnTo>
                    <a:pt x="79874" y="61286"/>
                  </a:lnTo>
                  <a:close/>
                  <a:moveTo>
                    <a:pt x="45369" y="124488"/>
                  </a:moveTo>
                  <a:lnTo>
                    <a:pt x="66455" y="124488"/>
                  </a:lnTo>
                  <a:lnTo>
                    <a:pt x="79874" y="190881"/>
                  </a:lnTo>
                  <a:lnTo>
                    <a:pt x="31950" y="190881"/>
                  </a:lnTo>
                  <a:lnTo>
                    <a:pt x="45369" y="124488"/>
                  </a:lnTo>
                  <a:close/>
                  <a:moveTo>
                    <a:pt x="97127" y="222801"/>
                  </a:moveTo>
                  <a:lnTo>
                    <a:pt x="14697" y="222801"/>
                  </a:lnTo>
                  <a:lnTo>
                    <a:pt x="14697" y="203649"/>
                  </a:lnTo>
                  <a:lnTo>
                    <a:pt x="97127" y="203649"/>
                  </a:lnTo>
                  <a:lnTo>
                    <a:pt x="97127" y="222801"/>
                  </a:lnTo>
                  <a:close/>
                </a:path>
              </a:pathLst>
            </a:custGeom>
            <a:solidFill>
              <a:srgbClr val="005587"/>
            </a:solidFill>
            <a:ln w="6390" cap="flat">
              <a:noFill/>
              <a:prstDash val="solid"/>
              <a:miter/>
            </a:ln>
          </p:spPr>
          <p:txBody>
            <a:bodyPr rtlCol="0" anchor="ctr"/>
            <a:lstStyle/>
            <a:p>
              <a:endParaRPr lang="en-US"/>
            </a:p>
          </p:txBody>
        </p:sp>
      </p:grpSp>
      <p:grpSp>
        <p:nvGrpSpPr>
          <p:cNvPr id="1007" name="Graphic 4">
            <a:extLst>
              <a:ext uri="{FF2B5EF4-FFF2-40B4-BE49-F238E27FC236}">
                <a16:creationId xmlns:a16="http://schemas.microsoft.com/office/drawing/2014/main" id="{50ED6ACC-C92D-3C42-B54B-DF704EE42770}"/>
              </a:ext>
            </a:extLst>
          </p:cNvPr>
          <p:cNvGrpSpPr>
            <a:grpSpLocks noChangeAspect="1"/>
          </p:cNvGrpSpPr>
          <p:nvPr/>
        </p:nvGrpSpPr>
        <p:grpSpPr>
          <a:xfrm>
            <a:off x="1515054" y="3339623"/>
            <a:ext cx="361670" cy="361333"/>
            <a:chOff x="1515054" y="3339623"/>
            <a:chExt cx="361670" cy="361333"/>
          </a:xfrm>
          <a:solidFill>
            <a:srgbClr val="005587"/>
          </a:solidFill>
        </p:grpSpPr>
        <p:sp>
          <p:nvSpPr>
            <p:cNvPr id="1008" name="Graphic 4">
              <a:extLst>
                <a:ext uri="{FF2B5EF4-FFF2-40B4-BE49-F238E27FC236}">
                  <a16:creationId xmlns:a16="http://schemas.microsoft.com/office/drawing/2014/main" id="{146F18CA-4AA9-CC46-9B36-C4088163FDA1}"/>
                </a:ext>
              </a:extLst>
            </p:cNvPr>
            <p:cNvSpPr/>
            <p:nvPr/>
          </p:nvSpPr>
          <p:spPr>
            <a:xfrm>
              <a:off x="1515054"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05587"/>
            </a:solidFill>
            <a:ln w="6390" cap="flat">
              <a:noFill/>
              <a:prstDash val="solid"/>
              <a:miter/>
            </a:ln>
          </p:spPr>
          <p:txBody>
            <a:bodyPr rtlCol="0" anchor="ctr"/>
            <a:lstStyle/>
            <a:p>
              <a:endParaRPr lang="en-US"/>
            </a:p>
          </p:txBody>
        </p:sp>
        <p:sp>
          <p:nvSpPr>
            <p:cNvPr id="1009" name="Graphic 4">
              <a:extLst>
                <a:ext uri="{FF2B5EF4-FFF2-40B4-BE49-F238E27FC236}">
                  <a16:creationId xmlns:a16="http://schemas.microsoft.com/office/drawing/2014/main" id="{8D8F89C4-0298-6942-9AB0-B98CC114B7F3}"/>
                </a:ext>
              </a:extLst>
            </p:cNvPr>
            <p:cNvSpPr/>
            <p:nvPr/>
          </p:nvSpPr>
          <p:spPr>
            <a:xfrm>
              <a:off x="1603372" y="3404044"/>
              <a:ext cx="185435" cy="234988"/>
            </a:xfrm>
            <a:custGeom>
              <a:avLst/>
              <a:gdLst>
                <a:gd name="connsiteX0" fmla="*/ 171113 w 185435"/>
                <a:gd name="connsiteY0" fmla="*/ 116246 h 234988"/>
                <a:gd name="connsiteX1" fmla="*/ 183893 w 185435"/>
                <a:gd name="connsiteY1" fmla="*/ 100286 h 234988"/>
                <a:gd name="connsiteX2" fmla="*/ 185171 w 185435"/>
                <a:gd name="connsiteY2" fmla="*/ 95179 h 234988"/>
                <a:gd name="connsiteX3" fmla="*/ 181976 w 185435"/>
                <a:gd name="connsiteY3" fmla="*/ 90710 h 234988"/>
                <a:gd name="connsiteX4" fmla="*/ 170474 w 185435"/>
                <a:gd name="connsiteY4" fmla="*/ 84965 h 234988"/>
                <a:gd name="connsiteX5" fmla="*/ 176864 w 185435"/>
                <a:gd name="connsiteY5" fmla="*/ 67728 h 234988"/>
                <a:gd name="connsiteX6" fmla="*/ 176225 w 185435"/>
                <a:gd name="connsiteY6" fmla="*/ 62621 h 234988"/>
                <a:gd name="connsiteX7" fmla="*/ 172391 w 185435"/>
                <a:gd name="connsiteY7" fmla="*/ 59429 h 234988"/>
                <a:gd name="connsiteX8" fmla="*/ 155777 w 185435"/>
                <a:gd name="connsiteY8" fmla="*/ 54960 h 234988"/>
                <a:gd name="connsiteX9" fmla="*/ 160889 w 185435"/>
                <a:gd name="connsiteY9" fmla="*/ 32616 h 234988"/>
                <a:gd name="connsiteX10" fmla="*/ 159611 w 185435"/>
                <a:gd name="connsiteY10" fmla="*/ 27509 h 234988"/>
                <a:gd name="connsiteX11" fmla="*/ 154499 w 185435"/>
                <a:gd name="connsiteY11" fmla="*/ 24955 h 234988"/>
                <a:gd name="connsiteX12" fmla="*/ 123827 w 185435"/>
                <a:gd name="connsiteY12" fmla="*/ 24955 h 234988"/>
                <a:gd name="connsiteX13" fmla="*/ 92516 w 185435"/>
                <a:gd name="connsiteY13" fmla="*/ 1334 h 234988"/>
                <a:gd name="connsiteX14" fmla="*/ 86126 w 185435"/>
                <a:gd name="connsiteY14" fmla="*/ 696 h 234988"/>
                <a:gd name="connsiteX15" fmla="*/ 82292 w 185435"/>
                <a:gd name="connsiteY15" fmla="*/ 6441 h 234988"/>
                <a:gd name="connsiteX16" fmla="*/ 82292 w 185435"/>
                <a:gd name="connsiteY16" fmla="*/ 35808 h 234988"/>
                <a:gd name="connsiteX17" fmla="*/ 3057 w 185435"/>
                <a:gd name="connsiteY17" fmla="*/ 83049 h 234988"/>
                <a:gd name="connsiteX18" fmla="*/ 501 w 185435"/>
                <a:gd name="connsiteY18" fmla="*/ 91349 h 234988"/>
                <a:gd name="connsiteX19" fmla="*/ 17115 w 185435"/>
                <a:gd name="connsiteY19" fmla="*/ 124545 h 234988"/>
                <a:gd name="connsiteX20" fmla="*/ 24783 w 185435"/>
                <a:gd name="connsiteY20" fmla="*/ 127737 h 234988"/>
                <a:gd name="connsiteX21" fmla="*/ 80376 w 185435"/>
                <a:gd name="connsiteY21" fmla="*/ 111777 h 234988"/>
                <a:gd name="connsiteX22" fmla="*/ 88044 w 185435"/>
                <a:gd name="connsiteY22" fmla="*/ 118161 h 234988"/>
                <a:gd name="connsiteX23" fmla="*/ 84210 w 185435"/>
                <a:gd name="connsiteY23" fmla="*/ 125184 h 234988"/>
                <a:gd name="connsiteX24" fmla="*/ 49704 w 185435"/>
                <a:gd name="connsiteY24" fmla="*/ 189024 h 234988"/>
                <a:gd name="connsiteX25" fmla="*/ 38841 w 185435"/>
                <a:gd name="connsiteY25" fmla="*/ 189024 h 234988"/>
                <a:gd name="connsiteX26" fmla="*/ 32451 w 185435"/>
                <a:gd name="connsiteY26" fmla="*/ 195408 h 234988"/>
                <a:gd name="connsiteX27" fmla="*/ 32451 w 185435"/>
                <a:gd name="connsiteY27" fmla="*/ 228604 h 234988"/>
                <a:gd name="connsiteX28" fmla="*/ 38841 w 185435"/>
                <a:gd name="connsiteY28" fmla="*/ 234988 h 234988"/>
                <a:gd name="connsiteX29" fmla="*/ 170474 w 185435"/>
                <a:gd name="connsiteY29" fmla="*/ 234988 h 234988"/>
                <a:gd name="connsiteX30" fmla="*/ 176864 w 185435"/>
                <a:gd name="connsiteY30" fmla="*/ 228604 h 234988"/>
                <a:gd name="connsiteX31" fmla="*/ 176864 w 185435"/>
                <a:gd name="connsiteY31" fmla="*/ 195408 h 234988"/>
                <a:gd name="connsiteX32" fmla="*/ 170474 w 185435"/>
                <a:gd name="connsiteY32" fmla="*/ 189024 h 234988"/>
                <a:gd name="connsiteX33" fmla="*/ 160250 w 185435"/>
                <a:gd name="connsiteY33" fmla="*/ 189024 h 234988"/>
                <a:gd name="connsiteX34" fmla="*/ 160250 w 185435"/>
                <a:gd name="connsiteY34" fmla="*/ 176894 h 234988"/>
                <a:gd name="connsiteX35" fmla="*/ 170474 w 185435"/>
                <a:gd name="connsiteY35" fmla="*/ 176894 h 234988"/>
                <a:gd name="connsiteX36" fmla="*/ 176225 w 185435"/>
                <a:gd name="connsiteY36" fmla="*/ 173702 h 234988"/>
                <a:gd name="connsiteX37" fmla="*/ 176225 w 185435"/>
                <a:gd name="connsiteY37" fmla="*/ 167318 h 234988"/>
                <a:gd name="connsiteX38" fmla="*/ 164723 w 185435"/>
                <a:gd name="connsiteY38" fmla="*/ 149443 h 234988"/>
                <a:gd name="connsiteX39" fmla="*/ 181337 w 185435"/>
                <a:gd name="connsiteY39" fmla="*/ 143697 h 234988"/>
                <a:gd name="connsiteX40" fmla="*/ 185171 w 185435"/>
                <a:gd name="connsiteY40" fmla="*/ 139867 h 234988"/>
                <a:gd name="connsiteX41" fmla="*/ 184531 w 185435"/>
                <a:gd name="connsiteY41" fmla="*/ 134121 h 234988"/>
                <a:gd name="connsiteX42" fmla="*/ 171113 w 185435"/>
                <a:gd name="connsiteY42" fmla="*/ 116246 h 234988"/>
                <a:gd name="connsiteX43" fmla="*/ 164084 w 185435"/>
                <a:gd name="connsiteY43" fmla="*/ 221582 h 234988"/>
                <a:gd name="connsiteX44" fmla="*/ 45231 w 185435"/>
                <a:gd name="connsiteY44" fmla="*/ 221582 h 234988"/>
                <a:gd name="connsiteX45" fmla="*/ 45231 w 185435"/>
                <a:gd name="connsiteY45" fmla="*/ 201153 h 234988"/>
                <a:gd name="connsiteX46" fmla="*/ 164084 w 185435"/>
                <a:gd name="connsiteY46" fmla="*/ 201153 h 234988"/>
                <a:gd name="connsiteX47" fmla="*/ 164084 w 185435"/>
                <a:gd name="connsiteY47" fmla="*/ 221582 h 234988"/>
                <a:gd name="connsiteX48" fmla="*/ 157694 w 185435"/>
                <a:gd name="connsiteY48" fmla="*/ 119438 h 234988"/>
                <a:gd name="connsiteX49" fmla="*/ 168557 w 185435"/>
                <a:gd name="connsiteY49" fmla="*/ 134121 h 234988"/>
                <a:gd name="connsiteX50" fmla="*/ 151943 w 185435"/>
                <a:gd name="connsiteY50" fmla="*/ 139867 h 234988"/>
                <a:gd name="connsiteX51" fmla="*/ 148109 w 185435"/>
                <a:gd name="connsiteY51" fmla="*/ 143697 h 234988"/>
                <a:gd name="connsiteX52" fmla="*/ 148748 w 185435"/>
                <a:gd name="connsiteY52" fmla="*/ 149443 h 234988"/>
                <a:gd name="connsiteX53" fmla="*/ 158333 w 185435"/>
                <a:gd name="connsiteY53" fmla="*/ 164126 h 234988"/>
                <a:gd name="connsiteX54" fmla="*/ 153860 w 185435"/>
                <a:gd name="connsiteY54" fmla="*/ 164126 h 234988"/>
                <a:gd name="connsiteX55" fmla="*/ 147470 w 185435"/>
                <a:gd name="connsiteY55" fmla="*/ 170510 h 234988"/>
                <a:gd name="connsiteX56" fmla="*/ 147470 w 185435"/>
                <a:gd name="connsiteY56" fmla="*/ 189024 h 234988"/>
                <a:gd name="connsiteX57" fmla="*/ 61845 w 185435"/>
                <a:gd name="connsiteY57" fmla="*/ 189024 h 234988"/>
                <a:gd name="connsiteX58" fmla="*/ 92516 w 185435"/>
                <a:gd name="connsiteY58" fmla="*/ 134121 h 234988"/>
                <a:gd name="connsiteX59" fmla="*/ 100184 w 185435"/>
                <a:gd name="connsiteY59" fmla="*/ 114969 h 234988"/>
                <a:gd name="connsiteX60" fmla="*/ 81654 w 185435"/>
                <a:gd name="connsiteY60" fmla="*/ 99009 h 234988"/>
                <a:gd name="connsiteX61" fmla="*/ 77820 w 185435"/>
                <a:gd name="connsiteY61" fmla="*/ 99009 h 234988"/>
                <a:gd name="connsiteX62" fmla="*/ 25422 w 185435"/>
                <a:gd name="connsiteY62" fmla="*/ 113693 h 234988"/>
                <a:gd name="connsiteX63" fmla="*/ 13920 w 185435"/>
                <a:gd name="connsiteY63" fmla="*/ 90710 h 234988"/>
                <a:gd name="connsiteX64" fmla="*/ 91239 w 185435"/>
                <a:gd name="connsiteY64" fmla="*/ 44107 h 234988"/>
                <a:gd name="connsiteX65" fmla="*/ 94434 w 185435"/>
                <a:gd name="connsiteY65" fmla="*/ 38361 h 234988"/>
                <a:gd name="connsiteX66" fmla="*/ 94434 w 185435"/>
                <a:gd name="connsiteY66" fmla="*/ 17933 h 234988"/>
                <a:gd name="connsiteX67" fmla="*/ 117437 w 185435"/>
                <a:gd name="connsiteY67" fmla="*/ 35169 h 234988"/>
                <a:gd name="connsiteX68" fmla="*/ 121271 w 185435"/>
                <a:gd name="connsiteY68" fmla="*/ 36446 h 234988"/>
                <a:gd name="connsiteX69" fmla="*/ 146192 w 185435"/>
                <a:gd name="connsiteY69" fmla="*/ 36446 h 234988"/>
                <a:gd name="connsiteX70" fmla="*/ 141719 w 185435"/>
                <a:gd name="connsiteY70" fmla="*/ 56875 h 234988"/>
                <a:gd name="connsiteX71" fmla="*/ 146192 w 185435"/>
                <a:gd name="connsiteY71" fmla="*/ 64536 h 234988"/>
                <a:gd name="connsiteX72" fmla="*/ 162167 w 185435"/>
                <a:gd name="connsiteY72" fmla="*/ 69005 h 234988"/>
                <a:gd name="connsiteX73" fmla="*/ 156416 w 185435"/>
                <a:gd name="connsiteY73" fmla="*/ 84965 h 234988"/>
                <a:gd name="connsiteX74" fmla="*/ 159611 w 185435"/>
                <a:gd name="connsiteY74" fmla="*/ 92625 h 234988"/>
                <a:gd name="connsiteX75" fmla="*/ 169196 w 185435"/>
                <a:gd name="connsiteY75" fmla="*/ 97094 h 234988"/>
                <a:gd name="connsiteX76" fmla="*/ 158333 w 185435"/>
                <a:gd name="connsiteY76" fmla="*/ 110501 h 234988"/>
                <a:gd name="connsiteX77" fmla="*/ 157694 w 185435"/>
                <a:gd name="connsiteY77" fmla="*/ 119438 h 23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85435" h="234988">
                  <a:moveTo>
                    <a:pt x="171113" y="116246"/>
                  </a:moveTo>
                  <a:lnTo>
                    <a:pt x="183893" y="100286"/>
                  </a:lnTo>
                  <a:cubicBezTo>
                    <a:pt x="185171" y="99009"/>
                    <a:pt x="185810" y="97094"/>
                    <a:pt x="185171" y="95179"/>
                  </a:cubicBezTo>
                  <a:cubicBezTo>
                    <a:pt x="184531" y="93264"/>
                    <a:pt x="183254" y="91987"/>
                    <a:pt x="181976" y="90710"/>
                  </a:cubicBezTo>
                  <a:lnTo>
                    <a:pt x="170474" y="84965"/>
                  </a:lnTo>
                  <a:lnTo>
                    <a:pt x="176864" y="67728"/>
                  </a:lnTo>
                  <a:cubicBezTo>
                    <a:pt x="177503" y="65813"/>
                    <a:pt x="177503" y="64536"/>
                    <a:pt x="176225" y="62621"/>
                  </a:cubicBezTo>
                  <a:cubicBezTo>
                    <a:pt x="174947" y="60705"/>
                    <a:pt x="174308" y="60067"/>
                    <a:pt x="172391" y="59429"/>
                  </a:cubicBezTo>
                  <a:lnTo>
                    <a:pt x="155777" y="54960"/>
                  </a:lnTo>
                  <a:lnTo>
                    <a:pt x="160889" y="32616"/>
                  </a:lnTo>
                  <a:cubicBezTo>
                    <a:pt x="161528" y="30701"/>
                    <a:pt x="160889" y="28785"/>
                    <a:pt x="159611" y="27509"/>
                  </a:cubicBezTo>
                  <a:cubicBezTo>
                    <a:pt x="158333" y="26232"/>
                    <a:pt x="156416" y="24955"/>
                    <a:pt x="154499" y="24955"/>
                  </a:cubicBezTo>
                  <a:lnTo>
                    <a:pt x="123827" y="24955"/>
                  </a:lnTo>
                  <a:lnTo>
                    <a:pt x="92516" y="1334"/>
                  </a:lnTo>
                  <a:cubicBezTo>
                    <a:pt x="90600" y="57"/>
                    <a:pt x="88044" y="-581"/>
                    <a:pt x="86126" y="696"/>
                  </a:cubicBezTo>
                  <a:cubicBezTo>
                    <a:pt x="84210" y="1973"/>
                    <a:pt x="82292" y="3888"/>
                    <a:pt x="82292" y="6441"/>
                  </a:cubicBezTo>
                  <a:lnTo>
                    <a:pt x="82292" y="35808"/>
                  </a:lnTo>
                  <a:lnTo>
                    <a:pt x="3057" y="83049"/>
                  </a:lnTo>
                  <a:cubicBezTo>
                    <a:pt x="501" y="84965"/>
                    <a:pt x="-777" y="88157"/>
                    <a:pt x="501" y="91349"/>
                  </a:cubicBezTo>
                  <a:lnTo>
                    <a:pt x="17115" y="124545"/>
                  </a:lnTo>
                  <a:cubicBezTo>
                    <a:pt x="18393" y="127099"/>
                    <a:pt x="21588" y="128376"/>
                    <a:pt x="24783" y="127737"/>
                  </a:cubicBezTo>
                  <a:lnTo>
                    <a:pt x="80376" y="111777"/>
                  </a:lnTo>
                  <a:cubicBezTo>
                    <a:pt x="83571" y="113054"/>
                    <a:pt x="87405" y="115608"/>
                    <a:pt x="88044" y="118161"/>
                  </a:cubicBezTo>
                  <a:cubicBezTo>
                    <a:pt x="88682" y="120077"/>
                    <a:pt x="86766" y="122630"/>
                    <a:pt x="84210" y="125184"/>
                  </a:cubicBezTo>
                  <a:cubicBezTo>
                    <a:pt x="70152" y="139229"/>
                    <a:pt x="52260" y="160296"/>
                    <a:pt x="49704" y="189024"/>
                  </a:cubicBezTo>
                  <a:lnTo>
                    <a:pt x="38841" y="189024"/>
                  </a:lnTo>
                  <a:cubicBezTo>
                    <a:pt x="35007" y="189024"/>
                    <a:pt x="32451" y="191577"/>
                    <a:pt x="32451" y="195408"/>
                  </a:cubicBezTo>
                  <a:lnTo>
                    <a:pt x="32451" y="228604"/>
                  </a:lnTo>
                  <a:cubicBezTo>
                    <a:pt x="32451" y="232435"/>
                    <a:pt x="35007" y="234988"/>
                    <a:pt x="38841" y="234988"/>
                  </a:cubicBezTo>
                  <a:lnTo>
                    <a:pt x="170474" y="234988"/>
                  </a:lnTo>
                  <a:cubicBezTo>
                    <a:pt x="174308" y="234988"/>
                    <a:pt x="176864" y="232435"/>
                    <a:pt x="176864" y="228604"/>
                  </a:cubicBezTo>
                  <a:lnTo>
                    <a:pt x="176864" y="195408"/>
                  </a:lnTo>
                  <a:cubicBezTo>
                    <a:pt x="176864" y="191577"/>
                    <a:pt x="174308" y="189024"/>
                    <a:pt x="170474" y="189024"/>
                  </a:cubicBezTo>
                  <a:lnTo>
                    <a:pt x="160250" y="189024"/>
                  </a:lnTo>
                  <a:lnTo>
                    <a:pt x="160250" y="176894"/>
                  </a:lnTo>
                  <a:lnTo>
                    <a:pt x="170474" y="176894"/>
                  </a:lnTo>
                  <a:cubicBezTo>
                    <a:pt x="173030" y="176894"/>
                    <a:pt x="174947" y="175617"/>
                    <a:pt x="176225" y="173702"/>
                  </a:cubicBezTo>
                  <a:cubicBezTo>
                    <a:pt x="177503" y="171787"/>
                    <a:pt x="177503" y="169233"/>
                    <a:pt x="176225" y="167318"/>
                  </a:cubicBezTo>
                  <a:lnTo>
                    <a:pt x="164723" y="149443"/>
                  </a:lnTo>
                  <a:lnTo>
                    <a:pt x="181337" y="143697"/>
                  </a:lnTo>
                  <a:cubicBezTo>
                    <a:pt x="183254" y="143059"/>
                    <a:pt x="184531" y="141782"/>
                    <a:pt x="185171" y="139867"/>
                  </a:cubicBezTo>
                  <a:cubicBezTo>
                    <a:pt x="185810" y="137952"/>
                    <a:pt x="185171" y="136037"/>
                    <a:pt x="184531" y="134121"/>
                  </a:cubicBezTo>
                  <a:lnTo>
                    <a:pt x="171113" y="116246"/>
                  </a:lnTo>
                  <a:close/>
                  <a:moveTo>
                    <a:pt x="164084" y="221582"/>
                  </a:moveTo>
                  <a:lnTo>
                    <a:pt x="45231" y="221582"/>
                  </a:lnTo>
                  <a:lnTo>
                    <a:pt x="45231" y="201153"/>
                  </a:lnTo>
                  <a:lnTo>
                    <a:pt x="164084" y="201153"/>
                  </a:lnTo>
                  <a:lnTo>
                    <a:pt x="164084" y="221582"/>
                  </a:lnTo>
                  <a:close/>
                  <a:moveTo>
                    <a:pt x="157694" y="119438"/>
                  </a:moveTo>
                  <a:lnTo>
                    <a:pt x="168557" y="134121"/>
                  </a:lnTo>
                  <a:lnTo>
                    <a:pt x="151943" y="139867"/>
                  </a:lnTo>
                  <a:cubicBezTo>
                    <a:pt x="150026" y="140505"/>
                    <a:pt x="148748" y="141782"/>
                    <a:pt x="148109" y="143697"/>
                  </a:cubicBezTo>
                  <a:cubicBezTo>
                    <a:pt x="147470" y="145613"/>
                    <a:pt x="147470" y="147528"/>
                    <a:pt x="148748" y="149443"/>
                  </a:cubicBezTo>
                  <a:lnTo>
                    <a:pt x="158333" y="164126"/>
                  </a:lnTo>
                  <a:lnTo>
                    <a:pt x="153860" y="164126"/>
                  </a:lnTo>
                  <a:cubicBezTo>
                    <a:pt x="150026" y="164126"/>
                    <a:pt x="147470" y="166680"/>
                    <a:pt x="147470" y="170510"/>
                  </a:cubicBezTo>
                  <a:lnTo>
                    <a:pt x="147470" y="189024"/>
                  </a:lnTo>
                  <a:lnTo>
                    <a:pt x="61845" y="189024"/>
                  </a:lnTo>
                  <a:cubicBezTo>
                    <a:pt x="63762" y="170510"/>
                    <a:pt x="73347" y="153273"/>
                    <a:pt x="92516" y="134121"/>
                  </a:cubicBezTo>
                  <a:cubicBezTo>
                    <a:pt x="98906" y="127737"/>
                    <a:pt x="101462" y="121353"/>
                    <a:pt x="100184" y="114969"/>
                  </a:cubicBezTo>
                  <a:cubicBezTo>
                    <a:pt x="97628" y="104117"/>
                    <a:pt x="83571" y="99648"/>
                    <a:pt x="81654" y="99009"/>
                  </a:cubicBezTo>
                  <a:cubicBezTo>
                    <a:pt x="80376" y="98371"/>
                    <a:pt x="79098" y="98371"/>
                    <a:pt x="77820" y="99009"/>
                  </a:cubicBezTo>
                  <a:lnTo>
                    <a:pt x="25422" y="113693"/>
                  </a:lnTo>
                  <a:lnTo>
                    <a:pt x="13920" y="90710"/>
                  </a:lnTo>
                  <a:lnTo>
                    <a:pt x="91239" y="44107"/>
                  </a:lnTo>
                  <a:cubicBezTo>
                    <a:pt x="93155" y="42830"/>
                    <a:pt x="94434" y="40915"/>
                    <a:pt x="94434" y="38361"/>
                  </a:cubicBezTo>
                  <a:lnTo>
                    <a:pt x="94434" y="17933"/>
                  </a:lnTo>
                  <a:lnTo>
                    <a:pt x="117437" y="35169"/>
                  </a:lnTo>
                  <a:cubicBezTo>
                    <a:pt x="118715" y="35808"/>
                    <a:pt x="119993" y="36446"/>
                    <a:pt x="121271" y="36446"/>
                  </a:cubicBezTo>
                  <a:lnTo>
                    <a:pt x="146192" y="36446"/>
                  </a:lnTo>
                  <a:lnTo>
                    <a:pt x="141719" y="56875"/>
                  </a:lnTo>
                  <a:cubicBezTo>
                    <a:pt x="141080" y="60067"/>
                    <a:pt x="142997" y="63259"/>
                    <a:pt x="146192" y="64536"/>
                  </a:cubicBezTo>
                  <a:lnTo>
                    <a:pt x="162167" y="69005"/>
                  </a:lnTo>
                  <a:lnTo>
                    <a:pt x="156416" y="84965"/>
                  </a:lnTo>
                  <a:cubicBezTo>
                    <a:pt x="155138" y="88157"/>
                    <a:pt x="156416" y="91349"/>
                    <a:pt x="159611" y="92625"/>
                  </a:cubicBezTo>
                  <a:lnTo>
                    <a:pt x="169196" y="97094"/>
                  </a:lnTo>
                  <a:lnTo>
                    <a:pt x="158333" y="110501"/>
                  </a:lnTo>
                  <a:cubicBezTo>
                    <a:pt x="156416" y="114331"/>
                    <a:pt x="155777" y="117523"/>
                    <a:pt x="157694" y="119438"/>
                  </a:cubicBezTo>
                  <a:close/>
                </a:path>
              </a:pathLst>
            </a:custGeom>
            <a:solidFill>
              <a:srgbClr val="005587"/>
            </a:solidFill>
            <a:ln w="6390" cap="flat">
              <a:noFill/>
              <a:prstDash val="solid"/>
              <a:miter/>
            </a:ln>
          </p:spPr>
          <p:txBody>
            <a:bodyPr rtlCol="0" anchor="ctr"/>
            <a:lstStyle/>
            <a:p>
              <a:endParaRPr lang="en-US"/>
            </a:p>
          </p:txBody>
        </p:sp>
      </p:grpSp>
      <p:grpSp>
        <p:nvGrpSpPr>
          <p:cNvPr id="1010" name="Graphic 4">
            <a:extLst>
              <a:ext uri="{FF2B5EF4-FFF2-40B4-BE49-F238E27FC236}">
                <a16:creationId xmlns:a16="http://schemas.microsoft.com/office/drawing/2014/main" id="{7176F8AE-2C27-854D-9420-C5071A4CD13C}"/>
              </a:ext>
            </a:extLst>
          </p:cNvPr>
          <p:cNvGrpSpPr>
            <a:grpSpLocks noChangeAspect="1"/>
          </p:cNvGrpSpPr>
          <p:nvPr/>
        </p:nvGrpSpPr>
        <p:grpSpPr>
          <a:xfrm>
            <a:off x="1515054" y="918179"/>
            <a:ext cx="361670" cy="361333"/>
            <a:chOff x="1515054" y="918179"/>
            <a:chExt cx="361670" cy="361333"/>
          </a:xfrm>
          <a:solidFill>
            <a:srgbClr val="005587"/>
          </a:solidFill>
        </p:grpSpPr>
        <p:sp>
          <p:nvSpPr>
            <p:cNvPr id="1011" name="Graphic 4">
              <a:extLst>
                <a:ext uri="{FF2B5EF4-FFF2-40B4-BE49-F238E27FC236}">
                  <a16:creationId xmlns:a16="http://schemas.microsoft.com/office/drawing/2014/main" id="{4BC493BB-789E-D747-97D4-75B6650B80B6}"/>
                </a:ext>
              </a:extLst>
            </p:cNvPr>
            <p:cNvSpPr/>
            <p:nvPr/>
          </p:nvSpPr>
          <p:spPr>
            <a:xfrm>
              <a:off x="1515054"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234"/>
                    <a:pt x="273489" y="349204"/>
                    <a:pt x="180835" y="349204"/>
                  </a:cubicBezTo>
                  <a:close/>
                </a:path>
              </a:pathLst>
            </a:custGeom>
            <a:solidFill>
              <a:srgbClr val="005587"/>
            </a:solidFill>
            <a:ln w="6390" cap="flat">
              <a:noFill/>
              <a:prstDash val="solid"/>
              <a:miter/>
            </a:ln>
          </p:spPr>
          <p:txBody>
            <a:bodyPr rtlCol="0" anchor="ctr"/>
            <a:lstStyle/>
            <a:p>
              <a:endParaRPr lang="en-US"/>
            </a:p>
          </p:txBody>
        </p:sp>
        <p:sp>
          <p:nvSpPr>
            <p:cNvPr id="1012" name="Graphic 4">
              <a:extLst>
                <a:ext uri="{FF2B5EF4-FFF2-40B4-BE49-F238E27FC236}">
                  <a16:creationId xmlns:a16="http://schemas.microsoft.com/office/drawing/2014/main" id="{17212C70-2D2E-814F-8673-9CFDB31C99C6}"/>
                </a:ext>
              </a:extLst>
            </p:cNvPr>
            <p:cNvSpPr/>
            <p:nvPr/>
          </p:nvSpPr>
          <p:spPr>
            <a:xfrm>
              <a:off x="1628155" y="981380"/>
              <a:ext cx="134270" cy="234930"/>
            </a:xfrm>
            <a:custGeom>
              <a:avLst/>
              <a:gdLst>
                <a:gd name="connsiteX0" fmla="*/ 128438 w 134270"/>
                <a:gd name="connsiteY0" fmla="*/ 181944 h 234930"/>
                <a:gd name="connsiteX1" fmla="*/ 121409 w 134270"/>
                <a:gd name="connsiteY1" fmla="*/ 181944 h 234930"/>
                <a:gd name="connsiteX2" fmla="*/ 94571 w 134270"/>
                <a:gd name="connsiteY2" fmla="*/ 83630 h 234930"/>
                <a:gd name="connsiteX3" fmla="*/ 107990 w 134270"/>
                <a:gd name="connsiteY3" fmla="*/ 83630 h 234930"/>
                <a:gd name="connsiteX4" fmla="*/ 114380 w 134270"/>
                <a:gd name="connsiteY4" fmla="*/ 77246 h 234930"/>
                <a:gd name="connsiteX5" fmla="*/ 107990 w 134270"/>
                <a:gd name="connsiteY5" fmla="*/ 70862 h 234930"/>
                <a:gd name="connsiteX6" fmla="*/ 81152 w 134270"/>
                <a:gd name="connsiteY6" fmla="*/ 70862 h 234930"/>
                <a:gd name="connsiteX7" fmla="*/ 104156 w 134270"/>
                <a:gd name="connsiteY7" fmla="*/ 37027 h 234930"/>
                <a:gd name="connsiteX8" fmla="*/ 67094 w 134270"/>
                <a:gd name="connsiteY8" fmla="*/ 0 h 234930"/>
                <a:gd name="connsiteX9" fmla="*/ 30033 w 134270"/>
                <a:gd name="connsiteY9" fmla="*/ 37027 h 234930"/>
                <a:gd name="connsiteX10" fmla="*/ 53036 w 134270"/>
                <a:gd name="connsiteY10" fmla="*/ 70862 h 234930"/>
                <a:gd name="connsiteX11" fmla="*/ 26838 w 134270"/>
                <a:gd name="connsiteY11" fmla="*/ 70862 h 234930"/>
                <a:gd name="connsiteX12" fmla="*/ 20448 w 134270"/>
                <a:gd name="connsiteY12" fmla="*/ 77246 h 234930"/>
                <a:gd name="connsiteX13" fmla="*/ 26838 w 134270"/>
                <a:gd name="connsiteY13" fmla="*/ 83630 h 234930"/>
                <a:gd name="connsiteX14" fmla="*/ 40257 w 134270"/>
                <a:gd name="connsiteY14" fmla="*/ 83630 h 234930"/>
                <a:gd name="connsiteX15" fmla="*/ 13419 w 134270"/>
                <a:gd name="connsiteY15" fmla="*/ 181944 h 234930"/>
                <a:gd name="connsiteX16" fmla="*/ 6390 w 134270"/>
                <a:gd name="connsiteY16" fmla="*/ 181944 h 234930"/>
                <a:gd name="connsiteX17" fmla="*/ 0 w 134270"/>
                <a:gd name="connsiteY17" fmla="*/ 188327 h 234930"/>
                <a:gd name="connsiteX18" fmla="*/ 0 w 134270"/>
                <a:gd name="connsiteY18" fmla="*/ 228546 h 234930"/>
                <a:gd name="connsiteX19" fmla="*/ 6390 w 134270"/>
                <a:gd name="connsiteY19" fmla="*/ 234930 h 234930"/>
                <a:gd name="connsiteX20" fmla="*/ 127799 w 134270"/>
                <a:gd name="connsiteY20" fmla="*/ 234930 h 234930"/>
                <a:gd name="connsiteX21" fmla="*/ 134189 w 134270"/>
                <a:gd name="connsiteY21" fmla="*/ 228546 h 234930"/>
                <a:gd name="connsiteX22" fmla="*/ 134189 w 134270"/>
                <a:gd name="connsiteY22" fmla="*/ 188327 h 234930"/>
                <a:gd name="connsiteX23" fmla="*/ 128438 w 134270"/>
                <a:gd name="connsiteY23" fmla="*/ 181944 h 234930"/>
                <a:gd name="connsiteX24" fmla="*/ 43452 w 134270"/>
                <a:gd name="connsiteY24" fmla="*/ 36389 h 234930"/>
                <a:gd name="connsiteX25" fmla="*/ 67733 w 134270"/>
                <a:gd name="connsiteY25" fmla="*/ 12130 h 234930"/>
                <a:gd name="connsiteX26" fmla="*/ 92015 w 134270"/>
                <a:gd name="connsiteY26" fmla="*/ 36389 h 234930"/>
                <a:gd name="connsiteX27" fmla="*/ 67733 w 134270"/>
                <a:gd name="connsiteY27" fmla="*/ 60648 h 234930"/>
                <a:gd name="connsiteX28" fmla="*/ 43452 w 134270"/>
                <a:gd name="connsiteY28" fmla="*/ 36389 h 234930"/>
                <a:gd name="connsiteX29" fmla="*/ 53676 w 134270"/>
                <a:gd name="connsiteY29" fmla="*/ 83630 h 234930"/>
                <a:gd name="connsiteX30" fmla="*/ 81791 w 134270"/>
                <a:gd name="connsiteY30" fmla="*/ 83630 h 234930"/>
                <a:gd name="connsiteX31" fmla="*/ 106073 w 134270"/>
                <a:gd name="connsiteY31" fmla="*/ 181944 h 234930"/>
                <a:gd name="connsiteX32" fmla="*/ 30033 w 134270"/>
                <a:gd name="connsiteY32" fmla="*/ 181944 h 234930"/>
                <a:gd name="connsiteX33" fmla="*/ 53676 w 134270"/>
                <a:gd name="connsiteY33" fmla="*/ 83630 h 234930"/>
                <a:gd name="connsiteX34" fmla="*/ 122048 w 134270"/>
                <a:gd name="connsiteY34" fmla="*/ 222163 h 234930"/>
                <a:gd name="connsiteX35" fmla="*/ 13419 w 134270"/>
                <a:gd name="connsiteY35" fmla="*/ 222163 h 234930"/>
                <a:gd name="connsiteX36" fmla="*/ 13419 w 134270"/>
                <a:gd name="connsiteY36" fmla="*/ 194711 h 234930"/>
                <a:gd name="connsiteX37" fmla="*/ 122048 w 134270"/>
                <a:gd name="connsiteY37" fmla="*/ 194711 h 234930"/>
                <a:gd name="connsiteX38" fmla="*/ 122048 w 134270"/>
                <a:gd name="connsiteY38" fmla="*/ 222163 h 234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4270" h="234930">
                  <a:moveTo>
                    <a:pt x="128438" y="181944"/>
                  </a:moveTo>
                  <a:lnTo>
                    <a:pt x="121409" y="181944"/>
                  </a:lnTo>
                  <a:cubicBezTo>
                    <a:pt x="115658" y="174283"/>
                    <a:pt x="95849" y="143640"/>
                    <a:pt x="94571" y="83630"/>
                  </a:cubicBezTo>
                  <a:lnTo>
                    <a:pt x="107990" y="83630"/>
                  </a:lnTo>
                  <a:cubicBezTo>
                    <a:pt x="111824" y="83630"/>
                    <a:pt x="114380" y="81077"/>
                    <a:pt x="114380" y="77246"/>
                  </a:cubicBezTo>
                  <a:cubicBezTo>
                    <a:pt x="114380" y="73416"/>
                    <a:pt x="111824" y="70862"/>
                    <a:pt x="107990" y="70862"/>
                  </a:cubicBezTo>
                  <a:lnTo>
                    <a:pt x="81152" y="70862"/>
                  </a:lnTo>
                  <a:cubicBezTo>
                    <a:pt x="94571" y="65117"/>
                    <a:pt x="104156" y="52349"/>
                    <a:pt x="104156" y="37027"/>
                  </a:cubicBezTo>
                  <a:cubicBezTo>
                    <a:pt x="104156" y="16598"/>
                    <a:pt x="87542" y="0"/>
                    <a:pt x="67094" y="0"/>
                  </a:cubicBezTo>
                  <a:cubicBezTo>
                    <a:pt x="46647" y="0"/>
                    <a:pt x="30033" y="16598"/>
                    <a:pt x="30033" y="37027"/>
                  </a:cubicBezTo>
                  <a:cubicBezTo>
                    <a:pt x="30033" y="52349"/>
                    <a:pt x="39618" y="65755"/>
                    <a:pt x="53036" y="70862"/>
                  </a:cubicBezTo>
                  <a:lnTo>
                    <a:pt x="26838" y="70862"/>
                  </a:lnTo>
                  <a:cubicBezTo>
                    <a:pt x="23004" y="70862"/>
                    <a:pt x="20448" y="73416"/>
                    <a:pt x="20448" y="77246"/>
                  </a:cubicBezTo>
                  <a:cubicBezTo>
                    <a:pt x="20448" y="81077"/>
                    <a:pt x="23004" y="83630"/>
                    <a:pt x="26838" y="83630"/>
                  </a:cubicBezTo>
                  <a:lnTo>
                    <a:pt x="40257" y="83630"/>
                  </a:lnTo>
                  <a:cubicBezTo>
                    <a:pt x="38979" y="144278"/>
                    <a:pt x="19170" y="174283"/>
                    <a:pt x="13419" y="181944"/>
                  </a:cubicBezTo>
                  <a:lnTo>
                    <a:pt x="6390" y="181944"/>
                  </a:lnTo>
                  <a:cubicBezTo>
                    <a:pt x="2556" y="181944"/>
                    <a:pt x="0" y="184497"/>
                    <a:pt x="0" y="188327"/>
                  </a:cubicBezTo>
                  <a:lnTo>
                    <a:pt x="0" y="228546"/>
                  </a:lnTo>
                  <a:cubicBezTo>
                    <a:pt x="0" y="232377"/>
                    <a:pt x="2556" y="234930"/>
                    <a:pt x="6390" y="234930"/>
                  </a:cubicBezTo>
                  <a:lnTo>
                    <a:pt x="127799" y="234930"/>
                  </a:lnTo>
                  <a:cubicBezTo>
                    <a:pt x="131633" y="234930"/>
                    <a:pt x="134189" y="232377"/>
                    <a:pt x="134189" y="228546"/>
                  </a:cubicBezTo>
                  <a:lnTo>
                    <a:pt x="134189" y="188327"/>
                  </a:lnTo>
                  <a:cubicBezTo>
                    <a:pt x="134828" y="184497"/>
                    <a:pt x="131633" y="181944"/>
                    <a:pt x="128438" y="181944"/>
                  </a:cubicBezTo>
                  <a:close/>
                  <a:moveTo>
                    <a:pt x="43452" y="36389"/>
                  </a:moveTo>
                  <a:cubicBezTo>
                    <a:pt x="43452" y="22982"/>
                    <a:pt x="54314" y="12130"/>
                    <a:pt x="67733" y="12130"/>
                  </a:cubicBezTo>
                  <a:cubicBezTo>
                    <a:pt x="81152" y="12130"/>
                    <a:pt x="92015" y="22982"/>
                    <a:pt x="92015" y="36389"/>
                  </a:cubicBezTo>
                  <a:cubicBezTo>
                    <a:pt x="92015" y="49795"/>
                    <a:pt x="81152" y="60648"/>
                    <a:pt x="67733" y="60648"/>
                  </a:cubicBezTo>
                  <a:cubicBezTo>
                    <a:pt x="54314" y="60648"/>
                    <a:pt x="43452" y="49795"/>
                    <a:pt x="43452" y="36389"/>
                  </a:cubicBezTo>
                  <a:close/>
                  <a:moveTo>
                    <a:pt x="53676" y="83630"/>
                  </a:moveTo>
                  <a:lnTo>
                    <a:pt x="81791" y="83630"/>
                  </a:lnTo>
                  <a:cubicBezTo>
                    <a:pt x="83069" y="135979"/>
                    <a:pt x="97127" y="167260"/>
                    <a:pt x="106073" y="181944"/>
                  </a:cubicBezTo>
                  <a:lnTo>
                    <a:pt x="30033" y="181944"/>
                  </a:lnTo>
                  <a:cubicBezTo>
                    <a:pt x="38340" y="167260"/>
                    <a:pt x="52397" y="135340"/>
                    <a:pt x="53676" y="83630"/>
                  </a:cubicBezTo>
                  <a:close/>
                  <a:moveTo>
                    <a:pt x="122048" y="222163"/>
                  </a:moveTo>
                  <a:lnTo>
                    <a:pt x="13419" y="222163"/>
                  </a:lnTo>
                  <a:lnTo>
                    <a:pt x="13419" y="194711"/>
                  </a:lnTo>
                  <a:lnTo>
                    <a:pt x="122048" y="194711"/>
                  </a:lnTo>
                  <a:lnTo>
                    <a:pt x="122048" y="222163"/>
                  </a:lnTo>
                  <a:close/>
                </a:path>
              </a:pathLst>
            </a:custGeom>
            <a:solidFill>
              <a:srgbClr val="005587"/>
            </a:solidFill>
            <a:ln w="6390" cap="flat">
              <a:noFill/>
              <a:prstDash val="solid"/>
              <a:miter/>
            </a:ln>
          </p:spPr>
          <p:txBody>
            <a:bodyPr rtlCol="0" anchor="ctr"/>
            <a:lstStyle/>
            <a:p>
              <a:endParaRPr lang="en-US"/>
            </a:p>
          </p:txBody>
        </p:sp>
      </p:grpSp>
      <p:grpSp>
        <p:nvGrpSpPr>
          <p:cNvPr id="1013" name="Graphic 4">
            <a:extLst>
              <a:ext uri="{FF2B5EF4-FFF2-40B4-BE49-F238E27FC236}">
                <a16:creationId xmlns:a16="http://schemas.microsoft.com/office/drawing/2014/main" id="{1B4ED0C0-49F1-AA49-8B24-5EFCD83DA43E}"/>
              </a:ext>
            </a:extLst>
          </p:cNvPr>
          <p:cNvGrpSpPr>
            <a:grpSpLocks noChangeAspect="1"/>
          </p:cNvGrpSpPr>
          <p:nvPr/>
        </p:nvGrpSpPr>
        <p:grpSpPr>
          <a:xfrm>
            <a:off x="1515054" y="1402085"/>
            <a:ext cx="361670" cy="361333"/>
            <a:chOff x="1515054" y="1402085"/>
            <a:chExt cx="361670" cy="361333"/>
          </a:xfrm>
          <a:solidFill>
            <a:srgbClr val="005587"/>
          </a:solidFill>
        </p:grpSpPr>
        <p:sp>
          <p:nvSpPr>
            <p:cNvPr id="1014" name="Graphic 4">
              <a:extLst>
                <a:ext uri="{FF2B5EF4-FFF2-40B4-BE49-F238E27FC236}">
                  <a16:creationId xmlns:a16="http://schemas.microsoft.com/office/drawing/2014/main" id="{0D441379-DC16-6A45-B913-2D2CE384E020}"/>
                </a:ext>
              </a:extLst>
            </p:cNvPr>
            <p:cNvSpPr/>
            <p:nvPr/>
          </p:nvSpPr>
          <p:spPr>
            <a:xfrm>
              <a:off x="1515054"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5587"/>
            </a:solidFill>
            <a:ln w="6390" cap="flat">
              <a:noFill/>
              <a:prstDash val="solid"/>
              <a:miter/>
            </a:ln>
          </p:spPr>
          <p:txBody>
            <a:bodyPr rtlCol="0" anchor="ctr"/>
            <a:lstStyle/>
            <a:p>
              <a:endParaRPr lang="en-US"/>
            </a:p>
          </p:txBody>
        </p:sp>
        <p:sp>
          <p:nvSpPr>
            <p:cNvPr id="1015" name="Graphic 4">
              <a:extLst>
                <a:ext uri="{FF2B5EF4-FFF2-40B4-BE49-F238E27FC236}">
                  <a16:creationId xmlns:a16="http://schemas.microsoft.com/office/drawing/2014/main" id="{C3868FEC-0A55-384E-9302-475A432B93FA}"/>
                </a:ext>
              </a:extLst>
            </p:cNvPr>
            <p:cNvSpPr/>
            <p:nvPr/>
          </p:nvSpPr>
          <p:spPr>
            <a:xfrm>
              <a:off x="1639018" y="1465924"/>
              <a:ext cx="111921" cy="235568"/>
            </a:xfrm>
            <a:custGeom>
              <a:avLst/>
              <a:gdLst>
                <a:gd name="connsiteX0" fmla="*/ 106073 w 111921"/>
                <a:gd name="connsiteY0" fmla="*/ 188966 h 235568"/>
                <a:gd name="connsiteX1" fmla="*/ 93932 w 111921"/>
                <a:gd name="connsiteY1" fmla="*/ 188966 h 235568"/>
                <a:gd name="connsiteX2" fmla="*/ 84347 w 111921"/>
                <a:gd name="connsiteY2" fmla="*/ 86822 h 235568"/>
                <a:gd name="connsiteX3" fmla="*/ 97766 w 111921"/>
                <a:gd name="connsiteY3" fmla="*/ 86822 h 235568"/>
                <a:gd name="connsiteX4" fmla="*/ 104156 w 111921"/>
                <a:gd name="connsiteY4" fmla="*/ 80438 h 235568"/>
                <a:gd name="connsiteX5" fmla="*/ 97766 w 111921"/>
                <a:gd name="connsiteY5" fmla="*/ 74054 h 235568"/>
                <a:gd name="connsiteX6" fmla="*/ 86903 w 111921"/>
                <a:gd name="connsiteY6" fmla="*/ 74054 h 235568"/>
                <a:gd name="connsiteX7" fmla="*/ 94571 w 111921"/>
                <a:gd name="connsiteY7" fmla="*/ 51710 h 235568"/>
                <a:gd name="connsiteX8" fmla="*/ 93932 w 111921"/>
                <a:gd name="connsiteY8" fmla="*/ 44688 h 235568"/>
                <a:gd name="connsiteX9" fmla="*/ 87542 w 111921"/>
                <a:gd name="connsiteY9" fmla="*/ 41496 h 235568"/>
                <a:gd name="connsiteX10" fmla="*/ 69650 w 111921"/>
                <a:gd name="connsiteY10" fmla="*/ 41496 h 235568"/>
                <a:gd name="connsiteX11" fmla="*/ 79235 w 111921"/>
                <a:gd name="connsiteY11" fmla="*/ 22982 h 235568"/>
                <a:gd name="connsiteX12" fmla="*/ 56231 w 111921"/>
                <a:gd name="connsiteY12" fmla="*/ 0 h 235568"/>
                <a:gd name="connsiteX13" fmla="*/ 33228 w 111921"/>
                <a:gd name="connsiteY13" fmla="*/ 22982 h 235568"/>
                <a:gd name="connsiteX14" fmla="*/ 42813 w 111921"/>
                <a:gd name="connsiteY14" fmla="*/ 41496 h 235568"/>
                <a:gd name="connsiteX15" fmla="*/ 24921 w 111921"/>
                <a:gd name="connsiteY15" fmla="*/ 41496 h 235568"/>
                <a:gd name="connsiteX16" fmla="*/ 18531 w 111921"/>
                <a:gd name="connsiteY16" fmla="*/ 44688 h 235568"/>
                <a:gd name="connsiteX17" fmla="*/ 17892 w 111921"/>
                <a:gd name="connsiteY17" fmla="*/ 51710 h 235568"/>
                <a:gd name="connsiteX18" fmla="*/ 24921 w 111921"/>
                <a:gd name="connsiteY18" fmla="*/ 74693 h 235568"/>
                <a:gd name="connsiteX19" fmla="*/ 15336 w 111921"/>
                <a:gd name="connsiteY19" fmla="*/ 74693 h 235568"/>
                <a:gd name="connsiteX20" fmla="*/ 8946 w 111921"/>
                <a:gd name="connsiteY20" fmla="*/ 81077 h 235568"/>
                <a:gd name="connsiteX21" fmla="*/ 15336 w 111921"/>
                <a:gd name="connsiteY21" fmla="*/ 87461 h 235568"/>
                <a:gd name="connsiteX22" fmla="*/ 27477 w 111921"/>
                <a:gd name="connsiteY22" fmla="*/ 87461 h 235568"/>
                <a:gd name="connsiteX23" fmla="*/ 19170 w 111921"/>
                <a:gd name="connsiteY23" fmla="*/ 189604 h 235568"/>
                <a:gd name="connsiteX24" fmla="*/ 6390 w 111921"/>
                <a:gd name="connsiteY24" fmla="*/ 189604 h 235568"/>
                <a:gd name="connsiteX25" fmla="*/ 0 w 111921"/>
                <a:gd name="connsiteY25" fmla="*/ 195988 h 235568"/>
                <a:gd name="connsiteX26" fmla="*/ 0 w 111921"/>
                <a:gd name="connsiteY26" fmla="*/ 229185 h 235568"/>
                <a:gd name="connsiteX27" fmla="*/ 6390 w 111921"/>
                <a:gd name="connsiteY27" fmla="*/ 235569 h 235568"/>
                <a:gd name="connsiteX28" fmla="*/ 105434 w 111921"/>
                <a:gd name="connsiteY28" fmla="*/ 235569 h 235568"/>
                <a:gd name="connsiteX29" fmla="*/ 111824 w 111921"/>
                <a:gd name="connsiteY29" fmla="*/ 229185 h 235568"/>
                <a:gd name="connsiteX30" fmla="*/ 111824 w 111921"/>
                <a:gd name="connsiteY30" fmla="*/ 195988 h 235568"/>
                <a:gd name="connsiteX31" fmla="*/ 106073 w 111921"/>
                <a:gd name="connsiteY31" fmla="*/ 188966 h 235568"/>
                <a:gd name="connsiteX32" fmla="*/ 56870 w 111921"/>
                <a:gd name="connsiteY32" fmla="*/ 12768 h 235568"/>
                <a:gd name="connsiteX33" fmla="*/ 67094 w 111921"/>
                <a:gd name="connsiteY33" fmla="*/ 22982 h 235568"/>
                <a:gd name="connsiteX34" fmla="*/ 56870 w 111921"/>
                <a:gd name="connsiteY34" fmla="*/ 33197 h 235568"/>
                <a:gd name="connsiteX35" fmla="*/ 46646 w 111921"/>
                <a:gd name="connsiteY35" fmla="*/ 22982 h 235568"/>
                <a:gd name="connsiteX36" fmla="*/ 56870 w 111921"/>
                <a:gd name="connsiteY36" fmla="*/ 12768 h 235568"/>
                <a:gd name="connsiteX37" fmla="*/ 32589 w 111921"/>
                <a:gd name="connsiteY37" fmla="*/ 53625 h 235568"/>
                <a:gd name="connsiteX38" fmla="*/ 79874 w 111921"/>
                <a:gd name="connsiteY38" fmla="*/ 53625 h 235568"/>
                <a:gd name="connsiteX39" fmla="*/ 74123 w 111921"/>
                <a:gd name="connsiteY39" fmla="*/ 74054 h 235568"/>
                <a:gd name="connsiteX40" fmla="*/ 38340 w 111921"/>
                <a:gd name="connsiteY40" fmla="*/ 74054 h 235568"/>
                <a:gd name="connsiteX41" fmla="*/ 32589 w 111921"/>
                <a:gd name="connsiteY41" fmla="*/ 53625 h 235568"/>
                <a:gd name="connsiteX42" fmla="*/ 40896 w 111921"/>
                <a:gd name="connsiteY42" fmla="*/ 86822 h 235568"/>
                <a:gd name="connsiteX43" fmla="*/ 71567 w 111921"/>
                <a:gd name="connsiteY43" fmla="*/ 86822 h 235568"/>
                <a:gd name="connsiteX44" fmla="*/ 80513 w 111921"/>
                <a:gd name="connsiteY44" fmla="*/ 188966 h 235568"/>
                <a:gd name="connsiteX45" fmla="*/ 33867 w 111921"/>
                <a:gd name="connsiteY45" fmla="*/ 188966 h 235568"/>
                <a:gd name="connsiteX46" fmla="*/ 40896 w 111921"/>
                <a:gd name="connsiteY46" fmla="*/ 86822 h 235568"/>
                <a:gd name="connsiteX47" fmla="*/ 99683 w 111921"/>
                <a:gd name="connsiteY47" fmla="*/ 222163 h 235568"/>
                <a:gd name="connsiteX48" fmla="*/ 13419 w 111921"/>
                <a:gd name="connsiteY48" fmla="*/ 222163 h 235568"/>
                <a:gd name="connsiteX49" fmla="*/ 13419 w 111921"/>
                <a:gd name="connsiteY49" fmla="*/ 201734 h 235568"/>
                <a:gd name="connsiteX50" fmla="*/ 99683 w 111921"/>
                <a:gd name="connsiteY50" fmla="*/ 201734 h 235568"/>
                <a:gd name="connsiteX51" fmla="*/ 99683 w 111921"/>
                <a:gd name="connsiteY51" fmla="*/ 222163 h 23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1921" h="235568">
                  <a:moveTo>
                    <a:pt x="106073" y="188966"/>
                  </a:moveTo>
                  <a:lnTo>
                    <a:pt x="93932" y="188966"/>
                  </a:lnTo>
                  <a:cubicBezTo>
                    <a:pt x="78596" y="148108"/>
                    <a:pt x="79874" y="111720"/>
                    <a:pt x="84347" y="86822"/>
                  </a:cubicBezTo>
                  <a:lnTo>
                    <a:pt x="97766" y="86822"/>
                  </a:lnTo>
                  <a:cubicBezTo>
                    <a:pt x="101600" y="86822"/>
                    <a:pt x="104156" y="84269"/>
                    <a:pt x="104156" y="80438"/>
                  </a:cubicBezTo>
                  <a:cubicBezTo>
                    <a:pt x="104156" y="76608"/>
                    <a:pt x="101600" y="74054"/>
                    <a:pt x="97766" y="74054"/>
                  </a:cubicBezTo>
                  <a:lnTo>
                    <a:pt x="86903" y="74054"/>
                  </a:lnTo>
                  <a:cubicBezTo>
                    <a:pt x="90098" y="62563"/>
                    <a:pt x="93293" y="54902"/>
                    <a:pt x="94571" y="51710"/>
                  </a:cubicBezTo>
                  <a:cubicBezTo>
                    <a:pt x="95849" y="49157"/>
                    <a:pt x="95210" y="46603"/>
                    <a:pt x="93932" y="44688"/>
                  </a:cubicBezTo>
                  <a:cubicBezTo>
                    <a:pt x="92654" y="42773"/>
                    <a:pt x="90098" y="41496"/>
                    <a:pt x="87542" y="41496"/>
                  </a:cubicBezTo>
                  <a:lnTo>
                    <a:pt x="69650" y="41496"/>
                  </a:lnTo>
                  <a:cubicBezTo>
                    <a:pt x="75401" y="37027"/>
                    <a:pt x="79235" y="30643"/>
                    <a:pt x="79235" y="22982"/>
                  </a:cubicBezTo>
                  <a:cubicBezTo>
                    <a:pt x="79235" y="10214"/>
                    <a:pt x="69011" y="0"/>
                    <a:pt x="56231" y="0"/>
                  </a:cubicBezTo>
                  <a:cubicBezTo>
                    <a:pt x="43451" y="0"/>
                    <a:pt x="33228" y="10214"/>
                    <a:pt x="33228" y="22982"/>
                  </a:cubicBezTo>
                  <a:cubicBezTo>
                    <a:pt x="33228" y="30643"/>
                    <a:pt x="37062" y="37027"/>
                    <a:pt x="42813" y="41496"/>
                  </a:cubicBezTo>
                  <a:lnTo>
                    <a:pt x="24921" y="41496"/>
                  </a:lnTo>
                  <a:cubicBezTo>
                    <a:pt x="22365" y="41496"/>
                    <a:pt x="19809" y="42773"/>
                    <a:pt x="18531" y="44688"/>
                  </a:cubicBezTo>
                  <a:cubicBezTo>
                    <a:pt x="17253" y="46603"/>
                    <a:pt x="16614" y="49157"/>
                    <a:pt x="17892" y="51710"/>
                  </a:cubicBezTo>
                  <a:cubicBezTo>
                    <a:pt x="18531" y="54264"/>
                    <a:pt x="21726" y="62563"/>
                    <a:pt x="24921" y="74693"/>
                  </a:cubicBezTo>
                  <a:lnTo>
                    <a:pt x="15336" y="74693"/>
                  </a:lnTo>
                  <a:cubicBezTo>
                    <a:pt x="11502" y="74693"/>
                    <a:pt x="8946" y="77246"/>
                    <a:pt x="8946" y="81077"/>
                  </a:cubicBezTo>
                  <a:cubicBezTo>
                    <a:pt x="8946" y="84907"/>
                    <a:pt x="11502" y="87461"/>
                    <a:pt x="15336" y="87461"/>
                  </a:cubicBezTo>
                  <a:lnTo>
                    <a:pt x="27477" y="87461"/>
                  </a:lnTo>
                  <a:cubicBezTo>
                    <a:pt x="32589" y="115550"/>
                    <a:pt x="35784" y="155769"/>
                    <a:pt x="19170" y="189604"/>
                  </a:cubicBezTo>
                  <a:lnTo>
                    <a:pt x="6390" y="189604"/>
                  </a:lnTo>
                  <a:cubicBezTo>
                    <a:pt x="2556" y="189604"/>
                    <a:pt x="0" y="192158"/>
                    <a:pt x="0" y="195988"/>
                  </a:cubicBezTo>
                  <a:lnTo>
                    <a:pt x="0" y="229185"/>
                  </a:lnTo>
                  <a:cubicBezTo>
                    <a:pt x="0" y="233015"/>
                    <a:pt x="2556" y="235569"/>
                    <a:pt x="6390" y="235569"/>
                  </a:cubicBezTo>
                  <a:lnTo>
                    <a:pt x="105434" y="235569"/>
                  </a:lnTo>
                  <a:cubicBezTo>
                    <a:pt x="109268" y="235569"/>
                    <a:pt x="111824" y="233015"/>
                    <a:pt x="111824" y="229185"/>
                  </a:cubicBezTo>
                  <a:lnTo>
                    <a:pt x="111824" y="195988"/>
                  </a:lnTo>
                  <a:cubicBezTo>
                    <a:pt x="112463" y="192158"/>
                    <a:pt x="109907" y="188966"/>
                    <a:pt x="106073" y="188966"/>
                  </a:cubicBezTo>
                  <a:close/>
                  <a:moveTo>
                    <a:pt x="56870" y="12768"/>
                  </a:moveTo>
                  <a:cubicBezTo>
                    <a:pt x="62621" y="12768"/>
                    <a:pt x="67094" y="17237"/>
                    <a:pt x="67094" y="22982"/>
                  </a:cubicBezTo>
                  <a:cubicBezTo>
                    <a:pt x="67094" y="28728"/>
                    <a:pt x="62621" y="33197"/>
                    <a:pt x="56870" y="33197"/>
                  </a:cubicBezTo>
                  <a:cubicBezTo>
                    <a:pt x="51119" y="33197"/>
                    <a:pt x="46646" y="28728"/>
                    <a:pt x="46646" y="22982"/>
                  </a:cubicBezTo>
                  <a:cubicBezTo>
                    <a:pt x="46646" y="17237"/>
                    <a:pt x="51119" y="12768"/>
                    <a:pt x="56870" y="12768"/>
                  </a:cubicBezTo>
                  <a:close/>
                  <a:moveTo>
                    <a:pt x="32589" y="53625"/>
                  </a:moveTo>
                  <a:lnTo>
                    <a:pt x="79874" y="53625"/>
                  </a:lnTo>
                  <a:cubicBezTo>
                    <a:pt x="77957" y="58733"/>
                    <a:pt x="76040" y="65755"/>
                    <a:pt x="74123" y="74054"/>
                  </a:cubicBezTo>
                  <a:lnTo>
                    <a:pt x="38340" y="74054"/>
                  </a:lnTo>
                  <a:cubicBezTo>
                    <a:pt x="36423" y="65755"/>
                    <a:pt x="34506" y="58733"/>
                    <a:pt x="32589" y="53625"/>
                  </a:cubicBezTo>
                  <a:close/>
                  <a:moveTo>
                    <a:pt x="40896" y="86822"/>
                  </a:moveTo>
                  <a:lnTo>
                    <a:pt x="71567" y="86822"/>
                  </a:lnTo>
                  <a:cubicBezTo>
                    <a:pt x="67094" y="112996"/>
                    <a:pt x="66455" y="148747"/>
                    <a:pt x="80513" y="188966"/>
                  </a:cubicBezTo>
                  <a:lnTo>
                    <a:pt x="33867" y="188966"/>
                  </a:lnTo>
                  <a:cubicBezTo>
                    <a:pt x="48564" y="153854"/>
                    <a:pt x="46646" y="115550"/>
                    <a:pt x="40896" y="86822"/>
                  </a:cubicBezTo>
                  <a:close/>
                  <a:moveTo>
                    <a:pt x="99683" y="222163"/>
                  </a:moveTo>
                  <a:lnTo>
                    <a:pt x="13419" y="222163"/>
                  </a:lnTo>
                  <a:lnTo>
                    <a:pt x="13419" y="201734"/>
                  </a:lnTo>
                  <a:lnTo>
                    <a:pt x="99683" y="201734"/>
                  </a:lnTo>
                  <a:lnTo>
                    <a:pt x="99683" y="222163"/>
                  </a:lnTo>
                  <a:close/>
                </a:path>
              </a:pathLst>
            </a:custGeom>
            <a:solidFill>
              <a:srgbClr val="005587"/>
            </a:solidFill>
            <a:ln w="6390" cap="flat">
              <a:noFill/>
              <a:prstDash val="solid"/>
              <a:miter/>
            </a:ln>
          </p:spPr>
          <p:txBody>
            <a:bodyPr rtlCol="0" anchor="ctr"/>
            <a:lstStyle/>
            <a:p>
              <a:endParaRPr lang="en-US"/>
            </a:p>
          </p:txBody>
        </p:sp>
      </p:grpSp>
      <p:grpSp>
        <p:nvGrpSpPr>
          <p:cNvPr id="1016" name="Graphic 4">
            <a:extLst>
              <a:ext uri="{FF2B5EF4-FFF2-40B4-BE49-F238E27FC236}">
                <a16:creationId xmlns:a16="http://schemas.microsoft.com/office/drawing/2014/main" id="{E49CADBB-B32B-274A-8DE5-AA91AC618A7C}"/>
              </a:ext>
            </a:extLst>
          </p:cNvPr>
          <p:cNvGrpSpPr>
            <a:grpSpLocks noChangeAspect="1"/>
          </p:cNvGrpSpPr>
          <p:nvPr/>
        </p:nvGrpSpPr>
        <p:grpSpPr>
          <a:xfrm>
            <a:off x="1952764" y="1893013"/>
            <a:ext cx="361670" cy="361333"/>
            <a:chOff x="1952764" y="1893013"/>
            <a:chExt cx="361670" cy="361333"/>
          </a:xfrm>
          <a:solidFill>
            <a:srgbClr val="005587"/>
          </a:solidFill>
        </p:grpSpPr>
        <p:sp>
          <p:nvSpPr>
            <p:cNvPr id="1017" name="Graphic 4">
              <a:extLst>
                <a:ext uri="{FF2B5EF4-FFF2-40B4-BE49-F238E27FC236}">
                  <a16:creationId xmlns:a16="http://schemas.microsoft.com/office/drawing/2014/main" id="{3DFE4E48-C7C2-A548-A0DB-B144F9A567DC}"/>
                </a:ext>
              </a:extLst>
            </p:cNvPr>
            <p:cNvSpPr/>
            <p:nvPr/>
          </p:nvSpPr>
          <p:spPr>
            <a:xfrm>
              <a:off x="2108040" y="2002179"/>
              <a:ext cx="50480" cy="49794"/>
            </a:xfrm>
            <a:custGeom>
              <a:avLst/>
              <a:gdLst>
                <a:gd name="connsiteX0" fmla="*/ 12141 w 50480"/>
                <a:gd name="connsiteY0" fmla="*/ 49795 h 49794"/>
                <a:gd name="connsiteX1" fmla="*/ 38979 w 50480"/>
                <a:gd name="connsiteY1" fmla="*/ 49795 h 49794"/>
                <a:gd name="connsiteX2" fmla="*/ 50480 w 50480"/>
                <a:gd name="connsiteY2" fmla="*/ 24259 h 49794"/>
                <a:gd name="connsiteX3" fmla="*/ 48564 w 50480"/>
                <a:gd name="connsiteY3" fmla="*/ 17875 h 49794"/>
                <a:gd name="connsiteX4" fmla="*/ 37701 w 50480"/>
                <a:gd name="connsiteY4" fmla="*/ 28728 h 49794"/>
                <a:gd name="connsiteX5" fmla="*/ 33228 w 50480"/>
                <a:gd name="connsiteY5" fmla="*/ 30643 h 49794"/>
                <a:gd name="connsiteX6" fmla="*/ 28755 w 50480"/>
                <a:gd name="connsiteY6" fmla="*/ 28728 h 49794"/>
                <a:gd name="connsiteX7" fmla="*/ 28755 w 50480"/>
                <a:gd name="connsiteY7" fmla="*/ 19790 h 49794"/>
                <a:gd name="connsiteX8" fmla="*/ 40257 w 50480"/>
                <a:gd name="connsiteY8" fmla="*/ 8299 h 49794"/>
                <a:gd name="connsiteX9" fmla="*/ 24921 w 50480"/>
                <a:gd name="connsiteY9" fmla="*/ 0 h 49794"/>
                <a:gd name="connsiteX10" fmla="*/ 0 w 50480"/>
                <a:gd name="connsiteY10" fmla="*/ 24897 h 49794"/>
                <a:gd name="connsiteX11" fmla="*/ 12141 w 50480"/>
                <a:gd name="connsiteY11" fmla="*/ 49795 h 49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480" h="49794">
                  <a:moveTo>
                    <a:pt x="12141" y="49795"/>
                  </a:moveTo>
                  <a:lnTo>
                    <a:pt x="38979" y="49795"/>
                  </a:lnTo>
                  <a:cubicBezTo>
                    <a:pt x="42174" y="46603"/>
                    <a:pt x="50480" y="38304"/>
                    <a:pt x="50480" y="24259"/>
                  </a:cubicBezTo>
                  <a:cubicBezTo>
                    <a:pt x="50480" y="21706"/>
                    <a:pt x="49842" y="19790"/>
                    <a:pt x="48564" y="17875"/>
                  </a:cubicBezTo>
                  <a:lnTo>
                    <a:pt x="37701" y="28728"/>
                  </a:lnTo>
                  <a:cubicBezTo>
                    <a:pt x="36423" y="30005"/>
                    <a:pt x="34506" y="30643"/>
                    <a:pt x="33228" y="30643"/>
                  </a:cubicBezTo>
                  <a:cubicBezTo>
                    <a:pt x="31950" y="30643"/>
                    <a:pt x="30033" y="30005"/>
                    <a:pt x="28755" y="28728"/>
                  </a:cubicBezTo>
                  <a:cubicBezTo>
                    <a:pt x="26199" y="26174"/>
                    <a:pt x="26199" y="22344"/>
                    <a:pt x="28755" y="19790"/>
                  </a:cubicBezTo>
                  <a:lnTo>
                    <a:pt x="40257" y="8299"/>
                  </a:lnTo>
                  <a:cubicBezTo>
                    <a:pt x="34506" y="3830"/>
                    <a:pt x="28116" y="1277"/>
                    <a:pt x="24921" y="0"/>
                  </a:cubicBezTo>
                  <a:cubicBezTo>
                    <a:pt x="15975" y="3830"/>
                    <a:pt x="0" y="12768"/>
                    <a:pt x="0" y="24897"/>
                  </a:cubicBezTo>
                  <a:cubicBezTo>
                    <a:pt x="639" y="38304"/>
                    <a:pt x="8946" y="46603"/>
                    <a:pt x="12141" y="49795"/>
                  </a:cubicBezTo>
                  <a:close/>
                </a:path>
              </a:pathLst>
            </a:custGeom>
            <a:solidFill>
              <a:srgbClr val="005587"/>
            </a:solidFill>
            <a:ln w="6390" cap="flat">
              <a:noFill/>
              <a:prstDash val="solid"/>
              <a:miter/>
            </a:ln>
          </p:spPr>
          <p:txBody>
            <a:bodyPr rtlCol="0" anchor="ctr"/>
            <a:lstStyle/>
            <a:p>
              <a:endParaRPr lang="en-US"/>
            </a:p>
          </p:txBody>
        </p:sp>
        <p:sp>
          <p:nvSpPr>
            <p:cNvPr id="1018" name="Graphic 4">
              <a:extLst>
                <a:ext uri="{FF2B5EF4-FFF2-40B4-BE49-F238E27FC236}">
                  <a16:creationId xmlns:a16="http://schemas.microsoft.com/office/drawing/2014/main" id="{A5131CA7-9CB1-164D-8EAA-A2BDD1BA2B48}"/>
                </a:ext>
              </a:extLst>
            </p:cNvPr>
            <p:cNvSpPr/>
            <p:nvPr/>
          </p:nvSpPr>
          <p:spPr>
            <a:xfrm>
              <a:off x="2124015" y="1969621"/>
              <a:ext cx="19169" cy="19151"/>
            </a:xfrm>
            <a:custGeom>
              <a:avLst/>
              <a:gdLst>
                <a:gd name="connsiteX0" fmla="*/ 9585 w 19169"/>
                <a:gd name="connsiteY0" fmla="*/ 19152 h 19151"/>
                <a:gd name="connsiteX1" fmla="*/ 19170 w 19169"/>
                <a:gd name="connsiteY1" fmla="*/ 9576 h 19151"/>
                <a:gd name="connsiteX2" fmla="*/ 9585 w 19169"/>
                <a:gd name="connsiteY2" fmla="*/ 0 h 19151"/>
                <a:gd name="connsiteX3" fmla="*/ 0 w 19169"/>
                <a:gd name="connsiteY3" fmla="*/ 9576 h 19151"/>
                <a:gd name="connsiteX4" fmla="*/ 9585 w 19169"/>
                <a:gd name="connsiteY4" fmla="*/ 19152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9585" y="19152"/>
                  </a:moveTo>
                  <a:cubicBezTo>
                    <a:pt x="14697" y="19152"/>
                    <a:pt x="19170" y="14683"/>
                    <a:pt x="19170" y="9576"/>
                  </a:cubicBezTo>
                  <a:cubicBezTo>
                    <a:pt x="19170" y="4469"/>
                    <a:pt x="14697" y="0"/>
                    <a:pt x="9585" y="0"/>
                  </a:cubicBezTo>
                  <a:cubicBezTo>
                    <a:pt x="4473" y="0"/>
                    <a:pt x="0" y="4469"/>
                    <a:pt x="0" y="9576"/>
                  </a:cubicBezTo>
                  <a:cubicBezTo>
                    <a:pt x="0" y="14683"/>
                    <a:pt x="4473" y="19152"/>
                    <a:pt x="9585" y="19152"/>
                  </a:cubicBezTo>
                  <a:close/>
                </a:path>
              </a:pathLst>
            </a:custGeom>
            <a:solidFill>
              <a:srgbClr val="005587"/>
            </a:solidFill>
            <a:ln w="6390" cap="flat">
              <a:noFill/>
              <a:prstDash val="solid"/>
              <a:miter/>
            </a:ln>
          </p:spPr>
          <p:txBody>
            <a:bodyPr rtlCol="0" anchor="ctr"/>
            <a:lstStyle/>
            <a:p>
              <a:endParaRPr lang="en-US"/>
            </a:p>
          </p:txBody>
        </p:sp>
        <p:sp>
          <p:nvSpPr>
            <p:cNvPr id="1019" name="Graphic 4">
              <a:extLst>
                <a:ext uri="{FF2B5EF4-FFF2-40B4-BE49-F238E27FC236}">
                  <a16:creationId xmlns:a16="http://schemas.microsoft.com/office/drawing/2014/main" id="{736BFBFD-1572-3447-BF96-16D12FC1C475}"/>
                </a:ext>
              </a:extLst>
            </p:cNvPr>
            <p:cNvSpPr/>
            <p:nvPr/>
          </p:nvSpPr>
          <p:spPr>
            <a:xfrm>
              <a:off x="2102289" y="2064742"/>
              <a:ext cx="62621" cy="81715"/>
            </a:xfrm>
            <a:custGeom>
              <a:avLst/>
              <a:gdLst>
                <a:gd name="connsiteX0" fmla="*/ 42174 w 62621"/>
                <a:gd name="connsiteY0" fmla="*/ 0 h 81715"/>
                <a:gd name="connsiteX1" fmla="*/ 20448 w 62621"/>
                <a:gd name="connsiteY1" fmla="*/ 0 h 81715"/>
                <a:gd name="connsiteX2" fmla="*/ 0 w 62621"/>
                <a:gd name="connsiteY2" fmla="*/ 81715 h 81715"/>
                <a:gd name="connsiteX3" fmla="*/ 62621 w 62621"/>
                <a:gd name="connsiteY3" fmla="*/ 81715 h 81715"/>
              </a:gdLst>
              <a:ahLst/>
              <a:cxnLst>
                <a:cxn ang="0">
                  <a:pos x="connsiteX0" y="connsiteY0"/>
                </a:cxn>
                <a:cxn ang="0">
                  <a:pos x="connsiteX1" y="connsiteY1"/>
                </a:cxn>
                <a:cxn ang="0">
                  <a:pos x="connsiteX2" y="connsiteY2"/>
                </a:cxn>
                <a:cxn ang="0">
                  <a:pos x="connsiteX3" y="connsiteY3"/>
                </a:cxn>
              </a:cxnLst>
              <a:rect l="l" t="t" r="r" b="b"/>
              <a:pathLst>
                <a:path w="62621" h="81715">
                  <a:moveTo>
                    <a:pt x="42174" y="0"/>
                  </a:moveTo>
                  <a:lnTo>
                    <a:pt x="20448" y="0"/>
                  </a:lnTo>
                  <a:lnTo>
                    <a:pt x="0" y="81715"/>
                  </a:lnTo>
                  <a:lnTo>
                    <a:pt x="62621" y="81715"/>
                  </a:lnTo>
                  <a:close/>
                </a:path>
              </a:pathLst>
            </a:custGeom>
            <a:solidFill>
              <a:srgbClr val="005587"/>
            </a:solidFill>
            <a:ln w="6390" cap="flat">
              <a:noFill/>
              <a:prstDash val="solid"/>
              <a:miter/>
            </a:ln>
          </p:spPr>
          <p:txBody>
            <a:bodyPr rtlCol="0" anchor="ctr"/>
            <a:lstStyle/>
            <a:p>
              <a:endParaRPr lang="en-US"/>
            </a:p>
          </p:txBody>
        </p:sp>
        <p:sp>
          <p:nvSpPr>
            <p:cNvPr id="1020" name="Graphic 4">
              <a:extLst>
                <a:ext uri="{FF2B5EF4-FFF2-40B4-BE49-F238E27FC236}">
                  <a16:creationId xmlns:a16="http://schemas.microsoft.com/office/drawing/2014/main" id="{4D7F5F91-7CAF-EE41-8AB4-D8A7415FC261}"/>
                </a:ext>
              </a:extLst>
            </p:cNvPr>
            <p:cNvSpPr/>
            <p:nvPr/>
          </p:nvSpPr>
          <p:spPr>
            <a:xfrm>
              <a:off x="1952764"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35150 w 361670"/>
                <a:gd name="connsiteY5" fmla="*/ 291748 h 361333"/>
                <a:gd name="connsiteX6" fmla="*/ 228760 w 361670"/>
                <a:gd name="connsiteY6" fmla="*/ 298132 h 361333"/>
                <a:gd name="connsiteX7" fmla="*/ 133550 w 361670"/>
                <a:gd name="connsiteY7" fmla="*/ 298132 h 361333"/>
                <a:gd name="connsiteX8" fmla="*/ 127160 w 361670"/>
                <a:gd name="connsiteY8" fmla="*/ 291748 h 361333"/>
                <a:gd name="connsiteX9" fmla="*/ 127160 w 361670"/>
                <a:gd name="connsiteY9" fmla="*/ 259828 h 361333"/>
                <a:gd name="connsiteX10" fmla="*/ 133550 w 361670"/>
                <a:gd name="connsiteY10" fmla="*/ 253444 h 361333"/>
                <a:gd name="connsiteX11" fmla="*/ 136745 w 361670"/>
                <a:gd name="connsiteY11" fmla="*/ 253444 h 361333"/>
                <a:gd name="connsiteX12" fmla="*/ 158470 w 361670"/>
                <a:gd name="connsiteY12" fmla="*/ 167260 h 361333"/>
                <a:gd name="connsiteX13" fmla="*/ 143135 w 361670"/>
                <a:gd name="connsiteY13" fmla="*/ 133425 h 361333"/>
                <a:gd name="connsiteX14" fmla="*/ 166138 w 361670"/>
                <a:gd name="connsiteY14" fmla="*/ 102144 h 361333"/>
                <a:gd name="connsiteX15" fmla="*/ 159109 w 361670"/>
                <a:gd name="connsiteY15" fmla="*/ 86184 h 361333"/>
                <a:gd name="connsiteX16" fmla="*/ 181474 w 361670"/>
                <a:gd name="connsiteY16" fmla="*/ 63840 h 361333"/>
                <a:gd name="connsiteX17" fmla="*/ 203839 w 361670"/>
                <a:gd name="connsiteY17" fmla="*/ 86184 h 361333"/>
                <a:gd name="connsiteX18" fmla="*/ 196810 w 361670"/>
                <a:gd name="connsiteY18" fmla="*/ 102144 h 361333"/>
                <a:gd name="connsiteX19" fmla="*/ 219814 w 361670"/>
                <a:gd name="connsiteY19" fmla="*/ 133425 h 361333"/>
                <a:gd name="connsiteX20" fmla="*/ 204478 w 361670"/>
                <a:gd name="connsiteY20" fmla="*/ 167260 h 361333"/>
                <a:gd name="connsiteX21" fmla="*/ 226204 w 361670"/>
                <a:gd name="connsiteY21" fmla="*/ 253444 h 361333"/>
                <a:gd name="connsiteX22" fmla="*/ 229399 w 361670"/>
                <a:gd name="connsiteY22" fmla="*/ 253444 h 361333"/>
                <a:gd name="connsiteX23" fmla="*/ 235789 w 361670"/>
                <a:gd name="connsiteY23" fmla="*/ 259828 h 361333"/>
                <a:gd name="connsiteX24" fmla="*/ 235789 w 361670"/>
                <a:gd name="connsiteY24" fmla="*/ 29174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235150" y="291748"/>
                  </a:moveTo>
                  <a:cubicBezTo>
                    <a:pt x="235150" y="295579"/>
                    <a:pt x="232594" y="298132"/>
                    <a:pt x="228760" y="298132"/>
                  </a:cubicBezTo>
                  <a:lnTo>
                    <a:pt x="133550" y="298132"/>
                  </a:lnTo>
                  <a:cubicBezTo>
                    <a:pt x="129716" y="298132"/>
                    <a:pt x="127160" y="295579"/>
                    <a:pt x="127160" y="291748"/>
                  </a:cubicBezTo>
                  <a:lnTo>
                    <a:pt x="127160" y="259828"/>
                  </a:lnTo>
                  <a:cubicBezTo>
                    <a:pt x="127160" y="255998"/>
                    <a:pt x="129716" y="253444"/>
                    <a:pt x="133550" y="253444"/>
                  </a:cubicBezTo>
                  <a:lnTo>
                    <a:pt x="136745" y="253444"/>
                  </a:lnTo>
                  <a:lnTo>
                    <a:pt x="158470" y="167260"/>
                  </a:lnTo>
                  <a:cubicBezTo>
                    <a:pt x="153358" y="162153"/>
                    <a:pt x="143135" y="150662"/>
                    <a:pt x="143135" y="133425"/>
                  </a:cubicBezTo>
                  <a:cubicBezTo>
                    <a:pt x="143135" y="118742"/>
                    <a:pt x="155914" y="107889"/>
                    <a:pt x="166138" y="102144"/>
                  </a:cubicBezTo>
                  <a:cubicBezTo>
                    <a:pt x="161665" y="98313"/>
                    <a:pt x="159109" y="92568"/>
                    <a:pt x="159109" y="86184"/>
                  </a:cubicBezTo>
                  <a:cubicBezTo>
                    <a:pt x="159109" y="74054"/>
                    <a:pt x="169333" y="63840"/>
                    <a:pt x="181474" y="63840"/>
                  </a:cubicBezTo>
                  <a:cubicBezTo>
                    <a:pt x="193615" y="63840"/>
                    <a:pt x="203839" y="74054"/>
                    <a:pt x="203839" y="86184"/>
                  </a:cubicBezTo>
                  <a:cubicBezTo>
                    <a:pt x="203839" y="92568"/>
                    <a:pt x="201283" y="98313"/>
                    <a:pt x="196810" y="102144"/>
                  </a:cubicBezTo>
                  <a:cubicBezTo>
                    <a:pt x="207034" y="107889"/>
                    <a:pt x="219814" y="118742"/>
                    <a:pt x="219814" y="133425"/>
                  </a:cubicBezTo>
                  <a:cubicBezTo>
                    <a:pt x="219814" y="150662"/>
                    <a:pt x="210229" y="162153"/>
                    <a:pt x="204478" y="167260"/>
                  </a:cubicBezTo>
                  <a:lnTo>
                    <a:pt x="226204" y="253444"/>
                  </a:lnTo>
                  <a:lnTo>
                    <a:pt x="229399" y="253444"/>
                  </a:lnTo>
                  <a:cubicBezTo>
                    <a:pt x="233233" y="253444"/>
                    <a:pt x="235789" y="255998"/>
                    <a:pt x="235789" y="259828"/>
                  </a:cubicBezTo>
                  <a:lnTo>
                    <a:pt x="235789" y="291748"/>
                  </a:lnTo>
                  <a:close/>
                </a:path>
              </a:pathLst>
            </a:custGeom>
            <a:solidFill>
              <a:srgbClr val="005587"/>
            </a:solidFill>
            <a:ln w="6390" cap="flat">
              <a:noFill/>
              <a:prstDash val="solid"/>
              <a:miter/>
            </a:ln>
          </p:spPr>
          <p:txBody>
            <a:bodyPr rtlCol="0" anchor="ctr"/>
            <a:lstStyle/>
            <a:p>
              <a:endParaRPr lang="en-US"/>
            </a:p>
          </p:txBody>
        </p:sp>
        <p:sp>
          <p:nvSpPr>
            <p:cNvPr id="1021" name="Graphic 4">
              <a:extLst>
                <a:ext uri="{FF2B5EF4-FFF2-40B4-BE49-F238E27FC236}">
                  <a16:creationId xmlns:a16="http://schemas.microsoft.com/office/drawing/2014/main" id="{355E25E3-E708-BE4B-9015-150483659003}"/>
                </a:ext>
              </a:extLst>
            </p:cNvPr>
            <p:cNvSpPr/>
            <p:nvPr/>
          </p:nvSpPr>
          <p:spPr>
            <a:xfrm>
              <a:off x="2092704" y="2159225"/>
              <a:ext cx="82430" cy="19151"/>
            </a:xfrm>
            <a:custGeom>
              <a:avLst/>
              <a:gdLst>
                <a:gd name="connsiteX0" fmla="*/ 0 w 82430"/>
                <a:gd name="connsiteY0" fmla="*/ 0 h 19151"/>
                <a:gd name="connsiteX1" fmla="*/ 82430 w 82430"/>
                <a:gd name="connsiteY1" fmla="*/ 0 h 19151"/>
                <a:gd name="connsiteX2" fmla="*/ 82430 w 82430"/>
                <a:gd name="connsiteY2" fmla="*/ 19152 h 19151"/>
                <a:gd name="connsiteX3" fmla="*/ 0 w 82430"/>
                <a:gd name="connsiteY3" fmla="*/ 19152 h 19151"/>
              </a:gdLst>
              <a:ahLst/>
              <a:cxnLst>
                <a:cxn ang="0">
                  <a:pos x="connsiteX0" y="connsiteY0"/>
                </a:cxn>
                <a:cxn ang="0">
                  <a:pos x="connsiteX1" y="connsiteY1"/>
                </a:cxn>
                <a:cxn ang="0">
                  <a:pos x="connsiteX2" y="connsiteY2"/>
                </a:cxn>
                <a:cxn ang="0">
                  <a:pos x="connsiteX3" y="connsiteY3"/>
                </a:cxn>
              </a:cxnLst>
              <a:rect l="l" t="t" r="r" b="b"/>
              <a:pathLst>
                <a:path w="82430" h="19151">
                  <a:moveTo>
                    <a:pt x="0" y="0"/>
                  </a:moveTo>
                  <a:lnTo>
                    <a:pt x="82430" y="0"/>
                  </a:lnTo>
                  <a:lnTo>
                    <a:pt x="82430" y="19152"/>
                  </a:lnTo>
                  <a:lnTo>
                    <a:pt x="0" y="19152"/>
                  </a:lnTo>
                  <a:close/>
                </a:path>
              </a:pathLst>
            </a:custGeom>
            <a:solidFill>
              <a:srgbClr val="005587"/>
            </a:solidFill>
            <a:ln w="6390" cap="flat">
              <a:noFill/>
              <a:prstDash val="solid"/>
              <a:miter/>
            </a:ln>
          </p:spPr>
          <p:txBody>
            <a:bodyPr rtlCol="0" anchor="ctr"/>
            <a:lstStyle/>
            <a:p>
              <a:endParaRPr lang="en-US"/>
            </a:p>
          </p:txBody>
        </p:sp>
      </p:grpSp>
      <p:grpSp>
        <p:nvGrpSpPr>
          <p:cNvPr id="1022" name="Graphic 4">
            <a:extLst>
              <a:ext uri="{FF2B5EF4-FFF2-40B4-BE49-F238E27FC236}">
                <a16:creationId xmlns:a16="http://schemas.microsoft.com/office/drawing/2014/main" id="{A7EE3592-976E-EC43-B76A-881AEA6E2EA5}"/>
              </a:ext>
            </a:extLst>
          </p:cNvPr>
          <p:cNvGrpSpPr>
            <a:grpSpLocks noChangeAspect="1"/>
          </p:cNvGrpSpPr>
          <p:nvPr/>
        </p:nvGrpSpPr>
        <p:grpSpPr>
          <a:xfrm>
            <a:off x="1952764" y="2371173"/>
            <a:ext cx="361670" cy="361333"/>
            <a:chOff x="1952764" y="2371173"/>
            <a:chExt cx="361670" cy="361333"/>
          </a:xfrm>
          <a:solidFill>
            <a:srgbClr val="005587"/>
          </a:solidFill>
        </p:grpSpPr>
        <p:sp>
          <p:nvSpPr>
            <p:cNvPr id="1023" name="Graphic 4">
              <a:extLst>
                <a:ext uri="{FF2B5EF4-FFF2-40B4-BE49-F238E27FC236}">
                  <a16:creationId xmlns:a16="http://schemas.microsoft.com/office/drawing/2014/main" id="{7AC2EA74-07CD-DF42-99D7-008C187C9E46}"/>
                </a:ext>
              </a:extLst>
            </p:cNvPr>
            <p:cNvSpPr/>
            <p:nvPr/>
          </p:nvSpPr>
          <p:spPr>
            <a:xfrm>
              <a:off x="2102289" y="2502683"/>
              <a:ext cx="63899" cy="121934"/>
            </a:xfrm>
            <a:custGeom>
              <a:avLst/>
              <a:gdLst>
                <a:gd name="connsiteX0" fmla="*/ 49203 w 63899"/>
                <a:gd name="connsiteY0" fmla="*/ 0 h 121934"/>
                <a:gd name="connsiteX1" fmla="*/ 14058 w 63899"/>
                <a:gd name="connsiteY1" fmla="*/ 0 h 121934"/>
                <a:gd name="connsiteX2" fmla="*/ 0 w 63899"/>
                <a:gd name="connsiteY2" fmla="*/ 121934 h 121934"/>
                <a:gd name="connsiteX3" fmla="*/ 63899 w 63899"/>
                <a:gd name="connsiteY3" fmla="*/ 121934 h 121934"/>
                <a:gd name="connsiteX4" fmla="*/ 49203 w 63899"/>
                <a:gd name="connsiteY4" fmla="*/ 0 h 121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99" h="121934">
                  <a:moveTo>
                    <a:pt x="49203" y="0"/>
                  </a:moveTo>
                  <a:lnTo>
                    <a:pt x="14058" y="0"/>
                  </a:lnTo>
                  <a:cubicBezTo>
                    <a:pt x="13419" y="48518"/>
                    <a:pt x="3834" y="102144"/>
                    <a:pt x="0" y="121934"/>
                  </a:cubicBezTo>
                  <a:lnTo>
                    <a:pt x="63899" y="121934"/>
                  </a:lnTo>
                  <a:cubicBezTo>
                    <a:pt x="59426" y="102782"/>
                    <a:pt x="49841" y="49157"/>
                    <a:pt x="49203" y="0"/>
                  </a:cubicBezTo>
                  <a:close/>
                </a:path>
              </a:pathLst>
            </a:custGeom>
            <a:solidFill>
              <a:srgbClr val="005587"/>
            </a:solidFill>
            <a:ln w="6390" cap="flat">
              <a:noFill/>
              <a:prstDash val="solid"/>
              <a:miter/>
            </a:ln>
          </p:spPr>
          <p:txBody>
            <a:bodyPr rtlCol="0" anchor="ctr"/>
            <a:lstStyle/>
            <a:p>
              <a:endParaRPr lang="en-US"/>
            </a:p>
          </p:txBody>
        </p:sp>
        <p:sp>
          <p:nvSpPr>
            <p:cNvPr id="1024" name="Graphic 4">
              <a:extLst>
                <a:ext uri="{FF2B5EF4-FFF2-40B4-BE49-F238E27FC236}">
                  <a16:creationId xmlns:a16="http://schemas.microsoft.com/office/drawing/2014/main" id="{E0D960F6-C91F-EF4D-B215-A71E5EE928ED}"/>
                </a:ext>
              </a:extLst>
            </p:cNvPr>
            <p:cNvSpPr/>
            <p:nvPr/>
          </p:nvSpPr>
          <p:spPr>
            <a:xfrm>
              <a:off x="2092704" y="2637385"/>
              <a:ext cx="82430" cy="19151"/>
            </a:xfrm>
            <a:custGeom>
              <a:avLst/>
              <a:gdLst>
                <a:gd name="connsiteX0" fmla="*/ 0 w 82430"/>
                <a:gd name="connsiteY0" fmla="*/ 0 h 19151"/>
                <a:gd name="connsiteX1" fmla="*/ 82430 w 82430"/>
                <a:gd name="connsiteY1" fmla="*/ 0 h 19151"/>
                <a:gd name="connsiteX2" fmla="*/ 82430 w 82430"/>
                <a:gd name="connsiteY2" fmla="*/ 19152 h 19151"/>
                <a:gd name="connsiteX3" fmla="*/ 0 w 82430"/>
                <a:gd name="connsiteY3" fmla="*/ 19152 h 19151"/>
              </a:gdLst>
              <a:ahLst/>
              <a:cxnLst>
                <a:cxn ang="0">
                  <a:pos x="connsiteX0" y="connsiteY0"/>
                </a:cxn>
                <a:cxn ang="0">
                  <a:pos x="connsiteX1" y="connsiteY1"/>
                </a:cxn>
                <a:cxn ang="0">
                  <a:pos x="connsiteX2" y="connsiteY2"/>
                </a:cxn>
                <a:cxn ang="0">
                  <a:pos x="connsiteX3" y="connsiteY3"/>
                </a:cxn>
              </a:cxnLst>
              <a:rect l="l" t="t" r="r" b="b"/>
              <a:pathLst>
                <a:path w="82430" h="19151">
                  <a:moveTo>
                    <a:pt x="0" y="0"/>
                  </a:moveTo>
                  <a:lnTo>
                    <a:pt x="82430" y="0"/>
                  </a:lnTo>
                  <a:lnTo>
                    <a:pt x="82430" y="19152"/>
                  </a:lnTo>
                  <a:lnTo>
                    <a:pt x="0" y="19152"/>
                  </a:lnTo>
                  <a:close/>
                </a:path>
              </a:pathLst>
            </a:custGeom>
            <a:solidFill>
              <a:srgbClr val="005587"/>
            </a:solidFill>
            <a:ln w="6390" cap="flat">
              <a:noFill/>
              <a:prstDash val="solid"/>
              <a:miter/>
            </a:ln>
          </p:spPr>
          <p:txBody>
            <a:bodyPr rtlCol="0" anchor="ctr"/>
            <a:lstStyle/>
            <a:p>
              <a:endParaRPr lang="en-US"/>
            </a:p>
          </p:txBody>
        </p:sp>
        <p:sp>
          <p:nvSpPr>
            <p:cNvPr id="1025" name="Graphic 4">
              <a:extLst>
                <a:ext uri="{FF2B5EF4-FFF2-40B4-BE49-F238E27FC236}">
                  <a16:creationId xmlns:a16="http://schemas.microsoft.com/office/drawing/2014/main" id="{B0C7A842-A099-D140-8619-F1A46E5BB91E}"/>
                </a:ext>
              </a:extLst>
            </p:cNvPr>
            <p:cNvSpPr/>
            <p:nvPr/>
          </p:nvSpPr>
          <p:spPr>
            <a:xfrm>
              <a:off x="2108679" y="2463102"/>
              <a:ext cx="50480" cy="26812"/>
            </a:xfrm>
            <a:custGeom>
              <a:avLst/>
              <a:gdLst>
                <a:gd name="connsiteX0" fmla="*/ 0 w 50480"/>
                <a:gd name="connsiteY0" fmla="*/ 0 h 26812"/>
                <a:gd name="connsiteX1" fmla="*/ 50480 w 50480"/>
                <a:gd name="connsiteY1" fmla="*/ 0 h 26812"/>
                <a:gd name="connsiteX2" fmla="*/ 50480 w 50480"/>
                <a:gd name="connsiteY2" fmla="*/ 26813 h 26812"/>
                <a:gd name="connsiteX3" fmla="*/ 0 w 50480"/>
                <a:gd name="connsiteY3" fmla="*/ 26813 h 26812"/>
              </a:gdLst>
              <a:ahLst/>
              <a:cxnLst>
                <a:cxn ang="0">
                  <a:pos x="connsiteX0" y="connsiteY0"/>
                </a:cxn>
                <a:cxn ang="0">
                  <a:pos x="connsiteX1" y="connsiteY1"/>
                </a:cxn>
                <a:cxn ang="0">
                  <a:pos x="connsiteX2" y="connsiteY2"/>
                </a:cxn>
                <a:cxn ang="0">
                  <a:pos x="connsiteX3" y="connsiteY3"/>
                </a:cxn>
              </a:cxnLst>
              <a:rect l="l" t="t" r="r" b="b"/>
              <a:pathLst>
                <a:path w="50480" h="26812">
                  <a:moveTo>
                    <a:pt x="0" y="0"/>
                  </a:moveTo>
                  <a:lnTo>
                    <a:pt x="50480" y="0"/>
                  </a:lnTo>
                  <a:lnTo>
                    <a:pt x="50480" y="26813"/>
                  </a:lnTo>
                  <a:lnTo>
                    <a:pt x="0" y="26813"/>
                  </a:lnTo>
                  <a:close/>
                </a:path>
              </a:pathLst>
            </a:custGeom>
            <a:solidFill>
              <a:srgbClr val="005587"/>
            </a:solidFill>
            <a:ln w="6390" cap="flat">
              <a:noFill/>
              <a:prstDash val="solid"/>
              <a:miter/>
            </a:ln>
          </p:spPr>
          <p:txBody>
            <a:bodyPr rtlCol="0" anchor="ctr"/>
            <a:lstStyle/>
            <a:p>
              <a:endParaRPr lang="en-US"/>
            </a:p>
          </p:txBody>
        </p:sp>
        <p:sp>
          <p:nvSpPr>
            <p:cNvPr id="1026" name="Graphic 4">
              <a:extLst>
                <a:ext uri="{FF2B5EF4-FFF2-40B4-BE49-F238E27FC236}">
                  <a16:creationId xmlns:a16="http://schemas.microsoft.com/office/drawing/2014/main" id="{EEE959B1-7D14-FF4C-84DE-3C1F1434C0C9}"/>
                </a:ext>
              </a:extLst>
            </p:cNvPr>
            <p:cNvSpPr/>
            <p:nvPr/>
          </p:nvSpPr>
          <p:spPr>
            <a:xfrm>
              <a:off x="195276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35150 w 361670"/>
                <a:gd name="connsiteY5" fmla="*/ 291748 h 361333"/>
                <a:gd name="connsiteX6" fmla="*/ 228760 w 361670"/>
                <a:gd name="connsiteY6" fmla="*/ 298132 h 361333"/>
                <a:gd name="connsiteX7" fmla="*/ 133550 w 361670"/>
                <a:gd name="connsiteY7" fmla="*/ 298132 h 361333"/>
                <a:gd name="connsiteX8" fmla="*/ 127160 w 361670"/>
                <a:gd name="connsiteY8" fmla="*/ 291748 h 361333"/>
                <a:gd name="connsiteX9" fmla="*/ 127160 w 361670"/>
                <a:gd name="connsiteY9" fmla="*/ 259828 h 361333"/>
                <a:gd name="connsiteX10" fmla="*/ 133550 w 361670"/>
                <a:gd name="connsiteY10" fmla="*/ 253444 h 361333"/>
                <a:gd name="connsiteX11" fmla="*/ 136106 w 361670"/>
                <a:gd name="connsiteY11" fmla="*/ 253444 h 361333"/>
                <a:gd name="connsiteX12" fmla="*/ 150803 w 361670"/>
                <a:gd name="connsiteY12" fmla="*/ 131510 h 361333"/>
                <a:gd name="connsiteX13" fmla="*/ 149524 w 361670"/>
                <a:gd name="connsiteY13" fmla="*/ 131510 h 361333"/>
                <a:gd name="connsiteX14" fmla="*/ 143135 w 361670"/>
                <a:gd name="connsiteY14" fmla="*/ 125126 h 361333"/>
                <a:gd name="connsiteX15" fmla="*/ 143135 w 361670"/>
                <a:gd name="connsiteY15" fmla="*/ 91930 h 361333"/>
                <a:gd name="connsiteX16" fmla="*/ 141856 w 361670"/>
                <a:gd name="connsiteY16" fmla="*/ 91930 h 361333"/>
                <a:gd name="connsiteX17" fmla="*/ 136106 w 361670"/>
                <a:gd name="connsiteY17" fmla="*/ 88099 h 361333"/>
                <a:gd name="connsiteX18" fmla="*/ 128438 w 361670"/>
                <a:gd name="connsiteY18" fmla="*/ 72139 h 361333"/>
                <a:gd name="connsiteX19" fmla="*/ 130994 w 361670"/>
                <a:gd name="connsiteY19" fmla="*/ 63840 h 361333"/>
                <a:gd name="connsiteX20" fmla="*/ 139301 w 361670"/>
                <a:gd name="connsiteY20" fmla="*/ 66394 h 361333"/>
                <a:gd name="connsiteX21" fmla="*/ 145690 w 361670"/>
                <a:gd name="connsiteY21" fmla="*/ 78523 h 361333"/>
                <a:gd name="connsiteX22" fmla="*/ 159748 w 361670"/>
                <a:gd name="connsiteY22" fmla="*/ 78523 h 361333"/>
                <a:gd name="connsiteX23" fmla="*/ 159748 w 361670"/>
                <a:gd name="connsiteY23" fmla="*/ 77246 h 361333"/>
                <a:gd name="connsiteX24" fmla="*/ 159748 w 361670"/>
                <a:gd name="connsiteY24" fmla="*/ 69586 h 361333"/>
                <a:gd name="connsiteX25" fmla="*/ 166138 w 361670"/>
                <a:gd name="connsiteY25" fmla="*/ 63202 h 361333"/>
                <a:gd name="connsiteX26" fmla="*/ 172528 w 361670"/>
                <a:gd name="connsiteY26" fmla="*/ 69586 h 361333"/>
                <a:gd name="connsiteX27" fmla="*/ 172528 w 361670"/>
                <a:gd name="connsiteY27" fmla="*/ 77246 h 361333"/>
                <a:gd name="connsiteX28" fmla="*/ 172528 w 361670"/>
                <a:gd name="connsiteY28" fmla="*/ 78523 h 361333"/>
                <a:gd name="connsiteX29" fmla="*/ 192337 w 361670"/>
                <a:gd name="connsiteY29" fmla="*/ 78523 h 361333"/>
                <a:gd name="connsiteX30" fmla="*/ 192337 w 361670"/>
                <a:gd name="connsiteY30" fmla="*/ 77246 h 361333"/>
                <a:gd name="connsiteX31" fmla="*/ 192337 w 361670"/>
                <a:gd name="connsiteY31" fmla="*/ 69586 h 361333"/>
                <a:gd name="connsiteX32" fmla="*/ 198727 w 361670"/>
                <a:gd name="connsiteY32" fmla="*/ 63202 h 361333"/>
                <a:gd name="connsiteX33" fmla="*/ 205117 w 361670"/>
                <a:gd name="connsiteY33" fmla="*/ 69586 h 361333"/>
                <a:gd name="connsiteX34" fmla="*/ 205117 w 361670"/>
                <a:gd name="connsiteY34" fmla="*/ 77246 h 361333"/>
                <a:gd name="connsiteX35" fmla="*/ 205117 w 361670"/>
                <a:gd name="connsiteY35" fmla="*/ 78523 h 361333"/>
                <a:gd name="connsiteX36" fmla="*/ 219175 w 361670"/>
                <a:gd name="connsiteY36" fmla="*/ 78523 h 361333"/>
                <a:gd name="connsiteX37" fmla="*/ 225565 w 361670"/>
                <a:gd name="connsiteY37" fmla="*/ 66394 h 361333"/>
                <a:gd name="connsiteX38" fmla="*/ 233872 w 361670"/>
                <a:gd name="connsiteY38" fmla="*/ 63840 h 361333"/>
                <a:gd name="connsiteX39" fmla="*/ 236428 w 361670"/>
                <a:gd name="connsiteY39" fmla="*/ 72139 h 361333"/>
                <a:gd name="connsiteX40" fmla="*/ 228760 w 361670"/>
                <a:gd name="connsiteY40" fmla="*/ 88099 h 361333"/>
                <a:gd name="connsiteX41" fmla="*/ 223009 w 361670"/>
                <a:gd name="connsiteY41" fmla="*/ 91930 h 361333"/>
                <a:gd name="connsiteX42" fmla="*/ 221731 w 361670"/>
                <a:gd name="connsiteY42" fmla="*/ 91930 h 361333"/>
                <a:gd name="connsiteX43" fmla="*/ 221731 w 361670"/>
                <a:gd name="connsiteY43" fmla="*/ 125126 h 361333"/>
                <a:gd name="connsiteX44" fmla="*/ 215341 w 361670"/>
                <a:gd name="connsiteY44" fmla="*/ 131510 h 361333"/>
                <a:gd name="connsiteX45" fmla="*/ 214063 w 361670"/>
                <a:gd name="connsiteY45" fmla="*/ 131510 h 361333"/>
                <a:gd name="connsiteX46" fmla="*/ 228760 w 361670"/>
                <a:gd name="connsiteY46" fmla="*/ 253444 h 361333"/>
                <a:gd name="connsiteX47" fmla="*/ 231316 w 361670"/>
                <a:gd name="connsiteY47" fmla="*/ 253444 h 361333"/>
                <a:gd name="connsiteX48" fmla="*/ 237706 w 361670"/>
                <a:gd name="connsiteY48" fmla="*/ 259828 h 361333"/>
                <a:gd name="connsiteX49" fmla="*/ 237706 w 361670"/>
                <a:gd name="connsiteY49" fmla="*/ 29174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235150" y="291748"/>
                  </a:moveTo>
                  <a:cubicBezTo>
                    <a:pt x="235150" y="295579"/>
                    <a:pt x="232594" y="298132"/>
                    <a:pt x="228760" y="298132"/>
                  </a:cubicBezTo>
                  <a:lnTo>
                    <a:pt x="133550" y="298132"/>
                  </a:lnTo>
                  <a:cubicBezTo>
                    <a:pt x="129716" y="298132"/>
                    <a:pt x="127160" y="295579"/>
                    <a:pt x="127160" y="291748"/>
                  </a:cubicBezTo>
                  <a:lnTo>
                    <a:pt x="127160" y="259828"/>
                  </a:lnTo>
                  <a:cubicBezTo>
                    <a:pt x="127160" y="255998"/>
                    <a:pt x="129716" y="253444"/>
                    <a:pt x="133550" y="253444"/>
                  </a:cubicBezTo>
                  <a:lnTo>
                    <a:pt x="136106" y="253444"/>
                  </a:lnTo>
                  <a:cubicBezTo>
                    <a:pt x="139301" y="236846"/>
                    <a:pt x="150164" y="181305"/>
                    <a:pt x="150803" y="131510"/>
                  </a:cubicBezTo>
                  <a:lnTo>
                    <a:pt x="149524" y="131510"/>
                  </a:lnTo>
                  <a:cubicBezTo>
                    <a:pt x="145690" y="131510"/>
                    <a:pt x="143135" y="128957"/>
                    <a:pt x="143135" y="125126"/>
                  </a:cubicBezTo>
                  <a:lnTo>
                    <a:pt x="143135" y="91930"/>
                  </a:lnTo>
                  <a:lnTo>
                    <a:pt x="141856" y="91930"/>
                  </a:lnTo>
                  <a:cubicBezTo>
                    <a:pt x="139301" y="91930"/>
                    <a:pt x="137384" y="90653"/>
                    <a:pt x="136106" y="88099"/>
                  </a:cubicBezTo>
                  <a:lnTo>
                    <a:pt x="128438" y="72139"/>
                  </a:lnTo>
                  <a:cubicBezTo>
                    <a:pt x="127160" y="68947"/>
                    <a:pt x="128438" y="65117"/>
                    <a:pt x="130994" y="63840"/>
                  </a:cubicBezTo>
                  <a:cubicBezTo>
                    <a:pt x="134189" y="62563"/>
                    <a:pt x="138023" y="63840"/>
                    <a:pt x="139301" y="66394"/>
                  </a:cubicBezTo>
                  <a:lnTo>
                    <a:pt x="145690" y="78523"/>
                  </a:lnTo>
                  <a:lnTo>
                    <a:pt x="159748" y="78523"/>
                  </a:lnTo>
                  <a:cubicBezTo>
                    <a:pt x="159748" y="77885"/>
                    <a:pt x="159748" y="77246"/>
                    <a:pt x="159748" y="77246"/>
                  </a:cubicBezTo>
                  <a:lnTo>
                    <a:pt x="159748" y="69586"/>
                  </a:lnTo>
                  <a:cubicBezTo>
                    <a:pt x="159748" y="65755"/>
                    <a:pt x="162304" y="63202"/>
                    <a:pt x="166138" y="63202"/>
                  </a:cubicBezTo>
                  <a:cubicBezTo>
                    <a:pt x="169972" y="63202"/>
                    <a:pt x="172528" y="65755"/>
                    <a:pt x="172528" y="69586"/>
                  </a:cubicBezTo>
                  <a:lnTo>
                    <a:pt x="172528" y="77246"/>
                  </a:lnTo>
                  <a:cubicBezTo>
                    <a:pt x="172528" y="77885"/>
                    <a:pt x="172528" y="78523"/>
                    <a:pt x="172528" y="78523"/>
                  </a:cubicBezTo>
                  <a:lnTo>
                    <a:pt x="192337" y="78523"/>
                  </a:lnTo>
                  <a:cubicBezTo>
                    <a:pt x="192337" y="77885"/>
                    <a:pt x="192337" y="77246"/>
                    <a:pt x="192337" y="77246"/>
                  </a:cubicBezTo>
                  <a:lnTo>
                    <a:pt x="192337" y="69586"/>
                  </a:lnTo>
                  <a:cubicBezTo>
                    <a:pt x="192337" y="65755"/>
                    <a:pt x="194893" y="63202"/>
                    <a:pt x="198727" y="63202"/>
                  </a:cubicBezTo>
                  <a:cubicBezTo>
                    <a:pt x="202561" y="63202"/>
                    <a:pt x="205117" y="65755"/>
                    <a:pt x="205117" y="69586"/>
                  </a:cubicBezTo>
                  <a:lnTo>
                    <a:pt x="205117" y="77246"/>
                  </a:lnTo>
                  <a:cubicBezTo>
                    <a:pt x="205117" y="77885"/>
                    <a:pt x="205117" y="78523"/>
                    <a:pt x="205117" y="78523"/>
                  </a:cubicBezTo>
                  <a:lnTo>
                    <a:pt x="219175" y="78523"/>
                  </a:lnTo>
                  <a:lnTo>
                    <a:pt x="225565" y="66394"/>
                  </a:lnTo>
                  <a:cubicBezTo>
                    <a:pt x="226843" y="63202"/>
                    <a:pt x="230677" y="61925"/>
                    <a:pt x="233872" y="63840"/>
                  </a:cubicBezTo>
                  <a:cubicBezTo>
                    <a:pt x="237067" y="65117"/>
                    <a:pt x="238345" y="68947"/>
                    <a:pt x="236428" y="72139"/>
                  </a:cubicBezTo>
                  <a:lnTo>
                    <a:pt x="228760" y="88099"/>
                  </a:lnTo>
                  <a:cubicBezTo>
                    <a:pt x="227482" y="90014"/>
                    <a:pt x="225565" y="91930"/>
                    <a:pt x="223009" y="91930"/>
                  </a:cubicBezTo>
                  <a:lnTo>
                    <a:pt x="221731" y="91930"/>
                  </a:lnTo>
                  <a:lnTo>
                    <a:pt x="221731" y="125126"/>
                  </a:lnTo>
                  <a:cubicBezTo>
                    <a:pt x="221731" y="128957"/>
                    <a:pt x="219175" y="131510"/>
                    <a:pt x="215341" y="131510"/>
                  </a:cubicBezTo>
                  <a:lnTo>
                    <a:pt x="214063" y="131510"/>
                  </a:lnTo>
                  <a:cubicBezTo>
                    <a:pt x="214702" y="181305"/>
                    <a:pt x="225565" y="236846"/>
                    <a:pt x="228760" y="253444"/>
                  </a:cubicBezTo>
                  <a:lnTo>
                    <a:pt x="231316" y="253444"/>
                  </a:lnTo>
                  <a:cubicBezTo>
                    <a:pt x="235150" y="253444"/>
                    <a:pt x="237706" y="255998"/>
                    <a:pt x="237706" y="259828"/>
                  </a:cubicBezTo>
                  <a:lnTo>
                    <a:pt x="237706" y="291748"/>
                  </a:lnTo>
                  <a:close/>
                </a:path>
              </a:pathLst>
            </a:custGeom>
            <a:solidFill>
              <a:srgbClr val="005587"/>
            </a:solidFill>
            <a:ln w="6390" cap="flat">
              <a:noFill/>
              <a:prstDash val="solid"/>
              <a:miter/>
            </a:ln>
          </p:spPr>
          <p:txBody>
            <a:bodyPr rtlCol="0" anchor="ctr"/>
            <a:lstStyle/>
            <a:p>
              <a:endParaRPr lang="en-US"/>
            </a:p>
          </p:txBody>
        </p:sp>
      </p:grpSp>
      <p:grpSp>
        <p:nvGrpSpPr>
          <p:cNvPr id="1027" name="Graphic 4">
            <a:extLst>
              <a:ext uri="{FF2B5EF4-FFF2-40B4-BE49-F238E27FC236}">
                <a16:creationId xmlns:a16="http://schemas.microsoft.com/office/drawing/2014/main" id="{A1BD3948-D0F0-954D-A477-20A1BF861A0E}"/>
              </a:ext>
            </a:extLst>
          </p:cNvPr>
          <p:cNvGrpSpPr>
            <a:grpSpLocks noChangeAspect="1"/>
          </p:cNvGrpSpPr>
          <p:nvPr/>
        </p:nvGrpSpPr>
        <p:grpSpPr>
          <a:xfrm>
            <a:off x="1952764" y="2855717"/>
            <a:ext cx="361670" cy="361333"/>
            <a:chOff x="1952764" y="2855717"/>
            <a:chExt cx="361670" cy="361333"/>
          </a:xfrm>
          <a:solidFill>
            <a:srgbClr val="005587"/>
          </a:solidFill>
        </p:grpSpPr>
        <p:sp>
          <p:nvSpPr>
            <p:cNvPr id="1028" name="Graphic 4">
              <a:extLst>
                <a:ext uri="{FF2B5EF4-FFF2-40B4-BE49-F238E27FC236}">
                  <a16:creationId xmlns:a16="http://schemas.microsoft.com/office/drawing/2014/main" id="{DA591F12-BC34-4E4C-BF35-DB7807609959}"/>
                </a:ext>
              </a:extLst>
            </p:cNvPr>
            <p:cNvSpPr/>
            <p:nvPr/>
          </p:nvSpPr>
          <p:spPr>
            <a:xfrm>
              <a:off x="2109957" y="2979567"/>
              <a:ext cx="47285" cy="50433"/>
            </a:xfrm>
            <a:custGeom>
              <a:avLst/>
              <a:gdLst>
                <a:gd name="connsiteX0" fmla="*/ 34506 w 47285"/>
                <a:gd name="connsiteY0" fmla="*/ 50433 h 50433"/>
                <a:gd name="connsiteX1" fmla="*/ 47285 w 47285"/>
                <a:gd name="connsiteY1" fmla="*/ 0 h 50433"/>
                <a:gd name="connsiteX2" fmla="*/ 0 w 47285"/>
                <a:gd name="connsiteY2" fmla="*/ 0 h 50433"/>
                <a:gd name="connsiteX3" fmla="*/ 12780 w 47285"/>
                <a:gd name="connsiteY3" fmla="*/ 50433 h 50433"/>
              </a:gdLst>
              <a:ahLst/>
              <a:cxnLst>
                <a:cxn ang="0">
                  <a:pos x="connsiteX0" y="connsiteY0"/>
                </a:cxn>
                <a:cxn ang="0">
                  <a:pos x="connsiteX1" y="connsiteY1"/>
                </a:cxn>
                <a:cxn ang="0">
                  <a:pos x="connsiteX2" y="connsiteY2"/>
                </a:cxn>
                <a:cxn ang="0">
                  <a:pos x="connsiteX3" y="connsiteY3"/>
                </a:cxn>
              </a:cxnLst>
              <a:rect l="l" t="t" r="r" b="b"/>
              <a:pathLst>
                <a:path w="47285" h="50433">
                  <a:moveTo>
                    <a:pt x="34506" y="50433"/>
                  </a:moveTo>
                  <a:lnTo>
                    <a:pt x="47285" y="0"/>
                  </a:lnTo>
                  <a:lnTo>
                    <a:pt x="0" y="0"/>
                  </a:lnTo>
                  <a:lnTo>
                    <a:pt x="12780" y="50433"/>
                  </a:lnTo>
                  <a:close/>
                </a:path>
              </a:pathLst>
            </a:custGeom>
            <a:solidFill>
              <a:srgbClr val="005587"/>
            </a:solidFill>
            <a:ln w="6390" cap="flat">
              <a:noFill/>
              <a:prstDash val="solid"/>
              <a:miter/>
            </a:ln>
          </p:spPr>
          <p:txBody>
            <a:bodyPr rtlCol="0" anchor="ctr"/>
            <a:lstStyle/>
            <a:p>
              <a:endParaRPr lang="en-US"/>
            </a:p>
          </p:txBody>
        </p:sp>
        <p:sp>
          <p:nvSpPr>
            <p:cNvPr id="1029" name="Graphic 4">
              <a:extLst>
                <a:ext uri="{FF2B5EF4-FFF2-40B4-BE49-F238E27FC236}">
                  <a16:creationId xmlns:a16="http://schemas.microsoft.com/office/drawing/2014/main" id="{8590F837-F5DB-C446-A795-0F880A09E966}"/>
                </a:ext>
              </a:extLst>
            </p:cNvPr>
            <p:cNvSpPr/>
            <p:nvPr/>
          </p:nvSpPr>
          <p:spPr>
            <a:xfrm>
              <a:off x="2109957" y="3042768"/>
              <a:ext cx="47924" cy="66393"/>
            </a:xfrm>
            <a:custGeom>
              <a:avLst/>
              <a:gdLst>
                <a:gd name="connsiteX0" fmla="*/ 34506 w 47924"/>
                <a:gd name="connsiteY0" fmla="*/ 0 h 66393"/>
                <a:gd name="connsiteX1" fmla="*/ 13419 w 47924"/>
                <a:gd name="connsiteY1" fmla="*/ 0 h 66393"/>
                <a:gd name="connsiteX2" fmla="*/ 0 w 47924"/>
                <a:gd name="connsiteY2" fmla="*/ 66393 h 66393"/>
                <a:gd name="connsiteX3" fmla="*/ 47925 w 47924"/>
                <a:gd name="connsiteY3" fmla="*/ 66393 h 66393"/>
              </a:gdLst>
              <a:ahLst/>
              <a:cxnLst>
                <a:cxn ang="0">
                  <a:pos x="connsiteX0" y="connsiteY0"/>
                </a:cxn>
                <a:cxn ang="0">
                  <a:pos x="connsiteX1" y="connsiteY1"/>
                </a:cxn>
                <a:cxn ang="0">
                  <a:pos x="connsiteX2" y="connsiteY2"/>
                </a:cxn>
                <a:cxn ang="0">
                  <a:pos x="connsiteX3" y="connsiteY3"/>
                </a:cxn>
              </a:cxnLst>
              <a:rect l="l" t="t" r="r" b="b"/>
              <a:pathLst>
                <a:path w="47924" h="66393">
                  <a:moveTo>
                    <a:pt x="34506" y="0"/>
                  </a:moveTo>
                  <a:lnTo>
                    <a:pt x="13419" y="0"/>
                  </a:lnTo>
                  <a:lnTo>
                    <a:pt x="0" y="66393"/>
                  </a:lnTo>
                  <a:lnTo>
                    <a:pt x="47925" y="66393"/>
                  </a:lnTo>
                  <a:close/>
                </a:path>
              </a:pathLst>
            </a:custGeom>
            <a:solidFill>
              <a:srgbClr val="005587"/>
            </a:solidFill>
            <a:ln w="6390" cap="flat">
              <a:noFill/>
              <a:prstDash val="solid"/>
              <a:miter/>
            </a:ln>
          </p:spPr>
          <p:txBody>
            <a:bodyPr rtlCol="0" anchor="ctr"/>
            <a:lstStyle/>
            <a:p>
              <a:endParaRPr lang="en-US"/>
            </a:p>
          </p:txBody>
        </p:sp>
        <p:sp>
          <p:nvSpPr>
            <p:cNvPr id="1030" name="Graphic 4">
              <a:extLst>
                <a:ext uri="{FF2B5EF4-FFF2-40B4-BE49-F238E27FC236}">
                  <a16:creationId xmlns:a16="http://schemas.microsoft.com/office/drawing/2014/main" id="{6B719555-6790-9A49-8166-0FCF5B12E6F5}"/>
                </a:ext>
              </a:extLst>
            </p:cNvPr>
            <p:cNvSpPr/>
            <p:nvPr/>
          </p:nvSpPr>
          <p:spPr>
            <a:xfrm>
              <a:off x="1952764"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35150 w 361670"/>
                <a:gd name="connsiteY5" fmla="*/ 291748 h 361333"/>
                <a:gd name="connsiteX6" fmla="*/ 228760 w 361670"/>
                <a:gd name="connsiteY6" fmla="*/ 298132 h 361333"/>
                <a:gd name="connsiteX7" fmla="*/ 133550 w 361670"/>
                <a:gd name="connsiteY7" fmla="*/ 298132 h 361333"/>
                <a:gd name="connsiteX8" fmla="*/ 127160 w 361670"/>
                <a:gd name="connsiteY8" fmla="*/ 291748 h 361333"/>
                <a:gd name="connsiteX9" fmla="*/ 127160 w 361670"/>
                <a:gd name="connsiteY9" fmla="*/ 259828 h 361333"/>
                <a:gd name="connsiteX10" fmla="*/ 133550 w 361670"/>
                <a:gd name="connsiteY10" fmla="*/ 253444 h 361333"/>
                <a:gd name="connsiteX11" fmla="*/ 144413 w 361670"/>
                <a:gd name="connsiteY11" fmla="*/ 253444 h 361333"/>
                <a:gd name="connsiteX12" fmla="*/ 159109 w 361670"/>
                <a:gd name="connsiteY12" fmla="*/ 180667 h 361333"/>
                <a:gd name="connsiteX13" fmla="*/ 143774 w 361670"/>
                <a:gd name="connsiteY13" fmla="*/ 118742 h 361333"/>
                <a:gd name="connsiteX14" fmla="*/ 145051 w 361670"/>
                <a:gd name="connsiteY14" fmla="*/ 112996 h 361333"/>
                <a:gd name="connsiteX15" fmla="*/ 150164 w 361670"/>
                <a:gd name="connsiteY15" fmla="*/ 110443 h 361333"/>
                <a:gd name="connsiteX16" fmla="*/ 175723 w 361670"/>
                <a:gd name="connsiteY16" fmla="*/ 110443 h 361333"/>
                <a:gd name="connsiteX17" fmla="*/ 175723 w 361670"/>
                <a:gd name="connsiteY17" fmla="*/ 91291 h 361333"/>
                <a:gd name="connsiteX18" fmla="*/ 166138 w 361670"/>
                <a:gd name="connsiteY18" fmla="*/ 91291 h 361333"/>
                <a:gd name="connsiteX19" fmla="*/ 159748 w 361670"/>
                <a:gd name="connsiteY19" fmla="*/ 84907 h 361333"/>
                <a:gd name="connsiteX20" fmla="*/ 166138 w 361670"/>
                <a:gd name="connsiteY20" fmla="*/ 78523 h 361333"/>
                <a:gd name="connsiteX21" fmla="*/ 175723 w 361670"/>
                <a:gd name="connsiteY21" fmla="*/ 78523 h 361333"/>
                <a:gd name="connsiteX22" fmla="*/ 175723 w 361670"/>
                <a:gd name="connsiteY22" fmla="*/ 68947 h 361333"/>
                <a:gd name="connsiteX23" fmla="*/ 182113 w 361670"/>
                <a:gd name="connsiteY23" fmla="*/ 62563 h 361333"/>
                <a:gd name="connsiteX24" fmla="*/ 188503 w 361670"/>
                <a:gd name="connsiteY24" fmla="*/ 68947 h 361333"/>
                <a:gd name="connsiteX25" fmla="*/ 188503 w 361670"/>
                <a:gd name="connsiteY25" fmla="*/ 78523 h 361333"/>
                <a:gd name="connsiteX26" fmla="*/ 198088 w 361670"/>
                <a:gd name="connsiteY26" fmla="*/ 78523 h 361333"/>
                <a:gd name="connsiteX27" fmla="*/ 204478 w 361670"/>
                <a:gd name="connsiteY27" fmla="*/ 84907 h 361333"/>
                <a:gd name="connsiteX28" fmla="*/ 198088 w 361670"/>
                <a:gd name="connsiteY28" fmla="*/ 91291 h 361333"/>
                <a:gd name="connsiteX29" fmla="*/ 188503 w 361670"/>
                <a:gd name="connsiteY29" fmla="*/ 91291 h 361333"/>
                <a:gd name="connsiteX30" fmla="*/ 188503 w 361670"/>
                <a:gd name="connsiteY30" fmla="*/ 110443 h 361333"/>
                <a:gd name="connsiteX31" fmla="*/ 214063 w 361670"/>
                <a:gd name="connsiteY31" fmla="*/ 110443 h 361333"/>
                <a:gd name="connsiteX32" fmla="*/ 219175 w 361670"/>
                <a:gd name="connsiteY32" fmla="*/ 112996 h 361333"/>
                <a:gd name="connsiteX33" fmla="*/ 220453 w 361670"/>
                <a:gd name="connsiteY33" fmla="*/ 118742 h 361333"/>
                <a:gd name="connsiteX34" fmla="*/ 205117 w 361670"/>
                <a:gd name="connsiteY34" fmla="*/ 180667 h 361333"/>
                <a:gd name="connsiteX35" fmla="*/ 219814 w 361670"/>
                <a:gd name="connsiteY35" fmla="*/ 253444 h 361333"/>
                <a:gd name="connsiteX36" fmla="*/ 230677 w 361670"/>
                <a:gd name="connsiteY36" fmla="*/ 253444 h 361333"/>
                <a:gd name="connsiteX37" fmla="*/ 237067 w 361670"/>
                <a:gd name="connsiteY37" fmla="*/ 259828 h 361333"/>
                <a:gd name="connsiteX38" fmla="*/ 237067 w 361670"/>
                <a:gd name="connsiteY38" fmla="*/ 29174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1157" y="0"/>
                    <a:pt x="180835" y="0"/>
                  </a:cubicBezTo>
                  <a:close/>
                  <a:moveTo>
                    <a:pt x="235150" y="291748"/>
                  </a:moveTo>
                  <a:cubicBezTo>
                    <a:pt x="235150" y="295578"/>
                    <a:pt x="232594" y="298132"/>
                    <a:pt x="228760" y="298132"/>
                  </a:cubicBezTo>
                  <a:lnTo>
                    <a:pt x="133550" y="298132"/>
                  </a:lnTo>
                  <a:cubicBezTo>
                    <a:pt x="129716" y="298132"/>
                    <a:pt x="127160" y="295578"/>
                    <a:pt x="127160" y="291748"/>
                  </a:cubicBezTo>
                  <a:lnTo>
                    <a:pt x="127160" y="259828"/>
                  </a:lnTo>
                  <a:cubicBezTo>
                    <a:pt x="127160" y="255998"/>
                    <a:pt x="129716" y="253444"/>
                    <a:pt x="133550" y="253444"/>
                  </a:cubicBezTo>
                  <a:lnTo>
                    <a:pt x="144413" y="253444"/>
                  </a:lnTo>
                  <a:lnTo>
                    <a:pt x="159109" y="180667"/>
                  </a:lnTo>
                  <a:lnTo>
                    <a:pt x="143774" y="118742"/>
                  </a:lnTo>
                  <a:cubicBezTo>
                    <a:pt x="143135" y="116827"/>
                    <a:pt x="143774" y="114912"/>
                    <a:pt x="145051" y="112996"/>
                  </a:cubicBezTo>
                  <a:cubicBezTo>
                    <a:pt x="146330" y="111720"/>
                    <a:pt x="148246" y="110443"/>
                    <a:pt x="150164" y="110443"/>
                  </a:cubicBezTo>
                  <a:lnTo>
                    <a:pt x="175723" y="110443"/>
                  </a:lnTo>
                  <a:lnTo>
                    <a:pt x="175723" y="91291"/>
                  </a:lnTo>
                  <a:lnTo>
                    <a:pt x="166138" y="91291"/>
                  </a:lnTo>
                  <a:cubicBezTo>
                    <a:pt x="162304" y="91291"/>
                    <a:pt x="159748" y="88737"/>
                    <a:pt x="159748" y="84907"/>
                  </a:cubicBezTo>
                  <a:cubicBezTo>
                    <a:pt x="159748" y="81076"/>
                    <a:pt x="162304" y="78523"/>
                    <a:pt x="166138" y="78523"/>
                  </a:cubicBezTo>
                  <a:lnTo>
                    <a:pt x="175723" y="78523"/>
                  </a:lnTo>
                  <a:lnTo>
                    <a:pt x="175723" y="68947"/>
                  </a:lnTo>
                  <a:cubicBezTo>
                    <a:pt x="175723" y="65117"/>
                    <a:pt x="178279" y="62563"/>
                    <a:pt x="182113" y="62563"/>
                  </a:cubicBezTo>
                  <a:cubicBezTo>
                    <a:pt x="185947" y="62563"/>
                    <a:pt x="188503" y="65117"/>
                    <a:pt x="188503" y="68947"/>
                  </a:cubicBezTo>
                  <a:lnTo>
                    <a:pt x="188503" y="78523"/>
                  </a:lnTo>
                  <a:lnTo>
                    <a:pt x="198088" y="78523"/>
                  </a:lnTo>
                  <a:cubicBezTo>
                    <a:pt x="201922" y="78523"/>
                    <a:pt x="204478" y="81076"/>
                    <a:pt x="204478" y="84907"/>
                  </a:cubicBezTo>
                  <a:cubicBezTo>
                    <a:pt x="204478" y="88737"/>
                    <a:pt x="201922" y="91291"/>
                    <a:pt x="198088" y="91291"/>
                  </a:cubicBezTo>
                  <a:lnTo>
                    <a:pt x="188503" y="91291"/>
                  </a:lnTo>
                  <a:lnTo>
                    <a:pt x="188503" y="110443"/>
                  </a:lnTo>
                  <a:lnTo>
                    <a:pt x="214063" y="110443"/>
                  </a:lnTo>
                  <a:cubicBezTo>
                    <a:pt x="215980" y="110443"/>
                    <a:pt x="217897" y="111081"/>
                    <a:pt x="219175" y="112996"/>
                  </a:cubicBezTo>
                  <a:cubicBezTo>
                    <a:pt x="220453" y="114273"/>
                    <a:pt x="221092" y="116827"/>
                    <a:pt x="220453" y="118742"/>
                  </a:cubicBezTo>
                  <a:lnTo>
                    <a:pt x="205117" y="180667"/>
                  </a:lnTo>
                  <a:lnTo>
                    <a:pt x="219814" y="253444"/>
                  </a:lnTo>
                  <a:lnTo>
                    <a:pt x="230677" y="253444"/>
                  </a:lnTo>
                  <a:cubicBezTo>
                    <a:pt x="234511" y="253444"/>
                    <a:pt x="237067" y="255998"/>
                    <a:pt x="237067" y="259828"/>
                  </a:cubicBezTo>
                  <a:lnTo>
                    <a:pt x="237067" y="291748"/>
                  </a:lnTo>
                  <a:close/>
                </a:path>
              </a:pathLst>
            </a:custGeom>
            <a:solidFill>
              <a:srgbClr val="005587"/>
            </a:solidFill>
            <a:ln w="6390" cap="flat">
              <a:noFill/>
              <a:prstDash val="solid"/>
              <a:miter/>
            </a:ln>
          </p:spPr>
          <p:txBody>
            <a:bodyPr rtlCol="0" anchor="ctr"/>
            <a:lstStyle/>
            <a:p>
              <a:endParaRPr lang="en-US"/>
            </a:p>
          </p:txBody>
        </p:sp>
        <p:sp>
          <p:nvSpPr>
            <p:cNvPr id="1031" name="Graphic 4">
              <a:extLst>
                <a:ext uri="{FF2B5EF4-FFF2-40B4-BE49-F238E27FC236}">
                  <a16:creationId xmlns:a16="http://schemas.microsoft.com/office/drawing/2014/main" id="{6F89BE48-F9B8-9646-96A5-BAC622902111}"/>
                </a:ext>
              </a:extLst>
            </p:cNvPr>
            <p:cNvSpPr/>
            <p:nvPr/>
          </p:nvSpPr>
          <p:spPr>
            <a:xfrm>
              <a:off x="2092704" y="3121929"/>
              <a:ext cx="82430" cy="19151"/>
            </a:xfrm>
            <a:custGeom>
              <a:avLst/>
              <a:gdLst>
                <a:gd name="connsiteX0" fmla="*/ 0 w 82430"/>
                <a:gd name="connsiteY0" fmla="*/ 0 h 19151"/>
                <a:gd name="connsiteX1" fmla="*/ 82430 w 82430"/>
                <a:gd name="connsiteY1" fmla="*/ 0 h 19151"/>
                <a:gd name="connsiteX2" fmla="*/ 82430 w 82430"/>
                <a:gd name="connsiteY2" fmla="*/ 19152 h 19151"/>
                <a:gd name="connsiteX3" fmla="*/ 0 w 82430"/>
                <a:gd name="connsiteY3" fmla="*/ 19152 h 19151"/>
              </a:gdLst>
              <a:ahLst/>
              <a:cxnLst>
                <a:cxn ang="0">
                  <a:pos x="connsiteX0" y="connsiteY0"/>
                </a:cxn>
                <a:cxn ang="0">
                  <a:pos x="connsiteX1" y="connsiteY1"/>
                </a:cxn>
                <a:cxn ang="0">
                  <a:pos x="connsiteX2" y="connsiteY2"/>
                </a:cxn>
                <a:cxn ang="0">
                  <a:pos x="connsiteX3" y="connsiteY3"/>
                </a:cxn>
              </a:cxnLst>
              <a:rect l="l" t="t" r="r" b="b"/>
              <a:pathLst>
                <a:path w="82430" h="19151">
                  <a:moveTo>
                    <a:pt x="0" y="0"/>
                  </a:moveTo>
                  <a:lnTo>
                    <a:pt x="82430" y="0"/>
                  </a:lnTo>
                  <a:lnTo>
                    <a:pt x="82430" y="19152"/>
                  </a:lnTo>
                  <a:lnTo>
                    <a:pt x="0" y="19152"/>
                  </a:lnTo>
                  <a:close/>
                </a:path>
              </a:pathLst>
            </a:custGeom>
            <a:solidFill>
              <a:srgbClr val="005587"/>
            </a:solidFill>
            <a:ln w="6390" cap="flat">
              <a:noFill/>
              <a:prstDash val="solid"/>
              <a:miter/>
            </a:ln>
          </p:spPr>
          <p:txBody>
            <a:bodyPr rtlCol="0" anchor="ctr"/>
            <a:lstStyle/>
            <a:p>
              <a:endParaRPr lang="en-US"/>
            </a:p>
          </p:txBody>
        </p:sp>
      </p:grpSp>
      <p:grpSp>
        <p:nvGrpSpPr>
          <p:cNvPr id="1032" name="Graphic 4">
            <a:extLst>
              <a:ext uri="{FF2B5EF4-FFF2-40B4-BE49-F238E27FC236}">
                <a16:creationId xmlns:a16="http://schemas.microsoft.com/office/drawing/2014/main" id="{45CD25C0-75BF-0447-A7C3-1158EFFA1B26}"/>
              </a:ext>
            </a:extLst>
          </p:cNvPr>
          <p:cNvGrpSpPr>
            <a:grpSpLocks noChangeAspect="1"/>
          </p:cNvGrpSpPr>
          <p:nvPr/>
        </p:nvGrpSpPr>
        <p:grpSpPr>
          <a:xfrm>
            <a:off x="1952764" y="3339623"/>
            <a:ext cx="361670" cy="361333"/>
            <a:chOff x="1952764" y="3339623"/>
            <a:chExt cx="361670" cy="361333"/>
          </a:xfrm>
          <a:solidFill>
            <a:srgbClr val="005587"/>
          </a:solidFill>
        </p:grpSpPr>
        <p:sp>
          <p:nvSpPr>
            <p:cNvPr id="1033" name="Graphic 4">
              <a:extLst>
                <a:ext uri="{FF2B5EF4-FFF2-40B4-BE49-F238E27FC236}">
                  <a16:creationId xmlns:a16="http://schemas.microsoft.com/office/drawing/2014/main" id="{CA9D086E-741F-AD47-81B6-74308CCA1FB4}"/>
                </a:ext>
              </a:extLst>
            </p:cNvPr>
            <p:cNvSpPr/>
            <p:nvPr/>
          </p:nvSpPr>
          <p:spPr>
            <a:xfrm>
              <a:off x="2086953" y="3605197"/>
              <a:ext cx="118852" cy="20428"/>
            </a:xfrm>
            <a:custGeom>
              <a:avLst/>
              <a:gdLst>
                <a:gd name="connsiteX0" fmla="*/ 0 w 118852"/>
                <a:gd name="connsiteY0" fmla="*/ 0 h 20428"/>
                <a:gd name="connsiteX1" fmla="*/ 118853 w 118852"/>
                <a:gd name="connsiteY1" fmla="*/ 0 h 20428"/>
                <a:gd name="connsiteX2" fmla="*/ 118853 w 118852"/>
                <a:gd name="connsiteY2" fmla="*/ 20429 h 20428"/>
                <a:gd name="connsiteX3" fmla="*/ 0 w 118852"/>
                <a:gd name="connsiteY3" fmla="*/ 20429 h 20428"/>
              </a:gdLst>
              <a:ahLst/>
              <a:cxnLst>
                <a:cxn ang="0">
                  <a:pos x="connsiteX0" y="connsiteY0"/>
                </a:cxn>
                <a:cxn ang="0">
                  <a:pos x="connsiteX1" y="connsiteY1"/>
                </a:cxn>
                <a:cxn ang="0">
                  <a:pos x="connsiteX2" y="connsiteY2"/>
                </a:cxn>
                <a:cxn ang="0">
                  <a:pos x="connsiteX3" y="connsiteY3"/>
                </a:cxn>
              </a:cxnLst>
              <a:rect l="l" t="t" r="r" b="b"/>
              <a:pathLst>
                <a:path w="118852" h="20428">
                  <a:moveTo>
                    <a:pt x="0" y="0"/>
                  </a:moveTo>
                  <a:lnTo>
                    <a:pt x="118853" y="0"/>
                  </a:lnTo>
                  <a:lnTo>
                    <a:pt x="118853" y="20429"/>
                  </a:lnTo>
                  <a:lnTo>
                    <a:pt x="0" y="20429"/>
                  </a:lnTo>
                  <a:close/>
                </a:path>
              </a:pathLst>
            </a:custGeom>
            <a:solidFill>
              <a:srgbClr val="005587"/>
            </a:solidFill>
            <a:ln w="6390" cap="flat">
              <a:noFill/>
              <a:prstDash val="solid"/>
              <a:miter/>
            </a:ln>
          </p:spPr>
          <p:txBody>
            <a:bodyPr rtlCol="0" anchor="ctr"/>
            <a:lstStyle/>
            <a:p>
              <a:endParaRPr lang="en-US"/>
            </a:p>
          </p:txBody>
        </p:sp>
        <p:sp>
          <p:nvSpPr>
            <p:cNvPr id="1034" name="Graphic 4">
              <a:extLst>
                <a:ext uri="{FF2B5EF4-FFF2-40B4-BE49-F238E27FC236}">
                  <a16:creationId xmlns:a16="http://schemas.microsoft.com/office/drawing/2014/main" id="{7F8582B6-E959-4F46-96FA-431432A32FB0}"/>
                </a:ext>
              </a:extLst>
            </p:cNvPr>
            <p:cNvSpPr/>
            <p:nvPr/>
          </p:nvSpPr>
          <p:spPr>
            <a:xfrm>
              <a:off x="2055003" y="3423253"/>
              <a:ext cx="155275" cy="171091"/>
            </a:xfrm>
            <a:custGeom>
              <a:avLst/>
              <a:gdLst>
                <a:gd name="connsiteX0" fmla="*/ 155275 w 155275"/>
                <a:gd name="connsiteY0" fmla="*/ 79162 h 171091"/>
                <a:gd name="connsiteX1" fmla="*/ 145690 w 155275"/>
                <a:gd name="connsiteY1" fmla="*/ 74693 h 171091"/>
                <a:gd name="connsiteX2" fmla="*/ 142496 w 155275"/>
                <a:gd name="connsiteY2" fmla="*/ 67032 h 171091"/>
                <a:gd name="connsiteX3" fmla="*/ 148246 w 155275"/>
                <a:gd name="connsiteY3" fmla="*/ 51072 h 171091"/>
                <a:gd name="connsiteX4" fmla="*/ 132272 w 155275"/>
                <a:gd name="connsiteY4" fmla="*/ 46603 h 171091"/>
                <a:gd name="connsiteX5" fmla="*/ 127799 w 155275"/>
                <a:gd name="connsiteY5" fmla="*/ 38943 h 171091"/>
                <a:gd name="connsiteX6" fmla="*/ 132272 w 155275"/>
                <a:gd name="connsiteY6" fmla="*/ 18514 h 171091"/>
                <a:gd name="connsiteX7" fmla="*/ 107351 w 155275"/>
                <a:gd name="connsiteY7" fmla="*/ 18514 h 171091"/>
                <a:gd name="connsiteX8" fmla="*/ 103517 w 155275"/>
                <a:gd name="connsiteY8" fmla="*/ 17237 h 171091"/>
                <a:gd name="connsiteX9" fmla="*/ 80513 w 155275"/>
                <a:gd name="connsiteY9" fmla="*/ 0 h 171091"/>
                <a:gd name="connsiteX10" fmla="*/ 80513 w 155275"/>
                <a:gd name="connsiteY10" fmla="*/ 20429 h 171091"/>
                <a:gd name="connsiteX11" fmla="*/ 77318 w 155275"/>
                <a:gd name="connsiteY11" fmla="*/ 26175 h 171091"/>
                <a:gd name="connsiteX12" fmla="*/ 0 w 155275"/>
                <a:gd name="connsiteY12" fmla="*/ 72778 h 171091"/>
                <a:gd name="connsiteX13" fmla="*/ 11502 w 155275"/>
                <a:gd name="connsiteY13" fmla="*/ 95760 h 171091"/>
                <a:gd name="connsiteX14" fmla="*/ 63899 w 155275"/>
                <a:gd name="connsiteY14" fmla="*/ 81077 h 171091"/>
                <a:gd name="connsiteX15" fmla="*/ 67733 w 155275"/>
                <a:gd name="connsiteY15" fmla="*/ 81077 h 171091"/>
                <a:gd name="connsiteX16" fmla="*/ 86264 w 155275"/>
                <a:gd name="connsiteY16" fmla="*/ 97037 h 171091"/>
                <a:gd name="connsiteX17" fmla="*/ 78596 w 155275"/>
                <a:gd name="connsiteY17" fmla="*/ 116189 h 171091"/>
                <a:gd name="connsiteX18" fmla="*/ 47925 w 155275"/>
                <a:gd name="connsiteY18" fmla="*/ 171091 h 171091"/>
                <a:gd name="connsiteX19" fmla="*/ 133550 w 155275"/>
                <a:gd name="connsiteY19" fmla="*/ 171091 h 171091"/>
                <a:gd name="connsiteX20" fmla="*/ 133550 w 155275"/>
                <a:gd name="connsiteY20" fmla="*/ 152577 h 171091"/>
                <a:gd name="connsiteX21" fmla="*/ 139940 w 155275"/>
                <a:gd name="connsiteY21" fmla="*/ 146193 h 171091"/>
                <a:gd name="connsiteX22" fmla="*/ 144413 w 155275"/>
                <a:gd name="connsiteY22" fmla="*/ 146193 h 171091"/>
                <a:gd name="connsiteX23" fmla="*/ 134828 w 155275"/>
                <a:gd name="connsiteY23" fmla="*/ 131510 h 171091"/>
                <a:gd name="connsiteX24" fmla="*/ 134189 w 155275"/>
                <a:gd name="connsiteY24" fmla="*/ 125765 h 171091"/>
                <a:gd name="connsiteX25" fmla="*/ 138023 w 155275"/>
                <a:gd name="connsiteY25" fmla="*/ 121934 h 171091"/>
                <a:gd name="connsiteX26" fmla="*/ 154636 w 155275"/>
                <a:gd name="connsiteY26" fmla="*/ 116189 h 171091"/>
                <a:gd name="connsiteX27" fmla="*/ 143774 w 155275"/>
                <a:gd name="connsiteY27" fmla="*/ 101505 h 171091"/>
                <a:gd name="connsiteX28" fmla="*/ 143774 w 155275"/>
                <a:gd name="connsiteY28" fmla="*/ 93845 h 171091"/>
                <a:gd name="connsiteX29" fmla="*/ 155275 w 155275"/>
                <a:gd name="connsiteY29" fmla="*/ 79162 h 171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55275" h="171091">
                  <a:moveTo>
                    <a:pt x="155275" y="79162"/>
                  </a:moveTo>
                  <a:lnTo>
                    <a:pt x="145690" y="74693"/>
                  </a:lnTo>
                  <a:cubicBezTo>
                    <a:pt x="142496" y="73416"/>
                    <a:pt x="141218" y="69586"/>
                    <a:pt x="142496" y="67032"/>
                  </a:cubicBezTo>
                  <a:lnTo>
                    <a:pt x="148246" y="51072"/>
                  </a:lnTo>
                  <a:lnTo>
                    <a:pt x="132272" y="46603"/>
                  </a:lnTo>
                  <a:cubicBezTo>
                    <a:pt x="129077" y="45965"/>
                    <a:pt x="127160" y="42135"/>
                    <a:pt x="127799" y="38943"/>
                  </a:cubicBezTo>
                  <a:lnTo>
                    <a:pt x="132272" y="18514"/>
                  </a:lnTo>
                  <a:lnTo>
                    <a:pt x="107351" y="18514"/>
                  </a:lnTo>
                  <a:cubicBezTo>
                    <a:pt x="106073" y="18514"/>
                    <a:pt x="104795" y="17875"/>
                    <a:pt x="103517" y="17237"/>
                  </a:cubicBezTo>
                  <a:lnTo>
                    <a:pt x="80513" y="0"/>
                  </a:lnTo>
                  <a:lnTo>
                    <a:pt x="80513" y="20429"/>
                  </a:lnTo>
                  <a:cubicBezTo>
                    <a:pt x="80513" y="22983"/>
                    <a:pt x="79235" y="24898"/>
                    <a:pt x="77318" y="26175"/>
                  </a:cubicBezTo>
                  <a:lnTo>
                    <a:pt x="0" y="72778"/>
                  </a:lnTo>
                  <a:lnTo>
                    <a:pt x="11502" y="95760"/>
                  </a:lnTo>
                  <a:lnTo>
                    <a:pt x="63899" y="81077"/>
                  </a:lnTo>
                  <a:cubicBezTo>
                    <a:pt x="65177" y="80438"/>
                    <a:pt x="66455" y="80438"/>
                    <a:pt x="67733" y="81077"/>
                  </a:cubicBezTo>
                  <a:cubicBezTo>
                    <a:pt x="69011" y="81715"/>
                    <a:pt x="83069" y="86184"/>
                    <a:pt x="86264" y="97037"/>
                  </a:cubicBezTo>
                  <a:cubicBezTo>
                    <a:pt x="88181" y="103421"/>
                    <a:pt x="85625" y="109805"/>
                    <a:pt x="78596" y="116189"/>
                  </a:cubicBezTo>
                  <a:cubicBezTo>
                    <a:pt x="59426" y="135341"/>
                    <a:pt x="49841" y="152577"/>
                    <a:pt x="47925" y="171091"/>
                  </a:cubicBezTo>
                  <a:lnTo>
                    <a:pt x="133550" y="171091"/>
                  </a:lnTo>
                  <a:lnTo>
                    <a:pt x="133550" y="152577"/>
                  </a:lnTo>
                  <a:cubicBezTo>
                    <a:pt x="133550" y="148747"/>
                    <a:pt x="136106" y="146193"/>
                    <a:pt x="139940" y="146193"/>
                  </a:cubicBezTo>
                  <a:lnTo>
                    <a:pt x="144413" y="146193"/>
                  </a:lnTo>
                  <a:lnTo>
                    <a:pt x="134828" y="131510"/>
                  </a:lnTo>
                  <a:cubicBezTo>
                    <a:pt x="133550" y="129595"/>
                    <a:pt x="133550" y="127680"/>
                    <a:pt x="134189" y="125765"/>
                  </a:cubicBezTo>
                  <a:cubicBezTo>
                    <a:pt x="134828" y="123849"/>
                    <a:pt x="136106" y="122573"/>
                    <a:pt x="138023" y="121934"/>
                  </a:cubicBezTo>
                  <a:lnTo>
                    <a:pt x="154636" y="116189"/>
                  </a:lnTo>
                  <a:lnTo>
                    <a:pt x="143774" y="101505"/>
                  </a:lnTo>
                  <a:cubicBezTo>
                    <a:pt x="141856" y="98952"/>
                    <a:pt x="141856" y="95760"/>
                    <a:pt x="143774" y="93845"/>
                  </a:cubicBezTo>
                  <a:lnTo>
                    <a:pt x="155275" y="79162"/>
                  </a:lnTo>
                  <a:close/>
                </a:path>
              </a:pathLst>
            </a:custGeom>
            <a:solidFill>
              <a:srgbClr val="005587"/>
            </a:solidFill>
            <a:ln w="6390" cap="flat">
              <a:noFill/>
              <a:prstDash val="solid"/>
              <a:miter/>
            </a:ln>
          </p:spPr>
          <p:txBody>
            <a:bodyPr rtlCol="0" anchor="ctr"/>
            <a:lstStyle/>
            <a:p>
              <a:endParaRPr lang="en-US"/>
            </a:p>
          </p:txBody>
        </p:sp>
        <p:sp>
          <p:nvSpPr>
            <p:cNvPr id="1035" name="Graphic 4">
              <a:extLst>
                <a:ext uri="{FF2B5EF4-FFF2-40B4-BE49-F238E27FC236}">
                  <a16:creationId xmlns:a16="http://schemas.microsoft.com/office/drawing/2014/main" id="{3A97C356-76FF-EC42-B9AF-15784E9162B7}"/>
                </a:ext>
              </a:extLst>
            </p:cNvPr>
            <p:cNvSpPr/>
            <p:nvPr/>
          </p:nvSpPr>
          <p:spPr>
            <a:xfrm>
              <a:off x="1952764"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73489 w 361670"/>
                <a:gd name="connsiteY5" fmla="*/ 203649 h 361333"/>
                <a:gd name="connsiteX6" fmla="*/ 269655 w 361670"/>
                <a:gd name="connsiteY6" fmla="*/ 207479 h 361333"/>
                <a:gd name="connsiteX7" fmla="*/ 253042 w 361670"/>
                <a:gd name="connsiteY7" fmla="*/ 213225 h 361333"/>
                <a:gd name="connsiteX8" fmla="*/ 264543 w 361670"/>
                <a:gd name="connsiteY8" fmla="*/ 231100 h 361333"/>
                <a:gd name="connsiteX9" fmla="*/ 264543 w 361670"/>
                <a:gd name="connsiteY9" fmla="*/ 237484 h 361333"/>
                <a:gd name="connsiteX10" fmla="*/ 258792 w 361670"/>
                <a:gd name="connsiteY10" fmla="*/ 240676 h 361333"/>
                <a:gd name="connsiteX11" fmla="*/ 248569 w 361670"/>
                <a:gd name="connsiteY11" fmla="*/ 240676 h 361333"/>
                <a:gd name="connsiteX12" fmla="*/ 248569 w 361670"/>
                <a:gd name="connsiteY12" fmla="*/ 252806 h 361333"/>
                <a:gd name="connsiteX13" fmla="*/ 258792 w 361670"/>
                <a:gd name="connsiteY13" fmla="*/ 252806 h 361333"/>
                <a:gd name="connsiteX14" fmla="*/ 265182 w 361670"/>
                <a:gd name="connsiteY14" fmla="*/ 259190 h 361333"/>
                <a:gd name="connsiteX15" fmla="*/ 265182 w 361670"/>
                <a:gd name="connsiteY15" fmla="*/ 292386 h 361333"/>
                <a:gd name="connsiteX16" fmla="*/ 258792 w 361670"/>
                <a:gd name="connsiteY16" fmla="*/ 298770 h 361333"/>
                <a:gd name="connsiteX17" fmla="*/ 127160 w 361670"/>
                <a:gd name="connsiteY17" fmla="*/ 298770 h 361333"/>
                <a:gd name="connsiteX18" fmla="*/ 120770 w 361670"/>
                <a:gd name="connsiteY18" fmla="*/ 292386 h 361333"/>
                <a:gd name="connsiteX19" fmla="*/ 120770 w 361670"/>
                <a:gd name="connsiteY19" fmla="*/ 259190 h 361333"/>
                <a:gd name="connsiteX20" fmla="*/ 127160 w 361670"/>
                <a:gd name="connsiteY20" fmla="*/ 252806 h 361333"/>
                <a:gd name="connsiteX21" fmla="*/ 137384 w 361670"/>
                <a:gd name="connsiteY21" fmla="*/ 252806 h 361333"/>
                <a:gd name="connsiteX22" fmla="*/ 171889 w 361670"/>
                <a:gd name="connsiteY22" fmla="*/ 188966 h 361333"/>
                <a:gd name="connsiteX23" fmla="*/ 175723 w 361670"/>
                <a:gd name="connsiteY23" fmla="*/ 181944 h 361333"/>
                <a:gd name="connsiteX24" fmla="*/ 168055 w 361670"/>
                <a:gd name="connsiteY24" fmla="*/ 175560 h 361333"/>
                <a:gd name="connsiteX25" fmla="*/ 112463 w 361670"/>
                <a:gd name="connsiteY25" fmla="*/ 191519 h 361333"/>
                <a:gd name="connsiteX26" fmla="*/ 104795 w 361670"/>
                <a:gd name="connsiteY26" fmla="*/ 188327 h 361333"/>
                <a:gd name="connsiteX27" fmla="*/ 88181 w 361670"/>
                <a:gd name="connsiteY27" fmla="*/ 155131 h 361333"/>
                <a:gd name="connsiteX28" fmla="*/ 90737 w 361670"/>
                <a:gd name="connsiteY28" fmla="*/ 146832 h 361333"/>
                <a:gd name="connsiteX29" fmla="*/ 169972 w 361670"/>
                <a:gd name="connsiteY29" fmla="*/ 99590 h 361333"/>
                <a:gd name="connsiteX30" fmla="*/ 169972 w 361670"/>
                <a:gd name="connsiteY30" fmla="*/ 70224 h 361333"/>
                <a:gd name="connsiteX31" fmla="*/ 173806 w 361670"/>
                <a:gd name="connsiteY31" fmla="*/ 64478 h 361333"/>
                <a:gd name="connsiteX32" fmla="*/ 180196 w 361670"/>
                <a:gd name="connsiteY32" fmla="*/ 65117 h 361333"/>
                <a:gd name="connsiteX33" fmla="*/ 211507 w 361670"/>
                <a:gd name="connsiteY33" fmla="*/ 88738 h 361333"/>
                <a:gd name="connsiteX34" fmla="*/ 242179 w 361670"/>
                <a:gd name="connsiteY34" fmla="*/ 88738 h 361333"/>
                <a:gd name="connsiteX35" fmla="*/ 247290 w 361670"/>
                <a:gd name="connsiteY35" fmla="*/ 91291 h 361333"/>
                <a:gd name="connsiteX36" fmla="*/ 248569 w 361670"/>
                <a:gd name="connsiteY36" fmla="*/ 96398 h 361333"/>
                <a:gd name="connsiteX37" fmla="*/ 243457 w 361670"/>
                <a:gd name="connsiteY37" fmla="*/ 118742 h 361333"/>
                <a:gd name="connsiteX38" fmla="*/ 260070 w 361670"/>
                <a:gd name="connsiteY38" fmla="*/ 123211 h 361333"/>
                <a:gd name="connsiteX39" fmla="*/ 263904 w 361670"/>
                <a:gd name="connsiteY39" fmla="*/ 126403 h 361333"/>
                <a:gd name="connsiteX40" fmla="*/ 264543 w 361670"/>
                <a:gd name="connsiteY40" fmla="*/ 131510 h 361333"/>
                <a:gd name="connsiteX41" fmla="*/ 258153 w 361670"/>
                <a:gd name="connsiteY41" fmla="*/ 148747 h 361333"/>
                <a:gd name="connsiteX42" fmla="*/ 269655 w 361670"/>
                <a:gd name="connsiteY42" fmla="*/ 154492 h 361333"/>
                <a:gd name="connsiteX43" fmla="*/ 272850 w 361670"/>
                <a:gd name="connsiteY43" fmla="*/ 158961 h 361333"/>
                <a:gd name="connsiteX44" fmla="*/ 271572 w 361670"/>
                <a:gd name="connsiteY44" fmla="*/ 164068 h 361333"/>
                <a:gd name="connsiteX45" fmla="*/ 258792 w 361670"/>
                <a:gd name="connsiteY45" fmla="*/ 180028 h 361333"/>
                <a:gd name="connsiteX46" fmla="*/ 271572 w 361670"/>
                <a:gd name="connsiteY46" fmla="*/ 197265 h 361333"/>
                <a:gd name="connsiteX47" fmla="*/ 273489 w 361670"/>
                <a:gd name="connsiteY47" fmla="*/ 20364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273489" y="203649"/>
                  </a:moveTo>
                  <a:cubicBezTo>
                    <a:pt x="272850" y="205564"/>
                    <a:pt x="271572" y="206841"/>
                    <a:pt x="269655" y="207479"/>
                  </a:cubicBezTo>
                  <a:lnTo>
                    <a:pt x="253042" y="213225"/>
                  </a:lnTo>
                  <a:lnTo>
                    <a:pt x="264543" y="231100"/>
                  </a:lnTo>
                  <a:cubicBezTo>
                    <a:pt x="265821" y="233015"/>
                    <a:pt x="265821" y="235569"/>
                    <a:pt x="264543" y="237484"/>
                  </a:cubicBezTo>
                  <a:cubicBezTo>
                    <a:pt x="263265" y="239399"/>
                    <a:pt x="261348" y="240676"/>
                    <a:pt x="258792" y="240676"/>
                  </a:cubicBezTo>
                  <a:lnTo>
                    <a:pt x="248569" y="240676"/>
                  </a:lnTo>
                  <a:lnTo>
                    <a:pt x="248569" y="252806"/>
                  </a:lnTo>
                  <a:lnTo>
                    <a:pt x="258792" y="252806"/>
                  </a:lnTo>
                  <a:cubicBezTo>
                    <a:pt x="262626" y="252806"/>
                    <a:pt x="265182" y="255359"/>
                    <a:pt x="265182" y="259190"/>
                  </a:cubicBezTo>
                  <a:lnTo>
                    <a:pt x="265182" y="292386"/>
                  </a:lnTo>
                  <a:cubicBezTo>
                    <a:pt x="265182" y="296217"/>
                    <a:pt x="262626" y="298770"/>
                    <a:pt x="258792" y="298770"/>
                  </a:cubicBezTo>
                  <a:lnTo>
                    <a:pt x="127160" y="298770"/>
                  </a:lnTo>
                  <a:cubicBezTo>
                    <a:pt x="123326" y="298770"/>
                    <a:pt x="120770" y="296217"/>
                    <a:pt x="120770" y="292386"/>
                  </a:cubicBezTo>
                  <a:lnTo>
                    <a:pt x="120770" y="259190"/>
                  </a:lnTo>
                  <a:cubicBezTo>
                    <a:pt x="120770" y="255359"/>
                    <a:pt x="123326" y="252806"/>
                    <a:pt x="127160" y="252806"/>
                  </a:cubicBezTo>
                  <a:lnTo>
                    <a:pt x="137384" y="252806"/>
                  </a:lnTo>
                  <a:cubicBezTo>
                    <a:pt x="139940" y="224078"/>
                    <a:pt x="157831" y="203011"/>
                    <a:pt x="171889" y="188966"/>
                  </a:cubicBezTo>
                  <a:cubicBezTo>
                    <a:pt x="175084" y="185774"/>
                    <a:pt x="176362" y="183220"/>
                    <a:pt x="175723" y="181944"/>
                  </a:cubicBezTo>
                  <a:cubicBezTo>
                    <a:pt x="175084" y="179390"/>
                    <a:pt x="171250" y="176836"/>
                    <a:pt x="168055" y="175560"/>
                  </a:cubicBezTo>
                  <a:lnTo>
                    <a:pt x="112463" y="191519"/>
                  </a:lnTo>
                  <a:cubicBezTo>
                    <a:pt x="109268" y="192158"/>
                    <a:pt x="106073" y="190881"/>
                    <a:pt x="104795" y="188327"/>
                  </a:cubicBezTo>
                  <a:lnTo>
                    <a:pt x="88181" y="155131"/>
                  </a:lnTo>
                  <a:cubicBezTo>
                    <a:pt x="86903" y="151939"/>
                    <a:pt x="87542" y="148747"/>
                    <a:pt x="90737" y="146832"/>
                  </a:cubicBezTo>
                  <a:lnTo>
                    <a:pt x="169972" y="99590"/>
                  </a:lnTo>
                  <a:lnTo>
                    <a:pt x="169972" y="70224"/>
                  </a:lnTo>
                  <a:cubicBezTo>
                    <a:pt x="169972" y="67670"/>
                    <a:pt x="171250" y="65755"/>
                    <a:pt x="173806" y="64478"/>
                  </a:cubicBezTo>
                  <a:cubicBezTo>
                    <a:pt x="175723" y="63202"/>
                    <a:pt x="178279" y="63840"/>
                    <a:pt x="180196" y="65117"/>
                  </a:cubicBezTo>
                  <a:lnTo>
                    <a:pt x="211507" y="88738"/>
                  </a:lnTo>
                  <a:lnTo>
                    <a:pt x="242179" y="88738"/>
                  </a:lnTo>
                  <a:cubicBezTo>
                    <a:pt x="244095" y="88738"/>
                    <a:pt x="246013" y="89376"/>
                    <a:pt x="247290" y="91291"/>
                  </a:cubicBezTo>
                  <a:cubicBezTo>
                    <a:pt x="248569" y="92568"/>
                    <a:pt x="249208" y="94483"/>
                    <a:pt x="248569" y="96398"/>
                  </a:cubicBezTo>
                  <a:lnTo>
                    <a:pt x="243457" y="118742"/>
                  </a:lnTo>
                  <a:lnTo>
                    <a:pt x="260070" y="123211"/>
                  </a:lnTo>
                  <a:cubicBezTo>
                    <a:pt x="261987" y="123849"/>
                    <a:pt x="263265" y="125126"/>
                    <a:pt x="263904" y="126403"/>
                  </a:cubicBezTo>
                  <a:cubicBezTo>
                    <a:pt x="264543" y="127680"/>
                    <a:pt x="264543" y="129595"/>
                    <a:pt x="264543" y="131510"/>
                  </a:cubicBezTo>
                  <a:lnTo>
                    <a:pt x="258153" y="148747"/>
                  </a:lnTo>
                  <a:lnTo>
                    <a:pt x="269655" y="154492"/>
                  </a:lnTo>
                  <a:cubicBezTo>
                    <a:pt x="271572" y="155131"/>
                    <a:pt x="272850" y="157046"/>
                    <a:pt x="272850" y="158961"/>
                  </a:cubicBezTo>
                  <a:cubicBezTo>
                    <a:pt x="273489" y="160876"/>
                    <a:pt x="272850" y="162792"/>
                    <a:pt x="271572" y="164068"/>
                  </a:cubicBezTo>
                  <a:lnTo>
                    <a:pt x="258792" y="180028"/>
                  </a:lnTo>
                  <a:lnTo>
                    <a:pt x="271572" y="197265"/>
                  </a:lnTo>
                  <a:cubicBezTo>
                    <a:pt x="273489" y="199819"/>
                    <a:pt x="274128" y="201734"/>
                    <a:pt x="273489" y="203649"/>
                  </a:cubicBezTo>
                  <a:close/>
                </a:path>
              </a:pathLst>
            </a:custGeom>
            <a:solidFill>
              <a:srgbClr val="005587"/>
            </a:solidFill>
            <a:ln w="6390" cap="flat">
              <a:noFill/>
              <a:prstDash val="solid"/>
              <a:miter/>
            </a:ln>
          </p:spPr>
          <p:txBody>
            <a:bodyPr rtlCol="0" anchor="ctr"/>
            <a:lstStyle/>
            <a:p>
              <a:endParaRPr lang="en-US"/>
            </a:p>
          </p:txBody>
        </p:sp>
      </p:grpSp>
      <p:grpSp>
        <p:nvGrpSpPr>
          <p:cNvPr id="1036" name="Graphic 4">
            <a:extLst>
              <a:ext uri="{FF2B5EF4-FFF2-40B4-BE49-F238E27FC236}">
                <a16:creationId xmlns:a16="http://schemas.microsoft.com/office/drawing/2014/main" id="{16A8CA32-F5D6-B447-B83E-D91796EA569C}"/>
              </a:ext>
            </a:extLst>
          </p:cNvPr>
          <p:cNvGrpSpPr>
            <a:grpSpLocks noChangeAspect="1"/>
          </p:cNvGrpSpPr>
          <p:nvPr/>
        </p:nvGrpSpPr>
        <p:grpSpPr>
          <a:xfrm>
            <a:off x="1952764" y="918179"/>
            <a:ext cx="361670" cy="361333"/>
            <a:chOff x="1952764" y="918179"/>
            <a:chExt cx="361670" cy="361333"/>
          </a:xfrm>
          <a:solidFill>
            <a:srgbClr val="005587"/>
          </a:solidFill>
        </p:grpSpPr>
        <p:sp>
          <p:nvSpPr>
            <p:cNvPr id="1037" name="Graphic 4">
              <a:extLst>
                <a:ext uri="{FF2B5EF4-FFF2-40B4-BE49-F238E27FC236}">
                  <a16:creationId xmlns:a16="http://schemas.microsoft.com/office/drawing/2014/main" id="{913EAE31-409F-784A-BF24-74A8317572EF}"/>
                </a:ext>
              </a:extLst>
            </p:cNvPr>
            <p:cNvSpPr/>
            <p:nvPr/>
          </p:nvSpPr>
          <p:spPr>
            <a:xfrm>
              <a:off x="2095260" y="1065010"/>
              <a:ext cx="76040" cy="98313"/>
            </a:xfrm>
            <a:custGeom>
              <a:avLst/>
              <a:gdLst>
                <a:gd name="connsiteX0" fmla="*/ 52398 w 76040"/>
                <a:gd name="connsiteY0" fmla="*/ 0 h 98313"/>
                <a:gd name="connsiteX1" fmla="*/ 24282 w 76040"/>
                <a:gd name="connsiteY1" fmla="*/ 0 h 98313"/>
                <a:gd name="connsiteX2" fmla="*/ 0 w 76040"/>
                <a:gd name="connsiteY2" fmla="*/ 98313 h 98313"/>
                <a:gd name="connsiteX3" fmla="*/ 76040 w 76040"/>
                <a:gd name="connsiteY3" fmla="*/ 98313 h 98313"/>
                <a:gd name="connsiteX4" fmla="*/ 52398 w 76040"/>
                <a:gd name="connsiteY4" fmla="*/ 0 h 98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040" h="98313">
                  <a:moveTo>
                    <a:pt x="52398" y="0"/>
                  </a:moveTo>
                  <a:lnTo>
                    <a:pt x="24282" y="0"/>
                  </a:lnTo>
                  <a:cubicBezTo>
                    <a:pt x="23004" y="52349"/>
                    <a:pt x="8946" y="83630"/>
                    <a:pt x="0" y="98313"/>
                  </a:cubicBezTo>
                  <a:lnTo>
                    <a:pt x="76040" y="98313"/>
                  </a:lnTo>
                  <a:cubicBezTo>
                    <a:pt x="67733" y="83630"/>
                    <a:pt x="53675" y="51710"/>
                    <a:pt x="52398" y="0"/>
                  </a:cubicBezTo>
                  <a:close/>
                </a:path>
              </a:pathLst>
            </a:custGeom>
            <a:solidFill>
              <a:srgbClr val="005587"/>
            </a:solidFill>
            <a:ln w="6390" cap="flat">
              <a:noFill/>
              <a:prstDash val="solid"/>
              <a:miter/>
            </a:ln>
          </p:spPr>
          <p:txBody>
            <a:bodyPr rtlCol="0" anchor="ctr"/>
            <a:lstStyle/>
            <a:p>
              <a:endParaRPr lang="en-US"/>
            </a:p>
          </p:txBody>
        </p:sp>
        <p:sp>
          <p:nvSpPr>
            <p:cNvPr id="1038" name="Graphic 4">
              <a:extLst>
                <a:ext uri="{FF2B5EF4-FFF2-40B4-BE49-F238E27FC236}">
                  <a16:creationId xmlns:a16="http://schemas.microsoft.com/office/drawing/2014/main" id="{ADCA0F39-988C-6F48-BE89-BEB23587798C}"/>
                </a:ext>
              </a:extLst>
            </p:cNvPr>
            <p:cNvSpPr/>
            <p:nvPr/>
          </p:nvSpPr>
          <p:spPr>
            <a:xfrm>
              <a:off x="2109318" y="993510"/>
              <a:ext cx="48563" cy="48518"/>
            </a:xfrm>
            <a:custGeom>
              <a:avLst/>
              <a:gdLst>
                <a:gd name="connsiteX0" fmla="*/ 48564 w 48563"/>
                <a:gd name="connsiteY0" fmla="*/ 24259 h 48518"/>
                <a:gd name="connsiteX1" fmla="*/ 24282 w 48563"/>
                <a:gd name="connsiteY1" fmla="*/ 0 h 48518"/>
                <a:gd name="connsiteX2" fmla="*/ 0 w 48563"/>
                <a:gd name="connsiteY2" fmla="*/ 24259 h 48518"/>
                <a:gd name="connsiteX3" fmla="*/ 24282 w 48563"/>
                <a:gd name="connsiteY3" fmla="*/ 48518 h 48518"/>
                <a:gd name="connsiteX4" fmla="*/ 48564 w 48563"/>
                <a:gd name="connsiteY4" fmla="*/ 24259 h 48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63" h="48518">
                  <a:moveTo>
                    <a:pt x="48564" y="24259"/>
                  </a:moveTo>
                  <a:cubicBezTo>
                    <a:pt x="48564" y="10853"/>
                    <a:pt x="37701" y="0"/>
                    <a:pt x="24282" y="0"/>
                  </a:cubicBezTo>
                  <a:cubicBezTo>
                    <a:pt x="10863" y="0"/>
                    <a:pt x="0" y="10853"/>
                    <a:pt x="0" y="24259"/>
                  </a:cubicBezTo>
                  <a:cubicBezTo>
                    <a:pt x="0" y="37665"/>
                    <a:pt x="10863" y="48518"/>
                    <a:pt x="24282" y="48518"/>
                  </a:cubicBezTo>
                  <a:cubicBezTo>
                    <a:pt x="37701" y="48518"/>
                    <a:pt x="48564" y="37665"/>
                    <a:pt x="48564" y="24259"/>
                  </a:cubicBezTo>
                  <a:close/>
                </a:path>
              </a:pathLst>
            </a:custGeom>
            <a:solidFill>
              <a:srgbClr val="005587"/>
            </a:solidFill>
            <a:ln w="6390" cap="flat">
              <a:noFill/>
              <a:prstDash val="solid"/>
              <a:miter/>
            </a:ln>
          </p:spPr>
          <p:txBody>
            <a:bodyPr rtlCol="0" anchor="ctr"/>
            <a:lstStyle/>
            <a:p>
              <a:endParaRPr lang="en-US"/>
            </a:p>
          </p:txBody>
        </p:sp>
        <p:sp>
          <p:nvSpPr>
            <p:cNvPr id="1039" name="Graphic 4">
              <a:extLst>
                <a:ext uri="{FF2B5EF4-FFF2-40B4-BE49-F238E27FC236}">
                  <a16:creationId xmlns:a16="http://schemas.microsoft.com/office/drawing/2014/main" id="{9D8C6DE7-1D6A-604C-9F4D-A1E213712263}"/>
                </a:ext>
              </a:extLst>
            </p:cNvPr>
            <p:cNvSpPr/>
            <p:nvPr/>
          </p:nvSpPr>
          <p:spPr>
            <a:xfrm>
              <a:off x="1952764"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47929 w 361670"/>
                <a:gd name="connsiteY5" fmla="*/ 291748 h 361333"/>
                <a:gd name="connsiteX6" fmla="*/ 241540 w 361670"/>
                <a:gd name="connsiteY6" fmla="*/ 298132 h 361333"/>
                <a:gd name="connsiteX7" fmla="*/ 120131 w 361670"/>
                <a:gd name="connsiteY7" fmla="*/ 298132 h 361333"/>
                <a:gd name="connsiteX8" fmla="*/ 113741 w 361670"/>
                <a:gd name="connsiteY8" fmla="*/ 291748 h 361333"/>
                <a:gd name="connsiteX9" fmla="*/ 113741 w 361670"/>
                <a:gd name="connsiteY9" fmla="*/ 251529 h 361333"/>
                <a:gd name="connsiteX10" fmla="*/ 120131 w 361670"/>
                <a:gd name="connsiteY10" fmla="*/ 245145 h 361333"/>
                <a:gd name="connsiteX11" fmla="*/ 127160 w 361670"/>
                <a:gd name="connsiteY11" fmla="*/ 245145 h 361333"/>
                <a:gd name="connsiteX12" fmla="*/ 153998 w 361670"/>
                <a:gd name="connsiteY12" fmla="*/ 146832 h 361333"/>
                <a:gd name="connsiteX13" fmla="*/ 140579 w 361670"/>
                <a:gd name="connsiteY13" fmla="*/ 146832 h 361333"/>
                <a:gd name="connsiteX14" fmla="*/ 134189 w 361670"/>
                <a:gd name="connsiteY14" fmla="*/ 140448 h 361333"/>
                <a:gd name="connsiteX15" fmla="*/ 140579 w 361670"/>
                <a:gd name="connsiteY15" fmla="*/ 134064 h 361333"/>
                <a:gd name="connsiteX16" fmla="*/ 167416 w 361670"/>
                <a:gd name="connsiteY16" fmla="*/ 134064 h 361333"/>
                <a:gd name="connsiteX17" fmla="*/ 144413 w 361670"/>
                <a:gd name="connsiteY17" fmla="*/ 100229 h 361333"/>
                <a:gd name="connsiteX18" fmla="*/ 181474 w 361670"/>
                <a:gd name="connsiteY18" fmla="*/ 63201 h 361333"/>
                <a:gd name="connsiteX19" fmla="*/ 218536 w 361670"/>
                <a:gd name="connsiteY19" fmla="*/ 100229 h 361333"/>
                <a:gd name="connsiteX20" fmla="*/ 195532 w 361670"/>
                <a:gd name="connsiteY20" fmla="*/ 134064 h 361333"/>
                <a:gd name="connsiteX21" fmla="*/ 222370 w 361670"/>
                <a:gd name="connsiteY21" fmla="*/ 134064 h 361333"/>
                <a:gd name="connsiteX22" fmla="*/ 228760 w 361670"/>
                <a:gd name="connsiteY22" fmla="*/ 140448 h 361333"/>
                <a:gd name="connsiteX23" fmla="*/ 222370 w 361670"/>
                <a:gd name="connsiteY23" fmla="*/ 146832 h 361333"/>
                <a:gd name="connsiteX24" fmla="*/ 208951 w 361670"/>
                <a:gd name="connsiteY24" fmla="*/ 146832 h 361333"/>
                <a:gd name="connsiteX25" fmla="*/ 235789 w 361670"/>
                <a:gd name="connsiteY25" fmla="*/ 245145 h 361333"/>
                <a:gd name="connsiteX26" fmla="*/ 242818 w 361670"/>
                <a:gd name="connsiteY26" fmla="*/ 245145 h 361333"/>
                <a:gd name="connsiteX27" fmla="*/ 249208 w 361670"/>
                <a:gd name="connsiteY27" fmla="*/ 251529 h 361333"/>
                <a:gd name="connsiteX28" fmla="*/ 249208 w 361670"/>
                <a:gd name="connsiteY28" fmla="*/ 29174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247929" y="291748"/>
                  </a:moveTo>
                  <a:cubicBezTo>
                    <a:pt x="247929" y="295578"/>
                    <a:pt x="245374" y="298132"/>
                    <a:pt x="241540" y="298132"/>
                  </a:cubicBezTo>
                  <a:lnTo>
                    <a:pt x="120131" y="298132"/>
                  </a:lnTo>
                  <a:cubicBezTo>
                    <a:pt x="116297" y="298132"/>
                    <a:pt x="113741" y="295578"/>
                    <a:pt x="113741" y="291748"/>
                  </a:cubicBezTo>
                  <a:lnTo>
                    <a:pt x="113741" y="251529"/>
                  </a:lnTo>
                  <a:cubicBezTo>
                    <a:pt x="113741" y="247699"/>
                    <a:pt x="116297" y="245145"/>
                    <a:pt x="120131" y="245145"/>
                  </a:cubicBezTo>
                  <a:lnTo>
                    <a:pt x="127160" y="245145"/>
                  </a:lnTo>
                  <a:cubicBezTo>
                    <a:pt x="132911" y="237484"/>
                    <a:pt x="152719" y="206841"/>
                    <a:pt x="153998" y="146832"/>
                  </a:cubicBezTo>
                  <a:lnTo>
                    <a:pt x="140579" y="146832"/>
                  </a:lnTo>
                  <a:cubicBezTo>
                    <a:pt x="136745" y="146832"/>
                    <a:pt x="134189" y="144278"/>
                    <a:pt x="134189" y="140448"/>
                  </a:cubicBezTo>
                  <a:cubicBezTo>
                    <a:pt x="134189" y="136617"/>
                    <a:pt x="136745" y="134064"/>
                    <a:pt x="140579" y="134064"/>
                  </a:cubicBezTo>
                  <a:lnTo>
                    <a:pt x="167416" y="134064"/>
                  </a:lnTo>
                  <a:cubicBezTo>
                    <a:pt x="153998" y="128318"/>
                    <a:pt x="144413" y="115550"/>
                    <a:pt x="144413" y="100229"/>
                  </a:cubicBezTo>
                  <a:cubicBezTo>
                    <a:pt x="144413" y="79800"/>
                    <a:pt x="161026" y="63201"/>
                    <a:pt x="181474" y="63201"/>
                  </a:cubicBezTo>
                  <a:cubicBezTo>
                    <a:pt x="201922" y="63201"/>
                    <a:pt x="218536" y="79800"/>
                    <a:pt x="218536" y="100229"/>
                  </a:cubicBezTo>
                  <a:cubicBezTo>
                    <a:pt x="218536" y="115550"/>
                    <a:pt x="208951" y="128956"/>
                    <a:pt x="195532" y="134064"/>
                  </a:cubicBezTo>
                  <a:lnTo>
                    <a:pt x="222370" y="134064"/>
                  </a:lnTo>
                  <a:cubicBezTo>
                    <a:pt x="226204" y="134064"/>
                    <a:pt x="228760" y="136617"/>
                    <a:pt x="228760" y="140448"/>
                  </a:cubicBezTo>
                  <a:cubicBezTo>
                    <a:pt x="228760" y="144278"/>
                    <a:pt x="226204" y="146832"/>
                    <a:pt x="222370" y="146832"/>
                  </a:cubicBezTo>
                  <a:lnTo>
                    <a:pt x="208951" y="146832"/>
                  </a:lnTo>
                  <a:cubicBezTo>
                    <a:pt x="210229" y="207479"/>
                    <a:pt x="230038" y="237484"/>
                    <a:pt x="235789" y="245145"/>
                  </a:cubicBezTo>
                  <a:lnTo>
                    <a:pt x="242818" y="245145"/>
                  </a:lnTo>
                  <a:cubicBezTo>
                    <a:pt x="246652" y="245145"/>
                    <a:pt x="249208" y="247699"/>
                    <a:pt x="249208" y="251529"/>
                  </a:cubicBezTo>
                  <a:lnTo>
                    <a:pt x="249208" y="291748"/>
                  </a:lnTo>
                  <a:close/>
                </a:path>
              </a:pathLst>
            </a:custGeom>
            <a:solidFill>
              <a:srgbClr val="005587"/>
            </a:solidFill>
            <a:ln w="6390" cap="flat">
              <a:noFill/>
              <a:prstDash val="solid"/>
              <a:miter/>
            </a:ln>
          </p:spPr>
          <p:txBody>
            <a:bodyPr rtlCol="0" anchor="ctr"/>
            <a:lstStyle/>
            <a:p>
              <a:endParaRPr lang="en-US"/>
            </a:p>
          </p:txBody>
        </p:sp>
        <p:sp>
          <p:nvSpPr>
            <p:cNvPr id="1040" name="Graphic 4">
              <a:extLst>
                <a:ext uri="{FF2B5EF4-FFF2-40B4-BE49-F238E27FC236}">
                  <a16:creationId xmlns:a16="http://schemas.microsoft.com/office/drawing/2014/main" id="{1A64B372-8B92-0440-BB71-815E991A13E7}"/>
                </a:ext>
              </a:extLst>
            </p:cNvPr>
            <p:cNvSpPr/>
            <p:nvPr/>
          </p:nvSpPr>
          <p:spPr>
            <a:xfrm>
              <a:off x="2079285" y="1176092"/>
              <a:ext cx="108628" cy="27451"/>
            </a:xfrm>
            <a:custGeom>
              <a:avLst/>
              <a:gdLst>
                <a:gd name="connsiteX0" fmla="*/ 0 w 108628"/>
                <a:gd name="connsiteY0" fmla="*/ 0 h 27451"/>
                <a:gd name="connsiteX1" fmla="*/ 108629 w 108628"/>
                <a:gd name="connsiteY1" fmla="*/ 0 h 27451"/>
                <a:gd name="connsiteX2" fmla="*/ 108629 w 108628"/>
                <a:gd name="connsiteY2" fmla="*/ 27451 h 27451"/>
                <a:gd name="connsiteX3" fmla="*/ 0 w 108628"/>
                <a:gd name="connsiteY3" fmla="*/ 27451 h 27451"/>
              </a:gdLst>
              <a:ahLst/>
              <a:cxnLst>
                <a:cxn ang="0">
                  <a:pos x="connsiteX0" y="connsiteY0"/>
                </a:cxn>
                <a:cxn ang="0">
                  <a:pos x="connsiteX1" y="connsiteY1"/>
                </a:cxn>
                <a:cxn ang="0">
                  <a:pos x="connsiteX2" y="connsiteY2"/>
                </a:cxn>
                <a:cxn ang="0">
                  <a:pos x="connsiteX3" y="connsiteY3"/>
                </a:cxn>
              </a:cxnLst>
              <a:rect l="l" t="t" r="r" b="b"/>
              <a:pathLst>
                <a:path w="108628" h="27451">
                  <a:moveTo>
                    <a:pt x="0" y="0"/>
                  </a:moveTo>
                  <a:lnTo>
                    <a:pt x="108629" y="0"/>
                  </a:lnTo>
                  <a:lnTo>
                    <a:pt x="108629" y="27451"/>
                  </a:lnTo>
                  <a:lnTo>
                    <a:pt x="0" y="27451"/>
                  </a:lnTo>
                  <a:close/>
                </a:path>
              </a:pathLst>
            </a:custGeom>
            <a:solidFill>
              <a:srgbClr val="005587"/>
            </a:solidFill>
            <a:ln w="6390" cap="flat">
              <a:noFill/>
              <a:prstDash val="solid"/>
              <a:miter/>
            </a:ln>
          </p:spPr>
          <p:txBody>
            <a:bodyPr rtlCol="0" anchor="ctr"/>
            <a:lstStyle/>
            <a:p>
              <a:endParaRPr lang="en-US"/>
            </a:p>
          </p:txBody>
        </p:sp>
      </p:grpSp>
      <p:grpSp>
        <p:nvGrpSpPr>
          <p:cNvPr id="1041" name="Graphic 4">
            <a:extLst>
              <a:ext uri="{FF2B5EF4-FFF2-40B4-BE49-F238E27FC236}">
                <a16:creationId xmlns:a16="http://schemas.microsoft.com/office/drawing/2014/main" id="{B97F2F20-8125-5143-91CC-FA7ABC569716}"/>
              </a:ext>
            </a:extLst>
          </p:cNvPr>
          <p:cNvGrpSpPr>
            <a:grpSpLocks noChangeAspect="1"/>
          </p:cNvGrpSpPr>
          <p:nvPr/>
        </p:nvGrpSpPr>
        <p:grpSpPr>
          <a:xfrm>
            <a:off x="1952764" y="1402085"/>
            <a:ext cx="361670" cy="361333"/>
            <a:chOff x="1952764" y="1402085"/>
            <a:chExt cx="361670" cy="361333"/>
          </a:xfrm>
          <a:solidFill>
            <a:srgbClr val="005587"/>
          </a:solidFill>
        </p:grpSpPr>
        <p:sp>
          <p:nvSpPr>
            <p:cNvPr id="1042" name="Graphic 4">
              <a:extLst>
                <a:ext uri="{FF2B5EF4-FFF2-40B4-BE49-F238E27FC236}">
                  <a16:creationId xmlns:a16="http://schemas.microsoft.com/office/drawing/2014/main" id="{A480E0E3-309E-914D-9905-42E837BB358D}"/>
                </a:ext>
              </a:extLst>
            </p:cNvPr>
            <p:cNvSpPr/>
            <p:nvPr/>
          </p:nvSpPr>
          <p:spPr>
            <a:xfrm>
              <a:off x="2109957" y="1552747"/>
              <a:ext cx="47285" cy="102143"/>
            </a:xfrm>
            <a:custGeom>
              <a:avLst/>
              <a:gdLst>
                <a:gd name="connsiteX0" fmla="*/ 47285 w 47285"/>
                <a:gd name="connsiteY0" fmla="*/ 102144 h 102143"/>
                <a:gd name="connsiteX1" fmla="*/ 38340 w 47285"/>
                <a:gd name="connsiteY1" fmla="*/ 0 h 102143"/>
                <a:gd name="connsiteX2" fmla="*/ 7668 w 47285"/>
                <a:gd name="connsiteY2" fmla="*/ 0 h 102143"/>
                <a:gd name="connsiteX3" fmla="*/ 0 w 47285"/>
                <a:gd name="connsiteY3" fmla="*/ 102144 h 102143"/>
                <a:gd name="connsiteX4" fmla="*/ 47285 w 47285"/>
                <a:gd name="connsiteY4" fmla="*/ 102144 h 10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85" h="102143">
                  <a:moveTo>
                    <a:pt x="47285" y="102144"/>
                  </a:moveTo>
                  <a:cubicBezTo>
                    <a:pt x="33228" y="61925"/>
                    <a:pt x="33867" y="26174"/>
                    <a:pt x="38340" y="0"/>
                  </a:cubicBezTo>
                  <a:lnTo>
                    <a:pt x="7668" y="0"/>
                  </a:lnTo>
                  <a:cubicBezTo>
                    <a:pt x="12780" y="28728"/>
                    <a:pt x="15336" y="67032"/>
                    <a:pt x="0" y="102144"/>
                  </a:cubicBezTo>
                  <a:lnTo>
                    <a:pt x="47285" y="102144"/>
                  </a:lnTo>
                  <a:close/>
                </a:path>
              </a:pathLst>
            </a:custGeom>
            <a:solidFill>
              <a:srgbClr val="005587"/>
            </a:solidFill>
            <a:ln w="6390" cap="flat">
              <a:noFill/>
              <a:prstDash val="solid"/>
              <a:miter/>
            </a:ln>
          </p:spPr>
          <p:txBody>
            <a:bodyPr rtlCol="0" anchor="ctr"/>
            <a:lstStyle/>
            <a:p>
              <a:endParaRPr lang="en-US"/>
            </a:p>
          </p:txBody>
        </p:sp>
        <p:sp>
          <p:nvSpPr>
            <p:cNvPr id="1043" name="Graphic 4">
              <a:extLst>
                <a:ext uri="{FF2B5EF4-FFF2-40B4-BE49-F238E27FC236}">
                  <a16:creationId xmlns:a16="http://schemas.microsoft.com/office/drawing/2014/main" id="{F9F49B0E-AB6C-D84A-A25A-E60D66CE58F4}"/>
                </a:ext>
              </a:extLst>
            </p:cNvPr>
            <p:cNvSpPr/>
            <p:nvPr/>
          </p:nvSpPr>
          <p:spPr>
            <a:xfrm>
              <a:off x="2123376" y="1478054"/>
              <a:ext cx="20447" cy="20428"/>
            </a:xfrm>
            <a:custGeom>
              <a:avLst/>
              <a:gdLst>
                <a:gd name="connsiteX0" fmla="*/ 10224 w 20447"/>
                <a:gd name="connsiteY0" fmla="*/ 20429 h 20428"/>
                <a:gd name="connsiteX1" fmla="*/ 20448 w 20447"/>
                <a:gd name="connsiteY1" fmla="*/ 10214 h 20428"/>
                <a:gd name="connsiteX2" fmla="*/ 10224 w 20447"/>
                <a:gd name="connsiteY2" fmla="*/ 0 h 20428"/>
                <a:gd name="connsiteX3" fmla="*/ 0 w 20447"/>
                <a:gd name="connsiteY3" fmla="*/ 10214 h 20428"/>
                <a:gd name="connsiteX4" fmla="*/ 10224 w 20447"/>
                <a:gd name="connsiteY4" fmla="*/ 20429 h 20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47" h="20428">
                  <a:moveTo>
                    <a:pt x="10224" y="20429"/>
                  </a:moveTo>
                  <a:cubicBezTo>
                    <a:pt x="15975" y="20429"/>
                    <a:pt x="20448" y="15960"/>
                    <a:pt x="20448" y="10214"/>
                  </a:cubicBezTo>
                  <a:cubicBezTo>
                    <a:pt x="20448" y="4469"/>
                    <a:pt x="15975" y="0"/>
                    <a:pt x="10224" y="0"/>
                  </a:cubicBezTo>
                  <a:cubicBezTo>
                    <a:pt x="4473" y="0"/>
                    <a:pt x="0" y="4469"/>
                    <a:pt x="0" y="10214"/>
                  </a:cubicBezTo>
                  <a:cubicBezTo>
                    <a:pt x="0" y="15960"/>
                    <a:pt x="5112" y="20429"/>
                    <a:pt x="10224" y="20429"/>
                  </a:cubicBezTo>
                  <a:close/>
                </a:path>
              </a:pathLst>
            </a:custGeom>
            <a:solidFill>
              <a:srgbClr val="005587"/>
            </a:solidFill>
            <a:ln w="6390" cap="flat">
              <a:noFill/>
              <a:prstDash val="solid"/>
              <a:miter/>
            </a:ln>
          </p:spPr>
          <p:txBody>
            <a:bodyPr rtlCol="0" anchor="ctr"/>
            <a:lstStyle/>
            <a:p>
              <a:endParaRPr lang="en-US"/>
            </a:p>
          </p:txBody>
        </p:sp>
        <p:sp>
          <p:nvSpPr>
            <p:cNvPr id="1044" name="Graphic 4">
              <a:extLst>
                <a:ext uri="{FF2B5EF4-FFF2-40B4-BE49-F238E27FC236}">
                  <a16:creationId xmlns:a16="http://schemas.microsoft.com/office/drawing/2014/main" id="{F4F4F023-B7F2-1C44-8408-246E2E8C71CA}"/>
                </a:ext>
              </a:extLst>
            </p:cNvPr>
            <p:cNvSpPr/>
            <p:nvPr/>
          </p:nvSpPr>
          <p:spPr>
            <a:xfrm>
              <a:off x="2109957" y="1519550"/>
              <a:ext cx="47285" cy="20428"/>
            </a:xfrm>
            <a:custGeom>
              <a:avLst/>
              <a:gdLst>
                <a:gd name="connsiteX0" fmla="*/ 47285 w 47285"/>
                <a:gd name="connsiteY0" fmla="*/ 0 h 20428"/>
                <a:gd name="connsiteX1" fmla="*/ 0 w 47285"/>
                <a:gd name="connsiteY1" fmla="*/ 0 h 20428"/>
                <a:gd name="connsiteX2" fmla="*/ 5751 w 47285"/>
                <a:gd name="connsiteY2" fmla="*/ 20429 h 20428"/>
                <a:gd name="connsiteX3" fmla="*/ 41535 w 47285"/>
                <a:gd name="connsiteY3" fmla="*/ 20429 h 20428"/>
                <a:gd name="connsiteX4" fmla="*/ 47285 w 47285"/>
                <a:gd name="connsiteY4" fmla="*/ 0 h 20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85" h="20428">
                  <a:moveTo>
                    <a:pt x="47285" y="0"/>
                  </a:moveTo>
                  <a:lnTo>
                    <a:pt x="0" y="0"/>
                  </a:lnTo>
                  <a:cubicBezTo>
                    <a:pt x="1917" y="5107"/>
                    <a:pt x="3834" y="12130"/>
                    <a:pt x="5751" y="20429"/>
                  </a:cubicBezTo>
                  <a:lnTo>
                    <a:pt x="41535" y="20429"/>
                  </a:lnTo>
                  <a:cubicBezTo>
                    <a:pt x="43451" y="12130"/>
                    <a:pt x="45368" y="5107"/>
                    <a:pt x="47285" y="0"/>
                  </a:cubicBezTo>
                  <a:close/>
                </a:path>
              </a:pathLst>
            </a:custGeom>
            <a:solidFill>
              <a:srgbClr val="005587"/>
            </a:solidFill>
            <a:ln w="6390" cap="flat">
              <a:noFill/>
              <a:prstDash val="solid"/>
              <a:miter/>
            </a:ln>
          </p:spPr>
          <p:txBody>
            <a:bodyPr rtlCol="0" anchor="ctr"/>
            <a:lstStyle/>
            <a:p>
              <a:endParaRPr lang="en-US"/>
            </a:p>
          </p:txBody>
        </p:sp>
        <p:sp>
          <p:nvSpPr>
            <p:cNvPr id="1045" name="Graphic 4">
              <a:extLst>
                <a:ext uri="{FF2B5EF4-FFF2-40B4-BE49-F238E27FC236}">
                  <a16:creationId xmlns:a16="http://schemas.microsoft.com/office/drawing/2014/main" id="{35019FD4-9C6B-FF41-AABE-8232503D7BD1}"/>
                </a:ext>
              </a:extLst>
            </p:cNvPr>
            <p:cNvSpPr/>
            <p:nvPr/>
          </p:nvSpPr>
          <p:spPr>
            <a:xfrm>
              <a:off x="2090787" y="1667658"/>
              <a:ext cx="86264" cy="20428"/>
            </a:xfrm>
            <a:custGeom>
              <a:avLst/>
              <a:gdLst>
                <a:gd name="connsiteX0" fmla="*/ 0 w 86264"/>
                <a:gd name="connsiteY0" fmla="*/ 0 h 20428"/>
                <a:gd name="connsiteX1" fmla="*/ 86264 w 86264"/>
                <a:gd name="connsiteY1" fmla="*/ 0 h 20428"/>
                <a:gd name="connsiteX2" fmla="*/ 86264 w 86264"/>
                <a:gd name="connsiteY2" fmla="*/ 20429 h 20428"/>
                <a:gd name="connsiteX3" fmla="*/ 0 w 86264"/>
                <a:gd name="connsiteY3" fmla="*/ 20429 h 20428"/>
              </a:gdLst>
              <a:ahLst/>
              <a:cxnLst>
                <a:cxn ang="0">
                  <a:pos x="connsiteX0" y="connsiteY0"/>
                </a:cxn>
                <a:cxn ang="0">
                  <a:pos x="connsiteX1" y="connsiteY1"/>
                </a:cxn>
                <a:cxn ang="0">
                  <a:pos x="connsiteX2" y="connsiteY2"/>
                </a:cxn>
                <a:cxn ang="0">
                  <a:pos x="connsiteX3" y="connsiteY3"/>
                </a:cxn>
              </a:cxnLst>
              <a:rect l="l" t="t" r="r" b="b"/>
              <a:pathLst>
                <a:path w="86264" h="20428">
                  <a:moveTo>
                    <a:pt x="0" y="0"/>
                  </a:moveTo>
                  <a:lnTo>
                    <a:pt x="86264" y="0"/>
                  </a:lnTo>
                  <a:lnTo>
                    <a:pt x="86264" y="20429"/>
                  </a:lnTo>
                  <a:lnTo>
                    <a:pt x="0" y="20429"/>
                  </a:lnTo>
                  <a:close/>
                </a:path>
              </a:pathLst>
            </a:custGeom>
            <a:solidFill>
              <a:srgbClr val="005587"/>
            </a:solidFill>
            <a:ln w="6390" cap="flat">
              <a:noFill/>
              <a:prstDash val="solid"/>
              <a:miter/>
            </a:ln>
          </p:spPr>
          <p:txBody>
            <a:bodyPr rtlCol="0" anchor="ctr"/>
            <a:lstStyle/>
            <a:p>
              <a:endParaRPr lang="en-US"/>
            </a:p>
          </p:txBody>
        </p:sp>
        <p:sp>
          <p:nvSpPr>
            <p:cNvPr id="1046" name="Graphic 4">
              <a:extLst>
                <a:ext uri="{FF2B5EF4-FFF2-40B4-BE49-F238E27FC236}">
                  <a16:creationId xmlns:a16="http://schemas.microsoft.com/office/drawing/2014/main" id="{A1066F39-1213-884A-9641-D034E8B4ABBB}"/>
                </a:ext>
              </a:extLst>
            </p:cNvPr>
            <p:cNvSpPr/>
            <p:nvPr/>
          </p:nvSpPr>
          <p:spPr>
            <a:xfrm>
              <a:off x="1952764"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37067 w 361670"/>
                <a:gd name="connsiteY5" fmla="*/ 292386 h 361333"/>
                <a:gd name="connsiteX6" fmla="*/ 230677 w 361670"/>
                <a:gd name="connsiteY6" fmla="*/ 298770 h 361333"/>
                <a:gd name="connsiteX7" fmla="*/ 131633 w 361670"/>
                <a:gd name="connsiteY7" fmla="*/ 298770 h 361333"/>
                <a:gd name="connsiteX8" fmla="*/ 125243 w 361670"/>
                <a:gd name="connsiteY8" fmla="*/ 292386 h 361333"/>
                <a:gd name="connsiteX9" fmla="*/ 125243 w 361670"/>
                <a:gd name="connsiteY9" fmla="*/ 259190 h 361333"/>
                <a:gd name="connsiteX10" fmla="*/ 131633 w 361670"/>
                <a:gd name="connsiteY10" fmla="*/ 252806 h 361333"/>
                <a:gd name="connsiteX11" fmla="*/ 143774 w 361670"/>
                <a:gd name="connsiteY11" fmla="*/ 252806 h 361333"/>
                <a:gd name="connsiteX12" fmla="*/ 152080 w 361670"/>
                <a:gd name="connsiteY12" fmla="*/ 150662 h 361333"/>
                <a:gd name="connsiteX13" fmla="*/ 139940 w 361670"/>
                <a:gd name="connsiteY13" fmla="*/ 150662 h 361333"/>
                <a:gd name="connsiteX14" fmla="*/ 133550 w 361670"/>
                <a:gd name="connsiteY14" fmla="*/ 144278 h 361333"/>
                <a:gd name="connsiteX15" fmla="*/ 139940 w 361670"/>
                <a:gd name="connsiteY15" fmla="*/ 137894 h 361333"/>
                <a:gd name="connsiteX16" fmla="*/ 149524 w 361670"/>
                <a:gd name="connsiteY16" fmla="*/ 137894 h 361333"/>
                <a:gd name="connsiteX17" fmla="*/ 142496 w 361670"/>
                <a:gd name="connsiteY17" fmla="*/ 114912 h 361333"/>
                <a:gd name="connsiteX18" fmla="*/ 143135 w 361670"/>
                <a:gd name="connsiteY18" fmla="*/ 107889 h 361333"/>
                <a:gd name="connsiteX19" fmla="*/ 149524 w 361670"/>
                <a:gd name="connsiteY19" fmla="*/ 104697 h 361333"/>
                <a:gd name="connsiteX20" fmla="*/ 167416 w 361670"/>
                <a:gd name="connsiteY20" fmla="*/ 104697 h 361333"/>
                <a:gd name="connsiteX21" fmla="*/ 157831 w 361670"/>
                <a:gd name="connsiteY21" fmla="*/ 86184 h 361333"/>
                <a:gd name="connsiteX22" fmla="*/ 180835 w 361670"/>
                <a:gd name="connsiteY22" fmla="*/ 63201 h 361333"/>
                <a:gd name="connsiteX23" fmla="*/ 203839 w 361670"/>
                <a:gd name="connsiteY23" fmla="*/ 86184 h 361333"/>
                <a:gd name="connsiteX24" fmla="*/ 194254 w 361670"/>
                <a:gd name="connsiteY24" fmla="*/ 104697 h 361333"/>
                <a:gd name="connsiteX25" fmla="*/ 212146 w 361670"/>
                <a:gd name="connsiteY25" fmla="*/ 104697 h 361333"/>
                <a:gd name="connsiteX26" fmla="*/ 218536 w 361670"/>
                <a:gd name="connsiteY26" fmla="*/ 107889 h 361333"/>
                <a:gd name="connsiteX27" fmla="*/ 219175 w 361670"/>
                <a:gd name="connsiteY27" fmla="*/ 114912 h 361333"/>
                <a:gd name="connsiteX28" fmla="*/ 211507 w 361670"/>
                <a:gd name="connsiteY28" fmla="*/ 137256 h 361333"/>
                <a:gd name="connsiteX29" fmla="*/ 222370 w 361670"/>
                <a:gd name="connsiteY29" fmla="*/ 137256 h 361333"/>
                <a:gd name="connsiteX30" fmla="*/ 228760 w 361670"/>
                <a:gd name="connsiteY30" fmla="*/ 143640 h 361333"/>
                <a:gd name="connsiteX31" fmla="*/ 222370 w 361670"/>
                <a:gd name="connsiteY31" fmla="*/ 150024 h 361333"/>
                <a:gd name="connsiteX32" fmla="*/ 208951 w 361670"/>
                <a:gd name="connsiteY32" fmla="*/ 150024 h 361333"/>
                <a:gd name="connsiteX33" fmla="*/ 218536 w 361670"/>
                <a:gd name="connsiteY33" fmla="*/ 252167 h 361333"/>
                <a:gd name="connsiteX34" fmla="*/ 230677 w 361670"/>
                <a:gd name="connsiteY34" fmla="*/ 252167 h 361333"/>
                <a:gd name="connsiteX35" fmla="*/ 237067 w 361670"/>
                <a:gd name="connsiteY35" fmla="*/ 258551 h 361333"/>
                <a:gd name="connsiteX36" fmla="*/ 237067 w 361670"/>
                <a:gd name="connsiteY36" fmla="*/ 29238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237067" y="292386"/>
                  </a:moveTo>
                  <a:cubicBezTo>
                    <a:pt x="237067" y="296217"/>
                    <a:pt x="234511" y="298770"/>
                    <a:pt x="230677" y="298770"/>
                  </a:cubicBezTo>
                  <a:lnTo>
                    <a:pt x="131633" y="298770"/>
                  </a:lnTo>
                  <a:cubicBezTo>
                    <a:pt x="127799" y="298770"/>
                    <a:pt x="125243" y="296217"/>
                    <a:pt x="125243" y="292386"/>
                  </a:cubicBezTo>
                  <a:lnTo>
                    <a:pt x="125243" y="259190"/>
                  </a:lnTo>
                  <a:cubicBezTo>
                    <a:pt x="125243" y="255359"/>
                    <a:pt x="127799" y="252806"/>
                    <a:pt x="131633" y="252806"/>
                  </a:cubicBezTo>
                  <a:lnTo>
                    <a:pt x="143774" y="252806"/>
                  </a:lnTo>
                  <a:cubicBezTo>
                    <a:pt x="159748" y="218332"/>
                    <a:pt x="157192" y="178752"/>
                    <a:pt x="152080" y="150662"/>
                  </a:cubicBezTo>
                  <a:lnTo>
                    <a:pt x="139940" y="150662"/>
                  </a:lnTo>
                  <a:cubicBezTo>
                    <a:pt x="136106" y="150662"/>
                    <a:pt x="133550" y="148108"/>
                    <a:pt x="133550" y="144278"/>
                  </a:cubicBezTo>
                  <a:cubicBezTo>
                    <a:pt x="133550" y="140448"/>
                    <a:pt x="136106" y="137894"/>
                    <a:pt x="139940" y="137894"/>
                  </a:cubicBezTo>
                  <a:lnTo>
                    <a:pt x="149524" y="137894"/>
                  </a:lnTo>
                  <a:cubicBezTo>
                    <a:pt x="146330" y="125764"/>
                    <a:pt x="143774" y="117465"/>
                    <a:pt x="142496" y="114912"/>
                  </a:cubicBezTo>
                  <a:cubicBezTo>
                    <a:pt x="141856" y="112358"/>
                    <a:pt x="141856" y="109804"/>
                    <a:pt x="143135" y="107889"/>
                  </a:cubicBezTo>
                  <a:cubicBezTo>
                    <a:pt x="144413" y="105974"/>
                    <a:pt x="146969" y="104697"/>
                    <a:pt x="149524" y="104697"/>
                  </a:cubicBezTo>
                  <a:lnTo>
                    <a:pt x="167416" y="104697"/>
                  </a:lnTo>
                  <a:cubicBezTo>
                    <a:pt x="161665" y="100229"/>
                    <a:pt x="157831" y="93845"/>
                    <a:pt x="157831" y="86184"/>
                  </a:cubicBezTo>
                  <a:cubicBezTo>
                    <a:pt x="157831" y="73416"/>
                    <a:pt x="168055" y="63201"/>
                    <a:pt x="180835" y="63201"/>
                  </a:cubicBezTo>
                  <a:cubicBezTo>
                    <a:pt x="193615" y="63201"/>
                    <a:pt x="203839" y="73416"/>
                    <a:pt x="203839" y="86184"/>
                  </a:cubicBezTo>
                  <a:cubicBezTo>
                    <a:pt x="203839" y="93845"/>
                    <a:pt x="200005" y="100229"/>
                    <a:pt x="194254" y="104697"/>
                  </a:cubicBezTo>
                  <a:lnTo>
                    <a:pt x="212146" y="104697"/>
                  </a:lnTo>
                  <a:cubicBezTo>
                    <a:pt x="214702" y="104697"/>
                    <a:pt x="217258" y="105974"/>
                    <a:pt x="218536" y="107889"/>
                  </a:cubicBezTo>
                  <a:cubicBezTo>
                    <a:pt x="219814" y="109804"/>
                    <a:pt x="219814" y="112358"/>
                    <a:pt x="219175" y="114912"/>
                  </a:cubicBezTo>
                  <a:cubicBezTo>
                    <a:pt x="217897" y="118104"/>
                    <a:pt x="214702" y="126403"/>
                    <a:pt x="211507" y="137256"/>
                  </a:cubicBezTo>
                  <a:lnTo>
                    <a:pt x="222370" y="137256"/>
                  </a:lnTo>
                  <a:cubicBezTo>
                    <a:pt x="226204" y="137256"/>
                    <a:pt x="228760" y="139809"/>
                    <a:pt x="228760" y="143640"/>
                  </a:cubicBezTo>
                  <a:cubicBezTo>
                    <a:pt x="228760" y="147470"/>
                    <a:pt x="226204" y="150024"/>
                    <a:pt x="222370" y="150024"/>
                  </a:cubicBezTo>
                  <a:lnTo>
                    <a:pt x="208951" y="150024"/>
                  </a:lnTo>
                  <a:cubicBezTo>
                    <a:pt x="204478" y="175560"/>
                    <a:pt x="203200" y="211948"/>
                    <a:pt x="218536" y="252167"/>
                  </a:cubicBezTo>
                  <a:lnTo>
                    <a:pt x="230677" y="252167"/>
                  </a:lnTo>
                  <a:cubicBezTo>
                    <a:pt x="234511" y="252167"/>
                    <a:pt x="237067" y="254721"/>
                    <a:pt x="237067" y="258551"/>
                  </a:cubicBezTo>
                  <a:lnTo>
                    <a:pt x="237067" y="292386"/>
                  </a:lnTo>
                  <a:close/>
                </a:path>
              </a:pathLst>
            </a:custGeom>
            <a:solidFill>
              <a:srgbClr val="005587"/>
            </a:solidFill>
            <a:ln w="6390" cap="flat">
              <a:noFill/>
              <a:prstDash val="solid"/>
              <a:miter/>
            </a:ln>
          </p:spPr>
          <p:txBody>
            <a:bodyPr rtlCol="0" anchor="ctr"/>
            <a:lstStyle/>
            <a:p>
              <a:endParaRPr lang="en-US"/>
            </a:p>
          </p:txBody>
        </p:sp>
      </p:grpSp>
      <p:grpSp>
        <p:nvGrpSpPr>
          <p:cNvPr id="1047" name="Graphic 4">
            <a:extLst>
              <a:ext uri="{FF2B5EF4-FFF2-40B4-BE49-F238E27FC236}">
                <a16:creationId xmlns:a16="http://schemas.microsoft.com/office/drawing/2014/main" id="{F71FE2A0-CD2E-7647-B313-904F46E64382}"/>
              </a:ext>
            </a:extLst>
          </p:cNvPr>
          <p:cNvGrpSpPr>
            <a:grpSpLocks noChangeAspect="1"/>
          </p:cNvGrpSpPr>
          <p:nvPr/>
        </p:nvGrpSpPr>
        <p:grpSpPr>
          <a:xfrm>
            <a:off x="467743" y="1893013"/>
            <a:ext cx="361670" cy="361333"/>
            <a:chOff x="467743" y="1893013"/>
            <a:chExt cx="361670" cy="361333"/>
          </a:xfrm>
          <a:solidFill>
            <a:srgbClr val="005587"/>
          </a:solidFill>
        </p:grpSpPr>
        <p:sp>
          <p:nvSpPr>
            <p:cNvPr id="1048" name="Graphic 4">
              <a:extLst>
                <a:ext uri="{FF2B5EF4-FFF2-40B4-BE49-F238E27FC236}">
                  <a16:creationId xmlns:a16="http://schemas.microsoft.com/office/drawing/2014/main" id="{738E3AB5-0F38-7446-B4AB-1265DC75024F}"/>
                </a:ext>
              </a:extLst>
            </p:cNvPr>
            <p:cNvSpPr/>
            <p:nvPr/>
          </p:nvSpPr>
          <p:spPr>
            <a:xfrm>
              <a:off x="467743"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5587"/>
            </a:solidFill>
            <a:ln w="6390" cap="flat">
              <a:noFill/>
              <a:prstDash val="solid"/>
              <a:miter/>
            </a:ln>
          </p:spPr>
          <p:txBody>
            <a:bodyPr rtlCol="0" anchor="ctr"/>
            <a:lstStyle/>
            <a:p>
              <a:endParaRPr lang="en-US"/>
            </a:p>
          </p:txBody>
        </p:sp>
        <p:sp>
          <p:nvSpPr>
            <p:cNvPr id="1049" name="Graphic 4">
              <a:extLst>
                <a:ext uri="{FF2B5EF4-FFF2-40B4-BE49-F238E27FC236}">
                  <a16:creationId xmlns:a16="http://schemas.microsoft.com/office/drawing/2014/main" id="{AAE80525-36F6-4842-A2B6-7E94D6766A44}"/>
                </a:ext>
              </a:extLst>
            </p:cNvPr>
            <p:cNvSpPr/>
            <p:nvPr/>
          </p:nvSpPr>
          <p:spPr>
            <a:xfrm>
              <a:off x="563831" y="1956853"/>
              <a:ext cx="170495" cy="233653"/>
            </a:xfrm>
            <a:custGeom>
              <a:avLst/>
              <a:gdLst>
                <a:gd name="connsiteX0" fmla="*/ 165900 w 170495"/>
                <a:gd name="connsiteY0" fmla="*/ 111081 h 233653"/>
                <a:gd name="connsiteX1" fmla="*/ 130116 w 170495"/>
                <a:gd name="connsiteY1" fmla="*/ 104697 h 233653"/>
                <a:gd name="connsiteX2" fmla="*/ 124365 w 170495"/>
                <a:gd name="connsiteY2" fmla="*/ 92568 h 233653"/>
                <a:gd name="connsiteX3" fmla="*/ 113502 w 170495"/>
                <a:gd name="connsiteY3" fmla="*/ 1915 h 233653"/>
                <a:gd name="connsiteX4" fmla="*/ 108390 w 170495"/>
                <a:gd name="connsiteY4" fmla="*/ 0 h 233653"/>
                <a:gd name="connsiteX5" fmla="*/ 103278 w 170495"/>
                <a:gd name="connsiteY5" fmla="*/ 2554 h 233653"/>
                <a:gd name="connsiteX6" fmla="*/ 86664 w 170495"/>
                <a:gd name="connsiteY6" fmla="*/ 78523 h 233653"/>
                <a:gd name="connsiteX7" fmla="*/ 83470 w 170495"/>
                <a:gd name="connsiteY7" fmla="*/ 78523 h 233653"/>
                <a:gd name="connsiteX8" fmla="*/ 66856 w 170495"/>
                <a:gd name="connsiteY8" fmla="*/ 2554 h 233653"/>
                <a:gd name="connsiteX9" fmla="*/ 61744 w 170495"/>
                <a:gd name="connsiteY9" fmla="*/ 0 h 233653"/>
                <a:gd name="connsiteX10" fmla="*/ 56632 w 170495"/>
                <a:gd name="connsiteY10" fmla="*/ 1915 h 233653"/>
                <a:gd name="connsiteX11" fmla="*/ 45769 w 170495"/>
                <a:gd name="connsiteY11" fmla="*/ 92568 h 233653"/>
                <a:gd name="connsiteX12" fmla="*/ 40018 w 170495"/>
                <a:gd name="connsiteY12" fmla="*/ 104697 h 233653"/>
                <a:gd name="connsiteX13" fmla="*/ 4234 w 170495"/>
                <a:gd name="connsiteY13" fmla="*/ 111081 h 233653"/>
                <a:gd name="connsiteX14" fmla="*/ 400 w 170495"/>
                <a:gd name="connsiteY14" fmla="*/ 119381 h 233653"/>
                <a:gd name="connsiteX15" fmla="*/ 8707 w 170495"/>
                <a:gd name="connsiteY15" fmla="*/ 123211 h 233653"/>
                <a:gd name="connsiteX16" fmla="*/ 24682 w 170495"/>
                <a:gd name="connsiteY16" fmla="*/ 120019 h 233653"/>
                <a:gd name="connsiteX17" fmla="*/ 25321 w 170495"/>
                <a:gd name="connsiteY17" fmla="*/ 121296 h 233653"/>
                <a:gd name="connsiteX18" fmla="*/ 32989 w 170495"/>
                <a:gd name="connsiteY18" fmla="*/ 156408 h 233653"/>
                <a:gd name="connsiteX19" fmla="*/ 24043 w 170495"/>
                <a:gd name="connsiteY19" fmla="*/ 225993 h 233653"/>
                <a:gd name="connsiteX20" fmla="*/ 25321 w 170495"/>
                <a:gd name="connsiteY20" fmla="*/ 231100 h 233653"/>
                <a:gd name="connsiteX21" fmla="*/ 30433 w 170495"/>
                <a:gd name="connsiteY21" fmla="*/ 233654 h 233653"/>
                <a:gd name="connsiteX22" fmla="*/ 140979 w 170495"/>
                <a:gd name="connsiteY22" fmla="*/ 233654 h 233653"/>
                <a:gd name="connsiteX23" fmla="*/ 146091 w 170495"/>
                <a:gd name="connsiteY23" fmla="*/ 231100 h 233653"/>
                <a:gd name="connsiteX24" fmla="*/ 147369 w 170495"/>
                <a:gd name="connsiteY24" fmla="*/ 225993 h 233653"/>
                <a:gd name="connsiteX25" fmla="*/ 138423 w 170495"/>
                <a:gd name="connsiteY25" fmla="*/ 156408 h 233653"/>
                <a:gd name="connsiteX26" fmla="*/ 146091 w 170495"/>
                <a:gd name="connsiteY26" fmla="*/ 121296 h 233653"/>
                <a:gd name="connsiteX27" fmla="*/ 146730 w 170495"/>
                <a:gd name="connsiteY27" fmla="*/ 120019 h 233653"/>
                <a:gd name="connsiteX28" fmla="*/ 162705 w 170495"/>
                <a:gd name="connsiteY28" fmla="*/ 123211 h 233653"/>
                <a:gd name="connsiteX29" fmla="*/ 164622 w 170495"/>
                <a:gd name="connsiteY29" fmla="*/ 123849 h 233653"/>
                <a:gd name="connsiteX30" fmla="*/ 170373 w 170495"/>
                <a:gd name="connsiteY30" fmla="*/ 119381 h 233653"/>
                <a:gd name="connsiteX31" fmla="*/ 165900 w 170495"/>
                <a:gd name="connsiteY31" fmla="*/ 111081 h 233653"/>
                <a:gd name="connsiteX32" fmla="*/ 58549 w 170495"/>
                <a:gd name="connsiteY32" fmla="*/ 89376 h 233653"/>
                <a:gd name="connsiteX33" fmla="*/ 59827 w 170495"/>
                <a:gd name="connsiteY33" fmla="*/ 17875 h 233653"/>
                <a:gd name="connsiteX34" fmla="*/ 70690 w 170495"/>
                <a:gd name="connsiteY34" fmla="*/ 84907 h 233653"/>
                <a:gd name="connsiteX35" fmla="*/ 72607 w 170495"/>
                <a:gd name="connsiteY35" fmla="*/ 89376 h 233653"/>
                <a:gd name="connsiteX36" fmla="*/ 77080 w 170495"/>
                <a:gd name="connsiteY36" fmla="*/ 91291 h 233653"/>
                <a:gd name="connsiteX37" fmla="*/ 93054 w 170495"/>
                <a:gd name="connsiteY37" fmla="*/ 91291 h 233653"/>
                <a:gd name="connsiteX38" fmla="*/ 97527 w 170495"/>
                <a:gd name="connsiteY38" fmla="*/ 89376 h 233653"/>
                <a:gd name="connsiteX39" fmla="*/ 99444 w 170495"/>
                <a:gd name="connsiteY39" fmla="*/ 84907 h 233653"/>
                <a:gd name="connsiteX40" fmla="*/ 110307 w 170495"/>
                <a:gd name="connsiteY40" fmla="*/ 17875 h 233653"/>
                <a:gd name="connsiteX41" fmla="*/ 111585 w 170495"/>
                <a:gd name="connsiteY41" fmla="*/ 89376 h 233653"/>
                <a:gd name="connsiteX42" fmla="*/ 112224 w 170495"/>
                <a:gd name="connsiteY42" fmla="*/ 97675 h 233653"/>
                <a:gd name="connsiteX43" fmla="*/ 116697 w 170495"/>
                <a:gd name="connsiteY43" fmla="*/ 104059 h 233653"/>
                <a:gd name="connsiteX44" fmla="*/ 85386 w 170495"/>
                <a:gd name="connsiteY44" fmla="*/ 102782 h 233653"/>
                <a:gd name="connsiteX45" fmla="*/ 54076 w 170495"/>
                <a:gd name="connsiteY45" fmla="*/ 104059 h 233653"/>
                <a:gd name="connsiteX46" fmla="*/ 58549 w 170495"/>
                <a:gd name="connsiteY46" fmla="*/ 97675 h 233653"/>
                <a:gd name="connsiteX47" fmla="*/ 58549 w 170495"/>
                <a:gd name="connsiteY47" fmla="*/ 89376 h 233653"/>
                <a:gd name="connsiteX48" fmla="*/ 37462 w 170495"/>
                <a:gd name="connsiteY48" fmla="*/ 220886 h 233653"/>
                <a:gd name="connsiteX49" fmla="*/ 45130 w 170495"/>
                <a:gd name="connsiteY49" fmla="*/ 156408 h 233653"/>
                <a:gd name="connsiteX50" fmla="*/ 45130 w 170495"/>
                <a:gd name="connsiteY50" fmla="*/ 155131 h 233653"/>
                <a:gd name="connsiteX51" fmla="*/ 124365 w 170495"/>
                <a:gd name="connsiteY51" fmla="*/ 155131 h 233653"/>
                <a:gd name="connsiteX52" fmla="*/ 124365 w 170495"/>
                <a:gd name="connsiteY52" fmla="*/ 156408 h 233653"/>
                <a:gd name="connsiteX53" fmla="*/ 132033 w 170495"/>
                <a:gd name="connsiteY53" fmla="*/ 220886 h 233653"/>
                <a:gd name="connsiteX54" fmla="*/ 37462 w 170495"/>
                <a:gd name="connsiteY54" fmla="*/ 220886 h 233653"/>
                <a:gd name="connsiteX55" fmla="*/ 125004 w 170495"/>
                <a:gd name="connsiteY55" fmla="*/ 142363 h 233653"/>
                <a:gd name="connsiteX56" fmla="*/ 43852 w 170495"/>
                <a:gd name="connsiteY56" fmla="*/ 142363 h 233653"/>
                <a:gd name="connsiteX57" fmla="*/ 36823 w 170495"/>
                <a:gd name="connsiteY57" fmla="*/ 118104 h 233653"/>
                <a:gd name="connsiteX58" fmla="*/ 84108 w 170495"/>
                <a:gd name="connsiteY58" fmla="*/ 115550 h 233653"/>
                <a:gd name="connsiteX59" fmla="*/ 131394 w 170495"/>
                <a:gd name="connsiteY59" fmla="*/ 118104 h 233653"/>
                <a:gd name="connsiteX60" fmla="*/ 125004 w 170495"/>
                <a:gd name="connsiteY60" fmla="*/ 142363 h 23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70495" h="233653">
                  <a:moveTo>
                    <a:pt x="165900" y="111081"/>
                  </a:moveTo>
                  <a:cubicBezTo>
                    <a:pt x="165261" y="111081"/>
                    <a:pt x="154398" y="107251"/>
                    <a:pt x="130116" y="104697"/>
                  </a:cubicBezTo>
                  <a:cubicBezTo>
                    <a:pt x="129477" y="101505"/>
                    <a:pt x="127560" y="97675"/>
                    <a:pt x="124365" y="92568"/>
                  </a:cubicBezTo>
                  <a:cubicBezTo>
                    <a:pt x="131394" y="79800"/>
                    <a:pt x="148647" y="40219"/>
                    <a:pt x="113502" y="1915"/>
                  </a:cubicBezTo>
                  <a:cubicBezTo>
                    <a:pt x="112224" y="638"/>
                    <a:pt x="110307" y="0"/>
                    <a:pt x="108390" y="0"/>
                  </a:cubicBezTo>
                  <a:cubicBezTo>
                    <a:pt x="106473" y="0"/>
                    <a:pt x="104556" y="1277"/>
                    <a:pt x="103278" y="2554"/>
                  </a:cubicBezTo>
                  <a:cubicBezTo>
                    <a:pt x="102639" y="3830"/>
                    <a:pt x="86664" y="28089"/>
                    <a:pt x="86664" y="78523"/>
                  </a:cubicBezTo>
                  <a:lnTo>
                    <a:pt x="83470" y="78523"/>
                  </a:lnTo>
                  <a:cubicBezTo>
                    <a:pt x="83470" y="28089"/>
                    <a:pt x="67495" y="3192"/>
                    <a:pt x="66856" y="2554"/>
                  </a:cubicBezTo>
                  <a:cubicBezTo>
                    <a:pt x="65578" y="638"/>
                    <a:pt x="64300" y="0"/>
                    <a:pt x="61744" y="0"/>
                  </a:cubicBezTo>
                  <a:cubicBezTo>
                    <a:pt x="59827" y="0"/>
                    <a:pt x="57910" y="638"/>
                    <a:pt x="56632" y="1915"/>
                  </a:cubicBezTo>
                  <a:cubicBezTo>
                    <a:pt x="21487" y="40219"/>
                    <a:pt x="38101" y="79800"/>
                    <a:pt x="45769" y="92568"/>
                  </a:cubicBezTo>
                  <a:cubicBezTo>
                    <a:pt x="41935" y="97675"/>
                    <a:pt x="40657" y="101505"/>
                    <a:pt x="40018" y="104697"/>
                  </a:cubicBezTo>
                  <a:cubicBezTo>
                    <a:pt x="15736" y="107251"/>
                    <a:pt x="4873" y="110443"/>
                    <a:pt x="4234" y="111081"/>
                  </a:cubicBezTo>
                  <a:cubicBezTo>
                    <a:pt x="1039" y="112358"/>
                    <a:pt x="-878" y="115550"/>
                    <a:pt x="400" y="119381"/>
                  </a:cubicBezTo>
                  <a:cubicBezTo>
                    <a:pt x="1678" y="123211"/>
                    <a:pt x="4873" y="124488"/>
                    <a:pt x="8707" y="123211"/>
                  </a:cubicBezTo>
                  <a:cubicBezTo>
                    <a:pt x="8707" y="123211"/>
                    <a:pt x="13819" y="121296"/>
                    <a:pt x="24682" y="120019"/>
                  </a:cubicBezTo>
                  <a:cubicBezTo>
                    <a:pt x="24682" y="120657"/>
                    <a:pt x="25321" y="121296"/>
                    <a:pt x="25321" y="121296"/>
                  </a:cubicBezTo>
                  <a:cubicBezTo>
                    <a:pt x="25321" y="121296"/>
                    <a:pt x="32989" y="130872"/>
                    <a:pt x="32989" y="156408"/>
                  </a:cubicBezTo>
                  <a:cubicBezTo>
                    <a:pt x="32989" y="184497"/>
                    <a:pt x="24043" y="225355"/>
                    <a:pt x="24043" y="225993"/>
                  </a:cubicBezTo>
                  <a:cubicBezTo>
                    <a:pt x="23404" y="227908"/>
                    <a:pt x="24043" y="229823"/>
                    <a:pt x="25321" y="231100"/>
                  </a:cubicBezTo>
                  <a:cubicBezTo>
                    <a:pt x="26599" y="232377"/>
                    <a:pt x="28516" y="233654"/>
                    <a:pt x="30433" y="233654"/>
                  </a:cubicBezTo>
                  <a:lnTo>
                    <a:pt x="140979" y="233654"/>
                  </a:lnTo>
                  <a:cubicBezTo>
                    <a:pt x="142896" y="233654"/>
                    <a:pt x="144813" y="233015"/>
                    <a:pt x="146091" y="231100"/>
                  </a:cubicBezTo>
                  <a:cubicBezTo>
                    <a:pt x="147369" y="229823"/>
                    <a:pt x="148008" y="227908"/>
                    <a:pt x="147369" y="225993"/>
                  </a:cubicBezTo>
                  <a:cubicBezTo>
                    <a:pt x="147369" y="225355"/>
                    <a:pt x="138423" y="184497"/>
                    <a:pt x="138423" y="156408"/>
                  </a:cubicBezTo>
                  <a:cubicBezTo>
                    <a:pt x="138423" y="130872"/>
                    <a:pt x="146091" y="121296"/>
                    <a:pt x="146091" y="121296"/>
                  </a:cubicBezTo>
                  <a:cubicBezTo>
                    <a:pt x="146730" y="120657"/>
                    <a:pt x="146730" y="120019"/>
                    <a:pt x="146730" y="120019"/>
                  </a:cubicBezTo>
                  <a:cubicBezTo>
                    <a:pt x="157593" y="121934"/>
                    <a:pt x="162705" y="123211"/>
                    <a:pt x="162705" y="123211"/>
                  </a:cubicBezTo>
                  <a:cubicBezTo>
                    <a:pt x="163344" y="123211"/>
                    <a:pt x="163983" y="123849"/>
                    <a:pt x="164622" y="123849"/>
                  </a:cubicBezTo>
                  <a:cubicBezTo>
                    <a:pt x="167178" y="123849"/>
                    <a:pt x="169734" y="121934"/>
                    <a:pt x="170373" y="119381"/>
                  </a:cubicBezTo>
                  <a:cubicBezTo>
                    <a:pt x="171012" y="115550"/>
                    <a:pt x="169095" y="112358"/>
                    <a:pt x="165900" y="111081"/>
                  </a:cubicBezTo>
                  <a:close/>
                  <a:moveTo>
                    <a:pt x="58549" y="89376"/>
                  </a:moveTo>
                  <a:cubicBezTo>
                    <a:pt x="57271" y="88099"/>
                    <a:pt x="33628" y="53625"/>
                    <a:pt x="59827" y="17875"/>
                  </a:cubicBezTo>
                  <a:cubicBezTo>
                    <a:pt x="64300" y="28728"/>
                    <a:pt x="71329" y="51072"/>
                    <a:pt x="70690" y="84907"/>
                  </a:cubicBezTo>
                  <a:cubicBezTo>
                    <a:pt x="70690" y="86822"/>
                    <a:pt x="71329" y="88099"/>
                    <a:pt x="72607" y="89376"/>
                  </a:cubicBezTo>
                  <a:cubicBezTo>
                    <a:pt x="73885" y="90653"/>
                    <a:pt x="75163" y="91291"/>
                    <a:pt x="77080" y="91291"/>
                  </a:cubicBezTo>
                  <a:lnTo>
                    <a:pt x="93054" y="91291"/>
                  </a:lnTo>
                  <a:cubicBezTo>
                    <a:pt x="94971" y="91291"/>
                    <a:pt x="96249" y="90653"/>
                    <a:pt x="97527" y="89376"/>
                  </a:cubicBezTo>
                  <a:cubicBezTo>
                    <a:pt x="98805" y="88099"/>
                    <a:pt x="99444" y="86184"/>
                    <a:pt x="99444" y="84907"/>
                  </a:cubicBezTo>
                  <a:cubicBezTo>
                    <a:pt x="98805" y="51072"/>
                    <a:pt x="105834" y="28728"/>
                    <a:pt x="110307" y="17875"/>
                  </a:cubicBezTo>
                  <a:cubicBezTo>
                    <a:pt x="136506" y="53625"/>
                    <a:pt x="112863" y="88099"/>
                    <a:pt x="111585" y="89376"/>
                  </a:cubicBezTo>
                  <a:cubicBezTo>
                    <a:pt x="109668" y="91929"/>
                    <a:pt x="110307" y="95121"/>
                    <a:pt x="112224" y="97675"/>
                  </a:cubicBezTo>
                  <a:cubicBezTo>
                    <a:pt x="114141" y="100229"/>
                    <a:pt x="116058" y="102144"/>
                    <a:pt x="116697" y="104059"/>
                  </a:cubicBezTo>
                  <a:cubicBezTo>
                    <a:pt x="107751" y="103421"/>
                    <a:pt x="97527" y="103421"/>
                    <a:pt x="85386" y="102782"/>
                  </a:cubicBezTo>
                  <a:cubicBezTo>
                    <a:pt x="73246" y="102782"/>
                    <a:pt x="63022" y="103421"/>
                    <a:pt x="54076" y="104059"/>
                  </a:cubicBezTo>
                  <a:cubicBezTo>
                    <a:pt x="54715" y="102144"/>
                    <a:pt x="56632" y="100229"/>
                    <a:pt x="58549" y="97675"/>
                  </a:cubicBezTo>
                  <a:cubicBezTo>
                    <a:pt x="59827" y="95760"/>
                    <a:pt x="59827" y="91929"/>
                    <a:pt x="58549" y="89376"/>
                  </a:cubicBezTo>
                  <a:close/>
                  <a:moveTo>
                    <a:pt x="37462" y="220886"/>
                  </a:moveTo>
                  <a:cubicBezTo>
                    <a:pt x="40018" y="207479"/>
                    <a:pt x="45130" y="178113"/>
                    <a:pt x="45130" y="156408"/>
                  </a:cubicBezTo>
                  <a:cubicBezTo>
                    <a:pt x="45130" y="155769"/>
                    <a:pt x="45130" y="155131"/>
                    <a:pt x="45130" y="155131"/>
                  </a:cubicBezTo>
                  <a:lnTo>
                    <a:pt x="124365" y="155131"/>
                  </a:lnTo>
                  <a:cubicBezTo>
                    <a:pt x="124365" y="155769"/>
                    <a:pt x="124365" y="156408"/>
                    <a:pt x="124365" y="156408"/>
                  </a:cubicBezTo>
                  <a:cubicBezTo>
                    <a:pt x="124365" y="178752"/>
                    <a:pt x="129477" y="207479"/>
                    <a:pt x="132033" y="220886"/>
                  </a:cubicBezTo>
                  <a:lnTo>
                    <a:pt x="37462" y="220886"/>
                  </a:lnTo>
                  <a:close/>
                  <a:moveTo>
                    <a:pt x="125004" y="142363"/>
                  </a:moveTo>
                  <a:lnTo>
                    <a:pt x="43852" y="142363"/>
                  </a:lnTo>
                  <a:cubicBezTo>
                    <a:pt x="42574" y="130233"/>
                    <a:pt x="39379" y="122573"/>
                    <a:pt x="36823" y="118104"/>
                  </a:cubicBezTo>
                  <a:cubicBezTo>
                    <a:pt x="48325" y="116827"/>
                    <a:pt x="64300" y="115550"/>
                    <a:pt x="84108" y="115550"/>
                  </a:cubicBezTo>
                  <a:cubicBezTo>
                    <a:pt x="103917" y="115550"/>
                    <a:pt x="119253" y="116827"/>
                    <a:pt x="131394" y="118104"/>
                  </a:cubicBezTo>
                  <a:cubicBezTo>
                    <a:pt x="129477" y="122573"/>
                    <a:pt x="126282" y="130233"/>
                    <a:pt x="125004" y="142363"/>
                  </a:cubicBezTo>
                  <a:close/>
                </a:path>
              </a:pathLst>
            </a:custGeom>
            <a:solidFill>
              <a:srgbClr val="005587"/>
            </a:solidFill>
            <a:ln w="6390" cap="flat">
              <a:noFill/>
              <a:prstDash val="solid"/>
              <a:miter/>
            </a:ln>
          </p:spPr>
          <p:txBody>
            <a:bodyPr rtlCol="0" anchor="ctr"/>
            <a:lstStyle/>
            <a:p>
              <a:endParaRPr lang="en-US"/>
            </a:p>
          </p:txBody>
        </p:sp>
      </p:grpSp>
      <p:grpSp>
        <p:nvGrpSpPr>
          <p:cNvPr id="1050" name="Graphic 4">
            <a:extLst>
              <a:ext uri="{FF2B5EF4-FFF2-40B4-BE49-F238E27FC236}">
                <a16:creationId xmlns:a16="http://schemas.microsoft.com/office/drawing/2014/main" id="{5E907947-81EB-DE47-A328-682096F9C8C9}"/>
              </a:ext>
            </a:extLst>
          </p:cNvPr>
          <p:cNvGrpSpPr>
            <a:grpSpLocks noChangeAspect="1"/>
          </p:cNvGrpSpPr>
          <p:nvPr/>
        </p:nvGrpSpPr>
        <p:grpSpPr>
          <a:xfrm>
            <a:off x="905454" y="1893013"/>
            <a:ext cx="361674" cy="361333"/>
            <a:chOff x="905454" y="1893013"/>
            <a:chExt cx="361674" cy="361333"/>
          </a:xfrm>
          <a:solidFill>
            <a:srgbClr val="005587"/>
          </a:solidFill>
        </p:grpSpPr>
        <p:sp>
          <p:nvSpPr>
            <p:cNvPr id="1051" name="Graphic 4">
              <a:extLst>
                <a:ext uri="{FF2B5EF4-FFF2-40B4-BE49-F238E27FC236}">
                  <a16:creationId xmlns:a16="http://schemas.microsoft.com/office/drawing/2014/main" id="{BC171898-B6E4-F846-905B-BAF1B4B9B75C}"/>
                </a:ext>
              </a:extLst>
            </p:cNvPr>
            <p:cNvSpPr/>
            <p:nvPr/>
          </p:nvSpPr>
          <p:spPr>
            <a:xfrm>
              <a:off x="1048441" y="1974728"/>
              <a:ext cx="75057" cy="86183"/>
            </a:xfrm>
            <a:custGeom>
              <a:avLst/>
              <a:gdLst>
                <a:gd name="connsiteX0" fmla="*/ 6538 w 75057"/>
                <a:gd name="connsiteY0" fmla="*/ 86184 h 86183"/>
                <a:gd name="connsiteX1" fmla="*/ 37848 w 75057"/>
                <a:gd name="connsiteY1" fmla="*/ 84907 h 86183"/>
                <a:gd name="connsiteX2" fmla="*/ 69159 w 75057"/>
                <a:gd name="connsiteY2" fmla="*/ 86184 h 86183"/>
                <a:gd name="connsiteX3" fmla="*/ 64686 w 75057"/>
                <a:gd name="connsiteY3" fmla="*/ 79800 h 86183"/>
                <a:gd name="connsiteX4" fmla="*/ 64047 w 75057"/>
                <a:gd name="connsiteY4" fmla="*/ 71500 h 86183"/>
                <a:gd name="connsiteX5" fmla="*/ 62769 w 75057"/>
                <a:gd name="connsiteY5" fmla="*/ 0 h 86183"/>
                <a:gd name="connsiteX6" fmla="*/ 51906 w 75057"/>
                <a:gd name="connsiteY6" fmla="*/ 67032 h 86183"/>
                <a:gd name="connsiteX7" fmla="*/ 49989 w 75057"/>
                <a:gd name="connsiteY7" fmla="*/ 71500 h 86183"/>
                <a:gd name="connsiteX8" fmla="*/ 45516 w 75057"/>
                <a:gd name="connsiteY8" fmla="*/ 73416 h 86183"/>
                <a:gd name="connsiteX9" fmla="*/ 29541 w 75057"/>
                <a:gd name="connsiteY9" fmla="*/ 73416 h 86183"/>
                <a:gd name="connsiteX10" fmla="*/ 25068 w 75057"/>
                <a:gd name="connsiteY10" fmla="*/ 71500 h 86183"/>
                <a:gd name="connsiteX11" fmla="*/ 23151 w 75057"/>
                <a:gd name="connsiteY11" fmla="*/ 67032 h 86183"/>
                <a:gd name="connsiteX12" fmla="*/ 12289 w 75057"/>
                <a:gd name="connsiteY12" fmla="*/ 0 h 86183"/>
                <a:gd name="connsiteX13" fmla="*/ 11011 w 75057"/>
                <a:gd name="connsiteY13" fmla="*/ 71500 h 86183"/>
                <a:gd name="connsiteX14" fmla="*/ 10372 w 75057"/>
                <a:gd name="connsiteY14" fmla="*/ 79800 h 86183"/>
                <a:gd name="connsiteX15" fmla="*/ 6538 w 75057"/>
                <a:gd name="connsiteY15" fmla="*/ 86184 h 86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5057" h="86183">
                  <a:moveTo>
                    <a:pt x="6538" y="86184"/>
                  </a:moveTo>
                  <a:cubicBezTo>
                    <a:pt x="15483" y="85545"/>
                    <a:pt x="25707" y="85545"/>
                    <a:pt x="37848" y="84907"/>
                  </a:cubicBezTo>
                  <a:cubicBezTo>
                    <a:pt x="49989" y="84907"/>
                    <a:pt x="60213" y="85545"/>
                    <a:pt x="69159" y="86184"/>
                  </a:cubicBezTo>
                  <a:cubicBezTo>
                    <a:pt x="68520" y="84268"/>
                    <a:pt x="66603" y="82353"/>
                    <a:pt x="64686" y="79800"/>
                  </a:cubicBezTo>
                  <a:cubicBezTo>
                    <a:pt x="62769" y="77246"/>
                    <a:pt x="62769" y="74054"/>
                    <a:pt x="64047" y="71500"/>
                  </a:cubicBezTo>
                  <a:cubicBezTo>
                    <a:pt x="65325" y="70224"/>
                    <a:pt x="88968" y="35750"/>
                    <a:pt x="62769" y="0"/>
                  </a:cubicBezTo>
                  <a:cubicBezTo>
                    <a:pt x="58296" y="10853"/>
                    <a:pt x="51267" y="33197"/>
                    <a:pt x="51906" y="67032"/>
                  </a:cubicBezTo>
                  <a:cubicBezTo>
                    <a:pt x="51906" y="68947"/>
                    <a:pt x="51267" y="70224"/>
                    <a:pt x="49989" y="71500"/>
                  </a:cubicBezTo>
                  <a:cubicBezTo>
                    <a:pt x="48711" y="72777"/>
                    <a:pt x="47433" y="73416"/>
                    <a:pt x="45516" y="73416"/>
                  </a:cubicBezTo>
                  <a:lnTo>
                    <a:pt x="29541" y="73416"/>
                  </a:lnTo>
                  <a:cubicBezTo>
                    <a:pt x="27624" y="73416"/>
                    <a:pt x="26346" y="72777"/>
                    <a:pt x="25068" y="71500"/>
                  </a:cubicBezTo>
                  <a:cubicBezTo>
                    <a:pt x="23790" y="70224"/>
                    <a:pt x="23151" y="68308"/>
                    <a:pt x="23151" y="67032"/>
                  </a:cubicBezTo>
                  <a:cubicBezTo>
                    <a:pt x="23790" y="33197"/>
                    <a:pt x="16761" y="10853"/>
                    <a:pt x="12289" y="0"/>
                  </a:cubicBezTo>
                  <a:cubicBezTo>
                    <a:pt x="-13910" y="35750"/>
                    <a:pt x="9733" y="70224"/>
                    <a:pt x="11011" y="71500"/>
                  </a:cubicBezTo>
                  <a:cubicBezTo>
                    <a:pt x="12928" y="74054"/>
                    <a:pt x="12289" y="77246"/>
                    <a:pt x="10372" y="79800"/>
                  </a:cubicBezTo>
                  <a:cubicBezTo>
                    <a:pt x="9094" y="82353"/>
                    <a:pt x="7816" y="84268"/>
                    <a:pt x="6538" y="86184"/>
                  </a:cubicBezTo>
                  <a:close/>
                </a:path>
              </a:pathLst>
            </a:custGeom>
            <a:solidFill>
              <a:srgbClr val="005587"/>
            </a:solidFill>
            <a:ln w="6390" cap="flat">
              <a:noFill/>
              <a:prstDash val="solid"/>
              <a:miter/>
            </a:ln>
          </p:spPr>
          <p:txBody>
            <a:bodyPr rtlCol="0" anchor="ctr"/>
            <a:lstStyle/>
            <a:p>
              <a:endParaRPr lang="en-US"/>
            </a:p>
          </p:txBody>
        </p:sp>
        <p:sp>
          <p:nvSpPr>
            <p:cNvPr id="1052" name="Graphic 4">
              <a:extLst>
                <a:ext uri="{FF2B5EF4-FFF2-40B4-BE49-F238E27FC236}">
                  <a16:creationId xmlns:a16="http://schemas.microsoft.com/office/drawing/2014/main" id="{CC1A1A6E-AD4D-ED49-964B-8EC2E8C9AFF6}"/>
                </a:ext>
              </a:extLst>
            </p:cNvPr>
            <p:cNvSpPr/>
            <p:nvPr/>
          </p:nvSpPr>
          <p:spPr>
            <a:xfrm>
              <a:off x="1039642" y="2111984"/>
              <a:ext cx="95210" cy="65754"/>
            </a:xfrm>
            <a:custGeom>
              <a:avLst/>
              <a:gdLst>
                <a:gd name="connsiteX0" fmla="*/ 86903 w 95210"/>
                <a:gd name="connsiteY0" fmla="*/ 0 h 65754"/>
                <a:gd name="connsiteX1" fmla="*/ 7668 w 95210"/>
                <a:gd name="connsiteY1" fmla="*/ 0 h 65754"/>
                <a:gd name="connsiteX2" fmla="*/ 7668 w 95210"/>
                <a:gd name="connsiteY2" fmla="*/ 1277 h 65754"/>
                <a:gd name="connsiteX3" fmla="*/ 0 w 95210"/>
                <a:gd name="connsiteY3" fmla="*/ 65755 h 65754"/>
                <a:gd name="connsiteX4" fmla="*/ 95210 w 95210"/>
                <a:gd name="connsiteY4" fmla="*/ 65755 h 65754"/>
                <a:gd name="connsiteX5" fmla="*/ 87542 w 95210"/>
                <a:gd name="connsiteY5" fmla="*/ 1277 h 65754"/>
                <a:gd name="connsiteX6" fmla="*/ 86903 w 95210"/>
                <a:gd name="connsiteY6" fmla="*/ 0 h 6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10" h="65754">
                  <a:moveTo>
                    <a:pt x="86903" y="0"/>
                  </a:moveTo>
                  <a:lnTo>
                    <a:pt x="7668" y="0"/>
                  </a:lnTo>
                  <a:cubicBezTo>
                    <a:pt x="7668" y="638"/>
                    <a:pt x="7668" y="1277"/>
                    <a:pt x="7668" y="1277"/>
                  </a:cubicBezTo>
                  <a:cubicBezTo>
                    <a:pt x="7668" y="23621"/>
                    <a:pt x="2556" y="52349"/>
                    <a:pt x="0" y="65755"/>
                  </a:cubicBezTo>
                  <a:lnTo>
                    <a:pt x="95210" y="65755"/>
                  </a:lnTo>
                  <a:cubicBezTo>
                    <a:pt x="92654" y="52349"/>
                    <a:pt x="87542" y="22982"/>
                    <a:pt x="87542" y="1277"/>
                  </a:cubicBezTo>
                  <a:cubicBezTo>
                    <a:pt x="86264" y="638"/>
                    <a:pt x="86264" y="638"/>
                    <a:pt x="86903" y="0"/>
                  </a:cubicBezTo>
                  <a:close/>
                </a:path>
              </a:pathLst>
            </a:custGeom>
            <a:solidFill>
              <a:srgbClr val="005587"/>
            </a:solidFill>
            <a:ln w="6390" cap="flat">
              <a:noFill/>
              <a:prstDash val="solid"/>
              <a:miter/>
            </a:ln>
          </p:spPr>
          <p:txBody>
            <a:bodyPr rtlCol="0" anchor="ctr"/>
            <a:lstStyle/>
            <a:p>
              <a:endParaRPr lang="en-US"/>
            </a:p>
          </p:txBody>
        </p:sp>
        <p:sp>
          <p:nvSpPr>
            <p:cNvPr id="1053" name="Graphic 4">
              <a:extLst>
                <a:ext uri="{FF2B5EF4-FFF2-40B4-BE49-F238E27FC236}">
                  <a16:creationId xmlns:a16="http://schemas.microsoft.com/office/drawing/2014/main" id="{764F084E-34A7-4B4A-A999-07042F7A1007}"/>
                </a:ext>
              </a:extLst>
            </p:cNvPr>
            <p:cNvSpPr/>
            <p:nvPr/>
          </p:nvSpPr>
          <p:spPr>
            <a:xfrm>
              <a:off x="905454" y="189301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65821 w 361674"/>
                <a:gd name="connsiteY5" fmla="*/ 183220 h 361333"/>
                <a:gd name="connsiteX6" fmla="*/ 260070 w 361674"/>
                <a:gd name="connsiteY6" fmla="*/ 187689 h 361333"/>
                <a:gd name="connsiteX7" fmla="*/ 258154 w 361674"/>
                <a:gd name="connsiteY7" fmla="*/ 187051 h 361333"/>
                <a:gd name="connsiteX8" fmla="*/ 242179 w 361674"/>
                <a:gd name="connsiteY8" fmla="*/ 183859 h 361333"/>
                <a:gd name="connsiteX9" fmla="*/ 241540 w 361674"/>
                <a:gd name="connsiteY9" fmla="*/ 185135 h 361333"/>
                <a:gd name="connsiteX10" fmla="*/ 233872 w 361674"/>
                <a:gd name="connsiteY10" fmla="*/ 220247 h 361333"/>
                <a:gd name="connsiteX11" fmla="*/ 242818 w 361674"/>
                <a:gd name="connsiteY11" fmla="*/ 289833 h 361333"/>
                <a:gd name="connsiteX12" fmla="*/ 241540 w 361674"/>
                <a:gd name="connsiteY12" fmla="*/ 294940 h 361333"/>
                <a:gd name="connsiteX13" fmla="*/ 236428 w 361674"/>
                <a:gd name="connsiteY13" fmla="*/ 297494 h 361333"/>
                <a:gd name="connsiteX14" fmla="*/ 125882 w 361674"/>
                <a:gd name="connsiteY14" fmla="*/ 297494 h 361333"/>
                <a:gd name="connsiteX15" fmla="*/ 120770 w 361674"/>
                <a:gd name="connsiteY15" fmla="*/ 294940 h 361333"/>
                <a:gd name="connsiteX16" fmla="*/ 119492 w 361674"/>
                <a:gd name="connsiteY16" fmla="*/ 289833 h 361333"/>
                <a:gd name="connsiteX17" fmla="*/ 128438 w 361674"/>
                <a:gd name="connsiteY17" fmla="*/ 220247 h 361333"/>
                <a:gd name="connsiteX18" fmla="*/ 120770 w 361674"/>
                <a:gd name="connsiteY18" fmla="*/ 185135 h 361333"/>
                <a:gd name="connsiteX19" fmla="*/ 120131 w 361674"/>
                <a:gd name="connsiteY19" fmla="*/ 183859 h 361333"/>
                <a:gd name="connsiteX20" fmla="*/ 104156 w 361674"/>
                <a:gd name="connsiteY20" fmla="*/ 187051 h 361333"/>
                <a:gd name="connsiteX21" fmla="*/ 95849 w 361674"/>
                <a:gd name="connsiteY21" fmla="*/ 183220 h 361333"/>
                <a:gd name="connsiteX22" fmla="*/ 99683 w 361674"/>
                <a:gd name="connsiteY22" fmla="*/ 174921 h 361333"/>
                <a:gd name="connsiteX23" fmla="*/ 135467 w 361674"/>
                <a:gd name="connsiteY23" fmla="*/ 168537 h 361333"/>
                <a:gd name="connsiteX24" fmla="*/ 141218 w 361674"/>
                <a:gd name="connsiteY24" fmla="*/ 156408 h 361333"/>
                <a:gd name="connsiteX25" fmla="*/ 152081 w 361674"/>
                <a:gd name="connsiteY25" fmla="*/ 65755 h 361333"/>
                <a:gd name="connsiteX26" fmla="*/ 157192 w 361674"/>
                <a:gd name="connsiteY26" fmla="*/ 63840 h 361333"/>
                <a:gd name="connsiteX27" fmla="*/ 162304 w 361674"/>
                <a:gd name="connsiteY27" fmla="*/ 66393 h 361333"/>
                <a:gd name="connsiteX28" fmla="*/ 178918 w 361674"/>
                <a:gd name="connsiteY28" fmla="*/ 142363 h 361333"/>
                <a:gd name="connsiteX29" fmla="*/ 182113 w 361674"/>
                <a:gd name="connsiteY29" fmla="*/ 142363 h 361333"/>
                <a:gd name="connsiteX30" fmla="*/ 198727 w 361674"/>
                <a:gd name="connsiteY30" fmla="*/ 66393 h 361333"/>
                <a:gd name="connsiteX31" fmla="*/ 203839 w 361674"/>
                <a:gd name="connsiteY31" fmla="*/ 63840 h 361333"/>
                <a:gd name="connsiteX32" fmla="*/ 208951 w 361674"/>
                <a:gd name="connsiteY32" fmla="*/ 65755 h 361333"/>
                <a:gd name="connsiteX33" fmla="*/ 219814 w 361674"/>
                <a:gd name="connsiteY33" fmla="*/ 156408 h 361333"/>
                <a:gd name="connsiteX34" fmla="*/ 225565 w 361674"/>
                <a:gd name="connsiteY34" fmla="*/ 168537 h 361333"/>
                <a:gd name="connsiteX35" fmla="*/ 261348 w 361674"/>
                <a:gd name="connsiteY35" fmla="*/ 174921 h 361333"/>
                <a:gd name="connsiteX36" fmla="*/ 265821 w 361674"/>
                <a:gd name="connsiteY36" fmla="*/ 18322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1674"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09" y="81077"/>
                    <a:pt x="281157" y="0"/>
                    <a:pt x="180835" y="0"/>
                  </a:cubicBezTo>
                  <a:close/>
                  <a:moveTo>
                    <a:pt x="265821" y="183220"/>
                  </a:moveTo>
                  <a:cubicBezTo>
                    <a:pt x="265182" y="185774"/>
                    <a:pt x="262626" y="187689"/>
                    <a:pt x="260070" y="187689"/>
                  </a:cubicBezTo>
                  <a:cubicBezTo>
                    <a:pt x="259431" y="187689"/>
                    <a:pt x="258792" y="187689"/>
                    <a:pt x="258154" y="187051"/>
                  </a:cubicBezTo>
                  <a:cubicBezTo>
                    <a:pt x="258154" y="187051"/>
                    <a:pt x="253042" y="185135"/>
                    <a:pt x="242179" y="183859"/>
                  </a:cubicBezTo>
                  <a:cubicBezTo>
                    <a:pt x="242179" y="184497"/>
                    <a:pt x="241540" y="185135"/>
                    <a:pt x="241540" y="185135"/>
                  </a:cubicBezTo>
                  <a:cubicBezTo>
                    <a:pt x="241540" y="185135"/>
                    <a:pt x="233872" y="194711"/>
                    <a:pt x="233872" y="220247"/>
                  </a:cubicBezTo>
                  <a:cubicBezTo>
                    <a:pt x="233872" y="248337"/>
                    <a:pt x="242818" y="289195"/>
                    <a:pt x="242818" y="289833"/>
                  </a:cubicBezTo>
                  <a:cubicBezTo>
                    <a:pt x="243457" y="291748"/>
                    <a:pt x="242818" y="293663"/>
                    <a:pt x="241540" y="294940"/>
                  </a:cubicBezTo>
                  <a:cubicBezTo>
                    <a:pt x="240262" y="296217"/>
                    <a:pt x="238345" y="297494"/>
                    <a:pt x="236428" y="297494"/>
                  </a:cubicBezTo>
                  <a:lnTo>
                    <a:pt x="125882" y="297494"/>
                  </a:lnTo>
                  <a:cubicBezTo>
                    <a:pt x="123965" y="297494"/>
                    <a:pt x="122048" y="296855"/>
                    <a:pt x="120770" y="294940"/>
                  </a:cubicBezTo>
                  <a:cubicBezTo>
                    <a:pt x="119492" y="293663"/>
                    <a:pt x="118853" y="291748"/>
                    <a:pt x="119492" y="289833"/>
                  </a:cubicBezTo>
                  <a:cubicBezTo>
                    <a:pt x="119492" y="289195"/>
                    <a:pt x="128438" y="248337"/>
                    <a:pt x="128438" y="220247"/>
                  </a:cubicBezTo>
                  <a:cubicBezTo>
                    <a:pt x="128438" y="194711"/>
                    <a:pt x="120770" y="185135"/>
                    <a:pt x="120770" y="185135"/>
                  </a:cubicBezTo>
                  <a:cubicBezTo>
                    <a:pt x="120131" y="184497"/>
                    <a:pt x="120131" y="183859"/>
                    <a:pt x="120131" y="183859"/>
                  </a:cubicBezTo>
                  <a:cubicBezTo>
                    <a:pt x="109268" y="185774"/>
                    <a:pt x="104156" y="187051"/>
                    <a:pt x="104156" y="187051"/>
                  </a:cubicBezTo>
                  <a:cubicBezTo>
                    <a:pt x="100961" y="188327"/>
                    <a:pt x="97127" y="186412"/>
                    <a:pt x="95849" y="183220"/>
                  </a:cubicBezTo>
                  <a:cubicBezTo>
                    <a:pt x="94571" y="180028"/>
                    <a:pt x="96488" y="176198"/>
                    <a:pt x="99683" y="174921"/>
                  </a:cubicBezTo>
                  <a:cubicBezTo>
                    <a:pt x="100322" y="174921"/>
                    <a:pt x="111185" y="171091"/>
                    <a:pt x="135467" y="168537"/>
                  </a:cubicBezTo>
                  <a:cubicBezTo>
                    <a:pt x="136106" y="165345"/>
                    <a:pt x="138023" y="161515"/>
                    <a:pt x="141218" y="156408"/>
                  </a:cubicBezTo>
                  <a:cubicBezTo>
                    <a:pt x="134189" y="143640"/>
                    <a:pt x="116936" y="104059"/>
                    <a:pt x="152081" y="65755"/>
                  </a:cubicBezTo>
                  <a:cubicBezTo>
                    <a:pt x="153358" y="64478"/>
                    <a:pt x="155275" y="63840"/>
                    <a:pt x="157192" y="63840"/>
                  </a:cubicBezTo>
                  <a:cubicBezTo>
                    <a:pt x="159110" y="63840"/>
                    <a:pt x="161026" y="65117"/>
                    <a:pt x="162304" y="66393"/>
                  </a:cubicBezTo>
                  <a:cubicBezTo>
                    <a:pt x="162943" y="67670"/>
                    <a:pt x="178918" y="91929"/>
                    <a:pt x="178918" y="142363"/>
                  </a:cubicBezTo>
                  <a:lnTo>
                    <a:pt x="182113" y="142363"/>
                  </a:lnTo>
                  <a:cubicBezTo>
                    <a:pt x="182113" y="91929"/>
                    <a:pt x="198088" y="67032"/>
                    <a:pt x="198727" y="66393"/>
                  </a:cubicBezTo>
                  <a:cubicBezTo>
                    <a:pt x="200005" y="64478"/>
                    <a:pt x="201283" y="63840"/>
                    <a:pt x="203839" y="63840"/>
                  </a:cubicBezTo>
                  <a:cubicBezTo>
                    <a:pt x="205756" y="63840"/>
                    <a:pt x="207673" y="64478"/>
                    <a:pt x="208951" y="65755"/>
                  </a:cubicBezTo>
                  <a:cubicBezTo>
                    <a:pt x="244096" y="104059"/>
                    <a:pt x="227482" y="143640"/>
                    <a:pt x="219814" y="156408"/>
                  </a:cubicBezTo>
                  <a:cubicBezTo>
                    <a:pt x="223648" y="161515"/>
                    <a:pt x="224926" y="165345"/>
                    <a:pt x="225565" y="168537"/>
                  </a:cubicBezTo>
                  <a:cubicBezTo>
                    <a:pt x="249847" y="171091"/>
                    <a:pt x="260709" y="174283"/>
                    <a:pt x="261348" y="174921"/>
                  </a:cubicBezTo>
                  <a:cubicBezTo>
                    <a:pt x="265182" y="176198"/>
                    <a:pt x="267099" y="179390"/>
                    <a:pt x="265821" y="183220"/>
                  </a:cubicBezTo>
                  <a:close/>
                </a:path>
              </a:pathLst>
            </a:custGeom>
            <a:solidFill>
              <a:srgbClr val="005587"/>
            </a:solidFill>
            <a:ln w="6390" cap="flat">
              <a:noFill/>
              <a:prstDash val="solid"/>
              <a:miter/>
            </a:ln>
          </p:spPr>
          <p:txBody>
            <a:bodyPr rtlCol="0" anchor="ctr"/>
            <a:lstStyle/>
            <a:p>
              <a:endParaRPr lang="en-US"/>
            </a:p>
          </p:txBody>
        </p:sp>
        <p:sp>
          <p:nvSpPr>
            <p:cNvPr id="1054" name="Graphic 4">
              <a:extLst>
                <a:ext uri="{FF2B5EF4-FFF2-40B4-BE49-F238E27FC236}">
                  <a16:creationId xmlns:a16="http://schemas.microsoft.com/office/drawing/2014/main" id="{6F431C0E-A753-D443-8896-FAFBF5333E1E}"/>
                </a:ext>
              </a:extLst>
            </p:cNvPr>
            <p:cNvSpPr/>
            <p:nvPr/>
          </p:nvSpPr>
          <p:spPr>
            <a:xfrm>
              <a:off x="1039003" y="2072403"/>
              <a:ext cx="95210" cy="26812"/>
            </a:xfrm>
            <a:custGeom>
              <a:avLst/>
              <a:gdLst>
                <a:gd name="connsiteX0" fmla="*/ 0 w 95210"/>
                <a:gd name="connsiteY0" fmla="*/ 2554 h 26812"/>
                <a:gd name="connsiteX1" fmla="*/ 7029 w 95210"/>
                <a:gd name="connsiteY1" fmla="*/ 26813 h 26812"/>
                <a:gd name="connsiteX2" fmla="*/ 88181 w 95210"/>
                <a:gd name="connsiteY2" fmla="*/ 26813 h 26812"/>
                <a:gd name="connsiteX3" fmla="*/ 95210 w 95210"/>
                <a:gd name="connsiteY3" fmla="*/ 2554 h 26812"/>
                <a:gd name="connsiteX4" fmla="*/ 47925 w 95210"/>
                <a:gd name="connsiteY4" fmla="*/ 0 h 26812"/>
                <a:gd name="connsiteX5" fmla="*/ 0 w 95210"/>
                <a:gd name="connsiteY5" fmla="*/ 2554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10" h="26812">
                  <a:moveTo>
                    <a:pt x="0" y="2554"/>
                  </a:moveTo>
                  <a:cubicBezTo>
                    <a:pt x="2556" y="7022"/>
                    <a:pt x="5112" y="14683"/>
                    <a:pt x="7029" y="26813"/>
                  </a:cubicBezTo>
                  <a:lnTo>
                    <a:pt x="88181" y="26813"/>
                  </a:lnTo>
                  <a:cubicBezTo>
                    <a:pt x="89459" y="14683"/>
                    <a:pt x="92654" y="7022"/>
                    <a:pt x="95210" y="2554"/>
                  </a:cubicBezTo>
                  <a:cubicBezTo>
                    <a:pt x="83708" y="1277"/>
                    <a:pt x="67733" y="0"/>
                    <a:pt x="47925" y="0"/>
                  </a:cubicBezTo>
                  <a:cubicBezTo>
                    <a:pt x="27477" y="0"/>
                    <a:pt x="12141" y="1277"/>
                    <a:pt x="0" y="2554"/>
                  </a:cubicBezTo>
                  <a:close/>
                </a:path>
              </a:pathLst>
            </a:custGeom>
            <a:solidFill>
              <a:srgbClr val="005587"/>
            </a:solidFill>
            <a:ln w="6390" cap="flat">
              <a:noFill/>
              <a:prstDash val="solid"/>
              <a:miter/>
            </a:ln>
          </p:spPr>
          <p:txBody>
            <a:bodyPr rtlCol="0" anchor="ctr"/>
            <a:lstStyle/>
            <a:p>
              <a:endParaRPr lang="en-US"/>
            </a:p>
          </p:txBody>
        </p:sp>
      </p:grpSp>
      <p:grpSp>
        <p:nvGrpSpPr>
          <p:cNvPr id="1055" name="Graphic 4">
            <a:extLst>
              <a:ext uri="{FF2B5EF4-FFF2-40B4-BE49-F238E27FC236}">
                <a16:creationId xmlns:a16="http://schemas.microsoft.com/office/drawing/2014/main" id="{1EDF3611-D468-8E46-9AAB-E53FDF1CE95F}"/>
              </a:ext>
            </a:extLst>
          </p:cNvPr>
          <p:cNvGrpSpPr>
            <a:grpSpLocks noChangeAspect="1"/>
          </p:cNvGrpSpPr>
          <p:nvPr/>
        </p:nvGrpSpPr>
        <p:grpSpPr>
          <a:xfrm>
            <a:off x="467743" y="2371173"/>
            <a:ext cx="361670" cy="361333"/>
            <a:chOff x="467743" y="2371173"/>
            <a:chExt cx="361670" cy="361333"/>
          </a:xfrm>
          <a:solidFill>
            <a:srgbClr val="005587"/>
          </a:solidFill>
        </p:grpSpPr>
        <p:sp>
          <p:nvSpPr>
            <p:cNvPr id="1056" name="Graphic 4">
              <a:extLst>
                <a:ext uri="{FF2B5EF4-FFF2-40B4-BE49-F238E27FC236}">
                  <a16:creationId xmlns:a16="http://schemas.microsoft.com/office/drawing/2014/main" id="{3DBAF3B1-0AC8-3D45-BF6D-5BF2B4264F98}"/>
                </a:ext>
              </a:extLst>
            </p:cNvPr>
            <p:cNvSpPr/>
            <p:nvPr/>
          </p:nvSpPr>
          <p:spPr>
            <a:xfrm>
              <a:off x="467743"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05587"/>
            </a:solidFill>
            <a:ln w="6390" cap="flat">
              <a:noFill/>
              <a:prstDash val="solid"/>
              <a:miter/>
            </a:ln>
          </p:spPr>
          <p:txBody>
            <a:bodyPr rtlCol="0" anchor="ctr"/>
            <a:lstStyle/>
            <a:p>
              <a:endParaRPr lang="en-US"/>
            </a:p>
          </p:txBody>
        </p:sp>
        <p:sp>
          <p:nvSpPr>
            <p:cNvPr id="1057" name="Graphic 4">
              <a:extLst>
                <a:ext uri="{FF2B5EF4-FFF2-40B4-BE49-F238E27FC236}">
                  <a16:creationId xmlns:a16="http://schemas.microsoft.com/office/drawing/2014/main" id="{CAC1DD1F-1C22-D548-977A-DF4D6BE75703}"/>
                </a:ext>
              </a:extLst>
            </p:cNvPr>
            <p:cNvSpPr/>
            <p:nvPr/>
          </p:nvSpPr>
          <p:spPr>
            <a:xfrm>
              <a:off x="591069" y="2442035"/>
              <a:ext cx="115657" cy="218970"/>
            </a:xfrm>
            <a:custGeom>
              <a:avLst/>
              <a:gdLst>
                <a:gd name="connsiteX0" fmla="*/ 100961 w 115657"/>
                <a:gd name="connsiteY0" fmla="*/ 45326 h 218970"/>
                <a:gd name="connsiteX1" fmla="*/ 100961 w 115657"/>
                <a:gd name="connsiteY1" fmla="*/ 6384 h 218970"/>
                <a:gd name="connsiteX2" fmla="*/ 94571 w 115657"/>
                <a:gd name="connsiteY2" fmla="*/ 0 h 218970"/>
                <a:gd name="connsiteX3" fmla="*/ 88181 w 115657"/>
                <a:gd name="connsiteY3" fmla="*/ 6384 h 218970"/>
                <a:gd name="connsiteX4" fmla="*/ 88181 w 115657"/>
                <a:gd name="connsiteY4" fmla="*/ 45326 h 218970"/>
                <a:gd name="connsiteX5" fmla="*/ 73484 w 115657"/>
                <a:gd name="connsiteY5" fmla="*/ 65117 h 218970"/>
                <a:gd name="connsiteX6" fmla="*/ 88181 w 115657"/>
                <a:gd name="connsiteY6" fmla="*/ 84907 h 218970"/>
                <a:gd name="connsiteX7" fmla="*/ 88181 w 115657"/>
                <a:gd name="connsiteY7" fmla="*/ 168537 h 218970"/>
                <a:gd name="connsiteX8" fmla="*/ 50481 w 115657"/>
                <a:gd name="connsiteY8" fmla="*/ 206203 h 218970"/>
                <a:gd name="connsiteX9" fmla="*/ 12780 w 115657"/>
                <a:gd name="connsiteY9" fmla="*/ 168537 h 218970"/>
                <a:gd name="connsiteX10" fmla="*/ 22365 w 115657"/>
                <a:gd name="connsiteY10" fmla="*/ 143640 h 218970"/>
                <a:gd name="connsiteX11" fmla="*/ 22365 w 115657"/>
                <a:gd name="connsiteY11" fmla="*/ 153854 h 218970"/>
                <a:gd name="connsiteX12" fmla="*/ 28755 w 115657"/>
                <a:gd name="connsiteY12" fmla="*/ 160238 h 218970"/>
                <a:gd name="connsiteX13" fmla="*/ 35145 w 115657"/>
                <a:gd name="connsiteY13" fmla="*/ 153854 h 218970"/>
                <a:gd name="connsiteX14" fmla="*/ 35145 w 115657"/>
                <a:gd name="connsiteY14" fmla="*/ 130233 h 218970"/>
                <a:gd name="connsiteX15" fmla="*/ 31950 w 115657"/>
                <a:gd name="connsiteY15" fmla="*/ 124488 h 218970"/>
                <a:gd name="connsiteX16" fmla="*/ 25560 w 115657"/>
                <a:gd name="connsiteY16" fmla="*/ 124488 h 218970"/>
                <a:gd name="connsiteX17" fmla="*/ 0 w 115657"/>
                <a:gd name="connsiteY17" fmla="*/ 168537 h 218970"/>
                <a:gd name="connsiteX18" fmla="*/ 50481 w 115657"/>
                <a:gd name="connsiteY18" fmla="*/ 218971 h 218970"/>
                <a:gd name="connsiteX19" fmla="*/ 100961 w 115657"/>
                <a:gd name="connsiteY19" fmla="*/ 168537 h 218970"/>
                <a:gd name="connsiteX20" fmla="*/ 100961 w 115657"/>
                <a:gd name="connsiteY20" fmla="*/ 84907 h 218970"/>
                <a:gd name="connsiteX21" fmla="*/ 115658 w 115657"/>
                <a:gd name="connsiteY21" fmla="*/ 65117 h 218970"/>
                <a:gd name="connsiteX22" fmla="*/ 100961 w 115657"/>
                <a:gd name="connsiteY22" fmla="*/ 45326 h 218970"/>
                <a:gd name="connsiteX23" fmla="*/ 94571 w 115657"/>
                <a:gd name="connsiteY23" fmla="*/ 74054 h 218970"/>
                <a:gd name="connsiteX24" fmla="*/ 86264 w 115657"/>
                <a:gd name="connsiteY24" fmla="*/ 65755 h 218970"/>
                <a:gd name="connsiteX25" fmla="*/ 94571 w 115657"/>
                <a:gd name="connsiteY25" fmla="*/ 57456 h 218970"/>
                <a:gd name="connsiteX26" fmla="*/ 102878 w 115657"/>
                <a:gd name="connsiteY26" fmla="*/ 65755 h 218970"/>
                <a:gd name="connsiteX27" fmla="*/ 94571 w 115657"/>
                <a:gd name="connsiteY27" fmla="*/ 74054 h 21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5657" h="218970">
                  <a:moveTo>
                    <a:pt x="100961" y="45326"/>
                  </a:moveTo>
                  <a:lnTo>
                    <a:pt x="100961" y="6384"/>
                  </a:lnTo>
                  <a:cubicBezTo>
                    <a:pt x="100961" y="2554"/>
                    <a:pt x="98405" y="0"/>
                    <a:pt x="94571" y="0"/>
                  </a:cubicBezTo>
                  <a:cubicBezTo>
                    <a:pt x="90737" y="0"/>
                    <a:pt x="88181" y="2554"/>
                    <a:pt x="88181" y="6384"/>
                  </a:cubicBezTo>
                  <a:lnTo>
                    <a:pt x="88181" y="45326"/>
                  </a:lnTo>
                  <a:cubicBezTo>
                    <a:pt x="79874" y="47880"/>
                    <a:pt x="73484" y="56179"/>
                    <a:pt x="73484" y="65117"/>
                  </a:cubicBezTo>
                  <a:cubicBezTo>
                    <a:pt x="73484" y="74054"/>
                    <a:pt x="79874" y="82353"/>
                    <a:pt x="88181" y="84907"/>
                  </a:cubicBezTo>
                  <a:lnTo>
                    <a:pt x="88181" y="168537"/>
                  </a:lnTo>
                  <a:cubicBezTo>
                    <a:pt x="88181" y="189604"/>
                    <a:pt x="70928" y="206203"/>
                    <a:pt x="50481" y="206203"/>
                  </a:cubicBezTo>
                  <a:cubicBezTo>
                    <a:pt x="29394" y="206203"/>
                    <a:pt x="12780" y="188966"/>
                    <a:pt x="12780" y="168537"/>
                  </a:cubicBezTo>
                  <a:cubicBezTo>
                    <a:pt x="12780" y="158961"/>
                    <a:pt x="15975" y="150662"/>
                    <a:pt x="22365" y="143640"/>
                  </a:cubicBezTo>
                  <a:lnTo>
                    <a:pt x="22365" y="153854"/>
                  </a:lnTo>
                  <a:cubicBezTo>
                    <a:pt x="22365" y="157684"/>
                    <a:pt x="24921" y="160238"/>
                    <a:pt x="28755" y="160238"/>
                  </a:cubicBezTo>
                  <a:cubicBezTo>
                    <a:pt x="32589" y="160238"/>
                    <a:pt x="35145" y="157684"/>
                    <a:pt x="35145" y="153854"/>
                  </a:cubicBezTo>
                  <a:lnTo>
                    <a:pt x="35145" y="130233"/>
                  </a:lnTo>
                  <a:cubicBezTo>
                    <a:pt x="35145" y="127680"/>
                    <a:pt x="33867" y="125765"/>
                    <a:pt x="31950" y="124488"/>
                  </a:cubicBezTo>
                  <a:cubicBezTo>
                    <a:pt x="30033" y="123211"/>
                    <a:pt x="27477" y="123211"/>
                    <a:pt x="25560" y="124488"/>
                  </a:cubicBezTo>
                  <a:cubicBezTo>
                    <a:pt x="9585" y="133425"/>
                    <a:pt x="0" y="150662"/>
                    <a:pt x="0" y="168537"/>
                  </a:cubicBezTo>
                  <a:cubicBezTo>
                    <a:pt x="0" y="196627"/>
                    <a:pt x="23004" y="218971"/>
                    <a:pt x="50481" y="218971"/>
                  </a:cubicBezTo>
                  <a:cubicBezTo>
                    <a:pt x="77957" y="218971"/>
                    <a:pt x="100961" y="195988"/>
                    <a:pt x="100961" y="168537"/>
                  </a:cubicBezTo>
                  <a:lnTo>
                    <a:pt x="100961" y="84907"/>
                  </a:lnTo>
                  <a:cubicBezTo>
                    <a:pt x="109268" y="82353"/>
                    <a:pt x="115658" y="74054"/>
                    <a:pt x="115658" y="65117"/>
                  </a:cubicBezTo>
                  <a:cubicBezTo>
                    <a:pt x="115658" y="56179"/>
                    <a:pt x="109268" y="48518"/>
                    <a:pt x="100961" y="45326"/>
                  </a:cubicBezTo>
                  <a:close/>
                  <a:moveTo>
                    <a:pt x="94571" y="74054"/>
                  </a:moveTo>
                  <a:cubicBezTo>
                    <a:pt x="90098" y="74054"/>
                    <a:pt x="86264" y="70224"/>
                    <a:pt x="86264" y="65755"/>
                  </a:cubicBezTo>
                  <a:cubicBezTo>
                    <a:pt x="86264" y="61286"/>
                    <a:pt x="90098" y="57456"/>
                    <a:pt x="94571" y="57456"/>
                  </a:cubicBezTo>
                  <a:cubicBezTo>
                    <a:pt x="99044" y="57456"/>
                    <a:pt x="102878" y="61286"/>
                    <a:pt x="102878" y="65755"/>
                  </a:cubicBezTo>
                  <a:cubicBezTo>
                    <a:pt x="102878" y="70224"/>
                    <a:pt x="99044" y="74054"/>
                    <a:pt x="94571" y="74054"/>
                  </a:cubicBezTo>
                  <a:close/>
                </a:path>
              </a:pathLst>
            </a:custGeom>
            <a:solidFill>
              <a:srgbClr val="005587"/>
            </a:solidFill>
            <a:ln w="6390" cap="flat">
              <a:noFill/>
              <a:prstDash val="solid"/>
              <a:miter/>
            </a:ln>
          </p:spPr>
          <p:txBody>
            <a:bodyPr rtlCol="0" anchor="ctr"/>
            <a:lstStyle/>
            <a:p>
              <a:endParaRPr lang="en-US"/>
            </a:p>
          </p:txBody>
        </p:sp>
      </p:grpSp>
      <p:grpSp>
        <p:nvGrpSpPr>
          <p:cNvPr id="1058" name="Graphic 4">
            <a:extLst>
              <a:ext uri="{FF2B5EF4-FFF2-40B4-BE49-F238E27FC236}">
                <a16:creationId xmlns:a16="http://schemas.microsoft.com/office/drawing/2014/main" id="{DF8637ED-07F8-004B-88B7-279B2026CA5E}"/>
              </a:ext>
            </a:extLst>
          </p:cNvPr>
          <p:cNvGrpSpPr>
            <a:grpSpLocks noChangeAspect="1"/>
          </p:cNvGrpSpPr>
          <p:nvPr/>
        </p:nvGrpSpPr>
        <p:grpSpPr>
          <a:xfrm>
            <a:off x="905454" y="2371173"/>
            <a:ext cx="361670" cy="361333"/>
            <a:chOff x="905454" y="2371173"/>
            <a:chExt cx="361670" cy="361333"/>
          </a:xfrm>
          <a:solidFill>
            <a:srgbClr val="005587"/>
          </a:solidFill>
        </p:grpSpPr>
        <p:sp>
          <p:nvSpPr>
            <p:cNvPr id="1059" name="Graphic 4">
              <a:extLst>
                <a:ext uri="{FF2B5EF4-FFF2-40B4-BE49-F238E27FC236}">
                  <a16:creationId xmlns:a16="http://schemas.microsoft.com/office/drawing/2014/main" id="{5257071A-4341-7F4E-82C8-84744238135D}"/>
                </a:ext>
              </a:extLst>
            </p:cNvPr>
            <p:cNvSpPr/>
            <p:nvPr/>
          </p:nvSpPr>
          <p:spPr>
            <a:xfrm>
              <a:off x="1115044" y="2499491"/>
              <a:ext cx="16613" cy="16598"/>
            </a:xfrm>
            <a:custGeom>
              <a:avLst/>
              <a:gdLst>
                <a:gd name="connsiteX0" fmla="*/ 16614 w 16613"/>
                <a:gd name="connsiteY0" fmla="*/ 8299 h 16598"/>
                <a:gd name="connsiteX1" fmla="*/ 8307 w 16613"/>
                <a:gd name="connsiteY1" fmla="*/ 16598 h 16598"/>
                <a:gd name="connsiteX2" fmla="*/ 0 w 16613"/>
                <a:gd name="connsiteY2" fmla="*/ 8299 h 16598"/>
                <a:gd name="connsiteX3" fmla="*/ 8307 w 16613"/>
                <a:gd name="connsiteY3" fmla="*/ 0 h 16598"/>
                <a:gd name="connsiteX4" fmla="*/ 16614 w 16613"/>
                <a:gd name="connsiteY4" fmla="*/ 8299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16598">
                  <a:moveTo>
                    <a:pt x="16614" y="8299"/>
                  </a:moveTo>
                  <a:cubicBezTo>
                    <a:pt x="16614" y="12883"/>
                    <a:pt x="12895" y="16598"/>
                    <a:pt x="8307" y="16598"/>
                  </a:cubicBezTo>
                  <a:cubicBezTo>
                    <a:pt x="3719" y="16598"/>
                    <a:pt x="0" y="12883"/>
                    <a:pt x="0" y="8299"/>
                  </a:cubicBezTo>
                  <a:cubicBezTo>
                    <a:pt x="0" y="3716"/>
                    <a:pt x="3719" y="0"/>
                    <a:pt x="8307" y="0"/>
                  </a:cubicBezTo>
                  <a:cubicBezTo>
                    <a:pt x="12895" y="0"/>
                    <a:pt x="16614" y="3716"/>
                    <a:pt x="16614" y="8299"/>
                  </a:cubicBezTo>
                  <a:close/>
                </a:path>
              </a:pathLst>
            </a:custGeom>
            <a:solidFill>
              <a:srgbClr val="005587"/>
            </a:solidFill>
            <a:ln w="6390" cap="flat">
              <a:noFill/>
              <a:prstDash val="solid"/>
              <a:miter/>
            </a:ln>
          </p:spPr>
          <p:txBody>
            <a:bodyPr rtlCol="0" anchor="ctr"/>
            <a:lstStyle/>
            <a:p>
              <a:endParaRPr lang="en-US"/>
            </a:p>
          </p:txBody>
        </p:sp>
        <p:sp>
          <p:nvSpPr>
            <p:cNvPr id="1060" name="Graphic 4">
              <a:extLst>
                <a:ext uri="{FF2B5EF4-FFF2-40B4-BE49-F238E27FC236}">
                  <a16:creationId xmlns:a16="http://schemas.microsoft.com/office/drawing/2014/main" id="{77DB6E86-B3D1-3F48-B753-D06DD3F15D97}"/>
                </a:ext>
              </a:extLst>
            </p:cNvPr>
            <p:cNvSpPr/>
            <p:nvPr/>
          </p:nvSpPr>
          <p:spPr>
            <a:xfrm>
              <a:off x="90545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24287 w 361670"/>
                <a:gd name="connsiteY5" fmla="*/ 156408 h 361333"/>
                <a:gd name="connsiteX6" fmla="*/ 224287 w 361670"/>
                <a:gd name="connsiteY6" fmla="*/ 240038 h 361333"/>
                <a:gd name="connsiteX7" fmla="*/ 173806 w 361670"/>
                <a:gd name="connsiteY7" fmla="*/ 290471 h 361333"/>
                <a:gd name="connsiteX8" fmla="*/ 123326 w 361670"/>
                <a:gd name="connsiteY8" fmla="*/ 240038 h 361333"/>
                <a:gd name="connsiteX9" fmla="*/ 148886 w 361670"/>
                <a:gd name="connsiteY9" fmla="*/ 195988 h 361333"/>
                <a:gd name="connsiteX10" fmla="*/ 155275 w 361670"/>
                <a:gd name="connsiteY10" fmla="*/ 195988 h 361333"/>
                <a:gd name="connsiteX11" fmla="*/ 158470 w 361670"/>
                <a:gd name="connsiteY11" fmla="*/ 201734 h 361333"/>
                <a:gd name="connsiteX12" fmla="*/ 158470 w 361670"/>
                <a:gd name="connsiteY12" fmla="*/ 225355 h 361333"/>
                <a:gd name="connsiteX13" fmla="*/ 152081 w 361670"/>
                <a:gd name="connsiteY13" fmla="*/ 231739 h 361333"/>
                <a:gd name="connsiteX14" fmla="*/ 145691 w 361670"/>
                <a:gd name="connsiteY14" fmla="*/ 225355 h 361333"/>
                <a:gd name="connsiteX15" fmla="*/ 145691 w 361670"/>
                <a:gd name="connsiteY15" fmla="*/ 215140 h 361333"/>
                <a:gd name="connsiteX16" fmla="*/ 136106 w 361670"/>
                <a:gd name="connsiteY16" fmla="*/ 240038 h 361333"/>
                <a:gd name="connsiteX17" fmla="*/ 173806 w 361670"/>
                <a:gd name="connsiteY17" fmla="*/ 277703 h 361333"/>
                <a:gd name="connsiteX18" fmla="*/ 211507 w 361670"/>
                <a:gd name="connsiteY18" fmla="*/ 240038 h 361333"/>
                <a:gd name="connsiteX19" fmla="*/ 211507 w 361670"/>
                <a:gd name="connsiteY19" fmla="*/ 156408 h 361333"/>
                <a:gd name="connsiteX20" fmla="*/ 196810 w 361670"/>
                <a:gd name="connsiteY20" fmla="*/ 136617 h 361333"/>
                <a:gd name="connsiteX21" fmla="*/ 211507 w 361670"/>
                <a:gd name="connsiteY21" fmla="*/ 116827 h 361333"/>
                <a:gd name="connsiteX22" fmla="*/ 211507 w 361670"/>
                <a:gd name="connsiteY22" fmla="*/ 77885 h 361333"/>
                <a:gd name="connsiteX23" fmla="*/ 217897 w 361670"/>
                <a:gd name="connsiteY23" fmla="*/ 71501 h 361333"/>
                <a:gd name="connsiteX24" fmla="*/ 224287 w 361670"/>
                <a:gd name="connsiteY24" fmla="*/ 77885 h 361333"/>
                <a:gd name="connsiteX25" fmla="*/ 224287 w 361670"/>
                <a:gd name="connsiteY25" fmla="*/ 116827 h 361333"/>
                <a:gd name="connsiteX26" fmla="*/ 238984 w 361670"/>
                <a:gd name="connsiteY26" fmla="*/ 136617 h 361333"/>
                <a:gd name="connsiteX27" fmla="*/ 224287 w 361670"/>
                <a:gd name="connsiteY27" fmla="*/ 15640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224287" y="156408"/>
                  </a:moveTo>
                  <a:lnTo>
                    <a:pt x="224287" y="240038"/>
                  </a:lnTo>
                  <a:cubicBezTo>
                    <a:pt x="224287" y="268127"/>
                    <a:pt x="201283" y="290471"/>
                    <a:pt x="173806" y="290471"/>
                  </a:cubicBezTo>
                  <a:cubicBezTo>
                    <a:pt x="146330" y="290471"/>
                    <a:pt x="123326" y="267489"/>
                    <a:pt x="123326" y="240038"/>
                  </a:cubicBezTo>
                  <a:cubicBezTo>
                    <a:pt x="123326" y="222163"/>
                    <a:pt x="132911" y="204926"/>
                    <a:pt x="148886" y="195988"/>
                  </a:cubicBezTo>
                  <a:cubicBezTo>
                    <a:pt x="150803" y="194711"/>
                    <a:pt x="153358" y="194711"/>
                    <a:pt x="155275" y="195988"/>
                  </a:cubicBezTo>
                  <a:cubicBezTo>
                    <a:pt x="157192" y="197265"/>
                    <a:pt x="158470" y="199180"/>
                    <a:pt x="158470" y="201734"/>
                  </a:cubicBezTo>
                  <a:lnTo>
                    <a:pt x="158470" y="225355"/>
                  </a:lnTo>
                  <a:cubicBezTo>
                    <a:pt x="158470" y="229185"/>
                    <a:pt x="155915" y="231739"/>
                    <a:pt x="152081" y="231739"/>
                  </a:cubicBezTo>
                  <a:cubicBezTo>
                    <a:pt x="148247" y="231739"/>
                    <a:pt x="145691" y="229185"/>
                    <a:pt x="145691" y="225355"/>
                  </a:cubicBezTo>
                  <a:lnTo>
                    <a:pt x="145691" y="215140"/>
                  </a:lnTo>
                  <a:cubicBezTo>
                    <a:pt x="139940" y="222163"/>
                    <a:pt x="136106" y="231100"/>
                    <a:pt x="136106" y="240038"/>
                  </a:cubicBezTo>
                  <a:cubicBezTo>
                    <a:pt x="136106" y="261105"/>
                    <a:pt x="153358" y="277703"/>
                    <a:pt x="173806" y="277703"/>
                  </a:cubicBezTo>
                  <a:cubicBezTo>
                    <a:pt x="194893" y="277703"/>
                    <a:pt x="211507" y="260467"/>
                    <a:pt x="211507" y="240038"/>
                  </a:cubicBezTo>
                  <a:lnTo>
                    <a:pt x="211507" y="156408"/>
                  </a:lnTo>
                  <a:cubicBezTo>
                    <a:pt x="203200" y="153854"/>
                    <a:pt x="196810" y="145555"/>
                    <a:pt x="196810" y="136617"/>
                  </a:cubicBezTo>
                  <a:cubicBezTo>
                    <a:pt x="196810" y="127680"/>
                    <a:pt x="203200" y="119381"/>
                    <a:pt x="211507" y="116827"/>
                  </a:cubicBezTo>
                  <a:lnTo>
                    <a:pt x="211507" y="77885"/>
                  </a:lnTo>
                  <a:cubicBezTo>
                    <a:pt x="211507" y="74054"/>
                    <a:pt x="214063" y="71501"/>
                    <a:pt x="217897" y="71501"/>
                  </a:cubicBezTo>
                  <a:cubicBezTo>
                    <a:pt x="221731" y="71501"/>
                    <a:pt x="224287" y="74054"/>
                    <a:pt x="224287" y="77885"/>
                  </a:cubicBezTo>
                  <a:lnTo>
                    <a:pt x="224287" y="116827"/>
                  </a:lnTo>
                  <a:cubicBezTo>
                    <a:pt x="232594" y="119381"/>
                    <a:pt x="238984" y="127680"/>
                    <a:pt x="238984" y="136617"/>
                  </a:cubicBezTo>
                  <a:cubicBezTo>
                    <a:pt x="238984" y="145555"/>
                    <a:pt x="233233" y="153854"/>
                    <a:pt x="224287" y="156408"/>
                  </a:cubicBezTo>
                  <a:close/>
                </a:path>
              </a:pathLst>
            </a:custGeom>
            <a:solidFill>
              <a:srgbClr val="005587"/>
            </a:solidFill>
            <a:ln w="6390" cap="flat">
              <a:noFill/>
              <a:prstDash val="solid"/>
              <a:miter/>
            </a:ln>
          </p:spPr>
          <p:txBody>
            <a:bodyPr rtlCol="0" anchor="ctr"/>
            <a:lstStyle/>
            <a:p>
              <a:endParaRPr lang="en-US"/>
            </a:p>
          </p:txBody>
        </p:sp>
      </p:grpSp>
      <p:grpSp>
        <p:nvGrpSpPr>
          <p:cNvPr id="1061" name="Graphic 4">
            <a:extLst>
              <a:ext uri="{FF2B5EF4-FFF2-40B4-BE49-F238E27FC236}">
                <a16:creationId xmlns:a16="http://schemas.microsoft.com/office/drawing/2014/main" id="{8109AE34-4147-5241-A471-E9BC7363813E}"/>
              </a:ext>
            </a:extLst>
          </p:cNvPr>
          <p:cNvGrpSpPr>
            <a:grpSpLocks noChangeAspect="1"/>
          </p:cNvGrpSpPr>
          <p:nvPr/>
        </p:nvGrpSpPr>
        <p:grpSpPr>
          <a:xfrm>
            <a:off x="467743" y="2855717"/>
            <a:ext cx="361670" cy="361333"/>
            <a:chOff x="467743" y="2855717"/>
            <a:chExt cx="361670" cy="361333"/>
          </a:xfrm>
          <a:solidFill>
            <a:srgbClr val="005587"/>
          </a:solidFill>
        </p:grpSpPr>
        <p:sp>
          <p:nvSpPr>
            <p:cNvPr id="1062" name="Graphic 4">
              <a:extLst>
                <a:ext uri="{FF2B5EF4-FFF2-40B4-BE49-F238E27FC236}">
                  <a16:creationId xmlns:a16="http://schemas.microsoft.com/office/drawing/2014/main" id="{EB637B32-F790-9244-92BF-D8A3C78E1006}"/>
                </a:ext>
              </a:extLst>
            </p:cNvPr>
            <p:cNvSpPr/>
            <p:nvPr/>
          </p:nvSpPr>
          <p:spPr>
            <a:xfrm>
              <a:off x="467743"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8565 h 361333"/>
                <a:gd name="connsiteX6" fmla="*/ 12780 w 361670"/>
                <a:gd name="connsiteY6" fmla="*/ 180667 h 361333"/>
                <a:gd name="connsiteX7" fmla="*/ 180835 w 361670"/>
                <a:gd name="connsiteY7" fmla="*/ 12768 h 361333"/>
                <a:gd name="connsiteX8" fmla="*/ 348891 w 361670"/>
                <a:gd name="connsiteY8" fmla="*/ 180667 h 361333"/>
                <a:gd name="connsiteX9" fmla="*/ 180835 w 361670"/>
                <a:gd name="connsiteY9" fmla="*/ 3485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257"/>
                    <a:pt x="361670" y="180667"/>
                  </a:cubicBezTo>
                  <a:cubicBezTo>
                    <a:pt x="361670" y="81076"/>
                    <a:pt x="280518" y="0"/>
                    <a:pt x="180835" y="0"/>
                  </a:cubicBezTo>
                  <a:close/>
                  <a:moveTo>
                    <a:pt x="180835" y="348565"/>
                  </a:moveTo>
                  <a:cubicBezTo>
                    <a:pt x="88181" y="348565"/>
                    <a:pt x="12780" y="273234"/>
                    <a:pt x="12780" y="180667"/>
                  </a:cubicBezTo>
                  <a:cubicBezTo>
                    <a:pt x="12780" y="88099"/>
                    <a:pt x="88181" y="12768"/>
                    <a:pt x="180835" y="12768"/>
                  </a:cubicBezTo>
                  <a:cubicBezTo>
                    <a:pt x="273489" y="12768"/>
                    <a:pt x="348891" y="88099"/>
                    <a:pt x="348891" y="180667"/>
                  </a:cubicBezTo>
                  <a:cubicBezTo>
                    <a:pt x="348891" y="273234"/>
                    <a:pt x="273489" y="348565"/>
                    <a:pt x="180835" y="348565"/>
                  </a:cubicBezTo>
                  <a:close/>
                </a:path>
              </a:pathLst>
            </a:custGeom>
            <a:solidFill>
              <a:srgbClr val="005587"/>
            </a:solidFill>
            <a:ln w="6390" cap="flat">
              <a:noFill/>
              <a:prstDash val="solid"/>
              <a:miter/>
            </a:ln>
          </p:spPr>
          <p:txBody>
            <a:bodyPr rtlCol="0" anchor="ctr"/>
            <a:lstStyle/>
            <a:p>
              <a:endParaRPr lang="en-US"/>
            </a:p>
          </p:txBody>
        </p:sp>
        <p:sp>
          <p:nvSpPr>
            <p:cNvPr id="1063" name="Graphic 4">
              <a:extLst>
                <a:ext uri="{FF2B5EF4-FFF2-40B4-BE49-F238E27FC236}">
                  <a16:creationId xmlns:a16="http://schemas.microsoft.com/office/drawing/2014/main" id="{6E6A917A-8903-BB43-AA72-25145E71C0F7}"/>
                </a:ext>
              </a:extLst>
            </p:cNvPr>
            <p:cNvSpPr/>
            <p:nvPr/>
          </p:nvSpPr>
          <p:spPr>
            <a:xfrm>
              <a:off x="540466" y="2934756"/>
              <a:ext cx="215585" cy="206324"/>
            </a:xfrm>
            <a:custGeom>
              <a:avLst/>
              <a:gdLst>
                <a:gd name="connsiteX0" fmla="*/ 199489 w 215585"/>
                <a:gd name="connsiteY0" fmla="*/ 4591 h 206324"/>
                <a:gd name="connsiteX1" fmla="*/ 191821 w 215585"/>
                <a:gd name="connsiteY1" fmla="*/ 122 h 206324"/>
                <a:gd name="connsiteX2" fmla="*/ 161788 w 215585"/>
                <a:gd name="connsiteY2" fmla="*/ 8421 h 206324"/>
                <a:gd name="connsiteX3" fmla="*/ 157954 w 215585"/>
                <a:gd name="connsiteY3" fmla="*/ 11613 h 206324"/>
                <a:gd name="connsiteX4" fmla="*/ 157315 w 215585"/>
                <a:gd name="connsiteY4" fmla="*/ 16721 h 206324"/>
                <a:gd name="connsiteX5" fmla="*/ 157954 w 215585"/>
                <a:gd name="connsiteY5" fmla="*/ 17997 h 206324"/>
                <a:gd name="connsiteX6" fmla="*/ 96610 w 215585"/>
                <a:gd name="connsiteY6" fmla="*/ 34596 h 206324"/>
                <a:gd name="connsiteX7" fmla="*/ 92777 w 215585"/>
                <a:gd name="connsiteY7" fmla="*/ 37788 h 206324"/>
                <a:gd name="connsiteX8" fmla="*/ 92138 w 215585"/>
                <a:gd name="connsiteY8" fmla="*/ 41618 h 206324"/>
                <a:gd name="connsiteX9" fmla="*/ 15458 w 215585"/>
                <a:gd name="connsiteY9" fmla="*/ 62685 h 206324"/>
                <a:gd name="connsiteX10" fmla="*/ 14180 w 215585"/>
                <a:gd name="connsiteY10" fmla="*/ 63324 h 206324"/>
                <a:gd name="connsiteX11" fmla="*/ 12263 w 215585"/>
                <a:gd name="connsiteY11" fmla="*/ 56940 h 206324"/>
                <a:gd name="connsiteX12" fmla="*/ 4595 w 215585"/>
                <a:gd name="connsiteY12" fmla="*/ 52471 h 206324"/>
                <a:gd name="connsiteX13" fmla="*/ 122 w 215585"/>
                <a:gd name="connsiteY13" fmla="*/ 60132 h 206324"/>
                <a:gd name="connsiteX14" fmla="*/ 16736 w 215585"/>
                <a:gd name="connsiteY14" fmla="*/ 120141 h 206324"/>
                <a:gd name="connsiteX15" fmla="*/ 23126 w 215585"/>
                <a:gd name="connsiteY15" fmla="*/ 124610 h 206324"/>
                <a:gd name="connsiteX16" fmla="*/ 25043 w 215585"/>
                <a:gd name="connsiteY16" fmla="*/ 124610 h 206324"/>
                <a:gd name="connsiteX17" fmla="*/ 29516 w 215585"/>
                <a:gd name="connsiteY17" fmla="*/ 116949 h 206324"/>
                <a:gd name="connsiteX18" fmla="*/ 27599 w 215585"/>
                <a:gd name="connsiteY18" fmla="*/ 110565 h 206324"/>
                <a:gd name="connsiteX19" fmla="*/ 28877 w 215585"/>
                <a:gd name="connsiteY19" fmla="*/ 110565 h 206324"/>
                <a:gd name="connsiteX20" fmla="*/ 101722 w 215585"/>
                <a:gd name="connsiteY20" fmla="*/ 90775 h 206324"/>
                <a:gd name="connsiteX21" fmla="*/ 63383 w 215585"/>
                <a:gd name="connsiteY21" fmla="*/ 197387 h 206324"/>
                <a:gd name="connsiteX22" fmla="*/ 67217 w 215585"/>
                <a:gd name="connsiteY22" fmla="*/ 205686 h 206324"/>
                <a:gd name="connsiteX23" fmla="*/ 69134 w 215585"/>
                <a:gd name="connsiteY23" fmla="*/ 206325 h 206324"/>
                <a:gd name="connsiteX24" fmla="*/ 74885 w 215585"/>
                <a:gd name="connsiteY24" fmla="*/ 201856 h 206324"/>
                <a:gd name="connsiteX25" fmla="*/ 101083 w 215585"/>
                <a:gd name="connsiteY25" fmla="*/ 127802 h 206324"/>
                <a:gd name="connsiteX26" fmla="*/ 101083 w 215585"/>
                <a:gd name="connsiteY26" fmla="*/ 197387 h 206324"/>
                <a:gd name="connsiteX27" fmla="*/ 107473 w 215585"/>
                <a:gd name="connsiteY27" fmla="*/ 203771 h 206324"/>
                <a:gd name="connsiteX28" fmla="*/ 113863 w 215585"/>
                <a:gd name="connsiteY28" fmla="*/ 197387 h 206324"/>
                <a:gd name="connsiteX29" fmla="*/ 113863 w 215585"/>
                <a:gd name="connsiteY29" fmla="*/ 125248 h 206324"/>
                <a:gd name="connsiteX30" fmla="*/ 140062 w 215585"/>
                <a:gd name="connsiteY30" fmla="*/ 199302 h 206324"/>
                <a:gd name="connsiteX31" fmla="*/ 145813 w 215585"/>
                <a:gd name="connsiteY31" fmla="*/ 203771 h 206324"/>
                <a:gd name="connsiteX32" fmla="*/ 147730 w 215585"/>
                <a:gd name="connsiteY32" fmla="*/ 203133 h 206324"/>
                <a:gd name="connsiteX33" fmla="*/ 151564 w 215585"/>
                <a:gd name="connsiteY33" fmla="*/ 194834 h 206324"/>
                <a:gd name="connsiteX34" fmla="*/ 113863 w 215585"/>
                <a:gd name="connsiteY34" fmla="*/ 90137 h 206324"/>
                <a:gd name="connsiteX35" fmla="*/ 172012 w 215585"/>
                <a:gd name="connsiteY35" fmla="*/ 74177 h 206324"/>
                <a:gd name="connsiteX36" fmla="*/ 172651 w 215585"/>
                <a:gd name="connsiteY36" fmla="*/ 75453 h 206324"/>
                <a:gd name="connsiteX37" fmla="*/ 175846 w 215585"/>
                <a:gd name="connsiteY37" fmla="*/ 79284 h 206324"/>
                <a:gd name="connsiteX38" fmla="*/ 179041 w 215585"/>
                <a:gd name="connsiteY38" fmla="*/ 79922 h 206324"/>
                <a:gd name="connsiteX39" fmla="*/ 180958 w 215585"/>
                <a:gd name="connsiteY39" fmla="*/ 79922 h 206324"/>
                <a:gd name="connsiteX40" fmla="*/ 210990 w 215585"/>
                <a:gd name="connsiteY40" fmla="*/ 71623 h 206324"/>
                <a:gd name="connsiteX41" fmla="*/ 215463 w 215585"/>
                <a:gd name="connsiteY41" fmla="*/ 63962 h 206324"/>
                <a:gd name="connsiteX42" fmla="*/ 199489 w 215585"/>
                <a:gd name="connsiteY42" fmla="*/ 4591 h 206324"/>
                <a:gd name="connsiteX43" fmla="*/ 30794 w 215585"/>
                <a:gd name="connsiteY43" fmla="*/ 94605 h 206324"/>
                <a:gd name="connsiteX44" fmla="*/ 24404 w 215585"/>
                <a:gd name="connsiteY44" fmla="*/ 72261 h 206324"/>
                <a:gd name="connsiteX45" fmla="*/ 94694 w 215585"/>
                <a:gd name="connsiteY45" fmla="*/ 53109 h 206324"/>
                <a:gd name="connsiteX46" fmla="*/ 97888 w 215585"/>
                <a:gd name="connsiteY46" fmla="*/ 64601 h 206324"/>
                <a:gd name="connsiteX47" fmla="*/ 101083 w 215585"/>
                <a:gd name="connsiteY47" fmla="*/ 76092 h 206324"/>
                <a:gd name="connsiteX48" fmla="*/ 30794 w 215585"/>
                <a:gd name="connsiteY48" fmla="*/ 94605 h 206324"/>
                <a:gd name="connsiteX49" fmla="*/ 115141 w 215585"/>
                <a:gd name="connsiteY49" fmla="*/ 77369 h 206324"/>
                <a:gd name="connsiteX50" fmla="*/ 110668 w 215585"/>
                <a:gd name="connsiteY50" fmla="*/ 60770 h 206324"/>
                <a:gd name="connsiteX51" fmla="*/ 106195 w 215585"/>
                <a:gd name="connsiteY51" fmla="*/ 44172 h 206324"/>
                <a:gd name="connsiteX52" fmla="*/ 161149 w 215585"/>
                <a:gd name="connsiteY52" fmla="*/ 28850 h 206324"/>
                <a:gd name="connsiteX53" fmla="*/ 170095 w 215585"/>
                <a:gd name="connsiteY53" fmla="*/ 61409 h 206324"/>
                <a:gd name="connsiteX54" fmla="*/ 115141 w 215585"/>
                <a:gd name="connsiteY54" fmla="*/ 77369 h 206324"/>
                <a:gd name="connsiteX55" fmla="*/ 184153 w 215585"/>
                <a:gd name="connsiteY55" fmla="*/ 66516 h 206324"/>
                <a:gd name="connsiteX56" fmla="*/ 183514 w 215585"/>
                <a:gd name="connsiteY56" fmla="*/ 65239 h 206324"/>
                <a:gd name="connsiteX57" fmla="*/ 183514 w 215585"/>
                <a:gd name="connsiteY57" fmla="*/ 65239 h 206324"/>
                <a:gd name="connsiteX58" fmla="*/ 180319 w 215585"/>
                <a:gd name="connsiteY58" fmla="*/ 52471 h 206324"/>
                <a:gd name="connsiteX59" fmla="*/ 171373 w 215585"/>
                <a:gd name="connsiteY59" fmla="*/ 18636 h 206324"/>
                <a:gd name="connsiteX60" fmla="*/ 189265 w 215585"/>
                <a:gd name="connsiteY60" fmla="*/ 13529 h 206324"/>
                <a:gd name="connsiteX61" fmla="*/ 202044 w 215585"/>
                <a:gd name="connsiteY61" fmla="*/ 61409 h 206324"/>
                <a:gd name="connsiteX62" fmla="*/ 184153 w 215585"/>
                <a:gd name="connsiteY62" fmla="*/ 66516 h 206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215585" h="206324">
                  <a:moveTo>
                    <a:pt x="199489" y="4591"/>
                  </a:moveTo>
                  <a:cubicBezTo>
                    <a:pt x="198849" y="1399"/>
                    <a:pt x="195016" y="-516"/>
                    <a:pt x="191821" y="122"/>
                  </a:cubicBezTo>
                  <a:lnTo>
                    <a:pt x="161788" y="8421"/>
                  </a:lnTo>
                  <a:cubicBezTo>
                    <a:pt x="159871" y="9060"/>
                    <a:pt x="158593" y="9698"/>
                    <a:pt x="157954" y="11613"/>
                  </a:cubicBezTo>
                  <a:cubicBezTo>
                    <a:pt x="157315" y="12890"/>
                    <a:pt x="156676" y="14805"/>
                    <a:pt x="157315" y="16721"/>
                  </a:cubicBezTo>
                  <a:lnTo>
                    <a:pt x="157954" y="17997"/>
                  </a:lnTo>
                  <a:lnTo>
                    <a:pt x="96610" y="34596"/>
                  </a:lnTo>
                  <a:cubicBezTo>
                    <a:pt x="94694" y="35234"/>
                    <a:pt x="93416" y="35873"/>
                    <a:pt x="92777" y="37788"/>
                  </a:cubicBezTo>
                  <a:cubicBezTo>
                    <a:pt x="92138" y="39065"/>
                    <a:pt x="92138" y="40341"/>
                    <a:pt x="92138" y="41618"/>
                  </a:cubicBezTo>
                  <a:lnTo>
                    <a:pt x="15458" y="62685"/>
                  </a:lnTo>
                  <a:cubicBezTo>
                    <a:pt x="14819" y="62685"/>
                    <a:pt x="14819" y="63324"/>
                    <a:pt x="14180" y="63324"/>
                  </a:cubicBezTo>
                  <a:lnTo>
                    <a:pt x="12263" y="56940"/>
                  </a:lnTo>
                  <a:cubicBezTo>
                    <a:pt x="11624" y="53748"/>
                    <a:pt x="7790" y="51833"/>
                    <a:pt x="4595" y="52471"/>
                  </a:cubicBezTo>
                  <a:cubicBezTo>
                    <a:pt x="1400" y="53109"/>
                    <a:pt x="-517" y="56940"/>
                    <a:pt x="122" y="60132"/>
                  </a:cubicBezTo>
                  <a:lnTo>
                    <a:pt x="16736" y="120141"/>
                  </a:lnTo>
                  <a:cubicBezTo>
                    <a:pt x="17375" y="122695"/>
                    <a:pt x="19931" y="124610"/>
                    <a:pt x="23126" y="124610"/>
                  </a:cubicBezTo>
                  <a:cubicBezTo>
                    <a:pt x="23765" y="124610"/>
                    <a:pt x="24404" y="124610"/>
                    <a:pt x="25043" y="124610"/>
                  </a:cubicBezTo>
                  <a:cubicBezTo>
                    <a:pt x="28238" y="123972"/>
                    <a:pt x="30155" y="120141"/>
                    <a:pt x="29516" y="116949"/>
                  </a:cubicBezTo>
                  <a:lnTo>
                    <a:pt x="27599" y="110565"/>
                  </a:lnTo>
                  <a:cubicBezTo>
                    <a:pt x="28238" y="110565"/>
                    <a:pt x="28238" y="110565"/>
                    <a:pt x="28877" y="110565"/>
                  </a:cubicBezTo>
                  <a:lnTo>
                    <a:pt x="101722" y="90775"/>
                  </a:lnTo>
                  <a:lnTo>
                    <a:pt x="63383" y="197387"/>
                  </a:lnTo>
                  <a:cubicBezTo>
                    <a:pt x="62105" y="200579"/>
                    <a:pt x="64022" y="204410"/>
                    <a:pt x="67217" y="205686"/>
                  </a:cubicBezTo>
                  <a:cubicBezTo>
                    <a:pt x="67856" y="205686"/>
                    <a:pt x="68495" y="206325"/>
                    <a:pt x="69134" y="206325"/>
                  </a:cubicBezTo>
                  <a:cubicBezTo>
                    <a:pt x="71690" y="206325"/>
                    <a:pt x="74246" y="204410"/>
                    <a:pt x="74885" y="201856"/>
                  </a:cubicBezTo>
                  <a:lnTo>
                    <a:pt x="101083" y="127802"/>
                  </a:lnTo>
                  <a:lnTo>
                    <a:pt x="101083" y="197387"/>
                  </a:lnTo>
                  <a:cubicBezTo>
                    <a:pt x="101083" y="201218"/>
                    <a:pt x="103639" y="203771"/>
                    <a:pt x="107473" y="203771"/>
                  </a:cubicBezTo>
                  <a:cubicBezTo>
                    <a:pt x="111307" y="203771"/>
                    <a:pt x="113863" y="201218"/>
                    <a:pt x="113863" y="197387"/>
                  </a:cubicBezTo>
                  <a:lnTo>
                    <a:pt x="113863" y="125248"/>
                  </a:lnTo>
                  <a:lnTo>
                    <a:pt x="140062" y="199302"/>
                  </a:lnTo>
                  <a:cubicBezTo>
                    <a:pt x="140701" y="201856"/>
                    <a:pt x="143257" y="203771"/>
                    <a:pt x="145813" y="203771"/>
                  </a:cubicBezTo>
                  <a:cubicBezTo>
                    <a:pt x="146452" y="203771"/>
                    <a:pt x="147091" y="203771"/>
                    <a:pt x="147730" y="203133"/>
                  </a:cubicBezTo>
                  <a:cubicBezTo>
                    <a:pt x="150925" y="201856"/>
                    <a:pt x="152842" y="198026"/>
                    <a:pt x="151564" y="194834"/>
                  </a:cubicBezTo>
                  <a:lnTo>
                    <a:pt x="113863" y="90137"/>
                  </a:lnTo>
                  <a:lnTo>
                    <a:pt x="172012" y="74177"/>
                  </a:lnTo>
                  <a:lnTo>
                    <a:pt x="172651" y="75453"/>
                  </a:lnTo>
                  <a:cubicBezTo>
                    <a:pt x="173290" y="77369"/>
                    <a:pt x="173929" y="78645"/>
                    <a:pt x="175846" y="79284"/>
                  </a:cubicBezTo>
                  <a:cubicBezTo>
                    <a:pt x="177124" y="79922"/>
                    <a:pt x="177763" y="79922"/>
                    <a:pt x="179041" y="79922"/>
                  </a:cubicBezTo>
                  <a:cubicBezTo>
                    <a:pt x="179680" y="79922"/>
                    <a:pt x="180319" y="79922"/>
                    <a:pt x="180958" y="79922"/>
                  </a:cubicBezTo>
                  <a:lnTo>
                    <a:pt x="210990" y="71623"/>
                  </a:lnTo>
                  <a:cubicBezTo>
                    <a:pt x="214185" y="70985"/>
                    <a:pt x="216102" y="67154"/>
                    <a:pt x="215463" y="63962"/>
                  </a:cubicBezTo>
                  <a:lnTo>
                    <a:pt x="199489" y="4591"/>
                  </a:lnTo>
                  <a:close/>
                  <a:moveTo>
                    <a:pt x="30794" y="94605"/>
                  </a:moveTo>
                  <a:lnTo>
                    <a:pt x="24404" y="72261"/>
                  </a:lnTo>
                  <a:lnTo>
                    <a:pt x="94694" y="53109"/>
                  </a:lnTo>
                  <a:lnTo>
                    <a:pt x="97888" y="64601"/>
                  </a:lnTo>
                  <a:lnTo>
                    <a:pt x="101083" y="76092"/>
                  </a:lnTo>
                  <a:lnTo>
                    <a:pt x="30794" y="94605"/>
                  </a:lnTo>
                  <a:close/>
                  <a:moveTo>
                    <a:pt x="115141" y="77369"/>
                  </a:moveTo>
                  <a:lnTo>
                    <a:pt x="110668" y="60770"/>
                  </a:lnTo>
                  <a:lnTo>
                    <a:pt x="106195" y="44172"/>
                  </a:lnTo>
                  <a:lnTo>
                    <a:pt x="161149" y="28850"/>
                  </a:lnTo>
                  <a:lnTo>
                    <a:pt x="170095" y="61409"/>
                  </a:lnTo>
                  <a:lnTo>
                    <a:pt x="115141" y="77369"/>
                  </a:lnTo>
                  <a:close/>
                  <a:moveTo>
                    <a:pt x="184153" y="66516"/>
                  </a:moveTo>
                  <a:lnTo>
                    <a:pt x="183514" y="65239"/>
                  </a:lnTo>
                  <a:cubicBezTo>
                    <a:pt x="183514" y="65239"/>
                    <a:pt x="183514" y="65239"/>
                    <a:pt x="183514" y="65239"/>
                  </a:cubicBezTo>
                  <a:lnTo>
                    <a:pt x="180319" y="52471"/>
                  </a:lnTo>
                  <a:lnTo>
                    <a:pt x="171373" y="18636"/>
                  </a:lnTo>
                  <a:lnTo>
                    <a:pt x="189265" y="13529"/>
                  </a:lnTo>
                  <a:lnTo>
                    <a:pt x="202044" y="61409"/>
                  </a:lnTo>
                  <a:lnTo>
                    <a:pt x="184153" y="66516"/>
                  </a:lnTo>
                  <a:close/>
                </a:path>
              </a:pathLst>
            </a:custGeom>
            <a:solidFill>
              <a:srgbClr val="005587"/>
            </a:solidFill>
            <a:ln w="6390" cap="flat">
              <a:noFill/>
              <a:prstDash val="solid"/>
              <a:miter/>
            </a:ln>
          </p:spPr>
          <p:txBody>
            <a:bodyPr rtlCol="0" anchor="ctr"/>
            <a:lstStyle/>
            <a:p>
              <a:endParaRPr lang="en-US"/>
            </a:p>
          </p:txBody>
        </p:sp>
      </p:grpSp>
      <p:grpSp>
        <p:nvGrpSpPr>
          <p:cNvPr id="1064" name="Graphic 4">
            <a:extLst>
              <a:ext uri="{FF2B5EF4-FFF2-40B4-BE49-F238E27FC236}">
                <a16:creationId xmlns:a16="http://schemas.microsoft.com/office/drawing/2014/main" id="{67C859E4-D5E7-FD49-B25B-1B488658A7C4}"/>
              </a:ext>
            </a:extLst>
          </p:cNvPr>
          <p:cNvGrpSpPr>
            <a:grpSpLocks noChangeAspect="1"/>
          </p:cNvGrpSpPr>
          <p:nvPr/>
        </p:nvGrpSpPr>
        <p:grpSpPr>
          <a:xfrm>
            <a:off x="905454" y="2855717"/>
            <a:ext cx="361674" cy="361333"/>
            <a:chOff x="905454" y="2855717"/>
            <a:chExt cx="361674" cy="361333"/>
          </a:xfrm>
          <a:solidFill>
            <a:srgbClr val="005587"/>
          </a:solidFill>
        </p:grpSpPr>
        <p:sp>
          <p:nvSpPr>
            <p:cNvPr id="1065" name="Graphic 4">
              <a:extLst>
                <a:ext uri="{FF2B5EF4-FFF2-40B4-BE49-F238E27FC236}">
                  <a16:creationId xmlns:a16="http://schemas.microsoft.com/office/drawing/2014/main" id="{CBE4C33C-2A1D-FA40-B76F-BA7B168461D2}"/>
                </a:ext>
              </a:extLst>
            </p:cNvPr>
            <p:cNvSpPr/>
            <p:nvPr/>
          </p:nvSpPr>
          <p:spPr>
            <a:xfrm>
              <a:off x="1150188" y="2948285"/>
              <a:ext cx="30671" cy="52986"/>
            </a:xfrm>
            <a:custGeom>
              <a:avLst/>
              <a:gdLst>
                <a:gd name="connsiteX0" fmla="*/ 0 w 30671"/>
                <a:gd name="connsiteY0" fmla="*/ 5107 h 52986"/>
                <a:gd name="connsiteX1" fmla="*/ 8946 w 30671"/>
                <a:gd name="connsiteY1" fmla="*/ 38942 h 52986"/>
                <a:gd name="connsiteX2" fmla="*/ 12141 w 30671"/>
                <a:gd name="connsiteY2" fmla="*/ 51072 h 52986"/>
                <a:gd name="connsiteX3" fmla="*/ 12141 w 30671"/>
                <a:gd name="connsiteY3" fmla="*/ 51072 h 52986"/>
                <a:gd name="connsiteX4" fmla="*/ 12780 w 30671"/>
                <a:gd name="connsiteY4" fmla="*/ 52987 h 52986"/>
                <a:gd name="connsiteX5" fmla="*/ 30672 w 30671"/>
                <a:gd name="connsiteY5" fmla="*/ 47880 h 52986"/>
                <a:gd name="connsiteX6" fmla="*/ 17253 w 30671"/>
                <a:gd name="connsiteY6" fmla="*/ 0 h 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671" h="52986">
                  <a:moveTo>
                    <a:pt x="0" y="5107"/>
                  </a:moveTo>
                  <a:lnTo>
                    <a:pt x="8946" y="38942"/>
                  </a:lnTo>
                  <a:lnTo>
                    <a:pt x="12141" y="51072"/>
                  </a:lnTo>
                  <a:lnTo>
                    <a:pt x="12141" y="51072"/>
                  </a:lnTo>
                  <a:lnTo>
                    <a:pt x="12780" y="52987"/>
                  </a:lnTo>
                  <a:lnTo>
                    <a:pt x="30672" y="47880"/>
                  </a:lnTo>
                  <a:lnTo>
                    <a:pt x="17253" y="0"/>
                  </a:lnTo>
                  <a:close/>
                </a:path>
              </a:pathLst>
            </a:custGeom>
            <a:solidFill>
              <a:srgbClr val="005587"/>
            </a:solidFill>
            <a:ln w="6390" cap="flat">
              <a:noFill/>
              <a:prstDash val="solid"/>
              <a:miter/>
            </a:ln>
          </p:spPr>
          <p:txBody>
            <a:bodyPr rtlCol="0" anchor="ctr"/>
            <a:lstStyle/>
            <a:p>
              <a:endParaRPr lang="en-US"/>
            </a:p>
          </p:txBody>
        </p:sp>
        <p:sp>
          <p:nvSpPr>
            <p:cNvPr id="1066" name="Graphic 4">
              <a:extLst>
                <a:ext uri="{FF2B5EF4-FFF2-40B4-BE49-F238E27FC236}">
                  <a16:creationId xmlns:a16="http://schemas.microsoft.com/office/drawing/2014/main" id="{1EDE6D1A-75C7-B948-A4EB-1E83185329D7}"/>
                </a:ext>
              </a:extLst>
            </p:cNvPr>
            <p:cNvSpPr/>
            <p:nvPr/>
          </p:nvSpPr>
          <p:spPr>
            <a:xfrm rot="-916302">
              <a:off x="1005272" y="2996765"/>
              <a:ext cx="72846" cy="23621"/>
            </a:xfrm>
            <a:custGeom>
              <a:avLst/>
              <a:gdLst>
                <a:gd name="connsiteX0" fmla="*/ 0 w 72846"/>
                <a:gd name="connsiteY0" fmla="*/ 0 h 23621"/>
                <a:gd name="connsiteX1" fmla="*/ 72846 w 72846"/>
                <a:gd name="connsiteY1" fmla="*/ 0 h 23621"/>
                <a:gd name="connsiteX2" fmla="*/ 72846 w 72846"/>
                <a:gd name="connsiteY2" fmla="*/ 23621 h 23621"/>
                <a:gd name="connsiteX3" fmla="*/ 0 w 72846"/>
                <a:gd name="connsiteY3" fmla="*/ 23621 h 23621"/>
              </a:gdLst>
              <a:ahLst/>
              <a:cxnLst>
                <a:cxn ang="0">
                  <a:pos x="connsiteX0" y="connsiteY0"/>
                </a:cxn>
                <a:cxn ang="0">
                  <a:pos x="connsiteX1" y="connsiteY1"/>
                </a:cxn>
                <a:cxn ang="0">
                  <a:pos x="connsiteX2" y="connsiteY2"/>
                </a:cxn>
                <a:cxn ang="0">
                  <a:pos x="connsiteX3" y="connsiteY3"/>
                </a:cxn>
              </a:cxnLst>
              <a:rect l="l" t="t" r="r" b="b"/>
              <a:pathLst>
                <a:path w="72846" h="23621">
                  <a:moveTo>
                    <a:pt x="0" y="0"/>
                  </a:moveTo>
                  <a:lnTo>
                    <a:pt x="72846" y="0"/>
                  </a:lnTo>
                  <a:lnTo>
                    <a:pt x="72846" y="23621"/>
                  </a:lnTo>
                  <a:lnTo>
                    <a:pt x="0" y="23621"/>
                  </a:lnTo>
                  <a:close/>
                </a:path>
              </a:pathLst>
            </a:custGeom>
            <a:solidFill>
              <a:srgbClr val="005587"/>
            </a:solidFill>
            <a:ln w="6390" cap="flat">
              <a:noFill/>
              <a:prstDash val="solid"/>
              <a:miter/>
            </a:ln>
          </p:spPr>
          <p:txBody>
            <a:bodyPr rtlCol="0" anchor="ctr"/>
            <a:lstStyle/>
            <a:p>
              <a:endParaRPr lang="en-US"/>
            </a:p>
          </p:txBody>
        </p:sp>
        <p:sp>
          <p:nvSpPr>
            <p:cNvPr id="1067" name="Graphic 4">
              <a:extLst>
                <a:ext uri="{FF2B5EF4-FFF2-40B4-BE49-F238E27FC236}">
                  <a16:creationId xmlns:a16="http://schemas.microsoft.com/office/drawing/2014/main" id="{14BF96E6-1440-5D48-ADE7-3628043DB434}"/>
                </a:ext>
              </a:extLst>
            </p:cNvPr>
            <p:cNvSpPr/>
            <p:nvPr/>
          </p:nvSpPr>
          <p:spPr>
            <a:xfrm rot="-916634">
              <a:off x="1088341" y="2971297"/>
              <a:ext cx="56872" cy="33836"/>
            </a:xfrm>
            <a:custGeom>
              <a:avLst/>
              <a:gdLst>
                <a:gd name="connsiteX0" fmla="*/ 0 w 56872"/>
                <a:gd name="connsiteY0" fmla="*/ 0 h 33836"/>
                <a:gd name="connsiteX1" fmla="*/ 56873 w 56872"/>
                <a:gd name="connsiteY1" fmla="*/ 0 h 33836"/>
                <a:gd name="connsiteX2" fmla="*/ 56873 w 56872"/>
                <a:gd name="connsiteY2" fmla="*/ 33836 h 33836"/>
                <a:gd name="connsiteX3" fmla="*/ 0 w 56872"/>
                <a:gd name="connsiteY3" fmla="*/ 33836 h 33836"/>
              </a:gdLst>
              <a:ahLst/>
              <a:cxnLst>
                <a:cxn ang="0">
                  <a:pos x="connsiteX0" y="connsiteY0"/>
                </a:cxn>
                <a:cxn ang="0">
                  <a:pos x="connsiteX1" y="connsiteY1"/>
                </a:cxn>
                <a:cxn ang="0">
                  <a:pos x="connsiteX2" y="connsiteY2"/>
                </a:cxn>
                <a:cxn ang="0">
                  <a:pos x="connsiteX3" y="connsiteY3"/>
                </a:cxn>
              </a:cxnLst>
              <a:rect l="l" t="t" r="r" b="b"/>
              <a:pathLst>
                <a:path w="56872" h="33836">
                  <a:moveTo>
                    <a:pt x="0" y="0"/>
                  </a:moveTo>
                  <a:lnTo>
                    <a:pt x="56873" y="0"/>
                  </a:lnTo>
                  <a:lnTo>
                    <a:pt x="56873" y="33836"/>
                  </a:lnTo>
                  <a:lnTo>
                    <a:pt x="0" y="33836"/>
                  </a:lnTo>
                  <a:close/>
                </a:path>
              </a:pathLst>
            </a:custGeom>
            <a:solidFill>
              <a:srgbClr val="005587"/>
            </a:solidFill>
            <a:ln w="6390" cap="flat">
              <a:noFill/>
              <a:prstDash val="solid"/>
              <a:miter/>
            </a:ln>
          </p:spPr>
          <p:txBody>
            <a:bodyPr rtlCol="0" anchor="ctr"/>
            <a:lstStyle/>
            <a:p>
              <a:endParaRPr lang="en-US"/>
            </a:p>
          </p:txBody>
        </p:sp>
        <p:sp>
          <p:nvSpPr>
            <p:cNvPr id="1068" name="Graphic 4">
              <a:extLst>
                <a:ext uri="{FF2B5EF4-FFF2-40B4-BE49-F238E27FC236}">
                  <a16:creationId xmlns:a16="http://schemas.microsoft.com/office/drawing/2014/main" id="{A1D5610A-5B00-FB42-9702-E4D9F6044F0C}"/>
                </a:ext>
              </a:extLst>
            </p:cNvPr>
            <p:cNvSpPr/>
            <p:nvPr/>
          </p:nvSpPr>
          <p:spPr>
            <a:xfrm>
              <a:off x="905454" y="2855717"/>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84352 w 361674"/>
                <a:gd name="connsiteY5" fmla="*/ 151300 h 361333"/>
                <a:gd name="connsiteX6" fmla="*/ 254320 w 361674"/>
                <a:gd name="connsiteY6" fmla="*/ 159600 h 361333"/>
                <a:gd name="connsiteX7" fmla="*/ 252403 w 361674"/>
                <a:gd name="connsiteY7" fmla="*/ 159600 h 361333"/>
                <a:gd name="connsiteX8" fmla="*/ 249208 w 361674"/>
                <a:gd name="connsiteY8" fmla="*/ 158961 h 361333"/>
                <a:gd name="connsiteX9" fmla="*/ 246013 w 361674"/>
                <a:gd name="connsiteY9" fmla="*/ 155131 h 361333"/>
                <a:gd name="connsiteX10" fmla="*/ 245374 w 361674"/>
                <a:gd name="connsiteY10" fmla="*/ 153854 h 361333"/>
                <a:gd name="connsiteX11" fmla="*/ 187225 w 361674"/>
                <a:gd name="connsiteY11" fmla="*/ 169814 h 361333"/>
                <a:gd name="connsiteX12" fmla="*/ 224926 w 361674"/>
                <a:gd name="connsiteY12" fmla="*/ 274511 h 361333"/>
                <a:gd name="connsiteX13" fmla="*/ 221092 w 361674"/>
                <a:gd name="connsiteY13" fmla="*/ 282810 h 361333"/>
                <a:gd name="connsiteX14" fmla="*/ 219175 w 361674"/>
                <a:gd name="connsiteY14" fmla="*/ 283449 h 361333"/>
                <a:gd name="connsiteX15" fmla="*/ 213424 w 361674"/>
                <a:gd name="connsiteY15" fmla="*/ 278980 h 361333"/>
                <a:gd name="connsiteX16" fmla="*/ 187225 w 361674"/>
                <a:gd name="connsiteY16" fmla="*/ 204926 h 361333"/>
                <a:gd name="connsiteX17" fmla="*/ 187225 w 361674"/>
                <a:gd name="connsiteY17" fmla="*/ 276426 h 361333"/>
                <a:gd name="connsiteX18" fmla="*/ 180835 w 361674"/>
                <a:gd name="connsiteY18" fmla="*/ 282810 h 361333"/>
                <a:gd name="connsiteX19" fmla="*/ 174445 w 361674"/>
                <a:gd name="connsiteY19" fmla="*/ 276426 h 361333"/>
                <a:gd name="connsiteX20" fmla="*/ 174445 w 361674"/>
                <a:gd name="connsiteY20" fmla="*/ 204287 h 361333"/>
                <a:gd name="connsiteX21" fmla="*/ 148247 w 361674"/>
                <a:gd name="connsiteY21" fmla="*/ 278341 h 361333"/>
                <a:gd name="connsiteX22" fmla="*/ 142496 w 361674"/>
                <a:gd name="connsiteY22" fmla="*/ 282810 h 361333"/>
                <a:gd name="connsiteX23" fmla="*/ 140579 w 361674"/>
                <a:gd name="connsiteY23" fmla="*/ 282172 h 361333"/>
                <a:gd name="connsiteX24" fmla="*/ 136745 w 361674"/>
                <a:gd name="connsiteY24" fmla="*/ 273873 h 361333"/>
                <a:gd name="connsiteX25" fmla="*/ 175084 w 361674"/>
                <a:gd name="connsiteY25" fmla="*/ 167260 h 361333"/>
                <a:gd name="connsiteX26" fmla="*/ 102239 w 361674"/>
                <a:gd name="connsiteY26" fmla="*/ 187051 h 361333"/>
                <a:gd name="connsiteX27" fmla="*/ 100961 w 361674"/>
                <a:gd name="connsiteY27" fmla="*/ 187051 h 361333"/>
                <a:gd name="connsiteX28" fmla="*/ 102878 w 361674"/>
                <a:gd name="connsiteY28" fmla="*/ 193435 h 361333"/>
                <a:gd name="connsiteX29" fmla="*/ 98405 w 361674"/>
                <a:gd name="connsiteY29" fmla="*/ 201095 h 361333"/>
                <a:gd name="connsiteX30" fmla="*/ 96488 w 361674"/>
                <a:gd name="connsiteY30" fmla="*/ 201095 h 361333"/>
                <a:gd name="connsiteX31" fmla="*/ 90098 w 361674"/>
                <a:gd name="connsiteY31" fmla="*/ 196627 h 361333"/>
                <a:gd name="connsiteX32" fmla="*/ 73484 w 361674"/>
                <a:gd name="connsiteY32" fmla="*/ 136617 h 361333"/>
                <a:gd name="connsiteX33" fmla="*/ 77957 w 361674"/>
                <a:gd name="connsiteY33" fmla="*/ 128956 h 361333"/>
                <a:gd name="connsiteX34" fmla="*/ 85625 w 361674"/>
                <a:gd name="connsiteY34" fmla="*/ 133425 h 361333"/>
                <a:gd name="connsiteX35" fmla="*/ 87542 w 361674"/>
                <a:gd name="connsiteY35" fmla="*/ 139809 h 361333"/>
                <a:gd name="connsiteX36" fmla="*/ 88820 w 361674"/>
                <a:gd name="connsiteY36" fmla="*/ 139171 h 361333"/>
                <a:gd name="connsiteX37" fmla="*/ 165499 w 361674"/>
                <a:gd name="connsiteY37" fmla="*/ 118104 h 361333"/>
                <a:gd name="connsiteX38" fmla="*/ 166138 w 361674"/>
                <a:gd name="connsiteY38" fmla="*/ 114273 h 361333"/>
                <a:gd name="connsiteX39" fmla="*/ 169972 w 361674"/>
                <a:gd name="connsiteY39" fmla="*/ 111081 h 361333"/>
                <a:gd name="connsiteX40" fmla="*/ 231316 w 361674"/>
                <a:gd name="connsiteY40" fmla="*/ 94483 h 361333"/>
                <a:gd name="connsiteX41" fmla="*/ 230677 w 361674"/>
                <a:gd name="connsiteY41" fmla="*/ 93206 h 361333"/>
                <a:gd name="connsiteX42" fmla="*/ 231316 w 361674"/>
                <a:gd name="connsiteY42" fmla="*/ 88099 h 361333"/>
                <a:gd name="connsiteX43" fmla="*/ 235150 w 361674"/>
                <a:gd name="connsiteY43" fmla="*/ 84907 h 361333"/>
                <a:gd name="connsiteX44" fmla="*/ 265182 w 361674"/>
                <a:gd name="connsiteY44" fmla="*/ 76608 h 361333"/>
                <a:gd name="connsiteX45" fmla="*/ 272850 w 361674"/>
                <a:gd name="connsiteY45" fmla="*/ 81076 h 361333"/>
                <a:gd name="connsiteX46" fmla="*/ 289464 w 361674"/>
                <a:gd name="connsiteY46" fmla="*/ 141086 h 361333"/>
                <a:gd name="connsiteX47" fmla="*/ 284352 w 361674"/>
                <a:gd name="connsiteY47" fmla="*/ 15130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1674"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2309" y="80438"/>
                    <a:pt x="281157" y="0"/>
                    <a:pt x="180835" y="0"/>
                  </a:cubicBezTo>
                  <a:close/>
                  <a:moveTo>
                    <a:pt x="284352" y="151300"/>
                  </a:moveTo>
                  <a:lnTo>
                    <a:pt x="254320" y="159600"/>
                  </a:lnTo>
                  <a:cubicBezTo>
                    <a:pt x="253680" y="159600"/>
                    <a:pt x="253042" y="159600"/>
                    <a:pt x="252403" y="159600"/>
                  </a:cubicBezTo>
                  <a:cubicBezTo>
                    <a:pt x="251125" y="159600"/>
                    <a:pt x="250486" y="159600"/>
                    <a:pt x="249208" y="158961"/>
                  </a:cubicBezTo>
                  <a:cubicBezTo>
                    <a:pt x="247930" y="158323"/>
                    <a:pt x="246652" y="157046"/>
                    <a:pt x="246013" y="155131"/>
                  </a:cubicBezTo>
                  <a:lnTo>
                    <a:pt x="245374" y="153854"/>
                  </a:lnTo>
                  <a:lnTo>
                    <a:pt x="187225" y="169814"/>
                  </a:lnTo>
                  <a:lnTo>
                    <a:pt x="224926" y="274511"/>
                  </a:lnTo>
                  <a:cubicBezTo>
                    <a:pt x="226204" y="277703"/>
                    <a:pt x="224287" y="281533"/>
                    <a:pt x="221092" y="282810"/>
                  </a:cubicBezTo>
                  <a:cubicBezTo>
                    <a:pt x="220453" y="282810"/>
                    <a:pt x="219814" y="283449"/>
                    <a:pt x="219175" y="283449"/>
                  </a:cubicBezTo>
                  <a:cubicBezTo>
                    <a:pt x="216619" y="283449"/>
                    <a:pt x="214063" y="281533"/>
                    <a:pt x="213424" y="278980"/>
                  </a:cubicBezTo>
                  <a:lnTo>
                    <a:pt x="187225" y="204926"/>
                  </a:lnTo>
                  <a:lnTo>
                    <a:pt x="187225" y="276426"/>
                  </a:lnTo>
                  <a:cubicBezTo>
                    <a:pt x="187225" y="280257"/>
                    <a:pt x="184669" y="282810"/>
                    <a:pt x="180835" y="282810"/>
                  </a:cubicBezTo>
                  <a:cubicBezTo>
                    <a:pt x="177001" y="282810"/>
                    <a:pt x="174445" y="280257"/>
                    <a:pt x="174445" y="276426"/>
                  </a:cubicBezTo>
                  <a:lnTo>
                    <a:pt x="174445" y="204287"/>
                  </a:lnTo>
                  <a:lnTo>
                    <a:pt x="148247" y="278341"/>
                  </a:lnTo>
                  <a:cubicBezTo>
                    <a:pt x="147608" y="280895"/>
                    <a:pt x="145052" y="282810"/>
                    <a:pt x="142496" y="282810"/>
                  </a:cubicBezTo>
                  <a:cubicBezTo>
                    <a:pt x="141857" y="282810"/>
                    <a:pt x="141218" y="282810"/>
                    <a:pt x="140579" y="282172"/>
                  </a:cubicBezTo>
                  <a:cubicBezTo>
                    <a:pt x="137384" y="280895"/>
                    <a:pt x="135467" y="277065"/>
                    <a:pt x="136745" y="273873"/>
                  </a:cubicBezTo>
                  <a:lnTo>
                    <a:pt x="175084" y="167260"/>
                  </a:lnTo>
                  <a:lnTo>
                    <a:pt x="102239" y="187051"/>
                  </a:lnTo>
                  <a:cubicBezTo>
                    <a:pt x="101600" y="187051"/>
                    <a:pt x="101600" y="187051"/>
                    <a:pt x="100961" y="187051"/>
                  </a:cubicBezTo>
                  <a:lnTo>
                    <a:pt x="102878" y="193435"/>
                  </a:lnTo>
                  <a:cubicBezTo>
                    <a:pt x="103517" y="196627"/>
                    <a:pt x="101600" y="200457"/>
                    <a:pt x="98405" y="201095"/>
                  </a:cubicBezTo>
                  <a:cubicBezTo>
                    <a:pt x="97766" y="201095"/>
                    <a:pt x="97127" y="201095"/>
                    <a:pt x="96488" y="201095"/>
                  </a:cubicBezTo>
                  <a:cubicBezTo>
                    <a:pt x="93932" y="201095"/>
                    <a:pt x="91376" y="199180"/>
                    <a:pt x="90098" y="196627"/>
                  </a:cubicBezTo>
                  <a:lnTo>
                    <a:pt x="73484" y="136617"/>
                  </a:lnTo>
                  <a:cubicBezTo>
                    <a:pt x="72845" y="133425"/>
                    <a:pt x="74762" y="129595"/>
                    <a:pt x="77957" y="128956"/>
                  </a:cubicBezTo>
                  <a:cubicBezTo>
                    <a:pt x="81152" y="128318"/>
                    <a:pt x="84986" y="130233"/>
                    <a:pt x="85625" y="133425"/>
                  </a:cubicBezTo>
                  <a:lnTo>
                    <a:pt x="87542" y="139809"/>
                  </a:lnTo>
                  <a:cubicBezTo>
                    <a:pt x="88181" y="139809"/>
                    <a:pt x="88181" y="139171"/>
                    <a:pt x="88820" y="139171"/>
                  </a:cubicBezTo>
                  <a:lnTo>
                    <a:pt x="165499" y="118104"/>
                  </a:lnTo>
                  <a:cubicBezTo>
                    <a:pt x="165499" y="116827"/>
                    <a:pt x="165499" y="115550"/>
                    <a:pt x="166138" y="114273"/>
                  </a:cubicBezTo>
                  <a:cubicBezTo>
                    <a:pt x="166777" y="112996"/>
                    <a:pt x="168055" y="111720"/>
                    <a:pt x="169972" y="111081"/>
                  </a:cubicBezTo>
                  <a:lnTo>
                    <a:pt x="231316" y="94483"/>
                  </a:lnTo>
                  <a:lnTo>
                    <a:pt x="230677" y="93206"/>
                  </a:lnTo>
                  <a:cubicBezTo>
                    <a:pt x="230038" y="91291"/>
                    <a:pt x="230677" y="90014"/>
                    <a:pt x="231316" y="88099"/>
                  </a:cubicBezTo>
                  <a:cubicBezTo>
                    <a:pt x="231955" y="86822"/>
                    <a:pt x="233233" y="85545"/>
                    <a:pt x="235150" y="84907"/>
                  </a:cubicBezTo>
                  <a:lnTo>
                    <a:pt x="265182" y="76608"/>
                  </a:lnTo>
                  <a:cubicBezTo>
                    <a:pt x="268377" y="75969"/>
                    <a:pt x="272211" y="77884"/>
                    <a:pt x="272850" y="81076"/>
                  </a:cubicBezTo>
                  <a:lnTo>
                    <a:pt x="289464" y="141086"/>
                  </a:lnTo>
                  <a:cubicBezTo>
                    <a:pt x="290103" y="146832"/>
                    <a:pt x="288186" y="150024"/>
                    <a:pt x="284352" y="151300"/>
                  </a:cubicBezTo>
                  <a:close/>
                </a:path>
              </a:pathLst>
            </a:custGeom>
            <a:solidFill>
              <a:srgbClr val="005587"/>
            </a:solidFill>
            <a:ln w="6390" cap="flat">
              <a:noFill/>
              <a:prstDash val="solid"/>
              <a:miter/>
            </a:ln>
          </p:spPr>
          <p:txBody>
            <a:bodyPr rtlCol="0" anchor="ctr"/>
            <a:lstStyle/>
            <a:p>
              <a:endParaRPr lang="en-US"/>
            </a:p>
          </p:txBody>
        </p:sp>
      </p:grpSp>
      <p:grpSp>
        <p:nvGrpSpPr>
          <p:cNvPr id="1069" name="Graphic 4">
            <a:extLst>
              <a:ext uri="{FF2B5EF4-FFF2-40B4-BE49-F238E27FC236}">
                <a16:creationId xmlns:a16="http://schemas.microsoft.com/office/drawing/2014/main" id="{AFEE82E5-D159-5843-8F28-500317B4EF51}"/>
              </a:ext>
            </a:extLst>
          </p:cNvPr>
          <p:cNvGrpSpPr>
            <a:grpSpLocks noChangeAspect="1"/>
          </p:cNvGrpSpPr>
          <p:nvPr/>
        </p:nvGrpSpPr>
        <p:grpSpPr>
          <a:xfrm>
            <a:off x="467743" y="3824168"/>
            <a:ext cx="361670" cy="361333"/>
            <a:chOff x="467743" y="3824168"/>
            <a:chExt cx="361670" cy="361333"/>
          </a:xfrm>
          <a:solidFill>
            <a:srgbClr val="005587"/>
          </a:solidFill>
        </p:grpSpPr>
        <p:sp>
          <p:nvSpPr>
            <p:cNvPr id="1070" name="Graphic 4">
              <a:extLst>
                <a:ext uri="{FF2B5EF4-FFF2-40B4-BE49-F238E27FC236}">
                  <a16:creationId xmlns:a16="http://schemas.microsoft.com/office/drawing/2014/main" id="{8A904C95-EABA-604E-931E-574CA154F9E1}"/>
                </a:ext>
              </a:extLst>
            </p:cNvPr>
            <p:cNvSpPr/>
            <p:nvPr/>
          </p:nvSpPr>
          <p:spPr>
            <a:xfrm>
              <a:off x="467743"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1076"/>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5587"/>
            </a:solidFill>
            <a:ln w="6390" cap="flat">
              <a:noFill/>
              <a:prstDash val="solid"/>
              <a:miter/>
            </a:ln>
          </p:spPr>
          <p:txBody>
            <a:bodyPr rtlCol="0" anchor="ctr"/>
            <a:lstStyle/>
            <a:p>
              <a:endParaRPr lang="en-US"/>
            </a:p>
          </p:txBody>
        </p:sp>
        <p:sp>
          <p:nvSpPr>
            <p:cNvPr id="1071" name="Graphic 4">
              <a:extLst>
                <a:ext uri="{FF2B5EF4-FFF2-40B4-BE49-F238E27FC236}">
                  <a16:creationId xmlns:a16="http://schemas.microsoft.com/office/drawing/2014/main" id="{F35AC654-C2D1-1446-9FA8-CEA85E5955F7}"/>
                </a:ext>
              </a:extLst>
            </p:cNvPr>
            <p:cNvSpPr/>
            <p:nvPr/>
          </p:nvSpPr>
          <p:spPr>
            <a:xfrm>
              <a:off x="543144" y="3924396"/>
              <a:ext cx="210867" cy="160876"/>
            </a:xfrm>
            <a:custGeom>
              <a:avLst/>
              <a:gdLst>
                <a:gd name="connsiteX0" fmla="*/ 204478 w 210867"/>
                <a:gd name="connsiteY0" fmla="*/ 21067 h 160876"/>
                <a:gd name="connsiteX1" fmla="*/ 170611 w 210867"/>
                <a:gd name="connsiteY1" fmla="*/ 21067 h 160876"/>
                <a:gd name="connsiteX2" fmla="*/ 160387 w 210867"/>
                <a:gd name="connsiteY2" fmla="*/ 3192 h 160876"/>
                <a:gd name="connsiteX3" fmla="*/ 154636 w 210867"/>
                <a:gd name="connsiteY3" fmla="*/ 0 h 160876"/>
                <a:gd name="connsiteX4" fmla="*/ 55592 w 210867"/>
                <a:gd name="connsiteY4" fmla="*/ 0 h 160876"/>
                <a:gd name="connsiteX5" fmla="*/ 50481 w 210867"/>
                <a:gd name="connsiteY5" fmla="*/ 2554 h 160876"/>
                <a:gd name="connsiteX6" fmla="*/ 36423 w 210867"/>
                <a:gd name="connsiteY6" fmla="*/ 21067 h 160876"/>
                <a:gd name="connsiteX7" fmla="*/ 6390 w 210867"/>
                <a:gd name="connsiteY7" fmla="*/ 21067 h 160876"/>
                <a:gd name="connsiteX8" fmla="*/ 0 w 210867"/>
                <a:gd name="connsiteY8" fmla="*/ 27451 h 160876"/>
                <a:gd name="connsiteX9" fmla="*/ 0 w 210867"/>
                <a:gd name="connsiteY9" fmla="*/ 154492 h 160876"/>
                <a:gd name="connsiteX10" fmla="*/ 6390 w 210867"/>
                <a:gd name="connsiteY10" fmla="*/ 160876 h 160876"/>
                <a:gd name="connsiteX11" fmla="*/ 204478 w 210867"/>
                <a:gd name="connsiteY11" fmla="*/ 160876 h 160876"/>
                <a:gd name="connsiteX12" fmla="*/ 210868 w 210867"/>
                <a:gd name="connsiteY12" fmla="*/ 154492 h 160876"/>
                <a:gd name="connsiteX13" fmla="*/ 210868 w 210867"/>
                <a:gd name="connsiteY13" fmla="*/ 27451 h 160876"/>
                <a:gd name="connsiteX14" fmla="*/ 204478 w 210867"/>
                <a:gd name="connsiteY14" fmla="*/ 21067 h 160876"/>
                <a:gd name="connsiteX15" fmla="*/ 198088 w 210867"/>
                <a:gd name="connsiteY15" fmla="*/ 148747 h 160876"/>
                <a:gd name="connsiteX16" fmla="*/ 12780 w 210867"/>
                <a:gd name="connsiteY16" fmla="*/ 148747 h 160876"/>
                <a:gd name="connsiteX17" fmla="*/ 12780 w 210867"/>
                <a:gd name="connsiteY17" fmla="*/ 34474 h 160876"/>
                <a:gd name="connsiteX18" fmla="*/ 39618 w 210867"/>
                <a:gd name="connsiteY18" fmla="*/ 34474 h 160876"/>
                <a:gd name="connsiteX19" fmla="*/ 44730 w 210867"/>
                <a:gd name="connsiteY19" fmla="*/ 31920 h 160876"/>
                <a:gd name="connsiteX20" fmla="*/ 58787 w 210867"/>
                <a:gd name="connsiteY20" fmla="*/ 13407 h 160876"/>
                <a:gd name="connsiteX21" fmla="*/ 150803 w 210867"/>
                <a:gd name="connsiteY21" fmla="*/ 13407 h 160876"/>
                <a:gd name="connsiteX22" fmla="*/ 161026 w 210867"/>
                <a:gd name="connsiteY22" fmla="*/ 31282 h 160876"/>
                <a:gd name="connsiteX23" fmla="*/ 166777 w 210867"/>
                <a:gd name="connsiteY23" fmla="*/ 34474 h 160876"/>
                <a:gd name="connsiteX24" fmla="*/ 197449 w 210867"/>
                <a:gd name="connsiteY24" fmla="*/ 34474 h 160876"/>
                <a:gd name="connsiteX25" fmla="*/ 197449 w 210867"/>
                <a:gd name="connsiteY25" fmla="*/ 148747 h 16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10867" h="160876">
                  <a:moveTo>
                    <a:pt x="204478" y="21067"/>
                  </a:moveTo>
                  <a:lnTo>
                    <a:pt x="170611" y="21067"/>
                  </a:lnTo>
                  <a:lnTo>
                    <a:pt x="160387" y="3192"/>
                  </a:lnTo>
                  <a:cubicBezTo>
                    <a:pt x="159109" y="1277"/>
                    <a:pt x="157192" y="0"/>
                    <a:pt x="154636" y="0"/>
                  </a:cubicBezTo>
                  <a:lnTo>
                    <a:pt x="55592" y="0"/>
                  </a:lnTo>
                  <a:cubicBezTo>
                    <a:pt x="53675" y="0"/>
                    <a:pt x="51758" y="639"/>
                    <a:pt x="50481" y="2554"/>
                  </a:cubicBezTo>
                  <a:lnTo>
                    <a:pt x="36423" y="21067"/>
                  </a:lnTo>
                  <a:lnTo>
                    <a:pt x="6390" y="21067"/>
                  </a:lnTo>
                  <a:cubicBezTo>
                    <a:pt x="2556" y="21067"/>
                    <a:pt x="0" y="23621"/>
                    <a:pt x="0" y="27451"/>
                  </a:cubicBezTo>
                  <a:lnTo>
                    <a:pt x="0" y="154492"/>
                  </a:lnTo>
                  <a:cubicBezTo>
                    <a:pt x="0" y="158323"/>
                    <a:pt x="2556" y="160876"/>
                    <a:pt x="6390" y="160876"/>
                  </a:cubicBezTo>
                  <a:lnTo>
                    <a:pt x="204478" y="160876"/>
                  </a:lnTo>
                  <a:cubicBezTo>
                    <a:pt x="208312" y="160876"/>
                    <a:pt x="210868" y="158323"/>
                    <a:pt x="210868" y="154492"/>
                  </a:cubicBezTo>
                  <a:lnTo>
                    <a:pt x="210868" y="27451"/>
                  </a:lnTo>
                  <a:cubicBezTo>
                    <a:pt x="210868" y="24259"/>
                    <a:pt x="207673" y="21067"/>
                    <a:pt x="204478" y="21067"/>
                  </a:cubicBezTo>
                  <a:close/>
                  <a:moveTo>
                    <a:pt x="198088" y="148747"/>
                  </a:moveTo>
                  <a:lnTo>
                    <a:pt x="12780" y="148747"/>
                  </a:lnTo>
                  <a:lnTo>
                    <a:pt x="12780" y="34474"/>
                  </a:lnTo>
                  <a:lnTo>
                    <a:pt x="39618" y="34474"/>
                  </a:lnTo>
                  <a:cubicBezTo>
                    <a:pt x="41535" y="34474"/>
                    <a:pt x="43452" y="33835"/>
                    <a:pt x="44730" y="31920"/>
                  </a:cubicBezTo>
                  <a:lnTo>
                    <a:pt x="58787" y="13407"/>
                  </a:lnTo>
                  <a:lnTo>
                    <a:pt x="150803" y="13407"/>
                  </a:lnTo>
                  <a:lnTo>
                    <a:pt x="161026" y="31282"/>
                  </a:lnTo>
                  <a:cubicBezTo>
                    <a:pt x="162304" y="33197"/>
                    <a:pt x="164221" y="34474"/>
                    <a:pt x="166777" y="34474"/>
                  </a:cubicBezTo>
                  <a:lnTo>
                    <a:pt x="197449" y="34474"/>
                  </a:lnTo>
                  <a:lnTo>
                    <a:pt x="197449" y="148747"/>
                  </a:lnTo>
                  <a:close/>
                </a:path>
              </a:pathLst>
            </a:custGeom>
            <a:solidFill>
              <a:srgbClr val="005587"/>
            </a:solidFill>
            <a:ln w="6390" cap="flat">
              <a:noFill/>
              <a:prstDash val="solid"/>
              <a:miter/>
            </a:ln>
          </p:spPr>
          <p:txBody>
            <a:bodyPr rtlCol="0" anchor="ctr"/>
            <a:lstStyle/>
            <a:p>
              <a:endParaRPr lang="en-US"/>
            </a:p>
          </p:txBody>
        </p:sp>
        <p:sp>
          <p:nvSpPr>
            <p:cNvPr id="1072" name="Graphic 4">
              <a:extLst>
                <a:ext uri="{FF2B5EF4-FFF2-40B4-BE49-F238E27FC236}">
                  <a16:creationId xmlns:a16="http://schemas.microsoft.com/office/drawing/2014/main" id="{405E7B75-BD4E-E840-92EB-FECBBC947397}"/>
                </a:ext>
              </a:extLst>
            </p:cNvPr>
            <p:cNvSpPr/>
            <p:nvPr/>
          </p:nvSpPr>
          <p:spPr>
            <a:xfrm>
              <a:off x="600015" y="3960146"/>
              <a:ext cx="97127" cy="97036"/>
            </a:xfrm>
            <a:custGeom>
              <a:avLst/>
              <a:gdLst>
                <a:gd name="connsiteX0" fmla="*/ 48564 w 97127"/>
                <a:gd name="connsiteY0" fmla="*/ 0 h 97036"/>
                <a:gd name="connsiteX1" fmla="*/ 0 w 97127"/>
                <a:gd name="connsiteY1" fmla="*/ 48518 h 97036"/>
                <a:gd name="connsiteX2" fmla="*/ 48564 w 97127"/>
                <a:gd name="connsiteY2" fmla="*/ 97037 h 97036"/>
                <a:gd name="connsiteX3" fmla="*/ 97127 w 97127"/>
                <a:gd name="connsiteY3" fmla="*/ 48518 h 97036"/>
                <a:gd name="connsiteX4" fmla="*/ 48564 w 97127"/>
                <a:gd name="connsiteY4" fmla="*/ 0 h 97036"/>
                <a:gd name="connsiteX5" fmla="*/ 48564 w 97127"/>
                <a:gd name="connsiteY5" fmla="*/ 84269 h 97036"/>
                <a:gd name="connsiteX6" fmla="*/ 12780 w 97127"/>
                <a:gd name="connsiteY6" fmla="*/ 48518 h 97036"/>
                <a:gd name="connsiteX7" fmla="*/ 48564 w 97127"/>
                <a:gd name="connsiteY7" fmla="*/ 12768 h 97036"/>
                <a:gd name="connsiteX8" fmla="*/ 84347 w 97127"/>
                <a:gd name="connsiteY8" fmla="*/ 48518 h 97036"/>
                <a:gd name="connsiteX9" fmla="*/ 48564 w 97127"/>
                <a:gd name="connsiteY9" fmla="*/ 84269 h 97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127" h="97036">
                  <a:moveTo>
                    <a:pt x="48564" y="0"/>
                  </a:moveTo>
                  <a:cubicBezTo>
                    <a:pt x="21726" y="0"/>
                    <a:pt x="0" y="21705"/>
                    <a:pt x="0" y="48518"/>
                  </a:cubicBezTo>
                  <a:cubicBezTo>
                    <a:pt x="0" y="75331"/>
                    <a:pt x="21726" y="97037"/>
                    <a:pt x="48564" y="97037"/>
                  </a:cubicBezTo>
                  <a:cubicBezTo>
                    <a:pt x="75401" y="97037"/>
                    <a:pt x="97127" y="75331"/>
                    <a:pt x="97127" y="48518"/>
                  </a:cubicBezTo>
                  <a:cubicBezTo>
                    <a:pt x="97127" y="21705"/>
                    <a:pt x="75401" y="0"/>
                    <a:pt x="48564" y="0"/>
                  </a:cubicBezTo>
                  <a:close/>
                  <a:moveTo>
                    <a:pt x="48564" y="84269"/>
                  </a:moveTo>
                  <a:cubicBezTo>
                    <a:pt x="28755" y="84269"/>
                    <a:pt x="12780" y="68309"/>
                    <a:pt x="12780" y="48518"/>
                  </a:cubicBezTo>
                  <a:cubicBezTo>
                    <a:pt x="12780" y="28728"/>
                    <a:pt x="28755" y="12768"/>
                    <a:pt x="48564" y="12768"/>
                  </a:cubicBezTo>
                  <a:cubicBezTo>
                    <a:pt x="68372" y="12768"/>
                    <a:pt x="84347" y="28728"/>
                    <a:pt x="84347" y="48518"/>
                  </a:cubicBezTo>
                  <a:cubicBezTo>
                    <a:pt x="84347" y="68309"/>
                    <a:pt x="68372" y="84269"/>
                    <a:pt x="48564" y="84269"/>
                  </a:cubicBezTo>
                  <a:close/>
                </a:path>
              </a:pathLst>
            </a:custGeom>
            <a:solidFill>
              <a:srgbClr val="005587"/>
            </a:solidFill>
            <a:ln w="6390" cap="flat">
              <a:noFill/>
              <a:prstDash val="solid"/>
              <a:miter/>
            </a:ln>
          </p:spPr>
          <p:txBody>
            <a:bodyPr rtlCol="0" anchor="ctr"/>
            <a:lstStyle/>
            <a:p>
              <a:endParaRPr lang="en-US"/>
            </a:p>
          </p:txBody>
        </p:sp>
      </p:grpSp>
      <p:grpSp>
        <p:nvGrpSpPr>
          <p:cNvPr id="1073" name="Graphic 4">
            <a:extLst>
              <a:ext uri="{FF2B5EF4-FFF2-40B4-BE49-F238E27FC236}">
                <a16:creationId xmlns:a16="http://schemas.microsoft.com/office/drawing/2014/main" id="{17E792B2-D4DA-0B45-A5AF-B9DADC72D11C}"/>
              </a:ext>
            </a:extLst>
          </p:cNvPr>
          <p:cNvGrpSpPr>
            <a:grpSpLocks noChangeAspect="1"/>
          </p:cNvGrpSpPr>
          <p:nvPr/>
        </p:nvGrpSpPr>
        <p:grpSpPr>
          <a:xfrm>
            <a:off x="905454" y="3824168"/>
            <a:ext cx="361674" cy="361333"/>
            <a:chOff x="905454" y="3824168"/>
            <a:chExt cx="361674" cy="361333"/>
          </a:xfrm>
          <a:solidFill>
            <a:srgbClr val="005587"/>
          </a:solidFill>
        </p:grpSpPr>
        <p:sp>
          <p:nvSpPr>
            <p:cNvPr id="1074" name="Graphic 4">
              <a:extLst>
                <a:ext uri="{FF2B5EF4-FFF2-40B4-BE49-F238E27FC236}">
                  <a16:creationId xmlns:a16="http://schemas.microsoft.com/office/drawing/2014/main" id="{8E3EBF92-A4DE-274E-AAA1-D50199BB29B2}"/>
                </a:ext>
              </a:extLst>
            </p:cNvPr>
            <p:cNvSpPr/>
            <p:nvPr/>
          </p:nvSpPr>
          <p:spPr>
            <a:xfrm>
              <a:off x="1050505" y="3972914"/>
              <a:ext cx="71567" cy="71500"/>
            </a:xfrm>
            <a:custGeom>
              <a:avLst/>
              <a:gdLst>
                <a:gd name="connsiteX0" fmla="*/ 35784 w 71567"/>
                <a:gd name="connsiteY0" fmla="*/ 0 h 71500"/>
                <a:gd name="connsiteX1" fmla="*/ 0 w 71567"/>
                <a:gd name="connsiteY1" fmla="*/ 35750 h 71500"/>
                <a:gd name="connsiteX2" fmla="*/ 35784 w 71567"/>
                <a:gd name="connsiteY2" fmla="*/ 71501 h 71500"/>
                <a:gd name="connsiteX3" fmla="*/ 71567 w 71567"/>
                <a:gd name="connsiteY3" fmla="*/ 35750 h 71500"/>
                <a:gd name="connsiteX4" fmla="*/ 35784 w 71567"/>
                <a:gd name="connsiteY4" fmla="*/ 0 h 71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567" h="71500">
                  <a:moveTo>
                    <a:pt x="35784" y="0"/>
                  </a:moveTo>
                  <a:cubicBezTo>
                    <a:pt x="15975" y="0"/>
                    <a:pt x="0" y="15960"/>
                    <a:pt x="0" y="35750"/>
                  </a:cubicBezTo>
                  <a:cubicBezTo>
                    <a:pt x="0" y="55541"/>
                    <a:pt x="15975" y="71501"/>
                    <a:pt x="35784" y="71501"/>
                  </a:cubicBezTo>
                  <a:cubicBezTo>
                    <a:pt x="55593" y="71501"/>
                    <a:pt x="71567" y="55541"/>
                    <a:pt x="71567" y="35750"/>
                  </a:cubicBezTo>
                  <a:cubicBezTo>
                    <a:pt x="71567" y="15960"/>
                    <a:pt x="55593" y="0"/>
                    <a:pt x="35784" y="0"/>
                  </a:cubicBezTo>
                  <a:close/>
                </a:path>
              </a:pathLst>
            </a:custGeom>
            <a:solidFill>
              <a:srgbClr val="005587"/>
            </a:solidFill>
            <a:ln w="6390" cap="flat">
              <a:noFill/>
              <a:prstDash val="solid"/>
              <a:miter/>
            </a:ln>
          </p:spPr>
          <p:txBody>
            <a:bodyPr rtlCol="0" anchor="ctr"/>
            <a:lstStyle/>
            <a:p>
              <a:endParaRPr lang="en-US"/>
            </a:p>
          </p:txBody>
        </p:sp>
        <p:sp>
          <p:nvSpPr>
            <p:cNvPr id="1075" name="Graphic 4">
              <a:extLst>
                <a:ext uri="{FF2B5EF4-FFF2-40B4-BE49-F238E27FC236}">
                  <a16:creationId xmlns:a16="http://schemas.microsoft.com/office/drawing/2014/main" id="{8A1C5EA9-E40E-AC4C-9814-23CDDAFD1737}"/>
                </a:ext>
              </a:extLst>
            </p:cNvPr>
            <p:cNvSpPr/>
            <p:nvPr/>
          </p:nvSpPr>
          <p:spPr>
            <a:xfrm>
              <a:off x="994274" y="3937164"/>
              <a:ext cx="185308" cy="135340"/>
            </a:xfrm>
            <a:custGeom>
              <a:avLst/>
              <a:gdLst>
                <a:gd name="connsiteX0" fmla="*/ 148247 w 185308"/>
                <a:gd name="connsiteY0" fmla="*/ 17875 h 135340"/>
                <a:gd name="connsiteX1" fmla="*/ 138023 w 185308"/>
                <a:gd name="connsiteY1" fmla="*/ 0 h 135340"/>
                <a:gd name="connsiteX2" fmla="*/ 46008 w 185308"/>
                <a:gd name="connsiteY2" fmla="*/ 0 h 135340"/>
                <a:gd name="connsiteX3" fmla="*/ 31950 w 185308"/>
                <a:gd name="connsiteY3" fmla="*/ 18514 h 135340"/>
                <a:gd name="connsiteX4" fmla="*/ 26838 w 185308"/>
                <a:gd name="connsiteY4" fmla="*/ 21067 h 135340"/>
                <a:gd name="connsiteX5" fmla="*/ 0 w 185308"/>
                <a:gd name="connsiteY5" fmla="*/ 21067 h 135340"/>
                <a:gd name="connsiteX6" fmla="*/ 0 w 185308"/>
                <a:gd name="connsiteY6" fmla="*/ 135341 h 135340"/>
                <a:gd name="connsiteX7" fmla="*/ 185308 w 185308"/>
                <a:gd name="connsiteY7" fmla="*/ 135341 h 135340"/>
                <a:gd name="connsiteX8" fmla="*/ 185308 w 185308"/>
                <a:gd name="connsiteY8" fmla="*/ 21067 h 135340"/>
                <a:gd name="connsiteX9" fmla="*/ 154636 w 185308"/>
                <a:gd name="connsiteY9" fmla="*/ 21067 h 135340"/>
                <a:gd name="connsiteX10" fmla="*/ 148247 w 185308"/>
                <a:gd name="connsiteY10" fmla="*/ 17875 h 135340"/>
                <a:gd name="connsiteX11" fmla="*/ 92015 w 185308"/>
                <a:gd name="connsiteY11" fmla="*/ 120019 h 135340"/>
                <a:gd name="connsiteX12" fmla="*/ 43451 w 185308"/>
                <a:gd name="connsiteY12" fmla="*/ 71501 h 135340"/>
                <a:gd name="connsiteX13" fmla="*/ 92015 w 185308"/>
                <a:gd name="connsiteY13" fmla="*/ 22983 h 135340"/>
                <a:gd name="connsiteX14" fmla="*/ 140579 w 185308"/>
                <a:gd name="connsiteY14" fmla="*/ 71501 h 135340"/>
                <a:gd name="connsiteX15" fmla="*/ 92015 w 185308"/>
                <a:gd name="connsiteY15" fmla="*/ 120019 h 135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308" h="135340">
                  <a:moveTo>
                    <a:pt x="148247" y="17875"/>
                  </a:moveTo>
                  <a:lnTo>
                    <a:pt x="138023" y="0"/>
                  </a:lnTo>
                  <a:lnTo>
                    <a:pt x="46008" y="0"/>
                  </a:lnTo>
                  <a:lnTo>
                    <a:pt x="31950" y="18514"/>
                  </a:lnTo>
                  <a:cubicBezTo>
                    <a:pt x="30672" y="19791"/>
                    <a:pt x="28755" y="21067"/>
                    <a:pt x="26838" y="21067"/>
                  </a:cubicBezTo>
                  <a:lnTo>
                    <a:pt x="0" y="21067"/>
                  </a:lnTo>
                  <a:lnTo>
                    <a:pt x="0" y="135341"/>
                  </a:lnTo>
                  <a:lnTo>
                    <a:pt x="185308" y="135341"/>
                  </a:lnTo>
                  <a:lnTo>
                    <a:pt x="185308" y="21067"/>
                  </a:lnTo>
                  <a:lnTo>
                    <a:pt x="154636" y="21067"/>
                  </a:lnTo>
                  <a:cubicBezTo>
                    <a:pt x="151441" y="21067"/>
                    <a:pt x="149524" y="20429"/>
                    <a:pt x="148247" y="17875"/>
                  </a:cubicBezTo>
                  <a:close/>
                  <a:moveTo>
                    <a:pt x="92015" y="120019"/>
                  </a:moveTo>
                  <a:cubicBezTo>
                    <a:pt x="65177" y="120019"/>
                    <a:pt x="43451" y="98313"/>
                    <a:pt x="43451" y="71501"/>
                  </a:cubicBezTo>
                  <a:cubicBezTo>
                    <a:pt x="43451" y="44688"/>
                    <a:pt x="65177" y="22983"/>
                    <a:pt x="92015" y="22983"/>
                  </a:cubicBezTo>
                  <a:cubicBezTo>
                    <a:pt x="118853" y="22983"/>
                    <a:pt x="140579" y="44688"/>
                    <a:pt x="140579" y="71501"/>
                  </a:cubicBezTo>
                  <a:cubicBezTo>
                    <a:pt x="141218" y="98313"/>
                    <a:pt x="118853" y="120019"/>
                    <a:pt x="92015" y="120019"/>
                  </a:cubicBezTo>
                  <a:close/>
                </a:path>
              </a:pathLst>
            </a:custGeom>
            <a:solidFill>
              <a:srgbClr val="005587"/>
            </a:solidFill>
            <a:ln w="6390" cap="flat">
              <a:noFill/>
              <a:prstDash val="solid"/>
              <a:miter/>
            </a:ln>
          </p:spPr>
          <p:txBody>
            <a:bodyPr rtlCol="0" anchor="ctr"/>
            <a:lstStyle/>
            <a:p>
              <a:endParaRPr lang="en-US"/>
            </a:p>
          </p:txBody>
        </p:sp>
        <p:sp>
          <p:nvSpPr>
            <p:cNvPr id="1076" name="Graphic 4">
              <a:extLst>
                <a:ext uri="{FF2B5EF4-FFF2-40B4-BE49-F238E27FC236}">
                  <a16:creationId xmlns:a16="http://schemas.microsoft.com/office/drawing/2014/main" id="{2EAC0091-10A7-EE49-A688-6AC055D97430}"/>
                </a:ext>
              </a:extLst>
            </p:cNvPr>
            <p:cNvSpPr/>
            <p:nvPr/>
          </p:nvSpPr>
          <p:spPr>
            <a:xfrm>
              <a:off x="905454" y="3824168"/>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86269 w 361674"/>
                <a:gd name="connsiteY5" fmla="*/ 255359 h 361333"/>
                <a:gd name="connsiteX6" fmla="*/ 279879 w 361674"/>
                <a:gd name="connsiteY6" fmla="*/ 261743 h 361333"/>
                <a:gd name="connsiteX7" fmla="*/ 81791 w 361674"/>
                <a:gd name="connsiteY7" fmla="*/ 261743 h 361333"/>
                <a:gd name="connsiteX8" fmla="*/ 75401 w 361674"/>
                <a:gd name="connsiteY8" fmla="*/ 255359 h 361333"/>
                <a:gd name="connsiteX9" fmla="*/ 75401 w 361674"/>
                <a:gd name="connsiteY9" fmla="*/ 128318 h 361333"/>
                <a:gd name="connsiteX10" fmla="*/ 81791 w 361674"/>
                <a:gd name="connsiteY10" fmla="*/ 121934 h 361333"/>
                <a:gd name="connsiteX11" fmla="*/ 111824 w 361674"/>
                <a:gd name="connsiteY11" fmla="*/ 121934 h 361333"/>
                <a:gd name="connsiteX12" fmla="*/ 125882 w 361674"/>
                <a:gd name="connsiteY12" fmla="*/ 103420 h 361333"/>
                <a:gd name="connsiteX13" fmla="*/ 130994 w 361674"/>
                <a:gd name="connsiteY13" fmla="*/ 100867 h 361333"/>
                <a:gd name="connsiteX14" fmla="*/ 230038 w 361674"/>
                <a:gd name="connsiteY14" fmla="*/ 100867 h 361333"/>
                <a:gd name="connsiteX15" fmla="*/ 235789 w 361674"/>
                <a:gd name="connsiteY15" fmla="*/ 104059 h 361333"/>
                <a:gd name="connsiteX16" fmla="*/ 246013 w 361674"/>
                <a:gd name="connsiteY16" fmla="*/ 121934 h 361333"/>
                <a:gd name="connsiteX17" fmla="*/ 279879 w 361674"/>
                <a:gd name="connsiteY17" fmla="*/ 121934 h 361333"/>
                <a:gd name="connsiteX18" fmla="*/ 286269 w 361674"/>
                <a:gd name="connsiteY18" fmla="*/ 128318 h 361333"/>
                <a:gd name="connsiteX19" fmla="*/ 286269 w 361674"/>
                <a:gd name="connsiteY19" fmla="*/ 25535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674"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2309" y="81076"/>
                    <a:pt x="281157" y="0"/>
                    <a:pt x="180835" y="0"/>
                  </a:cubicBezTo>
                  <a:close/>
                  <a:moveTo>
                    <a:pt x="286269" y="255359"/>
                  </a:moveTo>
                  <a:cubicBezTo>
                    <a:pt x="286269" y="259190"/>
                    <a:pt x="283713" y="261743"/>
                    <a:pt x="279879" y="261743"/>
                  </a:cubicBezTo>
                  <a:lnTo>
                    <a:pt x="81791" y="261743"/>
                  </a:lnTo>
                  <a:cubicBezTo>
                    <a:pt x="77957" y="261743"/>
                    <a:pt x="75401" y="259190"/>
                    <a:pt x="75401" y="255359"/>
                  </a:cubicBezTo>
                  <a:lnTo>
                    <a:pt x="75401" y="128318"/>
                  </a:lnTo>
                  <a:cubicBezTo>
                    <a:pt x="75401" y="124488"/>
                    <a:pt x="77957" y="121934"/>
                    <a:pt x="81791" y="121934"/>
                  </a:cubicBezTo>
                  <a:lnTo>
                    <a:pt x="111824" y="121934"/>
                  </a:lnTo>
                  <a:lnTo>
                    <a:pt x="125882" y="103420"/>
                  </a:lnTo>
                  <a:cubicBezTo>
                    <a:pt x="127160" y="102144"/>
                    <a:pt x="129077" y="100867"/>
                    <a:pt x="130994" y="100867"/>
                  </a:cubicBezTo>
                  <a:lnTo>
                    <a:pt x="230038" y="100867"/>
                  </a:lnTo>
                  <a:cubicBezTo>
                    <a:pt x="232594" y="100867"/>
                    <a:pt x="234511" y="102144"/>
                    <a:pt x="235789" y="104059"/>
                  </a:cubicBezTo>
                  <a:lnTo>
                    <a:pt x="246013" y="121934"/>
                  </a:lnTo>
                  <a:lnTo>
                    <a:pt x="279879" y="121934"/>
                  </a:lnTo>
                  <a:cubicBezTo>
                    <a:pt x="283713" y="121934"/>
                    <a:pt x="286269" y="124488"/>
                    <a:pt x="286269" y="128318"/>
                  </a:cubicBezTo>
                  <a:lnTo>
                    <a:pt x="286269" y="255359"/>
                  </a:lnTo>
                  <a:close/>
                </a:path>
              </a:pathLst>
            </a:custGeom>
            <a:solidFill>
              <a:srgbClr val="005587"/>
            </a:solidFill>
            <a:ln w="6390" cap="flat">
              <a:noFill/>
              <a:prstDash val="solid"/>
              <a:miter/>
            </a:ln>
          </p:spPr>
          <p:txBody>
            <a:bodyPr rtlCol="0" anchor="ctr"/>
            <a:lstStyle/>
            <a:p>
              <a:endParaRPr lang="en-US"/>
            </a:p>
          </p:txBody>
        </p:sp>
      </p:grpSp>
      <p:grpSp>
        <p:nvGrpSpPr>
          <p:cNvPr id="1077" name="Graphic 4">
            <a:extLst>
              <a:ext uri="{FF2B5EF4-FFF2-40B4-BE49-F238E27FC236}">
                <a16:creationId xmlns:a16="http://schemas.microsoft.com/office/drawing/2014/main" id="{38109C95-0181-7F42-B968-FAD61C0CD975}"/>
              </a:ext>
            </a:extLst>
          </p:cNvPr>
          <p:cNvGrpSpPr>
            <a:grpSpLocks noChangeAspect="1"/>
          </p:cNvGrpSpPr>
          <p:nvPr/>
        </p:nvGrpSpPr>
        <p:grpSpPr>
          <a:xfrm>
            <a:off x="1515054" y="3824168"/>
            <a:ext cx="361670" cy="361333"/>
            <a:chOff x="1515054" y="3824168"/>
            <a:chExt cx="361670" cy="361333"/>
          </a:xfrm>
          <a:solidFill>
            <a:srgbClr val="005587"/>
          </a:solidFill>
        </p:grpSpPr>
        <p:sp>
          <p:nvSpPr>
            <p:cNvPr id="1078" name="Graphic 4">
              <a:extLst>
                <a:ext uri="{FF2B5EF4-FFF2-40B4-BE49-F238E27FC236}">
                  <a16:creationId xmlns:a16="http://schemas.microsoft.com/office/drawing/2014/main" id="{9DC46164-154D-8D48-AA10-DC0451D93E9E}"/>
                </a:ext>
              </a:extLst>
            </p:cNvPr>
            <p:cNvSpPr/>
            <p:nvPr/>
          </p:nvSpPr>
          <p:spPr>
            <a:xfrm>
              <a:off x="1515054"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1076"/>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5587"/>
            </a:solidFill>
            <a:ln w="6390" cap="flat">
              <a:noFill/>
              <a:prstDash val="solid"/>
              <a:miter/>
            </a:ln>
          </p:spPr>
          <p:txBody>
            <a:bodyPr rtlCol="0" anchor="ctr"/>
            <a:lstStyle/>
            <a:p>
              <a:endParaRPr lang="en-US"/>
            </a:p>
          </p:txBody>
        </p:sp>
        <p:sp>
          <p:nvSpPr>
            <p:cNvPr id="1079" name="Graphic 4">
              <a:extLst>
                <a:ext uri="{FF2B5EF4-FFF2-40B4-BE49-F238E27FC236}">
                  <a16:creationId xmlns:a16="http://schemas.microsoft.com/office/drawing/2014/main" id="{D52A35C1-DF62-5844-93A2-32C65AE2DE50}"/>
                </a:ext>
              </a:extLst>
            </p:cNvPr>
            <p:cNvSpPr/>
            <p:nvPr/>
          </p:nvSpPr>
          <p:spPr>
            <a:xfrm>
              <a:off x="1593650" y="3930780"/>
              <a:ext cx="203838" cy="148747"/>
            </a:xfrm>
            <a:custGeom>
              <a:avLst/>
              <a:gdLst>
                <a:gd name="connsiteX0" fmla="*/ 200644 w 203838"/>
                <a:gd name="connsiteY0" fmla="*/ 14683 h 148747"/>
                <a:gd name="connsiteX1" fmla="*/ 194254 w 203838"/>
                <a:gd name="connsiteY1" fmla="*/ 14683 h 148747"/>
                <a:gd name="connsiteX2" fmla="*/ 148886 w 203838"/>
                <a:gd name="connsiteY2" fmla="*/ 37027 h 148747"/>
                <a:gd name="connsiteX3" fmla="*/ 148886 w 203838"/>
                <a:gd name="connsiteY3" fmla="*/ 6384 h 148747"/>
                <a:gd name="connsiteX4" fmla="*/ 142496 w 203838"/>
                <a:gd name="connsiteY4" fmla="*/ 0 h 148747"/>
                <a:gd name="connsiteX5" fmla="*/ 6390 w 203838"/>
                <a:gd name="connsiteY5" fmla="*/ 0 h 148747"/>
                <a:gd name="connsiteX6" fmla="*/ 0 w 203838"/>
                <a:gd name="connsiteY6" fmla="*/ 6384 h 148747"/>
                <a:gd name="connsiteX7" fmla="*/ 0 w 203838"/>
                <a:gd name="connsiteY7" fmla="*/ 142363 h 148747"/>
                <a:gd name="connsiteX8" fmla="*/ 6390 w 203838"/>
                <a:gd name="connsiteY8" fmla="*/ 148747 h 148747"/>
                <a:gd name="connsiteX9" fmla="*/ 142496 w 203838"/>
                <a:gd name="connsiteY9" fmla="*/ 148747 h 148747"/>
                <a:gd name="connsiteX10" fmla="*/ 148886 w 203838"/>
                <a:gd name="connsiteY10" fmla="*/ 142363 h 148747"/>
                <a:gd name="connsiteX11" fmla="*/ 148886 w 203838"/>
                <a:gd name="connsiteY11" fmla="*/ 111720 h 148747"/>
                <a:gd name="connsiteX12" fmla="*/ 194254 w 203838"/>
                <a:gd name="connsiteY12" fmla="*/ 134064 h 148747"/>
                <a:gd name="connsiteX13" fmla="*/ 200644 w 203838"/>
                <a:gd name="connsiteY13" fmla="*/ 134064 h 148747"/>
                <a:gd name="connsiteX14" fmla="*/ 203839 w 203838"/>
                <a:gd name="connsiteY14" fmla="*/ 128318 h 148747"/>
                <a:gd name="connsiteX15" fmla="*/ 203839 w 203838"/>
                <a:gd name="connsiteY15" fmla="*/ 19152 h 148747"/>
                <a:gd name="connsiteX16" fmla="*/ 200644 w 203838"/>
                <a:gd name="connsiteY16" fmla="*/ 14683 h 148747"/>
                <a:gd name="connsiteX17" fmla="*/ 191059 w 203838"/>
                <a:gd name="connsiteY17" fmla="*/ 118742 h 148747"/>
                <a:gd name="connsiteX18" fmla="*/ 145691 w 203838"/>
                <a:gd name="connsiteY18" fmla="*/ 96398 h 148747"/>
                <a:gd name="connsiteX19" fmla="*/ 139301 w 203838"/>
                <a:gd name="connsiteY19" fmla="*/ 96398 h 148747"/>
                <a:gd name="connsiteX20" fmla="*/ 136106 w 203838"/>
                <a:gd name="connsiteY20" fmla="*/ 102144 h 148747"/>
                <a:gd name="connsiteX21" fmla="*/ 136106 w 203838"/>
                <a:gd name="connsiteY21" fmla="*/ 136617 h 148747"/>
                <a:gd name="connsiteX22" fmla="*/ 12780 w 203838"/>
                <a:gd name="connsiteY22" fmla="*/ 136617 h 148747"/>
                <a:gd name="connsiteX23" fmla="*/ 12780 w 203838"/>
                <a:gd name="connsiteY23" fmla="*/ 13407 h 148747"/>
                <a:gd name="connsiteX24" fmla="*/ 136106 w 203838"/>
                <a:gd name="connsiteY24" fmla="*/ 13407 h 148747"/>
                <a:gd name="connsiteX25" fmla="*/ 136106 w 203838"/>
                <a:gd name="connsiteY25" fmla="*/ 47880 h 148747"/>
                <a:gd name="connsiteX26" fmla="*/ 139301 w 203838"/>
                <a:gd name="connsiteY26" fmla="*/ 53626 h 148747"/>
                <a:gd name="connsiteX27" fmla="*/ 145691 w 203838"/>
                <a:gd name="connsiteY27" fmla="*/ 53626 h 148747"/>
                <a:gd name="connsiteX28" fmla="*/ 191059 w 203838"/>
                <a:gd name="connsiteY28" fmla="*/ 31282 h 148747"/>
                <a:gd name="connsiteX29" fmla="*/ 191059 w 203838"/>
                <a:gd name="connsiteY29" fmla="*/ 118742 h 14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03838" h="148747">
                  <a:moveTo>
                    <a:pt x="200644" y="14683"/>
                  </a:moveTo>
                  <a:cubicBezTo>
                    <a:pt x="198727" y="13407"/>
                    <a:pt x="196171" y="13407"/>
                    <a:pt x="194254" y="14683"/>
                  </a:cubicBezTo>
                  <a:lnTo>
                    <a:pt x="148886" y="37027"/>
                  </a:lnTo>
                  <a:lnTo>
                    <a:pt x="148886" y="6384"/>
                  </a:lnTo>
                  <a:cubicBezTo>
                    <a:pt x="148886" y="2554"/>
                    <a:pt x="146330" y="0"/>
                    <a:pt x="142496" y="0"/>
                  </a:cubicBezTo>
                  <a:lnTo>
                    <a:pt x="6390" y="0"/>
                  </a:lnTo>
                  <a:cubicBezTo>
                    <a:pt x="2556" y="0"/>
                    <a:pt x="0" y="2554"/>
                    <a:pt x="0" y="6384"/>
                  </a:cubicBezTo>
                  <a:lnTo>
                    <a:pt x="0" y="142363"/>
                  </a:lnTo>
                  <a:cubicBezTo>
                    <a:pt x="0" y="146193"/>
                    <a:pt x="2556" y="148747"/>
                    <a:pt x="6390" y="148747"/>
                  </a:cubicBezTo>
                  <a:lnTo>
                    <a:pt x="142496" y="148747"/>
                  </a:lnTo>
                  <a:cubicBezTo>
                    <a:pt x="146330" y="148747"/>
                    <a:pt x="148886" y="146193"/>
                    <a:pt x="148886" y="142363"/>
                  </a:cubicBezTo>
                  <a:lnTo>
                    <a:pt x="148886" y="111720"/>
                  </a:lnTo>
                  <a:lnTo>
                    <a:pt x="194254" y="134064"/>
                  </a:lnTo>
                  <a:cubicBezTo>
                    <a:pt x="196171" y="135341"/>
                    <a:pt x="198727" y="134702"/>
                    <a:pt x="200644" y="134064"/>
                  </a:cubicBezTo>
                  <a:cubicBezTo>
                    <a:pt x="202561" y="133425"/>
                    <a:pt x="203839" y="130872"/>
                    <a:pt x="203839" y="128318"/>
                  </a:cubicBezTo>
                  <a:lnTo>
                    <a:pt x="203839" y="19152"/>
                  </a:lnTo>
                  <a:cubicBezTo>
                    <a:pt x="203839" y="17875"/>
                    <a:pt x="202561" y="15960"/>
                    <a:pt x="200644" y="14683"/>
                  </a:cubicBezTo>
                  <a:close/>
                  <a:moveTo>
                    <a:pt x="191059" y="118742"/>
                  </a:moveTo>
                  <a:lnTo>
                    <a:pt x="145691" y="96398"/>
                  </a:lnTo>
                  <a:cubicBezTo>
                    <a:pt x="143774" y="95121"/>
                    <a:pt x="141218" y="95760"/>
                    <a:pt x="139301" y="96398"/>
                  </a:cubicBezTo>
                  <a:cubicBezTo>
                    <a:pt x="137384" y="97675"/>
                    <a:pt x="136106" y="99590"/>
                    <a:pt x="136106" y="102144"/>
                  </a:cubicBezTo>
                  <a:lnTo>
                    <a:pt x="136106" y="136617"/>
                  </a:lnTo>
                  <a:lnTo>
                    <a:pt x="12780" y="136617"/>
                  </a:lnTo>
                  <a:lnTo>
                    <a:pt x="12780" y="13407"/>
                  </a:lnTo>
                  <a:lnTo>
                    <a:pt x="136106" y="13407"/>
                  </a:lnTo>
                  <a:lnTo>
                    <a:pt x="136106" y="47880"/>
                  </a:lnTo>
                  <a:cubicBezTo>
                    <a:pt x="136106" y="49795"/>
                    <a:pt x="137384" y="52349"/>
                    <a:pt x="139301" y="53626"/>
                  </a:cubicBezTo>
                  <a:cubicBezTo>
                    <a:pt x="141218" y="54902"/>
                    <a:pt x="143774" y="54902"/>
                    <a:pt x="145691" y="53626"/>
                  </a:cubicBezTo>
                  <a:lnTo>
                    <a:pt x="191059" y="31282"/>
                  </a:lnTo>
                  <a:lnTo>
                    <a:pt x="191059" y="118742"/>
                  </a:lnTo>
                  <a:close/>
                </a:path>
              </a:pathLst>
            </a:custGeom>
            <a:solidFill>
              <a:srgbClr val="005587"/>
            </a:solidFill>
            <a:ln w="6390" cap="flat">
              <a:noFill/>
              <a:prstDash val="solid"/>
              <a:miter/>
            </a:ln>
          </p:spPr>
          <p:txBody>
            <a:bodyPr rtlCol="0" anchor="ctr"/>
            <a:lstStyle/>
            <a:p>
              <a:endParaRPr lang="en-US"/>
            </a:p>
          </p:txBody>
        </p:sp>
      </p:grpSp>
      <p:grpSp>
        <p:nvGrpSpPr>
          <p:cNvPr id="1080" name="Graphic 4">
            <a:extLst>
              <a:ext uri="{FF2B5EF4-FFF2-40B4-BE49-F238E27FC236}">
                <a16:creationId xmlns:a16="http://schemas.microsoft.com/office/drawing/2014/main" id="{6D829AC3-DF95-0143-A97A-25117601D4FB}"/>
              </a:ext>
            </a:extLst>
          </p:cNvPr>
          <p:cNvGrpSpPr>
            <a:grpSpLocks noChangeAspect="1"/>
          </p:cNvGrpSpPr>
          <p:nvPr/>
        </p:nvGrpSpPr>
        <p:grpSpPr>
          <a:xfrm>
            <a:off x="1952764" y="3824168"/>
            <a:ext cx="361674" cy="361333"/>
            <a:chOff x="1952764" y="3824168"/>
            <a:chExt cx="361674" cy="361333"/>
          </a:xfrm>
          <a:solidFill>
            <a:srgbClr val="005587"/>
          </a:solidFill>
        </p:grpSpPr>
        <p:sp>
          <p:nvSpPr>
            <p:cNvPr id="1081" name="Graphic 4">
              <a:extLst>
                <a:ext uri="{FF2B5EF4-FFF2-40B4-BE49-F238E27FC236}">
                  <a16:creationId xmlns:a16="http://schemas.microsoft.com/office/drawing/2014/main" id="{26D341DB-F26B-F74B-88EA-5405F75D03DF}"/>
                </a:ext>
              </a:extLst>
            </p:cNvPr>
            <p:cNvSpPr/>
            <p:nvPr/>
          </p:nvSpPr>
          <p:spPr>
            <a:xfrm>
              <a:off x="1952764" y="3824168"/>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82435 w 361674"/>
                <a:gd name="connsiteY5" fmla="*/ 235569 h 361333"/>
                <a:gd name="connsiteX6" fmla="*/ 279240 w 361674"/>
                <a:gd name="connsiteY6" fmla="*/ 241314 h 361333"/>
                <a:gd name="connsiteX7" fmla="*/ 272850 w 361674"/>
                <a:gd name="connsiteY7" fmla="*/ 241314 h 361333"/>
                <a:gd name="connsiteX8" fmla="*/ 227482 w 361674"/>
                <a:gd name="connsiteY8" fmla="*/ 218971 h 361333"/>
                <a:gd name="connsiteX9" fmla="*/ 227482 w 361674"/>
                <a:gd name="connsiteY9" fmla="*/ 249614 h 361333"/>
                <a:gd name="connsiteX10" fmla="*/ 221092 w 361674"/>
                <a:gd name="connsiteY10" fmla="*/ 255998 h 361333"/>
                <a:gd name="connsiteX11" fmla="*/ 85625 w 361674"/>
                <a:gd name="connsiteY11" fmla="*/ 255998 h 361333"/>
                <a:gd name="connsiteX12" fmla="*/ 79235 w 361674"/>
                <a:gd name="connsiteY12" fmla="*/ 249614 h 361333"/>
                <a:gd name="connsiteX13" fmla="*/ 79235 w 361674"/>
                <a:gd name="connsiteY13" fmla="*/ 113635 h 361333"/>
                <a:gd name="connsiteX14" fmla="*/ 85625 w 361674"/>
                <a:gd name="connsiteY14" fmla="*/ 107251 h 361333"/>
                <a:gd name="connsiteX15" fmla="*/ 221731 w 361674"/>
                <a:gd name="connsiteY15" fmla="*/ 107251 h 361333"/>
                <a:gd name="connsiteX16" fmla="*/ 228121 w 361674"/>
                <a:gd name="connsiteY16" fmla="*/ 113635 h 361333"/>
                <a:gd name="connsiteX17" fmla="*/ 228121 w 361674"/>
                <a:gd name="connsiteY17" fmla="*/ 144278 h 361333"/>
                <a:gd name="connsiteX18" fmla="*/ 273489 w 361674"/>
                <a:gd name="connsiteY18" fmla="*/ 121934 h 361333"/>
                <a:gd name="connsiteX19" fmla="*/ 279879 w 361674"/>
                <a:gd name="connsiteY19" fmla="*/ 121934 h 361333"/>
                <a:gd name="connsiteX20" fmla="*/ 283074 w 361674"/>
                <a:gd name="connsiteY20" fmla="*/ 127680 h 361333"/>
                <a:gd name="connsiteX21" fmla="*/ 283074 w 361674"/>
                <a:gd name="connsiteY21" fmla="*/ 23556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1674"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2309" y="81076"/>
                    <a:pt x="281157" y="0"/>
                    <a:pt x="180835" y="0"/>
                  </a:cubicBezTo>
                  <a:close/>
                  <a:moveTo>
                    <a:pt x="282435" y="235569"/>
                  </a:moveTo>
                  <a:cubicBezTo>
                    <a:pt x="282435" y="237484"/>
                    <a:pt x="281157" y="240038"/>
                    <a:pt x="279240" y="241314"/>
                  </a:cubicBezTo>
                  <a:cubicBezTo>
                    <a:pt x="277323" y="242591"/>
                    <a:pt x="274767" y="242591"/>
                    <a:pt x="272850" y="241314"/>
                  </a:cubicBezTo>
                  <a:lnTo>
                    <a:pt x="227482" y="218971"/>
                  </a:lnTo>
                  <a:lnTo>
                    <a:pt x="227482" y="249614"/>
                  </a:lnTo>
                  <a:cubicBezTo>
                    <a:pt x="227482" y="253444"/>
                    <a:pt x="224926" y="255998"/>
                    <a:pt x="221092" y="255998"/>
                  </a:cubicBezTo>
                  <a:lnTo>
                    <a:pt x="85625" y="255998"/>
                  </a:lnTo>
                  <a:cubicBezTo>
                    <a:pt x="81791" y="255998"/>
                    <a:pt x="79235" y="253444"/>
                    <a:pt x="79235" y="249614"/>
                  </a:cubicBezTo>
                  <a:lnTo>
                    <a:pt x="79235" y="113635"/>
                  </a:lnTo>
                  <a:cubicBezTo>
                    <a:pt x="79235" y="109804"/>
                    <a:pt x="81791" y="107251"/>
                    <a:pt x="85625" y="107251"/>
                  </a:cubicBezTo>
                  <a:lnTo>
                    <a:pt x="221731" y="107251"/>
                  </a:lnTo>
                  <a:cubicBezTo>
                    <a:pt x="225565" y="107251"/>
                    <a:pt x="228121" y="109804"/>
                    <a:pt x="228121" y="113635"/>
                  </a:cubicBezTo>
                  <a:lnTo>
                    <a:pt x="228121" y="144278"/>
                  </a:lnTo>
                  <a:lnTo>
                    <a:pt x="273489" y="121934"/>
                  </a:lnTo>
                  <a:cubicBezTo>
                    <a:pt x="275406" y="120657"/>
                    <a:pt x="277962" y="121296"/>
                    <a:pt x="279879" y="121934"/>
                  </a:cubicBezTo>
                  <a:cubicBezTo>
                    <a:pt x="281796" y="123211"/>
                    <a:pt x="283074" y="125126"/>
                    <a:pt x="283074" y="127680"/>
                  </a:cubicBezTo>
                  <a:lnTo>
                    <a:pt x="283074" y="235569"/>
                  </a:lnTo>
                  <a:close/>
                </a:path>
              </a:pathLst>
            </a:custGeom>
            <a:solidFill>
              <a:srgbClr val="005587"/>
            </a:solidFill>
            <a:ln w="6390" cap="flat">
              <a:noFill/>
              <a:prstDash val="solid"/>
              <a:miter/>
            </a:ln>
          </p:spPr>
          <p:txBody>
            <a:bodyPr rtlCol="0" anchor="ctr"/>
            <a:lstStyle/>
            <a:p>
              <a:endParaRPr lang="en-US"/>
            </a:p>
          </p:txBody>
        </p:sp>
        <p:sp>
          <p:nvSpPr>
            <p:cNvPr id="1082" name="Graphic 4">
              <a:extLst>
                <a:ext uri="{FF2B5EF4-FFF2-40B4-BE49-F238E27FC236}">
                  <a16:creationId xmlns:a16="http://schemas.microsoft.com/office/drawing/2014/main" id="{1A862917-FA67-0E49-B26D-8F1FCF4E281A}"/>
                </a:ext>
              </a:extLst>
            </p:cNvPr>
            <p:cNvSpPr/>
            <p:nvPr/>
          </p:nvSpPr>
          <p:spPr>
            <a:xfrm>
              <a:off x="2044779" y="3942910"/>
              <a:ext cx="178279" cy="123210"/>
            </a:xfrm>
            <a:custGeom>
              <a:avLst/>
              <a:gdLst>
                <a:gd name="connsiteX0" fmla="*/ 126521 w 178279"/>
                <a:gd name="connsiteY0" fmla="*/ 40219 h 123210"/>
                <a:gd name="connsiteX1" fmla="*/ 123326 w 178279"/>
                <a:gd name="connsiteY1" fmla="*/ 34474 h 123210"/>
                <a:gd name="connsiteX2" fmla="*/ 123326 w 178279"/>
                <a:gd name="connsiteY2" fmla="*/ 0 h 123210"/>
                <a:gd name="connsiteX3" fmla="*/ 0 w 178279"/>
                <a:gd name="connsiteY3" fmla="*/ 0 h 123210"/>
                <a:gd name="connsiteX4" fmla="*/ 0 w 178279"/>
                <a:gd name="connsiteY4" fmla="*/ 123211 h 123210"/>
                <a:gd name="connsiteX5" fmla="*/ 123326 w 178279"/>
                <a:gd name="connsiteY5" fmla="*/ 123211 h 123210"/>
                <a:gd name="connsiteX6" fmla="*/ 123326 w 178279"/>
                <a:gd name="connsiteY6" fmla="*/ 89376 h 123210"/>
                <a:gd name="connsiteX7" fmla="*/ 126521 w 178279"/>
                <a:gd name="connsiteY7" fmla="*/ 83630 h 123210"/>
                <a:gd name="connsiteX8" fmla="*/ 132911 w 178279"/>
                <a:gd name="connsiteY8" fmla="*/ 83630 h 123210"/>
                <a:gd name="connsiteX9" fmla="*/ 178279 w 178279"/>
                <a:gd name="connsiteY9" fmla="*/ 105974 h 123210"/>
                <a:gd name="connsiteX10" fmla="*/ 178279 w 178279"/>
                <a:gd name="connsiteY10" fmla="*/ 17875 h 123210"/>
                <a:gd name="connsiteX11" fmla="*/ 132911 w 178279"/>
                <a:gd name="connsiteY11" fmla="*/ 40219 h 123210"/>
                <a:gd name="connsiteX12" fmla="*/ 126521 w 178279"/>
                <a:gd name="connsiteY12" fmla="*/ 40219 h 12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8279" h="123210">
                  <a:moveTo>
                    <a:pt x="126521" y="40219"/>
                  </a:moveTo>
                  <a:cubicBezTo>
                    <a:pt x="124604" y="38942"/>
                    <a:pt x="123326" y="37027"/>
                    <a:pt x="123326" y="34474"/>
                  </a:cubicBezTo>
                  <a:lnTo>
                    <a:pt x="123326" y="0"/>
                  </a:lnTo>
                  <a:lnTo>
                    <a:pt x="0" y="0"/>
                  </a:lnTo>
                  <a:lnTo>
                    <a:pt x="0" y="123211"/>
                  </a:lnTo>
                  <a:lnTo>
                    <a:pt x="123326" y="123211"/>
                  </a:lnTo>
                  <a:lnTo>
                    <a:pt x="123326" y="89376"/>
                  </a:lnTo>
                  <a:cubicBezTo>
                    <a:pt x="123326" y="87461"/>
                    <a:pt x="124604" y="84907"/>
                    <a:pt x="126521" y="83630"/>
                  </a:cubicBezTo>
                  <a:cubicBezTo>
                    <a:pt x="128438" y="82354"/>
                    <a:pt x="130994" y="82354"/>
                    <a:pt x="132911" y="83630"/>
                  </a:cubicBezTo>
                  <a:lnTo>
                    <a:pt x="178279" y="105974"/>
                  </a:lnTo>
                  <a:lnTo>
                    <a:pt x="178279" y="17875"/>
                  </a:lnTo>
                  <a:lnTo>
                    <a:pt x="132911" y="40219"/>
                  </a:lnTo>
                  <a:cubicBezTo>
                    <a:pt x="130994" y="41496"/>
                    <a:pt x="128438" y="41496"/>
                    <a:pt x="126521" y="40219"/>
                  </a:cubicBezTo>
                  <a:close/>
                </a:path>
              </a:pathLst>
            </a:custGeom>
            <a:solidFill>
              <a:srgbClr val="005587"/>
            </a:solidFill>
            <a:ln w="6390" cap="flat">
              <a:noFill/>
              <a:prstDash val="solid"/>
              <a:miter/>
            </a:ln>
          </p:spPr>
          <p:txBody>
            <a:bodyPr rtlCol="0" anchor="ctr"/>
            <a:lstStyle/>
            <a:p>
              <a:endParaRPr lang="en-US"/>
            </a:p>
          </p:txBody>
        </p:sp>
      </p:grpSp>
      <p:grpSp>
        <p:nvGrpSpPr>
          <p:cNvPr id="1083" name="Graphic 4">
            <a:extLst>
              <a:ext uri="{FF2B5EF4-FFF2-40B4-BE49-F238E27FC236}">
                <a16:creationId xmlns:a16="http://schemas.microsoft.com/office/drawing/2014/main" id="{696E7824-9287-944E-B6E6-4E3ECB3376DC}"/>
              </a:ext>
            </a:extLst>
          </p:cNvPr>
          <p:cNvGrpSpPr>
            <a:grpSpLocks noChangeAspect="1"/>
          </p:cNvGrpSpPr>
          <p:nvPr/>
        </p:nvGrpSpPr>
        <p:grpSpPr>
          <a:xfrm>
            <a:off x="3607758" y="4792617"/>
            <a:ext cx="361674" cy="361333"/>
            <a:chOff x="3607758" y="4792617"/>
            <a:chExt cx="361674" cy="361333"/>
          </a:xfrm>
          <a:solidFill>
            <a:srgbClr val="00A3E0"/>
          </a:solidFill>
        </p:grpSpPr>
        <p:sp>
          <p:nvSpPr>
            <p:cNvPr id="1084" name="Graphic 4">
              <a:extLst>
                <a:ext uri="{FF2B5EF4-FFF2-40B4-BE49-F238E27FC236}">
                  <a16:creationId xmlns:a16="http://schemas.microsoft.com/office/drawing/2014/main" id="{C9CEAB3D-E67B-2542-B46F-F19D9AC16FF3}"/>
                </a:ext>
              </a:extLst>
            </p:cNvPr>
            <p:cNvSpPr/>
            <p:nvPr/>
          </p:nvSpPr>
          <p:spPr>
            <a:xfrm>
              <a:off x="3607758" y="4792617"/>
              <a:ext cx="361674" cy="361333"/>
            </a:xfrm>
            <a:custGeom>
              <a:avLst/>
              <a:gdLst>
                <a:gd name="connsiteX0" fmla="*/ 180836 w 361674"/>
                <a:gd name="connsiteY0" fmla="*/ 0 h 361333"/>
                <a:gd name="connsiteX1" fmla="*/ 0 w 361674"/>
                <a:gd name="connsiteY1" fmla="*/ 180667 h 361333"/>
                <a:gd name="connsiteX2" fmla="*/ 180836 w 361674"/>
                <a:gd name="connsiteY2" fmla="*/ 361334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7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2" y="361334"/>
                    <a:pt x="180836" y="361334"/>
                  </a:cubicBezTo>
                  <a:cubicBezTo>
                    <a:pt x="281157" y="361334"/>
                    <a:pt x="361671" y="280257"/>
                    <a:pt x="361671" y="180667"/>
                  </a:cubicBezTo>
                  <a:cubicBezTo>
                    <a:pt x="362310" y="81077"/>
                    <a:pt x="281157" y="0"/>
                    <a:pt x="180836" y="0"/>
                  </a:cubicBezTo>
                  <a:close/>
                  <a:moveTo>
                    <a:pt x="180836" y="349204"/>
                  </a:moveTo>
                  <a:cubicBezTo>
                    <a:pt x="88181" y="349204"/>
                    <a:pt x="12780" y="273873"/>
                    <a:pt x="12780" y="181305"/>
                  </a:cubicBezTo>
                  <a:cubicBezTo>
                    <a:pt x="12780" y="88738"/>
                    <a:pt x="88181" y="13407"/>
                    <a:pt x="180836" y="13407"/>
                  </a:cubicBezTo>
                  <a:cubicBezTo>
                    <a:pt x="273490" y="13407"/>
                    <a:pt x="348891" y="88738"/>
                    <a:pt x="348891" y="181305"/>
                  </a:cubicBezTo>
                  <a:cubicBezTo>
                    <a:pt x="349530" y="273873"/>
                    <a:pt x="274128"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1085" name="Graphic 4">
              <a:extLst>
                <a:ext uri="{FF2B5EF4-FFF2-40B4-BE49-F238E27FC236}">
                  <a16:creationId xmlns:a16="http://schemas.microsoft.com/office/drawing/2014/main" id="{D904B583-0BAE-2C48-87F1-3FE6E9669ABC}"/>
                </a:ext>
              </a:extLst>
            </p:cNvPr>
            <p:cNvSpPr/>
            <p:nvPr/>
          </p:nvSpPr>
          <p:spPr>
            <a:xfrm>
              <a:off x="3680603" y="4865395"/>
              <a:ext cx="217896" cy="217693"/>
            </a:xfrm>
            <a:custGeom>
              <a:avLst/>
              <a:gdLst>
                <a:gd name="connsiteX0" fmla="*/ 210868 w 217896"/>
                <a:gd name="connsiteY0" fmla="*/ 24259 h 217693"/>
                <a:gd name="connsiteX1" fmla="*/ 192976 w 217896"/>
                <a:gd name="connsiteY1" fmla="*/ 24259 h 217693"/>
                <a:gd name="connsiteX2" fmla="*/ 192976 w 217896"/>
                <a:gd name="connsiteY2" fmla="*/ 6384 h 217693"/>
                <a:gd name="connsiteX3" fmla="*/ 186586 w 217896"/>
                <a:gd name="connsiteY3" fmla="*/ 0 h 217693"/>
                <a:gd name="connsiteX4" fmla="*/ 180196 w 217896"/>
                <a:gd name="connsiteY4" fmla="*/ 6384 h 217693"/>
                <a:gd name="connsiteX5" fmla="*/ 180196 w 217896"/>
                <a:gd name="connsiteY5" fmla="*/ 28090 h 217693"/>
                <a:gd name="connsiteX6" fmla="*/ 173806 w 217896"/>
                <a:gd name="connsiteY6" fmla="*/ 34474 h 217693"/>
                <a:gd name="connsiteX7" fmla="*/ 104795 w 217896"/>
                <a:gd name="connsiteY7" fmla="*/ 8299 h 217693"/>
                <a:gd name="connsiteX8" fmla="*/ 0 w 217896"/>
                <a:gd name="connsiteY8" fmla="*/ 112997 h 217693"/>
                <a:gd name="connsiteX9" fmla="*/ 34506 w 217896"/>
                <a:gd name="connsiteY9" fmla="*/ 190243 h 217693"/>
                <a:gd name="connsiteX10" fmla="*/ 18531 w 217896"/>
                <a:gd name="connsiteY10" fmla="*/ 206841 h 217693"/>
                <a:gd name="connsiteX11" fmla="*/ 18531 w 217896"/>
                <a:gd name="connsiteY11" fmla="*/ 215779 h 217693"/>
                <a:gd name="connsiteX12" fmla="*/ 23004 w 217896"/>
                <a:gd name="connsiteY12" fmla="*/ 217694 h 217693"/>
                <a:gd name="connsiteX13" fmla="*/ 27477 w 217896"/>
                <a:gd name="connsiteY13" fmla="*/ 215779 h 217693"/>
                <a:gd name="connsiteX14" fmla="*/ 44091 w 217896"/>
                <a:gd name="connsiteY14" fmla="*/ 199180 h 217693"/>
                <a:gd name="connsiteX15" fmla="*/ 44730 w 217896"/>
                <a:gd name="connsiteY15" fmla="*/ 197903 h 217693"/>
                <a:gd name="connsiteX16" fmla="*/ 104795 w 217896"/>
                <a:gd name="connsiteY16" fmla="*/ 217055 h 217693"/>
                <a:gd name="connsiteX17" fmla="*/ 164860 w 217896"/>
                <a:gd name="connsiteY17" fmla="*/ 197903 h 217693"/>
                <a:gd name="connsiteX18" fmla="*/ 165500 w 217896"/>
                <a:gd name="connsiteY18" fmla="*/ 199180 h 217693"/>
                <a:gd name="connsiteX19" fmla="*/ 182113 w 217896"/>
                <a:gd name="connsiteY19" fmla="*/ 215779 h 217693"/>
                <a:gd name="connsiteX20" fmla="*/ 186586 w 217896"/>
                <a:gd name="connsiteY20" fmla="*/ 217694 h 217693"/>
                <a:gd name="connsiteX21" fmla="*/ 191059 w 217896"/>
                <a:gd name="connsiteY21" fmla="*/ 215779 h 217693"/>
                <a:gd name="connsiteX22" fmla="*/ 191059 w 217896"/>
                <a:gd name="connsiteY22" fmla="*/ 206841 h 217693"/>
                <a:gd name="connsiteX23" fmla="*/ 175084 w 217896"/>
                <a:gd name="connsiteY23" fmla="*/ 190243 h 217693"/>
                <a:gd name="connsiteX24" fmla="*/ 209590 w 217896"/>
                <a:gd name="connsiteY24" fmla="*/ 112997 h 217693"/>
                <a:gd name="connsiteX25" fmla="*/ 183391 w 217896"/>
                <a:gd name="connsiteY25" fmla="*/ 44050 h 217693"/>
                <a:gd name="connsiteX26" fmla="*/ 189781 w 217896"/>
                <a:gd name="connsiteY26" fmla="*/ 37666 h 217693"/>
                <a:gd name="connsiteX27" fmla="*/ 211507 w 217896"/>
                <a:gd name="connsiteY27" fmla="*/ 37666 h 217693"/>
                <a:gd name="connsiteX28" fmla="*/ 217897 w 217896"/>
                <a:gd name="connsiteY28" fmla="*/ 31282 h 217693"/>
                <a:gd name="connsiteX29" fmla="*/ 210868 w 217896"/>
                <a:gd name="connsiteY29" fmla="*/ 24259 h 217693"/>
                <a:gd name="connsiteX30" fmla="*/ 196171 w 217896"/>
                <a:gd name="connsiteY30" fmla="*/ 112358 h 217693"/>
                <a:gd name="connsiteX31" fmla="*/ 104156 w 217896"/>
                <a:gd name="connsiteY31" fmla="*/ 204287 h 217693"/>
                <a:gd name="connsiteX32" fmla="*/ 12141 w 217896"/>
                <a:gd name="connsiteY32" fmla="*/ 112358 h 217693"/>
                <a:gd name="connsiteX33" fmla="*/ 104156 w 217896"/>
                <a:gd name="connsiteY33" fmla="*/ 20429 h 217693"/>
                <a:gd name="connsiteX34" fmla="*/ 164221 w 217896"/>
                <a:gd name="connsiteY34" fmla="*/ 42773 h 217693"/>
                <a:gd name="connsiteX35" fmla="*/ 150164 w 217896"/>
                <a:gd name="connsiteY35" fmla="*/ 56818 h 217693"/>
                <a:gd name="connsiteX36" fmla="*/ 104156 w 217896"/>
                <a:gd name="connsiteY36" fmla="*/ 40219 h 217693"/>
                <a:gd name="connsiteX37" fmla="*/ 31950 w 217896"/>
                <a:gd name="connsiteY37" fmla="*/ 112358 h 217693"/>
                <a:gd name="connsiteX38" fmla="*/ 104156 w 217896"/>
                <a:gd name="connsiteY38" fmla="*/ 184497 h 217693"/>
                <a:gd name="connsiteX39" fmla="*/ 176362 w 217896"/>
                <a:gd name="connsiteY39" fmla="*/ 112358 h 217693"/>
                <a:gd name="connsiteX40" fmla="*/ 159748 w 217896"/>
                <a:gd name="connsiteY40" fmla="*/ 66394 h 217693"/>
                <a:gd name="connsiteX41" fmla="*/ 173806 w 217896"/>
                <a:gd name="connsiteY41" fmla="*/ 52349 h 217693"/>
                <a:gd name="connsiteX42" fmla="*/ 196171 w 217896"/>
                <a:gd name="connsiteY42" fmla="*/ 112358 h 217693"/>
                <a:gd name="connsiteX43" fmla="*/ 130355 w 217896"/>
                <a:gd name="connsiteY43" fmla="*/ 112358 h 217693"/>
                <a:gd name="connsiteX44" fmla="*/ 104156 w 217896"/>
                <a:gd name="connsiteY44" fmla="*/ 138533 h 217693"/>
                <a:gd name="connsiteX45" fmla="*/ 77957 w 217896"/>
                <a:gd name="connsiteY45" fmla="*/ 112358 h 217693"/>
                <a:gd name="connsiteX46" fmla="*/ 104156 w 217896"/>
                <a:gd name="connsiteY46" fmla="*/ 86184 h 217693"/>
                <a:gd name="connsiteX47" fmla="*/ 117575 w 217896"/>
                <a:gd name="connsiteY47" fmla="*/ 90014 h 217693"/>
                <a:gd name="connsiteX48" fmla="*/ 99683 w 217896"/>
                <a:gd name="connsiteY48" fmla="*/ 107889 h 217693"/>
                <a:gd name="connsiteX49" fmla="*/ 99683 w 217896"/>
                <a:gd name="connsiteY49" fmla="*/ 116827 h 217693"/>
                <a:gd name="connsiteX50" fmla="*/ 104156 w 217896"/>
                <a:gd name="connsiteY50" fmla="*/ 118742 h 217693"/>
                <a:gd name="connsiteX51" fmla="*/ 108629 w 217896"/>
                <a:gd name="connsiteY51" fmla="*/ 116827 h 217693"/>
                <a:gd name="connsiteX52" fmla="*/ 126521 w 217896"/>
                <a:gd name="connsiteY52" fmla="*/ 98952 h 217693"/>
                <a:gd name="connsiteX53" fmla="*/ 130355 w 217896"/>
                <a:gd name="connsiteY53" fmla="*/ 112358 h 217693"/>
                <a:gd name="connsiteX54" fmla="*/ 127160 w 217896"/>
                <a:gd name="connsiteY54" fmla="*/ 81077 h 217693"/>
                <a:gd name="connsiteX55" fmla="*/ 104156 w 217896"/>
                <a:gd name="connsiteY55" fmla="*/ 73416 h 217693"/>
                <a:gd name="connsiteX56" fmla="*/ 65177 w 217896"/>
                <a:gd name="connsiteY56" fmla="*/ 112358 h 217693"/>
                <a:gd name="connsiteX57" fmla="*/ 104156 w 217896"/>
                <a:gd name="connsiteY57" fmla="*/ 151300 h 217693"/>
                <a:gd name="connsiteX58" fmla="*/ 143135 w 217896"/>
                <a:gd name="connsiteY58" fmla="*/ 112358 h 217693"/>
                <a:gd name="connsiteX59" fmla="*/ 135467 w 217896"/>
                <a:gd name="connsiteY59" fmla="*/ 89376 h 217693"/>
                <a:gd name="connsiteX60" fmla="*/ 149525 w 217896"/>
                <a:gd name="connsiteY60" fmla="*/ 75331 h 217693"/>
                <a:gd name="connsiteX61" fmla="*/ 162305 w 217896"/>
                <a:gd name="connsiteY61" fmla="*/ 112358 h 217693"/>
                <a:gd name="connsiteX62" fmla="*/ 102878 w 217896"/>
                <a:gd name="connsiteY62" fmla="*/ 171729 h 217693"/>
                <a:gd name="connsiteX63" fmla="*/ 43451 w 217896"/>
                <a:gd name="connsiteY63" fmla="*/ 112358 h 217693"/>
                <a:gd name="connsiteX64" fmla="*/ 102878 w 217896"/>
                <a:gd name="connsiteY64" fmla="*/ 52987 h 217693"/>
                <a:gd name="connsiteX65" fmla="*/ 139940 w 217896"/>
                <a:gd name="connsiteY65" fmla="*/ 65755 h 217693"/>
                <a:gd name="connsiteX66" fmla="*/ 127160 w 217896"/>
                <a:gd name="connsiteY66" fmla="*/ 81077 h 217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17896" h="217693">
                  <a:moveTo>
                    <a:pt x="210868" y="24259"/>
                  </a:moveTo>
                  <a:lnTo>
                    <a:pt x="192976" y="24259"/>
                  </a:lnTo>
                  <a:lnTo>
                    <a:pt x="192976" y="6384"/>
                  </a:lnTo>
                  <a:cubicBezTo>
                    <a:pt x="192976" y="2554"/>
                    <a:pt x="190420" y="0"/>
                    <a:pt x="186586" y="0"/>
                  </a:cubicBezTo>
                  <a:cubicBezTo>
                    <a:pt x="182752" y="0"/>
                    <a:pt x="180196" y="2554"/>
                    <a:pt x="180196" y="6384"/>
                  </a:cubicBezTo>
                  <a:lnTo>
                    <a:pt x="180196" y="28090"/>
                  </a:lnTo>
                  <a:lnTo>
                    <a:pt x="173806" y="34474"/>
                  </a:lnTo>
                  <a:cubicBezTo>
                    <a:pt x="155275" y="17875"/>
                    <a:pt x="130994" y="8299"/>
                    <a:pt x="104795" y="8299"/>
                  </a:cubicBezTo>
                  <a:cubicBezTo>
                    <a:pt x="47286" y="8299"/>
                    <a:pt x="0" y="55541"/>
                    <a:pt x="0" y="112997"/>
                  </a:cubicBezTo>
                  <a:cubicBezTo>
                    <a:pt x="0" y="143640"/>
                    <a:pt x="13419" y="171091"/>
                    <a:pt x="34506" y="190243"/>
                  </a:cubicBezTo>
                  <a:lnTo>
                    <a:pt x="18531" y="206841"/>
                  </a:lnTo>
                  <a:cubicBezTo>
                    <a:pt x="15975" y="209395"/>
                    <a:pt x="15975" y="213225"/>
                    <a:pt x="18531" y="215779"/>
                  </a:cubicBezTo>
                  <a:cubicBezTo>
                    <a:pt x="19809" y="217055"/>
                    <a:pt x="21726" y="217694"/>
                    <a:pt x="23004" y="217694"/>
                  </a:cubicBezTo>
                  <a:cubicBezTo>
                    <a:pt x="24282" y="217694"/>
                    <a:pt x="26199" y="217055"/>
                    <a:pt x="27477" y="215779"/>
                  </a:cubicBezTo>
                  <a:lnTo>
                    <a:pt x="44091" y="199180"/>
                  </a:lnTo>
                  <a:cubicBezTo>
                    <a:pt x="44091" y="199180"/>
                    <a:pt x="44730" y="198542"/>
                    <a:pt x="44730" y="197903"/>
                  </a:cubicBezTo>
                  <a:cubicBezTo>
                    <a:pt x="61982" y="210033"/>
                    <a:pt x="82430" y="217055"/>
                    <a:pt x="104795" y="217055"/>
                  </a:cubicBezTo>
                  <a:cubicBezTo>
                    <a:pt x="127160" y="217055"/>
                    <a:pt x="148247" y="210033"/>
                    <a:pt x="164860" y="197903"/>
                  </a:cubicBezTo>
                  <a:cubicBezTo>
                    <a:pt x="164860" y="198542"/>
                    <a:pt x="165500" y="198542"/>
                    <a:pt x="165500" y="199180"/>
                  </a:cubicBezTo>
                  <a:lnTo>
                    <a:pt x="182113" y="215779"/>
                  </a:lnTo>
                  <a:cubicBezTo>
                    <a:pt x="183391" y="217055"/>
                    <a:pt x="185308" y="217694"/>
                    <a:pt x="186586" y="217694"/>
                  </a:cubicBezTo>
                  <a:cubicBezTo>
                    <a:pt x="187864" y="217694"/>
                    <a:pt x="189781" y="217055"/>
                    <a:pt x="191059" y="215779"/>
                  </a:cubicBezTo>
                  <a:cubicBezTo>
                    <a:pt x="193615" y="213225"/>
                    <a:pt x="193615" y="209395"/>
                    <a:pt x="191059" y="206841"/>
                  </a:cubicBezTo>
                  <a:lnTo>
                    <a:pt x="175084" y="190243"/>
                  </a:lnTo>
                  <a:cubicBezTo>
                    <a:pt x="196171" y="171091"/>
                    <a:pt x="209590" y="143640"/>
                    <a:pt x="209590" y="112997"/>
                  </a:cubicBezTo>
                  <a:cubicBezTo>
                    <a:pt x="209590" y="86184"/>
                    <a:pt x="199366" y="62563"/>
                    <a:pt x="183391" y="44050"/>
                  </a:cubicBezTo>
                  <a:lnTo>
                    <a:pt x="189781" y="37666"/>
                  </a:lnTo>
                  <a:lnTo>
                    <a:pt x="211507" y="37666"/>
                  </a:lnTo>
                  <a:cubicBezTo>
                    <a:pt x="215341" y="37666"/>
                    <a:pt x="217897" y="35112"/>
                    <a:pt x="217897" y="31282"/>
                  </a:cubicBezTo>
                  <a:cubicBezTo>
                    <a:pt x="217897" y="27451"/>
                    <a:pt x="214063" y="24259"/>
                    <a:pt x="210868" y="24259"/>
                  </a:cubicBezTo>
                  <a:close/>
                  <a:moveTo>
                    <a:pt x="196171" y="112358"/>
                  </a:moveTo>
                  <a:cubicBezTo>
                    <a:pt x="196171" y="162792"/>
                    <a:pt x="154637" y="204287"/>
                    <a:pt x="104156" y="204287"/>
                  </a:cubicBezTo>
                  <a:cubicBezTo>
                    <a:pt x="53676" y="204287"/>
                    <a:pt x="12141" y="162792"/>
                    <a:pt x="12141" y="112358"/>
                  </a:cubicBezTo>
                  <a:cubicBezTo>
                    <a:pt x="12141" y="61925"/>
                    <a:pt x="53676" y="20429"/>
                    <a:pt x="104156" y="20429"/>
                  </a:cubicBezTo>
                  <a:cubicBezTo>
                    <a:pt x="127160" y="20429"/>
                    <a:pt x="148247" y="28728"/>
                    <a:pt x="164221" y="42773"/>
                  </a:cubicBezTo>
                  <a:lnTo>
                    <a:pt x="150164" y="56818"/>
                  </a:lnTo>
                  <a:cubicBezTo>
                    <a:pt x="137384" y="46603"/>
                    <a:pt x="121409" y="40219"/>
                    <a:pt x="104156" y="40219"/>
                  </a:cubicBezTo>
                  <a:cubicBezTo>
                    <a:pt x="64538" y="40219"/>
                    <a:pt x="31950" y="72139"/>
                    <a:pt x="31950" y="112358"/>
                  </a:cubicBezTo>
                  <a:cubicBezTo>
                    <a:pt x="31950" y="152577"/>
                    <a:pt x="63899" y="184497"/>
                    <a:pt x="104156" y="184497"/>
                  </a:cubicBezTo>
                  <a:cubicBezTo>
                    <a:pt x="144412" y="184497"/>
                    <a:pt x="176362" y="152577"/>
                    <a:pt x="176362" y="112358"/>
                  </a:cubicBezTo>
                  <a:cubicBezTo>
                    <a:pt x="176362" y="95121"/>
                    <a:pt x="169972" y="78523"/>
                    <a:pt x="159748" y="66394"/>
                  </a:cubicBezTo>
                  <a:lnTo>
                    <a:pt x="173806" y="52349"/>
                  </a:lnTo>
                  <a:cubicBezTo>
                    <a:pt x="187225" y="68309"/>
                    <a:pt x="196171" y="89376"/>
                    <a:pt x="196171" y="112358"/>
                  </a:cubicBezTo>
                  <a:close/>
                  <a:moveTo>
                    <a:pt x="130355" y="112358"/>
                  </a:moveTo>
                  <a:cubicBezTo>
                    <a:pt x="130355" y="127041"/>
                    <a:pt x="118214" y="138533"/>
                    <a:pt x="104156" y="138533"/>
                  </a:cubicBezTo>
                  <a:cubicBezTo>
                    <a:pt x="90098" y="138533"/>
                    <a:pt x="77957" y="126403"/>
                    <a:pt x="77957" y="112358"/>
                  </a:cubicBezTo>
                  <a:cubicBezTo>
                    <a:pt x="77957" y="98313"/>
                    <a:pt x="90098" y="86184"/>
                    <a:pt x="104156" y="86184"/>
                  </a:cubicBezTo>
                  <a:cubicBezTo>
                    <a:pt x="109268" y="86184"/>
                    <a:pt x="113741" y="87461"/>
                    <a:pt x="117575" y="90014"/>
                  </a:cubicBezTo>
                  <a:lnTo>
                    <a:pt x="99683" y="107889"/>
                  </a:lnTo>
                  <a:cubicBezTo>
                    <a:pt x="97127" y="110443"/>
                    <a:pt x="97127" y="114273"/>
                    <a:pt x="99683" y="116827"/>
                  </a:cubicBezTo>
                  <a:cubicBezTo>
                    <a:pt x="100961" y="118104"/>
                    <a:pt x="102878" y="118742"/>
                    <a:pt x="104156" y="118742"/>
                  </a:cubicBezTo>
                  <a:cubicBezTo>
                    <a:pt x="105434" y="118742"/>
                    <a:pt x="107351" y="118104"/>
                    <a:pt x="108629" y="116827"/>
                  </a:cubicBezTo>
                  <a:lnTo>
                    <a:pt x="126521" y="98952"/>
                  </a:lnTo>
                  <a:cubicBezTo>
                    <a:pt x="129077" y="102782"/>
                    <a:pt x="130355" y="107889"/>
                    <a:pt x="130355" y="112358"/>
                  </a:cubicBezTo>
                  <a:close/>
                  <a:moveTo>
                    <a:pt x="127160" y="81077"/>
                  </a:moveTo>
                  <a:cubicBezTo>
                    <a:pt x="120770" y="76608"/>
                    <a:pt x="113102" y="73416"/>
                    <a:pt x="104156" y="73416"/>
                  </a:cubicBezTo>
                  <a:cubicBezTo>
                    <a:pt x="82430" y="73416"/>
                    <a:pt x="65177" y="90653"/>
                    <a:pt x="65177" y="112358"/>
                  </a:cubicBezTo>
                  <a:cubicBezTo>
                    <a:pt x="65177" y="134064"/>
                    <a:pt x="82430" y="151300"/>
                    <a:pt x="104156" y="151300"/>
                  </a:cubicBezTo>
                  <a:cubicBezTo>
                    <a:pt x="125882" y="151300"/>
                    <a:pt x="143135" y="134064"/>
                    <a:pt x="143135" y="112358"/>
                  </a:cubicBezTo>
                  <a:cubicBezTo>
                    <a:pt x="143135" y="104059"/>
                    <a:pt x="140579" y="95760"/>
                    <a:pt x="135467" y="89376"/>
                  </a:cubicBezTo>
                  <a:lnTo>
                    <a:pt x="149525" y="75331"/>
                  </a:lnTo>
                  <a:cubicBezTo>
                    <a:pt x="157832" y="85546"/>
                    <a:pt x="162305" y="98313"/>
                    <a:pt x="162305" y="112358"/>
                  </a:cubicBezTo>
                  <a:cubicBezTo>
                    <a:pt x="162305" y="144916"/>
                    <a:pt x="135467" y="171729"/>
                    <a:pt x="102878" y="171729"/>
                  </a:cubicBezTo>
                  <a:cubicBezTo>
                    <a:pt x="70289" y="171729"/>
                    <a:pt x="43451" y="144916"/>
                    <a:pt x="43451" y="112358"/>
                  </a:cubicBezTo>
                  <a:cubicBezTo>
                    <a:pt x="43451" y="79800"/>
                    <a:pt x="70289" y="52987"/>
                    <a:pt x="102878" y="52987"/>
                  </a:cubicBezTo>
                  <a:cubicBezTo>
                    <a:pt x="116936" y="52987"/>
                    <a:pt x="129716" y="58094"/>
                    <a:pt x="139940" y="65755"/>
                  </a:cubicBezTo>
                  <a:lnTo>
                    <a:pt x="127160" y="81077"/>
                  </a:lnTo>
                  <a:close/>
                </a:path>
              </a:pathLst>
            </a:custGeom>
            <a:solidFill>
              <a:srgbClr val="00A3E0"/>
            </a:solidFill>
            <a:ln w="6390" cap="flat">
              <a:noFill/>
              <a:prstDash val="solid"/>
              <a:miter/>
            </a:ln>
          </p:spPr>
          <p:txBody>
            <a:bodyPr rtlCol="0" anchor="ctr"/>
            <a:lstStyle/>
            <a:p>
              <a:endParaRPr lang="en-US"/>
            </a:p>
          </p:txBody>
        </p:sp>
      </p:grpSp>
      <p:grpSp>
        <p:nvGrpSpPr>
          <p:cNvPr id="1086" name="Graphic 4">
            <a:extLst>
              <a:ext uri="{FF2B5EF4-FFF2-40B4-BE49-F238E27FC236}">
                <a16:creationId xmlns:a16="http://schemas.microsoft.com/office/drawing/2014/main" id="{D22B09C8-7AF0-4B45-9693-4801B2F35706}"/>
              </a:ext>
            </a:extLst>
          </p:cNvPr>
          <p:cNvGrpSpPr>
            <a:grpSpLocks noChangeAspect="1"/>
          </p:cNvGrpSpPr>
          <p:nvPr/>
        </p:nvGrpSpPr>
        <p:grpSpPr>
          <a:xfrm>
            <a:off x="4046108" y="4792617"/>
            <a:ext cx="361670" cy="361333"/>
            <a:chOff x="4046108" y="4792617"/>
            <a:chExt cx="361670" cy="361333"/>
          </a:xfrm>
          <a:solidFill>
            <a:srgbClr val="00A3E0"/>
          </a:solidFill>
        </p:grpSpPr>
        <p:sp>
          <p:nvSpPr>
            <p:cNvPr id="1087" name="Graphic 4">
              <a:extLst>
                <a:ext uri="{FF2B5EF4-FFF2-40B4-BE49-F238E27FC236}">
                  <a16:creationId xmlns:a16="http://schemas.microsoft.com/office/drawing/2014/main" id="{EBBA49FA-B7D3-ED4F-AF1C-C26A60CCFA9A}"/>
                </a:ext>
              </a:extLst>
            </p:cNvPr>
            <p:cNvSpPr/>
            <p:nvPr/>
          </p:nvSpPr>
          <p:spPr>
            <a:xfrm>
              <a:off x="4163682" y="4919021"/>
              <a:ext cx="118853" cy="118741"/>
            </a:xfrm>
            <a:custGeom>
              <a:avLst/>
              <a:gdLst>
                <a:gd name="connsiteX0" fmla="*/ 59427 w 118853"/>
                <a:gd name="connsiteY0" fmla="*/ 0 h 118741"/>
                <a:gd name="connsiteX1" fmla="*/ 0 w 118853"/>
                <a:gd name="connsiteY1" fmla="*/ 59371 h 118741"/>
                <a:gd name="connsiteX2" fmla="*/ 59427 w 118853"/>
                <a:gd name="connsiteY2" fmla="*/ 118742 h 118741"/>
                <a:gd name="connsiteX3" fmla="*/ 118853 w 118853"/>
                <a:gd name="connsiteY3" fmla="*/ 59371 h 118741"/>
                <a:gd name="connsiteX4" fmla="*/ 106073 w 118853"/>
                <a:gd name="connsiteY4" fmla="*/ 22344 h 118741"/>
                <a:gd name="connsiteX5" fmla="*/ 92015 w 118853"/>
                <a:gd name="connsiteY5" fmla="*/ 36388 h 118741"/>
                <a:gd name="connsiteX6" fmla="*/ 99683 w 118853"/>
                <a:gd name="connsiteY6" fmla="*/ 59371 h 118741"/>
                <a:gd name="connsiteX7" fmla="*/ 60704 w 118853"/>
                <a:gd name="connsiteY7" fmla="*/ 98313 h 118741"/>
                <a:gd name="connsiteX8" fmla="*/ 21726 w 118853"/>
                <a:gd name="connsiteY8" fmla="*/ 59371 h 118741"/>
                <a:gd name="connsiteX9" fmla="*/ 60704 w 118853"/>
                <a:gd name="connsiteY9" fmla="*/ 20428 h 118741"/>
                <a:gd name="connsiteX10" fmla="*/ 83708 w 118853"/>
                <a:gd name="connsiteY10" fmla="*/ 28089 h 118741"/>
                <a:gd name="connsiteX11" fmla="*/ 97766 w 118853"/>
                <a:gd name="connsiteY11" fmla="*/ 14044 h 118741"/>
                <a:gd name="connsiteX12" fmla="*/ 59427 w 118853"/>
                <a:gd name="connsiteY12" fmla="*/ 0 h 11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8853" h="118741">
                  <a:moveTo>
                    <a:pt x="59427" y="0"/>
                  </a:moveTo>
                  <a:cubicBezTo>
                    <a:pt x="26838" y="0"/>
                    <a:pt x="0" y="26812"/>
                    <a:pt x="0" y="59371"/>
                  </a:cubicBezTo>
                  <a:cubicBezTo>
                    <a:pt x="0" y="91929"/>
                    <a:pt x="26838" y="118742"/>
                    <a:pt x="59427" y="118742"/>
                  </a:cubicBezTo>
                  <a:cubicBezTo>
                    <a:pt x="92015" y="118742"/>
                    <a:pt x="118853" y="91929"/>
                    <a:pt x="118853" y="59371"/>
                  </a:cubicBezTo>
                  <a:cubicBezTo>
                    <a:pt x="118853" y="45326"/>
                    <a:pt x="113741" y="32558"/>
                    <a:pt x="106073" y="22344"/>
                  </a:cubicBezTo>
                  <a:lnTo>
                    <a:pt x="92015" y="36388"/>
                  </a:lnTo>
                  <a:cubicBezTo>
                    <a:pt x="96488" y="42772"/>
                    <a:pt x="99683" y="50433"/>
                    <a:pt x="99683" y="59371"/>
                  </a:cubicBezTo>
                  <a:cubicBezTo>
                    <a:pt x="99683" y="81076"/>
                    <a:pt x="82430" y="98313"/>
                    <a:pt x="60704" y="98313"/>
                  </a:cubicBezTo>
                  <a:cubicBezTo>
                    <a:pt x="38979" y="98313"/>
                    <a:pt x="21726" y="81076"/>
                    <a:pt x="21726" y="59371"/>
                  </a:cubicBezTo>
                  <a:cubicBezTo>
                    <a:pt x="21726" y="37665"/>
                    <a:pt x="38979" y="20428"/>
                    <a:pt x="60704" y="20428"/>
                  </a:cubicBezTo>
                  <a:cubicBezTo>
                    <a:pt x="69012" y="20428"/>
                    <a:pt x="77318" y="22982"/>
                    <a:pt x="83708" y="28089"/>
                  </a:cubicBezTo>
                  <a:lnTo>
                    <a:pt x="97766" y="14044"/>
                  </a:lnTo>
                  <a:cubicBezTo>
                    <a:pt x="86264" y="4468"/>
                    <a:pt x="72845" y="0"/>
                    <a:pt x="59427" y="0"/>
                  </a:cubicBezTo>
                  <a:close/>
                </a:path>
              </a:pathLst>
            </a:custGeom>
            <a:solidFill>
              <a:srgbClr val="00A3E0"/>
            </a:solidFill>
            <a:ln w="6390" cap="flat">
              <a:noFill/>
              <a:prstDash val="solid"/>
              <a:miter/>
            </a:ln>
          </p:spPr>
          <p:txBody>
            <a:bodyPr rtlCol="0" anchor="ctr"/>
            <a:lstStyle/>
            <a:p>
              <a:endParaRPr lang="en-US"/>
            </a:p>
          </p:txBody>
        </p:sp>
        <p:sp>
          <p:nvSpPr>
            <p:cNvPr id="1088" name="Graphic 4">
              <a:extLst>
                <a:ext uri="{FF2B5EF4-FFF2-40B4-BE49-F238E27FC236}">
                  <a16:creationId xmlns:a16="http://schemas.microsoft.com/office/drawing/2014/main" id="{669D2B84-35F6-AB49-9752-22F010D65B7C}"/>
                </a:ext>
              </a:extLst>
            </p:cNvPr>
            <p:cNvSpPr/>
            <p:nvPr/>
          </p:nvSpPr>
          <p:spPr>
            <a:xfrm>
              <a:off x="4196910" y="4951579"/>
              <a:ext cx="52397" cy="52348"/>
            </a:xfrm>
            <a:custGeom>
              <a:avLst/>
              <a:gdLst>
                <a:gd name="connsiteX0" fmla="*/ 26199 w 52397"/>
                <a:gd name="connsiteY0" fmla="*/ 32558 h 52348"/>
                <a:gd name="connsiteX1" fmla="*/ 21726 w 52397"/>
                <a:gd name="connsiteY1" fmla="*/ 30643 h 52348"/>
                <a:gd name="connsiteX2" fmla="*/ 21726 w 52397"/>
                <a:gd name="connsiteY2" fmla="*/ 21706 h 52348"/>
                <a:gd name="connsiteX3" fmla="*/ 39618 w 52397"/>
                <a:gd name="connsiteY3" fmla="*/ 3830 h 52348"/>
                <a:gd name="connsiteX4" fmla="*/ 26199 w 52397"/>
                <a:gd name="connsiteY4" fmla="*/ 0 h 52348"/>
                <a:gd name="connsiteX5" fmla="*/ 0 w 52397"/>
                <a:gd name="connsiteY5" fmla="*/ 26174 h 52348"/>
                <a:gd name="connsiteX6" fmla="*/ 26199 w 52397"/>
                <a:gd name="connsiteY6" fmla="*/ 52349 h 52348"/>
                <a:gd name="connsiteX7" fmla="*/ 52398 w 52397"/>
                <a:gd name="connsiteY7" fmla="*/ 26174 h 52348"/>
                <a:gd name="connsiteX8" fmla="*/ 48564 w 52397"/>
                <a:gd name="connsiteY8" fmla="*/ 12768 h 52348"/>
                <a:gd name="connsiteX9" fmla="*/ 30672 w 52397"/>
                <a:gd name="connsiteY9" fmla="*/ 30643 h 52348"/>
                <a:gd name="connsiteX10" fmla="*/ 26199 w 52397"/>
                <a:gd name="connsiteY10" fmla="*/ 32558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397" h="52348">
                  <a:moveTo>
                    <a:pt x="26199" y="32558"/>
                  </a:moveTo>
                  <a:cubicBezTo>
                    <a:pt x="24282" y="32558"/>
                    <a:pt x="23004" y="31920"/>
                    <a:pt x="21726" y="30643"/>
                  </a:cubicBezTo>
                  <a:cubicBezTo>
                    <a:pt x="19170" y="28090"/>
                    <a:pt x="19170" y="24259"/>
                    <a:pt x="21726" y="21706"/>
                  </a:cubicBezTo>
                  <a:lnTo>
                    <a:pt x="39618" y="3830"/>
                  </a:lnTo>
                  <a:cubicBezTo>
                    <a:pt x="35784" y="1277"/>
                    <a:pt x="31311" y="0"/>
                    <a:pt x="26199" y="0"/>
                  </a:cubicBezTo>
                  <a:cubicBezTo>
                    <a:pt x="11502" y="0"/>
                    <a:pt x="0" y="12130"/>
                    <a:pt x="0" y="26174"/>
                  </a:cubicBezTo>
                  <a:cubicBezTo>
                    <a:pt x="0" y="40219"/>
                    <a:pt x="12141" y="52349"/>
                    <a:pt x="26199" y="52349"/>
                  </a:cubicBezTo>
                  <a:cubicBezTo>
                    <a:pt x="40257" y="52349"/>
                    <a:pt x="52398" y="40219"/>
                    <a:pt x="52398" y="26174"/>
                  </a:cubicBezTo>
                  <a:cubicBezTo>
                    <a:pt x="52398" y="21067"/>
                    <a:pt x="51119" y="16598"/>
                    <a:pt x="48564" y="12768"/>
                  </a:cubicBezTo>
                  <a:lnTo>
                    <a:pt x="30672" y="30643"/>
                  </a:lnTo>
                  <a:cubicBezTo>
                    <a:pt x="29394" y="31920"/>
                    <a:pt x="27477" y="32558"/>
                    <a:pt x="26199" y="32558"/>
                  </a:cubicBezTo>
                  <a:close/>
                </a:path>
              </a:pathLst>
            </a:custGeom>
            <a:solidFill>
              <a:srgbClr val="00A3E0"/>
            </a:solidFill>
            <a:ln w="6390" cap="flat">
              <a:noFill/>
              <a:prstDash val="solid"/>
              <a:miter/>
            </a:ln>
          </p:spPr>
          <p:txBody>
            <a:bodyPr rtlCol="0" anchor="ctr"/>
            <a:lstStyle/>
            <a:p>
              <a:endParaRPr lang="en-US"/>
            </a:p>
          </p:txBody>
        </p:sp>
        <p:sp>
          <p:nvSpPr>
            <p:cNvPr id="1089" name="Graphic 4">
              <a:extLst>
                <a:ext uri="{FF2B5EF4-FFF2-40B4-BE49-F238E27FC236}">
                  <a16:creationId xmlns:a16="http://schemas.microsoft.com/office/drawing/2014/main" id="{58CFCFA2-FBF1-7F49-8DC7-219770B36381}"/>
                </a:ext>
              </a:extLst>
            </p:cNvPr>
            <p:cNvSpPr/>
            <p:nvPr/>
          </p:nvSpPr>
          <p:spPr>
            <a:xfrm>
              <a:off x="4130455" y="4885824"/>
              <a:ext cx="184030" cy="183858"/>
            </a:xfrm>
            <a:custGeom>
              <a:avLst/>
              <a:gdLst>
                <a:gd name="connsiteX0" fmla="*/ 164221 w 184030"/>
                <a:gd name="connsiteY0" fmla="*/ 91929 h 183858"/>
                <a:gd name="connsiteX1" fmla="*/ 92015 w 184030"/>
                <a:gd name="connsiteY1" fmla="*/ 164068 h 183858"/>
                <a:gd name="connsiteX2" fmla="*/ 19809 w 184030"/>
                <a:gd name="connsiteY2" fmla="*/ 91929 h 183858"/>
                <a:gd name="connsiteX3" fmla="*/ 92015 w 184030"/>
                <a:gd name="connsiteY3" fmla="*/ 19790 h 183858"/>
                <a:gd name="connsiteX4" fmla="*/ 138022 w 184030"/>
                <a:gd name="connsiteY4" fmla="*/ 36389 h 183858"/>
                <a:gd name="connsiteX5" fmla="*/ 152080 w 184030"/>
                <a:gd name="connsiteY5" fmla="*/ 22344 h 183858"/>
                <a:gd name="connsiteX6" fmla="*/ 92015 w 184030"/>
                <a:gd name="connsiteY6" fmla="*/ 0 h 183858"/>
                <a:gd name="connsiteX7" fmla="*/ 0 w 184030"/>
                <a:gd name="connsiteY7" fmla="*/ 91929 h 183858"/>
                <a:gd name="connsiteX8" fmla="*/ 92015 w 184030"/>
                <a:gd name="connsiteY8" fmla="*/ 183859 h 183858"/>
                <a:gd name="connsiteX9" fmla="*/ 184030 w 184030"/>
                <a:gd name="connsiteY9" fmla="*/ 91929 h 183858"/>
                <a:gd name="connsiteX10" fmla="*/ 161665 w 184030"/>
                <a:gd name="connsiteY10" fmla="*/ 31920 h 183858"/>
                <a:gd name="connsiteX11" fmla="*/ 147607 w 184030"/>
                <a:gd name="connsiteY11" fmla="*/ 45965 h 183858"/>
                <a:gd name="connsiteX12" fmla="*/ 164221 w 184030"/>
                <a:gd name="connsiteY12" fmla="*/ 91929 h 18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4030" h="183858">
                  <a:moveTo>
                    <a:pt x="164221" y="91929"/>
                  </a:moveTo>
                  <a:cubicBezTo>
                    <a:pt x="164221" y="131510"/>
                    <a:pt x="132271" y="164068"/>
                    <a:pt x="92015" y="164068"/>
                  </a:cubicBezTo>
                  <a:cubicBezTo>
                    <a:pt x="52397" y="164068"/>
                    <a:pt x="19809" y="132149"/>
                    <a:pt x="19809" y="91929"/>
                  </a:cubicBezTo>
                  <a:cubicBezTo>
                    <a:pt x="19809" y="51710"/>
                    <a:pt x="51758" y="19790"/>
                    <a:pt x="92015" y="19790"/>
                  </a:cubicBezTo>
                  <a:cubicBezTo>
                    <a:pt x="109268" y="19790"/>
                    <a:pt x="125881" y="26174"/>
                    <a:pt x="138022" y="36389"/>
                  </a:cubicBezTo>
                  <a:lnTo>
                    <a:pt x="152080" y="22344"/>
                  </a:lnTo>
                  <a:cubicBezTo>
                    <a:pt x="136106" y="8299"/>
                    <a:pt x="115019" y="0"/>
                    <a:pt x="92015" y="0"/>
                  </a:cubicBezTo>
                  <a:cubicBezTo>
                    <a:pt x="41535" y="0"/>
                    <a:pt x="0" y="41496"/>
                    <a:pt x="0" y="91929"/>
                  </a:cubicBezTo>
                  <a:cubicBezTo>
                    <a:pt x="0" y="142363"/>
                    <a:pt x="41535" y="183859"/>
                    <a:pt x="92015" y="183859"/>
                  </a:cubicBezTo>
                  <a:cubicBezTo>
                    <a:pt x="142496" y="183859"/>
                    <a:pt x="184030" y="142363"/>
                    <a:pt x="184030" y="91929"/>
                  </a:cubicBezTo>
                  <a:cubicBezTo>
                    <a:pt x="184030" y="68947"/>
                    <a:pt x="175723" y="47880"/>
                    <a:pt x="161665" y="31920"/>
                  </a:cubicBezTo>
                  <a:lnTo>
                    <a:pt x="147607" y="45965"/>
                  </a:lnTo>
                  <a:cubicBezTo>
                    <a:pt x="157831" y="58733"/>
                    <a:pt x="164221" y="74693"/>
                    <a:pt x="164221" y="91929"/>
                  </a:cubicBezTo>
                  <a:close/>
                </a:path>
              </a:pathLst>
            </a:custGeom>
            <a:solidFill>
              <a:srgbClr val="00A3E0"/>
            </a:solidFill>
            <a:ln w="6390" cap="flat">
              <a:noFill/>
              <a:prstDash val="solid"/>
              <a:miter/>
            </a:ln>
          </p:spPr>
          <p:txBody>
            <a:bodyPr rtlCol="0" anchor="ctr"/>
            <a:lstStyle/>
            <a:p>
              <a:endParaRPr lang="en-US"/>
            </a:p>
          </p:txBody>
        </p:sp>
        <p:sp>
          <p:nvSpPr>
            <p:cNvPr id="1090" name="Graphic 4">
              <a:extLst>
                <a:ext uri="{FF2B5EF4-FFF2-40B4-BE49-F238E27FC236}">
                  <a16:creationId xmlns:a16="http://schemas.microsoft.com/office/drawing/2014/main" id="{E57C5869-78F8-2D4B-9B47-B1F9E1CC09BD}"/>
                </a:ext>
              </a:extLst>
            </p:cNvPr>
            <p:cNvSpPr/>
            <p:nvPr/>
          </p:nvSpPr>
          <p:spPr>
            <a:xfrm>
              <a:off x="4046108"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283074 w 361670"/>
                <a:gd name="connsiteY5" fmla="*/ 109805 h 361333"/>
                <a:gd name="connsiteX6" fmla="*/ 261348 w 361670"/>
                <a:gd name="connsiteY6" fmla="*/ 109805 h 361333"/>
                <a:gd name="connsiteX7" fmla="*/ 254958 w 361670"/>
                <a:gd name="connsiteY7" fmla="*/ 116189 h 361333"/>
                <a:gd name="connsiteX8" fmla="*/ 281157 w 361670"/>
                <a:gd name="connsiteY8" fmla="*/ 185135 h 361333"/>
                <a:gd name="connsiteX9" fmla="*/ 246651 w 361670"/>
                <a:gd name="connsiteY9" fmla="*/ 262382 h 361333"/>
                <a:gd name="connsiteX10" fmla="*/ 263266 w 361670"/>
                <a:gd name="connsiteY10" fmla="*/ 278980 h 361333"/>
                <a:gd name="connsiteX11" fmla="*/ 263266 w 361670"/>
                <a:gd name="connsiteY11" fmla="*/ 287918 h 361333"/>
                <a:gd name="connsiteX12" fmla="*/ 258792 w 361670"/>
                <a:gd name="connsiteY12" fmla="*/ 289833 h 361333"/>
                <a:gd name="connsiteX13" fmla="*/ 254319 w 361670"/>
                <a:gd name="connsiteY13" fmla="*/ 287918 h 361333"/>
                <a:gd name="connsiteX14" fmla="*/ 237706 w 361670"/>
                <a:gd name="connsiteY14" fmla="*/ 271319 h 361333"/>
                <a:gd name="connsiteX15" fmla="*/ 237067 w 361670"/>
                <a:gd name="connsiteY15" fmla="*/ 270043 h 361333"/>
                <a:gd name="connsiteX16" fmla="*/ 177001 w 361670"/>
                <a:gd name="connsiteY16" fmla="*/ 289195 h 361333"/>
                <a:gd name="connsiteX17" fmla="*/ 116936 w 361670"/>
                <a:gd name="connsiteY17" fmla="*/ 270043 h 361333"/>
                <a:gd name="connsiteX18" fmla="*/ 116297 w 361670"/>
                <a:gd name="connsiteY18" fmla="*/ 271319 h 361333"/>
                <a:gd name="connsiteX19" fmla="*/ 99683 w 361670"/>
                <a:gd name="connsiteY19" fmla="*/ 287918 h 361333"/>
                <a:gd name="connsiteX20" fmla="*/ 95210 w 361670"/>
                <a:gd name="connsiteY20" fmla="*/ 289833 h 361333"/>
                <a:gd name="connsiteX21" fmla="*/ 90737 w 361670"/>
                <a:gd name="connsiteY21" fmla="*/ 287918 h 361333"/>
                <a:gd name="connsiteX22" fmla="*/ 90737 w 361670"/>
                <a:gd name="connsiteY22" fmla="*/ 278980 h 361333"/>
                <a:gd name="connsiteX23" fmla="*/ 106712 w 361670"/>
                <a:gd name="connsiteY23" fmla="*/ 263020 h 361333"/>
                <a:gd name="connsiteX24" fmla="*/ 72206 w 361670"/>
                <a:gd name="connsiteY24" fmla="*/ 185774 h 361333"/>
                <a:gd name="connsiteX25" fmla="*/ 177001 w 361670"/>
                <a:gd name="connsiteY25" fmla="*/ 81077 h 361333"/>
                <a:gd name="connsiteX26" fmla="*/ 246013 w 361670"/>
                <a:gd name="connsiteY26" fmla="*/ 107251 h 361333"/>
                <a:gd name="connsiteX27" fmla="*/ 252403 w 361670"/>
                <a:gd name="connsiteY27" fmla="*/ 100867 h 361333"/>
                <a:gd name="connsiteX28" fmla="*/ 252403 w 361670"/>
                <a:gd name="connsiteY28" fmla="*/ 79162 h 361333"/>
                <a:gd name="connsiteX29" fmla="*/ 258792 w 361670"/>
                <a:gd name="connsiteY29" fmla="*/ 72778 h 361333"/>
                <a:gd name="connsiteX30" fmla="*/ 265182 w 361670"/>
                <a:gd name="connsiteY30" fmla="*/ 79162 h 361333"/>
                <a:gd name="connsiteX31" fmla="*/ 265182 w 361670"/>
                <a:gd name="connsiteY31" fmla="*/ 97037 h 361333"/>
                <a:gd name="connsiteX32" fmla="*/ 283074 w 361670"/>
                <a:gd name="connsiteY32" fmla="*/ 97037 h 361333"/>
                <a:gd name="connsiteX33" fmla="*/ 289464 w 361670"/>
                <a:gd name="connsiteY33" fmla="*/ 103421 h 361333"/>
                <a:gd name="connsiteX34" fmla="*/ 283074 w 361670"/>
                <a:gd name="connsiteY34" fmla="*/ 10980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1670" h="361333">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1670" y="81077"/>
                    <a:pt x="280518" y="0"/>
                    <a:pt x="180835" y="0"/>
                  </a:cubicBezTo>
                  <a:close/>
                  <a:moveTo>
                    <a:pt x="283074" y="109805"/>
                  </a:moveTo>
                  <a:lnTo>
                    <a:pt x="261348" y="109805"/>
                  </a:lnTo>
                  <a:lnTo>
                    <a:pt x="254958" y="116189"/>
                  </a:lnTo>
                  <a:cubicBezTo>
                    <a:pt x="271572" y="134702"/>
                    <a:pt x="281157" y="158961"/>
                    <a:pt x="281157" y="185135"/>
                  </a:cubicBezTo>
                  <a:cubicBezTo>
                    <a:pt x="281157" y="215779"/>
                    <a:pt x="267738" y="243230"/>
                    <a:pt x="246651" y="262382"/>
                  </a:cubicBezTo>
                  <a:lnTo>
                    <a:pt x="263266" y="278980"/>
                  </a:lnTo>
                  <a:cubicBezTo>
                    <a:pt x="265821" y="281534"/>
                    <a:pt x="265821" y="285364"/>
                    <a:pt x="263266" y="287918"/>
                  </a:cubicBezTo>
                  <a:cubicBezTo>
                    <a:pt x="261987" y="289195"/>
                    <a:pt x="260071" y="289833"/>
                    <a:pt x="258792" y="289833"/>
                  </a:cubicBezTo>
                  <a:cubicBezTo>
                    <a:pt x="257514" y="289833"/>
                    <a:pt x="255597" y="289195"/>
                    <a:pt x="254319" y="287918"/>
                  </a:cubicBezTo>
                  <a:lnTo>
                    <a:pt x="237706" y="271319"/>
                  </a:lnTo>
                  <a:cubicBezTo>
                    <a:pt x="237706" y="271319"/>
                    <a:pt x="237067" y="270681"/>
                    <a:pt x="237067" y="270043"/>
                  </a:cubicBezTo>
                  <a:cubicBezTo>
                    <a:pt x="219814" y="282172"/>
                    <a:pt x="199366" y="289195"/>
                    <a:pt x="177001" y="289195"/>
                  </a:cubicBezTo>
                  <a:cubicBezTo>
                    <a:pt x="154637" y="289195"/>
                    <a:pt x="133549" y="282172"/>
                    <a:pt x="116936" y="270043"/>
                  </a:cubicBezTo>
                  <a:cubicBezTo>
                    <a:pt x="116936" y="270681"/>
                    <a:pt x="116297" y="270681"/>
                    <a:pt x="116297" y="271319"/>
                  </a:cubicBezTo>
                  <a:lnTo>
                    <a:pt x="99683" y="287918"/>
                  </a:lnTo>
                  <a:cubicBezTo>
                    <a:pt x="98405" y="289195"/>
                    <a:pt x="96488" y="289833"/>
                    <a:pt x="95210" y="289833"/>
                  </a:cubicBezTo>
                  <a:cubicBezTo>
                    <a:pt x="93932" y="289833"/>
                    <a:pt x="92015" y="289195"/>
                    <a:pt x="90737" y="287918"/>
                  </a:cubicBezTo>
                  <a:cubicBezTo>
                    <a:pt x="88181" y="285364"/>
                    <a:pt x="88181" y="281534"/>
                    <a:pt x="90737" y="278980"/>
                  </a:cubicBezTo>
                  <a:lnTo>
                    <a:pt x="106712" y="263020"/>
                  </a:lnTo>
                  <a:cubicBezTo>
                    <a:pt x="85625" y="243868"/>
                    <a:pt x="72206" y="216417"/>
                    <a:pt x="72206" y="185774"/>
                  </a:cubicBezTo>
                  <a:cubicBezTo>
                    <a:pt x="72206" y="128318"/>
                    <a:pt x="119492" y="81077"/>
                    <a:pt x="177001" y="81077"/>
                  </a:cubicBezTo>
                  <a:cubicBezTo>
                    <a:pt x="203839" y="81077"/>
                    <a:pt x="227482" y="91291"/>
                    <a:pt x="246013" y="107251"/>
                  </a:cubicBezTo>
                  <a:lnTo>
                    <a:pt x="252403" y="100867"/>
                  </a:lnTo>
                  <a:lnTo>
                    <a:pt x="252403" y="79162"/>
                  </a:lnTo>
                  <a:cubicBezTo>
                    <a:pt x="252403" y="75331"/>
                    <a:pt x="254958" y="72778"/>
                    <a:pt x="258792" y="72778"/>
                  </a:cubicBezTo>
                  <a:cubicBezTo>
                    <a:pt x="262626" y="72778"/>
                    <a:pt x="265182" y="75331"/>
                    <a:pt x="265182" y="79162"/>
                  </a:cubicBezTo>
                  <a:lnTo>
                    <a:pt x="265182" y="97037"/>
                  </a:lnTo>
                  <a:lnTo>
                    <a:pt x="283074" y="97037"/>
                  </a:lnTo>
                  <a:cubicBezTo>
                    <a:pt x="286908" y="97037"/>
                    <a:pt x="289464" y="99590"/>
                    <a:pt x="289464" y="103421"/>
                  </a:cubicBezTo>
                  <a:cubicBezTo>
                    <a:pt x="289464" y="107251"/>
                    <a:pt x="286908" y="109805"/>
                    <a:pt x="283074" y="109805"/>
                  </a:cubicBezTo>
                  <a:close/>
                </a:path>
              </a:pathLst>
            </a:custGeom>
            <a:solidFill>
              <a:srgbClr val="00A3E0"/>
            </a:solidFill>
            <a:ln w="6390" cap="flat">
              <a:noFill/>
              <a:prstDash val="solid"/>
              <a:miter/>
            </a:ln>
          </p:spPr>
          <p:txBody>
            <a:bodyPr rtlCol="0" anchor="ctr"/>
            <a:lstStyle/>
            <a:p>
              <a:endParaRPr lang="en-US"/>
            </a:p>
          </p:txBody>
        </p:sp>
      </p:grpSp>
      <p:grpSp>
        <p:nvGrpSpPr>
          <p:cNvPr id="1091" name="Graphic 4">
            <a:extLst>
              <a:ext uri="{FF2B5EF4-FFF2-40B4-BE49-F238E27FC236}">
                <a16:creationId xmlns:a16="http://schemas.microsoft.com/office/drawing/2014/main" id="{204ED32C-4BB6-CF42-AAC9-6AF26930F718}"/>
              </a:ext>
            </a:extLst>
          </p:cNvPr>
          <p:cNvGrpSpPr>
            <a:grpSpLocks noChangeAspect="1"/>
          </p:cNvGrpSpPr>
          <p:nvPr/>
        </p:nvGrpSpPr>
        <p:grpSpPr>
          <a:xfrm>
            <a:off x="467743" y="4308712"/>
            <a:ext cx="361670" cy="361971"/>
            <a:chOff x="467743" y="4308712"/>
            <a:chExt cx="361670" cy="361971"/>
          </a:xfrm>
          <a:solidFill>
            <a:srgbClr val="005587"/>
          </a:solidFill>
        </p:grpSpPr>
        <p:sp>
          <p:nvSpPr>
            <p:cNvPr id="1092" name="Graphic 4">
              <a:extLst>
                <a:ext uri="{FF2B5EF4-FFF2-40B4-BE49-F238E27FC236}">
                  <a16:creationId xmlns:a16="http://schemas.microsoft.com/office/drawing/2014/main" id="{77BD2C0B-D01C-844B-BF8D-046631A49D4F}"/>
                </a:ext>
              </a:extLst>
            </p:cNvPr>
            <p:cNvSpPr/>
            <p:nvPr/>
          </p:nvSpPr>
          <p:spPr>
            <a:xfrm>
              <a:off x="467743" y="4308712"/>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180835 w 361670"/>
                <a:gd name="connsiteY4" fmla="*/ 0 h 361971"/>
                <a:gd name="connsiteX5" fmla="*/ 180835 w 361670"/>
                <a:gd name="connsiteY5" fmla="*/ 349204 h 361971"/>
                <a:gd name="connsiteX6" fmla="*/ 12780 w 361670"/>
                <a:gd name="connsiteY6" fmla="*/ 181305 h 361971"/>
                <a:gd name="connsiteX7" fmla="*/ 180835 w 361670"/>
                <a:gd name="connsiteY7" fmla="*/ 13407 h 361971"/>
                <a:gd name="connsiteX8" fmla="*/ 348891 w 361670"/>
                <a:gd name="connsiteY8" fmla="*/ 181305 h 361971"/>
                <a:gd name="connsiteX9" fmla="*/ 180835 w 361670"/>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971">
                  <a:moveTo>
                    <a:pt x="180835" y="0"/>
                  </a:moveTo>
                  <a:cubicBezTo>
                    <a:pt x="80513" y="0"/>
                    <a:pt x="0" y="81077"/>
                    <a:pt x="0" y="180667"/>
                  </a:cubicBezTo>
                  <a:cubicBezTo>
                    <a:pt x="0" y="280257"/>
                    <a:pt x="80513" y="361972"/>
                    <a:pt x="180835" y="361972"/>
                  </a:cubicBezTo>
                  <a:cubicBezTo>
                    <a:pt x="281157" y="361972"/>
                    <a:pt x="361670" y="280895"/>
                    <a:pt x="361670" y="181305"/>
                  </a:cubicBezTo>
                  <a:cubicBezTo>
                    <a:pt x="361670" y="81715"/>
                    <a:pt x="280518" y="0"/>
                    <a:pt x="180835" y="0"/>
                  </a:cubicBezTo>
                  <a:close/>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234"/>
                    <a:pt x="273489" y="349204"/>
                    <a:pt x="180835" y="349204"/>
                  </a:cubicBezTo>
                  <a:close/>
                </a:path>
              </a:pathLst>
            </a:custGeom>
            <a:solidFill>
              <a:srgbClr val="005587"/>
            </a:solidFill>
            <a:ln w="6390" cap="flat">
              <a:noFill/>
              <a:prstDash val="solid"/>
              <a:miter/>
            </a:ln>
          </p:spPr>
          <p:txBody>
            <a:bodyPr rtlCol="0" anchor="ctr"/>
            <a:lstStyle/>
            <a:p>
              <a:endParaRPr lang="en-US"/>
            </a:p>
          </p:txBody>
        </p:sp>
        <p:sp>
          <p:nvSpPr>
            <p:cNvPr id="1093" name="Graphic 4">
              <a:extLst>
                <a:ext uri="{FF2B5EF4-FFF2-40B4-BE49-F238E27FC236}">
                  <a16:creationId xmlns:a16="http://schemas.microsoft.com/office/drawing/2014/main" id="{734F2372-F63D-6F4D-AC63-BB669DB2C8BF}"/>
                </a:ext>
              </a:extLst>
            </p:cNvPr>
            <p:cNvSpPr/>
            <p:nvPr/>
          </p:nvSpPr>
          <p:spPr>
            <a:xfrm>
              <a:off x="527143" y="4407344"/>
              <a:ext cx="242204" cy="163749"/>
            </a:xfrm>
            <a:custGeom>
              <a:avLst/>
              <a:gdLst>
                <a:gd name="connsiteX0" fmla="*/ 241566 w 242204"/>
                <a:gd name="connsiteY0" fmla="*/ 60329 h 163749"/>
                <a:gd name="connsiteX1" fmla="*/ 223674 w 242204"/>
                <a:gd name="connsiteY1" fmla="*/ 48838 h 163749"/>
                <a:gd name="connsiteX2" fmla="*/ 210894 w 242204"/>
                <a:gd name="connsiteY2" fmla="*/ 48838 h 163749"/>
                <a:gd name="connsiteX3" fmla="*/ 191724 w 242204"/>
                <a:gd name="connsiteY3" fmla="*/ 16279 h 163749"/>
                <a:gd name="connsiteX4" fmla="*/ 172554 w 242204"/>
                <a:gd name="connsiteY4" fmla="*/ 958 h 163749"/>
                <a:gd name="connsiteX5" fmla="*/ 171276 w 242204"/>
                <a:gd name="connsiteY5" fmla="*/ 958 h 163749"/>
                <a:gd name="connsiteX6" fmla="*/ 70315 w 242204"/>
                <a:gd name="connsiteY6" fmla="*/ 958 h 163749"/>
                <a:gd name="connsiteX7" fmla="*/ 69037 w 242204"/>
                <a:gd name="connsiteY7" fmla="*/ 958 h 163749"/>
                <a:gd name="connsiteX8" fmla="*/ 49867 w 242204"/>
                <a:gd name="connsiteY8" fmla="*/ 15641 h 163749"/>
                <a:gd name="connsiteX9" fmla="*/ 26864 w 242204"/>
                <a:gd name="connsiteY9" fmla="*/ 48838 h 163749"/>
                <a:gd name="connsiteX10" fmla="*/ 17918 w 242204"/>
                <a:gd name="connsiteY10" fmla="*/ 48838 h 163749"/>
                <a:gd name="connsiteX11" fmla="*/ 665 w 242204"/>
                <a:gd name="connsiteY11" fmla="*/ 59690 h 163749"/>
                <a:gd name="connsiteX12" fmla="*/ 1943 w 242204"/>
                <a:gd name="connsiteY12" fmla="*/ 70543 h 163749"/>
                <a:gd name="connsiteX13" fmla="*/ 11528 w 242204"/>
                <a:gd name="connsiteY13" fmla="*/ 77565 h 163749"/>
                <a:gd name="connsiteX14" fmla="*/ 16640 w 242204"/>
                <a:gd name="connsiteY14" fmla="*/ 78842 h 163749"/>
                <a:gd name="connsiteX15" fmla="*/ 16640 w 242204"/>
                <a:gd name="connsiteY15" fmla="*/ 79481 h 163749"/>
                <a:gd name="connsiteX16" fmla="*/ 16001 w 242204"/>
                <a:gd name="connsiteY16" fmla="*/ 142682 h 163749"/>
                <a:gd name="connsiteX17" fmla="*/ 22391 w 242204"/>
                <a:gd name="connsiteY17" fmla="*/ 157365 h 163749"/>
                <a:gd name="connsiteX18" fmla="*/ 37088 w 242204"/>
                <a:gd name="connsiteY18" fmla="*/ 163749 h 163749"/>
                <a:gd name="connsiteX19" fmla="*/ 51784 w 242204"/>
                <a:gd name="connsiteY19" fmla="*/ 163749 h 163749"/>
                <a:gd name="connsiteX20" fmla="*/ 72871 w 242204"/>
                <a:gd name="connsiteY20" fmla="*/ 142682 h 163749"/>
                <a:gd name="connsiteX21" fmla="*/ 72871 w 242204"/>
                <a:gd name="connsiteY21" fmla="*/ 140128 h 163749"/>
                <a:gd name="connsiteX22" fmla="*/ 169359 w 242204"/>
                <a:gd name="connsiteY22" fmla="*/ 140128 h 163749"/>
                <a:gd name="connsiteX23" fmla="*/ 169359 w 242204"/>
                <a:gd name="connsiteY23" fmla="*/ 142682 h 163749"/>
                <a:gd name="connsiteX24" fmla="*/ 190446 w 242204"/>
                <a:gd name="connsiteY24" fmla="*/ 163749 h 163749"/>
                <a:gd name="connsiteX25" fmla="*/ 205143 w 242204"/>
                <a:gd name="connsiteY25" fmla="*/ 163749 h 163749"/>
                <a:gd name="connsiteX26" fmla="*/ 219840 w 242204"/>
                <a:gd name="connsiteY26" fmla="*/ 157365 h 163749"/>
                <a:gd name="connsiteX27" fmla="*/ 226230 w 242204"/>
                <a:gd name="connsiteY27" fmla="*/ 142682 h 163749"/>
                <a:gd name="connsiteX28" fmla="*/ 225591 w 242204"/>
                <a:gd name="connsiteY28" fmla="*/ 81396 h 163749"/>
                <a:gd name="connsiteX29" fmla="*/ 231342 w 242204"/>
                <a:gd name="connsiteY29" fmla="*/ 76927 h 163749"/>
                <a:gd name="connsiteX30" fmla="*/ 239649 w 242204"/>
                <a:gd name="connsiteY30" fmla="*/ 69905 h 163749"/>
                <a:gd name="connsiteX31" fmla="*/ 241566 w 242204"/>
                <a:gd name="connsiteY31" fmla="*/ 60329 h 163749"/>
                <a:gd name="connsiteX32" fmla="*/ 61369 w 242204"/>
                <a:gd name="connsiteY32" fmla="*/ 22663 h 163749"/>
                <a:gd name="connsiteX33" fmla="*/ 62008 w 242204"/>
                <a:gd name="connsiteY33" fmla="*/ 22025 h 163749"/>
                <a:gd name="connsiteX34" fmla="*/ 72232 w 242204"/>
                <a:gd name="connsiteY34" fmla="*/ 13726 h 163749"/>
                <a:gd name="connsiteX35" fmla="*/ 170637 w 242204"/>
                <a:gd name="connsiteY35" fmla="*/ 13726 h 163749"/>
                <a:gd name="connsiteX36" fmla="*/ 181500 w 242204"/>
                <a:gd name="connsiteY36" fmla="*/ 22663 h 163749"/>
                <a:gd name="connsiteX37" fmla="*/ 198114 w 242204"/>
                <a:gd name="connsiteY37" fmla="*/ 51391 h 163749"/>
                <a:gd name="connsiteX38" fmla="*/ 41560 w 242204"/>
                <a:gd name="connsiteY38" fmla="*/ 51391 h 163749"/>
                <a:gd name="connsiteX39" fmla="*/ 61369 w 242204"/>
                <a:gd name="connsiteY39" fmla="*/ 22663 h 163749"/>
                <a:gd name="connsiteX40" fmla="*/ 229425 w 242204"/>
                <a:gd name="connsiteY40" fmla="*/ 64159 h 163749"/>
                <a:gd name="connsiteX41" fmla="*/ 227508 w 242204"/>
                <a:gd name="connsiteY41" fmla="*/ 65436 h 163749"/>
                <a:gd name="connsiteX42" fmla="*/ 225591 w 242204"/>
                <a:gd name="connsiteY42" fmla="*/ 66713 h 163749"/>
                <a:gd name="connsiteX43" fmla="*/ 216006 w 242204"/>
                <a:gd name="connsiteY43" fmla="*/ 73735 h 163749"/>
                <a:gd name="connsiteX44" fmla="*/ 213450 w 242204"/>
                <a:gd name="connsiteY44" fmla="*/ 78842 h 163749"/>
                <a:gd name="connsiteX45" fmla="*/ 214089 w 242204"/>
                <a:gd name="connsiteY45" fmla="*/ 143320 h 163749"/>
                <a:gd name="connsiteX46" fmla="*/ 211533 w 242204"/>
                <a:gd name="connsiteY46" fmla="*/ 149066 h 163749"/>
                <a:gd name="connsiteX47" fmla="*/ 205782 w 242204"/>
                <a:gd name="connsiteY47" fmla="*/ 151619 h 163749"/>
                <a:gd name="connsiteX48" fmla="*/ 191085 w 242204"/>
                <a:gd name="connsiteY48" fmla="*/ 151619 h 163749"/>
                <a:gd name="connsiteX49" fmla="*/ 182778 w 242204"/>
                <a:gd name="connsiteY49" fmla="*/ 143320 h 163749"/>
                <a:gd name="connsiteX50" fmla="*/ 182778 w 242204"/>
                <a:gd name="connsiteY50" fmla="*/ 134383 h 163749"/>
                <a:gd name="connsiteX51" fmla="*/ 176388 w 242204"/>
                <a:gd name="connsiteY51" fmla="*/ 127999 h 163749"/>
                <a:gd name="connsiteX52" fmla="*/ 66481 w 242204"/>
                <a:gd name="connsiteY52" fmla="*/ 127999 h 163749"/>
                <a:gd name="connsiteX53" fmla="*/ 60091 w 242204"/>
                <a:gd name="connsiteY53" fmla="*/ 134383 h 163749"/>
                <a:gd name="connsiteX54" fmla="*/ 60091 w 242204"/>
                <a:gd name="connsiteY54" fmla="*/ 143320 h 163749"/>
                <a:gd name="connsiteX55" fmla="*/ 51784 w 242204"/>
                <a:gd name="connsiteY55" fmla="*/ 151619 h 163749"/>
                <a:gd name="connsiteX56" fmla="*/ 37088 w 242204"/>
                <a:gd name="connsiteY56" fmla="*/ 151619 h 163749"/>
                <a:gd name="connsiteX57" fmla="*/ 31337 w 242204"/>
                <a:gd name="connsiteY57" fmla="*/ 149066 h 163749"/>
                <a:gd name="connsiteX58" fmla="*/ 28781 w 242204"/>
                <a:gd name="connsiteY58" fmla="*/ 143320 h 163749"/>
                <a:gd name="connsiteX59" fmla="*/ 29420 w 242204"/>
                <a:gd name="connsiteY59" fmla="*/ 78842 h 163749"/>
                <a:gd name="connsiteX60" fmla="*/ 28781 w 242204"/>
                <a:gd name="connsiteY60" fmla="*/ 76289 h 163749"/>
                <a:gd name="connsiteX61" fmla="*/ 26864 w 242204"/>
                <a:gd name="connsiteY61" fmla="*/ 71820 h 163749"/>
                <a:gd name="connsiteX62" fmla="*/ 23030 w 242204"/>
                <a:gd name="connsiteY62" fmla="*/ 67989 h 163749"/>
                <a:gd name="connsiteX63" fmla="*/ 14723 w 242204"/>
                <a:gd name="connsiteY63" fmla="*/ 65436 h 163749"/>
                <a:gd name="connsiteX64" fmla="*/ 12806 w 242204"/>
                <a:gd name="connsiteY64" fmla="*/ 64159 h 163749"/>
                <a:gd name="connsiteX65" fmla="*/ 12806 w 242204"/>
                <a:gd name="connsiteY65" fmla="*/ 62882 h 163749"/>
                <a:gd name="connsiteX66" fmla="*/ 16001 w 242204"/>
                <a:gd name="connsiteY66" fmla="*/ 61605 h 163749"/>
                <a:gd name="connsiteX67" fmla="*/ 17279 w 242204"/>
                <a:gd name="connsiteY67" fmla="*/ 61605 h 163749"/>
                <a:gd name="connsiteX68" fmla="*/ 26864 w 242204"/>
                <a:gd name="connsiteY68" fmla="*/ 61605 h 163749"/>
                <a:gd name="connsiteX69" fmla="*/ 31337 w 242204"/>
                <a:gd name="connsiteY69" fmla="*/ 63521 h 163749"/>
                <a:gd name="connsiteX70" fmla="*/ 207699 w 242204"/>
                <a:gd name="connsiteY70" fmla="*/ 63521 h 163749"/>
                <a:gd name="connsiteX71" fmla="*/ 212172 w 242204"/>
                <a:gd name="connsiteY71" fmla="*/ 61605 h 163749"/>
                <a:gd name="connsiteX72" fmla="*/ 224313 w 242204"/>
                <a:gd name="connsiteY72" fmla="*/ 61605 h 163749"/>
                <a:gd name="connsiteX73" fmla="*/ 225591 w 242204"/>
                <a:gd name="connsiteY73" fmla="*/ 61605 h 163749"/>
                <a:gd name="connsiteX74" fmla="*/ 228786 w 242204"/>
                <a:gd name="connsiteY74" fmla="*/ 62882 h 163749"/>
                <a:gd name="connsiteX75" fmla="*/ 229425 w 242204"/>
                <a:gd name="connsiteY75" fmla="*/ 64159 h 163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42204" h="163749">
                  <a:moveTo>
                    <a:pt x="241566" y="60329"/>
                  </a:moveTo>
                  <a:cubicBezTo>
                    <a:pt x="239649" y="52668"/>
                    <a:pt x="231981" y="47561"/>
                    <a:pt x="223674" y="48838"/>
                  </a:cubicBezTo>
                  <a:lnTo>
                    <a:pt x="210894" y="48838"/>
                  </a:lnTo>
                  <a:lnTo>
                    <a:pt x="191724" y="16279"/>
                  </a:lnTo>
                  <a:cubicBezTo>
                    <a:pt x="187890" y="8618"/>
                    <a:pt x="181500" y="3511"/>
                    <a:pt x="172554" y="958"/>
                  </a:cubicBezTo>
                  <a:cubicBezTo>
                    <a:pt x="171915" y="958"/>
                    <a:pt x="171915" y="958"/>
                    <a:pt x="171276" y="958"/>
                  </a:cubicBezTo>
                  <a:cubicBezTo>
                    <a:pt x="137410" y="-319"/>
                    <a:pt x="104182" y="-319"/>
                    <a:pt x="70315" y="958"/>
                  </a:cubicBezTo>
                  <a:cubicBezTo>
                    <a:pt x="69676" y="958"/>
                    <a:pt x="69676" y="958"/>
                    <a:pt x="69037" y="958"/>
                  </a:cubicBezTo>
                  <a:cubicBezTo>
                    <a:pt x="60091" y="2873"/>
                    <a:pt x="53701" y="7980"/>
                    <a:pt x="49867" y="15641"/>
                  </a:cubicBezTo>
                  <a:lnTo>
                    <a:pt x="26864" y="48838"/>
                  </a:lnTo>
                  <a:lnTo>
                    <a:pt x="17918" y="48838"/>
                  </a:lnTo>
                  <a:cubicBezTo>
                    <a:pt x="9611" y="47561"/>
                    <a:pt x="1943" y="52668"/>
                    <a:pt x="665" y="59690"/>
                  </a:cubicBezTo>
                  <a:cubicBezTo>
                    <a:pt x="-613" y="63521"/>
                    <a:pt x="26" y="67351"/>
                    <a:pt x="1943" y="70543"/>
                  </a:cubicBezTo>
                  <a:cubicBezTo>
                    <a:pt x="3860" y="74373"/>
                    <a:pt x="7694" y="76927"/>
                    <a:pt x="11528" y="77565"/>
                  </a:cubicBezTo>
                  <a:lnTo>
                    <a:pt x="16640" y="78842"/>
                  </a:lnTo>
                  <a:lnTo>
                    <a:pt x="16640" y="79481"/>
                  </a:lnTo>
                  <a:cubicBezTo>
                    <a:pt x="16640" y="95441"/>
                    <a:pt x="16001" y="124807"/>
                    <a:pt x="16001" y="142682"/>
                  </a:cubicBezTo>
                  <a:cubicBezTo>
                    <a:pt x="16001" y="148427"/>
                    <a:pt x="17918" y="153535"/>
                    <a:pt x="22391" y="157365"/>
                  </a:cubicBezTo>
                  <a:cubicBezTo>
                    <a:pt x="26225" y="161195"/>
                    <a:pt x="31976" y="163749"/>
                    <a:pt x="37088" y="163749"/>
                  </a:cubicBezTo>
                  <a:lnTo>
                    <a:pt x="51784" y="163749"/>
                  </a:lnTo>
                  <a:cubicBezTo>
                    <a:pt x="63286" y="163749"/>
                    <a:pt x="72871" y="154173"/>
                    <a:pt x="72871" y="142682"/>
                  </a:cubicBezTo>
                  <a:lnTo>
                    <a:pt x="72871" y="140128"/>
                  </a:lnTo>
                  <a:lnTo>
                    <a:pt x="169359" y="140128"/>
                  </a:lnTo>
                  <a:lnTo>
                    <a:pt x="169359" y="142682"/>
                  </a:lnTo>
                  <a:cubicBezTo>
                    <a:pt x="169359" y="154173"/>
                    <a:pt x="178944" y="163749"/>
                    <a:pt x="190446" y="163749"/>
                  </a:cubicBezTo>
                  <a:lnTo>
                    <a:pt x="205143" y="163749"/>
                  </a:lnTo>
                  <a:cubicBezTo>
                    <a:pt x="210894" y="163749"/>
                    <a:pt x="216006" y="161834"/>
                    <a:pt x="219840" y="157365"/>
                  </a:cubicBezTo>
                  <a:cubicBezTo>
                    <a:pt x="223674" y="153535"/>
                    <a:pt x="226230" y="147789"/>
                    <a:pt x="226230" y="142682"/>
                  </a:cubicBezTo>
                  <a:cubicBezTo>
                    <a:pt x="226230" y="125445"/>
                    <a:pt x="226230" y="97356"/>
                    <a:pt x="225591" y="81396"/>
                  </a:cubicBezTo>
                  <a:lnTo>
                    <a:pt x="231342" y="76927"/>
                  </a:lnTo>
                  <a:cubicBezTo>
                    <a:pt x="235176" y="75650"/>
                    <a:pt x="238371" y="73097"/>
                    <a:pt x="239649" y="69905"/>
                  </a:cubicBezTo>
                  <a:cubicBezTo>
                    <a:pt x="242205" y="67351"/>
                    <a:pt x="242844" y="63521"/>
                    <a:pt x="241566" y="60329"/>
                  </a:cubicBezTo>
                  <a:close/>
                  <a:moveTo>
                    <a:pt x="61369" y="22663"/>
                  </a:moveTo>
                  <a:cubicBezTo>
                    <a:pt x="61369" y="22663"/>
                    <a:pt x="62008" y="22025"/>
                    <a:pt x="62008" y="22025"/>
                  </a:cubicBezTo>
                  <a:cubicBezTo>
                    <a:pt x="63925" y="17556"/>
                    <a:pt x="67120" y="15002"/>
                    <a:pt x="72232" y="13726"/>
                  </a:cubicBezTo>
                  <a:cubicBezTo>
                    <a:pt x="105460" y="12449"/>
                    <a:pt x="137410" y="12449"/>
                    <a:pt x="170637" y="13726"/>
                  </a:cubicBezTo>
                  <a:cubicBezTo>
                    <a:pt x="175749" y="15002"/>
                    <a:pt x="178944" y="17556"/>
                    <a:pt x="181500" y="22663"/>
                  </a:cubicBezTo>
                  <a:lnTo>
                    <a:pt x="198114" y="51391"/>
                  </a:lnTo>
                  <a:lnTo>
                    <a:pt x="41560" y="51391"/>
                  </a:lnTo>
                  <a:lnTo>
                    <a:pt x="61369" y="22663"/>
                  </a:lnTo>
                  <a:close/>
                  <a:moveTo>
                    <a:pt x="229425" y="64159"/>
                  </a:moveTo>
                  <a:cubicBezTo>
                    <a:pt x="229425" y="64797"/>
                    <a:pt x="228786" y="65436"/>
                    <a:pt x="227508" y="65436"/>
                  </a:cubicBezTo>
                  <a:cubicBezTo>
                    <a:pt x="226869" y="65436"/>
                    <a:pt x="226230" y="66074"/>
                    <a:pt x="225591" y="66713"/>
                  </a:cubicBezTo>
                  <a:lnTo>
                    <a:pt x="216006" y="73735"/>
                  </a:lnTo>
                  <a:cubicBezTo>
                    <a:pt x="214089" y="75012"/>
                    <a:pt x="213450" y="76927"/>
                    <a:pt x="213450" y="78842"/>
                  </a:cubicBezTo>
                  <a:cubicBezTo>
                    <a:pt x="213450" y="94164"/>
                    <a:pt x="214089" y="124807"/>
                    <a:pt x="214089" y="143320"/>
                  </a:cubicBezTo>
                  <a:cubicBezTo>
                    <a:pt x="214089" y="145236"/>
                    <a:pt x="213450" y="147789"/>
                    <a:pt x="211533" y="149066"/>
                  </a:cubicBezTo>
                  <a:cubicBezTo>
                    <a:pt x="209616" y="150343"/>
                    <a:pt x="207699" y="151619"/>
                    <a:pt x="205782" y="151619"/>
                  </a:cubicBezTo>
                  <a:lnTo>
                    <a:pt x="191085" y="151619"/>
                  </a:lnTo>
                  <a:cubicBezTo>
                    <a:pt x="186612" y="151619"/>
                    <a:pt x="182778" y="147789"/>
                    <a:pt x="182778" y="143320"/>
                  </a:cubicBezTo>
                  <a:lnTo>
                    <a:pt x="182778" y="134383"/>
                  </a:lnTo>
                  <a:cubicBezTo>
                    <a:pt x="182778" y="130552"/>
                    <a:pt x="180222" y="127999"/>
                    <a:pt x="176388" y="127999"/>
                  </a:cubicBezTo>
                  <a:lnTo>
                    <a:pt x="66481" y="127999"/>
                  </a:lnTo>
                  <a:cubicBezTo>
                    <a:pt x="62647" y="127999"/>
                    <a:pt x="60091" y="130552"/>
                    <a:pt x="60091" y="134383"/>
                  </a:cubicBezTo>
                  <a:lnTo>
                    <a:pt x="60091" y="143320"/>
                  </a:lnTo>
                  <a:cubicBezTo>
                    <a:pt x="60091" y="147789"/>
                    <a:pt x="56257" y="151619"/>
                    <a:pt x="51784" y="151619"/>
                  </a:cubicBezTo>
                  <a:lnTo>
                    <a:pt x="37088" y="151619"/>
                  </a:lnTo>
                  <a:cubicBezTo>
                    <a:pt x="35171" y="151619"/>
                    <a:pt x="32615" y="150981"/>
                    <a:pt x="31337" y="149066"/>
                  </a:cubicBezTo>
                  <a:cubicBezTo>
                    <a:pt x="30059" y="147151"/>
                    <a:pt x="28781" y="145236"/>
                    <a:pt x="28781" y="143320"/>
                  </a:cubicBezTo>
                  <a:cubicBezTo>
                    <a:pt x="28781" y="124807"/>
                    <a:pt x="29420" y="94164"/>
                    <a:pt x="29420" y="78842"/>
                  </a:cubicBezTo>
                  <a:cubicBezTo>
                    <a:pt x="29420" y="78204"/>
                    <a:pt x="29420" y="77565"/>
                    <a:pt x="28781" y="76289"/>
                  </a:cubicBezTo>
                  <a:lnTo>
                    <a:pt x="26864" y="71820"/>
                  </a:lnTo>
                  <a:cubicBezTo>
                    <a:pt x="26225" y="69905"/>
                    <a:pt x="24947" y="68628"/>
                    <a:pt x="23030" y="67989"/>
                  </a:cubicBezTo>
                  <a:lnTo>
                    <a:pt x="14723" y="65436"/>
                  </a:lnTo>
                  <a:cubicBezTo>
                    <a:pt x="14084" y="65436"/>
                    <a:pt x="13445" y="64797"/>
                    <a:pt x="12806" y="64159"/>
                  </a:cubicBezTo>
                  <a:lnTo>
                    <a:pt x="12806" y="62882"/>
                  </a:lnTo>
                  <a:cubicBezTo>
                    <a:pt x="12806" y="62244"/>
                    <a:pt x="14723" y="60967"/>
                    <a:pt x="16001" y="61605"/>
                  </a:cubicBezTo>
                  <a:cubicBezTo>
                    <a:pt x="16640" y="61605"/>
                    <a:pt x="16640" y="61605"/>
                    <a:pt x="17279" y="61605"/>
                  </a:cubicBezTo>
                  <a:lnTo>
                    <a:pt x="26864" y="61605"/>
                  </a:lnTo>
                  <a:cubicBezTo>
                    <a:pt x="28142" y="62882"/>
                    <a:pt x="29420" y="63521"/>
                    <a:pt x="31337" y="63521"/>
                  </a:cubicBezTo>
                  <a:lnTo>
                    <a:pt x="207699" y="63521"/>
                  </a:lnTo>
                  <a:cubicBezTo>
                    <a:pt x="209616" y="63521"/>
                    <a:pt x="210894" y="62882"/>
                    <a:pt x="212172" y="61605"/>
                  </a:cubicBezTo>
                  <a:lnTo>
                    <a:pt x="224313" y="61605"/>
                  </a:lnTo>
                  <a:cubicBezTo>
                    <a:pt x="224952" y="61605"/>
                    <a:pt x="224952" y="61605"/>
                    <a:pt x="225591" y="61605"/>
                  </a:cubicBezTo>
                  <a:cubicBezTo>
                    <a:pt x="227508" y="61605"/>
                    <a:pt x="228786" y="62244"/>
                    <a:pt x="228786" y="62882"/>
                  </a:cubicBezTo>
                  <a:cubicBezTo>
                    <a:pt x="229425" y="63521"/>
                    <a:pt x="229425" y="64159"/>
                    <a:pt x="229425" y="64159"/>
                  </a:cubicBezTo>
                  <a:close/>
                </a:path>
              </a:pathLst>
            </a:custGeom>
            <a:solidFill>
              <a:srgbClr val="005587"/>
            </a:solidFill>
            <a:ln w="6390" cap="flat">
              <a:noFill/>
              <a:prstDash val="solid"/>
              <a:miter/>
            </a:ln>
          </p:spPr>
          <p:txBody>
            <a:bodyPr rtlCol="0" anchor="ctr"/>
            <a:lstStyle/>
            <a:p>
              <a:endParaRPr lang="en-US"/>
            </a:p>
          </p:txBody>
        </p:sp>
        <p:sp>
          <p:nvSpPr>
            <p:cNvPr id="1094" name="Graphic 4">
              <a:extLst>
                <a:ext uri="{FF2B5EF4-FFF2-40B4-BE49-F238E27FC236}">
                  <a16:creationId xmlns:a16="http://schemas.microsoft.com/office/drawing/2014/main" id="{2EFBFA94-C50D-434B-8883-49DB3A6BF016}"/>
                </a:ext>
              </a:extLst>
            </p:cNvPr>
            <p:cNvSpPr/>
            <p:nvPr/>
          </p:nvSpPr>
          <p:spPr>
            <a:xfrm>
              <a:off x="566787" y="4504700"/>
              <a:ext cx="38339" cy="12767"/>
            </a:xfrm>
            <a:custGeom>
              <a:avLst/>
              <a:gdLst>
                <a:gd name="connsiteX0" fmla="*/ 31950 w 38339"/>
                <a:gd name="connsiteY0" fmla="*/ 0 h 12767"/>
                <a:gd name="connsiteX1" fmla="*/ 6390 w 38339"/>
                <a:gd name="connsiteY1" fmla="*/ 0 h 12767"/>
                <a:gd name="connsiteX2" fmla="*/ 0 w 38339"/>
                <a:gd name="connsiteY2" fmla="*/ 6384 h 12767"/>
                <a:gd name="connsiteX3" fmla="*/ 6390 w 38339"/>
                <a:gd name="connsiteY3" fmla="*/ 12768 h 12767"/>
                <a:gd name="connsiteX4" fmla="*/ 31950 w 38339"/>
                <a:gd name="connsiteY4" fmla="*/ 12768 h 12767"/>
                <a:gd name="connsiteX5" fmla="*/ 38340 w 38339"/>
                <a:gd name="connsiteY5" fmla="*/ 6384 h 12767"/>
                <a:gd name="connsiteX6" fmla="*/ 31950 w 3833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339" h="12767">
                  <a:moveTo>
                    <a:pt x="31950" y="0"/>
                  </a:moveTo>
                  <a:lnTo>
                    <a:pt x="6390" y="0"/>
                  </a:lnTo>
                  <a:cubicBezTo>
                    <a:pt x="2556" y="0"/>
                    <a:pt x="0" y="2554"/>
                    <a:pt x="0" y="6384"/>
                  </a:cubicBezTo>
                  <a:cubicBezTo>
                    <a:pt x="0" y="10214"/>
                    <a:pt x="2556" y="12768"/>
                    <a:pt x="6390" y="12768"/>
                  </a:cubicBezTo>
                  <a:lnTo>
                    <a:pt x="31950" y="12768"/>
                  </a:lnTo>
                  <a:cubicBezTo>
                    <a:pt x="35784" y="12768"/>
                    <a:pt x="38340" y="10214"/>
                    <a:pt x="38340" y="6384"/>
                  </a:cubicBezTo>
                  <a:cubicBezTo>
                    <a:pt x="38340" y="2554"/>
                    <a:pt x="35784" y="0"/>
                    <a:pt x="31950" y="0"/>
                  </a:cubicBezTo>
                  <a:close/>
                </a:path>
              </a:pathLst>
            </a:custGeom>
            <a:solidFill>
              <a:srgbClr val="005587"/>
            </a:solidFill>
            <a:ln w="6390" cap="flat">
              <a:noFill/>
              <a:prstDash val="solid"/>
              <a:miter/>
            </a:ln>
          </p:spPr>
          <p:txBody>
            <a:bodyPr rtlCol="0" anchor="ctr"/>
            <a:lstStyle/>
            <a:p>
              <a:endParaRPr lang="en-US"/>
            </a:p>
          </p:txBody>
        </p:sp>
        <p:sp>
          <p:nvSpPr>
            <p:cNvPr id="1095" name="Graphic 4">
              <a:extLst>
                <a:ext uri="{FF2B5EF4-FFF2-40B4-BE49-F238E27FC236}">
                  <a16:creationId xmlns:a16="http://schemas.microsoft.com/office/drawing/2014/main" id="{E27DA053-C1D1-4442-A38B-7622E7865233}"/>
                </a:ext>
              </a:extLst>
            </p:cNvPr>
            <p:cNvSpPr/>
            <p:nvPr/>
          </p:nvSpPr>
          <p:spPr>
            <a:xfrm>
              <a:off x="690113" y="4504700"/>
              <a:ext cx="38339" cy="12767"/>
            </a:xfrm>
            <a:custGeom>
              <a:avLst/>
              <a:gdLst>
                <a:gd name="connsiteX0" fmla="*/ 31950 w 38339"/>
                <a:gd name="connsiteY0" fmla="*/ 0 h 12767"/>
                <a:gd name="connsiteX1" fmla="*/ 6390 w 38339"/>
                <a:gd name="connsiteY1" fmla="*/ 0 h 12767"/>
                <a:gd name="connsiteX2" fmla="*/ 0 w 38339"/>
                <a:gd name="connsiteY2" fmla="*/ 6384 h 12767"/>
                <a:gd name="connsiteX3" fmla="*/ 6390 w 38339"/>
                <a:gd name="connsiteY3" fmla="*/ 12768 h 12767"/>
                <a:gd name="connsiteX4" fmla="*/ 31950 w 38339"/>
                <a:gd name="connsiteY4" fmla="*/ 12768 h 12767"/>
                <a:gd name="connsiteX5" fmla="*/ 38340 w 38339"/>
                <a:gd name="connsiteY5" fmla="*/ 6384 h 12767"/>
                <a:gd name="connsiteX6" fmla="*/ 31950 w 3833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339" h="12767">
                  <a:moveTo>
                    <a:pt x="31950" y="0"/>
                  </a:moveTo>
                  <a:lnTo>
                    <a:pt x="6390" y="0"/>
                  </a:lnTo>
                  <a:cubicBezTo>
                    <a:pt x="2556" y="0"/>
                    <a:pt x="0" y="2554"/>
                    <a:pt x="0" y="6384"/>
                  </a:cubicBezTo>
                  <a:cubicBezTo>
                    <a:pt x="0" y="10214"/>
                    <a:pt x="2556" y="12768"/>
                    <a:pt x="6390" y="12768"/>
                  </a:cubicBezTo>
                  <a:lnTo>
                    <a:pt x="31950" y="12768"/>
                  </a:lnTo>
                  <a:cubicBezTo>
                    <a:pt x="35784" y="12768"/>
                    <a:pt x="38340" y="10214"/>
                    <a:pt x="38340" y="6384"/>
                  </a:cubicBezTo>
                  <a:cubicBezTo>
                    <a:pt x="38340" y="2554"/>
                    <a:pt x="35145" y="0"/>
                    <a:pt x="31950" y="0"/>
                  </a:cubicBezTo>
                  <a:close/>
                </a:path>
              </a:pathLst>
            </a:custGeom>
            <a:solidFill>
              <a:srgbClr val="005587"/>
            </a:solidFill>
            <a:ln w="6390" cap="flat">
              <a:noFill/>
              <a:prstDash val="solid"/>
              <a:miter/>
            </a:ln>
          </p:spPr>
          <p:txBody>
            <a:bodyPr rtlCol="0" anchor="ctr"/>
            <a:lstStyle/>
            <a:p>
              <a:endParaRPr lang="en-US"/>
            </a:p>
          </p:txBody>
        </p:sp>
      </p:grpSp>
      <p:grpSp>
        <p:nvGrpSpPr>
          <p:cNvPr id="1096" name="Graphic 4">
            <a:extLst>
              <a:ext uri="{FF2B5EF4-FFF2-40B4-BE49-F238E27FC236}">
                <a16:creationId xmlns:a16="http://schemas.microsoft.com/office/drawing/2014/main" id="{16A48F46-DD10-4D4C-B126-A2C6634482D6}"/>
              </a:ext>
            </a:extLst>
          </p:cNvPr>
          <p:cNvGrpSpPr>
            <a:grpSpLocks noChangeAspect="1"/>
          </p:cNvGrpSpPr>
          <p:nvPr/>
        </p:nvGrpSpPr>
        <p:grpSpPr>
          <a:xfrm>
            <a:off x="905454" y="4308712"/>
            <a:ext cx="361670" cy="361971"/>
            <a:chOff x="905454" y="4308712"/>
            <a:chExt cx="361670" cy="361971"/>
          </a:xfrm>
          <a:solidFill>
            <a:srgbClr val="005587"/>
          </a:solidFill>
        </p:grpSpPr>
        <p:sp>
          <p:nvSpPr>
            <p:cNvPr id="1097" name="Graphic 4">
              <a:extLst>
                <a:ext uri="{FF2B5EF4-FFF2-40B4-BE49-F238E27FC236}">
                  <a16:creationId xmlns:a16="http://schemas.microsoft.com/office/drawing/2014/main" id="{03D95964-6B9B-4746-866A-3A591B911061}"/>
                </a:ext>
              </a:extLst>
            </p:cNvPr>
            <p:cNvSpPr/>
            <p:nvPr/>
          </p:nvSpPr>
          <p:spPr>
            <a:xfrm>
              <a:off x="1006415" y="4419474"/>
              <a:ext cx="156553" cy="38623"/>
            </a:xfrm>
            <a:custGeom>
              <a:avLst/>
              <a:gdLst>
                <a:gd name="connsiteX0" fmla="*/ 156553 w 156553"/>
                <a:gd name="connsiteY0" fmla="*/ 38623 h 38623"/>
                <a:gd name="connsiteX1" fmla="*/ 139940 w 156553"/>
                <a:gd name="connsiteY1" fmla="*/ 9895 h 38623"/>
                <a:gd name="connsiteX2" fmla="*/ 129077 w 156553"/>
                <a:gd name="connsiteY2" fmla="*/ 958 h 38623"/>
                <a:gd name="connsiteX3" fmla="*/ 30672 w 156553"/>
                <a:gd name="connsiteY3" fmla="*/ 958 h 38623"/>
                <a:gd name="connsiteX4" fmla="*/ 20448 w 156553"/>
                <a:gd name="connsiteY4" fmla="*/ 9257 h 38623"/>
                <a:gd name="connsiteX5" fmla="*/ 19809 w 156553"/>
                <a:gd name="connsiteY5" fmla="*/ 9895 h 38623"/>
                <a:gd name="connsiteX6" fmla="*/ 0 w 156553"/>
                <a:gd name="connsiteY6" fmla="*/ 37985 h 38623"/>
                <a:gd name="connsiteX7" fmla="*/ 156553 w 156553"/>
                <a:gd name="connsiteY7" fmla="*/ 37985 h 3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553" h="38623">
                  <a:moveTo>
                    <a:pt x="156553" y="38623"/>
                  </a:moveTo>
                  <a:lnTo>
                    <a:pt x="139940" y="9895"/>
                  </a:lnTo>
                  <a:cubicBezTo>
                    <a:pt x="137384" y="5427"/>
                    <a:pt x="134189" y="2873"/>
                    <a:pt x="129077" y="958"/>
                  </a:cubicBezTo>
                  <a:cubicBezTo>
                    <a:pt x="95849" y="-319"/>
                    <a:pt x="63899" y="-319"/>
                    <a:pt x="30672" y="958"/>
                  </a:cubicBezTo>
                  <a:cubicBezTo>
                    <a:pt x="25560" y="2235"/>
                    <a:pt x="22365" y="4788"/>
                    <a:pt x="20448" y="9257"/>
                  </a:cubicBezTo>
                  <a:cubicBezTo>
                    <a:pt x="20448" y="9895"/>
                    <a:pt x="19809" y="9895"/>
                    <a:pt x="19809" y="9895"/>
                  </a:cubicBezTo>
                  <a:lnTo>
                    <a:pt x="0" y="37985"/>
                  </a:lnTo>
                  <a:lnTo>
                    <a:pt x="156553" y="37985"/>
                  </a:lnTo>
                  <a:close/>
                </a:path>
              </a:pathLst>
            </a:custGeom>
            <a:solidFill>
              <a:srgbClr val="005587"/>
            </a:solidFill>
            <a:ln w="6390" cap="flat">
              <a:noFill/>
              <a:prstDash val="solid"/>
              <a:miter/>
            </a:ln>
          </p:spPr>
          <p:txBody>
            <a:bodyPr rtlCol="0" anchor="ctr"/>
            <a:lstStyle/>
            <a:p>
              <a:endParaRPr lang="en-US"/>
            </a:p>
          </p:txBody>
        </p:sp>
        <p:sp>
          <p:nvSpPr>
            <p:cNvPr id="1098" name="Graphic 4">
              <a:extLst>
                <a:ext uri="{FF2B5EF4-FFF2-40B4-BE49-F238E27FC236}">
                  <a16:creationId xmlns:a16="http://schemas.microsoft.com/office/drawing/2014/main" id="{16E76330-3A8E-4048-AF47-DCE934EA279D}"/>
                </a:ext>
              </a:extLst>
            </p:cNvPr>
            <p:cNvSpPr/>
            <p:nvPr/>
          </p:nvSpPr>
          <p:spPr>
            <a:xfrm>
              <a:off x="979577" y="4468950"/>
              <a:ext cx="215979" cy="90013"/>
            </a:xfrm>
            <a:custGeom>
              <a:avLst/>
              <a:gdLst>
                <a:gd name="connsiteX0" fmla="*/ 211507 w 215979"/>
                <a:gd name="connsiteY0" fmla="*/ 0 h 90013"/>
                <a:gd name="connsiteX1" fmla="*/ 210229 w 215979"/>
                <a:gd name="connsiteY1" fmla="*/ 0 h 90013"/>
                <a:gd name="connsiteX2" fmla="*/ 198088 w 215979"/>
                <a:gd name="connsiteY2" fmla="*/ 0 h 90013"/>
                <a:gd name="connsiteX3" fmla="*/ 193615 w 215979"/>
                <a:gd name="connsiteY3" fmla="*/ 1915 h 90013"/>
                <a:gd name="connsiteX4" fmla="*/ 18531 w 215979"/>
                <a:gd name="connsiteY4" fmla="*/ 1915 h 90013"/>
                <a:gd name="connsiteX5" fmla="*/ 14058 w 215979"/>
                <a:gd name="connsiteY5" fmla="*/ 0 h 90013"/>
                <a:gd name="connsiteX6" fmla="*/ 4473 w 215979"/>
                <a:gd name="connsiteY6" fmla="*/ 0 h 90013"/>
                <a:gd name="connsiteX7" fmla="*/ 3195 w 215979"/>
                <a:gd name="connsiteY7" fmla="*/ 0 h 90013"/>
                <a:gd name="connsiteX8" fmla="*/ 0 w 215979"/>
                <a:gd name="connsiteY8" fmla="*/ 1276 h 90013"/>
                <a:gd name="connsiteX9" fmla="*/ 0 w 215979"/>
                <a:gd name="connsiteY9" fmla="*/ 2553 h 90013"/>
                <a:gd name="connsiteX10" fmla="*/ 1917 w 215979"/>
                <a:gd name="connsiteY10" fmla="*/ 3830 h 90013"/>
                <a:gd name="connsiteX11" fmla="*/ 10224 w 215979"/>
                <a:gd name="connsiteY11" fmla="*/ 6384 h 90013"/>
                <a:gd name="connsiteX12" fmla="*/ 14058 w 215979"/>
                <a:gd name="connsiteY12" fmla="*/ 10214 h 90013"/>
                <a:gd name="connsiteX13" fmla="*/ 15975 w 215979"/>
                <a:gd name="connsiteY13" fmla="*/ 14683 h 90013"/>
                <a:gd name="connsiteX14" fmla="*/ 16614 w 215979"/>
                <a:gd name="connsiteY14" fmla="*/ 17236 h 90013"/>
                <a:gd name="connsiteX15" fmla="*/ 15975 w 215979"/>
                <a:gd name="connsiteY15" fmla="*/ 81715 h 90013"/>
                <a:gd name="connsiteX16" fmla="*/ 18531 w 215979"/>
                <a:gd name="connsiteY16" fmla="*/ 87460 h 90013"/>
                <a:gd name="connsiteX17" fmla="*/ 24282 w 215979"/>
                <a:gd name="connsiteY17" fmla="*/ 90014 h 90013"/>
                <a:gd name="connsiteX18" fmla="*/ 38979 w 215979"/>
                <a:gd name="connsiteY18" fmla="*/ 90014 h 90013"/>
                <a:gd name="connsiteX19" fmla="*/ 47285 w 215979"/>
                <a:gd name="connsiteY19" fmla="*/ 81715 h 90013"/>
                <a:gd name="connsiteX20" fmla="*/ 47285 w 215979"/>
                <a:gd name="connsiteY20" fmla="*/ 72777 h 90013"/>
                <a:gd name="connsiteX21" fmla="*/ 53675 w 215979"/>
                <a:gd name="connsiteY21" fmla="*/ 66393 h 90013"/>
                <a:gd name="connsiteX22" fmla="*/ 162943 w 215979"/>
                <a:gd name="connsiteY22" fmla="*/ 66393 h 90013"/>
                <a:gd name="connsiteX23" fmla="*/ 169333 w 215979"/>
                <a:gd name="connsiteY23" fmla="*/ 72777 h 90013"/>
                <a:gd name="connsiteX24" fmla="*/ 169333 w 215979"/>
                <a:gd name="connsiteY24" fmla="*/ 81715 h 90013"/>
                <a:gd name="connsiteX25" fmla="*/ 177640 w 215979"/>
                <a:gd name="connsiteY25" fmla="*/ 90014 h 90013"/>
                <a:gd name="connsiteX26" fmla="*/ 192337 w 215979"/>
                <a:gd name="connsiteY26" fmla="*/ 90014 h 90013"/>
                <a:gd name="connsiteX27" fmla="*/ 198088 w 215979"/>
                <a:gd name="connsiteY27" fmla="*/ 87460 h 90013"/>
                <a:gd name="connsiteX28" fmla="*/ 200644 w 215979"/>
                <a:gd name="connsiteY28" fmla="*/ 81715 h 90013"/>
                <a:gd name="connsiteX29" fmla="*/ 200005 w 215979"/>
                <a:gd name="connsiteY29" fmla="*/ 17236 h 90013"/>
                <a:gd name="connsiteX30" fmla="*/ 202561 w 215979"/>
                <a:gd name="connsiteY30" fmla="*/ 12129 h 90013"/>
                <a:gd name="connsiteX31" fmla="*/ 212146 w 215979"/>
                <a:gd name="connsiteY31" fmla="*/ 5107 h 90013"/>
                <a:gd name="connsiteX32" fmla="*/ 214063 w 215979"/>
                <a:gd name="connsiteY32" fmla="*/ 3830 h 90013"/>
                <a:gd name="connsiteX33" fmla="*/ 215980 w 215979"/>
                <a:gd name="connsiteY33" fmla="*/ 2553 h 90013"/>
                <a:gd name="connsiteX34" fmla="*/ 215980 w 215979"/>
                <a:gd name="connsiteY34" fmla="*/ 1276 h 90013"/>
                <a:gd name="connsiteX35" fmla="*/ 211507 w 215979"/>
                <a:gd name="connsiteY35" fmla="*/ 0 h 90013"/>
                <a:gd name="connsiteX36" fmla="*/ 57509 w 215979"/>
                <a:gd name="connsiteY36" fmla="*/ 48518 h 90013"/>
                <a:gd name="connsiteX37" fmla="*/ 31950 w 215979"/>
                <a:gd name="connsiteY37" fmla="*/ 48518 h 90013"/>
                <a:gd name="connsiteX38" fmla="*/ 25560 w 215979"/>
                <a:gd name="connsiteY38" fmla="*/ 42134 h 90013"/>
                <a:gd name="connsiteX39" fmla="*/ 31950 w 215979"/>
                <a:gd name="connsiteY39" fmla="*/ 35750 h 90013"/>
                <a:gd name="connsiteX40" fmla="*/ 57509 w 215979"/>
                <a:gd name="connsiteY40" fmla="*/ 35750 h 90013"/>
                <a:gd name="connsiteX41" fmla="*/ 63899 w 215979"/>
                <a:gd name="connsiteY41" fmla="*/ 42134 h 90013"/>
                <a:gd name="connsiteX42" fmla="*/ 57509 w 215979"/>
                <a:gd name="connsiteY42" fmla="*/ 48518 h 90013"/>
                <a:gd name="connsiteX43" fmla="*/ 180196 w 215979"/>
                <a:gd name="connsiteY43" fmla="*/ 48518 h 90013"/>
                <a:gd name="connsiteX44" fmla="*/ 154636 w 215979"/>
                <a:gd name="connsiteY44" fmla="*/ 48518 h 90013"/>
                <a:gd name="connsiteX45" fmla="*/ 148247 w 215979"/>
                <a:gd name="connsiteY45" fmla="*/ 42134 h 90013"/>
                <a:gd name="connsiteX46" fmla="*/ 154636 w 215979"/>
                <a:gd name="connsiteY46" fmla="*/ 35750 h 90013"/>
                <a:gd name="connsiteX47" fmla="*/ 180196 w 215979"/>
                <a:gd name="connsiteY47" fmla="*/ 35750 h 90013"/>
                <a:gd name="connsiteX48" fmla="*/ 186586 w 215979"/>
                <a:gd name="connsiteY48" fmla="*/ 42134 h 90013"/>
                <a:gd name="connsiteX49" fmla="*/ 180196 w 215979"/>
                <a:gd name="connsiteY49" fmla="*/ 48518 h 90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15979" h="90013">
                  <a:moveTo>
                    <a:pt x="211507" y="0"/>
                  </a:moveTo>
                  <a:cubicBezTo>
                    <a:pt x="210868" y="0"/>
                    <a:pt x="210868" y="0"/>
                    <a:pt x="210229" y="0"/>
                  </a:cubicBezTo>
                  <a:lnTo>
                    <a:pt x="198088" y="0"/>
                  </a:lnTo>
                  <a:cubicBezTo>
                    <a:pt x="196810" y="1276"/>
                    <a:pt x="195532" y="1915"/>
                    <a:pt x="193615" y="1915"/>
                  </a:cubicBezTo>
                  <a:lnTo>
                    <a:pt x="18531" y="1915"/>
                  </a:lnTo>
                  <a:cubicBezTo>
                    <a:pt x="16614" y="1915"/>
                    <a:pt x="15336" y="1276"/>
                    <a:pt x="14058" y="0"/>
                  </a:cubicBezTo>
                  <a:lnTo>
                    <a:pt x="4473" y="0"/>
                  </a:lnTo>
                  <a:cubicBezTo>
                    <a:pt x="3834" y="0"/>
                    <a:pt x="3834" y="0"/>
                    <a:pt x="3195" y="0"/>
                  </a:cubicBezTo>
                  <a:cubicBezTo>
                    <a:pt x="1278" y="0"/>
                    <a:pt x="0" y="638"/>
                    <a:pt x="0" y="1276"/>
                  </a:cubicBezTo>
                  <a:lnTo>
                    <a:pt x="0" y="2553"/>
                  </a:lnTo>
                  <a:cubicBezTo>
                    <a:pt x="639" y="3192"/>
                    <a:pt x="1278" y="3830"/>
                    <a:pt x="1917" y="3830"/>
                  </a:cubicBezTo>
                  <a:lnTo>
                    <a:pt x="10224" y="6384"/>
                  </a:lnTo>
                  <a:cubicBezTo>
                    <a:pt x="12141" y="7022"/>
                    <a:pt x="13419" y="8299"/>
                    <a:pt x="14058" y="10214"/>
                  </a:cubicBezTo>
                  <a:lnTo>
                    <a:pt x="15975" y="14683"/>
                  </a:lnTo>
                  <a:cubicBezTo>
                    <a:pt x="15975" y="15321"/>
                    <a:pt x="16614" y="15960"/>
                    <a:pt x="16614" y="17236"/>
                  </a:cubicBezTo>
                  <a:cubicBezTo>
                    <a:pt x="16614" y="32558"/>
                    <a:pt x="15975" y="63201"/>
                    <a:pt x="15975" y="81715"/>
                  </a:cubicBezTo>
                  <a:cubicBezTo>
                    <a:pt x="15975" y="83630"/>
                    <a:pt x="16614" y="86184"/>
                    <a:pt x="18531" y="87460"/>
                  </a:cubicBezTo>
                  <a:cubicBezTo>
                    <a:pt x="20448" y="88737"/>
                    <a:pt x="22365" y="90014"/>
                    <a:pt x="24282" y="90014"/>
                  </a:cubicBezTo>
                  <a:lnTo>
                    <a:pt x="38979" y="90014"/>
                  </a:lnTo>
                  <a:cubicBezTo>
                    <a:pt x="43452" y="90014"/>
                    <a:pt x="47285" y="86184"/>
                    <a:pt x="47285" y="81715"/>
                  </a:cubicBezTo>
                  <a:lnTo>
                    <a:pt x="47285" y="72777"/>
                  </a:lnTo>
                  <a:cubicBezTo>
                    <a:pt x="47285" y="68947"/>
                    <a:pt x="49842" y="66393"/>
                    <a:pt x="53675" y="66393"/>
                  </a:cubicBezTo>
                  <a:lnTo>
                    <a:pt x="162943" y="66393"/>
                  </a:lnTo>
                  <a:cubicBezTo>
                    <a:pt x="166777" y="66393"/>
                    <a:pt x="169333" y="68947"/>
                    <a:pt x="169333" y="72777"/>
                  </a:cubicBezTo>
                  <a:lnTo>
                    <a:pt x="169333" y="81715"/>
                  </a:lnTo>
                  <a:cubicBezTo>
                    <a:pt x="169333" y="86184"/>
                    <a:pt x="173167" y="90014"/>
                    <a:pt x="177640" y="90014"/>
                  </a:cubicBezTo>
                  <a:lnTo>
                    <a:pt x="192337" y="90014"/>
                  </a:lnTo>
                  <a:cubicBezTo>
                    <a:pt x="194254" y="90014"/>
                    <a:pt x="196810" y="89376"/>
                    <a:pt x="198088" y="87460"/>
                  </a:cubicBezTo>
                  <a:cubicBezTo>
                    <a:pt x="199366" y="85545"/>
                    <a:pt x="200644" y="83630"/>
                    <a:pt x="200644" y="81715"/>
                  </a:cubicBezTo>
                  <a:cubicBezTo>
                    <a:pt x="200644" y="63201"/>
                    <a:pt x="200005" y="32558"/>
                    <a:pt x="200005" y="17236"/>
                  </a:cubicBezTo>
                  <a:cubicBezTo>
                    <a:pt x="200005" y="15321"/>
                    <a:pt x="200644" y="13406"/>
                    <a:pt x="202561" y="12129"/>
                  </a:cubicBezTo>
                  <a:lnTo>
                    <a:pt x="212146" y="5107"/>
                  </a:lnTo>
                  <a:cubicBezTo>
                    <a:pt x="212785" y="4468"/>
                    <a:pt x="213424" y="4468"/>
                    <a:pt x="214063" y="3830"/>
                  </a:cubicBezTo>
                  <a:cubicBezTo>
                    <a:pt x="215341" y="3830"/>
                    <a:pt x="215980" y="3192"/>
                    <a:pt x="215980" y="2553"/>
                  </a:cubicBezTo>
                  <a:cubicBezTo>
                    <a:pt x="215980" y="2553"/>
                    <a:pt x="215980" y="1915"/>
                    <a:pt x="215980" y="1276"/>
                  </a:cubicBezTo>
                  <a:cubicBezTo>
                    <a:pt x="214702" y="638"/>
                    <a:pt x="212785" y="0"/>
                    <a:pt x="211507" y="0"/>
                  </a:cubicBezTo>
                  <a:close/>
                  <a:moveTo>
                    <a:pt x="57509" y="48518"/>
                  </a:moveTo>
                  <a:lnTo>
                    <a:pt x="31950" y="48518"/>
                  </a:lnTo>
                  <a:cubicBezTo>
                    <a:pt x="28116" y="48518"/>
                    <a:pt x="25560" y="45964"/>
                    <a:pt x="25560" y="42134"/>
                  </a:cubicBezTo>
                  <a:cubicBezTo>
                    <a:pt x="25560" y="38304"/>
                    <a:pt x="28116" y="35750"/>
                    <a:pt x="31950" y="35750"/>
                  </a:cubicBezTo>
                  <a:lnTo>
                    <a:pt x="57509" y="35750"/>
                  </a:lnTo>
                  <a:cubicBezTo>
                    <a:pt x="61343" y="35750"/>
                    <a:pt x="63899" y="38304"/>
                    <a:pt x="63899" y="42134"/>
                  </a:cubicBezTo>
                  <a:cubicBezTo>
                    <a:pt x="63899" y="45964"/>
                    <a:pt x="60704" y="48518"/>
                    <a:pt x="57509" y="48518"/>
                  </a:cubicBezTo>
                  <a:close/>
                  <a:moveTo>
                    <a:pt x="180196" y="48518"/>
                  </a:moveTo>
                  <a:lnTo>
                    <a:pt x="154636" y="48518"/>
                  </a:lnTo>
                  <a:cubicBezTo>
                    <a:pt x="150802" y="48518"/>
                    <a:pt x="148247" y="45964"/>
                    <a:pt x="148247" y="42134"/>
                  </a:cubicBezTo>
                  <a:cubicBezTo>
                    <a:pt x="148247" y="38304"/>
                    <a:pt x="150802" y="35750"/>
                    <a:pt x="154636" y="35750"/>
                  </a:cubicBezTo>
                  <a:lnTo>
                    <a:pt x="180196" y="35750"/>
                  </a:lnTo>
                  <a:cubicBezTo>
                    <a:pt x="184030" y="35750"/>
                    <a:pt x="186586" y="38304"/>
                    <a:pt x="186586" y="42134"/>
                  </a:cubicBezTo>
                  <a:cubicBezTo>
                    <a:pt x="186586" y="45964"/>
                    <a:pt x="184030" y="48518"/>
                    <a:pt x="180196" y="48518"/>
                  </a:cubicBezTo>
                  <a:close/>
                </a:path>
              </a:pathLst>
            </a:custGeom>
            <a:solidFill>
              <a:srgbClr val="005587"/>
            </a:solidFill>
            <a:ln w="6390" cap="flat">
              <a:noFill/>
              <a:prstDash val="solid"/>
              <a:miter/>
            </a:ln>
          </p:spPr>
          <p:txBody>
            <a:bodyPr rtlCol="0" anchor="ctr"/>
            <a:lstStyle/>
            <a:p>
              <a:endParaRPr lang="en-US"/>
            </a:p>
          </p:txBody>
        </p:sp>
        <p:sp>
          <p:nvSpPr>
            <p:cNvPr id="1099" name="Graphic 4">
              <a:extLst>
                <a:ext uri="{FF2B5EF4-FFF2-40B4-BE49-F238E27FC236}">
                  <a16:creationId xmlns:a16="http://schemas.microsoft.com/office/drawing/2014/main" id="{E5A6DB70-D015-D548-BFF4-C8FFFEBEE822}"/>
                </a:ext>
              </a:extLst>
            </p:cNvPr>
            <p:cNvSpPr/>
            <p:nvPr/>
          </p:nvSpPr>
          <p:spPr>
            <a:xfrm>
              <a:off x="905454" y="4308712"/>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180835 w 361670"/>
                <a:gd name="connsiteY4" fmla="*/ 0 h 361971"/>
                <a:gd name="connsiteX5" fmla="*/ 300327 w 361670"/>
                <a:gd name="connsiteY5" fmla="*/ 169176 h 361971"/>
                <a:gd name="connsiteX6" fmla="*/ 292020 w 361670"/>
                <a:gd name="connsiteY6" fmla="*/ 176198 h 361971"/>
                <a:gd name="connsiteX7" fmla="*/ 286269 w 361670"/>
                <a:gd name="connsiteY7" fmla="*/ 180667 h 361971"/>
                <a:gd name="connsiteX8" fmla="*/ 286908 w 361670"/>
                <a:gd name="connsiteY8" fmla="*/ 241953 h 361971"/>
                <a:gd name="connsiteX9" fmla="*/ 280518 w 361670"/>
                <a:gd name="connsiteY9" fmla="*/ 256636 h 361971"/>
                <a:gd name="connsiteX10" fmla="*/ 265821 w 361670"/>
                <a:gd name="connsiteY10" fmla="*/ 263020 h 361971"/>
                <a:gd name="connsiteX11" fmla="*/ 251125 w 361670"/>
                <a:gd name="connsiteY11" fmla="*/ 263020 h 361971"/>
                <a:gd name="connsiteX12" fmla="*/ 230038 w 361670"/>
                <a:gd name="connsiteY12" fmla="*/ 241953 h 361971"/>
                <a:gd name="connsiteX13" fmla="*/ 230038 w 361670"/>
                <a:gd name="connsiteY13" fmla="*/ 239399 h 361971"/>
                <a:gd name="connsiteX14" fmla="*/ 133550 w 361670"/>
                <a:gd name="connsiteY14" fmla="*/ 239399 h 361971"/>
                <a:gd name="connsiteX15" fmla="*/ 133550 w 361670"/>
                <a:gd name="connsiteY15" fmla="*/ 241953 h 361971"/>
                <a:gd name="connsiteX16" fmla="*/ 112463 w 361670"/>
                <a:gd name="connsiteY16" fmla="*/ 263020 h 361971"/>
                <a:gd name="connsiteX17" fmla="*/ 97766 w 361670"/>
                <a:gd name="connsiteY17" fmla="*/ 263020 h 361971"/>
                <a:gd name="connsiteX18" fmla="*/ 83069 w 361670"/>
                <a:gd name="connsiteY18" fmla="*/ 256636 h 361971"/>
                <a:gd name="connsiteX19" fmla="*/ 76679 w 361670"/>
                <a:gd name="connsiteY19" fmla="*/ 241953 h 361971"/>
                <a:gd name="connsiteX20" fmla="*/ 77318 w 361670"/>
                <a:gd name="connsiteY20" fmla="*/ 178752 h 361971"/>
                <a:gd name="connsiteX21" fmla="*/ 77318 w 361670"/>
                <a:gd name="connsiteY21" fmla="*/ 178113 h 361971"/>
                <a:gd name="connsiteX22" fmla="*/ 72206 w 361670"/>
                <a:gd name="connsiteY22" fmla="*/ 176836 h 361971"/>
                <a:gd name="connsiteX23" fmla="*/ 62621 w 361670"/>
                <a:gd name="connsiteY23" fmla="*/ 169814 h 361971"/>
                <a:gd name="connsiteX24" fmla="*/ 61343 w 361670"/>
                <a:gd name="connsiteY24" fmla="*/ 158961 h 361971"/>
                <a:gd name="connsiteX25" fmla="*/ 78596 w 361670"/>
                <a:gd name="connsiteY25" fmla="*/ 148108 h 361971"/>
                <a:gd name="connsiteX26" fmla="*/ 87542 w 361670"/>
                <a:gd name="connsiteY26" fmla="*/ 148108 h 361971"/>
                <a:gd name="connsiteX27" fmla="*/ 110546 w 361670"/>
                <a:gd name="connsiteY27" fmla="*/ 114912 h 361971"/>
                <a:gd name="connsiteX28" fmla="*/ 129716 w 361670"/>
                <a:gd name="connsiteY28" fmla="*/ 100229 h 361971"/>
                <a:gd name="connsiteX29" fmla="*/ 130994 w 361670"/>
                <a:gd name="connsiteY29" fmla="*/ 100229 h 361971"/>
                <a:gd name="connsiteX30" fmla="*/ 231955 w 361670"/>
                <a:gd name="connsiteY30" fmla="*/ 100229 h 361971"/>
                <a:gd name="connsiteX31" fmla="*/ 233233 w 361670"/>
                <a:gd name="connsiteY31" fmla="*/ 100229 h 361971"/>
                <a:gd name="connsiteX32" fmla="*/ 252403 w 361670"/>
                <a:gd name="connsiteY32" fmla="*/ 115550 h 361971"/>
                <a:gd name="connsiteX33" fmla="*/ 271572 w 361670"/>
                <a:gd name="connsiteY33" fmla="*/ 148108 h 361971"/>
                <a:gd name="connsiteX34" fmla="*/ 284352 w 361670"/>
                <a:gd name="connsiteY34" fmla="*/ 148108 h 361971"/>
                <a:gd name="connsiteX35" fmla="*/ 302244 w 361670"/>
                <a:gd name="connsiteY35" fmla="*/ 159600 h 361971"/>
                <a:gd name="connsiteX36" fmla="*/ 300327 w 361670"/>
                <a:gd name="connsiteY36" fmla="*/ 16917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1670"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81715"/>
                    <a:pt x="281157" y="0"/>
                    <a:pt x="180835" y="0"/>
                  </a:cubicBezTo>
                  <a:close/>
                  <a:moveTo>
                    <a:pt x="300327" y="169176"/>
                  </a:moveTo>
                  <a:cubicBezTo>
                    <a:pt x="298410" y="172368"/>
                    <a:pt x="295215" y="174921"/>
                    <a:pt x="292020" y="176198"/>
                  </a:cubicBezTo>
                  <a:lnTo>
                    <a:pt x="286269" y="180667"/>
                  </a:lnTo>
                  <a:cubicBezTo>
                    <a:pt x="286269" y="196627"/>
                    <a:pt x="286908" y="224716"/>
                    <a:pt x="286908" y="241953"/>
                  </a:cubicBezTo>
                  <a:cubicBezTo>
                    <a:pt x="286908" y="247698"/>
                    <a:pt x="284991" y="252806"/>
                    <a:pt x="280518" y="256636"/>
                  </a:cubicBezTo>
                  <a:cubicBezTo>
                    <a:pt x="276684" y="260466"/>
                    <a:pt x="270933" y="263020"/>
                    <a:pt x="265821" y="263020"/>
                  </a:cubicBezTo>
                  <a:lnTo>
                    <a:pt x="251125" y="263020"/>
                  </a:lnTo>
                  <a:cubicBezTo>
                    <a:pt x="239623" y="263020"/>
                    <a:pt x="230038" y="253444"/>
                    <a:pt x="230038" y="241953"/>
                  </a:cubicBezTo>
                  <a:lnTo>
                    <a:pt x="230038" y="239399"/>
                  </a:lnTo>
                  <a:lnTo>
                    <a:pt x="133550" y="239399"/>
                  </a:lnTo>
                  <a:lnTo>
                    <a:pt x="133550" y="241953"/>
                  </a:lnTo>
                  <a:cubicBezTo>
                    <a:pt x="133550" y="253444"/>
                    <a:pt x="123965" y="263020"/>
                    <a:pt x="112463" y="263020"/>
                  </a:cubicBezTo>
                  <a:lnTo>
                    <a:pt x="97766" y="263020"/>
                  </a:lnTo>
                  <a:cubicBezTo>
                    <a:pt x="92015" y="263020"/>
                    <a:pt x="86903" y="261105"/>
                    <a:pt x="83069" y="256636"/>
                  </a:cubicBezTo>
                  <a:cubicBezTo>
                    <a:pt x="79235" y="252806"/>
                    <a:pt x="76679" y="247060"/>
                    <a:pt x="76679" y="241953"/>
                  </a:cubicBezTo>
                  <a:cubicBezTo>
                    <a:pt x="76679" y="224078"/>
                    <a:pt x="77318" y="194073"/>
                    <a:pt x="77318" y="178752"/>
                  </a:cubicBezTo>
                  <a:lnTo>
                    <a:pt x="77318" y="178113"/>
                  </a:lnTo>
                  <a:lnTo>
                    <a:pt x="72206" y="176836"/>
                  </a:lnTo>
                  <a:cubicBezTo>
                    <a:pt x="68372" y="176198"/>
                    <a:pt x="64538" y="173006"/>
                    <a:pt x="62621" y="169814"/>
                  </a:cubicBezTo>
                  <a:cubicBezTo>
                    <a:pt x="60704" y="166622"/>
                    <a:pt x="60065" y="162792"/>
                    <a:pt x="61343" y="158961"/>
                  </a:cubicBezTo>
                  <a:cubicBezTo>
                    <a:pt x="62621" y="151939"/>
                    <a:pt x="70289" y="146832"/>
                    <a:pt x="78596" y="148108"/>
                  </a:cubicBezTo>
                  <a:lnTo>
                    <a:pt x="87542" y="148108"/>
                  </a:lnTo>
                  <a:lnTo>
                    <a:pt x="110546" y="114912"/>
                  </a:lnTo>
                  <a:cubicBezTo>
                    <a:pt x="114380" y="107251"/>
                    <a:pt x="120770" y="102144"/>
                    <a:pt x="129716" y="100229"/>
                  </a:cubicBezTo>
                  <a:cubicBezTo>
                    <a:pt x="130355" y="100229"/>
                    <a:pt x="130355" y="100229"/>
                    <a:pt x="130994" y="100229"/>
                  </a:cubicBezTo>
                  <a:cubicBezTo>
                    <a:pt x="164860" y="98952"/>
                    <a:pt x="198088" y="98952"/>
                    <a:pt x="231955" y="100229"/>
                  </a:cubicBezTo>
                  <a:cubicBezTo>
                    <a:pt x="232594" y="100229"/>
                    <a:pt x="232594" y="100229"/>
                    <a:pt x="233233" y="100229"/>
                  </a:cubicBezTo>
                  <a:cubicBezTo>
                    <a:pt x="242179" y="102144"/>
                    <a:pt x="249208" y="107251"/>
                    <a:pt x="252403" y="115550"/>
                  </a:cubicBezTo>
                  <a:lnTo>
                    <a:pt x="271572" y="148108"/>
                  </a:lnTo>
                  <a:lnTo>
                    <a:pt x="284352" y="148108"/>
                  </a:lnTo>
                  <a:cubicBezTo>
                    <a:pt x="292659" y="146832"/>
                    <a:pt x="300327" y="151939"/>
                    <a:pt x="302244" y="159600"/>
                  </a:cubicBezTo>
                  <a:cubicBezTo>
                    <a:pt x="302244" y="162153"/>
                    <a:pt x="302244" y="165984"/>
                    <a:pt x="300327" y="169176"/>
                  </a:cubicBezTo>
                  <a:close/>
                </a:path>
              </a:pathLst>
            </a:custGeom>
            <a:solidFill>
              <a:srgbClr val="005587"/>
            </a:solidFill>
            <a:ln w="6390" cap="flat">
              <a:noFill/>
              <a:prstDash val="solid"/>
              <a:miter/>
            </a:ln>
          </p:spPr>
          <p:txBody>
            <a:bodyPr rtlCol="0" anchor="ctr"/>
            <a:lstStyle/>
            <a:p>
              <a:endParaRPr lang="en-US"/>
            </a:p>
          </p:txBody>
        </p:sp>
      </p:grpSp>
      <p:grpSp>
        <p:nvGrpSpPr>
          <p:cNvPr id="1100" name="Graphic 4">
            <a:extLst>
              <a:ext uri="{FF2B5EF4-FFF2-40B4-BE49-F238E27FC236}">
                <a16:creationId xmlns:a16="http://schemas.microsoft.com/office/drawing/2014/main" id="{A9D3809A-BE92-C644-9AF4-E8B430D76415}"/>
              </a:ext>
            </a:extLst>
          </p:cNvPr>
          <p:cNvGrpSpPr>
            <a:grpSpLocks noChangeAspect="1"/>
          </p:cNvGrpSpPr>
          <p:nvPr/>
        </p:nvGrpSpPr>
        <p:grpSpPr>
          <a:xfrm>
            <a:off x="1515054" y="4308712"/>
            <a:ext cx="361670" cy="361333"/>
            <a:chOff x="1515054" y="4308712"/>
            <a:chExt cx="361670" cy="361333"/>
          </a:xfrm>
          <a:solidFill>
            <a:srgbClr val="005587"/>
          </a:solidFill>
        </p:grpSpPr>
        <p:sp>
          <p:nvSpPr>
            <p:cNvPr id="1101" name="Graphic 4">
              <a:extLst>
                <a:ext uri="{FF2B5EF4-FFF2-40B4-BE49-F238E27FC236}">
                  <a16:creationId xmlns:a16="http://schemas.microsoft.com/office/drawing/2014/main" id="{967D5B97-4511-614B-857A-97E2F4C0DE3F}"/>
                </a:ext>
              </a:extLst>
            </p:cNvPr>
            <p:cNvSpPr/>
            <p:nvPr/>
          </p:nvSpPr>
          <p:spPr>
            <a:xfrm>
              <a:off x="1515054"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4"/>
                    <a:pt x="180835" y="361334"/>
                  </a:cubicBezTo>
                  <a:cubicBezTo>
                    <a:pt x="281157" y="361334"/>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873"/>
                    <a:pt x="273489" y="349204"/>
                    <a:pt x="180835" y="349204"/>
                  </a:cubicBezTo>
                  <a:close/>
                </a:path>
              </a:pathLst>
            </a:custGeom>
            <a:solidFill>
              <a:srgbClr val="005587"/>
            </a:solidFill>
            <a:ln w="6390" cap="flat">
              <a:noFill/>
              <a:prstDash val="solid"/>
              <a:miter/>
            </a:ln>
          </p:spPr>
          <p:txBody>
            <a:bodyPr rtlCol="0" anchor="ctr"/>
            <a:lstStyle/>
            <a:p>
              <a:endParaRPr lang="en-US"/>
            </a:p>
          </p:txBody>
        </p:sp>
        <p:sp>
          <p:nvSpPr>
            <p:cNvPr id="1102" name="Graphic 4">
              <a:extLst>
                <a:ext uri="{FF2B5EF4-FFF2-40B4-BE49-F238E27FC236}">
                  <a16:creationId xmlns:a16="http://schemas.microsoft.com/office/drawing/2014/main" id="{95FA87CD-CA50-A44E-9868-43DEF6C34B4D}"/>
                </a:ext>
              </a:extLst>
            </p:cNvPr>
            <p:cNvSpPr/>
            <p:nvPr/>
          </p:nvSpPr>
          <p:spPr>
            <a:xfrm>
              <a:off x="1596787" y="4382740"/>
              <a:ext cx="199675" cy="211973"/>
            </a:xfrm>
            <a:custGeom>
              <a:avLst/>
              <a:gdLst>
                <a:gd name="connsiteX0" fmla="*/ 173225 w 199675"/>
                <a:gd name="connsiteY0" fmla="*/ 47267 h 211973"/>
                <a:gd name="connsiteX1" fmla="*/ 162362 w 199675"/>
                <a:gd name="connsiteY1" fmla="*/ 26200 h 211973"/>
                <a:gd name="connsiteX2" fmla="*/ 161085 w 199675"/>
                <a:gd name="connsiteY2" fmla="*/ 8963 h 211973"/>
                <a:gd name="connsiteX3" fmla="*/ 159806 w 199675"/>
                <a:gd name="connsiteY3" fmla="*/ 1941 h 211973"/>
                <a:gd name="connsiteX4" fmla="*/ 152777 w 199675"/>
                <a:gd name="connsiteY4" fmla="*/ 664 h 211973"/>
                <a:gd name="connsiteX5" fmla="*/ 129135 w 199675"/>
                <a:gd name="connsiteY5" fmla="*/ 21731 h 211973"/>
                <a:gd name="connsiteX6" fmla="*/ 67152 w 199675"/>
                <a:gd name="connsiteY6" fmla="*/ 19178 h 211973"/>
                <a:gd name="connsiteX7" fmla="*/ 9643 w 199675"/>
                <a:gd name="connsiteY7" fmla="*/ 67058 h 211973"/>
                <a:gd name="connsiteX8" fmla="*/ 16672 w 199675"/>
                <a:gd name="connsiteY8" fmla="*/ 156434 h 211973"/>
                <a:gd name="connsiteX9" fmla="*/ 92073 w 199675"/>
                <a:gd name="connsiteY9" fmla="*/ 198568 h 211973"/>
                <a:gd name="connsiteX10" fmla="*/ 93990 w 199675"/>
                <a:gd name="connsiteY10" fmla="*/ 198568 h 211973"/>
                <a:gd name="connsiteX11" fmla="*/ 116994 w 199675"/>
                <a:gd name="connsiteY11" fmla="*/ 189630 h 211973"/>
                <a:gd name="connsiteX12" fmla="*/ 117633 w 199675"/>
                <a:gd name="connsiteY12" fmla="*/ 170478 h 211973"/>
                <a:gd name="connsiteX13" fmla="*/ 109965 w 199675"/>
                <a:gd name="connsiteY13" fmla="*/ 160902 h 211973"/>
                <a:gd name="connsiteX14" fmla="*/ 100380 w 199675"/>
                <a:gd name="connsiteY14" fmla="*/ 144942 h 211973"/>
                <a:gd name="connsiteX15" fmla="*/ 125301 w 199675"/>
                <a:gd name="connsiteY15" fmla="*/ 138558 h 211973"/>
                <a:gd name="connsiteX16" fmla="*/ 129135 w 199675"/>
                <a:gd name="connsiteY16" fmla="*/ 138558 h 211973"/>
                <a:gd name="connsiteX17" fmla="*/ 134886 w 199675"/>
                <a:gd name="connsiteY17" fmla="*/ 206229 h 211973"/>
                <a:gd name="connsiteX18" fmla="*/ 141276 w 199675"/>
                <a:gd name="connsiteY18" fmla="*/ 211974 h 211973"/>
                <a:gd name="connsiteX19" fmla="*/ 155972 w 199675"/>
                <a:gd name="connsiteY19" fmla="*/ 211974 h 211973"/>
                <a:gd name="connsiteX20" fmla="*/ 162362 w 199675"/>
                <a:gd name="connsiteY20" fmla="*/ 206229 h 211973"/>
                <a:gd name="connsiteX21" fmla="*/ 168113 w 199675"/>
                <a:gd name="connsiteY21" fmla="*/ 138558 h 211973"/>
                <a:gd name="connsiteX22" fmla="*/ 193034 w 199675"/>
                <a:gd name="connsiteY22" fmla="*/ 128344 h 211973"/>
                <a:gd name="connsiteX23" fmla="*/ 195590 w 199675"/>
                <a:gd name="connsiteY23" fmla="*/ 85571 h 211973"/>
                <a:gd name="connsiteX24" fmla="*/ 173225 w 199675"/>
                <a:gd name="connsiteY24" fmla="*/ 47267 h 211973"/>
                <a:gd name="connsiteX25" fmla="*/ 147666 w 199675"/>
                <a:gd name="connsiteY25" fmla="*/ 19178 h 211973"/>
                <a:gd name="connsiteX26" fmla="*/ 152139 w 199675"/>
                <a:gd name="connsiteY26" fmla="*/ 32584 h 211973"/>
                <a:gd name="connsiteX27" fmla="*/ 161724 w 199675"/>
                <a:gd name="connsiteY27" fmla="*/ 51098 h 211973"/>
                <a:gd name="connsiteX28" fmla="*/ 161724 w 199675"/>
                <a:gd name="connsiteY28" fmla="*/ 51736 h 211973"/>
                <a:gd name="connsiteX29" fmla="*/ 163640 w 199675"/>
                <a:gd name="connsiteY29" fmla="*/ 63227 h 211973"/>
                <a:gd name="connsiteX30" fmla="*/ 152139 w 199675"/>
                <a:gd name="connsiteY30" fmla="*/ 83018 h 211973"/>
                <a:gd name="connsiteX31" fmla="*/ 137442 w 199675"/>
                <a:gd name="connsiteY31" fmla="*/ 75995 h 211973"/>
                <a:gd name="connsiteX32" fmla="*/ 133608 w 199675"/>
                <a:gd name="connsiteY32" fmla="*/ 44714 h 211973"/>
                <a:gd name="connsiteX33" fmla="*/ 147666 w 199675"/>
                <a:gd name="connsiteY33" fmla="*/ 19178 h 211973"/>
                <a:gd name="connsiteX34" fmla="*/ 124023 w 199675"/>
                <a:gd name="connsiteY34" fmla="*/ 126429 h 211973"/>
                <a:gd name="connsiteX35" fmla="*/ 86322 w 199675"/>
                <a:gd name="connsiteY35" fmla="*/ 142389 h 211973"/>
                <a:gd name="connsiteX36" fmla="*/ 99741 w 199675"/>
                <a:gd name="connsiteY36" fmla="*/ 170478 h 211973"/>
                <a:gd name="connsiteX37" fmla="*/ 104853 w 199675"/>
                <a:gd name="connsiteY37" fmla="*/ 176224 h 211973"/>
                <a:gd name="connsiteX38" fmla="*/ 105492 w 199675"/>
                <a:gd name="connsiteY38" fmla="*/ 183246 h 211973"/>
                <a:gd name="connsiteX39" fmla="*/ 92073 w 199675"/>
                <a:gd name="connsiteY39" fmla="*/ 186438 h 211973"/>
                <a:gd name="connsiteX40" fmla="*/ 26896 w 199675"/>
                <a:gd name="connsiteY40" fmla="*/ 150050 h 211973"/>
                <a:gd name="connsiteX41" fmla="*/ 21145 w 199675"/>
                <a:gd name="connsiteY41" fmla="*/ 72803 h 211973"/>
                <a:gd name="connsiteX42" fmla="*/ 70347 w 199675"/>
                <a:gd name="connsiteY42" fmla="*/ 31946 h 211973"/>
                <a:gd name="connsiteX43" fmla="*/ 123384 w 199675"/>
                <a:gd name="connsiteY43" fmla="*/ 33222 h 211973"/>
                <a:gd name="connsiteX44" fmla="*/ 120189 w 199675"/>
                <a:gd name="connsiteY44" fmla="*/ 42160 h 211973"/>
                <a:gd name="connsiteX45" fmla="*/ 118272 w 199675"/>
                <a:gd name="connsiteY45" fmla="*/ 56843 h 211973"/>
                <a:gd name="connsiteX46" fmla="*/ 109965 w 199675"/>
                <a:gd name="connsiteY46" fmla="*/ 53651 h 211973"/>
                <a:gd name="connsiteX47" fmla="*/ 96546 w 199675"/>
                <a:gd name="connsiteY47" fmla="*/ 67058 h 211973"/>
                <a:gd name="connsiteX48" fmla="*/ 109965 w 199675"/>
                <a:gd name="connsiteY48" fmla="*/ 80464 h 211973"/>
                <a:gd name="connsiteX49" fmla="*/ 121467 w 199675"/>
                <a:gd name="connsiteY49" fmla="*/ 74080 h 211973"/>
                <a:gd name="connsiteX50" fmla="*/ 126579 w 199675"/>
                <a:gd name="connsiteY50" fmla="*/ 83018 h 211973"/>
                <a:gd name="connsiteX51" fmla="*/ 125940 w 199675"/>
                <a:gd name="connsiteY51" fmla="*/ 109830 h 211973"/>
                <a:gd name="connsiteX52" fmla="*/ 125940 w 199675"/>
                <a:gd name="connsiteY52" fmla="*/ 110469 h 211973"/>
                <a:gd name="connsiteX53" fmla="*/ 127218 w 199675"/>
                <a:gd name="connsiteY53" fmla="*/ 126429 h 211973"/>
                <a:gd name="connsiteX54" fmla="*/ 124023 w 199675"/>
                <a:gd name="connsiteY54" fmla="*/ 126429 h 211973"/>
                <a:gd name="connsiteX55" fmla="*/ 110604 w 199675"/>
                <a:gd name="connsiteY55" fmla="*/ 67058 h 211973"/>
                <a:gd name="connsiteX56" fmla="*/ 109326 w 199675"/>
                <a:gd name="connsiteY56" fmla="*/ 67058 h 211973"/>
                <a:gd name="connsiteX57" fmla="*/ 110604 w 199675"/>
                <a:gd name="connsiteY57" fmla="*/ 67058 h 211973"/>
                <a:gd name="connsiteX58" fmla="*/ 110604 w 199675"/>
                <a:gd name="connsiteY58" fmla="*/ 67058 h 211973"/>
                <a:gd name="connsiteX59" fmla="*/ 148305 w 199675"/>
                <a:gd name="connsiteY59" fmla="*/ 200483 h 211973"/>
                <a:gd name="connsiteX60" fmla="*/ 145110 w 199675"/>
                <a:gd name="connsiteY60" fmla="*/ 200483 h 211973"/>
                <a:gd name="connsiteX61" fmla="*/ 138081 w 199675"/>
                <a:gd name="connsiteY61" fmla="*/ 109830 h 211973"/>
                <a:gd name="connsiteX62" fmla="*/ 138720 w 199675"/>
                <a:gd name="connsiteY62" fmla="*/ 93232 h 211973"/>
                <a:gd name="connsiteX63" fmla="*/ 150861 w 199675"/>
                <a:gd name="connsiteY63" fmla="*/ 95786 h 211973"/>
                <a:gd name="connsiteX64" fmla="*/ 152777 w 199675"/>
                <a:gd name="connsiteY64" fmla="*/ 95786 h 211973"/>
                <a:gd name="connsiteX65" fmla="*/ 155334 w 199675"/>
                <a:gd name="connsiteY65" fmla="*/ 95147 h 211973"/>
                <a:gd name="connsiteX66" fmla="*/ 155334 w 199675"/>
                <a:gd name="connsiteY66" fmla="*/ 118768 h 211973"/>
                <a:gd name="connsiteX67" fmla="*/ 148305 w 199675"/>
                <a:gd name="connsiteY67" fmla="*/ 200483 h 211973"/>
                <a:gd name="connsiteX68" fmla="*/ 182171 w 199675"/>
                <a:gd name="connsiteY68" fmla="*/ 120683 h 211973"/>
                <a:gd name="connsiteX69" fmla="*/ 167474 w 199675"/>
                <a:gd name="connsiteY69" fmla="*/ 126429 h 211973"/>
                <a:gd name="connsiteX70" fmla="*/ 168113 w 199675"/>
                <a:gd name="connsiteY70" fmla="*/ 119406 h 211973"/>
                <a:gd name="connsiteX71" fmla="*/ 168113 w 199675"/>
                <a:gd name="connsiteY71" fmla="*/ 90040 h 211973"/>
                <a:gd name="connsiteX72" fmla="*/ 175781 w 199675"/>
                <a:gd name="connsiteY72" fmla="*/ 75995 h 211973"/>
                <a:gd name="connsiteX73" fmla="*/ 182810 w 199675"/>
                <a:gd name="connsiteY73" fmla="*/ 90678 h 211973"/>
                <a:gd name="connsiteX74" fmla="*/ 182171 w 199675"/>
                <a:gd name="connsiteY74" fmla="*/ 120683 h 211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99675" h="211973">
                  <a:moveTo>
                    <a:pt x="173225" y="47267"/>
                  </a:moveTo>
                  <a:cubicBezTo>
                    <a:pt x="170669" y="39606"/>
                    <a:pt x="166196" y="31946"/>
                    <a:pt x="162362" y="26200"/>
                  </a:cubicBezTo>
                  <a:cubicBezTo>
                    <a:pt x="157890" y="18539"/>
                    <a:pt x="161085" y="9602"/>
                    <a:pt x="161085" y="8963"/>
                  </a:cubicBezTo>
                  <a:cubicBezTo>
                    <a:pt x="161724" y="6410"/>
                    <a:pt x="161085" y="3856"/>
                    <a:pt x="159806" y="1941"/>
                  </a:cubicBezTo>
                  <a:cubicBezTo>
                    <a:pt x="157890" y="26"/>
                    <a:pt x="155334" y="-613"/>
                    <a:pt x="152777" y="664"/>
                  </a:cubicBezTo>
                  <a:cubicBezTo>
                    <a:pt x="152139" y="664"/>
                    <a:pt x="139359" y="6410"/>
                    <a:pt x="129135" y="21731"/>
                  </a:cubicBezTo>
                  <a:cubicBezTo>
                    <a:pt x="102297" y="11517"/>
                    <a:pt x="69069" y="19178"/>
                    <a:pt x="67152" y="19178"/>
                  </a:cubicBezTo>
                  <a:cubicBezTo>
                    <a:pt x="65235" y="19816"/>
                    <a:pt x="25618" y="31307"/>
                    <a:pt x="9643" y="67058"/>
                  </a:cubicBezTo>
                  <a:cubicBezTo>
                    <a:pt x="-5054" y="99616"/>
                    <a:pt x="-3137" y="125790"/>
                    <a:pt x="16672" y="156434"/>
                  </a:cubicBezTo>
                  <a:cubicBezTo>
                    <a:pt x="35842" y="186438"/>
                    <a:pt x="69069" y="197929"/>
                    <a:pt x="92073" y="198568"/>
                  </a:cubicBezTo>
                  <a:cubicBezTo>
                    <a:pt x="92712" y="198568"/>
                    <a:pt x="93351" y="198568"/>
                    <a:pt x="93990" y="198568"/>
                  </a:cubicBezTo>
                  <a:cubicBezTo>
                    <a:pt x="105492" y="198568"/>
                    <a:pt x="112521" y="196014"/>
                    <a:pt x="116994" y="189630"/>
                  </a:cubicBezTo>
                  <a:cubicBezTo>
                    <a:pt x="120189" y="184523"/>
                    <a:pt x="120828" y="177501"/>
                    <a:pt x="117633" y="170478"/>
                  </a:cubicBezTo>
                  <a:cubicBezTo>
                    <a:pt x="116355" y="167286"/>
                    <a:pt x="113160" y="164094"/>
                    <a:pt x="109965" y="160902"/>
                  </a:cubicBezTo>
                  <a:cubicBezTo>
                    <a:pt x="104853" y="155795"/>
                    <a:pt x="99102" y="150050"/>
                    <a:pt x="100380" y="144942"/>
                  </a:cubicBezTo>
                  <a:cubicBezTo>
                    <a:pt x="101658" y="139197"/>
                    <a:pt x="109326" y="138558"/>
                    <a:pt x="125301" y="138558"/>
                  </a:cubicBezTo>
                  <a:lnTo>
                    <a:pt x="129135" y="138558"/>
                  </a:lnTo>
                  <a:lnTo>
                    <a:pt x="134886" y="206229"/>
                  </a:lnTo>
                  <a:cubicBezTo>
                    <a:pt x="134886" y="209421"/>
                    <a:pt x="138081" y="211974"/>
                    <a:pt x="141276" y="211974"/>
                  </a:cubicBezTo>
                  <a:lnTo>
                    <a:pt x="155972" y="211974"/>
                  </a:lnTo>
                  <a:cubicBezTo>
                    <a:pt x="159167" y="211974"/>
                    <a:pt x="161724" y="209421"/>
                    <a:pt x="162362" y="206229"/>
                  </a:cubicBezTo>
                  <a:lnTo>
                    <a:pt x="168113" y="138558"/>
                  </a:lnTo>
                  <a:cubicBezTo>
                    <a:pt x="173864" y="137920"/>
                    <a:pt x="186005" y="136643"/>
                    <a:pt x="193034" y="128344"/>
                  </a:cubicBezTo>
                  <a:cubicBezTo>
                    <a:pt x="204536" y="115576"/>
                    <a:pt x="198146" y="93232"/>
                    <a:pt x="195590" y="85571"/>
                  </a:cubicBezTo>
                  <a:cubicBezTo>
                    <a:pt x="190478" y="74718"/>
                    <a:pt x="177059" y="53013"/>
                    <a:pt x="173225" y="47267"/>
                  </a:cubicBezTo>
                  <a:close/>
                  <a:moveTo>
                    <a:pt x="147666" y="19178"/>
                  </a:moveTo>
                  <a:cubicBezTo>
                    <a:pt x="148305" y="23646"/>
                    <a:pt x="149582" y="28115"/>
                    <a:pt x="152139" y="32584"/>
                  </a:cubicBezTo>
                  <a:cubicBezTo>
                    <a:pt x="155334" y="38330"/>
                    <a:pt x="159167" y="44714"/>
                    <a:pt x="161724" y="51098"/>
                  </a:cubicBezTo>
                  <a:cubicBezTo>
                    <a:pt x="161724" y="51098"/>
                    <a:pt x="161724" y="51098"/>
                    <a:pt x="161724" y="51736"/>
                  </a:cubicBezTo>
                  <a:cubicBezTo>
                    <a:pt x="163001" y="55566"/>
                    <a:pt x="163640" y="59397"/>
                    <a:pt x="163640" y="63227"/>
                  </a:cubicBezTo>
                  <a:cubicBezTo>
                    <a:pt x="163640" y="77272"/>
                    <a:pt x="161085" y="82379"/>
                    <a:pt x="152139" y="83018"/>
                  </a:cubicBezTo>
                  <a:cubicBezTo>
                    <a:pt x="146388" y="83018"/>
                    <a:pt x="141276" y="81102"/>
                    <a:pt x="137442" y="75995"/>
                  </a:cubicBezTo>
                  <a:cubicBezTo>
                    <a:pt x="131691" y="68973"/>
                    <a:pt x="129774" y="58120"/>
                    <a:pt x="133608" y="44714"/>
                  </a:cubicBezTo>
                  <a:cubicBezTo>
                    <a:pt x="136164" y="32584"/>
                    <a:pt x="141915" y="24285"/>
                    <a:pt x="147666" y="19178"/>
                  </a:cubicBezTo>
                  <a:close/>
                  <a:moveTo>
                    <a:pt x="124023" y="126429"/>
                  </a:moveTo>
                  <a:cubicBezTo>
                    <a:pt x="108048" y="126429"/>
                    <a:pt x="90156" y="125790"/>
                    <a:pt x="86322" y="142389"/>
                  </a:cubicBezTo>
                  <a:cubicBezTo>
                    <a:pt x="83766" y="154518"/>
                    <a:pt x="93351" y="164094"/>
                    <a:pt x="99741" y="170478"/>
                  </a:cubicBezTo>
                  <a:cubicBezTo>
                    <a:pt x="101658" y="172394"/>
                    <a:pt x="104214" y="174947"/>
                    <a:pt x="104853" y="176224"/>
                  </a:cubicBezTo>
                  <a:cubicBezTo>
                    <a:pt x="106131" y="178778"/>
                    <a:pt x="106770" y="181331"/>
                    <a:pt x="105492" y="183246"/>
                  </a:cubicBezTo>
                  <a:cubicBezTo>
                    <a:pt x="104214" y="185162"/>
                    <a:pt x="100380" y="186438"/>
                    <a:pt x="92073" y="186438"/>
                  </a:cubicBezTo>
                  <a:cubicBezTo>
                    <a:pt x="72264" y="185800"/>
                    <a:pt x="43510" y="176224"/>
                    <a:pt x="26896" y="150050"/>
                  </a:cubicBezTo>
                  <a:cubicBezTo>
                    <a:pt x="12199" y="126429"/>
                    <a:pt x="5809" y="105362"/>
                    <a:pt x="21145" y="72803"/>
                  </a:cubicBezTo>
                  <a:cubicBezTo>
                    <a:pt x="35203" y="42160"/>
                    <a:pt x="70347" y="31946"/>
                    <a:pt x="70347" y="31946"/>
                  </a:cubicBezTo>
                  <a:cubicBezTo>
                    <a:pt x="70347" y="31946"/>
                    <a:pt x="100380" y="24923"/>
                    <a:pt x="123384" y="33222"/>
                  </a:cubicBezTo>
                  <a:cubicBezTo>
                    <a:pt x="122106" y="35776"/>
                    <a:pt x="121467" y="38968"/>
                    <a:pt x="120189" y="42160"/>
                  </a:cubicBezTo>
                  <a:cubicBezTo>
                    <a:pt x="118911" y="47267"/>
                    <a:pt x="118272" y="51736"/>
                    <a:pt x="118272" y="56843"/>
                  </a:cubicBezTo>
                  <a:cubicBezTo>
                    <a:pt x="115716" y="54928"/>
                    <a:pt x="113160" y="53651"/>
                    <a:pt x="109965" y="53651"/>
                  </a:cubicBezTo>
                  <a:cubicBezTo>
                    <a:pt x="102297" y="53651"/>
                    <a:pt x="96546" y="59397"/>
                    <a:pt x="96546" y="67058"/>
                  </a:cubicBezTo>
                  <a:cubicBezTo>
                    <a:pt x="96546" y="74718"/>
                    <a:pt x="102297" y="80464"/>
                    <a:pt x="109965" y="80464"/>
                  </a:cubicBezTo>
                  <a:cubicBezTo>
                    <a:pt x="114438" y="80464"/>
                    <a:pt x="118911" y="77910"/>
                    <a:pt x="121467" y="74080"/>
                  </a:cubicBezTo>
                  <a:cubicBezTo>
                    <a:pt x="122745" y="77272"/>
                    <a:pt x="124023" y="80464"/>
                    <a:pt x="126579" y="83018"/>
                  </a:cubicBezTo>
                  <a:lnTo>
                    <a:pt x="125940" y="109830"/>
                  </a:lnTo>
                  <a:cubicBezTo>
                    <a:pt x="125940" y="109830"/>
                    <a:pt x="125940" y="110469"/>
                    <a:pt x="125940" y="110469"/>
                  </a:cubicBezTo>
                  <a:lnTo>
                    <a:pt x="127218" y="126429"/>
                  </a:lnTo>
                  <a:lnTo>
                    <a:pt x="124023" y="126429"/>
                  </a:lnTo>
                  <a:close/>
                  <a:moveTo>
                    <a:pt x="110604" y="67058"/>
                  </a:moveTo>
                  <a:cubicBezTo>
                    <a:pt x="110604" y="67696"/>
                    <a:pt x="109326" y="67696"/>
                    <a:pt x="109326" y="67058"/>
                  </a:cubicBezTo>
                  <a:cubicBezTo>
                    <a:pt x="109326" y="66419"/>
                    <a:pt x="109326" y="66419"/>
                    <a:pt x="110604" y="67058"/>
                  </a:cubicBezTo>
                  <a:cubicBezTo>
                    <a:pt x="109965" y="66419"/>
                    <a:pt x="110604" y="66419"/>
                    <a:pt x="110604" y="67058"/>
                  </a:cubicBezTo>
                  <a:close/>
                  <a:moveTo>
                    <a:pt x="148305" y="200483"/>
                  </a:moveTo>
                  <a:lnTo>
                    <a:pt x="145110" y="200483"/>
                  </a:lnTo>
                  <a:lnTo>
                    <a:pt x="138081" y="109830"/>
                  </a:lnTo>
                  <a:lnTo>
                    <a:pt x="138720" y="93232"/>
                  </a:lnTo>
                  <a:cubicBezTo>
                    <a:pt x="142554" y="95147"/>
                    <a:pt x="147027" y="95786"/>
                    <a:pt x="150861" y="95786"/>
                  </a:cubicBezTo>
                  <a:cubicBezTo>
                    <a:pt x="151500" y="95786"/>
                    <a:pt x="152139" y="95786"/>
                    <a:pt x="152777" y="95786"/>
                  </a:cubicBezTo>
                  <a:cubicBezTo>
                    <a:pt x="154056" y="95786"/>
                    <a:pt x="154695" y="95786"/>
                    <a:pt x="155334" y="95147"/>
                  </a:cubicBezTo>
                  <a:lnTo>
                    <a:pt x="155334" y="118768"/>
                  </a:lnTo>
                  <a:lnTo>
                    <a:pt x="148305" y="200483"/>
                  </a:lnTo>
                  <a:close/>
                  <a:moveTo>
                    <a:pt x="182171" y="120683"/>
                  </a:moveTo>
                  <a:cubicBezTo>
                    <a:pt x="178337" y="124514"/>
                    <a:pt x="171947" y="126429"/>
                    <a:pt x="167474" y="126429"/>
                  </a:cubicBezTo>
                  <a:lnTo>
                    <a:pt x="168113" y="119406"/>
                  </a:lnTo>
                  <a:lnTo>
                    <a:pt x="168113" y="90040"/>
                  </a:lnTo>
                  <a:cubicBezTo>
                    <a:pt x="172586" y="86210"/>
                    <a:pt x="174503" y="81102"/>
                    <a:pt x="175781" y="75995"/>
                  </a:cubicBezTo>
                  <a:cubicBezTo>
                    <a:pt x="178976" y="81741"/>
                    <a:pt x="181532" y="86848"/>
                    <a:pt x="182810" y="90678"/>
                  </a:cubicBezTo>
                  <a:cubicBezTo>
                    <a:pt x="186644" y="105362"/>
                    <a:pt x="186644" y="115576"/>
                    <a:pt x="182171" y="120683"/>
                  </a:cubicBezTo>
                  <a:close/>
                </a:path>
              </a:pathLst>
            </a:custGeom>
            <a:solidFill>
              <a:srgbClr val="005587"/>
            </a:solidFill>
            <a:ln w="6390" cap="flat">
              <a:noFill/>
              <a:prstDash val="solid"/>
              <a:miter/>
            </a:ln>
          </p:spPr>
          <p:txBody>
            <a:bodyPr rtlCol="0" anchor="ctr"/>
            <a:lstStyle/>
            <a:p>
              <a:endParaRPr lang="en-US"/>
            </a:p>
          </p:txBody>
        </p:sp>
        <p:sp>
          <p:nvSpPr>
            <p:cNvPr id="1103" name="Graphic 4">
              <a:extLst>
                <a:ext uri="{FF2B5EF4-FFF2-40B4-BE49-F238E27FC236}">
                  <a16:creationId xmlns:a16="http://schemas.microsoft.com/office/drawing/2014/main" id="{7B29DF21-A401-6240-997F-B3BFF987BFEB}"/>
                </a:ext>
              </a:extLst>
            </p:cNvPr>
            <p:cNvSpPr/>
            <p:nvPr/>
          </p:nvSpPr>
          <p:spPr>
            <a:xfrm>
              <a:off x="1641574" y="4450436"/>
              <a:ext cx="26837" cy="26812"/>
            </a:xfrm>
            <a:custGeom>
              <a:avLst/>
              <a:gdLst>
                <a:gd name="connsiteX0" fmla="*/ 13419 w 26837"/>
                <a:gd name="connsiteY0" fmla="*/ 26813 h 26812"/>
                <a:gd name="connsiteX1" fmla="*/ 26838 w 26837"/>
                <a:gd name="connsiteY1" fmla="*/ 13406 h 26812"/>
                <a:gd name="connsiteX2" fmla="*/ 13419 w 26837"/>
                <a:gd name="connsiteY2" fmla="*/ 0 h 26812"/>
                <a:gd name="connsiteX3" fmla="*/ 0 w 26837"/>
                <a:gd name="connsiteY3" fmla="*/ 13406 h 26812"/>
                <a:gd name="connsiteX4" fmla="*/ 13419 w 26837"/>
                <a:gd name="connsiteY4" fmla="*/ 26813 h 26812"/>
                <a:gd name="connsiteX5" fmla="*/ 13419 w 26837"/>
                <a:gd name="connsiteY5" fmla="*/ 13406 h 26812"/>
                <a:gd name="connsiteX6" fmla="*/ 13419 w 26837"/>
                <a:gd name="connsiteY6" fmla="*/ 13406 h 26812"/>
                <a:gd name="connsiteX7" fmla="*/ 13419 w 26837"/>
                <a:gd name="connsiteY7" fmla="*/ 13406 h 26812"/>
                <a:gd name="connsiteX8" fmla="*/ 13419 w 26837"/>
                <a:gd name="connsiteY8" fmla="*/ 13406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37" h="26812">
                  <a:moveTo>
                    <a:pt x="13419" y="26813"/>
                  </a:moveTo>
                  <a:cubicBezTo>
                    <a:pt x="21087" y="26813"/>
                    <a:pt x="26838" y="21067"/>
                    <a:pt x="26838" y="13406"/>
                  </a:cubicBezTo>
                  <a:cubicBezTo>
                    <a:pt x="26838" y="5746"/>
                    <a:pt x="21087" y="0"/>
                    <a:pt x="13419" y="0"/>
                  </a:cubicBezTo>
                  <a:cubicBezTo>
                    <a:pt x="5751" y="0"/>
                    <a:pt x="0" y="5746"/>
                    <a:pt x="0" y="13406"/>
                  </a:cubicBezTo>
                  <a:cubicBezTo>
                    <a:pt x="0" y="21067"/>
                    <a:pt x="5751" y="26813"/>
                    <a:pt x="13419" y="26813"/>
                  </a:cubicBezTo>
                  <a:close/>
                  <a:moveTo>
                    <a:pt x="13419" y="13406"/>
                  </a:moveTo>
                  <a:cubicBezTo>
                    <a:pt x="13419" y="13406"/>
                    <a:pt x="14058" y="13406"/>
                    <a:pt x="13419" y="13406"/>
                  </a:cubicBezTo>
                  <a:cubicBezTo>
                    <a:pt x="14058" y="14683"/>
                    <a:pt x="12780" y="14683"/>
                    <a:pt x="13419" y="13406"/>
                  </a:cubicBezTo>
                  <a:cubicBezTo>
                    <a:pt x="12780" y="13406"/>
                    <a:pt x="12780" y="13406"/>
                    <a:pt x="13419" y="13406"/>
                  </a:cubicBezTo>
                  <a:close/>
                </a:path>
              </a:pathLst>
            </a:custGeom>
            <a:solidFill>
              <a:srgbClr val="005587"/>
            </a:solidFill>
            <a:ln w="6390" cap="flat">
              <a:noFill/>
              <a:prstDash val="solid"/>
              <a:miter/>
            </a:ln>
          </p:spPr>
          <p:txBody>
            <a:bodyPr rtlCol="0" anchor="ctr"/>
            <a:lstStyle/>
            <a:p>
              <a:endParaRPr lang="en-US"/>
            </a:p>
          </p:txBody>
        </p:sp>
        <p:sp>
          <p:nvSpPr>
            <p:cNvPr id="1104" name="Graphic 4">
              <a:extLst>
                <a:ext uri="{FF2B5EF4-FFF2-40B4-BE49-F238E27FC236}">
                  <a16:creationId xmlns:a16="http://schemas.microsoft.com/office/drawing/2014/main" id="{AF279231-EA8D-8F4C-9609-BBF1D3296813}"/>
                </a:ext>
              </a:extLst>
            </p:cNvPr>
            <p:cNvSpPr/>
            <p:nvPr/>
          </p:nvSpPr>
          <p:spPr>
            <a:xfrm>
              <a:off x="1641574" y="4502785"/>
              <a:ext cx="26837" cy="26812"/>
            </a:xfrm>
            <a:custGeom>
              <a:avLst/>
              <a:gdLst>
                <a:gd name="connsiteX0" fmla="*/ 13419 w 26837"/>
                <a:gd name="connsiteY0" fmla="*/ 0 h 26812"/>
                <a:gd name="connsiteX1" fmla="*/ 0 w 26837"/>
                <a:gd name="connsiteY1" fmla="*/ 13406 h 26812"/>
                <a:gd name="connsiteX2" fmla="*/ 13419 w 26837"/>
                <a:gd name="connsiteY2" fmla="*/ 26813 h 26812"/>
                <a:gd name="connsiteX3" fmla="*/ 26838 w 26837"/>
                <a:gd name="connsiteY3" fmla="*/ 13406 h 26812"/>
                <a:gd name="connsiteX4" fmla="*/ 13419 w 26837"/>
                <a:gd name="connsiteY4" fmla="*/ 0 h 26812"/>
                <a:gd name="connsiteX5" fmla="*/ 12780 w 26837"/>
                <a:gd name="connsiteY5" fmla="*/ 13406 h 26812"/>
                <a:gd name="connsiteX6" fmla="*/ 12780 w 26837"/>
                <a:gd name="connsiteY6" fmla="*/ 13406 h 26812"/>
                <a:gd name="connsiteX7" fmla="*/ 14058 w 26837"/>
                <a:gd name="connsiteY7" fmla="*/ 13406 h 26812"/>
                <a:gd name="connsiteX8" fmla="*/ 12780 w 26837"/>
                <a:gd name="connsiteY8" fmla="*/ 13406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37" h="26812">
                  <a:moveTo>
                    <a:pt x="13419" y="0"/>
                  </a:moveTo>
                  <a:cubicBezTo>
                    <a:pt x="5751" y="0"/>
                    <a:pt x="0" y="5745"/>
                    <a:pt x="0" y="13406"/>
                  </a:cubicBezTo>
                  <a:cubicBezTo>
                    <a:pt x="0" y="21067"/>
                    <a:pt x="5751" y="26813"/>
                    <a:pt x="13419" y="26813"/>
                  </a:cubicBezTo>
                  <a:cubicBezTo>
                    <a:pt x="21087" y="26813"/>
                    <a:pt x="26838" y="21067"/>
                    <a:pt x="26838" y="13406"/>
                  </a:cubicBezTo>
                  <a:cubicBezTo>
                    <a:pt x="26838" y="5745"/>
                    <a:pt x="20448" y="0"/>
                    <a:pt x="13419" y="0"/>
                  </a:cubicBezTo>
                  <a:close/>
                  <a:moveTo>
                    <a:pt x="12780" y="13406"/>
                  </a:moveTo>
                  <a:cubicBezTo>
                    <a:pt x="12780" y="12768"/>
                    <a:pt x="12780" y="12768"/>
                    <a:pt x="12780" y="13406"/>
                  </a:cubicBezTo>
                  <a:cubicBezTo>
                    <a:pt x="13419" y="12768"/>
                    <a:pt x="14058" y="12768"/>
                    <a:pt x="14058" y="13406"/>
                  </a:cubicBezTo>
                  <a:cubicBezTo>
                    <a:pt x="14058" y="14045"/>
                    <a:pt x="12780" y="14045"/>
                    <a:pt x="12780" y="13406"/>
                  </a:cubicBezTo>
                  <a:close/>
                </a:path>
              </a:pathLst>
            </a:custGeom>
            <a:solidFill>
              <a:srgbClr val="005587"/>
            </a:solidFill>
            <a:ln w="6390" cap="flat">
              <a:noFill/>
              <a:prstDash val="solid"/>
              <a:miter/>
            </a:ln>
          </p:spPr>
          <p:txBody>
            <a:bodyPr rtlCol="0" anchor="ctr"/>
            <a:lstStyle/>
            <a:p>
              <a:endParaRPr lang="en-US"/>
            </a:p>
          </p:txBody>
        </p:sp>
      </p:grpSp>
      <p:grpSp>
        <p:nvGrpSpPr>
          <p:cNvPr id="1105" name="Graphic 4">
            <a:extLst>
              <a:ext uri="{FF2B5EF4-FFF2-40B4-BE49-F238E27FC236}">
                <a16:creationId xmlns:a16="http://schemas.microsoft.com/office/drawing/2014/main" id="{EDE8C2C6-2243-DF48-83D1-CA7B24980538}"/>
              </a:ext>
            </a:extLst>
          </p:cNvPr>
          <p:cNvGrpSpPr>
            <a:grpSpLocks noChangeAspect="1"/>
          </p:cNvGrpSpPr>
          <p:nvPr/>
        </p:nvGrpSpPr>
        <p:grpSpPr>
          <a:xfrm>
            <a:off x="1952764" y="4308712"/>
            <a:ext cx="361674" cy="361333"/>
            <a:chOff x="1952764" y="4308712"/>
            <a:chExt cx="361674" cy="361333"/>
          </a:xfrm>
          <a:solidFill>
            <a:srgbClr val="005587"/>
          </a:solidFill>
        </p:grpSpPr>
        <p:sp>
          <p:nvSpPr>
            <p:cNvPr id="1106" name="Graphic 4">
              <a:extLst>
                <a:ext uri="{FF2B5EF4-FFF2-40B4-BE49-F238E27FC236}">
                  <a16:creationId xmlns:a16="http://schemas.microsoft.com/office/drawing/2014/main" id="{E91394F3-D3BD-3C49-909C-BD532A26CF79}"/>
                </a:ext>
              </a:extLst>
            </p:cNvPr>
            <p:cNvSpPr/>
            <p:nvPr/>
          </p:nvSpPr>
          <p:spPr>
            <a:xfrm>
              <a:off x="2092420" y="4515553"/>
              <a:ext cx="763" cy="957"/>
            </a:xfrm>
            <a:custGeom>
              <a:avLst/>
              <a:gdLst>
                <a:gd name="connsiteX0" fmla="*/ 284 w 763"/>
                <a:gd name="connsiteY0" fmla="*/ 0 h 957"/>
                <a:gd name="connsiteX1" fmla="*/ 284 w 763"/>
                <a:gd name="connsiteY1" fmla="*/ 0 h 957"/>
                <a:gd name="connsiteX2" fmla="*/ 284 w 763"/>
                <a:gd name="connsiteY2" fmla="*/ 0 h 957"/>
                <a:gd name="connsiteX3" fmla="*/ 284 w 763"/>
                <a:gd name="connsiteY3" fmla="*/ 0 h 957"/>
              </a:gdLst>
              <a:ahLst/>
              <a:cxnLst>
                <a:cxn ang="0">
                  <a:pos x="connsiteX0" y="connsiteY0"/>
                </a:cxn>
                <a:cxn ang="0">
                  <a:pos x="connsiteX1" y="connsiteY1"/>
                </a:cxn>
                <a:cxn ang="0">
                  <a:pos x="connsiteX2" y="connsiteY2"/>
                </a:cxn>
                <a:cxn ang="0">
                  <a:pos x="connsiteX3" y="connsiteY3"/>
                </a:cxn>
              </a:cxnLst>
              <a:rect l="l" t="t" r="r" b="b"/>
              <a:pathLst>
                <a:path w="763" h="957">
                  <a:moveTo>
                    <a:pt x="284" y="0"/>
                  </a:moveTo>
                  <a:cubicBezTo>
                    <a:pt x="284" y="0"/>
                    <a:pt x="-355" y="0"/>
                    <a:pt x="284" y="0"/>
                  </a:cubicBezTo>
                  <a:cubicBezTo>
                    <a:pt x="-355" y="1277"/>
                    <a:pt x="923" y="1277"/>
                    <a:pt x="284" y="0"/>
                  </a:cubicBezTo>
                  <a:cubicBezTo>
                    <a:pt x="923" y="0"/>
                    <a:pt x="923" y="0"/>
                    <a:pt x="284" y="0"/>
                  </a:cubicBezTo>
                  <a:close/>
                </a:path>
              </a:pathLst>
            </a:custGeom>
            <a:solidFill>
              <a:srgbClr val="005587"/>
            </a:solidFill>
            <a:ln w="6390" cap="flat">
              <a:noFill/>
              <a:prstDash val="solid"/>
              <a:miter/>
            </a:ln>
          </p:spPr>
          <p:txBody>
            <a:bodyPr rtlCol="0" anchor="ctr"/>
            <a:lstStyle/>
            <a:p>
              <a:endParaRPr lang="en-US"/>
            </a:p>
          </p:txBody>
        </p:sp>
        <p:sp>
          <p:nvSpPr>
            <p:cNvPr id="1107" name="Graphic 4">
              <a:extLst>
                <a:ext uri="{FF2B5EF4-FFF2-40B4-BE49-F238E27FC236}">
                  <a16:creationId xmlns:a16="http://schemas.microsoft.com/office/drawing/2014/main" id="{0C228C38-8A76-3B48-8FB9-93F5658F6546}"/>
                </a:ext>
              </a:extLst>
            </p:cNvPr>
            <p:cNvSpPr/>
            <p:nvPr/>
          </p:nvSpPr>
          <p:spPr>
            <a:xfrm>
              <a:off x="2092065" y="4463559"/>
              <a:ext cx="1278" cy="1241"/>
            </a:xfrm>
            <a:custGeom>
              <a:avLst/>
              <a:gdLst>
                <a:gd name="connsiteX0" fmla="*/ 1278 w 1278"/>
                <a:gd name="connsiteY0" fmla="*/ 284 h 1241"/>
                <a:gd name="connsiteX1" fmla="*/ 1278 w 1278"/>
                <a:gd name="connsiteY1" fmla="*/ 284 h 1241"/>
                <a:gd name="connsiteX2" fmla="*/ 0 w 1278"/>
                <a:gd name="connsiteY2" fmla="*/ 284 h 1241"/>
                <a:gd name="connsiteX3" fmla="*/ 1278 w 1278"/>
                <a:gd name="connsiteY3" fmla="*/ 284 h 1241"/>
              </a:gdLst>
              <a:ahLst/>
              <a:cxnLst>
                <a:cxn ang="0">
                  <a:pos x="connsiteX0" y="connsiteY0"/>
                </a:cxn>
                <a:cxn ang="0">
                  <a:pos x="connsiteX1" y="connsiteY1"/>
                </a:cxn>
                <a:cxn ang="0">
                  <a:pos x="connsiteX2" y="connsiteY2"/>
                </a:cxn>
                <a:cxn ang="0">
                  <a:pos x="connsiteX3" y="connsiteY3"/>
                </a:cxn>
              </a:cxnLst>
              <a:rect l="l" t="t" r="r" b="b"/>
              <a:pathLst>
                <a:path w="1278" h="1241">
                  <a:moveTo>
                    <a:pt x="1278" y="284"/>
                  </a:moveTo>
                  <a:cubicBezTo>
                    <a:pt x="1278" y="284"/>
                    <a:pt x="1278" y="284"/>
                    <a:pt x="1278" y="284"/>
                  </a:cubicBezTo>
                  <a:cubicBezTo>
                    <a:pt x="639" y="-355"/>
                    <a:pt x="0" y="284"/>
                    <a:pt x="0" y="284"/>
                  </a:cubicBezTo>
                  <a:cubicBezTo>
                    <a:pt x="0" y="1561"/>
                    <a:pt x="1278" y="1561"/>
                    <a:pt x="1278" y="284"/>
                  </a:cubicBezTo>
                  <a:close/>
                </a:path>
              </a:pathLst>
            </a:custGeom>
            <a:solidFill>
              <a:srgbClr val="005587"/>
            </a:solidFill>
            <a:ln w="6390" cap="flat">
              <a:noFill/>
              <a:prstDash val="solid"/>
              <a:miter/>
            </a:ln>
          </p:spPr>
          <p:txBody>
            <a:bodyPr rtlCol="0" anchor="ctr"/>
            <a:lstStyle/>
            <a:p>
              <a:endParaRPr lang="en-US"/>
            </a:p>
          </p:txBody>
        </p:sp>
        <p:sp>
          <p:nvSpPr>
            <p:cNvPr id="1108" name="Graphic 4">
              <a:extLst>
                <a:ext uri="{FF2B5EF4-FFF2-40B4-BE49-F238E27FC236}">
                  <a16:creationId xmlns:a16="http://schemas.microsoft.com/office/drawing/2014/main" id="{CE1675CB-752E-FD42-82BA-40827E3AD317}"/>
                </a:ext>
              </a:extLst>
            </p:cNvPr>
            <p:cNvSpPr/>
            <p:nvPr/>
          </p:nvSpPr>
          <p:spPr>
            <a:xfrm>
              <a:off x="2165783" y="4401918"/>
              <a:ext cx="32355" cy="63839"/>
            </a:xfrm>
            <a:custGeom>
              <a:avLst/>
              <a:gdLst>
                <a:gd name="connsiteX0" fmla="*/ 6156 w 32355"/>
                <a:gd name="connsiteY0" fmla="*/ 56817 h 63839"/>
                <a:gd name="connsiteX1" fmla="*/ 20853 w 32355"/>
                <a:gd name="connsiteY1" fmla="*/ 63840 h 63839"/>
                <a:gd name="connsiteX2" fmla="*/ 32355 w 32355"/>
                <a:gd name="connsiteY2" fmla="*/ 44049 h 63839"/>
                <a:gd name="connsiteX3" fmla="*/ 30438 w 32355"/>
                <a:gd name="connsiteY3" fmla="*/ 32558 h 63839"/>
                <a:gd name="connsiteX4" fmla="*/ 30438 w 32355"/>
                <a:gd name="connsiteY4" fmla="*/ 31920 h 63839"/>
                <a:gd name="connsiteX5" fmla="*/ 20853 w 32355"/>
                <a:gd name="connsiteY5" fmla="*/ 13406 h 63839"/>
                <a:gd name="connsiteX6" fmla="*/ 16380 w 32355"/>
                <a:gd name="connsiteY6" fmla="*/ 0 h 63839"/>
                <a:gd name="connsiteX7" fmla="*/ 1684 w 32355"/>
                <a:gd name="connsiteY7" fmla="*/ 25536 h 63839"/>
                <a:gd name="connsiteX8" fmla="*/ 6156 w 32355"/>
                <a:gd name="connsiteY8" fmla="*/ 56817 h 6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355" h="63839">
                  <a:moveTo>
                    <a:pt x="6156" y="56817"/>
                  </a:moveTo>
                  <a:cubicBezTo>
                    <a:pt x="9990" y="61286"/>
                    <a:pt x="15102" y="63840"/>
                    <a:pt x="20853" y="63840"/>
                  </a:cubicBezTo>
                  <a:cubicBezTo>
                    <a:pt x="29799" y="63201"/>
                    <a:pt x="32355" y="58732"/>
                    <a:pt x="32355" y="44049"/>
                  </a:cubicBezTo>
                  <a:cubicBezTo>
                    <a:pt x="32355" y="40219"/>
                    <a:pt x="31716" y="36388"/>
                    <a:pt x="30438" y="32558"/>
                  </a:cubicBezTo>
                  <a:cubicBezTo>
                    <a:pt x="30438" y="32558"/>
                    <a:pt x="30438" y="32558"/>
                    <a:pt x="30438" y="31920"/>
                  </a:cubicBezTo>
                  <a:cubicBezTo>
                    <a:pt x="27882" y="24897"/>
                    <a:pt x="24048" y="18513"/>
                    <a:pt x="20853" y="13406"/>
                  </a:cubicBezTo>
                  <a:cubicBezTo>
                    <a:pt x="18297" y="8937"/>
                    <a:pt x="17019" y="4468"/>
                    <a:pt x="16380" y="0"/>
                  </a:cubicBezTo>
                  <a:cubicBezTo>
                    <a:pt x="11268" y="5107"/>
                    <a:pt x="4879" y="13406"/>
                    <a:pt x="1684" y="25536"/>
                  </a:cubicBezTo>
                  <a:cubicBezTo>
                    <a:pt x="-1511" y="38942"/>
                    <a:pt x="-234" y="49795"/>
                    <a:pt x="6156" y="56817"/>
                  </a:cubicBezTo>
                  <a:close/>
                </a:path>
              </a:pathLst>
            </a:custGeom>
            <a:solidFill>
              <a:srgbClr val="005587"/>
            </a:solidFill>
            <a:ln w="6390" cap="flat">
              <a:noFill/>
              <a:prstDash val="solid"/>
              <a:miter/>
            </a:ln>
          </p:spPr>
          <p:txBody>
            <a:bodyPr rtlCol="0" anchor="ctr"/>
            <a:lstStyle/>
            <a:p>
              <a:endParaRPr lang="en-US"/>
            </a:p>
          </p:txBody>
        </p:sp>
        <p:sp>
          <p:nvSpPr>
            <p:cNvPr id="1109" name="Graphic 4">
              <a:extLst>
                <a:ext uri="{FF2B5EF4-FFF2-40B4-BE49-F238E27FC236}">
                  <a16:creationId xmlns:a16="http://schemas.microsoft.com/office/drawing/2014/main" id="{6FA95DF7-9F9E-B14E-9F2F-26FAD49ECE64}"/>
                </a:ext>
              </a:extLst>
            </p:cNvPr>
            <p:cNvSpPr/>
            <p:nvPr/>
          </p:nvSpPr>
          <p:spPr>
            <a:xfrm>
              <a:off x="2046169" y="4411911"/>
              <a:ext cx="114267" cy="157266"/>
            </a:xfrm>
            <a:custGeom>
              <a:avLst/>
              <a:gdLst>
                <a:gd name="connsiteX0" fmla="*/ 113629 w 114267"/>
                <a:gd name="connsiteY0" fmla="*/ 80659 h 157266"/>
                <a:gd name="connsiteX1" fmla="*/ 114268 w 114267"/>
                <a:gd name="connsiteY1" fmla="*/ 53847 h 157266"/>
                <a:gd name="connsiteX2" fmla="*/ 109156 w 114267"/>
                <a:gd name="connsiteY2" fmla="*/ 44909 h 157266"/>
                <a:gd name="connsiteX3" fmla="*/ 97654 w 114267"/>
                <a:gd name="connsiteY3" fmla="*/ 51293 h 157266"/>
                <a:gd name="connsiteX4" fmla="*/ 84235 w 114267"/>
                <a:gd name="connsiteY4" fmla="*/ 37887 h 157266"/>
                <a:gd name="connsiteX5" fmla="*/ 97654 w 114267"/>
                <a:gd name="connsiteY5" fmla="*/ 24480 h 157266"/>
                <a:gd name="connsiteX6" fmla="*/ 105961 w 114267"/>
                <a:gd name="connsiteY6" fmla="*/ 27672 h 157266"/>
                <a:gd name="connsiteX7" fmla="*/ 107878 w 114267"/>
                <a:gd name="connsiteY7" fmla="*/ 12989 h 157266"/>
                <a:gd name="connsiteX8" fmla="*/ 111073 w 114267"/>
                <a:gd name="connsiteY8" fmla="*/ 4051 h 157266"/>
                <a:gd name="connsiteX9" fmla="*/ 58036 w 114267"/>
                <a:gd name="connsiteY9" fmla="*/ 2775 h 157266"/>
                <a:gd name="connsiteX10" fmla="*/ 8834 w 114267"/>
                <a:gd name="connsiteY10" fmla="*/ 43632 h 157266"/>
                <a:gd name="connsiteX11" fmla="*/ 14585 w 114267"/>
                <a:gd name="connsiteY11" fmla="*/ 120878 h 157266"/>
                <a:gd name="connsiteX12" fmla="*/ 79762 w 114267"/>
                <a:gd name="connsiteY12" fmla="*/ 157267 h 157266"/>
                <a:gd name="connsiteX13" fmla="*/ 93181 w 114267"/>
                <a:gd name="connsiteY13" fmla="*/ 154075 h 157266"/>
                <a:gd name="connsiteX14" fmla="*/ 92542 w 114267"/>
                <a:gd name="connsiteY14" fmla="*/ 147053 h 157266"/>
                <a:gd name="connsiteX15" fmla="*/ 87430 w 114267"/>
                <a:gd name="connsiteY15" fmla="*/ 141307 h 157266"/>
                <a:gd name="connsiteX16" fmla="*/ 74011 w 114267"/>
                <a:gd name="connsiteY16" fmla="*/ 113218 h 157266"/>
                <a:gd name="connsiteX17" fmla="*/ 111712 w 114267"/>
                <a:gd name="connsiteY17" fmla="*/ 97258 h 157266"/>
                <a:gd name="connsiteX18" fmla="*/ 114268 w 114267"/>
                <a:gd name="connsiteY18" fmla="*/ 97258 h 157266"/>
                <a:gd name="connsiteX19" fmla="*/ 112990 w 114267"/>
                <a:gd name="connsiteY19" fmla="*/ 81298 h 157266"/>
                <a:gd name="connsiteX20" fmla="*/ 113629 w 114267"/>
                <a:gd name="connsiteY20" fmla="*/ 80659 h 157266"/>
                <a:gd name="connsiteX21" fmla="*/ 46534 w 114267"/>
                <a:gd name="connsiteY21" fmla="*/ 39163 h 157266"/>
                <a:gd name="connsiteX22" fmla="*/ 59953 w 114267"/>
                <a:gd name="connsiteY22" fmla="*/ 52570 h 157266"/>
                <a:gd name="connsiteX23" fmla="*/ 46534 w 114267"/>
                <a:gd name="connsiteY23" fmla="*/ 65976 h 157266"/>
                <a:gd name="connsiteX24" fmla="*/ 33116 w 114267"/>
                <a:gd name="connsiteY24" fmla="*/ 52570 h 157266"/>
                <a:gd name="connsiteX25" fmla="*/ 46534 w 114267"/>
                <a:gd name="connsiteY25" fmla="*/ 39163 h 157266"/>
                <a:gd name="connsiteX26" fmla="*/ 46534 w 114267"/>
                <a:gd name="connsiteY26" fmla="*/ 117686 h 157266"/>
                <a:gd name="connsiteX27" fmla="*/ 33116 w 114267"/>
                <a:gd name="connsiteY27" fmla="*/ 104280 h 157266"/>
                <a:gd name="connsiteX28" fmla="*/ 46534 w 114267"/>
                <a:gd name="connsiteY28" fmla="*/ 90874 h 157266"/>
                <a:gd name="connsiteX29" fmla="*/ 59953 w 114267"/>
                <a:gd name="connsiteY29" fmla="*/ 104280 h 157266"/>
                <a:gd name="connsiteX30" fmla="*/ 46534 w 114267"/>
                <a:gd name="connsiteY30" fmla="*/ 117686 h 15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267" h="157266">
                  <a:moveTo>
                    <a:pt x="113629" y="80659"/>
                  </a:moveTo>
                  <a:lnTo>
                    <a:pt x="114268" y="53847"/>
                  </a:lnTo>
                  <a:cubicBezTo>
                    <a:pt x="112351" y="51293"/>
                    <a:pt x="110434" y="48101"/>
                    <a:pt x="109156" y="44909"/>
                  </a:cubicBezTo>
                  <a:cubicBezTo>
                    <a:pt x="106600" y="48739"/>
                    <a:pt x="102766" y="51293"/>
                    <a:pt x="97654" y="51293"/>
                  </a:cubicBezTo>
                  <a:cubicBezTo>
                    <a:pt x="89986" y="51293"/>
                    <a:pt x="84235" y="45547"/>
                    <a:pt x="84235" y="37887"/>
                  </a:cubicBezTo>
                  <a:cubicBezTo>
                    <a:pt x="84235" y="30226"/>
                    <a:pt x="89986" y="24480"/>
                    <a:pt x="97654" y="24480"/>
                  </a:cubicBezTo>
                  <a:cubicBezTo>
                    <a:pt x="100849" y="24480"/>
                    <a:pt x="104044" y="25757"/>
                    <a:pt x="105961" y="27672"/>
                  </a:cubicBezTo>
                  <a:cubicBezTo>
                    <a:pt x="105961" y="23203"/>
                    <a:pt x="106600" y="18096"/>
                    <a:pt x="107878" y="12989"/>
                  </a:cubicBezTo>
                  <a:cubicBezTo>
                    <a:pt x="108517" y="9797"/>
                    <a:pt x="109795" y="6605"/>
                    <a:pt x="111073" y="4051"/>
                  </a:cubicBezTo>
                  <a:cubicBezTo>
                    <a:pt x="88069" y="-4248"/>
                    <a:pt x="58675" y="2775"/>
                    <a:pt x="58036" y="2775"/>
                  </a:cubicBezTo>
                  <a:cubicBezTo>
                    <a:pt x="58036" y="2775"/>
                    <a:pt x="22892" y="13627"/>
                    <a:pt x="8834" y="43632"/>
                  </a:cubicBezTo>
                  <a:cubicBezTo>
                    <a:pt x="-6502" y="76191"/>
                    <a:pt x="-112" y="97896"/>
                    <a:pt x="14585" y="120878"/>
                  </a:cubicBezTo>
                  <a:cubicBezTo>
                    <a:pt x="31199" y="147053"/>
                    <a:pt x="59953" y="156629"/>
                    <a:pt x="79762" y="157267"/>
                  </a:cubicBezTo>
                  <a:cubicBezTo>
                    <a:pt x="88069" y="157267"/>
                    <a:pt x="91903" y="155990"/>
                    <a:pt x="93181" y="154075"/>
                  </a:cubicBezTo>
                  <a:cubicBezTo>
                    <a:pt x="94459" y="152798"/>
                    <a:pt x="93181" y="149606"/>
                    <a:pt x="92542" y="147053"/>
                  </a:cubicBezTo>
                  <a:cubicBezTo>
                    <a:pt x="91903" y="145776"/>
                    <a:pt x="89347" y="143222"/>
                    <a:pt x="87430" y="141307"/>
                  </a:cubicBezTo>
                  <a:cubicBezTo>
                    <a:pt x="81040" y="134923"/>
                    <a:pt x="71455" y="125347"/>
                    <a:pt x="74011" y="113218"/>
                  </a:cubicBezTo>
                  <a:cubicBezTo>
                    <a:pt x="77845" y="96619"/>
                    <a:pt x="95737" y="96619"/>
                    <a:pt x="111712" y="97258"/>
                  </a:cubicBezTo>
                  <a:lnTo>
                    <a:pt x="114268" y="97258"/>
                  </a:lnTo>
                  <a:lnTo>
                    <a:pt x="112990" y="81298"/>
                  </a:lnTo>
                  <a:cubicBezTo>
                    <a:pt x="113629" y="81298"/>
                    <a:pt x="113629" y="80659"/>
                    <a:pt x="113629" y="80659"/>
                  </a:cubicBezTo>
                  <a:close/>
                  <a:moveTo>
                    <a:pt x="46534" y="39163"/>
                  </a:moveTo>
                  <a:cubicBezTo>
                    <a:pt x="54202" y="39163"/>
                    <a:pt x="59953" y="44909"/>
                    <a:pt x="59953" y="52570"/>
                  </a:cubicBezTo>
                  <a:cubicBezTo>
                    <a:pt x="59953" y="60231"/>
                    <a:pt x="54202" y="65976"/>
                    <a:pt x="46534" y="65976"/>
                  </a:cubicBezTo>
                  <a:cubicBezTo>
                    <a:pt x="38866" y="65976"/>
                    <a:pt x="33116" y="60231"/>
                    <a:pt x="33116" y="52570"/>
                  </a:cubicBezTo>
                  <a:cubicBezTo>
                    <a:pt x="33116" y="44909"/>
                    <a:pt x="39506" y="39163"/>
                    <a:pt x="46534" y="39163"/>
                  </a:cubicBezTo>
                  <a:close/>
                  <a:moveTo>
                    <a:pt x="46534" y="117686"/>
                  </a:moveTo>
                  <a:cubicBezTo>
                    <a:pt x="38866" y="117686"/>
                    <a:pt x="33116" y="111941"/>
                    <a:pt x="33116" y="104280"/>
                  </a:cubicBezTo>
                  <a:cubicBezTo>
                    <a:pt x="33116" y="96619"/>
                    <a:pt x="38866" y="90874"/>
                    <a:pt x="46534" y="90874"/>
                  </a:cubicBezTo>
                  <a:cubicBezTo>
                    <a:pt x="54202" y="90874"/>
                    <a:pt x="59953" y="96619"/>
                    <a:pt x="59953" y="104280"/>
                  </a:cubicBezTo>
                  <a:cubicBezTo>
                    <a:pt x="59953" y="111941"/>
                    <a:pt x="54202" y="117686"/>
                    <a:pt x="46534" y="117686"/>
                  </a:cubicBezTo>
                  <a:close/>
                </a:path>
              </a:pathLst>
            </a:custGeom>
            <a:solidFill>
              <a:srgbClr val="005587"/>
            </a:solidFill>
            <a:ln w="6390" cap="flat">
              <a:noFill/>
              <a:prstDash val="solid"/>
              <a:miter/>
            </a:ln>
          </p:spPr>
          <p:txBody>
            <a:bodyPr rtlCol="0" anchor="ctr"/>
            <a:lstStyle/>
            <a:p>
              <a:endParaRPr lang="en-US"/>
            </a:p>
          </p:txBody>
        </p:sp>
        <p:sp>
          <p:nvSpPr>
            <p:cNvPr id="1110" name="Graphic 4">
              <a:extLst>
                <a:ext uri="{FF2B5EF4-FFF2-40B4-BE49-F238E27FC236}">
                  <a16:creationId xmlns:a16="http://schemas.microsoft.com/office/drawing/2014/main" id="{38C3157C-9ADD-7841-9546-C0531A10D5B3}"/>
                </a:ext>
              </a:extLst>
            </p:cNvPr>
            <p:cNvSpPr/>
            <p:nvPr/>
          </p:nvSpPr>
          <p:spPr>
            <a:xfrm>
              <a:off x="2172578" y="4475972"/>
              <a:ext cx="17252" cy="107250"/>
            </a:xfrm>
            <a:custGeom>
              <a:avLst/>
              <a:gdLst>
                <a:gd name="connsiteX0" fmla="*/ 14697 w 17252"/>
                <a:gd name="connsiteY0" fmla="*/ 2554 h 107250"/>
                <a:gd name="connsiteX1" fmla="*/ 12780 w 17252"/>
                <a:gd name="connsiteY1" fmla="*/ 2554 h 107250"/>
                <a:gd name="connsiteX2" fmla="*/ 639 w 17252"/>
                <a:gd name="connsiteY2" fmla="*/ 0 h 107250"/>
                <a:gd name="connsiteX3" fmla="*/ 0 w 17252"/>
                <a:gd name="connsiteY3" fmla="*/ 16598 h 107250"/>
                <a:gd name="connsiteX4" fmla="*/ 7029 w 17252"/>
                <a:gd name="connsiteY4" fmla="*/ 107251 h 107250"/>
                <a:gd name="connsiteX5" fmla="*/ 10224 w 17252"/>
                <a:gd name="connsiteY5" fmla="*/ 107251 h 107250"/>
                <a:gd name="connsiteX6" fmla="*/ 17253 w 17252"/>
                <a:gd name="connsiteY6" fmla="*/ 25536 h 107250"/>
                <a:gd name="connsiteX7" fmla="*/ 17253 w 17252"/>
                <a:gd name="connsiteY7" fmla="*/ 1915 h 107250"/>
                <a:gd name="connsiteX8" fmla="*/ 14697 w 17252"/>
                <a:gd name="connsiteY8" fmla="*/ 2554 h 1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52" h="107250">
                  <a:moveTo>
                    <a:pt x="14697" y="2554"/>
                  </a:moveTo>
                  <a:cubicBezTo>
                    <a:pt x="14058" y="2554"/>
                    <a:pt x="13419" y="2554"/>
                    <a:pt x="12780" y="2554"/>
                  </a:cubicBezTo>
                  <a:cubicBezTo>
                    <a:pt x="8307" y="2554"/>
                    <a:pt x="4473" y="1277"/>
                    <a:pt x="639" y="0"/>
                  </a:cubicBezTo>
                  <a:lnTo>
                    <a:pt x="0" y="16598"/>
                  </a:lnTo>
                  <a:lnTo>
                    <a:pt x="7029" y="107251"/>
                  </a:lnTo>
                  <a:lnTo>
                    <a:pt x="10224" y="107251"/>
                  </a:lnTo>
                  <a:lnTo>
                    <a:pt x="17253" y="25536"/>
                  </a:lnTo>
                  <a:lnTo>
                    <a:pt x="17253" y="1915"/>
                  </a:lnTo>
                  <a:cubicBezTo>
                    <a:pt x="16614" y="2554"/>
                    <a:pt x="15975" y="2554"/>
                    <a:pt x="14697" y="2554"/>
                  </a:cubicBezTo>
                  <a:close/>
                </a:path>
              </a:pathLst>
            </a:custGeom>
            <a:solidFill>
              <a:srgbClr val="005587"/>
            </a:solidFill>
            <a:ln w="6390" cap="flat">
              <a:noFill/>
              <a:prstDash val="solid"/>
              <a:miter/>
            </a:ln>
          </p:spPr>
          <p:txBody>
            <a:bodyPr rtlCol="0" anchor="ctr"/>
            <a:lstStyle/>
            <a:p>
              <a:endParaRPr lang="en-US"/>
            </a:p>
          </p:txBody>
        </p:sp>
        <p:sp>
          <p:nvSpPr>
            <p:cNvPr id="1111" name="Graphic 4">
              <a:extLst>
                <a:ext uri="{FF2B5EF4-FFF2-40B4-BE49-F238E27FC236}">
                  <a16:creationId xmlns:a16="http://schemas.microsoft.com/office/drawing/2014/main" id="{B2E6B50E-6DBC-5A4A-99D4-C2CC4842870F}"/>
                </a:ext>
              </a:extLst>
            </p:cNvPr>
            <p:cNvSpPr/>
            <p:nvPr/>
          </p:nvSpPr>
          <p:spPr>
            <a:xfrm>
              <a:off x="2201972" y="4458097"/>
              <a:ext cx="18051" cy="50433"/>
            </a:xfrm>
            <a:custGeom>
              <a:avLst/>
              <a:gdLst>
                <a:gd name="connsiteX0" fmla="*/ 8307 w 18051"/>
                <a:gd name="connsiteY0" fmla="*/ 0 h 50433"/>
                <a:gd name="connsiteX1" fmla="*/ 639 w 18051"/>
                <a:gd name="connsiteY1" fmla="*/ 14045 h 50433"/>
                <a:gd name="connsiteX2" fmla="*/ 639 w 18051"/>
                <a:gd name="connsiteY2" fmla="*/ 43411 h 50433"/>
                <a:gd name="connsiteX3" fmla="*/ 0 w 18051"/>
                <a:gd name="connsiteY3" fmla="*/ 50433 h 50433"/>
                <a:gd name="connsiteX4" fmla="*/ 14697 w 18051"/>
                <a:gd name="connsiteY4" fmla="*/ 44688 h 50433"/>
                <a:gd name="connsiteX5" fmla="*/ 14697 w 18051"/>
                <a:gd name="connsiteY5" fmla="*/ 14045 h 50433"/>
                <a:gd name="connsiteX6" fmla="*/ 8307 w 18051"/>
                <a:gd name="connsiteY6" fmla="*/ 0 h 5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51" h="50433">
                  <a:moveTo>
                    <a:pt x="8307" y="0"/>
                  </a:moveTo>
                  <a:cubicBezTo>
                    <a:pt x="7029" y="5107"/>
                    <a:pt x="5112" y="10214"/>
                    <a:pt x="639" y="14045"/>
                  </a:cubicBezTo>
                  <a:lnTo>
                    <a:pt x="639" y="43411"/>
                  </a:lnTo>
                  <a:lnTo>
                    <a:pt x="0" y="50433"/>
                  </a:lnTo>
                  <a:cubicBezTo>
                    <a:pt x="4473" y="49795"/>
                    <a:pt x="10863" y="48518"/>
                    <a:pt x="14697" y="44688"/>
                  </a:cubicBezTo>
                  <a:cubicBezTo>
                    <a:pt x="19170" y="39581"/>
                    <a:pt x="19170" y="29366"/>
                    <a:pt x="14697" y="14045"/>
                  </a:cubicBezTo>
                  <a:cubicBezTo>
                    <a:pt x="14058" y="11491"/>
                    <a:pt x="11502" y="5745"/>
                    <a:pt x="8307" y="0"/>
                  </a:cubicBezTo>
                  <a:close/>
                </a:path>
              </a:pathLst>
            </a:custGeom>
            <a:solidFill>
              <a:srgbClr val="005587"/>
            </a:solidFill>
            <a:ln w="6390" cap="flat">
              <a:noFill/>
              <a:prstDash val="solid"/>
              <a:miter/>
            </a:ln>
          </p:spPr>
          <p:txBody>
            <a:bodyPr rtlCol="0" anchor="ctr"/>
            <a:lstStyle/>
            <a:p>
              <a:endParaRPr lang="en-US"/>
            </a:p>
          </p:txBody>
        </p:sp>
        <p:sp>
          <p:nvSpPr>
            <p:cNvPr id="1112" name="Graphic 4">
              <a:extLst>
                <a:ext uri="{FF2B5EF4-FFF2-40B4-BE49-F238E27FC236}">
                  <a16:creationId xmlns:a16="http://schemas.microsoft.com/office/drawing/2014/main" id="{10A34DD0-0497-7B43-A502-794AE32A5362}"/>
                </a:ext>
              </a:extLst>
            </p:cNvPr>
            <p:cNvSpPr/>
            <p:nvPr/>
          </p:nvSpPr>
          <p:spPr>
            <a:xfrm>
              <a:off x="1952764" y="4308712"/>
              <a:ext cx="361674" cy="361333"/>
            </a:xfrm>
            <a:custGeom>
              <a:avLst/>
              <a:gdLst>
                <a:gd name="connsiteX0" fmla="*/ 180835 w 361674"/>
                <a:gd name="connsiteY0" fmla="*/ 0 h 361333"/>
                <a:gd name="connsiteX1" fmla="*/ 0 w 361674"/>
                <a:gd name="connsiteY1" fmla="*/ 180667 h 361333"/>
                <a:gd name="connsiteX2" fmla="*/ 180835 w 361674"/>
                <a:gd name="connsiteY2" fmla="*/ 361334 h 361333"/>
                <a:gd name="connsiteX3" fmla="*/ 361670 w 361674"/>
                <a:gd name="connsiteY3" fmla="*/ 180667 h 361333"/>
                <a:gd name="connsiteX4" fmla="*/ 180835 w 361674"/>
                <a:gd name="connsiteY4" fmla="*/ 0 h 361333"/>
                <a:gd name="connsiteX5" fmla="*/ 273489 w 361674"/>
                <a:gd name="connsiteY5" fmla="*/ 203011 h 361333"/>
                <a:gd name="connsiteX6" fmla="*/ 248569 w 361674"/>
                <a:gd name="connsiteY6" fmla="*/ 213225 h 361333"/>
                <a:gd name="connsiteX7" fmla="*/ 242818 w 361674"/>
                <a:gd name="connsiteY7" fmla="*/ 280895 h 361333"/>
                <a:gd name="connsiteX8" fmla="*/ 236428 w 361674"/>
                <a:gd name="connsiteY8" fmla="*/ 286641 h 361333"/>
                <a:gd name="connsiteX9" fmla="*/ 221731 w 361674"/>
                <a:gd name="connsiteY9" fmla="*/ 286641 h 361333"/>
                <a:gd name="connsiteX10" fmla="*/ 215341 w 361674"/>
                <a:gd name="connsiteY10" fmla="*/ 280895 h 361333"/>
                <a:gd name="connsiteX11" fmla="*/ 209590 w 361674"/>
                <a:gd name="connsiteY11" fmla="*/ 213225 h 361333"/>
                <a:gd name="connsiteX12" fmla="*/ 205756 w 361674"/>
                <a:gd name="connsiteY12" fmla="*/ 213225 h 361333"/>
                <a:gd name="connsiteX13" fmla="*/ 180835 w 361674"/>
                <a:gd name="connsiteY13" fmla="*/ 219609 h 361333"/>
                <a:gd name="connsiteX14" fmla="*/ 190420 w 361674"/>
                <a:gd name="connsiteY14" fmla="*/ 235569 h 361333"/>
                <a:gd name="connsiteX15" fmla="*/ 198088 w 361674"/>
                <a:gd name="connsiteY15" fmla="*/ 245145 h 361333"/>
                <a:gd name="connsiteX16" fmla="*/ 197449 w 361674"/>
                <a:gd name="connsiteY16" fmla="*/ 264297 h 361333"/>
                <a:gd name="connsiteX17" fmla="*/ 174445 w 361674"/>
                <a:gd name="connsiteY17" fmla="*/ 273234 h 361333"/>
                <a:gd name="connsiteX18" fmla="*/ 172528 w 361674"/>
                <a:gd name="connsiteY18" fmla="*/ 273234 h 361333"/>
                <a:gd name="connsiteX19" fmla="*/ 97127 w 361674"/>
                <a:gd name="connsiteY19" fmla="*/ 231100 h 361333"/>
                <a:gd name="connsiteX20" fmla="*/ 90098 w 361674"/>
                <a:gd name="connsiteY20" fmla="*/ 141724 h 361333"/>
                <a:gd name="connsiteX21" fmla="*/ 147608 w 361674"/>
                <a:gd name="connsiteY21" fmla="*/ 93845 h 361333"/>
                <a:gd name="connsiteX22" fmla="*/ 209590 w 361674"/>
                <a:gd name="connsiteY22" fmla="*/ 96398 h 361333"/>
                <a:gd name="connsiteX23" fmla="*/ 233233 w 361674"/>
                <a:gd name="connsiteY23" fmla="*/ 75331 h 361333"/>
                <a:gd name="connsiteX24" fmla="*/ 240262 w 361674"/>
                <a:gd name="connsiteY24" fmla="*/ 76608 h 361333"/>
                <a:gd name="connsiteX25" fmla="*/ 241540 w 361674"/>
                <a:gd name="connsiteY25" fmla="*/ 83630 h 361333"/>
                <a:gd name="connsiteX26" fmla="*/ 242818 w 361674"/>
                <a:gd name="connsiteY26" fmla="*/ 100867 h 361333"/>
                <a:gd name="connsiteX27" fmla="*/ 253680 w 361674"/>
                <a:gd name="connsiteY27" fmla="*/ 121934 h 361333"/>
                <a:gd name="connsiteX28" fmla="*/ 274767 w 361674"/>
                <a:gd name="connsiteY28" fmla="*/ 161515 h 361333"/>
                <a:gd name="connsiteX29" fmla="*/ 273489 w 361674"/>
                <a:gd name="connsiteY29" fmla="*/ 20301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1674" h="361333">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2309" y="81077"/>
                    <a:pt x="281157" y="0"/>
                    <a:pt x="180835" y="0"/>
                  </a:cubicBezTo>
                  <a:close/>
                  <a:moveTo>
                    <a:pt x="273489" y="203011"/>
                  </a:moveTo>
                  <a:cubicBezTo>
                    <a:pt x="265821" y="211310"/>
                    <a:pt x="254319" y="213225"/>
                    <a:pt x="248569" y="213225"/>
                  </a:cubicBezTo>
                  <a:lnTo>
                    <a:pt x="242818" y="280895"/>
                  </a:lnTo>
                  <a:cubicBezTo>
                    <a:pt x="242818" y="284087"/>
                    <a:pt x="239623" y="286641"/>
                    <a:pt x="236428" y="286641"/>
                  </a:cubicBezTo>
                  <a:lnTo>
                    <a:pt x="221731" y="286641"/>
                  </a:lnTo>
                  <a:cubicBezTo>
                    <a:pt x="218536" y="286641"/>
                    <a:pt x="215341" y="284087"/>
                    <a:pt x="215341" y="280895"/>
                  </a:cubicBezTo>
                  <a:lnTo>
                    <a:pt x="209590" y="213225"/>
                  </a:lnTo>
                  <a:lnTo>
                    <a:pt x="205756" y="213225"/>
                  </a:lnTo>
                  <a:cubicBezTo>
                    <a:pt x="189781" y="212587"/>
                    <a:pt x="182113" y="213225"/>
                    <a:pt x="180835" y="219609"/>
                  </a:cubicBezTo>
                  <a:cubicBezTo>
                    <a:pt x="179557" y="224716"/>
                    <a:pt x="185308" y="230462"/>
                    <a:pt x="190420" y="235569"/>
                  </a:cubicBezTo>
                  <a:cubicBezTo>
                    <a:pt x="193615" y="238761"/>
                    <a:pt x="196810" y="241953"/>
                    <a:pt x="198088" y="245145"/>
                  </a:cubicBezTo>
                  <a:cubicBezTo>
                    <a:pt x="201283" y="252167"/>
                    <a:pt x="201283" y="259190"/>
                    <a:pt x="197449" y="264297"/>
                  </a:cubicBezTo>
                  <a:cubicBezTo>
                    <a:pt x="193615" y="270042"/>
                    <a:pt x="185947" y="273234"/>
                    <a:pt x="174445" y="273234"/>
                  </a:cubicBezTo>
                  <a:cubicBezTo>
                    <a:pt x="173806" y="273234"/>
                    <a:pt x="173167" y="273234"/>
                    <a:pt x="172528" y="273234"/>
                  </a:cubicBezTo>
                  <a:cubicBezTo>
                    <a:pt x="149524" y="272596"/>
                    <a:pt x="116297" y="261105"/>
                    <a:pt x="97127" y="231100"/>
                  </a:cubicBezTo>
                  <a:cubicBezTo>
                    <a:pt x="77318" y="199819"/>
                    <a:pt x="75401" y="174283"/>
                    <a:pt x="90098" y="141724"/>
                  </a:cubicBezTo>
                  <a:cubicBezTo>
                    <a:pt x="106712" y="105974"/>
                    <a:pt x="146330" y="93845"/>
                    <a:pt x="147608" y="93845"/>
                  </a:cubicBezTo>
                  <a:cubicBezTo>
                    <a:pt x="149524" y="93206"/>
                    <a:pt x="182752" y="85546"/>
                    <a:pt x="209590" y="96398"/>
                  </a:cubicBezTo>
                  <a:cubicBezTo>
                    <a:pt x="219814" y="81077"/>
                    <a:pt x="232594" y="75970"/>
                    <a:pt x="233233" y="75331"/>
                  </a:cubicBezTo>
                  <a:cubicBezTo>
                    <a:pt x="235789" y="74693"/>
                    <a:pt x="238345" y="74693"/>
                    <a:pt x="240262" y="76608"/>
                  </a:cubicBezTo>
                  <a:cubicBezTo>
                    <a:pt x="242179" y="78523"/>
                    <a:pt x="242818" y="81077"/>
                    <a:pt x="241540" y="83630"/>
                  </a:cubicBezTo>
                  <a:cubicBezTo>
                    <a:pt x="241540" y="83630"/>
                    <a:pt x="238345" y="93206"/>
                    <a:pt x="242818" y="100867"/>
                  </a:cubicBezTo>
                  <a:cubicBezTo>
                    <a:pt x="246652" y="107251"/>
                    <a:pt x="251124" y="114273"/>
                    <a:pt x="253680" y="121934"/>
                  </a:cubicBezTo>
                  <a:cubicBezTo>
                    <a:pt x="257514" y="127680"/>
                    <a:pt x="270933" y="149385"/>
                    <a:pt x="274767" y="161515"/>
                  </a:cubicBezTo>
                  <a:cubicBezTo>
                    <a:pt x="278601" y="167899"/>
                    <a:pt x="285630" y="190243"/>
                    <a:pt x="273489" y="203011"/>
                  </a:cubicBezTo>
                  <a:close/>
                </a:path>
              </a:pathLst>
            </a:custGeom>
            <a:solidFill>
              <a:srgbClr val="005587"/>
            </a:solidFill>
            <a:ln w="6390" cap="flat">
              <a:noFill/>
              <a:prstDash val="solid"/>
              <a:miter/>
            </a:ln>
          </p:spPr>
          <p:txBody>
            <a:bodyPr rtlCol="0" anchor="ctr"/>
            <a:lstStyle/>
            <a:p>
              <a:endParaRPr lang="en-US"/>
            </a:p>
          </p:txBody>
        </p:sp>
        <p:sp>
          <p:nvSpPr>
            <p:cNvPr id="1113" name="Graphic 4">
              <a:extLst>
                <a:ext uri="{FF2B5EF4-FFF2-40B4-BE49-F238E27FC236}">
                  <a16:creationId xmlns:a16="http://schemas.microsoft.com/office/drawing/2014/main" id="{22AB2A17-E276-6F45-BBF6-CC6911506EA9}"/>
                </a:ext>
              </a:extLst>
            </p:cNvPr>
            <p:cNvSpPr/>
            <p:nvPr/>
          </p:nvSpPr>
          <p:spPr>
            <a:xfrm>
              <a:off x="2143823" y="4449319"/>
              <a:ext cx="1278" cy="957"/>
            </a:xfrm>
            <a:custGeom>
              <a:avLst/>
              <a:gdLst>
                <a:gd name="connsiteX0" fmla="*/ 0 w 1278"/>
                <a:gd name="connsiteY0" fmla="*/ 479 h 957"/>
                <a:gd name="connsiteX1" fmla="*/ 1278 w 1278"/>
                <a:gd name="connsiteY1" fmla="*/ 479 h 957"/>
                <a:gd name="connsiteX2" fmla="*/ 0 w 1278"/>
                <a:gd name="connsiteY2" fmla="*/ 479 h 957"/>
                <a:gd name="connsiteX3" fmla="*/ 0 w 1278"/>
                <a:gd name="connsiteY3" fmla="*/ 479 h 957"/>
              </a:gdLst>
              <a:ahLst/>
              <a:cxnLst>
                <a:cxn ang="0">
                  <a:pos x="connsiteX0" y="connsiteY0"/>
                </a:cxn>
                <a:cxn ang="0">
                  <a:pos x="connsiteX1" y="connsiteY1"/>
                </a:cxn>
                <a:cxn ang="0">
                  <a:pos x="connsiteX2" y="connsiteY2"/>
                </a:cxn>
                <a:cxn ang="0">
                  <a:pos x="connsiteX3" y="connsiteY3"/>
                </a:cxn>
              </a:cxnLst>
              <a:rect l="l" t="t" r="r" b="b"/>
              <a:pathLst>
                <a:path w="1278" h="957">
                  <a:moveTo>
                    <a:pt x="0" y="479"/>
                  </a:moveTo>
                  <a:cubicBezTo>
                    <a:pt x="0" y="1117"/>
                    <a:pt x="1278" y="1117"/>
                    <a:pt x="1278" y="479"/>
                  </a:cubicBezTo>
                  <a:cubicBezTo>
                    <a:pt x="1278" y="-160"/>
                    <a:pt x="1278" y="-160"/>
                    <a:pt x="0" y="479"/>
                  </a:cubicBezTo>
                  <a:cubicBezTo>
                    <a:pt x="639" y="-160"/>
                    <a:pt x="0" y="-160"/>
                    <a:pt x="0" y="479"/>
                  </a:cubicBezTo>
                  <a:close/>
                </a:path>
              </a:pathLst>
            </a:custGeom>
            <a:solidFill>
              <a:srgbClr val="005587"/>
            </a:solidFill>
            <a:ln w="6390" cap="flat">
              <a:noFill/>
              <a:prstDash val="solid"/>
              <a:miter/>
            </a:ln>
          </p:spPr>
          <p:txBody>
            <a:bodyPr rtlCol="0" anchor="ctr"/>
            <a:lstStyle/>
            <a:p>
              <a:endParaRPr lang="en-US"/>
            </a:p>
          </p:txBody>
        </p:sp>
      </p:grpSp>
      <p:grpSp>
        <p:nvGrpSpPr>
          <p:cNvPr id="1114" name="Graphic 4">
            <a:extLst>
              <a:ext uri="{FF2B5EF4-FFF2-40B4-BE49-F238E27FC236}">
                <a16:creationId xmlns:a16="http://schemas.microsoft.com/office/drawing/2014/main" id="{8F9F9C0F-86E6-354A-B78B-222F6414C2C3}"/>
              </a:ext>
            </a:extLst>
          </p:cNvPr>
          <p:cNvGrpSpPr>
            <a:grpSpLocks noChangeAspect="1"/>
          </p:cNvGrpSpPr>
          <p:nvPr/>
        </p:nvGrpSpPr>
        <p:grpSpPr>
          <a:xfrm>
            <a:off x="467743" y="3339623"/>
            <a:ext cx="361670" cy="361333"/>
            <a:chOff x="467743" y="3339623"/>
            <a:chExt cx="361670" cy="361333"/>
          </a:xfrm>
          <a:solidFill>
            <a:srgbClr val="005587"/>
          </a:solidFill>
        </p:grpSpPr>
        <p:sp>
          <p:nvSpPr>
            <p:cNvPr id="1115" name="Graphic 4">
              <a:extLst>
                <a:ext uri="{FF2B5EF4-FFF2-40B4-BE49-F238E27FC236}">
                  <a16:creationId xmlns:a16="http://schemas.microsoft.com/office/drawing/2014/main" id="{9FBEA662-7CEC-084B-B5FD-DCA178A10CF9}"/>
                </a:ext>
              </a:extLst>
            </p:cNvPr>
            <p:cNvSpPr/>
            <p:nvPr/>
          </p:nvSpPr>
          <p:spPr>
            <a:xfrm>
              <a:off x="467743"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05587"/>
            </a:solidFill>
            <a:ln w="6390" cap="flat">
              <a:noFill/>
              <a:prstDash val="solid"/>
              <a:miter/>
            </a:ln>
          </p:spPr>
          <p:txBody>
            <a:bodyPr rtlCol="0" anchor="ctr"/>
            <a:lstStyle/>
            <a:p>
              <a:endParaRPr lang="en-US"/>
            </a:p>
          </p:txBody>
        </p:sp>
        <p:sp>
          <p:nvSpPr>
            <p:cNvPr id="1116" name="Graphic 4">
              <a:extLst>
                <a:ext uri="{FF2B5EF4-FFF2-40B4-BE49-F238E27FC236}">
                  <a16:creationId xmlns:a16="http://schemas.microsoft.com/office/drawing/2014/main" id="{C066401E-E455-254C-AA23-56ABE9CB5BD9}"/>
                </a:ext>
              </a:extLst>
            </p:cNvPr>
            <p:cNvSpPr/>
            <p:nvPr/>
          </p:nvSpPr>
          <p:spPr>
            <a:xfrm>
              <a:off x="554007" y="3426388"/>
              <a:ext cx="190477" cy="190300"/>
            </a:xfrm>
            <a:custGeom>
              <a:avLst/>
              <a:gdLst>
                <a:gd name="connsiteX0" fmla="*/ 163582 w 190477"/>
                <a:gd name="connsiteY0" fmla="*/ 60067 h 190300"/>
                <a:gd name="connsiteX1" fmla="*/ 177001 w 190477"/>
                <a:gd name="connsiteY1" fmla="*/ 20486 h 190300"/>
                <a:gd name="connsiteX2" fmla="*/ 175723 w 190477"/>
                <a:gd name="connsiteY2" fmla="*/ 14102 h 190300"/>
                <a:gd name="connsiteX3" fmla="*/ 169333 w 190477"/>
                <a:gd name="connsiteY3" fmla="*/ 12825 h 190300"/>
                <a:gd name="connsiteX4" fmla="*/ 129716 w 190477"/>
                <a:gd name="connsiteY4" fmla="*/ 26232 h 190300"/>
                <a:gd name="connsiteX5" fmla="*/ 95849 w 190477"/>
                <a:gd name="connsiteY5" fmla="*/ 1334 h 190300"/>
                <a:gd name="connsiteX6" fmla="*/ 88820 w 190477"/>
                <a:gd name="connsiteY6" fmla="*/ 696 h 190300"/>
                <a:gd name="connsiteX7" fmla="*/ 85625 w 190477"/>
                <a:gd name="connsiteY7" fmla="*/ 6441 h 190300"/>
                <a:gd name="connsiteX8" fmla="*/ 86264 w 190477"/>
                <a:gd name="connsiteY8" fmla="*/ 48576 h 190300"/>
                <a:gd name="connsiteX9" fmla="*/ 51759 w 190477"/>
                <a:gd name="connsiteY9" fmla="*/ 72835 h 190300"/>
                <a:gd name="connsiteX10" fmla="*/ 49203 w 190477"/>
                <a:gd name="connsiteY10" fmla="*/ 79219 h 190300"/>
                <a:gd name="connsiteX11" fmla="*/ 53675 w 190477"/>
                <a:gd name="connsiteY11" fmla="*/ 84326 h 190300"/>
                <a:gd name="connsiteX12" fmla="*/ 86903 w 190477"/>
                <a:gd name="connsiteY12" fmla="*/ 94541 h 190300"/>
                <a:gd name="connsiteX13" fmla="*/ 1917 w 190477"/>
                <a:gd name="connsiteY13" fmla="*/ 179448 h 190300"/>
                <a:gd name="connsiteX14" fmla="*/ 1917 w 190477"/>
                <a:gd name="connsiteY14" fmla="*/ 188385 h 190300"/>
                <a:gd name="connsiteX15" fmla="*/ 6390 w 190477"/>
                <a:gd name="connsiteY15" fmla="*/ 190300 h 190300"/>
                <a:gd name="connsiteX16" fmla="*/ 10863 w 190477"/>
                <a:gd name="connsiteY16" fmla="*/ 188385 h 190300"/>
                <a:gd name="connsiteX17" fmla="*/ 95849 w 190477"/>
                <a:gd name="connsiteY17" fmla="*/ 103478 h 190300"/>
                <a:gd name="connsiteX18" fmla="*/ 106073 w 190477"/>
                <a:gd name="connsiteY18" fmla="*/ 136675 h 190300"/>
                <a:gd name="connsiteX19" fmla="*/ 111185 w 190477"/>
                <a:gd name="connsiteY19" fmla="*/ 141144 h 190300"/>
                <a:gd name="connsiteX20" fmla="*/ 112463 w 190477"/>
                <a:gd name="connsiteY20" fmla="*/ 141144 h 190300"/>
                <a:gd name="connsiteX21" fmla="*/ 117575 w 190477"/>
                <a:gd name="connsiteY21" fmla="*/ 138590 h 190300"/>
                <a:gd name="connsiteX22" fmla="*/ 141857 w 190477"/>
                <a:gd name="connsiteY22" fmla="*/ 104117 h 190300"/>
                <a:gd name="connsiteX23" fmla="*/ 184030 w 190477"/>
                <a:gd name="connsiteY23" fmla="*/ 104755 h 190300"/>
                <a:gd name="connsiteX24" fmla="*/ 189781 w 190477"/>
                <a:gd name="connsiteY24" fmla="*/ 101563 h 190300"/>
                <a:gd name="connsiteX25" fmla="*/ 189142 w 190477"/>
                <a:gd name="connsiteY25" fmla="*/ 94541 h 190300"/>
                <a:gd name="connsiteX26" fmla="*/ 163582 w 190477"/>
                <a:gd name="connsiteY26" fmla="*/ 60067 h 190300"/>
                <a:gd name="connsiteX27" fmla="*/ 138023 w 190477"/>
                <a:gd name="connsiteY27" fmla="*/ 90710 h 190300"/>
                <a:gd name="connsiteX28" fmla="*/ 132911 w 190477"/>
                <a:gd name="connsiteY28" fmla="*/ 93264 h 190300"/>
                <a:gd name="connsiteX29" fmla="*/ 114380 w 190477"/>
                <a:gd name="connsiteY29" fmla="*/ 120077 h 190300"/>
                <a:gd name="connsiteX30" fmla="*/ 104156 w 190477"/>
                <a:gd name="connsiteY30" fmla="*/ 88795 h 190300"/>
                <a:gd name="connsiteX31" fmla="*/ 104156 w 190477"/>
                <a:gd name="connsiteY31" fmla="*/ 88795 h 190300"/>
                <a:gd name="connsiteX32" fmla="*/ 102878 w 190477"/>
                <a:gd name="connsiteY32" fmla="*/ 86241 h 190300"/>
                <a:gd name="connsiteX33" fmla="*/ 102878 w 190477"/>
                <a:gd name="connsiteY33" fmla="*/ 86241 h 190300"/>
                <a:gd name="connsiteX34" fmla="*/ 100322 w 190477"/>
                <a:gd name="connsiteY34" fmla="*/ 84965 h 190300"/>
                <a:gd name="connsiteX35" fmla="*/ 100322 w 190477"/>
                <a:gd name="connsiteY35" fmla="*/ 84965 h 190300"/>
                <a:gd name="connsiteX36" fmla="*/ 69011 w 190477"/>
                <a:gd name="connsiteY36" fmla="*/ 75389 h 190300"/>
                <a:gd name="connsiteX37" fmla="*/ 95849 w 190477"/>
                <a:gd name="connsiteY37" fmla="*/ 56875 h 190300"/>
                <a:gd name="connsiteX38" fmla="*/ 98405 w 190477"/>
                <a:gd name="connsiteY38" fmla="*/ 51768 h 190300"/>
                <a:gd name="connsiteX39" fmla="*/ 97766 w 190477"/>
                <a:gd name="connsiteY39" fmla="*/ 18571 h 190300"/>
                <a:gd name="connsiteX40" fmla="*/ 123965 w 190477"/>
                <a:gd name="connsiteY40" fmla="*/ 37723 h 190300"/>
                <a:gd name="connsiteX41" fmla="*/ 129716 w 190477"/>
                <a:gd name="connsiteY41" fmla="*/ 38361 h 190300"/>
                <a:gd name="connsiteX42" fmla="*/ 160387 w 190477"/>
                <a:gd name="connsiteY42" fmla="*/ 28147 h 190300"/>
                <a:gd name="connsiteX43" fmla="*/ 150164 w 190477"/>
                <a:gd name="connsiteY43" fmla="*/ 58790 h 190300"/>
                <a:gd name="connsiteX44" fmla="*/ 150803 w 190477"/>
                <a:gd name="connsiteY44" fmla="*/ 64536 h 190300"/>
                <a:gd name="connsiteX45" fmla="*/ 169972 w 190477"/>
                <a:gd name="connsiteY45" fmla="*/ 90710 h 190300"/>
                <a:gd name="connsiteX46" fmla="*/ 138023 w 190477"/>
                <a:gd name="connsiteY46" fmla="*/ 90710 h 19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90477" h="190300">
                  <a:moveTo>
                    <a:pt x="163582" y="60067"/>
                  </a:moveTo>
                  <a:lnTo>
                    <a:pt x="177001" y="20486"/>
                  </a:lnTo>
                  <a:cubicBezTo>
                    <a:pt x="177640" y="17933"/>
                    <a:pt x="177001" y="15379"/>
                    <a:pt x="175723" y="14102"/>
                  </a:cubicBezTo>
                  <a:cubicBezTo>
                    <a:pt x="173806" y="12187"/>
                    <a:pt x="171250" y="11549"/>
                    <a:pt x="169333" y="12825"/>
                  </a:cubicBezTo>
                  <a:lnTo>
                    <a:pt x="129716" y="26232"/>
                  </a:lnTo>
                  <a:lnTo>
                    <a:pt x="95849" y="1334"/>
                  </a:lnTo>
                  <a:cubicBezTo>
                    <a:pt x="93932" y="57"/>
                    <a:pt x="91376" y="-581"/>
                    <a:pt x="88820" y="696"/>
                  </a:cubicBezTo>
                  <a:cubicBezTo>
                    <a:pt x="86903" y="1973"/>
                    <a:pt x="84986" y="3888"/>
                    <a:pt x="85625" y="6441"/>
                  </a:cubicBezTo>
                  <a:lnTo>
                    <a:pt x="86264" y="48576"/>
                  </a:lnTo>
                  <a:lnTo>
                    <a:pt x="51759" y="72835"/>
                  </a:lnTo>
                  <a:cubicBezTo>
                    <a:pt x="49842" y="74112"/>
                    <a:pt x="48564" y="76665"/>
                    <a:pt x="49203" y="79219"/>
                  </a:cubicBezTo>
                  <a:cubicBezTo>
                    <a:pt x="49842" y="81773"/>
                    <a:pt x="51119" y="83688"/>
                    <a:pt x="53675" y="84326"/>
                  </a:cubicBezTo>
                  <a:lnTo>
                    <a:pt x="86903" y="94541"/>
                  </a:lnTo>
                  <a:lnTo>
                    <a:pt x="1917" y="179448"/>
                  </a:lnTo>
                  <a:cubicBezTo>
                    <a:pt x="-639" y="182001"/>
                    <a:pt x="-639" y="185832"/>
                    <a:pt x="1917" y="188385"/>
                  </a:cubicBezTo>
                  <a:cubicBezTo>
                    <a:pt x="3195" y="189662"/>
                    <a:pt x="5112" y="190300"/>
                    <a:pt x="6390" y="190300"/>
                  </a:cubicBezTo>
                  <a:cubicBezTo>
                    <a:pt x="7668" y="190300"/>
                    <a:pt x="9585" y="189662"/>
                    <a:pt x="10863" y="188385"/>
                  </a:cubicBezTo>
                  <a:lnTo>
                    <a:pt x="95849" y="103478"/>
                  </a:lnTo>
                  <a:lnTo>
                    <a:pt x="106073" y="136675"/>
                  </a:lnTo>
                  <a:cubicBezTo>
                    <a:pt x="106712" y="139229"/>
                    <a:pt x="108629" y="140505"/>
                    <a:pt x="111185" y="141144"/>
                  </a:cubicBezTo>
                  <a:cubicBezTo>
                    <a:pt x="111824" y="141144"/>
                    <a:pt x="111824" y="141144"/>
                    <a:pt x="112463" y="141144"/>
                  </a:cubicBezTo>
                  <a:cubicBezTo>
                    <a:pt x="114380" y="141144"/>
                    <a:pt x="116297" y="139867"/>
                    <a:pt x="117575" y="138590"/>
                  </a:cubicBezTo>
                  <a:lnTo>
                    <a:pt x="141857" y="104117"/>
                  </a:lnTo>
                  <a:lnTo>
                    <a:pt x="184030" y="104755"/>
                  </a:lnTo>
                  <a:cubicBezTo>
                    <a:pt x="186586" y="104755"/>
                    <a:pt x="188503" y="103478"/>
                    <a:pt x="189781" y="101563"/>
                  </a:cubicBezTo>
                  <a:cubicBezTo>
                    <a:pt x="191059" y="99648"/>
                    <a:pt x="190420" y="97094"/>
                    <a:pt x="189142" y="94541"/>
                  </a:cubicBezTo>
                  <a:lnTo>
                    <a:pt x="163582" y="60067"/>
                  </a:lnTo>
                  <a:close/>
                  <a:moveTo>
                    <a:pt x="138023" y="90710"/>
                  </a:moveTo>
                  <a:cubicBezTo>
                    <a:pt x="135467" y="90710"/>
                    <a:pt x="134189" y="91987"/>
                    <a:pt x="132911" y="93264"/>
                  </a:cubicBezTo>
                  <a:lnTo>
                    <a:pt x="114380" y="120077"/>
                  </a:lnTo>
                  <a:lnTo>
                    <a:pt x="104156" y="88795"/>
                  </a:lnTo>
                  <a:cubicBezTo>
                    <a:pt x="104156" y="88795"/>
                    <a:pt x="104156" y="88795"/>
                    <a:pt x="104156" y="88795"/>
                  </a:cubicBezTo>
                  <a:cubicBezTo>
                    <a:pt x="104156" y="88157"/>
                    <a:pt x="103517" y="86880"/>
                    <a:pt x="102878" y="86241"/>
                  </a:cubicBezTo>
                  <a:cubicBezTo>
                    <a:pt x="102878" y="86241"/>
                    <a:pt x="102878" y="86241"/>
                    <a:pt x="102878" y="86241"/>
                  </a:cubicBezTo>
                  <a:cubicBezTo>
                    <a:pt x="102239" y="85603"/>
                    <a:pt x="101600" y="84965"/>
                    <a:pt x="100322" y="84965"/>
                  </a:cubicBezTo>
                  <a:cubicBezTo>
                    <a:pt x="100322" y="84965"/>
                    <a:pt x="100322" y="84965"/>
                    <a:pt x="100322" y="84965"/>
                  </a:cubicBezTo>
                  <a:lnTo>
                    <a:pt x="69011" y="75389"/>
                  </a:lnTo>
                  <a:lnTo>
                    <a:pt x="95849" y="56875"/>
                  </a:lnTo>
                  <a:cubicBezTo>
                    <a:pt x="97766" y="55598"/>
                    <a:pt x="98405" y="53683"/>
                    <a:pt x="98405" y="51768"/>
                  </a:cubicBezTo>
                  <a:lnTo>
                    <a:pt x="97766" y="18571"/>
                  </a:lnTo>
                  <a:lnTo>
                    <a:pt x="123965" y="37723"/>
                  </a:lnTo>
                  <a:cubicBezTo>
                    <a:pt x="125882" y="39000"/>
                    <a:pt x="127799" y="39000"/>
                    <a:pt x="129716" y="38361"/>
                  </a:cubicBezTo>
                  <a:lnTo>
                    <a:pt x="160387" y="28147"/>
                  </a:lnTo>
                  <a:lnTo>
                    <a:pt x="150164" y="58790"/>
                  </a:lnTo>
                  <a:cubicBezTo>
                    <a:pt x="149525" y="60705"/>
                    <a:pt x="149525" y="63259"/>
                    <a:pt x="150803" y="64536"/>
                  </a:cubicBezTo>
                  <a:lnTo>
                    <a:pt x="169972" y="90710"/>
                  </a:lnTo>
                  <a:lnTo>
                    <a:pt x="138023" y="90710"/>
                  </a:lnTo>
                  <a:close/>
                </a:path>
              </a:pathLst>
            </a:custGeom>
            <a:solidFill>
              <a:srgbClr val="005587"/>
            </a:solidFill>
            <a:ln w="6390" cap="flat">
              <a:noFill/>
              <a:prstDash val="solid"/>
              <a:miter/>
            </a:ln>
          </p:spPr>
          <p:txBody>
            <a:bodyPr rtlCol="0" anchor="ctr"/>
            <a:lstStyle/>
            <a:p>
              <a:endParaRPr lang="en-US"/>
            </a:p>
          </p:txBody>
        </p:sp>
      </p:grpSp>
      <p:grpSp>
        <p:nvGrpSpPr>
          <p:cNvPr id="1117" name="Graphic 4">
            <a:extLst>
              <a:ext uri="{FF2B5EF4-FFF2-40B4-BE49-F238E27FC236}">
                <a16:creationId xmlns:a16="http://schemas.microsoft.com/office/drawing/2014/main" id="{F63090E7-842B-CA44-9ACB-BDBF22F6CB2F}"/>
              </a:ext>
            </a:extLst>
          </p:cNvPr>
          <p:cNvGrpSpPr>
            <a:grpSpLocks noChangeAspect="1"/>
          </p:cNvGrpSpPr>
          <p:nvPr/>
        </p:nvGrpSpPr>
        <p:grpSpPr>
          <a:xfrm>
            <a:off x="905454" y="3339623"/>
            <a:ext cx="361670" cy="361333"/>
            <a:chOff x="905454" y="3339623"/>
            <a:chExt cx="361670" cy="361333"/>
          </a:xfrm>
          <a:solidFill>
            <a:srgbClr val="005587"/>
          </a:solidFill>
        </p:grpSpPr>
        <p:sp>
          <p:nvSpPr>
            <p:cNvPr id="1118" name="Graphic 4">
              <a:extLst>
                <a:ext uri="{FF2B5EF4-FFF2-40B4-BE49-F238E27FC236}">
                  <a16:creationId xmlns:a16="http://schemas.microsoft.com/office/drawing/2014/main" id="{7B0D7C12-9AF3-1640-81FB-055A9DB9B3CF}"/>
                </a:ext>
              </a:extLst>
            </p:cNvPr>
            <p:cNvSpPr/>
            <p:nvPr/>
          </p:nvSpPr>
          <p:spPr>
            <a:xfrm>
              <a:off x="1060729" y="3444959"/>
              <a:ext cx="100961" cy="100866"/>
            </a:xfrm>
            <a:custGeom>
              <a:avLst/>
              <a:gdLst>
                <a:gd name="connsiteX0" fmla="*/ 81152 w 100961"/>
                <a:gd name="connsiteY0" fmla="*/ 40219 h 100866"/>
                <a:gd name="connsiteX1" fmla="*/ 91376 w 100961"/>
                <a:gd name="connsiteY1" fmla="*/ 9576 h 100866"/>
                <a:gd name="connsiteX2" fmla="*/ 60704 w 100961"/>
                <a:gd name="connsiteY2" fmla="*/ 19790 h 100866"/>
                <a:gd name="connsiteX3" fmla="*/ 54954 w 100961"/>
                <a:gd name="connsiteY3" fmla="*/ 19152 h 100866"/>
                <a:gd name="connsiteX4" fmla="*/ 28755 w 100961"/>
                <a:gd name="connsiteY4" fmla="*/ 0 h 100866"/>
                <a:gd name="connsiteX5" fmla="*/ 29394 w 100961"/>
                <a:gd name="connsiteY5" fmla="*/ 32558 h 100866"/>
                <a:gd name="connsiteX6" fmla="*/ 26838 w 100961"/>
                <a:gd name="connsiteY6" fmla="*/ 37666 h 100866"/>
                <a:gd name="connsiteX7" fmla="*/ 0 w 100961"/>
                <a:gd name="connsiteY7" fmla="*/ 56179 h 100866"/>
                <a:gd name="connsiteX8" fmla="*/ 31311 w 100961"/>
                <a:gd name="connsiteY8" fmla="*/ 65755 h 100866"/>
                <a:gd name="connsiteX9" fmla="*/ 31311 w 100961"/>
                <a:gd name="connsiteY9" fmla="*/ 65755 h 100866"/>
                <a:gd name="connsiteX10" fmla="*/ 33867 w 100961"/>
                <a:gd name="connsiteY10" fmla="*/ 67032 h 100866"/>
                <a:gd name="connsiteX11" fmla="*/ 33867 w 100961"/>
                <a:gd name="connsiteY11" fmla="*/ 67032 h 100866"/>
                <a:gd name="connsiteX12" fmla="*/ 35145 w 100961"/>
                <a:gd name="connsiteY12" fmla="*/ 69586 h 100866"/>
                <a:gd name="connsiteX13" fmla="*/ 35145 w 100961"/>
                <a:gd name="connsiteY13" fmla="*/ 69586 h 100866"/>
                <a:gd name="connsiteX14" fmla="*/ 44730 w 100961"/>
                <a:gd name="connsiteY14" fmla="*/ 100867 h 100866"/>
                <a:gd name="connsiteX15" fmla="*/ 63260 w 100961"/>
                <a:gd name="connsiteY15" fmla="*/ 74054 h 100866"/>
                <a:gd name="connsiteX16" fmla="*/ 68372 w 100961"/>
                <a:gd name="connsiteY16" fmla="*/ 71501 h 100866"/>
                <a:gd name="connsiteX17" fmla="*/ 100961 w 100961"/>
                <a:gd name="connsiteY17" fmla="*/ 72139 h 100866"/>
                <a:gd name="connsiteX18" fmla="*/ 81791 w 100961"/>
                <a:gd name="connsiteY18" fmla="*/ 45965 h 100866"/>
                <a:gd name="connsiteX19" fmla="*/ 81152 w 100961"/>
                <a:gd name="connsiteY19" fmla="*/ 40219 h 10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0961" h="100866">
                  <a:moveTo>
                    <a:pt x="81152" y="40219"/>
                  </a:moveTo>
                  <a:lnTo>
                    <a:pt x="91376" y="9576"/>
                  </a:lnTo>
                  <a:lnTo>
                    <a:pt x="60704" y="19790"/>
                  </a:lnTo>
                  <a:cubicBezTo>
                    <a:pt x="58787" y="20429"/>
                    <a:pt x="56231" y="20429"/>
                    <a:pt x="54954" y="19152"/>
                  </a:cubicBezTo>
                  <a:lnTo>
                    <a:pt x="28755" y="0"/>
                  </a:lnTo>
                  <a:lnTo>
                    <a:pt x="29394" y="32558"/>
                  </a:lnTo>
                  <a:cubicBezTo>
                    <a:pt x="29394" y="34474"/>
                    <a:pt x="28116" y="36389"/>
                    <a:pt x="26838" y="37666"/>
                  </a:cubicBezTo>
                  <a:lnTo>
                    <a:pt x="0" y="56179"/>
                  </a:lnTo>
                  <a:lnTo>
                    <a:pt x="31311" y="65755"/>
                  </a:lnTo>
                  <a:cubicBezTo>
                    <a:pt x="31311" y="65755"/>
                    <a:pt x="31311" y="65755"/>
                    <a:pt x="31311" y="65755"/>
                  </a:cubicBezTo>
                  <a:cubicBezTo>
                    <a:pt x="31950" y="65755"/>
                    <a:pt x="33228" y="66394"/>
                    <a:pt x="33867" y="67032"/>
                  </a:cubicBezTo>
                  <a:cubicBezTo>
                    <a:pt x="33867" y="67032"/>
                    <a:pt x="33867" y="67032"/>
                    <a:pt x="33867" y="67032"/>
                  </a:cubicBezTo>
                  <a:cubicBezTo>
                    <a:pt x="34506" y="67670"/>
                    <a:pt x="35145" y="68309"/>
                    <a:pt x="35145" y="69586"/>
                  </a:cubicBezTo>
                  <a:cubicBezTo>
                    <a:pt x="35145" y="69586"/>
                    <a:pt x="35145" y="69586"/>
                    <a:pt x="35145" y="69586"/>
                  </a:cubicBezTo>
                  <a:lnTo>
                    <a:pt x="44730" y="100867"/>
                  </a:lnTo>
                  <a:lnTo>
                    <a:pt x="63260" y="74054"/>
                  </a:lnTo>
                  <a:cubicBezTo>
                    <a:pt x="64538" y="72139"/>
                    <a:pt x="66455" y="71501"/>
                    <a:pt x="68372" y="71501"/>
                  </a:cubicBezTo>
                  <a:lnTo>
                    <a:pt x="100961" y="72139"/>
                  </a:lnTo>
                  <a:lnTo>
                    <a:pt x="81791" y="45965"/>
                  </a:lnTo>
                  <a:cubicBezTo>
                    <a:pt x="81152" y="44688"/>
                    <a:pt x="80513" y="42773"/>
                    <a:pt x="81152" y="40219"/>
                  </a:cubicBezTo>
                  <a:close/>
                </a:path>
              </a:pathLst>
            </a:custGeom>
            <a:solidFill>
              <a:srgbClr val="005587"/>
            </a:solidFill>
            <a:ln w="6390" cap="flat">
              <a:noFill/>
              <a:prstDash val="solid"/>
              <a:miter/>
            </a:ln>
          </p:spPr>
          <p:txBody>
            <a:bodyPr rtlCol="0" anchor="ctr"/>
            <a:lstStyle/>
            <a:p>
              <a:endParaRPr lang="en-US"/>
            </a:p>
          </p:txBody>
        </p:sp>
        <p:sp>
          <p:nvSpPr>
            <p:cNvPr id="1119" name="Graphic 4">
              <a:extLst>
                <a:ext uri="{FF2B5EF4-FFF2-40B4-BE49-F238E27FC236}">
                  <a16:creationId xmlns:a16="http://schemas.microsoft.com/office/drawing/2014/main" id="{CAF73242-F377-DC4C-88AF-CEF8F9363B23}"/>
                </a:ext>
              </a:extLst>
            </p:cNvPr>
            <p:cNvSpPr/>
            <p:nvPr/>
          </p:nvSpPr>
          <p:spPr>
            <a:xfrm>
              <a:off x="905454"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75406 w 361670"/>
                <a:gd name="connsiteY5" fmla="*/ 187051 h 361333"/>
                <a:gd name="connsiteX6" fmla="*/ 269655 w 361670"/>
                <a:gd name="connsiteY6" fmla="*/ 190243 h 361333"/>
                <a:gd name="connsiteX7" fmla="*/ 227482 w 361670"/>
                <a:gd name="connsiteY7" fmla="*/ 189604 h 361333"/>
                <a:gd name="connsiteX8" fmla="*/ 203200 w 361670"/>
                <a:gd name="connsiteY8" fmla="*/ 224078 h 361333"/>
                <a:gd name="connsiteX9" fmla="*/ 198088 w 361670"/>
                <a:gd name="connsiteY9" fmla="*/ 226631 h 361333"/>
                <a:gd name="connsiteX10" fmla="*/ 196810 w 361670"/>
                <a:gd name="connsiteY10" fmla="*/ 226631 h 361333"/>
                <a:gd name="connsiteX11" fmla="*/ 191698 w 361670"/>
                <a:gd name="connsiteY11" fmla="*/ 222163 h 361333"/>
                <a:gd name="connsiteX12" fmla="*/ 181474 w 361670"/>
                <a:gd name="connsiteY12" fmla="*/ 188966 h 361333"/>
                <a:gd name="connsiteX13" fmla="*/ 96488 w 361670"/>
                <a:gd name="connsiteY13" fmla="*/ 273873 h 361333"/>
                <a:gd name="connsiteX14" fmla="*/ 92015 w 361670"/>
                <a:gd name="connsiteY14" fmla="*/ 275788 h 361333"/>
                <a:gd name="connsiteX15" fmla="*/ 87542 w 361670"/>
                <a:gd name="connsiteY15" fmla="*/ 273873 h 361333"/>
                <a:gd name="connsiteX16" fmla="*/ 87542 w 361670"/>
                <a:gd name="connsiteY16" fmla="*/ 264935 h 361333"/>
                <a:gd name="connsiteX17" fmla="*/ 172528 w 361670"/>
                <a:gd name="connsiteY17" fmla="*/ 180028 h 361333"/>
                <a:gd name="connsiteX18" fmla="*/ 139301 w 361670"/>
                <a:gd name="connsiteY18" fmla="*/ 169814 h 361333"/>
                <a:gd name="connsiteX19" fmla="*/ 134828 w 361670"/>
                <a:gd name="connsiteY19" fmla="*/ 164707 h 361333"/>
                <a:gd name="connsiteX20" fmla="*/ 137384 w 361670"/>
                <a:gd name="connsiteY20" fmla="*/ 158323 h 361333"/>
                <a:gd name="connsiteX21" fmla="*/ 171889 w 361670"/>
                <a:gd name="connsiteY21" fmla="*/ 134064 h 361333"/>
                <a:gd name="connsiteX22" fmla="*/ 171250 w 361670"/>
                <a:gd name="connsiteY22" fmla="*/ 91930 h 361333"/>
                <a:gd name="connsiteX23" fmla="*/ 174445 w 361670"/>
                <a:gd name="connsiteY23" fmla="*/ 86184 h 361333"/>
                <a:gd name="connsiteX24" fmla="*/ 181474 w 361670"/>
                <a:gd name="connsiteY24" fmla="*/ 86822 h 361333"/>
                <a:gd name="connsiteX25" fmla="*/ 215341 w 361670"/>
                <a:gd name="connsiteY25" fmla="*/ 111720 h 361333"/>
                <a:gd name="connsiteX26" fmla="*/ 254959 w 361670"/>
                <a:gd name="connsiteY26" fmla="*/ 98313 h 361333"/>
                <a:gd name="connsiteX27" fmla="*/ 261348 w 361670"/>
                <a:gd name="connsiteY27" fmla="*/ 99590 h 361333"/>
                <a:gd name="connsiteX28" fmla="*/ 262626 w 361670"/>
                <a:gd name="connsiteY28" fmla="*/ 105974 h 361333"/>
                <a:gd name="connsiteX29" fmla="*/ 249208 w 361670"/>
                <a:gd name="connsiteY29" fmla="*/ 145555 h 361333"/>
                <a:gd name="connsiteX30" fmla="*/ 274128 w 361670"/>
                <a:gd name="connsiteY30" fmla="*/ 179390 h 361333"/>
                <a:gd name="connsiteX31" fmla="*/ 275406 w 361670"/>
                <a:gd name="connsiteY31" fmla="*/ 18705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275406" y="187051"/>
                  </a:moveTo>
                  <a:cubicBezTo>
                    <a:pt x="274128" y="188966"/>
                    <a:pt x="272211" y="190881"/>
                    <a:pt x="269655" y="190243"/>
                  </a:cubicBezTo>
                  <a:lnTo>
                    <a:pt x="227482" y="189604"/>
                  </a:lnTo>
                  <a:lnTo>
                    <a:pt x="203200" y="224078"/>
                  </a:lnTo>
                  <a:cubicBezTo>
                    <a:pt x="201922" y="225993"/>
                    <a:pt x="200005" y="226631"/>
                    <a:pt x="198088" y="226631"/>
                  </a:cubicBezTo>
                  <a:cubicBezTo>
                    <a:pt x="197449" y="226631"/>
                    <a:pt x="197449" y="226631"/>
                    <a:pt x="196810" y="226631"/>
                  </a:cubicBezTo>
                  <a:cubicBezTo>
                    <a:pt x="194254" y="225993"/>
                    <a:pt x="192337" y="224716"/>
                    <a:pt x="191698" y="222163"/>
                  </a:cubicBezTo>
                  <a:lnTo>
                    <a:pt x="181474" y="188966"/>
                  </a:lnTo>
                  <a:lnTo>
                    <a:pt x="96488" y="273873"/>
                  </a:lnTo>
                  <a:cubicBezTo>
                    <a:pt x="95210" y="275149"/>
                    <a:pt x="93293" y="275788"/>
                    <a:pt x="92015" y="275788"/>
                  </a:cubicBezTo>
                  <a:cubicBezTo>
                    <a:pt x="90737" y="275788"/>
                    <a:pt x="88820" y="275149"/>
                    <a:pt x="87542" y="273873"/>
                  </a:cubicBezTo>
                  <a:cubicBezTo>
                    <a:pt x="84986" y="271319"/>
                    <a:pt x="84986" y="267489"/>
                    <a:pt x="87542" y="264935"/>
                  </a:cubicBezTo>
                  <a:lnTo>
                    <a:pt x="172528" y="180028"/>
                  </a:lnTo>
                  <a:lnTo>
                    <a:pt x="139301" y="169814"/>
                  </a:lnTo>
                  <a:cubicBezTo>
                    <a:pt x="136745" y="169176"/>
                    <a:pt x="135467" y="167260"/>
                    <a:pt x="134828" y="164707"/>
                  </a:cubicBezTo>
                  <a:cubicBezTo>
                    <a:pt x="134189" y="162153"/>
                    <a:pt x="135467" y="159600"/>
                    <a:pt x="137384" y="158323"/>
                  </a:cubicBezTo>
                  <a:lnTo>
                    <a:pt x="171889" y="134064"/>
                  </a:lnTo>
                  <a:lnTo>
                    <a:pt x="171250" y="91930"/>
                  </a:lnTo>
                  <a:cubicBezTo>
                    <a:pt x="171250" y="89376"/>
                    <a:pt x="172528" y="87461"/>
                    <a:pt x="174445" y="86184"/>
                  </a:cubicBezTo>
                  <a:cubicBezTo>
                    <a:pt x="176362" y="84907"/>
                    <a:pt x="178918" y="85546"/>
                    <a:pt x="181474" y="86822"/>
                  </a:cubicBezTo>
                  <a:lnTo>
                    <a:pt x="215341" y="111720"/>
                  </a:lnTo>
                  <a:lnTo>
                    <a:pt x="254959" y="98313"/>
                  </a:lnTo>
                  <a:cubicBezTo>
                    <a:pt x="257514" y="97675"/>
                    <a:pt x="260070" y="98313"/>
                    <a:pt x="261348" y="99590"/>
                  </a:cubicBezTo>
                  <a:cubicBezTo>
                    <a:pt x="263265" y="101505"/>
                    <a:pt x="263904" y="104059"/>
                    <a:pt x="262626" y="105974"/>
                  </a:cubicBezTo>
                  <a:lnTo>
                    <a:pt x="249208" y="145555"/>
                  </a:lnTo>
                  <a:lnTo>
                    <a:pt x="274128" y="179390"/>
                  </a:lnTo>
                  <a:cubicBezTo>
                    <a:pt x="276684" y="182582"/>
                    <a:pt x="276684" y="185135"/>
                    <a:pt x="275406" y="187051"/>
                  </a:cubicBezTo>
                  <a:close/>
                </a:path>
              </a:pathLst>
            </a:custGeom>
            <a:solidFill>
              <a:srgbClr val="005587"/>
            </a:solidFill>
            <a:ln w="6390" cap="flat">
              <a:noFill/>
              <a:prstDash val="solid"/>
              <a:miter/>
            </a:ln>
          </p:spPr>
          <p:txBody>
            <a:bodyPr rtlCol="0" anchor="ctr"/>
            <a:lstStyle/>
            <a:p>
              <a:endParaRPr lang="en-US"/>
            </a:p>
          </p:txBody>
        </p:sp>
      </p:grpSp>
      <p:grpSp>
        <p:nvGrpSpPr>
          <p:cNvPr id="1120" name="Graphic 4">
            <a:extLst>
              <a:ext uri="{FF2B5EF4-FFF2-40B4-BE49-F238E27FC236}">
                <a16:creationId xmlns:a16="http://schemas.microsoft.com/office/drawing/2014/main" id="{FE757689-910D-DC4D-9C78-BF232B856062}"/>
              </a:ext>
            </a:extLst>
          </p:cNvPr>
          <p:cNvGrpSpPr>
            <a:grpSpLocks noChangeAspect="1"/>
          </p:cNvGrpSpPr>
          <p:nvPr/>
        </p:nvGrpSpPr>
        <p:grpSpPr>
          <a:xfrm>
            <a:off x="467743" y="918179"/>
            <a:ext cx="361670" cy="361333"/>
            <a:chOff x="467743" y="918179"/>
            <a:chExt cx="361670" cy="361333"/>
          </a:xfrm>
          <a:solidFill>
            <a:srgbClr val="005587"/>
          </a:solidFill>
        </p:grpSpPr>
        <p:sp>
          <p:nvSpPr>
            <p:cNvPr id="1121" name="Graphic 4">
              <a:extLst>
                <a:ext uri="{FF2B5EF4-FFF2-40B4-BE49-F238E27FC236}">
                  <a16:creationId xmlns:a16="http://schemas.microsoft.com/office/drawing/2014/main" id="{2732FDA0-6667-CF40-9B5B-CC0F137388D0}"/>
                </a:ext>
              </a:extLst>
            </p:cNvPr>
            <p:cNvSpPr/>
            <p:nvPr/>
          </p:nvSpPr>
          <p:spPr>
            <a:xfrm>
              <a:off x="467743"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5587"/>
            </a:solidFill>
            <a:ln w="6390" cap="flat">
              <a:noFill/>
              <a:prstDash val="solid"/>
              <a:miter/>
            </a:ln>
          </p:spPr>
          <p:txBody>
            <a:bodyPr rtlCol="0" anchor="ctr"/>
            <a:lstStyle/>
            <a:p>
              <a:endParaRPr lang="en-US"/>
            </a:p>
          </p:txBody>
        </p:sp>
        <p:sp>
          <p:nvSpPr>
            <p:cNvPr id="1122" name="Graphic 4">
              <a:extLst>
                <a:ext uri="{FF2B5EF4-FFF2-40B4-BE49-F238E27FC236}">
                  <a16:creationId xmlns:a16="http://schemas.microsoft.com/office/drawing/2014/main" id="{A8AB291A-C505-2049-A18B-81E1E48BB098}"/>
                </a:ext>
              </a:extLst>
            </p:cNvPr>
            <p:cNvSpPr/>
            <p:nvPr/>
          </p:nvSpPr>
          <p:spPr>
            <a:xfrm>
              <a:off x="575733" y="1131404"/>
              <a:ext cx="43451" cy="43411"/>
            </a:xfrm>
            <a:custGeom>
              <a:avLst/>
              <a:gdLst>
                <a:gd name="connsiteX0" fmla="*/ 28116 w 43451"/>
                <a:gd name="connsiteY0" fmla="*/ 0 h 43411"/>
                <a:gd name="connsiteX1" fmla="*/ 15336 w 43451"/>
                <a:gd name="connsiteY1" fmla="*/ 0 h 43411"/>
                <a:gd name="connsiteX2" fmla="*/ 15336 w 43451"/>
                <a:gd name="connsiteY2" fmla="*/ 15322 h 43411"/>
                <a:gd name="connsiteX3" fmla="*/ 0 w 43451"/>
                <a:gd name="connsiteY3" fmla="*/ 15322 h 43411"/>
                <a:gd name="connsiteX4" fmla="*/ 0 w 43451"/>
                <a:gd name="connsiteY4" fmla="*/ 28089 h 43411"/>
                <a:gd name="connsiteX5" fmla="*/ 15336 w 43451"/>
                <a:gd name="connsiteY5" fmla="*/ 28089 h 43411"/>
                <a:gd name="connsiteX6" fmla="*/ 15336 w 43451"/>
                <a:gd name="connsiteY6" fmla="*/ 43411 h 43411"/>
                <a:gd name="connsiteX7" fmla="*/ 28116 w 43451"/>
                <a:gd name="connsiteY7" fmla="*/ 43411 h 43411"/>
                <a:gd name="connsiteX8" fmla="*/ 28116 w 43451"/>
                <a:gd name="connsiteY8" fmla="*/ 28089 h 43411"/>
                <a:gd name="connsiteX9" fmla="*/ 43452 w 43451"/>
                <a:gd name="connsiteY9" fmla="*/ 28089 h 43411"/>
                <a:gd name="connsiteX10" fmla="*/ 43452 w 43451"/>
                <a:gd name="connsiteY10" fmla="*/ 15322 h 43411"/>
                <a:gd name="connsiteX11" fmla="*/ 28116 w 43451"/>
                <a:gd name="connsiteY11" fmla="*/ 15322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51" h="43411">
                  <a:moveTo>
                    <a:pt x="28116" y="0"/>
                  </a:moveTo>
                  <a:lnTo>
                    <a:pt x="15336" y="0"/>
                  </a:lnTo>
                  <a:lnTo>
                    <a:pt x="15336" y="15322"/>
                  </a:lnTo>
                  <a:lnTo>
                    <a:pt x="0" y="15322"/>
                  </a:lnTo>
                  <a:lnTo>
                    <a:pt x="0" y="28089"/>
                  </a:lnTo>
                  <a:lnTo>
                    <a:pt x="15336" y="28089"/>
                  </a:lnTo>
                  <a:lnTo>
                    <a:pt x="15336" y="43411"/>
                  </a:lnTo>
                  <a:lnTo>
                    <a:pt x="28116" y="43411"/>
                  </a:lnTo>
                  <a:lnTo>
                    <a:pt x="28116" y="28089"/>
                  </a:lnTo>
                  <a:lnTo>
                    <a:pt x="43452" y="28089"/>
                  </a:lnTo>
                  <a:lnTo>
                    <a:pt x="43452" y="15322"/>
                  </a:lnTo>
                  <a:lnTo>
                    <a:pt x="28116" y="15322"/>
                  </a:lnTo>
                  <a:close/>
                </a:path>
              </a:pathLst>
            </a:custGeom>
            <a:solidFill>
              <a:srgbClr val="005587"/>
            </a:solidFill>
            <a:ln w="6390" cap="flat">
              <a:noFill/>
              <a:prstDash val="solid"/>
              <a:miter/>
            </a:ln>
          </p:spPr>
          <p:txBody>
            <a:bodyPr rtlCol="0" anchor="ctr"/>
            <a:lstStyle/>
            <a:p>
              <a:endParaRPr lang="en-US"/>
            </a:p>
          </p:txBody>
        </p:sp>
        <p:sp>
          <p:nvSpPr>
            <p:cNvPr id="1123" name="Graphic 4">
              <a:extLst>
                <a:ext uri="{FF2B5EF4-FFF2-40B4-BE49-F238E27FC236}">
                  <a16:creationId xmlns:a16="http://schemas.microsoft.com/office/drawing/2014/main" id="{EEFA398E-7073-B44C-B28E-2B93DA7414D9}"/>
                </a:ext>
              </a:extLst>
            </p:cNvPr>
            <p:cNvSpPr/>
            <p:nvPr/>
          </p:nvSpPr>
          <p:spPr>
            <a:xfrm>
              <a:off x="641549" y="1146725"/>
              <a:ext cx="14696" cy="12767"/>
            </a:xfrm>
            <a:custGeom>
              <a:avLst/>
              <a:gdLst>
                <a:gd name="connsiteX0" fmla="*/ 0 w 14696"/>
                <a:gd name="connsiteY0" fmla="*/ 0 h 12767"/>
                <a:gd name="connsiteX1" fmla="*/ 14697 w 14696"/>
                <a:gd name="connsiteY1" fmla="*/ 0 h 12767"/>
                <a:gd name="connsiteX2" fmla="*/ 14697 w 14696"/>
                <a:gd name="connsiteY2" fmla="*/ 12768 h 12767"/>
                <a:gd name="connsiteX3" fmla="*/ 0 w 14696"/>
                <a:gd name="connsiteY3" fmla="*/ 12768 h 12767"/>
              </a:gdLst>
              <a:ahLst/>
              <a:cxnLst>
                <a:cxn ang="0">
                  <a:pos x="connsiteX0" y="connsiteY0"/>
                </a:cxn>
                <a:cxn ang="0">
                  <a:pos x="connsiteX1" y="connsiteY1"/>
                </a:cxn>
                <a:cxn ang="0">
                  <a:pos x="connsiteX2" y="connsiteY2"/>
                </a:cxn>
                <a:cxn ang="0">
                  <a:pos x="connsiteX3" y="connsiteY3"/>
                </a:cxn>
              </a:cxnLst>
              <a:rect l="l" t="t" r="r" b="b"/>
              <a:pathLst>
                <a:path w="14696" h="12767">
                  <a:moveTo>
                    <a:pt x="0" y="0"/>
                  </a:moveTo>
                  <a:lnTo>
                    <a:pt x="14697" y="0"/>
                  </a:lnTo>
                  <a:lnTo>
                    <a:pt x="14697" y="12768"/>
                  </a:lnTo>
                  <a:lnTo>
                    <a:pt x="0" y="12768"/>
                  </a:lnTo>
                  <a:close/>
                </a:path>
              </a:pathLst>
            </a:custGeom>
            <a:solidFill>
              <a:srgbClr val="005587"/>
            </a:solidFill>
            <a:ln w="6390" cap="flat">
              <a:noFill/>
              <a:prstDash val="solid"/>
              <a:miter/>
            </a:ln>
          </p:spPr>
          <p:txBody>
            <a:bodyPr rtlCol="0" anchor="ctr"/>
            <a:lstStyle/>
            <a:p>
              <a:endParaRPr lang="en-US"/>
            </a:p>
          </p:txBody>
        </p:sp>
        <p:sp>
          <p:nvSpPr>
            <p:cNvPr id="1124" name="Graphic 4">
              <a:extLst>
                <a:ext uri="{FF2B5EF4-FFF2-40B4-BE49-F238E27FC236}">
                  <a16:creationId xmlns:a16="http://schemas.microsoft.com/office/drawing/2014/main" id="{6BF77E95-C9F8-5840-ADBE-E51F334D719E}"/>
                </a:ext>
              </a:extLst>
            </p:cNvPr>
            <p:cNvSpPr/>
            <p:nvPr/>
          </p:nvSpPr>
          <p:spPr>
            <a:xfrm>
              <a:off x="548256" y="993510"/>
              <a:ext cx="201283" cy="209394"/>
            </a:xfrm>
            <a:custGeom>
              <a:avLst/>
              <a:gdLst>
                <a:gd name="connsiteX0" fmla="*/ 150803 w 201283"/>
                <a:gd name="connsiteY0" fmla="*/ 109804 h 209394"/>
                <a:gd name="connsiteX1" fmla="*/ 106712 w 201283"/>
                <a:gd name="connsiteY1" fmla="*/ 109804 h 209394"/>
                <a:gd name="connsiteX2" fmla="*/ 106712 w 201283"/>
                <a:gd name="connsiteY2" fmla="*/ 101505 h 209394"/>
                <a:gd name="connsiteX3" fmla="*/ 115019 w 201283"/>
                <a:gd name="connsiteY3" fmla="*/ 93206 h 209394"/>
                <a:gd name="connsiteX4" fmla="*/ 151441 w 201283"/>
                <a:gd name="connsiteY4" fmla="*/ 93206 h 209394"/>
                <a:gd name="connsiteX5" fmla="*/ 172528 w 201283"/>
                <a:gd name="connsiteY5" fmla="*/ 72139 h 209394"/>
                <a:gd name="connsiteX6" fmla="*/ 151441 w 201283"/>
                <a:gd name="connsiteY6" fmla="*/ 51072 h 209394"/>
                <a:gd name="connsiteX7" fmla="*/ 56870 w 201283"/>
                <a:gd name="connsiteY7" fmla="*/ 51072 h 209394"/>
                <a:gd name="connsiteX8" fmla="*/ 48564 w 201283"/>
                <a:gd name="connsiteY8" fmla="*/ 42773 h 209394"/>
                <a:gd name="connsiteX9" fmla="*/ 56870 w 201283"/>
                <a:gd name="connsiteY9" fmla="*/ 34473 h 209394"/>
                <a:gd name="connsiteX10" fmla="*/ 100322 w 201283"/>
                <a:gd name="connsiteY10" fmla="*/ 34473 h 209394"/>
                <a:gd name="connsiteX11" fmla="*/ 121409 w 201283"/>
                <a:gd name="connsiteY11" fmla="*/ 13406 h 209394"/>
                <a:gd name="connsiteX12" fmla="*/ 121409 w 201283"/>
                <a:gd name="connsiteY12" fmla="*/ 6384 h 209394"/>
                <a:gd name="connsiteX13" fmla="*/ 115019 w 201283"/>
                <a:gd name="connsiteY13" fmla="*/ 0 h 209394"/>
                <a:gd name="connsiteX14" fmla="*/ 108629 w 201283"/>
                <a:gd name="connsiteY14" fmla="*/ 6384 h 209394"/>
                <a:gd name="connsiteX15" fmla="*/ 108629 w 201283"/>
                <a:gd name="connsiteY15" fmla="*/ 13406 h 209394"/>
                <a:gd name="connsiteX16" fmla="*/ 100322 w 201283"/>
                <a:gd name="connsiteY16" fmla="*/ 21706 h 209394"/>
                <a:gd name="connsiteX17" fmla="*/ 56870 w 201283"/>
                <a:gd name="connsiteY17" fmla="*/ 21706 h 209394"/>
                <a:gd name="connsiteX18" fmla="*/ 35784 w 201283"/>
                <a:gd name="connsiteY18" fmla="*/ 42773 h 209394"/>
                <a:gd name="connsiteX19" fmla="*/ 56870 w 201283"/>
                <a:gd name="connsiteY19" fmla="*/ 63840 h 209394"/>
                <a:gd name="connsiteX20" fmla="*/ 151441 w 201283"/>
                <a:gd name="connsiteY20" fmla="*/ 63840 h 209394"/>
                <a:gd name="connsiteX21" fmla="*/ 159748 w 201283"/>
                <a:gd name="connsiteY21" fmla="*/ 72139 h 209394"/>
                <a:gd name="connsiteX22" fmla="*/ 151441 w 201283"/>
                <a:gd name="connsiteY22" fmla="*/ 80438 h 209394"/>
                <a:gd name="connsiteX23" fmla="*/ 115019 w 201283"/>
                <a:gd name="connsiteY23" fmla="*/ 80438 h 209394"/>
                <a:gd name="connsiteX24" fmla="*/ 93932 w 201283"/>
                <a:gd name="connsiteY24" fmla="*/ 101505 h 209394"/>
                <a:gd name="connsiteX25" fmla="*/ 93932 w 201283"/>
                <a:gd name="connsiteY25" fmla="*/ 109804 h 209394"/>
                <a:gd name="connsiteX26" fmla="*/ 49841 w 201283"/>
                <a:gd name="connsiteY26" fmla="*/ 109804 h 209394"/>
                <a:gd name="connsiteX27" fmla="*/ 0 w 201283"/>
                <a:gd name="connsiteY27" fmla="*/ 159600 h 209394"/>
                <a:gd name="connsiteX28" fmla="*/ 49841 w 201283"/>
                <a:gd name="connsiteY28" fmla="*/ 209395 h 209394"/>
                <a:gd name="connsiteX29" fmla="*/ 84986 w 201283"/>
                <a:gd name="connsiteY29" fmla="*/ 194711 h 209394"/>
                <a:gd name="connsiteX30" fmla="*/ 116297 w 201283"/>
                <a:gd name="connsiteY30" fmla="*/ 194711 h 209394"/>
                <a:gd name="connsiteX31" fmla="*/ 151441 w 201283"/>
                <a:gd name="connsiteY31" fmla="*/ 209395 h 209394"/>
                <a:gd name="connsiteX32" fmla="*/ 201283 w 201283"/>
                <a:gd name="connsiteY32" fmla="*/ 159600 h 209394"/>
                <a:gd name="connsiteX33" fmla="*/ 150803 w 201283"/>
                <a:gd name="connsiteY33" fmla="*/ 109804 h 209394"/>
                <a:gd name="connsiteX34" fmla="*/ 150803 w 201283"/>
                <a:gd name="connsiteY34" fmla="*/ 196627 h 209394"/>
                <a:gd name="connsiteX35" fmla="*/ 123326 w 201283"/>
                <a:gd name="connsiteY35" fmla="*/ 184497 h 209394"/>
                <a:gd name="connsiteX36" fmla="*/ 118853 w 201283"/>
                <a:gd name="connsiteY36" fmla="*/ 182582 h 209394"/>
                <a:gd name="connsiteX37" fmla="*/ 82430 w 201283"/>
                <a:gd name="connsiteY37" fmla="*/ 182582 h 209394"/>
                <a:gd name="connsiteX38" fmla="*/ 77957 w 201283"/>
                <a:gd name="connsiteY38" fmla="*/ 184497 h 209394"/>
                <a:gd name="connsiteX39" fmla="*/ 50480 w 201283"/>
                <a:gd name="connsiteY39" fmla="*/ 196627 h 209394"/>
                <a:gd name="connsiteX40" fmla="*/ 13419 w 201283"/>
                <a:gd name="connsiteY40" fmla="*/ 159600 h 209394"/>
                <a:gd name="connsiteX41" fmla="*/ 50480 w 201283"/>
                <a:gd name="connsiteY41" fmla="*/ 122572 h 209394"/>
                <a:gd name="connsiteX42" fmla="*/ 152080 w 201283"/>
                <a:gd name="connsiteY42" fmla="*/ 122572 h 209394"/>
                <a:gd name="connsiteX43" fmla="*/ 189142 w 201283"/>
                <a:gd name="connsiteY43" fmla="*/ 159600 h 209394"/>
                <a:gd name="connsiteX44" fmla="*/ 150803 w 201283"/>
                <a:gd name="connsiteY44" fmla="*/ 196627 h 20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01283" h="209394">
                  <a:moveTo>
                    <a:pt x="150803" y="109804"/>
                  </a:moveTo>
                  <a:lnTo>
                    <a:pt x="106712" y="109804"/>
                  </a:lnTo>
                  <a:lnTo>
                    <a:pt x="106712" y="101505"/>
                  </a:lnTo>
                  <a:cubicBezTo>
                    <a:pt x="106712" y="97037"/>
                    <a:pt x="110546" y="93206"/>
                    <a:pt x="115019" y="93206"/>
                  </a:cubicBezTo>
                  <a:lnTo>
                    <a:pt x="151441" y="93206"/>
                  </a:lnTo>
                  <a:cubicBezTo>
                    <a:pt x="162943" y="93206"/>
                    <a:pt x="172528" y="83630"/>
                    <a:pt x="172528" y="72139"/>
                  </a:cubicBezTo>
                  <a:cubicBezTo>
                    <a:pt x="172528" y="60648"/>
                    <a:pt x="162943" y="51072"/>
                    <a:pt x="151441" y="51072"/>
                  </a:cubicBezTo>
                  <a:lnTo>
                    <a:pt x="56870" y="51072"/>
                  </a:lnTo>
                  <a:cubicBezTo>
                    <a:pt x="52397" y="51072"/>
                    <a:pt x="48564" y="47241"/>
                    <a:pt x="48564" y="42773"/>
                  </a:cubicBezTo>
                  <a:cubicBezTo>
                    <a:pt x="48564" y="38304"/>
                    <a:pt x="52397" y="34473"/>
                    <a:pt x="56870" y="34473"/>
                  </a:cubicBezTo>
                  <a:lnTo>
                    <a:pt x="100322" y="34473"/>
                  </a:lnTo>
                  <a:cubicBezTo>
                    <a:pt x="111824" y="34473"/>
                    <a:pt x="121409" y="24897"/>
                    <a:pt x="121409" y="13406"/>
                  </a:cubicBezTo>
                  <a:lnTo>
                    <a:pt x="121409" y="6384"/>
                  </a:lnTo>
                  <a:cubicBezTo>
                    <a:pt x="121409" y="2554"/>
                    <a:pt x="118853" y="0"/>
                    <a:pt x="115019" y="0"/>
                  </a:cubicBezTo>
                  <a:cubicBezTo>
                    <a:pt x="111185" y="0"/>
                    <a:pt x="108629" y="2554"/>
                    <a:pt x="108629" y="6384"/>
                  </a:cubicBezTo>
                  <a:lnTo>
                    <a:pt x="108629" y="13406"/>
                  </a:lnTo>
                  <a:cubicBezTo>
                    <a:pt x="108629" y="17875"/>
                    <a:pt x="104795" y="21706"/>
                    <a:pt x="100322" y="21706"/>
                  </a:cubicBezTo>
                  <a:lnTo>
                    <a:pt x="56870" y="21706"/>
                  </a:lnTo>
                  <a:cubicBezTo>
                    <a:pt x="45369" y="21706"/>
                    <a:pt x="35784" y="31281"/>
                    <a:pt x="35784" y="42773"/>
                  </a:cubicBezTo>
                  <a:cubicBezTo>
                    <a:pt x="35784" y="54264"/>
                    <a:pt x="45369" y="63840"/>
                    <a:pt x="56870" y="63840"/>
                  </a:cubicBezTo>
                  <a:lnTo>
                    <a:pt x="151441" y="63840"/>
                  </a:lnTo>
                  <a:cubicBezTo>
                    <a:pt x="155914" y="63840"/>
                    <a:pt x="159748" y="67670"/>
                    <a:pt x="159748" y="72139"/>
                  </a:cubicBezTo>
                  <a:cubicBezTo>
                    <a:pt x="159748" y="76608"/>
                    <a:pt x="155914" y="80438"/>
                    <a:pt x="151441" y="80438"/>
                  </a:cubicBezTo>
                  <a:lnTo>
                    <a:pt x="115019" y="80438"/>
                  </a:lnTo>
                  <a:cubicBezTo>
                    <a:pt x="103517" y="80438"/>
                    <a:pt x="93932" y="90014"/>
                    <a:pt x="93932" y="101505"/>
                  </a:cubicBezTo>
                  <a:lnTo>
                    <a:pt x="93932" y="109804"/>
                  </a:lnTo>
                  <a:lnTo>
                    <a:pt x="49841" y="109804"/>
                  </a:lnTo>
                  <a:cubicBezTo>
                    <a:pt x="22365" y="109804"/>
                    <a:pt x="0" y="132148"/>
                    <a:pt x="0" y="159600"/>
                  </a:cubicBezTo>
                  <a:cubicBezTo>
                    <a:pt x="0" y="187051"/>
                    <a:pt x="22365" y="209395"/>
                    <a:pt x="49841" y="209395"/>
                  </a:cubicBezTo>
                  <a:cubicBezTo>
                    <a:pt x="63260" y="209395"/>
                    <a:pt x="75401" y="204287"/>
                    <a:pt x="84986" y="194711"/>
                  </a:cubicBezTo>
                  <a:lnTo>
                    <a:pt x="116297" y="194711"/>
                  </a:lnTo>
                  <a:cubicBezTo>
                    <a:pt x="125882" y="203649"/>
                    <a:pt x="138023" y="209395"/>
                    <a:pt x="151441" y="209395"/>
                  </a:cubicBezTo>
                  <a:cubicBezTo>
                    <a:pt x="178918" y="209395"/>
                    <a:pt x="201283" y="187051"/>
                    <a:pt x="201283" y="159600"/>
                  </a:cubicBezTo>
                  <a:cubicBezTo>
                    <a:pt x="201283" y="132148"/>
                    <a:pt x="178279" y="109804"/>
                    <a:pt x="150803" y="109804"/>
                  </a:cubicBezTo>
                  <a:close/>
                  <a:moveTo>
                    <a:pt x="150803" y="196627"/>
                  </a:moveTo>
                  <a:cubicBezTo>
                    <a:pt x="139940" y="196627"/>
                    <a:pt x="130355" y="192158"/>
                    <a:pt x="123326" y="184497"/>
                  </a:cubicBezTo>
                  <a:cubicBezTo>
                    <a:pt x="122048" y="183220"/>
                    <a:pt x="120131" y="182582"/>
                    <a:pt x="118853" y="182582"/>
                  </a:cubicBezTo>
                  <a:lnTo>
                    <a:pt x="82430" y="182582"/>
                  </a:lnTo>
                  <a:cubicBezTo>
                    <a:pt x="80513" y="182582"/>
                    <a:pt x="78596" y="183220"/>
                    <a:pt x="77957" y="184497"/>
                  </a:cubicBezTo>
                  <a:cubicBezTo>
                    <a:pt x="70928" y="192158"/>
                    <a:pt x="60704" y="196627"/>
                    <a:pt x="50480" y="196627"/>
                  </a:cubicBezTo>
                  <a:cubicBezTo>
                    <a:pt x="30033" y="196627"/>
                    <a:pt x="13419" y="180028"/>
                    <a:pt x="13419" y="159600"/>
                  </a:cubicBezTo>
                  <a:cubicBezTo>
                    <a:pt x="13419" y="139171"/>
                    <a:pt x="30033" y="122572"/>
                    <a:pt x="50480" y="122572"/>
                  </a:cubicBezTo>
                  <a:lnTo>
                    <a:pt x="152080" y="122572"/>
                  </a:lnTo>
                  <a:cubicBezTo>
                    <a:pt x="172528" y="122572"/>
                    <a:pt x="189142" y="139171"/>
                    <a:pt x="189142" y="159600"/>
                  </a:cubicBezTo>
                  <a:cubicBezTo>
                    <a:pt x="189142" y="180028"/>
                    <a:pt x="171250" y="196627"/>
                    <a:pt x="150803" y="196627"/>
                  </a:cubicBezTo>
                  <a:close/>
                </a:path>
              </a:pathLst>
            </a:custGeom>
            <a:solidFill>
              <a:srgbClr val="005587"/>
            </a:solidFill>
            <a:ln w="6390" cap="flat">
              <a:noFill/>
              <a:prstDash val="solid"/>
              <a:miter/>
            </a:ln>
          </p:spPr>
          <p:txBody>
            <a:bodyPr rtlCol="0" anchor="ctr"/>
            <a:lstStyle/>
            <a:p>
              <a:endParaRPr lang="en-US"/>
            </a:p>
          </p:txBody>
        </p:sp>
        <p:sp>
          <p:nvSpPr>
            <p:cNvPr id="1125" name="Graphic 4">
              <a:extLst>
                <a:ext uri="{FF2B5EF4-FFF2-40B4-BE49-F238E27FC236}">
                  <a16:creationId xmlns:a16="http://schemas.microsoft.com/office/drawing/2014/main" id="{E967695E-52D5-6345-9357-7D1F0E08693F}"/>
                </a:ext>
              </a:extLst>
            </p:cNvPr>
            <p:cNvSpPr/>
            <p:nvPr/>
          </p:nvSpPr>
          <p:spPr>
            <a:xfrm>
              <a:off x="675416" y="1128850"/>
              <a:ext cx="48563" cy="48518"/>
            </a:xfrm>
            <a:custGeom>
              <a:avLst/>
              <a:gdLst>
                <a:gd name="connsiteX0" fmla="*/ 38340 w 48563"/>
                <a:gd name="connsiteY0" fmla="*/ 14045 h 48518"/>
                <a:gd name="connsiteX1" fmla="*/ 32589 w 48563"/>
                <a:gd name="connsiteY1" fmla="*/ 15960 h 48518"/>
                <a:gd name="connsiteX2" fmla="*/ 34506 w 48563"/>
                <a:gd name="connsiteY2" fmla="*/ 10214 h 48518"/>
                <a:gd name="connsiteX3" fmla="*/ 24282 w 48563"/>
                <a:gd name="connsiteY3" fmla="*/ 0 h 48518"/>
                <a:gd name="connsiteX4" fmla="*/ 14058 w 48563"/>
                <a:gd name="connsiteY4" fmla="*/ 10214 h 48518"/>
                <a:gd name="connsiteX5" fmla="*/ 15975 w 48563"/>
                <a:gd name="connsiteY5" fmla="*/ 15960 h 48518"/>
                <a:gd name="connsiteX6" fmla="*/ 10224 w 48563"/>
                <a:gd name="connsiteY6" fmla="*/ 14045 h 48518"/>
                <a:gd name="connsiteX7" fmla="*/ 0 w 48563"/>
                <a:gd name="connsiteY7" fmla="*/ 24259 h 48518"/>
                <a:gd name="connsiteX8" fmla="*/ 10224 w 48563"/>
                <a:gd name="connsiteY8" fmla="*/ 34474 h 48518"/>
                <a:gd name="connsiteX9" fmla="*/ 15975 w 48563"/>
                <a:gd name="connsiteY9" fmla="*/ 32558 h 48518"/>
                <a:gd name="connsiteX10" fmla="*/ 14058 w 48563"/>
                <a:gd name="connsiteY10" fmla="*/ 38304 h 48518"/>
                <a:gd name="connsiteX11" fmla="*/ 24282 w 48563"/>
                <a:gd name="connsiteY11" fmla="*/ 48518 h 48518"/>
                <a:gd name="connsiteX12" fmla="*/ 34506 w 48563"/>
                <a:gd name="connsiteY12" fmla="*/ 38304 h 48518"/>
                <a:gd name="connsiteX13" fmla="*/ 32589 w 48563"/>
                <a:gd name="connsiteY13" fmla="*/ 32558 h 48518"/>
                <a:gd name="connsiteX14" fmla="*/ 38340 w 48563"/>
                <a:gd name="connsiteY14" fmla="*/ 34474 h 48518"/>
                <a:gd name="connsiteX15" fmla="*/ 48564 w 48563"/>
                <a:gd name="connsiteY15" fmla="*/ 24259 h 48518"/>
                <a:gd name="connsiteX16" fmla="*/ 38340 w 48563"/>
                <a:gd name="connsiteY16" fmla="*/ 14045 h 48518"/>
                <a:gd name="connsiteX17" fmla="*/ 23643 w 48563"/>
                <a:gd name="connsiteY17" fmla="*/ 5746 h 48518"/>
                <a:gd name="connsiteX18" fmla="*/ 27477 w 48563"/>
                <a:gd name="connsiteY18" fmla="*/ 9576 h 48518"/>
                <a:gd name="connsiteX19" fmla="*/ 23643 w 48563"/>
                <a:gd name="connsiteY19" fmla="*/ 13406 h 48518"/>
                <a:gd name="connsiteX20" fmla="*/ 19809 w 48563"/>
                <a:gd name="connsiteY20" fmla="*/ 9576 h 48518"/>
                <a:gd name="connsiteX21" fmla="*/ 23643 w 48563"/>
                <a:gd name="connsiteY21" fmla="*/ 5746 h 48518"/>
                <a:gd name="connsiteX22" fmla="*/ 30033 w 48563"/>
                <a:gd name="connsiteY22" fmla="*/ 18514 h 48518"/>
                <a:gd name="connsiteX23" fmla="*/ 28116 w 48563"/>
                <a:gd name="connsiteY23" fmla="*/ 24259 h 48518"/>
                <a:gd name="connsiteX24" fmla="*/ 30033 w 48563"/>
                <a:gd name="connsiteY24" fmla="*/ 30005 h 48518"/>
                <a:gd name="connsiteX25" fmla="*/ 24282 w 48563"/>
                <a:gd name="connsiteY25" fmla="*/ 28090 h 48518"/>
                <a:gd name="connsiteX26" fmla="*/ 18531 w 48563"/>
                <a:gd name="connsiteY26" fmla="*/ 30005 h 48518"/>
                <a:gd name="connsiteX27" fmla="*/ 20448 w 48563"/>
                <a:gd name="connsiteY27" fmla="*/ 24259 h 48518"/>
                <a:gd name="connsiteX28" fmla="*/ 18531 w 48563"/>
                <a:gd name="connsiteY28" fmla="*/ 18514 h 48518"/>
                <a:gd name="connsiteX29" fmla="*/ 24282 w 48563"/>
                <a:gd name="connsiteY29" fmla="*/ 20429 h 48518"/>
                <a:gd name="connsiteX30" fmla="*/ 30033 w 48563"/>
                <a:gd name="connsiteY30" fmla="*/ 18514 h 48518"/>
                <a:gd name="connsiteX31" fmla="*/ 9585 w 48563"/>
                <a:gd name="connsiteY31" fmla="*/ 28728 h 48518"/>
                <a:gd name="connsiteX32" fmla="*/ 5751 w 48563"/>
                <a:gd name="connsiteY32" fmla="*/ 24898 h 48518"/>
                <a:gd name="connsiteX33" fmla="*/ 9585 w 48563"/>
                <a:gd name="connsiteY33" fmla="*/ 21067 h 48518"/>
                <a:gd name="connsiteX34" fmla="*/ 13419 w 48563"/>
                <a:gd name="connsiteY34" fmla="*/ 24898 h 48518"/>
                <a:gd name="connsiteX35" fmla="*/ 9585 w 48563"/>
                <a:gd name="connsiteY35" fmla="*/ 28728 h 48518"/>
                <a:gd name="connsiteX36" fmla="*/ 23643 w 48563"/>
                <a:gd name="connsiteY36" fmla="*/ 42773 h 48518"/>
                <a:gd name="connsiteX37" fmla="*/ 19809 w 48563"/>
                <a:gd name="connsiteY37" fmla="*/ 38942 h 48518"/>
                <a:gd name="connsiteX38" fmla="*/ 23643 w 48563"/>
                <a:gd name="connsiteY38" fmla="*/ 35112 h 48518"/>
                <a:gd name="connsiteX39" fmla="*/ 27477 w 48563"/>
                <a:gd name="connsiteY39" fmla="*/ 38942 h 48518"/>
                <a:gd name="connsiteX40" fmla="*/ 23643 w 48563"/>
                <a:gd name="connsiteY40" fmla="*/ 42773 h 48518"/>
                <a:gd name="connsiteX41" fmla="*/ 38340 w 48563"/>
                <a:gd name="connsiteY41" fmla="*/ 28728 h 48518"/>
                <a:gd name="connsiteX42" fmla="*/ 34506 w 48563"/>
                <a:gd name="connsiteY42" fmla="*/ 24898 h 48518"/>
                <a:gd name="connsiteX43" fmla="*/ 38340 w 48563"/>
                <a:gd name="connsiteY43" fmla="*/ 21067 h 48518"/>
                <a:gd name="connsiteX44" fmla="*/ 42174 w 48563"/>
                <a:gd name="connsiteY44" fmla="*/ 24898 h 48518"/>
                <a:gd name="connsiteX45" fmla="*/ 38340 w 48563"/>
                <a:gd name="connsiteY45" fmla="*/ 28728 h 4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8563" h="48518">
                  <a:moveTo>
                    <a:pt x="38340" y="14045"/>
                  </a:moveTo>
                  <a:cubicBezTo>
                    <a:pt x="36423" y="14045"/>
                    <a:pt x="33867" y="14683"/>
                    <a:pt x="32589" y="15960"/>
                  </a:cubicBezTo>
                  <a:cubicBezTo>
                    <a:pt x="33867" y="14045"/>
                    <a:pt x="34506" y="12130"/>
                    <a:pt x="34506" y="10214"/>
                  </a:cubicBezTo>
                  <a:cubicBezTo>
                    <a:pt x="34506" y="4469"/>
                    <a:pt x="30033" y="0"/>
                    <a:pt x="24282" y="0"/>
                  </a:cubicBezTo>
                  <a:cubicBezTo>
                    <a:pt x="18531" y="0"/>
                    <a:pt x="14058" y="4469"/>
                    <a:pt x="14058" y="10214"/>
                  </a:cubicBezTo>
                  <a:cubicBezTo>
                    <a:pt x="14058" y="12130"/>
                    <a:pt x="14697" y="14683"/>
                    <a:pt x="15975" y="15960"/>
                  </a:cubicBezTo>
                  <a:cubicBezTo>
                    <a:pt x="14058" y="14683"/>
                    <a:pt x="12141" y="14045"/>
                    <a:pt x="10224" y="14045"/>
                  </a:cubicBezTo>
                  <a:cubicBezTo>
                    <a:pt x="4473" y="14045"/>
                    <a:pt x="0" y="18514"/>
                    <a:pt x="0" y="24259"/>
                  </a:cubicBezTo>
                  <a:cubicBezTo>
                    <a:pt x="0" y="30005"/>
                    <a:pt x="4473" y="34474"/>
                    <a:pt x="10224" y="34474"/>
                  </a:cubicBezTo>
                  <a:cubicBezTo>
                    <a:pt x="12141" y="34474"/>
                    <a:pt x="14697" y="33835"/>
                    <a:pt x="15975" y="32558"/>
                  </a:cubicBezTo>
                  <a:cubicBezTo>
                    <a:pt x="14697" y="34474"/>
                    <a:pt x="14058" y="36389"/>
                    <a:pt x="14058" y="38304"/>
                  </a:cubicBezTo>
                  <a:cubicBezTo>
                    <a:pt x="14058" y="44050"/>
                    <a:pt x="18531" y="48518"/>
                    <a:pt x="24282" y="48518"/>
                  </a:cubicBezTo>
                  <a:cubicBezTo>
                    <a:pt x="30033" y="48518"/>
                    <a:pt x="34506" y="44050"/>
                    <a:pt x="34506" y="38304"/>
                  </a:cubicBezTo>
                  <a:cubicBezTo>
                    <a:pt x="34506" y="36389"/>
                    <a:pt x="33867" y="33835"/>
                    <a:pt x="32589" y="32558"/>
                  </a:cubicBezTo>
                  <a:cubicBezTo>
                    <a:pt x="34506" y="33835"/>
                    <a:pt x="36423" y="34474"/>
                    <a:pt x="38340" y="34474"/>
                  </a:cubicBezTo>
                  <a:cubicBezTo>
                    <a:pt x="44091" y="34474"/>
                    <a:pt x="48564" y="30005"/>
                    <a:pt x="48564" y="24259"/>
                  </a:cubicBezTo>
                  <a:cubicBezTo>
                    <a:pt x="48564" y="18514"/>
                    <a:pt x="44091" y="14045"/>
                    <a:pt x="38340" y="14045"/>
                  </a:cubicBezTo>
                  <a:close/>
                  <a:moveTo>
                    <a:pt x="23643" y="5746"/>
                  </a:moveTo>
                  <a:cubicBezTo>
                    <a:pt x="26199" y="5746"/>
                    <a:pt x="27477" y="7661"/>
                    <a:pt x="27477" y="9576"/>
                  </a:cubicBezTo>
                  <a:cubicBezTo>
                    <a:pt x="27477" y="11491"/>
                    <a:pt x="25560" y="13406"/>
                    <a:pt x="23643" y="13406"/>
                  </a:cubicBezTo>
                  <a:cubicBezTo>
                    <a:pt x="21726" y="13406"/>
                    <a:pt x="19809" y="11491"/>
                    <a:pt x="19809" y="9576"/>
                  </a:cubicBezTo>
                  <a:cubicBezTo>
                    <a:pt x="19809" y="7661"/>
                    <a:pt x="21726" y="5746"/>
                    <a:pt x="23643" y="5746"/>
                  </a:cubicBezTo>
                  <a:close/>
                  <a:moveTo>
                    <a:pt x="30033" y="18514"/>
                  </a:moveTo>
                  <a:cubicBezTo>
                    <a:pt x="28755" y="20429"/>
                    <a:pt x="28116" y="22344"/>
                    <a:pt x="28116" y="24259"/>
                  </a:cubicBezTo>
                  <a:cubicBezTo>
                    <a:pt x="28116" y="26174"/>
                    <a:pt x="28755" y="28728"/>
                    <a:pt x="30033" y="30005"/>
                  </a:cubicBezTo>
                  <a:cubicBezTo>
                    <a:pt x="28116" y="28728"/>
                    <a:pt x="26199" y="28090"/>
                    <a:pt x="24282" y="28090"/>
                  </a:cubicBezTo>
                  <a:cubicBezTo>
                    <a:pt x="22365" y="28090"/>
                    <a:pt x="19809" y="28728"/>
                    <a:pt x="18531" y="30005"/>
                  </a:cubicBezTo>
                  <a:cubicBezTo>
                    <a:pt x="19809" y="28090"/>
                    <a:pt x="20448" y="26174"/>
                    <a:pt x="20448" y="24259"/>
                  </a:cubicBezTo>
                  <a:cubicBezTo>
                    <a:pt x="20448" y="22344"/>
                    <a:pt x="19809" y="19790"/>
                    <a:pt x="18531" y="18514"/>
                  </a:cubicBezTo>
                  <a:cubicBezTo>
                    <a:pt x="20448" y="19790"/>
                    <a:pt x="22365" y="20429"/>
                    <a:pt x="24282" y="20429"/>
                  </a:cubicBezTo>
                  <a:cubicBezTo>
                    <a:pt x="26199" y="20429"/>
                    <a:pt x="28116" y="19790"/>
                    <a:pt x="30033" y="18514"/>
                  </a:cubicBezTo>
                  <a:close/>
                  <a:moveTo>
                    <a:pt x="9585" y="28728"/>
                  </a:moveTo>
                  <a:cubicBezTo>
                    <a:pt x="7029" y="28728"/>
                    <a:pt x="5751" y="26813"/>
                    <a:pt x="5751" y="24898"/>
                  </a:cubicBezTo>
                  <a:cubicBezTo>
                    <a:pt x="5751" y="22982"/>
                    <a:pt x="7668" y="21067"/>
                    <a:pt x="9585" y="21067"/>
                  </a:cubicBezTo>
                  <a:cubicBezTo>
                    <a:pt x="11502" y="21067"/>
                    <a:pt x="13419" y="22982"/>
                    <a:pt x="13419" y="24898"/>
                  </a:cubicBezTo>
                  <a:cubicBezTo>
                    <a:pt x="13419" y="26813"/>
                    <a:pt x="11502" y="28728"/>
                    <a:pt x="9585" y="28728"/>
                  </a:cubicBezTo>
                  <a:close/>
                  <a:moveTo>
                    <a:pt x="23643" y="42773"/>
                  </a:moveTo>
                  <a:cubicBezTo>
                    <a:pt x="21087" y="42773"/>
                    <a:pt x="19809" y="40858"/>
                    <a:pt x="19809" y="38942"/>
                  </a:cubicBezTo>
                  <a:cubicBezTo>
                    <a:pt x="19809" y="37027"/>
                    <a:pt x="21726" y="35112"/>
                    <a:pt x="23643" y="35112"/>
                  </a:cubicBezTo>
                  <a:cubicBezTo>
                    <a:pt x="25560" y="35112"/>
                    <a:pt x="27477" y="37027"/>
                    <a:pt x="27477" y="38942"/>
                  </a:cubicBezTo>
                  <a:cubicBezTo>
                    <a:pt x="28116" y="40858"/>
                    <a:pt x="26199" y="42773"/>
                    <a:pt x="23643" y="42773"/>
                  </a:cubicBezTo>
                  <a:close/>
                  <a:moveTo>
                    <a:pt x="38340" y="28728"/>
                  </a:moveTo>
                  <a:cubicBezTo>
                    <a:pt x="35784" y="28728"/>
                    <a:pt x="34506" y="26813"/>
                    <a:pt x="34506" y="24898"/>
                  </a:cubicBezTo>
                  <a:cubicBezTo>
                    <a:pt x="34506" y="22982"/>
                    <a:pt x="36423" y="21067"/>
                    <a:pt x="38340" y="21067"/>
                  </a:cubicBezTo>
                  <a:cubicBezTo>
                    <a:pt x="40257" y="21067"/>
                    <a:pt x="42174" y="22982"/>
                    <a:pt x="42174" y="24898"/>
                  </a:cubicBezTo>
                  <a:cubicBezTo>
                    <a:pt x="42174" y="26813"/>
                    <a:pt x="40896" y="28728"/>
                    <a:pt x="38340" y="28728"/>
                  </a:cubicBezTo>
                  <a:close/>
                </a:path>
              </a:pathLst>
            </a:custGeom>
            <a:solidFill>
              <a:srgbClr val="005587"/>
            </a:solidFill>
            <a:ln w="6390" cap="flat">
              <a:noFill/>
              <a:prstDash val="solid"/>
              <a:miter/>
            </a:ln>
          </p:spPr>
          <p:txBody>
            <a:bodyPr rtlCol="0" anchor="ctr"/>
            <a:lstStyle/>
            <a:p>
              <a:endParaRPr lang="en-US"/>
            </a:p>
          </p:txBody>
        </p:sp>
      </p:grpSp>
      <p:grpSp>
        <p:nvGrpSpPr>
          <p:cNvPr id="1126" name="Graphic 4">
            <a:extLst>
              <a:ext uri="{FF2B5EF4-FFF2-40B4-BE49-F238E27FC236}">
                <a16:creationId xmlns:a16="http://schemas.microsoft.com/office/drawing/2014/main" id="{F365649F-E442-2A4F-B8D2-BCA7D9C34D12}"/>
              </a:ext>
            </a:extLst>
          </p:cNvPr>
          <p:cNvGrpSpPr>
            <a:grpSpLocks noChangeAspect="1"/>
          </p:cNvGrpSpPr>
          <p:nvPr/>
        </p:nvGrpSpPr>
        <p:grpSpPr>
          <a:xfrm>
            <a:off x="905454" y="918179"/>
            <a:ext cx="361674" cy="361333"/>
            <a:chOff x="905454" y="918179"/>
            <a:chExt cx="361674" cy="361333"/>
          </a:xfrm>
          <a:solidFill>
            <a:srgbClr val="005587"/>
          </a:solidFill>
        </p:grpSpPr>
        <p:sp>
          <p:nvSpPr>
            <p:cNvPr id="1127" name="Graphic 4">
              <a:extLst>
                <a:ext uri="{FF2B5EF4-FFF2-40B4-BE49-F238E27FC236}">
                  <a16:creationId xmlns:a16="http://schemas.microsoft.com/office/drawing/2014/main" id="{C1FB89EF-FBC6-5F4A-A9F3-79160022C98A}"/>
                </a:ext>
              </a:extLst>
            </p:cNvPr>
            <p:cNvSpPr/>
            <p:nvPr/>
          </p:nvSpPr>
          <p:spPr>
            <a:xfrm>
              <a:off x="1118878" y="1149279"/>
              <a:ext cx="7667" cy="7660"/>
            </a:xfrm>
            <a:custGeom>
              <a:avLst/>
              <a:gdLst>
                <a:gd name="connsiteX0" fmla="*/ 3834 w 7667"/>
                <a:gd name="connsiteY0" fmla="*/ 0 h 7660"/>
                <a:gd name="connsiteX1" fmla="*/ 0 w 7667"/>
                <a:gd name="connsiteY1" fmla="*/ 3830 h 7660"/>
                <a:gd name="connsiteX2" fmla="*/ 3834 w 7667"/>
                <a:gd name="connsiteY2" fmla="*/ 7661 h 7660"/>
                <a:gd name="connsiteX3" fmla="*/ 7668 w 7667"/>
                <a:gd name="connsiteY3" fmla="*/ 3830 h 7660"/>
                <a:gd name="connsiteX4" fmla="*/ 3834 w 7667"/>
                <a:gd name="connsiteY4" fmla="*/ 0 h 7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7" h="7660">
                  <a:moveTo>
                    <a:pt x="3834" y="0"/>
                  </a:moveTo>
                  <a:cubicBezTo>
                    <a:pt x="1278" y="0"/>
                    <a:pt x="0" y="1915"/>
                    <a:pt x="0" y="3830"/>
                  </a:cubicBezTo>
                  <a:cubicBezTo>
                    <a:pt x="0" y="5746"/>
                    <a:pt x="1917" y="7661"/>
                    <a:pt x="3834" y="7661"/>
                  </a:cubicBezTo>
                  <a:cubicBezTo>
                    <a:pt x="5751" y="7661"/>
                    <a:pt x="7668" y="5746"/>
                    <a:pt x="7668" y="3830"/>
                  </a:cubicBezTo>
                  <a:cubicBezTo>
                    <a:pt x="7668" y="1915"/>
                    <a:pt x="6390" y="0"/>
                    <a:pt x="3834" y="0"/>
                  </a:cubicBezTo>
                  <a:close/>
                </a:path>
              </a:pathLst>
            </a:custGeom>
            <a:solidFill>
              <a:srgbClr val="005587"/>
            </a:solidFill>
            <a:ln w="6390" cap="flat">
              <a:noFill/>
              <a:prstDash val="solid"/>
              <a:miter/>
            </a:ln>
          </p:spPr>
          <p:txBody>
            <a:bodyPr rtlCol="0" anchor="ctr"/>
            <a:lstStyle/>
            <a:p>
              <a:endParaRPr lang="en-US"/>
            </a:p>
          </p:txBody>
        </p:sp>
        <p:sp>
          <p:nvSpPr>
            <p:cNvPr id="1128" name="Graphic 4">
              <a:extLst>
                <a:ext uri="{FF2B5EF4-FFF2-40B4-BE49-F238E27FC236}">
                  <a16:creationId xmlns:a16="http://schemas.microsoft.com/office/drawing/2014/main" id="{C5DC5EA1-F2FE-0942-A19D-3F10E263894C}"/>
                </a:ext>
              </a:extLst>
            </p:cNvPr>
            <p:cNvSpPr/>
            <p:nvPr/>
          </p:nvSpPr>
          <p:spPr>
            <a:xfrm>
              <a:off x="1133574" y="1163962"/>
              <a:ext cx="7668" cy="7660"/>
            </a:xfrm>
            <a:custGeom>
              <a:avLst/>
              <a:gdLst>
                <a:gd name="connsiteX0" fmla="*/ 3834 w 7668"/>
                <a:gd name="connsiteY0" fmla="*/ 0 h 7660"/>
                <a:gd name="connsiteX1" fmla="*/ 0 w 7668"/>
                <a:gd name="connsiteY1" fmla="*/ 3830 h 7660"/>
                <a:gd name="connsiteX2" fmla="*/ 3834 w 7668"/>
                <a:gd name="connsiteY2" fmla="*/ 7661 h 7660"/>
                <a:gd name="connsiteX3" fmla="*/ 7668 w 7668"/>
                <a:gd name="connsiteY3" fmla="*/ 3830 h 7660"/>
                <a:gd name="connsiteX4" fmla="*/ 3834 w 7668"/>
                <a:gd name="connsiteY4" fmla="*/ 0 h 7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8" h="7660">
                  <a:moveTo>
                    <a:pt x="3834" y="0"/>
                  </a:moveTo>
                  <a:cubicBezTo>
                    <a:pt x="1278" y="0"/>
                    <a:pt x="0" y="1915"/>
                    <a:pt x="0" y="3830"/>
                  </a:cubicBezTo>
                  <a:cubicBezTo>
                    <a:pt x="0" y="6384"/>
                    <a:pt x="1917" y="7661"/>
                    <a:pt x="3834" y="7661"/>
                  </a:cubicBezTo>
                  <a:cubicBezTo>
                    <a:pt x="5751" y="7661"/>
                    <a:pt x="7668" y="5746"/>
                    <a:pt x="7668" y="3830"/>
                  </a:cubicBezTo>
                  <a:cubicBezTo>
                    <a:pt x="7668" y="1277"/>
                    <a:pt x="5751" y="0"/>
                    <a:pt x="3834" y="0"/>
                  </a:cubicBezTo>
                  <a:close/>
                </a:path>
              </a:pathLst>
            </a:custGeom>
            <a:solidFill>
              <a:srgbClr val="005587"/>
            </a:solidFill>
            <a:ln w="6390" cap="flat">
              <a:noFill/>
              <a:prstDash val="solid"/>
              <a:miter/>
            </a:ln>
          </p:spPr>
          <p:txBody>
            <a:bodyPr rtlCol="0" anchor="ctr"/>
            <a:lstStyle/>
            <a:p>
              <a:endParaRPr lang="en-US"/>
            </a:p>
          </p:txBody>
        </p:sp>
        <p:sp>
          <p:nvSpPr>
            <p:cNvPr id="1129" name="Graphic 4">
              <a:extLst>
                <a:ext uri="{FF2B5EF4-FFF2-40B4-BE49-F238E27FC236}">
                  <a16:creationId xmlns:a16="http://schemas.microsoft.com/office/drawing/2014/main" id="{F7326802-252F-FA4C-825E-51381FDEB063}"/>
                </a:ext>
              </a:extLst>
            </p:cNvPr>
            <p:cNvSpPr/>
            <p:nvPr/>
          </p:nvSpPr>
          <p:spPr>
            <a:xfrm>
              <a:off x="1131657" y="1147364"/>
              <a:ext cx="11501" cy="11491"/>
            </a:xfrm>
            <a:custGeom>
              <a:avLst/>
              <a:gdLst>
                <a:gd name="connsiteX0" fmla="*/ 0 w 11501"/>
                <a:gd name="connsiteY0" fmla="*/ 0 h 11491"/>
                <a:gd name="connsiteX1" fmla="*/ 1917 w 11501"/>
                <a:gd name="connsiteY1" fmla="*/ 5746 h 11491"/>
                <a:gd name="connsiteX2" fmla="*/ 0 w 11501"/>
                <a:gd name="connsiteY2" fmla="*/ 11491 h 11491"/>
                <a:gd name="connsiteX3" fmla="*/ 5751 w 11501"/>
                <a:gd name="connsiteY3" fmla="*/ 9576 h 11491"/>
                <a:gd name="connsiteX4" fmla="*/ 11502 w 11501"/>
                <a:gd name="connsiteY4" fmla="*/ 11491 h 11491"/>
                <a:gd name="connsiteX5" fmla="*/ 9585 w 11501"/>
                <a:gd name="connsiteY5" fmla="*/ 5746 h 11491"/>
                <a:gd name="connsiteX6" fmla="*/ 11502 w 11501"/>
                <a:gd name="connsiteY6" fmla="*/ 0 h 11491"/>
                <a:gd name="connsiteX7" fmla="*/ 5751 w 11501"/>
                <a:gd name="connsiteY7" fmla="*/ 1915 h 11491"/>
                <a:gd name="connsiteX8" fmla="*/ 0 w 11501"/>
                <a:gd name="connsiteY8" fmla="*/ 0 h 11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501" h="11491">
                  <a:moveTo>
                    <a:pt x="0" y="0"/>
                  </a:moveTo>
                  <a:cubicBezTo>
                    <a:pt x="1278" y="1915"/>
                    <a:pt x="1917" y="3830"/>
                    <a:pt x="1917" y="5746"/>
                  </a:cubicBezTo>
                  <a:cubicBezTo>
                    <a:pt x="1917" y="7661"/>
                    <a:pt x="1278" y="10214"/>
                    <a:pt x="0" y="11491"/>
                  </a:cubicBezTo>
                  <a:cubicBezTo>
                    <a:pt x="1917" y="10214"/>
                    <a:pt x="3834" y="9576"/>
                    <a:pt x="5751" y="9576"/>
                  </a:cubicBezTo>
                  <a:cubicBezTo>
                    <a:pt x="7668" y="9576"/>
                    <a:pt x="10224" y="10214"/>
                    <a:pt x="11502" y="11491"/>
                  </a:cubicBezTo>
                  <a:cubicBezTo>
                    <a:pt x="10224" y="9576"/>
                    <a:pt x="9585" y="7661"/>
                    <a:pt x="9585" y="5746"/>
                  </a:cubicBezTo>
                  <a:cubicBezTo>
                    <a:pt x="9585" y="3830"/>
                    <a:pt x="10224" y="1277"/>
                    <a:pt x="11502" y="0"/>
                  </a:cubicBezTo>
                  <a:cubicBezTo>
                    <a:pt x="9585" y="1277"/>
                    <a:pt x="7668" y="1915"/>
                    <a:pt x="5751" y="1915"/>
                  </a:cubicBezTo>
                  <a:cubicBezTo>
                    <a:pt x="3834" y="1915"/>
                    <a:pt x="1278" y="1277"/>
                    <a:pt x="0" y="0"/>
                  </a:cubicBezTo>
                  <a:close/>
                </a:path>
              </a:pathLst>
            </a:custGeom>
            <a:solidFill>
              <a:srgbClr val="005587"/>
            </a:solidFill>
            <a:ln w="6390" cap="flat">
              <a:noFill/>
              <a:prstDash val="solid"/>
              <a:miter/>
            </a:ln>
          </p:spPr>
          <p:txBody>
            <a:bodyPr rtlCol="0" anchor="ctr"/>
            <a:lstStyle/>
            <a:p>
              <a:endParaRPr lang="en-US"/>
            </a:p>
          </p:txBody>
        </p:sp>
        <p:sp>
          <p:nvSpPr>
            <p:cNvPr id="1130" name="Graphic 4">
              <a:extLst>
                <a:ext uri="{FF2B5EF4-FFF2-40B4-BE49-F238E27FC236}">
                  <a16:creationId xmlns:a16="http://schemas.microsoft.com/office/drawing/2014/main" id="{F396BA86-96E7-B949-933D-BDBDA4ED681A}"/>
                </a:ext>
              </a:extLst>
            </p:cNvPr>
            <p:cNvSpPr/>
            <p:nvPr/>
          </p:nvSpPr>
          <p:spPr>
            <a:xfrm>
              <a:off x="1133574" y="1135234"/>
              <a:ext cx="7667" cy="7660"/>
            </a:xfrm>
            <a:custGeom>
              <a:avLst/>
              <a:gdLst>
                <a:gd name="connsiteX0" fmla="*/ 7668 w 7667"/>
                <a:gd name="connsiteY0" fmla="*/ 3830 h 7660"/>
                <a:gd name="connsiteX1" fmla="*/ 3834 w 7667"/>
                <a:gd name="connsiteY1" fmla="*/ 7661 h 7660"/>
                <a:gd name="connsiteX2" fmla="*/ 0 w 7667"/>
                <a:gd name="connsiteY2" fmla="*/ 3830 h 7660"/>
                <a:gd name="connsiteX3" fmla="*/ 3834 w 7667"/>
                <a:gd name="connsiteY3" fmla="*/ 0 h 7660"/>
                <a:gd name="connsiteX4" fmla="*/ 7668 w 7667"/>
                <a:gd name="connsiteY4" fmla="*/ 3830 h 7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7" h="7660">
                  <a:moveTo>
                    <a:pt x="7668" y="3830"/>
                  </a:moveTo>
                  <a:cubicBezTo>
                    <a:pt x="7668" y="5946"/>
                    <a:pt x="5951" y="7661"/>
                    <a:pt x="3834" y="7661"/>
                  </a:cubicBezTo>
                  <a:cubicBezTo>
                    <a:pt x="1716" y="7661"/>
                    <a:pt x="0" y="5946"/>
                    <a:pt x="0" y="3830"/>
                  </a:cubicBezTo>
                  <a:cubicBezTo>
                    <a:pt x="0" y="1715"/>
                    <a:pt x="1716" y="0"/>
                    <a:pt x="3834" y="0"/>
                  </a:cubicBezTo>
                  <a:cubicBezTo>
                    <a:pt x="5951" y="0"/>
                    <a:pt x="7668" y="1715"/>
                    <a:pt x="7668" y="3830"/>
                  </a:cubicBezTo>
                  <a:close/>
                </a:path>
              </a:pathLst>
            </a:custGeom>
            <a:solidFill>
              <a:srgbClr val="005587"/>
            </a:solidFill>
            <a:ln w="6390" cap="flat">
              <a:noFill/>
              <a:prstDash val="solid"/>
              <a:miter/>
            </a:ln>
          </p:spPr>
          <p:txBody>
            <a:bodyPr rtlCol="0" anchor="ctr"/>
            <a:lstStyle/>
            <a:p>
              <a:endParaRPr lang="en-US"/>
            </a:p>
          </p:txBody>
        </p:sp>
        <p:sp>
          <p:nvSpPr>
            <p:cNvPr id="1131" name="Graphic 4">
              <a:extLst>
                <a:ext uri="{FF2B5EF4-FFF2-40B4-BE49-F238E27FC236}">
                  <a16:creationId xmlns:a16="http://schemas.microsoft.com/office/drawing/2014/main" id="{96A7BF76-7BEA-3149-90F5-ECEF8420E4B7}"/>
                </a:ext>
              </a:extLst>
            </p:cNvPr>
            <p:cNvSpPr/>
            <p:nvPr/>
          </p:nvSpPr>
          <p:spPr>
            <a:xfrm>
              <a:off x="1147632" y="1149279"/>
              <a:ext cx="7667" cy="7660"/>
            </a:xfrm>
            <a:custGeom>
              <a:avLst/>
              <a:gdLst>
                <a:gd name="connsiteX0" fmla="*/ 3834 w 7667"/>
                <a:gd name="connsiteY0" fmla="*/ 0 h 7660"/>
                <a:gd name="connsiteX1" fmla="*/ 0 w 7667"/>
                <a:gd name="connsiteY1" fmla="*/ 3830 h 7660"/>
                <a:gd name="connsiteX2" fmla="*/ 3834 w 7667"/>
                <a:gd name="connsiteY2" fmla="*/ 7661 h 7660"/>
                <a:gd name="connsiteX3" fmla="*/ 7668 w 7667"/>
                <a:gd name="connsiteY3" fmla="*/ 3830 h 7660"/>
                <a:gd name="connsiteX4" fmla="*/ 3834 w 7667"/>
                <a:gd name="connsiteY4" fmla="*/ 0 h 7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7" h="7660">
                  <a:moveTo>
                    <a:pt x="3834" y="0"/>
                  </a:moveTo>
                  <a:cubicBezTo>
                    <a:pt x="1278" y="0"/>
                    <a:pt x="0" y="1915"/>
                    <a:pt x="0" y="3830"/>
                  </a:cubicBezTo>
                  <a:cubicBezTo>
                    <a:pt x="0" y="5746"/>
                    <a:pt x="1917" y="7661"/>
                    <a:pt x="3834" y="7661"/>
                  </a:cubicBezTo>
                  <a:cubicBezTo>
                    <a:pt x="5751" y="7661"/>
                    <a:pt x="7668" y="5746"/>
                    <a:pt x="7668" y="3830"/>
                  </a:cubicBezTo>
                  <a:cubicBezTo>
                    <a:pt x="7668" y="1915"/>
                    <a:pt x="6390" y="0"/>
                    <a:pt x="3834" y="0"/>
                  </a:cubicBezTo>
                  <a:close/>
                </a:path>
              </a:pathLst>
            </a:custGeom>
            <a:solidFill>
              <a:srgbClr val="005587"/>
            </a:solidFill>
            <a:ln w="6390" cap="flat">
              <a:noFill/>
              <a:prstDash val="solid"/>
              <a:miter/>
            </a:ln>
          </p:spPr>
          <p:txBody>
            <a:bodyPr rtlCol="0" anchor="ctr"/>
            <a:lstStyle/>
            <a:p>
              <a:endParaRPr lang="en-US"/>
            </a:p>
          </p:txBody>
        </p:sp>
        <p:sp>
          <p:nvSpPr>
            <p:cNvPr id="1132" name="Graphic 4">
              <a:extLst>
                <a:ext uri="{FF2B5EF4-FFF2-40B4-BE49-F238E27FC236}">
                  <a16:creationId xmlns:a16="http://schemas.microsoft.com/office/drawing/2014/main" id="{8322FC30-B750-0E45-84ED-DF01B6FBE9DF}"/>
                </a:ext>
              </a:extLst>
            </p:cNvPr>
            <p:cNvSpPr/>
            <p:nvPr/>
          </p:nvSpPr>
          <p:spPr>
            <a:xfrm>
              <a:off x="998747" y="1116082"/>
              <a:ext cx="174445" cy="74054"/>
            </a:xfrm>
            <a:custGeom>
              <a:avLst/>
              <a:gdLst>
                <a:gd name="connsiteX0" fmla="*/ 138662 w 174445"/>
                <a:gd name="connsiteY0" fmla="*/ 0 h 74054"/>
                <a:gd name="connsiteX1" fmla="*/ 37062 w 174445"/>
                <a:gd name="connsiteY1" fmla="*/ 0 h 74054"/>
                <a:gd name="connsiteX2" fmla="*/ 0 w 174445"/>
                <a:gd name="connsiteY2" fmla="*/ 37027 h 74054"/>
                <a:gd name="connsiteX3" fmla="*/ 37062 w 174445"/>
                <a:gd name="connsiteY3" fmla="*/ 74054 h 74054"/>
                <a:gd name="connsiteX4" fmla="*/ 64538 w 174445"/>
                <a:gd name="connsiteY4" fmla="*/ 61925 h 74054"/>
                <a:gd name="connsiteX5" fmla="*/ 69011 w 174445"/>
                <a:gd name="connsiteY5" fmla="*/ 60009 h 74054"/>
                <a:gd name="connsiteX6" fmla="*/ 105434 w 174445"/>
                <a:gd name="connsiteY6" fmla="*/ 60009 h 74054"/>
                <a:gd name="connsiteX7" fmla="*/ 109907 w 174445"/>
                <a:gd name="connsiteY7" fmla="*/ 61925 h 74054"/>
                <a:gd name="connsiteX8" fmla="*/ 137384 w 174445"/>
                <a:gd name="connsiteY8" fmla="*/ 74054 h 74054"/>
                <a:gd name="connsiteX9" fmla="*/ 174445 w 174445"/>
                <a:gd name="connsiteY9" fmla="*/ 37027 h 74054"/>
                <a:gd name="connsiteX10" fmla="*/ 138662 w 174445"/>
                <a:gd name="connsiteY10" fmla="*/ 0 h 74054"/>
                <a:gd name="connsiteX11" fmla="*/ 58787 w 174445"/>
                <a:gd name="connsiteY11" fmla="*/ 43411 h 74054"/>
                <a:gd name="connsiteX12" fmla="*/ 43452 w 174445"/>
                <a:gd name="connsiteY12" fmla="*/ 43411 h 74054"/>
                <a:gd name="connsiteX13" fmla="*/ 43452 w 174445"/>
                <a:gd name="connsiteY13" fmla="*/ 58733 h 74054"/>
                <a:gd name="connsiteX14" fmla="*/ 30672 w 174445"/>
                <a:gd name="connsiteY14" fmla="*/ 58733 h 74054"/>
                <a:gd name="connsiteX15" fmla="*/ 30672 w 174445"/>
                <a:gd name="connsiteY15" fmla="*/ 43411 h 74054"/>
                <a:gd name="connsiteX16" fmla="*/ 15336 w 174445"/>
                <a:gd name="connsiteY16" fmla="*/ 43411 h 74054"/>
                <a:gd name="connsiteX17" fmla="*/ 15336 w 174445"/>
                <a:gd name="connsiteY17" fmla="*/ 30643 h 74054"/>
                <a:gd name="connsiteX18" fmla="*/ 30672 w 174445"/>
                <a:gd name="connsiteY18" fmla="*/ 30643 h 74054"/>
                <a:gd name="connsiteX19" fmla="*/ 30672 w 174445"/>
                <a:gd name="connsiteY19" fmla="*/ 15322 h 74054"/>
                <a:gd name="connsiteX20" fmla="*/ 43452 w 174445"/>
                <a:gd name="connsiteY20" fmla="*/ 15322 h 74054"/>
                <a:gd name="connsiteX21" fmla="*/ 43452 w 174445"/>
                <a:gd name="connsiteY21" fmla="*/ 30643 h 74054"/>
                <a:gd name="connsiteX22" fmla="*/ 58787 w 174445"/>
                <a:gd name="connsiteY22" fmla="*/ 30643 h 74054"/>
                <a:gd name="connsiteX23" fmla="*/ 58787 w 174445"/>
                <a:gd name="connsiteY23" fmla="*/ 43411 h 74054"/>
                <a:gd name="connsiteX24" fmla="*/ 95210 w 174445"/>
                <a:gd name="connsiteY24" fmla="*/ 43411 h 74054"/>
                <a:gd name="connsiteX25" fmla="*/ 80513 w 174445"/>
                <a:gd name="connsiteY25" fmla="*/ 43411 h 74054"/>
                <a:gd name="connsiteX26" fmla="*/ 80513 w 174445"/>
                <a:gd name="connsiteY26" fmla="*/ 30643 h 74054"/>
                <a:gd name="connsiteX27" fmla="*/ 95210 w 174445"/>
                <a:gd name="connsiteY27" fmla="*/ 30643 h 74054"/>
                <a:gd name="connsiteX28" fmla="*/ 95210 w 174445"/>
                <a:gd name="connsiteY28" fmla="*/ 43411 h 74054"/>
                <a:gd name="connsiteX29" fmla="*/ 152719 w 174445"/>
                <a:gd name="connsiteY29" fmla="*/ 47880 h 74054"/>
                <a:gd name="connsiteX30" fmla="*/ 146969 w 174445"/>
                <a:gd name="connsiteY30" fmla="*/ 45965 h 74054"/>
                <a:gd name="connsiteX31" fmla="*/ 148886 w 174445"/>
                <a:gd name="connsiteY31" fmla="*/ 51710 h 74054"/>
                <a:gd name="connsiteX32" fmla="*/ 138662 w 174445"/>
                <a:gd name="connsiteY32" fmla="*/ 61925 h 74054"/>
                <a:gd name="connsiteX33" fmla="*/ 128438 w 174445"/>
                <a:gd name="connsiteY33" fmla="*/ 51710 h 74054"/>
                <a:gd name="connsiteX34" fmla="*/ 130355 w 174445"/>
                <a:gd name="connsiteY34" fmla="*/ 45965 h 74054"/>
                <a:gd name="connsiteX35" fmla="*/ 124604 w 174445"/>
                <a:gd name="connsiteY35" fmla="*/ 47880 h 74054"/>
                <a:gd name="connsiteX36" fmla="*/ 114380 w 174445"/>
                <a:gd name="connsiteY36" fmla="*/ 37666 h 74054"/>
                <a:gd name="connsiteX37" fmla="*/ 124604 w 174445"/>
                <a:gd name="connsiteY37" fmla="*/ 27451 h 74054"/>
                <a:gd name="connsiteX38" fmla="*/ 130355 w 174445"/>
                <a:gd name="connsiteY38" fmla="*/ 29366 h 74054"/>
                <a:gd name="connsiteX39" fmla="*/ 128438 w 174445"/>
                <a:gd name="connsiteY39" fmla="*/ 23621 h 74054"/>
                <a:gd name="connsiteX40" fmla="*/ 138662 w 174445"/>
                <a:gd name="connsiteY40" fmla="*/ 13406 h 74054"/>
                <a:gd name="connsiteX41" fmla="*/ 148886 w 174445"/>
                <a:gd name="connsiteY41" fmla="*/ 23621 h 74054"/>
                <a:gd name="connsiteX42" fmla="*/ 146969 w 174445"/>
                <a:gd name="connsiteY42" fmla="*/ 29366 h 74054"/>
                <a:gd name="connsiteX43" fmla="*/ 152719 w 174445"/>
                <a:gd name="connsiteY43" fmla="*/ 27451 h 74054"/>
                <a:gd name="connsiteX44" fmla="*/ 162943 w 174445"/>
                <a:gd name="connsiteY44" fmla="*/ 37666 h 74054"/>
                <a:gd name="connsiteX45" fmla="*/ 152719 w 174445"/>
                <a:gd name="connsiteY45" fmla="*/ 47880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74445" h="74054">
                  <a:moveTo>
                    <a:pt x="138662" y="0"/>
                  </a:moveTo>
                  <a:lnTo>
                    <a:pt x="37062" y="0"/>
                  </a:lnTo>
                  <a:cubicBezTo>
                    <a:pt x="16614" y="0"/>
                    <a:pt x="0" y="16598"/>
                    <a:pt x="0" y="37027"/>
                  </a:cubicBezTo>
                  <a:cubicBezTo>
                    <a:pt x="0" y="57456"/>
                    <a:pt x="16614" y="74054"/>
                    <a:pt x="37062" y="74054"/>
                  </a:cubicBezTo>
                  <a:cubicBezTo>
                    <a:pt x="47925" y="74054"/>
                    <a:pt x="57509" y="69585"/>
                    <a:pt x="64538" y="61925"/>
                  </a:cubicBezTo>
                  <a:cubicBezTo>
                    <a:pt x="65816" y="60648"/>
                    <a:pt x="67733" y="60009"/>
                    <a:pt x="69011" y="60009"/>
                  </a:cubicBezTo>
                  <a:lnTo>
                    <a:pt x="105434" y="60009"/>
                  </a:lnTo>
                  <a:cubicBezTo>
                    <a:pt x="107351" y="60009"/>
                    <a:pt x="109268" y="60648"/>
                    <a:pt x="109907" y="61925"/>
                  </a:cubicBezTo>
                  <a:cubicBezTo>
                    <a:pt x="116936" y="69585"/>
                    <a:pt x="127160" y="74054"/>
                    <a:pt x="137384" y="74054"/>
                  </a:cubicBezTo>
                  <a:cubicBezTo>
                    <a:pt x="157831" y="74054"/>
                    <a:pt x="174445" y="57456"/>
                    <a:pt x="174445" y="37027"/>
                  </a:cubicBezTo>
                  <a:cubicBezTo>
                    <a:pt x="174445" y="16598"/>
                    <a:pt x="159109" y="0"/>
                    <a:pt x="138662" y="0"/>
                  </a:cubicBezTo>
                  <a:close/>
                  <a:moveTo>
                    <a:pt x="58787" y="43411"/>
                  </a:moveTo>
                  <a:lnTo>
                    <a:pt x="43452" y="43411"/>
                  </a:lnTo>
                  <a:lnTo>
                    <a:pt x="43452" y="58733"/>
                  </a:lnTo>
                  <a:lnTo>
                    <a:pt x="30672" y="58733"/>
                  </a:lnTo>
                  <a:lnTo>
                    <a:pt x="30672" y="43411"/>
                  </a:lnTo>
                  <a:lnTo>
                    <a:pt x="15336" y="43411"/>
                  </a:lnTo>
                  <a:lnTo>
                    <a:pt x="15336" y="30643"/>
                  </a:lnTo>
                  <a:lnTo>
                    <a:pt x="30672" y="30643"/>
                  </a:lnTo>
                  <a:lnTo>
                    <a:pt x="30672" y="15322"/>
                  </a:lnTo>
                  <a:lnTo>
                    <a:pt x="43452" y="15322"/>
                  </a:lnTo>
                  <a:lnTo>
                    <a:pt x="43452" y="30643"/>
                  </a:lnTo>
                  <a:lnTo>
                    <a:pt x="58787" y="30643"/>
                  </a:lnTo>
                  <a:lnTo>
                    <a:pt x="58787" y="43411"/>
                  </a:lnTo>
                  <a:close/>
                  <a:moveTo>
                    <a:pt x="95210" y="43411"/>
                  </a:moveTo>
                  <a:lnTo>
                    <a:pt x="80513" y="43411"/>
                  </a:lnTo>
                  <a:lnTo>
                    <a:pt x="80513" y="30643"/>
                  </a:lnTo>
                  <a:lnTo>
                    <a:pt x="95210" y="30643"/>
                  </a:lnTo>
                  <a:lnTo>
                    <a:pt x="95210" y="43411"/>
                  </a:lnTo>
                  <a:close/>
                  <a:moveTo>
                    <a:pt x="152719" y="47880"/>
                  </a:moveTo>
                  <a:cubicBezTo>
                    <a:pt x="150802" y="47880"/>
                    <a:pt x="148247" y="47242"/>
                    <a:pt x="146969" y="45965"/>
                  </a:cubicBezTo>
                  <a:cubicBezTo>
                    <a:pt x="148247" y="47880"/>
                    <a:pt x="148886" y="49795"/>
                    <a:pt x="148886" y="51710"/>
                  </a:cubicBezTo>
                  <a:cubicBezTo>
                    <a:pt x="148886" y="57456"/>
                    <a:pt x="144413" y="61925"/>
                    <a:pt x="138662" y="61925"/>
                  </a:cubicBezTo>
                  <a:cubicBezTo>
                    <a:pt x="132911" y="61925"/>
                    <a:pt x="128438" y="57456"/>
                    <a:pt x="128438" y="51710"/>
                  </a:cubicBezTo>
                  <a:cubicBezTo>
                    <a:pt x="128438" y="49795"/>
                    <a:pt x="129077" y="47242"/>
                    <a:pt x="130355" y="45965"/>
                  </a:cubicBezTo>
                  <a:cubicBezTo>
                    <a:pt x="128438" y="47242"/>
                    <a:pt x="126521" y="47880"/>
                    <a:pt x="124604" y="47880"/>
                  </a:cubicBezTo>
                  <a:cubicBezTo>
                    <a:pt x="118853" y="47880"/>
                    <a:pt x="114380" y="43411"/>
                    <a:pt x="114380" y="37666"/>
                  </a:cubicBezTo>
                  <a:cubicBezTo>
                    <a:pt x="114380" y="31920"/>
                    <a:pt x="118853" y="27451"/>
                    <a:pt x="124604" y="27451"/>
                  </a:cubicBezTo>
                  <a:cubicBezTo>
                    <a:pt x="126521" y="27451"/>
                    <a:pt x="129077" y="28090"/>
                    <a:pt x="130355" y="29366"/>
                  </a:cubicBezTo>
                  <a:cubicBezTo>
                    <a:pt x="129077" y="27451"/>
                    <a:pt x="128438" y="25536"/>
                    <a:pt x="128438" y="23621"/>
                  </a:cubicBezTo>
                  <a:cubicBezTo>
                    <a:pt x="128438" y="17875"/>
                    <a:pt x="132911" y="13406"/>
                    <a:pt x="138662" y="13406"/>
                  </a:cubicBezTo>
                  <a:cubicBezTo>
                    <a:pt x="144413" y="13406"/>
                    <a:pt x="148886" y="17875"/>
                    <a:pt x="148886" y="23621"/>
                  </a:cubicBezTo>
                  <a:cubicBezTo>
                    <a:pt x="148886" y="25536"/>
                    <a:pt x="148247" y="28090"/>
                    <a:pt x="146969" y="29366"/>
                  </a:cubicBezTo>
                  <a:cubicBezTo>
                    <a:pt x="148886" y="28090"/>
                    <a:pt x="150802" y="27451"/>
                    <a:pt x="152719" y="27451"/>
                  </a:cubicBezTo>
                  <a:cubicBezTo>
                    <a:pt x="158470" y="27451"/>
                    <a:pt x="162943" y="31920"/>
                    <a:pt x="162943" y="37666"/>
                  </a:cubicBezTo>
                  <a:cubicBezTo>
                    <a:pt x="162943" y="43411"/>
                    <a:pt x="158470" y="47880"/>
                    <a:pt x="152719" y="47880"/>
                  </a:cubicBezTo>
                  <a:close/>
                </a:path>
              </a:pathLst>
            </a:custGeom>
            <a:solidFill>
              <a:srgbClr val="005587"/>
            </a:solidFill>
            <a:ln w="6390" cap="flat">
              <a:noFill/>
              <a:prstDash val="solid"/>
              <a:miter/>
            </a:ln>
          </p:spPr>
          <p:txBody>
            <a:bodyPr rtlCol="0" anchor="ctr"/>
            <a:lstStyle/>
            <a:p>
              <a:endParaRPr lang="en-US"/>
            </a:p>
          </p:txBody>
        </p:sp>
        <p:sp>
          <p:nvSpPr>
            <p:cNvPr id="1133" name="Graphic 4">
              <a:extLst>
                <a:ext uri="{FF2B5EF4-FFF2-40B4-BE49-F238E27FC236}">
                  <a16:creationId xmlns:a16="http://schemas.microsoft.com/office/drawing/2014/main" id="{9E13581A-157B-CB40-8EF3-CF9DAE208F99}"/>
                </a:ext>
              </a:extLst>
            </p:cNvPr>
            <p:cNvSpPr/>
            <p:nvPr/>
          </p:nvSpPr>
          <p:spPr>
            <a:xfrm>
              <a:off x="905454" y="918179"/>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31955 w 361674"/>
                <a:gd name="connsiteY5" fmla="*/ 284726 h 361333"/>
                <a:gd name="connsiteX6" fmla="*/ 196810 w 361674"/>
                <a:gd name="connsiteY6" fmla="*/ 270042 h 361333"/>
                <a:gd name="connsiteX7" fmla="*/ 165499 w 361674"/>
                <a:gd name="connsiteY7" fmla="*/ 270042 h 361333"/>
                <a:gd name="connsiteX8" fmla="*/ 130355 w 361674"/>
                <a:gd name="connsiteY8" fmla="*/ 284726 h 361333"/>
                <a:gd name="connsiteX9" fmla="*/ 80513 w 361674"/>
                <a:gd name="connsiteY9" fmla="*/ 234931 h 361333"/>
                <a:gd name="connsiteX10" fmla="*/ 130355 w 361674"/>
                <a:gd name="connsiteY10" fmla="*/ 185135 h 361333"/>
                <a:gd name="connsiteX11" fmla="*/ 174445 w 361674"/>
                <a:gd name="connsiteY11" fmla="*/ 185135 h 361333"/>
                <a:gd name="connsiteX12" fmla="*/ 174445 w 361674"/>
                <a:gd name="connsiteY12" fmla="*/ 176836 h 361333"/>
                <a:gd name="connsiteX13" fmla="*/ 195532 w 361674"/>
                <a:gd name="connsiteY13" fmla="*/ 155769 h 361333"/>
                <a:gd name="connsiteX14" fmla="*/ 231955 w 361674"/>
                <a:gd name="connsiteY14" fmla="*/ 155769 h 361333"/>
                <a:gd name="connsiteX15" fmla="*/ 240262 w 361674"/>
                <a:gd name="connsiteY15" fmla="*/ 147470 h 361333"/>
                <a:gd name="connsiteX16" fmla="*/ 231955 w 361674"/>
                <a:gd name="connsiteY16" fmla="*/ 139171 h 361333"/>
                <a:gd name="connsiteX17" fmla="*/ 137384 w 361674"/>
                <a:gd name="connsiteY17" fmla="*/ 139171 h 361333"/>
                <a:gd name="connsiteX18" fmla="*/ 116297 w 361674"/>
                <a:gd name="connsiteY18" fmla="*/ 118104 h 361333"/>
                <a:gd name="connsiteX19" fmla="*/ 137384 w 361674"/>
                <a:gd name="connsiteY19" fmla="*/ 97037 h 361333"/>
                <a:gd name="connsiteX20" fmla="*/ 180835 w 361674"/>
                <a:gd name="connsiteY20" fmla="*/ 97037 h 361333"/>
                <a:gd name="connsiteX21" fmla="*/ 189142 w 361674"/>
                <a:gd name="connsiteY21" fmla="*/ 88737 h 361333"/>
                <a:gd name="connsiteX22" fmla="*/ 189142 w 361674"/>
                <a:gd name="connsiteY22" fmla="*/ 81715 h 361333"/>
                <a:gd name="connsiteX23" fmla="*/ 195532 w 361674"/>
                <a:gd name="connsiteY23" fmla="*/ 75331 h 361333"/>
                <a:gd name="connsiteX24" fmla="*/ 201922 w 361674"/>
                <a:gd name="connsiteY24" fmla="*/ 81715 h 361333"/>
                <a:gd name="connsiteX25" fmla="*/ 201922 w 361674"/>
                <a:gd name="connsiteY25" fmla="*/ 88737 h 361333"/>
                <a:gd name="connsiteX26" fmla="*/ 180835 w 361674"/>
                <a:gd name="connsiteY26" fmla="*/ 109804 h 361333"/>
                <a:gd name="connsiteX27" fmla="*/ 137384 w 361674"/>
                <a:gd name="connsiteY27" fmla="*/ 109804 h 361333"/>
                <a:gd name="connsiteX28" fmla="*/ 129077 w 361674"/>
                <a:gd name="connsiteY28" fmla="*/ 118104 h 361333"/>
                <a:gd name="connsiteX29" fmla="*/ 137384 w 361674"/>
                <a:gd name="connsiteY29" fmla="*/ 126403 h 361333"/>
                <a:gd name="connsiteX30" fmla="*/ 231955 w 361674"/>
                <a:gd name="connsiteY30" fmla="*/ 126403 h 361333"/>
                <a:gd name="connsiteX31" fmla="*/ 253042 w 361674"/>
                <a:gd name="connsiteY31" fmla="*/ 147470 h 361333"/>
                <a:gd name="connsiteX32" fmla="*/ 231955 w 361674"/>
                <a:gd name="connsiteY32" fmla="*/ 168537 h 361333"/>
                <a:gd name="connsiteX33" fmla="*/ 195532 w 361674"/>
                <a:gd name="connsiteY33" fmla="*/ 168537 h 361333"/>
                <a:gd name="connsiteX34" fmla="*/ 187225 w 361674"/>
                <a:gd name="connsiteY34" fmla="*/ 176836 h 361333"/>
                <a:gd name="connsiteX35" fmla="*/ 187225 w 361674"/>
                <a:gd name="connsiteY35" fmla="*/ 185135 h 361333"/>
                <a:gd name="connsiteX36" fmla="*/ 231316 w 361674"/>
                <a:gd name="connsiteY36" fmla="*/ 185135 h 361333"/>
                <a:gd name="connsiteX37" fmla="*/ 281157 w 361674"/>
                <a:gd name="connsiteY37" fmla="*/ 234931 h 361333"/>
                <a:gd name="connsiteX38" fmla="*/ 231955 w 361674"/>
                <a:gd name="connsiteY38" fmla="*/ 28472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1674"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09" y="81077"/>
                    <a:pt x="281157" y="0"/>
                    <a:pt x="180835" y="0"/>
                  </a:cubicBezTo>
                  <a:close/>
                  <a:moveTo>
                    <a:pt x="231955" y="284726"/>
                  </a:moveTo>
                  <a:cubicBezTo>
                    <a:pt x="218536" y="284726"/>
                    <a:pt x="205756" y="279618"/>
                    <a:pt x="196810" y="270042"/>
                  </a:cubicBezTo>
                  <a:lnTo>
                    <a:pt x="165499" y="270042"/>
                  </a:lnTo>
                  <a:cubicBezTo>
                    <a:pt x="155915" y="278980"/>
                    <a:pt x="143774" y="284726"/>
                    <a:pt x="130355" y="284726"/>
                  </a:cubicBezTo>
                  <a:cubicBezTo>
                    <a:pt x="102878" y="284726"/>
                    <a:pt x="80513" y="262382"/>
                    <a:pt x="80513" y="234931"/>
                  </a:cubicBezTo>
                  <a:cubicBezTo>
                    <a:pt x="80513" y="207479"/>
                    <a:pt x="102878" y="185135"/>
                    <a:pt x="130355" y="185135"/>
                  </a:cubicBezTo>
                  <a:lnTo>
                    <a:pt x="174445" y="185135"/>
                  </a:lnTo>
                  <a:lnTo>
                    <a:pt x="174445" y="176836"/>
                  </a:lnTo>
                  <a:cubicBezTo>
                    <a:pt x="174445" y="165345"/>
                    <a:pt x="184030" y="155769"/>
                    <a:pt x="195532" y="155769"/>
                  </a:cubicBezTo>
                  <a:lnTo>
                    <a:pt x="231955" y="155769"/>
                  </a:lnTo>
                  <a:cubicBezTo>
                    <a:pt x="236428" y="155769"/>
                    <a:pt x="240262" y="151939"/>
                    <a:pt x="240262" y="147470"/>
                  </a:cubicBezTo>
                  <a:cubicBezTo>
                    <a:pt x="240262" y="143001"/>
                    <a:pt x="236428" y="139171"/>
                    <a:pt x="231955" y="139171"/>
                  </a:cubicBezTo>
                  <a:lnTo>
                    <a:pt x="137384" y="139171"/>
                  </a:lnTo>
                  <a:cubicBezTo>
                    <a:pt x="125882" y="139171"/>
                    <a:pt x="116297" y="129595"/>
                    <a:pt x="116297" y="118104"/>
                  </a:cubicBezTo>
                  <a:cubicBezTo>
                    <a:pt x="116297" y="106612"/>
                    <a:pt x="125882" y="97037"/>
                    <a:pt x="137384" y="97037"/>
                  </a:cubicBezTo>
                  <a:lnTo>
                    <a:pt x="180835" y="97037"/>
                  </a:lnTo>
                  <a:cubicBezTo>
                    <a:pt x="185308" y="97037"/>
                    <a:pt x="189142" y="93206"/>
                    <a:pt x="189142" y="88737"/>
                  </a:cubicBezTo>
                  <a:lnTo>
                    <a:pt x="189142" y="81715"/>
                  </a:lnTo>
                  <a:cubicBezTo>
                    <a:pt x="189142" y="77885"/>
                    <a:pt x="191698" y="75331"/>
                    <a:pt x="195532" y="75331"/>
                  </a:cubicBezTo>
                  <a:cubicBezTo>
                    <a:pt x="199366" y="75331"/>
                    <a:pt x="201922" y="77885"/>
                    <a:pt x="201922" y="81715"/>
                  </a:cubicBezTo>
                  <a:lnTo>
                    <a:pt x="201922" y="88737"/>
                  </a:lnTo>
                  <a:cubicBezTo>
                    <a:pt x="201922" y="100229"/>
                    <a:pt x="192337" y="109804"/>
                    <a:pt x="180835" y="109804"/>
                  </a:cubicBezTo>
                  <a:lnTo>
                    <a:pt x="137384" y="109804"/>
                  </a:lnTo>
                  <a:cubicBezTo>
                    <a:pt x="132911" y="109804"/>
                    <a:pt x="129077" y="113635"/>
                    <a:pt x="129077" y="118104"/>
                  </a:cubicBezTo>
                  <a:cubicBezTo>
                    <a:pt x="129077" y="122572"/>
                    <a:pt x="132911" y="126403"/>
                    <a:pt x="137384" y="126403"/>
                  </a:cubicBezTo>
                  <a:lnTo>
                    <a:pt x="231955" y="126403"/>
                  </a:lnTo>
                  <a:cubicBezTo>
                    <a:pt x="243457" y="126403"/>
                    <a:pt x="253042" y="135979"/>
                    <a:pt x="253042" y="147470"/>
                  </a:cubicBezTo>
                  <a:cubicBezTo>
                    <a:pt x="253042" y="158961"/>
                    <a:pt x="243457" y="168537"/>
                    <a:pt x="231955" y="168537"/>
                  </a:cubicBezTo>
                  <a:lnTo>
                    <a:pt x="195532" y="168537"/>
                  </a:lnTo>
                  <a:cubicBezTo>
                    <a:pt x="191059" y="168537"/>
                    <a:pt x="187225" y="172368"/>
                    <a:pt x="187225" y="176836"/>
                  </a:cubicBezTo>
                  <a:lnTo>
                    <a:pt x="187225" y="185135"/>
                  </a:lnTo>
                  <a:lnTo>
                    <a:pt x="231316" y="185135"/>
                  </a:lnTo>
                  <a:cubicBezTo>
                    <a:pt x="258792" y="185135"/>
                    <a:pt x="281157" y="207479"/>
                    <a:pt x="281157" y="234931"/>
                  </a:cubicBezTo>
                  <a:cubicBezTo>
                    <a:pt x="281157" y="262382"/>
                    <a:pt x="259431" y="284726"/>
                    <a:pt x="231955" y="284726"/>
                  </a:cubicBezTo>
                  <a:close/>
                </a:path>
              </a:pathLst>
            </a:custGeom>
            <a:solidFill>
              <a:srgbClr val="005587"/>
            </a:solidFill>
            <a:ln w="6390" cap="flat">
              <a:noFill/>
              <a:prstDash val="solid"/>
              <a:miter/>
            </a:ln>
          </p:spPr>
          <p:txBody>
            <a:bodyPr rtlCol="0" anchor="ctr"/>
            <a:lstStyle/>
            <a:p>
              <a:endParaRPr lang="en-US"/>
            </a:p>
          </p:txBody>
        </p:sp>
      </p:grpSp>
      <p:grpSp>
        <p:nvGrpSpPr>
          <p:cNvPr id="1134" name="Graphic 4">
            <a:extLst>
              <a:ext uri="{FF2B5EF4-FFF2-40B4-BE49-F238E27FC236}">
                <a16:creationId xmlns:a16="http://schemas.microsoft.com/office/drawing/2014/main" id="{FADB22EE-C5E0-684C-9EE2-6EC68746D7CF}"/>
              </a:ext>
            </a:extLst>
          </p:cNvPr>
          <p:cNvGrpSpPr>
            <a:grpSpLocks noChangeAspect="1"/>
          </p:cNvGrpSpPr>
          <p:nvPr/>
        </p:nvGrpSpPr>
        <p:grpSpPr>
          <a:xfrm>
            <a:off x="467743" y="4792617"/>
            <a:ext cx="361670" cy="361333"/>
            <a:chOff x="467743" y="4792617"/>
            <a:chExt cx="361670" cy="361333"/>
          </a:xfrm>
          <a:solidFill>
            <a:srgbClr val="005587"/>
          </a:solidFill>
        </p:grpSpPr>
        <p:sp>
          <p:nvSpPr>
            <p:cNvPr id="1135" name="Graphic 4">
              <a:extLst>
                <a:ext uri="{FF2B5EF4-FFF2-40B4-BE49-F238E27FC236}">
                  <a16:creationId xmlns:a16="http://schemas.microsoft.com/office/drawing/2014/main" id="{BE494101-20F0-5D4A-A222-2F9BF694B52F}"/>
                </a:ext>
              </a:extLst>
            </p:cNvPr>
            <p:cNvSpPr/>
            <p:nvPr/>
          </p:nvSpPr>
          <p:spPr>
            <a:xfrm>
              <a:off x="467743"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4"/>
                    <a:pt x="180835" y="361334"/>
                  </a:cubicBezTo>
                  <a:cubicBezTo>
                    <a:pt x="281157" y="361334"/>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873"/>
                    <a:pt x="273489" y="349204"/>
                    <a:pt x="180835" y="349204"/>
                  </a:cubicBezTo>
                  <a:close/>
                </a:path>
              </a:pathLst>
            </a:custGeom>
            <a:solidFill>
              <a:srgbClr val="005587"/>
            </a:solidFill>
            <a:ln w="6390" cap="flat">
              <a:noFill/>
              <a:prstDash val="solid"/>
              <a:miter/>
            </a:ln>
          </p:spPr>
          <p:txBody>
            <a:bodyPr rtlCol="0" anchor="ctr"/>
            <a:lstStyle/>
            <a:p>
              <a:endParaRPr lang="en-US"/>
            </a:p>
          </p:txBody>
        </p:sp>
        <p:sp>
          <p:nvSpPr>
            <p:cNvPr id="1136" name="Graphic 4">
              <a:extLst>
                <a:ext uri="{FF2B5EF4-FFF2-40B4-BE49-F238E27FC236}">
                  <a16:creationId xmlns:a16="http://schemas.microsoft.com/office/drawing/2014/main" id="{2931E368-EE6A-F147-803B-23054B05AA15}"/>
                </a:ext>
              </a:extLst>
            </p:cNvPr>
            <p:cNvSpPr/>
            <p:nvPr/>
          </p:nvSpPr>
          <p:spPr>
            <a:xfrm>
              <a:off x="522057" y="4889654"/>
              <a:ext cx="253041" cy="167260"/>
            </a:xfrm>
            <a:custGeom>
              <a:avLst/>
              <a:gdLst>
                <a:gd name="connsiteX0" fmla="*/ 203839 w 253041"/>
                <a:gd name="connsiteY0" fmla="*/ 68947 h 167260"/>
                <a:gd name="connsiteX1" fmla="*/ 185947 w 253041"/>
                <a:gd name="connsiteY1" fmla="*/ 72139 h 167260"/>
                <a:gd name="connsiteX2" fmla="*/ 166777 w 253041"/>
                <a:gd name="connsiteY2" fmla="*/ 38304 h 167260"/>
                <a:gd name="connsiteX3" fmla="*/ 173806 w 253041"/>
                <a:gd name="connsiteY3" fmla="*/ 21706 h 167260"/>
                <a:gd name="connsiteX4" fmla="*/ 186586 w 253041"/>
                <a:gd name="connsiteY4" fmla="*/ 21706 h 167260"/>
                <a:gd name="connsiteX5" fmla="*/ 192976 w 253041"/>
                <a:gd name="connsiteY5" fmla="*/ 15322 h 167260"/>
                <a:gd name="connsiteX6" fmla="*/ 186586 w 253041"/>
                <a:gd name="connsiteY6" fmla="*/ 8938 h 167260"/>
                <a:gd name="connsiteX7" fmla="*/ 169333 w 253041"/>
                <a:gd name="connsiteY7" fmla="*/ 8938 h 167260"/>
                <a:gd name="connsiteX8" fmla="*/ 169333 w 253041"/>
                <a:gd name="connsiteY8" fmla="*/ 8938 h 167260"/>
                <a:gd name="connsiteX9" fmla="*/ 152081 w 253041"/>
                <a:gd name="connsiteY9" fmla="*/ 8938 h 167260"/>
                <a:gd name="connsiteX10" fmla="*/ 145691 w 253041"/>
                <a:gd name="connsiteY10" fmla="*/ 15322 h 167260"/>
                <a:gd name="connsiteX11" fmla="*/ 152081 w 253041"/>
                <a:gd name="connsiteY11" fmla="*/ 21706 h 167260"/>
                <a:gd name="connsiteX12" fmla="*/ 159748 w 253041"/>
                <a:gd name="connsiteY12" fmla="*/ 21706 h 167260"/>
                <a:gd name="connsiteX13" fmla="*/ 154637 w 253041"/>
                <a:gd name="connsiteY13" fmla="*/ 34474 h 167260"/>
                <a:gd name="connsiteX14" fmla="*/ 81791 w 253041"/>
                <a:gd name="connsiteY14" fmla="*/ 34474 h 167260"/>
                <a:gd name="connsiteX15" fmla="*/ 88181 w 253041"/>
                <a:gd name="connsiteY15" fmla="*/ 12768 h 167260"/>
                <a:gd name="connsiteX16" fmla="*/ 100961 w 253041"/>
                <a:gd name="connsiteY16" fmla="*/ 12768 h 167260"/>
                <a:gd name="connsiteX17" fmla="*/ 107351 w 253041"/>
                <a:gd name="connsiteY17" fmla="*/ 6384 h 167260"/>
                <a:gd name="connsiteX18" fmla="*/ 100961 w 253041"/>
                <a:gd name="connsiteY18" fmla="*/ 0 h 167260"/>
                <a:gd name="connsiteX19" fmla="*/ 83708 w 253041"/>
                <a:gd name="connsiteY19" fmla="*/ 0 h 167260"/>
                <a:gd name="connsiteX20" fmla="*/ 77318 w 253041"/>
                <a:gd name="connsiteY20" fmla="*/ 4469 h 167260"/>
                <a:gd name="connsiteX21" fmla="*/ 57509 w 253041"/>
                <a:gd name="connsiteY21" fmla="*/ 69586 h 167260"/>
                <a:gd name="connsiteX22" fmla="*/ 49203 w 253041"/>
                <a:gd name="connsiteY22" fmla="*/ 68947 h 167260"/>
                <a:gd name="connsiteX23" fmla="*/ 0 w 253041"/>
                <a:gd name="connsiteY23" fmla="*/ 118104 h 167260"/>
                <a:gd name="connsiteX24" fmla="*/ 49203 w 253041"/>
                <a:gd name="connsiteY24" fmla="*/ 167260 h 167260"/>
                <a:gd name="connsiteX25" fmla="*/ 98405 w 253041"/>
                <a:gd name="connsiteY25" fmla="*/ 118104 h 167260"/>
                <a:gd name="connsiteX26" fmla="*/ 69650 w 253041"/>
                <a:gd name="connsiteY26" fmla="*/ 73416 h 167260"/>
                <a:gd name="connsiteX27" fmla="*/ 76040 w 253041"/>
                <a:gd name="connsiteY27" fmla="*/ 53626 h 167260"/>
                <a:gd name="connsiteX28" fmla="*/ 121409 w 253041"/>
                <a:gd name="connsiteY28" fmla="*/ 121934 h 167260"/>
                <a:gd name="connsiteX29" fmla="*/ 122048 w 253041"/>
                <a:gd name="connsiteY29" fmla="*/ 122573 h 167260"/>
                <a:gd name="connsiteX30" fmla="*/ 122048 w 253041"/>
                <a:gd name="connsiteY30" fmla="*/ 122573 h 167260"/>
                <a:gd name="connsiteX31" fmla="*/ 122048 w 253041"/>
                <a:gd name="connsiteY31" fmla="*/ 122573 h 167260"/>
                <a:gd name="connsiteX32" fmla="*/ 123965 w 253041"/>
                <a:gd name="connsiteY32" fmla="*/ 123849 h 167260"/>
                <a:gd name="connsiteX33" fmla="*/ 123965 w 253041"/>
                <a:gd name="connsiteY33" fmla="*/ 123849 h 167260"/>
                <a:gd name="connsiteX34" fmla="*/ 123965 w 253041"/>
                <a:gd name="connsiteY34" fmla="*/ 123849 h 167260"/>
                <a:gd name="connsiteX35" fmla="*/ 123965 w 253041"/>
                <a:gd name="connsiteY35" fmla="*/ 123849 h 167260"/>
                <a:gd name="connsiteX36" fmla="*/ 125882 w 253041"/>
                <a:gd name="connsiteY36" fmla="*/ 124488 h 167260"/>
                <a:gd name="connsiteX37" fmla="*/ 125882 w 253041"/>
                <a:gd name="connsiteY37" fmla="*/ 124488 h 167260"/>
                <a:gd name="connsiteX38" fmla="*/ 125882 w 253041"/>
                <a:gd name="connsiteY38" fmla="*/ 124488 h 167260"/>
                <a:gd name="connsiteX39" fmla="*/ 125882 w 253041"/>
                <a:gd name="connsiteY39" fmla="*/ 124488 h 167260"/>
                <a:gd name="connsiteX40" fmla="*/ 154637 w 253041"/>
                <a:gd name="connsiteY40" fmla="*/ 124488 h 167260"/>
                <a:gd name="connsiteX41" fmla="*/ 203839 w 253041"/>
                <a:gd name="connsiteY41" fmla="*/ 167260 h 167260"/>
                <a:gd name="connsiteX42" fmla="*/ 253042 w 253041"/>
                <a:gd name="connsiteY42" fmla="*/ 118104 h 167260"/>
                <a:gd name="connsiteX43" fmla="*/ 203839 w 253041"/>
                <a:gd name="connsiteY43" fmla="*/ 68947 h 167260"/>
                <a:gd name="connsiteX44" fmla="*/ 85625 w 253041"/>
                <a:gd name="connsiteY44" fmla="*/ 118742 h 167260"/>
                <a:gd name="connsiteX45" fmla="*/ 49203 w 253041"/>
                <a:gd name="connsiteY45" fmla="*/ 155131 h 167260"/>
                <a:gd name="connsiteX46" fmla="*/ 12780 w 253041"/>
                <a:gd name="connsiteY46" fmla="*/ 118742 h 167260"/>
                <a:gd name="connsiteX47" fmla="*/ 49203 w 253041"/>
                <a:gd name="connsiteY47" fmla="*/ 82354 h 167260"/>
                <a:gd name="connsiteX48" fmla="*/ 53675 w 253041"/>
                <a:gd name="connsiteY48" fmla="*/ 82354 h 167260"/>
                <a:gd name="connsiteX49" fmla="*/ 42813 w 253041"/>
                <a:gd name="connsiteY49" fmla="*/ 116827 h 167260"/>
                <a:gd name="connsiteX50" fmla="*/ 47286 w 253041"/>
                <a:gd name="connsiteY50" fmla="*/ 124488 h 167260"/>
                <a:gd name="connsiteX51" fmla="*/ 49203 w 253041"/>
                <a:gd name="connsiteY51" fmla="*/ 124488 h 167260"/>
                <a:gd name="connsiteX52" fmla="*/ 55592 w 253041"/>
                <a:gd name="connsiteY52" fmla="*/ 120019 h 167260"/>
                <a:gd name="connsiteX53" fmla="*/ 66455 w 253041"/>
                <a:gd name="connsiteY53" fmla="*/ 85546 h 167260"/>
                <a:gd name="connsiteX54" fmla="*/ 85625 w 253041"/>
                <a:gd name="connsiteY54" fmla="*/ 118742 h 167260"/>
                <a:gd name="connsiteX55" fmla="*/ 174445 w 253041"/>
                <a:gd name="connsiteY55" fmla="*/ 79162 h 167260"/>
                <a:gd name="connsiteX56" fmla="*/ 154637 w 253041"/>
                <a:gd name="connsiteY56" fmla="*/ 112358 h 167260"/>
                <a:gd name="connsiteX57" fmla="*/ 135467 w 253041"/>
                <a:gd name="connsiteY57" fmla="*/ 112358 h 167260"/>
                <a:gd name="connsiteX58" fmla="*/ 159748 w 253041"/>
                <a:gd name="connsiteY58" fmla="*/ 53626 h 167260"/>
                <a:gd name="connsiteX59" fmla="*/ 174445 w 253041"/>
                <a:gd name="connsiteY59" fmla="*/ 79162 h 167260"/>
                <a:gd name="connsiteX60" fmla="*/ 180835 w 253041"/>
                <a:gd name="connsiteY60" fmla="*/ 90014 h 167260"/>
                <a:gd name="connsiteX61" fmla="*/ 192976 w 253041"/>
                <a:gd name="connsiteY61" fmla="*/ 111720 h 167260"/>
                <a:gd name="connsiteX62" fmla="*/ 168055 w 253041"/>
                <a:gd name="connsiteY62" fmla="*/ 111720 h 167260"/>
                <a:gd name="connsiteX63" fmla="*/ 180835 w 253041"/>
                <a:gd name="connsiteY63" fmla="*/ 90014 h 167260"/>
                <a:gd name="connsiteX64" fmla="*/ 125243 w 253041"/>
                <a:gd name="connsiteY64" fmla="*/ 105336 h 167260"/>
                <a:gd name="connsiteX65" fmla="*/ 86903 w 253041"/>
                <a:gd name="connsiteY65" fmla="*/ 47880 h 167260"/>
                <a:gd name="connsiteX66" fmla="*/ 149525 w 253041"/>
                <a:gd name="connsiteY66" fmla="*/ 47880 h 167260"/>
                <a:gd name="connsiteX67" fmla="*/ 125243 w 253041"/>
                <a:gd name="connsiteY67" fmla="*/ 105336 h 167260"/>
                <a:gd name="connsiteX68" fmla="*/ 203839 w 253041"/>
                <a:gd name="connsiteY68" fmla="*/ 155131 h 167260"/>
                <a:gd name="connsiteX69" fmla="*/ 168055 w 253041"/>
                <a:gd name="connsiteY69" fmla="*/ 125126 h 167260"/>
                <a:gd name="connsiteX70" fmla="*/ 203839 w 253041"/>
                <a:gd name="connsiteY70" fmla="*/ 125126 h 167260"/>
                <a:gd name="connsiteX71" fmla="*/ 209590 w 253041"/>
                <a:gd name="connsiteY71" fmla="*/ 121934 h 167260"/>
                <a:gd name="connsiteX72" fmla="*/ 209590 w 253041"/>
                <a:gd name="connsiteY72" fmla="*/ 115550 h 167260"/>
                <a:gd name="connsiteX73" fmla="*/ 192337 w 253041"/>
                <a:gd name="connsiteY73" fmla="*/ 84269 h 167260"/>
                <a:gd name="connsiteX74" fmla="*/ 204478 w 253041"/>
                <a:gd name="connsiteY74" fmla="*/ 82354 h 167260"/>
                <a:gd name="connsiteX75" fmla="*/ 240901 w 253041"/>
                <a:gd name="connsiteY75" fmla="*/ 118742 h 167260"/>
                <a:gd name="connsiteX76" fmla="*/ 203839 w 253041"/>
                <a:gd name="connsiteY76" fmla="*/ 155131 h 16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53041" h="167260">
                  <a:moveTo>
                    <a:pt x="203839" y="68947"/>
                  </a:moveTo>
                  <a:cubicBezTo>
                    <a:pt x="197449" y="68947"/>
                    <a:pt x="191059" y="70224"/>
                    <a:pt x="185947" y="72139"/>
                  </a:cubicBezTo>
                  <a:lnTo>
                    <a:pt x="166777" y="38304"/>
                  </a:lnTo>
                  <a:lnTo>
                    <a:pt x="173806" y="21706"/>
                  </a:lnTo>
                  <a:lnTo>
                    <a:pt x="186586" y="21706"/>
                  </a:lnTo>
                  <a:cubicBezTo>
                    <a:pt x="190420" y="21706"/>
                    <a:pt x="192976" y="19152"/>
                    <a:pt x="192976" y="15322"/>
                  </a:cubicBezTo>
                  <a:cubicBezTo>
                    <a:pt x="192976" y="11491"/>
                    <a:pt x="190420" y="8938"/>
                    <a:pt x="186586" y="8938"/>
                  </a:cubicBezTo>
                  <a:lnTo>
                    <a:pt x="169333" y="8938"/>
                  </a:lnTo>
                  <a:cubicBezTo>
                    <a:pt x="169333" y="8938"/>
                    <a:pt x="169333" y="8938"/>
                    <a:pt x="169333" y="8938"/>
                  </a:cubicBezTo>
                  <a:lnTo>
                    <a:pt x="152081" y="8938"/>
                  </a:lnTo>
                  <a:cubicBezTo>
                    <a:pt x="148247" y="8938"/>
                    <a:pt x="145691" y="11491"/>
                    <a:pt x="145691" y="15322"/>
                  </a:cubicBezTo>
                  <a:cubicBezTo>
                    <a:pt x="145691" y="19152"/>
                    <a:pt x="148247" y="21706"/>
                    <a:pt x="152081" y="21706"/>
                  </a:cubicBezTo>
                  <a:lnTo>
                    <a:pt x="159748" y="21706"/>
                  </a:lnTo>
                  <a:lnTo>
                    <a:pt x="154637" y="34474"/>
                  </a:lnTo>
                  <a:lnTo>
                    <a:pt x="81791" y="34474"/>
                  </a:lnTo>
                  <a:lnTo>
                    <a:pt x="88181" y="12768"/>
                  </a:lnTo>
                  <a:lnTo>
                    <a:pt x="100961" y="12768"/>
                  </a:lnTo>
                  <a:cubicBezTo>
                    <a:pt x="104795" y="12768"/>
                    <a:pt x="107351" y="10215"/>
                    <a:pt x="107351" y="6384"/>
                  </a:cubicBezTo>
                  <a:cubicBezTo>
                    <a:pt x="107351" y="2554"/>
                    <a:pt x="104795" y="0"/>
                    <a:pt x="100961" y="0"/>
                  </a:cubicBezTo>
                  <a:lnTo>
                    <a:pt x="83708" y="0"/>
                  </a:lnTo>
                  <a:cubicBezTo>
                    <a:pt x="81152" y="0"/>
                    <a:pt x="78596" y="1915"/>
                    <a:pt x="77318" y="4469"/>
                  </a:cubicBezTo>
                  <a:lnTo>
                    <a:pt x="57509" y="69586"/>
                  </a:lnTo>
                  <a:cubicBezTo>
                    <a:pt x="54954" y="68947"/>
                    <a:pt x="51759" y="68947"/>
                    <a:pt x="49203" y="68947"/>
                  </a:cubicBezTo>
                  <a:cubicBezTo>
                    <a:pt x="21726" y="68947"/>
                    <a:pt x="0" y="91291"/>
                    <a:pt x="0" y="118104"/>
                  </a:cubicBezTo>
                  <a:cubicBezTo>
                    <a:pt x="0" y="144916"/>
                    <a:pt x="22365" y="167260"/>
                    <a:pt x="49203" y="167260"/>
                  </a:cubicBezTo>
                  <a:cubicBezTo>
                    <a:pt x="76040" y="167260"/>
                    <a:pt x="98405" y="144916"/>
                    <a:pt x="98405" y="118104"/>
                  </a:cubicBezTo>
                  <a:cubicBezTo>
                    <a:pt x="98405" y="98313"/>
                    <a:pt x="86264" y="81077"/>
                    <a:pt x="69650" y="73416"/>
                  </a:cubicBezTo>
                  <a:lnTo>
                    <a:pt x="76040" y="53626"/>
                  </a:lnTo>
                  <a:lnTo>
                    <a:pt x="121409" y="121934"/>
                  </a:lnTo>
                  <a:cubicBezTo>
                    <a:pt x="121409" y="121934"/>
                    <a:pt x="122048" y="122573"/>
                    <a:pt x="122048" y="122573"/>
                  </a:cubicBezTo>
                  <a:cubicBezTo>
                    <a:pt x="122048" y="122573"/>
                    <a:pt x="122048" y="122573"/>
                    <a:pt x="122048" y="122573"/>
                  </a:cubicBezTo>
                  <a:cubicBezTo>
                    <a:pt x="122048" y="122573"/>
                    <a:pt x="122048" y="122573"/>
                    <a:pt x="122048" y="122573"/>
                  </a:cubicBezTo>
                  <a:cubicBezTo>
                    <a:pt x="122687" y="123211"/>
                    <a:pt x="123326" y="123211"/>
                    <a:pt x="123965" y="123849"/>
                  </a:cubicBezTo>
                  <a:cubicBezTo>
                    <a:pt x="123965" y="123849"/>
                    <a:pt x="123965" y="123849"/>
                    <a:pt x="123965" y="123849"/>
                  </a:cubicBezTo>
                  <a:cubicBezTo>
                    <a:pt x="123965" y="123849"/>
                    <a:pt x="123965" y="123849"/>
                    <a:pt x="123965" y="123849"/>
                  </a:cubicBezTo>
                  <a:cubicBezTo>
                    <a:pt x="123965" y="123849"/>
                    <a:pt x="123965" y="123849"/>
                    <a:pt x="123965" y="123849"/>
                  </a:cubicBezTo>
                  <a:cubicBezTo>
                    <a:pt x="124604" y="123849"/>
                    <a:pt x="125243" y="124488"/>
                    <a:pt x="125882" y="124488"/>
                  </a:cubicBezTo>
                  <a:cubicBezTo>
                    <a:pt x="125882" y="124488"/>
                    <a:pt x="125882" y="124488"/>
                    <a:pt x="125882" y="124488"/>
                  </a:cubicBezTo>
                  <a:cubicBezTo>
                    <a:pt x="125882" y="124488"/>
                    <a:pt x="125882" y="124488"/>
                    <a:pt x="125882" y="124488"/>
                  </a:cubicBezTo>
                  <a:cubicBezTo>
                    <a:pt x="125882" y="124488"/>
                    <a:pt x="125882" y="124488"/>
                    <a:pt x="125882" y="124488"/>
                  </a:cubicBezTo>
                  <a:lnTo>
                    <a:pt x="154637" y="124488"/>
                  </a:lnTo>
                  <a:cubicBezTo>
                    <a:pt x="157831" y="148747"/>
                    <a:pt x="178279" y="167260"/>
                    <a:pt x="203839" y="167260"/>
                  </a:cubicBezTo>
                  <a:cubicBezTo>
                    <a:pt x="231316" y="167260"/>
                    <a:pt x="253042" y="144916"/>
                    <a:pt x="253042" y="118104"/>
                  </a:cubicBezTo>
                  <a:cubicBezTo>
                    <a:pt x="253042" y="91291"/>
                    <a:pt x="231316" y="68947"/>
                    <a:pt x="203839" y="68947"/>
                  </a:cubicBezTo>
                  <a:close/>
                  <a:moveTo>
                    <a:pt x="85625" y="118742"/>
                  </a:moveTo>
                  <a:cubicBezTo>
                    <a:pt x="85625" y="139171"/>
                    <a:pt x="69011" y="155131"/>
                    <a:pt x="49203" y="155131"/>
                  </a:cubicBezTo>
                  <a:cubicBezTo>
                    <a:pt x="29394" y="155131"/>
                    <a:pt x="12780" y="138533"/>
                    <a:pt x="12780" y="118742"/>
                  </a:cubicBezTo>
                  <a:cubicBezTo>
                    <a:pt x="12780" y="98952"/>
                    <a:pt x="29394" y="82354"/>
                    <a:pt x="49203" y="82354"/>
                  </a:cubicBezTo>
                  <a:cubicBezTo>
                    <a:pt x="50481" y="82354"/>
                    <a:pt x="52398" y="82354"/>
                    <a:pt x="53675" y="82354"/>
                  </a:cubicBezTo>
                  <a:lnTo>
                    <a:pt x="42813" y="116827"/>
                  </a:lnTo>
                  <a:cubicBezTo>
                    <a:pt x="41535" y="120019"/>
                    <a:pt x="43452" y="123849"/>
                    <a:pt x="47286" y="124488"/>
                  </a:cubicBezTo>
                  <a:cubicBezTo>
                    <a:pt x="47925" y="124488"/>
                    <a:pt x="48564" y="124488"/>
                    <a:pt x="49203" y="124488"/>
                  </a:cubicBezTo>
                  <a:cubicBezTo>
                    <a:pt x="51759" y="124488"/>
                    <a:pt x="54314" y="122573"/>
                    <a:pt x="55592" y="120019"/>
                  </a:cubicBezTo>
                  <a:lnTo>
                    <a:pt x="66455" y="85546"/>
                  </a:lnTo>
                  <a:cubicBezTo>
                    <a:pt x="77318" y="91930"/>
                    <a:pt x="85625" y="104697"/>
                    <a:pt x="85625" y="118742"/>
                  </a:cubicBezTo>
                  <a:close/>
                  <a:moveTo>
                    <a:pt x="174445" y="79162"/>
                  </a:moveTo>
                  <a:cubicBezTo>
                    <a:pt x="164221" y="86822"/>
                    <a:pt x="156553" y="98952"/>
                    <a:pt x="154637" y="112358"/>
                  </a:cubicBezTo>
                  <a:lnTo>
                    <a:pt x="135467" y="112358"/>
                  </a:lnTo>
                  <a:lnTo>
                    <a:pt x="159748" y="53626"/>
                  </a:lnTo>
                  <a:lnTo>
                    <a:pt x="174445" y="79162"/>
                  </a:lnTo>
                  <a:close/>
                  <a:moveTo>
                    <a:pt x="180835" y="90014"/>
                  </a:moveTo>
                  <a:lnTo>
                    <a:pt x="192976" y="111720"/>
                  </a:lnTo>
                  <a:lnTo>
                    <a:pt x="168055" y="111720"/>
                  </a:lnTo>
                  <a:cubicBezTo>
                    <a:pt x="169333" y="103421"/>
                    <a:pt x="173806" y="95760"/>
                    <a:pt x="180835" y="90014"/>
                  </a:cubicBezTo>
                  <a:close/>
                  <a:moveTo>
                    <a:pt x="125243" y="105336"/>
                  </a:moveTo>
                  <a:lnTo>
                    <a:pt x="86903" y="47880"/>
                  </a:lnTo>
                  <a:lnTo>
                    <a:pt x="149525" y="47880"/>
                  </a:lnTo>
                  <a:lnTo>
                    <a:pt x="125243" y="105336"/>
                  </a:lnTo>
                  <a:close/>
                  <a:moveTo>
                    <a:pt x="203839" y="155131"/>
                  </a:moveTo>
                  <a:cubicBezTo>
                    <a:pt x="185947" y="155131"/>
                    <a:pt x="170611" y="142363"/>
                    <a:pt x="168055" y="125126"/>
                  </a:cubicBezTo>
                  <a:lnTo>
                    <a:pt x="203839" y="125126"/>
                  </a:lnTo>
                  <a:cubicBezTo>
                    <a:pt x="206395" y="125126"/>
                    <a:pt x="208312" y="123849"/>
                    <a:pt x="209590" y="121934"/>
                  </a:cubicBezTo>
                  <a:cubicBezTo>
                    <a:pt x="210868" y="120019"/>
                    <a:pt x="210868" y="117465"/>
                    <a:pt x="209590" y="115550"/>
                  </a:cubicBezTo>
                  <a:lnTo>
                    <a:pt x="192337" y="84269"/>
                  </a:lnTo>
                  <a:cubicBezTo>
                    <a:pt x="196171" y="82992"/>
                    <a:pt x="200005" y="82354"/>
                    <a:pt x="204478" y="82354"/>
                  </a:cubicBezTo>
                  <a:cubicBezTo>
                    <a:pt x="224926" y="82354"/>
                    <a:pt x="240901" y="98952"/>
                    <a:pt x="240901" y="118742"/>
                  </a:cubicBezTo>
                  <a:cubicBezTo>
                    <a:pt x="240901" y="138533"/>
                    <a:pt x="224287" y="155131"/>
                    <a:pt x="203839" y="155131"/>
                  </a:cubicBezTo>
                  <a:close/>
                </a:path>
              </a:pathLst>
            </a:custGeom>
            <a:solidFill>
              <a:srgbClr val="005587"/>
            </a:solidFill>
            <a:ln w="6390" cap="flat">
              <a:noFill/>
              <a:prstDash val="solid"/>
              <a:miter/>
            </a:ln>
          </p:spPr>
          <p:txBody>
            <a:bodyPr rtlCol="0" anchor="ctr"/>
            <a:lstStyle/>
            <a:p>
              <a:endParaRPr lang="en-US"/>
            </a:p>
          </p:txBody>
        </p:sp>
      </p:grpSp>
      <p:grpSp>
        <p:nvGrpSpPr>
          <p:cNvPr id="1137" name="Graphic 4">
            <a:extLst>
              <a:ext uri="{FF2B5EF4-FFF2-40B4-BE49-F238E27FC236}">
                <a16:creationId xmlns:a16="http://schemas.microsoft.com/office/drawing/2014/main" id="{3E30DFE9-155C-924B-B770-91A5EDE1DE04}"/>
              </a:ext>
            </a:extLst>
          </p:cNvPr>
          <p:cNvGrpSpPr>
            <a:grpSpLocks noChangeAspect="1"/>
          </p:cNvGrpSpPr>
          <p:nvPr/>
        </p:nvGrpSpPr>
        <p:grpSpPr>
          <a:xfrm>
            <a:off x="905454" y="4792617"/>
            <a:ext cx="361674" cy="361333"/>
            <a:chOff x="905454" y="4792617"/>
            <a:chExt cx="361674" cy="361333"/>
          </a:xfrm>
          <a:solidFill>
            <a:srgbClr val="005587"/>
          </a:solidFill>
        </p:grpSpPr>
        <p:sp>
          <p:nvSpPr>
            <p:cNvPr id="1138" name="Graphic 4">
              <a:extLst>
                <a:ext uri="{FF2B5EF4-FFF2-40B4-BE49-F238E27FC236}">
                  <a16:creationId xmlns:a16="http://schemas.microsoft.com/office/drawing/2014/main" id="{52122EC5-FBBD-5E43-8004-49566855185A}"/>
                </a:ext>
              </a:extLst>
            </p:cNvPr>
            <p:cNvSpPr/>
            <p:nvPr/>
          </p:nvSpPr>
          <p:spPr>
            <a:xfrm>
              <a:off x="1096513" y="4943280"/>
              <a:ext cx="38339" cy="58732"/>
            </a:xfrm>
            <a:custGeom>
              <a:avLst/>
              <a:gdLst>
                <a:gd name="connsiteX0" fmla="*/ 18531 w 38339"/>
                <a:gd name="connsiteY0" fmla="*/ 58733 h 58732"/>
                <a:gd name="connsiteX1" fmla="*/ 38340 w 38339"/>
                <a:gd name="connsiteY1" fmla="*/ 25536 h 58732"/>
                <a:gd name="connsiteX2" fmla="*/ 24282 w 38339"/>
                <a:gd name="connsiteY2" fmla="*/ 0 h 58732"/>
                <a:gd name="connsiteX3" fmla="*/ 0 w 38339"/>
                <a:gd name="connsiteY3" fmla="*/ 58733 h 58732"/>
                <a:gd name="connsiteX4" fmla="*/ 18531 w 38339"/>
                <a:gd name="connsiteY4" fmla="*/ 58733 h 58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39" h="58732">
                  <a:moveTo>
                    <a:pt x="18531" y="58733"/>
                  </a:moveTo>
                  <a:cubicBezTo>
                    <a:pt x="20448" y="45326"/>
                    <a:pt x="27477" y="33197"/>
                    <a:pt x="38340" y="25536"/>
                  </a:cubicBezTo>
                  <a:lnTo>
                    <a:pt x="24282" y="0"/>
                  </a:lnTo>
                  <a:lnTo>
                    <a:pt x="0" y="58733"/>
                  </a:lnTo>
                  <a:lnTo>
                    <a:pt x="18531" y="58733"/>
                  </a:lnTo>
                  <a:close/>
                </a:path>
              </a:pathLst>
            </a:custGeom>
            <a:solidFill>
              <a:srgbClr val="005587"/>
            </a:solidFill>
            <a:ln w="6390" cap="flat">
              <a:noFill/>
              <a:prstDash val="solid"/>
              <a:miter/>
            </a:ln>
          </p:spPr>
          <p:txBody>
            <a:bodyPr rtlCol="0" anchor="ctr"/>
            <a:lstStyle/>
            <a:p>
              <a:endParaRPr lang="en-US"/>
            </a:p>
          </p:txBody>
        </p:sp>
        <p:sp>
          <p:nvSpPr>
            <p:cNvPr id="1139" name="Graphic 4">
              <a:extLst>
                <a:ext uri="{FF2B5EF4-FFF2-40B4-BE49-F238E27FC236}">
                  <a16:creationId xmlns:a16="http://schemas.microsoft.com/office/drawing/2014/main" id="{04582F19-DD0C-4D4E-8039-C5B0932DE487}"/>
                </a:ext>
              </a:extLst>
            </p:cNvPr>
            <p:cNvSpPr/>
            <p:nvPr/>
          </p:nvSpPr>
          <p:spPr>
            <a:xfrm>
              <a:off x="1127823" y="4980307"/>
              <a:ext cx="24920" cy="21705"/>
            </a:xfrm>
            <a:custGeom>
              <a:avLst/>
              <a:gdLst>
                <a:gd name="connsiteX0" fmla="*/ 24921 w 24920"/>
                <a:gd name="connsiteY0" fmla="*/ 21706 h 21705"/>
                <a:gd name="connsiteX1" fmla="*/ 12780 w 24920"/>
                <a:gd name="connsiteY1" fmla="*/ 0 h 21705"/>
                <a:gd name="connsiteX2" fmla="*/ 0 w 24920"/>
                <a:gd name="connsiteY2" fmla="*/ 21706 h 21705"/>
                <a:gd name="connsiteX3" fmla="*/ 24921 w 24920"/>
                <a:gd name="connsiteY3" fmla="*/ 21706 h 21705"/>
              </a:gdLst>
              <a:ahLst/>
              <a:cxnLst>
                <a:cxn ang="0">
                  <a:pos x="connsiteX0" y="connsiteY0"/>
                </a:cxn>
                <a:cxn ang="0">
                  <a:pos x="connsiteX1" y="connsiteY1"/>
                </a:cxn>
                <a:cxn ang="0">
                  <a:pos x="connsiteX2" y="connsiteY2"/>
                </a:cxn>
                <a:cxn ang="0">
                  <a:pos x="connsiteX3" y="connsiteY3"/>
                </a:cxn>
              </a:cxnLst>
              <a:rect l="l" t="t" r="r" b="b"/>
              <a:pathLst>
                <a:path w="24920" h="21705">
                  <a:moveTo>
                    <a:pt x="24921" y="21706"/>
                  </a:moveTo>
                  <a:lnTo>
                    <a:pt x="12780" y="0"/>
                  </a:lnTo>
                  <a:cubicBezTo>
                    <a:pt x="6390" y="5746"/>
                    <a:pt x="1278" y="13406"/>
                    <a:pt x="0" y="21706"/>
                  </a:cubicBezTo>
                  <a:lnTo>
                    <a:pt x="24921" y="21706"/>
                  </a:lnTo>
                  <a:close/>
                </a:path>
              </a:pathLst>
            </a:custGeom>
            <a:solidFill>
              <a:srgbClr val="005587"/>
            </a:solidFill>
            <a:ln w="6390" cap="flat">
              <a:noFill/>
              <a:prstDash val="solid"/>
              <a:miter/>
            </a:ln>
          </p:spPr>
          <p:txBody>
            <a:bodyPr rtlCol="0" anchor="ctr"/>
            <a:lstStyle/>
            <a:p>
              <a:endParaRPr lang="en-US"/>
            </a:p>
          </p:txBody>
        </p:sp>
        <p:sp>
          <p:nvSpPr>
            <p:cNvPr id="1140" name="Graphic 4">
              <a:extLst>
                <a:ext uri="{FF2B5EF4-FFF2-40B4-BE49-F238E27FC236}">
                  <a16:creationId xmlns:a16="http://schemas.microsoft.com/office/drawing/2014/main" id="{9F46647F-9B3F-D240-99D2-BBEAA9E424EF}"/>
                </a:ext>
              </a:extLst>
            </p:cNvPr>
            <p:cNvSpPr/>
            <p:nvPr/>
          </p:nvSpPr>
          <p:spPr>
            <a:xfrm>
              <a:off x="905454" y="4792617"/>
              <a:ext cx="361674" cy="361333"/>
            </a:xfrm>
            <a:custGeom>
              <a:avLst/>
              <a:gdLst>
                <a:gd name="connsiteX0" fmla="*/ 180835 w 361674"/>
                <a:gd name="connsiteY0" fmla="*/ 0 h 361333"/>
                <a:gd name="connsiteX1" fmla="*/ 0 w 361674"/>
                <a:gd name="connsiteY1" fmla="*/ 180667 h 361333"/>
                <a:gd name="connsiteX2" fmla="*/ 180835 w 361674"/>
                <a:gd name="connsiteY2" fmla="*/ 361334 h 361333"/>
                <a:gd name="connsiteX3" fmla="*/ 361670 w 361674"/>
                <a:gd name="connsiteY3" fmla="*/ 180667 h 361333"/>
                <a:gd name="connsiteX4" fmla="*/ 180835 w 361674"/>
                <a:gd name="connsiteY4" fmla="*/ 0 h 361333"/>
                <a:gd name="connsiteX5" fmla="*/ 258154 w 361674"/>
                <a:gd name="connsiteY5" fmla="*/ 264935 h 361333"/>
                <a:gd name="connsiteX6" fmla="*/ 208951 w 361674"/>
                <a:gd name="connsiteY6" fmla="*/ 222163 h 361333"/>
                <a:gd name="connsiteX7" fmla="*/ 180835 w 361674"/>
                <a:gd name="connsiteY7" fmla="*/ 222163 h 361333"/>
                <a:gd name="connsiteX8" fmla="*/ 180835 w 361674"/>
                <a:gd name="connsiteY8" fmla="*/ 222163 h 361333"/>
                <a:gd name="connsiteX9" fmla="*/ 180835 w 361674"/>
                <a:gd name="connsiteY9" fmla="*/ 222163 h 361333"/>
                <a:gd name="connsiteX10" fmla="*/ 180835 w 361674"/>
                <a:gd name="connsiteY10" fmla="*/ 222163 h 361333"/>
                <a:gd name="connsiteX11" fmla="*/ 178918 w 361674"/>
                <a:gd name="connsiteY11" fmla="*/ 221524 h 361333"/>
                <a:gd name="connsiteX12" fmla="*/ 178918 w 361674"/>
                <a:gd name="connsiteY12" fmla="*/ 221524 h 361333"/>
                <a:gd name="connsiteX13" fmla="*/ 178918 w 361674"/>
                <a:gd name="connsiteY13" fmla="*/ 221524 h 361333"/>
                <a:gd name="connsiteX14" fmla="*/ 178918 w 361674"/>
                <a:gd name="connsiteY14" fmla="*/ 221524 h 361333"/>
                <a:gd name="connsiteX15" fmla="*/ 177001 w 361674"/>
                <a:gd name="connsiteY15" fmla="*/ 220247 h 361333"/>
                <a:gd name="connsiteX16" fmla="*/ 177001 w 361674"/>
                <a:gd name="connsiteY16" fmla="*/ 220247 h 361333"/>
                <a:gd name="connsiteX17" fmla="*/ 177001 w 361674"/>
                <a:gd name="connsiteY17" fmla="*/ 220247 h 361333"/>
                <a:gd name="connsiteX18" fmla="*/ 176362 w 361674"/>
                <a:gd name="connsiteY18" fmla="*/ 219609 h 361333"/>
                <a:gd name="connsiteX19" fmla="*/ 130994 w 361674"/>
                <a:gd name="connsiteY19" fmla="*/ 151300 h 361333"/>
                <a:gd name="connsiteX20" fmla="*/ 124604 w 361674"/>
                <a:gd name="connsiteY20" fmla="*/ 171091 h 361333"/>
                <a:gd name="connsiteX21" fmla="*/ 153358 w 361674"/>
                <a:gd name="connsiteY21" fmla="*/ 215779 h 361333"/>
                <a:gd name="connsiteX22" fmla="*/ 104156 w 361674"/>
                <a:gd name="connsiteY22" fmla="*/ 264935 h 361333"/>
                <a:gd name="connsiteX23" fmla="*/ 54954 w 361674"/>
                <a:gd name="connsiteY23" fmla="*/ 215779 h 361333"/>
                <a:gd name="connsiteX24" fmla="*/ 104156 w 361674"/>
                <a:gd name="connsiteY24" fmla="*/ 166622 h 361333"/>
                <a:gd name="connsiteX25" fmla="*/ 112463 w 361674"/>
                <a:gd name="connsiteY25" fmla="*/ 167260 h 361333"/>
                <a:gd name="connsiteX26" fmla="*/ 132272 w 361674"/>
                <a:gd name="connsiteY26" fmla="*/ 102144 h 361333"/>
                <a:gd name="connsiteX27" fmla="*/ 138662 w 361674"/>
                <a:gd name="connsiteY27" fmla="*/ 97675 h 361333"/>
                <a:gd name="connsiteX28" fmla="*/ 155915 w 361674"/>
                <a:gd name="connsiteY28" fmla="*/ 97675 h 361333"/>
                <a:gd name="connsiteX29" fmla="*/ 162304 w 361674"/>
                <a:gd name="connsiteY29" fmla="*/ 104059 h 361333"/>
                <a:gd name="connsiteX30" fmla="*/ 155915 w 361674"/>
                <a:gd name="connsiteY30" fmla="*/ 110443 h 361333"/>
                <a:gd name="connsiteX31" fmla="*/ 143135 w 361674"/>
                <a:gd name="connsiteY31" fmla="*/ 110443 h 361333"/>
                <a:gd name="connsiteX32" fmla="*/ 136745 w 361674"/>
                <a:gd name="connsiteY32" fmla="*/ 132149 h 361333"/>
                <a:gd name="connsiteX33" fmla="*/ 209590 w 361674"/>
                <a:gd name="connsiteY33" fmla="*/ 132149 h 361333"/>
                <a:gd name="connsiteX34" fmla="*/ 214702 w 361674"/>
                <a:gd name="connsiteY34" fmla="*/ 119381 h 361333"/>
                <a:gd name="connsiteX35" fmla="*/ 207034 w 361674"/>
                <a:gd name="connsiteY35" fmla="*/ 119381 h 361333"/>
                <a:gd name="connsiteX36" fmla="*/ 200644 w 361674"/>
                <a:gd name="connsiteY36" fmla="*/ 112997 h 361333"/>
                <a:gd name="connsiteX37" fmla="*/ 207034 w 361674"/>
                <a:gd name="connsiteY37" fmla="*/ 106613 h 361333"/>
                <a:gd name="connsiteX38" fmla="*/ 224287 w 361674"/>
                <a:gd name="connsiteY38" fmla="*/ 106613 h 361333"/>
                <a:gd name="connsiteX39" fmla="*/ 224287 w 361674"/>
                <a:gd name="connsiteY39" fmla="*/ 106613 h 361333"/>
                <a:gd name="connsiteX40" fmla="*/ 241540 w 361674"/>
                <a:gd name="connsiteY40" fmla="*/ 106613 h 361333"/>
                <a:gd name="connsiteX41" fmla="*/ 247930 w 361674"/>
                <a:gd name="connsiteY41" fmla="*/ 112997 h 361333"/>
                <a:gd name="connsiteX42" fmla="*/ 241540 w 361674"/>
                <a:gd name="connsiteY42" fmla="*/ 119381 h 361333"/>
                <a:gd name="connsiteX43" fmla="*/ 228760 w 361674"/>
                <a:gd name="connsiteY43" fmla="*/ 119381 h 361333"/>
                <a:gd name="connsiteX44" fmla="*/ 221731 w 361674"/>
                <a:gd name="connsiteY44" fmla="*/ 135979 h 361333"/>
                <a:gd name="connsiteX45" fmla="*/ 240901 w 361674"/>
                <a:gd name="connsiteY45" fmla="*/ 169814 h 361333"/>
                <a:gd name="connsiteX46" fmla="*/ 258792 w 361674"/>
                <a:gd name="connsiteY46" fmla="*/ 166622 h 361333"/>
                <a:gd name="connsiteX47" fmla="*/ 307995 w 361674"/>
                <a:gd name="connsiteY47" fmla="*/ 215779 h 361333"/>
                <a:gd name="connsiteX48" fmla="*/ 258154 w 361674"/>
                <a:gd name="connsiteY48" fmla="*/ 26493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61674" h="361333">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2309" y="81077"/>
                    <a:pt x="281157" y="0"/>
                    <a:pt x="180835" y="0"/>
                  </a:cubicBezTo>
                  <a:close/>
                  <a:moveTo>
                    <a:pt x="258154" y="264935"/>
                  </a:moveTo>
                  <a:cubicBezTo>
                    <a:pt x="233233" y="264935"/>
                    <a:pt x="212146" y="246422"/>
                    <a:pt x="208951" y="222163"/>
                  </a:cubicBezTo>
                  <a:lnTo>
                    <a:pt x="180835" y="222163"/>
                  </a:lnTo>
                  <a:cubicBezTo>
                    <a:pt x="180835" y="222163"/>
                    <a:pt x="180835" y="222163"/>
                    <a:pt x="180835" y="222163"/>
                  </a:cubicBezTo>
                  <a:cubicBezTo>
                    <a:pt x="180835" y="222163"/>
                    <a:pt x="180835" y="222163"/>
                    <a:pt x="180835" y="222163"/>
                  </a:cubicBezTo>
                  <a:cubicBezTo>
                    <a:pt x="180835" y="222163"/>
                    <a:pt x="180835" y="222163"/>
                    <a:pt x="180835" y="222163"/>
                  </a:cubicBezTo>
                  <a:cubicBezTo>
                    <a:pt x="180196" y="222163"/>
                    <a:pt x="179557" y="222163"/>
                    <a:pt x="178918" y="221524"/>
                  </a:cubicBezTo>
                  <a:cubicBezTo>
                    <a:pt x="178918" y="221524"/>
                    <a:pt x="178918" y="221524"/>
                    <a:pt x="178918" y="221524"/>
                  </a:cubicBezTo>
                  <a:cubicBezTo>
                    <a:pt x="178918" y="221524"/>
                    <a:pt x="178918" y="221524"/>
                    <a:pt x="178918" y="221524"/>
                  </a:cubicBezTo>
                  <a:cubicBezTo>
                    <a:pt x="178918" y="221524"/>
                    <a:pt x="178918" y="221524"/>
                    <a:pt x="178918" y="221524"/>
                  </a:cubicBezTo>
                  <a:cubicBezTo>
                    <a:pt x="178279" y="221524"/>
                    <a:pt x="177640" y="220886"/>
                    <a:pt x="177001" y="220247"/>
                  </a:cubicBezTo>
                  <a:cubicBezTo>
                    <a:pt x="177001" y="220247"/>
                    <a:pt x="177001" y="220247"/>
                    <a:pt x="177001" y="220247"/>
                  </a:cubicBezTo>
                  <a:cubicBezTo>
                    <a:pt x="177001" y="220247"/>
                    <a:pt x="177001" y="220247"/>
                    <a:pt x="177001" y="220247"/>
                  </a:cubicBezTo>
                  <a:cubicBezTo>
                    <a:pt x="177001" y="220247"/>
                    <a:pt x="176362" y="219609"/>
                    <a:pt x="176362" y="219609"/>
                  </a:cubicBezTo>
                  <a:lnTo>
                    <a:pt x="130994" y="151300"/>
                  </a:lnTo>
                  <a:lnTo>
                    <a:pt x="124604" y="171091"/>
                  </a:lnTo>
                  <a:cubicBezTo>
                    <a:pt x="141857" y="178752"/>
                    <a:pt x="153358" y="195988"/>
                    <a:pt x="153358" y="215779"/>
                  </a:cubicBezTo>
                  <a:cubicBezTo>
                    <a:pt x="153358" y="243230"/>
                    <a:pt x="130994" y="264935"/>
                    <a:pt x="104156" y="264935"/>
                  </a:cubicBezTo>
                  <a:cubicBezTo>
                    <a:pt x="77318" y="264935"/>
                    <a:pt x="54954" y="242591"/>
                    <a:pt x="54954" y="215779"/>
                  </a:cubicBezTo>
                  <a:cubicBezTo>
                    <a:pt x="54954" y="188966"/>
                    <a:pt x="77318" y="166622"/>
                    <a:pt x="104156" y="166622"/>
                  </a:cubicBezTo>
                  <a:cubicBezTo>
                    <a:pt x="106712" y="166622"/>
                    <a:pt x="109907" y="166622"/>
                    <a:pt x="112463" y="167260"/>
                  </a:cubicBezTo>
                  <a:lnTo>
                    <a:pt x="132272" y="102144"/>
                  </a:lnTo>
                  <a:cubicBezTo>
                    <a:pt x="132911" y="99590"/>
                    <a:pt x="135467" y="97675"/>
                    <a:pt x="138662" y="97675"/>
                  </a:cubicBezTo>
                  <a:lnTo>
                    <a:pt x="155915" y="97675"/>
                  </a:lnTo>
                  <a:cubicBezTo>
                    <a:pt x="159748" y="97675"/>
                    <a:pt x="162304" y="100229"/>
                    <a:pt x="162304" y="104059"/>
                  </a:cubicBezTo>
                  <a:cubicBezTo>
                    <a:pt x="162304" y="107889"/>
                    <a:pt x="159748" y="110443"/>
                    <a:pt x="155915" y="110443"/>
                  </a:cubicBezTo>
                  <a:lnTo>
                    <a:pt x="143135" y="110443"/>
                  </a:lnTo>
                  <a:lnTo>
                    <a:pt x="136745" y="132149"/>
                  </a:lnTo>
                  <a:lnTo>
                    <a:pt x="209590" y="132149"/>
                  </a:lnTo>
                  <a:lnTo>
                    <a:pt x="214702" y="119381"/>
                  </a:lnTo>
                  <a:lnTo>
                    <a:pt x="207034" y="119381"/>
                  </a:lnTo>
                  <a:cubicBezTo>
                    <a:pt x="203200" y="119381"/>
                    <a:pt x="200644" y="116827"/>
                    <a:pt x="200644" y="112997"/>
                  </a:cubicBezTo>
                  <a:cubicBezTo>
                    <a:pt x="200644" y="109166"/>
                    <a:pt x="203200" y="106613"/>
                    <a:pt x="207034" y="106613"/>
                  </a:cubicBezTo>
                  <a:lnTo>
                    <a:pt x="224287" y="106613"/>
                  </a:lnTo>
                  <a:cubicBezTo>
                    <a:pt x="224287" y="106613"/>
                    <a:pt x="224287" y="106613"/>
                    <a:pt x="224287" y="106613"/>
                  </a:cubicBezTo>
                  <a:lnTo>
                    <a:pt x="241540" y="106613"/>
                  </a:lnTo>
                  <a:cubicBezTo>
                    <a:pt x="245374" y="106613"/>
                    <a:pt x="247930" y="109166"/>
                    <a:pt x="247930" y="112997"/>
                  </a:cubicBezTo>
                  <a:cubicBezTo>
                    <a:pt x="247930" y="116827"/>
                    <a:pt x="245374" y="119381"/>
                    <a:pt x="241540" y="119381"/>
                  </a:cubicBezTo>
                  <a:lnTo>
                    <a:pt x="228760" y="119381"/>
                  </a:lnTo>
                  <a:lnTo>
                    <a:pt x="221731" y="135979"/>
                  </a:lnTo>
                  <a:lnTo>
                    <a:pt x="240901" y="169814"/>
                  </a:lnTo>
                  <a:cubicBezTo>
                    <a:pt x="246652" y="167260"/>
                    <a:pt x="252403" y="166622"/>
                    <a:pt x="258792" y="166622"/>
                  </a:cubicBezTo>
                  <a:cubicBezTo>
                    <a:pt x="286269" y="166622"/>
                    <a:pt x="307995" y="188966"/>
                    <a:pt x="307995" y="215779"/>
                  </a:cubicBezTo>
                  <a:cubicBezTo>
                    <a:pt x="307995" y="242591"/>
                    <a:pt x="285630" y="264935"/>
                    <a:pt x="258154" y="264935"/>
                  </a:cubicBezTo>
                  <a:close/>
                </a:path>
              </a:pathLst>
            </a:custGeom>
            <a:solidFill>
              <a:srgbClr val="005587"/>
            </a:solidFill>
            <a:ln w="6390" cap="flat">
              <a:noFill/>
              <a:prstDash val="solid"/>
              <a:miter/>
            </a:ln>
          </p:spPr>
          <p:txBody>
            <a:bodyPr rtlCol="0" anchor="ctr"/>
            <a:lstStyle/>
            <a:p>
              <a:endParaRPr lang="en-US"/>
            </a:p>
          </p:txBody>
        </p:sp>
        <p:sp>
          <p:nvSpPr>
            <p:cNvPr id="1141" name="Graphic 4">
              <a:extLst>
                <a:ext uri="{FF2B5EF4-FFF2-40B4-BE49-F238E27FC236}">
                  <a16:creationId xmlns:a16="http://schemas.microsoft.com/office/drawing/2014/main" id="{3A1220DD-587E-3E4A-BA87-8518B0AF11A1}"/>
                </a:ext>
              </a:extLst>
            </p:cNvPr>
            <p:cNvSpPr/>
            <p:nvPr/>
          </p:nvSpPr>
          <p:spPr>
            <a:xfrm>
              <a:off x="972548" y="4972646"/>
              <a:ext cx="72845" cy="72777"/>
            </a:xfrm>
            <a:custGeom>
              <a:avLst/>
              <a:gdLst>
                <a:gd name="connsiteX0" fmla="*/ 36423 w 72845"/>
                <a:gd name="connsiteY0" fmla="*/ 42135 h 72777"/>
                <a:gd name="connsiteX1" fmla="*/ 34506 w 72845"/>
                <a:gd name="connsiteY1" fmla="*/ 42135 h 72777"/>
                <a:gd name="connsiteX2" fmla="*/ 30033 w 72845"/>
                <a:gd name="connsiteY2" fmla="*/ 34474 h 72777"/>
                <a:gd name="connsiteX3" fmla="*/ 40896 w 72845"/>
                <a:gd name="connsiteY3" fmla="*/ 0 h 72777"/>
                <a:gd name="connsiteX4" fmla="*/ 36423 w 72845"/>
                <a:gd name="connsiteY4" fmla="*/ 0 h 72777"/>
                <a:gd name="connsiteX5" fmla="*/ 0 w 72845"/>
                <a:gd name="connsiteY5" fmla="*/ 36389 h 72777"/>
                <a:gd name="connsiteX6" fmla="*/ 36423 w 72845"/>
                <a:gd name="connsiteY6" fmla="*/ 72778 h 72777"/>
                <a:gd name="connsiteX7" fmla="*/ 72845 w 72845"/>
                <a:gd name="connsiteY7" fmla="*/ 36389 h 72777"/>
                <a:gd name="connsiteX8" fmla="*/ 53036 w 72845"/>
                <a:gd name="connsiteY8" fmla="*/ 3831 h 72777"/>
                <a:gd name="connsiteX9" fmla="*/ 42174 w 72845"/>
                <a:gd name="connsiteY9" fmla="*/ 38304 h 72777"/>
                <a:gd name="connsiteX10" fmla="*/ 36423 w 72845"/>
                <a:gd name="connsiteY10" fmla="*/ 42135 h 72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845" h="72777">
                  <a:moveTo>
                    <a:pt x="36423" y="42135"/>
                  </a:moveTo>
                  <a:cubicBezTo>
                    <a:pt x="35784" y="42135"/>
                    <a:pt x="35145" y="42135"/>
                    <a:pt x="34506" y="42135"/>
                  </a:cubicBezTo>
                  <a:cubicBezTo>
                    <a:pt x="31311" y="40858"/>
                    <a:pt x="29394" y="37666"/>
                    <a:pt x="30033" y="34474"/>
                  </a:cubicBezTo>
                  <a:lnTo>
                    <a:pt x="40896" y="0"/>
                  </a:lnTo>
                  <a:cubicBezTo>
                    <a:pt x="39618" y="0"/>
                    <a:pt x="37701" y="0"/>
                    <a:pt x="36423" y="0"/>
                  </a:cubicBezTo>
                  <a:cubicBezTo>
                    <a:pt x="15975" y="0"/>
                    <a:pt x="0" y="16599"/>
                    <a:pt x="0" y="36389"/>
                  </a:cubicBezTo>
                  <a:cubicBezTo>
                    <a:pt x="0" y="56179"/>
                    <a:pt x="16614" y="72778"/>
                    <a:pt x="36423" y="72778"/>
                  </a:cubicBezTo>
                  <a:cubicBezTo>
                    <a:pt x="56231" y="72778"/>
                    <a:pt x="72845" y="56179"/>
                    <a:pt x="72845" y="36389"/>
                  </a:cubicBezTo>
                  <a:cubicBezTo>
                    <a:pt x="72845" y="22344"/>
                    <a:pt x="64538" y="10215"/>
                    <a:pt x="53036" y="3831"/>
                  </a:cubicBezTo>
                  <a:lnTo>
                    <a:pt x="42174" y="38304"/>
                  </a:lnTo>
                  <a:cubicBezTo>
                    <a:pt x="41535" y="40219"/>
                    <a:pt x="39618" y="42135"/>
                    <a:pt x="36423" y="42135"/>
                  </a:cubicBezTo>
                  <a:close/>
                </a:path>
              </a:pathLst>
            </a:custGeom>
            <a:solidFill>
              <a:srgbClr val="005587"/>
            </a:solidFill>
            <a:ln w="6390" cap="flat">
              <a:noFill/>
              <a:prstDash val="solid"/>
              <a:miter/>
            </a:ln>
          </p:spPr>
          <p:txBody>
            <a:bodyPr rtlCol="0" anchor="ctr"/>
            <a:lstStyle/>
            <a:p>
              <a:endParaRPr lang="en-US"/>
            </a:p>
          </p:txBody>
        </p:sp>
        <p:sp>
          <p:nvSpPr>
            <p:cNvPr id="1142" name="Graphic 4">
              <a:extLst>
                <a:ext uri="{FF2B5EF4-FFF2-40B4-BE49-F238E27FC236}">
                  <a16:creationId xmlns:a16="http://schemas.microsoft.com/office/drawing/2014/main" id="{14FDF432-3707-7743-966D-C06974AA2105}"/>
                </a:ext>
              </a:extLst>
            </p:cNvPr>
            <p:cNvSpPr/>
            <p:nvPr/>
          </p:nvSpPr>
          <p:spPr>
            <a:xfrm>
              <a:off x="1046671" y="4937534"/>
              <a:ext cx="62621" cy="57455"/>
            </a:xfrm>
            <a:custGeom>
              <a:avLst/>
              <a:gdLst>
                <a:gd name="connsiteX0" fmla="*/ 38340 w 62621"/>
                <a:gd name="connsiteY0" fmla="*/ 57456 h 57455"/>
                <a:gd name="connsiteX1" fmla="*/ 62621 w 62621"/>
                <a:gd name="connsiteY1" fmla="*/ 0 h 57455"/>
                <a:gd name="connsiteX2" fmla="*/ 0 w 62621"/>
                <a:gd name="connsiteY2" fmla="*/ 0 h 57455"/>
              </a:gdLst>
              <a:ahLst/>
              <a:cxnLst>
                <a:cxn ang="0">
                  <a:pos x="connsiteX0" y="connsiteY0"/>
                </a:cxn>
                <a:cxn ang="0">
                  <a:pos x="connsiteX1" y="connsiteY1"/>
                </a:cxn>
                <a:cxn ang="0">
                  <a:pos x="connsiteX2" y="connsiteY2"/>
                </a:cxn>
              </a:cxnLst>
              <a:rect l="l" t="t" r="r" b="b"/>
              <a:pathLst>
                <a:path w="62621" h="57455">
                  <a:moveTo>
                    <a:pt x="38340" y="57456"/>
                  </a:moveTo>
                  <a:lnTo>
                    <a:pt x="62621" y="0"/>
                  </a:lnTo>
                  <a:lnTo>
                    <a:pt x="0" y="0"/>
                  </a:lnTo>
                  <a:close/>
                </a:path>
              </a:pathLst>
            </a:custGeom>
            <a:solidFill>
              <a:srgbClr val="005587"/>
            </a:solidFill>
            <a:ln w="6390" cap="flat">
              <a:noFill/>
              <a:prstDash val="solid"/>
              <a:miter/>
            </a:ln>
          </p:spPr>
          <p:txBody>
            <a:bodyPr rtlCol="0" anchor="ctr"/>
            <a:lstStyle/>
            <a:p>
              <a:endParaRPr lang="en-US"/>
            </a:p>
          </p:txBody>
        </p:sp>
        <p:sp>
          <p:nvSpPr>
            <p:cNvPr id="1143" name="Graphic 4">
              <a:extLst>
                <a:ext uri="{FF2B5EF4-FFF2-40B4-BE49-F238E27FC236}">
                  <a16:creationId xmlns:a16="http://schemas.microsoft.com/office/drawing/2014/main" id="{F3AFBF7C-0E22-0349-BCE3-F485E7251722}"/>
                </a:ext>
              </a:extLst>
            </p:cNvPr>
            <p:cNvSpPr/>
            <p:nvPr/>
          </p:nvSpPr>
          <p:spPr>
            <a:xfrm>
              <a:off x="1127184" y="4971369"/>
              <a:ext cx="72206" cy="72777"/>
            </a:xfrm>
            <a:custGeom>
              <a:avLst/>
              <a:gdLst>
                <a:gd name="connsiteX0" fmla="*/ 36423 w 72206"/>
                <a:gd name="connsiteY0" fmla="*/ 0 h 72777"/>
                <a:gd name="connsiteX1" fmla="*/ 24282 w 72206"/>
                <a:gd name="connsiteY1" fmla="*/ 1916 h 72777"/>
                <a:gd name="connsiteX2" fmla="*/ 41535 w 72206"/>
                <a:gd name="connsiteY2" fmla="*/ 33197 h 72777"/>
                <a:gd name="connsiteX3" fmla="*/ 41535 w 72206"/>
                <a:gd name="connsiteY3" fmla="*/ 39581 h 72777"/>
                <a:gd name="connsiteX4" fmla="*/ 35784 w 72206"/>
                <a:gd name="connsiteY4" fmla="*/ 42773 h 72777"/>
                <a:gd name="connsiteX5" fmla="*/ 0 w 72206"/>
                <a:gd name="connsiteY5" fmla="*/ 42773 h 72777"/>
                <a:gd name="connsiteX6" fmla="*/ 35784 w 72206"/>
                <a:gd name="connsiteY6" fmla="*/ 72778 h 72777"/>
                <a:gd name="connsiteX7" fmla="*/ 72206 w 72206"/>
                <a:gd name="connsiteY7" fmla="*/ 36389 h 72777"/>
                <a:gd name="connsiteX8" fmla="*/ 36423 w 72206"/>
                <a:gd name="connsiteY8" fmla="*/ 0 h 72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206" h="72777">
                  <a:moveTo>
                    <a:pt x="36423" y="0"/>
                  </a:moveTo>
                  <a:cubicBezTo>
                    <a:pt x="31950" y="0"/>
                    <a:pt x="28116" y="639"/>
                    <a:pt x="24282" y="1916"/>
                  </a:cubicBezTo>
                  <a:lnTo>
                    <a:pt x="41535" y="33197"/>
                  </a:lnTo>
                  <a:cubicBezTo>
                    <a:pt x="42813" y="35112"/>
                    <a:pt x="42813" y="37666"/>
                    <a:pt x="41535" y="39581"/>
                  </a:cubicBezTo>
                  <a:cubicBezTo>
                    <a:pt x="40257" y="41496"/>
                    <a:pt x="38340" y="42773"/>
                    <a:pt x="35784" y="42773"/>
                  </a:cubicBezTo>
                  <a:lnTo>
                    <a:pt x="0" y="42773"/>
                  </a:lnTo>
                  <a:cubicBezTo>
                    <a:pt x="3195" y="60010"/>
                    <a:pt x="17892" y="72778"/>
                    <a:pt x="35784" y="72778"/>
                  </a:cubicBezTo>
                  <a:cubicBezTo>
                    <a:pt x="56231" y="72778"/>
                    <a:pt x="72206" y="56179"/>
                    <a:pt x="72206" y="36389"/>
                  </a:cubicBezTo>
                  <a:cubicBezTo>
                    <a:pt x="72206" y="16599"/>
                    <a:pt x="56871" y="0"/>
                    <a:pt x="36423" y="0"/>
                  </a:cubicBezTo>
                  <a:close/>
                </a:path>
              </a:pathLst>
            </a:custGeom>
            <a:solidFill>
              <a:srgbClr val="005587"/>
            </a:solidFill>
            <a:ln w="6390" cap="flat">
              <a:noFill/>
              <a:prstDash val="solid"/>
              <a:miter/>
            </a:ln>
          </p:spPr>
          <p:txBody>
            <a:bodyPr rtlCol="0" anchor="ctr"/>
            <a:lstStyle/>
            <a:p>
              <a:endParaRPr lang="en-US"/>
            </a:p>
          </p:txBody>
        </p:sp>
      </p:grpSp>
      <p:grpSp>
        <p:nvGrpSpPr>
          <p:cNvPr id="1144" name="Graphic 4">
            <a:extLst>
              <a:ext uri="{FF2B5EF4-FFF2-40B4-BE49-F238E27FC236}">
                <a16:creationId xmlns:a16="http://schemas.microsoft.com/office/drawing/2014/main" id="{A1662AF7-E0C0-5C42-B297-50652518CC68}"/>
              </a:ext>
            </a:extLst>
          </p:cNvPr>
          <p:cNvGrpSpPr>
            <a:grpSpLocks noChangeAspect="1"/>
          </p:cNvGrpSpPr>
          <p:nvPr/>
        </p:nvGrpSpPr>
        <p:grpSpPr>
          <a:xfrm>
            <a:off x="4661459" y="4792617"/>
            <a:ext cx="361674" cy="361333"/>
            <a:chOff x="4661459" y="4792617"/>
            <a:chExt cx="361674" cy="361333"/>
          </a:xfrm>
          <a:solidFill>
            <a:srgbClr val="00A3E0"/>
          </a:solidFill>
        </p:grpSpPr>
        <p:sp>
          <p:nvSpPr>
            <p:cNvPr id="1145" name="Graphic 4">
              <a:extLst>
                <a:ext uri="{FF2B5EF4-FFF2-40B4-BE49-F238E27FC236}">
                  <a16:creationId xmlns:a16="http://schemas.microsoft.com/office/drawing/2014/main" id="{B6588F49-4334-214E-AAFE-72152F866C81}"/>
                </a:ext>
              </a:extLst>
            </p:cNvPr>
            <p:cNvSpPr/>
            <p:nvPr/>
          </p:nvSpPr>
          <p:spPr>
            <a:xfrm>
              <a:off x="4661459" y="4792617"/>
              <a:ext cx="361674" cy="361333"/>
            </a:xfrm>
            <a:custGeom>
              <a:avLst/>
              <a:gdLst>
                <a:gd name="connsiteX0" fmla="*/ 180835 w 361674"/>
                <a:gd name="connsiteY0" fmla="*/ 0 h 361333"/>
                <a:gd name="connsiteX1" fmla="*/ 0 w 361674"/>
                <a:gd name="connsiteY1" fmla="*/ 180667 h 361333"/>
                <a:gd name="connsiteX2" fmla="*/ 180835 w 361674"/>
                <a:gd name="connsiteY2" fmla="*/ 361334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7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2310" y="81077"/>
                    <a:pt x="281157" y="0"/>
                    <a:pt x="180835" y="0"/>
                  </a:cubicBezTo>
                  <a:close/>
                  <a:moveTo>
                    <a:pt x="180835" y="349204"/>
                  </a:moveTo>
                  <a:cubicBezTo>
                    <a:pt x="88181" y="349204"/>
                    <a:pt x="12780" y="273873"/>
                    <a:pt x="12780" y="181305"/>
                  </a:cubicBezTo>
                  <a:cubicBezTo>
                    <a:pt x="12780" y="88738"/>
                    <a:pt x="88181" y="13407"/>
                    <a:pt x="180835" y="13407"/>
                  </a:cubicBezTo>
                  <a:cubicBezTo>
                    <a:pt x="273489" y="13407"/>
                    <a:pt x="348890" y="88738"/>
                    <a:pt x="348890" y="181305"/>
                  </a:cubicBezTo>
                  <a:cubicBezTo>
                    <a:pt x="349530"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1146" name="Graphic 4">
              <a:extLst>
                <a:ext uri="{FF2B5EF4-FFF2-40B4-BE49-F238E27FC236}">
                  <a16:creationId xmlns:a16="http://schemas.microsoft.com/office/drawing/2014/main" id="{B4B49F6D-F75E-184B-80F2-F3233613E011}"/>
                </a:ext>
              </a:extLst>
            </p:cNvPr>
            <p:cNvSpPr/>
            <p:nvPr/>
          </p:nvSpPr>
          <p:spPr>
            <a:xfrm>
              <a:off x="4723441" y="4911360"/>
              <a:ext cx="237705" cy="125125"/>
            </a:xfrm>
            <a:custGeom>
              <a:avLst/>
              <a:gdLst>
                <a:gd name="connsiteX0" fmla="*/ 231316 w 237705"/>
                <a:gd name="connsiteY0" fmla="*/ 56179 h 125125"/>
                <a:gd name="connsiteX1" fmla="*/ 229399 w 237705"/>
                <a:gd name="connsiteY1" fmla="*/ 56179 h 125125"/>
                <a:gd name="connsiteX2" fmla="*/ 229399 w 237705"/>
                <a:gd name="connsiteY2" fmla="*/ 22344 h 125125"/>
                <a:gd name="connsiteX3" fmla="*/ 223009 w 237705"/>
                <a:gd name="connsiteY3" fmla="*/ 15960 h 125125"/>
                <a:gd name="connsiteX4" fmla="*/ 216619 w 237705"/>
                <a:gd name="connsiteY4" fmla="*/ 22344 h 125125"/>
                <a:gd name="connsiteX5" fmla="*/ 216619 w 237705"/>
                <a:gd name="connsiteY5" fmla="*/ 56179 h 125125"/>
                <a:gd name="connsiteX6" fmla="*/ 214063 w 237705"/>
                <a:gd name="connsiteY6" fmla="*/ 56179 h 125125"/>
                <a:gd name="connsiteX7" fmla="*/ 214063 w 237705"/>
                <a:gd name="connsiteY7" fmla="*/ 14683 h 125125"/>
                <a:gd name="connsiteX8" fmla="*/ 207673 w 237705"/>
                <a:gd name="connsiteY8" fmla="*/ 8299 h 125125"/>
                <a:gd name="connsiteX9" fmla="*/ 201283 w 237705"/>
                <a:gd name="connsiteY9" fmla="*/ 14683 h 125125"/>
                <a:gd name="connsiteX10" fmla="*/ 201283 w 237705"/>
                <a:gd name="connsiteY10" fmla="*/ 56179 h 125125"/>
                <a:gd name="connsiteX11" fmla="*/ 198727 w 237705"/>
                <a:gd name="connsiteY11" fmla="*/ 56179 h 125125"/>
                <a:gd name="connsiteX12" fmla="*/ 198727 w 237705"/>
                <a:gd name="connsiteY12" fmla="*/ 6384 h 125125"/>
                <a:gd name="connsiteX13" fmla="*/ 192337 w 237705"/>
                <a:gd name="connsiteY13" fmla="*/ 0 h 125125"/>
                <a:gd name="connsiteX14" fmla="*/ 185947 w 237705"/>
                <a:gd name="connsiteY14" fmla="*/ 6384 h 125125"/>
                <a:gd name="connsiteX15" fmla="*/ 185947 w 237705"/>
                <a:gd name="connsiteY15" fmla="*/ 56179 h 125125"/>
                <a:gd name="connsiteX16" fmla="*/ 51758 w 237705"/>
                <a:gd name="connsiteY16" fmla="*/ 56179 h 125125"/>
                <a:gd name="connsiteX17" fmla="*/ 51758 w 237705"/>
                <a:gd name="connsiteY17" fmla="*/ 6384 h 125125"/>
                <a:gd name="connsiteX18" fmla="*/ 45368 w 237705"/>
                <a:gd name="connsiteY18" fmla="*/ 0 h 125125"/>
                <a:gd name="connsiteX19" fmla="*/ 38978 w 237705"/>
                <a:gd name="connsiteY19" fmla="*/ 6384 h 125125"/>
                <a:gd name="connsiteX20" fmla="*/ 38978 w 237705"/>
                <a:gd name="connsiteY20" fmla="*/ 56179 h 125125"/>
                <a:gd name="connsiteX21" fmla="*/ 36423 w 237705"/>
                <a:gd name="connsiteY21" fmla="*/ 56179 h 125125"/>
                <a:gd name="connsiteX22" fmla="*/ 36423 w 237705"/>
                <a:gd name="connsiteY22" fmla="*/ 14683 h 125125"/>
                <a:gd name="connsiteX23" fmla="*/ 30033 w 237705"/>
                <a:gd name="connsiteY23" fmla="*/ 8299 h 125125"/>
                <a:gd name="connsiteX24" fmla="*/ 23643 w 237705"/>
                <a:gd name="connsiteY24" fmla="*/ 14683 h 125125"/>
                <a:gd name="connsiteX25" fmla="*/ 23643 w 237705"/>
                <a:gd name="connsiteY25" fmla="*/ 56179 h 125125"/>
                <a:gd name="connsiteX26" fmla="*/ 21087 w 237705"/>
                <a:gd name="connsiteY26" fmla="*/ 56179 h 125125"/>
                <a:gd name="connsiteX27" fmla="*/ 21087 w 237705"/>
                <a:gd name="connsiteY27" fmla="*/ 22344 h 125125"/>
                <a:gd name="connsiteX28" fmla="*/ 14697 w 237705"/>
                <a:gd name="connsiteY28" fmla="*/ 15960 h 125125"/>
                <a:gd name="connsiteX29" fmla="*/ 8307 w 237705"/>
                <a:gd name="connsiteY29" fmla="*/ 22344 h 125125"/>
                <a:gd name="connsiteX30" fmla="*/ 8307 w 237705"/>
                <a:gd name="connsiteY30" fmla="*/ 56179 h 125125"/>
                <a:gd name="connsiteX31" fmla="*/ 6390 w 237705"/>
                <a:gd name="connsiteY31" fmla="*/ 56179 h 125125"/>
                <a:gd name="connsiteX32" fmla="*/ 0 w 237705"/>
                <a:gd name="connsiteY32" fmla="*/ 62563 h 125125"/>
                <a:gd name="connsiteX33" fmla="*/ 6390 w 237705"/>
                <a:gd name="connsiteY33" fmla="*/ 68947 h 125125"/>
                <a:gd name="connsiteX34" fmla="*/ 8307 w 237705"/>
                <a:gd name="connsiteY34" fmla="*/ 68947 h 125125"/>
                <a:gd name="connsiteX35" fmla="*/ 8307 w 237705"/>
                <a:gd name="connsiteY35" fmla="*/ 102782 h 125125"/>
                <a:gd name="connsiteX36" fmla="*/ 14697 w 237705"/>
                <a:gd name="connsiteY36" fmla="*/ 109166 h 125125"/>
                <a:gd name="connsiteX37" fmla="*/ 21087 w 237705"/>
                <a:gd name="connsiteY37" fmla="*/ 102782 h 125125"/>
                <a:gd name="connsiteX38" fmla="*/ 21087 w 237705"/>
                <a:gd name="connsiteY38" fmla="*/ 68947 h 125125"/>
                <a:gd name="connsiteX39" fmla="*/ 23643 w 237705"/>
                <a:gd name="connsiteY39" fmla="*/ 68947 h 125125"/>
                <a:gd name="connsiteX40" fmla="*/ 23643 w 237705"/>
                <a:gd name="connsiteY40" fmla="*/ 110443 h 125125"/>
                <a:gd name="connsiteX41" fmla="*/ 30033 w 237705"/>
                <a:gd name="connsiteY41" fmla="*/ 116827 h 125125"/>
                <a:gd name="connsiteX42" fmla="*/ 36423 w 237705"/>
                <a:gd name="connsiteY42" fmla="*/ 110443 h 125125"/>
                <a:gd name="connsiteX43" fmla="*/ 36423 w 237705"/>
                <a:gd name="connsiteY43" fmla="*/ 68947 h 125125"/>
                <a:gd name="connsiteX44" fmla="*/ 38978 w 237705"/>
                <a:gd name="connsiteY44" fmla="*/ 68947 h 125125"/>
                <a:gd name="connsiteX45" fmla="*/ 38978 w 237705"/>
                <a:gd name="connsiteY45" fmla="*/ 118742 h 125125"/>
                <a:gd name="connsiteX46" fmla="*/ 45368 w 237705"/>
                <a:gd name="connsiteY46" fmla="*/ 125126 h 125125"/>
                <a:gd name="connsiteX47" fmla="*/ 51758 w 237705"/>
                <a:gd name="connsiteY47" fmla="*/ 118742 h 125125"/>
                <a:gd name="connsiteX48" fmla="*/ 51758 w 237705"/>
                <a:gd name="connsiteY48" fmla="*/ 68947 h 125125"/>
                <a:gd name="connsiteX49" fmla="*/ 185947 w 237705"/>
                <a:gd name="connsiteY49" fmla="*/ 68947 h 125125"/>
                <a:gd name="connsiteX50" fmla="*/ 185947 w 237705"/>
                <a:gd name="connsiteY50" fmla="*/ 118742 h 125125"/>
                <a:gd name="connsiteX51" fmla="*/ 192337 w 237705"/>
                <a:gd name="connsiteY51" fmla="*/ 125126 h 125125"/>
                <a:gd name="connsiteX52" fmla="*/ 198727 w 237705"/>
                <a:gd name="connsiteY52" fmla="*/ 118742 h 125125"/>
                <a:gd name="connsiteX53" fmla="*/ 198727 w 237705"/>
                <a:gd name="connsiteY53" fmla="*/ 68947 h 125125"/>
                <a:gd name="connsiteX54" fmla="*/ 201283 w 237705"/>
                <a:gd name="connsiteY54" fmla="*/ 68947 h 125125"/>
                <a:gd name="connsiteX55" fmla="*/ 201283 w 237705"/>
                <a:gd name="connsiteY55" fmla="*/ 110443 h 125125"/>
                <a:gd name="connsiteX56" fmla="*/ 207673 w 237705"/>
                <a:gd name="connsiteY56" fmla="*/ 116827 h 125125"/>
                <a:gd name="connsiteX57" fmla="*/ 214063 w 237705"/>
                <a:gd name="connsiteY57" fmla="*/ 110443 h 125125"/>
                <a:gd name="connsiteX58" fmla="*/ 214063 w 237705"/>
                <a:gd name="connsiteY58" fmla="*/ 68947 h 125125"/>
                <a:gd name="connsiteX59" fmla="*/ 216619 w 237705"/>
                <a:gd name="connsiteY59" fmla="*/ 68947 h 125125"/>
                <a:gd name="connsiteX60" fmla="*/ 216619 w 237705"/>
                <a:gd name="connsiteY60" fmla="*/ 102782 h 125125"/>
                <a:gd name="connsiteX61" fmla="*/ 223009 w 237705"/>
                <a:gd name="connsiteY61" fmla="*/ 109166 h 125125"/>
                <a:gd name="connsiteX62" fmla="*/ 229399 w 237705"/>
                <a:gd name="connsiteY62" fmla="*/ 102782 h 125125"/>
                <a:gd name="connsiteX63" fmla="*/ 229399 w 237705"/>
                <a:gd name="connsiteY63" fmla="*/ 68947 h 125125"/>
                <a:gd name="connsiteX64" fmla="*/ 231316 w 237705"/>
                <a:gd name="connsiteY64" fmla="*/ 68947 h 125125"/>
                <a:gd name="connsiteX65" fmla="*/ 237706 w 237705"/>
                <a:gd name="connsiteY65" fmla="*/ 62563 h 125125"/>
                <a:gd name="connsiteX66" fmla="*/ 231316 w 237705"/>
                <a:gd name="connsiteY66" fmla="*/ 56179 h 12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37705" h="125125">
                  <a:moveTo>
                    <a:pt x="231316" y="56179"/>
                  </a:moveTo>
                  <a:lnTo>
                    <a:pt x="229399" y="56179"/>
                  </a:lnTo>
                  <a:lnTo>
                    <a:pt x="229399" y="22344"/>
                  </a:lnTo>
                  <a:cubicBezTo>
                    <a:pt x="229399" y="18513"/>
                    <a:pt x="226843" y="15960"/>
                    <a:pt x="223009" y="15960"/>
                  </a:cubicBezTo>
                  <a:cubicBezTo>
                    <a:pt x="219175" y="15960"/>
                    <a:pt x="216619" y="18513"/>
                    <a:pt x="216619" y="22344"/>
                  </a:cubicBezTo>
                  <a:lnTo>
                    <a:pt x="216619" y="56179"/>
                  </a:lnTo>
                  <a:lnTo>
                    <a:pt x="214063" y="56179"/>
                  </a:lnTo>
                  <a:lnTo>
                    <a:pt x="214063" y="14683"/>
                  </a:lnTo>
                  <a:cubicBezTo>
                    <a:pt x="214063" y="10853"/>
                    <a:pt x="211507" y="8299"/>
                    <a:pt x="207673" y="8299"/>
                  </a:cubicBezTo>
                  <a:cubicBezTo>
                    <a:pt x="203839" y="8299"/>
                    <a:pt x="201283" y="10853"/>
                    <a:pt x="201283" y="14683"/>
                  </a:cubicBezTo>
                  <a:lnTo>
                    <a:pt x="201283" y="56179"/>
                  </a:lnTo>
                  <a:lnTo>
                    <a:pt x="198727" y="56179"/>
                  </a:lnTo>
                  <a:lnTo>
                    <a:pt x="198727" y="6384"/>
                  </a:lnTo>
                  <a:cubicBezTo>
                    <a:pt x="198727" y="2553"/>
                    <a:pt x="196171" y="0"/>
                    <a:pt x="192337" y="0"/>
                  </a:cubicBezTo>
                  <a:cubicBezTo>
                    <a:pt x="188503" y="0"/>
                    <a:pt x="185947" y="2553"/>
                    <a:pt x="185947" y="6384"/>
                  </a:cubicBezTo>
                  <a:lnTo>
                    <a:pt x="185947" y="56179"/>
                  </a:lnTo>
                  <a:lnTo>
                    <a:pt x="51758" y="56179"/>
                  </a:lnTo>
                  <a:lnTo>
                    <a:pt x="51758" y="6384"/>
                  </a:lnTo>
                  <a:cubicBezTo>
                    <a:pt x="51758" y="2553"/>
                    <a:pt x="49203" y="0"/>
                    <a:pt x="45368" y="0"/>
                  </a:cubicBezTo>
                  <a:cubicBezTo>
                    <a:pt x="41535" y="0"/>
                    <a:pt x="38978" y="2553"/>
                    <a:pt x="38978" y="6384"/>
                  </a:cubicBezTo>
                  <a:lnTo>
                    <a:pt x="38978" y="56179"/>
                  </a:lnTo>
                  <a:lnTo>
                    <a:pt x="36423" y="56179"/>
                  </a:lnTo>
                  <a:lnTo>
                    <a:pt x="36423" y="14683"/>
                  </a:lnTo>
                  <a:cubicBezTo>
                    <a:pt x="36423" y="10853"/>
                    <a:pt x="33867" y="8299"/>
                    <a:pt x="30033" y="8299"/>
                  </a:cubicBezTo>
                  <a:cubicBezTo>
                    <a:pt x="26199" y="8299"/>
                    <a:pt x="23643" y="10853"/>
                    <a:pt x="23643" y="14683"/>
                  </a:cubicBezTo>
                  <a:lnTo>
                    <a:pt x="23643" y="56179"/>
                  </a:lnTo>
                  <a:lnTo>
                    <a:pt x="21087" y="56179"/>
                  </a:lnTo>
                  <a:lnTo>
                    <a:pt x="21087" y="22344"/>
                  </a:lnTo>
                  <a:cubicBezTo>
                    <a:pt x="21087" y="18513"/>
                    <a:pt x="18531" y="15960"/>
                    <a:pt x="14697" y="15960"/>
                  </a:cubicBezTo>
                  <a:cubicBezTo>
                    <a:pt x="10863" y="15960"/>
                    <a:pt x="8307" y="18513"/>
                    <a:pt x="8307" y="22344"/>
                  </a:cubicBezTo>
                  <a:lnTo>
                    <a:pt x="8307" y="56179"/>
                  </a:lnTo>
                  <a:lnTo>
                    <a:pt x="6390" y="56179"/>
                  </a:lnTo>
                  <a:cubicBezTo>
                    <a:pt x="2556" y="56179"/>
                    <a:pt x="0" y="58733"/>
                    <a:pt x="0" y="62563"/>
                  </a:cubicBezTo>
                  <a:cubicBezTo>
                    <a:pt x="0" y="66393"/>
                    <a:pt x="2556" y="68947"/>
                    <a:pt x="6390" y="68947"/>
                  </a:cubicBezTo>
                  <a:lnTo>
                    <a:pt x="8307" y="68947"/>
                  </a:lnTo>
                  <a:lnTo>
                    <a:pt x="8307" y="102782"/>
                  </a:lnTo>
                  <a:cubicBezTo>
                    <a:pt x="8307" y="106613"/>
                    <a:pt x="10863" y="109166"/>
                    <a:pt x="14697" y="109166"/>
                  </a:cubicBezTo>
                  <a:cubicBezTo>
                    <a:pt x="18531" y="109166"/>
                    <a:pt x="21087" y="106613"/>
                    <a:pt x="21087" y="102782"/>
                  </a:cubicBezTo>
                  <a:lnTo>
                    <a:pt x="21087" y="68947"/>
                  </a:lnTo>
                  <a:lnTo>
                    <a:pt x="23643" y="68947"/>
                  </a:lnTo>
                  <a:lnTo>
                    <a:pt x="23643" y="110443"/>
                  </a:lnTo>
                  <a:cubicBezTo>
                    <a:pt x="23643" y="114273"/>
                    <a:pt x="26199" y="116827"/>
                    <a:pt x="30033" y="116827"/>
                  </a:cubicBezTo>
                  <a:cubicBezTo>
                    <a:pt x="33867" y="116827"/>
                    <a:pt x="36423" y="114273"/>
                    <a:pt x="36423" y="110443"/>
                  </a:cubicBezTo>
                  <a:lnTo>
                    <a:pt x="36423" y="68947"/>
                  </a:lnTo>
                  <a:lnTo>
                    <a:pt x="38978" y="68947"/>
                  </a:lnTo>
                  <a:lnTo>
                    <a:pt x="38978" y="118742"/>
                  </a:lnTo>
                  <a:cubicBezTo>
                    <a:pt x="38978" y="122573"/>
                    <a:pt x="41535" y="125126"/>
                    <a:pt x="45368" y="125126"/>
                  </a:cubicBezTo>
                  <a:cubicBezTo>
                    <a:pt x="49203" y="125126"/>
                    <a:pt x="51758" y="122573"/>
                    <a:pt x="51758" y="118742"/>
                  </a:cubicBezTo>
                  <a:lnTo>
                    <a:pt x="51758" y="68947"/>
                  </a:lnTo>
                  <a:lnTo>
                    <a:pt x="185947" y="68947"/>
                  </a:lnTo>
                  <a:lnTo>
                    <a:pt x="185947" y="118742"/>
                  </a:lnTo>
                  <a:cubicBezTo>
                    <a:pt x="185947" y="122573"/>
                    <a:pt x="188503" y="125126"/>
                    <a:pt x="192337" y="125126"/>
                  </a:cubicBezTo>
                  <a:cubicBezTo>
                    <a:pt x="196171" y="125126"/>
                    <a:pt x="198727" y="122573"/>
                    <a:pt x="198727" y="118742"/>
                  </a:cubicBezTo>
                  <a:lnTo>
                    <a:pt x="198727" y="68947"/>
                  </a:lnTo>
                  <a:lnTo>
                    <a:pt x="201283" y="68947"/>
                  </a:lnTo>
                  <a:lnTo>
                    <a:pt x="201283" y="110443"/>
                  </a:lnTo>
                  <a:cubicBezTo>
                    <a:pt x="201283" y="114273"/>
                    <a:pt x="203839" y="116827"/>
                    <a:pt x="207673" y="116827"/>
                  </a:cubicBezTo>
                  <a:cubicBezTo>
                    <a:pt x="211507" y="116827"/>
                    <a:pt x="214063" y="114273"/>
                    <a:pt x="214063" y="110443"/>
                  </a:cubicBezTo>
                  <a:lnTo>
                    <a:pt x="214063" y="68947"/>
                  </a:lnTo>
                  <a:lnTo>
                    <a:pt x="216619" y="68947"/>
                  </a:lnTo>
                  <a:lnTo>
                    <a:pt x="216619" y="102782"/>
                  </a:lnTo>
                  <a:cubicBezTo>
                    <a:pt x="216619" y="106613"/>
                    <a:pt x="219175" y="109166"/>
                    <a:pt x="223009" y="109166"/>
                  </a:cubicBezTo>
                  <a:cubicBezTo>
                    <a:pt x="226843" y="109166"/>
                    <a:pt x="229399" y="106613"/>
                    <a:pt x="229399" y="102782"/>
                  </a:cubicBezTo>
                  <a:lnTo>
                    <a:pt x="229399" y="68947"/>
                  </a:lnTo>
                  <a:lnTo>
                    <a:pt x="231316" y="68947"/>
                  </a:lnTo>
                  <a:cubicBezTo>
                    <a:pt x="235150" y="68947"/>
                    <a:pt x="237706" y="66393"/>
                    <a:pt x="237706" y="62563"/>
                  </a:cubicBezTo>
                  <a:cubicBezTo>
                    <a:pt x="237706" y="58733"/>
                    <a:pt x="235150" y="56179"/>
                    <a:pt x="231316" y="56179"/>
                  </a:cubicBezTo>
                  <a:close/>
                </a:path>
              </a:pathLst>
            </a:custGeom>
            <a:solidFill>
              <a:srgbClr val="00A3E0"/>
            </a:solidFill>
            <a:ln w="6390" cap="flat">
              <a:noFill/>
              <a:prstDash val="solid"/>
              <a:miter/>
            </a:ln>
          </p:spPr>
          <p:txBody>
            <a:bodyPr rtlCol="0" anchor="ctr"/>
            <a:lstStyle/>
            <a:p>
              <a:endParaRPr lang="en-US"/>
            </a:p>
          </p:txBody>
        </p:sp>
      </p:grpSp>
      <p:sp>
        <p:nvSpPr>
          <p:cNvPr id="1147" name="Graphic 4">
            <a:extLst>
              <a:ext uri="{FF2B5EF4-FFF2-40B4-BE49-F238E27FC236}">
                <a16:creationId xmlns:a16="http://schemas.microsoft.com/office/drawing/2014/main" id="{AC695E84-F559-8E4A-AE69-FAD0D63D2DD8}"/>
              </a:ext>
            </a:extLst>
          </p:cNvPr>
          <p:cNvSpPr>
            <a:spLocks noChangeAspect="1"/>
          </p:cNvSpPr>
          <p:nvPr/>
        </p:nvSpPr>
        <p:spPr>
          <a:xfrm>
            <a:off x="5099808" y="4792617"/>
            <a:ext cx="361670" cy="361333"/>
          </a:xfrm>
          <a:custGeom>
            <a:avLst/>
            <a:gdLst>
              <a:gd name="connsiteX0" fmla="*/ 180836 w 361670"/>
              <a:gd name="connsiteY0" fmla="*/ 0 h 361333"/>
              <a:gd name="connsiteX1" fmla="*/ 0 w 361670"/>
              <a:gd name="connsiteY1" fmla="*/ 180667 h 361333"/>
              <a:gd name="connsiteX2" fmla="*/ 180836 w 361670"/>
              <a:gd name="connsiteY2" fmla="*/ 361334 h 361333"/>
              <a:gd name="connsiteX3" fmla="*/ 361671 w 361670"/>
              <a:gd name="connsiteY3" fmla="*/ 180667 h 361333"/>
              <a:gd name="connsiteX4" fmla="*/ 180836 w 361670"/>
              <a:gd name="connsiteY4" fmla="*/ 0 h 361333"/>
              <a:gd name="connsiteX5" fmla="*/ 293298 w 361670"/>
              <a:gd name="connsiteY5" fmla="*/ 187689 h 361333"/>
              <a:gd name="connsiteX6" fmla="*/ 291381 w 361670"/>
              <a:gd name="connsiteY6" fmla="*/ 187689 h 361333"/>
              <a:gd name="connsiteX7" fmla="*/ 291381 w 361670"/>
              <a:gd name="connsiteY7" fmla="*/ 221524 h 361333"/>
              <a:gd name="connsiteX8" fmla="*/ 284991 w 361670"/>
              <a:gd name="connsiteY8" fmla="*/ 227908 h 361333"/>
              <a:gd name="connsiteX9" fmla="*/ 278602 w 361670"/>
              <a:gd name="connsiteY9" fmla="*/ 221524 h 361333"/>
              <a:gd name="connsiteX10" fmla="*/ 278602 w 361670"/>
              <a:gd name="connsiteY10" fmla="*/ 187689 h 361333"/>
              <a:gd name="connsiteX11" fmla="*/ 276045 w 361670"/>
              <a:gd name="connsiteY11" fmla="*/ 187689 h 361333"/>
              <a:gd name="connsiteX12" fmla="*/ 276045 w 361670"/>
              <a:gd name="connsiteY12" fmla="*/ 229185 h 361333"/>
              <a:gd name="connsiteX13" fmla="*/ 269655 w 361670"/>
              <a:gd name="connsiteY13" fmla="*/ 235569 h 361333"/>
              <a:gd name="connsiteX14" fmla="*/ 263266 w 361670"/>
              <a:gd name="connsiteY14" fmla="*/ 229185 h 361333"/>
              <a:gd name="connsiteX15" fmla="*/ 263266 w 361670"/>
              <a:gd name="connsiteY15" fmla="*/ 187689 h 361333"/>
              <a:gd name="connsiteX16" fmla="*/ 260710 w 361670"/>
              <a:gd name="connsiteY16" fmla="*/ 187689 h 361333"/>
              <a:gd name="connsiteX17" fmla="*/ 260710 w 361670"/>
              <a:gd name="connsiteY17" fmla="*/ 237484 h 361333"/>
              <a:gd name="connsiteX18" fmla="*/ 254320 w 361670"/>
              <a:gd name="connsiteY18" fmla="*/ 243868 h 361333"/>
              <a:gd name="connsiteX19" fmla="*/ 247930 w 361670"/>
              <a:gd name="connsiteY19" fmla="*/ 237484 h 361333"/>
              <a:gd name="connsiteX20" fmla="*/ 247930 w 361670"/>
              <a:gd name="connsiteY20" fmla="*/ 187689 h 361333"/>
              <a:gd name="connsiteX21" fmla="*/ 113741 w 361670"/>
              <a:gd name="connsiteY21" fmla="*/ 187689 h 361333"/>
              <a:gd name="connsiteX22" fmla="*/ 113741 w 361670"/>
              <a:gd name="connsiteY22" fmla="*/ 237484 h 361333"/>
              <a:gd name="connsiteX23" fmla="*/ 107351 w 361670"/>
              <a:gd name="connsiteY23" fmla="*/ 243868 h 361333"/>
              <a:gd name="connsiteX24" fmla="*/ 100961 w 361670"/>
              <a:gd name="connsiteY24" fmla="*/ 237484 h 361333"/>
              <a:gd name="connsiteX25" fmla="*/ 100961 w 361670"/>
              <a:gd name="connsiteY25" fmla="*/ 187689 h 361333"/>
              <a:gd name="connsiteX26" fmla="*/ 98405 w 361670"/>
              <a:gd name="connsiteY26" fmla="*/ 187689 h 361333"/>
              <a:gd name="connsiteX27" fmla="*/ 98405 w 361670"/>
              <a:gd name="connsiteY27" fmla="*/ 229185 h 361333"/>
              <a:gd name="connsiteX28" fmla="*/ 92015 w 361670"/>
              <a:gd name="connsiteY28" fmla="*/ 235569 h 361333"/>
              <a:gd name="connsiteX29" fmla="*/ 85625 w 361670"/>
              <a:gd name="connsiteY29" fmla="*/ 229185 h 361333"/>
              <a:gd name="connsiteX30" fmla="*/ 85625 w 361670"/>
              <a:gd name="connsiteY30" fmla="*/ 187689 h 361333"/>
              <a:gd name="connsiteX31" fmla="*/ 83069 w 361670"/>
              <a:gd name="connsiteY31" fmla="*/ 187689 h 361333"/>
              <a:gd name="connsiteX32" fmla="*/ 83069 w 361670"/>
              <a:gd name="connsiteY32" fmla="*/ 221524 h 361333"/>
              <a:gd name="connsiteX33" fmla="*/ 76679 w 361670"/>
              <a:gd name="connsiteY33" fmla="*/ 227908 h 361333"/>
              <a:gd name="connsiteX34" fmla="*/ 70289 w 361670"/>
              <a:gd name="connsiteY34" fmla="*/ 221524 h 361333"/>
              <a:gd name="connsiteX35" fmla="*/ 70289 w 361670"/>
              <a:gd name="connsiteY35" fmla="*/ 187689 h 361333"/>
              <a:gd name="connsiteX36" fmla="*/ 68372 w 361670"/>
              <a:gd name="connsiteY36" fmla="*/ 187689 h 361333"/>
              <a:gd name="connsiteX37" fmla="*/ 61982 w 361670"/>
              <a:gd name="connsiteY37" fmla="*/ 181305 h 361333"/>
              <a:gd name="connsiteX38" fmla="*/ 68372 w 361670"/>
              <a:gd name="connsiteY38" fmla="*/ 174921 h 361333"/>
              <a:gd name="connsiteX39" fmla="*/ 70289 w 361670"/>
              <a:gd name="connsiteY39" fmla="*/ 174921 h 361333"/>
              <a:gd name="connsiteX40" fmla="*/ 70289 w 361670"/>
              <a:gd name="connsiteY40" fmla="*/ 141086 h 361333"/>
              <a:gd name="connsiteX41" fmla="*/ 76679 w 361670"/>
              <a:gd name="connsiteY41" fmla="*/ 134702 h 361333"/>
              <a:gd name="connsiteX42" fmla="*/ 83069 w 361670"/>
              <a:gd name="connsiteY42" fmla="*/ 141086 h 361333"/>
              <a:gd name="connsiteX43" fmla="*/ 83069 w 361670"/>
              <a:gd name="connsiteY43" fmla="*/ 174921 h 361333"/>
              <a:gd name="connsiteX44" fmla="*/ 85625 w 361670"/>
              <a:gd name="connsiteY44" fmla="*/ 174921 h 361333"/>
              <a:gd name="connsiteX45" fmla="*/ 85625 w 361670"/>
              <a:gd name="connsiteY45" fmla="*/ 133425 h 361333"/>
              <a:gd name="connsiteX46" fmla="*/ 92015 w 361670"/>
              <a:gd name="connsiteY46" fmla="*/ 127041 h 361333"/>
              <a:gd name="connsiteX47" fmla="*/ 98405 w 361670"/>
              <a:gd name="connsiteY47" fmla="*/ 133425 h 361333"/>
              <a:gd name="connsiteX48" fmla="*/ 98405 w 361670"/>
              <a:gd name="connsiteY48" fmla="*/ 174921 h 361333"/>
              <a:gd name="connsiteX49" fmla="*/ 100961 w 361670"/>
              <a:gd name="connsiteY49" fmla="*/ 174921 h 361333"/>
              <a:gd name="connsiteX50" fmla="*/ 100961 w 361670"/>
              <a:gd name="connsiteY50" fmla="*/ 125126 h 361333"/>
              <a:gd name="connsiteX51" fmla="*/ 107351 w 361670"/>
              <a:gd name="connsiteY51" fmla="*/ 118742 h 361333"/>
              <a:gd name="connsiteX52" fmla="*/ 113741 w 361670"/>
              <a:gd name="connsiteY52" fmla="*/ 125126 h 361333"/>
              <a:gd name="connsiteX53" fmla="*/ 113741 w 361670"/>
              <a:gd name="connsiteY53" fmla="*/ 174921 h 361333"/>
              <a:gd name="connsiteX54" fmla="*/ 247930 w 361670"/>
              <a:gd name="connsiteY54" fmla="*/ 174921 h 361333"/>
              <a:gd name="connsiteX55" fmla="*/ 247930 w 361670"/>
              <a:gd name="connsiteY55" fmla="*/ 125126 h 361333"/>
              <a:gd name="connsiteX56" fmla="*/ 254320 w 361670"/>
              <a:gd name="connsiteY56" fmla="*/ 118742 h 361333"/>
              <a:gd name="connsiteX57" fmla="*/ 260710 w 361670"/>
              <a:gd name="connsiteY57" fmla="*/ 125126 h 361333"/>
              <a:gd name="connsiteX58" fmla="*/ 260710 w 361670"/>
              <a:gd name="connsiteY58" fmla="*/ 174921 h 361333"/>
              <a:gd name="connsiteX59" fmla="*/ 263266 w 361670"/>
              <a:gd name="connsiteY59" fmla="*/ 174921 h 361333"/>
              <a:gd name="connsiteX60" fmla="*/ 263266 w 361670"/>
              <a:gd name="connsiteY60" fmla="*/ 133425 h 361333"/>
              <a:gd name="connsiteX61" fmla="*/ 269655 w 361670"/>
              <a:gd name="connsiteY61" fmla="*/ 127041 h 361333"/>
              <a:gd name="connsiteX62" fmla="*/ 276045 w 361670"/>
              <a:gd name="connsiteY62" fmla="*/ 133425 h 361333"/>
              <a:gd name="connsiteX63" fmla="*/ 276045 w 361670"/>
              <a:gd name="connsiteY63" fmla="*/ 174921 h 361333"/>
              <a:gd name="connsiteX64" fmla="*/ 278602 w 361670"/>
              <a:gd name="connsiteY64" fmla="*/ 174921 h 361333"/>
              <a:gd name="connsiteX65" fmla="*/ 278602 w 361670"/>
              <a:gd name="connsiteY65" fmla="*/ 141086 h 361333"/>
              <a:gd name="connsiteX66" fmla="*/ 284991 w 361670"/>
              <a:gd name="connsiteY66" fmla="*/ 134702 h 361333"/>
              <a:gd name="connsiteX67" fmla="*/ 291381 w 361670"/>
              <a:gd name="connsiteY67" fmla="*/ 141086 h 361333"/>
              <a:gd name="connsiteX68" fmla="*/ 291381 w 361670"/>
              <a:gd name="connsiteY68" fmla="*/ 174921 h 361333"/>
              <a:gd name="connsiteX69" fmla="*/ 293298 w 361670"/>
              <a:gd name="connsiteY69" fmla="*/ 174921 h 361333"/>
              <a:gd name="connsiteX70" fmla="*/ 299688 w 361670"/>
              <a:gd name="connsiteY70" fmla="*/ 181305 h 361333"/>
              <a:gd name="connsiteX71" fmla="*/ 293298 w 361670"/>
              <a:gd name="connsiteY71" fmla="*/ 18768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1670" h="361333">
                <a:moveTo>
                  <a:pt x="180836" y="0"/>
                </a:moveTo>
                <a:cubicBezTo>
                  <a:pt x="80513" y="0"/>
                  <a:pt x="0" y="81077"/>
                  <a:pt x="0" y="180667"/>
                </a:cubicBezTo>
                <a:cubicBezTo>
                  <a:pt x="0" y="280895"/>
                  <a:pt x="81152" y="361334"/>
                  <a:pt x="180836" y="361334"/>
                </a:cubicBezTo>
                <a:cubicBezTo>
                  <a:pt x="280518" y="361334"/>
                  <a:pt x="361671" y="280257"/>
                  <a:pt x="361671" y="180667"/>
                </a:cubicBezTo>
                <a:cubicBezTo>
                  <a:pt x="361671" y="81077"/>
                  <a:pt x="280518" y="0"/>
                  <a:pt x="180836" y="0"/>
                </a:cubicBezTo>
                <a:close/>
                <a:moveTo>
                  <a:pt x="293298" y="187689"/>
                </a:moveTo>
                <a:lnTo>
                  <a:pt x="291381" y="187689"/>
                </a:lnTo>
                <a:lnTo>
                  <a:pt x="291381" y="221524"/>
                </a:lnTo>
                <a:cubicBezTo>
                  <a:pt x="291381" y="225355"/>
                  <a:pt x="288825" y="227908"/>
                  <a:pt x="284991" y="227908"/>
                </a:cubicBezTo>
                <a:cubicBezTo>
                  <a:pt x="281157" y="227908"/>
                  <a:pt x="278602" y="225355"/>
                  <a:pt x="278602" y="221524"/>
                </a:cubicBezTo>
                <a:lnTo>
                  <a:pt x="278602" y="187689"/>
                </a:lnTo>
                <a:lnTo>
                  <a:pt x="276045" y="187689"/>
                </a:lnTo>
                <a:lnTo>
                  <a:pt x="276045" y="229185"/>
                </a:lnTo>
                <a:cubicBezTo>
                  <a:pt x="276045" y="233015"/>
                  <a:pt x="273490" y="235569"/>
                  <a:pt x="269655" y="235569"/>
                </a:cubicBezTo>
                <a:cubicBezTo>
                  <a:pt x="265822" y="235569"/>
                  <a:pt x="263266" y="233015"/>
                  <a:pt x="263266" y="229185"/>
                </a:cubicBezTo>
                <a:lnTo>
                  <a:pt x="263266" y="187689"/>
                </a:lnTo>
                <a:lnTo>
                  <a:pt x="260710" y="187689"/>
                </a:lnTo>
                <a:lnTo>
                  <a:pt x="260710" y="237484"/>
                </a:lnTo>
                <a:cubicBezTo>
                  <a:pt x="260710" y="241315"/>
                  <a:pt x="258154" y="243868"/>
                  <a:pt x="254320" y="243868"/>
                </a:cubicBezTo>
                <a:cubicBezTo>
                  <a:pt x="250486" y="243868"/>
                  <a:pt x="247930" y="241315"/>
                  <a:pt x="247930" y="237484"/>
                </a:cubicBezTo>
                <a:lnTo>
                  <a:pt x="247930" y="187689"/>
                </a:lnTo>
                <a:lnTo>
                  <a:pt x="113741" y="187689"/>
                </a:lnTo>
                <a:lnTo>
                  <a:pt x="113741" y="237484"/>
                </a:lnTo>
                <a:cubicBezTo>
                  <a:pt x="113741" y="241315"/>
                  <a:pt x="111185" y="243868"/>
                  <a:pt x="107351" y="243868"/>
                </a:cubicBezTo>
                <a:cubicBezTo>
                  <a:pt x="103517" y="243868"/>
                  <a:pt x="100961" y="241315"/>
                  <a:pt x="100961" y="237484"/>
                </a:cubicBezTo>
                <a:lnTo>
                  <a:pt x="100961" y="187689"/>
                </a:lnTo>
                <a:lnTo>
                  <a:pt x="98405" y="187689"/>
                </a:lnTo>
                <a:lnTo>
                  <a:pt x="98405" y="229185"/>
                </a:lnTo>
                <a:cubicBezTo>
                  <a:pt x="98405" y="233015"/>
                  <a:pt x="95849" y="235569"/>
                  <a:pt x="92015" y="235569"/>
                </a:cubicBezTo>
                <a:cubicBezTo>
                  <a:pt x="88181" y="235569"/>
                  <a:pt x="85625" y="233015"/>
                  <a:pt x="85625" y="229185"/>
                </a:cubicBezTo>
                <a:lnTo>
                  <a:pt x="85625" y="187689"/>
                </a:lnTo>
                <a:lnTo>
                  <a:pt x="83069" y="187689"/>
                </a:lnTo>
                <a:lnTo>
                  <a:pt x="83069" y="221524"/>
                </a:lnTo>
                <a:cubicBezTo>
                  <a:pt x="83069" y="225355"/>
                  <a:pt x="80513" y="227908"/>
                  <a:pt x="76679" y="227908"/>
                </a:cubicBezTo>
                <a:cubicBezTo>
                  <a:pt x="72845" y="227908"/>
                  <a:pt x="70289" y="225355"/>
                  <a:pt x="70289" y="221524"/>
                </a:cubicBezTo>
                <a:lnTo>
                  <a:pt x="70289" y="187689"/>
                </a:lnTo>
                <a:lnTo>
                  <a:pt x="68372" y="187689"/>
                </a:lnTo>
                <a:cubicBezTo>
                  <a:pt x="64539" y="187689"/>
                  <a:pt x="61982" y="185135"/>
                  <a:pt x="61982" y="181305"/>
                </a:cubicBezTo>
                <a:cubicBezTo>
                  <a:pt x="61982" y="177475"/>
                  <a:pt x="64539" y="174921"/>
                  <a:pt x="68372" y="174921"/>
                </a:cubicBezTo>
                <a:lnTo>
                  <a:pt x="70289" y="174921"/>
                </a:lnTo>
                <a:lnTo>
                  <a:pt x="70289" y="141086"/>
                </a:lnTo>
                <a:cubicBezTo>
                  <a:pt x="70289" y="137256"/>
                  <a:pt x="72845" y="134702"/>
                  <a:pt x="76679" y="134702"/>
                </a:cubicBezTo>
                <a:cubicBezTo>
                  <a:pt x="80513" y="134702"/>
                  <a:pt x="83069" y="137256"/>
                  <a:pt x="83069" y="141086"/>
                </a:cubicBezTo>
                <a:lnTo>
                  <a:pt x="83069" y="174921"/>
                </a:lnTo>
                <a:lnTo>
                  <a:pt x="85625" y="174921"/>
                </a:lnTo>
                <a:lnTo>
                  <a:pt x="85625" y="133425"/>
                </a:lnTo>
                <a:cubicBezTo>
                  <a:pt x="85625" y="129595"/>
                  <a:pt x="88181" y="127041"/>
                  <a:pt x="92015" y="127041"/>
                </a:cubicBezTo>
                <a:cubicBezTo>
                  <a:pt x="95849" y="127041"/>
                  <a:pt x="98405" y="129595"/>
                  <a:pt x="98405" y="133425"/>
                </a:cubicBezTo>
                <a:lnTo>
                  <a:pt x="98405" y="174921"/>
                </a:lnTo>
                <a:lnTo>
                  <a:pt x="100961" y="174921"/>
                </a:lnTo>
                <a:lnTo>
                  <a:pt x="100961" y="125126"/>
                </a:lnTo>
                <a:cubicBezTo>
                  <a:pt x="100961" y="121296"/>
                  <a:pt x="103517" y="118742"/>
                  <a:pt x="107351" y="118742"/>
                </a:cubicBezTo>
                <a:cubicBezTo>
                  <a:pt x="111185" y="118742"/>
                  <a:pt x="113741" y="121296"/>
                  <a:pt x="113741" y="125126"/>
                </a:cubicBezTo>
                <a:lnTo>
                  <a:pt x="113741" y="174921"/>
                </a:lnTo>
                <a:lnTo>
                  <a:pt x="247930" y="174921"/>
                </a:lnTo>
                <a:lnTo>
                  <a:pt x="247930" y="125126"/>
                </a:lnTo>
                <a:cubicBezTo>
                  <a:pt x="247930" y="121296"/>
                  <a:pt x="250486" y="118742"/>
                  <a:pt x="254320" y="118742"/>
                </a:cubicBezTo>
                <a:cubicBezTo>
                  <a:pt x="258154" y="118742"/>
                  <a:pt x="260710" y="121296"/>
                  <a:pt x="260710" y="125126"/>
                </a:cubicBezTo>
                <a:lnTo>
                  <a:pt x="260710" y="174921"/>
                </a:lnTo>
                <a:lnTo>
                  <a:pt x="263266" y="174921"/>
                </a:lnTo>
                <a:lnTo>
                  <a:pt x="263266" y="133425"/>
                </a:lnTo>
                <a:cubicBezTo>
                  <a:pt x="263266" y="129595"/>
                  <a:pt x="265822" y="127041"/>
                  <a:pt x="269655" y="127041"/>
                </a:cubicBezTo>
                <a:cubicBezTo>
                  <a:pt x="273490" y="127041"/>
                  <a:pt x="276045" y="129595"/>
                  <a:pt x="276045" y="133425"/>
                </a:cubicBezTo>
                <a:lnTo>
                  <a:pt x="276045" y="174921"/>
                </a:lnTo>
                <a:lnTo>
                  <a:pt x="278602" y="174921"/>
                </a:lnTo>
                <a:lnTo>
                  <a:pt x="278602" y="141086"/>
                </a:lnTo>
                <a:cubicBezTo>
                  <a:pt x="278602" y="137256"/>
                  <a:pt x="281157" y="134702"/>
                  <a:pt x="284991" y="134702"/>
                </a:cubicBezTo>
                <a:cubicBezTo>
                  <a:pt x="288825" y="134702"/>
                  <a:pt x="291381" y="137256"/>
                  <a:pt x="291381" y="141086"/>
                </a:cubicBezTo>
                <a:lnTo>
                  <a:pt x="291381" y="174921"/>
                </a:lnTo>
                <a:lnTo>
                  <a:pt x="293298" y="174921"/>
                </a:lnTo>
                <a:cubicBezTo>
                  <a:pt x="297132" y="174921"/>
                  <a:pt x="299688" y="177475"/>
                  <a:pt x="299688" y="181305"/>
                </a:cubicBezTo>
                <a:cubicBezTo>
                  <a:pt x="299688" y="185135"/>
                  <a:pt x="296493" y="187689"/>
                  <a:pt x="293298" y="187689"/>
                </a:cubicBezTo>
                <a:close/>
              </a:path>
            </a:pathLst>
          </a:custGeom>
          <a:solidFill>
            <a:srgbClr val="00A3E0"/>
          </a:solidFill>
          <a:ln w="6390" cap="flat">
            <a:noFill/>
            <a:prstDash val="solid"/>
            <a:miter/>
          </a:ln>
        </p:spPr>
        <p:txBody>
          <a:bodyPr rtlCol="0" anchor="ctr"/>
          <a:lstStyle/>
          <a:p>
            <a:endParaRPr lang="en-US"/>
          </a:p>
        </p:txBody>
      </p:sp>
      <p:grpSp>
        <p:nvGrpSpPr>
          <p:cNvPr id="1148" name="Graphic 4">
            <a:extLst>
              <a:ext uri="{FF2B5EF4-FFF2-40B4-BE49-F238E27FC236}">
                <a16:creationId xmlns:a16="http://schemas.microsoft.com/office/drawing/2014/main" id="{7A6BF501-1C3D-F446-AC84-5CC5523CE768}"/>
              </a:ext>
            </a:extLst>
          </p:cNvPr>
          <p:cNvGrpSpPr>
            <a:grpSpLocks noChangeAspect="1"/>
          </p:cNvGrpSpPr>
          <p:nvPr/>
        </p:nvGrpSpPr>
        <p:grpSpPr>
          <a:xfrm>
            <a:off x="1515054" y="4792617"/>
            <a:ext cx="361670" cy="361333"/>
            <a:chOff x="1515054" y="4792617"/>
            <a:chExt cx="361670" cy="361333"/>
          </a:xfrm>
          <a:solidFill>
            <a:srgbClr val="005587"/>
          </a:solidFill>
        </p:grpSpPr>
        <p:sp>
          <p:nvSpPr>
            <p:cNvPr id="1149" name="Graphic 4">
              <a:extLst>
                <a:ext uri="{FF2B5EF4-FFF2-40B4-BE49-F238E27FC236}">
                  <a16:creationId xmlns:a16="http://schemas.microsoft.com/office/drawing/2014/main" id="{2A0ECE15-D09E-5F4B-94FE-6EB39904466D}"/>
                </a:ext>
              </a:extLst>
            </p:cNvPr>
            <p:cNvSpPr/>
            <p:nvPr/>
          </p:nvSpPr>
          <p:spPr>
            <a:xfrm>
              <a:off x="1515054"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4"/>
                    <a:pt x="180835" y="361334"/>
                  </a:cubicBezTo>
                  <a:cubicBezTo>
                    <a:pt x="281157" y="361334"/>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873"/>
                    <a:pt x="273489" y="349204"/>
                    <a:pt x="180835" y="349204"/>
                  </a:cubicBezTo>
                  <a:close/>
                </a:path>
              </a:pathLst>
            </a:custGeom>
            <a:solidFill>
              <a:srgbClr val="005587"/>
            </a:solidFill>
            <a:ln w="6390" cap="flat">
              <a:noFill/>
              <a:prstDash val="solid"/>
              <a:miter/>
            </a:ln>
          </p:spPr>
          <p:txBody>
            <a:bodyPr rtlCol="0" anchor="ctr"/>
            <a:lstStyle/>
            <a:p>
              <a:endParaRPr lang="en-US"/>
            </a:p>
          </p:txBody>
        </p:sp>
        <p:sp>
          <p:nvSpPr>
            <p:cNvPr id="1150" name="Graphic 4">
              <a:extLst>
                <a:ext uri="{FF2B5EF4-FFF2-40B4-BE49-F238E27FC236}">
                  <a16:creationId xmlns:a16="http://schemas.microsoft.com/office/drawing/2014/main" id="{4D56EFAF-A11A-884D-909D-1E6FADFF7CB2}"/>
                </a:ext>
              </a:extLst>
            </p:cNvPr>
            <p:cNvSpPr/>
            <p:nvPr/>
          </p:nvSpPr>
          <p:spPr>
            <a:xfrm>
              <a:off x="1590455" y="4867502"/>
              <a:ext cx="210100" cy="210479"/>
            </a:xfrm>
            <a:custGeom>
              <a:avLst/>
              <a:gdLst>
                <a:gd name="connsiteX0" fmla="*/ 166777 w 210100"/>
                <a:gd name="connsiteY0" fmla="*/ 14491 h 210479"/>
                <a:gd name="connsiteX1" fmla="*/ 166138 w 210100"/>
                <a:gd name="connsiteY1" fmla="*/ 15130 h 210479"/>
                <a:gd name="connsiteX2" fmla="*/ 125882 w 210100"/>
                <a:gd name="connsiteY2" fmla="*/ 55349 h 210479"/>
                <a:gd name="connsiteX3" fmla="*/ 31950 w 210100"/>
                <a:gd name="connsiteY3" fmla="*/ 24067 h 210479"/>
                <a:gd name="connsiteX4" fmla="*/ 25560 w 210100"/>
                <a:gd name="connsiteY4" fmla="*/ 25344 h 210479"/>
                <a:gd name="connsiteX5" fmla="*/ 9585 w 210100"/>
                <a:gd name="connsiteY5" fmla="*/ 41304 h 210479"/>
                <a:gd name="connsiteX6" fmla="*/ 7668 w 210100"/>
                <a:gd name="connsiteY6" fmla="*/ 46411 h 210479"/>
                <a:gd name="connsiteX7" fmla="*/ 10863 w 210100"/>
                <a:gd name="connsiteY7" fmla="*/ 50880 h 210479"/>
                <a:gd name="connsiteX8" fmla="*/ 87542 w 210100"/>
                <a:gd name="connsiteY8" fmla="*/ 93015 h 210479"/>
                <a:gd name="connsiteX9" fmla="*/ 59427 w 210100"/>
                <a:gd name="connsiteY9" fmla="*/ 121104 h 210479"/>
                <a:gd name="connsiteX10" fmla="*/ 24921 w 210100"/>
                <a:gd name="connsiteY10" fmla="*/ 107059 h 210479"/>
                <a:gd name="connsiteX11" fmla="*/ 17892 w 210100"/>
                <a:gd name="connsiteY11" fmla="*/ 108336 h 210479"/>
                <a:gd name="connsiteX12" fmla="*/ 1917 w 210100"/>
                <a:gd name="connsiteY12" fmla="*/ 124296 h 210479"/>
                <a:gd name="connsiteX13" fmla="*/ 0 w 210100"/>
                <a:gd name="connsiteY13" fmla="*/ 129403 h 210479"/>
                <a:gd name="connsiteX14" fmla="*/ 3195 w 210100"/>
                <a:gd name="connsiteY14" fmla="*/ 133872 h 210479"/>
                <a:gd name="connsiteX15" fmla="*/ 47925 w 210100"/>
                <a:gd name="connsiteY15" fmla="*/ 162600 h 210479"/>
                <a:gd name="connsiteX16" fmla="*/ 76679 w 210100"/>
                <a:gd name="connsiteY16" fmla="*/ 207288 h 210479"/>
                <a:gd name="connsiteX17" fmla="*/ 81152 w 210100"/>
                <a:gd name="connsiteY17" fmla="*/ 210480 h 210479"/>
                <a:gd name="connsiteX18" fmla="*/ 81791 w 210100"/>
                <a:gd name="connsiteY18" fmla="*/ 210480 h 210479"/>
                <a:gd name="connsiteX19" fmla="*/ 86264 w 210100"/>
                <a:gd name="connsiteY19" fmla="*/ 208565 h 210479"/>
                <a:gd name="connsiteX20" fmla="*/ 102239 w 210100"/>
                <a:gd name="connsiteY20" fmla="*/ 192605 h 210479"/>
                <a:gd name="connsiteX21" fmla="*/ 103517 w 210100"/>
                <a:gd name="connsiteY21" fmla="*/ 185582 h 210479"/>
                <a:gd name="connsiteX22" fmla="*/ 89459 w 210100"/>
                <a:gd name="connsiteY22" fmla="*/ 151109 h 210479"/>
                <a:gd name="connsiteX23" fmla="*/ 117575 w 210100"/>
                <a:gd name="connsiteY23" fmla="*/ 123019 h 210479"/>
                <a:gd name="connsiteX24" fmla="*/ 159748 w 210100"/>
                <a:gd name="connsiteY24" fmla="*/ 199627 h 210479"/>
                <a:gd name="connsiteX25" fmla="*/ 164221 w 210100"/>
                <a:gd name="connsiteY25" fmla="*/ 202819 h 210479"/>
                <a:gd name="connsiteX26" fmla="*/ 169333 w 210100"/>
                <a:gd name="connsiteY26" fmla="*/ 200904 h 210479"/>
                <a:gd name="connsiteX27" fmla="*/ 185308 w 210100"/>
                <a:gd name="connsiteY27" fmla="*/ 184944 h 210479"/>
                <a:gd name="connsiteX28" fmla="*/ 186586 w 210100"/>
                <a:gd name="connsiteY28" fmla="*/ 178560 h 210479"/>
                <a:gd name="connsiteX29" fmla="*/ 155276 w 210100"/>
                <a:gd name="connsiteY29" fmla="*/ 84715 h 210479"/>
                <a:gd name="connsiteX30" fmla="*/ 195532 w 210100"/>
                <a:gd name="connsiteY30" fmla="*/ 44496 h 210479"/>
                <a:gd name="connsiteX31" fmla="*/ 196171 w 210100"/>
                <a:gd name="connsiteY31" fmla="*/ 43858 h 210479"/>
                <a:gd name="connsiteX32" fmla="*/ 206395 w 210100"/>
                <a:gd name="connsiteY32" fmla="*/ 3000 h 210479"/>
                <a:gd name="connsiteX33" fmla="*/ 166777 w 210100"/>
                <a:gd name="connsiteY33" fmla="*/ 14491 h 210479"/>
                <a:gd name="connsiteX34" fmla="*/ 187225 w 210100"/>
                <a:gd name="connsiteY34" fmla="*/ 36835 h 210479"/>
                <a:gd name="connsiteX35" fmla="*/ 144413 w 210100"/>
                <a:gd name="connsiteY35" fmla="*/ 79608 h 210479"/>
                <a:gd name="connsiteX36" fmla="*/ 143135 w 210100"/>
                <a:gd name="connsiteY36" fmla="*/ 85992 h 210479"/>
                <a:gd name="connsiteX37" fmla="*/ 174445 w 210100"/>
                <a:gd name="connsiteY37" fmla="*/ 179837 h 210479"/>
                <a:gd name="connsiteX38" fmla="*/ 166777 w 210100"/>
                <a:gd name="connsiteY38" fmla="*/ 187497 h 210479"/>
                <a:gd name="connsiteX39" fmla="*/ 124604 w 210100"/>
                <a:gd name="connsiteY39" fmla="*/ 110890 h 210479"/>
                <a:gd name="connsiteX40" fmla="*/ 120131 w 210100"/>
                <a:gd name="connsiteY40" fmla="*/ 107698 h 210479"/>
                <a:gd name="connsiteX41" fmla="*/ 115019 w 210100"/>
                <a:gd name="connsiteY41" fmla="*/ 109613 h 210479"/>
                <a:gd name="connsiteX42" fmla="*/ 77957 w 210100"/>
                <a:gd name="connsiteY42" fmla="*/ 146640 h 210479"/>
                <a:gd name="connsiteX43" fmla="*/ 76679 w 210100"/>
                <a:gd name="connsiteY43" fmla="*/ 153662 h 210479"/>
                <a:gd name="connsiteX44" fmla="*/ 90737 w 210100"/>
                <a:gd name="connsiteY44" fmla="*/ 188136 h 210479"/>
                <a:gd name="connsiteX45" fmla="*/ 83708 w 210100"/>
                <a:gd name="connsiteY45" fmla="*/ 195158 h 210479"/>
                <a:gd name="connsiteX46" fmla="*/ 58148 w 210100"/>
                <a:gd name="connsiteY46" fmla="*/ 155578 h 210479"/>
                <a:gd name="connsiteX47" fmla="*/ 56232 w 210100"/>
                <a:gd name="connsiteY47" fmla="*/ 153662 h 210479"/>
                <a:gd name="connsiteX48" fmla="*/ 16614 w 210100"/>
                <a:gd name="connsiteY48" fmla="*/ 128127 h 210479"/>
                <a:gd name="connsiteX49" fmla="*/ 23643 w 210100"/>
                <a:gd name="connsiteY49" fmla="*/ 121104 h 210479"/>
                <a:gd name="connsiteX50" fmla="*/ 58148 w 210100"/>
                <a:gd name="connsiteY50" fmla="*/ 135149 h 210479"/>
                <a:gd name="connsiteX51" fmla="*/ 65177 w 210100"/>
                <a:gd name="connsiteY51" fmla="*/ 133872 h 210479"/>
                <a:gd name="connsiteX52" fmla="*/ 102239 w 210100"/>
                <a:gd name="connsiteY52" fmla="*/ 96845 h 210479"/>
                <a:gd name="connsiteX53" fmla="*/ 104156 w 210100"/>
                <a:gd name="connsiteY53" fmla="*/ 91738 h 210479"/>
                <a:gd name="connsiteX54" fmla="*/ 100961 w 210100"/>
                <a:gd name="connsiteY54" fmla="*/ 87269 h 210479"/>
                <a:gd name="connsiteX55" fmla="*/ 24282 w 210100"/>
                <a:gd name="connsiteY55" fmla="*/ 45135 h 210479"/>
                <a:gd name="connsiteX56" fmla="*/ 31950 w 210100"/>
                <a:gd name="connsiteY56" fmla="*/ 37474 h 210479"/>
                <a:gd name="connsiteX57" fmla="*/ 125882 w 210100"/>
                <a:gd name="connsiteY57" fmla="*/ 68755 h 210479"/>
                <a:gd name="connsiteX58" fmla="*/ 132272 w 210100"/>
                <a:gd name="connsiteY58" fmla="*/ 67479 h 210479"/>
                <a:gd name="connsiteX59" fmla="*/ 175084 w 210100"/>
                <a:gd name="connsiteY59" fmla="*/ 24706 h 210479"/>
                <a:gd name="connsiteX60" fmla="*/ 198727 w 210100"/>
                <a:gd name="connsiteY60" fmla="*/ 13215 h 210479"/>
                <a:gd name="connsiteX61" fmla="*/ 187225 w 210100"/>
                <a:gd name="connsiteY61" fmla="*/ 36835 h 210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10100" h="210479">
                  <a:moveTo>
                    <a:pt x="166777" y="14491"/>
                  </a:moveTo>
                  <a:cubicBezTo>
                    <a:pt x="166777" y="14491"/>
                    <a:pt x="166138" y="15130"/>
                    <a:pt x="166138" y="15130"/>
                  </a:cubicBezTo>
                  <a:lnTo>
                    <a:pt x="125882" y="55349"/>
                  </a:lnTo>
                  <a:lnTo>
                    <a:pt x="31950" y="24067"/>
                  </a:lnTo>
                  <a:cubicBezTo>
                    <a:pt x="29394" y="23429"/>
                    <a:pt x="26838" y="24067"/>
                    <a:pt x="25560" y="25344"/>
                  </a:cubicBezTo>
                  <a:lnTo>
                    <a:pt x="9585" y="41304"/>
                  </a:lnTo>
                  <a:cubicBezTo>
                    <a:pt x="8307" y="42581"/>
                    <a:pt x="7668" y="44496"/>
                    <a:pt x="7668" y="46411"/>
                  </a:cubicBezTo>
                  <a:cubicBezTo>
                    <a:pt x="7668" y="48327"/>
                    <a:pt x="8946" y="50242"/>
                    <a:pt x="10863" y="50880"/>
                  </a:cubicBezTo>
                  <a:lnTo>
                    <a:pt x="87542" y="93015"/>
                  </a:lnTo>
                  <a:lnTo>
                    <a:pt x="59427" y="121104"/>
                  </a:lnTo>
                  <a:lnTo>
                    <a:pt x="24921" y="107059"/>
                  </a:lnTo>
                  <a:cubicBezTo>
                    <a:pt x="22365" y="105783"/>
                    <a:pt x="19809" y="106421"/>
                    <a:pt x="17892" y="108336"/>
                  </a:cubicBezTo>
                  <a:lnTo>
                    <a:pt x="1917" y="124296"/>
                  </a:lnTo>
                  <a:cubicBezTo>
                    <a:pt x="639" y="125573"/>
                    <a:pt x="0" y="127488"/>
                    <a:pt x="0" y="129403"/>
                  </a:cubicBezTo>
                  <a:cubicBezTo>
                    <a:pt x="0" y="131319"/>
                    <a:pt x="1278" y="133234"/>
                    <a:pt x="3195" y="133872"/>
                  </a:cubicBezTo>
                  <a:lnTo>
                    <a:pt x="47925" y="162600"/>
                  </a:lnTo>
                  <a:lnTo>
                    <a:pt x="76679" y="207288"/>
                  </a:lnTo>
                  <a:cubicBezTo>
                    <a:pt x="77957" y="209203"/>
                    <a:pt x="79235" y="209841"/>
                    <a:pt x="81152" y="210480"/>
                  </a:cubicBezTo>
                  <a:cubicBezTo>
                    <a:pt x="81152" y="210480"/>
                    <a:pt x="81791" y="210480"/>
                    <a:pt x="81791" y="210480"/>
                  </a:cubicBezTo>
                  <a:cubicBezTo>
                    <a:pt x="83708" y="210480"/>
                    <a:pt x="84986" y="209841"/>
                    <a:pt x="86264" y="208565"/>
                  </a:cubicBezTo>
                  <a:lnTo>
                    <a:pt x="102239" y="192605"/>
                  </a:lnTo>
                  <a:cubicBezTo>
                    <a:pt x="104156" y="190689"/>
                    <a:pt x="104795" y="188136"/>
                    <a:pt x="103517" y="185582"/>
                  </a:cubicBezTo>
                  <a:lnTo>
                    <a:pt x="89459" y="151109"/>
                  </a:lnTo>
                  <a:lnTo>
                    <a:pt x="117575" y="123019"/>
                  </a:lnTo>
                  <a:lnTo>
                    <a:pt x="159748" y="199627"/>
                  </a:lnTo>
                  <a:cubicBezTo>
                    <a:pt x="161027" y="201542"/>
                    <a:pt x="162304" y="202819"/>
                    <a:pt x="164221" y="202819"/>
                  </a:cubicBezTo>
                  <a:cubicBezTo>
                    <a:pt x="166138" y="202819"/>
                    <a:pt x="168055" y="202181"/>
                    <a:pt x="169333" y="200904"/>
                  </a:cubicBezTo>
                  <a:lnTo>
                    <a:pt x="185308" y="184944"/>
                  </a:lnTo>
                  <a:cubicBezTo>
                    <a:pt x="187225" y="183029"/>
                    <a:pt x="187864" y="180475"/>
                    <a:pt x="186586" y="178560"/>
                  </a:cubicBezTo>
                  <a:lnTo>
                    <a:pt x="155276" y="84715"/>
                  </a:lnTo>
                  <a:lnTo>
                    <a:pt x="195532" y="44496"/>
                  </a:lnTo>
                  <a:cubicBezTo>
                    <a:pt x="195532" y="44496"/>
                    <a:pt x="196171" y="43858"/>
                    <a:pt x="196171" y="43858"/>
                  </a:cubicBezTo>
                  <a:cubicBezTo>
                    <a:pt x="201283" y="36835"/>
                    <a:pt x="217258" y="13853"/>
                    <a:pt x="206395" y="3000"/>
                  </a:cubicBezTo>
                  <a:cubicBezTo>
                    <a:pt x="196171" y="-6576"/>
                    <a:pt x="173167" y="9384"/>
                    <a:pt x="166777" y="14491"/>
                  </a:cubicBezTo>
                  <a:close/>
                  <a:moveTo>
                    <a:pt x="187225" y="36835"/>
                  </a:moveTo>
                  <a:lnTo>
                    <a:pt x="144413" y="79608"/>
                  </a:lnTo>
                  <a:cubicBezTo>
                    <a:pt x="142496" y="81523"/>
                    <a:pt x="141857" y="84077"/>
                    <a:pt x="143135" y="85992"/>
                  </a:cubicBezTo>
                  <a:lnTo>
                    <a:pt x="174445" y="179837"/>
                  </a:lnTo>
                  <a:lnTo>
                    <a:pt x="166777" y="187497"/>
                  </a:lnTo>
                  <a:lnTo>
                    <a:pt x="124604" y="110890"/>
                  </a:lnTo>
                  <a:cubicBezTo>
                    <a:pt x="123326" y="108975"/>
                    <a:pt x="122048" y="107698"/>
                    <a:pt x="120131" y="107698"/>
                  </a:cubicBezTo>
                  <a:cubicBezTo>
                    <a:pt x="118214" y="107698"/>
                    <a:pt x="116297" y="108336"/>
                    <a:pt x="115019" y="109613"/>
                  </a:cubicBezTo>
                  <a:lnTo>
                    <a:pt x="77957" y="146640"/>
                  </a:lnTo>
                  <a:cubicBezTo>
                    <a:pt x="76040" y="148555"/>
                    <a:pt x="75401" y="151109"/>
                    <a:pt x="76679" y="153662"/>
                  </a:cubicBezTo>
                  <a:lnTo>
                    <a:pt x="90737" y="188136"/>
                  </a:lnTo>
                  <a:lnTo>
                    <a:pt x="83708" y="195158"/>
                  </a:lnTo>
                  <a:lnTo>
                    <a:pt x="58148" y="155578"/>
                  </a:lnTo>
                  <a:cubicBezTo>
                    <a:pt x="57509" y="154939"/>
                    <a:pt x="56870" y="154301"/>
                    <a:pt x="56232" y="153662"/>
                  </a:cubicBezTo>
                  <a:lnTo>
                    <a:pt x="16614" y="128127"/>
                  </a:lnTo>
                  <a:lnTo>
                    <a:pt x="23643" y="121104"/>
                  </a:lnTo>
                  <a:lnTo>
                    <a:pt x="58148" y="135149"/>
                  </a:lnTo>
                  <a:cubicBezTo>
                    <a:pt x="60704" y="136426"/>
                    <a:pt x="63260" y="135787"/>
                    <a:pt x="65177" y="133872"/>
                  </a:cubicBezTo>
                  <a:lnTo>
                    <a:pt x="102239" y="96845"/>
                  </a:lnTo>
                  <a:cubicBezTo>
                    <a:pt x="103517" y="95568"/>
                    <a:pt x="104156" y="93653"/>
                    <a:pt x="104156" y="91738"/>
                  </a:cubicBezTo>
                  <a:cubicBezTo>
                    <a:pt x="104156" y="89823"/>
                    <a:pt x="102878" y="87907"/>
                    <a:pt x="100961" y="87269"/>
                  </a:cubicBezTo>
                  <a:lnTo>
                    <a:pt x="24282" y="45135"/>
                  </a:lnTo>
                  <a:lnTo>
                    <a:pt x="31950" y="37474"/>
                  </a:lnTo>
                  <a:lnTo>
                    <a:pt x="125882" y="68755"/>
                  </a:lnTo>
                  <a:cubicBezTo>
                    <a:pt x="128438" y="69394"/>
                    <a:pt x="130994" y="68755"/>
                    <a:pt x="132272" y="67479"/>
                  </a:cubicBezTo>
                  <a:lnTo>
                    <a:pt x="175084" y="24706"/>
                  </a:lnTo>
                  <a:cubicBezTo>
                    <a:pt x="185308" y="17045"/>
                    <a:pt x="196171" y="12576"/>
                    <a:pt x="198727" y="13215"/>
                  </a:cubicBezTo>
                  <a:cubicBezTo>
                    <a:pt x="199366" y="15768"/>
                    <a:pt x="194893" y="26621"/>
                    <a:pt x="187225" y="36835"/>
                  </a:cubicBezTo>
                  <a:close/>
                </a:path>
              </a:pathLst>
            </a:custGeom>
            <a:solidFill>
              <a:srgbClr val="005587"/>
            </a:solidFill>
            <a:ln w="6390" cap="flat">
              <a:noFill/>
              <a:prstDash val="solid"/>
              <a:miter/>
            </a:ln>
          </p:spPr>
          <p:txBody>
            <a:bodyPr rtlCol="0" anchor="ctr"/>
            <a:lstStyle/>
            <a:p>
              <a:endParaRPr lang="en-US"/>
            </a:p>
          </p:txBody>
        </p:sp>
      </p:grpSp>
      <p:grpSp>
        <p:nvGrpSpPr>
          <p:cNvPr id="1151" name="Graphic 4">
            <a:extLst>
              <a:ext uri="{FF2B5EF4-FFF2-40B4-BE49-F238E27FC236}">
                <a16:creationId xmlns:a16="http://schemas.microsoft.com/office/drawing/2014/main" id="{B2B3B2D0-10DF-E44A-9423-83CBA8DC67A2}"/>
              </a:ext>
            </a:extLst>
          </p:cNvPr>
          <p:cNvGrpSpPr>
            <a:grpSpLocks noChangeAspect="1"/>
          </p:cNvGrpSpPr>
          <p:nvPr/>
        </p:nvGrpSpPr>
        <p:grpSpPr>
          <a:xfrm>
            <a:off x="1952764" y="4792617"/>
            <a:ext cx="361670" cy="361333"/>
            <a:chOff x="1952764" y="4792617"/>
            <a:chExt cx="361670" cy="361333"/>
          </a:xfrm>
          <a:solidFill>
            <a:srgbClr val="005587"/>
          </a:solidFill>
        </p:grpSpPr>
        <p:sp>
          <p:nvSpPr>
            <p:cNvPr id="1152" name="Graphic 4">
              <a:extLst>
                <a:ext uri="{FF2B5EF4-FFF2-40B4-BE49-F238E27FC236}">
                  <a16:creationId xmlns:a16="http://schemas.microsoft.com/office/drawing/2014/main" id="{57943DA2-7A4A-9846-8648-637BCD71DD1E}"/>
                </a:ext>
              </a:extLst>
            </p:cNvPr>
            <p:cNvSpPr/>
            <p:nvPr/>
          </p:nvSpPr>
          <p:spPr>
            <a:xfrm>
              <a:off x="2044779" y="4880521"/>
              <a:ext cx="181690" cy="182139"/>
            </a:xfrm>
            <a:custGeom>
              <a:avLst/>
              <a:gdLst>
                <a:gd name="connsiteX0" fmla="*/ 158470 w 181690"/>
                <a:gd name="connsiteY0" fmla="*/ 11687 h 182139"/>
                <a:gd name="connsiteX1" fmla="*/ 115658 w 181690"/>
                <a:gd name="connsiteY1" fmla="*/ 54459 h 182139"/>
                <a:gd name="connsiteX2" fmla="*/ 109268 w 181690"/>
                <a:gd name="connsiteY2" fmla="*/ 55736 h 182139"/>
                <a:gd name="connsiteX3" fmla="*/ 15336 w 181690"/>
                <a:gd name="connsiteY3" fmla="*/ 24455 h 182139"/>
                <a:gd name="connsiteX4" fmla="*/ 7668 w 181690"/>
                <a:gd name="connsiteY4" fmla="*/ 32115 h 182139"/>
                <a:gd name="connsiteX5" fmla="*/ 84347 w 181690"/>
                <a:gd name="connsiteY5" fmla="*/ 74250 h 182139"/>
                <a:gd name="connsiteX6" fmla="*/ 87542 w 181690"/>
                <a:gd name="connsiteY6" fmla="*/ 78718 h 182139"/>
                <a:gd name="connsiteX7" fmla="*/ 85625 w 181690"/>
                <a:gd name="connsiteY7" fmla="*/ 83826 h 182139"/>
                <a:gd name="connsiteX8" fmla="*/ 48564 w 181690"/>
                <a:gd name="connsiteY8" fmla="*/ 120853 h 182139"/>
                <a:gd name="connsiteX9" fmla="*/ 41535 w 181690"/>
                <a:gd name="connsiteY9" fmla="*/ 122129 h 182139"/>
                <a:gd name="connsiteX10" fmla="*/ 7029 w 181690"/>
                <a:gd name="connsiteY10" fmla="*/ 108085 h 182139"/>
                <a:gd name="connsiteX11" fmla="*/ 0 w 181690"/>
                <a:gd name="connsiteY11" fmla="*/ 115107 h 182139"/>
                <a:gd name="connsiteX12" fmla="*/ 39618 w 181690"/>
                <a:gd name="connsiteY12" fmla="*/ 140643 h 182139"/>
                <a:gd name="connsiteX13" fmla="*/ 41535 w 181690"/>
                <a:gd name="connsiteY13" fmla="*/ 142558 h 182139"/>
                <a:gd name="connsiteX14" fmla="*/ 67094 w 181690"/>
                <a:gd name="connsiteY14" fmla="*/ 182139 h 182139"/>
                <a:gd name="connsiteX15" fmla="*/ 74123 w 181690"/>
                <a:gd name="connsiteY15" fmla="*/ 175116 h 182139"/>
                <a:gd name="connsiteX16" fmla="*/ 60065 w 181690"/>
                <a:gd name="connsiteY16" fmla="*/ 140643 h 182139"/>
                <a:gd name="connsiteX17" fmla="*/ 61343 w 181690"/>
                <a:gd name="connsiteY17" fmla="*/ 133621 h 182139"/>
                <a:gd name="connsiteX18" fmla="*/ 98405 w 181690"/>
                <a:gd name="connsiteY18" fmla="*/ 96594 h 182139"/>
                <a:gd name="connsiteX19" fmla="*/ 103517 w 181690"/>
                <a:gd name="connsiteY19" fmla="*/ 94678 h 182139"/>
                <a:gd name="connsiteX20" fmla="*/ 107990 w 181690"/>
                <a:gd name="connsiteY20" fmla="*/ 97870 h 182139"/>
                <a:gd name="connsiteX21" fmla="*/ 150164 w 181690"/>
                <a:gd name="connsiteY21" fmla="*/ 174478 h 182139"/>
                <a:gd name="connsiteX22" fmla="*/ 157832 w 181690"/>
                <a:gd name="connsiteY22" fmla="*/ 166817 h 182139"/>
                <a:gd name="connsiteX23" fmla="*/ 126521 w 181690"/>
                <a:gd name="connsiteY23" fmla="*/ 72973 h 182139"/>
                <a:gd name="connsiteX24" fmla="*/ 127799 w 181690"/>
                <a:gd name="connsiteY24" fmla="*/ 66589 h 182139"/>
                <a:gd name="connsiteX25" fmla="*/ 170611 w 181690"/>
                <a:gd name="connsiteY25" fmla="*/ 23816 h 182139"/>
                <a:gd name="connsiteX26" fmla="*/ 181474 w 181690"/>
                <a:gd name="connsiteY26" fmla="*/ 196 h 182139"/>
                <a:gd name="connsiteX27" fmla="*/ 158470 w 181690"/>
                <a:gd name="connsiteY27" fmla="*/ 11687 h 182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1690" h="182139">
                  <a:moveTo>
                    <a:pt x="158470" y="11687"/>
                  </a:moveTo>
                  <a:lnTo>
                    <a:pt x="115658" y="54459"/>
                  </a:lnTo>
                  <a:cubicBezTo>
                    <a:pt x="113741" y="56375"/>
                    <a:pt x="111185" y="57013"/>
                    <a:pt x="109268" y="55736"/>
                  </a:cubicBezTo>
                  <a:lnTo>
                    <a:pt x="15336" y="24455"/>
                  </a:lnTo>
                  <a:lnTo>
                    <a:pt x="7668" y="32115"/>
                  </a:lnTo>
                  <a:lnTo>
                    <a:pt x="84347" y="74250"/>
                  </a:lnTo>
                  <a:cubicBezTo>
                    <a:pt x="86264" y="75526"/>
                    <a:pt x="87542" y="76803"/>
                    <a:pt x="87542" y="78718"/>
                  </a:cubicBezTo>
                  <a:cubicBezTo>
                    <a:pt x="87542" y="80634"/>
                    <a:pt x="86903" y="82549"/>
                    <a:pt x="85625" y="83826"/>
                  </a:cubicBezTo>
                  <a:lnTo>
                    <a:pt x="48564" y="120853"/>
                  </a:lnTo>
                  <a:cubicBezTo>
                    <a:pt x="46646" y="122768"/>
                    <a:pt x="44091" y="123406"/>
                    <a:pt x="41535" y="122129"/>
                  </a:cubicBezTo>
                  <a:lnTo>
                    <a:pt x="7029" y="108085"/>
                  </a:lnTo>
                  <a:lnTo>
                    <a:pt x="0" y="115107"/>
                  </a:lnTo>
                  <a:lnTo>
                    <a:pt x="39618" y="140643"/>
                  </a:lnTo>
                  <a:cubicBezTo>
                    <a:pt x="40257" y="141281"/>
                    <a:pt x="40896" y="141920"/>
                    <a:pt x="41535" y="142558"/>
                  </a:cubicBezTo>
                  <a:lnTo>
                    <a:pt x="67094" y="182139"/>
                  </a:lnTo>
                  <a:lnTo>
                    <a:pt x="74123" y="175116"/>
                  </a:lnTo>
                  <a:lnTo>
                    <a:pt x="60065" y="140643"/>
                  </a:lnTo>
                  <a:cubicBezTo>
                    <a:pt x="58788" y="138089"/>
                    <a:pt x="59426" y="135536"/>
                    <a:pt x="61343" y="133621"/>
                  </a:cubicBezTo>
                  <a:lnTo>
                    <a:pt x="98405" y="96594"/>
                  </a:lnTo>
                  <a:cubicBezTo>
                    <a:pt x="99683" y="95317"/>
                    <a:pt x="101600" y="94678"/>
                    <a:pt x="103517" y="94678"/>
                  </a:cubicBezTo>
                  <a:cubicBezTo>
                    <a:pt x="105434" y="94678"/>
                    <a:pt x="107351" y="95955"/>
                    <a:pt x="107990" y="97870"/>
                  </a:cubicBezTo>
                  <a:lnTo>
                    <a:pt x="150164" y="174478"/>
                  </a:lnTo>
                  <a:lnTo>
                    <a:pt x="157832" y="166817"/>
                  </a:lnTo>
                  <a:lnTo>
                    <a:pt x="126521" y="72973"/>
                  </a:lnTo>
                  <a:cubicBezTo>
                    <a:pt x="125882" y="70419"/>
                    <a:pt x="126521" y="67866"/>
                    <a:pt x="127799" y="66589"/>
                  </a:cubicBezTo>
                  <a:lnTo>
                    <a:pt x="170611" y="23816"/>
                  </a:lnTo>
                  <a:cubicBezTo>
                    <a:pt x="178279" y="13602"/>
                    <a:pt x="182752" y="2749"/>
                    <a:pt x="181474" y="196"/>
                  </a:cubicBezTo>
                  <a:cubicBezTo>
                    <a:pt x="179557" y="-1081"/>
                    <a:pt x="168694" y="4026"/>
                    <a:pt x="158470" y="11687"/>
                  </a:cubicBezTo>
                  <a:close/>
                </a:path>
              </a:pathLst>
            </a:custGeom>
            <a:solidFill>
              <a:srgbClr val="005587"/>
            </a:solidFill>
            <a:ln w="6390" cap="flat">
              <a:noFill/>
              <a:prstDash val="solid"/>
              <a:miter/>
            </a:ln>
          </p:spPr>
          <p:txBody>
            <a:bodyPr rtlCol="0" anchor="ctr"/>
            <a:lstStyle/>
            <a:p>
              <a:endParaRPr lang="en-US"/>
            </a:p>
          </p:txBody>
        </p:sp>
        <p:sp>
          <p:nvSpPr>
            <p:cNvPr id="1153" name="Graphic 4">
              <a:extLst>
                <a:ext uri="{FF2B5EF4-FFF2-40B4-BE49-F238E27FC236}">
                  <a16:creationId xmlns:a16="http://schemas.microsoft.com/office/drawing/2014/main" id="{9A1BE7C8-2C19-9B41-92B6-760DE56F64FD}"/>
                </a:ext>
              </a:extLst>
            </p:cNvPr>
            <p:cNvSpPr/>
            <p:nvPr/>
          </p:nvSpPr>
          <p:spPr>
            <a:xfrm>
              <a:off x="1952764"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272850 w 361670"/>
                <a:gd name="connsiteY5" fmla="*/ 120019 h 361333"/>
                <a:gd name="connsiteX6" fmla="*/ 272211 w 361670"/>
                <a:gd name="connsiteY6" fmla="*/ 120657 h 361333"/>
                <a:gd name="connsiteX7" fmla="*/ 231955 w 361670"/>
                <a:gd name="connsiteY7" fmla="*/ 160876 h 361333"/>
                <a:gd name="connsiteX8" fmla="*/ 263265 w 361670"/>
                <a:gd name="connsiteY8" fmla="*/ 254721 h 361333"/>
                <a:gd name="connsiteX9" fmla="*/ 261987 w 361670"/>
                <a:gd name="connsiteY9" fmla="*/ 261105 h 361333"/>
                <a:gd name="connsiteX10" fmla="*/ 246013 w 361670"/>
                <a:gd name="connsiteY10" fmla="*/ 277065 h 361333"/>
                <a:gd name="connsiteX11" fmla="*/ 240901 w 361670"/>
                <a:gd name="connsiteY11" fmla="*/ 278980 h 361333"/>
                <a:gd name="connsiteX12" fmla="*/ 236428 w 361670"/>
                <a:gd name="connsiteY12" fmla="*/ 275788 h 361333"/>
                <a:gd name="connsiteX13" fmla="*/ 194254 w 361670"/>
                <a:gd name="connsiteY13" fmla="*/ 199180 h 361333"/>
                <a:gd name="connsiteX14" fmla="*/ 166138 w 361670"/>
                <a:gd name="connsiteY14" fmla="*/ 227270 h 361333"/>
                <a:gd name="connsiteX15" fmla="*/ 180196 w 361670"/>
                <a:gd name="connsiteY15" fmla="*/ 261743 h 361333"/>
                <a:gd name="connsiteX16" fmla="*/ 178918 w 361670"/>
                <a:gd name="connsiteY16" fmla="*/ 268766 h 361333"/>
                <a:gd name="connsiteX17" fmla="*/ 162943 w 361670"/>
                <a:gd name="connsiteY17" fmla="*/ 284726 h 361333"/>
                <a:gd name="connsiteX18" fmla="*/ 158470 w 361670"/>
                <a:gd name="connsiteY18" fmla="*/ 286641 h 361333"/>
                <a:gd name="connsiteX19" fmla="*/ 157831 w 361670"/>
                <a:gd name="connsiteY19" fmla="*/ 286641 h 361333"/>
                <a:gd name="connsiteX20" fmla="*/ 153358 w 361670"/>
                <a:gd name="connsiteY20" fmla="*/ 283449 h 361333"/>
                <a:gd name="connsiteX21" fmla="*/ 124604 w 361670"/>
                <a:gd name="connsiteY21" fmla="*/ 238761 h 361333"/>
                <a:gd name="connsiteX22" fmla="*/ 79874 w 361670"/>
                <a:gd name="connsiteY22" fmla="*/ 210033 h 361333"/>
                <a:gd name="connsiteX23" fmla="*/ 76679 w 361670"/>
                <a:gd name="connsiteY23" fmla="*/ 205564 h 361333"/>
                <a:gd name="connsiteX24" fmla="*/ 78596 w 361670"/>
                <a:gd name="connsiteY24" fmla="*/ 200457 h 361333"/>
                <a:gd name="connsiteX25" fmla="*/ 94571 w 361670"/>
                <a:gd name="connsiteY25" fmla="*/ 184497 h 361333"/>
                <a:gd name="connsiteX26" fmla="*/ 101600 w 361670"/>
                <a:gd name="connsiteY26" fmla="*/ 183220 h 361333"/>
                <a:gd name="connsiteX27" fmla="*/ 136106 w 361670"/>
                <a:gd name="connsiteY27" fmla="*/ 197265 h 361333"/>
                <a:gd name="connsiteX28" fmla="*/ 164221 w 361670"/>
                <a:gd name="connsiteY28" fmla="*/ 169176 h 361333"/>
                <a:gd name="connsiteX29" fmla="*/ 87542 w 361670"/>
                <a:gd name="connsiteY29" fmla="*/ 127041 h 361333"/>
                <a:gd name="connsiteX30" fmla="*/ 84347 w 361670"/>
                <a:gd name="connsiteY30" fmla="*/ 122573 h 361333"/>
                <a:gd name="connsiteX31" fmla="*/ 86264 w 361670"/>
                <a:gd name="connsiteY31" fmla="*/ 117465 h 361333"/>
                <a:gd name="connsiteX32" fmla="*/ 102239 w 361670"/>
                <a:gd name="connsiteY32" fmla="*/ 101505 h 361333"/>
                <a:gd name="connsiteX33" fmla="*/ 108629 w 361670"/>
                <a:gd name="connsiteY33" fmla="*/ 100229 h 361333"/>
                <a:gd name="connsiteX34" fmla="*/ 202561 w 361670"/>
                <a:gd name="connsiteY34" fmla="*/ 131510 h 361333"/>
                <a:gd name="connsiteX35" fmla="*/ 242818 w 361670"/>
                <a:gd name="connsiteY35" fmla="*/ 91291 h 361333"/>
                <a:gd name="connsiteX36" fmla="*/ 243457 w 361670"/>
                <a:gd name="connsiteY36" fmla="*/ 90653 h 361333"/>
                <a:gd name="connsiteX37" fmla="*/ 284352 w 361670"/>
                <a:gd name="connsiteY37" fmla="*/ 80438 h 361333"/>
                <a:gd name="connsiteX38" fmla="*/ 272850 w 361670"/>
                <a:gd name="connsiteY38" fmla="*/ 12001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1670" h="361333">
                  <a:moveTo>
                    <a:pt x="180835" y="0"/>
                  </a:moveTo>
                  <a:cubicBezTo>
                    <a:pt x="80513" y="0"/>
                    <a:pt x="0" y="81077"/>
                    <a:pt x="0" y="180667"/>
                  </a:cubicBezTo>
                  <a:cubicBezTo>
                    <a:pt x="0" y="280257"/>
                    <a:pt x="81152" y="361334"/>
                    <a:pt x="180835" y="361334"/>
                  </a:cubicBezTo>
                  <a:cubicBezTo>
                    <a:pt x="281157" y="361334"/>
                    <a:pt x="361670" y="280257"/>
                    <a:pt x="361670" y="180667"/>
                  </a:cubicBezTo>
                  <a:cubicBezTo>
                    <a:pt x="361670" y="81077"/>
                    <a:pt x="281157" y="0"/>
                    <a:pt x="180835" y="0"/>
                  </a:cubicBezTo>
                  <a:close/>
                  <a:moveTo>
                    <a:pt x="272850" y="120019"/>
                  </a:moveTo>
                  <a:cubicBezTo>
                    <a:pt x="272850" y="120019"/>
                    <a:pt x="272211" y="120657"/>
                    <a:pt x="272211" y="120657"/>
                  </a:cubicBezTo>
                  <a:lnTo>
                    <a:pt x="231955" y="160876"/>
                  </a:lnTo>
                  <a:lnTo>
                    <a:pt x="263265" y="254721"/>
                  </a:lnTo>
                  <a:cubicBezTo>
                    <a:pt x="263904" y="257275"/>
                    <a:pt x="263265" y="259828"/>
                    <a:pt x="261987" y="261105"/>
                  </a:cubicBezTo>
                  <a:lnTo>
                    <a:pt x="246013" y="277065"/>
                  </a:lnTo>
                  <a:cubicBezTo>
                    <a:pt x="244735" y="278342"/>
                    <a:pt x="242818" y="278980"/>
                    <a:pt x="240901" y="278980"/>
                  </a:cubicBezTo>
                  <a:cubicBezTo>
                    <a:pt x="238984" y="278980"/>
                    <a:pt x="237067" y="277703"/>
                    <a:pt x="236428" y="275788"/>
                  </a:cubicBezTo>
                  <a:lnTo>
                    <a:pt x="194254" y="199180"/>
                  </a:lnTo>
                  <a:lnTo>
                    <a:pt x="166138" y="227270"/>
                  </a:lnTo>
                  <a:lnTo>
                    <a:pt x="180196" y="261743"/>
                  </a:lnTo>
                  <a:cubicBezTo>
                    <a:pt x="181474" y="264297"/>
                    <a:pt x="180835" y="266851"/>
                    <a:pt x="178918" y="268766"/>
                  </a:cubicBezTo>
                  <a:lnTo>
                    <a:pt x="162943" y="284726"/>
                  </a:lnTo>
                  <a:cubicBezTo>
                    <a:pt x="161665" y="286003"/>
                    <a:pt x="160387" y="286641"/>
                    <a:pt x="158470" y="286641"/>
                  </a:cubicBezTo>
                  <a:cubicBezTo>
                    <a:pt x="158470" y="286641"/>
                    <a:pt x="157831" y="286641"/>
                    <a:pt x="157831" y="286641"/>
                  </a:cubicBezTo>
                  <a:cubicBezTo>
                    <a:pt x="155914" y="286641"/>
                    <a:pt x="153998" y="285364"/>
                    <a:pt x="153358" y="283449"/>
                  </a:cubicBezTo>
                  <a:lnTo>
                    <a:pt x="124604" y="238761"/>
                  </a:lnTo>
                  <a:lnTo>
                    <a:pt x="79874" y="210033"/>
                  </a:lnTo>
                  <a:cubicBezTo>
                    <a:pt x="77957" y="208756"/>
                    <a:pt x="77318" y="207479"/>
                    <a:pt x="76679" y="205564"/>
                  </a:cubicBezTo>
                  <a:cubicBezTo>
                    <a:pt x="76679" y="203649"/>
                    <a:pt x="77318" y="201734"/>
                    <a:pt x="78596" y="200457"/>
                  </a:cubicBezTo>
                  <a:lnTo>
                    <a:pt x="94571" y="184497"/>
                  </a:lnTo>
                  <a:cubicBezTo>
                    <a:pt x="96488" y="182582"/>
                    <a:pt x="99044" y="181944"/>
                    <a:pt x="101600" y="183220"/>
                  </a:cubicBezTo>
                  <a:lnTo>
                    <a:pt x="136106" y="197265"/>
                  </a:lnTo>
                  <a:lnTo>
                    <a:pt x="164221" y="169176"/>
                  </a:lnTo>
                  <a:lnTo>
                    <a:pt x="87542" y="127041"/>
                  </a:lnTo>
                  <a:cubicBezTo>
                    <a:pt x="85625" y="125765"/>
                    <a:pt x="84347" y="124488"/>
                    <a:pt x="84347" y="122573"/>
                  </a:cubicBezTo>
                  <a:cubicBezTo>
                    <a:pt x="84347" y="120657"/>
                    <a:pt x="84986" y="118742"/>
                    <a:pt x="86264" y="117465"/>
                  </a:cubicBezTo>
                  <a:lnTo>
                    <a:pt x="102239" y="101505"/>
                  </a:lnTo>
                  <a:cubicBezTo>
                    <a:pt x="104156" y="99590"/>
                    <a:pt x="106712" y="98952"/>
                    <a:pt x="108629" y="100229"/>
                  </a:cubicBezTo>
                  <a:lnTo>
                    <a:pt x="202561" y="131510"/>
                  </a:lnTo>
                  <a:lnTo>
                    <a:pt x="242818" y="91291"/>
                  </a:lnTo>
                  <a:cubicBezTo>
                    <a:pt x="242818" y="91291"/>
                    <a:pt x="243457" y="90653"/>
                    <a:pt x="243457" y="90653"/>
                  </a:cubicBezTo>
                  <a:cubicBezTo>
                    <a:pt x="250485" y="85546"/>
                    <a:pt x="273489" y="69586"/>
                    <a:pt x="284352" y="80438"/>
                  </a:cubicBezTo>
                  <a:cubicBezTo>
                    <a:pt x="293937" y="90014"/>
                    <a:pt x="277962" y="112997"/>
                    <a:pt x="272850" y="120019"/>
                  </a:cubicBezTo>
                  <a:close/>
                </a:path>
              </a:pathLst>
            </a:custGeom>
            <a:solidFill>
              <a:srgbClr val="005587"/>
            </a:solidFill>
            <a:ln w="6390" cap="flat">
              <a:noFill/>
              <a:prstDash val="solid"/>
              <a:miter/>
            </a:ln>
          </p:spPr>
          <p:txBody>
            <a:bodyPr rtlCol="0" anchor="ctr"/>
            <a:lstStyle/>
            <a:p>
              <a:endParaRPr lang="en-US"/>
            </a:p>
          </p:txBody>
        </p:sp>
      </p:grpSp>
      <p:grpSp>
        <p:nvGrpSpPr>
          <p:cNvPr id="1154" name="Graphic 4">
            <a:extLst>
              <a:ext uri="{FF2B5EF4-FFF2-40B4-BE49-F238E27FC236}">
                <a16:creationId xmlns:a16="http://schemas.microsoft.com/office/drawing/2014/main" id="{326A1B54-8E2F-8746-B676-31AF8CADB0EB}"/>
              </a:ext>
            </a:extLst>
          </p:cNvPr>
          <p:cNvGrpSpPr>
            <a:grpSpLocks noChangeAspect="1"/>
          </p:cNvGrpSpPr>
          <p:nvPr/>
        </p:nvGrpSpPr>
        <p:grpSpPr>
          <a:xfrm>
            <a:off x="467743" y="1402085"/>
            <a:ext cx="361670" cy="361333"/>
            <a:chOff x="467743" y="1402085"/>
            <a:chExt cx="361670" cy="361333"/>
          </a:xfrm>
          <a:solidFill>
            <a:srgbClr val="005587"/>
          </a:solidFill>
        </p:grpSpPr>
        <p:sp>
          <p:nvSpPr>
            <p:cNvPr id="1155" name="Graphic 4">
              <a:extLst>
                <a:ext uri="{FF2B5EF4-FFF2-40B4-BE49-F238E27FC236}">
                  <a16:creationId xmlns:a16="http://schemas.microsoft.com/office/drawing/2014/main" id="{E0C67D6F-2676-7243-9ED2-B1748ACFDCA7}"/>
                </a:ext>
              </a:extLst>
            </p:cNvPr>
            <p:cNvSpPr/>
            <p:nvPr/>
          </p:nvSpPr>
          <p:spPr>
            <a:xfrm>
              <a:off x="467743"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12768 h 361333"/>
                <a:gd name="connsiteX6" fmla="*/ 348891 w 361670"/>
                <a:gd name="connsiteY6" fmla="*/ 180667 h 361333"/>
                <a:gd name="connsiteX7" fmla="*/ 180835 w 361670"/>
                <a:gd name="connsiteY7" fmla="*/ 348565 h 361333"/>
                <a:gd name="connsiteX8" fmla="*/ 12780 w 361670"/>
                <a:gd name="connsiteY8" fmla="*/ 180667 h 361333"/>
                <a:gd name="connsiteX9" fmla="*/ 180835 w 361670"/>
                <a:gd name="connsiteY9" fmla="*/ 1276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moveTo>
                    <a:pt x="180835" y="12768"/>
                  </a:moveTo>
                  <a:cubicBezTo>
                    <a:pt x="273489" y="12768"/>
                    <a:pt x="348891" y="88099"/>
                    <a:pt x="348891" y="180667"/>
                  </a:cubicBezTo>
                  <a:cubicBezTo>
                    <a:pt x="348891" y="273234"/>
                    <a:pt x="273489" y="348565"/>
                    <a:pt x="180835" y="348565"/>
                  </a:cubicBezTo>
                  <a:cubicBezTo>
                    <a:pt x="88181" y="348565"/>
                    <a:pt x="12780" y="273234"/>
                    <a:pt x="12780" y="180667"/>
                  </a:cubicBezTo>
                  <a:cubicBezTo>
                    <a:pt x="12141" y="88737"/>
                    <a:pt x="88181" y="12768"/>
                    <a:pt x="180835" y="12768"/>
                  </a:cubicBezTo>
                </a:path>
              </a:pathLst>
            </a:custGeom>
            <a:solidFill>
              <a:srgbClr val="005587"/>
            </a:solidFill>
            <a:ln w="6390" cap="flat">
              <a:noFill/>
              <a:prstDash val="solid"/>
              <a:miter/>
            </a:ln>
          </p:spPr>
          <p:txBody>
            <a:bodyPr rtlCol="0" anchor="ctr"/>
            <a:lstStyle/>
            <a:p>
              <a:endParaRPr lang="en-US"/>
            </a:p>
          </p:txBody>
        </p:sp>
        <p:sp>
          <p:nvSpPr>
            <p:cNvPr id="1156" name="Graphic 4">
              <a:extLst>
                <a:ext uri="{FF2B5EF4-FFF2-40B4-BE49-F238E27FC236}">
                  <a16:creationId xmlns:a16="http://schemas.microsoft.com/office/drawing/2014/main" id="{3F7879FA-E56B-3B4E-AA01-B28258A7B8FF}"/>
                </a:ext>
              </a:extLst>
            </p:cNvPr>
            <p:cNvSpPr/>
            <p:nvPr/>
          </p:nvSpPr>
          <p:spPr>
            <a:xfrm>
              <a:off x="598098" y="1525295"/>
              <a:ext cx="26837" cy="26812"/>
            </a:xfrm>
            <a:custGeom>
              <a:avLst/>
              <a:gdLst>
                <a:gd name="connsiteX0" fmla="*/ 13419 w 26837"/>
                <a:gd name="connsiteY0" fmla="*/ 26813 h 26812"/>
                <a:gd name="connsiteX1" fmla="*/ 0 w 26837"/>
                <a:gd name="connsiteY1" fmla="*/ 13406 h 26812"/>
                <a:gd name="connsiteX2" fmla="*/ 13419 w 26837"/>
                <a:gd name="connsiteY2" fmla="*/ 0 h 26812"/>
                <a:gd name="connsiteX3" fmla="*/ 26838 w 26837"/>
                <a:gd name="connsiteY3" fmla="*/ 13406 h 26812"/>
                <a:gd name="connsiteX4" fmla="*/ 13419 w 26837"/>
                <a:gd name="connsiteY4" fmla="*/ 26813 h 26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7" h="26812">
                  <a:moveTo>
                    <a:pt x="13419" y="26813"/>
                  </a:moveTo>
                  <a:cubicBezTo>
                    <a:pt x="6390" y="26813"/>
                    <a:pt x="0" y="21067"/>
                    <a:pt x="0" y="13406"/>
                  </a:cubicBezTo>
                  <a:cubicBezTo>
                    <a:pt x="0" y="6384"/>
                    <a:pt x="5751" y="0"/>
                    <a:pt x="13419" y="0"/>
                  </a:cubicBezTo>
                  <a:cubicBezTo>
                    <a:pt x="21087" y="0"/>
                    <a:pt x="26838" y="5746"/>
                    <a:pt x="26838" y="13406"/>
                  </a:cubicBezTo>
                  <a:cubicBezTo>
                    <a:pt x="26838" y="21067"/>
                    <a:pt x="20448" y="26813"/>
                    <a:pt x="13419" y="26813"/>
                  </a:cubicBezTo>
                </a:path>
              </a:pathLst>
            </a:custGeom>
            <a:solidFill>
              <a:srgbClr val="005587"/>
            </a:solidFill>
            <a:ln w="6390" cap="flat">
              <a:noFill/>
              <a:prstDash val="solid"/>
              <a:miter/>
            </a:ln>
          </p:spPr>
          <p:txBody>
            <a:bodyPr rtlCol="0" anchor="ctr"/>
            <a:lstStyle/>
            <a:p>
              <a:endParaRPr lang="en-US"/>
            </a:p>
          </p:txBody>
        </p:sp>
        <p:sp>
          <p:nvSpPr>
            <p:cNvPr id="1157" name="Graphic 4">
              <a:extLst>
                <a:ext uri="{FF2B5EF4-FFF2-40B4-BE49-F238E27FC236}">
                  <a16:creationId xmlns:a16="http://schemas.microsoft.com/office/drawing/2014/main" id="{14392CA3-7AE6-7C4B-9E16-24C60BD0A0C0}"/>
                </a:ext>
              </a:extLst>
            </p:cNvPr>
            <p:cNvSpPr/>
            <p:nvPr/>
          </p:nvSpPr>
          <p:spPr>
            <a:xfrm>
              <a:off x="672221" y="1525295"/>
              <a:ext cx="26837" cy="26812"/>
            </a:xfrm>
            <a:custGeom>
              <a:avLst/>
              <a:gdLst>
                <a:gd name="connsiteX0" fmla="*/ 13419 w 26837"/>
                <a:gd name="connsiteY0" fmla="*/ 26813 h 26812"/>
                <a:gd name="connsiteX1" fmla="*/ 0 w 26837"/>
                <a:gd name="connsiteY1" fmla="*/ 13406 h 26812"/>
                <a:gd name="connsiteX2" fmla="*/ 13419 w 26837"/>
                <a:gd name="connsiteY2" fmla="*/ 0 h 26812"/>
                <a:gd name="connsiteX3" fmla="*/ 26838 w 26837"/>
                <a:gd name="connsiteY3" fmla="*/ 13406 h 26812"/>
                <a:gd name="connsiteX4" fmla="*/ 13419 w 26837"/>
                <a:gd name="connsiteY4" fmla="*/ 26813 h 26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7" h="26812">
                  <a:moveTo>
                    <a:pt x="13419" y="26813"/>
                  </a:moveTo>
                  <a:cubicBezTo>
                    <a:pt x="6390" y="26813"/>
                    <a:pt x="0" y="21067"/>
                    <a:pt x="0" y="13406"/>
                  </a:cubicBezTo>
                  <a:cubicBezTo>
                    <a:pt x="0" y="6384"/>
                    <a:pt x="5751" y="0"/>
                    <a:pt x="13419" y="0"/>
                  </a:cubicBezTo>
                  <a:cubicBezTo>
                    <a:pt x="20448" y="0"/>
                    <a:pt x="26838" y="5746"/>
                    <a:pt x="26838" y="13406"/>
                  </a:cubicBezTo>
                  <a:cubicBezTo>
                    <a:pt x="26199" y="21067"/>
                    <a:pt x="20448" y="26813"/>
                    <a:pt x="13419" y="26813"/>
                  </a:cubicBezTo>
                </a:path>
              </a:pathLst>
            </a:custGeom>
            <a:solidFill>
              <a:srgbClr val="005587"/>
            </a:solidFill>
            <a:ln w="6390" cap="flat">
              <a:noFill/>
              <a:prstDash val="solid"/>
              <a:miter/>
            </a:ln>
          </p:spPr>
          <p:txBody>
            <a:bodyPr rtlCol="0" anchor="ctr"/>
            <a:lstStyle/>
            <a:p>
              <a:endParaRPr lang="en-US"/>
            </a:p>
          </p:txBody>
        </p:sp>
        <p:sp>
          <p:nvSpPr>
            <p:cNvPr id="1158" name="Graphic 4">
              <a:extLst>
                <a:ext uri="{FF2B5EF4-FFF2-40B4-BE49-F238E27FC236}">
                  <a16:creationId xmlns:a16="http://schemas.microsoft.com/office/drawing/2014/main" id="{CBEB26B4-C1C6-654A-955E-72C1DD3A1378}"/>
                </a:ext>
              </a:extLst>
            </p:cNvPr>
            <p:cNvSpPr/>
            <p:nvPr/>
          </p:nvSpPr>
          <p:spPr>
            <a:xfrm>
              <a:off x="598098" y="1569983"/>
              <a:ext cx="26837" cy="26812"/>
            </a:xfrm>
            <a:custGeom>
              <a:avLst/>
              <a:gdLst>
                <a:gd name="connsiteX0" fmla="*/ 13419 w 26837"/>
                <a:gd name="connsiteY0" fmla="*/ 26813 h 26812"/>
                <a:gd name="connsiteX1" fmla="*/ 0 w 26837"/>
                <a:gd name="connsiteY1" fmla="*/ 13406 h 26812"/>
                <a:gd name="connsiteX2" fmla="*/ 13419 w 26837"/>
                <a:gd name="connsiteY2" fmla="*/ 0 h 26812"/>
                <a:gd name="connsiteX3" fmla="*/ 26838 w 26837"/>
                <a:gd name="connsiteY3" fmla="*/ 13406 h 26812"/>
                <a:gd name="connsiteX4" fmla="*/ 13419 w 26837"/>
                <a:gd name="connsiteY4" fmla="*/ 26813 h 26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7" h="26812">
                  <a:moveTo>
                    <a:pt x="13419" y="26813"/>
                  </a:moveTo>
                  <a:cubicBezTo>
                    <a:pt x="6390" y="26813"/>
                    <a:pt x="0" y="21067"/>
                    <a:pt x="0" y="13406"/>
                  </a:cubicBezTo>
                  <a:cubicBezTo>
                    <a:pt x="0" y="6384"/>
                    <a:pt x="5751" y="0"/>
                    <a:pt x="13419" y="0"/>
                  </a:cubicBezTo>
                  <a:cubicBezTo>
                    <a:pt x="21087" y="0"/>
                    <a:pt x="26838" y="5746"/>
                    <a:pt x="26838" y="13406"/>
                  </a:cubicBezTo>
                  <a:cubicBezTo>
                    <a:pt x="26838" y="20429"/>
                    <a:pt x="20448" y="26813"/>
                    <a:pt x="13419" y="26813"/>
                  </a:cubicBezTo>
                </a:path>
              </a:pathLst>
            </a:custGeom>
            <a:solidFill>
              <a:srgbClr val="005587"/>
            </a:solidFill>
            <a:ln w="6390" cap="flat">
              <a:noFill/>
              <a:prstDash val="solid"/>
              <a:miter/>
            </a:ln>
          </p:spPr>
          <p:txBody>
            <a:bodyPr rtlCol="0" anchor="ctr"/>
            <a:lstStyle/>
            <a:p>
              <a:endParaRPr lang="en-US"/>
            </a:p>
          </p:txBody>
        </p:sp>
        <p:sp>
          <p:nvSpPr>
            <p:cNvPr id="1159" name="Graphic 4">
              <a:extLst>
                <a:ext uri="{FF2B5EF4-FFF2-40B4-BE49-F238E27FC236}">
                  <a16:creationId xmlns:a16="http://schemas.microsoft.com/office/drawing/2014/main" id="{B79F6688-112D-DE4E-A449-E7051D227873}"/>
                </a:ext>
              </a:extLst>
            </p:cNvPr>
            <p:cNvSpPr/>
            <p:nvPr/>
          </p:nvSpPr>
          <p:spPr>
            <a:xfrm>
              <a:off x="672221" y="1569983"/>
              <a:ext cx="26837" cy="26812"/>
            </a:xfrm>
            <a:custGeom>
              <a:avLst/>
              <a:gdLst>
                <a:gd name="connsiteX0" fmla="*/ 13419 w 26837"/>
                <a:gd name="connsiteY0" fmla="*/ 26813 h 26812"/>
                <a:gd name="connsiteX1" fmla="*/ 0 w 26837"/>
                <a:gd name="connsiteY1" fmla="*/ 13406 h 26812"/>
                <a:gd name="connsiteX2" fmla="*/ 13419 w 26837"/>
                <a:gd name="connsiteY2" fmla="*/ 0 h 26812"/>
                <a:gd name="connsiteX3" fmla="*/ 26838 w 26837"/>
                <a:gd name="connsiteY3" fmla="*/ 13406 h 26812"/>
                <a:gd name="connsiteX4" fmla="*/ 13419 w 26837"/>
                <a:gd name="connsiteY4" fmla="*/ 26813 h 26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7" h="26812">
                  <a:moveTo>
                    <a:pt x="13419" y="26813"/>
                  </a:moveTo>
                  <a:cubicBezTo>
                    <a:pt x="6390" y="26813"/>
                    <a:pt x="0" y="21067"/>
                    <a:pt x="0" y="13406"/>
                  </a:cubicBezTo>
                  <a:cubicBezTo>
                    <a:pt x="0" y="6384"/>
                    <a:pt x="5751" y="0"/>
                    <a:pt x="13419" y="0"/>
                  </a:cubicBezTo>
                  <a:cubicBezTo>
                    <a:pt x="20448" y="0"/>
                    <a:pt x="26838" y="5746"/>
                    <a:pt x="26838" y="13406"/>
                  </a:cubicBezTo>
                  <a:cubicBezTo>
                    <a:pt x="26199" y="20429"/>
                    <a:pt x="20448" y="26813"/>
                    <a:pt x="13419" y="26813"/>
                  </a:cubicBezTo>
                </a:path>
              </a:pathLst>
            </a:custGeom>
            <a:solidFill>
              <a:srgbClr val="005587"/>
            </a:solidFill>
            <a:ln w="6390" cap="flat">
              <a:noFill/>
              <a:prstDash val="solid"/>
              <a:miter/>
            </a:ln>
          </p:spPr>
          <p:txBody>
            <a:bodyPr rtlCol="0" anchor="ctr"/>
            <a:lstStyle/>
            <a:p>
              <a:endParaRPr lang="en-US"/>
            </a:p>
          </p:txBody>
        </p:sp>
        <p:sp>
          <p:nvSpPr>
            <p:cNvPr id="1160" name="Graphic 4">
              <a:extLst>
                <a:ext uri="{FF2B5EF4-FFF2-40B4-BE49-F238E27FC236}">
                  <a16:creationId xmlns:a16="http://schemas.microsoft.com/office/drawing/2014/main" id="{C9594314-4090-9E41-A944-A821A040D580}"/>
                </a:ext>
              </a:extLst>
            </p:cNvPr>
            <p:cNvSpPr/>
            <p:nvPr/>
          </p:nvSpPr>
          <p:spPr>
            <a:xfrm>
              <a:off x="598098" y="1614033"/>
              <a:ext cx="26837" cy="26812"/>
            </a:xfrm>
            <a:custGeom>
              <a:avLst/>
              <a:gdLst>
                <a:gd name="connsiteX0" fmla="*/ 13419 w 26837"/>
                <a:gd name="connsiteY0" fmla="*/ 26813 h 26812"/>
                <a:gd name="connsiteX1" fmla="*/ 0 w 26837"/>
                <a:gd name="connsiteY1" fmla="*/ 13406 h 26812"/>
                <a:gd name="connsiteX2" fmla="*/ 13419 w 26837"/>
                <a:gd name="connsiteY2" fmla="*/ 0 h 26812"/>
                <a:gd name="connsiteX3" fmla="*/ 26838 w 26837"/>
                <a:gd name="connsiteY3" fmla="*/ 13406 h 26812"/>
                <a:gd name="connsiteX4" fmla="*/ 13419 w 26837"/>
                <a:gd name="connsiteY4" fmla="*/ 26813 h 26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7" h="26812">
                  <a:moveTo>
                    <a:pt x="13419" y="26813"/>
                  </a:moveTo>
                  <a:cubicBezTo>
                    <a:pt x="6390" y="26813"/>
                    <a:pt x="0" y="21067"/>
                    <a:pt x="0" y="13406"/>
                  </a:cubicBezTo>
                  <a:cubicBezTo>
                    <a:pt x="0" y="6384"/>
                    <a:pt x="5751" y="0"/>
                    <a:pt x="13419" y="0"/>
                  </a:cubicBezTo>
                  <a:cubicBezTo>
                    <a:pt x="21087" y="0"/>
                    <a:pt x="26838" y="5746"/>
                    <a:pt x="26838" y="13406"/>
                  </a:cubicBezTo>
                  <a:cubicBezTo>
                    <a:pt x="26838" y="21067"/>
                    <a:pt x="20448" y="26813"/>
                    <a:pt x="13419" y="26813"/>
                  </a:cubicBezTo>
                </a:path>
              </a:pathLst>
            </a:custGeom>
            <a:solidFill>
              <a:srgbClr val="005587"/>
            </a:solidFill>
            <a:ln w="6390" cap="flat">
              <a:noFill/>
              <a:prstDash val="solid"/>
              <a:miter/>
            </a:ln>
          </p:spPr>
          <p:txBody>
            <a:bodyPr rtlCol="0" anchor="ctr"/>
            <a:lstStyle/>
            <a:p>
              <a:endParaRPr lang="en-US"/>
            </a:p>
          </p:txBody>
        </p:sp>
        <p:sp>
          <p:nvSpPr>
            <p:cNvPr id="1161" name="Graphic 4">
              <a:extLst>
                <a:ext uri="{FF2B5EF4-FFF2-40B4-BE49-F238E27FC236}">
                  <a16:creationId xmlns:a16="http://schemas.microsoft.com/office/drawing/2014/main" id="{09241654-9D82-0046-BB8D-27654DA7163F}"/>
                </a:ext>
              </a:extLst>
            </p:cNvPr>
            <p:cNvSpPr/>
            <p:nvPr/>
          </p:nvSpPr>
          <p:spPr>
            <a:xfrm>
              <a:off x="672221" y="1614033"/>
              <a:ext cx="26837" cy="26812"/>
            </a:xfrm>
            <a:custGeom>
              <a:avLst/>
              <a:gdLst>
                <a:gd name="connsiteX0" fmla="*/ 13419 w 26837"/>
                <a:gd name="connsiteY0" fmla="*/ 26813 h 26812"/>
                <a:gd name="connsiteX1" fmla="*/ 0 w 26837"/>
                <a:gd name="connsiteY1" fmla="*/ 13406 h 26812"/>
                <a:gd name="connsiteX2" fmla="*/ 13419 w 26837"/>
                <a:gd name="connsiteY2" fmla="*/ 0 h 26812"/>
                <a:gd name="connsiteX3" fmla="*/ 26838 w 26837"/>
                <a:gd name="connsiteY3" fmla="*/ 13406 h 26812"/>
                <a:gd name="connsiteX4" fmla="*/ 13419 w 26837"/>
                <a:gd name="connsiteY4" fmla="*/ 26813 h 26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7" h="26812">
                  <a:moveTo>
                    <a:pt x="13419" y="26813"/>
                  </a:moveTo>
                  <a:cubicBezTo>
                    <a:pt x="6390" y="26813"/>
                    <a:pt x="0" y="21067"/>
                    <a:pt x="0" y="13406"/>
                  </a:cubicBezTo>
                  <a:cubicBezTo>
                    <a:pt x="0" y="6384"/>
                    <a:pt x="5751" y="0"/>
                    <a:pt x="13419" y="0"/>
                  </a:cubicBezTo>
                  <a:cubicBezTo>
                    <a:pt x="20448" y="0"/>
                    <a:pt x="26838" y="5746"/>
                    <a:pt x="26838" y="13406"/>
                  </a:cubicBezTo>
                  <a:cubicBezTo>
                    <a:pt x="26199" y="21067"/>
                    <a:pt x="20448" y="26813"/>
                    <a:pt x="13419" y="26813"/>
                  </a:cubicBezTo>
                </a:path>
              </a:pathLst>
            </a:custGeom>
            <a:solidFill>
              <a:srgbClr val="005587"/>
            </a:solidFill>
            <a:ln w="6390" cap="flat">
              <a:noFill/>
              <a:prstDash val="solid"/>
              <a:miter/>
            </a:ln>
          </p:spPr>
          <p:txBody>
            <a:bodyPr rtlCol="0" anchor="ctr"/>
            <a:lstStyle/>
            <a:p>
              <a:endParaRPr lang="en-US"/>
            </a:p>
          </p:txBody>
        </p:sp>
        <p:sp>
          <p:nvSpPr>
            <p:cNvPr id="1162" name="Graphic 4">
              <a:extLst>
                <a:ext uri="{FF2B5EF4-FFF2-40B4-BE49-F238E27FC236}">
                  <a16:creationId xmlns:a16="http://schemas.microsoft.com/office/drawing/2014/main" id="{94D49C44-9024-8242-AF8E-1E9C1BA0389B}"/>
                </a:ext>
              </a:extLst>
            </p:cNvPr>
            <p:cNvSpPr/>
            <p:nvPr/>
          </p:nvSpPr>
          <p:spPr>
            <a:xfrm>
              <a:off x="560397" y="1495929"/>
              <a:ext cx="175805" cy="175559"/>
            </a:xfrm>
            <a:custGeom>
              <a:avLst/>
              <a:gdLst>
                <a:gd name="connsiteX0" fmla="*/ 12780 w 175805"/>
                <a:gd name="connsiteY0" fmla="*/ 162792 h 175559"/>
                <a:gd name="connsiteX1" fmla="*/ 162943 w 175805"/>
                <a:gd name="connsiteY1" fmla="*/ 162792 h 175559"/>
                <a:gd name="connsiteX2" fmla="*/ 162943 w 175805"/>
                <a:gd name="connsiteY2" fmla="*/ 12768 h 175559"/>
                <a:gd name="connsiteX3" fmla="*/ 12780 w 175805"/>
                <a:gd name="connsiteY3" fmla="*/ 12768 h 175559"/>
                <a:gd name="connsiteX4" fmla="*/ 12780 w 175805"/>
                <a:gd name="connsiteY4" fmla="*/ 162792 h 175559"/>
                <a:gd name="connsiteX5" fmla="*/ 169972 w 175805"/>
                <a:gd name="connsiteY5" fmla="*/ 175560 h 175559"/>
                <a:gd name="connsiteX6" fmla="*/ 6390 w 175805"/>
                <a:gd name="connsiteY6" fmla="*/ 175560 h 175559"/>
                <a:gd name="connsiteX7" fmla="*/ 0 w 175805"/>
                <a:gd name="connsiteY7" fmla="*/ 169176 h 175559"/>
                <a:gd name="connsiteX8" fmla="*/ 0 w 175805"/>
                <a:gd name="connsiteY8" fmla="*/ 6384 h 175559"/>
                <a:gd name="connsiteX9" fmla="*/ 6390 w 175805"/>
                <a:gd name="connsiteY9" fmla="*/ 0 h 175559"/>
                <a:gd name="connsiteX10" fmla="*/ 169333 w 175805"/>
                <a:gd name="connsiteY10" fmla="*/ 0 h 175559"/>
                <a:gd name="connsiteX11" fmla="*/ 175723 w 175805"/>
                <a:gd name="connsiteY11" fmla="*/ 6384 h 175559"/>
                <a:gd name="connsiteX12" fmla="*/ 175723 w 175805"/>
                <a:gd name="connsiteY12" fmla="*/ 169176 h 175559"/>
                <a:gd name="connsiteX13" fmla="*/ 169972 w 175805"/>
                <a:gd name="connsiteY13" fmla="*/ 175560 h 1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5805" h="175559">
                  <a:moveTo>
                    <a:pt x="12780" y="162792"/>
                  </a:moveTo>
                  <a:lnTo>
                    <a:pt x="162943" y="162792"/>
                  </a:lnTo>
                  <a:lnTo>
                    <a:pt x="162943" y="12768"/>
                  </a:lnTo>
                  <a:lnTo>
                    <a:pt x="12780" y="12768"/>
                  </a:lnTo>
                  <a:lnTo>
                    <a:pt x="12780" y="162792"/>
                  </a:lnTo>
                  <a:close/>
                  <a:moveTo>
                    <a:pt x="169972" y="175560"/>
                  </a:moveTo>
                  <a:lnTo>
                    <a:pt x="6390" y="175560"/>
                  </a:lnTo>
                  <a:cubicBezTo>
                    <a:pt x="2556" y="175560"/>
                    <a:pt x="0" y="173006"/>
                    <a:pt x="0" y="169176"/>
                  </a:cubicBezTo>
                  <a:lnTo>
                    <a:pt x="0" y="6384"/>
                  </a:lnTo>
                  <a:cubicBezTo>
                    <a:pt x="0" y="2554"/>
                    <a:pt x="2556" y="0"/>
                    <a:pt x="6390" y="0"/>
                  </a:cubicBezTo>
                  <a:lnTo>
                    <a:pt x="169333" y="0"/>
                  </a:lnTo>
                  <a:cubicBezTo>
                    <a:pt x="173167" y="0"/>
                    <a:pt x="175723" y="2554"/>
                    <a:pt x="175723" y="6384"/>
                  </a:cubicBezTo>
                  <a:lnTo>
                    <a:pt x="175723" y="169176"/>
                  </a:lnTo>
                  <a:cubicBezTo>
                    <a:pt x="176362" y="172368"/>
                    <a:pt x="173167" y="175560"/>
                    <a:pt x="169972" y="175560"/>
                  </a:cubicBezTo>
                </a:path>
              </a:pathLst>
            </a:custGeom>
            <a:solidFill>
              <a:srgbClr val="005587"/>
            </a:solidFill>
            <a:ln w="6390" cap="flat">
              <a:noFill/>
              <a:prstDash val="solid"/>
              <a:miter/>
            </a:ln>
          </p:spPr>
          <p:txBody>
            <a:bodyPr rtlCol="0" anchor="ctr"/>
            <a:lstStyle/>
            <a:p>
              <a:endParaRPr lang="en-US"/>
            </a:p>
          </p:txBody>
        </p:sp>
      </p:grpSp>
      <p:sp>
        <p:nvSpPr>
          <p:cNvPr id="1163" name="Graphic 4">
            <a:extLst>
              <a:ext uri="{FF2B5EF4-FFF2-40B4-BE49-F238E27FC236}">
                <a16:creationId xmlns:a16="http://schemas.microsoft.com/office/drawing/2014/main" id="{62AC74D5-2103-6C41-8CD2-CA44A25C4498}"/>
              </a:ext>
            </a:extLst>
          </p:cNvPr>
          <p:cNvSpPr>
            <a:spLocks noChangeAspect="1"/>
          </p:cNvSpPr>
          <p:nvPr/>
        </p:nvSpPr>
        <p:spPr>
          <a:xfrm>
            <a:off x="906093" y="1402723"/>
            <a:ext cx="361670" cy="361333"/>
          </a:xfrm>
          <a:custGeom>
            <a:avLst/>
            <a:gdLst>
              <a:gd name="connsiteX0" fmla="*/ 130355 w 361670"/>
              <a:gd name="connsiteY0" fmla="*/ 135979 h 361333"/>
              <a:gd name="connsiteX1" fmla="*/ 143774 w 361670"/>
              <a:gd name="connsiteY1" fmla="*/ 122572 h 361333"/>
              <a:gd name="connsiteX2" fmla="*/ 157192 w 361670"/>
              <a:gd name="connsiteY2" fmla="*/ 135979 h 361333"/>
              <a:gd name="connsiteX3" fmla="*/ 143774 w 361670"/>
              <a:gd name="connsiteY3" fmla="*/ 149385 h 361333"/>
              <a:gd name="connsiteX4" fmla="*/ 130355 w 361670"/>
              <a:gd name="connsiteY4" fmla="*/ 135979 h 361333"/>
              <a:gd name="connsiteX5" fmla="*/ 130355 w 361670"/>
              <a:gd name="connsiteY5" fmla="*/ 180667 h 361333"/>
              <a:gd name="connsiteX6" fmla="*/ 143774 w 361670"/>
              <a:gd name="connsiteY6" fmla="*/ 167260 h 361333"/>
              <a:gd name="connsiteX7" fmla="*/ 157192 w 361670"/>
              <a:gd name="connsiteY7" fmla="*/ 180667 h 361333"/>
              <a:gd name="connsiteX8" fmla="*/ 143774 w 361670"/>
              <a:gd name="connsiteY8" fmla="*/ 194073 h 361333"/>
              <a:gd name="connsiteX9" fmla="*/ 130355 w 361670"/>
              <a:gd name="connsiteY9" fmla="*/ 180667 h 361333"/>
              <a:gd name="connsiteX10" fmla="*/ 130355 w 361670"/>
              <a:gd name="connsiteY10" fmla="*/ 225355 h 361333"/>
              <a:gd name="connsiteX11" fmla="*/ 143774 w 361670"/>
              <a:gd name="connsiteY11" fmla="*/ 211948 h 361333"/>
              <a:gd name="connsiteX12" fmla="*/ 157192 w 361670"/>
              <a:gd name="connsiteY12" fmla="*/ 225355 h 361333"/>
              <a:gd name="connsiteX13" fmla="*/ 143774 w 361670"/>
              <a:gd name="connsiteY13" fmla="*/ 238761 h 361333"/>
              <a:gd name="connsiteX14" fmla="*/ 130355 w 361670"/>
              <a:gd name="connsiteY14" fmla="*/ 225355 h 361333"/>
              <a:gd name="connsiteX15" fmla="*/ 203839 w 361670"/>
              <a:gd name="connsiteY15" fmla="*/ 135979 h 361333"/>
              <a:gd name="connsiteX16" fmla="*/ 217258 w 361670"/>
              <a:gd name="connsiteY16" fmla="*/ 122572 h 361333"/>
              <a:gd name="connsiteX17" fmla="*/ 230677 w 361670"/>
              <a:gd name="connsiteY17" fmla="*/ 135979 h 361333"/>
              <a:gd name="connsiteX18" fmla="*/ 217258 w 361670"/>
              <a:gd name="connsiteY18" fmla="*/ 149385 h 361333"/>
              <a:gd name="connsiteX19" fmla="*/ 203839 w 361670"/>
              <a:gd name="connsiteY19" fmla="*/ 135979 h 361333"/>
              <a:gd name="connsiteX20" fmla="*/ 203839 w 361670"/>
              <a:gd name="connsiteY20" fmla="*/ 180667 h 361333"/>
              <a:gd name="connsiteX21" fmla="*/ 217258 w 361670"/>
              <a:gd name="connsiteY21" fmla="*/ 167260 h 361333"/>
              <a:gd name="connsiteX22" fmla="*/ 230677 w 361670"/>
              <a:gd name="connsiteY22" fmla="*/ 180667 h 361333"/>
              <a:gd name="connsiteX23" fmla="*/ 217258 w 361670"/>
              <a:gd name="connsiteY23" fmla="*/ 194073 h 361333"/>
              <a:gd name="connsiteX24" fmla="*/ 203839 w 361670"/>
              <a:gd name="connsiteY24" fmla="*/ 180667 h 361333"/>
              <a:gd name="connsiteX25" fmla="*/ 203839 w 361670"/>
              <a:gd name="connsiteY25" fmla="*/ 225355 h 361333"/>
              <a:gd name="connsiteX26" fmla="*/ 217258 w 361670"/>
              <a:gd name="connsiteY26" fmla="*/ 211948 h 361333"/>
              <a:gd name="connsiteX27" fmla="*/ 230677 w 361670"/>
              <a:gd name="connsiteY27" fmla="*/ 225355 h 361333"/>
              <a:gd name="connsiteX28" fmla="*/ 217258 w 361670"/>
              <a:gd name="connsiteY28" fmla="*/ 238761 h 361333"/>
              <a:gd name="connsiteX29" fmla="*/ 203839 w 361670"/>
              <a:gd name="connsiteY29" fmla="*/ 225355 h 361333"/>
              <a:gd name="connsiteX30" fmla="*/ 105434 w 361670"/>
              <a:gd name="connsiteY30" fmla="*/ 255998 h 361333"/>
              <a:gd name="connsiteX31" fmla="*/ 255597 w 361670"/>
              <a:gd name="connsiteY31" fmla="*/ 255998 h 361333"/>
              <a:gd name="connsiteX32" fmla="*/ 255597 w 361670"/>
              <a:gd name="connsiteY32" fmla="*/ 105974 h 361333"/>
              <a:gd name="connsiteX33" fmla="*/ 105434 w 361670"/>
              <a:gd name="connsiteY33" fmla="*/ 105974 h 361333"/>
              <a:gd name="connsiteX34" fmla="*/ 105434 w 361670"/>
              <a:gd name="connsiteY34" fmla="*/ 255998 h 361333"/>
              <a:gd name="connsiteX35" fmla="*/ 268377 w 361670"/>
              <a:gd name="connsiteY35" fmla="*/ 262382 h 361333"/>
              <a:gd name="connsiteX36" fmla="*/ 261987 w 361670"/>
              <a:gd name="connsiteY36" fmla="*/ 268766 h 361333"/>
              <a:gd name="connsiteX37" fmla="*/ 99044 w 361670"/>
              <a:gd name="connsiteY37" fmla="*/ 268766 h 361333"/>
              <a:gd name="connsiteX38" fmla="*/ 92654 w 361670"/>
              <a:gd name="connsiteY38" fmla="*/ 262382 h 361333"/>
              <a:gd name="connsiteX39" fmla="*/ 92654 w 361670"/>
              <a:gd name="connsiteY39" fmla="*/ 99590 h 361333"/>
              <a:gd name="connsiteX40" fmla="*/ 99044 w 361670"/>
              <a:gd name="connsiteY40" fmla="*/ 93206 h 361333"/>
              <a:gd name="connsiteX41" fmla="*/ 261987 w 361670"/>
              <a:gd name="connsiteY41" fmla="*/ 93206 h 361333"/>
              <a:gd name="connsiteX42" fmla="*/ 268377 w 361670"/>
              <a:gd name="connsiteY42" fmla="*/ 99590 h 361333"/>
              <a:gd name="connsiteX43" fmla="*/ 268377 w 361670"/>
              <a:gd name="connsiteY43" fmla="*/ 262382 h 361333"/>
              <a:gd name="connsiteX44" fmla="*/ 361670 w 361670"/>
              <a:gd name="connsiteY44" fmla="*/ 180667 h 361333"/>
              <a:gd name="connsiteX45" fmla="*/ 180835 w 361670"/>
              <a:gd name="connsiteY45" fmla="*/ 0 h 361333"/>
              <a:gd name="connsiteX46" fmla="*/ 0 w 361670"/>
              <a:gd name="connsiteY46" fmla="*/ 180667 h 361333"/>
              <a:gd name="connsiteX47" fmla="*/ 180835 w 361670"/>
              <a:gd name="connsiteY47" fmla="*/ 361333 h 361333"/>
              <a:gd name="connsiteX48" fmla="*/ 361670 w 361670"/>
              <a:gd name="connsiteY48" fmla="*/ 18066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61670" h="361333">
                <a:moveTo>
                  <a:pt x="130355" y="135979"/>
                </a:moveTo>
                <a:cubicBezTo>
                  <a:pt x="130355" y="128956"/>
                  <a:pt x="136106" y="122572"/>
                  <a:pt x="143774" y="122572"/>
                </a:cubicBezTo>
                <a:cubicBezTo>
                  <a:pt x="150802" y="122572"/>
                  <a:pt x="157192" y="128318"/>
                  <a:pt x="157192" y="135979"/>
                </a:cubicBezTo>
                <a:cubicBezTo>
                  <a:pt x="157192" y="143001"/>
                  <a:pt x="151441" y="149385"/>
                  <a:pt x="143774" y="149385"/>
                </a:cubicBezTo>
                <a:cubicBezTo>
                  <a:pt x="136106" y="149385"/>
                  <a:pt x="130355" y="143640"/>
                  <a:pt x="130355" y="135979"/>
                </a:cubicBezTo>
                <a:moveTo>
                  <a:pt x="130355" y="180667"/>
                </a:moveTo>
                <a:cubicBezTo>
                  <a:pt x="130355" y="173644"/>
                  <a:pt x="136106" y="167260"/>
                  <a:pt x="143774" y="167260"/>
                </a:cubicBezTo>
                <a:cubicBezTo>
                  <a:pt x="150802" y="167260"/>
                  <a:pt x="157192" y="173006"/>
                  <a:pt x="157192" y="180667"/>
                </a:cubicBezTo>
                <a:cubicBezTo>
                  <a:pt x="157192" y="187689"/>
                  <a:pt x="151441" y="194073"/>
                  <a:pt x="143774" y="194073"/>
                </a:cubicBezTo>
                <a:cubicBezTo>
                  <a:pt x="136106" y="194073"/>
                  <a:pt x="130355" y="187689"/>
                  <a:pt x="130355" y="180667"/>
                </a:cubicBezTo>
                <a:moveTo>
                  <a:pt x="130355" y="225355"/>
                </a:moveTo>
                <a:cubicBezTo>
                  <a:pt x="130355" y="218332"/>
                  <a:pt x="136106" y="211948"/>
                  <a:pt x="143774" y="211948"/>
                </a:cubicBezTo>
                <a:cubicBezTo>
                  <a:pt x="150802" y="211948"/>
                  <a:pt x="157192" y="217694"/>
                  <a:pt x="157192" y="225355"/>
                </a:cubicBezTo>
                <a:cubicBezTo>
                  <a:pt x="157192" y="232377"/>
                  <a:pt x="151441" y="238761"/>
                  <a:pt x="143774" y="238761"/>
                </a:cubicBezTo>
                <a:cubicBezTo>
                  <a:pt x="136106" y="238122"/>
                  <a:pt x="130355" y="232377"/>
                  <a:pt x="130355" y="225355"/>
                </a:cubicBezTo>
                <a:moveTo>
                  <a:pt x="203839" y="135979"/>
                </a:moveTo>
                <a:cubicBezTo>
                  <a:pt x="203839" y="128956"/>
                  <a:pt x="209590" y="122572"/>
                  <a:pt x="217258" y="122572"/>
                </a:cubicBezTo>
                <a:cubicBezTo>
                  <a:pt x="224287" y="122572"/>
                  <a:pt x="230677" y="128318"/>
                  <a:pt x="230677" y="135979"/>
                </a:cubicBezTo>
                <a:cubicBezTo>
                  <a:pt x="230677" y="143001"/>
                  <a:pt x="224926" y="149385"/>
                  <a:pt x="217258" y="149385"/>
                </a:cubicBezTo>
                <a:cubicBezTo>
                  <a:pt x="210229" y="149385"/>
                  <a:pt x="203839" y="143640"/>
                  <a:pt x="203839" y="135979"/>
                </a:cubicBezTo>
                <a:moveTo>
                  <a:pt x="203839" y="180667"/>
                </a:moveTo>
                <a:cubicBezTo>
                  <a:pt x="203839" y="173644"/>
                  <a:pt x="209590" y="167260"/>
                  <a:pt x="217258" y="167260"/>
                </a:cubicBezTo>
                <a:cubicBezTo>
                  <a:pt x="224287" y="167260"/>
                  <a:pt x="230677" y="173006"/>
                  <a:pt x="230677" y="180667"/>
                </a:cubicBezTo>
                <a:cubicBezTo>
                  <a:pt x="230677" y="187689"/>
                  <a:pt x="224926" y="194073"/>
                  <a:pt x="217258" y="194073"/>
                </a:cubicBezTo>
                <a:cubicBezTo>
                  <a:pt x="210229" y="194073"/>
                  <a:pt x="203839" y="187689"/>
                  <a:pt x="203839" y="180667"/>
                </a:cubicBezTo>
                <a:moveTo>
                  <a:pt x="203839" y="225355"/>
                </a:moveTo>
                <a:cubicBezTo>
                  <a:pt x="203839" y="218332"/>
                  <a:pt x="209590" y="211948"/>
                  <a:pt x="217258" y="211948"/>
                </a:cubicBezTo>
                <a:cubicBezTo>
                  <a:pt x="224287" y="211948"/>
                  <a:pt x="230677" y="217694"/>
                  <a:pt x="230677" y="225355"/>
                </a:cubicBezTo>
                <a:cubicBezTo>
                  <a:pt x="230677" y="232377"/>
                  <a:pt x="224926" y="238761"/>
                  <a:pt x="217258" y="238761"/>
                </a:cubicBezTo>
                <a:cubicBezTo>
                  <a:pt x="210229" y="238122"/>
                  <a:pt x="203839" y="232377"/>
                  <a:pt x="203839" y="225355"/>
                </a:cubicBezTo>
                <a:moveTo>
                  <a:pt x="105434" y="255998"/>
                </a:moveTo>
                <a:lnTo>
                  <a:pt x="255597" y="255998"/>
                </a:lnTo>
                <a:lnTo>
                  <a:pt x="255597" y="105974"/>
                </a:lnTo>
                <a:lnTo>
                  <a:pt x="105434" y="105974"/>
                </a:lnTo>
                <a:lnTo>
                  <a:pt x="105434" y="255998"/>
                </a:lnTo>
                <a:close/>
                <a:moveTo>
                  <a:pt x="268377" y="262382"/>
                </a:moveTo>
                <a:cubicBezTo>
                  <a:pt x="268377" y="266212"/>
                  <a:pt x="265821" y="268766"/>
                  <a:pt x="261987" y="268766"/>
                </a:cubicBezTo>
                <a:lnTo>
                  <a:pt x="99044" y="268766"/>
                </a:lnTo>
                <a:cubicBezTo>
                  <a:pt x="95210" y="268766"/>
                  <a:pt x="92654" y="266212"/>
                  <a:pt x="92654" y="262382"/>
                </a:cubicBezTo>
                <a:lnTo>
                  <a:pt x="92654" y="99590"/>
                </a:lnTo>
                <a:cubicBezTo>
                  <a:pt x="92654" y="95760"/>
                  <a:pt x="95210" y="93206"/>
                  <a:pt x="99044" y="93206"/>
                </a:cubicBezTo>
                <a:lnTo>
                  <a:pt x="261987" y="93206"/>
                </a:lnTo>
                <a:cubicBezTo>
                  <a:pt x="265821" y="93206"/>
                  <a:pt x="268377" y="95760"/>
                  <a:pt x="268377" y="99590"/>
                </a:cubicBezTo>
                <a:lnTo>
                  <a:pt x="268377" y="262382"/>
                </a:lnTo>
                <a:close/>
                <a:moveTo>
                  <a:pt x="361670" y="180667"/>
                </a:moveTo>
                <a:cubicBezTo>
                  <a:pt x="361670" y="80438"/>
                  <a:pt x="280518" y="0"/>
                  <a:pt x="180835" y="0"/>
                </a:cubicBezTo>
                <a:cubicBezTo>
                  <a:pt x="80513" y="0"/>
                  <a:pt x="0" y="81077"/>
                  <a:pt x="0" y="180667"/>
                </a:cubicBezTo>
                <a:cubicBezTo>
                  <a:pt x="0" y="280895"/>
                  <a:pt x="81152" y="361333"/>
                  <a:pt x="180835" y="361333"/>
                </a:cubicBezTo>
                <a:cubicBezTo>
                  <a:pt x="280518" y="361333"/>
                  <a:pt x="361670" y="280257"/>
                  <a:pt x="361670" y="180667"/>
                </a:cubicBezTo>
              </a:path>
            </a:pathLst>
          </a:custGeom>
          <a:solidFill>
            <a:srgbClr val="005587"/>
          </a:solidFill>
          <a:ln w="6390" cap="flat">
            <a:noFill/>
            <a:prstDash val="solid"/>
            <a:miter/>
          </a:ln>
        </p:spPr>
        <p:txBody>
          <a:bodyPr rtlCol="0" anchor="ctr"/>
          <a:lstStyle/>
          <a:p>
            <a:endParaRPr lang="en-US"/>
          </a:p>
        </p:txBody>
      </p:sp>
      <p:grpSp>
        <p:nvGrpSpPr>
          <p:cNvPr id="2" name="Group 1">
            <a:extLst>
              <a:ext uri="{FF2B5EF4-FFF2-40B4-BE49-F238E27FC236}">
                <a16:creationId xmlns:a16="http://schemas.microsoft.com/office/drawing/2014/main" id="{00ACBFE1-0676-5448-92AF-44A389CC6AD9}"/>
              </a:ext>
            </a:extLst>
          </p:cNvPr>
          <p:cNvGrpSpPr/>
          <p:nvPr/>
        </p:nvGrpSpPr>
        <p:grpSpPr>
          <a:xfrm>
            <a:off x="5708769" y="1893013"/>
            <a:ext cx="363620" cy="363281"/>
            <a:chOff x="6867867" y="2003103"/>
            <a:chExt cx="1857256" cy="1855525"/>
          </a:xfrm>
        </p:grpSpPr>
        <p:sp>
          <p:nvSpPr>
            <p:cNvPr id="696" name="Graphic 4">
              <a:extLst>
                <a:ext uri="{FF2B5EF4-FFF2-40B4-BE49-F238E27FC236}">
                  <a16:creationId xmlns:a16="http://schemas.microsoft.com/office/drawing/2014/main" id="{938B7EBC-10C9-7A48-ABC6-A07E0952105A}"/>
                </a:ext>
              </a:extLst>
            </p:cNvPr>
            <p:cNvSpPr/>
            <p:nvPr/>
          </p:nvSpPr>
          <p:spPr>
            <a:xfrm>
              <a:off x="6867867" y="2003103"/>
              <a:ext cx="1857256" cy="1855525"/>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697" name="Graphic 4">
              <a:extLst>
                <a:ext uri="{FF2B5EF4-FFF2-40B4-BE49-F238E27FC236}">
                  <a16:creationId xmlns:a16="http://schemas.microsoft.com/office/drawing/2014/main" id="{24513EAA-F1C9-9A47-96A2-14E8D53269C3}"/>
                </a:ext>
              </a:extLst>
            </p:cNvPr>
            <p:cNvSpPr/>
            <p:nvPr/>
          </p:nvSpPr>
          <p:spPr>
            <a:xfrm>
              <a:off x="7310852" y="2589920"/>
              <a:ext cx="772122" cy="819576"/>
            </a:xfrm>
            <a:custGeom>
              <a:avLst/>
              <a:gdLst>
                <a:gd name="connsiteX0" fmla="*/ 143774 w 150358"/>
                <a:gd name="connsiteY0" fmla="*/ 5107 h 159599"/>
                <a:gd name="connsiteX1" fmla="*/ 129077 w 150358"/>
                <a:gd name="connsiteY1" fmla="*/ 0 h 159599"/>
                <a:gd name="connsiteX2" fmla="*/ 129077 w 150358"/>
                <a:gd name="connsiteY2" fmla="*/ 0 h 159599"/>
                <a:gd name="connsiteX3" fmla="*/ 124604 w 150358"/>
                <a:gd name="connsiteY3" fmla="*/ 1915 h 159599"/>
                <a:gd name="connsiteX4" fmla="*/ 87542 w 150358"/>
                <a:gd name="connsiteY4" fmla="*/ 42134 h 159599"/>
                <a:gd name="connsiteX5" fmla="*/ 82430 w 150358"/>
                <a:gd name="connsiteY5" fmla="*/ 47880 h 159599"/>
                <a:gd name="connsiteX6" fmla="*/ 48564 w 150358"/>
                <a:gd name="connsiteY6" fmla="*/ 95760 h 159599"/>
                <a:gd name="connsiteX7" fmla="*/ 45369 w 150358"/>
                <a:gd name="connsiteY7" fmla="*/ 100229 h 159599"/>
                <a:gd name="connsiteX8" fmla="*/ 40896 w 150358"/>
                <a:gd name="connsiteY8" fmla="*/ 106613 h 159599"/>
                <a:gd name="connsiteX9" fmla="*/ 8946 w 150358"/>
                <a:gd name="connsiteY9" fmla="*/ 141724 h 159599"/>
                <a:gd name="connsiteX10" fmla="*/ 1917 w 150358"/>
                <a:gd name="connsiteY10" fmla="*/ 143001 h 159599"/>
                <a:gd name="connsiteX11" fmla="*/ 1917 w 150358"/>
                <a:gd name="connsiteY11" fmla="*/ 151939 h 159599"/>
                <a:gd name="connsiteX12" fmla="*/ 7668 w 150358"/>
                <a:gd name="connsiteY12" fmla="*/ 157684 h 159599"/>
                <a:gd name="connsiteX13" fmla="*/ 12141 w 150358"/>
                <a:gd name="connsiteY13" fmla="*/ 159600 h 159599"/>
                <a:gd name="connsiteX14" fmla="*/ 16614 w 150358"/>
                <a:gd name="connsiteY14" fmla="*/ 157684 h 159599"/>
                <a:gd name="connsiteX15" fmla="*/ 17892 w 150358"/>
                <a:gd name="connsiteY15" fmla="*/ 150662 h 159599"/>
                <a:gd name="connsiteX16" fmla="*/ 49842 w 150358"/>
                <a:gd name="connsiteY16" fmla="*/ 115550 h 159599"/>
                <a:gd name="connsiteX17" fmla="*/ 57510 w 150358"/>
                <a:gd name="connsiteY17" fmla="*/ 108528 h 159599"/>
                <a:gd name="connsiteX18" fmla="*/ 105434 w 150358"/>
                <a:gd name="connsiteY18" fmla="*/ 68947 h 159599"/>
                <a:gd name="connsiteX19" fmla="*/ 111185 w 150358"/>
                <a:gd name="connsiteY19" fmla="*/ 63840 h 159599"/>
                <a:gd name="connsiteX20" fmla="*/ 148246 w 150358"/>
                <a:gd name="connsiteY20" fmla="*/ 23621 h 159599"/>
                <a:gd name="connsiteX21" fmla="*/ 150164 w 150358"/>
                <a:gd name="connsiteY21" fmla="*/ 18514 h 159599"/>
                <a:gd name="connsiteX22" fmla="*/ 143774 w 150358"/>
                <a:gd name="connsiteY22" fmla="*/ 5107 h 159599"/>
                <a:gd name="connsiteX23" fmla="*/ 143774 w 150358"/>
                <a:gd name="connsiteY23" fmla="*/ 5107 h 159599"/>
                <a:gd name="connsiteX24" fmla="*/ 102878 w 150358"/>
                <a:gd name="connsiteY24" fmla="*/ 56179 h 159599"/>
                <a:gd name="connsiteX25" fmla="*/ 98405 w 150358"/>
                <a:gd name="connsiteY25" fmla="*/ 60648 h 159599"/>
                <a:gd name="connsiteX26" fmla="*/ 79235 w 150358"/>
                <a:gd name="connsiteY26" fmla="*/ 76608 h 159599"/>
                <a:gd name="connsiteX27" fmla="*/ 93293 w 150358"/>
                <a:gd name="connsiteY27" fmla="*/ 56179 h 159599"/>
                <a:gd name="connsiteX28" fmla="*/ 97127 w 150358"/>
                <a:gd name="connsiteY28" fmla="*/ 51710 h 159599"/>
                <a:gd name="connsiteX29" fmla="*/ 131633 w 150358"/>
                <a:gd name="connsiteY29" fmla="*/ 14045 h 159599"/>
                <a:gd name="connsiteX30" fmla="*/ 135467 w 150358"/>
                <a:gd name="connsiteY30" fmla="*/ 15960 h 159599"/>
                <a:gd name="connsiteX31" fmla="*/ 137384 w 150358"/>
                <a:gd name="connsiteY31" fmla="*/ 19152 h 159599"/>
                <a:gd name="connsiteX32" fmla="*/ 102878 w 150358"/>
                <a:gd name="connsiteY32" fmla="*/ 56179 h 15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0358" h="159599">
                  <a:moveTo>
                    <a:pt x="143774" y="5107"/>
                  </a:moveTo>
                  <a:cubicBezTo>
                    <a:pt x="138023" y="0"/>
                    <a:pt x="130355" y="0"/>
                    <a:pt x="129077" y="0"/>
                  </a:cubicBezTo>
                  <a:cubicBezTo>
                    <a:pt x="129077" y="0"/>
                    <a:pt x="129077" y="0"/>
                    <a:pt x="129077" y="0"/>
                  </a:cubicBezTo>
                  <a:cubicBezTo>
                    <a:pt x="127160" y="0"/>
                    <a:pt x="125882" y="638"/>
                    <a:pt x="124604" y="1915"/>
                  </a:cubicBezTo>
                  <a:lnTo>
                    <a:pt x="87542" y="42134"/>
                  </a:lnTo>
                  <a:cubicBezTo>
                    <a:pt x="85625" y="44050"/>
                    <a:pt x="84347" y="45965"/>
                    <a:pt x="82430" y="47880"/>
                  </a:cubicBezTo>
                  <a:lnTo>
                    <a:pt x="48564" y="95760"/>
                  </a:lnTo>
                  <a:cubicBezTo>
                    <a:pt x="47285" y="97037"/>
                    <a:pt x="46647" y="98952"/>
                    <a:pt x="45369" y="100229"/>
                  </a:cubicBezTo>
                  <a:cubicBezTo>
                    <a:pt x="44091" y="102782"/>
                    <a:pt x="42174" y="105336"/>
                    <a:pt x="40896" y="106613"/>
                  </a:cubicBezTo>
                  <a:lnTo>
                    <a:pt x="8946" y="141724"/>
                  </a:lnTo>
                  <a:cubicBezTo>
                    <a:pt x="6390" y="140448"/>
                    <a:pt x="3834" y="141086"/>
                    <a:pt x="1917" y="143001"/>
                  </a:cubicBezTo>
                  <a:cubicBezTo>
                    <a:pt x="-639" y="145555"/>
                    <a:pt x="-639" y="149385"/>
                    <a:pt x="1917" y="151939"/>
                  </a:cubicBezTo>
                  <a:lnTo>
                    <a:pt x="7668" y="157684"/>
                  </a:lnTo>
                  <a:cubicBezTo>
                    <a:pt x="8946" y="158961"/>
                    <a:pt x="10224" y="159600"/>
                    <a:pt x="12141" y="159600"/>
                  </a:cubicBezTo>
                  <a:cubicBezTo>
                    <a:pt x="14058" y="159600"/>
                    <a:pt x="15336" y="158961"/>
                    <a:pt x="16614" y="157684"/>
                  </a:cubicBezTo>
                  <a:cubicBezTo>
                    <a:pt x="18531" y="155769"/>
                    <a:pt x="18531" y="153216"/>
                    <a:pt x="17892" y="150662"/>
                  </a:cubicBezTo>
                  <a:lnTo>
                    <a:pt x="49842" y="115550"/>
                  </a:lnTo>
                  <a:cubicBezTo>
                    <a:pt x="51759" y="112997"/>
                    <a:pt x="54954" y="111081"/>
                    <a:pt x="57510" y="108528"/>
                  </a:cubicBezTo>
                  <a:lnTo>
                    <a:pt x="105434" y="68947"/>
                  </a:lnTo>
                  <a:cubicBezTo>
                    <a:pt x="107351" y="67032"/>
                    <a:pt x="109268" y="65755"/>
                    <a:pt x="111185" y="63840"/>
                  </a:cubicBezTo>
                  <a:lnTo>
                    <a:pt x="148246" y="23621"/>
                  </a:lnTo>
                  <a:cubicBezTo>
                    <a:pt x="149524" y="22344"/>
                    <a:pt x="150164" y="20429"/>
                    <a:pt x="150164" y="18514"/>
                  </a:cubicBezTo>
                  <a:cubicBezTo>
                    <a:pt x="150803" y="19152"/>
                    <a:pt x="150164" y="10853"/>
                    <a:pt x="143774" y="5107"/>
                  </a:cubicBezTo>
                  <a:cubicBezTo>
                    <a:pt x="144413" y="5746"/>
                    <a:pt x="143774" y="5107"/>
                    <a:pt x="143774" y="5107"/>
                  </a:cubicBezTo>
                  <a:close/>
                  <a:moveTo>
                    <a:pt x="102878" y="56179"/>
                  </a:moveTo>
                  <a:cubicBezTo>
                    <a:pt x="101600" y="57456"/>
                    <a:pt x="100322" y="58733"/>
                    <a:pt x="98405" y="60648"/>
                  </a:cubicBezTo>
                  <a:lnTo>
                    <a:pt x="79235" y="76608"/>
                  </a:lnTo>
                  <a:lnTo>
                    <a:pt x="93293" y="56179"/>
                  </a:lnTo>
                  <a:cubicBezTo>
                    <a:pt x="94571" y="54264"/>
                    <a:pt x="95849" y="52987"/>
                    <a:pt x="97127" y="51710"/>
                  </a:cubicBezTo>
                  <a:lnTo>
                    <a:pt x="131633" y="14045"/>
                  </a:lnTo>
                  <a:cubicBezTo>
                    <a:pt x="132911" y="14045"/>
                    <a:pt x="134189" y="14683"/>
                    <a:pt x="135467" y="15960"/>
                  </a:cubicBezTo>
                  <a:cubicBezTo>
                    <a:pt x="136745" y="16598"/>
                    <a:pt x="137384" y="17875"/>
                    <a:pt x="137384" y="19152"/>
                  </a:cubicBezTo>
                  <a:lnTo>
                    <a:pt x="102878" y="56179"/>
                  </a:lnTo>
                  <a:close/>
                </a:path>
              </a:pathLst>
            </a:custGeom>
            <a:solidFill>
              <a:srgbClr val="00A3E0"/>
            </a:solidFill>
            <a:ln w="6390" cap="flat">
              <a:noFill/>
              <a:prstDash val="solid"/>
              <a:miter/>
            </a:ln>
          </p:spPr>
          <p:txBody>
            <a:bodyPr rtlCol="0" anchor="ctr"/>
            <a:lstStyle/>
            <a:p>
              <a:endParaRPr lang="en-US"/>
            </a:p>
          </p:txBody>
        </p:sp>
        <p:sp>
          <p:nvSpPr>
            <p:cNvPr id="699" name="Graphic 4">
              <a:extLst>
                <a:ext uri="{FF2B5EF4-FFF2-40B4-BE49-F238E27FC236}">
                  <a16:creationId xmlns:a16="http://schemas.microsoft.com/office/drawing/2014/main" id="{A81E9C3E-9C8E-A249-B589-EEFEA45127A4}"/>
                </a:ext>
              </a:extLst>
            </p:cNvPr>
            <p:cNvSpPr/>
            <p:nvPr/>
          </p:nvSpPr>
          <p:spPr>
            <a:xfrm>
              <a:off x="8255892" y="2979617"/>
              <a:ext cx="65623" cy="65988"/>
            </a:xfrm>
            <a:custGeom>
              <a:avLst/>
              <a:gdLst>
                <a:gd name="connsiteX0" fmla="*/ 0 w 12779"/>
                <a:gd name="connsiteY0" fmla="*/ 6466 h 12850"/>
                <a:gd name="connsiteX1" fmla="*/ 6390 w 12779"/>
                <a:gd name="connsiteY1" fmla="*/ 12850 h 12850"/>
                <a:gd name="connsiteX2" fmla="*/ 12780 w 12779"/>
                <a:gd name="connsiteY2" fmla="*/ 6466 h 12850"/>
                <a:gd name="connsiteX3" fmla="*/ 12780 w 12779"/>
                <a:gd name="connsiteY3" fmla="*/ 5828 h 12850"/>
                <a:gd name="connsiteX4" fmla="*/ 6390 w 12779"/>
                <a:gd name="connsiteY4" fmla="*/ 82 h 12850"/>
                <a:gd name="connsiteX5" fmla="*/ 0 w 12779"/>
                <a:gd name="connsiteY5" fmla="*/ 6466 h 12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79" h="12850">
                  <a:moveTo>
                    <a:pt x="0" y="6466"/>
                  </a:moveTo>
                  <a:cubicBezTo>
                    <a:pt x="0" y="10296"/>
                    <a:pt x="2556" y="12850"/>
                    <a:pt x="6390" y="12850"/>
                  </a:cubicBezTo>
                  <a:cubicBezTo>
                    <a:pt x="10224" y="12850"/>
                    <a:pt x="12780" y="10296"/>
                    <a:pt x="12780" y="6466"/>
                  </a:cubicBezTo>
                  <a:cubicBezTo>
                    <a:pt x="12780" y="6466"/>
                    <a:pt x="12780" y="5828"/>
                    <a:pt x="12780" y="5828"/>
                  </a:cubicBezTo>
                  <a:cubicBezTo>
                    <a:pt x="12780" y="2636"/>
                    <a:pt x="9585" y="-556"/>
                    <a:pt x="6390" y="82"/>
                  </a:cubicBezTo>
                  <a:cubicBezTo>
                    <a:pt x="2556" y="82"/>
                    <a:pt x="0" y="3274"/>
                    <a:pt x="0" y="6466"/>
                  </a:cubicBezTo>
                  <a:close/>
                </a:path>
              </a:pathLst>
            </a:custGeom>
            <a:solidFill>
              <a:srgbClr val="00A3E0"/>
            </a:solidFill>
            <a:ln w="6390" cap="flat">
              <a:noFill/>
              <a:prstDash val="solid"/>
              <a:miter/>
            </a:ln>
          </p:spPr>
          <p:txBody>
            <a:bodyPr rtlCol="0" anchor="ctr"/>
            <a:lstStyle/>
            <a:p>
              <a:endParaRPr lang="en-US"/>
            </a:p>
          </p:txBody>
        </p:sp>
        <p:sp>
          <p:nvSpPr>
            <p:cNvPr id="700" name="Graphic 4">
              <a:extLst>
                <a:ext uri="{FF2B5EF4-FFF2-40B4-BE49-F238E27FC236}">
                  <a16:creationId xmlns:a16="http://schemas.microsoft.com/office/drawing/2014/main" id="{2B193552-CE6B-B64B-8125-E31E2316610B}"/>
                </a:ext>
              </a:extLst>
            </p:cNvPr>
            <p:cNvSpPr/>
            <p:nvPr/>
          </p:nvSpPr>
          <p:spPr>
            <a:xfrm>
              <a:off x="7786153" y="2382883"/>
              <a:ext cx="66635" cy="66065"/>
            </a:xfrm>
            <a:custGeom>
              <a:avLst/>
              <a:gdLst>
                <a:gd name="connsiteX0" fmla="*/ 5849 w 12976"/>
                <a:gd name="connsiteY0" fmla="*/ 12866 h 12865"/>
                <a:gd name="connsiteX1" fmla="*/ 6488 w 12976"/>
                <a:gd name="connsiteY1" fmla="*/ 12866 h 12865"/>
                <a:gd name="connsiteX2" fmla="*/ 12878 w 12976"/>
                <a:gd name="connsiteY2" fmla="*/ 7120 h 12865"/>
                <a:gd name="connsiteX3" fmla="*/ 7766 w 12976"/>
                <a:gd name="connsiteY3" fmla="*/ 98 h 12865"/>
                <a:gd name="connsiteX4" fmla="*/ 7127 w 12976"/>
                <a:gd name="connsiteY4" fmla="*/ 98 h 12865"/>
                <a:gd name="connsiteX5" fmla="*/ 98 w 12976"/>
                <a:gd name="connsiteY5" fmla="*/ 5843 h 12865"/>
                <a:gd name="connsiteX6" fmla="*/ 5849 w 12976"/>
                <a:gd name="connsiteY6" fmla="*/ 12866 h 1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76" h="12865">
                  <a:moveTo>
                    <a:pt x="5849" y="12866"/>
                  </a:moveTo>
                  <a:cubicBezTo>
                    <a:pt x="5849" y="12866"/>
                    <a:pt x="6488" y="12866"/>
                    <a:pt x="6488" y="12866"/>
                  </a:cubicBezTo>
                  <a:cubicBezTo>
                    <a:pt x="9683" y="12866"/>
                    <a:pt x="12239" y="10312"/>
                    <a:pt x="12878" y="7120"/>
                  </a:cubicBezTo>
                  <a:cubicBezTo>
                    <a:pt x="13517" y="3928"/>
                    <a:pt x="10961" y="98"/>
                    <a:pt x="7766" y="98"/>
                  </a:cubicBezTo>
                  <a:cubicBezTo>
                    <a:pt x="7766" y="98"/>
                    <a:pt x="7127" y="98"/>
                    <a:pt x="7127" y="98"/>
                  </a:cubicBezTo>
                  <a:cubicBezTo>
                    <a:pt x="3932" y="-541"/>
                    <a:pt x="737" y="2013"/>
                    <a:pt x="98" y="5843"/>
                  </a:cubicBezTo>
                  <a:cubicBezTo>
                    <a:pt x="-541" y="9674"/>
                    <a:pt x="2015" y="12866"/>
                    <a:pt x="5849" y="12866"/>
                  </a:cubicBezTo>
                  <a:close/>
                </a:path>
              </a:pathLst>
            </a:custGeom>
            <a:solidFill>
              <a:srgbClr val="00A3E0"/>
            </a:solidFill>
            <a:ln w="6390" cap="flat">
              <a:noFill/>
              <a:prstDash val="solid"/>
              <a:miter/>
            </a:ln>
          </p:spPr>
          <p:txBody>
            <a:bodyPr rtlCol="0" anchor="ctr"/>
            <a:lstStyle/>
            <a:p>
              <a:endParaRPr lang="en-US"/>
            </a:p>
          </p:txBody>
        </p:sp>
        <p:sp>
          <p:nvSpPr>
            <p:cNvPr id="701" name="Graphic 4">
              <a:extLst>
                <a:ext uri="{FF2B5EF4-FFF2-40B4-BE49-F238E27FC236}">
                  <a16:creationId xmlns:a16="http://schemas.microsoft.com/office/drawing/2014/main" id="{EF7E26EF-4E4F-EB4E-A009-43441D63243E}"/>
                </a:ext>
              </a:extLst>
            </p:cNvPr>
            <p:cNvSpPr/>
            <p:nvPr/>
          </p:nvSpPr>
          <p:spPr>
            <a:xfrm>
              <a:off x="8179074" y="2660699"/>
              <a:ext cx="66260" cy="66907"/>
            </a:xfrm>
            <a:custGeom>
              <a:avLst/>
              <a:gdLst>
                <a:gd name="connsiteX0" fmla="*/ 12402 w 12903"/>
                <a:gd name="connsiteY0" fmla="*/ 3453 h 13029"/>
                <a:gd name="connsiteX1" fmla="*/ 12402 w 12903"/>
                <a:gd name="connsiteY1" fmla="*/ 3453 h 13029"/>
                <a:gd name="connsiteX2" fmla="*/ 3457 w 12903"/>
                <a:gd name="connsiteY2" fmla="*/ 900 h 13029"/>
                <a:gd name="connsiteX3" fmla="*/ 901 w 12903"/>
                <a:gd name="connsiteY3" fmla="*/ 9837 h 13029"/>
                <a:gd name="connsiteX4" fmla="*/ 6652 w 12903"/>
                <a:gd name="connsiteY4" fmla="*/ 13029 h 13029"/>
                <a:gd name="connsiteX5" fmla="*/ 9847 w 12903"/>
                <a:gd name="connsiteY5" fmla="*/ 12391 h 13029"/>
                <a:gd name="connsiteX6" fmla="*/ 12402 w 12903"/>
                <a:gd name="connsiteY6" fmla="*/ 3453 h 1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03" h="13029">
                  <a:moveTo>
                    <a:pt x="12402" y="3453"/>
                  </a:moveTo>
                  <a:lnTo>
                    <a:pt x="12402" y="3453"/>
                  </a:lnTo>
                  <a:cubicBezTo>
                    <a:pt x="10486" y="261"/>
                    <a:pt x="6652" y="-1015"/>
                    <a:pt x="3457" y="900"/>
                  </a:cubicBezTo>
                  <a:cubicBezTo>
                    <a:pt x="262" y="2815"/>
                    <a:pt x="-1016" y="6645"/>
                    <a:pt x="901" y="9837"/>
                  </a:cubicBezTo>
                  <a:cubicBezTo>
                    <a:pt x="2179" y="11753"/>
                    <a:pt x="4096" y="13029"/>
                    <a:pt x="6652" y="13029"/>
                  </a:cubicBezTo>
                  <a:cubicBezTo>
                    <a:pt x="7929" y="13029"/>
                    <a:pt x="8569" y="13029"/>
                    <a:pt x="9847" y="12391"/>
                  </a:cubicBezTo>
                  <a:cubicBezTo>
                    <a:pt x="12402" y="10476"/>
                    <a:pt x="13680" y="6645"/>
                    <a:pt x="12402" y="3453"/>
                  </a:cubicBezTo>
                  <a:close/>
                </a:path>
              </a:pathLst>
            </a:custGeom>
            <a:solidFill>
              <a:srgbClr val="00A3E0"/>
            </a:solidFill>
            <a:ln w="6390" cap="flat">
              <a:noFill/>
              <a:prstDash val="solid"/>
              <a:miter/>
            </a:ln>
          </p:spPr>
          <p:txBody>
            <a:bodyPr rtlCol="0" anchor="ctr"/>
            <a:lstStyle/>
            <a:p>
              <a:endParaRPr lang="en-US"/>
            </a:p>
          </p:txBody>
        </p:sp>
        <p:sp>
          <p:nvSpPr>
            <p:cNvPr id="702" name="Graphic 4">
              <a:extLst>
                <a:ext uri="{FF2B5EF4-FFF2-40B4-BE49-F238E27FC236}">
                  <a16:creationId xmlns:a16="http://schemas.microsoft.com/office/drawing/2014/main" id="{38B5DA9B-59D0-8A4E-A27B-5096C8C65D4E}"/>
                </a:ext>
              </a:extLst>
            </p:cNvPr>
            <p:cNvSpPr/>
            <p:nvPr/>
          </p:nvSpPr>
          <p:spPr>
            <a:xfrm>
              <a:off x="8077351" y="2529571"/>
              <a:ext cx="68314" cy="66907"/>
            </a:xfrm>
            <a:custGeom>
              <a:avLst/>
              <a:gdLst>
                <a:gd name="connsiteX0" fmla="*/ 12403 w 13303"/>
                <a:gd name="connsiteY0" fmla="*/ 3453 h 13029"/>
                <a:gd name="connsiteX1" fmla="*/ 12403 w 13303"/>
                <a:gd name="connsiteY1" fmla="*/ 3453 h 13029"/>
                <a:gd name="connsiteX2" fmla="*/ 3457 w 13303"/>
                <a:gd name="connsiteY2" fmla="*/ 900 h 13029"/>
                <a:gd name="connsiteX3" fmla="*/ 901 w 13303"/>
                <a:gd name="connsiteY3" fmla="*/ 9837 h 13029"/>
                <a:gd name="connsiteX4" fmla="*/ 6652 w 13303"/>
                <a:gd name="connsiteY4" fmla="*/ 13029 h 13029"/>
                <a:gd name="connsiteX5" fmla="*/ 9847 w 13303"/>
                <a:gd name="connsiteY5" fmla="*/ 12391 h 13029"/>
                <a:gd name="connsiteX6" fmla="*/ 12403 w 13303"/>
                <a:gd name="connsiteY6" fmla="*/ 3453 h 1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03" h="13029">
                  <a:moveTo>
                    <a:pt x="12403" y="3453"/>
                  </a:moveTo>
                  <a:lnTo>
                    <a:pt x="12403" y="3453"/>
                  </a:lnTo>
                  <a:cubicBezTo>
                    <a:pt x="10486" y="261"/>
                    <a:pt x="6652" y="-1015"/>
                    <a:pt x="3457" y="900"/>
                  </a:cubicBezTo>
                  <a:cubicBezTo>
                    <a:pt x="262" y="2815"/>
                    <a:pt x="-1016" y="6645"/>
                    <a:pt x="901" y="9837"/>
                  </a:cubicBezTo>
                  <a:cubicBezTo>
                    <a:pt x="2179" y="11753"/>
                    <a:pt x="4096" y="13029"/>
                    <a:pt x="6652" y="13029"/>
                  </a:cubicBezTo>
                  <a:cubicBezTo>
                    <a:pt x="7930" y="13029"/>
                    <a:pt x="8568" y="13029"/>
                    <a:pt x="9847" y="12391"/>
                  </a:cubicBezTo>
                  <a:cubicBezTo>
                    <a:pt x="13042" y="10476"/>
                    <a:pt x="14320" y="6645"/>
                    <a:pt x="12403" y="3453"/>
                  </a:cubicBezTo>
                  <a:close/>
                </a:path>
              </a:pathLst>
            </a:custGeom>
            <a:solidFill>
              <a:srgbClr val="00A3E0"/>
            </a:solidFill>
            <a:ln w="6390" cap="flat">
              <a:noFill/>
              <a:prstDash val="solid"/>
              <a:miter/>
            </a:ln>
          </p:spPr>
          <p:txBody>
            <a:bodyPr rtlCol="0" anchor="ctr"/>
            <a:lstStyle/>
            <a:p>
              <a:endParaRPr lang="en-US"/>
            </a:p>
          </p:txBody>
        </p:sp>
        <p:sp>
          <p:nvSpPr>
            <p:cNvPr id="703" name="Graphic 4">
              <a:extLst>
                <a:ext uri="{FF2B5EF4-FFF2-40B4-BE49-F238E27FC236}">
                  <a16:creationId xmlns:a16="http://schemas.microsoft.com/office/drawing/2014/main" id="{BC571126-FD2C-B344-A371-2F855D74D483}"/>
                </a:ext>
              </a:extLst>
            </p:cNvPr>
            <p:cNvSpPr/>
            <p:nvPr/>
          </p:nvSpPr>
          <p:spPr>
            <a:xfrm>
              <a:off x="8234858" y="2818063"/>
              <a:ext cx="68314" cy="66907"/>
            </a:xfrm>
            <a:custGeom>
              <a:avLst/>
              <a:gdLst>
                <a:gd name="connsiteX0" fmla="*/ 12403 w 13303"/>
                <a:gd name="connsiteY0" fmla="*/ 3453 h 13029"/>
                <a:gd name="connsiteX1" fmla="*/ 12403 w 13303"/>
                <a:gd name="connsiteY1" fmla="*/ 3453 h 13029"/>
                <a:gd name="connsiteX2" fmla="*/ 3456 w 13303"/>
                <a:gd name="connsiteY2" fmla="*/ 900 h 13029"/>
                <a:gd name="connsiteX3" fmla="*/ 901 w 13303"/>
                <a:gd name="connsiteY3" fmla="*/ 9837 h 13029"/>
                <a:gd name="connsiteX4" fmla="*/ 6651 w 13303"/>
                <a:gd name="connsiteY4" fmla="*/ 13029 h 13029"/>
                <a:gd name="connsiteX5" fmla="*/ 9846 w 13303"/>
                <a:gd name="connsiteY5" fmla="*/ 12391 h 13029"/>
                <a:gd name="connsiteX6" fmla="*/ 12403 w 13303"/>
                <a:gd name="connsiteY6" fmla="*/ 3453 h 1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03" h="13029">
                  <a:moveTo>
                    <a:pt x="12403" y="3453"/>
                  </a:moveTo>
                  <a:lnTo>
                    <a:pt x="12403" y="3453"/>
                  </a:lnTo>
                  <a:cubicBezTo>
                    <a:pt x="10486" y="261"/>
                    <a:pt x="6651" y="-1015"/>
                    <a:pt x="3456" y="900"/>
                  </a:cubicBezTo>
                  <a:cubicBezTo>
                    <a:pt x="261" y="2815"/>
                    <a:pt x="-1016" y="6645"/>
                    <a:pt x="901" y="9837"/>
                  </a:cubicBezTo>
                  <a:cubicBezTo>
                    <a:pt x="2179" y="11753"/>
                    <a:pt x="4096" y="13029"/>
                    <a:pt x="6651" y="13029"/>
                  </a:cubicBezTo>
                  <a:cubicBezTo>
                    <a:pt x="7929" y="13029"/>
                    <a:pt x="8569" y="13029"/>
                    <a:pt x="9846" y="12391"/>
                  </a:cubicBezTo>
                  <a:cubicBezTo>
                    <a:pt x="13041" y="10476"/>
                    <a:pt x="14319" y="6007"/>
                    <a:pt x="12403" y="3453"/>
                  </a:cubicBezTo>
                  <a:close/>
                </a:path>
              </a:pathLst>
            </a:custGeom>
            <a:solidFill>
              <a:srgbClr val="00A3E0"/>
            </a:solidFill>
            <a:ln w="6390" cap="flat">
              <a:noFill/>
              <a:prstDash val="solid"/>
              <a:miter/>
            </a:ln>
          </p:spPr>
          <p:txBody>
            <a:bodyPr rtlCol="0" anchor="ctr"/>
            <a:lstStyle/>
            <a:p>
              <a:endParaRPr lang="en-US"/>
            </a:p>
          </p:txBody>
        </p:sp>
        <p:sp>
          <p:nvSpPr>
            <p:cNvPr id="704" name="Graphic 4">
              <a:extLst>
                <a:ext uri="{FF2B5EF4-FFF2-40B4-BE49-F238E27FC236}">
                  <a16:creationId xmlns:a16="http://schemas.microsoft.com/office/drawing/2014/main" id="{59DE66B3-A450-894C-9FE8-A0137D5B7315}"/>
                </a:ext>
              </a:extLst>
            </p:cNvPr>
            <p:cNvSpPr/>
            <p:nvPr/>
          </p:nvSpPr>
          <p:spPr>
            <a:xfrm>
              <a:off x="7942818" y="2434498"/>
              <a:ext cx="68314" cy="66907"/>
            </a:xfrm>
            <a:custGeom>
              <a:avLst/>
              <a:gdLst>
                <a:gd name="connsiteX0" fmla="*/ 12402 w 13303"/>
                <a:gd name="connsiteY0" fmla="*/ 3453 h 13029"/>
                <a:gd name="connsiteX1" fmla="*/ 12402 w 13303"/>
                <a:gd name="connsiteY1" fmla="*/ 3453 h 13029"/>
                <a:gd name="connsiteX2" fmla="*/ 3457 w 13303"/>
                <a:gd name="connsiteY2" fmla="*/ 900 h 13029"/>
                <a:gd name="connsiteX3" fmla="*/ 901 w 13303"/>
                <a:gd name="connsiteY3" fmla="*/ 9837 h 13029"/>
                <a:gd name="connsiteX4" fmla="*/ 6652 w 13303"/>
                <a:gd name="connsiteY4" fmla="*/ 13029 h 13029"/>
                <a:gd name="connsiteX5" fmla="*/ 9847 w 13303"/>
                <a:gd name="connsiteY5" fmla="*/ 12391 h 13029"/>
                <a:gd name="connsiteX6" fmla="*/ 12402 w 13303"/>
                <a:gd name="connsiteY6" fmla="*/ 3453 h 1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03" h="13029">
                  <a:moveTo>
                    <a:pt x="12402" y="3453"/>
                  </a:moveTo>
                  <a:lnTo>
                    <a:pt x="12402" y="3453"/>
                  </a:lnTo>
                  <a:cubicBezTo>
                    <a:pt x="10486" y="261"/>
                    <a:pt x="6652" y="-1015"/>
                    <a:pt x="3457" y="900"/>
                  </a:cubicBezTo>
                  <a:cubicBezTo>
                    <a:pt x="262" y="2815"/>
                    <a:pt x="-1016" y="6645"/>
                    <a:pt x="901" y="9837"/>
                  </a:cubicBezTo>
                  <a:cubicBezTo>
                    <a:pt x="2179" y="11753"/>
                    <a:pt x="4096" y="13029"/>
                    <a:pt x="6652" y="13029"/>
                  </a:cubicBezTo>
                  <a:cubicBezTo>
                    <a:pt x="7930" y="13029"/>
                    <a:pt x="8569" y="13029"/>
                    <a:pt x="9847" y="12391"/>
                  </a:cubicBezTo>
                  <a:cubicBezTo>
                    <a:pt x="13042" y="10476"/>
                    <a:pt x="14320" y="6645"/>
                    <a:pt x="12402" y="3453"/>
                  </a:cubicBezTo>
                  <a:close/>
                </a:path>
              </a:pathLst>
            </a:custGeom>
            <a:solidFill>
              <a:srgbClr val="00A3E0"/>
            </a:solidFill>
            <a:ln w="6390" cap="flat">
              <a:noFill/>
              <a:prstDash val="solid"/>
              <a:miter/>
            </a:ln>
          </p:spPr>
          <p:txBody>
            <a:bodyPr rtlCol="0" anchor="ctr"/>
            <a:lstStyle/>
            <a:p>
              <a:endParaRPr lang="en-US"/>
            </a:p>
          </p:txBody>
        </p:sp>
        <p:sp>
          <p:nvSpPr>
            <p:cNvPr id="485" name="Graphic 4">
              <a:extLst>
                <a:ext uri="{FF2B5EF4-FFF2-40B4-BE49-F238E27FC236}">
                  <a16:creationId xmlns:a16="http://schemas.microsoft.com/office/drawing/2014/main" id="{3101929B-07A5-444F-8671-90FAC9DC9FE1}"/>
                </a:ext>
              </a:extLst>
            </p:cNvPr>
            <p:cNvSpPr/>
            <p:nvPr/>
          </p:nvSpPr>
          <p:spPr>
            <a:xfrm>
              <a:off x="8226359" y="3087457"/>
              <a:ext cx="118131" cy="118788"/>
            </a:xfrm>
            <a:custGeom>
              <a:avLst/>
              <a:gdLst>
                <a:gd name="connsiteX0" fmla="*/ 0 w 12779"/>
                <a:gd name="connsiteY0" fmla="*/ 6466 h 12850"/>
                <a:gd name="connsiteX1" fmla="*/ 6390 w 12779"/>
                <a:gd name="connsiteY1" fmla="*/ 12850 h 12850"/>
                <a:gd name="connsiteX2" fmla="*/ 12780 w 12779"/>
                <a:gd name="connsiteY2" fmla="*/ 6466 h 12850"/>
                <a:gd name="connsiteX3" fmla="*/ 12780 w 12779"/>
                <a:gd name="connsiteY3" fmla="*/ 5828 h 12850"/>
                <a:gd name="connsiteX4" fmla="*/ 6390 w 12779"/>
                <a:gd name="connsiteY4" fmla="*/ 82 h 12850"/>
                <a:gd name="connsiteX5" fmla="*/ 0 w 12779"/>
                <a:gd name="connsiteY5" fmla="*/ 6466 h 12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79" h="12850">
                  <a:moveTo>
                    <a:pt x="0" y="6466"/>
                  </a:moveTo>
                  <a:cubicBezTo>
                    <a:pt x="0" y="10296"/>
                    <a:pt x="2556" y="12850"/>
                    <a:pt x="6390" y="12850"/>
                  </a:cubicBezTo>
                  <a:cubicBezTo>
                    <a:pt x="10224" y="12850"/>
                    <a:pt x="12780" y="10296"/>
                    <a:pt x="12780" y="6466"/>
                  </a:cubicBezTo>
                  <a:cubicBezTo>
                    <a:pt x="12780" y="6466"/>
                    <a:pt x="12780" y="5828"/>
                    <a:pt x="12780" y="5828"/>
                  </a:cubicBezTo>
                  <a:cubicBezTo>
                    <a:pt x="12780" y="2636"/>
                    <a:pt x="9585" y="-556"/>
                    <a:pt x="6390" y="82"/>
                  </a:cubicBezTo>
                  <a:cubicBezTo>
                    <a:pt x="2556" y="82"/>
                    <a:pt x="0" y="3274"/>
                    <a:pt x="0" y="6466"/>
                  </a:cubicBezTo>
                  <a:close/>
                </a:path>
              </a:pathLst>
            </a:custGeom>
            <a:solidFill>
              <a:srgbClr val="00A3E0"/>
            </a:solidFill>
            <a:ln w="6390" cap="flat">
              <a:noFill/>
              <a:prstDash val="solid"/>
              <a:miter/>
            </a:ln>
          </p:spPr>
          <p:txBody>
            <a:bodyPr rtlCol="0" anchor="ctr"/>
            <a:lstStyle/>
            <a:p>
              <a:endParaRPr lang="en-US"/>
            </a:p>
          </p:txBody>
        </p:sp>
      </p:grpSp>
    </p:spTree>
    <p:extLst>
      <p:ext uri="{BB962C8B-B14F-4D97-AF65-F5344CB8AC3E}">
        <p14:creationId xmlns:p14="http://schemas.microsoft.com/office/powerpoint/2010/main" val="2595421763"/>
      </p:ext>
    </p:extLst>
  </p:cSld>
  <p:clrMapOvr>
    <a:masterClrMapping/>
  </p:clrMapOvr>
  <p:transition>
    <p:fade/>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0AB181-1E9F-2244-B53A-BC8E2F101DA6}"/>
              </a:ext>
            </a:extLst>
          </p:cNvPr>
          <p:cNvSpPr>
            <a:spLocks noGrp="1"/>
          </p:cNvSpPr>
          <p:nvPr>
            <p:ph type="title"/>
          </p:nvPr>
        </p:nvSpPr>
        <p:spPr/>
        <p:txBody>
          <a:bodyPr/>
          <a:lstStyle/>
          <a:p>
            <a:r>
              <a:rPr lang="en-US" dirty="0"/>
              <a:t>FOOD, RETAIL, HOSPITALITY</a:t>
            </a:r>
          </a:p>
        </p:txBody>
      </p:sp>
      <p:sp>
        <p:nvSpPr>
          <p:cNvPr id="4" name="Content Placeholder 3">
            <a:extLst>
              <a:ext uri="{FF2B5EF4-FFF2-40B4-BE49-F238E27FC236}">
                <a16:creationId xmlns:a16="http://schemas.microsoft.com/office/drawing/2014/main" id="{DB57E314-8EE4-694B-B268-A9071E1D395E}"/>
              </a:ext>
            </a:extLst>
          </p:cNvPr>
          <p:cNvSpPr>
            <a:spLocks noGrp="1"/>
          </p:cNvSpPr>
          <p:nvPr>
            <p:ph idx="10"/>
          </p:nvPr>
        </p:nvSpPr>
        <p:spPr>
          <a:xfrm>
            <a:off x="463296" y="5473209"/>
            <a:ext cx="5413721" cy="1114021"/>
          </a:xfrm>
        </p:spPr>
        <p:txBody>
          <a:bodyPr/>
          <a:lstStyle/>
          <a:p>
            <a:r>
              <a:rPr lang="en-US" dirty="0"/>
              <a:t>Food</a:t>
            </a:r>
          </a:p>
          <a:p>
            <a:pPr>
              <a:lnSpc>
                <a:spcPts val="1000"/>
              </a:lnSpc>
              <a:spcAft>
                <a:spcPts val="200"/>
              </a:spcAft>
            </a:pPr>
            <a:r>
              <a:rPr lang="en-US" sz="900" dirty="0"/>
              <a:t>Keywords:</a:t>
            </a:r>
            <a:br>
              <a:rPr lang="en-US" sz="900" dirty="0"/>
            </a:br>
            <a:r>
              <a:rPr lang="en-US" sz="850" b="0" dirty="0"/>
              <a:t>Junk food, Healthy food, Health, Diet, Fruits, Pastry, Confectionery, </a:t>
            </a:r>
            <a:r>
              <a:rPr lang="en-US" sz="850" b="0" dirty="0" err="1"/>
              <a:t>Caffine</a:t>
            </a:r>
            <a:r>
              <a:rPr lang="en-US" sz="850" b="0" dirty="0"/>
              <a:t>, Tea, Vegetables, Dry Fruits, Nuts, Berries, Hot food, Sugar, Calories, Burger, Hamburger, Cola, Bread, Salad bowl, Soda Can, Cherry, Walnut, Noodles, Soup, Cocktail, Plum, Strawberry, Pizza, Fast Food, Wine Glass, Tomato, Almond, Sunny Side up, Eggs, Breakfast, Bottle Drink, Cocktail glass, Onion, Pomegranate, Apply, Cupcake, Sauce, Banana, Grapes, Candy, Lollipop, Beer, Pear, Juice, Lemonade, Donut, Peach, Cheese, Coffee cup, Drink, Cake, Lemon</a:t>
            </a:r>
          </a:p>
        </p:txBody>
      </p:sp>
      <p:sp>
        <p:nvSpPr>
          <p:cNvPr id="9" name="Content Placeholder 3">
            <a:extLst>
              <a:ext uri="{FF2B5EF4-FFF2-40B4-BE49-F238E27FC236}">
                <a16:creationId xmlns:a16="http://schemas.microsoft.com/office/drawing/2014/main" id="{55E798CF-E773-9D48-A06F-584A2DB95AC8}"/>
              </a:ext>
            </a:extLst>
          </p:cNvPr>
          <p:cNvSpPr txBox="1">
            <a:spLocks/>
          </p:cNvSpPr>
          <p:nvPr/>
        </p:nvSpPr>
        <p:spPr>
          <a:xfrm>
            <a:off x="6782541" y="5473209"/>
            <a:ext cx="3382391"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Hotels &amp; Kitchen</a:t>
            </a:r>
          </a:p>
          <a:p>
            <a:r>
              <a:rPr lang="en-US" sz="900" dirty="0"/>
              <a:t>Keywords:</a:t>
            </a:r>
            <a:br>
              <a:rPr lang="en-US" sz="900" dirty="0"/>
            </a:br>
            <a:r>
              <a:rPr lang="en-US" sz="850" b="0" dirty="0"/>
              <a:t>Food cover, Cuisine, Fine dining, Cutlery, BBQ, Grill, Catering, Cooking, Restaurant, Food cover, Fork &amp; Spoon, Cloche, Pressure Cooker, Concierge, Fridge, Egg Clock, Bowl, Sand dial, Vending </a:t>
            </a:r>
            <a:r>
              <a:rPr lang="en-US" sz="850" b="0" dirty="0" err="1"/>
              <a:t>Maching</a:t>
            </a:r>
            <a:r>
              <a:rPr lang="en-US" sz="850" b="0" dirty="0"/>
              <a:t>, Dolly, Room key, Chef Hat, Barbecue pit, Toque Blanche, Michelin, 5 Star</a:t>
            </a:r>
          </a:p>
        </p:txBody>
      </p:sp>
      <p:grpSp>
        <p:nvGrpSpPr>
          <p:cNvPr id="840" name="Graphic 4">
            <a:extLst>
              <a:ext uri="{FF2B5EF4-FFF2-40B4-BE49-F238E27FC236}">
                <a16:creationId xmlns:a16="http://schemas.microsoft.com/office/drawing/2014/main" id="{0F7229F5-62FD-9844-9B6D-7A3C7E7DF1A1}"/>
              </a:ext>
            </a:extLst>
          </p:cNvPr>
          <p:cNvGrpSpPr/>
          <p:nvPr/>
        </p:nvGrpSpPr>
        <p:grpSpPr>
          <a:xfrm>
            <a:off x="6753524" y="1893013"/>
            <a:ext cx="361674" cy="361333"/>
            <a:chOff x="6753524" y="1893013"/>
            <a:chExt cx="361674" cy="361333"/>
          </a:xfrm>
          <a:solidFill>
            <a:srgbClr val="009A44"/>
          </a:solidFill>
        </p:grpSpPr>
        <p:sp>
          <p:nvSpPr>
            <p:cNvPr id="841" name="Graphic 4">
              <a:extLst>
                <a:ext uri="{FF2B5EF4-FFF2-40B4-BE49-F238E27FC236}">
                  <a16:creationId xmlns:a16="http://schemas.microsoft.com/office/drawing/2014/main" id="{6451A0E1-6F43-714A-B783-03705E570248}"/>
                </a:ext>
              </a:extLst>
            </p:cNvPr>
            <p:cNvSpPr/>
            <p:nvPr/>
          </p:nvSpPr>
          <p:spPr>
            <a:xfrm>
              <a:off x="6753524" y="1893013"/>
              <a:ext cx="361674" cy="361333"/>
            </a:xfrm>
            <a:custGeom>
              <a:avLst/>
              <a:gdLst>
                <a:gd name="connsiteX0" fmla="*/ 180835 w 361674"/>
                <a:gd name="connsiteY0" fmla="*/ 349204 h 361333"/>
                <a:gd name="connsiteX1" fmla="*/ 12780 w 361674"/>
                <a:gd name="connsiteY1" fmla="*/ 181305 h 361333"/>
                <a:gd name="connsiteX2" fmla="*/ 180835 w 361674"/>
                <a:gd name="connsiteY2" fmla="*/ 13406 h 361333"/>
                <a:gd name="connsiteX3" fmla="*/ 348890 w 361674"/>
                <a:gd name="connsiteY3" fmla="*/ 181305 h 361333"/>
                <a:gd name="connsiteX4" fmla="*/ 180835 w 361674"/>
                <a:gd name="connsiteY4" fmla="*/ 349204 h 361333"/>
                <a:gd name="connsiteX5" fmla="*/ 180835 w 361674"/>
                <a:gd name="connsiteY5" fmla="*/ 0 h 361333"/>
                <a:gd name="connsiteX6" fmla="*/ 0 w 361674"/>
                <a:gd name="connsiteY6" fmla="*/ 180667 h 361333"/>
                <a:gd name="connsiteX7" fmla="*/ 180835 w 361674"/>
                <a:gd name="connsiteY7" fmla="*/ 361333 h 361333"/>
                <a:gd name="connsiteX8" fmla="*/ 361670 w 361674"/>
                <a:gd name="connsiteY8" fmla="*/ 180667 h 361333"/>
                <a:gd name="connsiteX9" fmla="*/ 180835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29" y="273873"/>
                    <a:pt x="274128" y="349204"/>
                    <a:pt x="180835" y="349204"/>
                  </a:cubicBezTo>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09" y="81077"/>
                    <a:pt x="281157" y="0"/>
                    <a:pt x="180835" y="0"/>
                  </a:cubicBezTo>
                </a:path>
              </a:pathLst>
            </a:custGeom>
            <a:solidFill>
              <a:srgbClr val="009A44"/>
            </a:solidFill>
            <a:ln w="6390" cap="flat">
              <a:noFill/>
              <a:prstDash val="solid"/>
              <a:miter/>
            </a:ln>
          </p:spPr>
          <p:txBody>
            <a:bodyPr rtlCol="0" anchor="ctr"/>
            <a:lstStyle/>
            <a:p>
              <a:endParaRPr lang="en-US"/>
            </a:p>
          </p:txBody>
        </p:sp>
        <p:sp>
          <p:nvSpPr>
            <p:cNvPr id="842" name="Graphic 4">
              <a:extLst>
                <a:ext uri="{FF2B5EF4-FFF2-40B4-BE49-F238E27FC236}">
                  <a16:creationId xmlns:a16="http://schemas.microsoft.com/office/drawing/2014/main" id="{6624EEEF-D357-A048-AC59-B638FA759257}"/>
                </a:ext>
              </a:extLst>
            </p:cNvPr>
            <p:cNvSpPr/>
            <p:nvPr/>
          </p:nvSpPr>
          <p:spPr>
            <a:xfrm>
              <a:off x="6890928" y="1961322"/>
              <a:ext cx="25680" cy="46602"/>
            </a:xfrm>
            <a:custGeom>
              <a:avLst/>
              <a:gdLst>
                <a:gd name="connsiteX0" fmla="*/ 7008 w 25680"/>
                <a:gd name="connsiteY0" fmla="*/ 46603 h 46602"/>
                <a:gd name="connsiteX1" fmla="*/ 8286 w 25680"/>
                <a:gd name="connsiteY1" fmla="*/ 46603 h 46602"/>
                <a:gd name="connsiteX2" fmla="*/ 12760 w 25680"/>
                <a:gd name="connsiteY2" fmla="*/ 38942 h 46602"/>
                <a:gd name="connsiteX3" fmla="*/ 16593 w 25680"/>
                <a:gd name="connsiteY3" fmla="*/ 27451 h 46602"/>
                <a:gd name="connsiteX4" fmla="*/ 25539 w 25680"/>
                <a:gd name="connsiteY4" fmla="*/ 5746 h 46602"/>
                <a:gd name="connsiteX5" fmla="*/ 18511 w 25680"/>
                <a:gd name="connsiteY5" fmla="*/ 0 h 46602"/>
                <a:gd name="connsiteX6" fmla="*/ 12760 w 25680"/>
                <a:gd name="connsiteY6" fmla="*/ 7022 h 46602"/>
                <a:gd name="connsiteX7" fmla="*/ 7647 w 25680"/>
                <a:gd name="connsiteY7" fmla="*/ 18514 h 46602"/>
                <a:gd name="connsiteX8" fmla="*/ 618 w 25680"/>
                <a:gd name="connsiteY8" fmla="*/ 42134 h 46602"/>
                <a:gd name="connsiteX9" fmla="*/ 7008 w 25680"/>
                <a:gd name="connsiteY9" fmla="*/ 46603 h 4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80" h="46602">
                  <a:moveTo>
                    <a:pt x="7008" y="46603"/>
                  </a:moveTo>
                  <a:cubicBezTo>
                    <a:pt x="7647" y="46603"/>
                    <a:pt x="8286" y="46603"/>
                    <a:pt x="8286" y="46603"/>
                  </a:cubicBezTo>
                  <a:cubicBezTo>
                    <a:pt x="11481" y="45965"/>
                    <a:pt x="14037" y="42134"/>
                    <a:pt x="12760" y="38942"/>
                  </a:cubicBezTo>
                  <a:cubicBezTo>
                    <a:pt x="12760" y="38942"/>
                    <a:pt x="11481" y="32558"/>
                    <a:pt x="16593" y="27451"/>
                  </a:cubicBezTo>
                  <a:cubicBezTo>
                    <a:pt x="24901" y="19790"/>
                    <a:pt x="26178" y="10214"/>
                    <a:pt x="25539" y="5746"/>
                  </a:cubicBezTo>
                  <a:cubicBezTo>
                    <a:pt x="24901" y="2554"/>
                    <a:pt x="22344" y="0"/>
                    <a:pt x="18511" y="0"/>
                  </a:cubicBezTo>
                  <a:cubicBezTo>
                    <a:pt x="15316" y="0"/>
                    <a:pt x="12121" y="3192"/>
                    <a:pt x="12760" y="7022"/>
                  </a:cubicBezTo>
                  <a:cubicBezTo>
                    <a:pt x="12760" y="7022"/>
                    <a:pt x="12760" y="13406"/>
                    <a:pt x="7647" y="18514"/>
                  </a:cubicBezTo>
                  <a:cubicBezTo>
                    <a:pt x="-659" y="26813"/>
                    <a:pt x="-659" y="37027"/>
                    <a:pt x="618" y="42134"/>
                  </a:cubicBezTo>
                  <a:cubicBezTo>
                    <a:pt x="1257" y="44688"/>
                    <a:pt x="3813" y="46603"/>
                    <a:pt x="7008" y="46603"/>
                  </a:cubicBezTo>
                </a:path>
              </a:pathLst>
            </a:custGeom>
            <a:solidFill>
              <a:srgbClr val="009A44"/>
            </a:solidFill>
            <a:ln w="6390" cap="flat">
              <a:noFill/>
              <a:prstDash val="solid"/>
              <a:miter/>
            </a:ln>
          </p:spPr>
          <p:txBody>
            <a:bodyPr rtlCol="0" anchor="ctr"/>
            <a:lstStyle/>
            <a:p>
              <a:endParaRPr lang="en-US"/>
            </a:p>
          </p:txBody>
        </p:sp>
        <p:sp>
          <p:nvSpPr>
            <p:cNvPr id="843" name="Graphic 4">
              <a:extLst>
                <a:ext uri="{FF2B5EF4-FFF2-40B4-BE49-F238E27FC236}">
                  <a16:creationId xmlns:a16="http://schemas.microsoft.com/office/drawing/2014/main" id="{966A45C3-1FDB-F346-9E3B-7DC03D950D96}"/>
                </a:ext>
              </a:extLst>
            </p:cNvPr>
            <p:cNvSpPr/>
            <p:nvPr/>
          </p:nvSpPr>
          <p:spPr>
            <a:xfrm>
              <a:off x="6951633" y="1961322"/>
              <a:ext cx="25680" cy="46602"/>
            </a:xfrm>
            <a:custGeom>
              <a:avLst/>
              <a:gdLst>
                <a:gd name="connsiteX0" fmla="*/ 7008 w 25680"/>
                <a:gd name="connsiteY0" fmla="*/ 46603 h 46602"/>
                <a:gd name="connsiteX1" fmla="*/ 8286 w 25680"/>
                <a:gd name="connsiteY1" fmla="*/ 46603 h 46602"/>
                <a:gd name="connsiteX2" fmla="*/ 12760 w 25680"/>
                <a:gd name="connsiteY2" fmla="*/ 38942 h 46602"/>
                <a:gd name="connsiteX3" fmla="*/ 16593 w 25680"/>
                <a:gd name="connsiteY3" fmla="*/ 27451 h 46602"/>
                <a:gd name="connsiteX4" fmla="*/ 25539 w 25680"/>
                <a:gd name="connsiteY4" fmla="*/ 5746 h 46602"/>
                <a:gd name="connsiteX5" fmla="*/ 18511 w 25680"/>
                <a:gd name="connsiteY5" fmla="*/ 0 h 46602"/>
                <a:gd name="connsiteX6" fmla="*/ 12760 w 25680"/>
                <a:gd name="connsiteY6" fmla="*/ 7022 h 46602"/>
                <a:gd name="connsiteX7" fmla="*/ 7647 w 25680"/>
                <a:gd name="connsiteY7" fmla="*/ 18514 h 46602"/>
                <a:gd name="connsiteX8" fmla="*/ 618 w 25680"/>
                <a:gd name="connsiteY8" fmla="*/ 42134 h 46602"/>
                <a:gd name="connsiteX9" fmla="*/ 7008 w 25680"/>
                <a:gd name="connsiteY9" fmla="*/ 46603 h 4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80" h="46602">
                  <a:moveTo>
                    <a:pt x="7008" y="46603"/>
                  </a:moveTo>
                  <a:cubicBezTo>
                    <a:pt x="7647" y="46603"/>
                    <a:pt x="8286" y="46603"/>
                    <a:pt x="8286" y="46603"/>
                  </a:cubicBezTo>
                  <a:cubicBezTo>
                    <a:pt x="11481" y="45965"/>
                    <a:pt x="14037" y="42134"/>
                    <a:pt x="12760" y="38942"/>
                  </a:cubicBezTo>
                  <a:cubicBezTo>
                    <a:pt x="12760" y="38942"/>
                    <a:pt x="11481" y="32558"/>
                    <a:pt x="16593" y="27451"/>
                  </a:cubicBezTo>
                  <a:cubicBezTo>
                    <a:pt x="24901" y="19790"/>
                    <a:pt x="26178" y="10214"/>
                    <a:pt x="25539" y="5746"/>
                  </a:cubicBezTo>
                  <a:cubicBezTo>
                    <a:pt x="24901" y="2554"/>
                    <a:pt x="22344" y="0"/>
                    <a:pt x="18511" y="0"/>
                  </a:cubicBezTo>
                  <a:cubicBezTo>
                    <a:pt x="15316" y="0"/>
                    <a:pt x="12121" y="3192"/>
                    <a:pt x="12760" y="7022"/>
                  </a:cubicBezTo>
                  <a:cubicBezTo>
                    <a:pt x="12760" y="7022"/>
                    <a:pt x="12760" y="13406"/>
                    <a:pt x="7647" y="18514"/>
                  </a:cubicBezTo>
                  <a:cubicBezTo>
                    <a:pt x="-659" y="26813"/>
                    <a:pt x="-659" y="37027"/>
                    <a:pt x="618" y="42134"/>
                  </a:cubicBezTo>
                  <a:cubicBezTo>
                    <a:pt x="1896" y="44688"/>
                    <a:pt x="4452" y="46603"/>
                    <a:pt x="7008" y="46603"/>
                  </a:cubicBezTo>
                </a:path>
              </a:pathLst>
            </a:custGeom>
            <a:solidFill>
              <a:srgbClr val="009A44"/>
            </a:solidFill>
            <a:ln w="6390" cap="flat">
              <a:noFill/>
              <a:prstDash val="solid"/>
              <a:miter/>
            </a:ln>
          </p:spPr>
          <p:txBody>
            <a:bodyPr rtlCol="0" anchor="ctr"/>
            <a:lstStyle/>
            <a:p>
              <a:endParaRPr lang="en-US"/>
            </a:p>
          </p:txBody>
        </p:sp>
        <p:sp>
          <p:nvSpPr>
            <p:cNvPr id="844" name="Graphic 4">
              <a:extLst>
                <a:ext uri="{FF2B5EF4-FFF2-40B4-BE49-F238E27FC236}">
                  <a16:creationId xmlns:a16="http://schemas.microsoft.com/office/drawing/2014/main" id="{83FD0A12-ECA0-FC4C-A3AE-BE6B0A69537B}"/>
                </a:ext>
              </a:extLst>
            </p:cNvPr>
            <p:cNvSpPr/>
            <p:nvPr/>
          </p:nvSpPr>
          <p:spPr>
            <a:xfrm>
              <a:off x="6923486" y="1961322"/>
              <a:ext cx="22386" cy="37027"/>
            </a:xfrm>
            <a:custGeom>
              <a:avLst/>
              <a:gdLst>
                <a:gd name="connsiteX0" fmla="*/ 6401 w 22386"/>
                <a:gd name="connsiteY0" fmla="*/ 37027 h 37027"/>
                <a:gd name="connsiteX1" fmla="*/ 7678 w 22386"/>
                <a:gd name="connsiteY1" fmla="*/ 37027 h 37027"/>
                <a:gd name="connsiteX2" fmla="*/ 12152 w 22386"/>
                <a:gd name="connsiteY2" fmla="*/ 29366 h 37027"/>
                <a:gd name="connsiteX3" fmla="*/ 14708 w 22386"/>
                <a:gd name="connsiteY3" fmla="*/ 22982 h 37027"/>
                <a:gd name="connsiteX4" fmla="*/ 22376 w 22386"/>
                <a:gd name="connsiteY4" fmla="*/ 5746 h 37027"/>
                <a:gd name="connsiteX5" fmla="*/ 15347 w 22386"/>
                <a:gd name="connsiteY5" fmla="*/ 0 h 37027"/>
                <a:gd name="connsiteX6" fmla="*/ 9596 w 22386"/>
                <a:gd name="connsiteY6" fmla="*/ 7022 h 37027"/>
                <a:gd name="connsiteX7" fmla="*/ 6401 w 22386"/>
                <a:gd name="connsiteY7" fmla="*/ 14045 h 37027"/>
                <a:gd name="connsiteX8" fmla="*/ 650 w 22386"/>
                <a:gd name="connsiteY8" fmla="*/ 33197 h 37027"/>
                <a:gd name="connsiteX9" fmla="*/ 6401 w 22386"/>
                <a:gd name="connsiteY9" fmla="*/ 37027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86" h="37027">
                  <a:moveTo>
                    <a:pt x="6401" y="37027"/>
                  </a:moveTo>
                  <a:cubicBezTo>
                    <a:pt x="7040" y="37027"/>
                    <a:pt x="7678" y="37027"/>
                    <a:pt x="7678" y="37027"/>
                  </a:cubicBezTo>
                  <a:cubicBezTo>
                    <a:pt x="10873" y="36389"/>
                    <a:pt x="12791" y="32558"/>
                    <a:pt x="12152" y="29366"/>
                  </a:cubicBezTo>
                  <a:cubicBezTo>
                    <a:pt x="12152" y="28728"/>
                    <a:pt x="11513" y="25536"/>
                    <a:pt x="14708" y="22982"/>
                  </a:cubicBezTo>
                  <a:cubicBezTo>
                    <a:pt x="23014" y="15322"/>
                    <a:pt x="22376" y="6384"/>
                    <a:pt x="22376" y="5746"/>
                  </a:cubicBezTo>
                  <a:cubicBezTo>
                    <a:pt x="21737" y="2554"/>
                    <a:pt x="19181" y="0"/>
                    <a:pt x="15347" y="0"/>
                  </a:cubicBezTo>
                  <a:cubicBezTo>
                    <a:pt x="12152" y="0"/>
                    <a:pt x="8957" y="3192"/>
                    <a:pt x="9596" y="7022"/>
                  </a:cubicBezTo>
                  <a:cubicBezTo>
                    <a:pt x="9596" y="7022"/>
                    <a:pt x="9596" y="10853"/>
                    <a:pt x="6401" y="14045"/>
                  </a:cubicBezTo>
                  <a:cubicBezTo>
                    <a:pt x="-628" y="20429"/>
                    <a:pt x="-628" y="28728"/>
                    <a:pt x="650" y="33197"/>
                  </a:cubicBezTo>
                  <a:cubicBezTo>
                    <a:pt x="1289" y="35112"/>
                    <a:pt x="3845" y="37027"/>
                    <a:pt x="6401" y="37027"/>
                  </a:cubicBezTo>
                </a:path>
              </a:pathLst>
            </a:custGeom>
            <a:solidFill>
              <a:srgbClr val="009A44"/>
            </a:solidFill>
            <a:ln w="6390" cap="flat">
              <a:noFill/>
              <a:prstDash val="solid"/>
              <a:miter/>
            </a:ln>
          </p:spPr>
          <p:txBody>
            <a:bodyPr rtlCol="0" anchor="ctr"/>
            <a:lstStyle/>
            <a:p>
              <a:endParaRPr lang="en-US"/>
            </a:p>
          </p:txBody>
        </p:sp>
        <p:sp>
          <p:nvSpPr>
            <p:cNvPr id="845" name="Graphic 4">
              <a:extLst>
                <a:ext uri="{FF2B5EF4-FFF2-40B4-BE49-F238E27FC236}">
                  <a16:creationId xmlns:a16="http://schemas.microsoft.com/office/drawing/2014/main" id="{7F4A4909-B9E6-1040-8CB7-EB5B64981132}"/>
                </a:ext>
              </a:extLst>
            </p:cNvPr>
            <p:cNvSpPr/>
            <p:nvPr/>
          </p:nvSpPr>
          <p:spPr>
            <a:xfrm>
              <a:off x="6821257" y="2014308"/>
              <a:ext cx="226301" cy="172367"/>
            </a:xfrm>
            <a:custGeom>
              <a:avLst/>
              <a:gdLst>
                <a:gd name="connsiteX0" fmla="*/ 183391 w 226301"/>
                <a:gd name="connsiteY0" fmla="*/ 152577 h 172367"/>
                <a:gd name="connsiteX1" fmla="*/ 162305 w 226301"/>
                <a:gd name="connsiteY1" fmla="*/ 159600 h 172367"/>
                <a:gd name="connsiteX2" fmla="*/ 58148 w 226301"/>
                <a:gd name="connsiteY2" fmla="*/ 159600 h 172367"/>
                <a:gd name="connsiteX3" fmla="*/ 42812 w 226301"/>
                <a:gd name="connsiteY3" fmla="*/ 153854 h 172367"/>
                <a:gd name="connsiteX4" fmla="*/ 36422 w 226301"/>
                <a:gd name="connsiteY4" fmla="*/ 130233 h 172367"/>
                <a:gd name="connsiteX5" fmla="*/ 36422 w 226301"/>
                <a:gd name="connsiteY5" fmla="*/ 51710 h 172367"/>
                <a:gd name="connsiteX6" fmla="*/ 190420 w 226301"/>
                <a:gd name="connsiteY6" fmla="*/ 51710 h 172367"/>
                <a:gd name="connsiteX7" fmla="*/ 190420 w 226301"/>
                <a:gd name="connsiteY7" fmla="*/ 132787 h 172367"/>
                <a:gd name="connsiteX8" fmla="*/ 183391 w 226301"/>
                <a:gd name="connsiteY8" fmla="*/ 152577 h 172367"/>
                <a:gd name="connsiteX9" fmla="*/ 29394 w 226301"/>
                <a:gd name="connsiteY9" fmla="*/ 30005 h 172367"/>
                <a:gd name="connsiteX10" fmla="*/ 40896 w 226301"/>
                <a:gd name="connsiteY10" fmla="*/ 21706 h 172367"/>
                <a:gd name="connsiteX11" fmla="*/ 185947 w 226301"/>
                <a:gd name="connsiteY11" fmla="*/ 21706 h 172367"/>
                <a:gd name="connsiteX12" fmla="*/ 198088 w 226301"/>
                <a:gd name="connsiteY12" fmla="*/ 30643 h 172367"/>
                <a:gd name="connsiteX13" fmla="*/ 198088 w 226301"/>
                <a:gd name="connsiteY13" fmla="*/ 38942 h 172367"/>
                <a:gd name="connsiteX14" fmla="*/ 30032 w 226301"/>
                <a:gd name="connsiteY14" fmla="*/ 38942 h 172367"/>
                <a:gd name="connsiteX15" fmla="*/ 30032 w 226301"/>
                <a:gd name="connsiteY15" fmla="*/ 30005 h 172367"/>
                <a:gd name="connsiteX16" fmla="*/ 220453 w 226301"/>
                <a:gd name="connsiteY16" fmla="*/ 69585 h 172367"/>
                <a:gd name="connsiteX17" fmla="*/ 203200 w 226301"/>
                <a:gd name="connsiteY17" fmla="*/ 69585 h 172367"/>
                <a:gd name="connsiteX18" fmla="*/ 203200 w 226301"/>
                <a:gd name="connsiteY18" fmla="*/ 51710 h 172367"/>
                <a:gd name="connsiteX19" fmla="*/ 204478 w 226301"/>
                <a:gd name="connsiteY19" fmla="*/ 51710 h 172367"/>
                <a:gd name="connsiteX20" fmla="*/ 210868 w 226301"/>
                <a:gd name="connsiteY20" fmla="*/ 45326 h 172367"/>
                <a:gd name="connsiteX21" fmla="*/ 210868 w 226301"/>
                <a:gd name="connsiteY21" fmla="*/ 30643 h 172367"/>
                <a:gd name="connsiteX22" fmla="*/ 185947 w 226301"/>
                <a:gd name="connsiteY22" fmla="*/ 8938 h 172367"/>
                <a:gd name="connsiteX23" fmla="*/ 131633 w 226301"/>
                <a:gd name="connsiteY23" fmla="*/ 8938 h 172367"/>
                <a:gd name="connsiteX24" fmla="*/ 114380 w 226301"/>
                <a:gd name="connsiteY24" fmla="*/ 0 h 172367"/>
                <a:gd name="connsiteX25" fmla="*/ 97127 w 226301"/>
                <a:gd name="connsiteY25" fmla="*/ 8938 h 172367"/>
                <a:gd name="connsiteX26" fmla="*/ 40896 w 226301"/>
                <a:gd name="connsiteY26" fmla="*/ 8938 h 172367"/>
                <a:gd name="connsiteX27" fmla="*/ 16614 w 226301"/>
                <a:gd name="connsiteY27" fmla="*/ 30005 h 172367"/>
                <a:gd name="connsiteX28" fmla="*/ 16614 w 226301"/>
                <a:gd name="connsiteY28" fmla="*/ 44688 h 172367"/>
                <a:gd name="connsiteX29" fmla="*/ 23004 w 226301"/>
                <a:gd name="connsiteY29" fmla="*/ 51072 h 172367"/>
                <a:gd name="connsiteX30" fmla="*/ 23642 w 226301"/>
                <a:gd name="connsiteY30" fmla="*/ 51072 h 172367"/>
                <a:gd name="connsiteX31" fmla="*/ 23642 w 226301"/>
                <a:gd name="connsiteY31" fmla="*/ 68947 h 172367"/>
                <a:gd name="connsiteX32" fmla="*/ 6390 w 226301"/>
                <a:gd name="connsiteY32" fmla="*/ 68947 h 172367"/>
                <a:gd name="connsiteX33" fmla="*/ 0 w 226301"/>
                <a:gd name="connsiteY33" fmla="*/ 75331 h 172367"/>
                <a:gd name="connsiteX34" fmla="*/ 6390 w 226301"/>
                <a:gd name="connsiteY34" fmla="*/ 81715 h 172367"/>
                <a:gd name="connsiteX35" fmla="*/ 23642 w 226301"/>
                <a:gd name="connsiteY35" fmla="*/ 81715 h 172367"/>
                <a:gd name="connsiteX36" fmla="*/ 23642 w 226301"/>
                <a:gd name="connsiteY36" fmla="*/ 128957 h 172367"/>
                <a:gd name="connsiteX37" fmla="*/ 33227 w 226301"/>
                <a:gd name="connsiteY37" fmla="*/ 162153 h 172367"/>
                <a:gd name="connsiteX38" fmla="*/ 58148 w 226301"/>
                <a:gd name="connsiteY38" fmla="*/ 172368 h 172367"/>
                <a:gd name="connsiteX39" fmla="*/ 161666 w 226301"/>
                <a:gd name="connsiteY39" fmla="*/ 172368 h 172367"/>
                <a:gd name="connsiteX40" fmla="*/ 162943 w 226301"/>
                <a:gd name="connsiteY40" fmla="*/ 172368 h 172367"/>
                <a:gd name="connsiteX41" fmla="*/ 191698 w 226301"/>
                <a:gd name="connsiteY41" fmla="*/ 161515 h 172367"/>
                <a:gd name="connsiteX42" fmla="*/ 202561 w 226301"/>
                <a:gd name="connsiteY42" fmla="*/ 132787 h 172367"/>
                <a:gd name="connsiteX43" fmla="*/ 202561 w 226301"/>
                <a:gd name="connsiteY43" fmla="*/ 82353 h 172367"/>
                <a:gd name="connsiteX44" fmla="*/ 219814 w 226301"/>
                <a:gd name="connsiteY44" fmla="*/ 82353 h 172367"/>
                <a:gd name="connsiteX45" fmla="*/ 226204 w 226301"/>
                <a:gd name="connsiteY45" fmla="*/ 75969 h 172367"/>
                <a:gd name="connsiteX46" fmla="*/ 220453 w 226301"/>
                <a:gd name="connsiteY46" fmla="*/ 69585 h 1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26301" h="172367">
                  <a:moveTo>
                    <a:pt x="183391" y="152577"/>
                  </a:moveTo>
                  <a:cubicBezTo>
                    <a:pt x="175084" y="160238"/>
                    <a:pt x="162943" y="159600"/>
                    <a:pt x="162305" y="159600"/>
                  </a:cubicBezTo>
                  <a:lnTo>
                    <a:pt x="58148" y="159600"/>
                  </a:lnTo>
                  <a:cubicBezTo>
                    <a:pt x="51758" y="159600"/>
                    <a:pt x="46647" y="157684"/>
                    <a:pt x="42812" y="153854"/>
                  </a:cubicBezTo>
                  <a:cubicBezTo>
                    <a:pt x="35145" y="145555"/>
                    <a:pt x="36422" y="130872"/>
                    <a:pt x="36422" y="130233"/>
                  </a:cubicBezTo>
                  <a:lnTo>
                    <a:pt x="36422" y="51710"/>
                  </a:lnTo>
                  <a:lnTo>
                    <a:pt x="190420" y="51710"/>
                  </a:lnTo>
                  <a:lnTo>
                    <a:pt x="190420" y="132787"/>
                  </a:lnTo>
                  <a:cubicBezTo>
                    <a:pt x="190420" y="141086"/>
                    <a:pt x="187864" y="148108"/>
                    <a:pt x="183391" y="152577"/>
                  </a:cubicBezTo>
                  <a:moveTo>
                    <a:pt x="29394" y="30005"/>
                  </a:moveTo>
                  <a:cubicBezTo>
                    <a:pt x="29394" y="21706"/>
                    <a:pt x="38978" y="21706"/>
                    <a:pt x="40896" y="21706"/>
                  </a:cubicBezTo>
                  <a:lnTo>
                    <a:pt x="185947" y="21706"/>
                  </a:lnTo>
                  <a:cubicBezTo>
                    <a:pt x="196810" y="21706"/>
                    <a:pt x="198088" y="28728"/>
                    <a:pt x="198088" y="30643"/>
                  </a:cubicBezTo>
                  <a:lnTo>
                    <a:pt x="198088" y="38942"/>
                  </a:lnTo>
                  <a:lnTo>
                    <a:pt x="30032" y="38942"/>
                  </a:lnTo>
                  <a:lnTo>
                    <a:pt x="30032" y="30005"/>
                  </a:lnTo>
                  <a:close/>
                  <a:moveTo>
                    <a:pt x="220453" y="69585"/>
                  </a:moveTo>
                  <a:lnTo>
                    <a:pt x="203200" y="69585"/>
                  </a:lnTo>
                  <a:lnTo>
                    <a:pt x="203200" y="51710"/>
                  </a:lnTo>
                  <a:lnTo>
                    <a:pt x="204478" y="51710"/>
                  </a:lnTo>
                  <a:cubicBezTo>
                    <a:pt x="208312" y="51710"/>
                    <a:pt x="210868" y="49157"/>
                    <a:pt x="210868" y="45326"/>
                  </a:cubicBezTo>
                  <a:lnTo>
                    <a:pt x="210868" y="30643"/>
                  </a:lnTo>
                  <a:cubicBezTo>
                    <a:pt x="210868" y="24897"/>
                    <a:pt x="206395" y="8938"/>
                    <a:pt x="185947" y="8938"/>
                  </a:cubicBezTo>
                  <a:lnTo>
                    <a:pt x="131633" y="8938"/>
                  </a:lnTo>
                  <a:cubicBezTo>
                    <a:pt x="130355" y="5746"/>
                    <a:pt x="126521" y="0"/>
                    <a:pt x="114380" y="0"/>
                  </a:cubicBezTo>
                  <a:cubicBezTo>
                    <a:pt x="102239" y="0"/>
                    <a:pt x="98405" y="5746"/>
                    <a:pt x="97127" y="8938"/>
                  </a:cubicBezTo>
                  <a:lnTo>
                    <a:pt x="40896" y="8938"/>
                  </a:lnTo>
                  <a:cubicBezTo>
                    <a:pt x="31311" y="8938"/>
                    <a:pt x="16614" y="14683"/>
                    <a:pt x="16614" y="30005"/>
                  </a:cubicBezTo>
                  <a:lnTo>
                    <a:pt x="16614" y="44688"/>
                  </a:lnTo>
                  <a:cubicBezTo>
                    <a:pt x="16614" y="48518"/>
                    <a:pt x="19170" y="51072"/>
                    <a:pt x="23004" y="51072"/>
                  </a:cubicBezTo>
                  <a:lnTo>
                    <a:pt x="23642" y="51072"/>
                  </a:lnTo>
                  <a:lnTo>
                    <a:pt x="23642" y="68947"/>
                  </a:lnTo>
                  <a:lnTo>
                    <a:pt x="6390" y="68947"/>
                  </a:lnTo>
                  <a:cubicBezTo>
                    <a:pt x="2556" y="68947"/>
                    <a:pt x="0" y="71501"/>
                    <a:pt x="0" y="75331"/>
                  </a:cubicBezTo>
                  <a:cubicBezTo>
                    <a:pt x="0" y="79161"/>
                    <a:pt x="2556" y="81715"/>
                    <a:pt x="6390" y="81715"/>
                  </a:cubicBezTo>
                  <a:lnTo>
                    <a:pt x="23642" y="81715"/>
                  </a:lnTo>
                  <a:lnTo>
                    <a:pt x="23642" y="128957"/>
                  </a:lnTo>
                  <a:cubicBezTo>
                    <a:pt x="23642" y="129595"/>
                    <a:pt x="21726" y="149385"/>
                    <a:pt x="33227" y="162153"/>
                  </a:cubicBezTo>
                  <a:cubicBezTo>
                    <a:pt x="38978" y="168537"/>
                    <a:pt x="47286" y="172368"/>
                    <a:pt x="58148" y="172368"/>
                  </a:cubicBezTo>
                  <a:lnTo>
                    <a:pt x="161666" y="172368"/>
                  </a:lnTo>
                  <a:cubicBezTo>
                    <a:pt x="161666" y="172368"/>
                    <a:pt x="162305" y="172368"/>
                    <a:pt x="162943" y="172368"/>
                  </a:cubicBezTo>
                  <a:cubicBezTo>
                    <a:pt x="167416" y="172368"/>
                    <a:pt x="181474" y="171729"/>
                    <a:pt x="191698" y="161515"/>
                  </a:cubicBezTo>
                  <a:cubicBezTo>
                    <a:pt x="199366" y="154492"/>
                    <a:pt x="202561" y="144916"/>
                    <a:pt x="202561" y="132787"/>
                  </a:cubicBezTo>
                  <a:lnTo>
                    <a:pt x="202561" y="82353"/>
                  </a:lnTo>
                  <a:lnTo>
                    <a:pt x="219814" y="82353"/>
                  </a:lnTo>
                  <a:cubicBezTo>
                    <a:pt x="223648" y="82353"/>
                    <a:pt x="226204" y="79800"/>
                    <a:pt x="226204" y="75969"/>
                  </a:cubicBezTo>
                  <a:cubicBezTo>
                    <a:pt x="226843" y="72139"/>
                    <a:pt x="224287" y="69585"/>
                    <a:pt x="220453" y="69585"/>
                  </a:cubicBezTo>
                </a:path>
              </a:pathLst>
            </a:custGeom>
            <a:solidFill>
              <a:srgbClr val="009A44"/>
            </a:solidFill>
            <a:ln w="6390" cap="flat">
              <a:noFill/>
              <a:prstDash val="solid"/>
              <a:miter/>
            </a:ln>
          </p:spPr>
          <p:txBody>
            <a:bodyPr rtlCol="0" anchor="ctr"/>
            <a:lstStyle/>
            <a:p>
              <a:endParaRPr lang="en-US"/>
            </a:p>
          </p:txBody>
        </p:sp>
      </p:grpSp>
      <p:grpSp>
        <p:nvGrpSpPr>
          <p:cNvPr id="846" name="Graphic 4">
            <a:extLst>
              <a:ext uri="{FF2B5EF4-FFF2-40B4-BE49-F238E27FC236}">
                <a16:creationId xmlns:a16="http://schemas.microsoft.com/office/drawing/2014/main" id="{3DB8F711-107E-9841-ABD2-4D43B58B402E}"/>
              </a:ext>
            </a:extLst>
          </p:cNvPr>
          <p:cNvGrpSpPr/>
          <p:nvPr/>
        </p:nvGrpSpPr>
        <p:grpSpPr>
          <a:xfrm>
            <a:off x="7192513" y="1893013"/>
            <a:ext cx="361674" cy="361333"/>
            <a:chOff x="7192513" y="1893013"/>
            <a:chExt cx="361674" cy="361333"/>
          </a:xfrm>
          <a:solidFill>
            <a:srgbClr val="009A44"/>
          </a:solidFill>
        </p:grpSpPr>
        <p:sp>
          <p:nvSpPr>
            <p:cNvPr id="847" name="Graphic 4">
              <a:extLst>
                <a:ext uri="{FF2B5EF4-FFF2-40B4-BE49-F238E27FC236}">
                  <a16:creationId xmlns:a16="http://schemas.microsoft.com/office/drawing/2014/main" id="{60FCE103-F441-6C4D-85D2-92C01A8D69AC}"/>
                </a:ext>
              </a:extLst>
            </p:cNvPr>
            <p:cNvSpPr/>
            <p:nvPr/>
          </p:nvSpPr>
          <p:spPr>
            <a:xfrm>
              <a:off x="7296589" y="2066019"/>
              <a:ext cx="154077" cy="107902"/>
            </a:xfrm>
            <a:custGeom>
              <a:avLst/>
              <a:gdLst>
                <a:gd name="connsiteX0" fmla="*/ 80 w 154077"/>
                <a:gd name="connsiteY0" fmla="*/ 0 h 107902"/>
                <a:gd name="connsiteX1" fmla="*/ 80 w 154077"/>
                <a:gd name="connsiteY1" fmla="*/ 78523 h 107902"/>
                <a:gd name="connsiteX2" fmla="*/ 6470 w 154077"/>
                <a:gd name="connsiteY2" fmla="*/ 102144 h 107902"/>
                <a:gd name="connsiteX3" fmla="*/ 21806 w 154077"/>
                <a:gd name="connsiteY3" fmla="*/ 107889 h 107902"/>
                <a:gd name="connsiteX4" fmla="*/ 125961 w 154077"/>
                <a:gd name="connsiteY4" fmla="*/ 107889 h 107902"/>
                <a:gd name="connsiteX5" fmla="*/ 147049 w 154077"/>
                <a:gd name="connsiteY5" fmla="*/ 100867 h 107902"/>
                <a:gd name="connsiteX6" fmla="*/ 154077 w 154077"/>
                <a:gd name="connsiteY6" fmla="*/ 81077 h 107902"/>
                <a:gd name="connsiteX7" fmla="*/ 154077 w 154077"/>
                <a:gd name="connsiteY7" fmla="*/ 0 h 107902"/>
                <a:gd name="connsiteX8" fmla="*/ 80 w 154077"/>
                <a:gd name="connsiteY8" fmla="*/ 0 h 107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077" h="107902">
                  <a:moveTo>
                    <a:pt x="80" y="0"/>
                  </a:moveTo>
                  <a:lnTo>
                    <a:pt x="80" y="78523"/>
                  </a:lnTo>
                  <a:cubicBezTo>
                    <a:pt x="80" y="79161"/>
                    <a:pt x="-1199" y="93845"/>
                    <a:pt x="6470" y="102144"/>
                  </a:cubicBezTo>
                  <a:cubicBezTo>
                    <a:pt x="10304" y="105974"/>
                    <a:pt x="14776" y="107889"/>
                    <a:pt x="21806" y="107889"/>
                  </a:cubicBezTo>
                  <a:lnTo>
                    <a:pt x="125961" y="107889"/>
                  </a:lnTo>
                  <a:cubicBezTo>
                    <a:pt x="126600" y="107889"/>
                    <a:pt x="138741" y="108528"/>
                    <a:pt x="147049" y="100867"/>
                  </a:cubicBezTo>
                  <a:cubicBezTo>
                    <a:pt x="151521" y="96398"/>
                    <a:pt x="154077" y="90014"/>
                    <a:pt x="154077" y="81077"/>
                  </a:cubicBezTo>
                  <a:lnTo>
                    <a:pt x="154077" y="0"/>
                  </a:lnTo>
                  <a:lnTo>
                    <a:pt x="80" y="0"/>
                  </a:lnTo>
                  <a:close/>
                </a:path>
              </a:pathLst>
            </a:custGeom>
            <a:solidFill>
              <a:srgbClr val="009A44"/>
            </a:solidFill>
            <a:ln w="6390" cap="flat">
              <a:noFill/>
              <a:prstDash val="solid"/>
              <a:miter/>
            </a:ln>
          </p:spPr>
          <p:txBody>
            <a:bodyPr rtlCol="0" anchor="ctr"/>
            <a:lstStyle/>
            <a:p>
              <a:endParaRPr lang="en-US"/>
            </a:p>
          </p:txBody>
        </p:sp>
        <p:sp>
          <p:nvSpPr>
            <p:cNvPr id="848" name="Graphic 4">
              <a:extLst>
                <a:ext uri="{FF2B5EF4-FFF2-40B4-BE49-F238E27FC236}">
                  <a16:creationId xmlns:a16="http://schemas.microsoft.com/office/drawing/2014/main" id="{DCD8B315-A7C3-064A-9119-981AFA820F4C}"/>
                </a:ext>
              </a:extLst>
            </p:cNvPr>
            <p:cNvSpPr/>
            <p:nvPr/>
          </p:nvSpPr>
          <p:spPr>
            <a:xfrm>
              <a:off x="7289000" y="2035376"/>
              <a:ext cx="168694" cy="16598"/>
            </a:xfrm>
            <a:custGeom>
              <a:avLst/>
              <a:gdLst>
                <a:gd name="connsiteX0" fmla="*/ 168695 w 168694"/>
                <a:gd name="connsiteY0" fmla="*/ 8938 h 16598"/>
                <a:gd name="connsiteX1" fmla="*/ 156553 w 168694"/>
                <a:gd name="connsiteY1" fmla="*/ 0 h 16598"/>
                <a:gd name="connsiteX2" fmla="*/ 11502 w 168694"/>
                <a:gd name="connsiteY2" fmla="*/ 0 h 16598"/>
                <a:gd name="connsiteX3" fmla="*/ 0 w 168694"/>
                <a:gd name="connsiteY3" fmla="*/ 8299 h 16598"/>
                <a:gd name="connsiteX4" fmla="*/ 0 w 168694"/>
                <a:gd name="connsiteY4" fmla="*/ 16598 h 16598"/>
                <a:gd name="connsiteX5" fmla="*/ 168056 w 168694"/>
                <a:gd name="connsiteY5" fmla="*/ 16598 h 16598"/>
                <a:gd name="connsiteX6" fmla="*/ 168056 w 168694"/>
                <a:gd name="connsiteY6" fmla="*/ 8938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694" h="16598">
                  <a:moveTo>
                    <a:pt x="168695" y="8938"/>
                  </a:moveTo>
                  <a:cubicBezTo>
                    <a:pt x="168695" y="7022"/>
                    <a:pt x="167417" y="0"/>
                    <a:pt x="156553" y="0"/>
                  </a:cubicBezTo>
                  <a:lnTo>
                    <a:pt x="11502" y="0"/>
                  </a:lnTo>
                  <a:cubicBezTo>
                    <a:pt x="9585" y="0"/>
                    <a:pt x="0" y="638"/>
                    <a:pt x="0" y="8299"/>
                  </a:cubicBezTo>
                  <a:lnTo>
                    <a:pt x="0" y="16598"/>
                  </a:lnTo>
                  <a:lnTo>
                    <a:pt x="168056" y="16598"/>
                  </a:lnTo>
                  <a:lnTo>
                    <a:pt x="168056" y="8938"/>
                  </a:lnTo>
                  <a:close/>
                </a:path>
              </a:pathLst>
            </a:custGeom>
            <a:solidFill>
              <a:srgbClr val="009A44"/>
            </a:solidFill>
            <a:ln w="6390" cap="flat">
              <a:noFill/>
              <a:prstDash val="solid"/>
              <a:miter/>
            </a:ln>
          </p:spPr>
          <p:txBody>
            <a:bodyPr rtlCol="0" anchor="ctr"/>
            <a:lstStyle/>
            <a:p>
              <a:endParaRPr lang="en-US"/>
            </a:p>
          </p:txBody>
        </p:sp>
        <p:sp>
          <p:nvSpPr>
            <p:cNvPr id="849" name="Graphic 4">
              <a:extLst>
                <a:ext uri="{FF2B5EF4-FFF2-40B4-BE49-F238E27FC236}">
                  <a16:creationId xmlns:a16="http://schemas.microsoft.com/office/drawing/2014/main" id="{4176EBC3-E086-2442-8F33-8FD624F416AB}"/>
                </a:ext>
              </a:extLst>
            </p:cNvPr>
            <p:cNvSpPr/>
            <p:nvPr/>
          </p:nvSpPr>
          <p:spPr>
            <a:xfrm>
              <a:off x="7192513" y="1893013"/>
              <a:ext cx="361674" cy="361333"/>
            </a:xfrm>
            <a:custGeom>
              <a:avLst/>
              <a:gdLst>
                <a:gd name="connsiteX0" fmla="*/ 288186 w 361674"/>
                <a:gd name="connsiteY0" fmla="*/ 203649 h 361333"/>
                <a:gd name="connsiteX1" fmla="*/ 270934 w 361674"/>
                <a:gd name="connsiteY1" fmla="*/ 203649 h 361333"/>
                <a:gd name="connsiteX2" fmla="*/ 270934 w 361674"/>
                <a:gd name="connsiteY2" fmla="*/ 254083 h 361333"/>
                <a:gd name="connsiteX3" fmla="*/ 260071 w 361674"/>
                <a:gd name="connsiteY3" fmla="*/ 282811 h 361333"/>
                <a:gd name="connsiteX4" fmla="*/ 231316 w 361674"/>
                <a:gd name="connsiteY4" fmla="*/ 293663 h 361333"/>
                <a:gd name="connsiteX5" fmla="*/ 230038 w 361674"/>
                <a:gd name="connsiteY5" fmla="*/ 293663 h 361333"/>
                <a:gd name="connsiteX6" fmla="*/ 126521 w 361674"/>
                <a:gd name="connsiteY6" fmla="*/ 293663 h 361333"/>
                <a:gd name="connsiteX7" fmla="*/ 101600 w 361674"/>
                <a:gd name="connsiteY7" fmla="*/ 283449 h 361333"/>
                <a:gd name="connsiteX8" fmla="*/ 92015 w 361674"/>
                <a:gd name="connsiteY8" fmla="*/ 250252 h 361333"/>
                <a:gd name="connsiteX9" fmla="*/ 92015 w 361674"/>
                <a:gd name="connsiteY9" fmla="*/ 203011 h 361333"/>
                <a:gd name="connsiteX10" fmla="*/ 74763 w 361674"/>
                <a:gd name="connsiteY10" fmla="*/ 203011 h 361333"/>
                <a:gd name="connsiteX11" fmla="*/ 68373 w 361674"/>
                <a:gd name="connsiteY11" fmla="*/ 196627 h 361333"/>
                <a:gd name="connsiteX12" fmla="*/ 74763 w 361674"/>
                <a:gd name="connsiteY12" fmla="*/ 190243 h 361333"/>
                <a:gd name="connsiteX13" fmla="*/ 92015 w 361674"/>
                <a:gd name="connsiteY13" fmla="*/ 190243 h 361333"/>
                <a:gd name="connsiteX14" fmla="*/ 92015 w 361674"/>
                <a:gd name="connsiteY14" fmla="*/ 172368 h 361333"/>
                <a:gd name="connsiteX15" fmla="*/ 91376 w 361674"/>
                <a:gd name="connsiteY15" fmla="*/ 172368 h 361333"/>
                <a:gd name="connsiteX16" fmla="*/ 84986 w 361674"/>
                <a:gd name="connsiteY16" fmla="*/ 165984 h 361333"/>
                <a:gd name="connsiteX17" fmla="*/ 84986 w 361674"/>
                <a:gd name="connsiteY17" fmla="*/ 151300 h 361333"/>
                <a:gd name="connsiteX18" fmla="*/ 109268 w 361674"/>
                <a:gd name="connsiteY18" fmla="*/ 130233 h 361333"/>
                <a:gd name="connsiteX19" fmla="*/ 165500 w 361674"/>
                <a:gd name="connsiteY19" fmla="*/ 130233 h 361333"/>
                <a:gd name="connsiteX20" fmla="*/ 182752 w 361674"/>
                <a:gd name="connsiteY20" fmla="*/ 121296 h 361333"/>
                <a:gd name="connsiteX21" fmla="*/ 200005 w 361674"/>
                <a:gd name="connsiteY21" fmla="*/ 130233 h 361333"/>
                <a:gd name="connsiteX22" fmla="*/ 254320 w 361674"/>
                <a:gd name="connsiteY22" fmla="*/ 130233 h 361333"/>
                <a:gd name="connsiteX23" fmla="*/ 279241 w 361674"/>
                <a:gd name="connsiteY23" fmla="*/ 151939 h 361333"/>
                <a:gd name="connsiteX24" fmla="*/ 279241 w 361674"/>
                <a:gd name="connsiteY24" fmla="*/ 166622 h 361333"/>
                <a:gd name="connsiteX25" fmla="*/ 272851 w 361674"/>
                <a:gd name="connsiteY25" fmla="*/ 173006 h 361333"/>
                <a:gd name="connsiteX26" fmla="*/ 271572 w 361674"/>
                <a:gd name="connsiteY26" fmla="*/ 173006 h 361333"/>
                <a:gd name="connsiteX27" fmla="*/ 271572 w 361674"/>
                <a:gd name="connsiteY27" fmla="*/ 190881 h 361333"/>
                <a:gd name="connsiteX28" fmla="*/ 288826 w 361674"/>
                <a:gd name="connsiteY28" fmla="*/ 190881 h 361333"/>
                <a:gd name="connsiteX29" fmla="*/ 295216 w 361674"/>
                <a:gd name="connsiteY29" fmla="*/ 197265 h 361333"/>
                <a:gd name="connsiteX30" fmla="*/ 288186 w 361674"/>
                <a:gd name="connsiteY30" fmla="*/ 203649 h 361333"/>
                <a:gd name="connsiteX31" fmla="*/ 145052 w 361674"/>
                <a:gd name="connsiteY31" fmla="*/ 86822 h 361333"/>
                <a:gd name="connsiteX32" fmla="*/ 150164 w 361674"/>
                <a:gd name="connsiteY32" fmla="*/ 75331 h 361333"/>
                <a:gd name="connsiteX33" fmla="*/ 155915 w 361674"/>
                <a:gd name="connsiteY33" fmla="*/ 68309 h 361333"/>
                <a:gd name="connsiteX34" fmla="*/ 162943 w 361674"/>
                <a:gd name="connsiteY34" fmla="*/ 74054 h 361333"/>
                <a:gd name="connsiteX35" fmla="*/ 153997 w 361674"/>
                <a:gd name="connsiteY35" fmla="*/ 95760 h 361333"/>
                <a:gd name="connsiteX36" fmla="*/ 150164 w 361674"/>
                <a:gd name="connsiteY36" fmla="*/ 107251 h 361333"/>
                <a:gd name="connsiteX37" fmla="*/ 145691 w 361674"/>
                <a:gd name="connsiteY37" fmla="*/ 114912 h 361333"/>
                <a:gd name="connsiteX38" fmla="*/ 144412 w 361674"/>
                <a:gd name="connsiteY38" fmla="*/ 114912 h 361333"/>
                <a:gd name="connsiteX39" fmla="*/ 138022 w 361674"/>
                <a:gd name="connsiteY39" fmla="*/ 110443 h 361333"/>
                <a:gd name="connsiteX40" fmla="*/ 145052 w 361674"/>
                <a:gd name="connsiteY40" fmla="*/ 86822 h 361333"/>
                <a:gd name="connsiteX41" fmla="*/ 176362 w 361674"/>
                <a:gd name="connsiteY41" fmla="*/ 81715 h 361333"/>
                <a:gd name="connsiteX42" fmla="*/ 179557 w 361674"/>
                <a:gd name="connsiteY42" fmla="*/ 74693 h 361333"/>
                <a:gd name="connsiteX43" fmla="*/ 185308 w 361674"/>
                <a:gd name="connsiteY43" fmla="*/ 67670 h 361333"/>
                <a:gd name="connsiteX44" fmla="*/ 192337 w 361674"/>
                <a:gd name="connsiteY44" fmla="*/ 73416 h 361333"/>
                <a:gd name="connsiteX45" fmla="*/ 184669 w 361674"/>
                <a:gd name="connsiteY45" fmla="*/ 90653 h 361333"/>
                <a:gd name="connsiteX46" fmla="*/ 182113 w 361674"/>
                <a:gd name="connsiteY46" fmla="*/ 97037 h 361333"/>
                <a:gd name="connsiteX47" fmla="*/ 177641 w 361674"/>
                <a:gd name="connsiteY47" fmla="*/ 104697 h 361333"/>
                <a:gd name="connsiteX48" fmla="*/ 176362 w 361674"/>
                <a:gd name="connsiteY48" fmla="*/ 104697 h 361333"/>
                <a:gd name="connsiteX49" fmla="*/ 169972 w 361674"/>
                <a:gd name="connsiteY49" fmla="*/ 100229 h 361333"/>
                <a:gd name="connsiteX50" fmla="*/ 176362 w 361674"/>
                <a:gd name="connsiteY50" fmla="*/ 81715 h 361333"/>
                <a:gd name="connsiteX51" fmla="*/ 206395 w 361674"/>
                <a:gd name="connsiteY51" fmla="*/ 86822 h 361333"/>
                <a:gd name="connsiteX52" fmla="*/ 211507 w 361674"/>
                <a:gd name="connsiteY52" fmla="*/ 75331 h 361333"/>
                <a:gd name="connsiteX53" fmla="*/ 217258 w 361674"/>
                <a:gd name="connsiteY53" fmla="*/ 68309 h 361333"/>
                <a:gd name="connsiteX54" fmla="*/ 224287 w 361674"/>
                <a:gd name="connsiteY54" fmla="*/ 74054 h 361333"/>
                <a:gd name="connsiteX55" fmla="*/ 215341 w 361674"/>
                <a:gd name="connsiteY55" fmla="*/ 95760 h 361333"/>
                <a:gd name="connsiteX56" fmla="*/ 211507 w 361674"/>
                <a:gd name="connsiteY56" fmla="*/ 107251 h 361333"/>
                <a:gd name="connsiteX57" fmla="*/ 207034 w 361674"/>
                <a:gd name="connsiteY57" fmla="*/ 114912 h 361333"/>
                <a:gd name="connsiteX58" fmla="*/ 205756 w 361674"/>
                <a:gd name="connsiteY58" fmla="*/ 114912 h 361333"/>
                <a:gd name="connsiteX59" fmla="*/ 199367 w 361674"/>
                <a:gd name="connsiteY59" fmla="*/ 110443 h 361333"/>
                <a:gd name="connsiteX60" fmla="*/ 206395 w 361674"/>
                <a:gd name="connsiteY60" fmla="*/ 86822 h 361333"/>
                <a:gd name="connsiteX61" fmla="*/ 180836 w 361674"/>
                <a:gd name="connsiteY61" fmla="*/ 0 h 361333"/>
                <a:gd name="connsiteX62" fmla="*/ 0 w 361674"/>
                <a:gd name="connsiteY62" fmla="*/ 180667 h 361333"/>
                <a:gd name="connsiteX63" fmla="*/ 180836 w 361674"/>
                <a:gd name="connsiteY63" fmla="*/ 361333 h 361333"/>
                <a:gd name="connsiteX64" fmla="*/ 361670 w 361674"/>
                <a:gd name="connsiteY64" fmla="*/ 180667 h 361333"/>
                <a:gd name="connsiteX65" fmla="*/ 180836 w 361674"/>
                <a:gd name="connsiteY65"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61674" h="361333">
                  <a:moveTo>
                    <a:pt x="288186" y="203649"/>
                  </a:moveTo>
                  <a:lnTo>
                    <a:pt x="270934" y="203649"/>
                  </a:lnTo>
                  <a:lnTo>
                    <a:pt x="270934" y="254083"/>
                  </a:lnTo>
                  <a:cubicBezTo>
                    <a:pt x="270934" y="266212"/>
                    <a:pt x="267100" y="276427"/>
                    <a:pt x="260071" y="282811"/>
                  </a:cubicBezTo>
                  <a:cubicBezTo>
                    <a:pt x="249846" y="293025"/>
                    <a:pt x="235150" y="293663"/>
                    <a:pt x="231316" y="293663"/>
                  </a:cubicBezTo>
                  <a:cubicBezTo>
                    <a:pt x="230677" y="293663"/>
                    <a:pt x="230038" y="293663"/>
                    <a:pt x="230038" y="293663"/>
                  </a:cubicBezTo>
                  <a:lnTo>
                    <a:pt x="126521" y="293663"/>
                  </a:lnTo>
                  <a:cubicBezTo>
                    <a:pt x="116297" y="293663"/>
                    <a:pt x="107990" y="290471"/>
                    <a:pt x="101600" y="283449"/>
                  </a:cubicBezTo>
                  <a:cubicBezTo>
                    <a:pt x="90098" y="270681"/>
                    <a:pt x="91376" y="251529"/>
                    <a:pt x="92015" y="250252"/>
                  </a:cubicBezTo>
                  <a:lnTo>
                    <a:pt x="92015" y="203011"/>
                  </a:lnTo>
                  <a:lnTo>
                    <a:pt x="74763" y="203011"/>
                  </a:lnTo>
                  <a:cubicBezTo>
                    <a:pt x="70928" y="203011"/>
                    <a:pt x="68373" y="200457"/>
                    <a:pt x="68373" y="196627"/>
                  </a:cubicBezTo>
                  <a:cubicBezTo>
                    <a:pt x="68373" y="192796"/>
                    <a:pt x="70928" y="190243"/>
                    <a:pt x="74763" y="190243"/>
                  </a:cubicBezTo>
                  <a:lnTo>
                    <a:pt x="92015" y="190243"/>
                  </a:lnTo>
                  <a:lnTo>
                    <a:pt x="92015" y="172368"/>
                  </a:lnTo>
                  <a:lnTo>
                    <a:pt x="91376" y="172368"/>
                  </a:lnTo>
                  <a:cubicBezTo>
                    <a:pt x="87543" y="172368"/>
                    <a:pt x="84986" y="169814"/>
                    <a:pt x="84986" y="165984"/>
                  </a:cubicBezTo>
                  <a:lnTo>
                    <a:pt x="84986" y="151300"/>
                  </a:lnTo>
                  <a:cubicBezTo>
                    <a:pt x="84986" y="135341"/>
                    <a:pt x="99683" y="130233"/>
                    <a:pt x="109268" y="130233"/>
                  </a:cubicBezTo>
                  <a:lnTo>
                    <a:pt x="165500" y="130233"/>
                  </a:lnTo>
                  <a:cubicBezTo>
                    <a:pt x="166777" y="127041"/>
                    <a:pt x="169972" y="121296"/>
                    <a:pt x="182752" y="121296"/>
                  </a:cubicBezTo>
                  <a:cubicBezTo>
                    <a:pt x="195532" y="121296"/>
                    <a:pt x="198727" y="127041"/>
                    <a:pt x="200005" y="130233"/>
                  </a:cubicBezTo>
                  <a:lnTo>
                    <a:pt x="254320" y="130233"/>
                  </a:lnTo>
                  <a:cubicBezTo>
                    <a:pt x="274767" y="130233"/>
                    <a:pt x="279241" y="145555"/>
                    <a:pt x="279241" y="151939"/>
                  </a:cubicBezTo>
                  <a:lnTo>
                    <a:pt x="279241" y="166622"/>
                  </a:lnTo>
                  <a:cubicBezTo>
                    <a:pt x="279241" y="170452"/>
                    <a:pt x="276685" y="173006"/>
                    <a:pt x="272851" y="173006"/>
                  </a:cubicBezTo>
                  <a:lnTo>
                    <a:pt x="271572" y="173006"/>
                  </a:lnTo>
                  <a:lnTo>
                    <a:pt x="271572" y="190881"/>
                  </a:lnTo>
                  <a:lnTo>
                    <a:pt x="288826" y="190881"/>
                  </a:lnTo>
                  <a:cubicBezTo>
                    <a:pt x="292659" y="190881"/>
                    <a:pt x="295216" y="193435"/>
                    <a:pt x="295216" y="197265"/>
                  </a:cubicBezTo>
                  <a:cubicBezTo>
                    <a:pt x="294576" y="200457"/>
                    <a:pt x="292021" y="203649"/>
                    <a:pt x="288186" y="203649"/>
                  </a:cubicBezTo>
                  <a:moveTo>
                    <a:pt x="145052" y="86822"/>
                  </a:moveTo>
                  <a:cubicBezTo>
                    <a:pt x="150802" y="81077"/>
                    <a:pt x="150164" y="75331"/>
                    <a:pt x="150164" y="75331"/>
                  </a:cubicBezTo>
                  <a:cubicBezTo>
                    <a:pt x="150164" y="72139"/>
                    <a:pt x="152720" y="68947"/>
                    <a:pt x="155915" y="68309"/>
                  </a:cubicBezTo>
                  <a:cubicBezTo>
                    <a:pt x="159110" y="68309"/>
                    <a:pt x="162305" y="70862"/>
                    <a:pt x="162943" y="74054"/>
                  </a:cubicBezTo>
                  <a:cubicBezTo>
                    <a:pt x="163582" y="78523"/>
                    <a:pt x="161666" y="88099"/>
                    <a:pt x="153997" y="95760"/>
                  </a:cubicBezTo>
                  <a:cubicBezTo>
                    <a:pt x="148886" y="100867"/>
                    <a:pt x="150164" y="106613"/>
                    <a:pt x="150164" y="107251"/>
                  </a:cubicBezTo>
                  <a:cubicBezTo>
                    <a:pt x="150802" y="110443"/>
                    <a:pt x="148886" y="114273"/>
                    <a:pt x="145691" y="114912"/>
                  </a:cubicBezTo>
                  <a:cubicBezTo>
                    <a:pt x="145052" y="114912"/>
                    <a:pt x="144412" y="114912"/>
                    <a:pt x="144412" y="114912"/>
                  </a:cubicBezTo>
                  <a:cubicBezTo>
                    <a:pt x="141857" y="114912"/>
                    <a:pt x="139301" y="112997"/>
                    <a:pt x="138022" y="110443"/>
                  </a:cubicBezTo>
                  <a:cubicBezTo>
                    <a:pt x="136745" y="105336"/>
                    <a:pt x="136745" y="95121"/>
                    <a:pt x="145052" y="86822"/>
                  </a:cubicBezTo>
                  <a:moveTo>
                    <a:pt x="176362" y="81715"/>
                  </a:moveTo>
                  <a:cubicBezTo>
                    <a:pt x="180197" y="78523"/>
                    <a:pt x="179557" y="74693"/>
                    <a:pt x="179557" y="74693"/>
                  </a:cubicBezTo>
                  <a:cubicBezTo>
                    <a:pt x="179557" y="71501"/>
                    <a:pt x="182113" y="68309"/>
                    <a:pt x="185308" y="67670"/>
                  </a:cubicBezTo>
                  <a:cubicBezTo>
                    <a:pt x="189142" y="67670"/>
                    <a:pt x="191698" y="69585"/>
                    <a:pt x="192337" y="73416"/>
                  </a:cubicBezTo>
                  <a:cubicBezTo>
                    <a:pt x="192337" y="74693"/>
                    <a:pt x="192977" y="82992"/>
                    <a:pt x="184669" y="90653"/>
                  </a:cubicBezTo>
                  <a:cubicBezTo>
                    <a:pt x="181474" y="93206"/>
                    <a:pt x="182113" y="96398"/>
                    <a:pt x="182113" y="97037"/>
                  </a:cubicBezTo>
                  <a:cubicBezTo>
                    <a:pt x="182752" y="100229"/>
                    <a:pt x="180836" y="104059"/>
                    <a:pt x="177641" y="104697"/>
                  </a:cubicBezTo>
                  <a:cubicBezTo>
                    <a:pt x="177002" y="104697"/>
                    <a:pt x="176362" y="104697"/>
                    <a:pt x="176362" y="104697"/>
                  </a:cubicBezTo>
                  <a:cubicBezTo>
                    <a:pt x="173807" y="104697"/>
                    <a:pt x="171251" y="102782"/>
                    <a:pt x="169972" y="100229"/>
                  </a:cubicBezTo>
                  <a:cubicBezTo>
                    <a:pt x="169333" y="97037"/>
                    <a:pt x="169333" y="88737"/>
                    <a:pt x="176362" y="81715"/>
                  </a:cubicBezTo>
                  <a:moveTo>
                    <a:pt x="206395" y="86822"/>
                  </a:moveTo>
                  <a:cubicBezTo>
                    <a:pt x="212146" y="81077"/>
                    <a:pt x="211507" y="75331"/>
                    <a:pt x="211507" y="75331"/>
                  </a:cubicBezTo>
                  <a:cubicBezTo>
                    <a:pt x="211507" y="72139"/>
                    <a:pt x="214063" y="68947"/>
                    <a:pt x="217258" y="68309"/>
                  </a:cubicBezTo>
                  <a:cubicBezTo>
                    <a:pt x="220453" y="67670"/>
                    <a:pt x="223648" y="70862"/>
                    <a:pt x="224287" y="74054"/>
                  </a:cubicBezTo>
                  <a:cubicBezTo>
                    <a:pt x="224926" y="78523"/>
                    <a:pt x="223009" y="88099"/>
                    <a:pt x="215341" y="95760"/>
                  </a:cubicBezTo>
                  <a:cubicBezTo>
                    <a:pt x="210229" y="100867"/>
                    <a:pt x="211507" y="106613"/>
                    <a:pt x="211507" y="107251"/>
                  </a:cubicBezTo>
                  <a:cubicBezTo>
                    <a:pt x="212146" y="110443"/>
                    <a:pt x="210229" y="114273"/>
                    <a:pt x="207034" y="114912"/>
                  </a:cubicBezTo>
                  <a:cubicBezTo>
                    <a:pt x="206395" y="114912"/>
                    <a:pt x="205756" y="114912"/>
                    <a:pt x="205756" y="114912"/>
                  </a:cubicBezTo>
                  <a:cubicBezTo>
                    <a:pt x="203200" y="114912"/>
                    <a:pt x="200644" y="112997"/>
                    <a:pt x="199367" y="110443"/>
                  </a:cubicBezTo>
                  <a:cubicBezTo>
                    <a:pt x="198088" y="105336"/>
                    <a:pt x="198088" y="95121"/>
                    <a:pt x="206395" y="86822"/>
                  </a:cubicBezTo>
                  <a:moveTo>
                    <a:pt x="180836" y="0"/>
                  </a:moveTo>
                  <a:cubicBezTo>
                    <a:pt x="80513" y="0"/>
                    <a:pt x="0" y="81077"/>
                    <a:pt x="0" y="180667"/>
                  </a:cubicBezTo>
                  <a:cubicBezTo>
                    <a:pt x="0" y="280895"/>
                    <a:pt x="81153" y="361333"/>
                    <a:pt x="180836" y="361333"/>
                  </a:cubicBezTo>
                  <a:cubicBezTo>
                    <a:pt x="281157" y="361333"/>
                    <a:pt x="361670" y="280257"/>
                    <a:pt x="361670" y="180667"/>
                  </a:cubicBezTo>
                  <a:cubicBezTo>
                    <a:pt x="362310" y="81077"/>
                    <a:pt x="281157" y="0"/>
                    <a:pt x="180836" y="0"/>
                  </a:cubicBezTo>
                </a:path>
              </a:pathLst>
            </a:custGeom>
            <a:solidFill>
              <a:srgbClr val="009A44"/>
            </a:solidFill>
            <a:ln w="6390" cap="flat">
              <a:noFill/>
              <a:prstDash val="solid"/>
              <a:miter/>
            </a:ln>
          </p:spPr>
          <p:txBody>
            <a:bodyPr rtlCol="0" anchor="ctr"/>
            <a:lstStyle/>
            <a:p>
              <a:endParaRPr lang="en-US"/>
            </a:p>
          </p:txBody>
        </p:sp>
      </p:grpSp>
      <p:grpSp>
        <p:nvGrpSpPr>
          <p:cNvPr id="850" name="Graphic 4">
            <a:extLst>
              <a:ext uri="{FF2B5EF4-FFF2-40B4-BE49-F238E27FC236}">
                <a16:creationId xmlns:a16="http://schemas.microsoft.com/office/drawing/2014/main" id="{17236077-DA44-A248-A01A-BFD9AFB14AF6}"/>
              </a:ext>
            </a:extLst>
          </p:cNvPr>
          <p:cNvGrpSpPr/>
          <p:nvPr/>
        </p:nvGrpSpPr>
        <p:grpSpPr>
          <a:xfrm>
            <a:off x="6753524" y="2371173"/>
            <a:ext cx="361674" cy="361333"/>
            <a:chOff x="6753524" y="2371173"/>
            <a:chExt cx="361674" cy="361333"/>
          </a:xfrm>
          <a:solidFill>
            <a:srgbClr val="009A44"/>
          </a:solidFill>
        </p:grpSpPr>
        <p:sp>
          <p:nvSpPr>
            <p:cNvPr id="851" name="Graphic 4">
              <a:extLst>
                <a:ext uri="{FF2B5EF4-FFF2-40B4-BE49-F238E27FC236}">
                  <a16:creationId xmlns:a16="http://schemas.microsoft.com/office/drawing/2014/main" id="{74668EDE-CDA8-CA4F-A302-DC87C7261215}"/>
                </a:ext>
              </a:extLst>
            </p:cNvPr>
            <p:cNvSpPr/>
            <p:nvPr/>
          </p:nvSpPr>
          <p:spPr>
            <a:xfrm>
              <a:off x="6753524" y="2371173"/>
              <a:ext cx="361674" cy="361333"/>
            </a:xfrm>
            <a:custGeom>
              <a:avLst/>
              <a:gdLst>
                <a:gd name="connsiteX0" fmla="*/ 180835 w 361674"/>
                <a:gd name="connsiteY0" fmla="*/ 349204 h 361333"/>
                <a:gd name="connsiteX1" fmla="*/ 12780 w 361674"/>
                <a:gd name="connsiteY1" fmla="*/ 181305 h 361333"/>
                <a:gd name="connsiteX2" fmla="*/ 180835 w 361674"/>
                <a:gd name="connsiteY2" fmla="*/ 13406 h 361333"/>
                <a:gd name="connsiteX3" fmla="*/ 348890 w 361674"/>
                <a:gd name="connsiteY3" fmla="*/ 181305 h 361333"/>
                <a:gd name="connsiteX4" fmla="*/ 180835 w 361674"/>
                <a:gd name="connsiteY4" fmla="*/ 349204 h 361333"/>
                <a:gd name="connsiteX5" fmla="*/ 180835 w 361674"/>
                <a:gd name="connsiteY5" fmla="*/ 0 h 361333"/>
                <a:gd name="connsiteX6" fmla="*/ 0 w 361674"/>
                <a:gd name="connsiteY6" fmla="*/ 180667 h 361333"/>
                <a:gd name="connsiteX7" fmla="*/ 180835 w 361674"/>
                <a:gd name="connsiteY7" fmla="*/ 361333 h 361333"/>
                <a:gd name="connsiteX8" fmla="*/ 361670 w 361674"/>
                <a:gd name="connsiteY8" fmla="*/ 180667 h 361333"/>
                <a:gd name="connsiteX9" fmla="*/ 180835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9529" y="273873"/>
                    <a:pt x="274128" y="349204"/>
                    <a:pt x="180835" y="349204"/>
                  </a:cubicBezTo>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09" y="81077"/>
                    <a:pt x="281157" y="0"/>
                    <a:pt x="180835" y="0"/>
                  </a:cubicBezTo>
                </a:path>
              </a:pathLst>
            </a:custGeom>
            <a:solidFill>
              <a:srgbClr val="009A44"/>
            </a:solidFill>
            <a:ln w="6390" cap="flat">
              <a:noFill/>
              <a:prstDash val="solid"/>
              <a:miter/>
            </a:ln>
          </p:spPr>
          <p:txBody>
            <a:bodyPr rtlCol="0" anchor="ctr"/>
            <a:lstStyle/>
            <a:p>
              <a:endParaRPr lang="en-US"/>
            </a:p>
          </p:txBody>
        </p:sp>
        <p:sp>
          <p:nvSpPr>
            <p:cNvPr id="852" name="Graphic 4">
              <a:extLst>
                <a:ext uri="{FF2B5EF4-FFF2-40B4-BE49-F238E27FC236}">
                  <a16:creationId xmlns:a16="http://schemas.microsoft.com/office/drawing/2014/main" id="{76751C5E-5622-7444-B943-27DC81FED1F3}"/>
                </a:ext>
              </a:extLst>
            </p:cNvPr>
            <p:cNvSpPr/>
            <p:nvPr/>
          </p:nvSpPr>
          <p:spPr>
            <a:xfrm>
              <a:off x="6828286" y="2460549"/>
              <a:ext cx="212146" cy="152577"/>
            </a:xfrm>
            <a:custGeom>
              <a:avLst/>
              <a:gdLst>
                <a:gd name="connsiteX0" fmla="*/ 101600 w 212146"/>
                <a:gd name="connsiteY0" fmla="*/ 33835 h 152577"/>
                <a:gd name="connsiteX1" fmla="*/ 106712 w 212146"/>
                <a:gd name="connsiteY1" fmla="*/ 34474 h 152577"/>
                <a:gd name="connsiteX2" fmla="*/ 111824 w 212146"/>
                <a:gd name="connsiteY2" fmla="*/ 33835 h 152577"/>
                <a:gd name="connsiteX3" fmla="*/ 200005 w 212146"/>
                <a:gd name="connsiteY3" fmla="*/ 139809 h 152577"/>
                <a:gd name="connsiteX4" fmla="*/ 14058 w 212146"/>
                <a:gd name="connsiteY4" fmla="*/ 139809 h 152577"/>
                <a:gd name="connsiteX5" fmla="*/ 101600 w 212146"/>
                <a:gd name="connsiteY5" fmla="*/ 33835 h 152577"/>
                <a:gd name="connsiteX6" fmla="*/ 102239 w 212146"/>
                <a:gd name="connsiteY6" fmla="*/ 17237 h 152577"/>
                <a:gd name="connsiteX7" fmla="*/ 106712 w 212146"/>
                <a:gd name="connsiteY7" fmla="*/ 12768 h 152577"/>
                <a:gd name="connsiteX8" fmla="*/ 111185 w 212146"/>
                <a:gd name="connsiteY8" fmla="*/ 17237 h 152577"/>
                <a:gd name="connsiteX9" fmla="*/ 109268 w 212146"/>
                <a:gd name="connsiteY9" fmla="*/ 20429 h 152577"/>
                <a:gd name="connsiteX10" fmla="*/ 106712 w 212146"/>
                <a:gd name="connsiteY10" fmla="*/ 20429 h 152577"/>
                <a:gd name="connsiteX11" fmla="*/ 104156 w 212146"/>
                <a:gd name="connsiteY11" fmla="*/ 20429 h 152577"/>
                <a:gd name="connsiteX12" fmla="*/ 102239 w 212146"/>
                <a:gd name="connsiteY12" fmla="*/ 17237 h 152577"/>
                <a:gd name="connsiteX13" fmla="*/ 7029 w 212146"/>
                <a:gd name="connsiteY13" fmla="*/ 152577 h 152577"/>
                <a:gd name="connsiteX14" fmla="*/ 205756 w 212146"/>
                <a:gd name="connsiteY14" fmla="*/ 152577 h 152577"/>
                <a:gd name="connsiteX15" fmla="*/ 212146 w 212146"/>
                <a:gd name="connsiteY15" fmla="*/ 146193 h 152577"/>
                <a:gd name="connsiteX16" fmla="*/ 122687 w 212146"/>
                <a:gd name="connsiteY16" fmla="*/ 21706 h 152577"/>
                <a:gd name="connsiteX17" fmla="*/ 123326 w 212146"/>
                <a:gd name="connsiteY17" fmla="*/ 17237 h 152577"/>
                <a:gd name="connsiteX18" fmla="*/ 106073 w 212146"/>
                <a:gd name="connsiteY18" fmla="*/ 0 h 152577"/>
                <a:gd name="connsiteX19" fmla="*/ 88820 w 212146"/>
                <a:gd name="connsiteY19" fmla="*/ 17237 h 152577"/>
                <a:gd name="connsiteX20" fmla="*/ 89459 w 212146"/>
                <a:gd name="connsiteY20" fmla="*/ 21706 h 152577"/>
                <a:gd name="connsiteX21" fmla="*/ 0 w 212146"/>
                <a:gd name="connsiteY21" fmla="*/ 146193 h 152577"/>
                <a:gd name="connsiteX22" fmla="*/ 7029 w 212146"/>
                <a:gd name="connsiteY22" fmla="*/ 152577 h 15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146" h="152577">
                  <a:moveTo>
                    <a:pt x="101600" y="33835"/>
                  </a:moveTo>
                  <a:cubicBezTo>
                    <a:pt x="102878" y="34474"/>
                    <a:pt x="104795" y="34474"/>
                    <a:pt x="106712" y="34474"/>
                  </a:cubicBezTo>
                  <a:cubicBezTo>
                    <a:pt x="108629" y="34474"/>
                    <a:pt x="109907" y="33835"/>
                    <a:pt x="111824" y="33835"/>
                  </a:cubicBezTo>
                  <a:cubicBezTo>
                    <a:pt x="173807" y="36389"/>
                    <a:pt x="198088" y="90653"/>
                    <a:pt x="200005" y="139809"/>
                  </a:cubicBezTo>
                  <a:lnTo>
                    <a:pt x="14058" y="139809"/>
                  </a:lnTo>
                  <a:cubicBezTo>
                    <a:pt x="15336" y="90653"/>
                    <a:pt x="38978" y="36389"/>
                    <a:pt x="101600" y="33835"/>
                  </a:cubicBezTo>
                  <a:moveTo>
                    <a:pt x="102239" y="17237"/>
                  </a:moveTo>
                  <a:cubicBezTo>
                    <a:pt x="102239" y="14683"/>
                    <a:pt x="104156" y="12768"/>
                    <a:pt x="106712" y="12768"/>
                  </a:cubicBezTo>
                  <a:cubicBezTo>
                    <a:pt x="109268" y="12768"/>
                    <a:pt x="111185" y="14683"/>
                    <a:pt x="111185" y="17237"/>
                  </a:cubicBezTo>
                  <a:cubicBezTo>
                    <a:pt x="111185" y="18514"/>
                    <a:pt x="110546" y="19790"/>
                    <a:pt x="109268" y="20429"/>
                  </a:cubicBezTo>
                  <a:cubicBezTo>
                    <a:pt x="108629" y="20429"/>
                    <a:pt x="107351" y="20429"/>
                    <a:pt x="106712" y="20429"/>
                  </a:cubicBezTo>
                  <a:cubicBezTo>
                    <a:pt x="106073" y="20429"/>
                    <a:pt x="104795" y="20429"/>
                    <a:pt x="104156" y="20429"/>
                  </a:cubicBezTo>
                  <a:cubicBezTo>
                    <a:pt x="102878" y="19790"/>
                    <a:pt x="102239" y="18514"/>
                    <a:pt x="102239" y="17237"/>
                  </a:cubicBezTo>
                  <a:moveTo>
                    <a:pt x="7029" y="152577"/>
                  </a:moveTo>
                  <a:lnTo>
                    <a:pt x="205756" y="152577"/>
                  </a:lnTo>
                  <a:cubicBezTo>
                    <a:pt x="209590" y="152577"/>
                    <a:pt x="212146" y="150024"/>
                    <a:pt x="212146" y="146193"/>
                  </a:cubicBezTo>
                  <a:cubicBezTo>
                    <a:pt x="212146" y="88738"/>
                    <a:pt x="184031" y="30643"/>
                    <a:pt x="122687" y="21706"/>
                  </a:cubicBezTo>
                  <a:cubicBezTo>
                    <a:pt x="123326" y="20429"/>
                    <a:pt x="123326" y="18514"/>
                    <a:pt x="123326" y="17237"/>
                  </a:cubicBezTo>
                  <a:cubicBezTo>
                    <a:pt x="123326" y="7661"/>
                    <a:pt x="115658" y="0"/>
                    <a:pt x="106073" y="0"/>
                  </a:cubicBezTo>
                  <a:cubicBezTo>
                    <a:pt x="96488" y="0"/>
                    <a:pt x="88820" y="7661"/>
                    <a:pt x="88820" y="17237"/>
                  </a:cubicBezTo>
                  <a:cubicBezTo>
                    <a:pt x="88820" y="18514"/>
                    <a:pt x="88820" y="20429"/>
                    <a:pt x="89459" y="21706"/>
                  </a:cubicBezTo>
                  <a:cubicBezTo>
                    <a:pt x="28116" y="30643"/>
                    <a:pt x="0" y="88738"/>
                    <a:pt x="0" y="146193"/>
                  </a:cubicBezTo>
                  <a:cubicBezTo>
                    <a:pt x="639" y="150024"/>
                    <a:pt x="3195" y="152577"/>
                    <a:pt x="7029" y="152577"/>
                  </a:cubicBezTo>
                </a:path>
              </a:pathLst>
            </a:custGeom>
            <a:solidFill>
              <a:srgbClr val="009A44"/>
            </a:solidFill>
            <a:ln w="6390" cap="flat">
              <a:noFill/>
              <a:prstDash val="solid"/>
              <a:miter/>
            </a:ln>
          </p:spPr>
          <p:txBody>
            <a:bodyPr rtlCol="0" anchor="ctr"/>
            <a:lstStyle/>
            <a:p>
              <a:endParaRPr lang="en-US"/>
            </a:p>
          </p:txBody>
        </p:sp>
        <p:sp>
          <p:nvSpPr>
            <p:cNvPr id="853" name="Graphic 4">
              <a:extLst>
                <a:ext uri="{FF2B5EF4-FFF2-40B4-BE49-F238E27FC236}">
                  <a16:creationId xmlns:a16="http://schemas.microsoft.com/office/drawing/2014/main" id="{EE1B7A9D-2475-F447-B827-153AEA7F34C2}"/>
                </a:ext>
              </a:extLst>
            </p:cNvPr>
            <p:cNvSpPr/>
            <p:nvPr/>
          </p:nvSpPr>
          <p:spPr>
            <a:xfrm>
              <a:off x="6825730" y="2621425"/>
              <a:ext cx="218536" cy="21705"/>
            </a:xfrm>
            <a:custGeom>
              <a:avLst/>
              <a:gdLst>
                <a:gd name="connsiteX0" fmla="*/ 212146 w 218536"/>
                <a:gd name="connsiteY0" fmla="*/ 0 h 21705"/>
                <a:gd name="connsiteX1" fmla="*/ 194254 w 218536"/>
                <a:gd name="connsiteY1" fmla="*/ 0 h 21705"/>
                <a:gd name="connsiteX2" fmla="*/ 189782 w 218536"/>
                <a:gd name="connsiteY2" fmla="*/ 1915 h 21705"/>
                <a:gd name="connsiteX3" fmla="*/ 182753 w 218536"/>
                <a:gd name="connsiteY3" fmla="*/ 8938 h 21705"/>
                <a:gd name="connsiteX4" fmla="*/ 37062 w 218536"/>
                <a:gd name="connsiteY4" fmla="*/ 8938 h 21705"/>
                <a:gd name="connsiteX5" fmla="*/ 30672 w 218536"/>
                <a:gd name="connsiteY5" fmla="*/ 1915 h 21705"/>
                <a:gd name="connsiteX6" fmla="*/ 26199 w 218536"/>
                <a:gd name="connsiteY6" fmla="*/ 0 h 21705"/>
                <a:gd name="connsiteX7" fmla="*/ 6390 w 218536"/>
                <a:gd name="connsiteY7" fmla="*/ 0 h 21705"/>
                <a:gd name="connsiteX8" fmla="*/ 0 w 218536"/>
                <a:gd name="connsiteY8" fmla="*/ 6384 h 21705"/>
                <a:gd name="connsiteX9" fmla="*/ 6390 w 218536"/>
                <a:gd name="connsiteY9" fmla="*/ 12768 h 21705"/>
                <a:gd name="connsiteX10" fmla="*/ 23643 w 218536"/>
                <a:gd name="connsiteY10" fmla="*/ 12768 h 21705"/>
                <a:gd name="connsiteX11" fmla="*/ 30033 w 218536"/>
                <a:gd name="connsiteY11" fmla="*/ 19790 h 21705"/>
                <a:gd name="connsiteX12" fmla="*/ 34506 w 218536"/>
                <a:gd name="connsiteY12" fmla="*/ 21706 h 21705"/>
                <a:gd name="connsiteX13" fmla="*/ 185308 w 218536"/>
                <a:gd name="connsiteY13" fmla="*/ 21706 h 21705"/>
                <a:gd name="connsiteX14" fmla="*/ 189782 w 218536"/>
                <a:gd name="connsiteY14" fmla="*/ 19790 h 21705"/>
                <a:gd name="connsiteX15" fmla="*/ 196810 w 218536"/>
                <a:gd name="connsiteY15" fmla="*/ 12768 h 21705"/>
                <a:gd name="connsiteX16" fmla="*/ 212146 w 218536"/>
                <a:gd name="connsiteY16" fmla="*/ 12768 h 21705"/>
                <a:gd name="connsiteX17" fmla="*/ 218536 w 218536"/>
                <a:gd name="connsiteY17" fmla="*/ 6384 h 21705"/>
                <a:gd name="connsiteX18" fmla="*/ 212146 w 218536"/>
                <a:gd name="connsiteY18" fmla="*/ 0 h 2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536" h="21705">
                  <a:moveTo>
                    <a:pt x="212146" y="0"/>
                  </a:moveTo>
                  <a:lnTo>
                    <a:pt x="194254" y="0"/>
                  </a:lnTo>
                  <a:cubicBezTo>
                    <a:pt x="192338" y="0"/>
                    <a:pt x="191059" y="638"/>
                    <a:pt x="189782" y="1915"/>
                  </a:cubicBezTo>
                  <a:lnTo>
                    <a:pt x="182753" y="8938"/>
                  </a:lnTo>
                  <a:lnTo>
                    <a:pt x="37062" y="8938"/>
                  </a:lnTo>
                  <a:lnTo>
                    <a:pt x="30672" y="1915"/>
                  </a:lnTo>
                  <a:cubicBezTo>
                    <a:pt x="29394" y="638"/>
                    <a:pt x="28116" y="0"/>
                    <a:pt x="26199" y="0"/>
                  </a:cubicBezTo>
                  <a:lnTo>
                    <a:pt x="6390" y="0"/>
                  </a:lnTo>
                  <a:cubicBezTo>
                    <a:pt x="2556" y="0"/>
                    <a:pt x="0" y="2554"/>
                    <a:pt x="0" y="6384"/>
                  </a:cubicBezTo>
                  <a:cubicBezTo>
                    <a:pt x="0" y="10214"/>
                    <a:pt x="2556" y="12768"/>
                    <a:pt x="6390" y="12768"/>
                  </a:cubicBezTo>
                  <a:lnTo>
                    <a:pt x="23643" y="12768"/>
                  </a:lnTo>
                  <a:lnTo>
                    <a:pt x="30033" y="19790"/>
                  </a:lnTo>
                  <a:cubicBezTo>
                    <a:pt x="31311" y="21067"/>
                    <a:pt x="32589" y="21706"/>
                    <a:pt x="34506" y="21706"/>
                  </a:cubicBezTo>
                  <a:lnTo>
                    <a:pt x="185308" y="21706"/>
                  </a:lnTo>
                  <a:cubicBezTo>
                    <a:pt x="187225" y="21706"/>
                    <a:pt x="188503" y="21067"/>
                    <a:pt x="189782" y="19790"/>
                  </a:cubicBezTo>
                  <a:lnTo>
                    <a:pt x="196810" y="12768"/>
                  </a:lnTo>
                  <a:lnTo>
                    <a:pt x="212146" y="12768"/>
                  </a:lnTo>
                  <a:cubicBezTo>
                    <a:pt x="215980" y="12768"/>
                    <a:pt x="218536" y="10214"/>
                    <a:pt x="218536" y="6384"/>
                  </a:cubicBezTo>
                  <a:cubicBezTo>
                    <a:pt x="218536" y="3192"/>
                    <a:pt x="215341" y="0"/>
                    <a:pt x="212146" y="0"/>
                  </a:cubicBezTo>
                </a:path>
              </a:pathLst>
            </a:custGeom>
            <a:solidFill>
              <a:srgbClr val="009A44"/>
            </a:solidFill>
            <a:ln w="6390" cap="flat">
              <a:noFill/>
              <a:prstDash val="solid"/>
              <a:miter/>
            </a:ln>
          </p:spPr>
          <p:txBody>
            <a:bodyPr rtlCol="0" anchor="ctr"/>
            <a:lstStyle/>
            <a:p>
              <a:endParaRPr lang="en-US"/>
            </a:p>
          </p:txBody>
        </p:sp>
      </p:grpSp>
      <p:grpSp>
        <p:nvGrpSpPr>
          <p:cNvPr id="854" name="Graphic 4">
            <a:extLst>
              <a:ext uri="{FF2B5EF4-FFF2-40B4-BE49-F238E27FC236}">
                <a16:creationId xmlns:a16="http://schemas.microsoft.com/office/drawing/2014/main" id="{2C096414-178A-B44D-9FB9-77BA04F7BDEA}"/>
              </a:ext>
            </a:extLst>
          </p:cNvPr>
          <p:cNvGrpSpPr/>
          <p:nvPr/>
        </p:nvGrpSpPr>
        <p:grpSpPr>
          <a:xfrm>
            <a:off x="6753524" y="2855717"/>
            <a:ext cx="361674" cy="361333"/>
            <a:chOff x="6753524" y="2855717"/>
            <a:chExt cx="361674" cy="361333"/>
          </a:xfrm>
          <a:solidFill>
            <a:srgbClr val="009A44"/>
          </a:solidFill>
        </p:grpSpPr>
        <p:sp>
          <p:nvSpPr>
            <p:cNvPr id="855" name="Graphic 4">
              <a:extLst>
                <a:ext uri="{FF2B5EF4-FFF2-40B4-BE49-F238E27FC236}">
                  <a16:creationId xmlns:a16="http://schemas.microsoft.com/office/drawing/2014/main" id="{6416EB71-086E-424C-B155-8CCEACC08E83}"/>
                </a:ext>
              </a:extLst>
            </p:cNvPr>
            <p:cNvSpPr/>
            <p:nvPr/>
          </p:nvSpPr>
          <p:spPr>
            <a:xfrm>
              <a:off x="6753524" y="2855717"/>
              <a:ext cx="361674" cy="361333"/>
            </a:xfrm>
            <a:custGeom>
              <a:avLst/>
              <a:gdLst>
                <a:gd name="connsiteX0" fmla="*/ 180835 w 361674"/>
                <a:gd name="connsiteY0" fmla="*/ 349204 h 361333"/>
                <a:gd name="connsiteX1" fmla="*/ 12780 w 361674"/>
                <a:gd name="connsiteY1" fmla="*/ 181305 h 361333"/>
                <a:gd name="connsiteX2" fmla="*/ 180835 w 361674"/>
                <a:gd name="connsiteY2" fmla="*/ 13406 h 361333"/>
                <a:gd name="connsiteX3" fmla="*/ 348890 w 361674"/>
                <a:gd name="connsiteY3" fmla="*/ 181305 h 361333"/>
                <a:gd name="connsiteX4" fmla="*/ 180835 w 361674"/>
                <a:gd name="connsiteY4" fmla="*/ 349204 h 361333"/>
                <a:gd name="connsiteX5" fmla="*/ 180835 w 361674"/>
                <a:gd name="connsiteY5" fmla="*/ 0 h 361333"/>
                <a:gd name="connsiteX6" fmla="*/ 0 w 361674"/>
                <a:gd name="connsiteY6" fmla="*/ 180667 h 361333"/>
                <a:gd name="connsiteX7" fmla="*/ 180835 w 361674"/>
                <a:gd name="connsiteY7" fmla="*/ 361333 h 361333"/>
                <a:gd name="connsiteX8" fmla="*/ 361670 w 361674"/>
                <a:gd name="connsiteY8" fmla="*/ 180667 h 361333"/>
                <a:gd name="connsiteX9" fmla="*/ 180835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29" y="273234"/>
                    <a:pt x="274128" y="349204"/>
                    <a:pt x="180835" y="349204"/>
                  </a:cubicBezTo>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2309" y="80438"/>
                    <a:pt x="281157" y="0"/>
                    <a:pt x="180835" y="0"/>
                  </a:cubicBezTo>
                </a:path>
              </a:pathLst>
            </a:custGeom>
            <a:solidFill>
              <a:srgbClr val="009A44"/>
            </a:solidFill>
            <a:ln w="6390" cap="flat">
              <a:noFill/>
              <a:prstDash val="solid"/>
              <a:miter/>
            </a:ln>
          </p:spPr>
          <p:txBody>
            <a:bodyPr rtlCol="0" anchor="ctr"/>
            <a:lstStyle/>
            <a:p>
              <a:endParaRPr lang="en-US"/>
            </a:p>
          </p:txBody>
        </p:sp>
        <p:sp>
          <p:nvSpPr>
            <p:cNvPr id="856" name="Graphic 4">
              <a:extLst>
                <a:ext uri="{FF2B5EF4-FFF2-40B4-BE49-F238E27FC236}">
                  <a16:creationId xmlns:a16="http://schemas.microsoft.com/office/drawing/2014/main" id="{B88B6FDF-4C66-774D-84D3-617FA344BB76}"/>
                </a:ext>
              </a:extLst>
            </p:cNvPr>
            <p:cNvSpPr/>
            <p:nvPr/>
          </p:nvSpPr>
          <p:spPr>
            <a:xfrm>
              <a:off x="6825465" y="2935498"/>
              <a:ext cx="209954" cy="175578"/>
            </a:xfrm>
            <a:custGeom>
              <a:avLst/>
              <a:gdLst>
                <a:gd name="connsiteX0" fmla="*/ 55219 w 209954"/>
                <a:gd name="connsiteY0" fmla="*/ 46622 h 175578"/>
                <a:gd name="connsiteX1" fmla="*/ 129342 w 209954"/>
                <a:gd name="connsiteY1" fmla="*/ 31939 h 175578"/>
                <a:gd name="connsiteX2" fmla="*/ 133814 w 209954"/>
                <a:gd name="connsiteY2" fmla="*/ 33854 h 175578"/>
                <a:gd name="connsiteX3" fmla="*/ 138927 w 209954"/>
                <a:gd name="connsiteY3" fmla="*/ 34493 h 175578"/>
                <a:gd name="connsiteX4" fmla="*/ 138927 w 209954"/>
                <a:gd name="connsiteY4" fmla="*/ 34493 h 175578"/>
                <a:gd name="connsiteX5" fmla="*/ 192602 w 209954"/>
                <a:gd name="connsiteY5" fmla="*/ 87480 h 175578"/>
                <a:gd name="connsiteX6" fmla="*/ 193241 w 209954"/>
                <a:gd name="connsiteY6" fmla="*/ 161534 h 175578"/>
                <a:gd name="connsiteX7" fmla="*/ 14962 w 209954"/>
                <a:gd name="connsiteY7" fmla="*/ 108547 h 175578"/>
                <a:gd name="connsiteX8" fmla="*/ 55219 w 209954"/>
                <a:gd name="connsiteY8" fmla="*/ 46622 h 175578"/>
                <a:gd name="connsiteX9" fmla="*/ 133814 w 209954"/>
                <a:gd name="connsiteY9" fmla="*/ 15979 h 175578"/>
                <a:gd name="connsiteX10" fmla="*/ 137648 w 209954"/>
                <a:gd name="connsiteY10" fmla="*/ 12787 h 175578"/>
                <a:gd name="connsiteX11" fmla="*/ 138927 w 209954"/>
                <a:gd name="connsiteY11" fmla="*/ 12787 h 175578"/>
                <a:gd name="connsiteX12" fmla="*/ 142122 w 209954"/>
                <a:gd name="connsiteY12" fmla="*/ 17894 h 175578"/>
                <a:gd name="connsiteX13" fmla="*/ 139566 w 209954"/>
                <a:gd name="connsiteY13" fmla="*/ 20448 h 175578"/>
                <a:gd name="connsiteX14" fmla="*/ 137009 w 209954"/>
                <a:gd name="connsiteY14" fmla="*/ 19809 h 175578"/>
                <a:gd name="connsiteX15" fmla="*/ 134453 w 209954"/>
                <a:gd name="connsiteY15" fmla="*/ 19171 h 175578"/>
                <a:gd name="connsiteX16" fmla="*/ 133814 w 209954"/>
                <a:gd name="connsiteY16" fmla="*/ 15979 h 175578"/>
                <a:gd name="connsiteX17" fmla="*/ 4099 w 209954"/>
                <a:gd name="connsiteY17" fmla="*/ 118761 h 175578"/>
                <a:gd name="connsiteX18" fmla="*/ 194519 w 209954"/>
                <a:gd name="connsiteY18" fmla="*/ 175579 h 175578"/>
                <a:gd name="connsiteX19" fmla="*/ 196436 w 209954"/>
                <a:gd name="connsiteY19" fmla="*/ 175579 h 175578"/>
                <a:gd name="connsiteX20" fmla="*/ 202826 w 209954"/>
                <a:gd name="connsiteY20" fmla="*/ 171110 h 175578"/>
                <a:gd name="connsiteX21" fmla="*/ 204104 w 209954"/>
                <a:gd name="connsiteY21" fmla="*/ 83011 h 175578"/>
                <a:gd name="connsiteX22" fmla="*/ 152984 w 209954"/>
                <a:gd name="connsiteY22" fmla="*/ 26193 h 175578"/>
                <a:gd name="connsiteX23" fmla="*/ 154902 w 209954"/>
                <a:gd name="connsiteY23" fmla="*/ 21725 h 175578"/>
                <a:gd name="connsiteX24" fmla="*/ 143399 w 209954"/>
                <a:gd name="connsiteY24" fmla="*/ 657 h 175578"/>
                <a:gd name="connsiteX25" fmla="*/ 122313 w 209954"/>
                <a:gd name="connsiteY25" fmla="*/ 12149 h 175578"/>
                <a:gd name="connsiteX26" fmla="*/ 121673 w 209954"/>
                <a:gd name="connsiteY26" fmla="*/ 16617 h 175578"/>
                <a:gd name="connsiteX27" fmla="*/ 47550 w 209954"/>
                <a:gd name="connsiteY27" fmla="*/ 36408 h 175578"/>
                <a:gd name="connsiteX28" fmla="*/ 265 w 209954"/>
                <a:gd name="connsiteY28" fmla="*/ 110462 h 175578"/>
                <a:gd name="connsiteX29" fmla="*/ 904 w 209954"/>
                <a:gd name="connsiteY29" fmla="*/ 115569 h 175578"/>
                <a:gd name="connsiteX30" fmla="*/ 4099 w 209954"/>
                <a:gd name="connsiteY30" fmla="*/ 118761 h 175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09954" h="175578">
                  <a:moveTo>
                    <a:pt x="55219" y="46622"/>
                  </a:moveTo>
                  <a:cubicBezTo>
                    <a:pt x="76944" y="29385"/>
                    <a:pt x="101226" y="24917"/>
                    <a:pt x="129342" y="31939"/>
                  </a:cubicBezTo>
                  <a:cubicBezTo>
                    <a:pt x="130619" y="32577"/>
                    <a:pt x="131898" y="33854"/>
                    <a:pt x="133814" y="33854"/>
                  </a:cubicBezTo>
                  <a:cubicBezTo>
                    <a:pt x="135732" y="34493"/>
                    <a:pt x="137009" y="34493"/>
                    <a:pt x="138927" y="34493"/>
                  </a:cubicBezTo>
                  <a:cubicBezTo>
                    <a:pt x="138927" y="34493"/>
                    <a:pt x="138927" y="34493"/>
                    <a:pt x="138927" y="34493"/>
                  </a:cubicBezTo>
                  <a:cubicBezTo>
                    <a:pt x="165764" y="44069"/>
                    <a:pt x="183656" y="61305"/>
                    <a:pt x="192602" y="87480"/>
                  </a:cubicBezTo>
                  <a:cubicBezTo>
                    <a:pt x="199631" y="109185"/>
                    <a:pt x="200270" y="135359"/>
                    <a:pt x="193241" y="161534"/>
                  </a:cubicBezTo>
                  <a:lnTo>
                    <a:pt x="14962" y="108547"/>
                  </a:lnTo>
                  <a:cubicBezTo>
                    <a:pt x="22629" y="82372"/>
                    <a:pt x="37327" y="60667"/>
                    <a:pt x="55219" y="46622"/>
                  </a:cubicBezTo>
                  <a:moveTo>
                    <a:pt x="133814" y="15979"/>
                  </a:moveTo>
                  <a:cubicBezTo>
                    <a:pt x="134453" y="14064"/>
                    <a:pt x="136371" y="12787"/>
                    <a:pt x="137648" y="12787"/>
                  </a:cubicBezTo>
                  <a:cubicBezTo>
                    <a:pt x="138288" y="12787"/>
                    <a:pt x="138288" y="12787"/>
                    <a:pt x="138927" y="12787"/>
                  </a:cubicBezTo>
                  <a:cubicBezTo>
                    <a:pt x="141483" y="13425"/>
                    <a:pt x="142761" y="15979"/>
                    <a:pt x="142122" y="17894"/>
                  </a:cubicBezTo>
                  <a:cubicBezTo>
                    <a:pt x="141483" y="19171"/>
                    <a:pt x="140843" y="20448"/>
                    <a:pt x="139566" y="20448"/>
                  </a:cubicBezTo>
                  <a:cubicBezTo>
                    <a:pt x="138927" y="20448"/>
                    <a:pt x="138288" y="19809"/>
                    <a:pt x="137009" y="19809"/>
                  </a:cubicBezTo>
                  <a:cubicBezTo>
                    <a:pt x="136371" y="19809"/>
                    <a:pt x="135732" y="19171"/>
                    <a:pt x="134453" y="19171"/>
                  </a:cubicBezTo>
                  <a:cubicBezTo>
                    <a:pt x="133814" y="19171"/>
                    <a:pt x="133814" y="17256"/>
                    <a:pt x="133814" y="15979"/>
                  </a:cubicBezTo>
                  <a:moveTo>
                    <a:pt x="4099" y="118761"/>
                  </a:moveTo>
                  <a:lnTo>
                    <a:pt x="194519" y="175579"/>
                  </a:lnTo>
                  <a:cubicBezTo>
                    <a:pt x="195158" y="175579"/>
                    <a:pt x="195797" y="175579"/>
                    <a:pt x="196436" y="175579"/>
                  </a:cubicBezTo>
                  <a:cubicBezTo>
                    <a:pt x="198992" y="175579"/>
                    <a:pt x="201548" y="173663"/>
                    <a:pt x="202826" y="171110"/>
                  </a:cubicBezTo>
                  <a:cubicBezTo>
                    <a:pt x="211772" y="139828"/>
                    <a:pt x="212411" y="109185"/>
                    <a:pt x="204104" y="83011"/>
                  </a:cubicBezTo>
                  <a:cubicBezTo>
                    <a:pt x="195158" y="56836"/>
                    <a:pt x="177905" y="37685"/>
                    <a:pt x="152984" y="26193"/>
                  </a:cubicBezTo>
                  <a:cubicBezTo>
                    <a:pt x="153623" y="24917"/>
                    <a:pt x="154263" y="23640"/>
                    <a:pt x="154902" y="21725"/>
                  </a:cubicBezTo>
                  <a:cubicBezTo>
                    <a:pt x="157458" y="12787"/>
                    <a:pt x="152345" y="3211"/>
                    <a:pt x="143399" y="657"/>
                  </a:cubicBezTo>
                  <a:cubicBezTo>
                    <a:pt x="134453" y="-1896"/>
                    <a:pt x="124868" y="3211"/>
                    <a:pt x="122313" y="12149"/>
                  </a:cubicBezTo>
                  <a:cubicBezTo>
                    <a:pt x="121673" y="13425"/>
                    <a:pt x="121673" y="15341"/>
                    <a:pt x="121673" y="16617"/>
                  </a:cubicBezTo>
                  <a:cubicBezTo>
                    <a:pt x="94836" y="12787"/>
                    <a:pt x="69276" y="19171"/>
                    <a:pt x="47550" y="36408"/>
                  </a:cubicBezTo>
                  <a:cubicBezTo>
                    <a:pt x="26464" y="53006"/>
                    <a:pt x="9850" y="79819"/>
                    <a:pt x="265" y="110462"/>
                  </a:cubicBezTo>
                  <a:cubicBezTo>
                    <a:pt x="-374" y="112377"/>
                    <a:pt x="265" y="113654"/>
                    <a:pt x="904" y="115569"/>
                  </a:cubicBezTo>
                  <a:cubicBezTo>
                    <a:pt x="904" y="116846"/>
                    <a:pt x="2821" y="118123"/>
                    <a:pt x="4099" y="118761"/>
                  </a:cubicBezTo>
                </a:path>
              </a:pathLst>
            </a:custGeom>
            <a:solidFill>
              <a:srgbClr val="009A44"/>
            </a:solidFill>
            <a:ln w="6390" cap="flat">
              <a:noFill/>
              <a:prstDash val="solid"/>
              <a:miter/>
            </a:ln>
          </p:spPr>
          <p:txBody>
            <a:bodyPr rtlCol="0" anchor="ctr"/>
            <a:lstStyle/>
            <a:p>
              <a:endParaRPr lang="en-US"/>
            </a:p>
          </p:txBody>
        </p:sp>
        <p:sp>
          <p:nvSpPr>
            <p:cNvPr id="857" name="Graphic 4">
              <a:extLst>
                <a:ext uri="{FF2B5EF4-FFF2-40B4-BE49-F238E27FC236}">
                  <a16:creationId xmlns:a16="http://schemas.microsoft.com/office/drawing/2014/main" id="{8FA404D2-048F-7D49-A96F-724B30883EB2}"/>
                </a:ext>
              </a:extLst>
            </p:cNvPr>
            <p:cNvSpPr/>
            <p:nvPr/>
          </p:nvSpPr>
          <p:spPr>
            <a:xfrm>
              <a:off x="6825730" y="3115545"/>
              <a:ext cx="218536" cy="21705"/>
            </a:xfrm>
            <a:custGeom>
              <a:avLst/>
              <a:gdLst>
                <a:gd name="connsiteX0" fmla="*/ 212146 w 218536"/>
                <a:gd name="connsiteY0" fmla="*/ 0 h 21705"/>
                <a:gd name="connsiteX1" fmla="*/ 194254 w 218536"/>
                <a:gd name="connsiteY1" fmla="*/ 0 h 21705"/>
                <a:gd name="connsiteX2" fmla="*/ 189782 w 218536"/>
                <a:gd name="connsiteY2" fmla="*/ 1915 h 21705"/>
                <a:gd name="connsiteX3" fmla="*/ 182753 w 218536"/>
                <a:gd name="connsiteY3" fmla="*/ 8938 h 21705"/>
                <a:gd name="connsiteX4" fmla="*/ 37062 w 218536"/>
                <a:gd name="connsiteY4" fmla="*/ 8938 h 21705"/>
                <a:gd name="connsiteX5" fmla="*/ 30672 w 218536"/>
                <a:gd name="connsiteY5" fmla="*/ 1915 h 21705"/>
                <a:gd name="connsiteX6" fmla="*/ 26199 w 218536"/>
                <a:gd name="connsiteY6" fmla="*/ 0 h 21705"/>
                <a:gd name="connsiteX7" fmla="*/ 6390 w 218536"/>
                <a:gd name="connsiteY7" fmla="*/ 0 h 21705"/>
                <a:gd name="connsiteX8" fmla="*/ 0 w 218536"/>
                <a:gd name="connsiteY8" fmla="*/ 6384 h 21705"/>
                <a:gd name="connsiteX9" fmla="*/ 6390 w 218536"/>
                <a:gd name="connsiteY9" fmla="*/ 12768 h 21705"/>
                <a:gd name="connsiteX10" fmla="*/ 23643 w 218536"/>
                <a:gd name="connsiteY10" fmla="*/ 12768 h 21705"/>
                <a:gd name="connsiteX11" fmla="*/ 30033 w 218536"/>
                <a:gd name="connsiteY11" fmla="*/ 19790 h 21705"/>
                <a:gd name="connsiteX12" fmla="*/ 34506 w 218536"/>
                <a:gd name="connsiteY12" fmla="*/ 21706 h 21705"/>
                <a:gd name="connsiteX13" fmla="*/ 185308 w 218536"/>
                <a:gd name="connsiteY13" fmla="*/ 21706 h 21705"/>
                <a:gd name="connsiteX14" fmla="*/ 189782 w 218536"/>
                <a:gd name="connsiteY14" fmla="*/ 19790 h 21705"/>
                <a:gd name="connsiteX15" fmla="*/ 196810 w 218536"/>
                <a:gd name="connsiteY15" fmla="*/ 12768 h 21705"/>
                <a:gd name="connsiteX16" fmla="*/ 212146 w 218536"/>
                <a:gd name="connsiteY16" fmla="*/ 12768 h 21705"/>
                <a:gd name="connsiteX17" fmla="*/ 218536 w 218536"/>
                <a:gd name="connsiteY17" fmla="*/ 6384 h 21705"/>
                <a:gd name="connsiteX18" fmla="*/ 212146 w 218536"/>
                <a:gd name="connsiteY18" fmla="*/ 0 h 2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536" h="21705">
                  <a:moveTo>
                    <a:pt x="212146" y="0"/>
                  </a:moveTo>
                  <a:lnTo>
                    <a:pt x="194254" y="0"/>
                  </a:lnTo>
                  <a:cubicBezTo>
                    <a:pt x="192338" y="0"/>
                    <a:pt x="191059" y="638"/>
                    <a:pt x="189782" y="1915"/>
                  </a:cubicBezTo>
                  <a:lnTo>
                    <a:pt x="182753" y="8938"/>
                  </a:lnTo>
                  <a:lnTo>
                    <a:pt x="37062" y="8938"/>
                  </a:lnTo>
                  <a:lnTo>
                    <a:pt x="30672" y="1915"/>
                  </a:lnTo>
                  <a:cubicBezTo>
                    <a:pt x="29394" y="638"/>
                    <a:pt x="28116" y="0"/>
                    <a:pt x="26199" y="0"/>
                  </a:cubicBezTo>
                  <a:lnTo>
                    <a:pt x="6390" y="0"/>
                  </a:lnTo>
                  <a:cubicBezTo>
                    <a:pt x="2556" y="0"/>
                    <a:pt x="0" y="2554"/>
                    <a:pt x="0" y="6384"/>
                  </a:cubicBezTo>
                  <a:cubicBezTo>
                    <a:pt x="0" y="10214"/>
                    <a:pt x="2556" y="12768"/>
                    <a:pt x="6390" y="12768"/>
                  </a:cubicBezTo>
                  <a:lnTo>
                    <a:pt x="23643" y="12768"/>
                  </a:lnTo>
                  <a:lnTo>
                    <a:pt x="30033" y="19790"/>
                  </a:lnTo>
                  <a:cubicBezTo>
                    <a:pt x="31311" y="21067"/>
                    <a:pt x="32589" y="21706"/>
                    <a:pt x="34506" y="21706"/>
                  </a:cubicBezTo>
                  <a:lnTo>
                    <a:pt x="185308" y="21706"/>
                  </a:lnTo>
                  <a:cubicBezTo>
                    <a:pt x="187225" y="21706"/>
                    <a:pt x="188503" y="21067"/>
                    <a:pt x="189782" y="19790"/>
                  </a:cubicBezTo>
                  <a:lnTo>
                    <a:pt x="196810" y="12768"/>
                  </a:lnTo>
                  <a:lnTo>
                    <a:pt x="212146" y="12768"/>
                  </a:lnTo>
                  <a:cubicBezTo>
                    <a:pt x="215980" y="12768"/>
                    <a:pt x="218536" y="10214"/>
                    <a:pt x="218536" y="6384"/>
                  </a:cubicBezTo>
                  <a:cubicBezTo>
                    <a:pt x="218536" y="2554"/>
                    <a:pt x="215341" y="0"/>
                    <a:pt x="212146" y="0"/>
                  </a:cubicBezTo>
                </a:path>
              </a:pathLst>
            </a:custGeom>
            <a:solidFill>
              <a:srgbClr val="009A44"/>
            </a:solidFill>
            <a:ln w="6390" cap="flat">
              <a:noFill/>
              <a:prstDash val="solid"/>
              <a:miter/>
            </a:ln>
          </p:spPr>
          <p:txBody>
            <a:bodyPr rtlCol="0" anchor="ctr"/>
            <a:lstStyle/>
            <a:p>
              <a:endParaRPr lang="en-US"/>
            </a:p>
          </p:txBody>
        </p:sp>
      </p:grpSp>
      <p:grpSp>
        <p:nvGrpSpPr>
          <p:cNvPr id="858" name="Graphic 4">
            <a:extLst>
              <a:ext uri="{FF2B5EF4-FFF2-40B4-BE49-F238E27FC236}">
                <a16:creationId xmlns:a16="http://schemas.microsoft.com/office/drawing/2014/main" id="{539B14D3-E84F-2C41-BB0E-5522E6724748}"/>
              </a:ext>
            </a:extLst>
          </p:cNvPr>
          <p:cNvGrpSpPr/>
          <p:nvPr/>
        </p:nvGrpSpPr>
        <p:grpSpPr>
          <a:xfrm>
            <a:off x="7192513" y="2371173"/>
            <a:ext cx="361674" cy="361333"/>
            <a:chOff x="7192513" y="2371173"/>
            <a:chExt cx="361674" cy="361333"/>
          </a:xfrm>
          <a:solidFill>
            <a:srgbClr val="009A44"/>
          </a:solidFill>
        </p:grpSpPr>
        <p:sp>
          <p:nvSpPr>
            <p:cNvPr id="859" name="Graphic 4">
              <a:extLst>
                <a:ext uri="{FF2B5EF4-FFF2-40B4-BE49-F238E27FC236}">
                  <a16:creationId xmlns:a16="http://schemas.microsoft.com/office/drawing/2014/main" id="{156EBDA5-7417-6747-8CBD-E8D2513CC087}"/>
                </a:ext>
              </a:extLst>
            </p:cNvPr>
            <p:cNvSpPr/>
            <p:nvPr/>
          </p:nvSpPr>
          <p:spPr>
            <a:xfrm>
              <a:off x="7280055" y="2494384"/>
              <a:ext cx="185947" cy="105974"/>
            </a:xfrm>
            <a:custGeom>
              <a:avLst/>
              <a:gdLst>
                <a:gd name="connsiteX0" fmla="*/ 98404 w 185947"/>
                <a:gd name="connsiteY0" fmla="*/ 0 h 105974"/>
                <a:gd name="connsiteX1" fmla="*/ 93293 w 185947"/>
                <a:gd name="connsiteY1" fmla="*/ 638 h 105974"/>
                <a:gd name="connsiteX2" fmla="*/ 88181 w 185947"/>
                <a:gd name="connsiteY2" fmla="*/ 0 h 105974"/>
                <a:gd name="connsiteX3" fmla="*/ 0 w 185947"/>
                <a:gd name="connsiteY3" fmla="*/ 105974 h 105974"/>
                <a:gd name="connsiteX4" fmla="*/ 185947 w 185947"/>
                <a:gd name="connsiteY4" fmla="*/ 105974 h 105974"/>
                <a:gd name="connsiteX5" fmla="*/ 98404 w 185947"/>
                <a:gd name="connsiteY5" fmla="*/ 0 h 105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5947" h="105974">
                  <a:moveTo>
                    <a:pt x="98404" y="0"/>
                  </a:moveTo>
                  <a:cubicBezTo>
                    <a:pt x="97127" y="638"/>
                    <a:pt x="95209" y="638"/>
                    <a:pt x="93293" y="638"/>
                  </a:cubicBezTo>
                  <a:cubicBezTo>
                    <a:pt x="91376" y="638"/>
                    <a:pt x="90098" y="638"/>
                    <a:pt x="88181" y="0"/>
                  </a:cubicBezTo>
                  <a:cubicBezTo>
                    <a:pt x="26199" y="2554"/>
                    <a:pt x="1917" y="56817"/>
                    <a:pt x="0" y="105974"/>
                  </a:cubicBezTo>
                  <a:lnTo>
                    <a:pt x="185947" y="105974"/>
                  </a:lnTo>
                  <a:cubicBezTo>
                    <a:pt x="184669" y="56817"/>
                    <a:pt x="160387" y="2554"/>
                    <a:pt x="98404" y="0"/>
                  </a:cubicBezTo>
                </a:path>
              </a:pathLst>
            </a:custGeom>
            <a:solidFill>
              <a:srgbClr val="009A44"/>
            </a:solidFill>
            <a:ln w="6390" cap="flat">
              <a:noFill/>
              <a:prstDash val="solid"/>
              <a:miter/>
            </a:ln>
          </p:spPr>
          <p:txBody>
            <a:bodyPr rtlCol="0" anchor="ctr"/>
            <a:lstStyle/>
            <a:p>
              <a:endParaRPr lang="en-US"/>
            </a:p>
          </p:txBody>
        </p:sp>
        <p:sp>
          <p:nvSpPr>
            <p:cNvPr id="860" name="Graphic 4">
              <a:extLst>
                <a:ext uri="{FF2B5EF4-FFF2-40B4-BE49-F238E27FC236}">
                  <a16:creationId xmlns:a16="http://schemas.microsoft.com/office/drawing/2014/main" id="{600E1FD6-1353-BA43-B2B9-33B1BA474B8B}"/>
                </a:ext>
              </a:extLst>
            </p:cNvPr>
            <p:cNvSpPr/>
            <p:nvPr/>
          </p:nvSpPr>
          <p:spPr>
            <a:xfrm>
              <a:off x="7368875" y="2473955"/>
              <a:ext cx="8946" cy="7660"/>
            </a:xfrm>
            <a:custGeom>
              <a:avLst/>
              <a:gdLst>
                <a:gd name="connsiteX0" fmla="*/ 7030 w 8946"/>
                <a:gd name="connsiteY0" fmla="*/ 7661 h 7660"/>
                <a:gd name="connsiteX1" fmla="*/ 8946 w 8946"/>
                <a:gd name="connsiteY1" fmla="*/ 4469 h 7660"/>
                <a:gd name="connsiteX2" fmla="*/ 4473 w 8946"/>
                <a:gd name="connsiteY2" fmla="*/ 0 h 7660"/>
                <a:gd name="connsiteX3" fmla="*/ 0 w 8946"/>
                <a:gd name="connsiteY3" fmla="*/ 4469 h 7660"/>
                <a:gd name="connsiteX4" fmla="*/ 1917 w 8946"/>
                <a:gd name="connsiteY4" fmla="*/ 7661 h 7660"/>
                <a:gd name="connsiteX5" fmla="*/ 4473 w 8946"/>
                <a:gd name="connsiteY5" fmla="*/ 7661 h 7660"/>
                <a:gd name="connsiteX6" fmla="*/ 7030 w 8946"/>
                <a:gd name="connsiteY6" fmla="*/ 7661 h 7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46" h="7660">
                  <a:moveTo>
                    <a:pt x="7030" y="7661"/>
                  </a:moveTo>
                  <a:cubicBezTo>
                    <a:pt x="8307" y="7022"/>
                    <a:pt x="8946" y="5746"/>
                    <a:pt x="8946" y="4469"/>
                  </a:cubicBezTo>
                  <a:cubicBezTo>
                    <a:pt x="8946" y="1915"/>
                    <a:pt x="7030" y="0"/>
                    <a:pt x="4473" y="0"/>
                  </a:cubicBezTo>
                  <a:cubicBezTo>
                    <a:pt x="1917" y="0"/>
                    <a:pt x="0" y="1915"/>
                    <a:pt x="0" y="4469"/>
                  </a:cubicBezTo>
                  <a:cubicBezTo>
                    <a:pt x="0" y="5746"/>
                    <a:pt x="640" y="7022"/>
                    <a:pt x="1917" y="7661"/>
                  </a:cubicBezTo>
                  <a:cubicBezTo>
                    <a:pt x="2556" y="7661"/>
                    <a:pt x="3835" y="7661"/>
                    <a:pt x="4473" y="7661"/>
                  </a:cubicBezTo>
                  <a:cubicBezTo>
                    <a:pt x="5751" y="7022"/>
                    <a:pt x="6390" y="7661"/>
                    <a:pt x="7030" y="7661"/>
                  </a:cubicBezTo>
                </a:path>
              </a:pathLst>
            </a:custGeom>
            <a:solidFill>
              <a:srgbClr val="009A44"/>
            </a:solidFill>
            <a:ln w="6390" cap="flat">
              <a:noFill/>
              <a:prstDash val="solid"/>
              <a:miter/>
            </a:ln>
          </p:spPr>
          <p:txBody>
            <a:bodyPr rtlCol="0" anchor="ctr"/>
            <a:lstStyle/>
            <a:p>
              <a:endParaRPr lang="en-US"/>
            </a:p>
          </p:txBody>
        </p:sp>
        <p:sp>
          <p:nvSpPr>
            <p:cNvPr id="861" name="Graphic 4">
              <a:extLst>
                <a:ext uri="{FF2B5EF4-FFF2-40B4-BE49-F238E27FC236}">
                  <a16:creationId xmlns:a16="http://schemas.microsoft.com/office/drawing/2014/main" id="{2F4B8CF5-70AC-A64C-8C50-19AA9BFAD913}"/>
                </a:ext>
              </a:extLst>
            </p:cNvPr>
            <p:cNvSpPr/>
            <p:nvPr/>
          </p:nvSpPr>
          <p:spPr>
            <a:xfrm>
              <a:off x="7192513" y="2371173"/>
              <a:ext cx="361674" cy="361333"/>
            </a:xfrm>
            <a:custGeom>
              <a:avLst/>
              <a:gdLst>
                <a:gd name="connsiteX0" fmla="*/ 284352 w 361674"/>
                <a:gd name="connsiteY0" fmla="*/ 263020 h 361333"/>
                <a:gd name="connsiteX1" fmla="*/ 269016 w 361674"/>
                <a:gd name="connsiteY1" fmla="*/ 263020 h 361333"/>
                <a:gd name="connsiteX2" fmla="*/ 261987 w 361674"/>
                <a:gd name="connsiteY2" fmla="*/ 270043 h 361333"/>
                <a:gd name="connsiteX3" fmla="*/ 257515 w 361674"/>
                <a:gd name="connsiteY3" fmla="*/ 271958 h 361333"/>
                <a:gd name="connsiteX4" fmla="*/ 106712 w 361674"/>
                <a:gd name="connsiteY4" fmla="*/ 271958 h 361333"/>
                <a:gd name="connsiteX5" fmla="*/ 102239 w 361674"/>
                <a:gd name="connsiteY5" fmla="*/ 270043 h 361333"/>
                <a:gd name="connsiteX6" fmla="*/ 95849 w 361674"/>
                <a:gd name="connsiteY6" fmla="*/ 263020 h 361333"/>
                <a:gd name="connsiteX7" fmla="*/ 78597 w 361674"/>
                <a:gd name="connsiteY7" fmla="*/ 263020 h 361333"/>
                <a:gd name="connsiteX8" fmla="*/ 72207 w 361674"/>
                <a:gd name="connsiteY8" fmla="*/ 256636 h 361333"/>
                <a:gd name="connsiteX9" fmla="*/ 78597 w 361674"/>
                <a:gd name="connsiteY9" fmla="*/ 250252 h 361333"/>
                <a:gd name="connsiteX10" fmla="*/ 98405 w 361674"/>
                <a:gd name="connsiteY10" fmla="*/ 250252 h 361333"/>
                <a:gd name="connsiteX11" fmla="*/ 102878 w 361674"/>
                <a:gd name="connsiteY11" fmla="*/ 252167 h 361333"/>
                <a:gd name="connsiteX12" fmla="*/ 109268 w 361674"/>
                <a:gd name="connsiteY12" fmla="*/ 259190 h 361333"/>
                <a:gd name="connsiteX13" fmla="*/ 254959 w 361674"/>
                <a:gd name="connsiteY13" fmla="*/ 259190 h 361333"/>
                <a:gd name="connsiteX14" fmla="*/ 261987 w 361674"/>
                <a:gd name="connsiteY14" fmla="*/ 252167 h 361333"/>
                <a:gd name="connsiteX15" fmla="*/ 266461 w 361674"/>
                <a:gd name="connsiteY15" fmla="*/ 250252 h 361333"/>
                <a:gd name="connsiteX16" fmla="*/ 284352 w 361674"/>
                <a:gd name="connsiteY16" fmla="*/ 250252 h 361333"/>
                <a:gd name="connsiteX17" fmla="*/ 290742 w 361674"/>
                <a:gd name="connsiteY17" fmla="*/ 256636 h 361333"/>
                <a:gd name="connsiteX18" fmla="*/ 284352 w 361674"/>
                <a:gd name="connsiteY18" fmla="*/ 263020 h 361333"/>
                <a:gd name="connsiteX19" fmla="*/ 164861 w 361674"/>
                <a:gd name="connsiteY19" fmla="*/ 111081 h 361333"/>
                <a:gd name="connsiteX20" fmla="*/ 164222 w 361674"/>
                <a:gd name="connsiteY20" fmla="*/ 106613 h 361333"/>
                <a:gd name="connsiteX21" fmla="*/ 181474 w 361674"/>
                <a:gd name="connsiteY21" fmla="*/ 89376 h 361333"/>
                <a:gd name="connsiteX22" fmla="*/ 198727 w 361674"/>
                <a:gd name="connsiteY22" fmla="*/ 106613 h 361333"/>
                <a:gd name="connsiteX23" fmla="*/ 198088 w 361674"/>
                <a:gd name="connsiteY23" fmla="*/ 111081 h 361333"/>
                <a:gd name="connsiteX24" fmla="*/ 287547 w 361674"/>
                <a:gd name="connsiteY24" fmla="*/ 235569 h 361333"/>
                <a:gd name="connsiteX25" fmla="*/ 281157 w 361674"/>
                <a:gd name="connsiteY25" fmla="*/ 241953 h 361333"/>
                <a:gd name="connsiteX26" fmla="*/ 82430 w 361674"/>
                <a:gd name="connsiteY26" fmla="*/ 241953 h 361333"/>
                <a:gd name="connsiteX27" fmla="*/ 76040 w 361674"/>
                <a:gd name="connsiteY27" fmla="*/ 235569 h 361333"/>
                <a:gd name="connsiteX28" fmla="*/ 164861 w 361674"/>
                <a:gd name="connsiteY28" fmla="*/ 111081 h 361333"/>
                <a:gd name="connsiteX29" fmla="*/ 180836 w 361674"/>
                <a:gd name="connsiteY29" fmla="*/ 0 h 361333"/>
                <a:gd name="connsiteX30" fmla="*/ 0 w 361674"/>
                <a:gd name="connsiteY30" fmla="*/ 180667 h 361333"/>
                <a:gd name="connsiteX31" fmla="*/ 180836 w 361674"/>
                <a:gd name="connsiteY31" fmla="*/ 361333 h 361333"/>
                <a:gd name="connsiteX32" fmla="*/ 361670 w 361674"/>
                <a:gd name="connsiteY32" fmla="*/ 180667 h 361333"/>
                <a:gd name="connsiteX33" fmla="*/ 180836 w 361674"/>
                <a:gd name="connsiteY33"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1674" h="361333">
                  <a:moveTo>
                    <a:pt x="284352" y="263020"/>
                  </a:moveTo>
                  <a:lnTo>
                    <a:pt x="269016" y="263020"/>
                  </a:lnTo>
                  <a:lnTo>
                    <a:pt x="261987" y="270043"/>
                  </a:lnTo>
                  <a:cubicBezTo>
                    <a:pt x="260710" y="271319"/>
                    <a:pt x="259431" y="271958"/>
                    <a:pt x="257515" y="271958"/>
                  </a:cubicBezTo>
                  <a:lnTo>
                    <a:pt x="106712" y="271958"/>
                  </a:lnTo>
                  <a:cubicBezTo>
                    <a:pt x="104795" y="271958"/>
                    <a:pt x="103517" y="271319"/>
                    <a:pt x="102239" y="270043"/>
                  </a:cubicBezTo>
                  <a:lnTo>
                    <a:pt x="95849" y="263020"/>
                  </a:lnTo>
                  <a:lnTo>
                    <a:pt x="78597" y="263020"/>
                  </a:lnTo>
                  <a:cubicBezTo>
                    <a:pt x="74763" y="263020"/>
                    <a:pt x="72207" y="260467"/>
                    <a:pt x="72207" y="256636"/>
                  </a:cubicBezTo>
                  <a:cubicBezTo>
                    <a:pt x="72207" y="252806"/>
                    <a:pt x="74763" y="250252"/>
                    <a:pt x="78597" y="250252"/>
                  </a:cubicBezTo>
                  <a:lnTo>
                    <a:pt x="98405" y="250252"/>
                  </a:lnTo>
                  <a:cubicBezTo>
                    <a:pt x="100322" y="250252"/>
                    <a:pt x="101600" y="250891"/>
                    <a:pt x="102878" y="252167"/>
                  </a:cubicBezTo>
                  <a:lnTo>
                    <a:pt x="109268" y="259190"/>
                  </a:lnTo>
                  <a:lnTo>
                    <a:pt x="254959" y="259190"/>
                  </a:lnTo>
                  <a:lnTo>
                    <a:pt x="261987" y="252167"/>
                  </a:lnTo>
                  <a:cubicBezTo>
                    <a:pt x="263266" y="250891"/>
                    <a:pt x="264544" y="250252"/>
                    <a:pt x="266461" y="250252"/>
                  </a:cubicBezTo>
                  <a:lnTo>
                    <a:pt x="284352" y="250252"/>
                  </a:lnTo>
                  <a:cubicBezTo>
                    <a:pt x="288186" y="250252"/>
                    <a:pt x="290742" y="252806"/>
                    <a:pt x="290742" y="256636"/>
                  </a:cubicBezTo>
                  <a:cubicBezTo>
                    <a:pt x="290742" y="260467"/>
                    <a:pt x="287547" y="263020"/>
                    <a:pt x="284352" y="263020"/>
                  </a:cubicBezTo>
                  <a:moveTo>
                    <a:pt x="164861" y="111081"/>
                  </a:moveTo>
                  <a:cubicBezTo>
                    <a:pt x="164222" y="109805"/>
                    <a:pt x="164222" y="107889"/>
                    <a:pt x="164222" y="106613"/>
                  </a:cubicBezTo>
                  <a:cubicBezTo>
                    <a:pt x="164222" y="97037"/>
                    <a:pt x="171889" y="89376"/>
                    <a:pt x="181474" y="89376"/>
                  </a:cubicBezTo>
                  <a:cubicBezTo>
                    <a:pt x="191059" y="89376"/>
                    <a:pt x="198727" y="97037"/>
                    <a:pt x="198727" y="106613"/>
                  </a:cubicBezTo>
                  <a:cubicBezTo>
                    <a:pt x="198727" y="107889"/>
                    <a:pt x="198727" y="109805"/>
                    <a:pt x="198088" y="111081"/>
                  </a:cubicBezTo>
                  <a:cubicBezTo>
                    <a:pt x="259431" y="120019"/>
                    <a:pt x="287547" y="178113"/>
                    <a:pt x="287547" y="235569"/>
                  </a:cubicBezTo>
                  <a:cubicBezTo>
                    <a:pt x="287547" y="239399"/>
                    <a:pt x="284991" y="241953"/>
                    <a:pt x="281157" y="241953"/>
                  </a:cubicBezTo>
                  <a:lnTo>
                    <a:pt x="82430" y="241953"/>
                  </a:lnTo>
                  <a:cubicBezTo>
                    <a:pt x="78597" y="241953"/>
                    <a:pt x="76040" y="239399"/>
                    <a:pt x="76040" y="235569"/>
                  </a:cubicBezTo>
                  <a:cubicBezTo>
                    <a:pt x="74763" y="178113"/>
                    <a:pt x="102878" y="120019"/>
                    <a:pt x="164861" y="111081"/>
                  </a:cubicBezTo>
                  <a:moveTo>
                    <a:pt x="180836" y="0"/>
                  </a:moveTo>
                  <a:cubicBezTo>
                    <a:pt x="80513" y="0"/>
                    <a:pt x="0" y="81077"/>
                    <a:pt x="0" y="180667"/>
                  </a:cubicBezTo>
                  <a:cubicBezTo>
                    <a:pt x="0" y="280895"/>
                    <a:pt x="81153" y="361333"/>
                    <a:pt x="180836" y="361333"/>
                  </a:cubicBezTo>
                  <a:cubicBezTo>
                    <a:pt x="280518" y="361333"/>
                    <a:pt x="361670" y="280257"/>
                    <a:pt x="361670" y="180667"/>
                  </a:cubicBezTo>
                  <a:cubicBezTo>
                    <a:pt x="362310" y="81077"/>
                    <a:pt x="281157" y="0"/>
                    <a:pt x="180836" y="0"/>
                  </a:cubicBezTo>
                </a:path>
              </a:pathLst>
            </a:custGeom>
            <a:solidFill>
              <a:srgbClr val="009A44"/>
            </a:solidFill>
            <a:ln w="6390" cap="flat">
              <a:noFill/>
              <a:prstDash val="solid"/>
              <a:miter/>
            </a:ln>
          </p:spPr>
          <p:txBody>
            <a:bodyPr rtlCol="0" anchor="ctr"/>
            <a:lstStyle/>
            <a:p>
              <a:endParaRPr lang="en-US"/>
            </a:p>
          </p:txBody>
        </p:sp>
      </p:grpSp>
      <p:grpSp>
        <p:nvGrpSpPr>
          <p:cNvPr id="862" name="Graphic 4">
            <a:extLst>
              <a:ext uri="{FF2B5EF4-FFF2-40B4-BE49-F238E27FC236}">
                <a16:creationId xmlns:a16="http://schemas.microsoft.com/office/drawing/2014/main" id="{E2610C7F-58BB-E645-A4EB-DC2CAC96DF63}"/>
              </a:ext>
            </a:extLst>
          </p:cNvPr>
          <p:cNvGrpSpPr/>
          <p:nvPr/>
        </p:nvGrpSpPr>
        <p:grpSpPr>
          <a:xfrm>
            <a:off x="7192513" y="2855717"/>
            <a:ext cx="361674" cy="361333"/>
            <a:chOff x="7192513" y="2855717"/>
            <a:chExt cx="361674" cy="361333"/>
          </a:xfrm>
          <a:solidFill>
            <a:srgbClr val="009A44"/>
          </a:solidFill>
        </p:grpSpPr>
        <p:sp>
          <p:nvSpPr>
            <p:cNvPr id="863" name="Graphic 4">
              <a:extLst>
                <a:ext uri="{FF2B5EF4-FFF2-40B4-BE49-F238E27FC236}">
                  <a16:creationId xmlns:a16="http://schemas.microsoft.com/office/drawing/2014/main" id="{A2B0AFDF-1E9A-7046-ABB7-ED6CE9A5D4C1}"/>
                </a:ext>
              </a:extLst>
            </p:cNvPr>
            <p:cNvSpPr/>
            <p:nvPr/>
          </p:nvSpPr>
          <p:spPr>
            <a:xfrm>
              <a:off x="7277499" y="2964372"/>
              <a:ext cx="184030" cy="132659"/>
            </a:xfrm>
            <a:custGeom>
              <a:avLst/>
              <a:gdLst>
                <a:gd name="connsiteX0" fmla="*/ 178279 w 184030"/>
                <a:gd name="connsiteY0" fmla="*/ 58605 h 132659"/>
                <a:gd name="connsiteX1" fmla="*/ 124604 w 184030"/>
                <a:gd name="connsiteY1" fmla="*/ 5618 h 132659"/>
                <a:gd name="connsiteX2" fmla="*/ 124604 w 184030"/>
                <a:gd name="connsiteY2" fmla="*/ 5618 h 132659"/>
                <a:gd name="connsiteX3" fmla="*/ 119492 w 184030"/>
                <a:gd name="connsiteY3" fmla="*/ 4980 h 132659"/>
                <a:gd name="connsiteX4" fmla="*/ 115019 w 184030"/>
                <a:gd name="connsiteY4" fmla="*/ 3065 h 132659"/>
                <a:gd name="connsiteX5" fmla="*/ 40896 w 184030"/>
                <a:gd name="connsiteY5" fmla="*/ 17748 h 132659"/>
                <a:gd name="connsiteX6" fmla="*/ 0 w 184030"/>
                <a:gd name="connsiteY6" fmla="*/ 79673 h 132659"/>
                <a:gd name="connsiteX7" fmla="*/ 178279 w 184030"/>
                <a:gd name="connsiteY7" fmla="*/ 132660 h 132659"/>
                <a:gd name="connsiteX8" fmla="*/ 178279 w 184030"/>
                <a:gd name="connsiteY8" fmla="*/ 58605 h 13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4030" h="132659">
                  <a:moveTo>
                    <a:pt x="178279" y="58605"/>
                  </a:moveTo>
                  <a:cubicBezTo>
                    <a:pt x="169972" y="33069"/>
                    <a:pt x="151441" y="15194"/>
                    <a:pt x="124604" y="5618"/>
                  </a:cubicBezTo>
                  <a:cubicBezTo>
                    <a:pt x="124604" y="5618"/>
                    <a:pt x="124604" y="5618"/>
                    <a:pt x="124604" y="5618"/>
                  </a:cubicBezTo>
                  <a:cubicBezTo>
                    <a:pt x="122686" y="5618"/>
                    <a:pt x="121409" y="5618"/>
                    <a:pt x="119492" y="4980"/>
                  </a:cubicBezTo>
                  <a:cubicBezTo>
                    <a:pt x="117575" y="4342"/>
                    <a:pt x="116297" y="3703"/>
                    <a:pt x="115019" y="3065"/>
                  </a:cubicBezTo>
                  <a:cubicBezTo>
                    <a:pt x="87542" y="-3958"/>
                    <a:pt x="62621" y="1150"/>
                    <a:pt x="40896" y="17748"/>
                  </a:cubicBezTo>
                  <a:cubicBezTo>
                    <a:pt x="23004" y="31793"/>
                    <a:pt x="8946" y="53498"/>
                    <a:pt x="0" y="79673"/>
                  </a:cubicBezTo>
                  <a:lnTo>
                    <a:pt x="178279" y="132660"/>
                  </a:lnTo>
                  <a:cubicBezTo>
                    <a:pt x="185947" y="105847"/>
                    <a:pt x="185947" y="79673"/>
                    <a:pt x="178279" y="58605"/>
                  </a:cubicBezTo>
                </a:path>
              </a:pathLst>
            </a:custGeom>
            <a:solidFill>
              <a:srgbClr val="009A44"/>
            </a:solidFill>
            <a:ln w="6390" cap="flat">
              <a:noFill/>
              <a:prstDash val="solid"/>
              <a:miter/>
            </a:ln>
          </p:spPr>
          <p:txBody>
            <a:bodyPr rtlCol="0" anchor="ctr"/>
            <a:lstStyle/>
            <a:p>
              <a:endParaRPr lang="en-US"/>
            </a:p>
          </p:txBody>
        </p:sp>
        <p:sp>
          <p:nvSpPr>
            <p:cNvPr id="864" name="Graphic 4">
              <a:extLst>
                <a:ext uri="{FF2B5EF4-FFF2-40B4-BE49-F238E27FC236}">
                  <a16:creationId xmlns:a16="http://schemas.microsoft.com/office/drawing/2014/main" id="{7E5A35EE-2414-AC44-9247-F02817AB06C3}"/>
                </a:ext>
              </a:extLst>
            </p:cNvPr>
            <p:cNvSpPr/>
            <p:nvPr/>
          </p:nvSpPr>
          <p:spPr>
            <a:xfrm>
              <a:off x="7398004" y="2948923"/>
              <a:ext cx="8734" cy="7660"/>
            </a:xfrm>
            <a:custGeom>
              <a:avLst/>
              <a:gdLst>
                <a:gd name="connsiteX0" fmla="*/ 6015 w 8734"/>
                <a:gd name="connsiteY0" fmla="*/ 7661 h 7660"/>
                <a:gd name="connsiteX1" fmla="*/ 8571 w 8734"/>
                <a:gd name="connsiteY1" fmla="*/ 5107 h 7660"/>
                <a:gd name="connsiteX2" fmla="*/ 5376 w 8734"/>
                <a:gd name="connsiteY2" fmla="*/ 0 h 7660"/>
                <a:gd name="connsiteX3" fmla="*/ 4099 w 8734"/>
                <a:gd name="connsiteY3" fmla="*/ 0 h 7660"/>
                <a:gd name="connsiteX4" fmla="*/ 265 w 8734"/>
                <a:gd name="connsiteY4" fmla="*/ 3192 h 7660"/>
                <a:gd name="connsiteX5" fmla="*/ 904 w 8734"/>
                <a:gd name="connsiteY5" fmla="*/ 7022 h 7660"/>
                <a:gd name="connsiteX6" fmla="*/ 3460 w 8734"/>
                <a:gd name="connsiteY6" fmla="*/ 7661 h 7660"/>
                <a:gd name="connsiteX7" fmla="*/ 6015 w 8734"/>
                <a:gd name="connsiteY7" fmla="*/ 7661 h 7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34" h="7660">
                  <a:moveTo>
                    <a:pt x="6015" y="7661"/>
                  </a:moveTo>
                  <a:cubicBezTo>
                    <a:pt x="7294" y="7022"/>
                    <a:pt x="8571" y="6384"/>
                    <a:pt x="8571" y="5107"/>
                  </a:cubicBezTo>
                  <a:cubicBezTo>
                    <a:pt x="9210" y="2554"/>
                    <a:pt x="7933" y="638"/>
                    <a:pt x="5376" y="0"/>
                  </a:cubicBezTo>
                  <a:cubicBezTo>
                    <a:pt x="4738" y="0"/>
                    <a:pt x="4738" y="0"/>
                    <a:pt x="4099" y="0"/>
                  </a:cubicBezTo>
                  <a:cubicBezTo>
                    <a:pt x="2181" y="0"/>
                    <a:pt x="265" y="1277"/>
                    <a:pt x="265" y="3192"/>
                  </a:cubicBezTo>
                  <a:cubicBezTo>
                    <a:pt x="-375" y="4469"/>
                    <a:pt x="265" y="5746"/>
                    <a:pt x="904" y="7022"/>
                  </a:cubicBezTo>
                  <a:cubicBezTo>
                    <a:pt x="1543" y="7022"/>
                    <a:pt x="2820" y="7661"/>
                    <a:pt x="3460" y="7661"/>
                  </a:cubicBezTo>
                  <a:cubicBezTo>
                    <a:pt x="4099" y="7661"/>
                    <a:pt x="5376" y="7661"/>
                    <a:pt x="6015" y="7661"/>
                  </a:cubicBezTo>
                </a:path>
              </a:pathLst>
            </a:custGeom>
            <a:solidFill>
              <a:srgbClr val="009A44"/>
            </a:solidFill>
            <a:ln w="6390" cap="flat">
              <a:noFill/>
              <a:prstDash val="solid"/>
              <a:miter/>
            </a:ln>
          </p:spPr>
          <p:txBody>
            <a:bodyPr rtlCol="0" anchor="ctr"/>
            <a:lstStyle/>
            <a:p>
              <a:endParaRPr lang="en-US"/>
            </a:p>
          </p:txBody>
        </p:sp>
        <p:sp>
          <p:nvSpPr>
            <p:cNvPr id="865" name="Graphic 4">
              <a:extLst>
                <a:ext uri="{FF2B5EF4-FFF2-40B4-BE49-F238E27FC236}">
                  <a16:creationId xmlns:a16="http://schemas.microsoft.com/office/drawing/2014/main" id="{552CE480-4A2E-1B43-805B-17C068236BB0}"/>
                </a:ext>
              </a:extLst>
            </p:cNvPr>
            <p:cNvSpPr/>
            <p:nvPr/>
          </p:nvSpPr>
          <p:spPr>
            <a:xfrm>
              <a:off x="7192513" y="2855717"/>
              <a:ext cx="361674" cy="361333"/>
            </a:xfrm>
            <a:custGeom>
              <a:avLst/>
              <a:gdLst>
                <a:gd name="connsiteX0" fmla="*/ 284352 w 361674"/>
                <a:gd name="connsiteY0" fmla="*/ 272596 h 361333"/>
                <a:gd name="connsiteX1" fmla="*/ 269016 w 361674"/>
                <a:gd name="connsiteY1" fmla="*/ 272596 h 361333"/>
                <a:gd name="connsiteX2" fmla="*/ 261987 w 361674"/>
                <a:gd name="connsiteY2" fmla="*/ 279618 h 361333"/>
                <a:gd name="connsiteX3" fmla="*/ 257515 w 361674"/>
                <a:gd name="connsiteY3" fmla="*/ 281533 h 361333"/>
                <a:gd name="connsiteX4" fmla="*/ 106712 w 361674"/>
                <a:gd name="connsiteY4" fmla="*/ 281533 h 361333"/>
                <a:gd name="connsiteX5" fmla="*/ 102239 w 361674"/>
                <a:gd name="connsiteY5" fmla="*/ 279618 h 361333"/>
                <a:gd name="connsiteX6" fmla="*/ 95849 w 361674"/>
                <a:gd name="connsiteY6" fmla="*/ 272596 h 361333"/>
                <a:gd name="connsiteX7" fmla="*/ 78597 w 361674"/>
                <a:gd name="connsiteY7" fmla="*/ 272596 h 361333"/>
                <a:gd name="connsiteX8" fmla="*/ 72207 w 361674"/>
                <a:gd name="connsiteY8" fmla="*/ 266212 h 361333"/>
                <a:gd name="connsiteX9" fmla="*/ 78597 w 361674"/>
                <a:gd name="connsiteY9" fmla="*/ 259828 h 361333"/>
                <a:gd name="connsiteX10" fmla="*/ 98405 w 361674"/>
                <a:gd name="connsiteY10" fmla="*/ 259828 h 361333"/>
                <a:gd name="connsiteX11" fmla="*/ 102878 w 361674"/>
                <a:gd name="connsiteY11" fmla="*/ 261743 h 361333"/>
                <a:gd name="connsiteX12" fmla="*/ 109268 w 361674"/>
                <a:gd name="connsiteY12" fmla="*/ 268766 h 361333"/>
                <a:gd name="connsiteX13" fmla="*/ 254959 w 361674"/>
                <a:gd name="connsiteY13" fmla="*/ 268766 h 361333"/>
                <a:gd name="connsiteX14" fmla="*/ 261987 w 361674"/>
                <a:gd name="connsiteY14" fmla="*/ 261743 h 361333"/>
                <a:gd name="connsiteX15" fmla="*/ 266461 w 361674"/>
                <a:gd name="connsiteY15" fmla="*/ 259828 h 361333"/>
                <a:gd name="connsiteX16" fmla="*/ 284352 w 361674"/>
                <a:gd name="connsiteY16" fmla="*/ 259828 h 361333"/>
                <a:gd name="connsiteX17" fmla="*/ 290742 w 361674"/>
                <a:gd name="connsiteY17" fmla="*/ 266212 h 361333"/>
                <a:gd name="connsiteX18" fmla="*/ 284352 w 361674"/>
                <a:gd name="connsiteY18" fmla="*/ 272596 h 361333"/>
                <a:gd name="connsiteX19" fmla="*/ 71568 w 361674"/>
                <a:gd name="connsiteY19" fmla="*/ 190243 h 361333"/>
                <a:gd name="connsiteX20" fmla="*/ 118853 w 361674"/>
                <a:gd name="connsiteY20" fmla="*/ 116188 h 361333"/>
                <a:gd name="connsiteX21" fmla="*/ 192977 w 361674"/>
                <a:gd name="connsiteY21" fmla="*/ 96398 h 361333"/>
                <a:gd name="connsiteX22" fmla="*/ 193615 w 361674"/>
                <a:gd name="connsiteY22" fmla="*/ 91929 h 361333"/>
                <a:gd name="connsiteX23" fmla="*/ 214702 w 361674"/>
                <a:gd name="connsiteY23" fmla="*/ 80438 h 361333"/>
                <a:gd name="connsiteX24" fmla="*/ 226204 w 361674"/>
                <a:gd name="connsiteY24" fmla="*/ 101505 h 361333"/>
                <a:gd name="connsiteX25" fmla="*/ 224287 w 361674"/>
                <a:gd name="connsiteY25" fmla="*/ 105974 h 361333"/>
                <a:gd name="connsiteX26" fmla="*/ 275406 w 361674"/>
                <a:gd name="connsiteY26" fmla="*/ 162792 h 361333"/>
                <a:gd name="connsiteX27" fmla="*/ 274128 w 361674"/>
                <a:gd name="connsiteY27" fmla="*/ 250890 h 361333"/>
                <a:gd name="connsiteX28" fmla="*/ 267739 w 361674"/>
                <a:gd name="connsiteY28" fmla="*/ 255359 h 361333"/>
                <a:gd name="connsiteX29" fmla="*/ 265821 w 361674"/>
                <a:gd name="connsiteY29" fmla="*/ 255359 h 361333"/>
                <a:gd name="connsiteX30" fmla="*/ 75402 w 361674"/>
                <a:gd name="connsiteY30" fmla="*/ 198542 h 361333"/>
                <a:gd name="connsiteX31" fmla="*/ 71568 w 361674"/>
                <a:gd name="connsiteY31" fmla="*/ 195350 h 361333"/>
                <a:gd name="connsiteX32" fmla="*/ 71568 w 361674"/>
                <a:gd name="connsiteY32" fmla="*/ 190243 h 361333"/>
                <a:gd name="connsiteX33" fmla="*/ 180836 w 361674"/>
                <a:gd name="connsiteY33" fmla="*/ 0 h 361333"/>
                <a:gd name="connsiteX34" fmla="*/ 0 w 361674"/>
                <a:gd name="connsiteY34" fmla="*/ 180667 h 361333"/>
                <a:gd name="connsiteX35" fmla="*/ 180836 w 361674"/>
                <a:gd name="connsiteY35" fmla="*/ 361333 h 361333"/>
                <a:gd name="connsiteX36" fmla="*/ 361670 w 361674"/>
                <a:gd name="connsiteY36" fmla="*/ 180667 h 361333"/>
                <a:gd name="connsiteX37" fmla="*/ 180836 w 361674"/>
                <a:gd name="connsiteY37"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1674" h="361333">
                  <a:moveTo>
                    <a:pt x="284352" y="272596"/>
                  </a:moveTo>
                  <a:lnTo>
                    <a:pt x="269016" y="272596"/>
                  </a:lnTo>
                  <a:lnTo>
                    <a:pt x="261987" y="279618"/>
                  </a:lnTo>
                  <a:cubicBezTo>
                    <a:pt x="260710" y="280895"/>
                    <a:pt x="259431" y="281533"/>
                    <a:pt x="257515" y="281533"/>
                  </a:cubicBezTo>
                  <a:lnTo>
                    <a:pt x="106712" y="281533"/>
                  </a:lnTo>
                  <a:cubicBezTo>
                    <a:pt x="104795" y="281533"/>
                    <a:pt x="103517" y="280895"/>
                    <a:pt x="102239" y="279618"/>
                  </a:cubicBezTo>
                  <a:lnTo>
                    <a:pt x="95849" y="272596"/>
                  </a:lnTo>
                  <a:lnTo>
                    <a:pt x="78597" y="272596"/>
                  </a:lnTo>
                  <a:cubicBezTo>
                    <a:pt x="74763" y="272596"/>
                    <a:pt x="72207" y="270042"/>
                    <a:pt x="72207" y="266212"/>
                  </a:cubicBezTo>
                  <a:cubicBezTo>
                    <a:pt x="72207" y="262382"/>
                    <a:pt x="74763" y="259828"/>
                    <a:pt x="78597" y="259828"/>
                  </a:cubicBezTo>
                  <a:lnTo>
                    <a:pt x="98405" y="259828"/>
                  </a:lnTo>
                  <a:cubicBezTo>
                    <a:pt x="100322" y="259828"/>
                    <a:pt x="101600" y="260466"/>
                    <a:pt x="102878" y="261743"/>
                  </a:cubicBezTo>
                  <a:lnTo>
                    <a:pt x="109268" y="268766"/>
                  </a:lnTo>
                  <a:lnTo>
                    <a:pt x="254959" y="268766"/>
                  </a:lnTo>
                  <a:lnTo>
                    <a:pt x="261987" y="261743"/>
                  </a:lnTo>
                  <a:cubicBezTo>
                    <a:pt x="263266" y="260466"/>
                    <a:pt x="264544" y="259828"/>
                    <a:pt x="266461" y="259828"/>
                  </a:cubicBezTo>
                  <a:lnTo>
                    <a:pt x="284352" y="259828"/>
                  </a:lnTo>
                  <a:cubicBezTo>
                    <a:pt x="288186" y="259828"/>
                    <a:pt x="290742" y="262382"/>
                    <a:pt x="290742" y="266212"/>
                  </a:cubicBezTo>
                  <a:cubicBezTo>
                    <a:pt x="290742" y="270042"/>
                    <a:pt x="287547" y="272596"/>
                    <a:pt x="284352" y="272596"/>
                  </a:cubicBezTo>
                  <a:moveTo>
                    <a:pt x="71568" y="190243"/>
                  </a:moveTo>
                  <a:cubicBezTo>
                    <a:pt x="80513" y="158961"/>
                    <a:pt x="97766" y="132787"/>
                    <a:pt x="118853" y="116188"/>
                  </a:cubicBezTo>
                  <a:cubicBezTo>
                    <a:pt x="140579" y="98952"/>
                    <a:pt x="165500" y="92568"/>
                    <a:pt x="192977" y="96398"/>
                  </a:cubicBezTo>
                  <a:cubicBezTo>
                    <a:pt x="192977" y="95121"/>
                    <a:pt x="192977" y="93206"/>
                    <a:pt x="193615" y="91929"/>
                  </a:cubicBezTo>
                  <a:cubicBezTo>
                    <a:pt x="196172" y="82992"/>
                    <a:pt x="205756" y="77884"/>
                    <a:pt x="214702" y="80438"/>
                  </a:cubicBezTo>
                  <a:cubicBezTo>
                    <a:pt x="223648" y="82992"/>
                    <a:pt x="228760" y="92568"/>
                    <a:pt x="226204" y="101505"/>
                  </a:cubicBezTo>
                  <a:cubicBezTo>
                    <a:pt x="225565" y="102782"/>
                    <a:pt x="224926" y="104697"/>
                    <a:pt x="224287" y="105974"/>
                  </a:cubicBezTo>
                  <a:cubicBezTo>
                    <a:pt x="249208" y="117465"/>
                    <a:pt x="267100" y="136617"/>
                    <a:pt x="275406" y="162792"/>
                  </a:cubicBezTo>
                  <a:cubicBezTo>
                    <a:pt x="283713" y="188327"/>
                    <a:pt x="283713" y="219609"/>
                    <a:pt x="274128" y="250890"/>
                  </a:cubicBezTo>
                  <a:cubicBezTo>
                    <a:pt x="273490" y="253444"/>
                    <a:pt x="270934" y="255359"/>
                    <a:pt x="267739" y="255359"/>
                  </a:cubicBezTo>
                  <a:cubicBezTo>
                    <a:pt x="267100" y="255359"/>
                    <a:pt x="266461" y="255359"/>
                    <a:pt x="265821" y="255359"/>
                  </a:cubicBezTo>
                  <a:lnTo>
                    <a:pt x="75402" y="198542"/>
                  </a:lnTo>
                  <a:cubicBezTo>
                    <a:pt x="73484" y="197903"/>
                    <a:pt x="72207" y="197265"/>
                    <a:pt x="71568" y="195350"/>
                  </a:cubicBezTo>
                  <a:cubicBezTo>
                    <a:pt x="70928" y="193435"/>
                    <a:pt x="70928" y="192158"/>
                    <a:pt x="71568" y="190243"/>
                  </a:cubicBezTo>
                  <a:moveTo>
                    <a:pt x="180836" y="0"/>
                  </a:moveTo>
                  <a:cubicBezTo>
                    <a:pt x="80513" y="0"/>
                    <a:pt x="0" y="81076"/>
                    <a:pt x="0" y="180667"/>
                  </a:cubicBezTo>
                  <a:cubicBezTo>
                    <a:pt x="0" y="280895"/>
                    <a:pt x="81153" y="361333"/>
                    <a:pt x="180836" y="361333"/>
                  </a:cubicBezTo>
                  <a:cubicBezTo>
                    <a:pt x="280518" y="361333"/>
                    <a:pt x="361670" y="280257"/>
                    <a:pt x="361670" y="180667"/>
                  </a:cubicBezTo>
                  <a:cubicBezTo>
                    <a:pt x="362310" y="80438"/>
                    <a:pt x="281157" y="0"/>
                    <a:pt x="180836" y="0"/>
                  </a:cubicBezTo>
                </a:path>
              </a:pathLst>
            </a:custGeom>
            <a:solidFill>
              <a:srgbClr val="009A44"/>
            </a:solidFill>
            <a:ln w="6390" cap="flat">
              <a:noFill/>
              <a:prstDash val="solid"/>
              <a:miter/>
            </a:ln>
          </p:spPr>
          <p:txBody>
            <a:bodyPr rtlCol="0" anchor="ctr"/>
            <a:lstStyle/>
            <a:p>
              <a:endParaRPr lang="en-US"/>
            </a:p>
          </p:txBody>
        </p:sp>
      </p:grpSp>
      <p:grpSp>
        <p:nvGrpSpPr>
          <p:cNvPr id="866" name="Graphic 4">
            <a:extLst>
              <a:ext uri="{FF2B5EF4-FFF2-40B4-BE49-F238E27FC236}">
                <a16:creationId xmlns:a16="http://schemas.microsoft.com/office/drawing/2014/main" id="{1CB5D054-DEBF-9349-BBFC-D74696D9FFE4}"/>
              </a:ext>
            </a:extLst>
          </p:cNvPr>
          <p:cNvGrpSpPr/>
          <p:nvPr/>
        </p:nvGrpSpPr>
        <p:grpSpPr>
          <a:xfrm>
            <a:off x="6753524" y="918179"/>
            <a:ext cx="361674" cy="361333"/>
            <a:chOff x="6753524" y="918179"/>
            <a:chExt cx="361674" cy="361333"/>
          </a:xfrm>
          <a:solidFill>
            <a:srgbClr val="009A44"/>
          </a:solidFill>
        </p:grpSpPr>
        <p:sp>
          <p:nvSpPr>
            <p:cNvPr id="867" name="Graphic 4">
              <a:extLst>
                <a:ext uri="{FF2B5EF4-FFF2-40B4-BE49-F238E27FC236}">
                  <a16:creationId xmlns:a16="http://schemas.microsoft.com/office/drawing/2014/main" id="{E3503652-A21A-A14A-B90D-BA6D2343971A}"/>
                </a:ext>
              </a:extLst>
            </p:cNvPr>
            <p:cNvSpPr/>
            <p:nvPr/>
          </p:nvSpPr>
          <p:spPr>
            <a:xfrm>
              <a:off x="6753524" y="918179"/>
              <a:ext cx="361674" cy="361333"/>
            </a:xfrm>
            <a:custGeom>
              <a:avLst/>
              <a:gdLst>
                <a:gd name="connsiteX0" fmla="*/ 180835 w 361674"/>
                <a:gd name="connsiteY0" fmla="*/ 349204 h 361333"/>
                <a:gd name="connsiteX1" fmla="*/ 12780 w 361674"/>
                <a:gd name="connsiteY1" fmla="*/ 181305 h 361333"/>
                <a:gd name="connsiteX2" fmla="*/ 180835 w 361674"/>
                <a:gd name="connsiteY2" fmla="*/ 13406 h 361333"/>
                <a:gd name="connsiteX3" fmla="*/ 348890 w 361674"/>
                <a:gd name="connsiteY3" fmla="*/ 181305 h 361333"/>
                <a:gd name="connsiteX4" fmla="*/ 180835 w 361674"/>
                <a:gd name="connsiteY4" fmla="*/ 349204 h 361333"/>
                <a:gd name="connsiteX5" fmla="*/ 180835 w 361674"/>
                <a:gd name="connsiteY5" fmla="*/ 0 h 361333"/>
                <a:gd name="connsiteX6" fmla="*/ 0 w 361674"/>
                <a:gd name="connsiteY6" fmla="*/ 180667 h 361333"/>
                <a:gd name="connsiteX7" fmla="*/ 180835 w 361674"/>
                <a:gd name="connsiteY7" fmla="*/ 361333 h 361333"/>
                <a:gd name="connsiteX8" fmla="*/ 361670 w 361674"/>
                <a:gd name="connsiteY8" fmla="*/ 180667 h 361333"/>
                <a:gd name="connsiteX9" fmla="*/ 180835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29" y="273234"/>
                    <a:pt x="274128" y="349204"/>
                    <a:pt x="180835" y="349204"/>
                  </a:cubicBezTo>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09" y="81077"/>
                    <a:pt x="281157" y="0"/>
                    <a:pt x="180835" y="0"/>
                  </a:cubicBezTo>
                </a:path>
              </a:pathLst>
            </a:custGeom>
            <a:solidFill>
              <a:srgbClr val="009A44"/>
            </a:solidFill>
            <a:ln w="6390" cap="flat">
              <a:noFill/>
              <a:prstDash val="solid"/>
              <a:miter/>
            </a:ln>
          </p:spPr>
          <p:txBody>
            <a:bodyPr rtlCol="0" anchor="ctr"/>
            <a:lstStyle/>
            <a:p>
              <a:endParaRPr lang="en-US"/>
            </a:p>
          </p:txBody>
        </p:sp>
        <p:sp>
          <p:nvSpPr>
            <p:cNvPr id="868" name="Graphic 4">
              <a:extLst>
                <a:ext uri="{FF2B5EF4-FFF2-40B4-BE49-F238E27FC236}">
                  <a16:creationId xmlns:a16="http://schemas.microsoft.com/office/drawing/2014/main" id="{0441AAD3-E821-614C-AA12-ECFFC0D00D70}"/>
                </a:ext>
              </a:extLst>
            </p:cNvPr>
            <p:cNvSpPr/>
            <p:nvPr/>
          </p:nvSpPr>
          <p:spPr>
            <a:xfrm>
              <a:off x="6956085" y="982338"/>
              <a:ext cx="51758" cy="233972"/>
            </a:xfrm>
            <a:custGeom>
              <a:avLst/>
              <a:gdLst>
                <a:gd name="connsiteX0" fmla="*/ 38978 w 51758"/>
                <a:gd name="connsiteY0" fmla="*/ 220567 h 233972"/>
                <a:gd name="connsiteX1" fmla="*/ 20448 w 51758"/>
                <a:gd name="connsiteY1" fmla="*/ 211629 h 233972"/>
                <a:gd name="connsiteX2" fmla="*/ 28116 w 51758"/>
                <a:gd name="connsiteY2" fmla="*/ 109485 h 233972"/>
                <a:gd name="connsiteX3" fmla="*/ 26199 w 51758"/>
                <a:gd name="connsiteY3" fmla="*/ 104378 h 233972"/>
                <a:gd name="connsiteX4" fmla="*/ 12141 w 51758"/>
                <a:gd name="connsiteY4" fmla="*/ 90333 h 233972"/>
                <a:gd name="connsiteX5" fmla="*/ 38978 w 51758"/>
                <a:gd name="connsiteY5" fmla="*/ 18833 h 233972"/>
                <a:gd name="connsiteX6" fmla="*/ 38978 w 51758"/>
                <a:gd name="connsiteY6" fmla="*/ 220567 h 233972"/>
                <a:gd name="connsiteX7" fmla="*/ 49203 w 51758"/>
                <a:gd name="connsiteY7" fmla="*/ 958 h 233972"/>
                <a:gd name="connsiteX8" fmla="*/ 42813 w 51758"/>
                <a:gd name="connsiteY8" fmla="*/ 958 h 233972"/>
                <a:gd name="connsiteX9" fmla="*/ 0 w 51758"/>
                <a:gd name="connsiteY9" fmla="*/ 93525 h 233972"/>
                <a:gd name="connsiteX10" fmla="*/ 1917 w 51758"/>
                <a:gd name="connsiteY10" fmla="*/ 97994 h 233972"/>
                <a:gd name="connsiteX11" fmla="*/ 15336 w 51758"/>
                <a:gd name="connsiteY11" fmla="*/ 111400 h 233972"/>
                <a:gd name="connsiteX12" fmla="*/ 7668 w 51758"/>
                <a:gd name="connsiteY12" fmla="*/ 211629 h 233972"/>
                <a:gd name="connsiteX13" fmla="*/ 45368 w 51758"/>
                <a:gd name="connsiteY13" fmla="*/ 233973 h 233972"/>
                <a:gd name="connsiteX14" fmla="*/ 51758 w 51758"/>
                <a:gd name="connsiteY14" fmla="*/ 227589 h 233972"/>
                <a:gd name="connsiteX15" fmla="*/ 51758 w 51758"/>
                <a:gd name="connsiteY15" fmla="*/ 6703 h 233972"/>
                <a:gd name="connsiteX16" fmla="*/ 49203 w 51758"/>
                <a:gd name="connsiteY16" fmla="*/ 958 h 233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1758" h="233972">
                  <a:moveTo>
                    <a:pt x="38978" y="220567"/>
                  </a:moveTo>
                  <a:cubicBezTo>
                    <a:pt x="25560" y="219290"/>
                    <a:pt x="20448" y="214183"/>
                    <a:pt x="20448" y="211629"/>
                  </a:cubicBezTo>
                  <a:lnTo>
                    <a:pt x="28116" y="109485"/>
                  </a:lnTo>
                  <a:cubicBezTo>
                    <a:pt x="28116" y="107570"/>
                    <a:pt x="27477" y="105655"/>
                    <a:pt x="26199" y="104378"/>
                  </a:cubicBezTo>
                  <a:lnTo>
                    <a:pt x="12141" y="90333"/>
                  </a:lnTo>
                  <a:cubicBezTo>
                    <a:pt x="12780" y="50753"/>
                    <a:pt x="28116" y="29047"/>
                    <a:pt x="38978" y="18833"/>
                  </a:cubicBezTo>
                  <a:lnTo>
                    <a:pt x="38978" y="220567"/>
                  </a:lnTo>
                  <a:close/>
                  <a:moveTo>
                    <a:pt x="49203" y="958"/>
                  </a:moveTo>
                  <a:cubicBezTo>
                    <a:pt x="47286" y="-319"/>
                    <a:pt x="44730" y="-319"/>
                    <a:pt x="42813" y="958"/>
                  </a:cubicBezTo>
                  <a:cubicBezTo>
                    <a:pt x="40896" y="1596"/>
                    <a:pt x="0" y="23940"/>
                    <a:pt x="0" y="93525"/>
                  </a:cubicBezTo>
                  <a:cubicBezTo>
                    <a:pt x="0" y="95441"/>
                    <a:pt x="639" y="96717"/>
                    <a:pt x="1917" y="97994"/>
                  </a:cubicBezTo>
                  <a:lnTo>
                    <a:pt x="15336" y="111400"/>
                  </a:lnTo>
                  <a:lnTo>
                    <a:pt x="7668" y="211629"/>
                  </a:lnTo>
                  <a:cubicBezTo>
                    <a:pt x="7668" y="212267"/>
                    <a:pt x="8307" y="233973"/>
                    <a:pt x="45368" y="233973"/>
                  </a:cubicBezTo>
                  <a:cubicBezTo>
                    <a:pt x="49203" y="233973"/>
                    <a:pt x="51758" y="231419"/>
                    <a:pt x="51758" y="227589"/>
                  </a:cubicBezTo>
                  <a:lnTo>
                    <a:pt x="51758" y="6703"/>
                  </a:lnTo>
                  <a:cubicBezTo>
                    <a:pt x="51758" y="4150"/>
                    <a:pt x="51119" y="2234"/>
                    <a:pt x="49203" y="958"/>
                  </a:cubicBezTo>
                </a:path>
              </a:pathLst>
            </a:custGeom>
            <a:solidFill>
              <a:srgbClr val="009A44"/>
            </a:solidFill>
            <a:ln w="6390" cap="flat">
              <a:noFill/>
              <a:prstDash val="solid"/>
              <a:miter/>
            </a:ln>
          </p:spPr>
          <p:txBody>
            <a:bodyPr rtlCol="0" anchor="ctr"/>
            <a:lstStyle/>
            <a:p>
              <a:endParaRPr lang="en-US"/>
            </a:p>
          </p:txBody>
        </p:sp>
        <p:sp>
          <p:nvSpPr>
            <p:cNvPr id="869" name="Graphic 4">
              <a:extLst>
                <a:ext uri="{FF2B5EF4-FFF2-40B4-BE49-F238E27FC236}">
                  <a16:creationId xmlns:a16="http://schemas.microsoft.com/office/drawing/2014/main" id="{F4137FB2-3CA2-2147-96BE-A9B2BDA083E9}"/>
                </a:ext>
              </a:extLst>
            </p:cNvPr>
            <p:cNvSpPr/>
            <p:nvPr/>
          </p:nvSpPr>
          <p:spPr>
            <a:xfrm>
              <a:off x="6860236" y="982019"/>
              <a:ext cx="76679" cy="233015"/>
            </a:xfrm>
            <a:custGeom>
              <a:avLst/>
              <a:gdLst>
                <a:gd name="connsiteX0" fmla="*/ 70289 w 76679"/>
                <a:gd name="connsiteY0" fmla="*/ 0 h 233015"/>
                <a:gd name="connsiteX1" fmla="*/ 63899 w 76679"/>
                <a:gd name="connsiteY1" fmla="*/ 6384 h 233015"/>
                <a:gd name="connsiteX2" fmla="*/ 63899 w 76679"/>
                <a:gd name="connsiteY2" fmla="*/ 53626 h 233015"/>
                <a:gd name="connsiteX3" fmla="*/ 54314 w 76679"/>
                <a:gd name="connsiteY3" fmla="*/ 63201 h 233015"/>
                <a:gd name="connsiteX4" fmla="*/ 47925 w 76679"/>
                <a:gd name="connsiteY4" fmla="*/ 69585 h 233015"/>
                <a:gd name="connsiteX5" fmla="*/ 47925 w 76679"/>
                <a:gd name="connsiteY5" fmla="*/ 211310 h 233015"/>
                <a:gd name="connsiteX6" fmla="*/ 38340 w 76679"/>
                <a:gd name="connsiteY6" fmla="*/ 220886 h 233015"/>
                <a:gd name="connsiteX7" fmla="*/ 28755 w 76679"/>
                <a:gd name="connsiteY7" fmla="*/ 211310 h 233015"/>
                <a:gd name="connsiteX8" fmla="*/ 28755 w 76679"/>
                <a:gd name="connsiteY8" fmla="*/ 69585 h 233015"/>
                <a:gd name="connsiteX9" fmla="*/ 22365 w 76679"/>
                <a:gd name="connsiteY9" fmla="*/ 63201 h 233015"/>
                <a:gd name="connsiteX10" fmla="*/ 12780 w 76679"/>
                <a:gd name="connsiteY10" fmla="*/ 53626 h 233015"/>
                <a:gd name="connsiteX11" fmla="*/ 12780 w 76679"/>
                <a:gd name="connsiteY11" fmla="*/ 6384 h 233015"/>
                <a:gd name="connsiteX12" fmla="*/ 6390 w 76679"/>
                <a:gd name="connsiteY12" fmla="*/ 0 h 233015"/>
                <a:gd name="connsiteX13" fmla="*/ 0 w 76679"/>
                <a:gd name="connsiteY13" fmla="*/ 6384 h 233015"/>
                <a:gd name="connsiteX14" fmla="*/ 0 w 76679"/>
                <a:gd name="connsiteY14" fmla="*/ 53626 h 233015"/>
                <a:gd name="connsiteX15" fmla="*/ 15975 w 76679"/>
                <a:gd name="connsiteY15" fmla="*/ 74693 h 233015"/>
                <a:gd name="connsiteX16" fmla="*/ 15975 w 76679"/>
                <a:gd name="connsiteY16" fmla="*/ 211310 h 233015"/>
                <a:gd name="connsiteX17" fmla="*/ 38340 w 76679"/>
                <a:gd name="connsiteY17" fmla="*/ 233015 h 233015"/>
                <a:gd name="connsiteX18" fmla="*/ 60704 w 76679"/>
                <a:gd name="connsiteY18" fmla="*/ 210671 h 233015"/>
                <a:gd name="connsiteX19" fmla="*/ 60704 w 76679"/>
                <a:gd name="connsiteY19" fmla="*/ 75331 h 233015"/>
                <a:gd name="connsiteX20" fmla="*/ 76679 w 76679"/>
                <a:gd name="connsiteY20" fmla="*/ 54264 h 233015"/>
                <a:gd name="connsiteX21" fmla="*/ 76679 w 76679"/>
                <a:gd name="connsiteY21" fmla="*/ 7022 h 233015"/>
                <a:gd name="connsiteX22" fmla="*/ 70289 w 76679"/>
                <a:gd name="connsiteY22" fmla="*/ 0 h 233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9" h="233015">
                  <a:moveTo>
                    <a:pt x="70289" y="0"/>
                  </a:moveTo>
                  <a:cubicBezTo>
                    <a:pt x="66456" y="0"/>
                    <a:pt x="63899" y="2554"/>
                    <a:pt x="63899" y="6384"/>
                  </a:cubicBezTo>
                  <a:lnTo>
                    <a:pt x="63899" y="53626"/>
                  </a:lnTo>
                  <a:cubicBezTo>
                    <a:pt x="63899" y="56179"/>
                    <a:pt x="62622" y="63201"/>
                    <a:pt x="54314" y="63201"/>
                  </a:cubicBezTo>
                  <a:cubicBezTo>
                    <a:pt x="50481" y="63201"/>
                    <a:pt x="47925" y="65755"/>
                    <a:pt x="47925" y="69585"/>
                  </a:cubicBezTo>
                  <a:lnTo>
                    <a:pt x="47925" y="211310"/>
                  </a:lnTo>
                  <a:cubicBezTo>
                    <a:pt x="47925" y="213225"/>
                    <a:pt x="47286" y="220886"/>
                    <a:pt x="38340" y="220886"/>
                  </a:cubicBezTo>
                  <a:cubicBezTo>
                    <a:pt x="30033" y="220886"/>
                    <a:pt x="28755" y="213225"/>
                    <a:pt x="28755" y="211310"/>
                  </a:cubicBezTo>
                  <a:lnTo>
                    <a:pt x="28755" y="69585"/>
                  </a:lnTo>
                  <a:cubicBezTo>
                    <a:pt x="28755" y="65755"/>
                    <a:pt x="26199" y="63201"/>
                    <a:pt x="22365" y="63201"/>
                  </a:cubicBezTo>
                  <a:cubicBezTo>
                    <a:pt x="14058" y="63201"/>
                    <a:pt x="12780" y="56818"/>
                    <a:pt x="12780" y="53626"/>
                  </a:cubicBezTo>
                  <a:lnTo>
                    <a:pt x="12780" y="6384"/>
                  </a:lnTo>
                  <a:cubicBezTo>
                    <a:pt x="12780" y="2554"/>
                    <a:pt x="10224" y="0"/>
                    <a:pt x="6390" y="0"/>
                  </a:cubicBezTo>
                  <a:cubicBezTo>
                    <a:pt x="2556" y="0"/>
                    <a:pt x="0" y="2554"/>
                    <a:pt x="0" y="6384"/>
                  </a:cubicBezTo>
                  <a:lnTo>
                    <a:pt x="0" y="53626"/>
                  </a:lnTo>
                  <a:cubicBezTo>
                    <a:pt x="0" y="61286"/>
                    <a:pt x="4473" y="72139"/>
                    <a:pt x="15975" y="74693"/>
                  </a:cubicBezTo>
                  <a:lnTo>
                    <a:pt x="15975" y="211310"/>
                  </a:lnTo>
                  <a:cubicBezTo>
                    <a:pt x="15975" y="220247"/>
                    <a:pt x="22365" y="233015"/>
                    <a:pt x="38340" y="233015"/>
                  </a:cubicBezTo>
                  <a:cubicBezTo>
                    <a:pt x="54314" y="233015"/>
                    <a:pt x="60066" y="219609"/>
                    <a:pt x="60704" y="210671"/>
                  </a:cubicBezTo>
                  <a:lnTo>
                    <a:pt x="60704" y="75331"/>
                  </a:lnTo>
                  <a:cubicBezTo>
                    <a:pt x="72207" y="72139"/>
                    <a:pt x="76679" y="61286"/>
                    <a:pt x="76679" y="54264"/>
                  </a:cubicBezTo>
                  <a:lnTo>
                    <a:pt x="76679" y="7022"/>
                  </a:lnTo>
                  <a:cubicBezTo>
                    <a:pt x="76679" y="3192"/>
                    <a:pt x="74123" y="0"/>
                    <a:pt x="70289" y="0"/>
                  </a:cubicBezTo>
                </a:path>
              </a:pathLst>
            </a:custGeom>
            <a:solidFill>
              <a:srgbClr val="009A44"/>
            </a:solidFill>
            <a:ln w="6390" cap="flat">
              <a:noFill/>
              <a:prstDash val="solid"/>
              <a:miter/>
            </a:ln>
          </p:spPr>
          <p:txBody>
            <a:bodyPr rtlCol="0" anchor="ctr"/>
            <a:lstStyle/>
            <a:p>
              <a:endParaRPr lang="en-US"/>
            </a:p>
          </p:txBody>
        </p:sp>
        <p:sp>
          <p:nvSpPr>
            <p:cNvPr id="870" name="Graphic 4">
              <a:extLst>
                <a:ext uri="{FF2B5EF4-FFF2-40B4-BE49-F238E27FC236}">
                  <a16:creationId xmlns:a16="http://schemas.microsoft.com/office/drawing/2014/main" id="{91EE2101-D219-4E4E-B4E4-15835B15A11D}"/>
                </a:ext>
              </a:extLst>
            </p:cNvPr>
            <p:cNvSpPr/>
            <p:nvPr/>
          </p:nvSpPr>
          <p:spPr>
            <a:xfrm>
              <a:off x="6892824" y="982019"/>
              <a:ext cx="12779" cy="52348"/>
            </a:xfrm>
            <a:custGeom>
              <a:avLst/>
              <a:gdLst>
                <a:gd name="connsiteX0" fmla="*/ 6390 w 12779"/>
                <a:gd name="connsiteY0" fmla="*/ 52349 h 52348"/>
                <a:gd name="connsiteX1" fmla="*/ 12780 w 12779"/>
                <a:gd name="connsiteY1" fmla="*/ 45965 h 52348"/>
                <a:gd name="connsiteX2" fmla="*/ 12780 w 12779"/>
                <a:gd name="connsiteY2" fmla="*/ 6384 h 52348"/>
                <a:gd name="connsiteX3" fmla="*/ 6390 w 12779"/>
                <a:gd name="connsiteY3" fmla="*/ 0 h 52348"/>
                <a:gd name="connsiteX4" fmla="*/ 0 w 12779"/>
                <a:gd name="connsiteY4" fmla="*/ 6384 h 52348"/>
                <a:gd name="connsiteX5" fmla="*/ 0 w 12779"/>
                <a:gd name="connsiteY5" fmla="*/ 45965 h 52348"/>
                <a:gd name="connsiteX6" fmla="*/ 6390 w 12779"/>
                <a:gd name="connsiteY6" fmla="*/ 52349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52348">
                  <a:moveTo>
                    <a:pt x="6390" y="52349"/>
                  </a:moveTo>
                  <a:cubicBezTo>
                    <a:pt x="10225" y="52349"/>
                    <a:pt x="12780" y="49795"/>
                    <a:pt x="12780" y="45965"/>
                  </a:cubicBezTo>
                  <a:lnTo>
                    <a:pt x="12780" y="6384"/>
                  </a:lnTo>
                  <a:cubicBezTo>
                    <a:pt x="12780" y="2554"/>
                    <a:pt x="10225" y="0"/>
                    <a:pt x="6390" y="0"/>
                  </a:cubicBezTo>
                  <a:cubicBezTo>
                    <a:pt x="2556" y="0"/>
                    <a:pt x="0" y="2554"/>
                    <a:pt x="0" y="6384"/>
                  </a:cubicBezTo>
                  <a:lnTo>
                    <a:pt x="0" y="45965"/>
                  </a:lnTo>
                  <a:cubicBezTo>
                    <a:pt x="0" y="49795"/>
                    <a:pt x="2556" y="52349"/>
                    <a:pt x="6390" y="52349"/>
                  </a:cubicBezTo>
                </a:path>
              </a:pathLst>
            </a:custGeom>
            <a:solidFill>
              <a:srgbClr val="009A44"/>
            </a:solidFill>
            <a:ln w="6390" cap="flat">
              <a:noFill/>
              <a:prstDash val="solid"/>
              <a:miter/>
            </a:ln>
          </p:spPr>
          <p:txBody>
            <a:bodyPr rtlCol="0" anchor="ctr"/>
            <a:lstStyle/>
            <a:p>
              <a:endParaRPr lang="en-US"/>
            </a:p>
          </p:txBody>
        </p:sp>
      </p:grpSp>
      <p:grpSp>
        <p:nvGrpSpPr>
          <p:cNvPr id="871" name="Graphic 4">
            <a:extLst>
              <a:ext uri="{FF2B5EF4-FFF2-40B4-BE49-F238E27FC236}">
                <a16:creationId xmlns:a16="http://schemas.microsoft.com/office/drawing/2014/main" id="{8CAA7861-5E7A-8F4B-A765-7DBE550463D6}"/>
              </a:ext>
            </a:extLst>
          </p:cNvPr>
          <p:cNvGrpSpPr/>
          <p:nvPr/>
        </p:nvGrpSpPr>
        <p:grpSpPr>
          <a:xfrm>
            <a:off x="7192513" y="918179"/>
            <a:ext cx="361674" cy="361333"/>
            <a:chOff x="7192513" y="918179"/>
            <a:chExt cx="361674" cy="361333"/>
          </a:xfrm>
          <a:solidFill>
            <a:srgbClr val="009A44"/>
          </a:solidFill>
        </p:grpSpPr>
        <p:sp>
          <p:nvSpPr>
            <p:cNvPr id="872" name="Graphic 4">
              <a:extLst>
                <a:ext uri="{FF2B5EF4-FFF2-40B4-BE49-F238E27FC236}">
                  <a16:creationId xmlns:a16="http://schemas.microsoft.com/office/drawing/2014/main" id="{DF7B2597-D223-5644-81EC-0E8D9100B1E8}"/>
                </a:ext>
              </a:extLst>
            </p:cNvPr>
            <p:cNvSpPr/>
            <p:nvPr/>
          </p:nvSpPr>
          <p:spPr>
            <a:xfrm>
              <a:off x="7407214" y="1001809"/>
              <a:ext cx="26838" cy="201095"/>
            </a:xfrm>
            <a:custGeom>
              <a:avLst/>
              <a:gdLst>
                <a:gd name="connsiteX0" fmla="*/ 0 w 26838"/>
                <a:gd name="connsiteY0" fmla="*/ 70862 h 201095"/>
                <a:gd name="connsiteX1" fmla="*/ 14058 w 26838"/>
                <a:gd name="connsiteY1" fmla="*/ 84907 h 201095"/>
                <a:gd name="connsiteX2" fmla="*/ 15975 w 26838"/>
                <a:gd name="connsiteY2" fmla="*/ 90014 h 201095"/>
                <a:gd name="connsiteX3" fmla="*/ 8307 w 26838"/>
                <a:gd name="connsiteY3" fmla="*/ 192158 h 201095"/>
                <a:gd name="connsiteX4" fmla="*/ 26838 w 26838"/>
                <a:gd name="connsiteY4" fmla="*/ 201095 h 201095"/>
                <a:gd name="connsiteX5" fmla="*/ 26838 w 26838"/>
                <a:gd name="connsiteY5" fmla="*/ 0 h 201095"/>
                <a:gd name="connsiteX6" fmla="*/ 0 w 26838"/>
                <a:gd name="connsiteY6" fmla="*/ 70862 h 20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838" h="201095">
                  <a:moveTo>
                    <a:pt x="0" y="70862"/>
                  </a:moveTo>
                  <a:lnTo>
                    <a:pt x="14058" y="84907"/>
                  </a:lnTo>
                  <a:cubicBezTo>
                    <a:pt x="15336" y="86184"/>
                    <a:pt x="15975" y="88099"/>
                    <a:pt x="15975" y="90014"/>
                  </a:cubicBezTo>
                  <a:lnTo>
                    <a:pt x="8307" y="192158"/>
                  </a:lnTo>
                  <a:cubicBezTo>
                    <a:pt x="8946" y="195350"/>
                    <a:pt x="13419" y="199819"/>
                    <a:pt x="26838" y="201095"/>
                  </a:cubicBezTo>
                  <a:lnTo>
                    <a:pt x="26838" y="0"/>
                  </a:lnTo>
                  <a:cubicBezTo>
                    <a:pt x="16614" y="9576"/>
                    <a:pt x="640" y="31281"/>
                    <a:pt x="0" y="70862"/>
                  </a:cubicBezTo>
                </a:path>
              </a:pathLst>
            </a:custGeom>
            <a:solidFill>
              <a:srgbClr val="009A44"/>
            </a:solidFill>
            <a:ln w="6390" cap="flat">
              <a:noFill/>
              <a:prstDash val="solid"/>
              <a:miter/>
            </a:ln>
          </p:spPr>
          <p:txBody>
            <a:bodyPr rtlCol="0" anchor="ctr"/>
            <a:lstStyle/>
            <a:p>
              <a:endParaRPr lang="en-US"/>
            </a:p>
          </p:txBody>
        </p:sp>
        <p:sp>
          <p:nvSpPr>
            <p:cNvPr id="873" name="Graphic 4">
              <a:extLst>
                <a:ext uri="{FF2B5EF4-FFF2-40B4-BE49-F238E27FC236}">
                  <a16:creationId xmlns:a16="http://schemas.microsoft.com/office/drawing/2014/main" id="{1959B4DE-3599-DE47-92B9-46940E9E6D9B}"/>
                </a:ext>
              </a:extLst>
            </p:cNvPr>
            <p:cNvSpPr/>
            <p:nvPr/>
          </p:nvSpPr>
          <p:spPr>
            <a:xfrm>
              <a:off x="7192513" y="918179"/>
              <a:ext cx="361674" cy="361333"/>
            </a:xfrm>
            <a:custGeom>
              <a:avLst/>
              <a:gdLst>
                <a:gd name="connsiteX0" fmla="*/ 254320 w 361674"/>
                <a:gd name="connsiteY0" fmla="*/ 291110 h 361333"/>
                <a:gd name="connsiteX1" fmla="*/ 247930 w 361674"/>
                <a:gd name="connsiteY1" fmla="*/ 297494 h 361333"/>
                <a:gd name="connsiteX2" fmla="*/ 210229 w 361674"/>
                <a:gd name="connsiteY2" fmla="*/ 275150 h 361333"/>
                <a:gd name="connsiteX3" fmla="*/ 217897 w 361674"/>
                <a:gd name="connsiteY3" fmla="*/ 174921 h 361333"/>
                <a:gd name="connsiteX4" fmla="*/ 204478 w 361674"/>
                <a:gd name="connsiteY4" fmla="*/ 161515 h 361333"/>
                <a:gd name="connsiteX5" fmla="*/ 202561 w 361674"/>
                <a:gd name="connsiteY5" fmla="*/ 157046 h 361333"/>
                <a:gd name="connsiteX6" fmla="*/ 245374 w 361674"/>
                <a:gd name="connsiteY6" fmla="*/ 64478 h 361333"/>
                <a:gd name="connsiteX7" fmla="*/ 251764 w 361674"/>
                <a:gd name="connsiteY7" fmla="*/ 64478 h 361333"/>
                <a:gd name="connsiteX8" fmla="*/ 254959 w 361674"/>
                <a:gd name="connsiteY8" fmla="*/ 70224 h 361333"/>
                <a:gd name="connsiteX9" fmla="*/ 254959 w 361674"/>
                <a:gd name="connsiteY9" fmla="*/ 291110 h 361333"/>
                <a:gd name="connsiteX10" fmla="*/ 183392 w 361674"/>
                <a:gd name="connsiteY10" fmla="*/ 117465 h 361333"/>
                <a:gd name="connsiteX11" fmla="*/ 167417 w 361674"/>
                <a:gd name="connsiteY11" fmla="*/ 138532 h 361333"/>
                <a:gd name="connsiteX12" fmla="*/ 167417 w 361674"/>
                <a:gd name="connsiteY12" fmla="*/ 274511 h 361333"/>
                <a:gd name="connsiteX13" fmla="*/ 145052 w 361674"/>
                <a:gd name="connsiteY13" fmla="*/ 296855 h 361333"/>
                <a:gd name="connsiteX14" fmla="*/ 122687 w 361674"/>
                <a:gd name="connsiteY14" fmla="*/ 275150 h 361333"/>
                <a:gd name="connsiteX15" fmla="*/ 122687 w 361674"/>
                <a:gd name="connsiteY15" fmla="*/ 139171 h 361333"/>
                <a:gd name="connsiteX16" fmla="*/ 106712 w 361674"/>
                <a:gd name="connsiteY16" fmla="*/ 118104 h 361333"/>
                <a:gd name="connsiteX17" fmla="*/ 106712 w 361674"/>
                <a:gd name="connsiteY17" fmla="*/ 70862 h 361333"/>
                <a:gd name="connsiteX18" fmla="*/ 113102 w 361674"/>
                <a:gd name="connsiteY18" fmla="*/ 64478 h 361333"/>
                <a:gd name="connsiteX19" fmla="*/ 119492 w 361674"/>
                <a:gd name="connsiteY19" fmla="*/ 70862 h 361333"/>
                <a:gd name="connsiteX20" fmla="*/ 119492 w 361674"/>
                <a:gd name="connsiteY20" fmla="*/ 118104 h 361333"/>
                <a:gd name="connsiteX21" fmla="*/ 129077 w 361674"/>
                <a:gd name="connsiteY21" fmla="*/ 127680 h 361333"/>
                <a:gd name="connsiteX22" fmla="*/ 135467 w 361674"/>
                <a:gd name="connsiteY22" fmla="*/ 134064 h 361333"/>
                <a:gd name="connsiteX23" fmla="*/ 135467 w 361674"/>
                <a:gd name="connsiteY23" fmla="*/ 275788 h 361333"/>
                <a:gd name="connsiteX24" fmla="*/ 145052 w 361674"/>
                <a:gd name="connsiteY24" fmla="*/ 285364 h 361333"/>
                <a:gd name="connsiteX25" fmla="*/ 154637 w 361674"/>
                <a:gd name="connsiteY25" fmla="*/ 275788 h 361333"/>
                <a:gd name="connsiteX26" fmla="*/ 154637 w 361674"/>
                <a:gd name="connsiteY26" fmla="*/ 134064 h 361333"/>
                <a:gd name="connsiteX27" fmla="*/ 161027 w 361674"/>
                <a:gd name="connsiteY27" fmla="*/ 127680 h 361333"/>
                <a:gd name="connsiteX28" fmla="*/ 170612 w 361674"/>
                <a:gd name="connsiteY28" fmla="*/ 118104 h 361333"/>
                <a:gd name="connsiteX29" fmla="*/ 170612 w 361674"/>
                <a:gd name="connsiteY29" fmla="*/ 70862 h 361333"/>
                <a:gd name="connsiteX30" fmla="*/ 177002 w 361674"/>
                <a:gd name="connsiteY30" fmla="*/ 64478 h 361333"/>
                <a:gd name="connsiteX31" fmla="*/ 183392 w 361674"/>
                <a:gd name="connsiteY31" fmla="*/ 70862 h 361333"/>
                <a:gd name="connsiteX32" fmla="*/ 183392 w 361674"/>
                <a:gd name="connsiteY32" fmla="*/ 117465 h 361333"/>
                <a:gd name="connsiteX33" fmla="*/ 139301 w 361674"/>
                <a:gd name="connsiteY33" fmla="*/ 70224 h 361333"/>
                <a:gd name="connsiteX34" fmla="*/ 145691 w 361674"/>
                <a:gd name="connsiteY34" fmla="*/ 63840 h 361333"/>
                <a:gd name="connsiteX35" fmla="*/ 152081 w 361674"/>
                <a:gd name="connsiteY35" fmla="*/ 70224 h 361333"/>
                <a:gd name="connsiteX36" fmla="*/ 152081 w 361674"/>
                <a:gd name="connsiteY36" fmla="*/ 109804 h 361333"/>
                <a:gd name="connsiteX37" fmla="*/ 145691 w 361674"/>
                <a:gd name="connsiteY37" fmla="*/ 116188 h 361333"/>
                <a:gd name="connsiteX38" fmla="*/ 139301 w 361674"/>
                <a:gd name="connsiteY38" fmla="*/ 109804 h 361333"/>
                <a:gd name="connsiteX39" fmla="*/ 139301 w 361674"/>
                <a:gd name="connsiteY39" fmla="*/ 70224 h 361333"/>
                <a:gd name="connsiteX40" fmla="*/ 180836 w 361674"/>
                <a:gd name="connsiteY40" fmla="*/ 0 h 361333"/>
                <a:gd name="connsiteX41" fmla="*/ 0 w 361674"/>
                <a:gd name="connsiteY41" fmla="*/ 180667 h 361333"/>
                <a:gd name="connsiteX42" fmla="*/ 180836 w 361674"/>
                <a:gd name="connsiteY42" fmla="*/ 361333 h 361333"/>
                <a:gd name="connsiteX43" fmla="*/ 361670 w 361674"/>
                <a:gd name="connsiteY43" fmla="*/ 180667 h 361333"/>
                <a:gd name="connsiteX44" fmla="*/ 180836 w 361674"/>
                <a:gd name="connsiteY44"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1674" h="361333">
                  <a:moveTo>
                    <a:pt x="254320" y="291110"/>
                  </a:moveTo>
                  <a:cubicBezTo>
                    <a:pt x="254320" y="294940"/>
                    <a:pt x="251764" y="297494"/>
                    <a:pt x="247930" y="297494"/>
                  </a:cubicBezTo>
                  <a:cubicBezTo>
                    <a:pt x="210229" y="297494"/>
                    <a:pt x="210229" y="276426"/>
                    <a:pt x="210229" y="275150"/>
                  </a:cubicBezTo>
                  <a:lnTo>
                    <a:pt x="217897" y="174921"/>
                  </a:lnTo>
                  <a:lnTo>
                    <a:pt x="204478" y="161515"/>
                  </a:lnTo>
                  <a:cubicBezTo>
                    <a:pt x="203200" y="160238"/>
                    <a:pt x="202561" y="158961"/>
                    <a:pt x="202561" y="157046"/>
                  </a:cubicBezTo>
                  <a:cubicBezTo>
                    <a:pt x="202561" y="88099"/>
                    <a:pt x="243456" y="65755"/>
                    <a:pt x="245374" y="64478"/>
                  </a:cubicBezTo>
                  <a:cubicBezTo>
                    <a:pt x="247291" y="63201"/>
                    <a:pt x="249846" y="63201"/>
                    <a:pt x="251764" y="64478"/>
                  </a:cubicBezTo>
                  <a:cubicBezTo>
                    <a:pt x="253681" y="65755"/>
                    <a:pt x="254959" y="67670"/>
                    <a:pt x="254959" y="70224"/>
                  </a:cubicBezTo>
                  <a:lnTo>
                    <a:pt x="254959" y="291110"/>
                  </a:lnTo>
                  <a:close/>
                  <a:moveTo>
                    <a:pt x="183392" y="117465"/>
                  </a:moveTo>
                  <a:cubicBezTo>
                    <a:pt x="183392" y="125126"/>
                    <a:pt x="178918" y="135979"/>
                    <a:pt x="167417" y="138532"/>
                  </a:cubicBezTo>
                  <a:lnTo>
                    <a:pt x="167417" y="274511"/>
                  </a:lnTo>
                  <a:cubicBezTo>
                    <a:pt x="167417" y="283449"/>
                    <a:pt x="161027" y="296855"/>
                    <a:pt x="145052" y="296855"/>
                  </a:cubicBezTo>
                  <a:cubicBezTo>
                    <a:pt x="129077" y="296855"/>
                    <a:pt x="123326" y="283449"/>
                    <a:pt x="122687" y="275150"/>
                  </a:cubicBezTo>
                  <a:lnTo>
                    <a:pt x="122687" y="139171"/>
                  </a:lnTo>
                  <a:cubicBezTo>
                    <a:pt x="111185" y="135979"/>
                    <a:pt x="106712" y="125126"/>
                    <a:pt x="106712" y="118104"/>
                  </a:cubicBezTo>
                  <a:lnTo>
                    <a:pt x="106712" y="70862"/>
                  </a:lnTo>
                  <a:cubicBezTo>
                    <a:pt x="106712" y="67032"/>
                    <a:pt x="109268" y="64478"/>
                    <a:pt x="113102" y="64478"/>
                  </a:cubicBezTo>
                  <a:cubicBezTo>
                    <a:pt x="116936" y="64478"/>
                    <a:pt x="119492" y="67032"/>
                    <a:pt x="119492" y="70862"/>
                  </a:cubicBezTo>
                  <a:lnTo>
                    <a:pt x="119492" y="118104"/>
                  </a:lnTo>
                  <a:cubicBezTo>
                    <a:pt x="119492" y="120657"/>
                    <a:pt x="120770" y="127680"/>
                    <a:pt x="129077" y="127680"/>
                  </a:cubicBezTo>
                  <a:cubicBezTo>
                    <a:pt x="132911" y="127680"/>
                    <a:pt x="135467" y="130233"/>
                    <a:pt x="135467" y="134064"/>
                  </a:cubicBezTo>
                  <a:lnTo>
                    <a:pt x="135467" y="275788"/>
                  </a:lnTo>
                  <a:cubicBezTo>
                    <a:pt x="135467" y="277703"/>
                    <a:pt x="136745" y="285364"/>
                    <a:pt x="145052" y="285364"/>
                  </a:cubicBezTo>
                  <a:cubicBezTo>
                    <a:pt x="153358" y="285364"/>
                    <a:pt x="154637" y="277703"/>
                    <a:pt x="154637" y="275788"/>
                  </a:cubicBezTo>
                  <a:lnTo>
                    <a:pt x="154637" y="134064"/>
                  </a:lnTo>
                  <a:cubicBezTo>
                    <a:pt x="154637" y="130233"/>
                    <a:pt x="157192" y="127680"/>
                    <a:pt x="161027" y="127680"/>
                  </a:cubicBezTo>
                  <a:cubicBezTo>
                    <a:pt x="169333" y="127680"/>
                    <a:pt x="170612" y="121296"/>
                    <a:pt x="170612" y="118104"/>
                  </a:cubicBezTo>
                  <a:lnTo>
                    <a:pt x="170612" y="70862"/>
                  </a:lnTo>
                  <a:cubicBezTo>
                    <a:pt x="170612" y="67032"/>
                    <a:pt x="173167" y="64478"/>
                    <a:pt x="177002" y="64478"/>
                  </a:cubicBezTo>
                  <a:cubicBezTo>
                    <a:pt x="180836" y="64478"/>
                    <a:pt x="183392" y="67032"/>
                    <a:pt x="183392" y="70862"/>
                  </a:cubicBezTo>
                  <a:lnTo>
                    <a:pt x="183392" y="117465"/>
                  </a:lnTo>
                  <a:close/>
                  <a:moveTo>
                    <a:pt x="139301" y="70224"/>
                  </a:moveTo>
                  <a:cubicBezTo>
                    <a:pt x="139301" y="66393"/>
                    <a:pt x="141857" y="63840"/>
                    <a:pt x="145691" y="63840"/>
                  </a:cubicBezTo>
                  <a:cubicBezTo>
                    <a:pt x="149525" y="63840"/>
                    <a:pt x="152081" y="66393"/>
                    <a:pt x="152081" y="70224"/>
                  </a:cubicBezTo>
                  <a:lnTo>
                    <a:pt x="152081" y="109804"/>
                  </a:lnTo>
                  <a:cubicBezTo>
                    <a:pt x="152081" y="113635"/>
                    <a:pt x="149525" y="116188"/>
                    <a:pt x="145691" y="116188"/>
                  </a:cubicBezTo>
                  <a:cubicBezTo>
                    <a:pt x="141857" y="116188"/>
                    <a:pt x="139301" y="113635"/>
                    <a:pt x="139301" y="109804"/>
                  </a:cubicBezTo>
                  <a:lnTo>
                    <a:pt x="139301" y="70224"/>
                  </a:lnTo>
                  <a:close/>
                  <a:moveTo>
                    <a:pt x="180836" y="0"/>
                  </a:moveTo>
                  <a:cubicBezTo>
                    <a:pt x="80513" y="0"/>
                    <a:pt x="0" y="81077"/>
                    <a:pt x="0" y="180667"/>
                  </a:cubicBezTo>
                  <a:cubicBezTo>
                    <a:pt x="0" y="280895"/>
                    <a:pt x="81153" y="361333"/>
                    <a:pt x="180836" y="361333"/>
                  </a:cubicBezTo>
                  <a:cubicBezTo>
                    <a:pt x="280518" y="361333"/>
                    <a:pt x="361670" y="280257"/>
                    <a:pt x="361670" y="180667"/>
                  </a:cubicBezTo>
                  <a:cubicBezTo>
                    <a:pt x="362310" y="81077"/>
                    <a:pt x="281157" y="0"/>
                    <a:pt x="180836" y="0"/>
                  </a:cubicBezTo>
                </a:path>
              </a:pathLst>
            </a:custGeom>
            <a:solidFill>
              <a:srgbClr val="009A44"/>
            </a:solidFill>
            <a:ln w="6390" cap="flat">
              <a:noFill/>
              <a:prstDash val="solid"/>
              <a:miter/>
            </a:ln>
          </p:spPr>
          <p:txBody>
            <a:bodyPr rtlCol="0" anchor="ctr"/>
            <a:lstStyle/>
            <a:p>
              <a:endParaRPr lang="en-US"/>
            </a:p>
          </p:txBody>
        </p:sp>
      </p:grpSp>
      <p:grpSp>
        <p:nvGrpSpPr>
          <p:cNvPr id="874" name="Graphic 4">
            <a:extLst>
              <a:ext uri="{FF2B5EF4-FFF2-40B4-BE49-F238E27FC236}">
                <a16:creationId xmlns:a16="http://schemas.microsoft.com/office/drawing/2014/main" id="{59236AC1-7901-0C4B-844E-EDC5A15F811A}"/>
              </a:ext>
            </a:extLst>
          </p:cNvPr>
          <p:cNvGrpSpPr/>
          <p:nvPr/>
        </p:nvGrpSpPr>
        <p:grpSpPr>
          <a:xfrm>
            <a:off x="6753524" y="1402085"/>
            <a:ext cx="361674" cy="361333"/>
            <a:chOff x="6753524" y="1402085"/>
            <a:chExt cx="361674" cy="361333"/>
          </a:xfrm>
          <a:solidFill>
            <a:srgbClr val="009A44"/>
          </a:solidFill>
        </p:grpSpPr>
        <p:sp>
          <p:nvSpPr>
            <p:cNvPr id="875" name="Graphic 4">
              <a:extLst>
                <a:ext uri="{FF2B5EF4-FFF2-40B4-BE49-F238E27FC236}">
                  <a16:creationId xmlns:a16="http://schemas.microsoft.com/office/drawing/2014/main" id="{2CC64D6B-8388-5743-B66E-48E1C99B9AB3}"/>
                </a:ext>
              </a:extLst>
            </p:cNvPr>
            <p:cNvSpPr/>
            <p:nvPr/>
          </p:nvSpPr>
          <p:spPr>
            <a:xfrm>
              <a:off x="6753524" y="1402085"/>
              <a:ext cx="361674" cy="361333"/>
            </a:xfrm>
            <a:custGeom>
              <a:avLst/>
              <a:gdLst>
                <a:gd name="connsiteX0" fmla="*/ 180835 w 361674"/>
                <a:gd name="connsiteY0" fmla="*/ 349204 h 361333"/>
                <a:gd name="connsiteX1" fmla="*/ 12780 w 361674"/>
                <a:gd name="connsiteY1" fmla="*/ 181305 h 361333"/>
                <a:gd name="connsiteX2" fmla="*/ 180835 w 361674"/>
                <a:gd name="connsiteY2" fmla="*/ 13406 h 361333"/>
                <a:gd name="connsiteX3" fmla="*/ 348890 w 361674"/>
                <a:gd name="connsiteY3" fmla="*/ 181305 h 361333"/>
                <a:gd name="connsiteX4" fmla="*/ 180835 w 361674"/>
                <a:gd name="connsiteY4" fmla="*/ 349204 h 361333"/>
                <a:gd name="connsiteX5" fmla="*/ 180835 w 361674"/>
                <a:gd name="connsiteY5" fmla="*/ 0 h 361333"/>
                <a:gd name="connsiteX6" fmla="*/ 0 w 361674"/>
                <a:gd name="connsiteY6" fmla="*/ 180667 h 361333"/>
                <a:gd name="connsiteX7" fmla="*/ 180835 w 361674"/>
                <a:gd name="connsiteY7" fmla="*/ 361333 h 361333"/>
                <a:gd name="connsiteX8" fmla="*/ 361670 w 361674"/>
                <a:gd name="connsiteY8" fmla="*/ 180667 h 361333"/>
                <a:gd name="connsiteX9" fmla="*/ 180835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29" y="273873"/>
                    <a:pt x="274128" y="349204"/>
                    <a:pt x="180835" y="349204"/>
                  </a:cubicBezTo>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09" y="81077"/>
                    <a:pt x="281157" y="0"/>
                    <a:pt x="180835" y="0"/>
                  </a:cubicBezTo>
                </a:path>
              </a:pathLst>
            </a:custGeom>
            <a:solidFill>
              <a:srgbClr val="009A44"/>
            </a:solidFill>
            <a:ln w="6390" cap="flat">
              <a:noFill/>
              <a:prstDash val="solid"/>
              <a:miter/>
            </a:ln>
          </p:spPr>
          <p:txBody>
            <a:bodyPr rtlCol="0" anchor="ctr"/>
            <a:lstStyle/>
            <a:p>
              <a:endParaRPr lang="en-US"/>
            </a:p>
          </p:txBody>
        </p:sp>
        <p:sp>
          <p:nvSpPr>
            <p:cNvPr id="876" name="Graphic 4">
              <a:extLst>
                <a:ext uri="{FF2B5EF4-FFF2-40B4-BE49-F238E27FC236}">
                  <a16:creationId xmlns:a16="http://schemas.microsoft.com/office/drawing/2014/main" id="{2E329648-9D6D-654C-AFD0-12DD11BA3C1F}"/>
                </a:ext>
              </a:extLst>
            </p:cNvPr>
            <p:cNvSpPr/>
            <p:nvPr/>
          </p:nvSpPr>
          <p:spPr>
            <a:xfrm>
              <a:off x="6892186" y="1458264"/>
              <a:ext cx="85625" cy="250252"/>
            </a:xfrm>
            <a:custGeom>
              <a:avLst/>
              <a:gdLst>
                <a:gd name="connsiteX0" fmla="*/ 56232 w 85625"/>
                <a:gd name="connsiteY0" fmla="*/ 89376 h 250252"/>
                <a:gd name="connsiteX1" fmla="*/ 53037 w 85625"/>
                <a:gd name="connsiteY1" fmla="*/ 95121 h 250252"/>
                <a:gd name="connsiteX2" fmla="*/ 53037 w 85625"/>
                <a:gd name="connsiteY2" fmla="*/ 226631 h 250252"/>
                <a:gd name="connsiteX3" fmla="*/ 42173 w 85625"/>
                <a:gd name="connsiteY3" fmla="*/ 237484 h 250252"/>
                <a:gd name="connsiteX4" fmla="*/ 31311 w 85625"/>
                <a:gd name="connsiteY4" fmla="*/ 226631 h 250252"/>
                <a:gd name="connsiteX5" fmla="*/ 31311 w 85625"/>
                <a:gd name="connsiteY5" fmla="*/ 95121 h 250252"/>
                <a:gd name="connsiteX6" fmla="*/ 28116 w 85625"/>
                <a:gd name="connsiteY6" fmla="*/ 89376 h 250252"/>
                <a:gd name="connsiteX7" fmla="*/ 12780 w 85625"/>
                <a:gd name="connsiteY7" fmla="*/ 63840 h 250252"/>
                <a:gd name="connsiteX8" fmla="*/ 42173 w 85625"/>
                <a:gd name="connsiteY8" fmla="*/ 12768 h 250252"/>
                <a:gd name="connsiteX9" fmla="*/ 71568 w 85625"/>
                <a:gd name="connsiteY9" fmla="*/ 63840 h 250252"/>
                <a:gd name="connsiteX10" fmla="*/ 56232 w 85625"/>
                <a:gd name="connsiteY10" fmla="*/ 89376 h 250252"/>
                <a:gd name="connsiteX11" fmla="*/ 42173 w 85625"/>
                <a:gd name="connsiteY11" fmla="*/ 0 h 250252"/>
                <a:gd name="connsiteX12" fmla="*/ 0 w 85625"/>
                <a:gd name="connsiteY12" fmla="*/ 63840 h 250252"/>
                <a:gd name="connsiteX13" fmla="*/ 19170 w 85625"/>
                <a:gd name="connsiteY13" fmla="*/ 98952 h 250252"/>
                <a:gd name="connsiteX14" fmla="*/ 19170 w 85625"/>
                <a:gd name="connsiteY14" fmla="*/ 227270 h 250252"/>
                <a:gd name="connsiteX15" fmla="*/ 42813 w 85625"/>
                <a:gd name="connsiteY15" fmla="*/ 250252 h 250252"/>
                <a:gd name="connsiteX16" fmla="*/ 66456 w 85625"/>
                <a:gd name="connsiteY16" fmla="*/ 226631 h 250252"/>
                <a:gd name="connsiteX17" fmla="*/ 66456 w 85625"/>
                <a:gd name="connsiteY17" fmla="*/ 98313 h 250252"/>
                <a:gd name="connsiteX18" fmla="*/ 85625 w 85625"/>
                <a:gd name="connsiteY18" fmla="*/ 63201 h 250252"/>
                <a:gd name="connsiteX19" fmla="*/ 42173 w 85625"/>
                <a:gd name="connsiteY19" fmla="*/ 0 h 250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625" h="250252">
                  <a:moveTo>
                    <a:pt x="56232" y="89376"/>
                  </a:moveTo>
                  <a:cubicBezTo>
                    <a:pt x="54314" y="90653"/>
                    <a:pt x="53037" y="92568"/>
                    <a:pt x="53037" y="95121"/>
                  </a:cubicBezTo>
                  <a:lnTo>
                    <a:pt x="53037" y="226631"/>
                  </a:lnTo>
                  <a:cubicBezTo>
                    <a:pt x="53037" y="228547"/>
                    <a:pt x="52398" y="237484"/>
                    <a:pt x="42173" y="237484"/>
                  </a:cubicBezTo>
                  <a:cubicBezTo>
                    <a:pt x="32589" y="237484"/>
                    <a:pt x="31950" y="229185"/>
                    <a:pt x="31311" y="226631"/>
                  </a:cubicBezTo>
                  <a:lnTo>
                    <a:pt x="31311" y="95121"/>
                  </a:lnTo>
                  <a:cubicBezTo>
                    <a:pt x="31311" y="92568"/>
                    <a:pt x="30033" y="90653"/>
                    <a:pt x="28116" y="89376"/>
                  </a:cubicBezTo>
                  <a:cubicBezTo>
                    <a:pt x="18531" y="84269"/>
                    <a:pt x="12780" y="74054"/>
                    <a:pt x="12780" y="63840"/>
                  </a:cubicBezTo>
                  <a:cubicBezTo>
                    <a:pt x="12780" y="45326"/>
                    <a:pt x="27477" y="12768"/>
                    <a:pt x="42173" y="12768"/>
                  </a:cubicBezTo>
                  <a:cubicBezTo>
                    <a:pt x="56871" y="12768"/>
                    <a:pt x="71568" y="45326"/>
                    <a:pt x="71568" y="63840"/>
                  </a:cubicBezTo>
                  <a:cubicBezTo>
                    <a:pt x="72207" y="74693"/>
                    <a:pt x="65817" y="84269"/>
                    <a:pt x="56232" y="89376"/>
                  </a:cubicBezTo>
                  <a:moveTo>
                    <a:pt x="42173" y="0"/>
                  </a:moveTo>
                  <a:cubicBezTo>
                    <a:pt x="17253" y="0"/>
                    <a:pt x="0" y="41496"/>
                    <a:pt x="0" y="63840"/>
                  </a:cubicBezTo>
                  <a:cubicBezTo>
                    <a:pt x="0" y="77885"/>
                    <a:pt x="7029" y="91291"/>
                    <a:pt x="19170" y="98952"/>
                  </a:cubicBezTo>
                  <a:lnTo>
                    <a:pt x="19170" y="227270"/>
                  </a:lnTo>
                  <a:cubicBezTo>
                    <a:pt x="19170" y="236846"/>
                    <a:pt x="26199" y="250252"/>
                    <a:pt x="42813" y="250252"/>
                  </a:cubicBezTo>
                  <a:cubicBezTo>
                    <a:pt x="59427" y="250252"/>
                    <a:pt x="65817" y="236207"/>
                    <a:pt x="66456" y="226631"/>
                  </a:cubicBezTo>
                  <a:lnTo>
                    <a:pt x="66456" y="98313"/>
                  </a:lnTo>
                  <a:cubicBezTo>
                    <a:pt x="77958" y="90653"/>
                    <a:pt x="85625" y="77246"/>
                    <a:pt x="85625" y="63201"/>
                  </a:cubicBezTo>
                  <a:cubicBezTo>
                    <a:pt x="84986" y="41496"/>
                    <a:pt x="67094" y="0"/>
                    <a:pt x="42173" y="0"/>
                  </a:cubicBezTo>
                </a:path>
              </a:pathLst>
            </a:custGeom>
            <a:solidFill>
              <a:srgbClr val="009A44"/>
            </a:solidFill>
            <a:ln w="6390" cap="flat">
              <a:noFill/>
              <a:prstDash val="solid"/>
              <a:miter/>
            </a:ln>
          </p:spPr>
          <p:txBody>
            <a:bodyPr rtlCol="0" anchor="ctr"/>
            <a:lstStyle/>
            <a:p>
              <a:endParaRPr lang="en-US"/>
            </a:p>
          </p:txBody>
        </p:sp>
      </p:grpSp>
      <p:grpSp>
        <p:nvGrpSpPr>
          <p:cNvPr id="877" name="Graphic 4">
            <a:extLst>
              <a:ext uri="{FF2B5EF4-FFF2-40B4-BE49-F238E27FC236}">
                <a16:creationId xmlns:a16="http://schemas.microsoft.com/office/drawing/2014/main" id="{F45A94AA-1650-CA4B-AC0D-A4EAE0FE032A}"/>
              </a:ext>
            </a:extLst>
          </p:cNvPr>
          <p:cNvGrpSpPr/>
          <p:nvPr/>
        </p:nvGrpSpPr>
        <p:grpSpPr>
          <a:xfrm>
            <a:off x="7192513" y="1402085"/>
            <a:ext cx="361674" cy="361333"/>
            <a:chOff x="7192513" y="1402085"/>
            <a:chExt cx="361674" cy="361333"/>
          </a:xfrm>
          <a:solidFill>
            <a:srgbClr val="009A44"/>
          </a:solidFill>
        </p:grpSpPr>
        <p:sp>
          <p:nvSpPr>
            <p:cNvPr id="878" name="Graphic 4">
              <a:extLst>
                <a:ext uri="{FF2B5EF4-FFF2-40B4-BE49-F238E27FC236}">
                  <a16:creationId xmlns:a16="http://schemas.microsoft.com/office/drawing/2014/main" id="{988BA501-2BEA-2C47-BD57-C1A30BDE953D}"/>
                </a:ext>
              </a:extLst>
            </p:cNvPr>
            <p:cNvSpPr/>
            <p:nvPr/>
          </p:nvSpPr>
          <p:spPr>
            <a:xfrm>
              <a:off x="7192513" y="1402085"/>
              <a:ext cx="361674" cy="361333"/>
            </a:xfrm>
            <a:custGeom>
              <a:avLst/>
              <a:gdLst>
                <a:gd name="connsiteX0" fmla="*/ 204478 w 361674"/>
                <a:gd name="connsiteY0" fmla="*/ 155131 h 361333"/>
                <a:gd name="connsiteX1" fmla="*/ 204478 w 361674"/>
                <a:gd name="connsiteY1" fmla="*/ 283449 h 361333"/>
                <a:gd name="connsiteX2" fmla="*/ 180836 w 361674"/>
                <a:gd name="connsiteY2" fmla="*/ 307070 h 361333"/>
                <a:gd name="connsiteX3" fmla="*/ 157192 w 361674"/>
                <a:gd name="connsiteY3" fmla="*/ 284087 h 361333"/>
                <a:gd name="connsiteX4" fmla="*/ 157192 w 361674"/>
                <a:gd name="connsiteY4" fmla="*/ 155769 h 361333"/>
                <a:gd name="connsiteX5" fmla="*/ 138022 w 361674"/>
                <a:gd name="connsiteY5" fmla="*/ 120657 h 361333"/>
                <a:gd name="connsiteX6" fmla="*/ 180197 w 361674"/>
                <a:gd name="connsiteY6" fmla="*/ 56817 h 361333"/>
                <a:gd name="connsiteX7" fmla="*/ 222370 w 361674"/>
                <a:gd name="connsiteY7" fmla="*/ 120657 h 361333"/>
                <a:gd name="connsiteX8" fmla="*/ 204478 w 361674"/>
                <a:gd name="connsiteY8" fmla="*/ 155131 h 361333"/>
                <a:gd name="connsiteX9" fmla="*/ 180836 w 361674"/>
                <a:gd name="connsiteY9" fmla="*/ 0 h 361333"/>
                <a:gd name="connsiteX10" fmla="*/ 0 w 361674"/>
                <a:gd name="connsiteY10" fmla="*/ 180667 h 361333"/>
                <a:gd name="connsiteX11" fmla="*/ 180836 w 361674"/>
                <a:gd name="connsiteY11" fmla="*/ 361333 h 361333"/>
                <a:gd name="connsiteX12" fmla="*/ 361670 w 361674"/>
                <a:gd name="connsiteY12" fmla="*/ 180667 h 361333"/>
                <a:gd name="connsiteX13" fmla="*/ 180836 w 361674"/>
                <a:gd name="connsiteY13"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4" h="361333">
                  <a:moveTo>
                    <a:pt x="204478" y="155131"/>
                  </a:moveTo>
                  <a:lnTo>
                    <a:pt x="204478" y="283449"/>
                  </a:lnTo>
                  <a:cubicBezTo>
                    <a:pt x="204478" y="293025"/>
                    <a:pt x="197449" y="307070"/>
                    <a:pt x="180836" y="307070"/>
                  </a:cubicBezTo>
                  <a:cubicBezTo>
                    <a:pt x="164222" y="307070"/>
                    <a:pt x="157832" y="293025"/>
                    <a:pt x="157192" y="284087"/>
                  </a:cubicBezTo>
                  <a:lnTo>
                    <a:pt x="157192" y="155769"/>
                  </a:lnTo>
                  <a:cubicBezTo>
                    <a:pt x="145691" y="148108"/>
                    <a:pt x="138022" y="134702"/>
                    <a:pt x="138022" y="120657"/>
                  </a:cubicBezTo>
                  <a:cubicBezTo>
                    <a:pt x="138022" y="98313"/>
                    <a:pt x="155276" y="56817"/>
                    <a:pt x="180197" y="56817"/>
                  </a:cubicBezTo>
                  <a:cubicBezTo>
                    <a:pt x="205117" y="56817"/>
                    <a:pt x="222370" y="98313"/>
                    <a:pt x="222370" y="120657"/>
                  </a:cubicBezTo>
                  <a:cubicBezTo>
                    <a:pt x="223009" y="134064"/>
                    <a:pt x="215980" y="146832"/>
                    <a:pt x="204478" y="155131"/>
                  </a:cubicBezTo>
                  <a:moveTo>
                    <a:pt x="180836" y="0"/>
                  </a:moveTo>
                  <a:cubicBezTo>
                    <a:pt x="80513" y="0"/>
                    <a:pt x="0" y="81077"/>
                    <a:pt x="0" y="180667"/>
                  </a:cubicBezTo>
                  <a:cubicBezTo>
                    <a:pt x="0" y="280895"/>
                    <a:pt x="81153" y="361333"/>
                    <a:pt x="180836" y="361333"/>
                  </a:cubicBezTo>
                  <a:cubicBezTo>
                    <a:pt x="280518" y="361333"/>
                    <a:pt x="361670" y="280257"/>
                    <a:pt x="361670" y="180667"/>
                  </a:cubicBezTo>
                  <a:cubicBezTo>
                    <a:pt x="362310" y="81077"/>
                    <a:pt x="281157" y="0"/>
                    <a:pt x="180836" y="0"/>
                  </a:cubicBezTo>
                </a:path>
              </a:pathLst>
            </a:custGeom>
            <a:solidFill>
              <a:srgbClr val="009A44"/>
            </a:solidFill>
            <a:ln w="6390" cap="flat">
              <a:noFill/>
              <a:prstDash val="solid"/>
              <a:miter/>
            </a:ln>
          </p:spPr>
          <p:txBody>
            <a:bodyPr rtlCol="0" anchor="ctr"/>
            <a:lstStyle/>
            <a:p>
              <a:endParaRPr lang="en-US"/>
            </a:p>
          </p:txBody>
        </p:sp>
        <p:sp>
          <p:nvSpPr>
            <p:cNvPr id="879" name="Graphic 4">
              <a:extLst>
                <a:ext uri="{FF2B5EF4-FFF2-40B4-BE49-F238E27FC236}">
                  <a16:creationId xmlns:a16="http://schemas.microsoft.com/office/drawing/2014/main" id="{78A0E532-1DDD-9C46-9B81-DC4C636BD1D2}"/>
                </a:ext>
              </a:extLst>
            </p:cNvPr>
            <p:cNvSpPr/>
            <p:nvPr/>
          </p:nvSpPr>
          <p:spPr>
            <a:xfrm>
              <a:off x="7343955" y="1471032"/>
              <a:ext cx="58787" cy="224716"/>
            </a:xfrm>
            <a:custGeom>
              <a:avLst/>
              <a:gdLst>
                <a:gd name="connsiteX0" fmla="*/ 29394 w 58787"/>
                <a:gd name="connsiteY0" fmla="*/ 0 h 224716"/>
                <a:gd name="connsiteX1" fmla="*/ 0 w 58787"/>
                <a:gd name="connsiteY1" fmla="*/ 51072 h 224716"/>
                <a:gd name="connsiteX2" fmla="*/ 15335 w 58787"/>
                <a:gd name="connsiteY2" fmla="*/ 76608 h 224716"/>
                <a:gd name="connsiteX3" fmla="*/ 18530 w 58787"/>
                <a:gd name="connsiteY3" fmla="*/ 82353 h 224716"/>
                <a:gd name="connsiteX4" fmla="*/ 18530 w 58787"/>
                <a:gd name="connsiteY4" fmla="*/ 213863 h 224716"/>
                <a:gd name="connsiteX5" fmla="*/ 29394 w 58787"/>
                <a:gd name="connsiteY5" fmla="*/ 224716 h 224716"/>
                <a:gd name="connsiteX6" fmla="*/ 40256 w 58787"/>
                <a:gd name="connsiteY6" fmla="*/ 213863 h 224716"/>
                <a:gd name="connsiteX7" fmla="*/ 40256 w 58787"/>
                <a:gd name="connsiteY7" fmla="*/ 82353 h 224716"/>
                <a:gd name="connsiteX8" fmla="*/ 43451 w 58787"/>
                <a:gd name="connsiteY8" fmla="*/ 76608 h 224716"/>
                <a:gd name="connsiteX9" fmla="*/ 58787 w 58787"/>
                <a:gd name="connsiteY9" fmla="*/ 51072 h 224716"/>
                <a:gd name="connsiteX10" fmla="*/ 29394 w 58787"/>
                <a:gd name="connsiteY10" fmla="*/ 0 h 22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787" h="224716">
                  <a:moveTo>
                    <a:pt x="29394" y="0"/>
                  </a:moveTo>
                  <a:cubicBezTo>
                    <a:pt x="14696" y="0"/>
                    <a:pt x="0" y="32558"/>
                    <a:pt x="0" y="51072"/>
                  </a:cubicBezTo>
                  <a:cubicBezTo>
                    <a:pt x="0" y="61925"/>
                    <a:pt x="5750" y="71501"/>
                    <a:pt x="15335" y="76608"/>
                  </a:cubicBezTo>
                  <a:cubicBezTo>
                    <a:pt x="17253" y="77885"/>
                    <a:pt x="18530" y="79800"/>
                    <a:pt x="18530" y="82353"/>
                  </a:cubicBezTo>
                  <a:lnTo>
                    <a:pt x="18530" y="213863"/>
                  </a:lnTo>
                  <a:cubicBezTo>
                    <a:pt x="18530" y="216417"/>
                    <a:pt x="19809" y="224716"/>
                    <a:pt x="29394" y="224716"/>
                  </a:cubicBezTo>
                  <a:cubicBezTo>
                    <a:pt x="38978" y="224716"/>
                    <a:pt x="40256" y="215779"/>
                    <a:pt x="40256" y="213863"/>
                  </a:cubicBezTo>
                  <a:lnTo>
                    <a:pt x="40256" y="82353"/>
                  </a:lnTo>
                  <a:cubicBezTo>
                    <a:pt x="40256" y="79800"/>
                    <a:pt x="41535" y="77885"/>
                    <a:pt x="43451" y="76608"/>
                  </a:cubicBezTo>
                  <a:cubicBezTo>
                    <a:pt x="53036" y="71501"/>
                    <a:pt x="58787" y="61286"/>
                    <a:pt x="58787" y="51072"/>
                  </a:cubicBezTo>
                  <a:cubicBezTo>
                    <a:pt x="58787" y="32558"/>
                    <a:pt x="44090" y="0"/>
                    <a:pt x="29394" y="0"/>
                  </a:cubicBezTo>
                </a:path>
              </a:pathLst>
            </a:custGeom>
            <a:solidFill>
              <a:srgbClr val="009A44"/>
            </a:solidFill>
            <a:ln w="6390" cap="flat">
              <a:noFill/>
              <a:prstDash val="solid"/>
              <a:miter/>
            </a:ln>
          </p:spPr>
          <p:txBody>
            <a:bodyPr rtlCol="0" anchor="ctr"/>
            <a:lstStyle/>
            <a:p>
              <a:endParaRPr lang="en-US"/>
            </a:p>
          </p:txBody>
        </p:sp>
      </p:grpSp>
      <p:grpSp>
        <p:nvGrpSpPr>
          <p:cNvPr id="880" name="Graphic 4">
            <a:extLst>
              <a:ext uri="{FF2B5EF4-FFF2-40B4-BE49-F238E27FC236}">
                <a16:creationId xmlns:a16="http://schemas.microsoft.com/office/drawing/2014/main" id="{06B3BA17-AEF5-1144-ACD1-4326EDFE4B8C}"/>
              </a:ext>
            </a:extLst>
          </p:cNvPr>
          <p:cNvGrpSpPr/>
          <p:nvPr/>
        </p:nvGrpSpPr>
        <p:grpSpPr>
          <a:xfrm>
            <a:off x="6753524" y="3824168"/>
            <a:ext cx="361674" cy="361333"/>
            <a:chOff x="6753524" y="3824168"/>
            <a:chExt cx="361674" cy="361333"/>
          </a:xfrm>
          <a:solidFill>
            <a:srgbClr val="009A44"/>
          </a:solidFill>
        </p:grpSpPr>
        <p:sp>
          <p:nvSpPr>
            <p:cNvPr id="881" name="Graphic 4">
              <a:extLst>
                <a:ext uri="{FF2B5EF4-FFF2-40B4-BE49-F238E27FC236}">
                  <a16:creationId xmlns:a16="http://schemas.microsoft.com/office/drawing/2014/main" id="{61FC62D1-9DA6-D847-A1EE-F0B8D40263AC}"/>
                </a:ext>
              </a:extLst>
            </p:cNvPr>
            <p:cNvSpPr/>
            <p:nvPr/>
          </p:nvSpPr>
          <p:spPr>
            <a:xfrm>
              <a:off x="6753524" y="3824168"/>
              <a:ext cx="361674" cy="361333"/>
            </a:xfrm>
            <a:custGeom>
              <a:avLst/>
              <a:gdLst>
                <a:gd name="connsiteX0" fmla="*/ 180835 w 361674"/>
                <a:gd name="connsiteY0" fmla="*/ 349204 h 361333"/>
                <a:gd name="connsiteX1" fmla="*/ 12780 w 361674"/>
                <a:gd name="connsiteY1" fmla="*/ 181305 h 361333"/>
                <a:gd name="connsiteX2" fmla="*/ 180835 w 361674"/>
                <a:gd name="connsiteY2" fmla="*/ 13406 h 361333"/>
                <a:gd name="connsiteX3" fmla="*/ 348890 w 361674"/>
                <a:gd name="connsiteY3" fmla="*/ 181305 h 361333"/>
                <a:gd name="connsiteX4" fmla="*/ 180835 w 361674"/>
                <a:gd name="connsiteY4" fmla="*/ 349204 h 361333"/>
                <a:gd name="connsiteX5" fmla="*/ 180835 w 361674"/>
                <a:gd name="connsiteY5" fmla="*/ 0 h 361333"/>
                <a:gd name="connsiteX6" fmla="*/ 0 w 361674"/>
                <a:gd name="connsiteY6" fmla="*/ 180667 h 361333"/>
                <a:gd name="connsiteX7" fmla="*/ 180835 w 361674"/>
                <a:gd name="connsiteY7" fmla="*/ 361333 h 361333"/>
                <a:gd name="connsiteX8" fmla="*/ 361670 w 361674"/>
                <a:gd name="connsiteY8" fmla="*/ 180667 h 361333"/>
                <a:gd name="connsiteX9" fmla="*/ 180835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29" y="273873"/>
                    <a:pt x="274128" y="349204"/>
                    <a:pt x="180835" y="349204"/>
                  </a:cubicBezTo>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2309" y="81076"/>
                    <a:pt x="281157" y="0"/>
                    <a:pt x="180835" y="0"/>
                  </a:cubicBezTo>
                </a:path>
              </a:pathLst>
            </a:custGeom>
            <a:solidFill>
              <a:srgbClr val="009A44"/>
            </a:solidFill>
            <a:ln w="6390" cap="flat">
              <a:noFill/>
              <a:prstDash val="solid"/>
              <a:miter/>
            </a:ln>
          </p:spPr>
          <p:txBody>
            <a:bodyPr rtlCol="0" anchor="ctr"/>
            <a:lstStyle/>
            <a:p>
              <a:endParaRPr lang="en-US"/>
            </a:p>
          </p:txBody>
        </p:sp>
        <p:sp>
          <p:nvSpPr>
            <p:cNvPr id="882" name="Graphic 4">
              <a:extLst>
                <a:ext uri="{FF2B5EF4-FFF2-40B4-BE49-F238E27FC236}">
                  <a16:creationId xmlns:a16="http://schemas.microsoft.com/office/drawing/2014/main" id="{8625D6AC-351D-4D45-9D6A-EEEE9B21552F}"/>
                </a:ext>
              </a:extLst>
            </p:cNvPr>
            <p:cNvSpPr/>
            <p:nvPr/>
          </p:nvSpPr>
          <p:spPr>
            <a:xfrm>
              <a:off x="6973977" y="4071227"/>
              <a:ext cx="37061" cy="37027"/>
            </a:xfrm>
            <a:custGeom>
              <a:avLst/>
              <a:gdLst>
                <a:gd name="connsiteX0" fmla="*/ 18531 w 37061"/>
                <a:gd name="connsiteY0" fmla="*/ 0 h 37027"/>
                <a:gd name="connsiteX1" fmla="*/ 0 w 37061"/>
                <a:gd name="connsiteY1" fmla="*/ 18514 h 37027"/>
                <a:gd name="connsiteX2" fmla="*/ 18531 w 37061"/>
                <a:gd name="connsiteY2" fmla="*/ 37027 h 37027"/>
                <a:gd name="connsiteX3" fmla="*/ 37061 w 37061"/>
                <a:gd name="connsiteY3" fmla="*/ 18514 h 37027"/>
                <a:gd name="connsiteX4" fmla="*/ 18531 w 37061"/>
                <a:gd name="connsiteY4" fmla="*/ 0 h 37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61" h="37027">
                  <a:moveTo>
                    <a:pt x="18531" y="0"/>
                  </a:moveTo>
                  <a:cubicBezTo>
                    <a:pt x="8306" y="0"/>
                    <a:pt x="0" y="8299"/>
                    <a:pt x="0" y="18514"/>
                  </a:cubicBezTo>
                  <a:cubicBezTo>
                    <a:pt x="0" y="28728"/>
                    <a:pt x="8306" y="37027"/>
                    <a:pt x="18531" y="37027"/>
                  </a:cubicBezTo>
                  <a:cubicBezTo>
                    <a:pt x="28755" y="37027"/>
                    <a:pt x="37061" y="28728"/>
                    <a:pt x="37061" y="18514"/>
                  </a:cubicBezTo>
                  <a:cubicBezTo>
                    <a:pt x="37061" y="8299"/>
                    <a:pt x="28755" y="0"/>
                    <a:pt x="18531" y="0"/>
                  </a:cubicBezTo>
                </a:path>
              </a:pathLst>
            </a:custGeom>
            <a:solidFill>
              <a:srgbClr val="009A44"/>
            </a:solidFill>
            <a:ln w="6390" cap="flat">
              <a:noFill/>
              <a:prstDash val="solid"/>
              <a:miter/>
            </a:ln>
          </p:spPr>
          <p:txBody>
            <a:bodyPr rtlCol="0" anchor="ctr"/>
            <a:lstStyle/>
            <a:p>
              <a:endParaRPr lang="en-US"/>
            </a:p>
          </p:txBody>
        </p:sp>
        <p:sp>
          <p:nvSpPr>
            <p:cNvPr id="883" name="Graphic 4">
              <a:extLst>
                <a:ext uri="{FF2B5EF4-FFF2-40B4-BE49-F238E27FC236}">
                  <a16:creationId xmlns:a16="http://schemas.microsoft.com/office/drawing/2014/main" id="{5B5DE7CD-EAD0-AB4B-A5CC-66D006625FA3}"/>
                </a:ext>
              </a:extLst>
            </p:cNvPr>
            <p:cNvSpPr/>
            <p:nvPr/>
          </p:nvSpPr>
          <p:spPr>
            <a:xfrm>
              <a:off x="6862392" y="3906759"/>
              <a:ext cx="166445" cy="197026"/>
            </a:xfrm>
            <a:custGeom>
              <a:avLst/>
              <a:gdLst>
                <a:gd name="connsiteX0" fmla="*/ 162705 w 166445"/>
                <a:gd name="connsiteY0" fmla="*/ 8060 h 197026"/>
                <a:gd name="connsiteX1" fmla="*/ 139701 w 166445"/>
                <a:gd name="connsiteY1" fmla="*/ 400 h 197026"/>
                <a:gd name="connsiteX2" fmla="*/ 131394 w 166445"/>
                <a:gd name="connsiteY2" fmla="*/ 4230 h 197026"/>
                <a:gd name="connsiteX3" fmla="*/ 71967 w 166445"/>
                <a:gd name="connsiteY3" fmla="*/ 182343 h 197026"/>
                <a:gd name="connsiteX4" fmla="*/ 8707 w 166445"/>
                <a:gd name="connsiteY4" fmla="*/ 161276 h 197026"/>
                <a:gd name="connsiteX5" fmla="*/ 400 w 166445"/>
                <a:gd name="connsiteY5" fmla="*/ 165107 h 197026"/>
                <a:gd name="connsiteX6" fmla="*/ 4234 w 166445"/>
                <a:gd name="connsiteY6" fmla="*/ 173406 h 197026"/>
                <a:gd name="connsiteX7" fmla="*/ 73246 w 166445"/>
                <a:gd name="connsiteY7" fmla="*/ 196388 h 197026"/>
                <a:gd name="connsiteX8" fmla="*/ 75162 w 166445"/>
                <a:gd name="connsiteY8" fmla="*/ 197027 h 197026"/>
                <a:gd name="connsiteX9" fmla="*/ 80913 w 166445"/>
                <a:gd name="connsiteY9" fmla="*/ 192558 h 197026"/>
                <a:gd name="connsiteX10" fmla="*/ 140340 w 166445"/>
                <a:gd name="connsiteY10" fmla="*/ 14444 h 197026"/>
                <a:gd name="connsiteX11" fmla="*/ 157593 w 166445"/>
                <a:gd name="connsiteY11" fmla="*/ 20190 h 197026"/>
                <a:gd name="connsiteX12" fmla="*/ 159510 w 166445"/>
                <a:gd name="connsiteY12" fmla="*/ 20828 h 197026"/>
                <a:gd name="connsiteX13" fmla="*/ 165261 w 166445"/>
                <a:gd name="connsiteY13" fmla="*/ 16360 h 197026"/>
                <a:gd name="connsiteX14" fmla="*/ 162705 w 166445"/>
                <a:gd name="connsiteY14" fmla="*/ 8060 h 197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6445" h="197026">
                  <a:moveTo>
                    <a:pt x="162705" y="8060"/>
                  </a:moveTo>
                  <a:lnTo>
                    <a:pt x="139701" y="400"/>
                  </a:lnTo>
                  <a:cubicBezTo>
                    <a:pt x="136506" y="-877"/>
                    <a:pt x="132672" y="1038"/>
                    <a:pt x="131394" y="4230"/>
                  </a:cubicBezTo>
                  <a:lnTo>
                    <a:pt x="71967" y="182343"/>
                  </a:lnTo>
                  <a:lnTo>
                    <a:pt x="8707" y="161276"/>
                  </a:lnTo>
                  <a:cubicBezTo>
                    <a:pt x="5512" y="160000"/>
                    <a:pt x="1678" y="161915"/>
                    <a:pt x="400" y="165107"/>
                  </a:cubicBezTo>
                  <a:cubicBezTo>
                    <a:pt x="-877" y="168299"/>
                    <a:pt x="1039" y="172129"/>
                    <a:pt x="4234" y="173406"/>
                  </a:cubicBezTo>
                  <a:lnTo>
                    <a:pt x="73246" y="196388"/>
                  </a:lnTo>
                  <a:cubicBezTo>
                    <a:pt x="73884" y="196388"/>
                    <a:pt x="74523" y="197027"/>
                    <a:pt x="75162" y="197027"/>
                  </a:cubicBezTo>
                  <a:cubicBezTo>
                    <a:pt x="77718" y="197027"/>
                    <a:pt x="80274" y="195111"/>
                    <a:pt x="80913" y="192558"/>
                  </a:cubicBezTo>
                  <a:lnTo>
                    <a:pt x="140340" y="14444"/>
                  </a:lnTo>
                  <a:lnTo>
                    <a:pt x="157593" y="20190"/>
                  </a:lnTo>
                  <a:cubicBezTo>
                    <a:pt x="158231" y="20190"/>
                    <a:pt x="158871" y="20828"/>
                    <a:pt x="159510" y="20828"/>
                  </a:cubicBezTo>
                  <a:cubicBezTo>
                    <a:pt x="162066" y="20828"/>
                    <a:pt x="164621" y="18913"/>
                    <a:pt x="165261" y="16360"/>
                  </a:cubicBezTo>
                  <a:cubicBezTo>
                    <a:pt x="167816" y="12529"/>
                    <a:pt x="165900" y="9337"/>
                    <a:pt x="162705" y="8060"/>
                  </a:cubicBezTo>
                </a:path>
              </a:pathLst>
            </a:custGeom>
            <a:solidFill>
              <a:srgbClr val="009A44"/>
            </a:solidFill>
            <a:ln w="6390" cap="flat">
              <a:noFill/>
              <a:prstDash val="solid"/>
              <a:miter/>
            </a:ln>
          </p:spPr>
          <p:txBody>
            <a:bodyPr rtlCol="0" anchor="ctr"/>
            <a:lstStyle/>
            <a:p>
              <a:endParaRPr lang="en-US"/>
            </a:p>
          </p:txBody>
        </p:sp>
        <p:sp>
          <p:nvSpPr>
            <p:cNvPr id="884" name="Graphic 4">
              <a:extLst>
                <a:ext uri="{FF2B5EF4-FFF2-40B4-BE49-F238E27FC236}">
                  <a16:creationId xmlns:a16="http://schemas.microsoft.com/office/drawing/2014/main" id="{442B8129-A250-194F-8DDB-96C0183A99C1}"/>
                </a:ext>
              </a:extLst>
            </p:cNvPr>
            <p:cNvSpPr/>
            <p:nvPr/>
          </p:nvSpPr>
          <p:spPr>
            <a:xfrm>
              <a:off x="6839388" y="3975706"/>
              <a:ext cx="97288" cy="82114"/>
            </a:xfrm>
            <a:custGeom>
              <a:avLst/>
              <a:gdLst>
                <a:gd name="connsiteX0" fmla="*/ 15097 w 97288"/>
                <a:gd name="connsiteY0" fmla="*/ 48280 h 82114"/>
                <a:gd name="connsiteX1" fmla="*/ 26599 w 97288"/>
                <a:gd name="connsiteY1" fmla="*/ 14445 h 82114"/>
                <a:gd name="connsiteX2" fmla="*/ 83470 w 97288"/>
                <a:gd name="connsiteY2" fmla="*/ 33597 h 82114"/>
                <a:gd name="connsiteX3" fmla="*/ 71967 w 97288"/>
                <a:gd name="connsiteY3" fmla="*/ 67432 h 82114"/>
                <a:gd name="connsiteX4" fmla="*/ 15097 w 97288"/>
                <a:gd name="connsiteY4" fmla="*/ 48280 h 82114"/>
                <a:gd name="connsiteX5" fmla="*/ 75801 w 97288"/>
                <a:gd name="connsiteY5" fmla="*/ 82115 h 82114"/>
                <a:gd name="connsiteX6" fmla="*/ 81552 w 97288"/>
                <a:gd name="connsiteY6" fmla="*/ 77646 h 82114"/>
                <a:gd name="connsiteX7" fmla="*/ 96888 w 97288"/>
                <a:gd name="connsiteY7" fmla="*/ 31681 h 82114"/>
                <a:gd name="connsiteX8" fmla="*/ 93055 w 97288"/>
                <a:gd name="connsiteY8" fmla="*/ 23382 h 82114"/>
                <a:gd name="connsiteX9" fmla="*/ 24043 w 97288"/>
                <a:gd name="connsiteY9" fmla="*/ 400 h 82114"/>
                <a:gd name="connsiteX10" fmla="*/ 15737 w 97288"/>
                <a:gd name="connsiteY10" fmla="*/ 4230 h 82114"/>
                <a:gd name="connsiteX11" fmla="*/ 401 w 97288"/>
                <a:gd name="connsiteY11" fmla="*/ 50195 h 82114"/>
                <a:gd name="connsiteX12" fmla="*/ 4234 w 97288"/>
                <a:gd name="connsiteY12" fmla="*/ 58494 h 82114"/>
                <a:gd name="connsiteX13" fmla="*/ 73246 w 97288"/>
                <a:gd name="connsiteY13" fmla="*/ 81477 h 82114"/>
                <a:gd name="connsiteX14" fmla="*/ 75801 w 97288"/>
                <a:gd name="connsiteY14" fmla="*/ 82115 h 82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288" h="82114">
                  <a:moveTo>
                    <a:pt x="15097" y="48280"/>
                  </a:moveTo>
                  <a:lnTo>
                    <a:pt x="26599" y="14445"/>
                  </a:lnTo>
                  <a:lnTo>
                    <a:pt x="83470" y="33597"/>
                  </a:lnTo>
                  <a:lnTo>
                    <a:pt x="71967" y="67432"/>
                  </a:lnTo>
                  <a:lnTo>
                    <a:pt x="15097" y="48280"/>
                  </a:lnTo>
                  <a:close/>
                  <a:moveTo>
                    <a:pt x="75801" y="82115"/>
                  </a:moveTo>
                  <a:cubicBezTo>
                    <a:pt x="78357" y="82115"/>
                    <a:pt x="80914" y="80200"/>
                    <a:pt x="81552" y="77646"/>
                  </a:cubicBezTo>
                  <a:lnTo>
                    <a:pt x="96888" y="31681"/>
                  </a:lnTo>
                  <a:cubicBezTo>
                    <a:pt x="98166" y="28489"/>
                    <a:pt x="96250" y="24659"/>
                    <a:pt x="93055" y="23382"/>
                  </a:cubicBezTo>
                  <a:lnTo>
                    <a:pt x="24043" y="400"/>
                  </a:lnTo>
                  <a:cubicBezTo>
                    <a:pt x="20848" y="-877"/>
                    <a:pt x="17014" y="1038"/>
                    <a:pt x="15737" y="4230"/>
                  </a:cubicBezTo>
                  <a:lnTo>
                    <a:pt x="401" y="50195"/>
                  </a:lnTo>
                  <a:cubicBezTo>
                    <a:pt x="-878" y="53387"/>
                    <a:pt x="1039" y="57217"/>
                    <a:pt x="4234" y="58494"/>
                  </a:cubicBezTo>
                  <a:lnTo>
                    <a:pt x="73246" y="81477"/>
                  </a:lnTo>
                  <a:cubicBezTo>
                    <a:pt x="74524" y="81477"/>
                    <a:pt x="75162" y="82115"/>
                    <a:pt x="75801" y="82115"/>
                  </a:cubicBezTo>
                </a:path>
              </a:pathLst>
            </a:custGeom>
            <a:solidFill>
              <a:srgbClr val="009A44"/>
            </a:solidFill>
            <a:ln w="6390" cap="flat">
              <a:noFill/>
              <a:prstDash val="solid"/>
              <a:miter/>
            </a:ln>
          </p:spPr>
          <p:txBody>
            <a:bodyPr rtlCol="0" anchor="ctr"/>
            <a:lstStyle/>
            <a:p>
              <a:endParaRPr lang="en-US"/>
            </a:p>
          </p:txBody>
        </p:sp>
        <p:sp>
          <p:nvSpPr>
            <p:cNvPr id="885" name="Graphic 4">
              <a:extLst>
                <a:ext uri="{FF2B5EF4-FFF2-40B4-BE49-F238E27FC236}">
                  <a16:creationId xmlns:a16="http://schemas.microsoft.com/office/drawing/2014/main" id="{C1BF09F4-06D2-DA4A-BC28-C6EBED8AAB47}"/>
                </a:ext>
              </a:extLst>
            </p:cNvPr>
            <p:cNvSpPr/>
            <p:nvPr/>
          </p:nvSpPr>
          <p:spPr>
            <a:xfrm>
              <a:off x="6862670" y="3899099"/>
              <a:ext cx="97010" cy="82114"/>
            </a:xfrm>
            <a:custGeom>
              <a:avLst/>
              <a:gdLst>
                <a:gd name="connsiteX0" fmla="*/ 83192 w 97010"/>
                <a:gd name="connsiteY0" fmla="*/ 33597 h 82114"/>
                <a:gd name="connsiteX1" fmla="*/ 71689 w 97010"/>
                <a:gd name="connsiteY1" fmla="*/ 67432 h 82114"/>
                <a:gd name="connsiteX2" fmla="*/ 14820 w 97010"/>
                <a:gd name="connsiteY2" fmla="*/ 48280 h 82114"/>
                <a:gd name="connsiteX3" fmla="*/ 26321 w 97010"/>
                <a:gd name="connsiteY3" fmla="*/ 14445 h 82114"/>
                <a:gd name="connsiteX4" fmla="*/ 83192 w 97010"/>
                <a:gd name="connsiteY4" fmla="*/ 33597 h 82114"/>
                <a:gd name="connsiteX5" fmla="*/ 4595 w 97010"/>
                <a:gd name="connsiteY5" fmla="*/ 58494 h 82114"/>
                <a:gd name="connsiteX6" fmla="*/ 73607 w 97010"/>
                <a:gd name="connsiteY6" fmla="*/ 81477 h 82114"/>
                <a:gd name="connsiteX7" fmla="*/ 75524 w 97010"/>
                <a:gd name="connsiteY7" fmla="*/ 82115 h 82114"/>
                <a:gd name="connsiteX8" fmla="*/ 81274 w 97010"/>
                <a:gd name="connsiteY8" fmla="*/ 77646 h 82114"/>
                <a:gd name="connsiteX9" fmla="*/ 96610 w 97010"/>
                <a:gd name="connsiteY9" fmla="*/ 31681 h 82114"/>
                <a:gd name="connsiteX10" fmla="*/ 92776 w 97010"/>
                <a:gd name="connsiteY10" fmla="*/ 23382 h 82114"/>
                <a:gd name="connsiteX11" fmla="*/ 23765 w 97010"/>
                <a:gd name="connsiteY11" fmla="*/ 400 h 82114"/>
                <a:gd name="connsiteX12" fmla="*/ 15458 w 97010"/>
                <a:gd name="connsiteY12" fmla="*/ 4230 h 82114"/>
                <a:gd name="connsiteX13" fmla="*/ 122 w 97010"/>
                <a:gd name="connsiteY13" fmla="*/ 50195 h 82114"/>
                <a:gd name="connsiteX14" fmla="*/ 4595 w 97010"/>
                <a:gd name="connsiteY14" fmla="*/ 58494 h 82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010" h="82114">
                  <a:moveTo>
                    <a:pt x="83192" y="33597"/>
                  </a:moveTo>
                  <a:lnTo>
                    <a:pt x="71689" y="67432"/>
                  </a:lnTo>
                  <a:lnTo>
                    <a:pt x="14820" y="48280"/>
                  </a:lnTo>
                  <a:lnTo>
                    <a:pt x="26321" y="14445"/>
                  </a:lnTo>
                  <a:lnTo>
                    <a:pt x="83192" y="33597"/>
                  </a:lnTo>
                  <a:close/>
                  <a:moveTo>
                    <a:pt x="4595" y="58494"/>
                  </a:moveTo>
                  <a:lnTo>
                    <a:pt x="73607" y="81477"/>
                  </a:lnTo>
                  <a:cubicBezTo>
                    <a:pt x="74246" y="81477"/>
                    <a:pt x="74884" y="82115"/>
                    <a:pt x="75524" y="82115"/>
                  </a:cubicBezTo>
                  <a:cubicBezTo>
                    <a:pt x="78079" y="82115"/>
                    <a:pt x="80635" y="80200"/>
                    <a:pt x="81274" y="77646"/>
                  </a:cubicBezTo>
                  <a:lnTo>
                    <a:pt x="96610" y="31681"/>
                  </a:lnTo>
                  <a:cubicBezTo>
                    <a:pt x="97889" y="28489"/>
                    <a:pt x="95971" y="24659"/>
                    <a:pt x="92776" y="23382"/>
                  </a:cubicBezTo>
                  <a:lnTo>
                    <a:pt x="23765" y="400"/>
                  </a:lnTo>
                  <a:cubicBezTo>
                    <a:pt x="20570" y="-877"/>
                    <a:pt x="16736" y="1038"/>
                    <a:pt x="15458" y="4230"/>
                  </a:cubicBezTo>
                  <a:lnTo>
                    <a:pt x="122" y="50195"/>
                  </a:lnTo>
                  <a:cubicBezTo>
                    <a:pt x="-516" y="53387"/>
                    <a:pt x="1400" y="57217"/>
                    <a:pt x="4595" y="58494"/>
                  </a:cubicBezTo>
                </a:path>
              </a:pathLst>
            </a:custGeom>
            <a:solidFill>
              <a:srgbClr val="009A44"/>
            </a:solidFill>
            <a:ln w="6390" cap="flat">
              <a:noFill/>
              <a:prstDash val="solid"/>
              <a:miter/>
            </a:ln>
          </p:spPr>
          <p:txBody>
            <a:bodyPr rtlCol="0" anchor="ctr"/>
            <a:lstStyle/>
            <a:p>
              <a:endParaRPr lang="en-US"/>
            </a:p>
          </p:txBody>
        </p:sp>
      </p:grpSp>
      <p:grpSp>
        <p:nvGrpSpPr>
          <p:cNvPr id="886" name="Graphic 4">
            <a:extLst>
              <a:ext uri="{FF2B5EF4-FFF2-40B4-BE49-F238E27FC236}">
                <a16:creationId xmlns:a16="http://schemas.microsoft.com/office/drawing/2014/main" id="{728D7B16-245C-E541-831E-61901224A61B}"/>
              </a:ext>
            </a:extLst>
          </p:cNvPr>
          <p:cNvGrpSpPr/>
          <p:nvPr/>
        </p:nvGrpSpPr>
        <p:grpSpPr>
          <a:xfrm>
            <a:off x="6753524" y="3339623"/>
            <a:ext cx="361674" cy="361333"/>
            <a:chOff x="6753524" y="3339623"/>
            <a:chExt cx="361674" cy="361333"/>
          </a:xfrm>
          <a:solidFill>
            <a:srgbClr val="009A44"/>
          </a:solidFill>
        </p:grpSpPr>
        <p:sp>
          <p:nvSpPr>
            <p:cNvPr id="887" name="Graphic 4">
              <a:extLst>
                <a:ext uri="{FF2B5EF4-FFF2-40B4-BE49-F238E27FC236}">
                  <a16:creationId xmlns:a16="http://schemas.microsoft.com/office/drawing/2014/main" id="{AA2CC198-4505-1142-8F29-075A03E96088}"/>
                </a:ext>
              </a:extLst>
            </p:cNvPr>
            <p:cNvSpPr/>
            <p:nvPr/>
          </p:nvSpPr>
          <p:spPr>
            <a:xfrm>
              <a:off x="6753524" y="3339623"/>
              <a:ext cx="361674" cy="361333"/>
            </a:xfrm>
            <a:custGeom>
              <a:avLst/>
              <a:gdLst>
                <a:gd name="connsiteX0" fmla="*/ 180835 w 361674"/>
                <a:gd name="connsiteY0" fmla="*/ 349204 h 361333"/>
                <a:gd name="connsiteX1" fmla="*/ 12780 w 361674"/>
                <a:gd name="connsiteY1" fmla="*/ 181305 h 361333"/>
                <a:gd name="connsiteX2" fmla="*/ 180835 w 361674"/>
                <a:gd name="connsiteY2" fmla="*/ 13406 h 361333"/>
                <a:gd name="connsiteX3" fmla="*/ 348890 w 361674"/>
                <a:gd name="connsiteY3" fmla="*/ 181305 h 361333"/>
                <a:gd name="connsiteX4" fmla="*/ 180835 w 361674"/>
                <a:gd name="connsiteY4" fmla="*/ 349204 h 361333"/>
                <a:gd name="connsiteX5" fmla="*/ 180835 w 361674"/>
                <a:gd name="connsiteY5" fmla="*/ 0 h 361333"/>
                <a:gd name="connsiteX6" fmla="*/ 0 w 361674"/>
                <a:gd name="connsiteY6" fmla="*/ 180667 h 361333"/>
                <a:gd name="connsiteX7" fmla="*/ 180835 w 361674"/>
                <a:gd name="connsiteY7" fmla="*/ 361333 h 361333"/>
                <a:gd name="connsiteX8" fmla="*/ 361670 w 361674"/>
                <a:gd name="connsiteY8" fmla="*/ 180667 h 361333"/>
                <a:gd name="connsiteX9" fmla="*/ 180835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9529" y="273873"/>
                    <a:pt x="274128" y="349204"/>
                    <a:pt x="180835" y="349204"/>
                  </a:cubicBezTo>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09" y="81077"/>
                    <a:pt x="281157" y="0"/>
                    <a:pt x="180835" y="0"/>
                  </a:cubicBezTo>
                </a:path>
              </a:pathLst>
            </a:custGeom>
            <a:solidFill>
              <a:srgbClr val="009A44"/>
            </a:solidFill>
            <a:ln w="6390" cap="flat">
              <a:noFill/>
              <a:prstDash val="solid"/>
              <a:miter/>
            </a:ln>
          </p:spPr>
          <p:txBody>
            <a:bodyPr rtlCol="0" anchor="ctr"/>
            <a:lstStyle/>
            <a:p>
              <a:endParaRPr lang="en-US"/>
            </a:p>
          </p:txBody>
        </p:sp>
        <p:sp>
          <p:nvSpPr>
            <p:cNvPr id="888" name="Graphic 4">
              <a:extLst>
                <a:ext uri="{FF2B5EF4-FFF2-40B4-BE49-F238E27FC236}">
                  <a16:creationId xmlns:a16="http://schemas.microsoft.com/office/drawing/2014/main" id="{5A0A3362-9BCA-A24A-8FEE-1D52720238D4}"/>
                </a:ext>
              </a:extLst>
            </p:cNvPr>
            <p:cNvSpPr/>
            <p:nvPr/>
          </p:nvSpPr>
          <p:spPr>
            <a:xfrm>
              <a:off x="6873655" y="3408570"/>
              <a:ext cx="120769" cy="225354"/>
            </a:xfrm>
            <a:custGeom>
              <a:avLst/>
              <a:gdLst>
                <a:gd name="connsiteX0" fmla="*/ 100322 w 120769"/>
                <a:gd name="connsiteY0" fmla="*/ 212587 h 225354"/>
                <a:gd name="connsiteX1" fmla="*/ 21726 w 120769"/>
                <a:gd name="connsiteY1" fmla="*/ 212587 h 225354"/>
                <a:gd name="connsiteX2" fmla="*/ 21726 w 120769"/>
                <a:gd name="connsiteY2" fmla="*/ 188966 h 225354"/>
                <a:gd name="connsiteX3" fmla="*/ 28755 w 120769"/>
                <a:gd name="connsiteY3" fmla="*/ 171729 h 225354"/>
                <a:gd name="connsiteX4" fmla="*/ 30672 w 120769"/>
                <a:gd name="connsiteY4" fmla="*/ 172368 h 225354"/>
                <a:gd name="connsiteX5" fmla="*/ 91376 w 120769"/>
                <a:gd name="connsiteY5" fmla="*/ 172368 h 225354"/>
                <a:gd name="connsiteX6" fmla="*/ 93294 w 120769"/>
                <a:gd name="connsiteY6" fmla="*/ 171729 h 225354"/>
                <a:gd name="connsiteX7" fmla="*/ 100322 w 120769"/>
                <a:gd name="connsiteY7" fmla="*/ 188327 h 225354"/>
                <a:gd name="connsiteX8" fmla="*/ 100322 w 120769"/>
                <a:gd name="connsiteY8" fmla="*/ 212587 h 225354"/>
                <a:gd name="connsiteX9" fmla="*/ 21726 w 120769"/>
                <a:gd name="connsiteY9" fmla="*/ 35751 h 225354"/>
                <a:gd name="connsiteX10" fmla="*/ 21726 w 120769"/>
                <a:gd name="connsiteY10" fmla="*/ 11491 h 225354"/>
                <a:gd name="connsiteX11" fmla="*/ 100322 w 120769"/>
                <a:gd name="connsiteY11" fmla="*/ 11491 h 225354"/>
                <a:gd name="connsiteX12" fmla="*/ 100322 w 120769"/>
                <a:gd name="connsiteY12" fmla="*/ 35112 h 225354"/>
                <a:gd name="connsiteX13" fmla="*/ 80514 w 120769"/>
                <a:gd name="connsiteY13" fmla="*/ 77885 h 225354"/>
                <a:gd name="connsiteX14" fmla="*/ 72207 w 120769"/>
                <a:gd name="connsiteY14" fmla="*/ 97675 h 225354"/>
                <a:gd name="connsiteX15" fmla="*/ 71568 w 120769"/>
                <a:gd name="connsiteY15" fmla="*/ 100867 h 225354"/>
                <a:gd name="connsiteX16" fmla="*/ 70929 w 120769"/>
                <a:gd name="connsiteY16" fmla="*/ 104059 h 225354"/>
                <a:gd name="connsiteX17" fmla="*/ 70289 w 120769"/>
                <a:gd name="connsiteY17" fmla="*/ 111720 h 225354"/>
                <a:gd name="connsiteX18" fmla="*/ 70929 w 120769"/>
                <a:gd name="connsiteY18" fmla="*/ 119381 h 225354"/>
                <a:gd name="connsiteX19" fmla="*/ 71568 w 120769"/>
                <a:gd name="connsiteY19" fmla="*/ 123211 h 225354"/>
                <a:gd name="connsiteX20" fmla="*/ 72207 w 120769"/>
                <a:gd name="connsiteY20" fmla="*/ 125765 h 225354"/>
                <a:gd name="connsiteX21" fmla="*/ 80514 w 120769"/>
                <a:gd name="connsiteY21" fmla="*/ 144916 h 225354"/>
                <a:gd name="connsiteX22" fmla="*/ 87543 w 120769"/>
                <a:gd name="connsiteY22" fmla="*/ 158961 h 225354"/>
                <a:gd name="connsiteX23" fmla="*/ 35145 w 120769"/>
                <a:gd name="connsiteY23" fmla="*/ 158961 h 225354"/>
                <a:gd name="connsiteX24" fmla="*/ 42174 w 120769"/>
                <a:gd name="connsiteY24" fmla="*/ 145555 h 225354"/>
                <a:gd name="connsiteX25" fmla="*/ 47286 w 120769"/>
                <a:gd name="connsiteY25" fmla="*/ 135341 h 225354"/>
                <a:gd name="connsiteX26" fmla="*/ 49203 w 120769"/>
                <a:gd name="connsiteY26" fmla="*/ 130233 h 225354"/>
                <a:gd name="connsiteX27" fmla="*/ 49842 w 120769"/>
                <a:gd name="connsiteY27" fmla="*/ 127041 h 225354"/>
                <a:gd name="connsiteX28" fmla="*/ 51119 w 120769"/>
                <a:gd name="connsiteY28" fmla="*/ 121934 h 225354"/>
                <a:gd name="connsiteX29" fmla="*/ 51759 w 120769"/>
                <a:gd name="connsiteY29" fmla="*/ 119381 h 225354"/>
                <a:gd name="connsiteX30" fmla="*/ 52398 w 120769"/>
                <a:gd name="connsiteY30" fmla="*/ 111720 h 225354"/>
                <a:gd name="connsiteX31" fmla="*/ 51759 w 120769"/>
                <a:gd name="connsiteY31" fmla="*/ 104059 h 225354"/>
                <a:gd name="connsiteX32" fmla="*/ 51119 w 120769"/>
                <a:gd name="connsiteY32" fmla="*/ 101505 h 225354"/>
                <a:gd name="connsiteX33" fmla="*/ 49842 w 120769"/>
                <a:gd name="connsiteY33" fmla="*/ 97037 h 225354"/>
                <a:gd name="connsiteX34" fmla="*/ 48564 w 120769"/>
                <a:gd name="connsiteY34" fmla="*/ 93206 h 225354"/>
                <a:gd name="connsiteX35" fmla="*/ 47286 w 120769"/>
                <a:gd name="connsiteY35" fmla="*/ 90014 h 225354"/>
                <a:gd name="connsiteX36" fmla="*/ 41535 w 120769"/>
                <a:gd name="connsiteY36" fmla="*/ 78523 h 225354"/>
                <a:gd name="connsiteX37" fmla="*/ 21726 w 120769"/>
                <a:gd name="connsiteY37" fmla="*/ 35751 h 225354"/>
                <a:gd name="connsiteX38" fmla="*/ 83069 w 120769"/>
                <a:gd name="connsiteY38" fmla="*/ 118104 h 225354"/>
                <a:gd name="connsiteX39" fmla="*/ 82430 w 120769"/>
                <a:gd name="connsiteY39" fmla="*/ 112358 h 225354"/>
                <a:gd name="connsiteX40" fmla="*/ 83069 w 120769"/>
                <a:gd name="connsiteY40" fmla="*/ 106613 h 225354"/>
                <a:gd name="connsiteX41" fmla="*/ 83709 w 120769"/>
                <a:gd name="connsiteY41" fmla="*/ 104059 h 225354"/>
                <a:gd name="connsiteX42" fmla="*/ 84348 w 120769"/>
                <a:gd name="connsiteY42" fmla="*/ 102144 h 225354"/>
                <a:gd name="connsiteX43" fmla="*/ 87543 w 120769"/>
                <a:gd name="connsiteY43" fmla="*/ 92568 h 225354"/>
                <a:gd name="connsiteX44" fmla="*/ 87543 w 120769"/>
                <a:gd name="connsiteY44" fmla="*/ 92568 h 225354"/>
                <a:gd name="connsiteX45" fmla="*/ 91376 w 120769"/>
                <a:gd name="connsiteY45" fmla="*/ 86184 h 225354"/>
                <a:gd name="connsiteX46" fmla="*/ 113102 w 120769"/>
                <a:gd name="connsiteY46" fmla="*/ 37027 h 225354"/>
                <a:gd name="connsiteX47" fmla="*/ 113102 w 120769"/>
                <a:gd name="connsiteY47" fmla="*/ 12768 h 225354"/>
                <a:gd name="connsiteX48" fmla="*/ 114380 w 120769"/>
                <a:gd name="connsiteY48" fmla="*/ 12768 h 225354"/>
                <a:gd name="connsiteX49" fmla="*/ 120770 w 120769"/>
                <a:gd name="connsiteY49" fmla="*/ 6384 h 225354"/>
                <a:gd name="connsiteX50" fmla="*/ 114380 w 120769"/>
                <a:gd name="connsiteY50" fmla="*/ 0 h 225354"/>
                <a:gd name="connsiteX51" fmla="*/ 7668 w 120769"/>
                <a:gd name="connsiteY51" fmla="*/ 0 h 225354"/>
                <a:gd name="connsiteX52" fmla="*/ 1278 w 120769"/>
                <a:gd name="connsiteY52" fmla="*/ 6384 h 225354"/>
                <a:gd name="connsiteX53" fmla="*/ 7668 w 120769"/>
                <a:gd name="connsiteY53" fmla="*/ 12768 h 225354"/>
                <a:gd name="connsiteX54" fmla="*/ 8946 w 120769"/>
                <a:gd name="connsiteY54" fmla="*/ 12768 h 225354"/>
                <a:gd name="connsiteX55" fmla="*/ 8946 w 120769"/>
                <a:gd name="connsiteY55" fmla="*/ 37027 h 225354"/>
                <a:gd name="connsiteX56" fmla="*/ 31311 w 120769"/>
                <a:gd name="connsiteY56" fmla="*/ 86822 h 225354"/>
                <a:gd name="connsiteX57" fmla="*/ 34506 w 120769"/>
                <a:gd name="connsiteY57" fmla="*/ 92568 h 225354"/>
                <a:gd name="connsiteX58" fmla="*/ 34506 w 120769"/>
                <a:gd name="connsiteY58" fmla="*/ 92568 h 225354"/>
                <a:gd name="connsiteX59" fmla="*/ 35145 w 120769"/>
                <a:gd name="connsiteY59" fmla="*/ 94483 h 225354"/>
                <a:gd name="connsiteX60" fmla="*/ 36423 w 120769"/>
                <a:gd name="connsiteY60" fmla="*/ 97675 h 225354"/>
                <a:gd name="connsiteX61" fmla="*/ 37062 w 120769"/>
                <a:gd name="connsiteY61" fmla="*/ 100229 h 225354"/>
                <a:gd name="connsiteX62" fmla="*/ 37701 w 120769"/>
                <a:gd name="connsiteY62" fmla="*/ 104059 h 225354"/>
                <a:gd name="connsiteX63" fmla="*/ 38340 w 120769"/>
                <a:gd name="connsiteY63" fmla="*/ 105974 h 225354"/>
                <a:gd name="connsiteX64" fmla="*/ 38979 w 120769"/>
                <a:gd name="connsiteY64" fmla="*/ 112358 h 225354"/>
                <a:gd name="connsiteX65" fmla="*/ 38340 w 120769"/>
                <a:gd name="connsiteY65" fmla="*/ 118742 h 225354"/>
                <a:gd name="connsiteX66" fmla="*/ 37701 w 120769"/>
                <a:gd name="connsiteY66" fmla="*/ 120657 h 225354"/>
                <a:gd name="connsiteX67" fmla="*/ 36423 w 120769"/>
                <a:gd name="connsiteY67" fmla="*/ 125126 h 225354"/>
                <a:gd name="connsiteX68" fmla="*/ 35784 w 120769"/>
                <a:gd name="connsiteY68" fmla="*/ 127041 h 225354"/>
                <a:gd name="connsiteX69" fmla="*/ 29394 w 120769"/>
                <a:gd name="connsiteY69" fmla="*/ 139171 h 225354"/>
                <a:gd name="connsiteX70" fmla="*/ 7668 w 120769"/>
                <a:gd name="connsiteY70" fmla="*/ 188327 h 225354"/>
                <a:gd name="connsiteX71" fmla="*/ 7668 w 120769"/>
                <a:gd name="connsiteY71" fmla="*/ 212587 h 225354"/>
                <a:gd name="connsiteX72" fmla="*/ 6390 w 120769"/>
                <a:gd name="connsiteY72" fmla="*/ 212587 h 225354"/>
                <a:gd name="connsiteX73" fmla="*/ 0 w 120769"/>
                <a:gd name="connsiteY73" fmla="*/ 218971 h 225354"/>
                <a:gd name="connsiteX74" fmla="*/ 6390 w 120769"/>
                <a:gd name="connsiteY74" fmla="*/ 225355 h 225354"/>
                <a:gd name="connsiteX75" fmla="*/ 113102 w 120769"/>
                <a:gd name="connsiteY75" fmla="*/ 225355 h 225354"/>
                <a:gd name="connsiteX76" fmla="*/ 119492 w 120769"/>
                <a:gd name="connsiteY76" fmla="*/ 218971 h 225354"/>
                <a:gd name="connsiteX77" fmla="*/ 113102 w 120769"/>
                <a:gd name="connsiteY77" fmla="*/ 212587 h 225354"/>
                <a:gd name="connsiteX78" fmla="*/ 111824 w 120769"/>
                <a:gd name="connsiteY78" fmla="*/ 212587 h 225354"/>
                <a:gd name="connsiteX79" fmla="*/ 111824 w 120769"/>
                <a:gd name="connsiteY79" fmla="*/ 188327 h 225354"/>
                <a:gd name="connsiteX80" fmla="*/ 89459 w 120769"/>
                <a:gd name="connsiteY80" fmla="*/ 138533 h 225354"/>
                <a:gd name="connsiteX81" fmla="*/ 86264 w 120769"/>
                <a:gd name="connsiteY81" fmla="*/ 132787 h 225354"/>
                <a:gd name="connsiteX82" fmla="*/ 86264 w 120769"/>
                <a:gd name="connsiteY82" fmla="*/ 132787 h 225354"/>
                <a:gd name="connsiteX83" fmla="*/ 83069 w 120769"/>
                <a:gd name="connsiteY83" fmla="*/ 123211 h 225354"/>
                <a:gd name="connsiteX84" fmla="*/ 82430 w 120769"/>
                <a:gd name="connsiteY84" fmla="*/ 121296 h 225354"/>
                <a:gd name="connsiteX85" fmla="*/ 83069 w 120769"/>
                <a:gd name="connsiteY85" fmla="*/ 118104 h 225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20769" h="225354">
                  <a:moveTo>
                    <a:pt x="100322" y="212587"/>
                  </a:moveTo>
                  <a:lnTo>
                    <a:pt x="21726" y="212587"/>
                  </a:lnTo>
                  <a:lnTo>
                    <a:pt x="21726" y="188966"/>
                  </a:lnTo>
                  <a:cubicBezTo>
                    <a:pt x="21726" y="187051"/>
                    <a:pt x="24921" y="180028"/>
                    <a:pt x="28755" y="171729"/>
                  </a:cubicBezTo>
                  <a:cubicBezTo>
                    <a:pt x="29394" y="171729"/>
                    <a:pt x="30033" y="172368"/>
                    <a:pt x="30672" y="172368"/>
                  </a:cubicBezTo>
                  <a:lnTo>
                    <a:pt x="91376" y="172368"/>
                  </a:lnTo>
                  <a:cubicBezTo>
                    <a:pt x="92015" y="172368"/>
                    <a:pt x="92654" y="172368"/>
                    <a:pt x="93294" y="171729"/>
                  </a:cubicBezTo>
                  <a:cubicBezTo>
                    <a:pt x="97128" y="180028"/>
                    <a:pt x="100322" y="186412"/>
                    <a:pt x="100322" y="188327"/>
                  </a:cubicBezTo>
                  <a:lnTo>
                    <a:pt x="100322" y="212587"/>
                  </a:lnTo>
                  <a:close/>
                  <a:moveTo>
                    <a:pt x="21726" y="35751"/>
                  </a:moveTo>
                  <a:lnTo>
                    <a:pt x="21726" y="11491"/>
                  </a:lnTo>
                  <a:lnTo>
                    <a:pt x="100322" y="11491"/>
                  </a:lnTo>
                  <a:lnTo>
                    <a:pt x="100322" y="35112"/>
                  </a:lnTo>
                  <a:cubicBezTo>
                    <a:pt x="99684" y="39581"/>
                    <a:pt x="89459" y="60648"/>
                    <a:pt x="80514" y="77885"/>
                  </a:cubicBezTo>
                  <a:cubicBezTo>
                    <a:pt x="76679" y="83630"/>
                    <a:pt x="73484" y="90653"/>
                    <a:pt x="72207" y="97675"/>
                  </a:cubicBezTo>
                  <a:cubicBezTo>
                    <a:pt x="72207" y="98952"/>
                    <a:pt x="71568" y="99590"/>
                    <a:pt x="71568" y="100867"/>
                  </a:cubicBezTo>
                  <a:cubicBezTo>
                    <a:pt x="71568" y="102144"/>
                    <a:pt x="70929" y="103421"/>
                    <a:pt x="70929" y="104059"/>
                  </a:cubicBezTo>
                  <a:cubicBezTo>
                    <a:pt x="70289" y="106613"/>
                    <a:pt x="70289" y="109166"/>
                    <a:pt x="70289" y="111720"/>
                  </a:cubicBezTo>
                  <a:cubicBezTo>
                    <a:pt x="70289" y="114273"/>
                    <a:pt x="70289" y="116827"/>
                    <a:pt x="70929" y="119381"/>
                  </a:cubicBezTo>
                  <a:cubicBezTo>
                    <a:pt x="70929" y="120657"/>
                    <a:pt x="71568" y="121934"/>
                    <a:pt x="71568" y="123211"/>
                  </a:cubicBezTo>
                  <a:cubicBezTo>
                    <a:pt x="71568" y="123849"/>
                    <a:pt x="72207" y="125126"/>
                    <a:pt x="72207" y="125765"/>
                  </a:cubicBezTo>
                  <a:cubicBezTo>
                    <a:pt x="74124" y="132787"/>
                    <a:pt x="76679" y="139171"/>
                    <a:pt x="80514" y="144916"/>
                  </a:cubicBezTo>
                  <a:cubicBezTo>
                    <a:pt x="83069" y="149385"/>
                    <a:pt x="85625" y="153854"/>
                    <a:pt x="87543" y="158961"/>
                  </a:cubicBezTo>
                  <a:lnTo>
                    <a:pt x="35145" y="158961"/>
                  </a:lnTo>
                  <a:cubicBezTo>
                    <a:pt x="37701" y="154492"/>
                    <a:pt x="39618" y="150024"/>
                    <a:pt x="42174" y="145555"/>
                  </a:cubicBezTo>
                  <a:cubicBezTo>
                    <a:pt x="44091" y="142363"/>
                    <a:pt x="46008" y="139171"/>
                    <a:pt x="47286" y="135341"/>
                  </a:cubicBezTo>
                  <a:cubicBezTo>
                    <a:pt x="47925" y="133425"/>
                    <a:pt x="48564" y="132149"/>
                    <a:pt x="49203" y="130233"/>
                  </a:cubicBezTo>
                  <a:cubicBezTo>
                    <a:pt x="49842" y="128957"/>
                    <a:pt x="49842" y="128318"/>
                    <a:pt x="49842" y="127041"/>
                  </a:cubicBezTo>
                  <a:cubicBezTo>
                    <a:pt x="50481" y="125126"/>
                    <a:pt x="50481" y="123849"/>
                    <a:pt x="51119" y="121934"/>
                  </a:cubicBezTo>
                  <a:cubicBezTo>
                    <a:pt x="51119" y="121296"/>
                    <a:pt x="51759" y="120019"/>
                    <a:pt x="51759" y="119381"/>
                  </a:cubicBezTo>
                  <a:cubicBezTo>
                    <a:pt x="52398" y="116827"/>
                    <a:pt x="52398" y="114273"/>
                    <a:pt x="52398" y="111720"/>
                  </a:cubicBezTo>
                  <a:cubicBezTo>
                    <a:pt x="52398" y="109166"/>
                    <a:pt x="52398" y="106613"/>
                    <a:pt x="51759" y="104059"/>
                  </a:cubicBezTo>
                  <a:cubicBezTo>
                    <a:pt x="51759" y="103421"/>
                    <a:pt x="51759" y="102144"/>
                    <a:pt x="51119" y="101505"/>
                  </a:cubicBezTo>
                  <a:cubicBezTo>
                    <a:pt x="51119" y="100229"/>
                    <a:pt x="50481" y="98313"/>
                    <a:pt x="49842" y="97037"/>
                  </a:cubicBezTo>
                  <a:cubicBezTo>
                    <a:pt x="49203" y="95760"/>
                    <a:pt x="49203" y="94483"/>
                    <a:pt x="48564" y="93206"/>
                  </a:cubicBezTo>
                  <a:cubicBezTo>
                    <a:pt x="47925" y="91930"/>
                    <a:pt x="47925" y="91291"/>
                    <a:pt x="47286" y="90014"/>
                  </a:cubicBezTo>
                  <a:cubicBezTo>
                    <a:pt x="46008" y="86184"/>
                    <a:pt x="44091" y="82354"/>
                    <a:pt x="41535" y="78523"/>
                  </a:cubicBezTo>
                  <a:cubicBezTo>
                    <a:pt x="32589" y="61925"/>
                    <a:pt x="22365" y="40219"/>
                    <a:pt x="21726" y="35751"/>
                  </a:cubicBezTo>
                  <a:moveTo>
                    <a:pt x="83069" y="118104"/>
                  </a:moveTo>
                  <a:cubicBezTo>
                    <a:pt x="83069" y="116189"/>
                    <a:pt x="82430" y="114273"/>
                    <a:pt x="82430" y="112358"/>
                  </a:cubicBezTo>
                  <a:cubicBezTo>
                    <a:pt x="82430" y="110443"/>
                    <a:pt x="82430" y="108528"/>
                    <a:pt x="83069" y="106613"/>
                  </a:cubicBezTo>
                  <a:cubicBezTo>
                    <a:pt x="83069" y="105974"/>
                    <a:pt x="83069" y="104697"/>
                    <a:pt x="83709" y="104059"/>
                  </a:cubicBezTo>
                  <a:cubicBezTo>
                    <a:pt x="83709" y="103421"/>
                    <a:pt x="84348" y="102782"/>
                    <a:pt x="84348" y="102144"/>
                  </a:cubicBezTo>
                  <a:cubicBezTo>
                    <a:pt x="84986" y="98952"/>
                    <a:pt x="86264" y="96398"/>
                    <a:pt x="87543" y="92568"/>
                  </a:cubicBezTo>
                  <a:cubicBezTo>
                    <a:pt x="87543" y="92568"/>
                    <a:pt x="87543" y="92568"/>
                    <a:pt x="87543" y="92568"/>
                  </a:cubicBezTo>
                  <a:cubicBezTo>
                    <a:pt x="88820" y="90014"/>
                    <a:pt x="90099" y="88099"/>
                    <a:pt x="91376" y="86184"/>
                  </a:cubicBezTo>
                  <a:cubicBezTo>
                    <a:pt x="99684" y="70862"/>
                    <a:pt x="113102" y="44688"/>
                    <a:pt x="113102" y="37027"/>
                  </a:cubicBezTo>
                  <a:lnTo>
                    <a:pt x="113102" y="12768"/>
                  </a:lnTo>
                  <a:lnTo>
                    <a:pt x="114380" y="12768"/>
                  </a:lnTo>
                  <a:cubicBezTo>
                    <a:pt x="118214" y="12768"/>
                    <a:pt x="120770" y="10215"/>
                    <a:pt x="120770" y="6384"/>
                  </a:cubicBezTo>
                  <a:cubicBezTo>
                    <a:pt x="120770" y="2554"/>
                    <a:pt x="118214" y="0"/>
                    <a:pt x="114380" y="0"/>
                  </a:cubicBezTo>
                  <a:lnTo>
                    <a:pt x="7668" y="0"/>
                  </a:lnTo>
                  <a:cubicBezTo>
                    <a:pt x="3835" y="0"/>
                    <a:pt x="1278" y="2554"/>
                    <a:pt x="1278" y="6384"/>
                  </a:cubicBezTo>
                  <a:cubicBezTo>
                    <a:pt x="1278" y="10215"/>
                    <a:pt x="3835" y="12768"/>
                    <a:pt x="7668" y="12768"/>
                  </a:cubicBezTo>
                  <a:lnTo>
                    <a:pt x="8946" y="12768"/>
                  </a:lnTo>
                  <a:lnTo>
                    <a:pt x="8946" y="37027"/>
                  </a:lnTo>
                  <a:cubicBezTo>
                    <a:pt x="8946" y="44688"/>
                    <a:pt x="23004" y="70862"/>
                    <a:pt x="31311" y="86822"/>
                  </a:cubicBezTo>
                  <a:cubicBezTo>
                    <a:pt x="32589" y="88738"/>
                    <a:pt x="33867" y="90653"/>
                    <a:pt x="34506" y="92568"/>
                  </a:cubicBezTo>
                  <a:cubicBezTo>
                    <a:pt x="34506" y="92568"/>
                    <a:pt x="34506" y="92568"/>
                    <a:pt x="34506" y="92568"/>
                  </a:cubicBezTo>
                  <a:cubicBezTo>
                    <a:pt x="35145" y="93206"/>
                    <a:pt x="35145" y="93845"/>
                    <a:pt x="35145" y="94483"/>
                  </a:cubicBezTo>
                  <a:cubicBezTo>
                    <a:pt x="35784" y="95760"/>
                    <a:pt x="35784" y="96398"/>
                    <a:pt x="36423" y="97675"/>
                  </a:cubicBezTo>
                  <a:cubicBezTo>
                    <a:pt x="36423" y="98313"/>
                    <a:pt x="37062" y="99590"/>
                    <a:pt x="37062" y="100229"/>
                  </a:cubicBezTo>
                  <a:cubicBezTo>
                    <a:pt x="37701" y="101505"/>
                    <a:pt x="37701" y="102782"/>
                    <a:pt x="37701" y="104059"/>
                  </a:cubicBezTo>
                  <a:cubicBezTo>
                    <a:pt x="37701" y="104697"/>
                    <a:pt x="37701" y="105336"/>
                    <a:pt x="38340" y="105974"/>
                  </a:cubicBezTo>
                  <a:cubicBezTo>
                    <a:pt x="38340" y="107889"/>
                    <a:pt x="38979" y="109805"/>
                    <a:pt x="38979" y="112358"/>
                  </a:cubicBezTo>
                  <a:cubicBezTo>
                    <a:pt x="38979" y="114273"/>
                    <a:pt x="38979" y="116827"/>
                    <a:pt x="38340" y="118742"/>
                  </a:cubicBezTo>
                  <a:cubicBezTo>
                    <a:pt x="38340" y="119381"/>
                    <a:pt x="38340" y="120019"/>
                    <a:pt x="37701" y="120657"/>
                  </a:cubicBezTo>
                  <a:cubicBezTo>
                    <a:pt x="37701" y="121934"/>
                    <a:pt x="37062" y="123211"/>
                    <a:pt x="36423" y="125126"/>
                  </a:cubicBezTo>
                  <a:cubicBezTo>
                    <a:pt x="36423" y="125765"/>
                    <a:pt x="35784" y="126403"/>
                    <a:pt x="35784" y="127041"/>
                  </a:cubicBezTo>
                  <a:cubicBezTo>
                    <a:pt x="34506" y="131510"/>
                    <a:pt x="32589" y="135341"/>
                    <a:pt x="29394" y="139171"/>
                  </a:cubicBezTo>
                  <a:cubicBezTo>
                    <a:pt x="21087" y="154492"/>
                    <a:pt x="7668" y="180667"/>
                    <a:pt x="7668" y="188327"/>
                  </a:cubicBezTo>
                  <a:lnTo>
                    <a:pt x="7668" y="212587"/>
                  </a:lnTo>
                  <a:lnTo>
                    <a:pt x="6390" y="212587"/>
                  </a:lnTo>
                  <a:cubicBezTo>
                    <a:pt x="2556" y="212587"/>
                    <a:pt x="0" y="215140"/>
                    <a:pt x="0" y="218971"/>
                  </a:cubicBezTo>
                  <a:cubicBezTo>
                    <a:pt x="0" y="222801"/>
                    <a:pt x="2556" y="225355"/>
                    <a:pt x="6390" y="225355"/>
                  </a:cubicBezTo>
                  <a:lnTo>
                    <a:pt x="113102" y="225355"/>
                  </a:lnTo>
                  <a:cubicBezTo>
                    <a:pt x="116936" y="225355"/>
                    <a:pt x="119492" y="222801"/>
                    <a:pt x="119492" y="218971"/>
                  </a:cubicBezTo>
                  <a:cubicBezTo>
                    <a:pt x="119492" y="215140"/>
                    <a:pt x="116936" y="212587"/>
                    <a:pt x="113102" y="212587"/>
                  </a:cubicBezTo>
                  <a:lnTo>
                    <a:pt x="111824" y="212587"/>
                  </a:lnTo>
                  <a:lnTo>
                    <a:pt x="111824" y="188327"/>
                  </a:lnTo>
                  <a:cubicBezTo>
                    <a:pt x="111824" y="180667"/>
                    <a:pt x="97766" y="153854"/>
                    <a:pt x="89459" y="138533"/>
                  </a:cubicBezTo>
                  <a:cubicBezTo>
                    <a:pt x="88181" y="136617"/>
                    <a:pt x="86904" y="134702"/>
                    <a:pt x="86264" y="132787"/>
                  </a:cubicBezTo>
                  <a:cubicBezTo>
                    <a:pt x="86264" y="132787"/>
                    <a:pt x="86264" y="132787"/>
                    <a:pt x="86264" y="132787"/>
                  </a:cubicBezTo>
                  <a:cubicBezTo>
                    <a:pt x="84986" y="129595"/>
                    <a:pt x="83709" y="126403"/>
                    <a:pt x="83069" y="123211"/>
                  </a:cubicBezTo>
                  <a:cubicBezTo>
                    <a:pt x="83069" y="122573"/>
                    <a:pt x="83069" y="121934"/>
                    <a:pt x="82430" y="121296"/>
                  </a:cubicBezTo>
                  <a:cubicBezTo>
                    <a:pt x="83069" y="120019"/>
                    <a:pt x="83069" y="119381"/>
                    <a:pt x="83069" y="118104"/>
                  </a:cubicBezTo>
                </a:path>
              </a:pathLst>
            </a:custGeom>
            <a:solidFill>
              <a:srgbClr val="009A44"/>
            </a:solidFill>
            <a:ln w="6390" cap="flat">
              <a:noFill/>
              <a:prstDash val="solid"/>
              <a:miter/>
            </a:ln>
          </p:spPr>
          <p:txBody>
            <a:bodyPr rtlCol="0" anchor="ctr"/>
            <a:lstStyle/>
            <a:p>
              <a:endParaRPr lang="en-US"/>
            </a:p>
          </p:txBody>
        </p:sp>
      </p:grpSp>
      <p:grpSp>
        <p:nvGrpSpPr>
          <p:cNvPr id="889" name="Graphic 4">
            <a:extLst>
              <a:ext uri="{FF2B5EF4-FFF2-40B4-BE49-F238E27FC236}">
                <a16:creationId xmlns:a16="http://schemas.microsoft.com/office/drawing/2014/main" id="{9F947ABC-6AA1-654D-A3C7-580FE497A92F}"/>
              </a:ext>
            </a:extLst>
          </p:cNvPr>
          <p:cNvGrpSpPr/>
          <p:nvPr/>
        </p:nvGrpSpPr>
        <p:grpSpPr>
          <a:xfrm>
            <a:off x="7192513" y="3824168"/>
            <a:ext cx="361674" cy="361333"/>
            <a:chOff x="7192513" y="3824168"/>
            <a:chExt cx="361674" cy="361333"/>
          </a:xfrm>
          <a:solidFill>
            <a:srgbClr val="009A44"/>
          </a:solidFill>
        </p:grpSpPr>
        <p:sp>
          <p:nvSpPr>
            <p:cNvPr id="890" name="Graphic 4">
              <a:extLst>
                <a:ext uri="{FF2B5EF4-FFF2-40B4-BE49-F238E27FC236}">
                  <a16:creationId xmlns:a16="http://schemas.microsoft.com/office/drawing/2014/main" id="{FA5CA427-7A7A-E24C-BA68-7BC17C7657B0}"/>
                </a:ext>
              </a:extLst>
            </p:cNvPr>
            <p:cNvSpPr/>
            <p:nvPr/>
          </p:nvSpPr>
          <p:spPr>
            <a:xfrm rot="-4293577">
              <a:off x="7309355" y="3987003"/>
              <a:ext cx="35781" cy="60006"/>
            </a:xfrm>
            <a:custGeom>
              <a:avLst/>
              <a:gdLst>
                <a:gd name="connsiteX0" fmla="*/ 0 w 35781"/>
                <a:gd name="connsiteY0" fmla="*/ 0 h 60006"/>
                <a:gd name="connsiteX1" fmla="*/ 35782 w 35781"/>
                <a:gd name="connsiteY1" fmla="*/ 0 h 60006"/>
                <a:gd name="connsiteX2" fmla="*/ 35782 w 35781"/>
                <a:gd name="connsiteY2" fmla="*/ 60006 h 60006"/>
                <a:gd name="connsiteX3" fmla="*/ 0 w 35781"/>
                <a:gd name="connsiteY3" fmla="*/ 60006 h 60006"/>
              </a:gdLst>
              <a:ahLst/>
              <a:cxnLst>
                <a:cxn ang="0">
                  <a:pos x="connsiteX0" y="connsiteY0"/>
                </a:cxn>
                <a:cxn ang="0">
                  <a:pos x="connsiteX1" y="connsiteY1"/>
                </a:cxn>
                <a:cxn ang="0">
                  <a:pos x="connsiteX2" y="connsiteY2"/>
                </a:cxn>
                <a:cxn ang="0">
                  <a:pos x="connsiteX3" y="connsiteY3"/>
                </a:cxn>
              </a:cxnLst>
              <a:rect l="l" t="t" r="r" b="b"/>
              <a:pathLst>
                <a:path w="35781" h="60006">
                  <a:moveTo>
                    <a:pt x="0" y="0"/>
                  </a:moveTo>
                  <a:lnTo>
                    <a:pt x="35782" y="0"/>
                  </a:lnTo>
                  <a:lnTo>
                    <a:pt x="35782" y="60006"/>
                  </a:lnTo>
                  <a:lnTo>
                    <a:pt x="0" y="60006"/>
                  </a:lnTo>
                  <a:close/>
                </a:path>
              </a:pathLst>
            </a:custGeom>
            <a:solidFill>
              <a:srgbClr val="009A44"/>
            </a:solidFill>
            <a:ln w="6390" cap="flat">
              <a:noFill/>
              <a:prstDash val="solid"/>
              <a:miter/>
            </a:ln>
          </p:spPr>
          <p:txBody>
            <a:bodyPr rtlCol="0" anchor="ctr"/>
            <a:lstStyle/>
            <a:p>
              <a:endParaRPr lang="en-US"/>
            </a:p>
          </p:txBody>
        </p:sp>
        <p:sp>
          <p:nvSpPr>
            <p:cNvPr id="891" name="Graphic 4">
              <a:extLst>
                <a:ext uri="{FF2B5EF4-FFF2-40B4-BE49-F238E27FC236}">
                  <a16:creationId xmlns:a16="http://schemas.microsoft.com/office/drawing/2014/main" id="{BA5D5881-7DF6-894A-A988-E4D3BC6509D6}"/>
                </a:ext>
              </a:extLst>
            </p:cNvPr>
            <p:cNvSpPr/>
            <p:nvPr/>
          </p:nvSpPr>
          <p:spPr>
            <a:xfrm rot="-4294012">
              <a:off x="7332487" y="3910081"/>
              <a:ext cx="35783" cy="60009"/>
            </a:xfrm>
            <a:custGeom>
              <a:avLst/>
              <a:gdLst>
                <a:gd name="connsiteX0" fmla="*/ 0 w 35783"/>
                <a:gd name="connsiteY0" fmla="*/ 0 h 60009"/>
                <a:gd name="connsiteX1" fmla="*/ 35784 w 35783"/>
                <a:gd name="connsiteY1" fmla="*/ 0 h 60009"/>
                <a:gd name="connsiteX2" fmla="*/ 35784 w 35783"/>
                <a:gd name="connsiteY2" fmla="*/ 60010 h 60009"/>
                <a:gd name="connsiteX3" fmla="*/ 0 w 35783"/>
                <a:gd name="connsiteY3" fmla="*/ 60010 h 60009"/>
              </a:gdLst>
              <a:ahLst/>
              <a:cxnLst>
                <a:cxn ang="0">
                  <a:pos x="connsiteX0" y="connsiteY0"/>
                </a:cxn>
                <a:cxn ang="0">
                  <a:pos x="connsiteX1" y="connsiteY1"/>
                </a:cxn>
                <a:cxn ang="0">
                  <a:pos x="connsiteX2" y="connsiteY2"/>
                </a:cxn>
                <a:cxn ang="0">
                  <a:pos x="connsiteX3" y="connsiteY3"/>
                </a:cxn>
              </a:cxnLst>
              <a:rect l="l" t="t" r="r" b="b"/>
              <a:pathLst>
                <a:path w="35783" h="60009">
                  <a:moveTo>
                    <a:pt x="0" y="0"/>
                  </a:moveTo>
                  <a:lnTo>
                    <a:pt x="35784" y="0"/>
                  </a:lnTo>
                  <a:lnTo>
                    <a:pt x="35784" y="60010"/>
                  </a:lnTo>
                  <a:lnTo>
                    <a:pt x="0" y="60010"/>
                  </a:lnTo>
                  <a:close/>
                </a:path>
              </a:pathLst>
            </a:custGeom>
            <a:solidFill>
              <a:srgbClr val="009A44"/>
            </a:solidFill>
            <a:ln w="6390" cap="flat">
              <a:noFill/>
              <a:prstDash val="solid"/>
              <a:miter/>
            </a:ln>
          </p:spPr>
          <p:txBody>
            <a:bodyPr rtlCol="0" anchor="ctr"/>
            <a:lstStyle/>
            <a:p>
              <a:endParaRPr lang="en-US"/>
            </a:p>
          </p:txBody>
        </p:sp>
        <p:sp>
          <p:nvSpPr>
            <p:cNvPr id="892" name="Graphic 4">
              <a:extLst>
                <a:ext uri="{FF2B5EF4-FFF2-40B4-BE49-F238E27FC236}">
                  <a16:creationId xmlns:a16="http://schemas.microsoft.com/office/drawing/2014/main" id="{AE4756FD-A502-0445-A9EF-3D0C849006C6}"/>
                </a:ext>
              </a:extLst>
            </p:cNvPr>
            <p:cNvSpPr/>
            <p:nvPr/>
          </p:nvSpPr>
          <p:spPr>
            <a:xfrm>
              <a:off x="7192513" y="3824168"/>
              <a:ext cx="361674" cy="361333"/>
            </a:xfrm>
            <a:custGeom>
              <a:avLst/>
              <a:gdLst>
                <a:gd name="connsiteX0" fmla="*/ 275406 w 361674"/>
                <a:gd name="connsiteY0" fmla="*/ 98313 h 361333"/>
                <a:gd name="connsiteX1" fmla="*/ 269656 w 361674"/>
                <a:gd name="connsiteY1" fmla="*/ 102782 h 361333"/>
                <a:gd name="connsiteX2" fmla="*/ 267739 w 361674"/>
                <a:gd name="connsiteY2" fmla="*/ 102144 h 361333"/>
                <a:gd name="connsiteX3" fmla="*/ 250486 w 361674"/>
                <a:gd name="connsiteY3" fmla="*/ 96398 h 361333"/>
                <a:gd name="connsiteX4" fmla="*/ 191059 w 361674"/>
                <a:gd name="connsiteY4" fmla="*/ 274511 h 361333"/>
                <a:gd name="connsiteX5" fmla="*/ 185308 w 361674"/>
                <a:gd name="connsiteY5" fmla="*/ 278980 h 361333"/>
                <a:gd name="connsiteX6" fmla="*/ 183392 w 361674"/>
                <a:gd name="connsiteY6" fmla="*/ 278341 h 361333"/>
                <a:gd name="connsiteX7" fmla="*/ 114380 w 361674"/>
                <a:gd name="connsiteY7" fmla="*/ 255359 h 361333"/>
                <a:gd name="connsiteX8" fmla="*/ 110546 w 361674"/>
                <a:gd name="connsiteY8" fmla="*/ 247060 h 361333"/>
                <a:gd name="connsiteX9" fmla="*/ 118853 w 361674"/>
                <a:gd name="connsiteY9" fmla="*/ 243230 h 361333"/>
                <a:gd name="connsiteX10" fmla="*/ 182113 w 361674"/>
                <a:gd name="connsiteY10" fmla="*/ 264297 h 361333"/>
                <a:gd name="connsiteX11" fmla="*/ 241540 w 361674"/>
                <a:gd name="connsiteY11" fmla="*/ 86184 h 361333"/>
                <a:gd name="connsiteX12" fmla="*/ 249846 w 361674"/>
                <a:gd name="connsiteY12" fmla="*/ 82353 h 361333"/>
                <a:gd name="connsiteX13" fmla="*/ 272851 w 361674"/>
                <a:gd name="connsiteY13" fmla="*/ 90014 h 361333"/>
                <a:gd name="connsiteX14" fmla="*/ 275406 w 361674"/>
                <a:gd name="connsiteY14" fmla="*/ 98313 h 361333"/>
                <a:gd name="connsiteX15" fmla="*/ 238345 w 361674"/>
                <a:gd name="connsiteY15" fmla="*/ 284087 h 361333"/>
                <a:gd name="connsiteX16" fmla="*/ 219814 w 361674"/>
                <a:gd name="connsiteY16" fmla="*/ 265574 h 361333"/>
                <a:gd name="connsiteX17" fmla="*/ 238345 w 361674"/>
                <a:gd name="connsiteY17" fmla="*/ 247060 h 361333"/>
                <a:gd name="connsiteX18" fmla="*/ 256876 w 361674"/>
                <a:gd name="connsiteY18" fmla="*/ 265574 h 361333"/>
                <a:gd name="connsiteX19" fmla="*/ 238345 w 361674"/>
                <a:gd name="connsiteY19" fmla="*/ 284087 h 361333"/>
                <a:gd name="connsiteX20" fmla="*/ 86903 w 361674"/>
                <a:gd name="connsiteY20" fmla="*/ 201734 h 361333"/>
                <a:gd name="connsiteX21" fmla="*/ 102239 w 361674"/>
                <a:gd name="connsiteY21" fmla="*/ 155769 h 361333"/>
                <a:gd name="connsiteX22" fmla="*/ 110546 w 361674"/>
                <a:gd name="connsiteY22" fmla="*/ 151939 h 361333"/>
                <a:gd name="connsiteX23" fmla="*/ 179557 w 361674"/>
                <a:gd name="connsiteY23" fmla="*/ 174921 h 361333"/>
                <a:gd name="connsiteX24" fmla="*/ 183392 w 361674"/>
                <a:gd name="connsiteY24" fmla="*/ 183220 h 361333"/>
                <a:gd name="connsiteX25" fmla="*/ 168056 w 361674"/>
                <a:gd name="connsiteY25" fmla="*/ 229185 h 361333"/>
                <a:gd name="connsiteX26" fmla="*/ 162305 w 361674"/>
                <a:gd name="connsiteY26" fmla="*/ 233654 h 361333"/>
                <a:gd name="connsiteX27" fmla="*/ 160387 w 361674"/>
                <a:gd name="connsiteY27" fmla="*/ 233015 h 361333"/>
                <a:gd name="connsiteX28" fmla="*/ 91376 w 361674"/>
                <a:gd name="connsiteY28" fmla="*/ 210033 h 361333"/>
                <a:gd name="connsiteX29" fmla="*/ 86903 w 361674"/>
                <a:gd name="connsiteY29" fmla="*/ 201734 h 361333"/>
                <a:gd name="connsiteX30" fmla="*/ 109907 w 361674"/>
                <a:gd name="connsiteY30" fmla="*/ 125126 h 361333"/>
                <a:gd name="connsiteX31" fmla="*/ 125243 w 361674"/>
                <a:gd name="connsiteY31" fmla="*/ 79161 h 361333"/>
                <a:gd name="connsiteX32" fmla="*/ 133550 w 361674"/>
                <a:gd name="connsiteY32" fmla="*/ 75331 h 361333"/>
                <a:gd name="connsiteX33" fmla="*/ 202561 w 361674"/>
                <a:gd name="connsiteY33" fmla="*/ 98313 h 361333"/>
                <a:gd name="connsiteX34" fmla="*/ 206395 w 361674"/>
                <a:gd name="connsiteY34" fmla="*/ 106612 h 361333"/>
                <a:gd name="connsiteX35" fmla="*/ 191059 w 361674"/>
                <a:gd name="connsiteY35" fmla="*/ 152577 h 361333"/>
                <a:gd name="connsiteX36" fmla="*/ 185308 w 361674"/>
                <a:gd name="connsiteY36" fmla="*/ 157046 h 361333"/>
                <a:gd name="connsiteX37" fmla="*/ 183392 w 361674"/>
                <a:gd name="connsiteY37" fmla="*/ 156408 h 361333"/>
                <a:gd name="connsiteX38" fmla="*/ 114380 w 361674"/>
                <a:gd name="connsiteY38" fmla="*/ 133425 h 361333"/>
                <a:gd name="connsiteX39" fmla="*/ 109907 w 361674"/>
                <a:gd name="connsiteY39" fmla="*/ 125126 h 361333"/>
                <a:gd name="connsiteX40" fmla="*/ 180836 w 361674"/>
                <a:gd name="connsiteY40" fmla="*/ 0 h 361333"/>
                <a:gd name="connsiteX41" fmla="*/ 0 w 361674"/>
                <a:gd name="connsiteY41" fmla="*/ 180667 h 361333"/>
                <a:gd name="connsiteX42" fmla="*/ 180836 w 361674"/>
                <a:gd name="connsiteY42" fmla="*/ 361333 h 361333"/>
                <a:gd name="connsiteX43" fmla="*/ 361670 w 361674"/>
                <a:gd name="connsiteY43" fmla="*/ 180667 h 361333"/>
                <a:gd name="connsiteX44" fmla="*/ 180836 w 361674"/>
                <a:gd name="connsiteY44"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1674" h="361333">
                  <a:moveTo>
                    <a:pt x="275406" y="98313"/>
                  </a:moveTo>
                  <a:cubicBezTo>
                    <a:pt x="274767" y="100867"/>
                    <a:pt x="272211" y="102782"/>
                    <a:pt x="269656" y="102782"/>
                  </a:cubicBezTo>
                  <a:cubicBezTo>
                    <a:pt x="269016" y="102782"/>
                    <a:pt x="268377" y="102782"/>
                    <a:pt x="267739" y="102144"/>
                  </a:cubicBezTo>
                  <a:lnTo>
                    <a:pt x="250486" y="96398"/>
                  </a:lnTo>
                  <a:lnTo>
                    <a:pt x="191059" y="274511"/>
                  </a:lnTo>
                  <a:cubicBezTo>
                    <a:pt x="190420" y="277065"/>
                    <a:pt x="187864" y="278980"/>
                    <a:pt x="185308" y="278980"/>
                  </a:cubicBezTo>
                  <a:cubicBezTo>
                    <a:pt x="184669" y="278980"/>
                    <a:pt x="184031" y="278980"/>
                    <a:pt x="183392" y="278341"/>
                  </a:cubicBezTo>
                  <a:lnTo>
                    <a:pt x="114380" y="255359"/>
                  </a:lnTo>
                  <a:cubicBezTo>
                    <a:pt x="111185" y="254082"/>
                    <a:pt x="109268" y="250890"/>
                    <a:pt x="110546" y="247060"/>
                  </a:cubicBezTo>
                  <a:cubicBezTo>
                    <a:pt x="111824" y="243868"/>
                    <a:pt x="115019" y="241953"/>
                    <a:pt x="118853" y="243230"/>
                  </a:cubicBezTo>
                  <a:lnTo>
                    <a:pt x="182113" y="264297"/>
                  </a:lnTo>
                  <a:lnTo>
                    <a:pt x="241540" y="86184"/>
                  </a:lnTo>
                  <a:cubicBezTo>
                    <a:pt x="242818" y="82992"/>
                    <a:pt x="246013" y="81076"/>
                    <a:pt x="249846" y="82353"/>
                  </a:cubicBezTo>
                  <a:lnTo>
                    <a:pt x="272851" y="90014"/>
                  </a:lnTo>
                  <a:cubicBezTo>
                    <a:pt x="274767" y="91929"/>
                    <a:pt x="276685" y="95121"/>
                    <a:pt x="275406" y="98313"/>
                  </a:cubicBezTo>
                  <a:moveTo>
                    <a:pt x="238345" y="284087"/>
                  </a:moveTo>
                  <a:cubicBezTo>
                    <a:pt x="228121" y="284087"/>
                    <a:pt x="219814" y="275788"/>
                    <a:pt x="219814" y="265574"/>
                  </a:cubicBezTo>
                  <a:cubicBezTo>
                    <a:pt x="219814" y="255359"/>
                    <a:pt x="228121" y="247060"/>
                    <a:pt x="238345" y="247060"/>
                  </a:cubicBezTo>
                  <a:cubicBezTo>
                    <a:pt x="248569" y="247060"/>
                    <a:pt x="256876" y="255359"/>
                    <a:pt x="256876" y="265574"/>
                  </a:cubicBezTo>
                  <a:cubicBezTo>
                    <a:pt x="256876" y="275788"/>
                    <a:pt x="248569" y="284087"/>
                    <a:pt x="238345" y="284087"/>
                  </a:cubicBezTo>
                  <a:moveTo>
                    <a:pt x="86903" y="201734"/>
                  </a:moveTo>
                  <a:lnTo>
                    <a:pt x="102239" y="155769"/>
                  </a:lnTo>
                  <a:cubicBezTo>
                    <a:pt x="103517" y="152577"/>
                    <a:pt x="106712" y="150662"/>
                    <a:pt x="110546" y="151939"/>
                  </a:cubicBezTo>
                  <a:lnTo>
                    <a:pt x="179557" y="174921"/>
                  </a:lnTo>
                  <a:cubicBezTo>
                    <a:pt x="182752" y="176198"/>
                    <a:pt x="184669" y="179390"/>
                    <a:pt x="183392" y="183220"/>
                  </a:cubicBezTo>
                  <a:lnTo>
                    <a:pt x="168056" y="229185"/>
                  </a:lnTo>
                  <a:cubicBezTo>
                    <a:pt x="167417" y="231738"/>
                    <a:pt x="164861" y="233654"/>
                    <a:pt x="162305" y="233654"/>
                  </a:cubicBezTo>
                  <a:cubicBezTo>
                    <a:pt x="161666" y="233654"/>
                    <a:pt x="161027" y="233654"/>
                    <a:pt x="160387" y="233015"/>
                  </a:cubicBezTo>
                  <a:lnTo>
                    <a:pt x="91376" y="210033"/>
                  </a:lnTo>
                  <a:cubicBezTo>
                    <a:pt x="87543" y="208756"/>
                    <a:pt x="85625" y="205564"/>
                    <a:pt x="86903" y="201734"/>
                  </a:cubicBezTo>
                  <a:moveTo>
                    <a:pt x="109907" y="125126"/>
                  </a:moveTo>
                  <a:lnTo>
                    <a:pt x="125243" y="79161"/>
                  </a:lnTo>
                  <a:cubicBezTo>
                    <a:pt x="126521" y="75969"/>
                    <a:pt x="129716" y="74054"/>
                    <a:pt x="133550" y="75331"/>
                  </a:cubicBezTo>
                  <a:lnTo>
                    <a:pt x="202561" y="98313"/>
                  </a:lnTo>
                  <a:cubicBezTo>
                    <a:pt x="205756" y="99590"/>
                    <a:pt x="207673" y="102782"/>
                    <a:pt x="206395" y="106612"/>
                  </a:cubicBezTo>
                  <a:lnTo>
                    <a:pt x="191059" y="152577"/>
                  </a:lnTo>
                  <a:cubicBezTo>
                    <a:pt x="190420" y="155131"/>
                    <a:pt x="187864" y="157046"/>
                    <a:pt x="185308" y="157046"/>
                  </a:cubicBezTo>
                  <a:cubicBezTo>
                    <a:pt x="184669" y="157046"/>
                    <a:pt x="184031" y="157046"/>
                    <a:pt x="183392" y="156408"/>
                  </a:cubicBezTo>
                  <a:lnTo>
                    <a:pt x="114380" y="133425"/>
                  </a:lnTo>
                  <a:cubicBezTo>
                    <a:pt x="110546" y="132148"/>
                    <a:pt x="108629" y="128318"/>
                    <a:pt x="109907" y="125126"/>
                  </a:cubicBezTo>
                  <a:moveTo>
                    <a:pt x="180836" y="0"/>
                  </a:moveTo>
                  <a:cubicBezTo>
                    <a:pt x="80513" y="0"/>
                    <a:pt x="0" y="81076"/>
                    <a:pt x="0" y="180667"/>
                  </a:cubicBezTo>
                  <a:cubicBezTo>
                    <a:pt x="0" y="280895"/>
                    <a:pt x="81153" y="361333"/>
                    <a:pt x="180836" y="361333"/>
                  </a:cubicBezTo>
                  <a:cubicBezTo>
                    <a:pt x="280518" y="361333"/>
                    <a:pt x="361670" y="280257"/>
                    <a:pt x="361670" y="180667"/>
                  </a:cubicBezTo>
                  <a:cubicBezTo>
                    <a:pt x="362310" y="81076"/>
                    <a:pt x="281157" y="0"/>
                    <a:pt x="180836" y="0"/>
                  </a:cubicBezTo>
                </a:path>
              </a:pathLst>
            </a:custGeom>
            <a:solidFill>
              <a:srgbClr val="009A44"/>
            </a:solidFill>
            <a:ln w="6390" cap="flat">
              <a:noFill/>
              <a:prstDash val="solid"/>
              <a:miter/>
            </a:ln>
          </p:spPr>
          <p:txBody>
            <a:bodyPr rtlCol="0" anchor="ctr"/>
            <a:lstStyle/>
            <a:p>
              <a:endParaRPr lang="en-US"/>
            </a:p>
          </p:txBody>
        </p:sp>
      </p:grpSp>
      <p:grpSp>
        <p:nvGrpSpPr>
          <p:cNvPr id="893" name="Graphic 4">
            <a:extLst>
              <a:ext uri="{FF2B5EF4-FFF2-40B4-BE49-F238E27FC236}">
                <a16:creationId xmlns:a16="http://schemas.microsoft.com/office/drawing/2014/main" id="{1CF7AC87-356A-6248-951F-C4FFC47054DF}"/>
              </a:ext>
            </a:extLst>
          </p:cNvPr>
          <p:cNvGrpSpPr/>
          <p:nvPr/>
        </p:nvGrpSpPr>
        <p:grpSpPr>
          <a:xfrm>
            <a:off x="7192513" y="3339623"/>
            <a:ext cx="361674" cy="361333"/>
            <a:chOff x="7192513" y="3339623"/>
            <a:chExt cx="361674" cy="361333"/>
          </a:xfrm>
          <a:solidFill>
            <a:srgbClr val="009A44"/>
          </a:solidFill>
        </p:grpSpPr>
        <p:sp>
          <p:nvSpPr>
            <p:cNvPr id="894" name="Graphic 4">
              <a:extLst>
                <a:ext uri="{FF2B5EF4-FFF2-40B4-BE49-F238E27FC236}">
                  <a16:creationId xmlns:a16="http://schemas.microsoft.com/office/drawing/2014/main" id="{4F4512B5-BDAA-874D-A409-06F43BC55079}"/>
                </a:ext>
              </a:extLst>
            </p:cNvPr>
            <p:cNvSpPr/>
            <p:nvPr/>
          </p:nvSpPr>
          <p:spPr>
            <a:xfrm>
              <a:off x="7192513" y="3339623"/>
              <a:ext cx="361674" cy="361333"/>
            </a:xfrm>
            <a:custGeom>
              <a:avLst/>
              <a:gdLst>
                <a:gd name="connsiteX0" fmla="*/ 207034 w 361674"/>
                <a:gd name="connsiteY0" fmla="*/ 201734 h 361333"/>
                <a:gd name="connsiteX1" fmla="*/ 207034 w 361674"/>
                <a:gd name="connsiteY1" fmla="*/ 201734 h 361333"/>
                <a:gd name="connsiteX2" fmla="*/ 210229 w 361674"/>
                <a:gd name="connsiteY2" fmla="*/ 208118 h 361333"/>
                <a:gd name="connsiteX3" fmla="*/ 232594 w 361674"/>
                <a:gd name="connsiteY3" fmla="*/ 257913 h 361333"/>
                <a:gd name="connsiteX4" fmla="*/ 232594 w 361674"/>
                <a:gd name="connsiteY4" fmla="*/ 282172 h 361333"/>
                <a:gd name="connsiteX5" fmla="*/ 233872 w 361674"/>
                <a:gd name="connsiteY5" fmla="*/ 282172 h 361333"/>
                <a:gd name="connsiteX6" fmla="*/ 240261 w 361674"/>
                <a:gd name="connsiteY6" fmla="*/ 288556 h 361333"/>
                <a:gd name="connsiteX7" fmla="*/ 233872 w 361674"/>
                <a:gd name="connsiteY7" fmla="*/ 294940 h 361333"/>
                <a:gd name="connsiteX8" fmla="*/ 127160 w 361674"/>
                <a:gd name="connsiteY8" fmla="*/ 294940 h 361333"/>
                <a:gd name="connsiteX9" fmla="*/ 120770 w 361674"/>
                <a:gd name="connsiteY9" fmla="*/ 288556 h 361333"/>
                <a:gd name="connsiteX10" fmla="*/ 127160 w 361674"/>
                <a:gd name="connsiteY10" fmla="*/ 282172 h 361333"/>
                <a:gd name="connsiteX11" fmla="*/ 128438 w 361674"/>
                <a:gd name="connsiteY11" fmla="*/ 282172 h 361333"/>
                <a:gd name="connsiteX12" fmla="*/ 128438 w 361674"/>
                <a:gd name="connsiteY12" fmla="*/ 257913 h 361333"/>
                <a:gd name="connsiteX13" fmla="*/ 150164 w 361674"/>
                <a:gd name="connsiteY13" fmla="*/ 208756 h 361333"/>
                <a:gd name="connsiteX14" fmla="*/ 156553 w 361674"/>
                <a:gd name="connsiteY14" fmla="*/ 196627 h 361333"/>
                <a:gd name="connsiteX15" fmla="*/ 157192 w 361674"/>
                <a:gd name="connsiteY15" fmla="*/ 194711 h 361333"/>
                <a:gd name="connsiteX16" fmla="*/ 158471 w 361674"/>
                <a:gd name="connsiteY16" fmla="*/ 190243 h 361333"/>
                <a:gd name="connsiteX17" fmla="*/ 159110 w 361674"/>
                <a:gd name="connsiteY17" fmla="*/ 188327 h 361333"/>
                <a:gd name="connsiteX18" fmla="*/ 159748 w 361674"/>
                <a:gd name="connsiteY18" fmla="*/ 181944 h 361333"/>
                <a:gd name="connsiteX19" fmla="*/ 159110 w 361674"/>
                <a:gd name="connsiteY19" fmla="*/ 175560 h 361333"/>
                <a:gd name="connsiteX20" fmla="*/ 158471 w 361674"/>
                <a:gd name="connsiteY20" fmla="*/ 173644 h 361333"/>
                <a:gd name="connsiteX21" fmla="*/ 157832 w 361674"/>
                <a:gd name="connsiteY21" fmla="*/ 169814 h 361333"/>
                <a:gd name="connsiteX22" fmla="*/ 157192 w 361674"/>
                <a:gd name="connsiteY22" fmla="*/ 167260 h 361333"/>
                <a:gd name="connsiteX23" fmla="*/ 155915 w 361674"/>
                <a:gd name="connsiteY23" fmla="*/ 164068 h 361333"/>
                <a:gd name="connsiteX24" fmla="*/ 155276 w 361674"/>
                <a:gd name="connsiteY24" fmla="*/ 162153 h 361333"/>
                <a:gd name="connsiteX25" fmla="*/ 155276 w 361674"/>
                <a:gd name="connsiteY25" fmla="*/ 162153 h 361333"/>
                <a:gd name="connsiteX26" fmla="*/ 152081 w 361674"/>
                <a:gd name="connsiteY26" fmla="*/ 156408 h 361333"/>
                <a:gd name="connsiteX27" fmla="*/ 129716 w 361674"/>
                <a:gd name="connsiteY27" fmla="*/ 106613 h 361333"/>
                <a:gd name="connsiteX28" fmla="*/ 129716 w 361674"/>
                <a:gd name="connsiteY28" fmla="*/ 82354 h 361333"/>
                <a:gd name="connsiteX29" fmla="*/ 128438 w 361674"/>
                <a:gd name="connsiteY29" fmla="*/ 82354 h 361333"/>
                <a:gd name="connsiteX30" fmla="*/ 122048 w 361674"/>
                <a:gd name="connsiteY30" fmla="*/ 75970 h 361333"/>
                <a:gd name="connsiteX31" fmla="*/ 128438 w 361674"/>
                <a:gd name="connsiteY31" fmla="*/ 69586 h 361333"/>
                <a:gd name="connsiteX32" fmla="*/ 235150 w 361674"/>
                <a:gd name="connsiteY32" fmla="*/ 69586 h 361333"/>
                <a:gd name="connsiteX33" fmla="*/ 241540 w 361674"/>
                <a:gd name="connsiteY33" fmla="*/ 75970 h 361333"/>
                <a:gd name="connsiteX34" fmla="*/ 235150 w 361674"/>
                <a:gd name="connsiteY34" fmla="*/ 82354 h 361333"/>
                <a:gd name="connsiteX35" fmla="*/ 233872 w 361674"/>
                <a:gd name="connsiteY35" fmla="*/ 82354 h 361333"/>
                <a:gd name="connsiteX36" fmla="*/ 233872 w 361674"/>
                <a:gd name="connsiteY36" fmla="*/ 106613 h 361333"/>
                <a:gd name="connsiteX37" fmla="*/ 212146 w 361674"/>
                <a:gd name="connsiteY37" fmla="*/ 155769 h 361333"/>
                <a:gd name="connsiteX38" fmla="*/ 208312 w 361674"/>
                <a:gd name="connsiteY38" fmla="*/ 162153 h 361333"/>
                <a:gd name="connsiteX39" fmla="*/ 208312 w 361674"/>
                <a:gd name="connsiteY39" fmla="*/ 162153 h 361333"/>
                <a:gd name="connsiteX40" fmla="*/ 205117 w 361674"/>
                <a:gd name="connsiteY40" fmla="*/ 171729 h 361333"/>
                <a:gd name="connsiteX41" fmla="*/ 204478 w 361674"/>
                <a:gd name="connsiteY41" fmla="*/ 173644 h 361333"/>
                <a:gd name="connsiteX42" fmla="*/ 203839 w 361674"/>
                <a:gd name="connsiteY42" fmla="*/ 176198 h 361333"/>
                <a:gd name="connsiteX43" fmla="*/ 203200 w 361674"/>
                <a:gd name="connsiteY43" fmla="*/ 181944 h 361333"/>
                <a:gd name="connsiteX44" fmla="*/ 203839 w 361674"/>
                <a:gd name="connsiteY44" fmla="*/ 187689 h 361333"/>
                <a:gd name="connsiteX45" fmla="*/ 204478 w 361674"/>
                <a:gd name="connsiteY45" fmla="*/ 190881 h 361333"/>
                <a:gd name="connsiteX46" fmla="*/ 205117 w 361674"/>
                <a:gd name="connsiteY46" fmla="*/ 192796 h 361333"/>
                <a:gd name="connsiteX47" fmla="*/ 207034 w 361674"/>
                <a:gd name="connsiteY47" fmla="*/ 201734 h 361333"/>
                <a:gd name="connsiteX48" fmla="*/ 180836 w 361674"/>
                <a:gd name="connsiteY48" fmla="*/ 0 h 361333"/>
                <a:gd name="connsiteX49" fmla="*/ 0 w 361674"/>
                <a:gd name="connsiteY49" fmla="*/ 180667 h 361333"/>
                <a:gd name="connsiteX50" fmla="*/ 180836 w 361674"/>
                <a:gd name="connsiteY50" fmla="*/ 361333 h 361333"/>
                <a:gd name="connsiteX51" fmla="*/ 361670 w 361674"/>
                <a:gd name="connsiteY51" fmla="*/ 180667 h 361333"/>
                <a:gd name="connsiteX52" fmla="*/ 180836 w 361674"/>
                <a:gd name="connsiteY52"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1674" h="361333">
                  <a:moveTo>
                    <a:pt x="207034" y="201734"/>
                  </a:moveTo>
                  <a:cubicBezTo>
                    <a:pt x="207034" y="201734"/>
                    <a:pt x="207034" y="201734"/>
                    <a:pt x="207034" y="201734"/>
                  </a:cubicBezTo>
                  <a:cubicBezTo>
                    <a:pt x="208312" y="203649"/>
                    <a:pt x="208951" y="206203"/>
                    <a:pt x="210229" y="208118"/>
                  </a:cubicBezTo>
                  <a:cubicBezTo>
                    <a:pt x="218536" y="223439"/>
                    <a:pt x="232594" y="250252"/>
                    <a:pt x="232594" y="257913"/>
                  </a:cubicBezTo>
                  <a:lnTo>
                    <a:pt x="232594" y="282172"/>
                  </a:lnTo>
                  <a:lnTo>
                    <a:pt x="233872" y="282172"/>
                  </a:lnTo>
                  <a:cubicBezTo>
                    <a:pt x="237706" y="282172"/>
                    <a:pt x="240261" y="284725"/>
                    <a:pt x="240261" y="288556"/>
                  </a:cubicBezTo>
                  <a:cubicBezTo>
                    <a:pt x="240261" y="292386"/>
                    <a:pt x="237706" y="294940"/>
                    <a:pt x="233872" y="294940"/>
                  </a:cubicBezTo>
                  <a:lnTo>
                    <a:pt x="127160" y="294940"/>
                  </a:lnTo>
                  <a:cubicBezTo>
                    <a:pt x="123326" y="294940"/>
                    <a:pt x="120770" y="292386"/>
                    <a:pt x="120770" y="288556"/>
                  </a:cubicBezTo>
                  <a:cubicBezTo>
                    <a:pt x="120770" y="284725"/>
                    <a:pt x="123326" y="282172"/>
                    <a:pt x="127160" y="282172"/>
                  </a:cubicBezTo>
                  <a:lnTo>
                    <a:pt x="128438" y="282172"/>
                  </a:lnTo>
                  <a:lnTo>
                    <a:pt x="128438" y="257913"/>
                  </a:lnTo>
                  <a:cubicBezTo>
                    <a:pt x="128438" y="250252"/>
                    <a:pt x="142496" y="224078"/>
                    <a:pt x="150164" y="208756"/>
                  </a:cubicBezTo>
                  <a:cubicBezTo>
                    <a:pt x="152720" y="204926"/>
                    <a:pt x="154637" y="200457"/>
                    <a:pt x="156553" y="196627"/>
                  </a:cubicBezTo>
                  <a:cubicBezTo>
                    <a:pt x="156553" y="195988"/>
                    <a:pt x="157192" y="195350"/>
                    <a:pt x="157192" y="194711"/>
                  </a:cubicBezTo>
                  <a:cubicBezTo>
                    <a:pt x="157832" y="193435"/>
                    <a:pt x="157832" y="192158"/>
                    <a:pt x="158471" y="190243"/>
                  </a:cubicBezTo>
                  <a:cubicBezTo>
                    <a:pt x="158471" y="189604"/>
                    <a:pt x="158471" y="188966"/>
                    <a:pt x="159110" y="188327"/>
                  </a:cubicBezTo>
                  <a:cubicBezTo>
                    <a:pt x="159110" y="186412"/>
                    <a:pt x="159748" y="184497"/>
                    <a:pt x="159748" y="181944"/>
                  </a:cubicBezTo>
                  <a:cubicBezTo>
                    <a:pt x="159748" y="180028"/>
                    <a:pt x="159748" y="177475"/>
                    <a:pt x="159110" y="175560"/>
                  </a:cubicBezTo>
                  <a:cubicBezTo>
                    <a:pt x="159110" y="174921"/>
                    <a:pt x="159110" y="174283"/>
                    <a:pt x="158471" y="173644"/>
                  </a:cubicBezTo>
                  <a:cubicBezTo>
                    <a:pt x="158471" y="172368"/>
                    <a:pt x="157832" y="171091"/>
                    <a:pt x="157832" y="169814"/>
                  </a:cubicBezTo>
                  <a:cubicBezTo>
                    <a:pt x="157832" y="169176"/>
                    <a:pt x="157192" y="167899"/>
                    <a:pt x="157192" y="167260"/>
                  </a:cubicBezTo>
                  <a:cubicBezTo>
                    <a:pt x="156553" y="165984"/>
                    <a:pt x="156553" y="165345"/>
                    <a:pt x="155915" y="164068"/>
                  </a:cubicBezTo>
                  <a:cubicBezTo>
                    <a:pt x="155915" y="163430"/>
                    <a:pt x="155276" y="162792"/>
                    <a:pt x="155276" y="162153"/>
                  </a:cubicBezTo>
                  <a:cubicBezTo>
                    <a:pt x="155276" y="162153"/>
                    <a:pt x="155276" y="162153"/>
                    <a:pt x="155276" y="162153"/>
                  </a:cubicBezTo>
                  <a:cubicBezTo>
                    <a:pt x="153997" y="160238"/>
                    <a:pt x="153358" y="158323"/>
                    <a:pt x="152081" y="156408"/>
                  </a:cubicBezTo>
                  <a:cubicBezTo>
                    <a:pt x="143774" y="141086"/>
                    <a:pt x="129716" y="114273"/>
                    <a:pt x="129716" y="106613"/>
                  </a:cubicBezTo>
                  <a:lnTo>
                    <a:pt x="129716" y="82354"/>
                  </a:lnTo>
                  <a:lnTo>
                    <a:pt x="128438" y="82354"/>
                  </a:lnTo>
                  <a:cubicBezTo>
                    <a:pt x="124604" y="82354"/>
                    <a:pt x="122048" y="79800"/>
                    <a:pt x="122048" y="75970"/>
                  </a:cubicBezTo>
                  <a:cubicBezTo>
                    <a:pt x="122048" y="72139"/>
                    <a:pt x="124604" y="69586"/>
                    <a:pt x="128438" y="69586"/>
                  </a:cubicBezTo>
                  <a:lnTo>
                    <a:pt x="235150" y="69586"/>
                  </a:lnTo>
                  <a:cubicBezTo>
                    <a:pt x="238984" y="69586"/>
                    <a:pt x="241540" y="72139"/>
                    <a:pt x="241540" y="75970"/>
                  </a:cubicBezTo>
                  <a:cubicBezTo>
                    <a:pt x="241540" y="79800"/>
                    <a:pt x="238984" y="82354"/>
                    <a:pt x="235150" y="82354"/>
                  </a:cubicBezTo>
                  <a:lnTo>
                    <a:pt x="233872" y="82354"/>
                  </a:lnTo>
                  <a:lnTo>
                    <a:pt x="233872" y="106613"/>
                  </a:lnTo>
                  <a:cubicBezTo>
                    <a:pt x="233872" y="114273"/>
                    <a:pt x="219814" y="141086"/>
                    <a:pt x="212146" y="155769"/>
                  </a:cubicBezTo>
                  <a:cubicBezTo>
                    <a:pt x="210868" y="157684"/>
                    <a:pt x="209590" y="160238"/>
                    <a:pt x="208312" y="162153"/>
                  </a:cubicBezTo>
                  <a:cubicBezTo>
                    <a:pt x="208312" y="162153"/>
                    <a:pt x="208312" y="162153"/>
                    <a:pt x="208312" y="162153"/>
                  </a:cubicBezTo>
                  <a:cubicBezTo>
                    <a:pt x="207034" y="165345"/>
                    <a:pt x="205756" y="168537"/>
                    <a:pt x="205117" y="171729"/>
                  </a:cubicBezTo>
                  <a:cubicBezTo>
                    <a:pt x="205117" y="172368"/>
                    <a:pt x="204478" y="173006"/>
                    <a:pt x="204478" y="173644"/>
                  </a:cubicBezTo>
                  <a:cubicBezTo>
                    <a:pt x="204478" y="174283"/>
                    <a:pt x="203839" y="175560"/>
                    <a:pt x="203839" y="176198"/>
                  </a:cubicBezTo>
                  <a:cubicBezTo>
                    <a:pt x="203839" y="178113"/>
                    <a:pt x="203200" y="180028"/>
                    <a:pt x="203200" y="181944"/>
                  </a:cubicBezTo>
                  <a:cubicBezTo>
                    <a:pt x="203200" y="183859"/>
                    <a:pt x="203200" y="185774"/>
                    <a:pt x="203839" y="187689"/>
                  </a:cubicBezTo>
                  <a:cubicBezTo>
                    <a:pt x="203839" y="188966"/>
                    <a:pt x="203839" y="189604"/>
                    <a:pt x="204478" y="190881"/>
                  </a:cubicBezTo>
                  <a:cubicBezTo>
                    <a:pt x="204478" y="191519"/>
                    <a:pt x="204478" y="192158"/>
                    <a:pt x="205117" y="192796"/>
                  </a:cubicBezTo>
                  <a:cubicBezTo>
                    <a:pt x="204478" y="194711"/>
                    <a:pt x="205756" y="197903"/>
                    <a:pt x="207034" y="201734"/>
                  </a:cubicBezTo>
                  <a:moveTo>
                    <a:pt x="180836" y="0"/>
                  </a:moveTo>
                  <a:cubicBezTo>
                    <a:pt x="80513" y="0"/>
                    <a:pt x="0" y="81077"/>
                    <a:pt x="0" y="180667"/>
                  </a:cubicBezTo>
                  <a:cubicBezTo>
                    <a:pt x="0" y="280895"/>
                    <a:pt x="81153" y="361333"/>
                    <a:pt x="180836" y="361333"/>
                  </a:cubicBezTo>
                  <a:cubicBezTo>
                    <a:pt x="280518" y="361333"/>
                    <a:pt x="361670" y="280257"/>
                    <a:pt x="361670" y="180667"/>
                  </a:cubicBezTo>
                  <a:cubicBezTo>
                    <a:pt x="362310" y="81077"/>
                    <a:pt x="281157" y="0"/>
                    <a:pt x="180836" y="0"/>
                  </a:cubicBezTo>
                </a:path>
              </a:pathLst>
            </a:custGeom>
            <a:solidFill>
              <a:srgbClr val="009A44"/>
            </a:solidFill>
            <a:ln w="6390" cap="flat">
              <a:noFill/>
              <a:prstDash val="solid"/>
              <a:miter/>
            </a:ln>
          </p:spPr>
          <p:txBody>
            <a:bodyPr rtlCol="0" anchor="ctr"/>
            <a:lstStyle/>
            <a:p>
              <a:endParaRPr lang="en-US"/>
            </a:p>
          </p:txBody>
        </p:sp>
        <p:sp>
          <p:nvSpPr>
            <p:cNvPr id="895" name="Graphic 4">
              <a:extLst>
                <a:ext uri="{FF2B5EF4-FFF2-40B4-BE49-F238E27FC236}">
                  <a16:creationId xmlns:a16="http://schemas.microsoft.com/office/drawing/2014/main" id="{C147321C-853B-674B-8D64-8EFB90F9648D}"/>
                </a:ext>
              </a:extLst>
            </p:cNvPr>
            <p:cNvSpPr/>
            <p:nvPr/>
          </p:nvSpPr>
          <p:spPr>
            <a:xfrm>
              <a:off x="7335008" y="3420700"/>
              <a:ext cx="78595" cy="147469"/>
            </a:xfrm>
            <a:custGeom>
              <a:avLst/>
              <a:gdLst>
                <a:gd name="connsiteX0" fmla="*/ 25560 w 78595"/>
                <a:gd name="connsiteY0" fmla="*/ 78523 h 147469"/>
                <a:gd name="connsiteX1" fmla="*/ 26837 w 78595"/>
                <a:gd name="connsiteY1" fmla="*/ 81715 h 147469"/>
                <a:gd name="connsiteX2" fmla="*/ 28116 w 78595"/>
                <a:gd name="connsiteY2" fmla="*/ 85545 h 147469"/>
                <a:gd name="connsiteX3" fmla="*/ 29394 w 78595"/>
                <a:gd name="connsiteY3" fmla="*/ 90014 h 147469"/>
                <a:gd name="connsiteX4" fmla="*/ 30032 w 78595"/>
                <a:gd name="connsiteY4" fmla="*/ 92568 h 147469"/>
                <a:gd name="connsiteX5" fmla="*/ 30671 w 78595"/>
                <a:gd name="connsiteY5" fmla="*/ 100229 h 147469"/>
                <a:gd name="connsiteX6" fmla="*/ 30032 w 78595"/>
                <a:gd name="connsiteY6" fmla="*/ 107889 h 147469"/>
                <a:gd name="connsiteX7" fmla="*/ 29394 w 78595"/>
                <a:gd name="connsiteY7" fmla="*/ 110443 h 147469"/>
                <a:gd name="connsiteX8" fmla="*/ 28116 w 78595"/>
                <a:gd name="connsiteY8" fmla="*/ 115550 h 147469"/>
                <a:gd name="connsiteX9" fmla="*/ 27476 w 78595"/>
                <a:gd name="connsiteY9" fmla="*/ 118742 h 147469"/>
                <a:gd name="connsiteX10" fmla="*/ 25560 w 78595"/>
                <a:gd name="connsiteY10" fmla="*/ 123849 h 147469"/>
                <a:gd name="connsiteX11" fmla="*/ 20447 w 78595"/>
                <a:gd name="connsiteY11" fmla="*/ 134064 h 147469"/>
                <a:gd name="connsiteX12" fmla="*/ 13419 w 78595"/>
                <a:gd name="connsiteY12" fmla="*/ 147470 h 147469"/>
                <a:gd name="connsiteX13" fmla="*/ 65816 w 78595"/>
                <a:gd name="connsiteY13" fmla="*/ 147470 h 147469"/>
                <a:gd name="connsiteX14" fmla="*/ 58787 w 78595"/>
                <a:gd name="connsiteY14" fmla="*/ 133425 h 147469"/>
                <a:gd name="connsiteX15" fmla="*/ 50481 w 78595"/>
                <a:gd name="connsiteY15" fmla="*/ 114273 h 147469"/>
                <a:gd name="connsiteX16" fmla="*/ 49841 w 78595"/>
                <a:gd name="connsiteY16" fmla="*/ 111720 h 147469"/>
                <a:gd name="connsiteX17" fmla="*/ 49202 w 78595"/>
                <a:gd name="connsiteY17" fmla="*/ 107889 h 147469"/>
                <a:gd name="connsiteX18" fmla="*/ 48563 w 78595"/>
                <a:gd name="connsiteY18" fmla="*/ 100229 h 147469"/>
                <a:gd name="connsiteX19" fmla="*/ 49202 w 78595"/>
                <a:gd name="connsiteY19" fmla="*/ 92568 h 147469"/>
                <a:gd name="connsiteX20" fmla="*/ 49841 w 78595"/>
                <a:gd name="connsiteY20" fmla="*/ 89376 h 147469"/>
                <a:gd name="connsiteX21" fmla="*/ 50481 w 78595"/>
                <a:gd name="connsiteY21" fmla="*/ 86184 h 147469"/>
                <a:gd name="connsiteX22" fmla="*/ 58787 w 78595"/>
                <a:gd name="connsiteY22" fmla="*/ 66393 h 147469"/>
                <a:gd name="connsiteX23" fmla="*/ 78596 w 78595"/>
                <a:gd name="connsiteY23" fmla="*/ 23621 h 147469"/>
                <a:gd name="connsiteX24" fmla="*/ 78596 w 78595"/>
                <a:gd name="connsiteY24" fmla="*/ 0 h 147469"/>
                <a:gd name="connsiteX25" fmla="*/ 0 w 78595"/>
                <a:gd name="connsiteY25" fmla="*/ 0 h 147469"/>
                <a:gd name="connsiteX26" fmla="*/ 0 w 78595"/>
                <a:gd name="connsiteY26" fmla="*/ 24259 h 147469"/>
                <a:gd name="connsiteX27" fmla="*/ 20447 w 78595"/>
                <a:gd name="connsiteY27" fmla="*/ 67670 h 147469"/>
                <a:gd name="connsiteX28" fmla="*/ 25560 w 78595"/>
                <a:gd name="connsiteY28" fmla="*/ 78523 h 147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8595" h="147469">
                  <a:moveTo>
                    <a:pt x="25560" y="78523"/>
                  </a:moveTo>
                  <a:cubicBezTo>
                    <a:pt x="26199" y="79800"/>
                    <a:pt x="26199" y="80438"/>
                    <a:pt x="26837" y="81715"/>
                  </a:cubicBezTo>
                  <a:cubicBezTo>
                    <a:pt x="27476" y="82992"/>
                    <a:pt x="27476" y="84269"/>
                    <a:pt x="28116" y="85545"/>
                  </a:cubicBezTo>
                  <a:cubicBezTo>
                    <a:pt x="28755" y="86822"/>
                    <a:pt x="28755" y="88737"/>
                    <a:pt x="29394" y="90014"/>
                  </a:cubicBezTo>
                  <a:cubicBezTo>
                    <a:pt x="29394" y="90653"/>
                    <a:pt x="30032" y="91929"/>
                    <a:pt x="30032" y="92568"/>
                  </a:cubicBezTo>
                  <a:cubicBezTo>
                    <a:pt x="30671" y="95121"/>
                    <a:pt x="30671" y="97675"/>
                    <a:pt x="30671" y="100229"/>
                  </a:cubicBezTo>
                  <a:cubicBezTo>
                    <a:pt x="30671" y="102782"/>
                    <a:pt x="30671" y="105336"/>
                    <a:pt x="30032" y="107889"/>
                  </a:cubicBezTo>
                  <a:cubicBezTo>
                    <a:pt x="30032" y="108528"/>
                    <a:pt x="30032" y="109805"/>
                    <a:pt x="29394" y="110443"/>
                  </a:cubicBezTo>
                  <a:cubicBezTo>
                    <a:pt x="29394" y="112358"/>
                    <a:pt x="28755" y="113635"/>
                    <a:pt x="28116" y="115550"/>
                  </a:cubicBezTo>
                  <a:cubicBezTo>
                    <a:pt x="28116" y="116827"/>
                    <a:pt x="27476" y="117465"/>
                    <a:pt x="27476" y="118742"/>
                  </a:cubicBezTo>
                  <a:cubicBezTo>
                    <a:pt x="26837" y="120657"/>
                    <a:pt x="26199" y="121934"/>
                    <a:pt x="25560" y="123849"/>
                  </a:cubicBezTo>
                  <a:cubicBezTo>
                    <a:pt x="24281" y="127041"/>
                    <a:pt x="22365" y="130872"/>
                    <a:pt x="20447" y="134064"/>
                  </a:cubicBezTo>
                  <a:cubicBezTo>
                    <a:pt x="17891" y="138533"/>
                    <a:pt x="15975" y="143001"/>
                    <a:pt x="13419" y="147470"/>
                  </a:cubicBezTo>
                  <a:lnTo>
                    <a:pt x="65816" y="147470"/>
                  </a:lnTo>
                  <a:cubicBezTo>
                    <a:pt x="63261" y="143001"/>
                    <a:pt x="60704" y="137894"/>
                    <a:pt x="58787" y="133425"/>
                  </a:cubicBezTo>
                  <a:cubicBezTo>
                    <a:pt x="54953" y="127680"/>
                    <a:pt x="52397" y="121296"/>
                    <a:pt x="50481" y="114273"/>
                  </a:cubicBezTo>
                  <a:cubicBezTo>
                    <a:pt x="50481" y="113635"/>
                    <a:pt x="49841" y="112358"/>
                    <a:pt x="49841" y="111720"/>
                  </a:cubicBezTo>
                  <a:cubicBezTo>
                    <a:pt x="49841" y="110443"/>
                    <a:pt x="49202" y="109166"/>
                    <a:pt x="49202" y="107889"/>
                  </a:cubicBezTo>
                  <a:cubicBezTo>
                    <a:pt x="48563" y="105336"/>
                    <a:pt x="48563" y="102782"/>
                    <a:pt x="48563" y="100229"/>
                  </a:cubicBezTo>
                  <a:cubicBezTo>
                    <a:pt x="48563" y="97675"/>
                    <a:pt x="48563" y="95121"/>
                    <a:pt x="49202" y="92568"/>
                  </a:cubicBezTo>
                  <a:cubicBezTo>
                    <a:pt x="49202" y="91291"/>
                    <a:pt x="49841" y="90014"/>
                    <a:pt x="49841" y="89376"/>
                  </a:cubicBezTo>
                  <a:cubicBezTo>
                    <a:pt x="49841" y="88737"/>
                    <a:pt x="50481" y="87461"/>
                    <a:pt x="50481" y="86184"/>
                  </a:cubicBezTo>
                  <a:cubicBezTo>
                    <a:pt x="52397" y="79161"/>
                    <a:pt x="54953" y="72777"/>
                    <a:pt x="58787" y="66393"/>
                  </a:cubicBezTo>
                  <a:cubicBezTo>
                    <a:pt x="67733" y="49795"/>
                    <a:pt x="78596" y="28089"/>
                    <a:pt x="78596" y="23621"/>
                  </a:cubicBezTo>
                  <a:lnTo>
                    <a:pt x="78596" y="0"/>
                  </a:lnTo>
                  <a:lnTo>
                    <a:pt x="0" y="0"/>
                  </a:lnTo>
                  <a:lnTo>
                    <a:pt x="0" y="24259"/>
                  </a:lnTo>
                  <a:cubicBezTo>
                    <a:pt x="639" y="28728"/>
                    <a:pt x="10863" y="49795"/>
                    <a:pt x="20447" y="67670"/>
                  </a:cubicBezTo>
                  <a:cubicBezTo>
                    <a:pt x="21726" y="70224"/>
                    <a:pt x="23642" y="74054"/>
                    <a:pt x="25560" y="78523"/>
                  </a:cubicBezTo>
                </a:path>
              </a:pathLst>
            </a:custGeom>
            <a:solidFill>
              <a:srgbClr val="009A44"/>
            </a:solidFill>
            <a:ln w="6390" cap="flat">
              <a:noFill/>
              <a:prstDash val="solid"/>
              <a:miter/>
            </a:ln>
          </p:spPr>
          <p:txBody>
            <a:bodyPr rtlCol="0" anchor="ctr"/>
            <a:lstStyle/>
            <a:p>
              <a:endParaRPr lang="en-US"/>
            </a:p>
          </p:txBody>
        </p:sp>
        <p:sp>
          <p:nvSpPr>
            <p:cNvPr id="896" name="Graphic 4">
              <a:extLst>
                <a:ext uri="{FF2B5EF4-FFF2-40B4-BE49-F238E27FC236}">
                  <a16:creationId xmlns:a16="http://schemas.microsoft.com/office/drawing/2014/main" id="{EEC77238-F343-ED4E-BF0A-EB54A69E2AEF}"/>
                </a:ext>
              </a:extLst>
            </p:cNvPr>
            <p:cNvSpPr/>
            <p:nvPr/>
          </p:nvSpPr>
          <p:spPr>
            <a:xfrm>
              <a:off x="7334370" y="3579661"/>
              <a:ext cx="78595" cy="40857"/>
            </a:xfrm>
            <a:custGeom>
              <a:avLst/>
              <a:gdLst>
                <a:gd name="connsiteX0" fmla="*/ 69650 w 78595"/>
                <a:gd name="connsiteY0" fmla="*/ 639 h 40857"/>
                <a:gd name="connsiteX1" fmla="*/ 8945 w 78595"/>
                <a:gd name="connsiteY1" fmla="*/ 639 h 40857"/>
                <a:gd name="connsiteX2" fmla="*/ 7029 w 78595"/>
                <a:gd name="connsiteY2" fmla="*/ 0 h 40857"/>
                <a:gd name="connsiteX3" fmla="*/ 0 w 78595"/>
                <a:gd name="connsiteY3" fmla="*/ 17237 h 40857"/>
                <a:gd name="connsiteX4" fmla="*/ 0 w 78595"/>
                <a:gd name="connsiteY4" fmla="*/ 40858 h 40857"/>
                <a:gd name="connsiteX5" fmla="*/ 78596 w 78595"/>
                <a:gd name="connsiteY5" fmla="*/ 40858 h 40857"/>
                <a:gd name="connsiteX6" fmla="*/ 78596 w 78595"/>
                <a:gd name="connsiteY6" fmla="*/ 16599 h 40857"/>
                <a:gd name="connsiteX7" fmla="*/ 71567 w 78595"/>
                <a:gd name="connsiteY7" fmla="*/ 0 h 40857"/>
                <a:gd name="connsiteX8" fmla="*/ 69650 w 78595"/>
                <a:gd name="connsiteY8" fmla="*/ 639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595" h="40857">
                  <a:moveTo>
                    <a:pt x="69650" y="639"/>
                  </a:moveTo>
                  <a:lnTo>
                    <a:pt x="8945" y="639"/>
                  </a:lnTo>
                  <a:cubicBezTo>
                    <a:pt x="8306" y="639"/>
                    <a:pt x="7668" y="639"/>
                    <a:pt x="7029" y="0"/>
                  </a:cubicBezTo>
                  <a:cubicBezTo>
                    <a:pt x="3195" y="8299"/>
                    <a:pt x="0" y="14683"/>
                    <a:pt x="0" y="17237"/>
                  </a:cubicBezTo>
                  <a:lnTo>
                    <a:pt x="0" y="40858"/>
                  </a:lnTo>
                  <a:lnTo>
                    <a:pt x="78596" y="40858"/>
                  </a:lnTo>
                  <a:lnTo>
                    <a:pt x="78596" y="16599"/>
                  </a:lnTo>
                  <a:cubicBezTo>
                    <a:pt x="78596" y="14683"/>
                    <a:pt x="75401" y="7661"/>
                    <a:pt x="71567" y="0"/>
                  </a:cubicBezTo>
                  <a:cubicBezTo>
                    <a:pt x="70928" y="639"/>
                    <a:pt x="70289" y="639"/>
                    <a:pt x="69650" y="639"/>
                  </a:cubicBezTo>
                </a:path>
              </a:pathLst>
            </a:custGeom>
            <a:solidFill>
              <a:srgbClr val="009A44"/>
            </a:solidFill>
            <a:ln w="6390" cap="flat">
              <a:noFill/>
              <a:prstDash val="solid"/>
              <a:miter/>
            </a:ln>
          </p:spPr>
          <p:txBody>
            <a:bodyPr rtlCol="0" anchor="ctr"/>
            <a:lstStyle/>
            <a:p>
              <a:endParaRPr lang="en-US"/>
            </a:p>
          </p:txBody>
        </p:sp>
      </p:grpSp>
      <p:grpSp>
        <p:nvGrpSpPr>
          <p:cNvPr id="897" name="Graphic 4">
            <a:extLst>
              <a:ext uri="{FF2B5EF4-FFF2-40B4-BE49-F238E27FC236}">
                <a16:creationId xmlns:a16="http://schemas.microsoft.com/office/drawing/2014/main" id="{8833E2A8-EF84-C04C-B0AA-B82D93BB4E35}"/>
              </a:ext>
            </a:extLst>
          </p:cNvPr>
          <p:cNvGrpSpPr/>
          <p:nvPr/>
        </p:nvGrpSpPr>
        <p:grpSpPr>
          <a:xfrm>
            <a:off x="6753524" y="4308712"/>
            <a:ext cx="361674" cy="361333"/>
            <a:chOff x="6753524" y="4308712"/>
            <a:chExt cx="361674" cy="361333"/>
          </a:xfrm>
          <a:solidFill>
            <a:srgbClr val="009A44"/>
          </a:solidFill>
        </p:grpSpPr>
        <p:sp>
          <p:nvSpPr>
            <p:cNvPr id="898" name="Graphic 4">
              <a:extLst>
                <a:ext uri="{FF2B5EF4-FFF2-40B4-BE49-F238E27FC236}">
                  <a16:creationId xmlns:a16="http://schemas.microsoft.com/office/drawing/2014/main" id="{2B28BC0B-0A18-8C4E-9EC2-6EF610CE9F48}"/>
                </a:ext>
              </a:extLst>
            </p:cNvPr>
            <p:cNvSpPr/>
            <p:nvPr/>
          </p:nvSpPr>
          <p:spPr>
            <a:xfrm>
              <a:off x="6753524" y="4308712"/>
              <a:ext cx="361674" cy="361333"/>
            </a:xfrm>
            <a:custGeom>
              <a:avLst/>
              <a:gdLst>
                <a:gd name="connsiteX0" fmla="*/ 180835 w 361674"/>
                <a:gd name="connsiteY0" fmla="*/ 0 h 361333"/>
                <a:gd name="connsiteX1" fmla="*/ 0 w 361674"/>
                <a:gd name="connsiteY1" fmla="*/ 180667 h 361333"/>
                <a:gd name="connsiteX2" fmla="*/ 180835 w 361674"/>
                <a:gd name="connsiteY2" fmla="*/ 361334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7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2309" y="81077"/>
                    <a:pt x="281157" y="0"/>
                    <a:pt x="180835" y="0"/>
                  </a:cubicBezTo>
                  <a:close/>
                  <a:moveTo>
                    <a:pt x="180835" y="349204"/>
                  </a:moveTo>
                  <a:cubicBezTo>
                    <a:pt x="88181" y="349204"/>
                    <a:pt x="12780" y="273873"/>
                    <a:pt x="12780" y="181305"/>
                  </a:cubicBezTo>
                  <a:cubicBezTo>
                    <a:pt x="12780" y="88738"/>
                    <a:pt x="88181" y="13407"/>
                    <a:pt x="180835" y="13407"/>
                  </a:cubicBezTo>
                  <a:cubicBezTo>
                    <a:pt x="273489" y="13407"/>
                    <a:pt x="348890" y="88738"/>
                    <a:pt x="348890" y="181305"/>
                  </a:cubicBezTo>
                  <a:cubicBezTo>
                    <a:pt x="349529" y="273234"/>
                    <a:pt x="274128" y="349204"/>
                    <a:pt x="180835" y="349204"/>
                  </a:cubicBezTo>
                  <a:close/>
                </a:path>
              </a:pathLst>
            </a:custGeom>
            <a:solidFill>
              <a:srgbClr val="009A44"/>
            </a:solidFill>
            <a:ln w="6390" cap="flat">
              <a:noFill/>
              <a:prstDash val="solid"/>
              <a:miter/>
            </a:ln>
          </p:spPr>
          <p:txBody>
            <a:bodyPr rtlCol="0" anchor="ctr"/>
            <a:lstStyle/>
            <a:p>
              <a:endParaRPr lang="en-US"/>
            </a:p>
          </p:txBody>
        </p:sp>
        <p:sp>
          <p:nvSpPr>
            <p:cNvPr id="899" name="Graphic 4">
              <a:extLst>
                <a:ext uri="{FF2B5EF4-FFF2-40B4-BE49-F238E27FC236}">
                  <a16:creationId xmlns:a16="http://schemas.microsoft.com/office/drawing/2014/main" id="{771A4725-08C3-684E-8187-D4289661C89C}"/>
                </a:ext>
              </a:extLst>
            </p:cNvPr>
            <p:cNvSpPr/>
            <p:nvPr/>
          </p:nvSpPr>
          <p:spPr>
            <a:xfrm>
              <a:off x="6814916" y="4373828"/>
              <a:ext cx="239041" cy="233015"/>
            </a:xfrm>
            <a:custGeom>
              <a:avLst/>
              <a:gdLst>
                <a:gd name="connsiteX0" fmla="*/ 210180 w 239041"/>
                <a:gd name="connsiteY0" fmla="*/ 40858 h 233015"/>
                <a:gd name="connsiteX1" fmla="*/ 170562 w 239041"/>
                <a:gd name="connsiteY1" fmla="*/ 37666 h 233015"/>
                <a:gd name="connsiteX2" fmla="*/ 118804 w 239041"/>
                <a:gd name="connsiteY2" fmla="*/ 0 h 233015"/>
                <a:gd name="connsiteX3" fmla="*/ 67045 w 239041"/>
                <a:gd name="connsiteY3" fmla="*/ 38304 h 233015"/>
                <a:gd name="connsiteX4" fmla="*/ 15287 w 239041"/>
                <a:gd name="connsiteY4" fmla="*/ 52987 h 233015"/>
                <a:gd name="connsiteX5" fmla="*/ 8258 w 239041"/>
                <a:gd name="connsiteY5" fmla="*/ 120019 h 233015"/>
                <a:gd name="connsiteX6" fmla="*/ 44681 w 239041"/>
                <a:gd name="connsiteY6" fmla="*/ 143640 h 233015"/>
                <a:gd name="connsiteX7" fmla="*/ 51071 w 239041"/>
                <a:gd name="connsiteY7" fmla="*/ 213225 h 233015"/>
                <a:gd name="connsiteX8" fmla="*/ 69602 w 239041"/>
                <a:gd name="connsiteY8" fmla="*/ 233015 h 233015"/>
                <a:gd name="connsiteX9" fmla="*/ 164812 w 239041"/>
                <a:gd name="connsiteY9" fmla="*/ 233015 h 233015"/>
                <a:gd name="connsiteX10" fmla="*/ 166089 w 239041"/>
                <a:gd name="connsiteY10" fmla="*/ 233015 h 233015"/>
                <a:gd name="connsiteX11" fmla="*/ 187177 w 239041"/>
                <a:gd name="connsiteY11" fmla="*/ 213225 h 233015"/>
                <a:gd name="connsiteX12" fmla="*/ 193567 w 239041"/>
                <a:gd name="connsiteY12" fmla="*/ 143640 h 233015"/>
                <a:gd name="connsiteX13" fmla="*/ 238935 w 239041"/>
                <a:gd name="connsiteY13" fmla="*/ 92568 h 233015"/>
                <a:gd name="connsiteX14" fmla="*/ 210180 w 239041"/>
                <a:gd name="connsiteY14" fmla="*/ 40858 h 233015"/>
                <a:gd name="connsiteX15" fmla="*/ 165451 w 239041"/>
                <a:gd name="connsiteY15" fmla="*/ 218971 h 233015"/>
                <a:gd name="connsiteX16" fmla="*/ 164812 w 239041"/>
                <a:gd name="connsiteY16" fmla="*/ 218971 h 233015"/>
                <a:gd name="connsiteX17" fmla="*/ 68963 w 239041"/>
                <a:gd name="connsiteY17" fmla="*/ 218971 h 233015"/>
                <a:gd name="connsiteX18" fmla="*/ 63212 w 239041"/>
                <a:gd name="connsiteY18" fmla="*/ 210671 h 233015"/>
                <a:gd name="connsiteX19" fmla="*/ 61933 w 239041"/>
                <a:gd name="connsiteY19" fmla="*/ 197265 h 233015"/>
                <a:gd name="connsiteX20" fmla="*/ 175674 w 239041"/>
                <a:gd name="connsiteY20" fmla="*/ 197265 h 233015"/>
                <a:gd name="connsiteX21" fmla="*/ 174397 w 239041"/>
                <a:gd name="connsiteY21" fmla="*/ 210033 h 233015"/>
                <a:gd name="connsiteX22" fmla="*/ 165451 w 239041"/>
                <a:gd name="connsiteY22" fmla="*/ 218971 h 233015"/>
                <a:gd name="connsiteX23" fmla="*/ 188454 w 239041"/>
                <a:gd name="connsiteY23" fmla="*/ 129595 h 233015"/>
                <a:gd name="connsiteX24" fmla="*/ 182064 w 239041"/>
                <a:gd name="connsiteY24" fmla="*/ 135341 h 233015"/>
                <a:gd name="connsiteX25" fmla="*/ 177592 w 239041"/>
                <a:gd name="connsiteY25" fmla="*/ 184497 h 233015"/>
                <a:gd name="connsiteX26" fmla="*/ 61933 w 239041"/>
                <a:gd name="connsiteY26" fmla="*/ 184497 h 233015"/>
                <a:gd name="connsiteX27" fmla="*/ 57461 w 239041"/>
                <a:gd name="connsiteY27" fmla="*/ 135341 h 233015"/>
                <a:gd name="connsiteX28" fmla="*/ 54904 w 239041"/>
                <a:gd name="connsiteY28" fmla="*/ 130872 h 233015"/>
                <a:gd name="connsiteX29" fmla="*/ 51071 w 239041"/>
                <a:gd name="connsiteY29" fmla="*/ 129595 h 233015"/>
                <a:gd name="connsiteX30" fmla="*/ 49153 w 239041"/>
                <a:gd name="connsiteY30" fmla="*/ 129595 h 233015"/>
                <a:gd name="connsiteX31" fmla="*/ 19121 w 239041"/>
                <a:gd name="connsiteY31" fmla="*/ 112358 h 233015"/>
                <a:gd name="connsiteX32" fmla="*/ 24872 w 239041"/>
                <a:gd name="connsiteY32" fmla="*/ 60648 h 233015"/>
                <a:gd name="connsiteX33" fmla="*/ 70240 w 239041"/>
                <a:gd name="connsiteY33" fmla="*/ 51072 h 233015"/>
                <a:gd name="connsiteX34" fmla="*/ 75353 w 239041"/>
                <a:gd name="connsiteY34" fmla="*/ 50434 h 233015"/>
                <a:gd name="connsiteX35" fmla="*/ 78548 w 239041"/>
                <a:gd name="connsiteY35" fmla="*/ 45965 h 233015"/>
                <a:gd name="connsiteX36" fmla="*/ 118804 w 239041"/>
                <a:gd name="connsiteY36" fmla="*/ 12130 h 233015"/>
                <a:gd name="connsiteX37" fmla="*/ 159700 w 239041"/>
                <a:gd name="connsiteY37" fmla="*/ 47242 h 233015"/>
                <a:gd name="connsiteX38" fmla="*/ 163533 w 239041"/>
                <a:gd name="connsiteY38" fmla="*/ 52349 h 233015"/>
                <a:gd name="connsiteX39" fmla="*/ 169923 w 239041"/>
                <a:gd name="connsiteY39" fmla="*/ 51072 h 233015"/>
                <a:gd name="connsiteX40" fmla="*/ 203790 w 239041"/>
                <a:gd name="connsiteY40" fmla="*/ 51710 h 233015"/>
                <a:gd name="connsiteX41" fmla="*/ 225516 w 239041"/>
                <a:gd name="connsiteY41" fmla="*/ 90014 h 233015"/>
                <a:gd name="connsiteX42" fmla="*/ 188454 w 239041"/>
                <a:gd name="connsiteY42" fmla="*/ 129595 h 233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39041" h="233015">
                  <a:moveTo>
                    <a:pt x="210180" y="40858"/>
                  </a:moveTo>
                  <a:cubicBezTo>
                    <a:pt x="196762" y="34474"/>
                    <a:pt x="182064" y="33197"/>
                    <a:pt x="170562" y="37666"/>
                  </a:cubicBezTo>
                  <a:cubicBezTo>
                    <a:pt x="165451" y="21067"/>
                    <a:pt x="150753" y="0"/>
                    <a:pt x="118804" y="0"/>
                  </a:cubicBezTo>
                  <a:cubicBezTo>
                    <a:pt x="85576" y="0"/>
                    <a:pt x="71518" y="21706"/>
                    <a:pt x="67045" y="38304"/>
                  </a:cubicBezTo>
                  <a:cubicBezTo>
                    <a:pt x="55543" y="36389"/>
                    <a:pt x="31262" y="34474"/>
                    <a:pt x="15287" y="52987"/>
                  </a:cubicBezTo>
                  <a:cubicBezTo>
                    <a:pt x="-5800" y="76608"/>
                    <a:pt x="-1966" y="104059"/>
                    <a:pt x="8258" y="120019"/>
                  </a:cubicBezTo>
                  <a:cubicBezTo>
                    <a:pt x="15926" y="132787"/>
                    <a:pt x="31901" y="142363"/>
                    <a:pt x="44681" y="143640"/>
                  </a:cubicBezTo>
                  <a:lnTo>
                    <a:pt x="51071" y="213225"/>
                  </a:lnTo>
                  <a:cubicBezTo>
                    <a:pt x="51709" y="220247"/>
                    <a:pt x="56183" y="233015"/>
                    <a:pt x="69602" y="233015"/>
                  </a:cubicBezTo>
                  <a:lnTo>
                    <a:pt x="164812" y="233015"/>
                  </a:lnTo>
                  <a:cubicBezTo>
                    <a:pt x="165451" y="233015"/>
                    <a:pt x="166089" y="233015"/>
                    <a:pt x="166089" y="233015"/>
                  </a:cubicBezTo>
                  <a:cubicBezTo>
                    <a:pt x="174397" y="233015"/>
                    <a:pt x="185259" y="227908"/>
                    <a:pt x="187177" y="213225"/>
                  </a:cubicBezTo>
                  <a:cubicBezTo>
                    <a:pt x="189093" y="199819"/>
                    <a:pt x="192288" y="158323"/>
                    <a:pt x="193567" y="143640"/>
                  </a:cubicBezTo>
                  <a:cubicBezTo>
                    <a:pt x="206985" y="142363"/>
                    <a:pt x="237018" y="134064"/>
                    <a:pt x="238935" y="92568"/>
                  </a:cubicBezTo>
                  <a:cubicBezTo>
                    <a:pt x="240213" y="68309"/>
                    <a:pt x="229989" y="49795"/>
                    <a:pt x="210180" y="40858"/>
                  </a:cubicBezTo>
                  <a:close/>
                  <a:moveTo>
                    <a:pt x="165451" y="218971"/>
                  </a:moveTo>
                  <a:cubicBezTo>
                    <a:pt x="165451" y="218971"/>
                    <a:pt x="164812" y="218971"/>
                    <a:pt x="164812" y="218971"/>
                  </a:cubicBezTo>
                  <a:lnTo>
                    <a:pt x="68963" y="218971"/>
                  </a:lnTo>
                  <a:cubicBezTo>
                    <a:pt x="64489" y="218971"/>
                    <a:pt x="63212" y="210671"/>
                    <a:pt x="63212" y="210671"/>
                  </a:cubicBezTo>
                  <a:lnTo>
                    <a:pt x="61933" y="197265"/>
                  </a:lnTo>
                  <a:lnTo>
                    <a:pt x="175674" y="197265"/>
                  </a:lnTo>
                  <a:cubicBezTo>
                    <a:pt x="175036" y="202372"/>
                    <a:pt x="174397" y="206841"/>
                    <a:pt x="174397" y="210033"/>
                  </a:cubicBezTo>
                  <a:cubicBezTo>
                    <a:pt x="173757" y="218971"/>
                    <a:pt x="168007" y="219609"/>
                    <a:pt x="165451" y="218971"/>
                  </a:cubicBezTo>
                  <a:close/>
                  <a:moveTo>
                    <a:pt x="188454" y="129595"/>
                  </a:moveTo>
                  <a:cubicBezTo>
                    <a:pt x="185259" y="129595"/>
                    <a:pt x="182064" y="132149"/>
                    <a:pt x="182064" y="135341"/>
                  </a:cubicBezTo>
                  <a:cubicBezTo>
                    <a:pt x="182064" y="135979"/>
                    <a:pt x="179508" y="162792"/>
                    <a:pt x="177592" y="184497"/>
                  </a:cubicBezTo>
                  <a:lnTo>
                    <a:pt x="61933" y="184497"/>
                  </a:lnTo>
                  <a:lnTo>
                    <a:pt x="57461" y="135341"/>
                  </a:lnTo>
                  <a:cubicBezTo>
                    <a:pt x="57461" y="133425"/>
                    <a:pt x="56183" y="131510"/>
                    <a:pt x="54904" y="130872"/>
                  </a:cubicBezTo>
                  <a:cubicBezTo>
                    <a:pt x="53627" y="130233"/>
                    <a:pt x="52348" y="129595"/>
                    <a:pt x="51071" y="129595"/>
                  </a:cubicBezTo>
                  <a:cubicBezTo>
                    <a:pt x="50432" y="129595"/>
                    <a:pt x="49793" y="129595"/>
                    <a:pt x="49153" y="129595"/>
                  </a:cubicBezTo>
                  <a:cubicBezTo>
                    <a:pt x="43403" y="131510"/>
                    <a:pt x="26789" y="123849"/>
                    <a:pt x="19121" y="112358"/>
                  </a:cubicBezTo>
                  <a:cubicBezTo>
                    <a:pt x="10814" y="99590"/>
                    <a:pt x="8258" y="79162"/>
                    <a:pt x="24872" y="60648"/>
                  </a:cubicBezTo>
                  <a:cubicBezTo>
                    <a:pt x="41486" y="42134"/>
                    <a:pt x="70240" y="51072"/>
                    <a:pt x="70240" y="51072"/>
                  </a:cubicBezTo>
                  <a:cubicBezTo>
                    <a:pt x="72158" y="51710"/>
                    <a:pt x="74074" y="51072"/>
                    <a:pt x="75353" y="50434"/>
                  </a:cubicBezTo>
                  <a:cubicBezTo>
                    <a:pt x="77269" y="49157"/>
                    <a:pt x="77908" y="47880"/>
                    <a:pt x="78548" y="45965"/>
                  </a:cubicBezTo>
                  <a:cubicBezTo>
                    <a:pt x="78548" y="44688"/>
                    <a:pt x="83020" y="12130"/>
                    <a:pt x="118804" y="12130"/>
                  </a:cubicBezTo>
                  <a:cubicBezTo>
                    <a:pt x="155227" y="12130"/>
                    <a:pt x="159700" y="45965"/>
                    <a:pt x="159700" y="47242"/>
                  </a:cubicBezTo>
                  <a:cubicBezTo>
                    <a:pt x="159700" y="49795"/>
                    <a:pt x="161617" y="51710"/>
                    <a:pt x="163533" y="52349"/>
                  </a:cubicBezTo>
                  <a:cubicBezTo>
                    <a:pt x="165451" y="52987"/>
                    <a:pt x="168007" y="52987"/>
                    <a:pt x="169923" y="51072"/>
                  </a:cubicBezTo>
                  <a:cubicBezTo>
                    <a:pt x="175674" y="45965"/>
                    <a:pt x="191010" y="45326"/>
                    <a:pt x="203790" y="51710"/>
                  </a:cubicBezTo>
                  <a:cubicBezTo>
                    <a:pt x="212097" y="56179"/>
                    <a:pt x="226794" y="66394"/>
                    <a:pt x="225516" y="90014"/>
                  </a:cubicBezTo>
                  <a:cubicBezTo>
                    <a:pt x="224238" y="130233"/>
                    <a:pt x="189732" y="129595"/>
                    <a:pt x="188454" y="129595"/>
                  </a:cubicBezTo>
                  <a:close/>
                </a:path>
              </a:pathLst>
            </a:custGeom>
            <a:solidFill>
              <a:srgbClr val="009A44"/>
            </a:solidFill>
            <a:ln w="6390" cap="flat">
              <a:noFill/>
              <a:prstDash val="solid"/>
              <a:miter/>
            </a:ln>
          </p:spPr>
          <p:txBody>
            <a:bodyPr rtlCol="0" anchor="ctr"/>
            <a:lstStyle/>
            <a:p>
              <a:endParaRPr lang="en-US"/>
            </a:p>
          </p:txBody>
        </p:sp>
      </p:grpSp>
      <p:sp>
        <p:nvSpPr>
          <p:cNvPr id="900" name="Graphic 4">
            <a:extLst>
              <a:ext uri="{FF2B5EF4-FFF2-40B4-BE49-F238E27FC236}">
                <a16:creationId xmlns:a16="http://schemas.microsoft.com/office/drawing/2014/main" id="{4AD523E8-A94B-D24A-AF86-B75C637F7AA9}"/>
              </a:ext>
            </a:extLst>
          </p:cNvPr>
          <p:cNvSpPr/>
          <p:nvPr/>
        </p:nvSpPr>
        <p:spPr>
          <a:xfrm>
            <a:off x="7193151" y="4308712"/>
            <a:ext cx="361671" cy="361337"/>
          </a:xfrm>
          <a:custGeom>
            <a:avLst/>
            <a:gdLst>
              <a:gd name="connsiteX0" fmla="*/ 123326 w 361671"/>
              <a:gd name="connsiteY0" fmla="*/ 263020 h 361337"/>
              <a:gd name="connsiteX1" fmla="*/ 124604 w 361671"/>
              <a:gd name="connsiteY1" fmla="*/ 276426 h 361337"/>
              <a:gd name="connsiteX2" fmla="*/ 130355 w 361671"/>
              <a:gd name="connsiteY2" fmla="*/ 284726 h 361337"/>
              <a:gd name="connsiteX3" fmla="*/ 226204 w 361671"/>
              <a:gd name="connsiteY3" fmla="*/ 284726 h 361337"/>
              <a:gd name="connsiteX4" fmla="*/ 226843 w 361671"/>
              <a:gd name="connsiteY4" fmla="*/ 284726 h 361337"/>
              <a:gd name="connsiteX5" fmla="*/ 235789 w 361671"/>
              <a:gd name="connsiteY5" fmla="*/ 275788 h 361337"/>
              <a:gd name="connsiteX6" fmla="*/ 237067 w 361671"/>
              <a:gd name="connsiteY6" fmla="*/ 263020 h 361337"/>
              <a:gd name="connsiteX7" fmla="*/ 123326 w 361671"/>
              <a:gd name="connsiteY7" fmla="*/ 263020 h 361337"/>
              <a:gd name="connsiteX8" fmla="*/ 286908 w 361671"/>
              <a:gd name="connsiteY8" fmla="*/ 155131 h 361337"/>
              <a:gd name="connsiteX9" fmla="*/ 265182 w 361671"/>
              <a:gd name="connsiteY9" fmla="*/ 116827 h 361337"/>
              <a:gd name="connsiteX10" fmla="*/ 231316 w 361671"/>
              <a:gd name="connsiteY10" fmla="*/ 116189 h 361337"/>
              <a:gd name="connsiteX11" fmla="*/ 224926 w 361671"/>
              <a:gd name="connsiteY11" fmla="*/ 117465 h 361337"/>
              <a:gd name="connsiteX12" fmla="*/ 221092 w 361671"/>
              <a:gd name="connsiteY12" fmla="*/ 112358 h 361337"/>
              <a:gd name="connsiteX13" fmla="*/ 180197 w 361671"/>
              <a:gd name="connsiteY13" fmla="*/ 77246 h 361337"/>
              <a:gd name="connsiteX14" fmla="*/ 139940 w 361671"/>
              <a:gd name="connsiteY14" fmla="*/ 111081 h 361337"/>
              <a:gd name="connsiteX15" fmla="*/ 137384 w 361671"/>
              <a:gd name="connsiteY15" fmla="*/ 115550 h 361337"/>
              <a:gd name="connsiteX16" fmla="*/ 131633 w 361671"/>
              <a:gd name="connsiteY16" fmla="*/ 116189 h 361337"/>
              <a:gd name="connsiteX17" fmla="*/ 86264 w 361671"/>
              <a:gd name="connsiteY17" fmla="*/ 125765 h 361337"/>
              <a:gd name="connsiteX18" fmla="*/ 80514 w 361671"/>
              <a:gd name="connsiteY18" fmla="*/ 177475 h 361337"/>
              <a:gd name="connsiteX19" fmla="*/ 110546 w 361671"/>
              <a:gd name="connsiteY19" fmla="*/ 194711 h 361337"/>
              <a:gd name="connsiteX20" fmla="*/ 112464 w 361671"/>
              <a:gd name="connsiteY20" fmla="*/ 194711 h 361337"/>
              <a:gd name="connsiteX21" fmla="*/ 116297 w 361671"/>
              <a:gd name="connsiteY21" fmla="*/ 195988 h 361337"/>
              <a:gd name="connsiteX22" fmla="*/ 118853 w 361671"/>
              <a:gd name="connsiteY22" fmla="*/ 200457 h 361337"/>
              <a:gd name="connsiteX23" fmla="*/ 123326 w 361671"/>
              <a:gd name="connsiteY23" fmla="*/ 249614 h 361337"/>
              <a:gd name="connsiteX24" fmla="*/ 238984 w 361671"/>
              <a:gd name="connsiteY24" fmla="*/ 249614 h 361337"/>
              <a:gd name="connsiteX25" fmla="*/ 243457 w 361671"/>
              <a:gd name="connsiteY25" fmla="*/ 200457 h 361337"/>
              <a:gd name="connsiteX26" fmla="*/ 249847 w 361671"/>
              <a:gd name="connsiteY26" fmla="*/ 194711 h 361337"/>
              <a:gd name="connsiteX27" fmla="*/ 286908 w 361671"/>
              <a:gd name="connsiteY27" fmla="*/ 155131 h 361337"/>
              <a:gd name="connsiteX28" fmla="*/ 299688 w 361671"/>
              <a:gd name="connsiteY28" fmla="*/ 155769 h 361337"/>
              <a:gd name="connsiteX29" fmla="*/ 254320 w 361671"/>
              <a:gd name="connsiteY29" fmla="*/ 206841 h 361337"/>
              <a:gd name="connsiteX30" fmla="*/ 247930 w 361671"/>
              <a:gd name="connsiteY30" fmla="*/ 276426 h 361337"/>
              <a:gd name="connsiteX31" fmla="*/ 226843 w 361671"/>
              <a:gd name="connsiteY31" fmla="*/ 296217 h 361337"/>
              <a:gd name="connsiteX32" fmla="*/ 225565 w 361671"/>
              <a:gd name="connsiteY32" fmla="*/ 296217 h 361337"/>
              <a:gd name="connsiteX33" fmla="*/ 129716 w 361671"/>
              <a:gd name="connsiteY33" fmla="*/ 296217 h 361337"/>
              <a:gd name="connsiteX34" fmla="*/ 111185 w 361671"/>
              <a:gd name="connsiteY34" fmla="*/ 276426 h 361337"/>
              <a:gd name="connsiteX35" fmla="*/ 104795 w 361671"/>
              <a:gd name="connsiteY35" fmla="*/ 206841 h 361337"/>
              <a:gd name="connsiteX36" fmla="*/ 68373 w 361671"/>
              <a:gd name="connsiteY36" fmla="*/ 183220 h 361337"/>
              <a:gd name="connsiteX37" fmla="*/ 75402 w 361671"/>
              <a:gd name="connsiteY37" fmla="*/ 116189 h 361337"/>
              <a:gd name="connsiteX38" fmla="*/ 127160 w 361671"/>
              <a:gd name="connsiteY38" fmla="*/ 101505 h 361337"/>
              <a:gd name="connsiteX39" fmla="*/ 178918 w 361671"/>
              <a:gd name="connsiteY39" fmla="*/ 63202 h 361337"/>
              <a:gd name="connsiteX40" fmla="*/ 230677 w 361671"/>
              <a:gd name="connsiteY40" fmla="*/ 100867 h 361337"/>
              <a:gd name="connsiteX41" fmla="*/ 270295 w 361671"/>
              <a:gd name="connsiteY41" fmla="*/ 104059 h 361337"/>
              <a:gd name="connsiteX42" fmla="*/ 299688 w 361671"/>
              <a:gd name="connsiteY42" fmla="*/ 155769 h 361337"/>
              <a:gd name="connsiteX43" fmla="*/ 361671 w 361671"/>
              <a:gd name="connsiteY43" fmla="*/ 180667 h 361337"/>
              <a:gd name="connsiteX44" fmla="*/ 180836 w 361671"/>
              <a:gd name="connsiteY44" fmla="*/ 0 h 361337"/>
              <a:gd name="connsiteX45" fmla="*/ 0 w 361671"/>
              <a:gd name="connsiteY45" fmla="*/ 180667 h 361337"/>
              <a:gd name="connsiteX46" fmla="*/ 180836 w 361671"/>
              <a:gd name="connsiteY46" fmla="*/ 361334 h 361337"/>
              <a:gd name="connsiteX47" fmla="*/ 361671 w 361671"/>
              <a:gd name="connsiteY47" fmla="*/ 180667 h 361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1671" h="361337">
                <a:moveTo>
                  <a:pt x="123326" y="263020"/>
                </a:moveTo>
                <a:lnTo>
                  <a:pt x="124604" y="276426"/>
                </a:lnTo>
                <a:cubicBezTo>
                  <a:pt x="124604" y="276426"/>
                  <a:pt x="125243" y="284726"/>
                  <a:pt x="130355" y="284726"/>
                </a:cubicBezTo>
                <a:lnTo>
                  <a:pt x="226204" y="284726"/>
                </a:lnTo>
                <a:cubicBezTo>
                  <a:pt x="226204" y="284726"/>
                  <a:pt x="226843" y="284726"/>
                  <a:pt x="226843" y="284726"/>
                </a:cubicBezTo>
                <a:cubicBezTo>
                  <a:pt x="229399" y="284726"/>
                  <a:pt x="235150" y="284087"/>
                  <a:pt x="235789" y="275788"/>
                </a:cubicBezTo>
                <a:cubicBezTo>
                  <a:pt x="236428" y="272596"/>
                  <a:pt x="236428" y="268766"/>
                  <a:pt x="237067" y="263020"/>
                </a:cubicBezTo>
                <a:lnTo>
                  <a:pt x="123326" y="263020"/>
                </a:lnTo>
                <a:close/>
                <a:moveTo>
                  <a:pt x="286908" y="155131"/>
                </a:moveTo>
                <a:cubicBezTo>
                  <a:pt x="288187" y="131510"/>
                  <a:pt x="274128" y="121296"/>
                  <a:pt x="265182" y="116827"/>
                </a:cubicBezTo>
                <a:cubicBezTo>
                  <a:pt x="251764" y="110443"/>
                  <a:pt x="237067" y="111720"/>
                  <a:pt x="231316" y="116189"/>
                </a:cubicBezTo>
                <a:cubicBezTo>
                  <a:pt x="229399" y="117465"/>
                  <a:pt x="226843" y="118104"/>
                  <a:pt x="224926" y="117465"/>
                </a:cubicBezTo>
                <a:cubicBezTo>
                  <a:pt x="223009" y="116827"/>
                  <a:pt x="221092" y="114273"/>
                  <a:pt x="221092" y="112358"/>
                </a:cubicBezTo>
                <a:cubicBezTo>
                  <a:pt x="221092" y="111081"/>
                  <a:pt x="216619" y="77246"/>
                  <a:pt x="180197" y="77246"/>
                </a:cubicBezTo>
                <a:cubicBezTo>
                  <a:pt x="143774" y="77246"/>
                  <a:pt x="139940" y="109805"/>
                  <a:pt x="139940" y="111081"/>
                </a:cubicBezTo>
                <a:cubicBezTo>
                  <a:pt x="139940" y="112997"/>
                  <a:pt x="138662" y="114912"/>
                  <a:pt x="137384" y="115550"/>
                </a:cubicBezTo>
                <a:cubicBezTo>
                  <a:pt x="135467" y="116827"/>
                  <a:pt x="133550" y="116827"/>
                  <a:pt x="131633" y="116189"/>
                </a:cubicBezTo>
                <a:cubicBezTo>
                  <a:pt x="131633" y="116189"/>
                  <a:pt x="102879" y="107251"/>
                  <a:pt x="86264" y="125765"/>
                </a:cubicBezTo>
                <a:cubicBezTo>
                  <a:pt x="69650" y="144278"/>
                  <a:pt x="72207" y="164707"/>
                  <a:pt x="80514" y="177475"/>
                </a:cubicBezTo>
                <a:cubicBezTo>
                  <a:pt x="87543" y="188966"/>
                  <a:pt x="104156" y="196627"/>
                  <a:pt x="110546" y="194711"/>
                </a:cubicBezTo>
                <a:cubicBezTo>
                  <a:pt x="111185" y="194711"/>
                  <a:pt x="111824" y="194711"/>
                  <a:pt x="112464" y="194711"/>
                </a:cubicBezTo>
                <a:cubicBezTo>
                  <a:pt x="113741" y="194711"/>
                  <a:pt x="115019" y="195350"/>
                  <a:pt x="116297" y="195988"/>
                </a:cubicBezTo>
                <a:cubicBezTo>
                  <a:pt x="117575" y="197265"/>
                  <a:pt x="118853" y="198542"/>
                  <a:pt x="118853" y="200457"/>
                </a:cubicBezTo>
                <a:lnTo>
                  <a:pt x="123326" y="249614"/>
                </a:lnTo>
                <a:lnTo>
                  <a:pt x="238984" y="249614"/>
                </a:lnTo>
                <a:cubicBezTo>
                  <a:pt x="240901" y="227270"/>
                  <a:pt x="243457" y="200457"/>
                  <a:pt x="243457" y="200457"/>
                </a:cubicBezTo>
                <a:cubicBezTo>
                  <a:pt x="243457" y="197265"/>
                  <a:pt x="246652" y="194711"/>
                  <a:pt x="249847" y="194711"/>
                </a:cubicBezTo>
                <a:cubicBezTo>
                  <a:pt x="250486" y="194711"/>
                  <a:pt x="284992" y="195350"/>
                  <a:pt x="286908" y="155131"/>
                </a:cubicBezTo>
                <a:moveTo>
                  <a:pt x="299688" y="155769"/>
                </a:moveTo>
                <a:cubicBezTo>
                  <a:pt x="297772" y="197265"/>
                  <a:pt x="267739" y="205564"/>
                  <a:pt x="254320" y="206841"/>
                </a:cubicBezTo>
                <a:cubicBezTo>
                  <a:pt x="253042" y="222163"/>
                  <a:pt x="249208" y="263658"/>
                  <a:pt x="247930" y="276426"/>
                </a:cubicBezTo>
                <a:cubicBezTo>
                  <a:pt x="246013" y="291748"/>
                  <a:pt x="234511" y="296217"/>
                  <a:pt x="226843" y="296217"/>
                </a:cubicBezTo>
                <a:cubicBezTo>
                  <a:pt x="226204" y="296217"/>
                  <a:pt x="225565" y="296217"/>
                  <a:pt x="225565" y="296217"/>
                </a:cubicBezTo>
                <a:lnTo>
                  <a:pt x="129716" y="296217"/>
                </a:lnTo>
                <a:cubicBezTo>
                  <a:pt x="116297" y="296217"/>
                  <a:pt x="111824" y="283449"/>
                  <a:pt x="111185" y="276426"/>
                </a:cubicBezTo>
                <a:lnTo>
                  <a:pt x="104795" y="206841"/>
                </a:lnTo>
                <a:cubicBezTo>
                  <a:pt x="92015" y="205564"/>
                  <a:pt x="76040" y="195988"/>
                  <a:pt x="68373" y="183220"/>
                </a:cubicBezTo>
                <a:cubicBezTo>
                  <a:pt x="58149" y="167260"/>
                  <a:pt x="54314" y="139809"/>
                  <a:pt x="75402" y="116189"/>
                </a:cubicBezTo>
                <a:cubicBezTo>
                  <a:pt x="92015" y="97675"/>
                  <a:pt x="115658" y="99590"/>
                  <a:pt x="127160" y="101505"/>
                </a:cubicBezTo>
                <a:cubicBezTo>
                  <a:pt x="131633" y="85546"/>
                  <a:pt x="145691" y="63202"/>
                  <a:pt x="178918" y="63202"/>
                </a:cubicBezTo>
                <a:cubicBezTo>
                  <a:pt x="210868" y="63202"/>
                  <a:pt x="225565" y="84269"/>
                  <a:pt x="230677" y="100867"/>
                </a:cubicBezTo>
                <a:cubicBezTo>
                  <a:pt x="241540" y="97037"/>
                  <a:pt x="256876" y="97675"/>
                  <a:pt x="270295" y="104059"/>
                </a:cubicBezTo>
                <a:cubicBezTo>
                  <a:pt x="290742" y="114912"/>
                  <a:pt x="300967" y="133425"/>
                  <a:pt x="299688" y="155769"/>
                </a:cubicBezTo>
                <a:moveTo>
                  <a:pt x="361671" y="180667"/>
                </a:moveTo>
                <a:cubicBezTo>
                  <a:pt x="361671" y="80438"/>
                  <a:pt x="280518" y="0"/>
                  <a:pt x="180836" y="0"/>
                </a:cubicBezTo>
                <a:cubicBezTo>
                  <a:pt x="80514" y="0"/>
                  <a:pt x="0" y="81077"/>
                  <a:pt x="0" y="180667"/>
                </a:cubicBezTo>
                <a:cubicBezTo>
                  <a:pt x="0" y="280895"/>
                  <a:pt x="81153" y="361334"/>
                  <a:pt x="180836" y="361334"/>
                </a:cubicBezTo>
                <a:cubicBezTo>
                  <a:pt x="280518" y="361972"/>
                  <a:pt x="361671" y="280895"/>
                  <a:pt x="361671" y="180667"/>
                </a:cubicBezTo>
              </a:path>
            </a:pathLst>
          </a:custGeom>
          <a:solidFill>
            <a:srgbClr val="009A44"/>
          </a:solidFill>
          <a:ln w="6390" cap="flat">
            <a:noFill/>
            <a:prstDash val="solid"/>
            <a:miter/>
          </a:ln>
        </p:spPr>
        <p:txBody>
          <a:bodyPr rtlCol="0" anchor="ctr"/>
          <a:lstStyle/>
          <a:p>
            <a:endParaRPr lang="en-US"/>
          </a:p>
        </p:txBody>
      </p:sp>
      <p:grpSp>
        <p:nvGrpSpPr>
          <p:cNvPr id="901" name="Graphic 4">
            <a:extLst>
              <a:ext uri="{FF2B5EF4-FFF2-40B4-BE49-F238E27FC236}">
                <a16:creationId xmlns:a16="http://schemas.microsoft.com/office/drawing/2014/main" id="{6F41FAA2-4A18-A147-86BB-E604B61B4F4D}"/>
              </a:ext>
            </a:extLst>
          </p:cNvPr>
          <p:cNvGrpSpPr/>
          <p:nvPr/>
        </p:nvGrpSpPr>
        <p:grpSpPr>
          <a:xfrm>
            <a:off x="1515054" y="2855717"/>
            <a:ext cx="361670" cy="361333"/>
            <a:chOff x="1515054" y="2855717"/>
            <a:chExt cx="361670" cy="361333"/>
          </a:xfrm>
          <a:solidFill>
            <a:srgbClr val="046A38"/>
          </a:solidFill>
        </p:grpSpPr>
        <p:sp>
          <p:nvSpPr>
            <p:cNvPr id="902" name="Graphic 4">
              <a:extLst>
                <a:ext uri="{FF2B5EF4-FFF2-40B4-BE49-F238E27FC236}">
                  <a16:creationId xmlns:a16="http://schemas.microsoft.com/office/drawing/2014/main" id="{4A3F630D-2342-F041-B6D1-A53E25A370EA}"/>
                </a:ext>
              </a:extLst>
            </p:cNvPr>
            <p:cNvSpPr/>
            <p:nvPr/>
          </p:nvSpPr>
          <p:spPr>
            <a:xfrm>
              <a:off x="1515054"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1670" y="80438"/>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234"/>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903" name="Graphic 4">
              <a:extLst>
                <a:ext uri="{FF2B5EF4-FFF2-40B4-BE49-F238E27FC236}">
                  <a16:creationId xmlns:a16="http://schemas.microsoft.com/office/drawing/2014/main" id="{577F2085-F5F6-0B4A-98C0-29096C106300}"/>
                </a:ext>
              </a:extLst>
            </p:cNvPr>
            <p:cNvSpPr/>
            <p:nvPr/>
          </p:nvSpPr>
          <p:spPr>
            <a:xfrm>
              <a:off x="1611920" y="2933253"/>
              <a:ext cx="21324" cy="67380"/>
            </a:xfrm>
            <a:custGeom>
              <a:avLst/>
              <a:gdLst>
                <a:gd name="connsiteX0" fmla="*/ 5373 w 21324"/>
                <a:gd name="connsiteY0" fmla="*/ 57166 h 67380"/>
                <a:gd name="connsiteX1" fmla="*/ 6651 w 21324"/>
                <a:gd name="connsiteY1" fmla="*/ 66104 h 67380"/>
                <a:gd name="connsiteX2" fmla="*/ 10484 w 21324"/>
                <a:gd name="connsiteY2" fmla="*/ 67381 h 67380"/>
                <a:gd name="connsiteX3" fmla="*/ 15596 w 21324"/>
                <a:gd name="connsiteY3" fmla="*/ 64827 h 67380"/>
                <a:gd name="connsiteX4" fmla="*/ 16235 w 21324"/>
                <a:gd name="connsiteY4" fmla="*/ 29715 h 67380"/>
                <a:gd name="connsiteX5" fmla="*/ 15596 w 21324"/>
                <a:gd name="connsiteY5" fmla="*/ 10563 h 67380"/>
                <a:gd name="connsiteX6" fmla="*/ 14958 w 21324"/>
                <a:gd name="connsiteY6" fmla="*/ 1626 h 67380"/>
                <a:gd name="connsiteX7" fmla="*/ 6012 w 21324"/>
                <a:gd name="connsiteY7" fmla="*/ 2264 h 67380"/>
                <a:gd name="connsiteX8" fmla="*/ 5373 w 21324"/>
                <a:gd name="connsiteY8" fmla="*/ 36738 h 67380"/>
                <a:gd name="connsiteX9" fmla="*/ 5373 w 21324"/>
                <a:gd name="connsiteY9" fmla="*/ 57166 h 6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324" h="67380">
                  <a:moveTo>
                    <a:pt x="5373" y="57166"/>
                  </a:moveTo>
                  <a:cubicBezTo>
                    <a:pt x="3456" y="59720"/>
                    <a:pt x="3456" y="64189"/>
                    <a:pt x="6651" y="66104"/>
                  </a:cubicBezTo>
                  <a:cubicBezTo>
                    <a:pt x="7929" y="66742"/>
                    <a:pt x="9207" y="67381"/>
                    <a:pt x="10484" y="67381"/>
                  </a:cubicBezTo>
                  <a:cubicBezTo>
                    <a:pt x="12401" y="67381"/>
                    <a:pt x="14318" y="66742"/>
                    <a:pt x="15596" y="64827"/>
                  </a:cubicBezTo>
                  <a:cubicBezTo>
                    <a:pt x="16235" y="64189"/>
                    <a:pt x="27737" y="48867"/>
                    <a:pt x="16235" y="29715"/>
                  </a:cubicBezTo>
                  <a:cubicBezTo>
                    <a:pt x="9207" y="18862"/>
                    <a:pt x="14958" y="11202"/>
                    <a:pt x="15596" y="10563"/>
                  </a:cubicBezTo>
                  <a:cubicBezTo>
                    <a:pt x="18152" y="8010"/>
                    <a:pt x="17513" y="4179"/>
                    <a:pt x="14958" y="1626"/>
                  </a:cubicBezTo>
                  <a:cubicBezTo>
                    <a:pt x="12401" y="-928"/>
                    <a:pt x="8568" y="-290"/>
                    <a:pt x="6012" y="2264"/>
                  </a:cubicBezTo>
                  <a:cubicBezTo>
                    <a:pt x="5373" y="2902"/>
                    <a:pt x="-6768" y="16947"/>
                    <a:pt x="5373" y="36738"/>
                  </a:cubicBezTo>
                  <a:cubicBezTo>
                    <a:pt x="11763" y="48229"/>
                    <a:pt x="6012" y="56528"/>
                    <a:pt x="5373" y="57166"/>
                  </a:cubicBezTo>
                  <a:close/>
                </a:path>
              </a:pathLst>
            </a:custGeom>
            <a:solidFill>
              <a:srgbClr val="046A38"/>
            </a:solidFill>
            <a:ln w="6390" cap="flat">
              <a:noFill/>
              <a:prstDash val="solid"/>
              <a:miter/>
            </a:ln>
          </p:spPr>
          <p:txBody>
            <a:bodyPr rtlCol="0" anchor="ctr"/>
            <a:lstStyle/>
            <a:p>
              <a:endParaRPr lang="en-US"/>
            </a:p>
          </p:txBody>
        </p:sp>
        <p:sp>
          <p:nvSpPr>
            <p:cNvPr id="904" name="Graphic 4">
              <a:extLst>
                <a:ext uri="{FF2B5EF4-FFF2-40B4-BE49-F238E27FC236}">
                  <a16:creationId xmlns:a16="http://schemas.microsoft.com/office/drawing/2014/main" id="{D248E132-1C24-1D49-8B9F-B694A0C53592}"/>
                </a:ext>
              </a:extLst>
            </p:cNvPr>
            <p:cNvSpPr/>
            <p:nvPr/>
          </p:nvSpPr>
          <p:spPr>
            <a:xfrm>
              <a:off x="1665595" y="2933253"/>
              <a:ext cx="21324" cy="67380"/>
            </a:xfrm>
            <a:custGeom>
              <a:avLst/>
              <a:gdLst>
                <a:gd name="connsiteX0" fmla="*/ 5373 w 21324"/>
                <a:gd name="connsiteY0" fmla="*/ 57166 h 67380"/>
                <a:gd name="connsiteX1" fmla="*/ 6651 w 21324"/>
                <a:gd name="connsiteY1" fmla="*/ 66104 h 67380"/>
                <a:gd name="connsiteX2" fmla="*/ 10484 w 21324"/>
                <a:gd name="connsiteY2" fmla="*/ 67381 h 67380"/>
                <a:gd name="connsiteX3" fmla="*/ 15597 w 21324"/>
                <a:gd name="connsiteY3" fmla="*/ 64827 h 67380"/>
                <a:gd name="connsiteX4" fmla="*/ 16236 w 21324"/>
                <a:gd name="connsiteY4" fmla="*/ 29715 h 67380"/>
                <a:gd name="connsiteX5" fmla="*/ 15597 w 21324"/>
                <a:gd name="connsiteY5" fmla="*/ 10563 h 67380"/>
                <a:gd name="connsiteX6" fmla="*/ 14957 w 21324"/>
                <a:gd name="connsiteY6" fmla="*/ 1626 h 67380"/>
                <a:gd name="connsiteX7" fmla="*/ 6012 w 21324"/>
                <a:gd name="connsiteY7" fmla="*/ 2264 h 67380"/>
                <a:gd name="connsiteX8" fmla="*/ 5373 w 21324"/>
                <a:gd name="connsiteY8" fmla="*/ 36738 h 67380"/>
                <a:gd name="connsiteX9" fmla="*/ 5373 w 21324"/>
                <a:gd name="connsiteY9" fmla="*/ 57166 h 6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324" h="67380">
                  <a:moveTo>
                    <a:pt x="5373" y="57166"/>
                  </a:moveTo>
                  <a:cubicBezTo>
                    <a:pt x="3456" y="59720"/>
                    <a:pt x="3456" y="64189"/>
                    <a:pt x="6651" y="66104"/>
                  </a:cubicBezTo>
                  <a:cubicBezTo>
                    <a:pt x="7929" y="66742"/>
                    <a:pt x="9207" y="67381"/>
                    <a:pt x="10484" y="67381"/>
                  </a:cubicBezTo>
                  <a:cubicBezTo>
                    <a:pt x="12402" y="67381"/>
                    <a:pt x="14318" y="66742"/>
                    <a:pt x="15597" y="64827"/>
                  </a:cubicBezTo>
                  <a:cubicBezTo>
                    <a:pt x="16236" y="64189"/>
                    <a:pt x="27737" y="48867"/>
                    <a:pt x="16236" y="29715"/>
                  </a:cubicBezTo>
                  <a:cubicBezTo>
                    <a:pt x="9207" y="18862"/>
                    <a:pt x="14957" y="11202"/>
                    <a:pt x="15597" y="10563"/>
                  </a:cubicBezTo>
                  <a:cubicBezTo>
                    <a:pt x="18152" y="8010"/>
                    <a:pt x="17513" y="4179"/>
                    <a:pt x="14957" y="1626"/>
                  </a:cubicBezTo>
                  <a:cubicBezTo>
                    <a:pt x="12402" y="-928"/>
                    <a:pt x="8568" y="-290"/>
                    <a:pt x="6012" y="2264"/>
                  </a:cubicBezTo>
                  <a:cubicBezTo>
                    <a:pt x="5373" y="2902"/>
                    <a:pt x="-6768" y="16947"/>
                    <a:pt x="5373" y="36738"/>
                  </a:cubicBezTo>
                  <a:cubicBezTo>
                    <a:pt x="11763" y="48229"/>
                    <a:pt x="6012" y="56528"/>
                    <a:pt x="5373" y="57166"/>
                  </a:cubicBezTo>
                  <a:close/>
                </a:path>
              </a:pathLst>
            </a:custGeom>
            <a:solidFill>
              <a:srgbClr val="046A38"/>
            </a:solidFill>
            <a:ln w="6390" cap="flat">
              <a:noFill/>
              <a:prstDash val="solid"/>
              <a:miter/>
            </a:ln>
          </p:spPr>
          <p:txBody>
            <a:bodyPr rtlCol="0" anchor="ctr"/>
            <a:lstStyle/>
            <a:p>
              <a:endParaRPr lang="en-US"/>
            </a:p>
          </p:txBody>
        </p:sp>
        <p:sp>
          <p:nvSpPr>
            <p:cNvPr id="905" name="Graphic 4">
              <a:extLst>
                <a:ext uri="{FF2B5EF4-FFF2-40B4-BE49-F238E27FC236}">
                  <a16:creationId xmlns:a16="http://schemas.microsoft.com/office/drawing/2014/main" id="{B568C7A9-20A1-AC4F-8F35-5DFD08343F6D}"/>
                </a:ext>
              </a:extLst>
            </p:cNvPr>
            <p:cNvSpPr/>
            <p:nvPr/>
          </p:nvSpPr>
          <p:spPr>
            <a:xfrm>
              <a:off x="1719271" y="2933253"/>
              <a:ext cx="21324" cy="67380"/>
            </a:xfrm>
            <a:custGeom>
              <a:avLst/>
              <a:gdLst>
                <a:gd name="connsiteX0" fmla="*/ 5373 w 21324"/>
                <a:gd name="connsiteY0" fmla="*/ 57166 h 67380"/>
                <a:gd name="connsiteX1" fmla="*/ 6651 w 21324"/>
                <a:gd name="connsiteY1" fmla="*/ 66104 h 67380"/>
                <a:gd name="connsiteX2" fmla="*/ 10485 w 21324"/>
                <a:gd name="connsiteY2" fmla="*/ 67381 h 67380"/>
                <a:gd name="connsiteX3" fmla="*/ 15597 w 21324"/>
                <a:gd name="connsiteY3" fmla="*/ 64827 h 67380"/>
                <a:gd name="connsiteX4" fmla="*/ 16236 w 21324"/>
                <a:gd name="connsiteY4" fmla="*/ 29715 h 67380"/>
                <a:gd name="connsiteX5" fmla="*/ 15597 w 21324"/>
                <a:gd name="connsiteY5" fmla="*/ 10563 h 67380"/>
                <a:gd name="connsiteX6" fmla="*/ 14957 w 21324"/>
                <a:gd name="connsiteY6" fmla="*/ 1626 h 67380"/>
                <a:gd name="connsiteX7" fmla="*/ 6012 w 21324"/>
                <a:gd name="connsiteY7" fmla="*/ 2264 h 67380"/>
                <a:gd name="connsiteX8" fmla="*/ 5373 w 21324"/>
                <a:gd name="connsiteY8" fmla="*/ 36738 h 67380"/>
                <a:gd name="connsiteX9" fmla="*/ 5373 w 21324"/>
                <a:gd name="connsiteY9" fmla="*/ 57166 h 6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324" h="67380">
                  <a:moveTo>
                    <a:pt x="5373" y="57166"/>
                  </a:moveTo>
                  <a:cubicBezTo>
                    <a:pt x="3456" y="59720"/>
                    <a:pt x="3456" y="64189"/>
                    <a:pt x="6651" y="66104"/>
                  </a:cubicBezTo>
                  <a:cubicBezTo>
                    <a:pt x="7929" y="66742"/>
                    <a:pt x="9207" y="67381"/>
                    <a:pt x="10485" y="67381"/>
                  </a:cubicBezTo>
                  <a:cubicBezTo>
                    <a:pt x="12402" y="67381"/>
                    <a:pt x="14318" y="66742"/>
                    <a:pt x="15597" y="64827"/>
                  </a:cubicBezTo>
                  <a:cubicBezTo>
                    <a:pt x="16236" y="64189"/>
                    <a:pt x="27737" y="48867"/>
                    <a:pt x="16236" y="29715"/>
                  </a:cubicBezTo>
                  <a:cubicBezTo>
                    <a:pt x="9207" y="18862"/>
                    <a:pt x="14957" y="11202"/>
                    <a:pt x="15597" y="10563"/>
                  </a:cubicBezTo>
                  <a:cubicBezTo>
                    <a:pt x="18152" y="8010"/>
                    <a:pt x="17513" y="4179"/>
                    <a:pt x="14957" y="1626"/>
                  </a:cubicBezTo>
                  <a:cubicBezTo>
                    <a:pt x="12402" y="-928"/>
                    <a:pt x="8568" y="-290"/>
                    <a:pt x="6012" y="2264"/>
                  </a:cubicBezTo>
                  <a:cubicBezTo>
                    <a:pt x="5373" y="2902"/>
                    <a:pt x="-6768" y="16947"/>
                    <a:pt x="5373" y="36738"/>
                  </a:cubicBezTo>
                  <a:cubicBezTo>
                    <a:pt x="12402" y="48229"/>
                    <a:pt x="6012" y="56528"/>
                    <a:pt x="5373" y="57166"/>
                  </a:cubicBezTo>
                  <a:close/>
                </a:path>
              </a:pathLst>
            </a:custGeom>
            <a:solidFill>
              <a:srgbClr val="046A38"/>
            </a:solidFill>
            <a:ln w="6390" cap="flat">
              <a:noFill/>
              <a:prstDash val="solid"/>
              <a:miter/>
            </a:ln>
          </p:spPr>
          <p:txBody>
            <a:bodyPr rtlCol="0" anchor="ctr"/>
            <a:lstStyle/>
            <a:p>
              <a:endParaRPr lang="en-US"/>
            </a:p>
          </p:txBody>
        </p:sp>
        <p:sp>
          <p:nvSpPr>
            <p:cNvPr id="906" name="Graphic 4">
              <a:extLst>
                <a:ext uri="{FF2B5EF4-FFF2-40B4-BE49-F238E27FC236}">
                  <a16:creationId xmlns:a16="http://schemas.microsoft.com/office/drawing/2014/main" id="{2F4EC9B0-3645-E446-920E-CBBC77DF13A8}"/>
                </a:ext>
              </a:extLst>
            </p:cNvPr>
            <p:cNvSpPr/>
            <p:nvPr/>
          </p:nvSpPr>
          <p:spPr>
            <a:xfrm>
              <a:off x="1589816" y="3018509"/>
              <a:ext cx="212145" cy="120657"/>
            </a:xfrm>
            <a:custGeom>
              <a:avLst/>
              <a:gdLst>
                <a:gd name="connsiteX0" fmla="*/ 187864 w 212145"/>
                <a:gd name="connsiteY0" fmla="*/ 14045 h 120657"/>
                <a:gd name="connsiteX1" fmla="*/ 173806 w 212145"/>
                <a:gd name="connsiteY1" fmla="*/ 18514 h 120657"/>
                <a:gd name="connsiteX2" fmla="*/ 173806 w 212145"/>
                <a:gd name="connsiteY2" fmla="*/ 6384 h 120657"/>
                <a:gd name="connsiteX3" fmla="*/ 167416 w 212145"/>
                <a:gd name="connsiteY3" fmla="*/ 0 h 120657"/>
                <a:gd name="connsiteX4" fmla="*/ 6390 w 212145"/>
                <a:gd name="connsiteY4" fmla="*/ 0 h 120657"/>
                <a:gd name="connsiteX5" fmla="*/ 0 w 212145"/>
                <a:gd name="connsiteY5" fmla="*/ 6384 h 120657"/>
                <a:gd name="connsiteX6" fmla="*/ 0 w 212145"/>
                <a:gd name="connsiteY6" fmla="*/ 24259 h 120657"/>
                <a:gd name="connsiteX7" fmla="*/ 58148 w 212145"/>
                <a:gd name="connsiteY7" fmla="*/ 107889 h 120657"/>
                <a:gd name="connsiteX8" fmla="*/ 6390 w 212145"/>
                <a:gd name="connsiteY8" fmla="*/ 107889 h 120657"/>
                <a:gd name="connsiteX9" fmla="*/ 0 w 212145"/>
                <a:gd name="connsiteY9" fmla="*/ 114273 h 120657"/>
                <a:gd name="connsiteX10" fmla="*/ 6390 w 212145"/>
                <a:gd name="connsiteY10" fmla="*/ 120657 h 120657"/>
                <a:gd name="connsiteX11" fmla="*/ 190420 w 212145"/>
                <a:gd name="connsiteY11" fmla="*/ 120657 h 120657"/>
                <a:gd name="connsiteX12" fmla="*/ 196810 w 212145"/>
                <a:gd name="connsiteY12" fmla="*/ 114273 h 120657"/>
                <a:gd name="connsiteX13" fmla="*/ 190420 w 212145"/>
                <a:gd name="connsiteY13" fmla="*/ 107889 h 120657"/>
                <a:gd name="connsiteX14" fmla="*/ 115658 w 212145"/>
                <a:gd name="connsiteY14" fmla="*/ 107889 h 120657"/>
                <a:gd name="connsiteX15" fmla="*/ 168694 w 212145"/>
                <a:gd name="connsiteY15" fmla="*/ 53625 h 120657"/>
                <a:gd name="connsiteX16" fmla="*/ 187864 w 212145"/>
                <a:gd name="connsiteY16" fmla="*/ 63201 h 120657"/>
                <a:gd name="connsiteX17" fmla="*/ 212146 w 212145"/>
                <a:gd name="connsiteY17" fmla="*/ 38942 h 120657"/>
                <a:gd name="connsiteX18" fmla="*/ 187864 w 212145"/>
                <a:gd name="connsiteY18" fmla="*/ 14045 h 120657"/>
                <a:gd name="connsiteX19" fmla="*/ 161026 w 212145"/>
                <a:gd name="connsiteY19" fmla="*/ 24259 h 120657"/>
                <a:gd name="connsiteX20" fmla="*/ 86903 w 212145"/>
                <a:gd name="connsiteY20" fmla="*/ 99590 h 120657"/>
                <a:gd name="connsiteX21" fmla="*/ 12780 w 212145"/>
                <a:gd name="connsiteY21" fmla="*/ 24259 h 120657"/>
                <a:gd name="connsiteX22" fmla="*/ 12780 w 212145"/>
                <a:gd name="connsiteY22" fmla="*/ 12768 h 120657"/>
                <a:gd name="connsiteX23" fmla="*/ 161026 w 212145"/>
                <a:gd name="connsiteY23" fmla="*/ 12768 h 120657"/>
                <a:gd name="connsiteX24" fmla="*/ 161026 w 212145"/>
                <a:gd name="connsiteY24" fmla="*/ 24259 h 120657"/>
                <a:gd name="connsiteX25" fmla="*/ 187864 w 212145"/>
                <a:gd name="connsiteY25" fmla="*/ 49795 h 120657"/>
                <a:gd name="connsiteX26" fmla="*/ 176362 w 212145"/>
                <a:gd name="connsiteY26" fmla="*/ 38304 h 120657"/>
                <a:gd name="connsiteX27" fmla="*/ 187864 w 212145"/>
                <a:gd name="connsiteY27" fmla="*/ 26813 h 120657"/>
                <a:gd name="connsiteX28" fmla="*/ 199366 w 212145"/>
                <a:gd name="connsiteY28" fmla="*/ 38304 h 120657"/>
                <a:gd name="connsiteX29" fmla="*/ 187864 w 212145"/>
                <a:gd name="connsiteY29" fmla="*/ 49795 h 120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12145" h="120657">
                  <a:moveTo>
                    <a:pt x="187864" y="14045"/>
                  </a:moveTo>
                  <a:cubicBezTo>
                    <a:pt x="182752" y="14045"/>
                    <a:pt x="177640" y="15960"/>
                    <a:pt x="173806" y="18514"/>
                  </a:cubicBezTo>
                  <a:lnTo>
                    <a:pt x="173806" y="6384"/>
                  </a:lnTo>
                  <a:cubicBezTo>
                    <a:pt x="173806" y="2554"/>
                    <a:pt x="171250" y="0"/>
                    <a:pt x="167416" y="0"/>
                  </a:cubicBezTo>
                  <a:lnTo>
                    <a:pt x="6390" y="0"/>
                  </a:lnTo>
                  <a:cubicBezTo>
                    <a:pt x="2556" y="0"/>
                    <a:pt x="0" y="2554"/>
                    <a:pt x="0" y="6384"/>
                  </a:cubicBezTo>
                  <a:lnTo>
                    <a:pt x="0" y="24259"/>
                  </a:lnTo>
                  <a:cubicBezTo>
                    <a:pt x="0" y="63201"/>
                    <a:pt x="23643" y="95760"/>
                    <a:pt x="58148" y="107889"/>
                  </a:cubicBezTo>
                  <a:lnTo>
                    <a:pt x="6390" y="107889"/>
                  </a:lnTo>
                  <a:cubicBezTo>
                    <a:pt x="2556" y="107889"/>
                    <a:pt x="0" y="110443"/>
                    <a:pt x="0" y="114273"/>
                  </a:cubicBezTo>
                  <a:cubicBezTo>
                    <a:pt x="0" y="118104"/>
                    <a:pt x="2556" y="120657"/>
                    <a:pt x="6390" y="120657"/>
                  </a:cubicBezTo>
                  <a:lnTo>
                    <a:pt x="190420" y="120657"/>
                  </a:lnTo>
                  <a:cubicBezTo>
                    <a:pt x="194254" y="120657"/>
                    <a:pt x="196810" y="118104"/>
                    <a:pt x="196810" y="114273"/>
                  </a:cubicBezTo>
                  <a:cubicBezTo>
                    <a:pt x="196810" y="110443"/>
                    <a:pt x="194254" y="107889"/>
                    <a:pt x="190420" y="107889"/>
                  </a:cubicBezTo>
                  <a:lnTo>
                    <a:pt x="115658" y="107889"/>
                  </a:lnTo>
                  <a:cubicBezTo>
                    <a:pt x="140579" y="98952"/>
                    <a:pt x="160387" y="79161"/>
                    <a:pt x="168694" y="53625"/>
                  </a:cubicBezTo>
                  <a:cubicBezTo>
                    <a:pt x="173167" y="59371"/>
                    <a:pt x="180196" y="63201"/>
                    <a:pt x="187864" y="63201"/>
                  </a:cubicBezTo>
                  <a:cubicBezTo>
                    <a:pt x="201283" y="63201"/>
                    <a:pt x="212146" y="52349"/>
                    <a:pt x="212146" y="38942"/>
                  </a:cubicBezTo>
                  <a:cubicBezTo>
                    <a:pt x="212146" y="25536"/>
                    <a:pt x="201283" y="14045"/>
                    <a:pt x="187864" y="14045"/>
                  </a:cubicBezTo>
                  <a:close/>
                  <a:moveTo>
                    <a:pt x="161026" y="24259"/>
                  </a:moveTo>
                  <a:cubicBezTo>
                    <a:pt x="161026" y="66393"/>
                    <a:pt x="128438" y="99590"/>
                    <a:pt x="86903" y="99590"/>
                  </a:cubicBezTo>
                  <a:cubicBezTo>
                    <a:pt x="45368" y="99590"/>
                    <a:pt x="12780" y="66393"/>
                    <a:pt x="12780" y="24259"/>
                  </a:cubicBezTo>
                  <a:lnTo>
                    <a:pt x="12780" y="12768"/>
                  </a:lnTo>
                  <a:lnTo>
                    <a:pt x="161026" y="12768"/>
                  </a:lnTo>
                  <a:lnTo>
                    <a:pt x="161026" y="24259"/>
                  </a:lnTo>
                  <a:close/>
                  <a:moveTo>
                    <a:pt x="187864" y="49795"/>
                  </a:moveTo>
                  <a:cubicBezTo>
                    <a:pt x="181474" y="49795"/>
                    <a:pt x="176362" y="44688"/>
                    <a:pt x="176362" y="38304"/>
                  </a:cubicBezTo>
                  <a:cubicBezTo>
                    <a:pt x="176362" y="31920"/>
                    <a:pt x="181474" y="26813"/>
                    <a:pt x="187864" y="26813"/>
                  </a:cubicBezTo>
                  <a:cubicBezTo>
                    <a:pt x="194254" y="26813"/>
                    <a:pt x="199366" y="31920"/>
                    <a:pt x="199366" y="38304"/>
                  </a:cubicBezTo>
                  <a:cubicBezTo>
                    <a:pt x="199366" y="44688"/>
                    <a:pt x="194254" y="49795"/>
                    <a:pt x="187864" y="49795"/>
                  </a:cubicBezTo>
                  <a:close/>
                </a:path>
              </a:pathLst>
            </a:custGeom>
            <a:solidFill>
              <a:srgbClr val="046A38"/>
            </a:solidFill>
            <a:ln w="6390" cap="flat">
              <a:noFill/>
              <a:prstDash val="solid"/>
              <a:miter/>
            </a:ln>
          </p:spPr>
          <p:txBody>
            <a:bodyPr rtlCol="0" anchor="ctr"/>
            <a:lstStyle/>
            <a:p>
              <a:endParaRPr lang="en-US"/>
            </a:p>
          </p:txBody>
        </p:sp>
      </p:grpSp>
      <p:grpSp>
        <p:nvGrpSpPr>
          <p:cNvPr id="907" name="Graphic 4">
            <a:extLst>
              <a:ext uri="{FF2B5EF4-FFF2-40B4-BE49-F238E27FC236}">
                <a16:creationId xmlns:a16="http://schemas.microsoft.com/office/drawing/2014/main" id="{21166679-7F42-4549-896C-FC7C08446E1B}"/>
              </a:ext>
            </a:extLst>
          </p:cNvPr>
          <p:cNvGrpSpPr/>
          <p:nvPr/>
        </p:nvGrpSpPr>
        <p:grpSpPr>
          <a:xfrm>
            <a:off x="1952764" y="2855717"/>
            <a:ext cx="361674" cy="361333"/>
            <a:chOff x="1952764" y="2855717"/>
            <a:chExt cx="361674" cy="361333"/>
          </a:xfrm>
          <a:solidFill>
            <a:srgbClr val="046A38"/>
          </a:solidFill>
        </p:grpSpPr>
        <p:sp>
          <p:nvSpPr>
            <p:cNvPr id="908" name="Graphic 4">
              <a:extLst>
                <a:ext uri="{FF2B5EF4-FFF2-40B4-BE49-F238E27FC236}">
                  <a16:creationId xmlns:a16="http://schemas.microsoft.com/office/drawing/2014/main" id="{0B35FCD4-38EC-0048-980A-3D33D9BABEB6}"/>
                </a:ext>
              </a:extLst>
            </p:cNvPr>
            <p:cNvSpPr/>
            <p:nvPr/>
          </p:nvSpPr>
          <p:spPr>
            <a:xfrm>
              <a:off x="2040306" y="3031277"/>
              <a:ext cx="148246" cy="86822"/>
            </a:xfrm>
            <a:custGeom>
              <a:avLst/>
              <a:gdLst>
                <a:gd name="connsiteX0" fmla="*/ 0 w 148246"/>
                <a:gd name="connsiteY0" fmla="*/ 11491 h 86822"/>
                <a:gd name="connsiteX1" fmla="*/ 74123 w 148246"/>
                <a:gd name="connsiteY1" fmla="*/ 86822 h 86822"/>
                <a:gd name="connsiteX2" fmla="*/ 148247 w 148246"/>
                <a:gd name="connsiteY2" fmla="*/ 11491 h 86822"/>
                <a:gd name="connsiteX3" fmla="*/ 148247 w 148246"/>
                <a:gd name="connsiteY3" fmla="*/ 0 h 86822"/>
                <a:gd name="connsiteX4" fmla="*/ 0 w 148246"/>
                <a:gd name="connsiteY4" fmla="*/ 0 h 86822"/>
                <a:gd name="connsiteX5" fmla="*/ 0 w 148246"/>
                <a:gd name="connsiteY5" fmla="*/ 11491 h 86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246" h="86822">
                  <a:moveTo>
                    <a:pt x="0" y="11491"/>
                  </a:moveTo>
                  <a:cubicBezTo>
                    <a:pt x="0" y="53625"/>
                    <a:pt x="32589" y="86822"/>
                    <a:pt x="74123" y="86822"/>
                  </a:cubicBezTo>
                  <a:cubicBezTo>
                    <a:pt x="115658" y="86822"/>
                    <a:pt x="148247" y="53625"/>
                    <a:pt x="148247" y="11491"/>
                  </a:cubicBezTo>
                  <a:lnTo>
                    <a:pt x="148247" y="0"/>
                  </a:lnTo>
                  <a:lnTo>
                    <a:pt x="0" y="0"/>
                  </a:lnTo>
                  <a:lnTo>
                    <a:pt x="0" y="11491"/>
                  </a:lnTo>
                  <a:close/>
                </a:path>
              </a:pathLst>
            </a:custGeom>
            <a:solidFill>
              <a:srgbClr val="046A38"/>
            </a:solidFill>
            <a:ln w="6390" cap="flat">
              <a:noFill/>
              <a:prstDash val="solid"/>
              <a:miter/>
            </a:ln>
          </p:spPr>
          <p:txBody>
            <a:bodyPr rtlCol="0" anchor="ctr"/>
            <a:lstStyle/>
            <a:p>
              <a:endParaRPr lang="en-US"/>
            </a:p>
          </p:txBody>
        </p:sp>
        <p:sp>
          <p:nvSpPr>
            <p:cNvPr id="909" name="Graphic 4">
              <a:extLst>
                <a:ext uri="{FF2B5EF4-FFF2-40B4-BE49-F238E27FC236}">
                  <a16:creationId xmlns:a16="http://schemas.microsoft.com/office/drawing/2014/main" id="{B2BAD343-5DFB-1C4D-9F34-3D6B43A6D36A}"/>
                </a:ext>
              </a:extLst>
            </p:cNvPr>
            <p:cNvSpPr/>
            <p:nvPr/>
          </p:nvSpPr>
          <p:spPr>
            <a:xfrm>
              <a:off x="2204528" y="3045322"/>
              <a:ext cx="23003" cy="22982"/>
            </a:xfrm>
            <a:custGeom>
              <a:avLst/>
              <a:gdLst>
                <a:gd name="connsiteX0" fmla="*/ 23004 w 23003"/>
                <a:gd name="connsiteY0" fmla="*/ 11491 h 22982"/>
                <a:gd name="connsiteX1" fmla="*/ 11502 w 23003"/>
                <a:gd name="connsiteY1" fmla="*/ 22982 h 22982"/>
                <a:gd name="connsiteX2" fmla="*/ 0 w 23003"/>
                <a:gd name="connsiteY2" fmla="*/ 11491 h 22982"/>
                <a:gd name="connsiteX3" fmla="*/ 11502 w 23003"/>
                <a:gd name="connsiteY3" fmla="*/ 0 h 22982"/>
                <a:gd name="connsiteX4" fmla="*/ 23004 w 23003"/>
                <a:gd name="connsiteY4" fmla="*/ 11491 h 22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03" h="22982">
                  <a:moveTo>
                    <a:pt x="23004" y="11491"/>
                  </a:moveTo>
                  <a:cubicBezTo>
                    <a:pt x="23004" y="17838"/>
                    <a:pt x="17854" y="22982"/>
                    <a:pt x="11502" y="22982"/>
                  </a:cubicBezTo>
                  <a:cubicBezTo>
                    <a:pt x="5150" y="22982"/>
                    <a:pt x="0" y="17838"/>
                    <a:pt x="0" y="11491"/>
                  </a:cubicBezTo>
                  <a:cubicBezTo>
                    <a:pt x="0" y="5145"/>
                    <a:pt x="5150" y="0"/>
                    <a:pt x="11502" y="0"/>
                  </a:cubicBezTo>
                  <a:cubicBezTo>
                    <a:pt x="17854" y="0"/>
                    <a:pt x="23004" y="5145"/>
                    <a:pt x="23004" y="11491"/>
                  </a:cubicBezTo>
                  <a:close/>
                </a:path>
              </a:pathLst>
            </a:custGeom>
            <a:solidFill>
              <a:srgbClr val="046A38"/>
            </a:solidFill>
            <a:ln w="6390" cap="flat">
              <a:noFill/>
              <a:prstDash val="solid"/>
              <a:miter/>
            </a:ln>
          </p:spPr>
          <p:txBody>
            <a:bodyPr rtlCol="0" anchor="ctr"/>
            <a:lstStyle/>
            <a:p>
              <a:endParaRPr lang="en-US"/>
            </a:p>
          </p:txBody>
        </p:sp>
        <p:sp>
          <p:nvSpPr>
            <p:cNvPr id="910" name="Graphic 4">
              <a:extLst>
                <a:ext uri="{FF2B5EF4-FFF2-40B4-BE49-F238E27FC236}">
                  <a16:creationId xmlns:a16="http://schemas.microsoft.com/office/drawing/2014/main" id="{D0F282ED-5426-194F-B5E7-3D00F89E07EE}"/>
                </a:ext>
              </a:extLst>
            </p:cNvPr>
            <p:cNvSpPr/>
            <p:nvPr/>
          </p:nvSpPr>
          <p:spPr>
            <a:xfrm>
              <a:off x="1952764" y="2855717"/>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10229 w 361674"/>
                <a:gd name="connsiteY5" fmla="*/ 80438 h 361333"/>
                <a:gd name="connsiteX6" fmla="*/ 219175 w 361674"/>
                <a:gd name="connsiteY6" fmla="*/ 79800 h 361333"/>
                <a:gd name="connsiteX7" fmla="*/ 219814 w 361674"/>
                <a:gd name="connsiteY7" fmla="*/ 88737 h 361333"/>
                <a:gd name="connsiteX8" fmla="*/ 220453 w 361674"/>
                <a:gd name="connsiteY8" fmla="*/ 107889 h 361333"/>
                <a:gd name="connsiteX9" fmla="*/ 219814 w 361674"/>
                <a:gd name="connsiteY9" fmla="*/ 143001 h 361333"/>
                <a:gd name="connsiteX10" fmla="*/ 214702 w 361674"/>
                <a:gd name="connsiteY10" fmla="*/ 145555 h 361333"/>
                <a:gd name="connsiteX11" fmla="*/ 210868 w 361674"/>
                <a:gd name="connsiteY11" fmla="*/ 144278 h 361333"/>
                <a:gd name="connsiteX12" fmla="*/ 209590 w 361674"/>
                <a:gd name="connsiteY12" fmla="*/ 135340 h 361333"/>
                <a:gd name="connsiteX13" fmla="*/ 208951 w 361674"/>
                <a:gd name="connsiteY13" fmla="*/ 114912 h 361333"/>
                <a:gd name="connsiteX14" fmla="*/ 210229 w 361674"/>
                <a:gd name="connsiteY14" fmla="*/ 80438 h 361333"/>
                <a:gd name="connsiteX15" fmla="*/ 156553 w 361674"/>
                <a:gd name="connsiteY15" fmla="*/ 80438 h 361333"/>
                <a:gd name="connsiteX16" fmla="*/ 165499 w 361674"/>
                <a:gd name="connsiteY16" fmla="*/ 79800 h 361333"/>
                <a:gd name="connsiteX17" fmla="*/ 166138 w 361674"/>
                <a:gd name="connsiteY17" fmla="*/ 88737 h 361333"/>
                <a:gd name="connsiteX18" fmla="*/ 166777 w 361674"/>
                <a:gd name="connsiteY18" fmla="*/ 107889 h 361333"/>
                <a:gd name="connsiteX19" fmla="*/ 166138 w 361674"/>
                <a:gd name="connsiteY19" fmla="*/ 143001 h 361333"/>
                <a:gd name="connsiteX20" fmla="*/ 161026 w 361674"/>
                <a:gd name="connsiteY20" fmla="*/ 145555 h 361333"/>
                <a:gd name="connsiteX21" fmla="*/ 157192 w 361674"/>
                <a:gd name="connsiteY21" fmla="*/ 144278 h 361333"/>
                <a:gd name="connsiteX22" fmla="*/ 156553 w 361674"/>
                <a:gd name="connsiteY22" fmla="*/ 135340 h 361333"/>
                <a:gd name="connsiteX23" fmla="*/ 155914 w 361674"/>
                <a:gd name="connsiteY23" fmla="*/ 114912 h 361333"/>
                <a:gd name="connsiteX24" fmla="*/ 156553 w 361674"/>
                <a:gd name="connsiteY24" fmla="*/ 80438 h 361333"/>
                <a:gd name="connsiteX25" fmla="*/ 102878 w 361674"/>
                <a:gd name="connsiteY25" fmla="*/ 80438 h 361333"/>
                <a:gd name="connsiteX26" fmla="*/ 111824 w 361674"/>
                <a:gd name="connsiteY26" fmla="*/ 79800 h 361333"/>
                <a:gd name="connsiteX27" fmla="*/ 112463 w 361674"/>
                <a:gd name="connsiteY27" fmla="*/ 88737 h 361333"/>
                <a:gd name="connsiteX28" fmla="*/ 113102 w 361674"/>
                <a:gd name="connsiteY28" fmla="*/ 107889 h 361333"/>
                <a:gd name="connsiteX29" fmla="*/ 112463 w 361674"/>
                <a:gd name="connsiteY29" fmla="*/ 143001 h 361333"/>
                <a:gd name="connsiteX30" fmla="*/ 107351 w 361674"/>
                <a:gd name="connsiteY30" fmla="*/ 145555 h 361333"/>
                <a:gd name="connsiteX31" fmla="*/ 103517 w 361674"/>
                <a:gd name="connsiteY31" fmla="*/ 144278 h 361333"/>
                <a:gd name="connsiteX32" fmla="*/ 102878 w 361674"/>
                <a:gd name="connsiteY32" fmla="*/ 135340 h 361333"/>
                <a:gd name="connsiteX33" fmla="*/ 102239 w 361674"/>
                <a:gd name="connsiteY33" fmla="*/ 114912 h 361333"/>
                <a:gd name="connsiteX34" fmla="*/ 102878 w 361674"/>
                <a:gd name="connsiteY34" fmla="*/ 80438 h 361333"/>
                <a:gd name="connsiteX35" fmla="*/ 263265 w 361674"/>
                <a:gd name="connsiteY35" fmla="*/ 225355 h 361333"/>
                <a:gd name="connsiteX36" fmla="*/ 244095 w 361674"/>
                <a:gd name="connsiteY36" fmla="*/ 215779 h 361333"/>
                <a:gd name="connsiteX37" fmla="*/ 191059 w 361674"/>
                <a:gd name="connsiteY37" fmla="*/ 270042 h 361333"/>
                <a:gd name="connsiteX38" fmla="*/ 265821 w 361674"/>
                <a:gd name="connsiteY38" fmla="*/ 270042 h 361333"/>
                <a:gd name="connsiteX39" fmla="*/ 272211 w 361674"/>
                <a:gd name="connsiteY39" fmla="*/ 276426 h 361333"/>
                <a:gd name="connsiteX40" fmla="*/ 265821 w 361674"/>
                <a:gd name="connsiteY40" fmla="*/ 282810 h 361333"/>
                <a:gd name="connsiteX41" fmla="*/ 81791 w 361674"/>
                <a:gd name="connsiteY41" fmla="*/ 282810 h 361333"/>
                <a:gd name="connsiteX42" fmla="*/ 75401 w 361674"/>
                <a:gd name="connsiteY42" fmla="*/ 276426 h 361333"/>
                <a:gd name="connsiteX43" fmla="*/ 81791 w 361674"/>
                <a:gd name="connsiteY43" fmla="*/ 270042 h 361333"/>
                <a:gd name="connsiteX44" fmla="*/ 133550 w 361674"/>
                <a:gd name="connsiteY44" fmla="*/ 270042 h 361333"/>
                <a:gd name="connsiteX45" fmla="*/ 75401 w 361674"/>
                <a:gd name="connsiteY45" fmla="*/ 186412 h 361333"/>
                <a:gd name="connsiteX46" fmla="*/ 75401 w 361674"/>
                <a:gd name="connsiteY46" fmla="*/ 168537 h 361333"/>
                <a:gd name="connsiteX47" fmla="*/ 81791 w 361674"/>
                <a:gd name="connsiteY47" fmla="*/ 162153 h 361333"/>
                <a:gd name="connsiteX48" fmla="*/ 242818 w 361674"/>
                <a:gd name="connsiteY48" fmla="*/ 162153 h 361333"/>
                <a:gd name="connsiteX49" fmla="*/ 249208 w 361674"/>
                <a:gd name="connsiteY49" fmla="*/ 168537 h 361333"/>
                <a:gd name="connsiteX50" fmla="*/ 249208 w 361674"/>
                <a:gd name="connsiteY50" fmla="*/ 180667 h 361333"/>
                <a:gd name="connsiteX51" fmla="*/ 263265 w 361674"/>
                <a:gd name="connsiteY51" fmla="*/ 176198 h 361333"/>
                <a:gd name="connsiteX52" fmla="*/ 287547 w 361674"/>
                <a:gd name="connsiteY52" fmla="*/ 200457 h 361333"/>
                <a:gd name="connsiteX53" fmla="*/ 263265 w 361674"/>
                <a:gd name="connsiteY53" fmla="*/ 22535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61674"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2309" y="80438"/>
                    <a:pt x="281157" y="0"/>
                    <a:pt x="180835" y="0"/>
                  </a:cubicBezTo>
                  <a:close/>
                  <a:moveTo>
                    <a:pt x="210229" y="80438"/>
                  </a:moveTo>
                  <a:cubicBezTo>
                    <a:pt x="212785" y="77884"/>
                    <a:pt x="216619" y="77246"/>
                    <a:pt x="219175" y="79800"/>
                  </a:cubicBezTo>
                  <a:cubicBezTo>
                    <a:pt x="221731" y="82353"/>
                    <a:pt x="222370" y="86184"/>
                    <a:pt x="219814" y="88737"/>
                  </a:cubicBezTo>
                  <a:cubicBezTo>
                    <a:pt x="219175" y="89376"/>
                    <a:pt x="213424" y="97036"/>
                    <a:pt x="220453" y="107889"/>
                  </a:cubicBezTo>
                  <a:cubicBezTo>
                    <a:pt x="232594" y="127041"/>
                    <a:pt x="220453" y="142363"/>
                    <a:pt x="219814" y="143001"/>
                  </a:cubicBezTo>
                  <a:cubicBezTo>
                    <a:pt x="218536" y="144278"/>
                    <a:pt x="216619" y="145555"/>
                    <a:pt x="214702" y="145555"/>
                  </a:cubicBezTo>
                  <a:cubicBezTo>
                    <a:pt x="213424" y="145555"/>
                    <a:pt x="212146" y="144916"/>
                    <a:pt x="210868" y="144278"/>
                  </a:cubicBezTo>
                  <a:cubicBezTo>
                    <a:pt x="208312" y="142363"/>
                    <a:pt x="207673" y="137894"/>
                    <a:pt x="209590" y="135340"/>
                  </a:cubicBezTo>
                  <a:cubicBezTo>
                    <a:pt x="210229" y="134702"/>
                    <a:pt x="215980" y="126403"/>
                    <a:pt x="208951" y="114912"/>
                  </a:cubicBezTo>
                  <a:cubicBezTo>
                    <a:pt x="197449" y="95121"/>
                    <a:pt x="209590" y="81076"/>
                    <a:pt x="210229" y="80438"/>
                  </a:cubicBezTo>
                  <a:close/>
                  <a:moveTo>
                    <a:pt x="156553" y="80438"/>
                  </a:moveTo>
                  <a:cubicBezTo>
                    <a:pt x="159109" y="77884"/>
                    <a:pt x="162943" y="77246"/>
                    <a:pt x="165499" y="79800"/>
                  </a:cubicBezTo>
                  <a:cubicBezTo>
                    <a:pt x="168055" y="82353"/>
                    <a:pt x="168694" y="86184"/>
                    <a:pt x="166138" y="88737"/>
                  </a:cubicBezTo>
                  <a:cubicBezTo>
                    <a:pt x="165499" y="89376"/>
                    <a:pt x="159748" y="97036"/>
                    <a:pt x="166777" y="107889"/>
                  </a:cubicBezTo>
                  <a:cubicBezTo>
                    <a:pt x="178918" y="127041"/>
                    <a:pt x="166777" y="142363"/>
                    <a:pt x="166138" y="143001"/>
                  </a:cubicBezTo>
                  <a:cubicBezTo>
                    <a:pt x="164860" y="144278"/>
                    <a:pt x="162943" y="145555"/>
                    <a:pt x="161026" y="145555"/>
                  </a:cubicBezTo>
                  <a:cubicBezTo>
                    <a:pt x="159748" y="145555"/>
                    <a:pt x="158470" y="144916"/>
                    <a:pt x="157192" y="144278"/>
                  </a:cubicBezTo>
                  <a:cubicBezTo>
                    <a:pt x="154636" y="142363"/>
                    <a:pt x="153998" y="137894"/>
                    <a:pt x="156553" y="135340"/>
                  </a:cubicBezTo>
                  <a:cubicBezTo>
                    <a:pt x="157192" y="134702"/>
                    <a:pt x="162943" y="126403"/>
                    <a:pt x="155914" y="114912"/>
                  </a:cubicBezTo>
                  <a:cubicBezTo>
                    <a:pt x="143774" y="95121"/>
                    <a:pt x="155914" y="81076"/>
                    <a:pt x="156553" y="80438"/>
                  </a:cubicBezTo>
                  <a:close/>
                  <a:moveTo>
                    <a:pt x="102878" y="80438"/>
                  </a:moveTo>
                  <a:cubicBezTo>
                    <a:pt x="105434" y="77884"/>
                    <a:pt x="109268" y="77246"/>
                    <a:pt x="111824" y="79800"/>
                  </a:cubicBezTo>
                  <a:cubicBezTo>
                    <a:pt x="114380" y="82353"/>
                    <a:pt x="115019" y="86184"/>
                    <a:pt x="112463" y="88737"/>
                  </a:cubicBezTo>
                  <a:cubicBezTo>
                    <a:pt x="111824" y="89376"/>
                    <a:pt x="106073" y="97036"/>
                    <a:pt x="113102" y="107889"/>
                  </a:cubicBezTo>
                  <a:cubicBezTo>
                    <a:pt x="125243" y="127041"/>
                    <a:pt x="113102" y="142363"/>
                    <a:pt x="112463" y="143001"/>
                  </a:cubicBezTo>
                  <a:cubicBezTo>
                    <a:pt x="111185" y="144278"/>
                    <a:pt x="109268" y="145555"/>
                    <a:pt x="107351" y="145555"/>
                  </a:cubicBezTo>
                  <a:cubicBezTo>
                    <a:pt x="106073" y="145555"/>
                    <a:pt x="104795" y="144916"/>
                    <a:pt x="103517" y="144278"/>
                  </a:cubicBezTo>
                  <a:cubicBezTo>
                    <a:pt x="100961" y="142363"/>
                    <a:pt x="100322" y="137894"/>
                    <a:pt x="102878" y="135340"/>
                  </a:cubicBezTo>
                  <a:cubicBezTo>
                    <a:pt x="103517" y="134702"/>
                    <a:pt x="109268" y="126403"/>
                    <a:pt x="102239" y="114912"/>
                  </a:cubicBezTo>
                  <a:cubicBezTo>
                    <a:pt x="90098" y="95121"/>
                    <a:pt x="102239" y="81076"/>
                    <a:pt x="102878" y="80438"/>
                  </a:cubicBezTo>
                  <a:close/>
                  <a:moveTo>
                    <a:pt x="263265" y="225355"/>
                  </a:moveTo>
                  <a:cubicBezTo>
                    <a:pt x="255597" y="225355"/>
                    <a:pt x="248569" y="221524"/>
                    <a:pt x="244095" y="215779"/>
                  </a:cubicBezTo>
                  <a:cubicBezTo>
                    <a:pt x="235789" y="241314"/>
                    <a:pt x="215980" y="261105"/>
                    <a:pt x="191059" y="270042"/>
                  </a:cubicBezTo>
                  <a:lnTo>
                    <a:pt x="265821" y="270042"/>
                  </a:lnTo>
                  <a:cubicBezTo>
                    <a:pt x="269655" y="270042"/>
                    <a:pt x="272211" y="272596"/>
                    <a:pt x="272211" y="276426"/>
                  </a:cubicBezTo>
                  <a:cubicBezTo>
                    <a:pt x="272211" y="280257"/>
                    <a:pt x="269655" y="282810"/>
                    <a:pt x="265821" y="282810"/>
                  </a:cubicBezTo>
                  <a:lnTo>
                    <a:pt x="81791" y="282810"/>
                  </a:lnTo>
                  <a:cubicBezTo>
                    <a:pt x="77957" y="282810"/>
                    <a:pt x="75401" y="280257"/>
                    <a:pt x="75401" y="276426"/>
                  </a:cubicBezTo>
                  <a:cubicBezTo>
                    <a:pt x="75401" y="272596"/>
                    <a:pt x="77957" y="270042"/>
                    <a:pt x="81791" y="270042"/>
                  </a:cubicBezTo>
                  <a:lnTo>
                    <a:pt x="133550" y="270042"/>
                  </a:lnTo>
                  <a:cubicBezTo>
                    <a:pt x="99683" y="257913"/>
                    <a:pt x="75401" y="225993"/>
                    <a:pt x="75401" y="186412"/>
                  </a:cubicBezTo>
                  <a:lnTo>
                    <a:pt x="75401" y="168537"/>
                  </a:lnTo>
                  <a:cubicBezTo>
                    <a:pt x="75401" y="164707"/>
                    <a:pt x="77957" y="162153"/>
                    <a:pt x="81791" y="162153"/>
                  </a:cubicBezTo>
                  <a:lnTo>
                    <a:pt x="242818" y="162153"/>
                  </a:lnTo>
                  <a:cubicBezTo>
                    <a:pt x="246652" y="162153"/>
                    <a:pt x="249208" y="164707"/>
                    <a:pt x="249208" y="168537"/>
                  </a:cubicBezTo>
                  <a:lnTo>
                    <a:pt x="249208" y="180667"/>
                  </a:lnTo>
                  <a:cubicBezTo>
                    <a:pt x="253042" y="177475"/>
                    <a:pt x="258153" y="176198"/>
                    <a:pt x="263265" y="176198"/>
                  </a:cubicBezTo>
                  <a:cubicBezTo>
                    <a:pt x="276684" y="176198"/>
                    <a:pt x="287547" y="187051"/>
                    <a:pt x="287547" y="200457"/>
                  </a:cubicBezTo>
                  <a:cubicBezTo>
                    <a:pt x="287547" y="213863"/>
                    <a:pt x="276684" y="225355"/>
                    <a:pt x="263265" y="225355"/>
                  </a:cubicBezTo>
                  <a:close/>
                </a:path>
              </a:pathLst>
            </a:custGeom>
            <a:solidFill>
              <a:srgbClr val="046A38"/>
            </a:solidFill>
            <a:ln w="6390" cap="flat">
              <a:noFill/>
              <a:prstDash val="solid"/>
              <a:miter/>
            </a:ln>
          </p:spPr>
          <p:txBody>
            <a:bodyPr rtlCol="0" anchor="ctr"/>
            <a:lstStyle/>
            <a:p>
              <a:endParaRPr lang="en-US"/>
            </a:p>
          </p:txBody>
        </p:sp>
      </p:grpSp>
      <p:grpSp>
        <p:nvGrpSpPr>
          <p:cNvPr id="911" name="Graphic 4">
            <a:extLst>
              <a:ext uri="{FF2B5EF4-FFF2-40B4-BE49-F238E27FC236}">
                <a16:creationId xmlns:a16="http://schemas.microsoft.com/office/drawing/2014/main" id="{EFAA4A60-479A-A14E-9476-0B87C7F5F673}"/>
              </a:ext>
            </a:extLst>
          </p:cNvPr>
          <p:cNvGrpSpPr/>
          <p:nvPr/>
        </p:nvGrpSpPr>
        <p:grpSpPr>
          <a:xfrm>
            <a:off x="7802113" y="3339623"/>
            <a:ext cx="361670" cy="361333"/>
            <a:chOff x="7802113" y="3339623"/>
            <a:chExt cx="361670" cy="361333"/>
          </a:xfrm>
          <a:solidFill>
            <a:srgbClr val="009A44"/>
          </a:solidFill>
        </p:grpSpPr>
        <p:sp>
          <p:nvSpPr>
            <p:cNvPr id="912" name="Graphic 4">
              <a:extLst>
                <a:ext uri="{FF2B5EF4-FFF2-40B4-BE49-F238E27FC236}">
                  <a16:creationId xmlns:a16="http://schemas.microsoft.com/office/drawing/2014/main" id="{C2673843-F666-4E44-AAA8-9960F37A633B}"/>
                </a:ext>
              </a:extLst>
            </p:cNvPr>
            <p:cNvSpPr/>
            <p:nvPr/>
          </p:nvSpPr>
          <p:spPr>
            <a:xfrm>
              <a:off x="7802113" y="3339623"/>
              <a:ext cx="361670" cy="361333"/>
            </a:xfrm>
            <a:custGeom>
              <a:avLst/>
              <a:gdLst>
                <a:gd name="connsiteX0" fmla="*/ 180836 w 361670"/>
                <a:gd name="connsiteY0" fmla="*/ 349204 h 361333"/>
                <a:gd name="connsiteX1" fmla="*/ 12780 w 361670"/>
                <a:gd name="connsiteY1" fmla="*/ 181305 h 361333"/>
                <a:gd name="connsiteX2" fmla="*/ 180836 w 361670"/>
                <a:gd name="connsiteY2" fmla="*/ 13406 h 361333"/>
                <a:gd name="connsiteX3" fmla="*/ 348890 w 361670"/>
                <a:gd name="connsiteY3" fmla="*/ 181305 h 361333"/>
                <a:gd name="connsiteX4" fmla="*/ 180836 w 361670"/>
                <a:gd name="connsiteY4" fmla="*/ 349204 h 361333"/>
                <a:gd name="connsiteX5" fmla="*/ 180836 w 361670"/>
                <a:gd name="connsiteY5" fmla="*/ 0 h 361333"/>
                <a:gd name="connsiteX6" fmla="*/ 0 w 361670"/>
                <a:gd name="connsiteY6" fmla="*/ 180667 h 361333"/>
                <a:gd name="connsiteX7" fmla="*/ 180836 w 361670"/>
                <a:gd name="connsiteY7" fmla="*/ 361333 h 361333"/>
                <a:gd name="connsiteX8" fmla="*/ 361670 w 361670"/>
                <a:gd name="connsiteY8" fmla="*/ 180667 h 361333"/>
                <a:gd name="connsiteX9" fmla="*/ 180836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349204"/>
                  </a:moveTo>
                  <a:cubicBezTo>
                    <a:pt x="88181" y="349204"/>
                    <a:pt x="12780" y="273873"/>
                    <a:pt x="12780" y="181305"/>
                  </a:cubicBezTo>
                  <a:cubicBezTo>
                    <a:pt x="12780" y="88738"/>
                    <a:pt x="88181" y="13406"/>
                    <a:pt x="180836" y="13406"/>
                  </a:cubicBezTo>
                  <a:cubicBezTo>
                    <a:pt x="273490" y="13406"/>
                    <a:pt x="348890" y="88738"/>
                    <a:pt x="348890" y="181305"/>
                  </a:cubicBezTo>
                  <a:cubicBezTo>
                    <a:pt x="348890" y="273873"/>
                    <a:pt x="273490" y="349204"/>
                    <a:pt x="180836" y="349204"/>
                  </a:cubicBezTo>
                  <a:moveTo>
                    <a:pt x="180836" y="0"/>
                  </a:moveTo>
                  <a:cubicBezTo>
                    <a:pt x="80513" y="0"/>
                    <a:pt x="0" y="81077"/>
                    <a:pt x="0" y="180667"/>
                  </a:cubicBezTo>
                  <a:cubicBezTo>
                    <a:pt x="0" y="280895"/>
                    <a:pt x="81152" y="361333"/>
                    <a:pt x="180836" y="361333"/>
                  </a:cubicBezTo>
                  <a:cubicBezTo>
                    <a:pt x="281157" y="361333"/>
                    <a:pt x="361670" y="280257"/>
                    <a:pt x="361670" y="180667"/>
                  </a:cubicBezTo>
                  <a:cubicBezTo>
                    <a:pt x="361670" y="81077"/>
                    <a:pt x="280518" y="0"/>
                    <a:pt x="180836" y="0"/>
                  </a:cubicBezTo>
                </a:path>
              </a:pathLst>
            </a:custGeom>
            <a:solidFill>
              <a:srgbClr val="009A44"/>
            </a:solidFill>
            <a:ln w="6390" cap="flat">
              <a:noFill/>
              <a:prstDash val="solid"/>
              <a:miter/>
            </a:ln>
          </p:spPr>
          <p:txBody>
            <a:bodyPr rtlCol="0" anchor="ctr"/>
            <a:lstStyle/>
            <a:p>
              <a:endParaRPr lang="en-US"/>
            </a:p>
          </p:txBody>
        </p:sp>
        <p:sp>
          <p:nvSpPr>
            <p:cNvPr id="913" name="Graphic 4">
              <a:extLst>
                <a:ext uri="{FF2B5EF4-FFF2-40B4-BE49-F238E27FC236}">
                  <a16:creationId xmlns:a16="http://schemas.microsoft.com/office/drawing/2014/main" id="{500AFA44-B085-084D-B35E-BE1705E7E4BA}"/>
                </a:ext>
              </a:extLst>
            </p:cNvPr>
            <p:cNvSpPr/>
            <p:nvPr/>
          </p:nvSpPr>
          <p:spPr>
            <a:xfrm>
              <a:off x="7868568" y="3405936"/>
              <a:ext cx="228280" cy="229265"/>
            </a:xfrm>
            <a:custGeom>
              <a:avLst/>
              <a:gdLst>
                <a:gd name="connsiteX0" fmla="*/ 204478 w 228280"/>
                <a:gd name="connsiteY0" fmla="*/ 77965 h 229265"/>
                <a:gd name="connsiteX1" fmla="*/ 191059 w 228280"/>
                <a:gd name="connsiteY1" fmla="*/ 86903 h 229265"/>
                <a:gd name="connsiteX2" fmla="*/ 189781 w 228280"/>
                <a:gd name="connsiteY2" fmla="*/ 44769 h 229265"/>
                <a:gd name="connsiteX3" fmla="*/ 183391 w 228280"/>
                <a:gd name="connsiteY3" fmla="*/ 38385 h 229265"/>
                <a:gd name="connsiteX4" fmla="*/ 183391 w 228280"/>
                <a:gd name="connsiteY4" fmla="*/ 38385 h 229265"/>
                <a:gd name="connsiteX5" fmla="*/ 141856 w 228280"/>
                <a:gd name="connsiteY5" fmla="*/ 38385 h 229265"/>
                <a:gd name="connsiteX6" fmla="*/ 150802 w 228280"/>
                <a:gd name="connsiteY6" fmla="*/ 24340 h 229265"/>
                <a:gd name="connsiteX7" fmla="*/ 204478 w 228280"/>
                <a:gd name="connsiteY7" fmla="*/ 24340 h 229265"/>
                <a:gd name="connsiteX8" fmla="*/ 204478 w 228280"/>
                <a:gd name="connsiteY8" fmla="*/ 77965 h 229265"/>
                <a:gd name="connsiteX9" fmla="*/ 75401 w 228280"/>
                <a:gd name="connsiteY9" fmla="*/ 213944 h 229265"/>
                <a:gd name="connsiteX10" fmla="*/ 15975 w 228280"/>
                <a:gd name="connsiteY10" fmla="*/ 154573 h 229265"/>
                <a:gd name="connsiteX11" fmla="*/ 119492 w 228280"/>
                <a:gd name="connsiteY11" fmla="*/ 51153 h 229265"/>
                <a:gd name="connsiteX12" fmla="*/ 127160 w 228280"/>
                <a:gd name="connsiteY12" fmla="*/ 51153 h 229265"/>
                <a:gd name="connsiteX13" fmla="*/ 131633 w 228280"/>
                <a:gd name="connsiteY13" fmla="*/ 72220 h 229265"/>
                <a:gd name="connsiteX14" fmla="*/ 127160 w 228280"/>
                <a:gd name="connsiteY14" fmla="*/ 84349 h 229265"/>
                <a:gd name="connsiteX15" fmla="*/ 132910 w 228280"/>
                <a:gd name="connsiteY15" fmla="*/ 98394 h 229265"/>
                <a:gd name="connsiteX16" fmla="*/ 146969 w 228280"/>
                <a:gd name="connsiteY16" fmla="*/ 104140 h 229265"/>
                <a:gd name="connsiteX17" fmla="*/ 161026 w 228280"/>
                <a:gd name="connsiteY17" fmla="*/ 98394 h 229265"/>
                <a:gd name="connsiteX18" fmla="*/ 161026 w 228280"/>
                <a:gd name="connsiteY18" fmla="*/ 70305 h 229265"/>
                <a:gd name="connsiteX19" fmla="*/ 142495 w 228280"/>
                <a:gd name="connsiteY19" fmla="*/ 65197 h 229265"/>
                <a:gd name="connsiteX20" fmla="*/ 139940 w 228280"/>
                <a:gd name="connsiteY20" fmla="*/ 51791 h 229265"/>
                <a:gd name="connsiteX21" fmla="*/ 177640 w 228280"/>
                <a:gd name="connsiteY21" fmla="*/ 51791 h 229265"/>
                <a:gd name="connsiteX22" fmla="*/ 179557 w 228280"/>
                <a:gd name="connsiteY22" fmla="*/ 111801 h 229265"/>
                <a:gd name="connsiteX23" fmla="*/ 75401 w 228280"/>
                <a:gd name="connsiteY23" fmla="*/ 213944 h 229265"/>
                <a:gd name="connsiteX24" fmla="*/ 141217 w 228280"/>
                <a:gd name="connsiteY24" fmla="*/ 86903 h 229265"/>
                <a:gd name="connsiteX25" fmla="*/ 150164 w 228280"/>
                <a:gd name="connsiteY25" fmla="*/ 86903 h 229265"/>
                <a:gd name="connsiteX26" fmla="*/ 150164 w 228280"/>
                <a:gd name="connsiteY26" fmla="*/ 78604 h 229265"/>
                <a:gd name="connsiteX27" fmla="*/ 150802 w 228280"/>
                <a:gd name="connsiteY27" fmla="*/ 79242 h 229265"/>
                <a:gd name="connsiteX28" fmla="*/ 150802 w 228280"/>
                <a:gd name="connsiteY28" fmla="*/ 89457 h 229265"/>
                <a:gd name="connsiteX29" fmla="*/ 140579 w 228280"/>
                <a:gd name="connsiteY29" fmla="*/ 89457 h 229265"/>
                <a:gd name="connsiteX30" fmla="*/ 138661 w 228280"/>
                <a:gd name="connsiteY30" fmla="*/ 85626 h 229265"/>
                <a:gd name="connsiteX31" fmla="*/ 141217 w 228280"/>
                <a:gd name="connsiteY31" fmla="*/ 86903 h 229265"/>
                <a:gd name="connsiteX32" fmla="*/ 141217 w 228280"/>
                <a:gd name="connsiteY32" fmla="*/ 15402 h 229265"/>
                <a:gd name="connsiteX33" fmla="*/ 127799 w 228280"/>
                <a:gd name="connsiteY33" fmla="*/ 38385 h 229265"/>
                <a:gd name="connsiteX34" fmla="*/ 116297 w 228280"/>
                <a:gd name="connsiteY34" fmla="*/ 38385 h 229265"/>
                <a:gd name="connsiteX35" fmla="*/ 111824 w 228280"/>
                <a:gd name="connsiteY35" fmla="*/ 40300 h 229265"/>
                <a:gd name="connsiteX36" fmla="*/ 1917 w 228280"/>
                <a:gd name="connsiteY36" fmla="*/ 150105 h 229265"/>
                <a:gd name="connsiteX37" fmla="*/ 0 w 228280"/>
                <a:gd name="connsiteY37" fmla="*/ 154573 h 229265"/>
                <a:gd name="connsiteX38" fmla="*/ 1917 w 228280"/>
                <a:gd name="connsiteY38" fmla="*/ 159042 h 229265"/>
                <a:gd name="connsiteX39" fmla="*/ 70928 w 228280"/>
                <a:gd name="connsiteY39" fmla="*/ 227351 h 229265"/>
                <a:gd name="connsiteX40" fmla="*/ 75401 w 228280"/>
                <a:gd name="connsiteY40" fmla="*/ 229266 h 229265"/>
                <a:gd name="connsiteX41" fmla="*/ 79874 w 228280"/>
                <a:gd name="connsiteY41" fmla="*/ 227351 h 229265"/>
                <a:gd name="connsiteX42" fmla="*/ 189781 w 228280"/>
                <a:gd name="connsiteY42" fmla="*/ 117546 h 229265"/>
                <a:gd name="connsiteX43" fmla="*/ 191698 w 228280"/>
                <a:gd name="connsiteY43" fmla="*/ 113077 h 229265"/>
                <a:gd name="connsiteX44" fmla="*/ 191059 w 228280"/>
                <a:gd name="connsiteY44" fmla="*/ 99671 h 229265"/>
                <a:gd name="connsiteX45" fmla="*/ 213424 w 228280"/>
                <a:gd name="connsiteY45" fmla="*/ 86903 h 229265"/>
                <a:gd name="connsiteX46" fmla="*/ 213424 w 228280"/>
                <a:gd name="connsiteY46" fmla="*/ 14764 h 229265"/>
                <a:gd name="connsiteX47" fmla="*/ 141217 w 228280"/>
                <a:gd name="connsiteY47" fmla="*/ 15402 h 229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8280" h="229265">
                  <a:moveTo>
                    <a:pt x="204478" y="77965"/>
                  </a:moveTo>
                  <a:cubicBezTo>
                    <a:pt x="200644" y="81796"/>
                    <a:pt x="196171" y="84988"/>
                    <a:pt x="191059" y="86903"/>
                  </a:cubicBezTo>
                  <a:lnTo>
                    <a:pt x="189781" y="44769"/>
                  </a:lnTo>
                  <a:cubicBezTo>
                    <a:pt x="189781" y="41577"/>
                    <a:pt x="186586" y="38385"/>
                    <a:pt x="183391" y="38385"/>
                  </a:cubicBezTo>
                  <a:lnTo>
                    <a:pt x="183391" y="38385"/>
                  </a:lnTo>
                  <a:lnTo>
                    <a:pt x="141856" y="38385"/>
                  </a:lnTo>
                  <a:cubicBezTo>
                    <a:pt x="143774" y="33277"/>
                    <a:pt x="146330" y="28170"/>
                    <a:pt x="150802" y="24340"/>
                  </a:cubicBezTo>
                  <a:cubicBezTo>
                    <a:pt x="165500" y="9657"/>
                    <a:pt x="189781" y="9657"/>
                    <a:pt x="204478" y="24340"/>
                  </a:cubicBezTo>
                  <a:cubicBezTo>
                    <a:pt x="219174" y="39023"/>
                    <a:pt x="219174" y="63282"/>
                    <a:pt x="204478" y="77965"/>
                  </a:cubicBezTo>
                  <a:moveTo>
                    <a:pt x="75401" y="213944"/>
                  </a:moveTo>
                  <a:lnTo>
                    <a:pt x="15975" y="154573"/>
                  </a:lnTo>
                  <a:lnTo>
                    <a:pt x="119492" y="51153"/>
                  </a:lnTo>
                  <a:lnTo>
                    <a:pt x="127160" y="51153"/>
                  </a:lnTo>
                  <a:cubicBezTo>
                    <a:pt x="127160" y="58175"/>
                    <a:pt x="128438" y="65197"/>
                    <a:pt x="131633" y="72220"/>
                  </a:cubicBezTo>
                  <a:cubicBezTo>
                    <a:pt x="129076" y="75412"/>
                    <a:pt x="127160" y="79881"/>
                    <a:pt x="127160" y="84349"/>
                  </a:cubicBezTo>
                  <a:cubicBezTo>
                    <a:pt x="127160" y="89457"/>
                    <a:pt x="129076" y="94564"/>
                    <a:pt x="132910" y="98394"/>
                  </a:cubicBezTo>
                  <a:cubicBezTo>
                    <a:pt x="136745" y="102225"/>
                    <a:pt x="141856" y="104140"/>
                    <a:pt x="146969" y="104140"/>
                  </a:cubicBezTo>
                  <a:cubicBezTo>
                    <a:pt x="152080" y="104140"/>
                    <a:pt x="157192" y="102225"/>
                    <a:pt x="161026" y="98394"/>
                  </a:cubicBezTo>
                  <a:cubicBezTo>
                    <a:pt x="168695" y="90733"/>
                    <a:pt x="168695" y="77965"/>
                    <a:pt x="161026" y="70305"/>
                  </a:cubicBezTo>
                  <a:cubicBezTo>
                    <a:pt x="155915" y="65197"/>
                    <a:pt x="148885" y="63282"/>
                    <a:pt x="142495" y="65197"/>
                  </a:cubicBezTo>
                  <a:cubicBezTo>
                    <a:pt x="140579" y="60729"/>
                    <a:pt x="139940" y="56260"/>
                    <a:pt x="139940" y="51791"/>
                  </a:cubicBezTo>
                  <a:lnTo>
                    <a:pt x="177640" y="51791"/>
                  </a:lnTo>
                  <a:lnTo>
                    <a:pt x="179557" y="111801"/>
                  </a:lnTo>
                  <a:lnTo>
                    <a:pt x="75401" y="213944"/>
                  </a:lnTo>
                  <a:close/>
                  <a:moveTo>
                    <a:pt x="141217" y="86903"/>
                  </a:moveTo>
                  <a:cubicBezTo>
                    <a:pt x="143774" y="89457"/>
                    <a:pt x="147607" y="89457"/>
                    <a:pt x="150164" y="86903"/>
                  </a:cubicBezTo>
                  <a:cubicBezTo>
                    <a:pt x="152720" y="84349"/>
                    <a:pt x="152720" y="80519"/>
                    <a:pt x="150164" y="78604"/>
                  </a:cubicBezTo>
                  <a:cubicBezTo>
                    <a:pt x="150164" y="78604"/>
                    <a:pt x="150802" y="78604"/>
                    <a:pt x="150802" y="79242"/>
                  </a:cubicBezTo>
                  <a:cubicBezTo>
                    <a:pt x="153358" y="81796"/>
                    <a:pt x="153358" y="86265"/>
                    <a:pt x="150802" y="89457"/>
                  </a:cubicBezTo>
                  <a:cubicBezTo>
                    <a:pt x="148246" y="92010"/>
                    <a:pt x="143774" y="92010"/>
                    <a:pt x="140579" y="89457"/>
                  </a:cubicBezTo>
                  <a:cubicBezTo>
                    <a:pt x="139300" y="88180"/>
                    <a:pt x="139300" y="87541"/>
                    <a:pt x="138661" y="85626"/>
                  </a:cubicBezTo>
                  <a:cubicBezTo>
                    <a:pt x="140579" y="85626"/>
                    <a:pt x="140579" y="86265"/>
                    <a:pt x="141217" y="86903"/>
                  </a:cubicBezTo>
                  <a:moveTo>
                    <a:pt x="141217" y="15402"/>
                  </a:moveTo>
                  <a:cubicBezTo>
                    <a:pt x="134828" y="21786"/>
                    <a:pt x="130355" y="30085"/>
                    <a:pt x="127799" y="38385"/>
                  </a:cubicBezTo>
                  <a:lnTo>
                    <a:pt x="116297" y="38385"/>
                  </a:lnTo>
                  <a:cubicBezTo>
                    <a:pt x="114380" y="38385"/>
                    <a:pt x="113102" y="39023"/>
                    <a:pt x="111824" y="40300"/>
                  </a:cubicBezTo>
                  <a:lnTo>
                    <a:pt x="1917" y="150105"/>
                  </a:lnTo>
                  <a:cubicBezTo>
                    <a:pt x="639" y="151381"/>
                    <a:pt x="0" y="152658"/>
                    <a:pt x="0" y="154573"/>
                  </a:cubicBezTo>
                  <a:cubicBezTo>
                    <a:pt x="0" y="156489"/>
                    <a:pt x="639" y="157765"/>
                    <a:pt x="1917" y="159042"/>
                  </a:cubicBezTo>
                  <a:lnTo>
                    <a:pt x="70928" y="227351"/>
                  </a:lnTo>
                  <a:cubicBezTo>
                    <a:pt x="72206" y="228628"/>
                    <a:pt x="74123" y="229266"/>
                    <a:pt x="75401" y="229266"/>
                  </a:cubicBezTo>
                  <a:cubicBezTo>
                    <a:pt x="77318" y="229266"/>
                    <a:pt x="78596" y="228628"/>
                    <a:pt x="79874" y="227351"/>
                  </a:cubicBezTo>
                  <a:lnTo>
                    <a:pt x="189781" y="117546"/>
                  </a:lnTo>
                  <a:cubicBezTo>
                    <a:pt x="191059" y="116269"/>
                    <a:pt x="191698" y="114354"/>
                    <a:pt x="191698" y="113077"/>
                  </a:cubicBezTo>
                  <a:lnTo>
                    <a:pt x="191059" y="99671"/>
                  </a:lnTo>
                  <a:cubicBezTo>
                    <a:pt x="199366" y="97117"/>
                    <a:pt x="207034" y="93287"/>
                    <a:pt x="213424" y="86903"/>
                  </a:cubicBezTo>
                  <a:cubicBezTo>
                    <a:pt x="233233" y="67113"/>
                    <a:pt x="233233" y="34554"/>
                    <a:pt x="213424" y="14764"/>
                  </a:cubicBezTo>
                  <a:cubicBezTo>
                    <a:pt x="193615" y="-5026"/>
                    <a:pt x="161026" y="-5026"/>
                    <a:pt x="141217" y="15402"/>
                  </a:cubicBezTo>
                </a:path>
              </a:pathLst>
            </a:custGeom>
            <a:solidFill>
              <a:srgbClr val="009A44"/>
            </a:solidFill>
            <a:ln w="6390" cap="flat">
              <a:noFill/>
              <a:prstDash val="solid"/>
              <a:miter/>
            </a:ln>
          </p:spPr>
          <p:txBody>
            <a:bodyPr rtlCol="0" anchor="ctr"/>
            <a:lstStyle/>
            <a:p>
              <a:endParaRPr lang="en-US"/>
            </a:p>
          </p:txBody>
        </p:sp>
        <p:sp>
          <p:nvSpPr>
            <p:cNvPr id="914" name="Graphic 4">
              <a:extLst>
                <a:ext uri="{FF2B5EF4-FFF2-40B4-BE49-F238E27FC236}">
                  <a16:creationId xmlns:a16="http://schemas.microsoft.com/office/drawing/2014/main" id="{39251480-214C-4D44-8155-30D1C7D89B3F}"/>
                </a:ext>
              </a:extLst>
            </p:cNvPr>
            <p:cNvSpPr/>
            <p:nvPr/>
          </p:nvSpPr>
          <p:spPr>
            <a:xfrm>
              <a:off x="7908186" y="3504330"/>
              <a:ext cx="93535" cy="92567"/>
            </a:xfrm>
            <a:custGeom>
              <a:avLst/>
              <a:gdLst>
                <a:gd name="connsiteX0" fmla="*/ 74763 w 93535"/>
                <a:gd name="connsiteY0" fmla="*/ 12768 h 92567"/>
                <a:gd name="connsiteX1" fmla="*/ 76040 w 93535"/>
                <a:gd name="connsiteY1" fmla="*/ 12130 h 92567"/>
                <a:gd name="connsiteX2" fmla="*/ 78597 w 93535"/>
                <a:gd name="connsiteY2" fmla="*/ 14045 h 92567"/>
                <a:gd name="connsiteX3" fmla="*/ 80513 w 93535"/>
                <a:gd name="connsiteY3" fmla="*/ 18514 h 92567"/>
                <a:gd name="connsiteX4" fmla="*/ 79874 w 93535"/>
                <a:gd name="connsiteY4" fmla="*/ 19152 h 92567"/>
                <a:gd name="connsiteX5" fmla="*/ 74763 w 93535"/>
                <a:gd name="connsiteY5" fmla="*/ 12768 h 92567"/>
                <a:gd name="connsiteX6" fmla="*/ 74763 w 93535"/>
                <a:gd name="connsiteY6" fmla="*/ 12768 h 92567"/>
                <a:gd name="connsiteX7" fmla="*/ 75402 w 93535"/>
                <a:gd name="connsiteY7" fmla="*/ 0 h 92567"/>
                <a:gd name="connsiteX8" fmla="*/ 65178 w 93535"/>
                <a:gd name="connsiteY8" fmla="*/ 4469 h 92567"/>
                <a:gd name="connsiteX9" fmla="*/ 60066 w 93535"/>
                <a:gd name="connsiteY9" fmla="*/ 9576 h 92567"/>
                <a:gd name="connsiteX10" fmla="*/ 58148 w 93535"/>
                <a:gd name="connsiteY10" fmla="*/ 12768 h 92567"/>
                <a:gd name="connsiteX11" fmla="*/ 54314 w 93535"/>
                <a:gd name="connsiteY11" fmla="*/ 14683 h 92567"/>
                <a:gd name="connsiteX12" fmla="*/ 54314 w 93535"/>
                <a:gd name="connsiteY12" fmla="*/ 23621 h 92567"/>
                <a:gd name="connsiteX13" fmla="*/ 55593 w 93535"/>
                <a:gd name="connsiteY13" fmla="*/ 24898 h 92567"/>
                <a:gd name="connsiteX14" fmla="*/ 49842 w 93535"/>
                <a:gd name="connsiteY14" fmla="*/ 23621 h 92567"/>
                <a:gd name="connsiteX15" fmla="*/ 42813 w 93535"/>
                <a:gd name="connsiteY15" fmla="*/ 26813 h 92567"/>
                <a:gd name="connsiteX16" fmla="*/ 42813 w 93535"/>
                <a:gd name="connsiteY16" fmla="*/ 32559 h 92567"/>
                <a:gd name="connsiteX17" fmla="*/ 42813 w 93535"/>
                <a:gd name="connsiteY17" fmla="*/ 32559 h 92567"/>
                <a:gd name="connsiteX18" fmla="*/ 40896 w 93535"/>
                <a:gd name="connsiteY18" fmla="*/ 31920 h 92567"/>
                <a:gd name="connsiteX19" fmla="*/ 34506 w 93535"/>
                <a:gd name="connsiteY19" fmla="*/ 34474 h 92567"/>
                <a:gd name="connsiteX20" fmla="*/ 32589 w 93535"/>
                <a:gd name="connsiteY20" fmla="*/ 40858 h 92567"/>
                <a:gd name="connsiteX21" fmla="*/ 33228 w 93535"/>
                <a:gd name="connsiteY21" fmla="*/ 42135 h 92567"/>
                <a:gd name="connsiteX22" fmla="*/ 33867 w 93535"/>
                <a:gd name="connsiteY22" fmla="*/ 43411 h 92567"/>
                <a:gd name="connsiteX23" fmla="*/ 30672 w 93535"/>
                <a:gd name="connsiteY23" fmla="*/ 43411 h 92567"/>
                <a:gd name="connsiteX24" fmla="*/ 21087 w 93535"/>
                <a:gd name="connsiteY24" fmla="*/ 47880 h 92567"/>
                <a:gd name="connsiteX25" fmla="*/ 16614 w 93535"/>
                <a:gd name="connsiteY25" fmla="*/ 52349 h 92567"/>
                <a:gd name="connsiteX26" fmla="*/ 14697 w 93535"/>
                <a:gd name="connsiteY26" fmla="*/ 56818 h 92567"/>
                <a:gd name="connsiteX27" fmla="*/ 14697 w 93535"/>
                <a:gd name="connsiteY27" fmla="*/ 57456 h 92567"/>
                <a:gd name="connsiteX28" fmla="*/ 5751 w 93535"/>
                <a:gd name="connsiteY28" fmla="*/ 62563 h 92567"/>
                <a:gd name="connsiteX29" fmla="*/ 1917 w 93535"/>
                <a:gd name="connsiteY29" fmla="*/ 66394 h 92567"/>
                <a:gd name="connsiteX30" fmla="*/ 0 w 93535"/>
                <a:gd name="connsiteY30" fmla="*/ 70862 h 92567"/>
                <a:gd name="connsiteX31" fmla="*/ 1917 w 93535"/>
                <a:gd name="connsiteY31" fmla="*/ 75331 h 92567"/>
                <a:gd name="connsiteX32" fmla="*/ 17253 w 93535"/>
                <a:gd name="connsiteY32" fmla="*/ 90653 h 92567"/>
                <a:gd name="connsiteX33" fmla="*/ 21726 w 93535"/>
                <a:gd name="connsiteY33" fmla="*/ 92568 h 92567"/>
                <a:gd name="connsiteX34" fmla="*/ 21726 w 93535"/>
                <a:gd name="connsiteY34" fmla="*/ 92568 h 92567"/>
                <a:gd name="connsiteX35" fmla="*/ 26199 w 93535"/>
                <a:gd name="connsiteY35" fmla="*/ 90653 h 92567"/>
                <a:gd name="connsiteX36" fmla="*/ 30033 w 93535"/>
                <a:gd name="connsiteY36" fmla="*/ 86184 h 92567"/>
                <a:gd name="connsiteX37" fmla="*/ 35145 w 93535"/>
                <a:gd name="connsiteY37" fmla="*/ 78523 h 92567"/>
                <a:gd name="connsiteX38" fmla="*/ 35783 w 93535"/>
                <a:gd name="connsiteY38" fmla="*/ 78523 h 92567"/>
                <a:gd name="connsiteX39" fmla="*/ 40257 w 93535"/>
                <a:gd name="connsiteY39" fmla="*/ 76608 h 92567"/>
                <a:gd name="connsiteX40" fmla="*/ 40896 w 93535"/>
                <a:gd name="connsiteY40" fmla="*/ 67670 h 92567"/>
                <a:gd name="connsiteX41" fmla="*/ 43452 w 93535"/>
                <a:gd name="connsiteY41" fmla="*/ 68309 h 92567"/>
                <a:gd name="connsiteX42" fmla="*/ 50481 w 93535"/>
                <a:gd name="connsiteY42" fmla="*/ 65755 h 92567"/>
                <a:gd name="connsiteX43" fmla="*/ 51119 w 93535"/>
                <a:gd name="connsiteY43" fmla="*/ 65755 h 92567"/>
                <a:gd name="connsiteX44" fmla="*/ 54314 w 93535"/>
                <a:gd name="connsiteY44" fmla="*/ 57456 h 92567"/>
                <a:gd name="connsiteX45" fmla="*/ 53037 w 93535"/>
                <a:gd name="connsiteY45" fmla="*/ 54264 h 92567"/>
                <a:gd name="connsiteX46" fmla="*/ 54953 w 93535"/>
                <a:gd name="connsiteY46" fmla="*/ 52349 h 92567"/>
                <a:gd name="connsiteX47" fmla="*/ 58148 w 93535"/>
                <a:gd name="connsiteY47" fmla="*/ 53626 h 92567"/>
                <a:gd name="connsiteX48" fmla="*/ 66456 w 93535"/>
                <a:gd name="connsiteY48" fmla="*/ 51072 h 92567"/>
                <a:gd name="connsiteX49" fmla="*/ 66456 w 93535"/>
                <a:gd name="connsiteY49" fmla="*/ 50434 h 92567"/>
                <a:gd name="connsiteX50" fmla="*/ 68373 w 93535"/>
                <a:gd name="connsiteY50" fmla="*/ 49157 h 92567"/>
                <a:gd name="connsiteX51" fmla="*/ 68373 w 93535"/>
                <a:gd name="connsiteY51" fmla="*/ 40219 h 92567"/>
                <a:gd name="connsiteX52" fmla="*/ 67733 w 93535"/>
                <a:gd name="connsiteY52" fmla="*/ 39581 h 92567"/>
                <a:gd name="connsiteX53" fmla="*/ 73484 w 93535"/>
                <a:gd name="connsiteY53" fmla="*/ 40858 h 92567"/>
                <a:gd name="connsiteX54" fmla="*/ 80513 w 93535"/>
                <a:gd name="connsiteY54" fmla="*/ 37666 h 92567"/>
                <a:gd name="connsiteX55" fmla="*/ 81153 w 93535"/>
                <a:gd name="connsiteY55" fmla="*/ 35751 h 92567"/>
                <a:gd name="connsiteX56" fmla="*/ 84348 w 93535"/>
                <a:gd name="connsiteY56" fmla="*/ 34474 h 92567"/>
                <a:gd name="connsiteX57" fmla="*/ 89459 w 93535"/>
                <a:gd name="connsiteY57" fmla="*/ 29367 h 92567"/>
                <a:gd name="connsiteX58" fmla="*/ 87543 w 93535"/>
                <a:gd name="connsiteY58" fmla="*/ 7023 h 92567"/>
                <a:gd name="connsiteX59" fmla="*/ 75402 w 93535"/>
                <a:gd name="connsiteY59" fmla="*/ 0 h 92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93535" h="92567">
                  <a:moveTo>
                    <a:pt x="74763" y="12768"/>
                  </a:moveTo>
                  <a:cubicBezTo>
                    <a:pt x="74763" y="12768"/>
                    <a:pt x="75402" y="12130"/>
                    <a:pt x="76040" y="12130"/>
                  </a:cubicBezTo>
                  <a:cubicBezTo>
                    <a:pt x="76679" y="12130"/>
                    <a:pt x="77958" y="12768"/>
                    <a:pt x="78597" y="14045"/>
                  </a:cubicBezTo>
                  <a:cubicBezTo>
                    <a:pt x="80513" y="15960"/>
                    <a:pt x="81153" y="17875"/>
                    <a:pt x="80513" y="18514"/>
                  </a:cubicBezTo>
                  <a:lnTo>
                    <a:pt x="79874" y="19152"/>
                  </a:lnTo>
                  <a:lnTo>
                    <a:pt x="74763" y="12768"/>
                  </a:lnTo>
                  <a:lnTo>
                    <a:pt x="74763" y="12768"/>
                  </a:lnTo>
                  <a:close/>
                  <a:moveTo>
                    <a:pt x="75402" y="0"/>
                  </a:moveTo>
                  <a:cubicBezTo>
                    <a:pt x="69650" y="0"/>
                    <a:pt x="65817" y="3831"/>
                    <a:pt x="65178" y="4469"/>
                  </a:cubicBezTo>
                  <a:lnTo>
                    <a:pt x="60066" y="9576"/>
                  </a:lnTo>
                  <a:cubicBezTo>
                    <a:pt x="59427" y="10215"/>
                    <a:pt x="58788" y="11491"/>
                    <a:pt x="58148" y="12768"/>
                  </a:cubicBezTo>
                  <a:cubicBezTo>
                    <a:pt x="56871" y="12768"/>
                    <a:pt x="55593" y="13407"/>
                    <a:pt x="54314" y="14683"/>
                  </a:cubicBezTo>
                  <a:cubicBezTo>
                    <a:pt x="51758" y="17237"/>
                    <a:pt x="51758" y="21067"/>
                    <a:pt x="54314" y="23621"/>
                  </a:cubicBezTo>
                  <a:lnTo>
                    <a:pt x="55593" y="24898"/>
                  </a:lnTo>
                  <a:lnTo>
                    <a:pt x="49842" y="23621"/>
                  </a:lnTo>
                  <a:cubicBezTo>
                    <a:pt x="47286" y="22983"/>
                    <a:pt x="44091" y="24259"/>
                    <a:pt x="42813" y="26813"/>
                  </a:cubicBezTo>
                  <a:cubicBezTo>
                    <a:pt x="42173" y="28728"/>
                    <a:pt x="42173" y="30643"/>
                    <a:pt x="42813" y="32559"/>
                  </a:cubicBezTo>
                  <a:lnTo>
                    <a:pt x="42813" y="32559"/>
                  </a:lnTo>
                  <a:cubicBezTo>
                    <a:pt x="42173" y="31920"/>
                    <a:pt x="41535" y="31920"/>
                    <a:pt x="40896" y="31920"/>
                  </a:cubicBezTo>
                  <a:cubicBezTo>
                    <a:pt x="38340" y="31920"/>
                    <a:pt x="35783" y="32559"/>
                    <a:pt x="34506" y="34474"/>
                  </a:cubicBezTo>
                  <a:cubicBezTo>
                    <a:pt x="32589" y="36389"/>
                    <a:pt x="31950" y="38943"/>
                    <a:pt x="32589" y="40858"/>
                  </a:cubicBezTo>
                  <a:cubicBezTo>
                    <a:pt x="32589" y="41496"/>
                    <a:pt x="32589" y="42135"/>
                    <a:pt x="33228" y="42135"/>
                  </a:cubicBezTo>
                  <a:lnTo>
                    <a:pt x="33867" y="43411"/>
                  </a:lnTo>
                  <a:cubicBezTo>
                    <a:pt x="32589" y="43411"/>
                    <a:pt x="31950" y="42773"/>
                    <a:pt x="30672" y="43411"/>
                  </a:cubicBezTo>
                  <a:cubicBezTo>
                    <a:pt x="25560" y="43411"/>
                    <a:pt x="21726" y="47242"/>
                    <a:pt x="21087" y="47880"/>
                  </a:cubicBezTo>
                  <a:lnTo>
                    <a:pt x="16614" y="52349"/>
                  </a:lnTo>
                  <a:cubicBezTo>
                    <a:pt x="15336" y="53626"/>
                    <a:pt x="14697" y="54902"/>
                    <a:pt x="14697" y="56818"/>
                  </a:cubicBezTo>
                  <a:cubicBezTo>
                    <a:pt x="14697" y="56818"/>
                    <a:pt x="14697" y="57456"/>
                    <a:pt x="14697" y="57456"/>
                  </a:cubicBezTo>
                  <a:cubicBezTo>
                    <a:pt x="10863" y="58094"/>
                    <a:pt x="8307" y="60010"/>
                    <a:pt x="5751" y="62563"/>
                  </a:cubicBezTo>
                  <a:lnTo>
                    <a:pt x="1917" y="66394"/>
                  </a:lnTo>
                  <a:cubicBezTo>
                    <a:pt x="639" y="67670"/>
                    <a:pt x="0" y="68947"/>
                    <a:pt x="0" y="70862"/>
                  </a:cubicBezTo>
                  <a:cubicBezTo>
                    <a:pt x="0" y="72778"/>
                    <a:pt x="639" y="74054"/>
                    <a:pt x="1917" y="75331"/>
                  </a:cubicBezTo>
                  <a:lnTo>
                    <a:pt x="17253" y="90653"/>
                  </a:lnTo>
                  <a:cubicBezTo>
                    <a:pt x="18531" y="91930"/>
                    <a:pt x="19809" y="92568"/>
                    <a:pt x="21726" y="92568"/>
                  </a:cubicBezTo>
                  <a:lnTo>
                    <a:pt x="21726" y="92568"/>
                  </a:lnTo>
                  <a:cubicBezTo>
                    <a:pt x="23643" y="92568"/>
                    <a:pt x="24921" y="91930"/>
                    <a:pt x="26199" y="90653"/>
                  </a:cubicBezTo>
                  <a:lnTo>
                    <a:pt x="30033" y="86184"/>
                  </a:lnTo>
                  <a:cubicBezTo>
                    <a:pt x="31311" y="84907"/>
                    <a:pt x="33867" y="82354"/>
                    <a:pt x="35145" y="78523"/>
                  </a:cubicBezTo>
                  <a:cubicBezTo>
                    <a:pt x="35145" y="78523"/>
                    <a:pt x="35145" y="78523"/>
                    <a:pt x="35783" y="78523"/>
                  </a:cubicBezTo>
                  <a:cubicBezTo>
                    <a:pt x="37701" y="78523"/>
                    <a:pt x="38978" y="77885"/>
                    <a:pt x="40257" y="76608"/>
                  </a:cubicBezTo>
                  <a:cubicBezTo>
                    <a:pt x="42813" y="74054"/>
                    <a:pt x="42813" y="70224"/>
                    <a:pt x="40896" y="67670"/>
                  </a:cubicBezTo>
                  <a:lnTo>
                    <a:pt x="43452" y="68309"/>
                  </a:lnTo>
                  <a:cubicBezTo>
                    <a:pt x="46008" y="68947"/>
                    <a:pt x="49203" y="68309"/>
                    <a:pt x="50481" y="65755"/>
                  </a:cubicBezTo>
                  <a:cubicBezTo>
                    <a:pt x="50481" y="65755"/>
                    <a:pt x="51119" y="65755"/>
                    <a:pt x="51119" y="65755"/>
                  </a:cubicBezTo>
                  <a:cubicBezTo>
                    <a:pt x="54314" y="64478"/>
                    <a:pt x="55593" y="60648"/>
                    <a:pt x="54314" y="57456"/>
                  </a:cubicBezTo>
                  <a:lnTo>
                    <a:pt x="53037" y="54264"/>
                  </a:lnTo>
                  <a:lnTo>
                    <a:pt x="54953" y="52349"/>
                  </a:lnTo>
                  <a:lnTo>
                    <a:pt x="58148" y="53626"/>
                  </a:lnTo>
                  <a:cubicBezTo>
                    <a:pt x="61343" y="55541"/>
                    <a:pt x="65178" y="54264"/>
                    <a:pt x="66456" y="51072"/>
                  </a:cubicBezTo>
                  <a:cubicBezTo>
                    <a:pt x="66456" y="51072"/>
                    <a:pt x="66456" y="50434"/>
                    <a:pt x="66456" y="50434"/>
                  </a:cubicBezTo>
                  <a:cubicBezTo>
                    <a:pt x="67094" y="50434"/>
                    <a:pt x="67733" y="49795"/>
                    <a:pt x="68373" y="49157"/>
                  </a:cubicBezTo>
                  <a:cubicBezTo>
                    <a:pt x="70928" y="46603"/>
                    <a:pt x="70928" y="42773"/>
                    <a:pt x="68373" y="40219"/>
                  </a:cubicBezTo>
                  <a:lnTo>
                    <a:pt x="67733" y="39581"/>
                  </a:lnTo>
                  <a:lnTo>
                    <a:pt x="73484" y="40858"/>
                  </a:lnTo>
                  <a:cubicBezTo>
                    <a:pt x="76040" y="41496"/>
                    <a:pt x="79235" y="40219"/>
                    <a:pt x="80513" y="37666"/>
                  </a:cubicBezTo>
                  <a:cubicBezTo>
                    <a:pt x="81153" y="37027"/>
                    <a:pt x="81153" y="36389"/>
                    <a:pt x="81153" y="35751"/>
                  </a:cubicBezTo>
                  <a:cubicBezTo>
                    <a:pt x="82430" y="35751"/>
                    <a:pt x="83069" y="35112"/>
                    <a:pt x="84348" y="34474"/>
                  </a:cubicBezTo>
                  <a:lnTo>
                    <a:pt x="89459" y="29367"/>
                  </a:lnTo>
                  <a:cubicBezTo>
                    <a:pt x="93933" y="24898"/>
                    <a:pt x="96488" y="15960"/>
                    <a:pt x="87543" y="7023"/>
                  </a:cubicBezTo>
                  <a:cubicBezTo>
                    <a:pt x="83069" y="639"/>
                    <a:pt x="78597" y="0"/>
                    <a:pt x="75402" y="0"/>
                  </a:cubicBezTo>
                </a:path>
              </a:pathLst>
            </a:custGeom>
            <a:solidFill>
              <a:srgbClr val="009A44"/>
            </a:solidFill>
            <a:ln w="6390" cap="flat">
              <a:noFill/>
              <a:prstDash val="solid"/>
              <a:miter/>
            </a:ln>
          </p:spPr>
          <p:txBody>
            <a:bodyPr rtlCol="0" anchor="ctr"/>
            <a:lstStyle/>
            <a:p>
              <a:endParaRPr lang="en-US"/>
            </a:p>
          </p:txBody>
        </p:sp>
      </p:grpSp>
      <p:grpSp>
        <p:nvGrpSpPr>
          <p:cNvPr id="915" name="Graphic 4">
            <a:extLst>
              <a:ext uri="{FF2B5EF4-FFF2-40B4-BE49-F238E27FC236}">
                <a16:creationId xmlns:a16="http://schemas.microsoft.com/office/drawing/2014/main" id="{4C5AEF14-FBB6-5A4F-B48D-0FFC40FFC3F7}"/>
              </a:ext>
            </a:extLst>
          </p:cNvPr>
          <p:cNvGrpSpPr/>
          <p:nvPr/>
        </p:nvGrpSpPr>
        <p:grpSpPr>
          <a:xfrm>
            <a:off x="8239823" y="3339623"/>
            <a:ext cx="361674" cy="361333"/>
            <a:chOff x="8239823" y="3339623"/>
            <a:chExt cx="361674" cy="361333"/>
          </a:xfrm>
          <a:solidFill>
            <a:srgbClr val="009A44"/>
          </a:solidFill>
        </p:grpSpPr>
        <p:sp>
          <p:nvSpPr>
            <p:cNvPr id="916" name="Graphic 4">
              <a:extLst>
                <a:ext uri="{FF2B5EF4-FFF2-40B4-BE49-F238E27FC236}">
                  <a16:creationId xmlns:a16="http://schemas.microsoft.com/office/drawing/2014/main" id="{A0893BA7-A336-2C42-BE39-77A2EF674A12}"/>
                </a:ext>
              </a:extLst>
            </p:cNvPr>
            <p:cNvSpPr/>
            <p:nvPr/>
          </p:nvSpPr>
          <p:spPr>
            <a:xfrm>
              <a:off x="8321615" y="3455812"/>
              <a:ext cx="162943" cy="163429"/>
            </a:xfrm>
            <a:custGeom>
              <a:avLst/>
              <a:gdLst>
                <a:gd name="connsiteX0" fmla="*/ 113740 w 162943"/>
                <a:gd name="connsiteY0" fmla="*/ 76608 h 163429"/>
                <a:gd name="connsiteX1" fmla="*/ 108629 w 162943"/>
                <a:gd name="connsiteY1" fmla="*/ 81715 h 163429"/>
                <a:gd name="connsiteX2" fmla="*/ 105434 w 162943"/>
                <a:gd name="connsiteY2" fmla="*/ 82992 h 163429"/>
                <a:gd name="connsiteX3" fmla="*/ 104794 w 162943"/>
                <a:gd name="connsiteY3" fmla="*/ 84907 h 163429"/>
                <a:gd name="connsiteX4" fmla="*/ 97766 w 162943"/>
                <a:gd name="connsiteY4" fmla="*/ 88099 h 163429"/>
                <a:gd name="connsiteX5" fmla="*/ 92014 w 162943"/>
                <a:gd name="connsiteY5" fmla="*/ 86822 h 163429"/>
                <a:gd name="connsiteX6" fmla="*/ 92654 w 162943"/>
                <a:gd name="connsiteY6" fmla="*/ 87461 h 163429"/>
                <a:gd name="connsiteX7" fmla="*/ 92654 w 162943"/>
                <a:gd name="connsiteY7" fmla="*/ 96398 h 163429"/>
                <a:gd name="connsiteX8" fmla="*/ 90737 w 162943"/>
                <a:gd name="connsiteY8" fmla="*/ 97675 h 163429"/>
                <a:gd name="connsiteX9" fmla="*/ 90737 w 162943"/>
                <a:gd name="connsiteY9" fmla="*/ 98313 h 163429"/>
                <a:gd name="connsiteX10" fmla="*/ 82430 w 162943"/>
                <a:gd name="connsiteY10" fmla="*/ 100867 h 163429"/>
                <a:gd name="connsiteX11" fmla="*/ 79235 w 162943"/>
                <a:gd name="connsiteY11" fmla="*/ 99590 h 163429"/>
                <a:gd name="connsiteX12" fmla="*/ 77318 w 162943"/>
                <a:gd name="connsiteY12" fmla="*/ 101505 h 163429"/>
                <a:gd name="connsiteX13" fmla="*/ 78596 w 162943"/>
                <a:gd name="connsiteY13" fmla="*/ 104697 h 163429"/>
                <a:gd name="connsiteX14" fmla="*/ 75401 w 162943"/>
                <a:gd name="connsiteY14" fmla="*/ 112997 h 163429"/>
                <a:gd name="connsiteX15" fmla="*/ 74762 w 162943"/>
                <a:gd name="connsiteY15" fmla="*/ 112997 h 163429"/>
                <a:gd name="connsiteX16" fmla="*/ 67733 w 162943"/>
                <a:gd name="connsiteY16" fmla="*/ 115550 h 163429"/>
                <a:gd name="connsiteX17" fmla="*/ 65177 w 162943"/>
                <a:gd name="connsiteY17" fmla="*/ 114912 h 163429"/>
                <a:gd name="connsiteX18" fmla="*/ 64538 w 162943"/>
                <a:gd name="connsiteY18" fmla="*/ 123849 h 163429"/>
                <a:gd name="connsiteX19" fmla="*/ 60065 w 162943"/>
                <a:gd name="connsiteY19" fmla="*/ 125765 h 163429"/>
                <a:gd name="connsiteX20" fmla="*/ 59426 w 162943"/>
                <a:gd name="connsiteY20" fmla="*/ 125765 h 163429"/>
                <a:gd name="connsiteX21" fmla="*/ 54314 w 162943"/>
                <a:gd name="connsiteY21" fmla="*/ 133425 h 163429"/>
                <a:gd name="connsiteX22" fmla="*/ 50480 w 162943"/>
                <a:gd name="connsiteY22" fmla="*/ 137894 h 163429"/>
                <a:gd name="connsiteX23" fmla="*/ 46007 w 162943"/>
                <a:gd name="connsiteY23" fmla="*/ 139809 h 163429"/>
                <a:gd name="connsiteX24" fmla="*/ 46007 w 162943"/>
                <a:gd name="connsiteY24" fmla="*/ 139809 h 163429"/>
                <a:gd name="connsiteX25" fmla="*/ 41535 w 162943"/>
                <a:gd name="connsiteY25" fmla="*/ 137894 h 163429"/>
                <a:gd name="connsiteX26" fmla="*/ 26199 w 162943"/>
                <a:gd name="connsiteY26" fmla="*/ 122573 h 163429"/>
                <a:gd name="connsiteX27" fmla="*/ 24281 w 162943"/>
                <a:gd name="connsiteY27" fmla="*/ 118104 h 163429"/>
                <a:gd name="connsiteX28" fmla="*/ 26199 w 162943"/>
                <a:gd name="connsiteY28" fmla="*/ 113635 h 163429"/>
                <a:gd name="connsiteX29" fmla="*/ 30032 w 162943"/>
                <a:gd name="connsiteY29" fmla="*/ 109805 h 163429"/>
                <a:gd name="connsiteX30" fmla="*/ 38340 w 162943"/>
                <a:gd name="connsiteY30" fmla="*/ 104697 h 163429"/>
                <a:gd name="connsiteX31" fmla="*/ 38978 w 162943"/>
                <a:gd name="connsiteY31" fmla="*/ 104697 h 163429"/>
                <a:gd name="connsiteX32" fmla="*/ 38978 w 162943"/>
                <a:gd name="connsiteY32" fmla="*/ 104059 h 163429"/>
                <a:gd name="connsiteX33" fmla="*/ 40895 w 162943"/>
                <a:gd name="connsiteY33" fmla="*/ 99590 h 163429"/>
                <a:gd name="connsiteX34" fmla="*/ 45368 w 162943"/>
                <a:gd name="connsiteY34" fmla="*/ 95121 h 163429"/>
                <a:gd name="connsiteX35" fmla="*/ 54953 w 162943"/>
                <a:gd name="connsiteY35" fmla="*/ 90653 h 163429"/>
                <a:gd name="connsiteX36" fmla="*/ 58148 w 162943"/>
                <a:gd name="connsiteY36" fmla="*/ 90653 h 163429"/>
                <a:gd name="connsiteX37" fmla="*/ 57509 w 162943"/>
                <a:gd name="connsiteY37" fmla="*/ 89376 h 163429"/>
                <a:gd name="connsiteX38" fmla="*/ 56870 w 162943"/>
                <a:gd name="connsiteY38" fmla="*/ 88099 h 163429"/>
                <a:gd name="connsiteX39" fmla="*/ 58787 w 162943"/>
                <a:gd name="connsiteY39" fmla="*/ 81715 h 163429"/>
                <a:gd name="connsiteX40" fmla="*/ 65177 w 162943"/>
                <a:gd name="connsiteY40" fmla="*/ 79161 h 163429"/>
                <a:gd name="connsiteX41" fmla="*/ 67094 w 162943"/>
                <a:gd name="connsiteY41" fmla="*/ 79800 h 163429"/>
                <a:gd name="connsiteX42" fmla="*/ 67094 w 162943"/>
                <a:gd name="connsiteY42" fmla="*/ 79800 h 163429"/>
                <a:gd name="connsiteX43" fmla="*/ 67094 w 162943"/>
                <a:gd name="connsiteY43" fmla="*/ 74054 h 163429"/>
                <a:gd name="connsiteX44" fmla="*/ 74123 w 162943"/>
                <a:gd name="connsiteY44" fmla="*/ 70862 h 163429"/>
                <a:gd name="connsiteX45" fmla="*/ 79874 w 162943"/>
                <a:gd name="connsiteY45" fmla="*/ 72139 h 163429"/>
                <a:gd name="connsiteX46" fmla="*/ 78596 w 162943"/>
                <a:gd name="connsiteY46" fmla="*/ 70862 h 163429"/>
                <a:gd name="connsiteX47" fmla="*/ 78596 w 162943"/>
                <a:gd name="connsiteY47" fmla="*/ 61925 h 163429"/>
                <a:gd name="connsiteX48" fmla="*/ 82430 w 162943"/>
                <a:gd name="connsiteY48" fmla="*/ 60009 h 163429"/>
                <a:gd name="connsiteX49" fmla="*/ 84347 w 162943"/>
                <a:gd name="connsiteY49" fmla="*/ 56817 h 163429"/>
                <a:gd name="connsiteX50" fmla="*/ 89459 w 162943"/>
                <a:gd name="connsiteY50" fmla="*/ 51710 h 163429"/>
                <a:gd name="connsiteX51" fmla="*/ 99683 w 162943"/>
                <a:gd name="connsiteY51" fmla="*/ 47241 h 163429"/>
                <a:gd name="connsiteX52" fmla="*/ 111824 w 162943"/>
                <a:gd name="connsiteY52" fmla="*/ 52987 h 163429"/>
                <a:gd name="connsiteX53" fmla="*/ 113740 w 162943"/>
                <a:gd name="connsiteY53" fmla="*/ 76608 h 163429"/>
                <a:gd name="connsiteX54" fmla="*/ 123964 w 162943"/>
                <a:gd name="connsiteY54" fmla="*/ 1277 h 163429"/>
                <a:gd name="connsiteX55" fmla="*/ 126520 w 162943"/>
                <a:gd name="connsiteY55" fmla="*/ 14683 h 163429"/>
                <a:gd name="connsiteX56" fmla="*/ 145051 w 162943"/>
                <a:gd name="connsiteY56" fmla="*/ 19790 h 163429"/>
                <a:gd name="connsiteX57" fmla="*/ 145051 w 162943"/>
                <a:gd name="connsiteY57" fmla="*/ 47880 h 163429"/>
                <a:gd name="connsiteX58" fmla="*/ 130994 w 162943"/>
                <a:gd name="connsiteY58" fmla="*/ 53625 h 163429"/>
                <a:gd name="connsiteX59" fmla="*/ 116935 w 162943"/>
                <a:gd name="connsiteY59" fmla="*/ 47880 h 163429"/>
                <a:gd name="connsiteX60" fmla="*/ 115658 w 162943"/>
                <a:gd name="connsiteY60" fmla="*/ 21705 h 163429"/>
                <a:gd name="connsiteX61" fmla="*/ 111184 w 162943"/>
                <a:gd name="connsiteY61" fmla="*/ 638 h 163429"/>
                <a:gd name="connsiteX62" fmla="*/ 103517 w 162943"/>
                <a:gd name="connsiteY62" fmla="*/ 638 h 163429"/>
                <a:gd name="connsiteX63" fmla="*/ 0 w 162943"/>
                <a:gd name="connsiteY63" fmla="*/ 104059 h 163429"/>
                <a:gd name="connsiteX64" fmla="*/ 59426 w 162943"/>
                <a:gd name="connsiteY64" fmla="*/ 163430 h 163429"/>
                <a:gd name="connsiteX65" fmla="*/ 162943 w 162943"/>
                <a:gd name="connsiteY65" fmla="*/ 60009 h 163429"/>
                <a:gd name="connsiteX66" fmla="*/ 161026 w 162943"/>
                <a:gd name="connsiteY66" fmla="*/ 0 h 163429"/>
                <a:gd name="connsiteX67" fmla="*/ 123964 w 162943"/>
                <a:gd name="connsiteY67" fmla="*/ 1277 h 16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62943" h="163429">
                  <a:moveTo>
                    <a:pt x="113740" y="76608"/>
                  </a:moveTo>
                  <a:lnTo>
                    <a:pt x="108629" y="81715"/>
                  </a:lnTo>
                  <a:cubicBezTo>
                    <a:pt x="107989" y="82353"/>
                    <a:pt x="106712" y="82992"/>
                    <a:pt x="105434" y="82992"/>
                  </a:cubicBezTo>
                  <a:cubicBezTo>
                    <a:pt x="105434" y="83630"/>
                    <a:pt x="105434" y="84269"/>
                    <a:pt x="104794" y="84907"/>
                  </a:cubicBezTo>
                  <a:cubicBezTo>
                    <a:pt x="103517" y="87461"/>
                    <a:pt x="100961" y="88737"/>
                    <a:pt x="97766" y="88099"/>
                  </a:cubicBezTo>
                  <a:lnTo>
                    <a:pt x="92014" y="86822"/>
                  </a:lnTo>
                  <a:lnTo>
                    <a:pt x="92654" y="87461"/>
                  </a:lnTo>
                  <a:cubicBezTo>
                    <a:pt x="95209" y="90014"/>
                    <a:pt x="95209" y="93845"/>
                    <a:pt x="92654" y="96398"/>
                  </a:cubicBezTo>
                  <a:cubicBezTo>
                    <a:pt x="92014" y="97037"/>
                    <a:pt x="91376" y="97037"/>
                    <a:pt x="90737" y="97675"/>
                  </a:cubicBezTo>
                  <a:cubicBezTo>
                    <a:pt x="90737" y="97675"/>
                    <a:pt x="90737" y="98313"/>
                    <a:pt x="90737" y="98313"/>
                  </a:cubicBezTo>
                  <a:cubicBezTo>
                    <a:pt x="89459" y="101505"/>
                    <a:pt x="84986" y="102782"/>
                    <a:pt x="82430" y="100867"/>
                  </a:cubicBezTo>
                  <a:lnTo>
                    <a:pt x="79235" y="99590"/>
                  </a:lnTo>
                  <a:lnTo>
                    <a:pt x="77318" y="101505"/>
                  </a:lnTo>
                  <a:lnTo>
                    <a:pt x="78596" y="104697"/>
                  </a:lnTo>
                  <a:cubicBezTo>
                    <a:pt x="79874" y="107889"/>
                    <a:pt x="78596" y="111720"/>
                    <a:pt x="75401" y="112997"/>
                  </a:cubicBezTo>
                  <a:cubicBezTo>
                    <a:pt x="75401" y="112997"/>
                    <a:pt x="74762" y="112997"/>
                    <a:pt x="74762" y="112997"/>
                  </a:cubicBezTo>
                  <a:cubicBezTo>
                    <a:pt x="73484" y="115550"/>
                    <a:pt x="70289" y="116827"/>
                    <a:pt x="67733" y="115550"/>
                  </a:cubicBezTo>
                  <a:lnTo>
                    <a:pt x="65177" y="114912"/>
                  </a:lnTo>
                  <a:cubicBezTo>
                    <a:pt x="67094" y="117465"/>
                    <a:pt x="67094" y="121296"/>
                    <a:pt x="64538" y="123849"/>
                  </a:cubicBezTo>
                  <a:cubicBezTo>
                    <a:pt x="63260" y="125126"/>
                    <a:pt x="61982" y="125765"/>
                    <a:pt x="60065" y="125765"/>
                  </a:cubicBezTo>
                  <a:cubicBezTo>
                    <a:pt x="60065" y="125765"/>
                    <a:pt x="60065" y="125765"/>
                    <a:pt x="59426" y="125765"/>
                  </a:cubicBezTo>
                  <a:cubicBezTo>
                    <a:pt x="58148" y="129595"/>
                    <a:pt x="55592" y="132787"/>
                    <a:pt x="54314" y="133425"/>
                  </a:cubicBezTo>
                  <a:lnTo>
                    <a:pt x="50480" y="137894"/>
                  </a:lnTo>
                  <a:cubicBezTo>
                    <a:pt x="49202" y="139171"/>
                    <a:pt x="47925" y="139809"/>
                    <a:pt x="46007" y="139809"/>
                  </a:cubicBezTo>
                  <a:lnTo>
                    <a:pt x="46007" y="139809"/>
                  </a:lnTo>
                  <a:cubicBezTo>
                    <a:pt x="44090" y="139809"/>
                    <a:pt x="42812" y="139171"/>
                    <a:pt x="41535" y="137894"/>
                  </a:cubicBezTo>
                  <a:lnTo>
                    <a:pt x="26199" y="122573"/>
                  </a:lnTo>
                  <a:cubicBezTo>
                    <a:pt x="24920" y="121296"/>
                    <a:pt x="24281" y="120019"/>
                    <a:pt x="24281" y="118104"/>
                  </a:cubicBezTo>
                  <a:cubicBezTo>
                    <a:pt x="24281" y="116189"/>
                    <a:pt x="24920" y="114912"/>
                    <a:pt x="26199" y="113635"/>
                  </a:cubicBezTo>
                  <a:lnTo>
                    <a:pt x="30032" y="109805"/>
                  </a:lnTo>
                  <a:cubicBezTo>
                    <a:pt x="31950" y="107889"/>
                    <a:pt x="34505" y="105336"/>
                    <a:pt x="38340" y="104697"/>
                  </a:cubicBezTo>
                  <a:cubicBezTo>
                    <a:pt x="38340" y="104697"/>
                    <a:pt x="38978" y="104697"/>
                    <a:pt x="38978" y="104697"/>
                  </a:cubicBezTo>
                  <a:cubicBezTo>
                    <a:pt x="38978" y="104697"/>
                    <a:pt x="38978" y="104059"/>
                    <a:pt x="38978" y="104059"/>
                  </a:cubicBezTo>
                  <a:cubicBezTo>
                    <a:pt x="38978" y="102144"/>
                    <a:pt x="39617" y="100867"/>
                    <a:pt x="40895" y="99590"/>
                  </a:cubicBezTo>
                  <a:lnTo>
                    <a:pt x="45368" y="95121"/>
                  </a:lnTo>
                  <a:cubicBezTo>
                    <a:pt x="46007" y="94483"/>
                    <a:pt x="49841" y="90653"/>
                    <a:pt x="54953" y="90653"/>
                  </a:cubicBezTo>
                  <a:cubicBezTo>
                    <a:pt x="56231" y="90653"/>
                    <a:pt x="56870" y="90653"/>
                    <a:pt x="58148" y="90653"/>
                  </a:cubicBezTo>
                  <a:lnTo>
                    <a:pt x="57509" y="89376"/>
                  </a:lnTo>
                  <a:cubicBezTo>
                    <a:pt x="57509" y="88737"/>
                    <a:pt x="56870" y="88099"/>
                    <a:pt x="56870" y="88099"/>
                  </a:cubicBezTo>
                  <a:cubicBezTo>
                    <a:pt x="56231" y="85545"/>
                    <a:pt x="56870" y="82992"/>
                    <a:pt x="58787" y="81715"/>
                  </a:cubicBezTo>
                  <a:cubicBezTo>
                    <a:pt x="60704" y="79800"/>
                    <a:pt x="62621" y="79161"/>
                    <a:pt x="65177" y="79161"/>
                  </a:cubicBezTo>
                  <a:cubicBezTo>
                    <a:pt x="65816" y="79161"/>
                    <a:pt x="66455" y="79161"/>
                    <a:pt x="67094" y="79800"/>
                  </a:cubicBezTo>
                  <a:lnTo>
                    <a:pt x="67094" y="79800"/>
                  </a:lnTo>
                  <a:cubicBezTo>
                    <a:pt x="66455" y="77885"/>
                    <a:pt x="66455" y="75969"/>
                    <a:pt x="67094" y="74054"/>
                  </a:cubicBezTo>
                  <a:cubicBezTo>
                    <a:pt x="68372" y="71501"/>
                    <a:pt x="70928" y="70224"/>
                    <a:pt x="74123" y="70862"/>
                  </a:cubicBezTo>
                  <a:lnTo>
                    <a:pt x="79874" y="72139"/>
                  </a:lnTo>
                  <a:lnTo>
                    <a:pt x="78596" y="70862"/>
                  </a:lnTo>
                  <a:cubicBezTo>
                    <a:pt x="76040" y="68309"/>
                    <a:pt x="76040" y="64478"/>
                    <a:pt x="78596" y="61925"/>
                  </a:cubicBezTo>
                  <a:cubicBezTo>
                    <a:pt x="79874" y="60648"/>
                    <a:pt x="81152" y="60648"/>
                    <a:pt x="82430" y="60009"/>
                  </a:cubicBezTo>
                  <a:cubicBezTo>
                    <a:pt x="82430" y="58733"/>
                    <a:pt x="83069" y="57456"/>
                    <a:pt x="84347" y="56817"/>
                  </a:cubicBezTo>
                  <a:lnTo>
                    <a:pt x="89459" y="51710"/>
                  </a:lnTo>
                  <a:cubicBezTo>
                    <a:pt x="90098" y="51072"/>
                    <a:pt x="93293" y="47241"/>
                    <a:pt x="99683" y="47241"/>
                  </a:cubicBezTo>
                  <a:cubicBezTo>
                    <a:pt x="102878" y="47241"/>
                    <a:pt x="107350" y="47880"/>
                    <a:pt x="111824" y="52987"/>
                  </a:cubicBezTo>
                  <a:cubicBezTo>
                    <a:pt x="121409" y="62563"/>
                    <a:pt x="118214" y="72139"/>
                    <a:pt x="113740" y="76608"/>
                  </a:cubicBezTo>
                  <a:moveTo>
                    <a:pt x="123964" y="1277"/>
                  </a:moveTo>
                  <a:cubicBezTo>
                    <a:pt x="123964" y="5745"/>
                    <a:pt x="124604" y="10853"/>
                    <a:pt x="126520" y="14683"/>
                  </a:cubicBezTo>
                  <a:cubicBezTo>
                    <a:pt x="132910" y="13406"/>
                    <a:pt x="139939" y="14683"/>
                    <a:pt x="145051" y="19790"/>
                  </a:cubicBezTo>
                  <a:cubicBezTo>
                    <a:pt x="152719" y="27451"/>
                    <a:pt x="152719" y="40219"/>
                    <a:pt x="145051" y="47880"/>
                  </a:cubicBezTo>
                  <a:cubicBezTo>
                    <a:pt x="141217" y="51710"/>
                    <a:pt x="136105" y="53625"/>
                    <a:pt x="130994" y="53625"/>
                  </a:cubicBezTo>
                  <a:cubicBezTo>
                    <a:pt x="125881" y="53625"/>
                    <a:pt x="120769" y="51710"/>
                    <a:pt x="116935" y="47880"/>
                  </a:cubicBezTo>
                  <a:cubicBezTo>
                    <a:pt x="109907" y="40857"/>
                    <a:pt x="109268" y="29366"/>
                    <a:pt x="115658" y="21705"/>
                  </a:cubicBezTo>
                  <a:cubicBezTo>
                    <a:pt x="112463" y="15321"/>
                    <a:pt x="111184" y="8299"/>
                    <a:pt x="111184" y="638"/>
                  </a:cubicBezTo>
                  <a:lnTo>
                    <a:pt x="103517" y="638"/>
                  </a:lnTo>
                  <a:lnTo>
                    <a:pt x="0" y="104059"/>
                  </a:lnTo>
                  <a:lnTo>
                    <a:pt x="59426" y="163430"/>
                  </a:lnTo>
                  <a:lnTo>
                    <a:pt x="162943" y="60009"/>
                  </a:lnTo>
                  <a:lnTo>
                    <a:pt x="161026" y="0"/>
                  </a:lnTo>
                  <a:lnTo>
                    <a:pt x="123964" y="1277"/>
                  </a:lnTo>
                  <a:close/>
                </a:path>
              </a:pathLst>
            </a:custGeom>
            <a:solidFill>
              <a:srgbClr val="009A44"/>
            </a:solidFill>
            <a:ln w="6390" cap="flat">
              <a:noFill/>
              <a:prstDash val="solid"/>
              <a:miter/>
            </a:ln>
          </p:spPr>
          <p:txBody>
            <a:bodyPr rtlCol="0" anchor="ctr"/>
            <a:lstStyle/>
            <a:p>
              <a:endParaRPr lang="en-US"/>
            </a:p>
          </p:txBody>
        </p:sp>
        <p:sp>
          <p:nvSpPr>
            <p:cNvPr id="917" name="Graphic 4">
              <a:extLst>
                <a:ext uri="{FF2B5EF4-FFF2-40B4-BE49-F238E27FC236}">
                  <a16:creationId xmlns:a16="http://schemas.microsoft.com/office/drawing/2014/main" id="{521D2E2D-D02B-4641-8980-0AA77A067077}"/>
                </a:ext>
              </a:extLst>
            </p:cNvPr>
            <p:cNvSpPr/>
            <p:nvPr/>
          </p:nvSpPr>
          <p:spPr>
            <a:xfrm>
              <a:off x="8447496" y="3483901"/>
              <a:ext cx="12779" cy="12695"/>
            </a:xfrm>
            <a:custGeom>
              <a:avLst/>
              <a:gdLst>
                <a:gd name="connsiteX0" fmla="*/ 10863 w 12779"/>
                <a:gd name="connsiteY0" fmla="*/ 10853 h 12695"/>
                <a:gd name="connsiteX1" fmla="*/ 10863 w 12779"/>
                <a:gd name="connsiteY1" fmla="*/ 639 h 12695"/>
                <a:gd name="connsiteX2" fmla="*/ 10224 w 12779"/>
                <a:gd name="connsiteY2" fmla="*/ 0 h 12695"/>
                <a:gd name="connsiteX3" fmla="*/ 10224 w 12779"/>
                <a:gd name="connsiteY3" fmla="*/ 8299 h 12695"/>
                <a:gd name="connsiteX4" fmla="*/ 1278 w 12779"/>
                <a:gd name="connsiteY4" fmla="*/ 8299 h 12695"/>
                <a:gd name="connsiteX5" fmla="*/ 0 w 12779"/>
                <a:gd name="connsiteY5" fmla="*/ 6384 h 12695"/>
                <a:gd name="connsiteX6" fmla="*/ 1917 w 12779"/>
                <a:gd name="connsiteY6" fmla="*/ 10215 h 12695"/>
                <a:gd name="connsiteX7" fmla="*/ 10863 w 12779"/>
                <a:gd name="connsiteY7" fmla="*/ 10853 h 12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9" h="12695">
                  <a:moveTo>
                    <a:pt x="10863" y="10853"/>
                  </a:moveTo>
                  <a:cubicBezTo>
                    <a:pt x="13419" y="8299"/>
                    <a:pt x="13419" y="3831"/>
                    <a:pt x="10863" y="639"/>
                  </a:cubicBezTo>
                  <a:cubicBezTo>
                    <a:pt x="10863" y="639"/>
                    <a:pt x="10224" y="0"/>
                    <a:pt x="10224" y="0"/>
                  </a:cubicBezTo>
                  <a:cubicBezTo>
                    <a:pt x="12141" y="2554"/>
                    <a:pt x="12141" y="6384"/>
                    <a:pt x="10224" y="8299"/>
                  </a:cubicBezTo>
                  <a:cubicBezTo>
                    <a:pt x="7668" y="10853"/>
                    <a:pt x="3834" y="10853"/>
                    <a:pt x="1278" y="8299"/>
                  </a:cubicBezTo>
                  <a:cubicBezTo>
                    <a:pt x="639" y="7661"/>
                    <a:pt x="0" y="7023"/>
                    <a:pt x="0" y="6384"/>
                  </a:cubicBezTo>
                  <a:cubicBezTo>
                    <a:pt x="0" y="7661"/>
                    <a:pt x="639" y="8938"/>
                    <a:pt x="1917" y="10215"/>
                  </a:cubicBezTo>
                  <a:cubicBezTo>
                    <a:pt x="3195" y="13407"/>
                    <a:pt x="7668" y="13407"/>
                    <a:pt x="10863" y="10853"/>
                  </a:cubicBezTo>
                </a:path>
              </a:pathLst>
            </a:custGeom>
            <a:solidFill>
              <a:srgbClr val="009A44"/>
            </a:solidFill>
            <a:ln w="6390" cap="flat">
              <a:noFill/>
              <a:prstDash val="solid"/>
              <a:miter/>
            </a:ln>
          </p:spPr>
          <p:txBody>
            <a:bodyPr rtlCol="0" anchor="ctr"/>
            <a:lstStyle/>
            <a:p>
              <a:endParaRPr lang="en-US"/>
            </a:p>
          </p:txBody>
        </p:sp>
        <p:sp>
          <p:nvSpPr>
            <p:cNvPr id="918" name="Graphic 4">
              <a:extLst>
                <a:ext uri="{FF2B5EF4-FFF2-40B4-BE49-F238E27FC236}">
                  <a16:creationId xmlns:a16="http://schemas.microsoft.com/office/drawing/2014/main" id="{4C2DB6F9-FA24-474B-AC15-75BC2D0B20BC}"/>
                </a:ext>
              </a:extLst>
            </p:cNvPr>
            <p:cNvSpPr/>
            <p:nvPr/>
          </p:nvSpPr>
          <p:spPr>
            <a:xfrm>
              <a:off x="8420019" y="3516460"/>
              <a:ext cx="6629" cy="6383"/>
            </a:xfrm>
            <a:custGeom>
              <a:avLst/>
              <a:gdLst>
                <a:gd name="connsiteX0" fmla="*/ 6390 w 6629"/>
                <a:gd name="connsiteY0" fmla="*/ 6384 h 6383"/>
                <a:gd name="connsiteX1" fmla="*/ 4473 w 6629"/>
                <a:gd name="connsiteY1" fmla="*/ 1915 h 6383"/>
                <a:gd name="connsiteX2" fmla="*/ 1917 w 6629"/>
                <a:gd name="connsiteY2" fmla="*/ 0 h 6383"/>
                <a:gd name="connsiteX3" fmla="*/ 640 w 6629"/>
                <a:gd name="connsiteY3" fmla="*/ 638 h 6383"/>
                <a:gd name="connsiteX4" fmla="*/ 0 w 6629"/>
                <a:gd name="connsiteY4" fmla="*/ 1277 h 6383"/>
                <a:gd name="connsiteX5" fmla="*/ 6390 w 6629"/>
                <a:gd name="connsiteY5" fmla="*/ 6384 h 6383"/>
                <a:gd name="connsiteX6" fmla="*/ 6390 w 6629"/>
                <a:gd name="connsiteY6" fmla="*/ 6384 h 6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29" h="6383">
                  <a:moveTo>
                    <a:pt x="6390" y="6384"/>
                  </a:moveTo>
                  <a:cubicBezTo>
                    <a:pt x="7030" y="5745"/>
                    <a:pt x="6390" y="3830"/>
                    <a:pt x="4473" y="1915"/>
                  </a:cubicBezTo>
                  <a:cubicBezTo>
                    <a:pt x="3195" y="638"/>
                    <a:pt x="2556" y="0"/>
                    <a:pt x="1917" y="0"/>
                  </a:cubicBezTo>
                  <a:cubicBezTo>
                    <a:pt x="1278" y="0"/>
                    <a:pt x="640" y="638"/>
                    <a:pt x="640" y="638"/>
                  </a:cubicBezTo>
                  <a:lnTo>
                    <a:pt x="0" y="1277"/>
                  </a:lnTo>
                  <a:lnTo>
                    <a:pt x="6390" y="6384"/>
                  </a:lnTo>
                  <a:lnTo>
                    <a:pt x="6390" y="6384"/>
                  </a:lnTo>
                  <a:close/>
                </a:path>
              </a:pathLst>
            </a:custGeom>
            <a:solidFill>
              <a:srgbClr val="009A44"/>
            </a:solidFill>
            <a:ln w="6390" cap="flat">
              <a:noFill/>
              <a:prstDash val="solid"/>
              <a:miter/>
            </a:ln>
          </p:spPr>
          <p:txBody>
            <a:bodyPr rtlCol="0" anchor="ctr"/>
            <a:lstStyle/>
            <a:p>
              <a:endParaRPr lang="en-US"/>
            </a:p>
          </p:txBody>
        </p:sp>
        <p:sp>
          <p:nvSpPr>
            <p:cNvPr id="919" name="Graphic 4">
              <a:extLst>
                <a:ext uri="{FF2B5EF4-FFF2-40B4-BE49-F238E27FC236}">
                  <a16:creationId xmlns:a16="http://schemas.microsoft.com/office/drawing/2014/main" id="{F81D8915-949C-2F4F-84D1-4711F3A7E930}"/>
                </a:ext>
              </a:extLst>
            </p:cNvPr>
            <p:cNvSpPr/>
            <p:nvPr/>
          </p:nvSpPr>
          <p:spPr>
            <a:xfrm>
              <a:off x="8448135" y="3418785"/>
              <a:ext cx="73643" cy="74054"/>
            </a:xfrm>
            <a:custGeom>
              <a:avLst/>
              <a:gdLst>
                <a:gd name="connsiteX0" fmla="*/ 8946 w 73643"/>
                <a:gd name="connsiteY0" fmla="*/ 11491 h 74054"/>
                <a:gd name="connsiteX1" fmla="*/ 0 w 73643"/>
                <a:gd name="connsiteY1" fmla="*/ 25536 h 74054"/>
                <a:gd name="connsiteX2" fmla="*/ 41535 w 73643"/>
                <a:gd name="connsiteY2" fmla="*/ 25536 h 74054"/>
                <a:gd name="connsiteX3" fmla="*/ 41535 w 73643"/>
                <a:gd name="connsiteY3" fmla="*/ 25536 h 74054"/>
                <a:gd name="connsiteX4" fmla="*/ 47925 w 73643"/>
                <a:gd name="connsiteY4" fmla="*/ 31920 h 74054"/>
                <a:gd name="connsiteX5" fmla="*/ 49203 w 73643"/>
                <a:gd name="connsiteY5" fmla="*/ 74054 h 74054"/>
                <a:gd name="connsiteX6" fmla="*/ 62622 w 73643"/>
                <a:gd name="connsiteY6" fmla="*/ 65117 h 74054"/>
                <a:gd name="connsiteX7" fmla="*/ 62622 w 73643"/>
                <a:gd name="connsiteY7" fmla="*/ 11491 h 74054"/>
                <a:gd name="connsiteX8" fmla="*/ 8946 w 73643"/>
                <a:gd name="connsiteY8" fmla="*/ 11491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43" h="74054">
                  <a:moveTo>
                    <a:pt x="8946" y="11491"/>
                  </a:moveTo>
                  <a:cubicBezTo>
                    <a:pt x="4473" y="15322"/>
                    <a:pt x="1917" y="20429"/>
                    <a:pt x="0" y="25536"/>
                  </a:cubicBezTo>
                  <a:lnTo>
                    <a:pt x="41535" y="25536"/>
                  </a:lnTo>
                  <a:lnTo>
                    <a:pt x="41535" y="25536"/>
                  </a:lnTo>
                  <a:cubicBezTo>
                    <a:pt x="44730" y="25536"/>
                    <a:pt x="47925" y="28089"/>
                    <a:pt x="47925" y="31920"/>
                  </a:cubicBezTo>
                  <a:lnTo>
                    <a:pt x="49203" y="74054"/>
                  </a:lnTo>
                  <a:cubicBezTo>
                    <a:pt x="54314" y="72139"/>
                    <a:pt x="58788" y="68947"/>
                    <a:pt x="62622" y="65117"/>
                  </a:cubicBezTo>
                  <a:cubicBezTo>
                    <a:pt x="77318" y="50433"/>
                    <a:pt x="77318" y="26174"/>
                    <a:pt x="62622" y="11491"/>
                  </a:cubicBezTo>
                  <a:cubicBezTo>
                    <a:pt x="47925" y="-3830"/>
                    <a:pt x="23643" y="-3830"/>
                    <a:pt x="8946" y="11491"/>
                  </a:cubicBezTo>
                </a:path>
              </a:pathLst>
            </a:custGeom>
            <a:solidFill>
              <a:srgbClr val="009A44"/>
            </a:solidFill>
            <a:ln w="6390" cap="flat">
              <a:noFill/>
              <a:prstDash val="solid"/>
              <a:miter/>
            </a:ln>
          </p:spPr>
          <p:txBody>
            <a:bodyPr rtlCol="0" anchor="ctr"/>
            <a:lstStyle/>
            <a:p>
              <a:endParaRPr lang="en-US"/>
            </a:p>
          </p:txBody>
        </p:sp>
        <p:sp>
          <p:nvSpPr>
            <p:cNvPr id="920" name="Graphic 4">
              <a:extLst>
                <a:ext uri="{FF2B5EF4-FFF2-40B4-BE49-F238E27FC236}">
                  <a16:creationId xmlns:a16="http://schemas.microsoft.com/office/drawing/2014/main" id="{9A1FECA6-DCE5-E245-B431-B4D132ED2419}"/>
                </a:ext>
              </a:extLst>
            </p:cNvPr>
            <p:cNvSpPr/>
            <p:nvPr/>
          </p:nvSpPr>
          <p:spPr>
            <a:xfrm>
              <a:off x="8239823" y="3339623"/>
              <a:ext cx="361674" cy="361333"/>
            </a:xfrm>
            <a:custGeom>
              <a:avLst/>
              <a:gdLst>
                <a:gd name="connsiteX0" fmla="*/ 279880 w 361674"/>
                <a:gd name="connsiteY0" fmla="*/ 153216 h 361333"/>
                <a:gd name="connsiteX1" fmla="*/ 257515 w 361674"/>
                <a:gd name="connsiteY1" fmla="*/ 165984 h 361333"/>
                <a:gd name="connsiteX2" fmla="*/ 258154 w 361674"/>
                <a:gd name="connsiteY2" fmla="*/ 179390 h 361333"/>
                <a:gd name="connsiteX3" fmla="*/ 256236 w 361674"/>
                <a:gd name="connsiteY3" fmla="*/ 183859 h 361333"/>
                <a:gd name="connsiteX4" fmla="*/ 146330 w 361674"/>
                <a:gd name="connsiteY4" fmla="*/ 293663 h 361333"/>
                <a:gd name="connsiteX5" fmla="*/ 141856 w 361674"/>
                <a:gd name="connsiteY5" fmla="*/ 295578 h 361333"/>
                <a:gd name="connsiteX6" fmla="*/ 137384 w 361674"/>
                <a:gd name="connsiteY6" fmla="*/ 293663 h 361333"/>
                <a:gd name="connsiteX7" fmla="*/ 68372 w 361674"/>
                <a:gd name="connsiteY7" fmla="*/ 225355 h 361333"/>
                <a:gd name="connsiteX8" fmla="*/ 68372 w 361674"/>
                <a:gd name="connsiteY8" fmla="*/ 216417 h 361333"/>
                <a:gd name="connsiteX9" fmla="*/ 178279 w 361674"/>
                <a:gd name="connsiteY9" fmla="*/ 106613 h 361333"/>
                <a:gd name="connsiteX10" fmla="*/ 182752 w 361674"/>
                <a:gd name="connsiteY10" fmla="*/ 104697 h 361333"/>
                <a:gd name="connsiteX11" fmla="*/ 194254 w 361674"/>
                <a:gd name="connsiteY11" fmla="*/ 104697 h 361333"/>
                <a:gd name="connsiteX12" fmla="*/ 207673 w 361674"/>
                <a:gd name="connsiteY12" fmla="*/ 81715 h 361333"/>
                <a:gd name="connsiteX13" fmla="*/ 279880 w 361674"/>
                <a:gd name="connsiteY13" fmla="*/ 81715 h 361333"/>
                <a:gd name="connsiteX14" fmla="*/ 279880 w 361674"/>
                <a:gd name="connsiteY14" fmla="*/ 153216 h 361333"/>
                <a:gd name="connsiteX15" fmla="*/ 180836 w 361674"/>
                <a:gd name="connsiteY15" fmla="*/ 0 h 361333"/>
                <a:gd name="connsiteX16" fmla="*/ 0 w 361674"/>
                <a:gd name="connsiteY16" fmla="*/ 180667 h 361333"/>
                <a:gd name="connsiteX17" fmla="*/ 180836 w 361674"/>
                <a:gd name="connsiteY17" fmla="*/ 361333 h 361333"/>
                <a:gd name="connsiteX18" fmla="*/ 361670 w 361674"/>
                <a:gd name="connsiteY18" fmla="*/ 180667 h 361333"/>
                <a:gd name="connsiteX19" fmla="*/ 180836 w 361674"/>
                <a:gd name="connsiteY1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674" h="361333">
                  <a:moveTo>
                    <a:pt x="279880" y="153216"/>
                  </a:moveTo>
                  <a:cubicBezTo>
                    <a:pt x="273490" y="159600"/>
                    <a:pt x="265821" y="164068"/>
                    <a:pt x="257515" y="165984"/>
                  </a:cubicBezTo>
                  <a:lnTo>
                    <a:pt x="258154" y="179390"/>
                  </a:lnTo>
                  <a:cubicBezTo>
                    <a:pt x="258154" y="181305"/>
                    <a:pt x="257515" y="182582"/>
                    <a:pt x="256236" y="183859"/>
                  </a:cubicBezTo>
                  <a:lnTo>
                    <a:pt x="146330" y="293663"/>
                  </a:lnTo>
                  <a:cubicBezTo>
                    <a:pt x="145051" y="294940"/>
                    <a:pt x="143135" y="295578"/>
                    <a:pt x="141856" y="295578"/>
                  </a:cubicBezTo>
                  <a:cubicBezTo>
                    <a:pt x="139940" y="295578"/>
                    <a:pt x="138661" y="294940"/>
                    <a:pt x="137384" y="293663"/>
                  </a:cubicBezTo>
                  <a:lnTo>
                    <a:pt x="68372" y="225355"/>
                  </a:lnTo>
                  <a:cubicBezTo>
                    <a:pt x="65817" y="222801"/>
                    <a:pt x="65817" y="218971"/>
                    <a:pt x="68372" y="216417"/>
                  </a:cubicBezTo>
                  <a:lnTo>
                    <a:pt x="178279" y="106613"/>
                  </a:lnTo>
                  <a:cubicBezTo>
                    <a:pt x="179557" y="105336"/>
                    <a:pt x="180836" y="104697"/>
                    <a:pt x="182752" y="104697"/>
                  </a:cubicBezTo>
                  <a:lnTo>
                    <a:pt x="194254" y="104697"/>
                  </a:lnTo>
                  <a:cubicBezTo>
                    <a:pt x="196171" y="96398"/>
                    <a:pt x="200644" y="88099"/>
                    <a:pt x="207673" y="81715"/>
                  </a:cubicBezTo>
                  <a:cubicBezTo>
                    <a:pt x="227482" y="61925"/>
                    <a:pt x="260070" y="61925"/>
                    <a:pt x="279880" y="81715"/>
                  </a:cubicBezTo>
                  <a:cubicBezTo>
                    <a:pt x="299688" y="101505"/>
                    <a:pt x="299688" y="133425"/>
                    <a:pt x="279880" y="153216"/>
                  </a:cubicBezTo>
                  <a:moveTo>
                    <a:pt x="180836" y="0"/>
                  </a:moveTo>
                  <a:cubicBezTo>
                    <a:pt x="80513" y="0"/>
                    <a:pt x="0" y="81077"/>
                    <a:pt x="0" y="180667"/>
                  </a:cubicBezTo>
                  <a:cubicBezTo>
                    <a:pt x="0" y="280895"/>
                    <a:pt x="81152" y="361333"/>
                    <a:pt x="180836" y="361333"/>
                  </a:cubicBezTo>
                  <a:cubicBezTo>
                    <a:pt x="281157" y="361333"/>
                    <a:pt x="361670" y="280257"/>
                    <a:pt x="361670" y="180667"/>
                  </a:cubicBezTo>
                  <a:cubicBezTo>
                    <a:pt x="362309" y="81077"/>
                    <a:pt x="281157" y="0"/>
                    <a:pt x="180836" y="0"/>
                  </a:cubicBezTo>
                </a:path>
              </a:pathLst>
            </a:custGeom>
            <a:solidFill>
              <a:srgbClr val="009A44"/>
            </a:solidFill>
            <a:ln w="6390" cap="flat">
              <a:noFill/>
              <a:prstDash val="solid"/>
              <a:miter/>
            </a:ln>
          </p:spPr>
          <p:txBody>
            <a:bodyPr rtlCol="0" anchor="ctr"/>
            <a:lstStyle/>
            <a:p>
              <a:endParaRPr lang="en-US"/>
            </a:p>
          </p:txBody>
        </p:sp>
      </p:grpSp>
      <p:grpSp>
        <p:nvGrpSpPr>
          <p:cNvPr id="921" name="Graphic 4">
            <a:extLst>
              <a:ext uri="{FF2B5EF4-FFF2-40B4-BE49-F238E27FC236}">
                <a16:creationId xmlns:a16="http://schemas.microsoft.com/office/drawing/2014/main" id="{055BEE1D-4710-624F-897C-21D7687BFBDF}"/>
              </a:ext>
            </a:extLst>
          </p:cNvPr>
          <p:cNvGrpSpPr/>
          <p:nvPr/>
        </p:nvGrpSpPr>
        <p:grpSpPr>
          <a:xfrm>
            <a:off x="7802113" y="3824168"/>
            <a:ext cx="361670" cy="361333"/>
            <a:chOff x="7802113" y="3824168"/>
            <a:chExt cx="361670" cy="361333"/>
          </a:xfrm>
          <a:solidFill>
            <a:srgbClr val="009A44"/>
          </a:solidFill>
        </p:grpSpPr>
        <p:sp>
          <p:nvSpPr>
            <p:cNvPr id="922" name="Graphic 4">
              <a:extLst>
                <a:ext uri="{FF2B5EF4-FFF2-40B4-BE49-F238E27FC236}">
                  <a16:creationId xmlns:a16="http://schemas.microsoft.com/office/drawing/2014/main" id="{34D927B6-ABD8-FC43-8C54-F43ED4D9E7A6}"/>
                </a:ext>
              </a:extLst>
            </p:cNvPr>
            <p:cNvSpPr/>
            <p:nvPr/>
          </p:nvSpPr>
          <p:spPr>
            <a:xfrm>
              <a:off x="7802113" y="3824168"/>
              <a:ext cx="361670" cy="361333"/>
            </a:xfrm>
            <a:custGeom>
              <a:avLst/>
              <a:gdLst>
                <a:gd name="connsiteX0" fmla="*/ 180836 w 361670"/>
                <a:gd name="connsiteY0" fmla="*/ 349204 h 361333"/>
                <a:gd name="connsiteX1" fmla="*/ 12780 w 361670"/>
                <a:gd name="connsiteY1" fmla="*/ 181305 h 361333"/>
                <a:gd name="connsiteX2" fmla="*/ 180836 w 361670"/>
                <a:gd name="connsiteY2" fmla="*/ 13406 h 361333"/>
                <a:gd name="connsiteX3" fmla="*/ 348890 w 361670"/>
                <a:gd name="connsiteY3" fmla="*/ 181305 h 361333"/>
                <a:gd name="connsiteX4" fmla="*/ 180836 w 361670"/>
                <a:gd name="connsiteY4" fmla="*/ 349204 h 361333"/>
                <a:gd name="connsiteX5" fmla="*/ 180836 w 361670"/>
                <a:gd name="connsiteY5" fmla="*/ 0 h 361333"/>
                <a:gd name="connsiteX6" fmla="*/ 0 w 361670"/>
                <a:gd name="connsiteY6" fmla="*/ 180667 h 361333"/>
                <a:gd name="connsiteX7" fmla="*/ 180836 w 361670"/>
                <a:gd name="connsiteY7" fmla="*/ 361333 h 361333"/>
                <a:gd name="connsiteX8" fmla="*/ 361670 w 361670"/>
                <a:gd name="connsiteY8" fmla="*/ 180667 h 361333"/>
                <a:gd name="connsiteX9" fmla="*/ 180836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873"/>
                    <a:pt x="273490" y="349204"/>
                    <a:pt x="180836" y="349204"/>
                  </a:cubicBezTo>
                  <a:moveTo>
                    <a:pt x="180836" y="0"/>
                  </a:moveTo>
                  <a:cubicBezTo>
                    <a:pt x="80513" y="0"/>
                    <a:pt x="0" y="81076"/>
                    <a:pt x="0" y="180667"/>
                  </a:cubicBezTo>
                  <a:cubicBezTo>
                    <a:pt x="0" y="280895"/>
                    <a:pt x="81152" y="361333"/>
                    <a:pt x="180836" y="361333"/>
                  </a:cubicBezTo>
                  <a:cubicBezTo>
                    <a:pt x="281157" y="361333"/>
                    <a:pt x="361670" y="280257"/>
                    <a:pt x="361670" y="180667"/>
                  </a:cubicBezTo>
                  <a:cubicBezTo>
                    <a:pt x="361670" y="81076"/>
                    <a:pt x="280518" y="0"/>
                    <a:pt x="180836" y="0"/>
                  </a:cubicBezTo>
                </a:path>
              </a:pathLst>
            </a:custGeom>
            <a:solidFill>
              <a:srgbClr val="009A44"/>
            </a:solidFill>
            <a:ln w="6390" cap="flat">
              <a:noFill/>
              <a:prstDash val="solid"/>
              <a:miter/>
            </a:ln>
          </p:spPr>
          <p:txBody>
            <a:bodyPr rtlCol="0" anchor="ctr"/>
            <a:lstStyle/>
            <a:p>
              <a:endParaRPr lang="en-US"/>
            </a:p>
          </p:txBody>
        </p:sp>
        <p:sp>
          <p:nvSpPr>
            <p:cNvPr id="923" name="Graphic 4">
              <a:extLst>
                <a:ext uri="{FF2B5EF4-FFF2-40B4-BE49-F238E27FC236}">
                  <a16:creationId xmlns:a16="http://schemas.microsoft.com/office/drawing/2014/main" id="{A6DEAF7E-6211-0440-8B2D-A0E188F16FD6}"/>
                </a:ext>
              </a:extLst>
            </p:cNvPr>
            <p:cNvSpPr/>
            <p:nvPr/>
          </p:nvSpPr>
          <p:spPr>
            <a:xfrm>
              <a:off x="8012555" y="3900775"/>
              <a:ext cx="27688" cy="56178"/>
            </a:xfrm>
            <a:custGeom>
              <a:avLst/>
              <a:gdLst>
                <a:gd name="connsiteX0" fmla="*/ 1703 w 27688"/>
                <a:gd name="connsiteY0" fmla="*/ 50433 h 56178"/>
                <a:gd name="connsiteX1" fmla="*/ 13844 w 27688"/>
                <a:gd name="connsiteY1" fmla="*/ 56179 h 56178"/>
                <a:gd name="connsiteX2" fmla="*/ 20234 w 27688"/>
                <a:gd name="connsiteY2" fmla="*/ 49795 h 56178"/>
                <a:gd name="connsiteX3" fmla="*/ 13844 w 27688"/>
                <a:gd name="connsiteY3" fmla="*/ 43411 h 56178"/>
                <a:gd name="connsiteX4" fmla="*/ 13205 w 27688"/>
                <a:gd name="connsiteY4" fmla="*/ 43411 h 56178"/>
                <a:gd name="connsiteX5" fmla="*/ 19595 w 27688"/>
                <a:gd name="connsiteY5" fmla="*/ 31281 h 56178"/>
                <a:gd name="connsiteX6" fmla="*/ 25985 w 27688"/>
                <a:gd name="connsiteY6" fmla="*/ 5745 h 56178"/>
                <a:gd name="connsiteX7" fmla="*/ 13844 w 27688"/>
                <a:gd name="connsiteY7" fmla="*/ 0 h 56178"/>
                <a:gd name="connsiteX8" fmla="*/ 7454 w 27688"/>
                <a:gd name="connsiteY8" fmla="*/ 6384 h 56178"/>
                <a:gd name="connsiteX9" fmla="*/ 13844 w 27688"/>
                <a:gd name="connsiteY9" fmla="*/ 12768 h 56178"/>
                <a:gd name="connsiteX10" fmla="*/ 14483 w 27688"/>
                <a:gd name="connsiteY10" fmla="*/ 12768 h 56178"/>
                <a:gd name="connsiteX11" fmla="*/ 8093 w 27688"/>
                <a:gd name="connsiteY11" fmla="*/ 24897 h 56178"/>
                <a:gd name="connsiteX12" fmla="*/ 1703 w 27688"/>
                <a:gd name="connsiteY12" fmla="*/ 50433 h 56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688" h="56178">
                  <a:moveTo>
                    <a:pt x="1703" y="50433"/>
                  </a:moveTo>
                  <a:cubicBezTo>
                    <a:pt x="3620" y="54264"/>
                    <a:pt x="8093" y="56179"/>
                    <a:pt x="13844" y="56179"/>
                  </a:cubicBezTo>
                  <a:cubicBezTo>
                    <a:pt x="17678" y="56179"/>
                    <a:pt x="20234" y="53625"/>
                    <a:pt x="20234" y="49795"/>
                  </a:cubicBezTo>
                  <a:cubicBezTo>
                    <a:pt x="20234" y="45964"/>
                    <a:pt x="17678" y="43411"/>
                    <a:pt x="13844" y="43411"/>
                  </a:cubicBezTo>
                  <a:cubicBezTo>
                    <a:pt x="13844" y="43411"/>
                    <a:pt x="13205" y="43411"/>
                    <a:pt x="13205" y="43411"/>
                  </a:cubicBezTo>
                  <a:cubicBezTo>
                    <a:pt x="13844" y="40219"/>
                    <a:pt x="17039" y="35112"/>
                    <a:pt x="19595" y="31281"/>
                  </a:cubicBezTo>
                  <a:cubicBezTo>
                    <a:pt x="25346" y="21705"/>
                    <a:pt x="30458" y="12768"/>
                    <a:pt x="25985" y="5745"/>
                  </a:cubicBezTo>
                  <a:cubicBezTo>
                    <a:pt x="24068" y="1915"/>
                    <a:pt x="19595" y="0"/>
                    <a:pt x="13844" y="0"/>
                  </a:cubicBezTo>
                  <a:cubicBezTo>
                    <a:pt x="10010" y="0"/>
                    <a:pt x="7454" y="2553"/>
                    <a:pt x="7454" y="6384"/>
                  </a:cubicBezTo>
                  <a:cubicBezTo>
                    <a:pt x="7454" y="10214"/>
                    <a:pt x="10010" y="12768"/>
                    <a:pt x="13844" y="12768"/>
                  </a:cubicBezTo>
                  <a:cubicBezTo>
                    <a:pt x="13844" y="12768"/>
                    <a:pt x="14483" y="12768"/>
                    <a:pt x="14483" y="12768"/>
                  </a:cubicBezTo>
                  <a:cubicBezTo>
                    <a:pt x="13844" y="15960"/>
                    <a:pt x="10649" y="21067"/>
                    <a:pt x="8093" y="24897"/>
                  </a:cubicBezTo>
                  <a:cubicBezTo>
                    <a:pt x="2343" y="34473"/>
                    <a:pt x="-2770" y="43411"/>
                    <a:pt x="1703" y="50433"/>
                  </a:cubicBezTo>
                </a:path>
              </a:pathLst>
            </a:custGeom>
            <a:solidFill>
              <a:srgbClr val="009A44"/>
            </a:solidFill>
            <a:ln w="6390" cap="flat">
              <a:noFill/>
              <a:prstDash val="solid"/>
              <a:miter/>
            </a:ln>
          </p:spPr>
          <p:txBody>
            <a:bodyPr rtlCol="0" anchor="ctr"/>
            <a:lstStyle/>
            <a:p>
              <a:endParaRPr lang="en-US"/>
            </a:p>
          </p:txBody>
        </p:sp>
        <p:sp>
          <p:nvSpPr>
            <p:cNvPr id="924" name="Graphic 4">
              <a:extLst>
                <a:ext uri="{FF2B5EF4-FFF2-40B4-BE49-F238E27FC236}">
                  <a16:creationId xmlns:a16="http://schemas.microsoft.com/office/drawing/2014/main" id="{673AAE68-9961-164F-A2AB-3A57974889A4}"/>
                </a:ext>
              </a:extLst>
            </p:cNvPr>
            <p:cNvSpPr/>
            <p:nvPr/>
          </p:nvSpPr>
          <p:spPr>
            <a:xfrm>
              <a:off x="7969104" y="3900775"/>
              <a:ext cx="27688" cy="56178"/>
            </a:xfrm>
            <a:custGeom>
              <a:avLst/>
              <a:gdLst>
                <a:gd name="connsiteX0" fmla="*/ 1703 w 27688"/>
                <a:gd name="connsiteY0" fmla="*/ 50433 h 56178"/>
                <a:gd name="connsiteX1" fmla="*/ 13844 w 27688"/>
                <a:gd name="connsiteY1" fmla="*/ 56179 h 56178"/>
                <a:gd name="connsiteX2" fmla="*/ 20234 w 27688"/>
                <a:gd name="connsiteY2" fmla="*/ 49795 h 56178"/>
                <a:gd name="connsiteX3" fmla="*/ 13844 w 27688"/>
                <a:gd name="connsiteY3" fmla="*/ 43411 h 56178"/>
                <a:gd name="connsiteX4" fmla="*/ 13205 w 27688"/>
                <a:gd name="connsiteY4" fmla="*/ 43411 h 56178"/>
                <a:gd name="connsiteX5" fmla="*/ 19595 w 27688"/>
                <a:gd name="connsiteY5" fmla="*/ 31281 h 56178"/>
                <a:gd name="connsiteX6" fmla="*/ 25985 w 27688"/>
                <a:gd name="connsiteY6" fmla="*/ 5745 h 56178"/>
                <a:gd name="connsiteX7" fmla="*/ 13844 w 27688"/>
                <a:gd name="connsiteY7" fmla="*/ 0 h 56178"/>
                <a:gd name="connsiteX8" fmla="*/ 7455 w 27688"/>
                <a:gd name="connsiteY8" fmla="*/ 6384 h 56178"/>
                <a:gd name="connsiteX9" fmla="*/ 13844 w 27688"/>
                <a:gd name="connsiteY9" fmla="*/ 12768 h 56178"/>
                <a:gd name="connsiteX10" fmla="*/ 14483 w 27688"/>
                <a:gd name="connsiteY10" fmla="*/ 12768 h 56178"/>
                <a:gd name="connsiteX11" fmla="*/ 8093 w 27688"/>
                <a:gd name="connsiteY11" fmla="*/ 24897 h 56178"/>
                <a:gd name="connsiteX12" fmla="*/ 1703 w 27688"/>
                <a:gd name="connsiteY12" fmla="*/ 50433 h 56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688" h="56178">
                  <a:moveTo>
                    <a:pt x="1703" y="50433"/>
                  </a:moveTo>
                  <a:cubicBezTo>
                    <a:pt x="3620" y="54264"/>
                    <a:pt x="8093" y="56179"/>
                    <a:pt x="13844" y="56179"/>
                  </a:cubicBezTo>
                  <a:cubicBezTo>
                    <a:pt x="17678" y="56179"/>
                    <a:pt x="20234" y="53625"/>
                    <a:pt x="20234" y="49795"/>
                  </a:cubicBezTo>
                  <a:cubicBezTo>
                    <a:pt x="20234" y="45964"/>
                    <a:pt x="17678" y="43411"/>
                    <a:pt x="13844" y="43411"/>
                  </a:cubicBezTo>
                  <a:cubicBezTo>
                    <a:pt x="13844" y="43411"/>
                    <a:pt x="13205" y="43411"/>
                    <a:pt x="13205" y="43411"/>
                  </a:cubicBezTo>
                  <a:cubicBezTo>
                    <a:pt x="13844" y="40219"/>
                    <a:pt x="17039" y="35112"/>
                    <a:pt x="19595" y="31281"/>
                  </a:cubicBezTo>
                  <a:cubicBezTo>
                    <a:pt x="25346" y="21705"/>
                    <a:pt x="30458" y="12768"/>
                    <a:pt x="25985" y="5745"/>
                  </a:cubicBezTo>
                  <a:cubicBezTo>
                    <a:pt x="24068" y="1915"/>
                    <a:pt x="19595" y="0"/>
                    <a:pt x="13844" y="0"/>
                  </a:cubicBezTo>
                  <a:cubicBezTo>
                    <a:pt x="10010" y="0"/>
                    <a:pt x="7455" y="2553"/>
                    <a:pt x="7455" y="6384"/>
                  </a:cubicBezTo>
                  <a:cubicBezTo>
                    <a:pt x="7455" y="10214"/>
                    <a:pt x="10010" y="12768"/>
                    <a:pt x="13844" y="12768"/>
                  </a:cubicBezTo>
                  <a:cubicBezTo>
                    <a:pt x="13844" y="12768"/>
                    <a:pt x="14483" y="12768"/>
                    <a:pt x="14483" y="12768"/>
                  </a:cubicBezTo>
                  <a:cubicBezTo>
                    <a:pt x="13844" y="15960"/>
                    <a:pt x="10650" y="21067"/>
                    <a:pt x="8093" y="24897"/>
                  </a:cubicBezTo>
                  <a:cubicBezTo>
                    <a:pt x="2342" y="34473"/>
                    <a:pt x="-2770" y="43411"/>
                    <a:pt x="1703" y="50433"/>
                  </a:cubicBezTo>
                </a:path>
              </a:pathLst>
            </a:custGeom>
            <a:solidFill>
              <a:srgbClr val="009A44"/>
            </a:solidFill>
            <a:ln w="6390" cap="flat">
              <a:noFill/>
              <a:prstDash val="solid"/>
              <a:miter/>
            </a:ln>
          </p:spPr>
          <p:txBody>
            <a:bodyPr rtlCol="0" anchor="ctr"/>
            <a:lstStyle/>
            <a:p>
              <a:endParaRPr lang="en-US"/>
            </a:p>
          </p:txBody>
        </p:sp>
        <p:sp>
          <p:nvSpPr>
            <p:cNvPr id="925" name="Graphic 4">
              <a:extLst>
                <a:ext uri="{FF2B5EF4-FFF2-40B4-BE49-F238E27FC236}">
                  <a16:creationId xmlns:a16="http://schemas.microsoft.com/office/drawing/2014/main" id="{33E23662-7D4F-004C-A97D-02F64674C20A}"/>
                </a:ext>
              </a:extLst>
            </p:cNvPr>
            <p:cNvSpPr/>
            <p:nvPr/>
          </p:nvSpPr>
          <p:spPr>
            <a:xfrm>
              <a:off x="7925378" y="3900775"/>
              <a:ext cx="27323" cy="56178"/>
            </a:xfrm>
            <a:custGeom>
              <a:avLst/>
              <a:gdLst>
                <a:gd name="connsiteX0" fmla="*/ 1339 w 27323"/>
                <a:gd name="connsiteY0" fmla="*/ 50433 h 56178"/>
                <a:gd name="connsiteX1" fmla="*/ 13480 w 27323"/>
                <a:gd name="connsiteY1" fmla="*/ 56179 h 56178"/>
                <a:gd name="connsiteX2" fmla="*/ 19870 w 27323"/>
                <a:gd name="connsiteY2" fmla="*/ 49795 h 56178"/>
                <a:gd name="connsiteX3" fmla="*/ 13480 w 27323"/>
                <a:gd name="connsiteY3" fmla="*/ 43411 h 56178"/>
                <a:gd name="connsiteX4" fmla="*/ 12841 w 27323"/>
                <a:gd name="connsiteY4" fmla="*/ 43411 h 56178"/>
                <a:gd name="connsiteX5" fmla="*/ 19231 w 27323"/>
                <a:gd name="connsiteY5" fmla="*/ 31281 h 56178"/>
                <a:gd name="connsiteX6" fmla="*/ 25621 w 27323"/>
                <a:gd name="connsiteY6" fmla="*/ 5745 h 56178"/>
                <a:gd name="connsiteX7" fmla="*/ 13480 w 27323"/>
                <a:gd name="connsiteY7" fmla="*/ 0 h 56178"/>
                <a:gd name="connsiteX8" fmla="*/ 7090 w 27323"/>
                <a:gd name="connsiteY8" fmla="*/ 6384 h 56178"/>
                <a:gd name="connsiteX9" fmla="*/ 13480 w 27323"/>
                <a:gd name="connsiteY9" fmla="*/ 12768 h 56178"/>
                <a:gd name="connsiteX10" fmla="*/ 14118 w 27323"/>
                <a:gd name="connsiteY10" fmla="*/ 12768 h 56178"/>
                <a:gd name="connsiteX11" fmla="*/ 7729 w 27323"/>
                <a:gd name="connsiteY11" fmla="*/ 24897 h 56178"/>
                <a:gd name="connsiteX12" fmla="*/ 1339 w 27323"/>
                <a:gd name="connsiteY12" fmla="*/ 50433 h 56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323" h="56178">
                  <a:moveTo>
                    <a:pt x="1339" y="50433"/>
                  </a:moveTo>
                  <a:cubicBezTo>
                    <a:pt x="3256" y="54264"/>
                    <a:pt x="7729" y="56179"/>
                    <a:pt x="13480" y="56179"/>
                  </a:cubicBezTo>
                  <a:cubicBezTo>
                    <a:pt x="17313" y="56179"/>
                    <a:pt x="19870" y="53625"/>
                    <a:pt x="19870" y="49795"/>
                  </a:cubicBezTo>
                  <a:cubicBezTo>
                    <a:pt x="19870" y="45964"/>
                    <a:pt x="17313" y="43411"/>
                    <a:pt x="13480" y="43411"/>
                  </a:cubicBezTo>
                  <a:cubicBezTo>
                    <a:pt x="13480" y="43411"/>
                    <a:pt x="12841" y="43411"/>
                    <a:pt x="12841" y="43411"/>
                  </a:cubicBezTo>
                  <a:cubicBezTo>
                    <a:pt x="13480" y="40219"/>
                    <a:pt x="16675" y="35112"/>
                    <a:pt x="19231" y="31281"/>
                  </a:cubicBezTo>
                  <a:cubicBezTo>
                    <a:pt x="24981" y="21705"/>
                    <a:pt x="30093" y="12768"/>
                    <a:pt x="25621" y="5745"/>
                  </a:cubicBezTo>
                  <a:cubicBezTo>
                    <a:pt x="23703" y="1915"/>
                    <a:pt x="19231" y="0"/>
                    <a:pt x="13480" y="0"/>
                  </a:cubicBezTo>
                  <a:cubicBezTo>
                    <a:pt x="9646" y="0"/>
                    <a:pt x="7090" y="2553"/>
                    <a:pt x="7090" y="6384"/>
                  </a:cubicBezTo>
                  <a:cubicBezTo>
                    <a:pt x="7090" y="10214"/>
                    <a:pt x="9646" y="12768"/>
                    <a:pt x="13480" y="12768"/>
                  </a:cubicBezTo>
                  <a:cubicBezTo>
                    <a:pt x="13480" y="12768"/>
                    <a:pt x="14118" y="12768"/>
                    <a:pt x="14118" y="12768"/>
                  </a:cubicBezTo>
                  <a:cubicBezTo>
                    <a:pt x="13480" y="15960"/>
                    <a:pt x="10285" y="21067"/>
                    <a:pt x="7729" y="24897"/>
                  </a:cubicBezTo>
                  <a:cubicBezTo>
                    <a:pt x="2616" y="34473"/>
                    <a:pt x="-2495" y="43411"/>
                    <a:pt x="1339" y="50433"/>
                  </a:cubicBezTo>
                </a:path>
              </a:pathLst>
            </a:custGeom>
            <a:solidFill>
              <a:srgbClr val="009A44"/>
            </a:solidFill>
            <a:ln w="6390" cap="flat">
              <a:noFill/>
              <a:prstDash val="solid"/>
              <a:miter/>
            </a:ln>
          </p:spPr>
          <p:txBody>
            <a:bodyPr rtlCol="0" anchor="ctr"/>
            <a:lstStyle/>
            <a:p>
              <a:endParaRPr lang="en-US"/>
            </a:p>
          </p:txBody>
        </p:sp>
        <p:sp>
          <p:nvSpPr>
            <p:cNvPr id="926" name="Graphic 4">
              <a:extLst>
                <a:ext uri="{FF2B5EF4-FFF2-40B4-BE49-F238E27FC236}">
                  <a16:creationId xmlns:a16="http://schemas.microsoft.com/office/drawing/2014/main" id="{BC4C0521-1791-B848-86A0-DC928E804496}"/>
                </a:ext>
              </a:extLst>
            </p:cNvPr>
            <p:cNvSpPr/>
            <p:nvPr/>
          </p:nvSpPr>
          <p:spPr>
            <a:xfrm>
              <a:off x="7889016" y="3965892"/>
              <a:ext cx="186235" cy="143001"/>
            </a:xfrm>
            <a:custGeom>
              <a:avLst/>
              <a:gdLst>
                <a:gd name="connsiteX0" fmla="*/ 93933 w 186235"/>
                <a:gd name="connsiteY0" fmla="*/ 72778 h 143001"/>
                <a:gd name="connsiteX1" fmla="*/ 28116 w 186235"/>
                <a:gd name="connsiteY1" fmla="*/ 13407 h 143001"/>
                <a:gd name="connsiteX2" fmla="*/ 159748 w 186235"/>
                <a:gd name="connsiteY2" fmla="*/ 13407 h 143001"/>
                <a:gd name="connsiteX3" fmla="*/ 93933 w 186235"/>
                <a:gd name="connsiteY3" fmla="*/ 72778 h 143001"/>
                <a:gd name="connsiteX4" fmla="*/ 132272 w 186235"/>
                <a:gd name="connsiteY4" fmla="*/ 101505 h 143001"/>
                <a:gd name="connsiteX5" fmla="*/ 54953 w 186235"/>
                <a:gd name="connsiteY5" fmla="*/ 101505 h 143001"/>
                <a:gd name="connsiteX6" fmla="*/ 63261 w 186235"/>
                <a:gd name="connsiteY6" fmla="*/ 79162 h 143001"/>
                <a:gd name="connsiteX7" fmla="*/ 93933 w 186235"/>
                <a:gd name="connsiteY7" fmla="*/ 85546 h 143001"/>
                <a:gd name="connsiteX8" fmla="*/ 124604 w 186235"/>
                <a:gd name="connsiteY8" fmla="*/ 79162 h 143001"/>
                <a:gd name="connsiteX9" fmla="*/ 132272 w 186235"/>
                <a:gd name="connsiteY9" fmla="*/ 101505 h 143001"/>
                <a:gd name="connsiteX10" fmla="*/ 180836 w 186235"/>
                <a:gd name="connsiteY10" fmla="*/ 0 h 143001"/>
                <a:gd name="connsiteX11" fmla="*/ 166138 w 186235"/>
                <a:gd name="connsiteY11" fmla="*/ 0 h 143001"/>
                <a:gd name="connsiteX12" fmla="*/ 21087 w 186235"/>
                <a:gd name="connsiteY12" fmla="*/ 0 h 143001"/>
                <a:gd name="connsiteX13" fmla="*/ 6390 w 186235"/>
                <a:gd name="connsiteY13" fmla="*/ 0 h 143001"/>
                <a:gd name="connsiteX14" fmla="*/ 0 w 186235"/>
                <a:gd name="connsiteY14" fmla="*/ 6384 h 143001"/>
                <a:gd name="connsiteX15" fmla="*/ 6390 w 186235"/>
                <a:gd name="connsiteY15" fmla="*/ 12768 h 143001"/>
                <a:gd name="connsiteX16" fmla="*/ 14697 w 186235"/>
                <a:gd name="connsiteY16" fmla="*/ 12768 h 143001"/>
                <a:gd name="connsiteX17" fmla="*/ 51119 w 186235"/>
                <a:gd name="connsiteY17" fmla="*/ 72778 h 143001"/>
                <a:gd name="connsiteX18" fmla="*/ 30672 w 186235"/>
                <a:gd name="connsiteY18" fmla="*/ 130233 h 143001"/>
                <a:gd name="connsiteX19" fmla="*/ 13419 w 186235"/>
                <a:gd name="connsiteY19" fmla="*/ 130233 h 143001"/>
                <a:gd name="connsiteX20" fmla="*/ 7029 w 186235"/>
                <a:gd name="connsiteY20" fmla="*/ 136617 h 143001"/>
                <a:gd name="connsiteX21" fmla="*/ 13419 w 186235"/>
                <a:gd name="connsiteY21" fmla="*/ 143001 h 143001"/>
                <a:gd name="connsiteX22" fmla="*/ 56871 w 186235"/>
                <a:gd name="connsiteY22" fmla="*/ 143001 h 143001"/>
                <a:gd name="connsiteX23" fmla="*/ 63261 w 186235"/>
                <a:gd name="connsiteY23" fmla="*/ 136617 h 143001"/>
                <a:gd name="connsiteX24" fmla="*/ 56871 w 186235"/>
                <a:gd name="connsiteY24" fmla="*/ 130233 h 143001"/>
                <a:gd name="connsiteX25" fmla="*/ 44091 w 186235"/>
                <a:gd name="connsiteY25" fmla="*/ 130233 h 143001"/>
                <a:gd name="connsiteX26" fmla="*/ 49842 w 186235"/>
                <a:gd name="connsiteY26" fmla="*/ 113635 h 143001"/>
                <a:gd name="connsiteX27" fmla="*/ 50481 w 186235"/>
                <a:gd name="connsiteY27" fmla="*/ 113635 h 143001"/>
                <a:gd name="connsiteX28" fmla="*/ 136106 w 186235"/>
                <a:gd name="connsiteY28" fmla="*/ 113635 h 143001"/>
                <a:gd name="connsiteX29" fmla="*/ 141857 w 186235"/>
                <a:gd name="connsiteY29" fmla="*/ 129595 h 143001"/>
                <a:gd name="connsiteX30" fmla="*/ 129077 w 186235"/>
                <a:gd name="connsiteY30" fmla="*/ 129595 h 143001"/>
                <a:gd name="connsiteX31" fmla="*/ 122687 w 186235"/>
                <a:gd name="connsiteY31" fmla="*/ 135979 h 143001"/>
                <a:gd name="connsiteX32" fmla="*/ 129077 w 186235"/>
                <a:gd name="connsiteY32" fmla="*/ 142363 h 143001"/>
                <a:gd name="connsiteX33" fmla="*/ 172528 w 186235"/>
                <a:gd name="connsiteY33" fmla="*/ 142363 h 143001"/>
                <a:gd name="connsiteX34" fmla="*/ 178918 w 186235"/>
                <a:gd name="connsiteY34" fmla="*/ 135979 h 143001"/>
                <a:gd name="connsiteX35" fmla="*/ 172528 w 186235"/>
                <a:gd name="connsiteY35" fmla="*/ 129595 h 143001"/>
                <a:gd name="connsiteX36" fmla="*/ 155276 w 186235"/>
                <a:gd name="connsiteY36" fmla="*/ 129595 h 143001"/>
                <a:gd name="connsiteX37" fmla="*/ 134828 w 186235"/>
                <a:gd name="connsiteY37" fmla="*/ 72139 h 143001"/>
                <a:gd name="connsiteX38" fmla="*/ 171251 w 186235"/>
                <a:gd name="connsiteY38" fmla="*/ 12130 h 143001"/>
                <a:gd name="connsiteX39" fmla="*/ 179557 w 186235"/>
                <a:gd name="connsiteY39" fmla="*/ 12130 h 143001"/>
                <a:gd name="connsiteX40" fmla="*/ 185947 w 186235"/>
                <a:gd name="connsiteY40" fmla="*/ 5746 h 143001"/>
                <a:gd name="connsiteX41" fmla="*/ 180836 w 186235"/>
                <a:gd name="connsiteY41" fmla="*/ 0 h 143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86235" h="143001">
                  <a:moveTo>
                    <a:pt x="93933" y="72778"/>
                  </a:moveTo>
                  <a:cubicBezTo>
                    <a:pt x="59427" y="72778"/>
                    <a:pt x="31311" y="46603"/>
                    <a:pt x="28116" y="13407"/>
                  </a:cubicBezTo>
                  <a:lnTo>
                    <a:pt x="159748" y="13407"/>
                  </a:lnTo>
                  <a:cubicBezTo>
                    <a:pt x="156553" y="46603"/>
                    <a:pt x="127799" y="72778"/>
                    <a:pt x="93933" y="72778"/>
                  </a:cubicBezTo>
                  <a:moveTo>
                    <a:pt x="132272" y="101505"/>
                  </a:moveTo>
                  <a:lnTo>
                    <a:pt x="54953" y="101505"/>
                  </a:lnTo>
                  <a:lnTo>
                    <a:pt x="63261" y="79162"/>
                  </a:lnTo>
                  <a:cubicBezTo>
                    <a:pt x="72845" y="82992"/>
                    <a:pt x="83069" y="85546"/>
                    <a:pt x="93933" y="85546"/>
                  </a:cubicBezTo>
                  <a:cubicBezTo>
                    <a:pt x="104795" y="85546"/>
                    <a:pt x="115019" y="83630"/>
                    <a:pt x="124604" y="79162"/>
                  </a:cubicBezTo>
                  <a:lnTo>
                    <a:pt x="132272" y="101505"/>
                  </a:lnTo>
                  <a:close/>
                  <a:moveTo>
                    <a:pt x="180836" y="0"/>
                  </a:moveTo>
                  <a:lnTo>
                    <a:pt x="166138" y="0"/>
                  </a:lnTo>
                  <a:lnTo>
                    <a:pt x="21087" y="0"/>
                  </a:lnTo>
                  <a:lnTo>
                    <a:pt x="6390" y="0"/>
                  </a:lnTo>
                  <a:cubicBezTo>
                    <a:pt x="2556" y="0"/>
                    <a:pt x="0" y="2554"/>
                    <a:pt x="0" y="6384"/>
                  </a:cubicBezTo>
                  <a:cubicBezTo>
                    <a:pt x="0" y="10215"/>
                    <a:pt x="2556" y="12768"/>
                    <a:pt x="6390" y="12768"/>
                  </a:cubicBezTo>
                  <a:lnTo>
                    <a:pt x="14697" y="12768"/>
                  </a:lnTo>
                  <a:cubicBezTo>
                    <a:pt x="16614" y="38304"/>
                    <a:pt x="30672" y="60010"/>
                    <a:pt x="51119" y="72778"/>
                  </a:cubicBezTo>
                  <a:lnTo>
                    <a:pt x="30672" y="130233"/>
                  </a:lnTo>
                  <a:lnTo>
                    <a:pt x="13419" y="130233"/>
                  </a:lnTo>
                  <a:cubicBezTo>
                    <a:pt x="9585" y="130233"/>
                    <a:pt x="7029" y="132787"/>
                    <a:pt x="7029" y="136617"/>
                  </a:cubicBezTo>
                  <a:cubicBezTo>
                    <a:pt x="7029" y="140448"/>
                    <a:pt x="9585" y="143001"/>
                    <a:pt x="13419" y="143001"/>
                  </a:cubicBezTo>
                  <a:lnTo>
                    <a:pt x="56871" y="143001"/>
                  </a:lnTo>
                  <a:cubicBezTo>
                    <a:pt x="60704" y="143001"/>
                    <a:pt x="63261" y="140448"/>
                    <a:pt x="63261" y="136617"/>
                  </a:cubicBezTo>
                  <a:cubicBezTo>
                    <a:pt x="63261" y="132787"/>
                    <a:pt x="60704" y="130233"/>
                    <a:pt x="56871" y="130233"/>
                  </a:cubicBezTo>
                  <a:lnTo>
                    <a:pt x="44091" y="130233"/>
                  </a:lnTo>
                  <a:lnTo>
                    <a:pt x="49842" y="113635"/>
                  </a:lnTo>
                  <a:cubicBezTo>
                    <a:pt x="49842" y="113635"/>
                    <a:pt x="50481" y="113635"/>
                    <a:pt x="50481" y="113635"/>
                  </a:cubicBezTo>
                  <a:lnTo>
                    <a:pt x="136106" y="113635"/>
                  </a:lnTo>
                  <a:lnTo>
                    <a:pt x="141857" y="129595"/>
                  </a:lnTo>
                  <a:lnTo>
                    <a:pt x="129077" y="129595"/>
                  </a:lnTo>
                  <a:cubicBezTo>
                    <a:pt x="125243" y="129595"/>
                    <a:pt x="122687" y="132149"/>
                    <a:pt x="122687" y="135979"/>
                  </a:cubicBezTo>
                  <a:cubicBezTo>
                    <a:pt x="122687" y="139809"/>
                    <a:pt x="125243" y="142363"/>
                    <a:pt x="129077" y="142363"/>
                  </a:cubicBezTo>
                  <a:lnTo>
                    <a:pt x="172528" y="142363"/>
                  </a:lnTo>
                  <a:cubicBezTo>
                    <a:pt x="176362" y="142363"/>
                    <a:pt x="178918" y="139809"/>
                    <a:pt x="178918" y="135979"/>
                  </a:cubicBezTo>
                  <a:cubicBezTo>
                    <a:pt x="178918" y="132149"/>
                    <a:pt x="176362" y="129595"/>
                    <a:pt x="172528" y="129595"/>
                  </a:cubicBezTo>
                  <a:lnTo>
                    <a:pt x="155276" y="129595"/>
                  </a:lnTo>
                  <a:lnTo>
                    <a:pt x="134828" y="72139"/>
                  </a:lnTo>
                  <a:cubicBezTo>
                    <a:pt x="155276" y="59371"/>
                    <a:pt x="169333" y="37027"/>
                    <a:pt x="171251" y="12130"/>
                  </a:cubicBezTo>
                  <a:lnTo>
                    <a:pt x="179557" y="12130"/>
                  </a:lnTo>
                  <a:cubicBezTo>
                    <a:pt x="183392" y="12130"/>
                    <a:pt x="185947" y="9576"/>
                    <a:pt x="185947" y="5746"/>
                  </a:cubicBezTo>
                  <a:cubicBezTo>
                    <a:pt x="187225" y="3192"/>
                    <a:pt x="184031" y="0"/>
                    <a:pt x="180836" y="0"/>
                  </a:cubicBezTo>
                </a:path>
              </a:pathLst>
            </a:custGeom>
            <a:solidFill>
              <a:srgbClr val="009A44"/>
            </a:solidFill>
            <a:ln w="6390" cap="flat">
              <a:noFill/>
              <a:prstDash val="solid"/>
              <a:miter/>
            </a:ln>
          </p:spPr>
          <p:txBody>
            <a:bodyPr rtlCol="0" anchor="ctr"/>
            <a:lstStyle/>
            <a:p>
              <a:endParaRPr lang="en-US"/>
            </a:p>
          </p:txBody>
        </p:sp>
      </p:grpSp>
      <p:grpSp>
        <p:nvGrpSpPr>
          <p:cNvPr id="927" name="Graphic 4">
            <a:extLst>
              <a:ext uri="{FF2B5EF4-FFF2-40B4-BE49-F238E27FC236}">
                <a16:creationId xmlns:a16="http://schemas.microsoft.com/office/drawing/2014/main" id="{931D229C-43C2-334C-AC90-32591D99F27A}"/>
              </a:ext>
            </a:extLst>
          </p:cNvPr>
          <p:cNvGrpSpPr/>
          <p:nvPr/>
        </p:nvGrpSpPr>
        <p:grpSpPr>
          <a:xfrm>
            <a:off x="8239823" y="3824168"/>
            <a:ext cx="361674" cy="361333"/>
            <a:chOff x="8239823" y="3824168"/>
            <a:chExt cx="361674" cy="361333"/>
          </a:xfrm>
          <a:solidFill>
            <a:srgbClr val="009A44"/>
          </a:solidFill>
        </p:grpSpPr>
        <p:sp>
          <p:nvSpPr>
            <p:cNvPr id="928" name="Graphic 4">
              <a:extLst>
                <a:ext uri="{FF2B5EF4-FFF2-40B4-BE49-F238E27FC236}">
                  <a16:creationId xmlns:a16="http://schemas.microsoft.com/office/drawing/2014/main" id="{92DD4144-EA7E-2246-99A5-FAE7648A3BF7}"/>
                </a:ext>
              </a:extLst>
            </p:cNvPr>
            <p:cNvSpPr/>
            <p:nvPr/>
          </p:nvSpPr>
          <p:spPr>
            <a:xfrm>
              <a:off x="8354842" y="3979298"/>
              <a:ext cx="131632" cy="59370"/>
            </a:xfrm>
            <a:custGeom>
              <a:avLst/>
              <a:gdLst>
                <a:gd name="connsiteX0" fmla="*/ 65817 w 131632"/>
                <a:gd name="connsiteY0" fmla="*/ 59371 h 59370"/>
                <a:gd name="connsiteX1" fmla="*/ 131633 w 131632"/>
                <a:gd name="connsiteY1" fmla="*/ 0 h 59370"/>
                <a:gd name="connsiteX2" fmla="*/ 0 w 131632"/>
                <a:gd name="connsiteY2" fmla="*/ 0 h 59370"/>
                <a:gd name="connsiteX3" fmla="*/ 65817 w 131632"/>
                <a:gd name="connsiteY3" fmla="*/ 59371 h 59370"/>
              </a:gdLst>
              <a:ahLst/>
              <a:cxnLst>
                <a:cxn ang="0">
                  <a:pos x="connsiteX0" y="connsiteY0"/>
                </a:cxn>
                <a:cxn ang="0">
                  <a:pos x="connsiteX1" y="connsiteY1"/>
                </a:cxn>
                <a:cxn ang="0">
                  <a:pos x="connsiteX2" y="connsiteY2"/>
                </a:cxn>
                <a:cxn ang="0">
                  <a:pos x="connsiteX3" y="connsiteY3"/>
                </a:cxn>
              </a:cxnLst>
              <a:rect l="l" t="t" r="r" b="b"/>
              <a:pathLst>
                <a:path w="131632" h="59370">
                  <a:moveTo>
                    <a:pt x="65817" y="59371"/>
                  </a:moveTo>
                  <a:cubicBezTo>
                    <a:pt x="100322" y="59371"/>
                    <a:pt x="128438" y="33197"/>
                    <a:pt x="131633" y="0"/>
                  </a:cubicBezTo>
                  <a:lnTo>
                    <a:pt x="0" y="0"/>
                  </a:lnTo>
                  <a:cubicBezTo>
                    <a:pt x="3195" y="33197"/>
                    <a:pt x="31311" y="59371"/>
                    <a:pt x="65817" y="59371"/>
                  </a:cubicBezTo>
                </a:path>
              </a:pathLst>
            </a:custGeom>
            <a:solidFill>
              <a:srgbClr val="009A44"/>
            </a:solidFill>
            <a:ln w="6390" cap="flat">
              <a:noFill/>
              <a:prstDash val="solid"/>
              <a:miter/>
            </a:ln>
          </p:spPr>
          <p:txBody>
            <a:bodyPr rtlCol="0" anchor="ctr"/>
            <a:lstStyle/>
            <a:p>
              <a:endParaRPr lang="en-US"/>
            </a:p>
          </p:txBody>
        </p:sp>
        <p:sp>
          <p:nvSpPr>
            <p:cNvPr id="929" name="Graphic 4">
              <a:extLst>
                <a:ext uri="{FF2B5EF4-FFF2-40B4-BE49-F238E27FC236}">
                  <a16:creationId xmlns:a16="http://schemas.microsoft.com/office/drawing/2014/main" id="{5F5BDD6E-18C9-954E-9FED-A023A0DD6392}"/>
                </a:ext>
              </a:extLst>
            </p:cNvPr>
            <p:cNvSpPr/>
            <p:nvPr/>
          </p:nvSpPr>
          <p:spPr>
            <a:xfrm>
              <a:off x="8381680" y="4045053"/>
              <a:ext cx="77318" cy="22343"/>
            </a:xfrm>
            <a:custGeom>
              <a:avLst/>
              <a:gdLst>
                <a:gd name="connsiteX0" fmla="*/ 8307 w 77318"/>
                <a:gd name="connsiteY0" fmla="*/ 0 h 22343"/>
                <a:gd name="connsiteX1" fmla="*/ 0 w 77318"/>
                <a:gd name="connsiteY1" fmla="*/ 22344 h 22343"/>
                <a:gd name="connsiteX2" fmla="*/ 77319 w 77318"/>
                <a:gd name="connsiteY2" fmla="*/ 22344 h 22343"/>
                <a:gd name="connsiteX3" fmla="*/ 69012 w 77318"/>
                <a:gd name="connsiteY3" fmla="*/ 0 h 22343"/>
                <a:gd name="connsiteX4" fmla="*/ 38340 w 77318"/>
                <a:gd name="connsiteY4" fmla="*/ 6384 h 22343"/>
                <a:gd name="connsiteX5" fmla="*/ 8307 w 77318"/>
                <a:gd name="connsiteY5" fmla="*/ 0 h 22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318" h="22343">
                  <a:moveTo>
                    <a:pt x="8307" y="0"/>
                  </a:moveTo>
                  <a:lnTo>
                    <a:pt x="0" y="22344"/>
                  </a:lnTo>
                  <a:lnTo>
                    <a:pt x="77319" y="22344"/>
                  </a:lnTo>
                  <a:lnTo>
                    <a:pt x="69012" y="0"/>
                  </a:lnTo>
                  <a:cubicBezTo>
                    <a:pt x="59427" y="3830"/>
                    <a:pt x="49203" y="6384"/>
                    <a:pt x="38340" y="6384"/>
                  </a:cubicBezTo>
                  <a:cubicBezTo>
                    <a:pt x="27477" y="6384"/>
                    <a:pt x="17892" y="3830"/>
                    <a:pt x="8307" y="0"/>
                  </a:cubicBezTo>
                </a:path>
              </a:pathLst>
            </a:custGeom>
            <a:solidFill>
              <a:srgbClr val="009A44"/>
            </a:solidFill>
            <a:ln w="6390" cap="flat">
              <a:noFill/>
              <a:prstDash val="solid"/>
              <a:miter/>
            </a:ln>
          </p:spPr>
          <p:txBody>
            <a:bodyPr rtlCol="0" anchor="ctr"/>
            <a:lstStyle/>
            <a:p>
              <a:endParaRPr lang="en-US"/>
            </a:p>
          </p:txBody>
        </p:sp>
        <p:sp>
          <p:nvSpPr>
            <p:cNvPr id="930" name="Graphic 4">
              <a:extLst>
                <a:ext uri="{FF2B5EF4-FFF2-40B4-BE49-F238E27FC236}">
                  <a16:creationId xmlns:a16="http://schemas.microsoft.com/office/drawing/2014/main" id="{285952EA-3350-F740-9E55-62FA8CBF9675}"/>
                </a:ext>
              </a:extLst>
            </p:cNvPr>
            <p:cNvSpPr/>
            <p:nvPr/>
          </p:nvSpPr>
          <p:spPr>
            <a:xfrm>
              <a:off x="8239823" y="3824168"/>
              <a:ext cx="361674" cy="361333"/>
            </a:xfrm>
            <a:custGeom>
              <a:avLst/>
              <a:gdLst>
                <a:gd name="connsiteX0" fmla="*/ 267739 w 361674"/>
                <a:gd name="connsiteY0" fmla="*/ 154492 h 361333"/>
                <a:gd name="connsiteX1" fmla="*/ 259431 w 361674"/>
                <a:gd name="connsiteY1" fmla="*/ 154492 h 361333"/>
                <a:gd name="connsiteX2" fmla="*/ 223009 w 361674"/>
                <a:gd name="connsiteY2" fmla="*/ 214502 h 361333"/>
                <a:gd name="connsiteX3" fmla="*/ 243456 w 361674"/>
                <a:gd name="connsiteY3" fmla="*/ 271958 h 361333"/>
                <a:gd name="connsiteX4" fmla="*/ 260710 w 361674"/>
                <a:gd name="connsiteY4" fmla="*/ 271958 h 361333"/>
                <a:gd name="connsiteX5" fmla="*/ 267100 w 361674"/>
                <a:gd name="connsiteY5" fmla="*/ 278341 h 361333"/>
                <a:gd name="connsiteX6" fmla="*/ 260710 w 361674"/>
                <a:gd name="connsiteY6" fmla="*/ 284725 h 361333"/>
                <a:gd name="connsiteX7" fmla="*/ 217258 w 361674"/>
                <a:gd name="connsiteY7" fmla="*/ 284725 h 361333"/>
                <a:gd name="connsiteX8" fmla="*/ 210868 w 361674"/>
                <a:gd name="connsiteY8" fmla="*/ 278341 h 361333"/>
                <a:gd name="connsiteX9" fmla="*/ 217258 w 361674"/>
                <a:gd name="connsiteY9" fmla="*/ 271958 h 361333"/>
                <a:gd name="connsiteX10" fmla="*/ 230038 w 361674"/>
                <a:gd name="connsiteY10" fmla="*/ 271958 h 361333"/>
                <a:gd name="connsiteX11" fmla="*/ 224287 w 361674"/>
                <a:gd name="connsiteY11" fmla="*/ 255998 h 361333"/>
                <a:gd name="connsiteX12" fmla="*/ 138661 w 361674"/>
                <a:gd name="connsiteY12" fmla="*/ 255998 h 361333"/>
                <a:gd name="connsiteX13" fmla="*/ 138022 w 361674"/>
                <a:gd name="connsiteY13" fmla="*/ 255998 h 361333"/>
                <a:gd name="connsiteX14" fmla="*/ 132271 w 361674"/>
                <a:gd name="connsiteY14" fmla="*/ 272596 h 361333"/>
                <a:gd name="connsiteX15" fmla="*/ 145051 w 361674"/>
                <a:gd name="connsiteY15" fmla="*/ 272596 h 361333"/>
                <a:gd name="connsiteX16" fmla="*/ 151441 w 361674"/>
                <a:gd name="connsiteY16" fmla="*/ 278980 h 361333"/>
                <a:gd name="connsiteX17" fmla="*/ 145051 w 361674"/>
                <a:gd name="connsiteY17" fmla="*/ 285364 h 361333"/>
                <a:gd name="connsiteX18" fmla="*/ 101600 w 361674"/>
                <a:gd name="connsiteY18" fmla="*/ 285364 h 361333"/>
                <a:gd name="connsiteX19" fmla="*/ 95210 w 361674"/>
                <a:gd name="connsiteY19" fmla="*/ 278980 h 361333"/>
                <a:gd name="connsiteX20" fmla="*/ 101600 w 361674"/>
                <a:gd name="connsiteY20" fmla="*/ 272596 h 361333"/>
                <a:gd name="connsiteX21" fmla="*/ 118853 w 361674"/>
                <a:gd name="connsiteY21" fmla="*/ 272596 h 361333"/>
                <a:gd name="connsiteX22" fmla="*/ 139301 w 361674"/>
                <a:gd name="connsiteY22" fmla="*/ 215140 h 361333"/>
                <a:gd name="connsiteX23" fmla="*/ 102878 w 361674"/>
                <a:gd name="connsiteY23" fmla="*/ 155131 h 361333"/>
                <a:gd name="connsiteX24" fmla="*/ 94571 w 361674"/>
                <a:gd name="connsiteY24" fmla="*/ 155131 h 361333"/>
                <a:gd name="connsiteX25" fmla="*/ 88181 w 361674"/>
                <a:gd name="connsiteY25" fmla="*/ 148747 h 361333"/>
                <a:gd name="connsiteX26" fmla="*/ 94571 w 361674"/>
                <a:gd name="connsiteY26" fmla="*/ 142363 h 361333"/>
                <a:gd name="connsiteX27" fmla="*/ 109268 w 361674"/>
                <a:gd name="connsiteY27" fmla="*/ 142363 h 361333"/>
                <a:gd name="connsiteX28" fmla="*/ 254320 w 361674"/>
                <a:gd name="connsiteY28" fmla="*/ 142363 h 361333"/>
                <a:gd name="connsiteX29" fmla="*/ 269016 w 361674"/>
                <a:gd name="connsiteY29" fmla="*/ 142363 h 361333"/>
                <a:gd name="connsiteX30" fmla="*/ 275406 w 361674"/>
                <a:gd name="connsiteY30" fmla="*/ 148747 h 361333"/>
                <a:gd name="connsiteX31" fmla="*/ 267739 w 361674"/>
                <a:gd name="connsiteY31" fmla="*/ 154492 h 361333"/>
                <a:gd name="connsiteX32" fmla="*/ 137384 w 361674"/>
                <a:gd name="connsiteY32" fmla="*/ 89376 h 361333"/>
                <a:gd name="connsiteX33" fmla="*/ 130994 w 361674"/>
                <a:gd name="connsiteY33" fmla="*/ 82992 h 361333"/>
                <a:gd name="connsiteX34" fmla="*/ 137384 w 361674"/>
                <a:gd name="connsiteY34" fmla="*/ 76608 h 361333"/>
                <a:gd name="connsiteX35" fmla="*/ 149525 w 361674"/>
                <a:gd name="connsiteY35" fmla="*/ 82353 h 361333"/>
                <a:gd name="connsiteX36" fmla="*/ 143135 w 361674"/>
                <a:gd name="connsiteY36" fmla="*/ 107889 h 361333"/>
                <a:gd name="connsiteX37" fmla="*/ 136745 w 361674"/>
                <a:gd name="connsiteY37" fmla="*/ 120019 h 361333"/>
                <a:gd name="connsiteX38" fmla="*/ 137384 w 361674"/>
                <a:gd name="connsiteY38" fmla="*/ 120019 h 361333"/>
                <a:gd name="connsiteX39" fmla="*/ 143774 w 361674"/>
                <a:gd name="connsiteY39" fmla="*/ 126403 h 361333"/>
                <a:gd name="connsiteX40" fmla="*/ 137384 w 361674"/>
                <a:gd name="connsiteY40" fmla="*/ 132787 h 361333"/>
                <a:gd name="connsiteX41" fmla="*/ 125243 w 361674"/>
                <a:gd name="connsiteY41" fmla="*/ 127041 h 361333"/>
                <a:gd name="connsiteX42" fmla="*/ 131633 w 361674"/>
                <a:gd name="connsiteY42" fmla="*/ 101505 h 361333"/>
                <a:gd name="connsiteX43" fmla="*/ 137384 w 361674"/>
                <a:gd name="connsiteY43" fmla="*/ 89376 h 361333"/>
                <a:gd name="connsiteX44" fmla="*/ 137384 w 361674"/>
                <a:gd name="connsiteY44" fmla="*/ 89376 h 361333"/>
                <a:gd name="connsiteX45" fmla="*/ 180836 w 361674"/>
                <a:gd name="connsiteY45" fmla="*/ 89376 h 361333"/>
                <a:gd name="connsiteX46" fmla="*/ 174446 w 361674"/>
                <a:gd name="connsiteY46" fmla="*/ 82992 h 361333"/>
                <a:gd name="connsiteX47" fmla="*/ 180836 w 361674"/>
                <a:gd name="connsiteY47" fmla="*/ 76608 h 361333"/>
                <a:gd name="connsiteX48" fmla="*/ 192976 w 361674"/>
                <a:gd name="connsiteY48" fmla="*/ 82353 h 361333"/>
                <a:gd name="connsiteX49" fmla="*/ 186586 w 361674"/>
                <a:gd name="connsiteY49" fmla="*/ 107889 h 361333"/>
                <a:gd name="connsiteX50" fmla="*/ 180196 w 361674"/>
                <a:gd name="connsiteY50" fmla="*/ 120019 h 361333"/>
                <a:gd name="connsiteX51" fmla="*/ 180836 w 361674"/>
                <a:gd name="connsiteY51" fmla="*/ 120019 h 361333"/>
                <a:gd name="connsiteX52" fmla="*/ 187225 w 361674"/>
                <a:gd name="connsiteY52" fmla="*/ 126403 h 361333"/>
                <a:gd name="connsiteX53" fmla="*/ 180836 w 361674"/>
                <a:gd name="connsiteY53" fmla="*/ 132787 h 361333"/>
                <a:gd name="connsiteX54" fmla="*/ 168695 w 361674"/>
                <a:gd name="connsiteY54" fmla="*/ 127041 h 361333"/>
                <a:gd name="connsiteX55" fmla="*/ 175084 w 361674"/>
                <a:gd name="connsiteY55" fmla="*/ 101505 h 361333"/>
                <a:gd name="connsiteX56" fmla="*/ 180836 w 361674"/>
                <a:gd name="connsiteY56" fmla="*/ 89376 h 361333"/>
                <a:gd name="connsiteX57" fmla="*/ 180836 w 361674"/>
                <a:gd name="connsiteY57" fmla="*/ 89376 h 361333"/>
                <a:gd name="connsiteX58" fmla="*/ 224287 w 361674"/>
                <a:gd name="connsiteY58" fmla="*/ 89376 h 361333"/>
                <a:gd name="connsiteX59" fmla="*/ 217897 w 361674"/>
                <a:gd name="connsiteY59" fmla="*/ 82992 h 361333"/>
                <a:gd name="connsiteX60" fmla="*/ 224287 w 361674"/>
                <a:gd name="connsiteY60" fmla="*/ 76608 h 361333"/>
                <a:gd name="connsiteX61" fmla="*/ 236428 w 361674"/>
                <a:gd name="connsiteY61" fmla="*/ 82353 h 361333"/>
                <a:gd name="connsiteX62" fmla="*/ 230038 w 361674"/>
                <a:gd name="connsiteY62" fmla="*/ 107889 h 361333"/>
                <a:gd name="connsiteX63" fmla="*/ 223648 w 361674"/>
                <a:gd name="connsiteY63" fmla="*/ 120019 h 361333"/>
                <a:gd name="connsiteX64" fmla="*/ 224287 w 361674"/>
                <a:gd name="connsiteY64" fmla="*/ 120019 h 361333"/>
                <a:gd name="connsiteX65" fmla="*/ 230677 w 361674"/>
                <a:gd name="connsiteY65" fmla="*/ 126403 h 361333"/>
                <a:gd name="connsiteX66" fmla="*/ 224287 w 361674"/>
                <a:gd name="connsiteY66" fmla="*/ 132787 h 361333"/>
                <a:gd name="connsiteX67" fmla="*/ 212146 w 361674"/>
                <a:gd name="connsiteY67" fmla="*/ 127041 h 361333"/>
                <a:gd name="connsiteX68" fmla="*/ 218536 w 361674"/>
                <a:gd name="connsiteY68" fmla="*/ 101505 h 361333"/>
                <a:gd name="connsiteX69" fmla="*/ 224287 w 361674"/>
                <a:gd name="connsiteY69" fmla="*/ 89376 h 361333"/>
                <a:gd name="connsiteX70" fmla="*/ 224287 w 361674"/>
                <a:gd name="connsiteY70" fmla="*/ 89376 h 361333"/>
                <a:gd name="connsiteX71" fmla="*/ 180836 w 361674"/>
                <a:gd name="connsiteY71" fmla="*/ 0 h 361333"/>
                <a:gd name="connsiteX72" fmla="*/ 0 w 361674"/>
                <a:gd name="connsiteY72" fmla="*/ 180667 h 361333"/>
                <a:gd name="connsiteX73" fmla="*/ 180836 w 361674"/>
                <a:gd name="connsiteY73" fmla="*/ 361333 h 361333"/>
                <a:gd name="connsiteX74" fmla="*/ 361670 w 361674"/>
                <a:gd name="connsiteY74" fmla="*/ 180667 h 361333"/>
                <a:gd name="connsiteX75" fmla="*/ 180836 w 361674"/>
                <a:gd name="connsiteY75"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1674" h="361333">
                  <a:moveTo>
                    <a:pt x="267739" y="154492"/>
                  </a:moveTo>
                  <a:lnTo>
                    <a:pt x="259431" y="154492"/>
                  </a:lnTo>
                  <a:cubicBezTo>
                    <a:pt x="257515" y="180028"/>
                    <a:pt x="243456" y="201734"/>
                    <a:pt x="223009" y="214502"/>
                  </a:cubicBezTo>
                  <a:lnTo>
                    <a:pt x="243456" y="271958"/>
                  </a:lnTo>
                  <a:lnTo>
                    <a:pt x="260710" y="271958"/>
                  </a:lnTo>
                  <a:cubicBezTo>
                    <a:pt x="264544" y="271958"/>
                    <a:pt x="267100" y="274511"/>
                    <a:pt x="267100" y="278341"/>
                  </a:cubicBezTo>
                  <a:cubicBezTo>
                    <a:pt x="267100" y="282172"/>
                    <a:pt x="264544" y="284725"/>
                    <a:pt x="260710" y="284725"/>
                  </a:cubicBezTo>
                  <a:lnTo>
                    <a:pt x="217258" y="284725"/>
                  </a:lnTo>
                  <a:cubicBezTo>
                    <a:pt x="213424" y="284725"/>
                    <a:pt x="210868" y="282172"/>
                    <a:pt x="210868" y="278341"/>
                  </a:cubicBezTo>
                  <a:cubicBezTo>
                    <a:pt x="210868" y="274511"/>
                    <a:pt x="213424" y="271958"/>
                    <a:pt x="217258" y="271958"/>
                  </a:cubicBezTo>
                  <a:lnTo>
                    <a:pt x="230038" y="271958"/>
                  </a:lnTo>
                  <a:lnTo>
                    <a:pt x="224287" y="255998"/>
                  </a:lnTo>
                  <a:lnTo>
                    <a:pt x="138661" y="255998"/>
                  </a:lnTo>
                  <a:cubicBezTo>
                    <a:pt x="138661" y="255998"/>
                    <a:pt x="138022" y="255998"/>
                    <a:pt x="138022" y="255998"/>
                  </a:cubicBezTo>
                  <a:lnTo>
                    <a:pt x="132271" y="272596"/>
                  </a:lnTo>
                  <a:lnTo>
                    <a:pt x="145051" y="272596"/>
                  </a:lnTo>
                  <a:cubicBezTo>
                    <a:pt x="148886" y="272596"/>
                    <a:pt x="151441" y="275149"/>
                    <a:pt x="151441" y="278980"/>
                  </a:cubicBezTo>
                  <a:cubicBezTo>
                    <a:pt x="151441" y="282810"/>
                    <a:pt x="148886" y="285364"/>
                    <a:pt x="145051" y="285364"/>
                  </a:cubicBezTo>
                  <a:lnTo>
                    <a:pt x="101600" y="285364"/>
                  </a:lnTo>
                  <a:cubicBezTo>
                    <a:pt x="97766" y="285364"/>
                    <a:pt x="95210" y="282810"/>
                    <a:pt x="95210" y="278980"/>
                  </a:cubicBezTo>
                  <a:cubicBezTo>
                    <a:pt x="95210" y="275149"/>
                    <a:pt x="97766" y="272596"/>
                    <a:pt x="101600" y="272596"/>
                  </a:cubicBezTo>
                  <a:lnTo>
                    <a:pt x="118853" y="272596"/>
                  </a:lnTo>
                  <a:lnTo>
                    <a:pt x="139301" y="215140"/>
                  </a:lnTo>
                  <a:cubicBezTo>
                    <a:pt x="118853" y="202372"/>
                    <a:pt x="104795" y="180028"/>
                    <a:pt x="102878" y="155131"/>
                  </a:cubicBezTo>
                  <a:lnTo>
                    <a:pt x="94571" y="155131"/>
                  </a:lnTo>
                  <a:cubicBezTo>
                    <a:pt x="90737" y="155131"/>
                    <a:pt x="88181" y="152577"/>
                    <a:pt x="88181" y="148747"/>
                  </a:cubicBezTo>
                  <a:cubicBezTo>
                    <a:pt x="88181" y="144916"/>
                    <a:pt x="90737" y="142363"/>
                    <a:pt x="94571" y="142363"/>
                  </a:cubicBezTo>
                  <a:lnTo>
                    <a:pt x="109268" y="142363"/>
                  </a:lnTo>
                  <a:lnTo>
                    <a:pt x="254320" y="142363"/>
                  </a:lnTo>
                  <a:lnTo>
                    <a:pt x="269016" y="142363"/>
                  </a:lnTo>
                  <a:cubicBezTo>
                    <a:pt x="272850" y="142363"/>
                    <a:pt x="275406" y="144916"/>
                    <a:pt x="275406" y="148747"/>
                  </a:cubicBezTo>
                  <a:cubicBezTo>
                    <a:pt x="275406" y="152577"/>
                    <a:pt x="271572" y="154492"/>
                    <a:pt x="267739" y="154492"/>
                  </a:cubicBezTo>
                  <a:moveTo>
                    <a:pt x="137384" y="89376"/>
                  </a:moveTo>
                  <a:cubicBezTo>
                    <a:pt x="133550" y="89376"/>
                    <a:pt x="130994" y="86822"/>
                    <a:pt x="130994" y="82992"/>
                  </a:cubicBezTo>
                  <a:cubicBezTo>
                    <a:pt x="130994" y="79161"/>
                    <a:pt x="133550" y="76608"/>
                    <a:pt x="137384" y="76608"/>
                  </a:cubicBezTo>
                  <a:cubicBezTo>
                    <a:pt x="143135" y="76608"/>
                    <a:pt x="147607" y="78523"/>
                    <a:pt x="149525" y="82353"/>
                  </a:cubicBezTo>
                  <a:cubicBezTo>
                    <a:pt x="153358" y="89376"/>
                    <a:pt x="148246" y="98313"/>
                    <a:pt x="143135" y="107889"/>
                  </a:cubicBezTo>
                  <a:cubicBezTo>
                    <a:pt x="141217" y="111720"/>
                    <a:pt x="138022" y="116827"/>
                    <a:pt x="136745" y="120019"/>
                  </a:cubicBezTo>
                  <a:cubicBezTo>
                    <a:pt x="136745" y="120019"/>
                    <a:pt x="137384" y="120019"/>
                    <a:pt x="137384" y="120019"/>
                  </a:cubicBezTo>
                  <a:cubicBezTo>
                    <a:pt x="141217" y="120019"/>
                    <a:pt x="143774" y="122572"/>
                    <a:pt x="143774" y="126403"/>
                  </a:cubicBezTo>
                  <a:cubicBezTo>
                    <a:pt x="143774" y="130233"/>
                    <a:pt x="141217" y="132787"/>
                    <a:pt x="137384" y="132787"/>
                  </a:cubicBezTo>
                  <a:cubicBezTo>
                    <a:pt x="131633" y="132787"/>
                    <a:pt x="127160" y="130872"/>
                    <a:pt x="125243" y="127041"/>
                  </a:cubicBezTo>
                  <a:cubicBezTo>
                    <a:pt x="121409" y="120019"/>
                    <a:pt x="126521" y="111081"/>
                    <a:pt x="131633" y="101505"/>
                  </a:cubicBezTo>
                  <a:cubicBezTo>
                    <a:pt x="134189" y="98313"/>
                    <a:pt x="137384" y="92568"/>
                    <a:pt x="137384" y="89376"/>
                  </a:cubicBezTo>
                  <a:cubicBezTo>
                    <a:pt x="138022" y="89376"/>
                    <a:pt x="137384" y="89376"/>
                    <a:pt x="137384" y="89376"/>
                  </a:cubicBezTo>
                  <a:moveTo>
                    <a:pt x="180836" y="89376"/>
                  </a:moveTo>
                  <a:cubicBezTo>
                    <a:pt x="177001" y="89376"/>
                    <a:pt x="174446" y="86822"/>
                    <a:pt x="174446" y="82992"/>
                  </a:cubicBezTo>
                  <a:cubicBezTo>
                    <a:pt x="174446" y="79161"/>
                    <a:pt x="177001" y="76608"/>
                    <a:pt x="180836" y="76608"/>
                  </a:cubicBezTo>
                  <a:cubicBezTo>
                    <a:pt x="186586" y="76608"/>
                    <a:pt x="191059" y="78523"/>
                    <a:pt x="192976" y="82353"/>
                  </a:cubicBezTo>
                  <a:cubicBezTo>
                    <a:pt x="196810" y="89376"/>
                    <a:pt x="191698" y="98313"/>
                    <a:pt x="186586" y="107889"/>
                  </a:cubicBezTo>
                  <a:cubicBezTo>
                    <a:pt x="184669" y="111720"/>
                    <a:pt x="181474" y="116827"/>
                    <a:pt x="180196" y="120019"/>
                  </a:cubicBezTo>
                  <a:cubicBezTo>
                    <a:pt x="180196" y="120019"/>
                    <a:pt x="180836" y="120019"/>
                    <a:pt x="180836" y="120019"/>
                  </a:cubicBezTo>
                  <a:cubicBezTo>
                    <a:pt x="184669" y="120019"/>
                    <a:pt x="187225" y="122572"/>
                    <a:pt x="187225" y="126403"/>
                  </a:cubicBezTo>
                  <a:cubicBezTo>
                    <a:pt x="187225" y="130233"/>
                    <a:pt x="184669" y="132787"/>
                    <a:pt x="180836" y="132787"/>
                  </a:cubicBezTo>
                  <a:cubicBezTo>
                    <a:pt x="175084" y="132787"/>
                    <a:pt x="170611" y="130872"/>
                    <a:pt x="168695" y="127041"/>
                  </a:cubicBezTo>
                  <a:cubicBezTo>
                    <a:pt x="164861" y="120019"/>
                    <a:pt x="169972" y="111081"/>
                    <a:pt x="175084" y="101505"/>
                  </a:cubicBezTo>
                  <a:cubicBezTo>
                    <a:pt x="177641" y="98313"/>
                    <a:pt x="180836" y="92568"/>
                    <a:pt x="180836" y="89376"/>
                  </a:cubicBezTo>
                  <a:cubicBezTo>
                    <a:pt x="181474" y="89376"/>
                    <a:pt x="181474" y="89376"/>
                    <a:pt x="180836" y="89376"/>
                  </a:cubicBezTo>
                  <a:moveTo>
                    <a:pt x="224287" y="89376"/>
                  </a:moveTo>
                  <a:cubicBezTo>
                    <a:pt x="220453" y="89376"/>
                    <a:pt x="217897" y="86822"/>
                    <a:pt x="217897" y="82992"/>
                  </a:cubicBezTo>
                  <a:cubicBezTo>
                    <a:pt x="217897" y="79161"/>
                    <a:pt x="220453" y="76608"/>
                    <a:pt x="224287" y="76608"/>
                  </a:cubicBezTo>
                  <a:cubicBezTo>
                    <a:pt x="230038" y="76608"/>
                    <a:pt x="234510" y="78523"/>
                    <a:pt x="236428" y="82353"/>
                  </a:cubicBezTo>
                  <a:cubicBezTo>
                    <a:pt x="240261" y="89376"/>
                    <a:pt x="235150" y="98313"/>
                    <a:pt x="230038" y="107889"/>
                  </a:cubicBezTo>
                  <a:cubicBezTo>
                    <a:pt x="228120" y="111720"/>
                    <a:pt x="224925" y="116827"/>
                    <a:pt x="223648" y="120019"/>
                  </a:cubicBezTo>
                  <a:cubicBezTo>
                    <a:pt x="223648" y="120019"/>
                    <a:pt x="224287" y="120019"/>
                    <a:pt x="224287" y="120019"/>
                  </a:cubicBezTo>
                  <a:cubicBezTo>
                    <a:pt x="228120" y="120019"/>
                    <a:pt x="230677" y="122572"/>
                    <a:pt x="230677" y="126403"/>
                  </a:cubicBezTo>
                  <a:cubicBezTo>
                    <a:pt x="230677" y="130233"/>
                    <a:pt x="228120" y="132787"/>
                    <a:pt x="224287" y="132787"/>
                  </a:cubicBezTo>
                  <a:cubicBezTo>
                    <a:pt x="218536" y="132787"/>
                    <a:pt x="214063" y="130872"/>
                    <a:pt x="212146" y="127041"/>
                  </a:cubicBezTo>
                  <a:cubicBezTo>
                    <a:pt x="208312" y="120019"/>
                    <a:pt x="213424" y="111081"/>
                    <a:pt x="218536" y="101505"/>
                  </a:cubicBezTo>
                  <a:cubicBezTo>
                    <a:pt x="221092" y="98313"/>
                    <a:pt x="224287" y="92568"/>
                    <a:pt x="224287" y="89376"/>
                  </a:cubicBezTo>
                  <a:cubicBezTo>
                    <a:pt x="224925" y="89376"/>
                    <a:pt x="224925" y="89376"/>
                    <a:pt x="224287" y="89376"/>
                  </a:cubicBezTo>
                  <a:moveTo>
                    <a:pt x="180836" y="0"/>
                  </a:moveTo>
                  <a:cubicBezTo>
                    <a:pt x="80513" y="0"/>
                    <a:pt x="0" y="81076"/>
                    <a:pt x="0" y="180667"/>
                  </a:cubicBezTo>
                  <a:cubicBezTo>
                    <a:pt x="0" y="280895"/>
                    <a:pt x="81152" y="361333"/>
                    <a:pt x="180836" y="361333"/>
                  </a:cubicBezTo>
                  <a:cubicBezTo>
                    <a:pt x="281157" y="361333"/>
                    <a:pt x="361670" y="280257"/>
                    <a:pt x="361670" y="180667"/>
                  </a:cubicBezTo>
                  <a:cubicBezTo>
                    <a:pt x="362309" y="81076"/>
                    <a:pt x="281157" y="0"/>
                    <a:pt x="180836" y="0"/>
                  </a:cubicBezTo>
                </a:path>
              </a:pathLst>
            </a:custGeom>
            <a:solidFill>
              <a:srgbClr val="009A44"/>
            </a:solidFill>
            <a:ln w="6390" cap="flat">
              <a:noFill/>
              <a:prstDash val="solid"/>
              <a:miter/>
            </a:ln>
          </p:spPr>
          <p:txBody>
            <a:bodyPr rtlCol="0" anchor="ctr"/>
            <a:lstStyle/>
            <a:p>
              <a:endParaRPr lang="en-US"/>
            </a:p>
          </p:txBody>
        </p:sp>
      </p:grpSp>
      <p:grpSp>
        <p:nvGrpSpPr>
          <p:cNvPr id="931" name="Graphic 4">
            <a:extLst>
              <a:ext uri="{FF2B5EF4-FFF2-40B4-BE49-F238E27FC236}">
                <a16:creationId xmlns:a16="http://schemas.microsoft.com/office/drawing/2014/main" id="{1D7861AB-C972-C743-B2B8-C892C1FA0742}"/>
              </a:ext>
            </a:extLst>
          </p:cNvPr>
          <p:cNvGrpSpPr/>
          <p:nvPr/>
        </p:nvGrpSpPr>
        <p:grpSpPr>
          <a:xfrm>
            <a:off x="7802113" y="2855717"/>
            <a:ext cx="361670" cy="361333"/>
            <a:chOff x="7802113" y="2855717"/>
            <a:chExt cx="361670" cy="361333"/>
          </a:xfrm>
          <a:solidFill>
            <a:srgbClr val="009A44"/>
          </a:solidFill>
        </p:grpSpPr>
        <p:sp>
          <p:nvSpPr>
            <p:cNvPr id="932" name="Graphic 4">
              <a:extLst>
                <a:ext uri="{FF2B5EF4-FFF2-40B4-BE49-F238E27FC236}">
                  <a16:creationId xmlns:a16="http://schemas.microsoft.com/office/drawing/2014/main" id="{2D69ECE5-6D4E-D045-A3CF-9E80467C9FF6}"/>
                </a:ext>
              </a:extLst>
            </p:cNvPr>
            <p:cNvSpPr/>
            <p:nvPr/>
          </p:nvSpPr>
          <p:spPr>
            <a:xfrm>
              <a:off x="7802113" y="2855717"/>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6"/>
                    <a:pt x="0" y="180667"/>
                  </a:cubicBezTo>
                  <a:cubicBezTo>
                    <a:pt x="0" y="280895"/>
                    <a:pt x="81152" y="361333"/>
                    <a:pt x="180836" y="361333"/>
                  </a:cubicBezTo>
                  <a:cubicBezTo>
                    <a:pt x="281157" y="361333"/>
                    <a:pt x="361670" y="280257"/>
                    <a:pt x="361670" y="180667"/>
                  </a:cubicBezTo>
                  <a:cubicBezTo>
                    <a:pt x="361670" y="80438"/>
                    <a:pt x="280518"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234"/>
                    <a:pt x="273490" y="349204"/>
                    <a:pt x="180836" y="349204"/>
                  </a:cubicBezTo>
                  <a:close/>
                </a:path>
              </a:pathLst>
            </a:custGeom>
            <a:solidFill>
              <a:srgbClr val="009A44"/>
            </a:solidFill>
            <a:ln w="6390" cap="flat">
              <a:noFill/>
              <a:prstDash val="solid"/>
              <a:miter/>
            </a:ln>
          </p:spPr>
          <p:txBody>
            <a:bodyPr rtlCol="0" anchor="ctr"/>
            <a:lstStyle/>
            <a:p>
              <a:endParaRPr lang="en-US"/>
            </a:p>
          </p:txBody>
        </p:sp>
        <p:sp>
          <p:nvSpPr>
            <p:cNvPr id="933" name="Graphic 4">
              <a:extLst>
                <a:ext uri="{FF2B5EF4-FFF2-40B4-BE49-F238E27FC236}">
                  <a16:creationId xmlns:a16="http://schemas.microsoft.com/office/drawing/2014/main" id="{D1A3D795-B5C7-524D-80A8-C0D6609EFE6A}"/>
                </a:ext>
              </a:extLst>
            </p:cNvPr>
            <p:cNvSpPr/>
            <p:nvPr/>
          </p:nvSpPr>
          <p:spPr>
            <a:xfrm>
              <a:off x="7901796" y="2925941"/>
              <a:ext cx="161665" cy="220247"/>
            </a:xfrm>
            <a:custGeom>
              <a:avLst/>
              <a:gdLst>
                <a:gd name="connsiteX0" fmla="*/ 155276 w 161665"/>
                <a:gd name="connsiteY0" fmla="*/ 0 h 220247"/>
                <a:gd name="connsiteX1" fmla="*/ 6390 w 161665"/>
                <a:gd name="connsiteY1" fmla="*/ 0 h 220247"/>
                <a:gd name="connsiteX2" fmla="*/ 0 w 161665"/>
                <a:gd name="connsiteY2" fmla="*/ 6384 h 220247"/>
                <a:gd name="connsiteX3" fmla="*/ 0 w 161665"/>
                <a:gd name="connsiteY3" fmla="*/ 213863 h 220247"/>
                <a:gd name="connsiteX4" fmla="*/ 6390 w 161665"/>
                <a:gd name="connsiteY4" fmla="*/ 220247 h 220247"/>
                <a:gd name="connsiteX5" fmla="*/ 155276 w 161665"/>
                <a:gd name="connsiteY5" fmla="*/ 220247 h 220247"/>
                <a:gd name="connsiteX6" fmla="*/ 161666 w 161665"/>
                <a:gd name="connsiteY6" fmla="*/ 213863 h 220247"/>
                <a:gd name="connsiteX7" fmla="*/ 161666 w 161665"/>
                <a:gd name="connsiteY7" fmla="*/ 6384 h 220247"/>
                <a:gd name="connsiteX8" fmla="*/ 155276 w 161665"/>
                <a:gd name="connsiteY8" fmla="*/ 0 h 220247"/>
                <a:gd name="connsiteX9" fmla="*/ 148886 w 161665"/>
                <a:gd name="connsiteY9" fmla="*/ 208118 h 220247"/>
                <a:gd name="connsiteX10" fmla="*/ 12780 w 161665"/>
                <a:gd name="connsiteY10" fmla="*/ 208118 h 220247"/>
                <a:gd name="connsiteX11" fmla="*/ 12780 w 161665"/>
                <a:gd name="connsiteY11" fmla="*/ 13406 h 220247"/>
                <a:gd name="connsiteX12" fmla="*/ 148886 w 161665"/>
                <a:gd name="connsiteY12" fmla="*/ 13406 h 220247"/>
                <a:gd name="connsiteX13" fmla="*/ 148886 w 161665"/>
                <a:gd name="connsiteY13" fmla="*/ 208118 h 2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1665" h="220247">
                  <a:moveTo>
                    <a:pt x="155276" y="0"/>
                  </a:moveTo>
                  <a:lnTo>
                    <a:pt x="6390" y="0"/>
                  </a:lnTo>
                  <a:cubicBezTo>
                    <a:pt x="2556" y="0"/>
                    <a:pt x="0" y="2554"/>
                    <a:pt x="0" y="6384"/>
                  </a:cubicBezTo>
                  <a:lnTo>
                    <a:pt x="0" y="213863"/>
                  </a:lnTo>
                  <a:cubicBezTo>
                    <a:pt x="0" y="217694"/>
                    <a:pt x="2556" y="220247"/>
                    <a:pt x="6390" y="220247"/>
                  </a:cubicBezTo>
                  <a:lnTo>
                    <a:pt x="155276" y="220247"/>
                  </a:lnTo>
                  <a:cubicBezTo>
                    <a:pt x="159110" y="220247"/>
                    <a:pt x="161666" y="217694"/>
                    <a:pt x="161666" y="213863"/>
                  </a:cubicBezTo>
                  <a:lnTo>
                    <a:pt x="161666" y="6384"/>
                  </a:lnTo>
                  <a:cubicBezTo>
                    <a:pt x="161666" y="3192"/>
                    <a:pt x="159110" y="0"/>
                    <a:pt x="155276" y="0"/>
                  </a:cubicBezTo>
                  <a:close/>
                  <a:moveTo>
                    <a:pt x="148886" y="208118"/>
                  </a:moveTo>
                  <a:lnTo>
                    <a:pt x="12780" y="208118"/>
                  </a:lnTo>
                  <a:lnTo>
                    <a:pt x="12780" y="13406"/>
                  </a:lnTo>
                  <a:lnTo>
                    <a:pt x="148886" y="13406"/>
                  </a:lnTo>
                  <a:lnTo>
                    <a:pt x="148886" y="208118"/>
                  </a:lnTo>
                  <a:close/>
                </a:path>
              </a:pathLst>
            </a:custGeom>
            <a:solidFill>
              <a:srgbClr val="009A44"/>
            </a:solidFill>
            <a:ln w="6390" cap="flat">
              <a:noFill/>
              <a:prstDash val="solid"/>
              <a:miter/>
            </a:ln>
          </p:spPr>
          <p:txBody>
            <a:bodyPr rtlCol="0" anchor="ctr"/>
            <a:lstStyle/>
            <a:p>
              <a:endParaRPr lang="en-US"/>
            </a:p>
          </p:txBody>
        </p:sp>
        <p:sp>
          <p:nvSpPr>
            <p:cNvPr id="934" name="Graphic 4">
              <a:extLst>
                <a:ext uri="{FF2B5EF4-FFF2-40B4-BE49-F238E27FC236}">
                  <a16:creationId xmlns:a16="http://schemas.microsoft.com/office/drawing/2014/main" id="{9E9E9A31-874E-6045-B24A-64DE9E985203}"/>
                </a:ext>
              </a:extLst>
            </p:cNvPr>
            <p:cNvSpPr/>
            <p:nvPr/>
          </p:nvSpPr>
          <p:spPr>
            <a:xfrm>
              <a:off x="7931189" y="2954669"/>
              <a:ext cx="73484" cy="133425"/>
            </a:xfrm>
            <a:custGeom>
              <a:avLst/>
              <a:gdLst>
                <a:gd name="connsiteX0" fmla="*/ 0 w 73484"/>
                <a:gd name="connsiteY0" fmla="*/ 97675 h 133425"/>
                <a:gd name="connsiteX1" fmla="*/ 0 w 73484"/>
                <a:gd name="connsiteY1" fmla="*/ 97675 h 133425"/>
                <a:gd name="connsiteX2" fmla="*/ 0 w 73484"/>
                <a:gd name="connsiteY2" fmla="*/ 119380 h 133425"/>
                <a:gd name="connsiteX3" fmla="*/ 14058 w 73484"/>
                <a:gd name="connsiteY3" fmla="*/ 133425 h 133425"/>
                <a:gd name="connsiteX4" fmla="*/ 59427 w 73484"/>
                <a:gd name="connsiteY4" fmla="*/ 133425 h 133425"/>
                <a:gd name="connsiteX5" fmla="*/ 73484 w 73484"/>
                <a:gd name="connsiteY5" fmla="*/ 119380 h 133425"/>
                <a:gd name="connsiteX6" fmla="*/ 73484 w 73484"/>
                <a:gd name="connsiteY6" fmla="*/ 14045 h 133425"/>
                <a:gd name="connsiteX7" fmla="*/ 59427 w 73484"/>
                <a:gd name="connsiteY7" fmla="*/ 0 h 133425"/>
                <a:gd name="connsiteX8" fmla="*/ 14058 w 73484"/>
                <a:gd name="connsiteY8" fmla="*/ 0 h 133425"/>
                <a:gd name="connsiteX9" fmla="*/ 0 w 73484"/>
                <a:gd name="connsiteY9" fmla="*/ 14045 h 133425"/>
                <a:gd name="connsiteX10" fmla="*/ 0 w 73484"/>
                <a:gd name="connsiteY10" fmla="*/ 36389 h 133425"/>
                <a:gd name="connsiteX11" fmla="*/ 0 w 73484"/>
                <a:gd name="connsiteY11" fmla="*/ 36389 h 133425"/>
                <a:gd name="connsiteX12" fmla="*/ 0 w 73484"/>
                <a:gd name="connsiteY12" fmla="*/ 36389 h 133425"/>
                <a:gd name="connsiteX13" fmla="*/ 0 w 73484"/>
                <a:gd name="connsiteY13" fmla="*/ 65755 h 133425"/>
                <a:gd name="connsiteX14" fmla="*/ 0 w 73484"/>
                <a:gd name="connsiteY14" fmla="*/ 65755 h 133425"/>
                <a:gd name="connsiteX15" fmla="*/ 0 w 73484"/>
                <a:gd name="connsiteY15" fmla="*/ 65755 h 133425"/>
                <a:gd name="connsiteX16" fmla="*/ 0 w 73484"/>
                <a:gd name="connsiteY16" fmla="*/ 97675 h 133425"/>
                <a:gd name="connsiteX17" fmla="*/ 0 w 73484"/>
                <a:gd name="connsiteY17" fmla="*/ 97675 h 133425"/>
                <a:gd name="connsiteX18" fmla="*/ 60704 w 73484"/>
                <a:gd name="connsiteY18" fmla="*/ 91291 h 133425"/>
                <a:gd name="connsiteX19" fmla="*/ 12780 w 73484"/>
                <a:gd name="connsiteY19" fmla="*/ 91291 h 133425"/>
                <a:gd name="connsiteX20" fmla="*/ 12780 w 73484"/>
                <a:gd name="connsiteY20" fmla="*/ 72777 h 133425"/>
                <a:gd name="connsiteX21" fmla="*/ 60704 w 73484"/>
                <a:gd name="connsiteY21" fmla="*/ 72777 h 133425"/>
                <a:gd name="connsiteX22" fmla="*/ 60704 w 73484"/>
                <a:gd name="connsiteY22" fmla="*/ 91291 h 133425"/>
                <a:gd name="connsiteX23" fmla="*/ 60704 w 73484"/>
                <a:gd name="connsiteY23" fmla="*/ 60009 h 133425"/>
                <a:gd name="connsiteX24" fmla="*/ 12780 w 73484"/>
                <a:gd name="connsiteY24" fmla="*/ 60009 h 133425"/>
                <a:gd name="connsiteX25" fmla="*/ 12780 w 73484"/>
                <a:gd name="connsiteY25" fmla="*/ 43411 h 133425"/>
                <a:gd name="connsiteX26" fmla="*/ 60704 w 73484"/>
                <a:gd name="connsiteY26" fmla="*/ 43411 h 133425"/>
                <a:gd name="connsiteX27" fmla="*/ 60704 w 73484"/>
                <a:gd name="connsiteY27" fmla="*/ 60009 h 133425"/>
                <a:gd name="connsiteX28" fmla="*/ 59427 w 73484"/>
                <a:gd name="connsiteY28" fmla="*/ 120657 h 133425"/>
                <a:gd name="connsiteX29" fmla="*/ 14058 w 73484"/>
                <a:gd name="connsiteY29" fmla="*/ 120657 h 133425"/>
                <a:gd name="connsiteX30" fmla="*/ 12780 w 73484"/>
                <a:gd name="connsiteY30" fmla="*/ 119380 h 133425"/>
                <a:gd name="connsiteX31" fmla="*/ 12780 w 73484"/>
                <a:gd name="connsiteY31" fmla="*/ 104059 h 133425"/>
                <a:gd name="connsiteX32" fmla="*/ 60704 w 73484"/>
                <a:gd name="connsiteY32" fmla="*/ 104059 h 133425"/>
                <a:gd name="connsiteX33" fmla="*/ 60704 w 73484"/>
                <a:gd name="connsiteY33" fmla="*/ 119380 h 133425"/>
                <a:gd name="connsiteX34" fmla="*/ 59427 w 73484"/>
                <a:gd name="connsiteY34" fmla="*/ 120657 h 133425"/>
                <a:gd name="connsiteX35" fmla="*/ 14058 w 73484"/>
                <a:gd name="connsiteY35" fmla="*/ 13406 h 133425"/>
                <a:gd name="connsiteX36" fmla="*/ 59427 w 73484"/>
                <a:gd name="connsiteY36" fmla="*/ 13406 h 133425"/>
                <a:gd name="connsiteX37" fmla="*/ 60704 w 73484"/>
                <a:gd name="connsiteY37" fmla="*/ 14683 h 133425"/>
                <a:gd name="connsiteX38" fmla="*/ 60704 w 73484"/>
                <a:gd name="connsiteY38" fmla="*/ 30643 h 133425"/>
                <a:gd name="connsiteX39" fmla="*/ 12780 w 73484"/>
                <a:gd name="connsiteY39" fmla="*/ 30643 h 133425"/>
                <a:gd name="connsiteX40" fmla="*/ 12780 w 73484"/>
                <a:gd name="connsiteY40" fmla="*/ 14683 h 133425"/>
                <a:gd name="connsiteX41" fmla="*/ 14058 w 73484"/>
                <a:gd name="connsiteY41" fmla="*/ 13406 h 1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3484" h="133425">
                  <a:moveTo>
                    <a:pt x="0" y="97675"/>
                  </a:moveTo>
                  <a:cubicBezTo>
                    <a:pt x="0" y="97675"/>
                    <a:pt x="0" y="97675"/>
                    <a:pt x="0" y="97675"/>
                  </a:cubicBezTo>
                  <a:lnTo>
                    <a:pt x="0" y="119380"/>
                  </a:lnTo>
                  <a:cubicBezTo>
                    <a:pt x="0" y="127041"/>
                    <a:pt x="6390" y="133425"/>
                    <a:pt x="14058" y="133425"/>
                  </a:cubicBezTo>
                  <a:lnTo>
                    <a:pt x="59427" y="133425"/>
                  </a:lnTo>
                  <a:cubicBezTo>
                    <a:pt x="67094" y="133425"/>
                    <a:pt x="73484" y="127041"/>
                    <a:pt x="73484" y="119380"/>
                  </a:cubicBezTo>
                  <a:lnTo>
                    <a:pt x="73484" y="14045"/>
                  </a:lnTo>
                  <a:cubicBezTo>
                    <a:pt x="73484" y="6384"/>
                    <a:pt x="67094" y="0"/>
                    <a:pt x="59427" y="0"/>
                  </a:cubicBezTo>
                  <a:lnTo>
                    <a:pt x="14058" y="0"/>
                  </a:lnTo>
                  <a:cubicBezTo>
                    <a:pt x="6390" y="0"/>
                    <a:pt x="0" y="6384"/>
                    <a:pt x="0" y="14045"/>
                  </a:cubicBezTo>
                  <a:lnTo>
                    <a:pt x="0" y="36389"/>
                  </a:lnTo>
                  <a:cubicBezTo>
                    <a:pt x="0" y="36389"/>
                    <a:pt x="0" y="36389"/>
                    <a:pt x="0" y="36389"/>
                  </a:cubicBezTo>
                  <a:cubicBezTo>
                    <a:pt x="0" y="36389"/>
                    <a:pt x="0" y="36389"/>
                    <a:pt x="0" y="36389"/>
                  </a:cubicBezTo>
                  <a:lnTo>
                    <a:pt x="0" y="65755"/>
                  </a:lnTo>
                  <a:cubicBezTo>
                    <a:pt x="0" y="65755"/>
                    <a:pt x="0" y="65755"/>
                    <a:pt x="0" y="65755"/>
                  </a:cubicBezTo>
                  <a:cubicBezTo>
                    <a:pt x="0" y="65755"/>
                    <a:pt x="0" y="65755"/>
                    <a:pt x="0" y="65755"/>
                  </a:cubicBezTo>
                  <a:lnTo>
                    <a:pt x="0" y="97675"/>
                  </a:lnTo>
                  <a:cubicBezTo>
                    <a:pt x="0" y="97675"/>
                    <a:pt x="0" y="97675"/>
                    <a:pt x="0" y="97675"/>
                  </a:cubicBezTo>
                  <a:close/>
                  <a:moveTo>
                    <a:pt x="60704" y="91291"/>
                  </a:moveTo>
                  <a:lnTo>
                    <a:pt x="12780" y="91291"/>
                  </a:lnTo>
                  <a:lnTo>
                    <a:pt x="12780" y="72777"/>
                  </a:lnTo>
                  <a:lnTo>
                    <a:pt x="60704" y="72777"/>
                  </a:lnTo>
                  <a:lnTo>
                    <a:pt x="60704" y="91291"/>
                  </a:lnTo>
                  <a:close/>
                  <a:moveTo>
                    <a:pt x="60704" y="60009"/>
                  </a:moveTo>
                  <a:lnTo>
                    <a:pt x="12780" y="60009"/>
                  </a:lnTo>
                  <a:lnTo>
                    <a:pt x="12780" y="43411"/>
                  </a:lnTo>
                  <a:lnTo>
                    <a:pt x="60704" y="43411"/>
                  </a:lnTo>
                  <a:lnTo>
                    <a:pt x="60704" y="60009"/>
                  </a:lnTo>
                  <a:close/>
                  <a:moveTo>
                    <a:pt x="59427" y="120657"/>
                  </a:moveTo>
                  <a:lnTo>
                    <a:pt x="14058" y="120657"/>
                  </a:lnTo>
                  <a:cubicBezTo>
                    <a:pt x="13419" y="120657"/>
                    <a:pt x="12780" y="120019"/>
                    <a:pt x="12780" y="119380"/>
                  </a:cubicBezTo>
                  <a:lnTo>
                    <a:pt x="12780" y="104059"/>
                  </a:lnTo>
                  <a:lnTo>
                    <a:pt x="60704" y="104059"/>
                  </a:lnTo>
                  <a:lnTo>
                    <a:pt x="60704" y="119380"/>
                  </a:lnTo>
                  <a:cubicBezTo>
                    <a:pt x="60704" y="120019"/>
                    <a:pt x="60066" y="120657"/>
                    <a:pt x="59427" y="120657"/>
                  </a:cubicBezTo>
                  <a:close/>
                  <a:moveTo>
                    <a:pt x="14058" y="13406"/>
                  </a:moveTo>
                  <a:lnTo>
                    <a:pt x="59427" y="13406"/>
                  </a:lnTo>
                  <a:cubicBezTo>
                    <a:pt x="60066" y="13406"/>
                    <a:pt x="60704" y="14045"/>
                    <a:pt x="60704" y="14683"/>
                  </a:cubicBezTo>
                  <a:lnTo>
                    <a:pt x="60704" y="30643"/>
                  </a:lnTo>
                  <a:lnTo>
                    <a:pt x="12780" y="30643"/>
                  </a:lnTo>
                  <a:lnTo>
                    <a:pt x="12780" y="14683"/>
                  </a:lnTo>
                  <a:cubicBezTo>
                    <a:pt x="12780" y="13406"/>
                    <a:pt x="13419" y="13406"/>
                    <a:pt x="14058" y="13406"/>
                  </a:cubicBezTo>
                  <a:close/>
                </a:path>
              </a:pathLst>
            </a:custGeom>
            <a:solidFill>
              <a:srgbClr val="009A44"/>
            </a:solidFill>
            <a:ln w="6390" cap="flat">
              <a:noFill/>
              <a:prstDash val="solid"/>
              <a:miter/>
            </a:ln>
          </p:spPr>
          <p:txBody>
            <a:bodyPr rtlCol="0" anchor="ctr"/>
            <a:lstStyle/>
            <a:p>
              <a:endParaRPr lang="en-US"/>
            </a:p>
          </p:txBody>
        </p:sp>
        <p:sp>
          <p:nvSpPr>
            <p:cNvPr id="935" name="Graphic 4">
              <a:extLst>
                <a:ext uri="{FF2B5EF4-FFF2-40B4-BE49-F238E27FC236}">
                  <a16:creationId xmlns:a16="http://schemas.microsoft.com/office/drawing/2014/main" id="{401F26A5-2674-9D4D-B1D6-33AE3C4EB493}"/>
                </a:ext>
              </a:extLst>
            </p:cNvPr>
            <p:cNvSpPr/>
            <p:nvPr/>
          </p:nvSpPr>
          <p:spPr>
            <a:xfrm>
              <a:off x="8020648" y="3008295"/>
              <a:ext cx="12779" cy="26812"/>
            </a:xfrm>
            <a:custGeom>
              <a:avLst/>
              <a:gdLst>
                <a:gd name="connsiteX0" fmla="*/ 6390 w 12779"/>
                <a:gd name="connsiteY0" fmla="*/ 26813 h 26812"/>
                <a:gd name="connsiteX1" fmla="*/ 12780 w 12779"/>
                <a:gd name="connsiteY1" fmla="*/ 20429 h 26812"/>
                <a:gd name="connsiteX2" fmla="*/ 12780 w 12779"/>
                <a:gd name="connsiteY2" fmla="*/ 6384 h 26812"/>
                <a:gd name="connsiteX3" fmla="*/ 6390 w 12779"/>
                <a:gd name="connsiteY3" fmla="*/ 0 h 26812"/>
                <a:gd name="connsiteX4" fmla="*/ 0 w 12779"/>
                <a:gd name="connsiteY4" fmla="*/ 6384 h 26812"/>
                <a:gd name="connsiteX5" fmla="*/ 0 w 12779"/>
                <a:gd name="connsiteY5" fmla="*/ 20429 h 26812"/>
                <a:gd name="connsiteX6" fmla="*/ 6390 w 12779"/>
                <a:gd name="connsiteY6" fmla="*/ 26813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6812">
                  <a:moveTo>
                    <a:pt x="6390" y="26813"/>
                  </a:moveTo>
                  <a:cubicBezTo>
                    <a:pt x="10225" y="26813"/>
                    <a:pt x="12780" y="24259"/>
                    <a:pt x="12780" y="20429"/>
                  </a:cubicBezTo>
                  <a:lnTo>
                    <a:pt x="12780" y="6384"/>
                  </a:lnTo>
                  <a:cubicBezTo>
                    <a:pt x="12780" y="2554"/>
                    <a:pt x="10225" y="0"/>
                    <a:pt x="6390" y="0"/>
                  </a:cubicBezTo>
                  <a:cubicBezTo>
                    <a:pt x="2556" y="0"/>
                    <a:pt x="0" y="2554"/>
                    <a:pt x="0" y="6384"/>
                  </a:cubicBezTo>
                  <a:lnTo>
                    <a:pt x="0" y="20429"/>
                  </a:lnTo>
                  <a:cubicBezTo>
                    <a:pt x="0" y="23621"/>
                    <a:pt x="2556" y="26813"/>
                    <a:pt x="6390" y="26813"/>
                  </a:cubicBezTo>
                  <a:close/>
                </a:path>
              </a:pathLst>
            </a:custGeom>
            <a:solidFill>
              <a:srgbClr val="009A44"/>
            </a:solidFill>
            <a:ln w="6390" cap="flat">
              <a:noFill/>
              <a:prstDash val="solid"/>
              <a:miter/>
            </a:ln>
          </p:spPr>
          <p:txBody>
            <a:bodyPr rtlCol="0" anchor="ctr"/>
            <a:lstStyle/>
            <a:p>
              <a:endParaRPr lang="en-US"/>
            </a:p>
          </p:txBody>
        </p:sp>
        <p:sp>
          <p:nvSpPr>
            <p:cNvPr id="936" name="Graphic 4">
              <a:extLst>
                <a:ext uri="{FF2B5EF4-FFF2-40B4-BE49-F238E27FC236}">
                  <a16:creationId xmlns:a16="http://schemas.microsoft.com/office/drawing/2014/main" id="{7CB8045E-9AA5-EB40-8FEC-15E979D2BC0C}"/>
                </a:ext>
              </a:extLst>
            </p:cNvPr>
            <p:cNvSpPr/>
            <p:nvPr/>
          </p:nvSpPr>
          <p:spPr>
            <a:xfrm>
              <a:off x="7931189" y="3104054"/>
              <a:ext cx="102238" cy="12767"/>
            </a:xfrm>
            <a:custGeom>
              <a:avLst/>
              <a:gdLst>
                <a:gd name="connsiteX0" fmla="*/ 95849 w 102238"/>
                <a:gd name="connsiteY0" fmla="*/ 0 h 12767"/>
                <a:gd name="connsiteX1" fmla="*/ 6390 w 102238"/>
                <a:gd name="connsiteY1" fmla="*/ 0 h 12767"/>
                <a:gd name="connsiteX2" fmla="*/ 0 w 102238"/>
                <a:gd name="connsiteY2" fmla="*/ 6384 h 12767"/>
                <a:gd name="connsiteX3" fmla="*/ 6390 w 102238"/>
                <a:gd name="connsiteY3" fmla="*/ 12768 h 12767"/>
                <a:gd name="connsiteX4" fmla="*/ 95849 w 102238"/>
                <a:gd name="connsiteY4" fmla="*/ 12768 h 12767"/>
                <a:gd name="connsiteX5" fmla="*/ 102239 w 102238"/>
                <a:gd name="connsiteY5" fmla="*/ 6384 h 12767"/>
                <a:gd name="connsiteX6" fmla="*/ 95849 w 102238"/>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238" h="12767">
                  <a:moveTo>
                    <a:pt x="95849" y="0"/>
                  </a:moveTo>
                  <a:lnTo>
                    <a:pt x="6390" y="0"/>
                  </a:lnTo>
                  <a:cubicBezTo>
                    <a:pt x="2556" y="0"/>
                    <a:pt x="0" y="2554"/>
                    <a:pt x="0" y="6384"/>
                  </a:cubicBezTo>
                  <a:cubicBezTo>
                    <a:pt x="0" y="10214"/>
                    <a:pt x="2556" y="12768"/>
                    <a:pt x="6390" y="12768"/>
                  </a:cubicBezTo>
                  <a:lnTo>
                    <a:pt x="95849" y="12768"/>
                  </a:lnTo>
                  <a:cubicBezTo>
                    <a:pt x="99684" y="12768"/>
                    <a:pt x="102239" y="10214"/>
                    <a:pt x="102239" y="6384"/>
                  </a:cubicBezTo>
                  <a:cubicBezTo>
                    <a:pt x="102239" y="2554"/>
                    <a:pt x="99044" y="0"/>
                    <a:pt x="95849" y="0"/>
                  </a:cubicBezTo>
                  <a:close/>
                </a:path>
              </a:pathLst>
            </a:custGeom>
            <a:solidFill>
              <a:srgbClr val="009A44"/>
            </a:solidFill>
            <a:ln w="6390" cap="flat">
              <a:noFill/>
              <a:prstDash val="solid"/>
              <a:miter/>
            </a:ln>
          </p:spPr>
          <p:txBody>
            <a:bodyPr rtlCol="0" anchor="ctr"/>
            <a:lstStyle/>
            <a:p>
              <a:endParaRPr lang="en-US"/>
            </a:p>
          </p:txBody>
        </p:sp>
      </p:grpSp>
      <p:sp>
        <p:nvSpPr>
          <p:cNvPr id="937" name="Graphic 4">
            <a:extLst>
              <a:ext uri="{FF2B5EF4-FFF2-40B4-BE49-F238E27FC236}">
                <a16:creationId xmlns:a16="http://schemas.microsoft.com/office/drawing/2014/main" id="{E14C188A-5A04-B54D-B4E2-001294CAF3D2}"/>
              </a:ext>
            </a:extLst>
          </p:cNvPr>
          <p:cNvSpPr/>
          <p:nvPr/>
        </p:nvSpPr>
        <p:spPr>
          <a:xfrm>
            <a:off x="8240462" y="2855717"/>
            <a:ext cx="361670" cy="361333"/>
          </a:xfrm>
          <a:custGeom>
            <a:avLst/>
            <a:gdLst>
              <a:gd name="connsiteX0" fmla="*/ 189142 w 361670"/>
              <a:gd name="connsiteY0" fmla="*/ 203011 h 361333"/>
              <a:gd name="connsiteX1" fmla="*/ 141217 w 361670"/>
              <a:gd name="connsiteY1" fmla="*/ 203011 h 361333"/>
              <a:gd name="connsiteX2" fmla="*/ 141217 w 361670"/>
              <a:gd name="connsiteY2" fmla="*/ 218332 h 361333"/>
              <a:gd name="connsiteX3" fmla="*/ 142496 w 361670"/>
              <a:gd name="connsiteY3" fmla="*/ 219609 h 361333"/>
              <a:gd name="connsiteX4" fmla="*/ 187864 w 361670"/>
              <a:gd name="connsiteY4" fmla="*/ 219609 h 361333"/>
              <a:gd name="connsiteX5" fmla="*/ 189142 w 361670"/>
              <a:gd name="connsiteY5" fmla="*/ 218332 h 361333"/>
              <a:gd name="connsiteX6" fmla="*/ 189142 w 361670"/>
              <a:gd name="connsiteY6" fmla="*/ 203011 h 361333"/>
              <a:gd name="connsiteX7" fmla="*/ 189142 w 361670"/>
              <a:gd name="connsiteY7" fmla="*/ 171729 h 361333"/>
              <a:gd name="connsiteX8" fmla="*/ 141217 w 361670"/>
              <a:gd name="connsiteY8" fmla="*/ 171729 h 361333"/>
              <a:gd name="connsiteX9" fmla="*/ 141217 w 361670"/>
              <a:gd name="connsiteY9" fmla="*/ 190243 h 361333"/>
              <a:gd name="connsiteX10" fmla="*/ 189142 w 361670"/>
              <a:gd name="connsiteY10" fmla="*/ 190243 h 361333"/>
              <a:gd name="connsiteX11" fmla="*/ 189142 w 361670"/>
              <a:gd name="connsiteY11" fmla="*/ 171729 h 361333"/>
              <a:gd name="connsiteX12" fmla="*/ 189142 w 361670"/>
              <a:gd name="connsiteY12" fmla="*/ 141724 h 361333"/>
              <a:gd name="connsiteX13" fmla="*/ 141217 w 361670"/>
              <a:gd name="connsiteY13" fmla="*/ 141724 h 361333"/>
              <a:gd name="connsiteX14" fmla="*/ 141217 w 361670"/>
              <a:gd name="connsiteY14" fmla="*/ 158323 h 361333"/>
              <a:gd name="connsiteX15" fmla="*/ 189142 w 361670"/>
              <a:gd name="connsiteY15" fmla="*/ 158323 h 361333"/>
              <a:gd name="connsiteX16" fmla="*/ 189142 w 361670"/>
              <a:gd name="connsiteY16" fmla="*/ 141724 h 361333"/>
              <a:gd name="connsiteX17" fmla="*/ 141857 w 361670"/>
              <a:gd name="connsiteY17" fmla="*/ 112996 h 361333"/>
              <a:gd name="connsiteX18" fmla="*/ 141857 w 361670"/>
              <a:gd name="connsiteY18" fmla="*/ 128956 h 361333"/>
              <a:gd name="connsiteX19" fmla="*/ 189782 w 361670"/>
              <a:gd name="connsiteY19" fmla="*/ 128956 h 361333"/>
              <a:gd name="connsiteX20" fmla="*/ 189782 w 361670"/>
              <a:gd name="connsiteY20" fmla="*/ 112996 h 361333"/>
              <a:gd name="connsiteX21" fmla="*/ 188503 w 361670"/>
              <a:gd name="connsiteY21" fmla="*/ 111720 h 361333"/>
              <a:gd name="connsiteX22" fmla="*/ 143135 w 361670"/>
              <a:gd name="connsiteY22" fmla="*/ 111720 h 361333"/>
              <a:gd name="connsiteX23" fmla="*/ 141857 w 361670"/>
              <a:gd name="connsiteY23" fmla="*/ 112996 h 361333"/>
              <a:gd name="connsiteX24" fmla="*/ 129077 w 361670"/>
              <a:gd name="connsiteY24" fmla="*/ 112996 h 361333"/>
              <a:gd name="connsiteX25" fmla="*/ 143135 w 361670"/>
              <a:gd name="connsiteY25" fmla="*/ 98952 h 361333"/>
              <a:gd name="connsiteX26" fmla="*/ 188503 w 361670"/>
              <a:gd name="connsiteY26" fmla="*/ 98952 h 361333"/>
              <a:gd name="connsiteX27" fmla="*/ 202561 w 361670"/>
              <a:gd name="connsiteY27" fmla="*/ 112996 h 361333"/>
              <a:gd name="connsiteX28" fmla="*/ 202561 w 361670"/>
              <a:gd name="connsiteY28" fmla="*/ 218332 h 361333"/>
              <a:gd name="connsiteX29" fmla="*/ 188503 w 361670"/>
              <a:gd name="connsiteY29" fmla="*/ 232377 h 361333"/>
              <a:gd name="connsiteX30" fmla="*/ 143135 w 361670"/>
              <a:gd name="connsiteY30" fmla="*/ 232377 h 361333"/>
              <a:gd name="connsiteX31" fmla="*/ 129077 w 361670"/>
              <a:gd name="connsiteY31" fmla="*/ 218332 h 361333"/>
              <a:gd name="connsiteX32" fmla="*/ 129077 w 361670"/>
              <a:gd name="connsiteY32" fmla="*/ 112996 h 361333"/>
              <a:gd name="connsiteX33" fmla="*/ 129077 w 361670"/>
              <a:gd name="connsiteY33" fmla="*/ 254721 h 361333"/>
              <a:gd name="connsiteX34" fmla="*/ 135467 w 361670"/>
              <a:gd name="connsiteY34" fmla="*/ 248337 h 361333"/>
              <a:gd name="connsiteX35" fmla="*/ 224926 w 361670"/>
              <a:gd name="connsiteY35" fmla="*/ 248337 h 361333"/>
              <a:gd name="connsiteX36" fmla="*/ 231316 w 361670"/>
              <a:gd name="connsiteY36" fmla="*/ 254721 h 361333"/>
              <a:gd name="connsiteX37" fmla="*/ 224926 w 361670"/>
              <a:gd name="connsiteY37" fmla="*/ 261105 h 361333"/>
              <a:gd name="connsiteX38" fmla="*/ 135467 w 361670"/>
              <a:gd name="connsiteY38" fmla="*/ 261105 h 361333"/>
              <a:gd name="connsiteX39" fmla="*/ 129077 w 361670"/>
              <a:gd name="connsiteY39" fmla="*/ 254721 h 361333"/>
              <a:gd name="connsiteX40" fmla="*/ 230677 w 361670"/>
              <a:gd name="connsiteY40" fmla="*/ 173006 h 361333"/>
              <a:gd name="connsiteX41" fmla="*/ 224287 w 361670"/>
              <a:gd name="connsiteY41" fmla="*/ 179390 h 361333"/>
              <a:gd name="connsiteX42" fmla="*/ 217897 w 361670"/>
              <a:gd name="connsiteY42" fmla="*/ 173006 h 361333"/>
              <a:gd name="connsiteX43" fmla="*/ 217897 w 361670"/>
              <a:gd name="connsiteY43" fmla="*/ 158961 h 361333"/>
              <a:gd name="connsiteX44" fmla="*/ 224287 w 361670"/>
              <a:gd name="connsiteY44" fmla="*/ 152577 h 361333"/>
              <a:gd name="connsiteX45" fmla="*/ 230677 w 361670"/>
              <a:gd name="connsiteY45" fmla="*/ 158961 h 361333"/>
              <a:gd name="connsiteX46" fmla="*/ 230677 w 361670"/>
              <a:gd name="connsiteY46" fmla="*/ 173006 h 361333"/>
              <a:gd name="connsiteX47" fmla="*/ 112463 w 361670"/>
              <a:gd name="connsiteY47" fmla="*/ 278341 h 361333"/>
              <a:gd name="connsiteX48" fmla="*/ 248569 w 361670"/>
              <a:gd name="connsiteY48" fmla="*/ 278341 h 361333"/>
              <a:gd name="connsiteX49" fmla="*/ 248569 w 361670"/>
              <a:gd name="connsiteY49" fmla="*/ 83630 h 361333"/>
              <a:gd name="connsiteX50" fmla="*/ 112463 w 361670"/>
              <a:gd name="connsiteY50" fmla="*/ 83630 h 361333"/>
              <a:gd name="connsiteX51" fmla="*/ 112463 w 361670"/>
              <a:gd name="connsiteY51" fmla="*/ 278341 h 361333"/>
              <a:gd name="connsiteX52" fmla="*/ 261349 w 361670"/>
              <a:gd name="connsiteY52" fmla="*/ 284725 h 361333"/>
              <a:gd name="connsiteX53" fmla="*/ 254959 w 361670"/>
              <a:gd name="connsiteY53" fmla="*/ 291109 h 361333"/>
              <a:gd name="connsiteX54" fmla="*/ 106073 w 361670"/>
              <a:gd name="connsiteY54" fmla="*/ 291109 h 361333"/>
              <a:gd name="connsiteX55" fmla="*/ 99683 w 361670"/>
              <a:gd name="connsiteY55" fmla="*/ 284725 h 361333"/>
              <a:gd name="connsiteX56" fmla="*/ 99683 w 361670"/>
              <a:gd name="connsiteY56" fmla="*/ 77246 h 361333"/>
              <a:gd name="connsiteX57" fmla="*/ 106073 w 361670"/>
              <a:gd name="connsiteY57" fmla="*/ 70862 h 361333"/>
              <a:gd name="connsiteX58" fmla="*/ 254959 w 361670"/>
              <a:gd name="connsiteY58" fmla="*/ 70862 h 361333"/>
              <a:gd name="connsiteX59" fmla="*/ 261349 w 361670"/>
              <a:gd name="connsiteY59" fmla="*/ 77246 h 361333"/>
              <a:gd name="connsiteX60" fmla="*/ 261349 w 361670"/>
              <a:gd name="connsiteY60" fmla="*/ 284725 h 361333"/>
              <a:gd name="connsiteX61" fmla="*/ 361670 w 361670"/>
              <a:gd name="connsiteY61" fmla="*/ 180667 h 361333"/>
              <a:gd name="connsiteX62" fmla="*/ 180836 w 361670"/>
              <a:gd name="connsiteY62" fmla="*/ 0 h 361333"/>
              <a:gd name="connsiteX63" fmla="*/ 0 w 361670"/>
              <a:gd name="connsiteY63" fmla="*/ 180667 h 361333"/>
              <a:gd name="connsiteX64" fmla="*/ 180836 w 361670"/>
              <a:gd name="connsiteY64" fmla="*/ 361333 h 361333"/>
              <a:gd name="connsiteX65" fmla="*/ 361670 w 361670"/>
              <a:gd name="connsiteY65" fmla="*/ 18066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61670" h="361333">
                <a:moveTo>
                  <a:pt x="189142" y="203011"/>
                </a:moveTo>
                <a:lnTo>
                  <a:pt x="141217" y="203011"/>
                </a:lnTo>
                <a:lnTo>
                  <a:pt x="141217" y="218332"/>
                </a:lnTo>
                <a:cubicBezTo>
                  <a:pt x="141217" y="218971"/>
                  <a:pt x="141857" y="219609"/>
                  <a:pt x="142496" y="219609"/>
                </a:cubicBezTo>
                <a:lnTo>
                  <a:pt x="187864" y="219609"/>
                </a:lnTo>
                <a:cubicBezTo>
                  <a:pt x="188503" y="219609"/>
                  <a:pt x="189142" y="218971"/>
                  <a:pt x="189142" y="218332"/>
                </a:cubicBezTo>
                <a:lnTo>
                  <a:pt x="189142" y="203011"/>
                </a:lnTo>
                <a:close/>
                <a:moveTo>
                  <a:pt x="189142" y="171729"/>
                </a:moveTo>
                <a:lnTo>
                  <a:pt x="141217" y="171729"/>
                </a:lnTo>
                <a:lnTo>
                  <a:pt x="141217" y="190243"/>
                </a:lnTo>
                <a:lnTo>
                  <a:pt x="189142" y="190243"/>
                </a:lnTo>
                <a:lnTo>
                  <a:pt x="189142" y="171729"/>
                </a:lnTo>
                <a:close/>
                <a:moveTo>
                  <a:pt x="189142" y="141724"/>
                </a:moveTo>
                <a:lnTo>
                  <a:pt x="141217" y="141724"/>
                </a:lnTo>
                <a:lnTo>
                  <a:pt x="141217" y="158323"/>
                </a:lnTo>
                <a:lnTo>
                  <a:pt x="189142" y="158323"/>
                </a:lnTo>
                <a:lnTo>
                  <a:pt x="189142" y="141724"/>
                </a:lnTo>
                <a:close/>
                <a:moveTo>
                  <a:pt x="141857" y="112996"/>
                </a:moveTo>
                <a:lnTo>
                  <a:pt x="141857" y="128956"/>
                </a:lnTo>
                <a:lnTo>
                  <a:pt x="189782" y="128956"/>
                </a:lnTo>
                <a:lnTo>
                  <a:pt x="189782" y="112996"/>
                </a:lnTo>
                <a:cubicBezTo>
                  <a:pt x="189782" y="112358"/>
                  <a:pt x="189142" y="111720"/>
                  <a:pt x="188503" y="111720"/>
                </a:cubicBezTo>
                <a:lnTo>
                  <a:pt x="143135" y="111720"/>
                </a:lnTo>
                <a:cubicBezTo>
                  <a:pt x="141857" y="112358"/>
                  <a:pt x="141857" y="112358"/>
                  <a:pt x="141857" y="112996"/>
                </a:cubicBezTo>
                <a:moveTo>
                  <a:pt x="129077" y="112996"/>
                </a:moveTo>
                <a:cubicBezTo>
                  <a:pt x="129077" y="105336"/>
                  <a:pt x="135467" y="98952"/>
                  <a:pt x="143135" y="98952"/>
                </a:cubicBezTo>
                <a:lnTo>
                  <a:pt x="188503" y="98952"/>
                </a:lnTo>
                <a:cubicBezTo>
                  <a:pt x="196172" y="98952"/>
                  <a:pt x="202561" y="105336"/>
                  <a:pt x="202561" y="112996"/>
                </a:cubicBezTo>
                <a:lnTo>
                  <a:pt x="202561" y="218332"/>
                </a:lnTo>
                <a:cubicBezTo>
                  <a:pt x="202561" y="225993"/>
                  <a:pt x="196172" y="232377"/>
                  <a:pt x="188503" y="232377"/>
                </a:cubicBezTo>
                <a:lnTo>
                  <a:pt x="143135" y="232377"/>
                </a:lnTo>
                <a:cubicBezTo>
                  <a:pt x="135467" y="232377"/>
                  <a:pt x="129077" y="225993"/>
                  <a:pt x="129077" y="218332"/>
                </a:cubicBezTo>
                <a:lnTo>
                  <a:pt x="129077" y="112996"/>
                </a:lnTo>
                <a:close/>
                <a:moveTo>
                  <a:pt x="129077" y="254721"/>
                </a:moveTo>
                <a:cubicBezTo>
                  <a:pt x="129077" y="250890"/>
                  <a:pt x="131633" y="248337"/>
                  <a:pt x="135467" y="248337"/>
                </a:cubicBezTo>
                <a:lnTo>
                  <a:pt x="224926" y="248337"/>
                </a:lnTo>
                <a:cubicBezTo>
                  <a:pt x="228760" y="248337"/>
                  <a:pt x="231316" y="250890"/>
                  <a:pt x="231316" y="254721"/>
                </a:cubicBezTo>
                <a:cubicBezTo>
                  <a:pt x="231316" y="258551"/>
                  <a:pt x="228760" y="261105"/>
                  <a:pt x="224926" y="261105"/>
                </a:cubicBezTo>
                <a:lnTo>
                  <a:pt x="135467" y="261105"/>
                </a:lnTo>
                <a:cubicBezTo>
                  <a:pt x="131633" y="261105"/>
                  <a:pt x="129077" y="257913"/>
                  <a:pt x="129077" y="254721"/>
                </a:cubicBezTo>
                <a:moveTo>
                  <a:pt x="230677" y="173006"/>
                </a:moveTo>
                <a:cubicBezTo>
                  <a:pt x="230677" y="176836"/>
                  <a:pt x="228121" y="179390"/>
                  <a:pt x="224287" y="179390"/>
                </a:cubicBezTo>
                <a:cubicBezTo>
                  <a:pt x="220453" y="179390"/>
                  <a:pt x="217897" y="176836"/>
                  <a:pt x="217897" y="173006"/>
                </a:cubicBezTo>
                <a:lnTo>
                  <a:pt x="217897" y="158961"/>
                </a:lnTo>
                <a:cubicBezTo>
                  <a:pt x="217897" y="155131"/>
                  <a:pt x="220453" y="152577"/>
                  <a:pt x="224287" y="152577"/>
                </a:cubicBezTo>
                <a:cubicBezTo>
                  <a:pt x="228121" y="152577"/>
                  <a:pt x="230677" y="155131"/>
                  <a:pt x="230677" y="158961"/>
                </a:cubicBezTo>
                <a:lnTo>
                  <a:pt x="230677" y="173006"/>
                </a:lnTo>
                <a:close/>
                <a:moveTo>
                  <a:pt x="112463" y="278341"/>
                </a:moveTo>
                <a:lnTo>
                  <a:pt x="248569" y="278341"/>
                </a:lnTo>
                <a:lnTo>
                  <a:pt x="248569" y="83630"/>
                </a:lnTo>
                <a:lnTo>
                  <a:pt x="112463" y="83630"/>
                </a:lnTo>
                <a:lnTo>
                  <a:pt x="112463" y="278341"/>
                </a:lnTo>
                <a:close/>
                <a:moveTo>
                  <a:pt x="261349" y="284725"/>
                </a:moveTo>
                <a:cubicBezTo>
                  <a:pt x="261349" y="288556"/>
                  <a:pt x="258792" y="291109"/>
                  <a:pt x="254959" y="291109"/>
                </a:cubicBezTo>
                <a:lnTo>
                  <a:pt x="106073" y="291109"/>
                </a:lnTo>
                <a:cubicBezTo>
                  <a:pt x="102239" y="291109"/>
                  <a:pt x="99683" y="288556"/>
                  <a:pt x="99683" y="284725"/>
                </a:cubicBezTo>
                <a:lnTo>
                  <a:pt x="99683" y="77246"/>
                </a:lnTo>
                <a:cubicBezTo>
                  <a:pt x="99683" y="73416"/>
                  <a:pt x="102239" y="70862"/>
                  <a:pt x="106073" y="70862"/>
                </a:cubicBezTo>
                <a:lnTo>
                  <a:pt x="254959" y="70862"/>
                </a:lnTo>
                <a:cubicBezTo>
                  <a:pt x="258792" y="70862"/>
                  <a:pt x="261349" y="73416"/>
                  <a:pt x="261349" y="77246"/>
                </a:cubicBezTo>
                <a:lnTo>
                  <a:pt x="261349" y="284725"/>
                </a:lnTo>
                <a:close/>
                <a:moveTo>
                  <a:pt x="361670" y="180667"/>
                </a:moveTo>
                <a:cubicBezTo>
                  <a:pt x="361670" y="80438"/>
                  <a:pt x="280518" y="0"/>
                  <a:pt x="180836" y="0"/>
                </a:cubicBezTo>
                <a:cubicBezTo>
                  <a:pt x="80513" y="0"/>
                  <a:pt x="0" y="81076"/>
                  <a:pt x="0" y="180667"/>
                </a:cubicBezTo>
                <a:cubicBezTo>
                  <a:pt x="0" y="280257"/>
                  <a:pt x="81153" y="361333"/>
                  <a:pt x="180836" y="361333"/>
                </a:cubicBezTo>
                <a:cubicBezTo>
                  <a:pt x="280518" y="361333"/>
                  <a:pt x="361670" y="280895"/>
                  <a:pt x="361670" y="180667"/>
                </a:cubicBezTo>
              </a:path>
            </a:pathLst>
          </a:custGeom>
          <a:solidFill>
            <a:srgbClr val="009A44"/>
          </a:solidFill>
          <a:ln w="6390" cap="flat">
            <a:noFill/>
            <a:prstDash val="solid"/>
            <a:miter/>
          </a:ln>
        </p:spPr>
        <p:txBody>
          <a:bodyPr rtlCol="0" anchor="ctr"/>
          <a:lstStyle/>
          <a:p>
            <a:endParaRPr lang="en-US"/>
          </a:p>
        </p:txBody>
      </p:sp>
      <p:grpSp>
        <p:nvGrpSpPr>
          <p:cNvPr id="938" name="Graphic 4">
            <a:extLst>
              <a:ext uri="{FF2B5EF4-FFF2-40B4-BE49-F238E27FC236}">
                <a16:creationId xmlns:a16="http://schemas.microsoft.com/office/drawing/2014/main" id="{1386B720-FA1B-6D4B-8158-175240673742}"/>
              </a:ext>
            </a:extLst>
          </p:cNvPr>
          <p:cNvGrpSpPr/>
          <p:nvPr/>
        </p:nvGrpSpPr>
        <p:grpSpPr>
          <a:xfrm>
            <a:off x="7802113" y="2371173"/>
            <a:ext cx="361670" cy="361333"/>
            <a:chOff x="7802113" y="2371173"/>
            <a:chExt cx="361670" cy="361333"/>
          </a:xfrm>
          <a:solidFill>
            <a:srgbClr val="009A44"/>
          </a:solidFill>
        </p:grpSpPr>
        <p:sp>
          <p:nvSpPr>
            <p:cNvPr id="939" name="Graphic 4">
              <a:extLst>
                <a:ext uri="{FF2B5EF4-FFF2-40B4-BE49-F238E27FC236}">
                  <a16:creationId xmlns:a16="http://schemas.microsoft.com/office/drawing/2014/main" id="{5C4F6DEA-28C8-AF44-ABB9-CFF116846907}"/>
                </a:ext>
              </a:extLst>
            </p:cNvPr>
            <p:cNvSpPr/>
            <p:nvPr/>
          </p:nvSpPr>
          <p:spPr>
            <a:xfrm>
              <a:off x="7802113" y="2371173"/>
              <a:ext cx="361670" cy="361333"/>
            </a:xfrm>
            <a:custGeom>
              <a:avLst/>
              <a:gdLst>
                <a:gd name="connsiteX0" fmla="*/ 180836 w 361670"/>
                <a:gd name="connsiteY0" fmla="*/ 349204 h 361333"/>
                <a:gd name="connsiteX1" fmla="*/ 12780 w 361670"/>
                <a:gd name="connsiteY1" fmla="*/ 181305 h 361333"/>
                <a:gd name="connsiteX2" fmla="*/ 180836 w 361670"/>
                <a:gd name="connsiteY2" fmla="*/ 13406 h 361333"/>
                <a:gd name="connsiteX3" fmla="*/ 348890 w 361670"/>
                <a:gd name="connsiteY3" fmla="*/ 181305 h 361333"/>
                <a:gd name="connsiteX4" fmla="*/ 180836 w 361670"/>
                <a:gd name="connsiteY4" fmla="*/ 349204 h 361333"/>
                <a:gd name="connsiteX5" fmla="*/ 180836 w 361670"/>
                <a:gd name="connsiteY5" fmla="*/ 0 h 361333"/>
                <a:gd name="connsiteX6" fmla="*/ 0 w 361670"/>
                <a:gd name="connsiteY6" fmla="*/ 180667 h 361333"/>
                <a:gd name="connsiteX7" fmla="*/ 180836 w 361670"/>
                <a:gd name="connsiteY7" fmla="*/ 361333 h 361333"/>
                <a:gd name="connsiteX8" fmla="*/ 361670 w 361670"/>
                <a:gd name="connsiteY8" fmla="*/ 180667 h 361333"/>
                <a:gd name="connsiteX9" fmla="*/ 180836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349204"/>
                  </a:moveTo>
                  <a:cubicBezTo>
                    <a:pt x="88181" y="349204"/>
                    <a:pt x="12780" y="273873"/>
                    <a:pt x="12780" y="181305"/>
                  </a:cubicBezTo>
                  <a:cubicBezTo>
                    <a:pt x="12780" y="88738"/>
                    <a:pt x="88181" y="13406"/>
                    <a:pt x="180836" y="13406"/>
                  </a:cubicBezTo>
                  <a:cubicBezTo>
                    <a:pt x="273490" y="13406"/>
                    <a:pt x="348890" y="88738"/>
                    <a:pt x="348890" y="181305"/>
                  </a:cubicBezTo>
                  <a:cubicBezTo>
                    <a:pt x="348890" y="273873"/>
                    <a:pt x="273490" y="349204"/>
                    <a:pt x="180836" y="349204"/>
                  </a:cubicBezTo>
                  <a:moveTo>
                    <a:pt x="180836" y="0"/>
                  </a:moveTo>
                  <a:cubicBezTo>
                    <a:pt x="80513" y="0"/>
                    <a:pt x="0" y="81077"/>
                    <a:pt x="0" y="180667"/>
                  </a:cubicBezTo>
                  <a:cubicBezTo>
                    <a:pt x="0" y="280895"/>
                    <a:pt x="81152" y="361333"/>
                    <a:pt x="180836" y="361333"/>
                  </a:cubicBezTo>
                  <a:cubicBezTo>
                    <a:pt x="281157" y="361333"/>
                    <a:pt x="361670" y="280257"/>
                    <a:pt x="361670" y="180667"/>
                  </a:cubicBezTo>
                  <a:cubicBezTo>
                    <a:pt x="361670" y="81077"/>
                    <a:pt x="280518" y="0"/>
                    <a:pt x="180836" y="0"/>
                  </a:cubicBezTo>
                </a:path>
              </a:pathLst>
            </a:custGeom>
            <a:solidFill>
              <a:srgbClr val="009A44"/>
            </a:solidFill>
            <a:ln w="6390" cap="flat">
              <a:noFill/>
              <a:prstDash val="solid"/>
              <a:miter/>
            </a:ln>
          </p:spPr>
          <p:txBody>
            <a:bodyPr rtlCol="0" anchor="ctr"/>
            <a:lstStyle/>
            <a:p>
              <a:endParaRPr lang="en-US"/>
            </a:p>
          </p:txBody>
        </p:sp>
        <p:sp>
          <p:nvSpPr>
            <p:cNvPr id="940" name="Graphic 4">
              <a:extLst>
                <a:ext uri="{FF2B5EF4-FFF2-40B4-BE49-F238E27FC236}">
                  <a16:creationId xmlns:a16="http://schemas.microsoft.com/office/drawing/2014/main" id="{93102DAB-6CC9-2D44-B466-FF87B665C7C1}"/>
                </a:ext>
              </a:extLst>
            </p:cNvPr>
            <p:cNvSpPr/>
            <p:nvPr/>
          </p:nvSpPr>
          <p:spPr>
            <a:xfrm>
              <a:off x="7895406" y="2433736"/>
              <a:ext cx="152080" cy="236845"/>
            </a:xfrm>
            <a:custGeom>
              <a:avLst/>
              <a:gdLst>
                <a:gd name="connsiteX0" fmla="*/ 145052 w 152080"/>
                <a:gd name="connsiteY0" fmla="*/ 164707 h 236845"/>
                <a:gd name="connsiteX1" fmla="*/ 138662 w 152080"/>
                <a:gd name="connsiteY1" fmla="*/ 171091 h 236845"/>
                <a:gd name="connsiteX2" fmla="*/ 138662 w 152080"/>
                <a:gd name="connsiteY2" fmla="*/ 220886 h 236845"/>
                <a:gd name="connsiteX3" fmla="*/ 136106 w 152080"/>
                <a:gd name="connsiteY3" fmla="*/ 223439 h 236845"/>
                <a:gd name="connsiteX4" fmla="*/ 15336 w 152080"/>
                <a:gd name="connsiteY4" fmla="*/ 223439 h 236845"/>
                <a:gd name="connsiteX5" fmla="*/ 12780 w 152080"/>
                <a:gd name="connsiteY5" fmla="*/ 220886 h 236845"/>
                <a:gd name="connsiteX6" fmla="*/ 12780 w 152080"/>
                <a:gd name="connsiteY6" fmla="*/ 106612 h 236845"/>
                <a:gd name="connsiteX7" fmla="*/ 79235 w 152080"/>
                <a:gd name="connsiteY7" fmla="*/ 106612 h 236845"/>
                <a:gd name="connsiteX8" fmla="*/ 85625 w 152080"/>
                <a:gd name="connsiteY8" fmla="*/ 100228 h 236845"/>
                <a:gd name="connsiteX9" fmla="*/ 79235 w 152080"/>
                <a:gd name="connsiteY9" fmla="*/ 93844 h 236845"/>
                <a:gd name="connsiteX10" fmla="*/ 12780 w 152080"/>
                <a:gd name="connsiteY10" fmla="*/ 93844 h 236845"/>
                <a:gd name="connsiteX11" fmla="*/ 12780 w 152080"/>
                <a:gd name="connsiteY11" fmla="*/ 15322 h 236845"/>
                <a:gd name="connsiteX12" fmla="*/ 13419 w 152080"/>
                <a:gd name="connsiteY12" fmla="*/ 13406 h 236845"/>
                <a:gd name="connsiteX13" fmla="*/ 15336 w 152080"/>
                <a:gd name="connsiteY13" fmla="*/ 12768 h 236845"/>
                <a:gd name="connsiteX14" fmla="*/ 136745 w 152080"/>
                <a:gd name="connsiteY14" fmla="*/ 12768 h 236845"/>
                <a:gd name="connsiteX15" fmla="*/ 139301 w 152080"/>
                <a:gd name="connsiteY15" fmla="*/ 15322 h 236845"/>
                <a:gd name="connsiteX16" fmla="*/ 139301 w 152080"/>
                <a:gd name="connsiteY16" fmla="*/ 35112 h 236845"/>
                <a:gd name="connsiteX17" fmla="*/ 145691 w 152080"/>
                <a:gd name="connsiteY17" fmla="*/ 41496 h 236845"/>
                <a:gd name="connsiteX18" fmla="*/ 152081 w 152080"/>
                <a:gd name="connsiteY18" fmla="*/ 35112 h 236845"/>
                <a:gd name="connsiteX19" fmla="*/ 152081 w 152080"/>
                <a:gd name="connsiteY19" fmla="*/ 15322 h 236845"/>
                <a:gd name="connsiteX20" fmla="*/ 136745 w 152080"/>
                <a:gd name="connsiteY20" fmla="*/ 0 h 236845"/>
                <a:gd name="connsiteX21" fmla="*/ 15336 w 152080"/>
                <a:gd name="connsiteY21" fmla="*/ 0 h 236845"/>
                <a:gd name="connsiteX22" fmla="*/ 4473 w 152080"/>
                <a:gd name="connsiteY22" fmla="*/ 4469 h 236845"/>
                <a:gd name="connsiteX23" fmla="*/ 0 w 152080"/>
                <a:gd name="connsiteY23" fmla="*/ 15322 h 236845"/>
                <a:gd name="connsiteX24" fmla="*/ 639 w 152080"/>
                <a:gd name="connsiteY24" fmla="*/ 221524 h 236845"/>
                <a:gd name="connsiteX25" fmla="*/ 15975 w 152080"/>
                <a:gd name="connsiteY25" fmla="*/ 236846 h 236845"/>
                <a:gd name="connsiteX26" fmla="*/ 136745 w 152080"/>
                <a:gd name="connsiteY26" fmla="*/ 236846 h 236845"/>
                <a:gd name="connsiteX27" fmla="*/ 152081 w 152080"/>
                <a:gd name="connsiteY27" fmla="*/ 221524 h 236845"/>
                <a:gd name="connsiteX28" fmla="*/ 152081 w 152080"/>
                <a:gd name="connsiteY28" fmla="*/ 171729 h 236845"/>
                <a:gd name="connsiteX29" fmla="*/ 145052 w 152080"/>
                <a:gd name="connsiteY29" fmla="*/ 164707 h 23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52080" h="236845">
                  <a:moveTo>
                    <a:pt x="145052" y="164707"/>
                  </a:moveTo>
                  <a:cubicBezTo>
                    <a:pt x="141217" y="164707"/>
                    <a:pt x="138662" y="167260"/>
                    <a:pt x="138662" y="171091"/>
                  </a:cubicBezTo>
                  <a:lnTo>
                    <a:pt x="138662" y="220886"/>
                  </a:lnTo>
                  <a:cubicBezTo>
                    <a:pt x="138662" y="222163"/>
                    <a:pt x="137384" y="223439"/>
                    <a:pt x="136106" y="223439"/>
                  </a:cubicBezTo>
                  <a:lnTo>
                    <a:pt x="15336" y="223439"/>
                  </a:lnTo>
                  <a:cubicBezTo>
                    <a:pt x="14058" y="223439"/>
                    <a:pt x="12780" y="222163"/>
                    <a:pt x="12780" y="220886"/>
                  </a:cubicBezTo>
                  <a:lnTo>
                    <a:pt x="12780" y="106612"/>
                  </a:lnTo>
                  <a:lnTo>
                    <a:pt x="79235" y="106612"/>
                  </a:lnTo>
                  <a:cubicBezTo>
                    <a:pt x="83069" y="106612"/>
                    <a:pt x="85625" y="104059"/>
                    <a:pt x="85625" y="100228"/>
                  </a:cubicBezTo>
                  <a:cubicBezTo>
                    <a:pt x="85625" y="96398"/>
                    <a:pt x="83069" y="93844"/>
                    <a:pt x="79235" y="93844"/>
                  </a:cubicBezTo>
                  <a:lnTo>
                    <a:pt x="12780" y="93844"/>
                  </a:lnTo>
                  <a:lnTo>
                    <a:pt x="12780" y="15322"/>
                  </a:lnTo>
                  <a:cubicBezTo>
                    <a:pt x="12780" y="14045"/>
                    <a:pt x="13419" y="13406"/>
                    <a:pt x="13419" y="13406"/>
                  </a:cubicBezTo>
                  <a:cubicBezTo>
                    <a:pt x="13419" y="13406"/>
                    <a:pt x="14697" y="12768"/>
                    <a:pt x="15336" y="12768"/>
                  </a:cubicBezTo>
                  <a:lnTo>
                    <a:pt x="136745" y="12768"/>
                  </a:lnTo>
                  <a:cubicBezTo>
                    <a:pt x="138022" y="12768"/>
                    <a:pt x="139301" y="14045"/>
                    <a:pt x="139301" y="15322"/>
                  </a:cubicBezTo>
                  <a:lnTo>
                    <a:pt x="139301" y="35112"/>
                  </a:lnTo>
                  <a:cubicBezTo>
                    <a:pt x="139301" y="38942"/>
                    <a:pt x="141857" y="41496"/>
                    <a:pt x="145691" y="41496"/>
                  </a:cubicBezTo>
                  <a:cubicBezTo>
                    <a:pt x="149525" y="41496"/>
                    <a:pt x="152081" y="38942"/>
                    <a:pt x="152081" y="35112"/>
                  </a:cubicBezTo>
                  <a:lnTo>
                    <a:pt x="152081" y="15322"/>
                  </a:lnTo>
                  <a:cubicBezTo>
                    <a:pt x="152081" y="6384"/>
                    <a:pt x="145052" y="0"/>
                    <a:pt x="136745" y="0"/>
                  </a:cubicBezTo>
                  <a:lnTo>
                    <a:pt x="15336" y="0"/>
                  </a:lnTo>
                  <a:cubicBezTo>
                    <a:pt x="10863" y="0"/>
                    <a:pt x="7029" y="1915"/>
                    <a:pt x="4473" y="4469"/>
                  </a:cubicBezTo>
                  <a:cubicBezTo>
                    <a:pt x="1278" y="7661"/>
                    <a:pt x="0" y="11491"/>
                    <a:pt x="0" y="15322"/>
                  </a:cubicBezTo>
                  <a:lnTo>
                    <a:pt x="639" y="221524"/>
                  </a:lnTo>
                  <a:cubicBezTo>
                    <a:pt x="639" y="229823"/>
                    <a:pt x="7668" y="236846"/>
                    <a:pt x="15975" y="236846"/>
                  </a:cubicBezTo>
                  <a:lnTo>
                    <a:pt x="136745" y="236846"/>
                  </a:lnTo>
                  <a:cubicBezTo>
                    <a:pt x="145052" y="236846"/>
                    <a:pt x="152081" y="229823"/>
                    <a:pt x="152081" y="221524"/>
                  </a:cubicBezTo>
                  <a:lnTo>
                    <a:pt x="152081" y="171729"/>
                  </a:lnTo>
                  <a:cubicBezTo>
                    <a:pt x="151442" y="167899"/>
                    <a:pt x="148886" y="164707"/>
                    <a:pt x="145052" y="164707"/>
                  </a:cubicBezTo>
                </a:path>
              </a:pathLst>
            </a:custGeom>
            <a:solidFill>
              <a:srgbClr val="009A44"/>
            </a:solidFill>
            <a:ln w="6390" cap="flat">
              <a:noFill/>
              <a:prstDash val="solid"/>
              <a:miter/>
            </a:ln>
          </p:spPr>
          <p:txBody>
            <a:bodyPr rtlCol="0" anchor="ctr"/>
            <a:lstStyle/>
            <a:p>
              <a:endParaRPr lang="en-US"/>
            </a:p>
          </p:txBody>
        </p:sp>
        <p:sp>
          <p:nvSpPr>
            <p:cNvPr id="941" name="Graphic 4">
              <a:extLst>
                <a:ext uri="{FF2B5EF4-FFF2-40B4-BE49-F238E27FC236}">
                  <a16:creationId xmlns:a16="http://schemas.microsoft.com/office/drawing/2014/main" id="{C7298AFD-99FB-1642-BF81-63DF3730BC43}"/>
                </a:ext>
              </a:extLst>
            </p:cNvPr>
            <p:cNvSpPr/>
            <p:nvPr/>
          </p:nvSpPr>
          <p:spPr>
            <a:xfrm>
              <a:off x="7920327" y="2467571"/>
              <a:ext cx="12779" cy="44687"/>
            </a:xfrm>
            <a:custGeom>
              <a:avLst/>
              <a:gdLst>
                <a:gd name="connsiteX0" fmla="*/ 0 w 12779"/>
                <a:gd name="connsiteY0" fmla="*/ 6384 h 44687"/>
                <a:gd name="connsiteX1" fmla="*/ 0 w 12779"/>
                <a:gd name="connsiteY1" fmla="*/ 38304 h 44687"/>
                <a:gd name="connsiteX2" fmla="*/ 6390 w 12779"/>
                <a:gd name="connsiteY2" fmla="*/ 44688 h 44687"/>
                <a:gd name="connsiteX3" fmla="*/ 12780 w 12779"/>
                <a:gd name="connsiteY3" fmla="*/ 38304 h 44687"/>
                <a:gd name="connsiteX4" fmla="*/ 12780 w 12779"/>
                <a:gd name="connsiteY4" fmla="*/ 6384 h 44687"/>
                <a:gd name="connsiteX5" fmla="*/ 6390 w 12779"/>
                <a:gd name="connsiteY5" fmla="*/ 0 h 44687"/>
                <a:gd name="connsiteX6" fmla="*/ 0 w 12779"/>
                <a:gd name="connsiteY6" fmla="*/ 6384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44687">
                  <a:moveTo>
                    <a:pt x="0" y="6384"/>
                  </a:moveTo>
                  <a:lnTo>
                    <a:pt x="0" y="38304"/>
                  </a:lnTo>
                  <a:cubicBezTo>
                    <a:pt x="0" y="42134"/>
                    <a:pt x="2556" y="44688"/>
                    <a:pt x="6390" y="44688"/>
                  </a:cubicBezTo>
                  <a:cubicBezTo>
                    <a:pt x="10224" y="44688"/>
                    <a:pt x="12780" y="42134"/>
                    <a:pt x="12780" y="38304"/>
                  </a:cubicBezTo>
                  <a:lnTo>
                    <a:pt x="12780" y="6384"/>
                  </a:lnTo>
                  <a:cubicBezTo>
                    <a:pt x="12780" y="2554"/>
                    <a:pt x="10224" y="0"/>
                    <a:pt x="6390" y="0"/>
                  </a:cubicBezTo>
                  <a:cubicBezTo>
                    <a:pt x="3195" y="0"/>
                    <a:pt x="0" y="3192"/>
                    <a:pt x="0" y="6384"/>
                  </a:cubicBezTo>
                </a:path>
              </a:pathLst>
            </a:custGeom>
            <a:solidFill>
              <a:srgbClr val="009A44"/>
            </a:solidFill>
            <a:ln w="6390" cap="flat">
              <a:noFill/>
              <a:prstDash val="solid"/>
              <a:miter/>
            </a:ln>
          </p:spPr>
          <p:txBody>
            <a:bodyPr rtlCol="0" anchor="ctr"/>
            <a:lstStyle/>
            <a:p>
              <a:endParaRPr lang="en-US"/>
            </a:p>
          </p:txBody>
        </p:sp>
        <p:sp>
          <p:nvSpPr>
            <p:cNvPr id="942" name="Graphic 4">
              <a:extLst>
                <a:ext uri="{FF2B5EF4-FFF2-40B4-BE49-F238E27FC236}">
                  <a16:creationId xmlns:a16="http://schemas.microsoft.com/office/drawing/2014/main" id="{0B508589-2853-524F-8FA1-8A88C3DFA33B}"/>
                </a:ext>
              </a:extLst>
            </p:cNvPr>
            <p:cNvSpPr/>
            <p:nvPr/>
          </p:nvSpPr>
          <p:spPr>
            <a:xfrm>
              <a:off x="7920327" y="2570353"/>
              <a:ext cx="12779" cy="65754"/>
            </a:xfrm>
            <a:custGeom>
              <a:avLst/>
              <a:gdLst>
                <a:gd name="connsiteX0" fmla="*/ 0 w 12779"/>
                <a:gd name="connsiteY0" fmla="*/ 6384 h 65754"/>
                <a:gd name="connsiteX1" fmla="*/ 0 w 12779"/>
                <a:gd name="connsiteY1" fmla="*/ 59371 h 65754"/>
                <a:gd name="connsiteX2" fmla="*/ 6390 w 12779"/>
                <a:gd name="connsiteY2" fmla="*/ 65755 h 65754"/>
                <a:gd name="connsiteX3" fmla="*/ 12780 w 12779"/>
                <a:gd name="connsiteY3" fmla="*/ 59371 h 65754"/>
                <a:gd name="connsiteX4" fmla="*/ 12780 w 12779"/>
                <a:gd name="connsiteY4" fmla="*/ 6384 h 65754"/>
                <a:gd name="connsiteX5" fmla="*/ 6390 w 12779"/>
                <a:gd name="connsiteY5" fmla="*/ 0 h 65754"/>
                <a:gd name="connsiteX6" fmla="*/ 0 w 12779"/>
                <a:gd name="connsiteY6" fmla="*/ 6384 h 6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65754">
                  <a:moveTo>
                    <a:pt x="0" y="6384"/>
                  </a:moveTo>
                  <a:lnTo>
                    <a:pt x="0" y="59371"/>
                  </a:lnTo>
                  <a:cubicBezTo>
                    <a:pt x="0" y="63201"/>
                    <a:pt x="2556" y="65755"/>
                    <a:pt x="6390" y="65755"/>
                  </a:cubicBezTo>
                  <a:cubicBezTo>
                    <a:pt x="10224" y="65755"/>
                    <a:pt x="12780" y="63201"/>
                    <a:pt x="12780" y="59371"/>
                  </a:cubicBezTo>
                  <a:lnTo>
                    <a:pt x="12780" y="6384"/>
                  </a:lnTo>
                  <a:cubicBezTo>
                    <a:pt x="12780" y="2554"/>
                    <a:pt x="10224" y="0"/>
                    <a:pt x="6390" y="0"/>
                  </a:cubicBezTo>
                  <a:cubicBezTo>
                    <a:pt x="3195" y="0"/>
                    <a:pt x="0" y="2554"/>
                    <a:pt x="0" y="6384"/>
                  </a:cubicBezTo>
                </a:path>
              </a:pathLst>
            </a:custGeom>
            <a:solidFill>
              <a:srgbClr val="009A44"/>
            </a:solidFill>
            <a:ln w="6390" cap="flat">
              <a:noFill/>
              <a:prstDash val="solid"/>
              <a:miter/>
            </a:ln>
          </p:spPr>
          <p:txBody>
            <a:bodyPr rtlCol="0" anchor="ctr"/>
            <a:lstStyle/>
            <a:p>
              <a:endParaRPr lang="en-US"/>
            </a:p>
          </p:txBody>
        </p:sp>
        <p:sp>
          <p:nvSpPr>
            <p:cNvPr id="943" name="Graphic 4">
              <a:extLst>
                <a:ext uri="{FF2B5EF4-FFF2-40B4-BE49-F238E27FC236}">
                  <a16:creationId xmlns:a16="http://schemas.microsoft.com/office/drawing/2014/main" id="{C4077DBB-8FFC-8548-8A9A-F5B172B54348}"/>
                </a:ext>
              </a:extLst>
            </p:cNvPr>
            <p:cNvSpPr/>
            <p:nvPr/>
          </p:nvSpPr>
          <p:spPr>
            <a:xfrm>
              <a:off x="7985504" y="2480978"/>
              <a:ext cx="111185" cy="111081"/>
            </a:xfrm>
            <a:custGeom>
              <a:avLst/>
              <a:gdLst>
                <a:gd name="connsiteX0" fmla="*/ 55593 w 111185"/>
                <a:gd name="connsiteY0" fmla="*/ 98313 h 111081"/>
                <a:gd name="connsiteX1" fmla="*/ 12780 w 111185"/>
                <a:gd name="connsiteY1" fmla="*/ 55541 h 111081"/>
                <a:gd name="connsiteX2" fmla="*/ 55593 w 111185"/>
                <a:gd name="connsiteY2" fmla="*/ 12768 h 111081"/>
                <a:gd name="connsiteX3" fmla="*/ 98405 w 111185"/>
                <a:gd name="connsiteY3" fmla="*/ 55541 h 111081"/>
                <a:gd name="connsiteX4" fmla="*/ 55593 w 111185"/>
                <a:gd name="connsiteY4" fmla="*/ 98313 h 111081"/>
                <a:gd name="connsiteX5" fmla="*/ 55593 w 111185"/>
                <a:gd name="connsiteY5" fmla="*/ 0 h 111081"/>
                <a:gd name="connsiteX6" fmla="*/ 0 w 111185"/>
                <a:gd name="connsiteY6" fmla="*/ 55541 h 111081"/>
                <a:gd name="connsiteX7" fmla="*/ 55593 w 111185"/>
                <a:gd name="connsiteY7" fmla="*/ 111081 h 111081"/>
                <a:gd name="connsiteX8" fmla="*/ 111185 w 111185"/>
                <a:gd name="connsiteY8" fmla="*/ 55541 h 111081"/>
                <a:gd name="connsiteX9" fmla="*/ 55593 w 111185"/>
                <a:gd name="connsiteY9" fmla="*/ 0 h 111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185" h="111081">
                  <a:moveTo>
                    <a:pt x="55593" y="98313"/>
                  </a:moveTo>
                  <a:cubicBezTo>
                    <a:pt x="31950" y="98313"/>
                    <a:pt x="12780" y="79161"/>
                    <a:pt x="12780" y="55541"/>
                  </a:cubicBezTo>
                  <a:cubicBezTo>
                    <a:pt x="12780" y="31920"/>
                    <a:pt x="31950" y="12768"/>
                    <a:pt x="55593" y="12768"/>
                  </a:cubicBezTo>
                  <a:cubicBezTo>
                    <a:pt x="79235" y="12768"/>
                    <a:pt x="98405" y="31920"/>
                    <a:pt x="98405" y="55541"/>
                  </a:cubicBezTo>
                  <a:cubicBezTo>
                    <a:pt x="98405" y="79161"/>
                    <a:pt x="79235" y="98313"/>
                    <a:pt x="55593" y="98313"/>
                  </a:cubicBezTo>
                  <a:moveTo>
                    <a:pt x="55593" y="0"/>
                  </a:moveTo>
                  <a:cubicBezTo>
                    <a:pt x="24921" y="0"/>
                    <a:pt x="0" y="24897"/>
                    <a:pt x="0" y="55541"/>
                  </a:cubicBezTo>
                  <a:cubicBezTo>
                    <a:pt x="0" y="86184"/>
                    <a:pt x="24921" y="111081"/>
                    <a:pt x="55593" y="111081"/>
                  </a:cubicBezTo>
                  <a:cubicBezTo>
                    <a:pt x="86264" y="111081"/>
                    <a:pt x="111185" y="86184"/>
                    <a:pt x="111185" y="55541"/>
                  </a:cubicBezTo>
                  <a:cubicBezTo>
                    <a:pt x="111185" y="24897"/>
                    <a:pt x="86264" y="0"/>
                    <a:pt x="55593" y="0"/>
                  </a:cubicBezTo>
                </a:path>
              </a:pathLst>
            </a:custGeom>
            <a:solidFill>
              <a:srgbClr val="009A44"/>
            </a:solidFill>
            <a:ln w="6390" cap="flat">
              <a:noFill/>
              <a:prstDash val="solid"/>
              <a:miter/>
            </a:ln>
          </p:spPr>
          <p:txBody>
            <a:bodyPr rtlCol="0" anchor="ctr"/>
            <a:lstStyle/>
            <a:p>
              <a:endParaRPr lang="en-US"/>
            </a:p>
          </p:txBody>
        </p:sp>
        <p:sp>
          <p:nvSpPr>
            <p:cNvPr id="944" name="Graphic 4">
              <a:extLst>
                <a:ext uri="{FF2B5EF4-FFF2-40B4-BE49-F238E27FC236}">
                  <a16:creationId xmlns:a16="http://schemas.microsoft.com/office/drawing/2014/main" id="{91388633-A4EF-DE41-B865-367E5BEF650A}"/>
                </a:ext>
              </a:extLst>
            </p:cNvPr>
            <p:cNvSpPr/>
            <p:nvPr/>
          </p:nvSpPr>
          <p:spPr>
            <a:xfrm>
              <a:off x="8012814" y="2507790"/>
              <a:ext cx="57375" cy="58094"/>
            </a:xfrm>
            <a:custGeom>
              <a:avLst/>
              <a:gdLst>
                <a:gd name="connsiteX0" fmla="*/ 55758 w 57375"/>
                <a:gd name="connsiteY0" fmla="*/ 22344 h 58094"/>
                <a:gd name="connsiteX1" fmla="*/ 49368 w 57375"/>
                <a:gd name="connsiteY1" fmla="*/ 21067 h 58094"/>
                <a:gd name="connsiteX2" fmla="*/ 53203 w 57375"/>
                <a:gd name="connsiteY2" fmla="*/ 19152 h 58094"/>
                <a:gd name="connsiteX3" fmla="*/ 54481 w 57375"/>
                <a:gd name="connsiteY3" fmla="*/ 14683 h 58094"/>
                <a:gd name="connsiteX4" fmla="*/ 50008 w 57375"/>
                <a:gd name="connsiteY4" fmla="*/ 13406 h 58094"/>
                <a:gd name="connsiteX5" fmla="*/ 46813 w 57375"/>
                <a:gd name="connsiteY5" fmla="*/ 15322 h 58094"/>
                <a:gd name="connsiteX6" fmla="*/ 48730 w 57375"/>
                <a:gd name="connsiteY6" fmla="*/ 9576 h 58094"/>
                <a:gd name="connsiteX7" fmla="*/ 46813 w 57375"/>
                <a:gd name="connsiteY7" fmla="*/ 5746 h 58094"/>
                <a:gd name="connsiteX8" fmla="*/ 42978 w 57375"/>
                <a:gd name="connsiteY8" fmla="*/ 7661 h 58094"/>
                <a:gd name="connsiteX9" fmla="*/ 39145 w 57375"/>
                <a:gd name="connsiteY9" fmla="*/ 20429 h 58094"/>
                <a:gd name="connsiteX10" fmla="*/ 32755 w 57375"/>
                <a:gd name="connsiteY10" fmla="*/ 24259 h 58094"/>
                <a:gd name="connsiteX11" fmla="*/ 32755 w 57375"/>
                <a:gd name="connsiteY11" fmla="*/ 16598 h 58094"/>
                <a:gd name="connsiteX12" fmla="*/ 41701 w 57375"/>
                <a:gd name="connsiteY12" fmla="*/ 7022 h 58094"/>
                <a:gd name="connsiteX13" fmla="*/ 41701 w 57375"/>
                <a:gd name="connsiteY13" fmla="*/ 2554 h 58094"/>
                <a:gd name="connsiteX14" fmla="*/ 37228 w 57375"/>
                <a:gd name="connsiteY14" fmla="*/ 2554 h 58094"/>
                <a:gd name="connsiteX15" fmla="*/ 32755 w 57375"/>
                <a:gd name="connsiteY15" fmla="*/ 7022 h 58094"/>
                <a:gd name="connsiteX16" fmla="*/ 32755 w 57375"/>
                <a:gd name="connsiteY16" fmla="*/ 3192 h 58094"/>
                <a:gd name="connsiteX17" fmla="*/ 29560 w 57375"/>
                <a:gd name="connsiteY17" fmla="*/ 0 h 58094"/>
                <a:gd name="connsiteX18" fmla="*/ 29560 w 57375"/>
                <a:gd name="connsiteY18" fmla="*/ 0 h 58094"/>
                <a:gd name="connsiteX19" fmla="*/ 26365 w 57375"/>
                <a:gd name="connsiteY19" fmla="*/ 3192 h 58094"/>
                <a:gd name="connsiteX20" fmla="*/ 26365 w 57375"/>
                <a:gd name="connsiteY20" fmla="*/ 7022 h 58094"/>
                <a:gd name="connsiteX21" fmla="*/ 21892 w 57375"/>
                <a:gd name="connsiteY21" fmla="*/ 2554 h 58094"/>
                <a:gd name="connsiteX22" fmla="*/ 17419 w 57375"/>
                <a:gd name="connsiteY22" fmla="*/ 2554 h 58094"/>
                <a:gd name="connsiteX23" fmla="*/ 17419 w 57375"/>
                <a:gd name="connsiteY23" fmla="*/ 7022 h 58094"/>
                <a:gd name="connsiteX24" fmla="*/ 26365 w 57375"/>
                <a:gd name="connsiteY24" fmla="*/ 16598 h 58094"/>
                <a:gd name="connsiteX25" fmla="*/ 26365 w 57375"/>
                <a:gd name="connsiteY25" fmla="*/ 24259 h 58094"/>
                <a:gd name="connsiteX26" fmla="*/ 19975 w 57375"/>
                <a:gd name="connsiteY26" fmla="*/ 20429 h 58094"/>
                <a:gd name="connsiteX27" fmla="*/ 16141 w 57375"/>
                <a:gd name="connsiteY27" fmla="*/ 7661 h 58094"/>
                <a:gd name="connsiteX28" fmla="*/ 12307 w 57375"/>
                <a:gd name="connsiteY28" fmla="*/ 5746 h 58094"/>
                <a:gd name="connsiteX29" fmla="*/ 10390 w 57375"/>
                <a:gd name="connsiteY29" fmla="*/ 9576 h 58094"/>
                <a:gd name="connsiteX30" fmla="*/ 12307 w 57375"/>
                <a:gd name="connsiteY30" fmla="*/ 15960 h 58094"/>
                <a:gd name="connsiteX31" fmla="*/ 8473 w 57375"/>
                <a:gd name="connsiteY31" fmla="*/ 14045 h 58094"/>
                <a:gd name="connsiteX32" fmla="*/ 4000 w 57375"/>
                <a:gd name="connsiteY32" fmla="*/ 15322 h 58094"/>
                <a:gd name="connsiteX33" fmla="*/ 5278 w 57375"/>
                <a:gd name="connsiteY33" fmla="*/ 19790 h 58094"/>
                <a:gd name="connsiteX34" fmla="*/ 8473 w 57375"/>
                <a:gd name="connsiteY34" fmla="*/ 21706 h 58094"/>
                <a:gd name="connsiteX35" fmla="*/ 2722 w 57375"/>
                <a:gd name="connsiteY35" fmla="*/ 22982 h 58094"/>
                <a:gd name="connsiteX36" fmla="*/ 166 w 57375"/>
                <a:gd name="connsiteY36" fmla="*/ 26813 h 58094"/>
                <a:gd name="connsiteX37" fmla="*/ 3361 w 57375"/>
                <a:gd name="connsiteY37" fmla="*/ 29366 h 58094"/>
                <a:gd name="connsiteX38" fmla="*/ 4000 w 57375"/>
                <a:gd name="connsiteY38" fmla="*/ 29366 h 58094"/>
                <a:gd name="connsiteX39" fmla="*/ 16780 w 57375"/>
                <a:gd name="connsiteY39" fmla="*/ 26174 h 58094"/>
                <a:gd name="connsiteX40" fmla="*/ 23170 w 57375"/>
                <a:gd name="connsiteY40" fmla="*/ 30005 h 58094"/>
                <a:gd name="connsiteX41" fmla="*/ 16780 w 57375"/>
                <a:gd name="connsiteY41" fmla="*/ 33835 h 58094"/>
                <a:gd name="connsiteX42" fmla="*/ 4000 w 57375"/>
                <a:gd name="connsiteY42" fmla="*/ 30643 h 58094"/>
                <a:gd name="connsiteX43" fmla="*/ 166 w 57375"/>
                <a:gd name="connsiteY43" fmla="*/ 33197 h 58094"/>
                <a:gd name="connsiteX44" fmla="*/ 2722 w 57375"/>
                <a:gd name="connsiteY44" fmla="*/ 37027 h 58094"/>
                <a:gd name="connsiteX45" fmla="*/ 9112 w 57375"/>
                <a:gd name="connsiteY45" fmla="*/ 38304 h 58094"/>
                <a:gd name="connsiteX46" fmla="*/ 5278 w 57375"/>
                <a:gd name="connsiteY46" fmla="*/ 40219 h 58094"/>
                <a:gd name="connsiteX47" fmla="*/ 4000 w 57375"/>
                <a:gd name="connsiteY47" fmla="*/ 44688 h 58094"/>
                <a:gd name="connsiteX48" fmla="*/ 6556 w 57375"/>
                <a:gd name="connsiteY48" fmla="*/ 45965 h 58094"/>
                <a:gd name="connsiteX49" fmla="*/ 7834 w 57375"/>
                <a:gd name="connsiteY49" fmla="*/ 45326 h 58094"/>
                <a:gd name="connsiteX50" fmla="*/ 11029 w 57375"/>
                <a:gd name="connsiteY50" fmla="*/ 43411 h 58094"/>
                <a:gd name="connsiteX51" fmla="*/ 9112 w 57375"/>
                <a:gd name="connsiteY51" fmla="*/ 49157 h 58094"/>
                <a:gd name="connsiteX52" fmla="*/ 11029 w 57375"/>
                <a:gd name="connsiteY52" fmla="*/ 52987 h 58094"/>
                <a:gd name="connsiteX53" fmla="*/ 11668 w 57375"/>
                <a:gd name="connsiteY53" fmla="*/ 52987 h 58094"/>
                <a:gd name="connsiteX54" fmla="*/ 14863 w 57375"/>
                <a:gd name="connsiteY54" fmla="*/ 50433 h 58094"/>
                <a:gd name="connsiteX55" fmla="*/ 18697 w 57375"/>
                <a:gd name="connsiteY55" fmla="*/ 37665 h 58094"/>
                <a:gd name="connsiteX56" fmla="*/ 25087 w 57375"/>
                <a:gd name="connsiteY56" fmla="*/ 33835 h 58094"/>
                <a:gd name="connsiteX57" fmla="*/ 25087 w 57375"/>
                <a:gd name="connsiteY57" fmla="*/ 41496 h 58094"/>
                <a:gd name="connsiteX58" fmla="*/ 16141 w 57375"/>
                <a:gd name="connsiteY58" fmla="*/ 51072 h 58094"/>
                <a:gd name="connsiteX59" fmla="*/ 16141 w 57375"/>
                <a:gd name="connsiteY59" fmla="*/ 55541 h 58094"/>
                <a:gd name="connsiteX60" fmla="*/ 20614 w 57375"/>
                <a:gd name="connsiteY60" fmla="*/ 55541 h 58094"/>
                <a:gd name="connsiteX61" fmla="*/ 25087 w 57375"/>
                <a:gd name="connsiteY61" fmla="*/ 51072 h 58094"/>
                <a:gd name="connsiteX62" fmla="*/ 25087 w 57375"/>
                <a:gd name="connsiteY62" fmla="*/ 54902 h 58094"/>
                <a:gd name="connsiteX63" fmla="*/ 28282 w 57375"/>
                <a:gd name="connsiteY63" fmla="*/ 58094 h 58094"/>
                <a:gd name="connsiteX64" fmla="*/ 31477 w 57375"/>
                <a:gd name="connsiteY64" fmla="*/ 54902 h 58094"/>
                <a:gd name="connsiteX65" fmla="*/ 31477 w 57375"/>
                <a:gd name="connsiteY65" fmla="*/ 51072 h 58094"/>
                <a:gd name="connsiteX66" fmla="*/ 35311 w 57375"/>
                <a:gd name="connsiteY66" fmla="*/ 55541 h 58094"/>
                <a:gd name="connsiteX67" fmla="*/ 37867 w 57375"/>
                <a:gd name="connsiteY67" fmla="*/ 56817 h 58094"/>
                <a:gd name="connsiteX68" fmla="*/ 39783 w 57375"/>
                <a:gd name="connsiteY68" fmla="*/ 56179 h 58094"/>
                <a:gd name="connsiteX69" fmla="*/ 39783 w 57375"/>
                <a:gd name="connsiteY69" fmla="*/ 51710 h 58094"/>
                <a:gd name="connsiteX70" fmla="*/ 30838 w 57375"/>
                <a:gd name="connsiteY70" fmla="*/ 42134 h 58094"/>
                <a:gd name="connsiteX71" fmla="*/ 30838 w 57375"/>
                <a:gd name="connsiteY71" fmla="*/ 34473 h 58094"/>
                <a:gd name="connsiteX72" fmla="*/ 37228 w 57375"/>
                <a:gd name="connsiteY72" fmla="*/ 38304 h 58094"/>
                <a:gd name="connsiteX73" fmla="*/ 41062 w 57375"/>
                <a:gd name="connsiteY73" fmla="*/ 51072 h 58094"/>
                <a:gd name="connsiteX74" fmla="*/ 44257 w 57375"/>
                <a:gd name="connsiteY74" fmla="*/ 53625 h 58094"/>
                <a:gd name="connsiteX75" fmla="*/ 44896 w 57375"/>
                <a:gd name="connsiteY75" fmla="*/ 53625 h 58094"/>
                <a:gd name="connsiteX76" fmla="*/ 46813 w 57375"/>
                <a:gd name="connsiteY76" fmla="*/ 49795 h 58094"/>
                <a:gd name="connsiteX77" fmla="*/ 44896 w 57375"/>
                <a:gd name="connsiteY77" fmla="*/ 44049 h 58094"/>
                <a:gd name="connsiteX78" fmla="*/ 48730 w 57375"/>
                <a:gd name="connsiteY78" fmla="*/ 45965 h 58094"/>
                <a:gd name="connsiteX79" fmla="*/ 50008 w 57375"/>
                <a:gd name="connsiteY79" fmla="*/ 46603 h 58094"/>
                <a:gd name="connsiteX80" fmla="*/ 52563 w 57375"/>
                <a:gd name="connsiteY80" fmla="*/ 44688 h 58094"/>
                <a:gd name="connsiteX81" fmla="*/ 51286 w 57375"/>
                <a:gd name="connsiteY81" fmla="*/ 40219 h 58094"/>
                <a:gd name="connsiteX82" fmla="*/ 48091 w 57375"/>
                <a:gd name="connsiteY82" fmla="*/ 38304 h 58094"/>
                <a:gd name="connsiteX83" fmla="*/ 53842 w 57375"/>
                <a:gd name="connsiteY83" fmla="*/ 37027 h 58094"/>
                <a:gd name="connsiteX84" fmla="*/ 56398 w 57375"/>
                <a:gd name="connsiteY84" fmla="*/ 33197 h 58094"/>
                <a:gd name="connsiteX85" fmla="*/ 52563 w 57375"/>
                <a:gd name="connsiteY85" fmla="*/ 30643 h 58094"/>
                <a:gd name="connsiteX86" fmla="*/ 39783 w 57375"/>
                <a:gd name="connsiteY86" fmla="*/ 33835 h 58094"/>
                <a:gd name="connsiteX87" fmla="*/ 33394 w 57375"/>
                <a:gd name="connsiteY87" fmla="*/ 30005 h 58094"/>
                <a:gd name="connsiteX88" fmla="*/ 39783 w 57375"/>
                <a:gd name="connsiteY88" fmla="*/ 26174 h 58094"/>
                <a:gd name="connsiteX89" fmla="*/ 52563 w 57375"/>
                <a:gd name="connsiteY89" fmla="*/ 29366 h 58094"/>
                <a:gd name="connsiteX90" fmla="*/ 53203 w 57375"/>
                <a:gd name="connsiteY90" fmla="*/ 29366 h 58094"/>
                <a:gd name="connsiteX91" fmla="*/ 56398 w 57375"/>
                <a:gd name="connsiteY91" fmla="*/ 26813 h 58094"/>
                <a:gd name="connsiteX92" fmla="*/ 55758 w 57375"/>
                <a:gd name="connsiteY92" fmla="*/ 22344 h 58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57375" h="58094">
                  <a:moveTo>
                    <a:pt x="55758" y="22344"/>
                  </a:moveTo>
                  <a:lnTo>
                    <a:pt x="49368" y="21067"/>
                  </a:lnTo>
                  <a:lnTo>
                    <a:pt x="53203" y="19152"/>
                  </a:lnTo>
                  <a:cubicBezTo>
                    <a:pt x="54481" y="18514"/>
                    <a:pt x="55119" y="16598"/>
                    <a:pt x="54481" y="14683"/>
                  </a:cubicBezTo>
                  <a:cubicBezTo>
                    <a:pt x="53842" y="13406"/>
                    <a:pt x="51925" y="12768"/>
                    <a:pt x="50008" y="13406"/>
                  </a:cubicBezTo>
                  <a:lnTo>
                    <a:pt x="46813" y="15322"/>
                  </a:lnTo>
                  <a:lnTo>
                    <a:pt x="48730" y="9576"/>
                  </a:lnTo>
                  <a:cubicBezTo>
                    <a:pt x="49368" y="7661"/>
                    <a:pt x="48091" y="6384"/>
                    <a:pt x="46813" y="5746"/>
                  </a:cubicBezTo>
                  <a:cubicBezTo>
                    <a:pt x="44896" y="5107"/>
                    <a:pt x="43618" y="6384"/>
                    <a:pt x="42978" y="7661"/>
                  </a:cubicBezTo>
                  <a:lnTo>
                    <a:pt x="39145" y="20429"/>
                  </a:lnTo>
                  <a:lnTo>
                    <a:pt x="32755" y="24259"/>
                  </a:lnTo>
                  <a:lnTo>
                    <a:pt x="32755" y="16598"/>
                  </a:lnTo>
                  <a:lnTo>
                    <a:pt x="41701" y="7022"/>
                  </a:lnTo>
                  <a:cubicBezTo>
                    <a:pt x="42978" y="5746"/>
                    <a:pt x="42978" y="3830"/>
                    <a:pt x="41701" y="2554"/>
                  </a:cubicBezTo>
                  <a:cubicBezTo>
                    <a:pt x="40423" y="1277"/>
                    <a:pt x="38506" y="1277"/>
                    <a:pt x="37228" y="2554"/>
                  </a:cubicBezTo>
                  <a:lnTo>
                    <a:pt x="32755" y="7022"/>
                  </a:lnTo>
                  <a:lnTo>
                    <a:pt x="32755" y="3192"/>
                  </a:lnTo>
                  <a:cubicBezTo>
                    <a:pt x="32755" y="1277"/>
                    <a:pt x="31477" y="0"/>
                    <a:pt x="29560" y="0"/>
                  </a:cubicBezTo>
                  <a:lnTo>
                    <a:pt x="29560" y="0"/>
                  </a:lnTo>
                  <a:cubicBezTo>
                    <a:pt x="27643" y="0"/>
                    <a:pt x="26365" y="1277"/>
                    <a:pt x="26365" y="3192"/>
                  </a:cubicBezTo>
                  <a:lnTo>
                    <a:pt x="26365" y="7022"/>
                  </a:lnTo>
                  <a:lnTo>
                    <a:pt x="21892" y="2554"/>
                  </a:lnTo>
                  <a:cubicBezTo>
                    <a:pt x="20614" y="1277"/>
                    <a:pt x="18697" y="1277"/>
                    <a:pt x="17419" y="2554"/>
                  </a:cubicBezTo>
                  <a:cubicBezTo>
                    <a:pt x="16141" y="3830"/>
                    <a:pt x="16141" y="5746"/>
                    <a:pt x="17419" y="7022"/>
                  </a:cubicBezTo>
                  <a:lnTo>
                    <a:pt x="26365" y="16598"/>
                  </a:lnTo>
                  <a:lnTo>
                    <a:pt x="26365" y="24259"/>
                  </a:lnTo>
                  <a:lnTo>
                    <a:pt x="19975" y="20429"/>
                  </a:lnTo>
                  <a:lnTo>
                    <a:pt x="16141" y="7661"/>
                  </a:lnTo>
                  <a:cubicBezTo>
                    <a:pt x="15502" y="5746"/>
                    <a:pt x="13585" y="5107"/>
                    <a:pt x="12307" y="5746"/>
                  </a:cubicBezTo>
                  <a:cubicBezTo>
                    <a:pt x="10390" y="6384"/>
                    <a:pt x="9751" y="8299"/>
                    <a:pt x="10390" y="9576"/>
                  </a:cubicBezTo>
                  <a:lnTo>
                    <a:pt x="12307" y="15960"/>
                  </a:lnTo>
                  <a:lnTo>
                    <a:pt x="8473" y="14045"/>
                  </a:lnTo>
                  <a:cubicBezTo>
                    <a:pt x="7195" y="13406"/>
                    <a:pt x="5278" y="13406"/>
                    <a:pt x="4000" y="15322"/>
                  </a:cubicBezTo>
                  <a:cubicBezTo>
                    <a:pt x="3361" y="16598"/>
                    <a:pt x="3361" y="18514"/>
                    <a:pt x="5278" y="19790"/>
                  </a:cubicBezTo>
                  <a:lnTo>
                    <a:pt x="8473" y="21706"/>
                  </a:lnTo>
                  <a:lnTo>
                    <a:pt x="2722" y="22982"/>
                  </a:lnTo>
                  <a:cubicBezTo>
                    <a:pt x="805" y="23621"/>
                    <a:pt x="166" y="24897"/>
                    <a:pt x="166" y="26813"/>
                  </a:cubicBezTo>
                  <a:cubicBezTo>
                    <a:pt x="805" y="28089"/>
                    <a:pt x="2083" y="29366"/>
                    <a:pt x="3361" y="29366"/>
                  </a:cubicBezTo>
                  <a:cubicBezTo>
                    <a:pt x="3361" y="29366"/>
                    <a:pt x="4000" y="29366"/>
                    <a:pt x="4000" y="29366"/>
                  </a:cubicBezTo>
                  <a:lnTo>
                    <a:pt x="16780" y="26174"/>
                  </a:lnTo>
                  <a:lnTo>
                    <a:pt x="23170" y="30005"/>
                  </a:lnTo>
                  <a:lnTo>
                    <a:pt x="16780" y="33835"/>
                  </a:lnTo>
                  <a:lnTo>
                    <a:pt x="4000" y="30643"/>
                  </a:lnTo>
                  <a:cubicBezTo>
                    <a:pt x="2083" y="30005"/>
                    <a:pt x="805" y="31281"/>
                    <a:pt x="166" y="33197"/>
                  </a:cubicBezTo>
                  <a:cubicBezTo>
                    <a:pt x="-473" y="35112"/>
                    <a:pt x="805" y="36389"/>
                    <a:pt x="2722" y="37027"/>
                  </a:cubicBezTo>
                  <a:lnTo>
                    <a:pt x="9112" y="38304"/>
                  </a:lnTo>
                  <a:lnTo>
                    <a:pt x="5278" y="40219"/>
                  </a:lnTo>
                  <a:cubicBezTo>
                    <a:pt x="4000" y="40857"/>
                    <a:pt x="3361" y="42773"/>
                    <a:pt x="4000" y="44688"/>
                  </a:cubicBezTo>
                  <a:cubicBezTo>
                    <a:pt x="4639" y="45965"/>
                    <a:pt x="5917" y="45965"/>
                    <a:pt x="6556" y="45965"/>
                  </a:cubicBezTo>
                  <a:cubicBezTo>
                    <a:pt x="7195" y="45965"/>
                    <a:pt x="7834" y="45965"/>
                    <a:pt x="7834" y="45326"/>
                  </a:cubicBezTo>
                  <a:lnTo>
                    <a:pt x="11029" y="43411"/>
                  </a:lnTo>
                  <a:lnTo>
                    <a:pt x="9112" y="49157"/>
                  </a:lnTo>
                  <a:cubicBezTo>
                    <a:pt x="8473" y="51072"/>
                    <a:pt x="9751" y="52349"/>
                    <a:pt x="11029" y="52987"/>
                  </a:cubicBezTo>
                  <a:cubicBezTo>
                    <a:pt x="11029" y="52987"/>
                    <a:pt x="11668" y="52987"/>
                    <a:pt x="11668" y="52987"/>
                  </a:cubicBezTo>
                  <a:cubicBezTo>
                    <a:pt x="12946" y="52987"/>
                    <a:pt x="14224" y="52349"/>
                    <a:pt x="14863" y="50433"/>
                  </a:cubicBezTo>
                  <a:lnTo>
                    <a:pt x="18697" y="37665"/>
                  </a:lnTo>
                  <a:lnTo>
                    <a:pt x="25087" y="33835"/>
                  </a:lnTo>
                  <a:lnTo>
                    <a:pt x="25087" y="41496"/>
                  </a:lnTo>
                  <a:lnTo>
                    <a:pt x="16141" y="51072"/>
                  </a:lnTo>
                  <a:cubicBezTo>
                    <a:pt x="14863" y="52349"/>
                    <a:pt x="14863" y="54264"/>
                    <a:pt x="16141" y="55541"/>
                  </a:cubicBezTo>
                  <a:cubicBezTo>
                    <a:pt x="17419" y="56817"/>
                    <a:pt x="19336" y="56817"/>
                    <a:pt x="20614" y="55541"/>
                  </a:cubicBezTo>
                  <a:lnTo>
                    <a:pt x="25087" y="51072"/>
                  </a:lnTo>
                  <a:lnTo>
                    <a:pt x="25087" y="54902"/>
                  </a:lnTo>
                  <a:cubicBezTo>
                    <a:pt x="25087" y="56817"/>
                    <a:pt x="26365" y="58094"/>
                    <a:pt x="28282" y="58094"/>
                  </a:cubicBezTo>
                  <a:cubicBezTo>
                    <a:pt x="30199" y="58094"/>
                    <a:pt x="31477" y="56817"/>
                    <a:pt x="31477" y="54902"/>
                  </a:cubicBezTo>
                  <a:lnTo>
                    <a:pt x="31477" y="51072"/>
                  </a:lnTo>
                  <a:lnTo>
                    <a:pt x="35311" y="55541"/>
                  </a:lnTo>
                  <a:cubicBezTo>
                    <a:pt x="35950" y="56179"/>
                    <a:pt x="36589" y="56817"/>
                    <a:pt x="37867" y="56817"/>
                  </a:cubicBezTo>
                  <a:cubicBezTo>
                    <a:pt x="38506" y="56817"/>
                    <a:pt x="39145" y="56817"/>
                    <a:pt x="39783" y="56179"/>
                  </a:cubicBezTo>
                  <a:cubicBezTo>
                    <a:pt x="41062" y="54902"/>
                    <a:pt x="41062" y="52987"/>
                    <a:pt x="39783" y="51710"/>
                  </a:cubicBezTo>
                  <a:lnTo>
                    <a:pt x="30838" y="42134"/>
                  </a:lnTo>
                  <a:lnTo>
                    <a:pt x="30838" y="34473"/>
                  </a:lnTo>
                  <a:lnTo>
                    <a:pt x="37228" y="38304"/>
                  </a:lnTo>
                  <a:lnTo>
                    <a:pt x="41062" y="51072"/>
                  </a:lnTo>
                  <a:cubicBezTo>
                    <a:pt x="41701" y="52349"/>
                    <a:pt x="42978" y="53625"/>
                    <a:pt x="44257" y="53625"/>
                  </a:cubicBezTo>
                  <a:cubicBezTo>
                    <a:pt x="44257" y="53625"/>
                    <a:pt x="44896" y="53625"/>
                    <a:pt x="44896" y="53625"/>
                  </a:cubicBezTo>
                  <a:cubicBezTo>
                    <a:pt x="46813" y="52987"/>
                    <a:pt x="47452" y="51072"/>
                    <a:pt x="46813" y="49795"/>
                  </a:cubicBezTo>
                  <a:lnTo>
                    <a:pt x="44896" y="44049"/>
                  </a:lnTo>
                  <a:lnTo>
                    <a:pt x="48730" y="45965"/>
                  </a:lnTo>
                  <a:cubicBezTo>
                    <a:pt x="49368" y="45965"/>
                    <a:pt x="50008" y="46603"/>
                    <a:pt x="50008" y="46603"/>
                  </a:cubicBezTo>
                  <a:cubicBezTo>
                    <a:pt x="51286" y="46603"/>
                    <a:pt x="51925" y="45965"/>
                    <a:pt x="52563" y="44688"/>
                  </a:cubicBezTo>
                  <a:cubicBezTo>
                    <a:pt x="53203" y="43411"/>
                    <a:pt x="53203" y="41496"/>
                    <a:pt x="51286" y="40219"/>
                  </a:cubicBezTo>
                  <a:lnTo>
                    <a:pt x="48091" y="38304"/>
                  </a:lnTo>
                  <a:lnTo>
                    <a:pt x="53842" y="37027"/>
                  </a:lnTo>
                  <a:cubicBezTo>
                    <a:pt x="55758" y="36389"/>
                    <a:pt x="56398" y="35112"/>
                    <a:pt x="56398" y="33197"/>
                  </a:cubicBezTo>
                  <a:cubicBezTo>
                    <a:pt x="55758" y="31281"/>
                    <a:pt x="54481" y="30643"/>
                    <a:pt x="52563" y="30643"/>
                  </a:cubicBezTo>
                  <a:lnTo>
                    <a:pt x="39783" y="33835"/>
                  </a:lnTo>
                  <a:lnTo>
                    <a:pt x="33394" y="30005"/>
                  </a:lnTo>
                  <a:lnTo>
                    <a:pt x="39783" y="26174"/>
                  </a:lnTo>
                  <a:lnTo>
                    <a:pt x="52563" y="29366"/>
                  </a:lnTo>
                  <a:cubicBezTo>
                    <a:pt x="52563" y="29366"/>
                    <a:pt x="53203" y="29366"/>
                    <a:pt x="53203" y="29366"/>
                  </a:cubicBezTo>
                  <a:cubicBezTo>
                    <a:pt x="54481" y="29366"/>
                    <a:pt x="55758" y="28089"/>
                    <a:pt x="56398" y="26813"/>
                  </a:cubicBezTo>
                  <a:cubicBezTo>
                    <a:pt x="58314" y="24897"/>
                    <a:pt x="57037" y="22982"/>
                    <a:pt x="55758" y="22344"/>
                  </a:cubicBezTo>
                </a:path>
              </a:pathLst>
            </a:custGeom>
            <a:solidFill>
              <a:srgbClr val="009A44"/>
            </a:solidFill>
            <a:ln w="6390" cap="flat">
              <a:noFill/>
              <a:prstDash val="solid"/>
              <a:miter/>
            </a:ln>
          </p:spPr>
          <p:txBody>
            <a:bodyPr rtlCol="0" anchor="ctr"/>
            <a:lstStyle/>
            <a:p>
              <a:endParaRPr lang="en-US"/>
            </a:p>
          </p:txBody>
        </p:sp>
      </p:grpSp>
      <p:grpSp>
        <p:nvGrpSpPr>
          <p:cNvPr id="945" name="Graphic 4">
            <a:extLst>
              <a:ext uri="{FF2B5EF4-FFF2-40B4-BE49-F238E27FC236}">
                <a16:creationId xmlns:a16="http://schemas.microsoft.com/office/drawing/2014/main" id="{1D54276A-A2FB-304E-ACE0-7B80ED4C0F99}"/>
              </a:ext>
            </a:extLst>
          </p:cNvPr>
          <p:cNvGrpSpPr/>
          <p:nvPr/>
        </p:nvGrpSpPr>
        <p:grpSpPr>
          <a:xfrm>
            <a:off x="8239823" y="2371173"/>
            <a:ext cx="361674" cy="361333"/>
            <a:chOff x="8239823" y="2371173"/>
            <a:chExt cx="361674" cy="361333"/>
          </a:xfrm>
          <a:solidFill>
            <a:srgbClr val="009A44"/>
          </a:solidFill>
        </p:grpSpPr>
        <p:sp>
          <p:nvSpPr>
            <p:cNvPr id="946" name="Graphic 4">
              <a:extLst>
                <a:ext uri="{FF2B5EF4-FFF2-40B4-BE49-F238E27FC236}">
                  <a16:creationId xmlns:a16="http://schemas.microsoft.com/office/drawing/2014/main" id="{78333FDF-9621-964F-9BA3-3F785745C07A}"/>
                </a:ext>
              </a:extLst>
            </p:cNvPr>
            <p:cNvSpPr/>
            <p:nvPr/>
          </p:nvSpPr>
          <p:spPr>
            <a:xfrm>
              <a:off x="8239823" y="2371173"/>
              <a:ext cx="361674" cy="361333"/>
            </a:xfrm>
            <a:custGeom>
              <a:avLst/>
              <a:gdLst>
                <a:gd name="connsiteX0" fmla="*/ 239623 w 361674"/>
                <a:gd name="connsiteY0" fmla="*/ 220886 h 361333"/>
                <a:gd name="connsiteX1" fmla="*/ 184031 w 361674"/>
                <a:gd name="connsiteY1" fmla="*/ 165345 h 361333"/>
                <a:gd name="connsiteX2" fmla="*/ 239623 w 361674"/>
                <a:gd name="connsiteY2" fmla="*/ 109805 h 361333"/>
                <a:gd name="connsiteX3" fmla="*/ 295215 w 361674"/>
                <a:gd name="connsiteY3" fmla="*/ 165345 h 361333"/>
                <a:gd name="connsiteX4" fmla="*/ 239623 w 361674"/>
                <a:gd name="connsiteY4" fmla="*/ 220886 h 361333"/>
                <a:gd name="connsiteX5" fmla="*/ 131633 w 361674"/>
                <a:gd name="connsiteY5" fmla="*/ 205564 h 361333"/>
                <a:gd name="connsiteX6" fmla="*/ 131633 w 361674"/>
                <a:gd name="connsiteY6" fmla="*/ 258551 h 361333"/>
                <a:gd name="connsiteX7" fmla="*/ 125243 w 361674"/>
                <a:gd name="connsiteY7" fmla="*/ 264935 h 361333"/>
                <a:gd name="connsiteX8" fmla="*/ 118853 w 361674"/>
                <a:gd name="connsiteY8" fmla="*/ 258551 h 361333"/>
                <a:gd name="connsiteX9" fmla="*/ 118853 w 361674"/>
                <a:gd name="connsiteY9" fmla="*/ 205564 h 361333"/>
                <a:gd name="connsiteX10" fmla="*/ 125243 w 361674"/>
                <a:gd name="connsiteY10" fmla="*/ 199180 h 361333"/>
                <a:gd name="connsiteX11" fmla="*/ 131633 w 361674"/>
                <a:gd name="connsiteY11" fmla="*/ 205564 h 361333"/>
                <a:gd name="connsiteX12" fmla="*/ 131633 w 361674"/>
                <a:gd name="connsiteY12" fmla="*/ 102782 h 361333"/>
                <a:gd name="connsiteX13" fmla="*/ 131633 w 361674"/>
                <a:gd name="connsiteY13" fmla="*/ 134702 h 361333"/>
                <a:gd name="connsiteX14" fmla="*/ 125243 w 361674"/>
                <a:gd name="connsiteY14" fmla="*/ 141086 h 361333"/>
                <a:gd name="connsiteX15" fmla="*/ 118853 w 361674"/>
                <a:gd name="connsiteY15" fmla="*/ 134702 h 361333"/>
                <a:gd name="connsiteX16" fmla="*/ 118853 w 361674"/>
                <a:gd name="connsiteY16" fmla="*/ 102782 h 361333"/>
                <a:gd name="connsiteX17" fmla="*/ 125243 w 361674"/>
                <a:gd name="connsiteY17" fmla="*/ 96398 h 361333"/>
                <a:gd name="connsiteX18" fmla="*/ 131633 w 361674"/>
                <a:gd name="connsiteY18" fmla="*/ 102782 h 361333"/>
                <a:gd name="connsiteX19" fmla="*/ 245374 w 361674"/>
                <a:gd name="connsiteY19" fmla="*/ 284087 h 361333"/>
                <a:gd name="connsiteX20" fmla="*/ 230038 w 361674"/>
                <a:gd name="connsiteY20" fmla="*/ 299409 h 361333"/>
                <a:gd name="connsiteX21" fmla="*/ 109268 w 361674"/>
                <a:gd name="connsiteY21" fmla="*/ 299409 h 361333"/>
                <a:gd name="connsiteX22" fmla="*/ 93932 w 361674"/>
                <a:gd name="connsiteY22" fmla="*/ 284087 h 361333"/>
                <a:gd name="connsiteX23" fmla="*/ 93293 w 361674"/>
                <a:gd name="connsiteY23" fmla="*/ 77885 h 361333"/>
                <a:gd name="connsiteX24" fmla="*/ 97766 w 361674"/>
                <a:gd name="connsiteY24" fmla="*/ 67032 h 361333"/>
                <a:gd name="connsiteX25" fmla="*/ 108629 w 361674"/>
                <a:gd name="connsiteY25" fmla="*/ 62563 h 361333"/>
                <a:gd name="connsiteX26" fmla="*/ 230038 w 361674"/>
                <a:gd name="connsiteY26" fmla="*/ 62563 h 361333"/>
                <a:gd name="connsiteX27" fmla="*/ 245374 w 361674"/>
                <a:gd name="connsiteY27" fmla="*/ 77885 h 361333"/>
                <a:gd name="connsiteX28" fmla="*/ 245374 w 361674"/>
                <a:gd name="connsiteY28" fmla="*/ 97675 h 361333"/>
                <a:gd name="connsiteX29" fmla="*/ 238984 w 361674"/>
                <a:gd name="connsiteY29" fmla="*/ 104059 h 361333"/>
                <a:gd name="connsiteX30" fmla="*/ 232594 w 361674"/>
                <a:gd name="connsiteY30" fmla="*/ 97675 h 361333"/>
                <a:gd name="connsiteX31" fmla="*/ 232594 w 361674"/>
                <a:gd name="connsiteY31" fmla="*/ 77885 h 361333"/>
                <a:gd name="connsiteX32" fmla="*/ 230038 w 361674"/>
                <a:gd name="connsiteY32" fmla="*/ 75331 h 361333"/>
                <a:gd name="connsiteX33" fmla="*/ 108629 w 361674"/>
                <a:gd name="connsiteY33" fmla="*/ 75331 h 361333"/>
                <a:gd name="connsiteX34" fmla="*/ 106712 w 361674"/>
                <a:gd name="connsiteY34" fmla="*/ 75970 h 361333"/>
                <a:gd name="connsiteX35" fmla="*/ 106073 w 361674"/>
                <a:gd name="connsiteY35" fmla="*/ 77885 h 361333"/>
                <a:gd name="connsiteX36" fmla="*/ 106073 w 361674"/>
                <a:gd name="connsiteY36" fmla="*/ 156408 h 361333"/>
                <a:gd name="connsiteX37" fmla="*/ 172528 w 361674"/>
                <a:gd name="connsiteY37" fmla="*/ 156408 h 361333"/>
                <a:gd name="connsiteX38" fmla="*/ 178918 w 361674"/>
                <a:gd name="connsiteY38" fmla="*/ 162792 h 361333"/>
                <a:gd name="connsiteX39" fmla="*/ 172528 w 361674"/>
                <a:gd name="connsiteY39" fmla="*/ 169176 h 361333"/>
                <a:gd name="connsiteX40" fmla="*/ 105434 w 361674"/>
                <a:gd name="connsiteY40" fmla="*/ 169176 h 361333"/>
                <a:gd name="connsiteX41" fmla="*/ 105434 w 361674"/>
                <a:gd name="connsiteY41" fmla="*/ 283449 h 361333"/>
                <a:gd name="connsiteX42" fmla="*/ 107990 w 361674"/>
                <a:gd name="connsiteY42" fmla="*/ 286003 h 361333"/>
                <a:gd name="connsiteX43" fmla="*/ 228760 w 361674"/>
                <a:gd name="connsiteY43" fmla="*/ 286003 h 361333"/>
                <a:gd name="connsiteX44" fmla="*/ 231315 w 361674"/>
                <a:gd name="connsiteY44" fmla="*/ 283449 h 361333"/>
                <a:gd name="connsiteX45" fmla="*/ 231315 w 361674"/>
                <a:gd name="connsiteY45" fmla="*/ 233654 h 361333"/>
                <a:gd name="connsiteX46" fmla="*/ 237705 w 361674"/>
                <a:gd name="connsiteY46" fmla="*/ 227270 h 361333"/>
                <a:gd name="connsiteX47" fmla="*/ 244095 w 361674"/>
                <a:gd name="connsiteY47" fmla="*/ 233654 h 361333"/>
                <a:gd name="connsiteX48" fmla="*/ 244095 w 361674"/>
                <a:gd name="connsiteY48" fmla="*/ 284087 h 361333"/>
                <a:gd name="connsiteX49" fmla="*/ 180836 w 361674"/>
                <a:gd name="connsiteY49" fmla="*/ 0 h 361333"/>
                <a:gd name="connsiteX50" fmla="*/ 0 w 361674"/>
                <a:gd name="connsiteY50" fmla="*/ 180667 h 361333"/>
                <a:gd name="connsiteX51" fmla="*/ 180836 w 361674"/>
                <a:gd name="connsiteY51" fmla="*/ 361333 h 361333"/>
                <a:gd name="connsiteX52" fmla="*/ 361670 w 361674"/>
                <a:gd name="connsiteY52" fmla="*/ 180667 h 361333"/>
                <a:gd name="connsiteX53" fmla="*/ 180836 w 361674"/>
                <a:gd name="connsiteY53"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61674" h="361333">
                  <a:moveTo>
                    <a:pt x="239623" y="220886"/>
                  </a:moveTo>
                  <a:cubicBezTo>
                    <a:pt x="208951" y="220886"/>
                    <a:pt x="184031" y="195988"/>
                    <a:pt x="184031" y="165345"/>
                  </a:cubicBezTo>
                  <a:cubicBezTo>
                    <a:pt x="184031" y="134702"/>
                    <a:pt x="208951" y="109805"/>
                    <a:pt x="239623" y="109805"/>
                  </a:cubicBezTo>
                  <a:cubicBezTo>
                    <a:pt x="270295" y="109805"/>
                    <a:pt x="295215" y="134702"/>
                    <a:pt x="295215" y="165345"/>
                  </a:cubicBezTo>
                  <a:cubicBezTo>
                    <a:pt x="295215" y="195988"/>
                    <a:pt x="270295" y="220886"/>
                    <a:pt x="239623" y="220886"/>
                  </a:cubicBezTo>
                  <a:moveTo>
                    <a:pt x="131633" y="205564"/>
                  </a:moveTo>
                  <a:lnTo>
                    <a:pt x="131633" y="258551"/>
                  </a:lnTo>
                  <a:cubicBezTo>
                    <a:pt x="131633" y="262382"/>
                    <a:pt x="129076" y="264935"/>
                    <a:pt x="125243" y="264935"/>
                  </a:cubicBezTo>
                  <a:cubicBezTo>
                    <a:pt x="121409" y="264935"/>
                    <a:pt x="118853" y="262382"/>
                    <a:pt x="118853" y="258551"/>
                  </a:cubicBezTo>
                  <a:lnTo>
                    <a:pt x="118853" y="205564"/>
                  </a:lnTo>
                  <a:cubicBezTo>
                    <a:pt x="118853" y="201734"/>
                    <a:pt x="121409" y="199180"/>
                    <a:pt x="125243" y="199180"/>
                  </a:cubicBezTo>
                  <a:cubicBezTo>
                    <a:pt x="128438" y="199180"/>
                    <a:pt x="131633" y="201734"/>
                    <a:pt x="131633" y="205564"/>
                  </a:cubicBezTo>
                  <a:moveTo>
                    <a:pt x="131633" y="102782"/>
                  </a:moveTo>
                  <a:lnTo>
                    <a:pt x="131633" y="134702"/>
                  </a:lnTo>
                  <a:cubicBezTo>
                    <a:pt x="131633" y="138533"/>
                    <a:pt x="129076" y="141086"/>
                    <a:pt x="125243" y="141086"/>
                  </a:cubicBezTo>
                  <a:cubicBezTo>
                    <a:pt x="121409" y="141086"/>
                    <a:pt x="118853" y="138533"/>
                    <a:pt x="118853" y="134702"/>
                  </a:cubicBezTo>
                  <a:lnTo>
                    <a:pt x="118853" y="102782"/>
                  </a:lnTo>
                  <a:cubicBezTo>
                    <a:pt x="118853" y="98952"/>
                    <a:pt x="121409" y="96398"/>
                    <a:pt x="125243" y="96398"/>
                  </a:cubicBezTo>
                  <a:cubicBezTo>
                    <a:pt x="128438" y="96398"/>
                    <a:pt x="131633" y="99590"/>
                    <a:pt x="131633" y="102782"/>
                  </a:cubicBezTo>
                  <a:moveTo>
                    <a:pt x="245374" y="284087"/>
                  </a:moveTo>
                  <a:cubicBezTo>
                    <a:pt x="245374" y="293025"/>
                    <a:pt x="238345" y="299409"/>
                    <a:pt x="230038" y="299409"/>
                  </a:cubicBezTo>
                  <a:lnTo>
                    <a:pt x="109268" y="299409"/>
                  </a:lnTo>
                  <a:cubicBezTo>
                    <a:pt x="100961" y="299409"/>
                    <a:pt x="93932" y="292387"/>
                    <a:pt x="93932" y="284087"/>
                  </a:cubicBezTo>
                  <a:lnTo>
                    <a:pt x="93293" y="77885"/>
                  </a:lnTo>
                  <a:cubicBezTo>
                    <a:pt x="93293" y="73416"/>
                    <a:pt x="95210" y="69586"/>
                    <a:pt x="97766" y="67032"/>
                  </a:cubicBezTo>
                  <a:cubicBezTo>
                    <a:pt x="100961" y="63840"/>
                    <a:pt x="104795" y="62563"/>
                    <a:pt x="108629" y="62563"/>
                  </a:cubicBezTo>
                  <a:lnTo>
                    <a:pt x="230038" y="62563"/>
                  </a:lnTo>
                  <a:cubicBezTo>
                    <a:pt x="238345" y="62563"/>
                    <a:pt x="245374" y="69586"/>
                    <a:pt x="245374" y="77885"/>
                  </a:cubicBezTo>
                  <a:lnTo>
                    <a:pt x="245374" y="97675"/>
                  </a:lnTo>
                  <a:cubicBezTo>
                    <a:pt x="245374" y="101505"/>
                    <a:pt x="242818" y="104059"/>
                    <a:pt x="238984" y="104059"/>
                  </a:cubicBezTo>
                  <a:cubicBezTo>
                    <a:pt x="235150" y="104059"/>
                    <a:pt x="232594" y="101505"/>
                    <a:pt x="232594" y="97675"/>
                  </a:cubicBezTo>
                  <a:lnTo>
                    <a:pt x="232594" y="77885"/>
                  </a:lnTo>
                  <a:cubicBezTo>
                    <a:pt x="232594" y="76608"/>
                    <a:pt x="231315" y="75331"/>
                    <a:pt x="230038" y="75331"/>
                  </a:cubicBezTo>
                  <a:lnTo>
                    <a:pt x="108629" y="75331"/>
                  </a:lnTo>
                  <a:cubicBezTo>
                    <a:pt x="107351" y="75331"/>
                    <a:pt x="106712" y="75970"/>
                    <a:pt x="106712" y="75970"/>
                  </a:cubicBezTo>
                  <a:cubicBezTo>
                    <a:pt x="106073" y="75970"/>
                    <a:pt x="106073" y="77246"/>
                    <a:pt x="106073" y="77885"/>
                  </a:cubicBezTo>
                  <a:lnTo>
                    <a:pt x="106073" y="156408"/>
                  </a:lnTo>
                  <a:lnTo>
                    <a:pt x="172528" y="156408"/>
                  </a:lnTo>
                  <a:cubicBezTo>
                    <a:pt x="176362" y="156408"/>
                    <a:pt x="178918" y="158961"/>
                    <a:pt x="178918" y="162792"/>
                  </a:cubicBezTo>
                  <a:cubicBezTo>
                    <a:pt x="178918" y="166622"/>
                    <a:pt x="176362" y="169176"/>
                    <a:pt x="172528" y="169176"/>
                  </a:cubicBezTo>
                  <a:lnTo>
                    <a:pt x="105434" y="169176"/>
                  </a:lnTo>
                  <a:lnTo>
                    <a:pt x="105434" y="283449"/>
                  </a:lnTo>
                  <a:cubicBezTo>
                    <a:pt x="105434" y="284726"/>
                    <a:pt x="106712" y="286003"/>
                    <a:pt x="107990" y="286003"/>
                  </a:cubicBezTo>
                  <a:lnTo>
                    <a:pt x="228760" y="286003"/>
                  </a:lnTo>
                  <a:cubicBezTo>
                    <a:pt x="230038" y="286003"/>
                    <a:pt x="231315" y="284726"/>
                    <a:pt x="231315" y="283449"/>
                  </a:cubicBezTo>
                  <a:lnTo>
                    <a:pt x="231315" y="233654"/>
                  </a:lnTo>
                  <a:cubicBezTo>
                    <a:pt x="231315" y="229823"/>
                    <a:pt x="233872" y="227270"/>
                    <a:pt x="237705" y="227270"/>
                  </a:cubicBezTo>
                  <a:cubicBezTo>
                    <a:pt x="241540" y="227270"/>
                    <a:pt x="244095" y="229823"/>
                    <a:pt x="244095" y="233654"/>
                  </a:cubicBezTo>
                  <a:lnTo>
                    <a:pt x="244095" y="284087"/>
                  </a:lnTo>
                  <a:close/>
                  <a:moveTo>
                    <a:pt x="180836" y="0"/>
                  </a:moveTo>
                  <a:cubicBezTo>
                    <a:pt x="80513" y="0"/>
                    <a:pt x="0" y="81077"/>
                    <a:pt x="0" y="180667"/>
                  </a:cubicBezTo>
                  <a:cubicBezTo>
                    <a:pt x="0" y="280895"/>
                    <a:pt x="81152" y="361333"/>
                    <a:pt x="180836" y="361333"/>
                  </a:cubicBezTo>
                  <a:cubicBezTo>
                    <a:pt x="281157" y="361333"/>
                    <a:pt x="361670" y="280257"/>
                    <a:pt x="361670" y="180667"/>
                  </a:cubicBezTo>
                  <a:cubicBezTo>
                    <a:pt x="362309" y="81077"/>
                    <a:pt x="281157" y="0"/>
                    <a:pt x="180836" y="0"/>
                  </a:cubicBezTo>
                </a:path>
              </a:pathLst>
            </a:custGeom>
            <a:solidFill>
              <a:srgbClr val="009A44"/>
            </a:solidFill>
            <a:ln w="6390" cap="flat">
              <a:noFill/>
              <a:prstDash val="solid"/>
              <a:miter/>
            </a:ln>
          </p:spPr>
          <p:txBody>
            <a:bodyPr rtlCol="0" anchor="ctr"/>
            <a:lstStyle/>
            <a:p>
              <a:endParaRPr lang="en-US"/>
            </a:p>
          </p:txBody>
        </p:sp>
        <p:sp>
          <p:nvSpPr>
            <p:cNvPr id="947" name="Graphic 4">
              <a:extLst>
                <a:ext uri="{FF2B5EF4-FFF2-40B4-BE49-F238E27FC236}">
                  <a16:creationId xmlns:a16="http://schemas.microsoft.com/office/drawing/2014/main" id="{B1F7D343-A625-D34E-9F39-D13E26E99E2A}"/>
                </a:ext>
              </a:extLst>
            </p:cNvPr>
            <p:cNvSpPr/>
            <p:nvPr/>
          </p:nvSpPr>
          <p:spPr>
            <a:xfrm>
              <a:off x="8436634" y="2493746"/>
              <a:ext cx="85624" cy="85545"/>
            </a:xfrm>
            <a:custGeom>
              <a:avLst/>
              <a:gdLst>
                <a:gd name="connsiteX0" fmla="*/ 72206 w 85624"/>
                <a:gd name="connsiteY0" fmla="*/ 40219 h 85545"/>
                <a:gd name="connsiteX1" fmla="*/ 69011 w 85624"/>
                <a:gd name="connsiteY1" fmla="*/ 42773 h 85545"/>
                <a:gd name="connsiteX2" fmla="*/ 68372 w 85624"/>
                <a:gd name="connsiteY2" fmla="*/ 42773 h 85545"/>
                <a:gd name="connsiteX3" fmla="*/ 55592 w 85624"/>
                <a:gd name="connsiteY3" fmla="*/ 39581 h 85545"/>
                <a:gd name="connsiteX4" fmla="*/ 49202 w 85624"/>
                <a:gd name="connsiteY4" fmla="*/ 43411 h 85545"/>
                <a:gd name="connsiteX5" fmla="*/ 55592 w 85624"/>
                <a:gd name="connsiteY5" fmla="*/ 47241 h 85545"/>
                <a:gd name="connsiteX6" fmla="*/ 68372 w 85624"/>
                <a:gd name="connsiteY6" fmla="*/ 44049 h 85545"/>
                <a:gd name="connsiteX7" fmla="*/ 72206 w 85624"/>
                <a:gd name="connsiteY7" fmla="*/ 46603 h 85545"/>
                <a:gd name="connsiteX8" fmla="*/ 69650 w 85624"/>
                <a:gd name="connsiteY8" fmla="*/ 50433 h 85545"/>
                <a:gd name="connsiteX9" fmla="*/ 63899 w 85624"/>
                <a:gd name="connsiteY9" fmla="*/ 51710 h 85545"/>
                <a:gd name="connsiteX10" fmla="*/ 67094 w 85624"/>
                <a:gd name="connsiteY10" fmla="*/ 53625 h 85545"/>
                <a:gd name="connsiteX11" fmla="*/ 68372 w 85624"/>
                <a:gd name="connsiteY11" fmla="*/ 58094 h 85545"/>
                <a:gd name="connsiteX12" fmla="*/ 65816 w 85624"/>
                <a:gd name="connsiteY12" fmla="*/ 60009 h 85545"/>
                <a:gd name="connsiteX13" fmla="*/ 64538 w 85624"/>
                <a:gd name="connsiteY13" fmla="*/ 59371 h 85545"/>
                <a:gd name="connsiteX14" fmla="*/ 60704 w 85624"/>
                <a:gd name="connsiteY14" fmla="*/ 57456 h 85545"/>
                <a:gd name="connsiteX15" fmla="*/ 62621 w 85624"/>
                <a:gd name="connsiteY15" fmla="*/ 63840 h 85545"/>
                <a:gd name="connsiteX16" fmla="*/ 60704 w 85624"/>
                <a:gd name="connsiteY16" fmla="*/ 67670 h 85545"/>
                <a:gd name="connsiteX17" fmla="*/ 60065 w 85624"/>
                <a:gd name="connsiteY17" fmla="*/ 67670 h 85545"/>
                <a:gd name="connsiteX18" fmla="*/ 56870 w 85624"/>
                <a:gd name="connsiteY18" fmla="*/ 65117 h 85545"/>
                <a:gd name="connsiteX19" fmla="*/ 53036 w 85624"/>
                <a:gd name="connsiteY19" fmla="*/ 52349 h 85545"/>
                <a:gd name="connsiteX20" fmla="*/ 46646 w 85624"/>
                <a:gd name="connsiteY20" fmla="*/ 48518 h 85545"/>
                <a:gd name="connsiteX21" fmla="*/ 46646 w 85624"/>
                <a:gd name="connsiteY21" fmla="*/ 56179 h 85545"/>
                <a:gd name="connsiteX22" fmla="*/ 55592 w 85624"/>
                <a:gd name="connsiteY22" fmla="*/ 65755 h 85545"/>
                <a:gd name="connsiteX23" fmla="*/ 55592 w 85624"/>
                <a:gd name="connsiteY23" fmla="*/ 70224 h 85545"/>
                <a:gd name="connsiteX24" fmla="*/ 51119 w 85624"/>
                <a:gd name="connsiteY24" fmla="*/ 70224 h 85545"/>
                <a:gd name="connsiteX25" fmla="*/ 47285 w 85624"/>
                <a:gd name="connsiteY25" fmla="*/ 65755 h 85545"/>
                <a:gd name="connsiteX26" fmla="*/ 47285 w 85624"/>
                <a:gd name="connsiteY26" fmla="*/ 69585 h 85545"/>
                <a:gd name="connsiteX27" fmla="*/ 44090 w 85624"/>
                <a:gd name="connsiteY27" fmla="*/ 72777 h 85545"/>
                <a:gd name="connsiteX28" fmla="*/ 40895 w 85624"/>
                <a:gd name="connsiteY28" fmla="*/ 69585 h 85545"/>
                <a:gd name="connsiteX29" fmla="*/ 40895 w 85624"/>
                <a:gd name="connsiteY29" fmla="*/ 65755 h 85545"/>
                <a:gd name="connsiteX30" fmla="*/ 36422 w 85624"/>
                <a:gd name="connsiteY30" fmla="*/ 70224 h 85545"/>
                <a:gd name="connsiteX31" fmla="*/ 33866 w 85624"/>
                <a:gd name="connsiteY31" fmla="*/ 71501 h 85545"/>
                <a:gd name="connsiteX32" fmla="*/ 31950 w 85624"/>
                <a:gd name="connsiteY32" fmla="*/ 70862 h 85545"/>
                <a:gd name="connsiteX33" fmla="*/ 31950 w 85624"/>
                <a:gd name="connsiteY33" fmla="*/ 66393 h 85545"/>
                <a:gd name="connsiteX34" fmla="*/ 40895 w 85624"/>
                <a:gd name="connsiteY34" fmla="*/ 56817 h 85545"/>
                <a:gd name="connsiteX35" fmla="*/ 40895 w 85624"/>
                <a:gd name="connsiteY35" fmla="*/ 49157 h 85545"/>
                <a:gd name="connsiteX36" fmla="*/ 34505 w 85624"/>
                <a:gd name="connsiteY36" fmla="*/ 52987 h 85545"/>
                <a:gd name="connsiteX37" fmla="*/ 30671 w 85624"/>
                <a:gd name="connsiteY37" fmla="*/ 65755 h 85545"/>
                <a:gd name="connsiteX38" fmla="*/ 27476 w 85624"/>
                <a:gd name="connsiteY38" fmla="*/ 68309 h 85545"/>
                <a:gd name="connsiteX39" fmla="*/ 26837 w 85624"/>
                <a:gd name="connsiteY39" fmla="*/ 68309 h 85545"/>
                <a:gd name="connsiteX40" fmla="*/ 24920 w 85624"/>
                <a:gd name="connsiteY40" fmla="*/ 64478 h 85545"/>
                <a:gd name="connsiteX41" fmla="*/ 26837 w 85624"/>
                <a:gd name="connsiteY41" fmla="*/ 58733 h 85545"/>
                <a:gd name="connsiteX42" fmla="*/ 23642 w 85624"/>
                <a:gd name="connsiteY42" fmla="*/ 60648 h 85545"/>
                <a:gd name="connsiteX43" fmla="*/ 22365 w 85624"/>
                <a:gd name="connsiteY43" fmla="*/ 61286 h 85545"/>
                <a:gd name="connsiteX44" fmla="*/ 19809 w 85624"/>
                <a:gd name="connsiteY44" fmla="*/ 60009 h 85545"/>
                <a:gd name="connsiteX45" fmla="*/ 21086 w 85624"/>
                <a:gd name="connsiteY45" fmla="*/ 55541 h 85545"/>
                <a:gd name="connsiteX46" fmla="*/ 24920 w 85624"/>
                <a:gd name="connsiteY46" fmla="*/ 53625 h 85545"/>
                <a:gd name="connsiteX47" fmla="*/ 18530 w 85624"/>
                <a:gd name="connsiteY47" fmla="*/ 52349 h 85545"/>
                <a:gd name="connsiteX48" fmla="*/ 15975 w 85624"/>
                <a:gd name="connsiteY48" fmla="*/ 48518 h 85545"/>
                <a:gd name="connsiteX49" fmla="*/ 19809 w 85624"/>
                <a:gd name="connsiteY49" fmla="*/ 45965 h 85545"/>
                <a:gd name="connsiteX50" fmla="*/ 32589 w 85624"/>
                <a:gd name="connsiteY50" fmla="*/ 49157 h 85545"/>
                <a:gd name="connsiteX51" fmla="*/ 38978 w 85624"/>
                <a:gd name="connsiteY51" fmla="*/ 45326 h 85545"/>
                <a:gd name="connsiteX52" fmla="*/ 32589 w 85624"/>
                <a:gd name="connsiteY52" fmla="*/ 41496 h 85545"/>
                <a:gd name="connsiteX53" fmla="*/ 19809 w 85624"/>
                <a:gd name="connsiteY53" fmla="*/ 44688 h 85545"/>
                <a:gd name="connsiteX54" fmla="*/ 19170 w 85624"/>
                <a:gd name="connsiteY54" fmla="*/ 44688 h 85545"/>
                <a:gd name="connsiteX55" fmla="*/ 15975 w 85624"/>
                <a:gd name="connsiteY55" fmla="*/ 42134 h 85545"/>
                <a:gd name="connsiteX56" fmla="*/ 18530 w 85624"/>
                <a:gd name="connsiteY56" fmla="*/ 38304 h 85545"/>
                <a:gd name="connsiteX57" fmla="*/ 24281 w 85624"/>
                <a:gd name="connsiteY57" fmla="*/ 37027 h 85545"/>
                <a:gd name="connsiteX58" fmla="*/ 21086 w 85624"/>
                <a:gd name="connsiteY58" fmla="*/ 35112 h 85545"/>
                <a:gd name="connsiteX59" fmla="*/ 19809 w 85624"/>
                <a:gd name="connsiteY59" fmla="*/ 30643 h 85545"/>
                <a:gd name="connsiteX60" fmla="*/ 24281 w 85624"/>
                <a:gd name="connsiteY60" fmla="*/ 29366 h 85545"/>
                <a:gd name="connsiteX61" fmla="*/ 28115 w 85624"/>
                <a:gd name="connsiteY61" fmla="*/ 31281 h 85545"/>
                <a:gd name="connsiteX62" fmla="*/ 26199 w 85624"/>
                <a:gd name="connsiteY62" fmla="*/ 24897 h 85545"/>
                <a:gd name="connsiteX63" fmla="*/ 28115 w 85624"/>
                <a:gd name="connsiteY63" fmla="*/ 21067 h 85545"/>
                <a:gd name="connsiteX64" fmla="*/ 31950 w 85624"/>
                <a:gd name="connsiteY64" fmla="*/ 22982 h 85545"/>
                <a:gd name="connsiteX65" fmla="*/ 35783 w 85624"/>
                <a:gd name="connsiteY65" fmla="*/ 35750 h 85545"/>
                <a:gd name="connsiteX66" fmla="*/ 42173 w 85624"/>
                <a:gd name="connsiteY66" fmla="*/ 39581 h 85545"/>
                <a:gd name="connsiteX67" fmla="*/ 42173 w 85624"/>
                <a:gd name="connsiteY67" fmla="*/ 31920 h 85545"/>
                <a:gd name="connsiteX68" fmla="*/ 33227 w 85624"/>
                <a:gd name="connsiteY68" fmla="*/ 22344 h 85545"/>
                <a:gd name="connsiteX69" fmla="*/ 33227 w 85624"/>
                <a:gd name="connsiteY69" fmla="*/ 17875 h 85545"/>
                <a:gd name="connsiteX70" fmla="*/ 37700 w 85624"/>
                <a:gd name="connsiteY70" fmla="*/ 17875 h 85545"/>
                <a:gd name="connsiteX71" fmla="*/ 42173 w 85624"/>
                <a:gd name="connsiteY71" fmla="*/ 22344 h 85545"/>
                <a:gd name="connsiteX72" fmla="*/ 42173 w 85624"/>
                <a:gd name="connsiteY72" fmla="*/ 18514 h 85545"/>
                <a:gd name="connsiteX73" fmla="*/ 45368 w 85624"/>
                <a:gd name="connsiteY73" fmla="*/ 15322 h 85545"/>
                <a:gd name="connsiteX74" fmla="*/ 45368 w 85624"/>
                <a:gd name="connsiteY74" fmla="*/ 15322 h 85545"/>
                <a:gd name="connsiteX75" fmla="*/ 48563 w 85624"/>
                <a:gd name="connsiteY75" fmla="*/ 18514 h 85545"/>
                <a:gd name="connsiteX76" fmla="*/ 48563 w 85624"/>
                <a:gd name="connsiteY76" fmla="*/ 22344 h 85545"/>
                <a:gd name="connsiteX77" fmla="*/ 53036 w 85624"/>
                <a:gd name="connsiteY77" fmla="*/ 17875 h 85545"/>
                <a:gd name="connsiteX78" fmla="*/ 57509 w 85624"/>
                <a:gd name="connsiteY78" fmla="*/ 17875 h 85545"/>
                <a:gd name="connsiteX79" fmla="*/ 57509 w 85624"/>
                <a:gd name="connsiteY79" fmla="*/ 22344 h 85545"/>
                <a:gd name="connsiteX80" fmla="*/ 48563 w 85624"/>
                <a:gd name="connsiteY80" fmla="*/ 31920 h 85545"/>
                <a:gd name="connsiteX81" fmla="*/ 48563 w 85624"/>
                <a:gd name="connsiteY81" fmla="*/ 39581 h 85545"/>
                <a:gd name="connsiteX82" fmla="*/ 54953 w 85624"/>
                <a:gd name="connsiteY82" fmla="*/ 35750 h 85545"/>
                <a:gd name="connsiteX83" fmla="*/ 58787 w 85624"/>
                <a:gd name="connsiteY83" fmla="*/ 22982 h 85545"/>
                <a:gd name="connsiteX84" fmla="*/ 62621 w 85624"/>
                <a:gd name="connsiteY84" fmla="*/ 21067 h 85545"/>
                <a:gd name="connsiteX85" fmla="*/ 64538 w 85624"/>
                <a:gd name="connsiteY85" fmla="*/ 24897 h 85545"/>
                <a:gd name="connsiteX86" fmla="*/ 62621 w 85624"/>
                <a:gd name="connsiteY86" fmla="*/ 30643 h 85545"/>
                <a:gd name="connsiteX87" fmla="*/ 65816 w 85624"/>
                <a:gd name="connsiteY87" fmla="*/ 28728 h 85545"/>
                <a:gd name="connsiteX88" fmla="*/ 70289 w 85624"/>
                <a:gd name="connsiteY88" fmla="*/ 30005 h 85545"/>
                <a:gd name="connsiteX89" fmla="*/ 69011 w 85624"/>
                <a:gd name="connsiteY89" fmla="*/ 34473 h 85545"/>
                <a:gd name="connsiteX90" fmla="*/ 65177 w 85624"/>
                <a:gd name="connsiteY90" fmla="*/ 36389 h 85545"/>
                <a:gd name="connsiteX91" fmla="*/ 71567 w 85624"/>
                <a:gd name="connsiteY91" fmla="*/ 37665 h 85545"/>
                <a:gd name="connsiteX92" fmla="*/ 72206 w 85624"/>
                <a:gd name="connsiteY92" fmla="*/ 40219 h 85545"/>
                <a:gd name="connsiteX93" fmla="*/ 42812 w 85624"/>
                <a:gd name="connsiteY93" fmla="*/ 0 h 85545"/>
                <a:gd name="connsiteX94" fmla="*/ 0 w 85624"/>
                <a:gd name="connsiteY94" fmla="*/ 42773 h 85545"/>
                <a:gd name="connsiteX95" fmla="*/ 42812 w 85624"/>
                <a:gd name="connsiteY95" fmla="*/ 85545 h 85545"/>
                <a:gd name="connsiteX96" fmla="*/ 85625 w 85624"/>
                <a:gd name="connsiteY96" fmla="*/ 42773 h 85545"/>
                <a:gd name="connsiteX97" fmla="*/ 42812 w 85624"/>
                <a:gd name="connsiteY97" fmla="*/ 0 h 85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85624" h="85545">
                  <a:moveTo>
                    <a:pt x="72206" y="40219"/>
                  </a:moveTo>
                  <a:cubicBezTo>
                    <a:pt x="71567" y="41496"/>
                    <a:pt x="70289" y="42773"/>
                    <a:pt x="69011" y="42773"/>
                  </a:cubicBezTo>
                  <a:cubicBezTo>
                    <a:pt x="69011" y="42773"/>
                    <a:pt x="68372" y="42773"/>
                    <a:pt x="68372" y="42773"/>
                  </a:cubicBezTo>
                  <a:lnTo>
                    <a:pt x="55592" y="39581"/>
                  </a:lnTo>
                  <a:lnTo>
                    <a:pt x="49202" y="43411"/>
                  </a:lnTo>
                  <a:lnTo>
                    <a:pt x="55592" y="47241"/>
                  </a:lnTo>
                  <a:lnTo>
                    <a:pt x="68372" y="44049"/>
                  </a:lnTo>
                  <a:cubicBezTo>
                    <a:pt x="70289" y="43411"/>
                    <a:pt x="71567" y="44688"/>
                    <a:pt x="72206" y="46603"/>
                  </a:cubicBezTo>
                  <a:cubicBezTo>
                    <a:pt x="72845" y="48518"/>
                    <a:pt x="71567" y="49795"/>
                    <a:pt x="69650" y="50433"/>
                  </a:cubicBezTo>
                  <a:lnTo>
                    <a:pt x="63899" y="51710"/>
                  </a:lnTo>
                  <a:lnTo>
                    <a:pt x="67094" y="53625"/>
                  </a:lnTo>
                  <a:cubicBezTo>
                    <a:pt x="68372" y="54264"/>
                    <a:pt x="69011" y="56179"/>
                    <a:pt x="68372" y="58094"/>
                  </a:cubicBezTo>
                  <a:cubicBezTo>
                    <a:pt x="67733" y="59371"/>
                    <a:pt x="66455" y="60009"/>
                    <a:pt x="65816" y="60009"/>
                  </a:cubicBezTo>
                  <a:cubicBezTo>
                    <a:pt x="65177" y="60009"/>
                    <a:pt x="64538" y="60009"/>
                    <a:pt x="64538" y="59371"/>
                  </a:cubicBezTo>
                  <a:lnTo>
                    <a:pt x="60704" y="57456"/>
                  </a:lnTo>
                  <a:lnTo>
                    <a:pt x="62621" y="63840"/>
                  </a:lnTo>
                  <a:cubicBezTo>
                    <a:pt x="63260" y="65755"/>
                    <a:pt x="61982" y="67032"/>
                    <a:pt x="60704" y="67670"/>
                  </a:cubicBezTo>
                  <a:cubicBezTo>
                    <a:pt x="60704" y="67670"/>
                    <a:pt x="60065" y="67670"/>
                    <a:pt x="60065" y="67670"/>
                  </a:cubicBezTo>
                  <a:cubicBezTo>
                    <a:pt x="58787" y="67670"/>
                    <a:pt x="57509" y="67032"/>
                    <a:pt x="56870" y="65117"/>
                  </a:cubicBezTo>
                  <a:lnTo>
                    <a:pt x="53036" y="52349"/>
                  </a:lnTo>
                  <a:lnTo>
                    <a:pt x="46646" y="48518"/>
                  </a:lnTo>
                  <a:lnTo>
                    <a:pt x="46646" y="56179"/>
                  </a:lnTo>
                  <a:lnTo>
                    <a:pt x="55592" y="65755"/>
                  </a:lnTo>
                  <a:cubicBezTo>
                    <a:pt x="56870" y="67032"/>
                    <a:pt x="56870" y="68947"/>
                    <a:pt x="55592" y="70224"/>
                  </a:cubicBezTo>
                  <a:cubicBezTo>
                    <a:pt x="54314" y="71501"/>
                    <a:pt x="52397" y="71501"/>
                    <a:pt x="51119" y="70224"/>
                  </a:cubicBezTo>
                  <a:lnTo>
                    <a:pt x="47285" y="65755"/>
                  </a:lnTo>
                  <a:lnTo>
                    <a:pt x="47285" y="69585"/>
                  </a:lnTo>
                  <a:cubicBezTo>
                    <a:pt x="47285" y="71501"/>
                    <a:pt x="46007" y="72777"/>
                    <a:pt x="44090" y="72777"/>
                  </a:cubicBezTo>
                  <a:cubicBezTo>
                    <a:pt x="42173" y="72777"/>
                    <a:pt x="40895" y="71501"/>
                    <a:pt x="40895" y="69585"/>
                  </a:cubicBezTo>
                  <a:lnTo>
                    <a:pt x="40895" y="65755"/>
                  </a:lnTo>
                  <a:lnTo>
                    <a:pt x="36422" y="70224"/>
                  </a:lnTo>
                  <a:cubicBezTo>
                    <a:pt x="35783" y="70862"/>
                    <a:pt x="35145" y="71501"/>
                    <a:pt x="33866" y="71501"/>
                  </a:cubicBezTo>
                  <a:cubicBezTo>
                    <a:pt x="33227" y="71501"/>
                    <a:pt x="32589" y="71501"/>
                    <a:pt x="31950" y="70862"/>
                  </a:cubicBezTo>
                  <a:cubicBezTo>
                    <a:pt x="30671" y="69585"/>
                    <a:pt x="30671" y="67670"/>
                    <a:pt x="31950" y="66393"/>
                  </a:cubicBezTo>
                  <a:lnTo>
                    <a:pt x="40895" y="56817"/>
                  </a:lnTo>
                  <a:lnTo>
                    <a:pt x="40895" y="49157"/>
                  </a:lnTo>
                  <a:lnTo>
                    <a:pt x="34505" y="52987"/>
                  </a:lnTo>
                  <a:lnTo>
                    <a:pt x="30671" y="65755"/>
                  </a:lnTo>
                  <a:cubicBezTo>
                    <a:pt x="30032" y="67032"/>
                    <a:pt x="28755" y="68309"/>
                    <a:pt x="27476" y="68309"/>
                  </a:cubicBezTo>
                  <a:cubicBezTo>
                    <a:pt x="27476" y="68309"/>
                    <a:pt x="26837" y="68309"/>
                    <a:pt x="26837" y="68309"/>
                  </a:cubicBezTo>
                  <a:cubicBezTo>
                    <a:pt x="24920" y="67670"/>
                    <a:pt x="24281" y="65755"/>
                    <a:pt x="24920" y="64478"/>
                  </a:cubicBezTo>
                  <a:lnTo>
                    <a:pt x="26837" y="58733"/>
                  </a:lnTo>
                  <a:lnTo>
                    <a:pt x="23642" y="60648"/>
                  </a:lnTo>
                  <a:cubicBezTo>
                    <a:pt x="23004" y="60648"/>
                    <a:pt x="22365" y="61286"/>
                    <a:pt x="22365" y="61286"/>
                  </a:cubicBezTo>
                  <a:cubicBezTo>
                    <a:pt x="21086" y="61286"/>
                    <a:pt x="20447" y="60648"/>
                    <a:pt x="19809" y="60009"/>
                  </a:cubicBezTo>
                  <a:cubicBezTo>
                    <a:pt x="19170" y="58733"/>
                    <a:pt x="19170" y="56817"/>
                    <a:pt x="21086" y="55541"/>
                  </a:cubicBezTo>
                  <a:lnTo>
                    <a:pt x="24920" y="53625"/>
                  </a:lnTo>
                  <a:lnTo>
                    <a:pt x="18530" y="52349"/>
                  </a:lnTo>
                  <a:cubicBezTo>
                    <a:pt x="16614" y="51710"/>
                    <a:pt x="15975" y="50433"/>
                    <a:pt x="15975" y="48518"/>
                  </a:cubicBezTo>
                  <a:cubicBezTo>
                    <a:pt x="16614" y="46603"/>
                    <a:pt x="17891" y="45965"/>
                    <a:pt x="19809" y="45965"/>
                  </a:cubicBezTo>
                  <a:lnTo>
                    <a:pt x="32589" y="49157"/>
                  </a:lnTo>
                  <a:lnTo>
                    <a:pt x="38978" y="45326"/>
                  </a:lnTo>
                  <a:lnTo>
                    <a:pt x="32589" y="41496"/>
                  </a:lnTo>
                  <a:lnTo>
                    <a:pt x="19809" y="44688"/>
                  </a:lnTo>
                  <a:cubicBezTo>
                    <a:pt x="19809" y="44688"/>
                    <a:pt x="19170" y="44688"/>
                    <a:pt x="19170" y="44688"/>
                  </a:cubicBezTo>
                  <a:cubicBezTo>
                    <a:pt x="17891" y="44688"/>
                    <a:pt x="16614" y="43411"/>
                    <a:pt x="15975" y="42134"/>
                  </a:cubicBezTo>
                  <a:cubicBezTo>
                    <a:pt x="15335" y="40219"/>
                    <a:pt x="16614" y="38942"/>
                    <a:pt x="18530" y="38304"/>
                  </a:cubicBezTo>
                  <a:lnTo>
                    <a:pt x="24281" y="37027"/>
                  </a:lnTo>
                  <a:lnTo>
                    <a:pt x="21086" y="35112"/>
                  </a:lnTo>
                  <a:cubicBezTo>
                    <a:pt x="19809" y="34473"/>
                    <a:pt x="19170" y="32558"/>
                    <a:pt x="19809" y="30643"/>
                  </a:cubicBezTo>
                  <a:cubicBezTo>
                    <a:pt x="20447" y="29366"/>
                    <a:pt x="22365" y="28728"/>
                    <a:pt x="24281" y="29366"/>
                  </a:cubicBezTo>
                  <a:lnTo>
                    <a:pt x="28115" y="31281"/>
                  </a:lnTo>
                  <a:lnTo>
                    <a:pt x="26199" y="24897"/>
                  </a:lnTo>
                  <a:cubicBezTo>
                    <a:pt x="25560" y="22982"/>
                    <a:pt x="26837" y="21706"/>
                    <a:pt x="28115" y="21067"/>
                  </a:cubicBezTo>
                  <a:cubicBezTo>
                    <a:pt x="30032" y="20429"/>
                    <a:pt x="31310" y="21706"/>
                    <a:pt x="31950" y="22982"/>
                  </a:cubicBezTo>
                  <a:lnTo>
                    <a:pt x="35783" y="35750"/>
                  </a:lnTo>
                  <a:lnTo>
                    <a:pt x="42173" y="39581"/>
                  </a:lnTo>
                  <a:lnTo>
                    <a:pt x="42173" y="31920"/>
                  </a:lnTo>
                  <a:lnTo>
                    <a:pt x="33227" y="22344"/>
                  </a:lnTo>
                  <a:cubicBezTo>
                    <a:pt x="31950" y="21067"/>
                    <a:pt x="31950" y="19152"/>
                    <a:pt x="33227" y="17875"/>
                  </a:cubicBezTo>
                  <a:cubicBezTo>
                    <a:pt x="34505" y="16598"/>
                    <a:pt x="36422" y="16598"/>
                    <a:pt x="37700" y="17875"/>
                  </a:cubicBezTo>
                  <a:lnTo>
                    <a:pt x="42173" y="22344"/>
                  </a:lnTo>
                  <a:lnTo>
                    <a:pt x="42173" y="18514"/>
                  </a:lnTo>
                  <a:cubicBezTo>
                    <a:pt x="42173" y="16598"/>
                    <a:pt x="43451" y="15322"/>
                    <a:pt x="45368" y="15322"/>
                  </a:cubicBezTo>
                  <a:lnTo>
                    <a:pt x="45368" y="15322"/>
                  </a:lnTo>
                  <a:cubicBezTo>
                    <a:pt x="47285" y="15322"/>
                    <a:pt x="48563" y="16598"/>
                    <a:pt x="48563" y="18514"/>
                  </a:cubicBezTo>
                  <a:lnTo>
                    <a:pt x="48563" y="22344"/>
                  </a:lnTo>
                  <a:lnTo>
                    <a:pt x="53036" y="17875"/>
                  </a:lnTo>
                  <a:cubicBezTo>
                    <a:pt x="54314" y="16598"/>
                    <a:pt x="56231" y="16598"/>
                    <a:pt x="57509" y="17875"/>
                  </a:cubicBezTo>
                  <a:cubicBezTo>
                    <a:pt x="58787" y="19152"/>
                    <a:pt x="58787" y="21067"/>
                    <a:pt x="57509" y="22344"/>
                  </a:cubicBezTo>
                  <a:lnTo>
                    <a:pt x="48563" y="31920"/>
                  </a:lnTo>
                  <a:lnTo>
                    <a:pt x="48563" y="39581"/>
                  </a:lnTo>
                  <a:lnTo>
                    <a:pt x="54953" y="35750"/>
                  </a:lnTo>
                  <a:lnTo>
                    <a:pt x="58787" y="22982"/>
                  </a:lnTo>
                  <a:cubicBezTo>
                    <a:pt x="59426" y="21067"/>
                    <a:pt x="61343" y="20429"/>
                    <a:pt x="62621" y="21067"/>
                  </a:cubicBezTo>
                  <a:cubicBezTo>
                    <a:pt x="64538" y="21706"/>
                    <a:pt x="65177" y="23621"/>
                    <a:pt x="64538" y="24897"/>
                  </a:cubicBezTo>
                  <a:lnTo>
                    <a:pt x="62621" y="30643"/>
                  </a:lnTo>
                  <a:lnTo>
                    <a:pt x="65816" y="28728"/>
                  </a:lnTo>
                  <a:cubicBezTo>
                    <a:pt x="67094" y="28089"/>
                    <a:pt x="69011" y="28089"/>
                    <a:pt x="70289" y="30005"/>
                  </a:cubicBezTo>
                  <a:cubicBezTo>
                    <a:pt x="70928" y="31281"/>
                    <a:pt x="70928" y="33197"/>
                    <a:pt x="69011" y="34473"/>
                  </a:cubicBezTo>
                  <a:lnTo>
                    <a:pt x="65177" y="36389"/>
                  </a:lnTo>
                  <a:lnTo>
                    <a:pt x="71567" y="37665"/>
                  </a:lnTo>
                  <a:cubicBezTo>
                    <a:pt x="71567" y="37027"/>
                    <a:pt x="72845" y="38942"/>
                    <a:pt x="72206" y="40219"/>
                  </a:cubicBezTo>
                  <a:moveTo>
                    <a:pt x="42812" y="0"/>
                  </a:moveTo>
                  <a:cubicBezTo>
                    <a:pt x="19170" y="0"/>
                    <a:pt x="0" y="19152"/>
                    <a:pt x="0" y="42773"/>
                  </a:cubicBezTo>
                  <a:cubicBezTo>
                    <a:pt x="0" y="66393"/>
                    <a:pt x="19170" y="85545"/>
                    <a:pt x="42812" y="85545"/>
                  </a:cubicBezTo>
                  <a:cubicBezTo>
                    <a:pt x="66455" y="85545"/>
                    <a:pt x="85625" y="66393"/>
                    <a:pt x="85625" y="42773"/>
                  </a:cubicBezTo>
                  <a:cubicBezTo>
                    <a:pt x="85625" y="19152"/>
                    <a:pt x="66455" y="0"/>
                    <a:pt x="42812" y="0"/>
                  </a:cubicBezTo>
                </a:path>
              </a:pathLst>
            </a:custGeom>
            <a:solidFill>
              <a:srgbClr val="009A44"/>
            </a:solidFill>
            <a:ln w="6390" cap="flat">
              <a:noFill/>
              <a:prstDash val="solid"/>
              <a:miter/>
            </a:ln>
          </p:spPr>
          <p:txBody>
            <a:bodyPr rtlCol="0" anchor="ctr"/>
            <a:lstStyle/>
            <a:p>
              <a:endParaRPr lang="en-US"/>
            </a:p>
          </p:txBody>
        </p:sp>
      </p:grpSp>
      <p:grpSp>
        <p:nvGrpSpPr>
          <p:cNvPr id="948" name="Graphic 4">
            <a:extLst>
              <a:ext uri="{FF2B5EF4-FFF2-40B4-BE49-F238E27FC236}">
                <a16:creationId xmlns:a16="http://schemas.microsoft.com/office/drawing/2014/main" id="{76B73FA1-B1C9-4943-83F1-30E2A5B47A55}"/>
              </a:ext>
            </a:extLst>
          </p:cNvPr>
          <p:cNvGrpSpPr/>
          <p:nvPr/>
        </p:nvGrpSpPr>
        <p:grpSpPr>
          <a:xfrm>
            <a:off x="7802113" y="1893013"/>
            <a:ext cx="361670" cy="361333"/>
            <a:chOff x="7802113" y="1893013"/>
            <a:chExt cx="361670" cy="361333"/>
          </a:xfrm>
          <a:solidFill>
            <a:srgbClr val="009A44"/>
          </a:solidFill>
        </p:grpSpPr>
        <p:sp>
          <p:nvSpPr>
            <p:cNvPr id="949" name="Graphic 4">
              <a:extLst>
                <a:ext uri="{FF2B5EF4-FFF2-40B4-BE49-F238E27FC236}">
                  <a16:creationId xmlns:a16="http://schemas.microsoft.com/office/drawing/2014/main" id="{838BE7AA-FC73-6A4E-8BA8-CBB5AAC5EC76}"/>
                </a:ext>
              </a:extLst>
            </p:cNvPr>
            <p:cNvSpPr/>
            <p:nvPr/>
          </p:nvSpPr>
          <p:spPr>
            <a:xfrm>
              <a:off x="7802113" y="1893013"/>
              <a:ext cx="361670" cy="361333"/>
            </a:xfrm>
            <a:custGeom>
              <a:avLst/>
              <a:gdLst>
                <a:gd name="connsiteX0" fmla="*/ 180836 w 361670"/>
                <a:gd name="connsiteY0" fmla="*/ 349204 h 361333"/>
                <a:gd name="connsiteX1" fmla="*/ 12780 w 361670"/>
                <a:gd name="connsiteY1" fmla="*/ 181305 h 361333"/>
                <a:gd name="connsiteX2" fmla="*/ 180836 w 361670"/>
                <a:gd name="connsiteY2" fmla="*/ 13406 h 361333"/>
                <a:gd name="connsiteX3" fmla="*/ 348890 w 361670"/>
                <a:gd name="connsiteY3" fmla="*/ 181305 h 361333"/>
                <a:gd name="connsiteX4" fmla="*/ 180836 w 361670"/>
                <a:gd name="connsiteY4" fmla="*/ 349204 h 361333"/>
                <a:gd name="connsiteX5" fmla="*/ 180836 w 361670"/>
                <a:gd name="connsiteY5" fmla="*/ 0 h 361333"/>
                <a:gd name="connsiteX6" fmla="*/ 0 w 361670"/>
                <a:gd name="connsiteY6" fmla="*/ 180667 h 361333"/>
                <a:gd name="connsiteX7" fmla="*/ 180836 w 361670"/>
                <a:gd name="connsiteY7" fmla="*/ 361333 h 361333"/>
                <a:gd name="connsiteX8" fmla="*/ 361670 w 361670"/>
                <a:gd name="connsiteY8" fmla="*/ 180667 h 361333"/>
                <a:gd name="connsiteX9" fmla="*/ 180836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873"/>
                    <a:pt x="273490" y="349204"/>
                    <a:pt x="180836" y="349204"/>
                  </a:cubicBezTo>
                  <a:moveTo>
                    <a:pt x="180836" y="0"/>
                  </a:moveTo>
                  <a:cubicBezTo>
                    <a:pt x="80513" y="0"/>
                    <a:pt x="0" y="81077"/>
                    <a:pt x="0" y="180667"/>
                  </a:cubicBezTo>
                  <a:cubicBezTo>
                    <a:pt x="0" y="280895"/>
                    <a:pt x="81152" y="361333"/>
                    <a:pt x="180836" y="361333"/>
                  </a:cubicBezTo>
                  <a:cubicBezTo>
                    <a:pt x="281157" y="361333"/>
                    <a:pt x="361670" y="280257"/>
                    <a:pt x="361670" y="180667"/>
                  </a:cubicBezTo>
                  <a:cubicBezTo>
                    <a:pt x="361670" y="81077"/>
                    <a:pt x="280518" y="0"/>
                    <a:pt x="180836" y="0"/>
                  </a:cubicBezTo>
                </a:path>
              </a:pathLst>
            </a:custGeom>
            <a:solidFill>
              <a:srgbClr val="009A44"/>
            </a:solidFill>
            <a:ln w="6390" cap="flat">
              <a:noFill/>
              <a:prstDash val="solid"/>
              <a:miter/>
            </a:ln>
          </p:spPr>
          <p:txBody>
            <a:bodyPr rtlCol="0" anchor="ctr"/>
            <a:lstStyle/>
            <a:p>
              <a:endParaRPr lang="en-US"/>
            </a:p>
          </p:txBody>
        </p:sp>
        <p:sp>
          <p:nvSpPr>
            <p:cNvPr id="950" name="Graphic 4">
              <a:extLst>
                <a:ext uri="{FF2B5EF4-FFF2-40B4-BE49-F238E27FC236}">
                  <a16:creationId xmlns:a16="http://schemas.microsoft.com/office/drawing/2014/main" id="{07A8D54D-98B4-1149-B74A-375BFAD455EB}"/>
                </a:ext>
              </a:extLst>
            </p:cNvPr>
            <p:cNvSpPr/>
            <p:nvPr/>
          </p:nvSpPr>
          <p:spPr>
            <a:xfrm>
              <a:off x="7864095" y="2019635"/>
              <a:ext cx="236028" cy="108308"/>
            </a:xfrm>
            <a:custGeom>
              <a:avLst/>
              <a:gdLst>
                <a:gd name="connsiteX0" fmla="*/ 223648 w 236028"/>
                <a:gd name="connsiteY0" fmla="*/ 92987 h 108308"/>
                <a:gd name="connsiteX1" fmla="*/ 148886 w 236028"/>
                <a:gd name="connsiteY1" fmla="*/ 65536 h 108308"/>
                <a:gd name="connsiteX2" fmla="*/ 148886 w 236028"/>
                <a:gd name="connsiteY2" fmla="*/ 50214 h 108308"/>
                <a:gd name="connsiteX3" fmla="*/ 223648 w 236028"/>
                <a:gd name="connsiteY3" fmla="*/ 16379 h 108308"/>
                <a:gd name="connsiteX4" fmla="*/ 223648 w 236028"/>
                <a:gd name="connsiteY4" fmla="*/ 92987 h 108308"/>
                <a:gd name="connsiteX5" fmla="*/ 136106 w 236028"/>
                <a:gd name="connsiteY5" fmla="*/ 71920 h 108308"/>
                <a:gd name="connsiteX6" fmla="*/ 100961 w 236028"/>
                <a:gd name="connsiteY6" fmla="*/ 71920 h 108308"/>
                <a:gd name="connsiteX7" fmla="*/ 100961 w 236028"/>
                <a:gd name="connsiteY7" fmla="*/ 70643 h 108308"/>
                <a:gd name="connsiteX8" fmla="*/ 100961 w 236028"/>
                <a:gd name="connsiteY8" fmla="*/ 46384 h 108308"/>
                <a:gd name="connsiteX9" fmla="*/ 100961 w 236028"/>
                <a:gd name="connsiteY9" fmla="*/ 36808 h 108308"/>
                <a:gd name="connsiteX10" fmla="*/ 136106 w 236028"/>
                <a:gd name="connsiteY10" fmla="*/ 36808 h 108308"/>
                <a:gd name="connsiteX11" fmla="*/ 136106 w 236028"/>
                <a:gd name="connsiteY11" fmla="*/ 71920 h 108308"/>
                <a:gd name="connsiteX12" fmla="*/ 13419 w 236028"/>
                <a:gd name="connsiteY12" fmla="*/ 16379 h 108308"/>
                <a:gd name="connsiteX13" fmla="*/ 88181 w 236028"/>
                <a:gd name="connsiteY13" fmla="*/ 50214 h 108308"/>
                <a:gd name="connsiteX14" fmla="*/ 88181 w 236028"/>
                <a:gd name="connsiteY14" fmla="*/ 65536 h 108308"/>
                <a:gd name="connsiteX15" fmla="*/ 13419 w 236028"/>
                <a:gd name="connsiteY15" fmla="*/ 92987 h 108308"/>
                <a:gd name="connsiteX16" fmla="*/ 13419 w 236028"/>
                <a:gd name="connsiteY16" fmla="*/ 16379 h 108308"/>
                <a:gd name="connsiteX17" fmla="*/ 233872 w 236028"/>
                <a:gd name="connsiteY17" fmla="*/ 1058 h 108308"/>
                <a:gd name="connsiteX18" fmla="*/ 227482 w 236028"/>
                <a:gd name="connsiteY18" fmla="*/ 419 h 108308"/>
                <a:gd name="connsiteX19" fmla="*/ 148886 w 236028"/>
                <a:gd name="connsiteY19" fmla="*/ 36170 h 108308"/>
                <a:gd name="connsiteX20" fmla="*/ 136106 w 236028"/>
                <a:gd name="connsiteY20" fmla="*/ 24040 h 108308"/>
                <a:gd name="connsiteX21" fmla="*/ 100961 w 236028"/>
                <a:gd name="connsiteY21" fmla="*/ 24040 h 108308"/>
                <a:gd name="connsiteX22" fmla="*/ 88181 w 236028"/>
                <a:gd name="connsiteY22" fmla="*/ 36170 h 108308"/>
                <a:gd name="connsiteX23" fmla="*/ 9585 w 236028"/>
                <a:gd name="connsiteY23" fmla="*/ 419 h 108308"/>
                <a:gd name="connsiteX24" fmla="*/ 3195 w 236028"/>
                <a:gd name="connsiteY24" fmla="*/ 1058 h 108308"/>
                <a:gd name="connsiteX25" fmla="*/ 0 w 236028"/>
                <a:gd name="connsiteY25" fmla="*/ 6165 h 108308"/>
                <a:gd name="connsiteX26" fmla="*/ 0 w 236028"/>
                <a:gd name="connsiteY26" fmla="*/ 101925 h 108308"/>
                <a:gd name="connsiteX27" fmla="*/ 2556 w 236028"/>
                <a:gd name="connsiteY27" fmla="*/ 107032 h 108308"/>
                <a:gd name="connsiteX28" fmla="*/ 6390 w 236028"/>
                <a:gd name="connsiteY28" fmla="*/ 108309 h 108308"/>
                <a:gd name="connsiteX29" fmla="*/ 8307 w 236028"/>
                <a:gd name="connsiteY29" fmla="*/ 107670 h 108308"/>
                <a:gd name="connsiteX30" fmla="*/ 89459 w 236028"/>
                <a:gd name="connsiteY30" fmla="*/ 78304 h 108308"/>
                <a:gd name="connsiteX31" fmla="*/ 100322 w 236028"/>
                <a:gd name="connsiteY31" fmla="*/ 84049 h 108308"/>
                <a:gd name="connsiteX32" fmla="*/ 135467 w 236028"/>
                <a:gd name="connsiteY32" fmla="*/ 84049 h 108308"/>
                <a:gd name="connsiteX33" fmla="*/ 146330 w 236028"/>
                <a:gd name="connsiteY33" fmla="*/ 78304 h 108308"/>
                <a:gd name="connsiteX34" fmla="*/ 227482 w 236028"/>
                <a:gd name="connsiteY34" fmla="*/ 107670 h 108308"/>
                <a:gd name="connsiteX35" fmla="*/ 229399 w 236028"/>
                <a:gd name="connsiteY35" fmla="*/ 108309 h 108308"/>
                <a:gd name="connsiteX36" fmla="*/ 233233 w 236028"/>
                <a:gd name="connsiteY36" fmla="*/ 107032 h 108308"/>
                <a:gd name="connsiteX37" fmla="*/ 235789 w 236028"/>
                <a:gd name="connsiteY37" fmla="*/ 101925 h 108308"/>
                <a:gd name="connsiteX38" fmla="*/ 235789 w 236028"/>
                <a:gd name="connsiteY38" fmla="*/ 6165 h 108308"/>
                <a:gd name="connsiteX39" fmla="*/ 233872 w 236028"/>
                <a:gd name="connsiteY39" fmla="*/ 1058 h 10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6028" h="108308">
                  <a:moveTo>
                    <a:pt x="223648" y="92987"/>
                  </a:moveTo>
                  <a:lnTo>
                    <a:pt x="148886" y="65536"/>
                  </a:lnTo>
                  <a:lnTo>
                    <a:pt x="148886" y="50214"/>
                  </a:lnTo>
                  <a:lnTo>
                    <a:pt x="223648" y="16379"/>
                  </a:lnTo>
                  <a:lnTo>
                    <a:pt x="223648" y="92987"/>
                  </a:lnTo>
                  <a:close/>
                  <a:moveTo>
                    <a:pt x="136106" y="71920"/>
                  </a:moveTo>
                  <a:lnTo>
                    <a:pt x="100961" y="71920"/>
                  </a:lnTo>
                  <a:lnTo>
                    <a:pt x="100961" y="70643"/>
                  </a:lnTo>
                  <a:lnTo>
                    <a:pt x="100961" y="46384"/>
                  </a:lnTo>
                  <a:lnTo>
                    <a:pt x="100961" y="36808"/>
                  </a:lnTo>
                  <a:lnTo>
                    <a:pt x="136106" y="36808"/>
                  </a:lnTo>
                  <a:lnTo>
                    <a:pt x="136106" y="71920"/>
                  </a:lnTo>
                  <a:close/>
                  <a:moveTo>
                    <a:pt x="13419" y="16379"/>
                  </a:moveTo>
                  <a:lnTo>
                    <a:pt x="88181" y="50214"/>
                  </a:lnTo>
                  <a:lnTo>
                    <a:pt x="88181" y="65536"/>
                  </a:lnTo>
                  <a:lnTo>
                    <a:pt x="13419" y="92987"/>
                  </a:lnTo>
                  <a:lnTo>
                    <a:pt x="13419" y="16379"/>
                  </a:lnTo>
                  <a:close/>
                  <a:moveTo>
                    <a:pt x="233872" y="1058"/>
                  </a:moveTo>
                  <a:cubicBezTo>
                    <a:pt x="231955" y="-219"/>
                    <a:pt x="230038" y="-219"/>
                    <a:pt x="227482" y="419"/>
                  </a:cubicBezTo>
                  <a:lnTo>
                    <a:pt x="148886" y="36170"/>
                  </a:lnTo>
                  <a:cubicBezTo>
                    <a:pt x="148886" y="29147"/>
                    <a:pt x="143135" y="24040"/>
                    <a:pt x="136106" y="24040"/>
                  </a:cubicBezTo>
                  <a:lnTo>
                    <a:pt x="100961" y="24040"/>
                  </a:lnTo>
                  <a:cubicBezTo>
                    <a:pt x="93933" y="24040"/>
                    <a:pt x="88181" y="29786"/>
                    <a:pt x="88181" y="36170"/>
                  </a:cubicBezTo>
                  <a:lnTo>
                    <a:pt x="9585" y="419"/>
                  </a:lnTo>
                  <a:cubicBezTo>
                    <a:pt x="7668" y="-219"/>
                    <a:pt x="5112" y="-219"/>
                    <a:pt x="3195" y="1058"/>
                  </a:cubicBezTo>
                  <a:cubicBezTo>
                    <a:pt x="1278" y="2335"/>
                    <a:pt x="0" y="4250"/>
                    <a:pt x="0" y="6165"/>
                  </a:cubicBezTo>
                  <a:lnTo>
                    <a:pt x="0" y="101925"/>
                  </a:lnTo>
                  <a:cubicBezTo>
                    <a:pt x="0" y="103840"/>
                    <a:pt x="1278" y="105755"/>
                    <a:pt x="2556" y="107032"/>
                  </a:cubicBezTo>
                  <a:cubicBezTo>
                    <a:pt x="3835" y="107670"/>
                    <a:pt x="5112" y="108309"/>
                    <a:pt x="6390" y="108309"/>
                  </a:cubicBezTo>
                  <a:cubicBezTo>
                    <a:pt x="7030" y="108309"/>
                    <a:pt x="7668" y="108309"/>
                    <a:pt x="8307" y="107670"/>
                  </a:cubicBezTo>
                  <a:lnTo>
                    <a:pt x="89459" y="78304"/>
                  </a:lnTo>
                  <a:cubicBezTo>
                    <a:pt x="92015" y="82134"/>
                    <a:pt x="95849" y="84049"/>
                    <a:pt x="100322" y="84049"/>
                  </a:cubicBezTo>
                  <a:lnTo>
                    <a:pt x="135467" y="84049"/>
                  </a:lnTo>
                  <a:cubicBezTo>
                    <a:pt x="139940" y="84049"/>
                    <a:pt x="143774" y="81496"/>
                    <a:pt x="146330" y="78304"/>
                  </a:cubicBezTo>
                  <a:lnTo>
                    <a:pt x="227482" y="107670"/>
                  </a:lnTo>
                  <a:cubicBezTo>
                    <a:pt x="228121" y="107670"/>
                    <a:pt x="228760" y="108309"/>
                    <a:pt x="229399" y="108309"/>
                  </a:cubicBezTo>
                  <a:cubicBezTo>
                    <a:pt x="230677" y="108309"/>
                    <a:pt x="231955" y="107670"/>
                    <a:pt x="233233" y="107032"/>
                  </a:cubicBezTo>
                  <a:cubicBezTo>
                    <a:pt x="235150" y="105755"/>
                    <a:pt x="235789" y="103840"/>
                    <a:pt x="235789" y="101925"/>
                  </a:cubicBezTo>
                  <a:lnTo>
                    <a:pt x="235789" y="6165"/>
                  </a:lnTo>
                  <a:cubicBezTo>
                    <a:pt x="236428" y="4250"/>
                    <a:pt x="235789" y="2335"/>
                    <a:pt x="233872" y="1058"/>
                  </a:cubicBezTo>
                </a:path>
              </a:pathLst>
            </a:custGeom>
            <a:solidFill>
              <a:srgbClr val="009A44"/>
            </a:solidFill>
            <a:ln w="6390" cap="flat">
              <a:noFill/>
              <a:prstDash val="solid"/>
              <a:miter/>
            </a:ln>
          </p:spPr>
          <p:txBody>
            <a:bodyPr rtlCol="0" anchor="ctr"/>
            <a:lstStyle/>
            <a:p>
              <a:endParaRPr lang="en-US"/>
            </a:p>
          </p:txBody>
        </p:sp>
      </p:grpSp>
      <p:grpSp>
        <p:nvGrpSpPr>
          <p:cNvPr id="951" name="Graphic 4">
            <a:extLst>
              <a:ext uri="{FF2B5EF4-FFF2-40B4-BE49-F238E27FC236}">
                <a16:creationId xmlns:a16="http://schemas.microsoft.com/office/drawing/2014/main" id="{9C3819B3-D4E4-D447-917B-AA1C93472D2E}"/>
              </a:ext>
            </a:extLst>
          </p:cNvPr>
          <p:cNvGrpSpPr/>
          <p:nvPr/>
        </p:nvGrpSpPr>
        <p:grpSpPr>
          <a:xfrm>
            <a:off x="8239823" y="1893013"/>
            <a:ext cx="361674" cy="361333"/>
            <a:chOff x="8239823" y="1893013"/>
            <a:chExt cx="361674" cy="361333"/>
          </a:xfrm>
          <a:solidFill>
            <a:srgbClr val="009A44"/>
          </a:solidFill>
        </p:grpSpPr>
        <p:sp>
          <p:nvSpPr>
            <p:cNvPr id="952" name="Graphic 4">
              <a:extLst>
                <a:ext uri="{FF2B5EF4-FFF2-40B4-BE49-F238E27FC236}">
                  <a16:creationId xmlns:a16="http://schemas.microsoft.com/office/drawing/2014/main" id="{15A932B5-BB26-7949-809B-5C88BF89F3BE}"/>
                </a:ext>
              </a:extLst>
            </p:cNvPr>
            <p:cNvSpPr/>
            <p:nvPr/>
          </p:nvSpPr>
          <p:spPr>
            <a:xfrm>
              <a:off x="8451330" y="2036014"/>
              <a:ext cx="74762" cy="76607"/>
            </a:xfrm>
            <a:custGeom>
              <a:avLst/>
              <a:gdLst>
                <a:gd name="connsiteX0" fmla="*/ 0 w 74762"/>
                <a:gd name="connsiteY0" fmla="*/ 49157 h 76607"/>
                <a:gd name="connsiteX1" fmla="*/ 74763 w 74762"/>
                <a:gd name="connsiteY1" fmla="*/ 76608 h 76607"/>
                <a:gd name="connsiteX2" fmla="*/ 74763 w 74762"/>
                <a:gd name="connsiteY2" fmla="*/ 0 h 76607"/>
                <a:gd name="connsiteX3" fmla="*/ 0 w 74762"/>
                <a:gd name="connsiteY3" fmla="*/ 33835 h 76607"/>
              </a:gdLst>
              <a:ahLst/>
              <a:cxnLst>
                <a:cxn ang="0">
                  <a:pos x="connsiteX0" y="connsiteY0"/>
                </a:cxn>
                <a:cxn ang="0">
                  <a:pos x="connsiteX1" y="connsiteY1"/>
                </a:cxn>
                <a:cxn ang="0">
                  <a:pos x="connsiteX2" y="connsiteY2"/>
                </a:cxn>
                <a:cxn ang="0">
                  <a:pos x="connsiteX3" y="connsiteY3"/>
                </a:cxn>
              </a:cxnLst>
              <a:rect l="l" t="t" r="r" b="b"/>
              <a:pathLst>
                <a:path w="74762" h="76607">
                  <a:moveTo>
                    <a:pt x="0" y="49157"/>
                  </a:moveTo>
                  <a:lnTo>
                    <a:pt x="74763" y="76608"/>
                  </a:lnTo>
                  <a:lnTo>
                    <a:pt x="74763" y="0"/>
                  </a:lnTo>
                  <a:lnTo>
                    <a:pt x="0" y="33835"/>
                  </a:lnTo>
                  <a:close/>
                </a:path>
              </a:pathLst>
            </a:custGeom>
            <a:solidFill>
              <a:srgbClr val="009A44"/>
            </a:solidFill>
            <a:ln w="6390" cap="flat">
              <a:noFill/>
              <a:prstDash val="solid"/>
              <a:miter/>
            </a:ln>
          </p:spPr>
          <p:txBody>
            <a:bodyPr rtlCol="0" anchor="ctr"/>
            <a:lstStyle/>
            <a:p>
              <a:endParaRPr lang="en-US"/>
            </a:p>
          </p:txBody>
        </p:sp>
        <p:sp>
          <p:nvSpPr>
            <p:cNvPr id="953" name="Graphic 4">
              <a:extLst>
                <a:ext uri="{FF2B5EF4-FFF2-40B4-BE49-F238E27FC236}">
                  <a16:creationId xmlns:a16="http://schemas.microsoft.com/office/drawing/2014/main" id="{0D257B4B-00F5-B84F-8CDC-1D4147537F89}"/>
                </a:ext>
              </a:extLst>
            </p:cNvPr>
            <p:cNvSpPr/>
            <p:nvPr/>
          </p:nvSpPr>
          <p:spPr>
            <a:xfrm>
              <a:off x="8403406" y="2056443"/>
              <a:ext cx="35144" cy="35111"/>
            </a:xfrm>
            <a:custGeom>
              <a:avLst/>
              <a:gdLst>
                <a:gd name="connsiteX0" fmla="*/ 0 w 35144"/>
                <a:gd name="connsiteY0" fmla="*/ 0 h 35111"/>
                <a:gd name="connsiteX1" fmla="*/ 0 w 35144"/>
                <a:gd name="connsiteY1" fmla="*/ 9576 h 35111"/>
                <a:gd name="connsiteX2" fmla="*/ 0 w 35144"/>
                <a:gd name="connsiteY2" fmla="*/ 33197 h 35111"/>
                <a:gd name="connsiteX3" fmla="*/ 0 w 35144"/>
                <a:gd name="connsiteY3" fmla="*/ 35112 h 35111"/>
                <a:gd name="connsiteX4" fmla="*/ 35145 w 35144"/>
                <a:gd name="connsiteY4" fmla="*/ 35112 h 35111"/>
                <a:gd name="connsiteX5" fmla="*/ 35145 w 35144"/>
                <a:gd name="connsiteY5" fmla="*/ 0 h 35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144" h="35111">
                  <a:moveTo>
                    <a:pt x="0" y="0"/>
                  </a:moveTo>
                  <a:lnTo>
                    <a:pt x="0" y="9576"/>
                  </a:lnTo>
                  <a:lnTo>
                    <a:pt x="0" y="33197"/>
                  </a:lnTo>
                  <a:lnTo>
                    <a:pt x="0" y="35112"/>
                  </a:lnTo>
                  <a:lnTo>
                    <a:pt x="35145" y="35112"/>
                  </a:lnTo>
                  <a:lnTo>
                    <a:pt x="35145" y="0"/>
                  </a:lnTo>
                  <a:close/>
                </a:path>
              </a:pathLst>
            </a:custGeom>
            <a:solidFill>
              <a:srgbClr val="009A44"/>
            </a:solidFill>
            <a:ln w="6390" cap="flat">
              <a:noFill/>
              <a:prstDash val="solid"/>
              <a:miter/>
            </a:ln>
          </p:spPr>
          <p:txBody>
            <a:bodyPr rtlCol="0" anchor="ctr"/>
            <a:lstStyle/>
            <a:p>
              <a:endParaRPr lang="en-US"/>
            </a:p>
          </p:txBody>
        </p:sp>
        <p:sp>
          <p:nvSpPr>
            <p:cNvPr id="954" name="Graphic 4">
              <a:extLst>
                <a:ext uri="{FF2B5EF4-FFF2-40B4-BE49-F238E27FC236}">
                  <a16:creationId xmlns:a16="http://schemas.microsoft.com/office/drawing/2014/main" id="{98DBF3C8-632E-BD43-BB3A-7F60C39B1E39}"/>
                </a:ext>
              </a:extLst>
            </p:cNvPr>
            <p:cNvSpPr/>
            <p:nvPr/>
          </p:nvSpPr>
          <p:spPr>
            <a:xfrm>
              <a:off x="8239823" y="1893013"/>
              <a:ext cx="361674" cy="361333"/>
            </a:xfrm>
            <a:custGeom>
              <a:avLst/>
              <a:gdLst>
                <a:gd name="connsiteX0" fmla="*/ 299049 w 361674"/>
                <a:gd name="connsiteY0" fmla="*/ 228547 h 361333"/>
                <a:gd name="connsiteX1" fmla="*/ 296493 w 361674"/>
                <a:gd name="connsiteY1" fmla="*/ 233654 h 361333"/>
                <a:gd name="connsiteX2" fmla="*/ 292659 w 361674"/>
                <a:gd name="connsiteY2" fmla="*/ 234931 h 361333"/>
                <a:gd name="connsiteX3" fmla="*/ 290742 w 361674"/>
                <a:gd name="connsiteY3" fmla="*/ 234292 h 361333"/>
                <a:gd name="connsiteX4" fmla="*/ 209590 w 361674"/>
                <a:gd name="connsiteY4" fmla="*/ 204926 h 361333"/>
                <a:gd name="connsiteX5" fmla="*/ 198727 w 361674"/>
                <a:gd name="connsiteY5" fmla="*/ 210671 h 361333"/>
                <a:gd name="connsiteX6" fmla="*/ 163582 w 361674"/>
                <a:gd name="connsiteY6" fmla="*/ 210671 h 361333"/>
                <a:gd name="connsiteX7" fmla="*/ 152720 w 361674"/>
                <a:gd name="connsiteY7" fmla="*/ 204926 h 361333"/>
                <a:gd name="connsiteX8" fmla="*/ 71567 w 361674"/>
                <a:gd name="connsiteY8" fmla="*/ 234292 h 361333"/>
                <a:gd name="connsiteX9" fmla="*/ 69650 w 361674"/>
                <a:gd name="connsiteY9" fmla="*/ 234931 h 361333"/>
                <a:gd name="connsiteX10" fmla="*/ 65817 w 361674"/>
                <a:gd name="connsiteY10" fmla="*/ 233654 h 361333"/>
                <a:gd name="connsiteX11" fmla="*/ 63261 w 361674"/>
                <a:gd name="connsiteY11" fmla="*/ 228547 h 361333"/>
                <a:gd name="connsiteX12" fmla="*/ 63261 w 361674"/>
                <a:gd name="connsiteY12" fmla="*/ 132787 h 361333"/>
                <a:gd name="connsiteX13" fmla="*/ 66456 w 361674"/>
                <a:gd name="connsiteY13" fmla="*/ 127680 h 361333"/>
                <a:gd name="connsiteX14" fmla="*/ 72845 w 361674"/>
                <a:gd name="connsiteY14" fmla="*/ 127041 h 361333"/>
                <a:gd name="connsiteX15" fmla="*/ 151441 w 361674"/>
                <a:gd name="connsiteY15" fmla="*/ 162792 h 361333"/>
                <a:gd name="connsiteX16" fmla="*/ 164221 w 361674"/>
                <a:gd name="connsiteY16" fmla="*/ 150662 h 361333"/>
                <a:gd name="connsiteX17" fmla="*/ 199366 w 361674"/>
                <a:gd name="connsiteY17" fmla="*/ 150662 h 361333"/>
                <a:gd name="connsiteX18" fmla="*/ 212146 w 361674"/>
                <a:gd name="connsiteY18" fmla="*/ 162792 h 361333"/>
                <a:gd name="connsiteX19" fmla="*/ 290742 w 361674"/>
                <a:gd name="connsiteY19" fmla="*/ 127041 h 361333"/>
                <a:gd name="connsiteX20" fmla="*/ 297132 w 361674"/>
                <a:gd name="connsiteY20" fmla="*/ 127680 h 361333"/>
                <a:gd name="connsiteX21" fmla="*/ 300327 w 361674"/>
                <a:gd name="connsiteY21" fmla="*/ 132787 h 361333"/>
                <a:gd name="connsiteX22" fmla="*/ 300327 w 361674"/>
                <a:gd name="connsiteY22" fmla="*/ 228547 h 361333"/>
                <a:gd name="connsiteX23" fmla="*/ 180836 w 361674"/>
                <a:gd name="connsiteY23" fmla="*/ 0 h 361333"/>
                <a:gd name="connsiteX24" fmla="*/ 0 w 361674"/>
                <a:gd name="connsiteY24" fmla="*/ 180667 h 361333"/>
                <a:gd name="connsiteX25" fmla="*/ 180836 w 361674"/>
                <a:gd name="connsiteY25" fmla="*/ 361333 h 361333"/>
                <a:gd name="connsiteX26" fmla="*/ 361670 w 361674"/>
                <a:gd name="connsiteY26" fmla="*/ 180667 h 361333"/>
                <a:gd name="connsiteX27" fmla="*/ 180836 w 361674"/>
                <a:gd name="connsiteY27"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1674" h="361333">
                  <a:moveTo>
                    <a:pt x="299049" y="228547"/>
                  </a:moveTo>
                  <a:cubicBezTo>
                    <a:pt x="299049" y="230462"/>
                    <a:pt x="297771" y="232377"/>
                    <a:pt x="296493" y="233654"/>
                  </a:cubicBezTo>
                  <a:cubicBezTo>
                    <a:pt x="295215" y="234292"/>
                    <a:pt x="293937" y="234931"/>
                    <a:pt x="292659" y="234931"/>
                  </a:cubicBezTo>
                  <a:cubicBezTo>
                    <a:pt x="292020" y="234931"/>
                    <a:pt x="291381" y="234931"/>
                    <a:pt x="290742" y="234292"/>
                  </a:cubicBezTo>
                  <a:lnTo>
                    <a:pt x="209590" y="204926"/>
                  </a:lnTo>
                  <a:cubicBezTo>
                    <a:pt x="207034" y="208756"/>
                    <a:pt x="203200" y="210671"/>
                    <a:pt x="198727" y="210671"/>
                  </a:cubicBezTo>
                  <a:lnTo>
                    <a:pt x="163582" y="210671"/>
                  </a:lnTo>
                  <a:cubicBezTo>
                    <a:pt x="159110" y="210671"/>
                    <a:pt x="155276" y="208118"/>
                    <a:pt x="152720" y="204926"/>
                  </a:cubicBezTo>
                  <a:lnTo>
                    <a:pt x="71567" y="234292"/>
                  </a:lnTo>
                  <a:cubicBezTo>
                    <a:pt x="70928" y="234292"/>
                    <a:pt x="70289" y="234931"/>
                    <a:pt x="69650" y="234931"/>
                  </a:cubicBezTo>
                  <a:cubicBezTo>
                    <a:pt x="68372" y="234931"/>
                    <a:pt x="67094" y="234292"/>
                    <a:pt x="65817" y="233654"/>
                  </a:cubicBezTo>
                  <a:cubicBezTo>
                    <a:pt x="63899" y="232377"/>
                    <a:pt x="63261" y="230462"/>
                    <a:pt x="63261" y="228547"/>
                  </a:cubicBezTo>
                  <a:lnTo>
                    <a:pt x="63261" y="132787"/>
                  </a:lnTo>
                  <a:cubicBezTo>
                    <a:pt x="63261" y="130872"/>
                    <a:pt x="64538" y="128318"/>
                    <a:pt x="66456" y="127680"/>
                  </a:cubicBezTo>
                  <a:cubicBezTo>
                    <a:pt x="68372" y="126403"/>
                    <a:pt x="70289" y="126403"/>
                    <a:pt x="72845" y="127041"/>
                  </a:cubicBezTo>
                  <a:lnTo>
                    <a:pt x="151441" y="162792"/>
                  </a:lnTo>
                  <a:cubicBezTo>
                    <a:pt x="151441" y="155769"/>
                    <a:pt x="157192" y="150662"/>
                    <a:pt x="164221" y="150662"/>
                  </a:cubicBezTo>
                  <a:lnTo>
                    <a:pt x="199366" y="150662"/>
                  </a:lnTo>
                  <a:cubicBezTo>
                    <a:pt x="206395" y="150662"/>
                    <a:pt x="212146" y="156408"/>
                    <a:pt x="212146" y="162792"/>
                  </a:cubicBezTo>
                  <a:lnTo>
                    <a:pt x="290742" y="127041"/>
                  </a:lnTo>
                  <a:cubicBezTo>
                    <a:pt x="292659" y="126403"/>
                    <a:pt x="295215" y="126403"/>
                    <a:pt x="297132" y="127680"/>
                  </a:cubicBezTo>
                  <a:cubicBezTo>
                    <a:pt x="299049" y="128957"/>
                    <a:pt x="300327" y="130872"/>
                    <a:pt x="300327" y="132787"/>
                  </a:cubicBezTo>
                  <a:lnTo>
                    <a:pt x="300327" y="228547"/>
                  </a:lnTo>
                  <a:close/>
                  <a:moveTo>
                    <a:pt x="180836" y="0"/>
                  </a:moveTo>
                  <a:cubicBezTo>
                    <a:pt x="80513" y="0"/>
                    <a:pt x="0" y="81077"/>
                    <a:pt x="0" y="180667"/>
                  </a:cubicBezTo>
                  <a:cubicBezTo>
                    <a:pt x="0" y="280895"/>
                    <a:pt x="81152" y="361333"/>
                    <a:pt x="180836" y="361333"/>
                  </a:cubicBezTo>
                  <a:cubicBezTo>
                    <a:pt x="281157" y="361333"/>
                    <a:pt x="361670" y="280257"/>
                    <a:pt x="361670" y="180667"/>
                  </a:cubicBezTo>
                  <a:cubicBezTo>
                    <a:pt x="362309" y="81077"/>
                    <a:pt x="281157" y="0"/>
                    <a:pt x="180836" y="0"/>
                  </a:cubicBezTo>
                </a:path>
              </a:pathLst>
            </a:custGeom>
            <a:solidFill>
              <a:srgbClr val="009A44"/>
            </a:solidFill>
            <a:ln w="6390" cap="flat">
              <a:noFill/>
              <a:prstDash val="solid"/>
              <a:miter/>
            </a:ln>
          </p:spPr>
          <p:txBody>
            <a:bodyPr rtlCol="0" anchor="ctr"/>
            <a:lstStyle/>
            <a:p>
              <a:endParaRPr lang="en-US"/>
            </a:p>
          </p:txBody>
        </p:sp>
        <p:sp>
          <p:nvSpPr>
            <p:cNvPr id="955" name="Graphic 4">
              <a:extLst>
                <a:ext uri="{FF2B5EF4-FFF2-40B4-BE49-F238E27FC236}">
                  <a16:creationId xmlns:a16="http://schemas.microsoft.com/office/drawing/2014/main" id="{E2E511B9-7932-EC44-A3C1-7F5E497631CD}"/>
                </a:ext>
              </a:extLst>
            </p:cNvPr>
            <p:cNvSpPr/>
            <p:nvPr/>
          </p:nvSpPr>
          <p:spPr>
            <a:xfrm>
              <a:off x="8315864" y="2036014"/>
              <a:ext cx="74761" cy="76607"/>
            </a:xfrm>
            <a:custGeom>
              <a:avLst/>
              <a:gdLst>
                <a:gd name="connsiteX0" fmla="*/ 74762 w 74761"/>
                <a:gd name="connsiteY0" fmla="*/ 33835 h 76607"/>
                <a:gd name="connsiteX1" fmla="*/ 0 w 74761"/>
                <a:gd name="connsiteY1" fmla="*/ 0 h 76607"/>
                <a:gd name="connsiteX2" fmla="*/ 0 w 74761"/>
                <a:gd name="connsiteY2" fmla="*/ 76608 h 76607"/>
                <a:gd name="connsiteX3" fmla="*/ 74762 w 74761"/>
                <a:gd name="connsiteY3" fmla="*/ 49157 h 76607"/>
              </a:gdLst>
              <a:ahLst/>
              <a:cxnLst>
                <a:cxn ang="0">
                  <a:pos x="connsiteX0" y="connsiteY0"/>
                </a:cxn>
                <a:cxn ang="0">
                  <a:pos x="connsiteX1" y="connsiteY1"/>
                </a:cxn>
                <a:cxn ang="0">
                  <a:pos x="connsiteX2" y="connsiteY2"/>
                </a:cxn>
                <a:cxn ang="0">
                  <a:pos x="connsiteX3" y="connsiteY3"/>
                </a:cxn>
              </a:cxnLst>
              <a:rect l="l" t="t" r="r" b="b"/>
              <a:pathLst>
                <a:path w="74761" h="76607">
                  <a:moveTo>
                    <a:pt x="74762" y="33835"/>
                  </a:moveTo>
                  <a:lnTo>
                    <a:pt x="0" y="0"/>
                  </a:lnTo>
                  <a:lnTo>
                    <a:pt x="0" y="76608"/>
                  </a:lnTo>
                  <a:lnTo>
                    <a:pt x="74762" y="49157"/>
                  </a:lnTo>
                  <a:close/>
                </a:path>
              </a:pathLst>
            </a:custGeom>
            <a:solidFill>
              <a:srgbClr val="009A44"/>
            </a:solidFill>
            <a:ln w="6390" cap="flat">
              <a:noFill/>
              <a:prstDash val="solid"/>
              <a:miter/>
            </a:ln>
          </p:spPr>
          <p:txBody>
            <a:bodyPr rtlCol="0" anchor="ctr"/>
            <a:lstStyle/>
            <a:p>
              <a:endParaRPr lang="en-US"/>
            </a:p>
          </p:txBody>
        </p:sp>
      </p:grpSp>
      <p:grpSp>
        <p:nvGrpSpPr>
          <p:cNvPr id="956" name="Graphic 4">
            <a:extLst>
              <a:ext uri="{FF2B5EF4-FFF2-40B4-BE49-F238E27FC236}">
                <a16:creationId xmlns:a16="http://schemas.microsoft.com/office/drawing/2014/main" id="{006B1D96-6AE1-EC40-8C17-FDB610240300}"/>
              </a:ext>
            </a:extLst>
          </p:cNvPr>
          <p:cNvGrpSpPr/>
          <p:nvPr/>
        </p:nvGrpSpPr>
        <p:grpSpPr>
          <a:xfrm>
            <a:off x="7802113" y="1402085"/>
            <a:ext cx="361670" cy="361333"/>
            <a:chOff x="7802113" y="1402085"/>
            <a:chExt cx="361670" cy="361333"/>
          </a:xfrm>
          <a:solidFill>
            <a:srgbClr val="009A44"/>
          </a:solidFill>
        </p:grpSpPr>
        <p:sp>
          <p:nvSpPr>
            <p:cNvPr id="957" name="Graphic 4">
              <a:extLst>
                <a:ext uri="{FF2B5EF4-FFF2-40B4-BE49-F238E27FC236}">
                  <a16:creationId xmlns:a16="http://schemas.microsoft.com/office/drawing/2014/main" id="{CE22F3FF-8437-4D47-977E-2CD7BEF01B5B}"/>
                </a:ext>
              </a:extLst>
            </p:cNvPr>
            <p:cNvSpPr/>
            <p:nvPr/>
          </p:nvSpPr>
          <p:spPr>
            <a:xfrm>
              <a:off x="7802113" y="1402085"/>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12768 h 361333"/>
                <a:gd name="connsiteX6" fmla="*/ 348890 w 361670"/>
                <a:gd name="connsiteY6" fmla="*/ 180667 h 361333"/>
                <a:gd name="connsiteX7" fmla="*/ 180836 w 361670"/>
                <a:gd name="connsiteY7" fmla="*/ 348565 h 361333"/>
                <a:gd name="connsiteX8" fmla="*/ 12780 w 361670"/>
                <a:gd name="connsiteY8" fmla="*/ 180667 h 361333"/>
                <a:gd name="connsiteX9" fmla="*/ 180836 w 361670"/>
                <a:gd name="connsiteY9" fmla="*/ 1276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895"/>
                    <a:pt x="81152" y="361333"/>
                    <a:pt x="180836" y="361333"/>
                  </a:cubicBezTo>
                  <a:cubicBezTo>
                    <a:pt x="281157" y="361333"/>
                    <a:pt x="361670" y="280257"/>
                    <a:pt x="361670" y="180667"/>
                  </a:cubicBezTo>
                  <a:cubicBezTo>
                    <a:pt x="361670" y="81077"/>
                    <a:pt x="280518" y="0"/>
                    <a:pt x="180836" y="0"/>
                  </a:cubicBezTo>
                  <a:moveTo>
                    <a:pt x="180836" y="12768"/>
                  </a:moveTo>
                  <a:cubicBezTo>
                    <a:pt x="273490" y="12768"/>
                    <a:pt x="348890" y="88099"/>
                    <a:pt x="348890" y="180667"/>
                  </a:cubicBezTo>
                  <a:cubicBezTo>
                    <a:pt x="348890" y="273234"/>
                    <a:pt x="273490" y="348565"/>
                    <a:pt x="180836" y="348565"/>
                  </a:cubicBezTo>
                  <a:cubicBezTo>
                    <a:pt x="88181" y="348565"/>
                    <a:pt x="12780" y="273234"/>
                    <a:pt x="12780" y="180667"/>
                  </a:cubicBezTo>
                  <a:cubicBezTo>
                    <a:pt x="12141" y="88737"/>
                    <a:pt x="87542" y="12768"/>
                    <a:pt x="180836" y="12768"/>
                  </a:cubicBezTo>
                </a:path>
              </a:pathLst>
            </a:custGeom>
            <a:solidFill>
              <a:srgbClr val="009A44"/>
            </a:solidFill>
            <a:ln w="6390" cap="flat">
              <a:noFill/>
              <a:prstDash val="solid"/>
              <a:miter/>
            </a:ln>
          </p:spPr>
          <p:txBody>
            <a:bodyPr rtlCol="0" anchor="ctr"/>
            <a:lstStyle/>
            <a:p>
              <a:endParaRPr lang="en-US"/>
            </a:p>
          </p:txBody>
        </p:sp>
        <p:sp>
          <p:nvSpPr>
            <p:cNvPr id="958" name="Graphic 4">
              <a:extLst>
                <a:ext uri="{FF2B5EF4-FFF2-40B4-BE49-F238E27FC236}">
                  <a16:creationId xmlns:a16="http://schemas.microsoft.com/office/drawing/2014/main" id="{86868CB2-CAD1-574D-90F1-7C780D00BA01}"/>
                </a:ext>
              </a:extLst>
            </p:cNvPr>
            <p:cNvSpPr/>
            <p:nvPr/>
          </p:nvSpPr>
          <p:spPr>
            <a:xfrm>
              <a:off x="7852354" y="1507420"/>
              <a:ext cx="73324" cy="71558"/>
            </a:xfrm>
            <a:custGeom>
              <a:avLst/>
              <a:gdLst>
                <a:gd name="connsiteX0" fmla="*/ 20048 w 73324"/>
                <a:gd name="connsiteY0" fmla="*/ 33197 h 71558"/>
                <a:gd name="connsiteX1" fmla="*/ 25799 w 73324"/>
                <a:gd name="connsiteY1" fmla="*/ 38942 h 71558"/>
                <a:gd name="connsiteX2" fmla="*/ 27716 w 73324"/>
                <a:gd name="connsiteY2" fmla="*/ 44688 h 71558"/>
                <a:gd name="connsiteX3" fmla="*/ 26438 w 73324"/>
                <a:gd name="connsiteY3" fmla="*/ 52987 h 71558"/>
                <a:gd name="connsiteX4" fmla="*/ 34106 w 73324"/>
                <a:gd name="connsiteY4" fmla="*/ 49157 h 71558"/>
                <a:gd name="connsiteX5" fmla="*/ 39857 w 73324"/>
                <a:gd name="connsiteY5" fmla="*/ 49157 h 71558"/>
                <a:gd name="connsiteX6" fmla="*/ 47525 w 73324"/>
                <a:gd name="connsiteY6" fmla="*/ 52987 h 71558"/>
                <a:gd name="connsiteX7" fmla="*/ 46247 w 73324"/>
                <a:gd name="connsiteY7" fmla="*/ 44688 h 71558"/>
                <a:gd name="connsiteX8" fmla="*/ 48164 w 73324"/>
                <a:gd name="connsiteY8" fmla="*/ 38942 h 71558"/>
                <a:gd name="connsiteX9" fmla="*/ 53915 w 73324"/>
                <a:gd name="connsiteY9" fmla="*/ 33197 h 71558"/>
                <a:gd name="connsiteX10" fmla="*/ 45608 w 73324"/>
                <a:gd name="connsiteY10" fmla="*/ 31920 h 71558"/>
                <a:gd name="connsiteX11" fmla="*/ 40496 w 73324"/>
                <a:gd name="connsiteY11" fmla="*/ 28728 h 71558"/>
                <a:gd name="connsiteX12" fmla="*/ 36662 w 73324"/>
                <a:gd name="connsiteY12" fmla="*/ 21067 h 71558"/>
                <a:gd name="connsiteX13" fmla="*/ 32828 w 73324"/>
                <a:gd name="connsiteY13" fmla="*/ 28728 h 71558"/>
                <a:gd name="connsiteX14" fmla="*/ 27716 w 73324"/>
                <a:gd name="connsiteY14" fmla="*/ 31920 h 71558"/>
                <a:gd name="connsiteX15" fmla="*/ 20048 w 73324"/>
                <a:gd name="connsiteY15" fmla="*/ 33197 h 71558"/>
                <a:gd name="connsiteX16" fmla="*/ 18131 w 73324"/>
                <a:gd name="connsiteY16" fmla="*/ 71501 h 71558"/>
                <a:gd name="connsiteX17" fmla="*/ 14297 w 73324"/>
                <a:gd name="connsiteY17" fmla="*/ 70224 h 71558"/>
                <a:gd name="connsiteX18" fmla="*/ 11741 w 73324"/>
                <a:gd name="connsiteY18" fmla="*/ 63840 h 71558"/>
                <a:gd name="connsiteX19" fmla="*/ 14936 w 73324"/>
                <a:gd name="connsiteY19" fmla="*/ 45965 h 71558"/>
                <a:gd name="connsiteX20" fmla="*/ 2156 w 73324"/>
                <a:gd name="connsiteY20" fmla="*/ 33197 h 71558"/>
                <a:gd name="connsiteX21" fmla="*/ 240 w 73324"/>
                <a:gd name="connsiteY21" fmla="*/ 26813 h 71558"/>
                <a:gd name="connsiteX22" fmla="*/ 5351 w 73324"/>
                <a:gd name="connsiteY22" fmla="*/ 22344 h 71558"/>
                <a:gd name="connsiteX23" fmla="*/ 23243 w 73324"/>
                <a:gd name="connsiteY23" fmla="*/ 19790 h 71558"/>
                <a:gd name="connsiteX24" fmla="*/ 30911 w 73324"/>
                <a:gd name="connsiteY24" fmla="*/ 3830 h 71558"/>
                <a:gd name="connsiteX25" fmla="*/ 36662 w 73324"/>
                <a:gd name="connsiteY25" fmla="*/ 0 h 71558"/>
                <a:gd name="connsiteX26" fmla="*/ 42413 w 73324"/>
                <a:gd name="connsiteY26" fmla="*/ 3830 h 71558"/>
                <a:gd name="connsiteX27" fmla="*/ 50081 w 73324"/>
                <a:gd name="connsiteY27" fmla="*/ 19790 h 71558"/>
                <a:gd name="connsiteX28" fmla="*/ 67973 w 73324"/>
                <a:gd name="connsiteY28" fmla="*/ 22344 h 71558"/>
                <a:gd name="connsiteX29" fmla="*/ 73085 w 73324"/>
                <a:gd name="connsiteY29" fmla="*/ 26813 h 71558"/>
                <a:gd name="connsiteX30" fmla="*/ 71168 w 73324"/>
                <a:gd name="connsiteY30" fmla="*/ 33197 h 71558"/>
                <a:gd name="connsiteX31" fmla="*/ 58388 w 73324"/>
                <a:gd name="connsiteY31" fmla="*/ 45965 h 71558"/>
                <a:gd name="connsiteX32" fmla="*/ 61583 w 73324"/>
                <a:gd name="connsiteY32" fmla="*/ 63840 h 71558"/>
                <a:gd name="connsiteX33" fmla="*/ 59027 w 73324"/>
                <a:gd name="connsiteY33" fmla="*/ 70224 h 71558"/>
                <a:gd name="connsiteX34" fmla="*/ 51998 w 73324"/>
                <a:gd name="connsiteY34" fmla="*/ 70862 h 71558"/>
                <a:gd name="connsiteX35" fmla="*/ 36023 w 73324"/>
                <a:gd name="connsiteY35" fmla="*/ 62563 h 71558"/>
                <a:gd name="connsiteX36" fmla="*/ 20048 w 73324"/>
                <a:gd name="connsiteY36" fmla="*/ 70862 h 71558"/>
                <a:gd name="connsiteX37" fmla="*/ 18131 w 73324"/>
                <a:gd name="connsiteY37" fmla="*/ 71501 h 71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3324" h="71558">
                  <a:moveTo>
                    <a:pt x="20048" y="33197"/>
                  </a:moveTo>
                  <a:lnTo>
                    <a:pt x="25799" y="38942"/>
                  </a:lnTo>
                  <a:cubicBezTo>
                    <a:pt x="27077" y="40219"/>
                    <a:pt x="27716" y="42773"/>
                    <a:pt x="27716" y="44688"/>
                  </a:cubicBezTo>
                  <a:lnTo>
                    <a:pt x="26438" y="52987"/>
                  </a:lnTo>
                  <a:lnTo>
                    <a:pt x="34106" y="49157"/>
                  </a:lnTo>
                  <a:cubicBezTo>
                    <a:pt x="36023" y="47880"/>
                    <a:pt x="37940" y="47880"/>
                    <a:pt x="39857" y="49157"/>
                  </a:cubicBezTo>
                  <a:lnTo>
                    <a:pt x="47525" y="52987"/>
                  </a:lnTo>
                  <a:lnTo>
                    <a:pt x="46247" y="44688"/>
                  </a:lnTo>
                  <a:cubicBezTo>
                    <a:pt x="45608" y="42773"/>
                    <a:pt x="46886" y="40219"/>
                    <a:pt x="48164" y="38942"/>
                  </a:cubicBezTo>
                  <a:lnTo>
                    <a:pt x="53915" y="33197"/>
                  </a:lnTo>
                  <a:lnTo>
                    <a:pt x="45608" y="31920"/>
                  </a:lnTo>
                  <a:cubicBezTo>
                    <a:pt x="43691" y="31920"/>
                    <a:pt x="41774" y="30005"/>
                    <a:pt x="40496" y="28728"/>
                  </a:cubicBezTo>
                  <a:lnTo>
                    <a:pt x="36662" y="21067"/>
                  </a:lnTo>
                  <a:lnTo>
                    <a:pt x="32828" y="28728"/>
                  </a:lnTo>
                  <a:cubicBezTo>
                    <a:pt x="32189" y="30643"/>
                    <a:pt x="30272" y="31920"/>
                    <a:pt x="27716" y="31920"/>
                  </a:cubicBezTo>
                  <a:lnTo>
                    <a:pt x="20048" y="33197"/>
                  </a:lnTo>
                  <a:close/>
                  <a:moveTo>
                    <a:pt x="18131" y="71501"/>
                  </a:moveTo>
                  <a:cubicBezTo>
                    <a:pt x="16853" y="71501"/>
                    <a:pt x="15576" y="70862"/>
                    <a:pt x="14297" y="70224"/>
                  </a:cubicBezTo>
                  <a:cubicBezTo>
                    <a:pt x="12381" y="68947"/>
                    <a:pt x="11102" y="66393"/>
                    <a:pt x="11741" y="63840"/>
                  </a:cubicBezTo>
                  <a:lnTo>
                    <a:pt x="14936" y="45965"/>
                  </a:lnTo>
                  <a:lnTo>
                    <a:pt x="2156" y="33197"/>
                  </a:lnTo>
                  <a:cubicBezTo>
                    <a:pt x="240" y="31281"/>
                    <a:pt x="-399" y="28728"/>
                    <a:pt x="240" y="26813"/>
                  </a:cubicBezTo>
                  <a:cubicBezTo>
                    <a:pt x="878" y="24259"/>
                    <a:pt x="2796" y="22982"/>
                    <a:pt x="5351" y="22344"/>
                  </a:cubicBezTo>
                  <a:lnTo>
                    <a:pt x="23243" y="19790"/>
                  </a:lnTo>
                  <a:lnTo>
                    <a:pt x="30911" y="3830"/>
                  </a:lnTo>
                  <a:cubicBezTo>
                    <a:pt x="32189" y="1915"/>
                    <a:pt x="34106" y="0"/>
                    <a:pt x="36662" y="0"/>
                  </a:cubicBezTo>
                  <a:cubicBezTo>
                    <a:pt x="39218" y="0"/>
                    <a:pt x="41135" y="1277"/>
                    <a:pt x="42413" y="3830"/>
                  </a:cubicBezTo>
                  <a:lnTo>
                    <a:pt x="50081" y="19790"/>
                  </a:lnTo>
                  <a:lnTo>
                    <a:pt x="67973" y="22344"/>
                  </a:lnTo>
                  <a:cubicBezTo>
                    <a:pt x="70529" y="22982"/>
                    <a:pt x="72445" y="24259"/>
                    <a:pt x="73085" y="26813"/>
                  </a:cubicBezTo>
                  <a:cubicBezTo>
                    <a:pt x="73724" y="29366"/>
                    <a:pt x="73085" y="31920"/>
                    <a:pt x="71168" y="33197"/>
                  </a:cubicBezTo>
                  <a:lnTo>
                    <a:pt x="58388" y="45965"/>
                  </a:lnTo>
                  <a:lnTo>
                    <a:pt x="61583" y="63840"/>
                  </a:lnTo>
                  <a:cubicBezTo>
                    <a:pt x="62222" y="66393"/>
                    <a:pt x="60944" y="68947"/>
                    <a:pt x="59027" y="70224"/>
                  </a:cubicBezTo>
                  <a:cubicBezTo>
                    <a:pt x="57110" y="71501"/>
                    <a:pt x="54554" y="72139"/>
                    <a:pt x="51998" y="70862"/>
                  </a:cubicBezTo>
                  <a:lnTo>
                    <a:pt x="36023" y="62563"/>
                  </a:lnTo>
                  <a:lnTo>
                    <a:pt x="20048" y="70862"/>
                  </a:lnTo>
                  <a:cubicBezTo>
                    <a:pt x="20687" y="70862"/>
                    <a:pt x="19409" y="71501"/>
                    <a:pt x="18131" y="71501"/>
                  </a:cubicBezTo>
                </a:path>
              </a:pathLst>
            </a:custGeom>
            <a:solidFill>
              <a:srgbClr val="009A44"/>
            </a:solidFill>
            <a:ln w="6390" cap="flat">
              <a:noFill/>
              <a:prstDash val="solid"/>
              <a:miter/>
            </a:ln>
          </p:spPr>
          <p:txBody>
            <a:bodyPr rtlCol="0" anchor="ctr"/>
            <a:lstStyle/>
            <a:p>
              <a:endParaRPr lang="en-US"/>
            </a:p>
          </p:txBody>
        </p:sp>
        <p:sp>
          <p:nvSpPr>
            <p:cNvPr id="959" name="Graphic 4">
              <a:extLst>
                <a:ext uri="{FF2B5EF4-FFF2-40B4-BE49-F238E27FC236}">
                  <a16:creationId xmlns:a16="http://schemas.microsoft.com/office/drawing/2014/main" id="{26EC80EC-3E5D-DB4A-93D5-EABC28EE52E7}"/>
                </a:ext>
              </a:extLst>
            </p:cNvPr>
            <p:cNvSpPr/>
            <p:nvPr/>
          </p:nvSpPr>
          <p:spPr>
            <a:xfrm>
              <a:off x="7945647" y="1507420"/>
              <a:ext cx="73324" cy="71558"/>
            </a:xfrm>
            <a:custGeom>
              <a:avLst/>
              <a:gdLst>
                <a:gd name="connsiteX0" fmla="*/ 20048 w 73324"/>
                <a:gd name="connsiteY0" fmla="*/ 33197 h 71558"/>
                <a:gd name="connsiteX1" fmla="*/ 25799 w 73324"/>
                <a:gd name="connsiteY1" fmla="*/ 38942 h 71558"/>
                <a:gd name="connsiteX2" fmla="*/ 27717 w 73324"/>
                <a:gd name="connsiteY2" fmla="*/ 44688 h 71558"/>
                <a:gd name="connsiteX3" fmla="*/ 26438 w 73324"/>
                <a:gd name="connsiteY3" fmla="*/ 52987 h 71558"/>
                <a:gd name="connsiteX4" fmla="*/ 34107 w 73324"/>
                <a:gd name="connsiteY4" fmla="*/ 49157 h 71558"/>
                <a:gd name="connsiteX5" fmla="*/ 39857 w 73324"/>
                <a:gd name="connsiteY5" fmla="*/ 49157 h 71558"/>
                <a:gd name="connsiteX6" fmla="*/ 47525 w 73324"/>
                <a:gd name="connsiteY6" fmla="*/ 52987 h 71558"/>
                <a:gd name="connsiteX7" fmla="*/ 46247 w 73324"/>
                <a:gd name="connsiteY7" fmla="*/ 44688 h 71558"/>
                <a:gd name="connsiteX8" fmla="*/ 48164 w 73324"/>
                <a:gd name="connsiteY8" fmla="*/ 38942 h 71558"/>
                <a:gd name="connsiteX9" fmla="*/ 53915 w 73324"/>
                <a:gd name="connsiteY9" fmla="*/ 33197 h 71558"/>
                <a:gd name="connsiteX10" fmla="*/ 45608 w 73324"/>
                <a:gd name="connsiteY10" fmla="*/ 31920 h 71558"/>
                <a:gd name="connsiteX11" fmla="*/ 40496 w 73324"/>
                <a:gd name="connsiteY11" fmla="*/ 28728 h 71558"/>
                <a:gd name="connsiteX12" fmla="*/ 36662 w 73324"/>
                <a:gd name="connsiteY12" fmla="*/ 21067 h 71558"/>
                <a:gd name="connsiteX13" fmla="*/ 32828 w 73324"/>
                <a:gd name="connsiteY13" fmla="*/ 28728 h 71558"/>
                <a:gd name="connsiteX14" fmla="*/ 27717 w 73324"/>
                <a:gd name="connsiteY14" fmla="*/ 31920 h 71558"/>
                <a:gd name="connsiteX15" fmla="*/ 20048 w 73324"/>
                <a:gd name="connsiteY15" fmla="*/ 33197 h 71558"/>
                <a:gd name="connsiteX16" fmla="*/ 18132 w 73324"/>
                <a:gd name="connsiteY16" fmla="*/ 71501 h 71558"/>
                <a:gd name="connsiteX17" fmla="*/ 14297 w 73324"/>
                <a:gd name="connsiteY17" fmla="*/ 70224 h 71558"/>
                <a:gd name="connsiteX18" fmla="*/ 11742 w 73324"/>
                <a:gd name="connsiteY18" fmla="*/ 63840 h 71558"/>
                <a:gd name="connsiteX19" fmla="*/ 14937 w 73324"/>
                <a:gd name="connsiteY19" fmla="*/ 45965 h 71558"/>
                <a:gd name="connsiteX20" fmla="*/ 2157 w 73324"/>
                <a:gd name="connsiteY20" fmla="*/ 33197 h 71558"/>
                <a:gd name="connsiteX21" fmla="*/ 240 w 73324"/>
                <a:gd name="connsiteY21" fmla="*/ 26813 h 71558"/>
                <a:gd name="connsiteX22" fmla="*/ 5352 w 73324"/>
                <a:gd name="connsiteY22" fmla="*/ 22344 h 71558"/>
                <a:gd name="connsiteX23" fmla="*/ 23243 w 73324"/>
                <a:gd name="connsiteY23" fmla="*/ 19790 h 71558"/>
                <a:gd name="connsiteX24" fmla="*/ 30912 w 73324"/>
                <a:gd name="connsiteY24" fmla="*/ 3830 h 71558"/>
                <a:gd name="connsiteX25" fmla="*/ 36662 w 73324"/>
                <a:gd name="connsiteY25" fmla="*/ 0 h 71558"/>
                <a:gd name="connsiteX26" fmla="*/ 42413 w 73324"/>
                <a:gd name="connsiteY26" fmla="*/ 3830 h 71558"/>
                <a:gd name="connsiteX27" fmla="*/ 50081 w 73324"/>
                <a:gd name="connsiteY27" fmla="*/ 19790 h 71558"/>
                <a:gd name="connsiteX28" fmla="*/ 67973 w 73324"/>
                <a:gd name="connsiteY28" fmla="*/ 22344 h 71558"/>
                <a:gd name="connsiteX29" fmla="*/ 73085 w 73324"/>
                <a:gd name="connsiteY29" fmla="*/ 26813 h 71558"/>
                <a:gd name="connsiteX30" fmla="*/ 71168 w 73324"/>
                <a:gd name="connsiteY30" fmla="*/ 33197 h 71558"/>
                <a:gd name="connsiteX31" fmla="*/ 58388 w 73324"/>
                <a:gd name="connsiteY31" fmla="*/ 45965 h 71558"/>
                <a:gd name="connsiteX32" fmla="*/ 61583 w 73324"/>
                <a:gd name="connsiteY32" fmla="*/ 63840 h 71558"/>
                <a:gd name="connsiteX33" fmla="*/ 59027 w 73324"/>
                <a:gd name="connsiteY33" fmla="*/ 70224 h 71558"/>
                <a:gd name="connsiteX34" fmla="*/ 51998 w 73324"/>
                <a:gd name="connsiteY34" fmla="*/ 70862 h 71558"/>
                <a:gd name="connsiteX35" fmla="*/ 36023 w 73324"/>
                <a:gd name="connsiteY35" fmla="*/ 62563 h 71558"/>
                <a:gd name="connsiteX36" fmla="*/ 20048 w 73324"/>
                <a:gd name="connsiteY36" fmla="*/ 70862 h 71558"/>
                <a:gd name="connsiteX37" fmla="*/ 18132 w 73324"/>
                <a:gd name="connsiteY37" fmla="*/ 71501 h 71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3324" h="71558">
                  <a:moveTo>
                    <a:pt x="20048" y="33197"/>
                  </a:moveTo>
                  <a:lnTo>
                    <a:pt x="25799" y="38942"/>
                  </a:lnTo>
                  <a:cubicBezTo>
                    <a:pt x="27077" y="40219"/>
                    <a:pt x="27717" y="42773"/>
                    <a:pt x="27717" y="44688"/>
                  </a:cubicBezTo>
                  <a:lnTo>
                    <a:pt x="26438" y="52987"/>
                  </a:lnTo>
                  <a:lnTo>
                    <a:pt x="34107" y="49157"/>
                  </a:lnTo>
                  <a:cubicBezTo>
                    <a:pt x="36023" y="47880"/>
                    <a:pt x="37940" y="47880"/>
                    <a:pt x="39857" y="49157"/>
                  </a:cubicBezTo>
                  <a:lnTo>
                    <a:pt x="47525" y="52987"/>
                  </a:lnTo>
                  <a:lnTo>
                    <a:pt x="46247" y="44688"/>
                  </a:lnTo>
                  <a:cubicBezTo>
                    <a:pt x="45608" y="42773"/>
                    <a:pt x="46886" y="40219"/>
                    <a:pt x="48164" y="38942"/>
                  </a:cubicBezTo>
                  <a:lnTo>
                    <a:pt x="53915" y="33197"/>
                  </a:lnTo>
                  <a:lnTo>
                    <a:pt x="45608" y="31920"/>
                  </a:lnTo>
                  <a:cubicBezTo>
                    <a:pt x="43691" y="31920"/>
                    <a:pt x="41774" y="30005"/>
                    <a:pt x="40496" y="28728"/>
                  </a:cubicBezTo>
                  <a:lnTo>
                    <a:pt x="36662" y="21067"/>
                  </a:lnTo>
                  <a:lnTo>
                    <a:pt x="32828" y="28728"/>
                  </a:lnTo>
                  <a:cubicBezTo>
                    <a:pt x="32189" y="30643"/>
                    <a:pt x="30272" y="31920"/>
                    <a:pt x="27717" y="31920"/>
                  </a:cubicBezTo>
                  <a:lnTo>
                    <a:pt x="20048" y="33197"/>
                  </a:lnTo>
                  <a:close/>
                  <a:moveTo>
                    <a:pt x="18132" y="71501"/>
                  </a:moveTo>
                  <a:cubicBezTo>
                    <a:pt x="16853" y="71501"/>
                    <a:pt x="15576" y="70862"/>
                    <a:pt x="14297" y="70224"/>
                  </a:cubicBezTo>
                  <a:cubicBezTo>
                    <a:pt x="12381" y="68947"/>
                    <a:pt x="11102" y="66393"/>
                    <a:pt x="11742" y="63840"/>
                  </a:cubicBezTo>
                  <a:lnTo>
                    <a:pt x="14937" y="45965"/>
                  </a:lnTo>
                  <a:lnTo>
                    <a:pt x="2157" y="33197"/>
                  </a:lnTo>
                  <a:cubicBezTo>
                    <a:pt x="240" y="31281"/>
                    <a:pt x="-399" y="28728"/>
                    <a:pt x="240" y="26813"/>
                  </a:cubicBezTo>
                  <a:cubicBezTo>
                    <a:pt x="878" y="24259"/>
                    <a:pt x="2796" y="22982"/>
                    <a:pt x="5352" y="22344"/>
                  </a:cubicBezTo>
                  <a:lnTo>
                    <a:pt x="23243" y="19790"/>
                  </a:lnTo>
                  <a:lnTo>
                    <a:pt x="30912" y="3830"/>
                  </a:lnTo>
                  <a:cubicBezTo>
                    <a:pt x="32189" y="1915"/>
                    <a:pt x="34107" y="0"/>
                    <a:pt x="36662" y="0"/>
                  </a:cubicBezTo>
                  <a:cubicBezTo>
                    <a:pt x="39218" y="0"/>
                    <a:pt x="41135" y="1277"/>
                    <a:pt x="42413" y="3830"/>
                  </a:cubicBezTo>
                  <a:lnTo>
                    <a:pt x="50081" y="19790"/>
                  </a:lnTo>
                  <a:lnTo>
                    <a:pt x="67973" y="22344"/>
                  </a:lnTo>
                  <a:cubicBezTo>
                    <a:pt x="70529" y="22982"/>
                    <a:pt x="72446" y="24259"/>
                    <a:pt x="73085" y="26813"/>
                  </a:cubicBezTo>
                  <a:cubicBezTo>
                    <a:pt x="73724" y="29366"/>
                    <a:pt x="73085" y="31920"/>
                    <a:pt x="71168" y="33197"/>
                  </a:cubicBezTo>
                  <a:lnTo>
                    <a:pt x="58388" y="45965"/>
                  </a:lnTo>
                  <a:lnTo>
                    <a:pt x="61583" y="63840"/>
                  </a:lnTo>
                  <a:cubicBezTo>
                    <a:pt x="62222" y="66393"/>
                    <a:pt x="60944" y="68947"/>
                    <a:pt x="59027" y="70224"/>
                  </a:cubicBezTo>
                  <a:cubicBezTo>
                    <a:pt x="57110" y="71501"/>
                    <a:pt x="54554" y="72139"/>
                    <a:pt x="51998" y="70862"/>
                  </a:cubicBezTo>
                  <a:lnTo>
                    <a:pt x="36023" y="62563"/>
                  </a:lnTo>
                  <a:lnTo>
                    <a:pt x="20048" y="70862"/>
                  </a:lnTo>
                  <a:cubicBezTo>
                    <a:pt x="20048" y="70862"/>
                    <a:pt x="19409" y="71501"/>
                    <a:pt x="18132" y="71501"/>
                  </a:cubicBezTo>
                </a:path>
              </a:pathLst>
            </a:custGeom>
            <a:solidFill>
              <a:srgbClr val="009A44"/>
            </a:solidFill>
            <a:ln w="6390" cap="flat">
              <a:noFill/>
              <a:prstDash val="solid"/>
              <a:miter/>
            </a:ln>
          </p:spPr>
          <p:txBody>
            <a:bodyPr rtlCol="0" anchor="ctr"/>
            <a:lstStyle/>
            <a:p>
              <a:endParaRPr lang="en-US"/>
            </a:p>
          </p:txBody>
        </p:sp>
        <p:sp>
          <p:nvSpPr>
            <p:cNvPr id="960" name="Graphic 4">
              <a:extLst>
                <a:ext uri="{FF2B5EF4-FFF2-40B4-BE49-F238E27FC236}">
                  <a16:creationId xmlns:a16="http://schemas.microsoft.com/office/drawing/2014/main" id="{1576D192-E8CA-F443-9CBA-1B83F443D7E6}"/>
                </a:ext>
              </a:extLst>
            </p:cNvPr>
            <p:cNvSpPr/>
            <p:nvPr/>
          </p:nvSpPr>
          <p:spPr>
            <a:xfrm>
              <a:off x="8038940" y="1507420"/>
              <a:ext cx="73324" cy="71558"/>
            </a:xfrm>
            <a:custGeom>
              <a:avLst/>
              <a:gdLst>
                <a:gd name="connsiteX0" fmla="*/ 20048 w 73324"/>
                <a:gd name="connsiteY0" fmla="*/ 33197 h 71558"/>
                <a:gd name="connsiteX1" fmla="*/ 25799 w 73324"/>
                <a:gd name="connsiteY1" fmla="*/ 38942 h 71558"/>
                <a:gd name="connsiteX2" fmla="*/ 27717 w 73324"/>
                <a:gd name="connsiteY2" fmla="*/ 44688 h 71558"/>
                <a:gd name="connsiteX3" fmla="*/ 26438 w 73324"/>
                <a:gd name="connsiteY3" fmla="*/ 52987 h 71558"/>
                <a:gd name="connsiteX4" fmla="*/ 34107 w 73324"/>
                <a:gd name="connsiteY4" fmla="*/ 49157 h 71558"/>
                <a:gd name="connsiteX5" fmla="*/ 39858 w 73324"/>
                <a:gd name="connsiteY5" fmla="*/ 49157 h 71558"/>
                <a:gd name="connsiteX6" fmla="*/ 47525 w 73324"/>
                <a:gd name="connsiteY6" fmla="*/ 52987 h 71558"/>
                <a:gd name="connsiteX7" fmla="*/ 46248 w 73324"/>
                <a:gd name="connsiteY7" fmla="*/ 44688 h 71558"/>
                <a:gd name="connsiteX8" fmla="*/ 48164 w 73324"/>
                <a:gd name="connsiteY8" fmla="*/ 38942 h 71558"/>
                <a:gd name="connsiteX9" fmla="*/ 53915 w 73324"/>
                <a:gd name="connsiteY9" fmla="*/ 33197 h 71558"/>
                <a:gd name="connsiteX10" fmla="*/ 45608 w 73324"/>
                <a:gd name="connsiteY10" fmla="*/ 31920 h 71558"/>
                <a:gd name="connsiteX11" fmla="*/ 40496 w 73324"/>
                <a:gd name="connsiteY11" fmla="*/ 28728 h 71558"/>
                <a:gd name="connsiteX12" fmla="*/ 36663 w 73324"/>
                <a:gd name="connsiteY12" fmla="*/ 21067 h 71558"/>
                <a:gd name="connsiteX13" fmla="*/ 32828 w 73324"/>
                <a:gd name="connsiteY13" fmla="*/ 28728 h 71558"/>
                <a:gd name="connsiteX14" fmla="*/ 27717 w 73324"/>
                <a:gd name="connsiteY14" fmla="*/ 31920 h 71558"/>
                <a:gd name="connsiteX15" fmla="*/ 20048 w 73324"/>
                <a:gd name="connsiteY15" fmla="*/ 33197 h 71558"/>
                <a:gd name="connsiteX16" fmla="*/ 18132 w 73324"/>
                <a:gd name="connsiteY16" fmla="*/ 71501 h 71558"/>
                <a:gd name="connsiteX17" fmla="*/ 14298 w 73324"/>
                <a:gd name="connsiteY17" fmla="*/ 70224 h 71558"/>
                <a:gd name="connsiteX18" fmla="*/ 11742 w 73324"/>
                <a:gd name="connsiteY18" fmla="*/ 63840 h 71558"/>
                <a:gd name="connsiteX19" fmla="*/ 14937 w 73324"/>
                <a:gd name="connsiteY19" fmla="*/ 45965 h 71558"/>
                <a:gd name="connsiteX20" fmla="*/ 2157 w 73324"/>
                <a:gd name="connsiteY20" fmla="*/ 33197 h 71558"/>
                <a:gd name="connsiteX21" fmla="*/ 240 w 73324"/>
                <a:gd name="connsiteY21" fmla="*/ 26813 h 71558"/>
                <a:gd name="connsiteX22" fmla="*/ 5352 w 73324"/>
                <a:gd name="connsiteY22" fmla="*/ 22344 h 71558"/>
                <a:gd name="connsiteX23" fmla="*/ 23243 w 73324"/>
                <a:gd name="connsiteY23" fmla="*/ 19790 h 71558"/>
                <a:gd name="connsiteX24" fmla="*/ 30912 w 73324"/>
                <a:gd name="connsiteY24" fmla="*/ 3830 h 71558"/>
                <a:gd name="connsiteX25" fmla="*/ 36663 w 73324"/>
                <a:gd name="connsiteY25" fmla="*/ 0 h 71558"/>
                <a:gd name="connsiteX26" fmla="*/ 42413 w 73324"/>
                <a:gd name="connsiteY26" fmla="*/ 3830 h 71558"/>
                <a:gd name="connsiteX27" fmla="*/ 50081 w 73324"/>
                <a:gd name="connsiteY27" fmla="*/ 19790 h 71558"/>
                <a:gd name="connsiteX28" fmla="*/ 67973 w 73324"/>
                <a:gd name="connsiteY28" fmla="*/ 22344 h 71558"/>
                <a:gd name="connsiteX29" fmla="*/ 73085 w 73324"/>
                <a:gd name="connsiteY29" fmla="*/ 26813 h 71558"/>
                <a:gd name="connsiteX30" fmla="*/ 71168 w 73324"/>
                <a:gd name="connsiteY30" fmla="*/ 33197 h 71558"/>
                <a:gd name="connsiteX31" fmla="*/ 58388 w 73324"/>
                <a:gd name="connsiteY31" fmla="*/ 45965 h 71558"/>
                <a:gd name="connsiteX32" fmla="*/ 61583 w 73324"/>
                <a:gd name="connsiteY32" fmla="*/ 63840 h 71558"/>
                <a:gd name="connsiteX33" fmla="*/ 59027 w 73324"/>
                <a:gd name="connsiteY33" fmla="*/ 70224 h 71558"/>
                <a:gd name="connsiteX34" fmla="*/ 51998 w 73324"/>
                <a:gd name="connsiteY34" fmla="*/ 70862 h 71558"/>
                <a:gd name="connsiteX35" fmla="*/ 36023 w 73324"/>
                <a:gd name="connsiteY35" fmla="*/ 62563 h 71558"/>
                <a:gd name="connsiteX36" fmla="*/ 20048 w 73324"/>
                <a:gd name="connsiteY36" fmla="*/ 70862 h 71558"/>
                <a:gd name="connsiteX37" fmla="*/ 18132 w 73324"/>
                <a:gd name="connsiteY37" fmla="*/ 71501 h 71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3324" h="71558">
                  <a:moveTo>
                    <a:pt x="20048" y="33197"/>
                  </a:moveTo>
                  <a:lnTo>
                    <a:pt x="25799" y="38942"/>
                  </a:lnTo>
                  <a:cubicBezTo>
                    <a:pt x="27078" y="40219"/>
                    <a:pt x="27717" y="42773"/>
                    <a:pt x="27717" y="44688"/>
                  </a:cubicBezTo>
                  <a:lnTo>
                    <a:pt x="26438" y="52987"/>
                  </a:lnTo>
                  <a:lnTo>
                    <a:pt x="34107" y="49157"/>
                  </a:lnTo>
                  <a:cubicBezTo>
                    <a:pt x="36023" y="47880"/>
                    <a:pt x="37940" y="47880"/>
                    <a:pt x="39858" y="49157"/>
                  </a:cubicBezTo>
                  <a:lnTo>
                    <a:pt x="47525" y="52987"/>
                  </a:lnTo>
                  <a:lnTo>
                    <a:pt x="46248" y="44688"/>
                  </a:lnTo>
                  <a:cubicBezTo>
                    <a:pt x="45608" y="42773"/>
                    <a:pt x="46886" y="40219"/>
                    <a:pt x="48164" y="38942"/>
                  </a:cubicBezTo>
                  <a:lnTo>
                    <a:pt x="53915" y="33197"/>
                  </a:lnTo>
                  <a:lnTo>
                    <a:pt x="45608" y="31920"/>
                  </a:lnTo>
                  <a:cubicBezTo>
                    <a:pt x="43691" y="31920"/>
                    <a:pt x="41774" y="30005"/>
                    <a:pt x="40496" y="28728"/>
                  </a:cubicBezTo>
                  <a:lnTo>
                    <a:pt x="36663" y="21067"/>
                  </a:lnTo>
                  <a:lnTo>
                    <a:pt x="32828" y="28728"/>
                  </a:lnTo>
                  <a:cubicBezTo>
                    <a:pt x="32189" y="30643"/>
                    <a:pt x="30273" y="31920"/>
                    <a:pt x="27717" y="31920"/>
                  </a:cubicBezTo>
                  <a:lnTo>
                    <a:pt x="20048" y="33197"/>
                  </a:lnTo>
                  <a:close/>
                  <a:moveTo>
                    <a:pt x="18132" y="71501"/>
                  </a:moveTo>
                  <a:cubicBezTo>
                    <a:pt x="16853" y="71501"/>
                    <a:pt x="15576" y="70862"/>
                    <a:pt x="14298" y="70224"/>
                  </a:cubicBezTo>
                  <a:cubicBezTo>
                    <a:pt x="12381" y="68947"/>
                    <a:pt x="11103" y="66393"/>
                    <a:pt x="11742" y="63840"/>
                  </a:cubicBezTo>
                  <a:lnTo>
                    <a:pt x="14937" y="45965"/>
                  </a:lnTo>
                  <a:lnTo>
                    <a:pt x="2157" y="33197"/>
                  </a:lnTo>
                  <a:cubicBezTo>
                    <a:pt x="240" y="31281"/>
                    <a:pt x="-399" y="28728"/>
                    <a:pt x="240" y="26813"/>
                  </a:cubicBezTo>
                  <a:cubicBezTo>
                    <a:pt x="878" y="24259"/>
                    <a:pt x="2796" y="22982"/>
                    <a:pt x="5352" y="22344"/>
                  </a:cubicBezTo>
                  <a:lnTo>
                    <a:pt x="23243" y="19790"/>
                  </a:lnTo>
                  <a:lnTo>
                    <a:pt x="30912" y="3830"/>
                  </a:lnTo>
                  <a:cubicBezTo>
                    <a:pt x="32189" y="1915"/>
                    <a:pt x="34107" y="0"/>
                    <a:pt x="36663" y="0"/>
                  </a:cubicBezTo>
                  <a:cubicBezTo>
                    <a:pt x="39218" y="0"/>
                    <a:pt x="41135" y="1277"/>
                    <a:pt x="42413" y="3830"/>
                  </a:cubicBezTo>
                  <a:lnTo>
                    <a:pt x="50081" y="19790"/>
                  </a:lnTo>
                  <a:lnTo>
                    <a:pt x="67973" y="22344"/>
                  </a:lnTo>
                  <a:cubicBezTo>
                    <a:pt x="70529" y="22982"/>
                    <a:pt x="72446" y="24259"/>
                    <a:pt x="73085" y="26813"/>
                  </a:cubicBezTo>
                  <a:cubicBezTo>
                    <a:pt x="73724" y="29366"/>
                    <a:pt x="73085" y="31920"/>
                    <a:pt x="71168" y="33197"/>
                  </a:cubicBezTo>
                  <a:lnTo>
                    <a:pt x="58388" y="45965"/>
                  </a:lnTo>
                  <a:lnTo>
                    <a:pt x="61583" y="63840"/>
                  </a:lnTo>
                  <a:cubicBezTo>
                    <a:pt x="62222" y="66393"/>
                    <a:pt x="60944" y="68947"/>
                    <a:pt x="59027" y="70224"/>
                  </a:cubicBezTo>
                  <a:cubicBezTo>
                    <a:pt x="57110" y="71501"/>
                    <a:pt x="54554" y="72139"/>
                    <a:pt x="51998" y="70862"/>
                  </a:cubicBezTo>
                  <a:lnTo>
                    <a:pt x="36023" y="62563"/>
                  </a:lnTo>
                  <a:lnTo>
                    <a:pt x="20048" y="70862"/>
                  </a:lnTo>
                  <a:cubicBezTo>
                    <a:pt x="20048" y="70862"/>
                    <a:pt x="18771" y="71501"/>
                    <a:pt x="18132" y="71501"/>
                  </a:cubicBezTo>
                </a:path>
              </a:pathLst>
            </a:custGeom>
            <a:solidFill>
              <a:srgbClr val="009A44"/>
            </a:solidFill>
            <a:ln w="6390" cap="flat">
              <a:noFill/>
              <a:prstDash val="solid"/>
              <a:miter/>
            </a:ln>
          </p:spPr>
          <p:txBody>
            <a:bodyPr rtlCol="0" anchor="ctr"/>
            <a:lstStyle/>
            <a:p>
              <a:endParaRPr lang="en-US"/>
            </a:p>
          </p:txBody>
        </p:sp>
        <p:sp>
          <p:nvSpPr>
            <p:cNvPr id="961" name="Graphic 4">
              <a:extLst>
                <a:ext uri="{FF2B5EF4-FFF2-40B4-BE49-F238E27FC236}">
                  <a16:creationId xmlns:a16="http://schemas.microsoft.com/office/drawing/2014/main" id="{BE9F5575-62FC-6F43-A1A4-9A8555EB5A43}"/>
                </a:ext>
              </a:extLst>
            </p:cNvPr>
            <p:cNvSpPr/>
            <p:nvPr/>
          </p:nvSpPr>
          <p:spPr>
            <a:xfrm>
              <a:off x="7899000" y="1587699"/>
              <a:ext cx="73324" cy="71079"/>
            </a:xfrm>
            <a:custGeom>
              <a:avLst/>
              <a:gdLst>
                <a:gd name="connsiteX0" fmla="*/ 37302 w 73324"/>
                <a:gd name="connsiteY0" fmla="*/ 48678 h 71079"/>
                <a:gd name="connsiteX1" fmla="*/ 40496 w 73324"/>
                <a:gd name="connsiteY1" fmla="*/ 49316 h 71079"/>
                <a:gd name="connsiteX2" fmla="*/ 48164 w 73324"/>
                <a:gd name="connsiteY2" fmla="*/ 53147 h 71079"/>
                <a:gd name="connsiteX3" fmla="*/ 46886 w 73324"/>
                <a:gd name="connsiteY3" fmla="*/ 44848 h 71079"/>
                <a:gd name="connsiteX4" fmla="*/ 48804 w 73324"/>
                <a:gd name="connsiteY4" fmla="*/ 39102 h 71079"/>
                <a:gd name="connsiteX5" fmla="*/ 54554 w 73324"/>
                <a:gd name="connsiteY5" fmla="*/ 33356 h 71079"/>
                <a:gd name="connsiteX6" fmla="*/ 46248 w 73324"/>
                <a:gd name="connsiteY6" fmla="*/ 32080 h 71079"/>
                <a:gd name="connsiteX7" fmla="*/ 41135 w 73324"/>
                <a:gd name="connsiteY7" fmla="*/ 28888 h 71079"/>
                <a:gd name="connsiteX8" fmla="*/ 37302 w 73324"/>
                <a:gd name="connsiteY8" fmla="*/ 21227 h 71079"/>
                <a:gd name="connsiteX9" fmla="*/ 33468 w 73324"/>
                <a:gd name="connsiteY9" fmla="*/ 28888 h 71079"/>
                <a:gd name="connsiteX10" fmla="*/ 28355 w 73324"/>
                <a:gd name="connsiteY10" fmla="*/ 32080 h 71079"/>
                <a:gd name="connsiteX11" fmla="*/ 20049 w 73324"/>
                <a:gd name="connsiteY11" fmla="*/ 33356 h 71079"/>
                <a:gd name="connsiteX12" fmla="*/ 25799 w 73324"/>
                <a:gd name="connsiteY12" fmla="*/ 39102 h 71079"/>
                <a:gd name="connsiteX13" fmla="*/ 27717 w 73324"/>
                <a:gd name="connsiteY13" fmla="*/ 44848 h 71079"/>
                <a:gd name="connsiteX14" fmla="*/ 26439 w 73324"/>
                <a:gd name="connsiteY14" fmla="*/ 53147 h 71079"/>
                <a:gd name="connsiteX15" fmla="*/ 34107 w 73324"/>
                <a:gd name="connsiteY15" fmla="*/ 49316 h 71079"/>
                <a:gd name="connsiteX16" fmla="*/ 37302 w 73324"/>
                <a:gd name="connsiteY16" fmla="*/ 48678 h 71079"/>
                <a:gd name="connsiteX17" fmla="*/ 18132 w 73324"/>
                <a:gd name="connsiteY17" fmla="*/ 71022 h 71079"/>
                <a:gd name="connsiteX18" fmla="*/ 14298 w 73324"/>
                <a:gd name="connsiteY18" fmla="*/ 69745 h 71079"/>
                <a:gd name="connsiteX19" fmla="*/ 11742 w 73324"/>
                <a:gd name="connsiteY19" fmla="*/ 63361 h 71079"/>
                <a:gd name="connsiteX20" fmla="*/ 14937 w 73324"/>
                <a:gd name="connsiteY20" fmla="*/ 45486 h 71079"/>
                <a:gd name="connsiteX21" fmla="*/ 2157 w 73324"/>
                <a:gd name="connsiteY21" fmla="*/ 32718 h 71079"/>
                <a:gd name="connsiteX22" fmla="*/ 240 w 73324"/>
                <a:gd name="connsiteY22" fmla="*/ 26334 h 71079"/>
                <a:gd name="connsiteX23" fmla="*/ 5352 w 73324"/>
                <a:gd name="connsiteY23" fmla="*/ 21865 h 71079"/>
                <a:gd name="connsiteX24" fmla="*/ 23244 w 73324"/>
                <a:gd name="connsiteY24" fmla="*/ 19312 h 71079"/>
                <a:gd name="connsiteX25" fmla="*/ 30912 w 73324"/>
                <a:gd name="connsiteY25" fmla="*/ 3352 h 71079"/>
                <a:gd name="connsiteX26" fmla="*/ 42414 w 73324"/>
                <a:gd name="connsiteY26" fmla="*/ 3352 h 71079"/>
                <a:gd name="connsiteX27" fmla="*/ 50081 w 73324"/>
                <a:gd name="connsiteY27" fmla="*/ 19312 h 71079"/>
                <a:gd name="connsiteX28" fmla="*/ 67974 w 73324"/>
                <a:gd name="connsiteY28" fmla="*/ 21865 h 71079"/>
                <a:gd name="connsiteX29" fmla="*/ 73085 w 73324"/>
                <a:gd name="connsiteY29" fmla="*/ 26334 h 71079"/>
                <a:gd name="connsiteX30" fmla="*/ 71168 w 73324"/>
                <a:gd name="connsiteY30" fmla="*/ 32718 h 71079"/>
                <a:gd name="connsiteX31" fmla="*/ 58389 w 73324"/>
                <a:gd name="connsiteY31" fmla="*/ 45486 h 71079"/>
                <a:gd name="connsiteX32" fmla="*/ 61584 w 73324"/>
                <a:gd name="connsiteY32" fmla="*/ 63361 h 71079"/>
                <a:gd name="connsiteX33" fmla="*/ 59027 w 73324"/>
                <a:gd name="connsiteY33" fmla="*/ 69745 h 71079"/>
                <a:gd name="connsiteX34" fmla="*/ 51999 w 73324"/>
                <a:gd name="connsiteY34" fmla="*/ 70383 h 71079"/>
                <a:gd name="connsiteX35" fmla="*/ 36024 w 73324"/>
                <a:gd name="connsiteY35" fmla="*/ 62084 h 71079"/>
                <a:gd name="connsiteX36" fmla="*/ 20049 w 73324"/>
                <a:gd name="connsiteY36" fmla="*/ 70383 h 71079"/>
                <a:gd name="connsiteX37" fmla="*/ 18132 w 73324"/>
                <a:gd name="connsiteY37" fmla="*/ 71022 h 7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3324" h="71079">
                  <a:moveTo>
                    <a:pt x="37302" y="48678"/>
                  </a:moveTo>
                  <a:cubicBezTo>
                    <a:pt x="38579" y="48678"/>
                    <a:pt x="39219" y="48678"/>
                    <a:pt x="40496" y="49316"/>
                  </a:cubicBezTo>
                  <a:lnTo>
                    <a:pt x="48164" y="53147"/>
                  </a:lnTo>
                  <a:lnTo>
                    <a:pt x="46886" y="44848"/>
                  </a:lnTo>
                  <a:cubicBezTo>
                    <a:pt x="46248" y="42932"/>
                    <a:pt x="47525" y="40379"/>
                    <a:pt x="48804" y="39102"/>
                  </a:cubicBezTo>
                  <a:lnTo>
                    <a:pt x="54554" y="33356"/>
                  </a:lnTo>
                  <a:lnTo>
                    <a:pt x="46248" y="32080"/>
                  </a:lnTo>
                  <a:cubicBezTo>
                    <a:pt x="44330" y="32080"/>
                    <a:pt x="42414" y="30164"/>
                    <a:pt x="41135" y="28888"/>
                  </a:cubicBezTo>
                  <a:lnTo>
                    <a:pt x="37302" y="21227"/>
                  </a:lnTo>
                  <a:lnTo>
                    <a:pt x="33468" y="28888"/>
                  </a:lnTo>
                  <a:cubicBezTo>
                    <a:pt x="32829" y="30803"/>
                    <a:pt x="30912" y="32080"/>
                    <a:pt x="28355" y="32080"/>
                  </a:cubicBezTo>
                  <a:lnTo>
                    <a:pt x="20049" y="33356"/>
                  </a:lnTo>
                  <a:lnTo>
                    <a:pt x="25799" y="39102"/>
                  </a:lnTo>
                  <a:cubicBezTo>
                    <a:pt x="27078" y="40379"/>
                    <a:pt x="27717" y="42932"/>
                    <a:pt x="27717" y="44848"/>
                  </a:cubicBezTo>
                  <a:lnTo>
                    <a:pt x="26439" y="53147"/>
                  </a:lnTo>
                  <a:lnTo>
                    <a:pt x="34107" y="49316"/>
                  </a:lnTo>
                  <a:cubicBezTo>
                    <a:pt x="35384" y="48678"/>
                    <a:pt x="36024" y="48678"/>
                    <a:pt x="37302" y="48678"/>
                  </a:cubicBezTo>
                  <a:moveTo>
                    <a:pt x="18132" y="71022"/>
                  </a:moveTo>
                  <a:cubicBezTo>
                    <a:pt x="16854" y="71022"/>
                    <a:pt x="15576" y="70383"/>
                    <a:pt x="14298" y="69745"/>
                  </a:cubicBezTo>
                  <a:cubicBezTo>
                    <a:pt x="12381" y="68468"/>
                    <a:pt x="11103" y="65915"/>
                    <a:pt x="11742" y="63361"/>
                  </a:cubicBezTo>
                  <a:lnTo>
                    <a:pt x="14937" y="45486"/>
                  </a:lnTo>
                  <a:lnTo>
                    <a:pt x="2157" y="32718"/>
                  </a:lnTo>
                  <a:cubicBezTo>
                    <a:pt x="240" y="30803"/>
                    <a:pt x="-399" y="28249"/>
                    <a:pt x="240" y="26334"/>
                  </a:cubicBezTo>
                  <a:cubicBezTo>
                    <a:pt x="879" y="23780"/>
                    <a:pt x="2796" y="22504"/>
                    <a:pt x="5352" y="21865"/>
                  </a:cubicBezTo>
                  <a:lnTo>
                    <a:pt x="23244" y="19312"/>
                  </a:lnTo>
                  <a:lnTo>
                    <a:pt x="30912" y="3352"/>
                  </a:lnTo>
                  <a:cubicBezTo>
                    <a:pt x="32829" y="-1117"/>
                    <a:pt x="40496" y="-1117"/>
                    <a:pt x="42414" y="3352"/>
                  </a:cubicBezTo>
                  <a:lnTo>
                    <a:pt x="50081" y="19312"/>
                  </a:lnTo>
                  <a:lnTo>
                    <a:pt x="67974" y="21865"/>
                  </a:lnTo>
                  <a:cubicBezTo>
                    <a:pt x="70529" y="22504"/>
                    <a:pt x="72446" y="23780"/>
                    <a:pt x="73085" y="26334"/>
                  </a:cubicBezTo>
                  <a:cubicBezTo>
                    <a:pt x="73724" y="28888"/>
                    <a:pt x="73085" y="31441"/>
                    <a:pt x="71168" y="32718"/>
                  </a:cubicBezTo>
                  <a:lnTo>
                    <a:pt x="58389" y="45486"/>
                  </a:lnTo>
                  <a:lnTo>
                    <a:pt x="61584" y="63361"/>
                  </a:lnTo>
                  <a:cubicBezTo>
                    <a:pt x="62222" y="65915"/>
                    <a:pt x="60944" y="68468"/>
                    <a:pt x="59027" y="69745"/>
                  </a:cubicBezTo>
                  <a:cubicBezTo>
                    <a:pt x="57110" y="71022"/>
                    <a:pt x="54554" y="71660"/>
                    <a:pt x="51999" y="70383"/>
                  </a:cubicBezTo>
                  <a:lnTo>
                    <a:pt x="36024" y="62084"/>
                  </a:lnTo>
                  <a:lnTo>
                    <a:pt x="20049" y="70383"/>
                  </a:lnTo>
                  <a:cubicBezTo>
                    <a:pt x="20049" y="71022"/>
                    <a:pt x="19409" y="71022"/>
                    <a:pt x="18132" y="71022"/>
                  </a:cubicBezTo>
                </a:path>
              </a:pathLst>
            </a:custGeom>
            <a:solidFill>
              <a:srgbClr val="009A44"/>
            </a:solidFill>
            <a:ln w="6390" cap="flat">
              <a:noFill/>
              <a:prstDash val="solid"/>
              <a:miter/>
            </a:ln>
          </p:spPr>
          <p:txBody>
            <a:bodyPr rtlCol="0" anchor="ctr"/>
            <a:lstStyle/>
            <a:p>
              <a:endParaRPr lang="en-US"/>
            </a:p>
          </p:txBody>
        </p:sp>
        <p:sp>
          <p:nvSpPr>
            <p:cNvPr id="962" name="Graphic 4">
              <a:extLst>
                <a:ext uri="{FF2B5EF4-FFF2-40B4-BE49-F238E27FC236}">
                  <a16:creationId xmlns:a16="http://schemas.microsoft.com/office/drawing/2014/main" id="{C3000F52-8AD9-0241-AE20-5E4C3E8E1DE0}"/>
                </a:ext>
              </a:extLst>
            </p:cNvPr>
            <p:cNvSpPr/>
            <p:nvPr/>
          </p:nvSpPr>
          <p:spPr>
            <a:xfrm>
              <a:off x="7992293" y="1587699"/>
              <a:ext cx="73324" cy="71079"/>
            </a:xfrm>
            <a:custGeom>
              <a:avLst/>
              <a:gdLst>
                <a:gd name="connsiteX0" fmla="*/ 37301 w 73324"/>
                <a:gd name="connsiteY0" fmla="*/ 48678 h 71079"/>
                <a:gd name="connsiteX1" fmla="*/ 40496 w 73324"/>
                <a:gd name="connsiteY1" fmla="*/ 49316 h 71079"/>
                <a:gd name="connsiteX2" fmla="*/ 48164 w 73324"/>
                <a:gd name="connsiteY2" fmla="*/ 53147 h 71079"/>
                <a:gd name="connsiteX3" fmla="*/ 46886 w 73324"/>
                <a:gd name="connsiteY3" fmla="*/ 44848 h 71079"/>
                <a:gd name="connsiteX4" fmla="*/ 48803 w 73324"/>
                <a:gd name="connsiteY4" fmla="*/ 39102 h 71079"/>
                <a:gd name="connsiteX5" fmla="*/ 54554 w 73324"/>
                <a:gd name="connsiteY5" fmla="*/ 33356 h 71079"/>
                <a:gd name="connsiteX6" fmla="*/ 46247 w 73324"/>
                <a:gd name="connsiteY6" fmla="*/ 32080 h 71079"/>
                <a:gd name="connsiteX7" fmla="*/ 41135 w 73324"/>
                <a:gd name="connsiteY7" fmla="*/ 28888 h 71079"/>
                <a:gd name="connsiteX8" fmla="*/ 37301 w 73324"/>
                <a:gd name="connsiteY8" fmla="*/ 21227 h 71079"/>
                <a:gd name="connsiteX9" fmla="*/ 33467 w 73324"/>
                <a:gd name="connsiteY9" fmla="*/ 28888 h 71079"/>
                <a:gd name="connsiteX10" fmla="*/ 28355 w 73324"/>
                <a:gd name="connsiteY10" fmla="*/ 32080 h 71079"/>
                <a:gd name="connsiteX11" fmla="*/ 20049 w 73324"/>
                <a:gd name="connsiteY11" fmla="*/ 33356 h 71079"/>
                <a:gd name="connsiteX12" fmla="*/ 25800 w 73324"/>
                <a:gd name="connsiteY12" fmla="*/ 39102 h 71079"/>
                <a:gd name="connsiteX13" fmla="*/ 27716 w 73324"/>
                <a:gd name="connsiteY13" fmla="*/ 44848 h 71079"/>
                <a:gd name="connsiteX14" fmla="*/ 26438 w 73324"/>
                <a:gd name="connsiteY14" fmla="*/ 53147 h 71079"/>
                <a:gd name="connsiteX15" fmla="*/ 34106 w 73324"/>
                <a:gd name="connsiteY15" fmla="*/ 49316 h 71079"/>
                <a:gd name="connsiteX16" fmla="*/ 37301 w 73324"/>
                <a:gd name="connsiteY16" fmla="*/ 48678 h 71079"/>
                <a:gd name="connsiteX17" fmla="*/ 18131 w 73324"/>
                <a:gd name="connsiteY17" fmla="*/ 71022 h 71079"/>
                <a:gd name="connsiteX18" fmla="*/ 14297 w 73324"/>
                <a:gd name="connsiteY18" fmla="*/ 69745 h 71079"/>
                <a:gd name="connsiteX19" fmla="*/ 11741 w 73324"/>
                <a:gd name="connsiteY19" fmla="*/ 63361 h 71079"/>
                <a:gd name="connsiteX20" fmla="*/ 14936 w 73324"/>
                <a:gd name="connsiteY20" fmla="*/ 45486 h 71079"/>
                <a:gd name="connsiteX21" fmla="*/ 2156 w 73324"/>
                <a:gd name="connsiteY21" fmla="*/ 32718 h 71079"/>
                <a:gd name="connsiteX22" fmla="*/ 240 w 73324"/>
                <a:gd name="connsiteY22" fmla="*/ 26334 h 71079"/>
                <a:gd name="connsiteX23" fmla="*/ 5351 w 73324"/>
                <a:gd name="connsiteY23" fmla="*/ 21865 h 71079"/>
                <a:gd name="connsiteX24" fmla="*/ 23244 w 73324"/>
                <a:gd name="connsiteY24" fmla="*/ 19312 h 71079"/>
                <a:gd name="connsiteX25" fmla="*/ 30911 w 73324"/>
                <a:gd name="connsiteY25" fmla="*/ 3352 h 71079"/>
                <a:gd name="connsiteX26" fmla="*/ 42413 w 73324"/>
                <a:gd name="connsiteY26" fmla="*/ 3352 h 71079"/>
                <a:gd name="connsiteX27" fmla="*/ 50081 w 73324"/>
                <a:gd name="connsiteY27" fmla="*/ 19312 h 71079"/>
                <a:gd name="connsiteX28" fmla="*/ 67973 w 73324"/>
                <a:gd name="connsiteY28" fmla="*/ 21865 h 71079"/>
                <a:gd name="connsiteX29" fmla="*/ 73085 w 73324"/>
                <a:gd name="connsiteY29" fmla="*/ 26334 h 71079"/>
                <a:gd name="connsiteX30" fmla="*/ 71168 w 73324"/>
                <a:gd name="connsiteY30" fmla="*/ 32718 h 71079"/>
                <a:gd name="connsiteX31" fmla="*/ 58388 w 73324"/>
                <a:gd name="connsiteY31" fmla="*/ 45486 h 71079"/>
                <a:gd name="connsiteX32" fmla="*/ 61583 w 73324"/>
                <a:gd name="connsiteY32" fmla="*/ 63361 h 71079"/>
                <a:gd name="connsiteX33" fmla="*/ 59027 w 73324"/>
                <a:gd name="connsiteY33" fmla="*/ 69745 h 71079"/>
                <a:gd name="connsiteX34" fmla="*/ 51998 w 73324"/>
                <a:gd name="connsiteY34" fmla="*/ 70383 h 71079"/>
                <a:gd name="connsiteX35" fmla="*/ 36023 w 73324"/>
                <a:gd name="connsiteY35" fmla="*/ 62084 h 71079"/>
                <a:gd name="connsiteX36" fmla="*/ 20049 w 73324"/>
                <a:gd name="connsiteY36" fmla="*/ 70383 h 71079"/>
                <a:gd name="connsiteX37" fmla="*/ 18131 w 73324"/>
                <a:gd name="connsiteY37" fmla="*/ 71022 h 7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3324" h="71079">
                  <a:moveTo>
                    <a:pt x="37301" y="48678"/>
                  </a:moveTo>
                  <a:cubicBezTo>
                    <a:pt x="38580" y="48678"/>
                    <a:pt x="39218" y="48678"/>
                    <a:pt x="40496" y="49316"/>
                  </a:cubicBezTo>
                  <a:lnTo>
                    <a:pt x="48164" y="53147"/>
                  </a:lnTo>
                  <a:lnTo>
                    <a:pt x="46886" y="44848"/>
                  </a:lnTo>
                  <a:cubicBezTo>
                    <a:pt x="46247" y="42932"/>
                    <a:pt x="47525" y="40379"/>
                    <a:pt x="48803" y="39102"/>
                  </a:cubicBezTo>
                  <a:lnTo>
                    <a:pt x="54554" y="33356"/>
                  </a:lnTo>
                  <a:lnTo>
                    <a:pt x="46247" y="32080"/>
                  </a:lnTo>
                  <a:cubicBezTo>
                    <a:pt x="44330" y="32080"/>
                    <a:pt x="42413" y="30164"/>
                    <a:pt x="41135" y="28888"/>
                  </a:cubicBezTo>
                  <a:lnTo>
                    <a:pt x="37301" y="21227"/>
                  </a:lnTo>
                  <a:lnTo>
                    <a:pt x="33467" y="28888"/>
                  </a:lnTo>
                  <a:cubicBezTo>
                    <a:pt x="32828" y="30803"/>
                    <a:pt x="30911" y="32080"/>
                    <a:pt x="28355" y="32080"/>
                  </a:cubicBezTo>
                  <a:lnTo>
                    <a:pt x="20049" y="33356"/>
                  </a:lnTo>
                  <a:lnTo>
                    <a:pt x="25800" y="39102"/>
                  </a:lnTo>
                  <a:cubicBezTo>
                    <a:pt x="27077" y="40379"/>
                    <a:pt x="27716" y="42932"/>
                    <a:pt x="27716" y="44848"/>
                  </a:cubicBezTo>
                  <a:lnTo>
                    <a:pt x="26438" y="53147"/>
                  </a:lnTo>
                  <a:lnTo>
                    <a:pt x="34106" y="49316"/>
                  </a:lnTo>
                  <a:cubicBezTo>
                    <a:pt x="34745" y="48678"/>
                    <a:pt x="36023" y="48678"/>
                    <a:pt x="37301" y="48678"/>
                  </a:cubicBezTo>
                  <a:moveTo>
                    <a:pt x="18131" y="71022"/>
                  </a:moveTo>
                  <a:cubicBezTo>
                    <a:pt x="16854" y="71022"/>
                    <a:pt x="15575" y="70383"/>
                    <a:pt x="14297" y="69745"/>
                  </a:cubicBezTo>
                  <a:cubicBezTo>
                    <a:pt x="12380" y="68468"/>
                    <a:pt x="11102" y="65915"/>
                    <a:pt x="11741" y="63361"/>
                  </a:cubicBezTo>
                  <a:lnTo>
                    <a:pt x="14936" y="45486"/>
                  </a:lnTo>
                  <a:lnTo>
                    <a:pt x="2156" y="32718"/>
                  </a:lnTo>
                  <a:cubicBezTo>
                    <a:pt x="240" y="30803"/>
                    <a:pt x="-400" y="28249"/>
                    <a:pt x="240" y="26334"/>
                  </a:cubicBezTo>
                  <a:cubicBezTo>
                    <a:pt x="879" y="23780"/>
                    <a:pt x="2795" y="22504"/>
                    <a:pt x="5351" y="21865"/>
                  </a:cubicBezTo>
                  <a:lnTo>
                    <a:pt x="23244" y="19312"/>
                  </a:lnTo>
                  <a:lnTo>
                    <a:pt x="30911" y="3352"/>
                  </a:lnTo>
                  <a:cubicBezTo>
                    <a:pt x="32828" y="-1117"/>
                    <a:pt x="40496" y="-1117"/>
                    <a:pt x="42413" y="3352"/>
                  </a:cubicBezTo>
                  <a:lnTo>
                    <a:pt x="50081" y="19312"/>
                  </a:lnTo>
                  <a:lnTo>
                    <a:pt x="67973" y="21865"/>
                  </a:lnTo>
                  <a:cubicBezTo>
                    <a:pt x="70529" y="22504"/>
                    <a:pt x="72446" y="23780"/>
                    <a:pt x="73085" y="26334"/>
                  </a:cubicBezTo>
                  <a:cubicBezTo>
                    <a:pt x="73724" y="28888"/>
                    <a:pt x="73085" y="31441"/>
                    <a:pt x="71168" y="32718"/>
                  </a:cubicBezTo>
                  <a:lnTo>
                    <a:pt x="58388" y="45486"/>
                  </a:lnTo>
                  <a:lnTo>
                    <a:pt x="61583" y="63361"/>
                  </a:lnTo>
                  <a:cubicBezTo>
                    <a:pt x="62222" y="65915"/>
                    <a:pt x="60944" y="68468"/>
                    <a:pt x="59027" y="69745"/>
                  </a:cubicBezTo>
                  <a:cubicBezTo>
                    <a:pt x="57110" y="71022"/>
                    <a:pt x="54554" y="71660"/>
                    <a:pt x="51998" y="70383"/>
                  </a:cubicBezTo>
                  <a:lnTo>
                    <a:pt x="36023" y="62084"/>
                  </a:lnTo>
                  <a:lnTo>
                    <a:pt x="20049" y="70383"/>
                  </a:lnTo>
                  <a:cubicBezTo>
                    <a:pt x="20049" y="71022"/>
                    <a:pt x="18770" y="71022"/>
                    <a:pt x="18131" y="71022"/>
                  </a:cubicBezTo>
                </a:path>
              </a:pathLst>
            </a:custGeom>
            <a:solidFill>
              <a:srgbClr val="009A44"/>
            </a:solidFill>
            <a:ln w="6390" cap="flat">
              <a:noFill/>
              <a:prstDash val="solid"/>
              <a:miter/>
            </a:ln>
          </p:spPr>
          <p:txBody>
            <a:bodyPr rtlCol="0" anchor="ctr"/>
            <a:lstStyle/>
            <a:p>
              <a:endParaRPr lang="en-US"/>
            </a:p>
          </p:txBody>
        </p:sp>
      </p:grpSp>
      <p:sp>
        <p:nvSpPr>
          <p:cNvPr id="963" name="Graphic 4">
            <a:extLst>
              <a:ext uri="{FF2B5EF4-FFF2-40B4-BE49-F238E27FC236}">
                <a16:creationId xmlns:a16="http://schemas.microsoft.com/office/drawing/2014/main" id="{DB77CA78-3B07-E84E-9703-5FE1FA6E7F4B}"/>
              </a:ext>
            </a:extLst>
          </p:cNvPr>
          <p:cNvSpPr/>
          <p:nvPr/>
        </p:nvSpPr>
        <p:spPr>
          <a:xfrm>
            <a:off x="8240462" y="1402723"/>
            <a:ext cx="361670" cy="361333"/>
          </a:xfrm>
          <a:custGeom>
            <a:avLst/>
            <a:gdLst>
              <a:gd name="connsiteX0" fmla="*/ 97766 w 361670"/>
              <a:gd name="connsiteY0" fmla="*/ 143640 h 361333"/>
              <a:gd name="connsiteX1" fmla="*/ 103517 w 361670"/>
              <a:gd name="connsiteY1" fmla="*/ 137894 h 361333"/>
              <a:gd name="connsiteX2" fmla="*/ 95210 w 361670"/>
              <a:gd name="connsiteY2" fmla="*/ 136617 h 361333"/>
              <a:gd name="connsiteX3" fmla="*/ 90098 w 361670"/>
              <a:gd name="connsiteY3" fmla="*/ 133425 h 361333"/>
              <a:gd name="connsiteX4" fmla="*/ 86264 w 361670"/>
              <a:gd name="connsiteY4" fmla="*/ 125764 h 361333"/>
              <a:gd name="connsiteX5" fmla="*/ 82430 w 361670"/>
              <a:gd name="connsiteY5" fmla="*/ 133425 h 361333"/>
              <a:gd name="connsiteX6" fmla="*/ 77318 w 361670"/>
              <a:gd name="connsiteY6" fmla="*/ 136617 h 361333"/>
              <a:gd name="connsiteX7" fmla="*/ 69012 w 361670"/>
              <a:gd name="connsiteY7" fmla="*/ 137894 h 361333"/>
              <a:gd name="connsiteX8" fmla="*/ 74763 w 361670"/>
              <a:gd name="connsiteY8" fmla="*/ 143640 h 361333"/>
              <a:gd name="connsiteX9" fmla="*/ 76679 w 361670"/>
              <a:gd name="connsiteY9" fmla="*/ 149385 h 361333"/>
              <a:gd name="connsiteX10" fmla="*/ 75402 w 361670"/>
              <a:gd name="connsiteY10" fmla="*/ 157684 h 361333"/>
              <a:gd name="connsiteX11" fmla="*/ 83069 w 361670"/>
              <a:gd name="connsiteY11" fmla="*/ 153854 h 361333"/>
              <a:gd name="connsiteX12" fmla="*/ 86264 w 361670"/>
              <a:gd name="connsiteY12" fmla="*/ 153216 h 361333"/>
              <a:gd name="connsiteX13" fmla="*/ 89459 w 361670"/>
              <a:gd name="connsiteY13" fmla="*/ 153854 h 361333"/>
              <a:gd name="connsiteX14" fmla="*/ 97128 w 361670"/>
              <a:gd name="connsiteY14" fmla="*/ 157684 h 361333"/>
              <a:gd name="connsiteX15" fmla="*/ 95849 w 361670"/>
              <a:gd name="connsiteY15" fmla="*/ 149385 h 361333"/>
              <a:gd name="connsiteX16" fmla="*/ 97766 w 361670"/>
              <a:gd name="connsiteY16" fmla="*/ 143640 h 361333"/>
              <a:gd name="connsiteX17" fmla="*/ 150802 w 361670"/>
              <a:gd name="connsiteY17" fmla="*/ 218332 h 361333"/>
              <a:gd name="connsiteX18" fmla="*/ 142496 w 361670"/>
              <a:gd name="connsiteY18" fmla="*/ 217055 h 361333"/>
              <a:gd name="connsiteX19" fmla="*/ 137384 w 361670"/>
              <a:gd name="connsiteY19" fmla="*/ 213863 h 361333"/>
              <a:gd name="connsiteX20" fmla="*/ 133550 w 361670"/>
              <a:gd name="connsiteY20" fmla="*/ 206203 h 361333"/>
              <a:gd name="connsiteX21" fmla="*/ 129716 w 361670"/>
              <a:gd name="connsiteY21" fmla="*/ 213863 h 361333"/>
              <a:gd name="connsiteX22" fmla="*/ 124604 w 361670"/>
              <a:gd name="connsiteY22" fmla="*/ 217055 h 361333"/>
              <a:gd name="connsiteX23" fmla="*/ 116297 w 361670"/>
              <a:gd name="connsiteY23" fmla="*/ 218332 h 361333"/>
              <a:gd name="connsiteX24" fmla="*/ 122048 w 361670"/>
              <a:gd name="connsiteY24" fmla="*/ 224078 h 361333"/>
              <a:gd name="connsiteX25" fmla="*/ 123965 w 361670"/>
              <a:gd name="connsiteY25" fmla="*/ 229823 h 361333"/>
              <a:gd name="connsiteX26" fmla="*/ 122687 w 361670"/>
              <a:gd name="connsiteY26" fmla="*/ 238122 h 361333"/>
              <a:gd name="connsiteX27" fmla="*/ 130355 w 361670"/>
              <a:gd name="connsiteY27" fmla="*/ 234292 h 361333"/>
              <a:gd name="connsiteX28" fmla="*/ 133550 w 361670"/>
              <a:gd name="connsiteY28" fmla="*/ 233654 h 361333"/>
              <a:gd name="connsiteX29" fmla="*/ 136745 w 361670"/>
              <a:gd name="connsiteY29" fmla="*/ 234292 h 361333"/>
              <a:gd name="connsiteX30" fmla="*/ 144412 w 361670"/>
              <a:gd name="connsiteY30" fmla="*/ 238122 h 361333"/>
              <a:gd name="connsiteX31" fmla="*/ 143135 w 361670"/>
              <a:gd name="connsiteY31" fmla="*/ 229823 h 361333"/>
              <a:gd name="connsiteX32" fmla="*/ 145052 w 361670"/>
              <a:gd name="connsiteY32" fmla="*/ 224078 h 361333"/>
              <a:gd name="connsiteX33" fmla="*/ 150802 w 361670"/>
              <a:gd name="connsiteY33" fmla="*/ 218332 h 361333"/>
              <a:gd name="connsiteX34" fmla="*/ 191059 w 361670"/>
              <a:gd name="connsiteY34" fmla="*/ 143640 h 361333"/>
              <a:gd name="connsiteX35" fmla="*/ 196810 w 361670"/>
              <a:gd name="connsiteY35" fmla="*/ 137894 h 361333"/>
              <a:gd name="connsiteX36" fmla="*/ 188503 w 361670"/>
              <a:gd name="connsiteY36" fmla="*/ 136617 h 361333"/>
              <a:gd name="connsiteX37" fmla="*/ 183392 w 361670"/>
              <a:gd name="connsiteY37" fmla="*/ 133425 h 361333"/>
              <a:gd name="connsiteX38" fmla="*/ 179557 w 361670"/>
              <a:gd name="connsiteY38" fmla="*/ 125764 h 361333"/>
              <a:gd name="connsiteX39" fmla="*/ 175723 w 361670"/>
              <a:gd name="connsiteY39" fmla="*/ 133425 h 361333"/>
              <a:gd name="connsiteX40" fmla="*/ 170612 w 361670"/>
              <a:gd name="connsiteY40" fmla="*/ 136617 h 361333"/>
              <a:gd name="connsiteX41" fmla="*/ 162305 w 361670"/>
              <a:gd name="connsiteY41" fmla="*/ 137894 h 361333"/>
              <a:gd name="connsiteX42" fmla="*/ 168056 w 361670"/>
              <a:gd name="connsiteY42" fmla="*/ 143640 h 361333"/>
              <a:gd name="connsiteX43" fmla="*/ 169972 w 361670"/>
              <a:gd name="connsiteY43" fmla="*/ 149385 h 361333"/>
              <a:gd name="connsiteX44" fmla="*/ 168695 w 361670"/>
              <a:gd name="connsiteY44" fmla="*/ 157684 h 361333"/>
              <a:gd name="connsiteX45" fmla="*/ 176362 w 361670"/>
              <a:gd name="connsiteY45" fmla="*/ 153854 h 361333"/>
              <a:gd name="connsiteX46" fmla="*/ 179557 w 361670"/>
              <a:gd name="connsiteY46" fmla="*/ 153216 h 361333"/>
              <a:gd name="connsiteX47" fmla="*/ 182752 w 361670"/>
              <a:gd name="connsiteY47" fmla="*/ 153854 h 361333"/>
              <a:gd name="connsiteX48" fmla="*/ 190420 w 361670"/>
              <a:gd name="connsiteY48" fmla="*/ 157684 h 361333"/>
              <a:gd name="connsiteX49" fmla="*/ 189142 w 361670"/>
              <a:gd name="connsiteY49" fmla="*/ 149385 h 361333"/>
              <a:gd name="connsiteX50" fmla="*/ 191059 w 361670"/>
              <a:gd name="connsiteY50" fmla="*/ 143640 h 361333"/>
              <a:gd name="connsiteX51" fmla="*/ 243456 w 361670"/>
              <a:gd name="connsiteY51" fmla="*/ 218332 h 361333"/>
              <a:gd name="connsiteX52" fmla="*/ 235150 w 361670"/>
              <a:gd name="connsiteY52" fmla="*/ 217055 h 361333"/>
              <a:gd name="connsiteX53" fmla="*/ 230038 w 361670"/>
              <a:gd name="connsiteY53" fmla="*/ 213863 h 361333"/>
              <a:gd name="connsiteX54" fmla="*/ 226204 w 361670"/>
              <a:gd name="connsiteY54" fmla="*/ 206203 h 361333"/>
              <a:gd name="connsiteX55" fmla="*/ 222370 w 361670"/>
              <a:gd name="connsiteY55" fmla="*/ 213863 h 361333"/>
              <a:gd name="connsiteX56" fmla="*/ 217258 w 361670"/>
              <a:gd name="connsiteY56" fmla="*/ 217055 h 361333"/>
              <a:gd name="connsiteX57" fmla="*/ 208951 w 361670"/>
              <a:gd name="connsiteY57" fmla="*/ 218332 h 361333"/>
              <a:gd name="connsiteX58" fmla="*/ 214702 w 361670"/>
              <a:gd name="connsiteY58" fmla="*/ 224078 h 361333"/>
              <a:gd name="connsiteX59" fmla="*/ 216619 w 361670"/>
              <a:gd name="connsiteY59" fmla="*/ 229823 h 361333"/>
              <a:gd name="connsiteX60" fmla="*/ 215341 w 361670"/>
              <a:gd name="connsiteY60" fmla="*/ 238122 h 361333"/>
              <a:gd name="connsiteX61" fmla="*/ 223009 w 361670"/>
              <a:gd name="connsiteY61" fmla="*/ 234292 h 361333"/>
              <a:gd name="connsiteX62" fmla="*/ 226204 w 361670"/>
              <a:gd name="connsiteY62" fmla="*/ 233654 h 361333"/>
              <a:gd name="connsiteX63" fmla="*/ 229399 w 361670"/>
              <a:gd name="connsiteY63" fmla="*/ 234292 h 361333"/>
              <a:gd name="connsiteX64" fmla="*/ 237067 w 361670"/>
              <a:gd name="connsiteY64" fmla="*/ 238122 h 361333"/>
              <a:gd name="connsiteX65" fmla="*/ 235789 w 361670"/>
              <a:gd name="connsiteY65" fmla="*/ 229823 h 361333"/>
              <a:gd name="connsiteX66" fmla="*/ 237706 w 361670"/>
              <a:gd name="connsiteY66" fmla="*/ 224078 h 361333"/>
              <a:gd name="connsiteX67" fmla="*/ 243456 w 361670"/>
              <a:gd name="connsiteY67" fmla="*/ 218332 h 361333"/>
              <a:gd name="connsiteX68" fmla="*/ 284352 w 361670"/>
              <a:gd name="connsiteY68" fmla="*/ 143640 h 361333"/>
              <a:gd name="connsiteX69" fmla="*/ 290103 w 361670"/>
              <a:gd name="connsiteY69" fmla="*/ 137894 h 361333"/>
              <a:gd name="connsiteX70" fmla="*/ 281796 w 361670"/>
              <a:gd name="connsiteY70" fmla="*/ 136617 h 361333"/>
              <a:gd name="connsiteX71" fmla="*/ 276685 w 361670"/>
              <a:gd name="connsiteY71" fmla="*/ 133425 h 361333"/>
              <a:gd name="connsiteX72" fmla="*/ 272851 w 361670"/>
              <a:gd name="connsiteY72" fmla="*/ 125764 h 361333"/>
              <a:gd name="connsiteX73" fmla="*/ 269016 w 361670"/>
              <a:gd name="connsiteY73" fmla="*/ 133425 h 361333"/>
              <a:gd name="connsiteX74" fmla="*/ 263905 w 361670"/>
              <a:gd name="connsiteY74" fmla="*/ 136617 h 361333"/>
              <a:gd name="connsiteX75" fmla="*/ 255597 w 361670"/>
              <a:gd name="connsiteY75" fmla="*/ 137894 h 361333"/>
              <a:gd name="connsiteX76" fmla="*/ 261349 w 361670"/>
              <a:gd name="connsiteY76" fmla="*/ 143640 h 361333"/>
              <a:gd name="connsiteX77" fmla="*/ 263266 w 361670"/>
              <a:gd name="connsiteY77" fmla="*/ 149385 h 361333"/>
              <a:gd name="connsiteX78" fmla="*/ 261987 w 361670"/>
              <a:gd name="connsiteY78" fmla="*/ 157684 h 361333"/>
              <a:gd name="connsiteX79" fmla="*/ 269656 w 361670"/>
              <a:gd name="connsiteY79" fmla="*/ 153854 h 361333"/>
              <a:gd name="connsiteX80" fmla="*/ 272851 w 361670"/>
              <a:gd name="connsiteY80" fmla="*/ 153216 h 361333"/>
              <a:gd name="connsiteX81" fmla="*/ 276046 w 361670"/>
              <a:gd name="connsiteY81" fmla="*/ 153854 h 361333"/>
              <a:gd name="connsiteX82" fmla="*/ 283713 w 361670"/>
              <a:gd name="connsiteY82" fmla="*/ 157684 h 361333"/>
              <a:gd name="connsiteX83" fmla="*/ 282436 w 361670"/>
              <a:gd name="connsiteY83" fmla="*/ 149385 h 361333"/>
              <a:gd name="connsiteX84" fmla="*/ 284352 w 361670"/>
              <a:gd name="connsiteY84" fmla="*/ 143640 h 361333"/>
              <a:gd name="connsiteX85" fmla="*/ 309912 w 361670"/>
              <a:gd name="connsiteY85" fmla="*/ 131510 h 361333"/>
              <a:gd name="connsiteX86" fmla="*/ 307995 w 361670"/>
              <a:gd name="connsiteY86" fmla="*/ 137894 h 361333"/>
              <a:gd name="connsiteX87" fmla="*/ 295216 w 361670"/>
              <a:gd name="connsiteY87" fmla="*/ 150662 h 361333"/>
              <a:gd name="connsiteX88" fmla="*/ 298411 w 361670"/>
              <a:gd name="connsiteY88" fmla="*/ 168537 h 361333"/>
              <a:gd name="connsiteX89" fmla="*/ 295854 w 361670"/>
              <a:gd name="connsiteY89" fmla="*/ 174921 h 361333"/>
              <a:gd name="connsiteX90" fmla="*/ 288826 w 361670"/>
              <a:gd name="connsiteY90" fmla="*/ 175560 h 361333"/>
              <a:gd name="connsiteX91" fmla="*/ 272851 w 361670"/>
              <a:gd name="connsiteY91" fmla="*/ 167260 h 361333"/>
              <a:gd name="connsiteX92" fmla="*/ 256876 w 361670"/>
              <a:gd name="connsiteY92" fmla="*/ 175560 h 361333"/>
              <a:gd name="connsiteX93" fmla="*/ 253681 w 361670"/>
              <a:gd name="connsiteY93" fmla="*/ 176198 h 361333"/>
              <a:gd name="connsiteX94" fmla="*/ 249846 w 361670"/>
              <a:gd name="connsiteY94" fmla="*/ 174921 h 361333"/>
              <a:gd name="connsiteX95" fmla="*/ 247291 w 361670"/>
              <a:gd name="connsiteY95" fmla="*/ 168537 h 361333"/>
              <a:gd name="connsiteX96" fmla="*/ 250486 w 361670"/>
              <a:gd name="connsiteY96" fmla="*/ 150662 h 361333"/>
              <a:gd name="connsiteX97" fmla="*/ 237706 w 361670"/>
              <a:gd name="connsiteY97" fmla="*/ 137894 h 361333"/>
              <a:gd name="connsiteX98" fmla="*/ 235789 w 361670"/>
              <a:gd name="connsiteY98" fmla="*/ 131510 h 361333"/>
              <a:gd name="connsiteX99" fmla="*/ 240901 w 361670"/>
              <a:gd name="connsiteY99" fmla="*/ 127041 h 361333"/>
              <a:gd name="connsiteX100" fmla="*/ 258792 w 361670"/>
              <a:gd name="connsiteY100" fmla="*/ 124488 h 361333"/>
              <a:gd name="connsiteX101" fmla="*/ 266461 w 361670"/>
              <a:gd name="connsiteY101" fmla="*/ 108528 h 361333"/>
              <a:gd name="connsiteX102" fmla="*/ 277962 w 361670"/>
              <a:gd name="connsiteY102" fmla="*/ 108528 h 361333"/>
              <a:gd name="connsiteX103" fmla="*/ 285631 w 361670"/>
              <a:gd name="connsiteY103" fmla="*/ 124488 h 361333"/>
              <a:gd name="connsiteX104" fmla="*/ 303522 w 361670"/>
              <a:gd name="connsiteY104" fmla="*/ 127041 h 361333"/>
              <a:gd name="connsiteX105" fmla="*/ 309912 w 361670"/>
              <a:gd name="connsiteY105" fmla="*/ 131510 h 361333"/>
              <a:gd name="connsiteX106" fmla="*/ 232594 w 361670"/>
              <a:gd name="connsiteY106" fmla="*/ 188966 h 361333"/>
              <a:gd name="connsiteX107" fmla="*/ 240261 w 361670"/>
              <a:gd name="connsiteY107" fmla="*/ 204926 h 361333"/>
              <a:gd name="connsiteX108" fmla="*/ 258154 w 361670"/>
              <a:gd name="connsiteY108" fmla="*/ 207479 h 361333"/>
              <a:gd name="connsiteX109" fmla="*/ 263266 w 361670"/>
              <a:gd name="connsiteY109" fmla="*/ 211948 h 361333"/>
              <a:gd name="connsiteX110" fmla="*/ 261349 w 361670"/>
              <a:gd name="connsiteY110" fmla="*/ 218332 h 361333"/>
              <a:gd name="connsiteX111" fmla="*/ 248569 w 361670"/>
              <a:gd name="connsiteY111" fmla="*/ 231100 h 361333"/>
              <a:gd name="connsiteX112" fmla="*/ 251764 w 361670"/>
              <a:gd name="connsiteY112" fmla="*/ 248975 h 361333"/>
              <a:gd name="connsiteX113" fmla="*/ 249208 w 361670"/>
              <a:gd name="connsiteY113" fmla="*/ 255359 h 361333"/>
              <a:gd name="connsiteX114" fmla="*/ 245374 w 361670"/>
              <a:gd name="connsiteY114" fmla="*/ 256636 h 361333"/>
              <a:gd name="connsiteX115" fmla="*/ 242179 w 361670"/>
              <a:gd name="connsiteY115" fmla="*/ 255998 h 361333"/>
              <a:gd name="connsiteX116" fmla="*/ 226204 w 361670"/>
              <a:gd name="connsiteY116" fmla="*/ 247698 h 361333"/>
              <a:gd name="connsiteX117" fmla="*/ 210229 w 361670"/>
              <a:gd name="connsiteY117" fmla="*/ 255998 h 361333"/>
              <a:gd name="connsiteX118" fmla="*/ 203200 w 361670"/>
              <a:gd name="connsiteY118" fmla="*/ 255359 h 361333"/>
              <a:gd name="connsiteX119" fmla="*/ 200644 w 361670"/>
              <a:gd name="connsiteY119" fmla="*/ 248975 h 361333"/>
              <a:gd name="connsiteX120" fmla="*/ 203839 w 361670"/>
              <a:gd name="connsiteY120" fmla="*/ 231100 h 361333"/>
              <a:gd name="connsiteX121" fmla="*/ 191059 w 361670"/>
              <a:gd name="connsiteY121" fmla="*/ 218332 h 361333"/>
              <a:gd name="connsiteX122" fmla="*/ 189142 w 361670"/>
              <a:gd name="connsiteY122" fmla="*/ 211948 h 361333"/>
              <a:gd name="connsiteX123" fmla="*/ 194254 w 361670"/>
              <a:gd name="connsiteY123" fmla="*/ 207479 h 361333"/>
              <a:gd name="connsiteX124" fmla="*/ 212146 w 361670"/>
              <a:gd name="connsiteY124" fmla="*/ 204926 h 361333"/>
              <a:gd name="connsiteX125" fmla="*/ 219814 w 361670"/>
              <a:gd name="connsiteY125" fmla="*/ 188966 h 361333"/>
              <a:gd name="connsiteX126" fmla="*/ 232594 w 361670"/>
              <a:gd name="connsiteY126" fmla="*/ 188966 h 361333"/>
              <a:gd name="connsiteX127" fmla="*/ 215341 w 361670"/>
              <a:gd name="connsiteY127" fmla="*/ 137894 h 361333"/>
              <a:gd name="connsiteX128" fmla="*/ 202561 w 361670"/>
              <a:gd name="connsiteY128" fmla="*/ 150662 h 361333"/>
              <a:gd name="connsiteX129" fmla="*/ 205756 w 361670"/>
              <a:gd name="connsiteY129" fmla="*/ 168537 h 361333"/>
              <a:gd name="connsiteX130" fmla="*/ 203200 w 361670"/>
              <a:gd name="connsiteY130" fmla="*/ 174921 h 361333"/>
              <a:gd name="connsiteX131" fmla="*/ 196172 w 361670"/>
              <a:gd name="connsiteY131" fmla="*/ 175560 h 361333"/>
              <a:gd name="connsiteX132" fmla="*/ 180197 w 361670"/>
              <a:gd name="connsiteY132" fmla="*/ 167260 h 361333"/>
              <a:gd name="connsiteX133" fmla="*/ 164222 w 361670"/>
              <a:gd name="connsiteY133" fmla="*/ 175560 h 361333"/>
              <a:gd name="connsiteX134" fmla="*/ 161027 w 361670"/>
              <a:gd name="connsiteY134" fmla="*/ 176198 h 361333"/>
              <a:gd name="connsiteX135" fmla="*/ 157192 w 361670"/>
              <a:gd name="connsiteY135" fmla="*/ 174921 h 361333"/>
              <a:gd name="connsiteX136" fmla="*/ 154637 w 361670"/>
              <a:gd name="connsiteY136" fmla="*/ 168537 h 361333"/>
              <a:gd name="connsiteX137" fmla="*/ 157832 w 361670"/>
              <a:gd name="connsiteY137" fmla="*/ 150662 h 361333"/>
              <a:gd name="connsiteX138" fmla="*/ 145052 w 361670"/>
              <a:gd name="connsiteY138" fmla="*/ 137894 h 361333"/>
              <a:gd name="connsiteX139" fmla="*/ 143135 w 361670"/>
              <a:gd name="connsiteY139" fmla="*/ 131510 h 361333"/>
              <a:gd name="connsiteX140" fmla="*/ 148247 w 361670"/>
              <a:gd name="connsiteY140" fmla="*/ 127041 h 361333"/>
              <a:gd name="connsiteX141" fmla="*/ 166138 w 361670"/>
              <a:gd name="connsiteY141" fmla="*/ 124488 h 361333"/>
              <a:gd name="connsiteX142" fmla="*/ 173807 w 361670"/>
              <a:gd name="connsiteY142" fmla="*/ 108528 h 361333"/>
              <a:gd name="connsiteX143" fmla="*/ 185308 w 361670"/>
              <a:gd name="connsiteY143" fmla="*/ 108528 h 361333"/>
              <a:gd name="connsiteX144" fmla="*/ 192977 w 361670"/>
              <a:gd name="connsiteY144" fmla="*/ 124488 h 361333"/>
              <a:gd name="connsiteX145" fmla="*/ 210868 w 361670"/>
              <a:gd name="connsiteY145" fmla="*/ 127041 h 361333"/>
              <a:gd name="connsiteX146" fmla="*/ 215980 w 361670"/>
              <a:gd name="connsiteY146" fmla="*/ 131510 h 361333"/>
              <a:gd name="connsiteX147" fmla="*/ 215341 w 361670"/>
              <a:gd name="connsiteY147" fmla="*/ 137894 h 361333"/>
              <a:gd name="connsiteX148" fmla="*/ 139301 w 361670"/>
              <a:gd name="connsiteY148" fmla="*/ 188966 h 361333"/>
              <a:gd name="connsiteX149" fmla="*/ 146969 w 361670"/>
              <a:gd name="connsiteY149" fmla="*/ 204926 h 361333"/>
              <a:gd name="connsiteX150" fmla="*/ 164861 w 361670"/>
              <a:gd name="connsiteY150" fmla="*/ 207479 h 361333"/>
              <a:gd name="connsiteX151" fmla="*/ 169972 w 361670"/>
              <a:gd name="connsiteY151" fmla="*/ 211948 h 361333"/>
              <a:gd name="connsiteX152" fmla="*/ 168056 w 361670"/>
              <a:gd name="connsiteY152" fmla="*/ 218332 h 361333"/>
              <a:gd name="connsiteX153" fmla="*/ 155276 w 361670"/>
              <a:gd name="connsiteY153" fmla="*/ 231100 h 361333"/>
              <a:gd name="connsiteX154" fmla="*/ 158471 w 361670"/>
              <a:gd name="connsiteY154" fmla="*/ 248975 h 361333"/>
              <a:gd name="connsiteX155" fmla="*/ 155915 w 361670"/>
              <a:gd name="connsiteY155" fmla="*/ 255359 h 361333"/>
              <a:gd name="connsiteX156" fmla="*/ 152081 w 361670"/>
              <a:gd name="connsiteY156" fmla="*/ 256636 h 361333"/>
              <a:gd name="connsiteX157" fmla="*/ 148886 w 361670"/>
              <a:gd name="connsiteY157" fmla="*/ 255998 h 361333"/>
              <a:gd name="connsiteX158" fmla="*/ 132911 w 361670"/>
              <a:gd name="connsiteY158" fmla="*/ 247698 h 361333"/>
              <a:gd name="connsiteX159" fmla="*/ 116936 w 361670"/>
              <a:gd name="connsiteY159" fmla="*/ 255998 h 361333"/>
              <a:gd name="connsiteX160" fmla="*/ 109907 w 361670"/>
              <a:gd name="connsiteY160" fmla="*/ 255359 h 361333"/>
              <a:gd name="connsiteX161" fmla="*/ 107351 w 361670"/>
              <a:gd name="connsiteY161" fmla="*/ 248975 h 361333"/>
              <a:gd name="connsiteX162" fmla="*/ 110546 w 361670"/>
              <a:gd name="connsiteY162" fmla="*/ 231100 h 361333"/>
              <a:gd name="connsiteX163" fmla="*/ 97766 w 361670"/>
              <a:gd name="connsiteY163" fmla="*/ 218332 h 361333"/>
              <a:gd name="connsiteX164" fmla="*/ 95849 w 361670"/>
              <a:gd name="connsiteY164" fmla="*/ 211948 h 361333"/>
              <a:gd name="connsiteX165" fmla="*/ 100961 w 361670"/>
              <a:gd name="connsiteY165" fmla="*/ 207479 h 361333"/>
              <a:gd name="connsiteX166" fmla="*/ 118853 w 361670"/>
              <a:gd name="connsiteY166" fmla="*/ 204926 h 361333"/>
              <a:gd name="connsiteX167" fmla="*/ 126521 w 361670"/>
              <a:gd name="connsiteY167" fmla="*/ 188966 h 361333"/>
              <a:gd name="connsiteX168" fmla="*/ 139301 w 361670"/>
              <a:gd name="connsiteY168" fmla="*/ 188966 h 361333"/>
              <a:gd name="connsiteX169" fmla="*/ 122048 w 361670"/>
              <a:gd name="connsiteY169" fmla="*/ 137894 h 361333"/>
              <a:gd name="connsiteX170" fmla="*/ 109268 w 361670"/>
              <a:gd name="connsiteY170" fmla="*/ 150662 h 361333"/>
              <a:gd name="connsiteX171" fmla="*/ 112463 w 361670"/>
              <a:gd name="connsiteY171" fmla="*/ 168537 h 361333"/>
              <a:gd name="connsiteX172" fmla="*/ 109907 w 361670"/>
              <a:gd name="connsiteY172" fmla="*/ 174921 h 361333"/>
              <a:gd name="connsiteX173" fmla="*/ 102878 w 361670"/>
              <a:gd name="connsiteY173" fmla="*/ 175560 h 361333"/>
              <a:gd name="connsiteX174" fmla="*/ 86903 w 361670"/>
              <a:gd name="connsiteY174" fmla="*/ 167260 h 361333"/>
              <a:gd name="connsiteX175" fmla="*/ 70928 w 361670"/>
              <a:gd name="connsiteY175" fmla="*/ 175560 h 361333"/>
              <a:gd name="connsiteX176" fmla="*/ 67733 w 361670"/>
              <a:gd name="connsiteY176" fmla="*/ 176198 h 361333"/>
              <a:gd name="connsiteX177" fmla="*/ 63899 w 361670"/>
              <a:gd name="connsiteY177" fmla="*/ 174921 h 361333"/>
              <a:gd name="connsiteX178" fmla="*/ 61343 w 361670"/>
              <a:gd name="connsiteY178" fmla="*/ 168537 h 361333"/>
              <a:gd name="connsiteX179" fmla="*/ 64538 w 361670"/>
              <a:gd name="connsiteY179" fmla="*/ 150662 h 361333"/>
              <a:gd name="connsiteX180" fmla="*/ 51758 w 361670"/>
              <a:gd name="connsiteY180" fmla="*/ 137894 h 361333"/>
              <a:gd name="connsiteX181" fmla="*/ 49842 w 361670"/>
              <a:gd name="connsiteY181" fmla="*/ 131510 h 361333"/>
              <a:gd name="connsiteX182" fmla="*/ 54953 w 361670"/>
              <a:gd name="connsiteY182" fmla="*/ 127041 h 361333"/>
              <a:gd name="connsiteX183" fmla="*/ 72845 w 361670"/>
              <a:gd name="connsiteY183" fmla="*/ 124488 h 361333"/>
              <a:gd name="connsiteX184" fmla="*/ 80513 w 361670"/>
              <a:gd name="connsiteY184" fmla="*/ 108528 h 361333"/>
              <a:gd name="connsiteX185" fmla="*/ 92015 w 361670"/>
              <a:gd name="connsiteY185" fmla="*/ 108528 h 361333"/>
              <a:gd name="connsiteX186" fmla="*/ 99683 w 361670"/>
              <a:gd name="connsiteY186" fmla="*/ 124488 h 361333"/>
              <a:gd name="connsiteX187" fmla="*/ 117575 w 361670"/>
              <a:gd name="connsiteY187" fmla="*/ 127041 h 361333"/>
              <a:gd name="connsiteX188" fmla="*/ 122687 w 361670"/>
              <a:gd name="connsiteY188" fmla="*/ 131510 h 361333"/>
              <a:gd name="connsiteX189" fmla="*/ 122048 w 361670"/>
              <a:gd name="connsiteY189" fmla="*/ 137894 h 361333"/>
              <a:gd name="connsiteX190" fmla="*/ 361670 w 361670"/>
              <a:gd name="connsiteY190" fmla="*/ 180667 h 361333"/>
              <a:gd name="connsiteX191" fmla="*/ 180836 w 361670"/>
              <a:gd name="connsiteY191" fmla="*/ 0 h 361333"/>
              <a:gd name="connsiteX192" fmla="*/ 0 w 361670"/>
              <a:gd name="connsiteY192" fmla="*/ 180667 h 361333"/>
              <a:gd name="connsiteX193" fmla="*/ 180836 w 361670"/>
              <a:gd name="connsiteY193" fmla="*/ 361333 h 361333"/>
              <a:gd name="connsiteX194" fmla="*/ 361670 w 361670"/>
              <a:gd name="connsiteY194" fmla="*/ 18066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361670" h="361333">
                <a:moveTo>
                  <a:pt x="97766" y="143640"/>
                </a:moveTo>
                <a:lnTo>
                  <a:pt x="103517" y="137894"/>
                </a:lnTo>
                <a:lnTo>
                  <a:pt x="95210" y="136617"/>
                </a:lnTo>
                <a:cubicBezTo>
                  <a:pt x="93293" y="136617"/>
                  <a:pt x="91376" y="134702"/>
                  <a:pt x="90098" y="133425"/>
                </a:cubicBezTo>
                <a:lnTo>
                  <a:pt x="86264" y="125764"/>
                </a:lnTo>
                <a:lnTo>
                  <a:pt x="82430" y="133425"/>
                </a:lnTo>
                <a:cubicBezTo>
                  <a:pt x="81792" y="135340"/>
                  <a:pt x="79874" y="136617"/>
                  <a:pt x="77318" y="136617"/>
                </a:cubicBezTo>
                <a:lnTo>
                  <a:pt x="69012" y="137894"/>
                </a:lnTo>
                <a:lnTo>
                  <a:pt x="74763" y="143640"/>
                </a:lnTo>
                <a:cubicBezTo>
                  <a:pt x="76040" y="144916"/>
                  <a:pt x="76679" y="147470"/>
                  <a:pt x="76679" y="149385"/>
                </a:cubicBezTo>
                <a:lnTo>
                  <a:pt x="75402" y="157684"/>
                </a:lnTo>
                <a:lnTo>
                  <a:pt x="83069" y="153854"/>
                </a:lnTo>
                <a:cubicBezTo>
                  <a:pt x="83708" y="153216"/>
                  <a:pt x="84986" y="153216"/>
                  <a:pt x="86264" y="153216"/>
                </a:cubicBezTo>
                <a:cubicBezTo>
                  <a:pt x="87543" y="153216"/>
                  <a:pt x="88181" y="153216"/>
                  <a:pt x="89459" y="153854"/>
                </a:cubicBezTo>
                <a:lnTo>
                  <a:pt x="97128" y="157684"/>
                </a:lnTo>
                <a:lnTo>
                  <a:pt x="95849" y="149385"/>
                </a:lnTo>
                <a:cubicBezTo>
                  <a:pt x="95849" y="147470"/>
                  <a:pt x="96488" y="145555"/>
                  <a:pt x="97766" y="143640"/>
                </a:cubicBezTo>
                <a:moveTo>
                  <a:pt x="150802" y="218332"/>
                </a:moveTo>
                <a:lnTo>
                  <a:pt x="142496" y="217055"/>
                </a:lnTo>
                <a:cubicBezTo>
                  <a:pt x="140579" y="217055"/>
                  <a:pt x="138662" y="215140"/>
                  <a:pt x="137384" y="213863"/>
                </a:cubicBezTo>
                <a:lnTo>
                  <a:pt x="133550" y="206203"/>
                </a:lnTo>
                <a:lnTo>
                  <a:pt x="129716" y="213863"/>
                </a:lnTo>
                <a:cubicBezTo>
                  <a:pt x="129077" y="215779"/>
                  <a:pt x="127160" y="217055"/>
                  <a:pt x="124604" y="217055"/>
                </a:cubicBezTo>
                <a:lnTo>
                  <a:pt x="116297" y="218332"/>
                </a:lnTo>
                <a:lnTo>
                  <a:pt x="122048" y="224078"/>
                </a:lnTo>
                <a:cubicBezTo>
                  <a:pt x="123326" y="225355"/>
                  <a:pt x="123965" y="227908"/>
                  <a:pt x="123965" y="229823"/>
                </a:cubicBezTo>
                <a:lnTo>
                  <a:pt x="122687" y="238122"/>
                </a:lnTo>
                <a:lnTo>
                  <a:pt x="130355" y="234292"/>
                </a:lnTo>
                <a:cubicBezTo>
                  <a:pt x="130994" y="233654"/>
                  <a:pt x="132272" y="233654"/>
                  <a:pt x="133550" y="233654"/>
                </a:cubicBezTo>
                <a:cubicBezTo>
                  <a:pt x="134828" y="233654"/>
                  <a:pt x="135467" y="233654"/>
                  <a:pt x="136745" y="234292"/>
                </a:cubicBezTo>
                <a:lnTo>
                  <a:pt x="144412" y="238122"/>
                </a:lnTo>
                <a:lnTo>
                  <a:pt x="143135" y="229823"/>
                </a:lnTo>
                <a:cubicBezTo>
                  <a:pt x="142496" y="227908"/>
                  <a:pt x="143774" y="225355"/>
                  <a:pt x="145052" y="224078"/>
                </a:cubicBezTo>
                <a:lnTo>
                  <a:pt x="150802" y="218332"/>
                </a:lnTo>
                <a:close/>
                <a:moveTo>
                  <a:pt x="191059" y="143640"/>
                </a:moveTo>
                <a:lnTo>
                  <a:pt x="196810" y="137894"/>
                </a:lnTo>
                <a:lnTo>
                  <a:pt x="188503" y="136617"/>
                </a:lnTo>
                <a:cubicBezTo>
                  <a:pt x="186587" y="136617"/>
                  <a:pt x="184669" y="134702"/>
                  <a:pt x="183392" y="133425"/>
                </a:cubicBezTo>
                <a:lnTo>
                  <a:pt x="179557" y="125764"/>
                </a:lnTo>
                <a:lnTo>
                  <a:pt x="175723" y="133425"/>
                </a:lnTo>
                <a:cubicBezTo>
                  <a:pt x="175084" y="135340"/>
                  <a:pt x="173167" y="136617"/>
                  <a:pt x="170612" y="136617"/>
                </a:cubicBezTo>
                <a:lnTo>
                  <a:pt x="162305" y="137894"/>
                </a:lnTo>
                <a:lnTo>
                  <a:pt x="168056" y="143640"/>
                </a:lnTo>
                <a:cubicBezTo>
                  <a:pt x="169333" y="144916"/>
                  <a:pt x="169972" y="147470"/>
                  <a:pt x="169972" y="149385"/>
                </a:cubicBezTo>
                <a:lnTo>
                  <a:pt x="168695" y="157684"/>
                </a:lnTo>
                <a:lnTo>
                  <a:pt x="176362" y="153854"/>
                </a:lnTo>
                <a:cubicBezTo>
                  <a:pt x="177002" y="153216"/>
                  <a:pt x="178279" y="153216"/>
                  <a:pt x="179557" y="153216"/>
                </a:cubicBezTo>
                <a:cubicBezTo>
                  <a:pt x="180836" y="153216"/>
                  <a:pt x="181474" y="153216"/>
                  <a:pt x="182752" y="153854"/>
                </a:cubicBezTo>
                <a:lnTo>
                  <a:pt x="190420" y="157684"/>
                </a:lnTo>
                <a:lnTo>
                  <a:pt x="189142" y="149385"/>
                </a:lnTo>
                <a:cubicBezTo>
                  <a:pt x="189142" y="147470"/>
                  <a:pt x="189782" y="145555"/>
                  <a:pt x="191059" y="143640"/>
                </a:cubicBezTo>
                <a:moveTo>
                  <a:pt x="243456" y="218332"/>
                </a:moveTo>
                <a:lnTo>
                  <a:pt x="235150" y="217055"/>
                </a:lnTo>
                <a:cubicBezTo>
                  <a:pt x="233233" y="217055"/>
                  <a:pt x="231316" y="215140"/>
                  <a:pt x="230038" y="213863"/>
                </a:cubicBezTo>
                <a:lnTo>
                  <a:pt x="226204" y="206203"/>
                </a:lnTo>
                <a:lnTo>
                  <a:pt x="222370" y="213863"/>
                </a:lnTo>
                <a:cubicBezTo>
                  <a:pt x="221731" y="215779"/>
                  <a:pt x="219814" y="217055"/>
                  <a:pt x="217258" y="217055"/>
                </a:cubicBezTo>
                <a:lnTo>
                  <a:pt x="208951" y="218332"/>
                </a:lnTo>
                <a:lnTo>
                  <a:pt x="214702" y="224078"/>
                </a:lnTo>
                <a:cubicBezTo>
                  <a:pt x="215980" y="225355"/>
                  <a:pt x="216619" y="227908"/>
                  <a:pt x="216619" y="229823"/>
                </a:cubicBezTo>
                <a:lnTo>
                  <a:pt x="215341" y="238122"/>
                </a:lnTo>
                <a:lnTo>
                  <a:pt x="223009" y="234292"/>
                </a:lnTo>
                <a:cubicBezTo>
                  <a:pt x="223648" y="233654"/>
                  <a:pt x="224926" y="233654"/>
                  <a:pt x="226204" y="233654"/>
                </a:cubicBezTo>
                <a:cubicBezTo>
                  <a:pt x="227482" y="233654"/>
                  <a:pt x="228121" y="233654"/>
                  <a:pt x="229399" y="234292"/>
                </a:cubicBezTo>
                <a:lnTo>
                  <a:pt x="237067" y="238122"/>
                </a:lnTo>
                <a:lnTo>
                  <a:pt x="235789" y="229823"/>
                </a:lnTo>
                <a:cubicBezTo>
                  <a:pt x="235150" y="227908"/>
                  <a:pt x="236428" y="225355"/>
                  <a:pt x="237706" y="224078"/>
                </a:cubicBezTo>
                <a:lnTo>
                  <a:pt x="243456" y="218332"/>
                </a:lnTo>
                <a:close/>
                <a:moveTo>
                  <a:pt x="284352" y="143640"/>
                </a:moveTo>
                <a:lnTo>
                  <a:pt x="290103" y="137894"/>
                </a:lnTo>
                <a:lnTo>
                  <a:pt x="281796" y="136617"/>
                </a:lnTo>
                <a:cubicBezTo>
                  <a:pt x="279880" y="136617"/>
                  <a:pt x="277962" y="134702"/>
                  <a:pt x="276685" y="133425"/>
                </a:cubicBezTo>
                <a:lnTo>
                  <a:pt x="272851" y="125764"/>
                </a:lnTo>
                <a:lnTo>
                  <a:pt x="269016" y="133425"/>
                </a:lnTo>
                <a:cubicBezTo>
                  <a:pt x="268377" y="135340"/>
                  <a:pt x="266461" y="136617"/>
                  <a:pt x="263905" y="136617"/>
                </a:cubicBezTo>
                <a:lnTo>
                  <a:pt x="255597" y="137894"/>
                </a:lnTo>
                <a:lnTo>
                  <a:pt x="261349" y="143640"/>
                </a:lnTo>
                <a:cubicBezTo>
                  <a:pt x="262626" y="144916"/>
                  <a:pt x="263266" y="147470"/>
                  <a:pt x="263266" y="149385"/>
                </a:cubicBezTo>
                <a:lnTo>
                  <a:pt x="261987" y="157684"/>
                </a:lnTo>
                <a:lnTo>
                  <a:pt x="269656" y="153854"/>
                </a:lnTo>
                <a:cubicBezTo>
                  <a:pt x="270295" y="153216"/>
                  <a:pt x="271572" y="153216"/>
                  <a:pt x="272851" y="153216"/>
                </a:cubicBezTo>
                <a:cubicBezTo>
                  <a:pt x="274128" y="153216"/>
                  <a:pt x="274767" y="153216"/>
                  <a:pt x="276046" y="153854"/>
                </a:cubicBezTo>
                <a:lnTo>
                  <a:pt x="283713" y="157684"/>
                </a:lnTo>
                <a:lnTo>
                  <a:pt x="282436" y="149385"/>
                </a:lnTo>
                <a:cubicBezTo>
                  <a:pt x="281796" y="147470"/>
                  <a:pt x="282436" y="145555"/>
                  <a:pt x="284352" y="143640"/>
                </a:cubicBezTo>
                <a:moveTo>
                  <a:pt x="309912" y="131510"/>
                </a:moveTo>
                <a:cubicBezTo>
                  <a:pt x="310551" y="134064"/>
                  <a:pt x="309912" y="136617"/>
                  <a:pt x="307995" y="137894"/>
                </a:cubicBezTo>
                <a:lnTo>
                  <a:pt x="295216" y="150662"/>
                </a:lnTo>
                <a:lnTo>
                  <a:pt x="298411" y="168537"/>
                </a:lnTo>
                <a:cubicBezTo>
                  <a:pt x="299049" y="171091"/>
                  <a:pt x="297771" y="173644"/>
                  <a:pt x="295854" y="174921"/>
                </a:cubicBezTo>
                <a:cubicBezTo>
                  <a:pt x="293937" y="176198"/>
                  <a:pt x="291381" y="176836"/>
                  <a:pt x="288826" y="175560"/>
                </a:cubicBezTo>
                <a:lnTo>
                  <a:pt x="272851" y="167260"/>
                </a:lnTo>
                <a:lnTo>
                  <a:pt x="256876" y="175560"/>
                </a:lnTo>
                <a:cubicBezTo>
                  <a:pt x="256236" y="176198"/>
                  <a:pt x="254959" y="176198"/>
                  <a:pt x="253681" y="176198"/>
                </a:cubicBezTo>
                <a:cubicBezTo>
                  <a:pt x="252403" y="176198"/>
                  <a:pt x="251125" y="175560"/>
                  <a:pt x="249846" y="174921"/>
                </a:cubicBezTo>
                <a:cubicBezTo>
                  <a:pt x="247930" y="173644"/>
                  <a:pt x="246651" y="171091"/>
                  <a:pt x="247291" y="168537"/>
                </a:cubicBezTo>
                <a:lnTo>
                  <a:pt x="250486" y="150662"/>
                </a:lnTo>
                <a:lnTo>
                  <a:pt x="237706" y="137894"/>
                </a:lnTo>
                <a:cubicBezTo>
                  <a:pt x="235789" y="135979"/>
                  <a:pt x="235150" y="133425"/>
                  <a:pt x="235789" y="131510"/>
                </a:cubicBezTo>
                <a:cubicBezTo>
                  <a:pt x="236428" y="128956"/>
                  <a:pt x="238345" y="127680"/>
                  <a:pt x="240901" y="127041"/>
                </a:cubicBezTo>
                <a:lnTo>
                  <a:pt x="258792" y="124488"/>
                </a:lnTo>
                <a:lnTo>
                  <a:pt x="266461" y="108528"/>
                </a:lnTo>
                <a:cubicBezTo>
                  <a:pt x="268377" y="104059"/>
                  <a:pt x="276046" y="104059"/>
                  <a:pt x="277962" y="108528"/>
                </a:cubicBezTo>
                <a:lnTo>
                  <a:pt x="285631" y="124488"/>
                </a:lnTo>
                <a:lnTo>
                  <a:pt x="303522" y="127041"/>
                </a:lnTo>
                <a:cubicBezTo>
                  <a:pt x="307356" y="127680"/>
                  <a:pt x="309273" y="128956"/>
                  <a:pt x="309912" y="131510"/>
                </a:cubicBezTo>
                <a:moveTo>
                  <a:pt x="232594" y="188966"/>
                </a:moveTo>
                <a:lnTo>
                  <a:pt x="240261" y="204926"/>
                </a:lnTo>
                <a:lnTo>
                  <a:pt x="258154" y="207479"/>
                </a:lnTo>
                <a:cubicBezTo>
                  <a:pt x="260710" y="208118"/>
                  <a:pt x="262626" y="209395"/>
                  <a:pt x="263266" y="211948"/>
                </a:cubicBezTo>
                <a:cubicBezTo>
                  <a:pt x="263905" y="214502"/>
                  <a:pt x="263266" y="217055"/>
                  <a:pt x="261349" y="218332"/>
                </a:cubicBezTo>
                <a:lnTo>
                  <a:pt x="248569" y="231100"/>
                </a:lnTo>
                <a:lnTo>
                  <a:pt x="251764" y="248975"/>
                </a:lnTo>
                <a:cubicBezTo>
                  <a:pt x="252403" y="251529"/>
                  <a:pt x="251125" y="254082"/>
                  <a:pt x="249208" y="255359"/>
                </a:cubicBezTo>
                <a:cubicBezTo>
                  <a:pt x="247930" y="255998"/>
                  <a:pt x="246651" y="256636"/>
                  <a:pt x="245374" y="256636"/>
                </a:cubicBezTo>
                <a:cubicBezTo>
                  <a:pt x="244096" y="256636"/>
                  <a:pt x="243456" y="256636"/>
                  <a:pt x="242179" y="255998"/>
                </a:cubicBezTo>
                <a:lnTo>
                  <a:pt x="226204" y="247698"/>
                </a:lnTo>
                <a:lnTo>
                  <a:pt x="210229" y="255998"/>
                </a:lnTo>
                <a:cubicBezTo>
                  <a:pt x="208312" y="257274"/>
                  <a:pt x="205756" y="256636"/>
                  <a:pt x="203200" y="255359"/>
                </a:cubicBezTo>
                <a:cubicBezTo>
                  <a:pt x="201283" y="254082"/>
                  <a:pt x="200005" y="251529"/>
                  <a:pt x="200644" y="248975"/>
                </a:cubicBezTo>
                <a:lnTo>
                  <a:pt x="203839" y="231100"/>
                </a:lnTo>
                <a:lnTo>
                  <a:pt x="191059" y="218332"/>
                </a:lnTo>
                <a:cubicBezTo>
                  <a:pt x="189142" y="216417"/>
                  <a:pt x="188503" y="213863"/>
                  <a:pt x="189142" y="211948"/>
                </a:cubicBezTo>
                <a:cubicBezTo>
                  <a:pt x="189782" y="209395"/>
                  <a:pt x="191698" y="208118"/>
                  <a:pt x="194254" y="207479"/>
                </a:cubicBezTo>
                <a:lnTo>
                  <a:pt x="212146" y="204926"/>
                </a:lnTo>
                <a:lnTo>
                  <a:pt x="219814" y="188966"/>
                </a:lnTo>
                <a:cubicBezTo>
                  <a:pt x="223009" y="184497"/>
                  <a:pt x="230677" y="184497"/>
                  <a:pt x="232594" y="188966"/>
                </a:cubicBezTo>
                <a:moveTo>
                  <a:pt x="215341" y="137894"/>
                </a:moveTo>
                <a:lnTo>
                  <a:pt x="202561" y="150662"/>
                </a:lnTo>
                <a:lnTo>
                  <a:pt x="205756" y="168537"/>
                </a:lnTo>
                <a:cubicBezTo>
                  <a:pt x="206395" y="171091"/>
                  <a:pt x="205117" y="173644"/>
                  <a:pt x="203200" y="174921"/>
                </a:cubicBezTo>
                <a:cubicBezTo>
                  <a:pt x="201283" y="176198"/>
                  <a:pt x="198727" y="176836"/>
                  <a:pt x="196172" y="175560"/>
                </a:cubicBezTo>
                <a:lnTo>
                  <a:pt x="180197" y="167260"/>
                </a:lnTo>
                <a:lnTo>
                  <a:pt x="164222" y="175560"/>
                </a:lnTo>
                <a:cubicBezTo>
                  <a:pt x="163582" y="176198"/>
                  <a:pt x="162305" y="176198"/>
                  <a:pt x="161027" y="176198"/>
                </a:cubicBezTo>
                <a:cubicBezTo>
                  <a:pt x="159748" y="176198"/>
                  <a:pt x="158471" y="175560"/>
                  <a:pt x="157192" y="174921"/>
                </a:cubicBezTo>
                <a:cubicBezTo>
                  <a:pt x="155276" y="173644"/>
                  <a:pt x="153997" y="171091"/>
                  <a:pt x="154637" y="168537"/>
                </a:cubicBezTo>
                <a:lnTo>
                  <a:pt x="157832" y="150662"/>
                </a:lnTo>
                <a:lnTo>
                  <a:pt x="145052" y="137894"/>
                </a:lnTo>
                <a:cubicBezTo>
                  <a:pt x="143135" y="135979"/>
                  <a:pt x="142496" y="133425"/>
                  <a:pt x="143135" y="131510"/>
                </a:cubicBezTo>
                <a:cubicBezTo>
                  <a:pt x="143774" y="128956"/>
                  <a:pt x="145691" y="127680"/>
                  <a:pt x="148247" y="127041"/>
                </a:cubicBezTo>
                <a:lnTo>
                  <a:pt x="166138" y="124488"/>
                </a:lnTo>
                <a:lnTo>
                  <a:pt x="173807" y="108528"/>
                </a:lnTo>
                <a:cubicBezTo>
                  <a:pt x="175723" y="104059"/>
                  <a:pt x="183392" y="104059"/>
                  <a:pt x="185308" y="108528"/>
                </a:cubicBezTo>
                <a:lnTo>
                  <a:pt x="192977" y="124488"/>
                </a:lnTo>
                <a:lnTo>
                  <a:pt x="210868" y="127041"/>
                </a:lnTo>
                <a:cubicBezTo>
                  <a:pt x="213424" y="127680"/>
                  <a:pt x="215341" y="128956"/>
                  <a:pt x="215980" y="131510"/>
                </a:cubicBezTo>
                <a:cubicBezTo>
                  <a:pt x="217897" y="134064"/>
                  <a:pt x="217258" y="136617"/>
                  <a:pt x="215341" y="137894"/>
                </a:cubicBezTo>
                <a:moveTo>
                  <a:pt x="139301" y="188966"/>
                </a:moveTo>
                <a:lnTo>
                  <a:pt x="146969" y="204926"/>
                </a:lnTo>
                <a:lnTo>
                  <a:pt x="164861" y="207479"/>
                </a:lnTo>
                <a:cubicBezTo>
                  <a:pt x="167417" y="208118"/>
                  <a:pt x="169333" y="209395"/>
                  <a:pt x="169972" y="211948"/>
                </a:cubicBezTo>
                <a:cubicBezTo>
                  <a:pt x="170612" y="214502"/>
                  <a:pt x="169972" y="217055"/>
                  <a:pt x="168056" y="218332"/>
                </a:cubicBezTo>
                <a:lnTo>
                  <a:pt x="155276" y="231100"/>
                </a:lnTo>
                <a:lnTo>
                  <a:pt x="158471" y="248975"/>
                </a:lnTo>
                <a:cubicBezTo>
                  <a:pt x="159110" y="251529"/>
                  <a:pt x="157832" y="254082"/>
                  <a:pt x="155915" y="255359"/>
                </a:cubicBezTo>
                <a:cubicBezTo>
                  <a:pt x="154637" y="255998"/>
                  <a:pt x="153358" y="256636"/>
                  <a:pt x="152081" y="256636"/>
                </a:cubicBezTo>
                <a:cubicBezTo>
                  <a:pt x="150802" y="256636"/>
                  <a:pt x="150164" y="256636"/>
                  <a:pt x="148886" y="255998"/>
                </a:cubicBezTo>
                <a:lnTo>
                  <a:pt x="132911" y="247698"/>
                </a:lnTo>
                <a:lnTo>
                  <a:pt x="116936" y="255998"/>
                </a:lnTo>
                <a:cubicBezTo>
                  <a:pt x="115019" y="257274"/>
                  <a:pt x="112463" y="256636"/>
                  <a:pt x="109907" y="255359"/>
                </a:cubicBezTo>
                <a:cubicBezTo>
                  <a:pt x="107990" y="254082"/>
                  <a:pt x="106712" y="251529"/>
                  <a:pt x="107351" y="248975"/>
                </a:cubicBezTo>
                <a:lnTo>
                  <a:pt x="110546" y="231100"/>
                </a:lnTo>
                <a:lnTo>
                  <a:pt x="97766" y="218332"/>
                </a:lnTo>
                <a:cubicBezTo>
                  <a:pt x="95849" y="216417"/>
                  <a:pt x="95210" y="213863"/>
                  <a:pt x="95849" y="211948"/>
                </a:cubicBezTo>
                <a:cubicBezTo>
                  <a:pt x="96488" y="209395"/>
                  <a:pt x="98405" y="208118"/>
                  <a:pt x="100961" y="207479"/>
                </a:cubicBezTo>
                <a:lnTo>
                  <a:pt x="118853" y="204926"/>
                </a:lnTo>
                <a:lnTo>
                  <a:pt x="126521" y="188966"/>
                </a:lnTo>
                <a:cubicBezTo>
                  <a:pt x="130355" y="184497"/>
                  <a:pt x="137384" y="184497"/>
                  <a:pt x="139301" y="188966"/>
                </a:cubicBezTo>
                <a:moveTo>
                  <a:pt x="122048" y="137894"/>
                </a:moveTo>
                <a:lnTo>
                  <a:pt x="109268" y="150662"/>
                </a:lnTo>
                <a:lnTo>
                  <a:pt x="112463" y="168537"/>
                </a:lnTo>
                <a:cubicBezTo>
                  <a:pt x="113102" y="171091"/>
                  <a:pt x="111824" y="173644"/>
                  <a:pt x="109907" y="174921"/>
                </a:cubicBezTo>
                <a:cubicBezTo>
                  <a:pt x="107990" y="176198"/>
                  <a:pt x="105434" y="176836"/>
                  <a:pt x="102878" y="175560"/>
                </a:cubicBezTo>
                <a:lnTo>
                  <a:pt x="86903" y="167260"/>
                </a:lnTo>
                <a:lnTo>
                  <a:pt x="70928" y="175560"/>
                </a:lnTo>
                <a:cubicBezTo>
                  <a:pt x="70289" y="176198"/>
                  <a:pt x="69012" y="176198"/>
                  <a:pt x="67733" y="176198"/>
                </a:cubicBezTo>
                <a:cubicBezTo>
                  <a:pt x="66456" y="176198"/>
                  <a:pt x="65178" y="175560"/>
                  <a:pt x="63899" y="174921"/>
                </a:cubicBezTo>
                <a:cubicBezTo>
                  <a:pt x="61983" y="173644"/>
                  <a:pt x="60704" y="171091"/>
                  <a:pt x="61343" y="168537"/>
                </a:cubicBezTo>
                <a:lnTo>
                  <a:pt x="64538" y="150662"/>
                </a:lnTo>
                <a:lnTo>
                  <a:pt x="51758" y="137894"/>
                </a:lnTo>
                <a:cubicBezTo>
                  <a:pt x="49842" y="135979"/>
                  <a:pt x="49203" y="133425"/>
                  <a:pt x="49842" y="131510"/>
                </a:cubicBezTo>
                <a:cubicBezTo>
                  <a:pt x="50481" y="128956"/>
                  <a:pt x="52398" y="127680"/>
                  <a:pt x="54953" y="127041"/>
                </a:cubicBezTo>
                <a:lnTo>
                  <a:pt x="72845" y="124488"/>
                </a:lnTo>
                <a:lnTo>
                  <a:pt x="80513" y="108528"/>
                </a:lnTo>
                <a:cubicBezTo>
                  <a:pt x="82430" y="104059"/>
                  <a:pt x="90098" y="104059"/>
                  <a:pt x="92015" y="108528"/>
                </a:cubicBezTo>
                <a:lnTo>
                  <a:pt x="99683" y="124488"/>
                </a:lnTo>
                <a:lnTo>
                  <a:pt x="117575" y="127041"/>
                </a:lnTo>
                <a:cubicBezTo>
                  <a:pt x="120131" y="127680"/>
                  <a:pt x="122048" y="128956"/>
                  <a:pt x="122687" y="131510"/>
                </a:cubicBezTo>
                <a:cubicBezTo>
                  <a:pt x="124604" y="134064"/>
                  <a:pt x="123965" y="136617"/>
                  <a:pt x="122048" y="137894"/>
                </a:cubicBezTo>
                <a:moveTo>
                  <a:pt x="361670" y="180667"/>
                </a:moveTo>
                <a:cubicBezTo>
                  <a:pt x="361670" y="80438"/>
                  <a:pt x="280518" y="0"/>
                  <a:pt x="180836" y="0"/>
                </a:cubicBezTo>
                <a:cubicBezTo>
                  <a:pt x="80513" y="0"/>
                  <a:pt x="0" y="81077"/>
                  <a:pt x="0" y="180667"/>
                </a:cubicBezTo>
                <a:cubicBezTo>
                  <a:pt x="0" y="280895"/>
                  <a:pt x="81153" y="361333"/>
                  <a:pt x="180836" y="361333"/>
                </a:cubicBezTo>
                <a:cubicBezTo>
                  <a:pt x="280518" y="361333"/>
                  <a:pt x="361670" y="280257"/>
                  <a:pt x="361670" y="180667"/>
                </a:cubicBezTo>
              </a:path>
            </a:pathLst>
          </a:custGeom>
          <a:solidFill>
            <a:srgbClr val="009A44"/>
          </a:solidFill>
          <a:ln w="6390" cap="flat">
            <a:noFill/>
            <a:prstDash val="solid"/>
            <a:miter/>
          </a:ln>
        </p:spPr>
        <p:txBody>
          <a:bodyPr rtlCol="0" anchor="ctr"/>
          <a:lstStyle/>
          <a:p>
            <a:endParaRPr lang="en-US"/>
          </a:p>
        </p:txBody>
      </p:sp>
      <p:grpSp>
        <p:nvGrpSpPr>
          <p:cNvPr id="964" name="Graphic 4">
            <a:extLst>
              <a:ext uri="{FF2B5EF4-FFF2-40B4-BE49-F238E27FC236}">
                <a16:creationId xmlns:a16="http://schemas.microsoft.com/office/drawing/2014/main" id="{B4EAA608-9BF2-1644-ABF5-AF9084D6353C}"/>
              </a:ext>
            </a:extLst>
          </p:cNvPr>
          <p:cNvGrpSpPr/>
          <p:nvPr/>
        </p:nvGrpSpPr>
        <p:grpSpPr>
          <a:xfrm>
            <a:off x="7802113" y="918179"/>
            <a:ext cx="361670" cy="361333"/>
            <a:chOff x="7802113" y="918179"/>
            <a:chExt cx="361670" cy="361333"/>
          </a:xfrm>
          <a:solidFill>
            <a:srgbClr val="009A44"/>
          </a:solidFill>
        </p:grpSpPr>
        <p:sp>
          <p:nvSpPr>
            <p:cNvPr id="965" name="Graphic 4">
              <a:extLst>
                <a:ext uri="{FF2B5EF4-FFF2-40B4-BE49-F238E27FC236}">
                  <a16:creationId xmlns:a16="http://schemas.microsoft.com/office/drawing/2014/main" id="{ADA63638-3D8A-3848-95CA-DD8E4927E142}"/>
                </a:ext>
              </a:extLst>
            </p:cNvPr>
            <p:cNvSpPr/>
            <p:nvPr/>
          </p:nvSpPr>
          <p:spPr>
            <a:xfrm>
              <a:off x="7802113" y="918179"/>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895"/>
                    <a:pt x="81152" y="361333"/>
                    <a:pt x="180836" y="361333"/>
                  </a:cubicBezTo>
                  <a:cubicBezTo>
                    <a:pt x="281157" y="361333"/>
                    <a:pt x="361670" y="280257"/>
                    <a:pt x="361670" y="180667"/>
                  </a:cubicBezTo>
                  <a:cubicBezTo>
                    <a:pt x="361670" y="81077"/>
                    <a:pt x="280518"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234"/>
                    <a:pt x="273490" y="349204"/>
                    <a:pt x="180836" y="349204"/>
                  </a:cubicBezTo>
                  <a:close/>
                </a:path>
              </a:pathLst>
            </a:custGeom>
            <a:solidFill>
              <a:srgbClr val="009A44"/>
            </a:solidFill>
            <a:ln w="6390" cap="flat">
              <a:noFill/>
              <a:prstDash val="solid"/>
              <a:miter/>
            </a:ln>
          </p:spPr>
          <p:txBody>
            <a:bodyPr rtlCol="0" anchor="ctr"/>
            <a:lstStyle/>
            <a:p>
              <a:endParaRPr lang="en-US"/>
            </a:p>
          </p:txBody>
        </p:sp>
        <p:sp>
          <p:nvSpPr>
            <p:cNvPr id="966" name="Graphic 4">
              <a:extLst>
                <a:ext uri="{FF2B5EF4-FFF2-40B4-BE49-F238E27FC236}">
                  <a16:creationId xmlns:a16="http://schemas.microsoft.com/office/drawing/2014/main" id="{A56A6C0B-A6F6-7745-8B52-B316095CC615}"/>
                </a:ext>
              </a:extLst>
            </p:cNvPr>
            <p:cNvSpPr/>
            <p:nvPr/>
          </p:nvSpPr>
          <p:spPr>
            <a:xfrm>
              <a:off x="7902170" y="981962"/>
              <a:ext cx="160356" cy="235626"/>
            </a:xfrm>
            <a:custGeom>
              <a:avLst/>
              <a:gdLst>
                <a:gd name="connsiteX0" fmla="*/ 147873 w 160356"/>
                <a:gd name="connsiteY0" fmla="*/ 35169 h 235626"/>
                <a:gd name="connsiteX1" fmla="*/ 151707 w 160356"/>
                <a:gd name="connsiteY1" fmla="*/ 14102 h 235626"/>
                <a:gd name="connsiteX2" fmla="*/ 92919 w 160356"/>
                <a:gd name="connsiteY2" fmla="*/ 1334 h 235626"/>
                <a:gd name="connsiteX3" fmla="*/ 24547 w 160356"/>
                <a:gd name="connsiteY3" fmla="*/ 21763 h 235626"/>
                <a:gd name="connsiteX4" fmla="*/ 265 w 160356"/>
                <a:gd name="connsiteY4" fmla="*/ 47299 h 235626"/>
                <a:gd name="connsiteX5" fmla="*/ 265 w 160356"/>
                <a:gd name="connsiteY5" fmla="*/ 47299 h 235626"/>
                <a:gd name="connsiteX6" fmla="*/ 265 w 160356"/>
                <a:gd name="connsiteY6" fmla="*/ 47299 h 235626"/>
                <a:gd name="connsiteX7" fmla="*/ 904 w 160356"/>
                <a:gd name="connsiteY7" fmla="*/ 55598 h 235626"/>
                <a:gd name="connsiteX8" fmla="*/ 2182 w 160356"/>
                <a:gd name="connsiteY8" fmla="*/ 63897 h 235626"/>
                <a:gd name="connsiteX9" fmla="*/ 2182 w 160356"/>
                <a:gd name="connsiteY9" fmla="*/ 207536 h 235626"/>
                <a:gd name="connsiteX10" fmla="*/ 2821 w 160356"/>
                <a:gd name="connsiteY10" fmla="*/ 210090 h 235626"/>
                <a:gd name="connsiteX11" fmla="*/ 78861 w 160356"/>
                <a:gd name="connsiteY11" fmla="*/ 235626 h 235626"/>
                <a:gd name="connsiteX12" fmla="*/ 159374 w 160356"/>
                <a:gd name="connsiteY12" fmla="*/ 210090 h 235626"/>
                <a:gd name="connsiteX13" fmla="*/ 160013 w 160356"/>
                <a:gd name="connsiteY13" fmla="*/ 206898 h 235626"/>
                <a:gd name="connsiteX14" fmla="*/ 160013 w 160356"/>
                <a:gd name="connsiteY14" fmla="*/ 62620 h 235626"/>
                <a:gd name="connsiteX15" fmla="*/ 147873 w 160356"/>
                <a:gd name="connsiteY15" fmla="*/ 35169 h 235626"/>
                <a:gd name="connsiteX16" fmla="*/ 137009 w 160356"/>
                <a:gd name="connsiteY16" fmla="*/ 43468 h 235626"/>
                <a:gd name="connsiteX17" fmla="*/ 147233 w 160356"/>
                <a:gd name="connsiteY17" fmla="*/ 53044 h 235626"/>
                <a:gd name="connsiteX18" fmla="*/ 105060 w 160356"/>
                <a:gd name="connsiteY18" fmla="*/ 67727 h 235626"/>
                <a:gd name="connsiteX19" fmla="*/ 60969 w 160356"/>
                <a:gd name="connsiteY19" fmla="*/ 67727 h 235626"/>
                <a:gd name="connsiteX20" fmla="*/ 78222 w 160356"/>
                <a:gd name="connsiteY20" fmla="*/ 65174 h 235626"/>
                <a:gd name="connsiteX21" fmla="*/ 124868 w 160356"/>
                <a:gd name="connsiteY21" fmla="*/ 49852 h 235626"/>
                <a:gd name="connsiteX22" fmla="*/ 126786 w 160356"/>
                <a:gd name="connsiteY22" fmla="*/ 49214 h 235626"/>
                <a:gd name="connsiteX23" fmla="*/ 137009 w 160356"/>
                <a:gd name="connsiteY23" fmla="*/ 43468 h 235626"/>
                <a:gd name="connsiteX24" fmla="*/ 30937 w 160356"/>
                <a:gd name="connsiteY24" fmla="*/ 31977 h 235626"/>
                <a:gd name="connsiteX25" fmla="*/ 94197 w 160356"/>
                <a:gd name="connsiteY25" fmla="*/ 13463 h 235626"/>
                <a:gd name="connsiteX26" fmla="*/ 140204 w 160356"/>
                <a:gd name="connsiteY26" fmla="*/ 18571 h 235626"/>
                <a:gd name="connsiteX27" fmla="*/ 135093 w 160356"/>
                <a:gd name="connsiteY27" fmla="*/ 29423 h 235626"/>
                <a:gd name="connsiteX28" fmla="*/ 133176 w 160356"/>
                <a:gd name="connsiteY28" fmla="*/ 30700 h 235626"/>
                <a:gd name="connsiteX29" fmla="*/ 133176 w 160356"/>
                <a:gd name="connsiteY29" fmla="*/ 30700 h 235626"/>
                <a:gd name="connsiteX30" fmla="*/ 133176 w 160356"/>
                <a:gd name="connsiteY30" fmla="*/ 30700 h 235626"/>
                <a:gd name="connsiteX31" fmla="*/ 121673 w 160356"/>
                <a:gd name="connsiteY31" fmla="*/ 37723 h 235626"/>
                <a:gd name="connsiteX32" fmla="*/ 119118 w 160356"/>
                <a:gd name="connsiteY32" fmla="*/ 38999 h 235626"/>
                <a:gd name="connsiteX33" fmla="*/ 75666 w 160356"/>
                <a:gd name="connsiteY33" fmla="*/ 53683 h 235626"/>
                <a:gd name="connsiteX34" fmla="*/ 20713 w 160356"/>
                <a:gd name="connsiteY34" fmla="*/ 54959 h 235626"/>
                <a:gd name="connsiteX35" fmla="*/ 13684 w 160356"/>
                <a:gd name="connsiteY35" fmla="*/ 48575 h 235626"/>
                <a:gd name="connsiteX36" fmla="*/ 30937 w 160356"/>
                <a:gd name="connsiteY36" fmla="*/ 31977 h 235626"/>
                <a:gd name="connsiteX37" fmla="*/ 78861 w 160356"/>
                <a:gd name="connsiteY37" fmla="*/ 221581 h 235626"/>
                <a:gd name="connsiteX38" fmla="*/ 14962 w 160356"/>
                <a:gd name="connsiteY38" fmla="*/ 204983 h 235626"/>
                <a:gd name="connsiteX39" fmla="*/ 14962 w 160356"/>
                <a:gd name="connsiteY39" fmla="*/ 72196 h 235626"/>
                <a:gd name="connsiteX40" fmla="*/ 82695 w 160356"/>
                <a:gd name="connsiteY40" fmla="*/ 82410 h 235626"/>
                <a:gd name="connsiteX41" fmla="*/ 105699 w 160356"/>
                <a:gd name="connsiteY41" fmla="*/ 81134 h 235626"/>
                <a:gd name="connsiteX42" fmla="*/ 147233 w 160356"/>
                <a:gd name="connsiteY42" fmla="*/ 68366 h 235626"/>
                <a:gd name="connsiteX43" fmla="*/ 147233 w 160356"/>
                <a:gd name="connsiteY43" fmla="*/ 203706 h 235626"/>
                <a:gd name="connsiteX44" fmla="*/ 78861 w 160356"/>
                <a:gd name="connsiteY44" fmla="*/ 221581 h 235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60356" h="235626">
                  <a:moveTo>
                    <a:pt x="147873" y="35169"/>
                  </a:moveTo>
                  <a:cubicBezTo>
                    <a:pt x="152345" y="30062"/>
                    <a:pt x="155540" y="22401"/>
                    <a:pt x="151707" y="14102"/>
                  </a:cubicBezTo>
                  <a:cubicBezTo>
                    <a:pt x="146594" y="1972"/>
                    <a:pt x="128063" y="-2497"/>
                    <a:pt x="92919" y="1334"/>
                  </a:cubicBezTo>
                  <a:cubicBezTo>
                    <a:pt x="76944" y="2611"/>
                    <a:pt x="45634" y="9633"/>
                    <a:pt x="24547" y="21763"/>
                  </a:cubicBezTo>
                  <a:cubicBezTo>
                    <a:pt x="7933" y="31339"/>
                    <a:pt x="1543" y="39638"/>
                    <a:pt x="265" y="47299"/>
                  </a:cubicBezTo>
                  <a:cubicBezTo>
                    <a:pt x="265" y="47299"/>
                    <a:pt x="265" y="47299"/>
                    <a:pt x="265" y="47299"/>
                  </a:cubicBezTo>
                  <a:cubicBezTo>
                    <a:pt x="265" y="47299"/>
                    <a:pt x="265" y="47299"/>
                    <a:pt x="265" y="47299"/>
                  </a:cubicBezTo>
                  <a:cubicBezTo>
                    <a:pt x="-374" y="49852"/>
                    <a:pt x="265" y="52406"/>
                    <a:pt x="904" y="55598"/>
                  </a:cubicBezTo>
                  <a:lnTo>
                    <a:pt x="2182" y="63897"/>
                  </a:lnTo>
                  <a:lnTo>
                    <a:pt x="2182" y="207536"/>
                  </a:lnTo>
                  <a:cubicBezTo>
                    <a:pt x="2182" y="208175"/>
                    <a:pt x="2182" y="209452"/>
                    <a:pt x="2821" y="210090"/>
                  </a:cubicBezTo>
                  <a:cubicBezTo>
                    <a:pt x="4099" y="212644"/>
                    <a:pt x="14962" y="235626"/>
                    <a:pt x="78861" y="235626"/>
                  </a:cubicBezTo>
                  <a:cubicBezTo>
                    <a:pt x="142122" y="235626"/>
                    <a:pt x="158097" y="213282"/>
                    <a:pt x="159374" y="210090"/>
                  </a:cubicBezTo>
                  <a:cubicBezTo>
                    <a:pt x="160013" y="208813"/>
                    <a:pt x="160013" y="208175"/>
                    <a:pt x="160013" y="206898"/>
                  </a:cubicBezTo>
                  <a:lnTo>
                    <a:pt x="160013" y="62620"/>
                  </a:lnTo>
                  <a:cubicBezTo>
                    <a:pt x="161291" y="55598"/>
                    <a:pt x="159374" y="42830"/>
                    <a:pt x="147873" y="35169"/>
                  </a:cubicBezTo>
                  <a:close/>
                  <a:moveTo>
                    <a:pt x="137009" y="43468"/>
                  </a:moveTo>
                  <a:cubicBezTo>
                    <a:pt x="142761" y="46022"/>
                    <a:pt x="145955" y="49852"/>
                    <a:pt x="147233" y="53044"/>
                  </a:cubicBezTo>
                  <a:cubicBezTo>
                    <a:pt x="144038" y="55598"/>
                    <a:pt x="131898" y="64535"/>
                    <a:pt x="105060" y="67727"/>
                  </a:cubicBezTo>
                  <a:cubicBezTo>
                    <a:pt x="91002" y="69643"/>
                    <a:pt x="75666" y="69004"/>
                    <a:pt x="60969" y="67727"/>
                  </a:cubicBezTo>
                  <a:cubicBezTo>
                    <a:pt x="66720" y="67089"/>
                    <a:pt x="72471" y="66451"/>
                    <a:pt x="78222" y="65174"/>
                  </a:cubicBezTo>
                  <a:cubicBezTo>
                    <a:pt x="99948" y="61343"/>
                    <a:pt x="117840" y="53044"/>
                    <a:pt x="124868" y="49852"/>
                  </a:cubicBezTo>
                  <a:lnTo>
                    <a:pt x="126786" y="49214"/>
                  </a:lnTo>
                  <a:cubicBezTo>
                    <a:pt x="129342" y="48575"/>
                    <a:pt x="133814" y="46022"/>
                    <a:pt x="137009" y="43468"/>
                  </a:cubicBezTo>
                  <a:close/>
                  <a:moveTo>
                    <a:pt x="30937" y="31977"/>
                  </a:moveTo>
                  <a:cubicBezTo>
                    <a:pt x="50106" y="21124"/>
                    <a:pt x="80139" y="14740"/>
                    <a:pt x="94197" y="13463"/>
                  </a:cubicBezTo>
                  <a:cubicBezTo>
                    <a:pt x="133814" y="9633"/>
                    <a:pt x="138927" y="17294"/>
                    <a:pt x="140204" y="18571"/>
                  </a:cubicBezTo>
                  <a:cubicBezTo>
                    <a:pt x="142122" y="23039"/>
                    <a:pt x="137648" y="27508"/>
                    <a:pt x="135093" y="29423"/>
                  </a:cubicBezTo>
                  <a:cubicBezTo>
                    <a:pt x="134453" y="30062"/>
                    <a:pt x="133814" y="30062"/>
                    <a:pt x="133176" y="30700"/>
                  </a:cubicBezTo>
                  <a:cubicBezTo>
                    <a:pt x="133176" y="30700"/>
                    <a:pt x="133176" y="30700"/>
                    <a:pt x="133176" y="30700"/>
                  </a:cubicBezTo>
                  <a:cubicBezTo>
                    <a:pt x="133176" y="30700"/>
                    <a:pt x="133176" y="30700"/>
                    <a:pt x="133176" y="30700"/>
                  </a:cubicBezTo>
                  <a:cubicBezTo>
                    <a:pt x="129981" y="33254"/>
                    <a:pt x="124868" y="36446"/>
                    <a:pt x="121673" y="37723"/>
                  </a:cubicBezTo>
                  <a:lnTo>
                    <a:pt x="119118" y="38999"/>
                  </a:lnTo>
                  <a:cubicBezTo>
                    <a:pt x="112728" y="42191"/>
                    <a:pt x="95475" y="49852"/>
                    <a:pt x="75666" y="53683"/>
                  </a:cubicBezTo>
                  <a:cubicBezTo>
                    <a:pt x="48189" y="58790"/>
                    <a:pt x="28380" y="56236"/>
                    <a:pt x="20713" y="54959"/>
                  </a:cubicBezTo>
                  <a:cubicBezTo>
                    <a:pt x="14323" y="53683"/>
                    <a:pt x="13684" y="50491"/>
                    <a:pt x="13684" y="48575"/>
                  </a:cubicBezTo>
                  <a:cubicBezTo>
                    <a:pt x="13684" y="44745"/>
                    <a:pt x="17518" y="39638"/>
                    <a:pt x="30937" y="31977"/>
                  </a:cubicBezTo>
                  <a:close/>
                  <a:moveTo>
                    <a:pt x="78861" y="221581"/>
                  </a:moveTo>
                  <a:cubicBezTo>
                    <a:pt x="30937" y="221581"/>
                    <a:pt x="17518" y="208175"/>
                    <a:pt x="14962" y="204983"/>
                  </a:cubicBezTo>
                  <a:lnTo>
                    <a:pt x="14962" y="72196"/>
                  </a:lnTo>
                  <a:cubicBezTo>
                    <a:pt x="29019" y="77942"/>
                    <a:pt x="56496" y="82410"/>
                    <a:pt x="82695" y="82410"/>
                  </a:cubicBezTo>
                  <a:cubicBezTo>
                    <a:pt x="90363" y="82410"/>
                    <a:pt x="98670" y="81772"/>
                    <a:pt x="105699" y="81134"/>
                  </a:cubicBezTo>
                  <a:cubicBezTo>
                    <a:pt x="126147" y="78580"/>
                    <a:pt x="139566" y="72835"/>
                    <a:pt x="147233" y="68366"/>
                  </a:cubicBezTo>
                  <a:lnTo>
                    <a:pt x="147233" y="203706"/>
                  </a:lnTo>
                  <a:cubicBezTo>
                    <a:pt x="144038" y="207536"/>
                    <a:pt x="126786" y="221581"/>
                    <a:pt x="78861" y="221581"/>
                  </a:cubicBezTo>
                  <a:close/>
                </a:path>
              </a:pathLst>
            </a:custGeom>
            <a:solidFill>
              <a:srgbClr val="009A44"/>
            </a:solidFill>
            <a:ln w="6390" cap="flat">
              <a:noFill/>
              <a:prstDash val="solid"/>
              <a:miter/>
            </a:ln>
          </p:spPr>
          <p:txBody>
            <a:bodyPr rtlCol="0" anchor="ctr"/>
            <a:lstStyle/>
            <a:p>
              <a:endParaRPr lang="en-US"/>
            </a:p>
          </p:txBody>
        </p:sp>
        <p:sp>
          <p:nvSpPr>
            <p:cNvPr id="967" name="Graphic 4">
              <a:extLst>
                <a:ext uri="{FF2B5EF4-FFF2-40B4-BE49-F238E27FC236}">
                  <a16:creationId xmlns:a16="http://schemas.microsoft.com/office/drawing/2014/main" id="{BC9CB6EC-5155-2744-8FAA-280E79372691}"/>
                </a:ext>
              </a:extLst>
            </p:cNvPr>
            <p:cNvSpPr/>
            <p:nvPr/>
          </p:nvSpPr>
          <p:spPr>
            <a:xfrm>
              <a:off x="7967612" y="1084801"/>
              <a:ext cx="26837" cy="26812"/>
            </a:xfrm>
            <a:custGeom>
              <a:avLst/>
              <a:gdLst>
                <a:gd name="connsiteX0" fmla="*/ 13419 w 26837"/>
                <a:gd name="connsiteY0" fmla="*/ 26813 h 26812"/>
                <a:gd name="connsiteX1" fmla="*/ 26837 w 26837"/>
                <a:gd name="connsiteY1" fmla="*/ 13406 h 26812"/>
                <a:gd name="connsiteX2" fmla="*/ 13419 w 26837"/>
                <a:gd name="connsiteY2" fmla="*/ 0 h 26812"/>
                <a:gd name="connsiteX3" fmla="*/ 0 w 26837"/>
                <a:gd name="connsiteY3" fmla="*/ 13406 h 26812"/>
                <a:gd name="connsiteX4" fmla="*/ 13419 w 26837"/>
                <a:gd name="connsiteY4" fmla="*/ 26813 h 26812"/>
                <a:gd name="connsiteX5" fmla="*/ 13419 w 26837"/>
                <a:gd name="connsiteY5" fmla="*/ 12130 h 26812"/>
                <a:gd name="connsiteX6" fmla="*/ 14058 w 26837"/>
                <a:gd name="connsiteY6" fmla="*/ 12768 h 26812"/>
                <a:gd name="connsiteX7" fmla="*/ 12780 w 26837"/>
                <a:gd name="connsiteY7" fmla="*/ 12768 h 26812"/>
                <a:gd name="connsiteX8" fmla="*/ 13419 w 26837"/>
                <a:gd name="connsiteY8" fmla="*/ 12130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37" h="26812">
                  <a:moveTo>
                    <a:pt x="13419" y="26813"/>
                  </a:moveTo>
                  <a:cubicBezTo>
                    <a:pt x="21086" y="26813"/>
                    <a:pt x="26837" y="20429"/>
                    <a:pt x="26837" y="13406"/>
                  </a:cubicBezTo>
                  <a:cubicBezTo>
                    <a:pt x="26837" y="5746"/>
                    <a:pt x="20447" y="0"/>
                    <a:pt x="13419" y="0"/>
                  </a:cubicBezTo>
                  <a:cubicBezTo>
                    <a:pt x="6390" y="0"/>
                    <a:pt x="0" y="6384"/>
                    <a:pt x="0" y="13406"/>
                  </a:cubicBezTo>
                  <a:cubicBezTo>
                    <a:pt x="0" y="20429"/>
                    <a:pt x="5751" y="26813"/>
                    <a:pt x="13419" y="26813"/>
                  </a:cubicBezTo>
                  <a:close/>
                  <a:moveTo>
                    <a:pt x="13419" y="12130"/>
                  </a:moveTo>
                  <a:cubicBezTo>
                    <a:pt x="14058" y="12130"/>
                    <a:pt x="14058" y="12768"/>
                    <a:pt x="14058" y="12768"/>
                  </a:cubicBezTo>
                  <a:cubicBezTo>
                    <a:pt x="14058" y="13406"/>
                    <a:pt x="12780" y="13406"/>
                    <a:pt x="12780" y="12768"/>
                  </a:cubicBezTo>
                  <a:cubicBezTo>
                    <a:pt x="12780" y="12768"/>
                    <a:pt x="12780" y="12130"/>
                    <a:pt x="13419" y="12130"/>
                  </a:cubicBezTo>
                  <a:close/>
                </a:path>
              </a:pathLst>
            </a:custGeom>
            <a:solidFill>
              <a:srgbClr val="009A44"/>
            </a:solidFill>
            <a:ln w="6390" cap="flat">
              <a:noFill/>
              <a:prstDash val="solid"/>
              <a:miter/>
            </a:ln>
          </p:spPr>
          <p:txBody>
            <a:bodyPr rtlCol="0" anchor="ctr"/>
            <a:lstStyle/>
            <a:p>
              <a:endParaRPr lang="en-US"/>
            </a:p>
          </p:txBody>
        </p:sp>
        <p:sp>
          <p:nvSpPr>
            <p:cNvPr id="968" name="Graphic 4">
              <a:extLst>
                <a:ext uri="{FF2B5EF4-FFF2-40B4-BE49-F238E27FC236}">
                  <a16:creationId xmlns:a16="http://schemas.microsoft.com/office/drawing/2014/main" id="{5EF73E11-26F3-024A-B93A-0B02E9EEDB22}"/>
                </a:ext>
              </a:extLst>
            </p:cNvPr>
            <p:cNvSpPr/>
            <p:nvPr/>
          </p:nvSpPr>
          <p:spPr>
            <a:xfrm>
              <a:off x="7935663" y="1108830"/>
              <a:ext cx="92654" cy="76838"/>
            </a:xfrm>
            <a:custGeom>
              <a:avLst/>
              <a:gdLst>
                <a:gd name="connsiteX0" fmla="*/ 88181 w 92654"/>
                <a:gd name="connsiteY0" fmla="*/ 230 h 76838"/>
                <a:gd name="connsiteX1" fmla="*/ 81152 w 92654"/>
                <a:gd name="connsiteY1" fmla="*/ 2784 h 76838"/>
                <a:gd name="connsiteX2" fmla="*/ 46646 w 92654"/>
                <a:gd name="connsiteY2" fmla="*/ 21936 h 76838"/>
                <a:gd name="connsiteX3" fmla="*/ 11501 w 92654"/>
                <a:gd name="connsiteY3" fmla="*/ 3422 h 76838"/>
                <a:gd name="connsiteX4" fmla="*/ 4473 w 92654"/>
                <a:gd name="connsiteY4" fmla="*/ 869 h 76838"/>
                <a:gd name="connsiteX5" fmla="*/ 0 w 92654"/>
                <a:gd name="connsiteY5" fmla="*/ 7253 h 76838"/>
                <a:gd name="connsiteX6" fmla="*/ 0 w 92654"/>
                <a:gd name="connsiteY6" fmla="*/ 61516 h 76838"/>
                <a:gd name="connsiteX7" fmla="*/ 3195 w 92654"/>
                <a:gd name="connsiteY7" fmla="*/ 67262 h 76838"/>
                <a:gd name="connsiteX8" fmla="*/ 44730 w 92654"/>
                <a:gd name="connsiteY8" fmla="*/ 76838 h 76838"/>
                <a:gd name="connsiteX9" fmla="*/ 89459 w 92654"/>
                <a:gd name="connsiteY9" fmla="*/ 65985 h 76838"/>
                <a:gd name="connsiteX10" fmla="*/ 92654 w 92654"/>
                <a:gd name="connsiteY10" fmla="*/ 60240 h 76838"/>
                <a:gd name="connsiteX11" fmla="*/ 92654 w 92654"/>
                <a:gd name="connsiteY11" fmla="*/ 5976 h 76838"/>
                <a:gd name="connsiteX12" fmla="*/ 88181 w 92654"/>
                <a:gd name="connsiteY12" fmla="*/ 230 h 76838"/>
                <a:gd name="connsiteX13" fmla="*/ 79874 w 92654"/>
                <a:gd name="connsiteY13" fmla="*/ 55771 h 76838"/>
                <a:gd name="connsiteX14" fmla="*/ 12141 w 92654"/>
                <a:gd name="connsiteY14" fmla="*/ 57048 h 76838"/>
                <a:gd name="connsiteX15" fmla="*/ 12141 w 92654"/>
                <a:gd name="connsiteY15" fmla="*/ 21936 h 76838"/>
                <a:gd name="connsiteX16" fmla="*/ 46007 w 92654"/>
                <a:gd name="connsiteY16" fmla="*/ 34704 h 76838"/>
                <a:gd name="connsiteX17" fmla="*/ 79235 w 92654"/>
                <a:gd name="connsiteY17" fmla="*/ 22574 h 76838"/>
                <a:gd name="connsiteX18" fmla="*/ 79235 w 92654"/>
                <a:gd name="connsiteY18" fmla="*/ 55771 h 7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2654" h="76838">
                  <a:moveTo>
                    <a:pt x="88181" y="230"/>
                  </a:moveTo>
                  <a:cubicBezTo>
                    <a:pt x="85625" y="-408"/>
                    <a:pt x="82430" y="230"/>
                    <a:pt x="81152" y="2784"/>
                  </a:cubicBezTo>
                  <a:cubicBezTo>
                    <a:pt x="81152" y="2784"/>
                    <a:pt x="67733" y="21936"/>
                    <a:pt x="46646" y="21936"/>
                  </a:cubicBezTo>
                  <a:cubicBezTo>
                    <a:pt x="25560" y="21936"/>
                    <a:pt x="11501" y="3422"/>
                    <a:pt x="11501" y="3422"/>
                  </a:cubicBezTo>
                  <a:cubicBezTo>
                    <a:pt x="9585" y="1507"/>
                    <a:pt x="7029" y="230"/>
                    <a:pt x="4473" y="869"/>
                  </a:cubicBezTo>
                  <a:cubicBezTo>
                    <a:pt x="1917" y="1507"/>
                    <a:pt x="0" y="4061"/>
                    <a:pt x="0" y="7253"/>
                  </a:cubicBezTo>
                  <a:lnTo>
                    <a:pt x="0" y="61516"/>
                  </a:lnTo>
                  <a:cubicBezTo>
                    <a:pt x="0" y="64070"/>
                    <a:pt x="1278" y="65985"/>
                    <a:pt x="3195" y="67262"/>
                  </a:cubicBezTo>
                  <a:cubicBezTo>
                    <a:pt x="4473" y="67900"/>
                    <a:pt x="20447" y="76838"/>
                    <a:pt x="44730" y="76838"/>
                  </a:cubicBezTo>
                  <a:cubicBezTo>
                    <a:pt x="57509" y="76838"/>
                    <a:pt x="72845" y="74284"/>
                    <a:pt x="89459" y="65985"/>
                  </a:cubicBezTo>
                  <a:cubicBezTo>
                    <a:pt x="91376" y="64708"/>
                    <a:pt x="92654" y="62793"/>
                    <a:pt x="92654" y="60240"/>
                  </a:cubicBezTo>
                  <a:lnTo>
                    <a:pt x="92654" y="5976"/>
                  </a:lnTo>
                  <a:cubicBezTo>
                    <a:pt x="92654" y="3422"/>
                    <a:pt x="90737" y="869"/>
                    <a:pt x="88181" y="230"/>
                  </a:cubicBezTo>
                  <a:close/>
                  <a:moveTo>
                    <a:pt x="79874" y="55771"/>
                  </a:moveTo>
                  <a:cubicBezTo>
                    <a:pt x="47925" y="70454"/>
                    <a:pt x="21726" y="60878"/>
                    <a:pt x="12141" y="57048"/>
                  </a:cubicBezTo>
                  <a:lnTo>
                    <a:pt x="12141" y="21936"/>
                  </a:lnTo>
                  <a:cubicBezTo>
                    <a:pt x="19809" y="28320"/>
                    <a:pt x="31950" y="34704"/>
                    <a:pt x="46007" y="34704"/>
                  </a:cubicBezTo>
                  <a:cubicBezTo>
                    <a:pt x="60066" y="34704"/>
                    <a:pt x="71567" y="28320"/>
                    <a:pt x="79235" y="22574"/>
                  </a:cubicBezTo>
                  <a:lnTo>
                    <a:pt x="79235" y="55771"/>
                  </a:lnTo>
                  <a:close/>
                </a:path>
              </a:pathLst>
            </a:custGeom>
            <a:solidFill>
              <a:srgbClr val="009A44"/>
            </a:solidFill>
            <a:ln w="6390" cap="flat">
              <a:noFill/>
              <a:prstDash val="solid"/>
              <a:miter/>
            </a:ln>
          </p:spPr>
          <p:txBody>
            <a:bodyPr rtlCol="0" anchor="ctr"/>
            <a:lstStyle/>
            <a:p>
              <a:endParaRPr lang="en-US"/>
            </a:p>
          </p:txBody>
        </p:sp>
      </p:grpSp>
      <p:grpSp>
        <p:nvGrpSpPr>
          <p:cNvPr id="969" name="Graphic 4">
            <a:extLst>
              <a:ext uri="{FF2B5EF4-FFF2-40B4-BE49-F238E27FC236}">
                <a16:creationId xmlns:a16="http://schemas.microsoft.com/office/drawing/2014/main" id="{6FFC2082-3A61-4F47-ACF1-497ADCCA0B0C}"/>
              </a:ext>
            </a:extLst>
          </p:cNvPr>
          <p:cNvGrpSpPr/>
          <p:nvPr/>
        </p:nvGrpSpPr>
        <p:grpSpPr>
          <a:xfrm>
            <a:off x="8239823" y="918179"/>
            <a:ext cx="361674" cy="361333"/>
            <a:chOff x="8239823" y="918179"/>
            <a:chExt cx="361674" cy="361333"/>
          </a:xfrm>
          <a:solidFill>
            <a:srgbClr val="009A44"/>
          </a:solidFill>
        </p:grpSpPr>
        <p:sp>
          <p:nvSpPr>
            <p:cNvPr id="970" name="Graphic 4">
              <a:extLst>
                <a:ext uri="{FF2B5EF4-FFF2-40B4-BE49-F238E27FC236}">
                  <a16:creationId xmlns:a16="http://schemas.microsoft.com/office/drawing/2014/main" id="{C8ACE654-8D3A-BA43-9F6A-F1BF55CA7AA4}"/>
                </a:ext>
              </a:extLst>
            </p:cNvPr>
            <p:cNvSpPr/>
            <p:nvPr/>
          </p:nvSpPr>
          <p:spPr>
            <a:xfrm>
              <a:off x="8386153" y="1130765"/>
              <a:ext cx="67733" cy="41456"/>
            </a:xfrm>
            <a:custGeom>
              <a:avLst/>
              <a:gdLst>
                <a:gd name="connsiteX0" fmla="*/ 0 w 67733"/>
                <a:gd name="connsiteY0" fmla="*/ 0 h 41456"/>
                <a:gd name="connsiteX1" fmla="*/ 0 w 67733"/>
                <a:gd name="connsiteY1" fmla="*/ 35112 h 41456"/>
                <a:gd name="connsiteX2" fmla="*/ 67733 w 67733"/>
                <a:gd name="connsiteY2" fmla="*/ 33835 h 41456"/>
                <a:gd name="connsiteX3" fmla="*/ 67733 w 67733"/>
                <a:gd name="connsiteY3" fmla="*/ 638 h 41456"/>
                <a:gd name="connsiteX4" fmla="*/ 34506 w 67733"/>
                <a:gd name="connsiteY4" fmla="*/ 12768 h 41456"/>
                <a:gd name="connsiteX5" fmla="*/ 0 w 67733"/>
                <a:gd name="connsiteY5" fmla="*/ 0 h 41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33" h="41456">
                  <a:moveTo>
                    <a:pt x="0" y="0"/>
                  </a:moveTo>
                  <a:lnTo>
                    <a:pt x="0" y="35112"/>
                  </a:lnTo>
                  <a:cubicBezTo>
                    <a:pt x="8946" y="38942"/>
                    <a:pt x="35783" y="47880"/>
                    <a:pt x="67733" y="33835"/>
                  </a:cubicBezTo>
                  <a:lnTo>
                    <a:pt x="67733" y="638"/>
                  </a:lnTo>
                  <a:cubicBezTo>
                    <a:pt x="60066" y="7022"/>
                    <a:pt x="48563" y="12768"/>
                    <a:pt x="34506" y="12768"/>
                  </a:cubicBezTo>
                  <a:cubicBezTo>
                    <a:pt x="19170" y="12768"/>
                    <a:pt x="7668" y="6384"/>
                    <a:pt x="0" y="0"/>
                  </a:cubicBezTo>
                  <a:close/>
                </a:path>
              </a:pathLst>
            </a:custGeom>
            <a:solidFill>
              <a:srgbClr val="009A44"/>
            </a:solidFill>
            <a:ln w="6390" cap="flat">
              <a:noFill/>
              <a:prstDash val="solid"/>
              <a:miter/>
            </a:ln>
          </p:spPr>
          <p:txBody>
            <a:bodyPr rtlCol="0" anchor="ctr"/>
            <a:lstStyle/>
            <a:p>
              <a:endParaRPr lang="en-US"/>
            </a:p>
          </p:txBody>
        </p:sp>
        <p:sp>
          <p:nvSpPr>
            <p:cNvPr id="971" name="Graphic 4">
              <a:extLst>
                <a:ext uri="{FF2B5EF4-FFF2-40B4-BE49-F238E27FC236}">
                  <a16:creationId xmlns:a16="http://schemas.microsoft.com/office/drawing/2014/main" id="{77AD4B09-99DC-604F-A1CD-4299CD81F6EA}"/>
                </a:ext>
              </a:extLst>
            </p:cNvPr>
            <p:cNvSpPr/>
            <p:nvPr/>
          </p:nvSpPr>
          <p:spPr>
            <a:xfrm>
              <a:off x="8418103" y="1097569"/>
              <a:ext cx="1277" cy="1117"/>
            </a:xfrm>
            <a:custGeom>
              <a:avLst/>
              <a:gdLst>
                <a:gd name="connsiteX0" fmla="*/ 1278 w 1277"/>
                <a:gd name="connsiteY0" fmla="*/ 638 h 1117"/>
                <a:gd name="connsiteX1" fmla="*/ 639 w 1277"/>
                <a:gd name="connsiteY1" fmla="*/ 0 h 1117"/>
                <a:gd name="connsiteX2" fmla="*/ 0 w 1277"/>
                <a:gd name="connsiteY2" fmla="*/ 638 h 1117"/>
                <a:gd name="connsiteX3" fmla="*/ 1278 w 1277"/>
                <a:gd name="connsiteY3" fmla="*/ 638 h 1117"/>
              </a:gdLst>
              <a:ahLst/>
              <a:cxnLst>
                <a:cxn ang="0">
                  <a:pos x="connsiteX0" y="connsiteY0"/>
                </a:cxn>
                <a:cxn ang="0">
                  <a:pos x="connsiteX1" y="connsiteY1"/>
                </a:cxn>
                <a:cxn ang="0">
                  <a:pos x="connsiteX2" y="connsiteY2"/>
                </a:cxn>
                <a:cxn ang="0">
                  <a:pos x="connsiteX3" y="connsiteY3"/>
                </a:cxn>
              </a:cxnLst>
              <a:rect l="l" t="t" r="r" b="b"/>
              <a:pathLst>
                <a:path w="1277" h="1117">
                  <a:moveTo>
                    <a:pt x="1278" y="638"/>
                  </a:moveTo>
                  <a:cubicBezTo>
                    <a:pt x="1278" y="0"/>
                    <a:pt x="639" y="0"/>
                    <a:pt x="639" y="0"/>
                  </a:cubicBezTo>
                  <a:cubicBezTo>
                    <a:pt x="639" y="0"/>
                    <a:pt x="0" y="638"/>
                    <a:pt x="0" y="638"/>
                  </a:cubicBezTo>
                  <a:cubicBezTo>
                    <a:pt x="0" y="1277"/>
                    <a:pt x="1278" y="1277"/>
                    <a:pt x="1278" y="638"/>
                  </a:cubicBezTo>
                  <a:close/>
                </a:path>
              </a:pathLst>
            </a:custGeom>
            <a:solidFill>
              <a:srgbClr val="009A44"/>
            </a:solidFill>
            <a:ln w="6390" cap="flat">
              <a:noFill/>
              <a:prstDash val="solid"/>
              <a:miter/>
            </a:ln>
          </p:spPr>
          <p:txBody>
            <a:bodyPr rtlCol="0" anchor="ctr"/>
            <a:lstStyle/>
            <a:p>
              <a:endParaRPr lang="en-US"/>
            </a:p>
          </p:txBody>
        </p:sp>
        <p:sp>
          <p:nvSpPr>
            <p:cNvPr id="972" name="Graphic 4">
              <a:extLst>
                <a:ext uri="{FF2B5EF4-FFF2-40B4-BE49-F238E27FC236}">
                  <a16:creationId xmlns:a16="http://schemas.microsoft.com/office/drawing/2014/main" id="{BC488DB6-8049-424A-9AD8-193D73A240F3}"/>
                </a:ext>
              </a:extLst>
            </p:cNvPr>
            <p:cNvSpPr/>
            <p:nvPr/>
          </p:nvSpPr>
          <p:spPr>
            <a:xfrm>
              <a:off x="8400850" y="1026068"/>
              <a:ext cx="86264" cy="25216"/>
            </a:xfrm>
            <a:custGeom>
              <a:avLst/>
              <a:gdLst>
                <a:gd name="connsiteX0" fmla="*/ 63899 w 86264"/>
                <a:gd name="connsiteY0" fmla="*/ 6384 h 25216"/>
                <a:gd name="connsiteX1" fmla="*/ 17253 w 86264"/>
                <a:gd name="connsiteY1" fmla="*/ 21706 h 25216"/>
                <a:gd name="connsiteX2" fmla="*/ 0 w 86264"/>
                <a:gd name="connsiteY2" fmla="*/ 24259 h 25216"/>
                <a:gd name="connsiteX3" fmla="*/ 44091 w 86264"/>
                <a:gd name="connsiteY3" fmla="*/ 24259 h 25216"/>
                <a:gd name="connsiteX4" fmla="*/ 86264 w 86264"/>
                <a:gd name="connsiteY4" fmla="*/ 9576 h 25216"/>
                <a:gd name="connsiteX5" fmla="*/ 76040 w 86264"/>
                <a:gd name="connsiteY5" fmla="*/ 0 h 25216"/>
                <a:gd name="connsiteX6" fmla="*/ 65817 w 86264"/>
                <a:gd name="connsiteY6" fmla="*/ 5746 h 25216"/>
                <a:gd name="connsiteX7" fmla="*/ 63899 w 86264"/>
                <a:gd name="connsiteY7" fmla="*/ 6384 h 25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264" h="25216">
                  <a:moveTo>
                    <a:pt x="63899" y="6384"/>
                  </a:moveTo>
                  <a:cubicBezTo>
                    <a:pt x="56871" y="9576"/>
                    <a:pt x="38979" y="17875"/>
                    <a:pt x="17253" y="21706"/>
                  </a:cubicBezTo>
                  <a:cubicBezTo>
                    <a:pt x="10863" y="22982"/>
                    <a:pt x="5112" y="23621"/>
                    <a:pt x="0" y="24259"/>
                  </a:cubicBezTo>
                  <a:cubicBezTo>
                    <a:pt x="14697" y="25536"/>
                    <a:pt x="30033" y="25536"/>
                    <a:pt x="44091" y="24259"/>
                  </a:cubicBezTo>
                  <a:cubicBezTo>
                    <a:pt x="70929" y="21067"/>
                    <a:pt x="83709" y="12130"/>
                    <a:pt x="86264" y="9576"/>
                  </a:cubicBezTo>
                  <a:cubicBezTo>
                    <a:pt x="84986" y="6384"/>
                    <a:pt x="82430" y="1915"/>
                    <a:pt x="76040" y="0"/>
                  </a:cubicBezTo>
                  <a:cubicBezTo>
                    <a:pt x="72845" y="1915"/>
                    <a:pt x="68373" y="4469"/>
                    <a:pt x="65817" y="5746"/>
                  </a:cubicBezTo>
                  <a:lnTo>
                    <a:pt x="63899" y="6384"/>
                  </a:lnTo>
                  <a:close/>
                </a:path>
              </a:pathLst>
            </a:custGeom>
            <a:solidFill>
              <a:srgbClr val="009A44"/>
            </a:solidFill>
            <a:ln w="6390" cap="flat">
              <a:noFill/>
              <a:prstDash val="solid"/>
              <a:miter/>
            </a:ln>
          </p:spPr>
          <p:txBody>
            <a:bodyPr rtlCol="0" anchor="ctr"/>
            <a:lstStyle/>
            <a:p>
              <a:endParaRPr lang="en-US"/>
            </a:p>
          </p:txBody>
        </p:sp>
        <p:sp>
          <p:nvSpPr>
            <p:cNvPr id="973" name="Graphic 4">
              <a:extLst>
                <a:ext uri="{FF2B5EF4-FFF2-40B4-BE49-F238E27FC236}">
                  <a16:creationId xmlns:a16="http://schemas.microsoft.com/office/drawing/2014/main" id="{CF7F8C00-060B-D040-B2A3-2D2088340E90}"/>
                </a:ext>
              </a:extLst>
            </p:cNvPr>
            <p:cNvSpPr/>
            <p:nvPr/>
          </p:nvSpPr>
          <p:spPr>
            <a:xfrm>
              <a:off x="8352925" y="994362"/>
              <a:ext cx="127923" cy="44336"/>
            </a:xfrm>
            <a:custGeom>
              <a:avLst/>
              <a:gdLst>
                <a:gd name="connsiteX0" fmla="*/ 7668 w 127923"/>
                <a:gd name="connsiteY0" fmla="*/ 42558 h 44336"/>
                <a:gd name="connsiteX1" fmla="*/ 62622 w 127923"/>
                <a:gd name="connsiteY1" fmla="*/ 41282 h 44336"/>
                <a:gd name="connsiteX2" fmla="*/ 106074 w 127923"/>
                <a:gd name="connsiteY2" fmla="*/ 26598 h 44336"/>
                <a:gd name="connsiteX3" fmla="*/ 108629 w 127923"/>
                <a:gd name="connsiteY3" fmla="*/ 25322 h 44336"/>
                <a:gd name="connsiteX4" fmla="*/ 120131 w 127923"/>
                <a:gd name="connsiteY4" fmla="*/ 18299 h 44336"/>
                <a:gd name="connsiteX5" fmla="*/ 120131 w 127923"/>
                <a:gd name="connsiteY5" fmla="*/ 18299 h 44336"/>
                <a:gd name="connsiteX6" fmla="*/ 120131 w 127923"/>
                <a:gd name="connsiteY6" fmla="*/ 18299 h 44336"/>
                <a:gd name="connsiteX7" fmla="*/ 122687 w 127923"/>
                <a:gd name="connsiteY7" fmla="*/ 17023 h 44336"/>
                <a:gd name="connsiteX8" fmla="*/ 122687 w 127923"/>
                <a:gd name="connsiteY8" fmla="*/ 17023 h 44336"/>
                <a:gd name="connsiteX9" fmla="*/ 127160 w 127923"/>
                <a:gd name="connsiteY9" fmla="*/ 6170 h 44336"/>
                <a:gd name="connsiteX10" fmla="*/ 81153 w 127923"/>
                <a:gd name="connsiteY10" fmla="*/ 1063 h 44336"/>
                <a:gd name="connsiteX11" fmla="*/ 17892 w 127923"/>
                <a:gd name="connsiteY11" fmla="*/ 19576 h 44336"/>
                <a:gd name="connsiteX12" fmla="*/ 0 w 127923"/>
                <a:gd name="connsiteY12" fmla="*/ 36174 h 44336"/>
                <a:gd name="connsiteX13" fmla="*/ 7668 w 127923"/>
                <a:gd name="connsiteY13" fmla="*/ 42558 h 4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923" h="44336">
                  <a:moveTo>
                    <a:pt x="7668" y="42558"/>
                  </a:moveTo>
                  <a:cubicBezTo>
                    <a:pt x="15336" y="43835"/>
                    <a:pt x="35784" y="46389"/>
                    <a:pt x="62622" y="41282"/>
                  </a:cubicBezTo>
                  <a:cubicBezTo>
                    <a:pt x="82430" y="37451"/>
                    <a:pt x="99684" y="29790"/>
                    <a:pt x="106074" y="26598"/>
                  </a:cubicBezTo>
                  <a:lnTo>
                    <a:pt x="108629" y="25322"/>
                  </a:lnTo>
                  <a:cubicBezTo>
                    <a:pt x="111824" y="24045"/>
                    <a:pt x="116936" y="20853"/>
                    <a:pt x="120131" y="18299"/>
                  </a:cubicBezTo>
                  <a:cubicBezTo>
                    <a:pt x="120131" y="18299"/>
                    <a:pt x="120131" y="18299"/>
                    <a:pt x="120131" y="18299"/>
                  </a:cubicBezTo>
                  <a:cubicBezTo>
                    <a:pt x="120131" y="18299"/>
                    <a:pt x="120131" y="18299"/>
                    <a:pt x="120131" y="18299"/>
                  </a:cubicBezTo>
                  <a:cubicBezTo>
                    <a:pt x="120770" y="17661"/>
                    <a:pt x="122048" y="17023"/>
                    <a:pt x="122687" y="17023"/>
                  </a:cubicBezTo>
                  <a:cubicBezTo>
                    <a:pt x="122687" y="17023"/>
                    <a:pt x="122687" y="17023"/>
                    <a:pt x="122687" y="17023"/>
                  </a:cubicBezTo>
                  <a:cubicBezTo>
                    <a:pt x="125243" y="15107"/>
                    <a:pt x="129716" y="10639"/>
                    <a:pt x="127160" y="6170"/>
                  </a:cubicBezTo>
                  <a:cubicBezTo>
                    <a:pt x="126521" y="4893"/>
                    <a:pt x="121409" y="-2768"/>
                    <a:pt x="81153" y="1063"/>
                  </a:cubicBezTo>
                  <a:cubicBezTo>
                    <a:pt x="67094" y="2339"/>
                    <a:pt x="37062" y="8723"/>
                    <a:pt x="17892" y="19576"/>
                  </a:cubicBezTo>
                  <a:cubicBezTo>
                    <a:pt x="4473" y="27237"/>
                    <a:pt x="640" y="32344"/>
                    <a:pt x="0" y="36174"/>
                  </a:cubicBezTo>
                  <a:cubicBezTo>
                    <a:pt x="640" y="38090"/>
                    <a:pt x="1917" y="41282"/>
                    <a:pt x="7668" y="42558"/>
                  </a:cubicBezTo>
                  <a:close/>
                </a:path>
              </a:pathLst>
            </a:custGeom>
            <a:solidFill>
              <a:srgbClr val="009A44"/>
            </a:solidFill>
            <a:ln w="6390" cap="flat">
              <a:noFill/>
              <a:prstDash val="solid"/>
              <a:miter/>
            </a:ln>
          </p:spPr>
          <p:txBody>
            <a:bodyPr rtlCol="0" anchor="ctr"/>
            <a:lstStyle/>
            <a:p>
              <a:endParaRPr lang="en-US"/>
            </a:p>
          </p:txBody>
        </p:sp>
        <p:sp>
          <p:nvSpPr>
            <p:cNvPr id="974" name="Graphic 4">
              <a:extLst>
                <a:ext uri="{FF2B5EF4-FFF2-40B4-BE49-F238E27FC236}">
                  <a16:creationId xmlns:a16="http://schemas.microsoft.com/office/drawing/2014/main" id="{8B1D67F3-203B-9A44-81E3-DA95ADFACFA4}"/>
                </a:ext>
              </a:extLst>
            </p:cNvPr>
            <p:cNvSpPr/>
            <p:nvPr/>
          </p:nvSpPr>
          <p:spPr>
            <a:xfrm>
              <a:off x="8239823" y="918179"/>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260710 w 361674"/>
                <a:gd name="connsiteY5" fmla="*/ 126403 h 361333"/>
                <a:gd name="connsiteX6" fmla="*/ 260710 w 361674"/>
                <a:gd name="connsiteY6" fmla="*/ 270042 h 361333"/>
                <a:gd name="connsiteX7" fmla="*/ 260070 w 361674"/>
                <a:gd name="connsiteY7" fmla="*/ 273234 h 361333"/>
                <a:gd name="connsiteX8" fmla="*/ 179557 w 361674"/>
                <a:gd name="connsiteY8" fmla="*/ 298770 h 361333"/>
                <a:gd name="connsiteX9" fmla="*/ 103517 w 361674"/>
                <a:gd name="connsiteY9" fmla="*/ 273234 h 361333"/>
                <a:gd name="connsiteX10" fmla="*/ 102878 w 361674"/>
                <a:gd name="connsiteY10" fmla="*/ 270681 h 361333"/>
                <a:gd name="connsiteX11" fmla="*/ 102878 w 361674"/>
                <a:gd name="connsiteY11" fmla="*/ 127041 h 361333"/>
                <a:gd name="connsiteX12" fmla="*/ 101600 w 361674"/>
                <a:gd name="connsiteY12" fmla="*/ 118742 h 361333"/>
                <a:gd name="connsiteX13" fmla="*/ 100961 w 361674"/>
                <a:gd name="connsiteY13" fmla="*/ 110443 h 361333"/>
                <a:gd name="connsiteX14" fmla="*/ 100961 w 361674"/>
                <a:gd name="connsiteY14" fmla="*/ 110443 h 361333"/>
                <a:gd name="connsiteX15" fmla="*/ 100961 w 361674"/>
                <a:gd name="connsiteY15" fmla="*/ 110443 h 361333"/>
                <a:gd name="connsiteX16" fmla="*/ 125243 w 361674"/>
                <a:gd name="connsiteY16" fmla="*/ 84907 h 361333"/>
                <a:gd name="connsiteX17" fmla="*/ 193615 w 361674"/>
                <a:gd name="connsiteY17" fmla="*/ 64478 h 361333"/>
                <a:gd name="connsiteX18" fmla="*/ 252403 w 361674"/>
                <a:gd name="connsiteY18" fmla="*/ 77246 h 361333"/>
                <a:gd name="connsiteX19" fmla="*/ 248569 w 361674"/>
                <a:gd name="connsiteY19" fmla="*/ 98313 h 361333"/>
                <a:gd name="connsiteX20" fmla="*/ 260710 w 361674"/>
                <a:gd name="connsiteY20" fmla="*/ 12640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1674" h="361333">
                  <a:moveTo>
                    <a:pt x="180836" y="0"/>
                  </a:moveTo>
                  <a:cubicBezTo>
                    <a:pt x="80513" y="0"/>
                    <a:pt x="0" y="81077"/>
                    <a:pt x="0" y="180667"/>
                  </a:cubicBezTo>
                  <a:cubicBezTo>
                    <a:pt x="0" y="280895"/>
                    <a:pt x="81152" y="361333"/>
                    <a:pt x="180836" y="361333"/>
                  </a:cubicBezTo>
                  <a:cubicBezTo>
                    <a:pt x="281157" y="361333"/>
                    <a:pt x="361670" y="280257"/>
                    <a:pt x="361670" y="180667"/>
                  </a:cubicBezTo>
                  <a:cubicBezTo>
                    <a:pt x="362309" y="81077"/>
                    <a:pt x="281157" y="0"/>
                    <a:pt x="180836" y="0"/>
                  </a:cubicBezTo>
                  <a:close/>
                  <a:moveTo>
                    <a:pt x="260710" y="126403"/>
                  </a:moveTo>
                  <a:lnTo>
                    <a:pt x="260710" y="270042"/>
                  </a:lnTo>
                  <a:cubicBezTo>
                    <a:pt x="260710" y="271319"/>
                    <a:pt x="260070" y="272596"/>
                    <a:pt x="260070" y="273234"/>
                  </a:cubicBezTo>
                  <a:cubicBezTo>
                    <a:pt x="258792" y="275788"/>
                    <a:pt x="242818" y="298770"/>
                    <a:pt x="179557" y="298770"/>
                  </a:cubicBezTo>
                  <a:cubicBezTo>
                    <a:pt x="115658" y="298770"/>
                    <a:pt x="104156" y="275788"/>
                    <a:pt x="103517" y="273234"/>
                  </a:cubicBezTo>
                  <a:cubicBezTo>
                    <a:pt x="102878" y="272596"/>
                    <a:pt x="102878" y="271319"/>
                    <a:pt x="102878" y="270681"/>
                  </a:cubicBezTo>
                  <a:lnTo>
                    <a:pt x="102878" y="127041"/>
                  </a:lnTo>
                  <a:lnTo>
                    <a:pt x="101600" y="118742"/>
                  </a:lnTo>
                  <a:cubicBezTo>
                    <a:pt x="100961" y="116188"/>
                    <a:pt x="100961" y="112996"/>
                    <a:pt x="100961" y="110443"/>
                  </a:cubicBezTo>
                  <a:cubicBezTo>
                    <a:pt x="100961" y="110443"/>
                    <a:pt x="100961" y="110443"/>
                    <a:pt x="100961" y="110443"/>
                  </a:cubicBezTo>
                  <a:cubicBezTo>
                    <a:pt x="100961" y="110443"/>
                    <a:pt x="100961" y="110443"/>
                    <a:pt x="100961" y="110443"/>
                  </a:cubicBezTo>
                  <a:cubicBezTo>
                    <a:pt x="102239" y="102144"/>
                    <a:pt x="107990" y="94483"/>
                    <a:pt x="125243" y="84907"/>
                  </a:cubicBezTo>
                  <a:cubicBezTo>
                    <a:pt x="146330" y="72777"/>
                    <a:pt x="177641" y="66393"/>
                    <a:pt x="193615" y="64478"/>
                  </a:cubicBezTo>
                  <a:cubicBezTo>
                    <a:pt x="228120" y="61286"/>
                    <a:pt x="247290" y="65117"/>
                    <a:pt x="252403" y="77246"/>
                  </a:cubicBezTo>
                  <a:cubicBezTo>
                    <a:pt x="256236" y="85545"/>
                    <a:pt x="253041" y="93206"/>
                    <a:pt x="248569" y="98313"/>
                  </a:cubicBezTo>
                  <a:cubicBezTo>
                    <a:pt x="260070" y="106612"/>
                    <a:pt x="261987" y="119380"/>
                    <a:pt x="260710" y="126403"/>
                  </a:cubicBezTo>
                  <a:close/>
                </a:path>
              </a:pathLst>
            </a:custGeom>
            <a:solidFill>
              <a:srgbClr val="009A44"/>
            </a:solidFill>
            <a:ln w="6390" cap="flat">
              <a:noFill/>
              <a:prstDash val="solid"/>
              <a:miter/>
            </a:ln>
          </p:spPr>
          <p:txBody>
            <a:bodyPr rtlCol="0" anchor="ctr"/>
            <a:lstStyle/>
            <a:p>
              <a:endParaRPr lang="en-US"/>
            </a:p>
          </p:txBody>
        </p:sp>
        <p:sp>
          <p:nvSpPr>
            <p:cNvPr id="975" name="Graphic 4">
              <a:extLst>
                <a:ext uri="{FF2B5EF4-FFF2-40B4-BE49-F238E27FC236}">
                  <a16:creationId xmlns:a16="http://schemas.microsoft.com/office/drawing/2014/main" id="{B809CD47-FDB7-4B45-81B0-BBB066D8DBB4}"/>
                </a:ext>
              </a:extLst>
            </p:cNvPr>
            <p:cNvSpPr/>
            <p:nvPr/>
          </p:nvSpPr>
          <p:spPr>
            <a:xfrm>
              <a:off x="8355481" y="1050327"/>
              <a:ext cx="132911" cy="153215"/>
            </a:xfrm>
            <a:custGeom>
              <a:avLst/>
              <a:gdLst>
                <a:gd name="connsiteX0" fmla="*/ 90738 w 132911"/>
                <a:gd name="connsiteY0" fmla="*/ 12768 h 153215"/>
                <a:gd name="connsiteX1" fmla="*/ 67733 w 132911"/>
                <a:gd name="connsiteY1" fmla="*/ 14045 h 153215"/>
                <a:gd name="connsiteX2" fmla="*/ 0 w 132911"/>
                <a:gd name="connsiteY2" fmla="*/ 3830 h 153215"/>
                <a:gd name="connsiteX3" fmla="*/ 0 w 132911"/>
                <a:gd name="connsiteY3" fmla="*/ 136617 h 153215"/>
                <a:gd name="connsiteX4" fmla="*/ 63899 w 132911"/>
                <a:gd name="connsiteY4" fmla="*/ 153216 h 153215"/>
                <a:gd name="connsiteX5" fmla="*/ 132911 w 132911"/>
                <a:gd name="connsiteY5" fmla="*/ 135341 h 153215"/>
                <a:gd name="connsiteX6" fmla="*/ 132911 w 132911"/>
                <a:gd name="connsiteY6" fmla="*/ 0 h 153215"/>
                <a:gd name="connsiteX7" fmla="*/ 90738 w 132911"/>
                <a:gd name="connsiteY7" fmla="*/ 12768 h 153215"/>
                <a:gd name="connsiteX8" fmla="*/ 63261 w 132911"/>
                <a:gd name="connsiteY8" fmla="*/ 33835 h 153215"/>
                <a:gd name="connsiteX9" fmla="*/ 76679 w 132911"/>
                <a:gd name="connsiteY9" fmla="*/ 47242 h 153215"/>
                <a:gd name="connsiteX10" fmla="*/ 63261 w 132911"/>
                <a:gd name="connsiteY10" fmla="*/ 60648 h 153215"/>
                <a:gd name="connsiteX11" fmla="*/ 49842 w 132911"/>
                <a:gd name="connsiteY11" fmla="*/ 47242 h 153215"/>
                <a:gd name="connsiteX12" fmla="*/ 63261 w 132911"/>
                <a:gd name="connsiteY12" fmla="*/ 33835 h 153215"/>
                <a:gd name="connsiteX13" fmla="*/ 110546 w 132911"/>
                <a:gd name="connsiteY13" fmla="*/ 118104 h 153215"/>
                <a:gd name="connsiteX14" fmla="*/ 107351 w 132911"/>
                <a:gd name="connsiteY14" fmla="*/ 123849 h 153215"/>
                <a:gd name="connsiteX15" fmla="*/ 62622 w 132911"/>
                <a:gd name="connsiteY15" fmla="*/ 134702 h 153215"/>
                <a:gd name="connsiteX16" fmla="*/ 21087 w 132911"/>
                <a:gd name="connsiteY16" fmla="*/ 125126 h 153215"/>
                <a:gd name="connsiteX17" fmla="*/ 17892 w 132911"/>
                <a:gd name="connsiteY17" fmla="*/ 119381 h 153215"/>
                <a:gd name="connsiteX18" fmla="*/ 17892 w 132911"/>
                <a:gd name="connsiteY18" fmla="*/ 65117 h 153215"/>
                <a:gd name="connsiteX19" fmla="*/ 22365 w 132911"/>
                <a:gd name="connsiteY19" fmla="*/ 58733 h 153215"/>
                <a:gd name="connsiteX20" fmla="*/ 29394 w 132911"/>
                <a:gd name="connsiteY20" fmla="*/ 61286 h 153215"/>
                <a:gd name="connsiteX21" fmla="*/ 64538 w 132911"/>
                <a:gd name="connsiteY21" fmla="*/ 79800 h 153215"/>
                <a:gd name="connsiteX22" fmla="*/ 99044 w 132911"/>
                <a:gd name="connsiteY22" fmla="*/ 60648 h 153215"/>
                <a:gd name="connsiteX23" fmla="*/ 106073 w 132911"/>
                <a:gd name="connsiteY23" fmla="*/ 58094 h 153215"/>
                <a:gd name="connsiteX24" fmla="*/ 110546 w 132911"/>
                <a:gd name="connsiteY24" fmla="*/ 64478 h 153215"/>
                <a:gd name="connsiteX25" fmla="*/ 110546 w 132911"/>
                <a:gd name="connsiteY25" fmla="*/ 118104 h 153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2911" h="153215">
                  <a:moveTo>
                    <a:pt x="90738" y="12768"/>
                  </a:moveTo>
                  <a:cubicBezTo>
                    <a:pt x="83708" y="13406"/>
                    <a:pt x="75402" y="14045"/>
                    <a:pt x="67733" y="14045"/>
                  </a:cubicBezTo>
                  <a:cubicBezTo>
                    <a:pt x="41535" y="14045"/>
                    <a:pt x="13419" y="9576"/>
                    <a:pt x="0" y="3830"/>
                  </a:cubicBezTo>
                  <a:lnTo>
                    <a:pt x="0" y="136617"/>
                  </a:lnTo>
                  <a:cubicBezTo>
                    <a:pt x="2556" y="139809"/>
                    <a:pt x="15975" y="153216"/>
                    <a:pt x="63899" y="153216"/>
                  </a:cubicBezTo>
                  <a:cubicBezTo>
                    <a:pt x="111824" y="153216"/>
                    <a:pt x="128438" y="139171"/>
                    <a:pt x="132911" y="135341"/>
                  </a:cubicBezTo>
                  <a:lnTo>
                    <a:pt x="132911" y="0"/>
                  </a:lnTo>
                  <a:cubicBezTo>
                    <a:pt x="124604" y="4469"/>
                    <a:pt x="111185" y="10214"/>
                    <a:pt x="90738" y="12768"/>
                  </a:cubicBezTo>
                  <a:close/>
                  <a:moveTo>
                    <a:pt x="63261" y="33835"/>
                  </a:moveTo>
                  <a:cubicBezTo>
                    <a:pt x="70928" y="33835"/>
                    <a:pt x="76679" y="40219"/>
                    <a:pt x="76679" y="47242"/>
                  </a:cubicBezTo>
                  <a:cubicBezTo>
                    <a:pt x="76679" y="54902"/>
                    <a:pt x="70289" y="60648"/>
                    <a:pt x="63261" y="60648"/>
                  </a:cubicBezTo>
                  <a:cubicBezTo>
                    <a:pt x="56232" y="60648"/>
                    <a:pt x="49842" y="54264"/>
                    <a:pt x="49842" y="47242"/>
                  </a:cubicBezTo>
                  <a:cubicBezTo>
                    <a:pt x="49842" y="40219"/>
                    <a:pt x="56232" y="33835"/>
                    <a:pt x="63261" y="33835"/>
                  </a:cubicBezTo>
                  <a:close/>
                  <a:moveTo>
                    <a:pt x="110546" y="118104"/>
                  </a:moveTo>
                  <a:cubicBezTo>
                    <a:pt x="110546" y="120657"/>
                    <a:pt x="109268" y="122573"/>
                    <a:pt x="107351" y="123849"/>
                  </a:cubicBezTo>
                  <a:cubicBezTo>
                    <a:pt x="91376" y="132149"/>
                    <a:pt x="76040" y="134702"/>
                    <a:pt x="62622" y="134702"/>
                  </a:cubicBezTo>
                  <a:cubicBezTo>
                    <a:pt x="38340" y="134702"/>
                    <a:pt x="22365" y="125765"/>
                    <a:pt x="21087" y="125126"/>
                  </a:cubicBezTo>
                  <a:cubicBezTo>
                    <a:pt x="19170" y="123849"/>
                    <a:pt x="17892" y="121934"/>
                    <a:pt x="17892" y="119381"/>
                  </a:cubicBezTo>
                  <a:lnTo>
                    <a:pt x="17892" y="65117"/>
                  </a:lnTo>
                  <a:cubicBezTo>
                    <a:pt x="17892" y="62563"/>
                    <a:pt x="19809" y="60009"/>
                    <a:pt x="22365" y="58733"/>
                  </a:cubicBezTo>
                  <a:cubicBezTo>
                    <a:pt x="24921" y="58094"/>
                    <a:pt x="28116" y="58733"/>
                    <a:pt x="29394" y="61286"/>
                  </a:cubicBezTo>
                  <a:cubicBezTo>
                    <a:pt x="29394" y="61286"/>
                    <a:pt x="43452" y="79800"/>
                    <a:pt x="64538" y="79800"/>
                  </a:cubicBezTo>
                  <a:cubicBezTo>
                    <a:pt x="85625" y="79800"/>
                    <a:pt x="99044" y="60648"/>
                    <a:pt x="99044" y="60648"/>
                  </a:cubicBezTo>
                  <a:cubicBezTo>
                    <a:pt x="100322" y="58094"/>
                    <a:pt x="103517" y="57456"/>
                    <a:pt x="106073" y="58094"/>
                  </a:cubicBezTo>
                  <a:cubicBezTo>
                    <a:pt x="108629" y="58733"/>
                    <a:pt x="110546" y="61286"/>
                    <a:pt x="110546" y="64478"/>
                  </a:cubicBezTo>
                  <a:lnTo>
                    <a:pt x="110546" y="118104"/>
                  </a:lnTo>
                  <a:close/>
                </a:path>
              </a:pathLst>
            </a:custGeom>
            <a:solidFill>
              <a:srgbClr val="009A44"/>
            </a:solidFill>
            <a:ln w="6390" cap="flat">
              <a:noFill/>
              <a:prstDash val="solid"/>
              <a:miter/>
            </a:ln>
          </p:spPr>
          <p:txBody>
            <a:bodyPr rtlCol="0" anchor="ctr"/>
            <a:lstStyle/>
            <a:p>
              <a:endParaRPr lang="en-US"/>
            </a:p>
          </p:txBody>
        </p:sp>
      </p:grpSp>
      <p:grpSp>
        <p:nvGrpSpPr>
          <p:cNvPr id="976" name="Graphic 4">
            <a:extLst>
              <a:ext uri="{FF2B5EF4-FFF2-40B4-BE49-F238E27FC236}">
                <a16:creationId xmlns:a16="http://schemas.microsoft.com/office/drawing/2014/main" id="{FB4AA813-5A98-4941-8977-B0046945D25E}"/>
              </a:ext>
            </a:extLst>
          </p:cNvPr>
          <p:cNvGrpSpPr/>
          <p:nvPr/>
        </p:nvGrpSpPr>
        <p:grpSpPr>
          <a:xfrm>
            <a:off x="3607758" y="2855717"/>
            <a:ext cx="361674" cy="361333"/>
            <a:chOff x="3607758" y="2855717"/>
            <a:chExt cx="361674" cy="361333"/>
          </a:xfrm>
          <a:solidFill>
            <a:srgbClr val="046A38"/>
          </a:solidFill>
        </p:grpSpPr>
        <p:sp>
          <p:nvSpPr>
            <p:cNvPr id="977" name="Graphic 4">
              <a:extLst>
                <a:ext uri="{FF2B5EF4-FFF2-40B4-BE49-F238E27FC236}">
                  <a16:creationId xmlns:a16="http://schemas.microsoft.com/office/drawing/2014/main" id="{0CD30E61-5F49-A446-977A-34633E3A6C56}"/>
                </a:ext>
              </a:extLst>
            </p:cNvPr>
            <p:cNvSpPr/>
            <p:nvPr/>
          </p:nvSpPr>
          <p:spPr>
            <a:xfrm>
              <a:off x="3607758" y="2855717"/>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0836 w 361674"/>
                <a:gd name="connsiteY5" fmla="*/ 348565 h 361333"/>
                <a:gd name="connsiteX6" fmla="*/ 12780 w 361674"/>
                <a:gd name="connsiteY6" fmla="*/ 180667 h 361333"/>
                <a:gd name="connsiteX7" fmla="*/ 180836 w 361674"/>
                <a:gd name="connsiteY7" fmla="*/ 12768 h 361333"/>
                <a:gd name="connsiteX8" fmla="*/ 348891 w 361674"/>
                <a:gd name="connsiteY8" fmla="*/ 180667 h 361333"/>
                <a:gd name="connsiteX9" fmla="*/ 180836 w 361674"/>
                <a:gd name="connsiteY9" fmla="*/ 3485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6"/>
                    <a:pt x="0" y="180667"/>
                  </a:cubicBezTo>
                  <a:cubicBezTo>
                    <a:pt x="0" y="280895"/>
                    <a:pt x="81152" y="361333"/>
                    <a:pt x="180836" y="361333"/>
                  </a:cubicBezTo>
                  <a:cubicBezTo>
                    <a:pt x="281157" y="361333"/>
                    <a:pt x="361671" y="280257"/>
                    <a:pt x="361671" y="180667"/>
                  </a:cubicBezTo>
                  <a:cubicBezTo>
                    <a:pt x="362310" y="80438"/>
                    <a:pt x="281157" y="0"/>
                    <a:pt x="180836" y="0"/>
                  </a:cubicBezTo>
                  <a:close/>
                  <a:moveTo>
                    <a:pt x="180836" y="348565"/>
                  </a:moveTo>
                  <a:cubicBezTo>
                    <a:pt x="88181" y="348565"/>
                    <a:pt x="12780" y="273234"/>
                    <a:pt x="12780" y="180667"/>
                  </a:cubicBezTo>
                  <a:cubicBezTo>
                    <a:pt x="12780" y="88099"/>
                    <a:pt x="88181" y="12768"/>
                    <a:pt x="180836" y="12768"/>
                  </a:cubicBezTo>
                  <a:cubicBezTo>
                    <a:pt x="273490" y="12768"/>
                    <a:pt x="348891" y="88099"/>
                    <a:pt x="348891" y="180667"/>
                  </a:cubicBezTo>
                  <a:cubicBezTo>
                    <a:pt x="348891" y="273234"/>
                    <a:pt x="274128" y="348565"/>
                    <a:pt x="180836" y="348565"/>
                  </a:cubicBezTo>
                  <a:close/>
                </a:path>
              </a:pathLst>
            </a:custGeom>
            <a:solidFill>
              <a:srgbClr val="046A38"/>
            </a:solidFill>
            <a:ln w="6390" cap="flat">
              <a:noFill/>
              <a:prstDash val="solid"/>
              <a:miter/>
            </a:ln>
          </p:spPr>
          <p:txBody>
            <a:bodyPr rtlCol="0" anchor="ctr"/>
            <a:lstStyle/>
            <a:p>
              <a:endParaRPr lang="en-US"/>
            </a:p>
          </p:txBody>
        </p:sp>
        <p:sp>
          <p:nvSpPr>
            <p:cNvPr id="978" name="Graphic 4">
              <a:extLst>
                <a:ext uri="{FF2B5EF4-FFF2-40B4-BE49-F238E27FC236}">
                  <a16:creationId xmlns:a16="http://schemas.microsoft.com/office/drawing/2014/main" id="{2F9AEBE7-7A8D-1F47-BFE8-B13193752192}"/>
                </a:ext>
              </a:extLst>
            </p:cNvPr>
            <p:cNvSpPr/>
            <p:nvPr/>
          </p:nvSpPr>
          <p:spPr>
            <a:xfrm>
              <a:off x="3698012" y="2934240"/>
              <a:ext cx="181957" cy="204287"/>
            </a:xfrm>
            <a:custGeom>
              <a:avLst/>
              <a:gdLst>
                <a:gd name="connsiteX0" fmla="*/ 135950 w 181957"/>
                <a:gd name="connsiteY0" fmla="*/ 51710 h 204287"/>
                <a:gd name="connsiteX1" fmla="*/ 111029 w 181957"/>
                <a:gd name="connsiteY1" fmla="*/ 21706 h 204287"/>
                <a:gd name="connsiteX2" fmla="*/ 90582 w 181957"/>
                <a:gd name="connsiteY2" fmla="*/ 0 h 204287"/>
                <a:gd name="connsiteX3" fmla="*/ 90582 w 181957"/>
                <a:gd name="connsiteY3" fmla="*/ 0 h 204287"/>
                <a:gd name="connsiteX4" fmla="*/ 70134 w 181957"/>
                <a:gd name="connsiteY4" fmla="*/ 22344 h 204287"/>
                <a:gd name="connsiteX5" fmla="*/ 45852 w 181957"/>
                <a:gd name="connsiteY5" fmla="*/ 51072 h 204287"/>
                <a:gd name="connsiteX6" fmla="*/ 483 w 181957"/>
                <a:gd name="connsiteY6" fmla="*/ 140448 h 204287"/>
                <a:gd name="connsiteX7" fmla="*/ 90582 w 181957"/>
                <a:gd name="connsiteY7" fmla="*/ 204287 h 204287"/>
                <a:gd name="connsiteX8" fmla="*/ 181958 w 181957"/>
                <a:gd name="connsiteY8" fmla="*/ 135979 h 204287"/>
                <a:gd name="connsiteX9" fmla="*/ 135950 w 181957"/>
                <a:gd name="connsiteY9" fmla="*/ 51710 h 204287"/>
                <a:gd name="connsiteX10" fmla="*/ 132116 w 181957"/>
                <a:gd name="connsiteY10" fmla="*/ 185774 h 204287"/>
                <a:gd name="connsiteX11" fmla="*/ 142979 w 181957"/>
                <a:gd name="connsiteY11" fmla="*/ 168537 h 204287"/>
                <a:gd name="connsiteX12" fmla="*/ 137867 w 181957"/>
                <a:gd name="connsiteY12" fmla="*/ 94483 h 204287"/>
                <a:gd name="connsiteX13" fmla="*/ 129560 w 181957"/>
                <a:gd name="connsiteY13" fmla="*/ 91291 h 204287"/>
                <a:gd name="connsiteX14" fmla="*/ 126365 w 181957"/>
                <a:gd name="connsiteY14" fmla="*/ 99590 h 204287"/>
                <a:gd name="connsiteX15" fmla="*/ 130838 w 181957"/>
                <a:gd name="connsiteY15" fmla="*/ 163430 h 204287"/>
                <a:gd name="connsiteX16" fmla="*/ 100166 w 181957"/>
                <a:gd name="connsiteY16" fmla="*/ 190881 h 204287"/>
                <a:gd name="connsiteX17" fmla="*/ 96972 w 181957"/>
                <a:gd name="connsiteY17" fmla="*/ 190881 h 204287"/>
                <a:gd name="connsiteX18" fmla="*/ 96972 w 181957"/>
                <a:gd name="connsiteY18" fmla="*/ 93845 h 204287"/>
                <a:gd name="connsiteX19" fmla="*/ 90582 w 181957"/>
                <a:gd name="connsiteY19" fmla="*/ 87461 h 204287"/>
                <a:gd name="connsiteX20" fmla="*/ 84192 w 181957"/>
                <a:gd name="connsiteY20" fmla="*/ 93845 h 204287"/>
                <a:gd name="connsiteX21" fmla="*/ 84192 w 181957"/>
                <a:gd name="connsiteY21" fmla="*/ 191519 h 204287"/>
                <a:gd name="connsiteX22" fmla="*/ 82914 w 181957"/>
                <a:gd name="connsiteY22" fmla="*/ 191519 h 204287"/>
                <a:gd name="connsiteX23" fmla="*/ 51603 w 181957"/>
                <a:gd name="connsiteY23" fmla="*/ 164068 h 204287"/>
                <a:gd name="connsiteX24" fmla="*/ 56076 w 181957"/>
                <a:gd name="connsiteY24" fmla="*/ 100229 h 204287"/>
                <a:gd name="connsiteX25" fmla="*/ 52881 w 181957"/>
                <a:gd name="connsiteY25" fmla="*/ 91929 h 204287"/>
                <a:gd name="connsiteX26" fmla="*/ 44574 w 181957"/>
                <a:gd name="connsiteY26" fmla="*/ 95121 h 204287"/>
                <a:gd name="connsiteX27" fmla="*/ 39462 w 181957"/>
                <a:gd name="connsiteY27" fmla="*/ 169176 h 204287"/>
                <a:gd name="connsiteX28" fmla="*/ 50964 w 181957"/>
                <a:gd name="connsiteY28" fmla="*/ 187051 h 204287"/>
                <a:gd name="connsiteX29" fmla="*/ 12624 w 181957"/>
                <a:gd name="connsiteY29" fmla="*/ 139171 h 204287"/>
                <a:gd name="connsiteX30" fmla="*/ 54159 w 181957"/>
                <a:gd name="connsiteY30" fmla="*/ 60009 h 204287"/>
                <a:gd name="connsiteX31" fmla="*/ 80997 w 181957"/>
                <a:gd name="connsiteY31" fmla="*/ 27451 h 204287"/>
                <a:gd name="connsiteX32" fmla="*/ 89304 w 181957"/>
                <a:gd name="connsiteY32" fmla="*/ 12768 h 204287"/>
                <a:gd name="connsiteX33" fmla="*/ 98249 w 181957"/>
                <a:gd name="connsiteY33" fmla="*/ 26813 h 204287"/>
                <a:gd name="connsiteX34" fmla="*/ 126365 w 181957"/>
                <a:gd name="connsiteY34" fmla="*/ 60648 h 204287"/>
                <a:gd name="connsiteX35" fmla="*/ 168539 w 181957"/>
                <a:gd name="connsiteY35" fmla="*/ 135341 h 204287"/>
                <a:gd name="connsiteX36" fmla="*/ 132116 w 181957"/>
                <a:gd name="connsiteY36" fmla="*/ 185774 h 204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81957" h="204287">
                  <a:moveTo>
                    <a:pt x="135950" y="51710"/>
                  </a:moveTo>
                  <a:cubicBezTo>
                    <a:pt x="125087" y="41496"/>
                    <a:pt x="114863" y="31920"/>
                    <a:pt x="111029" y="21706"/>
                  </a:cubicBezTo>
                  <a:cubicBezTo>
                    <a:pt x="106556" y="11491"/>
                    <a:pt x="100166" y="0"/>
                    <a:pt x="90582" y="0"/>
                  </a:cubicBezTo>
                  <a:cubicBezTo>
                    <a:pt x="90582" y="0"/>
                    <a:pt x="90582" y="0"/>
                    <a:pt x="90582" y="0"/>
                  </a:cubicBezTo>
                  <a:cubicBezTo>
                    <a:pt x="80357" y="0"/>
                    <a:pt x="75246" y="11491"/>
                    <a:pt x="70134" y="22344"/>
                  </a:cubicBezTo>
                  <a:cubicBezTo>
                    <a:pt x="66300" y="31281"/>
                    <a:pt x="56715" y="40857"/>
                    <a:pt x="45852" y="51072"/>
                  </a:cubicBezTo>
                  <a:cubicBezTo>
                    <a:pt x="23487" y="72777"/>
                    <a:pt x="-3990" y="100229"/>
                    <a:pt x="483" y="140448"/>
                  </a:cubicBezTo>
                  <a:cubicBezTo>
                    <a:pt x="8151" y="204287"/>
                    <a:pt x="70134" y="204287"/>
                    <a:pt x="90582" y="204287"/>
                  </a:cubicBezTo>
                  <a:cubicBezTo>
                    <a:pt x="147452" y="204287"/>
                    <a:pt x="181958" y="178752"/>
                    <a:pt x="181958" y="135979"/>
                  </a:cubicBezTo>
                  <a:cubicBezTo>
                    <a:pt x="181958" y="95121"/>
                    <a:pt x="156398" y="71501"/>
                    <a:pt x="135950" y="51710"/>
                  </a:cubicBezTo>
                  <a:close/>
                  <a:moveTo>
                    <a:pt x="132116" y="185774"/>
                  </a:moveTo>
                  <a:cubicBezTo>
                    <a:pt x="136589" y="180667"/>
                    <a:pt x="140423" y="174921"/>
                    <a:pt x="142979" y="168537"/>
                  </a:cubicBezTo>
                  <a:cubicBezTo>
                    <a:pt x="157037" y="135341"/>
                    <a:pt x="139145" y="95760"/>
                    <a:pt x="137867" y="94483"/>
                  </a:cubicBezTo>
                  <a:cubicBezTo>
                    <a:pt x="136589" y="91291"/>
                    <a:pt x="132755" y="90014"/>
                    <a:pt x="129560" y="91291"/>
                  </a:cubicBezTo>
                  <a:cubicBezTo>
                    <a:pt x="126365" y="92568"/>
                    <a:pt x="125087" y="96398"/>
                    <a:pt x="126365" y="99590"/>
                  </a:cubicBezTo>
                  <a:cubicBezTo>
                    <a:pt x="126365" y="100229"/>
                    <a:pt x="142340" y="135979"/>
                    <a:pt x="130838" y="163430"/>
                  </a:cubicBezTo>
                  <a:cubicBezTo>
                    <a:pt x="125726" y="176198"/>
                    <a:pt x="115502" y="185135"/>
                    <a:pt x="100166" y="190881"/>
                  </a:cubicBezTo>
                  <a:cubicBezTo>
                    <a:pt x="98888" y="190881"/>
                    <a:pt x="97610" y="190881"/>
                    <a:pt x="96972" y="190881"/>
                  </a:cubicBezTo>
                  <a:lnTo>
                    <a:pt x="96972" y="93845"/>
                  </a:lnTo>
                  <a:cubicBezTo>
                    <a:pt x="96972" y="90014"/>
                    <a:pt x="94415" y="87461"/>
                    <a:pt x="90582" y="87461"/>
                  </a:cubicBezTo>
                  <a:cubicBezTo>
                    <a:pt x="86747" y="87461"/>
                    <a:pt x="84192" y="90014"/>
                    <a:pt x="84192" y="93845"/>
                  </a:cubicBezTo>
                  <a:lnTo>
                    <a:pt x="84192" y="191519"/>
                  </a:lnTo>
                  <a:cubicBezTo>
                    <a:pt x="83552" y="191519"/>
                    <a:pt x="83552" y="191519"/>
                    <a:pt x="82914" y="191519"/>
                  </a:cubicBezTo>
                  <a:cubicBezTo>
                    <a:pt x="67578" y="185774"/>
                    <a:pt x="57354" y="176836"/>
                    <a:pt x="51603" y="164068"/>
                  </a:cubicBezTo>
                  <a:cubicBezTo>
                    <a:pt x="40101" y="135979"/>
                    <a:pt x="56076" y="100229"/>
                    <a:pt x="56076" y="100229"/>
                  </a:cubicBezTo>
                  <a:cubicBezTo>
                    <a:pt x="57354" y="97037"/>
                    <a:pt x="56076" y="93206"/>
                    <a:pt x="52881" y="91929"/>
                  </a:cubicBezTo>
                  <a:cubicBezTo>
                    <a:pt x="49686" y="90653"/>
                    <a:pt x="45852" y="91929"/>
                    <a:pt x="44574" y="95121"/>
                  </a:cubicBezTo>
                  <a:cubicBezTo>
                    <a:pt x="43935" y="97037"/>
                    <a:pt x="26043" y="135979"/>
                    <a:pt x="39462" y="169176"/>
                  </a:cubicBezTo>
                  <a:cubicBezTo>
                    <a:pt x="42018" y="176198"/>
                    <a:pt x="46491" y="181944"/>
                    <a:pt x="50964" y="187051"/>
                  </a:cubicBezTo>
                  <a:cubicBezTo>
                    <a:pt x="31794" y="180667"/>
                    <a:pt x="15819" y="167899"/>
                    <a:pt x="12624" y="139171"/>
                  </a:cubicBezTo>
                  <a:cubicBezTo>
                    <a:pt x="8790" y="104697"/>
                    <a:pt x="32433" y="81077"/>
                    <a:pt x="54159" y="60009"/>
                  </a:cubicBezTo>
                  <a:cubicBezTo>
                    <a:pt x="66300" y="48518"/>
                    <a:pt x="76524" y="38304"/>
                    <a:pt x="80997" y="27451"/>
                  </a:cubicBezTo>
                  <a:cubicBezTo>
                    <a:pt x="86109" y="15322"/>
                    <a:pt x="88664" y="13406"/>
                    <a:pt x="89304" y="12768"/>
                  </a:cubicBezTo>
                  <a:cubicBezTo>
                    <a:pt x="89304" y="12768"/>
                    <a:pt x="92498" y="14045"/>
                    <a:pt x="98249" y="26813"/>
                  </a:cubicBezTo>
                  <a:cubicBezTo>
                    <a:pt x="103361" y="38942"/>
                    <a:pt x="114863" y="49795"/>
                    <a:pt x="126365" y="60648"/>
                  </a:cubicBezTo>
                  <a:cubicBezTo>
                    <a:pt x="146174" y="79161"/>
                    <a:pt x="168539" y="100867"/>
                    <a:pt x="168539" y="135341"/>
                  </a:cubicBezTo>
                  <a:cubicBezTo>
                    <a:pt x="169178" y="151300"/>
                    <a:pt x="163427" y="174921"/>
                    <a:pt x="132116" y="185774"/>
                  </a:cubicBezTo>
                  <a:close/>
                </a:path>
              </a:pathLst>
            </a:custGeom>
            <a:solidFill>
              <a:srgbClr val="046A38"/>
            </a:solidFill>
            <a:ln w="6390" cap="flat">
              <a:noFill/>
              <a:prstDash val="solid"/>
              <a:miter/>
            </a:ln>
          </p:spPr>
          <p:txBody>
            <a:bodyPr rtlCol="0" anchor="ctr"/>
            <a:lstStyle/>
            <a:p>
              <a:endParaRPr lang="en-US"/>
            </a:p>
          </p:txBody>
        </p:sp>
      </p:grpSp>
      <p:grpSp>
        <p:nvGrpSpPr>
          <p:cNvPr id="979" name="Graphic 4">
            <a:extLst>
              <a:ext uri="{FF2B5EF4-FFF2-40B4-BE49-F238E27FC236}">
                <a16:creationId xmlns:a16="http://schemas.microsoft.com/office/drawing/2014/main" id="{E3D39A7B-8CB7-B34A-B3ED-7FED1B6AC46F}"/>
              </a:ext>
            </a:extLst>
          </p:cNvPr>
          <p:cNvGrpSpPr/>
          <p:nvPr/>
        </p:nvGrpSpPr>
        <p:grpSpPr>
          <a:xfrm>
            <a:off x="4661459" y="1402085"/>
            <a:ext cx="361674" cy="361333"/>
            <a:chOff x="4661459" y="1402085"/>
            <a:chExt cx="361674" cy="361333"/>
          </a:xfrm>
          <a:solidFill>
            <a:srgbClr val="046A38"/>
          </a:solidFill>
        </p:grpSpPr>
        <p:sp>
          <p:nvSpPr>
            <p:cNvPr id="980" name="Graphic 4">
              <a:extLst>
                <a:ext uri="{FF2B5EF4-FFF2-40B4-BE49-F238E27FC236}">
                  <a16:creationId xmlns:a16="http://schemas.microsoft.com/office/drawing/2014/main" id="{67C073C8-CD08-1F4C-A95F-C9D53CFD65D2}"/>
                </a:ext>
              </a:extLst>
            </p:cNvPr>
            <p:cNvSpPr/>
            <p:nvPr/>
          </p:nvSpPr>
          <p:spPr>
            <a:xfrm>
              <a:off x="4661459" y="1402085"/>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6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1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30"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981" name="Graphic 4">
              <a:extLst>
                <a:ext uri="{FF2B5EF4-FFF2-40B4-BE49-F238E27FC236}">
                  <a16:creationId xmlns:a16="http://schemas.microsoft.com/office/drawing/2014/main" id="{85B22C45-F758-8D4B-BCD3-B6A8C6DCA0B2}"/>
                </a:ext>
              </a:extLst>
            </p:cNvPr>
            <p:cNvSpPr/>
            <p:nvPr/>
          </p:nvSpPr>
          <p:spPr>
            <a:xfrm>
              <a:off x="4741972" y="1471870"/>
              <a:ext cx="200883" cy="223878"/>
            </a:xfrm>
            <a:custGeom>
              <a:avLst/>
              <a:gdLst>
                <a:gd name="connsiteX0" fmla="*/ 177641 w 200883"/>
                <a:gd name="connsiteY0" fmla="*/ 73855 h 223878"/>
                <a:gd name="connsiteX1" fmla="*/ 116297 w 200883"/>
                <a:gd name="connsiteY1" fmla="*/ 41296 h 223878"/>
                <a:gd name="connsiteX2" fmla="*/ 110546 w 200883"/>
                <a:gd name="connsiteY2" fmla="*/ 48319 h 223878"/>
                <a:gd name="connsiteX3" fmla="*/ 117575 w 200883"/>
                <a:gd name="connsiteY3" fmla="*/ 54064 h 223878"/>
                <a:gd name="connsiteX4" fmla="*/ 164861 w 200883"/>
                <a:gd name="connsiteY4" fmla="*/ 78962 h 223878"/>
                <a:gd name="connsiteX5" fmla="*/ 179557 w 200883"/>
                <a:gd name="connsiteY5" fmla="*/ 105136 h 223878"/>
                <a:gd name="connsiteX6" fmla="*/ 145691 w 200883"/>
                <a:gd name="connsiteY6" fmla="*/ 94283 h 223878"/>
                <a:gd name="connsiteX7" fmla="*/ 144413 w 200883"/>
                <a:gd name="connsiteY7" fmla="*/ 93645 h 223878"/>
                <a:gd name="connsiteX8" fmla="*/ 136106 w 200883"/>
                <a:gd name="connsiteY8" fmla="*/ 96199 h 223878"/>
                <a:gd name="connsiteX9" fmla="*/ 138023 w 200883"/>
                <a:gd name="connsiteY9" fmla="*/ 104498 h 223878"/>
                <a:gd name="connsiteX10" fmla="*/ 141218 w 200883"/>
                <a:gd name="connsiteY10" fmla="*/ 116627 h 223878"/>
                <a:gd name="connsiteX11" fmla="*/ 141857 w 200883"/>
                <a:gd name="connsiteY11" fmla="*/ 123011 h 223878"/>
                <a:gd name="connsiteX12" fmla="*/ 121409 w 200883"/>
                <a:gd name="connsiteY12" fmla="*/ 104498 h 223878"/>
                <a:gd name="connsiteX13" fmla="*/ 115019 w 200883"/>
                <a:gd name="connsiteY13" fmla="*/ 102583 h 223878"/>
                <a:gd name="connsiteX14" fmla="*/ 110546 w 200883"/>
                <a:gd name="connsiteY14" fmla="*/ 107690 h 223878"/>
                <a:gd name="connsiteX15" fmla="*/ 93932 w 200883"/>
                <a:gd name="connsiteY15" fmla="*/ 135779 h 223878"/>
                <a:gd name="connsiteX16" fmla="*/ 92654 w 200883"/>
                <a:gd name="connsiteY16" fmla="*/ 122373 h 223878"/>
                <a:gd name="connsiteX17" fmla="*/ 92015 w 200883"/>
                <a:gd name="connsiteY17" fmla="*/ 104498 h 223878"/>
                <a:gd name="connsiteX18" fmla="*/ 87542 w 200883"/>
                <a:gd name="connsiteY18" fmla="*/ 98114 h 223878"/>
                <a:gd name="connsiteX19" fmla="*/ 80513 w 200883"/>
                <a:gd name="connsiteY19" fmla="*/ 100667 h 223878"/>
                <a:gd name="connsiteX20" fmla="*/ 57509 w 200883"/>
                <a:gd name="connsiteY20" fmla="*/ 124288 h 223878"/>
                <a:gd name="connsiteX21" fmla="*/ 60066 w 200883"/>
                <a:gd name="connsiteY21" fmla="*/ 100029 h 223878"/>
                <a:gd name="connsiteX22" fmla="*/ 56871 w 200883"/>
                <a:gd name="connsiteY22" fmla="*/ 94283 h 223878"/>
                <a:gd name="connsiteX23" fmla="*/ 50481 w 200883"/>
                <a:gd name="connsiteY23" fmla="*/ 94922 h 223878"/>
                <a:gd name="connsiteX24" fmla="*/ 21087 w 200883"/>
                <a:gd name="connsiteY24" fmla="*/ 105775 h 223878"/>
                <a:gd name="connsiteX25" fmla="*/ 33867 w 200883"/>
                <a:gd name="connsiteY25" fmla="*/ 85346 h 223878"/>
                <a:gd name="connsiteX26" fmla="*/ 45369 w 200883"/>
                <a:gd name="connsiteY26" fmla="*/ 66832 h 223878"/>
                <a:gd name="connsiteX27" fmla="*/ 98405 w 200883"/>
                <a:gd name="connsiteY27" fmla="*/ 54703 h 223878"/>
                <a:gd name="connsiteX28" fmla="*/ 105434 w 200883"/>
                <a:gd name="connsiteY28" fmla="*/ 50234 h 223878"/>
                <a:gd name="connsiteX29" fmla="*/ 93932 w 200883"/>
                <a:gd name="connsiteY29" fmla="*/ 1077 h 223878"/>
                <a:gd name="connsiteX30" fmla="*/ 84986 w 200883"/>
                <a:gd name="connsiteY30" fmla="*/ 2992 h 223878"/>
                <a:gd name="connsiteX31" fmla="*/ 86264 w 200883"/>
                <a:gd name="connsiteY31" fmla="*/ 11930 h 223878"/>
                <a:gd name="connsiteX32" fmla="*/ 93932 w 200883"/>
                <a:gd name="connsiteY32" fmla="*/ 41935 h 223878"/>
                <a:gd name="connsiteX33" fmla="*/ 34506 w 200883"/>
                <a:gd name="connsiteY33" fmla="*/ 59810 h 223878"/>
                <a:gd name="connsiteX34" fmla="*/ 23004 w 200883"/>
                <a:gd name="connsiteY34" fmla="*/ 78962 h 223878"/>
                <a:gd name="connsiteX35" fmla="*/ 4473 w 200883"/>
                <a:gd name="connsiteY35" fmla="*/ 103859 h 223878"/>
                <a:gd name="connsiteX36" fmla="*/ 0 w 200883"/>
                <a:gd name="connsiteY36" fmla="*/ 109605 h 223878"/>
                <a:gd name="connsiteX37" fmla="*/ 3834 w 200883"/>
                <a:gd name="connsiteY37" fmla="*/ 115989 h 223878"/>
                <a:gd name="connsiteX38" fmla="*/ 23004 w 200883"/>
                <a:gd name="connsiteY38" fmla="*/ 118543 h 223878"/>
                <a:gd name="connsiteX39" fmla="*/ 26838 w 200883"/>
                <a:gd name="connsiteY39" fmla="*/ 156846 h 223878"/>
                <a:gd name="connsiteX40" fmla="*/ 70289 w 200883"/>
                <a:gd name="connsiteY40" fmla="*/ 204726 h 223878"/>
                <a:gd name="connsiteX41" fmla="*/ 98405 w 200883"/>
                <a:gd name="connsiteY41" fmla="*/ 222601 h 223878"/>
                <a:gd name="connsiteX42" fmla="*/ 102239 w 200883"/>
                <a:gd name="connsiteY42" fmla="*/ 223878 h 223878"/>
                <a:gd name="connsiteX43" fmla="*/ 106712 w 200883"/>
                <a:gd name="connsiteY43" fmla="*/ 222601 h 223878"/>
                <a:gd name="connsiteX44" fmla="*/ 134189 w 200883"/>
                <a:gd name="connsiteY44" fmla="*/ 204726 h 223878"/>
                <a:gd name="connsiteX45" fmla="*/ 177001 w 200883"/>
                <a:gd name="connsiteY45" fmla="*/ 158123 h 223878"/>
                <a:gd name="connsiteX46" fmla="*/ 180836 w 200883"/>
                <a:gd name="connsiteY46" fmla="*/ 118543 h 223878"/>
                <a:gd name="connsiteX47" fmla="*/ 195532 w 200883"/>
                <a:gd name="connsiteY47" fmla="*/ 117266 h 223878"/>
                <a:gd name="connsiteX48" fmla="*/ 200644 w 200883"/>
                <a:gd name="connsiteY48" fmla="*/ 112797 h 223878"/>
                <a:gd name="connsiteX49" fmla="*/ 198727 w 200883"/>
                <a:gd name="connsiteY49" fmla="*/ 106413 h 223878"/>
                <a:gd name="connsiteX50" fmla="*/ 177641 w 200883"/>
                <a:gd name="connsiteY50" fmla="*/ 73855 h 223878"/>
                <a:gd name="connsiteX51" fmla="*/ 165500 w 200883"/>
                <a:gd name="connsiteY51" fmla="*/ 151739 h 223878"/>
                <a:gd name="connsiteX52" fmla="*/ 127160 w 200883"/>
                <a:gd name="connsiteY52" fmla="*/ 193235 h 223878"/>
                <a:gd name="connsiteX53" fmla="*/ 101600 w 200883"/>
                <a:gd name="connsiteY53" fmla="*/ 209833 h 223878"/>
                <a:gd name="connsiteX54" fmla="*/ 76040 w 200883"/>
                <a:gd name="connsiteY54" fmla="*/ 193873 h 223878"/>
                <a:gd name="connsiteX55" fmla="*/ 38340 w 200883"/>
                <a:gd name="connsiteY55" fmla="*/ 153016 h 223878"/>
                <a:gd name="connsiteX56" fmla="*/ 35784 w 200883"/>
                <a:gd name="connsiteY56" fmla="*/ 115989 h 223878"/>
                <a:gd name="connsiteX57" fmla="*/ 46008 w 200883"/>
                <a:gd name="connsiteY57" fmla="*/ 112159 h 223878"/>
                <a:gd name="connsiteX58" fmla="*/ 42174 w 200883"/>
                <a:gd name="connsiteY58" fmla="*/ 130034 h 223878"/>
                <a:gd name="connsiteX59" fmla="*/ 40896 w 200883"/>
                <a:gd name="connsiteY59" fmla="*/ 136418 h 223878"/>
                <a:gd name="connsiteX60" fmla="*/ 46008 w 200883"/>
                <a:gd name="connsiteY60" fmla="*/ 140887 h 223878"/>
                <a:gd name="connsiteX61" fmla="*/ 79874 w 200883"/>
                <a:gd name="connsiteY61" fmla="*/ 123011 h 223878"/>
                <a:gd name="connsiteX62" fmla="*/ 80513 w 200883"/>
                <a:gd name="connsiteY62" fmla="*/ 126203 h 223878"/>
                <a:gd name="connsiteX63" fmla="*/ 80513 w 200883"/>
                <a:gd name="connsiteY63" fmla="*/ 143440 h 223878"/>
                <a:gd name="connsiteX64" fmla="*/ 80513 w 200883"/>
                <a:gd name="connsiteY64" fmla="*/ 150462 h 223878"/>
                <a:gd name="connsiteX65" fmla="*/ 85625 w 200883"/>
                <a:gd name="connsiteY65" fmla="*/ 153016 h 223878"/>
                <a:gd name="connsiteX66" fmla="*/ 86903 w 200883"/>
                <a:gd name="connsiteY66" fmla="*/ 153016 h 223878"/>
                <a:gd name="connsiteX67" fmla="*/ 119492 w 200883"/>
                <a:gd name="connsiteY67" fmla="*/ 121735 h 223878"/>
                <a:gd name="connsiteX68" fmla="*/ 152081 w 200883"/>
                <a:gd name="connsiteY68" fmla="*/ 140887 h 223878"/>
                <a:gd name="connsiteX69" fmla="*/ 157832 w 200883"/>
                <a:gd name="connsiteY69" fmla="*/ 138333 h 223878"/>
                <a:gd name="connsiteX70" fmla="*/ 158471 w 200883"/>
                <a:gd name="connsiteY70" fmla="*/ 131949 h 223878"/>
                <a:gd name="connsiteX71" fmla="*/ 153998 w 200883"/>
                <a:gd name="connsiteY71" fmla="*/ 118543 h 223878"/>
                <a:gd name="connsiteX72" fmla="*/ 153998 w 200883"/>
                <a:gd name="connsiteY72" fmla="*/ 112797 h 223878"/>
                <a:gd name="connsiteX73" fmla="*/ 166138 w 200883"/>
                <a:gd name="connsiteY73" fmla="*/ 116627 h 223878"/>
                <a:gd name="connsiteX74" fmla="*/ 165500 w 200883"/>
                <a:gd name="connsiteY74" fmla="*/ 151739 h 223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00883" h="223878">
                  <a:moveTo>
                    <a:pt x="177641" y="73855"/>
                  </a:moveTo>
                  <a:cubicBezTo>
                    <a:pt x="165500" y="45127"/>
                    <a:pt x="124604" y="40020"/>
                    <a:pt x="116297" y="41296"/>
                  </a:cubicBezTo>
                  <a:cubicBezTo>
                    <a:pt x="113102" y="41935"/>
                    <a:pt x="110546" y="45127"/>
                    <a:pt x="110546" y="48319"/>
                  </a:cubicBezTo>
                  <a:cubicBezTo>
                    <a:pt x="111185" y="51511"/>
                    <a:pt x="114380" y="54064"/>
                    <a:pt x="117575" y="54064"/>
                  </a:cubicBezTo>
                  <a:cubicBezTo>
                    <a:pt x="122687" y="53426"/>
                    <a:pt x="156553" y="57895"/>
                    <a:pt x="164861" y="78962"/>
                  </a:cubicBezTo>
                  <a:cubicBezTo>
                    <a:pt x="169973" y="91091"/>
                    <a:pt x="175084" y="99391"/>
                    <a:pt x="179557" y="105136"/>
                  </a:cubicBezTo>
                  <a:cubicBezTo>
                    <a:pt x="162305" y="104498"/>
                    <a:pt x="148247" y="95560"/>
                    <a:pt x="145691" y="94283"/>
                  </a:cubicBezTo>
                  <a:cubicBezTo>
                    <a:pt x="145691" y="94283"/>
                    <a:pt x="145052" y="93645"/>
                    <a:pt x="144413" y="93645"/>
                  </a:cubicBezTo>
                  <a:cubicBezTo>
                    <a:pt x="141218" y="92368"/>
                    <a:pt x="138023" y="93007"/>
                    <a:pt x="136106" y="96199"/>
                  </a:cubicBezTo>
                  <a:cubicBezTo>
                    <a:pt x="134189" y="99391"/>
                    <a:pt x="135467" y="102583"/>
                    <a:pt x="138023" y="104498"/>
                  </a:cubicBezTo>
                  <a:cubicBezTo>
                    <a:pt x="139301" y="106413"/>
                    <a:pt x="141857" y="113435"/>
                    <a:pt x="141218" y="116627"/>
                  </a:cubicBezTo>
                  <a:cubicBezTo>
                    <a:pt x="141218" y="118543"/>
                    <a:pt x="141218" y="121096"/>
                    <a:pt x="141857" y="123011"/>
                  </a:cubicBezTo>
                  <a:cubicBezTo>
                    <a:pt x="132911" y="117266"/>
                    <a:pt x="124604" y="108328"/>
                    <a:pt x="121409" y="104498"/>
                  </a:cubicBezTo>
                  <a:cubicBezTo>
                    <a:pt x="120131" y="102583"/>
                    <a:pt x="117575" y="101944"/>
                    <a:pt x="115019" y="102583"/>
                  </a:cubicBezTo>
                  <a:cubicBezTo>
                    <a:pt x="112463" y="103221"/>
                    <a:pt x="110546" y="105136"/>
                    <a:pt x="110546" y="107690"/>
                  </a:cubicBezTo>
                  <a:cubicBezTo>
                    <a:pt x="107351" y="123011"/>
                    <a:pt x="99683" y="131949"/>
                    <a:pt x="93932" y="135779"/>
                  </a:cubicBezTo>
                  <a:cubicBezTo>
                    <a:pt x="93932" y="130034"/>
                    <a:pt x="93293" y="124288"/>
                    <a:pt x="92654" y="122373"/>
                  </a:cubicBezTo>
                  <a:cubicBezTo>
                    <a:pt x="92015" y="120458"/>
                    <a:pt x="92015" y="111520"/>
                    <a:pt x="92015" y="104498"/>
                  </a:cubicBezTo>
                  <a:cubicBezTo>
                    <a:pt x="92015" y="101944"/>
                    <a:pt x="90098" y="99391"/>
                    <a:pt x="87542" y="98114"/>
                  </a:cubicBezTo>
                  <a:cubicBezTo>
                    <a:pt x="84986" y="97475"/>
                    <a:pt x="81792" y="98114"/>
                    <a:pt x="80513" y="100667"/>
                  </a:cubicBezTo>
                  <a:cubicBezTo>
                    <a:pt x="71567" y="114712"/>
                    <a:pt x="63261" y="121096"/>
                    <a:pt x="57509" y="124288"/>
                  </a:cubicBezTo>
                  <a:cubicBezTo>
                    <a:pt x="59427" y="114712"/>
                    <a:pt x="60066" y="104498"/>
                    <a:pt x="60066" y="100029"/>
                  </a:cubicBezTo>
                  <a:cubicBezTo>
                    <a:pt x="60066" y="97475"/>
                    <a:pt x="58788" y="95560"/>
                    <a:pt x="56871" y="94283"/>
                  </a:cubicBezTo>
                  <a:cubicBezTo>
                    <a:pt x="54954" y="93007"/>
                    <a:pt x="52398" y="93007"/>
                    <a:pt x="50481" y="94922"/>
                  </a:cubicBezTo>
                  <a:cubicBezTo>
                    <a:pt x="38340" y="103221"/>
                    <a:pt x="28116" y="105136"/>
                    <a:pt x="21087" y="105775"/>
                  </a:cubicBezTo>
                  <a:cubicBezTo>
                    <a:pt x="25560" y="100667"/>
                    <a:pt x="29394" y="93645"/>
                    <a:pt x="33867" y="85346"/>
                  </a:cubicBezTo>
                  <a:cubicBezTo>
                    <a:pt x="37701" y="78962"/>
                    <a:pt x="40896" y="72578"/>
                    <a:pt x="45369" y="66832"/>
                  </a:cubicBezTo>
                  <a:cubicBezTo>
                    <a:pt x="54954" y="52788"/>
                    <a:pt x="86903" y="53426"/>
                    <a:pt x="98405" y="54703"/>
                  </a:cubicBezTo>
                  <a:cubicBezTo>
                    <a:pt x="101600" y="55341"/>
                    <a:pt x="104795" y="53426"/>
                    <a:pt x="105434" y="50234"/>
                  </a:cubicBezTo>
                  <a:cubicBezTo>
                    <a:pt x="115019" y="15760"/>
                    <a:pt x="94571" y="1716"/>
                    <a:pt x="93932" y="1077"/>
                  </a:cubicBezTo>
                  <a:cubicBezTo>
                    <a:pt x="90737" y="-838"/>
                    <a:pt x="86903" y="-200"/>
                    <a:pt x="84986" y="2992"/>
                  </a:cubicBezTo>
                  <a:cubicBezTo>
                    <a:pt x="83069" y="5546"/>
                    <a:pt x="83708" y="10015"/>
                    <a:pt x="86264" y="11930"/>
                  </a:cubicBezTo>
                  <a:cubicBezTo>
                    <a:pt x="86903" y="12568"/>
                    <a:pt x="97766" y="20229"/>
                    <a:pt x="93932" y="41935"/>
                  </a:cubicBezTo>
                  <a:cubicBezTo>
                    <a:pt x="79874" y="40658"/>
                    <a:pt x="47286" y="40658"/>
                    <a:pt x="34506" y="59810"/>
                  </a:cubicBezTo>
                  <a:cubicBezTo>
                    <a:pt x="30033" y="66194"/>
                    <a:pt x="26199" y="72578"/>
                    <a:pt x="23004" y="78962"/>
                  </a:cubicBezTo>
                  <a:cubicBezTo>
                    <a:pt x="16614" y="90453"/>
                    <a:pt x="9585" y="101944"/>
                    <a:pt x="4473" y="103859"/>
                  </a:cubicBezTo>
                  <a:cubicBezTo>
                    <a:pt x="1917" y="104498"/>
                    <a:pt x="0" y="107051"/>
                    <a:pt x="0" y="109605"/>
                  </a:cubicBezTo>
                  <a:cubicBezTo>
                    <a:pt x="0" y="112159"/>
                    <a:pt x="1278" y="114712"/>
                    <a:pt x="3834" y="115989"/>
                  </a:cubicBezTo>
                  <a:cubicBezTo>
                    <a:pt x="4473" y="115989"/>
                    <a:pt x="11502" y="119181"/>
                    <a:pt x="23004" y="118543"/>
                  </a:cubicBezTo>
                  <a:cubicBezTo>
                    <a:pt x="21726" y="126842"/>
                    <a:pt x="21087" y="140887"/>
                    <a:pt x="26838" y="156846"/>
                  </a:cubicBezTo>
                  <a:cubicBezTo>
                    <a:pt x="35145" y="182382"/>
                    <a:pt x="55593" y="196427"/>
                    <a:pt x="70289" y="204726"/>
                  </a:cubicBezTo>
                  <a:cubicBezTo>
                    <a:pt x="82430" y="211749"/>
                    <a:pt x="98405" y="222601"/>
                    <a:pt x="98405" y="222601"/>
                  </a:cubicBezTo>
                  <a:cubicBezTo>
                    <a:pt x="99683" y="223240"/>
                    <a:pt x="100961" y="223878"/>
                    <a:pt x="102239" y="223878"/>
                  </a:cubicBezTo>
                  <a:cubicBezTo>
                    <a:pt x="103517" y="223878"/>
                    <a:pt x="105434" y="223240"/>
                    <a:pt x="106712" y="222601"/>
                  </a:cubicBezTo>
                  <a:cubicBezTo>
                    <a:pt x="106712" y="222601"/>
                    <a:pt x="113741" y="216856"/>
                    <a:pt x="134189" y="204726"/>
                  </a:cubicBezTo>
                  <a:cubicBezTo>
                    <a:pt x="159748" y="190043"/>
                    <a:pt x="171251" y="170891"/>
                    <a:pt x="177001" y="158123"/>
                  </a:cubicBezTo>
                  <a:cubicBezTo>
                    <a:pt x="182752" y="145994"/>
                    <a:pt x="182113" y="128119"/>
                    <a:pt x="180836" y="118543"/>
                  </a:cubicBezTo>
                  <a:cubicBezTo>
                    <a:pt x="185308" y="118543"/>
                    <a:pt x="190420" y="118543"/>
                    <a:pt x="195532" y="117266"/>
                  </a:cubicBezTo>
                  <a:cubicBezTo>
                    <a:pt x="198088" y="116627"/>
                    <a:pt x="200005" y="114712"/>
                    <a:pt x="200644" y="112797"/>
                  </a:cubicBezTo>
                  <a:cubicBezTo>
                    <a:pt x="201283" y="110243"/>
                    <a:pt x="200644" y="107690"/>
                    <a:pt x="198727" y="106413"/>
                  </a:cubicBezTo>
                  <a:cubicBezTo>
                    <a:pt x="198088" y="105136"/>
                    <a:pt x="187225" y="95560"/>
                    <a:pt x="177641" y="73855"/>
                  </a:cubicBezTo>
                  <a:close/>
                  <a:moveTo>
                    <a:pt x="165500" y="151739"/>
                  </a:moveTo>
                  <a:cubicBezTo>
                    <a:pt x="159110" y="164507"/>
                    <a:pt x="149525" y="179829"/>
                    <a:pt x="127160" y="193235"/>
                  </a:cubicBezTo>
                  <a:cubicBezTo>
                    <a:pt x="113741" y="200896"/>
                    <a:pt x="105434" y="206641"/>
                    <a:pt x="101600" y="209833"/>
                  </a:cubicBezTo>
                  <a:cubicBezTo>
                    <a:pt x="95849" y="206003"/>
                    <a:pt x="85625" y="198981"/>
                    <a:pt x="76040" y="193873"/>
                  </a:cubicBezTo>
                  <a:cubicBezTo>
                    <a:pt x="63261" y="186851"/>
                    <a:pt x="46008" y="174722"/>
                    <a:pt x="38340" y="153016"/>
                  </a:cubicBezTo>
                  <a:cubicBezTo>
                    <a:pt x="31950" y="134503"/>
                    <a:pt x="35145" y="119819"/>
                    <a:pt x="35784" y="115989"/>
                  </a:cubicBezTo>
                  <a:cubicBezTo>
                    <a:pt x="38979" y="114712"/>
                    <a:pt x="42813" y="113435"/>
                    <a:pt x="46008" y="112159"/>
                  </a:cubicBezTo>
                  <a:cubicBezTo>
                    <a:pt x="45369" y="121096"/>
                    <a:pt x="43452" y="128119"/>
                    <a:pt x="42174" y="130034"/>
                  </a:cubicBezTo>
                  <a:cubicBezTo>
                    <a:pt x="40257" y="131949"/>
                    <a:pt x="39618" y="134503"/>
                    <a:pt x="40896" y="136418"/>
                  </a:cubicBezTo>
                  <a:cubicBezTo>
                    <a:pt x="42174" y="138333"/>
                    <a:pt x="43452" y="140248"/>
                    <a:pt x="46008" y="140887"/>
                  </a:cubicBezTo>
                  <a:cubicBezTo>
                    <a:pt x="47925" y="140887"/>
                    <a:pt x="62622" y="142163"/>
                    <a:pt x="79874" y="123011"/>
                  </a:cubicBezTo>
                  <a:cubicBezTo>
                    <a:pt x="79874" y="124288"/>
                    <a:pt x="80513" y="125565"/>
                    <a:pt x="80513" y="126203"/>
                  </a:cubicBezTo>
                  <a:cubicBezTo>
                    <a:pt x="81152" y="128757"/>
                    <a:pt x="81792" y="141525"/>
                    <a:pt x="80513" y="143440"/>
                  </a:cubicBezTo>
                  <a:cubicBezTo>
                    <a:pt x="79235" y="145355"/>
                    <a:pt x="79235" y="148547"/>
                    <a:pt x="80513" y="150462"/>
                  </a:cubicBezTo>
                  <a:cubicBezTo>
                    <a:pt x="81792" y="152378"/>
                    <a:pt x="83708" y="153016"/>
                    <a:pt x="85625" y="153016"/>
                  </a:cubicBezTo>
                  <a:cubicBezTo>
                    <a:pt x="86264" y="153016"/>
                    <a:pt x="86264" y="153016"/>
                    <a:pt x="86903" y="153016"/>
                  </a:cubicBezTo>
                  <a:cubicBezTo>
                    <a:pt x="88181" y="153016"/>
                    <a:pt x="109268" y="147909"/>
                    <a:pt x="119492" y="121735"/>
                  </a:cubicBezTo>
                  <a:cubicBezTo>
                    <a:pt x="127160" y="129395"/>
                    <a:pt x="139301" y="139610"/>
                    <a:pt x="152081" y="140887"/>
                  </a:cubicBezTo>
                  <a:cubicBezTo>
                    <a:pt x="154637" y="140887"/>
                    <a:pt x="156553" y="140248"/>
                    <a:pt x="157832" y="138333"/>
                  </a:cubicBezTo>
                  <a:cubicBezTo>
                    <a:pt x="159110" y="136418"/>
                    <a:pt x="159110" y="133864"/>
                    <a:pt x="158471" y="131949"/>
                  </a:cubicBezTo>
                  <a:cubicBezTo>
                    <a:pt x="156553" y="127480"/>
                    <a:pt x="153998" y="120458"/>
                    <a:pt x="153998" y="118543"/>
                  </a:cubicBezTo>
                  <a:cubicBezTo>
                    <a:pt x="153998" y="117266"/>
                    <a:pt x="153998" y="114712"/>
                    <a:pt x="153998" y="112797"/>
                  </a:cubicBezTo>
                  <a:cubicBezTo>
                    <a:pt x="157832" y="114074"/>
                    <a:pt x="161666" y="115351"/>
                    <a:pt x="166138" y="116627"/>
                  </a:cubicBezTo>
                  <a:cubicBezTo>
                    <a:pt x="168695" y="124288"/>
                    <a:pt x="169973" y="142163"/>
                    <a:pt x="165500" y="151739"/>
                  </a:cubicBezTo>
                  <a:close/>
                </a:path>
              </a:pathLst>
            </a:custGeom>
            <a:solidFill>
              <a:srgbClr val="046A38"/>
            </a:solidFill>
            <a:ln w="6390" cap="flat">
              <a:noFill/>
              <a:prstDash val="solid"/>
              <a:miter/>
            </a:ln>
          </p:spPr>
          <p:txBody>
            <a:bodyPr rtlCol="0" anchor="ctr"/>
            <a:lstStyle/>
            <a:p>
              <a:endParaRPr lang="en-US"/>
            </a:p>
          </p:txBody>
        </p:sp>
      </p:grpSp>
      <p:grpSp>
        <p:nvGrpSpPr>
          <p:cNvPr id="982" name="Graphic 4">
            <a:extLst>
              <a:ext uri="{FF2B5EF4-FFF2-40B4-BE49-F238E27FC236}">
                <a16:creationId xmlns:a16="http://schemas.microsoft.com/office/drawing/2014/main" id="{752DFD59-4866-004F-B339-466177D1C62A}"/>
              </a:ext>
            </a:extLst>
          </p:cNvPr>
          <p:cNvGrpSpPr/>
          <p:nvPr/>
        </p:nvGrpSpPr>
        <p:grpSpPr>
          <a:xfrm>
            <a:off x="3607758" y="1402085"/>
            <a:ext cx="361674" cy="361333"/>
            <a:chOff x="3607758" y="1402085"/>
            <a:chExt cx="361674" cy="361333"/>
          </a:xfrm>
          <a:solidFill>
            <a:srgbClr val="046A38"/>
          </a:solidFill>
        </p:grpSpPr>
        <p:sp>
          <p:nvSpPr>
            <p:cNvPr id="983" name="Graphic 4">
              <a:extLst>
                <a:ext uri="{FF2B5EF4-FFF2-40B4-BE49-F238E27FC236}">
                  <a16:creationId xmlns:a16="http://schemas.microsoft.com/office/drawing/2014/main" id="{68E427F8-A83F-9343-AB81-99CE5ADE85B4}"/>
                </a:ext>
              </a:extLst>
            </p:cNvPr>
            <p:cNvSpPr/>
            <p:nvPr/>
          </p:nvSpPr>
          <p:spPr>
            <a:xfrm>
              <a:off x="3607758" y="1402085"/>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2" y="361333"/>
                    <a:pt x="180836" y="361333"/>
                  </a:cubicBezTo>
                  <a:cubicBezTo>
                    <a:pt x="281157" y="361333"/>
                    <a:pt x="361671" y="280257"/>
                    <a:pt x="361671" y="180667"/>
                  </a:cubicBezTo>
                  <a:cubicBezTo>
                    <a:pt x="362310"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9530" y="273873"/>
                    <a:pt x="274128" y="349204"/>
                    <a:pt x="180836" y="349204"/>
                  </a:cubicBezTo>
                  <a:close/>
                </a:path>
              </a:pathLst>
            </a:custGeom>
            <a:solidFill>
              <a:srgbClr val="046A38"/>
            </a:solidFill>
            <a:ln w="6390" cap="flat">
              <a:noFill/>
              <a:prstDash val="solid"/>
              <a:miter/>
            </a:ln>
          </p:spPr>
          <p:txBody>
            <a:bodyPr rtlCol="0" anchor="ctr"/>
            <a:lstStyle/>
            <a:p>
              <a:endParaRPr lang="en-US"/>
            </a:p>
          </p:txBody>
        </p:sp>
        <p:sp>
          <p:nvSpPr>
            <p:cNvPr id="984" name="Graphic 4">
              <a:extLst>
                <a:ext uri="{FF2B5EF4-FFF2-40B4-BE49-F238E27FC236}">
                  <a16:creationId xmlns:a16="http://schemas.microsoft.com/office/drawing/2014/main" id="{F21212EB-14D9-944E-A9D7-D49CBF04E447}"/>
                </a:ext>
              </a:extLst>
            </p:cNvPr>
            <p:cNvSpPr/>
            <p:nvPr/>
          </p:nvSpPr>
          <p:spPr>
            <a:xfrm>
              <a:off x="3712008" y="1467798"/>
              <a:ext cx="152650" cy="230503"/>
            </a:xfrm>
            <a:custGeom>
              <a:avLst/>
              <a:gdLst>
                <a:gd name="connsiteX0" fmla="*/ 87447 w 152650"/>
                <a:gd name="connsiteY0" fmla="*/ 10256 h 230503"/>
                <a:gd name="connsiteX1" fmla="*/ 85531 w 152650"/>
                <a:gd name="connsiteY1" fmla="*/ 19194 h 230503"/>
                <a:gd name="connsiteX2" fmla="*/ 94477 w 152650"/>
                <a:gd name="connsiteY2" fmla="*/ 21109 h 230503"/>
                <a:gd name="connsiteX3" fmla="*/ 137928 w 152650"/>
                <a:gd name="connsiteY3" fmla="*/ 18555 h 230503"/>
                <a:gd name="connsiteX4" fmla="*/ 97032 w 152650"/>
                <a:gd name="connsiteY4" fmla="*/ 34515 h 230503"/>
                <a:gd name="connsiteX5" fmla="*/ 68917 w 152650"/>
                <a:gd name="connsiteY5" fmla="*/ 17917 h 230503"/>
                <a:gd name="connsiteX6" fmla="*/ 59332 w 152650"/>
                <a:gd name="connsiteY6" fmla="*/ 6426 h 230503"/>
                <a:gd name="connsiteX7" fmla="*/ 51025 w 152650"/>
                <a:gd name="connsiteY7" fmla="*/ 6426 h 230503"/>
                <a:gd name="connsiteX8" fmla="*/ 49747 w 152650"/>
                <a:gd name="connsiteY8" fmla="*/ 14725 h 230503"/>
                <a:gd name="connsiteX9" fmla="*/ 58693 w 152650"/>
                <a:gd name="connsiteY9" fmla="*/ 25578 h 230503"/>
                <a:gd name="connsiteX10" fmla="*/ 70195 w 152650"/>
                <a:gd name="connsiteY10" fmla="*/ 56221 h 230503"/>
                <a:gd name="connsiteX11" fmla="*/ 70834 w 152650"/>
                <a:gd name="connsiteY11" fmla="*/ 65159 h 230503"/>
                <a:gd name="connsiteX12" fmla="*/ 50386 w 152650"/>
                <a:gd name="connsiteY12" fmla="*/ 63882 h 230503"/>
                <a:gd name="connsiteX13" fmla="*/ 12046 w 152650"/>
                <a:gd name="connsiteY13" fmla="*/ 91971 h 230503"/>
                <a:gd name="connsiteX14" fmla="*/ 4378 w 152650"/>
                <a:gd name="connsiteY14" fmla="*/ 178155 h 230503"/>
                <a:gd name="connsiteX15" fmla="*/ 5656 w 152650"/>
                <a:gd name="connsiteY15" fmla="*/ 181347 h 230503"/>
                <a:gd name="connsiteX16" fmla="*/ 74668 w 152650"/>
                <a:gd name="connsiteY16" fmla="*/ 230504 h 230503"/>
                <a:gd name="connsiteX17" fmla="*/ 146235 w 152650"/>
                <a:gd name="connsiteY17" fmla="*/ 146874 h 230503"/>
                <a:gd name="connsiteX18" fmla="*/ 101505 w 152650"/>
                <a:gd name="connsiteY18" fmla="*/ 64520 h 230503"/>
                <a:gd name="connsiteX19" fmla="*/ 82975 w 152650"/>
                <a:gd name="connsiteY19" fmla="*/ 62605 h 230503"/>
                <a:gd name="connsiteX20" fmla="*/ 82336 w 152650"/>
                <a:gd name="connsiteY20" fmla="*/ 53667 h 230503"/>
                <a:gd name="connsiteX21" fmla="*/ 82336 w 152650"/>
                <a:gd name="connsiteY21" fmla="*/ 53029 h 230503"/>
                <a:gd name="connsiteX22" fmla="*/ 79141 w 152650"/>
                <a:gd name="connsiteY22" fmla="*/ 41538 h 230503"/>
                <a:gd name="connsiteX23" fmla="*/ 96394 w 152650"/>
                <a:gd name="connsiteY23" fmla="*/ 46007 h 230503"/>
                <a:gd name="connsiteX24" fmla="*/ 97672 w 152650"/>
                <a:gd name="connsiteY24" fmla="*/ 46007 h 230503"/>
                <a:gd name="connsiteX25" fmla="*/ 151986 w 152650"/>
                <a:gd name="connsiteY25" fmla="*/ 17917 h 230503"/>
                <a:gd name="connsiteX26" fmla="*/ 150708 w 152650"/>
                <a:gd name="connsiteY26" fmla="*/ 10895 h 230503"/>
                <a:gd name="connsiteX27" fmla="*/ 87447 w 152650"/>
                <a:gd name="connsiteY27" fmla="*/ 10256 h 230503"/>
                <a:gd name="connsiteX28" fmla="*/ 102783 w 152650"/>
                <a:gd name="connsiteY28" fmla="*/ 144320 h 230503"/>
                <a:gd name="connsiteX29" fmla="*/ 109812 w 152650"/>
                <a:gd name="connsiteY29" fmla="*/ 150066 h 230503"/>
                <a:gd name="connsiteX30" fmla="*/ 115563 w 152650"/>
                <a:gd name="connsiteY30" fmla="*/ 143043 h 230503"/>
                <a:gd name="connsiteX31" fmla="*/ 90004 w 152650"/>
                <a:gd name="connsiteY31" fmla="*/ 76011 h 230503"/>
                <a:gd name="connsiteX32" fmla="*/ 99588 w 152650"/>
                <a:gd name="connsiteY32" fmla="*/ 77926 h 230503"/>
                <a:gd name="connsiteX33" fmla="*/ 134733 w 152650"/>
                <a:gd name="connsiteY33" fmla="*/ 147512 h 230503"/>
                <a:gd name="connsiteX34" fmla="*/ 75946 w 152650"/>
                <a:gd name="connsiteY34" fmla="*/ 218374 h 230503"/>
                <a:gd name="connsiteX35" fmla="*/ 18436 w 152650"/>
                <a:gd name="connsiteY35" fmla="*/ 176878 h 230503"/>
                <a:gd name="connsiteX36" fmla="*/ 17158 w 152650"/>
                <a:gd name="connsiteY36" fmla="*/ 173686 h 230503"/>
                <a:gd name="connsiteX37" fmla="*/ 24187 w 152650"/>
                <a:gd name="connsiteY37" fmla="*/ 98355 h 230503"/>
                <a:gd name="connsiteX38" fmla="*/ 53581 w 152650"/>
                <a:gd name="connsiteY38" fmla="*/ 77288 h 230503"/>
                <a:gd name="connsiteX39" fmla="*/ 59971 w 152650"/>
                <a:gd name="connsiteY39" fmla="*/ 76650 h 230503"/>
                <a:gd name="connsiteX40" fmla="*/ 79141 w 152650"/>
                <a:gd name="connsiteY40" fmla="*/ 83034 h 230503"/>
                <a:gd name="connsiteX41" fmla="*/ 102783 w 152650"/>
                <a:gd name="connsiteY41" fmla="*/ 144320 h 230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2650" h="230503">
                  <a:moveTo>
                    <a:pt x="87447" y="10256"/>
                  </a:moveTo>
                  <a:cubicBezTo>
                    <a:pt x="84252" y="12171"/>
                    <a:pt x="83614" y="16002"/>
                    <a:pt x="85531" y="19194"/>
                  </a:cubicBezTo>
                  <a:cubicBezTo>
                    <a:pt x="87447" y="22386"/>
                    <a:pt x="91282" y="23024"/>
                    <a:pt x="94477" y="21109"/>
                  </a:cubicBezTo>
                  <a:cubicBezTo>
                    <a:pt x="114924" y="7064"/>
                    <a:pt x="130899" y="14087"/>
                    <a:pt x="137928" y="18555"/>
                  </a:cubicBezTo>
                  <a:cubicBezTo>
                    <a:pt x="130899" y="27493"/>
                    <a:pt x="113646" y="34515"/>
                    <a:pt x="97032" y="34515"/>
                  </a:cubicBezTo>
                  <a:cubicBezTo>
                    <a:pt x="86809" y="34515"/>
                    <a:pt x="75946" y="26216"/>
                    <a:pt x="68917" y="17917"/>
                  </a:cubicBezTo>
                  <a:cubicBezTo>
                    <a:pt x="66361" y="13448"/>
                    <a:pt x="63166" y="9618"/>
                    <a:pt x="59332" y="6426"/>
                  </a:cubicBezTo>
                  <a:cubicBezTo>
                    <a:pt x="56776" y="4511"/>
                    <a:pt x="53581" y="4511"/>
                    <a:pt x="51025" y="6426"/>
                  </a:cubicBezTo>
                  <a:cubicBezTo>
                    <a:pt x="48469" y="8341"/>
                    <a:pt x="48469" y="12171"/>
                    <a:pt x="49747" y="14725"/>
                  </a:cubicBezTo>
                  <a:cubicBezTo>
                    <a:pt x="50386" y="15363"/>
                    <a:pt x="53581" y="19832"/>
                    <a:pt x="58693" y="25578"/>
                  </a:cubicBezTo>
                  <a:cubicBezTo>
                    <a:pt x="66361" y="37707"/>
                    <a:pt x="70195" y="53667"/>
                    <a:pt x="70195" y="56221"/>
                  </a:cubicBezTo>
                  <a:lnTo>
                    <a:pt x="70834" y="65159"/>
                  </a:lnTo>
                  <a:cubicBezTo>
                    <a:pt x="64444" y="63243"/>
                    <a:pt x="57415" y="63243"/>
                    <a:pt x="50386" y="63882"/>
                  </a:cubicBezTo>
                  <a:cubicBezTo>
                    <a:pt x="33772" y="66435"/>
                    <a:pt x="20992" y="76011"/>
                    <a:pt x="12046" y="91971"/>
                  </a:cubicBezTo>
                  <a:cubicBezTo>
                    <a:pt x="-4567" y="121338"/>
                    <a:pt x="-734" y="166025"/>
                    <a:pt x="4378" y="178155"/>
                  </a:cubicBezTo>
                  <a:lnTo>
                    <a:pt x="5656" y="181347"/>
                  </a:lnTo>
                  <a:cubicBezTo>
                    <a:pt x="12686" y="198584"/>
                    <a:pt x="26104" y="230504"/>
                    <a:pt x="74668" y="230504"/>
                  </a:cubicBezTo>
                  <a:cubicBezTo>
                    <a:pt x="121953" y="230504"/>
                    <a:pt x="144957" y="187093"/>
                    <a:pt x="146235" y="146874"/>
                  </a:cubicBezTo>
                  <a:cubicBezTo>
                    <a:pt x="147513" y="113038"/>
                    <a:pt x="132177" y="73458"/>
                    <a:pt x="101505" y="64520"/>
                  </a:cubicBezTo>
                  <a:cubicBezTo>
                    <a:pt x="99588" y="63882"/>
                    <a:pt x="90642" y="61328"/>
                    <a:pt x="82975" y="62605"/>
                  </a:cubicBezTo>
                  <a:lnTo>
                    <a:pt x="82336" y="53667"/>
                  </a:lnTo>
                  <a:cubicBezTo>
                    <a:pt x="82336" y="53667"/>
                    <a:pt x="82336" y="53029"/>
                    <a:pt x="82336" y="53029"/>
                  </a:cubicBezTo>
                  <a:cubicBezTo>
                    <a:pt x="82336" y="52391"/>
                    <a:pt x="81058" y="47922"/>
                    <a:pt x="79141" y="41538"/>
                  </a:cubicBezTo>
                  <a:cubicBezTo>
                    <a:pt x="84252" y="44091"/>
                    <a:pt x="90004" y="46007"/>
                    <a:pt x="96394" y="46007"/>
                  </a:cubicBezTo>
                  <a:cubicBezTo>
                    <a:pt x="97032" y="46007"/>
                    <a:pt x="97032" y="46007"/>
                    <a:pt x="97672" y="46007"/>
                  </a:cubicBezTo>
                  <a:cubicBezTo>
                    <a:pt x="121953" y="46007"/>
                    <a:pt x="144957" y="33877"/>
                    <a:pt x="151986" y="17917"/>
                  </a:cubicBezTo>
                  <a:cubicBezTo>
                    <a:pt x="153264" y="15363"/>
                    <a:pt x="152625" y="12810"/>
                    <a:pt x="150708" y="10895"/>
                  </a:cubicBezTo>
                  <a:cubicBezTo>
                    <a:pt x="141123" y="3234"/>
                    <a:pt x="116202" y="-8896"/>
                    <a:pt x="87447" y="10256"/>
                  </a:cubicBezTo>
                  <a:close/>
                  <a:moveTo>
                    <a:pt x="102783" y="144320"/>
                  </a:moveTo>
                  <a:cubicBezTo>
                    <a:pt x="102783" y="148150"/>
                    <a:pt x="105978" y="150704"/>
                    <a:pt x="109812" y="150066"/>
                  </a:cubicBezTo>
                  <a:cubicBezTo>
                    <a:pt x="113646" y="150066"/>
                    <a:pt x="116202" y="146874"/>
                    <a:pt x="115563" y="143043"/>
                  </a:cubicBezTo>
                  <a:cubicBezTo>
                    <a:pt x="115563" y="141128"/>
                    <a:pt x="112368" y="97717"/>
                    <a:pt x="90004" y="76011"/>
                  </a:cubicBezTo>
                  <a:cubicBezTo>
                    <a:pt x="93199" y="76011"/>
                    <a:pt x="97032" y="76650"/>
                    <a:pt x="99588" y="77926"/>
                  </a:cubicBezTo>
                  <a:cubicBezTo>
                    <a:pt x="123870" y="84949"/>
                    <a:pt x="136011" y="118784"/>
                    <a:pt x="134733" y="147512"/>
                  </a:cubicBezTo>
                  <a:cubicBezTo>
                    <a:pt x="134094" y="173686"/>
                    <a:pt x="120675" y="218374"/>
                    <a:pt x="75946" y="218374"/>
                  </a:cubicBezTo>
                  <a:cubicBezTo>
                    <a:pt x="35689" y="218374"/>
                    <a:pt x="25465" y="193477"/>
                    <a:pt x="18436" y="176878"/>
                  </a:cubicBezTo>
                  <a:lnTo>
                    <a:pt x="17158" y="173686"/>
                  </a:lnTo>
                  <a:cubicBezTo>
                    <a:pt x="13324" y="164749"/>
                    <a:pt x="9491" y="124530"/>
                    <a:pt x="24187" y="98355"/>
                  </a:cubicBezTo>
                  <a:cubicBezTo>
                    <a:pt x="31216" y="86226"/>
                    <a:pt x="40801" y="79203"/>
                    <a:pt x="53581" y="77288"/>
                  </a:cubicBezTo>
                  <a:cubicBezTo>
                    <a:pt x="55498" y="76650"/>
                    <a:pt x="58054" y="76650"/>
                    <a:pt x="59971" y="76650"/>
                  </a:cubicBezTo>
                  <a:cubicBezTo>
                    <a:pt x="67000" y="76650"/>
                    <a:pt x="73390" y="78565"/>
                    <a:pt x="79141" y="83034"/>
                  </a:cubicBezTo>
                  <a:cubicBezTo>
                    <a:pt x="99588" y="100270"/>
                    <a:pt x="102783" y="143682"/>
                    <a:pt x="102783" y="144320"/>
                  </a:cubicBezTo>
                  <a:close/>
                </a:path>
              </a:pathLst>
            </a:custGeom>
            <a:solidFill>
              <a:srgbClr val="046A38"/>
            </a:solidFill>
            <a:ln w="6390" cap="flat">
              <a:noFill/>
              <a:prstDash val="solid"/>
              <a:miter/>
            </a:ln>
          </p:spPr>
          <p:txBody>
            <a:bodyPr rtlCol="0" anchor="ctr"/>
            <a:lstStyle/>
            <a:p>
              <a:endParaRPr lang="en-US"/>
            </a:p>
          </p:txBody>
        </p:sp>
      </p:grpSp>
      <p:grpSp>
        <p:nvGrpSpPr>
          <p:cNvPr id="985" name="Graphic 4">
            <a:extLst>
              <a:ext uri="{FF2B5EF4-FFF2-40B4-BE49-F238E27FC236}">
                <a16:creationId xmlns:a16="http://schemas.microsoft.com/office/drawing/2014/main" id="{530536E7-BC35-BC42-8B00-972E0E3E0CA5}"/>
              </a:ext>
            </a:extLst>
          </p:cNvPr>
          <p:cNvGrpSpPr/>
          <p:nvPr/>
        </p:nvGrpSpPr>
        <p:grpSpPr>
          <a:xfrm>
            <a:off x="3607758" y="3824168"/>
            <a:ext cx="361674" cy="361333"/>
            <a:chOff x="3607758" y="3824168"/>
            <a:chExt cx="361674" cy="361333"/>
          </a:xfrm>
          <a:solidFill>
            <a:srgbClr val="046A38"/>
          </a:solidFill>
        </p:grpSpPr>
        <p:sp>
          <p:nvSpPr>
            <p:cNvPr id="986" name="Graphic 4">
              <a:extLst>
                <a:ext uri="{FF2B5EF4-FFF2-40B4-BE49-F238E27FC236}">
                  <a16:creationId xmlns:a16="http://schemas.microsoft.com/office/drawing/2014/main" id="{B88E2A76-4BE2-E54C-9441-FB69ABE19C79}"/>
                </a:ext>
              </a:extLst>
            </p:cNvPr>
            <p:cNvSpPr/>
            <p:nvPr/>
          </p:nvSpPr>
          <p:spPr>
            <a:xfrm>
              <a:off x="3607758" y="3824168"/>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6"/>
                    <a:pt x="0" y="180667"/>
                  </a:cubicBezTo>
                  <a:cubicBezTo>
                    <a:pt x="0" y="280895"/>
                    <a:pt x="81152" y="361333"/>
                    <a:pt x="180836" y="361333"/>
                  </a:cubicBezTo>
                  <a:cubicBezTo>
                    <a:pt x="280518" y="361333"/>
                    <a:pt x="361671" y="280257"/>
                    <a:pt x="361671" y="180667"/>
                  </a:cubicBezTo>
                  <a:cubicBezTo>
                    <a:pt x="362310" y="81076"/>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8891" y="273873"/>
                    <a:pt x="274128" y="349204"/>
                    <a:pt x="180836" y="349204"/>
                  </a:cubicBezTo>
                  <a:close/>
                </a:path>
              </a:pathLst>
            </a:custGeom>
            <a:solidFill>
              <a:srgbClr val="046A38"/>
            </a:solidFill>
            <a:ln w="6390" cap="flat">
              <a:noFill/>
              <a:prstDash val="solid"/>
              <a:miter/>
            </a:ln>
          </p:spPr>
          <p:txBody>
            <a:bodyPr rtlCol="0" anchor="ctr"/>
            <a:lstStyle/>
            <a:p>
              <a:endParaRPr lang="en-US"/>
            </a:p>
          </p:txBody>
        </p:sp>
        <p:sp>
          <p:nvSpPr>
            <p:cNvPr id="987" name="Graphic 4">
              <a:extLst>
                <a:ext uri="{FF2B5EF4-FFF2-40B4-BE49-F238E27FC236}">
                  <a16:creationId xmlns:a16="http://schemas.microsoft.com/office/drawing/2014/main" id="{CBCB768E-8CFD-8C4E-9BA9-5FF7E10AAD50}"/>
                </a:ext>
              </a:extLst>
            </p:cNvPr>
            <p:cNvSpPr/>
            <p:nvPr/>
          </p:nvSpPr>
          <p:spPr>
            <a:xfrm>
              <a:off x="3700128" y="3887568"/>
              <a:ext cx="175616" cy="233454"/>
            </a:xfrm>
            <a:custGeom>
              <a:avLst/>
              <a:gdLst>
                <a:gd name="connsiteX0" fmla="*/ 125527 w 175616"/>
                <a:gd name="connsiteY0" fmla="*/ 64279 h 233454"/>
                <a:gd name="connsiteX1" fmla="*/ 103162 w 175616"/>
                <a:gd name="connsiteY1" fmla="*/ 62363 h 233454"/>
                <a:gd name="connsiteX2" fmla="*/ 102523 w 175616"/>
                <a:gd name="connsiteY2" fmla="*/ 53426 h 233454"/>
                <a:gd name="connsiteX3" fmla="*/ 102523 w 175616"/>
                <a:gd name="connsiteY3" fmla="*/ 52787 h 233454"/>
                <a:gd name="connsiteX4" fmla="*/ 102523 w 175616"/>
                <a:gd name="connsiteY4" fmla="*/ 52787 h 233454"/>
                <a:gd name="connsiteX5" fmla="*/ 113386 w 175616"/>
                <a:gd name="connsiteY5" fmla="*/ 10015 h 233454"/>
                <a:gd name="connsiteX6" fmla="*/ 111469 w 175616"/>
                <a:gd name="connsiteY6" fmla="*/ 1077 h 233454"/>
                <a:gd name="connsiteX7" fmla="*/ 102523 w 175616"/>
                <a:gd name="connsiteY7" fmla="*/ 2992 h 233454"/>
                <a:gd name="connsiteX8" fmla="*/ 91021 w 175616"/>
                <a:gd name="connsiteY8" fmla="*/ 29167 h 233454"/>
                <a:gd name="connsiteX9" fmla="*/ 51403 w 175616"/>
                <a:gd name="connsiteY9" fmla="*/ 11930 h 233454"/>
                <a:gd name="connsiteX10" fmla="*/ 2840 w 175616"/>
                <a:gd name="connsiteY10" fmla="*/ 25975 h 233454"/>
                <a:gd name="connsiteX11" fmla="*/ 923 w 175616"/>
                <a:gd name="connsiteY11" fmla="*/ 34274 h 233454"/>
                <a:gd name="connsiteX12" fmla="*/ 62905 w 175616"/>
                <a:gd name="connsiteY12" fmla="*/ 49595 h 233454"/>
                <a:gd name="connsiteX13" fmla="*/ 66739 w 175616"/>
                <a:gd name="connsiteY13" fmla="*/ 41296 h 233454"/>
                <a:gd name="connsiteX14" fmla="*/ 58432 w 175616"/>
                <a:gd name="connsiteY14" fmla="*/ 37466 h 233454"/>
                <a:gd name="connsiteX15" fmla="*/ 16259 w 175616"/>
                <a:gd name="connsiteY15" fmla="*/ 32359 h 233454"/>
                <a:gd name="connsiteX16" fmla="*/ 50764 w 175616"/>
                <a:gd name="connsiteY16" fmla="*/ 24059 h 233454"/>
                <a:gd name="connsiteX17" fmla="*/ 89104 w 175616"/>
                <a:gd name="connsiteY17" fmla="*/ 53426 h 233454"/>
                <a:gd name="connsiteX18" fmla="*/ 90382 w 175616"/>
                <a:gd name="connsiteY18" fmla="*/ 63640 h 233454"/>
                <a:gd name="connsiteX19" fmla="*/ 66100 w 175616"/>
                <a:gd name="connsiteY19" fmla="*/ 62363 h 233454"/>
                <a:gd name="connsiteX20" fmla="*/ 20732 w 175616"/>
                <a:gd name="connsiteY20" fmla="*/ 94283 h 233454"/>
                <a:gd name="connsiteX21" fmla="*/ 14342 w 175616"/>
                <a:gd name="connsiteY21" fmla="*/ 179829 h 233454"/>
                <a:gd name="connsiteX22" fmla="*/ 15620 w 175616"/>
                <a:gd name="connsiteY22" fmla="*/ 183021 h 233454"/>
                <a:gd name="connsiteX23" fmla="*/ 94216 w 175616"/>
                <a:gd name="connsiteY23" fmla="*/ 233454 h 233454"/>
                <a:gd name="connsiteX24" fmla="*/ 175368 w 175616"/>
                <a:gd name="connsiteY24" fmla="*/ 147909 h 233454"/>
                <a:gd name="connsiteX25" fmla="*/ 125527 w 175616"/>
                <a:gd name="connsiteY25" fmla="*/ 64279 h 233454"/>
                <a:gd name="connsiteX26" fmla="*/ 163866 w 175616"/>
                <a:gd name="connsiteY26" fmla="*/ 148547 h 233454"/>
                <a:gd name="connsiteX27" fmla="*/ 95494 w 175616"/>
                <a:gd name="connsiteY27" fmla="*/ 221963 h 233454"/>
                <a:gd name="connsiteX28" fmla="*/ 28400 w 175616"/>
                <a:gd name="connsiteY28" fmla="*/ 179191 h 233454"/>
                <a:gd name="connsiteX29" fmla="*/ 26483 w 175616"/>
                <a:gd name="connsiteY29" fmla="*/ 175360 h 233454"/>
                <a:gd name="connsiteX30" fmla="*/ 32233 w 175616"/>
                <a:gd name="connsiteY30" fmla="*/ 101306 h 233454"/>
                <a:gd name="connsiteX31" fmla="*/ 68017 w 175616"/>
                <a:gd name="connsiteY31" fmla="*/ 75770 h 233454"/>
                <a:gd name="connsiteX32" fmla="*/ 75685 w 175616"/>
                <a:gd name="connsiteY32" fmla="*/ 75131 h 233454"/>
                <a:gd name="connsiteX33" fmla="*/ 99967 w 175616"/>
                <a:gd name="connsiteY33" fmla="*/ 83431 h 233454"/>
                <a:gd name="connsiteX34" fmla="*/ 126166 w 175616"/>
                <a:gd name="connsiteY34" fmla="*/ 144717 h 233454"/>
                <a:gd name="connsiteX35" fmla="*/ 133195 w 175616"/>
                <a:gd name="connsiteY35" fmla="*/ 150463 h 233454"/>
                <a:gd name="connsiteX36" fmla="*/ 138946 w 175616"/>
                <a:gd name="connsiteY36" fmla="*/ 143440 h 233454"/>
                <a:gd name="connsiteX37" fmla="*/ 108913 w 175616"/>
                <a:gd name="connsiteY37" fmla="*/ 73855 h 233454"/>
                <a:gd name="connsiteX38" fmla="*/ 121693 w 175616"/>
                <a:gd name="connsiteY38" fmla="*/ 75770 h 233454"/>
                <a:gd name="connsiteX39" fmla="*/ 163866 w 175616"/>
                <a:gd name="connsiteY39" fmla="*/ 148547 h 233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75616" h="233454">
                  <a:moveTo>
                    <a:pt x="125527" y="64279"/>
                  </a:moveTo>
                  <a:cubicBezTo>
                    <a:pt x="122971" y="63640"/>
                    <a:pt x="112747" y="61087"/>
                    <a:pt x="103162" y="62363"/>
                  </a:cubicBezTo>
                  <a:lnTo>
                    <a:pt x="102523" y="53426"/>
                  </a:lnTo>
                  <a:cubicBezTo>
                    <a:pt x="102523" y="53426"/>
                    <a:pt x="102523" y="53426"/>
                    <a:pt x="102523" y="52787"/>
                  </a:cubicBezTo>
                  <a:cubicBezTo>
                    <a:pt x="102523" y="52787"/>
                    <a:pt x="102523" y="52787"/>
                    <a:pt x="102523" y="52787"/>
                  </a:cubicBezTo>
                  <a:cubicBezTo>
                    <a:pt x="99328" y="31720"/>
                    <a:pt x="113386" y="10015"/>
                    <a:pt x="113386" y="10015"/>
                  </a:cubicBezTo>
                  <a:cubicBezTo>
                    <a:pt x="115303" y="6823"/>
                    <a:pt x="114664" y="2992"/>
                    <a:pt x="111469" y="1077"/>
                  </a:cubicBezTo>
                  <a:cubicBezTo>
                    <a:pt x="108274" y="-838"/>
                    <a:pt x="104440" y="-200"/>
                    <a:pt x="102523" y="2992"/>
                  </a:cubicBezTo>
                  <a:cubicBezTo>
                    <a:pt x="101884" y="3631"/>
                    <a:pt x="94855" y="14483"/>
                    <a:pt x="91021" y="29167"/>
                  </a:cubicBezTo>
                  <a:cubicBezTo>
                    <a:pt x="83353" y="20867"/>
                    <a:pt x="71212" y="13207"/>
                    <a:pt x="51403" y="11930"/>
                  </a:cubicBezTo>
                  <a:cubicBezTo>
                    <a:pt x="39263" y="11292"/>
                    <a:pt x="23288" y="12568"/>
                    <a:pt x="2840" y="25975"/>
                  </a:cubicBezTo>
                  <a:cubicBezTo>
                    <a:pt x="284" y="27890"/>
                    <a:pt x="-994" y="31720"/>
                    <a:pt x="923" y="34274"/>
                  </a:cubicBezTo>
                  <a:cubicBezTo>
                    <a:pt x="7313" y="45127"/>
                    <a:pt x="29039" y="62363"/>
                    <a:pt x="62905" y="49595"/>
                  </a:cubicBezTo>
                  <a:cubicBezTo>
                    <a:pt x="66100" y="48319"/>
                    <a:pt x="68017" y="44488"/>
                    <a:pt x="66739" y="41296"/>
                  </a:cubicBezTo>
                  <a:cubicBezTo>
                    <a:pt x="65461" y="38104"/>
                    <a:pt x="61627" y="36189"/>
                    <a:pt x="58432" y="37466"/>
                  </a:cubicBezTo>
                  <a:cubicBezTo>
                    <a:pt x="36068" y="45765"/>
                    <a:pt x="22649" y="38104"/>
                    <a:pt x="16259" y="32359"/>
                  </a:cubicBezTo>
                  <a:cubicBezTo>
                    <a:pt x="30317" y="24698"/>
                    <a:pt x="41818" y="23421"/>
                    <a:pt x="50764" y="24059"/>
                  </a:cubicBezTo>
                  <a:cubicBezTo>
                    <a:pt x="85909" y="25336"/>
                    <a:pt x="89104" y="52149"/>
                    <a:pt x="89104" y="53426"/>
                  </a:cubicBezTo>
                  <a:lnTo>
                    <a:pt x="90382" y="63640"/>
                  </a:lnTo>
                  <a:cubicBezTo>
                    <a:pt x="82714" y="61725"/>
                    <a:pt x="75046" y="61087"/>
                    <a:pt x="66100" y="62363"/>
                  </a:cubicBezTo>
                  <a:cubicBezTo>
                    <a:pt x="46291" y="65555"/>
                    <a:pt x="30317" y="76408"/>
                    <a:pt x="20732" y="94283"/>
                  </a:cubicBezTo>
                  <a:cubicBezTo>
                    <a:pt x="4757" y="124288"/>
                    <a:pt x="7952" y="166423"/>
                    <a:pt x="14342" y="179829"/>
                  </a:cubicBezTo>
                  <a:lnTo>
                    <a:pt x="15620" y="183021"/>
                  </a:lnTo>
                  <a:cubicBezTo>
                    <a:pt x="23927" y="200896"/>
                    <a:pt x="38623" y="233454"/>
                    <a:pt x="94216" y="233454"/>
                  </a:cubicBezTo>
                  <a:cubicBezTo>
                    <a:pt x="147892" y="233454"/>
                    <a:pt x="174090" y="188767"/>
                    <a:pt x="175368" y="147909"/>
                  </a:cubicBezTo>
                  <a:cubicBezTo>
                    <a:pt x="177924" y="114074"/>
                    <a:pt x="160671" y="73855"/>
                    <a:pt x="125527" y="64279"/>
                  </a:cubicBezTo>
                  <a:close/>
                  <a:moveTo>
                    <a:pt x="163866" y="148547"/>
                  </a:moveTo>
                  <a:cubicBezTo>
                    <a:pt x="162588" y="175999"/>
                    <a:pt x="147252" y="221963"/>
                    <a:pt x="95494" y="221963"/>
                  </a:cubicBezTo>
                  <a:cubicBezTo>
                    <a:pt x="48208" y="221963"/>
                    <a:pt x="36068" y="196427"/>
                    <a:pt x="28400" y="179191"/>
                  </a:cubicBezTo>
                  <a:lnTo>
                    <a:pt x="26483" y="175360"/>
                  </a:lnTo>
                  <a:cubicBezTo>
                    <a:pt x="22010" y="165784"/>
                    <a:pt x="18176" y="128119"/>
                    <a:pt x="32233" y="101306"/>
                  </a:cubicBezTo>
                  <a:cubicBezTo>
                    <a:pt x="39901" y="86623"/>
                    <a:pt x="52043" y="78323"/>
                    <a:pt x="68017" y="75770"/>
                  </a:cubicBezTo>
                  <a:cubicBezTo>
                    <a:pt x="70573" y="75131"/>
                    <a:pt x="73129" y="75131"/>
                    <a:pt x="75685" y="75131"/>
                  </a:cubicBezTo>
                  <a:cubicBezTo>
                    <a:pt x="85270" y="75131"/>
                    <a:pt x="92938" y="77685"/>
                    <a:pt x="99967" y="83431"/>
                  </a:cubicBezTo>
                  <a:cubicBezTo>
                    <a:pt x="122971" y="101944"/>
                    <a:pt x="126166" y="144717"/>
                    <a:pt x="126166" y="144717"/>
                  </a:cubicBezTo>
                  <a:cubicBezTo>
                    <a:pt x="126166" y="148547"/>
                    <a:pt x="129361" y="151101"/>
                    <a:pt x="133195" y="150463"/>
                  </a:cubicBezTo>
                  <a:cubicBezTo>
                    <a:pt x="137029" y="150463"/>
                    <a:pt x="139585" y="147271"/>
                    <a:pt x="138946" y="143440"/>
                  </a:cubicBezTo>
                  <a:cubicBezTo>
                    <a:pt x="138946" y="141525"/>
                    <a:pt x="135112" y="96199"/>
                    <a:pt x="108913" y="73855"/>
                  </a:cubicBezTo>
                  <a:cubicBezTo>
                    <a:pt x="113386" y="73855"/>
                    <a:pt x="117859" y="74493"/>
                    <a:pt x="121693" y="75770"/>
                  </a:cubicBezTo>
                  <a:cubicBezTo>
                    <a:pt x="151087" y="84069"/>
                    <a:pt x="165144" y="119181"/>
                    <a:pt x="163866" y="148547"/>
                  </a:cubicBezTo>
                  <a:close/>
                </a:path>
              </a:pathLst>
            </a:custGeom>
            <a:solidFill>
              <a:srgbClr val="046A38"/>
            </a:solidFill>
            <a:ln w="6390" cap="flat">
              <a:noFill/>
              <a:prstDash val="solid"/>
              <a:miter/>
            </a:ln>
          </p:spPr>
          <p:txBody>
            <a:bodyPr rtlCol="0" anchor="ctr"/>
            <a:lstStyle/>
            <a:p>
              <a:endParaRPr lang="en-US"/>
            </a:p>
          </p:txBody>
        </p:sp>
      </p:grpSp>
      <p:grpSp>
        <p:nvGrpSpPr>
          <p:cNvPr id="988" name="Graphic 4">
            <a:extLst>
              <a:ext uri="{FF2B5EF4-FFF2-40B4-BE49-F238E27FC236}">
                <a16:creationId xmlns:a16="http://schemas.microsoft.com/office/drawing/2014/main" id="{08C7C06D-40C8-5F4E-BF93-E6C2FEDF2D2B}"/>
              </a:ext>
            </a:extLst>
          </p:cNvPr>
          <p:cNvGrpSpPr/>
          <p:nvPr/>
        </p:nvGrpSpPr>
        <p:grpSpPr>
          <a:xfrm>
            <a:off x="3607758" y="3339623"/>
            <a:ext cx="361670" cy="361333"/>
            <a:chOff x="3607758" y="3339623"/>
            <a:chExt cx="361670" cy="361333"/>
          </a:xfrm>
          <a:solidFill>
            <a:srgbClr val="046A38"/>
          </a:solidFill>
        </p:grpSpPr>
        <p:sp>
          <p:nvSpPr>
            <p:cNvPr id="989" name="Graphic 4">
              <a:extLst>
                <a:ext uri="{FF2B5EF4-FFF2-40B4-BE49-F238E27FC236}">
                  <a16:creationId xmlns:a16="http://schemas.microsoft.com/office/drawing/2014/main" id="{C43441E4-6CBB-E941-8341-E1F56F42A751}"/>
                </a:ext>
              </a:extLst>
            </p:cNvPr>
            <p:cNvSpPr/>
            <p:nvPr/>
          </p:nvSpPr>
          <p:spPr>
            <a:xfrm>
              <a:off x="3607758" y="333962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1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2" y="361333"/>
                    <a:pt x="180836" y="361333"/>
                  </a:cubicBezTo>
                  <a:cubicBezTo>
                    <a:pt x="281157" y="361333"/>
                    <a:pt x="361671" y="280257"/>
                    <a:pt x="361671" y="180667"/>
                  </a:cubicBezTo>
                  <a:cubicBezTo>
                    <a:pt x="361671" y="81077"/>
                    <a:pt x="281157" y="0"/>
                    <a:pt x="180836" y="0"/>
                  </a:cubicBezTo>
                  <a:close/>
                  <a:moveTo>
                    <a:pt x="180836" y="349204"/>
                  </a:moveTo>
                  <a:cubicBezTo>
                    <a:pt x="88181" y="349204"/>
                    <a:pt x="12780" y="273873"/>
                    <a:pt x="12780" y="181305"/>
                  </a:cubicBezTo>
                  <a:cubicBezTo>
                    <a:pt x="12780" y="88738"/>
                    <a:pt x="88181" y="13406"/>
                    <a:pt x="180836" y="13406"/>
                  </a:cubicBezTo>
                  <a:cubicBezTo>
                    <a:pt x="273490" y="13406"/>
                    <a:pt x="348891" y="88738"/>
                    <a:pt x="348891" y="181305"/>
                  </a:cubicBezTo>
                  <a:cubicBezTo>
                    <a:pt x="348891" y="273873"/>
                    <a:pt x="274128" y="349204"/>
                    <a:pt x="180836" y="349204"/>
                  </a:cubicBezTo>
                  <a:close/>
                </a:path>
              </a:pathLst>
            </a:custGeom>
            <a:solidFill>
              <a:srgbClr val="046A38"/>
            </a:solidFill>
            <a:ln w="6390" cap="flat">
              <a:noFill/>
              <a:prstDash val="solid"/>
              <a:miter/>
            </a:ln>
          </p:spPr>
          <p:txBody>
            <a:bodyPr rtlCol="0" anchor="ctr"/>
            <a:lstStyle/>
            <a:p>
              <a:endParaRPr lang="en-US"/>
            </a:p>
          </p:txBody>
        </p:sp>
        <p:sp>
          <p:nvSpPr>
            <p:cNvPr id="990" name="Graphic 4">
              <a:extLst>
                <a:ext uri="{FF2B5EF4-FFF2-40B4-BE49-F238E27FC236}">
                  <a16:creationId xmlns:a16="http://schemas.microsoft.com/office/drawing/2014/main" id="{BC4EB841-22F4-9049-80AB-72E2D952302F}"/>
                </a:ext>
              </a:extLst>
            </p:cNvPr>
            <p:cNvSpPr/>
            <p:nvPr/>
          </p:nvSpPr>
          <p:spPr>
            <a:xfrm>
              <a:off x="3701051" y="3406063"/>
              <a:ext cx="173873" cy="230415"/>
            </a:xfrm>
            <a:custGeom>
              <a:avLst/>
              <a:gdLst>
                <a:gd name="connsiteX0" fmla="*/ 137384 w 173873"/>
                <a:gd name="connsiteY0" fmla="*/ 59325 h 230415"/>
                <a:gd name="connsiteX1" fmla="*/ 113102 w 173873"/>
                <a:gd name="connsiteY1" fmla="*/ 68262 h 230415"/>
                <a:gd name="connsiteX2" fmla="*/ 94571 w 173873"/>
                <a:gd name="connsiteY2" fmla="*/ 59963 h 230415"/>
                <a:gd name="connsiteX3" fmla="*/ 95210 w 173873"/>
                <a:gd name="connsiteY3" fmla="*/ 54856 h 230415"/>
                <a:gd name="connsiteX4" fmla="*/ 120131 w 173873"/>
                <a:gd name="connsiteY4" fmla="*/ 17190 h 230415"/>
                <a:gd name="connsiteX5" fmla="*/ 148885 w 173873"/>
                <a:gd name="connsiteY5" fmla="*/ 13360 h 230415"/>
                <a:gd name="connsiteX6" fmla="*/ 138022 w 173873"/>
                <a:gd name="connsiteY6" fmla="*/ 31874 h 230415"/>
                <a:gd name="connsiteX7" fmla="*/ 109907 w 173873"/>
                <a:gd name="connsiteY7" fmla="*/ 38258 h 230415"/>
                <a:gd name="connsiteX8" fmla="*/ 102878 w 173873"/>
                <a:gd name="connsiteY8" fmla="*/ 44003 h 230415"/>
                <a:gd name="connsiteX9" fmla="*/ 108629 w 173873"/>
                <a:gd name="connsiteY9" fmla="*/ 51026 h 230415"/>
                <a:gd name="connsiteX10" fmla="*/ 146329 w 173873"/>
                <a:gd name="connsiteY10" fmla="*/ 41450 h 230415"/>
                <a:gd name="connsiteX11" fmla="*/ 162304 w 173873"/>
                <a:gd name="connsiteY11" fmla="*/ 9530 h 230415"/>
                <a:gd name="connsiteX12" fmla="*/ 159109 w 173873"/>
                <a:gd name="connsiteY12" fmla="*/ 3784 h 230415"/>
                <a:gd name="connsiteX13" fmla="*/ 115658 w 173873"/>
                <a:gd name="connsiteY13" fmla="*/ 5061 h 230415"/>
                <a:gd name="connsiteX14" fmla="*/ 90737 w 173873"/>
                <a:gd name="connsiteY14" fmla="*/ 28043 h 230415"/>
                <a:gd name="connsiteX15" fmla="*/ 83708 w 173873"/>
                <a:gd name="connsiteY15" fmla="*/ 10806 h 230415"/>
                <a:gd name="connsiteX16" fmla="*/ 75401 w 173873"/>
                <a:gd name="connsiteY16" fmla="*/ 8253 h 230415"/>
                <a:gd name="connsiteX17" fmla="*/ 72845 w 173873"/>
                <a:gd name="connsiteY17" fmla="*/ 16552 h 230415"/>
                <a:gd name="connsiteX18" fmla="*/ 82430 w 173873"/>
                <a:gd name="connsiteY18" fmla="*/ 52941 h 230415"/>
                <a:gd name="connsiteX19" fmla="*/ 81152 w 173873"/>
                <a:gd name="connsiteY19" fmla="*/ 59963 h 230415"/>
                <a:gd name="connsiteX20" fmla="*/ 60065 w 173873"/>
                <a:gd name="connsiteY20" fmla="*/ 72093 h 230415"/>
                <a:gd name="connsiteX21" fmla="*/ 36423 w 173873"/>
                <a:gd name="connsiteY21" fmla="*/ 63155 h 230415"/>
                <a:gd name="connsiteX22" fmla="*/ 0 w 173873"/>
                <a:gd name="connsiteY22" fmla="*/ 99544 h 230415"/>
                <a:gd name="connsiteX23" fmla="*/ 36423 w 173873"/>
                <a:gd name="connsiteY23" fmla="*/ 135933 h 230415"/>
                <a:gd name="connsiteX24" fmla="*/ 44090 w 173873"/>
                <a:gd name="connsiteY24" fmla="*/ 135294 h 230415"/>
                <a:gd name="connsiteX25" fmla="*/ 49203 w 173873"/>
                <a:gd name="connsiteY25" fmla="*/ 127634 h 230415"/>
                <a:gd name="connsiteX26" fmla="*/ 41535 w 173873"/>
                <a:gd name="connsiteY26" fmla="*/ 122526 h 230415"/>
                <a:gd name="connsiteX27" fmla="*/ 36423 w 173873"/>
                <a:gd name="connsiteY27" fmla="*/ 123165 h 230415"/>
                <a:gd name="connsiteX28" fmla="*/ 12780 w 173873"/>
                <a:gd name="connsiteY28" fmla="*/ 99544 h 230415"/>
                <a:gd name="connsiteX29" fmla="*/ 36423 w 173873"/>
                <a:gd name="connsiteY29" fmla="*/ 75923 h 230415"/>
                <a:gd name="connsiteX30" fmla="*/ 52398 w 173873"/>
                <a:gd name="connsiteY30" fmla="*/ 82307 h 230415"/>
                <a:gd name="connsiteX31" fmla="*/ 53036 w 173873"/>
                <a:gd name="connsiteY31" fmla="*/ 82946 h 230415"/>
                <a:gd name="connsiteX32" fmla="*/ 50480 w 173873"/>
                <a:gd name="connsiteY32" fmla="*/ 97629 h 230415"/>
                <a:gd name="connsiteX33" fmla="*/ 87542 w 173873"/>
                <a:gd name="connsiteY33" fmla="*/ 135294 h 230415"/>
                <a:gd name="connsiteX34" fmla="*/ 88181 w 173873"/>
                <a:gd name="connsiteY34" fmla="*/ 141678 h 230415"/>
                <a:gd name="connsiteX35" fmla="*/ 62621 w 173873"/>
                <a:gd name="connsiteY35" fmla="*/ 167214 h 230415"/>
                <a:gd name="connsiteX36" fmla="*/ 37700 w 173873"/>
                <a:gd name="connsiteY36" fmla="*/ 146786 h 230415"/>
                <a:gd name="connsiteX37" fmla="*/ 30033 w 173873"/>
                <a:gd name="connsiteY37" fmla="*/ 141678 h 230415"/>
                <a:gd name="connsiteX38" fmla="*/ 24921 w 173873"/>
                <a:gd name="connsiteY38" fmla="*/ 149339 h 230415"/>
                <a:gd name="connsiteX39" fmla="*/ 51119 w 173873"/>
                <a:gd name="connsiteY39" fmla="*/ 178067 h 230415"/>
                <a:gd name="connsiteX40" fmla="*/ 48563 w 173873"/>
                <a:gd name="connsiteY40" fmla="*/ 192112 h 230415"/>
                <a:gd name="connsiteX41" fmla="*/ 86903 w 173873"/>
                <a:gd name="connsiteY41" fmla="*/ 230416 h 230415"/>
                <a:gd name="connsiteX42" fmla="*/ 125243 w 173873"/>
                <a:gd name="connsiteY42" fmla="*/ 192112 h 230415"/>
                <a:gd name="connsiteX43" fmla="*/ 118853 w 173873"/>
                <a:gd name="connsiteY43" fmla="*/ 185728 h 230415"/>
                <a:gd name="connsiteX44" fmla="*/ 112463 w 173873"/>
                <a:gd name="connsiteY44" fmla="*/ 192112 h 230415"/>
                <a:gd name="connsiteX45" fmla="*/ 86903 w 173873"/>
                <a:gd name="connsiteY45" fmla="*/ 217648 h 230415"/>
                <a:gd name="connsiteX46" fmla="*/ 61343 w 173873"/>
                <a:gd name="connsiteY46" fmla="*/ 192112 h 230415"/>
                <a:gd name="connsiteX47" fmla="*/ 64538 w 173873"/>
                <a:gd name="connsiteY47" fmla="*/ 179344 h 230415"/>
                <a:gd name="connsiteX48" fmla="*/ 64538 w 173873"/>
                <a:gd name="connsiteY48" fmla="*/ 179344 h 230415"/>
                <a:gd name="connsiteX49" fmla="*/ 100322 w 173873"/>
                <a:gd name="connsiteY49" fmla="*/ 141678 h 230415"/>
                <a:gd name="connsiteX50" fmla="*/ 99683 w 173873"/>
                <a:gd name="connsiteY50" fmla="*/ 133379 h 230415"/>
                <a:gd name="connsiteX51" fmla="*/ 125882 w 173873"/>
                <a:gd name="connsiteY51" fmla="*/ 97629 h 230415"/>
                <a:gd name="connsiteX52" fmla="*/ 120131 w 173873"/>
                <a:gd name="connsiteY52" fmla="*/ 77838 h 230415"/>
                <a:gd name="connsiteX53" fmla="*/ 135467 w 173873"/>
                <a:gd name="connsiteY53" fmla="*/ 72093 h 230415"/>
                <a:gd name="connsiteX54" fmla="*/ 161027 w 173873"/>
                <a:gd name="connsiteY54" fmla="*/ 97629 h 230415"/>
                <a:gd name="connsiteX55" fmla="*/ 135467 w 173873"/>
                <a:gd name="connsiteY55" fmla="*/ 123165 h 230415"/>
                <a:gd name="connsiteX56" fmla="*/ 130354 w 173873"/>
                <a:gd name="connsiteY56" fmla="*/ 122526 h 230415"/>
                <a:gd name="connsiteX57" fmla="*/ 122687 w 173873"/>
                <a:gd name="connsiteY57" fmla="*/ 127634 h 230415"/>
                <a:gd name="connsiteX58" fmla="*/ 127799 w 173873"/>
                <a:gd name="connsiteY58" fmla="*/ 135294 h 230415"/>
                <a:gd name="connsiteX59" fmla="*/ 135467 w 173873"/>
                <a:gd name="connsiteY59" fmla="*/ 135933 h 230415"/>
                <a:gd name="connsiteX60" fmla="*/ 136106 w 173873"/>
                <a:gd name="connsiteY60" fmla="*/ 142317 h 230415"/>
                <a:gd name="connsiteX61" fmla="*/ 110546 w 173873"/>
                <a:gd name="connsiteY61" fmla="*/ 167853 h 230415"/>
                <a:gd name="connsiteX62" fmla="*/ 104156 w 173873"/>
                <a:gd name="connsiteY62" fmla="*/ 167214 h 230415"/>
                <a:gd name="connsiteX63" fmla="*/ 96488 w 173873"/>
                <a:gd name="connsiteY63" fmla="*/ 171683 h 230415"/>
                <a:gd name="connsiteX64" fmla="*/ 100961 w 173873"/>
                <a:gd name="connsiteY64" fmla="*/ 179344 h 230415"/>
                <a:gd name="connsiteX65" fmla="*/ 111185 w 173873"/>
                <a:gd name="connsiteY65" fmla="*/ 180621 h 230415"/>
                <a:gd name="connsiteX66" fmla="*/ 149524 w 173873"/>
                <a:gd name="connsiteY66" fmla="*/ 142317 h 230415"/>
                <a:gd name="connsiteX67" fmla="*/ 148247 w 173873"/>
                <a:gd name="connsiteY67" fmla="*/ 134018 h 230415"/>
                <a:gd name="connsiteX68" fmla="*/ 173806 w 173873"/>
                <a:gd name="connsiteY68" fmla="*/ 98267 h 230415"/>
                <a:gd name="connsiteX69" fmla="*/ 137384 w 173873"/>
                <a:gd name="connsiteY69" fmla="*/ 59325 h 230415"/>
                <a:gd name="connsiteX70" fmla="*/ 88820 w 173873"/>
                <a:gd name="connsiteY70" fmla="*/ 122526 h 230415"/>
                <a:gd name="connsiteX71" fmla="*/ 63260 w 173873"/>
                <a:gd name="connsiteY71" fmla="*/ 96990 h 230415"/>
                <a:gd name="connsiteX72" fmla="*/ 88820 w 173873"/>
                <a:gd name="connsiteY72" fmla="*/ 71454 h 230415"/>
                <a:gd name="connsiteX73" fmla="*/ 114380 w 173873"/>
                <a:gd name="connsiteY73" fmla="*/ 96990 h 230415"/>
                <a:gd name="connsiteX74" fmla="*/ 88820 w 173873"/>
                <a:gd name="connsiteY74" fmla="*/ 122526 h 230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73873" h="230415">
                  <a:moveTo>
                    <a:pt x="137384" y="59325"/>
                  </a:moveTo>
                  <a:cubicBezTo>
                    <a:pt x="128438" y="59325"/>
                    <a:pt x="120131" y="62517"/>
                    <a:pt x="113102" y="68262"/>
                  </a:cubicBezTo>
                  <a:cubicBezTo>
                    <a:pt x="107990" y="63794"/>
                    <a:pt x="101600" y="61240"/>
                    <a:pt x="94571" y="59963"/>
                  </a:cubicBezTo>
                  <a:cubicBezTo>
                    <a:pt x="95210" y="58048"/>
                    <a:pt x="95210" y="56771"/>
                    <a:pt x="95210" y="54856"/>
                  </a:cubicBezTo>
                  <a:cubicBezTo>
                    <a:pt x="97127" y="44003"/>
                    <a:pt x="103517" y="22936"/>
                    <a:pt x="120131" y="17190"/>
                  </a:cubicBezTo>
                  <a:cubicBezTo>
                    <a:pt x="134828" y="12083"/>
                    <a:pt x="143774" y="12722"/>
                    <a:pt x="148885" y="13360"/>
                  </a:cubicBezTo>
                  <a:cubicBezTo>
                    <a:pt x="147607" y="18467"/>
                    <a:pt x="145052" y="26128"/>
                    <a:pt x="138022" y="31874"/>
                  </a:cubicBezTo>
                  <a:cubicBezTo>
                    <a:pt x="130994" y="37619"/>
                    <a:pt x="122048" y="39534"/>
                    <a:pt x="109907" y="38258"/>
                  </a:cubicBezTo>
                  <a:cubicBezTo>
                    <a:pt x="106073" y="37619"/>
                    <a:pt x="103517" y="40173"/>
                    <a:pt x="102878" y="44003"/>
                  </a:cubicBezTo>
                  <a:cubicBezTo>
                    <a:pt x="102239" y="47195"/>
                    <a:pt x="104795" y="50387"/>
                    <a:pt x="108629" y="51026"/>
                  </a:cubicBezTo>
                  <a:cubicBezTo>
                    <a:pt x="123965" y="52941"/>
                    <a:pt x="136744" y="49749"/>
                    <a:pt x="146329" y="41450"/>
                  </a:cubicBezTo>
                  <a:cubicBezTo>
                    <a:pt x="161027" y="29320"/>
                    <a:pt x="162304" y="10168"/>
                    <a:pt x="162304" y="9530"/>
                  </a:cubicBezTo>
                  <a:cubicBezTo>
                    <a:pt x="162304" y="6976"/>
                    <a:pt x="161027" y="5061"/>
                    <a:pt x="159109" y="3784"/>
                  </a:cubicBezTo>
                  <a:cubicBezTo>
                    <a:pt x="157832" y="3146"/>
                    <a:pt x="144412" y="-5153"/>
                    <a:pt x="115658" y="5061"/>
                  </a:cubicBezTo>
                  <a:cubicBezTo>
                    <a:pt x="104156" y="9530"/>
                    <a:pt x="95849" y="18467"/>
                    <a:pt x="90737" y="28043"/>
                  </a:cubicBezTo>
                  <a:cubicBezTo>
                    <a:pt x="87542" y="18467"/>
                    <a:pt x="84347" y="11445"/>
                    <a:pt x="83708" y="10806"/>
                  </a:cubicBezTo>
                  <a:cubicBezTo>
                    <a:pt x="81791" y="7615"/>
                    <a:pt x="77957" y="6338"/>
                    <a:pt x="75401" y="8253"/>
                  </a:cubicBezTo>
                  <a:cubicBezTo>
                    <a:pt x="72206" y="10168"/>
                    <a:pt x="70928" y="13998"/>
                    <a:pt x="72845" y="16552"/>
                  </a:cubicBezTo>
                  <a:cubicBezTo>
                    <a:pt x="76040" y="22936"/>
                    <a:pt x="83069" y="39534"/>
                    <a:pt x="82430" y="52941"/>
                  </a:cubicBezTo>
                  <a:cubicBezTo>
                    <a:pt x="81791" y="56771"/>
                    <a:pt x="81152" y="59963"/>
                    <a:pt x="81152" y="59963"/>
                  </a:cubicBezTo>
                  <a:cubicBezTo>
                    <a:pt x="72845" y="61878"/>
                    <a:pt x="65177" y="65709"/>
                    <a:pt x="60065" y="72093"/>
                  </a:cubicBezTo>
                  <a:cubicBezTo>
                    <a:pt x="53675" y="66347"/>
                    <a:pt x="45368" y="63155"/>
                    <a:pt x="36423" y="63155"/>
                  </a:cubicBezTo>
                  <a:cubicBezTo>
                    <a:pt x="15975" y="63155"/>
                    <a:pt x="0" y="79754"/>
                    <a:pt x="0" y="99544"/>
                  </a:cubicBezTo>
                  <a:cubicBezTo>
                    <a:pt x="0" y="119973"/>
                    <a:pt x="16614" y="135933"/>
                    <a:pt x="36423" y="135933"/>
                  </a:cubicBezTo>
                  <a:cubicBezTo>
                    <a:pt x="38978" y="135933"/>
                    <a:pt x="41535" y="135933"/>
                    <a:pt x="44090" y="135294"/>
                  </a:cubicBezTo>
                  <a:cubicBezTo>
                    <a:pt x="47285" y="134656"/>
                    <a:pt x="49841" y="131464"/>
                    <a:pt x="49203" y="127634"/>
                  </a:cubicBezTo>
                  <a:cubicBezTo>
                    <a:pt x="48563" y="124442"/>
                    <a:pt x="45368" y="121888"/>
                    <a:pt x="41535" y="122526"/>
                  </a:cubicBezTo>
                  <a:cubicBezTo>
                    <a:pt x="40257" y="123165"/>
                    <a:pt x="38340" y="123165"/>
                    <a:pt x="36423" y="123165"/>
                  </a:cubicBezTo>
                  <a:cubicBezTo>
                    <a:pt x="23004" y="123165"/>
                    <a:pt x="12780" y="112312"/>
                    <a:pt x="12780" y="99544"/>
                  </a:cubicBezTo>
                  <a:cubicBezTo>
                    <a:pt x="12780" y="86138"/>
                    <a:pt x="23643" y="75923"/>
                    <a:pt x="36423" y="75923"/>
                  </a:cubicBezTo>
                  <a:cubicBezTo>
                    <a:pt x="42173" y="75923"/>
                    <a:pt x="47925" y="77838"/>
                    <a:pt x="52398" y="82307"/>
                  </a:cubicBezTo>
                  <a:cubicBezTo>
                    <a:pt x="52398" y="82307"/>
                    <a:pt x="53036" y="82307"/>
                    <a:pt x="53036" y="82946"/>
                  </a:cubicBezTo>
                  <a:cubicBezTo>
                    <a:pt x="51119" y="87414"/>
                    <a:pt x="50480" y="92522"/>
                    <a:pt x="50480" y="97629"/>
                  </a:cubicBezTo>
                  <a:cubicBezTo>
                    <a:pt x="50480" y="118058"/>
                    <a:pt x="67094" y="135294"/>
                    <a:pt x="87542" y="135294"/>
                  </a:cubicBezTo>
                  <a:cubicBezTo>
                    <a:pt x="88181" y="137210"/>
                    <a:pt x="88181" y="139125"/>
                    <a:pt x="88181" y="141678"/>
                  </a:cubicBezTo>
                  <a:cubicBezTo>
                    <a:pt x="88181" y="155723"/>
                    <a:pt x="76679" y="167214"/>
                    <a:pt x="62621" y="167214"/>
                  </a:cubicBezTo>
                  <a:cubicBezTo>
                    <a:pt x="50480" y="167214"/>
                    <a:pt x="40257" y="158915"/>
                    <a:pt x="37700" y="146786"/>
                  </a:cubicBezTo>
                  <a:cubicBezTo>
                    <a:pt x="37062" y="143594"/>
                    <a:pt x="33867" y="141040"/>
                    <a:pt x="30033" y="141678"/>
                  </a:cubicBezTo>
                  <a:cubicBezTo>
                    <a:pt x="26838" y="142317"/>
                    <a:pt x="24282" y="145509"/>
                    <a:pt x="24921" y="149339"/>
                  </a:cubicBezTo>
                  <a:cubicBezTo>
                    <a:pt x="27477" y="163384"/>
                    <a:pt x="38340" y="174237"/>
                    <a:pt x="51119" y="178067"/>
                  </a:cubicBezTo>
                  <a:cubicBezTo>
                    <a:pt x="49203" y="182536"/>
                    <a:pt x="48563" y="187643"/>
                    <a:pt x="48563" y="192112"/>
                  </a:cubicBezTo>
                  <a:cubicBezTo>
                    <a:pt x="48563" y="213179"/>
                    <a:pt x="65816" y="230416"/>
                    <a:pt x="86903" y="230416"/>
                  </a:cubicBezTo>
                  <a:cubicBezTo>
                    <a:pt x="107990" y="230416"/>
                    <a:pt x="125243" y="213179"/>
                    <a:pt x="125243" y="192112"/>
                  </a:cubicBezTo>
                  <a:cubicBezTo>
                    <a:pt x="125243" y="188282"/>
                    <a:pt x="122687" y="185728"/>
                    <a:pt x="118853" y="185728"/>
                  </a:cubicBezTo>
                  <a:cubicBezTo>
                    <a:pt x="115019" y="185728"/>
                    <a:pt x="112463" y="188282"/>
                    <a:pt x="112463" y="192112"/>
                  </a:cubicBezTo>
                  <a:cubicBezTo>
                    <a:pt x="112463" y="206157"/>
                    <a:pt x="100961" y="217648"/>
                    <a:pt x="86903" y="217648"/>
                  </a:cubicBezTo>
                  <a:cubicBezTo>
                    <a:pt x="72845" y="217648"/>
                    <a:pt x="61343" y="206157"/>
                    <a:pt x="61343" y="192112"/>
                  </a:cubicBezTo>
                  <a:cubicBezTo>
                    <a:pt x="61343" y="187643"/>
                    <a:pt x="62621" y="183174"/>
                    <a:pt x="64538" y="179344"/>
                  </a:cubicBezTo>
                  <a:cubicBezTo>
                    <a:pt x="64538" y="179344"/>
                    <a:pt x="64538" y="179344"/>
                    <a:pt x="64538" y="179344"/>
                  </a:cubicBezTo>
                  <a:cubicBezTo>
                    <a:pt x="84347" y="178067"/>
                    <a:pt x="100322" y="161469"/>
                    <a:pt x="100322" y="141678"/>
                  </a:cubicBezTo>
                  <a:cubicBezTo>
                    <a:pt x="100322" y="139125"/>
                    <a:pt x="99683" y="136571"/>
                    <a:pt x="99683" y="133379"/>
                  </a:cubicBezTo>
                  <a:cubicBezTo>
                    <a:pt x="115019" y="128272"/>
                    <a:pt x="125882" y="114227"/>
                    <a:pt x="125882" y="97629"/>
                  </a:cubicBezTo>
                  <a:cubicBezTo>
                    <a:pt x="125882" y="90606"/>
                    <a:pt x="123965" y="83584"/>
                    <a:pt x="120131" y="77838"/>
                  </a:cubicBezTo>
                  <a:cubicBezTo>
                    <a:pt x="124604" y="74008"/>
                    <a:pt x="130354" y="72093"/>
                    <a:pt x="135467" y="72093"/>
                  </a:cubicBezTo>
                  <a:cubicBezTo>
                    <a:pt x="149524" y="72093"/>
                    <a:pt x="161027" y="83584"/>
                    <a:pt x="161027" y="97629"/>
                  </a:cubicBezTo>
                  <a:cubicBezTo>
                    <a:pt x="161027" y="111674"/>
                    <a:pt x="149524" y="123165"/>
                    <a:pt x="135467" y="123165"/>
                  </a:cubicBezTo>
                  <a:cubicBezTo>
                    <a:pt x="133549" y="123165"/>
                    <a:pt x="132272" y="123165"/>
                    <a:pt x="130354" y="122526"/>
                  </a:cubicBezTo>
                  <a:cubicBezTo>
                    <a:pt x="127160" y="121888"/>
                    <a:pt x="123326" y="123803"/>
                    <a:pt x="122687" y="127634"/>
                  </a:cubicBezTo>
                  <a:cubicBezTo>
                    <a:pt x="122048" y="130826"/>
                    <a:pt x="123965" y="134656"/>
                    <a:pt x="127799" y="135294"/>
                  </a:cubicBezTo>
                  <a:cubicBezTo>
                    <a:pt x="130354" y="135933"/>
                    <a:pt x="132911" y="135933"/>
                    <a:pt x="135467" y="135933"/>
                  </a:cubicBezTo>
                  <a:cubicBezTo>
                    <a:pt x="136106" y="137848"/>
                    <a:pt x="136106" y="139763"/>
                    <a:pt x="136106" y="142317"/>
                  </a:cubicBezTo>
                  <a:cubicBezTo>
                    <a:pt x="136106" y="156362"/>
                    <a:pt x="124604" y="167853"/>
                    <a:pt x="110546" y="167853"/>
                  </a:cubicBezTo>
                  <a:cubicBezTo>
                    <a:pt x="107990" y="167853"/>
                    <a:pt x="106073" y="167853"/>
                    <a:pt x="104156" y="167214"/>
                  </a:cubicBezTo>
                  <a:cubicBezTo>
                    <a:pt x="100961" y="166576"/>
                    <a:pt x="97127" y="168491"/>
                    <a:pt x="96488" y="171683"/>
                  </a:cubicBezTo>
                  <a:cubicBezTo>
                    <a:pt x="95849" y="174875"/>
                    <a:pt x="97766" y="178706"/>
                    <a:pt x="100961" y="179344"/>
                  </a:cubicBezTo>
                  <a:cubicBezTo>
                    <a:pt x="104156" y="179982"/>
                    <a:pt x="107351" y="180621"/>
                    <a:pt x="111185" y="180621"/>
                  </a:cubicBezTo>
                  <a:cubicBezTo>
                    <a:pt x="132272" y="180621"/>
                    <a:pt x="149524" y="163384"/>
                    <a:pt x="149524" y="142317"/>
                  </a:cubicBezTo>
                  <a:cubicBezTo>
                    <a:pt x="149524" y="139763"/>
                    <a:pt x="148885" y="136571"/>
                    <a:pt x="148247" y="134018"/>
                  </a:cubicBezTo>
                  <a:cubicBezTo>
                    <a:pt x="162943" y="128910"/>
                    <a:pt x="173806" y="114866"/>
                    <a:pt x="173806" y="98267"/>
                  </a:cubicBezTo>
                  <a:cubicBezTo>
                    <a:pt x="175084" y="75923"/>
                    <a:pt x="157832" y="59325"/>
                    <a:pt x="137384" y="59325"/>
                  </a:cubicBezTo>
                  <a:close/>
                  <a:moveTo>
                    <a:pt x="88820" y="122526"/>
                  </a:moveTo>
                  <a:cubicBezTo>
                    <a:pt x="74762" y="122526"/>
                    <a:pt x="63260" y="111035"/>
                    <a:pt x="63260" y="96990"/>
                  </a:cubicBezTo>
                  <a:cubicBezTo>
                    <a:pt x="63260" y="82946"/>
                    <a:pt x="74762" y="71454"/>
                    <a:pt x="88820" y="71454"/>
                  </a:cubicBezTo>
                  <a:cubicBezTo>
                    <a:pt x="102878" y="71454"/>
                    <a:pt x="114380" y="82946"/>
                    <a:pt x="114380" y="96990"/>
                  </a:cubicBezTo>
                  <a:cubicBezTo>
                    <a:pt x="114380" y="111035"/>
                    <a:pt x="102878" y="122526"/>
                    <a:pt x="88820" y="122526"/>
                  </a:cubicBezTo>
                  <a:close/>
                </a:path>
              </a:pathLst>
            </a:custGeom>
            <a:solidFill>
              <a:srgbClr val="046A38"/>
            </a:solidFill>
            <a:ln w="6390" cap="flat">
              <a:noFill/>
              <a:prstDash val="solid"/>
              <a:miter/>
            </a:ln>
          </p:spPr>
          <p:txBody>
            <a:bodyPr rtlCol="0" anchor="ctr"/>
            <a:lstStyle/>
            <a:p>
              <a:endParaRPr lang="en-US"/>
            </a:p>
          </p:txBody>
        </p:sp>
      </p:grpSp>
      <p:grpSp>
        <p:nvGrpSpPr>
          <p:cNvPr id="991" name="Graphic 4">
            <a:extLst>
              <a:ext uri="{FF2B5EF4-FFF2-40B4-BE49-F238E27FC236}">
                <a16:creationId xmlns:a16="http://schemas.microsoft.com/office/drawing/2014/main" id="{62E5A7D8-94F3-0847-B02A-250DB38BB63D}"/>
              </a:ext>
            </a:extLst>
          </p:cNvPr>
          <p:cNvGrpSpPr/>
          <p:nvPr/>
        </p:nvGrpSpPr>
        <p:grpSpPr>
          <a:xfrm>
            <a:off x="3607758" y="2371173"/>
            <a:ext cx="361674" cy="361333"/>
            <a:chOff x="3607758" y="2371173"/>
            <a:chExt cx="361674" cy="361333"/>
          </a:xfrm>
          <a:solidFill>
            <a:srgbClr val="046A38"/>
          </a:solidFill>
        </p:grpSpPr>
        <p:sp>
          <p:nvSpPr>
            <p:cNvPr id="992" name="Graphic 4">
              <a:extLst>
                <a:ext uri="{FF2B5EF4-FFF2-40B4-BE49-F238E27FC236}">
                  <a16:creationId xmlns:a16="http://schemas.microsoft.com/office/drawing/2014/main" id="{D4E45513-53BC-944B-AB7D-9F612D98E8CD}"/>
                </a:ext>
              </a:extLst>
            </p:cNvPr>
            <p:cNvSpPr/>
            <p:nvPr/>
          </p:nvSpPr>
          <p:spPr>
            <a:xfrm>
              <a:off x="3607758" y="2371173"/>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2" y="361333"/>
                    <a:pt x="180836" y="361333"/>
                  </a:cubicBezTo>
                  <a:cubicBezTo>
                    <a:pt x="281157" y="361333"/>
                    <a:pt x="361671" y="280257"/>
                    <a:pt x="361671" y="180667"/>
                  </a:cubicBezTo>
                  <a:cubicBezTo>
                    <a:pt x="362310" y="81077"/>
                    <a:pt x="281157" y="0"/>
                    <a:pt x="180836" y="0"/>
                  </a:cubicBezTo>
                  <a:close/>
                  <a:moveTo>
                    <a:pt x="180836" y="349204"/>
                  </a:moveTo>
                  <a:cubicBezTo>
                    <a:pt x="88181" y="349204"/>
                    <a:pt x="12780" y="273873"/>
                    <a:pt x="12780" y="181305"/>
                  </a:cubicBezTo>
                  <a:cubicBezTo>
                    <a:pt x="12780" y="88738"/>
                    <a:pt x="88181" y="13406"/>
                    <a:pt x="180836" y="13406"/>
                  </a:cubicBezTo>
                  <a:cubicBezTo>
                    <a:pt x="273490" y="13406"/>
                    <a:pt x="348891" y="88738"/>
                    <a:pt x="348891" y="181305"/>
                  </a:cubicBezTo>
                  <a:cubicBezTo>
                    <a:pt x="348891" y="273873"/>
                    <a:pt x="274128" y="349204"/>
                    <a:pt x="180836" y="349204"/>
                  </a:cubicBezTo>
                  <a:close/>
                </a:path>
              </a:pathLst>
            </a:custGeom>
            <a:solidFill>
              <a:srgbClr val="046A38"/>
            </a:solidFill>
            <a:ln w="6390" cap="flat">
              <a:noFill/>
              <a:prstDash val="solid"/>
              <a:miter/>
            </a:ln>
          </p:spPr>
          <p:txBody>
            <a:bodyPr rtlCol="0" anchor="ctr"/>
            <a:lstStyle/>
            <a:p>
              <a:endParaRPr lang="en-US"/>
            </a:p>
          </p:txBody>
        </p:sp>
        <p:sp>
          <p:nvSpPr>
            <p:cNvPr id="993" name="Graphic 4">
              <a:extLst>
                <a:ext uri="{FF2B5EF4-FFF2-40B4-BE49-F238E27FC236}">
                  <a16:creationId xmlns:a16="http://schemas.microsoft.com/office/drawing/2014/main" id="{E2971FC1-F72A-434E-BE32-E1BBF0090781}"/>
                </a:ext>
              </a:extLst>
            </p:cNvPr>
            <p:cNvSpPr/>
            <p:nvPr/>
          </p:nvSpPr>
          <p:spPr>
            <a:xfrm>
              <a:off x="3702329" y="2436802"/>
              <a:ext cx="171250" cy="229949"/>
            </a:xfrm>
            <a:custGeom>
              <a:avLst/>
              <a:gdLst>
                <a:gd name="connsiteX0" fmla="*/ 134828 w 171250"/>
                <a:gd name="connsiteY0" fmla="*/ 59497 h 229949"/>
                <a:gd name="connsiteX1" fmla="*/ 111185 w 171250"/>
                <a:gd name="connsiteY1" fmla="*/ 67797 h 229949"/>
                <a:gd name="connsiteX2" fmla="*/ 94571 w 171250"/>
                <a:gd name="connsiteY2" fmla="*/ 60136 h 229949"/>
                <a:gd name="connsiteX3" fmla="*/ 93293 w 171250"/>
                <a:gd name="connsiteY3" fmla="*/ 53113 h 229949"/>
                <a:gd name="connsiteX4" fmla="*/ 102878 w 171250"/>
                <a:gd name="connsiteY4" fmla="*/ 16725 h 229949"/>
                <a:gd name="connsiteX5" fmla="*/ 100322 w 171250"/>
                <a:gd name="connsiteY5" fmla="*/ 8426 h 229949"/>
                <a:gd name="connsiteX6" fmla="*/ 92015 w 171250"/>
                <a:gd name="connsiteY6" fmla="*/ 10979 h 229949"/>
                <a:gd name="connsiteX7" fmla="*/ 84986 w 171250"/>
                <a:gd name="connsiteY7" fmla="*/ 28216 h 229949"/>
                <a:gd name="connsiteX8" fmla="*/ 60065 w 171250"/>
                <a:gd name="connsiteY8" fmla="*/ 5234 h 229949"/>
                <a:gd name="connsiteX9" fmla="*/ 16614 w 171250"/>
                <a:gd name="connsiteY9" fmla="*/ 3957 h 229949"/>
                <a:gd name="connsiteX10" fmla="*/ 13419 w 171250"/>
                <a:gd name="connsiteY10" fmla="*/ 9702 h 229949"/>
                <a:gd name="connsiteX11" fmla="*/ 29394 w 171250"/>
                <a:gd name="connsiteY11" fmla="*/ 41622 h 229949"/>
                <a:gd name="connsiteX12" fmla="*/ 67094 w 171250"/>
                <a:gd name="connsiteY12" fmla="*/ 51198 h 229949"/>
                <a:gd name="connsiteX13" fmla="*/ 72845 w 171250"/>
                <a:gd name="connsiteY13" fmla="*/ 44176 h 229949"/>
                <a:gd name="connsiteX14" fmla="*/ 65816 w 171250"/>
                <a:gd name="connsiteY14" fmla="*/ 38430 h 229949"/>
                <a:gd name="connsiteX15" fmla="*/ 37700 w 171250"/>
                <a:gd name="connsiteY15" fmla="*/ 32046 h 229949"/>
                <a:gd name="connsiteX16" fmla="*/ 26837 w 171250"/>
                <a:gd name="connsiteY16" fmla="*/ 13533 h 229949"/>
                <a:gd name="connsiteX17" fmla="*/ 55592 w 171250"/>
                <a:gd name="connsiteY17" fmla="*/ 17363 h 229949"/>
                <a:gd name="connsiteX18" fmla="*/ 80513 w 171250"/>
                <a:gd name="connsiteY18" fmla="*/ 55029 h 229949"/>
                <a:gd name="connsiteX19" fmla="*/ 81152 w 171250"/>
                <a:gd name="connsiteY19" fmla="*/ 60136 h 229949"/>
                <a:gd name="connsiteX20" fmla="*/ 62621 w 171250"/>
                <a:gd name="connsiteY20" fmla="*/ 68435 h 229949"/>
                <a:gd name="connsiteX21" fmla="*/ 38340 w 171250"/>
                <a:gd name="connsiteY21" fmla="*/ 59497 h 229949"/>
                <a:gd name="connsiteX22" fmla="*/ 0 w 171250"/>
                <a:gd name="connsiteY22" fmla="*/ 97801 h 229949"/>
                <a:gd name="connsiteX23" fmla="*/ 25560 w 171250"/>
                <a:gd name="connsiteY23" fmla="*/ 133552 h 229949"/>
                <a:gd name="connsiteX24" fmla="*/ 24282 w 171250"/>
                <a:gd name="connsiteY24" fmla="*/ 141851 h 229949"/>
                <a:gd name="connsiteX25" fmla="*/ 62621 w 171250"/>
                <a:gd name="connsiteY25" fmla="*/ 180155 h 229949"/>
                <a:gd name="connsiteX26" fmla="*/ 72845 w 171250"/>
                <a:gd name="connsiteY26" fmla="*/ 178878 h 229949"/>
                <a:gd name="connsiteX27" fmla="*/ 77318 w 171250"/>
                <a:gd name="connsiteY27" fmla="*/ 171217 h 229949"/>
                <a:gd name="connsiteX28" fmla="*/ 69650 w 171250"/>
                <a:gd name="connsiteY28" fmla="*/ 166748 h 229949"/>
                <a:gd name="connsiteX29" fmla="*/ 63260 w 171250"/>
                <a:gd name="connsiteY29" fmla="*/ 167387 h 229949"/>
                <a:gd name="connsiteX30" fmla="*/ 37700 w 171250"/>
                <a:gd name="connsiteY30" fmla="*/ 141851 h 229949"/>
                <a:gd name="connsiteX31" fmla="*/ 38340 w 171250"/>
                <a:gd name="connsiteY31" fmla="*/ 135467 h 229949"/>
                <a:gd name="connsiteX32" fmla="*/ 46007 w 171250"/>
                <a:gd name="connsiteY32" fmla="*/ 134829 h 229949"/>
                <a:gd name="connsiteX33" fmla="*/ 51119 w 171250"/>
                <a:gd name="connsiteY33" fmla="*/ 127168 h 229949"/>
                <a:gd name="connsiteX34" fmla="*/ 43451 w 171250"/>
                <a:gd name="connsiteY34" fmla="*/ 122061 h 229949"/>
                <a:gd name="connsiteX35" fmla="*/ 38340 w 171250"/>
                <a:gd name="connsiteY35" fmla="*/ 122699 h 229949"/>
                <a:gd name="connsiteX36" fmla="*/ 12780 w 171250"/>
                <a:gd name="connsiteY36" fmla="*/ 97163 h 229949"/>
                <a:gd name="connsiteX37" fmla="*/ 38340 w 171250"/>
                <a:gd name="connsiteY37" fmla="*/ 71627 h 229949"/>
                <a:gd name="connsiteX38" fmla="*/ 53675 w 171250"/>
                <a:gd name="connsiteY38" fmla="*/ 77373 h 229949"/>
                <a:gd name="connsiteX39" fmla="*/ 47925 w 171250"/>
                <a:gd name="connsiteY39" fmla="*/ 97163 h 229949"/>
                <a:gd name="connsiteX40" fmla="*/ 74123 w 171250"/>
                <a:gd name="connsiteY40" fmla="*/ 132913 h 229949"/>
                <a:gd name="connsiteX41" fmla="*/ 73484 w 171250"/>
                <a:gd name="connsiteY41" fmla="*/ 141212 h 229949"/>
                <a:gd name="connsiteX42" fmla="*/ 109268 w 171250"/>
                <a:gd name="connsiteY42" fmla="*/ 178878 h 229949"/>
                <a:gd name="connsiteX43" fmla="*/ 109268 w 171250"/>
                <a:gd name="connsiteY43" fmla="*/ 178878 h 229949"/>
                <a:gd name="connsiteX44" fmla="*/ 112463 w 171250"/>
                <a:gd name="connsiteY44" fmla="*/ 191646 h 229949"/>
                <a:gd name="connsiteX45" fmla="*/ 86903 w 171250"/>
                <a:gd name="connsiteY45" fmla="*/ 217182 h 229949"/>
                <a:gd name="connsiteX46" fmla="*/ 61343 w 171250"/>
                <a:gd name="connsiteY46" fmla="*/ 191646 h 229949"/>
                <a:gd name="connsiteX47" fmla="*/ 54953 w 171250"/>
                <a:gd name="connsiteY47" fmla="*/ 185262 h 229949"/>
                <a:gd name="connsiteX48" fmla="*/ 48563 w 171250"/>
                <a:gd name="connsiteY48" fmla="*/ 191646 h 229949"/>
                <a:gd name="connsiteX49" fmla="*/ 86903 w 171250"/>
                <a:gd name="connsiteY49" fmla="*/ 229950 h 229949"/>
                <a:gd name="connsiteX50" fmla="*/ 125243 w 171250"/>
                <a:gd name="connsiteY50" fmla="*/ 191646 h 229949"/>
                <a:gd name="connsiteX51" fmla="*/ 122686 w 171250"/>
                <a:gd name="connsiteY51" fmla="*/ 177601 h 229949"/>
                <a:gd name="connsiteX52" fmla="*/ 148885 w 171250"/>
                <a:gd name="connsiteY52" fmla="*/ 148873 h 229949"/>
                <a:gd name="connsiteX53" fmla="*/ 143774 w 171250"/>
                <a:gd name="connsiteY53" fmla="*/ 141212 h 229949"/>
                <a:gd name="connsiteX54" fmla="*/ 136106 w 171250"/>
                <a:gd name="connsiteY54" fmla="*/ 146320 h 229949"/>
                <a:gd name="connsiteX55" fmla="*/ 111185 w 171250"/>
                <a:gd name="connsiteY55" fmla="*/ 166748 h 229949"/>
                <a:gd name="connsiteX56" fmla="*/ 85625 w 171250"/>
                <a:gd name="connsiteY56" fmla="*/ 141212 h 229949"/>
                <a:gd name="connsiteX57" fmla="*/ 86264 w 171250"/>
                <a:gd name="connsiteY57" fmla="*/ 134829 h 229949"/>
                <a:gd name="connsiteX58" fmla="*/ 123326 w 171250"/>
                <a:gd name="connsiteY58" fmla="*/ 97163 h 229949"/>
                <a:gd name="connsiteX59" fmla="*/ 117575 w 171250"/>
                <a:gd name="connsiteY59" fmla="*/ 77373 h 229949"/>
                <a:gd name="connsiteX60" fmla="*/ 132911 w 171250"/>
                <a:gd name="connsiteY60" fmla="*/ 71627 h 229949"/>
                <a:gd name="connsiteX61" fmla="*/ 158470 w 171250"/>
                <a:gd name="connsiteY61" fmla="*/ 97163 h 229949"/>
                <a:gd name="connsiteX62" fmla="*/ 132911 w 171250"/>
                <a:gd name="connsiteY62" fmla="*/ 122699 h 229949"/>
                <a:gd name="connsiteX63" fmla="*/ 127799 w 171250"/>
                <a:gd name="connsiteY63" fmla="*/ 122061 h 229949"/>
                <a:gd name="connsiteX64" fmla="*/ 120131 w 171250"/>
                <a:gd name="connsiteY64" fmla="*/ 127168 h 229949"/>
                <a:gd name="connsiteX65" fmla="*/ 125243 w 171250"/>
                <a:gd name="connsiteY65" fmla="*/ 134829 h 229949"/>
                <a:gd name="connsiteX66" fmla="*/ 132911 w 171250"/>
                <a:gd name="connsiteY66" fmla="*/ 135467 h 229949"/>
                <a:gd name="connsiteX67" fmla="*/ 171250 w 171250"/>
                <a:gd name="connsiteY67" fmla="*/ 97163 h 229949"/>
                <a:gd name="connsiteX68" fmla="*/ 134828 w 171250"/>
                <a:gd name="connsiteY68" fmla="*/ 59497 h 229949"/>
                <a:gd name="connsiteX69" fmla="*/ 86903 w 171250"/>
                <a:gd name="connsiteY69" fmla="*/ 122699 h 229949"/>
                <a:gd name="connsiteX70" fmla="*/ 61343 w 171250"/>
                <a:gd name="connsiteY70" fmla="*/ 97163 h 229949"/>
                <a:gd name="connsiteX71" fmla="*/ 86903 w 171250"/>
                <a:gd name="connsiteY71" fmla="*/ 71627 h 229949"/>
                <a:gd name="connsiteX72" fmla="*/ 112463 w 171250"/>
                <a:gd name="connsiteY72" fmla="*/ 97163 h 229949"/>
                <a:gd name="connsiteX73" fmla="*/ 86903 w 171250"/>
                <a:gd name="connsiteY73" fmla="*/ 122699 h 229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71250" h="229949">
                  <a:moveTo>
                    <a:pt x="134828" y="59497"/>
                  </a:moveTo>
                  <a:cubicBezTo>
                    <a:pt x="125881" y="59497"/>
                    <a:pt x="117575" y="62689"/>
                    <a:pt x="111185" y="67797"/>
                  </a:cubicBezTo>
                  <a:cubicBezTo>
                    <a:pt x="106073" y="63966"/>
                    <a:pt x="100322" y="60774"/>
                    <a:pt x="94571" y="60136"/>
                  </a:cubicBezTo>
                  <a:cubicBezTo>
                    <a:pt x="94571" y="59497"/>
                    <a:pt x="94571" y="56944"/>
                    <a:pt x="93293" y="53113"/>
                  </a:cubicBezTo>
                  <a:cubicBezTo>
                    <a:pt x="92654" y="40345"/>
                    <a:pt x="99683" y="23109"/>
                    <a:pt x="102878" y="16725"/>
                  </a:cubicBezTo>
                  <a:cubicBezTo>
                    <a:pt x="104795" y="13533"/>
                    <a:pt x="103517" y="9702"/>
                    <a:pt x="100322" y="8426"/>
                  </a:cubicBezTo>
                  <a:cubicBezTo>
                    <a:pt x="97127" y="6510"/>
                    <a:pt x="93293" y="7787"/>
                    <a:pt x="92015" y="10979"/>
                  </a:cubicBezTo>
                  <a:cubicBezTo>
                    <a:pt x="92015" y="11618"/>
                    <a:pt x="88181" y="18640"/>
                    <a:pt x="84986" y="28216"/>
                  </a:cubicBezTo>
                  <a:cubicBezTo>
                    <a:pt x="79874" y="18640"/>
                    <a:pt x="72206" y="9702"/>
                    <a:pt x="60065" y="5234"/>
                  </a:cubicBezTo>
                  <a:cubicBezTo>
                    <a:pt x="31310" y="-4981"/>
                    <a:pt x="17892" y="2680"/>
                    <a:pt x="16614" y="3957"/>
                  </a:cubicBezTo>
                  <a:cubicBezTo>
                    <a:pt x="14697" y="5234"/>
                    <a:pt x="13419" y="7149"/>
                    <a:pt x="13419" y="9702"/>
                  </a:cubicBezTo>
                  <a:cubicBezTo>
                    <a:pt x="13419" y="10341"/>
                    <a:pt x="14697" y="29493"/>
                    <a:pt x="29394" y="41622"/>
                  </a:cubicBezTo>
                  <a:cubicBezTo>
                    <a:pt x="38978" y="49921"/>
                    <a:pt x="51758" y="53113"/>
                    <a:pt x="67094" y="51198"/>
                  </a:cubicBezTo>
                  <a:cubicBezTo>
                    <a:pt x="70289" y="50560"/>
                    <a:pt x="72845" y="47368"/>
                    <a:pt x="72845" y="44176"/>
                  </a:cubicBezTo>
                  <a:cubicBezTo>
                    <a:pt x="72206" y="40984"/>
                    <a:pt x="69650" y="38430"/>
                    <a:pt x="65816" y="38430"/>
                  </a:cubicBezTo>
                  <a:cubicBezTo>
                    <a:pt x="54314" y="39707"/>
                    <a:pt x="44730" y="37792"/>
                    <a:pt x="37700" y="32046"/>
                  </a:cubicBezTo>
                  <a:cubicBezTo>
                    <a:pt x="30672" y="26301"/>
                    <a:pt x="28115" y="18640"/>
                    <a:pt x="26837" y="13533"/>
                  </a:cubicBezTo>
                  <a:cubicBezTo>
                    <a:pt x="31310" y="12256"/>
                    <a:pt x="40895" y="12256"/>
                    <a:pt x="55592" y="17363"/>
                  </a:cubicBezTo>
                  <a:cubicBezTo>
                    <a:pt x="72206" y="23109"/>
                    <a:pt x="77957" y="44176"/>
                    <a:pt x="80513" y="55029"/>
                  </a:cubicBezTo>
                  <a:cubicBezTo>
                    <a:pt x="80513" y="56944"/>
                    <a:pt x="81152" y="58221"/>
                    <a:pt x="81152" y="60136"/>
                  </a:cubicBezTo>
                  <a:cubicBezTo>
                    <a:pt x="74123" y="61413"/>
                    <a:pt x="67733" y="63966"/>
                    <a:pt x="62621" y="68435"/>
                  </a:cubicBezTo>
                  <a:cubicBezTo>
                    <a:pt x="55592" y="62689"/>
                    <a:pt x="47285" y="59497"/>
                    <a:pt x="38340" y="59497"/>
                  </a:cubicBezTo>
                  <a:cubicBezTo>
                    <a:pt x="17253" y="59497"/>
                    <a:pt x="0" y="76734"/>
                    <a:pt x="0" y="97801"/>
                  </a:cubicBezTo>
                  <a:cubicBezTo>
                    <a:pt x="0" y="114400"/>
                    <a:pt x="10863" y="128445"/>
                    <a:pt x="25560" y="133552"/>
                  </a:cubicBezTo>
                  <a:cubicBezTo>
                    <a:pt x="24921" y="136105"/>
                    <a:pt x="24282" y="138659"/>
                    <a:pt x="24282" y="141851"/>
                  </a:cubicBezTo>
                  <a:cubicBezTo>
                    <a:pt x="24282" y="162918"/>
                    <a:pt x="41535" y="180155"/>
                    <a:pt x="62621" y="180155"/>
                  </a:cubicBezTo>
                  <a:cubicBezTo>
                    <a:pt x="65816" y="180155"/>
                    <a:pt x="69650" y="179516"/>
                    <a:pt x="72845" y="178878"/>
                  </a:cubicBezTo>
                  <a:cubicBezTo>
                    <a:pt x="76040" y="178240"/>
                    <a:pt x="77957" y="174409"/>
                    <a:pt x="77318" y="171217"/>
                  </a:cubicBezTo>
                  <a:cubicBezTo>
                    <a:pt x="76679" y="168025"/>
                    <a:pt x="72845" y="166110"/>
                    <a:pt x="69650" y="166748"/>
                  </a:cubicBezTo>
                  <a:cubicBezTo>
                    <a:pt x="67733" y="167387"/>
                    <a:pt x="65177" y="167387"/>
                    <a:pt x="63260" y="167387"/>
                  </a:cubicBezTo>
                  <a:cubicBezTo>
                    <a:pt x="49202" y="167387"/>
                    <a:pt x="37700" y="155896"/>
                    <a:pt x="37700" y="141851"/>
                  </a:cubicBezTo>
                  <a:cubicBezTo>
                    <a:pt x="37700" y="139936"/>
                    <a:pt x="38340" y="138020"/>
                    <a:pt x="38340" y="135467"/>
                  </a:cubicBezTo>
                  <a:cubicBezTo>
                    <a:pt x="40895" y="135467"/>
                    <a:pt x="43451" y="135467"/>
                    <a:pt x="46007" y="134829"/>
                  </a:cubicBezTo>
                  <a:cubicBezTo>
                    <a:pt x="49202" y="134190"/>
                    <a:pt x="51758" y="130998"/>
                    <a:pt x="51119" y="127168"/>
                  </a:cubicBezTo>
                  <a:cubicBezTo>
                    <a:pt x="50480" y="123976"/>
                    <a:pt x="47285" y="121422"/>
                    <a:pt x="43451" y="122061"/>
                  </a:cubicBezTo>
                  <a:cubicBezTo>
                    <a:pt x="41535" y="122699"/>
                    <a:pt x="40257" y="122699"/>
                    <a:pt x="38340" y="122699"/>
                  </a:cubicBezTo>
                  <a:cubicBezTo>
                    <a:pt x="24282" y="122699"/>
                    <a:pt x="12780" y="111208"/>
                    <a:pt x="12780" y="97163"/>
                  </a:cubicBezTo>
                  <a:cubicBezTo>
                    <a:pt x="12780" y="83118"/>
                    <a:pt x="24282" y="71627"/>
                    <a:pt x="38340" y="71627"/>
                  </a:cubicBezTo>
                  <a:cubicBezTo>
                    <a:pt x="44090" y="71627"/>
                    <a:pt x="49841" y="73542"/>
                    <a:pt x="53675" y="77373"/>
                  </a:cubicBezTo>
                  <a:cubicBezTo>
                    <a:pt x="50480" y="83118"/>
                    <a:pt x="47925" y="90141"/>
                    <a:pt x="47925" y="97163"/>
                  </a:cubicBezTo>
                  <a:cubicBezTo>
                    <a:pt x="47925" y="113761"/>
                    <a:pt x="58787" y="128445"/>
                    <a:pt x="74123" y="132913"/>
                  </a:cubicBezTo>
                  <a:cubicBezTo>
                    <a:pt x="73484" y="135467"/>
                    <a:pt x="73484" y="138020"/>
                    <a:pt x="73484" y="141212"/>
                  </a:cubicBezTo>
                  <a:cubicBezTo>
                    <a:pt x="73484" y="161641"/>
                    <a:pt x="89459" y="177601"/>
                    <a:pt x="109268" y="178878"/>
                  </a:cubicBezTo>
                  <a:cubicBezTo>
                    <a:pt x="109268" y="178878"/>
                    <a:pt x="109268" y="178878"/>
                    <a:pt x="109268" y="178878"/>
                  </a:cubicBezTo>
                  <a:cubicBezTo>
                    <a:pt x="111185" y="182708"/>
                    <a:pt x="112463" y="187177"/>
                    <a:pt x="112463" y="191646"/>
                  </a:cubicBezTo>
                  <a:cubicBezTo>
                    <a:pt x="112463" y="205691"/>
                    <a:pt x="100961" y="217182"/>
                    <a:pt x="86903" y="217182"/>
                  </a:cubicBezTo>
                  <a:cubicBezTo>
                    <a:pt x="72845" y="217182"/>
                    <a:pt x="61343" y="205691"/>
                    <a:pt x="61343" y="191646"/>
                  </a:cubicBezTo>
                  <a:cubicBezTo>
                    <a:pt x="61343" y="187815"/>
                    <a:pt x="58787" y="185262"/>
                    <a:pt x="54953" y="185262"/>
                  </a:cubicBezTo>
                  <a:cubicBezTo>
                    <a:pt x="51119" y="185262"/>
                    <a:pt x="48563" y="187815"/>
                    <a:pt x="48563" y="191646"/>
                  </a:cubicBezTo>
                  <a:cubicBezTo>
                    <a:pt x="48563" y="212713"/>
                    <a:pt x="65816" y="229950"/>
                    <a:pt x="86903" y="229950"/>
                  </a:cubicBezTo>
                  <a:cubicBezTo>
                    <a:pt x="107990" y="229950"/>
                    <a:pt x="125243" y="212713"/>
                    <a:pt x="125243" y="191646"/>
                  </a:cubicBezTo>
                  <a:cubicBezTo>
                    <a:pt x="125243" y="186539"/>
                    <a:pt x="124604" y="182070"/>
                    <a:pt x="122686" y="177601"/>
                  </a:cubicBezTo>
                  <a:cubicBezTo>
                    <a:pt x="135466" y="173771"/>
                    <a:pt x="146329" y="162918"/>
                    <a:pt x="148885" y="148873"/>
                  </a:cubicBezTo>
                  <a:cubicBezTo>
                    <a:pt x="149524" y="145681"/>
                    <a:pt x="147607" y="141851"/>
                    <a:pt x="143774" y="141212"/>
                  </a:cubicBezTo>
                  <a:cubicBezTo>
                    <a:pt x="140579" y="140574"/>
                    <a:pt x="136744" y="142489"/>
                    <a:pt x="136106" y="146320"/>
                  </a:cubicBezTo>
                  <a:cubicBezTo>
                    <a:pt x="133549" y="157811"/>
                    <a:pt x="123326" y="166748"/>
                    <a:pt x="111185" y="166748"/>
                  </a:cubicBezTo>
                  <a:cubicBezTo>
                    <a:pt x="97127" y="166748"/>
                    <a:pt x="85625" y="155257"/>
                    <a:pt x="85625" y="141212"/>
                  </a:cubicBezTo>
                  <a:cubicBezTo>
                    <a:pt x="85625" y="139297"/>
                    <a:pt x="85625" y="137382"/>
                    <a:pt x="86264" y="134829"/>
                  </a:cubicBezTo>
                  <a:cubicBezTo>
                    <a:pt x="106712" y="134190"/>
                    <a:pt x="123326" y="117592"/>
                    <a:pt x="123326" y="97163"/>
                  </a:cubicBezTo>
                  <a:cubicBezTo>
                    <a:pt x="123326" y="90141"/>
                    <a:pt x="121409" y="83118"/>
                    <a:pt x="117575" y="77373"/>
                  </a:cubicBezTo>
                  <a:cubicBezTo>
                    <a:pt x="122048" y="74181"/>
                    <a:pt x="127160" y="71627"/>
                    <a:pt x="132911" y="71627"/>
                  </a:cubicBezTo>
                  <a:cubicBezTo>
                    <a:pt x="146969" y="71627"/>
                    <a:pt x="158470" y="83118"/>
                    <a:pt x="158470" y="97163"/>
                  </a:cubicBezTo>
                  <a:cubicBezTo>
                    <a:pt x="158470" y="111208"/>
                    <a:pt x="146969" y="122699"/>
                    <a:pt x="132911" y="122699"/>
                  </a:cubicBezTo>
                  <a:cubicBezTo>
                    <a:pt x="130994" y="122699"/>
                    <a:pt x="129716" y="122699"/>
                    <a:pt x="127799" y="122061"/>
                  </a:cubicBezTo>
                  <a:cubicBezTo>
                    <a:pt x="124604" y="121422"/>
                    <a:pt x="120770" y="123337"/>
                    <a:pt x="120131" y="127168"/>
                  </a:cubicBezTo>
                  <a:cubicBezTo>
                    <a:pt x="119492" y="130360"/>
                    <a:pt x="121409" y="134190"/>
                    <a:pt x="125243" y="134829"/>
                  </a:cubicBezTo>
                  <a:cubicBezTo>
                    <a:pt x="127799" y="135467"/>
                    <a:pt x="130354" y="135467"/>
                    <a:pt x="132911" y="135467"/>
                  </a:cubicBezTo>
                  <a:cubicBezTo>
                    <a:pt x="153997" y="135467"/>
                    <a:pt x="171250" y="118230"/>
                    <a:pt x="171250" y="97163"/>
                  </a:cubicBezTo>
                  <a:cubicBezTo>
                    <a:pt x="171250" y="76096"/>
                    <a:pt x="155275" y="59497"/>
                    <a:pt x="134828" y="59497"/>
                  </a:cubicBezTo>
                  <a:close/>
                  <a:moveTo>
                    <a:pt x="86903" y="122699"/>
                  </a:moveTo>
                  <a:cubicBezTo>
                    <a:pt x="72845" y="122699"/>
                    <a:pt x="61343" y="111208"/>
                    <a:pt x="61343" y="97163"/>
                  </a:cubicBezTo>
                  <a:cubicBezTo>
                    <a:pt x="61343" y="83118"/>
                    <a:pt x="72845" y="71627"/>
                    <a:pt x="86903" y="71627"/>
                  </a:cubicBezTo>
                  <a:cubicBezTo>
                    <a:pt x="100961" y="71627"/>
                    <a:pt x="112463" y="83118"/>
                    <a:pt x="112463" y="97163"/>
                  </a:cubicBezTo>
                  <a:cubicBezTo>
                    <a:pt x="112463" y="111208"/>
                    <a:pt x="100322" y="122699"/>
                    <a:pt x="86903" y="122699"/>
                  </a:cubicBezTo>
                  <a:close/>
                </a:path>
              </a:pathLst>
            </a:custGeom>
            <a:solidFill>
              <a:srgbClr val="046A38"/>
            </a:solidFill>
            <a:ln w="6390" cap="flat">
              <a:noFill/>
              <a:prstDash val="solid"/>
              <a:miter/>
            </a:ln>
          </p:spPr>
          <p:txBody>
            <a:bodyPr rtlCol="0" anchor="ctr"/>
            <a:lstStyle/>
            <a:p>
              <a:endParaRPr lang="en-US"/>
            </a:p>
          </p:txBody>
        </p:sp>
      </p:grpSp>
      <p:grpSp>
        <p:nvGrpSpPr>
          <p:cNvPr id="994" name="Graphic 4">
            <a:extLst>
              <a:ext uri="{FF2B5EF4-FFF2-40B4-BE49-F238E27FC236}">
                <a16:creationId xmlns:a16="http://schemas.microsoft.com/office/drawing/2014/main" id="{8E13B59A-2DEB-B247-BB87-BDA13907B256}"/>
              </a:ext>
            </a:extLst>
          </p:cNvPr>
          <p:cNvGrpSpPr/>
          <p:nvPr/>
        </p:nvGrpSpPr>
        <p:grpSpPr>
          <a:xfrm>
            <a:off x="3607758" y="4792617"/>
            <a:ext cx="361670" cy="361333"/>
            <a:chOff x="3607758" y="4792617"/>
            <a:chExt cx="361670" cy="361333"/>
          </a:xfrm>
          <a:solidFill>
            <a:srgbClr val="046A38"/>
          </a:solidFill>
        </p:grpSpPr>
        <p:sp>
          <p:nvSpPr>
            <p:cNvPr id="995" name="Graphic 4">
              <a:extLst>
                <a:ext uri="{FF2B5EF4-FFF2-40B4-BE49-F238E27FC236}">
                  <a16:creationId xmlns:a16="http://schemas.microsoft.com/office/drawing/2014/main" id="{4052BDE0-2686-9343-B046-FC8B590EC704}"/>
                </a:ext>
              </a:extLst>
            </p:cNvPr>
            <p:cNvSpPr/>
            <p:nvPr/>
          </p:nvSpPr>
          <p:spPr>
            <a:xfrm>
              <a:off x="3607758" y="4792617"/>
              <a:ext cx="361670" cy="361333"/>
            </a:xfrm>
            <a:custGeom>
              <a:avLst/>
              <a:gdLst>
                <a:gd name="connsiteX0" fmla="*/ 180836 w 361670"/>
                <a:gd name="connsiteY0" fmla="*/ 0 h 361333"/>
                <a:gd name="connsiteX1" fmla="*/ 0 w 361670"/>
                <a:gd name="connsiteY1" fmla="*/ 180667 h 361333"/>
                <a:gd name="connsiteX2" fmla="*/ 180836 w 361670"/>
                <a:gd name="connsiteY2" fmla="*/ 361334 h 361333"/>
                <a:gd name="connsiteX3" fmla="*/ 361671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7 h 361333"/>
                <a:gd name="connsiteX8" fmla="*/ 348891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2" y="361334"/>
                    <a:pt x="180836" y="361334"/>
                  </a:cubicBezTo>
                  <a:cubicBezTo>
                    <a:pt x="281157" y="361334"/>
                    <a:pt x="361671" y="280257"/>
                    <a:pt x="361671" y="180667"/>
                  </a:cubicBezTo>
                  <a:cubicBezTo>
                    <a:pt x="361671" y="81077"/>
                    <a:pt x="281157" y="0"/>
                    <a:pt x="180836" y="0"/>
                  </a:cubicBezTo>
                  <a:close/>
                  <a:moveTo>
                    <a:pt x="180836" y="349204"/>
                  </a:moveTo>
                  <a:cubicBezTo>
                    <a:pt x="88181" y="349204"/>
                    <a:pt x="12780" y="273873"/>
                    <a:pt x="12780" y="181305"/>
                  </a:cubicBezTo>
                  <a:cubicBezTo>
                    <a:pt x="12780" y="88738"/>
                    <a:pt x="88181" y="13407"/>
                    <a:pt x="180836" y="13407"/>
                  </a:cubicBezTo>
                  <a:cubicBezTo>
                    <a:pt x="273490" y="13407"/>
                    <a:pt x="348891" y="88738"/>
                    <a:pt x="348891" y="181305"/>
                  </a:cubicBezTo>
                  <a:cubicBezTo>
                    <a:pt x="348891" y="273873"/>
                    <a:pt x="274128" y="349204"/>
                    <a:pt x="180836" y="349204"/>
                  </a:cubicBezTo>
                  <a:close/>
                </a:path>
              </a:pathLst>
            </a:custGeom>
            <a:solidFill>
              <a:srgbClr val="046A38"/>
            </a:solidFill>
            <a:ln w="6390" cap="flat">
              <a:noFill/>
              <a:prstDash val="solid"/>
              <a:miter/>
            </a:ln>
          </p:spPr>
          <p:txBody>
            <a:bodyPr rtlCol="0" anchor="ctr"/>
            <a:lstStyle/>
            <a:p>
              <a:endParaRPr lang="en-US"/>
            </a:p>
          </p:txBody>
        </p:sp>
        <p:sp>
          <p:nvSpPr>
            <p:cNvPr id="996" name="Graphic 4">
              <a:extLst>
                <a:ext uri="{FF2B5EF4-FFF2-40B4-BE49-F238E27FC236}">
                  <a16:creationId xmlns:a16="http://schemas.microsoft.com/office/drawing/2014/main" id="{C6500954-FACF-A14C-95F9-BF019EDC4A9B}"/>
                </a:ext>
              </a:extLst>
            </p:cNvPr>
            <p:cNvSpPr/>
            <p:nvPr/>
          </p:nvSpPr>
          <p:spPr>
            <a:xfrm>
              <a:off x="3664309" y="4866672"/>
              <a:ext cx="247247" cy="214501"/>
            </a:xfrm>
            <a:custGeom>
              <a:avLst/>
              <a:gdLst>
                <a:gd name="connsiteX0" fmla="*/ 226523 w 247247"/>
                <a:gd name="connsiteY0" fmla="*/ 167899 h 214501"/>
                <a:gd name="connsiteX1" fmla="*/ 161985 w 247247"/>
                <a:gd name="connsiteY1" fmla="*/ 138533 h 214501"/>
                <a:gd name="connsiteX2" fmla="*/ 153678 w 247247"/>
                <a:gd name="connsiteY2" fmla="*/ 134064 h 214501"/>
                <a:gd name="connsiteX3" fmla="*/ 153678 w 247247"/>
                <a:gd name="connsiteY3" fmla="*/ 133425 h 214501"/>
                <a:gd name="connsiteX4" fmla="*/ 184350 w 247247"/>
                <a:gd name="connsiteY4" fmla="*/ 73416 h 214501"/>
                <a:gd name="connsiteX5" fmla="*/ 187545 w 247247"/>
                <a:gd name="connsiteY5" fmla="*/ 67670 h 214501"/>
                <a:gd name="connsiteX6" fmla="*/ 184350 w 247247"/>
                <a:gd name="connsiteY6" fmla="*/ 61925 h 214501"/>
                <a:gd name="connsiteX7" fmla="*/ 132591 w 247247"/>
                <a:gd name="connsiteY7" fmla="*/ 70224 h 214501"/>
                <a:gd name="connsiteX8" fmla="*/ 131952 w 247247"/>
                <a:gd name="connsiteY8" fmla="*/ 79161 h 214501"/>
                <a:gd name="connsiteX9" fmla="*/ 140898 w 247247"/>
                <a:gd name="connsiteY9" fmla="*/ 79800 h 214501"/>
                <a:gd name="connsiteX10" fmla="*/ 166458 w 247247"/>
                <a:gd name="connsiteY10" fmla="*/ 69585 h 214501"/>
                <a:gd name="connsiteX11" fmla="*/ 139620 w 247247"/>
                <a:gd name="connsiteY11" fmla="*/ 120019 h 214501"/>
                <a:gd name="connsiteX12" fmla="*/ 123006 w 247247"/>
                <a:gd name="connsiteY12" fmla="*/ 52349 h 214501"/>
                <a:gd name="connsiteX13" fmla="*/ 101280 w 247247"/>
                <a:gd name="connsiteY13" fmla="*/ 0 h 214501"/>
                <a:gd name="connsiteX14" fmla="*/ 66775 w 247247"/>
                <a:gd name="connsiteY14" fmla="*/ 44688 h 214501"/>
                <a:gd name="connsiteX15" fmla="*/ 61663 w 247247"/>
                <a:gd name="connsiteY15" fmla="*/ 95760 h 214501"/>
                <a:gd name="connsiteX16" fmla="*/ 958 w 247247"/>
                <a:gd name="connsiteY16" fmla="*/ 127041 h 214501"/>
                <a:gd name="connsiteX17" fmla="*/ 958 w 247247"/>
                <a:gd name="connsiteY17" fmla="*/ 133425 h 214501"/>
                <a:gd name="connsiteX18" fmla="*/ 6709 w 247247"/>
                <a:gd name="connsiteY18" fmla="*/ 135979 h 214501"/>
                <a:gd name="connsiteX19" fmla="*/ 51439 w 247247"/>
                <a:gd name="connsiteY19" fmla="*/ 136617 h 214501"/>
                <a:gd name="connsiteX20" fmla="*/ 58468 w 247247"/>
                <a:gd name="connsiteY20" fmla="*/ 137894 h 214501"/>
                <a:gd name="connsiteX21" fmla="*/ 82111 w 247247"/>
                <a:gd name="connsiteY21" fmla="*/ 157046 h 214501"/>
                <a:gd name="connsiteX22" fmla="*/ 130035 w 247247"/>
                <a:gd name="connsiteY22" fmla="*/ 198542 h 214501"/>
                <a:gd name="connsiteX23" fmla="*/ 184350 w 247247"/>
                <a:gd name="connsiteY23" fmla="*/ 214502 h 214501"/>
                <a:gd name="connsiteX24" fmla="*/ 227801 w 247247"/>
                <a:gd name="connsiteY24" fmla="*/ 205564 h 214501"/>
                <a:gd name="connsiteX25" fmla="*/ 229079 w 247247"/>
                <a:gd name="connsiteY25" fmla="*/ 204926 h 214501"/>
                <a:gd name="connsiteX26" fmla="*/ 246971 w 247247"/>
                <a:gd name="connsiteY26" fmla="*/ 183859 h 214501"/>
                <a:gd name="connsiteX27" fmla="*/ 226523 w 247247"/>
                <a:gd name="connsiteY27" fmla="*/ 167899 h 214501"/>
                <a:gd name="connsiteX28" fmla="*/ 79555 w 247247"/>
                <a:gd name="connsiteY28" fmla="*/ 47880 h 214501"/>
                <a:gd name="connsiteX29" fmla="*/ 101280 w 247247"/>
                <a:gd name="connsiteY29" fmla="*/ 12129 h 214501"/>
                <a:gd name="connsiteX30" fmla="*/ 110865 w 247247"/>
                <a:gd name="connsiteY30" fmla="*/ 52349 h 214501"/>
                <a:gd name="connsiteX31" fmla="*/ 124923 w 247247"/>
                <a:gd name="connsiteY31" fmla="*/ 118104 h 214501"/>
                <a:gd name="connsiteX32" fmla="*/ 100002 w 247247"/>
                <a:gd name="connsiteY32" fmla="*/ 105336 h 214501"/>
                <a:gd name="connsiteX33" fmla="*/ 75721 w 247247"/>
                <a:gd name="connsiteY33" fmla="*/ 96398 h 214501"/>
                <a:gd name="connsiteX34" fmla="*/ 79555 w 247247"/>
                <a:gd name="connsiteY34" fmla="*/ 47880 h 214501"/>
                <a:gd name="connsiteX35" fmla="*/ 226523 w 247247"/>
                <a:gd name="connsiteY35" fmla="*/ 193435 h 214501"/>
                <a:gd name="connsiteX36" fmla="*/ 225245 w 247247"/>
                <a:gd name="connsiteY36" fmla="*/ 194073 h 214501"/>
                <a:gd name="connsiteX37" fmla="*/ 137703 w 247247"/>
                <a:gd name="connsiteY37" fmla="*/ 188327 h 214501"/>
                <a:gd name="connsiteX38" fmla="*/ 92974 w 247247"/>
                <a:gd name="connsiteY38" fmla="*/ 149385 h 214501"/>
                <a:gd name="connsiteX39" fmla="*/ 61663 w 247247"/>
                <a:gd name="connsiteY39" fmla="*/ 125765 h 214501"/>
                <a:gd name="connsiteX40" fmla="*/ 54634 w 247247"/>
                <a:gd name="connsiteY40" fmla="*/ 124488 h 214501"/>
                <a:gd name="connsiteX41" fmla="*/ 29713 w 247247"/>
                <a:gd name="connsiteY41" fmla="*/ 121934 h 214501"/>
                <a:gd name="connsiteX42" fmla="*/ 21406 w 247247"/>
                <a:gd name="connsiteY42" fmla="*/ 121934 h 214501"/>
                <a:gd name="connsiteX43" fmla="*/ 94252 w 247247"/>
                <a:gd name="connsiteY43" fmla="*/ 116827 h 214501"/>
                <a:gd name="connsiteX44" fmla="*/ 156873 w 247247"/>
                <a:gd name="connsiteY44" fmla="*/ 149385 h 214501"/>
                <a:gd name="connsiteX45" fmla="*/ 225884 w 247247"/>
                <a:gd name="connsiteY45" fmla="*/ 180028 h 214501"/>
                <a:gd name="connsiteX46" fmla="*/ 236747 w 247247"/>
                <a:gd name="connsiteY46" fmla="*/ 185135 h 214501"/>
                <a:gd name="connsiteX47" fmla="*/ 226523 w 247247"/>
                <a:gd name="connsiteY47" fmla="*/ 193435 h 214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47247" h="214501">
                  <a:moveTo>
                    <a:pt x="226523" y="167899"/>
                  </a:moveTo>
                  <a:cubicBezTo>
                    <a:pt x="213743" y="165984"/>
                    <a:pt x="190739" y="153854"/>
                    <a:pt x="161985" y="138533"/>
                  </a:cubicBezTo>
                  <a:cubicBezTo>
                    <a:pt x="159429" y="137256"/>
                    <a:pt x="156234" y="135341"/>
                    <a:pt x="153678" y="134064"/>
                  </a:cubicBezTo>
                  <a:cubicBezTo>
                    <a:pt x="153678" y="134064"/>
                    <a:pt x="153678" y="133425"/>
                    <a:pt x="153678" y="133425"/>
                  </a:cubicBezTo>
                  <a:cubicBezTo>
                    <a:pt x="145371" y="95121"/>
                    <a:pt x="182433" y="74693"/>
                    <a:pt x="184350" y="73416"/>
                  </a:cubicBezTo>
                  <a:cubicBezTo>
                    <a:pt x="186266" y="72139"/>
                    <a:pt x="187545" y="70224"/>
                    <a:pt x="187545" y="67670"/>
                  </a:cubicBezTo>
                  <a:cubicBezTo>
                    <a:pt x="187545" y="65117"/>
                    <a:pt x="186266" y="63201"/>
                    <a:pt x="184350" y="61925"/>
                  </a:cubicBezTo>
                  <a:cubicBezTo>
                    <a:pt x="158151" y="47241"/>
                    <a:pt x="133869" y="69585"/>
                    <a:pt x="132591" y="70224"/>
                  </a:cubicBezTo>
                  <a:cubicBezTo>
                    <a:pt x="130035" y="72777"/>
                    <a:pt x="130035" y="76608"/>
                    <a:pt x="131952" y="79161"/>
                  </a:cubicBezTo>
                  <a:cubicBezTo>
                    <a:pt x="134508" y="81715"/>
                    <a:pt x="138342" y="81715"/>
                    <a:pt x="140898" y="79800"/>
                  </a:cubicBezTo>
                  <a:cubicBezTo>
                    <a:pt x="141537" y="79161"/>
                    <a:pt x="152400" y="68947"/>
                    <a:pt x="166458" y="69585"/>
                  </a:cubicBezTo>
                  <a:cubicBezTo>
                    <a:pt x="155595" y="78523"/>
                    <a:pt x="140259" y="95760"/>
                    <a:pt x="139620" y="120019"/>
                  </a:cubicBezTo>
                  <a:cubicBezTo>
                    <a:pt x="129396" y="104697"/>
                    <a:pt x="123645" y="72777"/>
                    <a:pt x="123006" y="52349"/>
                  </a:cubicBezTo>
                  <a:cubicBezTo>
                    <a:pt x="122367" y="28728"/>
                    <a:pt x="121089" y="0"/>
                    <a:pt x="101280" y="0"/>
                  </a:cubicBezTo>
                  <a:cubicBezTo>
                    <a:pt x="82111" y="0"/>
                    <a:pt x="72526" y="24259"/>
                    <a:pt x="66775" y="44688"/>
                  </a:cubicBezTo>
                  <a:cubicBezTo>
                    <a:pt x="61663" y="63840"/>
                    <a:pt x="61663" y="86822"/>
                    <a:pt x="61663" y="95760"/>
                  </a:cubicBezTo>
                  <a:cubicBezTo>
                    <a:pt x="20128" y="93206"/>
                    <a:pt x="1597" y="127041"/>
                    <a:pt x="958" y="127041"/>
                  </a:cubicBezTo>
                  <a:cubicBezTo>
                    <a:pt x="-319" y="128957"/>
                    <a:pt x="-319" y="131510"/>
                    <a:pt x="958" y="133425"/>
                  </a:cubicBezTo>
                  <a:cubicBezTo>
                    <a:pt x="2236" y="135341"/>
                    <a:pt x="4792" y="136617"/>
                    <a:pt x="6709" y="135979"/>
                  </a:cubicBezTo>
                  <a:cubicBezTo>
                    <a:pt x="30352" y="133425"/>
                    <a:pt x="36742" y="134702"/>
                    <a:pt x="51439" y="136617"/>
                  </a:cubicBezTo>
                  <a:lnTo>
                    <a:pt x="58468" y="137894"/>
                  </a:lnTo>
                  <a:cubicBezTo>
                    <a:pt x="66136" y="139171"/>
                    <a:pt x="72526" y="146832"/>
                    <a:pt x="82111" y="157046"/>
                  </a:cubicBezTo>
                  <a:cubicBezTo>
                    <a:pt x="92974" y="169814"/>
                    <a:pt x="107031" y="185135"/>
                    <a:pt x="130035" y="198542"/>
                  </a:cubicBezTo>
                  <a:cubicBezTo>
                    <a:pt x="150483" y="210671"/>
                    <a:pt x="169014" y="214502"/>
                    <a:pt x="184350" y="214502"/>
                  </a:cubicBezTo>
                  <a:cubicBezTo>
                    <a:pt x="202881" y="214502"/>
                    <a:pt x="217577" y="209395"/>
                    <a:pt x="227801" y="205564"/>
                  </a:cubicBezTo>
                  <a:lnTo>
                    <a:pt x="229079" y="204926"/>
                  </a:lnTo>
                  <a:cubicBezTo>
                    <a:pt x="240581" y="201095"/>
                    <a:pt x="247610" y="192796"/>
                    <a:pt x="246971" y="183859"/>
                  </a:cubicBezTo>
                  <a:cubicBezTo>
                    <a:pt x="248249" y="181305"/>
                    <a:pt x="245693" y="170452"/>
                    <a:pt x="226523" y="167899"/>
                  </a:cubicBezTo>
                  <a:close/>
                  <a:moveTo>
                    <a:pt x="79555" y="47880"/>
                  </a:moveTo>
                  <a:cubicBezTo>
                    <a:pt x="85945" y="24259"/>
                    <a:pt x="92974" y="12129"/>
                    <a:pt x="101280" y="12129"/>
                  </a:cubicBezTo>
                  <a:cubicBezTo>
                    <a:pt x="108948" y="12129"/>
                    <a:pt x="110226" y="38304"/>
                    <a:pt x="110865" y="52349"/>
                  </a:cubicBezTo>
                  <a:cubicBezTo>
                    <a:pt x="110865" y="52987"/>
                    <a:pt x="112782" y="91929"/>
                    <a:pt x="124923" y="118104"/>
                  </a:cubicBezTo>
                  <a:cubicBezTo>
                    <a:pt x="116616" y="114273"/>
                    <a:pt x="108948" y="109805"/>
                    <a:pt x="100002" y="105336"/>
                  </a:cubicBezTo>
                  <a:cubicBezTo>
                    <a:pt x="91057" y="100867"/>
                    <a:pt x="82750" y="98313"/>
                    <a:pt x="75721" y="96398"/>
                  </a:cubicBezTo>
                  <a:cubicBezTo>
                    <a:pt x="74443" y="91291"/>
                    <a:pt x="73804" y="67032"/>
                    <a:pt x="79555" y="47880"/>
                  </a:cubicBezTo>
                  <a:close/>
                  <a:moveTo>
                    <a:pt x="226523" y="193435"/>
                  </a:moveTo>
                  <a:lnTo>
                    <a:pt x="225245" y="194073"/>
                  </a:lnTo>
                  <a:cubicBezTo>
                    <a:pt x="207354" y="200457"/>
                    <a:pt x="177321" y="211310"/>
                    <a:pt x="137703" y="188327"/>
                  </a:cubicBezTo>
                  <a:cubicBezTo>
                    <a:pt x="116616" y="175560"/>
                    <a:pt x="103197" y="160876"/>
                    <a:pt x="92974" y="149385"/>
                  </a:cubicBezTo>
                  <a:cubicBezTo>
                    <a:pt x="82111" y="137256"/>
                    <a:pt x="73804" y="127680"/>
                    <a:pt x="61663" y="125765"/>
                  </a:cubicBezTo>
                  <a:lnTo>
                    <a:pt x="54634" y="124488"/>
                  </a:lnTo>
                  <a:cubicBezTo>
                    <a:pt x="45688" y="123211"/>
                    <a:pt x="39298" y="121934"/>
                    <a:pt x="29713" y="121934"/>
                  </a:cubicBezTo>
                  <a:cubicBezTo>
                    <a:pt x="27157" y="121934"/>
                    <a:pt x="23962" y="121934"/>
                    <a:pt x="21406" y="121934"/>
                  </a:cubicBezTo>
                  <a:cubicBezTo>
                    <a:pt x="32269" y="111081"/>
                    <a:pt x="55912" y="98313"/>
                    <a:pt x="94252" y="116827"/>
                  </a:cubicBezTo>
                  <a:cubicBezTo>
                    <a:pt x="117894" y="128318"/>
                    <a:pt x="138342" y="139171"/>
                    <a:pt x="156873" y="149385"/>
                  </a:cubicBezTo>
                  <a:cubicBezTo>
                    <a:pt x="188184" y="165984"/>
                    <a:pt x="210549" y="178113"/>
                    <a:pt x="225884" y="180028"/>
                  </a:cubicBezTo>
                  <a:cubicBezTo>
                    <a:pt x="233552" y="181305"/>
                    <a:pt x="236747" y="183859"/>
                    <a:pt x="236747" y="185135"/>
                  </a:cubicBezTo>
                  <a:cubicBezTo>
                    <a:pt x="236108" y="187689"/>
                    <a:pt x="232913" y="190881"/>
                    <a:pt x="226523" y="193435"/>
                  </a:cubicBezTo>
                  <a:close/>
                </a:path>
              </a:pathLst>
            </a:custGeom>
            <a:solidFill>
              <a:srgbClr val="046A38"/>
            </a:solidFill>
            <a:ln w="6390" cap="flat">
              <a:noFill/>
              <a:prstDash val="solid"/>
              <a:miter/>
            </a:ln>
          </p:spPr>
          <p:txBody>
            <a:bodyPr rtlCol="0" anchor="ctr"/>
            <a:lstStyle/>
            <a:p>
              <a:endParaRPr lang="en-US"/>
            </a:p>
          </p:txBody>
        </p:sp>
        <p:sp>
          <p:nvSpPr>
            <p:cNvPr id="997" name="Graphic 4">
              <a:extLst>
                <a:ext uri="{FF2B5EF4-FFF2-40B4-BE49-F238E27FC236}">
                  <a16:creationId xmlns:a16="http://schemas.microsoft.com/office/drawing/2014/main" id="{AEB88493-45A8-B344-8393-2C58DBA347FC}"/>
                </a:ext>
              </a:extLst>
            </p:cNvPr>
            <p:cNvSpPr/>
            <p:nvPr/>
          </p:nvSpPr>
          <p:spPr>
            <a:xfrm>
              <a:off x="3787866" y="5023629"/>
              <a:ext cx="81240" cy="39669"/>
            </a:xfrm>
            <a:custGeom>
              <a:avLst/>
              <a:gdLst>
                <a:gd name="connsiteX0" fmla="*/ 73573 w 81240"/>
                <a:gd name="connsiteY0" fmla="*/ 26263 h 39669"/>
                <a:gd name="connsiteX1" fmla="*/ 10951 w 81240"/>
                <a:gd name="connsiteY1" fmla="*/ 2003 h 39669"/>
                <a:gd name="connsiteX2" fmla="*/ 2005 w 81240"/>
                <a:gd name="connsiteY2" fmla="*/ 1365 h 39669"/>
                <a:gd name="connsiteX3" fmla="*/ 1366 w 81240"/>
                <a:gd name="connsiteY3" fmla="*/ 10303 h 39669"/>
                <a:gd name="connsiteX4" fmla="*/ 66544 w 81240"/>
                <a:gd name="connsiteY4" fmla="*/ 39669 h 39669"/>
                <a:gd name="connsiteX5" fmla="*/ 75490 w 81240"/>
                <a:gd name="connsiteY5" fmla="*/ 39031 h 39669"/>
                <a:gd name="connsiteX6" fmla="*/ 81241 w 81240"/>
                <a:gd name="connsiteY6" fmla="*/ 32008 h 39669"/>
                <a:gd name="connsiteX7" fmla="*/ 73573 w 81240"/>
                <a:gd name="connsiteY7" fmla="*/ 26263 h 39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240" h="39669">
                  <a:moveTo>
                    <a:pt x="73573" y="26263"/>
                  </a:moveTo>
                  <a:cubicBezTo>
                    <a:pt x="37150" y="30093"/>
                    <a:pt x="10951" y="2003"/>
                    <a:pt x="10951" y="2003"/>
                  </a:cubicBezTo>
                  <a:cubicBezTo>
                    <a:pt x="8395" y="-550"/>
                    <a:pt x="4561" y="-550"/>
                    <a:pt x="2005" y="1365"/>
                  </a:cubicBezTo>
                  <a:cubicBezTo>
                    <a:pt x="-550" y="3919"/>
                    <a:pt x="-550" y="7749"/>
                    <a:pt x="1366" y="10303"/>
                  </a:cubicBezTo>
                  <a:cubicBezTo>
                    <a:pt x="2644" y="11579"/>
                    <a:pt x="28204" y="39669"/>
                    <a:pt x="66544" y="39669"/>
                  </a:cubicBezTo>
                  <a:cubicBezTo>
                    <a:pt x="69100" y="39669"/>
                    <a:pt x="72295" y="39669"/>
                    <a:pt x="75490" y="39031"/>
                  </a:cubicBezTo>
                  <a:cubicBezTo>
                    <a:pt x="78684" y="38392"/>
                    <a:pt x="81241" y="35200"/>
                    <a:pt x="81241" y="32008"/>
                  </a:cubicBezTo>
                  <a:cubicBezTo>
                    <a:pt x="80602" y="28816"/>
                    <a:pt x="77407" y="26263"/>
                    <a:pt x="73573" y="26263"/>
                  </a:cubicBezTo>
                  <a:close/>
                </a:path>
              </a:pathLst>
            </a:custGeom>
            <a:solidFill>
              <a:srgbClr val="046A38"/>
            </a:solidFill>
            <a:ln w="6390" cap="flat">
              <a:noFill/>
              <a:prstDash val="solid"/>
              <a:miter/>
            </a:ln>
          </p:spPr>
          <p:txBody>
            <a:bodyPr rtlCol="0" anchor="ctr"/>
            <a:lstStyle/>
            <a:p>
              <a:endParaRPr lang="en-US"/>
            </a:p>
          </p:txBody>
        </p:sp>
      </p:grpSp>
      <p:grpSp>
        <p:nvGrpSpPr>
          <p:cNvPr id="998" name="Graphic 4">
            <a:extLst>
              <a:ext uri="{FF2B5EF4-FFF2-40B4-BE49-F238E27FC236}">
                <a16:creationId xmlns:a16="http://schemas.microsoft.com/office/drawing/2014/main" id="{FC6B6E08-7F67-984A-8DD9-12F63228C976}"/>
              </a:ext>
            </a:extLst>
          </p:cNvPr>
          <p:cNvGrpSpPr/>
          <p:nvPr/>
        </p:nvGrpSpPr>
        <p:grpSpPr>
          <a:xfrm>
            <a:off x="3607758" y="918179"/>
            <a:ext cx="361670" cy="361333"/>
            <a:chOff x="3607758" y="918179"/>
            <a:chExt cx="361670" cy="361333"/>
          </a:xfrm>
          <a:solidFill>
            <a:srgbClr val="046A38"/>
          </a:solidFill>
        </p:grpSpPr>
        <p:sp>
          <p:nvSpPr>
            <p:cNvPr id="999" name="Graphic 4">
              <a:extLst>
                <a:ext uri="{FF2B5EF4-FFF2-40B4-BE49-F238E27FC236}">
                  <a16:creationId xmlns:a16="http://schemas.microsoft.com/office/drawing/2014/main" id="{E9C92EB1-9C0C-214F-BF81-8D6217B5CC7E}"/>
                </a:ext>
              </a:extLst>
            </p:cNvPr>
            <p:cNvSpPr/>
            <p:nvPr/>
          </p:nvSpPr>
          <p:spPr>
            <a:xfrm>
              <a:off x="3607758" y="918179"/>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1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2" y="361333"/>
                    <a:pt x="180836" y="361333"/>
                  </a:cubicBezTo>
                  <a:cubicBezTo>
                    <a:pt x="280518" y="361333"/>
                    <a:pt x="361671" y="280257"/>
                    <a:pt x="361671" y="180667"/>
                  </a:cubicBezTo>
                  <a:cubicBezTo>
                    <a:pt x="361671"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8891" y="273873"/>
                    <a:pt x="274128" y="349204"/>
                    <a:pt x="180836" y="349204"/>
                  </a:cubicBezTo>
                  <a:close/>
                </a:path>
              </a:pathLst>
            </a:custGeom>
            <a:solidFill>
              <a:srgbClr val="046A38"/>
            </a:solidFill>
            <a:ln w="6390" cap="flat">
              <a:noFill/>
              <a:prstDash val="solid"/>
              <a:miter/>
            </a:ln>
          </p:spPr>
          <p:txBody>
            <a:bodyPr rtlCol="0" anchor="ctr"/>
            <a:lstStyle/>
            <a:p>
              <a:endParaRPr lang="en-US"/>
            </a:p>
          </p:txBody>
        </p:sp>
        <p:sp>
          <p:nvSpPr>
            <p:cNvPr id="1000" name="Graphic 4">
              <a:extLst>
                <a:ext uri="{FF2B5EF4-FFF2-40B4-BE49-F238E27FC236}">
                  <a16:creationId xmlns:a16="http://schemas.microsoft.com/office/drawing/2014/main" id="{CE5B7BE9-2241-574A-BACC-4861B6BFB89E}"/>
                </a:ext>
              </a:extLst>
            </p:cNvPr>
            <p:cNvSpPr/>
            <p:nvPr/>
          </p:nvSpPr>
          <p:spPr>
            <a:xfrm>
              <a:off x="3701853" y="977997"/>
              <a:ext cx="171086" cy="242144"/>
            </a:xfrm>
            <a:custGeom>
              <a:avLst/>
              <a:gdLst>
                <a:gd name="connsiteX0" fmla="*/ 132747 w 171086"/>
                <a:gd name="connsiteY0" fmla="*/ 138724 h 242144"/>
                <a:gd name="connsiteX1" fmla="*/ 118050 w 171086"/>
                <a:gd name="connsiteY1" fmla="*/ 141277 h 242144"/>
                <a:gd name="connsiteX2" fmla="*/ 120607 w 171086"/>
                <a:gd name="connsiteY2" fmla="*/ 23812 h 242144"/>
                <a:gd name="connsiteX3" fmla="*/ 118050 w 171086"/>
                <a:gd name="connsiteY3" fmla="*/ 16151 h 242144"/>
                <a:gd name="connsiteX4" fmla="*/ 109744 w 171086"/>
                <a:gd name="connsiteY4" fmla="*/ 17428 h 242144"/>
                <a:gd name="connsiteX5" fmla="*/ 54790 w 171086"/>
                <a:gd name="connsiteY5" fmla="*/ 44241 h 242144"/>
                <a:gd name="connsiteX6" fmla="*/ 15811 w 171086"/>
                <a:gd name="connsiteY6" fmla="*/ 21259 h 242144"/>
                <a:gd name="connsiteX7" fmla="*/ 43927 w 171086"/>
                <a:gd name="connsiteY7" fmla="*/ 12321 h 242144"/>
                <a:gd name="connsiteX8" fmla="*/ 72043 w 171086"/>
                <a:gd name="connsiteY8" fmla="*/ 28281 h 242144"/>
                <a:gd name="connsiteX9" fmla="*/ 80989 w 171086"/>
                <a:gd name="connsiteY9" fmla="*/ 29558 h 242144"/>
                <a:gd name="connsiteX10" fmla="*/ 82267 w 171086"/>
                <a:gd name="connsiteY10" fmla="*/ 20620 h 242144"/>
                <a:gd name="connsiteX11" fmla="*/ 45205 w 171086"/>
                <a:gd name="connsiteY11" fmla="*/ 192 h 242144"/>
                <a:gd name="connsiteX12" fmla="*/ 2393 w 171086"/>
                <a:gd name="connsiteY12" fmla="*/ 15513 h 242144"/>
                <a:gd name="connsiteX13" fmla="*/ 1115 w 171086"/>
                <a:gd name="connsiteY13" fmla="*/ 23812 h 242144"/>
                <a:gd name="connsiteX14" fmla="*/ 53512 w 171086"/>
                <a:gd name="connsiteY14" fmla="*/ 57009 h 242144"/>
                <a:gd name="connsiteX15" fmla="*/ 77155 w 171086"/>
                <a:gd name="connsiteY15" fmla="*/ 54455 h 242144"/>
                <a:gd name="connsiteX16" fmla="*/ 41371 w 171086"/>
                <a:gd name="connsiteY16" fmla="*/ 162345 h 242144"/>
                <a:gd name="connsiteX17" fmla="*/ 7505 w 171086"/>
                <a:gd name="connsiteY17" fmla="*/ 201925 h 242144"/>
                <a:gd name="connsiteX18" fmla="*/ 47761 w 171086"/>
                <a:gd name="connsiteY18" fmla="*/ 242144 h 242144"/>
                <a:gd name="connsiteX19" fmla="*/ 88018 w 171086"/>
                <a:gd name="connsiteY19" fmla="*/ 201925 h 242144"/>
                <a:gd name="connsiteX20" fmla="*/ 53512 w 171086"/>
                <a:gd name="connsiteY20" fmla="*/ 161706 h 242144"/>
                <a:gd name="connsiteX21" fmla="*/ 100159 w 171086"/>
                <a:gd name="connsiteY21" fmla="*/ 47433 h 242144"/>
                <a:gd name="connsiteX22" fmla="*/ 105271 w 171086"/>
                <a:gd name="connsiteY22" fmla="*/ 147661 h 242144"/>
                <a:gd name="connsiteX23" fmla="*/ 90574 w 171086"/>
                <a:gd name="connsiteY23" fmla="*/ 178305 h 242144"/>
                <a:gd name="connsiteX24" fmla="*/ 130830 w 171086"/>
                <a:gd name="connsiteY24" fmla="*/ 218524 h 242144"/>
                <a:gd name="connsiteX25" fmla="*/ 171087 w 171086"/>
                <a:gd name="connsiteY25" fmla="*/ 178305 h 242144"/>
                <a:gd name="connsiteX26" fmla="*/ 132747 w 171086"/>
                <a:gd name="connsiteY26" fmla="*/ 138724 h 242144"/>
                <a:gd name="connsiteX27" fmla="*/ 76516 w 171086"/>
                <a:gd name="connsiteY27" fmla="*/ 201925 h 242144"/>
                <a:gd name="connsiteX28" fmla="*/ 49039 w 171086"/>
                <a:gd name="connsiteY28" fmla="*/ 229376 h 242144"/>
                <a:gd name="connsiteX29" fmla="*/ 21562 w 171086"/>
                <a:gd name="connsiteY29" fmla="*/ 201925 h 242144"/>
                <a:gd name="connsiteX30" fmla="*/ 49039 w 171086"/>
                <a:gd name="connsiteY30" fmla="*/ 174474 h 242144"/>
                <a:gd name="connsiteX31" fmla="*/ 76516 w 171086"/>
                <a:gd name="connsiteY31" fmla="*/ 201925 h 242144"/>
                <a:gd name="connsiteX32" fmla="*/ 132747 w 171086"/>
                <a:gd name="connsiteY32" fmla="*/ 207033 h 242144"/>
                <a:gd name="connsiteX33" fmla="*/ 105271 w 171086"/>
                <a:gd name="connsiteY33" fmla="*/ 179581 h 242144"/>
                <a:gd name="connsiteX34" fmla="*/ 132747 w 171086"/>
                <a:gd name="connsiteY34" fmla="*/ 152130 h 242144"/>
                <a:gd name="connsiteX35" fmla="*/ 160224 w 171086"/>
                <a:gd name="connsiteY35" fmla="*/ 179581 h 242144"/>
                <a:gd name="connsiteX36" fmla="*/ 132747 w 171086"/>
                <a:gd name="connsiteY36" fmla="*/ 207033 h 24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71086" h="242144">
                  <a:moveTo>
                    <a:pt x="132747" y="138724"/>
                  </a:moveTo>
                  <a:cubicBezTo>
                    <a:pt x="127635" y="138724"/>
                    <a:pt x="122523" y="140001"/>
                    <a:pt x="118050" y="141277"/>
                  </a:cubicBezTo>
                  <a:cubicBezTo>
                    <a:pt x="99520" y="81268"/>
                    <a:pt x="120607" y="24451"/>
                    <a:pt x="120607" y="23812"/>
                  </a:cubicBezTo>
                  <a:cubicBezTo>
                    <a:pt x="121885" y="21259"/>
                    <a:pt x="120607" y="18067"/>
                    <a:pt x="118050" y="16151"/>
                  </a:cubicBezTo>
                  <a:cubicBezTo>
                    <a:pt x="115495" y="14236"/>
                    <a:pt x="112300" y="14875"/>
                    <a:pt x="109744" y="17428"/>
                  </a:cubicBezTo>
                  <a:cubicBezTo>
                    <a:pt x="91213" y="37219"/>
                    <a:pt x="72682" y="46156"/>
                    <a:pt x="54790" y="44241"/>
                  </a:cubicBezTo>
                  <a:cubicBezTo>
                    <a:pt x="35620" y="42326"/>
                    <a:pt x="21562" y="28281"/>
                    <a:pt x="15811" y="21259"/>
                  </a:cubicBezTo>
                  <a:cubicBezTo>
                    <a:pt x="25396" y="14236"/>
                    <a:pt x="34342" y="11683"/>
                    <a:pt x="43927" y="12321"/>
                  </a:cubicBezTo>
                  <a:cubicBezTo>
                    <a:pt x="60541" y="14236"/>
                    <a:pt x="72043" y="27643"/>
                    <a:pt x="72043" y="28281"/>
                  </a:cubicBezTo>
                  <a:cubicBezTo>
                    <a:pt x="73960" y="30835"/>
                    <a:pt x="78433" y="31473"/>
                    <a:pt x="80989" y="29558"/>
                  </a:cubicBezTo>
                  <a:cubicBezTo>
                    <a:pt x="83545" y="27643"/>
                    <a:pt x="84184" y="23174"/>
                    <a:pt x="82267" y="20620"/>
                  </a:cubicBezTo>
                  <a:cubicBezTo>
                    <a:pt x="81628" y="19982"/>
                    <a:pt x="67570" y="2107"/>
                    <a:pt x="45205" y="192"/>
                  </a:cubicBezTo>
                  <a:cubicBezTo>
                    <a:pt x="30508" y="-1085"/>
                    <a:pt x="16451" y="4022"/>
                    <a:pt x="2393" y="15513"/>
                  </a:cubicBezTo>
                  <a:cubicBezTo>
                    <a:pt x="-163" y="17428"/>
                    <a:pt x="-802" y="21259"/>
                    <a:pt x="1115" y="23812"/>
                  </a:cubicBezTo>
                  <a:cubicBezTo>
                    <a:pt x="1753" y="25089"/>
                    <a:pt x="20923" y="54455"/>
                    <a:pt x="53512" y="57009"/>
                  </a:cubicBezTo>
                  <a:cubicBezTo>
                    <a:pt x="61180" y="57647"/>
                    <a:pt x="69487" y="57009"/>
                    <a:pt x="77155" y="54455"/>
                  </a:cubicBezTo>
                  <a:cubicBezTo>
                    <a:pt x="38815" y="100420"/>
                    <a:pt x="40093" y="148300"/>
                    <a:pt x="41371" y="162345"/>
                  </a:cubicBezTo>
                  <a:cubicBezTo>
                    <a:pt x="22201" y="165537"/>
                    <a:pt x="7505" y="182135"/>
                    <a:pt x="7505" y="201925"/>
                  </a:cubicBezTo>
                  <a:cubicBezTo>
                    <a:pt x="7505" y="224269"/>
                    <a:pt x="25396" y="242144"/>
                    <a:pt x="47761" y="242144"/>
                  </a:cubicBezTo>
                  <a:cubicBezTo>
                    <a:pt x="70126" y="242144"/>
                    <a:pt x="88018" y="224269"/>
                    <a:pt x="88018" y="201925"/>
                  </a:cubicBezTo>
                  <a:cubicBezTo>
                    <a:pt x="88018" y="181497"/>
                    <a:pt x="73321" y="164898"/>
                    <a:pt x="53512" y="161706"/>
                  </a:cubicBezTo>
                  <a:cubicBezTo>
                    <a:pt x="52234" y="150215"/>
                    <a:pt x="50317" y="94674"/>
                    <a:pt x="100159" y="47433"/>
                  </a:cubicBezTo>
                  <a:cubicBezTo>
                    <a:pt x="95686" y="71692"/>
                    <a:pt x="93130" y="108719"/>
                    <a:pt x="105271" y="147661"/>
                  </a:cubicBezTo>
                  <a:cubicBezTo>
                    <a:pt x="96325" y="155322"/>
                    <a:pt x="90574" y="166175"/>
                    <a:pt x="90574" y="178305"/>
                  </a:cubicBezTo>
                  <a:cubicBezTo>
                    <a:pt x="90574" y="200649"/>
                    <a:pt x="108465" y="218524"/>
                    <a:pt x="130830" y="218524"/>
                  </a:cubicBezTo>
                  <a:cubicBezTo>
                    <a:pt x="153195" y="218524"/>
                    <a:pt x="171087" y="200649"/>
                    <a:pt x="171087" y="178305"/>
                  </a:cubicBezTo>
                  <a:cubicBezTo>
                    <a:pt x="171087" y="155961"/>
                    <a:pt x="155112" y="138724"/>
                    <a:pt x="132747" y="138724"/>
                  </a:cubicBezTo>
                  <a:close/>
                  <a:moveTo>
                    <a:pt x="76516" y="201925"/>
                  </a:moveTo>
                  <a:cubicBezTo>
                    <a:pt x="76516" y="217247"/>
                    <a:pt x="64375" y="229376"/>
                    <a:pt x="49039" y="229376"/>
                  </a:cubicBezTo>
                  <a:cubicBezTo>
                    <a:pt x="33703" y="229376"/>
                    <a:pt x="21562" y="217247"/>
                    <a:pt x="21562" y="201925"/>
                  </a:cubicBezTo>
                  <a:cubicBezTo>
                    <a:pt x="21562" y="186604"/>
                    <a:pt x="33703" y="174474"/>
                    <a:pt x="49039" y="174474"/>
                  </a:cubicBezTo>
                  <a:cubicBezTo>
                    <a:pt x="64375" y="174474"/>
                    <a:pt x="76516" y="186604"/>
                    <a:pt x="76516" y="201925"/>
                  </a:cubicBezTo>
                  <a:close/>
                  <a:moveTo>
                    <a:pt x="132747" y="207033"/>
                  </a:moveTo>
                  <a:cubicBezTo>
                    <a:pt x="117412" y="207033"/>
                    <a:pt x="105271" y="194903"/>
                    <a:pt x="105271" y="179581"/>
                  </a:cubicBezTo>
                  <a:cubicBezTo>
                    <a:pt x="105271" y="164260"/>
                    <a:pt x="117412" y="152130"/>
                    <a:pt x="132747" y="152130"/>
                  </a:cubicBezTo>
                  <a:cubicBezTo>
                    <a:pt x="148083" y="152130"/>
                    <a:pt x="160224" y="164260"/>
                    <a:pt x="160224" y="179581"/>
                  </a:cubicBezTo>
                  <a:cubicBezTo>
                    <a:pt x="160224" y="194903"/>
                    <a:pt x="148083" y="207033"/>
                    <a:pt x="132747" y="207033"/>
                  </a:cubicBezTo>
                  <a:close/>
                </a:path>
              </a:pathLst>
            </a:custGeom>
            <a:solidFill>
              <a:srgbClr val="046A38"/>
            </a:solidFill>
            <a:ln w="6390" cap="flat">
              <a:noFill/>
              <a:prstDash val="solid"/>
              <a:miter/>
            </a:ln>
          </p:spPr>
          <p:txBody>
            <a:bodyPr rtlCol="0" anchor="ctr"/>
            <a:lstStyle/>
            <a:p>
              <a:endParaRPr lang="en-US"/>
            </a:p>
          </p:txBody>
        </p:sp>
      </p:grpSp>
      <p:grpSp>
        <p:nvGrpSpPr>
          <p:cNvPr id="1001" name="Graphic 4">
            <a:extLst>
              <a:ext uri="{FF2B5EF4-FFF2-40B4-BE49-F238E27FC236}">
                <a16:creationId xmlns:a16="http://schemas.microsoft.com/office/drawing/2014/main" id="{78F50AD1-1218-1940-90E7-43210A1A34D0}"/>
              </a:ext>
            </a:extLst>
          </p:cNvPr>
          <p:cNvGrpSpPr/>
          <p:nvPr/>
        </p:nvGrpSpPr>
        <p:grpSpPr>
          <a:xfrm>
            <a:off x="4661459" y="918179"/>
            <a:ext cx="361670" cy="361333"/>
            <a:chOff x="4661459" y="918179"/>
            <a:chExt cx="361670" cy="361333"/>
          </a:xfrm>
          <a:solidFill>
            <a:srgbClr val="046A38"/>
          </a:solidFill>
        </p:grpSpPr>
        <p:sp>
          <p:nvSpPr>
            <p:cNvPr id="1002" name="Graphic 4">
              <a:extLst>
                <a:ext uri="{FF2B5EF4-FFF2-40B4-BE49-F238E27FC236}">
                  <a16:creationId xmlns:a16="http://schemas.microsoft.com/office/drawing/2014/main" id="{CB261D90-2226-A941-9D21-A058BBFE15AC}"/>
                </a:ext>
              </a:extLst>
            </p:cNvPr>
            <p:cNvSpPr/>
            <p:nvPr/>
          </p:nvSpPr>
          <p:spPr>
            <a:xfrm>
              <a:off x="4661459"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003" name="Graphic 4">
              <a:extLst>
                <a:ext uri="{FF2B5EF4-FFF2-40B4-BE49-F238E27FC236}">
                  <a16:creationId xmlns:a16="http://schemas.microsoft.com/office/drawing/2014/main" id="{B691A809-B43D-6F4D-909F-CB6BF022D8F1}"/>
                </a:ext>
              </a:extLst>
            </p:cNvPr>
            <p:cNvSpPr/>
            <p:nvPr/>
          </p:nvSpPr>
          <p:spPr>
            <a:xfrm>
              <a:off x="4748925" y="984572"/>
              <a:ext cx="185956" cy="229823"/>
            </a:xfrm>
            <a:custGeom>
              <a:avLst/>
              <a:gdLst>
                <a:gd name="connsiteX0" fmla="*/ 124040 w 185956"/>
                <a:gd name="connsiteY0" fmla="*/ 22982 h 229823"/>
                <a:gd name="connsiteX1" fmla="*/ 120845 w 185956"/>
                <a:gd name="connsiteY1" fmla="*/ 21067 h 229823"/>
                <a:gd name="connsiteX2" fmla="*/ 111260 w 185956"/>
                <a:gd name="connsiteY2" fmla="*/ 11491 h 229823"/>
                <a:gd name="connsiteX3" fmla="*/ 93368 w 185956"/>
                <a:gd name="connsiteY3" fmla="*/ 0 h 229823"/>
                <a:gd name="connsiteX4" fmla="*/ 75477 w 185956"/>
                <a:gd name="connsiteY4" fmla="*/ 12768 h 229823"/>
                <a:gd name="connsiteX5" fmla="*/ 68448 w 185956"/>
                <a:gd name="connsiteY5" fmla="*/ 21067 h 229823"/>
                <a:gd name="connsiteX6" fmla="*/ 65253 w 185956"/>
                <a:gd name="connsiteY6" fmla="*/ 22344 h 229823"/>
                <a:gd name="connsiteX7" fmla="*/ 10939 w 185956"/>
                <a:gd name="connsiteY7" fmla="*/ 78523 h 229823"/>
                <a:gd name="connsiteX8" fmla="*/ 30108 w 185956"/>
                <a:gd name="connsiteY8" fmla="*/ 197903 h 229823"/>
                <a:gd name="connsiteX9" fmla="*/ 75477 w 185956"/>
                <a:gd name="connsiteY9" fmla="*/ 219609 h 229823"/>
                <a:gd name="connsiteX10" fmla="*/ 76116 w 185956"/>
                <a:gd name="connsiteY10" fmla="*/ 219609 h 229823"/>
                <a:gd name="connsiteX11" fmla="*/ 86979 w 185956"/>
                <a:gd name="connsiteY11" fmla="*/ 225355 h 229823"/>
                <a:gd name="connsiteX12" fmla="*/ 92730 w 185956"/>
                <a:gd name="connsiteY12" fmla="*/ 229823 h 229823"/>
                <a:gd name="connsiteX13" fmla="*/ 94008 w 185956"/>
                <a:gd name="connsiteY13" fmla="*/ 229823 h 229823"/>
                <a:gd name="connsiteX14" fmla="*/ 99120 w 185956"/>
                <a:gd name="connsiteY14" fmla="*/ 223439 h 229823"/>
                <a:gd name="connsiteX15" fmla="*/ 99120 w 185956"/>
                <a:gd name="connsiteY15" fmla="*/ 17875 h 229823"/>
                <a:gd name="connsiteX16" fmla="*/ 100398 w 185956"/>
                <a:gd name="connsiteY16" fmla="*/ 19790 h 229823"/>
                <a:gd name="connsiteX17" fmla="*/ 113178 w 185956"/>
                <a:gd name="connsiteY17" fmla="*/ 32558 h 229823"/>
                <a:gd name="connsiteX18" fmla="*/ 116372 w 185956"/>
                <a:gd name="connsiteY18" fmla="*/ 34473 h 229823"/>
                <a:gd name="connsiteX19" fmla="*/ 124679 w 185956"/>
                <a:gd name="connsiteY19" fmla="*/ 39581 h 229823"/>
                <a:gd name="connsiteX20" fmla="*/ 122123 w 185956"/>
                <a:gd name="connsiteY20" fmla="*/ 41496 h 229823"/>
                <a:gd name="connsiteX21" fmla="*/ 129791 w 185956"/>
                <a:gd name="connsiteY21" fmla="*/ 71501 h 229823"/>
                <a:gd name="connsiteX22" fmla="*/ 131708 w 185956"/>
                <a:gd name="connsiteY22" fmla="*/ 87461 h 229823"/>
                <a:gd name="connsiteX23" fmla="*/ 132347 w 185956"/>
                <a:gd name="connsiteY23" fmla="*/ 96398 h 229823"/>
                <a:gd name="connsiteX24" fmla="*/ 136181 w 185956"/>
                <a:gd name="connsiteY24" fmla="*/ 97675 h 229823"/>
                <a:gd name="connsiteX25" fmla="*/ 141293 w 185956"/>
                <a:gd name="connsiteY25" fmla="*/ 95760 h 229823"/>
                <a:gd name="connsiteX26" fmla="*/ 138737 w 185956"/>
                <a:gd name="connsiteY26" fmla="*/ 62563 h 229823"/>
                <a:gd name="connsiteX27" fmla="*/ 132986 w 185956"/>
                <a:gd name="connsiteY27" fmla="*/ 47880 h 229823"/>
                <a:gd name="connsiteX28" fmla="*/ 133625 w 185956"/>
                <a:gd name="connsiteY28" fmla="*/ 45965 h 229823"/>
                <a:gd name="connsiteX29" fmla="*/ 155990 w 185956"/>
                <a:gd name="connsiteY29" fmla="*/ 70224 h 229823"/>
                <a:gd name="connsiteX30" fmla="*/ 164297 w 185956"/>
                <a:gd name="connsiteY30" fmla="*/ 164707 h 229823"/>
                <a:gd name="connsiteX31" fmla="*/ 127874 w 185956"/>
                <a:gd name="connsiteY31" fmla="*/ 199180 h 229823"/>
                <a:gd name="connsiteX32" fmla="*/ 124040 w 185956"/>
                <a:gd name="connsiteY32" fmla="*/ 181305 h 229823"/>
                <a:gd name="connsiteX33" fmla="*/ 122123 w 185956"/>
                <a:gd name="connsiteY33" fmla="*/ 165345 h 229823"/>
                <a:gd name="connsiteX34" fmla="*/ 122123 w 185956"/>
                <a:gd name="connsiteY34" fmla="*/ 156408 h 229823"/>
                <a:gd name="connsiteX35" fmla="*/ 113178 w 185956"/>
                <a:gd name="connsiteY35" fmla="*/ 156408 h 229823"/>
                <a:gd name="connsiteX36" fmla="*/ 113178 w 185956"/>
                <a:gd name="connsiteY36" fmla="*/ 187689 h 229823"/>
                <a:gd name="connsiteX37" fmla="*/ 111260 w 185956"/>
                <a:gd name="connsiteY37" fmla="*/ 203649 h 229823"/>
                <a:gd name="connsiteX38" fmla="*/ 111260 w 185956"/>
                <a:gd name="connsiteY38" fmla="*/ 203649 h 229823"/>
                <a:gd name="connsiteX39" fmla="*/ 106148 w 185956"/>
                <a:gd name="connsiteY39" fmla="*/ 210671 h 229823"/>
                <a:gd name="connsiteX40" fmla="*/ 113178 w 185956"/>
                <a:gd name="connsiteY40" fmla="*/ 216417 h 229823"/>
                <a:gd name="connsiteX41" fmla="*/ 176438 w 185956"/>
                <a:gd name="connsiteY41" fmla="*/ 169176 h 229823"/>
                <a:gd name="connsiteX42" fmla="*/ 166853 w 185956"/>
                <a:gd name="connsiteY42" fmla="*/ 61925 h 229823"/>
                <a:gd name="connsiteX43" fmla="*/ 124040 w 185956"/>
                <a:gd name="connsiteY43" fmla="*/ 22982 h 229823"/>
                <a:gd name="connsiteX44" fmla="*/ 86979 w 185956"/>
                <a:gd name="connsiteY44" fmla="*/ 209395 h 229823"/>
                <a:gd name="connsiteX45" fmla="*/ 79950 w 185956"/>
                <a:gd name="connsiteY45" fmla="*/ 206841 h 229823"/>
                <a:gd name="connsiteX46" fmla="*/ 79311 w 185956"/>
                <a:gd name="connsiteY46" fmla="*/ 206841 h 229823"/>
                <a:gd name="connsiteX47" fmla="*/ 75477 w 185956"/>
                <a:gd name="connsiteY47" fmla="*/ 205564 h 229823"/>
                <a:gd name="connsiteX48" fmla="*/ 74838 w 185956"/>
                <a:gd name="connsiteY48" fmla="*/ 204926 h 229823"/>
                <a:gd name="connsiteX49" fmla="*/ 71643 w 185956"/>
                <a:gd name="connsiteY49" fmla="*/ 186412 h 229823"/>
                <a:gd name="connsiteX50" fmla="*/ 69726 w 185956"/>
                <a:gd name="connsiteY50" fmla="*/ 153854 h 229823"/>
                <a:gd name="connsiteX51" fmla="*/ 60780 w 185956"/>
                <a:gd name="connsiteY51" fmla="*/ 153854 h 229823"/>
                <a:gd name="connsiteX52" fmla="*/ 60780 w 185956"/>
                <a:gd name="connsiteY52" fmla="*/ 162792 h 229823"/>
                <a:gd name="connsiteX53" fmla="*/ 60141 w 185956"/>
                <a:gd name="connsiteY53" fmla="*/ 181305 h 229823"/>
                <a:gd name="connsiteX54" fmla="*/ 57585 w 185956"/>
                <a:gd name="connsiteY54" fmla="*/ 198542 h 229823"/>
                <a:gd name="connsiteX55" fmla="*/ 37776 w 185956"/>
                <a:gd name="connsiteY55" fmla="*/ 187051 h 229823"/>
                <a:gd name="connsiteX56" fmla="*/ 23079 w 185956"/>
                <a:gd name="connsiteY56" fmla="*/ 84269 h 229823"/>
                <a:gd name="connsiteX57" fmla="*/ 52473 w 185956"/>
                <a:gd name="connsiteY57" fmla="*/ 45326 h 229823"/>
                <a:gd name="connsiteX58" fmla="*/ 52473 w 185956"/>
                <a:gd name="connsiteY58" fmla="*/ 45326 h 229823"/>
                <a:gd name="connsiteX59" fmla="*/ 46722 w 185956"/>
                <a:gd name="connsiteY59" fmla="*/ 60009 h 229823"/>
                <a:gd name="connsiteX60" fmla="*/ 44166 w 185956"/>
                <a:gd name="connsiteY60" fmla="*/ 93206 h 229823"/>
                <a:gd name="connsiteX61" fmla="*/ 49278 w 185956"/>
                <a:gd name="connsiteY61" fmla="*/ 95121 h 229823"/>
                <a:gd name="connsiteX62" fmla="*/ 53112 w 185956"/>
                <a:gd name="connsiteY62" fmla="*/ 93845 h 229823"/>
                <a:gd name="connsiteX63" fmla="*/ 53751 w 185956"/>
                <a:gd name="connsiteY63" fmla="*/ 84907 h 229823"/>
                <a:gd name="connsiteX64" fmla="*/ 55668 w 185956"/>
                <a:gd name="connsiteY64" fmla="*/ 68947 h 229823"/>
                <a:gd name="connsiteX65" fmla="*/ 63336 w 185956"/>
                <a:gd name="connsiteY65" fmla="*/ 38942 h 229823"/>
                <a:gd name="connsiteX66" fmla="*/ 62697 w 185956"/>
                <a:gd name="connsiteY66" fmla="*/ 38304 h 229823"/>
                <a:gd name="connsiteX67" fmla="*/ 71004 w 185956"/>
                <a:gd name="connsiteY67" fmla="*/ 33835 h 229823"/>
                <a:gd name="connsiteX68" fmla="*/ 74199 w 185956"/>
                <a:gd name="connsiteY68" fmla="*/ 32558 h 229823"/>
                <a:gd name="connsiteX69" fmla="*/ 86340 w 185956"/>
                <a:gd name="connsiteY69" fmla="*/ 20429 h 229823"/>
                <a:gd name="connsiteX70" fmla="*/ 87618 w 185956"/>
                <a:gd name="connsiteY70" fmla="*/ 19152 h 229823"/>
                <a:gd name="connsiteX71" fmla="*/ 87618 w 185956"/>
                <a:gd name="connsiteY71" fmla="*/ 209395 h 229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85956" h="229823">
                  <a:moveTo>
                    <a:pt x="124040" y="22982"/>
                  </a:moveTo>
                  <a:lnTo>
                    <a:pt x="120845" y="21067"/>
                  </a:lnTo>
                  <a:cubicBezTo>
                    <a:pt x="117011" y="18514"/>
                    <a:pt x="113816" y="14683"/>
                    <a:pt x="111260" y="11491"/>
                  </a:cubicBezTo>
                  <a:cubicBezTo>
                    <a:pt x="106788" y="5746"/>
                    <a:pt x="102315" y="0"/>
                    <a:pt x="93368" y="0"/>
                  </a:cubicBezTo>
                  <a:cubicBezTo>
                    <a:pt x="84423" y="0"/>
                    <a:pt x="79311" y="7022"/>
                    <a:pt x="75477" y="12768"/>
                  </a:cubicBezTo>
                  <a:cubicBezTo>
                    <a:pt x="72921" y="15960"/>
                    <a:pt x="71004" y="19790"/>
                    <a:pt x="68448" y="21067"/>
                  </a:cubicBezTo>
                  <a:cubicBezTo>
                    <a:pt x="67809" y="21706"/>
                    <a:pt x="66531" y="21706"/>
                    <a:pt x="65253" y="22344"/>
                  </a:cubicBezTo>
                  <a:cubicBezTo>
                    <a:pt x="54390" y="27451"/>
                    <a:pt x="32025" y="37665"/>
                    <a:pt x="10939" y="78523"/>
                  </a:cubicBezTo>
                  <a:cubicBezTo>
                    <a:pt x="-12704" y="124488"/>
                    <a:pt x="5826" y="181305"/>
                    <a:pt x="30108" y="197903"/>
                  </a:cubicBezTo>
                  <a:cubicBezTo>
                    <a:pt x="51834" y="212587"/>
                    <a:pt x="68448" y="217055"/>
                    <a:pt x="75477" y="219609"/>
                  </a:cubicBezTo>
                  <a:lnTo>
                    <a:pt x="76116" y="219609"/>
                  </a:lnTo>
                  <a:cubicBezTo>
                    <a:pt x="80589" y="220886"/>
                    <a:pt x="86340" y="222801"/>
                    <a:pt x="86979" y="225355"/>
                  </a:cubicBezTo>
                  <a:cubicBezTo>
                    <a:pt x="87618" y="227908"/>
                    <a:pt x="90174" y="229823"/>
                    <a:pt x="92730" y="229823"/>
                  </a:cubicBezTo>
                  <a:cubicBezTo>
                    <a:pt x="93368" y="229823"/>
                    <a:pt x="93368" y="229823"/>
                    <a:pt x="94008" y="229823"/>
                  </a:cubicBezTo>
                  <a:cubicBezTo>
                    <a:pt x="97203" y="229185"/>
                    <a:pt x="99120" y="226631"/>
                    <a:pt x="99120" y="223439"/>
                  </a:cubicBezTo>
                  <a:lnTo>
                    <a:pt x="99120" y="17875"/>
                  </a:lnTo>
                  <a:cubicBezTo>
                    <a:pt x="99758" y="18514"/>
                    <a:pt x="99758" y="19152"/>
                    <a:pt x="100398" y="19790"/>
                  </a:cubicBezTo>
                  <a:cubicBezTo>
                    <a:pt x="103593" y="23621"/>
                    <a:pt x="107426" y="28728"/>
                    <a:pt x="113178" y="32558"/>
                  </a:cubicBezTo>
                  <a:lnTo>
                    <a:pt x="116372" y="34473"/>
                  </a:lnTo>
                  <a:cubicBezTo>
                    <a:pt x="118928" y="35750"/>
                    <a:pt x="121484" y="37665"/>
                    <a:pt x="124679" y="39581"/>
                  </a:cubicBezTo>
                  <a:cubicBezTo>
                    <a:pt x="124040" y="40219"/>
                    <a:pt x="122762" y="40857"/>
                    <a:pt x="122123" y="41496"/>
                  </a:cubicBezTo>
                  <a:cubicBezTo>
                    <a:pt x="121484" y="42134"/>
                    <a:pt x="113816" y="55541"/>
                    <a:pt x="129791" y="71501"/>
                  </a:cubicBezTo>
                  <a:cubicBezTo>
                    <a:pt x="137459" y="79161"/>
                    <a:pt x="132986" y="85545"/>
                    <a:pt x="131708" y="87461"/>
                  </a:cubicBezTo>
                  <a:cubicBezTo>
                    <a:pt x="129152" y="90014"/>
                    <a:pt x="129791" y="94483"/>
                    <a:pt x="132347" y="96398"/>
                  </a:cubicBezTo>
                  <a:cubicBezTo>
                    <a:pt x="133625" y="97675"/>
                    <a:pt x="134903" y="97675"/>
                    <a:pt x="136181" y="97675"/>
                  </a:cubicBezTo>
                  <a:cubicBezTo>
                    <a:pt x="138098" y="97675"/>
                    <a:pt x="140015" y="97037"/>
                    <a:pt x="141293" y="95760"/>
                  </a:cubicBezTo>
                  <a:cubicBezTo>
                    <a:pt x="146405" y="90014"/>
                    <a:pt x="151517" y="75969"/>
                    <a:pt x="138737" y="62563"/>
                  </a:cubicBezTo>
                  <a:cubicBezTo>
                    <a:pt x="130430" y="54264"/>
                    <a:pt x="132986" y="48518"/>
                    <a:pt x="132986" y="47880"/>
                  </a:cubicBezTo>
                  <a:cubicBezTo>
                    <a:pt x="132986" y="47241"/>
                    <a:pt x="133625" y="46603"/>
                    <a:pt x="133625" y="45965"/>
                  </a:cubicBezTo>
                  <a:cubicBezTo>
                    <a:pt x="140015" y="51710"/>
                    <a:pt x="147683" y="59371"/>
                    <a:pt x="155990" y="70224"/>
                  </a:cubicBezTo>
                  <a:cubicBezTo>
                    <a:pt x="175160" y="95760"/>
                    <a:pt x="178355" y="131510"/>
                    <a:pt x="164297" y="164707"/>
                  </a:cubicBezTo>
                  <a:cubicBezTo>
                    <a:pt x="155990" y="184497"/>
                    <a:pt x="140015" y="194711"/>
                    <a:pt x="127874" y="199180"/>
                  </a:cubicBezTo>
                  <a:cubicBezTo>
                    <a:pt x="128513" y="194073"/>
                    <a:pt x="127874" y="187689"/>
                    <a:pt x="124040" y="181305"/>
                  </a:cubicBezTo>
                  <a:cubicBezTo>
                    <a:pt x="117650" y="171091"/>
                    <a:pt x="121484" y="165984"/>
                    <a:pt x="122123" y="165345"/>
                  </a:cubicBezTo>
                  <a:cubicBezTo>
                    <a:pt x="124679" y="162792"/>
                    <a:pt x="124679" y="158961"/>
                    <a:pt x="122123" y="156408"/>
                  </a:cubicBezTo>
                  <a:cubicBezTo>
                    <a:pt x="119567" y="153854"/>
                    <a:pt x="115733" y="153854"/>
                    <a:pt x="113178" y="156408"/>
                  </a:cubicBezTo>
                  <a:cubicBezTo>
                    <a:pt x="112538" y="157046"/>
                    <a:pt x="101675" y="167899"/>
                    <a:pt x="113178" y="187689"/>
                  </a:cubicBezTo>
                  <a:cubicBezTo>
                    <a:pt x="118928" y="197265"/>
                    <a:pt x="113178" y="202372"/>
                    <a:pt x="111260" y="203649"/>
                  </a:cubicBezTo>
                  <a:cubicBezTo>
                    <a:pt x="111260" y="203649"/>
                    <a:pt x="111260" y="203649"/>
                    <a:pt x="111260" y="203649"/>
                  </a:cubicBezTo>
                  <a:cubicBezTo>
                    <a:pt x="108065" y="204287"/>
                    <a:pt x="105510" y="207479"/>
                    <a:pt x="106148" y="210671"/>
                  </a:cubicBezTo>
                  <a:cubicBezTo>
                    <a:pt x="106788" y="213863"/>
                    <a:pt x="109983" y="216417"/>
                    <a:pt x="113178" y="216417"/>
                  </a:cubicBezTo>
                  <a:cubicBezTo>
                    <a:pt x="115094" y="216417"/>
                    <a:pt x="159185" y="210671"/>
                    <a:pt x="176438" y="169176"/>
                  </a:cubicBezTo>
                  <a:cubicBezTo>
                    <a:pt x="191774" y="131510"/>
                    <a:pt x="188579" y="91291"/>
                    <a:pt x="166853" y="61925"/>
                  </a:cubicBezTo>
                  <a:cubicBezTo>
                    <a:pt x="149600" y="38304"/>
                    <a:pt x="135542" y="30005"/>
                    <a:pt x="124040" y="22982"/>
                  </a:cubicBezTo>
                  <a:close/>
                  <a:moveTo>
                    <a:pt x="86979" y="209395"/>
                  </a:moveTo>
                  <a:cubicBezTo>
                    <a:pt x="84423" y="208118"/>
                    <a:pt x="81867" y="207479"/>
                    <a:pt x="79950" y="206841"/>
                  </a:cubicBezTo>
                  <a:lnTo>
                    <a:pt x="79311" y="206841"/>
                  </a:lnTo>
                  <a:cubicBezTo>
                    <a:pt x="78033" y="206841"/>
                    <a:pt x="76755" y="206203"/>
                    <a:pt x="75477" y="205564"/>
                  </a:cubicBezTo>
                  <a:cubicBezTo>
                    <a:pt x="75477" y="205564"/>
                    <a:pt x="75477" y="204926"/>
                    <a:pt x="74838" y="204926"/>
                  </a:cubicBezTo>
                  <a:cubicBezTo>
                    <a:pt x="73560" y="203649"/>
                    <a:pt x="65892" y="197903"/>
                    <a:pt x="71643" y="186412"/>
                  </a:cubicBezTo>
                  <a:cubicBezTo>
                    <a:pt x="81228" y="165345"/>
                    <a:pt x="69726" y="153854"/>
                    <a:pt x="69726" y="153854"/>
                  </a:cubicBezTo>
                  <a:cubicBezTo>
                    <a:pt x="67170" y="151300"/>
                    <a:pt x="63336" y="151300"/>
                    <a:pt x="60780" y="153854"/>
                  </a:cubicBezTo>
                  <a:cubicBezTo>
                    <a:pt x="58224" y="156408"/>
                    <a:pt x="58224" y="160238"/>
                    <a:pt x="60780" y="162792"/>
                  </a:cubicBezTo>
                  <a:cubicBezTo>
                    <a:pt x="60780" y="162792"/>
                    <a:pt x="65892" y="168537"/>
                    <a:pt x="60141" y="181305"/>
                  </a:cubicBezTo>
                  <a:cubicBezTo>
                    <a:pt x="56946" y="187689"/>
                    <a:pt x="56307" y="193435"/>
                    <a:pt x="57585" y="198542"/>
                  </a:cubicBezTo>
                  <a:cubicBezTo>
                    <a:pt x="51834" y="195988"/>
                    <a:pt x="45444" y="192158"/>
                    <a:pt x="37776" y="187051"/>
                  </a:cubicBezTo>
                  <a:cubicBezTo>
                    <a:pt x="17967" y="173644"/>
                    <a:pt x="2631" y="123849"/>
                    <a:pt x="23079" y="84269"/>
                  </a:cubicBezTo>
                  <a:cubicBezTo>
                    <a:pt x="33303" y="64478"/>
                    <a:pt x="43527" y="52349"/>
                    <a:pt x="52473" y="45326"/>
                  </a:cubicBezTo>
                  <a:cubicBezTo>
                    <a:pt x="52473" y="45326"/>
                    <a:pt x="52473" y="45326"/>
                    <a:pt x="52473" y="45326"/>
                  </a:cubicBezTo>
                  <a:cubicBezTo>
                    <a:pt x="52473" y="45965"/>
                    <a:pt x="55029" y="51710"/>
                    <a:pt x="46722" y="60009"/>
                  </a:cubicBezTo>
                  <a:cubicBezTo>
                    <a:pt x="33303" y="73416"/>
                    <a:pt x="39054" y="87461"/>
                    <a:pt x="44166" y="93206"/>
                  </a:cubicBezTo>
                  <a:cubicBezTo>
                    <a:pt x="45444" y="94483"/>
                    <a:pt x="47361" y="95121"/>
                    <a:pt x="49278" y="95121"/>
                  </a:cubicBezTo>
                  <a:cubicBezTo>
                    <a:pt x="50556" y="95121"/>
                    <a:pt x="52473" y="94483"/>
                    <a:pt x="53112" y="93845"/>
                  </a:cubicBezTo>
                  <a:cubicBezTo>
                    <a:pt x="55668" y="91291"/>
                    <a:pt x="56307" y="87461"/>
                    <a:pt x="53751" y="84907"/>
                  </a:cubicBezTo>
                  <a:cubicBezTo>
                    <a:pt x="52473" y="82992"/>
                    <a:pt x="48000" y="76608"/>
                    <a:pt x="55668" y="68947"/>
                  </a:cubicBezTo>
                  <a:cubicBezTo>
                    <a:pt x="71643" y="52987"/>
                    <a:pt x="63336" y="39581"/>
                    <a:pt x="63336" y="38942"/>
                  </a:cubicBezTo>
                  <a:cubicBezTo>
                    <a:pt x="63336" y="38942"/>
                    <a:pt x="62697" y="38304"/>
                    <a:pt x="62697" y="38304"/>
                  </a:cubicBezTo>
                  <a:cubicBezTo>
                    <a:pt x="65892" y="36389"/>
                    <a:pt x="68448" y="35112"/>
                    <a:pt x="71004" y="33835"/>
                  </a:cubicBezTo>
                  <a:cubicBezTo>
                    <a:pt x="72282" y="33197"/>
                    <a:pt x="73560" y="32558"/>
                    <a:pt x="74199" y="32558"/>
                  </a:cubicBezTo>
                  <a:cubicBezTo>
                    <a:pt x="79950" y="30005"/>
                    <a:pt x="83145" y="24897"/>
                    <a:pt x="86340" y="20429"/>
                  </a:cubicBezTo>
                  <a:cubicBezTo>
                    <a:pt x="86979" y="19790"/>
                    <a:pt x="86979" y="19152"/>
                    <a:pt x="87618" y="19152"/>
                  </a:cubicBezTo>
                  <a:lnTo>
                    <a:pt x="87618" y="209395"/>
                  </a:lnTo>
                  <a:close/>
                </a:path>
              </a:pathLst>
            </a:custGeom>
            <a:solidFill>
              <a:srgbClr val="046A38"/>
            </a:solidFill>
            <a:ln w="6390" cap="flat">
              <a:noFill/>
              <a:prstDash val="solid"/>
              <a:miter/>
            </a:ln>
          </p:spPr>
          <p:txBody>
            <a:bodyPr rtlCol="0" anchor="ctr"/>
            <a:lstStyle/>
            <a:p>
              <a:endParaRPr lang="en-US"/>
            </a:p>
          </p:txBody>
        </p:sp>
        <p:sp>
          <p:nvSpPr>
            <p:cNvPr id="1004" name="Graphic 4">
              <a:extLst>
                <a:ext uri="{FF2B5EF4-FFF2-40B4-BE49-F238E27FC236}">
                  <a16:creationId xmlns:a16="http://schemas.microsoft.com/office/drawing/2014/main" id="{F0D445A5-7737-924F-80FB-5AD3243B2CB9}"/>
                </a:ext>
              </a:extLst>
            </p:cNvPr>
            <p:cNvSpPr/>
            <p:nvPr/>
          </p:nvSpPr>
          <p:spPr>
            <a:xfrm>
              <a:off x="4855635" y="1062108"/>
              <a:ext cx="23934" cy="60358"/>
            </a:xfrm>
            <a:custGeom>
              <a:avLst/>
              <a:gdLst>
                <a:gd name="connsiteX0" fmla="*/ 12858 w 23934"/>
                <a:gd name="connsiteY0" fmla="*/ 1626 h 60358"/>
                <a:gd name="connsiteX1" fmla="*/ 3912 w 23934"/>
                <a:gd name="connsiteY1" fmla="*/ 2264 h 60358"/>
                <a:gd name="connsiteX2" fmla="*/ 7107 w 23934"/>
                <a:gd name="connsiteY2" fmla="*/ 33546 h 60358"/>
                <a:gd name="connsiteX3" fmla="*/ 7107 w 23934"/>
                <a:gd name="connsiteY3" fmla="*/ 49505 h 60358"/>
                <a:gd name="connsiteX4" fmla="*/ 6468 w 23934"/>
                <a:gd name="connsiteY4" fmla="*/ 58443 h 60358"/>
                <a:gd name="connsiteX5" fmla="*/ 11580 w 23934"/>
                <a:gd name="connsiteY5" fmla="*/ 60358 h 60358"/>
                <a:gd name="connsiteX6" fmla="*/ 16053 w 23934"/>
                <a:gd name="connsiteY6" fmla="*/ 59081 h 60358"/>
                <a:gd name="connsiteX7" fmla="*/ 17970 w 23934"/>
                <a:gd name="connsiteY7" fmla="*/ 25885 h 60358"/>
                <a:gd name="connsiteX8" fmla="*/ 14775 w 23934"/>
                <a:gd name="connsiteY8" fmla="*/ 10563 h 60358"/>
                <a:gd name="connsiteX9" fmla="*/ 12858 w 23934"/>
                <a:gd name="connsiteY9" fmla="*/ 1626 h 6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934" h="60358">
                  <a:moveTo>
                    <a:pt x="12858" y="1626"/>
                  </a:moveTo>
                  <a:cubicBezTo>
                    <a:pt x="10302" y="-928"/>
                    <a:pt x="5829" y="-290"/>
                    <a:pt x="3912" y="2264"/>
                  </a:cubicBezTo>
                  <a:cubicBezTo>
                    <a:pt x="3273" y="2902"/>
                    <a:pt x="-6312" y="15032"/>
                    <a:pt x="7107" y="33546"/>
                  </a:cubicBezTo>
                  <a:cubicBezTo>
                    <a:pt x="13497" y="42483"/>
                    <a:pt x="8385" y="48229"/>
                    <a:pt x="7107" y="49505"/>
                  </a:cubicBezTo>
                  <a:cubicBezTo>
                    <a:pt x="4551" y="52059"/>
                    <a:pt x="3912" y="55889"/>
                    <a:pt x="6468" y="58443"/>
                  </a:cubicBezTo>
                  <a:cubicBezTo>
                    <a:pt x="7746" y="59720"/>
                    <a:pt x="9663" y="60358"/>
                    <a:pt x="11580" y="60358"/>
                  </a:cubicBezTo>
                  <a:cubicBezTo>
                    <a:pt x="12858" y="60358"/>
                    <a:pt x="14775" y="59720"/>
                    <a:pt x="16053" y="59081"/>
                  </a:cubicBezTo>
                  <a:cubicBezTo>
                    <a:pt x="21803" y="53974"/>
                    <a:pt x="29471" y="41206"/>
                    <a:pt x="17970" y="25885"/>
                  </a:cubicBezTo>
                  <a:cubicBezTo>
                    <a:pt x="10941" y="16309"/>
                    <a:pt x="14135" y="11202"/>
                    <a:pt x="14775" y="10563"/>
                  </a:cubicBezTo>
                  <a:cubicBezTo>
                    <a:pt x="16053" y="8010"/>
                    <a:pt x="15414" y="4179"/>
                    <a:pt x="12858" y="1626"/>
                  </a:cubicBezTo>
                  <a:close/>
                </a:path>
              </a:pathLst>
            </a:custGeom>
            <a:solidFill>
              <a:srgbClr val="046A38"/>
            </a:solidFill>
            <a:ln w="6390" cap="flat">
              <a:noFill/>
              <a:prstDash val="solid"/>
              <a:miter/>
            </a:ln>
          </p:spPr>
          <p:txBody>
            <a:bodyPr rtlCol="0" anchor="ctr"/>
            <a:lstStyle/>
            <a:p>
              <a:endParaRPr lang="en-US"/>
            </a:p>
          </p:txBody>
        </p:sp>
        <p:sp>
          <p:nvSpPr>
            <p:cNvPr id="1005" name="Graphic 4">
              <a:extLst>
                <a:ext uri="{FF2B5EF4-FFF2-40B4-BE49-F238E27FC236}">
                  <a16:creationId xmlns:a16="http://schemas.microsoft.com/office/drawing/2014/main" id="{B1C6949E-A0E1-EA40-9C59-0266E4023676}"/>
                </a:ext>
              </a:extLst>
            </p:cNvPr>
            <p:cNvSpPr/>
            <p:nvPr/>
          </p:nvSpPr>
          <p:spPr>
            <a:xfrm>
              <a:off x="4887262" y="1093299"/>
              <a:ext cx="26399" cy="59171"/>
            </a:xfrm>
            <a:custGeom>
              <a:avLst/>
              <a:gdLst>
                <a:gd name="connsiteX0" fmla="*/ 4234 w 26399"/>
                <a:gd name="connsiteY0" fmla="*/ 47042 h 59171"/>
                <a:gd name="connsiteX1" fmla="*/ 400 w 26399"/>
                <a:gd name="connsiteY1" fmla="*/ 55341 h 59171"/>
                <a:gd name="connsiteX2" fmla="*/ 6151 w 26399"/>
                <a:gd name="connsiteY2" fmla="*/ 59171 h 59171"/>
                <a:gd name="connsiteX3" fmla="*/ 8707 w 26399"/>
                <a:gd name="connsiteY3" fmla="*/ 58533 h 59171"/>
                <a:gd name="connsiteX4" fmla="*/ 21487 w 26399"/>
                <a:gd name="connsiteY4" fmla="*/ 27890 h 59171"/>
                <a:gd name="connsiteX5" fmla="*/ 23404 w 26399"/>
                <a:gd name="connsiteY5" fmla="*/ 11930 h 59171"/>
                <a:gd name="connsiteX6" fmla="*/ 25321 w 26399"/>
                <a:gd name="connsiteY6" fmla="*/ 2993 h 59171"/>
                <a:gd name="connsiteX7" fmla="*/ 16375 w 26399"/>
                <a:gd name="connsiteY7" fmla="*/ 1077 h 59171"/>
                <a:gd name="connsiteX8" fmla="*/ 9346 w 26399"/>
                <a:gd name="connsiteY8" fmla="*/ 31082 h 59171"/>
                <a:gd name="connsiteX9" fmla="*/ 4234 w 26399"/>
                <a:gd name="connsiteY9" fmla="*/ 47042 h 59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399" h="59171">
                  <a:moveTo>
                    <a:pt x="4234" y="47042"/>
                  </a:moveTo>
                  <a:cubicBezTo>
                    <a:pt x="1039" y="48319"/>
                    <a:pt x="-878" y="52149"/>
                    <a:pt x="400" y="55341"/>
                  </a:cubicBezTo>
                  <a:cubicBezTo>
                    <a:pt x="1678" y="57895"/>
                    <a:pt x="3595" y="59171"/>
                    <a:pt x="6151" y="59171"/>
                  </a:cubicBezTo>
                  <a:cubicBezTo>
                    <a:pt x="6790" y="59171"/>
                    <a:pt x="8068" y="59171"/>
                    <a:pt x="8707" y="58533"/>
                  </a:cubicBezTo>
                  <a:cubicBezTo>
                    <a:pt x="15736" y="55979"/>
                    <a:pt x="27238" y="45765"/>
                    <a:pt x="21487" y="27890"/>
                  </a:cubicBezTo>
                  <a:cubicBezTo>
                    <a:pt x="18292" y="16399"/>
                    <a:pt x="22765" y="12568"/>
                    <a:pt x="23404" y="11930"/>
                  </a:cubicBezTo>
                  <a:cubicBezTo>
                    <a:pt x="26599" y="10015"/>
                    <a:pt x="27238" y="6185"/>
                    <a:pt x="25321" y="2993"/>
                  </a:cubicBezTo>
                  <a:cubicBezTo>
                    <a:pt x="23404" y="-199"/>
                    <a:pt x="19570" y="-838"/>
                    <a:pt x="16375" y="1077"/>
                  </a:cubicBezTo>
                  <a:cubicBezTo>
                    <a:pt x="15736" y="1716"/>
                    <a:pt x="2317" y="10015"/>
                    <a:pt x="9346" y="31082"/>
                  </a:cubicBezTo>
                  <a:cubicBezTo>
                    <a:pt x="12541" y="41935"/>
                    <a:pt x="6151" y="45765"/>
                    <a:pt x="4234" y="47042"/>
                  </a:cubicBezTo>
                  <a:close/>
                </a:path>
              </a:pathLst>
            </a:custGeom>
            <a:solidFill>
              <a:srgbClr val="046A38"/>
            </a:solidFill>
            <a:ln w="6390" cap="flat">
              <a:noFill/>
              <a:prstDash val="solid"/>
              <a:miter/>
            </a:ln>
          </p:spPr>
          <p:txBody>
            <a:bodyPr rtlCol="0" anchor="ctr"/>
            <a:lstStyle/>
            <a:p>
              <a:endParaRPr lang="en-US"/>
            </a:p>
          </p:txBody>
        </p:sp>
        <p:sp>
          <p:nvSpPr>
            <p:cNvPr id="1006" name="Graphic 4">
              <a:extLst>
                <a:ext uri="{FF2B5EF4-FFF2-40B4-BE49-F238E27FC236}">
                  <a16:creationId xmlns:a16="http://schemas.microsoft.com/office/drawing/2014/main" id="{70DE82AA-3E92-9246-AA3E-AD2152C051B8}"/>
                </a:ext>
              </a:extLst>
            </p:cNvPr>
            <p:cNvSpPr/>
            <p:nvPr/>
          </p:nvSpPr>
          <p:spPr>
            <a:xfrm>
              <a:off x="4805468" y="1060024"/>
              <a:ext cx="21383" cy="59889"/>
            </a:xfrm>
            <a:custGeom>
              <a:avLst/>
              <a:gdLst>
                <a:gd name="connsiteX0" fmla="*/ 9988 w 21383"/>
                <a:gd name="connsiteY0" fmla="*/ 1156 h 59889"/>
                <a:gd name="connsiteX1" fmla="*/ 8710 w 21383"/>
                <a:gd name="connsiteY1" fmla="*/ 10094 h 59889"/>
                <a:gd name="connsiteX2" fmla="*/ 5515 w 21383"/>
                <a:gd name="connsiteY2" fmla="*/ 25415 h 59889"/>
                <a:gd name="connsiteX3" fmla="*/ 7432 w 21383"/>
                <a:gd name="connsiteY3" fmla="*/ 58612 h 59889"/>
                <a:gd name="connsiteX4" fmla="*/ 11266 w 21383"/>
                <a:gd name="connsiteY4" fmla="*/ 59889 h 59889"/>
                <a:gd name="connsiteX5" fmla="*/ 15739 w 21383"/>
                <a:gd name="connsiteY5" fmla="*/ 57974 h 59889"/>
                <a:gd name="connsiteX6" fmla="*/ 15100 w 21383"/>
                <a:gd name="connsiteY6" fmla="*/ 49036 h 59889"/>
                <a:gd name="connsiteX7" fmla="*/ 14461 w 21383"/>
                <a:gd name="connsiteY7" fmla="*/ 33076 h 59889"/>
                <a:gd name="connsiteX8" fmla="*/ 17656 w 21383"/>
                <a:gd name="connsiteY8" fmla="*/ 1795 h 59889"/>
                <a:gd name="connsiteX9" fmla="*/ 9988 w 21383"/>
                <a:gd name="connsiteY9" fmla="*/ 1156 h 59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383" h="59889">
                  <a:moveTo>
                    <a:pt x="9988" y="1156"/>
                  </a:moveTo>
                  <a:cubicBezTo>
                    <a:pt x="7432" y="3072"/>
                    <a:pt x="6793" y="7540"/>
                    <a:pt x="8710" y="10094"/>
                  </a:cubicBezTo>
                  <a:cubicBezTo>
                    <a:pt x="9349" y="10732"/>
                    <a:pt x="12544" y="15840"/>
                    <a:pt x="5515" y="25415"/>
                  </a:cubicBezTo>
                  <a:cubicBezTo>
                    <a:pt x="-5348" y="40737"/>
                    <a:pt x="2320" y="53505"/>
                    <a:pt x="7432" y="58612"/>
                  </a:cubicBezTo>
                  <a:cubicBezTo>
                    <a:pt x="8710" y="59889"/>
                    <a:pt x="9988" y="59889"/>
                    <a:pt x="11266" y="59889"/>
                  </a:cubicBezTo>
                  <a:cubicBezTo>
                    <a:pt x="13183" y="59889"/>
                    <a:pt x="14461" y="59251"/>
                    <a:pt x="15739" y="57974"/>
                  </a:cubicBezTo>
                  <a:cubicBezTo>
                    <a:pt x="18295" y="55420"/>
                    <a:pt x="17656" y="51590"/>
                    <a:pt x="15100" y="49036"/>
                  </a:cubicBezTo>
                  <a:cubicBezTo>
                    <a:pt x="13183" y="47759"/>
                    <a:pt x="8071" y="41375"/>
                    <a:pt x="14461" y="33076"/>
                  </a:cubicBezTo>
                  <a:cubicBezTo>
                    <a:pt x="27880" y="14563"/>
                    <a:pt x="17656" y="2433"/>
                    <a:pt x="17656" y="1795"/>
                  </a:cubicBezTo>
                  <a:cubicBezTo>
                    <a:pt x="16378" y="-120"/>
                    <a:pt x="12544" y="-759"/>
                    <a:pt x="9988" y="1156"/>
                  </a:cubicBezTo>
                  <a:close/>
                </a:path>
              </a:pathLst>
            </a:custGeom>
            <a:solidFill>
              <a:srgbClr val="046A38"/>
            </a:solidFill>
            <a:ln w="6390" cap="flat">
              <a:noFill/>
              <a:prstDash val="solid"/>
              <a:miter/>
            </a:ln>
          </p:spPr>
          <p:txBody>
            <a:bodyPr rtlCol="0" anchor="ctr"/>
            <a:lstStyle/>
            <a:p>
              <a:endParaRPr lang="en-US"/>
            </a:p>
          </p:txBody>
        </p:sp>
        <p:sp>
          <p:nvSpPr>
            <p:cNvPr id="1007" name="Graphic 4">
              <a:extLst>
                <a:ext uri="{FF2B5EF4-FFF2-40B4-BE49-F238E27FC236}">
                  <a16:creationId xmlns:a16="http://schemas.microsoft.com/office/drawing/2014/main" id="{90368656-7DDE-A947-B08F-76229F902AFB}"/>
                </a:ext>
              </a:extLst>
            </p:cNvPr>
            <p:cNvSpPr/>
            <p:nvPr/>
          </p:nvSpPr>
          <p:spPr>
            <a:xfrm>
              <a:off x="4770287" y="1091539"/>
              <a:ext cx="26399" cy="59016"/>
            </a:xfrm>
            <a:custGeom>
              <a:avLst/>
              <a:gdLst>
                <a:gd name="connsiteX0" fmla="*/ 22165 w 26399"/>
                <a:gd name="connsiteY0" fmla="*/ 46248 h 59016"/>
                <a:gd name="connsiteX1" fmla="*/ 16414 w 26399"/>
                <a:gd name="connsiteY1" fmla="*/ 30927 h 59016"/>
                <a:gd name="connsiteX2" fmla="*/ 9385 w 26399"/>
                <a:gd name="connsiteY2" fmla="*/ 922 h 59016"/>
                <a:gd name="connsiteX3" fmla="*/ 1078 w 26399"/>
                <a:gd name="connsiteY3" fmla="*/ 2837 h 59016"/>
                <a:gd name="connsiteX4" fmla="*/ 2995 w 26399"/>
                <a:gd name="connsiteY4" fmla="*/ 11775 h 59016"/>
                <a:gd name="connsiteX5" fmla="*/ 4912 w 26399"/>
                <a:gd name="connsiteY5" fmla="*/ 27735 h 59016"/>
                <a:gd name="connsiteX6" fmla="*/ 17692 w 26399"/>
                <a:gd name="connsiteY6" fmla="*/ 58378 h 59016"/>
                <a:gd name="connsiteX7" fmla="*/ 20248 w 26399"/>
                <a:gd name="connsiteY7" fmla="*/ 59016 h 59016"/>
                <a:gd name="connsiteX8" fmla="*/ 25999 w 26399"/>
                <a:gd name="connsiteY8" fmla="*/ 55186 h 59016"/>
                <a:gd name="connsiteX9" fmla="*/ 22165 w 26399"/>
                <a:gd name="connsiteY9" fmla="*/ 46248 h 59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399" h="59016">
                  <a:moveTo>
                    <a:pt x="22165" y="46248"/>
                  </a:moveTo>
                  <a:cubicBezTo>
                    <a:pt x="20248" y="45610"/>
                    <a:pt x="13219" y="41780"/>
                    <a:pt x="16414" y="30927"/>
                  </a:cubicBezTo>
                  <a:cubicBezTo>
                    <a:pt x="22804" y="9221"/>
                    <a:pt x="10024" y="922"/>
                    <a:pt x="9385" y="922"/>
                  </a:cubicBezTo>
                  <a:cubicBezTo>
                    <a:pt x="6190" y="-993"/>
                    <a:pt x="2995" y="284"/>
                    <a:pt x="1078" y="2837"/>
                  </a:cubicBezTo>
                  <a:cubicBezTo>
                    <a:pt x="-839" y="5391"/>
                    <a:pt x="-200" y="9860"/>
                    <a:pt x="2995" y="11775"/>
                  </a:cubicBezTo>
                  <a:cubicBezTo>
                    <a:pt x="3634" y="12413"/>
                    <a:pt x="8107" y="16244"/>
                    <a:pt x="4912" y="27735"/>
                  </a:cubicBezTo>
                  <a:cubicBezTo>
                    <a:pt x="-839" y="45610"/>
                    <a:pt x="10663" y="55824"/>
                    <a:pt x="17692" y="58378"/>
                  </a:cubicBezTo>
                  <a:cubicBezTo>
                    <a:pt x="18331" y="58378"/>
                    <a:pt x="18970" y="59016"/>
                    <a:pt x="20248" y="59016"/>
                  </a:cubicBezTo>
                  <a:cubicBezTo>
                    <a:pt x="22804" y="59016"/>
                    <a:pt x="25360" y="57740"/>
                    <a:pt x="25999" y="55186"/>
                  </a:cubicBezTo>
                  <a:cubicBezTo>
                    <a:pt x="27277" y="51356"/>
                    <a:pt x="25360" y="47525"/>
                    <a:pt x="22165" y="46248"/>
                  </a:cubicBezTo>
                  <a:close/>
                </a:path>
              </a:pathLst>
            </a:custGeom>
            <a:solidFill>
              <a:srgbClr val="046A38"/>
            </a:solidFill>
            <a:ln w="6390" cap="flat">
              <a:noFill/>
              <a:prstDash val="solid"/>
              <a:miter/>
            </a:ln>
          </p:spPr>
          <p:txBody>
            <a:bodyPr rtlCol="0" anchor="ctr"/>
            <a:lstStyle/>
            <a:p>
              <a:endParaRPr lang="en-US"/>
            </a:p>
          </p:txBody>
        </p:sp>
      </p:grpSp>
      <p:grpSp>
        <p:nvGrpSpPr>
          <p:cNvPr id="1008" name="Graphic 4">
            <a:extLst>
              <a:ext uri="{FF2B5EF4-FFF2-40B4-BE49-F238E27FC236}">
                <a16:creationId xmlns:a16="http://schemas.microsoft.com/office/drawing/2014/main" id="{B1F82046-DB1C-E44C-AD6B-0804FE62B937}"/>
              </a:ext>
            </a:extLst>
          </p:cNvPr>
          <p:cNvGrpSpPr/>
          <p:nvPr/>
        </p:nvGrpSpPr>
        <p:grpSpPr>
          <a:xfrm>
            <a:off x="3607758" y="1893013"/>
            <a:ext cx="361670" cy="361333"/>
            <a:chOff x="3607758" y="1893013"/>
            <a:chExt cx="361670" cy="361333"/>
          </a:xfrm>
          <a:solidFill>
            <a:srgbClr val="046A38"/>
          </a:solidFill>
        </p:grpSpPr>
        <p:sp>
          <p:nvSpPr>
            <p:cNvPr id="1009" name="Graphic 4">
              <a:extLst>
                <a:ext uri="{FF2B5EF4-FFF2-40B4-BE49-F238E27FC236}">
                  <a16:creationId xmlns:a16="http://schemas.microsoft.com/office/drawing/2014/main" id="{A7500542-70AB-FA4C-BB2E-AE2F2227C2A7}"/>
                </a:ext>
              </a:extLst>
            </p:cNvPr>
            <p:cNvSpPr/>
            <p:nvPr/>
          </p:nvSpPr>
          <p:spPr>
            <a:xfrm>
              <a:off x="3607758" y="189301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1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2" y="361333"/>
                    <a:pt x="180836" y="361333"/>
                  </a:cubicBezTo>
                  <a:cubicBezTo>
                    <a:pt x="281157" y="361333"/>
                    <a:pt x="361671" y="280257"/>
                    <a:pt x="361671" y="180667"/>
                  </a:cubicBezTo>
                  <a:cubicBezTo>
                    <a:pt x="361671"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8891" y="273873"/>
                    <a:pt x="274128" y="349204"/>
                    <a:pt x="180836" y="349204"/>
                  </a:cubicBezTo>
                  <a:close/>
                </a:path>
              </a:pathLst>
            </a:custGeom>
            <a:solidFill>
              <a:srgbClr val="046A38"/>
            </a:solidFill>
            <a:ln w="6390" cap="flat">
              <a:noFill/>
              <a:prstDash val="solid"/>
              <a:miter/>
            </a:ln>
          </p:spPr>
          <p:txBody>
            <a:bodyPr rtlCol="0" anchor="ctr"/>
            <a:lstStyle/>
            <a:p>
              <a:endParaRPr lang="en-US"/>
            </a:p>
          </p:txBody>
        </p:sp>
        <p:sp>
          <p:nvSpPr>
            <p:cNvPr id="1010" name="Graphic 4">
              <a:extLst>
                <a:ext uri="{FF2B5EF4-FFF2-40B4-BE49-F238E27FC236}">
                  <a16:creationId xmlns:a16="http://schemas.microsoft.com/office/drawing/2014/main" id="{A5A29727-8C8B-D744-924F-38E04B89B5A0}"/>
                </a:ext>
              </a:extLst>
            </p:cNvPr>
            <p:cNvSpPr/>
            <p:nvPr/>
          </p:nvSpPr>
          <p:spPr>
            <a:xfrm>
              <a:off x="3700412" y="1956378"/>
              <a:ext cx="181474" cy="234767"/>
            </a:xfrm>
            <a:custGeom>
              <a:avLst/>
              <a:gdLst>
                <a:gd name="connsiteX0" fmla="*/ 148247 w 181474"/>
                <a:gd name="connsiteY0" fmla="*/ 68145 h 234767"/>
                <a:gd name="connsiteX1" fmla="*/ 171251 w 181474"/>
                <a:gd name="connsiteY1" fmla="*/ 47717 h 234767"/>
                <a:gd name="connsiteX2" fmla="*/ 169973 w 181474"/>
                <a:gd name="connsiteY2" fmla="*/ 41971 h 234767"/>
                <a:gd name="connsiteX3" fmla="*/ 164861 w 181474"/>
                <a:gd name="connsiteY3" fmla="*/ 39417 h 234767"/>
                <a:gd name="connsiteX4" fmla="*/ 138023 w 181474"/>
                <a:gd name="connsiteY4" fmla="*/ 35587 h 234767"/>
                <a:gd name="connsiteX5" fmla="*/ 106712 w 181474"/>
                <a:gd name="connsiteY5" fmla="*/ 36225 h 234767"/>
                <a:gd name="connsiteX6" fmla="*/ 102239 w 181474"/>
                <a:gd name="connsiteY6" fmla="*/ 44525 h 234767"/>
                <a:gd name="connsiteX7" fmla="*/ 110546 w 181474"/>
                <a:gd name="connsiteY7" fmla="*/ 48993 h 234767"/>
                <a:gd name="connsiteX8" fmla="*/ 134189 w 181474"/>
                <a:gd name="connsiteY8" fmla="*/ 48355 h 234767"/>
                <a:gd name="connsiteX9" fmla="*/ 153358 w 181474"/>
                <a:gd name="connsiteY9" fmla="*/ 52185 h 234767"/>
                <a:gd name="connsiteX10" fmla="*/ 115019 w 181474"/>
                <a:gd name="connsiteY10" fmla="*/ 59846 h 234767"/>
                <a:gd name="connsiteX11" fmla="*/ 108629 w 181474"/>
                <a:gd name="connsiteY11" fmla="*/ 64315 h 234767"/>
                <a:gd name="connsiteX12" fmla="*/ 111824 w 181474"/>
                <a:gd name="connsiteY12" fmla="*/ 71976 h 234767"/>
                <a:gd name="connsiteX13" fmla="*/ 129077 w 181474"/>
                <a:gd name="connsiteY13" fmla="*/ 98150 h 234767"/>
                <a:gd name="connsiteX14" fmla="*/ 116936 w 181474"/>
                <a:gd name="connsiteY14" fmla="*/ 92404 h 234767"/>
                <a:gd name="connsiteX15" fmla="*/ 96488 w 181474"/>
                <a:gd name="connsiteY15" fmla="*/ 75168 h 234767"/>
                <a:gd name="connsiteX16" fmla="*/ 96488 w 181474"/>
                <a:gd name="connsiteY16" fmla="*/ 74529 h 234767"/>
                <a:gd name="connsiteX17" fmla="*/ 91376 w 181474"/>
                <a:gd name="connsiteY17" fmla="*/ 67507 h 234767"/>
                <a:gd name="connsiteX18" fmla="*/ 84347 w 181474"/>
                <a:gd name="connsiteY18" fmla="*/ 72614 h 234767"/>
                <a:gd name="connsiteX19" fmla="*/ 84347 w 181474"/>
                <a:gd name="connsiteY19" fmla="*/ 73252 h 234767"/>
                <a:gd name="connsiteX20" fmla="*/ 65177 w 181474"/>
                <a:gd name="connsiteY20" fmla="*/ 91766 h 234767"/>
                <a:gd name="connsiteX21" fmla="*/ 63261 w 181474"/>
                <a:gd name="connsiteY21" fmla="*/ 92404 h 234767"/>
                <a:gd name="connsiteX22" fmla="*/ 51119 w 181474"/>
                <a:gd name="connsiteY22" fmla="*/ 99427 h 234767"/>
                <a:gd name="connsiteX23" fmla="*/ 67734 w 181474"/>
                <a:gd name="connsiteY23" fmla="*/ 72614 h 234767"/>
                <a:gd name="connsiteX24" fmla="*/ 71567 w 181474"/>
                <a:gd name="connsiteY24" fmla="*/ 64953 h 234767"/>
                <a:gd name="connsiteX25" fmla="*/ 65177 w 181474"/>
                <a:gd name="connsiteY25" fmla="*/ 59846 h 234767"/>
                <a:gd name="connsiteX26" fmla="*/ 26838 w 181474"/>
                <a:gd name="connsiteY26" fmla="*/ 50270 h 234767"/>
                <a:gd name="connsiteX27" fmla="*/ 54314 w 181474"/>
                <a:gd name="connsiteY27" fmla="*/ 44525 h 234767"/>
                <a:gd name="connsiteX28" fmla="*/ 84347 w 181474"/>
                <a:gd name="connsiteY28" fmla="*/ 50909 h 234767"/>
                <a:gd name="connsiteX29" fmla="*/ 92015 w 181474"/>
                <a:gd name="connsiteY29" fmla="*/ 52185 h 234767"/>
                <a:gd name="connsiteX30" fmla="*/ 95210 w 181474"/>
                <a:gd name="connsiteY30" fmla="*/ 44525 h 234767"/>
                <a:gd name="connsiteX31" fmla="*/ 102878 w 181474"/>
                <a:gd name="connsiteY31" fmla="*/ 11328 h 234767"/>
                <a:gd name="connsiteX32" fmla="*/ 104156 w 181474"/>
                <a:gd name="connsiteY32" fmla="*/ 2390 h 234767"/>
                <a:gd name="connsiteX33" fmla="*/ 95210 w 181474"/>
                <a:gd name="connsiteY33" fmla="*/ 1114 h 234767"/>
                <a:gd name="connsiteX34" fmla="*/ 81152 w 181474"/>
                <a:gd name="connsiteY34" fmla="*/ 33033 h 234767"/>
                <a:gd name="connsiteX35" fmla="*/ 51119 w 181474"/>
                <a:gd name="connsiteY35" fmla="*/ 31757 h 234767"/>
                <a:gd name="connsiteX36" fmla="*/ 17253 w 181474"/>
                <a:gd name="connsiteY36" fmla="*/ 37502 h 234767"/>
                <a:gd name="connsiteX37" fmla="*/ 12141 w 181474"/>
                <a:gd name="connsiteY37" fmla="*/ 39417 h 234767"/>
                <a:gd name="connsiteX38" fmla="*/ 10863 w 181474"/>
                <a:gd name="connsiteY38" fmla="*/ 45163 h 234767"/>
                <a:gd name="connsiteX39" fmla="*/ 31950 w 181474"/>
                <a:gd name="connsiteY39" fmla="*/ 67507 h 234767"/>
                <a:gd name="connsiteX40" fmla="*/ 0 w 181474"/>
                <a:gd name="connsiteY40" fmla="*/ 139646 h 234767"/>
                <a:gd name="connsiteX41" fmla="*/ 90737 w 181474"/>
                <a:gd name="connsiteY41" fmla="*/ 234767 h 234767"/>
                <a:gd name="connsiteX42" fmla="*/ 181474 w 181474"/>
                <a:gd name="connsiteY42" fmla="*/ 139646 h 234767"/>
                <a:gd name="connsiteX43" fmla="*/ 148247 w 181474"/>
                <a:gd name="connsiteY43" fmla="*/ 68145 h 234767"/>
                <a:gd name="connsiteX44" fmla="*/ 88181 w 181474"/>
                <a:gd name="connsiteY44" fmla="*/ 221999 h 234767"/>
                <a:gd name="connsiteX45" fmla="*/ 10224 w 181474"/>
                <a:gd name="connsiteY45" fmla="*/ 139646 h 234767"/>
                <a:gd name="connsiteX46" fmla="*/ 44091 w 181474"/>
                <a:gd name="connsiteY46" fmla="*/ 71337 h 234767"/>
                <a:gd name="connsiteX47" fmla="*/ 47286 w 181474"/>
                <a:gd name="connsiteY47" fmla="*/ 71976 h 234767"/>
                <a:gd name="connsiteX48" fmla="*/ 37062 w 181474"/>
                <a:gd name="connsiteY48" fmla="*/ 111556 h 234767"/>
                <a:gd name="connsiteX49" fmla="*/ 40896 w 181474"/>
                <a:gd name="connsiteY49" fmla="*/ 116664 h 234767"/>
                <a:gd name="connsiteX50" fmla="*/ 47286 w 181474"/>
                <a:gd name="connsiteY50" fmla="*/ 116025 h 234767"/>
                <a:gd name="connsiteX51" fmla="*/ 67094 w 181474"/>
                <a:gd name="connsiteY51" fmla="*/ 103257 h 234767"/>
                <a:gd name="connsiteX52" fmla="*/ 69012 w 181474"/>
                <a:gd name="connsiteY52" fmla="*/ 102619 h 234767"/>
                <a:gd name="connsiteX53" fmla="*/ 89459 w 181474"/>
                <a:gd name="connsiteY53" fmla="*/ 89851 h 234767"/>
                <a:gd name="connsiteX54" fmla="*/ 111824 w 181474"/>
                <a:gd name="connsiteY54" fmla="*/ 103257 h 234767"/>
                <a:gd name="connsiteX55" fmla="*/ 129077 w 181474"/>
                <a:gd name="connsiteY55" fmla="*/ 114748 h 234767"/>
                <a:gd name="connsiteX56" fmla="*/ 134189 w 181474"/>
                <a:gd name="connsiteY56" fmla="*/ 117940 h 234767"/>
                <a:gd name="connsiteX57" fmla="*/ 135467 w 181474"/>
                <a:gd name="connsiteY57" fmla="*/ 117940 h 234767"/>
                <a:gd name="connsiteX58" fmla="*/ 140579 w 181474"/>
                <a:gd name="connsiteY58" fmla="*/ 112833 h 234767"/>
                <a:gd name="connsiteX59" fmla="*/ 130994 w 181474"/>
                <a:gd name="connsiteY59" fmla="*/ 71976 h 234767"/>
                <a:gd name="connsiteX60" fmla="*/ 131633 w 181474"/>
                <a:gd name="connsiteY60" fmla="*/ 71976 h 234767"/>
                <a:gd name="connsiteX61" fmla="*/ 131633 w 181474"/>
                <a:gd name="connsiteY61" fmla="*/ 71976 h 234767"/>
                <a:gd name="connsiteX62" fmla="*/ 166138 w 181474"/>
                <a:gd name="connsiteY62" fmla="*/ 140284 h 234767"/>
                <a:gd name="connsiteX63" fmla="*/ 88181 w 181474"/>
                <a:gd name="connsiteY63" fmla="*/ 221999 h 234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81474" h="234767">
                  <a:moveTo>
                    <a:pt x="148247" y="68145"/>
                  </a:moveTo>
                  <a:cubicBezTo>
                    <a:pt x="158471" y="64953"/>
                    <a:pt x="168056" y="58569"/>
                    <a:pt x="171251" y="47717"/>
                  </a:cubicBezTo>
                  <a:cubicBezTo>
                    <a:pt x="171889" y="45801"/>
                    <a:pt x="171251" y="43886"/>
                    <a:pt x="169973" y="41971"/>
                  </a:cubicBezTo>
                  <a:cubicBezTo>
                    <a:pt x="168695" y="40694"/>
                    <a:pt x="166778" y="39417"/>
                    <a:pt x="164861" y="39417"/>
                  </a:cubicBezTo>
                  <a:cubicBezTo>
                    <a:pt x="164861" y="39417"/>
                    <a:pt x="150164" y="39417"/>
                    <a:pt x="138023" y="35587"/>
                  </a:cubicBezTo>
                  <a:cubicBezTo>
                    <a:pt x="123326" y="31118"/>
                    <a:pt x="107351" y="36225"/>
                    <a:pt x="106712" y="36225"/>
                  </a:cubicBezTo>
                  <a:cubicBezTo>
                    <a:pt x="103517" y="37502"/>
                    <a:pt x="101600" y="40694"/>
                    <a:pt x="102239" y="44525"/>
                  </a:cubicBezTo>
                  <a:cubicBezTo>
                    <a:pt x="102878" y="48355"/>
                    <a:pt x="106712" y="49632"/>
                    <a:pt x="110546" y="48993"/>
                  </a:cubicBezTo>
                  <a:cubicBezTo>
                    <a:pt x="110546" y="48993"/>
                    <a:pt x="123326" y="45163"/>
                    <a:pt x="134189" y="48355"/>
                  </a:cubicBezTo>
                  <a:cubicBezTo>
                    <a:pt x="140579" y="50270"/>
                    <a:pt x="147608" y="51547"/>
                    <a:pt x="153358" y="52185"/>
                  </a:cubicBezTo>
                  <a:cubicBezTo>
                    <a:pt x="143135" y="59846"/>
                    <a:pt x="122687" y="60485"/>
                    <a:pt x="115019" y="59846"/>
                  </a:cubicBezTo>
                  <a:cubicBezTo>
                    <a:pt x="111824" y="59846"/>
                    <a:pt x="109268" y="61761"/>
                    <a:pt x="108629" y="64315"/>
                  </a:cubicBezTo>
                  <a:cubicBezTo>
                    <a:pt x="107990" y="67507"/>
                    <a:pt x="109268" y="70060"/>
                    <a:pt x="111824" y="71976"/>
                  </a:cubicBezTo>
                  <a:cubicBezTo>
                    <a:pt x="123965" y="77721"/>
                    <a:pt x="127799" y="89212"/>
                    <a:pt x="129077" y="98150"/>
                  </a:cubicBezTo>
                  <a:cubicBezTo>
                    <a:pt x="123326" y="94958"/>
                    <a:pt x="118214" y="93043"/>
                    <a:pt x="116936" y="92404"/>
                  </a:cubicBezTo>
                  <a:cubicBezTo>
                    <a:pt x="96488" y="85382"/>
                    <a:pt x="96488" y="76444"/>
                    <a:pt x="96488" y="75168"/>
                  </a:cubicBezTo>
                  <a:cubicBezTo>
                    <a:pt x="96488" y="75168"/>
                    <a:pt x="96488" y="74529"/>
                    <a:pt x="96488" y="74529"/>
                  </a:cubicBezTo>
                  <a:cubicBezTo>
                    <a:pt x="97127" y="71337"/>
                    <a:pt x="94571" y="68145"/>
                    <a:pt x="91376" y="67507"/>
                  </a:cubicBezTo>
                  <a:cubicBezTo>
                    <a:pt x="88181" y="66869"/>
                    <a:pt x="84986" y="69422"/>
                    <a:pt x="84347" y="72614"/>
                  </a:cubicBezTo>
                  <a:cubicBezTo>
                    <a:pt x="84347" y="72614"/>
                    <a:pt x="84347" y="72614"/>
                    <a:pt x="84347" y="73252"/>
                  </a:cubicBezTo>
                  <a:cubicBezTo>
                    <a:pt x="83069" y="84744"/>
                    <a:pt x="77957" y="86659"/>
                    <a:pt x="65177" y="91766"/>
                  </a:cubicBezTo>
                  <a:lnTo>
                    <a:pt x="63261" y="92404"/>
                  </a:lnTo>
                  <a:cubicBezTo>
                    <a:pt x="60066" y="93681"/>
                    <a:pt x="55593" y="96873"/>
                    <a:pt x="51119" y="99427"/>
                  </a:cubicBezTo>
                  <a:cubicBezTo>
                    <a:pt x="53676" y="79636"/>
                    <a:pt x="67094" y="72614"/>
                    <a:pt x="67734" y="72614"/>
                  </a:cubicBezTo>
                  <a:cubicBezTo>
                    <a:pt x="70289" y="71337"/>
                    <a:pt x="72207" y="68145"/>
                    <a:pt x="71567" y="64953"/>
                  </a:cubicBezTo>
                  <a:cubicBezTo>
                    <a:pt x="70929" y="61761"/>
                    <a:pt x="67734" y="59846"/>
                    <a:pt x="65177" y="59846"/>
                  </a:cubicBezTo>
                  <a:cubicBezTo>
                    <a:pt x="42813" y="61123"/>
                    <a:pt x="31950" y="55377"/>
                    <a:pt x="26838" y="50270"/>
                  </a:cubicBezTo>
                  <a:cubicBezTo>
                    <a:pt x="33228" y="49632"/>
                    <a:pt x="42813" y="47717"/>
                    <a:pt x="54314" y="44525"/>
                  </a:cubicBezTo>
                  <a:cubicBezTo>
                    <a:pt x="73484" y="38779"/>
                    <a:pt x="84347" y="50270"/>
                    <a:pt x="84347" y="50909"/>
                  </a:cubicBezTo>
                  <a:cubicBezTo>
                    <a:pt x="86264" y="53462"/>
                    <a:pt x="89459" y="53462"/>
                    <a:pt x="92015" y="52185"/>
                  </a:cubicBezTo>
                  <a:cubicBezTo>
                    <a:pt x="94571" y="50909"/>
                    <a:pt x="95849" y="47717"/>
                    <a:pt x="95210" y="44525"/>
                  </a:cubicBezTo>
                  <a:cubicBezTo>
                    <a:pt x="88181" y="22819"/>
                    <a:pt x="102239" y="11328"/>
                    <a:pt x="102878" y="11328"/>
                  </a:cubicBezTo>
                  <a:cubicBezTo>
                    <a:pt x="105434" y="9413"/>
                    <a:pt x="106073" y="4944"/>
                    <a:pt x="104156" y="2390"/>
                  </a:cubicBezTo>
                  <a:cubicBezTo>
                    <a:pt x="102239" y="-163"/>
                    <a:pt x="97766" y="-802"/>
                    <a:pt x="95210" y="1114"/>
                  </a:cubicBezTo>
                  <a:cubicBezTo>
                    <a:pt x="94571" y="1752"/>
                    <a:pt x="81152" y="12605"/>
                    <a:pt x="81152" y="33033"/>
                  </a:cubicBezTo>
                  <a:cubicBezTo>
                    <a:pt x="73484" y="29841"/>
                    <a:pt x="63899" y="27926"/>
                    <a:pt x="51119" y="31757"/>
                  </a:cubicBezTo>
                  <a:cubicBezTo>
                    <a:pt x="30033" y="38141"/>
                    <a:pt x="17253" y="37502"/>
                    <a:pt x="17253" y="37502"/>
                  </a:cubicBezTo>
                  <a:cubicBezTo>
                    <a:pt x="15336" y="37502"/>
                    <a:pt x="13419" y="38141"/>
                    <a:pt x="12141" y="39417"/>
                  </a:cubicBezTo>
                  <a:cubicBezTo>
                    <a:pt x="10863" y="40694"/>
                    <a:pt x="10224" y="43248"/>
                    <a:pt x="10863" y="45163"/>
                  </a:cubicBezTo>
                  <a:cubicBezTo>
                    <a:pt x="10863" y="45801"/>
                    <a:pt x="14058" y="59846"/>
                    <a:pt x="31950" y="67507"/>
                  </a:cubicBezTo>
                  <a:cubicBezTo>
                    <a:pt x="12141" y="85382"/>
                    <a:pt x="0" y="111556"/>
                    <a:pt x="0" y="139646"/>
                  </a:cubicBezTo>
                  <a:cubicBezTo>
                    <a:pt x="0" y="191995"/>
                    <a:pt x="40896" y="234767"/>
                    <a:pt x="90737" y="234767"/>
                  </a:cubicBezTo>
                  <a:cubicBezTo>
                    <a:pt x="140579" y="234767"/>
                    <a:pt x="181474" y="191995"/>
                    <a:pt x="181474" y="139646"/>
                  </a:cubicBezTo>
                  <a:cubicBezTo>
                    <a:pt x="178918" y="112195"/>
                    <a:pt x="167416" y="86020"/>
                    <a:pt x="148247" y="68145"/>
                  </a:cubicBezTo>
                  <a:close/>
                  <a:moveTo>
                    <a:pt x="88181" y="221999"/>
                  </a:moveTo>
                  <a:cubicBezTo>
                    <a:pt x="45369" y="221999"/>
                    <a:pt x="10224" y="184972"/>
                    <a:pt x="10224" y="139646"/>
                  </a:cubicBezTo>
                  <a:cubicBezTo>
                    <a:pt x="10224" y="112195"/>
                    <a:pt x="23004" y="87297"/>
                    <a:pt x="44091" y="71337"/>
                  </a:cubicBezTo>
                  <a:cubicBezTo>
                    <a:pt x="45369" y="71337"/>
                    <a:pt x="46008" y="71976"/>
                    <a:pt x="47286" y="71976"/>
                  </a:cubicBezTo>
                  <a:cubicBezTo>
                    <a:pt x="40896" y="80275"/>
                    <a:pt x="35145" y="92404"/>
                    <a:pt x="37062" y="111556"/>
                  </a:cubicBezTo>
                  <a:cubicBezTo>
                    <a:pt x="37062" y="114110"/>
                    <a:pt x="38979" y="116025"/>
                    <a:pt x="40896" y="116664"/>
                  </a:cubicBezTo>
                  <a:cubicBezTo>
                    <a:pt x="42813" y="117302"/>
                    <a:pt x="45369" y="117302"/>
                    <a:pt x="47286" y="116025"/>
                  </a:cubicBezTo>
                  <a:cubicBezTo>
                    <a:pt x="53037" y="112195"/>
                    <a:pt x="63261" y="105172"/>
                    <a:pt x="67094" y="103257"/>
                  </a:cubicBezTo>
                  <a:lnTo>
                    <a:pt x="69012" y="102619"/>
                  </a:lnTo>
                  <a:cubicBezTo>
                    <a:pt x="77318" y="99427"/>
                    <a:pt x="84347" y="96235"/>
                    <a:pt x="89459" y="89851"/>
                  </a:cubicBezTo>
                  <a:cubicBezTo>
                    <a:pt x="93932" y="94958"/>
                    <a:pt x="100961" y="99427"/>
                    <a:pt x="111824" y="103257"/>
                  </a:cubicBezTo>
                  <a:cubicBezTo>
                    <a:pt x="116936" y="105172"/>
                    <a:pt x="125882" y="109641"/>
                    <a:pt x="129077" y="114748"/>
                  </a:cubicBezTo>
                  <a:cubicBezTo>
                    <a:pt x="130355" y="116664"/>
                    <a:pt x="132272" y="117940"/>
                    <a:pt x="134189" y="117940"/>
                  </a:cubicBezTo>
                  <a:cubicBezTo>
                    <a:pt x="134828" y="117940"/>
                    <a:pt x="134828" y="117940"/>
                    <a:pt x="135467" y="117940"/>
                  </a:cubicBezTo>
                  <a:cubicBezTo>
                    <a:pt x="138023" y="117302"/>
                    <a:pt x="139940" y="115387"/>
                    <a:pt x="140579" y="112833"/>
                  </a:cubicBezTo>
                  <a:cubicBezTo>
                    <a:pt x="140579" y="111556"/>
                    <a:pt x="143774" y="88574"/>
                    <a:pt x="130994" y="71976"/>
                  </a:cubicBezTo>
                  <a:cubicBezTo>
                    <a:pt x="130994" y="71976"/>
                    <a:pt x="131633" y="71976"/>
                    <a:pt x="131633" y="71976"/>
                  </a:cubicBezTo>
                  <a:cubicBezTo>
                    <a:pt x="131633" y="71976"/>
                    <a:pt x="131633" y="71976"/>
                    <a:pt x="131633" y="71976"/>
                  </a:cubicBezTo>
                  <a:cubicBezTo>
                    <a:pt x="153358" y="87297"/>
                    <a:pt x="166138" y="112833"/>
                    <a:pt x="166138" y="140284"/>
                  </a:cubicBezTo>
                  <a:cubicBezTo>
                    <a:pt x="166138" y="185611"/>
                    <a:pt x="131633" y="221999"/>
                    <a:pt x="88181" y="221999"/>
                  </a:cubicBezTo>
                  <a:close/>
                </a:path>
              </a:pathLst>
            </a:custGeom>
            <a:solidFill>
              <a:srgbClr val="046A38"/>
            </a:solidFill>
            <a:ln w="6390" cap="flat">
              <a:noFill/>
              <a:prstDash val="solid"/>
              <a:miter/>
            </a:ln>
          </p:spPr>
          <p:txBody>
            <a:bodyPr rtlCol="0" anchor="ctr"/>
            <a:lstStyle/>
            <a:p>
              <a:endParaRPr lang="en-US"/>
            </a:p>
          </p:txBody>
        </p:sp>
      </p:grpSp>
      <p:grpSp>
        <p:nvGrpSpPr>
          <p:cNvPr id="1011" name="Graphic 4">
            <a:extLst>
              <a:ext uri="{FF2B5EF4-FFF2-40B4-BE49-F238E27FC236}">
                <a16:creationId xmlns:a16="http://schemas.microsoft.com/office/drawing/2014/main" id="{D08C830B-8952-9E44-B5D4-7C5555916FA3}"/>
              </a:ext>
            </a:extLst>
          </p:cNvPr>
          <p:cNvGrpSpPr/>
          <p:nvPr/>
        </p:nvGrpSpPr>
        <p:grpSpPr>
          <a:xfrm>
            <a:off x="4661459" y="1893013"/>
            <a:ext cx="361670" cy="361333"/>
            <a:chOff x="4661459" y="1893013"/>
            <a:chExt cx="361670" cy="361333"/>
          </a:xfrm>
          <a:solidFill>
            <a:srgbClr val="046A38"/>
          </a:solidFill>
        </p:grpSpPr>
        <p:sp>
          <p:nvSpPr>
            <p:cNvPr id="1012" name="Graphic 4">
              <a:extLst>
                <a:ext uri="{FF2B5EF4-FFF2-40B4-BE49-F238E27FC236}">
                  <a16:creationId xmlns:a16="http://schemas.microsoft.com/office/drawing/2014/main" id="{D9FA7F28-EF8C-E74B-8A31-002DE94EBE0B}"/>
                </a:ext>
              </a:extLst>
            </p:cNvPr>
            <p:cNvSpPr/>
            <p:nvPr/>
          </p:nvSpPr>
          <p:spPr>
            <a:xfrm>
              <a:off x="4661459"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013" name="Graphic 4">
              <a:extLst>
                <a:ext uri="{FF2B5EF4-FFF2-40B4-BE49-F238E27FC236}">
                  <a16:creationId xmlns:a16="http://schemas.microsoft.com/office/drawing/2014/main" id="{4DB2DF4C-3722-F540-81E2-CC1FEDC3D12E}"/>
                </a:ext>
              </a:extLst>
            </p:cNvPr>
            <p:cNvSpPr/>
            <p:nvPr/>
          </p:nvSpPr>
          <p:spPr>
            <a:xfrm>
              <a:off x="4771842" y="1965631"/>
              <a:ext cx="140411" cy="217214"/>
            </a:xfrm>
            <a:custGeom>
              <a:avLst/>
              <a:gdLst>
                <a:gd name="connsiteX0" fmla="*/ 75564 w 140411"/>
                <a:gd name="connsiteY0" fmla="*/ 1436 h 217214"/>
                <a:gd name="connsiteX1" fmla="*/ 67257 w 140411"/>
                <a:gd name="connsiteY1" fmla="*/ 1436 h 217214"/>
                <a:gd name="connsiteX2" fmla="*/ 802 w 140411"/>
                <a:gd name="connsiteY2" fmla="*/ 118263 h 217214"/>
                <a:gd name="connsiteX3" fmla="*/ 19332 w 140411"/>
                <a:gd name="connsiteY3" fmla="*/ 196786 h 217214"/>
                <a:gd name="connsiteX4" fmla="*/ 74925 w 140411"/>
                <a:gd name="connsiteY4" fmla="*/ 217215 h 217214"/>
                <a:gd name="connsiteX5" fmla="*/ 119654 w 140411"/>
                <a:gd name="connsiteY5" fmla="*/ 199978 h 217214"/>
                <a:gd name="connsiteX6" fmla="*/ 140102 w 140411"/>
                <a:gd name="connsiteY6" fmla="*/ 120817 h 217214"/>
                <a:gd name="connsiteX7" fmla="*/ 75564 w 140411"/>
                <a:gd name="connsiteY7" fmla="*/ 1436 h 217214"/>
                <a:gd name="connsiteX8" fmla="*/ 110708 w 140411"/>
                <a:gd name="connsiteY8" fmla="*/ 190402 h 217214"/>
                <a:gd name="connsiteX9" fmla="*/ 103680 w 140411"/>
                <a:gd name="connsiteY9" fmla="*/ 196148 h 217214"/>
                <a:gd name="connsiteX10" fmla="*/ 110708 w 140411"/>
                <a:gd name="connsiteY10" fmla="*/ 144438 h 217214"/>
                <a:gd name="connsiteX11" fmla="*/ 103680 w 140411"/>
                <a:gd name="connsiteY11" fmla="*/ 139330 h 217214"/>
                <a:gd name="connsiteX12" fmla="*/ 98568 w 140411"/>
                <a:gd name="connsiteY12" fmla="*/ 146353 h 217214"/>
                <a:gd name="connsiteX13" fmla="*/ 82593 w 140411"/>
                <a:gd name="connsiteY13" fmla="*/ 203170 h 217214"/>
                <a:gd name="connsiteX14" fmla="*/ 81954 w 140411"/>
                <a:gd name="connsiteY14" fmla="*/ 203809 h 217214"/>
                <a:gd name="connsiteX15" fmla="*/ 75564 w 140411"/>
                <a:gd name="connsiteY15" fmla="*/ 204447 h 217214"/>
                <a:gd name="connsiteX16" fmla="*/ 61506 w 140411"/>
                <a:gd name="connsiteY16" fmla="*/ 203809 h 217214"/>
                <a:gd name="connsiteX17" fmla="*/ 60867 w 140411"/>
                <a:gd name="connsiteY17" fmla="*/ 203170 h 217214"/>
                <a:gd name="connsiteX18" fmla="*/ 46170 w 140411"/>
                <a:gd name="connsiteY18" fmla="*/ 157844 h 217214"/>
                <a:gd name="connsiteX19" fmla="*/ 40419 w 140411"/>
                <a:gd name="connsiteY19" fmla="*/ 150821 h 217214"/>
                <a:gd name="connsiteX20" fmla="*/ 33390 w 140411"/>
                <a:gd name="connsiteY20" fmla="*/ 156567 h 217214"/>
                <a:gd name="connsiteX21" fmla="*/ 42336 w 140411"/>
                <a:gd name="connsiteY21" fmla="*/ 198701 h 217214"/>
                <a:gd name="connsiteX22" fmla="*/ 28278 w 140411"/>
                <a:gd name="connsiteY22" fmla="*/ 188487 h 217214"/>
                <a:gd name="connsiteX23" fmla="*/ 13582 w 140411"/>
                <a:gd name="connsiteY23" fmla="*/ 119540 h 217214"/>
                <a:gd name="connsiteX24" fmla="*/ 64701 w 140411"/>
                <a:gd name="connsiteY24" fmla="*/ 21865 h 217214"/>
                <a:gd name="connsiteX25" fmla="*/ 64701 w 140411"/>
                <a:gd name="connsiteY25" fmla="*/ 69107 h 217214"/>
                <a:gd name="connsiteX26" fmla="*/ 71091 w 140411"/>
                <a:gd name="connsiteY26" fmla="*/ 74852 h 217214"/>
                <a:gd name="connsiteX27" fmla="*/ 71730 w 140411"/>
                <a:gd name="connsiteY27" fmla="*/ 74852 h 217214"/>
                <a:gd name="connsiteX28" fmla="*/ 77481 w 140411"/>
                <a:gd name="connsiteY28" fmla="*/ 67830 h 217214"/>
                <a:gd name="connsiteX29" fmla="*/ 77481 w 140411"/>
                <a:gd name="connsiteY29" fmla="*/ 22503 h 217214"/>
                <a:gd name="connsiteX30" fmla="*/ 101763 w 140411"/>
                <a:gd name="connsiteY30" fmla="*/ 52508 h 217214"/>
                <a:gd name="connsiteX31" fmla="*/ 98568 w 140411"/>
                <a:gd name="connsiteY31" fmla="*/ 81236 h 217214"/>
                <a:gd name="connsiteX32" fmla="*/ 98568 w 140411"/>
                <a:gd name="connsiteY32" fmla="*/ 105495 h 217214"/>
                <a:gd name="connsiteX33" fmla="*/ 103680 w 140411"/>
                <a:gd name="connsiteY33" fmla="*/ 113156 h 217214"/>
                <a:gd name="connsiteX34" fmla="*/ 104958 w 140411"/>
                <a:gd name="connsiteY34" fmla="*/ 113156 h 217214"/>
                <a:gd name="connsiteX35" fmla="*/ 111348 w 140411"/>
                <a:gd name="connsiteY35" fmla="*/ 108049 h 217214"/>
                <a:gd name="connsiteX36" fmla="*/ 111348 w 140411"/>
                <a:gd name="connsiteY36" fmla="*/ 80598 h 217214"/>
                <a:gd name="connsiteX37" fmla="*/ 111348 w 140411"/>
                <a:gd name="connsiteY37" fmla="*/ 68468 h 217214"/>
                <a:gd name="connsiteX38" fmla="*/ 127322 w 140411"/>
                <a:gd name="connsiteY38" fmla="*/ 122094 h 217214"/>
                <a:gd name="connsiteX39" fmla="*/ 110708 w 140411"/>
                <a:gd name="connsiteY39" fmla="*/ 190402 h 217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40411" h="217214">
                  <a:moveTo>
                    <a:pt x="75564" y="1436"/>
                  </a:moveTo>
                  <a:cubicBezTo>
                    <a:pt x="73008" y="-479"/>
                    <a:pt x="69813" y="-479"/>
                    <a:pt x="67257" y="1436"/>
                  </a:cubicBezTo>
                  <a:cubicBezTo>
                    <a:pt x="64701" y="3351"/>
                    <a:pt x="6552" y="50593"/>
                    <a:pt x="802" y="118263"/>
                  </a:cubicBezTo>
                  <a:cubicBezTo>
                    <a:pt x="-2393" y="154652"/>
                    <a:pt x="3997" y="180188"/>
                    <a:pt x="19332" y="196786"/>
                  </a:cubicBezTo>
                  <a:cubicBezTo>
                    <a:pt x="32112" y="210193"/>
                    <a:pt x="50643" y="217215"/>
                    <a:pt x="74925" y="217215"/>
                  </a:cubicBezTo>
                  <a:cubicBezTo>
                    <a:pt x="93456" y="217215"/>
                    <a:pt x="108791" y="211469"/>
                    <a:pt x="119654" y="199978"/>
                  </a:cubicBezTo>
                  <a:cubicBezTo>
                    <a:pt x="134990" y="184018"/>
                    <a:pt x="142019" y="157205"/>
                    <a:pt x="140102" y="120817"/>
                  </a:cubicBezTo>
                  <a:cubicBezTo>
                    <a:pt x="137546" y="55062"/>
                    <a:pt x="78120" y="3351"/>
                    <a:pt x="75564" y="1436"/>
                  </a:cubicBezTo>
                  <a:close/>
                  <a:moveTo>
                    <a:pt x="110708" y="190402"/>
                  </a:moveTo>
                  <a:cubicBezTo>
                    <a:pt x="108791" y="192956"/>
                    <a:pt x="106236" y="194871"/>
                    <a:pt x="103680" y="196148"/>
                  </a:cubicBezTo>
                  <a:cubicBezTo>
                    <a:pt x="114543" y="173804"/>
                    <a:pt x="110708" y="145714"/>
                    <a:pt x="110708" y="144438"/>
                  </a:cubicBezTo>
                  <a:cubicBezTo>
                    <a:pt x="110069" y="141246"/>
                    <a:pt x="106875" y="138692"/>
                    <a:pt x="103680" y="139330"/>
                  </a:cubicBezTo>
                  <a:cubicBezTo>
                    <a:pt x="100485" y="139969"/>
                    <a:pt x="97928" y="143161"/>
                    <a:pt x="98568" y="146353"/>
                  </a:cubicBezTo>
                  <a:cubicBezTo>
                    <a:pt x="98568" y="146991"/>
                    <a:pt x="104318" y="187849"/>
                    <a:pt x="82593" y="203170"/>
                  </a:cubicBezTo>
                  <a:cubicBezTo>
                    <a:pt x="82593" y="203170"/>
                    <a:pt x="82593" y="203170"/>
                    <a:pt x="81954" y="203809"/>
                  </a:cubicBezTo>
                  <a:cubicBezTo>
                    <a:pt x="80037" y="203809"/>
                    <a:pt x="77481" y="204447"/>
                    <a:pt x="75564" y="204447"/>
                  </a:cubicBezTo>
                  <a:cubicBezTo>
                    <a:pt x="70452" y="204447"/>
                    <a:pt x="65979" y="203809"/>
                    <a:pt x="61506" y="203809"/>
                  </a:cubicBezTo>
                  <a:cubicBezTo>
                    <a:pt x="61506" y="203809"/>
                    <a:pt x="61506" y="203170"/>
                    <a:pt x="60867" y="203170"/>
                  </a:cubicBezTo>
                  <a:cubicBezTo>
                    <a:pt x="43614" y="182741"/>
                    <a:pt x="46170" y="157844"/>
                    <a:pt x="46170" y="157844"/>
                  </a:cubicBezTo>
                  <a:cubicBezTo>
                    <a:pt x="46809" y="154652"/>
                    <a:pt x="44253" y="151460"/>
                    <a:pt x="40419" y="150821"/>
                  </a:cubicBezTo>
                  <a:cubicBezTo>
                    <a:pt x="37224" y="150183"/>
                    <a:pt x="34029" y="152737"/>
                    <a:pt x="33390" y="156567"/>
                  </a:cubicBezTo>
                  <a:cubicBezTo>
                    <a:pt x="33390" y="157844"/>
                    <a:pt x="31473" y="177634"/>
                    <a:pt x="42336" y="198701"/>
                  </a:cubicBezTo>
                  <a:cubicBezTo>
                    <a:pt x="37224" y="196148"/>
                    <a:pt x="32112" y="192956"/>
                    <a:pt x="28278" y="188487"/>
                  </a:cubicBezTo>
                  <a:cubicBezTo>
                    <a:pt x="15499" y="175081"/>
                    <a:pt x="10387" y="151460"/>
                    <a:pt x="13582" y="119540"/>
                  </a:cubicBezTo>
                  <a:cubicBezTo>
                    <a:pt x="17415" y="74214"/>
                    <a:pt x="48087" y="37825"/>
                    <a:pt x="64701" y="21865"/>
                  </a:cubicBezTo>
                  <a:cubicBezTo>
                    <a:pt x="62145" y="39740"/>
                    <a:pt x="64701" y="65276"/>
                    <a:pt x="64701" y="69107"/>
                  </a:cubicBezTo>
                  <a:cubicBezTo>
                    <a:pt x="65340" y="72299"/>
                    <a:pt x="67896" y="74852"/>
                    <a:pt x="71091" y="74852"/>
                  </a:cubicBezTo>
                  <a:cubicBezTo>
                    <a:pt x="71091" y="74852"/>
                    <a:pt x="71730" y="74852"/>
                    <a:pt x="71730" y="74852"/>
                  </a:cubicBezTo>
                  <a:cubicBezTo>
                    <a:pt x="74925" y="74214"/>
                    <a:pt x="77481" y="71022"/>
                    <a:pt x="77481" y="67830"/>
                  </a:cubicBezTo>
                  <a:cubicBezTo>
                    <a:pt x="76203" y="55062"/>
                    <a:pt x="74925" y="34633"/>
                    <a:pt x="77481" y="22503"/>
                  </a:cubicBezTo>
                  <a:cubicBezTo>
                    <a:pt x="84510" y="29526"/>
                    <a:pt x="93456" y="39740"/>
                    <a:pt x="101763" y="52508"/>
                  </a:cubicBezTo>
                  <a:cubicBezTo>
                    <a:pt x="101123" y="53785"/>
                    <a:pt x="97290" y="63361"/>
                    <a:pt x="98568" y="81236"/>
                  </a:cubicBezTo>
                  <a:cubicBezTo>
                    <a:pt x="99846" y="97835"/>
                    <a:pt x="98568" y="105495"/>
                    <a:pt x="98568" y="105495"/>
                  </a:cubicBezTo>
                  <a:cubicBezTo>
                    <a:pt x="97928" y="108687"/>
                    <a:pt x="100485" y="112518"/>
                    <a:pt x="103680" y="113156"/>
                  </a:cubicBezTo>
                  <a:cubicBezTo>
                    <a:pt x="104318" y="113156"/>
                    <a:pt x="104318" y="113156"/>
                    <a:pt x="104958" y="113156"/>
                  </a:cubicBezTo>
                  <a:cubicBezTo>
                    <a:pt x="108153" y="113156"/>
                    <a:pt x="110708" y="111241"/>
                    <a:pt x="111348" y="108049"/>
                  </a:cubicBezTo>
                  <a:cubicBezTo>
                    <a:pt x="111348" y="107410"/>
                    <a:pt x="112626" y="99111"/>
                    <a:pt x="111348" y="80598"/>
                  </a:cubicBezTo>
                  <a:cubicBezTo>
                    <a:pt x="110708" y="75491"/>
                    <a:pt x="111348" y="71660"/>
                    <a:pt x="111348" y="68468"/>
                  </a:cubicBezTo>
                  <a:cubicBezTo>
                    <a:pt x="120293" y="84428"/>
                    <a:pt x="126683" y="102942"/>
                    <a:pt x="127322" y="122094"/>
                  </a:cubicBezTo>
                  <a:cubicBezTo>
                    <a:pt x="129239" y="153375"/>
                    <a:pt x="123488" y="176996"/>
                    <a:pt x="110708" y="190402"/>
                  </a:cubicBezTo>
                  <a:close/>
                </a:path>
              </a:pathLst>
            </a:custGeom>
            <a:solidFill>
              <a:srgbClr val="046A38"/>
            </a:solidFill>
            <a:ln w="6390" cap="flat">
              <a:noFill/>
              <a:prstDash val="solid"/>
              <a:miter/>
            </a:ln>
          </p:spPr>
          <p:txBody>
            <a:bodyPr rtlCol="0" anchor="ctr"/>
            <a:lstStyle/>
            <a:p>
              <a:endParaRPr lang="en-US"/>
            </a:p>
          </p:txBody>
        </p:sp>
        <p:sp>
          <p:nvSpPr>
            <p:cNvPr id="1014" name="Graphic 4">
              <a:extLst>
                <a:ext uri="{FF2B5EF4-FFF2-40B4-BE49-F238E27FC236}">
                  <a16:creationId xmlns:a16="http://schemas.microsoft.com/office/drawing/2014/main" id="{8AB1110F-F4E9-0F4F-88D8-E905250CE944}"/>
                </a:ext>
              </a:extLst>
            </p:cNvPr>
            <p:cNvSpPr/>
            <p:nvPr/>
          </p:nvSpPr>
          <p:spPr>
            <a:xfrm>
              <a:off x="4803315" y="2032422"/>
              <a:ext cx="19808" cy="68070"/>
            </a:xfrm>
            <a:custGeom>
              <a:avLst/>
              <a:gdLst>
                <a:gd name="connsiteX0" fmla="*/ 8946 w 19808"/>
                <a:gd name="connsiteY0" fmla="*/ 400 h 68070"/>
                <a:gd name="connsiteX1" fmla="*/ 5112 w 19808"/>
                <a:gd name="connsiteY1" fmla="*/ 8699 h 68070"/>
                <a:gd name="connsiteX2" fmla="*/ 5112 w 19808"/>
                <a:gd name="connsiteY2" fmla="*/ 31043 h 68070"/>
                <a:gd name="connsiteX3" fmla="*/ 0 w 19808"/>
                <a:gd name="connsiteY3" fmla="*/ 61686 h 68070"/>
                <a:gd name="connsiteX4" fmla="*/ 6390 w 19808"/>
                <a:gd name="connsiteY4" fmla="*/ 68070 h 68070"/>
                <a:gd name="connsiteX5" fmla="*/ 6390 w 19808"/>
                <a:gd name="connsiteY5" fmla="*/ 68070 h 68070"/>
                <a:gd name="connsiteX6" fmla="*/ 12780 w 19808"/>
                <a:gd name="connsiteY6" fmla="*/ 61686 h 68070"/>
                <a:gd name="connsiteX7" fmla="*/ 17253 w 19808"/>
                <a:gd name="connsiteY7" fmla="*/ 35512 h 68070"/>
                <a:gd name="connsiteX8" fmla="*/ 17253 w 19808"/>
                <a:gd name="connsiteY8" fmla="*/ 4230 h 68070"/>
                <a:gd name="connsiteX9" fmla="*/ 8946 w 19808"/>
                <a:gd name="connsiteY9" fmla="*/ 400 h 68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808" h="68070">
                  <a:moveTo>
                    <a:pt x="8946" y="400"/>
                  </a:moveTo>
                  <a:cubicBezTo>
                    <a:pt x="5751" y="1677"/>
                    <a:pt x="3834" y="4869"/>
                    <a:pt x="5112" y="8699"/>
                  </a:cubicBezTo>
                  <a:cubicBezTo>
                    <a:pt x="5112" y="8699"/>
                    <a:pt x="8946" y="20829"/>
                    <a:pt x="5112" y="31043"/>
                  </a:cubicBezTo>
                  <a:cubicBezTo>
                    <a:pt x="0" y="44450"/>
                    <a:pt x="0" y="61048"/>
                    <a:pt x="0" y="61686"/>
                  </a:cubicBezTo>
                  <a:cubicBezTo>
                    <a:pt x="0" y="65517"/>
                    <a:pt x="2556" y="68070"/>
                    <a:pt x="6390" y="68070"/>
                  </a:cubicBezTo>
                  <a:cubicBezTo>
                    <a:pt x="6390" y="68070"/>
                    <a:pt x="6390" y="68070"/>
                    <a:pt x="6390" y="68070"/>
                  </a:cubicBezTo>
                  <a:cubicBezTo>
                    <a:pt x="10224" y="68070"/>
                    <a:pt x="12780" y="65517"/>
                    <a:pt x="12780" y="61686"/>
                  </a:cubicBezTo>
                  <a:cubicBezTo>
                    <a:pt x="12780" y="61686"/>
                    <a:pt x="12780" y="47003"/>
                    <a:pt x="17253" y="35512"/>
                  </a:cubicBezTo>
                  <a:cubicBezTo>
                    <a:pt x="23004" y="20829"/>
                    <a:pt x="17253" y="4869"/>
                    <a:pt x="17253" y="4230"/>
                  </a:cubicBezTo>
                  <a:cubicBezTo>
                    <a:pt x="15975" y="1038"/>
                    <a:pt x="12141" y="-877"/>
                    <a:pt x="8946" y="400"/>
                  </a:cubicBezTo>
                  <a:close/>
                </a:path>
              </a:pathLst>
            </a:custGeom>
            <a:solidFill>
              <a:srgbClr val="046A38"/>
            </a:solidFill>
            <a:ln w="6390" cap="flat">
              <a:noFill/>
              <a:prstDash val="solid"/>
              <a:miter/>
            </a:ln>
          </p:spPr>
          <p:txBody>
            <a:bodyPr rtlCol="0" anchor="ctr"/>
            <a:lstStyle/>
            <a:p>
              <a:endParaRPr lang="en-US"/>
            </a:p>
          </p:txBody>
        </p:sp>
        <p:sp>
          <p:nvSpPr>
            <p:cNvPr id="1015" name="Graphic 4">
              <a:extLst>
                <a:ext uri="{FF2B5EF4-FFF2-40B4-BE49-F238E27FC236}">
                  <a16:creationId xmlns:a16="http://schemas.microsoft.com/office/drawing/2014/main" id="{7E4AF911-A441-844E-B927-6BB9915B87FF}"/>
                </a:ext>
              </a:extLst>
            </p:cNvPr>
            <p:cNvSpPr/>
            <p:nvPr/>
          </p:nvSpPr>
          <p:spPr>
            <a:xfrm>
              <a:off x="4838949" y="2069088"/>
              <a:ext cx="15556" cy="72261"/>
            </a:xfrm>
            <a:custGeom>
              <a:avLst/>
              <a:gdLst>
                <a:gd name="connsiteX0" fmla="*/ 14847 w 15556"/>
                <a:gd name="connsiteY0" fmla="*/ 7783 h 72261"/>
                <a:gd name="connsiteX1" fmla="*/ 10374 w 15556"/>
                <a:gd name="connsiteY1" fmla="*/ 122 h 72261"/>
                <a:gd name="connsiteX2" fmla="*/ 2706 w 15556"/>
                <a:gd name="connsiteY2" fmla="*/ 4591 h 72261"/>
                <a:gd name="connsiteX3" fmla="*/ 789 w 15556"/>
                <a:gd name="connsiteY3" fmla="*/ 38426 h 72261"/>
                <a:gd name="connsiteX4" fmla="*/ 2706 w 15556"/>
                <a:gd name="connsiteY4" fmla="*/ 65239 h 72261"/>
                <a:gd name="connsiteX5" fmla="*/ 8457 w 15556"/>
                <a:gd name="connsiteY5" fmla="*/ 72261 h 72261"/>
                <a:gd name="connsiteX6" fmla="*/ 9096 w 15556"/>
                <a:gd name="connsiteY6" fmla="*/ 72261 h 72261"/>
                <a:gd name="connsiteX7" fmla="*/ 15486 w 15556"/>
                <a:gd name="connsiteY7" fmla="*/ 66516 h 72261"/>
                <a:gd name="connsiteX8" fmla="*/ 13569 w 15556"/>
                <a:gd name="connsiteY8" fmla="*/ 35873 h 72261"/>
                <a:gd name="connsiteX9" fmla="*/ 14847 w 15556"/>
                <a:gd name="connsiteY9" fmla="*/ 7783 h 72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556" h="72261">
                  <a:moveTo>
                    <a:pt x="14847" y="7783"/>
                  </a:moveTo>
                  <a:cubicBezTo>
                    <a:pt x="15486" y="4591"/>
                    <a:pt x="13569" y="761"/>
                    <a:pt x="10374" y="122"/>
                  </a:cubicBezTo>
                  <a:cubicBezTo>
                    <a:pt x="7179" y="-516"/>
                    <a:pt x="3345" y="1399"/>
                    <a:pt x="2706" y="4591"/>
                  </a:cubicBezTo>
                  <a:cubicBezTo>
                    <a:pt x="2706" y="5229"/>
                    <a:pt x="-1767" y="23743"/>
                    <a:pt x="789" y="38426"/>
                  </a:cubicBezTo>
                  <a:cubicBezTo>
                    <a:pt x="3345" y="50556"/>
                    <a:pt x="2706" y="65239"/>
                    <a:pt x="2706" y="65239"/>
                  </a:cubicBezTo>
                  <a:cubicBezTo>
                    <a:pt x="2706" y="69069"/>
                    <a:pt x="5262" y="71623"/>
                    <a:pt x="8457" y="72261"/>
                  </a:cubicBezTo>
                  <a:cubicBezTo>
                    <a:pt x="8457" y="72261"/>
                    <a:pt x="8457" y="72261"/>
                    <a:pt x="9096" y="72261"/>
                  </a:cubicBezTo>
                  <a:cubicBezTo>
                    <a:pt x="12291" y="72261"/>
                    <a:pt x="15486" y="69708"/>
                    <a:pt x="15486" y="66516"/>
                  </a:cubicBezTo>
                  <a:cubicBezTo>
                    <a:pt x="15486" y="65877"/>
                    <a:pt x="16125" y="49917"/>
                    <a:pt x="13569" y="35873"/>
                  </a:cubicBezTo>
                  <a:cubicBezTo>
                    <a:pt x="11013" y="24381"/>
                    <a:pt x="14847" y="7783"/>
                    <a:pt x="14847" y="7783"/>
                  </a:cubicBezTo>
                  <a:close/>
                </a:path>
              </a:pathLst>
            </a:custGeom>
            <a:solidFill>
              <a:srgbClr val="046A38"/>
            </a:solidFill>
            <a:ln w="6390" cap="flat">
              <a:noFill/>
              <a:prstDash val="solid"/>
              <a:miter/>
            </a:ln>
          </p:spPr>
          <p:txBody>
            <a:bodyPr rtlCol="0" anchor="ctr"/>
            <a:lstStyle/>
            <a:p>
              <a:endParaRPr lang="en-US"/>
            </a:p>
          </p:txBody>
        </p:sp>
      </p:grpSp>
      <p:grpSp>
        <p:nvGrpSpPr>
          <p:cNvPr id="1016" name="Graphic 4">
            <a:extLst>
              <a:ext uri="{FF2B5EF4-FFF2-40B4-BE49-F238E27FC236}">
                <a16:creationId xmlns:a16="http://schemas.microsoft.com/office/drawing/2014/main" id="{D56495AC-1FF2-7B41-9B99-3370A753A4F5}"/>
              </a:ext>
            </a:extLst>
          </p:cNvPr>
          <p:cNvGrpSpPr/>
          <p:nvPr/>
        </p:nvGrpSpPr>
        <p:grpSpPr>
          <a:xfrm>
            <a:off x="4661459" y="2855717"/>
            <a:ext cx="361674" cy="361333"/>
            <a:chOff x="4661459" y="2855717"/>
            <a:chExt cx="361674" cy="361333"/>
          </a:xfrm>
          <a:solidFill>
            <a:srgbClr val="046A38"/>
          </a:solidFill>
        </p:grpSpPr>
        <p:sp>
          <p:nvSpPr>
            <p:cNvPr id="1017" name="Graphic 4">
              <a:extLst>
                <a:ext uri="{FF2B5EF4-FFF2-40B4-BE49-F238E27FC236}">
                  <a16:creationId xmlns:a16="http://schemas.microsoft.com/office/drawing/2014/main" id="{4A425E5C-96E4-0346-BFE1-0772E6A9734C}"/>
                </a:ext>
              </a:extLst>
            </p:cNvPr>
            <p:cNvSpPr/>
            <p:nvPr/>
          </p:nvSpPr>
          <p:spPr>
            <a:xfrm>
              <a:off x="4661459" y="2855717"/>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835 w 361674"/>
                <a:gd name="connsiteY5" fmla="*/ 348565 h 361333"/>
                <a:gd name="connsiteX6" fmla="*/ 12780 w 361674"/>
                <a:gd name="connsiteY6" fmla="*/ 180667 h 361333"/>
                <a:gd name="connsiteX7" fmla="*/ 180835 w 361674"/>
                <a:gd name="connsiteY7" fmla="*/ 12768 h 361333"/>
                <a:gd name="connsiteX8" fmla="*/ 348890 w 361674"/>
                <a:gd name="connsiteY8" fmla="*/ 180667 h 361333"/>
                <a:gd name="connsiteX9" fmla="*/ 180835 w 361674"/>
                <a:gd name="connsiteY9" fmla="*/ 3485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2310" y="80438"/>
                    <a:pt x="281157" y="0"/>
                    <a:pt x="180835" y="0"/>
                  </a:cubicBezTo>
                  <a:close/>
                  <a:moveTo>
                    <a:pt x="180835" y="348565"/>
                  </a:moveTo>
                  <a:cubicBezTo>
                    <a:pt x="88181" y="348565"/>
                    <a:pt x="12780" y="273234"/>
                    <a:pt x="12780" y="180667"/>
                  </a:cubicBezTo>
                  <a:cubicBezTo>
                    <a:pt x="12780" y="88099"/>
                    <a:pt x="88181" y="12768"/>
                    <a:pt x="180835" y="12768"/>
                  </a:cubicBezTo>
                  <a:cubicBezTo>
                    <a:pt x="273489" y="12768"/>
                    <a:pt x="348890" y="88099"/>
                    <a:pt x="348890" y="180667"/>
                  </a:cubicBezTo>
                  <a:cubicBezTo>
                    <a:pt x="348890" y="273234"/>
                    <a:pt x="273489" y="348565"/>
                    <a:pt x="180835" y="348565"/>
                  </a:cubicBezTo>
                  <a:close/>
                </a:path>
              </a:pathLst>
            </a:custGeom>
            <a:solidFill>
              <a:srgbClr val="046A38"/>
            </a:solidFill>
            <a:ln w="6390" cap="flat">
              <a:noFill/>
              <a:prstDash val="solid"/>
              <a:miter/>
            </a:ln>
          </p:spPr>
          <p:txBody>
            <a:bodyPr rtlCol="0" anchor="ctr"/>
            <a:lstStyle/>
            <a:p>
              <a:endParaRPr lang="en-US"/>
            </a:p>
          </p:txBody>
        </p:sp>
        <p:sp>
          <p:nvSpPr>
            <p:cNvPr id="1018" name="Graphic 4">
              <a:extLst>
                <a:ext uri="{FF2B5EF4-FFF2-40B4-BE49-F238E27FC236}">
                  <a16:creationId xmlns:a16="http://schemas.microsoft.com/office/drawing/2014/main" id="{0F1AD19C-A38A-8A4A-A3F1-2C97883C25FA}"/>
                </a:ext>
              </a:extLst>
            </p:cNvPr>
            <p:cNvSpPr/>
            <p:nvPr/>
          </p:nvSpPr>
          <p:spPr>
            <a:xfrm>
              <a:off x="4765119" y="2915483"/>
              <a:ext cx="154106" cy="241558"/>
            </a:xfrm>
            <a:custGeom>
              <a:avLst/>
              <a:gdLst>
                <a:gd name="connsiteX0" fmla="*/ 84843 w 154106"/>
                <a:gd name="connsiteY0" fmla="*/ 13012 h 241558"/>
                <a:gd name="connsiteX1" fmla="*/ 84204 w 154106"/>
                <a:gd name="connsiteY1" fmla="*/ 21949 h 241558"/>
                <a:gd name="connsiteX2" fmla="*/ 93150 w 154106"/>
                <a:gd name="connsiteY2" fmla="*/ 22588 h 241558"/>
                <a:gd name="connsiteX3" fmla="*/ 138519 w 154106"/>
                <a:gd name="connsiteY3" fmla="*/ 21311 h 241558"/>
                <a:gd name="connsiteX4" fmla="*/ 109764 w 154106"/>
                <a:gd name="connsiteY4" fmla="*/ 35356 h 241558"/>
                <a:gd name="connsiteX5" fmla="*/ 67590 w 154106"/>
                <a:gd name="connsiteY5" fmla="*/ 11735 h 241558"/>
                <a:gd name="connsiteX6" fmla="*/ 59283 w 154106"/>
                <a:gd name="connsiteY6" fmla="*/ 9820 h 241558"/>
                <a:gd name="connsiteX7" fmla="*/ 56727 w 154106"/>
                <a:gd name="connsiteY7" fmla="*/ 18119 h 241558"/>
                <a:gd name="connsiteX8" fmla="*/ 66951 w 154106"/>
                <a:gd name="connsiteY8" fmla="*/ 54508 h 241558"/>
                <a:gd name="connsiteX9" fmla="*/ 34362 w 154106"/>
                <a:gd name="connsiteY9" fmla="*/ 85151 h 241558"/>
                <a:gd name="connsiteX10" fmla="*/ 16471 w 154106"/>
                <a:gd name="connsiteY10" fmla="*/ 115156 h 241558"/>
                <a:gd name="connsiteX11" fmla="*/ 3691 w 154106"/>
                <a:gd name="connsiteY11" fmla="*/ 133031 h 241558"/>
                <a:gd name="connsiteX12" fmla="*/ 10720 w 154106"/>
                <a:gd name="connsiteY12" fmla="*/ 195594 h 241558"/>
                <a:gd name="connsiteX13" fmla="*/ 36280 w 154106"/>
                <a:gd name="connsiteY13" fmla="*/ 223045 h 241558"/>
                <a:gd name="connsiteX14" fmla="*/ 42030 w 154106"/>
                <a:gd name="connsiteY14" fmla="*/ 228152 h 241558"/>
                <a:gd name="connsiteX15" fmla="*/ 72702 w 154106"/>
                <a:gd name="connsiteY15" fmla="*/ 241558 h 241558"/>
                <a:gd name="connsiteX16" fmla="*/ 96984 w 154106"/>
                <a:gd name="connsiteY16" fmla="*/ 232621 h 241558"/>
                <a:gd name="connsiteX17" fmla="*/ 112959 w 154106"/>
                <a:gd name="connsiteY17" fmla="*/ 221130 h 241558"/>
                <a:gd name="connsiteX18" fmla="*/ 128294 w 154106"/>
                <a:gd name="connsiteY18" fmla="*/ 209000 h 241558"/>
                <a:gd name="connsiteX19" fmla="*/ 137241 w 154106"/>
                <a:gd name="connsiteY19" fmla="*/ 126008 h 241558"/>
                <a:gd name="connsiteX20" fmla="*/ 123183 w 154106"/>
                <a:gd name="connsiteY20" fmla="*/ 106218 h 241558"/>
                <a:gd name="connsiteX21" fmla="*/ 111042 w 154106"/>
                <a:gd name="connsiteY21" fmla="*/ 84512 h 241558"/>
                <a:gd name="connsiteX22" fmla="*/ 80370 w 154106"/>
                <a:gd name="connsiteY22" fmla="*/ 54508 h 241558"/>
                <a:gd name="connsiteX23" fmla="*/ 78453 w 154106"/>
                <a:gd name="connsiteY23" fmla="*/ 40463 h 241558"/>
                <a:gd name="connsiteX24" fmla="*/ 112320 w 154106"/>
                <a:gd name="connsiteY24" fmla="*/ 48124 h 241558"/>
                <a:gd name="connsiteX25" fmla="*/ 153215 w 154106"/>
                <a:gd name="connsiteY25" fmla="*/ 23864 h 241558"/>
                <a:gd name="connsiteX26" fmla="*/ 152576 w 154106"/>
                <a:gd name="connsiteY26" fmla="*/ 16204 h 241558"/>
                <a:gd name="connsiteX27" fmla="*/ 84843 w 154106"/>
                <a:gd name="connsiteY27" fmla="*/ 13012 h 241558"/>
                <a:gd name="connsiteX28" fmla="*/ 98901 w 154106"/>
                <a:gd name="connsiteY28" fmla="*/ 88343 h 241558"/>
                <a:gd name="connsiteX29" fmla="*/ 112959 w 154106"/>
                <a:gd name="connsiteY29" fmla="*/ 113879 h 241558"/>
                <a:gd name="connsiteX30" fmla="*/ 126378 w 154106"/>
                <a:gd name="connsiteY30" fmla="*/ 133031 h 241558"/>
                <a:gd name="connsiteX31" fmla="*/ 119349 w 154106"/>
                <a:gd name="connsiteY31" fmla="*/ 200062 h 241558"/>
                <a:gd name="connsiteX32" fmla="*/ 105930 w 154106"/>
                <a:gd name="connsiteY32" fmla="*/ 210915 h 241558"/>
                <a:gd name="connsiteX33" fmla="*/ 89955 w 154106"/>
                <a:gd name="connsiteY33" fmla="*/ 223045 h 241558"/>
                <a:gd name="connsiteX34" fmla="*/ 52254 w 154106"/>
                <a:gd name="connsiteY34" fmla="*/ 219214 h 241558"/>
                <a:gd name="connsiteX35" fmla="*/ 45225 w 154106"/>
                <a:gd name="connsiteY35" fmla="*/ 213469 h 241558"/>
                <a:gd name="connsiteX36" fmla="*/ 22222 w 154106"/>
                <a:gd name="connsiteY36" fmla="*/ 189210 h 241558"/>
                <a:gd name="connsiteX37" fmla="*/ 16471 w 154106"/>
                <a:gd name="connsiteY37" fmla="*/ 137499 h 241558"/>
                <a:gd name="connsiteX38" fmla="*/ 26055 w 154106"/>
                <a:gd name="connsiteY38" fmla="*/ 124731 h 241558"/>
                <a:gd name="connsiteX39" fmla="*/ 47142 w 154106"/>
                <a:gd name="connsiteY39" fmla="*/ 87704 h 241558"/>
                <a:gd name="connsiteX40" fmla="*/ 72063 w 154106"/>
                <a:gd name="connsiteY40" fmla="*/ 67276 h 241558"/>
                <a:gd name="connsiteX41" fmla="*/ 72702 w 154106"/>
                <a:gd name="connsiteY41" fmla="*/ 67276 h 241558"/>
                <a:gd name="connsiteX42" fmla="*/ 73980 w 154106"/>
                <a:gd name="connsiteY42" fmla="*/ 67276 h 241558"/>
                <a:gd name="connsiteX43" fmla="*/ 75258 w 154106"/>
                <a:gd name="connsiteY43" fmla="*/ 67276 h 241558"/>
                <a:gd name="connsiteX44" fmla="*/ 98901 w 154106"/>
                <a:gd name="connsiteY44" fmla="*/ 88343 h 241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4106" h="241558">
                  <a:moveTo>
                    <a:pt x="84843" y="13012"/>
                  </a:moveTo>
                  <a:cubicBezTo>
                    <a:pt x="82287" y="15565"/>
                    <a:pt x="82287" y="19396"/>
                    <a:pt x="84204" y="21949"/>
                  </a:cubicBezTo>
                  <a:cubicBezTo>
                    <a:pt x="86760" y="24503"/>
                    <a:pt x="90594" y="24503"/>
                    <a:pt x="93150" y="22588"/>
                  </a:cubicBezTo>
                  <a:cubicBezTo>
                    <a:pt x="112959" y="4713"/>
                    <a:pt x="130851" y="14927"/>
                    <a:pt x="138519" y="21311"/>
                  </a:cubicBezTo>
                  <a:cubicBezTo>
                    <a:pt x="134046" y="26418"/>
                    <a:pt x="124461" y="34079"/>
                    <a:pt x="109764" y="35356"/>
                  </a:cubicBezTo>
                  <a:cubicBezTo>
                    <a:pt x="88677" y="37909"/>
                    <a:pt x="77814" y="25141"/>
                    <a:pt x="67590" y="11735"/>
                  </a:cubicBezTo>
                  <a:cubicBezTo>
                    <a:pt x="65673" y="9181"/>
                    <a:pt x="61839" y="8543"/>
                    <a:pt x="59283" y="9820"/>
                  </a:cubicBezTo>
                  <a:cubicBezTo>
                    <a:pt x="56727" y="11096"/>
                    <a:pt x="55449" y="14927"/>
                    <a:pt x="56727" y="18119"/>
                  </a:cubicBezTo>
                  <a:cubicBezTo>
                    <a:pt x="61200" y="27695"/>
                    <a:pt x="66951" y="44293"/>
                    <a:pt x="66951" y="54508"/>
                  </a:cubicBezTo>
                  <a:cubicBezTo>
                    <a:pt x="54810" y="55784"/>
                    <a:pt x="38197" y="63445"/>
                    <a:pt x="34362" y="85151"/>
                  </a:cubicBezTo>
                  <a:cubicBezTo>
                    <a:pt x="31807" y="99196"/>
                    <a:pt x="24139" y="107495"/>
                    <a:pt x="16471" y="115156"/>
                  </a:cubicBezTo>
                  <a:cubicBezTo>
                    <a:pt x="11359" y="120901"/>
                    <a:pt x="6247" y="126008"/>
                    <a:pt x="3691" y="133031"/>
                  </a:cubicBezTo>
                  <a:cubicBezTo>
                    <a:pt x="-2060" y="149629"/>
                    <a:pt x="-2060" y="175165"/>
                    <a:pt x="10720" y="195594"/>
                  </a:cubicBezTo>
                  <a:cubicBezTo>
                    <a:pt x="19666" y="209638"/>
                    <a:pt x="29890" y="217938"/>
                    <a:pt x="36280" y="223045"/>
                  </a:cubicBezTo>
                  <a:cubicBezTo>
                    <a:pt x="38835" y="224960"/>
                    <a:pt x="40752" y="226875"/>
                    <a:pt x="42030" y="228152"/>
                  </a:cubicBezTo>
                  <a:cubicBezTo>
                    <a:pt x="49698" y="235813"/>
                    <a:pt x="60561" y="241558"/>
                    <a:pt x="72702" y="241558"/>
                  </a:cubicBezTo>
                  <a:cubicBezTo>
                    <a:pt x="81009" y="241558"/>
                    <a:pt x="89316" y="239005"/>
                    <a:pt x="96984" y="232621"/>
                  </a:cubicBezTo>
                  <a:cubicBezTo>
                    <a:pt x="104013" y="227514"/>
                    <a:pt x="108486" y="223683"/>
                    <a:pt x="112959" y="221130"/>
                  </a:cubicBezTo>
                  <a:cubicBezTo>
                    <a:pt x="118710" y="216661"/>
                    <a:pt x="123183" y="214107"/>
                    <a:pt x="128294" y="209000"/>
                  </a:cubicBezTo>
                  <a:cubicBezTo>
                    <a:pt x="139157" y="197509"/>
                    <a:pt x="155771" y="154098"/>
                    <a:pt x="137241" y="126008"/>
                  </a:cubicBezTo>
                  <a:cubicBezTo>
                    <a:pt x="130851" y="116432"/>
                    <a:pt x="126378" y="110687"/>
                    <a:pt x="123183" y="106218"/>
                  </a:cubicBezTo>
                  <a:cubicBezTo>
                    <a:pt x="117432" y="98557"/>
                    <a:pt x="114876" y="95365"/>
                    <a:pt x="111042" y="84512"/>
                  </a:cubicBezTo>
                  <a:cubicBezTo>
                    <a:pt x="104652" y="64722"/>
                    <a:pt x="95706" y="56423"/>
                    <a:pt x="80370" y="54508"/>
                  </a:cubicBezTo>
                  <a:cubicBezTo>
                    <a:pt x="80370" y="50039"/>
                    <a:pt x="79731" y="45570"/>
                    <a:pt x="78453" y="40463"/>
                  </a:cubicBezTo>
                  <a:cubicBezTo>
                    <a:pt x="86760" y="46208"/>
                    <a:pt x="97623" y="50039"/>
                    <a:pt x="112320" y="48124"/>
                  </a:cubicBezTo>
                  <a:cubicBezTo>
                    <a:pt x="139796" y="44293"/>
                    <a:pt x="153215" y="25141"/>
                    <a:pt x="153215" y="23864"/>
                  </a:cubicBezTo>
                  <a:cubicBezTo>
                    <a:pt x="154493" y="21311"/>
                    <a:pt x="154493" y="18119"/>
                    <a:pt x="152576" y="16204"/>
                  </a:cubicBezTo>
                  <a:cubicBezTo>
                    <a:pt x="127016" y="-11247"/>
                    <a:pt x="96984" y="2159"/>
                    <a:pt x="84843" y="13012"/>
                  </a:cubicBezTo>
                  <a:close/>
                  <a:moveTo>
                    <a:pt x="98901" y="88343"/>
                  </a:moveTo>
                  <a:cubicBezTo>
                    <a:pt x="103374" y="101111"/>
                    <a:pt x="106569" y="105580"/>
                    <a:pt x="112959" y="113879"/>
                  </a:cubicBezTo>
                  <a:cubicBezTo>
                    <a:pt x="116154" y="118348"/>
                    <a:pt x="120626" y="124093"/>
                    <a:pt x="126378" y="133031"/>
                  </a:cubicBezTo>
                  <a:cubicBezTo>
                    <a:pt x="140436" y="154736"/>
                    <a:pt x="128294" y="191125"/>
                    <a:pt x="119349" y="200062"/>
                  </a:cubicBezTo>
                  <a:cubicBezTo>
                    <a:pt x="115515" y="204531"/>
                    <a:pt x="111681" y="207085"/>
                    <a:pt x="105930" y="210915"/>
                  </a:cubicBezTo>
                  <a:cubicBezTo>
                    <a:pt x="102096" y="214107"/>
                    <a:pt x="96345" y="217299"/>
                    <a:pt x="89955" y="223045"/>
                  </a:cubicBezTo>
                  <a:cubicBezTo>
                    <a:pt x="75897" y="234536"/>
                    <a:pt x="60561" y="228152"/>
                    <a:pt x="52254" y="219214"/>
                  </a:cubicBezTo>
                  <a:cubicBezTo>
                    <a:pt x="50337" y="217299"/>
                    <a:pt x="47781" y="215384"/>
                    <a:pt x="45225" y="213469"/>
                  </a:cubicBezTo>
                  <a:cubicBezTo>
                    <a:pt x="38835" y="208362"/>
                    <a:pt x="29890" y="201339"/>
                    <a:pt x="22222" y="189210"/>
                  </a:cubicBezTo>
                  <a:cubicBezTo>
                    <a:pt x="11998" y="172611"/>
                    <a:pt x="11998" y="150906"/>
                    <a:pt x="16471" y="137499"/>
                  </a:cubicBezTo>
                  <a:cubicBezTo>
                    <a:pt x="17749" y="133031"/>
                    <a:pt x="21582" y="129200"/>
                    <a:pt x="26055" y="124731"/>
                  </a:cubicBezTo>
                  <a:cubicBezTo>
                    <a:pt x="34362" y="116432"/>
                    <a:pt x="43947" y="106218"/>
                    <a:pt x="47142" y="87704"/>
                  </a:cubicBezTo>
                  <a:cubicBezTo>
                    <a:pt x="50337" y="68552"/>
                    <a:pt x="68229" y="67276"/>
                    <a:pt x="72063" y="67276"/>
                  </a:cubicBezTo>
                  <a:cubicBezTo>
                    <a:pt x="72063" y="67276"/>
                    <a:pt x="72702" y="67276"/>
                    <a:pt x="72702" y="67276"/>
                  </a:cubicBezTo>
                  <a:cubicBezTo>
                    <a:pt x="73341" y="67276"/>
                    <a:pt x="73980" y="67276"/>
                    <a:pt x="73980" y="67276"/>
                  </a:cubicBezTo>
                  <a:cubicBezTo>
                    <a:pt x="74619" y="67276"/>
                    <a:pt x="74619" y="67276"/>
                    <a:pt x="75258" y="67276"/>
                  </a:cubicBezTo>
                  <a:cubicBezTo>
                    <a:pt x="86121" y="67276"/>
                    <a:pt x="92511" y="70468"/>
                    <a:pt x="98901" y="88343"/>
                  </a:cubicBezTo>
                  <a:close/>
                </a:path>
              </a:pathLst>
            </a:custGeom>
            <a:solidFill>
              <a:srgbClr val="046A38"/>
            </a:solidFill>
            <a:ln w="6390" cap="flat">
              <a:noFill/>
              <a:prstDash val="solid"/>
              <a:miter/>
            </a:ln>
          </p:spPr>
          <p:txBody>
            <a:bodyPr rtlCol="0" anchor="ctr"/>
            <a:lstStyle/>
            <a:p>
              <a:endParaRPr lang="en-US"/>
            </a:p>
          </p:txBody>
        </p:sp>
      </p:grpSp>
      <p:grpSp>
        <p:nvGrpSpPr>
          <p:cNvPr id="1019" name="Graphic 4">
            <a:extLst>
              <a:ext uri="{FF2B5EF4-FFF2-40B4-BE49-F238E27FC236}">
                <a16:creationId xmlns:a16="http://schemas.microsoft.com/office/drawing/2014/main" id="{F4F6E6E8-5C06-174C-9D3E-D61B16C5F884}"/>
              </a:ext>
            </a:extLst>
          </p:cNvPr>
          <p:cNvGrpSpPr/>
          <p:nvPr/>
        </p:nvGrpSpPr>
        <p:grpSpPr>
          <a:xfrm>
            <a:off x="4661459" y="2371173"/>
            <a:ext cx="361674" cy="361333"/>
            <a:chOff x="4661459" y="2371173"/>
            <a:chExt cx="361674" cy="361333"/>
          </a:xfrm>
          <a:solidFill>
            <a:srgbClr val="046A38"/>
          </a:solidFill>
        </p:grpSpPr>
        <p:sp>
          <p:nvSpPr>
            <p:cNvPr id="1020" name="Graphic 4">
              <a:extLst>
                <a:ext uri="{FF2B5EF4-FFF2-40B4-BE49-F238E27FC236}">
                  <a16:creationId xmlns:a16="http://schemas.microsoft.com/office/drawing/2014/main" id="{63286610-97F1-C14F-BC73-97946AE4AA65}"/>
                </a:ext>
              </a:extLst>
            </p:cNvPr>
            <p:cNvSpPr/>
            <p:nvPr/>
          </p:nvSpPr>
          <p:spPr>
            <a:xfrm>
              <a:off x="4661459" y="237117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6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1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021" name="Graphic 4">
              <a:extLst>
                <a:ext uri="{FF2B5EF4-FFF2-40B4-BE49-F238E27FC236}">
                  <a16:creationId xmlns:a16="http://schemas.microsoft.com/office/drawing/2014/main" id="{453CD0FF-270C-9C47-80BC-0BBB25624BCC}"/>
                </a:ext>
              </a:extLst>
            </p:cNvPr>
            <p:cNvSpPr/>
            <p:nvPr/>
          </p:nvSpPr>
          <p:spPr>
            <a:xfrm>
              <a:off x="4750836" y="2433098"/>
              <a:ext cx="186248" cy="238122"/>
            </a:xfrm>
            <a:custGeom>
              <a:avLst/>
              <a:gdLst>
                <a:gd name="connsiteX0" fmla="*/ 122768 w 186248"/>
                <a:gd name="connsiteY0" fmla="*/ 49795 h 238122"/>
                <a:gd name="connsiteX1" fmla="*/ 130436 w 186248"/>
                <a:gd name="connsiteY1" fmla="*/ 21067 h 238122"/>
                <a:gd name="connsiteX2" fmla="*/ 127880 w 186248"/>
                <a:gd name="connsiteY2" fmla="*/ 14045 h 238122"/>
                <a:gd name="connsiteX3" fmla="*/ 120212 w 186248"/>
                <a:gd name="connsiteY3" fmla="*/ 14683 h 238122"/>
                <a:gd name="connsiteX4" fmla="*/ 106154 w 186248"/>
                <a:gd name="connsiteY4" fmla="*/ 26813 h 238122"/>
                <a:gd name="connsiteX5" fmla="*/ 96569 w 186248"/>
                <a:gd name="connsiteY5" fmla="*/ 3830 h 238122"/>
                <a:gd name="connsiteX6" fmla="*/ 90819 w 186248"/>
                <a:gd name="connsiteY6" fmla="*/ 0 h 238122"/>
                <a:gd name="connsiteX7" fmla="*/ 85067 w 186248"/>
                <a:gd name="connsiteY7" fmla="*/ 4469 h 238122"/>
                <a:gd name="connsiteX8" fmla="*/ 77399 w 186248"/>
                <a:gd name="connsiteY8" fmla="*/ 26813 h 238122"/>
                <a:gd name="connsiteX9" fmla="*/ 63981 w 186248"/>
                <a:gd name="connsiteY9" fmla="*/ 15960 h 238122"/>
                <a:gd name="connsiteX10" fmla="*/ 56952 w 186248"/>
                <a:gd name="connsiteY10" fmla="*/ 15322 h 238122"/>
                <a:gd name="connsiteX11" fmla="*/ 53757 w 186248"/>
                <a:gd name="connsiteY11" fmla="*/ 22344 h 238122"/>
                <a:gd name="connsiteX12" fmla="*/ 59508 w 186248"/>
                <a:gd name="connsiteY12" fmla="*/ 50433 h 238122"/>
                <a:gd name="connsiteX13" fmla="*/ 3276 w 186248"/>
                <a:gd name="connsiteY13" fmla="*/ 109166 h 238122"/>
                <a:gd name="connsiteX14" fmla="*/ 31392 w 186248"/>
                <a:gd name="connsiteY14" fmla="*/ 213863 h 238122"/>
                <a:gd name="connsiteX15" fmla="*/ 86346 w 186248"/>
                <a:gd name="connsiteY15" fmla="*/ 238122 h 238122"/>
                <a:gd name="connsiteX16" fmla="*/ 156635 w 186248"/>
                <a:gd name="connsiteY16" fmla="*/ 212587 h 238122"/>
                <a:gd name="connsiteX17" fmla="*/ 180278 w 186248"/>
                <a:gd name="connsiteY17" fmla="*/ 102782 h 238122"/>
                <a:gd name="connsiteX18" fmla="*/ 122768 w 186248"/>
                <a:gd name="connsiteY18" fmla="*/ 49795 h 238122"/>
                <a:gd name="connsiteX19" fmla="*/ 145772 w 186248"/>
                <a:gd name="connsiteY19" fmla="*/ 203649 h 238122"/>
                <a:gd name="connsiteX20" fmla="*/ 85067 w 186248"/>
                <a:gd name="connsiteY20" fmla="*/ 225355 h 238122"/>
                <a:gd name="connsiteX21" fmla="*/ 38421 w 186248"/>
                <a:gd name="connsiteY21" fmla="*/ 204287 h 238122"/>
                <a:gd name="connsiteX22" fmla="*/ 14778 w 186248"/>
                <a:gd name="connsiteY22" fmla="*/ 111720 h 238122"/>
                <a:gd name="connsiteX23" fmla="*/ 67176 w 186248"/>
                <a:gd name="connsiteY23" fmla="*/ 61286 h 238122"/>
                <a:gd name="connsiteX24" fmla="*/ 71649 w 186248"/>
                <a:gd name="connsiteY24" fmla="*/ 58733 h 238122"/>
                <a:gd name="connsiteX25" fmla="*/ 72927 w 186248"/>
                <a:gd name="connsiteY25" fmla="*/ 53625 h 238122"/>
                <a:gd name="connsiteX26" fmla="*/ 69732 w 186248"/>
                <a:gd name="connsiteY26" fmla="*/ 36389 h 238122"/>
                <a:gd name="connsiteX27" fmla="*/ 76122 w 186248"/>
                <a:gd name="connsiteY27" fmla="*/ 41496 h 238122"/>
                <a:gd name="connsiteX28" fmla="*/ 81873 w 186248"/>
                <a:gd name="connsiteY28" fmla="*/ 42773 h 238122"/>
                <a:gd name="connsiteX29" fmla="*/ 86346 w 186248"/>
                <a:gd name="connsiteY29" fmla="*/ 38942 h 238122"/>
                <a:gd name="connsiteX30" fmla="*/ 91457 w 186248"/>
                <a:gd name="connsiteY30" fmla="*/ 23621 h 238122"/>
                <a:gd name="connsiteX31" fmla="*/ 97847 w 186248"/>
                <a:gd name="connsiteY31" fmla="*/ 39581 h 238122"/>
                <a:gd name="connsiteX32" fmla="*/ 102320 w 186248"/>
                <a:gd name="connsiteY32" fmla="*/ 43411 h 238122"/>
                <a:gd name="connsiteX33" fmla="*/ 108071 w 186248"/>
                <a:gd name="connsiteY33" fmla="*/ 42134 h 238122"/>
                <a:gd name="connsiteX34" fmla="*/ 113183 w 186248"/>
                <a:gd name="connsiteY34" fmla="*/ 37665 h 238122"/>
                <a:gd name="connsiteX35" fmla="*/ 109349 w 186248"/>
                <a:gd name="connsiteY35" fmla="*/ 52987 h 238122"/>
                <a:gd name="connsiteX36" fmla="*/ 109988 w 186248"/>
                <a:gd name="connsiteY36" fmla="*/ 58094 h 238122"/>
                <a:gd name="connsiteX37" fmla="*/ 114461 w 186248"/>
                <a:gd name="connsiteY37" fmla="*/ 60648 h 238122"/>
                <a:gd name="connsiteX38" fmla="*/ 166859 w 186248"/>
                <a:gd name="connsiteY38" fmla="*/ 105336 h 238122"/>
                <a:gd name="connsiteX39" fmla="*/ 145772 w 186248"/>
                <a:gd name="connsiteY39" fmla="*/ 203649 h 238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86248" h="238122">
                  <a:moveTo>
                    <a:pt x="122768" y="49795"/>
                  </a:moveTo>
                  <a:lnTo>
                    <a:pt x="130436" y="21067"/>
                  </a:lnTo>
                  <a:cubicBezTo>
                    <a:pt x="131075" y="18514"/>
                    <a:pt x="129797" y="15322"/>
                    <a:pt x="127880" y="14045"/>
                  </a:cubicBezTo>
                  <a:cubicBezTo>
                    <a:pt x="125324" y="12768"/>
                    <a:pt x="122129" y="12768"/>
                    <a:pt x="120212" y="14683"/>
                  </a:cubicBezTo>
                  <a:lnTo>
                    <a:pt x="106154" y="26813"/>
                  </a:lnTo>
                  <a:lnTo>
                    <a:pt x="96569" y="3830"/>
                  </a:lnTo>
                  <a:cubicBezTo>
                    <a:pt x="95292" y="1277"/>
                    <a:pt x="93374" y="0"/>
                    <a:pt x="90819" y="0"/>
                  </a:cubicBezTo>
                  <a:cubicBezTo>
                    <a:pt x="88262" y="0"/>
                    <a:pt x="85707" y="1915"/>
                    <a:pt x="85067" y="4469"/>
                  </a:cubicBezTo>
                  <a:lnTo>
                    <a:pt x="77399" y="26813"/>
                  </a:lnTo>
                  <a:lnTo>
                    <a:pt x="63981" y="15960"/>
                  </a:lnTo>
                  <a:cubicBezTo>
                    <a:pt x="62064" y="14045"/>
                    <a:pt x="58869" y="14045"/>
                    <a:pt x="56952" y="15322"/>
                  </a:cubicBezTo>
                  <a:cubicBezTo>
                    <a:pt x="54396" y="16598"/>
                    <a:pt x="53757" y="19152"/>
                    <a:pt x="53757" y="22344"/>
                  </a:cubicBezTo>
                  <a:lnTo>
                    <a:pt x="59508" y="50433"/>
                  </a:lnTo>
                  <a:cubicBezTo>
                    <a:pt x="45450" y="54264"/>
                    <a:pt x="12222" y="67670"/>
                    <a:pt x="3276" y="109166"/>
                  </a:cubicBezTo>
                  <a:cubicBezTo>
                    <a:pt x="-7587" y="158961"/>
                    <a:pt x="10305" y="195988"/>
                    <a:pt x="31392" y="213863"/>
                  </a:cubicBezTo>
                  <a:cubicBezTo>
                    <a:pt x="51840" y="231738"/>
                    <a:pt x="73566" y="238122"/>
                    <a:pt x="86346" y="238122"/>
                  </a:cubicBezTo>
                  <a:cubicBezTo>
                    <a:pt x="116378" y="238122"/>
                    <a:pt x="140021" y="229823"/>
                    <a:pt x="156635" y="212587"/>
                  </a:cubicBezTo>
                  <a:cubicBezTo>
                    <a:pt x="185390" y="183220"/>
                    <a:pt x="193058" y="146832"/>
                    <a:pt x="180278" y="102782"/>
                  </a:cubicBezTo>
                  <a:cubicBezTo>
                    <a:pt x="168776" y="65755"/>
                    <a:pt x="136826" y="53625"/>
                    <a:pt x="122768" y="49795"/>
                  </a:cubicBezTo>
                  <a:close/>
                  <a:moveTo>
                    <a:pt x="145772" y="203649"/>
                  </a:moveTo>
                  <a:cubicBezTo>
                    <a:pt x="125324" y="225355"/>
                    <a:pt x="94652" y="225355"/>
                    <a:pt x="85067" y="225355"/>
                  </a:cubicBezTo>
                  <a:cubicBezTo>
                    <a:pt x="74844" y="225355"/>
                    <a:pt x="56313" y="219609"/>
                    <a:pt x="38421" y="204287"/>
                  </a:cubicBezTo>
                  <a:cubicBezTo>
                    <a:pt x="20529" y="188966"/>
                    <a:pt x="4554" y="156408"/>
                    <a:pt x="14778" y="111720"/>
                  </a:cubicBezTo>
                  <a:cubicBezTo>
                    <a:pt x="24363" y="67670"/>
                    <a:pt x="65259" y="61925"/>
                    <a:pt x="67176" y="61286"/>
                  </a:cubicBezTo>
                  <a:cubicBezTo>
                    <a:pt x="69093" y="61286"/>
                    <a:pt x="70371" y="60009"/>
                    <a:pt x="71649" y="58733"/>
                  </a:cubicBezTo>
                  <a:cubicBezTo>
                    <a:pt x="72927" y="57456"/>
                    <a:pt x="72927" y="55541"/>
                    <a:pt x="72927" y="53625"/>
                  </a:cubicBezTo>
                  <a:lnTo>
                    <a:pt x="69732" y="36389"/>
                  </a:lnTo>
                  <a:lnTo>
                    <a:pt x="76122" y="41496"/>
                  </a:lnTo>
                  <a:cubicBezTo>
                    <a:pt x="78039" y="42773"/>
                    <a:pt x="79956" y="43411"/>
                    <a:pt x="81873" y="42773"/>
                  </a:cubicBezTo>
                  <a:cubicBezTo>
                    <a:pt x="83789" y="42134"/>
                    <a:pt x="85707" y="40857"/>
                    <a:pt x="86346" y="38942"/>
                  </a:cubicBezTo>
                  <a:lnTo>
                    <a:pt x="91457" y="23621"/>
                  </a:lnTo>
                  <a:lnTo>
                    <a:pt x="97847" y="39581"/>
                  </a:lnTo>
                  <a:cubicBezTo>
                    <a:pt x="98487" y="41496"/>
                    <a:pt x="100403" y="42773"/>
                    <a:pt x="102320" y="43411"/>
                  </a:cubicBezTo>
                  <a:cubicBezTo>
                    <a:pt x="104237" y="44049"/>
                    <a:pt x="106154" y="43411"/>
                    <a:pt x="108071" y="42134"/>
                  </a:cubicBezTo>
                  <a:lnTo>
                    <a:pt x="113183" y="37665"/>
                  </a:lnTo>
                  <a:lnTo>
                    <a:pt x="109349" y="52987"/>
                  </a:lnTo>
                  <a:cubicBezTo>
                    <a:pt x="108710" y="54902"/>
                    <a:pt x="109349" y="56817"/>
                    <a:pt x="109988" y="58094"/>
                  </a:cubicBezTo>
                  <a:cubicBezTo>
                    <a:pt x="111266" y="59371"/>
                    <a:pt x="112544" y="60648"/>
                    <a:pt x="114461" y="60648"/>
                  </a:cubicBezTo>
                  <a:cubicBezTo>
                    <a:pt x="115100" y="60648"/>
                    <a:pt x="155996" y="67032"/>
                    <a:pt x="166859" y="105336"/>
                  </a:cubicBezTo>
                  <a:cubicBezTo>
                    <a:pt x="177722" y="145555"/>
                    <a:pt x="170693" y="177475"/>
                    <a:pt x="145772" y="203649"/>
                  </a:cubicBezTo>
                  <a:close/>
                </a:path>
              </a:pathLst>
            </a:custGeom>
            <a:solidFill>
              <a:srgbClr val="046A38"/>
            </a:solidFill>
            <a:ln w="6390" cap="flat">
              <a:noFill/>
              <a:prstDash val="solid"/>
              <a:miter/>
            </a:ln>
          </p:spPr>
          <p:txBody>
            <a:bodyPr rtlCol="0" anchor="ctr"/>
            <a:lstStyle/>
            <a:p>
              <a:endParaRPr lang="en-US"/>
            </a:p>
          </p:txBody>
        </p:sp>
      </p:grpSp>
      <p:grpSp>
        <p:nvGrpSpPr>
          <p:cNvPr id="1022" name="Graphic 4">
            <a:extLst>
              <a:ext uri="{FF2B5EF4-FFF2-40B4-BE49-F238E27FC236}">
                <a16:creationId xmlns:a16="http://schemas.microsoft.com/office/drawing/2014/main" id="{9C992472-CBC9-AD47-9292-A677DD78D977}"/>
              </a:ext>
            </a:extLst>
          </p:cNvPr>
          <p:cNvGrpSpPr/>
          <p:nvPr/>
        </p:nvGrpSpPr>
        <p:grpSpPr>
          <a:xfrm>
            <a:off x="4046108" y="2855717"/>
            <a:ext cx="361670" cy="361333"/>
            <a:chOff x="4046108" y="2855717"/>
            <a:chExt cx="361670" cy="361333"/>
          </a:xfrm>
          <a:solidFill>
            <a:srgbClr val="046A38"/>
          </a:solidFill>
        </p:grpSpPr>
        <p:sp>
          <p:nvSpPr>
            <p:cNvPr id="1023" name="Graphic 4">
              <a:extLst>
                <a:ext uri="{FF2B5EF4-FFF2-40B4-BE49-F238E27FC236}">
                  <a16:creationId xmlns:a16="http://schemas.microsoft.com/office/drawing/2014/main" id="{9B01D484-B876-6E42-9986-A5C6C9C30FEA}"/>
                </a:ext>
              </a:extLst>
            </p:cNvPr>
            <p:cNvSpPr/>
            <p:nvPr/>
          </p:nvSpPr>
          <p:spPr>
            <a:xfrm>
              <a:off x="4046108"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196 w 361670"/>
                <a:gd name="connsiteY5" fmla="*/ 282810 h 361333"/>
                <a:gd name="connsiteX6" fmla="*/ 90098 w 361670"/>
                <a:gd name="connsiteY6" fmla="*/ 218971 h 361333"/>
                <a:gd name="connsiteX7" fmla="*/ 135467 w 361670"/>
                <a:gd name="connsiteY7" fmla="*/ 129595 h 361333"/>
                <a:gd name="connsiteX8" fmla="*/ 159748 w 361670"/>
                <a:gd name="connsiteY8" fmla="*/ 100867 h 361333"/>
                <a:gd name="connsiteX9" fmla="*/ 180196 w 361670"/>
                <a:gd name="connsiteY9" fmla="*/ 78523 h 361333"/>
                <a:gd name="connsiteX10" fmla="*/ 180196 w 361670"/>
                <a:gd name="connsiteY10" fmla="*/ 78523 h 361333"/>
                <a:gd name="connsiteX11" fmla="*/ 200644 w 361670"/>
                <a:gd name="connsiteY11" fmla="*/ 100228 h 361333"/>
                <a:gd name="connsiteX12" fmla="*/ 225565 w 361670"/>
                <a:gd name="connsiteY12" fmla="*/ 130233 h 361333"/>
                <a:gd name="connsiteX13" fmla="*/ 271572 w 361670"/>
                <a:gd name="connsiteY13" fmla="*/ 214502 h 361333"/>
                <a:gd name="connsiteX14" fmla="*/ 180196 w 361670"/>
                <a:gd name="connsiteY14" fmla="*/ 28281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0518" y="0"/>
                    <a:pt x="180835" y="0"/>
                  </a:cubicBezTo>
                  <a:close/>
                  <a:moveTo>
                    <a:pt x="180196" y="282810"/>
                  </a:moveTo>
                  <a:cubicBezTo>
                    <a:pt x="159748" y="282810"/>
                    <a:pt x="97766" y="282810"/>
                    <a:pt x="90098" y="218971"/>
                  </a:cubicBezTo>
                  <a:cubicBezTo>
                    <a:pt x="84986" y="178113"/>
                    <a:pt x="113102" y="151300"/>
                    <a:pt x="135467" y="129595"/>
                  </a:cubicBezTo>
                  <a:cubicBezTo>
                    <a:pt x="145690" y="119380"/>
                    <a:pt x="155914" y="109804"/>
                    <a:pt x="159748" y="100867"/>
                  </a:cubicBezTo>
                  <a:cubicBezTo>
                    <a:pt x="164221" y="90014"/>
                    <a:pt x="169972" y="78523"/>
                    <a:pt x="180196" y="78523"/>
                  </a:cubicBezTo>
                  <a:cubicBezTo>
                    <a:pt x="180196" y="78523"/>
                    <a:pt x="180196" y="78523"/>
                    <a:pt x="180196" y="78523"/>
                  </a:cubicBezTo>
                  <a:cubicBezTo>
                    <a:pt x="190420" y="78523"/>
                    <a:pt x="196171" y="90014"/>
                    <a:pt x="200644" y="100228"/>
                  </a:cubicBezTo>
                  <a:cubicBezTo>
                    <a:pt x="205117" y="110443"/>
                    <a:pt x="215341" y="120019"/>
                    <a:pt x="225565" y="130233"/>
                  </a:cubicBezTo>
                  <a:cubicBezTo>
                    <a:pt x="246013" y="149385"/>
                    <a:pt x="271572" y="173644"/>
                    <a:pt x="271572" y="214502"/>
                  </a:cubicBezTo>
                  <a:cubicBezTo>
                    <a:pt x="271572" y="257274"/>
                    <a:pt x="237706" y="282810"/>
                    <a:pt x="180196" y="282810"/>
                  </a:cubicBezTo>
                  <a:close/>
                </a:path>
              </a:pathLst>
            </a:custGeom>
            <a:solidFill>
              <a:srgbClr val="046A38"/>
            </a:solidFill>
            <a:ln w="6390" cap="flat">
              <a:noFill/>
              <a:prstDash val="solid"/>
              <a:miter/>
            </a:ln>
          </p:spPr>
          <p:txBody>
            <a:bodyPr rtlCol="0" anchor="ctr"/>
            <a:lstStyle/>
            <a:p>
              <a:endParaRPr lang="en-US"/>
            </a:p>
          </p:txBody>
        </p:sp>
        <p:sp>
          <p:nvSpPr>
            <p:cNvPr id="1024" name="Graphic 4">
              <a:extLst>
                <a:ext uri="{FF2B5EF4-FFF2-40B4-BE49-F238E27FC236}">
                  <a16:creationId xmlns:a16="http://schemas.microsoft.com/office/drawing/2014/main" id="{DCACFCA5-29FB-0443-AC58-4399D9179FDE}"/>
                </a:ext>
              </a:extLst>
            </p:cNvPr>
            <p:cNvSpPr/>
            <p:nvPr/>
          </p:nvSpPr>
          <p:spPr>
            <a:xfrm>
              <a:off x="4148583" y="2947647"/>
              <a:ext cx="156956" cy="178751"/>
            </a:xfrm>
            <a:custGeom>
              <a:avLst/>
              <a:gdLst>
                <a:gd name="connsiteX0" fmla="*/ 114143 w 156956"/>
                <a:gd name="connsiteY0" fmla="*/ 47880 h 178751"/>
                <a:gd name="connsiteX1" fmla="*/ 86028 w 156956"/>
                <a:gd name="connsiteY1" fmla="*/ 14045 h 178751"/>
                <a:gd name="connsiteX2" fmla="*/ 77082 w 156956"/>
                <a:gd name="connsiteY2" fmla="*/ 0 h 178751"/>
                <a:gd name="connsiteX3" fmla="*/ 68775 w 156956"/>
                <a:gd name="connsiteY3" fmla="*/ 14683 h 178751"/>
                <a:gd name="connsiteX4" fmla="*/ 41937 w 156956"/>
                <a:gd name="connsiteY4" fmla="*/ 47241 h 178751"/>
                <a:gd name="connsiteX5" fmla="*/ 403 w 156956"/>
                <a:gd name="connsiteY5" fmla="*/ 126403 h 178751"/>
                <a:gd name="connsiteX6" fmla="*/ 38742 w 156956"/>
                <a:gd name="connsiteY6" fmla="*/ 174283 h 178751"/>
                <a:gd name="connsiteX7" fmla="*/ 27240 w 156956"/>
                <a:gd name="connsiteY7" fmla="*/ 156408 h 178751"/>
                <a:gd name="connsiteX8" fmla="*/ 32352 w 156956"/>
                <a:gd name="connsiteY8" fmla="*/ 82353 h 178751"/>
                <a:gd name="connsiteX9" fmla="*/ 40659 w 156956"/>
                <a:gd name="connsiteY9" fmla="*/ 79161 h 178751"/>
                <a:gd name="connsiteX10" fmla="*/ 43854 w 156956"/>
                <a:gd name="connsiteY10" fmla="*/ 87460 h 178751"/>
                <a:gd name="connsiteX11" fmla="*/ 39381 w 156956"/>
                <a:gd name="connsiteY11" fmla="*/ 151300 h 178751"/>
                <a:gd name="connsiteX12" fmla="*/ 70692 w 156956"/>
                <a:gd name="connsiteY12" fmla="*/ 178752 h 178751"/>
                <a:gd name="connsiteX13" fmla="*/ 71970 w 156956"/>
                <a:gd name="connsiteY13" fmla="*/ 178752 h 178751"/>
                <a:gd name="connsiteX14" fmla="*/ 71970 w 156956"/>
                <a:gd name="connsiteY14" fmla="*/ 81715 h 178751"/>
                <a:gd name="connsiteX15" fmla="*/ 78360 w 156956"/>
                <a:gd name="connsiteY15" fmla="*/ 75331 h 178751"/>
                <a:gd name="connsiteX16" fmla="*/ 84750 w 156956"/>
                <a:gd name="connsiteY16" fmla="*/ 81715 h 178751"/>
                <a:gd name="connsiteX17" fmla="*/ 84750 w 156956"/>
                <a:gd name="connsiteY17" fmla="*/ 178113 h 178751"/>
                <a:gd name="connsiteX18" fmla="*/ 87945 w 156956"/>
                <a:gd name="connsiteY18" fmla="*/ 178113 h 178751"/>
                <a:gd name="connsiteX19" fmla="*/ 118616 w 156956"/>
                <a:gd name="connsiteY19" fmla="*/ 150662 h 178751"/>
                <a:gd name="connsiteX20" fmla="*/ 114143 w 156956"/>
                <a:gd name="connsiteY20" fmla="*/ 86822 h 178751"/>
                <a:gd name="connsiteX21" fmla="*/ 117338 w 156956"/>
                <a:gd name="connsiteY21" fmla="*/ 78523 h 178751"/>
                <a:gd name="connsiteX22" fmla="*/ 125646 w 156956"/>
                <a:gd name="connsiteY22" fmla="*/ 81715 h 178751"/>
                <a:gd name="connsiteX23" fmla="*/ 130757 w 156956"/>
                <a:gd name="connsiteY23" fmla="*/ 155769 h 178751"/>
                <a:gd name="connsiteX24" fmla="*/ 119895 w 156956"/>
                <a:gd name="connsiteY24" fmla="*/ 173006 h 178751"/>
                <a:gd name="connsiteX25" fmla="*/ 156956 w 156956"/>
                <a:gd name="connsiteY25" fmla="*/ 123211 h 178751"/>
                <a:gd name="connsiteX26" fmla="*/ 114143 w 156956"/>
                <a:gd name="connsiteY26" fmla="*/ 47880 h 178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56956" h="178751">
                  <a:moveTo>
                    <a:pt x="114143" y="47880"/>
                  </a:moveTo>
                  <a:cubicBezTo>
                    <a:pt x="102642" y="37027"/>
                    <a:pt x="91140" y="26174"/>
                    <a:pt x="86028" y="14045"/>
                  </a:cubicBezTo>
                  <a:cubicBezTo>
                    <a:pt x="80277" y="1277"/>
                    <a:pt x="77082" y="0"/>
                    <a:pt x="77082" y="0"/>
                  </a:cubicBezTo>
                  <a:cubicBezTo>
                    <a:pt x="76443" y="0"/>
                    <a:pt x="73887" y="1915"/>
                    <a:pt x="68775" y="14683"/>
                  </a:cubicBezTo>
                  <a:cubicBezTo>
                    <a:pt x="64302" y="25536"/>
                    <a:pt x="54078" y="35750"/>
                    <a:pt x="41937" y="47241"/>
                  </a:cubicBezTo>
                  <a:cubicBezTo>
                    <a:pt x="20850" y="68308"/>
                    <a:pt x="-3431" y="91929"/>
                    <a:pt x="403" y="126403"/>
                  </a:cubicBezTo>
                  <a:cubicBezTo>
                    <a:pt x="3598" y="154492"/>
                    <a:pt x="19572" y="167899"/>
                    <a:pt x="38742" y="174283"/>
                  </a:cubicBezTo>
                  <a:cubicBezTo>
                    <a:pt x="33630" y="169176"/>
                    <a:pt x="29797" y="163430"/>
                    <a:pt x="27240" y="156408"/>
                  </a:cubicBezTo>
                  <a:cubicBezTo>
                    <a:pt x="13182" y="123211"/>
                    <a:pt x="31074" y="83630"/>
                    <a:pt x="32352" y="82353"/>
                  </a:cubicBezTo>
                  <a:cubicBezTo>
                    <a:pt x="33630" y="79161"/>
                    <a:pt x="37464" y="77884"/>
                    <a:pt x="40659" y="79161"/>
                  </a:cubicBezTo>
                  <a:cubicBezTo>
                    <a:pt x="43854" y="80438"/>
                    <a:pt x="45132" y="84268"/>
                    <a:pt x="43854" y="87460"/>
                  </a:cubicBezTo>
                  <a:cubicBezTo>
                    <a:pt x="43854" y="88099"/>
                    <a:pt x="27879" y="123849"/>
                    <a:pt x="39381" y="151300"/>
                  </a:cubicBezTo>
                  <a:cubicBezTo>
                    <a:pt x="44493" y="164068"/>
                    <a:pt x="55356" y="173006"/>
                    <a:pt x="70692" y="178752"/>
                  </a:cubicBezTo>
                  <a:cubicBezTo>
                    <a:pt x="71331" y="178752"/>
                    <a:pt x="71331" y="178752"/>
                    <a:pt x="71970" y="178752"/>
                  </a:cubicBezTo>
                  <a:lnTo>
                    <a:pt x="71970" y="81715"/>
                  </a:lnTo>
                  <a:cubicBezTo>
                    <a:pt x="71970" y="77884"/>
                    <a:pt x="74526" y="75331"/>
                    <a:pt x="78360" y="75331"/>
                  </a:cubicBezTo>
                  <a:cubicBezTo>
                    <a:pt x="82194" y="75331"/>
                    <a:pt x="84750" y="77884"/>
                    <a:pt x="84750" y="81715"/>
                  </a:cubicBezTo>
                  <a:lnTo>
                    <a:pt x="84750" y="178113"/>
                  </a:lnTo>
                  <a:cubicBezTo>
                    <a:pt x="86028" y="178113"/>
                    <a:pt x="87306" y="178113"/>
                    <a:pt x="87945" y="178113"/>
                  </a:cubicBezTo>
                  <a:cubicBezTo>
                    <a:pt x="103281" y="172368"/>
                    <a:pt x="113505" y="163430"/>
                    <a:pt x="118616" y="150662"/>
                  </a:cubicBezTo>
                  <a:cubicBezTo>
                    <a:pt x="130118" y="122572"/>
                    <a:pt x="114143" y="86822"/>
                    <a:pt x="114143" y="86822"/>
                  </a:cubicBezTo>
                  <a:cubicBezTo>
                    <a:pt x="112866" y="83630"/>
                    <a:pt x="114143" y="79800"/>
                    <a:pt x="117338" y="78523"/>
                  </a:cubicBezTo>
                  <a:cubicBezTo>
                    <a:pt x="120533" y="77246"/>
                    <a:pt x="124368" y="78523"/>
                    <a:pt x="125646" y="81715"/>
                  </a:cubicBezTo>
                  <a:cubicBezTo>
                    <a:pt x="126284" y="83630"/>
                    <a:pt x="144176" y="122572"/>
                    <a:pt x="130757" y="155769"/>
                  </a:cubicBezTo>
                  <a:cubicBezTo>
                    <a:pt x="128201" y="162153"/>
                    <a:pt x="124368" y="167899"/>
                    <a:pt x="119895" y="173006"/>
                  </a:cubicBezTo>
                  <a:cubicBezTo>
                    <a:pt x="151205" y="162153"/>
                    <a:pt x="156956" y="138532"/>
                    <a:pt x="156956" y="123211"/>
                  </a:cubicBezTo>
                  <a:cubicBezTo>
                    <a:pt x="156317" y="87460"/>
                    <a:pt x="133952" y="66393"/>
                    <a:pt x="114143" y="47880"/>
                  </a:cubicBezTo>
                  <a:close/>
                </a:path>
              </a:pathLst>
            </a:custGeom>
            <a:solidFill>
              <a:srgbClr val="046A38"/>
            </a:solidFill>
            <a:ln w="6390" cap="flat">
              <a:noFill/>
              <a:prstDash val="solid"/>
              <a:miter/>
            </a:ln>
          </p:spPr>
          <p:txBody>
            <a:bodyPr rtlCol="0" anchor="ctr"/>
            <a:lstStyle/>
            <a:p>
              <a:endParaRPr lang="en-US"/>
            </a:p>
          </p:txBody>
        </p:sp>
      </p:grpSp>
      <p:grpSp>
        <p:nvGrpSpPr>
          <p:cNvPr id="1025" name="Graphic 4">
            <a:extLst>
              <a:ext uri="{FF2B5EF4-FFF2-40B4-BE49-F238E27FC236}">
                <a16:creationId xmlns:a16="http://schemas.microsoft.com/office/drawing/2014/main" id="{1F250E93-55A4-7047-B742-F5265C0DEB8B}"/>
              </a:ext>
            </a:extLst>
          </p:cNvPr>
          <p:cNvGrpSpPr/>
          <p:nvPr/>
        </p:nvGrpSpPr>
        <p:grpSpPr>
          <a:xfrm>
            <a:off x="5099808" y="1402085"/>
            <a:ext cx="361670" cy="361333"/>
            <a:chOff x="5099808" y="1402085"/>
            <a:chExt cx="361670" cy="361333"/>
          </a:xfrm>
          <a:solidFill>
            <a:srgbClr val="046A38"/>
          </a:solidFill>
        </p:grpSpPr>
        <p:sp>
          <p:nvSpPr>
            <p:cNvPr id="1026" name="Graphic 4">
              <a:extLst>
                <a:ext uri="{FF2B5EF4-FFF2-40B4-BE49-F238E27FC236}">
                  <a16:creationId xmlns:a16="http://schemas.microsoft.com/office/drawing/2014/main" id="{5ACDBE5E-4367-134C-824A-E6EAA57F64FB}"/>
                </a:ext>
              </a:extLst>
            </p:cNvPr>
            <p:cNvSpPr/>
            <p:nvPr/>
          </p:nvSpPr>
          <p:spPr>
            <a:xfrm>
              <a:off x="5215786" y="1583390"/>
              <a:ext cx="134171" cy="97675"/>
            </a:xfrm>
            <a:custGeom>
              <a:avLst/>
              <a:gdLst>
                <a:gd name="connsiteX0" fmla="*/ 119811 w 134171"/>
                <a:gd name="connsiteY0" fmla="*/ 6384 h 97675"/>
                <a:gd name="connsiteX1" fmla="*/ 124284 w 134171"/>
                <a:gd name="connsiteY1" fmla="*/ 19790 h 97675"/>
                <a:gd name="connsiteX2" fmla="*/ 123645 w 134171"/>
                <a:gd name="connsiteY2" fmla="*/ 26174 h 97675"/>
                <a:gd name="connsiteX3" fmla="*/ 117894 w 134171"/>
                <a:gd name="connsiteY3" fmla="*/ 28728 h 97675"/>
                <a:gd name="connsiteX4" fmla="*/ 85305 w 134171"/>
                <a:gd name="connsiteY4" fmla="*/ 9576 h 97675"/>
                <a:gd name="connsiteX5" fmla="*/ 52717 w 134171"/>
                <a:gd name="connsiteY5" fmla="*/ 40858 h 97675"/>
                <a:gd name="connsiteX6" fmla="*/ 51439 w 134171"/>
                <a:gd name="connsiteY6" fmla="*/ 40858 h 97675"/>
                <a:gd name="connsiteX7" fmla="*/ 46327 w 134171"/>
                <a:gd name="connsiteY7" fmla="*/ 38304 h 97675"/>
                <a:gd name="connsiteX8" fmla="*/ 46327 w 134171"/>
                <a:gd name="connsiteY8" fmla="*/ 31282 h 97675"/>
                <a:gd name="connsiteX9" fmla="*/ 46327 w 134171"/>
                <a:gd name="connsiteY9" fmla="*/ 14045 h 97675"/>
                <a:gd name="connsiteX10" fmla="*/ 45688 w 134171"/>
                <a:gd name="connsiteY10" fmla="*/ 10853 h 97675"/>
                <a:gd name="connsiteX11" fmla="*/ 11821 w 134171"/>
                <a:gd name="connsiteY11" fmla="*/ 28728 h 97675"/>
                <a:gd name="connsiteX12" fmla="*/ 6709 w 134171"/>
                <a:gd name="connsiteY12" fmla="*/ 24259 h 97675"/>
                <a:gd name="connsiteX13" fmla="*/ 7987 w 134171"/>
                <a:gd name="connsiteY13" fmla="*/ 17875 h 97675"/>
                <a:gd name="connsiteX14" fmla="*/ 11821 w 134171"/>
                <a:gd name="connsiteY14" fmla="*/ 0 h 97675"/>
                <a:gd name="connsiteX15" fmla="*/ 1597 w 134171"/>
                <a:gd name="connsiteY15" fmla="*/ 3830 h 97675"/>
                <a:gd name="connsiteX16" fmla="*/ 4154 w 134171"/>
                <a:gd name="connsiteY16" fmla="*/ 40858 h 97675"/>
                <a:gd name="connsiteX17" fmla="*/ 41854 w 134171"/>
                <a:gd name="connsiteY17" fmla="*/ 81715 h 97675"/>
                <a:gd name="connsiteX18" fmla="*/ 67414 w 134171"/>
                <a:gd name="connsiteY18" fmla="*/ 97675 h 97675"/>
                <a:gd name="connsiteX19" fmla="*/ 92973 w 134171"/>
                <a:gd name="connsiteY19" fmla="*/ 81077 h 97675"/>
                <a:gd name="connsiteX20" fmla="*/ 130674 w 134171"/>
                <a:gd name="connsiteY20" fmla="*/ 39581 h 97675"/>
                <a:gd name="connsiteX21" fmla="*/ 133230 w 134171"/>
                <a:gd name="connsiteY21" fmla="*/ 3830 h 97675"/>
                <a:gd name="connsiteX22" fmla="*/ 121089 w 134171"/>
                <a:gd name="connsiteY22" fmla="*/ 0 h 97675"/>
                <a:gd name="connsiteX23" fmla="*/ 119811 w 134171"/>
                <a:gd name="connsiteY23" fmla="*/ 6384 h 9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4171" h="97675">
                  <a:moveTo>
                    <a:pt x="119811" y="6384"/>
                  </a:moveTo>
                  <a:cubicBezTo>
                    <a:pt x="119811" y="8299"/>
                    <a:pt x="121728" y="15322"/>
                    <a:pt x="124284" y="19790"/>
                  </a:cubicBezTo>
                  <a:cubicBezTo>
                    <a:pt x="125562" y="21706"/>
                    <a:pt x="124923" y="24259"/>
                    <a:pt x="123645" y="26174"/>
                  </a:cubicBezTo>
                  <a:cubicBezTo>
                    <a:pt x="122367" y="28090"/>
                    <a:pt x="119811" y="28728"/>
                    <a:pt x="117894" y="28728"/>
                  </a:cubicBezTo>
                  <a:cubicBezTo>
                    <a:pt x="105753" y="27451"/>
                    <a:pt x="92973" y="17237"/>
                    <a:pt x="85305" y="9576"/>
                  </a:cubicBezTo>
                  <a:cubicBezTo>
                    <a:pt x="75082" y="35750"/>
                    <a:pt x="53356" y="40858"/>
                    <a:pt x="52717" y="40858"/>
                  </a:cubicBezTo>
                  <a:cubicBezTo>
                    <a:pt x="52078" y="40858"/>
                    <a:pt x="52078" y="40858"/>
                    <a:pt x="51439" y="40858"/>
                  </a:cubicBezTo>
                  <a:cubicBezTo>
                    <a:pt x="49522" y="40858"/>
                    <a:pt x="47605" y="39581"/>
                    <a:pt x="46327" y="38304"/>
                  </a:cubicBezTo>
                  <a:cubicBezTo>
                    <a:pt x="45049" y="36389"/>
                    <a:pt x="45049" y="33197"/>
                    <a:pt x="46327" y="31282"/>
                  </a:cubicBezTo>
                  <a:cubicBezTo>
                    <a:pt x="46966" y="28728"/>
                    <a:pt x="46966" y="16598"/>
                    <a:pt x="46327" y="14045"/>
                  </a:cubicBezTo>
                  <a:cubicBezTo>
                    <a:pt x="46327" y="13406"/>
                    <a:pt x="45688" y="12130"/>
                    <a:pt x="45688" y="10853"/>
                  </a:cubicBezTo>
                  <a:cubicBezTo>
                    <a:pt x="27796" y="30005"/>
                    <a:pt x="13738" y="29366"/>
                    <a:pt x="11821" y="28728"/>
                  </a:cubicBezTo>
                  <a:cubicBezTo>
                    <a:pt x="9265" y="28728"/>
                    <a:pt x="7349" y="26813"/>
                    <a:pt x="6709" y="24259"/>
                  </a:cubicBezTo>
                  <a:cubicBezTo>
                    <a:pt x="6070" y="21706"/>
                    <a:pt x="6709" y="19152"/>
                    <a:pt x="7987" y="17875"/>
                  </a:cubicBezTo>
                  <a:cubicBezTo>
                    <a:pt x="9265" y="15960"/>
                    <a:pt x="11182" y="8938"/>
                    <a:pt x="11821" y="0"/>
                  </a:cubicBezTo>
                  <a:cubicBezTo>
                    <a:pt x="7987" y="1915"/>
                    <a:pt x="4792" y="3192"/>
                    <a:pt x="1597" y="3830"/>
                  </a:cubicBezTo>
                  <a:cubicBezTo>
                    <a:pt x="319" y="7661"/>
                    <a:pt x="-2236" y="22344"/>
                    <a:pt x="4154" y="40858"/>
                  </a:cubicBezTo>
                  <a:cubicBezTo>
                    <a:pt x="11182" y="62563"/>
                    <a:pt x="29074" y="74693"/>
                    <a:pt x="41854" y="81715"/>
                  </a:cubicBezTo>
                  <a:cubicBezTo>
                    <a:pt x="50800" y="86822"/>
                    <a:pt x="61663" y="93845"/>
                    <a:pt x="67414" y="97675"/>
                  </a:cubicBezTo>
                  <a:cubicBezTo>
                    <a:pt x="71887" y="94483"/>
                    <a:pt x="79555" y="89376"/>
                    <a:pt x="92973" y="81077"/>
                  </a:cubicBezTo>
                  <a:cubicBezTo>
                    <a:pt x="115338" y="68309"/>
                    <a:pt x="124923" y="52349"/>
                    <a:pt x="130674" y="39581"/>
                  </a:cubicBezTo>
                  <a:cubicBezTo>
                    <a:pt x="135147" y="30005"/>
                    <a:pt x="134508" y="12130"/>
                    <a:pt x="133230" y="3830"/>
                  </a:cubicBezTo>
                  <a:cubicBezTo>
                    <a:pt x="128757" y="2554"/>
                    <a:pt x="124284" y="1277"/>
                    <a:pt x="121089" y="0"/>
                  </a:cubicBezTo>
                  <a:cubicBezTo>
                    <a:pt x="119811" y="3192"/>
                    <a:pt x="119811" y="5107"/>
                    <a:pt x="119811" y="6384"/>
                  </a:cubicBezTo>
                  <a:close/>
                </a:path>
              </a:pathLst>
            </a:custGeom>
            <a:solidFill>
              <a:srgbClr val="046A38"/>
            </a:solidFill>
            <a:ln w="6390" cap="flat">
              <a:noFill/>
              <a:prstDash val="solid"/>
              <a:miter/>
            </a:ln>
          </p:spPr>
          <p:txBody>
            <a:bodyPr rtlCol="0" anchor="ctr"/>
            <a:lstStyle/>
            <a:p>
              <a:endParaRPr lang="en-US"/>
            </a:p>
          </p:txBody>
        </p:sp>
        <p:sp>
          <p:nvSpPr>
            <p:cNvPr id="1027" name="Graphic 4">
              <a:extLst>
                <a:ext uri="{FF2B5EF4-FFF2-40B4-BE49-F238E27FC236}">
                  <a16:creationId xmlns:a16="http://schemas.microsoft.com/office/drawing/2014/main" id="{E2131E14-B23D-8F44-A107-15BAD7513FEF}"/>
                </a:ext>
              </a:extLst>
            </p:cNvPr>
            <p:cNvSpPr/>
            <p:nvPr/>
          </p:nvSpPr>
          <p:spPr>
            <a:xfrm>
              <a:off x="5099808" y="1402085"/>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280518 w 361670"/>
                <a:gd name="connsiteY5" fmla="*/ 181305 h 361333"/>
                <a:gd name="connsiteX6" fmla="*/ 275407 w 361670"/>
                <a:gd name="connsiteY6" fmla="*/ 185774 h 361333"/>
                <a:gd name="connsiteX7" fmla="*/ 260710 w 361670"/>
                <a:gd name="connsiteY7" fmla="*/ 187051 h 361333"/>
                <a:gd name="connsiteX8" fmla="*/ 256876 w 361670"/>
                <a:gd name="connsiteY8" fmla="*/ 226631 h 361333"/>
                <a:gd name="connsiteX9" fmla="*/ 214063 w 361670"/>
                <a:gd name="connsiteY9" fmla="*/ 273234 h 361333"/>
                <a:gd name="connsiteX10" fmla="*/ 186586 w 361670"/>
                <a:gd name="connsiteY10" fmla="*/ 291110 h 361333"/>
                <a:gd name="connsiteX11" fmla="*/ 182113 w 361670"/>
                <a:gd name="connsiteY11" fmla="*/ 292386 h 361333"/>
                <a:gd name="connsiteX12" fmla="*/ 178279 w 361670"/>
                <a:gd name="connsiteY12" fmla="*/ 291110 h 361333"/>
                <a:gd name="connsiteX13" fmla="*/ 150164 w 361670"/>
                <a:gd name="connsiteY13" fmla="*/ 273234 h 361333"/>
                <a:gd name="connsiteX14" fmla="*/ 106712 w 361670"/>
                <a:gd name="connsiteY14" fmla="*/ 225355 h 361333"/>
                <a:gd name="connsiteX15" fmla="*/ 102878 w 361670"/>
                <a:gd name="connsiteY15" fmla="*/ 187051 h 361333"/>
                <a:gd name="connsiteX16" fmla="*/ 83708 w 361670"/>
                <a:gd name="connsiteY16" fmla="*/ 184497 h 361333"/>
                <a:gd name="connsiteX17" fmla="*/ 79874 w 361670"/>
                <a:gd name="connsiteY17" fmla="*/ 178113 h 361333"/>
                <a:gd name="connsiteX18" fmla="*/ 84347 w 361670"/>
                <a:gd name="connsiteY18" fmla="*/ 172368 h 361333"/>
                <a:gd name="connsiteX19" fmla="*/ 102878 w 361670"/>
                <a:gd name="connsiteY19" fmla="*/ 147470 h 361333"/>
                <a:gd name="connsiteX20" fmla="*/ 114380 w 361670"/>
                <a:gd name="connsiteY20" fmla="*/ 128318 h 361333"/>
                <a:gd name="connsiteX21" fmla="*/ 173806 w 361670"/>
                <a:gd name="connsiteY21" fmla="*/ 110443 h 361333"/>
                <a:gd name="connsiteX22" fmla="*/ 166138 w 361670"/>
                <a:gd name="connsiteY22" fmla="*/ 80438 h 361333"/>
                <a:gd name="connsiteX23" fmla="*/ 164861 w 361670"/>
                <a:gd name="connsiteY23" fmla="*/ 71501 h 361333"/>
                <a:gd name="connsiteX24" fmla="*/ 173806 w 361670"/>
                <a:gd name="connsiteY24" fmla="*/ 69585 h 361333"/>
                <a:gd name="connsiteX25" fmla="*/ 185308 w 361670"/>
                <a:gd name="connsiteY25" fmla="*/ 118742 h 361333"/>
                <a:gd name="connsiteX26" fmla="*/ 178279 w 361670"/>
                <a:gd name="connsiteY26" fmla="*/ 123211 h 361333"/>
                <a:gd name="connsiteX27" fmla="*/ 125243 w 361670"/>
                <a:gd name="connsiteY27" fmla="*/ 135340 h 361333"/>
                <a:gd name="connsiteX28" fmla="*/ 113741 w 361670"/>
                <a:gd name="connsiteY28" fmla="*/ 153854 h 361333"/>
                <a:gd name="connsiteX29" fmla="*/ 100961 w 361670"/>
                <a:gd name="connsiteY29" fmla="*/ 174283 h 361333"/>
                <a:gd name="connsiteX30" fmla="*/ 130355 w 361670"/>
                <a:gd name="connsiteY30" fmla="*/ 163430 h 361333"/>
                <a:gd name="connsiteX31" fmla="*/ 136745 w 361670"/>
                <a:gd name="connsiteY31" fmla="*/ 162792 h 361333"/>
                <a:gd name="connsiteX32" fmla="*/ 139940 w 361670"/>
                <a:gd name="connsiteY32" fmla="*/ 168537 h 361333"/>
                <a:gd name="connsiteX33" fmla="*/ 137384 w 361670"/>
                <a:gd name="connsiteY33" fmla="*/ 192796 h 361333"/>
                <a:gd name="connsiteX34" fmla="*/ 160388 w 361670"/>
                <a:gd name="connsiteY34" fmla="*/ 169176 h 361333"/>
                <a:gd name="connsiteX35" fmla="*/ 167416 w 361670"/>
                <a:gd name="connsiteY35" fmla="*/ 166622 h 361333"/>
                <a:gd name="connsiteX36" fmla="*/ 171889 w 361670"/>
                <a:gd name="connsiteY36" fmla="*/ 173006 h 361333"/>
                <a:gd name="connsiteX37" fmla="*/ 172528 w 361670"/>
                <a:gd name="connsiteY37" fmla="*/ 190881 h 361333"/>
                <a:gd name="connsiteX38" fmla="*/ 173806 w 361670"/>
                <a:gd name="connsiteY38" fmla="*/ 204287 h 361333"/>
                <a:gd name="connsiteX39" fmla="*/ 190420 w 361670"/>
                <a:gd name="connsiteY39" fmla="*/ 176198 h 361333"/>
                <a:gd name="connsiteX40" fmla="*/ 194893 w 361670"/>
                <a:gd name="connsiteY40" fmla="*/ 171091 h 361333"/>
                <a:gd name="connsiteX41" fmla="*/ 201283 w 361670"/>
                <a:gd name="connsiteY41" fmla="*/ 173006 h 361333"/>
                <a:gd name="connsiteX42" fmla="*/ 221731 w 361670"/>
                <a:gd name="connsiteY42" fmla="*/ 191519 h 361333"/>
                <a:gd name="connsiteX43" fmla="*/ 221092 w 361670"/>
                <a:gd name="connsiteY43" fmla="*/ 185135 h 361333"/>
                <a:gd name="connsiteX44" fmla="*/ 217897 w 361670"/>
                <a:gd name="connsiteY44" fmla="*/ 173006 h 361333"/>
                <a:gd name="connsiteX45" fmla="*/ 215980 w 361670"/>
                <a:gd name="connsiteY45" fmla="*/ 164707 h 361333"/>
                <a:gd name="connsiteX46" fmla="*/ 224287 w 361670"/>
                <a:gd name="connsiteY46" fmla="*/ 162153 h 361333"/>
                <a:gd name="connsiteX47" fmla="*/ 225565 w 361670"/>
                <a:gd name="connsiteY47" fmla="*/ 162792 h 361333"/>
                <a:gd name="connsiteX48" fmla="*/ 259432 w 361670"/>
                <a:gd name="connsiteY48" fmla="*/ 173644 h 361333"/>
                <a:gd name="connsiteX49" fmla="*/ 244735 w 361670"/>
                <a:gd name="connsiteY49" fmla="*/ 147470 h 361333"/>
                <a:gd name="connsiteX50" fmla="*/ 197449 w 361670"/>
                <a:gd name="connsiteY50" fmla="*/ 122572 h 361333"/>
                <a:gd name="connsiteX51" fmla="*/ 190420 w 361670"/>
                <a:gd name="connsiteY51" fmla="*/ 116827 h 361333"/>
                <a:gd name="connsiteX52" fmla="*/ 196171 w 361670"/>
                <a:gd name="connsiteY52" fmla="*/ 109804 h 361333"/>
                <a:gd name="connsiteX53" fmla="*/ 257515 w 361670"/>
                <a:gd name="connsiteY53" fmla="*/ 142363 h 361333"/>
                <a:gd name="connsiteX54" fmla="*/ 277962 w 361670"/>
                <a:gd name="connsiteY54" fmla="*/ 174283 h 361333"/>
                <a:gd name="connsiteX55" fmla="*/ 280518 w 361670"/>
                <a:gd name="connsiteY55" fmla="*/ 18130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61670" h="361333">
                  <a:moveTo>
                    <a:pt x="180836" y="0"/>
                  </a:moveTo>
                  <a:cubicBezTo>
                    <a:pt x="80513" y="0"/>
                    <a:pt x="0" y="81077"/>
                    <a:pt x="0" y="180667"/>
                  </a:cubicBezTo>
                  <a:cubicBezTo>
                    <a:pt x="0" y="280257"/>
                    <a:pt x="81152" y="361333"/>
                    <a:pt x="180836" y="361333"/>
                  </a:cubicBezTo>
                  <a:cubicBezTo>
                    <a:pt x="281157" y="361333"/>
                    <a:pt x="361671" y="280257"/>
                    <a:pt x="361671" y="180667"/>
                  </a:cubicBezTo>
                  <a:cubicBezTo>
                    <a:pt x="361671" y="81077"/>
                    <a:pt x="280518" y="0"/>
                    <a:pt x="180836" y="0"/>
                  </a:cubicBezTo>
                  <a:close/>
                  <a:moveTo>
                    <a:pt x="280518" y="181305"/>
                  </a:moveTo>
                  <a:cubicBezTo>
                    <a:pt x="279880" y="183859"/>
                    <a:pt x="277962" y="185774"/>
                    <a:pt x="275407" y="185774"/>
                  </a:cubicBezTo>
                  <a:cubicBezTo>
                    <a:pt x="270295" y="187051"/>
                    <a:pt x="265182" y="187051"/>
                    <a:pt x="260710" y="187051"/>
                  </a:cubicBezTo>
                  <a:cubicBezTo>
                    <a:pt x="261987" y="196627"/>
                    <a:pt x="262627" y="214502"/>
                    <a:pt x="256876" y="226631"/>
                  </a:cubicBezTo>
                  <a:cubicBezTo>
                    <a:pt x="250486" y="239399"/>
                    <a:pt x="238984" y="258551"/>
                    <a:pt x="214063" y="273234"/>
                  </a:cubicBezTo>
                  <a:cubicBezTo>
                    <a:pt x="192976" y="285364"/>
                    <a:pt x="186586" y="291110"/>
                    <a:pt x="186586" y="291110"/>
                  </a:cubicBezTo>
                  <a:cubicBezTo>
                    <a:pt x="185308" y="292386"/>
                    <a:pt x="184031" y="292386"/>
                    <a:pt x="182113" y="292386"/>
                  </a:cubicBezTo>
                  <a:cubicBezTo>
                    <a:pt x="180836" y="292386"/>
                    <a:pt x="179557" y="291748"/>
                    <a:pt x="178279" y="291110"/>
                  </a:cubicBezTo>
                  <a:cubicBezTo>
                    <a:pt x="178279" y="291110"/>
                    <a:pt x="162305" y="280257"/>
                    <a:pt x="150164" y="273234"/>
                  </a:cubicBezTo>
                  <a:cubicBezTo>
                    <a:pt x="135467" y="264935"/>
                    <a:pt x="115658" y="250890"/>
                    <a:pt x="106712" y="225355"/>
                  </a:cubicBezTo>
                  <a:cubicBezTo>
                    <a:pt x="100961" y="208756"/>
                    <a:pt x="101600" y="194711"/>
                    <a:pt x="102878" y="187051"/>
                  </a:cubicBezTo>
                  <a:cubicBezTo>
                    <a:pt x="91376" y="187689"/>
                    <a:pt x="84347" y="184497"/>
                    <a:pt x="83708" y="184497"/>
                  </a:cubicBezTo>
                  <a:cubicBezTo>
                    <a:pt x="81152" y="183220"/>
                    <a:pt x="79874" y="180667"/>
                    <a:pt x="79874" y="178113"/>
                  </a:cubicBezTo>
                  <a:cubicBezTo>
                    <a:pt x="79874" y="175560"/>
                    <a:pt x="81792" y="173006"/>
                    <a:pt x="84347" y="172368"/>
                  </a:cubicBezTo>
                  <a:cubicBezTo>
                    <a:pt x="89459" y="170452"/>
                    <a:pt x="96488" y="158961"/>
                    <a:pt x="102878" y="147470"/>
                  </a:cubicBezTo>
                  <a:cubicBezTo>
                    <a:pt x="106712" y="141086"/>
                    <a:pt x="110546" y="134702"/>
                    <a:pt x="114380" y="128318"/>
                  </a:cubicBezTo>
                  <a:cubicBezTo>
                    <a:pt x="127160" y="109166"/>
                    <a:pt x="160388" y="109166"/>
                    <a:pt x="173806" y="110443"/>
                  </a:cubicBezTo>
                  <a:cubicBezTo>
                    <a:pt x="177641" y="88737"/>
                    <a:pt x="166778" y="80438"/>
                    <a:pt x="166138" y="80438"/>
                  </a:cubicBezTo>
                  <a:cubicBezTo>
                    <a:pt x="163583" y="78523"/>
                    <a:pt x="162305" y="74693"/>
                    <a:pt x="164861" y="71501"/>
                  </a:cubicBezTo>
                  <a:cubicBezTo>
                    <a:pt x="167416" y="68309"/>
                    <a:pt x="170611" y="67670"/>
                    <a:pt x="173806" y="69585"/>
                  </a:cubicBezTo>
                  <a:cubicBezTo>
                    <a:pt x="174446" y="70224"/>
                    <a:pt x="194893" y="84269"/>
                    <a:pt x="185308" y="118742"/>
                  </a:cubicBezTo>
                  <a:cubicBezTo>
                    <a:pt x="184669" y="121934"/>
                    <a:pt x="181474" y="123849"/>
                    <a:pt x="178279" y="123211"/>
                  </a:cubicBezTo>
                  <a:cubicBezTo>
                    <a:pt x="166778" y="121934"/>
                    <a:pt x="134189" y="120657"/>
                    <a:pt x="125243" y="135340"/>
                  </a:cubicBezTo>
                  <a:cubicBezTo>
                    <a:pt x="121409" y="141724"/>
                    <a:pt x="117575" y="148108"/>
                    <a:pt x="113741" y="153854"/>
                  </a:cubicBezTo>
                  <a:cubicBezTo>
                    <a:pt x="109268" y="161515"/>
                    <a:pt x="104795" y="168537"/>
                    <a:pt x="100961" y="174283"/>
                  </a:cubicBezTo>
                  <a:cubicBezTo>
                    <a:pt x="107990" y="174283"/>
                    <a:pt x="118214" y="171729"/>
                    <a:pt x="130355" y="163430"/>
                  </a:cubicBezTo>
                  <a:cubicBezTo>
                    <a:pt x="132272" y="162153"/>
                    <a:pt x="134828" y="162153"/>
                    <a:pt x="136745" y="162792"/>
                  </a:cubicBezTo>
                  <a:cubicBezTo>
                    <a:pt x="138662" y="164068"/>
                    <a:pt x="139940" y="165984"/>
                    <a:pt x="139940" y="168537"/>
                  </a:cubicBezTo>
                  <a:cubicBezTo>
                    <a:pt x="139940" y="173006"/>
                    <a:pt x="139301" y="183220"/>
                    <a:pt x="137384" y="192796"/>
                  </a:cubicBezTo>
                  <a:cubicBezTo>
                    <a:pt x="143135" y="189604"/>
                    <a:pt x="151442" y="182582"/>
                    <a:pt x="160388" y="169176"/>
                  </a:cubicBezTo>
                  <a:cubicBezTo>
                    <a:pt x="161666" y="166622"/>
                    <a:pt x="164861" y="165984"/>
                    <a:pt x="167416" y="166622"/>
                  </a:cubicBezTo>
                  <a:cubicBezTo>
                    <a:pt x="169973" y="167260"/>
                    <a:pt x="171889" y="169814"/>
                    <a:pt x="171889" y="173006"/>
                  </a:cubicBezTo>
                  <a:cubicBezTo>
                    <a:pt x="171889" y="180028"/>
                    <a:pt x="171889" y="188966"/>
                    <a:pt x="172528" y="190881"/>
                  </a:cubicBezTo>
                  <a:cubicBezTo>
                    <a:pt x="173168" y="192796"/>
                    <a:pt x="173806" y="198542"/>
                    <a:pt x="173806" y="204287"/>
                  </a:cubicBezTo>
                  <a:cubicBezTo>
                    <a:pt x="180196" y="199819"/>
                    <a:pt x="187225" y="191519"/>
                    <a:pt x="190420" y="176198"/>
                  </a:cubicBezTo>
                  <a:cubicBezTo>
                    <a:pt x="191059" y="173644"/>
                    <a:pt x="192976" y="171729"/>
                    <a:pt x="194893" y="171091"/>
                  </a:cubicBezTo>
                  <a:cubicBezTo>
                    <a:pt x="197449" y="170452"/>
                    <a:pt x="200005" y="171091"/>
                    <a:pt x="201283" y="173006"/>
                  </a:cubicBezTo>
                  <a:cubicBezTo>
                    <a:pt x="204478" y="177475"/>
                    <a:pt x="212785" y="186412"/>
                    <a:pt x="221731" y="191519"/>
                  </a:cubicBezTo>
                  <a:cubicBezTo>
                    <a:pt x="221092" y="188966"/>
                    <a:pt x="221092" y="187051"/>
                    <a:pt x="221092" y="185135"/>
                  </a:cubicBezTo>
                  <a:cubicBezTo>
                    <a:pt x="221731" y="181944"/>
                    <a:pt x="219175" y="174921"/>
                    <a:pt x="217897" y="173006"/>
                  </a:cubicBezTo>
                  <a:cubicBezTo>
                    <a:pt x="215341" y="171091"/>
                    <a:pt x="214063" y="167260"/>
                    <a:pt x="215980" y="164707"/>
                  </a:cubicBezTo>
                  <a:cubicBezTo>
                    <a:pt x="217897" y="161515"/>
                    <a:pt x="221092" y="160876"/>
                    <a:pt x="224287" y="162153"/>
                  </a:cubicBezTo>
                  <a:cubicBezTo>
                    <a:pt x="224926" y="162153"/>
                    <a:pt x="224926" y="162792"/>
                    <a:pt x="225565" y="162792"/>
                  </a:cubicBezTo>
                  <a:cubicBezTo>
                    <a:pt x="228121" y="164068"/>
                    <a:pt x="242179" y="173006"/>
                    <a:pt x="259432" y="173644"/>
                  </a:cubicBezTo>
                  <a:cubicBezTo>
                    <a:pt x="254959" y="167899"/>
                    <a:pt x="249208" y="158961"/>
                    <a:pt x="244735" y="147470"/>
                  </a:cubicBezTo>
                  <a:cubicBezTo>
                    <a:pt x="235789" y="126403"/>
                    <a:pt x="201922" y="121934"/>
                    <a:pt x="197449" y="122572"/>
                  </a:cubicBezTo>
                  <a:cubicBezTo>
                    <a:pt x="194254" y="123211"/>
                    <a:pt x="190420" y="120657"/>
                    <a:pt x="190420" y="116827"/>
                  </a:cubicBezTo>
                  <a:cubicBezTo>
                    <a:pt x="189781" y="113635"/>
                    <a:pt x="192337" y="109804"/>
                    <a:pt x="196171" y="109804"/>
                  </a:cubicBezTo>
                  <a:cubicBezTo>
                    <a:pt x="203839" y="108528"/>
                    <a:pt x="245374" y="113635"/>
                    <a:pt x="257515" y="142363"/>
                  </a:cubicBezTo>
                  <a:cubicBezTo>
                    <a:pt x="266460" y="164707"/>
                    <a:pt x="277962" y="173644"/>
                    <a:pt x="277962" y="174283"/>
                  </a:cubicBezTo>
                  <a:cubicBezTo>
                    <a:pt x="280518" y="176836"/>
                    <a:pt x="281157" y="179390"/>
                    <a:pt x="280518" y="181305"/>
                  </a:cubicBezTo>
                  <a:close/>
                </a:path>
              </a:pathLst>
            </a:custGeom>
            <a:solidFill>
              <a:srgbClr val="046A38"/>
            </a:solidFill>
            <a:ln w="6390" cap="flat">
              <a:noFill/>
              <a:prstDash val="solid"/>
              <a:miter/>
            </a:ln>
          </p:spPr>
          <p:txBody>
            <a:bodyPr rtlCol="0" anchor="ctr"/>
            <a:lstStyle/>
            <a:p>
              <a:endParaRPr lang="en-US"/>
            </a:p>
          </p:txBody>
        </p:sp>
      </p:grpSp>
      <p:grpSp>
        <p:nvGrpSpPr>
          <p:cNvPr id="1028" name="Graphic 4">
            <a:extLst>
              <a:ext uri="{FF2B5EF4-FFF2-40B4-BE49-F238E27FC236}">
                <a16:creationId xmlns:a16="http://schemas.microsoft.com/office/drawing/2014/main" id="{5E2C69B1-EF04-3644-8576-EBAFE982F51F}"/>
              </a:ext>
            </a:extLst>
          </p:cNvPr>
          <p:cNvGrpSpPr/>
          <p:nvPr/>
        </p:nvGrpSpPr>
        <p:grpSpPr>
          <a:xfrm>
            <a:off x="4046108" y="1402085"/>
            <a:ext cx="361670" cy="361333"/>
            <a:chOff x="4046108" y="1402085"/>
            <a:chExt cx="361670" cy="361333"/>
          </a:xfrm>
          <a:solidFill>
            <a:srgbClr val="046A38"/>
          </a:solidFill>
        </p:grpSpPr>
        <p:sp>
          <p:nvSpPr>
            <p:cNvPr id="1029" name="Graphic 4">
              <a:extLst>
                <a:ext uri="{FF2B5EF4-FFF2-40B4-BE49-F238E27FC236}">
                  <a16:creationId xmlns:a16="http://schemas.microsoft.com/office/drawing/2014/main" id="{4D4D828B-92EA-4D44-89C5-D9230EEE47FA}"/>
                </a:ext>
              </a:extLst>
            </p:cNvPr>
            <p:cNvSpPr/>
            <p:nvPr/>
          </p:nvSpPr>
          <p:spPr>
            <a:xfrm>
              <a:off x="4046108"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56236 w 361670"/>
                <a:gd name="connsiteY5" fmla="*/ 84907 h 361333"/>
                <a:gd name="connsiteX6" fmla="*/ 201922 w 361670"/>
                <a:gd name="connsiteY6" fmla="*/ 112996 h 361333"/>
                <a:gd name="connsiteX7" fmla="*/ 200644 w 361670"/>
                <a:gd name="connsiteY7" fmla="*/ 112996 h 361333"/>
                <a:gd name="connsiteX8" fmla="*/ 183391 w 361670"/>
                <a:gd name="connsiteY8" fmla="*/ 108528 h 361333"/>
                <a:gd name="connsiteX9" fmla="*/ 186586 w 361670"/>
                <a:gd name="connsiteY9" fmla="*/ 120019 h 361333"/>
                <a:gd name="connsiteX10" fmla="*/ 186586 w 361670"/>
                <a:gd name="connsiteY10" fmla="*/ 120657 h 361333"/>
                <a:gd name="connsiteX11" fmla="*/ 187225 w 361670"/>
                <a:gd name="connsiteY11" fmla="*/ 129595 h 361333"/>
                <a:gd name="connsiteX12" fmla="*/ 205756 w 361670"/>
                <a:gd name="connsiteY12" fmla="*/ 131510 h 361333"/>
                <a:gd name="connsiteX13" fmla="*/ 250486 w 361670"/>
                <a:gd name="connsiteY13" fmla="*/ 213863 h 361333"/>
                <a:gd name="connsiteX14" fmla="*/ 178918 w 361670"/>
                <a:gd name="connsiteY14" fmla="*/ 297494 h 361333"/>
                <a:gd name="connsiteX15" fmla="*/ 109907 w 361670"/>
                <a:gd name="connsiteY15" fmla="*/ 248337 h 361333"/>
                <a:gd name="connsiteX16" fmla="*/ 108629 w 361670"/>
                <a:gd name="connsiteY16" fmla="*/ 245145 h 361333"/>
                <a:gd name="connsiteX17" fmla="*/ 116297 w 361670"/>
                <a:gd name="connsiteY17" fmla="*/ 158961 h 361333"/>
                <a:gd name="connsiteX18" fmla="*/ 154637 w 361670"/>
                <a:gd name="connsiteY18" fmla="*/ 130872 h 361333"/>
                <a:gd name="connsiteX19" fmla="*/ 175084 w 361670"/>
                <a:gd name="connsiteY19" fmla="*/ 132148 h 361333"/>
                <a:gd name="connsiteX20" fmla="*/ 174445 w 361670"/>
                <a:gd name="connsiteY20" fmla="*/ 123211 h 361333"/>
                <a:gd name="connsiteX21" fmla="*/ 162943 w 361670"/>
                <a:gd name="connsiteY21" fmla="*/ 92568 h 361333"/>
                <a:gd name="connsiteX22" fmla="*/ 153997 w 361670"/>
                <a:gd name="connsiteY22" fmla="*/ 81715 h 361333"/>
                <a:gd name="connsiteX23" fmla="*/ 155275 w 361670"/>
                <a:gd name="connsiteY23" fmla="*/ 73416 h 361333"/>
                <a:gd name="connsiteX24" fmla="*/ 163582 w 361670"/>
                <a:gd name="connsiteY24" fmla="*/ 73416 h 361333"/>
                <a:gd name="connsiteX25" fmla="*/ 173167 w 361670"/>
                <a:gd name="connsiteY25" fmla="*/ 84907 h 361333"/>
                <a:gd name="connsiteX26" fmla="*/ 201283 w 361670"/>
                <a:gd name="connsiteY26" fmla="*/ 101505 h 361333"/>
                <a:gd name="connsiteX27" fmla="*/ 242178 w 361670"/>
                <a:gd name="connsiteY27" fmla="*/ 85545 h 361333"/>
                <a:gd name="connsiteX28" fmla="*/ 198727 w 361670"/>
                <a:gd name="connsiteY28" fmla="*/ 88099 h 361333"/>
                <a:gd name="connsiteX29" fmla="*/ 189781 w 361670"/>
                <a:gd name="connsiteY29" fmla="*/ 86184 h 361333"/>
                <a:gd name="connsiteX30" fmla="*/ 191698 w 361670"/>
                <a:gd name="connsiteY30" fmla="*/ 77246 h 361333"/>
                <a:gd name="connsiteX31" fmla="*/ 254958 w 361670"/>
                <a:gd name="connsiteY31" fmla="*/ 79161 h 361333"/>
                <a:gd name="connsiteX32" fmla="*/ 256236 w 361670"/>
                <a:gd name="connsiteY32" fmla="*/ 8490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256236" y="84907"/>
                  </a:moveTo>
                  <a:cubicBezTo>
                    <a:pt x="249846" y="100867"/>
                    <a:pt x="226843" y="112996"/>
                    <a:pt x="201922" y="112996"/>
                  </a:cubicBezTo>
                  <a:cubicBezTo>
                    <a:pt x="201283" y="112996"/>
                    <a:pt x="201283" y="112996"/>
                    <a:pt x="200644" y="112996"/>
                  </a:cubicBezTo>
                  <a:cubicBezTo>
                    <a:pt x="194893" y="112996"/>
                    <a:pt x="189142" y="111081"/>
                    <a:pt x="183391" y="108528"/>
                  </a:cubicBezTo>
                  <a:cubicBezTo>
                    <a:pt x="185308" y="114912"/>
                    <a:pt x="186586" y="119380"/>
                    <a:pt x="186586" y="120019"/>
                  </a:cubicBezTo>
                  <a:cubicBezTo>
                    <a:pt x="186586" y="120019"/>
                    <a:pt x="186586" y="120657"/>
                    <a:pt x="186586" y="120657"/>
                  </a:cubicBezTo>
                  <a:lnTo>
                    <a:pt x="187225" y="129595"/>
                  </a:lnTo>
                  <a:cubicBezTo>
                    <a:pt x="195532" y="128318"/>
                    <a:pt x="203839" y="130872"/>
                    <a:pt x="205756" y="131510"/>
                  </a:cubicBezTo>
                  <a:cubicBezTo>
                    <a:pt x="236428" y="140448"/>
                    <a:pt x="251763" y="179390"/>
                    <a:pt x="250486" y="213863"/>
                  </a:cubicBezTo>
                  <a:cubicBezTo>
                    <a:pt x="249208" y="254082"/>
                    <a:pt x="226204" y="297494"/>
                    <a:pt x="178918" y="297494"/>
                  </a:cubicBezTo>
                  <a:cubicBezTo>
                    <a:pt x="129716" y="297494"/>
                    <a:pt x="116936" y="265574"/>
                    <a:pt x="109907" y="248337"/>
                  </a:cubicBezTo>
                  <a:lnTo>
                    <a:pt x="108629" y="245145"/>
                  </a:lnTo>
                  <a:cubicBezTo>
                    <a:pt x="103517" y="233015"/>
                    <a:pt x="99683" y="188327"/>
                    <a:pt x="116297" y="158961"/>
                  </a:cubicBezTo>
                  <a:cubicBezTo>
                    <a:pt x="125243" y="143001"/>
                    <a:pt x="138022" y="134064"/>
                    <a:pt x="154637" y="130872"/>
                  </a:cubicBezTo>
                  <a:cubicBezTo>
                    <a:pt x="161665" y="129595"/>
                    <a:pt x="168694" y="130233"/>
                    <a:pt x="175084" y="132148"/>
                  </a:cubicBezTo>
                  <a:lnTo>
                    <a:pt x="174445" y="123211"/>
                  </a:lnTo>
                  <a:cubicBezTo>
                    <a:pt x="173806" y="120657"/>
                    <a:pt x="169972" y="105336"/>
                    <a:pt x="162943" y="92568"/>
                  </a:cubicBezTo>
                  <a:cubicBezTo>
                    <a:pt x="157832" y="86822"/>
                    <a:pt x="153997" y="81715"/>
                    <a:pt x="153997" y="81715"/>
                  </a:cubicBezTo>
                  <a:cubicBezTo>
                    <a:pt x="152080" y="79161"/>
                    <a:pt x="152719" y="75331"/>
                    <a:pt x="155275" y="73416"/>
                  </a:cubicBezTo>
                  <a:cubicBezTo>
                    <a:pt x="157832" y="71501"/>
                    <a:pt x="161027" y="71501"/>
                    <a:pt x="163582" y="73416"/>
                  </a:cubicBezTo>
                  <a:cubicBezTo>
                    <a:pt x="167416" y="76608"/>
                    <a:pt x="170611" y="80438"/>
                    <a:pt x="173167" y="84907"/>
                  </a:cubicBezTo>
                  <a:cubicBezTo>
                    <a:pt x="180835" y="92568"/>
                    <a:pt x="191698" y="101505"/>
                    <a:pt x="201283" y="101505"/>
                  </a:cubicBezTo>
                  <a:cubicBezTo>
                    <a:pt x="217897" y="101505"/>
                    <a:pt x="235150" y="95121"/>
                    <a:pt x="242178" y="85545"/>
                  </a:cubicBezTo>
                  <a:cubicBezTo>
                    <a:pt x="235150" y="81077"/>
                    <a:pt x="219175" y="74054"/>
                    <a:pt x="198727" y="88099"/>
                  </a:cubicBezTo>
                  <a:cubicBezTo>
                    <a:pt x="195532" y="90014"/>
                    <a:pt x="191698" y="89376"/>
                    <a:pt x="189781" y="86184"/>
                  </a:cubicBezTo>
                  <a:cubicBezTo>
                    <a:pt x="187864" y="82992"/>
                    <a:pt x="188503" y="79161"/>
                    <a:pt x="191698" y="77246"/>
                  </a:cubicBezTo>
                  <a:cubicBezTo>
                    <a:pt x="220453" y="58094"/>
                    <a:pt x="246013" y="70224"/>
                    <a:pt x="254958" y="79161"/>
                  </a:cubicBezTo>
                  <a:cubicBezTo>
                    <a:pt x="256876" y="79800"/>
                    <a:pt x="257514" y="82353"/>
                    <a:pt x="256236" y="84907"/>
                  </a:cubicBezTo>
                  <a:close/>
                </a:path>
              </a:pathLst>
            </a:custGeom>
            <a:solidFill>
              <a:srgbClr val="046A38"/>
            </a:solidFill>
            <a:ln w="6390" cap="flat">
              <a:noFill/>
              <a:prstDash val="solid"/>
              <a:miter/>
            </a:ln>
          </p:spPr>
          <p:txBody>
            <a:bodyPr rtlCol="0" anchor="ctr"/>
            <a:lstStyle/>
            <a:p>
              <a:endParaRPr lang="en-US"/>
            </a:p>
          </p:txBody>
        </p:sp>
        <p:sp>
          <p:nvSpPr>
            <p:cNvPr id="1030" name="Graphic 4">
              <a:extLst>
                <a:ext uri="{FF2B5EF4-FFF2-40B4-BE49-F238E27FC236}">
                  <a16:creationId xmlns:a16="http://schemas.microsoft.com/office/drawing/2014/main" id="{202FE066-7044-F346-9ED6-6EA3A27F3C78}"/>
                </a:ext>
              </a:extLst>
            </p:cNvPr>
            <p:cNvSpPr/>
            <p:nvPr/>
          </p:nvSpPr>
          <p:spPr>
            <a:xfrm>
              <a:off x="4163603" y="1543809"/>
              <a:ext cx="120941" cy="142362"/>
            </a:xfrm>
            <a:custGeom>
              <a:avLst/>
              <a:gdLst>
                <a:gd name="connsiteX0" fmla="*/ 46087 w 120941"/>
                <a:gd name="connsiteY0" fmla="*/ 638 h 142362"/>
                <a:gd name="connsiteX1" fmla="*/ 39697 w 120941"/>
                <a:gd name="connsiteY1" fmla="*/ 1277 h 142362"/>
                <a:gd name="connsiteX2" fmla="*/ 10304 w 120941"/>
                <a:gd name="connsiteY2" fmla="*/ 22344 h 142362"/>
                <a:gd name="connsiteX3" fmla="*/ 3275 w 120941"/>
                <a:gd name="connsiteY3" fmla="*/ 97675 h 142362"/>
                <a:gd name="connsiteX4" fmla="*/ 4553 w 120941"/>
                <a:gd name="connsiteY4" fmla="*/ 100867 h 142362"/>
                <a:gd name="connsiteX5" fmla="*/ 62062 w 120941"/>
                <a:gd name="connsiteY5" fmla="*/ 142363 h 142362"/>
                <a:gd name="connsiteX6" fmla="*/ 120850 w 120941"/>
                <a:gd name="connsiteY6" fmla="*/ 71501 h 142362"/>
                <a:gd name="connsiteX7" fmla="*/ 85705 w 120941"/>
                <a:gd name="connsiteY7" fmla="*/ 1915 h 142362"/>
                <a:gd name="connsiteX8" fmla="*/ 76120 w 120941"/>
                <a:gd name="connsiteY8" fmla="*/ 0 h 142362"/>
                <a:gd name="connsiteX9" fmla="*/ 101680 w 120941"/>
                <a:gd name="connsiteY9" fmla="*/ 67032 h 142362"/>
                <a:gd name="connsiteX10" fmla="*/ 95929 w 120941"/>
                <a:gd name="connsiteY10" fmla="*/ 74054 h 142362"/>
                <a:gd name="connsiteX11" fmla="*/ 88900 w 120941"/>
                <a:gd name="connsiteY11" fmla="*/ 68309 h 142362"/>
                <a:gd name="connsiteX12" fmla="*/ 64618 w 120941"/>
                <a:gd name="connsiteY12" fmla="*/ 7022 h 142362"/>
                <a:gd name="connsiteX13" fmla="*/ 46087 w 120941"/>
                <a:gd name="connsiteY13" fmla="*/ 638 h 142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941" h="142362">
                  <a:moveTo>
                    <a:pt x="46087" y="638"/>
                  </a:moveTo>
                  <a:cubicBezTo>
                    <a:pt x="44170" y="638"/>
                    <a:pt x="41614" y="638"/>
                    <a:pt x="39697" y="1277"/>
                  </a:cubicBezTo>
                  <a:cubicBezTo>
                    <a:pt x="26917" y="3192"/>
                    <a:pt x="17333" y="10214"/>
                    <a:pt x="10304" y="22344"/>
                  </a:cubicBezTo>
                  <a:cubicBezTo>
                    <a:pt x="-3754" y="48518"/>
                    <a:pt x="-559" y="88099"/>
                    <a:pt x="3275" y="97675"/>
                  </a:cubicBezTo>
                  <a:lnTo>
                    <a:pt x="4553" y="100867"/>
                  </a:lnTo>
                  <a:cubicBezTo>
                    <a:pt x="11582" y="117465"/>
                    <a:pt x="21167" y="142363"/>
                    <a:pt x="62062" y="142363"/>
                  </a:cubicBezTo>
                  <a:cubicBezTo>
                    <a:pt x="106792" y="142363"/>
                    <a:pt x="120211" y="97675"/>
                    <a:pt x="120850" y="71501"/>
                  </a:cubicBezTo>
                  <a:cubicBezTo>
                    <a:pt x="122128" y="42773"/>
                    <a:pt x="109987" y="8938"/>
                    <a:pt x="85705" y="1915"/>
                  </a:cubicBezTo>
                  <a:cubicBezTo>
                    <a:pt x="83149" y="1277"/>
                    <a:pt x="79315" y="638"/>
                    <a:pt x="76120" y="0"/>
                  </a:cubicBezTo>
                  <a:cubicBezTo>
                    <a:pt x="99124" y="21706"/>
                    <a:pt x="101680" y="65117"/>
                    <a:pt x="101680" y="67032"/>
                  </a:cubicBezTo>
                  <a:cubicBezTo>
                    <a:pt x="101680" y="70862"/>
                    <a:pt x="99124" y="73416"/>
                    <a:pt x="95929" y="74054"/>
                  </a:cubicBezTo>
                  <a:cubicBezTo>
                    <a:pt x="92734" y="74054"/>
                    <a:pt x="89539" y="71501"/>
                    <a:pt x="88900" y="68309"/>
                  </a:cubicBezTo>
                  <a:cubicBezTo>
                    <a:pt x="88900" y="67670"/>
                    <a:pt x="85705" y="24259"/>
                    <a:pt x="64618" y="7022"/>
                  </a:cubicBezTo>
                  <a:cubicBezTo>
                    <a:pt x="59506" y="2554"/>
                    <a:pt x="53116" y="638"/>
                    <a:pt x="46087" y="638"/>
                  </a:cubicBezTo>
                  <a:close/>
                </a:path>
              </a:pathLst>
            </a:custGeom>
            <a:solidFill>
              <a:srgbClr val="046A38"/>
            </a:solidFill>
            <a:ln w="6390" cap="flat">
              <a:noFill/>
              <a:prstDash val="solid"/>
              <a:miter/>
            </a:ln>
          </p:spPr>
          <p:txBody>
            <a:bodyPr rtlCol="0" anchor="ctr"/>
            <a:lstStyle/>
            <a:p>
              <a:endParaRPr lang="en-US"/>
            </a:p>
          </p:txBody>
        </p:sp>
      </p:grpSp>
      <p:grpSp>
        <p:nvGrpSpPr>
          <p:cNvPr id="1031" name="Graphic 4">
            <a:extLst>
              <a:ext uri="{FF2B5EF4-FFF2-40B4-BE49-F238E27FC236}">
                <a16:creationId xmlns:a16="http://schemas.microsoft.com/office/drawing/2014/main" id="{97C93B7F-DD3D-2143-9F21-1A258A04A017}"/>
              </a:ext>
            </a:extLst>
          </p:cNvPr>
          <p:cNvGrpSpPr/>
          <p:nvPr/>
        </p:nvGrpSpPr>
        <p:grpSpPr>
          <a:xfrm>
            <a:off x="4046108" y="3824168"/>
            <a:ext cx="361670" cy="361333"/>
            <a:chOff x="4046108" y="3824168"/>
            <a:chExt cx="361670" cy="361333"/>
          </a:xfrm>
          <a:solidFill>
            <a:srgbClr val="046A38"/>
          </a:solidFill>
        </p:grpSpPr>
        <p:sp>
          <p:nvSpPr>
            <p:cNvPr id="1032" name="Graphic 4">
              <a:extLst>
                <a:ext uri="{FF2B5EF4-FFF2-40B4-BE49-F238E27FC236}">
                  <a16:creationId xmlns:a16="http://schemas.microsoft.com/office/drawing/2014/main" id="{574AB177-1C12-5F47-80ED-B7BDAD2B2781}"/>
                </a:ext>
              </a:extLst>
            </p:cNvPr>
            <p:cNvSpPr/>
            <p:nvPr/>
          </p:nvSpPr>
          <p:spPr>
            <a:xfrm>
              <a:off x="4046108"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68377 w 361670"/>
                <a:gd name="connsiteY5" fmla="*/ 212587 h 361333"/>
                <a:gd name="connsiteX6" fmla="*/ 187225 w 361670"/>
                <a:gd name="connsiteY6" fmla="*/ 298132 h 361333"/>
                <a:gd name="connsiteX7" fmla="*/ 108629 w 361670"/>
                <a:gd name="connsiteY7" fmla="*/ 247698 h 361333"/>
                <a:gd name="connsiteX8" fmla="*/ 107351 w 361670"/>
                <a:gd name="connsiteY8" fmla="*/ 244506 h 361333"/>
                <a:gd name="connsiteX9" fmla="*/ 113741 w 361670"/>
                <a:gd name="connsiteY9" fmla="*/ 158961 h 361333"/>
                <a:gd name="connsiteX10" fmla="*/ 159109 w 361670"/>
                <a:gd name="connsiteY10" fmla="*/ 127041 h 361333"/>
                <a:gd name="connsiteX11" fmla="*/ 183391 w 361670"/>
                <a:gd name="connsiteY11" fmla="*/ 128318 h 361333"/>
                <a:gd name="connsiteX12" fmla="*/ 182113 w 361670"/>
                <a:gd name="connsiteY12" fmla="*/ 118104 h 361333"/>
                <a:gd name="connsiteX13" fmla="*/ 143774 w 361670"/>
                <a:gd name="connsiteY13" fmla="*/ 88737 h 361333"/>
                <a:gd name="connsiteX14" fmla="*/ 109268 w 361670"/>
                <a:gd name="connsiteY14" fmla="*/ 97036 h 361333"/>
                <a:gd name="connsiteX15" fmla="*/ 151442 w 361670"/>
                <a:gd name="connsiteY15" fmla="*/ 102144 h 361333"/>
                <a:gd name="connsiteX16" fmla="*/ 159748 w 361670"/>
                <a:gd name="connsiteY16" fmla="*/ 105974 h 361333"/>
                <a:gd name="connsiteX17" fmla="*/ 155914 w 361670"/>
                <a:gd name="connsiteY17" fmla="*/ 114273 h 361333"/>
                <a:gd name="connsiteX18" fmla="*/ 93932 w 361670"/>
                <a:gd name="connsiteY18" fmla="*/ 98952 h 361333"/>
                <a:gd name="connsiteX19" fmla="*/ 95849 w 361670"/>
                <a:gd name="connsiteY19" fmla="*/ 90652 h 361333"/>
                <a:gd name="connsiteX20" fmla="*/ 144412 w 361670"/>
                <a:gd name="connsiteY20" fmla="*/ 76608 h 361333"/>
                <a:gd name="connsiteX21" fmla="*/ 184030 w 361670"/>
                <a:gd name="connsiteY21" fmla="*/ 93844 h 361333"/>
                <a:gd name="connsiteX22" fmla="*/ 195532 w 361670"/>
                <a:gd name="connsiteY22" fmla="*/ 67670 h 361333"/>
                <a:gd name="connsiteX23" fmla="*/ 204478 w 361670"/>
                <a:gd name="connsiteY23" fmla="*/ 65755 h 361333"/>
                <a:gd name="connsiteX24" fmla="*/ 206395 w 361670"/>
                <a:gd name="connsiteY24" fmla="*/ 74692 h 361333"/>
                <a:gd name="connsiteX25" fmla="*/ 195532 w 361670"/>
                <a:gd name="connsiteY25" fmla="*/ 117465 h 361333"/>
                <a:gd name="connsiteX26" fmla="*/ 195532 w 361670"/>
                <a:gd name="connsiteY26" fmla="*/ 117465 h 361333"/>
                <a:gd name="connsiteX27" fmla="*/ 195532 w 361670"/>
                <a:gd name="connsiteY27" fmla="*/ 118104 h 361333"/>
                <a:gd name="connsiteX28" fmla="*/ 196171 w 361670"/>
                <a:gd name="connsiteY28" fmla="*/ 127041 h 361333"/>
                <a:gd name="connsiteX29" fmla="*/ 218536 w 361670"/>
                <a:gd name="connsiteY29" fmla="*/ 128956 h 361333"/>
                <a:gd name="connsiteX30" fmla="*/ 268377 w 361670"/>
                <a:gd name="connsiteY30" fmla="*/ 21258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0518" y="0"/>
                    <a:pt x="180835" y="0"/>
                  </a:cubicBezTo>
                  <a:close/>
                  <a:moveTo>
                    <a:pt x="268377" y="212587"/>
                  </a:moveTo>
                  <a:cubicBezTo>
                    <a:pt x="267099" y="254082"/>
                    <a:pt x="240901" y="298132"/>
                    <a:pt x="187225" y="298132"/>
                  </a:cubicBezTo>
                  <a:cubicBezTo>
                    <a:pt x="131633" y="298132"/>
                    <a:pt x="116936" y="265574"/>
                    <a:pt x="108629" y="247698"/>
                  </a:cubicBezTo>
                  <a:lnTo>
                    <a:pt x="107351" y="244506"/>
                  </a:lnTo>
                  <a:cubicBezTo>
                    <a:pt x="100961" y="231100"/>
                    <a:pt x="97766" y="188966"/>
                    <a:pt x="113741" y="158961"/>
                  </a:cubicBezTo>
                  <a:cubicBezTo>
                    <a:pt x="123326" y="141086"/>
                    <a:pt x="139301" y="129595"/>
                    <a:pt x="159109" y="127041"/>
                  </a:cubicBezTo>
                  <a:cubicBezTo>
                    <a:pt x="168055" y="125764"/>
                    <a:pt x="175723" y="126403"/>
                    <a:pt x="183391" y="128318"/>
                  </a:cubicBezTo>
                  <a:lnTo>
                    <a:pt x="182113" y="118104"/>
                  </a:lnTo>
                  <a:cubicBezTo>
                    <a:pt x="182113" y="116827"/>
                    <a:pt x="178918" y="90014"/>
                    <a:pt x="143774" y="88737"/>
                  </a:cubicBezTo>
                  <a:cubicBezTo>
                    <a:pt x="134828" y="88099"/>
                    <a:pt x="123326" y="89376"/>
                    <a:pt x="109268" y="97036"/>
                  </a:cubicBezTo>
                  <a:cubicBezTo>
                    <a:pt x="115658" y="102782"/>
                    <a:pt x="129077" y="110443"/>
                    <a:pt x="151442" y="102144"/>
                  </a:cubicBezTo>
                  <a:cubicBezTo>
                    <a:pt x="154637" y="100867"/>
                    <a:pt x="158470" y="102782"/>
                    <a:pt x="159748" y="105974"/>
                  </a:cubicBezTo>
                  <a:cubicBezTo>
                    <a:pt x="161027" y="109166"/>
                    <a:pt x="159109" y="112996"/>
                    <a:pt x="155914" y="114273"/>
                  </a:cubicBezTo>
                  <a:cubicBezTo>
                    <a:pt x="122048" y="126403"/>
                    <a:pt x="100322" y="109804"/>
                    <a:pt x="93932" y="98952"/>
                  </a:cubicBezTo>
                  <a:cubicBezTo>
                    <a:pt x="92015" y="95760"/>
                    <a:pt x="93293" y="92568"/>
                    <a:pt x="95849" y="90652"/>
                  </a:cubicBezTo>
                  <a:cubicBezTo>
                    <a:pt x="116297" y="77246"/>
                    <a:pt x="132272" y="75969"/>
                    <a:pt x="144412" y="76608"/>
                  </a:cubicBezTo>
                  <a:cubicBezTo>
                    <a:pt x="164221" y="77246"/>
                    <a:pt x="177001" y="84907"/>
                    <a:pt x="184030" y="93844"/>
                  </a:cubicBezTo>
                  <a:cubicBezTo>
                    <a:pt x="187864" y="79161"/>
                    <a:pt x="194893" y="68308"/>
                    <a:pt x="195532" y="67670"/>
                  </a:cubicBezTo>
                  <a:cubicBezTo>
                    <a:pt x="197449" y="64478"/>
                    <a:pt x="201283" y="63840"/>
                    <a:pt x="204478" y="65755"/>
                  </a:cubicBezTo>
                  <a:cubicBezTo>
                    <a:pt x="207673" y="67670"/>
                    <a:pt x="208312" y="71500"/>
                    <a:pt x="206395" y="74692"/>
                  </a:cubicBezTo>
                  <a:cubicBezTo>
                    <a:pt x="206395" y="74692"/>
                    <a:pt x="192337" y="96398"/>
                    <a:pt x="195532" y="117465"/>
                  </a:cubicBezTo>
                  <a:cubicBezTo>
                    <a:pt x="195532" y="117465"/>
                    <a:pt x="195532" y="117465"/>
                    <a:pt x="195532" y="117465"/>
                  </a:cubicBezTo>
                  <a:cubicBezTo>
                    <a:pt x="195532" y="117465"/>
                    <a:pt x="195532" y="118104"/>
                    <a:pt x="195532" y="118104"/>
                  </a:cubicBezTo>
                  <a:lnTo>
                    <a:pt x="196171" y="127041"/>
                  </a:lnTo>
                  <a:cubicBezTo>
                    <a:pt x="205117" y="125764"/>
                    <a:pt x="215980" y="128318"/>
                    <a:pt x="218536" y="128956"/>
                  </a:cubicBezTo>
                  <a:cubicBezTo>
                    <a:pt x="253041" y="137256"/>
                    <a:pt x="270294" y="177475"/>
                    <a:pt x="268377" y="212587"/>
                  </a:cubicBezTo>
                  <a:close/>
                </a:path>
              </a:pathLst>
            </a:custGeom>
            <a:solidFill>
              <a:srgbClr val="046A38"/>
            </a:solidFill>
            <a:ln w="6390" cap="flat">
              <a:noFill/>
              <a:prstDash val="solid"/>
              <a:miter/>
            </a:ln>
          </p:spPr>
          <p:txBody>
            <a:bodyPr rtlCol="0" anchor="ctr"/>
            <a:lstStyle/>
            <a:p>
              <a:endParaRPr lang="en-US"/>
            </a:p>
          </p:txBody>
        </p:sp>
        <p:sp>
          <p:nvSpPr>
            <p:cNvPr id="1033" name="Graphic 4">
              <a:extLst>
                <a:ext uri="{FF2B5EF4-FFF2-40B4-BE49-F238E27FC236}">
                  <a16:creationId xmlns:a16="http://schemas.microsoft.com/office/drawing/2014/main" id="{A91B4678-231E-C04A-8E63-E2ECA2E4326A}"/>
                </a:ext>
              </a:extLst>
            </p:cNvPr>
            <p:cNvSpPr/>
            <p:nvPr/>
          </p:nvSpPr>
          <p:spPr>
            <a:xfrm>
              <a:off x="4161254" y="3962700"/>
              <a:ext cx="141729" cy="148108"/>
            </a:xfrm>
            <a:custGeom>
              <a:avLst/>
              <a:gdLst>
                <a:gd name="connsiteX0" fmla="*/ 99556 w 141729"/>
                <a:gd name="connsiteY0" fmla="*/ 1916 h 148108"/>
                <a:gd name="connsiteX1" fmla="*/ 86776 w 141729"/>
                <a:gd name="connsiteY1" fmla="*/ 0 h 148108"/>
                <a:gd name="connsiteX2" fmla="*/ 116809 w 141729"/>
                <a:gd name="connsiteY2" fmla="*/ 69586 h 148108"/>
                <a:gd name="connsiteX3" fmla="*/ 111058 w 141729"/>
                <a:gd name="connsiteY3" fmla="*/ 76608 h 148108"/>
                <a:gd name="connsiteX4" fmla="*/ 104029 w 141729"/>
                <a:gd name="connsiteY4" fmla="*/ 70862 h 148108"/>
                <a:gd name="connsiteX5" fmla="*/ 77830 w 141729"/>
                <a:gd name="connsiteY5" fmla="*/ 9576 h 148108"/>
                <a:gd name="connsiteX6" fmla="*/ 53548 w 141729"/>
                <a:gd name="connsiteY6" fmla="*/ 1277 h 148108"/>
                <a:gd name="connsiteX7" fmla="*/ 45881 w 141729"/>
                <a:gd name="connsiteY7" fmla="*/ 1916 h 148108"/>
                <a:gd name="connsiteX8" fmla="*/ 10097 w 141729"/>
                <a:gd name="connsiteY8" fmla="*/ 27451 h 148108"/>
                <a:gd name="connsiteX9" fmla="*/ 4346 w 141729"/>
                <a:gd name="connsiteY9" fmla="*/ 101505 h 148108"/>
                <a:gd name="connsiteX10" fmla="*/ 6263 w 141729"/>
                <a:gd name="connsiteY10" fmla="*/ 105336 h 148108"/>
                <a:gd name="connsiteX11" fmla="*/ 73357 w 141729"/>
                <a:gd name="connsiteY11" fmla="*/ 148108 h 148108"/>
                <a:gd name="connsiteX12" fmla="*/ 141730 w 141729"/>
                <a:gd name="connsiteY12" fmla="*/ 74693 h 148108"/>
                <a:gd name="connsiteX13" fmla="*/ 99556 w 141729"/>
                <a:gd name="connsiteY13" fmla="*/ 1916 h 148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1729" h="148108">
                  <a:moveTo>
                    <a:pt x="99556" y="1916"/>
                  </a:moveTo>
                  <a:cubicBezTo>
                    <a:pt x="96361" y="1277"/>
                    <a:pt x="91249" y="0"/>
                    <a:pt x="86776" y="0"/>
                  </a:cubicBezTo>
                  <a:cubicBezTo>
                    <a:pt x="112975" y="22344"/>
                    <a:pt x="116170" y="67670"/>
                    <a:pt x="116809" y="69586"/>
                  </a:cubicBezTo>
                  <a:cubicBezTo>
                    <a:pt x="116809" y="73416"/>
                    <a:pt x="114253" y="75970"/>
                    <a:pt x="111058" y="76608"/>
                  </a:cubicBezTo>
                  <a:cubicBezTo>
                    <a:pt x="107224" y="76608"/>
                    <a:pt x="104668" y="74054"/>
                    <a:pt x="104029" y="70862"/>
                  </a:cubicBezTo>
                  <a:cubicBezTo>
                    <a:pt x="104029" y="70224"/>
                    <a:pt x="100834" y="28090"/>
                    <a:pt x="77830" y="9576"/>
                  </a:cubicBezTo>
                  <a:cubicBezTo>
                    <a:pt x="70801" y="3831"/>
                    <a:pt x="62494" y="1277"/>
                    <a:pt x="53548" y="1277"/>
                  </a:cubicBezTo>
                  <a:cubicBezTo>
                    <a:pt x="50992" y="1277"/>
                    <a:pt x="48436" y="1277"/>
                    <a:pt x="45881" y="1916"/>
                  </a:cubicBezTo>
                  <a:cubicBezTo>
                    <a:pt x="29906" y="4469"/>
                    <a:pt x="17765" y="12768"/>
                    <a:pt x="10097" y="27451"/>
                  </a:cubicBezTo>
                  <a:cubicBezTo>
                    <a:pt x="-3961" y="53626"/>
                    <a:pt x="-766" y="91291"/>
                    <a:pt x="4346" y="101505"/>
                  </a:cubicBezTo>
                  <a:lnTo>
                    <a:pt x="6263" y="105336"/>
                  </a:lnTo>
                  <a:cubicBezTo>
                    <a:pt x="13931" y="122573"/>
                    <a:pt x="26072" y="148108"/>
                    <a:pt x="73357" y="148108"/>
                  </a:cubicBezTo>
                  <a:cubicBezTo>
                    <a:pt x="125116" y="148108"/>
                    <a:pt x="141090" y="102144"/>
                    <a:pt x="141730" y="74693"/>
                  </a:cubicBezTo>
                  <a:cubicBezTo>
                    <a:pt x="141730" y="44050"/>
                    <a:pt x="127672" y="8938"/>
                    <a:pt x="99556" y="1916"/>
                  </a:cubicBezTo>
                  <a:close/>
                </a:path>
              </a:pathLst>
            </a:custGeom>
            <a:solidFill>
              <a:srgbClr val="046A38"/>
            </a:solidFill>
            <a:ln w="6390" cap="flat">
              <a:noFill/>
              <a:prstDash val="solid"/>
              <a:miter/>
            </a:ln>
          </p:spPr>
          <p:txBody>
            <a:bodyPr rtlCol="0" anchor="ctr"/>
            <a:lstStyle/>
            <a:p>
              <a:endParaRPr lang="en-US"/>
            </a:p>
          </p:txBody>
        </p:sp>
      </p:grpSp>
      <p:grpSp>
        <p:nvGrpSpPr>
          <p:cNvPr id="1034" name="Graphic 4">
            <a:extLst>
              <a:ext uri="{FF2B5EF4-FFF2-40B4-BE49-F238E27FC236}">
                <a16:creationId xmlns:a16="http://schemas.microsoft.com/office/drawing/2014/main" id="{B85CFD6C-8010-C442-AB43-05FF6437ACCC}"/>
              </a:ext>
            </a:extLst>
          </p:cNvPr>
          <p:cNvGrpSpPr/>
          <p:nvPr/>
        </p:nvGrpSpPr>
        <p:grpSpPr>
          <a:xfrm>
            <a:off x="4046108" y="3339623"/>
            <a:ext cx="361670" cy="361333"/>
            <a:chOff x="4046108" y="3339623"/>
            <a:chExt cx="361670" cy="361333"/>
          </a:xfrm>
          <a:solidFill>
            <a:srgbClr val="046A38"/>
          </a:solidFill>
        </p:grpSpPr>
        <p:sp>
          <p:nvSpPr>
            <p:cNvPr id="1035" name="Graphic 4">
              <a:extLst>
                <a:ext uri="{FF2B5EF4-FFF2-40B4-BE49-F238E27FC236}">
                  <a16:creationId xmlns:a16="http://schemas.microsoft.com/office/drawing/2014/main" id="{C2CE8415-A453-7D40-B282-CC1CEA2DA49E}"/>
                </a:ext>
              </a:extLst>
            </p:cNvPr>
            <p:cNvSpPr/>
            <p:nvPr/>
          </p:nvSpPr>
          <p:spPr>
            <a:xfrm>
              <a:off x="4202661" y="3478156"/>
              <a:ext cx="51119" cy="51071"/>
            </a:xfrm>
            <a:custGeom>
              <a:avLst/>
              <a:gdLst>
                <a:gd name="connsiteX0" fmla="*/ 25560 w 51119"/>
                <a:gd name="connsiteY0" fmla="*/ 0 h 51071"/>
                <a:gd name="connsiteX1" fmla="*/ 0 w 51119"/>
                <a:gd name="connsiteY1" fmla="*/ 25536 h 51071"/>
                <a:gd name="connsiteX2" fmla="*/ 25560 w 51119"/>
                <a:gd name="connsiteY2" fmla="*/ 51072 h 51071"/>
                <a:gd name="connsiteX3" fmla="*/ 51119 w 51119"/>
                <a:gd name="connsiteY3" fmla="*/ 25536 h 51071"/>
                <a:gd name="connsiteX4" fmla="*/ 25560 w 51119"/>
                <a:gd name="connsiteY4" fmla="*/ 0 h 510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19" h="51071">
                  <a:moveTo>
                    <a:pt x="25560" y="0"/>
                  </a:moveTo>
                  <a:cubicBezTo>
                    <a:pt x="11502" y="0"/>
                    <a:pt x="0" y="11491"/>
                    <a:pt x="0" y="25536"/>
                  </a:cubicBezTo>
                  <a:cubicBezTo>
                    <a:pt x="0" y="39581"/>
                    <a:pt x="11502" y="51072"/>
                    <a:pt x="25560" y="51072"/>
                  </a:cubicBezTo>
                  <a:cubicBezTo>
                    <a:pt x="39618" y="51072"/>
                    <a:pt x="51119" y="39581"/>
                    <a:pt x="51119" y="25536"/>
                  </a:cubicBezTo>
                  <a:cubicBezTo>
                    <a:pt x="51119" y="11491"/>
                    <a:pt x="39618" y="0"/>
                    <a:pt x="25560" y="0"/>
                  </a:cubicBezTo>
                  <a:close/>
                </a:path>
              </a:pathLst>
            </a:custGeom>
            <a:solidFill>
              <a:srgbClr val="046A38"/>
            </a:solidFill>
            <a:ln w="6390" cap="flat">
              <a:noFill/>
              <a:prstDash val="solid"/>
              <a:miter/>
            </a:ln>
          </p:spPr>
          <p:txBody>
            <a:bodyPr rtlCol="0" anchor="ctr"/>
            <a:lstStyle/>
            <a:p>
              <a:endParaRPr lang="en-US"/>
            </a:p>
          </p:txBody>
        </p:sp>
        <p:sp>
          <p:nvSpPr>
            <p:cNvPr id="1036" name="Graphic 4">
              <a:extLst>
                <a:ext uri="{FF2B5EF4-FFF2-40B4-BE49-F238E27FC236}">
                  <a16:creationId xmlns:a16="http://schemas.microsoft.com/office/drawing/2014/main" id="{4204D0A8-AFE2-5C44-8C23-756805466C09}"/>
                </a:ext>
              </a:extLst>
            </p:cNvPr>
            <p:cNvSpPr/>
            <p:nvPr/>
          </p:nvSpPr>
          <p:spPr>
            <a:xfrm>
              <a:off x="4046108"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42818 w 361670"/>
                <a:gd name="connsiteY5" fmla="*/ 199180 h 361333"/>
                <a:gd name="connsiteX6" fmla="*/ 244096 w 361670"/>
                <a:gd name="connsiteY6" fmla="*/ 207479 h 361333"/>
                <a:gd name="connsiteX7" fmla="*/ 205756 w 361670"/>
                <a:gd name="connsiteY7" fmla="*/ 245783 h 361333"/>
                <a:gd name="connsiteX8" fmla="*/ 195532 w 361670"/>
                <a:gd name="connsiteY8" fmla="*/ 244506 h 361333"/>
                <a:gd name="connsiteX9" fmla="*/ 191059 w 361670"/>
                <a:gd name="connsiteY9" fmla="*/ 236846 h 361333"/>
                <a:gd name="connsiteX10" fmla="*/ 198727 w 361670"/>
                <a:gd name="connsiteY10" fmla="*/ 232377 h 361333"/>
                <a:gd name="connsiteX11" fmla="*/ 205117 w 361670"/>
                <a:gd name="connsiteY11" fmla="*/ 233015 h 361333"/>
                <a:gd name="connsiteX12" fmla="*/ 230677 w 361670"/>
                <a:gd name="connsiteY12" fmla="*/ 207479 h 361333"/>
                <a:gd name="connsiteX13" fmla="*/ 230038 w 361670"/>
                <a:gd name="connsiteY13" fmla="*/ 201095 h 361333"/>
                <a:gd name="connsiteX14" fmla="*/ 222370 w 361670"/>
                <a:gd name="connsiteY14" fmla="*/ 200457 h 361333"/>
                <a:gd name="connsiteX15" fmla="*/ 217258 w 361670"/>
                <a:gd name="connsiteY15" fmla="*/ 192796 h 361333"/>
                <a:gd name="connsiteX16" fmla="*/ 224926 w 361670"/>
                <a:gd name="connsiteY16" fmla="*/ 187689 h 361333"/>
                <a:gd name="connsiteX17" fmla="*/ 230038 w 361670"/>
                <a:gd name="connsiteY17" fmla="*/ 188327 h 361333"/>
                <a:gd name="connsiteX18" fmla="*/ 255597 w 361670"/>
                <a:gd name="connsiteY18" fmla="*/ 162792 h 361333"/>
                <a:gd name="connsiteX19" fmla="*/ 230038 w 361670"/>
                <a:gd name="connsiteY19" fmla="*/ 137256 h 361333"/>
                <a:gd name="connsiteX20" fmla="*/ 214702 w 361670"/>
                <a:gd name="connsiteY20" fmla="*/ 143001 h 361333"/>
                <a:gd name="connsiteX21" fmla="*/ 220453 w 361670"/>
                <a:gd name="connsiteY21" fmla="*/ 162792 h 361333"/>
                <a:gd name="connsiteX22" fmla="*/ 194254 w 361670"/>
                <a:gd name="connsiteY22" fmla="*/ 198542 h 361333"/>
                <a:gd name="connsiteX23" fmla="*/ 194893 w 361670"/>
                <a:gd name="connsiteY23" fmla="*/ 206841 h 361333"/>
                <a:gd name="connsiteX24" fmla="*/ 159109 w 361670"/>
                <a:gd name="connsiteY24" fmla="*/ 244506 h 361333"/>
                <a:gd name="connsiteX25" fmla="*/ 159109 w 361670"/>
                <a:gd name="connsiteY25" fmla="*/ 244506 h 361333"/>
                <a:gd name="connsiteX26" fmla="*/ 155914 w 361670"/>
                <a:gd name="connsiteY26" fmla="*/ 257274 h 361333"/>
                <a:gd name="connsiteX27" fmla="*/ 181474 w 361670"/>
                <a:gd name="connsiteY27" fmla="*/ 282810 h 361333"/>
                <a:gd name="connsiteX28" fmla="*/ 207034 w 361670"/>
                <a:gd name="connsiteY28" fmla="*/ 257274 h 361333"/>
                <a:gd name="connsiteX29" fmla="*/ 213424 w 361670"/>
                <a:gd name="connsiteY29" fmla="*/ 250890 h 361333"/>
                <a:gd name="connsiteX30" fmla="*/ 219814 w 361670"/>
                <a:gd name="connsiteY30" fmla="*/ 257274 h 361333"/>
                <a:gd name="connsiteX31" fmla="*/ 181474 w 361670"/>
                <a:gd name="connsiteY31" fmla="*/ 295578 h 361333"/>
                <a:gd name="connsiteX32" fmla="*/ 143134 w 361670"/>
                <a:gd name="connsiteY32" fmla="*/ 257274 h 361333"/>
                <a:gd name="connsiteX33" fmla="*/ 145690 w 361670"/>
                <a:gd name="connsiteY33" fmla="*/ 243230 h 361333"/>
                <a:gd name="connsiteX34" fmla="*/ 119492 w 361670"/>
                <a:gd name="connsiteY34" fmla="*/ 214502 h 361333"/>
                <a:gd name="connsiteX35" fmla="*/ 124604 w 361670"/>
                <a:gd name="connsiteY35" fmla="*/ 206841 h 361333"/>
                <a:gd name="connsiteX36" fmla="*/ 132272 w 361670"/>
                <a:gd name="connsiteY36" fmla="*/ 211948 h 361333"/>
                <a:gd name="connsiteX37" fmla="*/ 157192 w 361670"/>
                <a:gd name="connsiteY37" fmla="*/ 232377 h 361333"/>
                <a:gd name="connsiteX38" fmla="*/ 182752 w 361670"/>
                <a:gd name="connsiteY38" fmla="*/ 206841 h 361333"/>
                <a:gd name="connsiteX39" fmla="*/ 182113 w 361670"/>
                <a:gd name="connsiteY39" fmla="*/ 200457 h 361333"/>
                <a:gd name="connsiteX40" fmla="*/ 145052 w 361670"/>
                <a:gd name="connsiteY40" fmla="*/ 162792 h 361333"/>
                <a:gd name="connsiteX41" fmla="*/ 147607 w 361670"/>
                <a:gd name="connsiteY41" fmla="*/ 148108 h 361333"/>
                <a:gd name="connsiteX42" fmla="*/ 146969 w 361670"/>
                <a:gd name="connsiteY42" fmla="*/ 147470 h 361333"/>
                <a:gd name="connsiteX43" fmla="*/ 130994 w 361670"/>
                <a:gd name="connsiteY43" fmla="*/ 141086 h 361333"/>
                <a:gd name="connsiteX44" fmla="*/ 107351 w 361670"/>
                <a:gd name="connsiteY44" fmla="*/ 164707 h 361333"/>
                <a:gd name="connsiteX45" fmla="*/ 130994 w 361670"/>
                <a:gd name="connsiteY45" fmla="*/ 188327 h 361333"/>
                <a:gd name="connsiteX46" fmla="*/ 136106 w 361670"/>
                <a:gd name="connsiteY46" fmla="*/ 187689 h 361333"/>
                <a:gd name="connsiteX47" fmla="*/ 143774 w 361670"/>
                <a:gd name="connsiteY47" fmla="*/ 192796 h 361333"/>
                <a:gd name="connsiteX48" fmla="*/ 138662 w 361670"/>
                <a:gd name="connsiteY48" fmla="*/ 200457 h 361333"/>
                <a:gd name="connsiteX49" fmla="*/ 130994 w 361670"/>
                <a:gd name="connsiteY49" fmla="*/ 201095 h 361333"/>
                <a:gd name="connsiteX50" fmla="*/ 94571 w 361670"/>
                <a:gd name="connsiteY50" fmla="*/ 164707 h 361333"/>
                <a:gd name="connsiteX51" fmla="*/ 130994 w 361670"/>
                <a:gd name="connsiteY51" fmla="*/ 128318 h 361333"/>
                <a:gd name="connsiteX52" fmla="*/ 154637 w 361670"/>
                <a:gd name="connsiteY52" fmla="*/ 137256 h 361333"/>
                <a:gd name="connsiteX53" fmla="*/ 175723 w 361670"/>
                <a:gd name="connsiteY53" fmla="*/ 125126 h 361333"/>
                <a:gd name="connsiteX54" fmla="*/ 177001 w 361670"/>
                <a:gd name="connsiteY54" fmla="*/ 118104 h 361333"/>
                <a:gd name="connsiteX55" fmla="*/ 167416 w 361670"/>
                <a:gd name="connsiteY55" fmla="*/ 81715 h 361333"/>
                <a:gd name="connsiteX56" fmla="*/ 169972 w 361670"/>
                <a:gd name="connsiteY56" fmla="*/ 73416 h 361333"/>
                <a:gd name="connsiteX57" fmla="*/ 178279 w 361670"/>
                <a:gd name="connsiteY57" fmla="*/ 75970 h 361333"/>
                <a:gd name="connsiteX58" fmla="*/ 185308 w 361670"/>
                <a:gd name="connsiteY58" fmla="*/ 93206 h 361333"/>
                <a:gd name="connsiteX59" fmla="*/ 210229 w 361670"/>
                <a:gd name="connsiteY59" fmla="*/ 70224 h 361333"/>
                <a:gd name="connsiteX60" fmla="*/ 253681 w 361670"/>
                <a:gd name="connsiteY60" fmla="*/ 68947 h 361333"/>
                <a:gd name="connsiteX61" fmla="*/ 256876 w 361670"/>
                <a:gd name="connsiteY61" fmla="*/ 74693 h 361333"/>
                <a:gd name="connsiteX62" fmla="*/ 240901 w 361670"/>
                <a:gd name="connsiteY62" fmla="*/ 106613 h 361333"/>
                <a:gd name="connsiteX63" fmla="*/ 203200 w 361670"/>
                <a:gd name="connsiteY63" fmla="*/ 116189 h 361333"/>
                <a:gd name="connsiteX64" fmla="*/ 197449 w 361670"/>
                <a:gd name="connsiteY64" fmla="*/ 109166 h 361333"/>
                <a:gd name="connsiteX65" fmla="*/ 204478 w 361670"/>
                <a:gd name="connsiteY65" fmla="*/ 103421 h 361333"/>
                <a:gd name="connsiteX66" fmla="*/ 232593 w 361670"/>
                <a:gd name="connsiteY66" fmla="*/ 97037 h 361333"/>
                <a:gd name="connsiteX67" fmla="*/ 243456 w 361670"/>
                <a:gd name="connsiteY67" fmla="*/ 78523 h 361333"/>
                <a:gd name="connsiteX68" fmla="*/ 214702 w 361670"/>
                <a:gd name="connsiteY68" fmla="*/ 82354 h 361333"/>
                <a:gd name="connsiteX69" fmla="*/ 189781 w 361670"/>
                <a:gd name="connsiteY69" fmla="*/ 120019 h 361333"/>
                <a:gd name="connsiteX70" fmla="*/ 189142 w 361670"/>
                <a:gd name="connsiteY70" fmla="*/ 125126 h 361333"/>
                <a:gd name="connsiteX71" fmla="*/ 207673 w 361670"/>
                <a:gd name="connsiteY71" fmla="*/ 133425 h 361333"/>
                <a:gd name="connsiteX72" fmla="*/ 231955 w 361670"/>
                <a:gd name="connsiteY72" fmla="*/ 124488 h 361333"/>
                <a:gd name="connsiteX73" fmla="*/ 270294 w 361670"/>
                <a:gd name="connsiteY73" fmla="*/ 162792 h 361333"/>
                <a:gd name="connsiteX74" fmla="*/ 242818 w 361670"/>
                <a:gd name="connsiteY74" fmla="*/ 19918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close/>
                  <a:moveTo>
                    <a:pt x="242818" y="199180"/>
                  </a:moveTo>
                  <a:cubicBezTo>
                    <a:pt x="243456" y="201734"/>
                    <a:pt x="244096" y="204287"/>
                    <a:pt x="244096" y="207479"/>
                  </a:cubicBezTo>
                  <a:cubicBezTo>
                    <a:pt x="244096" y="228546"/>
                    <a:pt x="226843" y="245783"/>
                    <a:pt x="205756" y="245783"/>
                  </a:cubicBezTo>
                  <a:cubicBezTo>
                    <a:pt x="202561" y="245783"/>
                    <a:pt x="198727" y="245145"/>
                    <a:pt x="195532" y="244506"/>
                  </a:cubicBezTo>
                  <a:cubicBezTo>
                    <a:pt x="192337" y="243868"/>
                    <a:pt x="190420" y="240038"/>
                    <a:pt x="191059" y="236846"/>
                  </a:cubicBezTo>
                  <a:cubicBezTo>
                    <a:pt x="191698" y="233654"/>
                    <a:pt x="195532" y="231738"/>
                    <a:pt x="198727" y="232377"/>
                  </a:cubicBezTo>
                  <a:cubicBezTo>
                    <a:pt x="200644" y="233015"/>
                    <a:pt x="203200" y="233015"/>
                    <a:pt x="205117" y="233015"/>
                  </a:cubicBezTo>
                  <a:cubicBezTo>
                    <a:pt x="219175" y="233015"/>
                    <a:pt x="230677" y="221524"/>
                    <a:pt x="230677" y="207479"/>
                  </a:cubicBezTo>
                  <a:cubicBezTo>
                    <a:pt x="230677" y="205564"/>
                    <a:pt x="230038" y="203649"/>
                    <a:pt x="230038" y="201095"/>
                  </a:cubicBezTo>
                  <a:cubicBezTo>
                    <a:pt x="227482" y="201095"/>
                    <a:pt x="224926" y="201095"/>
                    <a:pt x="222370" y="200457"/>
                  </a:cubicBezTo>
                  <a:cubicBezTo>
                    <a:pt x="219175" y="199819"/>
                    <a:pt x="216619" y="196627"/>
                    <a:pt x="217258" y="192796"/>
                  </a:cubicBezTo>
                  <a:cubicBezTo>
                    <a:pt x="217897" y="189604"/>
                    <a:pt x="221092" y="187051"/>
                    <a:pt x="224926" y="187689"/>
                  </a:cubicBezTo>
                  <a:cubicBezTo>
                    <a:pt x="226843" y="188327"/>
                    <a:pt x="228121" y="188327"/>
                    <a:pt x="230038" y="188327"/>
                  </a:cubicBezTo>
                  <a:cubicBezTo>
                    <a:pt x="244096" y="188327"/>
                    <a:pt x="255597" y="176836"/>
                    <a:pt x="255597" y="162792"/>
                  </a:cubicBezTo>
                  <a:cubicBezTo>
                    <a:pt x="255597" y="148747"/>
                    <a:pt x="244096" y="137256"/>
                    <a:pt x="230038" y="137256"/>
                  </a:cubicBezTo>
                  <a:cubicBezTo>
                    <a:pt x="224287" y="137256"/>
                    <a:pt x="218536" y="139171"/>
                    <a:pt x="214702" y="143001"/>
                  </a:cubicBezTo>
                  <a:cubicBezTo>
                    <a:pt x="217897" y="148747"/>
                    <a:pt x="220453" y="155769"/>
                    <a:pt x="220453" y="162792"/>
                  </a:cubicBezTo>
                  <a:cubicBezTo>
                    <a:pt x="220453" y="179390"/>
                    <a:pt x="209590" y="194073"/>
                    <a:pt x="194254" y="198542"/>
                  </a:cubicBezTo>
                  <a:cubicBezTo>
                    <a:pt x="194893" y="201095"/>
                    <a:pt x="194893" y="203649"/>
                    <a:pt x="194893" y="206841"/>
                  </a:cubicBezTo>
                  <a:cubicBezTo>
                    <a:pt x="194893" y="227270"/>
                    <a:pt x="178918" y="243230"/>
                    <a:pt x="159109" y="244506"/>
                  </a:cubicBezTo>
                  <a:cubicBezTo>
                    <a:pt x="159109" y="244506"/>
                    <a:pt x="159109" y="244506"/>
                    <a:pt x="159109" y="244506"/>
                  </a:cubicBezTo>
                  <a:cubicBezTo>
                    <a:pt x="157192" y="248337"/>
                    <a:pt x="155914" y="252806"/>
                    <a:pt x="155914" y="257274"/>
                  </a:cubicBezTo>
                  <a:cubicBezTo>
                    <a:pt x="155914" y="271319"/>
                    <a:pt x="167416" y="282810"/>
                    <a:pt x="181474" y="282810"/>
                  </a:cubicBezTo>
                  <a:cubicBezTo>
                    <a:pt x="195532" y="282810"/>
                    <a:pt x="207034" y="271319"/>
                    <a:pt x="207034" y="257274"/>
                  </a:cubicBezTo>
                  <a:cubicBezTo>
                    <a:pt x="207034" y="253444"/>
                    <a:pt x="209590" y="250890"/>
                    <a:pt x="213424" y="250890"/>
                  </a:cubicBezTo>
                  <a:cubicBezTo>
                    <a:pt x="217258" y="250890"/>
                    <a:pt x="219814" y="253444"/>
                    <a:pt x="219814" y="257274"/>
                  </a:cubicBezTo>
                  <a:cubicBezTo>
                    <a:pt x="219814" y="278341"/>
                    <a:pt x="202561" y="295578"/>
                    <a:pt x="181474" y="295578"/>
                  </a:cubicBezTo>
                  <a:cubicBezTo>
                    <a:pt x="160387" y="295578"/>
                    <a:pt x="143134" y="278341"/>
                    <a:pt x="143134" y="257274"/>
                  </a:cubicBezTo>
                  <a:cubicBezTo>
                    <a:pt x="143134" y="252167"/>
                    <a:pt x="143774" y="247698"/>
                    <a:pt x="145690" y="243230"/>
                  </a:cubicBezTo>
                  <a:cubicBezTo>
                    <a:pt x="132911" y="239399"/>
                    <a:pt x="122048" y="228546"/>
                    <a:pt x="119492" y="214502"/>
                  </a:cubicBezTo>
                  <a:cubicBezTo>
                    <a:pt x="118853" y="211310"/>
                    <a:pt x="120770" y="207479"/>
                    <a:pt x="124604" y="206841"/>
                  </a:cubicBezTo>
                  <a:cubicBezTo>
                    <a:pt x="127799" y="206203"/>
                    <a:pt x="131633" y="208118"/>
                    <a:pt x="132272" y="211948"/>
                  </a:cubicBezTo>
                  <a:cubicBezTo>
                    <a:pt x="134828" y="223439"/>
                    <a:pt x="145052" y="232377"/>
                    <a:pt x="157192" y="232377"/>
                  </a:cubicBezTo>
                  <a:cubicBezTo>
                    <a:pt x="171250" y="232377"/>
                    <a:pt x="182752" y="220886"/>
                    <a:pt x="182752" y="206841"/>
                  </a:cubicBezTo>
                  <a:cubicBezTo>
                    <a:pt x="182752" y="204926"/>
                    <a:pt x="182752" y="203011"/>
                    <a:pt x="182113" y="200457"/>
                  </a:cubicBezTo>
                  <a:cubicBezTo>
                    <a:pt x="161665" y="199819"/>
                    <a:pt x="145052" y="183220"/>
                    <a:pt x="145052" y="162792"/>
                  </a:cubicBezTo>
                  <a:cubicBezTo>
                    <a:pt x="145052" y="157684"/>
                    <a:pt x="146329" y="152577"/>
                    <a:pt x="147607" y="148108"/>
                  </a:cubicBezTo>
                  <a:cubicBezTo>
                    <a:pt x="147607" y="148108"/>
                    <a:pt x="146969" y="148108"/>
                    <a:pt x="146969" y="147470"/>
                  </a:cubicBezTo>
                  <a:cubicBezTo>
                    <a:pt x="142496" y="143640"/>
                    <a:pt x="136744" y="141086"/>
                    <a:pt x="130994" y="141086"/>
                  </a:cubicBezTo>
                  <a:cubicBezTo>
                    <a:pt x="117575" y="141086"/>
                    <a:pt x="107351" y="151939"/>
                    <a:pt x="107351" y="164707"/>
                  </a:cubicBezTo>
                  <a:cubicBezTo>
                    <a:pt x="107351" y="178113"/>
                    <a:pt x="118214" y="188327"/>
                    <a:pt x="130994" y="188327"/>
                  </a:cubicBezTo>
                  <a:cubicBezTo>
                    <a:pt x="132911" y="188327"/>
                    <a:pt x="134189" y="188327"/>
                    <a:pt x="136106" y="187689"/>
                  </a:cubicBezTo>
                  <a:cubicBezTo>
                    <a:pt x="139301" y="187051"/>
                    <a:pt x="143134" y="188966"/>
                    <a:pt x="143774" y="192796"/>
                  </a:cubicBezTo>
                  <a:cubicBezTo>
                    <a:pt x="144412" y="195988"/>
                    <a:pt x="142496" y="199819"/>
                    <a:pt x="138662" y="200457"/>
                  </a:cubicBezTo>
                  <a:cubicBezTo>
                    <a:pt x="136106" y="201095"/>
                    <a:pt x="133549" y="201095"/>
                    <a:pt x="130994" y="201095"/>
                  </a:cubicBezTo>
                  <a:cubicBezTo>
                    <a:pt x="110546" y="201095"/>
                    <a:pt x="94571" y="184497"/>
                    <a:pt x="94571" y="164707"/>
                  </a:cubicBezTo>
                  <a:cubicBezTo>
                    <a:pt x="94571" y="144278"/>
                    <a:pt x="111185" y="128318"/>
                    <a:pt x="130994" y="128318"/>
                  </a:cubicBezTo>
                  <a:cubicBezTo>
                    <a:pt x="139939" y="128318"/>
                    <a:pt x="147607" y="131510"/>
                    <a:pt x="154637" y="137256"/>
                  </a:cubicBezTo>
                  <a:cubicBezTo>
                    <a:pt x="160387" y="130872"/>
                    <a:pt x="167416" y="127041"/>
                    <a:pt x="175723" y="125126"/>
                  </a:cubicBezTo>
                  <a:cubicBezTo>
                    <a:pt x="175723" y="124488"/>
                    <a:pt x="175723" y="121934"/>
                    <a:pt x="177001" y="118104"/>
                  </a:cubicBezTo>
                  <a:cubicBezTo>
                    <a:pt x="177640" y="105336"/>
                    <a:pt x="170611" y="88099"/>
                    <a:pt x="167416" y="81715"/>
                  </a:cubicBezTo>
                  <a:cubicBezTo>
                    <a:pt x="165499" y="78523"/>
                    <a:pt x="166777" y="74693"/>
                    <a:pt x="169972" y="73416"/>
                  </a:cubicBezTo>
                  <a:cubicBezTo>
                    <a:pt x="173167" y="71501"/>
                    <a:pt x="177001" y="72778"/>
                    <a:pt x="178279" y="75970"/>
                  </a:cubicBezTo>
                  <a:cubicBezTo>
                    <a:pt x="178279" y="76608"/>
                    <a:pt x="182113" y="83630"/>
                    <a:pt x="185308" y="93206"/>
                  </a:cubicBezTo>
                  <a:cubicBezTo>
                    <a:pt x="190420" y="83630"/>
                    <a:pt x="198088" y="74693"/>
                    <a:pt x="210229" y="70224"/>
                  </a:cubicBezTo>
                  <a:cubicBezTo>
                    <a:pt x="238983" y="60010"/>
                    <a:pt x="252403" y="68309"/>
                    <a:pt x="253681" y="68947"/>
                  </a:cubicBezTo>
                  <a:cubicBezTo>
                    <a:pt x="255597" y="70224"/>
                    <a:pt x="256876" y="72139"/>
                    <a:pt x="256876" y="74693"/>
                  </a:cubicBezTo>
                  <a:cubicBezTo>
                    <a:pt x="256876" y="75331"/>
                    <a:pt x="255597" y="94483"/>
                    <a:pt x="240901" y="106613"/>
                  </a:cubicBezTo>
                  <a:cubicBezTo>
                    <a:pt x="231316" y="114912"/>
                    <a:pt x="218536" y="118104"/>
                    <a:pt x="203200" y="116189"/>
                  </a:cubicBezTo>
                  <a:cubicBezTo>
                    <a:pt x="200005" y="115550"/>
                    <a:pt x="197449" y="112358"/>
                    <a:pt x="197449" y="109166"/>
                  </a:cubicBezTo>
                  <a:cubicBezTo>
                    <a:pt x="198088" y="105974"/>
                    <a:pt x="200644" y="103421"/>
                    <a:pt x="204478" y="103421"/>
                  </a:cubicBezTo>
                  <a:cubicBezTo>
                    <a:pt x="216619" y="104697"/>
                    <a:pt x="225565" y="102782"/>
                    <a:pt x="232593" y="97037"/>
                  </a:cubicBezTo>
                  <a:cubicBezTo>
                    <a:pt x="239623" y="91291"/>
                    <a:pt x="242178" y="83630"/>
                    <a:pt x="243456" y="78523"/>
                  </a:cubicBezTo>
                  <a:cubicBezTo>
                    <a:pt x="238983" y="77885"/>
                    <a:pt x="229399" y="77246"/>
                    <a:pt x="214702" y="82354"/>
                  </a:cubicBezTo>
                  <a:cubicBezTo>
                    <a:pt x="198088" y="88099"/>
                    <a:pt x="192337" y="109166"/>
                    <a:pt x="189781" y="120019"/>
                  </a:cubicBezTo>
                  <a:cubicBezTo>
                    <a:pt x="189781" y="121934"/>
                    <a:pt x="189142" y="123849"/>
                    <a:pt x="189142" y="125126"/>
                  </a:cubicBezTo>
                  <a:cubicBezTo>
                    <a:pt x="196171" y="126403"/>
                    <a:pt x="202561" y="128957"/>
                    <a:pt x="207673" y="133425"/>
                  </a:cubicBezTo>
                  <a:cubicBezTo>
                    <a:pt x="214702" y="127680"/>
                    <a:pt x="223009" y="124488"/>
                    <a:pt x="231955" y="124488"/>
                  </a:cubicBezTo>
                  <a:cubicBezTo>
                    <a:pt x="253041" y="124488"/>
                    <a:pt x="270294" y="141724"/>
                    <a:pt x="270294" y="162792"/>
                  </a:cubicBezTo>
                  <a:cubicBezTo>
                    <a:pt x="268377" y="180028"/>
                    <a:pt x="257514" y="194073"/>
                    <a:pt x="242818" y="199180"/>
                  </a:cubicBezTo>
                  <a:close/>
                </a:path>
              </a:pathLst>
            </a:custGeom>
            <a:solidFill>
              <a:srgbClr val="046A38"/>
            </a:solidFill>
            <a:ln w="6390" cap="flat">
              <a:noFill/>
              <a:prstDash val="solid"/>
              <a:miter/>
            </a:ln>
          </p:spPr>
          <p:txBody>
            <a:bodyPr rtlCol="0" anchor="ctr"/>
            <a:lstStyle/>
            <a:p>
              <a:endParaRPr lang="en-US"/>
            </a:p>
          </p:txBody>
        </p:sp>
      </p:grpSp>
      <p:grpSp>
        <p:nvGrpSpPr>
          <p:cNvPr id="1037" name="Graphic 4">
            <a:extLst>
              <a:ext uri="{FF2B5EF4-FFF2-40B4-BE49-F238E27FC236}">
                <a16:creationId xmlns:a16="http://schemas.microsoft.com/office/drawing/2014/main" id="{DC873D10-E239-5241-B937-B04E2856AC6B}"/>
              </a:ext>
            </a:extLst>
          </p:cNvPr>
          <p:cNvGrpSpPr/>
          <p:nvPr/>
        </p:nvGrpSpPr>
        <p:grpSpPr>
          <a:xfrm>
            <a:off x="4046108" y="2371173"/>
            <a:ext cx="361670" cy="361333"/>
            <a:chOff x="4046108" y="2371173"/>
            <a:chExt cx="361670" cy="361333"/>
          </a:xfrm>
          <a:solidFill>
            <a:srgbClr val="046A38"/>
          </a:solidFill>
        </p:grpSpPr>
        <p:sp>
          <p:nvSpPr>
            <p:cNvPr id="1038" name="Graphic 4">
              <a:extLst>
                <a:ext uri="{FF2B5EF4-FFF2-40B4-BE49-F238E27FC236}">
                  <a16:creationId xmlns:a16="http://schemas.microsoft.com/office/drawing/2014/main" id="{25525906-982D-7D40-A952-D9AF8B0DA10A}"/>
                </a:ext>
              </a:extLst>
            </p:cNvPr>
            <p:cNvSpPr/>
            <p:nvPr/>
          </p:nvSpPr>
          <p:spPr>
            <a:xfrm>
              <a:off x="4201383" y="2509067"/>
              <a:ext cx="51119" cy="51071"/>
            </a:xfrm>
            <a:custGeom>
              <a:avLst/>
              <a:gdLst>
                <a:gd name="connsiteX0" fmla="*/ 25560 w 51119"/>
                <a:gd name="connsiteY0" fmla="*/ 0 h 51071"/>
                <a:gd name="connsiteX1" fmla="*/ 0 w 51119"/>
                <a:gd name="connsiteY1" fmla="*/ 25536 h 51071"/>
                <a:gd name="connsiteX2" fmla="*/ 25560 w 51119"/>
                <a:gd name="connsiteY2" fmla="*/ 51072 h 51071"/>
                <a:gd name="connsiteX3" fmla="*/ 51119 w 51119"/>
                <a:gd name="connsiteY3" fmla="*/ 25536 h 51071"/>
                <a:gd name="connsiteX4" fmla="*/ 25560 w 51119"/>
                <a:gd name="connsiteY4" fmla="*/ 0 h 510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19" h="51071">
                  <a:moveTo>
                    <a:pt x="25560" y="0"/>
                  </a:moveTo>
                  <a:cubicBezTo>
                    <a:pt x="11502" y="0"/>
                    <a:pt x="0" y="11491"/>
                    <a:pt x="0" y="25536"/>
                  </a:cubicBezTo>
                  <a:cubicBezTo>
                    <a:pt x="0" y="39581"/>
                    <a:pt x="11502" y="51072"/>
                    <a:pt x="25560" y="51072"/>
                  </a:cubicBezTo>
                  <a:cubicBezTo>
                    <a:pt x="39618" y="51072"/>
                    <a:pt x="51119" y="39581"/>
                    <a:pt x="51119" y="25536"/>
                  </a:cubicBezTo>
                  <a:cubicBezTo>
                    <a:pt x="51119" y="11491"/>
                    <a:pt x="39618" y="0"/>
                    <a:pt x="25560" y="0"/>
                  </a:cubicBezTo>
                  <a:close/>
                </a:path>
              </a:pathLst>
            </a:custGeom>
            <a:solidFill>
              <a:srgbClr val="046A38"/>
            </a:solidFill>
            <a:ln w="6390" cap="flat">
              <a:noFill/>
              <a:prstDash val="solid"/>
              <a:miter/>
            </a:ln>
          </p:spPr>
          <p:txBody>
            <a:bodyPr rtlCol="0" anchor="ctr"/>
            <a:lstStyle/>
            <a:p>
              <a:endParaRPr lang="en-US"/>
            </a:p>
          </p:txBody>
        </p:sp>
        <p:sp>
          <p:nvSpPr>
            <p:cNvPr id="1039" name="Graphic 4">
              <a:extLst>
                <a:ext uri="{FF2B5EF4-FFF2-40B4-BE49-F238E27FC236}">
                  <a16:creationId xmlns:a16="http://schemas.microsoft.com/office/drawing/2014/main" id="{42D8C87D-EFD4-2847-99F4-59002A41B94A}"/>
                </a:ext>
              </a:extLst>
            </p:cNvPr>
            <p:cNvSpPr/>
            <p:nvPr/>
          </p:nvSpPr>
          <p:spPr>
            <a:xfrm>
              <a:off x="4046108"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28760 w 361670"/>
                <a:gd name="connsiteY5" fmla="*/ 201095 h 361333"/>
                <a:gd name="connsiteX6" fmla="*/ 221092 w 361670"/>
                <a:gd name="connsiteY6" fmla="*/ 200457 h 361333"/>
                <a:gd name="connsiteX7" fmla="*/ 215980 w 361670"/>
                <a:gd name="connsiteY7" fmla="*/ 192796 h 361333"/>
                <a:gd name="connsiteX8" fmla="*/ 223648 w 361670"/>
                <a:gd name="connsiteY8" fmla="*/ 187689 h 361333"/>
                <a:gd name="connsiteX9" fmla="*/ 228760 w 361670"/>
                <a:gd name="connsiteY9" fmla="*/ 188327 h 361333"/>
                <a:gd name="connsiteX10" fmla="*/ 254319 w 361670"/>
                <a:gd name="connsiteY10" fmla="*/ 162792 h 361333"/>
                <a:gd name="connsiteX11" fmla="*/ 228760 w 361670"/>
                <a:gd name="connsiteY11" fmla="*/ 137256 h 361333"/>
                <a:gd name="connsiteX12" fmla="*/ 213424 w 361670"/>
                <a:gd name="connsiteY12" fmla="*/ 143001 h 361333"/>
                <a:gd name="connsiteX13" fmla="*/ 219175 w 361670"/>
                <a:gd name="connsiteY13" fmla="*/ 162792 h 361333"/>
                <a:gd name="connsiteX14" fmla="*/ 182113 w 361670"/>
                <a:gd name="connsiteY14" fmla="*/ 200457 h 361333"/>
                <a:gd name="connsiteX15" fmla="*/ 181474 w 361670"/>
                <a:gd name="connsiteY15" fmla="*/ 206841 h 361333"/>
                <a:gd name="connsiteX16" fmla="*/ 207034 w 361670"/>
                <a:gd name="connsiteY16" fmla="*/ 232377 h 361333"/>
                <a:gd name="connsiteX17" fmla="*/ 231955 w 361670"/>
                <a:gd name="connsiteY17" fmla="*/ 211948 h 361333"/>
                <a:gd name="connsiteX18" fmla="*/ 239623 w 361670"/>
                <a:gd name="connsiteY18" fmla="*/ 206841 h 361333"/>
                <a:gd name="connsiteX19" fmla="*/ 244735 w 361670"/>
                <a:gd name="connsiteY19" fmla="*/ 214502 h 361333"/>
                <a:gd name="connsiteX20" fmla="*/ 218536 w 361670"/>
                <a:gd name="connsiteY20" fmla="*/ 243230 h 361333"/>
                <a:gd name="connsiteX21" fmla="*/ 221092 w 361670"/>
                <a:gd name="connsiteY21" fmla="*/ 257275 h 361333"/>
                <a:gd name="connsiteX22" fmla="*/ 182752 w 361670"/>
                <a:gd name="connsiteY22" fmla="*/ 295579 h 361333"/>
                <a:gd name="connsiteX23" fmla="*/ 144412 w 361670"/>
                <a:gd name="connsiteY23" fmla="*/ 257275 h 361333"/>
                <a:gd name="connsiteX24" fmla="*/ 150802 w 361670"/>
                <a:gd name="connsiteY24" fmla="*/ 250891 h 361333"/>
                <a:gd name="connsiteX25" fmla="*/ 157192 w 361670"/>
                <a:gd name="connsiteY25" fmla="*/ 257275 h 361333"/>
                <a:gd name="connsiteX26" fmla="*/ 182752 w 361670"/>
                <a:gd name="connsiteY26" fmla="*/ 282811 h 361333"/>
                <a:gd name="connsiteX27" fmla="*/ 208312 w 361670"/>
                <a:gd name="connsiteY27" fmla="*/ 257275 h 361333"/>
                <a:gd name="connsiteX28" fmla="*/ 205117 w 361670"/>
                <a:gd name="connsiteY28" fmla="*/ 244507 h 361333"/>
                <a:gd name="connsiteX29" fmla="*/ 205117 w 361670"/>
                <a:gd name="connsiteY29" fmla="*/ 244507 h 361333"/>
                <a:gd name="connsiteX30" fmla="*/ 169333 w 361670"/>
                <a:gd name="connsiteY30" fmla="*/ 206841 h 361333"/>
                <a:gd name="connsiteX31" fmla="*/ 169972 w 361670"/>
                <a:gd name="connsiteY31" fmla="*/ 198542 h 361333"/>
                <a:gd name="connsiteX32" fmla="*/ 143774 w 361670"/>
                <a:gd name="connsiteY32" fmla="*/ 162792 h 361333"/>
                <a:gd name="connsiteX33" fmla="*/ 149524 w 361670"/>
                <a:gd name="connsiteY33" fmla="*/ 143001 h 361333"/>
                <a:gd name="connsiteX34" fmla="*/ 134189 w 361670"/>
                <a:gd name="connsiteY34" fmla="*/ 137256 h 361333"/>
                <a:gd name="connsiteX35" fmla="*/ 108629 w 361670"/>
                <a:gd name="connsiteY35" fmla="*/ 162792 h 361333"/>
                <a:gd name="connsiteX36" fmla="*/ 134189 w 361670"/>
                <a:gd name="connsiteY36" fmla="*/ 188327 h 361333"/>
                <a:gd name="connsiteX37" fmla="*/ 139301 w 361670"/>
                <a:gd name="connsiteY37" fmla="*/ 187689 h 361333"/>
                <a:gd name="connsiteX38" fmla="*/ 146969 w 361670"/>
                <a:gd name="connsiteY38" fmla="*/ 192796 h 361333"/>
                <a:gd name="connsiteX39" fmla="*/ 141857 w 361670"/>
                <a:gd name="connsiteY39" fmla="*/ 200457 h 361333"/>
                <a:gd name="connsiteX40" fmla="*/ 134189 w 361670"/>
                <a:gd name="connsiteY40" fmla="*/ 201095 h 361333"/>
                <a:gd name="connsiteX41" fmla="*/ 133549 w 361670"/>
                <a:gd name="connsiteY41" fmla="*/ 207479 h 361333"/>
                <a:gd name="connsiteX42" fmla="*/ 159109 w 361670"/>
                <a:gd name="connsiteY42" fmla="*/ 233015 h 361333"/>
                <a:gd name="connsiteX43" fmla="*/ 165499 w 361670"/>
                <a:gd name="connsiteY43" fmla="*/ 232377 h 361333"/>
                <a:gd name="connsiteX44" fmla="*/ 173167 w 361670"/>
                <a:gd name="connsiteY44" fmla="*/ 236846 h 361333"/>
                <a:gd name="connsiteX45" fmla="*/ 168694 w 361670"/>
                <a:gd name="connsiteY45" fmla="*/ 244507 h 361333"/>
                <a:gd name="connsiteX46" fmla="*/ 158470 w 361670"/>
                <a:gd name="connsiteY46" fmla="*/ 245783 h 361333"/>
                <a:gd name="connsiteX47" fmla="*/ 120131 w 361670"/>
                <a:gd name="connsiteY47" fmla="*/ 207479 h 361333"/>
                <a:gd name="connsiteX48" fmla="*/ 121409 w 361670"/>
                <a:gd name="connsiteY48" fmla="*/ 199180 h 361333"/>
                <a:gd name="connsiteX49" fmla="*/ 95849 w 361670"/>
                <a:gd name="connsiteY49" fmla="*/ 163430 h 361333"/>
                <a:gd name="connsiteX50" fmla="*/ 134189 w 361670"/>
                <a:gd name="connsiteY50" fmla="*/ 125126 h 361333"/>
                <a:gd name="connsiteX51" fmla="*/ 158470 w 361670"/>
                <a:gd name="connsiteY51" fmla="*/ 134064 h 361333"/>
                <a:gd name="connsiteX52" fmla="*/ 177001 w 361670"/>
                <a:gd name="connsiteY52" fmla="*/ 125765 h 361333"/>
                <a:gd name="connsiteX53" fmla="*/ 176362 w 361670"/>
                <a:gd name="connsiteY53" fmla="*/ 120657 h 361333"/>
                <a:gd name="connsiteX54" fmla="*/ 151442 w 361670"/>
                <a:gd name="connsiteY54" fmla="*/ 82992 h 361333"/>
                <a:gd name="connsiteX55" fmla="*/ 122687 w 361670"/>
                <a:gd name="connsiteY55" fmla="*/ 79162 h 361333"/>
                <a:gd name="connsiteX56" fmla="*/ 133549 w 361670"/>
                <a:gd name="connsiteY56" fmla="*/ 97675 h 361333"/>
                <a:gd name="connsiteX57" fmla="*/ 161665 w 361670"/>
                <a:gd name="connsiteY57" fmla="*/ 104059 h 361333"/>
                <a:gd name="connsiteX58" fmla="*/ 168694 w 361670"/>
                <a:gd name="connsiteY58" fmla="*/ 109805 h 361333"/>
                <a:gd name="connsiteX59" fmla="*/ 162943 w 361670"/>
                <a:gd name="connsiteY59" fmla="*/ 116827 h 361333"/>
                <a:gd name="connsiteX60" fmla="*/ 125243 w 361670"/>
                <a:gd name="connsiteY60" fmla="*/ 107251 h 361333"/>
                <a:gd name="connsiteX61" fmla="*/ 109268 w 361670"/>
                <a:gd name="connsiteY61" fmla="*/ 75331 h 361333"/>
                <a:gd name="connsiteX62" fmla="*/ 112463 w 361670"/>
                <a:gd name="connsiteY62" fmla="*/ 69586 h 361333"/>
                <a:gd name="connsiteX63" fmla="*/ 155914 w 361670"/>
                <a:gd name="connsiteY63" fmla="*/ 70862 h 361333"/>
                <a:gd name="connsiteX64" fmla="*/ 180835 w 361670"/>
                <a:gd name="connsiteY64" fmla="*/ 93845 h 361333"/>
                <a:gd name="connsiteX65" fmla="*/ 187864 w 361670"/>
                <a:gd name="connsiteY65" fmla="*/ 76608 h 361333"/>
                <a:gd name="connsiteX66" fmla="*/ 196171 w 361670"/>
                <a:gd name="connsiteY66" fmla="*/ 74054 h 361333"/>
                <a:gd name="connsiteX67" fmla="*/ 198727 w 361670"/>
                <a:gd name="connsiteY67" fmla="*/ 82354 h 361333"/>
                <a:gd name="connsiteX68" fmla="*/ 189142 w 361670"/>
                <a:gd name="connsiteY68" fmla="*/ 118742 h 361333"/>
                <a:gd name="connsiteX69" fmla="*/ 190420 w 361670"/>
                <a:gd name="connsiteY69" fmla="*/ 125765 h 361333"/>
                <a:gd name="connsiteX70" fmla="*/ 207034 w 361670"/>
                <a:gd name="connsiteY70" fmla="*/ 133425 h 361333"/>
                <a:gd name="connsiteX71" fmla="*/ 230677 w 361670"/>
                <a:gd name="connsiteY71" fmla="*/ 125126 h 361333"/>
                <a:gd name="connsiteX72" fmla="*/ 269016 w 361670"/>
                <a:gd name="connsiteY72" fmla="*/ 163430 h 361333"/>
                <a:gd name="connsiteX73" fmla="*/ 228760 w 361670"/>
                <a:gd name="connsiteY73" fmla="*/ 20109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228760" y="201095"/>
                  </a:moveTo>
                  <a:cubicBezTo>
                    <a:pt x="226204" y="201095"/>
                    <a:pt x="223648" y="201095"/>
                    <a:pt x="221092" y="200457"/>
                  </a:cubicBezTo>
                  <a:cubicBezTo>
                    <a:pt x="217897" y="199819"/>
                    <a:pt x="215341" y="196627"/>
                    <a:pt x="215980" y="192796"/>
                  </a:cubicBezTo>
                  <a:cubicBezTo>
                    <a:pt x="216619" y="189604"/>
                    <a:pt x="219814" y="187051"/>
                    <a:pt x="223648" y="187689"/>
                  </a:cubicBezTo>
                  <a:cubicBezTo>
                    <a:pt x="225565" y="188327"/>
                    <a:pt x="226843" y="188327"/>
                    <a:pt x="228760" y="188327"/>
                  </a:cubicBezTo>
                  <a:cubicBezTo>
                    <a:pt x="242818" y="188327"/>
                    <a:pt x="254319" y="176836"/>
                    <a:pt x="254319" y="162792"/>
                  </a:cubicBezTo>
                  <a:cubicBezTo>
                    <a:pt x="254319" y="148747"/>
                    <a:pt x="242818" y="137256"/>
                    <a:pt x="228760" y="137256"/>
                  </a:cubicBezTo>
                  <a:cubicBezTo>
                    <a:pt x="223009" y="137256"/>
                    <a:pt x="217897" y="139171"/>
                    <a:pt x="213424" y="143001"/>
                  </a:cubicBezTo>
                  <a:cubicBezTo>
                    <a:pt x="217258" y="148747"/>
                    <a:pt x="219175" y="155769"/>
                    <a:pt x="219175" y="162792"/>
                  </a:cubicBezTo>
                  <a:cubicBezTo>
                    <a:pt x="219175" y="183220"/>
                    <a:pt x="202561" y="200457"/>
                    <a:pt x="182113" y="200457"/>
                  </a:cubicBezTo>
                  <a:cubicBezTo>
                    <a:pt x="181474" y="202372"/>
                    <a:pt x="181474" y="204287"/>
                    <a:pt x="181474" y="206841"/>
                  </a:cubicBezTo>
                  <a:cubicBezTo>
                    <a:pt x="181474" y="220886"/>
                    <a:pt x="192976" y="232377"/>
                    <a:pt x="207034" y="232377"/>
                  </a:cubicBezTo>
                  <a:cubicBezTo>
                    <a:pt x="219175" y="232377"/>
                    <a:pt x="229399" y="224078"/>
                    <a:pt x="231955" y="211948"/>
                  </a:cubicBezTo>
                  <a:cubicBezTo>
                    <a:pt x="232593" y="208756"/>
                    <a:pt x="235788" y="206203"/>
                    <a:pt x="239623" y="206841"/>
                  </a:cubicBezTo>
                  <a:cubicBezTo>
                    <a:pt x="242818" y="207479"/>
                    <a:pt x="245373" y="210671"/>
                    <a:pt x="244735" y="214502"/>
                  </a:cubicBezTo>
                  <a:cubicBezTo>
                    <a:pt x="242178" y="228547"/>
                    <a:pt x="231316" y="239399"/>
                    <a:pt x="218536" y="243230"/>
                  </a:cubicBezTo>
                  <a:cubicBezTo>
                    <a:pt x="220453" y="247699"/>
                    <a:pt x="221092" y="252806"/>
                    <a:pt x="221092" y="257275"/>
                  </a:cubicBezTo>
                  <a:cubicBezTo>
                    <a:pt x="221092" y="278342"/>
                    <a:pt x="203839" y="295579"/>
                    <a:pt x="182752" y="295579"/>
                  </a:cubicBezTo>
                  <a:cubicBezTo>
                    <a:pt x="161665" y="295579"/>
                    <a:pt x="144412" y="278342"/>
                    <a:pt x="144412" y="257275"/>
                  </a:cubicBezTo>
                  <a:cubicBezTo>
                    <a:pt x="144412" y="253444"/>
                    <a:pt x="146969" y="250891"/>
                    <a:pt x="150802" y="250891"/>
                  </a:cubicBezTo>
                  <a:cubicBezTo>
                    <a:pt x="154637" y="250891"/>
                    <a:pt x="157192" y="253444"/>
                    <a:pt x="157192" y="257275"/>
                  </a:cubicBezTo>
                  <a:cubicBezTo>
                    <a:pt x="157192" y="271319"/>
                    <a:pt x="168694" y="282811"/>
                    <a:pt x="182752" y="282811"/>
                  </a:cubicBezTo>
                  <a:cubicBezTo>
                    <a:pt x="196810" y="282811"/>
                    <a:pt x="208312" y="271319"/>
                    <a:pt x="208312" y="257275"/>
                  </a:cubicBezTo>
                  <a:cubicBezTo>
                    <a:pt x="208312" y="252806"/>
                    <a:pt x="207034" y="248337"/>
                    <a:pt x="205117" y="244507"/>
                  </a:cubicBezTo>
                  <a:cubicBezTo>
                    <a:pt x="205117" y="244507"/>
                    <a:pt x="205117" y="244507"/>
                    <a:pt x="205117" y="244507"/>
                  </a:cubicBezTo>
                  <a:cubicBezTo>
                    <a:pt x="185308" y="243230"/>
                    <a:pt x="169333" y="226631"/>
                    <a:pt x="169333" y="206841"/>
                  </a:cubicBezTo>
                  <a:cubicBezTo>
                    <a:pt x="169333" y="204287"/>
                    <a:pt x="169972" y="201734"/>
                    <a:pt x="169972" y="198542"/>
                  </a:cubicBezTo>
                  <a:cubicBezTo>
                    <a:pt x="154637" y="193435"/>
                    <a:pt x="143774" y="179390"/>
                    <a:pt x="143774" y="162792"/>
                  </a:cubicBezTo>
                  <a:cubicBezTo>
                    <a:pt x="143774" y="155769"/>
                    <a:pt x="145690" y="148747"/>
                    <a:pt x="149524" y="143001"/>
                  </a:cubicBezTo>
                  <a:cubicBezTo>
                    <a:pt x="145052" y="139171"/>
                    <a:pt x="139301" y="137256"/>
                    <a:pt x="134189" y="137256"/>
                  </a:cubicBezTo>
                  <a:cubicBezTo>
                    <a:pt x="120131" y="137256"/>
                    <a:pt x="108629" y="148747"/>
                    <a:pt x="108629" y="162792"/>
                  </a:cubicBezTo>
                  <a:cubicBezTo>
                    <a:pt x="108629" y="176836"/>
                    <a:pt x="120131" y="188327"/>
                    <a:pt x="134189" y="188327"/>
                  </a:cubicBezTo>
                  <a:cubicBezTo>
                    <a:pt x="136106" y="188327"/>
                    <a:pt x="137384" y="188327"/>
                    <a:pt x="139301" y="187689"/>
                  </a:cubicBezTo>
                  <a:cubicBezTo>
                    <a:pt x="142496" y="187051"/>
                    <a:pt x="146329" y="188966"/>
                    <a:pt x="146969" y="192796"/>
                  </a:cubicBezTo>
                  <a:cubicBezTo>
                    <a:pt x="147607" y="195988"/>
                    <a:pt x="145690" y="199819"/>
                    <a:pt x="141857" y="200457"/>
                  </a:cubicBezTo>
                  <a:cubicBezTo>
                    <a:pt x="139301" y="201095"/>
                    <a:pt x="136744" y="201095"/>
                    <a:pt x="134189" y="201095"/>
                  </a:cubicBezTo>
                  <a:cubicBezTo>
                    <a:pt x="133549" y="203011"/>
                    <a:pt x="133549" y="204926"/>
                    <a:pt x="133549" y="207479"/>
                  </a:cubicBezTo>
                  <a:cubicBezTo>
                    <a:pt x="133549" y="221524"/>
                    <a:pt x="145052" y="233015"/>
                    <a:pt x="159109" y="233015"/>
                  </a:cubicBezTo>
                  <a:cubicBezTo>
                    <a:pt x="161665" y="233015"/>
                    <a:pt x="163582" y="233015"/>
                    <a:pt x="165499" y="232377"/>
                  </a:cubicBezTo>
                  <a:cubicBezTo>
                    <a:pt x="168694" y="231739"/>
                    <a:pt x="172528" y="233654"/>
                    <a:pt x="173167" y="236846"/>
                  </a:cubicBezTo>
                  <a:cubicBezTo>
                    <a:pt x="173806" y="240038"/>
                    <a:pt x="171889" y="243868"/>
                    <a:pt x="168694" y="244507"/>
                  </a:cubicBezTo>
                  <a:cubicBezTo>
                    <a:pt x="165499" y="245145"/>
                    <a:pt x="162304" y="245783"/>
                    <a:pt x="158470" y="245783"/>
                  </a:cubicBezTo>
                  <a:cubicBezTo>
                    <a:pt x="137384" y="245783"/>
                    <a:pt x="120131" y="228547"/>
                    <a:pt x="120131" y="207479"/>
                  </a:cubicBezTo>
                  <a:cubicBezTo>
                    <a:pt x="120131" y="204926"/>
                    <a:pt x="120770" y="201734"/>
                    <a:pt x="121409" y="199180"/>
                  </a:cubicBezTo>
                  <a:cubicBezTo>
                    <a:pt x="106712" y="194073"/>
                    <a:pt x="95849" y="180028"/>
                    <a:pt x="95849" y="163430"/>
                  </a:cubicBezTo>
                  <a:cubicBezTo>
                    <a:pt x="95849" y="142363"/>
                    <a:pt x="113102" y="125126"/>
                    <a:pt x="134189" y="125126"/>
                  </a:cubicBezTo>
                  <a:cubicBezTo>
                    <a:pt x="143134" y="125126"/>
                    <a:pt x="151442" y="128318"/>
                    <a:pt x="158470" y="134064"/>
                  </a:cubicBezTo>
                  <a:cubicBezTo>
                    <a:pt x="163582" y="129595"/>
                    <a:pt x="169972" y="127041"/>
                    <a:pt x="177001" y="125765"/>
                  </a:cubicBezTo>
                  <a:cubicBezTo>
                    <a:pt x="176362" y="123849"/>
                    <a:pt x="176362" y="122573"/>
                    <a:pt x="176362" y="120657"/>
                  </a:cubicBezTo>
                  <a:cubicBezTo>
                    <a:pt x="174445" y="109805"/>
                    <a:pt x="168055" y="88738"/>
                    <a:pt x="151442" y="82992"/>
                  </a:cubicBezTo>
                  <a:cubicBezTo>
                    <a:pt x="136744" y="77885"/>
                    <a:pt x="127799" y="78523"/>
                    <a:pt x="122687" y="79162"/>
                  </a:cubicBezTo>
                  <a:cubicBezTo>
                    <a:pt x="123965" y="84269"/>
                    <a:pt x="126521" y="91930"/>
                    <a:pt x="133549" y="97675"/>
                  </a:cubicBezTo>
                  <a:cubicBezTo>
                    <a:pt x="140579" y="103421"/>
                    <a:pt x="149524" y="105336"/>
                    <a:pt x="161665" y="104059"/>
                  </a:cubicBezTo>
                  <a:cubicBezTo>
                    <a:pt x="165499" y="103421"/>
                    <a:pt x="168055" y="105974"/>
                    <a:pt x="168694" y="109805"/>
                  </a:cubicBezTo>
                  <a:cubicBezTo>
                    <a:pt x="169333" y="112997"/>
                    <a:pt x="166777" y="116189"/>
                    <a:pt x="162943" y="116827"/>
                  </a:cubicBezTo>
                  <a:cubicBezTo>
                    <a:pt x="147607" y="118742"/>
                    <a:pt x="134828" y="115550"/>
                    <a:pt x="125243" y="107251"/>
                  </a:cubicBezTo>
                  <a:cubicBezTo>
                    <a:pt x="110546" y="95121"/>
                    <a:pt x="109268" y="75970"/>
                    <a:pt x="109268" y="75331"/>
                  </a:cubicBezTo>
                  <a:cubicBezTo>
                    <a:pt x="109268" y="72778"/>
                    <a:pt x="110546" y="70862"/>
                    <a:pt x="112463" y="69586"/>
                  </a:cubicBezTo>
                  <a:cubicBezTo>
                    <a:pt x="113741" y="68947"/>
                    <a:pt x="127160" y="60648"/>
                    <a:pt x="155914" y="70862"/>
                  </a:cubicBezTo>
                  <a:cubicBezTo>
                    <a:pt x="167416" y="75331"/>
                    <a:pt x="175723" y="84269"/>
                    <a:pt x="180835" y="93845"/>
                  </a:cubicBezTo>
                  <a:cubicBezTo>
                    <a:pt x="184030" y="84269"/>
                    <a:pt x="187225" y="77246"/>
                    <a:pt x="187864" y="76608"/>
                  </a:cubicBezTo>
                  <a:cubicBezTo>
                    <a:pt x="189781" y="73416"/>
                    <a:pt x="193615" y="72139"/>
                    <a:pt x="196171" y="74054"/>
                  </a:cubicBezTo>
                  <a:cubicBezTo>
                    <a:pt x="199366" y="75970"/>
                    <a:pt x="200644" y="79800"/>
                    <a:pt x="198727" y="82354"/>
                  </a:cubicBezTo>
                  <a:cubicBezTo>
                    <a:pt x="195532" y="88738"/>
                    <a:pt x="188503" y="105336"/>
                    <a:pt x="189142" y="118742"/>
                  </a:cubicBezTo>
                  <a:cubicBezTo>
                    <a:pt x="189781" y="122573"/>
                    <a:pt x="190420" y="125765"/>
                    <a:pt x="190420" y="125765"/>
                  </a:cubicBezTo>
                  <a:cubicBezTo>
                    <a:pt x="196810" y="127041"/>
                    <a:pt x="202561" y="129595"/>
                    <a:pt x="207034" y="133425"/>
                  </a:cubicBezTo>
                  <a:cubicBezTo>
                    <a:pt x="214063" y="127680"/>
                    <a:pt x="222370" y="125126"/>
                    <a:pt x="230677" y="125126"/>
                  </a:cubicBezTo>
                  <a:cubicBezTo>
                    <a:pt x="251763" y="125126"/>
                    <a:pt x="269016" y="142363"/>
                    <a:pt x="269016" y="163430"/>
                  </a:cubicBezTo>
                  <a:cubicBezTo>
                    <a:pt x="269016" y="184497"/>
                    <a:pt x="249846" y="201095"/>
                    <a:pt x="228760" y="201095"/>
                  </a:cubicBezTo>
                  <a:close/>
                </a:path>
              </a:pathLst>
            </a:custGeom>
            <a:solidFill>
              <a:srgbClr val="046A38"/>
            </a:solidFill>
            <a:ln w="6390" cap="flat">
              <a:noFill/>
              <a:prstDash val="solid"/>
              <a:miter/>
            </a:ln>
          </p:spPr>
          <p:txBody>
            <a:bodyPr rtlCol="0" anchor="ctr"/>
            <a:lstStyle/>
            <a:p>
              <a:endParaRPr lang="en-US"/>
            </a:p>
          </p:txBody>
        </p:sp>
      </p:grpSp>
      <p:grpSp>
        <p:nvGrpSpPr>
          <p:cNvPr id="1040" name="Graphic 4">
            <a:extLst>
              <a:ext uri="{FF2B5EF4-FFF2-40B4-BE49-F238E27FC236}">
                <a16:creationId xmlns:a16="http://schemas.microsoft.com/office/drawing/2014/main" id="{4BBD1DA8-A555-AD4E-AF2A-1D82E07929E0}"/>
              </a:ext>
            </a:extLst>
          </p:cNvPr>
          <p:cNvGrpSpPr/>
          <p:nvPr/>
        </p:nvGrpSpPr>
        <p:grpSpPr>
          <a:xfrm>
            <a:off x="4046108" y="4792617"/>
            <a:ext cx="361670" cy="361333"/>
            <a:chOff x="4046108" y="4792617"/>
            <a:chExt cx="361670" cy="361333"/>
          </a:xfrm>
          <a:solidFill>
            <a:srgbClr val="046A38"/>
          </a:solidFill>
        </p:grpSpPr>
        <p:sp>
          <p:nvSpPr>
            <p:cNvPr id="1041" name="Graphic 4">
              <a:extLst>
                <a:ext uri="{FF2B5EF4-FFF2-40B4-BE49-F238E27FC236}">
                  <a16:creationId xmlns:a16="http://schemas.microsoft.com/office/drawing/2014/main" id="{CBD50B66-33DF-474F-B00D-EAFE55055BCA}"/>
                </a:ext>
              </a:extLst>
            </p:cNvPr>
            <p:cNvSpPr/>
            <p:nvPr/>
          </p:nvSpPr>
          <p:spPr>
            <a:xfrm>
              <a:off x="4122787" y="4974753"/>
              <a:ext cx="214781" cy="94850"/>
            </a:xfrm>
            <a:custGeom>
              <a:avLst/>
              <a:gdLst>
                <a:gd name="connsiteX0" fmla="*/ 204478 w 214781"/>
                <a:gd name="connsiteY0" fmla="*/ 72586 h 94850"/>
                <a:gd name="connsiteX1" fmla="*/ 135467 w 214781"/>
                <a:gd name="connsiteY1" fmla="*/ 41943 h 94850"/>
                <a:gd name="connsiteX2" fmla="*/ 72845 w 214781"/>
                <a:gd name="connsiteY2" fmla="*/ 9384 h 94850"/>
                <a:gd name="connsiteX3" fmla="*/ 0 w 214781"/>
                <a:gd name="connsiteY3" fmla="*/ 14492 h 94850"/>
                <a:gd name="connsiteX4" fmla="*/ 8307 w 214781"/>
                <a:gd name="connsiteY4" fmla="*/ 14492 h 94850"/>
                <a:gd name="connsiteX5" fmla="*/ 33228 w 214781"/>
                <a:gd name="connsiteY5" fmla="*/ 17045 h 94850"/>
                <a:gd name="connsiteX6" fmla="*/ 40257 w 214781"/>
                <a:gd name="connsiteY6" fmla="*/ 18322 h 94850"/>
                <a:gd name="connsiteX7" fmla="*/ 71567 w 214781"/>
                <a:gd name="connsiteY7" fmla="*/ 41943 h 94850"/>
                <a:gd name="connsiteX8" fmla="*/ 116297 w 214781"/>
                <a:gd name="connsiteY8" fmla="*/ 80885 h 94850"/>
                <a:gd name="connsiteX9" fmla="*/ 203839 w 214781"/>
                <a:gd name="connsiteY9" fmla="*/ 86631 h 94850"/>
                <a:gd name="connsiteX10" fmla="*/ 205117 w 214781"/>
                <a:gd name="connsiteY10" fmla="*/ 85992 h 94850"/>
                <a:gd name="connsiteX11" fmla="*/ 214702 w 214781"/>
                <a:gd name="connsiteY11" fmla="*/ 78332 h 94850"/>
                <a:gd name="connsiteX12" fmla="*/ 204478 w 214781"/>
                <a:gd name="connsiteY12" fmla="*/ 72586 h 94850"/>
                <a:gd name="connsiteX13" fmla="*/ 178279 w 214781"/>
                <a:gd name="connsiteY13" fmla="*/ 87908 h 94850"/>
                <a:gd name="connsiteX14" fmla="*/ 169333 w 214781"/>
                <a:gd name="connsiteY14" fmla="*/ 88546 h 94850"/>
                <a:gd name="connsiteX15" fmla="*/ 104156 w 214781"/>
                <a:gd name="connsiteY15" fmla="*/ 59180 h 94850"/>
                <a:gd name="connsiteX16" fmla="*/ 104795 w 214781"/>
                <a:gd name="connsiteY16" fmla="*/ 50242 h 94850"/>
                <a:gd name="connsiteX17" fmla="*/ 113741 w 214781"/>
                <a:gd name="connsiteY17" fmla="*/ 50880 h 94850"/>
                <a:gd name="connsiteX18" fmla="*/ 176362 w 214781"/>
                <a:gd name="connsiteY18" fmla="*/ 75140 h 94850"/>
                <a:gd name="connsiteX19" fmla="*/ 183391 w 214781"/>
                <a:gd name="connsiteY19" fmla="*/ 80885 h 94850"/>
                <a:gd name="connsiteX20" fmla="*/ 178279 w 214781"/>
                <a:gd name="connsiteY20" fmla="*/ 87908 h 9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4781" h="94850">
                  <a:moveTo>
                    <a:pt x="204478" y="72586"/>
                  </a:moveTo>
                  <a:cubicBezTo>
                    <a:pt x="189781" y="70671"/>
                    <a:pt x="166777" y="58541"/>
                    <a:pt x="135467" y="41943"/>
                  </a:cubicBezTo>
                  <a:cubicBezTo>
                    <a:pt x="116936" y="32367"/>
                    <a:pt x="96488" y="20876"/>
                    <a:pt x="72845" y="9384"/>
                  </a:cubicBezTo>
                  <a:cubicBezTo>
                    <a:pt x="34505" y="-9129"/>
                    <a:pt x="11502" y="3639"/>
                    <a:pt x="0" y="14492"/>
                  </a:cubicBezTo>
                  <a:cubicBezTo>
                    <a:pt x="3195" y="14492"/>
                    <a:pt x="5751" y="14492"/>
                    <a:pt x="8307" y="14492"/>
                  </a:cubicBezTo>
                  <a:cubicBezTo>
                    <a:pt x="17892" y="14492"/>
                    <a:pt x="24282" y="15768"/>
                    <a:pt x="33228" y="17045"/>
                  </a:cubicBezTo>
                  <a:lnTo>
                    <a:pt x="40257" y="18322"/>
                  </a:lnTo>
                  <a:cubicBezTo>
                    <a:pt x="52398" y="20237"/>
                    <a:pt x="60704" y="29813"/>
                    <a:pt x="71567" y="41943"/>
                  </a:cubicBezTo>
                  <a:cubicBezTo>
                    <a:pt x="81791" y="54072"/>
                    <a:pt x="95210" y="68756"/>
                    <a:pt x="116297" y="80885"/>
                  </a:cubicBezTo>
                  <a:cubicBezTo>
                    <a:pt x="155275" y="103868"/>
                    <a:pt x="185947" y="93015"/>
                    <a:pt x="203839" y="86631"/>
                  </a:cubicBezTo>
                  <a:lnTo>
                    <a:pt x="205117" y="85992"/>
                  </a:lnTo>
                  <a:cubicBezTo>
                    <a:pt x="211507" y="83439"/>
                    <a:pt x="214702" y="80247"/>
                    <a:pt x="214702" y="78332"/>
                  </a:cubicBezTo>
                  <a:cubicBezTo>
                    <a:pt x="215341" y="76416"/>
                    <a:pt x="212146" y="73224"/>
                    <a:pt x="204478" y="72586"/>
                  </a:cubicBezTo>
                  <a:close/>
                  <a:moveTo>
                    <a:pt x="178279" y="87908"/>
                  </a:moveTo>
                  <a:cubicBezTo>
                    <a:pt x="175084" y="88546"/>
                    <a:pt x="172528" y="88546"/>
                    <a:pt x="169333" y="88546"/>
                  </a:cubicBezTo>
                  <a:cubicBezTo>
                    <a:pt x="130994" y="88546"/>
                    <a:pt x="105434" y="60456"/>
                    <a:pt x="104156" y="59180"/>
                  </a:cubicBezTo>
                  <a:cubicBezTo>
                    <a:pt x="101600" y="56626"/>
                    <a:pt x="102239" y="52796"/>
                    <a:pt x="104795" y="50242"/>
                  </a:cubicBezTo>
                  <a:cubicBezTo>
                    <a:pt x="107351" y="47688"/>
                    <a:pt x="111185" y="48327"/>
                    <a:pt x="113741" y="50880"/>
                  </a:cubicBezTo>
                  <a:cubicBezTo>
                    <a:pt x="113741" y="50880"/>
                    <a:pt x="139939" y="79608"/>
                    <a:pt x="176362" y="75140"/>
                  </a:cubicBezTo>
                  <a:cubicBezTo>
                    <a:pt x="180196" y="74501"/>
                    <a:pt x="182752" y="77055"/>
                    <a:pt x="183391" y="80885"/>
                  </a:cubicBezTo>
                  <a:cubicBezTo>
                    <a:pt x="184669" y="84716"/>
                    <a:pt x="182113" y="87908"/>
                    <a:pt x="178279" y="87908"/>
                  </a:cubicBezTo>
                  <a:close/>
                </a:path>
              </a:pathLst>
            </a:custGeom>
            <a:solidFill>
              <a:srgbClr val="046A38"/>
            </a:solidFill>
            <a:ln w="6390" cap="flat">
              <a:noFill/>
              <a:prstDash val="solid"/>
              <a:miter/>
            </a:ln>
          </p:spPr>
          <p:txBody>
            <a:bodyPr rtlCol="0" anchor="ctr"/>
            <a:lstStyle/>
            <a:p>
              <a:endParaRPr lang="en-US"/>
            </a:p>
          </p:txBody>
        </p:sp>
        <p:sp>
          <p:nvSpPr>
            <p:cNvPr id="1042" name="Graphic 4">
              <a:extLst>
                <a:ext uri="{FF2B5EF4-FFF2-40B4-BE49-F238E27FC236}">
                  <a16:creationId xmlns:a16="http://schemas.microsoft.com/office/drawing/2014/main" id="{F6D007A7-5EDA-494C-9938-6C88CFC5527B}"/>
                </a:ext>
              </a:extLst>
            </p:cNvPr>
            <p:cNvSpPr/>
            <p:nvPr/>
          </p:nvSpPr>
          <p:spPr>
            <a:xfrm>
              <a:off x="4176811" y="4879440"/>
              <a:ext cx="50131" cy="105973"/>
            </a:xfrm>
            <a:custGeom>
              <a:avLst/>
              <a:gdLst>
                <a:gd name="connsiteX0" fmla="*/ 50132 w 50131"/>
                <a:gd name="connsiteY0" fmla="*/ 105974 h 105973"/>
                <a:gd name="connsiteX1" fmla="*/ 36074 w 50131"/>
                <a:gd name="connsiteY1" fmla="*/ 40219 h 105973"/>
                <a:gd name="connsiteX2" fmla="*/ 26489 w 50131"/>
                <a:gd name="connsiteY2" fmla="*/ 0 h 105973"/>
                <a:gd name="connsiteX3" fmla="*/ 4763 w 50131"/>
                <a:gd name="connsiteY3" fmla="*/ 35750 h 105973"/>
                <a:gd name="connsiteX4" fmla="*/ 290 w 50131"/>
                <a:gd name="connsiteY4" fmla="*/ 84907 h 105973"/>
                <a:gd name="connsiteX5" fmla="*/ 24572 w 50131"/>
                <a:gd name="connsiteY5" fmla="*/ 93845 h 105973"/>
                <a:gd name="connsiteX6" fmla="*/ 50132 w 50131"/>
                <a:gd name="connsiteY6" fmla="*/ 105974 h 105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131" h="105973">
                  <a:moveTo>
                    <a:pt x="50132" y="105974"/>
                  </a:moveTo>
                  <a:cubicBezTo>
                    <a:pt x="37991" y="79800"/>
                    <a:pt x="36074" y="40857"/>
                    <a:pt x="36074" y="40219"/>
                  </a:cubicBezTo>
                  <a:cubicBezTo>
                    <a:pt x="35435" y="26174"/>
                    <a:pt x="34796" y="0"/>
                    <a:pt x="26489" y="0"/>
                  </a:cubicBezTo>
                  <a:cubicBezTo>
                    <a:pt x="18182" y="0"/>
                    <a:pt x="11153" y="11491"/>
                    <a:pt x="4763" y="35750"/>
                  </a:cubicBezTo>
                  <a:cubicBezTo>
                    <a:pt x="-349" y="54902"/>
                    <a:pt x="-349" y="79161"/>
                    <a:pt x="290" y="84907"/>
                  </a:cubicBezTo>
                  <a:cubicBezTo>
                    <a:pt x="7958" y="86822"/>
                    <a:pt x="16265" y="89376"/>
                    <a:pt x="24572" y="93845"/>
                  </a:cubicBezTo>
                  <a:cubicBezTo>
                    <a:pt x="33518" y="97675"/>
                    <a:pt x="41825" y="101505"/>
                    <a:pt x="50132" y="105974"/>
                  </a:cubicBezTo>
                  <a:close/>
                </a:path>
              </a:pathLst>
            </a:custGeom>
            <a:solidFill>
              <a:srgbClr val="046A38"/>
            </a:solidFill>
            <a:ln w="6390" cap="flat">
              <a:noFill/>
              <a:prstDash val="solid"/>
              <a:miter/>
            </a:ln>
          </p:spPr>
          <p:txBody>
            <a:bodyPr rtlCol="0" anchor="ctr"/>
            <a:lstStyle/>
            <a:p>
              <a:endParaRPr lang="en-US"/>
            </a:p>
          </p:txBody>
        </p:sp>
        <p:sp>
          <p:nvSpPr>
            <p:cNvPr id="1043" name="Graphic 4">
              <a:extLst>
                <a:ext uri="{FF2B5EF4-FFF2-40B4-BE49-F238E27FC236}">
                  <a16:creationId xmlns:a16="http://schemas.microsoft.com/office/drawing/2014/main" id="{ECF52AF3-4B1F-5448-8689-1B6990E8D856}"/>
                </a:ext>
              </a:extLst>
            </p:cNvPr>
            <p:cNvSpPr/>
            <p:nvPr/>
          </p:nvSpPr>
          <p:spPr>
            <a:xfrm>
              <a:off x="4046108"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286908 w 361670"/>
                <a:gd name="connsiteY5" fmla="*/ 279619 h 361333"/>
                <a:gd name="connsiteX6" fmla="*/ 285630 w 361670"/>
                <a:gd name="connsiteY6" fmla="*/ 280257 h 361333"/>
                <a:gd name="connsiteX7" fmla="*/ 242178 w 361670"/>
                <a:gd name="connsiteY7" fmla="*/ 289195 h 361333"/>
                <a:gd name="connsiteX8" fmla="*/ 187864 w 361670"/>
                <a:gd name="connsiteY8" fmla="*/ 273235 h 361333"/>
                <a:gd name="connsiteX9" fmla="*/ 139939 w 361670"/>
                <a:gd name="connsiteY9" fmla="*/ 231739 h 361333"/>
                <a:gd name="connsiteX10" fmla="*/ 116297 w 361670"/>
                <a:gd name="connsiteY10" fmla="*/ 212587 h 361333"/>
                <a:gd name="connsiteX11" fmla="*/ 109268 w 361670"/>
                <a:gd name="connsiteY11" fmla="*/ 211310 h 361333"/>
                <a:gd name="connsiteX12" fmla="*/ 64538 w 361670"/>
                <a:gd name="connsiteY12" fmla="*/ 210671 h 361333"/>
                <a:gd name="connsiteX13" fmla="*/ 58788 w 361670"/>
                <a:gd name="connsiteY13" fmla="*/ 208118 h 361333"/>
                <a:gd name="connsiteX14" fmla="*/ 58788 w 361670"/>
                <a:gd name="connsiteY14" fmla="*/ 201734 h 361333"/>
                <a:gd name="connsiteX15" fmla="*/ 119492 w 361670"/>
                <a:gd name="connsiteY15" fmla="*/ 170452 h 361333"/>
                <a:gd name="connsiteX16" fmla="*/ 124604 w 361670"/>
                <a:gd name="connsiteY16" fmla="*/ 119381 h 361333"/>
                <a:gd name="connsiteX17" fmla="*/ 159109 w 361670"/>
                <a:gd name="connsiteY17" fmla="*/ 74693 h 361333"/>
                <a:gd name="connsiteX18" fmla="*/ 180835 w 361670"/>
                <a:gd name="connsiteY18" fmla="*/ 127041 h 361333"/>
                <a:gd name="connsiteX19" fmla="*/ 197449 w 361670"/>
                <a:gd name="connsiteY19" fmla="*/ 194711 h 361333"/>
                <a:gd name="connsiteX20" fmla="*/ 224287 w 361670"/>
                <a:gd name="connsiteY20" fmla="*/ 144278 h 361333"/>
                <a:gd name="connsiteX21" fmla="*/ 198727 w 361670"/>
                <a:gd name="connsiteY21" fmla="*/ 154492 h 361333"/>
                <a:gd name="connsiteX22" fmla="*/ 189781 w 361670"/>
                <a:gd name="connsiteY22" fmla="*/ 154492 h 361333"/>
                <a:gd name="connsiteX23" fmla="*/ 190420 w 361670"/>
                <a:gd name="connsiteY23" fmla="*/ 145555 h 361333"/>
                <a:gd name="connsiteX24" fmla="*/ 242178 w 361670"/>
                <a:gd name="connsiteY24" fmla="*/ 137256 h 361333"/>
                <a:gd name="connsiteX25" fmla="*/ 245373 w 361670"/>
                <a:gd name="connsiteY25" fmla="*/ 143001 h 361333"/>
                <a:gd name="connsiteX26" fmla="*/ 242178 w 361670"/>
                <a:gd name="connsiteY26" fmla="*/ 148747 h 361333"/>
                <a:gd name="connsiteX27" fmla="*/ 211507 w 361670"/>
                <a:gd name="connsiteY27" fmla="*/ 208756 h 361333"/>
                <a:gd name="connsiteX28" fmla="*/ 211507 w 361670"/>
                <a:gd name="connsiteY28" fmla="*/ 209395 h 361333"/>
                <a:gd name="connsiteX29" fmla="*/ 219814 w 361670"/>
                <a:gd name="connsiteY29" fmla="*/ 213863 h 361333"/>
                <a:gd name="connsiteX30" fmla="*/ 284352 w 361670"/>
                <a:gd name="connsiteY30" fmla="*/ 243230 h 361333"/>
                <a:gd name="connsiteX31" fmla="*/ 306078 w 361670"/>
                <a:gd name="connsiteY31" fmla="*/ 259828 h 361333"/>
                <a:gd name="connsiteX32" fmla="*/ 286908 w 361670"/>
                <a:gd name="connsiteY32" fmla="*/ 27961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1670" h="361333">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1670" y="81077"/>
                    <a:pt x="280518" y="0"/>
                    <a:pt x="180835" y="0"/>
                  </a:cubicBezTo>
                  <a:close/>
                  <a:moveTo>
                    <a:pt x="286908" y="279619"/>
                  </a:moveTo>
                  <a:lnTo>
                    <a:pt x="285630" y="280257"/>
                  </a:lnTo>
                  <a:cubicBezTo>
                    <a:pt x="275406" y="284087"/>
                    <a:pt x="260709" y="289195"/>
                    <a:pt x="242178" y="289195"/>
                  </a:cubicBezTo>
                  <a:cubicBezTo>
                    <a:pt x="226204" y="289195"/>
                    <a:pt x="208312" y="285364"/>
                    <a:pt x="187864" y="273235"/>
                  </a:cubicBezTo>
                  <a:cubicBezTo>
                    <a:pt x="164860" y="259828"/>
                    <a:pt x="150802" y="243868"/>
                    <a:pt x="139939" y="231739"/>
                  </a:cubicBezTo>
                  <a:cubicBezTo>
                    <a:pt x="130354" y="220886"/>
                    <a:pt x="123965" y="213863"/>
                    <a:pt x="116297" y="212587"/>
                  </a:cubicBezTo>
                  <a:lnTo>
                    <a:pt x="109268" y="211310"/>
                  </a:lnTo>
                  <a:cubicBezTo>
                    <a:pt x="94571" y="209395"/>
                    <a:pt x="87542" y="208118"/>
                    <a:pt x="64538" y="210671"/>
                  </a:cubicBezTo>
                  <a:cubicBezTo>
                    <a:pt x="61982" y="210671"/>
                    <a:pt x="60065" y="210033"/>
                    <a:pt x="58788" y="208118"/>
                  </a:cubicBezTo>
                  <a:cubicBezTo>
                    <a:pt x="57509" y="206203"/>
                    <a:pt x="57509" y="203649"/>
                    <a:pt x="58788" y="201734"/>
                  </a:cubicBezTo>
                  <a:cubicBezTo>
                    <a:pt x="58788" y="201095"/>
                    <a:pt x="77957" y="167899"/>
                    <a:pt x="119492" y="170452"/>
                  </a:cubicBezTo>
                  <a:cubicBezTo>
                    <a:pt x="119492" y="161515"/>
                    <a:pt x="119492" y="139171"/>
                    <a:pt x="124604" y="119381"/>
                  </a:cubicBezTo>
                  <a:cubicBezTo>
                    <a:pt x="130354" y="98313"/>
                    <a:pt x="139301" y="74693"/>
                    <a:pt x="159109" y="74693"/>
                  </a:cubicBezTo>
                  <a:cubicBezTo>
                    <a:pt x="178918" y="74693"/>
                    <a:pt x="180196" y="104059"/>
                    <a:pt x="180835" y="127041"/>
                  </a:cubicBezTo>
                  <a:cubicBezTo>
                    <a:pt x="181474" y="148108"/>
                    <a:pt x="187225" y="180028"/>
                    <a:pt x="197449" y="194711"/>
                  </a:cubicBezTo>
                  <a:cubicBezTo>
                    <a:pt x="198088" y="170452"/>
                    <a:pt x="213424" y="153854"/>
                    <a:pt x="224287" y="144278"/>
                  </a:cubicBezTo>
                  <a:cubicBezTo>
                    <a:pt x="210229" y="143640"/>
                    <a:pt x="198727" y="153854"/>
                    <a:pt x="198727" y="154492"/>
                  </a:cubicBezTo>
                  <a:cubicBezTo>
                    <a:pt x="196171" y="157046"/>
                    <a:pt x="192337" y="157046"/>
                    <a:pt x="189781" y="154492"/>
                  </a:cubicBezTo>
                  <a:cubicBezTo>
                    <a:pt x="187225" y="151939"/>
                    <a:pt x="187225" y="148108"/>
                    <a:pt x="190420" y="145555"/>
                  </a:cubicBezTo>
                  <a:cubicBezTo>
                    <a:pt x="191698" y="144916"/>
                    <a:pt x="215341" y="122573"/>
                    <a:pt x="242178" y="137256"/>
                  </a:cubicBezTo>
                  <a:cubicBezTo>
                    <a:pt x="244096" y="138533"/>
                    <a:pt x="245373" y="140448"/>
                    <a:pt x="245373" y="143001"/>
                  </a:cubicBezTo>
                  <a:cubicBezTo>
                    <a:pt x="245373" y="145555"/>
                    <a:pt x="244096" y="147470"/>
                    <a:pt x="242178" y="148747"/>
                  </a:cubicBezTo>
                  <a:cubicBezTo>
                    <a:pt x="240901" y="149385"/>
                    <a:pt x="203200" y="169814"/>
                    <a:pt x="211507" y="208756"/>
                  </a:cubicBezTo>
                  <a:cubicBezTo>
                    <a:pt x="211507" y="208756"/>
                    <a:pt x="211507" y="209395"/>
                    <a:pt x="211507" y="209395"/>
                  </a:cubicBezTo>
                  <a:cubicBezTo>
                    <a:pt x="214063" y="210671"/>
                    <a:pt x="217258" y="212587"/>
                    <a:pt x="219814" y="213863"/>
                  </a:cubicBezTo>
                  <a:cubicBezTo>
                    <a:pt x="248568" y="229185"/>
                    <a:pt x="271572" y="241315"/>
                    <a:pt x="284352" y="243230"/>
                  </a:cubicBezTo>
                  <a:cubicBezTo>
                    <a:pt x="303522" y="245783"/>
                    <a:pt x="305439" y="256636"/>
                    <a:pt x="306078" y="259828"/>
                  </a:cubicBezTo>
                  <a:cubicBezTo>
                    <a:pt x="305439" y="266851"/>
                    <a:pt x="298410" y="275150"/>
                    <a:pt x="286908" y="279619"/>
                  </a:cubicBezTo>
                  <a:close/>
                </a:path>
              </a:pathLst>
            </a:custGeom>
            <a:solidFill>
              <a:srgbClr val="046A38"/>
            </a:solidFill>
            <a:ln w="6390" cap="flat">
              <a:noFill/>
              <a:prstDash val="solid"/>
              <a:miter/>
            </a:ln>
          </p:spPr>
          <p:txBody>
            <a:bodyPr rtlCol="0" anchor="ctr"/>
            <a:lstStyle/>
            <a:p>
              <a:endParaRPr lang="en-US"/>
            </a:p>
          </p:txBody>
        </p:sp>
      </p:grpSp>
      <p:grpSp>
        <p:nvGrpSpPr>
          <p:cNvPr id="1044" name="Graphic 4">
            <a:extLst>
              <a:ext uri="{FF2B5EF4-FFF2-40B4-BE49-F238E27FC236}">
                <a16:creationId xmlns:a16="http://schemas.microsoft.com/office/drawing/2014/main" id="{C71E6C76-890B-E349-9783-28C4BCBB876C}"/>
              </a:ext>
            </a:extLst>
          </p:cNvPr>
          <p:cNvGrpSpPr/>
          <p:nvPr/>
        </p:nvGrpSpPr>
        <p:grpSpPr>
          <a:xfrm>
            <a:off x="4046108" y="918179"/>
            <a:ext cx="361670" cy="361333"/>
            <a:chOff x="4046108" y="918179"/>
            <a:chExt cx="361670" cy="361333"/>
          </a:xfrm>
          <a:solidFill>
            <a:srgbClr val="046A38"/>
          </a:solidFill>
        </p:grpSpPr>
        <p:sp>
          <p:nvSpPr>
            <p:cNvPr id="1045" name="Graphic 4">
              <a:extLst>
                <a:ext uri="{FF2B5EF4-FFF2-40B4-BE49-F238E27FC236}">
                  <a16:creationId xmlns:a16="http://schemas.microsoft.com/office/drawing/2014/main" id="{7EA5D505-3FE1-1044-BE87-B24FF0647084}"/>
                </a:ext>
              </a:extLst>
            </p:cNvPr>
            <p:cNvSpPr/>
            <p:nvPr/>
          </p:nvSpPr>
          <p:spPr>
            <a:xfrm>
              <a:off x="4161127" y="1152471"/>
              <a:ext cx="54953" cy="54902"/>
            </a:xfrm>
            <a:custGeom>
              <a:avLst/>
              <a:gdLst>
                <a:gd name="connsiteX0" fmla="*/ 0 w 54953"/>
                <a:gd name="connsiteY0" fmla="*/ 27451 h 54902"/>
                <a:gd name="connsiteX1" fmla="*/ 27477 w 54953"/>
                <a:gd name="connsiteY1" fmla="*/ 54902 h 54902"/>
                <a:gd name="connsiteX2" fmla="*/ 54953 w 54953"/>
                <a:gd name="connsiteY2" fmla="*/ 27451 h 54902"/>
                <a:gd name="connsiteX3" fmla="*/ 27477 w 54953"/>
                <a:gd name="connsiteY3" fmla="*/ 0 h 54902"/>
                <a:gd name="connsiteX4" fmla="*/ 0 w 54953"/>
                <a:gd name="connsiteY4" fmla="*/ 27451 h 54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53" h="54902">
                  <a:moveTo>
                    <a:pt x="0" y="27451"/>
                  </a:moveTo>
                  <a:cubicBezTo>
                    <a:pt x="0" y="42773"/>
                    <a:pt x="12141" y="54902"/>
                    <a:pt x="27477" y="54902"/>
                  </a:cubicBezTo>
                  <a:cubicBezTo>
                    <a:pt x="42813" y="54902"/>
                    <a:pt x="54953" y="42773"/>
                    <a:pt x="54953" y="27451"/>
                  </a:cubicBezTo>
                  <a:cubicBezTo>
                    <a:pt x="54953" y="12130"/>
                    <a:pt x="42813" y="0"/>
                    <a:pt x="27477" y="0"/>
                  </a:cubicBezTo>
                  <a:cubicBezTo>
                    <a:pt x="12141" y="0"/>
                    <a:pt x="0" y="12130"/>
                    <a:pt x="0" y="27451"/>
                  </a:cubicBezTo>
                  <a:close/>
                </a:path>
              </a:pathLst>
            </a:custGeom>
            <a:solidFill>
              <a:srgbClr val="046A38"/>
            </a:solidFill>
            <a:ln w="6390" cap="flat">
              <a:noFill/>
              <a:prstDash val="solid"/>
              <a:miter/>
            </a:ln>
          </p:spPr>
          <p:txBody>
            <a:bodyPr rtlCol="0" anchor="ctr"/>
            <a:lstStyle/>
            <a:p>
              <a:endParaRPr lang="en-US"/>
            </a:p>
          </p:txBody>
        </p:sp>
        <p:sp>
          <p:nvSpPr>
            <p:cNvPr id="1046" name="Graphic 4">
              <a:extLst>
                <a:ext uri="{FF2B5EF4-FFF2-40B4-BE49-F238E27FC236}">
                  <a16:creationId xmlns:a16="http://schemas.microsoft.com/office/drawing/2014/main" id="{DBEF751F-4BF6-9645-8C2E-9749EE1685FA}"/>
                </a:ext>
              </a:extLst>
            </p:cNvPr>
            <p:cNvSpPr/>
            <p:nvPr/>
          </p:nvSpPr>
          <p:spPr>
            <a:xfrm>
              <a:off x="4244835" y="1129489"/>
              <a:ext cx="54953" cy="54902"/>
            </a:xfrm>
            <a:custGeom>
              <a:avLst/>
              <a:gdLst>
                <a:gd name="connsiteX0" fmla="*/ 27477 w 54953"/>
                <a:gd name="connsiteY0" fmla="*/ 0 h 54902"/>
                <a:gd name="connsiteX1" fmla="*/ 0 w 54953"/>
                <a:gd name="connsiteY1" fmla="*/ 27451 h 54902"/>
                <a:gd name="connsiteX2" fmla="*/ 27477 w 54953"/>
                <a:gd name="connsiteY2" fmla="*/ 54902 h 54902"/>
                <a:gd name="connsiteX3" fmla="*/ 54954 w 54953"/>
                <a:gd name="connsiteY3" fmla="*/ 27451 h 54902"/>
                <a:gd name="connsiteX4" fmla="*/ 27477 w 54953"/>
                <a:gd name="connsiteY4" fmla="*/ 0 h 54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53" h="54902">
                  <a:moveTo>
                    <a:pt x="27477" y="0"/>
                  </a:moveTo>
                  <a:cubicBezTo>
                    <a:pt x="12141" y="0"/>
                    <a:pt x="0" y="12130"/>
                    <a:pt x="0" y="27451"/>
                  </a:cubicBezTo>
                  <a:cubicBezTo>
                    <a:pt x="0" y="42773"/>
                    <a:pt x="12141" y="54902"/>
                    <a:pt x="27477" y="54902"/>
                  </a:cubicBezTo>
                  <a:cubicBezTo>
                    <a:pt x="42813" y="54902"/>
                    <a:pt x="54954" y="42773"/>
                    <a:pt x="54954" y="27451"/>
                  </a:cubicBezTo>
                  <a:cubicBezTo>
                    <a:pt x="54954" y="12130"/>
                    <a:pt x="42813" y="0"/>
                    <a:pt x="27477" y="0"/>
                  </a:cubicBezTo>
                  <a:close/>
                </a:path>
              </a:pathLst>
            </a:custGeom>
            <a:solidFill>
              <a:srgbClr val="046A38"/>
            </a:solidFill>
            <a:ln w="6390" cap="flat">
              <a:noFill/>
              <a:prstDash val="solid"/>
              <a:miter/>
            </a:ln>
          </p:spPr>
          <p:txBody>
            <a:bodyPr rtlCol="0" anchor="ctr"/>
            <a:lstStyle/>
            <a:p>
              <a:endParaRPr lang="en-US"/>
            </a:p>
          </p:txBody>
        </p:sp>
        <p:sp>
          <p:nvSpPr>
            <p:cNvPr id="1047" name="Graphic 4">
              <a:extLst>
                <a:ext uri="{FF2B5EF4-FFF2-40B4-BE49-F238E27FC236}">
                  <a16:creationId xmlns:a16="http://schemas.microsoft.com/office/drawing/2014/main" id="{C123B21A-8D1A-374E-989D-6660927A98B9}"/>
                </a:ext>
              </a:extLst>
            </p:cNvPr>
            <p:cNvSpPr/>
            <p:nvPr/>
          </p:nvSpPr>
          <p:spPr>
            <a:xfrm>
              <a:off x="4046108"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26204 w 361670"/>
                <a:gd name="connsiteY5" fmla="*/ 279618 h 361333"/>
                <a:gd name="connsiteX6" fmla="*/ 185947 w 361670"/>
                <a:gd name="connsiteY6" fmla="*/ 239399 h 361333"/>
                <a:gd name="connsiteX7" fmla="*/ 200644 w 361670"/>
                <a:gd name="connsiteY7" fmla="*/ 208756 h 361333"/>
                <a:gd name="connsiteX8" fmla="*/ 195532 w 361670"/>
                <a:gd name="connsiteY8" fmla="*/ 108528 h 361333"/>
                <a:gd name="connsiteX9" fmla="*/ 148885 w 361670"/>
                <a:gd name="connsiteY9" fmla="*/ 222801 h 361333"/>
                <a:gd name="connsiteX10" fmla="*/ 183391 w 361670"/>
                <a:gd name="connsiteY10" fmla="*/ 263020 h 361333"/>
                <a:gd name="connsiteX11" fmla="*/ 143134 w 361670"/>
                <a:gd name="connsiteY11" fmla="*/ 303239 h 361333"/>
                <a:gd name="connsiteX12" fmla="*/ 102878 w 361670"/>
                <a:gd name="connsiteY12" fmla="*/ 263020 h 361333"/>
                <a:gd name="connsiteX13" fmla="*/ 136744 w 361670"/>
                <a:gd name="connsiteY13" fmla="*/ 223439 h 361333"/>
                <a:gd name="connsiteX14" fmla="*/ 172528 w 361670"/>
                <a:gd name="connsiteY14" fmla="*/ 115550 h 361333"/>
                <a:gd name="connsiteX15" fmla="*/ 148885 w 361670"/>
                <a:gd name="connsiteY15" fmla="*/ 118104 h 361333"/>
                <a:gd name="connsiteX16" fmla="*/ 96488 w 361670"/>
                <a:gd name="connsiteY16" fmla="*/ 84907 h 361333"/>
                <a:gd name="connsiteX17" fmla="*/ 97766 w 361670"/>
                <a:gd name="connsiteY17" fmla="*/ 76608 h 361333"/>
                <a:gd name="connsiteX18" fmla="*/ 140579 w 361670"/>
                <a:gd name="connsiteY18" fmla="*/ 61286 h 361333"/>
                <a:gd name="connsiteX19" fmla="*/ 177640 w 361670"/>
                <a:gd name="connsiteY19" fmla="*/ 81715 h 361333"/>
                <a:gd name="connsiteX20" fmla="*/ 176362 w 361670"/>
                <a:gd name="connsiteY20" fmla="*/ 90653 h 361333"/>
                <a:gd name="connsiteX21" fmla="*/ 167416 w 361670"/>
                <a:gd name="connsiteY21" fmla="*/ 89376 h 361333"/>
                <a:gd name="connsiteX22" fmla="*/ 139301 w 361670"/>
                <a:gd name="connsiteY22" fmla="*/ 73416 h 361333"/>
                <a:gd name="connsiteX23" fmla="*/ 111185 w 361670"/>
                <a:gd name="connsiteY23" fmla="*/ 82353 h 361333"/>
                <a:gd name="connsiteX24" fmla="*/ 150164 w 361670"/>
                <a:gd name="connsiteY24" fmla="*/ 105336 h 361333"/>
                <a:gd name="connsiteX25" fmla="*/ 205117 w 361670"/>
                <a:gd name="connsiteY25" fmla="*/ 78523 h 361333"/>
                <a:gd name="connsiteX26" fmla="*/ 213424 w 361670"/>
                <a:gd name="connsiteY26" fmla="*/ 77246 h 361333"/>
                <a:gd name="connsiteX27" fmla="*/ 215980 w 361670"/>
                <a:gd name="connsiteY27" fmla="*/ 84907 h 361333"/>
                <a:gd name="connsiteX28" fmla="*/ 213424 w 361670"/>
                <a:gd name="connsiteY28" fmla="*/ 202372 h 361333"/>
                <a:gd name="connsiteX29" fmla="*/ 228121 w 361670"/>
                <a:gd name="connsiteY29" fmla="*/ 199819 h 361333"/>
                <a:gd name="connsiteX30" fmla="*/ 268377 w 361670"/>
                <a:gd name="connsiteY30" fmla="*/ 240038 h 361333"/>
                <a:gd name="connsiteX31" fmla="*/ 226204 w 361670"/>
                <a:gd name="connsiteY31" fmla="*/ 27961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close/>
                  <a:moveTo>
                    <a:pt x="226204" y="279618"/>
                  </a:moveTo>
                  <a:cubicBezTo>
                    <a:pt x="203839" y="279618"/>
                    <a:pt x="185947" y="261743"/>
                    <a:pt x="185947" y="239399"/>
                  </a:cubicBezTo>
                  <a:cubicBezTo>
                    <a:pt x="185947" y="227270"/>
                    <a:pt x="191698" y="215779"/>
                    <a:pt x="200644" y="208756"/>
                  </a:cubicBezTo>
                  <a:cubicBezTo>
                    <a:pt x="187864" y="169814"/>
                    <a:pt x="191059" y="132787"/>
                    <a:pt x="195532" y="108528"/>
                  </a:cubicBezTo>
                  <a:cubicBezTo>
                    <a:pt x="145690" y="155769"/>
                    <a:pt x="147607" y="211310"/>
                    <a:pt x="148885" y="222801"/>
                  </a:cubicBezTo>
                  <a:cubicBezTo>
                    <a:pt x="168055" y="225993"/>
                    <a:pt x="183391" y="242591"/>
                    <a:pt x="183391" y="263020"/>
                  </a:cubicBezTo>
                  <a:cubicBezTo>
                    <a:pt x="183391" y="285364"/>
                    <a:pt x="165499" y="303239"/>
                    <a:pt x="143134" y="303239"/>
                  </a:cubicBezTo>
                  <a:cubicBezTo>
                    <a:pt x="120770" y="303239"/>
                    <a:pt x="102878" y="285364"/>
                    <a:pt x="102878" y="263020"/>
                  </a:cubicBezTo>
                  <a:cubicBezTo>
                    <a:pt x="102878" y="243230"/>
                    <a:pt x="117575" y="226631"/>
                    <a:pt x="136744" y="223439"/>
                  </a:cubicBezTo>
                  <a:cubicBezTo>
                    <a:pt x="135467" y="209395"/>
                    <a:pt x="134828" y="161515"/>
                    <a:pt x="172528" y="115550"/>
                  </a:cubicBezTo>
                  <a:cubicBezTo>
                    <a:pt x="164860" y="118104"/>
                    <a:pt x="156553" y="118742"/>
                    <a:pt x="148885" y="118104"/>
                  </a:cubicBezTo>
                  <a:cubicBezTo>
                    <a:pt x="116936" y="114912"/>
                    <a:pt x="97766" y="85545"/>
                    <a:pt x="96488" y="84907"/>
                  </a:cubicBezTo>
                  <a:cubicBezTo>
                    <a:pt x="94571" y="82353"/>
                    <a:pt x="95210" y="78523"/>
                    <a:pt x="97766" y="76608"/>
                  </a:cubicBezTo>
                  <a:cubicBezTo>
                    <a:pt x="111824" y="65117"/>
                    <a:pt x="125882" y="59371"/>
                    <a:pt x="140579" y="61286"/>
                  </a:cubicBezTo>
                  <a:cubicBezTo>
                    <a:pt x="162943" y="63201"/>
                    <a:pt x="177001" y="81077"/>
                    <a:pt x="177640" y="81715"/>
                  </a:cubicBezTo>
                  <a:cubicBezTo>
                    <a:pt x="179557" y="84269"/>
                    <a:pt x="179557" y="88737"/>
                    <a:pt x="176362" y="90653"/>
                  </a:cubicBezTo>
                  <a:cubicBezTo>
                    <a:pt x="173806" y="92568"/>
                    <a:pt x="169333" y="92568"/>
                    <a:pt x="167416" y="89376"/>
                  </a:cubicBezTo>
                  <a:cubicBezTo>
                    <a:pt x="167416" y="89376"/>
                    <a:pt x="155914" y="75331"/>
                    <a:pt x="139301" y="73416"/>
                  </a:cubicBezTo>
                  <a:cubicBezTo>
                    <a:pt x="130354" y="72777"/>
                    <a:pt x="120770" y="75331"/>
                    <a:pt x="111185" y="82353"/>
                  </a:cubicBezTo>
                  <a:cubicBezTo>
                    <a:pt x="117575" y="90014"/>
                    <a:pt x="131633" y="103420"/>
                    <a:pt x="150164" y="105336"/>
                  </a:cubicBezTo>
                  <a:cubicBezTo>
                    <a:pt x="168055" y="107251"/>
                    <a:pt x="185947" y="97675"/>
                    <a:pt x="205117" y="78523"/>
                  </a:cubicBezTo>
                  <a:cubicBezTo>
                    <a:pt x="207034" y="76608"/>
                    <a:pt x="210868" y="75969"/>
                    <a:pt x="213424" y="77246"/>
                  </a:cubicBezTo>
                  <a:cubicBezTo>
                    <a:pt x="215980" y="79161"/>
                    <a:pt x="217258" y="82353"/>
                    <a:pt x="215980" y="84907"/>
                  </a:cubicBezTo>
                  <a:cubicBezTo>
                    <a:pt x="215980" y="85545"/>
                    <a:pt x="194893" y="142363"/>
                    <a:pt x="213424" y="202372"/>
                  </a:cubicBezTo>
                  <a:cubicBezTo>
                    <a:pt x="217897" y="200457"/>
                    <a:pt x="223009" y="199819"/>
                    <a:pt x="228121" y="199819"/>
                  </a:cubicBezTo>
                  <a:cubicBezTo>
                    <a:pt x="250486" y="199819"/>
                    <a:pt x="268377" y="217694"/>
                    <a:pt x="268377" y="240038"/>
                  </a:cubicBezTo>
                  <a:cubicBezTo>
                    <a:pt x="268377" y="262382"/>
                    <a:pt x="248568" y="279618"/>
                    <a:pt x="226204" y="279618"/>
                  </a:cubicBezTo>
                  <a:close/>
                </a:path>
              </a:pathLst>
            </a:custGeom>
            <a:solidFill>
              <a:srgbClr val="046A38"/>
            </a:solidFill>
            <a:ln w="6390" cap="flat">
              <a:noFill/>
              <a:prstDash val="solid"/>
              <a:miter/>
            </a:ln>
          </p:spPr>
          <p:txBody>
            <a:bodyPr rtlCol="0" anchor="ctr"/>
            <a:lstStyle/>
            <a:p>
              <a:endParaRPr lang="en-US"/>
            </a:p>
          </p:txBody>
        </p:sp>
      </p:grpSp>
      <p:grpSp>
        <p:nvGrpSpPr>
          <p:cNvPr id="1048" name="Graphic 4">
            <a:extLst>
              <a:ext uri="{FF2B5EF4-FFF2-40B4-BE49-F238E27FC236}">
                <a16:creationId xmlns:a16="http://schemas.microsoft.com/office/drawing/2014/main" id="{52030187-89A4-204D-A338-59F407628979}"/>
              </a:ext>
            </a:extLst>
          </p:cNvPr>
          <p:cNvGrpSpPr/>
          <p:nvPr/>
        </p:nvGrpSpPr>
        <p:grpSpPr>
          <a:xfrm>
            <a:off x="5099808" y="918179"/>
            <a:ext cx="361670" cy="361333"/>
            <a:chOff x="5099808" y="918179"/>
            <a:chExt cx="361670" cy="361333"/>
          </a:xfrm>
          <a:solidFill>
            <a:srgbClr val="046A38"/>
          </a:solidFill>
        </p:grpSpPr>
        <p:sp>
          <p:nvSpPr>
            <p:cNvPr id="1049" name="Graphic 4">
              <a:extLst>
                <a:ext uri="{FF2B5EF4-FFF2-40B4-BE49-F238E27FC236}">
                  <a16:creationId xmlns:a16="http://schemas.microsoft.com/office/drawing/2014/main" id="{CC559A9F-5CF0-E949-945E-392466A5AA1E}"/>
                </a:ext>
              </a:extLst>
            </p:cNvPr>
            <p:cNvSpPr/>
            <p:nvPr/>
          </p:nvSpPr>
          <p:spPr>
            <a:xfrm>
              <a:off x="5200035" y="1002447"/>
              <a:ext cx="74218" cy="190881"/>
            </a:xfrm>
            <a:custGeom>
              <a:avLst/>
              <a:gdLst>
                <a:gd name="connsiteX0" fmla="*/ 60799 w 74218"/>
                <a:gd name="connsiteY0" fmla="*/ 14045 h 190881"/>
                <a:gd name="connsiteX1" fmla="*/ 57604 w 74218"/>
                <a:gd name="connsiteY1" fmla="*/ 15322 h 190881"/>
                <a:gd name="connsiteX2" fmla="*/ 49297 w 74218"/>
                <a:gd name="connsiteY2" fmla="*/ 19790 h 190881"/>
                <a:gd name="connsiteX3" fmla="*/ 49936 w 74218"/>
                <a:gd name="connsiteY3" fmla="*/ 20429 h 190881"/>
                <a:gd name="connsiteX4" fmla="*/ 42269 w 74218"/>
                <a:gd name="connsiteY4" fmla="*/ 50434 h 190881"/>
                <a:gd name="connsiteX5" fmla="*/ 40351 w 74218"/>
                <a:gd name="connsiteY5" fmla="*/ 66393 h 190881"/>
                <a:gd name="connsiteX6" fmla="*/ 39713 w 74218"/>
                <a:gd name="connsiteY6" fmla="*/ 75331 h 190881"/>
                <a:gd name="connsiteX7" fmla="*/ 35879 w 74218"/>
                <a:gd name="connsiteY7" fmla="*/ 76608 h 190881"/>
                <a:gd name="connsiteX8" fmla="*/ 30766 w 74218"/>
                <a:gd name="connsiteY8" fmla="*/ 74693 h 190881"/>
                <a:gd name="connsiteX9" fmla="*/ 33323 w 74218"/>
                <a:gd name="connsiteY9" fmla="*/ 41496 h 190881"/>
                <a:gd name="connsiteX10" fmla="*/ 39074 w 74218"/>
                <a:gd name="connsiteY10" fmla="*/ 26813 h 190881"/>
                <a:gd name="connsiteX11" fmla="*/ 39074 w 74218"/>
                <a:gd name="connsiteY11" fmla="*/ 26813 h 190881"/>
                <a:gd name="connsiteX12" fmla="*/ 9680 w 74218"/>
                <a:gd name="connsiteY12" fmla="*/ 65755 h 190881"/>
                <a:gd name="connsiteX13" fmla="*/ 24377 w 74218"/>
                <a:gd name="connsiteY13" fmla="*/ 168537 h 190881"/>
                <a:gd name="connsiteX14" fmla="*/ 44186 w 74218"/>
                <a:gd name="connsiteY14" fmla="*/ 180028 h 190881"/>
                <a:gd name="connsiteX15" fmla="*/ 46741 w 74218"/>
                <a:gd name="connsiteY15" fmla="*/ 162792 h 190881"/>
                <a:gd name="connsiteX16" fmla="*/ 47381 w 74218"/>
                <a:gd name="connsiteY16" fmla="*/ 144278 h 190881"/>
                <a:gd name="connsiteX17" fmla="*/ 47381 w 74218"/>
                <a:gd name="connsiteY17" fmla="*/ 135341 h 190881"/>
                <a:gd name="connsiteX18" fmla="*/ 56326 w 74218"/>
                <a:gd name="connsiteY18" fmla="*/ 135341 h 190881"/>
                <a:gd name="connsiteX19" fmla="*/ 58243 w 74218"/>
                <a:gd name="connsiteY19" fmla="*/ 167899 h 190881"/>
                <a:gd name="connsiteX20" fmla="*/ 61438 w 74218"/>
                <a:gd name="connsiteY20" fmla="*/ 186412 h 190881"/>
                <a:gd name="connsiteX21" fmla="*/ 62077 w 74218"/>
                <a:gd name="connsiteY21" fmla="*/ 187051 h 190881"/>
                <a:gd name="connsiteX22" fmla="*/ 65911 w 74218"/>
                <a:gd name="connsiteY22" fmla="*/ 188327 h 190881"/>
                <a:gd name="connsiteX23" fmla="*/ 67189 w 74218"/>
                <a:gd name="connsiteY23" fmla="*/ 188327 h 190881"/>
                <a:gd name="connsiteX24" fmla="*/ 74218 w 74218"/>
                <a:gd name="connsiteY24" fmla="*/ 190881 h 190881"/>
                <a:gd name="connsiteX25" fmla="*/ 74218 w 74218"/>
                <a:gd name="connsiteY25" fmla="*/ 0 h 190881"/>
                <a:gd name="connsiteX26" fmla="*/ 72940 w 74218"/>
                <a:gd name="connsiteY26" fmla="*/ 1277 h 190881"/>
                <a:gd name="connsiteX27" fmla="*/ 60799 w 74218"/>
                <a:gd name="connsiteY27" fmla="*/ 14045 h 190881"/>
                <a:gd name="connsiteX28" fmla="*/ 33961 w 74218"/>
                <a:gd name="connsiteY28" fmla="*/ 143640 h 190881"/>
                <a:gd name="connsiteX29" fmla="*/ 28211 w 74218"/>
                <a:gd name="connsiteY29" fmla="*/ 147470 h 190881"/>
                <a:gd name="connsiteX30" fmla="*/ 25655 w 74218"/>
                <a:gd name="connsiteY30" fmla="*/ 146832 h 190881"/>
                <a:gd name="connsiteX31" fmla="*/ 12875 w 74218"/>
                <a:gd name="connsiteY31" fmla="*/ 116189 h 190881"/>
                <a:gd name="connsiteX32" fmla="*/ 10958 w 74218"/>
                <a:gd name="connsiteY32" fmla="*/ 100229 h 190881"/>
                <a:gd name="connsiteX33" fmla="*/ 9041 w 74218"/>
                <a:gd name="connsiteY33" fmla="*/ 91291 h 190881"/>
                <a:gd name="connsiteX34" fmla="*/ 17348 w 74218"/>
                <a:gd name="connsiteY34" fmla="*/ 89376 h 190881"/>
                <a:gd name="connsiteX35" fmla="*/ 24377 w 74218"/>
                <a:gd name="connsiteY35" fmla="*/ 119381 h 190881"/>
                <a:gd name="connsiteX36" fmla="*/ 30128 w 74218"/>
                <a:gd name="connsiteY36" fmla="*/ 134702 h 190881"/>
                <a:gd name="connsiteX37" fmla="*/ 33961 w 74218"/>
                <a:gd name="connsiteY37" fmla="*/ 143640 h 190881"/>
                <a:gd name="connsiteX38" fmla="*/ 59521 w 74218"/>
                <a:gd name="connsiteY38" fmla="*/ 90653 h 190881"/>
                <a:gd name="connsiteX39" fmla="*/ 60160 w 74218"/>
                <a:gd name="connsiteY39" fmla="*/ 106613 h 190881"/>
                <a:gd name="connsiteX40" fmla="*/ 60799 w 74218"/>
                <a:gd name="connsiteY40" fmla="*/ 115550 h 190881"/>
                <a:gd name="connsiteX41" fmla="*/ 56326 w 74218"/>
                <a:gd name="connsiteY41" fmla="*/ 117465 h 190881"/>
                <a:gd name="connsiteX42" fmla="*/ 52492 w 74218"/>
                <a:gd name="connsiteY42" fmla="*/ 116189 h 190881"/>
                <a:gd name="connsiteX43" fmla="*/ 50575 w 74218"/>
                <a:gd name="connsiteY43" fmla="*/ 82992 h 190881"/>
                <a:gd name="connsiteX44" fmla="*/ 53770 w 74218"/>
                <a:gd name="connsiteY44" fmla="*/ 67670 h 190881"/>
                <a:gd name="connsiteX45" fmla="*/ 55049 w 74218"/>
                <a:gd name="connsiteY45" fmla="*/ 58733 h 190881"/>
                <a:gd name="connsiteX46" fmla="*/ 63994 w 74218"/>
                <a:gd name="connsiteY46" fmla="*/ 59371 h 190881"/>
                <a:gd name="connsiteX47" fmla="*/ 59521 w 74218"/>
                <a:gd name="connsiteY47" fmla="*/ 90653 h 190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74218" h="190881">
                  <a:moveTo>
                    <a:pt x="60799" y="14045"/>
                  </a:moveTo>
                  <a:cubicBezTo>
                    <a:pt x="60160" y="14683"/>
                    <a:pt x="58882" y="15322"/>
                    <a:pt x="57604" y="15322"/>
                  </a:cubicBezTo>
                  <a:cubicBezTo>
                    <a:pt x="55049" y="16598"/>
                    <a:pt x="52492" y="17875"/>
                    <a:pt x="49297" y="19790"/>
                  </a:cubicBezTo>
                  <a:cubicBezTo>
                    <a:pt x="49297" y="19790"/>
                    <a:pt x="49936" y="20429"/>
                    <a:pt x="49936" y="20429"/>
                  </a:cubicBezTo>
                  <a:cubicBezTo>
                    <a:pt x="50575" y="21067"/>
                    <a:pt x="58243" y="34474"/>
                    <a:pt x="42269" y="50434"/>
                  </a:cubicBezTo>
                  <a:cubicBezTo>
                    <a:pt x="34601" y="58094"/>
                    <a:pt x="39074" y="64478"/>
                    <a:pt x="40351" y="66393"/>
                  </a:cubicBezTo>
                  <a:cubicBezTo>
                    <a:pt x="42269" y="68947"/>
                    <a:pt x="42269" y="73416"/>
                    <a:pt x="39713" y="75331"/>
                  </a:cubicBezTo>
                  <a:cubicBezTo>
                    <a:pt x="38434" y="76608"/>
                    <a:pt x="37156" y="76608"/>
                    <a:pt x="35879" y="76608"/>
                  </a:cubicBezTo>
                  <a:cubicBezTo>
                    <a:pt x="33961" y="76608"/>
                    <a:pt x="32045" y="75969"/>
                    <a:pt x="30766" y="74693"/>
                  </a:cubicBezTo>
                  <a:cubicBezTo>
                    <a:pt x="25655" y="68947"/>
                    <a:pt x="20543" y="54902"/>
                    <a:pt x="33323" y="41496"/>
                  </a:cubicBezTo>
                  <a:cubicBezTo>
                    <a:pt x="41629" y="33197"/>
                    <a:pt x="39074" y="27451"/>
                    <a:pt x="39074" y="26813"/>
                  </a:cubicBezTo>
                  <a:cubicBezTo>
                    <a:pt x="39074" y="26813"/>
                    <a:pt x="39074" y="26813"/>
                    <a:pt x="39074" y="26813"/>
                  </a:cubicBezTo>
                  <a:cubicBezTo>
                    <a:pt x="30128" y="33835"/>
                    <a:pt x="19904" y="45965"/>
                    <a:pt x="9680" y="65755"/>
                  </a:cubicBezTo>
                  <a:cubicBezTo>
                    <a:pt x="-10768" y="104697"/>
                    <a:pt x="4568" y="155131"/>
                    <a:pt x="24377" y="168537"/>
                  </a:cubicBezTo>
                  <a:cubicBezTo>
                    <a:pt x="31406" y="173644"/>
                    <a:pt x="38434" y="176836"/>
                    <a:pt x="44186" y="180028"/>
                  </a:cubicBezTo>
                  <a:cubicBezTo>
                    <a:pt x="43546" y="174921"/>
                    <a:pt x="44186" y="169176"/>
                    <a:pt x="46741" y="162792"/>
                  </a:cubicBezTo>
                  <a:cubicBezTo>
                    <a:pt x="52492" y="150024"/>
                    <a:pt x="47381" y="144916"/>
                    <a:pt x="47381" y="144278"/>
                  </a:cubicBezTo>
                  <a:cubicBezTo>
                    <a:pt x="44824" y="141724"/>
                    <a:pt x="44824" y="137894"/>
                    <a:pt x="47381" y="135341"/>
                  </a:cubicBezTo>
                  <a:cubicBezTo>
                    <a:pt x="49936" y="132787"/>
                    <a:pt x="53770" y="132787"/>
                    <a:pt x="56326" y="135341"/>
                  </a:cubicBezTo>
                  <a:cubicBezTo>
                    <a:pt x="56965" y="135979"/>
                    <a:pt x="68467" y="146832"/>
                    <a:pt x="58243" y="167899"/>
                  </a:cubicBezTo>
                  <a:cubicBezTo>
                    <a:pt x="53131" y="179390"/>
                    <a:pt x="60160" y="185135"/>
                    <a:pt x="61438" y="186412"/>
                  </a:cubicBezTo>
                  <a:cubicBezTo>
                    <a:pt x="61438" y="186412"/>
                    <a:pt x="61438" y="187051"/>
                    <a:pt x="62077" y="187051"/>
                  </a:cubicBezTo>
                  <a:cubicBezTo>
                    <a:pt x="63355" y="187689"/>
                    <a:pt x="64633" y="187689"/>
                    <a:pt x="65911" y="188327"/>
                  </a:cubicBezTo>
                  <a:lnTo>
                    <a:pt x="67189" y="188327"/>
                  </a:lnTo>
                  <a:cubicBezTo>
                    <a:pt x="69745" y="188966"/>
                    <a:pt x="71662" y="189604"/>
                    <a:pt x="74218" y="190881"/>
                  </a:cubicBezTo>
                  <a:lnTo>
                    <a:pt x="74218" y="0"/>
                  </a:lnTo>
                  <a:cubicBezTo>
                    <a:pt x="73579" y="638"/>
                    <a:pt x="73579" y="1277"/>
                    <a:pt x="72940" y="1277"/>
                  </a:cubicBezTo>
                  <a:cubicBezTo>
                    <a:pt x="69745" y="6384"/>
                    <a:pt x="66550" y="11491"/>
                    <a:pt x="60799" y="14045"/>
                  </a:cubicBezTo>
                  <a:close/>
                  <a:moveTo>
                    <a:pt x="33961" y="143640"/>
                  </a:moveTo>
                  <a:cubicBezTo>
                    <a:pt x="32684" y="146193"/>
                    <a:pt x="30766" y="147470"/>
                    <a:pt x="28211" y="147470"/>
                  </a:cubicBezTo>
                  <a:cubicBezTo>
                    <a:pt x="27571" y="147470"/>
                    <a:pt x="26933" y="147470"/>
                    <a:pt x="25655" y="146832"/>
                  </a:cubicBezTo>
                  <a:cubicBezTo>
                    <a:pt x="18626" y="144278"/>
                    <a:pt x="7124" y="134064"/>
                    <a:pt x="12875" y="116189"/>
                  </a:cubicBezTo>
                  <a:cubicBezTo>
                    <a:pt x="16709" y="104697"/>
                    <a:pt x="11597" y="100867"/>
                    <a:pt x="10958" y="100229"/>
                  </a:cubicBezTo>
                  <a:cubicBezTo>
                    <a:pt x="8402" y="98313"/>
                    <a:pt x="7124" y="94483"/>
                    <a:pt x="9041" y="91291"/>
                  </a:cubicBezTo>
                  <a:cubicBezTo>
                    <a:pt x="10958" y="88099"/>
                    <a:pt x="14792" y="87461"/>
                    <a:pt x="17348" y="89376"/>
                  </a:cubicBezTo>
                  <a:cubicBezTo>
                    <a:pt x="17987" y="90014"/>
                    <a:pt x="31406" y="98313"/>
                    <a:pt x="24377" y="119381"/>
                  </a:cubicBezTo>
                  <a:cubicBezTo>
                    <a:pt x="21182" y="129595"/>
                    <a:pt x="27571" y="133425"/>
                    <a:pt x="30128" y="134702"/>
                  </a:cubicBezTo>
                  <a:cubicBezTo>
                    <a:pt x="33961" y="136617"/>
                    <a:pt x="35239" y="140448"/>
                    <a:pt x="33961" y="143640"/>
                  </a:cubicBezTo>
                  <a:close/>
                  <a:moveTo>
                    <a:pt x="59521" y="90653"/>
                  </a:moveTo>
                  <a:cubicBezTo>
                    <a:pt x="53131" y="99590"/>
                    <a:pt x="58243" y="105336"/>
                    <a:pt x="60160" y="106613"/>
                  </a:cubicBezTo>
                  <a:cubicBezTo>
                    <a:pt x="62716" y="109166"/>
                    <a:pt x="62716" y="112997"/>
                    <a:pt x="60799" y="115550"/>
                  </a:cubicBezTo>
                  <a:cubicBezTo>
                    <a:pt x="59521" y="116827"/>
                    <a:pt x="57604" y="117465"/>
                    <a:pt x="56326" y="117465"/>
                  </a:cubicBezTo>
                  <a:cubicBezTo>
                    <a:pt x="55049" y="117465"/>
                    <a:pt x="53131" y="116827"/>
                    <a:pt x="52492" y="116189"/>
                  </a:cubicBezTo>
                  <a:cubicBezTo>
                    <a:pt x="46741" y="111081"/>
                    <a:pt x="39074" y="98313"/>
                    <a:pt x="50575" y="82992"/>
                  </a:cubicBezTo>
                  <a:cubicBezTo>
                    <a:pt x="57604" y="73416"/>
                    <a:pt x="54409" y="68309"/>
                    <a:pt x="53770" y="67670"/>
                  </a:cubicBezTo>
                  <a:cubicBezTo>
                    <a:pt x="51854" y="65117"/>
                    <a:pt x="52492" y="60648"/>
                    <a:pt x="55049" y="58733"/>
                  </a:cubicBezTo>
                  <a:cubicBezTo>
                    <a:pt x="57604" y="56818"/>
                    <a:pt x="61438" y="56818"/>
                    <a:pt x="63994" y="59371"/>
                  </a:cubicBezTo>
                  <a:cubicBezTo>
                    <a:pt x="62716" y="60009"/>
                    <a:pt x="72940" y="72777"/>
                    <a:pt x="59521" y="90653"/>
                  </a:cubicBezTo>
                  <a:close/>
                </a:path>
              </a:pathLst>
            </a:custGeom>
            <a:solidFill>
              <a:srgbClr val="046A38"/>
            </a:solidFill>
            <a:ln w="6390" cap="flat">
              <a:noFill/>
              <a:prstDash val="solid"/>
              <a:miter/>
            </a:ln>
          </p:spPr>
          <p:txBody>
            <a:bodyPr rtlCol="0" anchor="ctr"/>
            <a:lstStyle/>
            <a:p>
              <a:endParaRPr lang="en-US"/>
            </a:p>
          </p:txBody>
        </p:sp>
        <p:sp>
          <p:nvSpPr>
            <p:cNvPr id="1050" name="Graphic 4">
              <a:extLst>
                <a:ext uri="{FF2B5EF4-FFF2-40B4-BE49-F238E27FC236}">
                  <a16:creationId xmlns:a16="http://schemas.microsoft.com/office/drawing/2014/main" id="{6502A4B5-213C-EB46-B359-BE4B06BF2618}"/>
                </a:ext>
              </a:extLst>
            </p:cNvPr>
            <p:cNvSpPr/>
            <p:nvPr/>
          </p:nvSpPr>
          <p:spPr>
            <a:xfrm>
              <a:off x="5099808" y="918179"/>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210868 w 361670"/>
                <a:gd name="connsiteY5" fmla="*/ 169814 h 361333"/>
                <a:gd name="connsiteX6" fmla="*/ 208951 w 361670"/>
                <a:gd name="connsiteY6" fmla="*/ 203011 h 361333"/>
                <a:gd name="connsiteX7" fmla="*/ 204478 w 361670"/>
                <a:gd name="connsiteY7" fmla="*/ 204287 h 361333"/>
                <a:gd name="connsiteX8" fmla="*/ 199366 w 361670"/>
                <a:gd name="connsiteY8" fmla="*/ 202372 h 361333"/>
                <a:gd name="connsiteX9" fmla="*/ 200005 w 361670"/>
                <a:gd name="connsiteY9" fmla="*/ 193435 h 361333"/>
                <a:gd name="connsiteX10" fmla="*/ 200005 w 361670"/>
                <a:gd name="connsiteY10" fmla="*/ 177475 h 361333"/>
                <a:gd name="connsiteX11" fmla="*/ 196810 w 361670"/>
                <a:gd name="connsiteY11" fmla="*/ 146193 h 361333"/>
                <a:gd name="connsiteX12" fmla="*/ 205756 w 361670"/>
                <a:gd name="connsiteY12" fmla="*/ 145555 h 361333"/>
                <a:gd name="connsiteX13" fmla="*/ 206395 w 361670"/>
                <a:gd name="connsiteY13" fmla="*/ 154492 h 361333"/>
                <a:gd name="connsiteX14" fmla="*/ 210868 w 361670"/>
                <a:gd name="connsiteY14" fmla="*/ 169814 h 361333"/>
                <a:gd name="connsiteX15" fmla="*/ 264544 w 361670"/>
                <a:gd name="connsiteY15" fmla="*/ 236207 h 361333"/>
                <a:gd name="connsiteX16" fmla="*/ 201283 w 361670"/>
                <a:gd name="connsiteY16" fmla="*/ 283449 h 361333"/>
                <a:gd name="connsiteX17" fmla="*/ 194254 w 361670"/>
                <a:gd name="connsiteY17" fmla="*/ 277703 h 361333"/>
                <a:gd name="connsiteX18" fmla="*/ 199366 w 361670"/>
                <a:gd name="connsiteY18" fmla="*/ 270681 h 361333"/>
                <a:gd name="connsiteX19" fmla="*/ 199366 w 361670"/>
                <a:gd name="connsiteY19" fmla="*/ 270681 h 361333"/>
                <a:gd name="connsiteX20" fmla="*/ 201283 w 361670"/>
                <a:gd name="connsiteY20" fmla="*/ 254721 h 361333"/>
                <a:gd name="connsiteX21" fmla="*/ 201283 w 361670"/>
                <a:gd name="connsiteY21" fmla="*/ 223439 h 361333"/>
                <a:gd name="connsiteX22" fmla="*/ 210229 w 361670"/>
                <a:gd name="connsiteY22" fmla="*/ 223439 h 361333"/>
                <a:gd name="connsiteX23" fmla="*/ 210229 w 361670"/>
                <a:gd name="connsiteY23" fmla="*/ 232377 h 361333"/>
                <a:gd name="connsiteX24" fmla="*/ 212146 w 361670"/>
                <a:gd name="connsiteY24" fmla="*/ 248337 h 361333"/>
                <a:gd name="connsiteX25" fmla="*/ 215980 w 361670"/>
                <a:gd name="connsiteY25" fmla="*/ 266212 h 361333"/>
                <a:gd name="connsiteX26" fmla="*/ 252403 w 361670"/>
                <a:gd name="connsiteY26" fmla="*/ 231739 h 361333"/>
                <a:gd name="connsiteX27" fmla="*/ 244096 w 361670"/>
                <a:gd name="connsiteY27" fmla="*/ 137256 h 361333"/>
                <a:gd name="connsiteX28" fmla="*/ 221731 w 361670"/>
                <a:gd name="connsiteY28" fmla="*/ 112996 h 361333"/>
                <a:gd name="connsiteX29" fmla="*/ 221092 w 361670"/>
                <a:gd name="connsiteY29" fmla="*/ 114912 h 361333"/>
                <a:gd name="connsiteX30" fmla="*/ 226843 w 361670"/>
                <a:gd name="connsiteY30" fmla="*/ 129595 h 361333"/>
                <a:gd name="connsiteX31" fmla="*/ 229399 w 361670"/>
                <a:gd name="connsiteY31" fmla="*/ 162792 h 361333"/>
                <a:gd name="connsiteX32" fmla="*/ 224287 w 361670"/>
                <a:gd name="connsiteY32" fmla="*/ 164707 h 361333"/>
                <a:gd name="connsiteX33" fmla="*/ 220453 w 361670"/>
                <a:gd name="connsiteY33" fmla="*/ 163430 h 361333"/>
                <a:gd name="connsiteX34" fmla="*/ 219814 w 361670"/>
                <a:gd name="connsiteY34" fmla="*/ 154492 h 361333"/>
                <a:gd name="connsiteX35" fmla="*/ 217897 w 361670"/>
                <a:gd name="connsiteY35" fmla="*/ 138532 h 361333"/>
                <a:gd name="connsiteX36" fmla="*/ 210229 w 361670"/>
                <a:gd name="connsiteY36" fmla="*/ 108528 h 361333"/>
                <a:gd name="connsiteX37" fmla="*/ 212785 w 361670"/>
                <a:gd name="connsiteY37" fmla="*/ 106612 h 361333"/>
                <a:gd name="connsiteX38" fmla="*/ 204478 w 361670"/>
                <a:gd name="connsiteY38" fmla="*/ 101505 h 361333"/>
                <a:gd name="connsiteX39" fmla="*/ 201283 w 361670"/>
                <a:gd name="connsiteY39" fmla="*/ 99590 h 361333"/>
                <a:gd name="connsiteX40" fmla="*/ 188503 w 361670"/>
                <a:gd name="connsiteY40" fmla="*/ 86822 h 361333"/>
                <a:gd name="connsiteX41" fmla="*/ 187225 w 361670"/>
                <a:gd name="connsiteY41" fmla="*/ 84907 h 361333"/>
                <a:gd name="connsiteX42" fmla="*/ 187225 w 361670"/>
                <a:gd name="connsiteY42" fmla="*/ 290471 h 361333"/>
                <a:gd name="connsiteX43" fmla="*/ 182113 w 361670"/>
                <a:gd name="connsiteY43" fmla="*/ 296855 h 361333"/>
                <a:gd name="connsiteX44" fmla="*/ 180836 w 361670"/>
                <a:gd name="connsiteY44" fmla="*/ 296855 h 361333"/>
                <a:gd name="connsiteX45" fmla="*/ 175084 w 361670"/>
                <a:gd name="connsiteY45" fmla="*/ 292386 h 361333"/>
                <a:gd name="connsiteX46" fmla="*/ 164221 w 361670"/>
                <a:gd name="connsiteY46" fmla="*/ 286641 h 361333"/>
                <a:gd name="connsiteX47" fmla="*/ 163583 w 361670"/>
                <a:gd name="connsiteY47" fmla="*/ 286641 h 361333"/>
                <a:gd name="connsiteX48" fmla="*/ 118214 w 361670"/>
                <a:gd name="connsiteY48" fmla="*/ 264935 h 361333"/>
                <a:gd name="connsiteX49" fmla="*/ 99044 w 361670"/>
                <a:gd name="connsiteY49" fmla="*/ 145555 h 361333"/>
                <a:gd name="connsiteX50" fmla="*/ 153358 w 361670"/>
                <a:gd name="connsiteY50" fmla="*/ 89376 h 361333"/>
                <a:gd name="connsiteX51" fmla="*/ 156553 w 361670"/>
                <a:gd name="connsiteY51" fmla="*/ 88099 h 361333"/>
                <a:gd name="connsiteX52" fmla="*/ 163583 w 361670"/>
                <a:gd name="connsiteY52" fmla="*/ 79800 h 361333"/>
                <a:gd name="connsiteX53" fmla="*/ 181474 w 361670"/>
                <a:gd name="connsiteY53" fmla="*/ 67032 h 361333"/>
                <a:gd name="connsiteX54" fmla="*/ 199366 w 361670"/>
                <a:gd name="connsiteY54" fmla="*/ 78523 h 361333"/>
                <a:gd name="connsiteX55" fmla="*/ 208951 w 361670"/>
                <a:gd name="connsiteY55" fmla="*/ 88099 h 361333"/>
                <a:gd name="connsiteX56" fmla="*/ 212146 w 361670"/>
                <a:gd name="connsiteY56" fmla="*/ 90014 h 361333"/>
                <a:gd name="connsiteX57" fmla="*/ 255597 w 361670"/>
                <a:gd name="connsiteY57" fmla="*/ 130233 h 361333"/>
                <a:gd name="connsiteX58" fmla="*/ 264544 w 361670"/>
                <a:gd name="connsiteY58" fmla="*/ 236207 h 361333"/>
                <a:gd name="connsiteX59" fmla="*/ 235150 w 361670"/>
                <a:gd name="connsiteY59" fmla="*/ 206841 h 361333"/>
                <a:gd name="connsiteX60" fmla="*/ 242179 w 361670"/>
                <a:gd name="connsiteY60" fmla="*/ 176836 h 361333"/>
                <a:gd name="connsiteX61" fmla="*/ 251125 w 361670"/>
                <a:gd name="connsiteY61" fmla="*/ 178752 h 361333"/>
                <a:gd name="connsiteX62" fmla="*/ 249208 w 361670"/>
                <a:gd name="connsiteY62" fmla="*/ 187689 h 361333"/>
                <a:gd name="connsiteX63" fmla="*/ 247291 w 361670"/>
                <a:gd name="connsiteY63" fmla="*/ 203649 h 361333"/>
                <a:gd name="connsiteX64" fmla="*/ 234511 w 361670"/>
                <a:gd name="connsiteY64" fmla="*/ 234292 h 361333"/>
                <a:gd name="connsiteX65" fmla="*/ 231955 w 361670"/>
                <a:gd name="connsiteY65" fmla="*/ 234931 h 361333"/>
                <a:gd name="connsiteX66" fmla="*/ 226204 w 361670"/>
                <a:gd name="connsiteY66" fmla="*/ 231100 h 361333"/>
                <a:gd name="connsiteX67" fmla="*/ 230038 w 361670"/>
                <a:gd name="connsiteY67" fmla="*/ 222801 h 361333"/>
                <a:gd name="connsiteX68" fmla="*/ 235150 w 361670"/>
                <a:gd name="connsiteY68" fmla="*/ 20684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61670" h="361333">
                  <a:moveTo>
                    <a:pt x="180836" y="0"/>
                  </a:moveTo>
                  <a:cubicBezTo>
                    <a:pt x="80513" y="0"/>
                    <a:pt x="0" y="81077"/>
                    <a:pt x="0" y="180667"/>
                  </a:cubicBezTo>
                  <a:cubicBezTo>
                    <a:pt x="0" y="280895"/>
                    <a:pt x="81152" y="361333"/>
                    <a:pt x="180836" y="361333"/>
                  </a:cubicBezTo>
                  <a:cubicBezTo>
                    <a:pt x="281157" y="361333"/>
                    <a:pt x="361671" y="280257"/>
                    <a:pt x="361671" y="180667"/>
                  </a:cubicBezTo>
                  <a:cubicBezTo>
                    <a:pt x="361671" y="81077"/>
                    <a:pt x="280518" y="0"/>
                    <a:pt x="180836" y="0"/>
                  </a:cubicBezTo>
                  <a:close/>
                  <a:moveTo>
                    <a:pt x="210868" y="169814"/>
                  </a:moveTo>
                  <a:cubicBezTo>
                    <a:pt x="221731" y="185135"/>
                    <a:pt x="214063" y="197903"/>
                    <a:pt x="208951" y="203011"/>
                  </a:cubicBezTo>
                  <a:cubicBezTo>
                    <a:pt x="207673" y="204287"/>
                    <a:pt x="206395" y="204287"/>
                    <a:pt x="204478" y="204287"/>
                  </a:cubicBezTo>
                  <a:cubicBezTo>
                    <a:pt x="202561" y="204287"/>
                    <a:pt x="200644" y="203649"/>
                    <a:pt x="199366" y="202372"/>
                  </a:cubicBezTo>
                  <a:cubicBezTo>
                    <a:pt x="196810" y="199819"/>
                    <a:pt x="197449" y="195988"/>
                    <a:pt x="200005" y="193435"/>
                  </a:cubicBezTo>
                  <a:cubicBezTo>
                    <a:pt x="201922" y="192158"/>
                    <a:pt x="207034" y="186412"/>
                    <a:pt x="200005" y="177475"/>
                  </a:cubicBezTo>
                  <a:cubicBezTo>
                    <a:pt x="186586" y="158961"/>
                    <a:pt x="196810" y="146832"/>
                    <a:pt x="196810" y="146193"/>
                  </a:cubicBezTo>
                  <a:cubicBezTo>
                    <a:pt x="199366" y="143640"/>
                    <a:pt x="203200" y="143001"/>
                    <a:pt x="205756" y="145555"/>
                  </a:cubicBezTo>
                  <a:cubicBezTo>
                    <a:pt x="208312" y="147470"/>
                    <a:pt x="208951" y="151939"/>
                    <a:pt x="206395" y="154492"/>
                  </a:cubicBezTo>
                  <a:cubicBezTo>
                    <a:pt x="207034" y="155131"/>
                    <a:pt x="203839" y="160238"/>
                    <a:pt x="210868" y="169814"/>
                  </a:cubicBezTo>
                  <a:close/>
                  <a:moveTo>
                    <a:pt x="264544" y="236207"/>
                  </a:moveTo>
                  <a:cubicBezTo>
                    <a:pt x="247291" y="277703"/>
                    <a:pt x="203200" y="282810"/>
                    <a:pt x="201283" y="283449"/>
                  </a:cubicBezTo>
                  <a:cubicBezTo>
                    <a:pt x="197449" y="284087"/>
                    <a:pt x="194893" y="281534"/>
                    <a:pt x="194254" y="277703"/>
                  </a:cubicBezTo>
                  <a:cubicBezTo>
                    <a:pt x="193615" y="274511"/>
                    <a:pt x="196171" y="271319"/>
                    <a:pt x="199366" y="270681"/>
                  </a:cubicBezTo>
                  <a:cubicBezTo>
                    <a:pt x="199366" y="270681"/>
                    <a:pt x="199366" y="270681"/>
                    <a:pt x="199366" y="270681"/>
                  </a:cubicBezTo>
                  <a:cubicBezTo>
                    <a:pt x="201283" y="269404"/>
                    <a:pt x="207034" y="264297"/>
                    <a:pt x="201283" y="254721"/>
                  </a:cubicBezTo>
                  <a:cubicBezTo>
                    <a:pt x="189781" y="235569"/>
                    <a:pt x="200644" y="224078"/>
                    <a:pt x="201283" y="223439"/>
                  </a:cubicBezTo>
                  <a:cubicBezTo>
                    <a:pt x="203839" y="220886"/>
                    <a:pt x="207673" y="220886"/>
                    <a:pt x="210229" y="223439"/>
                  </a:cubicBezTo>
                  <a:cubicBezTo>
                    <a:pt x="212785" y="225993"/>
                    <a:pt x="212785" y="229823"/>
                    <a:pt x="210229" y="232377"/>
                  </a:cubicBezTo>
                  <a:cubicBezTo>
                    <a:pt x="209590" y="233015"/>
                    <a:pt x="206395" y="238123"/>
                    <a:pt x="212146" y="248337"/>
                  </a:cubicBezTo>
                  <a:cubicBezTo>
                    <a:pt x="215980" y="255359"/>
                    <a:pt x="217258" y="261105"/>
                    <a:pt x="215980" y="266212"/>
                  </a:cubicBezTo>
                  <a:cubicBezTo>
                    <a:pt x="228121" y="261105"/>
                    <a:pt x="244096" y="251529"/>
                    <a:pt x="252403" y="231739"/>
                  </a:cubicBezTo>
                  <a:cubicBezTo>
                    <a:pt x="266460" y="197903"/>
                    <a:pt x="263266" y="162792"/>
                    <a:pt x="244096" y="137256"/>
                  </a:cubicBezTo>
                  <a:cubicBezTo>
                    <a:pt x="235789" y="125764"/>
                    <a:pt x="228121" y="118104"/>
                    <a:pt x="221731" y="112996"/>
                  </a:cubicBezTo>
                  <a:cubicBezTo>
                    <a:pt x="221731" y="113635"/>
                    <a:pt x="221731" y="114273"/>
                    <a:pt x="221092" y="114912"/>
                  </a:cubicBezTo>
                  <a:cubicBezTo>
                    <a:pt x="220453" y="115550"/>
                    <a:pt x="218536" y="121296"/>
                    <a:pt x="226843" y="129595"/>
                  </a:cubicBezTo>
                  <a:cubicBezTo>
                    <a:pt x="240262" y="143001"/>
                    <a:pt x="234511" y="157046"/>
                    <a:pt x="229399" y="162792"/>
                  </a:cubicBezTo>
                  <a:cubicBezTo>
                    <a:pt x="228121" y="164068"/>
                    <a:pt x="226204" y="164707"/>
                    <a:pt x="224287" y="164707"/>
                  </a:cubicBezTo>
                  <a:cubicBezTo>
                    <a:pt x="223009" y="164707"/>
                    <a:pt x="221092" y="164068"/>
                    <a:pt x="220453" y="163430"/>
                  </a:cubicBezTo>
                  <a:cubicBezTo>
                    <a:pt x="217897" y="160876"/>
                    <a:pt x="217258" y="157046"/>
                    <a:pt x="219814" y="154492"/>
                  </a:cubicBezTo>
                  <a:cubicBezTo>
                    <a:pt x="221092" y="152577"/>
                    <a:pt x="225565" y="146193"/>
                    <a:pt x="217897" y="138532"/>
                  </a:cubicBezTo>
                  <a:cubicBezTo>
                    <a:pt x="201922" y="122572"/>
                    <a:pt x="210229" y="109166"/>
                    <a:pt x="210229" y="108528"/>
                  </a:cubicBezTo>
                  <a:cubicBezTo>
                    <a:pt x="210868" y="107889"/>
                    <a:pt x="211507" y="107251"/>
                    <a:pt x="212785" y="106612"/>
                  </a:cubicBezTo>
                  <a:cubicBezTo>
                    <a:pt x="210229" y="104697"/>
                    <a:pt x="207034" y="102782"/>
                    <a:pt x="204478" y="101505"/>
                  </a:cubicBezTo>
                  <a:lnTo>
                    <a:pt x="201283" y="99590"/>
                  </a:lnTo>
                  <a:cubicBezTo>
                    <a:pt x="195532" y="95760"/>
                    <a:pt x="191698" y="90653"/>
                    <a:pt x="188503" y="86822"/>
                  </a:cubicBezTo>
                  <a:cubicBezTo>
                    <a:pt x="187864" y="86184"/>
                    <a:pt x="187864" y="85545"/>
                    <a:pt x="187225" y="84907"/>
                  </a:cubicBezTo>
                  <a:lnTo>
                    <a:pt x="187225" y="290471"/>
                  </a:lnTo>
                  <a:cubicBezTo>
                    <a:pt x="187225" y="293663"/>
                    <a:pt x="184669" y="296217"/>
                    <a:pt x="182113" y="296855"/>
                  </a:cubicBezTo>
                  <a:cubicBezTo>
                    <a:pt x="181474" y="296855"/>
                    <a:pt x="181474" y="296855"/>
                    <a:pt x="180836" y="296855"/>
                  </a:cubicBezTo>
                  <a:cubicBezTo>
                    <a:pt x="178279" y="296855"/>
                    <a:pt x="175723" y="294940"/>
                    <a:pt x="175084" y="292386"/>
                  </a:cubicBezTo>
                  <a:cubicBezTo>
                    <a:pt x="174446" y="289833"/>
                    <a:pt x="168056" y="287918"/>
                    <a:pt x="164221" y="286641"/>
                  </a:cubicBezTo>
                  <a:lnTo>
                    <a:pt x="163583" y="286641"/>
                  </a:lnTo>
                  <a:cubicBezTo>
                    <a:pt x="156553" y="284726"/>
                    <a:pt x="139940" y="279618"/>
                    <a:pt x="118214" y="264935"/>
                  </a:cubicBezTo>
                  <a:cubicBezTo>
                    <a:pt x="93932" y="248975"/>
                    <a:pt x="75402" y="191519"/>
                    <a:pt x="99044" y="145555"/>
                  </a:cubicBezTo>
                  <a:cubicBezTo>
                    <a:pt x="120131" y="104697"/>
                    <a:pt x="142496" y="94483"/>
                    <a:pt x="153358" y="89376"/>
                  </a:cubicBezTo>
                  <a:cubicBezTo>
                    <a:pt x="154637" y="88737"/>
                    <a:pt x="155276" y="88737"/>
                    <a:pt x="156553" y="88099"/>
                  </a:cubicBezTo>
                  <a:cubicBezTo>
                    <a:pt x="159110" y="86822"/>
                    <a:pt x="161666" y="82992"/>
                    <a:pt x="163583" y="79800"/>
                  </a:cubicBezTo>
                  <a:cubicBezTo>
                    <a:pt x="167416" y="74054"/>
                    <a:pt x="172528" y="67032"/>
                    <a:pt x="181474" y="67032"/>
                  </a:cubicBezTo>
                  <a:cubicBezTo>
                    <a:pt x="190420" y="67032"/>
                    <a:pt x="195532" y="73416"/>
                    <a:pt x="199366" y="78523"/>
                  </a:cubicBezTo>
                  <a:cubicBezTo>
                    <a:pt x="201922" y="82353"/>
                    <a:pt x="205117" y="85545"/>
                    <a:pt x="208951" y="88099"/>
                  </a:cubicBezTo>
                  <a:lnTo>
                    <a:pt x="212146" y="90014"/>
                  </a:lnTo>
                  <a:cubicBezTo>
                    <a:pt x="223648" y="97037"/>
                    <a:pt x="237706" y="105336"/>
                    <a:pt x="255597" y="130233"/>
                  </a:cubicBezTo>
                  <a:cubicBezTo>
                    <a:pt x="276045" y="158323"/>
                    <a:pt x="279880" y="198542"/>
                    <a:pt x="264544" y="236207"/>
                  </a:cubicBezTo>
                  <a:close/>
                  <a:moveTo>
                    <a:pt x="235150" y="206841"/>
                  </a:moveTo>
                  <a:cubicBezTo>
                    <a:pt x="228760" y="185135"/>
                    <a:pt x="241540" y="176836"/>
                    <a:pt x="242179" y="176836"/>
                  </a:cubicBezTo>
                  <a:cubicBezTo>
                    <a:pt x="245374" y="174921"/>
                    <a:pt x="249208" y="176198"/>
                    <a:pt x="251125" y="178752"/>
                  </a:cubicBezTo>
                  <a:cubicBezTo>
                    <a:pt x="253042" y="181944"/>
                    <a:pt x="251764" y="185774"/>
                    <a:pt x="249208" y="187689"/>
                  </a:cubicBezTo>
                  <a:cubicBezTo>
                    <a:pt x="248569" y="188327"/>
                    <a:pt x="244096" y="192158"/>
                    <a:pt x="247291" y="203649"/>
                  </a:cubicBezTo>
                  <a:cubicBezTo>
                    <a:pt x="253042" y="221524"/>
                    <a:pt x="241540" y="231739"/>
                    <a:pt x="234511" y="234292"/>
                  </a:cubicBezTo>
                  <a:cubicBezTo>
                    <a:pt x="233872" y="234292"/>
                    <a:pt x="232594" y="234931"/>
                    <a:pt x="231955" y="234931"/>
                  </a:cubicBezTo>
                  <a:cubicBezTo>
                    <a:pt x="229399" y="234931"/>
                    <a:pt x="226843" y="233654"/>
                    <a:pt x="226204" y="231100"/>
                  </a:cubicBezTo>
                  <a:cubicBezTo>
                    <a:pt x="224926" y="227908"/>
                    <a:pt x="226204" y="224078"/>
                    <a:pt x="230038" y="222801"/>
                  </a:cubicBezTo>
                  <a:cubicBezTo>
                    <a:pt x="231316" y="220886"/>
                    <a:pt x="238345" y="217055"/>
                    <a:pt x="235150" y="206841"/>
                  </a:cubicBezTo>
                  <a:close/>
                </a:path>
              </a:pathLst>
            </a:custGeom>
            <a:solidFill>
              <a:srgbClr val="046A38"/>
            </a:solidFill>
            <a:ln w="6390" cap="flat">
              <a:noFill/>
              <a:prstDash val="solid"/>
              <a:miter/>
            </a:ln>
          </p:spPr>
          <p:txBody>
            <a:bodyPr rtlCol="0" anchor="ctr"/>
            <a:lstStyle/>
            <a:p>
              <a:endParaRPr lang="en-US"/>
            </a:p>
          </p:txBody>
        </p:sp>
      </p:grpSp>
      <p:grpSp>
        <p:nvGrpSpPr>
          <p:cNvPr id="1051" name="Graphic 4">
            <a:extLst>
              <a:ext uri="{FF2B5EF4-FFF2-40B4-BE49-F238E27FC236}">
                <a16:creationId xmlns:a16="http://schemas.microsoft.com/office/drawing/2014/main" id="{813119B4-5C8D-CC41-9FFC-CB4043BE5E90}"/>
              </a:ext>
            </a:extLst>
          </p:cNvPr>
          <p:cNvGrpSpPr/>
          <p:nvPr/>
        </p:nvGrpSpPr>
        <p:grpSpPr>
          <a:xfrm>
            <a:off x="4046108" y="1893013"/>
            <a:ext cx="361670" cy="361333"/>
            <a:chOff x="4046108" y="1893013"/>
            <a:chExt cx="361670" cy="361333"/>
          </a:xfrm>
          <a:solidFill>
            <a:srgbClr val="046A38"/>
          </a:solidFill>
        </p:grpSpPr>
        <p:sp>
          <p:nvSpPr>
            <p:cNvPr id="1052" name="Graphic 4">
              <a:extLst>
                <a:ext uri="{FF2B5EF4-FFF2-40B4-BE49-F238E27FC236}">
                  <a16:creationId xmlns:a16="http://schemas.microsoft.com/office/drawing/2014/main" id="{D5B38EB5-09C7-AE4B-93A1-386F7EB54EEB}"/>
                </a:ext>
              </a:extLst>
            </p:cNvPr>
            <p:cNvSpPr/>
            <p:nvPr/>
          </p:nvSpPr>
          <p:spPr>
            <a:xfrm>
              <a:off x="4149625" y="2027715"/>
              <a:ext cx="155914" cy="150662"/>
            </a:xfrm>
            <a:custGeom>
              <a:avLst/>
              <a:gdLst>
                <a:gd name="connsiteX0" fmla="*/ 120770 w 155914"/>
                <a:gd name="connsiteY0" fmla="*/ 638 h 150662"/>
                <a:gd name="connsiteX1" fmla="*/ 120770 w 155914"/>
                <a:gd name="connsiteY1" fmla="*/ 638 h 150662"/>
                <a:gd name="connsiteX2" fmla="*/ 120770 w 155914"/>
                <a:gd name="connsiteY2" fmla="*/ 638 h 150662"/>
                <a:gd name="connsiteX3" fmla="*/ 130354 w 155914"/>
                <a:gd name="connsiteY3" fmla="*/ 41496 h 150662"/>
                <a:gd name="connsiteX4" fmla="*/ 125243 w 155914"/>
                <a:gd name="connsiteY4" fmla="*/ 46603 h 150662"/>
                <a:gd name="connsiteX5" fmla="*/ 123965 w 155914"/>
                <a:gd name="connsiteY5" fmla="*/ 46603 h 150662"/>
                <a:gd name="connsiteX6" fmla="*/ 118853 w 155914"/>
                <a:gd name="connsiteY6" fmla="*/ 43411 h 150662"/>
                <a:gd name="connsiteX7" fmla="*/ 101600 w 155914"/>
                <a:gd name="connsiteY7" fmla="*/ 31920 h 150662"/>
                <a:gd name="connsiteX8" fmla="*/ 79235 w 155914"/>
                <a:gd name="connsiteY8" fmla="*/ 18514 h 150662"/>
                <a:gd name="connsiteX9" fmla="*/ 58787 w 155914"/>
                <a:gd name="connsiteY9" fmla="*/ 31281 h 150662"/>
                <a:gd name="connsiteX10" fmla="*/ 56870 w 155914"/>
                <a:gd name="connsiteY10" fmla="*/ 31920 h 150662"/>
                <a:gd name="connsiteX11" fmla="*/ 37062 w 155914"/>
                <a:gd name="connsiteY11" fmla="*/ 44688 h 150662"/>
                <a:gd name="connsiteX12" fmla="*/ 30672 w 155914"/>
                <a:gd name="connsiteY12" fmla="*/ 45326 h 150662"/>
                <a:gd name="connsiteX13" fmla="*/ 26837 w 155914"/>
                <a:gd name="connsiteY13" fmla="*/ 40219 h 150662"/>
                <a:gd name="connsiteX14" fmla="*/ 37062 w 155914"/>
                <a:gd name="connsiteY14" fmla="*/ 638 h 150662"/>
                <a:gd name="connsiteX15" fmla="*/ 33867 w 155914"/>
                <a:gd name="connsiteY15" fmla="*/ 0 h 150662"/>
                <a:gd name="connsiteX16" fmla="*/ 0 w 155914"/>
                <a:gd name="connsiteY16" fmla="*/ 68309 h 150662"/>
                <a:gd name="connsiteX17" fmla="*/ 77957 w 155914"/>
                <a:gd name="connsiteY17" fmla="*/ 150662 h 150662"/>
                <a:gd name="connsiteX18" fmla="*/ 155914 w 155914"/>
                <a:gd name="connsiteY18" fmla="*/ 68309 h 150662"/>
                <a:gd name="connsiteX19" fmla="*/ 120770 w 155914"/>
                <a:gd name="connsiteY19" fmla="*/ 638 h 15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5914" h="150662">
                  <a:moveTo>
                    <a:pt x="120770" y="638"/>
                  </a:moveTo>
                  <a:cubicBezTo>
                    <a:pt x="120770" y="638"/>
                    <a:pt x="120770" y="638"/>
                    <a:pt x="120770" y="638"/>
                  </a:cubicBezTo>
                  <a:cubicBezTo>
                    <a:pt x="120770" y="638"/>
                    <a:pt x="120131" y="638"/>
                    <a:pt x="120770" y="638"/>
                  </a:cubicBezTo>
                  <a:cubicBezTo>
                    <a:pt x="133549" y="17237"/>
                    <a:pt x="130354" y="40857"/>
                    <a:pt x="130354" y="41496"/>
                  </a:cubicBezTo>
                  <a:cubicBezTo>
                    <a:pt x="129716" y="44049"/>
                    <a:pt x="127799" y="45965"/>
                    <a:pt x="125243" y="46603"/>
                  </a:cubicBezTo>
                  <a:cubicBezTo>
                    <a:pt x="124604" y="46603"/>
                    <a:pt x="124604" y="46603"/>
                    <a:pt x="123965" y="46603"/>
                  </a:cubicBezTo>
                  <a:cubicBezTo>
                    <a:pt x="122048" y="46603"/>
                    <a:pt x="119492" y="45326"/>
                    <a:pt x="118853" y="43411"/>
                  </a:cubicBezTo>
                  <a:cubicBezTo>
                    <a:pt x="115658" y="38942"/>
                    <a:pt x="106712" y="34473"/>
                    <a:pt x="101600" y="31920"/>
                  </a:cubicBezTo>
                  <a:cubicBezTo>
                    <a:pt x="90098" y="28089"/>
                    <a:pt x="83069" y="23621"/>
                    <a:pt x="79235" y="18514"/>
                  </a:cubicBezTo>
                  <a:cubicBezTo>
                    <a:pt x="74123" y="24897"/>
                    <a:pt x="66455" y="28089"/>
                    <a:pt x="58787" y="31281"/>
                  </a:cubicBezTo>
                  <a:lnTo>
                    <a:pt x="56870" y="31920"/>
                  </a:lnTo>
                  <a:cubicBezTo>
                    <a:pt x="53036" y="33197"/>
                    <a:pt x="42812" y="40219"/>
                    <a:pt x="37062" y="44688"/>
                  </a:cubicBezTo>
                  <a:cubicBezTo>
                    <a:pt x="35145" y="45965"/>
                    <a:pt x="32589" y="46603"/>
                    <a:pt x="30672" y="45326"/>
                  </a:cubicBezTo>
                  <a:cubicBezTo>
                    <a:pt x="28755" y="44688"/>
                    <a:pt x="26837" y="42134"/>
                    <a:pt x="26837" y="40219"/>
                  </a:cubicBezTo>
                  <a:cubicBezTo>
                    <a:pt x="24921" y="21067"/>
                    <a:pt x="30672" y="8299"/>
                    <a:pt x="37062" y="638"/>
                  </a:cubicBezTo>
                  <a:cubicBezTo>
                    <a:pt x="35783" y="638"/>
                    <a:pt x="35145" y="638"/>
                    <a:pt x="33867" y="0"/>
                  </a:cubicBezTo>
                  <a:cubicBezTo>
                    <a:pt x="12780" y="15322"/>
                    <a:pt x="0" y="40857"/>
                    <a:pt x="0" y="68309"/>
                  </a:cubicBezTo>
                  <a:cubicBezTo>
                    <a:pt x="0" y="113635"/>
                    <a:pt x="35145" y="150662"/>
                    <a:pt x="77957" y="150662"/>
                  </a:cubicBezTo>
                  <a:cubicBezTo>
                    <a:pt x="120770" y="150662"/>
                    <a:pt x="155914" y="113635"/>
                    <a:pt x="155914" y="68309"/>
                  </a:cubicBezTo>
                  <a:cubicBezTo>
                    <a:pt x="155275" y="41496"/>
                    <a:pt x="142496" y="15960"/>
                    <a:pt x="120770" y="638"/>
                  </a:cubicBezTo>
                  <a:close/>
                </a:path>
              </a:pathLst>
            </a:custGeom>
            <a:solidFill>
              <a:srgbClr val="046A38"/>
            </a:solidFill>
            <a:ln w="6390" cap="flat">
              <a:noFill/>
              <a:prstDash val="solid"/>
              <a:miter/>
            </a:ln>
          </p:spPr>
          <p:txBody>
            <a:bodyPr rtlCol="0" anchor="ctr"/>
            <a:lstStyle/>
            <a:p>
              <a:endParaRPr lang="en-US"/>
            </a:p>
          </p:txBody>
        </p:sp>
        <p:sp>
          <p:nvSpPr>
            <p:cNvPr id="1053" name="Graphic 4">
              <a:extLst>
                <a:ext uri="{FF2B5EF4-FFF2-40B4-BE49-F238E27FC236}">
                  <a16:creationId xmlns:a16="http://schemas.microsoft.com/office/drawing/2014/main" id="{4CC80D0F-0ACC-CC4E-AD36-24D1F0EAD304}"/>
                </a:ext>
              </a:extLst>
            </p:cNvPr>
            <p:cNvSpPr/>
            <p:nvPr/>
          </p:nvSpPr>
          <p:spPr>
            <a:xfrm>
              <a:off x="4046108"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298132 h 361333"/>
                <a:gd name="connsiteX6" fmla="*/ 90098 w 361670"/>
                <a:gd name="connsiteY6" fmla="*/ 203011 h 361333"/>
                <a:gd name="connsiteX7" fmla="*/ 122048 w 361670"/>
                <a:gd name="connsiteY7" fmla="*/ 130872 h 361333"/>
                <a:gd name="connsiteX8" fmla="*/ 100961 w 361670"/>
                <a:gd name="connsiteY8" fmla="*/ 108528 h 361333"/>
                <a:gd name="connsiteX9" fmla="*/ 102239 w 361670"/>
                <a:gd name="connsiteY9" fmla="*/ 102782 h 361333"/>
                <a:gd name="connsiteX10" fmla="*/ 107351 w 361670"/>
                <a:gd name="connsiteY10" fmla="*/ 100867 h 361333"/>
                <a:gd name="connsiteX11" fmla="*/ 141217 w 361670"/>
                <a:gd name="connsiteY11" fmla="*/ 95121 h 361333"/>
                <a:gd name="connsiteX12" fmla="*/ 171250 w 361670"/>
                <a:gd name="connsiteY12" fmla="*/ 96398 h 361333"/>
                <a:gd name="connsiteX13" fmla="*/ 185308 w 361670"/>
                <a:gd name="connsiteY13" fmla="*/ 64478 h 361333"/>
                <a:gd name="connsiteX14" fmla="*/ 194254 w 361670"/>
                <a:gd name="connsiteY14" fmla="*/ 65755 h 361333"/>
                <a:gd name="connsiteX15" fmla="*/ 192976 w 361670"/>
                <a:gd name="connsiteY15" fmla="*/ 74693 h 361333"/>
                <a:gd name="connsiteX16" fmla="*/ 185308 w 361670"/>
                <a:gd name="connsiteY16" fmla="*/ 107889 h 361333"/>
                <a:gd name="connsiteX17" fmla="*/ 182113 w 361670"/>
                <a:gd name="connsiteY17" fmla="*/ 115550 h 361333"/>
                <a:gd name="connsiteX18" fmla="*/ 174445 w 361670"/>
                <a:gd name="connsiteY18" fmla="*/ 114273 h 361333"/>
                <a:gd name="connsiteX19" fmla="*/ 144412 w 361670"/>
                <a:gd name="connsiteY19" fmla="*/ 107889 h 361333"/>
                <a:gd name="connsiteX20" fmla="*/ 116936 w 361670"/>
                <a:gd name="connsiteY20" fmla="*/ 113635 h 361333"/>
                <a:gd name="connsiteX21" fmla="*/ 155275 w 361670"/>
                <a:gd name="connsiteY21" fmla="*/ 123211 h 361333"/>
                <a:gd name="connsiteX22" fmla="*/ 161665 w 361670"/>
                <a:gd name="connsiteY22" fmla="*/ 128318 h 361333"/>
                <a:gd name="connsiteX23" fmla="*/ 157832 w 361670"/>
                <a:gd name="connsiteY23" fmla="*/ 135979 h 361333"/>
                <a:gd name="connsiteX24" fmla="*/ 141217 w 361670"/>
                <a:gd name="connsiteY24" fmla="*/ 162792 h 361333"/>
                <a:gd name="connsiteX25" fmla="*/ 153358 w 361670"/>
                <a:gd name="connsiteY25" fmla="*/ 155769 h 361333"/>
                <a:gd name="connsiteX26" fmla="*/ 155275 w 361670"/>
                <a:gd name="connsiteY26" fmla="*/ 155131 h 361333"/>
                <a:gd name="connsiteX27" fmla="*/ 174445 w 361670"/>
                <a:gd name="connsiteY27" fmla="*/ 136617 h 361333"/>
                <a:gd name="connsiteX28" fmla="*/ 174445 w 361670"/>
                <a:gd name="connsiteY28" fmla="*/ 135979 h 361333"/>
                <a:gd name="connsiteX29" fmla="*/ 181474 w 361670"/>
                <a:gd name="connsiteY29" fmla="*/ 130872 h 361333"/>
                <a:gd name="connsiteX30" fmla="*/ 186586 w 361670"/>
                <a:gd name="connsiteY30" fmla="*/ 137894 h 361333"/>
                <a:gd name="connsiteX31" fmla="*/ 186586 w 361670"/>
                <a:gd name="connsiteY31" fmla="*/ 138533 h 361333"/>
                <a:gd name="connsiteX32" fmla="*/ 207034 w 361670"/>
                <a:gd name="connsiteY32" fmla="*/ 155769 h 361333"/>
                <a:gd name="connsiteX33" fmla="*/ 219175 w 361670"/>
                <a:gd name="connsiteY33" fmla="*/ 161515 h 361333"/>
                <a:gd name="connsiteX34" fmla="*/ 201922 w 361670"/>
                <a:gd name="connsiteY34" fmla="*/ 135341 h 361333"/>
                <a:gd name="connsiteX35" fmla="*/ 198727 w 361670"/>
                <a:gd name="connsiteY35" fmla="*/ 127680 h 361333"/>
                <a:gd name="connsiteX36" fmla="*/ 205117 w 361670"/>
                <a:gd name="connsiteY36" fmla="*/ 123211 h 361333"/>
                <a:gd name="connsiteX37" fmla="*/ 243456 w 361670"/>
                <a:gd name="connsiteY37" fmla="*/ 115550 h 361333"/>
                <a:gd name="connsiteX38" fmla="*/ 224287 w 361670"/>
                <a:gd name="connsiteY38" fmla="*/ 111720 h 361333"/>
                <a:gd name="connsiteX39" fmla="*/ 200644 w 361670"/>
                <a:gd name="connsiteY39" fmla="*/ 112358 h 361333"/>
                <a:gd name="connsiteX40" fmla="*/ 192337 w 361670"/>
                <a:gd name="connsiteY40" fmla="*/ 107889 h 361333"/>
                <a:gd name="connsiteX41" fmla="*/ 196810 w 361670"/>
                <a:gd name="connsiteY41" fmla="*/ 99590 h 361333"/>
                <a:gd name="connsiteX42" fmla="*/ 228121 w 361670"/>
                <a:gd name="connsiteY42" fmla="*/ 98952 h 361333"/>
                <a:gd name="connsiteX43" fmla="*/ 254958 w 361670"/>
                <a:gd name="connsiteY43" fmla="*/ 102782 h 361333"/>
                <a:gd name="connsiteX44" fmla="*/ 260071 w 361670"/>
                <a:gd name="connsiteY44" fmla="*/ 105336 h 361333"/>
                <a:gd name="connsiteX45" fmla="*/ 261348 w 361670"/>
                <a:gd name="connsiteY45" fmla="*/ 111081 h 361333"/>
                <a:gd name="connsiteX46" fmla="*/ 238345 w 361670"/>
                <a:gd name="connsiteY46" fmla="*/ 131510 h 361333"/>
                <a:gd name="connsiteX47" fmla="*/ 269655 w 361670"/>
                <a:gd name="connsiteY47" fmla="*/ 203011 h 361333"/>
                <a:gd name="connsiteX48" fmla="*/ 180835 w 361670"/>
                <a:gd name="connsiteY48" fmla="*/ 29813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close/>
                  <a:moveTo>
                    <a:pt x="180835" y="298132"/>
                  </a:moveTo>
                  <a:cubicBezTo>
                    <a:pt x="130994" y="298132"/>
                    <a:pt x="90098" y="255359"/>
                    <a:pt x="90098" y="203011"/>
                  </a:cubicBezTo>
                  <a:cubicBezTo>
                    <a:pt x="90098" y="174921"/>
                    <a:pt x="101600" y="148747"/>
                    <a:pt x="122048" y="130872"/>
                  </a:cubicBezTo>
                  <a:cubicBezTo>
                    <a:pt x="104156" y="123211"/>
                    <a:pt x="101600" y="109166"/>
                    <a:pt x="100961" y="108528"/>
                  </a:cubicBezTo>
                  <a:cubicBezTo>
                    <a:pt x="100322" y="106613"/>
                    <a:pt x="100961" y="104697"/>
                    <a:pt x="102239" y="102782"/>
                  </a:cubicBezTo>
                  <a:cubicBezTo>
                    <a:pt x="103517" y="100867"/>
                    <a:pt x="105434" y="100867"/>
                    <a:pt x="107351" y="100867"/>
                  </a:cubicBezTo>
                  <a:cubicBezTo>
                    <a:pt x="107351" y="100867"/>
                    <a:pt x="120131" y="101505"/>
                    <a:pt x="141217" y="95121"/>
                  </a:cubicBezTo>
                  <a:cubicBezTo>
                    <a:pt x="153997" y="91291"/>
                    <a:pt x="164221" y="93206"/>
                    <a:pt x="171250" y="96398"/>
                  </a:cubicBezTo>
                  <a:cubicBezTo>
                    <a:pt x="171250" y="75969"/>
                    <a:pt x="184669" y="65117"/>
                    <a:pt x="185308" y="64478"/>
                  </a:cubicBezTo>
                  <a:cubicBezTo>
                    <a:pt x="187864" y="62563"/>
                    <a:pt x="192337" y="62563"/>
                    <a:pt x="194254" y="65755"/>
                  </a:cubicBezTo>
                  <a:cubicBezTo>
                    <a:pt x="196171" y="68309"/>
                    <a:pt x="196171" y="72777"/>
                    <a:pt x="192976" y="74693"/>
                  </a:cubicBezTo>
                  <a:cubicBezTo>
                    <a:pt x="192337" y="75331"/>
                    <a:pt x="178918" y="86822"/>
                    <a:pt x="185308" y="107889"/>
                  </a:cubicBezTo>
                  <a:cubicBezTo>
                    <a:pt x="185947" y="111081"/>
                    <a:pt x="184669" y="113635"/>
                    <a:pt x="182113" y="115550"/>
                  </a:cubicBezTo>
                  <a:cubicBezTo>
                    <a:pt x="179557" y="116827"/>
                    <a:pt x="176362" y="116189"/>
                    <a:pt x="174445" y="114273"/>
                  </a:cubicBezTo>
                  <a:cubicBezTo>
                    <a:pt x="173806" y="113635"/>
                    <a:pt x="162943" y="102144"/>
                    <a:pt x="144412" y="107889"/>
                  </a:cubicBezTo>
                  <a:cubicBezTo>
                    <a:pt x="132911" y="111081"/>
                    <a:pt x="123965" y="112997"/>
                    <a:pt x="116936" y="113635"/>
                  </a:cubicBezTo>
                  <a:cubicBezTo>
                    <a:pt x="122048" y="118742"/>
                    <a:pt x="132911" y="124488"/>
                    <a:pt x="155275" y="123211"/>
                  </a:cubicBezTo>
                  <a:cubicBezTo>
                    <a:pt x="158470" y="123211"/>
                    <a:pt x="161027" y="125126"/>
                    <a:pt x="161665" y="128318"/>
                  </a:cubicBezTo>
                  <a:cubicBezTo>
                    <a:pt x="162304" y="131510"/>
                    <a:pt x="161027" y="134702"/>
                    <a:pt x="157832" y="135979"/>
                  </a:cubicBezTo>
                  <a:cubicBezTo>
                    <a:pt x="157192" y="135979"/>
                    <a:pt x="143774" y="143001"/>
                    <a:pt x="141217" y="162792"/>
                  </a:cubicBezTo>
                  <a:cubicBezTo>
                    <a:pt x="145690" y="159600"/>
                    <a:pt x="150164" y="157046"/>
                    <a:pt x="153358" y="155769"/>
                  </a:cubicBezTo>
                  <a:lnTo>
                    <a:pt x="155275" y="155131"/>
                  </a:lnTo>
                  <a:cubicBezTo>
                    <a:pt x="168055" y="150024"/>
                    <a:pt x="172528" y="148108"/>
                    <a:pt x="174445" y="136617"/>
                  </a:cubicBezTo>
                  <a:cubicBezTo>
                    <a:pt x="174445" y="136617"/>
                    <a:pt x="174445" y="135979"/>
                    <a:pt x="174445" y="135979"/>
                  </a:cubicBezTo>
                  <a:cubicBezTo>
                    <a:pt x="175084" y="132787"/>
                    <a:pt x="178279" y="130233"/>
                    <a:pt x="181474" y="130872"/>
                  </a:cubicBezTo>
                  <a:cubicBezTo>
                    <a:pt x="184669" y="131510"/>
                    <a:pt x="187225" y="134702"/>
                    <a:pt x="186586" y="137894"/>
                  </a:cubicBezTo>
                  <a:cubicBezTo>
                    <a:pt x="186586" y="137894"/>
                    <a:pt x="186586" y="138533"/>
                    <a:pt x="186586" y="138533"/>
                  </a:cubicBezTo>
                  <a:cubicBezTo>
                    <a:pt x="186586" y="139809"/>
                    <a:pt x="187225" y="148747"/>
                    <a:pt x="207034" y="155769"/>
                  </a:cubicBezTo>
                  <a:cubicBezTo>
                    <a:pt x="208312" y="156408"/>
                    <a:pt x="213424" y="158323"/>
                    <a:pt x="219175" y="161515"/>
                  </a:cubicBezTo>
                  <a:cubicBezTo>
                    <a:pt x="217897" y="152577"/>
                    <a:pt x="214063" y="141086"/>
                    <a:pt x="201922" y="135341"/>
                  </a:cubicBezTo>
                  <a:cubicBezTo>
                    <a:pt x="199366" y="134064"/>
                    <a:pt x="198088" y="130872"/>
                    <a:pt x="198727" y="127680"/>
                  </a:cubicBezTo>
                  <a:cubicBezTo>
                    <a:pt x="199366" y="124488"/>
                    <a:pt x="201922" y="122573"/>
                    <a:pt x="205117" y="123211"/>
                  </a:cubicBezTo>
                  <a:cubicBezTo>
                    <a:pt x="213424" y="123849"/>
                    <a:pt x="233872" y="122573"/>
                    <a:pt x="243456" y="115550"/>
                  </a:cubicBezTo>
                  <a:cubicBezTo>
                    <a:pt x="237706" y="114912"/>
                    <a:pt x="230677" y="113635"/>
                    <a:pt x="224287" y="111720"/>
                  </a:cubicBezTo>
                  <a:cubicBezTo>
                    <a:pt x="213424" y="108528"/>
                    <a:pt x="200644" y="112358"/>
                    <a:pt x="200644" y="112358"/>
                  </a:cubicBezTo>
                  <a:cubicBezTo>
                    <a:pt x="197449" y="113635"/>
                    <a:pt x="193615" y="111720"/>
                    <a:pt x="192337" y="107889"/>
                  </a:cubicBezTo>
                  <a:cubicBezTo>
                    <a:pt x="191059" y="104697"/>
                    <a:pt x="192976" y="100867"/>
                    <a:pt x="196810" y="99590"/>
                  </a:cubicBezTo>
                  <a:cubicBezTo>
                    <a:pt x="197449" y="99590"/>
                    <a:pt x="213424" y="94483"/>
                    <a:pt x="228121" y="98952"/>
                  </a:cubicBezTo>
                  <a:cubicBezTo>
                    <a:pt x="240261" y="102782"/>
                    <a:pt x="254958" y="102782"/>
                    <a:pt x="254958" y="102782"/>
                  </a:cubicBezTo>
                  <a:cubicBezTo>
                    <a:pt x="256876" y="102782"/>
                    <a:pt x="258792" y="104059"/>
                    <a:pt x="260071" y="105336"/>
                  </a:cubicBezTo>
                  <a:cubicBezTo>
                    <a:pt x="261348" y="106613"/>
                    <a:pt x="261348" y="109166"/>
                    <a:pt x="261348" y="111081"/>
                  </a:cubicBezTo>
                  <a:cubicBezTo>
                    <a:pt x="258153" y="121934"/>
                    <a:pt x="249208" y="128318"/>
                    <a:pt x="238345" y="131510"/>
                  </a:cubicBezTo>
                  <a:cubicBezTo>
                    <a:pt x="258153" y="149385"/>
                    <a:pt x="269655" y="175560"/>
                    <a:pt x="269655" y="203011"/>
                  </a:cubicBezTo>
                  <a:cubicBezTo>
                    <a:pt x="271572" y="255998"/>
                    <a:pt x="230677" y="298132"/>
                    <a:pt x="180835" y="298132"/>
                  </a:cubicBezTo>
                  <a:close/>
                </a:path>
              </a:pathLst>
            </a:custGeom>
            <a:solidFill>
              <a:srgbClr val="046A38"/>
            </a:solidFill>
            <a:ln w="6390" cap="flat">
              <a:noFill/>
              <a:prstDash val="solid"/>
              <a:miter/>
            </a:ln>
          </p:spPr>
          <p:txBody>
            <a:bodyPr rtlCol="0" anchor="ctr"/>
            <a:lstStyle/>
            <a:p>
              <a:endParaRPr lang="en-US"/>
            </a:p>
          </p:txBody>
        </p:sp>
      </p:grpSp>
      <p:grpSp>
        <p:nvGrpSpPr>
          <p:cNvPr id="1054" name="Graphic 4">
            <a:extLst>
              <a:ext uri="{FF2B5EF4-FFF2-40B4-BE49-F238E27FC236}">
                <a16:creationId xmlns:a16="http://schemas.microsoft.com/office/drawing/2014/main" id="{BB716292-4C7B-8B46-B868-6C0D5454BAC3}"/>
              </a:ext>
            </a:extLst>
          </p:cNvPr>
          <p:cNvGrpSpPr/>
          <p:nvPr/>
        </p:nvGrpSpPr>
        <p:grpSpPr>
          <a:xfrm>
            <a:off x="5099808" y="1893013"/>
            <a:ext cx="361670" cy="361333"/>
            <a:chOff x="5099808" y="1893013"/>
            <a:chExt cx="361670" cy="361333"/>
          </a:xfrm>
          <a:solidFill>
            <a:srgbClr val="046A38"/>
          </a:solidFill>
        </p:grpSpPr>
        <p:sp>
          <p:nvSpPr>
            <p:cNvPr id="1055" name="Graphic 4">
              <a:extLst>
                <a:ext uri="{FF2B5EF4-FFF2-40B4-BE49-F238E27FC236}">
                  <a16:creationId xmlns:a16="http://schemas.microsoft.com/office/drawing/2014/main" id="{4930E521-748C-C34F-AC65-0536B6166FAC}"/>
                </a:ext>
              </a:extLst>
            </p:cNvPr>
            <p:cNvSpPr/>
            <p:nvPr/>
          </p:nvSpPr>
          <p:spPr>
            <a:xfrm>
              <a:off x="5223131" y="1986219"/>
              <a:ext cx="115196" cy="182581"/>
            </a:xfrm>
            <a:custGeom>
              <a:avLst/>
              <a:gdLst>
                <a:gd name="connsiteX0" fmla="*/ 98408 w 115196"/>
                <a:gd name="connsiteY0" fmla="*/ 46603 h 182581"/>
                <a:gd name="connsiteX1" fmla="*/ 98408 w 115196"/>
                <a:gd name="connsiteY1" fmla="*/ 58733 h 182581"/>
                <a:gd name="connsiteX2" fmla="*/ 98408 w 115196"/>
                <a:gd name="connsiteY2" fmla="*/ 86184 h 182581"/>
                <a:gd name="connsiteX3" fmla="*/ 92018 w 115196"/>
                <a:gd name="connsiteY3" fmla="*/ 91291 h 182581"/>
                <a:gd name="connsiteX4" fmla="*/ 90740 w 115196"/>
                <a:gd name="connsiteY4" fmla="*/ 91291 h 182581"/>
                <a:gd name="connsiteX5" fmla="*/ 85628 w 115196"/>
                <a:gd name="connsiteY5" fmla="*/ 83630 h 182581"/>
                <a:gd name="connsiteX6" fmla="*/ 85628 w 115196"/>
                <a:gd name="connsiteY6" fmla="*/ 59371 h 182581"/>
                <a:gd name="connsiteX7" fmla="*/ 88823 w 115196"/>
                <a:gd name="connsiteY7" fmla="*/ 30643 h 182581"/>
                <a:gd name="connsiteX8" fmla="*/ 64541 w 115196"/>
                <a:gd name="connsiteY8" fmla="*/ 638 h 182581"/>
                <a:gd name="connsiteX9" fmla="*/ 64541 w 115196"/>
                <a:gd name="connsiteY9" fmla="*/ 45965 h 182581"/>
                <a:gd name="connsiteX10" fmla="*/ 58790 w 115196"/>
                <a:gd name="connsiteY10" fmla="*/ 52987 h 182581"/>
                <a:gd name="connsiteX11" fmla="*/ 58151 w 115196"/>
                <a:gd name="connsiteY11" fmla="*/ 52987 h 182581"/>
                <a:gd name="connsiteX12" fmla="*/ 51762 w 115196"/>
                <a:gd name="connsiteY12" fmla="*/ 47241 h 182581"/>
                <a:gd name="connsiteX13" fmla="*/ 51762 w 115196"/>
                <a:gd name="connsiteY13" fmla="*/ 0 h 182581"/>
                <a:gd name="connsiteX14" fmla="*/ 642 w 115196"/>
                <a:gd name="connsiteY14" fmla="*/ 97675 h 182581"/>
                <a:gd name="connsiteX15" fmla="*/ 15339 w 115196"/>
                <a:gd name="connsiteY15" fmla="*/ 166622 h 182581"/>
                <a:gd name="connsiteX16" fmla="*/ 29397 w 115196"/>
                <a:gd name="connsiteY16" fmla="*/ 176836 h 182581"/>
                <a:gd name="connsiteX17" fmla="*/ 20451 w 115196"/>
                <a:gd name="connsiteY17" fmla="*/ 134702 h 182581"/>
                <a:gd name="connsiteX18" fmla="*/ 27480 w 115196"/>
                <a:gd name="connsiteY18" fmla="*/ 128957 h 182581"/>
                <a:gd name="connsiteX19" fmla="*/ 33231 w 115196"/>
                <a:gd name="connsiteY19" fmla="*/ 135979 h 182581"/>
                <a:gd name="connsiteX20" fmla="*/ 47928 w 115196"/>
                <a:gd name="connsiteY20" fmla="*/ 181305 h 182581"/>
                <a:gd name="connsiteX21" fmla="*/ 48567 w 115196"/>
                <a:gd name="connsiteY21" fmla="*/ 181944 h 182581"/>
                <a:gd name="connsiteX22" fmla="*/ 62624 w 115196"/>
                <a:gd name="connsiteY22" fmla="*/ 182582 h 182581"/>
                <a:gd name="connsiteX23" fmla="*/ 69014 w 115196"/>
                <a:gd name="connsiteY23" fmla="*/ 181944 h 182581"/>
                <a:gd name="connsiteX24" fmla="*/ 69653 w 115196"/>
                <a:gd name="connsiteY24" fmla="*/ 181305 h 182581"/>
                <a:gd name="connsiteX25" fmla="*/ 85628 w 115196"/>
                <a:gd name="connsiteY25" fmla="*/ 124488 h 182581"/>
                <a:gd name="connsiteX26" fmla="*/ 90740 w 115196"/>
                <a:gd name="connsiteY26" fmla="*/ 117465 h 182581"/>
                <a:gd name="connsiteX27" fmla="*/ 97769 w 115196"/>
                <a:gd name="connsiteY27" fmla="*/ 122573 h 182581"/>
                <a:gd name="connsiteX28" fmla="*/ 90740 w 115196"/>
                <a:gd name="connsiteY28" fmla="*/ 174283 h 182581"/>
                <a:gd name="connsiteX29" fmla="*/ 97769 w 115196"/>
                <a:gd name="connsiteY29" fmla="*/ 168537 h 182581"/>
                <a:gd name="connsiteX30" fmla="*/ 115022 w 115196"/>
                <a:gd name="connsiteY30" fmla="*/ 98952 h 182581"/>
                <a:gd name="connsiteX31" fmla="*/ 98408 w 115196"/>
                <a:gd name="connsiteY31" fmla="*/ 46603 h 182581"/>
                <a:gd name="connsiteX32" fmla="*/ 35148 w 115196"/>
                <a:gd name="connsiteY32" fmla="*/ 81715 h 182581"/>
                <a:gd name="connsiteX33" fmla="*/ 30675 w 115196"/>
                <a:gd name="connsiteY33" fmla="*/ 107889 h 182581"/>
                <a:gd name="connsiteX34" fmla="*/ 24285 w 115196"/>
                <a:gd name="connsiteY34" fmla="*/ 114273 h 182581"/>
                <a:gd name="connsiteX35" fmla="*/ 24285 w 115196"/>
                <a:gd name="connsiteY35" fmla="*/ 114273 h 182581"/>
                <a:gd name="connsiteX36" fmla="*/ 17895 w 115196"/>
                <a:gd name="connsiteY36" fmla="*/ 107889 h 182581"/>
                <a:gd name="connsiteX37" fmla="*/ 23007 w 115196"/>
                <a:gd name="connsiteY37" fmla="*/ 77246 h 182581"/>
                <a:gd name="connsiteX38" fmla="*/ 23007 w 115196"/>
                <a:gd name="connsiteY38" fmla="*/ 54902 h 182581"/>
                <a:gd name="connsiteX39" fmla="*/ 26841 w 115196"/>
                <a:gd name="connsiteY39" fmla="*/ 46603 h 182581"/>
                <a:gd name="connsiteX40" fmla="*/ 35148 w 115196"/>
                <a:gd name="connsiteY40" fmla="*/ 50433 h 182581"/>
                <a:gd name="connsiteX41" fmla="*/ 35148 w 115196"/>
                <a:gd name="connsiteY41" fmla="*/ 81715 h 182581"/>
                <a:gd name="connsiteX42" fmla="*/ 69014 w 115196"/>
                <a:gd name="connsiteY42" fmla="*/ 149385 h 182581"/>
                <a:gd name="connsiteX43" fmla="*/ 62624 w 115196"/>
                <a:gd name="connsiteY43" fmla="*/ 155131 h 182581"/>
                <a:gd name="connsiteX44" fmla="*/ 61985 w 115196"/>
                <a:gd name="connsiteY44" fmla="*/ 155131 h 182581"/>
                <a:gd name="connsiteX45" fmla="*/ 56235 w 115196"/>
                <a:gd name="connsiteY45" fmla="*/ 148108 h 182581"/>
                <a:gd name="connsiteX46" fmla="*/ 54318 w 115196"/>
                <a:gd name="connsiteY46" fmla="*/ 121296 h 182581"/>
                <a:gd name="connsiteX47" fmla="*/ 56235 w 115196"/>
                <a:gd name="connsiteY47" fmla="*/ 87461 h 182581"/>
                <a:gd name="connsiteX48" fmla="*/ 63903 w 115196"/>
                <a:gd name="connsiteY48" fmla="*/ 82992 h 182581"/>
                <a:gd name="connsiteX49" fmla="*/ 68375 w 115196"/>
                <a:gd name="connsiteY49" fmla="*/ 90653 h 182581"/>
                <a:gd name="connsiteX50" fmla="*/ 66458 w 115196"/>
                <a:gd name="connsiteY50" fmla="*/ 118742 h 182581"/>
                <a:gd name="connsiteX51" fmla="*/ 69014 w 115196"/>
                <a:gd name="connsiteY51" fmla="*/ 149385 h 182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5196" h="182581">
                  <a:moveTo>
                    <a:pt x="98408" y="46603"/>
                  </a:moveTo>
                  <a:cubicBezTo>
                    <a:pt x="98408" y="49795"/>
                    <a:pt x="97769" y="54264"/>
                    <a:pt x="98408" y="58733"/>
                  </a:cubicBezTo>
                  <a:cubicBezTo>
                    <a:pt x="99686" y="77246"/>
                    <a:pt x="98408" y="85545"/>
                    <a:pt x="98408" y="86184"/>
                  </a:cubicBezTo>
                  <a:cubicBezTo>
                    <a:pt x="97769" y="89376"/>
                    <a:pt x="95213" y="91291"/>
                    <a:pt x="92018" y="91291"/>
                  </a:cubicBezTo>
                  <a:cubicBezTo>
                    <a:pt x="91379" y="91291"/>
                    <a:pt x="91379" y="91291"/>
                    <a:pt x="90740" y="91291"/>
                  </a:cubicBezTo>
                  <a:cubicBezTo>
                    <a:pt x="87545" y="90653"/>
                    <a:pt x="84989" y="87461"/>
                    <a:pt x="85628" y="83630"/>
                  </a:cubicBezTo>
                  <a:cubicBezTo>
                    <a:pt x="85628" y="83630"/>
                    <a:pt x="86906" y="75969"/>
                    <a:pt x="85628" y="59371"/>
                  </a:cubicBezTo>
                  <a:cubicBezTo>
                    <a:pt x="84350" y="41496"/>
                    <a:pt x="88184" y="31920"/>
                    <a:pt x="88823" y="30643"/>
                  </a:cubicBezTo>
                  <a:cubicBezTo>
                    <a:pt x="80516" y="17875"/>
                    <a:pt x="70931" y="7661"/>
                    <a:pt x="64541" y="638"/>
                  </a:cubicBezTo>
                  <a:cubicBezTo>
                    <a:pt x="61985" y="12768"/>
                    <a:pt x="63263" y="33197"/>
                    <a:pt x="64541" y="45965"/>
                  </a:cubicBezTo>
                  <a:cubicBezTo>
                    <a:pt x="65180" y="49157"/>
                    <a:pt x="62624" y="52349"/>
                    <a:pt x="58790" y="52987"/>
                  </a:cubicBezTo>
                  <a:cubicBezTo>
                    <a:pt x="58790" y="52987"/>
                    <a:pt x="58151" y="52987"/>
                    <a:pt x="58151" y="52987"/>
                  </a:cubicBezTo>
                  <a:cubicBezTo>
                    <a:pt x="54956" y="52987"/>
                    <a:pt x="52400" y="50433"/>
                    <a:pt x="51762" y="47241"/>
                  </a:cubicBezTo>
                  <a:cubicBezTo>
                    <a:pt x="51123" y="44049"/>
                    <a:pt x="48567" y="17875"/>
                    <a:pt x="51762" y="0"/>
                  </a:cubicBezTo>
                  <a:cubicBezTo>
                    <a:pt x="35148" y="16598"/>
                    <a:pt x="4476" y="52987"/>
                    <a:pt x="642" y="97675"/>
                  </a:cubicBezTo>
                  <a:cubicBezTo>
                    <a:pt x="-1914" y="129595"/>
                    <a:pt x="3198" y="153216"/>
                    <a:pt x="15339" y="166622"/>
                  </a:cubicBezTo>
                  <a:cubicBezTo>
                    <a:pt x="19173" y="171091"/>
                    <a:pt x="23646" y="174283"/>
                    <a:pt x="29397" y="176836"/>
                  </a:cubicBezTo>
                  <a:cubicBezTo>
                    <a:pt x="17895" y="155769"/>
                    <a:pt x="19812" y="135341"/>
                    <a:pt x="20451" y="134702"/>
                  </a:cubicBezTo>
                  <a:cubicBezTo>
                    <a:pt x="21090" y="131510"/>
                    <a:pt x="23646" y="128957"/>
                    <a:pt x="27480" y="128957"/>
                  </a:cubicBezTo>
                  <a:cubicBezTo>
                    <a:pt x="30675" y="129595"/>
                    <a:pt x="33231" y="132787"/>
                    <a:pt x="33231" y="135979"/>
                  </a:cubicBezTo>
                  <a:cubicBezTo>
                    <a:pt x="33231" y="136617"/>
                    <a:pt x="30675" y="160876"/>
                    <a:pt x="47928" y="181305"/>
                  </a:cubicBezTo>
                  <a:cubicBezTo>
                    <a:pt x="47928" y="181305"/>
                    <a:pt x="47928" y="181944"/>
                    <a:pt x="48567" y="181944"/>
                  </a:cubicBezTo>
                  <a:cubicBezTo>
                    <a:pt x="53040" y="182582"/>
                    <a:pt x="57513" y="182582"/>
                    <a:pt x="62624" y="182582"/>
                  </a:cubicBezTo>
                  <a:cubicBezTo>
                    <a:pt x="65180" y="182582"/>
                    <a:pt x="67098" y="182582"/>
                    <a:pt x="69014" y="181944"/>
                  </a:cubicBezTo>
                  <a:cubicBezTo>
                    <a:pt x="69014" y="181944"/>
                    <a:pt x="69014" y="181944"/>
                    <a:pt x="69653" y="181305"/>
                  </a:cubicBezTo>
                  <a:cubicBezTo>
                    <a:pt x="91379" y="165345"/>
                    <a:pt x="85628" y="124488"/>
                    <a:pt x="85628" y="124488"/>
                  </a:cubicBezTo>
                  <a:cubicBezTo>
                    <a:pt x="84989" y="121296"/>
                    <a:pt x="87545" y="117465"/>
                    <a:pt x="90740" y="117465"/>
                  </a:cubicBezTo>
                  <a:cubicBezTo>
                    <a:pt x="93935" y="116827"/>
                    <a:pt x="97769" y="119381"/>
                    <a:pt x="97769" y="122573"/>
                  </a:cubicBezTo>
                  <a:cubicBezTo>
                    <a:pt x="97769" y="123849"/>
                    <a:pt x="102242" y="152577"/>
                    <a:pt x="90740" y="174283"/>
                  </a:cubicBezTo>
                  <a:cubicBezTo>
                    <a:pt x="93296" y="172368"/>
                    <a:pt x="95852" y="170452"/>
                    <a:pt x="97769" y="168537"/>
                  </a:cubicBezTo>
                  <a:cubicBezTo>
                    <a:pt x="110549" y="155131"/>
                    <a:pt x="116300" y="130872"/>
                    <a:pt x="115022" y="98952"/>
                  </a:cubicBezTo>
                  <a:cubicBezTo>
                    <a:pt x="113744" y="81077"/>
                    <a:pt x="106715" y="62563"/>
                    <a:pt x="98408" y="46603"/>
                  </a:cubicBezTo>
                  <a:close/>
                  <a:moveTo>
                    <a:pt x="35148" y="81715"/>
                  </a:moveTo>
                  <a:cubicBezTo>
                    <a:pt x="30675" y="93206"/>
                    <a:pt x="30675" y="107889"/>
                    <a:pt x="30675" y="107889"/>
                  </a:cubicBezTo>
                  <a:cubicBezTo>
                    <a:pt x="30675" y="111720"/>
                    <a:pt x="28119" y="114273"/>
                    <a:pt x="24285" y="114273"/>
                  </a:cubicBezTo>
                  <a:cubicBezTo>
                    <a:pt x="24285" y="114273"/>
                    <a:pt x="24285" y="114273"/>
                    <a:pt x="24285" y="114273"/>
                  </a:cubicBezTo>
                  <a:cubicBezTo>
                    <a:pt x="20451" y="114273"/>
                    <a:pt x="17895" y="111720"/>
                    <a:pt x="17895" y="107889"/>
                  </a:cubicBezTo>
                  <a:cubicBezTo>
                    <a:pt x="17895" y="107251"/>
                    <a:pt x="17895" y="90653"/>
                    <a:pt x="23007" y="77246"/>
                  </a:cubicBezTo>
                  <a:cubicBezTo>
                    <a:pt x="26841" y="67032"/>
                    <a:pt x="23007" y="54902"/>
                    <a:pt x="23007" y="54902"/>
                  </a:cubicBezTo>
                  <a:cubicBezTo>
                    <a:pt x="21729" y="51710"/>
                    <a:pt x="23646" y="47880"/>
                    <a:pt x="26841" y="46603"/>
                  </a:cubicBezTo>
                  <a:cubicBezTo>
                    <a:pt x="30036" y="45326"/>
                    <a:pt x="33870" y="47241"/>
                    <a:pt x="35148" y="50433"/>
                  </a:cubicBezTo>
                  <a:cubicBezTo>
                    <a:pt x="35787" y="51072"/>
                    <a:pt x="40899" y="67032"/>
                    <a:pt x="35148" y="81715"/>
                  </a:cubicBezTo>
                  <a:close/>
                  <a:moveTo>
                    <a:pt x="69014" y="149385"/>
                  </a:moveTo>
                  <a:cubicBezTo>
                    <a:pt x="69014" y="152577"/>
                    <a:pt x="65819" y="155131"/>
                    <a:pt x="62624" y="155131"/>
                  </a:cubicBezTo>
                  <a:cubicBezTo>
                    <a:pt x="62624" y="155131"/>
                    <a:pt x="62624" y="155131"/>
                    <a:pt x="61985" y="155131"/>
                  </a:cubicBezTo>
                  <a:cubicBezTo>
                    <a:pt x="58151" y="155131"/>
                    <a:pt x="55595" y="151939"/>
                    <a:pt x="56235" y="148108"/>
                  </a:cubicBezTo>
                  <a:cubicBezTo>
                    <a:pt x="56235" y="148108"/>
                    <a:pt x="56873" y="133425"/>
                    <a:pt x="54318" y="121296"/>
                  </a:cubicBezTo>
                  <a:cubicBezTo>
                    <a:pt x="51123" y="106613"/>
                    <a:pt x="56235" y="88099"/>
                    <a:pt x="56235" y="87461"/>
                  </a:cubicBezTo>
                  <a:cubicBezTo>
                    <a:pt x="56873" y="84269"/>
                    <a:pt x="60708" y="81715"/>
                    <a:pt x="63903" y="82992"/>
                  </a:cubicBezTo>
                  <a:cubicBezTo>
                    <a:pt x="67098" y="83630"/>
                    <a:pt x="69653" y="87461"/>
                    <a:pt x="68375" y="90653"/>
                  </a:cubicBezTo>
                  <a:cubicBezTo>
                    <a:pt x="68375" y="90653"/>
                    <a:pt x="64541" y="107251"/>
                    <a:pt x="66458" y="118742"/>
                  </a:cubicBezTo>
                  <a:cubicBezTo>
                    <a:pt x="70293" y="132787"/>
                    <a:pt x="69014" y="148108"/>
                    <a:pt x="69014" y="149385"/>
                  </a:cubicBezTo>
                  <a:close/>
                </a:path>
              </a:pathLst>
            </a:custGeom>
            <a:solidFill>
              <a:srgbClr val="046A38"/>
            </a:solidFill>
            <a:ln w="6390" cap="flat">
              <a:noFill/>
              <a:prstDash val="solid"/>
              <a:miter/>
            </a:ln>
          </p:spPr>
          <p:txBody>
            <a:bodyPr rtlCol="0" anchor="ctr"/>
            <a:lstStyle/>
            <a:p>
              <a:endParaRPr lang="en-US"/>
            </a:p>
          </p:txBody>
        </p:sp>
        <p:sp>
          <p:nvSpPr>
            <p:cNvPr id="1056" name="Graphic 4">
              <a:extLst>
                <a:ext uri="{FF2B5EF4-FFF2-40B4-BE49-F238E27FC236}">
                  <a16:creationId xmlns:a16="http://schemas.microsoft.com/office/drawing/2014/main" id="{B148009F-1439-224E-BFD0-6F35FAC45389}"/>
                </a:ext>
              </a:extLst>
            </p:cNvPr>
            <p:cNvSpPr/>
            <p:nvPr/>
          </p:nvSpPr>
          <p:spPr>
            <a:xfrm>
              <a:off x="5099808" y="189301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230038 w 361670"/>
                <a:gd name="connsiteY5" fmla="*/ 271958 h 361333"/>
                <a:gd name="connsiteX6" fmla="*/ 185308 w 361670"/>
                <a:gd name="connsiteY6" fmla="*/ 289195 h 361333"/>
                <a:gd name="connsiteX7" fmla="*/ 129716 w 361670"/>
                <a:gd name="connsiteY7" fmla="*/ 268766 h 361333"/>
                <a:gd name="connsiteX8" fmla="*/ 111185 w 361670"/>
                <a:gd name="connsiteY8" fmla="*/ 190243 h 361333"/>
                <a:gd name="connsiteX9" fmla="*/ 177641 w 361670"/>
                <a:gd name="connsiteY9" fmla="*/ 73416 h 361333"/>
                <a:gd name="connsiteX10" fmla="*/ 185947 w 361670"/>
                <a:gd name="connsiteY10" fmla="*/ 73416 h 361333"/>
                <a:gd name="connsiteX11" fmla="*/ 251125 w 361670"/>
                <a:gd name="connsiteY11" fmla="*/ 192158 h 361333"/>
                <a:gd name="connsiteX12" fmla="*/ 230038 w 361670"/>
                <a:gd name="connsiteY12" fmla="*/ 27195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333">
                  <a:moveTo>
                    <a:pt x="180836" y="0"/>
                  </a:moveTo>
                  <a:cubicBezTo>
                    <a:pt x="80513" y="0"/>
                    <a:pt x="0" y="81077"/>
                    <a:pt x="0" y="180667"/>
                  </a:cubicBezTo>
                  <a:cubicBezTo>
                    <a:pt x="0" y="280895"/>
                    <a:pt x="81152" y="361333"/>
                    <a:pt x="180836" y="361333"/>
                  </a:cubicBezTo>
                  <a:cubicBezTo>
                    <a:pt x="280518" y="361333"/>
                    <a:pt x="361671" y="280257"/>
                    <a:pt x="361671" y="180667"/>
                  </a:cubicBezTo>
                  <a:cubicBezTo>
                    <a:pt x="361671" y="81077"/>
                    <a:pt x="280518" y="0"/>
                    <a:pt x="180836" y="0"/>
                  </a:cubicBezTo>
                  <a:close/>
                  <a:moveTo>
                    <a:pt x="230038" y="271958"/>
                  </a:moveTo>
                  <a:cubicBezTo>
                    <a:pt x="219175" y="283449"/>
                    <a:pt x="203839" y="289195"/>
                    <a:pt x="185308" y="289195"/>
                  </a:cubicBezTo>
                  <a:cubicBezTo>
                    <a:pt x="161027" y="289195"/>
                    <a:pt x="141857" y="282172"/>
                    <a:pt x="129716" y="268766"/>
                  </a:cubicBezTo>
                  <a:cubicBezTo>
                    <a:pt x="114380" y="252167"/>
                    <a:pt x="108629" y="226631"/>
                    <a:pt x="111185" y="190243"/>
                  </a:cubicBezTo>
                  <a:cubicBezTo>
                    <a:pt x="116936" y="122573"/>
                    <a:pt x="175084" y="75331"/>
                    <a:pt x="177641" y="73416"/>
                  </a:cubicBezTo>
                  <a:cubicBezTo>
                    <a:pt x="180196" y="71501"/>
                    <a:pt x="183391" y="71501"/>
                    <a:pt x="185947" y="73416"/>
                  </a:cubicBezTo>
                  <a:cubicBezTo>
                    <a:pt x="188503" y="75331"/>
                    <a:pt x="247930" y="127041"/>
                    <a:pt x="251125" y="192158"/>
                  </a:cubicBezTo>
                  <a:cubicBezTo>
                    <a:pt x="252403" y="229185"/>
                    <a:pt x="245374" y="255998"/>
                    <a:pt x="230038" y="271958"/>
                  </a:cubicBezTo>
                  <a:close/>
                </a:path>
              </a:pathLst>
            </a:custGeom>
            <a:solidFill>
              <a:srgbClr val="046A38"/>
            </a:solidFill>
            <a:ln w="6390" cap="flat">
              <a:noFill/>
              <a:prstDash val="solid"/>
              <a:miter/>
            </a:ln>
          </p:spPr>
          <p:txBody>
            <a:bodyPr rtlCol="0" anchor="ctr"/>
            <a:lstStyle/>
            <a:p>
              <a:endParaRPr lang="en-US"/>
            </a:p>
          </p:txBody>
        </p:sp>
      </p:grpSp>
      <p:grpSp>
        <p:nvGrpSpPr>
          <p:cNvPr id="1057" name="Graphic 4">
            <a:extLst>
              <a:ext uri="{FF2B5EF4-FFF2-40B4-BE49-F238E27FC236}">
                <a16:creationId xmlns:a16="http://schemas.microsoft.com/office/drawing/2014/main" id="{69BF90A1-F96A-814A-853B-76A48E1725B9}"/>
              </a:ext>
            </a:extLst>
          </p:cNvPr>
          <p:cNvGrpSpPr/>
          <p:nvPr/>
        </p:nvGrpSpPr>
        <p:grpSpPr>
          <a:xfrm>
            <a:off x="5099808" y="2855717"/>
            <a:ext cx="361670" cy="361333"/>
            <a:chOff x="5099808" y="2855717"/>
            <a:chExt cx="361670" cy="361333"/>
          </a:xfrm>
          <a:solidFill>
            <a:srgbClr val="046A38"/>
          </a:solidFill>
        </p:grpSpPr>
        <p:sp>
          <p:nvSpPr>
            <p:cNvPr id="1058" name="Graphic 4">
              <a:extLst>
                <a:ext uri="{FF2B5EF4-FFF2-40B4-BE49-F238E27FC236}">
                  <a16:creationId xmlns:a16="http://schemas.microsoft.com/office/drawing/2014/main" id="{B48499F1-E28D-C045-A196-A85B8F8DD65A}"/>
                </a:ext>
              </a:extLst>
            </p:cNvPr>
            <p:cNvSpPr/>
            <p:nvPr/>
          </p:nvSpPr>
          <p:spPr>
            <a:xfrm>
              <a:off x="5099808" y="2855717"/>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256237 w 361670"/>
                <a:gd name="connsiteY5" fmla="*/ 83630 h 361333"/>
                <a:gd name="connsiteX6" fmla="*/ 215341 w 361670"/>
                <a:gd name="connsiteY6" fmla="*/ 107889 h 361333"/>
                <a:gd name="connsiteX7" fmla="*/ 181474 w 361670"/>
                <a:gd name="connsiteY7" fmla="*/ 100228 h 361333"/>
                <a:gd name="connsiteX8" fmla="*/ 183391 w 361670"/>
                <a:gd name="connsiteY8" fmla="*/ 114273 h 361333"/>
                <a:gd name="connsiteX9" fmla="*/ 214063 w 361670"/>
                <a:gd name="connsiteY9" fmla="*/ 144278 h 361333"/>
                <a:gd name="connsiteX10" fmla="*/ 226204 w 361670"/>
                <a:gd name="connsiteY10" fmla="*/ 165984 h 361333"/>
                <a:gd name="connsiteX11" fmla="*/ 240262 w 361670"/>
                <a:gd name="connsiteY11" fmla="*/ 185774 h 361333"/>
                <a:gd name="connsiteX12" fmla="*/ 231316 w 361670"/>
                <a:gd name="connsiteY12" fmla="*/ 268766 h 361333"/>
                <a:gd name="connsiteX13" fmla="*/ 215980 w 361670"/>
                <a:gd name="connsiteY13" fmla="*/ 280895 h 361333"/>
                <a:gd name="connsiteX14" fmla="*/ 200005 w 361670"/>
                <a:gd name="connsiteY14" fmla="*/ 292386 h 361333"/>
                <a:gd name="connsiteX15" fmla="*/ 175723 w 361670"/>
                <a:gd name="connsiteY15" fmla="*/ 301324 h 361333"/>
                <a:gd name="connsiteX16" fmla="*/ 145052 w 361670"/>
                <a:gd name="connsiteY16" fmla="*/ 287917 h 361333"/>
                <a:gd name="connsiteX17" fmla="*/ 139301 w 361670"/>
                <a:gd name="connsiteY17" fmla="*/ 282810 h 361333"/>
                <a:gd name="connsiteX18" fmla="*/ 113741 w 361670"/>
                <a:gd name="connsiteY18" fmla="*/ 255359 h 361333"/>
                <a:gd name="connsiteX19" fmla="*/ 106712 w 361670"/>
                <a:gd name="connsiteY19" fmla="*/ 192796 h 361333"/>
                <a:gd name="connsiteX20" fmla="*/ 119492 w 361670"/>
                <a:gd name="connsiteY20" fmla="*/ 174921 h 361333"/>
                <a:gd name="connsiteX21" fmla="*/ 137384 w 361670"/>
                <a:gd name="connsiteY21" fmla="*/ 144916 h 361333"/>
                <a:gd name="connsiteX22" fmla="*/ 169973 w 361670"/>
                <a:gd name="connsiteY22" fmla="*/ 114273 h 361333"/>
                <a:gd name="connsiteX23" fmla="*/ 159748 w 361670"/>
                <a:gd name="connsiteY23" fmla="*/ 77884 h 361333"/>
                <a:gd name="connsiteX24" fmla="*/ 162305 w 361670"/>
                <a:gd name="connsiteY24" fmla="*/ 69585 h 361333"/>
                <a:gd name="connsiteX25" fmla="*/ 170611 w 361670"/>
                <a:gd name="connsiteY25" fmla="*/ 71500 h 361333"/>
                <a:gd name="connsiteX26" fmla="*/ 212785 w 361670"/>
                <a:gd name="connsiteY26" fmla="*/ 95121 h 361333"/>
                <a:gd name="connsiteX27" fmla="*/ 241540 w 361670"/>
                <a:gd name="connsiteY27" fmla="*/ 81076 h 361333"/>
                <a:gd name="connsiteX28" fmla="*/ 196171 w 361670"/>
                <a:gd name="connsiteY28" fmla="*/ 82353 h 361333"/>
                <a:gd name="connsiteX29" fmla="*/ 187225 w 361670"/>
                <a:gd name="connsiteY29" fmla="*/ 81715 h 361333"/>
                <a:gd name="connsiteX30" fmla="*/ 187864 w 361670"/>
                <a:gd name="connsiteY30" fmla="*/ 72777 h 361333"/>
                <a:gd name="connsiteX31" fmla="*/ 254959 w 361670"/>
                <a:gd name="connsiteY31" fmla="*/ 75969 h 361333"/>
                <a:gd name="connsiteX32" fmla="*/ 256237 w 361670"/>
                <a:gd name="connsiteY32" fmla="*/ 8363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1670" h="361333">
                  <a:moveTo>
                    <a:pt x="180836" y="0"/>
                  </a:moveTo>
                  <a:cubicBezTo>
                    <a:pt x="80513" y="0"/>
                    <a:pt x="0" y="81076"/>
                    <a:pt x="0" y="180667"/>
                  </a:cubicBezTo>
                  <a:cubicBezTo>
                    <a:pt x="0" y="280257"/>
                    <a:pt x="81152" y="361333"/>
                    <a:pt x="180836" y="361333"/>
                  </a:cubicBezTo>
                  <a:cubicBezTo>
                    <a:pt x="281157" y="361333"/>
                    <a:pt x="361671" y="280257"/>
                    <a:pt x="361671" y="180667"/>
                  </a:cubicBezTo>
                  <a:cubicBezTo>
                    <a:pt x="361671" y="81076"/>
                    <a:pt x="280518" y="0"/>
                    <a:pt x="180836" y="0"/>
                  </a:cubicBezTo>
                  <a:close/>
                  <a:moveTo>
                    <a:pt x="256237" y="83630"/>
                  </a:moveTo>
                  <a:cubicBezTo>
                    <a:pt x="255597" y="84268"/>
                    <a:pt x="242818" y="104059"/>
                    <a:pt x="215341" y="107889"/>
                  </a:cubicBezTo>
                  <a:cubicBezTo>
                    <a:pt x="201283" y="109804"/>
                    <a:pt x="190420" y="105974"/>
                    <a:pt x="181474" y="100228"/>
                  </a:cubicBezTo>
                  <a:cubicBezTo>
                    <a:pt x="182752" y="104697"/>
                    <a:pt x="183391" y="109804"/>
                    <a:pt x="183391" y="114273"/>
                  </a:cubicBezTo>
                  <a:cubicBezTo>
                    <a:pt x="198727" y="115550"/>
                    <a:pt x="207673" y="124488"/>
                    <a:pt x="214063" y="144278"/>
                  </a:cubicBezTo>
                  <a:cubicBezTo>
                    <a:pt x="217897" y="155131"/>
                    <a:pt x="220453" y="158323"/>
                    <a:pt x="226204" y="165984"/>
                  </a:cubicBezTo>
                  <a:cubicBezTo>
                    <a:pt x="230038" y="170452"/>
                    <a:pt x="233872" y="176198"/>
                    <a:pt x="240262" y="185774"/>
                  </a:cubicBezTo>
                  <a:cubicBezTo>
                    <a:pt x="258792" y="214502"/>
                    <a:pt x="242179" y="257274"/>
                    <a:pt x="231316" y="268766"/>
                  </a:cubicBezTo>
                  <a:cubicBezTo>
                    <a:pt x="226204" y="273873"/>
                    <a:pt x="222370" y="277065"/>
                    <a:pt x="215980" y="280895"/>
                  </a:cubicBezTo>
                  <a:cubicBezTo>
                    <a:pt x="212146" y="283449"/>
                    <a:pt x="207034" y="287279"/>
                    <a:pt x="200005" y="292386"/>
                  </a:cubicBezTo>
                  <a:cubicBezTo>
                    <a:pt x="192337" y="298770"/>
                    <a:pt x="183391" y="301324"/>
                    <a:pt x="175723" y="301324"/>
                  </a:cubicBezTo>
                  <a:cubicBezTo>
                    <a:pt x="163583" y="301324"/>
                    <a:pt x="152720" y="295578"/>
                    <a:pt x="145052" y="287917"/>
                  </a:cubicBezTo>
                  <a:cubicBezTo>
                    <a:pt x="143774" y="286641"/>
                    <a:pt x="141857" y="284725"/>
                    <a:pt x="139301" y="282810"/>
                  </a:cubicBezTo>
                  <a:cubicBezTo>
                    <a:pt x="132272" y="277703"/>
                    <a:pt x="122687" y="269404"/>
                    <a:pt x="113741" y="255359"/>
                  </a:cubicBezTo>
                  <a:cubicBezTo>
                    <a:pt x="101600" y="235569"/>
                    <a:pt x="101600" y="209395"/>
                    <a:pt x="106712" y="192796"/>
                  </a:cubicBezTo>
                  <a:cubicBezTo>
                    <a:pt x="109268" y="185774"/>
                    <a:pt x="114380" y="180667"/>
                    <a:pt x="119492" y="174921"/>
                  </a:cubicBezTo>
                  <a:cubicBezTo>
                    <a:pt x="127160" y="167260"/>
                    <a:pt x="134828" y="158961"/>
                    <a:pt x="137384" y="144916"/>
                  </a:cubicBezTo>
                  <a:cubicBezTo>
                    <a:pt x="141218" y="123211"/>
                    <a:pt x="157832" y="116188"/>
                    <a:pt x="169973" y="114273"/>
                  </a:cubicBezTo>
                  <a:cubicBezTo>
                    <a:pt x="169973" y="104059"/>
                    <a:pt x="163583" y="87460"/>
                    <a:pt x="159748" y="77884"/>
                  </a:cubicBezTo>
                  <a:cubicBezTo>
                    <a:pt x="158471" y="74692"/>
                    <a:pt x="159748" y="71500"/>
                    <a:pt x="162305" y="69585"/>
                  </a:cubicBezTo>
                  <a:cubicBezTo>
                    <a:pt x="164861" y="67670"/>
                    <a:pt x="168695" y="68947"/>
                    <a:pt x="170611" y="71500"/>
                  </a:cubicBezTo>
                  <a:cubicBezTo>
                    <a:pt x="180196" y="84907"/>
                    <a:pt x="191698" y="97675"/>
                    <a:pt x="212785" y="95121"/>
                  </a:cubicBezTo>
                  <a:cubicBezTo>
                    <a:pt x="227482" y="93206"/>
                    <a:pt x="237067" y="85545"/>
                    <a:pt x="241540" y="81076"/>
                  </a:cubicBezTo>
                  <a:cubicBezTo>
                    <a:pt x="233872" y="74692"/>
                    <a:pt x="215980" y="65117"/>
                    <a:pt x="196171" y="82353"/>
                  </a:cubicBezTo>
                  <a:cubicBezTo>
                    <a:pt x="193615" y="84907"/>
                    <a:pt x="189781" y="84268"/>
                    <a:pt x="187225" y="81715"/>
                  </a:cubicBezTo>
                  <a:cubicBezTo>
                    <a:pt x="184669" y="79161"/>
                    <a:pt x="185308" y="75331"/>
                    <a:pt x="187864" y="72777"/>
                  </a:cubicBezTo>
                  <a:cubicBezTo>
                    <a:pt x="200005" y="61925"/>
                    <a:pt x="230038" y="48518"/>
                    <a:pt x="254959" y="75969"/>
                  </a:cubicBezTo>
                  <a:cubicBezTo>
                    <a:pt x="257515" y="77884"/>
                    <a:pt x="257515" y="81076"/>
                    <a:pt x="256237" y="83630"/>
                  </a:cubicBezTo>
                  <a:close/>
                </a:path>
              </a:pathLst>
            </a:custGeom>
            <a:solidFill>
              <a:srgbClr val="046A38"/>
            </a:solidFill>
            <a:ln w="6390" cap="flat">
              <a:noFill/>
              <a:prstDash val="solid"/>
              <a:miter/>
            </a:ln>
          </p:spPr>
          <p:txBody>
            <a:bodyPr rtlCol="0" anchor="ctr"/>
            <a:lstStyle/>
            <a:p>
              <a:endParaRPr lang="en-US"/>
            </a:p>
          </p:txBody>
        </p:sp>
        <p:sp>
          <p:nvSpPr>
            <p:cNvPr id="1059" name="Graphic 4">
              <a:extLst>
                <a:ext uri="{FF2B5EF4-FFF2-40B4-BE49-F238E27FC236}">
                  <a16:creationId xmlns:a16="http://schemas.microsoft.com/office/drawing/2014/main" id="{AD6FFF25-890E-824B-817B-E7094DDA8D1E}"/>
                </a:ext>
              </a:extLst>
            </p:cNvPr>
            <p:cNvSpPr/>
            <p:nvPr/>
          </p:nvSpPr>
          <p:spPr>
            <a:xfrm>
              <a:off x="5217087" y="2982120"/>
              <a:ext cx="119457" cy="161967"/>
            </a:xfrm>
            <a:custGeom>
              <a:avLst/>
              <a:gdLst>
                <a:gd name="connsiteX0" fmla="*/ 60362 w 119457"/>
                <a:gd name="connsiteY0" fmla="*/ 0 h 161967"/>
                <a:gd name="connsiteX1" fmla="*/ 59084 w 119457"/>
                <a:gd name="connsiteY1" fmla="*/ 0 h 161967"/>
                <a:gd name="connsiteX2" fmla="*/ 58445 w 119457"/>
                <a:gd name="connsiteY2" fmla="*/ 0 h 161967"/>
                <a:gd name="connsiteX3" fmla="*/ 33524 w 119457"/>
                <a:gd name="connsiteY3" fmla="*/ 20429 h 161967"/>
                <a:gd name="connsiteX4" fmla="*/ 12438 w 119457"/>
                <a:gd name="connsiteY4" fmla="*/ 57456 h 161967"/>
                <a:gd name="connsiteX5" fmla="*/ 2853 w 119457"/>
                <a:gd name="connsiteY5" fmla="*/ 70224 h 161967"/>
                <a:gd name="connsiteX6" fmla="*/ 8603 w 119457"/>
                <a:gd name="connsiteY6" fmla="*/ 121934 h 161967"/>
                <a:gd name="connsiteX7" fmla="*/ 31607 w 119457"/>
                <a:gd name="connsiteY7" fmla="*/ 146193 h 161967"/>
                <a:gd name="connsiteX8" fmla="*/ 38636 w 119457"/>
                <a:gd name="connsiteY8" fmla="*/ 151939 h 161967"/>
                <a:gd name="connsiteX9" fmla="*/ 76337 w 119457"/>
                <a:gd name="connsiteY9" fmla="*/ 155769 h 161967"/>
                <a:gd name="connsiteX10" fmla="*/ 92312 w 119457"/>
                <a:gd name="connsiteY10" fmla="*/ 143640 h 161967"/>
                <a:gd name="connsiteX11" fmla="*/ 105730 w 119457"/>
                <a:gd name="connsiteY11" fmla="*/ 132787 h 161967"/>
                <a:gd name="connsiteX12" fmla="*/ 112759 w 119457"/>
                <a:gd name="connsiteY12" fmla="*/ 65755 h 161967"/>
                <a:gd name="connsiteX13" fmla="*/ 99341 w 119457"/>
                <a:gd name="connsiteY13" fmla="*/ 46603 h 161967"/>
                <a:gd name="connsiteX14" fmla="*/ 85283 w 119457"/>
                <a:gd name="connsiteY14" fmla="*/ 21067 h 161967"/>
                <a:gd name="connsiteX15" fmla="*/ 62279 w 119457"/>
                <a:gd name="connsiteY15" fmla="*/ 0 h 161967"/>
                <a:gd name="connsiteX16" fmla="*/ 60362 w 119457"/>
                <a:gd name="connsiteY16" fmla="*/ 0 h 161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9457" h="161967">
                  <a:moveTo>
                    <a:pt x="60362" y="0"/>
                  </a:moveTo>
                  <a:cubicBezTo>
                    <a:pt x="59723" y="0"/>
                    <a:pt x="59084" y="0"/>
                    <a:pt x="59084" y="0"/>
                  </a:cubicBezTo>
                  <a:cubicBezTo>
                    <a:pt x="59084" y="0"/>
                    <a:pt x="59084" y="0"/>
                    <a:pt x="58445" y="0"/>
                  </a:cubicBezTo>
                  <a:cubicBezTo>
                    <a:pt x="54611" y="0"/>
                    <a:pt x="36719" y="1277"/>
                    <a:pt x="33524" y="20429"/>
                  </a:cubicBezTo>
                  <a:cubicBezTo>
                    <a:pt x="30329" y="38304"/>
                    <a:pt x="20744" y="49157"/>
                    <a:pt x="12438" y="57456"/>
                  </a:cubicBezTo>
                  <a:cubicBezTo>
                    <a:pt x="7964" y="61925"/>
                    <a:pt x="4130" y="66393"/>
                    <a:pt x="2853" y="70224"/>
                  </a:cubicBezTo>
                  <a:cubicBezTo>
                    <a:pt x="-1620" y="83630"/>
                    <a:pt x="-1620" y="105336"/>
                    <a:pt x="8603" y="121934"/>
                  </a:cubicBezTo>
                  <a:cubicBezTo>
                    <a:pt x="16271" y="134702"/>
                    <a:pt x="25217" y="141086"/>
                    <a:pt x="31607" y="146193"/>
                  </a:cubicBezTo>
                  <a:cubicBezTo>
                    <a:pt x="34163" y="148108"/>
                    <a:pt x="36719" y="150024"/>
                    <a:pt x="38636" y="151939"/>
                  </a:cubicBezTo>
                  <a:cubicBezTo>
                    <a:pt x="46943" y="160876"/>
                    <a:pt x="62279" y="167260"/>
                    <a:pt x="76337" y="155769"/>
                  </a:cubicBezTo>
                  <a:cubicBezTo>
                    <a:pt x="83366" y="150024"/>
                    <a:pt x="88478" y="146193"/>
                    <a:pt x="92312" y="143640"/>
                  </a:cubicBezTo>
                  <a:cubicBezTo>
                    <a:pt x="98062" y="139809"/>
                    <a:pt x="101257" y="137256"/>
                    <a:pt x="105730" y="132787"/>
                  </a:cubicBezTo>
                  <a:cubicBezTo>
                    <a:pt x="114677" y="123211"/>
                    <a:pt x="127456" y="86822"/>
                    <a:pt x="112759" y="65755"/>
                  </a:cubicBezTo>
                  <a:cubicBezTo>
                    <a:pt x="107009" y="56817"/>
                    <a:pt x="102535" y="51072"/>
                    <a:pt x="99341" y="46603"/>
                  </a:cubicBezTo>
                  <a:cubicBezTo>
                    <a:pt x="93589" y="38942"/>
                    <a:pt x="89756" y="34473"/>
                    <a:pt x="85283" y="21067"/>
                  </a:cubicBezTo>
                  <a:cubicBezTo>
                    <a:pt x="79532" y="3192"/>
                    <a:pt x="73142" y="0"/>
                    <a:pt x="62279" y="0"/>
                  </a:cubicBezTo>
                  <a:cubicBezTo>
                    <a:pt x="61640" y="638"/>
                    <a:pt x="61001" y="638"/>
                    <a:pt x="60362" y="0"/>
                  </a:cubicBezTo>
                  <a:close/>
                </a:path>
              </a:pathLst>
            </a:custGeom>
            <a:solidFill>
              <a:srgbClr val="046A38"/>
            </a:solidFill>
            <a:ln w="6390" cap="flat">
              <a:noFill/>
              <a:prstDash val="solid"/>
              <a:miter/>
            </a:ln>
          </p:spPr>
          <p:txBody>
            <a:bodyPr rtlCol="0" anchor="ctr"/>
            <a:lstStyle/>
            <a:p>
              <a:endParaRPr lang="en-US"/>
            </a:p>
          </p:txBody>
        </p:sp>
      </p:grpSp>
      <p:grpSp>
        <p:nvGrpSpPr>
          <p:cNvPr id="1060" name="Graphic 4">
            <a:extLst>
              <a:ext uri="{FF2B5EF4-FFF2-40B4-BE49-F238E27FC236}">
                <a16:creationId xmlns:a16="http://schemas.microsoft.com/office/drawing/2014/main" id="{1CDCAFFD-0193-7445-9275-E812082871F3}"/>
              </a:ext>
            </a:extLst>
          </p:cNvPr>
          <p:cNvGrpSpPr/>
          <p:nvPr/>
        </p:nvGrpSpPr>
        <p:grpSpPr>
          <a:xfrm>
            <a:off x="5099808" y="2371173"/>
            <a:ext cx="361670" cy="361333"/>
            <a:chOff x="5099808" y="2371173"/>
            <a:chExt cx="361670" cy="361333"/>
          </a:xfrm>
          <a:solidFill>
            <a:srgbClr val="046A38"/>
          </a:solidFill>
        </p:grpSpPr>
        <p:sp>
          <p:nvSpPr>
            <p:cNvPr id="1061" name="Graphic 4">
              <a:extLst>
                <a:ext uri="{FF2B5EF4-FFF2-40B4-BE49-F238E27FC236}">
                  <a16:creationId xmlns:a16="http://schemas.microsoft.com/office/drawing/2014/main" id="{97CFF10A-9C76-CC4A-856A-79EAFF4A86F3}"/>
                </a:ext>
              </a:extLst>
            </p:cNvPr>
            <p:cNvSpPr/>
            <p:nvPr/>
          </p:nvSpPr>
          <p:spPr>
            <a:xfrm>
              <a:off x="5199737" y="2456719"/>
              <a:ext cx="159764" cy="201733"/>
            </a:xfrm>
            <a:custGeom>
              <a:avLst/>
              <a:gdLst>
                <a:gd name="connsiteX0" fmla="*/ 102632 w 159764"/>
                <a:gd name="connsiteY0" fmla="*/ 37027 h 201733"/>
                <a:gd name="connsiteX1" fmla="*/ 98159 w 159764"/>
                <a:gd name="connsiteY1" fmla="*/ 34473 h 201733"/>
                <a:gd name="connsiteX2" fmla="*/ 97520 w 159764"/>
                <a:gd name="connsiteY2" fmla="*/ 29366 h 201733"/>
                <a:gd name="connsiteX3" fmla="*/ 101354 w 159764"/>
                <a:gd name="connsiteY3" fmla="*/ 14045 h 201733"/>
                <a:gd name="connsiteX4" fmla="*/ 96242 w 159764"/>
                <a:gd name="connsiteY4" fmla="*/ 18514 h 201733"/>
                <a:gd name="connsiteX5" fmla="*/ 90491 w 159764"/>
                <a:gd name="connsiteY5" fmla="*/ 19790 h 201733"/>
                <a:gd name="connsiteX6" fmla="*/ 86018 w 159764"/>
                <a:gd name="connsiteY6" fmla="*/ 15960 h 201733"/>
                <a:gd name="connsiteX7" fmla="*/ 79628 w 159764"/>
                <a:gd name="connsiteY7" fmla="*/ 0 h 201733"/>
                <a:gd name="connsiteX8" fmla="*/ 74516 w 159764"/>
                <a:gd name="connsiteY8" fmla="*/ 15322 h 201733"/>
                <a:gd name="connsiteX9" fmla="*/ 70043 w 159764"/>
                <a:gd name="connsiteY9" fmla="*/ 19152 h 201733"/>
                <a:gd name="connsiteX10" fmla="*/ 64292 w 159764"/>
                <a:gd name="connsiteY10" fmla="*/ 17875 h 201733"/>
                <a:gd name="connsiteX11" fmla="*/ 57902 w 159764"/>
                <a:gd name="connsiteY11" fmla="*/ 12768 h 201733"/>
                <a:gd name="connsiteX12" fmla="*/ 61097 w 159764"/>
                <a:gd name="connsiteY12" fmla="*/ 30005 h 201733"/>
                <a:gd name="connsiteX13" fmla="*/ 59819 w 159764"/>
                <a:gd name="connsiteY13" fmla="*/ 35112 h 201733"/>
                <a:gd name="connsiteX14" fmla="*/ 55347 w 159764"/>
                <a:gd name="connsiteY14" fmla="*/ 37665 h 201733"/>
                <a:gd name="connsiteX15" fmla="*/ 2949 w 159764"/>
                <a:gd name="connsiteY15" fmla="*/ 88099 h 201733"/>
                <a:gd name="connsiteX16" fmla="*/ 26592 w 159764"/>
                <a:gd name="connsiteY16" fmla="*/ 180667 h 201733"/>
                <a:gd name="connsiteX17" fmla="*/ 73238 w 159764"/>
                <a:gd name="connsiteY17" fmla="*/ 201734 h 201733"/>
                <a:gd name="connsiteX18" fmla="*/ 133943 w 159764"/>
                <a:gd name="connsiteY18" fmla="*/ 180028 h 201733"/>
                <a:gd name="connsiteX19" fmla="*/ 154391 w 159764"/>
                <a:gd name="connsiteY19" fmla="*/ 82353 h 201733"/>
                <a:gd name="connsiteX20" fmla="*/ 102632 w 159764"/>
                <a:gd name="connsiteY20" fmla="*/ 37027 h 201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9764" h="201733">
                  <a:moveTo>
                    <a:pt x="102632" y="37027"/>
                  </a:moveTo>
                  <a:cubicBezTo>
                    <a:pt x="100715" y="37027"/>
                    <a:pt x="99437" y="35750"/>
                    <a:pt x="98159" y="34473"/>
                  </a:cubicBezTo>
                  <a:cubicBezTo>
                    <a:pt x="96881" y="33197"/>
                    <a:pt x="96881" y="31281"/>
                    <a:pt x="97520" y="29366"/>
                  </a:cubicBezTo>
                  <a:lnTo>
                    <a:pt x="101354" y="14045"/>
                  </a:lnTo>
                  <a:lnTo>
                    <a:pt x="96242" y="18514"/>
                  </a:lnTo>
                  <a:cubicBezTo>
                    <a:pt x="94964" y="19790"/>
                    <a:pt x="92408" y="20429"/>
                    <a:pt x="90491" y="19790"/>
                  </a:cubicBezTo>
                  <a:cubicBezTo>
                    <a:pt x="88574" y="19152"/>
                    <a:pt x="86657" y="17875"/>
                    <a:pt x="86018" y="15960"/>
                  </a:cubicBezTo>
                  <a:lnTo>
                    <a:pt x="79628" y="0"/>
                  </a:lnTo>
                  <a:lnTo>
                    <a:pt x="74516" y="15322"/>
                  </a:lnTo>
                  <a:cubicBezTo>
                    <a:pt x="73877" y="17237"/>
                    <a:pt x="71960" y="18514"/>
                    <a:pt x="70043" y="19152"/>
                  </a:cubicBezTo>
                  <a:cubicBezTo>
                    <a:pt x="68126" y="19790"/>
                    <a:pt x="66209" y="19152"/>
                    <a:pt x="64292" y="17875"/>
                  </a:cubicBezTo>
                  <a:lnTo>
                    <a:pt x="57902" y="12768"/>
                  </a:lnTo>
                  <a:lnTo>
                    <a:pt x="61097" y="30005"/>
                  </a:lnTo>
                  <a:cubicBezTo>
                    <a:pt x="61737" y="31920"/>
                    <a:pt x="61097" y="33835"/>
                    <a:pt x="59819" y="35112"/>
                  </a:cubicBezTo>
                  <a:cubicBezTo>
                    <a:pt x="58542" y="36389"/>
                    <a:pt x="57263" y="37665"/>
                    <a:pt x="55347" y="37665"/>
                  </a:cubicBezTo>
                  <a:cubicBezTo>
                    <a:pt x="53429" y="37665"/>
                    <a:pt x="13173" y="44049"/>
                    <a:pt x="2949" y="88099"/>
                  </a:cubicBezTo>
                  <a:cubicBezTo>
                    <a:pt x="-6636" y="132148"/>
                    <a:pt x="8700" y="164707"/>
                    <a:pt x="26592" y="180667"/>
                  </a:cubicBezTo>
                  <a:cubicBezTo>
                    <a:pt x="44484" y="195988"/>
                    <a:pt x="63014" y="201734"/>
                    <a:pt x="73238" y="201734"/>
                  </a:cubicBezTo>
                  <a:cubicBezTo>
                    <a:pt x="83462" y="201734"/>
                    <a:pt x="113495" y="201734"/>
                    <a:pt x="133943" y="180028"/>
                  </a:cubicBezTo>
                  <a:cubicBezTo>
                    <a:pt x="158863" y="153854"/>
                    <a:pt x="165892" y="121934"/>
                    <a:pt x="154391" y="82353"/>
                  </a:cubicBezTo>
                  <a:cubicBezTo>
                    <a:pt x="144806" y="44049"/>
                    <a:pt x="103271" y="37027"/>
                    <a:pt x="102632" y="37027"/>
                  </a:cubicBezTo>
                  <a:close/>
                </a:path>
              </a:pathLst>
            </a:custGeom>
            <a:solidFill>
              <a:srgbClr val="046A38"/>
            </a:solidFill>
            <a:ln w="6390" cap="flat">
              <a:noFill/>
              <a:prstDash val="solid"/>
              <a:miter/>
            </a:ln>
          </p:spPr>
          <p:txBody>
            <a:bodyPr rtlCol="0" anchor="ctr"/>
            <a:lstStyle/>
            <a:p>
              <a:endParaRPr lang="en-US"/>
            </a:p>
          </p:txBody>
        </p:sp>
        <p:sp>
          <p:nvSpPr>
            <p:cNvPr id="1062" name="Graphic 4">
              <a:extLst>
                <a:ext uri="{FF2B5EF4-FFF2-40B4-BE49-F238E27FC236}">
                  <a16:creationId xmlns:a16="http://schemas.microsoft.com/office/drawing/2014/main" id="{C015C05D-8061-B847-9177-0B480A8FE0B2}"/>
                </a:ext>
              </a:extLst>
            </p:cNvPr>
            <p:cNvSpPr/>
            <p:nvPr/>
          </p:nvSpPr>
          <p:spPr>
            <a:xfrm>
              <a:off x="5099808" y="237117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244096 w 361670"/>
                <a:gd name="connsiteY5" fmla="*/ 274511 h 361333"/>
                <a:gd name="connsiteX6" fmla="*/ 173806 w 361670"/>
                <a:gd name="connsiteY6" fmla="*/ 300047 h 361333"/>
                <a:gd name="connsiteX7" fmla="*/ 118853 w 361670"/>
                <a:gd name="connsiteY7" fmla="*/ 275788 h 361333"/>
                <a:gd name="connsiteX8" fmla="*/ 90737 w 361670"/>
                <a:gd name="connsiteY8" fmla="*/ 171091 h 361333"/>
                <a:gd name="connsiteX9" fmla="*/ 146969 w 361670"/>
                <a:gd name="connsiteY9" fmla="*/ 112358 h 361333"/>
                <a:gd name="connsiteX10" fmla="*/ 141218 w 361670"/>
                <a:gd name="connsiteY10" fmla="*/ 84269 h 361333"/>
                <a:gd name="connsiteX11" fmla="*/ 144413 w 361670"/>
                <a:gd name="connsiteY11" fmla="*/ 77246 h 361333"/>
                <a:gd name="connsiteX12" fmla="*/ 151442 w 361670"/>
                <a:gd name="connsiteY12" fmla="*/ 77885 h 361333"/>
                <a:gd name="connsiteX13" fmla="*/ 164861 w 361670"/>
                <a:gd name="connsiteY13" fmla="*/ 88738 h 361333"/>
                <a:gd name="connsiteX14" fmla="*/ 172528 w 361670"/>
                <a:gd name="connsiteY14" fmla="*/ 66394 h 361333"/>
                <a:gd name="connsiteX15" fmla="*/ 178279 w 361670"/>
                <a:gd name="connsiteY15" fmla="*/ 61925 h 361333"/>
                <a:gd name="connsiteX16" fmla="*/ 184031 w 361670"/>
                <a:gd name="connsiteY16" fmla="*/ 65755 h 361333"/>
                <a:gd name="connsiteX17" fmla="*/ 193615 w 361670"/>
                <a:gd name="connsiteY17" fmla="*/ 88738 h 361333"/>
                <a:gd name="connsiteX18" fmla="*/ 207673 w 361670"/>
                <a:gd name="connsiteY18" fmla="*/ 76608 h 361333"/>
                <a:gd name="connsiteX19" fmla="*/ 215341 w 361670"/>
                <a:gd name="connsiteY19" fmla="*/ 75970 h 361333"/>
                <a:gd name="connsiteX20" fmla="*/ 217897 w 361670"/>
                <a:gd name="connsiteY20" fmla="*/ 82992 h 361333"/>
                <a:gd name="connsiteX21" fmla="*/ 210229 w 361670"/>
                <a:gd name="connsiteY21" fmla="*/ 111720 h 361333"/>
                <a:gd name="connsiteX22" fmla="*/ 266460 w 361670"/>
                <a:gd name="connsiteY22" fmla="*/ 164068 h 361333"/>
                <a:gd name="connsiteX23" fmla="*/ 244096 w 361670"/>
                <a:gd name="connsiteY23" fmla="*/ 27451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1670" h="361333">
                  <a:moveTo>
                    <a:pt x="180836" y="0"/>
                  </a:moveTo>
                  <a:cubicBezTo>
                    <a:pt x="80513" y="0"/>
                    <a:pt x="0" y="81077"/>
                    <a:pt x="0" y="180667"/>
                  </a:cubicBezTo>
                  <a:cubicBezTo>
                    <a:pt x="0" y="280257"/>
                    <a:pt x="81152" y="361333"/>
                    <a:pt x="180836" y="361333"/>
                  </a:cubicBezTo>
                  <a:cubicBezTo>
                    <a:pt x="281157" y="361333"/>
                    <a:pt x="361671" y="280257"/>
                    <a:pt x="361671" y="180667"/>
                  </a:cubicBezTo>
                  <a:cubicBezTo>
                    <a:pt x="361671" y="81077"/>
                    <a:pt x="280518" y="0"/>
                    <a:pt x="180836" y="0"/>
                  </a:cubicBezTo>
                  <a:close/>
                  <a:moveTo>
                    <a:pt x="244096" y="274511"/>
                  </a:moveTo>
                  <a:cubicBezTo>
                    <a:pt x="228121" y="291748"/>
                    <a:pt x="204478" y="300047"/>
                    <a:pt x="173806" y="300047"/>
                  </a:cubicBezTo>
                  <a:cubicBezTo>
                    <a:pt x="161027" y="300047"/>
                    <a:pt x="139301" y="293663"/>
                    <a:pt x="118853" y="275788"/>
                  </a:cubicBezTo>
                  <a:cubicBezTo>
                    <a:pt x="98405" y="257913"/>
                    <a:pt x="79874" y="220886"/>
                    <a:pt x="90737" y="171091"/>
                  </a:cubicBezTo>
                  <a:cubicBezTo>
                    <a:pt x="99683" y="129595"/>
                    <a:pt x="132911" y="116189"/>
                    <a:pt x="146969" y="112358"/>
                  </a:cubicBezTo>
                  <a:lnTo>
                    <a:pt x="141218" y="84269"/>
                  </a:lnTo>
                  <a:cubicBezTo>
                    <a:pt x="140579" y="81715"/>
                    <a:pt x="141857" y="79162"/>
                    <a:pt x="144413" y="77246"/>
                  </a:cubicBezTo>
                  <a:cubicBezTo>
                    <a:pt x="146969" y="75970"/>
                    <a:pt x="149525" y="75970"/>
                    <a:pt x="151442" y="77885"/>
                  </a:cubicBezTo>
                  <a:lnTo>
                    <a:pt x="164861" y="88738"/>
                  </a:lnTo>
                  <a:lnTo>
                    <a:pt x="172528" y="66394"/>
                  </a:lnTo>
                  <a:cubicBezTo>
                    <a:pt x="173168" y="63840"/>
                    <a:pt x="175723" y="61925"/>
                    <a:pt x="178279" y="61925"/>
                  </a:cubicBezTo>
                  <a:cubicBezTo>
                    <a:pt x="180836" y="61925"/>
                    <a:pt x="183391" y="63202"/>
                    <a:pt x="184031" y="65755"/>
                  </a:cubicBezTo>
                  <a:lnTo>
                    <a:pt x="193615" y="88738"/>
                  </a:lnTo>
                  <a:lnTo>
                    <a:pt x="207673" y="76608"/>
                  </a:lnTo>
                  <a:cubicBezTo>
                    <a:pt x="209590" y="74693"/>
                    <a:pt x="212785" y="74693"/>
                    <a:pt x="215341" y="75970"/>
                  </a:cubicBezTo>
                  <a:cubicBezTo>
                    <a:pt x="217897" y="77246"/>
                    <a:pt x="219175" y="80438"/>
                    <a:pt x="217897" y="82992"/>
                  </a:cubicBezTo>
                  <a:lnTo>
                    <a:pt x="210229" y="111720"/>
                  </a:lnTo>
                  <a:cubicBezTo>
                    <a:pt x="224287" y="115550"/>
                    <a:pt x="256237" y="128318"/>
                    <a:pt x="266460" y="164068"/>
                  </a:cubicBezTo>
                  <a:cubicBezTo>
                    <a:pt x="280518" y="208756"/>
                    <a:pt x="272850" y="244507"/>
                    <a:pt x="244096" y="274511"/>
                  </a:cubicBezTo>
                  <a:close/>
                </a:path>
              </a:pathLst>
            </a:custGeom>
            <a:solidFill>
              <a:srgbClr val="046A38"/>
            </a:solidFill>
            <a:ln w="6390" cap="flat">
              <a:noFill/>
              <a:prstDash val="solid"/>
              <a:miter/>
            </a:ln>
          </p:spPr>
          <p:txBody>
            <a:bodyPr rtlCol="0" anchor="ctr"/>
            <a:lstStyle/>
            <a:p>
              <a:endParaRPr lang="en-US"/>
            </a:p>
          </p:txBody>
        </p:sp>
      </p:grpSp>
      <p:grpSp>
        <p:nvGrpSpPr>
          <p:cNvPr id="1063" name="Graphic 4">
            <a:extLst>
              <a:ext uri="{FF2B5EF4-FFF2-40B4-BE49-F238E27FC236}">
                <a16:creationId xmlns:a16="http://schemas.microsoft.com/office/drawing/2014/main" id="{1E7C4C47-7791-2244-ADE7-C0BD2EC743E9}"/>
              </a:ext>
            </a:extLst>
          </p:cNvPr>
          <p:cNvGrpSpPr/>
          <p:nvPr/>
        </p:nvGrpSpPr>
        <p:grpSpPr>
          <a:xfrm>
            <a:off x="2561086" y="1893013"/>
            <a:ext cx="361670" cy="361333"/>
            <a:chOff x="2561086" y="1893013"/>
            <a:chExt cx="361670" cy="361333"/>
          </a:xfrm>
          <a:solidFill>
            <a:srgbClr val="046A38"/>
          </a:solidFill>
        </p:grpSpPr>
        <p:sp>
          <p:nvSpPr>
            <p:cNvPr id="1064" name="Graphic 4">
              <a:extLst>
                <a:ext uri="{FF2B5EF4-FFF2-40B4-BE49-F238E27FC236}">
                  <a16:creationId xmlns:a16="http://schemas.microsoft.com/office/drawing/2014/main" id="{5B023352-B61E-A547-8833-668AFBC6BF9C}"/>
                </a:ext>
              </a:extLst>
            </p:cNvPr>
            <p:cNvSpPr/>
            <p:nvPr/>
          </p:nvSpPr>
          <p:spPr>
            <a:xfrm>
              <a:off x="2561086"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065" name="Graphic 4">
              <a:extLst>
                <a:ext uri="{FF2B5EF4-FFF2-40B4-BE49-F238E27FC236}">
                  <a16:creationId xmlns:a16="http://schemas.microsoft.com/office/drawing/2014/main" id="{4EFC39A3-8256-C149-A116-9D104C45BFD6}"/>
                </a:ext>
              </a:extLst>
            </p:cNvPr>
            <p:cNvSpPr/>
            <p:nvPr/>
          </p:nvSpPr>
          <p:spPr>
            <a:xfrm>
              <a:off x="2640960" y="1968982"/>
              <a:ext cx="201283" cy="208756"/>
            </a:xfrm>
            <a:custGeom>
              <a:avLst/>
              <a:gdLst>
                <a:gd name="connsiteX0" fmla="*/ 194893 w 201283"/>
                <a:gd name="connsiteY0" fmla="*/ 638 h 208756"/>
                <a:gd name="connsiteX1" fmla="*/ 159110 w 201283"/>
                <a:gd name="connsiteY1" fmla="*/ 638 h 208756"/>
                <a:gd name="connsiteX2" fmla="*/ 153998 w 201283"/>
                <a:gd name="connsiteY2" fmla="*/ 3192 h 208756"/>
                <a:gd name="connsiteX3" fmla="*/ 131633 w 201283"/>
                <a:gd name="connsiteY3" fmla="*/ 36389 h 208756"/>
                <a:gd name="connsiteX4" fmla="*/ 84986 w 201283"/>
                <a:gd name="connsiteY4" fmla="*/ 36389 h 208756"/>
                <a:gd name="connsiteX5" fmla="*/ 42813 w 201283"/>
                <a:gd name="connsiteY5" fmla="*/ 0 h 208756"/>
                <a:gd name="connsiteX6" fmla="*/ 0 w 201283"/>
                <a:gd name="connsiteY6" fmla="*/ 42773 h 208756"/>
                <a:gd name="connsiteX7" fmla="*/ 42813 w 201283"/>
                <a:gd name="connsiteY7" fmla="*/ 85546 h 208756"/>
                <a:gd name="connsiteX8" fmla="*/ 61343 w 201283"/>
                <a:gd name="connsiteY8" fmla="*/ 81077 h 208756"/>
                <a:gd name="connsiteX9" fmla="*/ 101600 w 201283"/>
                <a:gd name="connsiteY9" fmla="*/ 139171 h 208756"/>
                <a:gd name="connsiteX10" fmla="*/ 101600 w 201283"/>
                <a:gd name="connsiteY10" fmla="*/ 195988 h 208756"/>
                <a:gd name="connsiteX11" fmla="*/ 71567 w 201283"/>
                <a:gd name="connsiteY11" fmla="*/ 195988 h 208756"/>
                <a:gd name="connsiteX12" fmla="*/ 65177 w 201283"/>
                <a:gd name="connsiteY12" fmla="*/ 202372 h 208756"/>
                <a:gd name="connsiteX13" fmla="*/ 71567 w 201283"/>
                <a:gd name="connsiteY13" fmla="*/ 208756 h 208756"/>
                <a:gd name="connsiteX14" fmla="*/ 143774 w 201283"/>
                <a:gd name="connsiteY14" fmla="*/ 208756 h 208756"/>
                <a:gd name="connsiteX15" fmla="*/ 150164 w 201283"/>
                <a:gd name="connsiteY15" fmla="*/ 202372 h 208756"/>
                <a:gd name="connsiteX16" fmla="*/ 143774 w 201283"/>
                <a:gd name="connsiteY16" fmla="*/ 195988 h 208756"/>
                <a:gd name="connsiteX17" fmla="*/ 113741 w 201283"/>
                <a:gd name="connsiteY17" fmla="*/ 195988 h 208756"/>
                <a:gd name="connsiteX18" fmla="*/ 113741 w 201283"/>
                <a:gd name="connsiteY18" fmla="*/ 139171 h 208756"/>
                <a:gd name="connsiteX19" fmla="*/ 177640 w 201283"/>
                <a:gd name="connsiteY19" fmla="*/ 46603 h 208756"/>
                <a:gd name="connsiteX20" fmla="*/ 178279 w 201283"/>
                <a:gd name="connsiteY20" fmla="*/ 40219 h 208756"/>
                <a:gd name="connsiteX21" fmla="*/ 172528 w 201283"/>
                <a:gd name="connsiteY21" fmla="*/ 37027 h 208756"/>
                <a:gd name="connsiteX22" fmla="*/ 146330 w 201283"/>
                <a:gd name="connsiteY22" fmla="*/ 37027 h 208756"/>
                <a:gd name="connsiteX23" fmla="*/ 162305 w 201283"/>
                <a:gd name="connsiteY23" fmla="*/ 13406 h 208756"/>
                <a:gd name="connsiteX24" fmla="*/ 194893 w 201283"/>
                <a:gd name="connsiteY24" fmla="*/ 13406 h 208756"/>
                <a:gd name="connsiteX25" fmla="*/ 201283 w 201283"/>
                <a:gd name="connsiteY25" fmla="*/ 7022 h 208756"/>
                <a:gd name="connsiteX26" fmla="*/ 194893 w 201283"/>
                <a:gd name="connsiteY26" fmla="*/ 638 h 208756"/>
                <a:gd name="connsiteX27" fmla="*/ 107990 w 201283"/>
                <a:gd name="connsiteY27" fmla="*/ 126403 h 208756"/>
                <a:gd name="connsiteX28" fmla="*/ 74762 w 201283"/>
                <a:gd name="connsiteY28" fmla="*/ 78523 h 208756"/>
                <a:gd name="connsiteX29" fmla="*/ 140579 w 201283"/>
                <a:gd name="connsiteY29" fmla="*/ 78523 h 208756"/>
                <a:gd name="connsiteX30" fmla="*/ 107990 w 201283"/>
                <a:gd name="connsiteY30" fmla="*/ 126403 h 208756"/>
                <a:gd name="connsiteX31" fmla="*/ 65816 w 201283"/>
                <a:gd name="connsiteY31" fmla="*/ 65755 h 208756"/>
                <a:gd name="connsiteX32" fmla="*/ 54314 w 201283"/>
                <a:gd name="connsiteY32" fmla="*/ 49795 h 208756"/>
                <a:gd name="connsiteX33" fmla="*/ 122048 w 201283"/>
                <a:gd name="connsiteY33" fmla="*/ 49795 h 208756"/>
                <a:gd name="connsiteX34" fmla="*/ 111185 w 201283"/>
                <a:gd name="connsiteY34" fmla="*/ 65755 h 208756"/>
                <a:gd name="connsiteX35" fmla="*/ 65816 w 201283"/>
                <a:gd name="connsiteY35" fmla="*/ 65755 h 208756"/>
                <a:gd name="connsiteX36" fmla="*/ 42813 w 201283"/>
                <a:gd name="connsiteY36" fmla="*/ 73416 h 208756"/>
                <a:gd name="connsiteX37" fmla="*/ 12780 w 201283"/>
                <a:gd name="connsiteY37" fmla="*/ 43411 h 208756"/>
                <a:gd name="connsiteX38" fmla="*/ 42813 w 201283"/>
                <a:gd name="connsiteY38" fmla="*/ 13406 h 208756"/>
                <a:gd name="connsiteX39" fmla="*/ 72206 w 201283"/>
                <a:gd name="connsiteY39" fmla="*/ 37027 h 208756"/>
                <a:gd name="connsiteX40" fmla="*/ 42813 w 201283"/>
                <a:gd name="connsiteY40" fmla="*/ 37027 h 208756"/>
                <a:gd name="connsiteX41" fmla="*/ 37062 w 201283"/>
                <a:gd name="connsiteY41" fmla="*/ 40219 h 208756"/>
                <a:gd name="connsiteX42" fmla="*/ 37701 w 201283"/>
                <a:gd name="connsiteY42" fmla="*/ 46603 h 208756"/>
                <a:gd name="connsiteX43" fmla="*/ 54314 w 201283"/>
                <a:gd name="connsiteY43" fmla="*/ 70224 h 208756"/>
                <a:gd name="connsiteX44" fmla="*/ 42813 w 201283"/>
                <a:gd name="connsiteY44" fmla="*/ 73416 h 208756"/>
                <a:gd name="connsiteX45" fmla="*/ 161027 w 201283"/>
                <a:gd name="connsiteY45" fmla="*/ 49795 h 208756"/>
                <a:gd name="connsiteX46" fmla="*/ 149525 w 201283"/>
                <a:gd name="connsiteY46" fmla="*/ 65755 h 208756"/>
                <a:gd name="connsiteX47" fmla="*/ 127160 w 201283"/>
                <a:gd name="connsiteY47" fmla="*/ 65755 h 208756"/>
                <a:gd name="connsiteX48" fmla="*/ 138023 w 201283"/>
                <a:gd name="connsiteY48" fmla="*/ 49795 h 208756"/>
                <a:gd name="connsiteX49" fmla="*/ 161027 w 201283"/>
                <a:gd name="connsiteY49" fmla="*/ 49795 h 20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01283" h="208756">
                  <a:moveTo>
                    <a:pt x="194893" y="638"/>
                  </a:moveTo>
                  <a:lnTo>
                    <a:pt x="159110" y="638"/>
                  </a:lnTo>
                  <a:cubicBezTo>
                    <a:pt x="157192" y="638"/>
                    <a:pt x="155276" y="1915"/>
                    <a:pt x="153998" y="3192"/>
                  </a:cubicBezTo>
                  <a:lnTo>
                    <a:pt x="131633" y="36389"/>
                  </a:lnTo>
                  <a:lnTo>
                    <a:pt x="84986" y="36389"/>
                  </a:lnTo>
                  <a:cubicBezTo>
                    <a:pt x="81791" y="15960"/>
                    <a:pt x="63899" y="0"/>
                    <a:pt x="42813" y="0"/>
                  </a:cubicBezTo>
                  <a:cubicBezTo>
                    <a:pt x="19170" y="0"/>
                    <a:pt x="0" y="19152"/>
                    <a:pt x="0" y="42773"/>
                  </a:cubicBezTo>
                  <a:cubicBezTo>
                    <a:pt x="0" y="66394"/>
                    <a:pt x="19170" y="85546"/>
                    <a:pt x="42813" y="85546"/>
                  </a:cubicBezTo>
                  <a:cubicBezTo>
                    <a:pt x="49203" y="85546"/>
                    <a:pt x="55593" y="84269"/>
                    <a:pt x="61343" y="81077"/>
                  </a:cubicBezTo>
                  <a:lnTo>
                    <a:pt x="101600" y="139171"/>
                  </a:lnTo>
                  <a:lnTo>
                    <a:pt x="101600" y="195988"/>
                  </a:lnTo>
                  <a:lnTo>
                    <a:pt x="71567" y="195988"/>
                  </a:lnTo>
                  <a:cubicBezTo>
                    <a:pt x="67733" y="195988"/>
                    <a:pt x="65177" y="198542"/>
                    <a:pt x="65177" y="202372"/>
                  </a:cubicBezTo>
                  <a:cubicBezTo>
                    <a:pt x="65177" y="206203"/>
                    <a:pt x="67733" y="208756"/>
                    <a:pt x="71567" y="208756"/>
                  </a:cubicBezTo>
                  <a:lnTo>
                    <a:pt x="143774" y="208756"/>
                  </a:lnTo>
                  <a:cubicBezTo>
                    <a:pt x="147608" y="208756"/>
                    <a:pt x="150164" y="206203"/>
                    <a:pt x="150164" y="202372"/>
                  </a:cubicBezTo>
                  <a:cubicBezTo>
                    <a:pt x="150164" y="198542"/>
                    <a:pt x="147608" y="195988"/>
                    <a:pt x="143774" y="195988"/>
                  </a:cubicBezTo>
                  <a:lnTo>
                    <a:pt x="113741" y="195988"/>
                  </a:lnTo>
                  <a:lnTo>
                    <a:pt x="113741" y="139171"/>
                  </a:lnTo>
                  <a:lnTo>
                    <a:pt x="177640" y="46603"/>
                  </a:lnTo>
                  <a:cubicBezTo>
                    <a:pt x="178918" y="44688"/>
                    <a:pt x="178918" y="42134"/>
                    <a:pt x="178279" y="40219"/>
                  </a:cubicBezTo>
                  <a:cubicBezTo>
                    <a:pt x="177001" y="38304"/>
                    <a:pt x="175084" y="37027"/>
                    <a:pt x="172528" y="37027"/>
                  </a:cubicBezTo>
                  <a:lnTo>
                    <a:pt x="146330" y="37027"/>
                  </a:lnTo>
                  <a:lnTo>
                    <a:pt x="162305" y="13406"/>
                  </a:lnTo>
                  <a:lnTo>
                    <a:pt x="194893" y="13406"/>
                  </a:lnTo>
                  <a:cubicBezTo>
                    <a:pt x="198727" y="13406"/>
                    <a:pt x="201283" y="10853"/>
                    <a:pt x="201283" y="7022"/>
                  </a:cubicBezTo>
                  <a:cubicBezTo>
                    <a:pt x="201283" y="3192"/>
                    <a:pt x="198727" y="638"/>
                    <a:pt x="194893" y="638"/>
                  </a:cubicBezTo>
                  <a:close/>
                  <a:moveTo>
                    <a:pt x="107990" y="126403"/>
                  </a:moveTo>
                  <a:lnTo>
                    <a:pt x="74762" y="78523"/>
                  </a:lnTo>
                  <a:lnTo>
                    <a:pt x="140579" y="78523"/>
                  </a:lnTo>
                  <a:lnTo>
                    <a:pt x="107990" y="126403"/>
                  </a:lnTo>
                  <a:close/>
                  <a:moveTo>
                    <a:pt x="65816" y="65755"/>
                  </a:moveTo>
                  <a:lnTo>
                    <a:pt x="54314" y="49795"/>
                  </a:lnTo>
                  <a:lnTo>
                    <a:pt x="122048" y="49795"/>
                  </a:lnTo>
                  <a:lnTo>
                    <a:pt x="111185" y="65755"/>
                  </a:lnTo>
                  <a:lnTo>
                    <a:pt x="65816" y="65755"/>
                  </a:lnTo>
                  <a:close/>
                  <a:moveTo>
                    <a:pt x="42813" y="73416"/>
                  </a:moveTo>
                  <a:cubicBezTo>
                    <a:pt x="26199" y="73416"/>
                    <a:pt x="12780" y="60010"/>
                    <a:pt x="12780" y="43411"/>
                  </a:cubicBezTo>
                  <a:cubicBezTo>
                    <a:pt x="12780" y="26813"/>
                    <a:pt x="26199" y="13406"/>
                    <a:pt x="42813" y="13406"/>
                  </a:cubicBezTo>
                  <a:cubicBezTo>
                    <a:pt x="56871" y="13406"/>
                    <a:pt x="69011" y="23621"/>
                    <a:pt x="72206" y="37027"/>
                  </a:cubicBezTo>
                  <a:lnTo>
                    <a:pt x="42813" y="37027"/>
                  </a:lnTo>
                  <a:cubicBezTo>
                    <a:pt x="40257" y="37027"/>
                    <a:pt x="38340" y="38304"/>
                    <a:pt x="37062" y="40219"/>
                  </a:cubicBezTo>
                  <a:cubicBezTo>
                    <a:pt x="35784" y="42134"/>
                    <a:pt x="36423" y="44688"/>
                    <a:pt x="37701" y="46603"/>
                  </a:cubicBezTo>
                  <a:lnTo>
                    <a:pt x="54314" y="70224"/>
                  </a:lnTo>
                  <a:cubicBezTo>
                    <a:pt x="50481" y="72139"/>
                    <a:pt x="46647" y="73416"/>
                    <a:pt x="42813" y="73416"/>
                  </a:cubicBezTo>
                  <a:close/>
                  <a:moveTo>
                    <a:pt x="161027" y="49795"/>
                  </a:moveTo>
                  <a:lnTo>
                    <a:pt x="149525" y="65755"/>
                  </a:lnTo>
                  <a:lnTo>
                    <a:pt x="127160" y="65755"/>
                  </a:lnTo>
                  <a:lnTo>
                    <a:pt x="138023" y="49795"/>
                  </a:lnTo>
                  <a:lnTo>
                    <a:pt x="161027" y="49795"/>
                  </a:lnTo>
                  <a:close/>
                </a:path>
              </a:pathLst>
            </a:custGeom>
            <a:solidFill>
              <a:srgbClr val="046A38"/>
            </a:solidFill>
            <a:ln w="6390" cap="flat">
              <a:noFill/>
              <a:prstDash val="solid"/>
              <a:miter/>
            </a:ln>
          </p:spPr>
          <p:txBody>
            <a:bodyPr rtlCol="0" anchor="ctr"/>
            <a:lstStyle/>
            <a:p>
              <a:endParaRPr lang="en-US"/>
            </a:p>
          </p:txBody>
        </p:sp>
      </p:grpSp>
      <p:grpSp>
        <p:nvGrpSpPr>
          <p:cNvPr id="1066" name="Graphic 4">
            <a:extLst>
              <a:ext uri="{FF2B5EF4-FFF2-40B4-BE49-F238E27FC236}">
                <a16:creationId xmlns:a16="http://schemas.microsoft.com/office/drawing/2014/main" id="{5AAA9F92-8E0D-9E4F-99BC-EEAC7BB620BB}"/>
              </a:ext>
            </a:extLst>
          </p:cNvPr>
          <p:cNvGrpSpPr/>
          <p:nvPr/>
        </p:nvGrpSpPr>
        <p:grpSpPr>
          <a:xfrm>
            <a:off x="2998797" y="1893013"/>
            <a:ext cx="361670" cy="361333"/>
            <a:chOff x="2998797" y="1893013"/>
            <a:chExt cx="361670" cy="361333"/>
          </a:xfrm>
          <a:solidFill>
            <a:srgbClr val="046A38"/>
          </a:solidFill>
        </p:grpSpPr>
        <p:sp>
          <p:nvSpPr>
            <p:cNvPr id="1067" name="Graphic 4">
              <a:extLst>
                <a:ext uri="{FF2B5EF4-FFF2-40B4-BE49-F238E27FC236}">
                  <a16:creationId xmlns:a16="http://schemas.microsoft.com/office/drawing/2014/main" id="{03DFC42B-18C0-D942-B95F-8BC0F303405F}"/>
                </a:ext>
              </a:extLst>
            </p:cNvPr>
            <p:cNvSpPr/>
            <p:nvPr/>
          </p:nvSpPr>
          <p:spPr>
            <a:xfrm>
              <a:off x="3133625" y="2018777"/>
              <a:ext cx="67733" cy="15959"/>
            </a:xfrm>
            <a:custGeom>
              <a:avLst/>
              <a:gdLst>
                <a:gd name="connsiteX0" fmla="*/ 0 w 67733"/>
                <a:gd name="connsiteY0" fmla="*/ 0 h 15959"/>
                <a:gd name="connsiteX1" fmla="*/ 11502 w 67733"/>
                <a:gd name="connsiteY1" fmla="*/ 15960 h 15959"/>
                <a:gd name="connsiteX2" fmla="*/ 56870 w 67733"/>
                <a:gd name="connsiteY2" fmla="*/ 15960 h 15959"/>
                <a:gd name="connsiteX3" fmla="*/ 67733 w 67733"/>
                <a:gd name="connsiteY3" fmla="*/ 0 h 15959"/>
              </a:gdLst>
              <a:ahLst/>
              <a:cxnLst>
                <a:cxn ang="0">
                  <a:pos x="connsiteX0" y="connsiteY0"/>
                </a:cxn>
                <a:cxn ang="0">
                  <a:pos x="connsiteX1" y="connsiteY1"/>
                </a:cxn>
                <a:cxn ang="0">
                  <a:pos x="connsiteX2" y="connsiteY2"/>
                </a:cxn>
                <a:cxn ang="0">
                  <a:pos x="connsiteX3" y="connsiteY3"/>
                </a:cxn>
              </a:cxnLst>
              <a:rect l="l" t="t" r="r" b="b"/>
              <a:pathLst>
                <a:path w="67733" h="15959">
                  <a:moveTo>
                    <a:pt x="0" y="0"/>
                  </a:moveTo>
                  <a:lnTo>
                    <a:pt x="11502" y="15960"/>
                  </a:lnTo>
                  <a:lnTo>
                    <a:pt x="56870" y="15960"/>
                  </a:lnTo>
                  <a:lnTo>
                    <a:pt x="67733" y="0"/>
                  </a:lnTo>
                  <a:close/>
                </a:path>
              </a:pathLst>
            </a:custGeom>
            <a:solidFill>
              <a:srgbClr val="046A38"/>
            </a:solidFill>
            <a:ln w="6390" cap="flat">
              <a:noFill/>
              <a:prstDash val="solid"/>
              <a:miter/>
            </a:ln>
          </p:spPr>
          <p:txBody>
            <a:bodyPr rtlCol="0" anchor="ctr"/>
            <a:lstStyle/>
            <a:p>
              <a:endParaRPr lang="en-US"/>
            </a:p>
          </p:txBody>
        </p:sp>
        <p:sp>
          <p:nvSpPr>
            <p:cNvPr id="1068" name="Graphic 4">
              <a:extLst>
                <a:ext uri="{FF2B5EF4-FFF2-40B4-BE49-F238E27FC236}">
                  <a16:creationId xmlns:a16="http://schemas.microsoft.com/office/drawing/2014/main" id="{7D37876B-F9D8-9842-8250-2FAC41EC4F98}"/>
                </a:ext>
              </a:extLst>
            </p:cNvPr>
            <p:cNvSpPr/>
            <p:nvPr/>
          </p:nvSpPr>
          <p:spPr>
            <a:xfrm>
              <a:off x="3091451" y="1982389"/>
              <a:ext cx="59426" cy="60009"/>
            </a:xfrm>
            <a:custGeom>
              <a:avLst/>
              <a:gdLst>
                <a:gd name="connsiteX0" fmla="*/ 24282 w 59426"/>
                <a:gd name="connsiteY0" fmla="*/ 26813 h 60009"/>
                <a:gd name="connsiteX1" fmla="*/ 30033 w 59426"/>
                <a:gd name="connsiteY1" fmla="*/ 23621 h 60009"/>
                <a:gd name="connsiteX2" fmla="*/ 59427 w 59426"/>
                <a:gd name="connsiteY2" fmla="*/ 23621 h 60009"/>
                <a:gd name="connsiteX3" fmla="*/ 30033 w 59426"/>
                <a:gd name="connsiteY3" fmla="*/ 0 h 60009"/>
                <a:gd name="connsiteX4" fmla="*/ 0 w 59426"/>
                <a:gd name="connsiteY4" fmla="*/ 30005 h 60009"/>
                <a:gd name="connsiteX5" fmla="*/ 30033 w 59426"/>
                <a:gd name="connsiteY5" fmla="*/ 60009 h 60009"/>
                <a:gd name="connsiteX6" fmla="*/ 41535 w 59426"/>
                <a:gd name="connsiteY6" fmla="*/ 57456 h 60009"/>
                <a:gd name="connsiteX7" fmla="*/ 24921 w 59426"/>
                <a:gd name="connsiteY7" fmla="*/ 33835 h 60009"/>
                <a:gd name="connsiteX8" fmla="*/ 24282 w 59426"/>
                <a:gd name="connsiteY8" fmla="*/ 26813 h 60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426" h="60009">
                  <a:moveTo>
                    <a:pt x="24282" y="26813"/>
                  </a:moveTo>
                  <a:cubicBezTo>
                    <a:pt x="25560" y="24897"/>
                    <a:pt x="27477" y="23621"/>
                    <a:pt x="30033" y="23621"/>
                  </a:cubicBezTo>
                  <a:lnTo>
                    <a:pt x="59427" y="23621"/>
                  </a:lnTo>
                  <a:cubicBezTo>
                    <a:pt x="56232" y="10214"/>
                    <a:pt x="44730" y="0"/>
                    <a:pt x="30033" y="0"/>
                  </a:cubicBezTo>
                  <a:cubicBezTo>
                    <a:pt x="13419" y="0"/>
                    <a:pt x="0" y="13406"/>
                    <a:pt x="0" y="30005"/>
                  </a:cubicBezTo>
                  <a:cubicBezTo>
                    <a:pt x="0" y="46603"/>
                    <a:pt x="13419" y="60009"/>
                    <a:pt x="30033" y="60009"/>
                  </a:cubicBezTo>
                  <a:cubicBezTo>
                    <a:pt x="33867" y="60009"/>
                    <a:pt x="37701" y="59371"/>
                    <a:pt x="41535" y="57456"/>
                  </a:cubicBezTo>
                  <a:lnTo>
                    <a:pt x="24921" y="33835"/>
                  </a:lnTo>
                  <a:cubicBezTo>
                    <a:pt x="23643" y="31920"/>
                    <a:pt x="23643" y="29366"/>
                    <a:pt x="24282" y="26813"/>
                  </a:cubicBezTo>
                  <a:close/>
                </a:path>
              </a:pathLst>
            </a:custGeom>
            <a:solidFill>
              <a:srgbClr val="046A38"/>
            </a:solidFill>
            <a:ln w="6390" cap="flat">
              <a:noFill/>
              <a:prstDash val="solid"/>
              <a:miter/>
            </a:ln>
          </p:spPr>
          <p:txBody>
            <a:bodyPr rtlCol="0" anchor="ctr"/>
            <a:lstStyle/>
            <a:p>
              <a:endParaRPr lang="en-US"/>
            </a:p>
          </p:txBody>
        </p:sp>
        <p:sp>
          <p:nvSpPr>
            <p:cNvPr id="1069" name="Graphic 4">
              <a:extLst>
                <a:ext uri="{FF2B5EF4-FFF2-40B4-BE49-F238E27FC236}">
                  <a16:creationId xmlns:a16="http://schemas.microsoft.com/office/drawing/2014/main" id="{3341A42B-1399-8B46-B45E-877886C4D0AE}"/>
                </a:ext>
              </a:extLst>
            </p:cNvPr>
            <p:cNvSpPr/>
            <p:nvPr/>
          </p:nvSpPr>
          <p:spPr>
            <a:xfrm>
              <a:off x="3154072" y="2047505"/>
              <a:ext cx="65816" cy="47879"/>
            </a:xfrm>
            <a:custGeom>
              <a:avLst/>
              <a:gdLst>
                <a:gd name="connsiteX0" fmla="*/ 0 w 65816"/>
                <a:gd name="connsiteY0" fmla="*/ 0 h 47879"/>
                <a:gd name="connsiteX1" fmla="*/ 32589 w 65816"/>
                <a:gd name="connsiteY1" fmla="*/ 47880 h 47879"/>
                <a:gd name="connsiteX2" fmla="*/ 65816 w 65816"/>
                <a:gd name="connsiteY2" fmla="*/ 0 h 47879"/>
              </a:gdLst>
              <a:ahLst/>
              <a:cxnLst>
                <a:cxn ang="0">
                  <a:pos x="connsiteX0" y="connsiteY0"/>
                </a:cxn>
                <a:cxn ang="0">
                  <a:pos x="connsiteX1" y="connsiteY1"/>
                </a:cxn>
                <a:cxn ang="0">
                  <a:pos x="connsiteX2" y="connsiteY2"/>
                </a:cxn>
              </a:cxnLst>
              <a:rect l="l" t="t" r="r" b="b"/>
              <a:pathLst>
                <a:path w="65816" h="47879">
                  <a:moveTo>
                    <a:pt x="0" y="0"/>
                  </a:moveTo>
                  <a:lnTo>
                    <a:pt x="32589" y="47880"/>
                  </a:lnTo>
                  <a:lnTo>
                    <a:pt x="65816" y="0"/>
                  </a:lnTo>
                  <a:close/>
                </a:path>
              </a:pathLst>
            </a:custGeom>
            <a:solidFill>
              <a:srgbClr val="046A38"/>
            </a:solidFill>
            <a:ln w="6390" cap="flat">
              <a:noFill/>
              <a:prstDash val="solid"/>
              <a:miter/>
            </a:ln>
          </p:spPr>
          <p:txBody>
            <a:bodyPr rtlCol="0" anchor="ctr"/>
            <a:lstStyle/>
            <a:p>
              <a:endParaRPr lang="en-US"/>
            </a:p>
          </p:txBody>
        </p:sp>
        <p:sp>
          <p:nvSpPr>
            <p:cNvPr id="1070" name="Graphic 4">
              <a:extLst>
                <a:ext uri="{FF2B5EF4-FFF2-40B4-BE49-F238E27FC236}">
                  <a16:creationId xmlns:a16="http://schemas.microsoft.com/office/drawing/2014/main" id="{26F7B330-1334-204D-B331-2CE39BB01DFD}"/>
                </a:ext>
              </a:extLst>
            </p:cNvPr>
            <p:cNvSpPr/>
            <p:nvPr/>
          </p:nvSpPr>
          <p:spPr>
            <a:xfrm>
              <a:off x="2998797"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75407 w 361670"/>
                <a:gd name="connsiteY5" fmla="*/ 89376 h 361333"/>
                <a:gd name="connsiteX6" fmla="*/ 242818 w 361670"/>
                <a:gd name="connsiteY6" fmla="*/ 89376 h 361333"/>
                <a:gd name="connsiteX7" fmla="*/ 226843 w 361670"/>
                <a:gd name="connsiteY7" fmla="*/ 112997 h 361333"/>
                <a:gd name="connsiteX8" fmla="*/ 253042 w 361670"/>
                <a:gd name="connsiteY8" fmla="*/ 112997 h 361333"/>
                <a:gd name="connsiteX9" fmla="*/ 258792 w 361670"/>
                <a:gd name="connsiteY9" fmla="*/ 116189 h 361333"/>
                <a:gd name="connsiteX10" fmla="*/ 258154 w 361670"/>
                <a:gd name="connsiteY10" fmla="*/ 122573 h 361333"/>
                <a:gd name="connsiteX11" fmla="*/ 194254 w 361670"/>
                <a:gd name="connsiteY11" fmla="*/ 215140 h 361333"/>
                <a:gd name="connsiteX12" fmla="*/ 194254 w 361670"/>
                <a:gd name="connsiteY12" fmla="*/ 271958 h 361333"/>
                <a:gd name="connsiteX13" fmla="*/ 224287 w 361670"/>
                <a:gd name="connsiteY13" fmla="*/ 271958 h 361333"/>
                <a:gd name="connsiteX14" fmla="*/ 230677 w 361670"/>
                <a:gd name="connsiteY14" fmla="*/ 278342 h 361333"/>
                <a:gd name="connsiteX15" fmla="*/ 224287 w 361670"/>
                <a:gd name="connsiteY15" fmla="*/ 284726 h 361333"/>
                <a:gd name="connsiteX16" fmla="*/ 152081 w 361670"/>
                <a:gd name="connsiteY16" fmla="*/ 284726 h 361333"/>
                <a:gd name="connsiteX17" fmla="*/ 145691 w 361670"/>
                <a:gd name="connsiteY17" fmla="*/ 278342 h 361333"/>
                <a:gd name="connsiteX18" fmla="*/ 152081 w 361670"/>
                <a:gd name="connsiteY18" fmla="*/ 271958 h 361333"/>
                <a:gd name="connsiteX19" fmla="*/ 182113 w 361670"/>
                <a:gd name="connsiteY19" fmla="*/ 271958 h 361333"/>
                <a:gd name="connsiteX20" fmla="*/ 182113 w 361670"/>
                <a:gd name="connsiteY20" fmla="*/ 215140 h 361333"/>
                <a:gd name="connsiteX21" fmla="*/ 141857 w 361670"/>
                <a:gd name="connsiteY21" fmla="*/ 157046 h 361333"/>
                <a:gd name="connsiteX22" fmla="*/ 123326 w 361670"/>
                <a:gd name="connsiteY22" fmla="*/ 161515 h 361333"/>
                <a:gd name="connsiteX23" fmla="*/ 80513 w 361670"/>
                <a:gd name="connsiteY23" fmla="*/ 118742 h 361333"/>
                <a:gd name="connsiteX24" fmla="*/ 123326 w 361670"/>
                <a:gd name="connsiteY24" fmla="*/ 75969 h 361333"/>
                <a:gd name="connsiteX25" fmla="*/ 165500 w 361670"/>
                <a:gd name="connsiteY25" fmla="*/ 112358 h 361333"/>
                <a:gd name="connsiteX26" fmla="*/ 212146 w 361670"/>
                <a:gd name="connsiteY26" fmla="*/ 112358 h 361333"/>
                <a:gd name="connsiteX27" fmla="*/ 234511 w 361670"/>
                <a:gd name="connsiteY27" fmla="*/ 79161 h 361333"/>
                <a:gd name="connsiteX28" fmla="*/ 239623 w 361670"/>
                <a:gd name="connsiteY28" fmla="*/ 76608 h 361333"/>
                <a:gd name="connsiteX29" fmla="*/ 275407 w 361670"/>
                <a:gd name="connsiteY29" fmla="*/ 76608 h 361333"/>
                <a:gd name="connsiteX30" fmla="*/ 281796 w 361670"/>
                <a:gd name="connsiteY30" fmla="*/ 82992 h 361333"/>
                <a:gd name="connsiteX31" fmla="*/ 275407 w 361670"/>
                <a:gd name="connsiteY31" fmla="*/ 8937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1" y="280257"/>
                    <a:pt x="361671" y="180667"/>
                  </a:cubicBezTo>
                  <a:cubicBezTo>
                    <a:pt x="361671" y="81077"/>
                    <a:pt x="281157" y="0"/>
                    <a:pt x="180835" y="0"/>
                  </a:cubicBezTo>
                  <a:close/>
                  <a:moveTo>
                    <a:pt x="275407" y="89376"/>
                  </a:moveTo>
                  <a:lnTo>
                    <a:pt x="242818" y="89376"/>
                  </a:lnTo>
                  <a:lnTo>
                    <a:pt x="226843" y="112997"/>
                  </a:lnTo>
                  <a:lnTo>
                    <a:pt x="253042" y="112997"/>
                  </a:lnTo>
                  <a:cubicBezTo>
                    <a:pt x="255597" y="112997"/>
                    <a:pt x="257515" y="114273"/>
                    <a:pt x="258792" y="116189"/>
                  </a:cubicBezTo>
                  <a:cubicBezTo>
                    <a:pt x="260071" y="118104"/>
                    <a:pt x="259431" y="120657"/>
                    <a:pt x="258154" y="122573"/>
                  </a:cubicBezTo>
                  <a:lnTo>
                    <a:pt x="194254" y="215140"/>
                  </a:lnTo>
                  <a:lnTo>
                    <a:pt x="194254" y="271958"/>
                  </a:lnTo>
                  <a:lnTo>
                    <a:pt x="224287" y="271958"/>
                  </a:lnTo>
                  <a:cubicBezTo>
                    <a:pt x="228121" y="271958"/>
                    <a:pt x="230677" y="274511"/>
                    <a:pt x="230677" y="278342"/>
                  </a:cubicBezTo>
                  <a:cubicBezTo>
                    <a:pt x="230677" y="282172"/>
                    <a:pt x="228121" y="284726"/>
                    <a:pt x="224287" y="284726"/>
                  </a:cubicBezTo>
                  <a:lnTo>
                    <a:pt x="152081" y="284726"/>
                  </a:lnTo>
                  <a:cubicBezTo>
                    <a:pt x="148247" y="284726"/>
                    <a:pt x="145691" y="282172"/>
                    <a:pt x="145691" y="278342"/>
                  </a:cubicBezTo>
                  <a:cubicBezTo>
                    <a:pt x="145691" y="274511"/>
                    <a:pt x="148247" y="271958"/>
                    <a:pt x="152081" y="271958"/>
                  </a:cubicBezTo>
                  <a:lnTo>
                    <a:pt x="182113" y="271958"/>
                  </a:lnTo>
                  <a:lnTo>
                    <a:pt x="182113" y="215140"/>
                  </a:lnTo>
                  <a:lnTo>
                    <a:pt x="141857" y="157046"/>
                  </a:lnTo>
                  <a:cubicBezTo>
                    <a:pt x="136106" y="159600"/>
                    <a:pt x="129716" y="161515"/>
                    <a:pt x="123326" y="161515"/>
                  </a:cubicBezTo>
                  <a:cubicBezTo>
                    <a:pt x="99683" y="161515"/>
                    <a:pt x="80513" y="142363"/>
                    <a:pt x="80513" y="118742"/>
                  </a:cubicBezTo>
                  <a:cubicBezTo>
                    <a:pt x="80513" y="95121"/>
                    <a:pt x="99683" y="75969"/>
                    <a:pt x="123326" y="75969"/>
                  </a:cubicBezTo>
                  <a:cubicBezTo>
                    <a:pt x="144413" y="75969"/>
                    <a:pt x="162305" y="91929"/>
                    <a:pt x="165500" y="112358"/>
                  </a:cubicBezTo>
                  <a:lnTo>
                    <a:pt x="212146" y="112358"/>
                  </a:lnTo>
                  <a:lnTo>
                    <a:pt x="234511" y="79161"/>
                  </a:lnTo>
                  <a:cubicBezTo>
                    <a:pt x="235789" y="77246"/>
                    <a:pt x="237706" y="76608"/>
                    <a:pt x="239623" y="76608"/>
                  </a:cubicBezTo>
                  <a:lnTo>
                    <a:pt x="275407" y="76608"/>
                  </a:lnTo>
                  <a:cubicBezTo>
                    <a:pt x="279240" y="76608"/>
                    <a:pt x="281796" y="79161"/>
                    <a:pt x="281796" y="82992"/>
                  </a:cubicBezTo>
                  <a:cubicBezTo>
                    <a:pt x="281796" y="86822"/>
                    <a:pt x="278602" y="89376"/>
                    <a:pt x="275407" y="89376"/>
                  </a:cubicBezTo>
                  <a:close/>
                </a:path>
              </a:pathLst>
            </a:custGeom>
            <a:solidFill>
              <a:srgbClr val="046A38"/>
            </a:solidFill>
            <a:ln w="6390" cap="flat">
              <a:noFill/>
              <a:prstDash val="solid"/>
              <a:miter/>
            </a:ln>
          </p:spPr>
          <p:txBody>
            <a:bodyPr rtlCol="0" anchor="ctr"/>
            <a:lstStyle/>
            <a:p>
              <a:endParaRPr lang="en-US"/>
            </a:p>
          </p:txBody>
        </p:sp>
        <p:sp>
          <p:nvSpPr>
            <p:cNvPr id="1071" name="Graphic 4">
              <a:extLst>
                <a:ext uri="{FF2B5EF4-FFF2-40B4-BE49-F238E27FC236}">
                  <a16:creationId xmlns:a16="http://schemas.microsoft.com/office/drawing/2014/main" id="{9C2EFC17-ACB6-6046-96E9-DCA307CA6247}"/>
                </a:ext>
              </a:extLst>
            </p:cNvPr>
            <p:cNvSpPr/>
            <p:nvPr/>
          </p:nvSpPr>
          <p:spPr>
            <a:xfrm>
              <a:off x="3205831" y="2018777"/>
              <a:ext cx="33866" cy="15959"/>
            </a:xfrm>
            <a:custGeom>
              <a:avLst/>
              <a:gdLst>
                <a:gd name="connsiteX0" fmla="*/ 23004 w 33866"/>
                <a:gd name="connsiteY0" fmla="*/ 15960 h 15959"/>
                <a:gd name="connsiteX1" fmla="*/ 33867 w 33866"/>
                <a:gd name="connsiteY1" fmla="*/ 0 h 15959"/>
                <a:gd name="connsiteX2" fmla="*/ 11502 w 33866"/>
                <a:gd name="connsiteY2" fmla="*/ 0 h 15959"/>
                <a:gd name="connsiteX3" fmla="*/ 0 w 33866"/>
                <a:gd name="connsiteY3" fmla="*/ 15960 h 15959"/>
              </a:gdLst>
              <a:ahLst/>
              <a:cxnLst>
                <a:cxn ang="0">
                  <a:pos x="connsiteX0" y="connsiteY0"/>
                </a:cxn>
                <a:cxn ang="0">
                  <a:pos x="connsiteX1" y="connsiteY1"/>
                </a:cxn>
                <a:cxn ang="0">
                  <a:pos x="connsiteX2" y="connsiteY2"/>
                </a:cxn>
                <a:cxn ang="0">
                  <a:pos x="connsiteX3" y="connsiteY3"/>
                </a:cxn>
              </a:cxnLst>
              <a:rect l="l" t="t" r="r" b="b"/>
              <a:pathLst>
                <a:path w="33866" h="15959">
                  <a:moveTo>
                    <a:pt x="23004" y="15960"/>
                  </a:moveTo>
                  <a:lnTo>
                    <a:pt x="33867" y="0"/>
                  </a:lnTo>
                  <a:lnTo>
                    <a:pt x="11502" y="0"/>
                  </a:lnTo>
                  <a:lnTo>
                    <a:pt x="0" y="15960"/>
                  </a:lnTo>
                  <a:close/>
                </a:path>
              </a:pathLst>
            </a:custGeom>
            <a:solidFill>
              <a:srgbClr val="046A38"/>
            </a:solidFill>
            <a:ln w="6390" cap="flat">
              <a:noFill/>
              <a:prstDash val="solid"/>
              <a:miter/>
            </a:ln>
          </p:spPr>
          <p:txBody>
            <a:bodyPr rtlCol="0" anchor="ctr"/>
            <a:lstStyle/>
            <a:p>
              <a:endParaRPr lang="en-US"/>
            </a:p>
          </p:txBody>
        </p:sp>
      </p:grpSp>
      <p:grpSp>
        <p:nvGrpSpPr>
          <p:cNvPr id="1072" name="Graphic 4">
            <a:extLst>
              <a:ext uri="{FF2B5EF4-FFF2-40B4-BE49-F238E27FC236}">
                <a16:creationId xmlns:a16="http://schemas.microsoft.com/office/drawing/2014/main" id="{78119FE2-698B-F74F-9418-C486FCB86DB3}"/>
              </a:ext>
            </a:extLst>
          </p:cNvPr>
          <p:cNvGrpSpPr/>
          <p:nvPr/>
        </p:nvGrpSpPr>
        <p:grpSpPr>
          <a:xfrm>
            <a:off x="467743" y="4792617"/>
            <a:ext cx="361670" cy="361333"/>
            <a:chOff x="467743" y="4792617"/>
            <a:chExt cx="361670" cy="361333"/>
          </a:xfrm>
          <a:solidFill>
            <a:srgbClr val="046A38"/>
          </a:solidFill>
        </p:grpSpPr>
        <p:sp>
          <p:nvSpPr>
            <p:cNvPr id="1073" name="Graphic 4">
              <a:extLst>
                <a:ext uri="{FF2B5EF4-FFF2-40B4-BE49-F238E27FC236}">
                  <a16:creationId xmlns:a16="http://schemas.microsoft.com/office/drawing/2014/main" id="{75F5F5FE-3F6A-F648-8FE8-6E9FE605703F}"/>
                </a:ext>
              </a:extLst>
            </p:cNvPr>
            <p:cNvSpPr/>
            <p:nvPr/>
          </p:nvSpPr>
          <p:spPr>
            <a:xfrm>
              <a:off x="467743"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4"/>
                    <a:pt x="180835" y="361334"/>
                  </a:cubicBezTo>
                  <a:cubicBezTo>
                    <a:pt x="281157" y="361334"/>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074" name="Graphic 4">
              <a:extLst>
                <a:ext uri="{FF2B5EF4-FFF2-40B4-BE49-F238E27FC236}">
                  <a16:creationId xmlns:a16="http://schemas.microsoft.com/office/drawing/2014/main" id="{8378C72C-8009-5D42-9396-9A8028D301A1}"/>
                </a:ext>
              </a:extLst>
            </p:cNvPr>
            <p:cNvSpPr/>
            <p:nvPr/>
          </p:nvSpPr>
          <p:spPr>
            <a:xfrm>
              <a:off x="549198" y="4872017"/>
              <a:ext cx="199824" cy="202772"/>
            </a:xfrm>
            <a:custGeom>
              <a:avLst/>
              <a:gdLst>
                <a:gd name="connsiteX0" fmla="*/ 190756 w 199824"/>
                <a:gd name="connsiteY0" fmla="*/ 181067 h 202772"/>
                <a:gd name="connsiteX1" fmla="*/ 179254 w 199824"/>
                <a:gd name="connsiteY1" fmla="*/ 184259 h 202772"/>
                <a:gd name="connsiteX2" fmla="*/ 165196 w 199824"/>
                <a:gd name="connsiteY2" fmla="*/ 136379 h 202772"/>
                <a:gd name="connsiteX3" fmla="*/ 159446 w 199824"/>
                <a:gd name="connsiteY3" fmla="*/ 4230 h 202772"/>
                <a:gd name="connsiteX4" fmla="*/ 151778 w 199824"/>
                <a:gd name="connsiteY4" fmla="*/ 400 h 202772"/>
                <a:gd name="connsiteX5" fmla="*/ 101936 w 199824"/>
                <a:gd name="connsiteY5" fmla="*/ 15721 h 202772"/>
                <a:gd name="connsiteX6" fmla="*/ 99380 w 199824"/>
                <a:gd name="connsiteY6" fmla="*/ 17637 h 202772"/>
                <a:gd name="connsiteX7" fmla="*/ 96824 w 199824"/>
                <a:gd name="connsiteY7" fmla="*/ 15721 h 202772"/>
                <a:gd name="connsiteX8" fmla="*/ 46983 w 199824"/>
                <a:gd name="connsiteY8" fmla="*/ 400 h 202772"/>
                <a:gd name="connsiteX9" fmla="*/ 39315 w 199824"/>
                <a:gd name="connsiteY9" fmla="*/ 4230 h 202772"/>
                <a:gd name="connsiteX10" fmla="*/ 33564 w 199824"/>
                <a:gd name="connsiteY10" fmla="*/ 136379 h 202772"/>
                <a:gd name="connsiteX11" fmla="*/ 19506 w 199824"/>
                <a:gd name="connsiteY11" fmla="*/ 184259 h 202772"/>
                <a:gd name="connsiteX12" fmla="*/ 8004 w 199824"/>
                <a:gd name="connsiteY12" fmla="*/ 181067 h 202772"/>
                <a:gd name="connsiteX13" fmla="*/ 336 w 199824"/>
                <a:gd name="connsiteY13" fmla="*/ 185535 h 202772"/>
                <a:gd name="connsiteX14" fmla="*/ 4809 w 199824"/>
                <a:gd name="connsiteY14" fmla="*/ 193196 h 202772"/>
                <a:gd name="connsiteX15" fmla="*/ 39315 w 199824"/>
                <a:gd name="connsiteY15" fmla="*/ 202772 h 202772"/>
                <a:gd name="connsiteX16" fmla="*/ 41232 w 199824"/>
                <a:gd name="connsiteY16" fmla="*/ 202772 h 202772"/>
                <a:gd name="connsiteX17" fmla="*/ 47622 w 199824"/>
                <a:gd name="connsiteY17" fmla="*/ 198303 h 202772"/>
                <a:gd name="connsiteX18" fmla="*/ 43149 w 199824"/>
                <a:gd name="connsiteY18" fmla="*/ 190643 h 202772"/>
                <a:gd name="connsiteX19" fmla="*/ 32286 w 199824"/>
                <a:gd name="connsiteY19" fmla="*/ 187451 h 202772"/>
                <a:gd name="connsiteX20" fmla="*/ 46344 w 199824"/>
                <a:gd name="connsiteY20" fmla="*/ 137655 h 202772"/>
                <a:gd name="connsiteX21" fmla="*/ 100019 w 199824"/>
                <a:gd name="connsiteY21" fmla="*/ 36150 h 202772"/>
                <a:gd name="connsiteX22" fmla="*/ 153695 w 199824"/>
                <a:gd name="connsiteY22" fmla="*/ 137655 h 202772"/>
                <a:gd name="connsiteX23" fmla="*/ 167752 w 199824"/>
                <a:gd name="connsiteY23" fmla="*/ 187451 h 202772"/>
                <a:gd name="connsiteX24" fmla="*/ 156890 w 199824"/>
                <a:gd name="connsiteY24" fmla="*/ 190643 h 202772"/>
                <a:gd name="connsiteX25" fmla="*/ 152417 w 199824"/>
                <a:gd name="connsiteY25" fmla="*/ 198303 h 202772"/>
                <a:gd name="connsiteX26" fmla="*/ 158807 w 199824"/>
                <a:gd name="connsiteY26" fmla="*/ 202772 h 202772"/>
                <a:gd name="connsiteX27" fmla="*/ 160723 w 199824"/>
                <a:gd name="connsiteY27" fmla="*/ 202772 h 202772"/>
                <a:gd name="connsiteX28" fmla="*/ 195229 w 199824"/>
                <a:gd name="connsiteY28" fmla="*/ 193196 h 202772"/>
                <a:gd name="connsiteX29" fmla="*/ 199702 w 199824"/>
                <a:gd name="connsiteY29" fmla="*/ 185535 h 202772"/>
                <a:gd name="connsiteX30" fmla="*/ 190756 w 199824"/>
                <a:gd name="connsiteY30" fmla="*/ 181067 h 202772"/>
                <a:gd name="connsiteX31" fmla="*/ 48261 w 199824"/>
                <a:gd name="connsiteY31" fmla="*/ 14445 h 202772"/>
                <a:gd name="connsiteX32" fmla="*/ 87878 w 199824"/>
                <a:gd name="connsiteY32" fmla="*/ 26574 h 202772"/>
                <a:gd name="connsiteX33" fmla="*/ 84683 w 199824"/>
                <a:gd name="connsiteY33" fmla="*/ 47641 h 202772"/>
                <a:gd name="connsiteX34" fmla="*/ 38676 w 199824"/>
                <a:gd name="connsiteY34" fmla="*/ 44449 h 202772"/>
                <a:gd name="connsiteX35" fmla="*/ 48261 w 199824"/>
                <a:gd name="connsiteY35" fmla="*/ 14445 h 202772"/>
                <a:gd name="connsiteX36" fmla="*/ 40593 w 199824"/>
                <a:gd name="connsiteY36" fmla="*/ 126164 h 202772"/>
                <a:gd name="connsiteX37" fmla="*/ 34842 w 199824"/>
                <a:gd name="connsiteY37" fmla="*/ 56579 h 202772"/>
                <a:gd name="connsiteX38" fmla="*/ 80849 w 199824"/>
                <a:gd name="connsiteY38" fmla="*/ 59771 h 202772"/>
                <a:gd name="connsiteX39" fmla="*/ 40593 w 199824"/>
                <a:gd name="connsiteY39" fmla="*/ 126164 h 202772"/>
                <a:gd name="connsiteX40" fmla="*/ 150500 w 199824"/>
                <a:gd name="connsiteY40" fmla="*/ 14445 h 202772"/>
                <a:gd name="connsiteX41" fmla="*/ 160085 w 199824"/>
                <a:gd name="connsiteY41" fmla="*/ 43811 h 202772"/>
                <a:gd name="connsiteX42" fmla="*/ 114077 w 199824"/>
                <a:gd name="connsiteY42" fmla="*/ 47003 h 202772"/>
                <a:gd name="connsiteX43" fmla="*/ 110882 w 199824"/>
                <a:gd name="connsiteY43" fmla="*/ 25936 h 202772"/>
                <a:gd name="connsiteX44" fmla="*/ 150500 w 199824"/>
                <a:gd name="connsiteY44" fmla="*/ 14445 h 202772"/>
                <a:gd name="connsiteX45" fmla="*/ 117272 w 199824"/>
                <a:gd name="connsiteY45" fmla="*/ 59771 h 202772"/>
                <a:gd name="connsiteX46" fmla="*/ 163279 w 199824"/>
                <a:gd name="connsiteY46" fmla="*/ 56579 h 202772"/>
                <a:gd name="connsiteX47" fmla="*/ 157529 w 199824"/>
                <a:gd name="connsiteY47" fmla="*/ 126164 h 202772"/>
                <a:gd name="connsiteX48" fmla="*/ 117272 w 199824"/>
                <a:gd name="connsiteY48" fmla="*/ 59771 h 20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99824" h="202772">
                  <a:moveTo>
                    <a:pt x="190756" y="181067"/>
                  </a:moveTo>
                  <a:lnTo>
                    <a:pt x="179254" y="184259"/>
                  </a:lnTo>
                  <a:lnTo>
                    <a:pt x="165196" y="136379"/>
                  </a:lnTo>
                  <a:cubicBezTo>
                    <a:pt x="176059" y="127441"/>
                    <a:pt x="195868" y="97436"/>
                    <a:pt x="159446" y="4230"/>
                  </a:cubicBezTo>
                  <a:cubicBezTo>
                    <a:pt x="158168" y="1038"/>
                    <a:pt x="154973" y="-238"/>
                    <a:pt x="151778" y="400"/>
                  </a:cubicBezTo>
                  <a:lnTo>
                    <a:pt x="101936" y="15721"/>
                  </a:lnTo>
                  <a:cubicBezTo>
                    <a:pt x="100658" y="16360"/>
                    <a:pt x="100019" y="16998"/>
                    <a:pt x="99380" y="17637"/>
                  </a:cubicBezTo>
                  <a:cubicBezTo>
                    <a:pt x="98741" y="16998"/>
                    <a:pt x="97463" y="16360"/>
                    <a:pt x="96824" y="15721"/>
                  </a:cubicBezTo>
                  <a:lnTo>
                    <a:pt x="46983" y="400"/>
                  </a:lnTo>
                  <a:cubicBezTo>
                    <a:pt x="43788" y="-877"/>
                    <a:pt x="40593" y="1038"/>
                    <a:pt x="39315" y="4230"/>
                  </a:cubicBezTo>
                  <a:cubicBezTo>
                    <a:pt x="2892" y="97436"/>
                    <a:pt x="22701" y="127441"/>
                    <a:pt x="33564" y="136379"/>
                  </a:cubicBezTo>
                  <a:lnTo>
                    <a:pt x="19506" y="184259"/>
                  </a:lnTo>
                  <a:lnTo>
                    <a:pt x="8004" y="181067"/>
                  </a:lnTo>
                  <a:cubicBezTo>
                    <a:pt x="4809" y="179790"/>
                    <a:pt x="975" y="182343"/>
                    <a:pt x="336" y="185535"/>
                  </a:cubicBezTo>
                  <a:cubicBezTo>
                    <a:pt x="-942" y="188727"/>
                    <a:pt x="1614" y="192558"/>
                    <a:pt x="4809" y="193196"/>
                  </a:cubicBezTo>
                  <a:lnTo>
                    <a:pt x="39315" y="202772"/>
                  </a:lnTo>
                  <a:cubicBezTo>
                    <a:pt x="39954" y="202772"/>
                    <a:pt x="40593" y="202772"/>
                    <a:pt x="41232" y="202772"/>
                  </a:cubicBezTo>
                  <a:cubicBezTo>
                    <a:pt x="43788" y="202772"/>
                    <a:pt x="46344" y="200857"/>
                    <a:pt x="47622" y="198303"/>
                  </a:cubicBezTo>
                  <a:cubicBezTo>
                    <a:pt x="48900" y="195111"/>
                    <a:pt x="46344" y="191281"/>
                    <a:pt x="43149" y="190643"/>
                  </a:cubicBezTo>
                  <a:lnTo>
                    <a:pt x="32286" y="187451"/>
                  </a:lnTo>
                  <a:lnTo>
                    <a:pt x="46344" y="137655"/>
                  </a:lnTo>
                  <a:cubicBezTo>
                    <a:pt x="83405" y="118503"/>
                    <a:pt x="96185" y="62324"/>
                    <a:pt x="100019" y="36150"/>
                  </a:cubicBezTo>
                  <a:cubicBezTo>
                    <a:pt x="103853" y="62963"/>
                    <a:pt x="116633" y="118503"/>
                    <a:pt x="153695" y="137655"/>
                  </a:cubicBezTo>
                  <a:lnTo>
                    <a:pt x="167752" y="187451"/>
                  </a:lnTo>
                  <a:lnTo>
                    <a:pt x="156890" y="190643"/>
                  </a:lnTo>
                  <a:cubicBezTo>
                    <a:pt x="153695" y="191919"/>
                    <a:pt x="151778" y="195111"/>
                    <a:pt x="152417" y="198303"/>
                  </a:cubicBezTo>
                  <a:cubicBezTo>
                    <a:pt x="153056" y="200857"/>
                    <a:pt x="155612" y="202772"/>
                    <a:pt x="158807" y="202772"/>
                  </a:cubicBezTo>
                  <a:cubicBezTo>
                    <a:pt x="159446" y="202772"/>
                    <a:pt x="160085" y="202772"/>
                    <a:pt x="160723" y="202772"/>
                  </a:cubicBezTo>
                  <a:lnTo>
                    <a:pt x="195229" y="193196"/>
                  </a:lnTo>
                  <a:cubicBezTo>
                    <a:pt x="198424" y="191919"/>
                    <a:pt x="200341" y="188727"/>
                    <a:pt x="199702" y="185535"/>
                  </a:cubicBezTo>
                  <a:cubicBezTo>
                    <a:pt x="197785" y="182343"/>
                    <a:pt x="193951" y="180428"/>
                    <a:pt x="190756" y="181067"/>
                  </a:cubicBezTo>
                  <a:close/>
                  <a:moveTo>
                    <a:pt x="48261" y="14445"/>
                  </a:moveTo>
                  <a:lnTo>
                    <a:pt x="87878" y="26574"/>
                  </a:lnTo>
                  <a:cubicBezTo>
                    <a:pt x="87239" y="31043"/>
                    <a:pt x="86600" y="38704"/>
                    <a:pt x="84683" y="47641"/>
                  </a:cubicBezTo>
                  <a:lnTo>
                    <a:pt x="38676" y="44449"/>
                  </a:lnTo>
                  <a:cubicBezTo>
                    <a:pt x="41232" y="34873"/>
                    <a:pt x="44427" y="25297"/>
                    <a:pt x="48261" y="14445"/>
                  </a:cubicBezTo>
                  <a:close/>
                  <a:moveTo>
                    <a:pt x="40593" y="126164"/>
                  </a:moveTo>
                  <a:cubicBezTo>
                    <a:pt x="35481" y="121695"/>
                    <a:pt x="23979" y="104459"/>
                    <a:pt x="34842" y="56579"/>
                  </a:cubicBezTo>
                  <a:lnTo>
                    <a:pt x="80849" y="59771"/>
                  </a:lnTo>
                  <a:cubicBezTo>
                    <a:pt x="75098" y="84668"/>
                    <a:pt x="62957" y="114035"/>
                    <a:pt x="40593" y="126164"/>
                  </a:cubicBezTo>
                  <a:close/>
                  <a:moveTo>
                    <a:pt x="150500" y="14445"/>
                  </a:moveTo>
                  <a:cubicBezTo>
                    <a:pt x="154334" y="25297"/>
                    <a:pt x="157529" y="34873"/>
                    <a:pt x="160085" y="43811"/>
                  </a:cubicBezTo>
                  <a:lnTo>
                    <a:pt x="114077" y="47003"/>
                  </a:lnTo>
                  <a:cubicBezTo>
                    <a:pt x="112160" y="38065"/>
                    <a:pt x="111521" y="30405"/>
                    <a:pt x="110882" y="25936"/>
                  </a:cubicBezTo>
                  <a:lnTo>
                    <a:pt x="150500" y="14445"/>
                  </a:lnTo>
                  <a:close/>
                  <a:moveTo>
                    <a:pt x="117272" y="59771"/>
                  </a:moveTo>
                  <a:lnTo>
                    <a:pt x="163279" y="56579"/>
                  </a:lnTo>
                  <a:cubicBezTo>
                    <a:pt x="174781" y="105097"/>
                    <a:pt x="162641" y="121695"/>
                    <a:pt x="157529" y="126164"/>
                  </a:cubicBezTo>
                  <a:cubicBezTo>
                    <a:pt x="135803" y="114035"/>
                    <a:pt x="123662" y="84668"/>
                    <a:pt x="117272" y="59771"/>
                  </a:cubicBezTo>
                  <a:close/>
                </a:path>
              </a:pathLst>
            </a:custGeom>
            <a:solidFill>
              <a:srgbClr val="046A38"/>
            </a:solidFill>
            <a:ln w="6390" cap="flat">
              <a:noFill/>
              <a:prstDash val="solid"/>
              <a:miter/>
            </a:ln>
          </p:spPr>
          <p:txBody>
            <a:bodyPr rtlCol="0" anchor="ctr"/>
            <a:lstStyle/>
            <a:p>
              <a:endParaRPr lang="en-US"/>
            </a:p>
          </p:txBody>
        </p:sp>
      </p:grpSp>
      <p:grpSp>
        <p:nvGrpSpPr>
          <p:cNvPr id="1075" name="Graphic 4">
            <a:extLst>
              <a:ext uri="{FF2B5EF4-FFF2-40B4-BE49-F238E27FC236}">
                <a16:creationId xmlns:a16="http://schemas.microsoft.com/office/drawing/2014/main" id="{5792E7CE-AAB9-D84A-AA08-5EED533F43BD}"/>
              </a:ext>
            </a:extLst>
          </p:cNvPr>
          <p:cNvGrpSpPr/>
          <p:nvPr/>
        </p:nvGrpSpPr>
        <p:grpSpPr>
          <a:xfrm>
            <a:off x="1515054" y="3824168"/>
            <a:ext cx="361670" cy="361333"/>
            <a:chOff x="1515054" y="3824168"/>
            <a:chExt cx="361670" cy="361333"/>
          </a:xfrm>
          <a:solidFill>
            <a:srgbClr val="046A38"/>
          </a:solidFill>
        </p:grpSpPr>
        <p:sp>
          <p:nvSpPr>
            <p:cNvPr id="1076" name="Graphic 4">
              <a:extLst>
                <a:ext uri="{FF2B5EF4-FFF2-40B4-BE49-F238E27FC236}">
                  <a16:creationId xmlns:a16="http://schemas.microsoft.com/office/drawing/2014/main" id="{A2A15329-CD2B-0C45-A949-B6DEF55F491C}"/>
                </a:ext>
              </a:extLst>
            </p:cNvPr>
            <p:cNvSpPr/>
            <p:nvPr/>
          </p:nvSpPr>
          <p:spPr>
            <a:xfrm>
              <a:off x="1515054"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077" name="Graphic 4">
              <a:extLst>
                <a:ext uri="{FF2B5EF4-FFF2-40B4-BE49-F238E27FC236}">
                  <a16:creationId xmlns:a16="http://schemas.microsoft.com/office/drawing/2014/main" id="{C2B6E2BC-7B73-AB42-BFBA-BD3E3BFB6D85}"/>
                </a:ext>
              </a:extLst>
            </p:cNvPr>
            <p:cNvSpPr/>
            <p:nvPr/>
          </p:nvSpPr>
          <p:spPr>
            <a:xfrm>
              <a:off x="1632628" y="3896945"/>
              <a:ext cx="151281" cy="228546"/>
            </a:xfrm>
            <a:custGeom>
              <a:avLst/>
              <a:gdLst>
                <a:gd name="connsiteX0" fmla="*/ 150803 w 151281"/>
                <a:gd name="connsiteY0" fmla="*/ 37027 h 228546"/>
                <a:gd name="connsiteX1" fmla="*/ 149524 w 151281"/>
                <a:gd name="connsiteY1" fmla="*/ 35112 h 228546"/>
                <a:gd name="connsiteX2" fmla="*/ 149524 w 151281"/>
                <a:gd name="connsiteY2" fmla="*/ 35112 h 228546"/>
                <a:gd name="connsiteX3" fmla="*/ 148247 w 151281"/>
                <a:gd name="connsiteY3" fmla="*/ 33835 h 228546"/>
                <a:gd name="connsiteX4" fmla="*/ 6390 w 151281"/>
                <a:gd name="connsiteY4" fmla="*/ 0 h 228546"/>
                <a:gd name="connsiteX5" fmla="*/ 0 w 151281"/>
                <a:gd name="connsiteY5" fmla="*/ 6384 h 228546"/>
                <a:gd name="connsiteX6" fmla="*/ 0 w 151281"/>
                <a:gd name="connsiteY6" fmla="*/ 119381 h 228546"/>
                <a:gd name="connsiteX7" fmla="*/ 0 w 151281"/>
                <a:gd name="connsiteY7" fmla="*/ 222163 h 228546"/>
                <a:gd name="connsiteX8" fmla="*/ 3195 w 151281"/>
                <a:gd name="connsiteY8" fmla="*/ 227908 h 228546"/>
                <a:gd name="connsiteX9" fmla="*/ 6390 w 151281"/>
                <a:gd name="connsiteY9" fmla="*/ 228546 h 228546"/>
                <a:gd name="connsiteX10" fmla="*/ 9585 w 151281"/>
                <a:gd name="connsiteY10" fmla="*/ 227908 h 228546"/>
                <a:gd name="connsiteX11" fmla="*/ 104156 w 151281"/>
                <a:gd name="connsiteY11" fmla="*/ 173644 h 228546"/>
                <a:gd name="connsiteX12" fmla="*/ 107351 w 151281"/>
                <a:gd name="connsiteY12" fmla="*/ 167899 h 228546"/>
                <a:gd name="connsiteX13" fmla="*/ 122687 w 151281"/>
                <a:gd name="connsiteY13" fmla="*/ 141724 h 228546"/>
                <a:gd name="connsiteX14" fmla="*/ 129077 w 151281"/>
                <a:gd name="connsiteY14" fmla="*/ 140448 h 228546"/>
                <a:gd name="connsiteX15" fmla="*/ 130994 w 151281"/>
                <a:gd name="connsiteY15" fmla="*/ 146832 h 228546"/>
                <a:gd name="connsiteX16" fmla="*/ 134189 w 151281"/>
                <a:gd name="connsiteY16" fmla="*/ 152577 h 228546"/>
                <a:gd name="connsiteX17" fmla="*/ 140579 w 151281"/>
                <a:gd name="connsiteY17" fmla="*/ 152577 h 228546"/>
                <a:gd name="connsiteX18" fmla="*/ 147608 w 151281"/>
                <a:gd name="connsiteY18" fmla="*/ 148747 h 228546"/>
                <a:gd name="connsiteX19" fmla="*/ 150803 w 151281"/>
                <a:gd name="connsiteY19" fmla="*/ 143001 h 228546"/>
                <a:gd name="connsiteX20" fmla="*/ 150803 w 151281"/>
                <a:gd name="connsiteY20" fmla="*/ 39581 h 228546"/>
                <a:gd name="connsiteX21" fmla="*/ 150803 w 151281"/>
                <a:gd name="connsiteY21" fmla="*/ 37027 h 228546"/>
                <a:gd name="connsiteX22" fmla="*/ 150803 w 151281"/>
                <a:gd name="connsiteY22" fmla="*/ 37027 h 228546"/>
                <a:gd name="connsiteX23" fmla="*/ 12780 w 151281"/>
                <a:gd name="connsiteY23" fmla="*/ 12768 h 228546"/>
                <a:gd name="connsiteX24" fmla="*/ 131633 w 151281"/>
                <a:gd name="connsiteY24" fmla="*/ 39581 h 228546"/>
                <a:gd name="connsiteX25" fmla="*/ 12780 w 151281"/>
                <a:gd name="connsiteY25" fmla="*/ 108528 h 228546"/>
                <a:gd name="connsiteX26" fmla="*/ 12780 w 151281"/>
                <a:gd name="connsiteY26" fmla="*/ 12768 h 228546"/>
                <a:gd name="connsiteX27" fmla="*/ 136106 w 151281"/>
                <a:gd name="connsiteY27" fmla="*/ 128957 h 228546"/>
                <a:gd name="connsiteX28" fmla="*/ 116936 w 151281"/>
                <a:gd name="connsiteY28" fmla="*/ 130233 h 228546"/>
                <a:gd name="connsiteX29" fmla="*/ 95210 w 151281"/>
                <a:gd name="connsiteY29" fmla="*/ 164068 h 228546"/>
                <a:gd name="connsiteX30" fmla="*/ 13419 w 151281"/>
                <a:gd name="connsiteY30" fmla="*/ 211310 h 228546"/>
                <a:gd name="connsiteX31" fmla="*/ 13419 w 151281"/>
                <a:gd name="connsiteY31" fmla="*/ 123211 h 228546"/>
                <a:gd name="connsiteX32" fmla="*/ 139301 w 151281"/>
                <a:gd name="connsiteY32" fmla="*/ 50434 h 228546"/>
                <a:gd name="connsiteX33" fmla="*/ 139301 w 151281"/>
                <a:gd name="connsiteY33" fmla="*/ 130872 h 228546"/>
                <a:gd name="connsiteX34" fmla="*/ 136106 w 151281"/>
                <a:gd name="connsiteY34" fmla="*/ 128957 h 22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51281" h="228546">
                  <a:moveTo>
                    <a:pt x="150803" y="37027"/>
                  </a:moveTo>
                  <a:cubicBezTo>
                    <a:pt x="150803" y="36389"/>
                    <a:pt x="150164" y="35751"/>
                    <a:pt x="149524" y="35112"/>
                  </a:cubicBezTo>
                  <a:cubicBezTo>
                    <a:pt x="149524" y="35112"/>
                    <a:pt x="149524" y="35112"/>
                    <a:pt x="149524" y="35112"/>
                  </a:cubicBezTo>
                  <a:cubicBezTo>
                    <a:pt x="148885" y="34474"/>
                    <a:pt x="148885" y="34474"/>
                    <a:pt x="148247" y="33835"/>
                  </a:cubicBezTo>
                  <a:cubicBezTo>
                    <a:pt x="110546" y="12130"/>
                    <a:pt x="60065" y="0"/>
                    <a:pt x="6390" y="0"/>
                  </a:cubicBezTo>
                  <a:cubicBezTo>
                    <a:pt x="2556" y="0"/>
                    <a:pt x="0" y="2554"/>
                    <a:pt x="0" y="6384"/>
                  </a:cubicBezTo>
                  <a:lnTo>
                    <a:pt x="0" y="119381"/>
                  </a:lnTo>
                  <a:lnTo>
                    <a:pt x="0" y="222163"/>
                  </a:lnTo>
                  <a:cubicBezTo>
                    <a:pt x="0" y="224716"/>
                    <a:pt x="1278" y="226631"/>
                    <a:pt x="3195" y="227908"/>
                  </a:cubicBezTo>
                  <a:cubicBezTo>
                    <a:pt x="4473" y="228546"/>
                    <a:pt x="5112" y="228546"/>
                    <a:pt x="6390" y="228546"/>
                  </a:cubicBezTo>
                  <a:cubicBezTo>
                    <a:pt x="7668" y="228546"/>
                    <a:pt x="8307" y="228546"/>
                    <a:pt x="9585" y="227908"/>
                  </a:cubicBezTo>
                  <a:lnTo>
                    <a:pt x="104156" y="173644"/>
                  </a:lnTo>
                  <a:cubicBezTo>
                    <a:pt x="106073" y="172368"/>
                    <a:pt x="107351" y="170452"/>
                    <a:pt x="107351" y="167899"/>
                  </a:cubicBezTo>
                  <a:cubicBezTo>
                    <a:pt x="107351" y="158323"/>
                    <a:pt x="114380" y="146193"/>
                    <a:pt x="122687" y="141724"/>
                  </a:cubicBezTo>
                  <a:cubicBezTo>
                    <a:pt x="125243" y="140448"/>
                    <a:pt x="127799" y="139809"/>
                    <a:pt x="129077" y="140448"/>
                  </a:cubicBezTo>
                  <a:cubicBezTo>
                    <a:pt x="130355" y="141086"/>
                    <a:pt x="130994" y="143640"/>
                    <a:pt x="130994" y="146832"/>
                  </a:cubicBezTo>
                  <a:cubicBezTo>
                    <a:pt x="130994" y="149385"/>
                    <a:pt x="132272" y="151300"/>
                    <a:pt x="134189" y="152577"/>
                  </a:cubicBezTo>
                  <a:cubicBezTo>
                    <a:pt x="136106" y="153854"/>
                    <a:pt x="138662" y="153854"/>
                    <a:pt x="140579" y="152577"/>
                  </a:cubicBezTo>
                  <a:lnTo>
                    <a:pt x="147608" y="148747"/>
                  </a:lnTo>
                  <a:cubicBezTo>
                    <a:pt x="149524" y="147470"/>
                    <a:pt x="150803" y="145555"/>
                    <a:pt x="150803" y="143001"/>
                  </a:cubicBezTo>
                  <a:lnTo>
                    <a:pt x="150803" y="39581"/>
                  </a:lnTo>
                  <a:cubicBezTo>
                    <a:pt x="151442" y="38943"/>
                    <a:pt x="151442" y="38304"/>
                    <a:pt x="150803" y="37027"/>
                  </a:cubicBezTo>
                  <a:cubicBezTo>
                    <a:pt x="150803" y="37027"/>
                    <a:pt x="150803" y="37027"/>
                    <a:pt x="150803" y="37027"/>
                  </a:cubicBezTo>
                  <a:close/>
                  <a:moveTo>
                    <a:pt x="12780" y="12768"/>
                  </a:moveTo>
                  <a:cubicBezTo>
                    <a:pt x="56870" y="13407"/>
                    <a:pt x="98405" y="22983"/>
                    <a:pt x="131633" y="39581"/>
                  </a:cubicBezTo>
                  <a:lnTo>
                    <a:pt x="12780" y="108528"/>
                  </a:lnTo>
                  <a:lnTo>
                    <a:pt x="12780" y="12768"/>
                  </a:lnTo>
                  <a:close/>
                  <a:moveTo>
                    <a:pt x="136106" y="128957"/>
                  </a:moveTo>
                  <a:cubicBezTo>
                    <a:pt x="130355" y="125765"/>
                    <a:pt x="123326" y="126403"/>
                    <a:pt x="116936" y="130233"/>
                  </a:cubicBezTo>
                  <a:cubicBezTo>
                    <a:pt x="106073" y="136617"/>
                    <a:pt x="97127" y="150662"/>
                    <a:pt x="95210" y="164068"/>
                  </a:cubicBezTo>
                  <a:lnTo>
                    <a:pt x="13419" y="211310"/>
                  </a:lnTo>
                  <a:lnTo>
                    <a:pt x="13419" y="123211"/>
                  </a:lnTo>
                  <a:lnTo>
                    <a:pt x="139301" y="50434"/>
                  </a:lnTo>
                  <a:lnTo>
                    <a:pt x="139301" y="130872"/>
                  </a:lnTo>
                  <a:cubicBezTo>
                    <a:pt x="138023" y="130872"/>
                    <a:pt x="136745" y="129595"/>
                    <a:pt x="136106" y="128957"/>
                  </a:cubicBezTo>
                  <a:close/>
                </a:path>
              </a:pathLst>
            </a:custGeom>
            <a:solidFill>
              <a:srgbClr val="046A38"/>
            </a:solidFill>
            <a:ln w="6390" cap="flat">
              <a:noFill/>
              <a:prstDash val="solid"/>
              <a:miter/>
            </a:ln>
          </p:spPr>
          <p:txBody>
            <a:bodyPr rtlCol="0" anchor="ctr"/>
            <a:lstStyle/>
            <a:p>
              <a:endParaRPr lang="en-US"/>
            </a:p>
          </p:txBody>
        </p:sp>
        <p:sp>
          <p:nvSpPr>
            <p:cNvPr id="1078" name="Graphic 4">
              <a:extLst>
                <a:ext uri="{FF2B5EF4-FFF2-40B4-BE49-F238E27FC236}">
                  <a16:creationId xmlns:a16="http://schemas.microsoft.com/office/drawing/2014/main" id="{98E63155-5302-1945-96ED-D4DE9CB3A55B}"/>
                </a:ext>
              </a:extLst>
            </p:cNvPr>
            <p:cNvSpPr/>
            <p:nvPr/>
          </p:nvSpPr>
          <p:spPr>
            <a:xfrm>
              <a:off x="1653715" y="4021942"/>
              <a:ext cx="49202" cy="60137"/>
            </a:xfrm>
            <a:custGeom>
              <a:avLst/>
              <a:gdLst>
                <a:gd name="connsiteX0" fmla="*/ 40896 w 49202"/>
                <a:gd name="connsiteY0" fmla="*/ 2044 h 60137"/>
                <a:gd name="connsiteX1" fmla="*/ 21726 w 49202"/>
                <a:gd name="connsiteY1" fmla="*/ 3321 h 60137"/>
                <a:gd name="connsiteX2" fmla="*/ 0 w 49202"/>
                <a:gd name="connsiteY2" fmla="*/ 40986 h 60137"/>
                <a:gd name="connsiteX3" fmla="*/ 8307 w 49202"/>
                <a:gd name="connsiteY3" fmla="*/ 58223 h 60137"/>
                <a:gd name="connsiteX4" fmla="*/ 15975 w 49202"/>
                <a:gd name="connsiteY4" fmla="*/ 60138 h 60137"/>
                <a:gd name="connsiteX5" fmla="*/ 27477 w 49202"/>
                <a:gd name="connsiteY5" fmla="*/ 56946 h 60137"/>
                <a:gd name="connsiteX6" fmla="*/ 49203 w 49202"/>
                <a:gd name="connsiteY6" fmla="*/ 19281 h 60137"/>
                <a:gd name="connsiteX7" fmla="*/ 40896 w 49202"/>
                <a:gd name="connsiteY7" fmla="*/ 2044 h 60137"/>
                <a:gd name="connsiteX8" fmla="*/ 21087 w 49202"/>
                <a:gd name="connsiteY8" fmla="*/ 45455 h 60137"/>
                <a:gd name="connsiteX9" fmla="*/ 14697 w 49202"/>
                <a:gd name="connsiteY9" fmla="*/ 46732 h 60137"/>
                <a:gd name="connsiteX10" fmla="*/ 12780 w 49202"/>
                <a:gd name="connsiteY10" fmla="*/ 40348 h 60137"/>
                <a:gd name="connsiteX11" fmla="*/ 28116 w 49202"/>
                <a:gd name="connsiteY11" fmla="*/ 14173 h 60137"/>
                <a:gd name="connsiteX12" fmla="*/ 33228 w 49202"/>
                <a:gd name="connsiteY12" fmla="*/ 12258 h 60137"/>
                <a:gd name="connsiteX13" fmla="*/ 35145 w 49202"/>
                <a:gd name="connsiteY13" fmla="*/ 12897 h 60137"/>
                <a:gd name="connsiteX14" fmla="*/ 37062 w 49202"/>
                <a:gd name="connsiteY14" fmla="*/ 19281 h 60137"/>
                <a:gd name="connsiteX15" fmla="*/ 21087 w 49202"/>
                <a:gd name="connsiteY15" fmla="*/ 45455 h 6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9202" h="60137">
                  <a:moveTo>
                    <a:pt x="40896" y="2044"/>
                  </a:moveTo>
                  <a:cubicBezTo>
                    <a:pt x="35145" y="-1148"/>
                    <a:pt x="28116" y="-510"/>
                    <a:pt x="21726" y="3321"/>
                  </a:cubicBezTo>
                  <a:cubicBezTo>
                    <a:pt x="9585" y="10343"/>
                    <a:pt x="0" y="26941"/>
                    <a:pt x="0" y="40986"/>
                  </a:cubicBezTo>
                  <a:cubicBezTo>
                    <a:pt x="0" y="48647"/>
                    <a:pt x="3195" y="55031"/>
                    <a:pt x="8307" y="58223"/>
                  </a:cubicBezTo>
                  <a:cubicBezTo>
                    <a:pt x="10863" y="59500"/>
                    <a:pt x="13419" y="60138"/>
                    <a:pt x="15975" y="60138"/>
                  </a:cubicBezTo>
                  <a:cubicBezTo>
                    <a:pt x="19809" y="60138"/>
                    <a:pt x="23643" y="58861"/>
                    <a:pt x="27477" y="56946"/>
                  </a:cubicBezTo>
                  <a:cubicBezTo>
                    <a:pt x="39618" y="49924"/>
                    <a:pt x="49203" y="33325"/>
                    <a:pt x="49203" y="19281"/>
                  </a:cubicBezTo>
                  <a:cubicBezTo>
                    <a:pt x="49203" y="11620"/>
                    <a:pt x="46008" y="5236"/>
                    <a:pt x="40896" y="2044"/>
                  </a:cubicBezTo>
                  <a:close/>
                  <a:moveTo>
                    <a:pt x="21087" y="45455"/>
                  </a:moveTo>
                  <a:cubicBezTo>
                    <a:pt x="18531" y="46732"/>
                    <a:pt x="15975" y="47370"/>
                    <a:pt x="14697" y="46732"/>
                  </a:cubicBezTo>
                  <a:cubicBezTo>
                    <a:pt x="13419" y="46093"/>
                    <a:pt x="12780" y="43540"/>
                    <a:pt x="12780" y="40348"/>
                  </a:cubicBezTo>
                  <a:cubicBezTo>
                    <a:pt x="12780" y="30772"/>
                    <a:pt x="19809" y="18642"/>
                    <a:pt x="28116" y="14173"/>
                  </a:cubicBezTo>
                  <a:cubicBezTo>
                    <a:pt x="30033" y="12897"/>
                    <a:pt x="31950" y="12258"/>
                    <a:pt x="33228" y="12258"/>
                  </a:cubicBezTo>
                  <a:cubicBezTo>
                    <a:pt x="33867" y="12258"/>
                    <a:pt x="34506" y="12258"/>
                    <a:pt x="35145" y="12897"/>
                  </a:cubicBezTo>
                  <a:cubicBezTo>
                    <a:pt x="36423" y="13535"/>
                    <a:pt x="37062" y="16089"/>
                    <a:pt x="37062" y="19281"/>
                  </a:cubicBezTo>
                  <a:cubicBezTo>
                    <a:pt x="36423" y="28857"/>
                    <a:pt x="29394" y="40986"/>
                    <a:pt x="21087" y="45455"/>
                  </a:cubicBezTo>
                  <a:close/>
                </a:path>
              </a:pathLst>
            </a:custGeom>
            <a:solidFill>
              <a:srgbClr val="046A38"/>
            </a:solidFill>
            <a:ln w="6390" cap="flat">
              <a:noFill/>
              <a:prstDash val="solid"/>
              <a:miter/>
            </a:ln>
          </p:spPr>
          <p:txBody>
            <a:bodyPr rtlCol="0" anchor="ctr"/>
            <a:lstStyle/>
            <a:p>
              <a:endParaRPr lang="en-US"/>
            </a:p>
          </p:txBody>
        </p:sp>
        <p:sp>
          <p:nvSpPr>
            <p:cNvPr id="1079" name="Graphic 4">
              <a:extLst>
                <a:ext uri="{FF2B5EF4-FFF2-40B4-BE49-F238E27FC236}">
                  <a16:creationId xmlns:a16="http://schemas.microsoft.com/office/drawing/2014/main" id="{E04EFB1A-87A1-B749-B671-BCEE4743CAAA}"/>
                </a:ext>
              </a:extLst>
            </p:cNvPr>
            <p:cNvSpPr/>
            <p:nvPr/>
          </p:nvSpPr>
          <p:spPr>
            <a:xfrm>
              <a:off x="1659466" y="3916735"/>
              <a:ext cx="48644" cy="33196"/>
            </a:xfrm>
            <a:custGeom>
              <a:avLst/>
              <a:gdLst>
                <a:gd name="connsiteX0" fmla="*/ 40896 w 48644"/>
                <a:gd name="connsiteY0" fmla="*/ 3830 h 33196"/>
                <a:gd name="connsiteX1" fmla="*/ 8307 w 48644"/>
                <a:gd name="connsiteY1" fmla="*/ 3830 h 33196"/>
                <a:gd name="connsiteX2" fmla="*/ 0 w 48644"/>
                <a:gd name="connsiteY2" fmla="*/ 16598 h 33196"/>
                <a:gd name="connsiteX3" fmla="*/ 8307 w 48644"/>
                <a:gd name="connsiteY3" fmla="*/ 29366 h 33196"/>
                <a:gd name="connsiteX4" fmla="*/ 24282 w 48644"/>
                <a:gd name="connsiteY4" fmla="*/ 33196 h 33196"/>
                <a:gd name="connsiteX5" fmla="*/ 40257 w 48644"/>
                <a:gd name="connsiteY5" fmla="*/ 29366 h 33196"/>
                <a:gd name="connsiteX6" fmla="*/ 48563 w 48644"/>
                <a:gd name="connsiteY6" fmla="*/ 16598 h 33196"/>
                <a:gd name="connsiteX7" fmla="*/ 40896 w 48644"/>
                <a:gd name="connsiteY7" fmla="*/ 3830 h 33196"/>
                <a:gd name="connsiteX8" fmla="*/ 34506 w 48644"/>
                <a:gd name="connsiteY8" fmla="*/ 18513 h 33196"/>
                <a:gd name="connsiteX9" fmla="*/ 14697 w 48644"/>
                <a:gd name="connsiteY9" fmla="*/ 18513 h 33196"/>
                <a:gd name="connsiteX10" fmla="*/ 12780 w 48644"/>
                <a:gd name="connsiteY10" fmla="*/ 16598 h 33196"/>
                <a:gd name="connsiteX11" fmla="*/ 14697 w 48644"/>
                <a:gd name="connsiteY11" fmla="*/ 14683 h 33196"/>
                <a:gd name="connsiteX12" fmla="*/ 24282 w 48644"/>
                <a:gd name="connsiteY12" fmla="*/ 12129 h 33196"/>
                <a:gd name="connsiteX13" fmla="*/ 33867 w 48644"/>
                <a:gd name="connsiteY13" fmla="*/ 14683 h 33196"/>
                <a:gd name="connsiteX14" fmla="*/ 35783 w 48644"/>
                <a:gd name="connsiteY14" fmla="*/ 16598 h 33196"/>
                <a:gd name="connsiteX15" fmla="*/ 34506 w 48644"/>
                <a:gd name="connsiteY15" fmla="*/ 18513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644" h="33196">
                  <a:moveTo>
                    <a:pt x="40896" y="3830"/>
                  </a:moveTo>
                  <a:cubicBezTo>
                    <a:pt x="31950" y="-1277"/>
                    <a:pt x="17253" y="-1277"/>
                    <a:pt x="8307" y="3830"/>
                  </a:cubicBezTo>
                  <a:cubicBezTo>
                    <a:pt x="2556" y="7022"/>
                    <a:pt x="0" y="11491"/>
                    <a:pt x="0" y="16598"/>
                  </a:cubicBezTo>
                  <a:cubicBezTo>
                    <a:pt x="0" y="21705"/>
                    <a:pt x="3195" y="26813"/>
                    <a:pt x="8307" y="29366"/>
                  </a:cubicBezTo>
                  <a:cubicBezTo>
                    <a:pt x="12780" y="31920"/>
                    <a:pt x="18531" y="33196"/>
                    <a:pt x="24282" y="33196"/>
                  </a:cubicBezTo>
                  <a:cubicBezTo>
                    <a:pt x="30033" y="33196"/>
                    <a:pt x="35783" y="31920"/>
                    <a:pt x="40257" y="29366"/>
                  </a:cubicBezTo>
                  <a:cubicBezTo>
                    <a:pt x="46007" y="26174"/>
                    <a:pt x="48563" y="21705"/>
                    <a:pt x="48563" y="16598"/>
                  </a:cubicBezTo>
                  <a:cubicBezTo>
                    <a:pt x="49202" y="11491"/>
                    <a:pt x="46007" y="7022"/>
                    <a:pt x="40896" y="3830"/>
                  </a:cubicBezTo>
                  <a:close/>
                  <a:moveTo>
                    <a:pt x="34506" y="18513"/>
                  </a:moveTo>
                  <a:cubicBezTo>
                    <a:pt x="29394" y="21705"/>
                    <a:pt x="19809" y="21705"/>
                    <a:pt x="14697" y="18513"/>
                  </a:cubicBezTo>
                  <a:cubicBezTo>
                    <a:pt x="12780" y="17237"/>
                    <a:pt x="12780" y="16598"/>
                    <a:pt x="12780" y="16598"/>
                  </a:cubicBezTo>
                  <a:cubicBezTo>
                    <a:pt x="12780" y="16598"/>
                    <a:pt x="13419" y="15321"/>
                    <a:pt x="14697" y="14683"/>
                  </a:cubicBezTo>
                  <a:cubicBezTo>
                    <a:pt x="17253" y="13406"/>
                    <a:pt x="21087" y="12129"/>
                    <a:pt x="24282" y="12129"/>
                  </a:cubicBezTo>
                  <a:cubicBezTo>
                    <a:pt x="28116" y="12129"/>
                    <a:pt x="31311" y="12768"/>
                    <a:pt x="33867" y="14683"/>
                  </a:cubicBezTo>
                  <a:cubicBezTo>
                    <a:pt x="35783" y="15960"/>
                    <a:pt x="35783" y="16598"/>
                    <a:pt x="35783" y="16598"/>
                  </a:cubicBezTo>
                  <a:cubicBezTo>
                    <a:pt x="36423" y="16598"/>
                    <a:pt x="35783" y="17875"/>
                    <a:pt x="34506" y="18513"/>
                  </a:cubicBezTo>
                  <a:close/>
                </a:path>
              </a:pathLst>
            </a:custGeom>
            <a:solidFill>
              <a:srgbClr val="046A38"/>
            </a:solidFill>
            <a:ln w="6390" cap="flat">
              <a:noFill/>
              <a:prstDash val="solid"/>
              <a:miter/>
            </a:ln>
          </p:spPr>
          <p:txBody>
            <a:bodyPr rtlCol="0" anchor="ctr"/>
            <a:lstStyle/>
            <a:p>
              <a:endParaRPr lang="en-US"/>
            </a:p>
          </p:txBody>
        </p:sp>
        <p:sp>
          <p:nvSpPr>
            <p:cNvPr id="1080" name="Graphic 4">
              <a:extLst>
                <a:ext uri="{FF2B5EF4-FFF2-40B4-BE49-F238E27FC236}">
                  <a16:creationId xmlns:a16="http://schemas.microsoft.com/office/drawing/2014/main" id="{3FFFFAE0-6756-EB49-9D80-9451741C7A06}"/>
                </a:ext>
              </a:extLst>
            </p:cNvPr>
            <p:cNvSpPr/>
            <p:nvPr/>
          </p:nvSpPr>
          <p:spPr>
            <a:xfrm>
              <a:off x="1724004" y="3964751"/>
              <a:ext cx="40895" cy="49021"/>
            </a:xfrm>
            <a:custGeom>
              <a:avLst/>
              <a:gdLst>
                <a:gd name="connsiteX0" fmla="*/ 33228 w 40895"/>
                <a:gd name="connsiteY0" fmla="*/ 1780 h 49021"/>
                <a:gd name="connsiteX1" fmla="*/ 17253 w 40895"/>
                <a:gd name="connsiteY1" fmla="*/ 3057 h 49021"/>
                <a:gd name="connsiteX2" fmla="*/ 0 w 40895"/>
                <a:gd name="connsiteY2" fmla="*/ 32423 h 49021"/>
                <a:gd name="connsiteX3" fmla="*/ 7029 w 40895"/>
                <a:gd name="connsiteY3" fmla="*/ 47106 h 49021"/>
                <a:gd name="connsiteX4" fmla="*/ 14058 w 40895"/>
                <a:gd name="connsiteY4" fmla="*/ 49021 h 49021"/>
                <a:gd name="connsiteX5" fmla="*/ 23643 w 40895"/>
                <a:gd name="connsiteY5" fmla="*/ 46468 h 49021"/>
                <a:gd name="connsiteX6" fmla="*/ 40896 w 40895"/>
                <a:gd name="connsiteY6" fmla="*/ 17101 h 49021"/>
                <a:gd name="connsiteX7" fmla="*/ 33228 w 40895"/>
                <a:gd name="connsiteY7" fmla="*/ 1780 h 49021"/>
                <a:gd name="connsiteX8" fmla="*/ 17253 w 40895"/>
                <a:gd name="connsiteY8" fmla="*/ 34338 h 49021"/>
                <a:gd name="connsiteX9" fmla="*/ 14058 w 40895"/>
                <a:gd name="connsiteY9" fmla="*/ 35615 h 49021"/>
                <a:gd name="connsiteX10" fmla="*/ 13419 w 40895"/>
                <a:gd name="connsiteY10" fmla="*/ 32423 h 49021"/>
                <a:gd name="connsiteX11" fmla="*/ 24282 w 40895"/>
                <a:gd name="connsiteY11" fmla="*/ 13909 h 49021"/>
                <a:gd name="connsiteX12" fmla="*/ 27477 w 40895"/>
                <a:gd name="connsiteY12" fmla="*/ 12633 h 49021"/>
                <a:gd name="connsiteX13" fmla="*/ 28116 w 40895"/>
                <a:gd name="connsiteY13" fmla="*/ 12633 h 49021"/>
                <a:gd name="connsiteX14" fmla="*/ 28755 w 40895"/>
                <a:gd name="connsiteY14" fmla="*/ 15825 h 49021"/>
                <a:gd name="connsiteX15" fmla="*/ 17253 w 40895"/>
                <a:gd name="connsiteY15" fmla="*/ 34338 h 4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0895" h="49021">
                  <a:moveTo>
                    <a:pt x="33228" y="1780"/>
                  </a:moveTo>
                  <a:cubicBezTo>
                    <a:pt x="28755" y="-774"/>
                    <a:pt x="23004" y="-774"/>
                    <a:pt x="17253" y="3057"/>
                  </a:cubicBezTo>
                  <a:cubicBezTo>
                    <a:pt x="7668" y="8802"/>
                    <a:pt x="0" y="21570"/>
                    <a:pt x="0" y="32423"/>
                  </a:cubicBezTo>
                  <a:cubicBezTo>
                    <a:pt x="0" y="38807"/>
                    <a:pt x="2556" y="44553"/>
                    <a:pt x="7029" y="47106"/>
                  </a:cubicBezTo>
                  <a:cubicBezTo>
                    <a:pt x="8946" y="48383"/>
                    <a:pt x="11502" y="49021"/>
                    <a:pt x="14058" y="49021"/>
                  </a:cubicBezTo>
                  <a:cubicBezTo>
                    <a:pt x="17253" y="49021"/>
                    <a:pt x="20448" y="48383"/>
                    <a:pt x="23643" y="46468"/>
                  </a:cubicBezTo>
                  <a:cubicBezTo>
                    <a:pt x="33228" y="40722"/>
                    <a:pt x="40896" y="27954"/>
                    <a:pt x="40896" y="17101"/>
                  </a:cubicBezTo>
                  <a:cubicBezTo>
                    <a:pt x="40896" y="9441"/>
                    <a:pt x="38340" y="4333"/>
                    <a:pt x="33228" y="1780"/>
                  </a:cubicBezTo>
                  <a:close/>
                  <a:moveTo>
                    <a:pt x="17253" y="34338"/>
                  </a:moveTo>
                  <a:cubicBezTo>
                    <a:pt x="15336" y="35615"/>
                    <a:pt x="14058" y="35615"/>
                    <a:pt x="14058" y="35615"/>
                  </a:cubicBezTo>
                  <a:cubicBezTo>
                    <a:pt x="14058" y="35615"/>
                    <a:pt x="13419" y="34338"/>
                    <a:pt x="13419" y="32423"/>
                  </a:cubicBezTo>
                  <a:cubicBezTo>
                    <a:pt x="13419" y="26039"/>
                    <a:pt x="18531" y="17101"/>
                    <a:pt x="24282" y="13909"/>
                  </a:cubicBezTo>
                  <a:cubicBezTo>
                    <a:pt x="25560" y="13271"/>
                    <a:pt x="26838" y="12633"/>
                    <a:pt x="27477" y="12633"/>
                  </a:cubicBezTo>
                  <a:cubicBezTo>
                    <a:pt x="27477" y="12633"/>
                    <a:pt x="28116" y="12633"/>
                    <a:pt x="28116" y="12633"/>
                  </a:cubicBezTo>
                  <a:cubicBezTo>
                    <a:pt x="28116" y="12633"/>
                    <a:pt x="28755" y="13909"/>
                    <a:pt x="28755" y="15825"/>
                  </a:cubicBezTo>
                  <a:cubicBezTo>
                    <a:pt x="28116" y="22847"/>
                    <a:pt x="23004" y="31146"/>
                    <a:pt x="17253" y="34338"/>
                  </a:cubicBezTo>
                  <a:close/>
                </a:path>
              </a:pathLst>
            </a:custGeom>
            <a:solidFill>
              <a:srgbClr val="046A38"/>
            </a:solidFill>
            <a:ln w="6390" cap="flat">
              <a:noFill/>
              <a:prstDash val="solid"/>
              <a:miter/>
            </a:ln>
          </p:spPr>
          <p:txBody>
            <a:bodyPr rtlCol="0" anchor="ctr"/>
            <a:lstStyle/>
            <a:p>
              <a:endParaRPr lang="en-US"/>
            </a:p>
          </p:txBody>
        </p:sp>
      </p:grpSp>
      <p:grpSp>
        <p:nvGrpSpPr>
          <p:cNvPr id="1081" name="Graphic 4">
            <a:extLst>
              <a:ext uri="{FF2B5EF4-FFF2-40B4-BE49-F238E27FC236}">
                <a16:creationId xmlns:a16="http://schemas.microsoft.com/office/drawing/2014/main" id="{B35F0832-426C-3743-AB82-8D77CE7129B8}"/>
              </a:ext>
            </a:extLst>
          </p:cNvPr>
          <p:cNvGrpSpPr/>
          <p:nvPr/>
        </p:nvGrpSpPr>
        <p:grpSpPr>
          <a:xfrm>
            <a:off x="1515054" y="4308712"/>
            <a:ext cx="361670" cy="361333"/>
            <a:chOff x="1515054" y="4308712"/>
            <a:chExt cx="361670" cy="361333"/>
          </a:xfrm>
          <a:solidFill>
            <a:srgbClr val="046A38"/>
          </a:solidFill>
        </p:grpSpPr>
        <p:sp>
          <p:nvSpPr>
            <p:cNvPr id="1082" name="Graphic 4">
              <a:extLst>
                <a:ext uri="{FF2B5EF4-FFF2-40B4-BE49-F238E27FC236}">
                  <a16:creationId xmlns:a16="http://schemas.microsoft.com/office/drawing/2014/main" id="{82937196-3785-D547-86DB-3324FD961CFE}"/>
                </a:ext>
              </a:extLst>
            </p:cNvPr>
            <p:cNvSpPr/>
            <p:nvPr/>
          </p:nvSpPr>
          <p:spPr>
            <a:xfrm>
              <a:off x="1515054"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4"/>
                    <a:pt x="180835" y="361334"/>
                  </a:cubicBezTo>
                  <a:cubicBezTo>
                    <a:pt x="281157" y="361334"/>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083" name="Graphic 4">
              <a:extLst>
                <a:ext uri="{FF2B5EF4-FFF2-40B4-BE49-F238E27FC236}">
                  <a16:creationId xmlns:a16="http://schemas.microsoft.com/office/drawing/2014/main" id="{8AEBB118-1096-6D4E-87A2-CA6A62C20D6C}"/>
                </a:ext>
              </a:extLst>
            </p:cNvPr>
            <p:cNvSpPr/>
            <p:nvPr/>
          </p:nvSpPr>
          <p:spPr>
            <a:xfrm>
              <a:off x="1628155" y="4383404"/>
              <a:ext cx="148246" cy="223439"/>
            </a:xfrm>
            <a:custGeom>
              <a:avLst/>
              <a:gdLst>
                <a:gd name="connsiteX0" fmla="*/ 147607 w 148246"/>
                <a:gd name="connsiteY0" fmla="*/ 36389 h 223439"/>
                <a:gd name="connsiteX1" fmla="*/ 146330 w 148246"/>
                <a:gd name="connsiteY1" fmla="*/ 34474 h 223439"/>
                <a:gd name="connsiteX2" fmla="*/ 146330 w 148246"/>
                <a:gd name="connsiteY2" fmla="*/ 34474 h 223439"/>
                <a:gd name="connsiteX3" fmla="*/ 145052 w 148246"/>
                <a:gd name="connsiteY3" fmla="*/ 33197 h 223439"/>
                <a:gd name="connsiteX4" fmla="*/ 6390 w 148246"/>
                <a:gd name="connsiteY4" fmla="*/ 0 h 223439"/>
                <a:gd name="connsiteX5" fmla="*/ 0 w 148246"/>
                <a:gd name="connsiteY5" fmla="*/ 6384 h 223439"/>
                <a:gd name="connsiteX6" fmla="*/ 0 w 148246"/>
                <a:gd name="connsiteY6" fmla="*/ 116827 h 223439"/>
                <a:gd name="connsiteX7" fmla="*/ 0 w 148246"/>
                <a:gd name="connsiteY7" fmla="*/ 217055 h 223439"/>
                <a:gd name="connsiteX8" fmla="*/ 3195 w 148246"/>
                <a:gd name="connsiteY8" fmla="*/ 222801 h 223439"/>
                <a:gd name="connsiteX9" fmla="*/ 6390 w 148246"/>
                <a:gd name="connsiteY9" fmla="*/ 223439 h 223439"/>
                <a:gd name="connsiteX10" fmla="*/ 9585 w 148246"/>
                <a:gd name="connsiteY10" fmla="*/ 222801 h 223439"/>
                <a:gd name="connsiteX11" fmla="*/ 145052 w 148246"/>
                <a:gd name="connsiteY11" fmla="*/ 144916 h 223439"/>
                <a:gd name="connsiteX12" fmla="*/ 148247 w 148246"/>
                <a:gd name="connsiteY12" fmla="*/ 139171 h 223439"/>
                <a:gd name="connsiteX13" fmla="*/ 148247 w 148246"/>
                <a:gd name="connsiteY13" fmla="*/ 38942 h 223439"/>
                <a:gd name="connsiteX14" fmla="*/ 147607 w 148246"/>
                <a:gd name="connsiteY14" fmla="*/ 36389 h 223439"/>
                <a:gd name="connsiteX15" fmla="*/ 147607 w 148246"/>
                <a:gd name="connsiteY15" fmla="*/ 36389 h 223439"/>
                <a:gd name="connsiteX16" fmla="*/ 12780 w 148246"/>
                <a:gd name="connsiteY16" fmla="*/ 121296 h 223439"/>
                <a:gd name="connsiteX17" fmla="*/ 135467 w 148246"/>
                <a:gd name="connsiteY17" fmla="*/ 50434 h 223439"/>
                <a:gd name="connsiteX18" fmla="*/ 135467 w 148246"/>
                <a:gd name="connsiteY18" fmla="*/ 81077 h 223439"/>
                <a:gd name="connsiteX19" fmla="*/ 12780 w 148246"/>
                <a:gd name="connsiteY19" fmla="*/ 151300 h 223439"/>
                <a:gd name="connsiteX20" fmla="*/ 12780 w 148246"/>
                <a:gd name="connsiteY20" fmla="*/ 121296 h 223439"/>
                <a:gd name="connsiteX21" fmla="*/ 12780 w 148246"/>
                <a:gd name="connsiteY21" fmla="*/ 13406 h 223439"/>
                <a:gd name="connsiteX22" fmla="*/ 128438 w 148246"/>
                <a:gd name="connsiteY22" fmla="*/ 39581 h 223439"/>
                <a:gd name="connsiteX23" fmla="*/ 12780 w 148246"/>
                <a:gd name="connsiteY23" fmla="*/ 106613 h 223439"/>
                <a:gd name="connsiteX24" fmla="*/ 12780 w 148246"/>
                <a:gd name="connsiteY24" fmla="*/ 13406 h 223439"/>
                <a:gd name="connsiteX25" fmla="*/ 12780 w 148246"/>
                <a:gd name="connsiteY25" fmla="*/ 206841 h 223439"/>
                <a:gd name="connsiteX26" fmla="*/ 12780 w 148246"/>
                <a:gd name="connsiteY26" fmla="*/ 166622 h 223439"/>
                <a:gd name="connsiteX27" fmla="*/ 135467 w 148246"/>
                <a:gd name="connsiteY27" fmla="*/ 96398 h 223439"/>
                <a:gd name="connsiteX28" fmla="*/ 135467 w 148246"/>
                <a:gd name="connsiteY28" fmla="*/ 136617 h 223439"/>
                <a:gd name="connsiteX29" fmla="*/ 12780 w 148246"/>
                <a:gd name="connsiteY29" fmla="*/ 206841 h 223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8246" h="223439">
                  <a:moveTo>
                    <a:pt x="147607" y="36389"/>
                  </a:moveTo>
                  <a:cubicBezTo>
                    <a:pt x="147607" y="35750"/>
                    <a:pt x="146968" y="35112"/>
                    <a:pt x="146330" y="34474"/>
                  </a:cubicBezTo>
                  <a:cubicBezTo>
                    <a:pt x="146330" y="34474"/>
                    <a:pt x="146330" y="34474"/>
                    <a:pt x="146330" y="34474"/>
                  </a:cubicBezTo>
                  <a:cubicBezTo>
                    <a:pt x="145691" y="33835"/>
                    <a:pt x="145691" y="33835"/>
                    <a:pt x="145052" y="33197"/>
                  </a:cubicBezTo>
                  <a:cubicBezTo>
                    <a:pt x="107990" y="11491"/>
                    <a:pt x="58787" y="0"/>
                    <a:pt x="6390" y="0"/>
                  </a:cubicBezTo>
                  <a:cubicBezTo>
                    <a:pt x="2556" y="0"/>
                    <a:pt x="0" y="2554"/>
                    <a:pt x="0" y="6384"/>
                  </a:cubicBezTo>
                  <a:lnTo>
                    <a:pt x="0" y="116827"/>
                  </a:lnTo>
                  <a:lnTo>
                    <a:pt x="0" y="217055"/>
                  </a:lnTo>
                  <a:cubicBezTo>
                    <a:pt x="0" y="219609"/>
                    <a:pt x="1278" y="221524"/>
                    <a:pt x="3195" y="222801"/>
                  </a:cubicBezTo>
                  <a:cubicBezTo>
                    <a:pt x="4473" y="223439"/>
                    <a:pt x="5112" y="223439"/>
                    <a:pt x="6390" y="223439"/>
                  </a:cubicBezTo>
                  <a:cubicBezTo>
                    <a:pt x="7668" y="223439"/>
                    <a:pt x="8307" y="223439"/>
                    <a:pt x="9585" y="222801"/>
                  </a:cubicBezTo>
                  <a:lnTo>
                    <a:pt x="145052" y="144916"/>
                  </a:lnTo>
                  <a:cubicBezTo>
                    <a:pt x="146968" y="143640"/>
                    <a:pt x="148247" y="141724"/>
                    <a:pt x="148247" y="139171"/>
                  </a:cubicBezTo>
                  <a:lnTo>
                    <a:pt x="148247" y="38942"/>
                  </a:lnTo>
                  <a:cubicBezTo>
                    <a:pt x="148247" y="38304"/>
                    <a:pt x="147607" y="37666"/>
                    <a:pt x="147607" y="36389"/>
                  </a:cubicBezTo>
                  <a:cubicBezTo>
                    <a:pt x="147607" y="37027"/>
                    <a:pt x="147607" y="37027"/>
                    <a:pt x="147607" y="36389"/>
                  </a:cubicBezTo>
                  <a:close/>
                  <a:moveTo>
                    <a:pt x="12780" y="121296"/>
                  </a:moveTo>
                  <a:lnTo>
                    <a:pt x="135467" y="50434"/>
                  </a:lnTo>
                  <a:lnTo>
                    <a:pt x="135467" y="81077"/>
                  </a:lnTo>
                  <a:lnTo>
                    <a:pt x="12780" y="151300"/>
                  </a:lnTo>
                  <a:lnTo>
                    <a:pt x="12780" y="121296"/>
                  </a:lnTo>
                  <a:close/>
                  <a:moveTo>
                    <a:pt x="12780" y="13406"/>
                  </a:moveTo>
                  <a:cubicBezTo>
                    <a:pt x="55592" y="14045"/>
                    <a:pt x="96488" y="23621"/>
                    <a:pt x="128438" y="39581"/>
                  </a:cubicBezTo>
                  <a:lnTo>
                    <a:pt x="12780" y="106613"/>
                  </a:lnTo>
                  <a:lnTo>
                    <a:pt x="12780" y="13406"/>
                  </a:lnTo>
                  <a:close/>
                  <a:moveTo>
                    <a:pt x="12780" y="206841"/>
                  </a:moveTo>
                  <a:lnTo>
                    <a:pt x="12780" y="166622"/>
                  </a:lnTo>
                  <a:lnTo>
                    <a:pt x="135467" y="96398"/>
                  </a:lnTo>
                  <a:lnTo>
                    <a:pt x="135467" y="136617"/>
                  </a:lnTo>
                  <a:lnTo>
                    <a:pt x="12780" y="206841"/>
                  </a:lnTo>
                  <a:close/>
                </a:path>
              </a:pathLst>
            </a:custGeom>
            <a:solidFill>
              <a:srgbClr val="046A38"/>
            </a:solidFill>
            <a:ln w="6390" cap="flat">
              <a:noFill/>
              <a:prstDash val="solid"/>
              <a:miter/>
            </a:ln>
          </p:spPr>
          <p:txBody>
            <a:bodyPr rtlCol="0" anchor="ctr"/>
            <a:lstStyle/>
            <a:p>
              <a:endParaRPr lang="en-US"/>
            </a:p>
          </p:txBody>
        </p:sp>
        <p:sp>
          <p:nvSpPr>
            <p:cNvPr id="1084" name="Graphic 4">
              <a:extLst>
                <a:ext uri="{FF2B5EF4-FFF2-40B4-BE49-F238E27FC236}">
                  <a16:creationId xmlns:a16="http://schemas.microsoft.com/office/drawing/2014/main" id="{D6EC199D-7E05-1B45-9105-0CF097A7428F}"/>
                </a:ext>
              </a:extLst>
            </p:cNvPr>
            <p:cNvSpPr/>
            <p:nvPr/>
          </p:nvSpPr>
          <p:spPr>
            <a:xfrm>
              <a:off x="1662022" y="4408302"/>
              <a:ext cx="42173" cy="42134"/>
            </a:xfrm>
            <a:custGeom>
              <a:avLst/>
              <a:gdLst>
                <a:gd name="connsiteX0" fmla="*/ 21087 w 42173"/>
                <a:gd name="connsiteY0" fmla="*/ 0 h 42134"/>
                <a:gd name="connsiteX1" fmla="*/ 0 w 42173"/>
                <a:gd name="connsiteY1" fmla="*/ 21067 h 42134"/>
                <a:gd name="connsiteX2" fmla="*/ 21087 w 42173"/>
                <a:gd name="connsiteY2" fmla="*/ 42134 h 42134"/>
                <a:gd name="connsiteX3" fmla="*/ 42174 w 42173"/>
                <a:gd name="connsiteY3" fmla="*/ 21067 h 42134"/>
                <a:gd name="connsiteX4" fmla="*/ 21087 w 42173"/>
                <a:gd name="connsiteY4" fmla="*/ 0 h 42134"/>
                <a:gd name="connsiteX5" fmla="*/ 21087 w 42173"/>
                <a:gd name="connsiteY5" fmla="*/ 29366 h 42134"/>
                <a:gd name="connsiteX6" fmla="*/ 12780 w 42173"/>
                <a:gd name="connsiteY6" fmla="*/ 21067 h 42134"/>
                <a:gd name="connsiteX7" fmla="*/ 21087 w 42173"/>
                <a:gd name="connsiteY7" fmla="*/ 12768 h 42134"/>
                <a:gd name="connsiteX8" fmla="*/ 29394 w 42173"/>
                <a:gd name="connsiteY8" fmla="*/ 21067 h 42134"/>
                <a:gd name="connsiteX9" fmla="*/ 21087 w 42173"/>
                <a:gd name="connsiteY9" fmla="*/ 29366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173" h="42134">
                  <a:moveTo>
                    <a:pt x="21087" y="0"/>
                  </a:moveTo>
                  <a:cubicBezTo>
                    <a:pt x="9585" y="0"/>
                    <a:pt x="0" y="9576"/>
                    <a:pt x="0" y="21067"/>
                  </a:cubicBezTo>
                  <a:cubicBezTo>
                    <a:pt x="0" y="32558"/>
                    <a:pt x="9585" y="42134"/>
                    <a:pt x="21087" y="42134"/>
                  </a:cubicBezTo>
                  <a:cubicBezTo>
                    <a:pt x="32589" y="42134"/>
                    <a:pt x="42174" y="32558"/>
                    <a:pt x="42174" y="21067"/>
                  </a:cubicBezTo>
                  <a:cubicBezTo>
                    <a:pt x="42174" y="9576"/>
                    <a:pt x="32589" y="0"/>
                    <a:pt x="21087" y="0"/>
                  </a:cubicBezTo>
                  <a:close/>
                  <a:moveTo>
                    <a:pt x="21087" y="29366"/>
                  </a:moveTo>
                  <a:cubicBezTo>
                    <a:pt x="16614" y="29366"/>
                    <a:pt x="12780" y="25536"/>
                    <a:pt x="12780" y="21067"/>
                  </a:cubicBezTo>
                  <a:cubicBezTo>
                    <a:pt x="12780" y="16598"/>
                    <a:pt x="16614" y="12768"/>
                    <a:pt x="21087" y="12768"/>
                  </a:cubicBezTo>
                  <a:cubicBezTo>
                    <a:pt x="25560" y="12768"/>
                    <a:pt x="29394" y="16598"/>
                    <a:pt x="29394" y="21067"/>
                  </a:cubicBezTo>
                  <a:cubicBezTo>
                    <a:pt x="29394" y="25536"/>
                    <a:pt x="25560" y="29366"/>
                    <a:pt x="21087" y="29366"/>
                  </a:cubicBezTo>
                  <a:close/>
                </a:path>
              </a:pathLst>
            </a:custGeom>
            <a:solidFill>
              <a:srgbClr val="046A38"/>
            </a:solidFill>
            <a:ln w="6390" cap="flat">
              <a:noFill/>
              <a:prstDash val="solid"/>
              <a:miter/>
            </a:ln>
          </p:spPr>
          <p:txBody>
            <a:bodyPr rtlCol="0" anchor="ctr"/>
            <a:lstStyle/>
            <a:p>
              <a:endParaRPr lang="en-US"/>
            </a:p>
          </p:txBody>
        </p:sp>
      </p:grpSp>
      <p:grpSp>
        <p:nvGrpSpPr>
          <p:cNvPr id="1085" name="Graphic 4">
            <a:extLst>
              <a:ext uri="{FF2B5EF4-FFF2-40B4-BE49-F238E27FC236}">
                <a16:creationId xmlns:a16="http://schemas.microsoft.com/office/drawing/2014/main" id="{6D8F2A16-E8B3-7E43-BE18-D17ECA2E69B3}"/>
              </a:ext>
            </a:extLst>
          </p:cNvPr>
          <p:cNvGrpSpPr/>
          <p:nvPr/>
        </p:nvGrpSpPr>
        <p:grpSpPr>
          <a:xfrm>
            <a:off x="2561086" y="918179"/>
            <a:ext cx="361670" cy="361333"/>
            <a:chOff x="2561086" y="918179"/>
            <a:chExt cx="361670" cy="361333"/>
          </a:xfrm>
          <a:solidFill>
            <a:srgbClr val="046A38"/>
          </a:solidFill>
        </p:grpSpPr>
        <p:sp>
          <p:nvSpPr>
            <p:cNvPr id="1086" name="Graphic 4">
              <a:extLst>
                <a:ext uri="{FF2B5EF4-FFF2-40B4-BE49-F238E27FC236}">
                  <a16:creationId xmlns:a16="http://schemas.microsoft.com/office/drawing/2014/main" id="{4F521E79-C35D-D34F-9BC0-64533B1E69A4}"/>
                </a:ext>
              </a:extLst>
            </p:cNvPr>
            <p:cNvSpPr/>
            <p:nvPr/>
          </p:nvSpPr>
          <p:spPr>
            <a:xfrm>
              <a:off x="2561086"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087" name="Graphic 4">
              <a:extLst>
                <a:ext uri="{FF2B5EF4-FFF2-40B4-BE49-F238E27FC236}">
                  <a16:creationId xmlns:a16="http://schemas.microsoft.com/office/drawing/2014/main" id="{D915CD18-CF65-FD41-9B7D-18F156FA7916}"/>
                </a:ext>
              </a:extLst>
            </p:cNvPr>
            <p:cNvSpPr/>
            <p:nvPr/>
          </p:nvSpPr>
          <p:spPr>
            <a:xfrm>
              <a:off x="2667798" y="988403"/>
              <a:ext cx="146453" cy="219609"/>
            </a:xfrm>
            <a:custGeom>
              <a:avLst/>
              <a:gdLst>
                <a:gd name="connsiteX0" fmla="*/ 142496 w 146453"/>
                <a:gd name="connsiteY0" fmla="*/ 24259 h 219609"/>
                <a:gd name="connsiteX1" fmla="*/ 123326 w 146453"/>
                <a:gd name="connsiteY1" fmla="*/ 5746 h 219609"/>
                <a:gd name="connsiteX2" fmla="*/ 116936 w 146453"/>
                <a:gd name="connsiteY2" fmla="*/ 0 h 219609"/>
                <a:gd name="connsiteX3" fmla="*/ 29394 w 146453"/>
                <a:gd name="connsiteY3" fmla="*/ 0 h 219609"/>
                <a:gd name="connsiteX4" fmla="*/ 23004 w 146453"/>
                <a:gd name="connsiteY4" fmla="*/ 5746 h 219609"/>
                <a:gd name="connsiteX5" fmla="*/ 3834 w 146453"/>
                <a:gd name="connsiteY5" fmla="*/ 24259 h 219609"/>
                <a:gd name="connsiteX6" fmla="*/ 0 w 146453"/>
                <a:gd name="connsiteY6" fmla="*/ 30005 h 219609"/>
                <a:gd name="connsiteX7" fmla="*/ 0 w 146453"/>
                <a:gd name="connsiteY7" fmla="*/ 192158 h 219609"/>
                <a:gd name="connsiteX8" fmla="*/ 1917 w 146453"/>
                <a:gd name="connsiteY8" fmla="*/ 196627 h 219609"/>
                <a:gd name="connsiteX9" fmla="*/ 23643 w 146453"/>
                <a:gd name="connsiteY9" fmla="*/ 217694 h 219609"/>
                <a:gd name="connsiteX10" fmla="*/ 28116 w 146453"/>
                <a:gd name="connsiteY10" fmla="*/ 219609 h 219609"/>
                <a:gd name="connsiteX11" fmla="*/ 116297 w 146453"/>
                <a:gd name="connsiteY11" fmla="*/ 219609 h 219609"/>
                <a:gd name="connsiteX12" fmla="*/ 120770 w 146453"/>
                <a:gd name="connsiteY12" fmla="*/ 217694 h 219609"/>
                <a:gd name="connsiteX13" fmla="*/ 144413 w 146453"/>
                <a:gd name="connsiteY13" fmla="*/ 196627 h 219609"/>
                <a:gd name="connsiteX14" fmla="*/ 146330 w 146453"/>
                <a:gd name="connsiteY14" fmla="*/ 192158 h 219609"/>
                <a:gd name="connsiteX15" fmla="*/ 146330 w 146453"/>
                <a:gd name="connsiteY15" fmla="*/ 30643 h 219609"/>
                <a:gd name="connsiteX16" fmla="*/ 142496 w 146453"/>
                <a:gd name="connsiteY16" fmla="*/ 24259 h 219609"/>
                <a:gd name="connsiteX17" fmla="*/ 13419 w 146453"/>
                <a:gd name="connsiteY17" fmla="*/ 178752 h 219609"/>
                <a:gd name="connsiteX18" fmla="*/ 13419 w 146453"/>
                <a:gd name="connsiteY18" fmla="*/ 153216 h 219609"/>
                <a:gd name="connsiteX19" fmla="*/ 13419 w 146453"/>
                <a:gd name="connsiteY19" fmla="*/ 153216 h 219609"/>
                <a:gd name="connsiteX20" fmla="*/ 54954 w 146453"/>
                <a:gd name="connsiteY20" fmla="*/ 124488 h 219609"/>
                <a:gd name="connsiteX21" fmla="*/ 70289 w 146453"/>
                <a:gd name="connsiteY21" fmla="*/ 123211 h 219609"/>
                <a:gd name="connsiteX22" fmla="*/ 123326 w 146453"/>
                <a:gd name="connsiteY22" fmla="*/ 107889 h 219609"/>
                <a:gd name="connsiteX23" fmla="*/ 133550 w 146453"/>
                <a:gd name="connsiteY23" fmla="*/ 98313 h 219609"/>
                <a:gd name="connsiteX24" fmla="*/ 133550 w 146453"/>
                <a:gd name="connsiteY24" fmla="*/ 178752 h 219609"/>
                <a:gd name="connsiteX25" fmla="*/ 13419 w 146453"/>
                <a:gd name="connsiteY25" fmla="*/ 178752 h 219609"/>
                <a:gd name="connsiteX26" fmla="*/ 35145 w 146453"/>
                <a:gd name="connsiteY26" fmla="*/ 13406 h 219609"/>
                <a:gd name="connsiteX27" fmla="*/ 112463 w 146453"/>
                <a:gd name="connsiteY27" fmla="*/ 13406 h 219609"/>
                <a:gd name="connsiteX28" fmla="*/ 134189 w 146453"/>
                <a:gd name="connsiteY28" fmla="*/ 34474 h 219609"/>
                <a:gd name="connsiteX29" fmla="*/ 134189 w 146453"/>
                <a:gd name="connsiteY29" fmla="*/ 70862 h 219609"/>
                <a:gd name="connsiteX30" fmla="*/ 115658 w 146453"/>
                <a:gd name="connsiteY30" fmla="*/ 98313 h 219609"/>
                <a:gd name="connsiteX31" fmla="*/ 69650 w 146453"/>
                <a:gd name="connsiteY31" fmla="*/ 110443 h 219609"/>
                <a:gd name="connsiteX32" fmla="*/ 53675 w 146453"/>
                <a:gd name="connsiteY32" fmla="*/ 111720 h 219609"/>
                <a:gd name="connsiteX33" fmla="*/ 12780 w 146453"/>
                <a:gd name="connsiteY33" fmla="*/ 132148 h 219609"/>
                <a:gd name="connsiteX34" fmla="*/ 12780 w 146453"/>
                <a:gd name="connsiteY34" fmla="*/ 43411 h 219609"/>
                <a:gd name="connsiteX35" fmla="*/ 73484 w 146453"/>
                <a:gd name="connsiteY35" fmla="*/ 43411 h 219609"/>
                <a:gd name="connsiteX36" fmla="*/ 79874 w 146453"/>
                <a:gd name="connsiteY36" fmla="*/ 37027 h 219609"/>
                <a:gd name="connsiteX37" fmla="*/ 73484 w 146453"/>
                <a:gd name="connsiteY37" fmla="*/ 30643 h 219609"/>
                <a:gd name="connsiteX38" fmla="*/ 21087 w 146453"/>
                <a:gd name="connsiteY38" fmla="*/ 30643 h 219609"/>
                <a:gd name="connsiteX39" fmla="*/ 35145 w 146453"/>
                <a:gd name="connsiteY39" fmla="*/ 13406 h 219609"/>
                <a:gd name="connsiteX40" fmla="*/ 114380 w 146453"/>
                <a:gd name="connsiteY40" fmla="*/ 207479 h 219609"/>
                <a:gd name="connsiteX41" fmla="*/ 31311 w 146453"/>
                <a:gd name="connsiteY41" fmla="*/ 207479 h 219609"/>
                <a:gd name="connsiteX42" fmla="*/ 14697 w 146453"/>
                <a:gd name="connsiteY42" fmla="*/ 190881 h 219609"/>
                <a:gd name="connsiteX43" fmla="*/ 132911 w 146453"/>
                <a:gd name="connsiteY43" fmla="*/ 190881 h 219609"/>
                <a:gd name="connsiteX44" fmla="*/ 114380 w 146453"/>
                <a:gd name="connsiteY44" fmla="*/ 207479 h 219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46453" h="219609">
                  <a:moveTo>
                    <a:pt x="142496" y="24259"/>
                  </a:moveTo>
                  <a:cubicBezTo>
                    <a:pt x="142496" y="24259"/>
                    <a:pt x="125243" y="17875"/>
                    <a:pt x="123326" y="5746"/>
                  </a:cubicBezTo>
                  <a:cubicBezTo>
                    <a:pt x="122687" y="2554"/>
                    <a:pt x="120131" y="0"/>
                    <a:pt x="116936" y="0"/>
                  </a:cubicBezTo>
                  <a:lnTo>
                    <a:pt x="29394" y="0"/>
                  </a:lnTo>
                  <a:cubicBezTo>
                    <a:pt x="26199" y="0"/>
                    <a:pt x="23643" y="2554"/>
                    <a:pt x="23004" y="5746"/>
                  </a:cubicBezTo>
                  <a:cubicBezTo>
                    <a:pt x="23004" y="6384"/>
                    <a:pt x="21726" y="15960"/>
                    <a:pt x="3834" y="24259"/>
                  </a:cubicBezTo>
                  <a:cubicBezTo>
                    <a:pt x="1278" y="25536"/>
                    <a:pt x="0" y="27451"/>
                    <a:pt x="0" y="30005"/>
                  </a:cubicBezTo>
                  <a:lnTo>
                    <a:pt x="0" y="192158"/>
                  </a:lnTo>
                  <a:cubicBezTo>
                    <a:pt x="0" y="194073"/>
                    <a:pt x="639" y="195350"/>
                    <a:pt x="1917" y="196627"/>
                  </a:cubicBezTo>
                  <a:lnTo>
                    <a:pt x="23643" y="217694"/>
                  </a:lnTo>
                  <a:cubicBezTo>
                    <a:pt x="24921" y="218971"/>
                    <a:pt x="26199" y="219609"/>
                    <a:pt x="28116" y="219609"/>
                  </a:cubicBezTo>
                  <a:lnTo>
                    <a:pt x="116297" y="219609"/>
                  </a:lnTo>
                  <a:cubicBezTo>
                    <a:pt x="117575" y="219609"/>
                    <a:pt x="119492" y="218971"/>
                    <a:pt x="120770" y="217694"/>
                  </a:cubicBezTo>
                  <a:lnTo>
                    <a:pt x="144413" y="196627"/>
                  </a:lnTo>
                  <a:cubicBezTo>
                    <a:pt x="145690" y="195350"/>
                    <a:pt x="146330" y="193435"/>
                    <a:pt x="146330" y="192158"/>
                  </a:cubicBezTo>
                  <a:lnTo>
                    <a:pt x="146330" y="30643"/>
                  </a:lnTo>
                  <a:cubicBezTo>
                    <a:pt x="146969" y="28090"/>
                    <a:pt x="145052" y="25536"/>
                    <a:pt x="142496" y="24259"/>
                  </a:cubicBezTo>
                  <a:close/>
                  <a:moveTo>
                    <a:pt x="13419" y="178752"/>
                  </a:moveTo>
                  <a:lnTo>
                    <a:pt x="13419" y="153216"/>
                  </a:lnTo>
                  <a:cubicBezTo>
                    <a:pt x="13419" y="153216"/>
                    <a:pt x="13419" y="153216"/>
                    <a:pt x="13419" y="153216"/>
                  </a:cubicBezTo>
                  <a:cubicBezTo>
                    <a:pt x="14058" y="151939"/>
                    <a:pt x="26838" y="127041"/>
                    <a:pt x="54954" y="124488"/>
                  </a:cubicBezTo>
                  <a:cubicBezTo>
                    <a:pt x="60704" y="123849"/>
                    <a:pt x="65816" y="123849"/>
                    <a:pt x="70289" y="123211"/>
                  </a:cubicBezTo>
                  <a:cubicBezTo>
                    <a:pt x="92654" y="121934"/>
                    <a:pt x="108629" y="120657"/>
                    <a:pt x="123326" y="107889"/>
                  </a:cubicBezTo>
                  <a:cubicBezTo>
                    <a:pt x="127160" y="104697"/>
                    <a:pt x="130994" y="101505"/>
                    <a:pt x="133550" y="98313"/>
                  </a:cubicBezTo>
                  <a:lnTo>
                    <a:pt x="133550" y="178752"/>
                  </a:lnTo>
                  <a:lnTo>
                    <a:pt x="13419" y="178752"/>
                  </a:lnTo>
                  <a:close/>
                  <a:moveTo>
                    <a:pt x="35145" y="13406"/>
                  </a:moveTo>
                  <a:lnTo>
                    <a:pt x="112463" y="13406"/>
                  </a:lnTo>
                  <a:cubicBezTo>
                    <a:pt x="116936" y="24898"/>
                    <a:pt x="127799" y="31920"/>
                    <a:pt x="134189" y="34474"/>
                  </a:cubicBezTo>
                  <a:lnTo>
                    <a:pt x="134189" y="70862"/>
                  </a:lnTo>
                  <a:cubicBezTo>
                    <a:pt x="132911" y="80438"/>
                    <a:pt x="130355" y="85545"/>
                    <a:pt x="115658" y="98313"/>
                  </a:cubicBezTo>
                  <a:cubicBezTo>
                    <a:pt x="104156" y="107889"/>
                    <a:pt x="91376" y="109166"/>
                    <a:pt x="69650" y="110443"/>
                  </a:cubicBezTo>
                  <a:cubicBezTo>
                    <a:pt x="64538" y="110443"/>
                    <a:pt x="59426" y="111081"/>
                    <a:pt x="53675" y="111720"/>
                  </a:cubicBezTo>
                  <a:cubicBezTo>
                    <a:pt x="34506" y="113635"/>
                    <a:pt x="21726" y="123211"/>
                    <a:pt x="12780" y="132148"/>
                  </a:cubicBezTo>
                  <a:lnTo>
                    <a:pt x="12780" y="43411"/>
                  </a:lnTo>
                  <a:lnTo>
                    <a:pt x="73484" y="43411"/>
                  </a:lnTo>
                  <a:cubicBezTo>
                    <a:pt x="77318" y="43411"/>
                    <a:pt x="79874" y="40858"/>
                    <a:pt x="79874" y="37027"/>
                  </a:cubicBezTo>
                  <a:cubicBezTo>
                    <a:pt x="79874" y="33197"/>
                    <a:pt x="77318" y="30643"/>
                    <a:pt x="73484" y="30643"/>
                  </a:cubicBezTo>
                  <a:lnTo>
                    <a:pt x="21087" y="30643"/>
                  </a:lnTo>
                  <a:cubicBezTo>
                    <a:pt x="29394" y="24259"/>
                    <a:pt x="33228" y="17875"/>
                    <a:pt x="35145" y="13406"/>
                  </a:cubicBezTo>
                  <a:close/>
                  <a:moveTo>
                    <a:pt x="114380" y="207479"/>
                  </a:moveTo>
                  <a:lnTo>
                    <a:pt x="31311" y="207479"/>
                  </a:lnTo>
                  <a:lnTo>
                    <a:pt x="14697" y="190881"/>
                  </a:lnTo>
                  <a:lnTo>
                    <a:pt x="132911" y="190881"/>
                  </a:lnTo>
                  <a:lnTo>
                    <a:pt x="114380" y="207479"/>
                  </a:lnTo>
                  <a:close/>
                </a:path>
              </a:pathLst>
            </a:custGeom>
            <a:solidFill>
              <a:srgbClr val="046A38"/>
            </a:solidFill>
            <a:ln w="6390" cap="flat">
              <a:noFill/>
              <a:prstDash val="solid"/>
              <a:miter/>
            </a:ln>
          </p:spPr>
          <p:txBody>
            <a:bodyPr rtlCol="0" anchor="ctr"/>
            <a:lstStyle/>
            <a:p>
              <a:endParaRPr lang="en-US"/>
            </a:p>
          </p:txBody>
        </p:sp>
      </p:grpSp>
      <p:grpSp>
        <p:nvGrpSpPr>
          <p:cNvPr id="1088" name="Graphic 4">
            <a:extLst>
              <a:ext uri="{FF2B5EF4-FFF2-40B4-BE49-F238E27FC236}">
                <a16:creationId xmlns:a16="http://schemas.microsoft.com/office/drawing/2014/main" id="{8C6AC6C6-91FF-6F4B-933A-6711BA2DAE1D}"/>
              </a:ext>
            </a:extLst>
          </p:cNvPr>
          <p:cNvGrpSpPr/>
          <p:nvPr/>
        </p:nvGrpSpPr>
        <p:grpSpPr>
          <a:xfrm>
            <a:off x="1515054" y="4792617"/>
            <a:ext cx="361670" cy="361333"/>
            <a:chOff x="1515054" y="4792617"/>
            <a:chExt cx="361670" cy="361333"/>
          </a:xfrm>
          <a:solidFill>
            <a:srgbClr val="046A38"/>
          </a:solidFill>
        </p:grpSpPr>
        <p:sp>
          <p:nvSpPr>
            <p:cNvPr id="1089" name="Graphic 4">
              <a:extLst>
                <a:ext uri="{FF2B5EF4-FFF2-40B4-BE49-F238E27FC236}">
                  <a16:creationId xmlns:a16="http://schemas.microsoft.com/office/drawing/2014/main" id="{8EF84035-2195-4046-AE09-510A187DE07B}"/>
                </a:ext>
              </a:extLst>
            </p:cNvPr>
            <p:cNvSpPr/>
            <p:nvPr/>
          </p:nvSpPr>
          <p:spPr>
            <a:xfrm>
              <a:off x="1515054"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4"/>
                    <a:pt x="180835" y="361334"/>
                  </a:cubicBezTo>
                  <a:cubicBezTo>
                    <a:pt x="280518" y="361334"/>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090" name="Graphic 4">
              <a:extLst>
                <a:ext uri="{FF2B5EF4-FFF2-40B4-BE49-F238E27FC236}">
                  <a16:creationId xmlns:a16="http://schemas.microsoft.com/office/drawing/2014/main" id="{73849DCE-BE51-3F4C-BA62-0524E5CE7CA2}"/>
                </a:ext>
              </a:extLst>
            </p:cNvPr>
            <p:cNvSpPr/>
            <p:nvPr/>
          </p:nvSpPr>
          <p:spPr>
            <a:xfrm>
              <a:off x="1651715" y="4864118"/>
              <a:ext cx="88671" cy="220247"/>
            </a:xfrm>
            <a:custGeom>
              <a:avLst/>
              <a:gdLst>
                <a:gd name="connsiteX0" fmla="*/ 85069 w 88671"/>
                <a:gd name="connsiteY0" fmla="*/ 129595 h 220247"/>
                <a:gd name="connsiteX1" fmla="*/ 85069 w 88671"/>
                <a:gd name="connsiteY1" fmla="*/ 127680 h 220247"/>
                <a:gd name="connsiteX2" fmla="*/ 79318 w 88671"/>
                <a:gd name="connsiteY2" fmla="*/ 60648 h 220247"/>
                <a:gd name="connsiteX3" fmla="*/ 65261 w 88671"/>
                <a:gd name="connsiteY3" fmla="*/ 47242 h 220247"/>
                <a:gd name="connsiteX4" fmla="*/ 65261 w 88671"/>
                <a:gd name="connsiteY4" fmla="*/ 42773 h 220247"/>
                <a:gd name="connsiteX5" fmla="*/ 65899 w 88671"/>
                <a:gd name="connsiteY5" fmla="*/ 42773 h 220247"/>
                <a:gd name="connsiteX6" fmla="*/ 72289 w 88671"/>
                <a:gd name="connsiteY6" fmla="*/ 36389 h 220247"/>
                <a:gd name="connsiteX7" fmla="*/ 72289 w 88671"/>
                <a:gd name="connsiteY7" fmla="*/ 6384 h 220247"/>
                <a:gd name="connsiteX8" fmla="*/ 65899 w 88671"/>
                <a:gd name="connsiteY8" fmla="*/ 0 h 220247"/>
                <a:gd name="connsiteX9" fmla="*/ 22448 w 88671"/>
                <a:gd name="connsiteY9" fmla="*/ 0 h 220247"/>
                <a:gd name="connsiteX10" fmla="*/ 16058 w 88671"/>
                <a:gd name="connsiteY10" fmla="*/ 6384 h 220247"/>
                <a:gd name="connsiteX11" fmla="*/ 16058 w 88671"/>
                <a:gd name="connsiteY11" fmla="*/ 36389 h 220247"/>
                <a:gd name="connsiteX12" fmla="*/ 22448 w 88671"/>
                <a:gd name="connsiteY12" fmla="*/ 42773 h 220247"/>
                <a:gd name="connsiteX13" fmla="*/ 22448 w 88671"/>
                <a:gd name="connsiteY13" fmla="*/ 47242 h 220247"/>
                <a:gd name="connsiteX14" fmla="*/ 4556 w 88671"/>
                <a:gd name="connsiteY14" fmla="*/ 70224 h 220247"/>
                <a:gd name="connsiteX15" fmla="*/ 1361 w 88671"/>
                <a:gd name="connsiteY15" fmla="*/ 105336 h 220247"/>
                <a:gd name="connsiteX16" fmla="*/ 4556 w 88671"/>
                <a:gd name="connsiteY16" fmla="*/ 135979 h 220247"/>
                <a:gd name="connsiteX17" fmla="*/ 1361 w 88671"/>
                <a:gd name="connsiteY17" fmla="*/ 193435 h 220247"/>
                <a:gd name="connsiteX18" fmla="*/ 5195 w 88671"/>
                <a:gd name="connsiteY18" fmla="*/ 214502 h 220247"/>
                <a:gd name="connsiteX19" fmla="*/ 18614 w 88671"/>
                <a:gd name="connsiteY19" fmla="*/ 220247 h 220247"/>
                <a:gd name="connsiteX20" fmla="*/ 18614 w 88671"/>
                <a:gd name="connsiteY20" fmla="*/ 220247 h 220247"/>
                <a:gd name="connsiteX21" fmla="*/ 71651 w 88671"/>
                <a:gd name="connsiteY21" fmla="*/ 220247 h 220247"/>
                <a:gd name="connsiteX22" fmla="*/ 85069 w 88671"/>
                <a:gd name="connsiteY22" fmla="*/ 213225 h 220247"/>
                <a:gd name="connsiteX23" fmla="*/ 88264 w 88671"/>
                <a:gd name="connsiteY23" fmla="*/ 196627 h 220247"/>
                <a:gd name="connsiteX24" fmla="*/ 85069 w 88671"/>
                <a:gd name="connsiteY24" fmla="*/ 129595 h 220247"/>
                <a:gd name="connsiteX25" fmla="*/ 16058 w 88671"/>
                <a:gd name="connsiteY25" fmla="*/ 123849 h 220247"/>
                <a:gd name="connsiteX26" fmla="*/ 13502 w 88671"/>
                <a:gd name="connsiteY26" fmla="*/ 102782 h 220247"/>
                <a:gd name="connsiteX27" fmla="*/ 12224 w 88671"/>
                <a:gd name="connsiteY27" fmla="*/ 87461 h 220247"/>
                <a:gd name="connsiteX28" fmla="*/ 74845 w 88671"/>
                <a:gd name="connsiteY28" fmla="*/ 87461 h 220247"/>
                <a:gd name="connsiteX29" fmla="*/ 72289 w 88671"/>
                <a:gd name="connsiteY29" fmla="*/ 123211 h 220247"/>
                <a:gd name="connsiteX30" fmla="*/ 16058 w 88671"/>
                <a:gd name="connsiteY30" fmla="*/ 123211 h 220247"/>
                <a:gd name="connsiteX31" fmla="*/ 28838 w 88671"/>
                <a:gd name="connsiteY31" fmla="*/ 12768 h 220247"/>
                <a:gd name="connsiteX32" fmla="*/ 59509 w 88671"/>
                <a:gd name="connsiteY32" fmla="*/ 12768 h 220247"/>
                <a:gd name="connsiteX33" fmla="*/ 59509 w 88671"/>
                <a:gd name="connsiteY33" fmla="*/ 30005 h 220247"/>
                <a:gd name="connsiteX34" fmla="*/ 28838 w 88671"/>
                <a:gd name="connsiteY34" fmla="*/ 30005 h 220247"/>
                <a:gd name="connsiteX35" fmla="*/ 28838 w 88671"/>
                <a:gd name="connsiteY35" fmla="*/ 12768 h 220247"/>
                <a:gd name="connsiteX36" fmla="*/ 30116 w 88671"/>
                <a:gd name="connsiteY36" fmla="*/ 56818 h 220247"/>
                <a:gd name="connsiteX37" fmla="*/ 35228 w 88671"/>
                <a:gd name="connsiteY37" fmla="*/ 50434 h 220247"/>
                <a:gd name="connsiteX38" fmla="*/ 35228 w 88671"/>
                <a:gd name="connsiteY38" fmla="*/ 42135 h 220247"/>
                <a:gd name="connsiteX39" fmla="*/ 52481 w 88671"/>
                <a:gd name="connsiteY39" fmla="*/ 42135 h 220247"/>
                <a:gd name="connsiteX40" fmla="*/ 52481 w 88671"/>
                <a:gd name="connsiteY40" fmla="*/ 50434 h 220247"/>
                <a:gd name="connsiteX41" fmla="*/ 56314 w 88671"/>
                <a:gd name="connsiteY41" fmla="*/ 56179 h 220247"/>
                <a:gd name="connsiteX42" fmla="*/ 69094 w 88671"/>
                <a:gd name="connsiteY42" fmla="*/ 67670 h 220247"/>
                <a:gd name="connsiteX43" fmla="*/ 72928 w 88671"/>
                <a:gd name="connsiteY43" fmla="*/ 74693 h 220247"/>
                <a:gd name="connsiteX44" fmla="*/ 16058 w 88671"/>
                <a:gd name="connsiteY44" fmla="*/ 74693 h 220247"/>
                <a:gd name="connsiteX45" fmla="*/ 16697 w 88671"/>
                <a:gd name="connsiteY45" fmla="*/ 73416 h 220247"/>
                <a:gd name="connsiteX46" fmla="*/ 30116 w 88671"/>
                <a:gd name="connsiteY46" fmla="*/ 56818 h 220247"/>
                <a:gd name="connsiteX47" fmla="*/ 74206 w 88671"/>
                <a:gd name="connsiteY47" fmla="*/ 204926 h 220247"/>
                <a:gd name="connsiteX48" fmla="*/ 70372 w 88671"/>
                <a:gd name="connsiteY48" fmla="*/ 206841 h 220247"/>
                <a:gd name="connsiteX49" fmla="*/ 17975 w 88671"/>
                <a:gd name="connsiteY49" fmla="*/ 206841 h 220247"/>
                <a:gd name="connsiteX50" fmla="*/ 17975 w 88671"/>
                <a:gd name="connsiteY50" fmla="*/ 206841 h 220247"/>
                <a:gd name="connsiteX51" fmla="*/ 14141 w 88671"/>
                <a:gd name="connsiteY51" fmla="*/ 205564 h 220247"/>
                <a:gd name="connsiteX52" fmla="*/ 12863 w 88671"/>
                <a:gd name="connsiteY52" fmla="*/ 195350 h 220247"/>
                <a:gd name="connsiteX53" fmla="*/ 16058 w 88671"/>
                <a:gd name="connsiteY53" fmla="*/ 136617 h 220247"/>
                <a:gd name="connsiteX54" fmla="*/ 70372 w 88671"/>
                <a:gd name="connsiteY54" fmla="*/ 136617 h 220247"/>
                <a:gd name="connsiteX55" fmla="*/ 74206 w 88671"/>
                <a:gd name="connsiteY55" fmla="*/ 199180 h 220247"/>
                <a:gd name="connsiteX56" fmla="*/ 74206 w 88671"/>
                <a:gd name="connsiteY56" fmla="*/ 204926 h 2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88671" h="220247">
                  <a:moveTo>
                    <a:pt x="85069" y="129595"/>
                  </a:moveTo>
                  <a:lnTo>
                    <a:pt x="85069" y="127680"/>
                  </a:lnTo>
                  <a:cubicBezTo>
                    <a:pt x="87625" y="109805"/>
                    <a:pt x="92737" y="76608"/>
                    <a:pt x="79318" y="60648"/>
                  </a:cubicBezTo>
                  <a:cubicBezTo>
                    <a:pt x="78679" y="59371"/>
                    <a:pt x="72289" y="51710"/>
                    <a:pt x="65261" y="47242"/>
                  </a:cubicBezTo>
                  <a:lnTo>
                    <a:pt x="65261" y="42773"/>
                  </a:lnTo>
                  <a:lnTo>
                    <a:pt x="65899" y="42773"/>
                  </a:lnTo>
                  <a:cubicBezTo>
                    <a:pt x="69733" y="42773"/>
                    <a:pt x="72289" y="40219"/>
                    <a:pt x="72289" y="36389"/>
                  </a:cubicBezTo>
                  <a:lnTo>
                    <a:pt x="72289" y="6384"/>
                  </a:lnTo>
                  <a:cubicBezTo>
                    <a:pt x="72289" y="2554"/>
                    <a:pt x="69733" y="0"/>
                    <a:pt x="65899" y="0"/>
                  </a:cubicBezTo>
                  <a:lnTo>
                    <a:pt x="22448" y="0"/>
                  </a:lnTo>
                  <a:cubicBezTo>
                    <a:pt x="18614" y="0"/>
                    <a:pt x="16058" y="2554"/>
                    <a:pt x="16058" y="6384"/>
                  </a:cubicBezTo>
                  <a:lnTo>
                    <a:pt x="16058" y="36389"/>
                  </a:lnTo>
                  <a:cubicBezTo>
                    <a:pt x="16058" y="39581"/>
                    <a:pt x="18614" y="42773"/>
                    <a:pt x="22448" y="42773"/>
                  </a:cubicBezTo>
                  <a:lnTo>
                    <a:pt x="22448" y="47242"/>
                  </a:lnTo>
                  <a:cubicBezTo>
                    <a:pt x="16697" y="51072"/>
                    <a:pt x="9029" y="58733"/>
                    <a:pt x="4556" y="70224"/>
                  </a:cubicBezTo>
                  <a:cubicBezTo>
                    <a:pt x="-1195" y="86184"/>
                    <a:pt x="-556" y="92568"/>
                    <a:pt x="1361" y="105336"/>
                  </a:cubicBezTo>
                  <a:cubicBezTo>
                    <a:pt x="2000" y="112358"/>
                    <a:pt x="3917" y="121296"/>
                    <a:pt x="4556" y="135979"/>
                  </a:cubicBezTo>
                  <a:cubicBezTo>
                    <a:pt x="5834" y="171729"/>
                    <a:pt x="1361" y="193435"/>
                    <a:pt x="1361" y="193435"/>
                  </a:cubicBezTo>
                  <a:cubicBezTo>
                    <a:pt x="1361" y="194711"/>
                    <a:pt x="-1195" y="206841"/>
                    <a:pt x="5195" y="214502"/>
                  </a:cubicBezTo>
                  <a:cubicBezTo>
                    <a:pt x="7112" y="217055"/>
                    <a:pt x="11585" y="220247"/>
                    <a:pt x="18614" y="220247"/>
                  </a:cubicBezTo>
                  <a:cubicBezTo>
                    <a:pt x="18614" y="220247"/>
                    <a:pt x="18614" y="220247"/>
                    <a:pt x="18614" y="220247"/>
                  </a:cubicBezTo>
                  <a:lnTo>
                    <a:pt x="71651" y="220247"/>
                  </a:lnTo>
                  <a:cubicBezTo>
                    <a:pt x="72289" y="220247"/>
                    <a:pt x="79957" y="219609"/>
                    <a:pt x="85069" y="213225"/>
                  </a:cubicBezTo>
                  <a:cubicBezTo>
                    <a:pt x="87625" y="210033"/>
                    <a:pt x="89542" y="204926"/>
                    <a:pt x="88264" y="196627"/>
                  </a:cubicBezTo>
                  <a:cubicBezTo>
                    <a:pt x="85069" y="181305"/>
                    <a:pt x="82513" y="144278"/>
                    <a:pt x="85069" y="129595"/>
                  </a:cubicBezTo>
                  <a:close/>
                  <a:moveTo>
                    <a:pt x="16058" y="123849"/>
                  </a:moveTo>
                  <a:cubicBezTo>
                    <a:pt x="15419" y="114912"/>
                    <a:pt x="14141" y="108528"/>
                    <a:pt x="13502" y="102782"/>
                  </a:cubicBezTo>
                  <a:cubicBezTo>
                    <a:pt x="12863" y="96398"/>
                    <a:pt x="12224" y="91930"/>
                    <a:pt x="12224" y="87461"/>
                  </a:cubicBezTo>
                  <a:lnTo>
                    <a:pt x="74845" y="87461"/>
                  </a:lnTo>
                  <a:cubicBezTo>
                    <a:pt x="75484" y="99590"/>
                    <a:pt x="73567" y="114273"/>
                    <a:pt x="72289" y="123211"/>
                  </a:cubicBezTo>
                  <a:lnTo>
                    <a:pt x="16058" y="123211"/>
                  </a:lnTo>
                  <a:close/>
                  <a:moveTo>
                    <a:pt x="28838" y="12768"/>
                  </a:moveTo>
                  <a:lnTo>
                    <a:pt x="59509" y="12768"/>
                  </a:lnTo>
                  <a:lnTo>
                    <a:pt x="59509" y="30005"/>
                  </a:lnTo>
                  <a:lnTo>
                    <a:pt x="28838" y="30005"/>
                  </a:lnTo>
                  <a:lnTo>
                    <a:pt x="28838" y="12768"/>
                  </a:lnTo>
                  <a:close/>
                  <a:moveTo>
                    <a:pt x="30116" y="56818"/>
                  </a:moveTo>
                  <a:cubicBezTo>
                    <a:pt x="32672" y="56179"/>
                    <a:pt x="35228" y="53626"/>
                    <a:pt x="35228" y="50434"/>
                  </a:cubicBezTo>
                  <a:lnTo>
                    <a:pt x="35228" y="42135"/>
                  </a:lnTo>
                  <a:lnTo>
                    <a:pt x="52481" y="42135"/>
                  </a:lnTo>
                  <a:lnTo>
                    <a:pt x="52481" y="50434"/>
                  </a:lnTo>
                  <a:cubicBezTo>
                    <a:pt x="52481" y="52987"/>
                    <a:pt x="53759" y="55541"/>
                    <a:pt x="56314" y="56179"/>
                  </a:cubicBezTo>
                  <a:cubicBezTo>
                    <a:pt x="60149" y="58094"/>
                    <a:pt x="66538" y="64478"/>
                    <a:pt x="69094" y="67670"/>
                  </a:cubicBezTo>
                  <a:cubicBezTo>
                    <a:pt x="70372" y="69586"/>
                    <a:pt x="71651" y="72139"/>
                    <a:pt x="72928" y="74693"/>
                  </a:cubicBezTo>
                  <a:lnTo>
                    <a:pt x="16058" y="74693"/>
                  </a:lnTo>
                  <a:cubicBezTo>
                    <a:pt x="16058" y="74054"/>
                    <a:pt x="16058" y="74054"/>
                    <a:pt x="16697" y="73416"/>
                  </a:cubicBezTo>
                  <a:cubicBezTo>
                    <a:pt x="20531" y="62563"/>
                    <a:pt x="28838" y="56818"/>
                    <a:pt x="30116" y="56818"/>
                  </a:cubicBezTo>
                  <a:close/>
                  <a:moveTo>
                    <a:pt x="74206" y="204926"/>
                  </a:moveTo>
                  <a:cubicBezTo>
                    <a:pt x="72928" y="206841"/>
                    <a:pt x="70372" y="206841"/>
                    <a:pt x="70372" y="206841"/>
                  </a:cubicBezTo>
                  <a:lnTo>
                    <a:pt x="17975" y="206841"/>
                  </a:lnTo>
                  <a:lnTo>
                    <a:pt x="17975" y="206841"/>
                  </a:lnTo>
                  <a:cubicBezTo>
                    <a:pt x="15419" y="206841"/>
                    <a:pt x="14780" y="206203"/>
                    <a:pt x="14141" y="205564"/>
                  </a:cubicBezTo>
                  <a:cubicBezTo>
                    <a:pt x="12224" y="203649"/>
                    <a:pt x="12224" y="197903"/>
                    <a:pt x="12863" y="195350"/>
                  </a:cubicBezTo>
                  <a:cubicBezTo>
                    <a:pt x="12863" y="194711"/>
                    <a:pt x="17336" y="173006"/>
                    <a:pt x="16058" y="136617"/>
                  </a:cubicBezTo>
                  <a:lnTo>
                    <a:pt x="70372" y="136617"/>
                  </a:lnTo>
                  <a:cubicBezTo>
                    <a:pt x="69733" y="155769"/>
                    <a:pt x="72289" y="186412"/>
                    <a:pt x="74206" y="199180"/>
                  </a:cubicBezTo>
                  <a:cubicBezTo>
                    <a:pt x="75484" y="200457"/>
                    <a:pt x="75484" y="203011"/>
                    <a:pt x="74206" y="204926"/>
                  </a:cubicBezTo>
                  <a:close/>
                </a:path>
              </a:pathLst>
            </a:custGeom>
            <a:solidFill>
              <a:srgbClr val="046A38"/>
            </a:solidFill>
            <a:ln w="6390" cap="flat">
              <a:noFill/>
              <a:prstDash val="solid"/>
              <a:miter/>
            </a:ln>
          </p:spPr>
          <p:txBody>
            <a:bodyPr rtlCol="0" anchor="ctr"/>
            <a:lstStyle/>
            <a:p>
              <a:endParaRPr lang="en-US"/>
            </a:p>
          </p:txBody>
        </p:sp>
      </p:grpSp>
      <p:grpSp>
        <p:nvGrpSpPr>
          <p:cNvPr id="1091" name="Graphic 4">
            <a:extLst>
              <a:ext uri="{FF2B5EF4-FFF2-40B4-BE49-F238E27FC236}">
                <a16:creationId xmlns:a16="http://schemas.microsoft.com/office/drawing/2014/main" id="{A822FF9D-9AC7-7E4F-AEE8-D6C1A3F7502D}"/>
              </a:ext>
            </a:extLst>
          </p:cNvPr>
          <p:cNvGrpSpPr/>
          <p:nvPr/>
        </p:nvGrpSpPr>
        <p:grpSpPr>
          <a:xfrm>
            <a:off x="6753524" y="4792617"/>
            <a:ext cx="361670" cy="361333"/>
            <a:chOff x="6753524" y="4792617"/>
            <a:chExt cx="361670" cy="361333"/>
          </a:xfrm>
          <a:solidFill>
            <a:srgbClr val="009A44"/>
          </a:solidFill>
        </p:grpSpPr>
        <p:sp>
          <p:nvSpPr>
            <p:cNvPr id="1092" name="Graphic 4">
              <a:extLst>
                <a:ext uri="{FF2B5EF4-FFF2-40B4-BE49-F238E27FC236}">
                  <a16:creationId xmlns:a16="http://schemas.microsoft.com/office/drawing/2014/main" id="{E2110882-488D-A64E-B498-7AF8543FF037}"/>
                </a:ext>
              </a:extLst>
            </p:cNvPr>
            <p:cNvSpPr/>
            <p:nvPr/>
          </p:nvSpPr>
          <p:spPr>
            <a:xfrm>
              <a:off x="6753524"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4"/>
                    <a:pt x="180835" y="361334"/>
                  </a:cubicBezTo>
                  <a:cubicBezTo>
                    <a:pt x="281157" y="361334"/>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7"/>
                    <a:pt x="180835" y="13407"/>
                  </a:cubicBezTo>
                  <a:cubicBezTo>
                    <a:pt x="273489" y="13407"/>
                    <a:pt x="348890" y="88738"/>
                    <a:pt x="348890" y="181305"/>
                  </a:cubicBezTo>
                  <a:cubicBezTo>
                    <a:pt x="348890" y="273873"/>
                    <a:pt x="274128" y="349204"/>
                    <a:pt x="180835" y="349204"/>
                  </a:cubicBezTo>
                  <a:close/>
                </a:path>
              </a:pathLst>
            </a:custGeom>
            <a:solidFill>
              <a:srgbClr val="009A44"/>
            </a:solidFill>
            <a:ln w="6390" cap="flat">
              <a:noFill/>
              <a:prstDash val="solid"/>
              <a:miter/>
            </a:ln>
          </p:spPr>
          <p:txBody>
            <a:bodyPr rtlCol="0" anchor="ctr"/>
            <a:lstStyle/>
            <a:p>
              <a:endParaRPr lang="en-US"/>
            </a:p>
          </p:txBody>
        </p:sp>
        <p:sp>
          <p:nvSpPr>
            <p:cNvPr id="1093" name="Graphic 4">
              <a:extLst>
                <a:ext uri="{FF2B5EF4-FFF2-40B4-BE49-F238E27FC236}">
                  <a16:creationId xmlns:a16="http://schemas.microsoft.com/office/drawing/2014/main" id="{6038D319-F4FF-0F44-80A0-F5FD3422187E}"/>
                </a:ext>
              </a:extLst>
            </p:cNvPr>
            <p:cNvSpPr/>
            <p:nvPr/>
          </p:nvSpPr>
          <p:spPr>
            <a:xfrm>
              <a:off x="6824452" y="4884418"/>
              <a:ext cx="220543" cy="178880"/>
            </a:xfrm>
            <a:custGeom>
              <a:avLst/>
              <a:gdLst>
                <a:gd name="connsiteX0" fmla="*/ 214063 w 220543"/>
                <a:gd name="connsiteY0" fmla="*/ 69714 h 178880"/>
                <a:gd name="connsiteX1" fmla="*/ 176362 w 220543"/>
                <a:gd name="connsiteY1" fmla="*/ 69714 h 178880"/>
                <a:gd name="connsiteX2" fmla="*/ 192976 w 220543"/>
                <a:gd name="connsiteY2" fmla="*/ 35240 h 178880"/>
                <a:gd name="connsiteX3" fmla="*/ 196171 w 220543"/>
                <a:gd name="connsiteY3" fmla="*/ 13535 h 178880"/>
                <a:gd name="connsiteX4" fmla="*/ 185947 w 220543"/>
                <a:gd name="connsiteY4" fmla="*/ 2044 h 178880"/>
                <a:gd name="connsiteX5" fmla="*/ 154636 w 220543"/>
                <a:gd name="connsiteY5" fmla="*/ 14812 h 178880"/>
                <a:gd name="connsiteX6" fmla="*/ 118214 w 220543"/>
                <a:gd name="connsiteY6" fmla="*/ 69714 h 178880"/>
                <a:gd name="connsiteX7" fmla="*/ 6390 w 220543"/>
                <a:gd name="connsiteY7" fmla="*/ 69714 h 178880"/>
                <a:gd name="connsiteX8" fmla="*/ 0 w 220543"/>
                <a:gd name="connsiteY8" fmla="*/ 76098 h 178880"/>
                <a:gd name="connsiteX9" fmla="*/ 60066 w 220543"/>
                <a:gd name="connsiteY9" fmla="*/ 167389 h 178880"/>
                <a:gd name="connsiteX10" fmla="*/ 60066 w 220543"/>
                <a:gd name="connsiteY10" fmla="*/ 172496 h 178880"/>
                <a:gd name="connsiteX11" fmla="*/ 66456 w 220543"/>
                <a:gd name="connsiteY11" fmla="*/ 178880 h 178880"/>
                <a:gd name="connsiteX12" fmla="*/ 155915 w 220543"/>
                <a:gd name="connsiteY12" fmla="*/ 178880 h 178880"/>
                <a:gd name="connsiteX13" fmla="*/ 162305 w 220543"/>
                <a:gd name="connsiteY13" fmla="*/ 172496 h 178880"/>
                <a:gd name="connsiteX14" fmla="*/ 162305 w 220543"/>
                <a:gd name="connsiteY14" fmla="*/ 166112 h 178880"/>
                <a:gd name="connsiteX15" fmla="*/ 214702 w 220543"/>
                <a:gd name="connsiteY15" fmla="*/ 111210 h 178880"/>
                <a:gd name="connsiteX16" fmla="*/ 220453 w 220543"/>
                <a:gd name="connsiteY16" fmla="*/ 75459 h 178880"/>
                <a:gd name="connsiteX17" fmla="*/ 214063 w 220543"/>
                <a:gd name="connsiteY17" fmla="*/ 69714 h 178880"/>
                <a:gd name="connsiteX18" fmla="*/ 164861 w 220543"/>
                <a:gd name="connsiteY18" fmla="*/ 21196 h 178880"/>
                <a:gd name="connsiteX19" fmla="*/ 179557 w 220543"/>
                <a:gd name="connsiteY19" fmla="*/ 13535 h 178880"/>
                <a:gd name="connsiteX20" fmla="*/ 183391 w 220543"/>
                <a:gd name="connsiteY20" fmla="*/ 17365 h 178880"/>
                <a:gd name="connsiteX21" fmla="*/ 181474 w 220543"/>
                <a:gd name="connsiteY21" fmla="*/ 28856 h 178880"/>
                <a:gd name="connsiteX22" fmla="*/ 162305 w 220543"/>
                <a:gd name="connsiteY22" fmla="*/ 69714 h 178880"/>
                <a:gd name="connsiteX23" fmla="*/ 132911 w 220543"/>
                <a:gd name="connsiteY23" fmla="*/ 69714 h 178880"/>
                <a:gd name="connsiteX24" fmla="*/ 164861 w 220543"/>
                <a:gd name="connsiteY24" fmla="*/ 21196 h 178880"/>
                <a:gd name="connsiteX25" fmla="*/ 153358 w 220543"/>
                <a:gd name="connsiteY25" fmla="*/ 156536 h 178880"/>
                <a:gd name="connsiteX26" fmla="*/ 149525 w 220543"/>
                <a:gd name="connsiteY26" fmla="*/ 162282 h 178880"/>
                <a:gd name="connsiteX27" fmla="*/ 149525 w 220543"/>
                <a:gd name="connsiteY27" fmla="*/ 166112 h 178880"/>
                <a:gd name="connsiteX28" fmla="*/ 72845 w 220543"/>
                <a:gd name="connsiteY28" fmla="*/ 166112 h 178880"/>
                <a:gd name="connsiteX29" fmla="*/ 72845 w 220543"/>
                <a:gd name="connsiteY29" fmla="*/ 162920 h 178880"/>
                <a:gd name="connsiteX30" fmla="*/ 69012 w 220543"/>
                <a:gd name="connsiteY30" fmla="*/ 157174 h 178880"/>
                <a:gd name="connsiteX31" fmla="*/ 13419 w 220543"/>
                <a:gd name="connsiteY31" fmla="*/ 81843 h 178880"/>
                <a:gd name="connsiteX32" fmla="*/ 208312 w 220543"/>
                <a:gd name="connsiteY32" fmla="*/ 81843 h 178880"/>
                <a:gd name="connsiteX33" fmla="*/ 153358 w 220543"/>
                <a:gd name="connsiteY33" fmla="*/ 156536 h 178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20543" h="178880">
                  <a:moveTo>
                    <a:pt x="214063" y="69714"/>
                  </a:moveTo>
                  <a:lnTo>
                    <a:pt x="176362" y="69714"/>
                  </a:lnTo>
                  <a:lnTo>
                    <a:pt x="192976" y="35240"/>
                  </a:lnTo>
                  <a:cubicBezTo>
                    <a:pt x="193615" y="33964"/>
                    <a:pt x="199366" y="23749"/>
                    <a:pt x="196171" y="13535"/>
                  </a:cubicBezTo>
                  <a:cubicBezTo>
                    <a:pt x="194254" y="8428"/>
                    <a:pt x="191059" y="4597"/>
                    <a:pt x="185947" y="2044"/>
                  </a:cubicBezTo>
                  <a:cubicBezTo>
                    <a:pt x="170611" y="-4979"/>
                    <a:pt x="158471" y="7789"/>
                    <a:pt x="154636" y="14812"/>
                  </a:cubicBezTo>
                  <a:lnTo>
                    <a:pt x="118214" y="69714"/>
                  </a:lnTo>
                  <a:lnTo>
                    <a:pt x="6390" y="69714"/>
                  </a:lnTo>
                  <a:cubicBezTo>
                    <a:pt x="2556" y="69714"/>
                    <a:pt x="0" y="72267"/>
                    <a:pt x="0" y="76098"/>
                  </a:cubicBezTo>
                  <a:cubicBezTo>
                    <a:pt x="0" y="133554"/>
                    <a:pt x="46007" y="160366"/>
                    <a:pt x="60066" y="167389"/>
                  </a:cubicBezTo>
                  <a:lnTo>
                    <a:pt x="60066" y="172496"/>
                  </a:lnTo>
                  <a:cubicBezTo>
                    <a:pt x="60066" y="176326"/>
                    <a:pt x="62622" y="178880"/>
                    <a:pt x="66456" y="178880"/>
                  </a:cubicBezTo>
                  <a:lnTo>
                    <a:pt x="155915" y="178880"/>
                  </a:lnTo>
                  <a:cubicBezTo>
                    <a:pt x="159748" y="178880"/>
                    <a:pt x="162305" y="176326"/>
                    <a:pt x="162305" y="172496"/>
                  </a:cubicBezTo>
                  <a:lnTo>
                    <a:pt x="162305" y="166112"/>
                  </a:lnTo>
                  <a:cubicBezTo>
                    <a:pt x="194254" y="151429"/>
                    <a:pt x="208312" y="128446"/>
                    <a:pt x="214702" y="111210"/>
                  </a:cubicBezTo>
                  <a:cubicBezTo>
                    <a:pt x="221731" y="92058"/>
                    <a:pt x="220453" y="76098"/>
                    <a:pt x="220453" y="75459"/>
                  </a:cubicBezTo>
                  <a:cubicBezTo>
                    <a:pt x="220453" y="72267"/>
                    <a:pt x="217258" y="69714"/>
                    <a:pt x="214063" y="69714"/>
                  </a:cubicBezTo>
                  <a:close/>
                  <a:moveTo>
                    <a:pt x="164861" y="21196"/>
                  </a:moveTo>
                  <a:cubicBezTo>
                    <a:pt x="165500" y="19919"/>
                    <a:pt x="171889" y="9704"/>
                    <a:pt x="179557" y="13535"/>
                  </a:cubicBezTo>
                  <a:cubicBezTo>
                    <a:pt x="182113" y="14812"/>
                    <a:pt x="182752" y="16088"/>
                    <a:pt x="183391" y="17365"/>
                  </a:cubicBezTo>
                  <a:cubicBezTo>
                    <a:pt x="184669" y="21196"/>
                    <a:pt x="182113" y="26941"/>
                    <a:pt x="181474" y="28856"/>
                  </a:cubicBezTo>
                  <a:lnTo>
                    <a:pt x="162305" y="69714"/>
                  </a:lnTo>
                  <a:lnTo>
                    <a:pt x="132911" y="69714"/>
                  </a:lnTo>
                  <a:lnTo>
                    <a:pt x="164861" y="21196"/>
                  </a:lnTo>
                  <a:close/>
                  <a:moveTo>
                    <a:pt x="153358" y="156536"/>
                  </a:moveTo>
                  <a:cubicBezTo>
                    <a:pt x="150802" y="157813"/>
                    <a:pt x="149525" y="159728"/>
                    <a:pt x="149525" y="162282"/>
                  </a:cubicBezTo>
                  <a:lnTo>
                    <a:pt x="149525" y="166112"/>
                  </a:lnTo>
                  <a:lnTo>
                    <a:pt x="72845" y="166112"/>
                  </a:lnTo>
                  <a:lnTo>
                    <a:pt x="72845" y="162920"/>
                  </a:lnTo>
                  <a:cubicBezTo>
                    <a:pt x="72845" y="160366"/>
                    <a:pt x="70928" y="157813"/>
                    <a:pt x="69012" y="157174"/>
                  </a:cubicBezTo>
                  <a:cubicBezTo>
                    <a:pt x="67094" y="156536"/>
                    <a:pt x="17253" y="135469"/>
                    <a:pt x="13419" y="81843"/>
                  </a:cubicBezTo>
                  <a:lnTo>
                    <a:pt x="208312" y="81843"/>
                  </a:lnTo>
                  <a:cubicBezTo>
                    <a:pt x="207034" y="97165"/>
                    <a:pt x="200644" y="136746"/>
                    <a:pt x="153358" y="156536"/>
                  </a:cubicBezTo>
                  <a:close/>
                </a:path>
              </a:pathLst>
            </a:custGeom>
            <a:solidFill>
              <a:srgbClr val="009A44"/>
            </a:solidFill>
            <a:ln w="6390" cap="flat">
              <a:noFill/>
              <a:prstDash val="solid"/>
              <a:miter/>
            </a:ln>
          </p:spPr>
          <p:txBody>
            <a:bodyPr rtlCol="0" anchor="ctr"/>
            <a:lstStyle/>
            <a:p>
              <a:endParaRPr lang="en-US"/>
            </a:p>
          </p:txBody>
        </p:sp>
      </p:grpSp>
      <p:grpSp>
        <p:nvGrpSpPr>
          <p:cNvPr id="1094" name="Graphic 4">
            <a:extLst>
              <a:ext uri="{FF2B5EF4-FFF2-40B4-BE49-F238E27FC236}">
                <a16:creationId xmlns:a16="http://schemas.microsoft.com/office/drawing/2014/main" id="{D69C80AA-645D-374F-B339-09E23E371E45}"/>
              </a:ext>
            </a:extLst>
          </p:cNvPr>
          <p:cNvGrpSpPr/>
          <p:nvPr/>
        </p:nvGrpSpPr>
        <p:grpSpPr>
          <a:xfrm>
            <a:off x="467743" y="4308712"/>
            <a:ext cx="361670" cy="361971"/>
            <a:chOff x="467743" y="4308712"/>
            <a:chExt cx="361670" cy="361971"/>
          </a:xfrm>
          <a:solidFill>
            <a:srgbClr val="046A38"/>
          </a:solidFill>
        </p:grpSpPr>
        <p:sp>
          <p:nvSpPr>
            <p:cNvPr id="1095" name="Graphic 4">
              <a:extLst>
                <a:ext uri="{FF2B5EF4-FFF2-40B4-BE49-F238E27FC236}">
                  <a16:creationId xmlns:a16="http://schemas.microsoft.com/office/drawing/2014/main" id="{FB456EE1-9CB8-8048-8D2C-DF2AC8C9784C}"/>
                </a:ext>
              </a:extLst>
            </p:cNvPr>
            <p:cNvSpPr/>
            <p:nvPr/>
          </p:nvSpPr>
          <p:spPr>
            <a:xfrm>
              <a:off x="467743" y="4308712"/>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180835 w 361670"/>
                <a:gd name="connsiteY4" fmla="*/ 0 h 361971"/>
                <a:gd name="connsiteX5" fmla="*/ 180835 w 361670"/>
                <a:gd name="connsiteY5" fmla="*/ 349204 h 361971"/>
                <a:gd name="connsiteX6" fmla="*/ 12780 w 361670"/>
                <a:gd name="connsiteY6" fmla="*/ 181305 h 361971"/>
                <a:gd name="connsiteX7" fmla="*/ 180835 w 361670"/>
                <a:gd name="connsiteY7" fmla="*/ 13407 h 361971"/>
                <a:gd name="connsiteX8" fmla="*/ 348891 w 361670"/>
                <a:gd name="connsiteY8" fmla="*/ 181305 h 361971"/>
                <a:gd name="connsiteX9" fmla="*/ 180835 w 361670"/>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971">
                  <a:moveTo>
                    <a:pt x="180835" y="0"/>
                  </a:moveTo>
                  <a:cubicBezTo>
                    <a:pt x="80513" y="0"/>
                    <a:pt x="0" y="81077"/>
                    <a:pt x="0" y="180667"/>
                  </a:cubicBezTo>
                  <a:cubicBezTo>
                    <a:pt x="0" y="280257"/>
                    <a:pt x="80513" y="361972"/>
                    <a:pt x="180835" y="361972"/>
                  </a:cubicBezTo>
                  <a:cubicBezTo>
                    <a:pt x="281157" y="361972"/>
                    <a:pt x="361670" y="280895"/>
                    <a:pt x="361670" y="181305"/>
                  </a:cubicBezTo>
                  <a:cubicBezTo>
                    <a:pt x="361670" y="81715"/>
                    <a:pt x="280518" y="0"/>
                    <a:pt x="180835" y="0"/>
                  </a:cubicBezTo>
                  <a:close/>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096" name="Graphic 4">
              <a:extLst>
                <a:ext uri="{FF2B5EF4-FFF2-40B4-BE49-F238E27FC236}">
                  <a16:creationId xmlns:a16="http://schemas.microsoft.com/office/drawing/2014/main" id="{9FC28C14-05F8-0547-9519-48BCAC8911C5}"/>
                </a:ext>
              </a:extLst>
            </p:cNvPr>
            <p:cNvSpPr/>
            <p:nvPr/>
          </p:nvSpPr>
          <p:spPr>
            <a:xfrm>
              <a:off x="584040" y="4370158"/>
              <a:ext cx="130755" cy="239878"/>
            </a:xfrm>
            <a:custGeom>
              <a:avLst/>
              <a:gdLst>
                <a:gd name="connsiteX0" fmla="*/ 120770 w 130755"/>
                <a:gd name="connsiteY0" fmla="*/ 479 h 239878"/>
                <a:gd name="connsiteX1" fmla="*/ 69011 w 130755"/>
                <a:gd name="connsiteY1" fmla="*/ 20908 h 239878"/>
                <a:gd name="connsiteX2" fmla="*/ 65177 w 130755"/>
                <a:gd name="connsiteY2" fmla="*/ 26015 h 239878"/>
                <a:gd name="connsiteX3" fmla="*/ 62621 w 130755"/>
                <a:gd name="connsiteY3" fmla="*/ 39421 h 239878"/>
                <a:gd name="connsiteX4" fmla="*/ 58148 w 130755"/>
                <a:gd name="connsiteY4" fmla="*/ 39421 h 239878"/>
                <a:gd name="connsiteX5" fmla="*/ 0 w 130755"/>
                <a:gd name="connsiteY5" fmla="*/ 94323 h 239878"/>
                <a:gd name="connsiteX6" fmla="*/ 1278 w 130755"/>
                <a:gd name="connsiteY6" fmla="*/ 97515 h 239878"/>
                <a:gd name="connsiteX7" fmla="*/ 14697 w 130755"/>
                <a:gd name="connsiteY7" fmla="*/ 234132 h 239878"/>
                <a:gd name="connsiteX8" fmla="*/ 21087 w 130755"/>
                <a:gd name="connsiteY8" fmla="*/ 239878 h 239878"/>
                <a:gd name="connsiteX9" fmla="*/ 94571 w 130755"/>
                <a:gd name="connsiteY9" fmla="*/ 239878 h 239878"/>
                <a:gd name="connsiteX10" fmla="*/ 100961 w 130755"/>
                <a:gd name="connsiteY10" fmla="*/ 234132 h 239878"/>
                <a:gd name="connsiteX11" fmla="*/ 115658 w 130755"/>
                <a:gd name="connsiteY11" fmla="*/ 97515 h 239878"/>
                <a:gd name="connsiteX12" fmla="*/ 116936 w 130755"/>
                <a:gd name="connsiteY12" fmla="*/ 94323 h 239878"/>
                <a:gd name="connsiteX13" fmla="*/ 76040 w 130755"/>
                <a:gd name="connsiteY13" fmla="*/ 41336 h 239878"/>
                <a:gd name="connsiteX14" fmla="*/ 77957 w 130755"/>
                <a:gd name="connsiteY14" fmla="*/ 31761 h 239878"/>
                <a:gd name="connsiteX15" fmla="*/ 126521 w 130755"/>
                <a:gd name="connsiteY15" fmla="*/ 12609 h 239878"/>
                <a:gd name="connsiteX16" fmla="*/ 130355 w 130755"/>
                <a:gd name="connsiteY16" fmla="*/ 4309 h 239878"/>
                <a:gd name="connsiteX17" fmla="*/ 120770 w 130755"/>
                <a:gd name="connsiteY17" fmla="*/ 479 h 239878"/>
                <a:gd name="connsiteX18" fmla="*/ 57509 w 130755"/>
                <a:gd name="connsiteY18" fmla="*/ 50912 h 239878"/>
                <a:gd name="connsiteX19" fmla="*/ 59426 w 130755"/>
                <a:gd name="connsiteY19" fmla="*/ 50912 h 239878"/>
                <a:gd name="connsiteX20" fmla="*/ 52397 w 130755"/>
                <a:gd name="connsiteY20" fmla="*/ 89216 h 239878"/>
                <a:gd name="connsiteX21" fmla="*/ 12141 w 130755"/>
                <a:gd name="connsiteY21" fmla="*/ 89216 h 239878"/>
                <a:gd name="connsiteX22" fmla="*/ 57509 w 130755"/>
                <a:gd name="connsiteY22" fmla="*/ 50912 h 239878"/>
                <a:gd name="connsiteX23" fmla="*/ 88181 w 130755"/>
                <a:gd name="connsiteY23" fmla="*/ 226472 h 239878"/>
                <a:gd name="connsiteX24" fmla="*/ 26838 w 130755"/>
                <a:gd name="connsiteY24" fmla="*/ 226472 h 239878"/>
                <a:gd name="connsiteX25" fmla="*/ 14697 w 130755"/>
                <a:gd name="connsiteY25" fmla="*/ 101984 h 239878"/>
                <a:gd name="connsiteX26" fmla="*/ 51758 w 130755"/>
                <a:gd name="connsiteY26" fmla="*/ 101984 h 239878"/>
                <a:gd name="connsiteX27" fmla="*/ 35145 w 130755"/>
                <a:gd name="connsiteY27" fmla="*/ 195829 h 239878"/>
                <a:gd name="connsiteX28" fmla="*/ 40257 w 130755"/>
                <a:gd name="connsiteY28" fmla="*/ 203489 h 239878"/>
                <a:gd name="connsiteX29" fmla="*/ 41535 w 130755"/>
                <a:gd name="connsiteY29" fmla="*/ 203489 h 239878"/>
                <a:gd name="connsiteX30" fmla="*/ 47925 w 130755"/>
                <a:gd name="connsiteY30" fmla="*/ 198382 h 239878"/>
                <a:gd name="connsiteX31" fmla="*/ 65177 w 130755"/>
                <a:gd name="connsiteY31" fmla="*/ 101984 h 239878"/>
                <a:gd name="connsiteX32" fmla="*/ 102878 w 130755"/>
                <a:gd name="connsiteY32" fmla="*/ 101984 h 239878"/>
                <a:gd name="connsiteX33" fmla="*/ 88181 w 130755"/>
                <a:gd name="connsiteY33" fmla="*/ 226472 h 239878"/>
                <a:gd name="connsiteX34" fmla="*/ 102878 w 130755"/>
                <a:gd name="connsiteY34" fmla="*/ 89216 h 239878"/>
                <a:gd name="connsiteX35" fmla="*/ 66455 w 130755"/>
                <a:gd name="connsiteY35" fmla="*/ 89216 h 239878"/>
                <a:gd name="connsiteX36" fmla="*/ 72845 w 130755"/>
                <a:gd name="connsiteY36" fmla="*/ 53466 h 239878"/>
                <a:gd name="connsiteX37" fmla="*/ 102878 w 130755"/>
                <a:gd name="connsiteY37" fmla="*/ 89216 h 239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0755" h="239878">
                  <a:moveTo>
                    <a:pt x="120770" y="479"/>
                  </a:moveTo>
                  <a:lnTo>
                    <a:pt x="69011" y="20908"/>
                  </a:lnTo>
                  <a:cubicBezTo>
                    <a:pt x="67094" y="21546"/>
                    <a:pt x="65177" y="23461"/>
                    <a:pt x="65177" y="26015"/>
                  </a:cubicBezTo>
                  <a:lnTo>
                    <a:pt x="62621" y="39421"/>
                  </a:lnTo>
                  <a:cubicBezTo>
                    <a:pt x="61343" y="39421"/>
                    <a:pt x="59426" y="39421"/>
                    <a:pt x="58148" y="39421"/>
                  </a:cubicBezTo>
                  <a:cubicBezTo>
                    <a:pt x="26199" y="39421"/>
                    <a:pt x="0" y="64319"/>
                    <a:pt x="0" y="94323"/>
                  </a:cubicBezTo>
                  <a:cubicBezTo>
                    <a:pt x="0" y="95600"/>
                    <a:pt x="639" y="96877"/>
                    <a:pt x="1278" y="97515"/>
                  </a:cubicBezTo>
                  <a:lnTo>
                    <a:pt x="14697" y="234132"/>
                  </a:lnTo>
                  <a:cubicBezTo>
                    <a:pt x="15336" y="237324"/>
                    <a:pt x="17892" y="239878"/>
                    <a:pt x="21087" y="239878"/>
                  </a:cubicBezTo>
                  <a:lnTo>
                    <a:pt x="94571" y="239878"/>
                  </a:lnTo>
                  <a:cubicBezTo>
                    <a:pt x="97766" y="239878"/>
                    <a:pt x="100322" y="237324"/>
                    <a:pt x="100961" y="234132"/>
                  </a:cubicBezTo>
                  <a:lnTo>
                    <a:pt x="115658" y="97515"/>
                  </a:lnTo>
                  <a:cubicBezTo>
                    <a:pt x="116297" y="96239"/>
                    <a:pt x="116936" y="95600"/>
                    <a:pt x="116936" y="94323"/>
                  </a:cubicBezTo>
                  <a:cubicBezTo>
                    <a:pt x="116936" y="69426"/>
                    <a:pt x="99683" y="48359"/>
                    <a:pt x="76040" y="41336"/>
                  </a:cubicBezTo>
                  <a:lnTo>
                    <a:pt x="77957" y="31761"/>
                  </a:lnTo>
                  <a:lnTo>
                    <a:pt x="126521" y="12609"/>
                  </a:lnTo>
                  <a:cubicBezTo>
                    <a:pt x="129716" y="11332"/>
                    <a:pt x="131633" y="7501"/>
                    <a:pt x="130355" y="4309"/>
                  </a:cubicBezTo>
                  <a:cubicBezTo>
                    <a:pt x="127160" y="479"/>
                    <a:pt x="123965" y="-798"/>
                    <a:pt x="120770" y="479"/>
                  </a:cubicBezTo>
                  <a:close/>
                  <a:moveTo>
                    <a:pt x="57509" y="50912"/>
                  </a:moveTo>
                  <a:cubicBezTo>
                    <a:pt x="58148" y="50912"/>
                    <a:pt x="58787" y="50912"/>
                    <a:pt x="59426" y="50912"/>
                  </a:cubicBezTo>
                  <a:lnTo>
                    <a:pt x="52397" y="89216"/>
                  </a:lnTo>
                  <a:lnTo>
                    <a:pt x="12141" y="89216"/>
                  </a:lnTo>
                  <a:cubicBezTo>
                    <a:pt x="15336" y="67511"/>
                    <a:pt x="34506" y="50912"/>
                    <a:pt x="57509" y="50912"/>
                  </a:cubicBezTo>
                  <a:close/>
                  <a:moveTo>
                    <a:pt x="88181" y="226472"/>
                  </a:moveTo>
                  <a:lnTo>
                    <a:pt x="26838" y="226472"/>
                  </a:lnTo>
                  <a:lnTo>
                    <a:pt x="14697" y="101984"/>
                  </a:lnTo>
                  <a:lnTo>
                    <a:pt x="51758" y="101984"/>
                  </a:lnTo>
                  <a:lnTo>
                    <a:pt x="35145" y="195829"/>
                  </a:lnTo>
                  <a:cubicBezTo>
                    <a:pt x="34506" y="199021"/>
                    <a:pt x="37062" y="202851"/>
                    <a:pt x="40257" y="203489"/>
                  </a:cubicBezTo>
                  <a:cubicBezTo>
                    <a:pt x="40896" y="203489"/>
                    <a:pt x="40896" y="203489"/>
                    <a:pt x="41535" y="203489"/>
                  </a:cubicBezTo>
                  <a:cubicBezTo>
                    <a:pt x="44730" y="203489"/>
                    <a:pt x="47286" y="201574"/>
                    <a:pt x="47925" y="198382"/>
                  </a:cubicBezTo>
                  <a:lnTo>
                    <a:pt x="65177" y="101984"/>
                  </a:lnTo>
                  <a:lnTo>
                    <a:pt x="102878" y="101984"/>
                  </a:lnTo>
                  <a:lnTo>
                    <a:pt x="88181" y="226472"/>
                  </a:lnTo>
                  <a:close/>
                  <a:moveTo>
                    <a:pt x="102878" y="89216"/>
                  </a:moveTo>
                  <a:lnTo>
                    <a:pt x="66455" y="89216"/>
                  </a:lnTo>
                  <a:lnTo>
                    <a:pt x="72845" y="53466"/>
                  </a:lnTo>
                  <a:cubicBezTo>
                    <a:pt x="88820" y="58573"/>
                    <a:pt x="100961" y="72618"/>
                    <a:pt x="102878" y="89216"/>
                  </a:cubicBezTo>
                  <a:close/>
                </a:path>
              </a:pathLst>
            </a:custGeom>
            <a:solidFill>
              <a:srgbClr val="046A38"/>
            </a:solidFill>
            <a:ln w="6390" cap="flat">
              <a:noFill/>
              <a:prstDash val="solid"/>
              <a:miter/>
            </a:ln>
          </p:spPr>
          <p:txBody>
            <a:bodyPr rtlCol="0" anchor="ctr"/>
            <a:lstStyle/>
            <a:p>
              <a:endParaRPr lang="en-US"/>
            </a:p>
          </p:txBody>
        </p:sp>
      </p:grpSp>
      <p:grpSp>
        <p:nvGrpSpPr>
          <p:cNvPr id="1097" name="Graphic 4">
            <a:extLst>
              <a:ext uri="{FF2B5EF4-FFF2-40B4-BE49-F238E27FC236}">
                <a16:creationId xmlns:a16="http://schemas.microsoft.com/office/drawing/2014/main" id="{5DD61624-A696-0D4F-945B-B71CD23A0E1B}"/>
              </a:ext>
            </a:extLst>
          </p:cNvPr>
          <p:cNvGrpSpPr/>
          <p:nvPr/>
        </p:nvGrpSpPr>
        <p:grpSpPr>
          <a:xfrm>
            <a:off x="905454" y="4792617"/>
            <a:ext cx="361670" cy="361333"/>
            <a:chOff x="905454" y="4792617"/>
            <a:chExt cx="361670" cy="361333"/>
          </a:xfrm>
          <a:solidFill>
            <a:srgbClr val="046A38"/>
          </a:solidFill>
        </p:grpSpPr>
        <p:sp>
          <p:nvSpPr>
            <p:cNvPr id="1098" name="Graphic 4">
              <a:extLst>
                <a:ext uri="{FF2B5EF4-FFF2-40B4-BE49-F238E27FC236}">
                  <a16:creationId xmlns:a16="http://schemas.microsoft.com/office/drawing/2014/main" id="{387555BC-BF64-E745-90EB-58109F453EFF}"/>
                </a:ext>
              </a:extLst>
            </p:cNvPr>
            <p:cNvSpPr/>
            <p:nvPr/>
          </p:nvSpPr>
          <p:spPr>
            <a:xfrm>
              <a:off x="1097791" y="4886462"/>
              <a:ext cx="49202" cy="33196"/>
            </a:xfrm>
            <a:custGeom>
              <a:avLst/>
              <a:gdLst>
                <a:gd name="connsiteX0" fmla="*/ 49202 w 49202"/>
                <a:gd name="connsiteY0" fmla="*/ 29367 h 33196"/>
                <a:gd name="connsiteX1" fmla="*/ 39618 w 49202"/>
                <a:gd name="connsiteY1" fmla="*/ 0 h 33196"/>
                <a:gd name="connsiteX2" fmla="*/ 0 w 49202"/>
                <a:gd name="connsiteY2" fmla="*/ 12130 h 33196"/>
                <a:gd name="connsiteX3" fmla="*/ 3195 w 49202"/>
                <a:gd name="connsiteY3" fmla="*/ 33197 h 33196"/>
                <a:gd name="connsiteX4" fmla="*/ 49202 w 49202"/>
                <a:gd name="connsiteY4" fmla="*/ 29367 h 33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02" h="33196">
                  <a:moveTo>
                    <a:pt x="49202" y="29367"/>
                  </a:moveTo>
                  <a:cubicBezTo>
                    <a:pt x="46647" y="20429"/>
                    <a:pt x="43452" y="10853"/>
                    <a:pt x="39618" y="0"/>
                  </a:cubicBezTo>
                  <a:lnTo>
                    <a:pt x="0" y="12130"/>
                  </a:lnTo>
                  <a:cubicBezTo>
                    <a:pt x="639" y="16599"/>
                    <a:pt x="1278" y="24259"/>
                    <a:pt x="3195" y="33197"/>
                  </a:cubicBezTo>
                  <a:lnTo>
                    <a:pt x="49202" y="29367"/>
                  </a:lnTo>
                  <a:close/>
                </a:path>
              </a:pathLst>
            </a:custGeom>
            <a:solidFill>
              <a:srgbClr val="046A38"/>
            </a:solidFill>
            <a:ln w="6390" cap="flat">
              <a:noFill/>
              <a:prstDash val="solid"/>
              <a:miter/>
            </a:ln>
          </p:spPr>
          <p:txBody>
            <a:bodyPr rtlCol="0" anchor="ctr"/>
            <a:lstStyle/>
            <a:p>
              <a:endParaRPr lang="en-US"/>
            </a:p>
          </p:txBody>
        </p:sp>
        <p:sp>
          <p:nvSpPr>
            <p:cNvPr id="1099" name="Graphic 4">
              <a:extLst>
                <a:ext uri="{FF2B5EF4-FFF2-40B4-BE49-F238E27FC236}">
                  <a16:creationId xmlns:a16="http://schemas.microsoft.com/office/drawing/2014/main" id="{0DE7A28C-F207-BE49-94A5-6BFA501AD1C3}"/>
                </a:ext>
              </a:extLst>
            </p:cNvPr>
            <p:cNvSpPr/>
            <p:nvPr/>
          </p:nvSpPr>
          <p:spPr>
            <a:xfrm>
              <a:off x="1025584" y="4886462"/>
              <a:ext cx="49202" cy="33196"/>
            </a:xfrm>
            <a:custGeom>
              <a:avLst/>
              <a:gdLst>
                <a:gd name="connsiteX0" fmla="*/ 46008 w 49202"/>
                <a:gd name="connsiteY0" fmla="*/ 33197 h 33196"/>
                <a:gd name="connsiteX1" fmla="*/ 49202 w 49202"/>
                <a:gd name="connsiteY1" fmla="*/ 12130 h 33196"/>
                <a:gd name="connsiteX2" fmla="*/ 9585 w 49202"/>
                <a:gd name="connsiteY2" fmla="*/ 0 h 33196"/>
                <a:gd name="connsiteX3" fmla="*/ 0 w 49202"/>
                <a:gd name="connsiteY3" fmla="*/ 29367 h 33196"/>
                <a:gd name="connsiteX4" fmla="*/ 46008 w 49202"/>
                <a:gd name="connsiteY4" fmla="*/ 33197 h 33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02" h="33196">
                  <a:moveTo>
                    <a:pt x="46008" y="33197"/>
                  </a:moveTo>
                  <a:cubicBezTo>
                    <a:pt x="47925" y="24259"/>
                    <a:pt x="48564" y="16599"/>
                    <a:pt x="49202" y="12130"/>
                  </a:cubicBezTo>
                  <a:lnTo>
                    <a:pt x="9585" y="0"/>
                  </a:lnTo>
                  <a:cubicBezTo>
                    <a:pt x="5751" y="10853"/>
                    <a:pt x="2556" y="20429"/>
                    <a:pt x="0" y="29367"/>
                  </a:cubicBezTo>
                  <a:lnTo>
                    <a:pt x="46008" y="33197"/>
                  </a:lnTo>
                  <a:close/>
                </a:path>
              </a:pathLst>
            </a:custGeom>
            <a:solidFill>
              <a:srgbClr val="046A38"/>
            </a:solidFill>
            <a:ln w="6390" cap="flat">
              <a:noFill/>
              <a:prstDash val="solid"/>
              <a:miter/>
            </a:ln>
          </p:spPr>
          <p:txBody>
            <a:bodyPr rtlCol="0" anchor="ctr"/>
            <a:lstStyle/>
            <a:p>
              <a:endParaRPr lang="en-US"/>
            </a:p>
          </p:txBody>
        </p:sp>
        <p:sp>
          <p:nvSpPr>
            <p:cNvPr id="1100" name="Graphic 4">
              <a:extLst>
                <a:ext uri="{FF2B5EF4-FFF2-40B4-BE49-F238E27FC236}">
                  <a16:creationId xmlns:a16="http://schemas.microsoft.com/office/drawing/2014/main" id="{38A9A1A7-B5EC-2D4E-9730-5DECADADB724}"/>
                </a:ext>
              </a:extLst>
            </p:cNvPr>
            <p:cNvSpPr/>
            <p:nvPr/>
          </p:nvSpPr>
          <p:spPr>
            <a:xfrm>
              <a:off x="1017593" y="4928597"/>
              <a:ext cx="50804" cy="69585"/>
            </a:xfrm>
            <a:custGeom>
              <a:avLst/>
              <a:gdLst>
                <a:gd name="connsiteX0" fmla="*/ 4797 w 50804"/>
                <a:gd name="connsiteY0" fmla="*/ 0 h 69585"/>
                <a:gd name="connsiteX1" fmla="*/ 10547 w 50804"/>
                <a:gd name="connsiteY1" fmla="*/ 69585 h 69585"/>
                <a:gd name="connsiteX2" fmla="*/ 50804 w 50804"/>
                <a:gd name="connsiteY2" fmla="*/ 3192 h 69585"/>
                <a:gd name="connsiteX3" fmla="*/ 4797 w 50804"/>
                <a:gd name="connsiteY3" fmla="*/ 0 h 69585"/>
              </a:gdLst>
              <a:ahLst/>
              <a:cxnLst>
                <a:cxn ang="0">
                  <a:pos x="connsiteX0" y="connsiteY0"/>
                </a:cxn>
                <a:cxn ang="0">
                  <a:pos x="connsiteX1" y="connsiteY1"/>
                </a:cxn>
                <a:cxn ang="0">
                  <a:pos x="connsiteX2" y="connsiteY2"/>
                </a:cxn>
                <a:cxn ang="0">
                  <a:pos x="connsiteX3" y="connsiteY3"/>
                </a:cxn>
              </a:cxnLst>
              <a:rect l="l" t="t" r="r" b="b"/>
              <a:pathLst>
                <a:path w="50804" h="69585">
                  <a:moveTo>
                    <a:pt x="4797" y="0"/>
                  </a:moveTo>
                  <a:cubicBezTo>
                    <a:pt x="-6705" y="48518"/>
                    <a:pt x="5436" y="65116"/>
                    <a:pt x="10547" y="69585"/>
                  </a:cubicBezTo>
                  <a:cubicBezTo>
                    <a:pt x="32912" y="57456"/>
                    <a:pt x="44414" y="28089"/>
                    <a:pt x="50804" y="3192"/>
                  </a:cubicBezTo>
                  <a:lnTo>
                    <a:pt x="4797" y="0"/>
                  </a:lnTo>
                  <a:close/>
                </a:path>
              </a:pathLst>
            </a:custGeom>
            <a:solidFill>
              <a:srgbClr val="046A38"/>
            </a:solidFill>
            <a:ln w="6390" cap="flat">
              <a:noFill/>
              <a:prstDash val="solid"/>
              <a:miter/>
            </a:ln>
          </p:spPr>
          <p:txBody>
            <a:bodyPr rtlCol="0" anchor="ctr"/>
            <a:lstStyle/>
            <a:p>
              <a:endParaRPr lang="en-US"/>
            </a:p>
          </p:txBody>
        </p:sp>
        <p:sp>
          <p:nvSpPr>
            <p:cNvPr id="1101" name="Graphic 4">
              <a:extLst>
                <a:ext uri="{FF2B5EF4-FFF2-40B4-BE49-F238E27FC236}">
                  <a16:creationId xmlns:a16="http://schemas.microsoft.com/office/drawing/2014/main" id="{09016C27-5D47-2E46-8E0F-B7B08CDE9685}"/>
                </a:ext>
              </a:extLst>
            </p:cNvPr>
            <p:cNvSpPr/>
            <p:nvPr/>
          </p:nvSpPr>
          <p:spPr>
            <a:xfrm>
              <a:off x="905454"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276045 w 361670"/>
                <a:gd name="connsiteY5" fmla="*/ 272596 h 361333"/>
                <a:gd name="connsiteX6" fmla="*/ 241540 w 361670"/>
                <a:gd name="connsiteY6" fmla="*/ 282172 h 361333"/>
                <a:gd name="connsiteX7" fmla="*/ 239623 w 361670"/>
                <a:gd name="connsiteY7" fmla="*/ 282172 h 361333"/>
                <a:gd name="connsiteX8" fmla="*/ 233233 w 361670"/>
                <a:gd name="connsiteY8" fmla="*/ 277703 h 361333"/>
                <a:gd name="connsiteX9" fmla="*/ 237706 w 361670"/>
                <a:gd name="connsiteY9" fmla="*/ 270043 h 361333"/>
                <a:gd name="connsiteX10" fmla="*/ 248569 w 361670"/>
                <a:gd name="connsiteY10" fmla="*/ 266851 h 361333"/>
                <a:gd name="connsiteX11" fmla="*/ 234511 w 361670"/>
                <a:gd name="connsiteY11" fmla="*/ 217055 h 361333"/>
                <a:gd name="connsiteX12" fmla="*/ 180835 w 361670"/>
                <a:gd name="connsiteY12" fmla="*/ 115550 h 361333"/>
                <a:gd name="connsiteX13" fmla="*/ 127160 w 361670"/>
                <a:gd name="connsiteY13" fmla="*/ 217055 h 361333"/>
                <a:gd name="connsiteX14" fmla="*/ 113102 w 361670"/>
                <a:gd name="connsiteY14" fmla="*/ 266851 h 361333"/>
                <a:gd name="connsiteX15" fmla="*/ 123965 w 361670"/>
                <a:gd name="connsiteY15" fmla="*/ 270043 h 361333"/>
                <a:gd name="connsiteX16" fmla="*/ 128438 w 361670"/>
                <a:gd name="connsiteY16" fmla="*/ 277703 h 361333"/>
                <a:gd name="connsiteX17" fmla="*/ 122048 w 361670"/>
                <a:gd name="connsiteY17" fmla="*/ 282172 h 361333"/>
                <a:gd name="connsiteX18" fmla="*/ 120131 w 361670"/>
                <a:gd name="connsiteY18" fmla="*/ 282172 h 361333"/>
                <a:gd name="connsiteX19" fmla="*/ 85625 w 361670"/>
                <a:gd name="connsiteY19" fmla="*/ 272596 h 361333"/>
                <a:gd name="connsiteX20" fmla="*/ 81152 w 361670"/>
                <a:gd name="connsiteY20" fmla="*/ 264935 h 361333"/>
                <a:gd name="connsiteX21" fmla="*/ 88820 w 361670"/>
                <a:gd name="connsiteY21" fmla="*/ 260467 h 361333"/>
                <a:gd name="connsiteX22" fmla="*/ 100322 w 361670"/>
                <a:gd name="connsiteY22" fmla="*/ 263659 h 361333"/>
                <a:gd name="connsiteX23" fmla="*/ 114380 w 361670"/>
                <a:gd name="connsiteY23" fmla="*/ 215779 h 361333"/>
                <a:gd name="connsiteX24" fmla="*/ 120131 w 361670"/>
                <a:gd name="connsiteY24" fmla="*/ 83630 h 361333"/>
                <a:gd name="connsiteX25" fmla="*/ 127799 w 361670"/>
                <a:gd name="connsiteY25" fmla="*/ 79800 h 361333"/>
                <a:gd name="connsiteX26" fmla="*/ 177640 w 361670"/>
                <a:gd name="connsiteY26" fmla="*/ 95121 h 361333"/>
                <a:gd name="connsiteX27" fmla="*/ 180196 w 361670"/>
                <a:gd name="connsiteY27" fmla="*/ 97037 h 361333"/>
                <a:gd name="connsiteX28" fmla="*/ 182752 w 361670"/>
                <a:gd name="connsiteY28" fmla="*/ 95121 h 361333"/>
                <a:gd name="connsiteX29" fmla="*/ 232594 w 361670"/>
                <a:gd name="connsiteY29" fmla="*/ 79800 h 361333"/>
                <a:gd name="connsiteX30" fmla="*/ 240262 w 361670"/>
                <a:gd name="connsiteY30" fmla="*/ 83630 h 361333"/>
                <a:gd name="connsiteX31" fmla="*/ 246013 w 361670"/>
                <a:gd name="connsiteY31" fmla="*/ 215779 h 361333"/>
                <a:gd name="connsiteX32" fmla="*/ 260070 w 361670"/>
                <a:gd name="connsiteY32" fmla="*/ 263659 h 361333"/>
                <a:gd name="connsiteX33" fmla="*/ 271572 w 361670"/>
                <a:gd name="connsiteY33" fmla="*/ 260467 h 361333"/>
                <a:gd name="connsiteX34" fmla="*/ 279240 w 361670"/>
                <a:gd name="connsiteY34" fmla="*/ 264935 h 361333"/>
                <a:gd name="connsiteX35" fmla="*/ 276045 w 361670"/>
                <a:gd name="connsiteY35" fmla="*/ 27259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1670" h="361333">
                  <a:moveTo>
                    <a:pt x="180835" y="0"/>
                  </a:moveTo>
                  <a:cubicBezTo>
                    <a:pt x="80513" y="0"/>
                    <a:pt x="0" y="81077"/>
                    <a:pt x="0" y="180667"/>
                  </a:cubicBezTo>
                  <a:cubicBezTo>
                    <a:pt x="0" y="280257"/>
                    <a:pt x="81152" y="361334"/>
                    <a:pt x="180835" y="361334"/>
                  </a:cubicBezTo>
                  <a:cubicBezTo>
                    <a:pt x="281157" y="361334"/>
                    <a:pt x="361670" y="280257"/>
                    <a:pt x="361670" y="180667"/>
                  </a:cubicBezTo>
                  <a:cubicBezTo>
                    <a:pt x="361670" y="81077"/>
                    <a:pt x="281157" y="0"/>
                    <a:pt x="180835" y="0"/>
                  </a:cubicBezTo>
                  <a:close/>
                  <a:moveTo>
                    <a:pt x="276045" y="272596"/>
                  </a:moveTo>
                  <a:lnTo>
                    <a:pt x="241540" y="282172"/>
                  </a:lnTo>
                  <a:cubicBezTo>
                    <a:pt x="240901" y="282172"/>
                    <a:pt x="240262" y="282172"/>
                    <a:pt x="239623" y="282172"/>
                  </a:cubicBezTo>
                  <a:cubicBezTo>
                    <a:pt x="237067" y="282172"/>
                    <a:pt x="234511" y="280257"/>
                    <a:pt x="233233" y="277703"/>
                  </a:cubicBezTo>
                  <a:cubicBezTo>
                    <a:pt x="231955" y="274511"/>
                    <a:pt x="234511" y="270681"/>
                    <a:pt x="237706" y="270043"/>
                  </a:cubicBezTo>
                  <a:lnTo>
                    <a:pt x="248569" y="266851"/>
                  </a:lnTo>
                  <a:lnTo>
                    <a:pt x="234511" y="217055"/>
                  </a:lnTo>
                  <a:cubicBezTo>
                    <a:pt x="197449" y="197903"/>
                    <a:pt x="184669" y="141724"/>
                    <a:pt x="180835" y="115550"/>
                  </a:cubicBezTo>
                  <a:cubicBezTo>
                    <a:pt x="177001" y="142363"/>
                    <a:pt x="164221" y="197903"/>
                    <a:pt x="127160" y="217055"/>
                  </a:cubicBezTo>
                  <a:lnTo>
                    <a:pt x="113102" y="266851"/>
                  </a:lnTo>
                  <a:lnTo>
                    <a:pt x="123965" y="270043"/>
                  </a:lnTo>
                  <a:cubicBezTo>
                    <a:pt x="127160" y="271319"/>
                    <a:pt x="129077" y="274511"/>
                    <a:pt x="128438" y="277703"/>
                  </a:cubicBezTo>
                  <a:cubicBezTo>
                    <a:pt x="127799" y="280257"/>
                    <a:pt x="125243" y="282172"/>
                    <a:pt x="122048" y="282172"/>
                  </a:cubicBezTo>
                  <a:cubicBezTo>
                    <a:pt x="121409" y="282172"/>
                    <a:pt x="120770" y="282172"/>
                    <a:pt x="120131" y="282172"/>
                  </a:cubicBezTo>
                  <a:lnTo>
                    <a:pt x="85625" y="272596"/>
                  </a:lnTo>
                  <a:cubicBezTo>
                    <a:pt x="82430" y="271319"/>
                    <a:pt x="80513" y="268127"/>
                    <a:pt x="81152" y="264935"/>
                  </a:cubicBezTo>
                  <a:cubicBezTo>
                    <a:pt x="82430" y="261743"/>
                    <a:pt x="85625" y="259828"/>
                    <a:pt x="88820" y="260467"/>
                  </a:cubicBezTo>
                  <a:lnTo>
                    <a:pt x="100322" y="263659"/>
                  </a:lnTo>
                  <a:lnTo>
                    <a:pt x="114380" y="215779"/>
                  </a:lnTo>
                  <a:cubicBezTo>
                    <a:pt x="103517" y="206841"/>
                    <a:pt x="83708" y="176836"/>
                    <a:pt x="120131" y="83630"/>
                  </a:cubicBezTo>
                  <a:cubicBezTo>
                    <a:pt x="121409" y="80438"/>
                    <a:pt x="124604" y="79162"/>
                    <a:pt x="127799" y="79800"/>
                  </a:cubicBezTo>
                  <a:lnTo>
                    <a:pt x="177640" y="95121"/>
                  </a:lnTo>
                  <a:cubicBezTo>
                    <a:pt x="178918" y="95760"/>
                    <a:pt x="179557" y="96398"/>
                    <a:pt x="180196" y="97037"/>
                  </a:cubicBezTo>
                  <a:cubicBezTo>
                    <a:pt x="180835" y="96398"/>
                    <a:pt x="182113" y="95760"/>
                    <a:pt x="182752" y="95121"/>
                  </a:cubicBezTo>
                  <a:lnTo>
                    <a:pt x="232594" y="79800"/>
                  </a:lnTo>
                  <a:cubicBezTo>
                    <a:pt x="235789" y="78523"/>
                    <a:pt x="238984" y="80438"/>
                    <a:pt x="240262" y="83630"/>
                  </a:cubicBezTo>
                  <a:cubicBezTo>
                    <a:pt x="276684" y="176836"/>
                    <a:pt x="256875" y="206841"/>
                    <a:pt x="246013" y="215779"/>
                  </a:cubicBezTo>
                  <a:lnTo>
                    <a:pt x="260070" y="263659"/>
                  </a:lnTo>
                  <a:lnTo>
                    <a:pt x="271572" y="260467"/>
                  </a:lnTo>
                  <a:cubicBezTo>
                    <a:pt x="274767" y="259190"/>
                    <a:pt x="278601" y="261743"/>
                    <a:pt x="279240" y="264935"/>
                  </a:cubicBezTo>
                  <a:cubicBezTo>
                    <a:pt x="279879" y="268127"/>
                    <a:pt x="279240" y="271958"/>
                    <a:pt x="276045" y="272596"/>
                  </a:cubicBezTo>
                  <a:close/>
                </a:path>
              </a:pathLst>
            </a:custGeom>
            <a:solidFill>
              <a:srgbClr val="046A38"/>
            </a:solidFill>
            <a:ln w="6390" cap="flat">
              <a:noFill/>
              <a:prstDash val="solid"/>
              <a:miter/>
            </a:ln>
          </p:spPr>
          <p:txBody>
            <a:bodyPr rtlCol="0" anchor="ctr"/>
            <a:lstStyle/>
            <a:p>
              <a:endParaRPr lang="en-US"/>
            </a:p>
          </p:txBody>
        </p:sp>
        <p:sp>
          <p:nvSpPr>
            <p:cNvPr id="1102" name="Graphic 4">
              <a:extLst>
                <a:ext uri="{FF2B5EF4-FFF2-40B4-BE49-F238E27FC236}">
                  <a16:creationId xmlns:a16="http://schemas.microsoft.com/office/drawing/2014/main" id="{8FB08D63-7668-384F-B804-7EC97F865AF7}"/>
                </a:ext>
              </a:extLst>
            </p:cNvPr>
            <p:cNvSpPr/>
            <p:nvPr/>
          </p:nvSpPr>
          <p:spPr>
            <a:xfrm>
              <a:off x="1104181" y="4928597"/>
              <a:ext cx="50928" cy="69585"/>
            </a:xfrm>
            <a:custGeom>
              <a:avLst/>
              <a:gdLst>
                <a:gd name="connsiteX0" fmla="*/ 46008 w 50928"/>
                <a:gd name="connsiteY0" fmla="*/ 0 h 69585"/>
                <a:gd name="connsiteX1" fmla="*/ 0 w 50928"/>
                <a:gd name="connsiteY1" fmla="*/ 3192 h 69585"/>
                <a:gd name="connsiteX2" fmla="*/ 40257 w 50928"/>
                <a:gd name="connsiteY2" fmla="*/ 69585 h 69585"/>
                <a:gd name="connsiteX3" fmla="*/ 46008 w 50928"/>
                <a:gd name="connsiteY3" fmla="*/ 0 h 69585"/>
              </a:gdLst>
              <a:ahLst/>
              <a:cxnLst>
                <a:cxn ang="0">
                  <a:pos x="connsiteX0" y="connsiteY0"/>
                </a:cxn>
                <a:cxn ang="0">
                  <a:pos x="connsiteX1" y="connsiteY1"/>
                </a:cxn>
                <a:cxn ang="0">
                  <a:pos x="connsiteX2" y="connsiteY2"/>
                </a:cxn>
                <a:cxn ang="0">
                  <a:pos x="connsiteX3" y="connsiteY3"/>
                </a:cxn>
              </a:cxnLst>
              <a:rect l="l" t="t" r="r" b="b"/>
              <a:pathLst>
                <a:path w="50928" h="69585">
                  <a:moveTo>
                    <a:pt x="46008" y="0"/>
                  </a:moveTo>
                  <a:lnTo>
                    <a:pt x="0" y="3192"/>
                  </a:lnTo>
                  <a:cubicBezTo>
                    <a:pt x="6390" y="28089"/>
                    <a:pt x="18531" y="57456"/>
                    <a:pt x="40257" y="69585"/>
                  </a:cubicBezTo>
                  <a:cubicBezTo>
                    <a:pt x="46008" y="65116"/>
                    <a:pt x="57509" y="48518"/>
                    <a:pt x="46008" y="0"/>
                  </a:cubicBezTo>
                  <a:close/>
                </a:path>
              </a:pathLst>
            </a:custGeom>
            <a:solidFill>
              <a:srgbClr val="046A38"/>
            </a:solidFill>
            <a:ln w="6390" cap="flat">
              <a:noFill/>
              <a:prstDash val="solid"/>
              <a:miter/>
            </a:ln>
          </p:spPr>
          <p:txBody>
            <a:bodyPr rtlCol="0" anchor="ctr"/>
            <a:lstStyle/>
            <a:p>
              <a:endParaRPr lang="en-US"/>
            </a:p>
          </p:txBody>
        </p:sp>
      </p:grpSp>
      <p:grpSp>
        <p:nvGrpSpPr>
          <p:cNvPr id="1103" name="Graphic 4">
            <a:extLst>
              <a:ext uri="{FF2B5EF4-FFF2-40B4-BE49-F238E27FC236}">
                <a16:creationId xmlns:a16="http://schemas.microsoft.com/office/drawing/2014/main" id="{F95E50F0-7351-C94B-A821-482D732A9BA0}"/>
              </a:ext>
            </a:extLst>
          </p:cNvPr>
          <p:cNvGrpSpPr/>
          <p:nvPr/>
        </p:nvGrpSpPr>
        <p:grpSpPr>
          <a:xfrm>
            <a:off x="1952764" y="3824168"/>
            <a:ext cx="361670" cy="361333"/>
            <a:chOff x="1952764" y="3824168"/>
            <a:chExt cx="361670" cy="361333"/>
          </a:xfrm>
          <a:solidFill>
            <a:srgbClr val="046A38"/>
          </a:solidFill>
        </p:grpSpPr>
        <p:sp>
          <p:nvSpPr>
            <p:cNvPr id="1104" name="Graphic 4">
              <a:extLst>
                <a:ext uri="{FF2B5EF4-FFF2-40B4-BE49-F238E27FC236}">
                  <a16:creationId xmlns:a16="http://schemas.microsoft.com/office/drawing/2014/main" id="{88D9B471-1E10-884D-93A4-0DF1319ABE11}"/>
                </a:ext>
              </a:extLst>
            </p:cNvPr>
            <p:cNvSpPr/>
            <p:nvPr/>
          </p:nvSpPr>
          <p:spPr>
            <a:xfrm>
              <a:off x="2103567" y="4034200"/>
              <a:ext cx="24172" cy="34724"/>
            </a:xfrm>
            <a:custGeom>
              <a:avLst/>
              <a:gdLst>
                <a:gd name="connsiteX0" fmla="*/ 22365 w 24172"/>
                <a:gd name="connsiteY0" fmla="*/ 639 h 34724"/>
                <a:gd name="connsiteX1" fmla="*/ 20448 w 24172"/>
                <a:gd name="connsiteY1" fmla="*/ 0 h 34724"/>
                <a:gd name="connsiteX2" fmla="*/ 15336 w 24172"/>
                <a:gd name="connsiteY2" fmla="*/ 1915 h 34724"/>
                <a:gd name="connsiteX3" fmla="*/ 0 w 24172"/>
                <a:gd name="connsiteY3" fmla="*/ 28090 h 34724"/>
                <a:gd name="connsiteX4" fmla="*/ 1917 w 24172"/>
                <a:gd name="connsiteY4" fmla="*/ 34474 h 34724"/>
                <a:gd name="connsiteX5" fmla="*/ 8307 w 24172"/>
                <a:gd name="connsiteY5" fmla="*/ 33197 h 34724"/>
                <a:gd name="connsiteX6" fmla="*/ 23643 w 24172"/>
                <a:gd name="connsiteY6" fmla="*/ 7023 h 34724"/>
                <a:gd name="connsiteX7" fmla="*/ 22365 w 24172"/>
                <a:gd name="connsiteY7" fmla="*/ 639 h 34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72" h="34724">
                  <a:moveTo>
                    <a:pt x="22365" y="639"/>
                  </a:moveTo>
                  <a:cubicBezTo>
                    <a:pt x="21726" y="639"/>
                    <a:pt x="21087" y="0"/>
                    <a:pt x="20448" y="0"/>
                  </a:cubicBezTo>
                  <a:cubicBezTo>
                    <a:pt x="19170" y="0"/>
                    <a:pt x="17253" y="639"/>
                    <a:pt x="15336" y="1915"/>
                  </a:cubicBezTo>
                  <a:cubicBezTo>
                    <a:pt x="7029" y="6384"/>
                    <a:pt x="0" y="18514"/>
                    <a:pt x="0" y="28090"/>
                  </a:cubicBezTo>
                  <a:cubicBezTo>
                    <a:pt x="0" y="31282"/>
                    <a:pt x="639" y="33835"/>
                    <a:pt x="1917" y="34474"/>
                  </a:cubicBezTo>
                  <a:cubicBezTo>
                    <a:pt x="3195" y="35112"/>
                    <a:pt x="5751" y="34474"/>
                    <a:pt x="8307" y="33197"/>
                  </a:cubicBezTo>
                  <a:cubicBezTo>
                    <a:pt x="16614" y="28728"/>
                    <a:pt x="23643" y="16599"/>
                    <a:pt x="23643" y="7023"/>
                  </a:cubicBezTo>
                  <a:cubicBezTo>
                    <a:pt x="24921" y="3831"/>
                    <a:pt x="23643" y="1277"/>
                    <a:pt x="22365" y="639"/>
                  </a:cubicBezTo>
                  <a:close/>
                </a:path>
              </a:pathLst>
            </a:custGeom>
            <a:solidFill>
              <a:srgbClr val="046A38"/>
            </a:solidFill>
            <a:ln w="6390" cap="flat">
              <a:noFill/>
              <a:prstDash val="solid"/>
              <a:miter/>
            </a:ln>
          </p:spPr>
          <p:txBody>
            <a:bodyPr rtlCol="0" anchor="ctr"/>
            <a:lstStyle/>
            <a:p>
              <a:endParaRPr lang="en-US"/>
            </a:p>
          </p:txBody>
        </p:sp>
        <p:sp>
          <p:nvSpPr>
            <p:cNvPr id="1105" name="Graphic 4">
              <a:extLst>
                <a:ext uri="{FF2B5EF4-FFF2-40B4-BE49-F238E27FC236}">
                  <a16:creationId xmlns:a16="http://schemas.microsoft.com/office/drawing/2014/main" id="{F5854597-9A86-3646-8F22-65DF519517EE}"/>
                </a:ext>
              </a:extLst>
            </p:cNvPr>
            <p:cNvSpPr/>
            <p:nvPr/>
          </p:nvSpPr>
          <p:spPr>
            <a:xfrm>
              <a:off x="2110345" y="3928865"/>
              <a:ext cx="23254" cy="8777"/>
            </a:xfrm>
            <a:custGeom>
              <a:avLst/>
              <a:gdLst>
                <a:gd name="connsiteX0" fmla="*/ 1529 w 23254"/>
                <a:gd name="connsiteY0" fmla="*/ 6384 h 8777"/>
                <a:gd name="connsiteX1" fmla="*/ 21338 w 23254"/>
                <a:gd name="connsiteY1" fmla="*/ 6384 h 8777"/>
                <a:gd name="connsiteX2" fmla="*/ 23254 w 23254"/>
                <a:gd name="connsiteY2" fmla="*/ 4469 h 8777"/>
                <a:gd name="connsiteX3" fmla="*/ 21338 w 23254"/>
                <a:gd name="connsiteY3" fmla="*/ 2554 h 8777"/>
                <a:gd name="connsiteX4" fmla="*/ 11753 w 23254"/>
                <a:gd name="connsiteY4" fmla="*/ 0 h 8777"/>
                <a:gd name="connsiteX5" fmla="*/ 2168 w 23254"/>
                <a:gd name="connsiteY5" fmla="*/ 2554 h 8777"/>
                <a:gd name="connsiteX6" fmla="*/ 251 w 23254"/>
                <a:gd name="connsiteY6" fmla="*/ 4469 h 8777"/>
                <a:gd name="connsiteX7" fmla="*/ 1529 w 23254"/>
                <a:gd name="connsiteY7" fmla="*/ 6384 h 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254" h="8777">
                  <a:moveTo>
                    <a:pt x="1529" y="6384"/>
                  </a:moveTo>
                  <a:cubicBezTo>
                    <a:pt x="6641" y="9576"/>
                    <a:pt x="16225" y="9576"/>
                    <a:pt x="21338" y="6384"/>
                  </a:cubicBezTo>
                  <a:cubicBezTo>
                    <a:pt x="23254" y="5107"/>
                    <a:pt x="23254" y="4469"/>
                    <a:pt x="23254" y="4469"/>
                  </a:cubicBezTo>
                  <a:cubicBezTo>
                    <a:pt x="23254" y="4469"/>
                    <a:pt x="22615" y="3192"/>
                    <a:pt x="21338" y="2554"/>
                  </a:cubicBezTo>
                  <a:cubicBezTo>
                    <a:pt x="18782" y="1277"/>
                    <a:pt x="14948" y="0"/>
                    <a:pt x="11753" y="0"/>
                  </a:cubicBezTo>
                  <a:cubicBezTo>
                    <a:pt x="7919" y="0"/>
                    <a:pt x="4724" y="639"/>
                    <a:pt x="2168" y="2554"/>
                  </a:cubicBezTo>
                  <a:cubicBezTo>
                    <a:pt x="251" y="3831"/>
                    <a:pt x="251" y="4469"/>
                    <a:pt x="251" y="4469"/>
                  </a:cubicBezTo>
                  <a:cubicBezTo>
                    <a:pt x="-388" y="4469"/>
                    <a:pt x="251" y="5746"/>
                    <a:pt x="1529" y="6384"/>
                  </a:cubicBezTo>
                  <a:close/>
                </a:path>
              </a:pathLst>
            </a:custGeom>
            <a:solidFill>
              <a:srgbClr val="046A38"/>
            </a:solidFill>
            <a:ln w="6390" cap="flat">
              <a:noFill/>
              <a:prstDash val="solid"/>
              <a:miter/>
            </a:ln>
          </p:spPr>
          <p:txBody>
            <a:bodyPr rtlCol="0" anchor="ctr"/>
            <a:lstStyle/>
            <a:p>
              <a:endParaRPr lang="en-US"/>
            </a:p>
          </p:txBody>
        </p:sp>
        <p:sp>
          <p:nvSpPr>
            <p:cNvPr id="1106" name="Graphic 4">
              <a:extLst>
                <a:ext uri="{FF2B5EF4-FFF2-40B4-BE49-F238E27FC236}">
                  <a16:creationId xmlns:a16="http://schemas.microsoft.com/office/drawing/2014/main" id="{817B7CBD-16C9-D14C-AA57-35E871B18210}"/>
                </a:ext>
              </a:extLst>
            </p:cNvPr>
            <p:cNvSpPr/>
            <p:nvPr/>
          </p:nvSpPr>
          <p:spPr>
            <a:xfrm>
              <a:off x="2174495" y="3977383"/>
              <a:ext cx="14961" cy="22982"/>
            </a:xfrm>
            <a:custGeom>
              <a:avLst/>
              <a:gdLst>
                <a:gd name="connsiteX0" fmla="*/ 14058 w 14961"/>
                <a:gd name="connsiteY0" fmla="*/ 0 h 22982"/>
                <a:gd name="connsiteX1" fmla="*/ 10863 w 14961"/>
                <a:gd name="connsiteY1" fmla="*/ 1276 h 22982"/>
                <a:gd name="connsiteX2" fmla="*/ 0 w 14961"/>
                <a:gd name="connsiteY2" fmla="*/ 19790 h 22982"/>
                <a:gd name="connsiteX3" fmla="*/ 639 w 14961"/>
                <a:gd name="connsiteY3" fmla="*/ 22982 h 22982"/>
                <a:gd name="connsiteX4" fmla="*/ 3834 w 14961"/>
                <a:gd name="connsiteY4" fmla="*/ 21705 h 22982"/>
                <a:gd name="connsiteX5" fmla="*/ 14697 w 14961"/>
                <a:gd name="connsiteY5" fmla="*/ 3192 h 22982"/>
                <a:gd name="connsiteX6" fmla="*/ 14058 w 14961"/>
                <a:gd name="connsiteY6" fmla="*/ 0 h 22982"/>
                <a:gd name="connsiteX7" fmla="*/ 14058 w 14961"/>
                <a:gd name="connsiteY7" fmla="*/ 0 h 2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61" h="22982">
                  <a:moveTo>
                    <a:pt x="14058" y="0"/>
                  </a:moveTo>
                  <a:cubicBezTo>
                    <a:pt x="13419" y="0"/>
                    <a:pt x="12780" y="0"/>
                    <a:pt x="10863" y="1276"/>
                  </a:cubicBezTo>
                  <a:cubicBezTo>
                    <a:pt x="5112" y="4468"/>
                    <a:pt x="0" y="13406"/>
                    <a:pt x="0" y="19790"/>
                  </a:cubicBezTo>
                  <a:cubicBezTo>
                    <a:pt x="0" y="21705"/>
                    <a:pt x="639" y="22982"/>
                    <a:pt x="639" y="22982"/>
                  </a:cubicBezTo>
                  <a:cubicBezTo>
                    <a:pt x="639" y="22982"/>
                    <a:pt x="1917" y="22982"/>
                    <a:pt x="3834" y="21705"/>
                  </a:cubicBezTo>
                  <a:cubicBezTo>
                    <a:pt x="9585" y="18513"/>
                    <a:pt x="14697" y="9576"/>
                    <a:pt x="14697" y="3192"/>
                  </a:cubicBezTo>
                  <a:cubicBezTo>
                    <a:pt x="15336" y="1276"/>
                    <a:pt x="14697" y="0"/>
                    <a:pt x="14058" y="0"/>
                  </a:cubicBezTo>
                  <a:cubicBezTo>
                    <a:pt x="14697" y="0"/>
                    <a:pt x="14058" y="0"/>
                    <a:pt x="14058" y="0"/>
                  </a:cubicBezTo>
                  <a:close/>
                </a:path>
              </a:pathLst>
            </a:custGeom>
            <a:solidFill>
              <a:srgbClr val="046A38"/>
            </a:solidFill>
            <a:ln w="6390" cap="flat">
              <a:noFill/>
              <a:prstDash val="solid"/>
              <a:miter/>
            </a:ln>
          </p:spPr>
          <p:txBody>
            <a:bodyPr rtlCol="0" anchor="ctr"/>
            <a:lstStyle/>
            <a:p>
              <a:endParaRPr lang="en-US"/>
            </a:p>
          </p:txBody>
        </p:sp>
        <p:sp>
          <p:nvSpPr>
            <p:cNvPr id="1107" name="Graphic 4">
              <a:extLst>
                <a:ext uri="{FF2B5EF4-FFF2-40B4-BE49-F238E27FC236}">
                  <a16:creationId xmlns:a16="http://schemas.microsoft.com/office/drawing/2014/main" id="{82B2FAA0-DE9F-6949-AE43-E0FE9C1259ED}"/>
                </a:ext>
              </a:extLst>
            </p:cNvPr>
            <p:cNvSpPr/>
            <p:nvPr/>
          </p:nvSpPr>
          <p:spPr>
            <a:xfrm>
              <a:off x="2083758" y="3909713"/>
              <a:ext cx="118852" cy="95759"/>
            </a:xfrm>
            <a:custGeom>
              <a:avLst/>
              <a:gdLst>
                <a:gd name="connsiteX0" fmla="*/ 118853 w 118852"/>
                <a:gd name="connsiteY0" fmla="*/ 26813 h 95759"/>
                <a:gd name="connsiteX1" fmla="*/ 0 w 118852"/>
                <a:gd name="connsiteY1" fmla="*/ 0 h 95759"/>
                <a:gd name="connsiteX2" fmla="*/ 0 w 118852"/>
                <a:gd name="connsiteY2" fmla="*/ 95760 h 95759"/>
                <a:gd name="connsiteX3" fmla="*/ 118853 w 118852"/>
                <a:gd name="connsiteY3" fmla="*/ 26813 h 95759"/>
                <a:gd name="connsiteX4" fmla="*/ 21726 w 118852"/>
                <a:gd name="connsiteY4" fmla="*/ 10853 h 95759"/>
                <a:gd name="connsiteX5" fmla="*/ 54314 w 118852"/>
                <a:gd name="connsiteY5" fmla="*/ 10853 h 95759"/>
                <a:gd name="connsiteX6" fmla="*/ 62621 w 118852"/>
                <a:gd name="connsiteY6" fmla="*/ 23621 h 95759"/>
                <a:gd name="connsiteX7" fmla="*/ 54314 w 118852"/>
                <a:gd name="connsiteY7" fmla="*/ 36389 h 95759"/>
                <a:gd name="connsiteX8" fmla="*/ 38340 w 118852"/>
                <a:gd name="connsiteY8" fmla="*/ 40219 h 95759"/>
                <a:gd name="connsiteX9" fmla="*/ 22365 w 118852"/>
                <a:gd name="connsiteY9" fmla="*/ 36389 h 95759"/>
                <a:gd name="connsiteX10" fmla="*/ 14058 w 118852"/>
                <a:gd name="connsiteY10" fmla="*/ 23621 h 95759"/>
                <a:gd name="connsiteX11" fmla="*/ 21726 w 118852"/>
                <a:gd name="connsiteY11" fmla="*/ 10853 h 95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8852" h="95759">
                  <a:moveTo>
                    <a:pt x="118853" y="26813"/>
                  </a:moveTo>
                  <a:cubicBezTo>
                    <a:pt x="85625" y="10215"/>
                    <a:pt x="44091" y="639"/>
                    <a:pt x="0" y="0"/>
                  </a:cubicBezTo>
                  <a:lnTo>
                    <a:pt x="0" y="95760"/>
                  </a:lnTo>
                  <a:lnTo>
                    <a:pt x="118853" y="26813"/>
                  </a:lnTo>
                  <a:close/>
                  <a:moveTo>
                    <a:pt x="21726" y="10853"/>
                  </a:moveTo>
                  <a:cubicBezTo>
                    <a:pt x="30672" y="5746"/>
                    <a:pt x="45369" y="5746"/>
                    <a:pt x="54314" y="10853"/>
                  </a:cubicBezTo>
                  <a:cubicBezTo>
                    <a:pt x="60065" y="14045"/>
                    <a:pt x="62621" y="18514"/>
                    <a:pt x="62621" y="23621"/>
                  </a:cubicBezTo>
                  <a:cubicBezTo>
                    <a:pt x="62621" y="28728"/>
                    <a:pt x="59426" y="33835"/>
                    <a:pt x="54314" y="36389"/>
                  </a:cubicBezTo>
                  <a:cubicBezTo>
                    <a:pt x="49841" y="38943"/>
                    <a:pt x="44091" y="40219"/>
                    <a:pt x="38340" y="40219"/>
                  </a:cubicBezTo>
                  <a:cubicBezTo>
                    <a:pt x="32589" y="40219"/>
                    <a:pt x="26838" y="38943"/>
                    <a:pt x="22365" y="36389"/>
                  </a:cubicBezTo>
                  <a:cubicBezTo>
                    <a:pt x="16614" y="33197"/>
                    <a:pt x="14058" y="28728"/>
                    <a:pt x="14058" y="23621"/>
                  </a:cubicBezTo>
                  <a:cubicBezTo>
                    <a:pt x="13419" y="18514"/>
                    <a:pt x="16614" y="14045"/>
                    <a:pt x="21726" y="10853"/>
                  </a:cubicBezTo>
                  <a:close/>
                </a:path>
              </a:pathLst>
            </a:custGeom>
            <a:solidFill>
              <a:srgbClr val="046A38"/>
            </a:solidFill>
            <a:ln w="6390" cap="flat">
              <a:noFill/>
              <a:prstDash val="solid"/>
              <a:miter/>
            </a:ln>
          </p:spPr>
          <p:txBody>
            <a:bodyPr rtlCol="0" anchor="ctr"/>
            <a:lstStyle/>
            <a:p>
              <a:endParaRPr lang="en-US"/>
            </a:p>
          </p:txBody>
        </p:sp>
        <p:sp>
          <p:nvSpPr>
            <p:cNvPr id="1108" name="Graphic 4">
              <a:extLst>
                <a:ext uri="{FF2B5EF4-FFF2-40B4-BE49-F238E27FC236}">
                  <a16:creationId xmlns:a16="http://schemas.microsoft.com/office/drawing/2014/main" id="{2A369851-FAF6-E844-AD4F-53D6FC4CD661}"/>
                </a:ext>
              </a:extLst>
            </p:cNvPr>
            <p:cNvSpPr/>
            <p:nvPr/>
          </p:nvSpPr>
          <p:spPr>
            <a:xfrm>
              <a:off x="1952764"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69655 w 361670"/>
                <a:gd name="connsiteY5" fmla="*/ 215140 h 361333"/>
                <a:gd name="connsiteX6" fmla="*/ 266460 w 361670"/>
                <a:gd name="connsiteY6" fmla="*/ 220886 h 361333"/>
                <a:gd name="connsiteX7" fmla="*/ 259431 w 361670"/>
                <a:gd name="connsiteY7" fmla="*/ 224716 h 361333"/>
                <a:gd name="connsiteX8" fmla="*/ 253042 w 361670"/>
                <a:gd name="connsiteY8" fmla="*/ 224716 h 361333"/>
                <a:gd name="connsiteX9" fmla="*/ 249847 w 361670"/>
                <a:gd name="connsiteY9" fmla="*/ 218971 h 361333"/>
                <a:gd name="connsiteX10" fmla="*/ 247929 w 361670"/>
                <a:gd name="connsiteY10" fmla="*/ 212587 h 361333"/>
                <a:gd name="connsiteX11" fmla="*/ 241540 w 361670"/>
                <a:gd name="connsiteY11" fmla="*/ 213863 h 361333"/>
                <a:gd name="connsiteX12" fmla="*/ 226204 w 361670"/>
                <a:gd name="connsiteY12" fmla="*/ 240038 h 361333"/>
                <a:gd name="connsiteX13" fmla="*/ 223009 w 361670"/>
                <a:gd name="connsiteY13" fmla="*/ 245783 h 361333"/>
                <a:gd name="connsiteX14" fmla="*/ 128438 w 361670"/>
                <a:gd name="connsiteY14" fmla="*/ 300047 h 361333"/>
                <a:gd name="connsiteX15" fmla="*/ 125243 w 361670"/>
                <a:gd name="connsiteY15" fmla="*/ 300685 h 361333"/>
                <a:gd name="connsiteX16" fmla="*/ 122048 w 361670"/>
                <a:gd name="connsiteY16" fmla="*/ 300047 h 361333"/>
                <a:gd name="connsiteX17" fmla="*/ 118853 w 361670"/>
                <a:gd name="connsiteY17" fmla="*/ 294301 h 361333"/>
                <a:gd name="connsiteX18" fmla="*/ 118853 w 361670"/>
                <a:gd name="connsiteY18" fmla="*/ 191519 h 361333"/>
                <a:gd name="connsiteX19" fmla="*/ 118853 w 361670"/>
                <a:gd name="connsiteY19" fmla="*/ 78523 h 361333"/>
                <a:gd name="connsiteX20" fmla="*/ 120770 w 361670"/>
                <a:gd name="connsiteY20" fmla="*/ 74054 h 361333"/>
                <a:gd name="connsiteX21" fmla="*/ 125243 w 361670"/>
                <a:gd name="connsiteY21" fmla="*/ 72139 h 361333"/>
                <a:gd name="connsiteX22" fmla="*/ 267099 w 361670"/>
                <a:gd name="connsiteY22" fmla="*/ 105974 h 361333"/>
                <a:gd name="connsiteX23" fmla="*/ 268377 w 361670"/>
                <a:gd name="connsiteY23" fmla="*/ 107251 h 361333"/>
                <a:gd name="connsiteX24" fmla="*/ 268377 w 361670"/>
                <a:gd name="connsiteY24" fmla="*/ 107251 h 361333"/>
                <a:gd name="connsiteX25" fmla="*/ 269655 w 361670"/>
                <a:gd name="connsiteY25" fmla="*/ 109166 h 361333"/>
                <a:gd name="connsiteX26" fmla="*/ 269655 w 361670"/>
                <a:gd name="connsiteY26" fmla="*/ 109804 h 361333"/>
                <a:gd name="connsiteX27" fmla="*/ 270294 w 361670"/>
                <a:gd name="connsiteY27" fmla="*/ 111720 h 361333"/>
                <a:gd name="connsiteX28" fmla="*/ 270294 w 361670"/>
                <a:gd name="connsiteY28" fmla="*/ 21514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1157" y="0"/>
                    <a:pt x="180835" y="0"/>
                  </a:cubicBezTo>
                  <a:close/>
                  <a:moveTo>
                    <a:pt x="269655" y="215140"/>
                  </a:moveTo>
                  <a:cubicBezTo>
                    <a:pt x="269655" y="217694"/>
                    <a:pt x="268377" y="219609"/>
                    <a:pt x="266460" y="220886"/>
                  </a:cubicBezTo>
                  <a:lnTo>
                    <a:pt x="259431" y="224716"/>
                  </a:lnTo>
                  <a:cubicBezTo>
                    <a:pt x="257514" y="225993"/>
                    <a:pt x="254958" y="225993"/>
                    <a:pt x="253042" y="224716"/>
                  </a:cubicBezTo>
                  <a:cubicBezTo>
                    <a:pt x="251124" y="223439"/>
                    <a:pt x="249847" y="221524"/>
                    <a:pt x="249847" y="218971"/>
                  </a:cubicBezTo>
                  <a:cubicBezTo>
                    <a:pt x="249847" y="215779"/>
                    <a:pt x="249208" y="213225"/>
                    <a:pt x="247929" y="212587"/>
                  </a:cubicBezTo>
                  <a:cubicBezTo>
                    <a:pt x="246652" y="211948"/>
                    <a:pt x="244095" y="212587"/>
                    <a:pt x="241540" y="213863"/>
                  </a:cubicBezTo>
                  <a:cubicBezTo>
                    <a:pt x="233233" y="218332"/>
                    <a:pt x="226204" y="230462"/>
                    <a:pt x="226204" y="240038"/>
                  </a:cubicBezTo>
                  <a:cubicBezTo>
                    <a:pt x="226204" y="242591"/>
                    <a:pt x="224926" y="244506"/>
                    <a:pt x="223009" y="245783"/>
                  </a:cubicBezTo>
                  <a:lnTo>
                    <a:pt x="128438" y="300047"/>
                  </a:lnTo>
                  <a:cubicBezTo>
                    <a:pt x="127160" y="300685"/>
                    <a:pt x="126521" y="300685"/>
                    <a:pt x="125243" y="300685"/>
                  </a:cubicBezTo>
                  <a:cubicBezTo>
                    <a:pt x="123965" y="300685"/>
                    <a:pt x="123326" y="300685"/>
                    <a:pt x="122048" y="300047"/>
                  </a:cubicBezTo>
                  <a:cubicBezTo>
                    <a:pt x="120131" y="298770"/>
                    <a:pt x="118853" y="296855"/>
                    <a:pt x="118853" y="294301"/>
                  </a:cubicBezTo>
                  <a:lnTo>
                    <a:pt x="118853" y="191519"/>
                  </a:lnTo>
                  <a:lnTo>
                    <a:pt x="118853" y="78523"/>
                  </a:lnTo>
                  <a:cubicBezTo>
                    <a:pt x="118853" y="76608"/>
                    <a:pt x="119492" y="75331"/>
                    <a:pt x="120770" y="74054"/>
                  </a:cubicBezTo>
                  <a:cubicBezTo>
                    <a:pt x="122048" y="72777"/>
                    <a:pt x="123326" y="72139"/>
                    <a:pt x="125243" y="72139"/>
                  </a:cubicBezTo>
                  <a:cubicBezTo>
                    <a:pt x="178918" y="72139"/>
                    <a:pt x="228760" y="84268"/>
                    <a:pt x="267099" y="105974"/>
                  </a:cubicBezTo>
                  <a:cubicBezTo>
                    <a:pt x="267738" y="105974"/>
                    <a:pt x="267738" y="106612"/>
                    <a:pt x="268377" y="107251"/>
                  </a:cubicBezTo>
                  <a:cubicBezTo>
                    <a:pt x="268377" y="107251"/>
                    <a:pt x="268377" y="107251"/>
                    <a:pt x="268377" y="107251"/>
                  </a:cubicBezTo>
                  <a:cubicBezTo>
                    <a:pt x="269016" y="107889"/>
                    <a:pt x="269016" y="108528"/>
                    <a:pt x="269655" y="109166"/>
                  </a:cubicBezTo>
                  <a:cubicBezTo>
                    <a:pt x="269655" y="109166"/>
                    <a:pt x="269655" y="109804"/>
                    <a:pt x="269655" y="109804"/>
                  </a:cubicBezTo>
                  <a:cubicBezTo>
                    <a:pt x="269655" y="110443"/>
                    <a:pt x="270294" y="111081"/>
                    <a:pt x="270294" y="111720"/>
                  </a:cubicBezTo>
                  <a:lnTo>
                    <a:pt x="270294" y="215140"/>
                  </a:lnTo>
                  <a:close/>
                </a:path>
              </a:pathLst>
            </a:custGeom>
            <a:solidFill>
              <a:srgbClr val="046A38"/>
            </a:solidFill>
            <a:ln w="6390" cap="flat">
              <a:noFill/>
              <a:prstDash val="solid"/>
              <a:miter/>
            </a:ln>
          </p:spPr>
          <p:txBody>
            <a:bodyPr rtlCol="0" anchor="ctr"/>
            <a:lstStyle/>
            <a:p>
              <a:endParaRPr lang="en-US"/>
            </a:p>
          </p:txBody>
        </p:sp>
        <p:sp>
          <p:nvSpPr>
            <p:cNvPr id="1109" name="Graphic 4">
              <a:extLst>
                <a:ext uri="{FF2B5EF4-FFF2-40B4-BE49-F238E27FC236}">
                  <a16:creationId xmlns:a16="http://schemas.microsoft.com/office/drawing/2014/main" id="{04B0E70B-1075-D448-B346-A1A96BAA865F}"/>
                </a:ext>
              </a:extLst>
            </p:cNvPr>
            <p:cNvSpPr/>
            <p:nvPr/>
          </p:nvSpPr>
          <p:spPr>
            <a:xfrm>
              <a:off x="2083758" y="3947378"/>
              <a:ext cx="125881" cy="160876"/>
            </a:xfrm>
            <a:custGeom>
              <a:avLst/>
              <a:gdLst>
                <a:gd name="connsiteX0" fmla="*/ 0 w 125881"/>
                <a:gd name="connsiteY0" fmla="*/ 72777 h 160876"/>
                <a:gd name="connsiteX1" fmla="*/ 0 w 125881"/>
                <a:gd name="connsiteY1" fmla="*/ 160876 h 160876"/>
                <a:gd name="connsiteX2" fmla="*/ 81791 w 125881"/>
                <a:gd name="connsiteY2" fmla="*/ 113635 h 160876"/>
                <a:gd name="connsiteX3" fmla="*/ 103517 w 125881"/>
                <a:gd name="connsiteY3" fmla="*/ 79800 h 160876"/>
                <a:gd name="connsiteX4" fmla="*/ 122687 w 125881"/>
                <a:gd name="connsiteY4" fmla="*/ 78523 h 160876"/>
                <a:gd name="connsiteX5" fmla="*/ 125882 w 125881"/>
                <a:gd name="connsiteY5" fmla="*/ 80438 h 160876"/>
                <a:gd name="connsiteX6" fmla="*/ 125882 w 125881"/>
                <a:gd name="connsiteY6" fmla="*/ 0 h 160876"/>
                <a:gd name="connsiteX7" fmla="*/ 0 w 125881"/>
                <a:gd name="connsiteY7" fmla="*/ 72777 h 160876"/>
                <a:gd name="connsiteX8" fmla="*/ 35784 w 125881"/>
                <a:gd name="connsiteY8" fmla="*/ 131510 h 160876"/>
                <a:gd name="connsiteX9" fmla="*/ 24282 w 125881"/>
                <a:gd name="connsiteY9" fmla="*/ 134702 h 160876"/>
                <a:gd name="connsiteX10" fmla="*/ 16614 w 125881"/>
                <a:gd name="connsiteY10" fmla="*/ 132787 h 160876"/>
                <a:gd name="connsiteX11" fmla="*/ 8307 w 125881"/>
                <a:gd name="connsiteY11" fmla="*/ 115550 h 160876"/>
                <a:gd name="connsiteX12" fmla="*/ 30033 w 125881"/>
                <a:gd name="connsiteY12" fmla="*/ 77885 h 160876"/>
                <a:gd name="connsiteX13" fmla="*/ 49202 w 125881"/>
                <a:gd name="connsiteY13" fmla="*/ 76608 h 160876"/>
                <a:gd name="connsiteX14" fmla="*/ 57509 w 125881"/>
                <a:gd name="connsiteY14" fmla="*/ 93845 h 160876"/>
                <a:gd name="connsiteX15" fmla="*/ 35784 w 125881"/>
                <a:gd name="connsiteY15" fmla="*/ 131510 h 160876"/>
                <a:gd name="connsiteX16" fmla="*/ 101600 w 125881"/>
                <a:gd name="connsiteY16" fmla="*/ 63201 h 160876"/>
                <a:gd name="connsiteX17" fmla="*/ 92015 w 125881"/>
                <a:gd name="connsiteY17" fmla="*/ 65755 h 160876"/>
                <a:gd name="connsiteX18" fmla="*/ 84986 w 125881"/>
                <a:gd name="connsiteY18" fmla="*/ 63840 h 160876"/>
                <a:gd name="connsiteX19" fmla="*/ 77957 w 125881"/>
                <a:gd name="connsiteY19" fmla="*/ 49157 h 160876"/>
                <a:gd name="connsiteX20" fmla="*/ 95210 w 125881"/>
                <a:gd name="connsiteY20" fmla="*/ 19790 h 160876"/>
                <a:gd name="connsiteX21" fmla="*/ 111185 w 125881"/>
                <a:gd name="connsiteY21" fmla="*/ 18513 h 160876"/>
                <a:gd name="connsiteX22" fmla="*/ 118214 w 125881"/>
                <a:gd name="connsiteY22" fmla="*/ 33197 h 160876"/>
                <a:gd name="connsiteX23" fmla="*/ 101600 w 125881"/>
                <a:gd name="connsiteY23" fmla="*/ 63201 h 16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5881" h="160876">
                  <a:moveTo>
                    <a:pt x="0" y="72777"/>
                  </a:moveTo>
                  <a:lnTo>
                    <a:pt x="0" y="160876"/>
                  </a:lnTo>
                  <a:lnTo>
                    <a:pt x="81791" y="113635"/>
                  </a:lnTo>
                  <a:cubicBezTo>
                    <a:pt x="83069" y="100867"/>
                    <a:pt x="92015" y="86184"/>
                    <a:pt x="103517" y="79800"/>
                  </a:cubicBezTo>
                  <a:cubicBezTo>
                    <a:pt x="110546" y="75969"/>
                    <a:pt x="117575" y="75331"/>
                    <a:pt x="122687" y="78523"/>
                  </a:cubicBezTo>
                  <a:cubicBezTo>
                    <a:pt x="123965" y="79161"/>
                    <a:pt x="124604" y="79800"/>
                    <a:pt x="125882" y="80438"/>
                  </a:cubicBezTo>
                  <a:lnTo>
                    <a:pt x="125882" y="0"/>
                  </a:lnTo>
                  <a:lnTo>
                    <a:pt x="0" y="72777"/>
                  </a:lnTo>
                  <a:close/>
                  <a:moveTo>
                    <a:pt x="35784" y="131510"/>
                  </a:moveTo>
                  <a:cubicBezTo>
                    <a:pt x="31950" y="133425"/>
                    <a:pt x="28116" y="134702"/>
                    <a:pt x="24282" y="134702"/>
                  </a:cubicBezTo>
                  <a:cubicBezTo>
                    <a:pt x="21726" y="134702"/>
                    <a:pt x="18531" y="134064"/>
                    <a:pt x="16614" y="132787"/>
                  </a:cubicBezTo>
                  <a:cubicBezTo>
                    <a:pt x="10863" y="129595"/>
                    <a:pt x="8307" y="123211"/>
                    <a:pt x="8307" y="115550"/>
                  </a:cubicBezTo>
                  <a:cubicBezTo>
                    <a:pt x="8307" y="101505"/>
                    <a:pt x="17892" y="84907"/>
                    <a:pt x="30033" y="77885"/>
                  </a:cubicBezTo>
                  <a:cubicBezTo>
                    <a:pt x="37062" y="74054"/>
                    <a:pt x="44091" y="73416"/>
                    <a:pt x="49202" y="76608"/>
                  </a:cubicBezTo>
                  <a:cubicBezTo>
                    <a:pt x="54954" y="79800"/>
                    <a:pt x="57509" y="86184"/>
                    <a:pt x="57509" y="93845"/>
                  </a:cubicBezTo>
                  <a:cubicBezTo>
                    <a:pt x="57509" y="107889"/>
                    <a:pt x="47925" y="124488"/>
                    <a:pt x="35784" y="131510"/>
                  </a:cubicBezTo>
                  <a:close/>
                  <a:moveTo>
                    <a:pt x="101600" y="63201"/>
                  </a:moveTo>
                  <a:cubicBezTo>
                    <a:pt x="98405" y="65117"/>
                    <a:pt x="95210" y="65755"/>
                    <a:pt x="92015" y="65755"/>
                  </a:cubicBezTo>
                  <a:cubicBezTo>
                    <a:pt x="89459" y="65755"/>
                    <a:pt x="87542" y="65117"/>
                    <a:pt x="84986" y="63840"/>
                  </a:cubicBezTo>
                  <a:cubicBezTo>
                    <a:pt x="80513" y="61286"/>
                    <a:pt x="77957" y="56179"/>
                    <a:pt x="77957" y="49157"/>
                  </a:cubicBezTo>
                  <a:cubicBezTo>
                    <a:pt x="77957" y="38304"/>
                    <a:pt x="85625" y="24897"/>
                    <a:pt x="95210" y="19790"/>
                  </a:cubicBezTo>
                  <a:cubicBezTo>
                    <a:pt x="100961" y="16598"/>
                    <a:pt x="106712" y="15960"/>
                    <a:pt x="111185" y="18513"/>
                  </a:cubicBezTo>
                  <a:cubicBezTo>
                    <a:pt x="115658" y="21067"/>
                    <a:pt x="118214" y="26174"/>
                    <a:pt x="118214" y="33197"/>
                  </a:cubicBezTo>
                  <a:cubicBezTo>
                    <a:pt x="118853" y="44688"/>
                    <a:pt x="111185" y="57456"/>
                    <a:pt x="101600" y="63201"/>
                  </a:cubicBezTo>
                  <a:close/>
                </a:path>
              </a:pathLst>
            </a:custGeom>
            <a:solidFill>
              <a:srgbClr val="046A38"/>
            </a:solidFill>
            <a:ln w="6390" cap="flat">
              <a:noFill/>
              <a:prstDash val="solid"/>
              <a:miter/>
            </a:ln>
          </p:spPr>
          <p:txBody>
            <a:bodyPr rtlCol="0" anchor="ctr"/>
            <a:lstStyle/>
            <a:p>
              <a:endParaRPr lang="en-US"/>
            </a:p>
          </p:txBody>
        </p:sp>
      </p:grpSp>
      <p:grpSp>
        <p:nvGrpSpPr>
          <p:cNvPr id="1110" name="Graphic 4">
            <a:extLst>
              <a:ext uri="{FF2B5EF4-FFF2-40B4-BE49-F238E27FC236}">
                <a16:creationId xmlns:a16="http://schemas.microsoft.com/office/drawing/2014/main" id="{D61A1527-C01B-5A43-AA8E-7F1F94F76449}"/>
              </a:ext>
            </a:extLst>
          </p:cNvPr>
          <p:cNvGrpSpPr/>
          <p:nvPr/>
        </p:nvGrpSpPr>
        <p:grpSpPr>
          <a:xfrm>
            <a:off x="1952764" y="4308712"/>
            <a:ext cx="361670" cy="361333"/>
            <a:chOff x="1952764" y="4308712"/>
            <a:chExt cx="361670" cy="361333"/>
          </a:xfrm>
          <a:solidFill>
            <a:srgbClr val="046A38"/>
          </a:solidFill>
        </p:grpSpPr>
        <p:sp>
          <p:nvSpPr>
            <p:cNvPr id="1111" name="Graphic 4">
              <a:extLst>
                <a:ext uri="{FF2B5EF4-FFF2-40B4-BE49-F238E27FC236}">
                  <a16:creationId xmlns:a16="http://schemas.microsoft.com/office/drawing/2014/main" id="{CE0171BE-04FC-DF44-8E6A-D2720BA0C365}"/>
                </a:ext>
              </a:extLst>
            </p:cNvPr>
            <p:cNvSpPr/>
            <p:nvPr/>
          </p:nvSpPr>
          <p:spPr>
            <a:xfrm>
              <a:off x="2078646" y="4396811"/>
              <a:ext cx="115657" cy="92567"/>
            </a:xfrm>
            <a:custGeom>
              <a:avLst/>
              <a:gdLst>
                <a:gd name="connsiteX0" fmla="*/ 0 w 115657"/>
                <a:gd name="connsiteY0" fmla="*/ 0 h 92567"/>
                <a:gd name="connsiteX1" fmla="*/ 0 w 115657"/>
                <a:gd name="connsiteY1" fmla="*/ 92568 h 92567"/>
                <a:gd name="connsiteX2" fmla="*/ 115658 w 115657"/>
                <a:gd name="connsiteY2" fmla="*/ 25536 h 92567"/>
                <a:gd name="connsiteX3" fmla="*/ 0 w 115657"/>
                <a:gd name="connsiteY3" fmla="*/ 0 h 92567"/>
                <a:gd name="connsiteX4" fmla="*/ 42174 w 115657"/>
                <a:gd name="connsiteY4" fmla="*/ 53626 h 92567"/>
                <a:gd name="connsiteX5" fmla="*/ 21087 w 115657"/>
                <a:gd name="connsiteY5" fmla="*/ 32559 h 92567"/>
                <a:gd name="connsiteX6" fmla="*/ 42174 w 115657"/>
                <a:gd name="connsiteY6" fmla="*/ 11491 h 92567"/>
                <a:gd name="connsiteX7" fmla="*/ 63261 w 115657"/>
                <a:gd name="connsiteY7" fmla="*/ 32559 h 92567"/>
                <a:gd name="connsiteX8" fmla="*/ 42174 w 115657"/>
                <a:gd name="connsiteY8" fmla="*/ 53626 h 92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5657" h="92567">
                  <a:moveTo>
                    <a:pt x="0" y="0"/>
                  </a:moveTo>
                  <a:lnTo>
                    <a:pt x="0" y="92568"/>
                  </a:lnTo>
                  <a:lnTo>
                    <a:pt x="115658" y="25536"/>
                  </a:lnTo>
                  <a:cubicBezTo>
                    <a:pt x="83708" y="10215"/>
                    <a:pt x="43452" y="639"/>
                    <a:pt x="0" y="0"/>
                  </a:cubicBezTo>
                  <a:close/>
                  <a:moveTo>
                    <a:pt x="42174" y="53626"/>
                  </a:moveTo>
                  <a:cubicBezTo>
                    <a:pt x="30672" y="53626"/>
                    <a:pt x="21087" y="44050"/>
                    <a:pt x="21087" y="32559"/>
                  </a:cubicBezTo>
                  <a:cubicBezTo>
                    <a:pt x="21087" y="21067"/>
                    <a:pt x="30672" y="11491"/>
                    <a:pt x="42174" y="11491"/>
                  </a:cubicBezTo>
                  <a:cubicBezTo>
                    <a:pt x="53676" y="11491"/>
                    <a:pt x="63261" y="21067"/>
                    <a:pt x="63261" y="32559"/>
                  </a:cubicBezTo>
                  <a:cubicBezTo>
                    <a:pt x="63261" y="44050"/>
                    <a:pt x="54314" y="53626"/>
                    <a:pt x="42174" y="53626"/>
                  </a:cubicBezTo>
                  <a:close/>
                </a:path>
              </a:pathLst>
            </a:custGeom>
            <a:solidFill>
              <a:srgbClr val="046A38"/>
            </a:solidFill>
            <a:ln w="6390" cap="flat">
              <a:noFill/>
              <a:prstDash val="solid"/>
              <a:miter/>
            </a:ln>
          </p:spPr>
          <p:txBody>
            <a:bodyPr rtlCol="0" anchor="ctr"/>
            <a:lstStyle/>
            <a:p>
              <a:endParaRPr lang="en-US"/>
            </a:p>
          </p:txBody>
        </p:sp>
        <p:sp>
          <p:nvSpPr>
            <p:cNvPr id="1112" name="Graphic 4">
              <a:extLst>
                <a:ext uri="{FF2B5EF4-FFF2-40B4-BE49-F238E27FC236}">
                  <a16:creationId xmlns:a16="http://schemas.microsoft.com/office/drawing/2014/main" id="{4CDCBF06-EDBD-4D45-B7C1-4477952B3773}"/>
                </a:ext>
              </a:extLst>
            </p:cNvPr>
            <p:cNvSpPr/>
            <p:nvPr/>
          </p:nvSpPr>
          <p:spPr>
            <a:xfrm>
              <a:off x="2078646" y="4479802"/>
              <a:ext cx="122686" cy="110443"/>
            </a:xfrm>
            <a:custGeom>
              <a:avLst/>
              <a:gdLst>
                <a:gd name="connsiteX0" fmla="*/ 0 w 122686"/>
                <a:gd name="connsiteY0" fmla="*/ 70224 h 110443"/>
                <a:gd name="connsiteX1" fmla="*/ 0 w 122686"/>
                <a:gd name="connsiteY1" fmla="*/ 110443 h 110443"/>
                <a:gd name="connsiteX2" fmla="*/ 122687 w 122686"/>
                <a:gd name="connsiteY2" fmla="*/ 39581 h 110443"/>
                <a:gd name="connsiteX3" fmla="*/ 122687 w 122686"/>
                <a:gd name="connsiteY3" fmla="*/ 0 h 110443"/>
              </a:gdLst>
              <a:ahLst/>
              <a:cxnLst>
                <a:cxn ang="0">
                  <a:pos x="connsiteX0" y="connsiteY0"/>
                </a:cxn>
                <a:cxn ang="0">
                  <a:pos x="connsiteX1" y="connsiteY1"/>
                </a:cxn>
                <a:cxn ang="0">
                  <a:pos x="connsiteX2" y="connsiteY2"/>
                </a:cxn>
                <a:cxn ang="0">
                  <a:pos x="connsiteX3" y="connsiteY3"/>
                </a:cxn>
              </a:cxnLst>
              <a:rect l="l" t="t" r="r" b="b"/>
              <a:pathLst>
                <a:path w="122686" h="110443">
                  <a:moveTo>
                    <a:pt x="0" y="70224"/>
                  </a:moveTo>
                  <a:lnTo>
                    <a:pt x="0" y="110443"/>
                  </a:lnTo>
                  <a:lnTo>
                    <a:pt x="122687" y="39581"/>
                  </a:lnTo>
                  <a:lnTo>
                    <a:pt x="122687" y="0"/>
                  </a:lnTo>
                  <a:close/>
                </a:path>
              </a:pathLst>
            </a:custGeom>
            <a:solidFill>
              <a:srgbClr val="046A38"/>
            </a:solidFill>
            <a:ln w="6390" cap="flat">
              <a:noFill/>
              <a:prstDash val="solid"/>
              <a:miter/>
            </a:ln>
          </p:spPr>
          <p:txBody>
            <a:bodyPr rtlCol="0" anchor="ctr"/>
            <a:lstStyle/>
            <a:p>
              <a:endParaRPr lang="en-US"/>
            </a:p>
          </p:txBody>
        </p:sp>
        <p:sp>
          <p:nvSpPr>
            <p:cNvPr id="1113" name="Graphic 4">
              <a:extLst>
                <a:ext uri="{FF2B5EF4-FFF2-40B4-BE49-F238E27FC236}">
                  <a16:creationId xmlns:a16="http://schemas.microsoft.com/office/drawing/2014/main" id="{B45292A1-BA7E-CB47-8C3A-174107FCD7F7}"/>
                </a:ext>
              </a:extLst>
            </p:cNvPr>
            <p:cNvSpPr/>
            <p:nvPr/>
          </p:nvSpPr>
          <p:spPr>
            <a:xfrm>
              <a:off x="2078646" y="4433838"/>
              <a:ext cx="122686" cy="101505"/>
            </a:xfrm>
            <a:custGeom>
              <a:avLst/>
              <a:gdLst>
                <a:gd name="connsiteX0" fmla="*/ 122687 w 122686"/>
                <a:gd name="connsiteY0" fmla="*/ 0 h 101505"/>
                <a:gd name="connsiteX1" fmla="*/ 0 w 122686"/>
                <a:gd name="connsiteY1" fmla="*/ 70862 h 101505"/>
                <a:gd name="connsiteX2" fmla="*/ 0 w 122686"/>
                <a:gd name="connsiteY2" fmla="*/ 101505 h 101505"/>
                <a:gd name="connsiteX3" fmla="*/ 122687 w 122686"/>
                <a:gd name="connsiteY3" fmla="*/ 30643 h 101505"/>
              </a:gdLst>
              <a:ahLst/>
              <a:cxnLst>
                <a:cxn ang="0">
                  <a:pos x="connsiteX0" y="connsiteY0"/>
                </a:cxn>
                <a:cxn ang="0">
                  <a:pos x="connsiteX1" y="connsiteY1"/>
                </a:cxn>
                <a:cxn ang="0">
                  <a:pos x="connsiteX2" y="connsiteY2"/>
                </a:cxn>
                <a:cxn ang="0">
                  <a:pos x="connsiteX3" y="connsiteY3"/>
                </a:cxn>
              </a:cxnLst>
              <a:rect l="l" t="t" r="r" b="b"/>
              <a:pathLst>
                <a:path w="122686" h="101505">
                  <a:moveTo>
                    <a:pt x="122687" y="0"/>
                  </a:moveTo>
                  <a:lnTo>
                    <a:pt x="0" y="70862"/>
                  </a:lnTo>
                  <a:lnTo>
                    <a:pt x="0" y="101505"/>
                  </a:lnTo>
                  <a:lnTo>
                    <a:pt x="122687" y="30643"/>
                  </a:lnTo>
                  <a:close/>
                </a:path>
              </a:pathLst>
            </a:custGeom>
            <a:solidFill>
              <a:srgbClr val="046A38"/>
            </a:solidFill>
            <a:ln w="6390" cap="flat">
              <a:noFill/>
              <a:prstDash val="solid"/>
              <a:miter/>
            </a:ln>
          </p:spPr>
          <p:txBody>
            <a:bodyPr rtlCol="0" anchor="ctr"/>
            <a:lstStyle/>
            <a:p>
              <a:endParaRPr lang="en-US"/>
            </a:p>
          </p:txBody>
        </p:sp>
        <p:sp>
          <p:nvSpPr>
            <p:cNvPr id="1114" name="Graphic 4">
              <a:extLst>
                <a:ext uri="{FF2B5EF4-FFF2-40B4-BE49-F238E27FC236}">
                  <a16:creationId xmlns:a16="http://schemas.microsoft.com/office/drawing/2014/main" id="{E945634C-B289-1146-9834-B931DB7CAB7E}"/>
                </a:ext>
              </a:extLst>
            </p:cNvPr>
            <p:cNvSpPr/>
            <p:nvPr/>
          </p:nvSpPr>
          <p:spPr>
            <a:xfrm>
              <a:off x="1952764"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261348 w 361670"/>
                <a:gd name="connsiteY5" fmla="*/ 214502 h 361333"/>
                <a:gd name="connsiteX6" fmla="*/ 258153 w 361670"/>
                <a:gd name="connsiteY6" fmla="*/ 220247 h 361333"/>
                <a:gd name="connsiteX7" fmla="*/ 122687 w 361670"/>
                <a:gd name="connsiteY7" fmla="*/ 298132 h 361333"/>
                <a:gd name="connsiteX8" fmla="*/ 119492 w 361670"/>
                <a:gd name="connsiteY8" fmla="*/ 298770 h 361333"/>
                <a:gd name="connsiteX9" fmla="*/ 116297 w 361670"/>
                <a:gd name="connsiteY9" fmla="*/ 298132 h 361333"/>
                <a:gd name="connsiteX10" fmla="*/ 113102 w 361670"/>
                <a:gd name="connsiteY10" fmla="*/ 292386 h 361333"/>
                <a:gd name="connsiteX11" fmla="*/ 113102 w 361670"/>
                <a:gd name="connsiteY11" fmla="*/ 192158 h 361333"/>
                <a:gd name="connsiteX12" fmla="*/ 113102 w 361670"/>
                <a:gd name="connsiteY12" fmla="*/ 81715 h 361333"/>
                <a:gd name="connsiteX13" fmla="*/ 119492 w 361670"/>
                <a:gd name="connsiteY13" fmla="*/ 75331 h 361333"/>
                <a:gd name="connsiteX14" fmla="*/ 258153 w 361670"/>
                <a:gd name="connsiteY14" fmla="*/ 108528 h 361333"/>
                <a:gd name="connsiteX15" fmla="*/ 259431 w 361670"/>
                <a:gd name="connsiteY15" fmla="*/ 109805 h 361333"/>
                <a:gd name="connsiteX16" fmla="*/ 259431 w 361670"/>
                <a:gd name="connsiteY16" fmla="*/ 109805 h 361333"/>
                <a:gd name="connsiteX17" fmla="*/ 260709 w 361670"/>
                <a:gd name="connsiteY17" fmla="*/ 111720 h 361333"/>
                <a:gd name="connsiteX18" fmla="*/ 260709 w 361670"/>
                <a:gd name="connsiteY18" fmla="*/ 112358 h 361333"/>
                <a:gd name="connsiteX19" fmla="*/ 261348 w 361670"/>
                <a:gd name="connsiteY19" fmla="*/ 114273 h 361333"/>
                <a:gd name="connsiteX20" fmla="*/ 261348 w 361670"/>
                <a:gd name="connsiteY20" fmla="*/ 21450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1670" h="361333">
                  <a:moveTo>
                    <a:pt x="180835" y="0"/>
                  </a:moveTo>
                  <a:cubicBezTo>
                    <a:pt x="80513" y="0"/>
                    <a:pt x="0" y="81077"/>
                    <a:pt x="0" y="180667"/>
                  </a:cubicBezTo>
                  <a:cubicBezTo>
                    <a:pt x="0" y="280257"/>
                    <a:pt x="81152" y="361334"/>
                    <a:pt x="180835" y="361334"/>
                  </a:cubicBezTo>
                  <a:cubicBezTo>
                    <a:pt x="280518" y="361334"/>
                    <a:pt x="361670" y="280257"/>
                    <a:pt x="361670" y="180667"/>
                  </a:cubicBezTo>
                  <a:cubicBezTo>
                    <a:pt x="361670" y="81077"/>
                    <a:pt x="281157" y="0"/>
                    <a:pt x="180835" y="0"/>
                  </a:cubicBezTo>
                  <a:close/>
                  <a:moveTo>
                    <a:pt x="261348" y="214502"/>
                  </a:moveTo>
                  <a:cubicBezTo>
                    <a:pt x="261348" y="217055"/>
                    <a:pt x="260070" y="218971"/>
                    <a:pt x="258153" y="220247"/>
                  </a:cubicBezTo>
                  <a:lnTo>
                    <a:pt x="122687" y="298132"/>
                  </a:lnTo>
                  <a:cubicBezTo>
                    <a:pt x="121409" y="298770"/>
                    <a:pt x="120770" y="298770"/>
                    <a:pt x="119492" y="298770"/>
                  </a:cubicBezTo>
                  <a:cubicBezTo>
                    <a:pt x="118214" y="298770"/>
                    <a:pt x="117575" y="298770"/>
                    <a:pt x="116297" y="298132"/>
                  </a:cubicBezTo>
                  <a:cubicBezTo>
                    <a:pt x="114380" y="296855"/>
                    <a:pt x="113102" y="294940"/>
                    <a:pt x="113102" y="292386"/>
                  </a:cubicBezTo>
                  <a:lnTo>
                    <a:pt x="113102" y="192158"/>
                  </a:lnTo>
                  <a:lnTo>
                    <a:pt x="113102" y="81715"/>
                  </a:lnTo>
                  <a:cubicBezTo>
                    <a:pt x="113102" y="77885"/>
                    <a:pt x="115658" y="75331"/>
                    <a:pt x="119492" y="75331"/>
                  </a:cubicBezTo>
                  <a:cubicBezTo>
                    <a:pt x="171889" y="75331"/>
                    <a:pt x="221092" y="86822"/>
                    <a:pt x="258153" y="108528"/>
                  </a:cubicBezTo>
                  <a:cubicBezTo>
                    <a:pt x="258792" y="108528"/>
                    <a:pt x="258792" y="109166"/>
                    <a:pt x="259431" y="109805"/>
                  </a:cubicBezTo>
                  <a:cubicBezTo>
                    <a:pt x="259431" y="109805"/>
                    <a:pt x="259431" y="109805"/>
                    <a:pt x="259431" y="109805"/>
                  </a:cubicBezTo>
                  <a:cubicBezTo>
                    <a:pt x="260070" y="110443"/>
                    <a:pt x="260070" y="111081"/>
                    <a:pt x="260709" y="111720"/>
                  </a:cubicBezTo>
                  <a:cubicBezTo>
                    <a:pt x="260709" y="111720"/>
                    <a:pt x="260709" y="112358"/>
                    <a:pt x="260709" y="112358"/>
                  </a:cubicBezTo>
                  <a:cubicBezTo>
                    <a:pt x="260709" y="112997"/>
                    <a:pt x="261348" y="113635"/>
                    <a:pt x="261348" y="114273"/>
                  </a:cubicBezTo>
                  <a:lnTo>
                    <a:pt x="261348" y="214502"/>
                  </a:lnTo>
                  <a:close/>
                </a:path>
              </a:pathLst>
            </a:custGeom>
            <a:solidFill>
              <a:srgbClr val="046A38"/>
            </a:solidFill>
            <a:ln w="6390" cap="flat">
              <a:noFill/>
              <a:prstDash val="solid"/>
              <a:miter/>
            </a:ln>
          </p:spPr>
          <p:txBody>
            <a:bodyPr rtlCol="0" anchor="ctr"/>
            <a:lstStyle/>
            <a:p>
              <a:endParaRPr lang="en-US"/>
            </a:p>
          </p:txBody>
        </p:sp>
        <p:sp>
          <p:nvSpPr>
            <p:cNvPr id="1115" name="Graphic 4">
              <a:extLst>
                <a:ext uri="{FF2B5EF4-FFF2-40B4-BE49-F238E27FC236}">
                  <a16:creationId xmlns:a16="http://schemas.microsoft.com/office/drawing/2014/main" id="{7FCBC72B-8C25-DD42-B455-54105842AC28}"/>
                </a:ext>
              </a:extLst>
            </p:cNvPr>
            <p:cNvSpPr/>
            <p:nvPr/>
          </p:nvSpPr>
          <p:spPr>
            <a:xfrm>
              <a:off x="2112513" y="4421070"/>
              <a:ext cx="16613" cy="16598"/>
            </a:xfrm>
            <a:custGeom>
              <a:avLst/>
              <a:gdLst>
                <a:gd name="connsiteX0" fmla="*/ 16614 w 16613"/>
                <a:gd name="connsiteY0" fmla="*/ 8299 h 16598"/>
                <a:gd name="connsiteX1" fmla="*/ 8307 w 16613"/>
                <a:gd name="connsiteY1" fmla="*/ 16598 h 16598"/>
                <a:gd name="connsiteX2" fmla="*/ 0 w 16613"/>
                <a:gd name="connsiteY2" fmla="*/ 8299 h 16598"/>
                <a:gd name="connsiteX3" fmla="*/ 8307 w 16613"/>
                <a:gd name="connsiteY3" fmla="*/ 0 h 16598"/>
                <a:gd name="connsiteX4" fmla="*/ 16614 w 16613"/>
                <a:gd name="connsiteY4" fmla="*/ 8299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16598">
                  <a:moveTo>
                    <a:pt x="16614" y="8299"/>
                  </a:moveTo>
                  <a:cubicBezTo>
                    <a:pt x="16614" y="12883"/>
                    <a:pt x="12895" y="16598"/>
                    <a:pt x="8307" y="16598"/>
                  </a:cubicBezTo>
                  <a:cubicBezTo>
                    <a:pt x="3719" y="16598"/>
                    <a:pt x="0" y="12883"/>
                    <a:pt x="0" y="8299"/>
                  </a:cubicBezTo>
                  <a:cubicBezTo>
                    <a:pt x="0" y="3716"/>
                    <a:pt x="3719" y="0"/>
                    <a:pt x="8307" y="0"/>
                  </a:cubicBezTo>
                  <a:cubicBezTo>
                    <a:pt x="12895" y="0"/>
                    <a:pt x="16614" y="3716"/>
                    <a:pt x="16614" y="8299"/>
                  </a:cubicBezTo>
                  <a:close/>
                </a:path>
              </a:pathLst>
            </a:custGeom>
            <a:solidFill>
              <a:srgbClr val="046A38"/>
            </a:solidFill>
            <a:ln w="6390" cap="flat">
              <a:noFill/>
              <a:prstDash val="solid"/>
              <a:miter/>
            </a:ln>
          </p:spPr>
          <p:txBody>
            <a:bodyPr rtlCol="0" anchor="ctr"/>
            <a:lstStyle/>
            <a:p>
              <a:endParaRPr lang="en-US"/>
            </a:p>
          </p:txBody>
        </p:sp>
      </p:grpSp>
      <p:grpSp>
        <p:nvGrpSpPr>
          <p:cNvPr id="1116" name="Graphic 4">
            <a:extLst>
              <a:ext uri="{FF2B5EF4-FFF2-40B4-BE49-F238E27FC236}">
                <a16:creationId xmlns:a16="http://schemas.microsoft.com/office/drawing/2014/main" id="{A4D1BEC2-7AFF-EA42-95B4-C3D50A1D1638}"/>
              </a:ext>
            </a:extLst>
          </p:cNvPr>
          <p:cNvGrpSpPr/>
          <p:nvPr/>
        </p:nvGrpSpPr>
        <p:grpSpPr>
          <a:xfrm>
            <a:off x="2998797" y="918179"/>
            <a:ext cx="361670" cy="361333"/>
            <a:chOff x="2998797" y="918179"/>
            <a:chExt cx="361670" cy="361333"/>
          </a:xfrm>
          <a:solidFill>
            <a:srgbClr val="046A38"/>
          </a:solidFill>
        </p:grpSpPr>
        <p:sp>
          <p:nvSpPr>
            <p:cNvPr id="1117" name="Graphic 4">
              <a:extLst>
                <a:ext uri="{FF2B5EF4-FFF2-40B4-BE49-F238E27FC236}">
                  <a16:creationId xmlns:a16="http://schemas.microsoft.com/office/drawing/2014/main" id="{C4B76A62-461C-B647-810D-7AA0127FC48C}"/>
                </a:ext>
              </a:extLst>
            </p:cNvPr>
            <p:cNvSpPr/>
            <p:nvPr/>
          </p:nvSpPr>
          <p:spPr>
            <a:xfrm>
              <a:off x="3119567" y="1086716"/>
              <a:ext cx="120769" cy="80438"/>
            </a:xfrm>
            <a:custGeom>
              <a:avLst/>
              <a:gdLst>
                <a:gd name="connsiteX0" fmla="*/ 109907 w 120769"/>
                <a:gd name="connsiteY0" fmla="*/ 9576 h 80438"/>
                <a:gd name="connsiteX1" fmla="*/ 56870 w 120769"/>
                <a:gd name="connsiteY1" fmla="*/ 24897 h 80438"/>
                <a:gd name="connsiteX2" fmla="*/ 41535 w 120769"/>
                <a:gd name="connsiteY2" fmla="*/ 26174 h 80438"/>
                <a:gd name="connsiteX3" fmla="*/ 0 w 120769"/>
                <a:gd name="connsiteY3" fmla="*/ 54902 h 80438"/>
                <a:gd name="connsiteX4" fmla="*/ 0 w 120769"/>
                <a:gd name="connsiteY4" fmla="*/ 54902 h 80438"/>
                <a:gd name="connsiteX5" fmla="*/ 0 w 120769"/>
                <a:gd name="connsiteY5" fmla="*/ 80438 h 80438"/>
                <a:gd name="connsiteX6" fmla="*/ 120770 w 120769"/>
                <a:gd name="connsiteY6" fmla="*/ 80438 h 80438"/>
                <a:gd name="connsiteX7" fmla="*/ 120770 w 120769"/>
                <a:gd name="connsiteY7" fmla="*/ 0 h 80438"/>
                <a:gd name="connsiteX8" fmla="*/ 109907 w 120769"/>
                <a:gd name="connsiteY8" fmla="*/ 9576 h 80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769" h="80438">
                  <a:moveTo>
                    <a:pt x="109907" y="9576"/>
                  </a:moveTo>
                  <a:cubicBezTo>
                    <a:pt x="95210" y="22344"/>
                    <a:pt x="79235" y="22982"/>
                    <a:pt x="56870" y="24897"/>
                  </a:cubicBezTo>
                  <a:cubicBezTo>
                    <a:pt x="51758" y="24897"/>
                    <a:pt x="46646" y="25536"/>
                    <a:pt x="41535" y="26174"/>
                  </a:cubicBezTo>
                  <a:cubicBezTo>
                    <a:pt x="13419" y="28728"/>
                    <a:pt x="639" y="53625"/>
                    <a:pt x="0" y="54902"/>
                  </a:cubicBezTo>
                  <a:cubicBezTo>
                    <a:pt x="0" y="54902"/>
                    <a:pt x="0" y="54902"/>
                    <a:pt x="0" y="54902"/>
                  </a:cubicBezTo>
                  <a:lnTo>
                    <a:pt x="0" y="80438"/>
                  </a:lnTo>
                  <a:lnTo>
                    <a:pt x="120770" y="80438"/>
                  </a:lnTo>
                  <a:lnTo>
                    <a:pt x="120770" y="0"/>
                  </a:lnTo>
                  <a:cubicBezTo>
                    <a:pt x="117575" y="2554"/>
                    <a:pt x="114380" y="5746"/>
                    <a:pt x="109907" y="9576"/>
                  </a:cubicBezTo>
                  <a:close/>
                </a:path>
              </a:pathLst>
            </a:custGeom>
            <a:solidFill>
              <a:srgbClr val="046A38"/>
            </a:solidFill>
            <a:ln w="6390" cap="flat">
              <a:noFill/>
              <a:prstDash val="solid"/>
              <a:miter/>
            </a:ln>
          </p:spPr>
          <p:txBody>
            <a:bodyPr rtlCol="0" anchor="ctr"/>
            <a:lstStyle/>
            <a:p>
              <a:endParaRPr lang="en-US"/>
            </a:p>
          </p:txBody>
        </p:sp>
        <p:sp>
          <p:nvSpPr>
            <p:cNvPr id="1118" name="Graphic 4">
              <a:extLst>
                <a:ext uri="{FF2B5EF4-FFF2-40B4-BE49-F238E27FC236}">
                  <a16:creationId xmlns:a16="http://schemas.microsoft.com/office/drawing/2014/main" id="{21F10B1C-885B-7948-A7D7-7B1905244FC4}"/>
                </a:ext>
              </a:extLst>
            </p:cNvPr>
            <p:cNvSpPr/>
            <p:nvPr/>
          </p:nvSpPr>
          <p:spPr>
            <a:xfrm>
              <a:off x="3120206" y="1179922"/>
              <a:ext cx="118213" cy="15959"/>
            </a:xfrm>
            <a:custGeom>
              <a:avLst/>
              <a:gdLst>
                <a:gd name="connsiteX0" fmla="*/ 0 w 118213"/>
                <a:gd name="connsiteY0" fmla="*/ 0 h 15959"/>
                <a:gd name="connsiteX1" fmla="*/ 16614 w 118213"/>
                <a:gd name="connsiteY1" fmla="*/ 15960 h 15959"/>
                <a:gd name="connsiteX2" fmla="*/ 100322 w 118213"/>
                <a:gd name="connsiteY2" fmla="*/ 15960 h 15959"/>
                <a:gd name="connsiteX3" fmla="*/ 118214 w 118213"/>
                <a:gd name="connsiteY3" fmla="*/ 0 h 15959"/>
              </a:gdLst>
              <a:ahLst/>
              <a:cxnLst>
                <a:cxn ang="0">
                  <a:pos x="connsiteX0" y="connsiteY0"/>
                </a:cxn>
                <a:cxn ang="0">
                  <a:pos x="connsiteX1" y="connsiteY1"/>
                </a:cxn>
                <a:cxn ang="0">
                  <a:pos x="connsiteX2" y="connsiteY2"/>
                </a:cxn>
                <a:cxn ang="0">
                  <a:pos x="connsiteX3" y="connsiteY3"/>
                </a:cxn>
              </a:cxnLst>
              <a:rect l="l" t="t" r="r" b="b"/>
              <a:pathLst>
                <a:path w="118213" h="15959">
                  <a:moveTo>
                    <a:pt x="0" y="0"/>
                  </a:moveTo>
                  <a:lnTo>
                    <a:pt x="16614" y="15960"/>
                  </a:lnTo>
                  <a:lnTo>
                    <a:pt x="100322" y="15960"/>
                  </a:lnTo>
                  <a:lnTo>
                    <a:pt x="118214" y="0"/>
                  </a:lnTo>
                  <a:close/>
                </a:path>
              </a:pathLst>
            </a:custGeom>
            <a:solidFill>
              <a:srgbClr val="046A38"/>
            </a:solidFill>
            <a:ln w="6390" cap="flat">
              <a:noFill/>
              <a:prstDash val="solid"/>
              <a:miter/>
            </a:ln>
          </p:spPr>
          <p:txBody>
            <a:bodyPr rtlCol="0" anchor="ctr"/>
            <a:lstStyle/>
            <a:p>
              <a:endParaRPr lang="en-US"/>
            </a:p>
          </p:txBody>
        </p:sp>
        <p:sp>
          <p:nvSpPr>
            <p:cNvPr id="1119" name="Graphic 4">
              <a:extLst>
                <a:ext uri="{FF2B5EF4-FFF2-40B4-BE49-F238E27FC236}">
                  <a16:creationId xmlns:a16="http://schemas.microsoft.com/office/drawing/2014/main" id="{54145AC5-E43D-AC40-AD81-A6FA18A18A76}"/>
                </a:ext>
              </a:extLst>
            </p:cNvPr>
            <p:cNvSpPr/>
            <p:nvPr/>
          </p:nvSpPr>
          <p:spPr>
            <a:xfrm>
              <a:off x="3118928" y="1001171"/>
              <a:ext cx="121408" cy="118742"/>
            </a:xfrm>
            <a:custGeom>
              <a:avLst/>
              <a:gdLst>
                <a:gd name="connsiteX0" fmla="*/ 60704 w 121408"/>
                <a:gd name="connsiteY0" fmla="*/ 17237 h 118742"/>
                <a:gd name="connsiteX1" fmla="*/ 67094 w 121408"/>
                <a:gd name="connsiteY1" fmla="*/ 23621 h 118742"/>
                <a:gd name="connsiteX2" fmla="*/ 60704 w 121408"/>
                <a:gd name="connsiteY2" fmla="*/ 30005 h 118742"/>
                <a:gd name="connsiteX3" fmla="*/ 0 w 121408"/>
                <a:gd name="connsiteY3" fmla="*/ 30005 h 118742"/>
                <a:gd name="connsiteX4" fmla="*/ 0 w 121408"/>
                <a:gd name="connsiteY4" fmla="*/ 118742 h 118742"/>
                <a:gd name="connsiteX5" fmla="*/ 40896 w 121408"/>
                <a:gd name="connsiteY5" fmla="*/ 98313 h 118742"/>
                <a:gd name="connsiteX6" fmla="*/ 56870 w 121408"/>
                <a:gd name="connsiteY6" fmla="*/ 97037 h 118742"/>
                <a:gd name="connsiteX7" fmla="*/ 102878 w 121408"/>
                <a:gd name="connsiteY7" fmla="*/ 84907 h 118742"/>
                <a:gd name="connsiteX8" fmla="*/ 121409 w 121408"/>
                <a:gd name="connsiteY8" fmla="*/ 57456 h 118742"/>
                <a:gd name="connsiteX9" fmla="*/ 121409 w 121408"/>
                <a:gd name="connsiteY9" fmla="*/ 21067 h 118742"/>
                <a:gd name="connsiteX10" fmla="*/ 99683 w 121408"/>
                <a:gd name="connsiteY10" fmla="*/ 0 h 118742"/>
                <a:gd name="connsiteX11" fmla="*/ 22365 w 121408"/>
                <a:gd name="connsiteY11" fmla="*/ 0 h 118742"/>
                <a:gd name="connsiteX12" fmla="*/ 8307 w 121408"/>
                <a:gd name="connsiteY12" fmla="*/ 16598 h 118742"/>
                <a:gd name="connsiteX13" fmla="*/ 60704 w 121408"/>
                <a:gd name="connsiteY13" fmla="*/ 16598 h 118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1408" h="118742">
                  <a:moveTo>
                    <a:pt x="60704" y="17237"/>
                  </a:moveTo>
                  <a:cubicBezTo>
                    <a:pt x="64538" y="17237"/>
                    <a:pt x="67094" y="19790"/>
                    <a:pt x="67094" y="23621"/>
                  </a:cubicBezTo>
                  <a:cubicBezTo>
                    <a:pt x="67094" y="27451"/>
                    <a:pt x="64538" y="30005"/>
                    <a:pt x="60704" y="30005"/>
                  </a:cubicBezTo>
                  <a:lnTo>
                    <a:pt x="0" y="30005"/>
                  </a:lnTo>
                  <a:lnTo>
                    <a:pt x="0" y="118742"/>
                  </a:lnTo>
                  <a:cubicBezTo>
                    <a:pt x="8307" y="109804"/>
                    <a:pt x="21726" y="100229"/>
                    <a:pt x="40896" y="98313"/>
                  </a:cubicBezTo>
                  <a:cubicBezTo>
                    <a:pt x="46646" y="97675"/>
                    <a:pt x="51759" y="97675"/>
                    <a:pt x="56870" y="97037"/>
                  </a:cubicBezTo>
                  <a:cubicBezTo>
                    <a:pt x="77957" y="95760"/>
                    <a:pt x="91376" y="94483"/>
                    <a:pt x="102878" y="84907"/>
                  </a:cubicBezTo>
                  <a:cubicBezTo>
                    <a:pt x="117575" y="72139"/>
                    <a:pt x="120770" y="67032"/>
                    <a:pt x="121409" y="57456"/>
                  </a:cubicBezTo>
                  <a:lnTo>
                    <a:pt x="121409" y="21067"/>
                  </a:lnTo>
                  <a:cubicBezTo>
                    <a:pt x="115019" y="17875"/>
                    <a:pt x="104156" y="11491"/>
                    <a:pt x="99683" y="0"/>
                  </a:cubicBezTo>
                  <a:lnTo>
                    <a:pt x="22365" y="0"/>
                  </a:lnTo>
                  <a:cubicBezTo>
                    <a:pt x="20448" y="4469"/>
                    <a:pt x="16614" y="10853"/>
                    <a:pt x="8307" y="16598"/>
                  </a:cubicBezTo>
                  <a:lnTo>
                    <a:pt x="60704" y="16598"/>
                  </a:lnTo>
                  <a:close/>
                </a:path>
              </a:pathLst>
            </a:custGeom>
            <a:solidFill>
              <a:srgbClr val="046A38"/>
            </a:solidFill>
            <a:ln w="6390" cap="flat">
              <a:noFill/>
              <a:prstDash val="solid"/>
              <a:miter/>
            </a:ln>
          </p:spPr>
          <p:txBody>
            <a:bodyPr rtlCol="0" anchor="ctr"/>
            <a:lstStyle/>
            <a:p>
              <a:endParaRPr lang="en-US"/>
            </a:p>
          </p:txBody>
        </p:sp>
        <p:sp>
          <p:nvSpPr>
            <p:cNvPr id="1120" name="Graphic 4">
              <a:extLst>
                <a:ext uri="{FF2B5EF4-FFF2-40B4-BE49-F238E27FC236}">
                  <a16:creationId xmlns:a16="http://schemas.microsoft.com/office/drawing/2014/main" id="{56FAF801-37E3-D04D-A446-8D52B4781729}"/>
                </a:ext>
              </a:extLst>
            </p:cNvPr>
            <p:cNvSpPr/>
            <p:nvPr/>
          </p:nvSpPr>
          <p:spPr>
            <a:xfrm>
              <a:off x="2998797"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54320 w 361670"/>
                <a:gd name="connsiteY5" fmla="*/ 263020 h 361333"/>
                <a:gd name="connsiteX6" fmla="*/ 252403 w 361670"/>
                <a:gd name="connsiteY6" fmla="*/ 267489 h 361333"/>
                <a:gd name="connsiteX7" fmla="*/ 228760 w 361670"/>
                <a:gd name="connsiteY7" fmla="*/ 288556 h 361333"/>
                <a:gd name="connsiteX8" fmla="*/ 224287 w 361670"/>
                <a:gd name="connsiteY8" fmla="*/ 290471 h 361333"/>
                <a:gd name="connsiteX9" fmla="*/ 136106 w 361670"/>
                <a:gd name="connsiteY9" fmla="*/ 290471 h 361333"/>
                <a:gd name="connsiteX10" fmla="*/ 131633 w 361670"/>
                <a:gd name="connsiteY10" fmla="*/ 288556 h 361333"/>
                <a:gd name="connsiteX11" fmla="*/ 109907 w 361670"/>
                <a:gd name="connsiteY11" fmla="*/ 267489 h 361333"/>
                <a:gd name="connsiteX12" fmla="*/ 107990 w 361670"/>
                <a:gd name="connsiteY12" fmla="*/ 263020 h 361333"/>
                <a:gd name="connsiteX13" fmla="*/ 107990 w 361670"/>
                <a:gd name="connsiteY13" fmla="*/ 100867 h 361333"/>
                <a:gd name="connsiteX14" fmla="*/ 111824 w 361670"/>
                <a:gd name="connsiteY14" fmla="*/ 95121 h 361333"/>
                <a:gd name="connsiteX15" fmla="*/ 130994 w 361670"/>
                <a:gd name="connsiteY15" fmla="*/ 76608 h 361333"/>
                <a:gd name="connsiteX16" fmla="*/ 137384 w 361670"/>
                <a:gd name="connsiteY16" fmla="*/ 70862 h 361333"/>
                <a:gd name="connsiteX17" fmla="*/ 224926 w 361670"/>
                <a:gd name="connsiteY17" fmla="*/ 70862 h 361333"/>
                <a:gd name="connsiteX18" fmla="*/ 231316 w 361670"/>
                <a:gd name="connsiteY18" fmla="*/ 76608 h 361333"/>
                <a:gd name="connsiteX19" fmla="*/ 250486 w 361670"/>
                <a:gd name="connsiteY19" fmla="*/ 95121 h 361333"/>
                <a:gd name="connsiteX20" fmla="*/ 254959 w 361670"/>
                <a:gd name="connsiteY20" fmla="*/ 100867 h 361333"/>
                <a:gd name="connsiteX21" fmla="*/ 254959 w 361670"/>
                <a:gd name="connsiteY21" fmla="*/ 26302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1" y="280257"/>
                    <a:pt x="361671" y="180667"/>
                  </a:cubicBezTo>
                  <a:cubicBezTo>
                    <a:pt x="361671" y="81077"/>
                    <a:pt x="281157" y="0"/>
                    <a:pt x="180835" y="0"/>
                  </a:cubicBezTo>
                  <a:close/>
                  <a:moveTo>
                    <a:pt x="254320" y="263020"/>
                  </a:moveTo>
                  <a:cubicBezTo>
                    <a:pt x="254320" y="264935"/>
                    <a:pt x="253681" y="266850"/>
                    <a:pt x="252403" y="267489"/>
                  </a:cubicBezTo>
                  <a:lnTo>
                    <a:pt x="228760" y="288556"/>
                  </a:lnTo>
                  <a:cubicBezTo>
                    <a:pt x="227482" y="289833"/>
                    <a:pt x="226204" y="290471"/>
                    <a:pt x="224287" y="290471"/>
                  </a:cubicBezTo>
                  <a:lnTo>
                    <a:pt x="136106" y="290471"/>
                  </a:lnTo>
                  <a:cubicBezTo>
                    <a:pt x="134189" y="290471"/>
                    <a:pt x="132911" y="289833"/>
                    <a:pt x="131633" y="288556"/>
                  </a:cubicBezTo>
                  <a:lnTo>
                    <a:pt x="109907" y="267489"/>
                  </a:lnTo>
                  <a:cubicBezTo>
                    <a:pt x="108629" y="266212"/>
                    <a:pt x="107990" y="264935"/>
                    <a:pt x="107990" y="263020"/>
                  </a:cubicBezTo>
                  <a:lnTo>
                    <a:pt x="107990" y="100867"/>
                  </a:lnTo>
                  <a:cubicBezTo>
                    <a:pt x="107990" y="98313"/>
                    <a:pt x="109268" y="95760"/>
                    <a:pt x="111824" y="95121"/>
                  </a:cubicBezTo>
                  <a:cubicBezTo>
                    <a:pt x="129716" y="87461"/>
                    <a:pt x="130994" y="77246"/>
                    <a:pt x="130994" y="76608"/>
                  </a:cubicBezTo>
                  <a:cubicBezTo>
                    <a:pt x="131633" y="73416"/>
                    <a:pt x="134189" y="70862"/>
                    <a:pt x="137384" y="70862"/>
                  </a:cubicBezTo>
                  <a:lnTo>
                    <a:pt x="224926" y="70862"/>
                  </a:lnTo>
                  <a:cubicBezTo>
                    <a:pt x="228121" y="70862"/>
                    <a:pt x="230677" y="73416"/>
                    <a:pt x="231316" y="76608"/>
                  </a:cubicBezTo>
                  <a:cubicBezTo>
                    <a:pt x="233233" y="88737"/>
                    <a:pt x="249847" y="95121"/>
                    <a:pt x="250486" y="95121"/>
                  </a:cubicBezTo>
                  <a:cubicBezTo>
                    <a:pt x="253042" y="95760"/>
                    <a:pt x="254959" y="98313"/>
                    <a:pt x="254959" y="100867"/>
                  </a:cubicBezTo>
                  <a:lnTo>
                    <a:pt x="254959" y="263020"/>
                  </a:lnTo>
                  <a:close/>
                </a:path>
              </a:pathLst>
            </a:custGeom>
            <a:solidFill>
              <a:srgbClr val="046A38"/>
            </a:solidFill>
            <a:ln w="6390" cap="flat">
              <a:noFill/>
              <a:prstDash val="solid"/>
              <a:miter/>
            </a:ln>
          </p:spPr>
          <p:txBody>
            <a:bodyPr rtlCol="0" anchor="ctr"/>
            <a:lstStyle/>
            <a:p>
              <a:endParaRPr lang="en-US"/>
            </a:p>
          </p:txBody>
        </p:sp>
      </p:grpSp>
      <p:grpSp>
        <p:nvGrpSpPr>
          <p:cNvPr id="1121" name="Graphic 4">
            <a:extLst>
              <a:ext uri="{FF2B5EF4-FFF2-40B4-BE49-F238E27FC236}">
                <a16:creationId xmlns:a16="http://schemas.microsoft.com/office/drawing/2014/main" id="{5D889315-A19F-F24A-B124-3EA34B81848E}"/>
              </a:ext>
            </a:extLst>
          </p:cNvPr>
          <p:cNvGrpSpPr/>
          <p:nvPr/>
        </p:nvGrpSpPr>
        <p:grpSpPr>
          <a:xfrm>
            <a:off x="1952764" y="4792617"/>
            <a:ext cx="361670" cy="361333"/>
            <a:chOff x="1952764" y="4792617"/>
            <a:chExt cx="361670" cy="361333"/>
          </a:xfrm>
          <a:solidFill>
            <a:srgbClr val="046A38"/>
          </a:solidFill>
        </p:grpSpPr>
        <p:sp>
          <p:nvSpPr>
            <p:cNvPr id="1122" name="Graphic 4">
              <a:extLst>
                <a:ext uri="{FF2B5EF4-FFF2-40B4-BE49-F238E27FC236}">
                  <a16:creationId xmlns:a16="http://schemas.microsoft.com/office/drawing/2014/main" id="{6D58C493-D15C-A841-969D-98BD46E25048}"/>
                </a:ext>
              </a:extLst>
            </p:cNvPr>
            <p:cNvSpPr/>
            <p:nvPr/>
          </p:nvSpPr>
          <p:spPr>
            <a:xfrm>
              <a:off x="2105484" y="4906253"/>
              <a:ext cx="56870" cy="33196"/>
            </a:xfrm>
            <a:custGeom>
              <a:avLst/>
              <a:gdLst>
                <a:gd name="connsiteX0" fmla="*/ 56870 w 56870"/>
                <a:gd name="connsiteY0" fmla="*/ 32558 h 33196"/>
                <a:gd name="connsiteX1" fmla="*/ 53036 w 56870"/>
                <a:gd name="connsiteY1" fmla="*/ 25536 h 33196"/>
                <a:gd name="connsiteX2" fmla="*/ 40257 w 56870"/>
                <a:gd name="connsiteY2" fmla="*/ 14044 h 33196"/>
                <a:gd name="connsiteX3" fmla="*/ 36423 w 56870"/>
                <a:gd name="connsiteY3" fmla="*/ 8299 h 33196"/>
                <a:gd name="connsiteX4" fmla="*/ 36423 w 56870"/>
                <a:gd name="connsiteY4" fmla="*/ 0 h 33196"/>
                <a:gd name="connsiteX5" fmla="*/ 19170 w 56870"/>
                <a:gd name="connsiteY5" fmla="*/ 0 h 33196"/>
                <a:gd name="connsiteX6" fmla="*/ 19170 w 56870"/>
                <a:gd name="connsiteY6" fmla="*/ 8299 h 33196"/>
                <a:gd name="connsiteX7" fmla="*/ 14058 w 56870"/>
                <a:gd name="connsiteY7" fmla="*/ 14683 h 33196"/>
                <a:gd name="connsiteX8" fmla="*/ 639 w 56870"/>
                <a:gd name="connsiteY8" fmla="*/ 31920 h 33196"/>
                <a:gd name="connsiteX9" fmla="*/ 0 w 56870"/>
                <a:gd name="connsiteY9" fmla="*/ 33196 h 33196"/>
                <a:gd name="connsiteX10" fmla="*/ 56870 w 56870"/>
                <a:gd name="connsiteY10" fmla="*/ 33196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870" h="33196">
                  <a:moveTo>
                    <a:pt x="56870" y="32558"/>
                  </a:moveTo>
                  <a:cubicBezTo>
                    <a:pt x="56231" y="30004"/>
                    <a:pt x="54954" y="27451"/>
                    <a:pt x="53036" y="25536"/>
                  </a:cubicBezTo>
                  <a:cubicBezTo>
                    <a:pt x="49841" y="21705"/>
                    <a:pt x="44091" y="15960"/>
                    <a:pt x="40257" y="14044"/>
                  </a:cubicBezTo>
                  <a:cubicBezTo>
                    <a:pt x="37701" y="12768"/>
                    <a:pt x="36423" y="10852"/>
                    <a:pt x="36423" y="8299"/>
                  </a:cubicBezTo>
                  <a:lnTo>
                    <a:pt x="36423" y="0"/>
                  </a:lnTo>
                  <a:lnTo>
                    <a:pt x="19170" y="0"/>
                  </a:lnTo>
                  <a:lnTo>
                    <a:pt x="19170" y="8299"/>
                  </a:lnTo>
                  <a:cubicBezTo>
                    <a:pt x="19170" y="11491"/>
                    <a:pt x="17253" y="14044"/>
                    <a:pt x="14058" y="14683"/>
                  </a:cubicBezTo>
                  <a:cubicBezTo>
                    <a:pt x="12780" y="15321"/>
                    <a:pt x="4473" y="20428"/>
                    <a:pt x="639" y="31920"/>
                  </a:cubicBezTo>
                  <a:cubicBezTo>
                    <a:pt x="639" y="32558"/>
                    <a:pt x="639" y="32558"/>
                    <a:pt x="0" y="33196"/>
                  </a:cubicBezTo>
                  <a:lnTo>
                    <a:pt x="56870" y="33196"/>
                  </a:lnTo>
                  <a:close/>
                </a:path>
              </a:pathLst>
            </a:custGeom>
            <a:solidFill>
              <a:srgbClr val="046A38"/>
            </a:solidFill>
            <a:ln w="6390" cap="flat">
              <a:noFill/>
              <a:prstDash val="solid"/>
              <a:miter/>
            </a:ln>
          </p:spPr>
          <p:txBody>
            <a:bodyPr rtlCol="0" anchor="ctr"/>
            <a:lstStyle/>
            <a:p>
              <a:endParaRPr lang="en-US"/>
            </a:p>
          </p:txBody>
        </p:sp>
        <p:sp>
          <p:nvSpPr>
            <p:cNvPr id="1123" name="Graphic 4">
              <a:extLst>
                <a:ext uri="{FF2B5EF4-FFF2-40B4-BE49-F238E27FC236}">
                  <a16:creationId xmlns:a16="http://schemas.microsoft.com/office/drawing/2014/main" id="{FD7D410E-632F-E34F-B0BC-D48290837FAE}"/>
                </a:ext>
              </a:extLst>
            </p:cNvPr>
            <p:cNvSpPr/>
            <p:nvPr/>
          </p:nvSpPr>
          <p:spPr>
            <a:xfrm>
              <a:off x="2118264" y="4876886"/>
              <a:ext cx="30671" cy="17236"/>
            </a:xfrm>
            <a:custGeom>
              <a:avLst/>
              <a:gdLst>
                <a:gd name="connsiteX0" fmla="*/ 0 w 30671"/>
                <a:gd name="connsiteY0" fmla="*/ 0 h 17236"/>
                <a:gd name="connsiteX1" fmla="*/ 30672 w 30671"/>
                <a:gd name="connsiteY1" fmla="*/ 0 h 17236"/>
                <a:gd name="connsiteX2" fmla="*/ 30672 w 30671"/>
                <a:gd name="connsiteY2" fmla="*/ 17237 h 17236"/>
                <a:gd name="connsiteX3" fmla="*/ 0 w 30671"/>
                <a:gd name="connsiteY3" fmla="*/ 17237 h 17236"/>
              </a:gdLst>
              <a:ahLst/>
              <a:cxnLst>
                <a:cxn ang="0">
                  <a:pos x="connsiteX0" y="connsiteY0"/>
                </a:cxn>
                <a:cxn ang="0">
                  <a:pos x="connsiteX1" y="connsiteY1"/>
                </a:cxn>
                <a:cxn ang="0">
                  <a:pos x="connsiteX2" y="connsiteY2"/>
                </a:cxn>
                <a:cxn ang="0">
                  <a:pos x="connsiteX3" y="connsiteY3"/>
                </a:cxn>
              </a:cxnLst>
              <a:rect l="l" t="t" r="r" b="b"/>
              <a:pathLst>
                <a:path w="30671" h="17236">
                  <a:moveTo>
                    <a:pt x="0" y="0"/>
                  </a:moveTo>
                  <a:lnTo>
                    <a:pt x="30672" y="0"/>
                  </a:lnTo>
                  <a:lnTo>
                    <a:pt x="30672" y="17237"/>
                  </a:lnTo>
                  <a:lnTo>
                    <a:pt x="0" y="17237"/>
                  </a:lnTo>
                  <a:close/>
                </a:path>
              </a:pathLst>
            </a:custGeom>
            <a:solidFill>
              <a:srgbClr val="046A38"/>
            </a:solidFill>
            <a:ln w="6390" cap="flat">
              <a:noFill/>
              <a:prstDash val="solid"/>
              <a:miter/>
            </a:ln>
          </p:spPr>
          <p:txBody>
            <a:bodyPr rtlCol="0" anchor="ctr"/>
            <a:lstStyle/>
            <a:p>
              <a:endParaRPr lang="en-US"/>
            </a:p>
          </p:txBody>
        </p:sp>
        <p:sp>
          <p:nvSpPr>
            <p:cNvPr id="1124" name="Graphic 4">
              <a:extLst>
                <a:ext uri="{FF2B5EF4-FFF2-40B4-BE49-F238E27FC236}">
                  <a16:creationId xmlns:a16="http://schemas.microsoft.com/office/drawing/2014/main" id="{A716D500-2F9B-1241-8DA5-F8F17D246833}"/>
                </a:ext>
              </a:extLst>
            </p:cNvPr>
            <p:cNvSpPr/>
            <p:nvPr/>
          </p:nvSpPr>
          <p:spPr>
            <a:xfrm>
              <a:off x="2102038" y="4951579"/>
              <a:ext cx="62998" cy="36388"/>
            </a:xfrm>
            <a:custGeom>
              <a:avLst/>
              <a:gdLst>
                <a:gd name="connsiteX0" fmla="*/ 62872 w 62998"/>
                <a:gd name="connsiteY0" fmla="*/ 0 h 36388"/>
                <a:gd name="connsiteX1" fmla="*/ 251 w 62998"/>
                <a:gd name="connsiteY1" fmla="*/ 0 h 36388"/>
                <a:gd name="connsiteX2" fmla="*/ 1529 w 62998"/>
                <a:gd name="connsiteY2" fmla="*/ 15322 h 36388"/>
                <a:gd name="connsiteX3" fmla="*/ 4085 w 62998"/>
                <a:gd name="connsiteY3" fmla="*/ 36389 h 36388"/>
                <a:gd name="connsiteX4" fmla="*/ 60316 w 62998"/>
                <a:gd name="connsiteY4" fmla="*/ 36389 h 36388"/>
                <a:gd name="connsiteX5" fmla="*/ 62872 w 62998"/>
                <a:gd name="connsiteY5" fmla="*/ 0 h 36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998" h="36388">
                  <a:moveTo>
                    <a:pt x="62872" y="0"/>
                  </a:moveTo>
                  <a:lnTo>
                    <a:pt x="251" y="0"/>
                  </a:lnTo>
                  <a:cubicBezTo>
                    <a:pt x="-388" y="4469"/>
                    <a:pt x="251" y="8938"/>
                    <a:pt x="1529" y="15322"/>
                  </a:cubicBezTo>
                  <a:cubicBezTo>
                    <a:pt x="2168" y="20429"/>
                    <a:pt x="3446" y="26813"/>
                    <a:pt x="4085" y="36389"/>
                  </a:cubicBezTo>
                  <a:lnTo>
                    <a:pt x="60316" y="36389"/>
                  </a:lnTo>
                  <a:cubicBezTo>
                    <a:pt x="61594" y="26813"/>
                    <a:pt x="63511" y="12768"/>
                    <a:pt x="62872" y="0"/>
                  </a:cubicBezTo>
                  <a:close/>
                </a:path>
              </a:pathLst>
            </a:custGeom>
            <a:solidFill>
              <a:srgbClr val="046A38"/>
            </a:solidFill>
            <a:ln w="6390" cap="flat">
              <a:noFill/>
              <a:prstDash val="solid"/>
              <a:miter/>
            </a:ln>
          </p:spPr>
          <p:txBody>
            <a:bodyPr rtlCol="0" anchor="ctr"/>
            <a:lstStyle/>
            <a:p>
              <a:endParaRPr lang="en-US"/>
            </a:p>
          </p:txBody>
        </p:sp>
        <p:sp>
          <p:nvSpPr>
            <p:cNvPr id="1125" name="Graphic 4">
              <a:extLst>
                <a:ext uri="{FF2B5EF4-FFF2-40B4-BE49-F238E27FC236}">
                  <a16:creationId xmlns:a16="http://schemas.microsoft.com/office/drawing/2014/main" id="{3D1B6530-D7A5-3E45-8F92-A9A0330E042A}"/>
                </a:ext>
              </a:extLst>
            </p:cNvPr>
            <p:cNvSpPr/>
            <p:nvPr/>
          </p:nvSpPr>
          <p:spPr>
            <a:xfrm>
              <a:off x="2103185" y="5000736"/>
              <a:ext cx="62784" cy="70223"/>
            </a:xfrm>
            <a:custGeom>
              <a:avLst/>
              <a:gdLst>
                <a:gd name="connsiteX0" fmla="*/ 57892 w 62784"/>
                <a:gd name="connsiteY0" fmla="*/ 0 h 70223"/>
                <a:gd name="connsiteX1" fmla="*/ 3577 w 62784"/>
                <a:gd name="connsiteY1" fmla="*/ 0 h 70223"/>
                <a:gd name="connsiteX2" fmla="*/ 382 w 62784"/>
                <a:gd name="connsiteY2" fmla="*/ 58733 h 70223"/>
                <a:gd name="connsiteX3" fmla="*/ 1660 w 62784"/>
                <a:gd name="connsiteY3" fmla="*/ 68947 h 70223"/>
                <a:gd name="connsiteX4" fmla="*/ 5494 w 62784"/>
                <a:gd name="connsiteY4" fmla="*/ 70224 h 70223"/>
                <a:gd name="connsiteX5" fmla="*/ 5494 w 62784"/>
                <a:gd name="connsiteY5" fmla="*/ 70224 h 70223"/>
                <a:gd name="connsiteX6" fmla="*/ 57892 w 62784"/>
                <a:gd name="connsiteY6" fmla="*/ 70224 h 70223"/>
                <a:gd name="connsiteX7" fmla="*/ 61725 w 62784"/>
                <a:gd name="connsiteY7" fmla="*/ 68309 h 70223"/>
                <a:gd name="connsiteX8" fmla="*/ 62364 w 62784"/>
                <a:gd name="connsiteY8" fmla="*/ 61925 h 70223"/>
                <a:gd name="connsiteX9" fmla="*/ 57892 w 62784"/>
                <a:gd name="connsiteY9" fmla="*/ 0 h 7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784" h="70223">
                  <a:moveTo>
                    <a:pt x="57892" y="0"/>
                  </a:moveTo>
                  <a:lnTo>
                    <a:pt x="3577" y="0"/>
                  </a:lnTo>
                  <a:cubicBezTo>
                    <a:pt x="4855" y="36389"/>
                    <a:pt x="382" y="58094"/>
                    <a:pt x="382" y="58733"/>
                  </a:cubicBezTo>
                  <a:cubicBezTo>
                    <a:pt x="-257" y="61925"/>
                    <a:pt x="-257" y="67032"/>
                    <a:pt x="1660" y="68947"/>
                  </a:cubicBezTo>
                  <a:cubicBezTo>
                    <a:pt x="1660" y="69585"/>
                    <a:pt x="2938" y="70224"/>
                    <a:pt x="5494" y="70224"/>
                  </a:cubicBezTo>
                  <a:lnTo>
                    <a:pt x="5494" y="70224"/>
                  </a:lnTo>
                  <a:lnTo>
                    <a:pt x="57892" y="70224"/>
                  </a:lnTo>
                  <a:cubicBezTo>
                    <a:pt x="57892" y="70224"/>
                    <a:pt x="60448" y="69585"/>
                    <a:pt x="61725" y="68309"/>
                  </a:cubicBezTo>
                  <a:cubicBezTo>
                    <a:pt x="63004" y="67032"/>
                    <a:pt x="63004" y="63840"/>
                    <a:pt x="62364" y="61925"/>
                  </a:cubicBezTo>
                  <a:cubicBezTo>
                    <a:pt x="59809" y="49795"/>
                    <a:pt x="57253" y="19152"/>
                    <a:pt x="57892" y="0"/>
                  </a:cubicBezTo>
                  <a:close/>
                </a:path>
              </a:pathLst>
            </a:custGeom>
            <a:solidFill>
              <a:srgbClr val="046A38"/>
            </a:solidFill>
            <a:ln w="6390" cap="flat">
              <a:noFill/>
              <a:prstDash val="solid"/>
              <a:miter/>
            </a:ln>
          </p:spPr>
          <p:txBody>
            <a:bodyPr rtlCol="0" anchor="ctr"/>
            <a:lstStyle/>
            <a:p>
              <a:endParaRPr lang="en-US"/>
            </a:p>
          </p:txBody>
        </p:sp>
        <p:sp>
          <p:nvSpPr>
            <p:cNvPr id="1126" name="Graphic 4">
              <a:extLst>
                <a:ext uri="{FF2B5EF4-FFF2-40B4-BE49-F238E27FC236}">
                  <a16:creationId xmlns:a16="http://schemas.microsoft.com/office/drawing/2014/main" id="{E85DE6FE-EE78-E343-B410-9745B6DBA3BD}"/>
                </a:ext>
              </a:extLst>
            </p:cNvPr>
            <p:cNvSpPr/>
            <p:nvPr/>
          </p:nvSpPr>
          <p:spPr>
            <a:xfrm>
              <a:off x="1952764"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221731 w 361670"/>
                <a:gd name="connsiteY5" fmla="*/ 284087 h 361333"/>
                <a:gd name="connsiteX6" fmla="*/ 208312 w 361670"/>
                <a:gd name="connsiteY6" fmla="*/ 291110 h 361333"/>
                <a:gd name="connsiteX7" fmla="*/ 155275 w 361670"/>
                <a:gd name="connsiteY7" fmla="*/ 291110 h 361333"/>
                <a:gd name="connsiteX8" fmla="*/ 155275 w 361670"/>
                <a:gd name="connsiteY8" fmla="*/ 291110 h 361333"/>
                <a:gd name="connsiteX9" fmla="*/ 141856 w 361670"/>
                <a:gd name="connsiteY9" fmla="*/ 285364 h 361333"/>
                <a:gd name="connsiteX10" fmla="*/ 138023 w 361670"/>
                <a:gd name="connsiteY10" fmla="*/ 264297 h 361333"/>
                <a:gd name="connsiteX11" fmla="*/ 141218 w 361670"/>
                <a:gd name="connsiteY11" fmla="*/ 206841 h 361333"/>
                <a:gd name="connsiteX12" fmla="*/ 138023 w 361670"/>
                <a:gd name="connsiteY12" fmla="*/ 176198 h 361333"/>
                <a:gd name="connsiteX13" fmla="*/ 141218 w 361670"/>
                <a:gd name="connsiteY13" fmla="*/ 141086 h 361333"/>
                <a:gd name="connsiteX14" fmla="*/ 159109 w 361670"/>
                <a:gd name="connsiteY14" fmla="*/ 118104 h 361333"/>
                <a:gd name="connsiteX15" fmla="*/ 159109 w 361670"/>
                <a:gd name="connsiteY15" fmla="*/ 113635 h 361333"/>
                <a:gd name="connsiteX16" fmla="*/ 152719 w 361670"/>
                <a:gd name="connsiteY16" fmla="*/ 107251 h 361333"/>
                <a:gd name="connsiteX17" fmla="*/ 152719 w 361670"/>
                <a:gd name="connsiteY17" fmla="*/ 77246 h 361333"/>
                <a:gd name="connsiteX18" fmla="*/ 159109 w 361670"/>
                <a:gd name="connsiteY18" fmla="*/ 70862 h 361333"/>
                <a:gd name="connsiteX19" fmla="*/ 202561 w 361670"/>
                <a:gd name="connsiteY19" fmla="*/ 70862 h 361333"/>
                <a:gd name="connsiteX20" fmla="*/ 208951 w 361670"/>
                <a:gd name="connsiteY20" fmla="*/ 77246 h 361333"/>
                <a:gd name="connsiteX21" fmla="*/ 208951 w 361670"/>
                <a:gd name="connsiteY21" fmla="*/ 107251 h 361333"/>
                <a:gd name="connsiteX22" fmla="*/ 202561 w 361670"/>
                <a:gd name="connsiteY22" fmla="*/ 113635 h 361333"/>
                <a:gd name="connsiteX23" fmla="*/ 201922 w 361670"/>
                <a:gd name="connsiteY23" fmla="*/ 113635 h 361333"/>
                <a:gd name="connsiteX24" fmla="*/ 201922 w 361670"/>
                <a:gd name="connsiteY24" fmla="*/ 118104 h 361333"/>
                <a:gd name="connsiteX25" fmla="*/ 215980 w 361670"/>
                <a:gd name="connsiteY25" fmla="*/ 131510 h 361333"/>
                <a:gd name="connsiteX26" fmla="*/ 221731 w 361670"/>
                <a:gd name="connsiteY26" fmla="*/ 198542 h 361333"/>
                <a:gd name="connsiteX27" fmla="*/ 221731 w 361670"/>
                <a:gd name="connsiteY27" fmla="*/ 200457 h 361333"/>
                <a:gd name="connsiteX28" fmla="*/ 224926 w 361670"/>
                <a:gd name="connsiteY28" fmla="*/ 267489 h 361333"/>
                <a:gd name="connsiteX29" fmla="*/ 221731 w 361670"/>
                <a:gd name="connsiteY29" fmla="*/ 28408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1670" h="361333">
                  <a:moveTo>
                    <a:pt x="180835" y="0"/>
                  </a:moveTo>
                  <a:cubicBezTo>
                    <a:pt x="80513" y="0"/>
                    <a:pt x="0" y="81077"/>
                    <a:pt x="0" y="180667"/>
                  </a:cubicBezTo>
                  <a:cubicBezTo>
                    <a:pt x="0" y="280257"/>
                    <a:pt x="81152" y="361334"/>
                    <a:pt x="180835" y="361334"/>
                  </a:cubicBezTo>
                  <a:cubicBezTo>
                    <a:pt x="280518" y="361334"/>
                    <a:pt x="361670" y="280257"/>
                    <a:pt x="361670" y="180667"/>
                  </a:cubicBezTo>
                  <a:cubicBezTo>
                    <a:pt x="361670" y="81077"/>
                    <a:pt x="281157" y="0"/>
                    <a:pt x="180835" y="0"/>
                  </a:cubicBezTo>
                  <a:close/>
                  <a:moveTo>
                    <a:pt x="221731" y="284087"/>
                  </a:moveTo>
                  <a:cubicBezTo>
                    <a:pt x="216619" y="290471"/>
                    <a:pt x="208951" y="291110"/>
                    <a:pt x="208312" y="291110"/>
                  </a:cubicBezTo>
                  <a:lnTo>
                    <a:pt x="155275" y="291110"/>
                  </a:lnTo>
                  <a:cubicBezTo>
                    <a:pt x="155275" y="291110"/>
                    <a:pt x="155275" y="291110"/>
                    <a:pt x="155275" y="291110"/>
                  </a:cubicBezTo>
                  <a:cubicBezTo>
                    <a:pt x="148246" y="291110"/>
                    <a:pt x="143774" y="287918"/>
                    <a:pt x="141856" y="285364"/>
                  </a:cubicBezTo>
                  <a:cubicBezTo>
                    <a:pt x="135467" y="277703"/>
                    <a:pt x="138023" y="265574"/>
                    <a:pt x="138023" y="264297"/>
                  </a:cubicBezTo>
                  <a:cubicBezTo>
                    <a:pt x="138023" y="264297"/>
                    <a:pt x="142496" y="242591"/>
                    <a:pt x="141218" y="206841"/>
                  </a:cubicBezTo>
                  <a:cubicBezTo>
                    <a:pt x="140579" y="192158"/>
                    <a:pt x="139301" y="183220"/>
                    <a:pt x="138023" y="176198"/>
                  </a:cubicBezTo>
                  <a:cubicBezTo>
                    <a:pt x="136106" y="163430"/>
                    <a:pt x="135467" y="157046"/>
                    <a:pt x="141218" y="141086"/>
                  </a:cubicBezTo>
                  <a:cubicBezTo>
                    <a:pt x="145690" y="129595"/>
                    <a:pt x="152719" y="121934"/>
                    <a:pt x="159109" y="118104"/>
                  </a:cubicBezTo>
                  <a:lnTo>
                    <a:pt x="159109" y="113635"/>
                  </a:lnTo>
                  <a:cubicBezTo>
                    <a:pt x="155914" y="113635"/>
                    <a:pt x="152719" y="110443"/>
                    <a:pt x="152719" y="107251"/>
                  </a:cubicBezTo>
                  <a:lnTo>
                    <a:pt x="152719" y="77246"/>
                  </a:lnTo>
                  <a:cubicBezTo>
                    <a:pt x="152719" y="73416"/>
                    <a:pt x="155275" y="70862"/>
                    <a:pt x="159109" y="70862"/>
                  </a:cubicBezTo>
                  <a:lnTo>
                    <a:pt x="202561" y="70862"/>
                  </a:lnTo>
                  <a:cubicBezTo>
                    <a:pt x="206395" y="70862"/>
                    <a:pt x="208951" y="73416"/>
                    <a:pt x="208951" y="77246"/>
                  </a:cubicBezTo>
                  <a:lnTo>
                    <a:pt x="208951" y="107251"/>
                  </a:lnTo>
                  <a:cubicBezTo>
                    <a:pt x="208951" y="111081"/>
                    <a:pt x="206395" y="113635"/>
                    <a:pt x="202561" y="113635"/>
                  </a:cubicBezTo>
                  <a:lnTo>
                    <a:pt x="201922" y="113635"/>
                  </a:lnTo>
                  <a:lnTo>
                    <a:pt x="201922" y="118104"/>
                  </a:lnTo>
                  <a:cubicBezTo>
                    <a:pt x="208951" y="122573"/>
                    <a:pt x="214702" y="130233"/>
                    <a:pt x="215980" y="131510"/>
                  </a:cubicBezTo>
                  <a:cubicBezTo>
                    <a:pt x="229399" y="147470"/>
                    <a:pt x="224287" y="180667"/>
                    <a:pt x="221731" y="198542"/>
                  </a:cubicBezTo>
                  <a:lnTo>
                    <a:pt x="221731" y="200457"/>
                  </a:lnTo>
                  <a:cubicBezTo>
                    <a:pt x="219814" y="215140"/>
                    <a:pt x="222370" y="252806"/>
                    <a:pt x="224926" y="267489"/>
                  </a:cubicBezTo>
                  <a:cubicBezTo>
                    <a:pt x="226204" y="276427"/>
                    <a:pt x="223648" y="281534"/>
                    <a:pt x="221731" y="284087"/>
                  </a:cubicBezTo>
                  <a:close/>
                </a:path>
              </a:pathLst>
            </a:custGeom>
            <a:solidFill>
              <a:srgbClr val="046A38"/>
            </a:solidFill>
            <a:ln w="6390" cap="flat">
              <a:noFill/>
              <a:prstDash val="solid"/>
              <a:miter/>
            </a:ln>
          </p:spPr>
          <p:txBody>
            <a:bodyPr rtlCol="0" anchor="ctr"/>
            <a:lstStyle/>
            <a:p>
              <a:endParaRPr lang="en-US"/>
            </a:p>
          </p:txBody>
        </p:sp>
      </p:grpSp>
      <p:grpSp>
        <p:nvGrpSpPr>
          <p:cNvPr id="1127" name="Graphic 4">
            <a:extLst>
              <a:ext uri="{FF2B5EF4-FFF2-40B4-BE49-F238E27FC236}">
                <a16:creationId xmlns:a16="http://schemas.microsoft.com/office/drawing/2014/main" id="{1CEC1236-0CE9-4A47-8445-3098165832CD}"/>
              </a:ext>
            </a:extLst>
          </p:cNvPr>
          <p:cNvGrpSpPr/>
          <p:nvPr/>
        </p:nvGrpSpPr>
        <p:grpSpPr>
          <a:xfrm>
            <a:off x="7192513" y="4792617"/>
            <a:ext cx="361670" cy="361333"/>
            <a:chOff x="7192513" y="4792617"/>
            <a:chExt cx="361670" cy="361333"/>
          </a:xfrm>
          <a:solidFill>
            <a:srgbClr val="009A44"/>
          </a:solidFill>
        </p:grpSpPr>
        <p:sp>
          <p:nvSpPr>
            <p:cNvPr id="1128" name="Graphic 4">
              <a:extLst>
                <a:ext uri="{FF2B5EF4-FFF2-40B4-BE49-F238E27FC236}">
                  <a16:creationId xmlns:a16="http://schemas.microsoft.com/office/drawing/2014/main" id="{C684C9AC-BD77-D44C-A0C1-C68E12424BD3}"/>
                </a:ext>
              </a:extLst>
            </p:cNvPr>
            <p:cNvSpPr/>
            <p:nvPr/>
          </p:nvSpPr>
          <p:spPr>
            <a:xfrm>
              <a:off x="7275582" y="4966900"/>
              <a:ext cx="194893" cy="83630"/>
            </a:xfrm>
            <a:custGeom>
              <a:avLst/>
              <a:gdLst>
                <a:gd name="connsiteX0" fmla="*/ 56232 w 194893"/>
                <a:gd name="connsiteY0" fmla="*/ 74692 h 83630"/>
                <a:gd name="connsiteX1" fmla="*/ 60066 w 194893"/>
                <a:gd name="connsiteY1" fmla="*/ 80438 h 83630"/>
                <a:gd name="connsiteX2" fmla="*/ 60066 w 194893"/>
                <a:gd name="connsiteY2" fmla="*/ 83630 h 83630"/>
                <a:gd name="connsiteX3" fmla="*/ 136745 w 194893"/>
                <a:gd name="connsiteY3" fmla="*/ 83630 h 83630"/>
                <a:gd name="connsiteX4" fmla="*/ 136745 w 194893"/>
                <a:gd name="connsiteY4" fmla="*/ 79800 h 83630"/>
                <a:gd name="connsiteX5" fmla="*/ 140579 w 194893"/>
                <a:gd name="connsiteY5" fmla="*/ 74054 h 83630"/>
                <a:gd name="connsiteX6" fmla="*/ 194893 w 194893"/>
                <a:gd name="connsiteY6" fmla="*/ 0 h 83630"/>
                <a:gd name="connsiteX7" fmla="*/ 0 w 194893"/>
                <a:gd name="connsiteY7" fmla="*/ 0 h 83630"/>
                <a:gd name="connsiteX8" fmla="*/ 56232 w 194893"/>
                <a:gd name="connsiteY8" fmla="*/ 74692 h 83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893" h="83630">
                  <a:moveTo>
                    <a:pt x="56232" y="74692"/>
                  </a:moveTo>
                  <a:cubicBezTo>
                    <a:pt x="58788" y="75969"/>
                    <a:pt x="60066" y="77884"/>
                    <a:pt x="60066" y="80438"/>
                  </a:cubicBezTo>
                  <a:lnTo>
                    <a:pt x="60066" y="83630"/>
                  </a:lnTo>
                  <a:lnTo>
                    <a:pt x="136745" y="83630"/>
                  </a:lnTo>
                  <a:lnTo>
                    <a:pt x="136745" y="79800"/>
                  </a:lnTo>
                  <a:cubicBezTo>
                    <a:pt x="136745" y="77246"/>
                    <a:pt x="138022" y="74692"/>
                    <a:pt x="140579" y="74054"/>
                  </a:cubicBezTo>
                  <a:cubicBezTo>
                    <a:pt x="187225" y="54264"/>
                    <a:pt x="194254" y="14683"/>
                    <a:pt x="194893" y="0"/>
                  </a:cubicBezTo>
                  <a:lnTo>
                    <a:pt x="0" y="0"/>
                  </a:lnTo>
                  <a:cubicBezTo>
                    <a:pt x="4473" y="53625"/>
                    <a:pt x="54314" y="74054"/>
                    <a:pt x="56232" y="74692"/>
                  </a:cubicBezTo>
                  <a:close/>
                </a:path>
              </a:pathLst>
            </a:custGeom>
            <a:solidFill>
              <a:srgbClr val="009A44"/>
            </a:solidFill>
            <a:ln w="6390" cap="flat">
              <a:noFill/>
              <a:prstDash val="solid"/>
              <a:miter/>
            </a:ln>
          </p:spPr>
          <p:txBody>
            <a:bodyPr rtlCol="0" anchor="ctr"/>
            <a:lstStyle/>
            <a:p>
              <a:endParaRPr lang="en-US"/>
            </a:p>
          </p:txBody>
        </p:sp>
        <p:sp>
          <p:nvSpPr>
            <p:cNvPr id="1129" name="Graphic 4">
              <a:extLst>
                <a:ext uri="{FF2B5EF4-FFF2-40B4-BE49-F238E27FC236}">
                  <a16:creationId xmlns:a16="http://schemas.microsoft.com/office/drawing/2014/main" id="{414F9CB5-136C-914F-A7FD-7199EEA1324B}"/>
                </a:ext>
              </a:extLst>
            </p:cNvPr>
            <p:cNvSpPr/>
            <p:nvPr/>
          </p:nvSpPr>
          <p:spPr>
            <a:xfrm>
              <a:off x="7395713" y="4897137"/>
              <a:ext cx="50901" cy="56357"/>
            </a:xfrm>
            <a:custGeom>
              <a:avLst/>
              <a:gdLst>
                <a:gd name="connsiteX0" fmla="*/ 48563 w 50901"/>
                <a:gd name="connsiteY0" fmla="*/ 16138 h 56357"/>
                <a:gd name="connsiteX1" fmla="*/ 50481 w 50901"/>
                <a:gd name="connsiteY1" fmla="*/ 4647 h 56357"/>
                <a:gd name="connsiteX2" fmla="*/ 46646 w 50901"/>
                <a:gd name="connsiteY2" fmla="*/ 817 h 56357"/>
                <a:gd name="connsiteX3" fmla="*/ 31950 w 50901"/>
                <a:gd name="connsiteY3" fmla="*/ 8477 h 56357"/>
                <a:gd name="connsiteX4" fmla="*/ 0 w 50901"/>
                <a:gd name="connsiteY4" fmla="*/ 56357 h 56357"/>
                <a:gd name="connsiteX5" fmla="*/ 29394 w 50901"/>
                <a:gd name="connsiteY5" fmla="*/ 56357 h 56357"/>
                <a:gd name="connsiteX6" fmla="*/ 48563 w 50901"/>
                <a:gd name="connsiteY6" fmla="*/ 16138 h 5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901" h="56357">
                  <a:moveTo>
                    <a:pt x="48563" y="16138"/>
                  </a:moveTo>
                  <a:cubicBezTo>
                    <a:pt x="49841" y="14223"/>
                    <a:pt x="51758" y="8477"/>
                    <a:pt x="50481" y="4647"/>
                  </a:cubicBezTo>
                  <a:cubicBezTo>
                    <a:pt x="49841" y="3370"/>
                    <a:pt x="49202" y="2093"/>
                    <a:pt x="46646" y="817"/>
                  </a:cubicBezTo>
                  <a:cubicBezTo>
                    <a:pt x="38340" y="-3014"/>
                    <a:pt x="32589" y="7839"/>
                    <a:pt x="31950" y="8477"/>
                  </a:cubicBezTo>
                  <a:lnTo>
                    <a:pt x="0" y="56357"/>
                  </a:lnTo>
                  <a:lnTo>
                    <a:pt x="29394" y="56357"/>
                  </a:lnTo>
                  <a:lnTo>
                    <a:pt x="48563" y="16138"/>
                  </a:lnTo>
                  <a:close/>
                </a:path>
              </a:pathLst>
            </a:custGeom>
            <a:solidFill>
              <a:srgbClr val="009A44"/>
            </a:solidFill>
            <a:ln w="6390" cap="flat">
              <a:noFill/>
              <a:prstDash val="solid"/>
              <a:miter/>
            </a:ln>
          </p:spPr>
          <p:txBody>
            <a:bodyPr rtlCol="0" anchor="ctr"/>
            <a:lstStyle/>
            <a:p>
              <a:endParaRPr lang="en-US"/>
            </a:p>
          </p:txBody>
        </p:sp>
        <p:sp>
          <p:nvSpPr>
            <p:cNvPr id="1130" name="Graphic 4">
              <a:extLst>
                <a:ext uri="{FF2B5EF4-FFF2-40B4-BE49-F238E27FC236}">
                  <a16:creationId xmlns:a16="http://schemas.microsoft.com/office/drawing/2014/main" id="{7B4E2BEB-70C3-6F47-8433-71B6BDF10C9A}"/>
                </a:ext>
              </a:extLst>
            </p:cNvPr>
            <p:cNvSpPr/>
            <p:nvPr/>
          </p:nvSpPr>
          <p:spPr>
            <a:xfrm>
              <a:off x="7192513" y="4792617"/>
              <a:ext cx="361670" cy="361333"/>
            </a:xfrm>
            <a:custGeom>
              <a:avLst/>
              <a:gdLst>
                <a:gd name="connsiteX0" fmla="*/ 180836 w 361670"/>
                <a:gd name="connsiteY0" fmla="*/ 0 h 361333"/>
                <a:gd name="connsiteX1" fmla="*/ 0 w 361670"/>
                <a:gd name="connsiteY1" fmla="*/ 180667 h 361333"/>
                <a:gd name="connsiteX2" fmla="*/ 180836 w 361670"/>
                <a:gd name="connsiteY2" fmla="*/ 361334 h 361333"/>
                <a:gd name="connsiteX3" fmla="*/ 361670 w 361670"/>
                <a:gd name="connsiteY3" fmla="*/ 180667 h 361333"/>
                <a:gd name="connsiteX4" fmla="*/ 180836 w 361670"/>
                <a:gd name="connsiteY4" fmla="*/ 0 h 361333"/>
                <a:gd name="connsiteX5" fmla="*/ 284991 w 361670"/>
                <a:gd name="connsiteY5" fmla="*/ 203011 h 361333"/>
                <a:gd name="connsiteX6" fmla="*/ 232594 w 361670"/>
                <a:gd name="connsiteY6" fmla="*/ 257913 h 361333"/>
                <a:gd name="connsiteX7" fmla="*/ 232594 w 361670"/>
                <a:gd name="connsiteY7" fmla="*/ 264297 h 361333"/>
                <a:gd name="connsiteX8" fmla="*/ 226204 w 361670"/>
                <a:gd name="connsiteY8" fmla="*/ 270681 h 361333"/>
                <a:gd name="connsiteX9" fmla="*/ 136745 w 361670"/>
                <a:gd name="connsiteY9" fmla="*/ 270681 h 361333"/>
                <a:gd name="connsiteX10" fmla="*/ 130355 w 361670"/>
                <a:gd name="connsiteY10" fmla="*/ 264297 h 361333"/>
                <a:gd name="connsiteX11" fmla="*/ 130355 w 361670"/>
                <a:gd name="connsiteY11" fmla="*/ 259190 h 361333"/>
                <a:gd name="connsiteX12" fmla="*/ 70289 w 361670"/>
                <a:gd name="connsiteY12" fmla="*/ 167899 h 361333"/>
                <a:gd name="connsiteX13" fmla="*/ 76679 w 361670"/>
                <a:gd name="connsiteY13" fmla="*/ 161515 h 361333"/>
                <a:gd name="connsiteX14" fmla="*/ 187864 w 361670"/>
                <a:gd name="connsiteY14" fmla="*/ 161515 h 361333"/>
                <a:gd name="connsiteX15" fmla="*/ 224287 w 361670"/>
                <a:gd name="connsiteY15" fmla="*/ 106613 h 361333"/>
                <a:gd name="connsiteX16" fmla="*/ 255597 w 361670"/>
                <a:gd name="connsiteY16" fmla="*/ 93845 h 361333"/>
                <a:gd name="connsiteX17" fmla="*/ 265821 w 361670"/>
                <a:gd name="connsiteY17" fmla="*/ 105336 h 361333"/>
                <a:gd name="connsiteX18" fmla="*/ 262626 w 361670"/>
                <a:gd name="connsiteY18" fmla="*/ 127041 h 361333"/>
                <a:gd name="connsiteX19" fmla="*/ 246013 w 361670"/>
                <a:gd name="connsiteY19" fmla="*/ 161515 h 361333"/>
                <a:gd name="connsiteX20" fmla="*/ 283713 w 361670"/>
                <a:gd name="connsiteY20" fmla="*/ 161515 h 361333"/>
                <a:gd name="connsiteX21" fmla="*/ 290103 w 361670"/>
                <a:gd name="connsiteY21" fmla="*/ 167260 h 361333"/>
                <a:gd name="connsiteX22" fmla="*/ 284991 w 361670"/>
                <a:gd name="connsiteY22" fmla="*/ 20301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1670" h="361333">
                  <a:moveTo>
                    <a:pt x="180836" y="0"/>
                  </a:moveTo>
                  <a:cubicBezTo>
                    <a:pt x="80513" y="0"/>
                    <a:pt x="0" y="81077"/>
                    <a:pt x="0" y="180667"/>
                  </a:cubicBezTo>
                  <a:cubicBezTo>
                    <a:pt x="0" y="280257"/>
                    <a:pt x="81153" y="361334"/>
                    <a:pt x="180836" y="361334"/>
                  </a:cubicBezTo>
                  <a:cubicBezTo>
                    <a:pt x="280518" y="361334"/>
                    <a:pt x="361670" y="280257"/>
                    <a:pt x="361670" y="180667"/>
                  </a:cubicBezTo>
                  <a:cubicBezTo>
                    <a:pt x="361670" y="81077"/>
                    <a:pt x="281157" y="0"/>
                    <a:pt x="180836" y="0"/>
                  </a:cubicBezTo>
                  <a:close/>
                  <a:moveTo>
                    <a:pt x="284991" y="203011"/>
                  </a:moveTo>
                  <a:cubicBezTo>
                    <a:pt x="278601" y="220247"/>
                    <a:pt x="264544" y="243230"/>
                    <a:pt x="232594" y="257913"/>
                  </a:cubicBezTo>
                  <a:lnTo>
                    <a:pt x="232594" y="264297"/>
                  </a:lnTo>
                  <a:cubicBezTo>
                    <a:pt x="232594" y="268127"/>
                    <a:pt x="230038" y="270681"/>
                    <a:pt x="226204" y="270681"/>
                  </a:cubicBezTo>
                  <a:lnTo>
                    <a:pt x="136745" y="270681"/>
                  </a:lnTo>
                  <a:cubicBezTo>
                    <a:pt x="132911" y="270681"/>
                    <a:pt x="130355" y="268127"/>
                    <a:pt x="130355" y="264297"/>
                  </a:cubicBezTo>
                  <a:lnTo>
                    <a:pt x="130355" y="259190"/>
                  </a:lnTo>
                  <a:cubicBezTo>
                    <a:pt x="116297" y="252167"/>
                    <a:pt x="70289" y="224716"/>
                    <a:pt x="70289" y="167899"/>
                  </a:cubicBezTo>
                  <a:cubicBezTo>
                    <a:pt x="70289" y="164068"/>
                    <a:pt x="72845" y="161515"/>
                    <a:pt x="76679" y="161515"/>
                  </a:cubicBezTo>
                  <a:lnTo>
                    <a:pt x="187864" y="161515"/>
                  </a:lnTo>
                  <a:lnTo>
                    <a:pt x="224287" y="106613"/>
                  </a:lnTo>
                  <a:cubicBezTo>
                    <a:pt x="228121" y="99590"/>
                    <a:pt x="240261" y="86184"/>
                    <a:pt x="255597" y="93845"/>
                  </a:cubicBezTo>
                  <a:cubicBezTo>
                    <a:pt x="260710" y="96398"/>
                    <a:pt x="264544" y="100229"/>
                    <a:pt x="265821" y="105336"/>
                  </a:cubicBezTo>
                  <a:cubicBezTo>
                    <a:pt x="269016" y="114912"/>
                    <a:pt x="263266" y="125765"/>
                    <a:pt x="262626" y="127041"/>
                  </a:cubicBezTo>
                  <a:lnTo>
                    <a:pt x="246013" y="161515"/>
                  </a:lnTo>
                  <a:lnTo>
                    <a:pt x="283713" y="161515"/>
                  </a:lnTo>
                  <a:cubicBezTo>
                    <a:pt x="286908" y="161515"/>
                    <a:pt x="290103" y="164068"/>
                    <a:pt x="290103" y="167260"/>
                  </a:cubicBezTo>
                  <a:cubicBezTo>
                    <a:pt x="291381" y="167899"/>
                    <a:pt x="292659" y="183859"/>
                    <a:pt x="284991" y="203011"/>
                  </a:cubicBezTo>
                  <a:close/>
                </a:path>
              </a:pathLst>
            </a:custGeom>
            <a:solidFill>
              <a:srgbClr val="009A44"/>
            </a:solidFill>
            <a:ln w="6390" cap="flat">
              <a:noFill/>
              <a:prstDash val="solid"/>
              <a:miter/>
            </a:ln>
          </p:spPr>
          <p:txBody>
            <a:bodyPr rtlCol="0" anchor="ctr"/>
            <a:lstStyle/>
            <a:p>
              <a:endParaRPr lang="en-US"/>
            </a:p>
          </p:txBody>
        </p:sp>
      </p:grpSp>
      <p:grpSp>
        <p:nvGrpSpPr>
          <p:cNvPr id="1131" name="Graphic 4">
            <a:extLst>
              <a:ext uri="{FF2B5EF4-FFF2-40B4-BE49-F238E27FC236}">
                <a16:creationId xmlns:a16="http://schemas.microsoft.com/office/drawing/2014/main" id="{BE025931-13E3-1641-BB5F-75922E12E79A}"/>
              </a:ext>
            </a:extLst>
          </p:cNvPr>
          <p:cNvGrpSpPr/>
          <p:nvPr/>
        </p:nvGrpSpPr>
        <p:grpSpPr>
          <a:xfrm>
            <a:off x="905454" y="4308712"/>
            <a:ext cx="361670" cy="361971"/>
            <a:chOff x="905454" y="4308712"/>
            <a:chExt cx="361670" cy="361971"/>
          </a:xfrm>
          <a:solidFill>
            <a:srgbClr val="046A38"/>
          </a:solidFill>
        </p:grpSpPr>
        <p:sp>
          <p:nvSpPr>
            <p:cNvPr id="1132" name="Graphic 4">
              <a:extLst>
                <a:ext uri="{FF2B5EF4-FFF2-40B4-BE49-F238E27FC236}">
                  <a16:creationId xmlns:a16="http://schemas.microsoft.com/office/drawing/2014/main" id="{6B4F1955-C0D5-D94B-AEF1-519C1804421D}"/>
                </a:ext>
              </a:extLst>
            </p:cNvPr>
            <p:cNvSpPr/>
            <p:nvPr/>
          </p:nvSpPr>
          <p:spPr>
            <a:xfrm>
              <a:off x="1035169" y="4472142"/>
              <a:ext cx="86903" cy="124487"/>
            </a:xfrm>
            <a:custGeom>
              <a:avLst/>
              <a:gdLst>
                <a:gd name="connsiteX0" fmla="*/ 33228 w 86903"/>
                <a:gd name="connsiteY0" fmla="*/ 96398 h 124487"/>
                <a:gd name="connsiteX1" fmla="*/ 26838 w 86903"/>
                <a:gd name="connsiteY1" fmla="*/ 101505 h 124487"/>
                <a:gd name="connsiteX2" fmla="*/ 25560 w 86903"/>
                <a:gd name="connsiteY2" fmla="*/ 101505 h 124487"/>
                <a:gd name="connsiteX3" fmla="*/ 20448 w 86903"/>
                <a:gd name="connsiteY3" fmla="*/ 93844 h 124487"/>
                <a:gd name="connsiteX4" fmla="*/ 37062 w 86903"/>
                <a:gd name="connsiteY4" fmla="*/ 0 h 124487"/>
                <a:gd name="connsiteX5" fmla="*/ 0 w 86903"/>
                <a:gd name="connsiteY5" fmla="*/ 0 h 124487"/>
                <a:gd name="connsiteX6" fmla="*/ 12141 w 86903"/>
                <a:gd name="connsiteY6" fmla="*/ 124488 h 124487"/>
                <a:gd name="connsiteX7" fmla="*/ 73484 w 86903"/>
                <a:gd name="connsiteY7" fmla="*/ 124488 h 124487"/>
                <a:gd name="connsiteX8" fmla="*/ 86903 w 86903"/>
                <a:gd name="connsiteY8" fmla="*/ 0 h 124487"/>
                <a:gd name="connsiteX9" fmla="*/ 49202 w 86903"/>
                <a:gd name="connsiteY9" fmla="*/ 0 h 124487"/>
                <a:gd name="connsiteX10" fmla="*/ 33228 w 86903"/>
                <a:gd name="connsiteY10" fmla="*/ 96398 h 12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903" h="124487">
                  <a:moveTo>
                    <a:pt x="33228" y="96398"/>
                  </a:moveTo>
                  <a:cubicBezTo>
                    <a:pt x="32589" y="99590"/>
                    <a:pt x="30033" y="101505"/>
                    <a:pt x="26838" y="101505"/>
                  </a:cubicBezTo>
                  <a:cubicBezTo>
                    <a:pt x="26199" y="101505"/>
                    <a:pt x="26199" y="101505"/>
                    <a:pt x="25560" y="101505"/>
                  </a:cubicBezTo>
                  <a:cubicBezTo>
                    <a:pt x="22365" y="100867"/>
                    <a:pt x="19809" y="97675"/>
                    <a:pt x="20448" y="93844"/>
                  </a:cubicBezTo>
                  <a:lnTo>
                    <a:pt x="37062" y="0"/>
                  </a:lnTo>
                  <a:lnTo>
                    <a:pt x="0" y="0"/>
                  </a:lnTo>
                  <a:lnTo>
                    <a:pt x="12141" y="124488"/>
                  </a:lnTo>
                  <a:lnTo>
                    <a:pt x="73484" y="124488"/>
                  </a:lnTo>
                  <a:lnTo>
                    <a:pt x="86903" y="0"/>
                  </a:lnTo>
                  <a:lnTo>
                    <a:pt x="49202" y="0"/>
                  </a:lnTo>
                  <a:lnTo>
                    <a:pt x="33228" y="96398"/>
                  </a:lnTo>
                  <a:close/>
                </a:path>
              </a:pathLst>
            </a:custGeom>
            <a:solidFill>
              <a:srgbClr val="046A38"/>
            </a:solidFill>
            <a:ln w="6390" cap="flat">
              <a:noFill/>
              <a:prstDash val="solid"/>
              <a:miter/>
            </a:ln>
          </p:spPr>
          <p:txBody>
            <a:bodyPr rtlCol="0" anchor="ctr"/>
            <a:lstStyle/>
            <a:p>
              <a:endParaRPr lang="en-US"/>
            </a:p>
          </p:txBody>
        </p:sp>
        <p:sp>
          <p:nvSpPr>
            <p:cNvPr id="1133" name="Graphic 4">
              <a:extLst>
                <a:ext uri="{FF2B5EF4-FFF2-40B4-BE49-F238E27FC236}">
                  <a16:creationId xmlns:a16="http://schemas.microsoft.com/office/drawing/2014/main" id="{A5AC44BA-9E34-9F49-823A-660BA99B115D}"/>
                </a:ext>
              </a:extLst>
            </p:cNvPr>
            <p:cNvSpPr/>
            <p:nvPr/>
          </p:nvSpPr>
          <p:spPr>
            <a:xfrm>
              <a:off x="1088206" y="4423623"/>
              <a:ext cx="36422" cy="35750"/>
            </a:xfrm>
            <a:custGeom>
              <a:avLst/>
              <a:gdLst>
                <a:gd name="connsiteX0" fmla="*/ 36423 w 36422"/>
                <a:gd name="connsiteY0" fmla="*/ 35751 h 35750"/>
                <a:gd name="connsiteX1" fmla="*/ 6390 w 36422"/>
                <a:gd name="connsiteY1" fmla="*/ 0 h 35750"/>
                <a:gd name="connsiteX2" fmla="*/ 0 w 36422"/>
                <a:gd name="connsiteY2" fmla="*/ 35751 h 35750"/>
                <a:gd name="connsiteX3" fmla="*/ 36423 w 36422"/>
                <a:gd name="connsiteY3" fmla="*/ 35751 h 35750"/>
              </a:gdLst>
              <a:ahLst/>
              <a:cxnLst>
                <a:cxn ang="0">
                  <a:pos x="connsiteX0" y="connsiteY0"/>
                </a:cxn>
                <a:cxn ang="0">
                  <a:pos x="connsiteX1" y="connsiteY1"/>
                </a:cxn>
                <a:cxn ang="0">
                  <a:pos x="connsiteX2" y="connsiteY2"/>
                </a:cxn>
                <a:cxn ang="0">
                  <a:pos x="connsiteX3" y="connsiteY3"/>
                </a:cxn>
              </a:cxnLst>
              <a:rect l="l" t="t" r="r" b="b"/>
              <a:pathLst>
                <a:path w="36422" h="35750">
                  <a:moveTo>
                    <a:pt x="36423" y="35751"/>
                  </a:moveTo>
                  <a:cubicBezTo>
                    <a:pt x="34506" y="19152"/>
                    <a:pt x="22365" y="5107"/>
                    <a:pt x="6390" y="0"/>
                  </a:cubicBezTo>
                  <a:lnTo>
                    <a:pt x="0" y="35751"/>
                  </a:lnTo>
                  <a:lnTo>
                    <a:pt x="36423" y="35751"/>
                  </a:lnTo>
                  <a:close/>
                </a:path>
              </a:pathLst>
            </a:custGeom>
            <a:solidFill>
              <a:srgbClr val="046A38"/>
            </a:solidFill>
            <a:ln w="6390" cap="flat">
              <a:noFill/>
              <a:prstDash val="solid"/>
              <a:miter/>
            </a:ln>
          </p:spPr>
          <p:txBody>
            <a:bodyPr rtlCol="0" anchor="ctr"/>
            <a:lstStyle/>
            <a:p>
              <a:endParaRPr lang="en-US"/>
            </a:p>
          </p:txBody>
        </p:sp>
        <p:sp>
          <p:nvSpPr>
            <p:cNvPr id="1134" name="Graphic 4">
              <a:extLst>
                <a:ext uri="{FF2B5EF4-FFF2-40B4-BE49-F238E27FC236}">
                  <a16:creationId xmlns:a16="http://schemas.microsoft.com/office/drawing/2014/main" id="{67935BAF-05A3-3040-8546-E29DA046AEC1}"/>
                </a:ext>
              </a:extLst>
            </p:cNvPr>
            <p:cNvSpPr/>
            <p:nvPr/>
          </p:nvSpPr>
          <p:spPr>
            <a:xfrm>
              <a:off x="1035169" y="4421070"/>
              <a:ext cx="47285" cy="38303"/>
            </a:xfrm>
            <a:custGeom>
              <a:avLst/>
              <a:gdLst>
                <a:gd name="connsiteX0" fmla="*/ 40257 w 47285"/>
                <a:gd name="connsiteY0" fmla="*/ 38304 h 38303"/>
                <a:gd name="connsiteX1" fmla="*/ 47285 w 47285"/>
                <a:gd name="connsiteY1" fmla="*/ 0 h 38303"/>
                <a:gd name="connsiteX2" fmla="*/ 45369 w 47285"/>
                <a:gd name="connsiteY2" fmla="*/ 0 h 38303"/>
                <a:gd name="connsiteX3" fmla="*/ 0 w 47285"/>
                <a:gd name="connsiteY3" fmla="*/ 38304 h 38303"/>
                <a:gd name="connsiteX4" fmla="*/ 40257 w 47285"/>
                <a:gd name="connsiteY4" fmla="*/ 38304 h 38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85" h="38303">
                  <a:moveTo>
                    <a:pt x="40257" y="38304"/>
                  </a:moveTo>
                  <a:lnTo>
                    <a:pt x="47285" y="0"/>
                  </a:lnTo>
                  <a:cubicBezTo>
                    <a:pt x="46647" y="0"/>
                    <a:pt x="46008" y="0"/>
                    <a:pt x="45369" y="0"/>
                  </a:cubicBezTo>
                  <a:cubicBezTo>
                    <a:pt x="21726" y="0"/>
                    <a:pt x="2556" y="16598"/>
                    <a:pt x="0" y="38304"/>
                  </a:cubicBezTo>
                  <a:lnTo>
                    <a:pt x="40257" y="38304"/>
                  </a:lnTo>
                  <a:close/>
                </a:path>
              </a:pathLst>
            </a:custGeom>
            <a:solidFill>
              <a:srgbClr val="046A38"/>
            </a:solidFill>
            <a:ln w="6390" cap="flat">
              <a:noFill/>
              <a:prstDash val="solid"/>
              <a:miter/>
            </a:ln>
          </p:spPr>
          <p:txBody>
            <a:bodyPr rtlCol="0" anchor="ctr"/>
            <a:lstStyle/>
            <a:p>
              <a:endParaRPr lang="en-US"/>
            </a:p>
          </p:txBody>
        </p:sp>
        <p:sp>
          <p:nvSpPr>
            <p:cNvPr id="1135" name="Graphic 4">
              <a:extLst>
                <a:ext uri="{FF2B5EF4-FFF2-40B4-BE49-F238E27FC236}">
                  <a16:creationId xmlns:a16="http://schemas.microsoft.com/office/drawing/2014/main" id="{0382A881-D3B9-9F43-BF4C-874025E479E0}"/>
                </a:ext>
              </a:extLst>
            </p:cNvPr>
            <p:cNvSpPr/>
            <p:nvPr/>
          </p:nvSpPr>
          <p:spPr>
            <a:xfrm>
              <a:off x="905454" y="4308712"/>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180835 w 361670"/>
                <a:gd name="connsiteY4" fmla="*/ 0 h 361971"/>
                <a:gd name="connsiteX5" fmla="*/ 241540 w 361670"/>
                <a:gd name="connsiteY5" fmla="*/ 73416 h 361971"/>
                <a:gd name="connsiteX6" fmla="*/ 192976 w 361670"/>
                <a:gd name="connsiteY6" fmla="*/ 92568 h 361971"/>
                <a:gd name="connsiteX7" fmla="*/ 191059 w 361670"/>
                <a:gd name="connsiteY7" fmla="*/ 102144 h 361971"/>
                <a:gd name="connsiteX8" fmla="*/ 231955 w 361670"/>
                <a:gd name="connsiteY8" fmla="*/ 155131 h 361971"/>
                <a:gd name="connsiteX9" fmla="*/ 230677 w 361670"/>
                <a:gd name="connsiteY9" fmla="*/ 158323 h 361971"/>
                <a:gd name="connsiteX10" fmla="*/ 215980 w 361670"/>
                <a:gd name="connsiteY10" fmla="*/ 294940 h 361971"/>
                <a:gd name="connsiteX11" fmla="*/ 209590 w 361670"/>
                <a:gd name="connsiteY11" fmla="*/ 300686 h 361971"/>
                <a:gd name="connsiteX12" fmla="*/ 136106 w 361670"/>
                <a:gd name="connsiteY12" fmla="*/ 300686 h 361971"/>
                <a:gd name="connsiteX13" fmla="*/ 129716 w 361670"/>
                <a:gd name="connsiteY13" fmla="*/ 294940 h 361971"/>
                <a:gd name="connsiteX14" fmla="*/ 116297 w 361670"/>
                <a:gd name="connsiteY14" fmla="*/ 158323 h 361971"/>
                <a:gd name="connsiteX15" fmla="*/ 115019 w 361670"/>
                <a:gd name="connsiteY15" fmla="*/ 155131 h 361971"/>
                <a:gd name="connsiteX16" fmla="*/ 173167 w 361670"/>
                <a:gd name="connsiteY16" fmla="*/ 100229 h 361971"/>
                <a:gd name="connsiteX17" fmla="*/ 177640 w 361670"/>
                <a:gd name="connsiteY17" fmla="*/ 100229 h 361971"/>
                <a:gd name="connsiteX18" fmla="*/ 180196 w 361670"/>
                <a:gd name="connsiteY18" fmla="*/ 86822 h 361971"/>
                <a:gd name="connsiteX19" fmla="*/ 184030 w 361670"/>
                <a:gd name="connsiteY19" fmla="*/ 81715 h 361971"/>
                <a:gd name="connsiteX20" fmla="*/ 235789 w 361670"/>
                <a:gd name="connsiteY20" fmla="*/ 61286 h 361971"/>
                <a:gd name="connsiteX21" fmla="*/ 244096 w 361670"/>
                <a:gd name="connsiteY21" fmla="*/ 65117 h 361971"/>
                <a:gd name="connsiteX22" fmla="*/ 241540 w 361670"/>
                <a:gd name="connsiteY22" fmla="*/ 7341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1670"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81715"/>
                    <a:pt x="281157" y="0"/>
                    <a:pt x="180835" y="0"/>
                  </a:cubicBezTo>
                  <a:close/>
                  <a:moveTo>
                    <a:pt x="241540" y="73416"/>
                  </a:moveTo>
                  <a:lnTo>
                    <a:pt x="192976" y="92568"/>
                  </a:lnTo>
                  <a:lnTo>
                    <a:pt x="191059" y="102144"/>
                  </a:lnTo>
                  <a:cubicBezTo>
                    <a:pt x="214702" y="109166"/>
                    <a:pt x="231955" y="130233"/>
                    <a:pt x="231955" y="155131"/>
                  </a:cubicBezTo>
                  <a:cubicBezTo>
                    <a:pt x="231955" y="156408"/>
                    <a:pt x="231316" y="157684"/>
                    <a:pt x="230677" y="158323"/>
                  </a:cubicBezTo>
                  <a:lnTo>
                    <a:pt x="215980" y="294940"/>
                  </a:lnTo>
                  <a:cubicBezTo>
                    <a:pt x="215341" y="298132"/>
                    <a:pt x="212785" y="300686"/>
                    <a:pt x="209590" y="300686"/>
                  </a:cubicBezTo>
                  <a:lnTo>
                    <a:pt x="136106" y="300686"/>
                  </a:lnTo>
                  <a:cubicBezTo>
                    <a:pt x="132911" y="300686"/>
                    <a:pt x="130355" y="298132"/>
                    <a:pt x="129716" y="294940"/>
                  </a:cubicBezTo>
                  <a:lnTo>
                    <a:pt x="116297" y="158323"/>
                  </a:lnTo>
                  <a:cubicBezTo>
                    <a:pt x="115658" y="157046"/>
                    <a:pt x="115019" y="156408"/>
                    <a:pt x="115019" y="155131"/>
                  </a:cubicBezTo>
                  <a:cubicBezTo>
                    <a:pt x="115019" y="124488"/>
                    <a:pt x="141218" y="100229"/>
                    <a:pt x="173167" y="100229"/>
                  </a:cubicBezTo>
                  <a:cubicBezTo>
                    <a:pt x="174445" y="100229"/>
                    <a:pt x="176362" y="100229"/>
                    <a:pt x="177640" y="100229"/>
                  </a:cubicBezTo>
                  <a:lnTo>
                    <a:pt x="180196" y="86822"/>
                  </a:lnTo>
                  <a:cubicBezTo>
                    <a:pt x="180835" y="84907"/>
                    <a:pt x="182113" y="82992"/>
                    <a:pt x="184030" y="81715"/>
                  </a:cubicBezTo>
                  <a:lnTo>
                    <a:pt x="235789" y="61286"/>
                  </a:lnTo>
                  <a:cubicBezTo>
                    <a:pt x="238984" y="60010"/>
                    <a:pt x="242818" y="61925"/>
                    <a:pt x="244096" y="65117"/>
                  </a:cubicBezTo>
                  <a:cubicBezTo>
                    <a:pt x="246652" y="68309"/>
                    <a:pt x="244735" y="72139"/>
                    <a:pt x="241540" y="73416"/>
                  </a:cubicBezTo>
                  <a:close/>
                </a:path>
              </a:pathLst>
            </a:custGeom>
            <a:solidFill>
              <a:srgbClr val="046A38"/>
            </a:solidFill>
            <a:ln w="6390" cap="flat">
              <a:noFill/>
              <a:prstDash val="solid"/>
              <a:miter/>
            </a:ln>
          </p:spPr>
          <p:txBody>
            <a:bodyPr rtlCol="0" anchor="ctr"/>
            <a:lstStyle/>
            <a:p>
              <a:endParaRPr lang="en-US"/>
            </a:p>
          </p:txBody>
        </p:sp>
      </p:grpSp>
      <p:grpSp>
        <p:nvGrpSpPr>
          <p:cNvPr id="1136" name="Graphic 4">
            <a:extLst>
              <a:ext uri="{FF2B5EF4-FFF2-40B4-BE49-F238E27FC236}">
                <a16:creationId xmlns:a16="http://schemas.microsoft.com/office/drawing/2014/main" id="{361DABB2-1B7F-C646-8CB8-CC0E5609AE9E}"/>
              </a:ext>
            </a:extLst>
          </p:cNvPr>
          <p:cNvGrpSpPr/>
          <p:nvPr/>
        </p:nvGrpSpPr>
        <p:grpSpPr>
          <a:xfrm>
            <a:off x="467743" y="1402085"/>
            <a:ext cx="361670" cy="361333"/>
            <a:chOff x="467743" y="1402085"/>
            <a:chExt cx="361670" cy="361333"/>
          </a:xfrm>
          <a:solidFill>
            <a:srgbClr val="046A38"/>
          </a:solidFill>
        </p:grpSpPr>
        <p:sp>
          <p:nvSpPr>
            <p:cNvPr id="1137" name="Graphic 4">
              <a:extLst>
                <a:ext uri="{FF2B5EF4-FFF2-40B4-BE49-F238E27FC236}">
                  <a16:creationId xmlns:a16="http://schemas.microsoft.com/office/drawing/2014/main" id="{30EF8E3A-D1C6-E84F-A8D8-319EE1C58B6E}"/>
                </a:ext>
              </a:extLst>
            </p:cNvPr>
            <p:cNvSpPr/>
            <p:nvPr/>
          </p:nvSpPr>
          <p:spPr>
            <a:xfrm>
              <a:off x="467743"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138" name="Graphic 4">
              <a:extLst>
                <a:ext uri="{FF2B5EF4-FFF2-40B4-BE49-F238E27FC236}">
                  <a16:creationId xmlns:a16="http://schemas.microsoft.com/office/drawing/2014/main" id="{D9153D1A-A21E-C64B-B915-12613941D0B5}"/>
                </a:ext>
              </a:extLst>
            </p:cNvPr>
            <p:cNvSpPr/>
            <p:nvPr/>
          </p:nvSpPr>
          <p:spPr>
            <a:xfrm>
              <a:off x="542505" y="1488784"/>
              <a:ext cx="214145" cy="189726"/>
            </a:xfrm>
            <a:custGeom>
              <a:avLst/>
              <a:gdLst>
                <a:gd name="connsiteX0" fmla="*/ 206395 w 214145"/>
                <a:gd name="connsiteY0" fmla="*/ 22466 h 189726"/>
                <a:gd name="connsiteX1" fmla="*/ 136745 w 214145"/>
                <a:gd name="connsiteY1" fmla="*/ 29489 h 189726"/>
                <a:gd name="connsiteX2" fmla="*/ 197449 w 214145"/>
                <a:gd name="connsiteY2" fmla="*/ 12252 h 189726"/>
                <a:gd name="connsiteX3" fmla="*/ 201922 w 214145"/>
                <a:gd name="connsiteY3" fmla="*/ 4591 h 189726"/>
                <a:gd name="connsiteX4" fmla="*/ 194254 w 214145"/>
                <a:gd name="connsiteY4" fmla="*/ 122 h 189726"/>
                <a:gd name="connsiteX5" fmla="*/ 67733 w 214145"/>
                <a:gd name="connsiteY5" fmla="*/ 36511 h 189726"/>
                <a:gd name="connsiteX6" fmla="*/ 65816 w 214145"/>
                <a:gd name="connsiteY6" fmla="*/ 37149 h 189726"/>
                <a:gd name="connsiteX7" fmla="*/ 61982 w 214145"/>
                <a:gd name="connsiteY7" fmla="*/ 43533 h 189726"/>
                <a:gd name="connsiteX8" fmla="*/ 68372 w 214145"/>
                <a:gd name="connsiteY8" fmla="*/ 49279 h 189726"/>
                <a:gd name="connsiteX9" fmla="*/ 69011 w 214145"/>
                <a:gd name="connsiteY9" fmla="*/ 49279 h 189726"/>
                <a:gd name="connsiteX10" fmla="*/ 65816 w 214145"/>
                <a:gd name="connsiteY10" fmla="*/ 54386 h 189726"/>
                <a:gd name="connsiteX11" fmla="*/ 65816 w 214145"/>
                <a:gd name="connsiteY11" fmla="*/ 77368 h 189726"/>
                <a:gd name="connsiteX12" fmla="*/ 69650 w 214145"/>
                <a:gd name="connsiteY12" fmla="*/ 83114 h 189726"/>
                <a:gd name="connsiteX13" fmla="*/ 70289 w 214145"/>
                <a:gd name="connsiteY13" fmla="*/ 91413 h 189726"/>
                <a:gd name="connsiteX14" fmla="*/ 67094 w 214145"/>
                <a:gd name="connsiteY14" fmla="*/ 99074 h 189726"/>
                <a:gd name="connsiteX15" fmla="*/ 67094 w 214145"/>
                <a:gd name="connsiteY15" fmla="*/ 99712 h 189726"/>
                <a:gd name="connsiteX16" fmla="*/ 14058 w 214145"/>
                <a:gd name="connsiteY16" fmla="*/ 88860 h 189726"/>
                <a:gd name="connsiteX17" fmla="*/ 55592 w 214145"/>
                <a:gd name="connsiteY17" fmla="*/ 78645 h 189726"/>
                <a:gd name="connsiteX18" fmla="*/ 61343 w 214145"/>
                <a:gd name="connsiteY18" fmla="*/ 71623 h 189726"/>
                <a:gd name="connsiteX19" fmla="*/ 54314 w 214145"/>
                <a:gd name="connsiteY19" fmla="*/ 65877 h 189726"/>
                <a:gd name="connsiteX20" fmla="*/ 0 w 214145"/>
                <a:gd name="connsiteY20" fmla="*/ 88221 h 189726"/>
                <a:gd name="connsiteX21" fmla="*/ 0 w 214145"/>
                <a:gd name="connsiteY21" fmla="*/ 88221 h 189726"/>
                <a:gd name="connsiteX22" fmla="*/ 0 w 214145"/>
                <a:gd name="connsiteY22" fmla="*/ 88221 h 189726"/>
                <a:gd name="connsiteX23" fmla="*/ 0 w 214145"/>
                <a:gd name="connsiteY23" fmla="*/ 88221 h 189726"/>
                <a:gd name="connsiteX24" fmla="*/ 0 w 214145"/>
                <a:gd name="connsiteY24" fmla="*/ 88221 h 189726"/>
                <a:gd name="connsiteX25" fmla="*/ 101600 w 214145"/>
                <a:gd name="connsiteY25" fmla="*/ 189726 h 189726"/>
                <a:gd name="connsiteX26" fmla="*/ 203200 w 214145"/>
                <a:gd name="connsiteY26" fmla="*/ 88221 h 189726"/>
                <a:gd name="connsiteX27" fmla="*/ 203200 w 214145"/>
                <a:gd name="connsiteY27" fmla="*/ 88221 h 189726"/>
                <a:gd name="connsiteX28" fmla="*/ 203200 w 214145"/>
                <a:gd name="connsiteY28" fmla="*/ 88221 h 189726"/>
                <a:gd name="connsiteX29" fmla="*/ 203200 w 214145"/>
                <a:gd name="connsiteY29" fmla="*/ 88221 h 189726"/>
                <a:gd name="connsiteX30" fmla="*/ 203200 w 214145"/>
                <a:gd name="connsiteY30" fmla="*/ 88221 h 189726"/>
                <a:gd name="connsiteX31" fmla="*/ 101600 w 214145"/>
                <a:gd name="connsiteY31" fmla="*/ 63324 h 189726"/>
                <a:gd name="connsiteX32" fmla="*/ 95210 w 214145"/>
                <a:gd name="connsiteY32" fmla="*/ 69708 h 189726"/>
                <a:gd name="connsiteX33" fmla="*/ 101600 w 214145"/>
                <a:gd name="connsiteY33" fmla="*/ 76092 h 189726"/>
                <a:gd name="connsiteX34" fmla="*/ 189781 w 214145"/>
                <a:gd name="connsiteY34" fmla="*/ 88221 h 189726"/>
                <a:gd name="connsiteX35" fmla="*/ 101600 w 214145"/>
                <a:gd name="connsiteY35" fmla="*/ 100351 h 189726"/>
                <a:gd name="connsiteX36" fmla="*/ 95210 w 214145"/>
                <a:gd name="connsiteY36" fmla="*/ 100351 h 189726"/>
                <a:gd name="connsiteX37" fmla="*/ 97127 w 214145"/>
                <a:gd name="connsiteY37" fmla="*/ 95882 h 189726"/>
                <a:gd name="connsiteX38" fmla="*/ 95849 w 214145"/>
                <a:gd name="connsiteY38" fmla="*/ 75453 h 189726"/>
                <a:gd name="connsiteX39" fmla="*/ 92015 w 214145"/>
                <a:gd name="connsiteY39" fmla="*/ 69708 h 189726"/>
                <a:gd name="connsiteX40" fmla="*/ 92015 w 214145"/>
                <a:gd name="connsiteY40" fmla="*/ 60770 h 189726"/>
                <a:gd name="connsiteX41" fmla="*/ 101600 w 214145"/>
                <a:gd name="connsiteY41" fmla="*/ 46087 h 189726"/>
                <a:gd name="connsiteX42" fmla="*/ 101600 w 214145"/>
                <a:gd name="connsiteY42" fmla="*/ 45449 h 189726"/>
                <a:gd name="connsiteX43" fmla="*/ 208312 w 214145"/>
                <a:gd name="connsiteY43" fmla="*/ 34596 h 189726"/>
                <a:gd name="connsiteX44" fmla="*/ 214063 w 214145"/>
                <a:gd name="connsiteY44" fmla="*/ 27573 h 189726"/>
                <a:gd name="connsiteX45" fmla="*/ 206395 w 214145"/>
                <a:gd name="connsiteY45" fmla="*/ 22466 h 189726"/>
                <a:gd name="connsiteX46" fmla="*/ 187864 w 214145"/>
                <a:gd name="connsiteY46" fmla="*/ 102266 h 189726"/>
                <a:gd name="connsiteX47" fmla="*/ 100322 w 214145"/>
                <a:gd name="connsiteY47" fmla="*/ 176959 h 189726"/>
                <a:gd name="connsiteX48" fmla="*/ 12780 w 214145"/>
                <a:gd name="connsiteY48" fmla="*/ 102266 h 189726"/>
                <a:gd name="connsiteX49" fmla="*/ 100322 w 214145"/>
                <a:gd name="connsiteY49" fmla="*/ 113119 h 189726"/>
                <a:gd name="connsiteX50" fmla="*/ 187864 w 214145"/>
                <a:gd name="connsiteY50" fmla="*/ 102266 h 189726"/>
                <a:gd name="connsiteX51" fmla="*/ 79874 w 214145"/>
                <a:gd name="connsiteY51" fmla="*/ 76730 h 189726"/>
                <a:gd name="connsiteX52" fmla="*/ 83708 w 214145"/>
                <a:gd name="connsiteY52" fmla="*/ 82476 h 189726"/>
                <a:gd name="connsiteX53" fmla="*/ 84347 w 214145"/>
                <a:gd name="connsiteY53" fmla="*/ 90775 h 189726"/>
                <a:gd name="connsiteX54" fmla="*/ 81152 w 214145"/>
                <a:gd name="connsiteY54" fmla="*/ 98436 h 189726"/>
                <a:gd name="connsiteX55" fmla="*/ 80513 w 214145"/>
                <a:gd name="connsiteY55" fmla="*/ 99712 h 189726"/>
                <a:gd name="connsiteX56" fmla="*/ 78596 w 214145"/>
                <a:gd name="connsiteY56" fmla="*/ 99712 h 189726"/>
                <a:gd name="connsiteX57" fmla="*/ 80513 w 214145"/>
                <a:gd name="connsiteY57" fmla="*/ 95882 h 189726"/>
                <a:gd name="connsiteX58" fmla="*/ 79235 w 214145"/>
                <a:gd name="connsiteY58" fmla="*/ 75453 h 189726"/>
                <a:gd name="connsiteX59" fmla="*/ 75401 w 214145"/>
                <a:gd name="connsiteY59" fmla="*/ 69708 h 189726"/>
                <a:gd name="connsiteX60" fmla="*/ 75401 w 214145"/>
                <a:gd name="connsiteY60" fmla="*/ 60770 h 189726"/>
                <a:gd name="connsiteX61" fmla="*/ 84347 w 214145"/>
                <a:gd name="connsiteY61" fmla="*/ 47364 h 189726"/>
                <a:gd name="connsiteX62" fmla="*/ 84347 w 214145"/>
                <a:gd name="connsiteY62" fmla="*/ 47364 h 189726"/>
                <a:gd name="connsiteX63" fmla="*/ 79874 w 214145"/>
                <a:gd name="connsiteY63" fmla="*/ 54386 h 189726"/>
                <a:gd name="connsiteX64" fmla="*/ 79874 w 214145"/>
                <a:gd name="connsiteY64" fmla="*/ 76730 h 189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14145" h="189726">
                  <a:moveTo>
                    <a:pt x="206395" y="22466"/>
                  </a:moveTo>
                  <a:lnTo>
                    <a:pt x="136745" y="29489"/>
                  </a:lnTo>
                  <a:lnTo>
                    <a:pt x="197449" y="12252"/>
                  </a:lnTo>
                  <a:cubicBezTo>
                    <a:pt x="200644" y="10975"/>
                    <a:pt x="202561" y="7783"/>
                    <a:pt x="201922" y="4591"/>
                  </a:cubicBezTo>
                  <a:cubicBezTo>
                    <a:pt x="200644" y="1399"/>
                    <a:pt x="197449" y="-516"/>
                    <a:pt x="194254" y="122"/>
                  </a:cubicBezTo>
                  <a:lnTo>
                    <a:pt x="67733" y="36511"/>
                  </a:lnTo>
                  <a:cubicBezTo>
                    <a:pt x="67094" y="36511"/>
                    <a:pt x="66455" y="37149"/>
                    <a:pt x="65816" y="37149"/>
                  </a:cubicBezTo>
                  <a:cubicBezTo>
                    <a:pt x="63260" y="38426"/>
                    <a:pt x="61982" y="40980"/>
                    <a:pt x="61982" y="43533"/>
                  </a:cubicBezTo>
                  <a:cubicBezTo>
                    <a:pt x="62621" y="46725"/>
                    <a:pt x="65177" y="49279"/>
                    <a:pt x="68372" y="49279"/>
                  </a:cubicBezTo>
                  <a:cubicBezTo>
                    <a:pt x="68372" y="49279"/>
                    <a:pt x="68372" y="49279"/>
                    <a:pt x="69011" y="49279"/>
                  </a:cubicBezTo>
                  <a:lnTo>
                    <a:pt x="65816" y="54386"/>
                  </a:lnTo>
                  <a:cubicBezTo>
                    <a:pt x="61343" y="60770"/>
                    <a:pt x="61343" y="70984"/>
                    <a:pt x="65816" y="77368"/>
                  </a:cubicBezTo>
                  <a:lnTo>
                    <a:pt x="69650" y="83114"/>
                  </a:lnTo>
                  <a:cubicBezTo>
                    <a:pt x="70928" y="85029"/>
                    <a:pt x="70928" y="88860"/>
                    <a:pt x="70289" y="91413"/>
                  </a:cubicBezTo>
                  <a:lnTo>
                    <a:pt x="67094" y="99074"/>
                  </a:lnTo>
                  <a:cubicBezTo>
                    <a:pt x="67094" y="99074"/>
                    <a:pt x="67094" y="99712"/>
                    <a:pt x="67094" y="99712"/>
                  </a:cubicBezTo>
                  <a:cubicBezTo>
                    <a:pt x="37062" y="97159"/>
                    <a:pt x="19170" y="92052"/>
                    <a:pt x="14058" y="88860"/>
                  </a:cubicBezTo>
                  <a:cubicBezTo>
                    <a:pt x="17892" y="86306"/>
                    <a:pt x="28755" y="81837"/>
                    <a:pt x="55592" y="78645"/>
                  </a:cubicBezTo>
                  <a:cubicBezTo>
                    <a:pt x="58787" y="78007"/>
                    <a:pt x="61343" y="74815"/>
                    <a:pt x="61343" y="71623"/>
                  </a:cubicBezTo>
                  <a:cubicBezTo>
                    <a:pt x="60704" y="68431"/>
                    <a:pt x="57509" y="65877"/>
                    <a:pt x="54314" y="65877"/>
                  </a:cubicBezTo>
                  <a:cubicBezTo>
                    <a:pt x="639" y="71623"/>
                    <a:pt x="0" y="84391"/>
                    <a:pt x="0" y="88221"/>
                  </a:cubicBezTo>
                  <a:cubicBezTo>
                    <a:pt x="0" y="88221"/>
                    <a:pt x="0" y="88221"/>
                    <a:pt x="0" y="88221"/>
                  </a:cubicBezTo>
                  <a:cubicBezTo>
                    <a:pt x="0" y="88221"/>
                    <a:pt x="0" y="88221"/>
                    <a:pt x="0" y="88221"/>
                  </a:cubicBezTo>
                  <a:cubicBezTo>
                    <a:pt x="0" y="88221"/>
                    <a:pt x="0" y="88221"/>
                    <a:pt x="0" y="88221"/>
                  </a:cubicBezTo>
                  <a:cubicBezTo>
                    <a:pt x="0" y="88221"/>
                    <a:pt x="0" y="88221"/>
                    <a:pt x="0" y="88221"/>
                  </a:cubicBezTo>
                  <a:cubicBezTo>
                    <a:pt x="0" y="144400"/>
                    <a:pt x="45369" y="189726"/>
                    <a:pt x="101600" y="189726"/>
                  </a:cubicBezTo>
                  <a:cubicBezTo>
                    <a:pt x="157831" y="189726"/>
                    <a:pt x="203200" y="144400"/>
                    <a:pt x="203200" y="88221"/>
                  </a:cubicBezTo>
                  <a:cubicBezTo>
                    <a:pt x="203200" y="88221"/>
                    <a:pt x="203200" y="88221"/>
                    <a:pt x="203200" y="88221"/>
                  </a:cubicBezTo>
                  <a:cubicBezTo>
                    <a:pt x="203200" y="88221"/>
                    <a:pt x="203200" y="88221"/>
                    <a:pt x="203200" y="88221"/>
                  </a:cubicBezTo>
                  <a:cubicBezTo>
                    <a:pt x="203200" y="88221"/>
                    <a:pt x="203200" y="88221"/>
                    <a:pt x="203200" y="88221"/>
                  </a:cubicBezTo>
                  <a:cubicBezTo>
                    <a:pt x="203200" y="88221"/>
                    <a:pt x="203200" y="88221"/>
                    <a:pt x="203200" y="88221"/>
                  </a:cubicBezTo>
                  <a:cubicBezTo>
                    <a:pt x="202561" y="64600"/>
                    <a:pt x="118214" y="63324"/>
                    <a:pt x="101600" y="63324"/>
                  </a:cubicBezTo>
                  <a:cubicBezTo>
                    <a:pt x="97766" y="63324"/>
                    <a:pt x="95210" y="65877"/>
                    <a:pt x="95210" y="69708"/>
                  </a:cubicBezTo>
                  <a:cubicBezTo>
                    <a:pt x="95210" y="73538"/>
                    <a:pt x="97766" y="76092"/>
                    <a:pt x="101600" y="76092"/>
                  </a:cubicBezTo>
                  <a:cubicBezTo>
                    <a:pt x="153358" y="76092"/>
                    <a:pt x="182752" y="83752"/>
                    <a:pt x="189781" y="88221"/>
                  </a:cubicBezTo>
                  <a:cubicBezTo>
                    <a:pt x="183391" y="92690"/>
                    <a:pt x="153358" y="100351"/>
                    <a:pt x="101600" y="100351"/>
                  </a:cubicBezTo>
                  <a:cubicBezTo>
                    <a:pt x="99683" y="100351"/>
                    <a:pt x="97127" y="100351"/>
                    <a:pt x="95210" y="100351"/>
                  </a:cubicBezTo>
                  <a:lnTo>
                    <a:pt x="97127" y="95882"/>
                  </a:lnTo>
                  <a:cubicBezTo>
                    <a:pt x="99683" y="89498"/>
                    <a:pt x="99683" y="81199"/>
                    <a:pt x="95849" y="75453"/>
                  </a:cubicBezTo>
                  <a:lnTo>
                    <a:pt x="92015" y="69708"/>
                  </a:lnTo>
                  <a:cubicBezTo>
                    <a:pt x="90737" y="67154"/>
                    <a:pt x="90737" y="63324"/>
                    <a:pt x="92015" y="60770"/>
                  </a:cubicBezTo>
                  <a:lnTo>
                    <a:pt x="101600" y="46087"/>
                  </a:lnTo>
                  <a:cubicBezTo>
                    <a:pt x="101600" y="46087"/>
                    <a:pt x="101600" y="46087"/>
                    <a:pt x="101600" y="45449"/>
                  </a:cubicBezTo>
                  <a:lnTo>
                    <a:pt x="208312" y="34596"/>
                  </a:lnTo>
                  <a:cubicBezTo>
                    <a:pt x="211507" y="33957"/>
                    <a:pt x="214702" y="31404"/>
                    <a:pt x="214063" y="27573"/>
                  </a:cubicBezTo>
                  <a:cubicBezTo>
                    <a:pt x="213424" y="23743"/>
                    <a:pt x="209590" y="21828"/>
                    <a:pt x="206395" y="22466"/>
                  </a:cubicBezTo>
                  <a:close/>
                  <a:moveTo>
                    <a:pt x="187864" y="102266"/>
                  </a:moveTo>
                  <a:cubicBezTo>
                    <a:pt x="180835" y="144400"/>
                    <a:pt x="144413" y="176959"/>
                    <a:pt x="100322" y="176959"/>
                  </a:cubicBezTo>
                  <a:cubicBezTo>
                    <a:pt x="56231" y="176959"/>
                    <a:pt x="19809" y="144400"/>
                    <a:pt x="12780" y="102266"/>
                  </a:cubicBezTo>
                  <a:cubicBezTo>
                    <a:pt x="37701" y="112480"/>
                    <a:pt x="87542" y="113119"/>
                    <a:pt x="100322" y="113119"/>
                  </a:cubicBezTo>
                  <a:cubicBezTo>
                    <a:pt x="113102" y="113119"/>
                    <a:pt x="162943" y="112480"/>
                    <a:pt x="187864" y="102266"/>
                  </a:cubicBezTo>
                  <a:close/>
                  <a:moveTo>
                    <a:pt x="79874" y="76730"/>
                  </a:moveTo>
                  <a:lnTo>
                    <a:pt x="83708" y="82476"/>
                  </a:lnTo>
                  <a:cubicBezTo>
                    <a:pt x="84986" y="84391"/>
                    <a:pt x="84986" y="88221"/>
                    <a:pt x="84347" y="90775"/>
                  </a:cubicBezTo>
                  <a:lnTo>
                    <a:pt x="81152" y="98436"/>
                  </a:lnTo>
                  <a:cubicBezTo>
                    <a:pt x="81152" y="99074"/>
                    <a:pt x="81152" y="99712"/>
                    <a:pt x="80513" y="99712"/>
                  </a:cubicBezTo>
                  <a:cubicBezTo>
                    <a:pt x="79874" y="99712"/>
                    <a:pt x="79235" y="99712"/>
                    <a:pt x="78596" y="99712"/>
                  </a:cubicBezTo>
                  <a:lnTo>
                    <a:pt x="80513" y="95882"/>
                  </a:lnTo>
                  <a:cubicBezTo>
                    <a:pt x="83069" y="89498"/>
                    <a:pt x="83069" y="81199"/>
                    <a:pt x="79235" y="75453"/>
                  </a:cubicBezTo>
                  <a:lnTo>
                    <a:pt x="75401" y="69708"/>
                  </a:lnTo>
                  <a:cubicBezTo>
                    <a:pt x="74123" y="67154"/>
                    <a:pt x="74123" y="63324"/>
                    <a:pt x="75401" y="60770"/>
                  </a:cubicBezTo>
                  <a:lnTo>
                    <a:pt x="84347" y="47364"/>
                  </a:lnTo>
                  <a:lnTo>
                    <a:pt x="84347" y="47364"/>
                  </a:lnTo>
                  <a:lnTo>
                    <a:pt x="79874" y="54386"/>
                  </a:lnTo>
                  <a:cubicBezTo>
                    <a:pt x="76040" y="60770"/>
                    <a:pt x="76040" y="70346"/>
                    <a:pt x="79874" y="76730"/>
                  </a:cubicBezTo>
                  <a:close/>
                </a:path>
              </a:pathLst>
            </a:custGeom>
            <a:solidFill>
              <a:srgbClr val="046A38"/>
            </a:solidFill>
            <a:ln w="6390" cap="flat">
              <a:noFill/>
              <a:prstDash val="solid"/>
              <a:miter/>
            </a:ln>
          </p:spPr>
          <p:txBody>
            <a:bodyPr rtlCol="0" anchor="ctr"/>
            <a:lstStyle/>
            <a:p>
              <a:endParaRPr lang="en-US"/>
            </a:p>
          </p:txBody>
        </p:sp>
      </p:grpSp>
      <p:grpSp>
        <p:nvGrpSpPr>
          <p:cNvPr id="1139" name="Graphic 4">
            <a:extLst>
              <a:ext uri="{FF2B5EF4-FFF2-40B4-BE49-F238E27FC236}">
                <a16:creationId xmlns:a16="http://schemas.microsoft.com/office/drawing/2014/main" id="{D89E949B-21C7-604A-B15A-D35A17376A2F}"/>
              </a:ext>
            </a:extLst>
          </p:cNvPr>
          <p:cNvGrpSpPr/>
          <p:nvPr/>
        </p:nvGrpSpPr>
        <p:grpSpPr>
          <a:xfrm>
            <a:off x="1515054" y="1402085"/>
            <a:ext cx="361670" cy="361333"/>
            <a:chOff x="1515054" y="1402085"/>
            <a:chExt cx="361670" cy="361333"/>
          </a:xfrm>
          <a:solidFill>
            <a:srgbClr val="046A38"/>
          </a:solidFill>
        </p:grpSpPr>
        <p:sp>
          <p:nvSpPr>
            <p:cNvPr id="1140" name="Graphic 4">
              <a:extLst>
                <a:ext uri="{FF2B5EF4-FFF2-40B4-BE49-F238E27FC236}">
                  <a16:creationId xmlns:a16="http://schemas.microsoft.com/office/drawing/2014/main" id="{BC041C9E-9EFB-5347-8397-7B6E48AC4F74}"/>
                </a:ext>
              </a:extLst>
            </p:cNvPr>
            <p:cNvSpPr/>
            <p:nvPr/>
          </p:nvSpPr>
          <p:spPr>
            <a:xfrm>
              <a:off x="1515054"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141" name="Graphic 4">
              <a:extLst>
                <a:ext uri="{FF2B5EF4-FFF2-40B4-BE49-F238E27FC236}">
                  <a16:creationId xmlns:a16="http://schemas.microsoft.com/office/drawing/2014/main" id="{A3E70F58-3332-C744-BE14-A69CB162D5E3}"/>
                </a:ext>
              </a:extLst>
            </p:cNvPr>
            <p:cNvSpPr/>
            <p:nvPr/>
          </p:nvSpPr>
          <p:spPr>
            <a:xfrm>
              <a:off x="1594928" y="1562863"/>
              <a:ext cx="195532" cy="121393"/>
            </a:xfrm>
            <a:custGeom>
              <a:avLst/>
              <a:gdLst>
                <a:gd name="connsiteX0" fmla="*/ 166138 w 195532"/>
                <a:gd name="connsiteY0" fmla="*/ 5205 h 121393"/>
                <a:gd name="connsiteX1" fmla="*/ 158470 w 195532"/>
                <a:gd name="connsiteY1" fmla="*/ 10312 h 121393"/>
                <a:gd name="connsiteX2" fmla="*/ 163582 w 195532"/>
                <a:gd name="connsiteY2" fmla="*/ 17973 h 121393"/>
                <a:gd name="connsiteX3" fmla="*/ 181474 w 195532"/>
                <a:gd name="connsiteY3" fmla="*/ 23718 h 121393"/>
                <a:gd name="connsiteX4" fmla="*/ 97766 w 195532"/>
                <a:gd name="connsiteY4" fmla="*/ 35210 h 121393"/>
                <a:gd name="connsiteX5" fmla="*/ 14058 w 195532"/>
                <a:gd name="connsiteY5" fmla="*/ 23718 h 121393"/>
                <a:gd name="connsiteX6" fmla="*/ 71567 w 195532"/>
                <a:gd name="connsiteY6" fmla="*/ 12866 h 121393"/>
                <a:gd name="connsiteX7" fmla="*/ 77318 w 195532"/>
                <a:gd name="connsiteY7" fmla="*/ 5843 h 121393"/>
                <a:gd name="connsiteX8" fmla="*/ 70289 w 195532"/>
                <a:gd name="connsiteY8" fmla="*/ 98 h 121393"/>
                <a:gd name="connsiteX9" fmla="*/ 0 w 195532"/>
                <a:gd name="connsiteY9" fmla="*/ 23718 h 121393"/>
                <a:gd name="connsiteX10" fmla="*/ 0 w 195532"/>
                <a:gd name="connsiteY10" fmla="*/ 23718 h 121393"/>
                <a:gd name="connsiteX11" fmla="*/ 0 w 195532"/>
                <a:gd name="connsiteY11" fmla="*/ 23718 h 121393"/>
                <a:gd name="connsiteX12" fmla="*/ 0 w 195532"/>
                <a:gd name="connsiteY12" fmla="*/ 23718 h 121393"/>
                <a:gd name="connsiteX13" fmla="*/ 0 w 195532"/>
                <a:gd name="connsiteY13" fmla="*/ 23718 h 121393"/>
                <a:gd name="connsiteX14" fmla="*/ 97766 w 195532"/>
                <a:gd name="connsiteY14" fmla="*/ 121394 h 121393"/>
                <a:gd name="connsiteX15" fmla="*/ 195532 w 195532"/>
                <a:gd name="connsiteY15" fmla="*/ 23718 h 121393"/>
                <a:gd name="connsiteX16" fmla="*/ 194893 w 195532"/>
                <a:gd name="connsiteY16" fmla="*/ 21165 h 121393"/>
                <a:gd name="connsiteX17" fmla="*/ 166138 w 195532"/>
                <a:gd name="connsiteY17" fmla="*/ 5205 h 121393"/>
                <a:gd name="connsiteX18" fmla="*/ 97766 w 195532"/>
                <a:gd name="connsiteY18" fmla="*/ 108626 h 121393"/>
                <a:gd name="connsiteX19" fmla="*/ 14058 w 195532"/>
                <a:gd name="connsiteY19" fmla="*/ 37763 h 121393"/>
                <a:gd name="connsiteX20" fmla="*/ 97766 w 195532"/>
                <a:gd name="connsiteY20" fmla="*/ 47978 h 121393"/>
                <a:gd name="connsiteX21" fmla="*/ 181474 w 195532"/>
                <a:gd name="connsiteY21" fmla="*/ 37763 h 121393"/>
                <a:gd name="connsiteX22" fmla="*/ 97766 w 195532"/>
                <a:gd name="connsiteY22" fmla="*/ 108626 h 12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5532" h="121393">
                  <a:moveTo>
                    <a:pt x="166138" y="5205"/>
                  </a:moveTo>
                  <a:cubicBezTo>
                    <a:pt x="162943" y="4567"/>
                    <a:pt x="159109" y="6482"/>
                    <a:pt x="158470" y="10312"/>
                  </a:cubicBezTo>
                  <a:cubicBezTo>
                    <a:pt x="157831" y="13504"/>
                    <a:pt x="159748" y="17334"/>
                    <a:pt x="163582" y="17973"/>
                  </a:cubicBezTo>
                  <a:cubicBezTo>
                    <a:pt x="174445" y="20526"/>
                    <a:pt x="179557" y="22442"/>
                    <a:pt x="181474" y="23718"/>
                  </a:cubicBezTo>
                  <a:cubicBezTo>
                    <a:pt x="174445" y="28187"/>
                    <a:pt x="146330" y="35210"/>
                    <a:pt x="97766" y="35210"/>
                  </a:cubicBezTo>
                  <a:cubicBezTo>
                    <a:pt x="49202" y="35210"/>
                    <a:pt x="21087" y="28187"/>
                    <a:pt x="14058" y="23718"/>
                  </a:cubicBezTo>
                  <a:cubicBezTo>
                    <a:pt x="19170" y="20526"/>
                    <a:pt x="36423" y="14781"/>
                    <a:pt x="71567" y="12866"/>
                  </a:cubicBezTo>
                  <a:cubicBezTo>
                    <a:pt x="75401" y="12866"/>
                    <a:pt x="77957" y="9674"/>
                    <a:pt x="77318" y="5843"/>
                  </a:cubicBezTo>
                  <a:cubicBezTo>
                    <a:pt x="77318" y="2013"/>
                    <a:pt x="74123" y="-541"/>
                    <a:pt x="70289" y="98"/>
                  </a:cubicBezTo>
                  <a:cubicBezTo>
                    <a:pt x="12141" y="3290"/>
                    <a:pt x="0" y="14781"/>
                    <a:pt x="0" y="23718"/>
                  </a:cubicBezTo>
                  <a:cubicBezTo>
                    <a:pt x="0" y="23718"/>
                    <a:pt x="0" y="23718"/>
                    <a:pt x="0" y="23718"/>
                  </a:cubicBezTo>
                  <a:cubicBezTo>
                    <a:pt x="0" y="23718"/>
                    <a:pt x="0" y="23718"/>
                    <a:pt x="0" y="23718"/>
                  </a:cubicBezTo>
                  <a:cubicBezTo>
                    <a:pt x="0" y="23718"/>
                    <a:pt x="0" y="23718"/>
                    <a:pt x="0" y="23718"/>
                  </a:cubicBezTo>
                  <a:cubicBezTo>
                    <a:pt x="0" y="23718"/>
                    <a:pt x="0" y="23718"/>
                    <a:pt x="0" y="23718"/>
                  </a:cubicBezTo>
                  <a:cubicBezTo>
                    <a:pt x="0" y="77344"/>
                    <a:pt x="44091" y="121394"/>
                    <a:pt x="97766" y="121394"/>
                  </a:cubicBezTo>
                  <a:cubicBezTo>
                    <a:pt x="151441" y="121394"/>
                    <a:pt x="195532" y="77344"/>
                    <a:pt x="195532" y="23718"/>
                  </a:cubicBezTo>
                  <a:cubicBezTo>
                    <a:pt x="195532" y="22442"/>
                    <a:pt x="195532" y="21803"/>
                    <a:pt x="194893" y="21165"/>
                  </a:cubicBezTo>
                  <a:cubicBezTo>
                    <a:pt x="192976" y="14142"/>
                    <a:pt x="183391" y="9035"/>
                    <a:pt x="166138" y="5205"/>
                  </a:cubicBezTo>
                  <a:close/>
                  <a:moveTo>
                    <a:pt x="97766" y="108626"/>
                  </a:moveTo>
                  <a:cubicBezTo>
                    <a:pt x="55592" y="108626"/>
                    <a:pt x="21087" y="77982"/>
                    <a:pt x="14058" y="37763"/>
                  </a:cubicBezTo>
                  <a:cubicBezTo>
                    <a:pt x="38340" y="47339"/>
                    <a:pt x="85625" y="47978"/>
                    <a:pt x="97766" y="47978"/>
                  </a:cubicBezTo>
                  <a:cubicBezTo>
                    <a:pt x="109907" y="47978"/>
                    <a:pt x="157831" y="47339"/>
                    <a:pt x="181474" y="37763"/>
                  </a:cubicBezTo>
                  <a:cubicBezTo>
                    <a:pt x="175084" y="77982"/>
                    <a:pt x="139940" y="108626"/>
                    <a:pt x="97766" y="108626"/>
                  </a:cubicBezTo>
                  <a:close/>
                </a:path>
              </a:pathLst>
            </a:custGeom>
            <a:solidFill>
              <a:srgbClr val="046A38"/>
            </a:solidFill>
            <a:ln w="6390" cap="flat">
              <a:noFill/>
              <a:prstDash val="solid"/>
              <a:miter/>
            </a:ln>
          </p:spPr>
          <p:txBody>
            <a:bodyPr rtlCol="0" anchor="ctr"/>
            <a:lstStyle/>
            <a:p>
              <a:endParaRPr lang="en-US"/>
            </a:p>
          </p:txBody>
        </p:sp>
        <p:sp>
          <p:nvSpPr>
            <p:cNvPr id="1142" name="Graphic 4">
              <a:extLst>
                <a:ext uri="{FF2B5EF4-FFF2-40B4-BE49-F238E27FC236}">
                  <a16:creationId xmlns:a16="http://schemas.microsoft.com/office/drawing/2014/main" id="{C3538A1A-AB0C-764F-8C40-72636955D40C}"/>
                </a:ext>
              </a:extLst>
            </p:cNvPr>
            <p:cNvSpPr/>
            <p:nvPr/>
          </p:nvSpPr>
          <p:spPr>
            <a:xfrm>
              <a:off x="1685026" y="1482523"/>
              <a:ext cx="27476" cy="60647"/>
            </a:xfrm>
            <a:custGeom>
              <a:avLst/>
              <a:gdLst>
                <a:gd name="connsiteX0" fmla="*/ 8946 w 27476"/>
                <a:gd name="connsiteY0" fmla="*/ 40857 h 60647"/>
                <a:gd name="connsiteX1" fmla="*/ 9585 w 27476"/>
                <a:gd name="connsiteY1" fmla="*/ 44049 h 60647"/>
                <a:gd name="connsiteX2" fmla="*/ 5751 w 27476"/>
                <a:gd name="connsiteY2" fmla="*/ 50433 h 60647"/>
                <a:gd name="connsiteX3" fmla="*/ 7668 w 27476"/>
                <a:gd name="connsiteY3" fmla="*/ 59371 h 60647"/>
                <a:gd name="connsiteX4" fmla="*/ 11502 w 27476"/>
                <a:gd name="connsiteY4" fmla="*/ 60648 h 60647"/>
                <a:gd name="connsiteX5" fmla="*/ 16614 w 27476"/>
                <a:gd name="connsiteY5" fmla="*/ 58094 h 60647"/>
                <a:gd name="connsiteX6" fmla="*/ 20448 w 27476"/>
                <a:gd name="connsiteY6" fmla="*/ 51710 h 60647"/>
                <a:gd name="connsiteX7" fmla="*/ 18531 w 27476"/>
                <a:gd name="connsiteY7" fmla="*/ 31920 h 60647"/>
                <a:gd name="connsiteX8" fmla="*/ 13419 w 27476"/>
                <a:gd name="connsiteY8" fmla="*/ 26813 h 60647"/>
                <a:gd name="connsiteX9" fmla="*/ 13419 w 27476"/>
                <a:gd name="connsiteY9" fmla="*/ 22982 h 60647"/>
                <a:gd name="connsiteX10" fmla="*/ 25560 w 27476"/>
                <a:gd name="connsiteY10" fmla="*/ 10853 h 60647"/>
                <a:gd name="connsiteX11" fmla="*/ 25560 w 27476"/>
                <a:gd name="connsiteY11" fmla="*/ 1915 h 60647"/>
                <a:gd name="connsiteX12" fmla="*/ 16614 w 27476"/>
                <a:gd name="connsiteY12" fmla="*/ 1915 h 60647"/>
                <a:gd name="connsiteX13" fmla="*/ 4473 w 27476"/>
                <a:gd name="connsiteY13" fmla="*/ 14045 h 60647"/>
                <a:gd name="connsiteX14" fmla="*/ 0 w 27476"/>
                <a:gd name="connsiteY14" fmla="*/ 24898 h 60647"/>
                <a:gd name="connsiteX15" fmla="*/ 4473 w 27476"/>
                <a:gd name="connsiteY15" fmla="*/ 35750 h 60647"/>
                <a:gd name="connsiteX16" fmla="*/ 8946 w 27476"/>
                <a:gd name="connsiteY16" fmla="*/ 40857 h 60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476" h="60647">
                  <a:moveTo>
                    <a:pt x="8946" y="40857"/>
                  </a:moveTo>
                  <a:cubicBezTo>
                    <a:pt x="9585" y="41496"/>
                    <a:pt x="10224" y="43411"/>
                    <a:pt x="9585" y="44049"/>
                  </a:cubicBezTo>
                  <a:lnTo>
                    <a:pt x="5751" y="50433"/>
                  </a:lnTo>
                  <a:cubicBezTo>
                    <a:pt x="3834" y="53625"/>
                    <a:pt x="4473" y="57456"/>
                    <a:pt x="7668" y="59371"/>
                  </a:cubicBezTo>
                  <a:cubicBezTo>
                    <a:pt x="8946" y="60009"/>
                    <a:pt x="10224" y="60648"/>
                    <a:pt x="11502" y="60648"/>
                  </a:cubicBezTo>
                  <a:cubicBezTo>
                    <a:pt x="13419" y="60648"/>
                    <a:pt x="15336" y="59371"/>
                    <a:pt x="16614" y="58094"/>
                  </a:cubicBezTo>
                  <a:lnTo>
                    <a:pt x="20448" y="51710"/>
                  </a:lnTo>
                  <a:cubicBezTo>
                    <a:pt x="24921" y="45326"/>
                    <a:pt x="23643" y="37027"/>
                    <a:pt x="18531" y="31920"/>
                  </a:cubicBezTo>
                  <a:lnTo>
                    <a:pt x="13419" y="26813"/>
                  </a:lnTo>
                  <a:cubicBezTo>
                    <a:pt x="12141" y="25536"/>
                    <a:pt x="12141" y="24259"/>
                    <a:pt x="13419" y="22982"/>
                  </a:cubicBezTo>
                  <a:lnTo>
                    <a:pt x="25560" y="10853"/>
                  </a:lnTo>
                  <a:cubicBezTo>
                    <a:pt x="28116" y="8299"/>
                    <a:pt x="28116" y="4469"/>
                    <a:pt x="25560" y="1915"/>
                  </a:cubicBezTo>
                  <a:cubicBezTo>
                    <a:pt x="23004" y="-638"/>
                    <a:pt x="19170" y="-638"/>
                    <a:pt x="16614" y="1915"/>
                  </a:cubicBezTo>
                  <a:lnTo>
                    <a:pt x="4473" y="14045"/>
                  </a:lnTo>
                  <a:cubicBezTo>
                    <a:pt x="1278" y="17237"/>
                    <a:pt x="0" y="21067"/>
                    <a:pt x="0" y="24898"/>
                  </a:cubicBezTo>
                  <a:cubicBezTo>
                    <a:pt x="0" y="28728"/>
                    <a:pt x="1917" y="33197"/>
                    <a:pt x="4473" y="35750"/>
                  </a:cubicBezTo>
                  <a:lnTo>
                    <a:pt x="8946" y="40857"/>
                  </a:lnTo>
                  <a:close/>
                </a:path>
              </a:pathLst>
            </a:custGeom>
            <a:solidFill>
              <a:srgbClr val="046A38"/>
            </a:solidFill>
            <a:ln w="6390" cap="flat">
              <a:noFill/>
              <a:prstDash val="solid"/>
              <a:miter/>
            </a:ln>
          </p:spPr>
          <p:txBody>
            <a:bodyPr rtlCol="0" anchor="ctr"/>
            <a:lstStyle/>
            <a:p>
              <a:endParaRPr lang="en-US"/>
            </a:p>
          </p:txBody>
        </p:sp>
        <p:sp>
          <p:nvSpPr>
            <p:cNvPr id="1143" name="Graphic 4">
              <a:extLst>
                <a:ext uri="{FF2B5EF4-FFF2-40B4-BE49-F238E27FC236}">
                  <a16:creationId xmlns:a16="http://schemas.microsoft.com/office/drawing/2014/main" id="{98D7E3DC-725B-834E-B746-00BE2D65DFA7}"/>
                </a:ext>
              </a:extLst>
            </p:cNvPr>
            <p:cNvSpPr/>
            <p:nvPr/>
          </p:nvSpPr>
          <p:spPr>
            <a:xfrm>
              <a:off x="1658188" y="1492737"/>
              <a:ext cx="23642" cy="47241"/>
            </a:xfrm>
            <a:custGeom>
              <a:avLst/>
              <a:gdLst>
                <a:gd name="connsiteX0" fmla="*/ 6390 w 23642"/>
                <a:gd name="connsiteY0" fmla="*/ 32558 h 47241"/>
                <a:gd name="connsiteX1" fmla="*/ 3195 w 23642"/>
                <a:gd name="connsiteY1" fmla="*/ 37027 h 47241"/>
                <a:gd name="connsiteX2" fmla="*/ 5112 w 23642"/>
                <a:gd name="connsiteY2" fmla="*/ 45965 h 47241"/>
                <a:gd name="connsiteX3" fmla="*/ 8946 w 23642"/>
                <a:gd name="connsiteY3" fmla="*/ 47241 h 47241"/>
                <a:gd name="connsiteX4" fmla="*/ 14058 w 23642"/>
                <a:gd name="connsiteY4" fmla="*/ 44688 h 47241"/>
                <a:gd name="connsiteX5" fmla="*/ 17253 w 23642"/>
                <a:gd name="connsiteY5" fmla="*/ 40219 h 47241"/>
                <a:gd name="connsiteX6" fmla="*/ 15975 w 23642"/>
                <a:gd name="connsiteY6" fmla="*/ 23621 h 47241"/>
                <a:gd name="connsiteX7" fmla="*/ 12780 w 23642"/>
                <a:gd name="connsiteY7" fmla="*/ 19790 h 47241"/>
                <a:gd name="connsiteX8" fmla="*/ 21726 w 23642"/>
                <a:gd name="connsiteY8" fmla="*/ 10853 h 47241"/>
                <a:gd name="connsiteX9" fmla="*/ 21726 w 23642"/>
                <a:gd name="connsiteY9" fmla="*/ 1915 h 47241"/>
                <a:gd name="connsiteX10" fmla="*/ 12780 w 23642"/>
                <a:gd name="connsiteY10" fmla="*/ 1915 h 47241"/>
                <a:gd name="connsiteX11" fmla="*/ 3834 w 23642"/>
                <a:gd name="connsiteY11" fmla="*/ 10853 h 47241"/>
                <a:gd name="connsiteX12" fmla="*/ 0 w 23642"/>
                <a:gd name="connsiteY12" fmla="*/ 19790 h 47241"/>
                <a:gd name="connsiteX13" fmla="*/ 3834 w 23642"/>
                <a:gd name="connsiteY13" fmla="*/ 28728 h 47241"/>
                <a:gd name="connsiteX14" fmla="*/ 6390 w 23642"/>
                <a:gd name="connsiteY14" fmla="*/ 32558 h 4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42" h="47241">
                  <a:moveTo>
                    <a:pt x="6390" y="32558"/>
                  </a:moveTo>
                  <a:lnTo>
                    <a:pt x="3195" y="37027"/>
                  </a:lnTo>
                  <a:cubicBezTo>
                    <a:pt x="1278" y="40219"/>
                    <a:pt x="1917" y="44049"/>
                    <a:pt x="5112" y="45965"/>
                  </a:cubicBezTo>
                  <a:cubicBezTo>
                    <a:pt x="6390" y="46603"/>
                    <a:pt x="7668" y="47241"/>
                    <a:pt x="8946" y="47241"/>
                  </a:cubicBezTo>
                  <a:cubicBezTo>
                    <a:pt x="10863" y="47241"/>
                    <a:pt x="12780" y="45965"/>
                    <a:pt x="14058" y="44688"/>
                  </a:cubicBezTo>
                  <a:lnTo>
                    <a:pt x="17253" y="40219"/>
                  </a:lnTo>
                  <a:cubicBezTo>
                    <a:pt x="20448" y="35112"/>
                    <a:pt x="19809" y="28090"/>
                    <a:pt x="15975" y="23621"/>
                  </a:cubicBezTo>
                  <a:lnTo>
                    <a:pt x="12780" y="19790"/>
                  </a:lnTo>
                  <a:lnTo>
                    <a:pt x="21726" y="10853"/>
                  </a:lnTo>
                  <a:cubicBezTo>
                    <a:pt x="24282" y="8299"/>
                    <a:pt x="24282" y="4469"/>
                    <a:pt x="21726" y="1915"/>
                  </a:cubicBezTo>
                  <a:cubicBezTo>
                    <a:pt x="19170" y="-638"/>
                    <a:pt x="15336" y="-638"/>
                    <a:pt x="12780" y="1915"/>
                  </a:cubicBezTo>
                  <a:lnTo>
                    <a:pt x="3834" y="10853"/>
                  </a:lnTo>
                  <a:cubicBezTo>
                    <a:pt x="1278" y="13406"/>
                    <a:pt x="0" y="16598"/>
                    <a:pt x="0" y="19790"/>
                  </a:cubicBezTo>
                  <a:cubicBezTo>
                    <a:pt x="0" y="22982"/>
                    <a:pt x="1278" y="26174"/>
                    <a:pt x="3834" y="28728"/>
                  </a:cubicBezTo>
                  <a:lnTo>
                    <a:pt x="6390" y="32558"/>
                  </a:lnTo>
                  <a:close/>
                </a:path>
              </a:pathLst>
            </a:custGeom>
            <a:solidFill>
              <a:srgbClr val="046A38"/>
            </a:solidFill>
            <a:ln w="6390" cap="flat">
              <a:noFill/>
              <a:prstDash val="solid"/>
              <a:miter/>
            </a:ln>
          </p:spPr>
          <p:txBody>
            <a:bodyPr rtlCol="0" anchor="ctr"/>
            <a:lstStyle/>
            <a:p>
              <a:endParaRPr lang="en-US"/>
            </a:p>
          </p:txBody>
        </p:sp>
        <p:sp>
          <p:nvSpPr>
            <p:cNvPr id="1144" name="Graphic 4">
              <a:extLst>
                <a:ext uri="{FF2B5EF4-FFF2-40B4-BE49-F238E27FC236}">
                  <a16:creationId xmlns:a16="http://schemas.microsoft.com/office/drawing/2014/main" id="{199C7447-8E18-BB4D-B69F-F24E0B5F8E55}"/>
                </a:ext>
              </a:extLst>
            </p:cNvPr>
            <p:cNvSpPr/>
            <p:nvPr/>
          </p:nvSpPr>
          <p:spPr>
            <a:xfrm>
              <a:off x="1714420" y="1495929"/>
              <a:ext cx="23642" cy="47241"/>
            </a:xfrm>
            <a:custGeom>
              <a:avLst/>
              <a:gdLst>
                <a:gd name="connsiteX0" fmla="*/ 6390 w 23642"/>
                <a:gd name="connsiteY0" fmla="*/ 32558 h 47241"/>
                <a:gd name="connsiteX1" fmla="*/ 3195 w 23642"/>
                <a:gd name="connsiteY1" fmla="*/ 37027 h 47241"/>
                <a:gd name="connsiteX2" fmla="*/ 5112 w 23642"/>
                <a:gd name="connsiteY2" fmla="*/ 45965 h 47241"/>
                <a:gd name="connsiteX3" fmla="*/ 8946 w 23642"/>
                <a:gd name="connsiteY3" fmla="*/ 47241 h 47241"/>
                <a:gd name="connsiteX4" fmla="*/ 14058 w 23642"/>
                <a:gd name="connsiteY4" fmla="*/ 44688 h 47241"/>
                <a:gd name="connsiteX5" fmla="*/ 17253 w 23642"/>
                <a:gd name="connsiteY5" fmla="*/ 40219 h 47241"/>
                <a:gd name="connsiteX6" fmla="*/ 15975 w 23642"/>
                <a:gd name="connsiteY6" fmla="*/ 23621 h 47241"/>
                <a:gd name="connsiteX7" fmla="*/ 12780 w 23642"/>
                <a:gd name="connsiteY7" fmla="*/ 19790 h 47241"/>
                <a:gd name="connsiteX8" fmla="*/ 21726 w 23642"/>
                <a:gd name="connsiteY8" fmla="*/ 10853 h 47241"/>
                <a:gd name="connsiteX9" fmla="*/ 21726 w 23642"/>
                <a:gd name="connsiteY9" fmla="*/ 1915 h 47241"/>
                <a:gd name="connsiteX10" fmla="*/ 12780 w 23642"/>
                <a:gd name="connsiteY10" fmla="*/ 1915 h 47241"/>
                <a:gd name="connsiteX11" fmla="*/ 3834 w 23642"/>
                <a:gd name="connsiteY11" fmla="*/ 10853 h 47241"/>
                <a:gd name="connsiteX12" fmla="*/ 0 w 23642"/>
                <a:gd name="connsiteY12" fmla="*/ 19790 h 47241"/>
                <a:gd name="connsiteX13" fmla="*/ 3834 w 23642"/>
                <a:gd name="connsiteY13" fmla="*/ 28728 h 47241"/>
                <a:gd name="connsiteX14" fmla="*/ 6390 w 23642"/>
                <a:gd name="connsiteY14" fmla="*/ 32558 h 4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42" h="47241">
                  <a:moveTo>
                    <a:pt x="6390" y="32558"/>
                  </a:moveTo>
                  <a:lnTo>
                    <a:pt x="3195" y="37027"/>
                  </a:lnTo>
                  <a:cubicBezTo>
                    <a:pt x="1278" y="40219"/>
                    <a:pt x="1917" y="44049"/>
                    <a:pt x="5112" y="45965"/>
                  </a:cubicBezTo>
                  <a:cubicBezTo>
                    <a:pt x="6390" y="46603"/>
                    <a:pt x="7668" y="47241"/>
                    <a:pt x="8946" y="47241"/>
                  </a:cubicBezTo>
                  <a:cubicBezTo>
                    <a:pt x="10863" y="47241"/>
                    <a:pt x="12780" y="45965"/>
                    <a:pt x="14058" y="44688"/>
                  </a:cubicBezTo>
                  <a:lnTo>
                    <a:pt x="17253" y="40219"/>
                  </a:lnTo>
                  <a:cubicBezTo>
                    <a:pt x="20448" y="35112"/>
                    <a:pt x="19809" y="28090"/>
                    <a:pt x="15975" y="23621"/>
                  </a:cubicBezTo>
                  <a:lnTo>
                    <a:pt x="12780" y="19790"/>
                  </a:lnTo>
                  <a:lnTo>
                    <a:pt x="21726" y="10853"/>
                  </a:lnTo>
                  <a:cubicBezTo>
                    <a:pt x="24282" y="8299"/>
                    <a:pt x="24282" y="4469"/>
                    <a:pt x="21726" y="1915"/>
                  </a:cubicBezTo>
                  <a:cubicBezTo>
                    <a:pt x="19170" y="-638"/>
                    <a:pt x="15336" y="-638"/>
                    <a:pt x="12780" y="1915"/>
                  </a:cubicBezTo>
                  <a:lnTo>
                    <a:pt x="3834" y="10853"/>
                  </a:lnTo>
                  <a:cubicBezTo>
                    <a:pt x="1278" y="13406"/>
                    <a:pt x="0" y="16598"/>
                    <a:pt x="0" y="19790"/>
                  </a:cubicBezTo>
                  <a:cubicBezTo>
                    <a:pt x="0" y="22982"/>
                    <a:pt x="1278" y="26174"/>
                    <a:pt x="3834" y="28728"/>
                  </a:cubicBezTo>
                  <a:lnTo>
                    <a:pt x="6390" y="32558"/>
                  </a:lnTo>
                  <a:close/>
                </a:path>
              </a:pathLst>
            </a:custGeom>
            <a:solidFill>
              <a:srgbClr val="046A38"/>
            </a:solidFill>
            <a:ln w="6390" cap="flat">
              <a:noFill/>
              <a:prstDash val="solid"/>
              <a:miter/>
            </a:ln>
          </p:spPr>
          <p:txBody>
            <a:bodyPr rtlCol="0" anchor="ctr"/>
            <a:lstStyle/>
            <a:p>
              <a:endParaRPr lang="en-US"/>
            </a:p>
          </p:txBody>
        </p:sp>
        <p:sp>
          <p:nvSpPr>
            <p:cNvPr id="1145" name="Graphic 4">
              <a:extLst>
                <a:ext uri="{FF2B5EF4-FFF2-40B4-BE49-F238E27FC236}">
                  <a16:creationId xmlns:a16="http://schemas.microsoft.com/office/drawing/2014/main" id="{8602C85C-4BF7-2544-8B54-18AAC017598D}"/>
                </a:ext>
              </a:extLst>
            </p:cNvPr>
            <p:cNvSpPr/>
            <p:nvPr/>
          </p:nvSpPr>
          <p:spPr>
            <a:xfrm>
              <a:off x="1676661" y="1490184"/>
              <a:ext cx="120684" cy="104058"/>
            </a:xfrm>
            <a:custGeom>
              <a:avLst/>
              <a:gdLst>
                <a:gd name="connsiteX0" fmla="*/ 106131 w 120684"/>
                <a:gd name="connsiteY0" fmla="*/ 0 h 104058"/>
                <a:gd name="connsiteX1" fmla="*/ 96546 w 120684"/>
                <a:gd name="connsiteY1" fmla="*/ 5107 h 104058"/>
                <a:gd name="connsiteX2" fmla="*/ 51177 w 120684"/>
                <a:gd name="connsiteY2" fmla="*/ 63840 h 104058"/>
                <a:gd name="connsiteX3" fmla="*/ 45426 w 120684"/>
                <a:gd name="connsiteY3" fmla="*/ 67032 h 104058"/>
                <a:gd name="connsiteX4" fmla="*/ 7726 w 120684"/>
                <a:gd name="connsiteY4" fmla="*/ 67670 h 104058"/>
                <a:gd name="connsiteX5" fmla="*/ 1336 w 120684"/>
                <a:gd name="connsiteY5" fmla="*/ 71501 h 104058"/>
                <a:gd name="connsiteX6" fmla="*/ 697 w 120684"/>
                <a:gd name="connsiteY6" fmla="*/ 79800 h 104058"/>
                <a:gd name="connsiteX7" fmla="*/ 6448 w 120684"/>
                <a:gd name="connsiteY7" fmla="*/ 93845 h 104058"/>
                <a:gd name="connsiteX8" fmla="*/ 21145 w 120684"/>
                <a:gd name="connsiteY8" fmla="*/ 104059 h 104058"/>
                <a:gd name="connsiteX9" fmla="*/ 21783 w 120684"/>
                <a:gd name="connsiteY9" fmla="*/ 104059 h 104058"/>
                <a:gd name="connsiteX10" fmla="*/ 47982 w 120684"/>
                <a:gd name="connsiteY10" fmla="*/ 102782 h 104058"/>
                <a:gd name="connsiteX11" fmla="*/ 60762 w 120684"/>
                <a:gd name="connsiteY11" fmla="*/ 96398 h 104058"/>
                <a:gd name="connsiteX12" fmla="*/ 117632 w 120684"/>
                <a:gd name="connsiteY12" fmla="*/ 22982 h 104058"/>
                <a:gd name="connsiteX13" fmla="*/ 116994 w 120684"/>
                <a:gd name="connsiteY13" fmla="*/ 3830 h 104058"/>
                <a:gd name="connsiteX14" fmla="*/ 106131 w 120684"/>
                <a:gd name="connsiteY14" fmla="*/ 0 h 104058"/>
                <a:gd name="connsiteX15" fmla="*/ 106770 w 120684"/>
                <a:gd name="connsiteY15" fmla="*/ 15960 h 104058"/>
                <a:gd name="connsiteX16" fmla="*/ 49899 w 120684"/>
                <a:gd name="connsiteY16" fmla="*/ 89376 h 104058"/>
                <a:gd name="connsiteX17" fmla="*/ 46704 w 120684"/>
                <a:gd name="connsiteY17" fmla="*/ 91291 h 104058"/>
                <a:gd name="connsiteX18" fmla="*/ 20505 w 120684"/>
                <a:gd name="connsiteY18" fmla="*/ 92568 h 104058"/>
                <a:gd name="connsiteX19" fmla="*/ 17950 w 120684"/>
                <a:gd name="connsiteY19" fmla="*/ 90014 h 104058"/>
                <a:gd name="connsiteX20" fmla="*/ 17950 w 120684"/>
                <a:gd name="connsiteY20" fmla="*/ 90014 h 104058"/>
                <a:gd name="connsiteX21" fmla="*/ 14755 w 120684"/>
                <a:gd name="connsiteY21" fmla="*/ 81715 h 104058"/>
                <a:gd name="connsiteX22" fmla="*/ 45426 w 120684"/>
                <a:gd name="connsiteY22" fmla="*/ 81077 h 104058"/>
                <a:gd name="connsiteX23" fmla="*/ 60762 w 120684"/>
                <a:gd name="connsiteY23" fmla="*/ 72777 h 104058"/>
                <a:gd name="connsiteX24" fmla="*/ 106131 w 120684"/>
                <a:gd name="connsiteY24" fmla="*/ 14045 h 104058"/>
                <a:gd name="connsiteX25" fmla="*/ 106770 w 120684"/>
                <a:gd name="connsiteY25" fmla="*/ 15960 h 104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0684" h="104058">
                  <a:moveTo>
                    <a:pt x="106131" y="0"/>
                  </a:moveTo>
                  <a:cubicBezTo>
                    <a:pt x="102297" y="0"/>
                    <a:pt x="99102" y="1915"/>
                    <a:pt x="96546" y="5107"/>
                  </a:cubicBezTo>
                  <a:lnTo>
                    <a:pt x="51177" y="63840"/>
                  </a:lnTo>
                  <a:cubicBezTo>
                    <a:pt x="49899" y="65117"/>
                    <a:pt x="46704" y="67032"/>
                    <a:pt x="45426" y="67032"/>
                  </a:cubicBezTo>
                  <a:lnTo>
                    <a:pt x="7726" y="67670"/>
                  </a:lnTo>
                  <a:cubicBezTo>
                    <a:pt x="5170" y="67670"/>
                    <a:pt x="2614" y="68947"/>
                    <a:pt x="1336" y="71501"/>
                  </a:cubicBezTo>
                  <a:cubicBezTo>
                    <a:pt x="58" y="74054"/>
                    <a:pt x="-581" y="77246"/>
                    <a:pt x="697" y="79800"/>
                  </a:cubicBezTo>
                  <a:lnTo>
                    <a:pt x="6448" y="93845"/>
                  </a:lnTo>
                  <a:cubicBezTo>
                    <a:pt x="9003" y="100229"/>
                    <a:pt x="14755" y="104059"/>
                    <a:pt x="21145" y="104059"/>
                  </a:cubicBezTo>
                  <a:cubicBezTo>
                    <a:pt x="21145" y="104059"/>
                    <a:pt x="21783" y="104059"/>
                    <a:pt x="21783" y="104059"/>
                  </a:cubicBezTo>
                  <a:lnTo>
                    <a:pt x="47982" y="102782"/>
                  </a:lnTo>
                  <a:cubicBezTo>
                    <a:pt x="53094" y="102782"/>
                    <a:pt x="57567" y="100229"/>
                    <a:pt x="60762" y="96398"/>
                  </a:cubicBezTo>
                  <a:lnTo>
                    <a:pt x="117632" y="22982"/>
                  </a:lnTo>
                  <a:cubicBezTo>
                    <a:pt x="122105" y="17237"/>
                    <a:pt x="121466" y="8938"/>
                    <a:pt x="116994" y="3830"/>
                  </a:cubicBezTo>
                  <a:cubicBezTo>
                    <a:pt x="113160" y="1277"/>
                    <a:pt x="109965" y="0"/>
                    <a:pt x="106131" y="0"/>
                  </a:cubicBezTo>
                  <a:close/>
                  <a:moveTo>
                    <a:pt x="106770" y="15960"/>
                  </a:moveTo>
                  <a:lnTo>
                    <a:pt x="49899" y="89376"/>
                  </a:lnTo>
                  <a:cubicBezTo>
                    <a:pt x="49260" y="90653"/>
                    <a:pt x="47982" y="91291"/>
                    <a:pt x="46704" y="91291"/>
                  </a:cubicBezTo>
                  <a:lnTo>
                    <a:pt x="20505" y="92568"/>
                  </a:lnTo>
                  <a:cubicBezTo>
                    <a:pt x="19866" y="92568"/>
                    <a:pt x="18588" y="91929"/>
                    <a:pt x="17950" y="90014"/>
                  </a:cubicBezTo>
                  <a:cubicBezTo>
                    <a:pt x="17950" y="90014"/>
                    <a:pt x="17950" y="90014"/>
                    <a:pt x="17950" y="90014"/>
                  </a:cubicBezTo>
                  <a:lnTo>
                    <a:pt x="14755" y="81715"/>
                  </a:lnTo>
                  <a:lnTo>
                    <a:pt x="45426" y="81077"/>
                  </a:lnTo>
                  <a:cubicBezTo>
                    <a:pt x="50538" y="81077"/>
                    <a:pt x="57567" y="77246"/>
                    <a:pt x="60762" y="72777"/>
                  </a:cubicBezTo>
                  <a:lnTo>
                    <a:pt x="106131" y="14045"/>
                  </a:lnTo>
                  <a:cubicBezTo>
                    <a:pt x="107409" y="13406"/>
                    <a:pt x="107409" y="15322"/>
                    <a:pt x="106770" y="15960"/>
                  </a:cubicBezTo>
                  <a:close/>
                </a:path>
              </a:pathLst>
            </a:custGeom>
            <a:solidFill>
              <a:srgbClr val="046A38"/>
            </a:solidFill>
            <a:ln w="6390" cap="flat">
              <a:noFill/>
              <a:prstDash val="solid"/>
              <a:miter/>
            </a:ln>
          </p:spPr>
          <p:txBody>
            <a:bodyPr rtlCol="0" anchor="ctr"/>
            <a:lstStyle/>
            <a:p>
              <a:endParaRPr lang="en-US"/>
            </a:p>
          </p:txBody>
        </p:sp>
      </p:grpSp>
      <p:grpSp>
        <p:nvGrpSpPr>
          <p:cNvPr id="1146" name="Graphic 4">
            <a:extLst>
              <a:ext uri="{FF2B5EF4-FFF2-40B4-BE49-F238E27FC236}">
                <a16:creationId xmlns:a16="http://schemas.microsoft.com/office/drawing/2014/main" id="{66D8A84E-7DB5-1A4F-8392-BB30A6D308CE}"/>
              </a:ext>
            </a:extLst>
          </p:cNvPr>
          <p:cNvGrpSpPr/>
          <p:nvPr/>
        </p:nvGrpSpPr>
        <p:grpSpPr>
          <a:xfrm>
            <a:off x="1515054" y="918179"/>
            <a:ext cx="361670" cy="361333"/>
            <a:chOff x="1515054" y="918179"/>
            <a:chExt cx="361670" cy="361333"/>
          </a:xfrm>
          <a:solidFill>
            <a:srgbClr val="046A38"/>
          </a:solidFill>
        </p:grpSpPr>
        <p:sp>
          <p:nvSpPr>
            <p:cNvPr id="1147" name="Graphic 4">
              <a:extLst>
                <a:ext uri="{FF2B5EF4-FFF2-40B4-BE49-F238E27FC236}">
                  <a16:creationId xmlns:a16="http://schemas.microsoft.com/office/drawing/2014/main" id="{186B68EE-CDC6-2F44-842F-695FA15E4E49}"/>
                </a:ext>
              </a:extLst>
            </p:cNvPr>
            <p:cNvSpPr/>
            <p:nvPr/>
          </p:nvSpPr>
          <p:spPr>
            <a:xfrm>
              <a:off x="1515054"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148" name="Graphic 4">
              <a:extLst>
                <a:ext uri="{FF2B5EF4-FFF2-40B4-BE49-F238E27FC236}">
                  <a16:creationId xmlns:a16="http://schemas.microsoft.com/office/drawing/2014/main" id="{0BC17CAD-72B4-A54C-9A49-EC07D679233B}"/>
                </a:ext>
              </a:extLst>
            </p:cNvPr>
            <p:cNvSpPr/>
            <p:nvPr/>
          </p:nvSpPr>
          <p:spPr>
            <a:xfrm>
              <a:off x="1594928" y="1077438"/>
              <a:ext cx="203199" cy="133126"/>
            </a:xfrm>
            <a:custGeom>
              <a:avLst/>
              <a:gdLst>
                <a:gd name="connsiteX0" fmla="*/ 186586 w 203199"/>
                <a:gd name="connsiteY0" fmla="*/ 16300 h 133126"/>
                <a:gd name="connsiteX1" fmla="*/ 178279 w 203199"/>
                <a:gd name="connsiteY1" fmla="*/ 20131 h 133126"/>
                <a:gd name="connsiteX2" fmla="*/ 182113 w 203199"/>
                <a:gd name="connsiteY2" fmla="*/ 28430 h 133126"/>
                <a:gd name="connsiteX3" fmla="*/ 188503 w 203199"/>
                <a:gd name="connsiteY3" fmla="*/ 31622 h 133126"/>
                <a:gd name="connsiteX4" fmla="*/ 175084 w 203199"/>
                <a:gd name="connsiteY4" fmla="*/ 36729 h 133126"/>
                <a:gd name="connsiteX5" fmla="*/ 175084 w 203199"/>
                <a:gd name="connsiteY5" fmla="*/ 22684 h 133126"/>
                <a:gd name="connsiteX6" fmla="*/ 151441 w 203199"/>
                <a:gd name="connsiteY6" fmla="*/ 7363 h 133126"/>
                <a:gd name="connsiteX7" fmla="*/ 127799 w 203199"/>
                <a:gd name="connsiteY7" fmla="*/ 979 h 133126"/>
                <a:gd name="connsiteX8" fmla="*/ 112463 w 203199"/>
                <a:gd name="connsiteY8" fmla="*/ 23961 h 133126"/>
                <a:gd name="connsiteX9" fmla="*/ 102239 w 203199"/>
                <a:gd name="connsiteY9" fmla="*/ 44390 h 133126"/>
                <a:gd name="connsiteX10" fmla="*/ 100961 w 203199"/>
                <a:gd name="connsiteY10" fmla="*/ 44390 h 133126"/>
                <a:gd name="connsiteX11" fmla="*/ 94571 w 203199"/>
                <a:gd name="connsiteY11" fmla="*/ 44390 h 133126"/>
                <a:gd name="connsiteX12" fmla="*/ 93932 w 203199"/>
                <a:gd name="connsiteY12" fmla="*/ 8001 h 133126"/>
                <a:gd name="connsiteX13" fmla="*/ 90737 w 203199"/>
                <a:gd name="connsiteY13" fmla="*/ 3532 h 133126"/>
                <a:gd name="connsiteX14" fmla="*/ 85625 w 203199"/>
                <a:gd name="connsiteY14" fmla="*/ 3532 h 133126"/>
                <a:gd name="connsiteX15" fmla="*/ 49841 w 203199"/>
                <a:gd name="connsiteY15" fmla="*/ 33537 h 133126"/>
                <a:gd name="connsiteX16" fmla="*/ 46646 w 203199"/>
                <a:gd name="connsiteY16" fmla="*/ 38644 h 133126"/>
                <a:gd name="connsiteX17" fmla="*/ 46007 w 203199"/>
                <a:gd name="connsiteY17" fmla="*/ 40559 h 133126"/>
                <a:gd name="connsiteX18" fmla="*/ 13419 w 203199"/>
                <a:gd name="connsiteY18" fmla="*/ 31622 h 133126"/>
                <a:gd name="connsiteX19" fmla="*/ 52397 w 203199"/>
                <a:gd name="connsiteY19" fmla="*/ 22046 h 133126"/>
                <a:gd name="connsiteX20" fmla="*/ 58148 w 203199"/>
                <a:gd name="connsiteY20" fmla="*/ 15023 h 133126"/>
                <a:gd name="connsiteX21" fmla="*/ 51119 w 203199"/>
                <a:gd name="connsiteY21" fmla="*/ 9278 h 133126"/>
                <a:gd name="connsiteX22" fmla="*/ 0 w 203199"/>
                <a:gd name="connsiteY22" fmla="*/ 31622 h 133126"/>
                <a:gd name="connsiteX23" fmla="*/ 0 w 203199"/>
                <a:gd name="connsiteY23" fmla="*/ 31622 h 133126"/>
                <a:gd name="connsiteX24" fmla="*/ 0 w 203199"/>
                <a:gd name="connsiteY24" fmla="*/ 31622 h 133126"/>
                <a:gd name="connsiteX25" fmla="*/ 0 w 203199"/>
                <a:gd name="connsiteY25" fmla="*/ 31622 h 133126"/>
                <a:gd name="connsiteX26" fmla="*/ 0 w 203199"/>
                <a:gd name="connsiteY26" fmla="*/ 31622 h 133126"/>
                <a:gd name="connsiteX27" fmla="*/ 101600 w 203199"/>
                <a:gd name="connsiteY27" fmla="*/ 133127 h 133126"/>
                <a:gd name="connsiteX28" fmla="*/ 203200 w 203199"/>
                <a:gd name="connsiteY28" fmla="*/ 31622 h 133126"/>
                <a:gd name="connsiteX29" fmla="*/ 202561 w 203199"/>
                <a:gd name="connsiteY29" fmla="*/ 28430 h 133126"/>
                <a:gd name="connsiteX30" fmla="*/ 186586 w 203199"/>
                <a:gd name="connsiteY30" fmla="*/ 16300 h 133126"/>
                <a:gd name="connsiteX31" fmla="*/ 121409 w 203199"/>
                <a:gd name="connsiteY31" fmla="*/ 32898 h 133126"/>
                <a:gd name="connsiteX32" fmla="*/ 125243 w 203199"/>
                <a:gd name="connsiteY32" fmla="*/ 29068 h 133126"/>
                <a:gd name="connsiteX33" fmla="*/ 125243 w 203199"/>
                <a:gd name="connsiteY33" fmla="*/ 24599 h 133126"/>
                <a:gd name="connsiteX34" fmla="*/ 131633 w 203199"/>
                <a:gd name="connsiteY34" fmla="*/ 12470 h 133126"/>
                <a:gd name="connsiteX35" fmla="*/ 143135 w 203199"/>
                <a:gd name="connsiteY35" fmla="*/ 16939 h 133126"/>
                <a:gd name="connsiteX36" fmla="*/ 150164 w 203199"/>
                <a:gd name="connsiteY36" fmla="*/ 20131 h 133126"/>
                <a:gd name="connsiteX37" fmla="*/ 150803 w 203199"/>
                <a:gd name="connsiteY37" fmla="*/ 20131 h 133126"/>
                <a:gd name="connsiteX38" fmla="*/ 162943 w 203199"/>
                <a:gd name="connsiteY38" fmla="*/ 26515 h 133126"/>
                <a:gd name="connsiteX39" fmla="*/ 156553 w 203199"/>
                <a:gd name="connsiteY39" fmla="*/ 38644 h 133126"/>
                <a:gd name="connsiteX40" fmla="*/ 153998 w 203199"/>
                <a:gd name="connsiteY40" fmla="*/ 40559 h 133126"/>
                <a:gd name="connsiteX41" fmla="*/ 115019 w 203199"/>
                <a:gd name="connsiteY41" fmla="*/ 43751 h 133126"/>
                <a:gd name="connsiteX42" fmla="*/ 121409 w 203199"/>
                <a:gd name="connsiteY42" fmla="*/ 32898 h 133126"/>
                <a:gd name="connsiteX43" fmla="*/ 59426 w 203199"/>
                <a:gd name="connsiteY43" fmla="*/ 40559 h 133126"/>
                <a:gd name="connsiteX44" fmla="*/ 83069 w 203199"/>
                <a:gd name="connsiteY44" fmla="*/ 18854 h 133126"/>
                <a:gd name="connsiteX45" fmla="*/ 81152 w 203199"/>
                <a:gd name="connsiteY45" fmla="*/ 43113 h 133126"/>
                <a:gd name="connsiteX46" fmla="*/ 77957 w 203199"/>
                <a:gd name="connsiteY46" fmla="*/ 43113 h 133126"/>
                <a:gd name="connsiteX47" fmla="*/ 74762 w 203199"/>
                <a:gd name="connsiteY47" fmla="*/ 35452 h 133126"/>
                <a:gd name="connsiteX48" fmla="*/ 66455 w 203199"/>
                <a:gd name="connsiteY48" fmla="*/ 38644 h 133126"/>
                <a:gd name="connsiteX49" fmla="*/ 64538 w 203199"/>
                <a:gd name="connsiteY49" fmla="*/ 42474 h 133126"/>
                <a:gd name="connsiteX50" fmla="*/ 64538 w 203199"/>
                <a:gd name="connsiteY50" fmla="*/ 42474 h 133126"/>
                <a:gd name="connsiteX51" fmla="*/ 58787 w 203199"/>
                <a:gd name="connsiteY51" fmla="*/ 41836 h 133126"/>
                <a:gd name="connsiteX52" fmla="*/ 59426 w 203199"/>
                <a:gd name="connsiteY52" fmla="*/ 40559 h 133126"/>
                <a:gd name="connsiteX53" fmla="*/ 100961 w 203199"/>
                <a:gd name="connsiteY53" fmla="*/ 120359 h 133126"/>
                <a:gd name="connsiteX54" fmla="*/ 13419 w 203199"/>
                <a:gd name="connsiteY54" fmla="*/ 45666 h 133126"/>
                <a:gd name="connsiteX55" fmla="*/ 100961 w 203199"/>
                <a:gd name="connsiteY55" fmla="*/ 56519 h 133126"/>
                <a:gd name="connsiteX56" fmla="*/ 189142 w 203199"/>
                <a:gd name="connsiteY56" fmla="*/ 45666 h 133126"/>
                <a:gd name="connsiteX57" fmla="*/ 100961 w 203199"/>
                <a:gd name="connsiteY57" fmla="*/ 120359 h 133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03199" h="133126">
                  <a:moveTo>
                    <a:pt x="186586" y="16300"/>
                  </a:moveTo>
                  <a:cubicBezTo>
                    <a:pt x="183391" y="15023"/>
                    <a:pt x="179557" y="16939"/>
                    <a:pt x="178279" y="20131"/>
                  </a:cubicBezTo>
                  <a:cubicBezTo>
                    <a:pt x="177001" y="23323"/>
                    <a:pt x="178918" y="27153"/>
                    <a:pt x="182113" y="28430"/>
                  </a:cubicBezTo>
                  <a:cubicBezTo>
                    <a:pt x="185308" y="29706"/>
                    <a:pt x="187225" y="30983"/>
                    <a:pt x="188503" y="31622"/>
                  </a:cubicBezTo>
                  <a:cubicBezTo>
                    <a:pt x="186586" y="32898"/>
                    <a:pt x="181474" y="34814"/>
                    <a:pt x="175084" y="36729"/>
                  </a:cubicBezTo>
                  <a:cubicBezTo>
                    <a:pt x="176362" y="32260"/>
                    <a:pt x="177001" y="27153"/>
                    <a:pt x="175084" y="22684"/>
                  </a:cubicBezTo>
                  <a:cubicBezTo>
                    <a:pt x="171889" y="12470"/>
                    <a:pt x="161665" y="6086"/>
                    <a:pt x="151441" y="7363"/>
                  </a:cubicBezTo>
                  <a:cubicBezTo>
                    <a:pt x="145690" y="979"/>
                    <a:pt x="136106" y="-1575"/>
                    <a:pt x="127799" y="979"/>
                  </a:cubicBezTo>
                  <a:cubicBezTo>
                    <a:pt x="117575" y="4171"/>
                    <a:pt x="111824" y="13747"/>
                    <a:pt x="112463" y="23961"/>
                  </a:cubicBezTo>
                  <a:cubicBezTo>
                    <a:pt x="105434" y="28430"/>
                    <a:pt x="101600" y="36090"/>
                    <a:pt x="102239" y="44390"/>
                  </a:cubicBezTo>
                  <a:cubicBezTo>
                    <a:pt x="101600" y="44390"/>
                    <a:pt x="100961" y="44390"/>
                    <a:pt x="100961" y="44390"/>
                  </a:cubicBezTo>
                  <a:cubicBezTo>
                    <a:pt x="99044" y="44390"/>
                    <a:pt x="96488" y="44390"/>
                    <a:pt x="94571" y="44390"/>
                  </a:cubicBezTo>
                  <a:cubicBezTo>
                    <a:pt x="99044" y="26515"/>
                    <a:pt x="94571" y="8639"/>
                    <a:pt x="93932" y="8001"/>
                  </a:cubicBezTo>
                  <a:cubicBezTo>
                    <a:pt x="93293" y="6086"/>
                    <a:pt x="92015" y="4809"/>
                    <a:pt x="90737" y="3532"/>
                  </a:cubicBezTo>
                  <a:cubicBezTo>
                    <a:pt x="88820" y="2894"/>
                    <a:pt x="86903" y="2894"/>
                    <a:pt x="85625" y="3532"/>
                  </a:cubicBezTo>
                  <a:cubicBezTo>
                    <a:pt x="84986" y="4171"/>
                    <a:pt x="64538" y="13747"/>
                    <a:pt x="49841" y="33537"/>
                  </a:cubicBezTo>
                  <a:cubicBezTo>
                    <a:pt x="48564" y="35452"/>
                    <a:pt x="47285" y="36729"/>
                    <a:pt x="46646" y="38644"/>
                  </a:cubicBezTo>
                  <a:cubicBezTo>
                    <a:pt x="46007" y="39282"/>
                    <a:pt x="46007" y="39921"/>
                    <a:pt x="46007" y="40559"/>
                  </a:cubicBezTo>
                  <a:cubicBezTo>
                    <a:pt x="28116" y="38006"/>
                    <a:pt x="17253" y="34175"/>
                    <a:pt x="13419" y="31622"/>
                  </a:cubicBezTo>
                  <a:cubicBezTo>
                    <a:pt x="16614" y="29068"/>
                    <a:pt x="27477" y="25238"/>
                    <a:pt x="52397" y="22046"/>
                  </a:cubicBezTo>
                  <a:cubicBezTo>
                    <a:pt x="55592" y="21407"/>
                    <a:pt x="58148" y="18215"/>
                    <a:pt x="58148" y="15023"/>
                  </a:cubicBezTo>
                  <a:cubicBezTo>
                    <a:pt x="57509" y="11831"/>
                    <a:pt x="54314" y="9278"/>
                    <a:pt x="51119" y="9278"/>
                  </a:cubicBezTo>
                  <a:cubicBezTo>
                    <a:pt x="639" y="15662"/>
                    <a:pt x="0" y="27153"/>
                    <a:pt x="0" y="31622"/>
                  </a:cubicBezTo>
                  <a:cubicBezTo>
                    <a:pt x="0" y="31622"/>
                    <a:pt x="0" y="31622"/>
                    <a:pt x="0" y="31622"/>
                  </a:cubicBezTo>
                  <a:cubicBezTo>
                    <a:pt x="0" y="31622"/>
                    <a:pt x="0" y="31622"/>
                    <a:pt x="0" y="31622"/>
                  </a:cubicBezTo>
                  <a:cubicBezTo>
                    <a:pt x="0" y="31622"/>
                    <a:pt x="0" y="31622"/>
                    <a:pt x="0" y="31622"/>
                  </a:cubicBezTo>
                  <a:cubicBezTo>
                    <a:pt x="0" y="31622"/>
                    <a:pt x="0" y="31622"/>
                    <a:pt x="0" y="31622"/>
                  </a:cubicBezTo>
                  <a:cubicBezTo>
                    <a:pt x="0" y="87801"/>
                    <a:pt x="46007" y="133127"/>
                    <a:pt x="101600" y="133127"/>
                  </a:cubicBezTo>
                  <a:cubicBezTo>
                    <a:pt x="157831" y="133127"/>
                    <a:pt x="203200" y="87801"/>
                    <a:pt x="203200" y="31622"/>
                  </a:cubicBezTo>
                  <a:cubicBezTo>
                    <a:pt x="203200" y="30345"/>
                    <a:pt x="202561" y="29706"/>
                    <a:pt x="202561" y="28430"/>
                  </a:cubicBezTo>
                  <a:cubicBezTo>
                    <a:pt x="199366" y="21407"/>
                    <a:pt x="190420" y="17577"/>
                    <a:pt x="186586" y="16300"/>
                  </a:cubicBezTo>
                  <a:close/>
                  <a:moveTo>
                    <a:pt x="121409" y="32898"/>
                  </a:moveTo>
                  <a:cubicBezTo>
                    <a:pt x="123326" y="32260"/>
                    <a:pt x="124604" y="30983"/>
                    <a:pt x="125243" y="29068"/>
                  </a:cubicBezTo>
                  <a:cubicBezTo>
                    <a:pt x="125882" y="27791"/>
                    <a:pt x="125882" y="25876"/>
                    <a:pt x="125243" y="24599"/>
                  </a:cubicBezTo>
                  <a:cubicBezTo>
                    <a:pt x="123326" y="19492"/>
                    <a:pt x="126521" y="14385"/>
                    <a:pt x="131633" y="12470"/>
                  </a:cubicBezTo>
                  <a:cubicBezTo>
                    <a:pt x="136106" y="11193"/>
                    <a:pt x="140579" y="13108"/>
                    <a:pt x="143135" y="16939"/>
                  </a:cubicBezTo>
                  <a:cubicBezTo>
                    <a:pt x="144413" y="19492"/>
                    <a:pt x="147608" y="20769"/>
                    <a:pt x="150164" y="20131"/>
                  </a:cubicBezTo>
                  <a:cubicBezTo>
                    <a:pt x="150164" y="20131"/>
                    <a:pt x="150803" y="20131"/>
                    <a:pt x="150803" y="20131"/>
                  </a:cubicBezTo>
                  <a:cubicBezTo>
                    <a:pt x="155914" y="18854"/>
                    <a:pt x="161026" y="21407"/>
                    <a:pt x="162943" y="26515"/>
                  </a:cubicBezTo>
                  <a:cubicBezTo>
                    <a:pt x="164860" y="31622"/>
                    <a:pt x="161665" y="36729"/>
                    <a:pt x="156553" y="38644"/>
                  </a:cubicBezTo>
                  <a:cubicBezTo>
                    <a:pt x="155275" y="39282"/>
                    <a:pt x="154636" y="39921"/>
                    <a:pt x="153998" y="40559"/>
                  </a:cubicBezTo>
                  <a:cubicBezTo>
                    <a:pt x="143135" y="41836"/>
                    <a:pt x="130355" y="43113"/>
                    <a:pt x="115019" y="43751"/>
                  </a:cubicBezTo>
                  <a:cubicBezTo>
                    <a:pt x="114380" y="38644"/>
                    <a:pt x="116936" y="34175"/>
                    <a:pt x="121409" y="32898"/>
                  </a:cubicBezTo>
                  <a:close/>
                  <a:moveTo>
                    <a:pt x="59426" y="40559"/>
                  </a:moveTo>
                  <a:cubicBezTo>
                    <a:pt x="67094" y="30345"/>
                    <a:pt x="76679" y="22684"/>
                    <a:pt x="83069" y="18854"/>
                  </a:cubicBezTo>
                  <a:cubicBezTo>
                    <a:pt x="83708" y="25238"/>
                    <a:pt x="83708" y="34814"/>
                    <a:pt x="81152" y="43113"/>
                  </a:cubicBezTo>
                  <a:cubicBezTo>
                    <a:pt x="79874" y="43113"/>
                    <a:pt x="79235" y="43113"/>
                    <a:pt x="77957" y="43113"/>
                  </a:cubicBezTo>
                  <a:cubicBezTo>
                    <a:pt x="79235" y="39921"/>
                    <a:pt x="77318" y="36729"/>
                    <a:pt x="74762" y="35452"/>
                  </a:cubicBezTo>
                  <a:cubicBezTo>
                    <a:pt x="71567" y="34175"/>
                    <a:pt x="67733" y="35452"/>
                    <a:pt x="66455" y="38644"/>
                  </a:cubicBezTo>
                  <a:cubicBezTo>
                    <a:pt x="65816" y="39921"/>
                    <a:pt x="65177" y="41198"/>
                    <a:pt x="64538" y="42474"/>
                  </a:cubicBezTo>
                  <a:cubicBezTo>
                    <a:pt x="64538" y="42474"/>
                    <a:pt x="64538" y="42474"/>
                    <a:pt x="64538" y="42474"/>
                  </a:cubicBezTo>
                  <a:cubicBezTo>
                    <a:pt x="62621" y="42474"/>
                    <a:pt x="60704" y="41836"/>
                    <a:pt x="58787" y="41836"/>
                  </a:cubicBezTo>
                  <a:cubicBezTo>
                    <a:pt x="58787" y="41198"/>
                    <a:pt x="59426" y="41198"/>
                    <a:pt x="59426" y="40559"/>
                  </a:cubicBezTo>
                  <a:close/>
                  <a:moveTo>
                    <a:pt x="100961" y="120359"/>
                  </a:moveTo>
                  <a:cubicBezTo>
                    <a:pt x="56870" y="120359"/>
                    <a:pt x="19809" y="87801"/>
                    <a:pt x="13419" y="45666"/>
                  </a:cubicBezTo>
                  <a:cubicBezTo>
                    <a:pt x="38340" y="55881"/>
                    <a:pt x="88181" y="56519"/>
                    <a:pt x="100961" y="56519"/>
                  </a:cubicBezTo>
                  <a:cubicBezTo>
                    <a:pt x="113741" y="56519"/>
                    <a:pt x="164221" y="55881"/>
                    <a:pt x="189142" y="45666"/>
                  </a:cubicBezTo>
                  <a:cubicBezTo>
                    <a:pt x="181474" y="87801"/>
                    <a:pt x="145051" y="120359"/>
                    <a:pt x="100961" y="120359"/>
                  </a:cubicBezTo>
                  <a:close/>
                </a:path>
              </a:pathLst>
            </a:custGeom>
            <a:solidFill>
              <a:srgbClr val="046A38"/>
            </a:solidFill>
            <a:ln w="6390" cap="flat">
              <a:noFill/>
              <a:prstDash val="solid"/>
              <a:miter/>
            </a:ln>
          </p:spPr>
          <p:txBody>
            <a:bodyPr rtlCol="0" anchor="ctr"/>
            <a:lstStyle/>
            <a:p>
              <a:endParaRPr lang="en-US"/>
            </a:p>
          </p:txBody>
        </p:sp>
        <p:sp>
          <p:nvSpPr>
            <p:cNvPr id="1149" name="Graphic 4">
              <a:extLst>
                <a:ext uri="{FF2B5EF4-FFF2-40B4-BE49-F238E27FC236}">
                  <a16:creationId xmlns:a16="http://schemas.microsoft.com/office/drawing/2014/main" id="{F8669597-A7CB-C048-BECF-66492CD94FE8}"/>
                </a:ext>
              </a:extLst>
            </p:cNvPr>
            <p:cNvSpPr/>
            <p:nvPr/>
          </p:nvSpPr>
          <p:spPr>
            <a:xfrm>
              <a:off x="1599799" y="992617"/>
              <a:ext cx="83310" cy="89630"/>
            </a:xfrm>
            <a:custGeom>
              <a:avLst/>
              <a:gdLst>
                <a:gd name="connsiteX0" fmla="*/ 18772 w 83310"/>
                <a:gd name="connsiteY0" fmla="*/ 88354 h 89630"/>
                <a:gd name="connsiteX1" fmla="*/ 22606 w 83310"/>
                <a:gd name="connsiteY1" fmla="*/ 89630 h 89630"/>
                <a:gd name="connsiteX2" fmla="*/ 27718 w 83310"/>
                <a:gd name="connsiteY2" fmla="*/ 87077 h 89630"/>
                <a:gd name="connsiteX3" fmla="*/ 82032 w 83310"/>
                <a:gd name="connsiteY3" fmla="*/ 20045 h 89630"/>
                <a:gd name="connsiteX4" fmla="*/ 83310 w 83310"/>
                <a:gd name="connsiteY4" fmla="*/ 15576 h 89630"/>
                <a:gd name="connsiteX5" fmla="*/ 80754 w 83310"/>
                <a:gd name="connsiteY5" fmla="*/ 11107 h 89630"/>
                <a:gd name="connsiteX6" fmla="*/ 11104 w 83310"/>
                <a:gd name="connsiteY6" fmla="*/ 18130 h 89630"/>
                <a:gd name="connsiteX7" fmla="*/ 241 w 83310"/>
                <a:gd name="connsiteY7" fmla="*/ 54518 h 89630"/>
                <a:gd name="connsiteX8" fmla="*/ 18772 w 83310"/>
                <a:gd name="connsiteY8" fmla="*/ 88354 h 89630"/>
                <a:gd name="connsiteX9" fmla="*/ 21328 w 83310"/>
                <a:gd name="connsiteY9" fmla="*/ 27067 h 89630"/>
                <a:gd name="connsiteX10" fmla="*/ 50083 w 83310"/>
                <a:gd name="connsiteY10" fmla="*/ 13661 h 89630"/>
                <a:gd name="connsiteX11" fmla="*/ 67974 w 83310"/>
                <a:gd name="connsiteY11" fmla="*/ 18130 h 89630"/>
                <a:gd name="connsiteX12" fmla="*/ 22606 w 83310"/>
                <a:gd name="connsiteY12" fmla="*/ 74309 h 89630"/>
                <a:gd name="connsiteX13" fmla="*/ 13660 w 83310"/>
                <a:gd name="connsiteY13" fmla="*/ 53880 h 89630"/>
                <a:gd name="connsiteX14" fmla="*/ 21328 w 83310"/>
                <a:gd name="connsiteY14" fmla="*/ 27067 h 8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310" h="89630">
                  <a:moveTo>
                    <a:pt x="18772" y="88354"/>
                  </a:moveTo>
                  <a:cubicBezTo>
                    <a:pt x="20050" y="89630"/>
                    <a:pt x="21328" y="89630"/>
                    <a:pt x="22606" y="89630"/>
                  </a:cubicBezTo>
                  <a:cubicBezTo>
                    <a:pt x="24523" y="89630"/>
                    <a:pt x="26440" y="88992"/>
                    <a:pt x="27718" y="87077"/>
                  </a:cubicBezTo>
                  <a:lnTo>
                    <a:pt x="82032" y="20045"/>
                  </a:lnTo>
                  <a:cubicBezTo>
                    <a:pt x="83310" y="18768"/>
                    <a:pt x="83310" y="16853"/>
                    <a:pt x="83310" y="15576"/>
                  </a:cubicBezTo>
                  <a:cubicBezTo>
                    <a:pt x="83310" y="14299"/>
                    <a:pt x="82032" y="12384"/>
                    <a:pt x="80754" y="11107"/>
                  </a:cubicBezTo>
                  <a:cubicBezTo>
                    <a:pt x="59667" y="-6129"/>
                    <a:pt x="28357" y="-2937"/>
                    <a:pt x="11104" y="18130"/>
                  </a:cubicBezTo>
                  <a:cubicBezTo>
                    <a:pt x="2797" y="28344"/>
                    <a:pt x="-1037" y="41112"/>
                    <a:pt x="241" y="54518"/>
                  </a:cubicBezTo>
                  <a:cubicBezTo>
                    <a:pt x="1519" y="67925"/>
                    <a:pt x="8548" y="80054"/>
                    <a:pt x="18772" y="88354"/>
                  </a:cubicBezTo>
                  <a:close/>
                  <a:moveTo>
                    <a:pt x="21328" y="27067"/>
                  </a:moveTo>
                  <a:cubicBezTo>
                    <a:pt x="28357" y="18130"/>
                    <a:pt x="39220" y="13661"/>
                    <a:pt x="50083" y="13661"/>
                  </a:cubicBezTo>
                  <a:cubicBezTo>
                    <a:pt x="56472" y="13661"/>
                    <a:pt x="62223" y="14938"/>
                    <a:pt x="67974" y="18130"/>
                  </a:cubicBezTo>
                  <a:lnTo>
                    <a:pt x="22606" y="74309"/>
                  </a:lnTo>
                  <a:cubicBezTo>
                    <a:pt x="17494" y="68563"/>
                    <a:pt x="14299" y="61541"/>
                    <a:pt x="13660" y="53880"/>
                  </a:cubicBezTo>
                  <a:cubicBezTo>
                    <a:pt x="12382" y="44304"/>
                    <a:pt x="14938" y="34728"/>
                    <a:pt x="21328" y="27067"/>
                  </a:cubicBezTo>
                  <a:close/>
                </a:path>
              </a:pathLst>
            </a:custGeom>
            <a:solidFill>
              <a:srgbClr val="046A38"/>
            </a:solidFill>
            <a:ln w="6390" cap="flat">
              <a:noFill/>
              <a:prstDash val="solid"/>
              <a:miter/>
            </a:ln>
          </p:spPr>
          <p:txBody>
            <a:bodyPr rtlCol="0" anchor="ctr"/>
            <a:lstStyle/>
            <a:p>
              <a:endParaRPr lang="en-US"/>
            </a:p>
          </p:txBody>
        </p:sp>
        <p:sp>
          <p:nvSpPr>
            <p:cNvPr id="1150" name="Graphic 4">
              <a:extLst>
                <a:ext uri="{FF2B5EF4-FFF2-40B4-BE49-F238E27FC236}">
                  <a16:creationId xmlns:a16="http://schemas.microsoft.com/office/drawing/2014/main" id="{C5E0C0F3-3B6C-2A4A-93BE-180C1FF10653}"/>
                </a:ext>
              </a:extLst>
            </p:cNvPr>
            <p:cNvSpPr/>
            <p:nvPr/>
          </p:nvSpPr>
          <p:spPr>
            <a:xfrm>
              <a:off x="1629345" y="1024703"/>
              <a:ext cx="14234" cy="14133"/>
            </a:xfrm>
            <a:custGeom>
              <a:avLst/>
              <a:gdLst>
                <a:gd name="connsiteX0" fmla="*/ 3922 w 14234"/>
                <a:gd name="connsiteY0" fmla="*/ 12856 h 14133"/>
                <a:gd name="connsiteX1" fmla="*/ 7756 w 14234"/>
                <a:gd name="connsiteY1" fmla="*/ 14133 h 14133"/>
                <a:gd name="connsiteX2" fmla="*/ 12868 w 14234"/>
                <a:gd name="connsiteY2" fmla="*/ 11580 h 14133"/>
                <a:gd name="connsiteX3" fmla="*/ 12229 w 14234"/>
                <a:gd name="connsiteY3" fmla="*/ 2642 h 14133"/>
                <a:gd name="connsiteX4" fmla="*/ 10312 w 14234"/>
                <a:gd name="connsiteY4" fmla="*/ 1365 h 14133"/>
                <a:gd name="connsiteX5" fmla="*/ 1366 w 14234"/>
                <a:gd name="connsiteY5" fmla="*/ 2004 h 14133"/>
                <a:gd name="connsiteX6" fmla="*/ 2005 w 14234"/>
                <a:gd name="connsiteY6" fmla="*/ 10941 h 14133"/>
                <a:gd name="connsiteX7" fmla="*/ 3922 w 14234"/>
                <a:gd name="connsiteY7" fmla="*/ 12856 h 14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34" h="14133">
                  <a:moveTo>
                    <a:pt x="3922" y="12856"/>
                  </a:moveTo>
                  <a:cubicBezTo>
                    <a:pt x="5200" y="13495"/>
                    <a:pt x="6478" y="14133"/>
                    <a:pt x="7756" y="14133"/>
                  </a:cubicBezTo>
                  <a:cubicBezTo>
                    <a:pt x="9673" y="14133"/>
                    <a:pt x="11590" y="13495"/>
                    <a:pt x="12868" y="11580"/>
                  </a:cubicBezTo>
                  <a:cubicBezTo>
                    <a:pt x="14785" y="9026"/>
                    <a:pt x="14785" y="4557"/>
                    <a:pt x="12229" y="2642"/>
                  </a:cubicBezTo>
                  <a:lnTo>
                    <a:pt x="10312" y="1365"/>
                  </a:lnTo>
                  <a:cubicBezTo>
                    <a:pt x="7756" y="-550"/>
                    <a:pt x="3283" y="-550"/>
                    <a:pt x="1366" y="2004"/>
                  </a:cubicBezTo>
                  <a:cubicBezTo>
                    <a:pt x="-551" y="4557"/>
                    <a:pt x="-551" y="9026"/>
                    <a:pt x="2005" y="10941"/>
                  </a:cubicBezTo>
                  <a:lnTo>
                    <a:pt x="3922" y="12856"/>
                  </a:lnTo>
                  <a:close/>
                </a:path>
              </a:pathLst>
            </a:custGeom>
            <a:solidFill>
              <a:srgbClr val="046A38"/>
            </a:solidFill>
            <a:ln w="6390" cap="flat">
              <a:noFill/>
              <a:prstDash val="solid"/>
              <a:miter/>
            </a:ln>
          </p:spPr>
          <p:txBody>
            <a:bodyPr rtlCol="0" anchor="ctr"/>
            <a:lstStyle/>
            <a:p>
              <a:endParaRPr lang="en-US"/>
            </a:p>
          </p:txBody>
        </p:sp>
        <p:sp>
          <p:nvSpPr>
            <p:cNvPr id="1151" name="Graphic 4">
              <a:extLst>
                <a:ext uri="{FF2B5EF4-FFF2-40B4-BE49-F238E27FC236}">
                  <a16:creationId xmlns:a16="http://schemas.microsoft.com/office/drawing/2014/main" id="{BAF59556-1952-DA4F-9DE7-0A6412D9483E}"/>
                </a:ext>
              </a:extLst>
            </p:cNvPr>
            <p:cNvSpPr/>
            <p:nvPr/>
          </p:nvSpPr>
          <p:spPr>
            <a:xfrm>
              <a:off x="1622316" y="1038109"/>
              <a:ext cx="14234" cy="14133"/>
            </a:xfrm>
            <a:custGeom>
              <a:avLst/>
              <a:gdLst>
                <a:gd name="connsiteX0" fmla="*/ 3922 w 14234"/>
                <a:gd name="connsiteY0" fmla="*/ 12856 h 14133"/>
                <a:gd name="connsiteX1" fmla="*/ 7756 w 14234"/>
                <a:gd name="connsiteY1" fmla="*/ 14133 h 14133"/>
                <a:gd name="connsiteX2" fmla="*/ 12868 w 14234"/>
                <a:gd name="connsiteY2" fmla="*/ 11580 h 14133"/>
                <a:gd name="connsiteX3" fmla="*/ 12229 w 14234"/>
                <a:gd name="connsiteY3" fmla="*/ 2642 h 14133"/>
                <a:gd name="connsiteX4" fmla="*/ 10312 w 14234"/>
                <a:gd name="connsiteY4" fmla="*/ 1365 h 14133"/>
                <a:gd name="connsiteX5" fmla="*/ 1366 w 14234"/>
                <a:gd name="connsiteY5" fmla="*/ 2004 h 14133"/>
                <a:gd name="connsiteX6" fmla="*/ 2005 w 14234"/>
                <a:gd name="connsiteY6" fmla="*/ 10941 h 14133"/>
                <a:gd name="connsiteX7" fmla="*/ 3922 w 14234"/>
                <a:gd name="connsiteY7" fmla="*/ 12856 h 14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34" h="14133">
                  <a:moveTo>
                    <a:pt x="3922" y="12856"/>
                  </a:moveTo>
                  <a:cubicBezTo>
                    <a:pt x="5200" y="14133"/>
                    <a:pt x="6478" y="14133"/>
                    <a:pt x="7756" y="14133"/>
                  </a:cubicBezTo>
                  <a:cubicBezTo>
                    <a:pt x="9673" y="14133"/>
                    <a:pt x="11590" y="13495"/>
                    <a:pt x="12868" y="11580"/>
                  </a:cubicBezTo>
                  <a:cubicBezTo>
                    <a:pt x="14785" y="9026"/>
                    <a:pt x="14785" y="4557"/>
                    <a:pt x="12229" y="2642"/>
                  </a:cubicBezTo>
                  <a:lnTo>
                    <a:pt x="10312" y="1365"/>
                  </a:lnTo>
                  <a:cubicBezTo>
                    <a:pt x="7756" y="-550"/>
                    <a:pt x="3283" y="-550"/>
                    <a:pt x="1366" y="2004"/>
                  </a:cubicBezTo>
                  <a:cubicBezTo>
                    <a:pt x="-551" y="4557"/>
                    <a:pt x="-551" y="9026"/>
                    <a:pt x="2005" y="10941"/>
                  </a:cubicBezTo>
                  <a:lnTo>
                    <a:pt x="3922" y="12856"/>
                  </a:lnTo>
                  <a:close/>
                </a:path>
              </a:pathLst>
            </a:custGeom>
            <a:solidFill>
              <a:srgbClr val="046A38"/>
            </a:solidFill>
            <a:ln w="6390" cap="flat">
              <a:noFill/>
              <a:prstDash val="solid"/>
              <a:miter/>
            </a:ln>
          </p:spPr>
          <p:txBody>
            <a:bodyPr rtlCol="0" anchor="ctr"/>
            <a:lstStyle/>
            <a:p>
              <a:endParaRPr lang="en-US"/>
            </a:p>
          </p:txBody>
        </p:sp>
        <p:sp>
          <p:nvSpPr>
            <p:cNvPr id="1152" name="Graphic 4">
              <a:extLst>
                <a:ext uri="{FF2B5EF4-FFF2-40B4-BE49-F238E27FC236}">
                  <a16:creationId xmlns:a16="http://schemas.microsoft.com/office/drawing/2014/main" id="{C1F64043-9AEC-3C4D-BBE3-3272611A31AC}"/>
                </a:ext>
              </a:extLst>
            </p:cNvPr>
            <p:cNvSpPr/>
            <p:nvPr/>
          </p:nvSpPr>
          <p:spPr>
            <a:xfrm>
              <a:off x="1640847" y="1015127"/>
              <a:ext cx="14234" cy="14133"/>
            </a:xfrm>
            <a:custGeom>
              <a:avLst/>
              <a:gdLst>
                <a:gd name="connsiteX0" fmla="*/ 3922 w 14234"/>
                <a:gd name="connsiteY0" fmla="*/ 12856 h 14133"/>
                <a:gd name="connsiteX1" fmla="*/ 7756 w 14234"/>
                <a:gd name="connsiteY1" fmla="*/ 14133 h 14133"/>
                <a:gd name="connsiteX2" fmla="*/ 12868 w 14234"/>
                <a:gd name="connsiteY2" fmla="*/ 11580 h 14133"/>
                <a:gd name="connsiteX3" fmla="*/ 12229 w 14234"/>
                <a:gd name="connsiteY3" fmla="*/ 2642 h 14133"/>
                <a:gd name="connsiteX4" fmla="*/ 10312 w 14234"/>
                <a:gd name="connsiteY4" fmla="*/ 1365 h 14133"/>
                <a:gd name="connsiteX5" fmla="*/ 1366 w 14234"/>
                <a:gd name="connsiteY5" fmla="*/ 2004 h 14133"/>
                <a:gd name="connsiteX6" fmla="*/ 2005 w 14234"/>
                <a:gd name="connsiteY6" fmla="*/ 10941 h 14133"/>
                <a:gd name="connsiteX7" fmla="*/ 3922 w 14234"/>
                <a:gd name="connsiteY7" fmla="*/ 12856 h 14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34" h="14133">
                  <a:moveTo>
                    <a:pt x="3922" y="12856"/>
                  </a:moveTo>
                  <a:cubicBezTo>
                    <a:pt x="5200" y="14133"/>
                    <a:pt x="6478" y="14133"/>
                    <a:pt x="7756" y="14133"/>
                  </a:cubicBezTo>
                  <a:cubicBezTo>
                    <a:pt x="9673" y="14133"/>
                    <a:pt x="11590" y="13495"/>
                    <a:pt x="12868" y="11580"/>
                  </a:cubicBezTo>
                  <a:cubicBezTo>
                    <a:pt x="14785" y="9026"/>
                    <a:pt x="14785" y="4557"/>
                    <a:pt x="12229" y="2642"/>
                  </a:cubicBezTo>
                  <a:lnTo>
                    <a:pt x="10312" y="1365"/>
                  </a:lnTo>
                  <a:cubicBezTo>
                    <a:pt x="7756" y="-550"/>
                    <a:pt x="3283" y="-550"/>
                    <a:pt x="1366" y="2004"/>
                  </a:cubicBezTo>
                  <a:cubicBezTo>
                    <a:pt x="-551" y="4557"/>
                    <a:pt x="-551" y="9026"/>
                    <a:pt x="2005" y="10941"/>
                  </a:cubicBezTo>
                  <a:lnTo>
                    <a:pt x="3922" y="12856"/>
                  </a:lnTo>
                  <a:close/>
                </a:path>
              </a:pathLst>
            </a:custGeom>
            <a:solidFill>
              <a:srgbClr val="046A38"/>
            </a:solidFill>
            <a:ln w="6390" cap="flat">
              <a:noFill/>
              <a:prstDash val="solid"/>
              <a:miter/>
            </a:ln>
          </p:spPr>
          <p:txBody>
            <a:bodyPr rtlCol="0" anchor="ctr"/>
            <a:lstStyle/>
            <a:p>
              <a:endParaRPr lang="en-US"/>
            </a:p>
          </p:txBody>
        </p:sp>
        <p:sp>
          <p:nvSpPr>
            <p:cNvPr id="1153" name="Graphic 4">
              <a:extLst>
                <a:ext uri="{FF2B5EF4-FFF2-40B4-BE49-F238E27FC236}">
                  <a16:creationId xmlns:a16="http://schemas.microsoft.com/office/drawing/2014/main" id="{DB4AE052-5D5B-DF44-945B-39DB7500A67E}"/>
                </a:ext>
              </a:extLst>
            </p:cNvPr>
            <p:cNvSpPr/>
            <p:nvPr/>
          </p:nvSpPr>
          <p:spPr>
            <a:xfrm>
              <a:off x="1677746" y="1017769"/>
              <a:ext cx="89709" cy="48518"/>
            </a:xfrm>
            <a:custGeom>
              <a:avLst/>
              <a:gdLst>
                <a:gd name="connsiteX0" fmla="*/ 32839 w 89709"/>
                <a:gd name="connsiteY0" fmla="*/ 8938 h 48518"/>
                <a:gd name="connsiteX1" fmla="*/ 1529 w 89709"/>
                <a:gd name="connsiteY1" fmla="*/ 30643 h 48518"/>
                <a:gd name="connsiteX2" fmla="*/ 251 w 89709"/>
                <a:gd name="connsiteY2" fmla="*/ 35750 h 48518"/>
                <a:gd name="connsiteX3" fmla="*/ 3446 w 89709"/>
                <a:gd name="connsiteY3" fmla="*/ 40219 h 48518"/>
                <a:gd name="connsiteX4" fmla="*/ 33478 w 89709"/>
                <a:gd name="connsiteY4" fmla="*/ 48518 h 48518"/>
                <a:gd name="connsiteX5" fmla="*/ 47536 w 89709"/>
                <a:gd name="connsiteY5" fmla="*/ 45965 h 48518"/>
                <a:gd name="connsiteX6" fmla="*/ 76930 w 89709"/>
                <a:gd name="connsiteY6" fmla="*/ 19152 h 48518"/>
                <a:gd name="connsiteX7" fmla="*/ 87793 w 89709"/>
                <a:gd name="connsiteY7" fmla="*/ 10853 h 48518"/>
                <a:gd name="connsiteX8" fmla="*/ 87793 w 89709"/>
                <a:gd name="connsiteY8" fmla="*/ 1915 h 48518"/>
                <a:gd name="connsiteX9" fmla="*/ 78847 w 89709"/>
                <a:gd name="connsiteY9" fmla="*/ 1915 h 48518"/>
                <a:gd name="connsiteX10" fmla="*/ 71179 w 89709"/>
                <a:gd name="connsiteY10" fmla="*/ 8299 h 48518"/>
                <a:gd name="connsiteX11" fmla="*/ 32839 w 89709"/>
                <a:gd name="connsiteY11" fmla="*/ 8938 h 48518"/>
                <a:gd name="connsiteX12" fmla="*/ 41785 w 89709"/>
                <a:gd name="connsiteY12" fmla="*/ 33835 h 48518"/>
                <a:gd name="connsiteX13" fmla="*/ 43063 w 89709"/>
                <a:gd name="connsiteY13" fmla="*/ 33835 h 48518"/>
                <a:gd name="connsiteX14" fmla="*/ 45619 w 89709"/>
                <a:gd name="connsiteY14" fmla="*/ 33197 h 48518"/>
                <a:gd name="connsiteX15" fmla="*/ 43063 w 89709"/>
                <a:gd name="connsiteY15" fmla="*/ 34473 h 48518"/>
                <a:gd name="connsiteX16" fmla="*/ 18142 w 89709"/>
                <a:gd name="connsiteY16" fmla="*/ 33197 h 48518"/>
                <a:gd name="connsiteX17" fmla="*/ 37951 w 89709"/>
                <a:gd name="connsiteY17" fmla="*/ 21067 h 48518"/>
                <a:gd name="connsiteX18" fmla="*/ 50731 w 89709"/>
                <a:gd name="connsiteY18" fmla="*/ 18514 h 48518"/>
                <a:gd name="connsiteX19" fmla="*/ 41146 w 89709"/>
                <a:gd name="connsiteY19" fmla="*/ 21067 h 48518"/>
                <a:gd name="connsiteX20" fmla="*/ 36034 w 89709"/>
                <a:gd name="connsiteY20" fmla="*/ 28728 h 48518"/>
                <a:gd name="connsiteX21" fmla="*/ 41785 w 89709"/>
                <a:gd name="connsiteY21" fmla="*/ 33835 h 4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9709" h="48518">
                  <a:moveTo>
                    <a:pt x="32839" y="8938"/>
                  </a:moveTo>
                  <a:cubicBezTo>
                    <a:pt x="14308" y="16598"/>
                    <a:pt x="2168" y="30005"/>
                    <a:pt x="1529" y="30643"/>
                  </a:cubicBezTo>
                  <a:cubicBezTo>
                    <a:pt x="251" y="31920"/>
                    <a:pt x="-388" y="33835"/>
                    <a:pt x="251" y="35750"/>
                  </a:cubicBezTo>
                  <a:cubicBezTo>
                    <a:pt x="890" y="37665"/>
                    <a:pt x="1529" y="38942"/>
                    <a:pt x="3446" y="40219"/>
                  </a:cubicBezTo>
                  <a:cubicBezTo>
                    <a:pt x="4085" y="40857"/>
                    <a:pt x="18142" y="48518"/>
                    <a:pt x="33478" y="48518"/>
                  </a:cubicBezTo>
                  <a:cubicBezTo>
                    <a:pt x="37951" y="48518"/>
                    <a:pt x="43063" y="47880"/>
                    <a:pt x="47536" y="45965"/>
                  </a:cubicBezTo>
                  <a:cubicBezTo>
                    <a:pt x="64150" y="39581"/>
                    <a:pt x="73735" y="24259"/>
                    <a:pt x="76930" y="19152"/>
                  </a:cubicBezTo>
                  <a:cubicBezTo>
                    <a:pt x="83320" y="14683"/>
                    <a:pt x="87154" y="10853"/>
                    <a:pt x="87793" y="10853"/>
                  </a:cubicBezTo>
                  <a:cubicBezTo>
                    <a:pt x="90349" y="8299"/>
                    <a:pt x="90349" y="4469"/>
                    <a:pt x="87793" y="1915"/>
                  </a:cubicBezTo>
                  <a:cubicBezTo>
                    <a:pt x="85237" y="-638"/>
                    <a:pt x="81403" y="-638"/>
                    <a:pt x="78847" y="1915"/>
                  </a:cubicBezTo>
                  <a:cubicBezTo>
                    <a:pt x="78847" y="1915"/>
                    <a:pt x="75652" y="4469"/>
                    <a:pt x="71179" y="8299"/>
                  </a:cubicBezTo>
                  <a:cubicBezTo>
                    <a:pt x="63511" y="6384"/>
                    <a:pt x="47536" y="3192"/>
                    <a:pt x="32839" y="8938"/>
                  </a:cubicBezTo>
                  <a:close/>
                  <a:moveTo>
                    <a:pt x="41785" y="33835"/>
                  </a:moveTo>
                  <a:cubicBezTo>
                    <a:pt x="42424" y="33835"/>
                    <a:pt x="42424" y="33835"/>
                    <a:pt x="43063" y="33835"/>
                  </a:cubicBezTo>
                  <a:cubicBezTo>
                    <a:pt x="43702" y="33835"/>
                    <a:pt x="44980" y="33197"/>
                    <a:pt x="45619" y="33197"/>
                  </a:cubicBezTo>
                  <a:cubicBezTo>
                    <a:pt x="44980" y="33835"/>
                    <a:pt x="43702" y="34473"/>
                    <a:pt x="43063" y="34473"/>
                  </a:cubicBezTo>
                  <a:cubicBezTo>
                    <a:pt x="34756" y="37665"/>
                    <a:pt x="24532" y="35750"/>
                    <a:pt x="18142" y="33197"/>
                  </a:cubicBezTo>
                  <a:cubicBezTo>
                    <a:pt x="22615" y="29366"/>
                    <a:pt x="29644" y="24259"/>
                    <a:pt x="37951" y="21067"/>
                  </a:cubicBezTo>
                  <a:cubicBezTo>
                    <a:pt x="42424" y="19152"/>
                    <a:pt x="46897" y="18514"/>
                    <a:pt x="50731" y="18514"/>
                  </a:cubicBezTo>
                  <a:cubicBezTo>
                    <a:pt x="47536" y="19790"/>
                    <a:pt x="44341" y="20429"/>
                    <a:pt x="41146" y="21067"/>
                  </a:cubicBezTo>
                  <a:cubicBezTo>
                    <a:pt x="37951" y="21706"/>
                    <a:pt x="35395" y="24898"/>
                    <a:pt x="36034" y="28728"/>
                  </a:cubicBezTo>
                  <a:cubicBezTo>
                    <a:pt x="35395" y="31281"/>
                    <a:pt x="38590" y="33835"/>
                    <a:pt x="41785" y="33835"/>
                  </a:cubicBezTo>
                  <a:close/>
                </a:path>
              </a:pathLst>
            </a:custGeom>
            <a:solidFill>
              <a:srgbClr val="046A38"/>
            </a:solidFill>
            <a:ln w="6390" cap="flat">
              <a:noFill/>
              <a:prstDash val="solid"/>
              <a:miter/>
            </a:ln>
          </p:spPr>
          <p:txBody>
            <a:bodyPr rtlCol="0" anchor="ctr"/>
            <a:lstStyle/>
            <a:p>
              <a:endParaRPr lang="en-US"/>
            </a:p>
          </p:txBody>
        </p:sp>
        <p:sp>
          <p:nvSpPr>
            <p:cNvPr id="1154" name="Graphic 4">
              <a:extLst>
                <a:ext uri="{FF2B5EF4-FFF2-40B4-BE49-F238E27FC236}">
                  <a16:creationId xmlns:a16="http://schemas.microsoft.com/office/drawing/2014/main" id="{D84A4AA4-7C8E-7C46-BA2C-4E7D2C61667A}"/>
                </a:ext>
              </a:extLst>
            </p:cNvPr>
            <p:cNvSpPr/>
            <p:nvPr/>
          </p:nvSpPr>
          <p:spPr>
            <a:xfrm>
              <a:off x="1689499" y="988403"/>
              <a:ext cx="31949" cy="31919"/>
            </a:xfrm>
            <a:custGeom>
              <a:avLst/>
              <a:gdLst>
                <a:gd name="connsiteX0" fmla="*/ 15975 w 31949"/>
                <a:gd name="connsiteY0" fmla="*/ 31920 h 31919"/>
                <a:gd name="connsiteX1" fmla="*/ 31950 w 31949"/>
                <a:gd name="connsiteY1" fmla="*/ 15960 h 31919"/>
                <a:gd name="connsiteX2" fmla="*/ 15975 w 31949"/>
                <a:gd name="connsiteY2" fmla="*/ 0 h 31919"/>
                <a:gd name="connsiteX3" fmla="*/ 0 w 31949"/>
                <a:gd name="connsiteY3" fmla="*/ 15960 h 31919"/>
                <a:gd name="connsiteX4" fmla="*/ 15975 w 31949"/>
                <a:gd name="connsiteY4" fmla="*/ 31920 h 31919"/>
                <a:gd name="connsiteX5" fmla="*/ 15975 w 31949"/>
                <a:gd name="connsiteY5" fmla="*/ 12130 h 31919"/>
                <a:gd name="connsiteX6" fmla="*/ 19170 w 31949"/>
                <a:gd name="connsiteY6" fmla="*/ 15322 h 31919"/>
                <a:gd name="connsiteX7" fmla="*/ 15975 w 31949"/>
                <a:gd name="connsiteY7" fmla="*/ 18514 h 31919"/>
                <a:gd name="connsiteX8" fmla="*/ 12780 w 31949"/>
                <a:gd name="connsiteY8" fmla="*/ 15322 h 31919"/>
                <a:gd name="connsiteX9" fmla="*/ 15975 w 31949"/>
                <a:gd name="connsiteY9" fmla="*/ 12130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949" h="31919">
                  <a:moveTo>
                    <a:pt x="15975" y="31920"/>
                  </a:moveTo>
                  <a:cubicBezTo>
                    <a:pt x="24921" y="31920"/>
                    <a:pt x="31950" y="24898"/>
                    <a:pt x="31950" y="15960"/>
                  </a:cubicBezTo>
                  <a:cubicBezTo>
                    <a:pt x="31950" y="7022"/>
                    <a:pt x="24921" y="0"/>
                    <a:pt x="15975" y="0"/>
                  </a:cubicBezTo>
                  <a:cubicBezTo>
                    <a:pt x="7029" y="0"/>
                    <a:pt x="0" y="7022"/>
                    <a:pt x="0" y="15960"/>
                  </a:cubicBezTo>
                  <a:cubicBezTo>
                    <a:pt x="0" y="24898"/>
                    <a:pt x="7029" y="31920"/>
                    <a:pt x="15975" y="31920"/>
                  </a:cubicBezTo>
                  <a:close/>
                  <a:moveTo>
                    <a:pt x="15975" y="12130"/>
                  </a:moveTo>
                  <a:cubicBezTo>
                    <a:pt x="17892" y="12130"/>
                    <a:pt x="19170" y="13406"/>
                    <a:pt x="19170" y="15322"/>
                  </a:cubicBezTo>
                  <a:cubicBezTo>
                    <a:pt x="19170" y="17237"/>
                    <a:pt x="17892" y="18514"/>
                    <a:pt x="15975" y="18514"/>
                  </a:cubicBezTo>
                  <a:cubicBezTo>
                    <a:pt x="14058" y="18514"/>
                    <a:pt x="12780" y="17237"/>
                    <a:pt x="12780" y="15322"/>
                  </a:cubicBezTo>
                  <a:cubicBezTo>
                    <a:pt x="12780" y="13406"/>
                    <a:pt x="14058" y="12130"/>
                    <a:pt x="15975" y="12130"/>
                  </a:cubicBezTo>
                  <a:close/>
                </a:path>
              </a:pathLst>
            </a:custGeom>
            <a:solidFill>
              <a:srgbClr val="046A38"/>
            </a:solidFill>
            <a:ln w="6390" cap="flat">
              <a:noFill/>
              <a:prstDash val="solid"/>
              <a:miter/>
            </a:ln>
          </p:spPr>
          <p:txBody>
            <a:bodyPr rtlCol="0" anchor="ctr"/>
            <a:lstStyle/>
            <a:p>
              <a:endParaRPr lang="en-US"/>
            </a:p>
          </p:txBody>
        </p:sp>
        <p:sp>
          <p:nvSpPr>
            <p:cNvPr id="1155" name="Graphic 4">
              <a:extLst>
                <a:ext uri="{FF2B5EF4-FFF2-40B4-BE49-F238E27FC236}">
                  <a16:creationId xmlns:a16="http://schemas.microsoft.com/office/drawing/2014/main" id="{A3023620-03C3-BD4A-B552-3B8AC6F9BD1F}"/>
                </a:ext>
              </a:extLst>
            </p:cNvPr>
            <p:cNvSpPr/>
            <p:nvPr/>
          </p:nvSpPr>
          <p:spPr>
            <a:xfrm>
              <a:off x="1755954" y="1042028"/>
              <a:ext cx="31949" cy="31919"/>
            </a:xfrm>
            <a:custGeom>
              <a:avLst/>
              <a:gdLst>
                <a:gd name="connsiteX0" fmla="*/ 0 w 31949"/>
                <a:gd name="connsiteY0" fmla="*/ 15960 h 31919"/>
                <a:gd name="connsiteX1" fmla="*/ 15975 w 31949"/>
                <a:gd name="connsiteY1" fmla="*/ 31920 h 31919"/>
                <a:gd name="connsiteX2" fmla="*/ 31950 w 31949"/>
                <a:gd name="connsiteY2" fmla="*/ 15960 h 31919"/>
                <a:gd name="connsiteX3" fmla="*/ 15975 w 31949"/>
                <a:gd name="connsiteY3" fmla="*/ 0 h 31919"/>
                <a:gd name="connsiteX4" fmla="*/ 0 w 31949"/>
                <a:gd name="connsiteY4" fmla="*/ 15960 h 31919"/>
                <a:gd name="connsiteX5" fmla="*/ 15975 w 31949"/>
                <a:gd name="connsiteY5" fmla="*/ 12768 h 31919"/>
                <a:gd name="connsiteX6" fmla="*/ 19170 w 31949"/>
                <a:gd name="connsiteY6" fmla="*/ 15960 h 31919"/>
                <a:gd name="connsiteX7" fmla="*/ 15975 w 31949"/>
                <a:gd name="connsiteY7" fmla="*/ 19152 h 31919"/>
                <a:gd name="connsiteX8" fmla="*/ 12780 w 31949"/>
                <a:gd name="connsiteY8" fmla="*/ 15960 h 31919"/>
                <a:gd name="connsiteX9" fmla="*/ 15975 w 31949"/>
                <a:gd name="connsiteY9" fmla="*/ 12768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949" h="31919">
                  <a:moveTo>
                    <a:pt x="0" y="15960"/>
                  </a:moveTo>
                  <a:cubicBezTo>
                    <a:pt x="0" y="24897"/>
                    <a:pt x="7029" y="31920"/>
                    <a:pt x="15975" y="31920"/>
                  </a:cubicBezTo>
                  <a:cubicBezTo>
                    <a:pt x="24921" y="31920"/>
                    <a:pt x="31950" y="24897"/>
                    <a:pt x="31950" y="15960"/>
                  </a:cubicBezTo>
                  <a:cubicBezTo>
                    <a:pt x="31950" y="7022"/>
                    <a:pt x="24921" y="0"/>
                    <a:pt x="15975" y="0"/>
                  </a:cubicBezTo>
                  <a:cubicBezTo>
                    <a:pt x="7029" y="0"/>
                    <a:pt x="0" y="7022"/>
                    <a:pt x="0" y="15960"/>
                  </a:cubicBezTo>
                  <a:close/>
                  <a:moveTo>
                    <a:pt x="15975" y="12768"/>
                  </a:moveTo>
                  <a:cubicBezTo>
                    <a:pt x="17892" y="12768"/>
                    <a:pt x="19170" y="14045"/>
                    <a:pt x="19170" y="15960"/>
                  </a:cubicBezTo>
                  <a:cubicBezTo>
                    <a:pt x="19170" y="17875"/>
                    <a:pt x="17892" y="19152"/>
                    <a:pt x="15975" y="19152"/>
                  </a:cubicBezTo>
                  <a:cubicBezTo>
                    <a:pt x="14058" y="19152"/>
                    <a:pt x="12780" y="17875"/>
                    <a:pt x="12780" y="15960"/>
                  </a:cubicBezTo>
                  <a:cubicBezTo>
                    <a:pt x="12780" y="14045"/>
                    <a:pt x="14058" y="12768"/>
                    <a:pt x="15975" y="12768"/>
                  </a:cubicBezTo>
                  <a:close/>
                </a:path>
              </a:pathLst>
            </a:custGeom>
            <a:solidFill>
              <a:srgbClr val="046A38"/>
            </a:solidFill>
            <a:ln w="6390" cap="flat">
              <a:noFill/>
              <a:prstDash val="solid"/>
              <a:miter/>
            </a:ln>
          </p:spPr>
          <p:txBody>
            <a:bodyPr rtlCol="0" anchor="ctr"/>
            <a:lstStyle/>
            <a:p>
              <a:endParaRPr lang="en-US"/>
            </a:p>
          </p:txBody>
        </p:sp>
      </p:grpSp>
      <p:grpSp>
        <p:nvGrpSpPr>
          <p:cNvPr id="1156" name="Graphic 4">
            <a:extLst>
              <a:ext uri="{FF2B5EF4-FFF2-40B4-BE49-F238E27FC236}">
                <a16:creationId xmlns:a16="http://schemas.microsoft.com/office/drawing/2014/main" id="{0B6D3503-75E1-BD42-83FC-3A9CDCD6BF19}"/>
              </a:ext>
            </a:extLst>
          </p:cNvPr>
          <p:cNvGrpSpPr/>
          <p:nvPr/>
        </p:nvGrpSpPr>
        <p:grpSpPr>
          <a:xfrm>
            <a:off x="467743" y="1893013"/>
            <a:ext cx="361670" cy="361333"/>
            <a:chOff x="467743" y="1893013"/>
            <a:chExt cx="361670" cy="361333"/>
          </a:xfrm>
          <a:solidFill>
            <a:srgbClr val="046A38"/>
          </a:solidFill>
        </p:grpSpPr>
        <p:sp>
          <p:nvSpPr>
            <p:cNvPr id="1157" name="Graphic 4">
              <a:extLst>
                <a:ext uri="{FF2B5EF4-FFF2-40B4-BE49-F238E27FC236}">
                  <a16:creationId xmlns:a16="http://schemas.microsoft.com/office/drawing/2014/main" id="{8EE7AD49-7AC7-9748-A502-6928176CFD94}"/>
                </a:ext>
              </a:extLst>
            </p:cNvPr>
            <p:cNvSpPr/>
            <p:nvPr/>
          </p:nvSpPr>
          <p:spPr>
            <a:xfrm>
              <a:off x="467743"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158" name="Graphic 4">
              <a:extLst>
                <a:ext uri="{FF2B5EF4-FFF2-40B4-BE49-F238E27FC236}">
                  <a16:creationId xmlns:a16="http://schemas.microsoft.com/office/drawing/2014/main" id="{B496215E-E981-A24D-9E56-403588CBD96F}"/>
                </a:ext>
              </a:extLst>
            </p:cNvPr>
            <p:cNvSpPr/>
            <p:nvPr/>
          </p:nvSpPr>
          <p:spPr>
            <a:xfrm>
              <a:off x="546978" y="1980473"/>
              <a:ext cx="193058" cy="192157"/>
            </a:xfrm>
            <a:custGeom>
              <a:avLst/>
              <a:gdLst>
                <a:gd name="connsiteX0" fmla="*/ 187225 w 193058"/>
                <a:gd name="connsiteY0" fmla="*/ 90014 h 192157"/>
                <a:gd name="connsiteX1" fmla="*/ 187225 w 193058"/>
                <a:gd name="connsiteY1" fmla="*/ 90014 h 192157"/>
                <a:gd name="connsiteX2" fmla="*/ 107990 w 193058"/>
                <a:gd name="connsiteY2" fmla="*/ 90014 h 192157"/>
                <a:gd name="connsiteX3" fmla="*/ 148247 w 193058"/>
                <a:gd name="connsiteY3" fmla="*/ 22344 h 192157"/>
                <a:gd name="connsiteX4" fmla="*/ 148247 w 193058"/>
                <a:gd name="connsiteY4" fmla="*/ 22344 h 192157"/>
                <a:gd name="connsiteX5" fmla="*/ 148247 w 193058"/>
                <a:gd name="connsiteY5" fmla="*/ 22344 h 192157"/>
                <a:gd name="connsiteX6" fmla="*/ 148247 w 193058"/>
                <a:gd name="connsiteY6" fmla="*/ 22344 h 192157"/>
                <a:gd name="connsiteX7" fmla="*/ 145691 w 193058"/>
                <a:gd name="connsiteY7" fmla="*/ 13406 h 192157"/>
                <a:gd name="connsiteX8" fmla="*/ 143774 w 193058"/>
                <a:gd name="connsiteY8" fmla="*/ 12768 h 192157"/>
                <a:gd name="connsiteX9" fmla="*/ 96488 w 193058"/>
                <a:gd name="connsiteY9" fmla="*/ 0 h 192157"/>
                <a:gd name="connsiteX10" fmla="*/ 0 w 193058"/>
                <a:gd name="connsiteY10" fmla="*/ 96398 h 192157"/>
                <a:gd name="connsiteX11" fmla="*/ 0 w 193058"/>
                <a:gd name="connsiteY11" fmla="*/ 96398 h 192157"/>
                <a:gd name="connsiteX12" fmla="*/ 0 w 193058"/>
                <a:gd name="connsiteY12" fmla="*/ 96398 h 192157"/>
                <a:gd name="connsiteX13" fmla="*/ 0 w 193058"/>
                <a:gd name="connsiteY13" fmla="*/ 96398 h 192157"/>
                <a:gd name="connsiteX14" fmla="*/ 45369 w 193058"/>
                <a:gd name="connsiteY14" fmla="*/ 177475 h 192157"/>
                <a:gd name="connsiteX15" fmla="*/ 47286 w 193058"/>
                <a:gd name="connsiteY15" fmla="*/ 179390 h 192157"/>
                <a:gd name="connsiteX16" fmla="*/ 49203 w 193058"/>
                <a:gd name="connsiteY16" fmla="*/ 180028 h 192157"/>
                <a:gd name="connsiteX17" fmla="*/ 96488 w 193058"/>
                <a:gd name="connsiteY17" fmla="*/ 192158 h 192157"/>
                <a:gd name="connsiteX18" fmla="*/ 192976 w 193058"/>
                <a:gd name="connsiteY18" fmla="*/ 95760 h 192157"/>
                <a:gd name="connsiteX19" fmla="*/ 192976 w 193058"/>
                <a:gd name="connsiteY19" fmla="*/ 95760 h 192157"/>
                <a:gd name="connsiteX20" fmla="*/ 192976 w 193058"/>
                <a:gd name="connsiteY20" fmla="*/ 95760 h 192157"/>
                <a:gd name="connsiteX21" fmla="*/ 187225 w 193058"/>
                <a:gd name="connsiteY21" fmla="*/ 90014 h 192157"/>
                <a:gd name="connsiteX22" fmla="*/ 134189 w 193058"/>
                <a:gd name="connsiteY22" fmla="*/ 21706 h 192157"/>
                <a:gd name="connsiteX23" fmla="*/ 97127 w 193058"/>
                <a:gd name="connsiteY23" fmla="*/ 84268 h 192157"/>
                <a:gd name="connsiteX24" fmla="*/ 69011 w 193058"/>
                <a:gd name="connsiteY24" fmla="*/ 39581 h 192157"/>
                <a:gd name="connsiteX25" fmla="*/ 116936 w 193058"/>
                <a:gd name="connsiteY25" fmla="*/ 36389 h 192157"/>
                <a:gd name="connsiteX26" fmla="*/ 125243 w 193058"/>
                <a:gd name="connsiteY26" fmla="*/ 32558 h 192157"/>
                <a:gd name="connsiteX27" fmla="*/ 121409 w 193058"/>
                <a:gd name="connsiteY27" fmla="*/ 24259 h 192157"/>
                <a:gd name="connsiteX28" fmla="*/ 62621 w 193058"/>
                <a:gd name="connsiteY28" fmla="*/ 28728 h 192157"/>
                <a:gd name="connsiteX29" fmla="*/ 58787 w 193058"/>
                <a:gd name="connsiteY29" fmla="*/ 22344 h 192157"/>
                <a:gd name="connsiteX30" fmla="*/ 97127 w 193058"/>
                <a:gd name="connsiteY30" fmla="*/ 12768 h 192157"/>
                <a:gd name="connsiteX31" fmla="*/ 134189 w 193058"/>
                <a:gd name="connsiteY31" fmla="*/ 21706 h 192157"/>
                <a:gd name="connsiteX32" fmla="*/ 47286 w 193058"/>
                <a:gd name="connsiteY32" fmla="*/ 29366 h 192157"/>
                <a:gd name="connsiteX33" fmla="*/ 84986 w 193058"/>
                <a:gd name="connsiteY33" fmla="*/ 90652 h 192157"/>
                <a:gd name="connsiteX34" fmla="*/ 32589 w 193058"/>
                <a:gd name="connsiteY34" fmla="*/ 90652 h 192157"/>
                <a:gd name="connsiteX35" fmla="*/ 51758 w 193058"/>
                <a:gd name="connsiteY35" fmla="*/ 51072 h 192157"/>
                <a:gd name="connsiteX36" fmla="*/ 51758 w 193058"/>
                <a:gd name="connsiteY36" fmla="*/ 42134 h 192157"/>
                <a:gd name="connsiteX37" fmla="*/ 42813 w 193058"/>
                <a:gd name="connsiteY37" fmla="*/ 42134 h 192157"/>
                <a:gd name="connsiteX38" fmla="*/ 19809 w 193058"/>
                <a:gd name="connsiteY38" fmla="*/ 90652 h 192157"/>
                <a:gd name="connsiteX39" fmla="*/ 12780 w 193058"/>
                <a:gd name="connsiteY39" fmla="*/ 90652 h 192157"/>
                <a:gd name="connsiteX40" fmla="*/ 47286 w 193058"/>
                <a:gd name="connsiteY40" fmla="*/ 29366 h 192157"/>
                <a:gd name="connsiteX41" fmla="*/ 13419 w 193058"/>
                <a:gd name="connsiteY41" fmla="*/ 103420 h 192157"/>
                <a:gd name="connsiteX42" fmla="*/ 26199 w 193058"/>
                <a:gd name="connsiteY42" fmla="*/ 103420 h 192157"/>
                <a:gd name="connsiteX43" fmla="*/ 26199 w 193058"/>
                <a:gd name="connsiteY43" fmla="*/ 103420 h 192157"/>
                <a:gd name="connsiteX44" fmla="*/ 26199 w 193058"/>
                <a:gd name="connsiteY44" fmla="*/ 103420 h 192157"/>
                <a:gd name="connsiteX45" fmla="*/ 84986 w 193058"/>
                <a:gd name="connsiteY45" fmla="*/ 103420 h 192157"/>
                <a:gd name="connsiteX46" fmla="*/ 58148 w 193058"/>
                <a:gd name="connsiteY46" fmla="*/ 148747 h 192157"/>
                <a:gd name="connsiteX47" fmla="*/ 33867 w 193058"/>
                <a:gd name="connsiteY47" fmla="*/ 111081 h 192157"/>
                <a:gd name="connsiteX48" fmla="*/ 26199 w 193058"/>
                <a:gd name="connsiteY48" fmla="*/ 105974 h 192157"/>
                <a:gd name="connsiteX49" fmla="*/ 21087 w 193058"/>
                <a:gd name="connsiteY49" fmla="*/ 113635 h 192157"/>
                <a:gd name="connsiteX50" fmla="*/ 51758 w 193058"/>
                <a:gd name="connsiteY50" fmla="*/ 159600 h 192157"/>
                <a:gd name="connsiteX51" fmla="*/ 48564 w 193058"/>
                <a:gd name="connsiteY51" fmla="*/ 165345 h 192157"/>
                <a:gd name="connsiteX52" fmla="*/ 13419 w 193058"/>
                <a:gd name="connsiteY52" fmla="*/ 103420 h 192157"/>
                <a:gd name="connsiteX53" fmla="*/ 60065 w 193058"/>
                <a:gd name="connsiteY53" fmla="*/ 171729 h 192157"/>
                <a:gd name="connsiteX54" fmla="*/ 66455 w 193058"/>
                <a:gd name="connsiteY54" fmla="*/ 160876 h 192157"/>
                <a:gd name="connsiteX55" fmla="*/ 66455 w 193058"/>
                <a:gd name="connsiteY55" fmla="*/ 160876 h 192157"/>
                <a:gd name="connsiteX56" fmla="*/ 66455 w 193058"/>
                <a:gd name="connsiteY56" fmla="*/ 160876 h 192157"/>
                <a:gd name="connsiteX57" fmla="*/ 97127 w 193058"/>
                <a:gd name="connsiteY57" fmla="*/ 109166 h 192157"/>
                <a:gd name="connsiteX58" fmla="*/ 125243 w 193058"/>
                <a:gd name="connsiteY58" fmla="*/ 154492 h 192157"/>
                <a:gd name="connsiteX59" fmla="*/ 76679 w 193058"/>
                <a:gd name="connsiteY59" fmla="*/ 157684 h 192157"/>
                <a:gd name="connsiteX60" fmla="*/ 68372 w 193058"/>
                <a:gd name="connsiteY60" fmla="*/ 161515 h 192157"/>
                <a:gd name="connsiteX61" fmla="*/ 72206 w 193058"/>
                <a:gd name="connsiteY61" fmla="*/ 169814 h 192157"/>
                <a:gd name="connsiteX62" fmla="*/ 96488 w 193058"/>
                <a:gd name="connsiteY62" fmla="*/ 173644 h 192157"/>
                <a:gd name="connsiteX63" fmla="*/ 131633 w 193058"/>
                <a:gd name="connsiteY63" fmla="*/ 165345 h 192157"/>
                <a:gd name="connsiteX64" fmla="*/ 135467 w 193058"/>
                <a:gd name="connsiteY64" fmla="*/ 171091 h 192157"/>
                <a:gd name="connsiteX65" fmla="*/ 97127 w 193058"/>
                <a:gd name="connsiteY65" fmla="*/ 180667 h 192157"/>
                <a:gd name="connsiteX66" fmla="*/ 60065 w 193058"/>
                <a:gd name="connsiteY66" fmla="*/ 171729 h 192157"/>
                <a:gd name="connsiteX67" fmla="*/ 146330 w 193058"/>
                <a:gd name="connsiteY67" fmla="*/ 164068 h 192157"/>
                <a:gd name="connsiteX68" fmla="*/ 108629 w 193058"/>
                <a:gd name="connsiteY68" fmla="*/ 102782 h 192157"/>
                <a:gd name="connsiteX69" fmla="*/ 161026 w 193058"/>
                <a:gd name="connsiteY69" fmla="*/ 102782 h 192157"/>
                <a:gd name="connsiteX70" fmla="*/ 141857 w 193058"/>
                <a:gd name="connsiteY70" fmla="*/ 142363 h 192157"/>
                <a:gd name="connsiteX71" fmla="*/ 141857 w 193058"/>
                <a:gd name="connsiteY71" fmla="*/ 151300 h 192157"/>
                <a:gd name="connsiteX72" fmla="*/ 146330 w 193058"/>
                <a:gd name="connsiteY72" fmla="*/ 153216 h 192157"/>
                <a:gd name="connsiteX73" fmla="*/ 150803 w 193058"/>
                <a:gd name="connsiteY73" fmla="*/ 151300 h 192157"/>
                <a:gd name="connsiteX74" fmla="*/ 173806 w 193058"/>
                <a:gd name="connsiteY74" fmla="*/ 102144 h 192157"/>
                <a:gd name="connsiteX75" fmla="*/ 180835 w 193058"/>
                <a:gd name="connsiteY75" fmla="*/ 102144 h 192157"/>
                <a:gd name="connsiteX76" fmla="*/ 146330 w 193058"/>
                <a:gd name="connsiteY76" fmla="*/ 164068 h 192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93058" h="192157">
                  <a:moveTo>
                    <a:pt x="187225" y="90014"/>
                  </a:moveTo>
                  <a:cubicBezTo>
                    <a:pt x="187225" y="90014"/>
                    <a:pt x="187225" y="90014"/>
                    <a:pt x="187225" y="90014"/>
                  </a:cubicBezTo>
                  <a:lnTo>
                    <a:pt x="107990" y="90014"/>
                  </a:lnTo>
                  <a:lnTo>
                    <a:pt x="148247" y="22344"/>
                  </a:lnTo>
                  <a:cubicBezTo>
                    <a:pt x="148247" y="22344"/>
                    <a:pt x="148247" y="22344"/>
                    <a:pt x="148247" y="22344"/>
                  </a:cubicBezTo>
                  <a:cubicBezTo>
                    <a:pt x="148247" y="22344"/>
                    <a:pt x="148247" y="22344"/>
                    <a:pt x="148247" y="22344"/>
                  </a:cubicBezTo>
                  <a:lnTo>
                    <a:pt x="148247" y="22344"/>
                  </a:lnTo>
                  <a:cubicBezTo>
                    <a:pt x="150164" y="19152"/>
                    <a:pt x="148886" y="15322"/>
                    <a:pt x="145691" y="13406"/>
                  </a:cubicBezTo>
                  <a:cubicBezTo>
                    <a:pt x="145052" y="12768"/>
                    <a:pt x="144413" y="12768"/>
                    <a:pt x="143774" y="12768"/>
                  </a:cubicBezTo>
                  <a:cubicBezTo>
                    <a:pt x="129077" y="4469"/>
                    <a:pt x="113102" y="0"/>
                    <a:pt x="96488" y="0"/>
                  </a:cubicBezTo>
                  <a:cubicBezTo>
                    <a:pt x="43452" y="0"/>
                    <a:pt x="0" y="43411"/>
                    <a:pt x="0" y="96398"/>
                  </a:cubicBezTo>
                  <a:cubicBezTo>
                    <a:pt x="0" y="96398"/>
                    <a:pt x="0" y="96398"/>
                    <a:pt x="0" y="96398"/>
                  </a:cubicBezTo>
                  <a:cubicBezTo>
                    <a:pt x="0" y="96398"/>
                    <a:pt x="0" y="96398"/>
                    <a:pt x="0" y="96398"/>
                  </a:cubicBezTo>
                  <a:cubicBezTo>
                    <a:pt x="0" y="96398"/>
                    <a:pt x="0" y="96398"/>
                    <a:pt x="0" y="96398"/>
                  </a:cubicBezTo>
                  <a:cubicBezTo>
                    <a:pt x="0" y="130872"/>
                    <a:pt x="18531" y="160876"/>
                    <a:pt x="45369" y="177475"/>
                  </a:cubicBezTo>
                  <a:cubicBezTo>
                    <a:pt x="46008" y="178113"/>
                    <a:pt x="46647" y="178752"/>
                    <a:pt x="47286" y="179390"/>
                  </a:cubicBezTo>
                  <a:cubicBezTo>
                    <a:pt x="47925" y="180028"/>
                    <a:pt x="48564" y="180028"/>
                    <a:pt x="49203" y="180028"/>
                  </a:cubicBezTo>
                  <a:cubicBezTo>
                    <a:pt x="63260" y="187689"/>
                    <a:pt x="79235" y="192158"/>
                    <a:pt x="96488" y="192158"/>
                  </a:cubicBezTo>
                  <a:cubicBezTo>
                    <a:pt x="149525" y="192158"/>
                    <a:pt x="192976" y="148747"/>
                    <a:pt x="192976" y="95760"/>
                  </a:cubicBezTo>
                  <a:cubicBezTo>
                    <a:pt x="192976" y="95760"/>
                    <a:pt x="192976" y="95760"/>
                    <a:pt x="192976" y="95760"/>
                  </a:cubicBezTo>
                  <a:cubicBezTo>
                    <a:pt x="192976" y="95760"/>
                    <a:pt x="192976" y="95760"/>
                    <a:pt x="192976" y="95760"/>
                  </a:cubicBezTo>
                  <a:cubicBezTo>
                    <a:pt x="193615" y="92568"/>
                    <a:pt x="190420" y="90014"/>
                    <a:pt x="187225" y="90014"/>
                  </a:cubicBezTo>
                  <a:close/>
                  <a:moveTo>
                    <a:pt x="134189" y="21706"/>
                  </a:moveTo>
                  <a:lnTo>
                    <a:pt x="97127" y="84268"/>
                  </a:lnTo>
                  <a:lnTo>
                    <a:pt x="69011" y="39581"/>
                  </a:lnTo>
                  <a:cubicBezTo>
                    <a:pt x="83708" y="32558"/>
                    <a:pt x="101600" y="31281"/>
                    <a:pt x="116936" y="36389"/>
                  </a:cubicBezTo>
                  <a:cubicBezTo>
                    <a:pt x="120131" y="37665"/>
                    <a:pt x="123965" y="35750"/>
                    <a:pt x="125243" y="32558"/>
                  </a:cubicBezTo>
                  <a:cubicBezTo>
                    <a:pt x="126521" y="29366"/>
                    <a:pt x="124604" y="25536"/>
                    <a:pt x="121409" y="24259"/>
                  </a:cubicBezTo>
                  <a:cubicBezTo>
                    <a:pt x="102239" y="17875"/>
                    <a:pt x="80513" y="19790"/>
                    <a:pt x="62621" y="28728"/>
                  </a:cubicBezTo>
                  <a:lnTo>
                    <a:pt x="58787" y="22344"/>
                  </a:lnTo>
                  <a:cubicBezTo>
                    <a:pt x="70289" y="16598"/>
                    <a:pt x="83708" y="12768"/>
                    <a:pt x="97127" y="12768"/>
                  </a:cubicBezTo>
                  <a:cubicBezTo>
                    <a:pt x="109907" y="12768"/>
                    <a:pt x="122687" y="15960"/>
                    <a:pt x="134189" y="21706"/>
                  </a:cubicBezTo>
                  <a:close/>
                  <a:moveTo>
                    <a:pt x="47286" y="29366"/>
                  </a:moveTo>
                  <a:lnTo>
                    <a:pt x="84986" y="90652"/>
                  </a:lnTo>
                  <a:lnTo>
                    <a:pt x="32589" y="90652"/>
                  </a:lnTo>
                  <a:cubicBezTo>
                    <a:pt x="33867" y="75331"/>
                    <a:pt x="40896" y="61925"/>
                    <a:pt x="51758" y="51072"/>
                  </a:cubicBezTo>
                  <a:cubicBezTo>
                    <a:pt x="54314" y="48518"/>
                    <a:pt x="54314" y="44688"/>
                    <a:pt x="51758" y="42134"/>
                  </a:cubicBezTo>
                  <a:cubicBezTo>
                    <a:pt x="49203" y="39581"/>
                    <a:pt x="45369" y="39581"/>
                    <a:pt x="42813" y="42134"/>
                  </a:cubicBezTo>
                  <a:cubicBezTo>
                    <a:pt x="29394" y="54902"/>
                    <a:pt x="21087" y="72139"/>
                    <a:pt x="19809" y="90652"/>
                  </a:cubicBezTo>
                  <a:lnTo>
                    <a:pt x="12780" y="90652"/>
                  </a:lnTo>
                  <a:cubicBezTo>
                    <a:pt x="15336" y="65117"/>
                    <a:pt x="28116" y="43411"/>
                    <a:pt x="47286" y="29366"/>
                  </a:cubicBezTo>
                  <a:close/>
                  <a:moveTo>
                    <a:pt x="13419" y="103420"/>
                  </a:moveTo>
                  <a:lnTo>
                    <a:pt x="26199" y="103420"/>
                  </a:lnTo>
                  <a:cubicBezTo>
                    <a:pt x="26199" y="103420"/>
                    <a:pt x="26199" y="103420"/>
                    <a:pt x="26199" y="103420"/>
                  </a:cubicBezTo>
                  <a:cubicBezTo>
                    <a:pt x="26199" y="103420"/>
                    <a:pt x="26199" y="103420"/>
                    <a:pt x="26199" y="103420"/>
                  </a:cubicBezTo>
                  <a:lnTo>
                    <a:pt x="84986" y="103420"/>
                  </a:lnTo>
                  <a:lnTo>
                    <a:pt x="58148" y="148747"/>
                  </a:lnTo>
                  <a:cubicBezTo>
                    <a:pt x="46008" y="139809"/>
                    <a:pt x="37062" y="126403"/>
                    <a:pt x="33867" y="111081"/>
                  </a:cubicBezTo>
                  <a:cubicBezTo>
                    <a:pt x="33228" y="107889"/>
                    <a:pt x="29394" y="105336"/>
                    <a:pt x="26199" y="105974"/>
                  </a:cubicBezTo>
                  <a:cubicBezTo>
                    <a:pt x="23004" y="106612"/>
                    <a:pt x="20448" y="110443"/>
                    <a:pt x="21087" y="113635"/>
                  </a:cubicBezTo>
                  <a:cubicBezTo>
                    <a:pt x="24921" y="132148"/>
                    <a:pt x="36423" y="148747"/>
                    <a:pt x="51758" y="159600"/>
                  </a:cubicBezTo>
                  <a:lnTo>
                    <a:pt x="48564" y="165345"/>
                  </a:lnTo>
                  <a:cubicBezTo>
                    <a:pt x="28755" y="151300"/>
                    <a:pt x="15336" y="128956"/>
                    <a:pt x="13419" y="103420"/>
                  </a:cubicBezTo>
                  <a:close/>
                  <a:moveTo>
                    <a:pt x="60065" y="171729"/>
                  </a:moveTo>
                  <a:lnTo>
                    <a:pt x="66455" y="160876"/>
                  </a:lnTo>
                  <a:cubicBezTo>
                    <a:pt x="66455" y="160876"/>
                    <a:pt x="66455" y="160876"/>
                    <a:pt x="66455" y="160876"/>
                  </a:cubicBezTo>
                  <a:cubicBezTo>
                    <a:pt x="66455" y="160876"/>
                    <a:pt x="66455" y="160876"/>
                    <a:pt x="66455" y="160876"/>
                  </a:cubicBezTo>
                  <a:lnTo>
                    <a:pt x="97127" y="109166"/>
                  </a:lnTo>
                  <a:lnTo>
                    <a:pt x="125243" y="154492"/>
                  </a:lnTo>
                  <a:cubicBezTo>
                    <a:pt x="110546" y="161515"/>
                    <a:pt x="92654" y="162792"/>
                    <a:pt x="76679" y="157684"/>
                  </a:cubicBezTo>
                  <a:cubicBezTo>
                    <a:pt x="73484" y="156408"/>
                    <a:pt x="69650" y="158323"/>
                    <a:pt x="68372" y="161515"/>
                  </a:cubicBezTo>
                  <a:cubicBezTo>
                    <a:pt x="67094" y="164707"/>
                    <a:pt x="69011" y="168537"/>
                    <a:pt x="72206" y="169814"/>
                  </a:cubicBezTo>
                  <a:cubicBezTo>
                    <a:pt x="79874" y="172368"/>
                    <a:pt x="88181" y="173644"/>
                    <a:pt x="96488" y="173644"/>
                  </a:cubicBezTo>
                  <a:cubicBezTo>
                    <a:pt x="108629" y="173644"/>
                    <a:pt x="120770" y="170452"/>
                    <a:pt x="131633" y="165345"/>
                  </a:cubicBezTo>
                  <a:lnTo>
                    <a:pt x="135467" y="171091"/>
                  </a:lnTo>
                  <a:cubicBezTo>
                    <a:pt x="123965" y="176836"/>
                    <a:pt x="110546" y="180667"/>
                    <a:pt x="97127" y="180667"/>
                  </a:cubicBezTo>
                  <a:cubicBezTo>
                    <a:pt x="83708" y="180667"/>
                    <a:pt x="70928" y="177475"/>
                    <a:pt x="60065" y="171729"/>
                  </a:cubicBezTo>
                  <a:close/>
                  <a:moveTo>
                    <a:pt x="146330" y="164068"/>
                  </a:moveTo>
                  <a:lnTo>
                    <a:pt x="108629" y="102782"/>
                  </a:lnTo>
                  <a:lnTo>
                    <a:pt x="161026" y="102782"/>
                  </a:lnTo>
                  <a:cubicBezTo>
                    <a:pt x="159748" y="118104"/>
                    <a:pt x="153358" y="131510"/>
                    <a:pt x="141857" y="142363"/>
                  </a:cubicBezTo>
                  <a:cubicBezTo>
                    <a:pt x="139301" y="144916"/>
                    <a:pt x="139301" y="148747"/>
                    <a:pt x="141857" y="151300"/>
                  </a:cubicBezTo>
                  <a:cubicBezTo>
                    <a:pt x="143135" y="152577"/>
                    <a:pt x="145052" y="153216"/>
                    <a:pt x="146330" y="153216"/>
                  </a:cubicBezTo>
                  <a:cubicBezTo>
                    <a:pt x="148247" y="153216"/>
                    <a:pt x="149525" y="152577"/>
                    <a:pt x="150803" y="151300"/>
                  </a:cubicBezTo>
                  <a:cubicBezTo>
                    <a:pt x="164221" y="137894"/>
                    <a:pt x="171889" y="120657"/>
                    <a:pt x="173806" y="102144"/>
                  </a:cubicBezTo>
                  <a:lnTo>
                    <a:pt x="180835" y="102144"/>
                  </a:lnTo>
                  <a:cubicBezTo>
                    <a:pt x="178918" y="127680"/>
                    <a:pt x="165499" y="150024"/>
                    <a:pt x="146330" y="164068"/>
                  </a:cubicBezTo>
                  <a:close/>
                </a:path>
              </a:pathLst>
            </a:custGeom>
            <a:solidFill>
              <a:srgbClr val="046A38"/>
            </a:solidFill>
            <a:ln w="6390" cap="flat">
              <a:noFill/>
              <a:prstDash val="solid"/>
              <a:miter/>
            </a:ln>
          </p:spPr>
          <p:txBody>
            <a:bodyPr rtlCol="0" anchor="ctr"/>
            <a:lstStyle/>
            <a:p>
              <a:endParaRPr lang="en-US"/>
            </a:p>
          </p:txBody>
        </p:sp>
        <p:sp>
          <p:nvSpPr>
            <p:cNvPr id="1159" name="Graphic 4">
              <a:extLst>
                <a:ext uri="{FF2B5EF4-FFF2-40B4-BE49-F238E27FC236}">
                  <a16:creationId xmlns:a16="http://schemas.microsoft.com/office/drawing/2014/main" id="{E481A5D6-54CF-CB4A-AFAF-A48D74BDC951}"/>
                </a:ext>
              </a:extLst>
            </p:cNvPr>
            <p:cNvSpPr/>
            <p:nvPr/>
          </p:nvSpPr>
          <p:spPr>
            <a:xfrm>
              <a:off x="671901" y="1974463"/>
              <a:ext cx="103197" cy="90916"/>
            </a:xfrm>
            <a:custGeom>
              <a:avLst/>
              <a:gdLst>
                <a:gd name="connsiteX0" fmla="*/ 55912 w 103197"/>
                <a:gd name="connsiteY0" fmla="*/ 903 h 90916"/>
                <a:gd name="connsiteX1" fmla="*/ 50800 w 103197"/>
                <a:gd name="connsiteY1" fmla="*/ 264 h 90916"/>
                <a:gd name="connsiteX2" fmla="*/ 46966 w 103197"/>
                <a:gd name="connsiteY2" fmla="*/ 3456 h 90916"/>
                <a:gd name="connsiteX3" fmla="*/ 37381 w 103197"/>
                <a:gd name="connsiteY3" fmla="*/ 19416 h 90916"/>
                <a:gd name="connsiteX4" fmla="*/ 35464 w 103197"/>
                <a:gd name="connsiteY4" fmla="*/ 21970 h 90916"/>
                <a:gd name="connsiteX5" fmla="*/ 34825 w 103197"/>
                <a:gd name="connsiteY5" fmla="*/ 24524 h 90916"/>
                <a:gd name="connsiteX6" fmla="*/ 959 w 103197"/>
                <a:gd name="connsiteY6" fmla="*/ 81341 h 90916"/>
                <a:gd name="connsiteX7" fmla="*/ 959 w 103197"/>
                <a:gd name="connsiteY7" fmla="*/ 87725 h 90916"/>
                <a:gd name="connsiteX8" fmla="*/ 6709 w 103197"/>
                <a:gd name="connsiteY8" fmla="*/ 90917 h 90916"/>
                <a:gd name="connsiteX9" fmla="*/ 96808 w 103197"/>
                <a:gd name="connsiteY9" fmla="*/ 90917 h 90916"/>
                <a:gd name="connsiteX10" fmla="*/ 103198 w 103197"/>
                <a:gd name="connsiteY10" fmla="*/ 84533 h 90916"/>
                <a:gd name="connsiteX11" fmla="*/ 55912 w 103197"/>
                <a:gd name="connsiteY11" fmla="*/ 903 h 90916"/>
                <a:gd name="connsiteX12" fmla="*/ 18211 w 103197"/>
                <a:gd name="connsiteY12" fmla="*/ 77510 h 90916"/>
                <a:gd name="connsiteX13" fmla="*/ 44410 w 103197"/>
                <a:gd name="connsiteY13" fmla="*/ 33461 h 90916"/>
                <a:gd name="connsiteX14" fmla="*/ 69970 w 103197"/>
                <a:gd name="connsiteY14" fmla="*/ 69850 h 90916"/>
                <a:gd name="connsiteX15" fmla="*/ 76360 w 103197"/>
                <a:gd name="connsiteY15" fmla="*/ 74318 h 90916"/>
                <a:gd name="connsiteX16" fmla="*/ 78277 w 103197"/>
                <a:gd name="connsiteY16" fmla="*/ 74318 h 90916"/>
                <a:gd name="connsiteX17" fmla="*/ 82750 w 103197"/>
                <a:gd name="connsiteY17" fmla="*/ 66658 h 90916"/>
                <a:gd name="connsiteX18" fmla="*/ 51439 w 103197"/>
                <a:gd name="connsiteY18" fmla="*/ 22608 h 90916"/>
                <a:gd name="connsiteX19" fmla="*/ 55912 w 103197"/>
                <a:gd name="connsiteY19" fmla="*/ 15586 h 90916"/>
                <a:gd name="connsiteX20" fmla="*/ 91696 w 103197"/>
                <a:gd name="connsiteY20" fmla="*/ 77510 h 90916"/>
                <a:gd name="connsiteX21" fmla="*/ 18211 w 103197"/>
                <a:gd name="connsiteY21" fmla="*/ 77510 h 90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3197" h="90916">
                  <a:moveTo>
                    <a:pt x="55912" y="903"/>
                  </a:moveTo>
                  <a:cubicBezTo>
                    <a:pt x="54634" y="264"/>
                    <a:pt x="52717" y="-374"/>
                    <a:pt x="50800" y="264"/>
                  </a:cubicBezTo>
                  <a:cubicBezTo>
                    <a:pt x="48883" y="903"/>
                    <a:pt x="47605" y="1541"/>
                    <a:pt x="46966" y="3456"/>
                  </a:cubicBezTo>
                  <a:lnTo>
                    <a:pt x="37381" y="19416"/>
                  </a:lnTo>
                  <a:cubicBezTo>
                    <a:pt x="36742" y="20055"/>
                    <a:pt x="35464" y="20693"/>
                    <a:pt x="35464" y="21970"/>
                  </a:cubicBezTo>
                  <a:cubicBezTo>
                    <a:pt x="34825" y="22608"/>
                    <a:pt x="34825" y="23885"/>
                    <a:pt x="34825" y="24524"/>
                  </a:cubicBezTo>
                  <a:lnTo>
                    <a:pt x="959" y="81341"/>
                  </a:lnTo>
                  <a:cubicBezTo>
                    <a:pt x="-320" y="83256"/>
                    <a:pt x="-320" y="85810"/>
                    <a:pt x="959" y="87725"/>
                  </a:cubicBezTo>
                  <a:cubicBezTo>
                    <a:pt x="2236" y="89640"/>
                    <a:pt x="4153" y="90917"/>
                    <a:pt x="6709" y="90917"/>
                  </a:cubicBezTo>
                  <a:lnTo>
                    <a:pt x="96808" y="90917"/>
                  </a:lnTo>
                  <a:cubicBezTo>
                    <a:pt x="100642" y="90917"/>
                    <a:pt x="103198" y="88363"/>
                    <a:pt x="103198" y="84533"/>
                  </a:cubicBezTo>
                  <a:cubicBezTo>
                    <a:pt x="103198" y="50059"/>
                    <a:pt x="85306" y="18140"/>
                    <a:pt x="55912" y="903"/>
                  </a:cubicBezTo>
                  <a:close/>
                  <a:moveTo>
                    <a:pt x="18211" y="77510"/>
                  </a:moveTo>
                  <a:lnTo>
                    <a:pt x="44410" y="33461"/>
                  </a:lnTo>
                  <a:cubicBezTo>
                    <a:pt x="56551" y="42399"/>
                    <a:pt x="66136" y="55167"/>
                    <a:pt x="69970" y="69850"/>
                  </a:cubicBezTo>
                  <a:cubicBezTo>
                    <a:pt x="70609" y="73042"/>
                    <a:pt x="73165" y="74318"/>
                    <a:pt x="76360" y="74318"/>
                  </a:cubicBezTo>
                  <a:cubicBezTo>
                    <a:pt x="76999" y="74318"/>
                    <a:pt x="77638" y="74318"/>
                    <a:pt x="78277" y="74318"/>
                  </a:cubicBezTo>
                  <a:cubicBezTo>
                    <a:pt x="81472" y="73680"/>
                    <a:pt x="84028" y="69850"/>
                    <a:pt x="82750" y="66658"/>
                  </a:cubicBezTo>
                  <a:cubicBezTo>
                    <a:pt x="78277" y="48783"/>
                    <a:pt x="66775" y="32823"/>
                    <a:pt x="51439" y="22608"/>
                  </a:cubicBezTo>
                  <a:lnTo>
                    <a:pt x="55912" y="15586"/>
                  </a:lnTo>
                  <a:cubicBezTo>
                    <a:pt x="76360" y="30269"/>
                    <a:pt x="89140" y="53251"/>
                    <a:pt x="91696" y="77510"/>
                  </a:cubicBezTo>
                  <a:lnTo>
                    <a:pt x="18211" y="77510"/>
                  </a:lnTo>
                  <a:close/>
                </a:path>
              </a:pathLst>
            </a:custGeom>
            <a:solidFill>
              <a:srgbClr val="046A38"/>
            </a:solidFill>
            <a:ln w="6390" cap="flat">
              <a:noFill/>
              <a:prstDash val="solid"/>
              <a:miter/>
            </a:ln>
          </p:spPr>
          <p:txBody>
            <a:bodyPr rtlCol="0" anchor="ctr"/>
            <a:lstStyle/>
            <a:p>
              <a:endParaRPr lang="en-US"/>
            </a:p>
          </p:txBody>
        </p:sp>
        <p:sp>
          <p:nvSpPr>
            <p:cNvPr id="1160" name="Graphic 4">
              <a:extLst>
                <a:ext uri="{FF2B5EF4-FFF2-40B4-BE49-F238E27FC236}">
                  <a16:creationId xmlns:a16="http://schemas.microsoft.com/office/drawing/2014/main" id="{F07B72DA-B6E9-8A4B-BBAD-FA90AF0290CF}"/>
                </a:ext>
              </a:extLst>
            </p:cNvPr>
            <p:cNvSpPr/>
            <p:nvPr/>
          </p:nvSpPr>
          <p:spPr>
            <a:xfrm>
              <a:off x="592986" y="2039206"/>
              <a:ext cx="13418" cy="12767"/>
            </a:xfrm>
            <a:custGeom>
              <a:avLst/>
              <a:gdLst>
                <a:gd name="connsiteX0" fmla="*/ 0 w 13418"/>
                <a:gd name="connsiteY0" fmla="*/ 6384 h 12767"/>
                <a:gd name="connsiteX1" fmla="*/ 6390 w 13418"/>
                <a:gd name="connsiteY1" fmla="*/ 12768 h 12767"/>
                <a:gd name="connsiteX2" fmla="*/ 7029 w 13418"/>
                <a:gd name="connsiteY2" fmla="*/ 12768 h 12767"/>
                <a:gd name="connsiteX3" fmla="*/ 13419 w 13418"/>
                <a:gd name="connsiteY3" fmla="*/ 6384 h 12767"/>
                <a:gd name="connsiteX4" fmla="*/ 7029 w 13418"/>
                <a:gd name="connsiteY4" fmla="*/ 0 h 12767"/>
                <a:gd name="connsiteX5" fmla="*/ 0 w 13418"/>
                <a:gd name="connsiteY5" fmla="*/ 638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18" h="12767">
                  <a:moveTo>
                    <a:pt x="0" y="6384"/>
                  </a:moveTo>
                  <a:cubicBezTo>
                    <a:pt x="0" y="10214"/>
                    <a:pt x="2556" y="12768"/>
                    <a:pt x="6390" y="12768"/>
                  </a:cubicBezTo>
                  <a:lnTo>
                    <a:pt x="7029" y="12768"/>
                  </a:lnTo>
                  <a:cubicBezTo>
                    <a:pt x="10863" y="12768"/>
                    <a:pt x="13419" y="10214"/>
                    <a:pt x="13419" y="6384"/>
                  </a:cubicBezTo>
                  <a:cubicBezTo>
                    <a:pt x="13419" y="2554"/>
                    <a:pt x="10224" y="0"/>
                    <a:pt x="7029" y="0"/>
                  </a:cubicBezTo>
                  <a:cubicBezTo>
                    <a:pt x="3834" y="0"/>
                    <a:pt x="0" y="2554"/>
                    <a:pt x="0" y="6384"/>
                  </a:cubicBezTo>
                  <a:close/>
                </a:path>
              </a:pathLst>
            </a:custGeom>
            <a:solidFill>
              <a:srgbClr val="046A38"/>
            </a:solidFill>
            <a:ln w="6390" cap="flat">
              <a:noFill/>
              <a:prstDash val="solid"/>
              <a:miter/>
            </a:ln>
          </p:spPr>
          <p:txBody>
            <a:bodyPr rtlCol="0" anchor="ctr"/>
            <a:lstStyle/>
            <a:p>
              <a:endParaRPr lang="en-US"/>
            </a:p>
          </p:txBody>
        </p:sp>
        <p:sp>
          <p:nvSpPr>
            <p:cNvPr id="1161" name="Graphic 4">
              <a:extLst>
                <a:ext uri="{FF2B5EF4-FFF2-40B4-BE49-F238E27FC236}">
                  <a16:creationId xmlns:a16="http://schemas.microsoft.com/office/drawing/2014/main" id="{B40BE255-A057-0A4A-AE72-232BBEE8AFA0}"/>
                </a:ext>
              </a:extLst>
            </p:cNvPr>
            <p:cNvSpPr/>
            <p:nvPr/>
          </p:nvSpPr>
          <p:spPr>
            <a:xfrm>
              <a:off x="607044" y="2055804"/>
              <a:ext cx="12779" cy="12767"/>
            </a:xfrm>
            <a:custGeom>
              <a:avLst/>
              <a:gdLst>
                <a:gd name="connsiteX0" fmla="*/ 6390 w 12779"/>
                <a:gd name="connsiteY0" fmla="*/ 12768 h 12767"/>
                <a:gd name="connsiteX1" fmla="*/ 6390 w 12779"/>
                <a:gd name="connsiteY1" fmla="*/ 12768 h 12767"/>
                <a:gd name="connsiteX2" fmla="*/ 12780 w 12779"/>
                <a:gd name="connsiteY2" fmla="*/ 6384 h 12767"/>
                <a:gd name="connsiteX3" fmla="*/ 6390 w 12779"/>
                <a:gd name="connsiteY3" fmla="*/ 0 h 12767"/>
                <a:gd name="connsiteX4" fmla="*/ 0 w 12779"/>
                <a:gd name="connsiteY4" fmla="*/ 6384 h 12767"/>
                <a:gd name="connsiteX5" fmla="*/ 6390 w 12779"/>
                <a:gd name="connsiteY5"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79" h="12767">
                  <a:moveTo>
                    <a:pt x="6390" y="12768"/>
                  </a:moveTo>
                  <a:lnTo>
                    <a:pt x="6390" y="12768"/>
                  </a:lnTo>
                  <a:cubicBezTo>
                    <a:pt x="10224" y="12768"/>
                    <a:pt x="12780" y="10214"/>
                    <a:pt x="12780" y="6384"/>
                  </a:cubicBezTo>
                  <a:cubicBezTo>
                    <a:pt x="12780" y="2554"/>
                    <a:pt x="9585" y="0"/>
                    <a:pt x="6390" y="0"/>
                  </a:cubicBezTo>
                  <a:cubicBezTo>
                    <a:pt x="3195" y="0"/>
                    <a:pt x="0" y="2554"/>
                    <a:pt x="0" y="6384"/>
                  </a:cubicBezTo>
                  <a:cubicBezTo>
                    <a:pt x="0" y="10214"/>
                    <a:pt x="3195" y="12768"/>
                    <a:pt x="6390" y="12768"/>
                  </a:cubicBezTo>
                  <a:close/>
                </a:path>
              </a:pathLst>
            </a:custGeom>
            <a:solidFill>
              <a:srgbClr val="046A38"/>
            </a:solidFill>
            <a:ln w="6390" cap="flat">
              <a:noFill/>
              <a:prstDash val="solid"/>
              <a:miter/>
            </a:ln>
          </p:spPr>
          <p:txBody>
            <a:bodyPr rtlCol="0" anchor="ctr"/>
            <a:lstStyle/>
            <a:p>
              <a:endParaRPr lang="en-US"/>
            </a:p>
          </p:txBody>
        </p:sp>
        <p:sp>
          <p:nvSpPr>
            <p:cNvPr id="1162" name="Graphic 4">
              <a:extLst>
                <a:ext uri="{FF2B5EF4-FFF2-40B4-BE49-F238E27FC236}">
                  <a16:creationId xmlns:a16="http://schemas.microsoft.com/office/drawing/2014/main" id="{00F6B1C0-54E9-B749-BB2C-8746DFADCCC7}"/>
                </a:ext>
              </a:extLst>
            </p:cNvPr>
            <p:cNvSpPr/>
            <p:nvPr/>
          </p:nvSpPr>
          <p:spPr>
            <a:xfrm>
              <a:off x="586596" y="2088363"/>
              <a:ext cx="12779" cy="12767"/>
            </a:xfrm>
            <a:custGeom>
              <a:avLst/>
              <a:gdLst>
                <a:gd name="connsiteX0" fmla="*/ 6390 w 12779"/>
                <a:gd name="connsiteY0" fmla="*/ 12768 h 12767"/>
                <a:gd name="connsiteX1" fmla="*/ 6390 w 12779"/>
                <a:gd name="connsiteY1" fmla="*/ 12768 h 12767"/>
                <a:gd name="connsiteX2" fmla="*/ 12780 w 12779"/>
                <a:gd name="connsiteY2" fmla="*/ 6384 h 12767"/>
                <a:gd name="connsiteX3" fmla="*/ 6390 w 12779"/>
                <a:gd name="connsiteY3" fmla="*/ 0 h 12767"/>
                <a:gd name="connsiteX4" fmla="*/ 0 w 12779"/>
                <a:gd name="connsiteY4" fmla="*/ 6384 h 12767"/>
                <a:gd name="connsiteX5" fmla="*/ 6390 w 12779"/>
                <a:gd name="connsiteY5"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79" h="12767">
                  <a:moveTo>
                    <a:pt x="6390" y="12768"/>
                  </a:moveTo>
                  <a:lnTo>
                    <a:pt x="6390" y="12768"/>
                  </a:lnTo>
                  <a:cubicBezTo>
                    <a:pt x="10224" y="12768"/>
                    <a:pt x="12780" y="10214"/>
                    <a:pt x="12780" y="6384"/>
                  </a:cubicBezTo>
                  <a:cubicBezTo>
                    <a:pt x="12780" y="2554"/>
                    <a:pt x="9585" y="0"/>
                    <a:pt x="6390" y="0"/>
                  </a:cubicBezTo>
                  <a:cubicBezTo>
                    <a:pt x="3195" y="0"/>
                    <a:pt x="0" y="2554"/>
                    <a:pt x="0" y="6384"/>
                  </a:cubicBezTo>
                  <a:cubicBezTo>
                    <a:pt x="0" y="10214"/>
                    <a:pt x="3195" y="12768"/>
                    <a:pt x="6390" y="12768"/>
                  </a:cubicBezTo>
                  <a:close/>
                </a:path>
              </a:pathLst>
            </a:custGeom>
            <a:solidFill>
              <a:srgbClr val="046A38"/>
            </a:solidFill>
            <a:ln w="6390" cap="flat">
              <a:noFill/>
              <a:prstDash val="solid"/>
              <a:miter/>
            </a:ln>
          </p:spPr>
          <p:txBody>
            <a:bodyPr rtlCol="0" anchor="ctr"/>
            <a:lstStyle/>
            <a:p>
              <a:endParaRPr lang="en-US"/>
            </a:p>
          </p:txBody>
        </p:sp>
        <p:sp>
          <p:nvSpPr>
            <p:cNvPr id="1163" name="Graphic 4">
              <a:extLst>
                <a:ext uri="{FF2B5EF4-FFF2-40B4-BE49-F238E27FC236}">
                  <a16:creationId xmlns:a16="http://schemas.microsoft.com/office/drawing/2014/main" id="{B35B05F8-EA14-DB45-AFA6-D831E9B94AE1}"/>
                </a:ext>
              </a:extLst>
            </p:cNvPr>
            <p:cNvSpPr/>
            <p:nvPr/>
          </p:nvSpPr>
          <p:spPr>
            <a:xfrm>
              <a:off x="632603" y="2113260"/>
              <a:ext cx="12779" cy="12767"/>
            </a:xfrm>
            <a:custGeom>
              <a:avLst/>
              <a:gdLst>
                <a:gd name="connsiteX0" fmla="*/ 6390 w 12779"/>
                <a:gd name="connsiteY0" fmla="*/ 12768 h 12767"/>
                <a:gd name="connsiteX1" fmla="*/ 6390 w 12779"/>
                <a:gd name="connsiteY1" fmla="*/ 12768 h 12767"/>
                <a:gd name="connsiteX2" fmla="*/ 12780 w 12779"/>
                <a:gd name="connsiteY2" fmla="*/ 6384 h 12767"/>
                <a:gd name="connsiteX3" fmla="*/ 6390 w 12779"/>
                <a:gd name="connsiteY3" fmla="*/ 0 h 12767"/>
                <a:gd name="connsiteX4" fmla="*/ 0 w 12779"/>
                <a:gd name="connsiteY4" fmla="*/ 6384 h 12767"/>
                <a:gd name="connsiteX5" fmla="*/ 6390 w 12779"/>
                <a:gd name="connsiteY5"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79" h="12767">
                  <a:moveTo>
                    <a:pt x="6390" y="12768"/>
                  </a:moveTo>
                  <a:lnTo>
                    <a:pt x="6390" y="12768"/>
                  </a:lnTo>
                  <a:cubicBezTo>
                    <a:pt x="10224" y="12768"/>
                    <a:pt x="12780" y="10214"/>
                    <a:pt x="12780" y="6384"/>
                  </a:cubicBezTo>
                  <a:cubicBezTo>
                    <a:pt x="12780" y="2554"/>
                    <a:pt x="9585" y="0"/>
                    <a:pt x="6390" y="0"/>
                  </a:cubicBezTo>
                  <a:cubicBezTo>
                    <a:pt x="3195" y="0"/>
                    <a:pt x="0" y="2554"/>
                    <a:pt x="0" y="6384"/>
                  </a:cubicBezTo>
                  <a:cubicBezTo>
                    <a:pt x="0" y="10214"/>
                    <a:pt x="2556" y="12768"/>
                    <a:pt x="6390" y="12768"/>
                  </a:cubicBezTo>
                  <a:close/>
                </a:path>
              </a:pathLst>
            </a:custGeom>
            <a:solidFill>
              <a:srgbClr val="046A38"/>
            </a:solidFill>
            <a:ln w="6390" cap="flat">
              <a:noFill/>
              <a:prstDash val="solid"/>
              <a:miter/>
            </a:ln>
          </p:spPr>
          <p:txBody>
            <a:bodyPr rtlCol="0" anchor="ctr"/>
            <a:lstStyle/>
            <a:p>
              <a:endParaRPr lang="en-US"/>
            </a:p>
          </p:txBody>
        </p:sp>
        <p:sp>
          <p:nvSpPr>
            <p:cNvPr id="1164" name="Graphic 4">
              <a:extLst>
                <a:ext uri="{FF2B5EF4-FFF2-40B4-BE49-F238E27FC236}">
                  <a16:creationId xmlns:a16="http://schemas.microsoft.com/office/drawing/2014/main" id="{E575367C-6682-EE40-932C-7E0AC71A0AD1}"/>
                </a:ext>
              </a:extLst>
            </p:cNvPr>
            <p:cNvSpPr/>
            <p:nvPr/>
          </p:nvSpPr>
          <p:spPr>
            <a:xfrm>
              <a:off x="604488" y="2096024"/>
              <a:ext cx="12779" cy="12767"/>
            </a:xfrm>
            <a:custGeom>
              <a:avLst/>
              <a:gdLst>
                <a:gd name="connsiteX0" fmla="*/ 6390 w 12779"/>
                <a:gd name="connsiteY0" fmla="*/ 12768 h 12767"/>
                <a:gd name="connsiteX1" fmla="*/ 6390 w 12779"/>
                <a:gd name="connsiteY1" fmla="*/ 12768 h 12767"/>
                <a:gd name="connsiteX2" fmla="*/ 12780 w 12779"/>
                <a:gd name="connsiteY2" fmla="*/ 6384 h 12767"/>
                <a:gd name="connsiteX3" fmla="*/ 6390 w 12779"/>
                <a:gd name="connsiteY3" fmla="*/ 0 h 12767"/>
                <a:gd name="connsiteX4" fmla="*/ 0 w 12779"/>
                <a:gd name="connsiteY4" fmla="*/ 6384 h 12767"/>
                <a:gd name="connsiteX5" fmla="*/ 6390 w 12779"/>
                <a:gd name="connsiteY5"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79" h="12767">
                  <a:moveTo>
                    <a:pt x="6390" y="12768"/>
                  </a:moveTo>
                  <a:lnTo>
                    <a:pt x="6390" y="12768"/>
                  </a:lnTo>
                  <a:cubicBezTo>
                    <a:pt x="10224" y="12768"/>
                    <a:pt x="12780" y="10214"/>
                    <a:pt x="12780" y="6384"/>
                  </a:cubicBezTo>
                  <a:cubicBezTo>
                    <a:pt x="12780" y="2554"/>
                    <a:pt x="9585" y="0"/>
                    <a:pt x="6390" y="0"/>
                  </a:cubicBezTo>
                  <a:cubicBezTo>
                    <a:pt x="3195" y="0"/>
                    <a:pt x="0" y="2554"/>
                    <a:pt x="0" y="6384"/>
                  </a:cubicBezTo>
                  <a:cubicBezTo>
                    <a:pt x="0" y="10214"/>
                    <a:pt x="2556" y="12768"/>
                    <a:pt x="6390" y="12768"/>
                  </a:cubicBezTo>
                  <a:close/>
                </a:path>
              </a:pathLst>
            </a:custGeom>
            <a:solidFill>
              <a:srgbClr val="046A38"/>
            </a:solidFill>
            <a:ln w="6390" cap="flat">
              <a:noFill/>
              <a:prstDash val="solid"/>
              <a:miter/>
            </a:ln>
          </p:spPr>
          <p:txBody>
            <a:bodyPr rtlCol="0" anchor="ctr"/>
            <a:lstStyle/>
            <a:p>
              <a:endParaRPr lang="en-US"/>
            </a:p>
          </p:txBody>
        </p:sp>
        <p:sp>
          <p:nvSpPr>
            <p:cNvPr id="1165" name="Graphic 4">
              <a:extLst>
                <a:ext uri="{FF2B5EF4-FFF2-40B4-BE49-F238E27FC236}">
                  <a16:creationId xmlns:a16="http://schemas.microsoft.com/office/drawing/2014/main" id="{9B1238B5-23D3-844A-B48B-D7682C215067}"/>
                </a:ext>
              </a:extLst>
            </p:cNvPr>
            <p:cNvSpPr/>
            <p:nvPr/>
          </p:nvSpPr>
          <p:spPr>
            <a:xfrm>
              <a:off x="648578" y="2124113"/>
              <a:ext cx="12779" cy="12767"/>
            </a:xfrm>
            <a:custGeom>
              <a:avLst/>
              <a:gdLst>
                <a:gd name="connsiteX0" fmla="*/ 6390 w 12779"/>
                <a:gd name="connsiteY0" fmla="*/ 12768 h 12767"/>
                <a:gd name="connsiteX1" fmla="*/ 6390 w 12779"/>
                <a:gd name="connsiteY1" fmla="*/ 12768 h 12767"/>
                <a:gd name="connsiteX2" fmla="*/ 12780 w 12779"/>
                <a:gd name="connsiteY2" fmla="*/ 6384 h 12767"/>
                <a:gd name="connsiteX3" fmla="*/ 6390 w 12779"/>
                <a:gd name="connsiteY3" fmla="*/ 0 h 12767"/>
                <a:gd name="connsiteX4" fmla="*/ 0 w 12779"/>
                <a:gd name="connsiteY4" fmla="*/ 6384 h 12767"/>
                <a:gd name="connsiteX5" fmla="*/ 6390 w 12779"/>
                <a:gd name="connsiteY5"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79" h="12767">
                  <a:moveTo>
                    <a:pt x="6390" y="12768"/>
                  </a:moveTo>
                  <a:lnTo>
                    <a:pt x="6390" y="12768"/>
                  </a:lnTo>
                  <a:cubicBezTo>
                    <a:pt x="10224" y="12768"/>
                    <a:pt x="12780" y="10214"/>
                    <a:pt x="12780" y="6384"/>
                  </a:cubicBezTo>
                  <a:cubicBezTo>
                    <a:pt x="12780" y="2554"/>
                    <a:pt x="9585" y="0"/>
                    <a:pt x="6390" y="0"/>
                  </a:cubicBezTo>
                  <a:cubicBezTo>
                    <a:pt x="3195" y="0"/>
                    <a:pt x="0" y="2554"/>
                    <a:pt x="0" y="6384"/>
                  </a:cubicBezTo>
                  <a:cubicBezTo>
                    <a:pt x="0" y="10214"/>
                    <a:pt x="2556" y="12768"/>
                    <a:pt x="6390" y="12768"/>
                  </a:cubicBezTo>
                  <a:close/>
                </a:path>
              </a:pathLst>
            </a:custGeom>
            <a:solidFill>
              <a:srgbClr val="046A38"/>
            </a:solidFill>
            <a:ln w="6390" cap="flat">
              <a:noFill/>
              <a:prstDash val="solid"/>
              <a:miter/>
            </a:ln>
          </p:spPr>
          <p:txBody>
            <a:bodyPr rtlCol="0" anchor="ctr"/>
            <a:lstStyle/>
            <a:p>
              <a:endParaRPr lang="en-US"/>
            </a:p>
          </p:txBody>
        </p:sp>
        <p:sp>
          <p:nvSpPr>
            <p:cNvPr id="1166" name="Graphic 4">
              <a:extLst>
                <a:ext uri="{FF2B5EF4-FFF2-40B4-BE49-F238E27FC236}">
                  <a16:creationId xmlns:a16="http://schemas.microsoft.com/office/drawing/2014/main" id="{0F16C03A-11BC-884F-A94D-0BB8ABE4AAE9}"/>
                </a:ext>
              </a:extLst>
            </p:cNvPr>
            <p:cNvSpPr/>
            <p:nvPr/>
          </p:nvSpPr>
          <p:spPr>
            <a:xfrm>
              <a:off x="669026" y="2088363"/>
              <a:ext cx="13418" cy="12767"/>
            </a:xfrm>
            <a:custGeom>
              <a:avLst/>
              <a:gdLst>
                <a:gd name="connsiteX0" fmla="*/ 6390 w 13418"/>
                <a:gd name="connsiteY0" fmla="*/ 0 h 12767"/>
                <a:gd name="connsiteX1" fmla="*/ 0 w 13418"/>
                <a:gd name="connsiteY1" fmla="*/ 6384 h 12767"/>
                <a:gd name="connsiteX2" fmla="*/ 6390 w 13418"/>
                <a:gd name="connsiteY2" fmla="*/ 12768 h 12767"/>
                <a:gd name="connsiteX3" fmla="*/ 7029 w 13418"/>
                <a:gd name="connsiteY3" fmla="*/ 12768 h 12767"/>
                <a:gd name="connsiteX4" fmla="*/ 13419 w 13418"/>
                <a:gd name="connsiteY4" fmla="*/ 6384 h 12767"/>
                <a:gd name="connsiteX5" fmla="*/ 6390 w 13418"/>
                <a:gd name="connsiteY5"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18" h="12767">
                  <a:moveTo>
                    <a:pt x="6390" y="0"/>
                  </a:moveTo>
                  <a:cubicBezTo>
                    <a:pt x="2556" y="0"/>
                    <a:pt x="0" y="2554"/>
                    <a:pt x="0" y="6384"/>
                  </a:cubicBezTo>
                  <a:cubicBezTo>
                    <a:pt x="0" y="10214"/>
                    <a:pt x="2556" y="12768"/>
                    <a:pt x="6390" y="12768"/>
                  </a:cubicBezTo>
                  <a:lnTo>
                    <a:pt x="7029" y="12768"/>
                  </a:lnTo>
                  <a:cubicBezTo>
                    <a:pt x="10863" y="12768"/>
                    <a:pt x="13419" y="10214"/>
                    <a:pt x="13419" y="6384"/>
                  </a:cubicBezTo>
                  <a:cubicBezTo>
                    <a:pt x="13419" y="2554"/>
                    <a:pt x="10224" y="0"/>
                    <a:pt x="6390" y="0"/>
                  </a:cubicBezTo>
                  <a:close/>
                </a:path>
              </a:pathLst>
            </a:custGeom>
            <a:solidFill>
              <a:srgbClr val="046A38"/>
            </a:solidFill>
            <a:ln w="6390" cap="flat">
              <a:noFill/>
              <a:prstDash val="solid"/>
              <a:miter/>
            </a:ln>
          </p:spPr>
          <p:txBody>
            <a:bodyPr rtlCol="0" anchor="ctr"/>
            <a:lstStyle/>
            <a:p>
              <a:endParaRPr lang="en-US"/>
            </a:p>
          </p:txBody>
        </p:sp>
        <p:sp>
          <p:nvSpPr>
            <p:cNvPr id="1167" name="Graphic 4">
              <a:extLst>
                <a:ext uri="{FF2B5EF4-FFF2-40B4-BE49-F238E27FC236}">
                  <a16:creationId xmlns:a16="http://schemas.microsoft.com/office/drawing/2014/main" id="{9AEFF496-9090-B144-9975-94D119A9E1C0}"/>
                </a:ext>
              </a:extLst>
            </p:cNvPr>
            <p:cNvSpPr/>
            <p:nvPr/>
          </p:nvSpPr>
          <p:spPr>
            <a:xfrm>
              <a:off x="690752" y="2087086"/>
              <a:ext cx="12779" cy="12767"/>
            </a:xfrm>
            <a:custGeom>
              <a:avLst/>
              <a:gdLst>
                <a:gd name="connsiteX0" fmla="*/ 6390 w 12779"/>
                <a:gd name="connsiteY0" fmla="*/ 12768 h 12767"/>
                <a:gd name="connsiteX1" fmla="*/ 6390 w 12779"/>
                <a:gd name="connsiteY1" fmla="*/ 12768 h 12767"/>
                <a:gd name="connsiteX2" fmla="*/ 12780 w 12779"/>
                <a:gd name="connsiteY2" fmla="*/ 6384 h 12767"/>
                <a:gd name="connsiteX3" fmla="*/ 6390 w 12779"/>
                <a:gd name="connsiteY3" fmla="*/ 0 h 12767"/>
                <a:gd name="connsiteX4" fmla="*/ 0 w 12779"/>
                <a:gd name="connsiteY4" fmla="*/ 6384 h 12767"/>
                <a:gd name="connsiteX5" fmla="*/ 6390 w 12779"/>
                <a:gd name="connsiteY5"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79" h="12767">
                  <a:moveTo>
                    <a:pt x="6390" y="12768"/>
                  </a:moveTo>
                  <a:lnTo>
                    <a:pt x="6390" y="12768"/>
                  </a:lnTo>
                  <a:cubicBezTo>
                    <a:pt x="10224" y="12768"/>
                    <a:pt x="12780" y="10214"/>
                    <a:pt x="12780" y="6384"/>
                  </a:cubicBezTo>
                  <a:cubicBezTo>
                    <a:pt x="12780" y="2554"/>
                    <a:pt x="9585" y="0"/>
                    <a:pt x="6390" y="0"/>
                  </a:cubicBezTo>
                  <a:cubicBezTo>
                    <a:pt x="3195" y="0"/>
                    <a:pt x="0" y="2554"/>
                    <a:pt x="0" y="6384"/>
                  </a:cubicBezTo>
                  <a:cubicBezTo>
                    <a:pt x="0" y="10214"/>
                    <a:pt x="2556" y="12768"/>
                    <a:pt x="6390" y="12768"/>
                  </a:cubicBezTo>
                  <a:close/>
                </a:path>
              </a:pathLst>
            </a:custGeom>
            <a:solidFill>
              <a:srgbClr val="046A38"/>
            </a:solidFill>
            <a:ln w="6390" cap="flat">
              <a:noFill/>
              <a:prstDash val="solid"/>
              <a:miter/>
            </a:ln>
          </p:spPr>
          <p:txBody>
            <a:bodyPr rtlCol="0" anchor="ctr"/>
            <a:lstStyle/>
            <a:p>
              <a:endParaRPr lang="en-US"/>
            </a:p>
          </p:txBody>
        </p:sp>
        <p:sp>
          <p:nvSpPr>
            <p:cNvPr id="1168" name="Graphic 4">
              <a:extLst>
                <a:ext uri="{FF2B5EF4-FFF2-40B4-BE49-F238E27FC236}">
                  <a16:creationId xmlns:a16="http://schemas.microsoft.com/office/drawing/2014/main" id="{70149634-08C7-6046-AEBC-DDECBA5D8350}"/>
                </a:ext>
              </a:extLst>
            </p:cNvPr>
            <p:cNvSpPr/>
            <p:nvPr/>
          </p:nvSpPr>
          <p:spPr>
            <a:xfrm>
              <a:off x="632603" y="2034099"/>
              <a:ext cx="13418" cy="12767"/>
            </a:xfrm>
            <a:custGeom>
              <a:avLst/>
              <a:gdLst>
                <a:gd name="connsiteX0" fmla="*/ 6390 w 13418"/>
                <a:gd name="connsiteY0" fmla="*/ 0 h 12767"/>
                <a:gd name="connsiteX1" fmla="*/ 0 w 13418"/>
                <a:gd name="connsiteY1" fmla="*/ 6384 h 12767"/>
                <a:gd name="connsiteX2" fmla="*/ 6390 w 13418"/>
                <a:gd name="connsiteY2" fmla="*/ 12768 h 12767"/>
                <a:gd name="connsiteX3" fmla="*/ 7029 w 13418"/>
                <a:gd name="connsiteY3" fmla="*/ 12768 h 12767"/>
                <a:gd name="connsiteX4" fmla="*/ 13419 w 13418"/>
                <a:gd name="connsiteY4" fmla="*/ 6384 h 12767"/>
                <a:gd name="connsiteX5" fmla="*/ 6390 w 13418"/>
                <a:gd name="connsiteY5"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18" h="12767">
                  <a:moveTo>
                    <a:pt x="6390" y="0"/>
                  </a:moveTo>
                  <a:cubicBezTo>
                    <a:pt x="2556" y="0"/>
                    <a:pt x="0" y="2554"/>
                    <a:pt x="0" y="6384"/>
                  </a:cubicBezTo>
                  <a:cubicBezTo>
                    <a:pt x="0" y="10214"/>
                    <a:pt x="2556" y="12768"/>
                    <a:pt x="6390" y="12768"/>
                  </a:cubicBezTo>
                  <a:lnTo>
                    <a:pt x="7029" y="12768"/>
                  </a:lnTo>
                  <a:cubicBezTo>
                    <a:pt x="10863" y="12768"/>
                    <a:pt x="13419" y="10214"/>
                    <a:pt x="13419" y="6384"/>
                  </a:cubicBezTo>
                  <a:cubicBezTo>
                    <a:pt x="13419" y="2554"/>
                    <a:pt x="10224" y="0"/>
                    <a:pt x="6390" y="0"/>
                  </a:cubicBezTo>
                  <a:close/>
                </a:path>
              </a:pathLst>
            </a:custGeom>
            <a:solidFill>
              <a:srgbClr val="046A38"/>
            </a:solidFill>
            <a:ln w="6390" cap="flat">
              <a:noFill/>
              <a:prstDash val="solid"/>
              <a:miter/>
            </a:ln>
          </p:spPr>
          <p:txBody>
            <a:bodyPr rtlCol="0" anchor="ctr"/>
            <a:lstStyle/>
            <a:p>
              <a:endParaRPr lang="en-US"/>
            </a:p>
          </p:txBody>
        </p:sp>
        <p:sp>
          <p:nvSpPr>
            <p:cNvPr id="1169" name="Graphic 4">
              <a:extLst>
                <a:ext uri="{FF2B5EF4-FFF2-40B4-BE49-F238E27FC236}">
                  <a16:creationId xmlns:a16="http://schemas.microsoft.com/office/drawing/2014/main" id="{291DD723-64DA-EE45-8E4C-A8C2B6E4B3BC}"/>
                </a:ext>
              </a:extLst>
            </p:cNvPr>
            <p:cNvSpPr/>
            <p:nvPr/>
          </p:nvSpPr>
          <p:spPr>
            <a:xfrm>
              <a:off x="640910" y="2016224"/>
              <a:ext cx="13418" cy="12767"/>
            </a:xfrm>
            <a:custGeom>
              <a:avLst/>
              <a:gdLst>
                <a:gd name="connsiteX0" fmla="*/ 6390 w 13418"/>
                <a:gd name="connsiteY0" fmla="*/ 0 h 12767"/>
                <a:gd name="connsiteX1" fmla="*/ 0 w 13418"/>
                <a:gd name="connsiteY1" fmla="*/ 6384 h 12767"/>
                <a:gd name="connsiteX2" fmla="*/ 6390 w 13418"/>
                <a:gd name="connsiteY2" fmla="*/ 12768 h 12767"/>
                <a:gd name="connsiteX3" fmla="*/ 7029 w 13418"/>
                <a:gd name="connsiteY3" fmla="*/ 12768 h 12767"/>
                <a:gd name="connsiteX4" fmla="*/ 13419 w 13418"/>
                <a:gd name="connsiteY4" fmla="*/ 6384 h 12767"/>
                <a:gd name="connsiteX5" fmla="*/ 6390 w 13418"/>
                <a:gd name="connsiteY5"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18" h="12767">
                  <a:moveTo>
                    <a:pt x="6390" y="0"/>
                  </a:moveTo>
                  <a:cubicBezTo>
                    <a:pt x="2556" y="0"/>
                    <a:pt x="0" y="2554"/>
                    <a:pt x="0" y="6384"/>
                  </a:cubicBezTo>
                  <a:cubicBezTo>
                    <a:pt x="0" y="10214"/>
                    <a:pt x="2556" y="12768"/>
                    <a:pt x="6390" y="12768"/>
                  </a:cubicBezTo>
                  <a:lnTo>
                    <a:pt x="7029" y="12768"/>
                  </a:lnTo>
                  <a:cubicBezTo>
                    <a:pt x="10863" y="12768"/>
                    <a:pt x="13419" y="10214"/>
                    <a:pt x="13419" y="6384"/>
                  </a:cubicBezTo>
                  <a:cubicBezTo>
                    <a:pt x="13419" y="2554"/>
                    <a:pt x="10224" y="0"/>
                    <a:pt x="6390" y="0"/>
                  </a:cubicBezTo>
                  <a:close/>
                </a:path>
              </a:pathLst>
            </a:custGeom>
            <a:solidFill>
              <a:srgbClr val="046A38"/>
            </a:solidFill>
            <a:ln w="6390" cap="flat">
              <a:noFill/>
              <a:prstDash val="solid"/>
              <a:miter/>
            </a:ln>
          </p:spPr>
          <p:txBody>
            <a:bodyPr rtlCol="0" anchor="ctr"/>
            <a:lstStyle/>
            <a:p>
              <a:endParaRPr lang="en-US"/>
            </a:p>
          </p:txBody>
        </p:sp>
        <p:sp>
          <p:nvSpPr>
            <p:cNvPr id="1170" name="Graphic 4">
              <a:extLst>
                <a:ext uri="{FF2B5EF4-FFF2-40B4-BE49-F238E27FC236}">
                  <a16:creationId xmlns:a16="http://schemas.microsoft.com/office/drawing/2014/main" id="{0514C595-974E-8B4A-AF5E-412C9DAF5E51}"/>
                </a:ext>
              </a:extLst>
            </p:cNvPr>
            <p:cNvSpPr/>
            <p:nvPr/>
          </p:nvSpPr>
          <p:spPr>
            <a:xfrm>
              <a:off x="725257" y="2034099"/>
              <a:ext cx="13418" cy="12767"/>
            </a:xfrm>
            <a:custGeom>
              <a:avLst/>
              <a:gdLst>
                <a:gd name="connsiteX0" fmla="*/ 6390 w 13418"/>
                <a:gd name="connsiteY0" fmla="*/ 0 h 12767"/>
                <a:gd name="connsiteX1" fmla="*/ 0 w 13418"/>
                <a:gd name="connsiteY1" fmla="*/ 6384 h 12767"/>
                <a:gd name="connsiteX2" fmla="*/ 6390 w 13418"/>
                <a:gd name="connsiteY2" fmla="*/ 12768 h 12767"/>
                <a:gd name="connsiteX3" fmla="*/ 7029 w 13418"/>
                <a:gd name="connsiteY3" fmla="*/ 12768 h 12767"/>
                <a:gd name="connsiteX4" fmla="*/ 13419 w 13418"/>
                <a:gd name="connsiteY4" fmla="*/ 6384 h 12767"/>
                <a:gd name="connsiteX5" fmla="*/ 6390 w 13418"/>
                <a:gd name="connsiteY5"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18" h="12767">
                  <a:moveTo>
                    <a:pt x="6390" y="0"/>
                  </a:moveTo>
                  <a:cubicBezTo>
                    <a:pt x="2556" y="0"/>
                    <a:pt x="0" y="2554"/>
                    <a:pt x="0" y="6384"/>
                  </a:cubicBezTo>
                  <a:cubicBezTo>
                    <a:pt x="0" y="10214"/>
                    <a:pt x="2556" y="12768"/>
                    <a:pt x="6390" y="12768"/>
                  </a:cubicBezTo>
                  <a:lnTo>
                    <a:pt x="7029" y="12768"/>
                  </a:lnTo>
                  <a:cubicBezTo>
                    <a:pt x="10863" y="12768"/>
                    <a:pt x="13419" y="10214"/>
                    <a:pt x="13419" y="6384"/>
                  </a:cubicBezTo>
                  <a:cubicBezTo>
                    <a:pt x="13419" y="2554"/>
                    <a:pt x="9585" y="0"/>
                    <a:pt x="6390" y="0"/>
                  </a:cubicBezTo>
                  <a:close/>
                </a:path>
              </a:pathLst>
            </a:custGeom>
            <a:solidFill>
              <a:srgbClr val="046A38"/>
            </a:solidFill>
            <a:ln w="6390" cap="flat">
              <a:noFill/>
              <a:prstDash val="solid"/>
              <a:miter/>
            </a:ln>
          </p:spPr>
          <p:txBody>
            <a:bodyPr rtlCol="0" anchor="ctr"/>
            <a:lstStyle/>
            <a:p>
              <a:endParaRPr lang="en-US"/>
            </a:p>
          </p:txBody>
        </p:sp>
        <p:sp>
          <p:nvSpPr>
            <p:cNvPr id="1171" name="Graphic 4">
              <a:extLst>
                <a:ext uri="{FF2B5EF4-FFF2-40B4-BE49-F238E27FC236}">
                  <a16:creationId xmlns:a16="http://schemas.microsoft.com/office/drawing/2014/main" id="{C01195EB-3850-A143-8092-355334C1D402}"/>
                </a:ext>
              </a:extLst>
            </p:cNvPr>
            <p:cNvSpPr/>
            <p:nvPr/>
          </p:nvSpPr>
          <p:spPr>
            <a:xfrm>
              <a:off x="706727" y="2028992"/>
              <a:ext cx="13418" cy="12767"/>
            </a:xfrm>
            <a:custGeom>
              <a:avLst/>
              <a:gdLst>
                <a:gd name="connsiteX0" fmla="*/ 6390 w 13418"/>
                <a:gd name="connsiteY0" fmla="*/ 0 h 12767"/>
                <a:gd name="connsiteX1" fmla="*/ 0 w 13418"/>
                <a:gd name="connsiteY1" fmla="*/ 6384 h 12767"/>
                <a:gd name="connsiteX2" fmla="*/ 6390 w 13418"/>
                <a:gd name="connsiteY2" fmla="*/ 12768 h 12767"/>
                <a:gd name="connsiteX3" fmla="*/ 7029 w 13418"/>
                <a:gd name="connsiteY3" fmla="*/ 12768 h 12767"/>
                <a:gd name="connsiteX4" fmla="*/ 13419 w 13418"/>
                <a:gd name="connsiteY4" fmla="*/ 6384 h 12767"/>
                <a:gd name="connsiteX5" fmla="*/ 6390 w 13418"/>
                <a:gd name="connsiteY5"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18" h="12767">
                  <a:moveTo>
                    <a:pt x="6390" y="0"/>
                  </a:moveTo>
                  <a:cubicBezTo>
                    <a:pt x="2556" y="0"/>
                    <a:pt x="0" y="2554"/>
                    <a:pt x="0" y="6384"/>
                  </a:cubicBezTo>
                  <a:cubicBezTo>
                    <a:pt x="0" y="10214"/>
                    <a:pt x="2556" y="12768"/>
                    <a:pt x="6390" y="12768"/>
                  </a:cubicBezTo>
                  <a:lnTo>
                    <a:pt x="7029" y="12768"/>
                  </a:lnTo>
                  <a:cubicBezTo>
                    <a:pt x="10863" y="12768"/>
                    <a:pt x="13419" y="10214"/>
                    <a:pt x="13419" y="6384"/>
                  </a:cubicBezTo>
                  <a:cubicBezTo>
                    <a:pt x="13419" y="2554"/>
                    <a:pt x="9585" y="0"/>
                    <a:pt x="6390" y="0"/>
                  </a:cubicBezTo>
                  <a:close/>
                </a:path>
              </a:pathLst>
            </a:custGeom>
            <a:solidFill>
              <a:srgbClr val="046A38"/>
            </a:solidFill>
            <a:ln w="6390" cap="flat">
              <a:noFill/>
              <a:prstDash val="solid"/>
              <a:miter/>
            </a:ln>
          </p:spPr>
          <p:txBody>
            <a:bodyPr rtlCol="0" anchor="ctr"/>
            <a:lstStyle/>
            <a:p>
              <a:endParaRPr lang="en-US"/>
            </a:p>
          </p:txBody>
        </p:sp>
      </p:grpSp>
      <p:grpSp>
        <p:nvGrpSpPr>
          <p:cNvPr id="1172" name="Graphic 4">
            <a:extLst>
              <a:ext uri="{FF2B5EF4-FFF2-40B4-BE49-F238E27FC236}">
                <a16:creationId xmlns:a16="http://schemas.microsoft.com/office/drawing/2014/main" id="{C0F9FFA3-CC51-7143-BCDE-87062A6A3903}"/>
              </a:ext>
            </a:extLst>
          </p:cNvPr>
          <p:cNvGrpSpPr/>
          <p:nvPr/>
        </p:nvGrpSpPr>
        <p:grpSpPr>
          <a:xfrm>
            <a:off x="467743" y="3824168"/>
            <a:ext cx="361670" cy="361333"/>
            <a:chOff x="467743" y="3824168"/>
            <a:chExt cx="361670" cy="361333"/>
          </a:xfrm>
          <a:solidFill>
            <a:srgbClr val="046A38"/>
          </a:solidFill>
        </p:grpSpPr>
        <p:sp>
          <p:nvSpPr>
            <p:cNvPr id="1173" name="Graphic 4">
              <a:extLst>
                <a:ext uri="{FF2B5EF4-FFF2-40B4-BE49-F238E27FC236}">
                  <a16:creationId xmlns:a16="http://schemas.microsoft.com/office/drawing/2014/main" id="{692BBDEF-6FA4-3041-BA53-ECC498DC3D54}"/>
                </a:ext>
              </a:extLst>
            </p:cNvPr>
            <p:cNvSpPr/>
            <p:nvPr/>
          </p:nvSpPr>
          <p:spPr>
            <a:xfrm>
              <a:off x="467743"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174" name="Graphic 4">
              <a:extLst>
                <a:ext uri="{FF2B5EF4-FFF2-40B4-BE49-F238E27FC236}">
                  <a16:creationId xmlns:a16="http://schemas.microsoft.com/office/drawing/2014/main" id="{62DE48BA-2CBF-E74E-8C25-934A03DD641B}"/>
                </a:ext>
              </a:extLst>
            </p:cNvPr>
            <p:cNvSpPr/>
            <p:nvPr/>
          </p:nvSpPr>
          <p:spPr>
            <a:xfrm>
              <a:off x="565109" y="3892715"/>
              <a:ext cx="122448" cy="222562"/>
            </a:xfrm>
            <a:custGeom>
              <a:avLst/>
              <a:gdLst>
                <a:gd name="connsiteX0" fmla="*/ 118614 w 122448"/>
                <a:gd name="connsiteY0" fmla="*/ 50833 h 222562"/>
                <a:gd name="connsiteX1" fmla="*/ 107751 w 122448"/>
                <a:gd name="connsiteY1" fmla="*/ 45726 h 222562"/>
                <a:gd name="connsiteX2" fmla="*/ 67495 w 122448"/>
                <a:gd name="connsiteY2" fmla="*/ 45726 h 222562"/>
                <a:gd name="connsiteX3" fmla="*/ 61105 w 122448"/>
                <a:gd name="connsiteY3" fmla="*/ 52110 h 222562"/>
                <a:gd name="connsiteX4" fmla="*/ 67495 w 122448"/>
                <a:gd name="connsiteY4" fmla="*/ 58494 h 222562"/>
                <a:gd name="connsiteX5" fmla="*/ 107112 w 122448"/>
                <a:gd name="connsiteY5" fmla="*/ 58494 h 222562"/>
                <a:gd name="connsiteX6" fmla="*/ 109029 w 122448"/>
                <a:gd name="connsiteY6" fmla="*/ 59133 h 222562"/>
                <a:gd name="connsiteX7" fmla="*/ 109668 w 122448"/>
                <a:gd name="connsiteY7" fmla="*/ 61048 h 222562"/>
                <a:gd name="connsiteX8" fmla="*/ 107112 w 122448"/>
                <a:gd name="connsiteY8" fmla="*/ 91691 h 222562"/>
                <a:gd name="connsiteX9" fmla="*/ 103917 w 122448"/>
                <a:gd name="connsiteY9" fmla="*/ 90414 h 222562"/>
                <a:gd name="connsiteX10" fmla="*/ 67495 w 122448"/>
                <a:gd name="connsiteY10" fmla="*/ 90414 h 222562"/>
                <a:gd name="connsiteX11" fmla="*/ 54076 w 122448"/>
                <a:gd name="connsiteY11" fmla="*/ 18913 h 222562"/>
                <a:gd name="connsiteX12" fmla="*/ 49603 w 122448"/>
                <a:gd name="connsiteY12" fmla="*/ 13806 h 222562"/>
                <a:gd name="connsiteX13" fmla="*/ 8707 w 122448"/>
                <a:gd name="connsiteY13" fmla="*/ 400 h 222562"/>
                <a:gd name="connsiteX14" fmla="*/ 400 w 122448"/>
                <a:gd name="connsiteY14" fmla="*/ 4230 h 222562"/>
                <a:gd name="connsiteX15" fmla="*/ 4234 w 122448"/>
                <a:gd name="connsiteY15" fmla="*/ 12529 h 222562"/>
                <a:gd name="connsiteX16" fmla="*/ 41296 w 122448"/>
                <a:gd name="connsiteY16" fmla="*/ 24659 h 222562"/>
                <a:gd name="connsiteX17" fmla="*/ 53437 w 122448"/>
                <a:gd name="connsiteY17" fmla="*/ 89776 h 222562"/>
                <a:gd name="connsiteX18" fmla="*/ 40018 w 122448"/>
                <a:gd name="connsiteY18" fmla="*/ 89776 h 222562"/>
                <a:gd name="connsiteX19" fmla="*/ 36823 w 122448"/>
                <a:gd name="connsiteY19" fmla="*/ 91053 h 222562"/>
                <a:gd name="connsiteX20" fmla="*/ 32989 w 122448"/>
                <a:gd name="connsiteY20" fmla="*/ 57856 h 222562"/>
                <a:gd name="connsiteX21" fmla="*/ 36823 w 122448"/>
                <a:gd name="connsiteY21" fmla="*/ 57856 h 222562"/>
                <a:gd name="connsiteX22" fmla="*/ 43213 w 122448"/>
                <a:gd name="connsiteY22" fmla="*/ 51472 h 222562"/>
                <a:gd name="connsiteX23" fmla="*/ 36823 w 122448"/>
                <a:gd name="connsiteY23" fmla="*/ 45088 h 222562"/>
                <a:gd name="connsiteX24" fmla="*/ 32989 w 122448"/>
                <a:gd name="connsiteY24" fmla="*/ 45088 h 222562"/>
                <a:gd name="connsiteX25" fmla="*/ 23404 w 122448"/>
                <a:gd name="connsiteY25" fmla="*/ 49557 h 222562"/>
                <a:gd name="connsiteX26" fmla="*/ 20209 w 122448"/>
                <a:gd name="connsiteY26" fmla="*/ 59771 h 222562"/>
                <a:gd name="connsiteX27" fmla="*/ 38101 w 122448"/>
                <a:gd name="connsiteY27" fmla="*/ 209156 h 222562"/>
                <a:gd name="connsiteX28" fmla="*/ 53437 w 122448"/>
                <a:gd name="connsiteY28" fmla="*/ 222562 h 222562"/>
                <a:gd name="connsiteX29" fmla="*/ 96249 w 122448"/>
                <a:gd name="connsiteY29" fmla="*/ 222562 h 222562"/>
                <a:gd name="connsiteX30" fmla="*/ 110946 w 122448"/>
                <a:gd name="connsiteY30" fmla="*/ 209156 h 222562"/>
                <a:gd name="connsiteX31" fmla="*/ 122448 w 122448"/>
                <a:gd name="connsiteY31" fmla="*/ 61686 h 222562"/>
                <a:gd name="connsiteX32" fmla="*/ 118614 w 122448"/>
                <a:gd name="connsiteY32" fmla="*/ 50833 h 222562"/>
                <a:gd name="connsiteX33" fmla="*/ 103917 w 122448"/>
                <a:gd name="connsiteY33" fmla="*/ 135740 h 222562"/>
                <a:gd name="connsiteX34" fmla="*/ 102000 w 122448"/>
                <a:gd name="connsiteY34" fmla="*/ 129995 h 222562"/>
                <a:gd name="connsiteX35" fmla="*/ 92415 w 122448"/>
                <a:gd name="connsiteY35" fmla="*/ 122334 h 222562"/>
                <a:gd name="connsiteX36" fmla="*/ 80275 w 122448"/>
                <a:gd name="connsiteY36" fmla="*/ 124249 h 222562"/>
                <a:gd name="connsiteX37" fmla="*/ 72607 w 122448"/>
                <a:gd name="connsiteY37" fmla="*/ 133825 h 222562"/>
                <a:gd name="connsiteX38" fmla="*/ 84108 w 122448"/>
                <a:gd name="connsiteY38" fmla="*/ 152977 h 222562"/>
                <a:gd name="connsiteX39" fmla="*/ 87942 w 122448"/>
                <a:gd name="connsiteY39" fmla="*/ 153616 h 222562"/>
                <a:gd name="connsiteX40" fmla="*/ 96249 w 122448"/>
                <a:gd name="connsiteY40" fmla="*/ 151700 h 222562"/>
                <a:gd name="connsiteX41" fmla="*/ 103278 w 122448"/>
                <a:gd name="connsiteY41" fmla="*/ 142763 h 222562"/>
                <a:gd name="connsiteX42" fmla="*/ 98166 w 122448"/>
                <a:gd name="connsiteY42" fmla="*/ 209156 h 222562"/>
                <a:gd name="connsiteX43" fmla="*/ 96249 w 122448"/>
                <a:gd name="connsiteY43" fmla="*/ 211071 h 222562"/>
                <a:gd name="connsiteX44" fmla="*/ 53437 w 122448"/>
                <a:gd name="connsiteY44" fmla="*/ 211071 h 222562"/>
                <a:gd name="connsiteX45" fmla="*/ 50881 w 122448"/>
                <a:gd name="connsiteY45" fmla="*/ 209156 h 222562"/>
                <a:gd name="connsiteX46" fmla="*/ 38740 w 122448"/>
                <a:gd name="connsiteY46" fmla="*/ 103821 h 222562"/>
                <a:gd name="connsiteX47" fmla="*/ 40657 w 122448"/>
                <a:gd name="connsiteY47" fmla="*/ 104459 h 222562"/>
                <a:gd name="connsiteX48" fmla="*/ 103917 w 122448"/>
                <a:gd name="connsiteY48" fmla="*/ 104459 h 222562"/>
                <a:gd name="connsiteX49" fmla="*/ 106473 w 122448"/>
                <a:gd name="connsiteY49" fmla="*/ 103821 h 222562"/>
                <a:gd name="connsiteX50" fmla="*/ 103917 w 122448"/>
                <a:gd name="connsiteY50" fmla="*/ 135740 h 222562"/>
                <a:gd name="connsiteX51" fmla="*/ 91137 w 122448"/>
                <a:gd name="connsiteY51" fmla="*/ 138932 h 222562"/>
                <a:gd name="connsiteX52" fmla="*/ 91137 w 122448"/>
                <a:gd name="connsiteY52" fmla="*/ 138932 h 222562"/>
                <a:gd name="connsiteX53" fmla="*/ 89859 w 122448"/>
                <a:gd name="connsiteY53" fmla="*/ 140848 h 222562"/>
                <a:gd name="connsiteX54" fmla="*/ 87303 w 122448"/>
                <a:gd name="connsiteY54" fmla="*/ 141486 h 222562"/>
                <a:gd name="connsiteX55" fmla="*/ 84747 w 122448"/>
                <a:gd name="connsiteY55" fmla="*/ 137656 h 222562"/>
                <a:gd name="connsiteX56" fmla="*/ 87942 w 122448"/>
                <a:gd name="connsiteY56" fmla="*/ 135102 h 222562"/>
                <a:gd name="connsiteX57" fmla="*/ 88581 w 122448"/>
                <a:gd name="connsiteY57" fmla="*/ 135102 h 222562"/>
                <a:gd name="connsiteX58" fmla="*/ 90498 w 122448"/>
                <a:gd name="connsiteY58" fmla="*/ 136379 h 222562"/>
                <a:gd name="connsiteX59" fmla="*/ 91137 w 122448"/>
                <a:gd name="connsiteY59" fmla="*/ 138932 h 222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22448" h="222562">
                  <a:moveTo>
                    <a:pt x="118614" y="50833"/>
                  </a:moveTo>
                  <a:cubicBezTo>
                    <a:pt x="116058" y="47641"/>
                    <a:pt x="111585" y="45726"/>
                    <a:pt x="107751" y="45726"/>
                  </a:cubicBezTo>
                  <a:lnTo>
                    <a:pt x="67495" y="45726"/>
                  </a:lnTo>
                  <a:cubicBezTo>
                    <a:pt x="63661" y="45726"/>
                    <a:pt x="61105" y="48280"/>
                    <a:pt x="61105" y="52110"/>
                  </a:cubicBezTo>
                  <a:cubicBezTo>
                    <a:pt x="61105" y="55941"/>
                    <a:pt x="63661" y="58494"/>
                    <a:pt x="67495" y="58494"/>
                  </a:cubicBezTo>
                  <a:lnTo>
                    <a:pt x="107112" y="58494"/>
                  </a:lnTo>
                  <a:cubicBezTo>
                    <a:pt x="107751" y="58494"/>
                    <a:pt x="108390" y="59133"/>
                    <a:pt x="109029" y="59133"/>
                  </a:cubicBezTo>
                  <a:cubicBezTo>
                    <a:pt x="109668" y="59133"/>
                    <a:pt x="109668" y="59771"/>
                    <a:pt x="109668" y="61048"/>
                  </a:cubicBezTo>
                  <a:lnTo>
                    <a:pt x="107112" y="91691"/>
                  </a:lnTo>
                  <a:cubicBezTo>
                    <a:pt x="106473" y="91053"/>
                    <a:pt x="105195" y="90414"/>
                    <a:pt x="103917" y="90414"/>
                  </a:cubicBezTo>
                  <a:lnTo>
                    <a:pt x="67495" y="90414"/>
                  </a:lnTo>
                  <a:lnTo>
                    <a:pt x="54076" y="18913"/>
                  </a:lnTo>
                  <a:cubicBezTo>
                    <a:pt x="53437" y="16360"/>
                    <a:pt x="52159" y="15083"/>
                    <a:pt x="49603" y="13806"/>
                  </a:cubicBezTo>
                  <a:lnTo>
                    <a:pt x="8707" y="400"/>
                  </a:lnTo>
                  <a:cubicBezTo>
                    <a:pt x="5512" y="-877"/>
                    <a:pt x="1678" y="1038"/>
                    <a:pt x="400" y="4230"/>
                  </a:cubicBezTo>
                  <a:cubicBezTo>
                    <a:pt x="-878" y="7422"/>
                    <a:pt x="1039" y="11253"/>
                    <a:pt x="4234" y="12529"/>
                  </a:cubicBezTo>
                  <a:lnTo>
                    <a:pt x="41296" y="24659"/>
                  </a:lnTo>
                  <a:lnTo>
                    <a:pt x="53437" y="89776"/>
                  </a:lnTo>
                  <a:lnTo>
                    <a:pt x="40018" y="89776"/>
                  </a:lnTo>
                  <a:cubicBezTo>
                    <a:pt x="38740" y="89776"/>
                    <a:pt x="38101" y="90414"/>
                    <a:pt x="36823" y="91053"/>
                  </a:cubicBezTo>
                  <a:lnTo>
                    <a:pt x="32989" y="57856"/>
                  </a:lnTo>
                  <a:lnTo>
                    <a:pt x="36823" y="57856"/>
                  </a:lnTo>
                  <a:cubicBezTo>
                    <a:pt x="40657" y="57856"/>
                    <a:pt x="43213" y="55302"/>
                    <a:pt x="43213" y="51472"/>
                  </a:cubicBezTo>
                  <a:cubicBezTo>
                    <a:pt x="43213" y="47641"/>
                    <a:pt x="40657" y="45088"/>
                    <a:pt x="36823" y="45088"/>
                  </a:cubicBezTo>
                  <a:lnTo>
                    <a:pt x="32989" y="45088"/>
                  </a:lnTo>
                  <a:cubicBezTo>
                    <a:pt x="29155" y="45088"/>
                    <a:pt x="25960" y="46365"/>
                    <a:pt x="23404" y="49557"/>
                  </a:cubicBezTo>
                  <a:cubicBezTo>
                    <a:pt x="20848" y="52110"/>
                    <a:pt x="19570" y="55941"/>
                    <a:pt x="20209" y="59771"/>
                  </a:cubicBezTo>
                  <a:lnTo>
                    <a:pt x="38101" y="209156"/>
                  </a:lnTo>
                  <a:cubicBezTo>
                    <a:pt x="38740" y="216817"/>
                    <a:pt x="45769" y="222562"/>
                    <a:pt x="53437" y="222562"/>
                  </a:cubicBezTo>
                  <a:lnTo>
                    <a:pt x="96249" y="222562"/>
                  </a:lnTo>
                  <a:cubicBezTo>
                    <a:pt x="103917" y="222562"/>
                    <a:pt x="110307" y="216817"/>
                    <a:pt x="110946" y="209156"/>
                  </a:cubicBezTo>
                  <a:lnTo>
                    <a:pt x="122448" y="61686"/>
                  </a:lnTo>
                  <a:cubicBezTo>
                    <a:pt x="122448" y="58494"/>
                    <a:pt x="121170" y="54025"/>
                    <a:pt x="118614" y="50833"/>
                  </a:cubicBezTo>
                  <a:close/>
                  <a:moveTo>
                    <a:pt x="103917" y="135740"/>
                  </a:moveTo>
                  <a:cubicBezTo>
                    <a:pt x="103917" y="133825"/>
                    <a:pt x="102639" y="131910"/>
                    <a:pt x="102000" y="129995"/>
                  </a:cubicBezTo>
                  <a:cubicBezTo>
                    <a:pt x="100083" y="126165"/>
                    <a:pt x="96249" y="123611"/>
                    <a:pt x="92415" y="122334"/>
                  </a:cubicBezTo>
                  <a:cubicBezTo>
                    <a:pt x="88581" y="121057"/>
                    <a:pt x="84108" y="121696"/>
                    <a:pt x="80275" y="124249"/>
                  </a:cubicBezTo>
                  <a:cubicBezTo>
                    <a:pt x="76441" y="126165"/>
                    <a:pt x="73885" y="129995"/>
                    <a:pt x="72607" y="133825"/>
                  </a:cubicBezTo>
                  <a:cubicBezTo>
                    <a:pt x="70690" y="142124"/>
                    <a:pt x="75802" y="151062"/>
                    <a:pt x="84108" y="152977"/>
                  </a:cubicBezTo>
                  <a:cubicBezTo>
                    <a:pt x="85386" y="153616"/>
                    <a:pt x="86664" y="153616"/>
                    <a:pt x="87942" y="153616"/>
                  </a:cubicBezTo>
                  <a:cubicBezTo>
                    <a:pt x="90498" y="153616"/>
                    <a:pt x="93693" y="152977"/>
                    <a:pt x="96249" y="151700"/>
                  </a:cubicBezTo>
                  <a:cubicBezTo>
                    <a:pt x="99444" y="149785"/>
                    <a:pt x="102000" y="146593"/>
                    <a:pt x="103278" y="142763"/>
                  </a:cubicBezTo>
                  <a:lnTo>
                    <a:pt x="98166" y="209156"/>
                  </a:lnTo>
                  <a:cubicBezTo>
                    <a:pt x="98166" y="210433"/>
                    <a:pt x="97527" y="211071"/>
                    <a:pt x="96249" y="211071"/>
                  </a:cubicBezTo>
                  <a:lnTo>
                    <a:pt x="53437" y="211071"/>
                  </a:lnTo>
                  <a:cubicBezTo>
                    <a:pt x="52159" y="211071"/>
                    <a:pt x="51520" y="210433"/>
                    <a:pt x="50881" y="209156"/>
                  </a:cubicBezTo>
                  <a:lnTo>
                    <a:pt x="38740" y="103821"/>
                  </a:lnTo>
                  <a:cubicBezTo>
                    <a:pt x="39379" y="103821"/>
                    <a:pt x="40018" y="104459"/>
                    <a:pt x="40657" y="104459"/>
                  </a:cubicBezTo>
                  <a:lnTo>
                    <a:pt x="103917" y="104459"/>
                  </a:lnTo>
                  <a:cubicBezTo>
                    <a:pt x="104556" y="104459"/>
                    <a:pt x="105195" y="104459"/>
                    <a:pt x="106473" y="103821"/>
                  </a:cubicBezTo>
                  <a:lnTo>
                    <a:pt x="103917" y="135740"/>
                  </a:lnTo>
                  <a:close/>
                  <a:moveTo>
                    <a:pt x="91137" y="138932"/>
                  </a:moveTo>
                  <a:lnTo>
                    <a:pt x="91137" y="138932"/>
                  </a:lnTo>
                  <a:cubicBezTo>
                    <a:pt x="91137" y="140209"/>
                    <a:pt x="89859" y="140848"/>
                    <a:pt x="89859" y="140848"/>
                  </a:cubicBezTo>
                  <a:cubicBezTo>
                    <a:pt x="89220" y="140848"/>
                    <a:pt x="88581" y="141486"/>
                    <a:pt x="87303" y="141486"/>
                  </a:cubicBezTo>
                  <a:cubicBezTo>
                    <a:pt x="85386" y="140848"/>
                    <a:pt x="84747" y="139571"/>
                    <a:pt x="84747" y="137656"/>
                  </a:cubicBezTo>
                  <a:cubicBezTo>
                    <a:pt x="85386" y="136379"/>
                    <a:pt x="86664" y="135102"/>
                    <a:pt x="87942" y="135102"/>
                  </a:cubicBezTo>
                  <a:cubicBezTo>
                    <a:pt x="87942" y="135102"/>
                    <a:pt x="88581" y="135102"/>
                    <a:pt x="88581" y="135102"/>
                  </a:cubicBezTo>
                  <a:cubicBezTo>
                    <a:pt x="89859" y="135102"/>
                    <a:pt x="90498" y="136379"/>
                    <a:pt x="90498" y="136379"/>
                  </a:cubicBezTo>
                  <a:cubicBezTo>
                    <a:pt x="91137" y="137017"/>
                    <a:pt x="91776" y="137656"/>
                    <a:pt x="91137" y="138932"/>
                  </a:cubicBezTo>
                  <a:close/>
                </a:path>
              </a:pathLst>
            </a:custGeom>
            <a:solidFill>
              <a:srgbClr val="046A38"/>
            </a:solidFill>
            <a:ln w="6390" cap="flat">
              <a:noFill/>
              <a:prstDash val="solid"/>
              <a:miter/>
            </a:ln>
          </p:spPr>
          <p:txBody>
            <a:bodyPr rtlCol="0" anchor="ctr"/>
            <a:lstStyle/>
            <a:p>
              <a:endParaRPr lang="en-US"/>
            </a:p>
          </p:txBody>
        </p:sp>
        <p:sp>
          <p:nvSpPr>
            <p:cNvPr id="1175" name="Graphic 4">
              <a:extLst>
                <a:ext uri="{FF2B5EF4-FFF2-40B4-BE49-F238E27FC236}">
                  <a16:creationId xmlns:a16="http://schemas.microsoft.com/office/drawing/2014/main" id="{70F8BD8E-8A68-114B-8EB5-575639384AFF}"/>
                </a:ext>
              </a:extLst>
            </p:cNvPr>
            <p:cNvSpPr/>
            <p:nvPr/>
          </p:nvSpPr>
          <p:spPr>
            <a:xfrm>
              <a:off x="613630" y="4049910"/>
              <a:ext cx="28301" cy="27701"/>
            </a:xfrm>
            <a:custGeom>
              <a:avLst/>
              <a:gdLst>
                <a:gd name="connsiteX0" fmla="*/ 6833 w 28301"/>
                <a:gd name="connsiteY0" fmla="*/ 1527 h 27701"/>
                <a:gd name="connsiteX1" fmla="*/ 443 w 28301"/>
                <a:gd name="connsiteY1" fmla="*/ 9826 h 27701"/>
                <a:gd name="connsiteX2" fmla="*/ 10667 w 28301"/>
                <a:gd name="connsiteY2" fmla="*/ 27063 h 27701"/>
                <a:gd name="connsiteX3" fmla="*/ 14501 w 28301"/>
                <a:gd name="connsiteY3" fmla="*/ 27701 h 27701"/>
                <a:gd name="connsiteX4" fmla="*/ 21530 w 28301"/>
                <a:gd name="connsiteY4" fmla="*/ 25786 h 27701"/>
                <a:gd name="connsiteX5" fmla="*/ 27919 w 28301"/>
                <a:gd name="connsiteY5" fmla="*/ 17487 h 27701"/>
                <a:gd name="connsiteX6" fmla="*/ 26641 w 28301"/>
                <a:gd name="connsiteY6" fmla="*/ 6634 h 27701"/>
                <a:gd name="connsiteX7" fmla="*/ 18335 w 28301"/>
                <a:gd name="connsiteY7" fmla="*/ 250 h 27701"/>
                <a:gd name="connsiteX8" fmla="*/ 6833 w 28301"/>
                <a:gd name="connsiteY8" fmla="*/ 1527 h 27701"/>
                <a:gd name="connsiteX9" fmla="*/ 15140 w 28301"/>
                <a:gd name="connsiteY9" fmla="*/ 14295 h 27701"/>
                <a:gd name="connsiteX10" fmla="*/ 13862 w 28301"/>
                <a:gd name="connsiteY10" fmla="*/ 14933 h 27701"/>
                <a:gd name="connsiteX11" fmla="*/ 13223 w 28301"/>
                <a:gd name="connsiteY11" fmla="*/ 13657 h 27701"/>
                <a:gd name="connsiteX12" fmla="*/ 14501 w 28301"/>
                <a:gd name="connsiteY12" fmla="*/ 13018 h 27701"/>
                <a:gd name="connsiteX13" fmla="*/ 14501 w 28301"/>
                <a:gd name="connsiteY13" fmla="*/ 13018 h 27701"/>
                <a:gd name="connsiteX14" fmla="*/ 15140 w 28301"/>
                <a:gd name="connsiteY14" fmla="*/ 14295 h 27701"/>
                <a:gd name="connsiteX15" fmla="*/ 15140 w 28301"/>
                <a:gd name="connsiteY15" fmla="*/ 14295 h 2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301" h="27701">
                  <a:moveTo>
                    <a:pt x="6833" y="1527"/>
                  </a:moveTo>
                  <a:cubicBezTo>
                    <a:pt x="3638" y="3442"/>
                    <a:pt x="1082" y="6634"/>
                    <a:pt x="443" y="9826"/>
                  </a:cubicBezTo>
                  <a:cubicBezTo>
                    <a:pt x="-1474" y="17487"/>
                    <a:pt x="2999" y="25148"/>
                    <a:pt x="10667" y="27063"/>
                  </a:cubicBezTo>
                  <a:cubicBezTo>
                    <a:pt x="11945" y="27063"/>
                    <a:pt x="13223" y="27701"/>
                    <a:pt x="14501" y="27701"/>
                  </a:cubicBezTo>
                  <a:cubicBezTo>
                    <a:pt x="17057" y="27701"/>
                    <a:pt x="19613" y="27063"/>
                    <a:pt x="21530" y="25786"/>
                  </a:cubicBezTo>
                  <a:cubicBezTo>
                    <a:pt x="24725" y="23871"/>
                    <a:pt x="27281" y="20679"/>
                    <a:pt x="27919" y="17487"/>
                  </a:cubicBezTo>
                  <a:cubicBezTo>
                    <a:pt x="28558" y="13657"/>
                    <a:pt x="28558" y="9826"/>
                    <a:pt x="26641" y="6634"/>
                  </a:cubicBezTo>
                  <a:cubicBezTo>
                    <a:pt x="24725" y="3442"/>
                    <a:pt x="21530" y="889"/>
                    <a:pt x="18335" y="250"/>
                  </a:cubicBezTo>
                  <a:cubicBezTo>
                    <a:pt x="13862" y="-388"/>
                    <a:pt x="10028" y="250"/>
                    <a:pt x="6833" y="1527"/>
                  </a:cubicBezTo>
                  <a:close/>
                  <a:moveTo>
                    <a:pt x="15140" y="14295"/>
                  </a:moveTo>
                  <a:cubicBezTo>
                    <a:pt x="15140" y="14933"/>
                    <a:pt x="14501" y="15572"/>
                    <a:pt x="13862" y="14933"/>
                  </a:cubicBezTo>
                  <a:cubicBezTo>
                    <a:pt x="13223" y="14933"/>
                    <a:pt x="12584" y="14295"/>
                    <a:pt x="13223" y="13657"/>
                  </a:cubicBezTo>
                  <a:cubicBezTo>
                    <a:pt x="13223" y="13018"/>
                    <a:pt x="13862" y="13018"/>
                    <a:pt x="14501" y="13018"/>
                  </a:cubicBezTo>
                  <a:cubicBezTo>
                    <a:pt x="14501" y="13018"/>
                    <a:pt x="14501" y="13018"/>
                    <a:pt x="14501" y="13018"/>
                  </a:cubicBezTo>
                  <a:cubicBezTo>
                    <a:pt x="14501" y="13018"/>
                    <a:pt x="15140" y="13657"/>
                    <a:pt x="15140" y="14295"/>
                  </a:cubicBezTo>
                  <a:cubicBezTo>
                    <a:pt x="15140" y="14295"/>
                    <a:pt x="15140" y="14295"/>
                    <a:pt x="15140" y="14295"/>
                  </a:cubicBezTo>
                  <a:close/>
                </a:path>
              </a:pathLst>
            </a:custGeom>
            <a:solidFill>
              <a:srgbClr val="046A38"/>
            </a:solidFill>
            <a:ln w="6390" cap="flat">
              <a:noFill/>
              <a:prstDash val="solid"/>
              <a:miter/>
            </a:ln>
          </p:spPr>
          <p:txBody>
            <a:bodyPr rtlCol="0" anchor="ctr"/>
            <a:lstStyle/>
            <a:p>
              <a:endParaRPr lang="en-US"/>
            </a:p>
          </p:txBody>
        </p:sp>
        <p:sp>
          <p:nvSpPr>
            <p:cNvPr id="1176" name="Graphic 4">
              <a:extLst>
                <a:ext uri="{FF2B5EF4-FFF2-40B4-BE49-F238E27FC236}">
                  <a16:creationId xmlns:a16="http://schemas.microsoft.com/office/drawing/2014/main" id="{7B888AF5-50A7-444F-AB73-285FEF5BDB49}"/>
                </a:ext>
              </a:extLst>
            </p:cNvPr>
            <p:cNvSpPr/>
            <p:nvPr/>
          </p:nvSpPr>
          <p:spPr>
            <a:xfrm>
              <a:off x="649856" y="3895668"/>
              <a:ext cx="81705" cy="80438"/>
            </a:xfrm>
            <a:custGeom>
              <a:avLst/>
              <a:gdLst>
                <a:gd name="connsiteX0" fmla="*/ 40896 w 81705"/>
                <a:gd name="connsiteY0" fmla="*/ 0 h 80438"/>
                <a:gd name="connsiteX1" fmla="*/ 0 w 81705"/>
                <a:gd name="connsiteY1" fmla="*/ 35112 h 80438"/>
                <a:gd name="connsiteX2" fmla="*/ 5751 w 81705"/>
                <a:gd name="connsiteY2" fmla="*/ 42135 h 80438"/>
                <a:gd name="connsiteX3" fmla="*/ 12780 w 81705"/>
                <a:gd name="connsiteY3" fmla="*/ 36389 h 80438"/>
                <a:gd name="connsiteX4" fmla="*/ 16614 w 81705"/>
                <a:gd name="connsiteY4" fmla="*/ 25536 h 80438"/>
                <a:gd name="connsiteX5" fmla="*/ 16614 w 81705"/>
                <a:gd name="connsiteY5" fmla="*/ 26813 h 80438"/>
                <a:gd name="connsiteX6" fmla="*/ 50481 w 81705"/>
                <a:gd name="connsiteY6" fmla="*/ 61286 h 80438"/>
                <a:gd name="connsiteX7" fmla="*/ 54954 w 81705"/>
                <a:gd name="connsiteY7" fmla="*/ 63202 h 80438"/>
                <a:gd name="connsiteX8" fmla="*/ 44091 w 81705"/>
                <a:gd name="connsiteY8" fmla="*/ 67670 h 80438"/>
                <a:gd name="connsiteX9" fmla="*/ 44091 w 81705"/>
                <a:gd name="connsiteY9" fmla="*/ 67670 h 80438"/>
                <a:gd name="connsiteX10" fmla="*/ 37701 w 81705"/>
                <a:gd name="connsiteY10" fmla="*/ 74054 h 80438"/>
                <a:gd name="connsiteX11" fmla="*/ 44091 w 81705"/>
                <a:gd name="connsiteY11" fmla="*/ 80438 h 80438"/>
                <a:gd name="connsiteX12" fmla="*/ 44730 w 81705"/>
                <a:gd name="connsiteY12" fmla="*/ 80438 h 80438"/>
                <a:gd name="connsiteX13" fmla="*/ 65177 w 81705"/>
                <a:gd name="connsiteY13" fmla="*/ 72139 h 80438"/>
                <a:gd name="connsiteX14" fmla="*/ 78596 w 81705"/>
                <a:gd name="connsiteY14" fmla="*/ 54902 h 80438"/>
                <a:gd name="connsiteX15" fmla="*/ 75401 w 81705"/>
                <a:gd name="connsiteY15" fmla="*/ 18514 h 80438"/>
                <a:gd name="connsiteX16" fmla="*/ 40896 w 81705"/>
                <a:gd name="connsiteY16" fmla="*/ 0 h 80438"/>
                <a:gd name="connsiteX17" fmla="*/ 68372 w 81705"/>
                <a:gd name="connsiteY17" fmla="*/ 35112 h 80438"/>
                <a:gd name="connsiteX18" fmla="*/ 63899 w 81705"/>
                <a:gd name="connsiteY18" fmla="*/ 33835 h 80438"/>
                <a:gd name="connsiteX19" fmla="*/ 56231 w 81705"/>
                <a:gd name="connsiteY19" fmla="*/ 34474 h 80438"/>
                <a:gd name="connsiteX20" fmla="*/ 61982 w 81705"/>
                <a:gd name="connsiteY20" fmla="*/ 28090 h 80438"/>
                <a:gd name="connsiteX21" fmla="*/ 63260 w 81705"/>
                <a:gd name="connsiteY21" fmla="*/ 23621 h 80438"/>
                <a:gd name="connsiteX22" fmla="*/ 63899 w 81705"/>
                <a:gd name="connsiteY22" fmla="*/ 24898 h 80438"/>
                <a:gd name="connsiteX23" fmla="*/ 68372 w 81705"/>
                <a:gd name="connsiteY23" fmla="*/ 35112 h 80438"/>
                <a:gd name="connsiteX24" fmla="*/ 46008 w 81705"/>
                <a:gd name="connsiteY24" fmla="*/ 26813 h 80438"/>
                <a:gd name="connsiteX25" fmla="*/ 45369 w 81705"/>
                <a:gd name="connsiteY25" fmla="*/ 15322 h 80438"/>
                <a:gd name="connsiteX26" fmla="*/ 44730 w 81705"/>
                <a:gd name="connsiteY26" fmla="*/ 13407 h 80438"/>
                <a:gd name="connsiteX27" fmla="*/ 56870 w 81705"/>
                <a:gd name="connsiteY27" fmla="*/ 17237 h 80438"/>
                <a:gd name="connsiteX28" fmla="*/ 52398 w 81705"/>
                <a:gd name="connsiteY28" fmla="*/ 19152 h 80438"/>
                <a:gd name="connsiteX29" fmla="*/ 46008 w 81705"/>
                <a:gd name="connsiteY29" fmla="*/ 26813 h 80438"/>
                <a:gd name="connsiteX30" fmla="*/ 24282 w 81705"/>
                <a:gd name="connsiteY30" fmla="*/ 17237 h 80438"/>
                <a:gd name="connsiteX31" fmla="*/ 32589 w 81705"/>
                <a:gd name="connsiteY31" fmla="*/ 13407 h 80438"/>
                <a:gd name="connsiteX32" fmla="*/ 32589 w 81705"/>
                <a:gd name="connsiteY32" fmla="*/ 15960 h 80438"/>
                <a:gd name="connsiteX33" fmla="*/ 33228 w 81705"/>
                <a:gd name="connsiteY33" fmla="*/ 24898 h 80438"/>
                <a:gd name="connsiteX34" fmla="*/ 27477 w 81705"/>
                <a:gd name="connsiteY34" fmla="*/ 19152 h 80438"/>
                <a:gd name="connsiteX35" fmla="*/ 24282 w 81705"/>
                <a:gd name="connsiteY35" fmla="*/ 17237 h 80438"/>
                <a:gd name="connsiteX36" fmla="*/ 61343 w 81705"/>
                <a:gd name="connsiteY36" fmla="*/ 57456 h 80438"/>
                <a:gd name="connsiteX37" fmla="*/ 59426 w 81705"/>
                <a:gd name="connsiteY37" fmla="*/ 51710 h 80438"/>
                <a:gd name="connsiteX38" fmla="*/ 54954 w 81705"/>
                <a:gd name="connsiteY38" fmla="*/ 47242 h 80438"/>
                <a:gd name="connsiteX39" fmla="*/ 64538 w 81705"/>
                <a:gd name="connsiteY39" fmla="*/ 46603 h 80438"/>
                <a:gd name="connsiteX40" fmla="*/ 67094 w 81705"/>
                <a:gd name="connsiteY40" fmla="*/ 45327 h 80438"/>
                <a:gd name="connsiteX41" fmla="*/ 65816 w 81705"/>
                <a:gd name="connsiteY41" fmla="*/ 49795 h 80438"/>
                <a:gd name="connsiteX42" fmla="*/ 61343 w 81705"/>
                <a:gd name="connsiteY42" fmla="*/ 57456 h 80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1705" h="80438">
                  <a:moveTo>
                    <a:pt x="40896" y="0"/>
                  </a:moveTo>
                  <a:cubicBezTo>
                    <a:pt x="10863" y="0"/>
                    <a:pt x="1278" y="22983"/>
                    <a:pt x="0" y="35112"/>
                  </a:cubicBezTo>
                  <a:cubicBezTo>
                    <a:pt x="0" y="38304"/>
                    <a:pt x="2556" y="41496"/>
                    <a:pt x="5751" y="42135"/>
                  </a:cubicBezTo>
                  <a:cubicBezTo>
                    <a:pt x="9585" y="42135"/>
                    <a:pt x="12141" y="39581"/>
                    <a:pt x="12780" y="36389"/>
                  </a:cubicBezTo>
                  <a:cubicBezTo>
                    <a:pt x="12780" y="35112"/>
                    <a:pt x="13419" y="30643"/>
                    <a:pt x="16614" y="25536"/>
                  </a:cubicBezTo>
                  <a:cubicBezTo>
                    <a:pt x="16614" y="26175"/>
                    <a:pt x="16614" y="26175"/>
                    <a:pt x="16614" y="26813"/>
                  </a:cubicBezTo>
                  <a:cubicBezTo>
                    <a:pt x="17253" y="28090"/>
                    <a:pt x="17253" y="28090"/>
                    <a:pt x="50481" y="61286"/>
                  </a:cubicBezTo>
                  <a:cubicBezTo>
                    <a:pt x="51759" y="62563"/>
                    <a:pt x="53036" y="63202"/>
                    <a:pt x="54954" y="63202"/>
                  </a:cubicBezTo>
                  <a:cubicBezTo>
                    <a:pt x="50481" y="65755"/>
                    <a:pt x="46647" y="67670"/>
                    <a:pt x="44091" y="67670"/>
                  </a:cubicBezTo>
                  <a:cubicBezTo>
                    <a:pt x="44091" y="67670"/>
                    <a:pt x="44091" y="67670"/>
                    <a:pt x="44091" y="67670"/>
                  </a:cubicBezTo>
                  <a:cubicBezTo>
                    <a:pt x="40896" y="67670"/>
                    <a:pt x="37701" y="70224"/>
                    <a:pt x="37701" y="74054"/>
                  </a:cubicBezTo>
                  <a:cubicBezTo>
                    <a:pt x="37701" y="77885"/>
                    <a:pt x="40257" y="80438"/>
                    <a:pt x="44091" y="80438"/>
                  </a:cubicBezTo>
                  <a:cubicBezTo>
                    <a:pt x="44091" y="80438"/>
                    <a:pt x="44091" y="80438"/>
                    <a:pt x="44730" y="80438"/>
                  </a:cubicBezTo>
                  <a:cubicBezTo>
                    <a:pt x="51119" y="80438"/>
                    <a:pt x="58148" y="77885"/>
                    <a:pt x="65177" y="72139"/>
                  </a:cubicBezTo>
                  <a:cubicBezTo>
                    <a:pt x="70928" y="67670"/>
                    <a:pt x="76040" y="61925"/>
                    <a:pt x="78596" y="54902"/>
                  </a:cubicBezTo>
                  <a:cubicBezTo>
                    <a:pt x="83708" y="41496"/>
                    <a:pt x="82430" y="29367"/>
                    <a:pt x="75401" y="18514"/>
                  </a:cubicBezTo>
                  <a:cubicBezTo>
                    <a:pt x="67733" y="6384"/>
                    <a:pt x="54954" y="0"/>
                    <a:pt x="40896" y="0"/>
                  </a:cubicBezTo>
                  <a:close/>
                  <a:moveTo>
                    <a:pt x="68372" y="35112"/>
                  </a:moveTo>
                  <a:cubicBezTo>
                    <a:pt x="67094" y="33835"/>
                    <a:pt x="65177" y="33197"/>
                    <a:pt x="63899" y="33835"/>
                  </a:cubicBezTo>
                  <a:lnTo>
                    <a:pt x="56231" y="34474"/>
                  </a:lnTo>
                  <a:lnTo>
                    <a:pt x="61982" y="28090"/>
                  </a:lnTo>
                  <a:cubicBezTo>
                    <a:pt x="63260" y="26813"/>
                    <a:pt x="63260" y="25536"/>
                    <a:pt x="63260" y="23621"/>
                  </a:cubicBezTo>
                  <a:cubicBezTo>
                    <a:pt x="63260" y="24259"/>
                    <a:pt x="63899" y="24259"/>
                    <a:pt x="63899" y="24898"/>
                  </a:cubicBezTo>
                  <a:cubicBezTo>
                    <a:pt x="66455" y="28090"/>
                    <a:pt x="67733" y="31920"/>
                    <a:pt x="68372" y="35112"/>
                  </a:cubicBezTo>
                  <a:close/>
                  <a:moveTo>
                    <a:pt x="46008" y="26813"/>
                  </a:moveTo>
                  <a:lnTo>
                    <a:pt x="45369" y="15322"/>
                  </a:lnTo>
                  <a:cubicBezTo>
                    <a:pt x="45369" y="14683"/>
                    <a:pt x="45369" y="14045"/>
                    <a:pt x="44730" y="13407"/>
                  </a:cubicBezTo>
                  <a:cubicBezTo>
                    <a:pt x="49203" y="14045"/>
                    <a:pt x="53036" y="15322"/>
                    <a:pt x="56870" y="17237"/>
                  </a:cubicBezTo>
                  <a:cubicBezTo>
                    <a:pt x="55592" y="17237"/>
                    <a:pt x="53675" y="17875"/>
                    <a:pt x="52398" y="19152"/>
                  </a:cubicBezTo>
                  <a:lnTo>
                    <a:pt x="46008" y="26813"/>
                  </a:lnTo>
                  <a:close/>
                  <a:moveTo>
                    <a:pt x="24282" y="17237"/>
                  </a:moveTo>
                  <a:cubicBezTo>
                    <a:pt x="26838" y="15960"/>
                    <a:pt x="29394" y="14683"/>
                    <a:pt x="32589" y="13407"/>
                  </a:cubicBezTo>
                  <a:cubicBezTo>
                    <a:pt x="32589" y="14045"/>
                    <a:pt x="31950" y="14683"/>
                    <a:pt x="32589" y="15960"/>
                  </a:cubicBezTo>
                  <a:lnTo>
                    <a:pt x="33228" y="24898"/>
                  </a:lnTo>
                  <a:cubicBezTo>
                    <a:pt x="30033" y="21706"/>
                    <a:pt x="28116" y="19791"/>
                    <a:pt x="27477" y="19152"/>
                  </a:cubicBezTo>
                  <a:cubicBezTo>
                    <a:pt x="26838" y="18514"/>
                    <a:pt x="25560" y="17875"/>
                    <a:pt x="24282" y="17237"/>
                  </a:cubicBezTo>
                  <a:close/>
                  <a:moveTo>
                    <a:pt x="61343" y="57456"/>
                  </a:moveTo>
                  <a:cubicBezTo>
                    <a:pt x="61343" y="55541"/>
                    <a:pt x="61343" y="53626"/>
                    <a:pt x="59426" y="51710"/>
                  </a:cubicBezTo>
                  <a:cubicBezTo>
                    <a:pt x="58148" y="50434"/>
                    <a:pt x="56231" y="48519"/>
                    <a:pt x="54954" y="47242"/>
                  </a:cubicBezTo>
                  <a:lnTo>
                    <a:pt x="64538" y="46603"/>
                  </a:lnTo>
                  <a:cubicBezTo>
                    <a:pt x="65816" y="46603"/>
                    <a:pt x="66455" y="45965"/>
                    <a:pt x="67094" y="45327"/>
                  </a:cubicBezTo>
                  <a:cubicBezTo>
                    <a:pt x="66455" y="46603"/>
                    <a:pt x="66455" y="47880"/>
                    <a:pt x="65816" y="49795"/>
                  </a:cubicBezTo>
                  <a:cubicBezTo>
                    <a:pt x="65177" y="52349"/>
                    <a:pt x="63260" y="55541"/>
                    <a:pt x="61343" y="57456"/>
                  </a:cubicBezTo>
                  <a:close/>
                </a:path>
              </a:pathLst>
            </a:custGeom>
            <a:solidFill>
              <a:srgbClr val="046A38"/>
            </a:solidFill>
            <a:ln w="6390" cap="flat">
              <a:noFill/>
              <a:prstDash val="solid"/>
              <a:miter/>
            </a:ln>
          </p:spPr>
          <p:txBody>
            <a:bodyPr rtlCol="0" anchor="ctr"/>
            <a:lstStyle/>
            <a:p>
              <a:endParaRPr lang="en-US"/>
            </a:p>
          </p:txBody>
        </p:sp>
      </p:grpSp>
      <p:grpSp>
        <p:nvGrpSpPr>
          <p:cNvPr id="1177" name="Graphic 4">
            <a:extLst>
              <a:ext uri="{FF2B5EF4-FFF2-40B4-BE49-F238E27FC236}">
                <a16:creationId xmlns:a16="http://schemas.microsoft.com/office/drawing/2014/main" id="{9195097D-2CE8-BC42-99CE-0232F23E0A68}"/>
              </a:ext>
            </a:extLst>
          </p:cNvPr>
          <p:cNvGrpSpPr/>
          <p:nvPr/>
        </p:nvGrpSpPr>
        <p:grpSpPr>
          <a:xfrm>
            <a:off x="1515054" y="1893013"/>
            <a:ext cx="361670" cy="361333"/>
            <a:chOff x="1515054" y="1893013"/>
            <a:chExt cx="361670" cy="361333"/>
          </a:xfrm>
          <a:solidFill>
            <a:srgbClr val="046A38"/>
          </a:solidFill>
        </p:grpSpPr>
        <p:sp>
          <p:nvSpPr>
            <p:cNvPr id="1178" name="Graphic 4">
              <a:extLst>
                <a:ext uri="{FF2B5EF4-FFF2-40B4-BE49-F238E27FC236}">
                  <a16:creationId xmlns:a16="http://schemas.microsoft.com/office/drawing/2014/main" id="{BEDBA61A-67FA-7B43-9722-BC3003316F4E}"/>
                </a:ext>
              </a:extLst>
            </p:cNvPr>
            <p:cNvSpPr/>
            <p:nvPr/>
          </p:nvSpPr>
          <p:spPr>
            <a:xfrm>
              <a:off x="1515054"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179" name="Graphic 4">
              <a:extLst>
                <a:ext uri="{FF2B5EF4-FFF2-40B4-BE49-F238E27FC236}">
                  <a16:creationId xmlns:a16="http://schemas.microsoft.com/office/drawing/2014/main" id="{A8D4369E-C6DE-8B45-802F-69DF886F71E0}"/>
                </a:ext>
              </a:extLst>
            </p:cNvPr>
            <p:cNvSpPr/>
            <p:nvPr/>
          </p:nvSpPr>
          <p:spPr>
            <a:xfrm>
              <a:off x="1611542" y="1958130"/>
              <a:ext cx="168055" cy="230461"/>
            </a:xfrm>
            <a:custGeom>
              <a:avLst/>
              <a:gdLst>
                <a:gd name="connsiteX0" fmla="*/ 84986 w 168055"/>
                <a:gd name="connsiteY0" fmla="*/ 0 h 230461"/>
                <a:gd name="connsiteX1" fmla="*/ 83708 w 168055"/>
                <a:gd name="connsiteY1" fmla="*/ 0 h 230461"/>
                <a:gd name="connsiteX2" fmla="*/ 83069 w 168055"/>
                <a:gd name="connsiteY2" fmla="*/ 0 h 230461"/>
                <a:gd name="connsiteX3" fmla="*/ 0 w 168055"/>
                <a:gd name="connsiteY3" fmla="*/ 82992 h 230461"/>
                <a:gd name="connsiteX4" fmla="*/ 76679 w 168055"/>
                <a:gd name="connsiteY4" fmla="*/ 165984 h 230461"/>
                <a:gd name="connsiteX5" fmla="*/ 76679 w 168055"/>
                <a:gd name="connsiteY5" fmla="*/ 224078 h 230461"/>
                <a:gd name="connsiteX6" fmla="*/ 83069 w 168055"/>
                <a:gd name="connsiteY6" fmla="*/ 230462 h 230461"/>
                <a:gd name="connsiteX7" fmla="*/ 89459 w 168055"/>
                <a:gd name="connsiteY7" fmla="*/ 224078 h 230461"/>
                <a:gd name="connsiteX8" fmla="*/ 89459 w 168055"/>
                <a:gd name="connsiteY8" fmla="*/ 165984 h 230461"/>
                <a:gd name="connsiteX9" fmla="*/ 168055 w 168055"/>
                <a:gd name="connsiteY9" fmla="*/ 82992 h 230461"/>
                <a:gd name="connsiteX10" fmla="*/ 84986 w 168055"/>
                <a:gd name="connsiteY10" fmla="*/ 0 h 230461"/>
                <a:gd name="connsiteX11" fmla="*/ 84986 w 168055"/>
                <a:gd name="connsiteY11" fmla="*/ 154492 h 230461"/>
                <a:gd name="connsiteX12" fmla="*/ 84347 w 168055"/>
                <a:gd name="connsiteY12" fmla="*/ 154492 h 230461"/>
                <a:gd name="connsiteX13" fmla="*/ 83708 w 168055"/>
                <a:gd name="connsiteY13" fmla="*/ 154492 h 230461"/>
                <a:gd name="connsiteX14" fmla="*/ 13419 w 168055"/>
                <a:gd name="connsiteY14" fmla="*/ 84268 h 230461"/>
                <a:gd name="connsiteX15" fmla="*/ 83708 w 168055"/>
                <a:gd name="connsiteY15" fmla="*/ 14045 h 230461"/>
                <a:gd name="connsiteX16" fmla="*/ 141218 w 168055"/>
                <a:gd name="connsiteY16" fmla="*/ 71500 h 230461"/>
                <a:gd name="connsiteX17" fmla="*/ 83708 w 168055"/>
                <a:gd name="connsiteY17" fmla="*/ 128956 h 230461"/>
                <a:gd name="connsiteX18" fmla="*/ 38979 w 168055"/>
                <a:gd name="connsiteY18" fmla="*/ 84268 h 230461"/>
                <a:gd name="connsiteX19" fmla="*/ 83708 w 168055"/>
                <a:gd name="connsiteY19" fmla="*/ 39581 h 230461"/>
                <a:gd name="connsiteX20" fmla="*/ 115658 w 168055"/>
                <a:gd name="connsiteY20" fmla="*/ 71500 h 230461"/>
                <a:gd name="connsiteX21" fmla="*/ 83708 w 168055"/>
                <a:gd name="connsiteY21" fmla="*/ 103420 h 230461"/>
                <a:gd name="connsiteX22" fmla="*/ 64538 w 168055"/>
                <a:gd name="connsiteY22" fmla="*/ 84268 h 230461"/>
                <a:gd name="connsiteX23" fmla="*/ 83708 w 168055"/>
                <a:gd name="connsiteY23" fmla="*/ 65117 h 230461"/>
                <a:gd name="connsiteX24" fmla="*/ 90098 w 168055"/>
                <a:gd name="connsiteY24" fmla="*/ 71500 h 230461"/>
                <a:gd name="connsiteX25" fmla="*/ 83708 w 168055"/>
                <a:gd name="connsiteY25" fmla="*/ 77884 h 230461"/>
                <a:gd name="connsiteX26" fmla="*/ 77318 w 168055"/>
                <a:gd name="connsiteY26" fmla="*/ 84268 h 230461"/>
                <a:gd name="connsiteX27" fmla="*/ 83708 w 168055"/>
                <a:gd name="connsiteY27" fmla="*/ 90652 h 230461"/>
                <a:gd name="connsiteX28" fmla="*/ 102878 w 168055"/>
                <a:gd name="connsiteY28" fmla="*/ 71500 h 230461"/>
                <a:gd name="connsiteX29" fmla="*/ 83708 w 168055"/>
                <a:gd name="connsiteY29" fmla="*/ 52349 h 230461"/>
                <a:gd name="connsiteX30" fmla="*/ 51758 w 168055"/>
                <a:gd name="connsiteY30" fmla="*/ 84268 h 230461"/>
                <a:gd name="connsiteX31" fmla="*/ 83708 w 168055"/>
                <a:gd name="connsiteY31" fmla="*/ 116188 h 230461"/>
                <a:gd name="connsiteX32" fmla="*/ 128438 w 168055"/>
                <a:gd name="connsiteY32" fmla="*/ 71500 h 230461"/>
                <a:gd name="connsiteX33" fmla="*/ 83708 w 168055"/>
                <a:gd name="connsiteY33" fmla="*/ 26813 h 230461"/>
                <a:gd name="connsiteX34" fmla="*/ 26199 w 168055"/>
                <a:gd name="connsiteY34" fmla="*/ 84268 h 230461"/>
                <a:gd name="connsiteX35" fmla="*/ 83708 w 168055"/>
                <a:gd name="connsiteY35" fmla="*/ 141724 h 230461"/>
                <a:gd name="connsiteX36" fmla="*/ 153997 w 168055"/>
                <a:gd name="connsiteY36" fmla="*/ 71500 h 230461"/>
                <a:gd name="connsiteX37" fmla="*/ 153997 w 168055"/>
                <a:gd name="connsiteY37" fmla="*/ 69585 h 230461"/>
                <a:gd name="connsiteX38" fmla="*/ 155915 w 168055"/>
                <a:gd name="connsiteY38" fmla="*/ 84268 h 230461"/>
                <a:gd name="connsiteX39" fmla="*/ 84986 w 168055"/>
                <a:gd name="connsiteY39" fmla="*/ 154492 h 230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68055" h="230461">
                  <a:moveTo>
                    <a:pt x="84986" y="0"/>
                  </a:moveTo>
                  <a:cubicBezTo>
                    <a:pt x="84347" y="0"/>
                    <a:pt x="84347" y="0"/>
                    <a:pt x="83708" y="0"/>
                  </a:cubicBezTo>
                  <a:cubicBezTo>
                    <a:pt x="83708" y="0"/>
                    <a:pt x="83708" y="0"/>
                    <a:pt x="83069" y="0"/>
                  </a:cubicBezTo>
                  <a:cubicBezTo>
                    <a:pt x="37062" y="0"/>
                    <a:pt x="0" y="37665"/>
                    <a:pt x="0" y="82992"/>
                  </a:cubicBezTo>
                  <a:cubicBezTo>
                    <a:pt x="0" y="127041"/>
                    <a:pt x="33867" y="162792"/>
                    <a:pt x="76679" y="165984"/>
                  </a:cubicBezTo>
                  <a:lnTo>
                    <a:pt x="76679" y="224078"/>
                  </a:lnTo>
                  <a:cubicBezTo>
                    <a:pt x="76679" y="227908"/>
                    <a:pt x="79235" y="230462"/>
                    <a:pt x="83069" y="230462"/>
                  </a:cubicBezTo>
                  <a:cubicBezTo>
                    <a:pt x="86903" y="230462"/>
                    <a:pt x="89459" y="227908"/>
                    <a:pt x="89459" y="224078"/>
                  </a:cubicBezTo>
                  <a:lnTo>
                    <a:pt x="89459" y="165984"/>
                  </a:lnTo>
                  <a:cubicBezTo>
                    <a:pt x="132911" y="163430"/>
                    <a:pt x="168055" y="127041"/>
                    <a:pt x="168055" y="82992"/>
                  </a:cubicBezTo>
                  <a:cubicBezTo>
                    <a:pt x="168055" y="37665"/>
                    <a:pt x="130994" y="0"/>
                    <a:pt x="84986" y="0"/>
                  </a:cubicBezTo>
                  <a:close/>
                  <a:moveTo>
                    <a:pt x="84986" y="154492"/>
                  </a:moveTo>
                  <a:cubicBezTo>
                    <a:pt x="84986" y="154492"/>
                    <a:pt x="84347" y="154492"/>
                    <a:pt x="84347" y="154492"/>
                  </a:cubicBezTo>
                  <a:cubicBezTo>
                    <a:pt x="84347" y="154492"/>
                    <a:pt x="83708" y="154492"/>
                    <a:pt x="83708" y="154492"/>
                  </a:cubicBezTo>
                  <a:cubicBezTo>
                    <a:pt x="44730" y="154492"/>
                    <a:pt x="13419" y="122572"/>
                    <a:pt x="13419" y="84268"/>
                  </a:cubicBezTo>
                  <a:cubicBezTo>
                    <a:pt x="13419" y="45326"/>
                    <a:pt x="45368" y="14045"/>
                    <a:pt x="83708" y="14045"/>
                  </a:cubicBezTo>
                  <a:cubicBezTo>
                    <a:pt x="115658" y="14045"/>
                    <a:pt x="141218" y="40219"/>
                    <a:pt x="141218" y="71500"/>
                  </a:cubicBezTo>
                  <a:cubicBezTo>
                    <a:pt x="141218" y="102782"/>
                    <a:pt x="115019" y="128956"/>
                    <a:pt x="83708" y="128956"/>
                  </a:cubicBezTo>
                  <a:cubicBezTo>
                    <a:pt x="58787" y="128956"/>
                    <a:pt x="38979" y="108528"/>
                    <a:pt x="38979" y="84268"/>
                  </a:cubicBezTo>
                  <a:cubicBezTo>
                    <a:pt x="38979" y="60009"/>
                    <a:pt x="59426" y="39581"/>
                    <a:pt x="83708" y="39581"/>
                  </a:cubicBezTo>
                  <a:cubicBezTo>
                    <a:pt x="101600" y="39581"/>
                    <a:pt x="115658" y="54264"/>
                    <a:pt x="115658" y="71500"/>
                  </a:cubicBezTo>
                  <a:cubicBezTo>
                    <a:pt x="115658" y="88737"/>
                    <a:pt x="100961" y="103420"/>
                    <a:pt x="83708" y="103420"/>
                  </a:cubicBezTo>
                  <a:cubicBezTo>
                    <a:pt x="72845" y="103420"/>
                    <a:pt x="64538" y="94483"/>
                    <a:pt x="64538" y="84268"/>
                  </a:cubicBezTo>
                  <a:cubicBezTo>
                    <a:pt x="64538" y="73416"/>
                    <a:pt x="73484" y="65117"/>
                    <a:pt x="83708" y="65117"/>
                  </a:cubicBezTo>
                  <a:cubicBezTo>
                    <a:pt x="87542" y="65117"/>
                    <a:pt x="90098" y="68308"/>
                    <a:pt x="90098" y="71500"/>
                  </a:cubicBezTo>
                  <a:cubicBezTo>
                    <a:pt x="90098" y="74692"/>
                    <a:pt x="86903" y="77884"/>
                    <a:pt x="83708" y="77884"/>
                  </a:cubicBezTo>
                  <a:cubicBezTo>
                    <a:pt x="79874" y="77884"/>
                    <a:pt x="77318" y="80438"/>
                    <a:pt x="77318" y="84268"/>
                  </a:cubicBezTo>
                  <a:cubicBezTo>
                    <a:pt x="77318" y="88099"/>
                    <a:pt x="79874" y="90652"/>
                    <a:pt x="83708" y="90652"/>
                  </a:cubicBezTo>
                  <a:cubicBezTo>
                    <a:pt x="94571" y="90652"/>
                    <a:pt x="102878" y="82353"/>
                    <a:pt x="102878" y="71500"/>
                  </a:cubicBezTo>
                  <a:cubicBezTo>
                    <a:pt x="102878" y="60648"/>
                    <a:pt x="94571" y="52349"/>
                    <a:pt x="83708" y="52349"/>
                  </a:cubicBezTo>
                  <a:cubicBezTo>
                    <a:pt x="65816" y="52349"/>
                    <a:pt x="51758" y="66393"/>
                    <a:pt x="51758" y="84268"/>
                  </a:cubicBezTo>
                  <a:cubicBezTo>
                    <a:pt x="51758" y="102144"/>
                    <a:pt x="65816" y="116188"/>
                    <a:pt x="83708" y="116188"/>
                  </a:cubicBezTo>
                  <a:cubicBezTo>
                    <a:pt x="108629" y="116188"/>
                    <a:pt x="128438" y="95760"/>
                    <a:pt x="128438" y="71500"/>
                  </a:cubicBezTo>
                  <a:cubicBezTo>
                    <a:pt x="128438" y="46603"/>
                    <a:pt x="107990" y="26813"/>
                    <a:pt x="83708" y="26813"/>
                  </a:cubicBezTo>
                  <a:cubicBezTo>
                    <a:pt x="51758" y="26813"/>
                    <a:pt x="26199" y="52987"/>
                    <a:pt x="26199" y="84268"/>
                  </a:cubicBezTo>
                  <a:cubicBezTo>
                    <a:pt x="26199" y="115550"/>
                    <a:pt x="52397" y="141724"/>
                    <a:pt x="83708" y="141724"/>
                  </a:cubicBezTo>
                  <a:cubicBezTo>
                    <a:pt x="122687" y="141724"/>
                    <a:pt x="153997" y="109804"/>
                    <a:pt x="153997" y="71500"/>
                  </a:cubicBezTo>
                  <a:cubicBezTo>
                    <a:pt x="153997" y="70862"/>
                    <a:pt x="153997" y="70224"/>
                    <a:pt x="153997" y="69585"/>
                  </a:cubicBezTo>
                  <a:cubicBezTo>
                    <a:pt x="155275" y="74692"/>
                    <a:pt x="155915" y="79161"/>
                    <a:pt x="155915" y="84268"/>
                  </a:cubicBezTo>
                  <a:cubicBezTo>
                    <a:pt x="155275" y="122572"/>
                    <a:pt x="123965" y="154492"/>
                    <a:pt x="84986" y="154492"/>
                  </a:cubicBezTo>
                  <a:close/>
                </a:path>
              </a:pathLst>
            </a:custGeom>
            <a:solidFill>
              <a:srgbClr val="046A38"/>
            </a:solidFill>
            <a:ln w="6390" cap="flat">
              <a:noFill/>
              <a:prstDash val="solid"/>
              <a:miter/>
            </a:ln>
          </p:spPr>
          <p:txBody>
            <a:bodyPr rtlCol="0" anchor="ctr"/>
            <a:lstStyle/>
            <a:p>
              <a:endParaRPr lang="en-US"/>
            </a:p>
          </p:txBody>
        </p:sp>
      </p:grpSp>
      <p:grpSp>
        <p:nvGrpSpPr>
          <p:cNvPr id="1180" name="Graphic 4">
            <a:extLst>
              <a:ext uri="{FF2B5EF4-FFF2-40B4-BE49-F238E27FC236}">
                <a16:creationId xmlns:a16="http://schemas.microsoft.com/office/drawing/2014/main" id="{221581FE-6E7F-8348-BD69-95BCCC74495F}"/>
              </a:ext>
            </a:extLst>
          </p:cNvPr>
          <p:cNvGrpSpPr/>
          <p:nvPr/>
        </p:nvGrpSpPr>
        <p:grpSpPr>
          <a:xfrm>
            <a:off x="467743" y="2855717"/>
            <a:ext cx="361670" cy="361333"/>
            <a:chOff x="467743" y="2855717"/>
            <a:chExt cx="361670" cy="361333"/>
          </a:xfrm>
          <a:solidFill>
            <a:srgbClr val="046A38"/>
          </a:solidFill>
        </p:grpSpPr>
        <p:sp>
          <p:nvSpPr>
            <p:cNvPr id="1181" name="Graphic 4">
              <a:extLst>
                <a:ext uri="{FF2B5EF4-FFF2-40B4-BE49-F238E27FC236}">
                  <a16:creationId xmlns:a16="http://schemas.microsoft.com/office/drawing/2014/main" id="{67DBDDAE-7F0E-7847-AD69-155F8B3F21FD}"/>
                </a:ext>
              </a:extLst>
            </p:cNvPr>
            <p:cNvSpPr/>
            <p:nvPr/>
          </p:nvSpPr>
          <p:spPr>
            <a:xfrm>
              <a:off x="467743"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8565 h 361333"/>
                <a:gd name="connsiteX6" fmla="*/ 12780 w 361670"/>
                <a:gd name="connsiteY6" fmla="*/ 180667 h 361333"/>
                <a:gd name="connsiteX7" fmla="*/ 180835 w 361670"/>
                <a:gd name="connsiteY7" fmla="*/ 12768 h 361333"/>
                <a:gd name="connsiteX8" fmla="*/ 348891 w 361670"/>
                <a:gd name="connsiteY8" fmla="*/ 180667 h 361333"/>
                <a:gd name="connsiteX9" fmla="*/ 180835 w 361670"/>
                <a:gd name="connsiteY9" fmla="*/ 3485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257"/>
                    <a:pt x="361670" y="180667"/>
                  </a:cubicBezTo>
                  <a:cubicBezTo>
                    <a:pt x="361670" y="81076"/>
                    <a:pt x="280518" y="0"/>
                    <a:pt x="180835" y="0"/>
                  </a:cubicBezTo>
                  <a:close/>
                  <a:moveTo>
                    <a:pt x="180835" y="348565"/>
                  </a:moveTo>
                  <a:cubicBezTo>
                    <a:pt x="88181" y="348565"/>
                    <a:pt x="12780" y="273234"/>
                    <a:pt x="12780" y="180667"/>
                  </a:cubicBezTo>
                  <a:cubicBezTo>
                    <a:pt x="12780" y="88099"/>
                    <a:pt x="88181" y="12768"/>
                    <a:pt x="180835" y="12768"/>
                  </a:cubicBezTo>
                  <a:cubicBezTo>
                    <a:pt x="273489" y="12768"/>
                    <a:pt x="348891" y="88099"/>
                    <a:pt x="348891" y="180667"/>
                  </a:cubicBezTo>
                  <a:cubicBezTo>
                    <a:pt x="348891" y="273234"/>
                    <a:pt x="273489" y="348565"/>
                    <a:pt x="180835" y="348565"/>
                  </a:cubicBezTo>
                  <a:close/>
                </a:path>
              </a:pathLst>
            </a:custGeom>
            <a:solidFill>
              <a:srgbClr val="046A38"/>
            </a:solidFill>
            <a:ln w="6390" cap="flat">
              <a:noFill/>
              <a:prstDash val="solid"/>
              <a:miter/>
            </a:ln>
          </p:spPr>
          <p:txBody>
            <a:bodyPr rtlCol="0" anchor="ctr"/>
            <a:lstStyle/>
            <a:p>
              <a:endParaRPr lang="en-US"/>
            </a:p>
          </p:txBody>
        </p:sp>
        <p:sp>
          <p:nvSpPr>
            <p:cNvPr id="1182" name="Graphic 4">
              <a:extLst>
                <a:ext uri="{FF2B5EF4-FFF2-40B4-BE49-F238E27FC236}">
                  <a16:creationId xmlns:a16="http://schemas.microsoft.com/office/drawing/2014/main" id="{5B96E092-4AD0-3847-A8D7-909A6A950F25}"/>
                </a:ext>
              </a:extLst>
            </p:cNvPr>
            <p:cNvSpPr/>
            <p:nvPr/>
          </p:nvSpPr>
          <p:spPr>
            <a:xfrm>
              <a:off x="557993" y="2932325"/>
              <a:ext cx="181499" cy="91290"/>
            </a:xfrm>
            <a:custGeom>
              <a:avLst/>
              <a:gdLst>
                <a:gd name="connsiteX0" fmla="*/ 167903 w 181499"/>
                <a:gd name="connsiteY0" fmla="*/ 48518 h 91290"/>
                <a:gd name="connsiteX1" fmla="*/ 139148 w 181499"/>
                <a:gd name="connsiteY1" fmla="*/ 25536 h 91290"/>
                <a:gd name="connsiteX2" fmla="*/ 114867 w 181499"/>
                <a:gd name="connsiteY2" fmla="*/ 12768 h 91290"/>
                <a:gd name="connsiteX3" fmla="*/ 91863 w 181499"/>
                <a:gd name="connsiteY3" fmla="*/ 0 h 91290"/>
                <a:gd name="connsiteX4" fmla="*/ 68859 w 181499"/>
                <a:gd name="connsiteY4" fmla="*/ 12768 h 91290"/>
                <a:gd name="connsiteX5" fmla="*/ 44577 w 181499"/>
                <a:gd name="connsiteY5" fmla="*/ 25536 h 91290"/>
                <a:gd name="connsiteX6" fmla="*/ 17740 w 181499"/>
                <a:gd name="connsiteY6" fmla="*/ 43411 h 91290"/>
                <a:gd name="connsiteX7" fmla="*/ 16462 w 181499"/>
                <a:gd name="connsiteY7" fmla="*/ 43411 h 91290"/>
                <a:gd name="connsiteX8" fmla="*/ 11350 w 181499"/>
                <a:gd name="connsiteY8" fmla="*/ 45965 h 91290"/>
                <a:gd name="connsiteX9" fmla="*/ 1765 w 181499"/>
                <a:gd name="connsiteY9" fmla="*/ 57456 h 91290"/>
                <a:gd name="connsiteX10" fmla="*/ 15823 w 181499"/>
                <a:gd name="connsiteY10" fmla="*/ 88737 h 91290"/>
                <a:gd name="connsiteX11" fmla="*/ 18379 w 181499"/>
                <a:gd name="connsiteY11" fmla="*/ 89376 h 91290"/>
                <a:gd name="connsiteX12" fmla="*/ 24129 w 181499"/>
                <a:gd name="connsiteY12" fmla="*/ 85545 h 91290"/>
                <a:gd name="connsiteX13" fmla="*/ 20296 w 181499"/>
                <a:gd name="connsiteY13" fmla="*/ 77246 h 91290"/>
                <a:gd name="connsiteX14" fmla="*/ 13906 w 181499"/>
                <a:gd name="connsiteY14" fmla="*/ 61925 h 91290"/>
                <a:gd name="connsiteX15" fmla="*/ 15184 w 181499"/>
                <a:gd name="connsiteY15" fmla="*/ 59371 h 91290"/>
                <a:gd name="connsiteX16" fmla="*/ 20934 w 181499"/>
                <a:gd name="connsiteY16" fmla="*/ 62563 h 91290"/>
                <a:gd name="connsiteX17" fmla="*/ 27324 w 181499"/>
                <a:gd name="connsiteY17" fmla="*/ 56179 h 91290"/>
                <a:gd name="connsiteX18" fmla="*/ 46494 w 181499"/>
                <a:gd name="connsiteY18" fmla="*/ 37665 h 91290"/>
                <a:gd name="connsiteX19" fmla="*/ 53523 w 181499"/>
                <a:gd name="connsiteY19" fmla="*/ 34473 h 91290"/>
                <a:gd name="connsiteX20" fmla="*/ 70776 w 181499"/>
                <a:gd name="connsiteY20" fmla="*/ 25536 h 91290"/>
                <a:gd name="connsiteX21" fmla="*/ 77805 w 181499"/>
                <a:gd name="connsiteY21" fmla="*/ 22344 h 91290"/>
                <a:gd name="connsiteX22" fmla="*/ 91863 w 181499"/>
                <a:gd name="connsiteY22" fmla="*/ 12768 h 91290"/>
                <a:gd name="connsiteX23" fmla="*/ 105921 w 181499"/>
                <a:gd name="connsiteY23" fmla="*/ 22344 h 91290"/>
                <a:gd name="connsiteX24" fmla="*/ 112950 w 181499"/>
                <a:gd name="connsiteY24" fmla="*/ 25536 h 91290"/>
                <a:gd name="connsiteX25" fmla="*/ 130202 w 181499"/>
                <a:gd name="connsiteY25" fmla="*/ 34473 h 91290"/>
                <a:gd name="connsiteX26" fmla="*/ 137231 w 181499"/>
                <a:gd name="connsiteY26" fmla="*/ 37665 h 91290"/>
                <a:gd name="connsiteX27" fmla="*/ 156401 w 181499"/>
                <a:gd name="connsiteY27" fmla="*/ 56179 h 91290"/>
                <a:gd name="connsiteX28" fmla="*/ 155123 w 181499"/>
                <a:gd name="connsiteY28" fmla="*/ 62563 h 91290"/>
                <a:gd name="connsiteX29" fmla="*/ 158957 w 181499"/>
                <a:gd name="connsiteY29" fmla="*/ 70862 h 91290"/>
                <a:gd name="connsiteX30" fmla="*/ 160874 w 181499"/>
                <a:gd name="connsiteY30" fmla="*/ 71500 h 91290"/>
                <a:gd name="connsiteX31" fmla="*/ 166625 w 181499"/>
                <a:gd name="connsiteY31" fmla="*/ 67032 h 91290"/>
                <a:gd name="connsiteX32" fmla="*/ 167264 w 181499"/>
                <a:gd name="connsiteY32" fmla="*/ 65117 h 91290"/>
                <a:gd name="connsiteX33" fmla="*/ 168542 w 181499"/>
                <a:gd name="connsiteY33" fmla="*/ 71500 h 91290"/>
                <a:gd name="connsiteX34" fmla="*/ 165347 w 181499"/>
                <a:gd name="connsiteY34" fmla="*/ 77884 h 91290"/>
                <a:gd name="connsiteX35" fmla="*/ 163430 w 181499"/>
                <a:gd name="connsiteY35" fmla="*/ 79800 h 91290"/>
                <a:gd name="connsiteX36" fmla="*/ 161513 w 181499"/>
                <a:gd name="connsiteY36" fmla="*/ 88737 h 91290"/>
                <a:gd name="connsiteX37" fmla="*/ 166625 w 181499"/>
                <a:gd name="connsiteY37" fmla="*/ 91291 h 91290"/>
                <a:gd name="connsiteX38" fmla="*/ 170459 w 181499"/>
                <a:gd name="connsiteY38" fmla="*/ 90014 h 91290"/>
                <a:gd name="connsiteX39" fmla="*/ 174932 w 181499"/>
                <a:gd name="connsiteY39" fmla="*/ 86184 h 91290"/>
                <a:gd name="connsiteX40" fmla="*/ 181322 w 181499"/>
                <a:gd name="connsiteY40" fmla="*/ 72777 h 91290"/>
                <a:gd name="connsiteX41" fmla="*/ 167903 w 181499"/>
                <a:gd name="connsiteY41" fmla="*/ 48518 h 91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81499" h="91290">
                  <a:moveTo>
                    <a:pt x="167903" y="48518"/>
                  </a:moveTo>
                  <a:cubicBezTo>
                    <a:pt x="164708" y="34473"/>
                    <a:pt x="152567" y="24897"/>
                    <a:pt x="139148" y="25536"/>
                  </a:cubicBezTo>
                  <a:cubicBezTo>
                    <a:pt x="133397" y="17237"/>
                    <a:pt x="124452" y="12768"/>
                    <a:pt x="114867" y="12768"/>
                  </a:cubicBezTo>
                  <a:cubicBezTo>
                    <a:pt x="109116" y="5107"/>
                    <a:pt x="100809" y="0"/>
                    <a:pt x="91863" y="0"/>
                  </a:cubicBezTo>
                  <a:cubicBezTo>
                    <a:pt x="82917" y="0"/>
                    <a:pt x="73971" y="4469"/>
                    <a:pt x="68859" y="12768"/>
                  </a:cubicBezTo>
                  <a:cubicBezTo>
                    <a:pt x="59274" y="12130"/>
                    <a:pt x="50328" y="17237"/>
                    <a:pt x="44577" y="25536"/>
                  </a:cubicBezTo>
                  <a:cubicBezTo>
                    <a:pt x="33075" y="24897"/>
                    <a:pt x="22213" y="32558"/>
                    <a:pt x="17740" y="43411"/>
                  </a:cubicBezTo>
                  <a:cubicBezTo>
                    <a:pt x="17101" y="43411"/>
                    <a:pt x="17101" y="43411"/>
                    <a:pt x="16462" y="43411"/>
                  </a:cubicBezTo>
                  <a:cubicBezTo>
                    <a:pt x="14545" y="44049"/>
                    <a:pt x="13267" y="44688"/>
                    <a:pt x="11350" y="45965"/>
                  </a:cubicBezTo>
                  <a:cubicBezTo>
                    <a:pt x="6877" y="48518"/>
                    <a:pt x="3682" y="52987"/>
                    <a:pt x="1765" y="57456"/>
                  </a:cubicBezTo>
                  <a:cubicBezTo>
                    <a:pt x="-3347" y="70224"/>
                    <a:pt x="3043" y="84268"/>
                    <a:pt x="15823" y="88737"/>
                  </a:cubicBezTo>
                  <a:cubicBezTo>
                    <a:pt x="16462" y="88737"/>
                    <a:pt x="17101" y="89376"/>
                    <a:pt x="18379" y="89376"/>
                  </a:cubicBezTo>
                  <a:cubicBezTo>
                    <a:pt x="20934" y="89376"/>
                    <a:pt x="23490" y="88099"/>
                    <a:pt x="24129" y="85545"/>
                  </a:cubicBezTo>
                  <a:cubicBezTo>
                    <a:pt x="25407" y="82353"/>
                    <a:pt x="23490" y="78523"/>
                    <a:pt x="20296" y="77246"/>
                  </a:cubicBezTo>
                  <a:cubicBezTo>
                    <a:pt x="14545" y="74692"/>
                    <a:pt x="11350" y="68308"/>
                    <a:pt x="13906" y="61925"/>
                  </a:cubicBezTo>
                  <a:cubicBezTo>
                    <a:pt x="13906" y="61286"/>
                    <a:pt x="14545" y="60648"/>
                    <a:pt x="15184" y="59371"/>
                  </a:cubicBezTo>
                  <a:cubicBezTo>
                    <a:pt x="16462" y="61286"/>
                    <a:pt x="18379" y="62563"/>
                    <a:pt x="20934" y="62563"/>
                  </a:cubicBezTo>
                  <a:cubicBezTo>
                    <a:pt x="24768" y="62563"/>
                    <a:pt x="27324" y="60009"/>
                    <a:pt x="27324" y="56179"/>
                  </a:cubicBezTo>
                  <a:cubicBezTo>
                    <a:pt x="27324" y="44688"/>
                    <a:pt x="36909" y="35750"/>
                    <a:pt x="46494" y="37665"/>
                  </a:cubicBezTo>
                  <a:cubicBezTo>
                    <a:pt x="49050" y="38304"/>
                    <a:pt x="52245" y="37027"/>
                    <a:pt x="53523" y="34473"/>
                  </a:cubicBezTo>
                  <a:cubicBezTo>
                    <a:pt x="56718" y="27451"/>
                    <a:pt x="63747" y="23621"/>
                    <a:pt x="70776" y="25536"/>
                  </a:cubicBezTo>
                  <a:cubicBezTo>
                    <a:pt x="73332" y="26174"/>
                    <a:pt x="76527" y="24897"/>
                    <a:pt x="77805" y="22344"/>
                  </a:cubicBezTo>
                  <a:cubicBezTo>
                    <a:pt x="81000" y="16598"/>
                    <a:pt x="86112" y="12768"/>
                    <a:pt x="91863" y="12768"/>
                  </a:cubicBezTo>
                  <a:cubicBezTo>
                    <a:pt x="97614" y="12768"/>
                    <a:pt x="103365" y="16598"/>
                    <a:pt x="105921" y="22344"/>
                  </a:cubicBezTo>
                  <a:cubicBezTo>
                    <a:pt x="107199" y="24897"/>
                    <a:pt x="110394" y="26174"/>
                    <a:pt x="112950" y="25536"/>
                  </a:cubicBezTo>
                  <a:cubicBezTo>
                    <a:pt x="119979" y="24259"/>
                    <a:pt x="127007" y="28089"/>
                    <a:pt x="130202" y="34473"/>
                  </a:cubicBezTo>
                  <a:cubicBezTo>
                    <a:pt x="131480" y="37027"/>
                    <a:pt x="134675" y="38304"/>
                    <a:pt x="137231" y="37665"/>
                  </a:cubicBezTo>
                  <a:cubicBezTo>
                    <a:pt x="147455" y="35750"/>
                    <a:pt x="156401" y="44688"/>
                    <a:pt x="156401" y="56179"/>
                  </a:cubicBezTo>
                  <a:cubicBezTo>
                    <a:pt x="156401" y="58733"/>
                    <a:pt x="155762" y="60648"/>
                    <a:pt x="155123" y="62563"/>
                  </a:cubicBezTo>
                  <a:cubicBezTo>
                    <a:pt x="153845" y="65755"/>
                    <a:pt x="155762" y="69585"/>
                    <a:pt x="158957" y="70862"/>
                  </a:cubicBezTo>
                  <a:cubicBezTo>
                    <a:pt x="159596" y="70862"/>
                    <a:pt x="160235" y="71500"/>
                    <a:pt x="160874" y="71500"/>
                  </a:cubicBezTo>
                  <a:cubicBezTo>
                    <a:pt x="163430" y="71500"/>
                    <a:pt x="165986" y="69585"/>
                    <a:pt x="166625" y="67032"/>
                  </a:cubicBezTo>
                  <a:cubicBezTo>
                    <a:pt x="166625" y="66393"/>
                    <a:pt x="166625" y="65755"/>
                    <a:pt x="167264" y="65117"/>
                  </a:cubicBezTo>
                  <a:cubicBezTo>
                    <a:pt x="167903" y="67032"/>
                    <a:pt x="168542" y="68947"/>
                    <a:pt x="168542" y="71500"/>
                  </a:cubicBezTo>
                  <a:cubicBezTo>
                    <a:pt x="168542" y="74054"/>
                    <a:pt x="167264" y="75969"/>
                    <a:pt x="165347" y="77884"/>
                  </a:cubicBezTo>
                  <a:cubicBezTo>
                    <a:pt x="164708" y="78523"/>
                    <a:pt x="164069" y="79161"/>
                    <a:pt x="163430" y="79800"/>
                  </a:cubicBezTo>
                  <a:cubicBezTo>
                    <a:pt x="160235" y="81715"/>
                    <a:pt x="159596" y="85545"/>
                    <a:pt x="161513" y="88737"/>
                  </a:cubicBezTo>
                  <a:cubicBezTo>
                    <a:pt x="162791" y="90652"/>
                    <a:pt x="164708" y="91291"/>
                    <a:pt x="166625" y="91291"/>
                  </a:cubicBezTo>
                  <a:cubicBezTo>
                    <a:pt x="167903" y="91291"/>
                    <a:pt x="169181" y="90652"/>
                    <a:pt x="170459" y="90014"/>
                  </a:cubicBezTo>
                  <a:cubicBezTo>
                    <a:pt x="171737" y="88737"/>
                    <a:pt x="173654" y="87460"/>
                    <a:pt x="174932" y="86184"/>
                  </a:cubicBezTo>
                  <a:cubicBezTo>
                    <a:pt x="178127" y="82353"/>
                    <a:pt x="180683" y="77884"/>
                    <a:pt x="181322" y="72777"/>
                  </a:cubicBezTo>
                  <a:cubicBezTo>
                    <a:pt x="182600" y="63201"/>
                    <a:pt x="176849" y="52987"/>
                    <a:pt x="167903" y="48518"/>
                  </a:cubicBezTo>
                  <a:close/>
                </a:path>
              </a:pathLst>
            </a:custGeom>
            <a:solidFill>
              <a:srgbClr val="046A38"/>
            </a:solidFill>
            <a:ln w="6390" cap="flat">
              <a:noFill/>
              <a:prstDash val="solid"/>
              <a:miter/>
            </a:ln>
          </p:spPr>
          <p:txBody>
            <a:bodyPr rtlCol="0" anchor="ctr"/>
            <a:lstStyle/>
            <a:p>
              <a:endParaRPr lang="en-US"/>
            </a:p>
          </p:txBody>
        </p:sp>
        <p:sp>
          <p:nvSpPr>
            <p:cNvPr id="1183" name="Graphic 4">
              <a:extLst>
                <a:ext uri="{FF2B5EF4-FFF2-40B4-BE49-F238E27FC236}">
                  <a16:creationId xmlns:a16="http://schemas.microsoft.com/office/drawing/2014/main" id="{51BAF4F0-343A-5944-ADE5-B2A170466D69}"/>
                </a:ext>
              </a:extLst>
            </p:cNvPr>
            <p:cNvSpPr/>
            <p:nvPr/>
          </p:nvSpPr>
          <p:spPr>
            <a:xfrm>
              <a:off x="645686" y="2965522"/>
              <a:ext cx="29213" cy="17997"/>
            </a:xfrm>
            <a:custGeom>
              <a:avLst/>
              <a:gdLst>
                <a:gd name="connsiteX0" fmla="*/ 14394 w 29213"/>
                <a:gd name="connsiteY0" fmla="*/ 0 h 17997"/>
                <a:gd name="connsiteX1" fmla="*/ 336 w 29213"/>
                <a:gd name="connsiteY1" fmla="*/ 10214 h 17997"/>
                <a:gd name="connsiteX2" fmla="*/ 4809 w 29213"/>
                <a:gd name="connsiteY2" fmla="*/ 17875 h 17997"/>
                <a:gd name="connsiteX3" fmla="*/ 12477 w 29213"/>
                <a:gd name="connsiteY3" fmla="*/ 13406 h 17997"/>
                <a:gd name="connsiteX4" fmla="*/ 14394 w 29213"/>
                <a:gd name="connsiteY4" fmla="*/ 12130 h 17997"/>
                <a:gd name="connsiteX5" fmla="*/ 16311 w 29213"/>
                <a:gd name="connsiteY5" fmla="*/ 13406 h 17997"/>
                <a:gd name="connsiteX6" fmla="*/ 22701 w 29213"/>
                <a:gd name="connsiteY6" fmla="*/ 17875 h 17997"/>
                <a:gd name="connsiteX7" fmla="*/ 24618 w 29213"/>
                <a:gd name="connsiteY7" fmla="*/ 17875 h 17997"/>
                <a:gd name="connsiteX8" fmla="*/ 29091 w 29213"/>
                <a:gd name="connsiteY8" fmla="*/ 10214 h 17997"/>
                <a:gd name="connsiteX9" fmla="*/ 14394 w 29213"/>
                <a:gd name="connsiteY9" fmla="*/ 0 h 17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213" h="17997">
                  <a:moveTo>
                    <a:pt x="14394" y="0"/>
                  </a:moveTo>
                  <a:cubicBezTo>
                    <a:pt x="8004" y="0"/>
                    <a:pt x="2253" y="4469"/>
                    <a:pt x="336" y="10214"/>
                  </a:cubicBezTo>
                  <a:cubicBezTo>
                    <a:pt x="-942" y="13406"/>
                    <a:pt x="1614" y="17237"/>
                    <a:pt x="4809" y="17875"/>
                  </a:cubicBezTo>
                  <a:cubicBezTo>
                    <a:pt x="8004" y="18514"/>
                    <a:pt x="11838" y="16598"/>
                    <a:pt x="12477" y="13406"/>
                  </a:cubicBezTo>
                  <a:cubicBezTo>
                    <a:pt x="12477" y="12768"/>
                    <a:pt x="13116" y="12130"/>
                    <a:pt x="14394" y="12130"/>
                  </a:cubicBezTo>
                  <a:cubicBezTo>
                    <a:pt x="15033" y="12130"/>
                    <a:pt x="15672" y="12768"/>
                    <a:pt x="16311" y="13406"/>
                  </a:cubicBezTo>
                  <a:cubicBezTo>
                    <a:pt x="16950" y="15960"/>
                    <a:pt x="19506" y="17875"/>
                    <a:pt x="22701" y="17875"/>
                  </a:cubicBezTo>
                  <a:cubicBezTo>
                    <a:pt x="23340" y="17875"/>
                    <a:pt x="23979" y="17875"/>
                    <a:pt x="24618" y="17875"/>
                  </a:cubicBezTo>
                  <a:cubicBezTo>
                    <a:pt x="27813" y="16598"/>
                    <a:pt x="29730" y="13406"/>
                    <a:pt x="29091" y="10214"/>
                  </a:cubicBezTo>
                  <a:cubicBezTo>
                    <a:pt x="26535" y="4469"/>
                    <a:pt x="20784" y="0"/>
                    <a:pt x="14394" y="0"/>
                  </a:cubicBezTo>
                  <a:close/>
                </a:path>
              </a:pathLst>
            </a:custGeom>
            <a:solidFill>
              <a:srgbClr val="046A38"/>
            </a:solidFill>
            <a:ln w="6390" cap="flat">
              <a:noFill/>
              <a:prstDash val="solid"/>
              <a:miter/>
            </a:ln>
          </p:spPr>
          <p:txBody>
            <a:bodyPr rtlCol="0" anchor="ctr"/>
            <a:lstStyle/>
            <a:p>
              <a:endParaRPr lang="en-US"/>
            </a:p>
          </p:txBody>
        </p:sp>
        <p:sp>
          <p:nvSpPr>
            <p:cNvPr id="1184" name="Graphic 4">
              <a:extLst>
                <a:ext uri="{FF2B5EF4-FFF2-40B4-BE49-F238E27FC236}">
                  <a16:creationId xmlns:a16="http://schemas.microsoft.com/office/drawing/2014/main" id="{9DAF9924-5131-A645-9590-1C9B64C8C0DC}"/>
                </a:ext>
              </a:extLst>
            </p:cNvPr>
            <p:cNvSpPr/>
            <p:nvPr/>
          </p:nvSpPr>
          <p:spPr>
            <a:xfrm>
              <a:off x="602873" y="2976375"/>
              <a:ext cx="28574" cy="18269"/>
            </a:xfrm>
            <a:custGeom>
              <a:avLst/>
              <a:gdLst>
                <a:gd name="connsiteX0" fmla="*/ 11838 w 28574"/>
                <a:gd name="connsiteY0" fmla="*/ 13406 h 18269"/>
                <a:gd name="connsiteX1" fmla="*/ 13755 w 28574"/>
                <a:gd name="connsiteY1" fmla="*/ 12130 h 18269"/>
                <a:gd name="connsiteX2" fmla="*/ 15672 w 28574"/>
                <a:gd name="connsiteY2" fmla="*/ 13406 h 18269"/>
                <a:gd name="connsiteX3" fmla="*/ 22062 w 28574"/>
                <a:gd name="connsiteY3" fmla="*/ 17875 h 18269"/>
                <a:gd name="connsiteX4" fmla="*/ 23979 w 28574"/>
                <a:gd name="connsiteY4" fmla="*/ 17875 h 18269"/>
                <a:gd name="connsiteX5" fmla="*/ 28452 w 28574"/>
                <a:gd name="connsiteY5" fmla="*/ 10214 h 18269"/>
                <a:gd name="connsiteX6" fmla="*/ 14394 w 28574"/>
                <a:gd name="connsiteY6" fmla="*/ 0 h 18269"/>
                <a:gd name="connsiteX7" fmla="*/ 336 w 28574"/>
                <a:gd name="connsiteY7" fmla="*/ 10214 h 18269"/>
                <a:gd name="connsiteX8" fmla="*/ 4809 w 28574"/>
                <a:gd name="connsiteY8" fmla="*/ 17875 h 18269"/>
                <a:gd name="connsiteX9" fmla="*/ 11838 w 28574"/>
                <a:gd name="connsiteY9" fmla="*/ 13406 h 1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74" h="18269">
                  <a:moveTo>
                    <a:pt x="11838" y="13406"/>
                  </a:moveTo>
                  <a:cubicBezTo>
                    <a:pt x="11838" y="12768"/>
                    <a:pt x="12477" y="12130"/>
                    <a:pt x="13755" y="12130"/>
                  </a:cubicBezTo>
                  <a:cubicBezTo>
                    <a:pt x="15033" y="12130"/>
                    <a:pt x="15033" y="12768"/>
                    <a:pt x="15672" y="13406"/>
                  </a:cubicBezTo>
                  <a:cubicBezTo>
                    <a:pt x="16311" y="15960"/>
                    <a:pt x="18867" y="17875"/>
                    <a:pt x="22062" y="17875"/>
                  </a:cubicBezTo>
                  <a:cubicBezTo>
                    <a:pt x="22701" y="17875"/>
                    <a:pt x="23340" y="17875"/>
                    <a:pt x="23979" y="17875"/>
                  </a:cubicBezTo>
                  <a:cubicBezTo>
                    <a:pt x="27174" y="16598"/>
                    <a:pt x="29091" y="13406"/>
                    <a:pt x="28452" y="10214"/>
                  </a:cubicBezTo>
                  <a:cubicBezTo>
                    <a:pt x="26535" y="3830"/>
                    <a:pt x="20784" y="0"/>
                    <a:pt x="14394" y="0"/>
                  </a:cubicBezTo>
                  <a:cubicBezTo>
                    <a:pt x="8004" y="0"/>
                    <a:pt x="2253" y="4469"/>
                    <a:pt x="336" y="10214"/>
                  </a:cubicBezTo>
                  <a:cubicBezTo>
                    <a:pt x="-942" y="13406"/>
                    <a:pt x="1614" y="17237"/>
                    <a:pt x="4809" y="17875"/>
                  </a:cubicBezTo>
                  <a:cubicBezTo>
                    <a:pt x="7365" y="19152"/>
                    <a:pt x="11199" y="17237"/>
                    <a:pt x="11838" y="13406"/>
                  </a:cubicBezTo>
                  <a:close/>
                </a:path>
              </a:pathLst>
            </a:custGeom>
            <a:solidFill>
              <a:srgbClr val="046A38"/>
            </a:solidFill>
            <a:ln w="6390" cap="flat">
              <a:noFill/>
              <a:prstDash val="solid"/>
              <a:miter/>
            </a:ln>
          </p:spPr>
          <p:txBody>
            <a:bodyPr rtlCol="0" anchor="ctr"/>
            <a:lstStyle/>
            <a:p>
              <a:endParaRPr lang="en-US"/>
            </a:p>
          </p:txBody>
        </p:sp>
        <p:sp>
          <p:nvSpPr>
            <p:cNvPr id="1185" name="Graphic 4">
              <a:extLst>
                <a:ext uri="{FF2B5EF4-FFF2-40B4-BE49-F238E27FC236}">
                  <a16:creationId xmlns:a16="http://schemas.microsoft.com/office/drawing/2014/main" id="{4D0A5303-FF07-7640-BD85-A60ED69A3832}"/>
                </a:ext>
              </a:extLst>
            </p:cNvPr>
            <p:cNvSpPr/>
            <p:nvPr/>
          </p:nvSpPr>
          <p:spPr>
            <a:xfrm>
              <a:off x="661022" y="2992335"/>
              <a:ext cx="29213" cy="17997"/>
            </a:xfrm>
            <a:custGeom>
              <a:avLst/>
              <a:gdLst>
                <a:gd name="connsiteX0" fmla="*/ 336 w 29213"/>
                <a:gd name="connsiteY0" fmla="*/ 10214 h 17997"/>
                <a:gd name="connsiteX1" fmla="*/ 4809 w 29213"/>
                <a:gd name="connsiteY1" fmla="*/ 17875 h 17997"/>
                <a:gd name="connsiteX2" fmla="*/ 12477 w 29213"/>
                <a:gd name="connsiteY2" fmla="*/ 13406 h 17997"/>
                <a:gd name="connsiteX3" fmla="*/ 14394 w 29213"/>
                <a:gd name="connsiteY3" fmla="*/ 12130 h 17997"/>
                <a:gd name="connsiteX4" fmla="*/ 16311 w 29213"/>
                <a:gd name="connsiteY4" fmla="*/ 13406 h 17997"/>
                <a:gd name="connsiteX5" fmla="*/ 22701 w 29213"/>
                <a:gd name="connsiteY5" fmla="*/ 17875 h 17997"/>
                <a:gd name="connsiteX6" fmla="*/ 24618 w 29213"/>
                <a:gd name="connsiteY6" fmla="*/ 17875 h 17997"/>
                <a:gd name="connsiteX7" fmla="*/ 29091 w 29213"/>
                <a:gd name="connsiteY7" fmla="*/ 10214 h 17997"/>
                <a:gd name="connsiteX8" fmla="*/ 15033 w 29213"/>
                <a:gd name="connsiteY8" fmla="*/ 0 h 17997"/>
                <a:gd name="connsiteX9" fmla="*/ 336 w 29213"/>
                <a:gd name="connsiteY9" fmla="*/ 10214 h 17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213" h="17997">
                  <a:moveTo>
                    <a:pt x="336" y="10214"/>
                  </a:moveTo>
                  <a:cubicBezTo>
                    <a:pt x="-942" y="13406"/>
                    <a:pt x="1614" y="17237"/>
                    <a:pt x="4809" y="17875"/>
                  </a:cubicBezTo>
                  <a:cubicBezTo>
                    <a:pt x="8004" y="18514"/>
                    <a:pt x="11838" y="16598"/>
                    <a:pt x="12477" y="13406"/>
                  </a:cubicBezTo>
                  <a:cubicBezTo>
                    <a:pt x="12477" y="12768"/>
                    <a:pt x="13116" y="12130"/>
                    <a:pt x="14394" y="12130"/>
                  </a:cubicBezTo>
                  <a:cubicBezTo>
                    <a:pt x="15033" y="12130"/>
                    <a:pt x="15672" y="12768"/>
                    <a:pt x="16311" y="13406"/>
                  </a:cubicBezTo>
                  <a:cubicBezTo>
                    <a:pt x="16950" y="15960"/>
                    <a:pt x="19506" y="17875"/>
                    <a:pt x="22701" y="17875"/>
                  </a:cubicBezTo>
                  <a:cubicBezTo>
                    <a:pt x="23340" y="17875"/>
                    <a:pt x="23979" y="17875"/>
                    <a:pt x="24618" y="17875"/>
                  </a:cubicBezTo>
                  <a:cubicBezTo>
                    <a:pt x="27813" y="16598"/>
                    <a:pt x="29730" y="13406"/>
                    <a:pt x="29091" y="10214"/>
                  </a:cubicBezTo>
                  <a:cubicBezTo>
                    <a:pt x="27174" y="3830"/>
                    <a:pt x="21423" y="0"/>
                    <a:pt x="15033" y="0"/>
                  </a:cubicBezTo>
                  <a:cubicBezTo>
                    <a:pt x="8004" y="0"/>
                    <a:pt x="2253" y="3830"/>
                    <a:pt x="336" y="10214"/>
                  </a:cubicBezTo>
                  <a:close/>
                </a:path>
              </a:pathLst>
            </a:custGeom>
            <a:solidFill>
              <a:srgbClr val="046A38"/>
            </a:solidFill>
            <a:ln w="6390" cap="flat">
              <a:noFill/>
              <a:prstDash val="solid"/>
              <a:miter/>
            </a:ln>
          </p:spPr>
          <p:txBody>
            <a:bodyPr rtlCol="0" anchor="ctr"/>
            <a:lstStyle/>
            <a:p>
              <a:endParaRPr lang="en-US"/>
            </a:p>
          </p:txBody>
        </p:sp>
        <p:sp>
          <p:nvSpPr>
            <p:cNvPr id="1186" name="Graphic 4">
              <a:extLst>
                <a:ext uri="{FF2B5EF4-FFF2-40B4-BE49-F238E27FC236}">
                  <a16:creationId xmlns:a16="http://schemas.microsoft.com/office/drawing/2014/main" id="{32E7BD60-6653-E64A-9AD7-65A195D460DB}"/>
                </a:ext>
              </a:extLst>
            </p:cNvPr>
            <p:cNvSpPr/>
            <p:nvPr/>
          </p:nvSpPr>
          <p:spPr>
            <a:xfrm>
              <a:off x="582762" y="3007534"/>
              <a:ext cx="134188" cy="132270"/>
            </a:xfrm>
            <a:custGeom>
              <a:avLst/>
              <a:gdLst>
                <a:gd name="connsiteX0" fmla="*/ 128438 w 134188"/>
                <a:gd name="connsiteY0" fmla="*/ 122 h 132270"/>
                <a:gd name="connsiteX1" fmla="*/ 121409 w 134188"/>
                <a:gd name="connsiteY1" fmla="*/ 4591 h 132270"/>
                <a:gd name="connsiteX2" fmla="*/ 67094 w 134188"/>
                <a:gd name="connsiteY2" fmla="*/ 12252 h 132270"/>
                <a:gd name="connsiteX3" fmla="*/ 12780 w 134188"/>
                <a:gd name="connsiteY3" fmla="*/ 4591 h 132270"/>
                <a:gd name="connsiteX4" fmla="*/ 5751 w 134188"/>
                <a:gd name="connsiteY4" fmla="*/ 122 h 132270"/>
                <a:gd name="connsiteX5" fmla="*/ 0 w 134188"/>
                <a:gd name="connsiteY5" fmla="*/ 6506 h 132270"/>
                <a:gd name="connsiteX6" fmla="*/ 0 w 134188"/>
                <a:gd name="connsiteY6" fmla="*/ 7783 h 132270"/>
                <a:gd name="connsiteX7" fmla="*/ 19170 w 134188"/>
                <a:gd name="connsiteY7" fmla="*/ 114396 h 132270"/>
                <a:gd name="connsiteX8" fmla="*/ 43452 w 134188"/>
                <a:gd name="connsiteY8" fmla="*/ 130356 h 132270"/>
                <a:gd name="connsiteX9" fmla="*/ 46008 w 134188"/>
                <a:gd name="connsiteY9" fmla="*/ 130994 h 132270"/>
                <a:gd name="connsiteX10" fmla="*/ 46647 w 134188"/>
                <a:gd name="connsiteY10" fmla="*/ 130994 h 132270"/>
                <a:gd name="connsiteX11" fmla="*/ 67094 w 134188"/>
                <a:gd name="connsiteY11" fmla="*/ 132271 h 132270"/>
                <a:gd name="connsiteX12" fmla="*/ 87542 w 134188"/>
                <a:gd name="connsiteY12" fmla="*/ 130994 h 132270"/>
                <a:gd name="connsiteX13" fmla="*/ 88181 w 134188"/>
                <a:gd name="connsiteY13" fmla="*/ 130994 h 132270"/>
                <a:gd name="connsiteX14" fmla="*/ 90737 w 134188"/>
                <a:gd name="connsiteY14" fmla="*/ 130356 h 132270"/>
                <a:gd name="connsiteX15" fmla="*/ 115019 w 134188"/>
                <a:gd name="connsiteY15" fmla="*/ 114396 h 132270"/>
                <a:gd name="connsiteX16" fmla="*/ 134189 w 134188"/>
                <a:gd name="connsiteY16" fmla="*/ 7783 h 132270"/>
                <a:gd name="connsiteX17" fmla="*/ 134189 w 134188"/>
                <a:gd name="connsiteY17" fmla="*/ 6506 h 132270"/>
                <a:gd name="connsiteX18" fmla="*/ 128438 w 134188"/>
                <a:gd name="connsiteY18" fmla="*/ 122 h 132270"/>
                <a:gd name="connsiteX19" fmla="*/ 60704 w 134188"/>
                <a:gd name="connsiteY19" fmla="*/ 119503 h 132270"/>
                <a:gd name="connsiteX20" fmla="*/ 52398 w 134188"/>
                <a:gd name="connsiteY20" fmla="*/ 118864 h 132270"/>
                <a:gd name="connsiteX21" fmla="*/ 44091 w 134188"/>
                <a:gd name="connsiteY21" fmla="*/ 24381 h 132270"/>
                <a:gd name="connsiteX22" fmla="*/ 60704 w 134188"/>
                <a:gd name="connsiteY22" fmla="*/ 25020 h 132270"/>
                <a:gd name="connsiteX23" fmla="*/ 60704 w 134188"/>
                <a:gd name="connsiteY23" fmla="*/ 119503 h 132270"/>
                <a:gd name="connsiteX24" fmla="*/ 73484 w 134188"/>
                <a:gd name="connsiteY24" fmla="*/ 25658 h 132270"/>
                <a:gd name="connsiteX25" fmla="*/ 90098 w 134188"/>
                <a:gd name="connsiteY25" fmla="*/ 25020 h 132270"/>
                <a:gd name="connsiteX26" fmla="*/ 81791 w 134188"/>
                <a:gd name="connsiteY26" fmla="*/ 119503 h 132270"/>
                <a:gd name="connsiteX27" fmla="*/ 73484 w 134188"/>
                <a:gd name="connsiteY27" fmla="*/ 120141 h 132270"/>
                <a:gd name="connsiteX28" fmla="*/ 73484 w 134188"/>
                <a:gd name="connsiteY28" fmla="*/ 25658 h 132270"/>
                <a:gd name="connsiteX29" fmla="*/ 31950 w 134188"/>
                <a:gd name="connsiteY29" fmla="*/ 112480 h 132270"/>
                <a:gd name="connsiteX30" fmla="*/ 15336 w 134188"/>
                <a:gd name="connsiteY30" fmla="*/ 19913 h 132270"/>
                <a:gd name="connsiteX31" fmla="*/ 30672 w 134188"/>
                <a:gd name="connsiteY31" fmla="*/ 23743 h 132270"/>
                <a:gd name="connsiteX32" fmla="*/ 38979 w 134188"/>
                <a:gd name="connsiteY32" fmla="*/ 116949 h 132270"/>
                <a:gd name="connsiteX33" fmla="*/ 31950 w 134188"/>
                <a:gd name="connsiteY33" fmla="*/ 112480 h 132270"/>
                <a:gd name="connsiteX34" fmla="*/ 31950 w 134188"/>
                <a:gd name="connsiteY34" fmla="*/ 112480 h 132270"/>
                <a:gd name="connsiteX35" fmla="*/ 102239 w 134188"/>
                <a:gd name="connsiteY35" fmla="*/ 112480 h 132270"/>
                <a:gd name="connsiteX36" fmla="*/ 102239 w 134188"/>
                <a:gd name="connsiteY36" fmla="*/ 112480 h 132270"/>
                <a:gd name="connsiteX37" fmla="*/ 95210 w 134188"/>
                <a:gd name="connsiteY37" fmla="*/ 116311 h 132270"/>
                <a:gd name="connsiteX38" fmla="*/ 103517 w 134188"/>
                <a:gd name="connsiteY38" fmla="*/ 23105 h 132270"/>
                <a:gd name="connsiteX39" fmla="*/ 118853 w 134188"/>
                <a:gd name="connsiteY39" fmla="*/ 19274 h 132270"/>
                <a:gd name="connsiteX40" fmla="*/ 102239 w 134188"/>
                <a:gd name="connsiteY40" fmla="*/ 112480 h 132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4188" h="132270">
                  <a:moveTo>
                    <a:pt x="128438" y="122"/>
                  </a:moveTo>
                  <a:cubicBezTo>
                    <a:pt x="125243" y="-516"/>
                    <a:pt x="122687" y="2037"/>
                    <a:pt x="121409" y="4591"/>
                  </a:cubicBezTo>
                  <a:cubicBezTo>
                    <a:pt x="117575" y="7145"/>
                    <a:pt x="98405" y="12252"/>
                    <a:pt x="67094" y="12252"/>
                  </a:cubicBezTo>
                  <a:cubicBezTo>
                    <a:pt x="35784" y="12252"/>
                    <a:pt x="16614" y="7145"/>
                    <a:pt x="12780" y="4591"/>
                  </a:cubicBezTo>
                  <a:cubicBezTo>
                    <a:pt x="12141" y="1399"/>
                    <a:pt x="8946" y="-516"/>
                    <a:pt x="5751" y="122"/>
                  </a:cubicBezTo>
                  <a:cubicBezTo>
                    <a:pt x="2556" y="122"/>
                    <a:pt x="0" y="3314"/>
                    <a:pt x="0" y="6506"/>
                  </a:cubicBezTo>
                  <a:cubicBezTo>
                    <a:pt x="0" y="7145"/>
                    <a:pt x="0" y="7145"/>
                    <a:pt x="0" y="7783"/>
                  </a:cubicBezTo>
                  <a:lnTo>
                    <a:pt x="19170" y="114396"/>
                  </a:lnTo>
                  <a:cubicBezTo>
                    <a:pt x="19809" y="123333"/>
                    <a:pt x="30672" y="127802"/>
                    <a:pt x="43452" y="130356"/>
                  </a:cubicBezTo>
                  <a:cubicBezTo>
                    <a:pt x="44091" y="130356"/>
                    <a:pt x="44730" y="130994"/>
                    <a:pt x="46008" y="130994"/>
                  </a:cubicBezTo>
                  <a:cubicBezTo>
                    <a:pt x="46008" y="130994"/>
                    <a:pt x="46008" y="130994"/>
                    <a:pt x="46647" y="130994"/>
                  </a:cubicBezTo>
                  <a:cubicBezTo>
                    <a:pt x="53036" y="132271"/>
                    <a:pt x="60065" y="132271"/>
                    <a:pt x="67094" y="132271"/>
                  </a:cubicBezTo>
                  <a:cubicBezTo>
                    <a:pt x="73484" y="132271"/>
                    <a:pt x="81152" y="131632"/>
                    <a:pt x="87542" y="130994"/>
                  </a:cubicBezTo>
                  <a:cubicBezTo>
                    <a:pt x="87542" y="130994"/>
                    <a:pt x="87542" y="130994"/>
                    <a:pt x="88181" y="130994"/>
                  </a:cubicBezTo>
                  <a:cubicBezTo>
                    <a:pt x="88820" y="130994"/>
                    <a:pt x="90098" y="130994"/>
                    <a:pt x="90737" y="130356"/>
                  </a:cubicBezTo>
                  <a:cubicBezTo>
                    <a:pt x="104156" y="127802"/>
                    <a:pt x="115019" y="122695"/>
                    <a:pt x="115019" y="114396"/>
                  </a:cubicBezTo>
                  <a:lnTo>
                    <a:pt x="134189" y="7783"/>
                  </a:lnTo>
                  <a:cubicBezTo>
                    <a:pt x="134189" y="7145"/>
                    <a:pt x="134189" y="6506"/>
                    <a:pt x="134189" y="6506"/>
                  </a:cubicBezTo>
                  <a:cubicBezTo>
                    <a:pt x="134189" y="3314"/>
                    <a:pt x="131633" y="761"/>
                    <a:pt x="128438" y="122"/>
                  </a:cubicBezTo>
                  <a:close/>
                  <a:moveTo>
                    <a:pt x="60704" y="119503"/>
                  </a:moveTo>
                  <a:cubicBezTo>
                    <a:pt x="57509" y="119503"/>
                    <a:pt x="54954" y="118864"/>
                    <a:pt x="52398" y="118864"/>
                  </a:cubicBezTo>
                  <a:lnTo>
                    <a:pt x="44091" y="24381"/>
                  </a:lnTo>
                  <a:cubicBezTo>
                    <a:pt x="49203" y="25020"/>
                    <a:pt x="54954" y="25020"/>
                    <a:pt x="60704" y="25020"/>
                  </a:cubicBezTo>
                  <a:lnTo>
                    <a:pt x="60704" y="119503"/>
                  </a:lnTo>
                  <a:close/>
                  <a:moveTo>
                    <a:pt x="73484" y="25658"/>
                  </a:moveTo>
                  <a:cubicBezTo>
                    <a:pt x="79874" y="25658"/>
                    <a:pt x="85625" y="25020"/>
                    <a:pt x="90098" y="25020"/>
                  </a:cubicBezTo>
                  <a:lnTo>
                    <a:pt x="81791" y="119503"/>
                  </a:lnTo>
                  <a:cubicBezTo>
                    <a:pt x="79235" y="119503"/>
                    <a:pt x="76679" y="120141"/>
                    <a:pt x="73484" y="120141"/>
                  </a:cubicBezTo>
                  <a:lnTo>
                    <a:pt x="73484" y="25658"/>
                  </a:lnTo>
                  <a:close/>
                  <a:moveTo>
                    <a:pt x="31950" y="112480"/>
                  </a:moveTo>
                  <a:lnTo>
                    <a:pt x="15336" y="19913"/>
                  </a:lnTo>
                  <a:cubicBezTo>
                    <a:pt x="19170" y="21189"/>
                    <a:pt x="24282" y="22466"/>
                    <a:pt x="30672" y="23743"/>
                  </a:cubicBezTo>
                  <a:lnTo>
                    <a:pt x="38979" y="116949"/>
                  </a:lnTo>
                  <a:cubicBezTo>
                    <a:pt x="35145" y="115034"/>
                    <a:pt x="33228" y="113757"/>
                    <a:pt x="31950" y="112480"/>
                  </a:cubicBezTo>
                  <a:cubicBezTo>
                    <a:pt x="31950" y="112480"/>
                    <a:pt x="31950" y="112480"/>
                    <a:pt x="31950" y="112480"/>
                  </a:cubicBezTo>
                  <a:close/>
                  <a:moveTo>
                    <a:pt x="102239" y="112480"/>
                  </a:moveTo>
                  <a:cubicBezTo>
                    <a:pt x="102239" y="112480"/>
                    <a:pt x="102239" y="112480"/>
                    <a:pt x="102239" y="112480"/>
                  </a:cubicBezTo>
                  <a:cubicBezTo>
                    <a:pt x="101600" y="113757"/>
                    <a:pt x="99044" y="115034"/>
                    <a:pt x="95210" y="116311"/>
                  </a:cubicBezTo>
                  <a:lnTo>
                    <a:pt x="103517" y="23105"/>
                  </a:lnTo>
                  <a:cubicBezTo>
                    <a:pt x="109907" y="21828"/>
                    <a:pt x="115019" y="21189"/>
                    <a:pt x="118853" y="19274"/>
                  </a:cubicBezTo>
                  <a:lnTo>
                    <a:pt x="102239" y="112480"/>
                  </a:lnTo>
                  <a:close/>
                </a:path>
              </a:pathLst>
            </a:custGeom>
            <a:solidFill>
              <a:srgbClr val="046A38"/>
            </a:solidFill>
            <a:ln w="6390" cap="flat">
              <a:noFill/>
              <a:prstDash val="solid"/>
              <a:miter/>
            </a:ln>
          </p:spPr>
          <p:txBody>
            <a:bodyPr rtlCol="0" anchor="ctr"/>
            <a:lstStyle/>
            <a:p>
              <a:endParaRPr lang="en-US"/>
            </a:p>
          </p:txBody>
        </p:sp>
      </p:grpSp>
      <p:grpSp>
        <p:nvGrpSpPr>
          <p:cNvPr id="1187" name="Graphic 4">
            <a:extLst>
              <a:ext uri="{FF2B5EF4-FFF2-40B4-BE49-F238E27FC236}">
                <a16:creationId xmlns:a16="http://schemas.microsoft.com/office/drawing/2014/main" id="{8EB56615-240E-8A40-B6F0-983F31E93E0B}"/>
              </a:ext>
            </a:extLst>
          </p:cNvPr>
          <p:cNvGrpSpPr/>
          <p:nvPr/>
        </p:nvGrpSpPr>
        <p:grpSpPr>
          <a:xfrm>
            <a:off x="467743" y="3339623"/>
            <a:ext cx="361670" cy="361333"/>
            <a:chOff x="467743" y="3339623"/>
            <a:chExt cx="361670" cy="361333"/>
          </a:xfrm>
          <a:solidFill>
            <a:srgbClr val="046A38"/>
          </a:solidFill>
        </p:grpSpPr>
        <p:sp>
          <p:nvSpPr>
            <p:cNvPr id="1188" name="Graphic 4">
              <a:extLst>
                <a:ext uri="{FF2B5EF4-FFF2-40B4-BE49-F238E27FC236}">
                  <a16:creationId xmlns:a16="http://schemas.microsoft.com/office/drawing/2014/main" id="{DDE87990-0716-424C-A125-0BDB2D06FA57}"/>
                </a:ext>
              </a:extLst>
            </p:cNvPr>
            <p:cNvSpPr/>
            <p:nvPr/>
          </p:nvSpPr>
          <p:spPr>
            <a:xfrm>
              <a:off x="467743"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189" name="Graphic 4">
              <a:extLst>
                <a:ext uri="{FF2B5EF4-FFF2-40B4-BE49-F238E27FC236}">
                  <a16:creationId xmlns:a16="http://schemas.microsoft.com/office/drawing/2014/main" id="{3BFF25DF-CB30-8841-A517-4AE39F085E12}"/>
                </a:ext>
              </a:extLst>
            </p:cNvPr>
            <p:cNvSpPr/>
            <p:nvPr/>
          </p:nvSpPr>
          <p:spPr>
            <a:xfrm>
              <a:off x="542946" y="3417199"/>
              <a:ext cx="186342" cy="133095"/>
            </a:xfrm>
            <a:custGeom>
              <a:avLst/>
              <a:gdLst>
                <a:gd name="connsiteX0" fmla="*/ 31508 w 186342"/>
                <a:gd name="connsiteY0" fmla="*/ 133096 h 133095"/>
                <a:gd name="connsiteX1" fmla="*/ 36620 w 186342"/>
                <a:gd name="connsiteY1" fmla="*/ 132458 h 133095"/>
                <a:gd name="connsiteX2" fmla="*/ 43010 w 186342"/>
                <a:gd name="connsiteY2" fmla="*/ 127350 h 133095"/>
                <a:gd name="connsiteX3" fmla="*/ 51956 w 186342"/>
                <a:gd name="connsiteY3" fmla="*/ 110114 h 133095"/>
                <a:gd name="connsiteX4" fmla="*/ 52595 w 186342"/>
                <a:gd name="connsiteY4" fmla="*/ 110752 h 133095"/>
                <a:gd name="connsiteX5" fmla="*/ 58346 w 186342"/>
                <a:gd name="connsiteY5" fmla="*/ 115221 h 133095"/>
                <a:gd name="connsiteX6" fmla="*/ 73682 w 186342"/>
                <a:gd name="connsiteY6" fmla="*/ 113306 h 133095"/>
                <a:gd name="connsiteX7" fmla="*/ 99881 w 186342"/>
                <a:gd name="connsiteY7" fmla="*/ 99899 h 133095"/>
                <a:gd name="connsiteX8" fmla="*/ 108827 w 186342"/>
                <a:gd name="connsiteY8" fmla="*/ 95430 h 133095"/>
                <a:gd name="connsiteX9" fmla="*/ 109466 w 186342"/>
                <a:gd name="connsiteY9" fmla="*/ 95430 h 133095"/>
                <a:gd name="connsiteX10" fmla="*/ 145249 w 186342"/>
                <a:gd name="connsiteY10" fmla="*/ 78194 h 133095"/>
                <a:gd name="connsiteX11" fmla="*/ 152917 w 186342"/>
                <a:gd name="connsiteY11" fmla="*/ 59042 h 133095"/>
                <a:gd name="connsiteX12" fmla="*/ 173365 w 186342"/>
                <a:gd name="connsiteY12" fmla="*/ 60957 h 133095"/>
                <a:gd name="connsiteX13" fmla="*/ 174643 w 186342"/>
                <a:gd name="connsiteY13" fmla="*/ 60957 h 133095"/>
                <a:gd name="connsiteX14" fmla="*/ 184867 w 186342"/>
                <a:gd name="connsiteY14" fmla="*/ 54573 h 133095"/>
                <a:gd name="connsiteX15" fmla="*/ 184867 w 186342"/>
                <a:gd name="connsiteY15" fmla="*/ 42443 h 133095"/>
                <a:gd name="connsiteX16" fmla="*/ 177838 w 186342"/>
                <a:gd name="connsiteY16" fmla="*/ 33506 h 133095"/>
                <a:gd name="connsiteX17" fmla="*/ 168892 w 186342"/>
                <a:gd name="connsiteY17" fmla="*/ 16907 h 133095"/>
                <a:gd name="connsiteX18" fmla="*/ 162502 w 186342"/>
                <a:gd name="connsiteY18" fmla="*/ 2224 h 133095"/>
                <a:gd name="connsiteX19" fmla="*/ 149083 w 186342"/>
                <a:gd name="connsiteY19" fmla="*/ 947 h 133095"/>
                <a:gd name="connsiteX20" fmla="*/ 143332 w 186342"/>
                <a:gd name="connsiteY20" fmla="*/ 5416 h 133095"/>
                <a:gd name="connsiteX21" fmla="*/ 133747 w 186342"/>
                <a:gd name="connsiteY21" fmla="*/ 22653 h 133095"/>
                <a:gd name="connsiteX22" fmla="*/ 134386 w 186342"/>
                <a:gd name="connsiteY22" fmla="*/ 21376 h 133095"/>
                <a:gd name="connsiteX23" fmla="*/ 128635 w 186342"/>
                <a:gd name="connsiteY23" fmla="*/ 16907 h 133095"/>
                <a:gd name="connsiteX24" fmla="*/ 113300 w 186342"/>
                <a:gd name="connsiteY24" fmla="*/ 18822 h 133095"/>
                <a:gd name="connsiteX25" fmla="*/ 87101 w 186342"/>
                <a:gd name="connsiteY25" fmla="*/ 32229 h 133095"/>
                <a:gd name="connsiteX26" fmla="*/ 86462 w 186342"/>
                <a:gd name="connsiteY26" fmla="*/ 32229 h 133095"/>
                <a:gd name="connsiteX27" fmla="*/ 82628 w 186342"/>
                <a:gd name="connsiteY27" fmla="*/ 34144 h 133095"/>
                <a:gd name="connsiteX28" fmla="*/ 77516 w 186342"/>
                <a:gd name="connsiteY28" fmla="*/ 36698 h 133095"/>
                <a:gd name="connsiteX29" fmla="*/ 76877 w 186342"/>
                <a:gd name="connsiteY29" fmla="*/ 36698 h 133095"/>
                <a:gd name="connsiteX30" fmla="*/ 41093 w 186342"/>
                <a:gd name="connsiteY30" fmla="*/ 53934 h 133095"/>
                <a:gd name="connsiteX31" fmla="*/ 33425 w 186342"/>
                <a:gd name="connsiteY31" fmla="*/ 73086 h 133095"/>
                <a:gd name="connsiteX32" fmla="*/ 12978 w 186342"/>
                <a:gd name="connsiteY32" fmla="*/ 71171 h 133095"/>
                <a:gd name="connsiteX33" fmla="*/ 11700 w 186342"/>
                <a:gd name="connsiteY33" fmla="*/ 71171 h 133095"/>
                <a:gd name="connsiteX34" fmla="*/ 1476 w 186342"/>
                <a:gd name="connsiteY34" fmla="*/ 77555 h 133095"/>
                <a:gd name="connsiteX35" fmla="*/ 1476 w 186342"/>
                <a:gd name="connsiteY35" fmla="*/ 89685 h 133095"/>
                <a:gd name="connsiteX36" fmla="*/ 8505 w 186342"/>
                <a:gd name="connsiteY36" fmla="*/ 98622 h 133095"/>
                <a:gd name="connsiteX37" fmla="*/ 17451 w 186342"/>
                <a:gd name="connsiteY37" fmla="*/ 115221 h 133095"/>
                <a:gd name="connsiteX38" fmla="*/ 23840 w 186342"/>
                <a:gd name="connsiteY38" fmla="*/ 129904 h 133095"/>
                <a:gd name="connsiteX39" fmla="*/ 31508 w 186342"/>
                <a:gd name="connsiteY39" fmla="*/ 133096 h 133095"/>
                <a:gd name="connsiteX40" fmla="*/ 81989 w 186342"/>
                <a:gd name="connsiteY40" fmla="*/ 94792 h 133095"/>
                <a:gd name="connsiteX41" fmla="*/ 93491 w 186342"/>
                <a:gd name="connsiteY41" fmla="*/ 44358 h 133095"/>
                <a:gd name="connsiteX42" fmla="*/ 93491 w 186342"/>
                <a:gd name="connsiteY42" fmla="*/ 44358 h 133095"/>
                <a:gd name="connsiteX43" fmla="*/ 107549 w 186342"/>
                <a:gd name="connsiteY43" fmla="*/ 37336 h 133095"/>
                <a:gd name="connsiteX44" fmla="*/ 96047 w 186342"/>
                <a:gd name="connsiteY44" fmla="*/ 87770 h 133095"/>
                <a:gd name="connsiteX45" fmla="*/ 93491 w 186342"/>
                <a:gd name="connsiteY45" fmla="*/ 89046 h 133095"/>
                <a:gd name="connsiteX46" fmla="*/ 81989 w 186342"/>
                <a:gd name="connsiteY46" fmla="*/ 94792 h 133095"/>
                <a:gd name="connsiteX47" fmla="*/ 143971 w 186342"/>
                <a:gd name="connsiteY47" fmla="*/ 32229 h 133095"/>
                <a:gd name="connsiteX48" fmla="*/ 154834 w 186342"/>
                <a:gd name="connsiteY48" fmla="*/ 11800 h 133095"/>
                <a:gd name="connsiteX49" fmla="*/ 155473 w 186342"/>
                <a:gd name="connsiteY49" fmla="*/ 11800 h 133095"/>
                <a:gd name="connsiteX50" fmla="*/ 156751 w 186342"/>
                <a:gd name="connsiteY50" fmla="*/ 16907 h 133095"/>
                <a:gd name="connsiteX51" fmla="*/ 163780 w 186342"/>
                <a:gd name="connsiteY51" fmla="*/ 27122 h 133095"/>
                <a:gd name="connsiteX52" fmla="*/ 165697 w 186342"/>
                <a:gd name="connsiteY52" fmla="*/ 33506 h 133095"/>
                <a:gd name="connsiteX53" fmla="*/ 172087 w 186342"/>
                <a:gd name="connsiteY53" fmla="*/ 43082 h 133095"/>
                <a:gd name="connsiteX54" fmla="*/ 174004 w 186342"/>
                <a:gd name="connsiteY54" fmla="*/ 46274 h 133095"/>
                <a:gd name="connsiteX55" fmla="*/ 174643 w 186342"/>
                <a:gd name="connsiteY55" fmla="*/ 47550 h 133095"/>
                <a:gd name="connsiteX56" fmla="*/ 174004 w 186342"/>
                <a:gd name="connsiteY56" fmla="*/ 47550 h 133095"/>
                <a:gd name="connsiteX57" fmla="*/ 150361 w 186342"/>
                <a:gd name="connsiteY57" fmla="*/ 44997 h 133095"/>
                <a:gd name="connsiteX58" fmla="*/ 148444 w 186342"/>
                <a:gd name="connsiteY58" fmla="*/ 44997 h 133095"/>
                <a:gd name="connsiteX59" fmla="*/ 144610 w 186342"/>
                <a:gd name="connsiteY59" fmla="*/ 37336 h 133095"/>
                <a:gd name="connsiteX60" fmla="*/ 142693 w 186342"/>
                <a:gd name="connsiteY60" fmla="*/ 34144 h 133095"/>
                <a:gd name="connsiteX61" fmla="*/ 143971 w 186342"/>
                <a:gd name="connsiteY61" fmla="*/ 32229 h 133095"/>
                <a:gd name="connsiteX62" fmla="*/ 124801 w 186342"/>
                <a:gd name="connsiteY62" fmla="*/ 30314 h 133095"/>
                <a:gd name="connsiteX63" fmla="*/ 126079 w 186342"/>
                <a:gd name="connsiteY63" fmla="*/ 34144 h 133095"/>
                <a:gd name="connsiteX64" fmla="*/ 133747 w 186342"/>
                <a:gd name="connsiteY64" fmla="*/ 44997 h 133095"/>
                <a:gd name="connsiteX65" fmla="*/ 135664 w 186342"/>
                <a:gd name="connsiteY65" fmla="*/ 49466 h 133095"/>
                <a:gd name="connsiteX66" fmla="*/ 138220 w 186342"/>
                <a:gd name="connsiteY66" fmla="*/ 60318 h 133095"/>
                <a:gd name="connsiteX67" fmla="*/ 140137 w 186342"/>
                <a:gd name="connsiteY67" fmla="*/ 63510 h 133095"/>
                <a:gd name="connsiteX68" fmla="*/ 138859 w 186342"/>
                <a:gd name="connsiteY68" fmla="*/ 66064 h 133095"/>
                <a:gd name="connsiteX69" fmla="*/ 110744 w 186342"/>
                <a:gd name="connsiteY69" fmla="*/ 80109 h 133095"/>
                <a:gd name="connsiteX70" fmla="*/ 122245 w 186342"/>
                <a:gd name="connsiteY70" fmla="*/ 29675 h 133095"/>
                <a:gd name="connsiteX71" fmla="*/ 124162 w 186342"/>
                <a:gd name="connsiteY71" fmla="*/ 29037 h 133095"/>
                <a:gd name="connsiteX72" fmla="*/ 124801 w 186342"/>
                <a:gd name="connsiteY72" fmla="*/ 30314 h 133095"/>
                <a:gd name="connsiteX73" fmla="*/ 48122 w 186342"/>
                <a:gd name="connsiteY73" fmla="*/ 66702 h 133095"/>
                <a:gd name="connsiteX74" fmla="*/ 78794 w 186342"/>
                <a:gd name="connsiteY74" fmla="*/ 52019 h 133095"/>
                <a:gd name="connsiteX75" fmla="*/ 67931 w 186342"/>
                <a:gd name="connsiteY75" fmla="*/ 99899 h 133095"/>
                <a:gd name="connsiteX76" fmla="*/ 67931 w 186342"/>
                <a:gd name="connsiteY76" fmla="*/ 101814 h 133095"/>
                <a:gd name="connsiteX77" fmla="*/ 67931 w 186342"/>
                <a:gd name="connsiteY77" fmla="*/ 101814 h 133095"/>
                <a:gd name="connsiteX78" fmla="*/ 63458 w 186342"/>
                <a:gd name="connsiteY78" fmla="*/ 103091 h 133095"/>
                <a:gd name="connsiteX79" fmla="*/ 63458 w 186342"/>
                <a:gd name="connsiteY79" fmla="*/ 103091 h 133095"/>
                <a:gd name="connsiteX80" fmla="*/ 62180 w 186342"/>
                <a:gd name="connsiteY80" fmla="*/ 99261 h 133095"/>
                <a:gd name="connsiteX81" fmla="*/ 54512 w 186342"/>
                <a:gd name="connsiteY81" fmla="*/ 88408 h 133095"/>
                <a:gd name="connsiteX82" fmla="*/ 52595 w 186342"/>
                <a:gd name="connsiteY82" fmla="*/ 83939 h 133095"/>
                <a:gd name="connsiteX83" fmla="*/ 50039 w 186342"/>
                <a:gd name="connsiteY83" fmla="*/ 73086 h 133095"/>
                <a:gd name="connsiteX84" fmla="*/ 47483 w 186342"/>
                <a:gd name="connsiteY84" fmla="*/ 69256 h 133095"/>
                <a:gd name="connsiteX85" fmla="*/ 48122 w 186342"/>
                <a:gd name="connsiteY85" fmla="*/ 66702 h 133095"/>
                <a:gd name="connsiteX86" fmla="*/ 21923 w 186342"/>
                <a:gd name="connsiteY86" fmla="*/ 98622 h 133095"/>
                <a:gd name="connsiteX87" fmla="*/ 15534 w 186342"/>
                <a:gd name="connsiteY87" fmla="*/ 89046 h 133095"/>
                <a:gd name="connsiteX88" fmla="*/ 13617 w 186342"/>
                <a:gd name="connsiteY88" fmla="*/ 85854 h 133095"/>
                <a:gd name="connsiteX89" fmla="*/ 12978 w 186342"/>
                <a:gd name="connsiteY89" fmla="*/ 84578 h 133095"/>
                <a:gd name="connsiteX90" fmla="*/ 13617 w 186342"/>
                <a:gd name="connsiteY90" fmla="*/ 84578 h 133095"/>
                <a:gd name="connsiteX91" fmla="*/ 37259 w 186342"/>
                <a:gd name="connsiteY91" fmla="*/ 87131 h 133095"/>
                <a:gd name="connsiteX92" fmla="*/ 39815 w 186342"/>
                <a:gd name="connsiteY92" fmla="*/ 87131 h 133095"/>
                <a:gd name="connsiteX93" fmla="*/ 43649 w 186342"/>
                <a:gd name="connsiteY93" fmla="*/ 95430 h 133095"/>
                <a:gd name="connsiteX94" fmla="*/ 45566 w 186342"/>
                <a:gd name="connsiteY94" fmla="*/ 97984 h 133095"/>
                <a:gd name="connsiteX95" fmla="*/ 43649 w 186342"/>
                <a:gd name="connsiteY95" fmla="*/ 100538 h 133095"/>
                <a:gd name="connsiteX96" fmla="*/ 32786 w 186342"/>
                <a:gd name="connsiteY96" fmla="*/ 120966 h 133095"/>
                <a:gd name="connsiteX97" fmla="*/ 32147 w 186342"/>
                <a:gd name="connsiteY97" fmla="*/ 120966 h 133095"/>
                <a:gd name="connsiteX98" fmla="*/ 30869 w 186342"/>
                <a:gd name="connsiteY98" fmla="*/ 115221 h 133095"/>
                <a:gd name="connsiteX99" fmla="*/ 23840 w 186342"/>
                <a:gd name="connsiteY99" fmla="*/ 105006 h 133095"/>
                <a:gd name="connsiteX100" fmla="*/ 21923 w 186342"/>
                <a:gd name="connsiteY100" fmla="*/ 98622 h 13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86342" h="133095">
                  <a:moveTo>
                    <a:pt x="31508" y="133096"/>
                  </a:moveTo>
                  <a:cubicBezTo>
                    <a:pt x="32786" y="133096"/>
                    <a:pt x="34703" y="133096"/>
                    <a:pt x="36620" y="132458"/>
                  </a:cubicBezTo>
                  <a:cubicBezTo>
                    <a:pt x="39176" y="131819"/>
                    <a:pt x="41732" y="129904"/>
                    <a:pt x="43010" y="127350"/>
                  </a:cubicBezTo>
                  <a:lnTo>
                    <a:pt x="51956" y="110114"/>
                  </a:lnTo>
                  <a:lnTo>
                    <a:pt x="52595" y="110752"/>
                  </a:lnTo>
                  <a:cubicBezTo>
                    <a:pt x="53234" y="112029"/>
                    <a:pt x="55151" y="113944"/>
                    <a:pt x="58346" y="115221"/>
                  </a:cubicBezTo>
                  <a:cubicBezTo>
                    <a:pt x="62180" y="116498"/>
                    <a:pt x="67292" y="115859"/>
                    <a:pt x="73682" y="113306"/>
                  </a:cubicBezTo>
                  <a:cubicBezTo>
                    <a:pt x="80072" y="110114"/>
                    <a:pt x="91574" y="104368"/>
                    <a:pt x="99881" y="99899"/>
                  </a:cubicBezTo>
                  <a:lnTo>
                    <a:pt x="108827" y="95430"/>
                  </a:lnTo>
                  <a:cubicBezTo>
                    <a:pt x="108827" y="95430"/>
                    <a:pt x="109466" y="95430"/>
                    <a:pt x="109466" y="95430"/>
                  </a:cubicBezTo>
                  <a:cubicBezTo>
                    <a:pt x="114578" y="92877"/>
                    <a:pt x="136942" y="82662"/>
                    <a:pt x="145249" y="78194"/>
                  </a:cubicBezTo>
                  <a:cubicBezTo>
                    <a:pt x="148444" y="76278"/>
                    <a:pt x="154834" y="71171"/>
                    <a:pt x="152917" y="59042"/>
                  </a:cubicBezTo>
                  <a:lnTo>
                    <a:pt x="173365" y="60957"/>
                  </a:lnTo>
                  <a:cubicBezTo>
                    <a:pt x="174004" y="60957"/>
                    <a:pt x="174643" y="60957"/>
                    <a:pt x="174643" y="60957"/>
                  </a:cubicBezTo>
                  <a:cubicBezTo>
                    <a:pt x="175921" y="60957"/>
                    <a:pt x="181672" y="59680"/>
                    <a:pt x="184867" y="54573"/>
                  </a:cubicBezTo>
                  <a:cubicBezTo>
                    <a:pt x="186145" y="52019"/>
                    <a:pt x="187423" y="48189"/>
                    <a:pt x="184867" y="42443"/>
                  </a:cubicBezTo>
                  <a:cubicBezTo>
                    <a:pt x="182950" y="37974"/>
                    <a:pt x="181033" y="34782"/>
                    <a:pt x="177838" y="33506"/>
                  </a:cubicBezTo>
                  <a:cubicBezTo>
                    <a:pt x="177838" y="25845"/>
                    <a:pt x="174643" y="20099"/>
                    <a:pt x="168892" y="16907"/>
                  </a:cubicBezTo>
                  <a:cubicBezTo>
                    <a:pt x="168892" y="9885"/>
                    <a:pt x="166336" y="4778"/>
                    <a:pt x="162502" y="2224"/>
                  </a:cubicBezTo>
                  <a:cubicBezTo>
                    <a:pt x="159946" y="309"/>
                    <a:pt x="155473" y="-968"/>
                    <a:pt x="149083" y="947"/>
                  </a:cubicBezTo>
                  <a:cubicBezTo>
                    <a:pt x="146527" y="1586"/>
                    <a:pt x="144610" y="3501"/>
                    <a:pt x="143332" y="5416"/>
                  </a:cubicBezTo>
                  <a:lnTo>
                    <a:pt x="133747" y="22653"/>
                  </a:lnTo>
                  <a:lnTo>
                    <a:pt x="134386" y="21376"/>
                  </a:lnTo>
                  <a:cubicBezTo>
                    <a:pt x="133747" y="20099"/>
                    <a:pt x="131830" y="18184"/>
                    <a:pt x="128635" y="16907"/>
                  </a:cubicBezTo>
                  <a:cubicBezTo>
                    <a:pt x="124801" y="15630"/>
                    <a:pt x="119690" y="16269"/>
                    <a:pt x="113300" y="18822"/>
                  </a:cubicBezTo>
                  <a:cubicBezTo>
                    <a:pt x="106910" y="22014"/>
                    <a:pt x="95408" y="27760"/>
                    <a:pt x="87101" y="32229"/>
                  </a:cubicBezTo>
                  <a:lnTo>
                    <a:pt x="86462" y="32229"/>
                  </a:lnTo>
                  <a:cubicBezTo>
                    <a:pt x="85184" y="32229"/>
                    <a:pt x="83906" y="32867"/>
                    <a:pt x="82628" y="34144"/>
                  </a:cubicBezTo>
                  <a:lnTo>
                    <a:pt x="77516" y="36698"/>
                  </a:lnTo>
                  <a:cubicBezTo>
                    <a:pt x="77516" y="36698"/>
                    <a:pt x="76877" y="36698"/>
                    <a:pt x="76877" y="36698"/>
                  </a:cubicBezTo>
                  <a:cubicBezTo>
                    <a:pt x="71765" y="39251"/>
                    <a:pt x="49400" y="49466"/>
                    <a:pt x="41093" y="53934"/>
                  </a:cubicBezTo>
                  <a:cubicBezTo>
                    <a:pt x="37898" y="55850"/>
                    <a:pt x="31508" y="60957"/>
                    <a:pt x="33425" y="73086"/>
                  </a:cubicBezTo>
                  <a:lnTo>
                    <a:pt x="12978" y="71171"/>
                  </a:lnTo>
                  <a:cubicBezTo>
                    <a:pt x="12339" y="71171"/>
                    <a:pt x="11700" y="71171"/>
                    <a:pt x="11700" y="71171"/>
                  </a:cubicBezTo>
                  <a:cubicBezTo>
                    <a:pt x="10422" y="71171"/>
                    <a:pt x="4671" y="72448"/>
                    <a:pt x="1476" y="77555"/>
                  </a:cubicBezTo>
                  <a:cubicBezTo>
                    <a:pt x="198" y="80109"/>
                    <a:pt x="-1080" y="83939"/>
                    <a:pt x="1476" y="89685"/>
                  </a:cubicBezTo>
                  <a:cubicBezTo>
                    <a:pt x="3393" y="94154"/>
                    <a:pt x="5310" y="97346"/>
                    <a:pt x="8505" y="98622"/>
                  </a:cubicBezTo>
                  <a:cubicBezTo>
                    <a:pt x="8505" y="106283"/>
                    <a:pt x="11700" y="112029"/>
                    <a:pt x="17451" y="115221"/>
                  </a:cubicBezTo>
                  <a:cubicBezTo>
                    <a:pt x="17451" y="121605"/>
                    <a:pt x="20006" y="126712"/>
                    <a:pt x="23840" y="129904"/>
                  </a:cubicBezTo>
                  <a:cubicBezTo>
                    <a:pt x="25757" y="132458"/>
                    <a:pt x="28313" y="133096"/>
                    <a:pt x="31508" y="133096"/>
                  </a:cubicBezTo>
                  <a:close/>
                  <a:moveTo>
                    <a:pt x="81989" y="94792"/>
                  </a:moveTo>
                  <a:lnTo>
                    <a:pt x="93491" y="44358"/>
                  </a:lnTo>
                  <a:lnTo>
                    <a:pt x="93491" y="44358"/>
                  </a:lnTo>
                  <a:cubicBezTo>
                    <a:pt x="97964" y="42443"/>
                    <a:pt x="103076" y="39251"/>
                    <a:pt x="107549" y="37336"/>
                  </a:cubicBezTo>
                  <a:lnTo>
                    <a:pt x="96047" y="87770"/>
                  </a:lnTo>
                  <a:lnTo>
                    <a:pt x="93491" y="89046"/>
                  </a:lnTo>
                  <a:cubicBezTo>
                    <a:pt x="90296" y="90323"/>
                    <a:pt x="85823" y="92238"/>
                    <a:pt x="81989" y="94792"/>
                  </a:cubicBezTo>
                  <a:close/>
                  <a:moveTo>
                    <a:pt x="143971" y="32229"/>
                  </a:moveTo>
                  <a:lnTo>
                    <a:pt x="154834" y="11800"/>
                  </a:lnTo>
                  <a:cubicBezTo>
                    <a:pt x="155473" y="11800"/>
                    <a:pt x="155473" y="11800"/>
                    <a:pt x="155473" y="11800"/>
                  </a:cubicBezTo>
                  <a:cubicBezTo>
                    <a:pt x="155473" y="12438"/>
                    <a:pt x="156751" y="13715"/>
                    <a:pt x="156751" y="16907"/>
                  </a:cubicBezTo>
                  <a:cubicBezTo>
                    <a:pt x="156751" y="21376"/>
                    <a:pt x="159307" y="25845"/>
                    <a:pt x="163780" y="27122"/>
                  </a:cubicBezTo>
                  <a:cubicBezTo>
                    <a:pt x="165697" y="27760"/>
                    <a:pt x="165697" y="30952"/>
                    <a:pt x="165697" y="33506"/>
                  </a:cubicBezTo>
                  <a:cubicBezTo>
                    <a:pt x="165058" y="37974"/>
                    <a:pt x="167614" y="41805"/>
                    <a:pt x="172087" y="43082"/>
                  </a:cubicBezTo>
                  <a:cubicBezTo>
                    <a:pt x="172087" y="43082"/>
                    <a:pt x="172726" y="43720"/>
                    <a:pt x="174004" y="46274"/>
                  </a:cubicBezTo>
                  <a:cubicBezTo>
                    <a:pt x="174004" y="46912"/>
                    <a:pt x="174004" y="46912"/>
                    <a:pt x="174643" y="47550"/>
                  </a:cubicBezTo>
                  <a:cubicBezTo>
                    <a:pt x="174643" y="47550"/>
                    <a:pt x="174643" y="47550"/>
                    <a:pt x="174004" y="47550"/>
                  </a:cubicBezTo>
                  <a:lnTo>
                    <a:pt x="150361" y="44997"/>
                  </a:lnTo>
                  <a:cubicBezTo>
                    <a:pt x="149722" y="44997"/>
                    <a:pt x="149083" y="44997"/>
                    <a:pt x="148444" y="44997"/>
                  </a:cubicBezTo>
                  <a:cubicBezTo>
                    <a:pt x="147805" y="42443"/>
                    <a:pt x="146527" y="39890"/>
                    <a:pt x="144610" y="37336"/>
                  </a:cubicBezTo>
                  <a:lnTo>
                    <a:pt x="142693" y="34144"/>
                  </a:lnTo>
                  <a:cubicBezTo>
                    <a:pt x="142693" y="33506"/>
                    <a:pt x="143332" y="32867"/>
                    <a:pt x="143971" y="32229"/>
                  </a:cubicBezTo>
                  <a:close/>
                  <a:moveTo>
                    <a:pt x="124801" y="30314"/>
                  </a:moveTo>
                  <a:cubicBezTo>
                    <a:pt x="124801" y="31590"/>
                    <a:pt x="124801" y="32867"/>
                    <a:pt x="126079" y="34144"/>
                  </a:cubicBezTo>
                  <a:lnTo>
                    <a:pt x="133747" y="44997"/>
                  </a:lnTo>
                  <a:cubicBezTo>
                    <a:pt x="134386" y="46274"/>
                    <a:pt x="135025" y="47550"/>
                    <a:pt x="135664" y="49466"/>
                  </a:cubicBezTo>
                  <a:lnTo>
                    <a:pt x="138220" y="60318"/>
                  </a:lnTo>
                  <a:cubicBezTo>
                    <a:pt x="138859" y="61595"/>
                    <a:pt x="139498" y="62872"/>
                    <a:pt x="140137" y="63510"/>
                  </a:cubicBezTo>
                  <a:cubicBezTo>
                    <a:pt x="140137" y="64787"/>
                    <a:pt x="140137" y="66064"/>
                    <a:pt x="138859" y="66064"/>
                  </a:cubicBezTo>
                  <a:cubicBezTo>
                    <a:pt x="133108" y="69256"/>
                    <a:pt x="119690" y="75640"/>
                    <a:pt x="110744" y="80109"/>
                  </a:cubicBezTo>
                  <a:lnTo>
                    <a:pt x="122245" y="29675"/>
                  </a:lnTo>
                  <a:cubicBezTo>
                    <a:pt x="122884" y="29675"/>
                    <a:pt x="123524" y="29037"/>
                    <a:pt x="124162" y="29037"/>
                  </a:cubicBezTo>
                  <a:lnTo>
                    <a:pt x="124801" y="30314"/>
                  </a:lnTo>
                  <a:close/>
                  <a:moveTo>
                    <a:pt x="48122" y="66702"/>
                  </a:moveTo>
                  <a:cubicBezTo>
                    <a:pt x="54512" y="63510"/>
                    <a:pt x="70487" y="55850"/>
                    <a:pt x="78794" y="52019"/>
                  </a:cubicBezTo>
                  <a:lnTo>
                    <a:pt x="67931" y="99899"/>
                  </a:lnTo>
                  <a:cubicBezTo>
                    <a:pt x="67931" y="100538"/>
                    <a:pt x="67931" y="101176"/>
                    <a:pt x="67931" y="101814"/>
                  </a:cubicBezTo>
                  <a:cubicBezTo>
                    <a:pt x="67931" y="101814"/>
                    <a:pt x="67931" y="101814"/>
                    <a:pt x="67931" y="101814"/>
                  </a:cubicBezTo>
                  <a:cubicBezTo>
                    <a:pt x="65375" y="103091"/>
                    <a:pt x="64097" y="103091"/>
                    <a:pt x="63458" y="103091"/>
                  </a:cubicBezTo>
                  <a:lnTo>
                    <a:pt x="63458" y="103091"/>
                  </a:lnTo>
                  <a:cubicBezTo>
                    <a:pt x="63458" y="101814"/>
                    <a:pt x="63458" y="100538"/>
                    <a:pt x="62180" y="99261"/>
                  </a:cubicBezTo>
                  <a:lnTo>
                    <a:pt x="54512" y="88408"/>
                  </a:lnTo>
                  <a:cubicBezTo>
                    <a:pt x="53873" y="87131"/>
                    <a:pt x="53234" y="85854"/>
                    <a:pt x="52595" y="83939"/>
                  </a:cubicBezTo>
                  <a:lnTo>
                    <a:pt x="50039" y="73086"/>
                  </a:lnTo>
                  <a:cubicBezTo>
                    <a:pt x="49400" y="71810"/>
                    <a:pt x="48761" y="70533"/>
                    <a:pt x="47483" y="69256"/>
                  </a:cubicBezTo>
                  <a:cubicBezTo>
                    <a:pt x="46844" y="67979"/>
                    <a:pt x="46844" y="66702"/>
                    <a:pt x="48122" y="66702"/>
                  </a:cubicBezTo>
                  <a:close/>
                  <a:moveTo>
                    <a:pt x="21923" y="98622"/>
                  </a:moveTo>
                  <a:cubicBezTo>
                    <a:pt x="22562" y="94154"/>
                    <a:pt x="20006" y="90323"/>
                    <a:pt x="15534" y="89046"/>
                  </a:cubicBezTo>
                  <a:cubicBezTo>
                    <a:pt x="15534" y="89046"/>
                    <a:pt x="14895" y="88408"/>
                    <a:pt x="13617" y="85854"/>
                  </a:cubicBezTo>
                  <a:cubicBezTo>
                    <a:pt x="13617" y="85216"/>
                    <a:pt x="13617" y="85216"/>
                    <a:pt x="12978" y="84578"/>
                  </a:cubicBezTo>
                  <a:cubicBezTo>
                    <a:pt x="12978" y="84578"/>
                    <a:pt x="12978" y="84578"/>
                    <a:pt x="13617" y="84578"/>
                  </a:cubicBezTo>
                  <a:lnTo>
                    <a:pt x="37259" y="87131"/>
                  </a:lnTo>
                  <a:cubicBezTo>
                    <a:pt x="37898" y="87131"/>
                    <a:pt x="38537" y="87131"/>
                    <a:pt x="39815" y="87131"/>
                  </a:cubicBezTo>
                  <a:cubicBezTo>
                    <a:pt x="40454" y="90323"/>
                    <a:pt x="41732" y="92877"/>
                    <a:pt x="43649" y="95430"/>
                  </a:cubicBezTo>
                  <a:lnTo>
                    <a:pt x="45566" y="97984"/>
                  </a:lnTo>
                  <a:cubicBezTo>
                    <a:pt x="44927" y="98622"/>
                    <a:pt x="44288" y="99261"/>
                    <a:pt x="43649" y="100538"/>
                  </a:cubicBezTo>
                  <a:lnTo>
                    <a:pt x="32786" y="120966"/>
                  </a:lnTo>
                  <a:cubicBezTo>
                    <a:pt x="32147" y="120966"/>
                    <a:pt x="32147" y="120966"/>
                    <a:pt x="32147" y="120966"/>
                  </a:cubicBezTo>
                  <a:cubicBezTo>
                    <a:pt x="32147" y="120328"/>
                    <a:pt x="30869" y="119051"/>
                    <a:pt x="30869" y="115221"/>
                  </a:cubicBezTo>
                  <a:cubicBezTo>
                    <a:pt x="30869" y="110752"/>
                    <a:pt x="28313" y="106922"/>
                    <a:pt x="23840" y="105006"/>
                  </a:cubicBezTo>
                  <a:cubicBezTo>
                    <a:pt x="21923" y="104368"/>
                    <a:pt x="21923" y="101176"/>
                    <a:pt x="21923" y="98622"/>
                  </a:cubicBezTo>
                  <a:close/>
                </a:path>
              </a:pathLst>
            </a:custGeom>
            <a:solidFill>
              <a:srgbClr val="046A38"/>
            </a:solidFill>
            <a:ln w="6390" cap="flat">
              <a:noFill/>
              <a:prstDash val="solid"/>
              <a:miter/>
            </a:ln>
          </p:spPr>
          <p:txBody>
            <a:bodyPr rtlCol="0" anchor="ctr"/>
            <a:lstStyle/>
            <a:p>
              <a:endParaRPr lang="en-US"/>
            </a:p>
          </p:txBody>
        </p:sp>
        <p:sp>
          <p:nvSpPr>
            <p:cNvPr id="1190" name="Graphic 4">
              <a:extLst>
                <a:ext uri="{FF2B5EF4-FFF2-40B4-BE49-F238E27FC236}">
                  <a16:creationId xmlns:a16="http://schemas.microsoft.com/office/drawing/2014/main" id="{A9DFA80C-94C8-C949-89AF-9DEE5F0EBA32}"/>
                </a:ext>
              </a:extLst>
            </p:cNvPr>
            <p:cNvSpPr/>
            <p:nvPr/>
          </p:nvSpPr>
          <p:spPr>
            <a:xfrm>
              <a:off x="565748" y="3548543"/>
              <a:ext cx="168216" cy="77721"/>
            </a:xfrm>
            <a:custGeom>
              <a:avLst/>
              <a:gdLst>
                <a:gd name="connsiteX0" fmla="*/ 163983 w 168216"/>
                <a:gd name="connsiteY0" fmla="*/ 32395 h 77721"/>
                <a:gd name="connsiteX1" fmla="*/ 165261 w 168216"/>
                <a:gd name="connsiteY1" fmla="*/ 10690 h 77721"/>
                <a:gd name="connsiteX2" fmla="*/ 159510 w 168216"/>
                <a:gd name="connsiteY2" fmla="*/ 1114 h 77721"/>
                <a:gd name="connsiteX3" fmla="*/ 148008 w 168216"/>
                <a:gd name="connsiteY3" fmla="*/ 2390 h 77721"/>
                <a:gd name="connsiteX4" fmla="*/ 147369 w 168216"/>
                <a:gd name="connsiteY4" fmla="*/ 3029 h 77721"/>
                <a:gd name="connsiteX5" fmla="*/ 129477 w 168216"/>
                <a:gd name="connsiteY5" fmla="*/ 23458 h 77721"/>
                <a:gd name="connsiteX6" fmla="*/ 116058 w 168216"/>
                <a:gd name="connsiteY6" fmla="*/ 12605 h 77721"/>
                <a:gd name="connsiteX7" fmla="*/ 110946 w 168216"/>
                <a:gd name="connsiteY7" fmla="*/ 10690 h 77721"/>
                <a:gd name="connsiteX8" fmla="*/ 110307 w 168216"/>
                <a:gd name="connsiteY8" fmla="*/ 10690 h 77721"/>
                <a:gd name="connsiteX9" fmla="*/ 81553 w 168216"/>
                <a:gd name="connsiteY9" fmla="*/ 6859 h 77721"/>
                <a:gd name="connsiteX10" fmla="*/ 48325 w 168216"/>
                <a:gd name="connsiteY10" fmla="*/ 17712 h 77721"/>
                <a:gd name="connsiteX11" fmla="*/ 36823 w 168216"/>
                <a:gd name="connsiteY11" fmla="*/ 30480 h 77721"/>
                <a:gd name="connsiteX12" fmla="*/ 16375 w 168216"/>
                <a:gd name="connsiteY12" fmla="*/ 13243 h 77721"/>
                <a:gd name="connsiteX13" fmla="*/ 15736 w 168216"/>
                <a:gd name="connsiteY13" fmla="*/ 12605 h 77721"/>
                <a:gd name="connsiteX14" fmla="*/ 4234 w 168216"/>
                <a:gd name="connsiteY14" fmla="*/ 12605 h 77721"/>
                <a:gd name="connsiteX15" fmla="*/ 400 w 168216"/>
                <a:gd name="connsiteY15" fmla="*/ 23458 h 77721"/>
                <a:gd name="connsiteX16" fmla="*/ 4873 w 168216"/>
                <a:gd name="connsiteY16" fmla="*/ 45163 h 77721"/>
                <a:gd name="connsiteX17" fmla="*/ 3595 w 168216"/>
                <a:gd name="connsiteY17" fmla="*/ 66869 h 77721"/>
                <a:gd name="connsiteX18" fmla="*/ 9346 w 168216"/>
                <a:gd name="connsiteY18" fmla="*/ 76445 h 77721"/>
                <a:gd name="connsiteX19" fmla="*/ 13819 w 168216"/>
                <a:gd name="connsiteY19" fmla="*/ 77722 h 77721"/>
                <a:gd name="connsiteX20" fmla="*/ 20209 w 168216"/>
                <a:gd name="connsiteY20" fmla="*/ 75168 h 77721"/>
                <a:gd name="connsiteX21" fmla="*/ 20848 w 168216"/>
                <a:gd name="connsiteY21" fmla="*/ 74530 h 77721"/>
                <a:gd name="connsiteX22" fmla="*/ 38740 w 168216"/>
                <a:gd name="connsiteY22" fmla="*/ 54101 h 77721"/>
                <a:gd name="connsiteX23" fmla="*/ 52798 w 168216"/>
                <a:gd name="connsiteY23" fmla="*/ 65592 h 77721"/>
                <a:gd name="connsiteX24" fmla="*/ 52798 w 168216"/>
                <a:gd name="connsiteY24" fmla="*/ 65592 h 77721"/>
                <a:gd name="connsiteX25" fmla="*/ 80914 w 168216"/>
                <a:gd name="connsiteY25" fmla="*/ 71338 h 77721"/>
                <a:gd name="connsiteX26" fmla="*/ 86664 w 168216"/>
                <a:gd name="connsiteY26" fmla="*/ 71338 h 77721"/>
                <a:gd name="connsiteX27" fmla="*/ 131394 w 168216"/>
                <a:gd name="connsiteY27" fmla="*/ 47717 h 77721"/>
                <a:gd name="connsiteX28" fmla="*/ 151842 w 168216"/>
                <a:gd name="connsiteY28" fmla="*/ 64954 h 77721"/>
                <a:gd name="connsiteX29" fmla="*/ 152481 w 168216"/>
                <a:gd name="connsiteY29" fmla="*/ 65592 h 77721"/>
                <a:gd name="connsiteX30" fmla="*/ 158232 w 168216"/>
                <a:gd name="connsiteY30" fmla="*/ 67507 h 77721"/>
                <a:gd name="connsiteX31" fmla="*/ 163983 w 168216"/>
                <a:gd name="connsiteY31" fmla="*/ 65592 h 77721"/>
                <a:gd name="connsiteX32" fmla="*/ 167817 w 168216"/>
                <a:gd name="connsiteY32" fmla="*/ 55378 h 77721"/>
                <a:gd name="connsiteX33" fmla="*/ 163983 w 168216"/>
                <a:gd name="connsiteY33" fmla="*/ 32395 h 77721"/>
                <a:gd name="connsiteX34" fmla="*/ 17014 w 168216"/>
                <a:gd name="connsiteY34" fmla="*/ 58570 h 77721"/>
                <a:gd name="connsiteX35" fmla="*/ 17653 w 168216"/>
                <a:gd name="connsiteY35" fmla="*/ 42610 h 77721"/>
                <a:gd name="connsiteX36" fmla="*/ 15097 w 168216"/>
                <a:gd name="connsiteY36" fmla="*/ 27288 h 77721"/>
                <a:gd name="connsiteX37" fmla="*/ 32350 w 168216"/>
                <a:gd name="connsiteY37" fmla="*/ 41971 h 77721"/>
                <a:gd name="connsiteX38" fmla="*/ 17014 w 168216"/>
                <a:gd name="connsiteY38" fmla="*/ 58570 h 77721"/>
                <a:gd name="connsiteX39" fmla="*/ 55993 w 168216"/>
                <a:gd name="connsiteY39" fmla="*/ 27288 h 77721"/>
                <a:gd name="connsiteX40" fmla="*/ 82831 w 168216"/>
                <a:gd name="connsiteY40" fmla="*/ 18350 h 77721"/>
                <a:gd name="connsiteX41" fmla="*/ 87942 w 168216"/>
                <a:gd name="connsiteY41" fmla="*/ 18350 h 77721"/>
                <a:gd name="connsiteX42" fmla="*/ 94332 w 168216"/>
                <a:gd name="connsiteY42" fmla="*/ 18350 h 77721"/>
                <a:gd name="connsiteX43" fmla="*/ 54715 w 168216"/>
                <a:gd name="connsiteY43" fmla="*/ 50909 h 77721"/>
                <a:gd name="connsiteX44" fmla="*/ 47047 w 168216"/>
                <a:gd name="connsiteY44" fmla="*/ 40694 h 77721"/>
                <a:gd name="connsiteX45" fmla="*/ 55993 w 168216"/>
                <a:gd name="connsiteY45" fmla="*/ 27288 h 77721"/>
                <a:gd name="connsiteX46" fmla="*/ 86025 w 168216"/>
                <a:gd name="connsiteY46" fmla="*/ 57931 h 77721"/>
                <a:gd name="connsiteX47" fmla="*/ 68773 w 168216"/>
                <a:gd name="connsiteY47" fmla="*/ 56654 h 77721"/>
                <a:gd name="connsiteX48" fmla="*/ 109668 w 168216"/>
                <a:gd name="connsiteY48" fmla="*/ 22819 h 77721"/>
                <a:gd name="connsiteX49" fmla="*/ 110946 w 168216"/>
                <a:gd name="connsiteY49" fmla="*/ 23458 h 77721"/>
                <a:gd name="connsiteX50" fmla="*/ 121809 w 168216"/>
                <a:gd name="connsiteY50" fmla="*/ 35587 h 77721"/>
                <a:gd name="connsiteX51" fmla="*/ 86025 w 168216"/>
                <a:gd name="connsiteY51" fmla="*/ 57931 h 77721"/>
                <a:gd name="connsiteX52" fmla="*/ 137145 w 168216"/>
                <a:gd name="connsiteY52" fmla="*/ 34310 h 77721"/>
                <a:gd name="connsiteX53" fmla="*/ 151842 w 168216"/>
                <a:gd name="connsiteY53" fmla="*/ 17712 h 77721"/>
                <a:gd name="connsiteX54" fmla="*/ 151203 w 168216"/>
                <a:gd name="connsiteY54" fmla="*/ 33672 h 77721"/>
                <a:gd name="connsiteX55" fmla="*/ 153759 w 168216"/>
                <a:gd name="connsiteY55" fmla="*/ 48994 h 77721"/>
                <a:gd name="connsiteX56" fmla="*/ 137145 w 168216"/>
                <a:gd name="connsiteY56" fmla="*/ 34310 h 7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68216" h="77721">
                  <a:moveTo>
                    <a:pt x="163983" y="32395"/>
                  </a:moveTo>
                  <a:cubicBezTo>
                    <a:pt x="163983" y="29203"/>
                    <a:pt x="163983" y="21542"/>
                    <a:pt x="165261" y="10690"/>
                  </a:cubicBezTo>
                  <a:cubicBezTo>
                    <a:pt x="165900" y="6859"/>
                    <a:pt x="163344" y="2390"/>
                    <a:pt x="159510" y="1114"/>
                  </a:cubicBezTo>
                  <a:cubicBezTo>
                    <a:pt x="155676" y="-802"/>
                    <a:pt x="151203" y="-163"/>
                    <a:pt x="148008" y="2390"/>
                  </a:cubicBezTo>
                  <a:cubicBezTo>
                    <a:pt x="148008" y="2390"/>
                    <a:pt x="147369" y="3029"/>
                    <a:pt x="147369" y="3029"/>
                  </a:cubicBezTo>
                  <a:lnTo>
                    <a:pt x="129477" y="23458"/>
                  </a:lnTo>
                  <a:cubicBezTo>
                    <a:pt x="126282" y="18989"/>
                    <a:pt x="121809" y="15158"/>
                    <a:pt x="116058" y="12605"/>
                  </a:cubicBezTo>
                  <a:cubicBezTo>
                    <a:pt x="114141" y="11966"/>
                    <a:pt x="112863" y="11328"/>
                    <a:pt x="110946" y="10690"/>
                  </a:cubicBezTo>
                  <a:cubicBezTo>
                    <a:pt x="110946" y="10690"/>
                    <a:pt x="110307" y="10690"/>
                    <a:pt x="110307" y="10690"/>
                  </a:cubicBezTo>
                  <a:cubicBezTo>
                    <a:pt x="102000" y="7498"/>
                    <a:pt x="91776" y="6221"/>
                    <a:pt x="81553" y="6859"/>
                  </a:cubicBezTo>
                  <a:cubicBezTo>
                    <a:pt x="68773" y="7498"/>
                    <a:pt x="56632" y="11966"/>
                    <a:pt x="48325" y="17712"/>
                  </a:cubicBezTo>
                  <a:cubicBezTo>
                    <a:pt x="43213" y="21542"/>
                    <a:pt x="39379" y="26011"/>
                    <a:pt x="36823" y="30480"/>
                  </a:cubicBezTo>
                  <a:lnTo>
                    <a:pt x="16375" y="13243"/>
                  </a:lnTo>
                  <a:cubicBezTo>
                    <a:pt x="16375" y="13243"/>
                    <a:pt x="15736" y="12605"/>
                    <a:pt x="15736" y="12605"/>
                  </a:cubicBezTo>
                  <a:cubicBezTo>
                    <a:pt x="12541" y="10051"/>
                    <a:pt x="8068" y="10690"/>
                    <a:pt x="4234" y="12605"/>
                  </a:cubicBezTo>
                  <a:cubicBezTo>
                    <a:pt x="1039" y="15158"/>
                    <a:pt x="-878" y="18989"/>
                    <a:pt x="400" y="23458"/>
                  </a:cubicBezTo>
                  <a:cubicBezTo>
                    <a:pt x="2956" y="33672"/>
                    <a:pt x="4234" y="41333"/>
                    <a:pt x="4873" y="45163"/>
                  </a:cubicBezTo>
                  <a:cubicBezTo>
                    <a:pt x="4873" y="47078"/>
                    <a:pt x="4873" y="52186"/>
                    <a:pt x="3595" y="66869"/>
                  </a:cubicBezTo>
                  <a:cubicBezTo>
                    <a:pt x="2956" y="70699"/>
                    <a:pt x="5512" y="75168"/>
                    <a:pt x="9346" y="76445"/>
                  </a:cubicBezTo>
                  <a:cubicBezTo>
                    <a:pt x="10624" y="77083"/>
                    <a:pt x="12541" y="77722"/>
                    <a:pt x="13819" y="77722"/>
                  </a:cubicBezTo>
                  <a:cubicBezTo>
                    <a:pt x="16375" y="77722"/>
                    <a:pt x="18931" y="77083"/>
                    <a:pt x="20209" y="75168"/>
                  </a:cubicBezTo>
                  <a:cubicBezTo>
                    <a:pt x="20209" y="75168"/>
                    <a:pt x="20848" y="74530"/>
                    <a:pt x="20848" y="74530"/>
                  </a:cubicBezTo>
                  <a:lnTo>
                    <a:pt x="38740" y="54101"/>
                  </a:lnTo>
                  <a:cubicBezTo>
                    <a:pt x="41935" y="58570"/>
                    <a:pt x="47047" y="62400"/>
                    <a:pt x="52798" y="65592"/>
                  </a:cubicBezTo>
                  <a:cubicBezTo>
                    <a:pt x="52798" y="65592"/>
                    <a:pt x="52798" y="65592"/>
                    <a:pt x="52798" y="65592"/>
                  </a:cubicBezTo>
                  <a:cubicBezTo>
                    <a:pt x="60466" y="69422"/>
                    <a:pt x="70051" y="71338"/>
                    <a:pt x="80914" y="71338"/>
                  </a:cubicBezTo>
                  <a:cubicBezTo>
                    <a:pt x="82831" y="71338"/>
                    <a:pt x="84748" y="71338"/>
                    <a:pt x="86664" y="71338"/>
                  </a:cubicBezTo>
                  <a:cubicBezTo>
                    <a:pt x="108390" y="70061"/>
                    <a:pt x="125643" y="59846"/>
                    <a:pt x="131394" y="47717"/>
                  </a:cubicBezTo>
                  <a:lnTo>
                    <a:pt x="151842" y="64954"/>
                  </a:lnTo>
                  <a:cubicBezTo>
                    <a:pt x="151842" y="64954"/>
                    <a:pt x="152481" y="65592"/>
                    <a:pt x="152481" y="65592"/>
                  </a:cubicBezTo>
                  <a:cubicBezTo>
                    <a:pt x="154398" y="66869"/>
                    <a:pt x="156315" y="67507"/>
                    <a:pt x="158232" y="67507"/>
                  </a:cubicBezTo>
                  <a:cubicBezTo>
                    <a:pt x="160149" y="67507"/>
                    <a:pt x="162066" y="66869"/>
                    <a:pt x="163983" y="65592"/>
                  </a:cubicBezTo>
                  <a:cubicBezTo>
                    <a:pt x="167178" y="63038"/>
                    <a:pt x="169095" y="59208"/>
                    <a:pt x="167817" y="55378"/>
                  </a:cubicBezTo>
                  <a:cubicBezTo>
                    <a:pt x="164622" y="39418"/>
                    <a:pt x="163983" y="34310"/>
                    <a:pt x="163983" y="32395"/>
                  </a:cubicBezTo>
                  <a:close/>
                  <a:moveTo>
                    <a:pt x="17014" y="58570"/>
                  </a:moveTo>
                  <a:cubicBezTo>
                    <a:pt x="17653" y="50909"/>
                    <a:pt x="17653" y="45802"/>
                    <a:pt x="17653" y="42610"/>
                  </a:cubicBezTo>
                  <a:cubicBezTo>
                    <a:pt x="17653" y="39418"/>
                    <a:pt x="16375" y="34310"/>
                    <a:pt x="15097" y="27288"/>
                  </a:cubicBezTo>
                  <a:lnTo>
                    <a:pt x="32350" y="41971"/>
                  </a:lnTo>
                  <a:lnTo>
                    <a:pt x="17014" y="58570"/>
                  </a:lnTo>
                  <a:close/>
                  <a:moveTo>
                    <a:pt x="55993" y="27288"/>
                  </a:moveTo>
                  <a:cubicBezTo>
                    <a:pt x="63022" y="22819"/>
                    <a:pt x="72607" y="19627"/>
                    <a:pt x="82831" y="18350"/>
                  </a:cubicBezTo>
                  <a:cubicBezTo>
                    <a:pt x="84748" y="18350"/>
                    <a:pt x="86025" y="18350"/>
                    <a:pt x="87942" y="18350"/>
                  </a:cubicBezTo>
                  <a:cubicBezTo>
                    <a:pt x="89859" y="18350"/>
                    <a:pt x="92415" y="18350"/>
                    <a:pt x="94332" y="18350"/>
                  </a:cubicBezTo>
                  <a:lnTo>
                    <a:pt x="54715" y="50909"/>
                  </a:lnTo>
                  <a:cubicBezTo>
                    <a:pt x="50242" y="47717"/>
                    <a:pt x="47686" y="44525"/>
                    <a:pt x="47047" y="40694"/>
                  </a:cubicBezTo>
                  <a:cubicBezTo>
                    <a:pt x="46408" y="34310"/>
                    <a:pt x="52159" y="29842"/>
                    <a:pt x="55993" y="27288"/>
                  </a:cubicBezTo>
                  <a:close/>
                  <a:moveTo>
                    <a:pt x="86025" y="57931"/>
                  </a:moveTo>
                  <a:cubicBezTo>
                    <a:pt x="79636" y="58570"/>
                    <a:pt x="73885" y="57931"/>
                    <a:pt x="68773" y="56654"/>
                  </a:cubicBezTo>
                  <a:lnTo>
                    <a:pt x="109668" y="22819"/>
                  </a:lnTo>
                  <a:cubicBezTo>
                    <a:pt x="110307" y="22819"/>
                    <a:pt x="110946" y="23458"/>
                    <a:pt x="110946" y="23458"/>
                  </a:cubicBezTo>
                  <a:cubicBezTo>
                    <a:pt x="114780" y="25373"/>
                    <a:pt x="121170" y="29203"/>
                    <a:pt x="121809" y="35587"/>
                  </a:cubicBezTo>
                  <a:cubicBezTo>
                    <a:pt x="122448" y="44525"/>
                    <a:pt x="107751" y="56016"/>
                    <a:pt x="86025" y="57931"/>
                  </a:cubicBezTo>
                  <a:close/>
                  <a:moveTo>
                    <a:pt x="137145" y="34310"/>
                  </a:moveTo>
                  <a:lnTo>
                    <a:pt x="151842" y="17712"/>
                  </a:lnTo>
                  <a:cubicBezTo>
                    <a:pt x="151203" y="25373"/>
                    <a:pt x="151203" y="30480"/>
                    <a:pt x="151203" y="33672"/>
                  </a:cubicBezTo>
                  <a:cubicBezTo>
                    <a:pt x="151203" y="36864"/>
                    <a:pt x="152481" y="41971"/>
                    <a:pt x="153759" y="48994"/>
                  </a:cubicBezTo>
                  <a:lnTo>
                    <a:pt x="137145" y="34310"/>
                  </a:lnTo>
                  <a:close/>
                </a:path>
              </a:pathLst>
            </a:custGeom>
            <a:solidFill>
              <a:srgbClr val="046A38"/>
            </a:solidFill>
            <a:ln w="6390" cap="flat">
              <a:noFill/>
              <a:prstDash val="solid"/>
              <a:miter/>
            </a:ln>
          </p:spPr>
          <p:txBody>
            <a:bodyPr rtlCol="0" anchor="ctr"/>
            <a:lstStyle/>
            <a:p>
              <a:endParaRPr lang="en-US"/>
            </a:p>
          </p:txBody>
        </p:sp>
        <p:sp>
          <p:nvSpPr>
            <p:cNvPr id="1191" name="Graphic 4">
              <a:extLst>
                <a:ext uri="{FF2B5EF4-FFF2-40B4-BE49-F238E27FC236}">
                  <a16:creationId xmlns:a16="http://schemas.microsoft.com/office/drawing/2014/main" id="{57760CB1-7A37-0541-B843-CD278EC68C3A}"/>
                </a:ext>
              </a:extLst>
            </p:cNvPr>
            <p:cNvSpPr/>
            <p:nvPr/>
          </p:nvSpPr>
          <p:spPr>
            <a:xfrm>
              <a:off x="695766" y="3483144"/>
              <a:ext cx="57708" cy="56936"/>
            </a:xfrm>
            <a:custGeom>
              <a:avLst/>
              <a:gdLst>
                <a:gd name="connsiteX0" fmla="*/ 46744 w 57708"/>
                <a:gd name="connsiteY0" fmla="*/ 6502 h 56936"/>
                <a:gd name="connsiteX1" fmla="*/ 25657 w 57708"/>
                <a:gd name="connsiteY1" fmla="*/ 118 h 56936"/>
                <a:gd name="connsiteX2" fmla="*/ 6487 w 57708"/>
                <a:gd name="connsiteY2" fmla="*/ 10333 h 56936"/>
                <a:gd name="connsiteX3" fmla="*/ 97 w 57708"/>
                <a:gd name="connsiteY3" fmla="*/ 31400 h 56936"/>
                <a:gd name="connsiteX4" fmla="*/ 28852 w 57708"/>
                <a:gd name="connsiteY4" fmla="*/ 56936 h 56936"/>
                <a:gd name="connsiteX5" fmla="*/ 32047 w 57708"/>
                <a:gd name="connsiteY5" fmla="*/ 56936 h 56936"/>
                <a:gd name="connsiteX6" fmla="*/ 57607 w 57708"/>
                <a:gd name="connsiteY6" fmla="*/ 25654 h 56936"/>
                <a:gd name="connsiteX7" fmla="*/ 46744 w 57708"/>
                <a:gd name="connsiteY7" fmla="*/ 6502 h 56936"/>
                <a:gd name="connsiteX8" fmla="*/ 30769 w 57708"/>
                <a:gd name="connsiteY8" fmla="*/ 44168 h 56936"/>
                <a:gd name="connsiteX9" fmla="*/ 13516 w 57708"/>
                <a:gd name="connsiteY9" fmla="*/ 30123 h 56936"/>
                <a:gd name="connsiteX10" fmla="*/ 16711 w 57708"/>
                <a:gd name="connsiteY10" fmla="*/ 18632 h 56936"/>
                <a:gd name="connsiteX11" fmla="*/ 27574 w 57708"/>
                <a:gd name="connsiteY11" fmla="*/ 12886 h 56936"/>
                <a:gd name="connsiteX12" fmla="*/ 29491 w 57708"/>
                <a:gd name="connsiteY12" fmla="*/ 12886 h 56936"/>
                <a:gd name="connsiteX13" fmla="*/ 39076 w 57708"/>
                <a:gd name="connsiteY13" fmla="*/ 16078 h 56936"/>
                <a:gd name="connsiteX14" fmla="*/ 44827 w 57708"/>
                <a:gd name="connsiteY14" fmla="*/ 26931 h 56936"/>
                <a:gd name="connsiteX15" fmla="*/ 30769 w 57708"/>
                <a:gd name="connsiteY15" fmla="*/ 44168 h 56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7708" h="56936">
                  <a:moveTo>
                    <a:pt x="46744" y="6502"/>
                  </a:moveTo>
                  <a:cubicBezTo>
                    <a:pt x="40993" y="1395"/>
                    <a:pt x="33325" y="-520"/>
                    <a:pt x="25657" y="118"/>
                  </a:cubicBezTo>
                  <a:cubicBezTo>
                    <a:pt x="17989" y="757"/>
                    <a:pt x="10960" y="4587"/>
                    <a:pt x="6487" y="10333"/>
                  </a:cubicBezTo>
                  <a:cubicBezTo>
                    <a:pt x="2014" y="16078"/>
                    <a:pt x="-542" y="23739"/>
                    <a:pt x="97" y="31400"/>
                  </a:cubicBezTo>
                  <a:cubicBezTo>
                    <a:pt x="2014" y="46083"/>
                    <a:pt x="14155" y="56936"/>
                    <a:pt x="28852" y="56936"/>
                  </a:cubicBezTo>
                  <a:cubicBezTo>
                    <a:pt x="30130" y="56936"/>
                    <a:pt x="30769" y="56936"/>
                    <a:pt x="32047" y="56936"/>
                  </a:cubicBezTo>
                  <a:cubicBezTo>
                    <a:pt x="48022" y="55021"/>
                    <a:pt x="58885" y="40976"/>
                    <a:pt x="57607" y="25654"/>
                  </a:cubicBezTo>
                  <a:cubicBezTo>
                    <a:pt x="56329" y="17994"/>
                    <a:pt x="52495" y="10971"/>
                    <a:pt x="46744" y="6502"/>
                  </a:cubicBezTo>
                  <a:close/>
                  <a:moveTo>
                    <a:pt x="30769" y="44168"/>
                  </a:moveTo>
                  <a:cubicBezTo>
                    <a:pt x="21823" y="44806"/>
                    <a:pt x="14155" y="39061"/>
                    <a:pt x="13516" y="30123"/>
                  </a:cubicBezTo>
                  <a:cubicBezTo>
                    <a:pt x="12877" y="25654"/>
                    <a:pt x="14155" y="21824"/>
                    <a:pt x="16711" y="18632"/>
                  </a:cubicBezTo>
                  <a:cubicBezTo>
                    <a:pt x="19267" y="15440"/>
                    <a:pt x="23101" y="13525"/>
                    <a:pt x="27574" y="12886"/>
                  </a:cubicBezTo>
                  <a:cubicBezTo>
                    <a:pt x="28213" y="12886"/>
                    <a:pt x="28852" y="12886"/>
                    <a:pt x="29491" y="12886"/>
                  </a:cubicBezTo>
                  <a:cubicBezTo>
                    <a:pt x="33325" y="12886"/>
                    <a:pt x="36520" y="14163"/>
                    <a:pt x="39076" y="16078"/>
                  </a:cubicBezTo>
                  <a:cubicBezTo>
                    <a:pt x="42271" y="18632"/>
                    <a:pt x="44188" y="22462"/>
                    <a:pt x="44827" y="26931"/>
                  </a:cubicBezTo>
                  <a:cubicBezTo>
                    <a:pt x="45466" y="35869"/>
                    <a:pt x="39076" y="43529"/>
                    <a:pt x="30769" y="44168"/>
                  </a:cubicBezTo>
                  <a:close/>
                </a:path>
              </a:pathLst>
            </a:custGeom>
            <a:solidFill>
              <a:srgbClr val="046A38"/>
            </a:solidFill>
            <a:ln w="6390" cap="flat">
              <a:noFill/>
              <a:prstDash val="solid"/>
              <a:miter/>
            </a:ln>
          </p:spPr>
          <p:txBody>
            <a:bodyPr rtlCol="0" anchor="ctr"/>
            <a:lstStyle/>
            <a:p>
              <a:endParaRPr lang="en-US"/>
            </a:p>
          </p:txBody>
        </p:sp>
        <p:sp>
          <p:nvSpPr>
            <p:cNvPr id="1192" name="Graphic 4">
              <a:extLst>
                <a:ext uri="{FF2B5EF4-FFF2-40B4-BE49-F238E27FC236}">
                  <a16:creationId xmlns:a16="http://schemas.microsoft.com/office/drawing/2014/main" id="{4BC01ED7-65AD-7644-A6AE-28778AB86713}"/>
                </a:ext>
              </a:extLst>
            </p:cNvPr>
            <p:cNvSpPr/>
            <p:nvPr/>
          </p:nvSpPr>
          <p:spPr>
            <a:xfrm>
              <a:off x="715672" y="3498422"/>
              <a:ext cx="23003" cy="21229"/>
            </a:xfrm>
            <a:custGeom>
              <a:avLst/>
              <a:gdLst>
                <a:gd name="connsiteX0" fmla="*/ 5751 w 23003"/>
                <a:gd name="connsiteY0" fmla="*/ 163 h 21229"/>
                <a:gd name="connsiteX1" fmla="*/ 0 w 23003"/>
                <a:gd name="connsiteY1" fmla="*/ 7185 h 21229"/>
                <a:gd name="connsiteX2" fmla="*/ 7029 w 23003"/>
                <a:gd name="connsiteY2" fmla="*/ 12931 h 21229"/>
                <a:gd name="connsiteX3" fmla="*/ 10224 w 23003"/>
                <a:gd name="connsiteY3" fmla="*/ 15484 h 21229"/>
                <a:gd name="connsiteX4" fmla="*/ 16614 w 23003"/>
                <a:gd name="connsiteY4" fmla="*/ 21230 h 21229"/>
                <a:gd name="connsiteX5" fmla="*/ 17253 w 23003"/>
                <a:gd name="connsiteY5" fmla="*/ 21230 h 21229"/>
                <a:gd name="connsiteX6" fmla="*/ 23004 w 23003"/>
                <a:gd name="connsiteY6" fmla="*/ 14207 h 21229"/>
                <a:gd name="connsiteX7" fmla="*/ 5751 w 23003"/>
                <a:gd name="connsiteY7" fmla="*/ 163 h 21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03" h="21229">
                  <a:moveTo>
                    <a:pt x="5751" y="163"/>
                  </a:moveTo>
                  <a:cubicBezTo>
                    <a:pt x="2556" y="801"/>
                    <a:pt x="0" y="3993"/>
                    <a:pt x="0" y="7185"/>
                  </a:cubicBezTo>
                  <a:cubicBezTo>
                    <a:pt x="639" y="10377"/>
                    <a:pt x="3834" y="12931"/>
                    <a:pt x="7029" y="12931"/>
                  </a:cubicBezTo>
                  <a:cubicBezTo>
                    <a:pt x="8307" y="12931"/>
                    <a:pt x="9585" y="13569"/>
                    <a:pt x="10224" y="15484"/>
                  </a:cubicBezTo>
                  <a:cubicBezTo>
                    <a:pt x="10863" y="18676"/>
                    <a:pt x="13419" y="21230"/>
                    <a:pt x="16614" y="21230"/>
                  </a:cubicBezTo>
                  <a:cubicBezTo>
                    <a:pt x="16614" y="21230"/>
                    <a:pt x="17253" y="21230"/>
                    <a:pt x="17253" y="21230"/>
                  </a:cubicBezTo>
                  <a:cubicBezTo>
                    <a:pt x="20448" y="20591"/>
                    <a:pt x="23004" y="17399"/>
                    <a:pt x="23004" y="14207"/>
                  </a:cubicBezTo>
                  <a:cubicBezTo>
                    <a:pt x="21726" y="5270"/>
                    <a:pt x="14058" y="-1114"/>
                    <a:pt x="5751" y="163"/>
                  </a:cubicBezTo>
                  <a:close/>
                </a:path>
              </a:pathLst>
            </a:custGeom>
            <a:solidFill>
              <a:srgbClr val="046A38"/>
            </a:solidFill>
            <a:ln w="6390" cap="flat">
              <a:noFill/>
              <a:prstDash val="solid"/>
              <a:miter/>
            </a:ln>
          </p:spPr>
          <p:txBody>
            <a:bodyPr rtlCol="0" anchor="ctr"/>
            <a:lstStyle/>
            <a:p>
              <a:endParaRPr lang="en-US"/>
            </a:p>
          </p:txBody>
        </p:sp>
      </p:grpSp>
      <p:grpSp>
        <p:nvGrpSpPr>
          <p:cNvPr id="1193" name="Graphic 4">
            <a:extLst>
              <a:ext uri="{FF2B5EF4-FFF2-40B4-BE49-F238E27FC236}">
                <a16:creationId xmlns:a16="http://schemas.microsoft.com/office/drawing/2014/main" id="{1C3D9B46-5307-794B-8875-EEEFECA35E8F}"/>
              </a:ext>
            </a:extLst>
          </p:cNvPr>
          <p:cNvGrpSpPr/>
          <p:nvPr/>
        </p:nvGrpSpPr>
        <p:grpSpPr>
          <a:xfrm>
            <a:off x="1515054" y="2371173"/>
            <a:ext cx="361670" cy="361333"/>
            <a:chOff x="1515054" y="2371173"/>
            <a:chExt cx="361670" cy="361333"/>
          </a:xfrm>
          <a:solidFill>
            <a:srgbClr val="046A38"/>
          </a:solidFill>
        </p:grpSpPr>
        <p:sp>
          <p:nvSpPr>
            <p:cNvPr id="1194" name="Graphic 4">
              <a:extLst>
                <a:ext uri="{FF2B5EF4-FFF2-40B4-BE49-F238E27FC236}">
                  <a16:creationId xmlns:a16="http://schemas.microsoft.com/office/drawing/2014/main" id="{B65C2AE5-687B-7B49-892D-A749A1C27E01}"/>
                </a:ext>
              </a:extLst>
            </p:cNvPr>
            <p:cNvSpPr/>
            <p:nvPr/>
          </p:nvSpPr>
          <p:spPr>
            <a:xfrm>
              <a:off x="151505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195" name="Graphic 4">
              <a:extLst>
                <a:ext uri="{FF2B5EF4-FFF2-40B4-BE49-F238E27FC236}">
                  <a16:creationId xmlns:a16="http://schemas.microsoft.com/office/drawing/2014/main" id="{BC0589FF-87C1-BE49-BD32-EFDEE6C0043A}"/>
                </a:ext>
              </a:extLst>
            </p:cNvPr>
            <p:cNvSpPr/>
            <p:nvPr/>
          </p:nvSpPr>
          <p:spPr>
            <a:xfrm>
              <a:off x="1587649" y="2453427"/>
              <a:ext cx="216759" cy="197364"/>
            </a:xfrm>
            <a:custGeom>
              <a:avLst/>
              <a:gdLst>
                <a:gd name="connsiteX0" fmla="*/ 216230 w 216759"/>
                <a:gd name="connsiteY0" fmla="*/ 79261 h 197364"/>
                <a:gd name="connsiteX1" fmla="*/ 214952 w 216759"/>
                <a:gd name="connsiteY1" fmla="*/ 70323 h 197364"/>
                <a:gd name="connsiteX2" fmla="*/ 214952 w 216759"/>
                <a:gd name="connsiteY2" fmla="*/ 69685 h 197364"/>
                <a:gd name="connsiteX3" fmla="*/ 177890 w 216759"/>
                <a:gd name="connsiteY3" fmla="*/ 15421 h 197364"/>
                <a:gd name="connsiteX4" fmla="*/ 87153 w 216759"/>
                <a:gd name="connsiteY4" fmla="*/ 4568 h 197364"/>
                <a:gd name="connsiteX5" fmla="*/ 2806 w 216759"/>
                <a:gd name="connsiteY5" fmla="*/ 125225 h 197364"/>
                <a:gd name="connsiteX6" fmla="*/ 12391 w 216759"/>
                <a:gd name="connsiteY6" fmla="*/ 152038 h 197364"/>
                <a:gd name="connsiteX7" fmla="*/ 27727 w 216759"/>
                <a:gd name="connsiteY7" fmla="*/ 164806 h 197364"/>
                <a:gd name="connsiteX8" fmla="*/ 29644 w 216759"/>
                <a:gd name="connsiteY8" fmla="*/ 168637 h 197364"/>
                <a:gd name="connsiteX9" fmla="*/ 101211 w 216759"/>
                <a:gd name="connsiteY9" fmla="*/ 197364 h 197364"/>
                <a:gd name="connsiteX10" fmla="*/ 156165 w 216759"/>
                <a:gd name="connsiteY10" fmla="*/ 183320 h 197364"/>
                <a:gd name="connsiteX11" fmla="*/ 214952 w 216759"/>
                <a:gd name="connsiteY11" fmla="*/ 92667 h 197364"/>
                <a:gd name="connsiteX12" fmla="*/ 216230 w 216759"/>
                <a:gd name="connsiteY12" fmla="*/ 79261 h 197364"/>
                <a:gd name="connsiteX13" fmla="*/ 23254 w 216759"/>
                <a:gd name="connsiteY13" fmla="*/ 146293 h 197364"/>
                <a:gd name="connsiteX14" fmla="*/ 14308 w 216759"/>
                <a:gd name="connsiteY14" fmla="*/ 122033 h 197364"/>
                <a:gd name="connsiteX15" fmla="*/ 89709 w 216759"/>
                <a:gd name="connsiteY15" fmla="*/ 16698 h 197364"/>
                <a:gd name="connsiteX16" fmla="*/ 170222 w 216759"/>
                <a:gd name="connsiteY16" fmla="*/ 26274 h 197364"/>
                <a:gd name="connsiteX17" fmla="*/ 201533 w 216759"/>
                <a:gd name="connsiteY17" fmla="*/ 72238 h 197364"/>
                <a:gd name="connsiteX18" fmla="*/ 201533 w 216759"/>
                <a:gd name="connsiteY18" fmla="*/ 72877 h 197364"/>
                <a:gd name="connsiteX19" fmla="*/ 202811 w 216759"/>
                <a:gd name="connsiteY19" fmla="*/ 81176 h 197364"/>
                <a:gd name="connsiteX20" fmla="*/ 196421 w 216759"/>
                <a:gd name="connsiteY20" fmla="*/ 92029 h 197364"/>
                <a:gd name="connsiteX21" fmla="*/ 193865 w 216759"/>
                <a:gd name="connsiteY21" fmla="*/ 92667 h 197364"/>
                <a:gd name="connsiteX22" fmla="*/ 178529 w 216759"/>
                <a:gd name="connsiteY22" fmla="*/ 111819 h 197364"/>
                <a:gd name="connsiteX23" fmla="*/ 177890 w 216759"/>
                <a:gd name="connsiteY23" fmla="*/ 120118 h 197364"/>
                <a:gd name="connsiteX24" fmla="*/ 170222 w 216759"/>
                <a:gd name="connsiteY24" fmla="*/ 128417 h 197364"/>
                <a:gd name="connsiteX25" fmla="*/ 151692 w 216759"/>
                <a:gd name="connsiteY25" fmla="*/ 132248 h 197364"/>
                <a:gd name="connsiteX26" fmla="*/ 136995 w 216759"/>
                <a:gd name="connsiteY26" fmla="*/ 142462 h 197364"/>
                <a:gd name="connsiteX27" fmla="*/ 131244 w 216759"/>
                <a:gd name="connsiteY27" fmla="*/ 151400 h 197364"/>
                <a:gd name="connsiteX28" fmla="*/ 120381 w 216759"/>
                <a:gd name="connsiteY28" fmla="*/ 155869 h 197364"/>
                <a:gd name="connsiteX29" fmla="*/ 107601 w 216759"/>
                <a:gd name="connsiteY29" fmla="*/ 152038 h 197364"/>
                <a:gd name="connsiteX30" fmla="*/ 84597 w 216759"/>
                <a:gd name="connsiteY30" fmla="*/ 158422 h 197364"/>
                <a:gd name="connsiteX31" fmla="*/ 71818 w 216759"/>
                <a:gd name="connsiteY31" fmla="*/ 159699 h 197364"/>
                <a:gd name="connsiteX32" fmla="*/ 61594 w 216759"/>
                <a:gd name="connsiteY32" fmla="*/ 152677 h 197364"/>
                <a:gd name="connsiteX33" fmla="*/ 48814 w 216759"/>
                <a:gd name="connsiteY33" fmla="*/ 148846 h 197364"/>
                <a:gd name="connsiteX34" fmla="*/ 39229 w 216759"/>
                <a:gd name="connsiteY34" fmla="*/ 150761 h 197364"/>
                <a:gd name="connsiteX35" fmla="*/ 23254 w 216759"/>
                <a:gd name="connsiteY35" fmla="*/ 146293 h 197364"/>
                <a:gd name="connsiteX36" fmla="*/ 149775 w 216759"/>
                <a:gd name="connsiteY36" fmla="*/ 171829 h 197364"/>
                <a:gd name="connsiteX37" fmla="*/ 43702 w 216759"/>
                <a:gd name="connsiteY37" fmla="*/ 164168 h 197364"/>
                <a:gd name="connsiteX38" fmla="*/ 44980 w 216759"/>
                <a:gd name="connsiteY38" fmla="*/ 163529 h 197364"/>
                <a:gd name="connsiteX39" fmla="*/ 44980 w 216759"/>
                <a:gd name="connsiteY39" fmla="*/ 163529 h 197364"/>
                <a:gd name="connsiteX40" fmla="*/ 54565 w 216759"/>
                <a:gd name="connsiteY40" fmla="*/ 164168 h 197364"/>
                <a:gd name="connsiteX41" fmla="*/ 64789 w 216759"/>
                <a:gd name="connsiteY41" fmla="*/ 171190 h 197364"/>
                <a:gd name="connsiteX42" fmla="*/ 76929 w 216759"/>
                <a:gd name="connsiteY42" fmla="*/ 175021 h 197364"/>
                <a:gd name="connsiteX43" fmla="*/ 93543 w 216759"/>
                <a:gd name="connsiteY43" fmla="*/ 167360 h 197364"/>
                <a:gd name="connsiteX44" fmla="*/ 103767 w 216759"/>
                <a:gd name="connsiteY44" fmla="*/ 164806 h 197364"/>
                <a:gd name="connsiteX45" fmla="*/ 116547 w 216759"/>
                <a:gd name="connsiteY45" fmla="*/ 168637 h 197364"/>
                <a:gd name="connsiteX46" fmla="*/ 142107 w 216759"/>
                <a:gd name="connsiteY46" fmla="*/ 159061 h 197364"/>
                <a:gd name="connsiteX47" fmla="*/ 147858 w 216759"/>
                <a:gd name="connsiteY47" fmla="*/ 150123 h 197364"/>
                <a:gd name="connsiteX48" fmla="*/ 154248 w 216759"/>
                <a:gd name="connsiteY48" fmla="*/ 145654 h 197364"/>
                <a:gd name="connsiteX49" fmla="*/ 172778 w 216759"/>
                <a:gd name="connsiteY49" fmla="*/ 141824 h 197364"/>
                <a:gd name="connsiteX50" fmla="*/ 190670 w 216759"/>
                <a:gd name="connsiteY50" fmla="*/ 122033 h 197364"/>
                <a:gd name="connsiteX51" fmla="*/ 191309 w 216759"/>
                <a:gd name="connsiteY51" fmla="*/ 113734 h 197364"/>
                <a:gd name="connsiteX52" fmla="*/ 197699 w 216759"/>
                <a:gd name="connsiteY52" fmla="*/ 105435 h 197364"/>
                <a:gd name="connsiteX53" fmla="*/ 200255 w 216759"/>
                <a:gd name="connsiteY53" fmla="*/ 104797 h 197364"/>
                <a:gd name="connsiteX54" fmla="*/ 200894 w 216759"/>
                <a:gd name="connsiteY54" fmla="*/ 104797 h 197364"/>
                <a:gd name="connsiteX55" fmla="*/ 149775 w 216759"/>
                <a:gd name="connsiteY55" fmla="*/ 171829 h 197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216759" h="197364">
                  <a:moveTo>
                    <a:pt x="216230" y="79261"/>
                  </a:moveTo>
                  <a:cubicBezTo>
                    <a:pt x="215591" y="76707"/>
                    <a:pt x="214952" y="73515"/>
                    <a:pt x="214952" y="70323"/>
                  </a:cubicBezTo>
                  <a:lnTo>
                    <a:pt x="214952" y="69685"/>
                  </a:lnTo>
                  <a:cubicBezTo>
                    <a:pt x="210479" y="46702"/>
                    <a:pt x="197699" y="27551"/>
                    <a:pt x="177890" y="15421"/>
                  </a:cubicBezTo>
                  <a:cubicBezTo>
                    <a:pt x="152970" y="99"/>
                    <a:pt x="120381" y="-4369"/>
                    <a:pt x="87153" y="4568"/>
                  </a:cubicBezTo>
                  <a:cubicBezTo>
                    <a:pt x="25171" y="21167"/>
                    <a:pt x="-10613" y="71600"/>
                    <a:pt x="2806" y="125225"/>
                  </a:cubicBezTo>
                  <a:cubicBezTo>
                    <a:pt x="5362" y="135440"/>
                    <a:pt x="8557" y="144377"/>
                    <a:pt x="12391" y="152038"/>
                  </a:cubicBezTo>
                  <a:cubicBezTo>
                    <a:pt x="15586" y="158422"/>
                    <a:pt x="21337" y="162891"/>
                    <a:pt x="27727" y="164806"/>
                  </a:cubicBezTo>
                  <a:cubicBezTo>
                    <a:pt x="27727" y="166083"/>
                    <a:pt x="28366" y="167360"/>
                    <a:pt x="29644" y="168637"/>
                  </a:cubicBezTo>
                  <a:cubicBezTo>
                    <a:pt x="48175" y="187789"/>
                    <a:pt x="73734" y="197364"/>
                    <a:pt x="101211" y="197364"/>
                  </a:cubicBezTo>
                  <a:cubicBezTo>
                    <a:pt x="119742" y="197364"/>
                    <a:pt x="138912" y="192896"/>
                    <a:pt x="156165" y="183320"/>
                  </a:cubicBezTo>
                  <a:cubicBezTo>
                    <a:pt x="197060" y="160976"/>
                    <a:pt x="216869" y="130971"/>
                    <a:pt x="214952" y="92667"/>
                  </a:cubicBezTo>
                  <a:cubicBezTo>
                    <a:pt x="216230" y="88198"/>
                    <a:pt x="217508" y="83729"/>
                    <a:pt x="216230" y="79261"/>
                  </a:cubicBezTo>
                  <a:close/>
                  <a:moveTo>
                    <a:pt x="23254" y="146293"/>
                  </a:moveTo>
                  <a:cubicBezTo>
                    <a:pt x="20059" y="139909"/>
                    <a:pt x="16864" y="131609"/>
                    <a:pt x="14308" y="122033"/>
                  </a:cubicBezTo>
                  <a:cubicBezTo>
                    <a:pt x="2806" y="75430"/>
                    <a:pt x="34117" y="31381"/>
                    <a:pt x="89709" y="16698"/>
                  </a:cubicBezTo>
                  <a:cubicBezTo>
                    <a:pt x="119103" y="9037"/>
                    <a:pt x="148497" y="12229"/>
                    <a:pt x="170222" y="26274"/>
                  </a:cubicBezTo>
                  <a:cubicBezTo>
                    <a:pt x="186836" y="37126"/>
                    <a:pt x="197699" y="53086"/>
                    <a:pt x="201533" y="72238"/>
                  </a:cubicBezTo>
                  <a:lnTo>
                    <a:pt x="201533" y="72877"/>
                  </a:lnTo>
                  <a:cubicBezTo>
                    <a:pt x="202172" y="75430"/>
                    <a:pt x="202811" y="78622"/>
                    <a:pt x="202811" y="81176"/>
                  </a:cubicBezTo>
                  <a:cubicBezTo>
                    <a:pt x="203450" y="85645"/>
                    <a:pt x="200894" y="90113"/>
                    <a:pt x="196421" y="92029"/>
                  </a:cubicBezTo>
                  <a:lnTo>
                    <a:pt x="193865" y="92667"/>
                  </a:lnTo>
                  <a:cubicBezTo>
                    <a:pt x="185558" y="95221"/>
                    <a:pt x="179168" y="102881"/>
                    <a:pt x="178529" y="111819"/>
                  </a:cubicBezTo>
                  <a:lnTo>
                    <a:pt x="177890" y="120118"/>
                  </a:lnTo>
                  <a:cubicBezTo>
                    <a:pt x="177251" y="124587"/>
                    <a:pt x="174695" y="127779"/>
                    <a:pt x="170222" y="128417"/>
                  </a:cubicBezTo>
                  <a:lnTo>
                    <a:pt x="151692" y="132248"/>
                  </a:lnTo>
                  <a:cubicBezTo>
                    <a:pt x="145302" y="133525"/>
                    <a:pt x="140190" y="137355"/>
                    <a:pt x="136995" y="142462"/>
                  </a:cubicBezTo>
                  <a:lnTo>
                    <a:pt x="131244" y="151400"/>
                  </a:lnTo>
                  <a:cubicBezTo>
                    <a:pt x="128688" y="155230"/>
                    <a:pt x="124215" y="157145"/>
                    <a:pt x="120381" y="155869"/>
                  </a:cubicBezTo>
                  <a:lnTo>
                    <a:pt x="107601" y="152038"/>
                  </a:lnTo>
                  <a:cubicBezTo>
                    <a:pt x="99294" y="149485"/>
                    <a:pt x="90348" y="152038"/>
                    <a:pt x="84597" y="158422"/>
                  </a:cubicBezTo>
                  <a:cubicBezTo>
                    <a:pt x="81402" y="162253"/>
                    <a:pt x="76290" y="162891"/>
                    <a:pt x="71818" y="159699"/>
                  </a:cubicBezTo>
                  <a:lnTo>
                    <a:pt x="61594" y="152677"/>
                  </a:lnTo>
                  <a:cubicBezTo>
                    <a:pt x="57760" y="150123"/>
                    <a:pt x="53287" y="148846"/>
                    <a:pt x="48814" y="148846"/>
                  </a:cubicBezTo>
                  <a:cubicBezTo>
                    <a:pt x="45619" y="148846"/>
                    <a:pt x="42424" y="149485"/>
                    <a:pt x="39229" y="150761"/>
                  </a:cubicBezTo>
                  <a:cubicBezTo>
                    <a:pt x="33478" y="154592"/>
                    <a:pt x="26449" y="152038"/>
                    <a:pt x="23254" y="146293"/>
                  </a:cubicBezTo>
                  <a:close/>
                  <a:moveTo>
                    <a:pt x="149775" y="171829"/>
                  </a:moveTo>
                  <a:cubicBezTo>
                    <a:pt x="113991" y="190980"/>
                    <a:pt x="71818" y="187789"/>
                    <a:pt x="43702" y="164168"/>
                  </a:cubicBezTo>
                  <a:cubicBezTo>
                    <a:pt x="44341" y="164168"/>
                    <a:pt x="44980" y="164168"/>
                    <a:pt x="44980" y="163529"/>
                  </a:cubicBezTo>
                  <a:cubicBezTo>
                    <a:pt x="44980" y="163529"/>
                    <a:pt x="44980" y="163529"/>
                    <a:pt x="44980" y="163529"/>
                  </a:cubicBezTo>
                  <a:cubicBezTo>
                    <a:pt x="48175" y="162253"/>
                    <a:pt x="51370" y="162253"/>
                    <a:pt x="54565" y="164168"/>
                  </a:cubicBezTo>
                  <a:lnTo>
                    <a:pt x="64789" y="171190"/>
                  </a:lnTo>
                  <a:cubicBezTo>
                    <a:pt x="68623" y="173744"/>
                    <a:pt x="73095" y="175021"/>
                    <a:pt x="76929" y="175021"/>
                  </a:cubicBezTo>
                  <a:cubicBezTo>
                    <a:pt x="83319" y="175021"/>
                    <a:pt x="89070" y="172467"/>
                    <a:pt x="93543" y="167360"/>
                  </a:cubicBezTo>
                  <a:cubicBezTo>
                    <a:pt x="96099" y="164806"/>
                    <a:pt x="99933" y="163529"/>
                    <a:pt x="103767" y="164806"/>
                  </a:cubicBezTo>
                  <a:lnTo>
                    <a:pt x="116547" y="168637"/>
                  </a:lnTo>
                  <a:cubicBezTo>
                    <a:pt x="126132" y="171829"/>
                    <a:pt x="136995" y="167360"/>
                    <a:pt x="142107" y="159061"/>
                  </a:cubicBezTo>
                  <a:lnTo>
                    <a:pt x="147858" y="150123"/>
                  </a:lnTo>
                  <a:cubicBezTo>
                    <a:pt x="149136" y="147569"/>
                    <a:pt x="151692" y="146293"/>
                    <a:pt x="154248" y="145654"/>
                  </a:cubicBezTo>
                  <a:lnTo>
                    <a:pt x="172778" y="141824"/>
                  </a:lnTo>
                  <a:cubicBezTo>
                    <a:pt x="182363" y="139909"/>
                    <a:pt x="190031" y="132248"/>
                    <a:pt x="190670" y="122033"/>
                  </a:cubicBezTo>
                  <a:lnTo>
                    <a:pt x="191309" y="113734"/>
                  </a:lnTo>
                  <a:cubicBezTo>
                    <a:pt x="191948" y="109904"/>
                    <a:pt x="194504" y="106712"/>
                    <a:pt x="197699" y="105435"/>
                  </a:cubicBezTo>
                  <a:lnTo>
                    <a:pt x="200255" y="104797"/>
                  </a:lnTo>
                  <a:cubicBezTo>
                    <a:pt x="200255" y="104797"/>
                    <a:pt x="200894" y="104797"/>
                    <a:pt x="200894" y="104797"/>
                  </a:cubicBezTo>
                  <a:cubicBezTo>
                    <a:pt x="198977" y="132248"/>
                    <a:pt x="181724" y="153953"/>
                    <a:pt x="149775" y="171829"/>
                  </a:cubicBezTo>
                  <a:close/>
                </a:path>
              </a:pathLst>
            </a:custGeom>
            <a:solidFill>
              <a:srgbClr val="046A38"/>
            </a:solidFill>
            <a:ln w="6390" cap="flat">
              <a:noFill/>
              <a:prstDash val="solid"/>
              <a:miter/>
            </a:ln>
          </p:spPr>
          <p:txBody>
            <a:bodyPr rtlCol="0" anchor="ctr"/>
            <a:lstStyle/>
            <a:p>
              <a:endParaRPr lang="en-US"/>
            </a:p>
          </p:txBody>
        </p:sp>
        <p:sp>
          <p:nvSpPr>
            <p:cNvPr id="1196" name="Graphic 4">
              <a:extLst>
                <a:ext uri="{FF2B5EF4-FFF2-40B4-BE49-F238E27FC236}">
                  <a16:creationId xmlns:a16="http://schemas.microsoft.com/office/drawing/2014/main" id="{89582BF8-F4E2-9843-A787-9717422A8331}"/>
                </a:ext>
              </a:extLst>
            </p:cNvPr>
            <p:cNvSpPr/>
            <p:nvPr/>
          </p:nvSpPr>
          <p:spPr>
            <a:xfrm>
              <a:off x="1647500" y="2504476"/>
              <a:ext cx="86402" cy="65877"/>
            </a:xfrm>
            <a:custGeom>
              <a:avLst/>
              <a:gdLst>
                <a:gd name="connsiteX0" fmla="*/ 33692 w 86402"/>
                <a:gd name="connsiteY0" fmla="*/ 65877 h 65877"/>
                <a:gd name="connsiteX1" fmla="*/ 54778 w 86402"/>
                <a:gd name="connsiteY1" fmla="*/ 62047 h 65877"/>
                <a:gd name="connsiteX2" fmla="*/ 84811 w 86402"/>
                <a:gd name="connsiteY2" fmla="*/ 16721 h 65877"/>
                <a:gd name="connsiteX3" fmla="*/ 64363 w 86402"/>
                <a:gd name="connsiteY3" fmla="*/ 122 h 65877"/>
                <a:gd name="connsiteX4" fmla="*/ 56695 w 86402"/>
                <a:gd name="connsiteY4" fmla="*/ 4591 h 65877"/>
                <a:gd name="connsiteX5" fmla="*/ 61168 w 86402"/>
                <a:gd name="connsiteY5" fmla="*/ 12252 h 65877"/>
                <a:gd name="connsiteX6" fmla="*/ 65641 w 86402"/>
                <a:gd name="connsiteY6" fmla="*/ 13529 h 65877"/>
                <a:gd name="connsiteX7" fmla="*/ 36887 w 86402"/>
                <a:gd name="connsiteY7" fmla="*/ 16721 h 65877"/>
                <a:gd name="connsiteX8" fmla="*/ 15800 w 86402"/>
                <a:gd name="connsiteY8" fmla="*/ 30127 h 65877"/>
                <a:gd name="connsiteX9" fmla="*/ 15800 w 86402"/>
                <a:gd name="connsiteY9" fmla="*/ 29488 h 65877"/>
                <a:gd name="connsiteX10" fmla="*/ 13883 w 86402"/>
                <a:gd name="connsiteY10" fmla="*/ 20551 h 65877"/>
                <a:gd name="connsiteX11" fmla="*/ 4937 w 86402"/>
                <a:gd name="connsiteY11" fmla="*/ 22466 h 65877"/>
                <a:gd name="connsiteX12" fmla="*/ 1742 w 86402"/>
                <a:gd name="connsiteY12" fmla="*/ 47364 h 65877"/>
                <a:gd name="connsiteX13" fmla="*/ 33692 w 86402"/>
                <a:gd name="connsiteY13" fmla="*/ 65877 h 65877"/>
                <a:gd name="connsiteX14" fmla="*/ 50305 w 86402"/>
                <a:gd name="connsiteY14" fmla="*/ 49917 h 65877"/>
                <a:gd name="connsiteX15" fmla="*/ 41359 w 86402"/>
                <a:gd name="connsiteY15" fmla="*/ 52471 h 65877"/>
                <a:gd name="connsiteX16" fmla="*/ 50305 w 86402"/>
                <a:gd name="connsiteY16" fmla="*/ 48002 h 65877"/>
                <a:gd name="connsiteX17" fmla="*/ 59251 w 86402"/>
                <a:gd name="connsiteY17" fmla="*/ 45448 h 65877"/>
                <a:gd name="connsiteX18" fmla="*/ 50305 w 86402"/>
                <a:gd name="connsiteY18" fmla="*/ 49917 h 65877"/>
                <a:gd name="connsiteX19" fmla="*/ 41359 w 86402"/>
                <a:gd name="connsiteY19" fmla="*/ 28850 h 65877"/>
                <a:gd name="connsiteX20" fmla="*/ 72670 w 86402"/>
                <a:gd name="connsiteY20" fmla="*/ 29488 h 65877"/>
                <a:gd name="connsiteX21" fmla="*/ 71392 w 86402"/>
                <a:gd name="connsiteY21" fmla="*/ 32042 h 65877"/>
                <a:gd name="connsiteX22" fmla="*/ 45193 w 86402"/>
                <a:gd name="connsiteY22" fmla="*/ 35872 h 65877"/>
                <a:gd name="connsiteX23" fmla="*/ 22829 w 86402"/>
                <a:gd name="connsiteY23" fmla="*/ 51194 h 65877"/>
                <a:gd name="connsiteX24" fmla="*/ 18356 w 86402"/>
                <a:gd name="connsiteY24" fmla="*/ 49279 h 65877"/>
                <a:gd name="connsiteX25" fmla="*/ 41359 w 86402"/>
                <a:gd name="connsiteY25" fmla="*/ 28850 h 65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6402" h="65877">
                  <a:moveTo>
                    <a:pt x="33692" y="65877"/>
                  </a:moveTo>
                  <a:cubicBezTo>
                    <a:pt x="40082" y="65877"/>
                    <a:pt x="47749" y="64600"/>
                    <a:pt x="54778" y="62047"/>
                  </a:cubicBezTo>
                  <a:cubicBezTo>
                    <a:pt x="77782" y="53109"/>
                    <a:pt x="91201" y="33319"/>
                    <a:pt x="84811" y="16721"/>
                  </a:cubicBezTo>
                  <a:cubicBezTo>
                    <a:pt x="81616" y="8421"/>
                    <a:pt x="74587" y="2676"/>
                    <a:pt x="64363" y="122"/>
                  </a:cubicBezTo>
                  <a:cubicBezTo>
                    <a:pt x="61168" y="-516"/>
                    <a:pt x="57334" y="1399"/>
                    <a:pt x="56695" y="4591"/>
                  </a:cubicBezTo>
                  <a:cubicBezTo>
                    <a:pt x="56056" y="7783"/>
                    <a:pt x="57973" y="11613"/>
                    <a:pt x="61168" y="12252"/>
                  </a:cubicBezTo>
                  <a:cubicBezTo>
                    <a:pt x="62446" y="12252"/>
                    <a:pt x="63724" y="12890"/>
                    <a:pt x="65641" y="13529"/>
                  </a:cubicBezTo>
                  <a:cubicBezTo>
                    <a:pt x="56695" y="12252"/>
                    <a:pt x="46471" y="12890"/>
                    <a:pt x="36887" y="16721"/>
                  </a:cubicBezTo>
                  <a:cubicBezTo>
                    <a:pt x="28580" y="19913"/>
                    <a:pt x="21551" y="24381"/>
                    <a:pt x="15800" y="30127"/>
                  </a:cubicBezTo>
                  <a:cubicBezTo>
                    <a:pt x="15800" y="30127"/>
                    <a:pt x="15800" y="29488"/>
                    <a:pt x="15800" y="29488"/>
                  </a:cubicBezTo>
                  <a:cubicBezTo>
                    <a:pt x="17717" y="26297"/>
                    <a:pt x="16439" y="22466"/>
                    <a:pt x="13883" y="20551"/>
                  </a:cubicBezTo>
                  <a:cubicBezTo>
                    <a:pt x="10688" y="18636"/>
                    <a:pt x="6854" y="19913"/>
                    <a:pt x="4937" y="22466"/>
                  </a:cubicBezTo>
                  <a:cubicBezTo>
                    <a:pt x="-175" y="30765"/>
                    <a:pt x="-1453" y="39703"/>
                    <a:pt x="1742" y="47364"/>
                  </a:cubicBezTo>
                  <a:cubicBezTo>
                    <a:pt x="6854" y="59493"/>
                    <a:pt x="18995" y="65877"/>
                    <a:pt x="33692" y="65877"/>
                  </a:cubicBezTo>
                  <a:close/>
                  <a:moveTo>
                    <a:pt x="50305" y="49917"/>
                  </a:moveTo>
                  <a:cubicBezTo>
                    <a:pt x="47110" y="51194"/>
                    <a:pt x="44554" y="51832"/>
                    <a:pt x="41359" y="52471"/>
                  </a:cubicBezTo>
                  <a:cubicBezTo>
                    <a:pt x="43916" y="50556"/>
                    <a:pt x="47110" y="49279"/>
                    <a:pt x="50305" y="48002"/>
                  </a:cubicBezTo>
                  <a:cubicBezTo>
                    <a:pt x="53500" y="46725"/>
                    <a:pt x="56056" y="46087"/>
                    <a:pt x="59251" y="45448"/>
                  </a:cubicBezTo>
                  <a:cubicBezTo>
                    <a:pt x="56695" y="47364"/>
                    <a:pt x="53500" y="48640"/>
                    <a:pt x="50305" y="49917"/>
                  </a:cubicBezTo>
                  <a:close/>
                  <a:moveTo>
                    <a:pt x="41359" y="28850"/>
                  </a:moveTo>
                  <a:cubicBezTo>
                    <a:pt x="52861" y="24381"/>
                    <a:pt x="65641" y="25020"/>
                    <a:pt x="72670" y="29488"/>
                  </a:cubicBezTo>
                  <a:cubicBezTo>
                    <a:pt x="72670" y="30127"/>
                    <a:pt x="72031" y="31404"/>
                    <a:pt x="71392" y="32042"/>
                  </a:cubicBezTo>
                  <a:cubicBezTo>
                    <a:pt x="63085" y="31404"/>
                    <a:pt x="54139" y="32042"/>
                    <a:pt x="45193" y="35872"/>
                  </a:cubicBezTo>
                  <a:cubicBezTo>
                    <a:pt x="36248" y="39064"/>
                    <a:pt x="28580" y="44810"/>
                    <a:pt x="22829" y="51194"/>
                  </a:cubicBezTo>
                  <a:cubicBezTo>
                    <a:pt x="21551" y="50556"/>
                    <a:pt x="19634" y="49917"/>
                    <a:pt x="18356" y="49279"/>
                  </a:cubicBezTo>
                  <a:cubicBezTo>
                    <a:pt x="21551" y="40980"/>
                    <a:pt x="29858" y="33319"/>
                    <a:pt x="41359" y="28850"/>
                  </a:cubicBezTo>
                  <a:close/>
                </a:path>
              </a:pathLst>
            </a:custGeom>
            <a:solidFill>
              <a:srgbClr val="046A38"/>
            </a:solidFill>
            <a:ln w="6390" cap="flat">
              <a:noFill/>
              <a:prstDash val="solid"/>
              <a:miter/>
            </a:ln>
          </p:spPr>
          <p:txBody>
            <a:bodyPr rtlCol="0" anchor="ctr"/>
            <a:lstStyle/>
            <a:p>
              <a:endParaRPr lang="en-US"/>
            </a:p>
          </p:txBody>
        </p:sp>
        <p:sp>
          <p:nvSpPr>
            <p:cNvPr id="1197" name="Graphic 4">
              <a:extLst>
                <a:ext uri="{FF2B5EF4-FFF2-40B4-BE49-F238E27FC236}">
                  <a16:creationId xmlns:a16="http://schemas.microsoft.com/office/drawing/2014/main" id="{6054378F-4287-F34D-870C-2DA34FE82AED}"/>
                </a:ext>
              </a:extLst>
            </p:cNvPr>
            <p:cNvSpPr/>
            <p:nvPr/>
          </p:nvSpPr>
          <p:spPr>
            <a:xfrm>
              <a:off x="1722601" y="2481765"/>
              <a:ext cx="21063" cy="15810"/>
            </a:xfrm>
            <a:custGeom>
              <a:avLst/>
              <a:gdLst>
                <a:gd name="connsiteX0" fmla="*/ 3960 w 21063"/>
                <a:gd name="connsiteY0" fmla="*/ 11980 h 15810"/>
                <a:gd name="connsiteX1" fmla="*/ 12267 w 21063"/>
                <a:gd name="connsiteY1" fmla="*/ 15172 h 15810"/>
                <a:gd name="connsiteX2" fmla="*/ 14823 w 21063"/>
                <a:gd name="connsiteY2" fmla="*/ 15811 h 15810"/>
                <a:gd name="connsiteX3" fmla="*/ 20574 w 21063"/>
                <a:gd name="connsiteY3" fmla="*/ 11980 h 15810"/>
                <a:gd name="connsiteX4" fmla="*/ 17379 w 21063"/>
                <a:gd name="connsiteY4" fmla="*/ 3681 h 15810"/>
                <a:gd name="connsiteX5" fmla="*/ 9072 w 21063"/>
                <a:gd name="connsiteY5" fmla="*/ 489 h 15810"/>
                <a:gd name="connsiteX6" fmla="*/ 765 w 21063"/>
                <a:gd name="connsiteY6" fmla="*/ 3681 h 15810"/>
                <a:gd name="connsiteX7" fmla="*/ 3960 w 21063"/>
                <a:gd name="connsiteY7" fmla="*/ 11980 h 1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63" h="15810">
                  <a:moveTo>
                    <a:pt x="3960" y="11980"/>
                  </a:moveTo>
                  <a:lnTo>
                    <a:pt x="12267" y="15172"/>
                  </a:lnTo>
                  <a:cubicBezTo>
                    <a:pt x="12906" y="15811"/>
                    <a:pt x="14184" y="15811"/>
                    <a:pt x="14823" y="15811"/>
                  </a:cubicBezTo>
                  <a:cubicBezTo>
                    <a:pt x="17379" y="15811"/>
                    <a:pt x="19935" y="14534"/>
                    <a:pt x="20574" y="11980"/>
                  </a:cubicBezTo>
                  <a:cubicBezTo>
                    <a:pt x="21852" y="8788"/>
                    <a:pt x="20574" y="4958"/>
                    <a:pt x="17379" y="3681"/>
                  </a:cubicBezTo>
                  <a:lnTo>
                    <a:pt x="9072" y="489"/>
                  </a:lnTo>
                  <a:cubicBezTo>
                    <a:pt x="5877" y="-788"/>
                    <a:pt x="2043" y="489"/>
                    <a:pt x="765" y="3681"/>
                  </a:cubicBezTo>
                  <a:cubicBezTo>
                    <a:pt x="-1152" y="6873"/>
                    <a:pt x="765" y="10704"/>
                    <a:pt x="3960" y="11980"/>
                  </a:cubicBezTo>
                  <a:close/>
                </a:path>
              </a:pathLst>
            </a:custGeom>
            <a:solidFill>
              <a:srgbClr val="046A38"/>
            </a:solidFill>
            <a:ln w="6390" cap="flat">
              <a:noFill/>
              <a:prstDash val="solid"/>
              <a:miter/>
            </a:ln>
          </p:spPr>
          <p:txBody>
            <a:bodyPr rtlCol="0" anchor="ctr"/>
            <a:lstStyle/>
            <a:p>
              <a:endParaRPr lang="en-US"/>
            </a:p>
          </p:txBody>
        </p:sp>
        <p:sp>
          <p:nvSpPr>
            <p:cNvPr id="1198" name="Graphic 4">
              <a:extLst>
                <a:ext uri="{FF2B5EF4-FFF2-40B4-BE49-F238E27FC236}">
                  <a16:creationId xmlns:a16="http://schemas.microsoft.com/office/drawing/2014/main" id="{8D662C91-FF1E-BB48-8B41-6E4FD3690910}"/>
                </a:ext>
              </a:extLst>
            </p:cNvPr>
            <p:cNvSpPr/>
            <p:nvPr/>
          </p:nvSpPr>
          <p:spPr>
            <a:xfrm>
              <a:off x="1621029" y="2513454"/>
              <a:ext cx="13516" cy="21787"/>
            </a:xfrm>
            <a:custGeom>
              <a:avLst/>
              <a:gdLst>
                <a:gd name="connsiteX0" fmla="*/ 5849 w 13516"/>
                <a:gd name="connsiteY0" fmla="*/ 21788 h 21787"/>
                <a:gd name="connsiteX1" fmla="*/ 5849 w 13516"/>
                <a:gd name="connsiteY1" fmla="*/ 21788 h 21787"/>
                <a:gd name="connsiteX2" fmla="*/ 12878 w 13516"/>
                <a:gd name="connsiteY2" fmla="*/ 16042 h 21787"/>
                <a:gd name="connsiteX3" fmla="*/ 13517 w 13516"/>
                <a:gd name="connsiteY3" fmla="*/ 7105 h 21787"/>
                <a:gd name="connsiteX4" fmla="*/ 7766 w 13516"/>
                <a:gd name="connsiteY4" fmla="*/ 82 h 21787"/>
                <a:gd name="connsiteX5" fmla="*/ 737 w 13516"/>
                <a:gd name="connsiteY5" fmla="*/ 5828 h 21787"/>
                <a:gd name="connsiteX6" fmla="*/ 98 w 13516"/>
                <a:gd name="connsiteY6" fmla="*/ 14765 h 21787"/>
                <a:gd name="connsiteX7" fmla="*/ 5849 w 13516"/>
                <a:gd name="connsiteY7" fmla="*/ 21788 h 21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6" h="21787">
                  <a:moveTo>
                    <a:pt x="5849" y="21788"/>
                  </a:moveTo>
                  <a:cubicBezTo>
                    <a:pt x="5849" y="21788"/>
                    <a:pt x="5849" y="21788"/>
                    <a:pt x="5849" y="21788"/>
                  </a:cubicBezTo>
                  <a:cubicBezTo>
                    <a:pt x="9683" y="21788"/>
                    <a:pt x="12239" y="19234"/>
                    <a:pt x="12878" y="16042"/>
                  </a:cubicBezTo>
                  <a:lnTo>
                    <a:pt x="13517" y="7105"/>
                  </a:lnTo>
                  <a:cubicBezTo>
                    <a:pt x="13517" y="3274"/>
                    <a:pt x="10961" y="721"/>
                    <a:pt x="7766" y="82"/>
                  </a:cubicBezTo>
                  <a:cubicBezTo>
                    <a:pt x="4571" y="-556"/>
                    <a:pt x="1376" y="2636"/>
                    <a:pt x="737" y="5828"/>
                  </a:cubicBezTo>
                  <a:lnTo>
                    <a:pt x="98" y="14765"/>
                  </a:lnTo>
                  <a:cubicBezTo>
                    <a:pt x="-541" y="18596"/>
                    <a:pt x="2015" y="21788"/>
                    <a:pt x="5849" y="21788"/>
                  </a:cubicBezTo>
                  <a:close/>
                </a:path>
              </a:pathLst>
            </a:custGeom>
            <a:solidFill>
              <a:srgbClr val="046A38"/>
            </a:solidFill>
            <a:ln w="6390" cap="flat">
              <a:noFill/>
              <a:prstDash val="solid"/>
              <a:miter/>
            </a:ln>
          </p:spPr>
          <p:txBody>
            <a:bodyPr rtlCol="0" anchor="ctr"/>
            <a:lstStyle/>
            <a:p>
              <a:endParaRPr lang="en-US"/>
            </a:p>
          </p:txBody>
        </p:sp>
        <p:sp>
          <p:nvSpPr>
            <p:cNvPr id="1199" name="Graphic 4">
              <a:extLst>
                <a:ext uri="{FF2B5EF4-FFF2-40B4-BE49-F238E27FC236}">
                  <a16:creationId xmlns:a16="http://schemas.microsoft.com/office/drawing/2014/main" id="{395F2972-99D8-9349-9576-EEDC738ACAC2}"/>
                </a:ext>
              </a:extLst>
            </p:cNvPr>
            <p:cNvSpPr/>
            <p:nvPr/>
          </p:nvSpPr>
          <p:spPr>
            <a:xfrm>
              <a:off x="1657461" y="2483182"/>
              <a:ext cx="19607" cy="18862"/>
            </a:xfrm>
            <a:custGeom>
              <a:avLst/>
              <a:gdLst>
                <a:gd name="connsiteX0" fmla="*/ 9034 w 19607"/>
                <a:gd name="connsiteY0" fmla="*/ 17586 h 18862"/>
                <a:gd name="connsiteX1" fmla="*/ 12868 w 19607"/>
                <a:gd name="connsiteY1" fmla="*/ 18862 h 18862"/>
                <a:gd name="connsiteX2" fmla="*/ 17980 w 19607"/>
                <a:gd name="connsiteY2" fmla="*/ 16309 h 18862"/>
                <a:gd name="connsiteX3" fmla="*/ 17341 w 19607"/>
                <a:gd name="connsiteY3" fmla="*/ 7371 h 18862"/>
                <a:gd name="connsiteX4" fmla="*/ 10312 w 19607"/>
                <a:gd name="connsiteY4" fmla="*/ 1626 h 18862"/>
                <a:gd name="connsiteX5" fmla="*/ 1367 w 19607"/>
                <a:gd name="connsiteY5" fmla="*/ 2264 h 18862"/>
                <a:gd name="connsiteX6" fmla="*/ 2006 w 19607"/>
                <a:gd name="connsiteY6" fmla="*/ 11202 h 18862"/>
                <a:gd name="connsiteX7" fmla="*/ 9034 w 19607"/>
                <a:gd name="connsiteY7" fmla="*/ 17586 h 18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07" h="18862">
                  <a:moveTo>
                    <a:pt x="9034" y="17586"/>
                  </a:moveTo>
                  <a:cubicBezTo>
                    <a:pt x="10312" y="18862"/>
                    <a:pt x="11590" y="18862"/>
                    <a:pt x="12868" y="18862"/>
                  </a:cubicBezTo>
                  <a:cubicBezTo>
                    <a:pt x="14785" y="18862"/>
                    <a:pt x="16702" y="18224"/>
                    <a:pt x="17980" y="16309"/>
                  </a:cubicBezTo>
                  <a:cubicBezTo>
                    <a:pt x="20536" y="13755"/>
                    <a:pt x="19897" y="9286"/>
                    <a:pt x="17341" y="7371"/>
                  </a:cubicBezTo>
                  <a:lnTo>
                    <a:pt x="10312" y="1626"/>
                  </a:lnTo>
                  <a:cubicBezTo>
                    <a:pt x="7756" y="-928"/>
                    <a:pt x="3283" y="-290"/>
                    <a:pt x="1367" y="2264"/>
                  </a:cubicBezTo>
                  <a:cubicBezTo>
                    <a:pt x="-551" y="4818"/>
                    <a:pt x="-551" y="9286"/>
                    <a:pt x="2006" y="11202"/>
                  </a:cubicBezTo>
                  <a:lnTo>
                    <a:pt x="9034" y="17586"/>
                  </a:lnTo>
                  <a:close/>
                </a:path>
              </a:pathLst>
            </a:custGeom>
            <a:solidFill>
              <a:srgbClr val="046A38"/>
            </a:solidFill>
            <a:ln w="6390" cap="flat">
              <a:noFill/>
              <a:prstDash val="solid"/>
              <a:miter/>
            </a:ln>
          </p:spPr>
          <p:txBody>
            <a:bodyPr rtlCol="0" anchor="ctr"/>
            <a:lstStyle/>
            <a:p>
              <a:endParaRPr lang="en-US"/>
            </a:p>
          </p:txBody>
        </p:sp>
        <p:sp>
          <p:nvSpPr>
            <p:cNvPr id="1200" name="Graphic 4">
              <a:extLst>
                <a:ext uri="{FF2B5EF4-FFF2-40B4-BE49-F238E27FC236}">
                  <a16:creationId xmlns:a16="http://schemas.microsoft.com/office/drawing/2014/main" id="{2AB755FF-9A1D-9244-80B8-1D8B95D02CAD}"/>
                </a:ext>
              </a:extLst>
            </p:cNvPr>
            <p:cNvSpPr/>
            <p:nvPr/>
          </p:nvSpPr>
          <p:spPr>
            <a:xfrm>
              <a:off x="1746882" y="2514962"/>
              <a:ext cx="21063" cy="15810"/>
            </a:xfrm>
            <a:custGeom>
              <a:avLst/>
              <a:gdLst>
                <a:gd name="connsiteX0" fmla="*/ 3960 w 21063"/>
                <a:gd name="connsiteY0" fmla="*/ 11981 h 15810"/>
                <a:gd name="connsiteX1" fmla="*/ 12267 w 21063"/>
                <a:gd name="connsiteY1" fmla="*/ 15172 h 15810"/>
                <a:gd name="connsiteX2" fmla="*/ 14823 w 21063"/>
                <a:gd name="connsiteY2" fmla="*/ 15811 h 15810"/>
                <a:gd name="connsiteX3" fmla="*/ 20574 w 21063"/>
                <a:gd name="connsiteY3" fmla="*/ 11981 h 15810"/>
                <a:gd name="connsiteX4" fmla="*/ 17379 w 21063"/>
                <a:gd name="connsiteY4" fmla="*/ 3681 h 15810"/>
                <a:gd name="connsiteX5" fmla="*/ 9072 w 21063"/>
                <a:gd name="connsiteY5" fmla="*/ 489 h 15810"/>
                <a:gd name="connsiteX6" fmla="*/ 765 w 21063"/>
                <a:gd name="connsiteY6" fmla="*/ 3681 h 15810"/>
                <a:gd name="connsiteX7" fmla="*/ 3960 w 21063"/>
                <a:gd name="connsiteY7" fmla="*/ 11981 h 1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63" h="15810">
                  <a:moveTo>
                    <a:pt x="3960" y="11981"/>
                  </a:moveTo>
                  <a:lnTo>
                    <a:pt x="12267" y="15172"/>
                  </a:lnTo>
                  <a:cubicBezTo>
                    <a:pt x="12906" y="15811"/>
                    <a:pt x="14184" y="15811"/>
                    <a:pt x="14823" y="15811"/>
                  </a:cubicBezTo>
                  <a:cubicBezTo>
                    <a:pt x="17379" y="15811"/>
                    <a:pt x="19935" y="14534"/>
                    <a:pt x="20574" y="11981"/>
                  </a:cubicBezTo>
                  <a:cubicBezTo>
                    <a:pt x="21852" y="8789"/>
                    <a:pt x="20574" y="4958"/>
                    <a:pt x="17379" y="3681"/>
                  </a:cubicBezTo>
                  <a:lnTo>
                    <a:pt x="9072" y="489"/>
                  </a:lnTo>
                  <a:cubicBezTo>
                    <a:pt x="5877" y="-787"/>
                    <a:pt x="2043" y="489"/>
                    <a:pt x="765" y="3681"/>
                  </a:cubicBezTo>
                  <a:cubicBezTo>
                    <a:pt x="-1152" y="6873"/>
                    <a:pt x="765" y="10704"/>
                    <a:pt x="3960" y="11981"/>
                  </a:cubicBezTo>
                  <a:close/>
                </a:path>
              </a:pathLst>
            </a:custGeom>
            <a:solidFill>
              <a:srgbClr val="046A38"/>
            </a:solidFill>
            <a:ln w="6390" cap="flat">
              <a:noFill/>
              <a:prstDash val="solid"/>
              <a:miter/>
            </a:ln>
          </p:spPr>
          <p:txBody>
            <a:bodyPr rtlCol="0" anchor="ctr"/>
            <a:lstStyle/>
            <a:p>
              <a:endParaRPr lang="en-US"/>
            </a:p>
          </p:txBody>
        </p:sp>
        <p:sp>
          <p:nvSpPr>
            <p:cNvPr id="1201" name="Graphic 4">
              <a:extLst>
                <a:ext uri="{FF2B5EF4-FFF2-40B4-BE49-F238E27FC236}">
                  <a16:creationId xmlns:a16="http://schemas.microsoft.com/office/drawing/2014/main" id="{DD3919B3-557C-C24B-8DA2-48F6C5F2BD33}"/>
                </a:ext>
              </a:extLst>
            </p:cNvPr>
            <p:cNvSpPr/>
            <p:nvPr/>
          </p:nvSpPr>
          <p:spPr>
            <a:xfrm>
              <a:off x="1645698" y="2580219"/>
              <a:ext cx="19868" cy="18862"/>
            </a:xfrm>
            <a:custGeom>
              <a:avLst/>
              <a:gdLst>
                <a:gd name="connsiteX0" fmla="*/ 9295 w 19868"/>
                <a:gd name="connsiteY0" fmla="*/ 17586 h 18862"/>
                <a:gd name="connsiteX1" fmla="*/ 13129 w 19868"/>
                <a:gd name="connsiteY1" fmla="*/ 18862 h 18862"/>
                <a:gd name="connsiteX2" fmla="*/ 18241 w 19868"/>
                <a:gd name="connsiteY2" fmla="*/ 16309 h 18862"/>
                <a:gd name="connsiteX3" fmla="*/ 17602 w 19868"/>
                <a:gd name="connsiteY3" fmla="*/ 7371 h 18862"/>
                <a:gd name="connsiteX4" fmla="*/ 10573 w 19868"/>
                <a:gd name="connsiteY4" fmla="*/ 1626 h 18862"/>
                <a:gd name="connsiteX5" fmla="*/ 1627 w 19868"/>
                <a:gd name="connsiteY5" fmla="*/ 2264 h 18862"/>
                <a:gd name="connsiteX6" fmla="*/ 2266 w 19868"/>
                <a:gd name="connsiteY6" fmla="*/ 11202 h 18862"/>
                <a:gd name="connsiteX7" fmla="*/ 9295 w 19868"/>
                <a:gd name="connsiteY7" fmla="*/ 17586 h 18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68" h="18862">
                  <a:moveTo>
                    <a:pt x="9295" y="17586"/>
                  </a:moveTo>
                  <a:cubicBezTo>
                    <a:pt x="10573" y="18862"/>
                    <a:pt x="11851" y="18862"/>
                    <a:pt x="13129" y="18862"/>
                  </a:cubicBezTo>
                  <a:cubicBezTo>
                    <a:pt x="15046" y="18862"/>
                    <a:pt x="16963" y="18224"/>
                    <a:pt x="18241" y="16309"/>
                  </a:cubicBezTo>
                  <a:cubicBezTo>
                    <a:pt x="20797" y="13755"/>
                    <a:pt x="20158" y="9286"/>
                    <a:pt x="17602" y="7371"/>
                  </a:cubicBezTo>
                  <a:lnTo>
                    <a:pt x="10573" y="1626"/>
                  </a:lnTo>
                  <a:cubicBezTo>
                    <a:pt x="8017" y="-928"/>
                    <a:pt x="3544" y="-290"/>
                    <a:pt x="1627" y="2264"/>
                  </a:cubicBezTo>
                  <a:cubicBezTo>
                    <a:pt x="-929" y="4818"/>
                    <a:pt x="-290" y="9286"/>
                    <a:pt x="2266" y="11202"/>
                  </a:cubicBezTo>
                  <a:lnTo>
                    <a:pt x="9295" y="17586"/>
                  </a:lnTo>
                  <a:close/>
                </a:path>
              </a:pathLst>
            </a:custGeom>
            <a:solidFill>
              <a:srgbClr val="046A38"/>
            </a:solidFill>
            <a:ln w="6390" cap="flat">
              <a:noFill/>
              <a:prstDash val="solid"/>
              <a:miter/>
            </a:ln>
          </p:spPr>
          <p:txBody>
            <a:bodyPr rtlCol="0" anchor="ctr"/>
            <a:lstStyle/>
            <a:p>
              <a:endParaRPr lang="en-US"/>
            </a:p>
          </p:txBody>
        </p:sp>
        <p:sp>
          <p:nvSpPr>
            <p:cNvPr id="1202" name="Graphic 4">
              <a:extLst>
                <a:ext uri="{FF2B5EF4-FFF2-40B4-BE49-F238E27FC236}">
                  <a16:creationId xmlns:a16="http://schemas.microsoft.com/office/drawing/2014/main" id="{DDFC359B-B149-3B4C-8B4A-EC7846420F04}"/>
                </a:ext>
              </a:extLst>
            </p:cNvPr>
            <p:cNvSpPr/>
            <p:nvPr/>
          </p:nvSpPr>
          <p:spPr>
            <a:xfrm>
              <a:off x="1730394" y="2555032"/>
              <a:ext cx="13418" cy="21705"/>
            </a:xfrm>
            <a:custGeom>
              <a:avLst/>
              <a:gdLst>
                <a:gd name="connsiteX0" fmla="*/ 7668 w 13418"/>
                <a:gd name="connsiteY0" fmla="*/ 0 h 21705"/>
                <a:gd name="connsiteX1" fmla="*/ 639 w 13418"/>
                <a:gd name="connsiteY1" fmla="*/ 5746 h 21705"/>
                <a:gd name="connsiteX2" fmla="*/ 0 w 13418"/>
                <a:gd name="connsiteY2" fmla="*/ 14683 h 21705"/>
                <a:gd name="connsiteX3" fmla="*/ 5751 w 13418"/>
                <a:gd name="connsiteY3" fmla="*/ 21706 h 21705"/>
                <a:gd name="connsiteX4" fmla="*/ 6390 w 13418"/>
                <a:gd name="connsiteY4" fmla="*/ 21706 h 21705"/>
                <a:gd name="connsiteX5" fmla="*/ 12780 w 13418"/>
                <a:gd name="connsiteY5" fmla="*/ 15960 h 21705"/>
                <a:gd name="connsiteX6" fmla="*/ 13419 w 13418"/>
                <a:gd name="connsiteY6" fmla="*/ 7022 h 21705"/>
                <a:gd name="connsiteX7" fmla="*/ 7668 w 13418"/>
                <a:gd name="connsiteY7" fmla="*/ 0 h 2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18" h="21705">
                  <a:moveTo>
                    <a:pt x="7668" y="0"/>
                  </a:moveTo>
                  <a:cubicBezTo>
                    <a:pt x="4473" y="0"/>
                    <a:pt x="1278" y="2554"/>
                    <a:pt x="639" y="5746"/>
                  </a:cubicBezTo>
                  <a:lnTo>
                    <a:pt x="0" y="14683"/>
                  </a:lnTo>
                  <a:cubicBezTo>
                    <a:pt x="0" y="17875"/>
                    <a:pt x="2556" y="21067"/>
                    <a:pt x="5751" y="21706"/>
                  </a:cubicBezTo>
                  <a:cubicBezTo>
                    <a:pt x="5751" y="21706"/>
                    <a:pt x="6390" y="21706"/>
                    <a:pt x="6390" y="21706"/>
                  </a:cubicBezTo>
                  <a:cubicBezTo>
                    <a:pt x="9585" y="21706"/>
                    <a:pt x="12780" y="19152"/>
                    <a:pt x="12780" y="15960"/>
                  </a:cubicBezTo>
                  <a:lnTo>
                    <a:pt x="13419" y="7022"/>
                  </a:lnTo>
                  <a:cubicBezTo>
                    <a:pt x="13419" y="3192"/>
                    <a:pt x="10863" y="0"/>
                    <a:pt x="7668" y="0"/>
                  </a:cubicBezTo>
                  <a:close/>
                </a:path>
              </a:pathLst>
            </a:custGeom>
            <a:solidFill>
              <a:srgbClr val="046A38"/>
            </a:solidFill>
            <a:ln w="6390" cap="flat">
              <a:noFill/>
              <a:prstDash val="solid"/>
              <a:miter/>
            </a:ln>
          </p:spPr>
          <p:txBody>
            <a:bodyPr rtlCol="0" anchor="ctr"/>
            <a:lstStyle/>
            <a:p>
              <a:endParaRPr lang="en-US"/>
            </a:p>
          </p:txBody>
        </p:sp>
        <p:sp>
          <p:nvSpPr>
            <p:cNvPr id="1203" name="Graphic 4">
              <a:extLst>
                <a:ext uri="{FF2B5EF4-FFF2-40B4-BE49-F238E27FC236}">
                  <a16:creationId xmlns:a16="http://schemas.microsoft.com/office/drawing/2014/main" id="{A9F0DEE5-873A-4B4C-96B6-D46DC1CD0B74}"/>
                </a:ext>
              </a:extLst>
            </p:cNvPr>
            <p:cNvSpPr/>
            <p:nvPr/>
          </p:nvSpPr>
          <p:spPr>
            <a:xfrm>
              <a:off x="1616178" y="2555833"/>
              <a:ext cx="17565" cy="19627"/>
            </a:xfrm>
            <a:custGeom>
              <a:avLst/>
              <a:gdLst>
                <a:gd name="connsiteX0" fmla="*/ 16450 w 17565"/>
                <a:gd name="connsiteY0" fmla="*/ 10051 h 19627"/>
                <a:gd name="connsiteX1" fmla="*/ 15172 w 17565"/>
                <a:gd name="connsiteY1" fmla="*/ 1114 h 19627"/>
                <a:gd name="connsiteX2" fmla="*/ 6227 w 17565"/>
                <a:gd name="connsiteY2" fmla="*/ 2390 h 19627"/>
                <a:gd name="connsiteX3" fmla="*/ 1115 w 17565"/>
                <a:gd name="connsiteY3" fmla="*/ 9413 h 19627"/>
                <a:gd name="connsiteX4" fmla="*/ 2393 w 17565"/>
                <a:gd name="connsiteY4" fmla="*/ 18350 h 19627"/>
                <a:gd name="connsiteX5" fmla="*/ 6227 w 17565"/>
                <a:gd name="connsiteY5" fmla="*/ 19627 h 19627"/>
                <a:gd name="connsiteX6" fmla="*/ 11338 w 17565"/>
                <a:gd name="connsiteY6" fmla="*/ 17073 h 19627"/>
                <a:gd name="connsiteX7" fmla="*/ 16450 w 17565"/>
                <a:gd name="connsiteY7" fmla="*/ 10051 h 19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65" h="19627">
                  <a:moveTo>
                    <a:pt x="16450" y="10051"/>
                  </a:moveTo>
                  <a:cubicBezTo>
                    <a:pt x="18367" y="7497"/>
                    <a:pt x="17728" y="3029"/>
                    <a:pt x="15172" y="1114"/>
                  </a:cubicBezTo>
                  <a:cubicBezTo>
                    <a:pt x="12616" y="-802"/>
                    <a:pt x="8144" y="-163"/>
                    <a:pt x="6227" y="2390"/>
                  </a:cubicBezTo>
                  <a:lnTo>
                    <a:pt x="1115" y="9413"/>
                  </a:lnTo>
                  <a:cubicBezTo>
                    <a:pt x="-802" y="11966"/>
                    <a:pt x="-163" y="16435"/>
                    <a:pt x="2393" y="18350"/>
                  </a:cubicBezTo>
                  <a:cubicBezTo>
                    <a:pt x="3671" y="18989"/>
                    <a:pt x="4949" y="19627"/>
                    <a:pt x="6227" y="19627"/>
                  </a:cubicBezTo>
                  <a:cubicBezTo>
                    <a:pt x="8144" y="19627"/>
                    <a:pt x="10061" y="18989"/>
                    <a:pt x="11338" y="17073"/>
                  </a:cubicBezTo>
                  <a:lnTo>
                    <a:pt x="16450" y="10051"/>
                  </a:lnTo>
                  <a:close/>
                </a:path>
              </a:pathLst>
            </a:custGeom>
            <a:solidFill>
              <a:srgbClr val="046A38"/>
            </a:solidFill>
            <a:ln w="6390" cap="flat">
              <a:noFill/>
              <a:prstDash val="solid"/>
              <a:miter/>
            </a:ln>
          </p:spPr>
          <p:txBody>
            <a:bodyPr rtlCol="0" anchor="ctr"/>
            <a:lstStyle/>
            <a:p>
              <a:endParaRPr lang="en-US"/>
            </a:p>
          </p:txBody>
        </p:sp>
      </p:grpSp>
      <p:grpSp>
        <p:nvGrpSpPr>
          <p:cNvPr id="1204" name="Graphic 4">
            <a:extLst>
              <a:ext uri="{FF2B5EF4-FFF2-40B4-BE49-F238E27FC236}">
                <a16:creationId xmlns:a16="http://schemas.microsoft.com/office/drawing/2014/main" id="{141ECF6B-1047-AB4F-A1BB-6B84A9E27859}"/>
              </a:ext>
            </a:extLst>
          </p:cNvPr>
          <p:cNvGrpSpPr/>
          <p:nvPr/>
        </p:nvGrpSpPr>
        <p:grpSpPr>
          <a:xfrm>
            <a:off x="467743" y="918179"/>
            <a:ext cx="361670" cy="361333"/>
            <a:chOff x="467743" y="918179"/>
            <a:chExt cx="361670" cy="361333"/>
          </a:xfrm>
          <a:solidFill>
            <a:srgbClr val="046A38"/>
          </a:solidFill>
        </p:grpSpPr>
        <p:sp>
          <p:nvSpPr>
            <p:cNvPr id="1205" name="Graphic 4">
              <a:extLst>
                <a:ext uri="{FF2B5EF4-FFF2-40B4-BE49-F238E27FC236}">
                  <a16:creationId xmlns:a16="http://schemas.microsoft.com/office/drawing/2014/main" id="{DDBB608A-7916-8D46-AA48-BE3A3385A2A8}"/>
                </a:ext>
              </a:extLst>
            </p:cNvPr>
            <p:cNvSpPr/>
            <p:nvPr/>
          </p:nvSpPr>
          <p:spPr>
            <a:xfrm>
              <a:off x="467743"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206" name="Graphic 4">
              <a:extLst>
                <a:ext uri="{FF2B5EF4-FFF2-40B4-BE49-F238E27FC236}">
                  <a16:creationId xmlns:a16="http://schemas.microsoft.com/office/drawing/2014/main" id="{749A2CAA-33B1-D54F-AD7B-7EEEC9E8F654}"/>
                </a:ext>
              </a:extLst>
            </p:cNvPr>
            <p:cNvSpPr/>
            <p:nvPr/>
          </p:nvSpPr>
          <p:spPr>
            <a:xfrm>
              <a:off x="545298" y="1021599"/>
              <a:ext cx="205817" cy="154492"/>
            </a:xfrm>
            <a:custGeom>
              <a:avLst/>
              <a:gdLst>
                <a:gd name="connsiteX0" fmla="*/ 197851 w 205817"/>
                <a:gd name="connsiteY0" fmla="*/ 24259 h 154492"/>
                <a:gd name="connsiteX1" fmla="*/ 163345 w 205817"/>
                <a:gd name="connsiteY1" fmla="*/ 5107 h 154492"/>
                <a:gd name="connsiteX2" fmla="*/ 60467 w 205817"/>
                <a:gd name="connsiteY2" fmla="*/ 0 h 154492"/>
                <a:gd name="connsiteX3" fmla="*/ 8709 w 205817"/>
                <a:gd name="connsiteY3" fmla="*/ 21706 h 154492"/>
                <a:gd name="connsiteX4" fmla="*/ 2319 w 205817"/>
                <a:gd name="connsiteY4" fmla="*/ 68947 h 154492"/>
                <a:gd name="connsiteX5" fmla="*/ 2319 w 205817"/>
                <a:gd name="connsiteY5" fmla="*/ 130233 h 154492"/>
                <a:gd name="connsiteX6" fmla="*/ 10626 w 205817"/>
                <a:gd name="connsiteY6" fmla="*/ 139809 h 154492"/>
                <a:gd name="connsiteX7" fmla="*/ 116699 w 205817"/>
                <a:gd name="connsiteY7" fmla="*/ 154492 h 154492"/>
                <a:gd name="connsiteX8" fmla="*/ 117338 w 205817"/>
                <a:gd name="connsiteY8" fmla="*/ 154492 h 154492"/>
                <a:gd name="connsiteX9" fmla="*/ 117338 w 205817"/>
                <a:gd name="connsiteY9" fmla="*/ 154492 h 154492"/>
                <a:gd name="connsiteX10" fmla="*/ 117338 w 205817"/>
                <a:gd name="connsiteY10" fmla="*/ 154492 h 154492"/>
                <a:gd name="connsiteX11" fmla="*/ 117977 w 205817"/>
                <a:gd name="connsiteY11" fmla="*/ 154492 h 154492"/>
                <a:gd name="connsiteX12" fmla="*/ 197212 w 205817"/>
                <a:gd name="connsiteY12" fmla="*/ 143001 h 154492"/>
                <a:gd name="connsiteX13" fmla="*/ 202963 w 205817"/>
                <a:gd name="connsiteY13" fmla="*/ 136617 h 154492"/>
                <a:gd name="connsiteX14" fmla="*/ 201685 w 205817"/>
                <a:gd name="connsiteY14" fmla="*/ 69585 h 154492"/>
                <a:gd name="connsiteX15" fmla="*/ 197851 w 205817"/>
                <a:gd name="connsiteY15" fmla="*/ 24259 h 154492"/>
                <a:gd name="connsiteX16" fmla="*/ 19572 w 205817"/>
                <a:gd name="connsiteY16" fmla="*/ 28728 h 154492"/>
                <a:gd name="connsiteX17" fmla="*/ 60467 w 205817"/>
                <a:gd name="connsiteY17" fmla="*/ 12130 h 154492"/>
                <a:gd name="connsiteX18" fmla="*/ 123089 w 205817"/>
                <a:gd name="connsiteY18" fmla="*/ 15322 h 154492"/>
                <a:gd name="connsiteX19" fmla="*/ 117338 w 205817"/>
                <a:gd name="connsiteY19" fmla="*/ 21067 h 154492"/>
                <a:gd name="connsiteX20" fmla="*/ 110309 w 205817"/>
                <a:gd name="connsiteY20" fmla="*/ 68947 h 154492"/>
                <a:gd name="connsiteX21" fmla="*/ 13821 w 205817"/>
                <a:gd name="connsiteY21" fmla="*/ 61286 h 154492"/>
                <a:gd name="connsiteX22" fmla="*/ 19572 w 205817"/>
                <a:gd name="connsiteY22" fmla="*/ 28728 h 154492"/>
                <a:gd name="connsiteX23" fmla="*/ 15738 w 205817"/>
                <a:gd name="connsiteY23" fmla="*/ 75331 h 154492"/>
                <a:gd name="connsiteX24" fmla="*/ 112865 w 205817"/>
                <a:gd name="connsiteY24" fmla="*/ 82992 h 154492"/>
                <a:gd name="connsiteX25" fmla="*/ 112226 w 205817"/>
                <a:gd name="connsiteY25" fmla="*/ 141724 h 154492"/>
                <a:gd name="connsiteX26" fmla="*/ 15738 w 205817"/>
                <a:gd name="connsiteY26" fmla="*/ 128318 h 154492"/>
                <a:gd name="connsiteX27" fmla="*/ 15738 w 205817"/>
                <a:gd name="connsiteY27" fmla="*/ 75331 h 154492"/>
                <a:gd name="connsiteX28" fmla="*/ 190822 w 205817"/>
                <a:gd name="connsiteY28" fmla="*/ 131510 h 154492"/>
                <a:gd name="connsiteX29" fmla="*/ 125006 w 205817"/>
                <a:gd name="connsiteY29" fmla="*/ 141086 h 154492"/>
                <a:gd name="connsiteX30" fmla="*/ 125645 w 205817"/>
                <a:gd name="connsiteY30" fmla="*/ 76608 h 154492"/>
                <a:gd name="connsiteX31" fmla="*/ 125645 w 205817"/>
                <a:gd name="connsiteY31" fmla="*/ 76608 h 154492"/>
                <a:gd name="connsiteX32" fmla="*/ 125645 w 205817"/>
                <a:gd name="connsiteY32" fmla="*/ 74693 h 154492"/>
                <a:gd name="connsiteX33" fmla="*/ 128201 w 205817"/>
                <a:gd name="connsiteY33" fmla="*/ 29366 h 154492"/>
                <a:gd name="connsiteX34" fmla="*/ 162706 w 205817"/>
                <a:gd name="connsiteY34" fmla="*/ 17237 h 154492"/>
                <a:gd name="connsiteX35" fmla="*/ 163984 w 205817"/>
                <a:gd name="connsiteY35" fmla="*/ 17237 h 154492"/>
                <a:gd name="connsiteX36" fmla="*/ 163984 w 205817"/>
                <a:gd name="connsiteY36" fmla="*/ 17237 h 154492"/>
                <a:gd name="connsiteX37" fmla="*/ 188266 w 205817"/>
                <a:gd name="connsiteY37" fmla="*/ 31282 h 154492"/>
                <a:gd name="connsiteX38" fmla="*/ 190183 w 205817"/>
                <a:gd name="connsiteY38" fmla="*/ 65755 h 154492"/>
                <a:gd name="connsiteX39" fmla="*/ 189544 w 205817"/>
                <a:gd name="connsiteY39" fmla="*/ 68309 h 154492"/>
                <a:gd name="connsiteX40" fmla="*/ 190822 w 205817"/>
                <a:gd name="connsiteY40" fmla="*/ 131510 h 15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5817" h="154492">
                  <a:moveTo>
                    <a:pt x="197851" y="24259"/>
                  </a:moveTo>
                  <a:cubicBezTo>
                    <a:pt x="188905" y="11491"/>
                    <a:pt x="174208" y="5107"/>
                    <a:pt x="163345" y="5107"/>
                  </a:cubicBezTo>
                  <a:lnTo>
                    <a:pt x="60467" y="0"/>
                  </a:lnTo>
                  <a:cubicBezTo>
                    <a:pt x="36186" y="638"/>
                    <a:pt x="18933" y="7661"/>
                    <a:pt x="8709" y="21706"/>
                  </a:cubicBezTo>
                  <a:cubicBezTo>
                    <a:pt x="-4710" y="40219"/>
                    <a:pt x="1041" y="63840"/>
                    <a:pt x="2319" y="68947"/>
                  </a:cubicBezTo>
                  <a:lnTo>
                    <a:pt x="2319" y="130233"/>
                  </a:lnTo>
                  <a:cubicBezTo>
                    <a:pt x="2319" y="135341"/>
                    <a:pt x="6153" y="139171"/>
                    <a:pt x="10626" y="139809"/>
                  </a:cubicBezTo>
                  <a:lnTo>
                    <a:pt x="116699" y="154492"/>
                  </a:lnTo>
                  <a:cubicBezTo>
                    <a:pt x="116699" y="154492"/>
                    <a:pt x="117338" y="154492"/>
                    <a:pt x="117338" y="154492"/>
                  </a:cubicBezTo>
                  <a:cubicBezTo>
                    <a:pt x="117338" y="154492"/>
                    <a:pt x="117338" y="154492"/>
                    <a:pt x="117338" y="154492"/>
                  </a:cubicBezTo>
                  <a:cubicBezTo>
                    <a:pt x="117338" y="154492"/>
                    <a:pt x="117338" y="154492"/>
                    <a:pt x="117338" y="154492"/>
                  </a:cubicBezTo>
                  <a:cubicBezTo>
                    <a:pt x="117338" y="154492"/>
                    <a:pt x="117977" y="154492"/>
                    <a:pt x="117977" y="154492"/>
                  </a:cubicBezTo>
                  <a:lnTo>
                    <a:pt x="197212" y="143001"/>
                  </a:lnTo>
                  <a:cubicBezTo>
                    <a:pt x="200407" y="142363"/>
                    <a:pt x="202963" y="139809"/>
                    <a:pt x="202963" y="136617"/>
                  </a:cubicBezTo>
                  <a:lnTo>
                    <a:pt x="201685" y="69585"/>
                  </a:lnTo>
                  <a:cubicBezTo>
                    <a:pt x="209992" y="47242"/>
                    <a:pt x="204241" y="32558"/>
                    <a:pt x="197851" y="24259"/>
                  </a:cubicBezTo>
                  <a:close/>
                  <a:moveTo>
                    <a:pt x="19572" y="28728"/>
                  </a:moveTo>
                  <a:cubicBezTo>
                    <a:pt x="27240" y="18514"/>
                    <a:pt x="41298" y="12768"/>
                    <a:pt x="60467" y="12130"/>
                  </a:cubicBezTo>
                  <a:lnTo>
                    <a:pt x="123089" y="15322"/>
                  </a:lnTo>
                  <a:cubicBezTo>
                    <a:pt x="121172" y="17237"/>
                    <a:pt x="119255" y="19152"/>
                    <a:pt x="117338" y="21067"/>
                  </a:cubicBezTo>
                  <a:cubicBezTo>
                    <a:pt x="108392" y="32558"/>
                    <a:pt x="106475" y="48518"/>
                    <a:pt x="110309" y="68947"/>
                  </a:cubicBezTo>
                  <a:lnTo>
                    <a:pt x="13821" y="61286"/>
                  </a:lnTo>
                  <a:cubicBezTo>
                    <a:pt x="13182" y="54902"/>
                    <a:pt x="11265" y="40219"/>
                    <a:pt x="19572" y="28728"/>
                  </a:cubicBezTo>
                  <a:close/>
                  <a:moveTo>
                    <a:pt x="15738" y="75331"/>
                  </a:moveTo>
                  <a:lnTo>
                    <a:pt x="112865" y="82992"/>
                  </a:lnTo>
                  <a:lnTo>
                    <a:pt x="112226" y="141724"/>
                  </a:lnTo>
                  <a:lnTo>
                    <a:pt x="15738" y="128318"/>
                  </a:lnTo>
                  <a:lnTo>
                    <a:pt x="15738" y="75331"/>
                  </a:lnTo>
                  <a:close/>
                  <a:moveTo>
                    <a:pt x="190822" y="131510"/>
                  </a:moveTo>
                  <a:lnTo>
                    <a:pt x="125006" y="141086"/>
                  </a:lnTo>
                  <a:lnTo>
                    <a:pt x="125645" y="76608"/>
                  </a:lnTo>
                  <a:cubicBezTo>
                    <a:pt x="125645" y="76608"/>
                    <a:pt x="125645" y="76608"/>
                    <a:pt x="125645" y="76608"/>
                  </a:cubicBezTo>
                  <a:cubicBezTo>
                    <a:pt x="125645" y="75969"/>
                    <a:pt x="125645" y="75331"/>
                    <a:pt x="125645" y="74693"/>
                  </a:cubicBezTo>
                  <a:cubicBezTo>
                    <a:pt x="119894" y="53626"/>
                    <a:pt x="121172" y="38942"/>
                    <a:pt x="128201" y="29366"/>
                  </a:cubicBezTo>
                  <a:cubicBezTo>
                    <a:pt x="137786" y="17237"/>
                    <a:pt x="155677" y="17237"/>
                    <a:pt x="162706" y="17237"/>
                  </a:cubicBezTo>
                  <a:lnTo>
                    <a:pt x="163984" y="17237"/>
                  </a:lnTo>
                  <a:cubicBezTo>
                    <a:pt x="163984" y="17237"/>
                    <a:pt x="163984" y="17237"/>
                    <a:pt x="163984" y="17237"/>
                  </a:cubicBezTo>
                  <a:cubicBezTo>
                    <a:pt x="169735" y="17237"/>
                    <a:pt x="181237" y="21706"/>
                    <a:pt x="188266" y="31282"/>
                  </a:cubicBezTo>
                  <a:cubicBezTo>
                    <a:pt x="194656" y="40219"/>
                    <a:pt x="195295" y="52349"/>
                    <a:pt x="190183" y="65755"/>
                  </a:cubicBezTo>
                  <a:cubicBezTo>
                    <a:pt x="190183" y="66393"/>
                    <a:pt x="189544" y="67032"/>
                    <a:pt x="189544" y="68309"/>
                  </a:cubicBezTo>
                  <a:lnTo>
                    <a:pt x="190822" y="131510"/>
                  </a:lnTo>
                  <a:close/>
                </a:path>
              </a:pathLst>
            </a:custGeom>
            <a:solidFill>
              <a:srgbClr val="046A38"/>
            </a:solidFill>
            <a:ln w="6390" cap="flat">
              <a:noFill/>
              <a:prstDash val="solid"/>
              <a:miter/>
            </a:ln>
          </p:spPr>
          <p:txBody>
            <a:bodyPr rtlCol="0" anchor="ctr"/>
            <a:lstStyle/>
            <a:p>
              <a:endParaRPr lang="en-US"/>
            </a:p>
          </p:txBody>
        </p:sp>
        <p:sp>
          <p:nvSpPr>
            <p:cNvPr id="1207" name="Graphic 4">
              <a:extLst>
                <a:ext uri="{FF2B5EF4-FFF2-40B4-BE49-F238E27FC236}">
                  <a16:creationId xmlns:a16="http://schemas.microsoft.com/office/drawing/2014/main" id="{1D4D5523-CFE8-5D47-A8AE-EBE6A0EE1AB9}"/>
                </a:ext>
              </a:extLst>
            </p:cNvPr>
            <p:cNvSpPr/>
            <p:nvPr/>
          </p:nvSpPr>
          <p:spPr>
            <a:xfrm>
              <a:off x="679889" y="1067564"/>
              <a:ext cx="12779" cy="16598"/>
            </a:xfrm>
            <a:custGeom>
              <a:avLst/>
              <a:gdLst>
                <a:gd name="connsiteX0" fmla="*/ 12780 w 12779"/>
                <a:gd name="connsiteY0" fmla="*/ 10214 h 16598"/>
                <a:gd name="connsiteX1" fmla="*/ 12780 w 12779"/>
                <a:gd name="connsiteY1" fmla="*/ 6384 h 16598"/>
                <a:gd name="connsiteX2" fmla="*/ 6390 w 12779"/>
                <a:gd name="connsiteY2" fmla="*/ 0 h 16598"/>
                <a:gd name="connsiteX3" fmla="*/ 0 w 12779"/>
                <a:gd name="connsiteY3" fmla="*/ 6384 h 16598"/>
                <a:gd name="connsiteX4" fmla="*/ 0 w 12779"/>
                <a:gd name="connsiteY4" fmla="*/ 10214 h 16598"/>
                <a:gd name="connsiteX5" fmla="*/ 6390 w 12779"/>
                <a:gd name="connsiteY5" fmla="*/ 16598 h 16598"/>
                <a:gd name="connsiteX6" fmla="*/ 12780 w 12779"/>
                <a:gd name="connsiteY6" fmla="*/ 10214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16598">
                  <a:moveTo>
                    <a:pt x="12780" y="10214"/>
                  </a:moveTo>
                  <a:lnTo>
                    <a:pt x="12780" y="6384"/>
                  </a:lnTo>
                  <a:cubicBezTo>
                    <a:pt x="12780" y="2554"/>
                    <a:pt x="10224" y="0"/>
                    <a:pt x="6390" y="0"/>
                  </a:cubicBezTo>
                  <a:cubicBezTo>
                    <a:pt x="2556" y="0"/>
                    <a:pt x="0" y="2554"/>
                    <a:pt x="0" y="6384"/>
                  </a:cubicBezTo>
                  <a:lnTo>
                    <a:pt x="0" y="10214"/>
                  </a:lnTo>
                  <a:cubicBezTo>
                    <a:pt x="0" y="14045"/>
                    <a:pt x="2556" y="16598"/>
                    <a:pt x="6390" y="16598"/>
                  </a:cubicBezTo>
                  <a:cubicBezTo>
                    <a:pt x="10224" y="16598"/>
                    <a:pt x="12780" y="13406"/>
                    <a:pt x="12780" y="10214"/>
                  </a:cubicBezTo>
                  <a:close/>
                </a:path>
              </a:pathLst>
            </a:custGeom>
            <a:solidFill>
              <a:srgbClr val="046A38"/>
            </a:solidFill>
            <a:ln w="6390" cap="flat">
              <a:noFill/>
              <a:prstDash val="solid"/>
              <a:miter/>
            </a:ln>
          </p:spPr>
          <p:txBody>
            <a:bodyPr rtlCol="0" anchor="ctr"/>
            <a:lstStyle/>
            <a:p>
              <a:endParaRPr lang="en-US"/>
            </a:p>
          </p:txBody>
        </p:sp>
        <p:sp>
          <p:nvSpPr>
            <p:cNvPr id="1208" name="Graphic 4">
              <a:extLst>
                <a:ext uri="{FF2B5EF4-FFF2-40B4-BE49-F238E27FC236}">
                  <a16:creationId xmlns:a16="http://schemas.microsoft.com/office/drawing/2014/main" id="{DED53F4F-B925-724A-840B-DBFB9343D438}"/>
                </a:ext>
              </a:extLst>
            </p:cNvPr>
            <p:cNvSpPr/>
            <p:nvPr/>
          </p:nvSpPr>
          <p:spPr>
            <a:xfrm>
              <a:off x="706088" y="1077140"/>
              <a:ext cx="12779" cy="16598"/>
            </a:xfrm>
            <a:custGeom>
              <a:avLst/>
              <a:gdLst>
                <a:gd name="connsiteX0" fmla="*/ 12780 w 12779"/>
                <a:gd name="connsiteY0" fmla="*/ 10214 h 16598"/>
                <a:gd name="connsiteX1" fmla="*/ 12780 w 12779"/>
                <a:gd name="connsiteY1" fmla="*/ 6384 h 16598"/>
                <a:gd name="connsiteX2" fmla="*/ 6390 w 12779"/>
                <a:gd name="connsiteY2" fmla="*/ 0 h 16598"/>
                <a:gd name="connsiteX3" fmla="*/ 0 w 12779"/>
                <a:gd name="connsiteY3" fmla="*/ 6384 h 16598"/>
                <a:gd name="connsiteX4" fmla="*/ 0 w 12779"/>
                <a:gd name="connsiteY4" fmla="*/ 10214 h 16598"/>
                <a:gd name="connsiteX5" fmla="*/ 6390 w 12779"/>
                <a:gd name="connsiteY5" fmla="*/ 16598 h 16598"/>
                <a:gd name="connsiteX6" fmla="*/ 12780 w 12779"/>
                <a:gd name="connsiteY6" fmla="*/ 10214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16598">
                  <a:moveTo>
                    <a:pt x="12780" y="10214"/>
                  </a:moveTo>
                  <a:lnTo>
                    <a:pt x="12780" y="6384"/>
                  </a:lnTo>
                  <a:cubicBezTo>
                    <a:pt x="12780" y="2554"/>
                    <a:pt x="10224" y="0"/>
                    <a:pt x="6390" y="0"/>
                  </a:cubicBezTo>
                  <a:cubicBezTo>
                    <a:pt x="2556" y="0"/>
                    <a:pt x="0" y="2554"/>
                    <a:pt x="0" y="6384"/>
                  </a:cubicBezTo>
                  <a:lnTo>
                    <a:pt x="0" y="10214"/>
                  </a:lnTo>
                  <a:cubicBezTo>
                    <a:pt x="0" y="14045"/>
                    <a:pt x="2556" y="16598"/>
                    <a:pt x="6390" y="16598"/>
                  </a:cubicBezTo>
                  <a:cubicBezTo>
                    <a:pt x="10224" y="16598"/>
                    <a:pt x="12780" y="14045"/>
                    <a:pt x="12780" y="10214"/>
                  </a:cubicBezTo>
                  <a:close/>
                </a:path>
              </a:pathLst>
            </a:custGeom>
            <a:solidFill>
              <a:srgbClr val="046A38"/>
            </a:solidFill>
            <a:ln w="6390" cap="flat">
              <a:noFill/>
              <a:prstDash val="solid"/>
              <a:miter/>
            </a:ln>
          </p:spPr>
          <p:txBody>
            <a:bodyPr rtlCol="0" anchor="ctr"/>
            <a:lstStyle/>
            <a:p>
              <a:endParaRPr lang="en-US"/>
            </a:p>
          </p:txBody>
        </p:sp>
        <p:sp>
          <p:nvSpPr>
            <p:cNvPr id="1209" name="Graphic 4">
              <a:extLst>
                <a:ext uri="{FF2B5EF4-FFF2-40B4-BE49-F238E27FC236}">
                  <a16:creationId xmlns:a16="http://schemas.microsoft.com/office/drawing/2014/main" id="{BA1FF627-4E24-3C43-AD97-AAEA0B00EE45}"/>
                </a:ext>
              </a:extLst>
            </p:cNvPr>
            <p:cNvSpPr/>
            <p:nvPr/>
          </p:nvSpPr>
          <p:spPr>
            <a:xfrm>
              <a:off x="711200" y="1050966"/>
              <a:ext cx="12779" cy="16598"/>
            </a:xfrm>
            <a:custGeom>
              <a:avLst/>
              <a:gdLst>
                <a:gd name="connsiteX0" fmla="*/ 6390 w 12779"/>
                <a:gd name="connsiteY0" fmla="*/ 16598 h 16598"/>
                <a:gd name="connsiteX1" fmla="*/ 12780 w 12779"/>
                <a:gd name="connsiteY1" fmla="*/ 10214 h 16598"/>
                <a:gd name="connsiteX2" fmla="*/ 12780 w 12779"/>
                <a:gd name="connsiteY2" fmla="*/ 6384 h 16598"/>
                <a:gd name="connsiteX3" fmla="*/ 6390 w 12779"/>
                <a:gd name="connsiteY3" fmla="*/ 0 h 16598"/>
                <a:gd name="connsiteX4" fmla="*/ 0 w 12779"/>
                <a:gd name="connsiteY4" fmla="*/ 6384 h 16598"/>
                <a:gd name="connsiteX5" fmla="*/ 0 w 12779"/>
                <a:gd name="connsiteY5" fmla="*/ 10214 h 16598"/>
                <a:gd name="connsiteX6" fmla="*/ 6390 w 12779"/>
                <a:gd name="connsiteY6" fmla="*/ 16598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16598">
                  <a:moveTo>
                    <a:pt x="6390" y="16598"/>
                  </a:moveTo>
                  <a:cubicBezTo>
                    <a:pt x="10224" y="16598"/>
                    <a:pt x="12780" y="14045"/>
                    <a:pt x="12780" y="10214"/>
                  </a:cubicBezTo>
                  <a:lnTo>
                    <a:pt x="12780" y="6384"/>
                  </a:lnTo>
                  <a:cubicBezTo>
                    <a:pt x="12780" y="2554"/>
                    <a:pt x="10224" y="0"/>
                    <a:pt x="6390" y="0"/>
                  </a:cubicBezTo>
                  <a:cubicBezTo>
                    <a:pt x="2556" y="0"/>
                    <a:pt x="0" y="2554"/>
                    <a:pt x="0" y="6384"/>
                  </a:cubicBezTo>
                  <a:lnTo>
                    <a:pt x="0" y="10214"/>
                  </a:lnTo>
                  <a:cubicBezTo>
                    <a:pt x="0" y="14045"/>
                    <a:pt x="2556" y="16598"/>
                    <a:pt x="6390" y="16598"/>
                  </a:cubicBezTo>
                  <a:close/>
                </a:path>
              </a:pathLst>
            </a:custGeom>
            <a:solidFill>
              <a:srgbClr val="046A38"/>
            </a:solidFill>
            <a:ln w="6390" cap="flat">
              <a:noFill/>
              <a:prstDash val="solid"/>
              <a:miter/>
            </a:ln>
          </p:spPr>
          <p:txBody>
            <a:bodyPr rtlCol="0" anchor="ctr"/>
            <a:lstStyle/>
            <a:p>
              <a:endParaRPr lang="en-US"/>
            </a:p>
          </p:txBody>
        </p:sp>
        <p:sp>
          <p:nvSpPr>
            <p:cNvPr id="1210" name="Graphic 4">
              <a:extLst>
                <a:ext uri="{FF2B5EF4-FFF2-40B4-BE49-F238E27FC236}">
                  <a16:creationId xmlns:a16="http://schemas.microsoft.com/office/drawing/2014/main" id="{BB6A7CBB-876D-FA43-BDCD-D808319092DA}"/>
                </a:ext>
              </a:extLst>
            </p:cNvPr>
            <p:cNvSpPr/>
            <p:nvPr/>
          </p:nvSpPr>
          <p:spPr>
            <a:xfrm>
              <a:off x="686279" y="1102676"/>
              <a:ext cx="12779" cy="16598"/>
            </a:xfrm>
            <a:custGeom>
              <a:avLst/>
              <a:gdLst>
                <a:gd name="connsiteX0" fmla="*/ 6390 w 12779"/>
                <a:gd name="connsiteY0" fmla="*/ 16598 h 16598"/>
                <a:gd name="connsiteX1" fmla="*/ 12780 w 12779"/>
                <a:gd name="connsiteY1" fmla="*/ 10214 h 16598"/>
                <a:gd name="connsiteX2" fmla="*/ 12780 w 12779"/>
                <a:gd name="connsiteY2" fmla="*/ 6384 h 16598"/>
                <a:gd name="connsiteX3" fmla="*/ 6390 w 12779"/>
                <a:gd name="connsiteY3" fmla="*/ 0 h 16598"/>
                <a:gd name="connsiteX4" fmla="*/ 0 w 12779"/>
                <a:gd name="connsiteY4" fmla="*/ 6384 h 16598"/>
                <a:gd name="connsiteX5" fmla="*/ 0 w 12779"/>
                <a:gd name="connsiteY5" fmla="*/ 10214 h 16598"/>
                <a:gd name="connsiteX6" fmla="*/ 6390 w 12779"/>
                <a:gd name="connsiteY6" fmla="*/ 16598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16598">
                  <a:moveTo>
                    <a:pt x="6390" y="16598"/>
                  </a:moveTo>
                  <a:cubicBezTo>
                    <a:pt x="10224" y="16598"/>
                    <a:pt x="12780" y="14045"/>
                    <a:pt x="12780" y="10214"/>
                  </a:cubicBezTo>
                  <a:lnTo>
                    <a:pt x="12780" y="6384"/>
                  </a:lnTo>
                  <a:cubicBezTo>
                    <a:pt x="12780" y="2554"/>
                    <a:pt x="10224" y="0"/>
                    <a:pt x="6390" y="0"/>
                  </a:cubicBezTo>
                  <a:cubicBezTo>
                    <a:pt x="2556" y="0"/>
                    <a:pt x="0" y="2554"/>
                    <a:pt x="0" y="6384"/>
                  </a:cubicBezTo>
                  <a:lnTo>
                    <a:pt x="0" y="10214"/>
                  </a:lnTo>
                  <a:cubicBezTo>
                    <a:pt x="0" y="14045"/>
                    <a:pt x="2556" y="16598"/>
                    <a:pt x="6390" y="16598"/>
                  </a:cubicBezTo>
                  <a:close/>
                </a:path>
              </a:pathLst>
            </a:custGeom>
            <a:solidFill>
              <a:srgbClr val="046A38"/>
            </a:solidFill>
            <a:ln w="6390" cap="flat">
              <a:noFill/>
              <a:prstDash val="solid"/>
              <a:miter/>
            </a:ln>
          </p:spPr>
          <p:txBody>
            <a:bodyPr rtlCol="0" anchor="ctr"/>
            <a:lstStyle/>
            <a:p>
              <a:endParaRPr lang="en-US"/>
            </a:p>
          </p:txBody>
        </p:sp>
        <p:sp>
          <p:nvSpPr>
            <p:cNvPr id="1211" name="Graphic 4">
              <a:extLst>
                <a:ext uri="{FF2B5EF4-FFF2-40B4-BE49-F238E27FC236}">
                  <a16:creationId xmlns:a16="http://schemas.microsoft.com/office/drawing/2014/main" id="{48E8C044-053C-CC4C-A235-189B9FB6038B}"/>
                </a:ext>
              </a:extLst>
            </p:cNvPr>
            <p:cNvSpPr/>
            <p:nvPr/>
          </p:nvSpPr>
          <p:spPr>
            <a:xfrm>
              <a:off x="712477" y="1124381"/>
              <a:ext cx="12779" cy="16598"/>
            </a:xfrm>
            <a:custGeom>
              <a:avLst/>
              <a:gdLst>
                <a:gd name="connsiteX0" fmla="*/ 6390 w 12779"/>
                <a:gd name="connsiteY0" fmla="*/ 0 h 16598"/>
                <a:gd name="connsiteX1" fmla="*/ 0 w 12779"/>
                <a:gd name="connsiteY1" fmla="*/ 6384 h 16598"/>
                <a:gd name="connsiteX2" fmla="*/ 0 w 12779"/>
                <a:gd name="connsiteY2" fmla="*/ 10214 h 16598"/>
                <a:gd name="connsiteX3" fmla="*/ 6390 w 12779"/>
                <a:gd name="connsiteY3" fmla="*/ 16598 h 16598"/>
                <a:gd name="connsiteX4" fmla="*/ 12780 w 12779"/>
                <a:gd name="connsiteY4" fmla="*/ 10214 h 16598"/>
                <a:gd name="connsiteX5" fmla="*/ 12780 w 12779"/>
                <a:gd name="connsiteY5" fmla="*/ 6384 h 16598"/>
                <a:gd name="connsiteX6" fmla="*/ 6390 w 12779"/>
                <a:gd name="connsiteY6" fmla="*/ 0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16598">
                  <a:moveTo>
                    <a:pt x="6390" y="0"/>
                  </a:moveTo>
                  <a:cubicBezTo>
                    <a:pt x="2556" y="0"/>
                    <a:pt x="0" y="2554"/>
                    <a:pt x="0" y="6384"/>
                  </a:cubicBezTo>
                  <a:lnTo>
                    <a:pt x="0" y="10214"/>
                  </a:lnTo>
                  <a:cubicBezTo>
                    <a:pt x="0" y="14045"/>
                    <a:pt x="2556" y="16598"/>
                    <a:pt x="6390" y="16598"/>
                  </a:cubicBezTo>
                  <a:cubicBezTo>
                    <a:pt x="10224" y="16598"/>
                    <a:pt x="12780" y="14045"/>
                    <a:pt x="12780" y="10214"/>
                  </a:cubicBezTo>
                  <a:lnTo>
                    <a:pt x="12780" y="6384"/>
                  </a:lnTo>
                  <a:cubicBezTo>
                    <a:pt x="12780" y="2554"/>
                    <a:pt x="10224" y="0"/>
                    <a:pt x="6390" y="0"/>
                  </a:cubicBezTo>
                  <a:close/>
                </a:path>
              </a:pathLst>
            </a:custGeom>
            <a:solidFill>
              <a:srgbClr val="046A38"/>
            </a:solidFill>
            <a:ln w="6390" cap="flat">
              <a:noFill/>
              <a:prstDash val="solid"/>
              <a:miter/>
            </a:ln>
          </p:spPr>
          <p:txBody>
            <a:bodyPr rtlCol="0" anchor="ctr"/>
            <a:lstStyle/>
            <a:p>
              <a:endParaRPr lang="en-US"/>
            </a:p>
          </p:txBody>
        </p:sp>
        <p:sp>
          <p:nvSpPr>
            <p:cNvPr id="1212" name="Graphic 4">
              <a:extLst>
                <a:ext uri="{FF2B5EF4-FFF2-40B4-BE49-F238E27FC236}">
                  <a16:creationId xmlns:a16="http://schemas.microsoft.com/office/drawing/2014/main" id="{F35E2CF1-925D-3F4C-979A-E7758B2CD448}"/>
                </a:ext>
              </a:extLst>
            </p:cNvPr>
            <p:cNvSpPr/>
            <p:nvPr/>
          </p:nvSpPr>
          <p:spPr>
            <a:xfrm>
              <a:off x="687557" y="1136511"/>
              <a:ext cx="12779" cy="16598"/>
            </a:xfrm>
            <a:custGeom>
              <a:avLst/>
              <a:gdLst>
                <a:gd name="connsiteX0" fmla="*/ 6390 w 12779"/>
                <a:gd name="connsiteY0" fmla="*/ 0 h 16598"/>
                <a:gd name="connsiteX1" fmla="*/ 0 w 12779"/>
                <a:gd name="connsiteY1" fmla="*/ 6384 h 16598"/>
                <a:gd name="connsiteX2" fmla="*/ 0 w 12779"/>
                <a:gd name="connsiteY2" fmla="*/ 10214 h 16598"/>
                <a:gd name="connsiteX3" fmla="*/ 6390 w 12779"/>
                <a:gd name="connsiteY3" fmla="*/ 16598 h 16598"/>
                <a:gd name="connsiteX4" fmla="*/ 12780 w 12779"/>
                <a:gd name="connsiteY4" fmla="*/ 10214 h 16598"/>
                <a:gd name="connsiteX5" fmla="*/ 12780 w 12779"/>
                <a:gd name="connsiteY5" fmla="*/ 6384 h 16598"/>
                <a:gd name="connsiteX6" fmla="*/ 6390 w 12779"/>
                <a:gd name="connsiteY6" fmla="*/ 0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16598">
                  <a:moveTo>
                    <a:pt x="6390" y="0"/>
                  </a:moveTo>
                  <a:cubicBezTo>
                    <a:pt x="2556" y="0"/>
                    <a:pt x="0" y="2554"/>
                    <a:pt x="0" y="6384"/>
                  </a:cubicBezTo>
                  <a:lnTo>
                    <a:pt x="0" y="10214"/>
                  </a:lnTo>
                  <a:cubicBezTo>
                    <a:pt x="0" y="14045"/>
                    <a:pt x="2556" y="16598"/>
                    <a:pt x="6390" y="16598"/>
                  </a:cubicBezTo>
                  <a:cubicBezTo>
                    <a:pt x="10224" y="16598"/>
                    <a:pt x="12780" y="14045"/>
                    <a:pt x="12780" y="10214"/>
                  </a:cubicBezTo>
                  <a:lnTo>
                    <a:pt x="12780" y="6384"/>
                  </a:lnTo>
                  <a:cubicBezTo>
                    <a:pt x="12780" y="2554"/>
                    <a:pt x="9585" y="0"/>
                    <a:pt x="6390" y="0"/>
                  </a:cubicBezTo>
                  <a:close/>
                </a:path>
              </a:pathLst>
            </a:custGeom>
            <a:solidFill>
              <a:srgbClr val="046A38"/>
            </a:solidFill>
            <a:ln w="6390" cap="flat">
              <a:noFill/>
              <a:prstDash val="solid"/>
              <a:miter/>
            </a:ln>
          </p:spPr>
          <p:txBody>
            <a:bodyPr rtlCol="0" anchor="ctr"/>
            <a:lstStyle/>
            <a:p>
              <a:endParaRPr lang="en-US"/>
            </a:p>
          </p:txBody>
        </p:sp>
      </p:grpSp>
      <p:grpSp>
        <p:nvGrpSpPr>
          <p:cNvPr id="1213" name="Graphic 4">
            <a:extLst>
              <a:ext uri="{FF2B5EF4-FFF2-40B4-BE49-F238E27FC236}">
                <a16:creationId xmlns:a16="http://schemas.microsoft.com/office/drawing/2014/main" id="{BC113685-A082-2849-8A70-16AF0FD5BE8D}"/>
              </a:ext>
            </a:extLst>
          </p:cNvPr>
          <p:cNvGrpSpPr/>
          <p:nvPr/>
        </p:nvGrpSpPr>
        <p:grpSpPr>
          <a:xfrm>
            <a:off x="467743" y="2371173"/>
            <a:ext cx="361670" cy="361333"/>
            <a:chOff x="467743" y="2371173"/>
            <a:chExt cx="361670" cy="361333"/>
          </a:xfrm>
          <a:solidFill>
            <a:srgbClr val="046A38"/>
          </a:solidFill>
        </p:grpSpPr>
        <p:sp>
          <p:nvSpPr>
            <p:cNvPr id="1214" name="Graphic 4">
              <a:extLst>
                <a:ext uri="{FF2B5EF4-FFF2-40B4-BE49-F238E27FC236}">
                  <a16:creationId xmlns:a16="http://schemas.microsoft.com/office/drawing/2014/main" id="{99606626-1F6B-4347-BF93-8DCD324C4FD0}"/>
                </a:ext>
              </a:extLst>
            </p:cNvPr>
            <p:cNvSpPr/>
            <p:nvPr/>
          </p:nvSpPr>
          <p:spPr>
            <a:xfrm>
              <a:off x="467743"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215" name="Graphic 4">
              <a:extLst>
                <a:ext uri="{FF2B5EF4-FFF2-40B4-BE49-F238E27FC236}">
                  <a16:creationId xmlns:a16="http://schemas.microsoft.com/office/drawing/2014/main" id="{299136FF-2C87-2645-9F59-B2F6E6384764}"/>
                </a:ext>
              </a:extLst>
            </p:cNvPr>
            <p:cNvSpPr/>
            <p:nvPr/>
          </p:nvSpPr>
          <p:spPr>
            <a:xfrm>
              <a:off x="536980" y="2461437"/>
              <a:ext cx="222143" cy="193823"/>
            </a:xfrm>
            <a:custGeom>
              <a:avLst/>
              <a:gdLst>
                <a:gd name="connsiteX0" fmla="*/ 153771 w 222143"/>
                <a:gd name="connsiteY0" fmla="*/ 3581 h 193823"/>
                <a:gd name="connsiteX1" fmla="*/ 126934 w 222143"/>
                <a:gd name="connsiteY1" fmla="*/ 6773 h 193823"/>
                <a:gd name="connsiteX2" fmla="*/ 96262 w 222143"/>
                <a:gd name="connsiteY2" fmla="*/ 3581 h 193823"/>
                <a:gd name="connsiteX3" fmla="*/ 30446 w 222143"/>
                <a:gd name="connsiteY3" fmla="*/ 11880 h 193823"/>
                <a:gd name="connsiteX4" fmla="*/ 413 w 222143"/>
                <a:gd name="connsiteY4" fmla="*/ 89765 h 193823"/>
                <a:gd name="connsiteX5" fmla="*/ 26612 w 222143"/>
                <a:gd name="connsiteY5" fmla="*/ 143390 h 193823"/>
                <a:gd name="connsiteX6" fmla="*/ 37475 w 222143"/>
                <a:gd name="connsiteY6" fmla="*/ 153605 h 193823"/>
                <a:gd name="connsiteX7" fmla="*/ 110959 w 222143"/>
                <a:gd name="connsiteY7" fmla="*/ 193824 h 193823"/>
                <a:gd name="connsiteX8" fmla="*/ 159522 w 222143"/>
                <a:gd name="connsiteY8" fmla="*/ 170203 h 193823"/>
                <a:gd name="connsiteX9" fmla="*/ 171663 w 222143"/>
                <a:gd name="connsiteY9" fmla="*/ 159989 h 193823"/>
                <a:gd name="connsiteX10" fmla="*/ 173580 w 222143"/>
                <a:gd name="connsiteY10" fmla="*/ 158712 h 193823"/>
                <a:gd name="connsiteX11" fmla="*/ 222144 w 222143"/>
                <a:gd name="connsiteY11" fmla="*/ 89765 h 193823"/>
                <a:gd name="connsiteX12" fmla="*/ 202335 w 222143"/>
                <a:gd name="connsiteY12" fmla="*/ 12518 h 193823"/>
                <a:gd name="connsiteX13" fmla="*/ 153771 w 222143"/>
                <a:gd name="connsiteY13" fmla="*/ 3581 h 193823"/>
                <a:gd name="connsiteX14" fmla="*/ 167190 w 222143"/>
                <a:gd name="connsiteY14" fmla="*/ 148497 h 193823"/>
                <a:gd name="connsiteX15" fmla="*/ 165273 w 222143"/>
                <a:gd name="connsiteY15" fmla="*/ 149774 h 193823"/>
                <a:gd name="connsiteX16" fmla="*/ 151854 w 222143"/>
                <a:gd name="connsiteY16" fmla="*/ 160627 h 193823"/>
                <a:gd name="connsiteX17" fmla="*/ 111598 w 222143"/>
                <a:gd name="connsiteY17" fmla="*/ 181056 h 193823"/>
                <a:gd name="connsiteX18" fmla="*/ 47059 w 222143"/>
                <a:gd name="connsiteY18" fmla="*/ 145305 h 193823"/>
                <a:gd name="connsiteX19" fmla="*/ 34919 w 222143"/>
                <a:gd name="connsiteY19" fmla="*/ 133814 h 193823"/>
                <a:gd name="connsiteX20" fmla="*/ 12554 w 222143"/>
                <a:gd name="connsiteY20" fmla="*/ 91042 h 193823"/>
                <a:gd name="connsiteX21" fmla="*/ 39392 w 222143"/>
                <a:gd name="connsiteY21" fmla="*/ 20179 h 193823"/>
                <a:gd name="connsiteX22" fmla="*/ 63034 w 222143"/>
                <a:gd name="connsiteY22" fmla="*/ 12518 h 193823"/>
                <a:gd name="connsiteX23" fmla="*/ 93706 w 222143"/>
                <a:gd name="connsiteY23" fmla="*/ 15710 h 193823"/>
                <a:gd name="connsiteX24" fmla="*/ 126295 w 222143"/>
                <a:gd name="connsiteY24" fmla="*/ 19541 h 193823"/>
                <a:gd name="connsiteX25" fmla="*/ 155688 w 222143"/>
                <a:gd name="connsiteY25" fmla="*/ 15710 h 193823"/>
                <a:gd name="connsiteX26" fmla="*/ 192750 w 222143"/>
                <a:gd name="connsiteY26" fmla="*/ 21456 h 193823"/>
                <a:gd name="connsiteX27" fmla="*/ 209364 w 222143"/>
                <a:gd name="connsiteY27" fmla="*/ 90403 h 193823"/>
                <a:gd name="connsiteX28" fmla="*/ 167190 w 222143"/>
                <a:gd name="connsiteY28" fmla="*/ 148497 h 193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22143" h="193823">
                  <a:moveTo>
                    <a:pt x="153771" y="3581"/>
                  </a:moveTo>
                  <a:cubicBezTo>
                    <a:pt x="145465" y="5496"/>
                    <a:pt x="136519" y="6773"/>
                    <a:pt x="126934" y="6773"/>
                  </a:cubicBezTo>
                  <a:cubicBezTo>
                    <a:pt x="117349" y="6773"/>
                    <a:pt x="106486" y="4858"/>
                    <a:pt x="96262" y="3581"/>
                  </a:cubicBezTo>
                  <a:cubicBezTo>
                    <a:pt x="71341" y="-249"/>
                    <a:pt x="46421" y="-4718"/>
                    <a:pt x="30446" y="11880"/>
                  </a:cubicBezTo>
                  <a:cubicBezTo>
                    <a:pt x="12554" y="31032"/>
                    <a:pt x="2969" y="65506"/>
                    <a:pt x="413" y="89765"/>
                  </a:cubicBezTo>
                  <a:cubicBezTo>
                    <a:pt x="-2782" y="117216"/>
                    <a:pt x="13193" y="131261"/>
                    <a:pt x="26612" y="143390"/>
                  </a:cubicBezTo>
                  <a:cubicBezTo>
                    <a:pt x="30446" y="147221"/>
                    <a:pt x="34280" y="150413"/>
                    <a:pt x="37475" y="153605"/>
                  </a:cubicBezTo>
                  <a:cubicBezTo>
                    <a:pt x="57922" y="175310"/>
                    <a:pt x="77092" y="193824"/>
                    <a:pt x="110959" y="193824"/>
                  </a:cubicBezTo>
                  <a:cubicBezTo>
                    <a:pt x="131407" y="193824"/>
                    <a:pt x="146743" y="181056"/>
                    <a:pt x="159522" y="170203"/>
                  </a:cubicBezTo>
                  <a:cubicBezTo>
                    <a:pt x="163995" y="166372"/>
                    <a:pt x="167829" y="163181"/>
                    <a:pt x="171663" y="159989"/>
                  </a:cubicBezTo>
                  <a:lnTo>
                    <a:pt x="173580" y="158712"/>
                  </a:lnTo>
                  <a:cubicBezTo>
                    <a:pt x="198501" y="140837"/>
                    <a:pt x="222144" y="123600"/>
                    <a:pt x="222144" y="89765"/>
                  </a:cubicBezTo>
                  <a:cubicBezTo>
                    <a:pt x="222144" y="63590"/>
                    <a:pt x="219588" y="31032"/>
                    <a:pt x="202335" y="12518"/>
                  </a:cubicBezTo>
                  <a:cubicBezTo>
                    <a:pt x="187638" y="-3441"/>
                    <a:pt x="171663" y="-249"/>
                    <a:pt x="153771" y="3581"/>
                  </a:cubicBezTo>
                  <a:close/>
                  <a:moveTo>
                    <a:pt x="167190" y="148497"/>
                  </a:moveTo>
                  <a:lnTo>
                    <a:pt x="165273" y="149774"/>
                  </a:lnTo>
                  <a:cubicBezTo>
                    <a:pt x="160800" y="152966"/>
                    <a:pt x="156327" y="156797"/>
                    <a:pt x="151854" y="160627"/>
                  </a:cubicBezTo>
                  <a:cubicBezTo>
                    <a:pt x="139075" y="171480"/>
                    <a:pt x="127573" y="181056"/>
                    <a:pt x="111598" y="181056"/>
                  </a:cubicBezTo>
                  <a:cubicBezTo>
                    <a:pt x="82843" y="181056"/>
                    <a:pt x="66868" y="166372"/>
                    <a:pt x="47059" y="145305"/>
                  </a:cubicBezTo>
                  <a:cubicBezTo>
                    <a:pt x="43226" y="141475"/>
                    <a:pt x="39392" y="137645"/>
                    <a:pt x="34919" y="133814"/>
                  </a:cubicBezTo>
                  <a:cubicBezTo>
                    <a:pt x="21500" y="122323"/>
                    <a:pt x="9998" y="112109"/>
                    <a:pt x="12554" y="91042"/>
                  </a:cubicBezTo>
                  <a:cubicBezTo>
                    <a:pt x="15110" y="66782"/>
                    <a:pt x="24695" y="36139"/>
                    <a:pt x="39392" y="20179"/>
                  </a:cubicBezTo>
                  <a:cubicBezTo>
                    <a:pt x="45142" y="14434"/>
                    <a:pt x="53449" y="12518"/>
                    <a:pt x="63034" y="12518"/>
                  </a:cubicBezTo>
                  <a:cubicBezTo>
                    <a:pt x="71980" y="12518"/>
                    <a:pt x="82843" y="14434"/>
                    <a:pt x="93706" y="15710"/>
                  </a:cubicBezTo>
                  <a:cubicBezTo>
                    <a:pt x="104569" y="17626"/>
                    <a:pt x="116071" y="19541"/>
                    <a:pt x="126295" y="19541"/>
                  </a:cubicBezTo>
                  <a:cubicBezTo>
                    <a:pt x="137158" y="19541"/>
                    <a:pt x="147381" y="17626"/>
                    <a:pt x="155688" y="15710"/>
                  </a:cubicBezTo>
                  <a:cubicBezTo>
                    <a:pt x="172941" y="12518"/>
                    <a:pt x="183165" y="11242"/>
                    <a:pt x="192750" y="21456"/>
                  </a:cubicBezTo>
                  <a:cubicBezTo>
                    <a:pt x="207447" y="37416"/>
                    <a:pt x="209364" y="68059"/>
                    <a:pt x="209364" y="90403"/>
                  </a:cubicBezTo>
                  <a:cubicBezTo>
                    <a:pt x="210003" y="117854"/>
                    <a:pt x="190194" y="131899"/>
                    <a:pt x="167190" y="148497"/>
                  </a:cubicBezTo>
                  <a:close/>
                </a:path>
              </a:pathLst>
            </a:custGeom>
            <a:solidFill>
              <a:srgbClr val="046A38"/>
            </a:solidFill>
            <a:ln w="6390" cap="flat">
              <a:noFill/>
              <a:prstDash val="solid"/>
              <a:miter/>
            </a:ln>
          </p:spPr>
          <p:txBody>
            <a:bodyPr rtlCol="0" anchor="ctr"/>
            <a:lstStyle/>
            <a:p>
              <a:endParaRPr lang="en-US"/>
            </a:p>
          </p:txBody>
        </p:sp>
        <p:sp>
          <p:nvSpPr>
            <p:cNvPr id="1216" name="Graphic 4">
              <a:extLst>
                <a:ext uri="{FF2B5EF4-FFF2-40B4-BE49-F238E27FC236}">
                  <a16:creationId xmlns:a16="http://schemas.microsoft.com/office/drawing/2014/main" id="{8B8A72B6-A525-3342-8C81-F95FDC0B03DD}"/>
                </a:ext>
              </a:extLst>
            </p:cNvPr>
            <p:cNvSpPr/>
            <p:nvPr/>
          </p:nvSpPr>
          <p:spPr>
            <a:xfrm>
              <a:off x="610238" y="2507790"/>
              <a:ext cx="85625" cy="85545"/>
            </a:xfrm>
            <a:custGeom>
              <a:avLst/>
              <a:gdLst>
                <a:gd name="connsiteX0" fmla="*/ 42813 w 85625"/>
                <a:gd name="connsiteY0" fmla="*/ 0 h 85545"/>
                <a:gd name="connsiteX1" fmla="*/ 0 w 85625"/>
                <a:gd name="connsiteY1" fmla="*/ 42773 h 85545"/>
                <a:gd name="connsiteX2" fmla="*/ 42813 w 85625"/>
                <a:gd name="connsiteY2" fmla="*/ 85545 h 85545"/>
                <a:gd name="connsiteX3" fmla="*/ 85625 w 85625"/>
                <a:gd name="connsiteY3" fmla="*/ 42773 h 85545"/>
                <a:gd name="connsiteX4" fmla="*/ 42813 w 85625"/>
                <a:gd name="connsiteY4" fmla="*/ 0 h 85545"/>
                <a:gd name="connsiteX5" fmla="*/ 42813 w 85625"/>
                <a:gd name="connsiteY5" fmla="*/ 72139 h 85545"/>
                <a:gd name="connsiteX6" fmla="*/ 12780 w 85625"/>
                <a:gd name="connsiteY6" fmla="*/ 42134 h 85545"/>
                <a:gd name="connsiteX7" fmla="*/ 42813 w 85625"/>
                <a:gd name="connsiteY7" fmla="*/ 12130 h 85545"/>
                <a:gd name="connsiteX8" fmla="*/ 72845 w 85625"/>
                <a:gd name="connsiteY8" fmla="*/ 42134 h 85545"/>
                <a:gd name="connsiteX9" fmla="*/ 42813 w 85625"/>
                <a:gd name="connsiteY9" fmla="*/ 72139 h 85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625" h="85545">
                  <a:moveTo>
                    <a:pt x="42813" y="0"/>
                  </a:moveTo>
                  <a:cubicBezTo>
                    <a:pt x="19170" y="0"/>
                    <a:pt x="0" y="19152"/>
                    <a:pt x="0" y="42773"/>
                  </a:cubicBezTo>
                  <a:cubicBezTo>
                    <a:pt x="0" y="66393"/>
                    <a:pt x="19170" y="85545"/>
                    <a:pt x="42813" y="85545"/>
                  </a:cubicBezTo>
                  <a:cubicBezTo>
                    <a:pt x="66455" y="85545"/>
                    <a:pt x="85625" y="66393"/>
                    <a:pt x="85625" y="42773"/>
                  </a:cubicBezTo>
                  <a:cubicBezTo>
                    <a:pt x="85625" y="19152"/>
                    <a:pt x="66455" y="0"/>
                    <a:pt x="42813" y="0"/>
                  </a:cubicBezTo>
                  <a:close/>
                  <a:moveTo>
                    <a:pt x="42813" y="72139"/>
                  </a:moveTo>
                  <a:cubicBezTo>
                    <a:pt x="26199" y="72139"/>
                    <a:pt x="12780" y="58733"/>
                    <a:pt x="12780" y="42134"/>
                  </a:cubicBezTo>
                  <a:cubicBezTo>
                    <a:pt x="12780" y="25536"/>
                    <a:pt x="26199" y="12130"/>
                    <a:pt x="42813" y="12130"/>
                  </a:cubicBezTo>
                  <a:cubicBezTo>
                    <a:pt x="59426" y="12130"/>
                    <a:pt x="72845" y="25536"/>
                    <a:pt x="72845" y="42134"/>
                  </a:cubicBezTo>
                  <a:cubicBezTo>
                    <a:pt x="72845" y="58733"/>
                    <a:pt x="59426" y="72139"/>
                    <a:pt x="42813" y="72139"/>
                  </a:cubicBezTo>
                  <a:close/>
                </a:path>
              </a:pathLst>
            </a:custGeom>
            <a:solidFill>
              <a:srgbClr val="046A38"/>
            </a:solidFill>
            <a:ln w="6390" cap="flat">
              <a:noFill/>
              <a:prstDash val="solid"/>
              <a:miter/>
            </a:ln>
          </p:spPr>
          <p:txBody>
            <a:bodyPr rtlCol="0" anchor="ctr"/>
            <a:lstStyle/>
            <a:p>
              <a:endParaRPr lang="en-US"/>
            </a:p>
          </p:txBody>
        </p:sp>
        <p:sp>
          <p:nvSpPr>
            <p:cNvPr id="1217" name="Graphic 4">
              <a:extLst>
                <a:ext uri="{FF2B5EF4-FFF2-40B4-BE49-F238E27FC236}">
                  <a16:creationId xmlns:a16="http://schemas.microsoft.com/office/drawing/2014/main" id="{9DA3BB4C-64EF-0946-898D-6540234DD3F1}"/>
                </a:ext>
              </a:extLst>
            </p:cNvPr>
            <p:cNvSpPr/>
            <p:nvPr/>
          </p:nvSpPr>
          <p:spPr>
            <a:xfrm>
              <a:off x="649856" y="2544179"/>
              <a:ext cx="28754" cy="28727"/>
            </a:xfrm>
            <a:custGeom>
              <a:avLst/>
              <a:gdLst>
                <a:gd name="connsiteX0" fmla="*/ 15975 w 28754"/>
                <a:gd name="connsiteY0" fmla="*/ 6384 h 28727"/>
                <a:gd name="connsiteX1" fmla="*/ 6390 w 28754"/>
                <a:gd name="connsiteY1" fmla="*/ 15960 h 28727"/>
                <a:gd name="connsiteX2" fmla="*/ 0 w 28754"/>
                <a:gd name="connsiteY2" fmla="*/ 22344 h 28727"/>
                <a:gd name="connsiteX3" fmla="*/ 6390 w 28754"/>
                <a:gd name="connsiteY3" fmla="*/ 28728 h 28727"/>
                <a:gd name="connsiteX4" fmla="*/ 28755 w 28754"/>
                <a:gd name="connsiteY4" fmla="*/ 6384 h 28727"/>
                <a:gd name="connsiteX5" fmla="*/ 22365 w 28754"/>
                <a:gd name="connsiteY5" fmla="*/ 0 h 28727"/>
                <a:gd name="connsiteX6" fmla="*/ 15975 w 28754"/>
                <a:gd name="connsiteY6" fmla="*/ 6384 h 28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54" h="28727">
                  <a:moveTo>
                    <a:pt x="15975" y="6384"/>
                  </a:moveTo>
                  <a:cubicBezTo>
                    <a:pt x="15975" y="11491"/>
                    <a:pt x="11502" y="15960"/>
                    <a:pt x="6390" y="15960"/>
                  </a:cubicBezTo>
                  <a:cubicBezTo>
                    <a:pt x="2556" y="15960"/>
                    <a:pt x="0" y="18514"/>
                    <a:pt x="0" y="22344"/>
                  </a:cubicBezTo>
                  <a:cubicBezTo>
                    <a:pt x="0" y="26174"/>
                    <a:pt x="2556" y="28728"/>
                    <a:pt x="6390" y="28728"/>
                  </a:cubicBezTo>
                  <a:cubicBezTo>
                    <a:pt x="18531" y="28728"/>
                    <a:pt x="28755" y="18514"/>
                    <a:pt x="28755" y="6384"/>
                  </a:cubicBezTo>
                  <a:cubicBezTo>
                    <a:pt x="28755" y="2554"/>
                    <a:pt x="26199" y="0"/>
                    <a:pt x="22365" y="0"/>
                  </a:cubicBezTo>
                  <a:cubicBezTo>
                    <a:pt x="18531" y="0"/>
                    <a:pt x="15975" y="2554"/>
                    <a:pt x="15975" y="6384"/>
                  </a:cubicBezTo>
                  <a:close/>
                </a:path>
              </a:pathLst>
            </a:custGeom>
            <a:solidFill>
              <a:srgbClr val="046A38"/>
            </a:solidFill>
            <a:ln w="6390" cap="flat">
              <a:noFill/>
              <a:prstDash val="solid"/>
              <a:miter/>
            </a:ln>
          </p:spPr>
          <p:txBody>
            <a:bodyPr rtlCol="0" anchor="ctr"/>
            <a:lstStyle/>
            <a:p>
              <a:endParaRPr lang="en-US"/>
            </a:p>
          </p:txBody>
        </p:sp>
        <p:sp>
          <p:nvSpPr>
            <p:cNvPr id="1218" name="Graphic 4">
              <a:extLst>
                <a:ext uri="{FF2B5EF4-FFF2-40B4-BE49-F238E27FC236}">
                  <a16:creationId xmlns:a16="http://schemas.microsoft.com/office/drawing/2014/main" id="{6E53DB6E-F75F-6F44-AD58-A117D53A121C}"/>
                </a:ext>
              </a:extLst>
            </p:cNvPr>
            <p:cNvSpPr/>
            <p:nvPr/>
          </p:nvSpPr>
          <p:spPr>
            <a:xfrm>
              <a:off x="716311" y="2550442"/>
              <a:ext cx="26319" cy="35871"/>
            </a:xfrm>
            <a:custGeom>
              <a:avLst/>
              <a:gdLst>
                <a:gd name="connsiteX0" fmla="*/ 13419 w 26319"/>
                <a:gd name="connsiteY0" fmla="*/ 5228 h 35871"/>
                <a:gd name="connsiteX1" fmla="*/ 1917 w 26319"/>
                <a:gd name="connsiteY1" fmla="*/ 25018 h 35871"/>
                <a:gd name="connsiteX2" fmla="*/ 1917 w 26319"/>
                <a:gd name="connsiteY2" fmla="*/ 33956 h 35871"/>
                <a:gd name="connsiteX3" fmla="*/ 6390 w 26319"/>
                <a:gd name="connsiteY3" fmla="*/ 35871 h 35871"/>
                <a:gd name="connsiteX4" fmla="*/ 10863 w 26319"/>
                <a:gd name="connsiteY4" fmla="*/ 33956 h 35871"/>
                <a:gd name="connsiteX5" fmla="*/ 26199 w 26319"/>
                <a:gd name="connsiteY5" fmla="*/ 7782 h 35871"/>
                <a:gd name="connsiteX6" fmla="*/ 21087 w 26319"/>
                <a:gd name="connsiteY6" fmla="*/ 121 h 35871"/>
                <a:gd name="connsiteX7" fmla="*/ 13419 w 26319"/>
                <a:gd name="connsiteY7" fmla="*/ 5228 h 35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19" h="35871">
                  <a:moveTo>
                    <a:pt x="13419" y="5228"/>
                  </a:moveTo>
                  <a:cubicBezTo>
                    <a:pt x="12141" y="12251"/>
                    <a:pt x="8307" y="18634"/>
                    <a:pt x="1917" y="25018"/>
                  </a:cubicBezTo>
                  <a:cubicBezTo>
                    <a:pt x="-639" y="27572"/>
                    <a:pt x="-639" y="31402"/>
                    <a:pt x="1917" y="33956"/>
                  </a:cubicBezTo>
                  <a:cubicBezTo>
                    <a:pt x="3195" y="35233"/>
                    <a:pt x="5112" y="35871"/>
                    <a:pt x="6390" y="35871"/>
                  </a:cubicBezTo>
                  <a:cubicBezTo>
                    <a:pt x="8307" y="35871"/>
                    <a:pt x="9585" y="35233"/>
                    <a:pt x="10863" y="33956"/>
                  </a:cubicBezTo>
                  <a:cubicBezTo>
                    <a:pt x="19170" y="25657"/>
                    <a:pt x="24282" y="17358"/>
                    <a:pt x="26199" y="7782"/>
                  </a:cubicBezTo>
                  <a:cubicBezTo>
                    <a:pt x="26838" y="4590"/>
                    <a:pt x="24921" y="759"/>
                    <a:pt x="21087" y="121"/>
                  </a:cubicBezTo>
                  <a:cubicBezTo>
                    <a:pt x="17253" y="-517"/>
                    <a:pt x="14058" y="1398"/>
                    <a:pt x="13419" y="5228"/>
                  </a:cubicBezTo>
                  <a:close/>
                </a:path>
              </a:pathLst>
            </a:custGeom>
            <a:solidFill>
              <a:srgbClr val="046A38"/>
            </a:solidFill>
            <a:ln w="6390" cap="flat">
              <a:noFill/>
              <a:prstDash val="solid"/>
              <a:miter/>
            </a:ln>
          </p:spPr>
          <p:txBody>
            <a:bodyPr rtlCol="0" anchor="ctr"/>
            <a:lstStyle/>
            <a:p>
              <a:endParaRPr lang="en-US"/>
            </a:p>
          </p:txBody>
        </p:sp>
        <p:sp>
          <p:nvSpPr>
            <p:cNvPr id="1219" name="Graphic 4">
              <a:extLst>
                <a:ext uri="{FF2B5EF4-FFF2-40B4-BE49-F238E27FC236}">
                  <a16:creationId xmlns:a16="http://schemas.microsoft.com/office/drawing/2014/main" id="{71EF19DF-B5ED-1347-B5B7-F43B708F51FE}"/>
                </a:ext>
              </a:extLst>
            </p:cNvPr>
            <p:cNvSpPr/>
            <p:nvPr/>
          </p:nvSpPr>
          <p:spPr>
            <a:xfrm>
              <a:off x="625085" y="2617156"/>
              <a:ext cx="45658" cy="18314"/>
            </a:xfrm>
            <a:custGeom>
              <a:avLst/>
              <a:gdLst>
                <a:gd name="connsiteX0" fmla="*/ 35634 w 45658"/>
                <a:gd name="connsiteY0" fmla="*/ 1077 h 18314"/>
                <a:gd name="connsiteX1" fmla="*/ 22855 w 45658"/>
                <a:gd name="connsiteY1" fmla="*/ 5546 h 18314"/>
                <a:gd name="connsiteX2" fmla="*/ 8797 w 45658"/>
                <a:gd name="connsiteY2" fmla="*/ 2992 h 18314"/>
                <a:gd name="connsiteX3" fmla="*/ 490 w 45658"/>
                <a:gd name="connsiteY3" fmla="*/ 6184 h 18314"/>
                <a:gd name="connsiteX4" fmla="*/ 3685 w 45658"/>
                <a:gd name="connsiteY4" fmla="*/ 14484 h 18314"/>
                <a:gd name="connsiteX5" fmla="*/ 22855 w 45658"/>
                <a:gd name="connsiteY5" fmla="*/ 18314 h 18314"/>
                <a:gd name="connsiteX6" fmla="*/ 42663 w 45658"/>
                <a:gd name="connsiteY6" fmla="*/ 11930 h 18314"/>
                <a:gd name="connsiteX7" fmla="*/ 44580 w 45658"/>
                <a:gd name="connsiteY7" fmla="*/ 2992 h 18314"/>
                <a:gd name="connsiteX8" fmla="*/ 35634 w 45658"/>
                <a:gd name="connsiteY8" fmla="*/ 1077 h 1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658" h="18314">
                  <a:moveTo>
                    <a:pt x="35634" y="1077"/>
                  </a:moveTo>
                  <a:cubicBezTo>
                    <a:pt x="31161" y="4269"/>
                    <a:pt x="27327" y="5546"/>
                    <a:pt x="22855" y="5546"/>
                  </a:cubicBezTo>
                  <a:cubicBezTo>
                    <a:pt x="17743" y="5546"/>
                    <a:pt x="12631" y="4908"/>
                    <a:pt x="8797" y="2992"/>
                  </a:cubicBezTo>
                  <a:cubicBezTo>
                    <a:pt x="5602" y="1716"/>
                    <a:pt x="1768" y="2992"/>
                    <a:pt x="490" y="6184"/>
                  </a:cubicBezTo>
                  <a:cubicBezTo>
                    <a:pt x="-788" y="9376"/>
                    <a:pt x="490" y="13207"/>
                    <a:pt x="3685" y="14484"/>
                  </a:cubicBezTo>
                  <a:cubicBezTo>
                    <a:pt x="9436" y="17037"/>
                    <a:pt x="15826" y="18314"/>
                    <a:pt x="22855" y="18314"/>
                  </a:cubicBezTo>
                  <a:cubicBezTo>
                    <a:pt x="29883" y="18314"/>
                    <a:pt x="36273" y="16399"/>
                    <a:pt x="42663" y="11930"/>
                  </a:cubicBezTo>
                  <a:cubicBezTo>
                    <a:pt x="45858" y="10015"/>
                    <a:pt x="46497" y="6184"/>
                    <a:pt x="44580" y="2992"/>
                  </a:cubicBezTo>
                  <a:cubicBezTo>
                    <a:pt x="42024" y="-200"/>
                    <a:pt x="38190" y="-838"/>
                    <a:pt x="35634" y="1077"/>
                  </a:cubicBezTo>
                  <a:close/>
                </a:path>
              </a:pathLst>
            </a:custGeom>
            <a:solidFill>
              <a:srgbClr val="046A38"/>
            </a:solidFill>
            <a:ln w="6390" cap="flat">
              <a:noFill/>
              <a:prstDash val="solid"/>
              <a:miter/>
            </a:ln>
          </p:spPr>
          <p:txBody>
            <a:bodyPr rtlCol="0" anchor="ctr"/>
            <a:lstStyle/>
            <a:p>
              <a:endParaRPr lang="en-US"/>
            </a:p>
          </p:txBody>
        </p:sp>
        <p:sp>
          <p:nvSpPr>
            <p:cNvPr id="1220" name="Graphic 4">
              <a:extLst>
                <a:ext uri="{FF2B5EF4-FFF2-40B4-BE49-F238E27FC236}">
                  <a16:creationId xmlns:a16="http://schemas.microsoft.com/office/drawing/2014/main" id="{BD42710A-023C-9A43-95FB-A4BD0CE2CB95}"/>
                </a:ext>
              </a:extLst>
            </p:cNvPr>
            <p:cNvSpPr/>
            <p:nvPr/>
          </p:nvSpPr>
          <p:spPr>
            <a:xfrm>
              <a:off x="569720" y="2478189"/>
              <a:ext cx="45630" cy="28963"/>
            </a:xfrm>
            <a:custGeom>
              <a:avLst/>
              <a:gdLst>
                <a:gd name="connsiteX0" fmla="*/ 45630 w 45630"/>
                <a:gd name="connsiteY0" fmla="*/ 7258 h 28963"/>
                <a:gd name="connsiteX1" fmla="*/ 39879 w 45630"/>
                <a:gd name="connsiteY1" fmla="*/ 235 h 28963"/>
                <a:gd name="connsiteX2" fmla="*/ 8569 w 45630"/>
                <a:gd name="connsiteY2" fmla="*/ 9173 h 28963"/>
                <a:gd name="connsiteX3" fmla="*/ 901 w 45630"/>
                <a:gd name="connsiteY3" fmla="*/ 19387 h 28963"/>
                <a:gd name="connsiteX4" fmla="*/ 3457 w 45630"/>
                <a:gd name="connsiteY4" fmla="*/ 28325 h 28963"/>
                <a:gd name="connsiteX5" fmla="*/ 6652 w 45630"/>
                <a:gd name="connsiteY5" fmla="*/ 28963 h 28963"/>
                <a:gd name="connsiteX6" fmla="*/ 12403 w 45630"/>
                <a:gd name="connsiteY6" fmla="*/ 25771 h 28963"/>
                <a:gd name="connsiteX7" fmla="*/ 18154 w 45630"/>
                <a:gd name="connsiteY7" fmla="*/ 18110 h 28963"/>
                <a:gd name="connsiteX8" fmla="*/ 38601 w 45630"/>
                <a:gd name="connsiteY8" fmla="*/ 13642 h 28963"/>
                <a:gd name="connsiteX9" fmla="*/ 45630 w 45630"/>
                <a:gd name="connsiteY9" fmla="*/ 7258 h 28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630" h="28963">
                  <a:moveTo>
                    <a:pt x="45630" y="7258"/>
                  </a:moveTo>
                  <a:cubicBezTo>
                    <a:pt x="45630" y="4066"/>
                    <a:pt x="43074" y="874"/>
                    <a:pt x="39879" y="235"/>
                  </a:cubicBezTo>
                  <a:cubicBezTo>
                    <a:pt x="30933" y="-403"/>
                    <a:pt x="17515" y="-403"/>
                    <a:pt x="8569" y="9173"/>
                  </a:cubicBezTo>
                  <a:cubicBezTo>
                    <a:pt x="6013" y="11726"/>
                    <a:pt x="3457" y="15557"/>
                    <a:pt x="901" y="19387"/>
                  </a:cubicBezTo>
                  <a:cubicBezTo>
                    <a:pt x="-1016" y="22579"/>
                    <a:pt x="262" y="26410"/>
                    <a:pt x="3457" y="28325"/>
                  </a:cubicBezTo>
                  <a:cubicBezTo>
                    <a:pt x="4735" y="28963"/>
                    <a:pt x="5374" y="28963"/>
                    <a:pt x="6652" y="28963"/>
                  </a:cubicBezTo>
                  <a:cubicBezTo>
                    <a:pt x="8569" y="28963"/>
                    <a:pt x="11125" y="27686"/>
                    <a:pt x="12403" y="25771"/>
                  </a:cubicBezTo>
                  <a:cubicBezTo>
                    <a:pt x="14320" y="22579"/>
                    <a:pt x="16237" y="20026"/>
                    <a:pt x="18154" y="18110"/>
                  </a:cubicBezTo>
                  <a:cubicBezTo>
                    <a:pt x="21987" y="14280"/>
                    <a:pt x="28377" y="12365"/>
                    <a:pt x="38601" y="13642"/>
                  </a:cubicBezTo>
                  <a:cubicBezTo>
                    <a:pt x="42435" y="13642"/>
                    <a:pt x="45630" y="11088"/>
                    <a:pt x="45630" y="7258"/>
                  </a:cubicBezTo>
                  <a:close/>
                </a:path>
              </a:pathLst>
            </a:custGeom>
            <a:solidFill>
              <a:srgbClr val="046A38"/>
            </a:solidFill>
            <a:ln w="6390" cap="flat">
              <a:noFill/>
              <a:prstDash val="solid"/>
              <a:miter/>
            </a:ln>
          </p:spPr>
          <p:txBody>
            <a:bodyPr rtlCol="0" anchor="ctr"/>
            <a:lstStyle/>
            <a:p>
              <a:endParaRPr lang="en-US"/>
            </a:p>
          </p:txBody>
        </p:sp>
      </p:grpSp>
      <p:grpSp>
        <p:nvGrpSpPr>
          <p:cNvPr id="1221" name="Graphic 4">
            <a:extLst>
              <a:ext uri="{FF2B5EF4-FFF2-40B4-BE49-F238E27FC236}">
                <a16:creationId xmlns:a16="http://schemas.microsoft.com/office/drawing/2014/main" id="{0B9CCBEC-A5CF-F149-963E-1BA7803269D0}"/>
              </a:ext>
            </a:extLst>
          </p:cNvPr>
          <p:cNvGrpSpPr/>
          <p:nvPr/>
        </p:nvGrpSpPr>
        <p:grpSpPr>
          <a:xfrm>
            <a:off x="905454" y="2371173"/>
            <a:ext cx="361670" cy="361333"/>
            <a:chOff x="905454" y="2371173"/>
            <a:chExt cx="361670" cy="361333"/>
          </a:xfrm>
          <a:solidFill>
            <a:srgbClr val="046A38"/>
          </a:solidFill>
        </p:grpSpPr>
        <p:sp>
          <p:nvSpPr>
            <p:cNvPr id="1222" name="Graphic 4">
              <a:extLst>
                <a:ext uri="{FF2B5EF4-FFF2-40B4-BE49-F238E27FC236}">
                  <a16:creationId xmlns:a16="http://schemas.microsoft.com/office/drawing/2014/main" id="{7FD360B2-165F-5E47-8626-4D5ADBEF6853}"/>
                </a:ext>
              </a:extLst>
            </p:cNvPr>
            <p:cNvSpPr/>
            <p:nvPr/>
          </p:nvSpPr>
          <p:spPr>
            <a:xfrm>
              <a:off x="988165" y="2473955"/>
              <a:ext cx="198446" cy="168537"/>
            </a:xfrm>
            <a:custGeom>
              <a:avLst/>
              <a:gdLst>
                <a:gd name="connsiteX0" fmla="*/ 143493 w 198446"/>
                <a:gd name="connsiteY0" fmla="*/ 3192 h 168537"/>
                <a:gd name="connsiteX1" fmla="*/ 114099 w 198446"/>
                <a:gd name="connsiteY1" fmla="*/ 7022 h 168537"/>
                <a:gd name="connsiteX2" fmla="*/ 81510 w 198446"/>
                <a:gd name="connsiteY2" fmla="*/ 3192 h 168537"/>
                <a:gd name="connsiteX3" fmla="*/ 50839 w 198446"/>
                <a:gd name="connsiteY3" fmla="*/ 0 h 168537"/>
                <a:gd name="connsiteX4" fmla="*/ 27196 w 198446"/>
                <a:gd name="connsiteY4" fmla="*/ 7661 h 168537"/>
                <a:gd name="connsiteX5" fmla="*/ 358 w 198446"/>
                <a:gd name="connsiteY5" fmla="*/ 78523 h 168537"/>
                <a:gd name="connsiteX6" fmla="*/ 22723 w 198446"/>
                <a:gd name="connsiteY6" fmla="*/ 121296 h 168537"/>
                <a:gd name="connsiteX7" fmla="*/ 34864 w 198446"/>
                <a:gd name="connsiteY7" fmla="*/ 132787 h 168537"/>
                <a:gd name="connsiteX8" fmla="*/ 99402 w 198446"/>
                <a:gd name="connsiteY8" fmla="*/ 168537 h 168537"/>
                <a:gd name="connsiteX9" fmla="*/ 139659 w 198446"/>
                <a:gd name="connsiteY9" fmla="*/ 148108 h 168537"/>
                <a:gd name="connsiteX10" fmla="*/ 153078 w 198446"/>
                <a:gd name="connsiteY10" fmla="*/ 137256 h 168537"/>
                <a:gd name="connsiteX11" fmla="*/ 154995 w 198446"/>
                <a:gd name="connsiteY11" fmla="*/ 135979 h 168537"/>
                <a:gd name="connsiteX12" fmla="*/ 198446 w 198446"/>
                <a:gd name="connsiteY12" fmla="*/ 77885 h 168537"/>
                <a:gd name="connsiteX13" fmla="*/ 181833 w 198446"/>
                <a:gd name="connsiteY13" fmla="*/ 8938 h 168537"/>
                <a:gd name="connsiteX14" fmla="*/ 143493 w 198446"/>
                <a:gd name="connsiteY14" fmla="*/ 3192 h 168537"/>
                <a:gd name="connsiteX15" fmla="*/ 37420 w 198446"/>
                <a:gd name="connsiteY15" fmla="*/ 22344 h 168537"/>
                <a:gd name="connsiteX16" fmla="*/ 31669 w 198446"/>
                <a:gd name="connsiteY16" fmla="*/ 30005 h 168537"/>
                <a:gd name="connsiteX17" fmla="*/ 25918 w 198446"/>
                <a:gd name="connsiteY17" fmla="*/ 33197 h 168537"/>
                <a:gd name="connsiteX18" fmla="*/ 22723 w 198446"/>
                <a:gd name="connsiteY18" fmla="*/ 32558 h 168537"/>
                <a:gd name="connsiteX19" fmla="*/ 20167 w 198446"/>
                <a:gd name="connsiteY19" fmla="*/ 23621 h 168537"/>
                <a:gd name="connsiteX20" fmla="*/ 27835 w 198446"/>
                <a:gd name="connsiteY20" fmla="*/ 13406 h 168537"/>
                <a:gd name="connsiteX21" fmla="*/ 59146 w 198446"/>
                <a:gd name="connsiteY21" fmla="*/ 4469 h 168537"/>
                <a:gd name="connsiteX22" fmla="*/ 64897 w 198446"/>
                <a:gd name="connsiteY22" fmla="*/ 11491 h 168537"/>
                <a:gd name="connsiteX23" fmla="*/ 57868 w 198446"/>
                <a:gd name="connsiteY23" fmla="*/ 17237 h 168537"/>
                <a:gd name="connsiteX24" fmla="*/ 37420 w 198446"/>
                <a:gd name="connsiteY24" fmla="*/ 22344 h 168537"/>
                <a:gd name="connsiteX25" fmla="*/ 117294 w 198446"/>
                <a:gd name="connsiteY25" fmla="*/ 154492 h 168537"/>
                <a:gd name="connsiteX26" fmla="*/ 97485 w 198446"/>
                <a:gd name="connsiteY26" fmla="*/ 160876 h 168537"/>
                <a:gd name="connsiteX27" fmla="*/ 78315 w 198446"/>
                <a:gd name="connsiteY27" fmla="*/ 157046 h 168537"/>
                <a:gd name="connsiteX28" fmla="*/ 75120 w 198446"/>
                <a:gd name="connsiteY28" fmla="*/ 148747 h 168537"/>
                <a:gd name="connsiteX29" fmla="*/ 83427 w 198446"/>
                <a:gd name="connsiteY29" fmla="*/ 145555 h 168537"/>
                <a:gd name="connsiteX30" fmla="*/ 97485 w 198446"/>
                <a:gd name="connsiteY30" fmla="*/ 148108 h 168537"/>
                <a:gd name="connsiteX31" fmla="*/ 110265 w 198446"/>
                <a:gd name="connsiteY31" fmla="*/ 143640 h 168537"/>
                <a:gd name="connsiteX32" fmla="*/ 119211 w 198446"/>
                <a:gd name="connsiteY32" fmla="*/ 145555 h 168537"/>
                <a:gd name="connsiteX33" fmla="*/ 117294 w 198446"/>
                <a:gd name="connsiteY33" fmla="*/ 154492 h 168537"/>
                <a:gd name="connsiteX34" fmla="*/ 103236 w 198446"/>
                <a:gd name="connsiteY34" fmla="*/ 118742 h 168537"/>
                <a:gd name="connsiteX35" fmla="*/ 60424 w 198446"/>
                <a:gd name="connsiteY35" fmla="*/ 75969 h 168537"/>
                <a:gd name="connsiteX36" fmla="*/ 103236 w 198446"/>
                <a:gd name="connsiteY36" fmla="*/ 33197 h 168537"/>
                <a:gd name="connsiteX37" fmla="*/ 146049 w 198446"/>
                <a:gd name="connsiteY37" fmla="*/ 75969 h 168537"/>
                <a:gd name="connsiteX38" fmla="*/ 103236 w 198446"/>
                <a:gd name="connsiteY38" fmla="*/ 118742 h 168537"/>
                <a:gd name="connsiteX39" fmla="*/ 186944 w 198446"/>
                <a:gd name="connsiteY39" fmla="*/ 76608 h 168537"/>
                <a:gd name="connsiteX40" fmla="*/ 192056 w 198446"/>
                <a:gd name="connsiteY40" fmla="*/ 84269 h 168537"/>
                <a:gd name="connsiteX41" fmla="*/ 176721 w 198446"/>
                <a:gd name="connsiteY41" fmla="*/ 110443 h 168537"/>
                <a:gd name="connsiteX42" fmla="*/ 172248 w 198446"/>
                <a:gd name="connsiteY42" fmla="*/ 112358 h 168537"/>
                <a:gd name="connsiteX43" fmla="*/ 167775 w 198446"/>
                <a:gd name="connsiteY43" fmla="*/ 110443 h 168537"/>
                <a:gd name="connsiteX44" fmla="*/ 167775 w 198446"/>
                <a:gd name="connsiteY44" fmla="*/ 101505 h 168537"/>
                <a:gd name="connsiteX45" fmla="*/ 179276 w 198446"/>
                <a:gd name="connsiteY45" fmla="*/ 81715 h 168537"/>
                <a:gd name="connsiteX46" fmla="*/ 186944 w 198446"/>
                <a:gd name="connsiteY46" fmla="*/ 76608 h 168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98446" h="168537">
                  <a:moveTo>
                    <a:pt x="143493" y="3192"/>
                  </a:moveTo>
                  <a:cubicBezTo>
                    <a:pt x="134547" y="5107"/>
                    <a:pt x="124962" y="7022"/>
                    <a:pt x="114099" y="7022"/>
                  </a:cubicBezTo>
                  <a:cubicBezTo>
                    <a:pt x="103875" y="7022"/>
                    <a:pt x="92373" y="5107"/>
                    <a:pt x="81510" y="3192"/>
                  </a:cubicBezTo>
                  <a:cubicBezTo>
                    <a:pt x="70648" y="1277"/>
                    <a:pt x="60424" y="0"/>
                    <a:pt x="50839" y="0"/>
                  </a:cubicBezTo>
                  <a:cubicBezTo>
                    <a:pt x="41254" y="0"/>
                    <a:pt x="32308" y="1915"/>
                    <a:pt x="27196" y="7661"/>
                  </a:cubicBezTo>
                  <a:cubicBezTo>
                    <a:pt x="12499" y="22982"/>
                    <a:pt x="2914" y="54264"/>
                    <a:pt x="358" y="78523"/>
                  </a:cubicBezTo>
                  <a:cubicBezTo>
                    <a:pt x="-2198" y="99590"/>
                    <a:pt x="9304" y="109805"/>
                    <a:pt x="22723" y="121296"/>
                  </a:cubicBezTo>
                  <a:cubicBezTo>
                    <a:pt x="26557" y="125126"/>
                    <a:pt x="31030" y="128318"/>
                    <a:pt x="34864" y="132787"/>
                  </a:cubicBezTo>
                  <a:cubicBezTo>
                    <a:pt x="54673" y="153854"/>
                    <a:pt x="70648" y="168537"/>
                    <a:pt x="99402" y="168537"/>
                  </a:cubicBezTo>
                  <a:cubicBezTo>
                    <a:pt x="115377" y="168537"/>
                    <a:pt x="127518" y="158323"/>
                    <a:pt x="139659" y="148108"/>
                  </a:cubicBezTo>
                  <a:cubicBezTo>
                    <a:pt x="144132" y="144278"/>
                    <a:pt x="148605" y="141086"/>
                    <a:pt x="153078" y="137256"/>
                  </a:cubicBezTo>
                  <a:lnTo>
                    <a:pt x="154995" y="135979"/>
                  </a:lnTo>
                  <a:cubicBezTo>
                    <a:pt x="177999" y="119381"/>
                    <a:pt x="198446" y="104697"/>
                    <a:pt x="198446" y="77885"/>
                  </a:cubicBezTo>
                  <a:cubicBezTo>
                    <a:pt x="198446" y="56179"/>
                    <a:pt x="196529" y="24897"/>
                    <a:pt x="181833" y="8938"/>
                  </a:cubicBezTo>
                  <a:cubicBezTo>
                    <a:pt x="170331" y="-1277"/>
                    <a:pt x="160746" y="0"/>
                    <a:pt x="143493" y="3192"/>
                  </a:cubicBezTo>
                  <a:close/>
                  <a:moveTo>
                    <a:pt x="37420" y="22344"/>
                  </a:moveTo>
                  <a:cubicBezTo>
                    <a:pt x="35503" y="24259"/>
                    <a:pt x="33586" y="27451"/>
                    <a:pt x="31669" y="30005"/>
                  </a:cubicBezTo>
                  <a:cubicBezTo>
                    <a:pt x="30391" y="31920"/>
                    <a:pt x="28474" y="33197"/>
                    <a:pt x="25918" y="33197"/>
                  </a:cubicBezTo>
                  <a:cubicBezTo>
                    <a:pt x="24640" y="33197"/>
                    <a:pt x="24001" y="33197"/>
                    <a:pt x="22723" y="32558"/>
                  </a:cubicBezTo>
                  <a:cubicBezTo>
                    <a:pt x="19528" y="30643"/>
                    <a:pt x="18889" y="26813"/>
                    <a:pt x="20167" y="23621"/>
                  </a:cubicBezTo>
                  <a:cubicBezTo>
                    <a:pt x="22723" y="19790"/>
                    <a:pt x="25279" y="15960"/>
                    <a:pt x="27835" y="13406"/>
                  </a:cubicBezTo>
                  <a:cubicBezTo>
                    <a:pt x="36781" y="3830"/>
                    <a:pt x="49561" y="3830"/>
                    <a:pt x="59146" y="4469"/>
                  </a:cubicBezTo>
                  <a:cubicBezTo>
                    <a:pt x="62980" y="4469"/>
                    <a:pt x="65536" y="7661"/>
                    <a:pt x="64897" y="11491"/>
                  </a:cubicBezTo>
                  <a:cubicBezTo>
                    <a:pt x="64897" y="15322"/>
                    <a:pt x="61702" y="17237"/>
                    <a:pt x="57868" y="17237"/>
                  </a:cubicBezTo>
                  <a:cubicBezTo>
                    <a:pt x="48283" y="16598"/>
                    <a:pt x="41893" y="18514"/>
                    <a:pt x="37420" y="22344"/>
                  </a:cubicBezTo>
                  <a:close/>
                  <a:moveTo>
                    <a:pt x="117294" y="154492"/>
                  </a:moveTo>
                  <a:cubicBezTo>
                    <a:pt x="110265" y="158961"/>
                    <a:pt x="104514" y="160876"/>
                    <a:pt x="97485" y="160876"/>
                  </a:cubicBezTo>
                  <a:cubicBezTo>
                    <a:pt x="90456" y="160876"/>
                    <a:pt x="84066" y="159600"/>
                    <a:pt x="78315" y="157046"/>
                  </a:cubicBezTo>
                  <a:cubicBezTo>
                    <a:pt x="75120" y="155769"/>
                    <a:pt x="73843" y="151939"/>
                    <a:pt x="75120" y="148747"/>
                  </a:cubicBezTo>
                  <a:cubicBezTo>
                    <a:pt x="76399" y="145555"/>
                    <a:pt x="80232" y="144278"/>
                    <a:pt x="83427" y="145555"/>
                  </a:cubicBezTo>
                  <a:cubicBezTo>
                    <a:pt x="87900" y="147470"/>
                    <a:pt x="92373" y="148108"/>
                    <a:pt x="97485" y="148108"/>
                  </a:cubicBezTo>
                  <a:cubicBezTo>
                    <a:pt x="101958" y="148108"/>
                    <a:pt x="105792" y="146832"/>
                    <a:pt x="110265" y="143640"/>
                  </a:cubicBezTo>
                  <a:cubicBezTo>
                    <a:pt x="113460" y="141724"/>
                    <a:pt x="117294" y="142363"/>
                    <a:pt x="119211" y="145555"/>
                  </a:cubicBezTo>
                  <a:cubicBezTo>
                    <a:pt x="121128" y="148747"/>
                    <a:pt x="120489" y="152577"/>
                    <a:pt x="117294" y="154492"/>
                  </a:cubicBezTo>
                  <a:close/>
                  <a:moveTo>
                    <a:pt x="103236" y="118742"/>
                  </a:moveTo>
                  <a:cubicBezTo>
                    <a:pt x="79594" y="118742"/>
                    <a:pt x="60424" y="99590"/>
                    <a:pt x="60424" y="75969"/>
                  </a:cubicBezTo>
                  <a:cubicBezTo>
                    <a:pt x="60424" y="52349"/>
                    <a:pt x="79594" y="33197"/>
                    <a:pt x="103236" y="33197"/>
                  </a:cubicBezTo>
                  <a:cubicBezTo>
                    <a:pt x="126879" y="33197"/>
                    <a:pt x="146049" y="52349"/>
                    <a:pt x="146049" y="75969"/>
                  </a:cubicBezTo>
                  <a:cubicBezTo>
                    <a:pt x="145410" y="99590"/>
                    <a:pt x="126240" y="118742"/>
                    <a:pt x="103236" y="118742"/>
                  </a:cubicBezTo>
                  <a:close/>
                  <a:moveTo>
                    <a:pt x="186944" y="76608"/>
                  </a:moveTo>
                  <a:cubicBezTo>
                    <a:pt x="190139" y="77246"/>
                    <a:pt x="192695" y="81077"/>
                    <a:pt x="192056" y="84269"/>
                  </a:cubicBezTo>
                  <a:cubicBezTo>
                    <a:pt x="190139" y="93845"/>
                    <a:pt x="185027" y="102144"/>
                    <a:pt x="176721" y="110443"/>
                  </a:cubicBezTo>
                  <a:cubicBezTo>
                    <a:pt x="175443" y="111720"/>
                    <a:pt x="174165" y="112358"/>
                    <a:pt x="172248" y="112358"/>
                  </a:cubicBezTo>
                  <a:cubicBezTo>
                    <a:pt x="170331" y="112358"/>
                    <a:pt x="169053" y="111720"/>
                    <a:pt x="167775" y="110443"/>
                  </a:cubicBezTo>
                  <a:cubicBezTo>
                    <a:pt x="165219" y="107889"/>
                    <a:pt x="165219" y="104059"/>
                    <a:pt x="167775" y="101505"/>
                  </a:cubicBezTo>
                  <a:cubicBezTo>
                    <a:pt x="174165" y="95121"/>
                    <a:pt x="177999" y="88737"/>
                    <a:pt x="179276" y="81715"/>
                  </a:cubicBezTo>
                  <a:cubicBezTo>
                    <a:pt x="179916" y="77885"/>
                    <a:pt x="183749" y="75969"/>
                    <a:pt x="186944" y="76608"/>
                  </a:cubicBezTo>
                  <a:close/>
                </a:path>
              </a:pathLst>
            </a:custGeom>
            <a:solidFill>
              <a:srgbClr val="046A38"/>
            </a:solidFill>
            <a:ln w="6390" cap="flat">
              <a:noFill/>
              <a:prstDash val="solid"/>
              <a:miter/>
            </a:ln>
          </p:spPr>
          <p:txBody>
            <a:bodyPr rtlCol="0" anchor="ctr"/>
            <a:lstStyle/>
            <a:p>
              <a:endParaRPr lang="en-US"/>
            </a:p>
          </p:txBody>
        </p:sp>
        <p:sp>
          <p:nvSpPr>
            <p:cNvPr id="1223" name="Graphic 4">
              <a:extLst>
                <a:ext uri="{FF2B5EF4-FFF2-40B4-BE49-F238E27FC236}">
                  <a16:creationId xmlns:a16="http://schemas.microsoft.com/office/drawing/2014/main" id="{A73E895B-1FD7-AF41-A860-1561DB6CB335}"/>
                </a:ext>
              </a:extLst>
            </p:cNvPr>
            <p:cNvSpPr/>
            <p:nvPr/>
          </p:nvSpPr>
          <p:spPr>
            <a:xfrm>
              <a:off x="1061368" y="2520558"/>
              <a:ext cx="60065" cy="60009"/>
            </a:xfrm>
            <a:custGeom>
              <a:avLst/>
              <a:gdLst>
                <a:gd name="connsiteX0" fmla="*/ 30033 w 60065"/>
                <a:gd name="connsiteY0" fmla="*/ 0 h 60009"/>
                <a:gd name="connsiteX1" fmla="*/ 0 w 60065"/>
                <a:gd name="connsiteY1" fmla="*/ 30005 h 60009"/>
                <a:gd name="connsiteX2" fmla="*/ 30033 w 60065"/>
                <a:gd name="connsiteY2" fmla="*/ 60009 h 60009"/>
                <a:gd name="connsiteX3" fmla="*/ 60065 w 60065"/>
                <a:gd name="connsiteY3" fmla="*/ 30005 h 60009"/>
                <a:gd name="connsiteX4" fmla="*/ 30033 w 60065"/>
                <a:gd name="connsiteY4" fmla="*/ 0 h 60009"/>
                <a:gd name="connsiteX5" fmla="*/ 54953 w 60065"/>
                <a:gd name="connsiteY5" fmla="*/ 30005 h 60009"/>
                <a:gd name="connsiteX6" fmla="*/ 32589 w 60065"/>
                <a:gd name="connsiteY6" fmla="*/ 52349 h 60009"/>
                <a:gd name="connsiteX7" fmla="*/ 26199 w 60065"/>
                <a:gd name="connsiteY7" fmla="*/ 45965 h 60009"/>
                <a:gd name="connsiteX8" fmla="*/ 32589 w 60065"/>
                <a:gd name="connsiteY8" fmla="*/ 39581 h 60009"/>
                <a:gd name="connsiteX9" fmla="*/ 42174 w 60065"/>
                <a:gd name="connsiteY9" fmla="*/ 30005 h 60009"/>
                <a:gd name="connsiteX10" fmla="*/ 48563 w 60065"/>
                <a:gd name="connsiteY10" fmla="*/ 23621 h 60009"/>
                <a:gd name="connsiteX11" fmla="*/ 54953 w 60065"/>
                <a:gd name="connsiteY11" fmla="*/ 30005 h 60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065" h="60009">
                  <a:moveTo>
                    <a:pt x="30033" y="0"/>
                  </a:moveTo>
                  <a:cubicBezTo>
                    <a:pt x="13419" y="0"/>
                    <a:pt x="0" y="13406"/>
                    <a:pt x="0" y="30005"/>
                  </a:cubicBezTo>
                  <a:cubicBezTo>
                    <a:pt x="0" y="46603"/>
                    <a:pt x="13419" y="60009"/>
                    <a:pt x="30033" y="60009"/>
                  </a:cubicBezTo>
                  <a:cubicBezTo>
                    <a:pt x="46646" y="60009"/>
                    <a:pt x="60065" y="46603"/>
                    <a:pt x="60065" y="30005"/>
                  </a:cubicBezTo>
                  <a:cubicBezTo>
                    <a:pt x="60065" y="13406"/>
                    <a:pt x="46008" y="0"/>
                    <a:pt x="30033" y="0"/>
                  </a:cubicBezTo>
                  <a:close/>
                  <a:moveTo>
                    <a:pt x="54953" y="30005"/>
                  </a:moveTo>
                  <a:cubicBezTo>
                    <a:pt x="54953" y="42134"/>
                    <a:pt x="44730" y="52349"/>
                    <a:pt x="32589" y="52349"/>
                  </a:cubicBezTo>
                  <a:cubicBezTo>
                    <a:pt x="28755" y="52349"/>
                    <a:pt x="26199" y="49795"/>
                    <a:pt x="26199" y="45965"/>
                  </a:cubicBezTo>
                  <a:cubicBezTo>
                    <a:pt x="26199" y="42134"/>
                    <a:pt x="28755" y="39581"/>
                    <a:pt x="32589" y="39581"/>
                  </a:cubicBezTo>
                  <a:cubicBezTo>
                    <a:pt x="37701" y="39581"/>
                    <a:pt x="42174" y="35112"/>
                    <a:pt x="42174" y="30005"/>
                  </a:cubicBezTo>
                  <a:cubicBezTo>
                    <a:pt x="42174" y="26174"/>
                    <a:pt x="44730" y="23621"/>
                    <a:pt x="48563" y="23621"/>
                  </a:cubicBezTo>
                  <a:cubicBezTo>
                    <a:pt x="52397" y="23621"/>
                    <a:pt x="54953" y="26174"/>
                    <a:pt x="54953" y="30005"/>
                  </a:cubicBezTo>
                  <a:close/>
                </a:path>
              </a:pathLst>
            </a:custGeom>
            <a:solidFill>
              <a:srgbClr val="046A38"/>
            </a:solidFill>
            <a:ln w="6390" cap="flat">
              <a:noFill/>
              <a:prstDash val="solid"/>
              <a:miter/>
            </a:ln>
          </p:spPr>
          <p:txBody>
            <a:bodyPr rtlCol="0" anchor="ctr"/>
            <a:lstStyle/>
            <a:p>
              <a:endParaRPr lang="en-US"/>
            </a:p>
          </p:txBody>
        </p:sp>
        <p:sp>
          <p:nvSpPr>
            <p:cNvPr id="1224" name="Graphic 4">
              <a:extLst>
                <a:ext uri="{FF2B5EF4-FFF2-40B4-BE49-F238E27FC236}">
                  <a16:creationId xmlns:a16="http://schemas.microsoft.com/office/drawing/2014/main" id="{3EC81825-1B5B-CC4C-840C-FBBB67D0FE3E}"/>
                </a:ext>
              </a:extLst>
            </p:cNvPr>
            <p:cNvSpPr/>
            <p:nvPr/>
          </p:nvSpPr>
          <p:spPr>
            <a:xfrm>
              <a:off x="90545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44096 w 361670"/>
                <a:gd name="connsiteY5" fmla="*/ 249614 h 361333"/>
                <a:gd name="connsiteX6" fmla="*/ 242179 w 361670"/>
                <a:gd name="connsiteY6" fmla="*/ 250891 h 361333"/>
                <a:gd name="connsiteX7" fmla="*/ 230038 w 361670"/>
                <a:gd name="connsiteY7" fmla="*/ 261105 h 361333"/>
                <a:gd name="connsiteX8" fmla="*/ 181474 w 361670"/>
                <a:gd name="connsiteY8" fmla="*/ 284726 h 361333"/>
                <a:gd name="connsiteX9" fmla="*/ 107990 w 361670"/>
                <a:gd name="connsiteY9" fmla="*/ 244507 h 361333"/>
                <a:gd name="connsiteX10" fmla="*/ 97127 w 361670"/>
                <a:gd name="connsiteY10" fmla="*/ 234292 h 361333"/>
                <a:gd name="connsiteX11" fmla="*/ 70928 w 361670"/>
                <a:gd name="connsiteY11" fmla="*/ 180667 h 361333"/>
                <a:gd name="connsiteX12" fmla="*/ 100961 w 361670"/>
                <a:gd name="connsiteY12" fmla="*/ 102782 h 361333"/>
                <a:gd name="connsiteX13" fmla="*/ 166777 w 361670"/>
                <a:gd name="connsiteY13" fmla="*/ 94483 h 361333"/>
                <a:gd name="connsiteX14" fmla="*/ 197449 w 361670"/>
                <a:gd name="connsiteY14" fmla="*/ 97675 h 361333"/>
                <a:gd name="connsiteX15" fmla="*/ 224287 w 361670"/>
                <a:gd name="connsiteY15" fmla="*/ 94483 h 361333"/>
                <a:gd name="connsiteX16" fmla="*/ 272850 w 361670"/>
                <a:gd name="connsiteY16" fmla="*/ 104059 h 361333"/>
                <a:gd name="connsiteX17" fmla="*/ 292659 w 361670"/>
                <a:gd name="connsiteY17" fmla="*/ 181305 h 361333"/>
                <a:gd name="connsiteX18" fmla="*/ 244096 w 361670"/>
                <a:gd name="connsiteY18" fmla="*/ 24961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244096" y="249614"/>
                  </a:moveTo>
                  <a:lnTo>
                    <a:pt x="242179" y="250891"/>
                  </a:lnTo>
                  <a:cubicBezTo>
                    <a:pt x="237706" y="254083"/>
                    <a:pt x="233872" y="257275"/>
                    <a:pt x="230038" y="261105"/>
                  </a:cubicBezTo>
                  <a:cubicBezTo>
                    <a:pt x="217258" y="271958"/>
                    <a:pt x="201922" y="284726"/>
                    <a:pt x="181474" y="284726"/>
                  </a:cubicBezTo>
                  <a:cubicBezTo>
                    <a:pt x="147608" y="284726"/>
                    <a:pt x="128438" y="266851"/>
                    <a:pt x="107990" y="244507"/>
                  </a:cubicBezTo>
                  <a:cubicBezTo>
                    <a:pt x="104795" y="240676"/>
                    <a:pt x="100961" y="237484"/>
                    <a:pt x="97127" y="234292"/>
                  </a:cubicBezTo>
                  <a:cubicBezTo>
                    <a:pt x="83069" y="222163"/>
                    <a:pt x="67733" y="208118"/>
                    <a:pt x="70928" y="180667"/>
                  </a:cubicBezTo>
                  <a:cubicBezTo>
                    <a:pt x="73484" y="156408"/>
                    <a:pt x="83069" y="121296"/>
                    <a:pt x="100961" y="102782"/>
                  </a:cubicBezTo>
                  <a:cubicBezTo>
                    <a:pt x="116297" y="86184"/>
                    <a:pt x="141857" y="90653"/>
                    <a:pt x="166777" y="94483"/>
                  </a:cubicBezTo>
                  <a:cubicBezTo>
                    <a:pt x="177001" y="96398"/>
                    <a:pt x="187864" y="97675"/>
                    <a:pt x="197449" y="97675"/>
                  </a:cubicBezTo>
                  <a:cubicBezTo>
                    <a:pt x="207673" y="97675"/>
                    <a:pt x="215980" y="95760"/>
                    <a:pt x="224287" y="94483"/>
                  </a:cubicBezTo>
                  <a:cubicBezTo>
                    <a:pt x="241540" y="91291"/>
                    <a:pt x="258154" y="88099"/>
                    <a:pt x="272850" y="104059"/>
                  </a:cubicBezTo>
                  <a:cubicBezTo>
                    <a:pt x="290742" y="122573"/>
                    <a:pt x="292659" y="155131"/>
                    <a:pt x="292659" y="181305"/>
                  </a:cubicBezTo>
                  <a:cubicBezTo>
                    <a:pt x="292659" y="214502"/>
                    <a:pt x="269016" y="231100"/>
                    <a:pt x="244096" y="249614"/>
                  </a:cubicBezTo>
                  <a:close/>
                </a:path>
              </a:pathLst>
            </a:custGeom>
            <a:solidFill>
              <a:srgbClr val="046A38"/>
            </a:solidFill>
            <a:ln w="6390" cap="flat">
              <a:noFill/>
              <a:prstDash val="solid"/>
              <a:miter/>
            </a:ln>
          </p:spPr>
          <p:txBody>
            <a:bodyPr rtlCol="0" anchor="ctr"/>
            <a:lstStyle/>
            <a:p>
              <a:endParaRPr lang="en-US"/>
            </a:p>
          </p:txBody>
        </p:sp>
      </p:grpSp>
      <p:grpSp>
        <p:nvGrpSpPr>
          <p:cNvPr id="1225" name="Graphic 4">
            <a:extLst>
              <a:ext uri="{FF2B5EF4-FFF2-40B4-BE49-F238E27FC236}">
                <a16:creationId xmlns:a16="http://schemas.microsoft.com/office/drawing/2014/main" id="{81AA997B-12FF-6E49-9635-0C02A69ACCE2}"/>
              </a:ext>
            </a:extLst>
          </p:cNvPr>
          <p:cNvGrpSpPr/>
          <p:nvPr/>
        </p:nvGrpSpPr>
        <p:grpSpPr>
          <a:xfrm>
            <a:off x="905454" y="1402085"/>
            <a:ext cx="361670" cy="361333"/>
            <a:chOff x="905454" y="1402085"/>
            <a:chExt cx="361670" cy="361333"/>
          </a:xfrm>
          <a:solidFill>
            <a:srgbClr val="046A38"/>
          </a:solidFill>
        </p:grpSpPr>
        <p:sp>
          <p:nvSpPr>
            <p:cNvPr id="1226" name="Graphic 4">
              <a:extLst>
                <a:ext uri="{FF2B5EF4-FFF2-40B4-BE49-F238E27FC236}">
                  <a16:creationId xmlns:a16="http://schemas.microsoft.com/office/drawing/2014/main" id="{CDA054E4-11CA-E24B-B91A-6E93BD331AF5}"/>
                </a:ext>
              </a:extLst>
            </p:cNvPr>
            <p:cNvSpPr/>
            <p:nvPr/>
          </p:nvSpPr>
          <p:spPr>
            <a:xfrm>
              <a:off x="1055298" y="1536148"/>
              <a:ext cx="10600" cy="52348"/>
            </a:xfrm>
            <a:custGeom>
              <a:avLst/>
              <a:gdLst>
                <a:gd name="connsiteX0" fmla="*/ 9904 w 10600"/>
                <a:gd name="connsiteY0" fmla="*/ 0 h 52348"/>
                <a:gd name="connsiteX1" fmla="*/ 9904 w 10600"/>
                <a:gd name="connsiteY1" fmla="*/ 0 h 52348"/>
                <a:gd name="connsiteX2" fmla="*/ 958 w 10600"/>
                <a:gd name="connsiteY2" fmla="*/ 13406 h 52348"/>
                <a:gd name="connsiteX3" fmla="*/ 958 w 10600"/>
                <a:gd name="connsiteY3" fmla="*/ 22344 h 52348"/>
                <a:gd name="connsiteX4" fmla="*/ 4792 w 10600"/>
                <a:gd name="connsiteY4" fmla="*/ 28089 h 52348"/>
                <a:gd name="connsiteX5" fmla="*/ 6070 w 10600"/>
                <a:gd name="connsiteY5" fmla="*/ 48518 h 52348"/>
                <a:gd name="connsiteX6" fmla="*/ 4153 w 10600"/>
                <a:gd name="connsiteY6" fmla="*/ 52349 h 52348"/>
                <a:gd name="connsiteX7" fmla="*/ 6070 w 10600"/>
                <a:gd name="connsiteY7" fmla="*/ 52349 h 52348"/>
                <a:gd name="connsiteX8" fmla="*/ 6709 w 10600"/>
                <a:gd name="connsiteY8" fmla="*/ 51072 h 52348"/>
                <a:gd name="connsiteX9" fmla="*/ 9904 w 10600"/>
                <a:gd name="connsiteY9" fmla="*/ 43411 h 52348"/>
                <a:gd name="connsiteX10" fmla="*/ 9265 w 10600"/>
                <a:gd name="connsiteY10" fmla="*/ 35112 h 52348"/>
                <a:gd name="connsiteX11" fmla="*/ 5431 w 10600"/>
                <a:gd name="connsiteY11" fmla="*/ 29366 h 52348"/>
                <a:gd name="connsiteX12" fmla="*/ 5431 w 10600"/>
                <a:gd name="connsiteY12" fmla="*/ 6384 h 52348"/>
                <a:gd name="connsiteX13" fmla="*/ 9904 w 10600"/>
                <a:gd name="connsiteY13" fmla="*/ 0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00" h="52348">
                  <a:moveTo>
                    <a:pt x="9904" y="0"/>
                  </a:moveTo>
                  <a:lnTo>
                    <a:pt x="9904" y="0"/>
                  </a:lnTo>
                  <a:lnTo>
                    <a:pt x="958" y="13406"/>
                  </a:lnTo>
                  <a:cubicBezTo>
                    <a:pt x="-319" y="15960"/>
                    <a:pt x="-319" y="19790"/>
                    <a:pt x="958" y="22344"/>
                  </a:cubicBezTo>
                  <a:lnTo>
                    <a:pt x="4792" y="28089"/>
                  </a:lnTo>
                  <a:cubicBezTo>
                    <a:pt x="8626" y="33835"/>
                    <a:pt x="9265" y="42134"/>
                    <a:pt x="6070" y="48518"/>
                  </a:cubicBezTo>
                  <a:lnTo>
                    <a:pt x="4153" y="52349"/>
                  </a:lnTo>
                  <a:cubicBezTo>
                    <a:pt x="4792" y="52349"/>
                    <a:pt x="5431" y="52349"/>
                    <a:pt x="6070" y="52349"/>
                  </a:cubicBezTo>
                  <a:cubicBezTo>
                    <a:pt x="6070" y="51710"/>
                    <a:pt x="6070" y="51072"/>
                    <a:pt x="6709" y="51072"/>
                  </a:cubicBezTo>
                  <a:lnTo>
                    <a:pt x="9904" y="43411"/>
                  </a:lnTo>
                  <a:cubicBezTo>
                    <a:pt x="11182" y="40857"/>
                    <a:pt x="10543" y="37027"/>
                    <a:pt x="9265" y="35112"/>
                  </a:cubicBezTo>
                  <a:lnTo>
                    <a:pt x="5431" y="29366"/>
                  </a:lnTo>
                  <a:cubicBezTo>
                    <a:pt x="958" y="22982"/>
                    <a:pt x="958" y="12768"/>
                    <a:pt x="5431" y="6384"/>
                  </a:cubicBezTo>
                  <a:lnTo>
                    <a:pt x="9904" y="0"/>
                  </a:lnTo>
                  <a:close/>
                </a:path>
              </a:pathLst>
            </a:custGeom>
            <a:solidFill>
              <a:srgbClr val="046A38"/>
            </a:solidFill>
            <a:ln w="6390" cap="flat">
              <a:noFill/>
              <a:prstDash val="solid"/>
              <a:miter/>
            </a:ln>
          </p:spPr>
          <p:txBody>
            <a:bodyPr rtlCol="0" anchor="ctr"/>
            <a:lstStyle/>
            <a:p>
              <a:endParaRPr lang="en-US"/>
            </a:p>
          </p:txBody>
        </p:sp>
        <p:sp>
          <p:nvSpPr>
            <p:cNvPr id="1227" name="Graphic 4">
              <a:extLst>
                <a:ext uri="{FF2B5EF4-FFF2-40B4-BE49-F238E27FC236}">
                  <a16:creationId xmlns:a16="http://schemas.microsoft.com/office/drawing/2014/main" id="{B45CFC7F-EF1A-9347-97DE-7B72856BDE2B}"/>
                </a:ext>
              </a:extLst>
            </p:cNvPr>
            <p:cNvSpPr/>
            <p:nvPr/>
          </p:nvSpPr>
          <p:spPr>
            <a:xfrm>
              <a:off x="993635" y="1591051"/>
              <a:ext cx="175084" cy="74692"/>
            </a:xfrm>
            <a:custGeom>
              <a:avLst/>
              <a:gdLst>
                <a:gd name="connsiteX0" fmla="*/ 87542 w 175084"/>
                <a:gd name="connsiteY0" fmla="*/ 74692 h 74692"/>
                <a:gd name="connsiteX1" fmla="*/ 175084 w 175084"/>
                <a:gd name="connsiteY1" fmla="*/ 0 h 74692"/>
                <a:gd name="connsiteX2" fmla="*/ 87542 w 175084"/>
                <a:gd name="connsiteY2" fmla="*/ 10853 h 74692"/>
                <a:gd name="connsiteX3" fmla="*/ 0 w 175084"/>
                <a:gd name="connsiteY3" fmla="*/ 0 h 74692"/>
                <a:gd name="connsiteX4" fmla="*/ 87542 w 175084"/>
                <a:gd name="connsiteY4" fmla="*/ 74692 h 74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084" h="74692">
                  <a:moveTo>
                    <a:pt x="87542" y="74692"/>
                  </a:moveTo>
                  <a:cubicBezTo>
                    <a:pt x="131633" y="74692"/>
                    <a:pt x="168055" y="42134"/>
                    <a:pt x="175084" y="0"/>
                  </a:cubicBezTo>
                  <a:cubicBezTo>
                    <a:pt x="150164" y="10214"/>
                    <a:pt x="100322" y="10853"/>
                    <a:pt x="87542" y="10853"/>
                  </a:cubicBezTo>
                  <a:cubicBezTo>
                    <a:pt x="74762" y="10853"/>
                    <a:pt x="24921" y="10214"/>
                    <a:pt x="0" y="0"/>
                  </a:cubicBezTo>
                  <a:cubicBezTo>
                    <a:pt x="6390" y="42134"/>
                    <a:pt x="42813" y="74692"/>
                    <a:pt x="87542" y="74692"/>
                  </a:cubicBezTo>
                  <a:close/>
                </a:path>
              </a:pathLst>
            </a:custGeom>
            <a:solidFill>
              <a:srgbClr val="046A38"/>
            </a:solidFill>
            <a:ln w="6390" cap="flat">
              <a:noFill/>
              <a:prstDash val="solid"/>
              <a:miter/>
            </a:ln>
          </p:spPr>
          <p:txBody>
            <a:bodyPr rtlCol="0" anchor="ctr"/>
            <a:lstStyle/>
            <a:p>
              <a:endParaRPr lang="en-US"/>
            </a:p>
          </p:txBody>
        </p:sp>
        <p:sp>
          <p:nvSpPr>
            <p:cNvPr id="1228" name="Graphic 4">
              <a:extLst>
                <a:ext uri="{FF2B5EF4-FFF2-40B4-BE49-F238E27FC236}">
                  <a16:creationId xmlns:a16="http://schemas.microsoft.com/office/drawing/2014/main" id="{569F6690-1B7E-9741-9215-A2472A073C7B}"/>
                </a:ext>
              </a:extLst>
            </p:cNvPr>
            <p:cNvSpPr/>
            <p:nvPr/>
          </p:nvSpPr>
          <p:spPr>
            <a:xfrm>
              <a:off x="905454"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82435 w 361670"/>
                <a:gd name="connsiteY5" fmla="*/ 121934 h 361333"/>
                <a:gd name="connsiteX6" fmla="*/ 175723 w 361670"/>
                <a:gd name="connsiteY6" fmla="*/ 132787 h 361333"/>
                <a:gd name="connsiteX7" fmla="*/ 175723 w 361670"/>
                <a:gd name="connsiteY7" fmla="*/ 133425 h 361333"/>
                <a:gd name="connsiteX8" fmla="*/ 166138 w 361670"/>
                <a:gd name="connsiteY8" fmla="*/ 148108 h 361333"/>
                <a:gd name="connsiteX9" fmla="*/ 166138 w 361670"/>
                <a:gd name="connsiteY9" fmla="*/ 157046 h 361333"/>
                <a:gd name="connsiteX10" fmla="*/ 169972 w 361670"/>
                <a:gd name="connsiteY10" fmla="*/ 162792 h 361333"/>
                <a:gd name="connsiteX11" fmla="*/ 171250 w 361670"/>
                <a:gd name="connsiteY11" fmla="*/ 183220 h 361333"/>
                <a:gd name="connsiteX12" fmla="*/ 169333 w 361670"/>
                <a:gd name="connsiteY12" fmla="*/ 187689 h 361333"/>
                <a:gd name="connsiteX13" fmla="*/ 175723 w 361670"/>
                <a:gd name="connsiteY13" fmla="*/ 187689 h 361333"/>
                <a:gd name="connsiteX14" fmla="*/ 263904 w 361670"/>
                <a:gd name="connsiteY14" fmla="*/ 175560 h 361333"/>
                <a:gd name="connsiteX15" fmla="*/ 175723 w 361670"/>
                <a:gd name="connsiteY15" fmla="*/ 163430 h 361333"/>
                <a:gd name="connsiteX16" fmla="*/ 169333 w 361670"/>
                <a:gd name="connsiteY16" fmla="*/ 157046 h 361333"/>
                <a:gd name="connsiteX17" fmla="*/ 175723 w 361670"/>
                <a:gd name="connsiteY17" fmla="*/ 150662 h 361333"/>
                <a:gd name="connsiteX18" fmla="*/ 277323 w 361670"/>
                <a:gd name="connsiteY18" fmla="*/ 175560 h 361333"/>
                <a:gd name="connsiteX19" fmla="*/ 277323 w 361670"/>
                <a:gd name="connsiteY19" fmla="*/ 175560 h 361333"/>
                <a:gd name="connsiteX20" fmla="*/ 277323 w 361670"/>
                <a:gd name="connsiteY20" fmla="*/ 175560 h 361333"/>
                <a:gd name="connsiteX21" fmla="*/ 277323 w 361670"/>
                <a:gd name="connsiteY21" fmla="*/ 175560 h 361333"/>
                <a:gd name="connsiteX22" fmla="*/ 277323 w 361670"/>
                <a:gd name="connsiteY22" fmla="*/ 175560 h 361333"/>
                <a:gd name="connsiteX23" fmla="*/ 175723 w 361670"/>
                <a:gd name="connsiteY23" fmla="*/ 277065 h 361333"/>
                <a:gd name="connsiteX24" fmla="*/ 74123 w 361670"/>
                <a:gd name="connsiteY24" fmla="*/ 175560 h 361333"/>
                <a:gd name="connsiteX25" fmla="*/ 74123 w 361670"/>
                <a:gd name="connsiteY25" fmla="*/ 175560 h 361333"/>
                <a:gd name="connsiteX26" fmla="*/ 74123 w 361670"/>
                <a:gd name="connsiteY26" fmla="*/ 175560 h 361333"/>
                <a:gd name="connsiteX27" fmla="*/ 74123 w 361670"/>
                <a:gd name="connsiteY27" fmla="*/ 175560 h 361333"/>
                <a:gd name="connsiteX28" fmla="*/ 74123 w 361670"/>
                <a:gd name="connsiteY28" fmla="*/ 175560 h 361333"/>
                <a:gd name="connsiteX29" fmla="*/ 128438 w 361670"/>
                <a:gd name="connsiteY29" fmla="*/ 153216 h 361333"/>
                <a:gd name="connsiteX30" fmla="*/ 135467 w 361670"/>
                <a:gd name="connsiteY30" fmla="*/ 158961 h 361333"/>
                <a:gd name="connsiteX31" fmla="*/ 129716 w 361670"/>
                <a:gd name="connsiteY31" fmla="*/ 165984 h 361333"/>
                <a:gd name="connsiteX32" fmla="*/ 88181 w 361670"/>
                <a:gd name="connsiteY32" fmla="*/ 176198 h 361333"/>
                <a:gd name="connsiteX33" fmla="*/ 141218 w 361670"/>
                <a:gd name="connsiteY33" fmla="*/ 187051 h 361333"/>
                <a:gd name="connsiteX34" fmla="*/ 141218 w 361670"/>
                <a:gd name="connsiteY34" fmla="*/ 186412 h 361333"/>
                <a:gd name="connsiteX35" fmla="*/ 144413 w 361670"/>
                <a:gd name="connsiteY35" fmla="*/ 178752 h 361333"/>
                <a:gd name="connsiteX36" fmla="*/ 143774 w 361670"/>
                <a:gd name="connsiteY36" fmla="*/ 170452 h 361333"/>
                <a:gd name="connsiteX37" fmla="*/ 139940 w 361670"/>
                <a:gd name="connsiteY37" fmla="*/ 164707 h 361333"/>
                <a:gd name="connsiteX38" fmla="*/ 139940 w 361670"/>
                <a:gd name="connsiteY38" fmla="*/ 141724 h 361333"/>
                <a:gd name="connsiteX39" fmla="*/ 143135 w 361670"/>
                <a:gd name="connsiteY39" fmla="*/ 136617 h 361333"/>
                <a:gd name="connsiteX40" fmla="*/ 142496 w 361670"/>
                <a:gd name="connsiteY40" fmla="*/ 136617 h 361333"/>
                <a:gd name="connsiteX41" fmla="*/ 136106 w 361670"/>
                <a:gd name="connsiteY41" fmla="*/ 130872 h 361333"/>
                <a:gd name="connsiteX42" fmla="*/ 139940 w 361670"/>
                <a:gd name="connsiteY42" fmla="*/ 124488 h 361333"/>
                <a:gd name="connsiteX43" fmla="*/ 141857 w 361670"/>
                <a:gd name="connsiteY43" fmla="*/ 123849 h 361333"/>
                <a:gd name="connsiteX44" fmla="*/ 268377 w 361670"/>
                <a:gd name="connsiteY44" fmla="*/ 87461 h 361333"/>
                <a:gd name="connsiteX45" fmla="*/ 276045 w 361670"/>
                <a:gd name="connsiteY45" fmla="*/ 91929 h 361333"/>
                <a:gd name="connsiteX46" fmla="*/ 271572 w 361670"/>
                <a:gd name="connsiteY46" fmla="*/ 99590 h 361333"/>
                <a:gd name="connsiteX47" fmla="*/ 210868 w 361670"/>
                <a:gd name="connsiteY47" fmla="*/ 116827 h 361333"/>
                <a:gd name="connsiteX48" fmla="*/ 280518 w 361670"/>
                <a:gd name="connsiteY48" fmla="*/ 109804 h 361333"/>
                <a:gd name="connsiteX49" fmla="*/ 287547 w 361670"/>
                <a:gd name="connsiteY49" fmla="*/ 115550 h 361333"/>
                <a:gd name="connsiteX50" fmla="*/ 282435 w 361670"/>
                <a:gd name="connsiteY50" fmla="*/ 12193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282435" y="121934"/>
                  </a:moveTo>
                  <a:lnTo>
                    <a:pt x="175723" y="132787"/>
                  </a:lnTo>
                  <a:cubicBezTo>
                    <a:pt x="175723" y="132787"/>
                    <a:pt x="175723" y="132787"/>
                    <a:pt x="175723" y="133425"/>
                  </a:cubicBezTo>
                  <a:lnTo>
                    <a:pt x="166138" y="148108"/>
                  </a:lnTo>
                  <a:cubicBezTo>
                    <a:pt x="164860" y="150662"/>
                    <a:pt x="164860" y="154492"/>
                    <a:pt x="166138" y="157046"/>
                  </a:cubicBezTo>
                  <a:lnTo>
                    <a:pt x="169972" y="162792"/>
                  </a:lnTo>
                  <a:cubicBezTo>
                    <a:pt x="173806" y="168537"/>
                    <a:pt x="174445" y="176836"/>
                    <a:pt x="171250" y="183220"/>
                  </a:cubicBezTo>
                  <a:lnTo>
                    <a:pt x="169333" y="187689"/>
                  </a:lnTo>
                  <a:cubicBezTo>
                    <a:pt x="171250" y="187689"/>
                    <a:pt x="173167" y="187689"/>
                    <a:pt x="175723" y="187689"/>
                  </a:cubicBezTo>
                  <a:cubicBezTo>
                    <a:pt x="227482" y="187689"/>
                    <a:pt x="256875" y="180028"/>
                    <a:pt x="263904" y="175560"/>
                  </a:cubicBezTo>
                  <a:cubicBezTo>
                    <a:pt x="257514" y="171091"/>
                    <a:pt x="227482" y="163430"/>
                    <a:pt x="175723" y="163430"/>
                  </a:cubicBezTo>
                  <a:cubicBezTo>
                    <a:pt x="171889" y="163430"/>
                    <a:pt x="169333" y="160876"/>
                    <a:pt x="169333" y="157046"/>
                  </a:cubicBezTo>
                  <a:cubicBezTo>
                    <a:pt x="169333" y="153216"/>
                    <a:pt x="171889" y="150662"/>
                    <a:pt x="175723" y="150662"/>
                  </a:cubicBezTo>
                  <a:cubicBezTo>
                    <a:pt x="192337" y="150662"/>
                    <a:pt x="276684" y="151939"/>
                    <a:pt x="277323" y="175560"/>
                  </a:cubicBezTo>
                  <a:cubicBezTo>
                    <a:pt x="277323" y="175560"/>
                    <a:pt x="277323" y="175560"/>
                    <a:pt x="277323" y="175560"/>
                  </a:cubicBezTo>
                  <a:cubicBezTo>
                    <a:pt x="277323" y="175560"/>
                    <a:pt x="277323" y="175560"/>
                    <a:pt x="277323" y="175560"/>
                  </a:cubicBezTo>
                  <a:cubicBezTo>
                    <a:pt x="277323" y="175560"/>
                    <a:pt x="277323" y="175560"/>
                    <a:pt x="277323" y="175560"/>
                  </a:cubicBezTo>
                  <a:cubicBezTo>
                    <a:pt x="277323" y="175560"/>
                    <a:pt x="277323" y="175560"/>
                    <a:pt x="277323" y="175560"/>
                  </a:cubicBezTo>
                  <a:cubicBezTo>
                    <a:pt x="277323" y="231739"/>
                    <a:pt x="231955" y="277065"/>
                    <a:pt x="175723" y="277065"/>
                  </a:cubicBezTo>
                  <a:cubicBezTo>
                    <a:pt x="119492" y="277065"/>
                    <a:pt x="74123" y="231739"/>
                    <a:pt x="74123" y="175560"/>
                  </a:cubicBezTo>
                  <a:cubicBezTo>
                    <a:pt x="74123" y="175560"/>
                    <a:pt x="74123" y="175560"/>
                    <a:pt x="74123" y="175560"/>
                  </a:cubicBezTo>
                  <a:cubicBezTo>
                    <a:pt x="74123" y="175560"/>
                    <a:pt x="74123" y="175560"/>
                    <a:pt x="74123" y="175560"/>
                  </a:cubicBezTo>
                  <a:cubicBezTo>
                    <a:pt x="74123" y="175560"/>
                    <a:pt x="74123" y="175560"/>
                    <a:pt x="74123" y="175560"/>
                  </a:cubicBezTo>
                  <a:cubicBezTo>
                    <a:pt x="74123" y="175560"/>
                    <a:pt x="74123" y="175560"/>
                    <a:pt x="74123" y="175560"/>
                  </a:cubicBezTo>
                  <a:cubicBezTo>
                    <a:pt x="74123" y="171091"/>
                    <a:pt x="74762" y="158961"/>
                    <a:pt x="128438" y="153216"/>
                  </a:cubicBezTo>
                  <a:cubicBezTo>
                    <a:pt x="131633" y="152577"/>
                    <a:pt x="134828" y="155131"/>
                    <a:pt x="135467" y="158961"/>
                  </a:cubicBezTo>
                  <a:cubicBezTo>
                    <a:pt x="136106" y="162153"/>
                    <a:pt x="133550" y="165345"/>
                    <a:pt x="129716" y="165984"/>
                  </a:cubicBezTo>
                  <a:cubicBezTo>
                    <a:pt x="102878" y="169176"/>
                    <a:pt x="91376" y="173644"/>
                    <a:pt x="88181" y="176198"/>
                  </a:cubicBezTo>
                  <a:cubicBezTo>
                    <a:pt x="93293" y="180028"/>
                    <a:pt x="111185" y="185135"/>
                    <a:pt x="141218" y="187051"/>
                  </a:cubicBezTo>
                  <a:cubicBezTo>
                    <a:pt x="141218" y="187051"/>
                    <a:pt x="141218" y="186412"/>
                    <a:pt x="141218" y="186412"/>
                  </a:cubicBezTo>
                  <a:lnTo>
                    <a:pt x="144413" y="178752"/>
                  </a:lnTo>
                  <a:cubicBezTo>
                    <a:pt x="145691" y="176198"/>
                    <a:pt x="145052" y="172368"/>
                    <a:pt x="143774" y="170452"/>
                  </a:cubicBezTo>
                  <a:lnTo>
                    <a:pt x="139940" y="164707"/>
                  </a:lnTo>
                  <a:cubicBezTo>
                    <a:pt x="135467" y="158323"/>
                    <a:pt x="135467" y="148108"/>
                    <a:pt x="139940" y="141724"/>
                  </a:cubicBezTo>
                  <a:lnTo>
                    <a:pt x="143135" y="136617"/>
                  </a:lnTo>
                  <a:cubicBezTo>
                    <a:pt x="143135" y="136617"/>
                    <a:pt x="143135" y="136617"/>
                    <a:pt x="142496" y="136617"/>
                  </a:cubicBezTo>
                  <a:cubicBezTo>
                    <a:pt x="139301" y="136617"/>
                    <a:pt x="136745" y="134064"/>
                    <a:pt x="136106" y="130872"/>
                  </a:cubicBezTo>
                  <a:cubicBezTo>
                    <a:pt x="136106" y="128318"/>
                    <a:pt x="137384" y="125764"/>
                    <a:pt x="139940" y="124488"/>
                  </a:cubicBezTo>
                  <a:cubicBezTo>
                    <a:pt x="140579" y="123849"/>
                    <a:pt x="141218" y="123849"/>
                    <a:pt x="141857" y="123849"/>
                  </a:cubicBezTo>
                  <a:lnTo>
                    <a:pt x="268377" y="87461"/>
                  </a:lnTo>
                  <a:cubicBezTo>
                    <a:pt x="271572" y="86184"/>
                    <a:pt x="275406" y="88737"/>
                    <a:pt x="276045" y="91929"/>
                  </a:cubicBezTo>
                  <a:cubicBezTo>
                    <a:pt x="277323" y="95121"/>
                    <a:pt x="274767" y="98952"/>
                    <a:pt x="271572" y="99590"/>
                  </a:cubicBezTo>
                  <a:lnTo>
                    <a:pt x="210868" y="116827"/>
                  </a:lnTo>
                  <a:lnTo>
                    <a:pt x="280518" y="109804"/>
                  </a:lnTo>
                  <a:cubicBezTo>
                    <a:pt x="283713" y="109804"/>
                    <a:pt x="286908" y="111720"/>
                    <a:pt x="287547" y="115550"/>
                  </a:cubicBezTo>
                  <a:cubicBezTo>
                    <a:pt x="288825" y="118104"/>
                    <a:pt x="286269" y="121296"/>
                    <a:pt x="282435" y="121934"/>
                  </a:cubicBezTo>
                  <a:close/>
                </a:path>
              </a:pathLst>
            </a:custGeom>
            <a:solidFill>
              <a:srgbClr val="046A38"/>
            </a:solidFill>
            <a:ln w="6390" cap="flat">
              <a:noFill/>
              <a:prstDash val="solid"/>
              <a:miter/>
            </a:ln>
          </p:spPr>
          <p:txBody>
            <a:bodyPr rtlCol="0" anchor="ctr"/>
            <a:lstStyle/>
            <a:p>
              <a:endParaRPr lang="en-US"/>
            </a:p>
          </p:txBody>
        </p:sp>
      </p:grpSp>
      <p:grpSp>
        <p:nvGrpSpPr>
          <p:cNvPr id="1229" name="Graphic 4">
            <a:extLst>
              <a:ext uri="{FF2B5EF4-FFF2-40B4-BE49-F238E27FC236}">
                <a16:creationId xmlns:a16="http://schemas.microsoft.com/office/drawing/2014/main" id="{EDA86D4C-CF64-2A40-925E-4C9732C12E28}"/>
              </a:ext>
            </a:extLst>
          </p:cNvPr>
          <p:cNvGrpSpPr/>
          <p:nvPr/>
        </p:nvGrpSpPr>
        <p:grpSpPr>
          <a:xfrm>
            <a:off x="1952764" y="1402085"/>
            <a:ext cx="361670" cy="361333"/>
            <a:chOff x="1952764" y="1402085"/>
            <a:chExt cx="361670" cy="361333"/>
          </a:xfrm>
          <a:solidFill>
            <a:srgbClr val="046A38"/>
          </a:solidFill>
        </p:grpSpPr>
        <p:sp>
          <p:nvSpPr>
            <p:cNvPr id="1230" name="Graphic 4">
              <a:extLst>
                <a:ext uri="{FF2B5EF4-FFF2-40B4-BE49-F238E27FC236}">
                  <a16:creationId xmlns:a16="http://schemas.microsoft.com/office/drawing/2014/main" id="{8B10E8A0-1AB1-7240-8886-916235B9336B}"/>
                </a:ext>
              </a:extLst>
            </p:cNvPr>
            <p:cNvSpPr/>
            <p:nvPr/>
          </p:nvSpPr>
          <p:spPr>
            <a:xfrm>
              <a:off x="2046696" y="1600627"/>
              <a:ext cx="167416" cy="70862"/>
            </a:xfrm>
            <a:custGeom>
              <a:avLst/>
              <a:gdLst>
                <a:gd name="connsiteX0" fmla="*/ 83708 w 167416"/>
                <a:gd name="connsiteY0" fmla="*/ 10214 h 70862"/>
                <a:gd name="connsiteX1" fmla="*/ 0 w 167416"/>
                <a:gd name="connsiteY1" fmla="*/ 0 h 70862"/>
                <a:gd name="connsiteX2" fmla="*/ 83708 w 167416"/>
                <a:gd name="connsiteY2" fmla="*/ 70862 h 70862"/>
                <a:gd name="connsiteX3" fmla="*/ 167416 w 167416"/>
                <a:gd name="connsiteY3" fmla="*/ 0 h 70862"/>
                <a:gd name="connsiteX4" fmla="*/ 83708 w 167416"/>
                <a:gd name="connsiteY4" fmla="*/ 10214 h 70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416" h="70862">
                  <a:moveTo>
                    <a:pt x="83708" y="10214"/>
                  </a:moveTo>
                  <a:cubicBezTo>
                    <a:pt x="71567" y="10214"/>
                    <a:pt x="24282" y="9576"/>
                    <a:pt x="0" y="0"/>
                  </a:cubicBezTo>
                  <a:cubicBezTo>
                    <a:pt x="7029" y="40219"/>
                    <a:pt x="41535" y="70862"/>
                    <a:pt x="83708" y="70862"/>
                  </a:cubicBezTo>
                  <a:cubicBezTo>
                    <a:pt x="125882" y="70862"/>
                    <a:pt x="160387" y="40219"/>
                    <a:pt x="167416" y="0"/>
                  </a:cubicBezTo>
                  <a:cubicBezTo>
                    <a:pt x="143774" y="9576"/>
                    <a:pt x="95849" y="10214"/>
                    <a:pt x="83708" y="10214"/>
                  </a:cubicBezTo>
                  <a:close/>
                </a:path>
              </a:pathLst>
            </a:custGeom>
            <a:solidFill>
              <a:srgbClr val="046A38"/>
            </a:solidFill>
            <a:ln w="6390" cap="flat">
              <a:noFill/>
              <a:prstDash val="solid"/>
              <a:miter/>
            </a:ln>
          </p:spPr>
          <p:txBody>
            <a:bodyPr rtlCol="0" anchor="ctr"/>
            <a:lstStyle/>
            <a:p>
              <a:endParaRPr lang="en-US"/>
            </a:p>
          </p:txBody>
        </p:sp>
        <p:sp>
          <p:nvSpPr>
            <p:cNvPr id="1231" name="Graphic 4">
              <a:extLst>
                <a:ext uri="{FF2B5EF4-FFF2-40B4-BE49-F238E27FC236}">
                  <a16:creationId xmlns:a16="http://schemas.microsoft.com/office/drawing/2014/main" id="{06773CC6-2AD4-934F-8FBC-979500446D2B}"/>
                </a:ext>
              </a:extLst>
            </p:cNvPr>
            <p:cNvSpPr/>
            <p:nvPr/>
          </p:nvSpPr>
          <p:spPr>
            <a:xfrm>
              <a:off x="2129765" y="1502952"/>
              <a:ext cx="92494" cy="79161"/>
            </a:xfrm>
            <a:custGeom>
              <a:avLst/>
              <a:gdLst>
                <a:gd name="connsiteX0" fmla="*/ 46008 w 92494"/>
                <a:gd name="connsiteY0" fmla="*/ 59371 h 79161"/>
                <a:gd name="connsiteX1" fmla="*/ 30672 w 92494"/>
                <a:gd name="connsiteY1" fmla="*/ 67670 h 79161"/>
                <a:gd name="connsiteX2" fmla="*/ 0 w 92494"/>
                <a:gd name="connsiteY2" fmla="*/ 68309 h 79161"/>
                <a:gd name="connsiteX3" fmla="*/ 3195 w 92494"/>
                <a:gd name="connsiteY3" fmla="*/ 76608 h 79161"/>
                <a:gd name="connsiteX4" fmla="*/ 3195 w 92494"/>
                <a:gd name="connsiteY4" fmla="*/ 76608 h 79161"/>
                <a:gd name="connsiteX5" fmla="*/ 5751 w 92494"/>
                <a:gd name="connsiteY5" fmla="*/ 79161 h 79161"/>
                <a:gd name="connsiteX6" fmla="*/ 31950 w 92494"/>
                <a:gd name="connsiteY6" fmla="*/ 77885 h 79161"/>
                <a:gd name="connsiteX7" fmla="*/ 35145 w 92494"/>
                <a:gd name="connsiteY7" fmla="*/ 75969 h 79161"/>
                <a:gd name="connsiteX8" fmla="*/ 92015 w 92494"/>
                <a:gd name="connsiteY8" fmla="*/ 2554 h 79161"/>
                <a:gd name="connsiteX9" fmla="*/ 92015 w 92494"/>
                <a:gd name="connsiteY9" fmla="*/ 0 h 79161"/>
                <a:gd name="connsiteX10" fmla="*/ 46008 w 92494"/>
                <a:gd name="connsiteY10" fmla="*/ 59371 h 7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2494" h="79161">
                  <a:moveTo>
                    <a:pt x="46008" y="59371"/>
                  </a:moveTo>
                  <a:cubicBezTo>
                    <a:pt x="42813" y="63840"/>
                    <a:pt x="35784" y="67670"/>
                    <a:pt x="30672" y="67670"/>
                  </a:cubicBezTo>
                  <a:lnTo>
                    <a:pt x="0" y="68309"/>
                  </a:lnTo>
                  <a:lnTo>
                    <a:pt x="3195" y="76608"/>
                  </a:lnTo>
                  <a:cubicBezTo>
                    <a:pt x="3195" y="76608"/>
                    <a:pt x="3195" y="76608"/>
                    <a:pt x="3195" y="76608"/>
                  </a:cubicBezTo>
                  <a:cubicBezTo>
                    <a:pt x="3834" y="77885"/>
                    <a:pt x="5112" y="79161"/>
                    <a:pt x="5751" y="79161"/>
                  </a:cubicBezTo>
                  <a:lnTo>
                    <a:pt x="31950" y="77885"/>
                  </a:lnTo>
                  <a:cubicBezTo>
                    <a:pt x="33228" y="77885"/>
                    <a:pt x="33867" y="77246"/>
                    <a:pt x="35145" y="75969"/>
                  </a:cubicBezTo>
                  <a:lnTo>
                    <a:pt x="92015" y="2554"/>
                  </a:lnTo>
                  <a:cubicBezTo>
                    <a:pt x="92654" y="1915"/>
                    <a:pt x="92654" y="638"/>
                    <a:pt x="92015" y="0"/>
                  </a:cubicBezTo>
                  <a:lnTo>
                    <a:pt x="46008" y="59371"/>
                  </a:lnTo>
                  <a:close/>
                </a:path>
              </a:pathLst>
            </a:custGeom>
            <a:solidFill>
              <a:srgbClr val="046A38"/>
            </a:solidFill>
            <a:ln w="6390" cap="flat">
              <a:noFill/>
              <a:prstDash val="solid"/>
              <a:miter/>
            </a:ln>
          </p:spPr>
          <p:txBody>
            <a:bodyPr rtlCol="0" anchor="ctr"/>
            <a:lstStyle/>
            <a:p>
              <a:endParaRPr lang="en-US"/>
            </a:p>
          </p:txBody>
        </p:sp>
        <p:sp>
          <p:nvSpPr>
            <p:cNvPr id="1232" name="Graphic 4">
              <a:extLst>
                <a:ext uri="{FF2B5EF4-FFF2-40B4-BE49-F238E27FC236}">
                  <a16:creationId xmlns:a16="http://schemas.microsoft.com/office/drawing/2014/main" id="{D110D089-EE7E-3C4A-84A4-4B6B65F8BADD}"/>
                </a:ext>
              </a:extLst>
            </p:cNvPr>
            <p:cNvSpPr/>
            <p:nvPr/>
          </p:nvSpPr>
          <p:spPr>
            <a:xfrm>
              <a:off x="1952764"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02561 w 361670"/>
                <a:gd name="connsiteY5" fmla="*/ 104059 h 361333"/>
                <a:gd name="connsiteX6" fmla="*/ 211507 w 361670"/>
                <a:gd name="connsiteY6" fmla="*/ 95121 h 361333"/>
                <a:gd name="connsiteX7" fmla="*/ 220453 w 361670"/>
                <a:gd name="connsiteY7" fmla="*/ 95121 h 361333"/>
                <a:gd name="connsiteX8" fmla="*/ 220453 w 361670"/>
                <a:gd name="connsiteY8" fmla="*/ 104059 h 361333"/>
                <a:gd name="connsiteX9" fmla="*/ 211507 w 361670"/>
                <a:gd name="connsiteY9" fmla="*/ 112996 h 361333"/>
                <a:gd name="connsiteX10" fmla="*/ 214702 w 361670"/>
                <a:gd name="connsiteY10" fmla="*/ 116827 h 361333"/>
                <a:gd name="connsiteX11" fmla="*/ 215980 w 361670"/>
                <a:gd name="connsiteY11" fmla="*/ 133425 h 361333"/>
                <a:gd name="connsiteX12" fmla="*/ 212785 w 361670"/>
                <a:gd name="connsiteY12" fmla="*/ 137894 h 361333"/>
                <a:gd name="connsiteX13" fmla="*/ 207673 w 361670"/>
                <a:gd name="connsiteY13" fmla="*/ 140448 h 361333"/>
                <a:gd name="connsiteX14" fmla="*/ 203839 w 361670"/>
                <a:gd name="connsiteY14" fmla="*/ 139171 h 361333"/>
                <a:gd name="connsiteX15" fmla="*/ 201922 w 361670"/>
                <a:gd name="connsiteY15" fmla="*/ 130233 h 361333"/>
                <a:gd name="connsiteX16" fmla="*/ 205117 w 361670"/>
                <a:gd name="connsiteY16" fmla="*/ 125764 h 361333"/>
                <a:gd name="connsiteX17" fmla="*/ 201922 w 361670"/>
                <a:gd name="connsiteY17" fmla="*/ 121934 h 361333"/>
                <a:gd name="connsiteX18" fmla="*/ 198088 w 361670"/>
                <a:gd name="connsiteY18" fmla="*/ 112996 h 361333"/>
                <a:gd name="connsiteX19" fmla="*/ 202561 w 361670"/>
                <a:gd name="connsiteY19" fmla="*/ 104059 h 361333"/>
                <a:gd name="connsiteX20" fmla="*/ 174445 w 361670"/>
                <a:gd name="connsiteY20" fmla="*/ 94483 h 361333"/>
                <a:gd name="connsiteX21" fmla="*/ 186586 w 361670"/>
                <a:gd name="connsiteY21" fmla="*/ 82353 h 361333"/>
                <a:gd name="connsiteX22" fmla="*/ 195532 w 361670"/>
                <a:gd name="connsiteY22" fmla="*/ 82353 h 361333"/>
                <a:gd name="connsiteX23" fmla="*/ 195532 w 361670"/>
                <a:gd name="connsiteY23" fmla="*/ 91291 h 361333"/>
                <a:gd name="connsiteX24" fmla="*/ 183391 w 361670"/>
                <a:gd name="connsiteY24" fmla="*/ 103420 h 361333"/>
                <a:gd name="connsiteX25" fmla="*/ 183391 w 361670"/>
                <a:gd name="connsiteY25" fmla="*/ 107251 h 361333"/>
                <a:gd name="connsiteX26" fmla="*/ 188503 w 361670"/>
                <a:gd name="connsiteY26" fmla="*/ 112358 h 361333"/>
                <a:gd name="connsiteX27" fmla="*/ 190420 w 361670"/>
                <a:gd name="connsiteY27" fmla="*/ 132148 h 361333"/>
                <a:gd name="connsiteX28" fmla="*/ 186586 w 361670"/>
                <a:gd name="connsiteY28" fmla="*/ 138532 h 361333"/>
                <a:gd name="connsiteX29" fmla="*/ 181474 w 361670"/>
                <a:gd name="connsiteY29" fmla="*/ 141086 h 361333"/>
                <a:gd name="connsiteX30" fmla="*/ 177640 w 361670"/>
                <a:gd name="connsiteY30" fmla="*/ 139809 h 361333"/>
                <a:gd name="connsiteX31" fmla="*/ 175723 w 361670"/>
                <a:gd name="connsiteY31" fmla="*/ 130872 h 361333"/>
                <a:gd name="connsiteX32" fmla="*/ 179557 w 361670"/>
                <a:gd name="connsiteY32" fmla="*/ 124488 h 361333"/>
                <a:gd name="connsiteX33" fmla="*/ 178918 w 361670"/>
                <a:gd name="connsiteY33" fmla="*/ 121296 h 361333"/>
                <a:gd name="connsiteX34" fmla="*/ 173806 w 361670"/>
                <a:gd name="connsiteY34" fmla="*/ 116188 h 361333"/>
                <a:gd name="connsiteX35" fmla="*/ 169333 w 361670"/>
                <a:gd name="connsiteY35" fmla="*/ 105336 h 361333"/>
                <a:gd name="connsiteX36" fmla="*/ 174445 w 361670"/>
                <a:gd name="connsiteY36" fmla="*/ 94483 h 361333"/>
                <a:gd name="connsiteX37" fmla="*/ 146330 w 361670"/>
                <a:gd name="connsiteY37" fmla="*/ 101505 h 361333"/>
                <a:gd name="connsiteX38" fmla="*/ 155275 w 361670"/>
                <a:gd name="connsiteY38" fmla="*/ 92568 h 361333"/>
                <a:gd name="connsiteX39" fmla="*/ 164221 w 361670"/>
                <a:gd name="connsiteY39" fmla="*/ 92568 h 361333"/>
                <a:gd name="connsiteX40" fmla="*/ 164221 w 361670"/>
                <a:gd name="connsiteY40" fmla="*/ 101505 h 361333"/>
                <a:gd name="connsiteX41" fmla="*/ 155275 w 361670"/>
                <a:gd name="connsiteY41" fmla="*/ 110443 h 361333"/>
                <a:gd name="connsiteX42" fmla="*/ 158470 w 361670"/>
                <a:gd name="connsiteY42" fmla="*/ 114273 h 361333"/>
                <a:gd name="connsiteX43" fmla="*/ 159748 w 361670"/>
                <a:gd name="connsiteY43" fmla="*/ 130872 h 361333"/>
                <a:gd name="connsiteX44" fmla="*/ 156553 w 361670"/>
                <a:gd name="connsiteY44" fmla="*/ 135340 h 361333"/>
                <a:gd name="connsiteX45" fmla="*/ 151441 w 361670"/>
                <a:gd name="connsiteY45" fmla="*/ 137894 h 361333"/>
                <a:gd name="connsiteX46" fmla="*/ 147608 w 361670"/>
                <a:gd name="connsiteY46" fmla="*/ 136617 h 361333"/>
                <a:gd name="connsiteX47" fmla="*/ 145690 w 361670"/>
                <a:gd name="connsiteY47" fmla="*/ 127680 h 361333"/>
                <a:gd name="connsiteX48" fmla="*/ 148885 w 361670"/>
                <a:gd name="connsiteY48" fmla="*/ 123211 h 361333"/>
                <a:gd name="connsiteX49" fmla="*/ 145690 w 361670"/>
                <a:gd name="connsiteY49" fmla="*/ 119380 h 361333"/>
                <a:gd name="connsiteX50" fmla="*/ 141856 w 361670"/>
                <a:gd name="connsiteY50" fmla="*/ 110443 h 361333"/>
                <a:gd name="connsiteX51" fmla="*/ 146330 w 361670"/>
                <a:gd name="connsiteY51" fmla="*/ 101505 h 361333"/>
                <a:gd name="connsiteX52" fmla="*/ 178279 w 361670"/>
                <a:gd name="connsiteY52" fmla="*/ 282172 h 361333"/>
                <a:gd name="connsiteX53" fmla="*/ 80513 w 361670"/>
                <a:gd name="connsiteY53" fmla="*/ 184497 h 361333"/>
                <a:gd name="connsiteX54" fmla="*/ 80513 w 361670"/>
                <a:gd name="connsiteY54" fmla="*/ 184497 h 361333"/>
                <a:gd name="connsiteX55" fmla="*/ 80513 w 361670"/>
                <a:gd name="connsiteY55" fmla="*/ 184497 h 361333"/>
                <a:gd name="connsiteX56" fmla="*/ 80513 w 361670"/>
                <a:gd name="connsiteY56" fmla="*/ 184497 h 361333"/>
                <a:gd name="connsiteX57" fmla="*/ 80513 w 361670"/>
                <a:gd name="connsiteY57" fmla="*/ 184497 h 361333"/>
                <a:gd name="connsiteX58" fmla="*/ 150803 w 361670"/>
                <a:gd name="connsiteY58" fmla="*/ 160876 h 361333"/>
                <a:gd name="connsiteX59" fmla="*/ 157831 w 361670"/>
                <a:gd name="connsiteY59" fmla="*/ 166622 h 361333"/>
                <a:gd name="connsiteX60" fmla="*/ 152080 w 361670"/>
                <a:gd name="connsiteY60" fmla="*/ 173644 h 361333"/>
                <a:gd name="connsiteX61" fmla="*/ 94571 w 361670"/>
                <a:gd name="connsiteY61" fmla="*/ 184497 h 361333"/>
                <a:gd name="connsiteX62" fmla="*/ 178279 w 361670"/>
                <a:gd name="connsiteY62" fmla="*/ 195988 h 361333"/>
                <a:gd name="connsiteX63" fmla="*/ 261987 w 361670"/>
                <a:gd name="connsiteY63" fmla="*/ 184497 h 361333"/>
                <a:gd name="connsiteX64" fmla="*/ 244095 w 361670"/>
                <a:gd name="connsiteY64" fmla="*/ 178752 h 361333"/>
                <a:gd name="connsiteX65" fmla="*/ 238984 w 361670"/>
                <a:gd name="connsiteY65" fmla="*/ 171091 h 361333"/>
                <a:gd name="connsiteX66" fmla="*/ 246652 w 361670"/>
                <a:gd name="connsiteY66" fmla="*/ 165984 h 361333"/>
                <a:gd name="connsiteX67" fmla="*/ 275406 w 361670"/>
                <a:gd name="connsiteY67" fmla="*/ 181305 h 361333"/>
                <a:gd name="connsiteX68" fmla="*/ 276045 w 361670"/>
                <a:gd name="connsiteY68" fmla="*/ 183859 h 361333"/>
                <a:gd name="connsiteX69" fmla="*/ 178279 w 361670"/>
                <a:gd name="connsiteY69" fmla="*/ 282172 h 361333"/>
                <a:gd name="connsiteX70" fmla="*/ 278601 w 361670"/>
                <a:gd name="connsiteY70" fmla="*/ 111720 h 361333"/>
                <a:gd name="connsiteX71" fmla="*/ 221731 w 361670"/>
                <a:gd name="connsiteY71" fmla="*/ 185135 h 361333"/>
                <a:gd name="connsiteX72" fmla="*/ 208951 w 361670"/>
                <a:gd name="connsiteY72" fmla="*/ 191519 h 361333"/>
                <a:gd name="connsiteX73" fmla="*/ 182752 w 361670"/>
                <a:gd name="connsiteY73" fmla="*/ 192796 h 361333"/>
                <a:gd name="connsiteX74" fmla="*/ 182113 w 361670"/>
                <a:gd name="connsiteY74" fmla="*/ 192796 h 361333"/>
                <a:gd name="connsiteX75" fmla="*/ 167416 w 361670"/>
                <a:gd name="connsiteY75" fmla="*/ 182582 h 361333"/>
                <a:gd name="connsiteX76" fmla="*/ 161665 w 361670"/>
                <a:gd name="connsiteY76" fmla="*/ 168537 h 361333"/>
                <a:gd name="connsiteX77" fmla="*/ 162304 w 361670"/>
                <a:gd name="connsiteY77" fmla="*/ 160238 h 361333"/>
                <a:gd name="connsiteX78" fmla="*/ 168694 w 361670"/>
                <a:gd name="connsiteY78" fmla="*/ 156408 h 361333"/>
                <a:gd name="connsiteX79" fmla="*/ 206395 w 361670"/>
                <a:gd name="connsiteY79" fmla="*/ 155769 h 361333"/>
                <a:gd name="connsiteX80" fmla="*/ 212146 w 361670"/>
                <a:gd name="connsiteY80" fmla="*/ 152577 h 361333"/>
                <a:gd name="connsiteX81" fmla="*/ 257514 w 361670"/>
                <a:gd name="connsiteY81" fmla="*/ 93845 h 361333"/>
                <a:gd name="connsiteX82" fmla="*/ 267099 w 361670"/>
                <a:gd name="connsiteY82" fmla="*/ 88737 h 361333"/>
                <a:gd name="connsiteX83" fmla="*/ 276684 w 361670"/>
                <a:gd name="connsiteY83" fmla="*/ 92568 h 361333"/>
                <a:gd name="connsiteX84" fmla="*/ 278601 w 361670"/>
                <a:gd name="connsiteY84" fmla="*/ 11172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202561" y="104059"/>
                  </a:moveTo>
                  <a:lnTo>
                    <a:pt x="211507" y="95121"/>
                  </a:lnTo>
                  <a:cubicBezTo>
                    <a:pt x="214063" y="92568"/>
                    <a:pt x="217897" y="92568"/>
                    <a:pt x="220453" y="95121"/>
                  </a:cubicBezTo>
                  <a:cubicBezTo>
                    <a:pt x="223009" y="97675"/>
                    <a:pt x="223009" y="101505"/>
                    <a:pt x="220453" y="104059"/>
                  </a:cubicBezTo>
                  <a:lnTo>
                    <a:pt x="211507" y="112996"/>
                  </a:lnTo>
                  <a:lnTo>
                    <a:pt x="214702" y="116827"/>
                  </a:lnTo>
                  <a:cubicBezTo>
                    <a:pt x="219175" y="121296"/>
                    <a:pt x="219814" y="128318"/>
                    <a:pt x="215980" y="133425"/>
                  </a:cubicBezTo>
                  <a:lnTo>
                    <a:pt x="212785" y="137894"/>
                  </a:lnTo>
                  <a:cubicBezTo>
                    <a:pt x="211507" y="139809"/>
                    <a:pt x="209590" y="140448"/>
                    <a:pt x="207673" y="140448"/>
                  </a:cubicBezTo>
                  <a:cubicBezTo>
                    <a:pt x="206395" y="140448"/>
                    <a:pt x="205117" y="139809"/>
                    <a:pt x="203839" y="139171"/>
                  </a:cubicBezTo>
                  <a:cubicBezTo>
                    <a:pt x="200644" y="137256"/>
                    <a:pt x="200005" y="133425"/>
                    <a:pt x="201922" y="130233"/>
                  </a:cubicBezTo>
                  <a:lnTo>
                    <a:pt x="205117" y="125764"/>
                  </a:lnTo>
                  <a:lnTo>
                    <a:pt x="201922" y="121934"/>
                  </a:lnTo>
                  <a:cubicBezTo>
                    <a:pt x="199366" y="119380"/>
                    <a:pt x="198088" y="116188"/>
                    <a:pt x="198088" y="112996"/>
                  </a:cubicBezTo>
                  <a:cubicBezTo>
                    <a:pt x="198088" y="109804"/>
                    <a:pt x="200005" y="106612"/>
                    <a:pt x="202561" y="104059"/>
                  </a:cubicBezTo>
                  <a:close/>
                  <a:moveTo>
                    <a:pt x="174445" y="94483"/>
                  </a:moveTo>
                  <a:lnTo>
                    <a:pt x="186586" y="82353"/>
                  </a:lnTo>
                  <a:cubicBezTo>
                    <a:pt x="189142" y="79800"/>
                    <a:pt x="192976" y="79800"/>
                    <a:pt x="195532" y="82353"/>
                  </a:cubicBezTo>
                  <a:cubicBezTo>
                    <a:pt x="198088" y="84907"/>
                    <a:pt x="198088" y="88737"/>
                    <a:pt x="195532" y="91291"/>
                  </a:cubicBezTo>
                  <a:lnTo>
                    <a:pt x="183391" y="103420"/>
                  </a:lnTo>
                  <a:cubicBezTo>
                    <a:pt x="182113" y="104697"/>
                    <a:pt x="182113" y="105974"/>
                    <a:pt x="183391" y="107251"/>
                  </a:cubicBezTo>
                  <a:lnTo>
                    <a:pt x="188503" y="112358"/>
                  </a:lnTo>
                  <a:cubicBezTo>
                    <a:pt x="193615" y="117465"/>
                    <a:pt x="194254" y="125764"/>
                    <a:pt x="190420" y="132148"/>
                  </a:cubicBezTo>
                  <a:lnTo>
                    <a:pt x="186586" y="138532"/>
                  </a:lnTo>
                  <a:cubicBezTo>
                    <a:pt x="185308" y="140448"/>
                    <a:pt x="183391" y="141086"/>
                    <a:pt x="181474" y="141086"/>
                  </a:cubicBezTo>
                  <a:cubicBezTo>
                    <a:pt x="180196" y="141086"/>
                    <a:pt x="178918" y="140448"/>
                    <a:pt x="177640" y="139809"/>
                  </a:cubicBezTo>
                  <a:cubicBezTo>
                    <a:pt x="174445" y="137894"/>
                    <a:pt x="173806" y="134064"/>
                    <a:pt x="175723" y="130872"/>
                  </a:cubicBezTo>
                  <a:lnTo>
                    <a:pt x="179557" y="124488"/>
                  </a:lnTo>
                  <a:cubicBezTo>
                    <a:pt x="180196" y="123211"/>
                    <a:pt x="180196" y="121934"/>
                    <a:pt x="178918" y="121296"/>
                  </a:cubicBezTo>
                  <a:lnTo>
                    <a:pt x="173806" y="116188"/>
                  </a:lnTo>
                  <a:cubicBezTo>
                    <a:pt x="170611" y="112996"/>
                    <a:pt x="169333" y="109166"/>
                    <a:pt x="169333" y="105336"/>
                  </a:cubicBezTo>
                  <a:cubicBezTo>
                    <a:pt x="169333" y="101505"/>
                    <a:pt x="171889" y="97037"/>
                    <a:pt x="174445" y="94483"/>
                  </a:cubicBezTo>
                  <a:close/>
                  <a:moveTo>
                    <a:pt x="146330" y="101505"/>
                  </a:moveTo>
                  <a:lnTo>
                    <a:pt x="155275" y="92568"/>
                  </a:lnTo>
                  <a:cubicBezTo>
                    <a:pt x="157831" y="90014"/>
                    <a:pt x="161665" y="90014"/>
                    <a:pt x="164221" y="92568"/>
                  </a:cubicBezTo>
                  <a:cubicBezTo>
                    <a:pt x="166777" y="95121"/>
                    <a:pt x="166777" y="98952"/>
                    <a:pt x="164221" y="101505"/>
                  </a:cubicBezTo>
                  <a:lnTo>
                    <a:pt x="155275" y="110443"/>
                  </a:lnTo>
                  <a:lnTo>
                    <a:pt x="158470" y="114273"/>
                  </a:lnTo>
                  <a:cubicBezTo>
                    <a:pt x="162943" y="118742"/>
                    <a:pt x="163582" y="125764"/>
                    <a:pt x="159748" y="130872"/>
                  </a:cubicBezTo>
                  <a:lnTo>
                    <a:pt x="156553" y="135340"/>
                  </a:lnTo>
                  <a:cubicBezTo>
                    <a:pt x="155275" y="137256"/>
                    <a:pt x="153358" y="137894"/>
                    <a:pt x="151441" y="137894"/>
                  </a:cubicBezTo>
                  <a:cubicBezTo>
                    <a:pt x="150164" y="137894"/>
                    <a:pt x="148885" y="137256"/>
                    <a:pt x="147608" y="136617"/>
                  </a:cubicBezTo>
                  <a:cubicBezTo>
                    <a:pt x="144413" y="134702"/>
                    <a:pt x="143774" y="130872"/>
                    <a:pt x="145690" y="127680"/>
                  </a:cubicBezTo>
                  <a:lnTo>
                    <a:pt x="148885" y="123211"/>
                  </a:lnTo>
                  <a:lnTo>
                    <a:pt x="145690" y="119380"/>
                  </a:lnTo>
                  <a:cubicBezTo>
                    <a:pt x="143135" y="116827"/>
                    <a:pt x="141856" y="113635"/>
                    <a:pt x="141856" y="110443"/>
                  </a:cubicBezTo>
                  <a:cubicBezTo>
                    <a:pt x="141856" y="107251"/>
                    <a:pt x="143774" y="104059"/>
                    <a:pt x="146330" y="101505"/>
                  </a:cubicBezTo>
                  <a:close/>
                  <a:moveTo>
                    <a:pt x="178279" y="282172"/>
                  </a:moveTo>
                  <a:cubicBezTo>
                    <a:pt x="124604" y="282172"/>
                    <a:pt x="80513" y="238761"/>
                    <a:pt x="80513" y="184497"/>
                  </a:cubicBezTo>
                  <a:cubicBezTo>
                    <a:pt x="80513" y="184497"/>
                    <a:pt x="80513" y="184497"/>
                    <a:pt x="80513" y="184497"/>
                  </a:cubicBezTo>
                  <a:cubicBezTo>
                    <a:pt x="80513" y="184497"/>
                    <a:pt x="80513" y="184497"/>
                    <a:pt x="80513" y="184497"/>
                  </a:cubicBezTo>
                  <a:cubicBezTo>
                    <a:pt x="80513" y="184497"/>
                    <a:pt x="80513" y="184497"/>
                    <a:pt x="80513" y="184497"/>
                  </a:cubicBezTo>
                  <a:cubicBezTo>
                    <a:pt x="80513" y="184497"/>
                    <a:pt x="80513" y="184497"/>
                    <a:pt x="80513" y="184497"/>
                  </a:cubicBezTo>
                  <a:cubicBezTo>
                    <a:pt x="80513" y="175560"/>
                    <a:pt x="93293" y="164707"/>
                    <a:pt x="150803" y="160876"/>
                  </a:cubicBezTo>
                  <a:cubicBezTo>
                    <a:pt x="153998" y="160876"/>
                    <a:pt x="157192" y="163430"/>
                    <a:pt x="157831" y="166622"/>
                  </a:cubicBezTo>
                  <a:cubicBezTo>
                    <a:pt x="157831" y="170452"/>
                    <a:pt x="155275" y="173006"/>
                    <a:pt x="152080" y="173644"/>
                  </a:cubicBezTo>
                  <a:cubicBezTo>
                    <a:pt x="116936" y="175560"/>
                    <a:pt x="99683" y="181305"/>
                    <a:pt x="94571" y="184497"/>
                  </a:cubicBezTo>
                  <a:cubicBezTo>
                    <a:pt x="101600" y="188966"/>
                    <a:pt x="129716" y="195988"/>
                    <a:pt x="178279" y="195988"/>
                  </a:cubicBezTo>
                  <a:cubicBezTo>
                    <a:pt x="226843" y="195988"/>
                    <a:pt x="254958" y="188966"/>
                    <a:pt x="261987" y="184497"/>
                  </a:cubicBezTo>
                  <a:cubicBezTo>
                    <a:pt x="260070" y="183220"/>
                    <a:pt x="254958" y="180667"/>
                    <a:pt x="244095" y="178752"/>
                  </a:cubicBezTo>
                  <a:cubicBezTo>
                    <a:pt x="240901" y="178113"/>
                    <a:pt x="238345" y="174921"/>
                    <a:pt x="238984" y="171091"/>
                  </a:cubicBezTo>
                  <a:cubicBezTo>
                    <a:pt x="239623" y="167899"/>
                    <a:pt x="242818" y="165345"/>
                    <a:pt x="246652" y="165984"/>
                  </a:cubicBezTo>
                  <a:cubicBezTo>
                    <a:pt x="264543" y="169814"/>
                    <a:pt x="273489" y="174921"/>
                    <a:pt x="275406" y="181305"/>
                  </a:cubicBezTo>
                  <a:cubicBezTo>
                    <a:pt x="276045" y="181944"/>
                    <a:pt x="276045" y="183220"/>
                    <a:pt x="276045" y="183859"/>
                  </a:cubicBezTo>
                  <a:cubicBezTo>
                    <a:pt x="275406" y="238122"/>
                    <a:pt x="231955" y="282172"/>
                    <a:pt x="178279" y="282172"/>
                  </a:cubicBezTo>
                  <a:close/>
                  <a:moveTo>
                    <a:pt x="278601" y="111720"/>
                  </a:moveTo>
                  <a:lnTo>
                    <a:pt x="221731" y="185135"/>
                  </a:lnTo>
                  <a:cubicBezTo>
                    <a:pt x="218536" y="188966"/>
                    <a:pt x="214063" y="191519"/>
                    <a:pt x="208951" y="191519"/>
                  </a:cubicBezTo>
                  <a:lnTo>
                    <a:pt x="182752" y="192796"/>
                  </a:lnTo>
                  <a:cubicBezTo>
                    <a:pt x="182752" y="192796"/>
                    <a:pt x="182113" y="192796"/>
                    <a:pt x="182113" y="192796"/>
                  </a:cubicBezTo>
                  <a:cubicBezTo>
                    <a:pt x="175723" y="192796"/>
                    <a:pt x="169972" y="188966"/>
                    <a:pt x="167416" y="182582"/>
                  </a:cubicBezTo>
                  <a:lnTo>
                    <a:pt x="161665" y="168537"/>
                  </a:lnTo>
                  <a:cubicBezTo>
                    <a:pt x="160387" y="165984"/>
                    <a:pt x="161026" y="162792"/>
                    <a:pt x="162304" y="160238"/>
                  </a:cubicBezTo>
                  <a:cubicBezTo>
                    <a:pt x="163582" y="157684"/>
                    <a:pt x="166138" y="156408"/>
                    <a:pt x="168694" y="156408"/>
                  </a:cubicBezTo>
                  <a:lnTo>
                    <a:pt x="206395" y="155769"/>
                  </a:lnTo>
                  <a:cubicBezTo>
                    <a:pt x="207673" y="155769"/>
                    <a:pt x="210868" y="153854"/>
                    <a:pt x="212146" y="152577"/>
                  </a:cubicBezTo>
                  <a:lnTo>
                    <a:pt x="257514" y="93845"/>
                  </a:lnTo>
                  <a:cubicBezTo>
                    <a:pt x="260070" y="90653"/>
                    <a:pt x="263265" y="88737"/>
                    <a:pt x="267099" y="88737"/>
                  </a:cubicBezTo>
                  <a:cubicBezTo>
                    <a:pt x="270933" y="88737"/>
                    <a:pt x="274128" y="90014"/>
                    <a:pt x="276684" y="92568"/>
                  </a:cubicBezTo>
                  <a:cubicBezTo>
                    <a:pt x="282435" y="97675"/>
                    <a:pt x="283074" y="105974"/>
                    <a:pt x="278601" y="111720"/>
                  </a:cubicBezTo>
                  <a:close/>
                </a:path>
              </a:pathLst>
            </a:custGeom>
            <a:solidFill>
              <a:srgbClr val="046A38"/>
            </a:solidFill>
            <a:ln w="6390" cap="flat">
              <a:noFill/>
              <a:prstDash val="solid"/>
              <a:miter/>
            </a:ln>
          </p:spPr>
          <p:txBody>
            <a:bodyPr rtlCol="0" anchor="ctr"/>
            <a:lstStyle/>
            <a:p>
              <a:endParaRPr lang="en-US"/>
            </a:p>
          </p:txBody>
        </p:sp>
      </p:grpSp>
      <p:grpSp>
        <p:nvGrpSpPr>
          <p:cNvPr id="1233" name="Graphic 4">
            <a:extLst>
              <a:ext uri="{FF2B5EF4-FFF2-40B4-BE49-F238E27FC236}">
                <a16:creationId xmlns:a16="http://schemas.microsoft.com/office/drawing/2014/main" id="{F1283E99-2ED0-5245-991B-649F28B25AF1}"/>
              </a:ext>
            </a:extLst>
          </p:cNvPr>
          <p:cNvGrpSpPr/>
          <p:nvPr/>
        </p:nvGrpSpPr>
        <p:grpSpPr>
          <a:xfrm>
            <a:off x="1952764" y="918179"/>
            <a:ext cx="361670" cy="361333"/>
            <a:chOff x="1952764" y="918179"/>
            <a:chExt cx="361670" cy="361333"/>
          </a:xfrm>
          <a:solidFill>
            <a:srgbClr val="046A38"/>
          </a:solidFill>
        </p:grpSpPr>
        <p:sp>
          <p:nvSpPr>
            <p:cNvPr id="1234" name="Graphic 4">
              <a:extLst>
                <a:ext uri="{FF2B5EF4-FFF2-40B4-BE49-F238E27FC236}">
                  <a16:creationId xmlns:a16="http://schemas.microsoft.com/office/drawing/2014/main" id="{BF744217-630F-504F-897D-633F92D46392}"/>
                </a:ext>
              </a:extLst>
            </p:cNvPr>
            <p:cNvSpPr/>
            <p:nvPr/>
          </p:nvSpPr>
          <p:spPr>
            <a:xfrm>
              <a:off x="2140628" y="1001171"/>
              <a:ext cx="6389" cy="6383"/>
            </a:xfrm>
            <a:custGeom>
              <a:avLst/>
              <a:gdLst>
                <a:gd name="connsiteX0" fmla="*/ 3195 w 6389"/>
                <a:gd name="connsiteY0" fmla="*/ 6384 h 6383"/>
                <a:gd name="connsiteX1" fmla="*/ 6390 w 6389"/>
                <a:gd name="connsiteY1" fmla="*/ 3192 h 6383"/>
                <a:gd name="connsiteX2" fmla="*/ 3195 w 6389"/>
                <a:gd name="connsiteY2" fmla="*/ 0 h 6383"/>
                <a:gd name="connsiteX3" fmla="*/ 0 w 6389"/>
                <a:gd name="connsiteY3" fmla="*/ 3192 h 6383"/>
                <a:gd name="connsiteX4" fmla="*/ 3195 w 6389"/>
                <a:gd name="connsiteY4" fmla="*/ 6384 h 6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9" h="6383">
                  <a:moveTo>
                    <a:pt x="3195" y="6384"/>
                  </a:moveTo>
                  <a:cubicBezTo>
                    <a:pt x="5112" y="6384"/>
                    <a:pt x="6390" y="5107"/>
                    <a:pt x="6390" y="3192"/>
                  </a:cubicBezTo>
                  <a:cubicBezTo>
                    <a:pt x="6390" y="1277"/>
                    <a:pt x="5112" y="0"/>
                    <a:pt x="3195" y="0"/>
                  </a:cubicBezTo>
                  <a:cubicBezTo>
                    <a:pt x="1278" y="0"/>
                    <a:pt x="0" y="1277"/>
                    <a:pt x="0" y="3192"/>
                  </a:cubicBezTo>
                  <a:cubicBezTo>
                    <a:pt x="0" y="5107"/>
                    <a:pt x="1278" y="6384"/>
                    <a:pt x="3195" y="6384"/>
                  </a:cubicBezTo>
                  <a:close/>
                </a:path>
              </a:pathLst>
            </a:custGeom>
            <a:solidFill>
              <a:srgbClr val="046A38"/>
            </a:solidFill>
            <a:ln w="6390" cap="flat">
              <a:noFill/>
              <a:prstDash val="solid"/>
              <a:miter/>
            </a:ln>
          </p:spPr>
          <p:txBody>
            <a:bodyPr rtlCol="0" anchor="ctr"/>
            <a:lstStyle/>
            <a:p>
              <a:endParaRPr lang="en-US"/>
            </a:p>
          </p:txBody>
        </p:sp>
        <p:sp>
          <p:nvSpPr>
            <p:cNvPr id="1235" name="Graphic 4">
              <a:extLst>
                <a:ext uri="{FF2B5EF4-FFF2-40B4-BE49-F238E27FC236}">
                  <a16:creationId xmlns:a16="http://schemas.microsoft.com/office/drawing/2014/main" id="{9615D5F3-AFFE-1F47-96D3-1EE0B5661A39}"/>
                </a:ext>
              </a:extLst>
            </p:cNvPr>
            <p:cNvSpPr/>
            <p:nvPr/>
          </p:nvSpPr>
          <p:spPr>
            <a:xfrm>
              <a:off x="2050524" y="1006278"/>
              <a:ext cx="54960" cy="60647"/>
            </a:xfrm>
            <a:custGeom>
              <a:avLst/>
              <a:gdLst>
                <a:gd name="connsiteX0" fmla="*/ 54960 w 54960"/>
                <a:gd name="connsiteY0" fmla="*/ 4469 h 60647"/>
                <a:gd name="connsiteX1" fmla="*/ 37068 w 54960"/>
                <a:gd name="connsiteY1" fmla="*/ 0 h 60647"/>
                <a:gd name="connsiteX2" fmla="*/ 8314 w 54960"/>
                <a:gd name="connsiteY2" fmla="*/ 13406 h 60647"/>
                <a:gd name="connsiteX3" fmla="*/ 8953 w 54960"/>
                <a:gd name="connsiteY3" fmla="*/ 60648 h 60647"/>
                <a:gd name="connsiteX4" fmla="*/ 54960 w 54960"/>
                <a:gd name="connsiteY4" fmla="*/ 4469 h 60647"/>
                <a:gd name="connsiteX5" fmla="*/ 29400 w 54960"/>
                <a:gd name="connsiteY5" fmla="*/ 11491 h 60647"/>
                <a:gd name="connsiteX6" fmla="*/ 38346 w 54960"/>
                <a:gd name="connsiteY6" fmla="*/ 10853 h 60647"/>
                <a:gd name="connsiteX7" fmla="*/ 40263 w 54960"/>
                <a:gd name="connsiteY7" fmla="*/ 12130 h 60647"/>
                <a:gd name="connsiteX8" fmla="*/ 40902 w 54960"/>
                <a:gd name="connsiteY8" fmla="*/ 21067 h 60647"/>
                <a:gd name="connsiteX9" fmla="*/ 35790 w 54960"/>
                <a:gd name="connsiteY9" fmla="*/ 23621 h 60647"/>
                <a:gd name="connsiteX10" fmla="*/ 31956 w 54960"/>
                <a:gd name="connsiteY10" fmla="*/ 22344 h 60647"/>
                <a:gd name="connsiteX11" fmla="*/ 30039 w 54960"/>
                <a:gd name="connsiteY11" fmla="*/ 21067 h 60647"/>
                <a:gd name="connsiteX12" fmla="*/ 29400 w 54960"/>
                <a:gd name="connsiteY12" fmla="*/ 11491 h 60647"/>
                <a:gd name="connsiteX13" fmla="*/ 17899 w 54960"/>
                <a:gd name="connsiteY13" fmla="*/ 20429 h 60647"/>
                <a:gd name="connsiteX14" fmla="*/ 26844 w 54960"/>
                <a:gd name="connsiteY14" fmla="*/ 19790 h 60647"/>
                <a:gd name="connsiteX15" fmla="*/ 28761 w 54960"/>
                <a:gd name="connsiteY15" fmla="*/ 21067 h 60647"/>
                <a:gd name="connsiteX16" fmla="*/ 29400 w 54960"/>
                <a:gd name="connsiteY16" fmla="*/ 30005 h 60647"/>
                <a:gd name="connsiteX17" fmla="*/ 24289 w 54960"/>
                <a:gd name="connsiteY17" fmla="*/ 32558 h 60647"/>
                <a:gd name="connsiteX18" fmla="*/ 20455 w 54960"/>
                <a:gd name="connsiteY18" fmla="*/ 31281 h 60647"/>
                <a:gd name="connsiteX19" fmla="*/ 18537 w 54960"/>
                <a:gd name="connsiteY19" fmla="*/ 30005 h 60647"/>
                <a:gd name="connsiteX20" fmla="*/ 17899 w 54960"/>
                <a:gd name="connsiteY20" fmla="*/ 20429 h 60647"/>
                <a:gd name="connsiteX21" fmla="*/ 10870 w 54960"/>
                <a:gd name="connsiteY21" fmla="*/ 33835 h 60647"/>
                <a:gd name="connsiteX22" fmla="*/ 19815 w 54960"/>
                <a:gd name="connsiteY22" fmla="*/ 33197 h 60647"/>
                <a:gd name="connsiteX23" fmla="*/ 21732 w 54960"/>
                <a:gd name="connsiteY23" fmla="*/ 34473 h 60647"/>
                <a:gd name="connsiteX24" fmla="*/ 22371 w 54960"/>
                <a:gd name="connsiteY24" fmla="*/ 43411 h 60647"/>
                <a:gd name="connsiteX25" fmla="*/ 17260 w 54960"/>
                <a:gd name="connsiteY25" fmla="*/ 45965 h 60647"/>
                <a:gd name="connsiteX26" fmla="*/ 13426 w 54960"/>
                <a:gd name="connsiteY26" fmla="*/ 44688 h 60647"/>
                <a:gd name="connsiteX27" fmla="*/ 11509 w 54960"/>
                <a:gd name="connsiteY27" fmla="*/ 43411 h 60647"/>
                <a:gd name="connsiteX28" fmla="*/ 10870 w 54960"/>
                <a:gd name="connsiteY28" fmla="*/ 33835 h 60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4960" h="60647">
                  <a:moveTo>
                    <a:pt x="54960" y="4469"/>
                  </a:moveTo>
                  <a:cubicBezTo>
                    <a:pt x="49209" y="1277"/>
                    <a:pt x="43458" y="0"/>
                    <a:pt x="37068" y="0"/>
                  </a:cubicBezTo>
                  <a:cubicBezTo>
                    <a:pt x="26205" y="0"/>
                    <a:pt x="15981" y="4469"/>
                    <a:pt x="8314" y="13406"/>
                  </a:cubicBezTo>
                  <a:cubicBezTo>
                    <a:pt x="-3188" y="27451"/>
                    <a:pt x="-2549" y="47241"/>
                    <a:pt x="8953" y="60648"/>
                  </a:cubicBezTo>
                  <a:lnTo>
                    <a:pt x="54960" y="4469"/>
                  </a:lnTo>
                  <a:close/>
                  <a:moveTo>
                    <a:pt x="29400" y="11491"/>
                  </a:moveTo>
                  <a:cubicBezTo>
                    <a:pt x="31317" y="8938"/>
                    <a:pt x="35790" y="8299"/>
                    <a:pt x="38346" y="10853"/>
                  </a:cubicBezTo>
                  <a:lnTo>
                    <a:pt x="40263" y="12130"/>
                  </a:lnTo>
                  <a:cubicBezTo>
                    <a:pt x="42819" y="14045"/>
                    <a:pt x="43458" y="18514"/>
                    <a:pt x="40902" y="21067"/>
                  </a:cubicBezTo>
                  <a:cubicBezTo>
                    <a:pt x="39624" y="22344"/>
                    <a:pt x="37707" y="23621"/>
                    <a:pt x="35790" y="23621"/>
                  </a:cubicBezTo>
                  <a:cubicBezTo>
                    <a:pt x="34512" y="23621"/>
                    <a:pt x="33234" y="22982"/>
                    <a:pt x="31956" y="22344"/>
                  </a:cubicBezTo>
                  <a:lnTo>
                    <a:pt x="30039" y="21067"/>
                  </a:lnTo>
                  <a:cubicBezTo>
                    <a:pt x="27483" y="17875"/>
                    <a:pt x="27483" y="14045"/>
                    <a:pt x="29400" y="11491"/>
                  </a:cubicBezTo>
                  <a:close/>
                  <a:moveTo>
                    <a:pt x="17899" y="20429"/>
                  </a:moveTo>
                  <a:cubicBezTo>
                    <a:pt x="19815" y="17875"/>
                    <a:pt x="24289" y="17237"/>
                    <a:pt x="26844" y="19790"/>
                  </a:cubicBezTo>
                  <a:lnTo>
                    <a:pt x="28761" y="21067"/>
                  </a:lnTo>
                  <a:cubicBezTo>
                    <a:pt x="31317" y="22982"/>
                    <a:pt x="31956" y="27451"/>
                    <a:pt x="29400" y="30005"/>
                  </a:cubicBezTo>
                  <a:cubicBezTo>
                    <a:pt x="28122" y="31281"/>
                    <a:pt x="26205" y="32558"/>
                    <a:pt x="24289" y="32558"/>
                  </a:cubicBezTo>
                  <a:cubicBezTo>
                    <a:pt x="23010" y="32558"/>
                    <a:pt x="21732" y="31920"/>
                    <a:pt x="20455" y="31281"/>
                  </a:cubicBezTo>
                  <a:lnTo>
                    <a:pt x="18537" y="30005"/>
                  </a:lnTo>
                  <a:cubicBezTo>
                    <a:pt x="15981" y="27451"/>
                    <a:pt x="15342" y="23621"/>
                    <a:pt x="17899" y="20429"/>
                  </a:cubicBezTo>
                  <a:close/>
                  <a:moveTo>
                    <a:pt x="10870" y="33835"/>
                  </a:moveTo>
                  <a:cubicBezTo>
                    <a:pt x="12787" y="31281"/>
                    <a:pt x="17260" y="30643"/>
                    <a:pt x="19815" y="33197"/>
                  </a:cubicBezTo>
                  <a:lnTo>
                    <a:pt x="21732" y="34473"/>
                  </a:lnTo>
                  <a:cubicBezTo>
                    <a:pt x="24289" y="36389"/>
                    <a:pt x="24927" y="40857"/>
                    <a:pt x="22371" y="43411"/>
                  </a:cubicBezTo>
                  <a:cubicBezTo>
                    <a:pt x="21094" y="44688"/>
                    <a:pt x="19176" y="45965"/>
                    <a:pt x="17260" y="45965"/>
                  </a:cubicBezTo>
                  <a:cubicBezTo>
                    <a:pt x="15981" y="45965"/>
                    <a:pt x="14704" y="45326"/>
                    <a:pt x="13426" y="44688"/>
                  </a:cubicBezTo>
                  <a:lnTo>
                    <a:pt x="11509" y="43411"/>
                  </a:lnTo>
                  <a:cubicBezTo>
                    <a:pt x="9592" y="40857"/>
                    <a:pt x="8953" y="37027"/>
                    <a:pt x="10870" y="33835"/>
                  </a:cubicBezTo>
                  <a:close/>
                </a:path>
              </a:pathLst>
            </a:custGeom>
            <a:solidFill>
              <a:srgbClr val="046A38"/>
            </a:solidFill>
            <a:ln w="6390" cap="flat">
              <a:noFill/>
              <a:prstDash val="solid"/>
              <a:miter/>
            </a:ln>
          </p:spPr>
          <p:txBody>
            <a:bodyPr rtlCol="0" anchor="ctr"/>
            <a:lstStyle/>
            <a:p>
              <a:endParaRPr lang="en-US"/>
            </a:p>
          </p:txBody>
        </p:sp>
        <p:sp>
          <p:nvSpPr>
            <p:cNvPr id="1236" name="Graphic 4">
              <a:extLst>
                <a:ext uri="{FF2B5EF4-FFF2-40B4-BE49-F238E27FC236}">
                  <a16:creationId xmlns:a16="http://schemas.microsoft.com/office/drawing/2014/main" id="{9FDF0FF4-15DB-2044-AE6F-F45F303107C1}"/>
                </a:ext>
              </a:extLst>
            </p:cNvPr>
            <p:cNvSpPr/>
            <p:nvPr/>
          </p:nvSpPr>
          <p:spPr>
            <a:xfrm>
              <a:off x="2132960" y="1036282"/>
              <a:ext cx="32588" cy="17632"/>
            </a:xfrm>
            <a:custGeom>
              <a:avLst/>
              <a:gdLst>
                <a:gd name="connsiteX0" fmla="*/ 23004 w 32588"/>
                <a:gd name="connsiteY0" fmla="*/ 2554 h 17632"/>
                <a:gd name="connsiteX1" fmla="*/ 32589 w 32588"/>
                <a:gd name="connsiteY1" fmla="*/ 0 h 17632"/>
                <a:gd name="connsiteX2" fmla="*/ 19809 w 32588"/>
                <a:gd name="connsiteY2" fmla="*/ 2554 h 17632"/>
                <a:gd name="connsiteX3" fmla="*/ 0 w 32588"/>
                <a:gd name="connsiteY3" fmla="*/ 14683 h 17632"/>
                <a:gd name="connsiteX4" fmla="*/ 24921 w 32588"/>
                <a:gd name="connsiteY4" fmla="*/ 15960 h 17632"/>
                <a:gd name="connsiteX5" fmla="*/ 27477 w 32588"/>
                <a:gd name="connsiteY5" fmla="*/ 14683 h 17632"/>
                <a:gd name="connsiteX6" fmla="*/ 24921 w 32588"/>
                <a:gd name="connsiteY6" fmla="*/ 15322 h 17632"/>
                <a:gd name="connsiteX7" fmla="*/ 23643 w 32588"/>
                <a:gd name="connsiteY7" fmla="*/ 15322 h 17632"/>
                <a:gd name="connsiteX8" fmla="*/ 17253 w 32588"/>
                <a:gd name="connsiteY8" fmla="*/ 10214 h 17632"/>
                <a:gd name="connsiteX9" fmla="*/ 23004 w 32588"/>
                <a:gd name="connsiteY9" fmla="*/ 2554 h 17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588" h="17632">
                  <a:moveTo>
                    <a:pt x="23004" y="2554"/>
                  </a:moveTo>
                  <a:cubicBezTo>
                    <a:pt x="26199" y="1915"/>
                    <a:pt x="29394" y="1277"/>
                    <a:pt x="32589" y="0"/>
                  </a:cubicBezTo>
                  <a:cubicBezTo>
                    <a:pt x="28755" y="0"/>
                    <a:pt x="24282" y="638"/>
                    <a:pt x="19809" y="2554"/>
                  </a:cubicBezTo>
                  <a:cubicBezTo>
                    <a:pt x="11502" y="5746"/>
                    <a:pt x="4473" y="10853"/>
                    <a:pt x="0" y="14683"/>
                  </a:cubicBezTo>
                  <a:cubicBezTo>
                    <a:pt x="7029" y="17237"/>
                    <a:pt x="16614" y="19152"/>
                    <a:pt x="24921" y="15960"/>
                  </a:cubicBezTo>
                  <a:cubicBezTo>
                    <a:pt x="26199" y="15322"/>
                    <a:pt x="26838" y="15322"/>
                    <a:pt x="27477" y="14683"/>
                  </a:cubicBezTo>
                  <a:cubicBezTo>
                    <a:pt x="26838" y="14683"/>
                    <a:pt x="25560" y="15322"/>
                    <a:pt x="24921" y="15322"/>
                  </a:cubicBezTo>
                  <a:cubicBezTo>
                    <a:pt x="24282" y="15322"/>
                    <a:pt x="24282" y="15322"/>
                    <a:pt x="23643" y="15322"/>
                  </a:cubicBezTo>
                  <a:cubicBezTo>
                    <a:pt x="20448" y="15322"/>
                    <a:pt x="17892" y="13406"/>
                    <a:pt x="17253" y="10214"/>
                  </a:cubicBezTo>
                  <a:cubicBezTo>
                    <a:pt x="17253" y="6384"/>
                    <a:pt x="19809" y="3192"/>
                    <a:pt x="23004" y="2554"/>
                  </a:cubicBezTo>
                  <a:close/>
                </a:path>
              </a:pathLst>
            </a:custGeom>
            <a:solidFill>
              <a:srgbClr val="046A38"/>
            </a:solidFill>
            <a:ln w="6390" cap="flat">
              <a:noFill/>
              <a:prstDash val="solid"/>
              <a:miter/>
            </a:ln>
          </p:spPr>
          <p:txBody>
            <a:bodyPr rtlCol="0" anchor="ctr"/>
            <a:lstStyle/>
            <a:p>
              <a:endParaRPr lang="en-US"/>
            </a:p>
          </p:txBody>
        </p:sp>
        <p:sp>
          <p:nvSpPr>
            <p:cNvPr id="1237" name="Graphic 4">
              <a:extLst>
                <a:ext uri="{FF2B5EF4-FFF2-40B4-BE49-F238E27FC236}">
                  <a16:creationId xmlns:a16="http://schemas.microsoft.com/office/drawing/2014/main" id="{647463DF-B4A9-5741-B08C-5C11F8EA6425}"/>
                </a:ext>
              </a:extLst>
            </p:cNvPr>
            <p:cNvSpPr/>
            <p:nvPr/>
          </p:nvSpPr>
          <p:spPr>
            <a:xfrm>
              <a:off x="2206958" y="1055434"/>
              <a:ext cx="6515" cy="6383"/>
            </a:xfrm>
            <a:custGeom>
              <a:avLst/>
              <a:gdLst>
                <a:gd name="connsiteX0" fmla="*/ 3320 w 6515"/>
                <a:gd name="connsiteY0" fmla="*/ 6384 h 6383"/>
                <a:gd name="connsiteX1" fmla="*/ 6515 w 6515"/>
                <a:gd name="connsiteY1" fmla="*/ 3192 h 6383"/>
                <a:gd name="connsiteX2" fmla="*/ 3320 w 6515"/>
                <a:gd name="connsiteY2" fmla="*/ 0 h 6383"/>
                <a:gd name="connsiteX3" fmla="*/ 125 w 6515"/>
                <a:gd name="connsiteY3" fmla="*/ 3192 h 6383"/>
                <a:gd name="connsiteX4" fmla="*/ 3320 w 6515"/>
                <a:gd name="connsiteY4" fmla="*/ 6384 h 6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5" h="6383">
                  <a:moveTo>
                    <a:pt x="3320" y="6384"/>
                  </a:moveTo>
                  <a:cubicBezTo>
                    <a:pt x="5237" y="6384"/>
                    <a:pt x="6515" y="5107"/>
                    <a:pt x="6515" y="3192"/>
                  </a:cubicBezTo>
                  <a:cubicBezTo>
                    <a:pt x="6515" y="1277"/>
                    <a:pt x="5237" y="0"/>
                    <a:pt x="3320" y="0"/>
                  </a:cubicBezTo>
                  <a:cubicBezTo>
                    <a:pt x="1403" y="0"/>
                    <a:pt x="125" y="1277"/>
                    <a:pt x="125" y="3192"/>
                  </a:cubicBezTo>
                  <a:cubicBezTo>
                    <a:pt x="-514" y="4469"/>
                    <a:pt x="1403" y="6384"/>
                    <a:pt x="3320" y="6384"/>
                  </a:cubicBezTo>
                  <a:close/>
                </a:path>
              </a:pathLst>
            </a:custGeom>
            <a:solidFill>
              <a:srgbClr val="046A38"/>
            </a:solidFill>
            <a:ln w="6390" cap="flat">
              <a:noFill/>
              <a:prstDash val="solid"/>
              <a:miter/>
            </a:ln>
          </p:spPr>
          <p:txBody>
            <a:bodyPr rtlCol="0" anchor="ctr"/>
            <a:lstStyle/>
            <a:p>
              <a:endParaRPr lang="en-US"/>
            </a:p>
          </p:txBody>
        </p:sp>
        <p:sp>
          <p:nvSpPr>
            <p:cNvPr id="1238" name="Graphic 4">
              <a:extLst>
                <a:ext uri="{FF2B5EF4-FFF2-40B4-BE49-F238E27FC236}">
                  <a16:creationId xmlns:a16="http://schemas.microsoft.com/office/drawing/2014/main" id="{480CC2C9-FBA4-BB40-94AE-3052EC0EB110}"/>
                </a:ext>
              </a:extLst>
            </p:cNvPr>
            <p:cNvSpPr/>
            <p:nvPr/>
          </p:nvSpPr>
          <p:spPr>
            <a:xfrm>
              <a:off x="1952764"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73489 w 361670"/>
                <a:gd name="connsiteY5" fmla="*/ 139809 h 361333"/>
                <a:gd name="connsiteX6" fmla="*/ 257514 w 361670"/>
                <a:gd name="connsiteY6" fmla="*/ 155769 h 361333"/>
                <a:gd name="connsiteX7" fmla="*/ 241540 w 361670"/>
                <a:gd name="connsiteY7" fmla="*/ 139809 h 361333"/>
                <a:gd name="connsiteX8" fmla="*/ 257514 w 361670"/>
                <a:gd name="connsiteY8" fmla="*/ 123849 h 361333"/>
                <a:gd name="connsiteX9" fmla="*/ 273489 w 361670"/>
                <a:gd name="connsiteY9" fmla="*/ 139809 h 361333"/>
                <a:gd name="connsiteX10" fmla="*/ 241540 w 361670"/>
                <a:gd name="connsiteY10" fmla="*/ 101505 h 361333"/>
                <a:gd name="connsiteX11" fmla="*/ 250485 w 361670"/>
                <a:gd name="connsiteY11" fmla="*/ 101505 h 361333"/>
                <a:gd name="connsiteX12" fmla="*/ 250485 w 361670"/>
                <a:gd name="connsiteY12" fmla="*/ 110443 h 361333"/>
                <a:gd name="connsiteX13" fmla="*/ 239623 w 361670"/>
                <a:gd name="connsiteY13" fmla="*/ 118742 h 361333"/>
                <a:gd name="connsiteX14" fmla="*/ 210229 w 361670"/>
                <a:gd name="connsiteY14" fmla="*/ 145555 h 361333"/>
                <a:gd name="connsiteX15" fmla="*/ 196171 w 361670"/>
                <a:gd name="connsiteY15" fmla="*/ 148108 h 361333"/>
                <a:gd name="connsiteX16" fmla="*/ 166138 w 361670"/>
                <a:gd name="connsiteY16" fmla="*/ 139809 h 361333"/>
                <a:gd name="connsiteX17" fmla="*/ 162943 w 361670"/>
                <a:gd name="connsiteY17" fmla="*/ 135340 h 361333"/>
                <a:gd name="connsiteX18" fmla="*/ 164221 w 361670"/>
                <a:gd name="connsiteY18" fmla="*/ 130233 h 361333"/>
                <a:gd name="connsiteX19" fmla="*/ 195532 w 361670"/>
                <a:gd name="connsiteY19" fmla="*/ 108528 h 361333"/>
                <a:gd name="connsiteX20" fmla="*/ 233233 w 361670"/>
                <a:gd name="connsiteY20" fmla="*/ 107889 h 361333"/>
                <a:gd name="connsiteX21" fmla="*/ 241540 w 361670"/>
                <a:gd name="connsiteY21" fmla="*/ 101505 h 361333"/>
                <a:gd name="connsiteX22" fmla="*/ 191059 w 361670"/>
                <a:gd name="connsiteY22" fmla="*/ 69585 h 361333"/>
                <a:gd name="connsiteX23" fmla="*/ 207034 w 361670"/>
                <a:gd name="connsiteY23" fmla="*/ 85545 h 361333"/>
                <a:gd name="connsiteX24" fmla="*/ 191059 w 361670"/>
                <a:gd name="connsiteY24" fmla="*/ 101505 h 361333"/>
                <a:gd name="connsiteX25" fmla="*/ 175084 w 361670"/>
                <a:gd name="connsiteY25" fmla="*/ 85545 h 361333"/>
                <a:gd name="connsiteX26" fmla="*/ 191059 w 361670"/>
                <a:gd name="connsiteY26" fmla="*/ 69585 h 361333"/>
                <a:gd name="connsiteX27" fmla="*/ 96488 w 361670"/>
                <a:gd name="connsiteY27" fmla="*/ 93206 h 361333"/>
                <a:gd name="connsiteX28" fmla="*/ 166138 w 361670"/>
                <a:gd name="connsiteY28" fmla="*/ 86184 h 361333"/>
                <a:gd name="connsiteX29" fmla="*/ 168694 w 361670"/>
                <a:gd name="connsiteY29" fmla="*/ 90653 h 361333"/>
                <a:gd name="connsiteX30" fmla="*/ 167416 w 361670"/>
                <a:gd name="connsiteY30" fmla="*/ 95121 h 361333"/>
                <a:gd name="connsiteX31" fmla="*/ 113102 w 361670"/>
                <a:gd name="connsiteY31" fmla="*/ 162153 h 361333"/>
                <a:gd name="connsiteX32" fmla="*/ 107990 w 361670"/>
                <a:gd name="connsiteY32" fmla="*/ 164707 h 361333"/>
                <a:gd name="connsiteX33" fmla="*/ 104156 w 361670"/>
                <a:gd name="connsiteY33" fmla="*/ 163430 h 361333"/>
                <a:gd name="connsiteX34" fmla="*/ 96488 w 361670"/>
                <a:gd name="connsiteY34" fmla="*/ 93206 h 361333"/>
                <a:gd name="connsiteX35" fmla="*/ 180835 w 361670"/>
                <a:gd name="connsiteY35" fmla="*/ 292386 h 361333"/>
                <a:gd name="connsiteX36" fmla="*/ 79235 w 361670"/>
                <a:gd name="connsiteY36" fmla="*/ 190881 h 361333"/>
                <a:gd name="connsiteX37" fmla="*/ 79235 w 361670"/>
                <a:gd name="connsiteY37" fmla="*/ 190881 h 361333"/>
                <a:gd name="connsiteX38" fmla="*/ 79235 w 361670"/>
                <a:gd name="connsiteY38" fmla="*/ 190881 h 361333"/>
                <a:gd name="connsiteX39" fmla="*/ 79235 w 361670"/>
                <a:gd name="connsiteY39" fmla="*/ 190881 h 361333"/>
                <a:gd name="connsiteX40" fmla="*/ 79235 w 361670"/>
                <a:gd name="connsiteY40" fmla="*/ 190881 h 361333"/>
                <a:gd name="connsiteX41" fmla="*/ 130355 w 361670"/>
                <a:gd name="connsiteY41" fmla="*/ 168537 h 361333"/>
                <a:gd name="connsiteX42" fmla="*/ 137384 w 361670"/>
                <a:gd name="connsiteY42" fmla="*/ 174283 h 361333"/>
                <a:gd name="connsiteX43" fmla="*/ 131633 w 361670"/>
                <a:gd name="connsiteY43" fmla="*/ 181305 h 361333"/>
                <a:gd name="connsiteX44" fmla="*/ 92654 w 361670"/>
                <a:gd name="connsiteY44" fmla="*/ 190881 h 361333"/>
                <a:gd name="connsiteX45" fmla="*/ 125243 w 361670"/>
                <a:gd name="connsiteY45" fmla="*/ 199819 h 361333"/>
                <a:gd name="connsiteX46" fmla="*/ 125882 w 361670"/>
                <a:gd name="connsiteY46" fmla="*/ 197903 h 361333"/>
                <a:gd name="connsiteX47" fmla="*/ 129077 w 361670"/>
                <a:gd name="connsiteY47" fmla="*/ 192796 h 361333"/>
                <a:gd name="connsiteX48" fmla="*/ 164860 w 361670"/>
                <a:gd name="connsiteY48" fmla="*/ 162792 h 361333"/>
                <a:gd name="connsiteX49" fmla="*/ 169972 w 361670"/>
                <a:gd name="connsiteY49" fmla="*/ 162792 h 361333"/>
                <a:gd name="connsiteX50" fmla="*/ 173167 w 361670"/>
                <a:gd name="connsiteY50" fmla="*/ 167260 h 361333"/>
                <a:gd name="connsiteX51" fmla="*/ 173806 w 361670"/>
                <a:gd name="connsiteY51" fmla="*/ 203649 h 361333"/>
                <a:gd name="connsiteX52" fmla="*/ 180196 w 361670"/>
                <a:gd name="connsiteY52" fmla="*/ 203649 h 361333"/>
                <a:gd name="connsiteX53" fmla="*/ 181474 w 361670"/>
                <a:gd name="connsiteY53" fmla="*/ 203649 h 361333"/>
                <a:gd name="connsiteX54" fmla="*/ 191698 w 361670"/>
                <a:gd name="connsiteY54" fmla="*/ 183220 h 361333"/>
                <a:gd name="connsiteX55" fmla="*/ 207034 w 361670"/>
                <a:gd name="connsiteY55" fmla="*/ 160238 h 361333"/>
                <a:gd name="connsiteX56" fmla="*/ 230677 w 361670"/>
                <a:gd name="connsiteY56" fmla="*/ 166622 h 361333"/>
                <a:gd name="connsiteX57" fmla="*/ 254319 w 361670"/>
                <a:gd name="connsiteY57" fmla="*/ 181944 h 361333"/>
                <a:gd name="connsiteX58" fmla="*/ 254319 w 361670"/>
                <a:gd name="connsiteY58" fmla="*/ 195988 h 361333"/>
                <a:gd name="connsiteX59" fmla="*/ 267738 w 361670"/>
                <a:gd name="connsiteY59" fmla="*/ 190881 h 361333"/>
                <a:gd name="connsiteX60" fmla="*/ 261348 w 361670"/>
                <a:gd name="connsiteY60" fmla="*/ 187689 h 361333"/>
                <a:gd name="connsiteX61" fmla="*/ 257514 w 361670"/>
                <a:gd name="connsiteY61" fmla="*/ 179390 h 361333"/>
                <a:gd name="connsiteX62" fmla="*/ 265821 w 361670"/>
                <a:gd name="connsiteY62" fmla="*/ 175560 h 361333"/>
                <a:gd name="connsiteX63" fmla="*/ 281157 w 361670"/>
                <a:gd name="connsiteY63" fmla="*/ 187689 h 361333"/>
                <a:gd name="connsiteX64" fmla="*/ 281796 w 361670"/>
                <a:gd name="connsiteY64" fmla="*/ 190881 h 361333"/>
                <a:gd name="connsiteX65" fmla="*/ 180835 w 361670"/>
                <a:gd name="connsiteY65" fmla="*/ 29238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273489" y="139809"/>
                  </a:moveTo>
                  <a:cubicBezTo>
                    <a:pt x="273489" y="148747"/>
                    <a:pt x="266460" y="155769"/>
                    <a:pt x="257514" y="155769"/>
                  </a:cubicBezTo>
                  <a:cubicBezTo>
                    <a:pt x="248569" y="155769"/>
                    <a:pt x="241540" y="148747"/>
                    <a:pt x="241540" y="139809"/>
                  </a:cubicBezTo>
                  <a:cubicBezTo>
                    <a:pt x="241540" y="130872"/>
                    <a:pt x="248569" y="123849"/>
                    <a:pt x="257514" y="123849"/>
                  </a:cubicBezTo>
                  <a:cubicBezTo>
                    <a:pt x="266460" y="123849"/>
                    <a:pt x="273489" y="130872"/>
                    <a:pt x="273489" y="139809"/>
                  </a:cubicBezTo>
                  <a:close/>
                  <a:moveTo>
                    <a:pt x="241540" y="101505"/>
                  </a:moveTo>
                  <a:cubicBezTo>
                    <a:pt x="244095" y="98952"/>
                    <a:pt x="247929" y="98952"/>
                    <a:pt x="250485" y="101505"/>
                  </a:cubicBezTo>
                  <a:cubicBezTo>
                    <a:pt x="253042" y="104059"/>
                    <a:pt x="253042" y="107889"/>
                    <a:pt x="250485" y="110443"/>
                  </a:cubicBezTo>
                  <a:cubicBezTo>
                    <a:pt x="249847" y="111081"/>
                    <a:pt x="246013" y="114273"/>
                    <a:pt x="239623" y="118742"/>
                  </a:cubicBezTo>
                  <a:cubicBezTo>
                    <a:pt x="237067" y="123849"/>
                    <a:pt x="226843" y="138532"/>
                    <a:pt x="210229" y="145555"/>
                  </a:cubicBezTo>
                  <a:cubicBezTo>
                    <a:pt x="205756" y="147470"/>
                    <a:pt x="200644" y="148108"/>
                    <a:pt x="196171" y="148108"/>
                  </a:cubicBezTo>
                  <a:cubicBezTo>
                    <a:pt x="180835" y="148108"/>
                    <a:pt x="166777" y="140448"/>
                    <a:pt x="166138" y="139809"/>
                  </a:cubicBezTo>
                  <a:cubicBezTo>
                    <a:pt x="164221" y="139171"/>
                    <a:pt x="163582" y="137256"/>
                    <a:pt x="162943" y="135340"/>
                  </a:cubicBezTo>
                  <a:cubicBezTo>
                    <a:pt x="162304" y="133425"/>
                    <a:pt x="162943" y="131510"/>
                    <a:pt x="164221" y="130233"/>
                  </a:cubicBezTo>
                  <a:cubicBezTo>
                    <a:pt x="164860" y="129595"/>
                    <a:pt x="176362" y="115550"/>
                    <a:pt x="195532" y="108528"/>
                  </a:cubicBezTo>
                  <a:cubicBezTo>
                    <a:pt x="210868" y="102782"/>
                    <a:pt x="226843" y="105974"/>
                    <a:pt x="233233" y="107889"/>
                  </a:cubicBezTo>
                  <a:cubicBezTo>
                    <a:pt x="238345" y="104697"/>
                    <a:pt x="240901" y="101505"/>
                    <a:pt x="241540" y="101505"/>
                  </a:cubicBezTo>
                  <a:close/>
                  <a:moveTo>
                    <a:pt x="191059" y="69585"/>
                  </a:moveTo>
                  <a:cubicBezTo>
                    <a:pt x="200005" y="69585"/>
                    <a:pt x="207034" y="76608"/>
                    <a:pt x="207034" y="85545"/>
                  </a:cubicBezTo>
                  <a:cubicBezTo>
                    <a:pt x="207034" y="94483"/>
                    <a:pt x="200005" y="101505"/>
                    <a:pt x="191059" y="101505"/>
                  </a:cubicBezTo>
                  <a:cubicBezTo>
                    <a:pt x="182113" y="101505"/>
                    <a:pt x="175084" y="94483"/>
                    <a:pt x="175084" y="85545"/>
                  </a:cubicBezTo>
                  <a:cubicBezTo>
                    <a:pt x="175084" y="76608"/>
                    <a:pt x="181474" y="69585"/>
                    <a:pt x="191059" y="69585"/>
                  </a:cubicBezTo>
                  <a:close/>
                  <a:moveTo>
                    <a:pt x="96488" y="93206"/>
                  </a:moveTo>
                  <a:cubicBezTo>
                    <a:pt x="113741" y="72139"/>
                    <a:pt x="145051" y="68947"/>
                    <a:pt x="166138" y="86184"/>
                  </a:cubicBezTo>
                  <a:cubicBezTo>
                    <a:pt x="167416" y="87461"/>
                    <a:pt x="168055" y="88737"/>
                    <a:pt x="168694" y="90653"/>
                  </a:cubicBezTo>
                  <a:cubicBezTo>
                    <a:pt x="169333" y="92568"/>
                    <a:pt x="168055" y="93845"/>
                    <a:pt x="167416" y="95121"/>
                  </a:cubicBezTo>
                  <a:lnTo>
                    <a:pt x="113102" y="162153"/>
                  </a:lnTo>
                  <a:cubicBezTo>
                    <a:pt x="111824" y="163430"/>
                    <a:pt x="109907" y="164707"/>
                    <a:pt x="107990" y="164707"/>
                  </a:cubicBezTo>
                  <a:cubicBezTo>
                    <a:pt x="106712" y="164707"/>
                    <a:pt x="105434" y="164068"/>
                    <a:pt x="104156" y="163430"/>
                  </a:cubicBezTo>
                  <a:cubicBezTo>
                    <a:pt x="82430" y="145555"/>
                    <a:pt x="79235" y="114273"/>
                    <a:pt x="96488" y="93206"/>
                  </a:cubicBezTo>
                  <a:close/>
                  <a:moveTo>
                    <a:pt x="180835" y="292386"/>
                  </a:moveTo>
                  <a:cubicBezTo>
                    <a:pt x="124604" y="292386"/>
                    <a:pt x="79235" y="247060"/>
                    <a:pt x="79235" y="190881"/>
                  </a:cubicBezTo>
                  <a:cubicBezTo>
                    <a:pt x="79235" y="190881"/>
                    <a:pt x="79235" y="190881"/>
                    <a:pt x="79235" y="190881"/>
                  </a:cubicBezTo>
                  <a:cubicBezTo>
                    <a:pt x="79235" y="190881"/>
                    <a:pt x="79235" y="190881"/>
                    <a:pt x="79235" y="190881"/>
                  </a:cubicBezTo>
                  <a:cubicBezTo>
                    <a:pt x="79235" y="190881"/>
                    <a:pt x="79235" y="190881"/>
                    <a:pt x="79235" y="190881"/>
                  </a:cubicBezTo>
                  <a:cubicBezTo>
                    <a:pt x="79235" y="190881"/>
                    <a:pt x="79235" y="190881"/>
                    <a:pt x="79235" y="190881"/>
                  </a:cubicBezTo>
                  <a:cubicBezTo>
                    <a:pt x="79235" y="186412"/>
                    <a:pt x="79874" y="174921"/>
                    <a:pt x="130355" y="168537"/>
                  </a:cubicBezTo>
                  <a:cubicBezTo>
                    <a:pt x="133550" y="167899"/>
                    <a:pt x="136745" y="170452"/>
                    <a:pt x="137384" y="174283"/>
                  </a:cubicBezTo>
                  <a:cubicBezTo>
                    <a:pt x="138023" y="177475"/>
                    <a:pt x="135467" y="180667"/>
                    <a:pt x="131633" y="181305"/>
                  </a:cubicBezTo>
                  <a:cubicBezTo>
                    <a:pt x="106712" y="184497"/>
                    <a:pt x="95849" y="188327"/>
                    <a:pt x="92654" y="190881"/>
                  </a:cubicBezTo>
                  <a:cubicBezTo>
                    <a:pt x="96488" y="193435"/>
                    <a:pt x="107351" y="197265"/>
                    <a:pt x="125243" y="199819"/>
                  </a:cubicBezTo>
                  <a:cubicBezTo>
                    <a:pt x="125243" y="199180"/>
                    <a:pt x="125243" y="198542"/>
                    <a:pt x="125882" y="197903"/>
                  </a:cubicBezTo>
                  <a:cubicBezTo>
                    <a:pt x="127160" y="195988"/>
                    <a:pt x="127799" y="194711"/>
                    <a:pt x="129077" y="192796"/>
                  </a:cubicBezTo>
                  <a:cubicBezTo>
                    <a:pt x="143774" y="173006"/>
                    <a:pt x="164221" y="162792"/>
                    <a:pt x="164860" y="162792"/>
                  </a:cubicBezTo>
                  <a:cubicBezTo>
                    <a:pt x="166777" y="162153"/>
                    <a:pt x="168694" y="162153"/>
                    <a:pt x="169972" y="162792"/>
                  </a:cubicBezTo>
                  <a:cubicBezTo>
                    <a:pt x="171889" y="163430"/>
                    <a:pt x="173167" y="165345"/>
                    <a:pt x="173167" y="167260"/>
                  </a:cubicBezTo>
                  <a:cubicBezTo>
                    <a:pt x="173167" y="167899"/>
                    <a:pt x="177640" y="185774"/>
                    <a:pt x="173806" y="203649"/>
                  </a:cubicBezTo>
                  <a:cubicBezTo>
                    <a:pt x="175723" y="203649"/>
                    <a:pt x="177640" y="203649"/>
                    <a:pt x="180196" y="203649"/>
                  </a:cubicBezTo>
                  <a:cubicBezTo>
                    <a:pt x="180835" y="203649"/>
                    <a:pt x="181474" y="203649"/>
                    <a:pt x="181474" y="203649"/>
                  </a:cubicBezTo>
                  <a:cubicBezTo>
                    <a:pt x="180835" y="195350"/>
                    <a:pt x="184669" y="187689"/>
                    <a:pt x="191698" y="183220"/>
                  </a:cubicBezTo>
                  <a:cubicBezTo>
                    <a:pt x="191059" y="173006"/>
                    <a:pt x="197449" y="163430"/>
                    <a:pt x="207034" y="160238"/>
                  </a:cubicBezTo>
                  <a:cubicBezTo>
                    <a:pt x="215341" y="157684"/>
                    <a:pt x="224926" y="160238"/>
                    <a:pt x="230677" y="166622"/>
                  </a:cubicBezTo>
                  <a:cubicBezTo>
                    <a:pt x="240901" y="165345"/>
                    <a:pt x="251124" y="171729"/>
                    <a:pt x="254319" y="181944"/>
                  </a:cubicBezTo>
                  <a:cubicBezTo>
                    <a:pt x="255597" y="187051"/>
                    <a:pt x="255597" y="191519"/>
                    <a:pt x="254319" y="195988"/>
                  </a:cubicBezTo>
                  <a:cubicBezTo>
                    <a:pt x="261348" y="194073"/>
                    <a:pt x="265821" y="192158"/>
                    <a:pt x="267738" y="190881"/>
                  </a:cubicBezTo>
                  <a:cubicBezTo>
                    <a:pt x="266460" y="190243"/>
                    <a:pt x="264543" y="188966"/>
                    <a:pt x="261348" y="187689"/>
                  </a:cubicBezTo>
                  <a:cubicBezTo>
                    <a:pt x="258153" y="186412"/>
                    <a:pt x="256237" y="182582"/>
                    <a:pt x="257514" y="179390"/>
                  </a:cubicBezTo>
                  <a:cubicBezTo>
                    <a:pt x="258792" y="176198"/>
                    <a:pt x="262626" y="174283"/>
                    <a:pt x="265821" y="175560"/>
                  </a:cubicBezTo>
                  <a:cubicBezTo>
                    <a:pt x="269016" y="176836"/>
                    <a:pt x="278601" y="180028"/>
                    <a:pt x="281157" y="187689"/>
                  </a:cubicBezTo>
                  <a:cubicBezTo>
                    <a:pt x="281796" y="188327"/>
                    <a:pt x="281796" y="189604"/>
                    <a:pt x="281796" y="190881"/>
                  </a:cubicBezTo>
                  <a:cubicBezTo>
                    <a:pt x="283074" y="246422"/>
                    <a:pt x="237067" y="292386"/>
                    <a:pt x="180835" y="292386"/>
                  </a:cubicBezTo>
                  <a:close/>
                </a:path>
              </a:pathLst>
            </a:custGeom>
            <a:solidFill>
              <a:srgbClr val="046A38"/>
            </a:solidFill>
            <a:ln w="6390" cap="flat">
              <a:noFill/>
              <a:prstDash val="solid"/>
              <a:miter/>
            </a:ln>
          </p:spPr>
          <p:txBody>
            <a:bodyPr rtlCol="0" anchor="ctr"/>
            <a:lstStyle/>
            <a:p>
              <a:endParaRPr lang="en-US"/>
            </a:p>
          </p:txBody>
        </p:sp>
        <p:sp>
          <p:nvSpPr>
            <p:cNvPr id="1239" name="Graphic 4">
              <a:extLst>
                <a:ext uri="{FF2B5EF4-FFF2-40B4-BE49-F238E27FC236}">
                  <a16:creationId xmlns:a16="http://schemas.microsoft.com/office/drawing/2014/main" id="{5BD3435E-8024-4D4F-8D56-D07958C701FE}"/>
                </a:ext>
              </a:extLst>
            </p:cNvPr>
            <p:cNvSpPr/>
            <p:nvPr/>
          </p:nvSpPr>
          <p:spPr>
            <a:xfrm>
              <a:off x="2091426" y="1096292"/>
              <a:ext cx="24636" cy="24259"/>
            </a:xfrm>
            <a:custGeom>
              <a:avLst/>
              <a:gdLst>
                <a:gd name="connsiteX0" fmla="*/ 5751 w 24636"/>
                <a:gd name="connsiteY0" fmla="*/ 23621 h 24259"/>
                <a:gd name="connsiteX1" fmla="*/ 7668 w 24636"/>
                <a:gd name="connsiteY1" fmla="*/ 19790 h 24259"/>
                <a:gd name="connsiteX2" fmla="*/ 15975 w 24636"/>
                <a:gd name="connsiteY2" fmla="*/ 16598 h 24259"/>
                <a:gd name="connsiteX3" fmla="*/ 19170 w 24636"/>
                <a:gd name="connsiteY3" fmla="*/ 24259 h 24259"/>
                <a:gd name="connsiteX4" fmla="*/ 22365 w 24636"/>
                <a:gd name="connsiteY4" fmla="*/ 24259 h 24259"/>
                <a:gd name="connsiteX5" fmla="*/ 24282 w 24636"/>
                <a:gd name="connsiteY5" fmla="*/ 0 h 24259"/>
                <a:gd name="connsiteX6" fmla="*/ 639 w 24636"/>
                <a:gd name="connsiteY6" fmla="*/ 21706 h 24259"/>
                <a:gd name="connsiteX7" fmla="*/ 0 w 24636"/>
                <a:gd name="connsiteY7" fmla="*/ 22982 h 24259"/>
                <a:gd name="connsiteX8" fmla="*/ 5751 w 24636"/>
                <a:gd name="connsiteY8" fmla="*/ 23621 h 24259"/>
                <a:gd name="connsiteX9" fmla="*/ 5751 w 24636"/>
                <a:gd name="connsiteY9" fmla="*/ 23621 h 24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636" h="24259">
                  <a:moveTo>
                    <a:pt x="5751" y="23621"/>
                  </a:moveTo>
                  <a:cubicBezTo>
                    <a:pt x="6390" y="22344"/>
                    <a:pt x="7029" y="21067"/>
                    <a:pt x="7668" y="19790"/>
                  </a:cubicBezTo>
                  <a:cubicBezTo>
                    <a:pt x="8946" y="16598"/>
                    <a:pt x="12780" y="15322"/>
                    <a:pt x="15975" y="16598"/>
                  </a:cubicBezTo>
                  <a:cubicBezTo>
                    <a:pt x="19170" y="17875"/>
                    <a:pt x="20448" y="21067"/>
                    <a:pt x="19170" y="24259"/>
                  </a:cubicBezTo>
                  <a:cubicBezTo>
                    <a:pt x="20448" y="24259"/>
                    <a:pt x="21087" y="24259"/>
                    <a:pt x="22365" y="24259"/>
                  </a:cubicBezTo>
                  <a:cubicBezTo>
                    <a:pt x="24921" y="15960"/>
                    <a:pt x="24921" y="6384"/>
                    <a:pt x="24282" y="0"/>
                  </a:cubicBezTo>
                  <a:cubicBezTo>
                    <a:pt x="17892" y="4469"/>
                    <a:pt x="8307" y="11491"/>
                    <a:pt x="639" y="21706"/>
                  </a:cubicBezTo>
                  <a:cubicBezTo>
                    <a:pt x="639" y="22344"/>
                    <a:pt x="0" y="22344"/>
                    <a:pt x="0" y="22982"/>
                  </a:cubicBezTo>
                  <a:cubicBezTo>
                    <a:pt x="1917" y="22982"/>
                    <a:pt x="3834" y="22982"/>
                    <a:pt x="5751" y="23621"/>
                  </a:cubicBezTo>
                  <a:cubicBezTo>
                    <a:pt x="5751" y="23621"/>
                    <a:pt x="5751" y="23621"/>
                    <a:pt x="5751" y="23621"/>
                  </a:cubicBezTo>
                  <a:close/>
                </a:path>
              </a:pathLst>
            </a:custGeom>
            <a:solidFill>
              <a:srgbClr val="046A38"/>
            </a:solidFill>
            <a:ln w="6390" cap="flat">
              <a:noFill/>
              <a:prstDash val="solid"/>
              <a:miter/>
            </a:ln>
          </p:spPr>
          <p:txBody>
            <a:bodyPr rtlCol="0" anchor="ctr"/>
            <a:lstStyle/>
            <a:p>
              <a:endParaRPr lang="en-US"/>
            </a:p>
          </p:txBody>
        </p:sp>
        <p:sp>
          <p:nvSpPr>
            <p:cNvPr id="1240" name="Graphic 4">
              <a:extLst>
                <a:ext uri="{FF2B5EF4-FFF2-40B4-BE49-F238E27FC236}">
                  <a16:creationId xmlns:a16="http://schemas.microsoft.com/office/drawing/2014/main" id="{EF2AA3D4-5426-1B44-A805-32F0DFCF2BA9}"/>
                </a:ext>
              </a:extLst>
            </p:cNvPr>
            <p:cNvSpPr/>
            <p:nvPr/>
          </p:nvSpPr>
          <p:spPr>
            <a:xfrm>
              <a:off x="2046057" y="1123105"/>
              <a:ext cx="175084" cy="74692"/>
            </a:xfrm>
            <a:custGeom>
              <a:avLst/>
              <a:gdLst>
                <a:gd name="connsiteX0" fmla="*/ 87542 w 175084"/>
                <a:gd name="connsiteY0" fmla="*/ 10853 h 74692"/>
                <a:gd name="connsiteX1" fmla="*/ 0 w 175084"/>
                <a:gd name="connsiteY1" fmla="*/ 0 h 74692"/>
                <a:gd name="connsiteX2" fmla="*/ 87542 w 175084"/>
                <a:gd name="connsiteY2" fmla="*/ 74693 h 74692"/>
                <a:gd name="connsiteX3" fmla="*/ 175084 w 175084"/>
                <a:gd name="connsiteY3" fmla="*/ 0 h 74692"/>
                <a:gd name="connsiteX4" fmla="*/ 87542 w 175084"/>
                <a:gd name="connsiteY4" fmla="*/ 10853 h 74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084" h="74692">
                  <a:moveTo>
                    <a:pt x="87542" y="10853"/>
                  </a:moveTo>
                  <a:cubicBezTo>
                    <a:pt x="74762" y="10853"/>
                    <a:pt x="24921" y="10214"/>
                    <a:pt x="0" y="0"/>
                  </a:cubicBezTo>
                  <a:cubicBezTo>
                    <a:pt x="7029" y="42134"/>
                    <a:pt x="43451" y="74693"/>
                    <a:pt x="87542" y="74693"/>
                  </a:cubicBezTo>
                  <a:cubicBezTo>
                    <a:pt x="131633" y="74693"/>
                    <a:pt x="168694" y="42134"/>
                    <a:pt x="175084" y="0"/>
                  </a:cubicBezTo>
                  <a:cubicBezTo>
                    <a:pt x="150802" y="10214"/>
                    <a:pt x="100322" y="10853"/>
                    <a:pt x="87542" y="10853"/>
                  </a:cubicBezTo>
                  <a:close/>
                </a:path>
              </a:pathLst>
            </a:custGeom>
            <a:solidFill>
              <a:srgbClr val="046A38"/>
            </a:solidFill>
            <a:ln w="6390" cap="flat">
              <a:noFill/>
              <a:prstDash val="solid"/>
              <a:miter/>
            </a:ln>
          </p:spPr>
          <p:txBody>
            <a:bodyPr rtlCol="0" anchor="ctr"/>
            <a:lstStyle/>
            <a:p>
              <a:endParaRPr lang="en-US"/>
            </a:p>
          </p:txBody>
        </p:sp>
        <p:sp>
          <p:nvSpPr>
            <p:cNvPr id="1241" name="Graphic 4">
              <a:extLst>
                <a:ext uri="{FF2B5EF4-FFF2-40B4-BE49-F238E27FC236}">
                  <a16:creationId xmlns:a16="http://schemas.microsoft.com/office/drawing/2014/main" id="{790DE619-E377-FC4C-AE80-9937A945CC70}"/>
                </a:ext>
              </a:extLst>
            </p:cNvPr>
            <p:cNvSpPr/>
            <p:nvPr/>
          </p:nvSpPr>
          <p:spPr>
            <a:xfrm>
              <a:off x="2148199" y="1089514"/>
              <a:ext cx="48347" cy="31036"/>
            </a:xfrm>
            <a:custGeom>
              <a:avLst/>
              <a:gdLst>
                <a:gd name="connsiteX0" fmla="*/ 41632 w 48347"/>
                <a:gd name="connsiteY0" fmla="*/ 26568 h 31036"/>
                <a:gd name="connsiteX1" fmla="*/ 48022 w 48347"/>
                <a:gd name="connsiteY1" fmla="*/ 14439 h 31036"/>
                <a:gd name="connsiteX2" fmla="*/ 35881 w 48347"/>
                <a:gd name="connsiteY2" fmla="*/ 8055 h 31036"/>
                <a:gd name="connsiteX3" fmla="*/ 35242 w 48347"/>
                <a:gd name="connsiteY3" fmla="*/ 8055 h 31036"/>
                <a:gd name="connsiteX4" fmla="*/ 28213 w 48347"/>
                <a:gd name="connsiteY4" fmla="*/ 4863 h 31036"/>
                <a:gd name="connsiteX5" fmla="*/ 16711 w 48347"/>
                <a:gd name="connsiteY5" fmla="*/ 394 h 31036"/>
                <a:gd name="connsiteX6" fmla="*/ 10321 w 48347"/>
                <a:gd name="connsiteY6" fmla="*/ 12523 h 31036"/>
                <a:gd name="connsiteX7" fmla="*/ 10321 w 48347"/>
                <a:gd name="connsiteY7" fmla="*/ 16992 h 31036"/>
                <a:gd name="connsiteX8" fmla="*/ 6487 w 48347"/>
                <a:gd name="connsiteY8" fmla="*/ 20823 h 31036"/>
                <a:gd name="connsiteX9" fmla="*/ 97 w 48347"/>
                <a:gd name="connsiteY9" fmla="*/ 31037 h 31036"/>
                <a:gd name="connsiteX10" fmla="*/ 39076 w 48347"/>
                <a:gd name="connsiteY10" fmla="*/ 27845 h 31036"/>
                <a:gd name="connsiteX11" fmla="*/ 41632 w 48347"/>
                <a:gd name="connsiteY11" fmla="*/ 26568 h 31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347" h="31036">
                  <a:moveTo>
                    <a:pt x="41632" y="26568"/>
                  </a:moveTo>
                  <a:cubicBezTo>
                    <a:pt x="46744" y="24653"/>
                    <a:pt x="49300" y="19546"/>
                    <a:pt x="48022" y="14439"/>
                  </a:cubicBezTo>
                  <a:cubicBezTo>
                    <a:pt x="46105" y="9331"/>
                    <a:pt x="40993" y="6778"/>
                    <a:pt x="35881" y="8055"/>
                  </a:cubicBezTo>
                  <a:cubicBezTo>
                    <a:pt x="35881" y="8055"/>
                    <a:pt x="35242" y="8055"/>
                    <a:pt x="35242" y="8055"/>
                  </a:cubicBezTo>
                  <a:cubicBezTo>
                    <a:pt x="32686" y="8693"/>
                    <a:pt x="29491" y="7416"/>
                    <a:pt x="28213" y="4863"/>
                  </a:cubicBezTo>
                  <a:cubicBezTo>
                    <a:pt x="25657" y="1032"/>
                    <a:pt x="21184" y="-883"/>
                    <a:pt x="16711" y="394"/>
                  </a:cubicBezTo>
                  <a:cubicBezTo>
                    <a:pt x="11599" y="2309"/>
                    <a:pt x="9043" y="7416"/>
                    <a:pt x="10321" y="12523"/>
                  </a:cubicBezTo>
                  <a:cubicBezTo>
                    <a:pt x="10960" y="13800"/>
                    <a:pt x="10960" y="15715"/>
                    <a:pt x="10321" y="16992"/>
                  </a:cubicBezTo>
                  <a:cubicBezTo>
                    <a:pt x="9682" y="18907"/>
                    <a:pt x="8404" y="20184"/>
                    <a:pt x="6487" y="20823"/>
                  </a:cubicBezTo>
                  <a:cubicBezTo>
                    <a:pt x="2014" y="22099"/>
                    <a:pt x="-542" y="26568"/>
                    <a:pt x="97" y="31037"/>
                  </a:cubicBezTo>
                  <a:cubicBezTo>
                    <a:pt x="15433" y="30399"/>
                    <a:pt x="28213" y="29760"/>
                    <a:pt x="39076" y="27845"/>
                  </a:cubicBezTo>
                  <a:cubicBezTo>
                    <a:pt x="39076" y="27207"/>
                    <a:pt x="40354" y="26568"/>
                    <a:pt x="41632" y="26568"/>
                  </a:cubicBezTo>
                  <a:close/>
                </a:path>
              </a:pathLst>
            </a:custGeom>
            <a:solidFill>
              <a:srgbClr val="046A38"/>
            </a:solidFill>
            <a:ln w="6390" cap="flat">
              <a:noFill/>
              <a:prstDash val="solid"/>
              <a:miter/>
            </a:ln>
          </p:spPr>
          <p:txBody>
            <a:bodyPr rtlCol="0" anchor="ctr"/>
            <a:lstStyle/>
            <a:p>
              <a:endParaRPr lang="en-US"/>
            </a:p>
          </p:txBody>
        </p:sp>
      </p:grpSp>
      <p:grpSp>
        <p:nvGrpSpPr>
          <p:cNvPr id="1242" name="Graphic 4">
            <a:extLst>
              <a:ext uri="{FF2B5EF4-FFF2-40B4-BE49-F238E27FC236}">
                <a16:creationId xmlns:a16="http://schemas.microsoft.com/office/drawing/2014/main" id="{98FF99FB-A07A-B546-B65A-CBCFB46B868B}"/>
              </a:ext>
            </a:extLst>
          </p:cNvPr>
          <p:cNvGrpSpPr/>
          <p:nvPr/>
        </p:nvGrpSpPr>
        <p:grpSpPr>
          <a:xfrm>
            <a:off x="905454" y="1893013"/>
            <a:ext cx="361670" cy="361333"/>
            <a:chOff x="905454" y="1893013"/>
            <a:chExt cx="361670" cy="361333"/>
          </a:xfrm>
          <a:solidFill>
            <a:srgbClr val="046A38"/>
          </a:solidFill>
        </p:grpSpPr>
        <p:sp>
          <p:nvSpPr>
            <p:cNvPr id="1243" name="Graphic 4">
              <a:extLst>
                <a:ext uri="{FF2B5EF4-FFF2-40B4-BE49-F238E27FC236}">
                  <a16:creationId xmlns:a16="http://schemas.microsoft.com/office/drawing/2014/main" id="{F56ACF8C-6299-094F-BA24-E33ADB7676E7}"/>
                </a:ext>
              </a:extLst>
            </p:cNvPr>
            <p:cNvSpPr/>
            <p:nvPr/>
          </p:nvSpPr>
          <p:spPr>
            <a:xfrm>
              <a:off x="1045393" y="2089640"/>
              <a:ext cx="75401" cy="71500"/>
            </a:xfrm>
            <a:custGeom>
              <a:avLst/>
              <a:gdLst>
                <a:gd name="connsiteX0" fmla="*/ 71567 w 75401"/>
                <a:gd name="connsiteY0" fmla="*/ 56179 h 71500"/>
                <a:gd name="connsiteX1" fmla="*/ 36423 w 75401"/>
                <a:gd name="connsiteY1" fmla="*/ 64478 h 71500"/>
                <a:gd name="connsiteX2" fmla="*/ 12141 w 75401"/>
                <a:gd name="connsiteY2" fmla="*/ 60648 h 71500"/>
                <a:gd name="connsiteX3" fmla="*/ 8307 w 75401"/>
                <a:gd name="connsiteY3" fmla="*/ 52349 h 71500"/>
                <a:gd name="connsiteX4" fmla="*/ 16614 w 75401"/>
                <a:gd name="connsiteY4" fmla="*/ 48518 h 71500"/>
                <a:gd name="connsiteX5" fmla="*/ 65177 w 75401"/>
                <a:gd name="connsiteY5" fmla="*/ 45326 h 71500"/>
                <a:gd name="connsiteX6" fmla="*/ 37062 w 75401"/>
                <a:gd name="connsiteY6" fmla="*/ 0 h 71500"/>
                <a:gd name="connsiteX7" fmla="*/ 6390 w 75401"/>
                <a:gd name="connsiteY7" fmla="*/ 51710 h 71500"/>
                <a:gd name="connsiteX8" fmla="*/ 6390 w 75401"/>
                <a:gd name="connsiteY8" fmla="*/ 51710 h 71500"/>
                <a:gd name="connsiteX9" fmla="*/ 6390 w 75401"/>
                <a:gd name="connsiteY9" fmla="*/ 51710 h 71500"/>
                <a:gd name="connsiteX10" fmla="*/ 0 w 75401"/>
                <a:gd name="connsiteY10" fmla="*/ 62563 h 71500"/>
                <a:gd name="connsiteX11" fmla="*/ 37062 w 75401"/>
                <a:gd name="connsiteY11" fmla="*/ 71500 h 71500"/>
                <a:gd name="connsiteX12" fmla="*/ 75401 w 75401"/>
                <a:gd name="connsiteY12" fmla="*/ 61925 h 71500"/>
                <a:gd name="connsiteX13" fmla="*/ 71567 w 75401"/>
                <a:gd name="connsiteY13" fmla="*/ 56179 h 71500"/>
                <a:gd name="connsiteX14" fmla="*/ 47285 w 75401"/>
                <a:gd name="connsiteY14" fmla="*/ 34473 h 71500"/>
                <a:gd name="connsiteX15" fmla="*/ 53675 w 75401"/>
                <a:gd name="connsiteY15" fmla="*/ 40857 h 71500"/>
                <a:gd name="connsiteX16" fmla="*/ 47285 w 75401"/>
                <a:gd name="connsiteY16" fmla="*/ 47241 h 71500"/>
                <a:gd name="connsiteX17" fmla="*/ 47285 w 75401"/>
                <a:gd name="connsiteY17" fmla="*/ 47241 h 71500"/>
                <a:gd name="connsiteX18" fmla="*/ 40896 w 75401"/>
                <a:gd name="connsiteY18" fmla="*/ 40857 h 71500"/>
                <a:gd name="connsiteX19" fmla="*/ 47285 w 75401"/>
                <a:gd name="connsiteY19" fmla="*/ 34473 h 71500"/>
                <a:gd name="connsiteX20" fmla="*/ 31311 w 75401"/>
                <a:gd name="connsiteY20" fmla="*/ 23621 h 71500"/>
                <a:gd name="connsiteX21" fmla="*/ 37701 w 75401"/>
                <a:gd name="connsiteY21" fmla="*/ 30005 h 71500"/>
                <a:gd name="connsiteX22" fmla="*/ 31311 w 75401"/>
                <a:gd name="connsiteY22" fmla="*/ 36389 h 71500"/>
                <a:gd name="connsiteX23" fmla="*/ 30672 w 75401"/>
                <a:gd name="connsiteY23" fmla="*/ 36389 h 71500"/>
                <a:gd name="connsiteX24" fmla="*/ 24282 w 75401"/>
                <a:gd name="connsiteY24" fmla="*/ 30005 h 71500"/>
                <a:gd name="connsiteX25" fmla="*/ 31311 w 75401"/>
                <a:gd name="connsiteY25" fmla="*/ 23621 h 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5401" h="71500">
                  <a:moveTo>
                    <a:pt x="71567" y="56179"/>
                  </a:moveTo>
                  <a:cubicBezTo>
                    <a:pt x="60704" y="61925"/>
                    <a:pt x="48563" y="64478"/>
                    <a:pt x="36423" y="64478"/>
                  </a:cubicBezTo>
                  <a:cubicBezTo>
                    <a:pt x="28116" y="64478"/>
                    <a:pt x="19809" y="63201"/>
                    <a:pt x="12141" y="60648"/>
                  </a:cubicBezTo>
                  <a:cubicBezTo>
                    <a:pt x="8946" y="59371"/>
                    <a:pt x="7029" y="56179"/>
                    <a:pt x="8307" y="52349"/>
                  </a:cubicBezTo>
                  <a:cubicBezTo>
                    <a:pt x="9585" y="49157"/>
                    <a:pt x="12780" y="47241"/>
                    <a:pt x="16614" y="48518"/>
                  </a:cubicBezTo>
                  <a:cubicBezTo>
                    <a:pt x="32589" y="53625"/>
                    <a:pt x="49841" y="52349"/>
                    <a:pt x="65177" y="45326"/>
                  </a:cubicBezTo>
                  <a:lnTo>
                    <a:pt x="37062" y="0"/>
                  </a:lnTo>
                  <a:lnTo>
                    <a:pt x="6390" y="51710"/>
                  </a:lnTo>
                  <a:cubicBezTo>
                    <a:pt x="6390" y="51710"/>
                    <a:pt x="6390" y="51710"/>
                    <a:pt x="6390" y="51710"/>
                  </a:cubicBezTo>
                  <a:cubicBezTo>
                    <a:pt x="6390" y="51710"/>
                    <a:pt x="6390" y="51710"/>
                    <a:pt x="6390" y="51710"/>
                  </a:cubicBezTo>
                  <a:lnTo>
                    <a:pt x="0" y="62563"/>
                  </a:lnTo>
                  <a:cubicBezTo>
                    <a:pt x="11502" y="68308"/>
                    <a:pt x="23643" y="71500"/>
                    <a:pt x="37062" y="71500"/>
                  </a:cubicBezTo>
                  <a:cubicBezTo>
                    <a:pt x="51119" y="71500"/>
                    <a:pt x="63899" y="68308"/>
                    <a:pt x="75401" y="61925"/>
                  </a:cubicBezTo>
                  <a:lnTo>
                    <a:pt x="71567" y="56179"/>
                  </a:lnTo>
                  <a:close/>
                  <a:moveTo>
                    <a:pt x="47285" y="34473"/>
                  </a:moveTo>
                  <a:cubicBezTo>
                    <a:pt x="51119" y="34473"/>
                    <a:pt x="53675" y="37027"/>
                    <a:pt x="53675" y="40857"/>
                  </a:cubicBezTo>
                  <a:cubicBezTo>
                    <a:pt x="53675" y="44688"/>
                    <a:pt x="51119" y="47241"/>
                    <a:pt x="47285" y="47241"/>
                  </a:cubicBezTo>
                  <a:lnTo>
                    <a:pt x="47285" y="47241"/>
                  </a:lnTo>
                  <a:cubicBezTo>
                    <a:pt x="43451" y="47241"/>
                    <a:pt x="40896" y="44688"/>
                    <a:pt x="40896" y="40857"/>
                  </a:cubicBezTo>
                  <a:cubicBezTo>
                    <a:pt x="40896" y="37027"/>
                    <a:pt x="43451" y="34473"/>
                    <a:pt x="47285" y="34473"/>
                  </a:cubicBezTo>
                  <a:close/>
                  <a:moveTo>
                    <a:pt x="31311" y="23621"/>
                  </a:moveTo>
                  <a:cubicBezTo>
                    <a:pt x="35145" y="23621"/>
                    <a:pt x="37701" y="26174"/>
                    <a:pt x="37701" y="30005"/>
                  </a:cubicBezTo>
                  <a:cubicBezTo>
                    <a:pt x="37701" y="33835"/>
                    <a:pt x="35145" y="36389"/>
                    <a:pt x="31311" y="36389"/>
                  </a:cubicBezTo>
                  <a:lnTo>
                    <a:pt x="30672" y="36389"/>
                  </a:lnTo>
                  <a:cubicBezTo>
                    <a:pt x="26838" y="36389"/>
                    <a:pt x="24282" y="33835"/>
                    <a:pt x="24282" y="30005"/>
                  </a:cubicBezTo>
                  <a:cubicBezTo>
                    <a:pt x="24282" y="26174"/>
                    <a:pt x="28116" y="23621"/>
                    <a:pt x="31311" y="23621"/>
                  </a:cubicBezTo>
                  <a:close/>
                </a:path>
              </a:pathLst>
            </a:custGeom>
            <a:solidFill>
              <a:srgbClr val="046A38"/>
            </a:solidFill>
            <a:ln w="6390" cap="flat">
              <a:noFill/>
              <a:prstDash val="solid"/>
              <a:miter/>
            </a:ln>
          </p:spPr>
          <p:txBody>
            <a:bodyPr rtlCol="0" anchor="ctr"/>
            <a:lstStyle/>
            <a:p>
              <a:endParaRPr lang="en-US"/>
            </a:p>
          </p:txBody>
        </p:sp>
        <p:sp>
          <p:nvSpPr>
            <p:cNvPr id="1244" name="Graphic 4">
              <a:extLst>
                <a:ext uri="{FF2B5EF4-FFF2-40B4-BE49-F238E27FC236}">
                  <a16:creationId xmlns:a16="http://schemas.microsoft.com/office/drawing/2014/main" id="{5F6652C6-0DAA-C444-B4B6-49F8A414787B}"/>
                </a:ext>
              </a:extLst>
            </p:cNvPr>
            <p:cNvSpPr/>
            <p:nvPr/>
          </p:nvSpPr>
          <p:spPr>
            <a:xfrm>
              <a:off x="998747" y="2083894"/>
              <a:ext cx="71567" cy="61924"/>
            </a:xfrm>
            <a:custGeom>
              <a:avLst/>
              <a:gdLst>
                <a:gd name="connsiteX0" fmla="*/ 38340 w 71567"/>
                <a:gd name="connsiteY0" fmla="*/ 56179 h 61924"/>
                <a:gd name="connsiteX1" fmla="*/ 7668 w 71567"/>
                <a:gd name="connsiteY1" fmla="*/ 10214 h 61924"/>
                <a:gd name="connsiteX2" fmla="*/ 12780 w 71567"/>
                <a:gd name="connsiteY2" fmla="*/ 2554 h 61924"/>
                <a:gd name="connsiteX3" fmla="*/ 20448 w 71567"/>
                <a:gd name="connsiteY3" fmla="*/ 7661 h 61924"/>
                <a:gd name="connsiteX4" fmla="*/ 44730 w 71567"/>
                <a:gd name="connsiteY4" fmla="*/ 45326 h 61924"/>
                <a:gd name="connsiteX5" fmla="*/ 71567 w 71567"/>
                <a:gd name="connsiteY5" fmla="*/ 0 h 61924"/>
                <a:gd name="connsiteX6" fmla="*/ 12780 w 71567"/>
                <a:gd name="connsiteY6" fmla="*/ 0 h 61924"/>
                <a:gd name="connsiteX7" fmla="*/ 12780 w 71567"/>
                <a:gd name="connsiteY7" fmla="*/ 0 h 61924"/>
                <a:gd name="connsiteX8" fmla="*/ 12780 w 71567"/>
                <a:gd name="connsiteY8" fmla="*/ 0 h 61924"/>
                <a:gd name="connsiteX9" fmla="*/ 0 w 71567"/>
                <a:gd name="connsiteY9" fmla="*/ 0 h 61924"/>
                <a:gd name="connsiteX10" fmla="*/ 35145 w 71567"/>
                <a:gd name="connsiteY10" fmla="*/ 61925 h 61924"/>
                <a:gd name="connsiteX11" fmla="*/ 38340 w 71567"/>
                <a:gd name="connsiteY11" fmla="*/ 56179 h 61924"/>
                <a:gd name="connsiteX12" fmla="*/ 49842 w 71567"/>
                <a:gd name="connsiteY12" fmla="*/ 12130 h 61924"/>
                <a:gd name="connsiteX13" fmla="*/ 56231 w 71567"/>
                <a:gd name="connsiteY13" fmla="*/ 18514 h 61924"/>
                <a:gd name="connsiteX14" fmla="*/ 49842 w 71567"/>
                <a:gd name="connsiteY14" fmla="*/ 24898 h 61924"/>
                <a:gd name="connsiteX15" fmla="*/ 49202 w 71567"/>
                <a:gd name="connsiteY15" fmla="*/ 24898 h 61924"/>
                <a:gd name="connsiteX16" fmla="*/ 42813 w 71567"/>
                <a:gd name="connsiteY16" fmla="*/ 18514 h 61924"/>
                <a:gd name="connsiteX17" fmla="*/ 49842 w 71567"/>
                <a:gd name="connsiteY17" fmla="*/ 12130 h 61924"/>
                <a:gd name="connsiteX18" fmla="*/ 32589 w 71567"/>
                <a:gd name="connsiteY18" fmla="*/ 4469 h 61924"/>
                <a:gd name="connsiteX19" fmla="*/ 38979 w 71567"/>
                <a:gd name="connsiteY19" fmla="*/ 10853 h 61924"/>
                <a:gd name="connsiteX20" fmla="*/ 32589 w 71567"/>
                <a:gd name="connsiteY20" fmla="*/ 17237 h 61924"/>
                <a:gd name="connsiteX21" fmla="*/ 31950 w 71567"/>
                <a:gd name="connsiteY21" fmla="*/ 17237 h 61924"/>
                <a:gd name="connsiteX22" fmla="*/ 25560 w 71567"/>
                <a:gd name="connsiteY22" fmla="*/ 10853 h 61924"/>
                <a:gd name="connsiteX23" fmla="*/ 32589 w 71567"/>
                <a:gd name="connsiteY23" fmla="*/ 4469 h 6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1567" h="61924">
                  <a:moveTo>
                    <a:pt x="38340" y="56179"/>
                  </a:moveTo>
                  <a:cubicBezTo>
                    <a:pt x="23004" y="45326"/>
                    <a:pt x="12141" y="28728"/>
                    <a:pt x="7668" y="10214"/>
                  </a:cubicBezTo>
                  <a:cubicBezTo>
                    <a:pt x="7029" y="7022"/>
                    <a:pt x="8946" y="3192"/>
                    <a:pt x="12780" y="2554"/>
                  </a:cubicBezTo>
                  <a:cubicBezTo>
                    <a:pt x="15975" y="1915"/>
                    <a:pt x="19809" y="3830"/>
                    <a:pt x="20448" y="7661"/>
                  </a:cubicBezTo>
                  <a:cubicBezTo>
                    <a:pt x="23643" y="22982"/>
                    <a:pt x="32589" y="36389"/>
                    <a:pt x="44730" y="45326"/>
                  </a:cubicBezTo>
                  <a:lnTo>
                    <a:pt x="71567" y="0"/>
                  </a:lnTo>
                  <a:lnTo>
                    <a:pt x="12780" y="0"/>
                  </a:lnTo>
                  <a:cubicBezTo>
                    <a:pt x="12780" y="0"/>
                    <a:pt x="12780" y="0"/>
                    <a:pt x="12780" y="0"/>
                  </a:cubicBezTo>
                  <a:cubicBezTo>
                    <a:pt x="12780" y="0"/>
                    <a:pt x="12780" y="0"/>
                    <a:pt x="12780" y="0"/>
                  </a:cubicBezTo>
                  <a:lnTo>
                    <a:pt x="0" y="0"/>
                  </a:lnTo>
                  <a:cubicBezTo>
                    <a:pt x="1917" y="25536"/>
                    <a:pt x="15336" y="47880"/>
                    <a:pt x="35145" y="61925"/>
                  </a:cubicBezTo>
                  <a:lnTo>
                    <a:pt x="38340" y="56179"/>
                  </a:lnTo>
                  <a:close/>
                  <a:moveTo>
                    <a:pt x="49842" y="12130"/>
                  </a:moveTo>
                  <a:cubicBezTo>
                    <a:pt x="53675" y="12130"/>
                    <a:pt x="56231" y="14683"/>
                    <a:pt x="56231" y="18514"/>
                  </a:cubicBezTo>
                  <a:cubicBezTo>
                    <a:pt x="56231" y="22344"/>
                    <a:pt x="53675" y="24898"/>
                    <a:pt x="49842" y="24898"/>
                  </a:cubicBezTo>
                  <a:lnTo>
                    <a:pt x="49202" y="24898"/>
                  </a:lnTo>
                  <a:cubicBezTo>
                    <a:pt x="45368" y="24898"/>
                    <a:pt x="42813" y="22344"/>
                    <a:pt x="42813" y="18514"/>
                  </a:cubicBezTo>
                  <a:cubicBezTo>
                    <a:pt x="42813" y="14683"/>
                    <a:pt x="46008" y="12130"/>
                    <a:pt x="49842" y="12130"/>
                  </a:cubicBezTo>
                  <a:close/>
                  <a:moveTo>
                    <a:pt x="32589" y="4469"/>
                  </a:moveTo>
                  <a:cubicBezTo>
                    <a:pt x="36423" y="4469"/>
                    <a:pt x="38979" y="7022"/>
                    <a:pt x="38979" y="10853"/>
                  </a:cubicBezTo>
                  <a:cubicBezTo>
                    <a:pt x="38979" y="14683"/>
                    <a:pt x="36423" y="17237"/>
                    <a:pt x="32589" y="17237"/>
                  </a:cubicBezTo>
                  <a:lnTo>
                    <a:pt x="31950" y="17237"/>
                  </a:lnTo>
                  <a:cubicBezTo>
                    <a:pt x="28116" y="17237"/>
                    <a:pt x="25560" y="14683"/>
                    <a:pt x="25560" y="10853"/>
                  </a:cubicBezTo>
                  <a:cubicBezTo>
                    <a:pt x="25560" y="7022"/>
                    <a:pt x="28755" y="4469"/>
                    <a:pt x="32589" y="4469"/>
                  </a:cubicBezTo>
                  <a:close/>
                </a:path>
              </a:pathLst>
            </a:custGeom>
            <a:solidFill>
              <a:srgbClr val="046A38"/>
            </a:solidFill>
            <a:ln w="6390" cap="flat">
              <a:noFill/>
              <a:prstDash val="solid"/>
              <a:miter/>
            </a:ln>
          </p:spPr>
          <p:txBody>
            <a:bodyPr rtlCol="0" anchor="ctr"/>
            <a:lstStyle/>
            <a:p>
              <a:endParaRPr lang="en-US"/>
            </a:p>
          </p:txBody>
        </p:sp>
        <p:sp>
          <p:nvSpPr>
            <p:cNvPr id="1245" name="Graphic 4">
              <a:extLst>
                <a:ext uri="{FF2B5EF4-FFF2-40B4-BE49-F238E27FC236}">
                  <a16:creationId xmlns:a16="http://schemas.microsoft.com/office/drawing/2014/main" id="{AC1455DC-84F2-6E4A-992B-F58B13B7987C}"/>
                </a:ext>
              </a:extLst>
            </p:cNvPr>
            <p:cNvSpPr/>
            <p:nvPr/>
          </p:nvSpPr>
          <p:spPr>
            <a:xfrm>
              <a:off x="998747" y="2009840"/>
              <a:ext cx="71567" cy="61286"/>
            </a:xfrm>
            <a:custGeom>
              <a:avLst/>
              <a:gdLst>
                <a:gd name="connsiteX0" fmla="*/ 6390 w 71567"/>
                <a:gd name="connsiteY0" fmla="*/ 61286 h 61286"/>
                <a:gd name="connsiteX1" fmla="*/ 29394 w 71567"/>
                <a:gd name="connsiteY1" fmla="*/ 12768 h 61286"/>
                <a:gd name="connsiteX2" fmla="*/ 38340 w 71567"/>
                <a:gd name="connsiteY2" fmla="*/ 12768 h 61286"/>
                <a:gd name="connsiteX3" fmla="*/ 38340 w 71567"/>
                <a:gd name="connsiteY3" fmla="*/ 21706 h 61286"/>
                <a:gd name="connsiteX4" fmla="*/ 19170 w 71567"/>
                <a:gd name="connsiteY4" fmla="*/ 61286 h 61286"/>
                <a:gd name="connsiteX5" fmla="*/ 71567 w 71567"/>
                <a:gd name="connsiteY5" fmla="*/ 61286 h 61286"/>
                <a:gd name="connsiteX6" fmla="*/ 33867 w 71567"/>
                <a:gd name="connsiteY6" fmla="*/ 0 h 61286"/>
                <a:gd name="connsiteX7" fmla="*/ 0 w 71567"/>
                <a:gd name="connsiteY7" fmla="*/ 61286 h 61286"/>
                <a:gd name="connsiteX8" fmla="*/ 6390 w 71567"/>
                <a:gd name="connsiteY8" fmla="*/ 61286 h 61286"/>
                <a:gd name="connsiteX9" fmla="*/ 53036 w 71567"/>
                <a:gd name="connsiteY9" fmla="*/ 45965 h 61286"/>
                <a:gd name="connsiteX10" fmla="*/ 59426 w 71567"/>
                <a:gd name="connsiteY10" fmla="*/ 52349 h 61286"/>
                <a:gd name="connsiteX11" fmla="*/ 53036 w 71567"/>
                <a:gd name="connsiteY11" fmla="*/ 58733 h 61286"/>
                <a:gd name="connsiteX12" fmla="*/ 52397 w 71567"/>
                <a:gd name="connsiteY12" fmla="*/ 58733 h 61286"/>
                <a:gd name="connsiteX13" fmla="*/ 46008 w 71567"/>
                <a:gd name="connsiteY13" fmla="*/ 52349 h 61286"/>
                <a:gd name="connsiteX14" fmla="*/ 53036 w 71567"/>
                <a:gd name="connsiteY14" fmla="*/ 45965 h 61286"/>
                <a:gd name="connsiteX15" fmla="*/ 45368 w 71567"/>
                <a:gd name="connsiteY15" fmla="*/ 35750 h 61286"/>
                <a:gd name="connsiteX16" fmla="*/ 38979 w 71567"/>
                <a:gd name="connsiteY16" fmla="*/ 42134 h 61286"/>
                <a:gd name="connsiteX17" fmla="*/ 38340 w 71567"/>
                <a:gd name="connsiteY17" fmla="*/ 42134 h 61286"/>
                <a:gd name="connsiteX18" fmla="*/ 31950 w 71567"/>
                <a:gd name="connsiteY18" fmla="*/ 35750 h 61286"/>
                <a:gd name="connsiteX19" fmla="*/ 38340 w 71567"/>
                <a:gd name="connsiteY19" fmla="*/ 29366 h 61286"/>
                <a:gd name="connsiteX20" fmla="*/ 45368 w 71567"/>
                <a:gd name="connsiteY20" fmla="*/ 35750 h 61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1567" h="61286">
                  <a:moveTo>
                    <a:pt x="6390" y="61286"/>
                  </a:moveTo>
                  <a:cubicBezTo>
                    <a:pt x="7668" y="42773"/>
                    <a:pt x="15975" y="25536"/>
                    <a:pt x="29394" y="12768"/>
                  </a:cubicBezTo>
                  <a:cubicBezTo>
                    <a:pt x="31950" y="10214"/>
                    <a:pt x="35784" y="10214"/>
                    <a:pt x="38340" y="12768"/>
                  </a:cubicBezTo>
                  <a:cubicBezTo>
                    <a:pt x="40896" y="15322"/>
                    <a:pt x="40896" y="19152"/>
                    <a:pt x="38340" y="21706"/>
                  </a:cubicBezTo>
                  <a:cubicBezTo>
                    <a:pt x="27477" y="32558"/>
                    <a:pt x="20448" y="45965"/>
                    <a:pt x="19170" y="61286"/>
                  </a:cubicBezTo>
                  <a:lnTo>
                    <a:pt x="71567" y="61286"/>
                  </a:lnTo>
                  <a:lnTo>
                    <a:pt x="33867" y="0"/>
                  </a:lnTo>
                  <a:cubicBezTo>
                    <a:pt x="14697" y="14045"/>
                    <a:pt x="1278" y="36389"/>
                    <a:pt x="0" y="61286"/>
                  </a:cubicBezTo>
                  <a:lnTo>
                    <a:pt x="6390" y="61286"/>
                  </a:lnTo>
                  <a:close/>
                  <a:moveTo>
                    <a:pt x="53036" y="45965"/>
                  </a:moveTo>
                  <a:cubicBezTo>
                    <a:pt x="56870" y="45965"/>
                    <a:pt x="59426" y="48518"/>
                    <a:pt x="59426" y="52349"/>
                  </a:cubicBezTo>
                  <a:cubicBezTo>
                    <a:pt x="59426" y="56179"/>
                    <a:pt x="56870" y="58733"/>
                    <a:pt x="53036" y="58733"/>
                  </a:cubicBezTo>
                  <a:lnTo>
                    <a:pt x="52397" y="58733"/>
                  </a:lnTo>
                  <a:cubicBezTo>
                    <a:pt x="48563" y="58733"/>
                    <a:pt x="46008" y="56179"/>
                    <a:pt x="46008" y="52349"/>
                  </a:cubicBezTo>
                  <a:cubicBezTo>
                    <a:pt x="46008" y="48518"/>
                    <a:pt x="49202" y="45965"/>
                    <a:pt x="53036" y="45965"/>
                  </a:cubicBezTo>
                  <a:close/>
                  <a:moveTo>
                    <a:pt x="45368" y="35750"/>
                  </a:moveTo>
                  <a:cubicBezTo>
                    <a:pt x="45368" y="39581"/>
                    <a:pt x="42813" y="42134"/>
                    <a:pt x="38979" y="42134"/>
                  </a:cubicBezTo>
                  <a:lnTo>
                    <a:pt x="38340" y="42134"/>
                  </a:lnTo>
                  <a:cubicBezTo>
                    <a:pt x="34506" y="42134"/>
                    <a:pt x="31950" y="39581"/>
                    <a:pt x="31950" y="35750"/>
                  </a:cubicBezTo>
                  <a:cubicBezTo>
                    <a:pt x="31950" y="31920"/>
                    <a:pt x="34506" y="29366"/>
                    <a:pt x="38340" y="29366"/>
                  </a:cubicBezTo>
                  <a:cubicBezTo>
                    <a:pt x="42174" y="29366"/>
                    <a:pt x="45368" y="31920"/>
                    <a:pt x="45368" y="35750"/>
                  </a:cubicBezTo>
                  <a:close/>
                </a:path>
              </a:pathLst>
            </a:custGeom>
            <a:solidFill>
              <a:srgbClr val="046A38"/>
            </a:solidFill>
            <a:ln w="6390" cap="flat">
              <a:noFill/>
              <a:prstDash val="solid"/>
              <a:miter/>
            </a:ln>
          </p:spPr>
          <p:txBody>
            <a:bodyPr rtlCol="0" anchor="ctr"/>
            <a:lstStyle/>
            <a:p>
              <a:endParaRPr lang="en-US"/>
            </a:p>
          </p:txBody>
        </p:sp>
        <p:sp>
          <p:nvSpPr>
            <p:cNvPr id="1246" name="Graphic 4">
              <a:extLst>
                <a:ext uri="{FF2B5EF4-FFF2-40B4-BE49-F238E27FC236}">
                  <a16:creationId xmlns:a16="http://schemas.microsoft.com/office/drawing/2014/main" id="{141C98D8-6004-4C47-B882-1DB2D891A16B}"/>
                </a:ext>
              </a:extLst>
            </p:cNvPr>
            <p:cNvSpPr/>
            <p:nvPr/>
          </p:nvSpPr>
          <p:spPr>
            <a:xfrm>
              <a:off x="1043476" y="1993241"/>
              <a:ext cx="75401" cy="71500"/>
            </a:xfrm>
            <a:custGeom>
              <a:avLst/>
              <a:gdLst>
                <a:gd name="connsiteX0" fmla="*/ 3834 w 75401"/>
                <a:gd name="connsiteY0" fmla="*/ 15960 h 71500"/>
                <a:gd name="connsiteX1" fmla="*/ 62621 w 75401"/>
                <a:gd name="connsiteY1" fmla="*/ 11491 h 71500"/>
                <a:gd name="connsiteX2" fmla="*/ 66455 w 75401"/>
                <a:gd name="connsiteY2" fmla="*/ 19790 h 71500"/>
                <a:gd name="connsiteX3" fmla="*/ 58148 w 75401"/>
                <a:gd name="connsiteY3" fmla="*/ 23621 h 71500"/>
                <a:gd name="connsiteX4" fmla="*/ 10224 w 75401"/>
                <a:gd name="connsiteY4" fmla="*/ 26813 h 71500"/>
                <a:gd name="connsiteX5" fmla="*/ 38340 w 75401"/>
                <a:gd name="connsiteY5" fmla="*/ 71500 h 71500"/>
                <a:gd name="connsiteX6" fmla="*/ 75401 w 75401"/>
                <a:gd name="connsiteY6" fmla="*/ 8938 h 71500"/>
                <a:gd name="connsiteX7" fmla="*/ 38340 w 75401"/>
                <a:gd name="connsiteY7" fmla="*/ 0 h 71500"/>
                <a:gd name="connsiteX8" fmla="*/ 0 w 75401"/>
                <a:gd name="connsiteY8" fmla="*/ 9576 h 71500"/>
                <a:gd name="connsiteX9" fmla="*/ 3834 w 75401"/>
                <a:gd name="connsiteY9" fmla="*/ 15960 h 71500"/>
                <a:gd name="connsiteX10" fmla="*/ 33867 w 75401"/>
                <a:gd name="connsiteY10" fmla="*/ 53625 h 71500"/>
                <a:gd name="connsiteX11" fmla="*/ 33867 w 75401"/>
                <a:gd name="connsiteY11" fmla="*/ 53625 h 71500"/>
                <a:gd name="connsiteX12" fmla="*/ 26838 w 75401"/>
                <a:gd name="connsiteY12" fmla="*/ 47241 h 71500"/>
                <a:gd name="connsiteX13" fmla="*/ 33228 w 75401"/>
                <a:gd name="connsiteY13" fmla="*/ 40857 h 71500"/>
                <a:gd name="connsiteX14" fmla="*/ 39618 w 75401"/>
                <a:gd name="connsiteY14" fmla="*/ 47241 h 71500"/>
                <a:gd name="connsiteX15" fmla="*/ 33867 w 75401"/>
                <a:gd name="connsiteY15" fmla="*/ 53625 h 71500"/>
                <a:gd name="connsiteX16" fmla="*/ 42174 w 75401"/>
                <a:gd name="connsiteY16" fmla="*/ 35750 h 71500"/>
                <a:gd name="connsiteX17" fmla="*/ 42174 w 75401"/>
                <a:gd name="connsiteY17" fmla="*/ 35750 h 71500"/>
                <a:gd name="connsiteX18" fmla="*/ 35145 w 75401"/>
                <a:gd name="connsiteY18" fmla="*/ 29366 h 71500"/>
                <a:gd name="connsiteX19" fmla="*/ 41535 w 75401"/>
                <a:gd name="connsiteY19" fmla="*/ 22982 h 71500"/>
                <a:gd name="connsiteX20" fmla="*/ 47925 w 75401"/>
                <a:gd name="connsiteY20" fmla="*/ 29366 h 71500"/>
                <a:gd name="connsiteX21" fmla="*/ 42174 w 75401"/>
                <a:gd name="connsiteY21" fmla="*/ 35750 h 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5401" h="71500">
                  <a:moveTo>
                    <a:pt x="3834" y="15960"/>
                  </a:moveTo>
                  <a:cubicBezTo>
                    <a:pt x="21726" y="7022"/>
                    <a:pt x="43452" y="5107"/>
                    <a:pt x="62621" y="11491"/>
                  </a:cubicBezTo>
                  <a:cubicBezTo>
                    <a:pt x="65816" y="12768"/>
                    <a:pt x="67733" y="15960"/>
                    <a:pt x="66455" y="19790"/>
                  </a:cubicBezTo>
                  <a:cubicBezTo>
                    <a:pt x="65177" y="23621"/>
                    <a:pt x="61982" y="24897"/>
                    <a:pt x="58148" y="23621"/>
                  </a:cubicBezTo>
                  <a:cubicBezTo>
                    <a:pt x="42813" y="18514"/>
                    <a:pt x="24921" y="19790"/>
                    <a:pt x="10224" y="26813"/>
                  </a:cubicBezTo>
                  <a:lnTo>
                    <a:pt x="38340" y="71500"/>
                  </a:lnTo>
                  <a:lnTo>
                    <a:pt x="75401" y="8938"/>
                  </a:lnTo>
                  <a:cubicBezTo>
                    <a:pt x="63899" y="3192"/>
                    <a:pt x="51119" y="0"/>
                    <a:pt x="38340" y="0"/>
                  </a:cubicBezTo>
                  <a:cubicBezTo>
                    <a:pt x="24282" y="0"/>
                    <a:pt x="11502" y="3192"/>
                    <a:pt x="0" y="9576"/>
                  </a:cubicBezTo>
                  <a:lnTo>
                    <a:pt x="3834" y="15960"/>
                  </a:lnTo>
                  <a:close/>
                  <a:moveTo>
                    <a:pt x="33867" y="53625"/>
                  </a:moveTo>
                  <a:lnTo>
                    <a:pt x="33867" y="53625"/>
                  </a:lnTo>
                  <a:cubicBezTo>
                    <a:pt x="30033" y="53625"/>
                    <a:pt x="26838" y="51072"/>
                    <a:pt x="26838" y="47241"/>
                  </a:cubicBezTo>
                  <a:cubicBezTo>
                    <a:pt x="26838" y="43411"/>
                    <a:pt x="29394" y="40857"/>
                    <a:pt x="33228" y="40857"/>
                  </a:cubicBezTo>
                  <a:cubicBezTo>
                    <a:pt x="37062" y="40857"/>
                    <a:pt x="39618" y="43411"/>
                    <a:pt x="39618" y="47241"/>
                  </a:cubicBezTo>
                  <a:cubicBezTo>
                    <a:pt x="39618" y="51072"/>
                    <a:pt x="37701" y="53625"/>
                    <a:pt x="33867" y="53625"/>
                  </a:cubicBezTo>
                  <a:close/>
                  <a:moveTo>
                    <a:pt x="42174" y="35750"/>
                  </a:moveTo>
                  <a:lnTo>
                    <a:pt x="42174" y="35750"/>
                  </a:lnTo>
                  <a:cubicBezTo>
                    <a:pt x="38340" y="35750"/>
                    <a:pt x="35145" y="33197"/>
                    <a:pt x="35145" y="29366"/>
                  </a:cubicBezTo>
                  <a:cubicBezTo>
                    <a:pt x="35145" y="25536"/>
                    <a:pt x="37701" y="22982"/>
                    <a:pt x="41535" y="22982"/>
                  </a:cubicBezTo>
                  <a:cubicBezTo>
                    <a:pt x="45368" y="22982"/>
                    <a:pt x="47925" y="25536"/>
                    <a:pt x="47925" y="29366"/>
                  </a:cubicBezTo>
                  <a:cubicBezTo>
                    <a:pt x="47925" y="33197"/>
                    <a:pt x="46008" y="35750"/>
                    <a:pt x="42174" y="35750"/>
                  </a:cubicBezTo>
                  <a:close/>
                </a:path>
              </a:pathLst>
            </a:custGeom>
            <a:solidFill>
              <a:srgbClr val="046A38"/>
            </a:solidFill>
            <a:ln w="6390" cap="flat">
              <a:noFill/>
              <a:prstDash val="solid"/>
              <a:miter/>
            </a:ln>
          </p:spPr>
          <p:txBody>
            <a:bodyPr rtlCol="0" anchor="ctr"/>
            <a:lstStyle/>
            <a:p>
              <a:endParaRPr lang="en-US"/>
            </a:p>
          </p:txBody>
        </p:sp>
        <p:sp>
          <p:nvSpPr>
            <p:cNvPr id="1247" name="Graphic 4">
              <a:extLst>
                <a:ext uri="{FF2B5EF4-FFF2-40B4-BE49-F238E27FC236}">
                  <a16:creationId xmlns:a16="http://schemas.microsoft.com/office/drawing/2014/main" id="{6A2E01C4-CC3D-D84E-92F5-CC131B5A1222}"/>
                </a:ext>
              </a:extLst>
            </p:cNvPr>
            <p:cNvSpPr/>
            <p:nvPr/>
          </p:nvSpPr>
          <p:spPr>
            <a:xfrm>
              <a:off x="1093318" y="2083256"/>
              <a:ext cx="71567" cy="61924"/>
            </a:xfrm>
            <a:custGeom>
              <a:avLst/>
              <a:gdLst>
                <a:gd name="connsiteX0" fmla="*/ 65177 w 71567"/>
                <a:gd name="connsiteY0" fmla="*/ 0 h 61924"/>
                <a:gd name="connsiteX1" fmla="*/ 42174 w 71567"/>
                <a:gd name="connsiteY1" fmla="*/ 49157 h 61924"/>
                <a:gd name="connsiteX2" fmla="*/ 37701 w 71567"/>
                <a:gd name="connsiteY2" fmla="*/ 51072 h 61924"/>
                <a:gd name="connsiteX3" fmla="*/ 33228 w 71567"/>
                <a:gd name="connsiteY3" fmla="*/ 49157 h 61924"/>
                <a:gd name="connsiteX4" fmla="*/ 33228 w 71567"/>
                <a:gd name="connsiteY4" fmla="*/ 40219 h 61924"/>
                <a:gd name="connsiteX5" fmla="*/ 52397 w 71567"/>
                <a:gd name="connsiteY5" fmla="*/ 638 h 61924"/>
                <a:gd name="connsiteX6" fmla="*/ 0 w 71567"/>
                <a:gd name="connsiteY6" fmla="*/ 638 h 61924"/>
                <a:gd name="connsiteX7" fmla="*/ 37701 w 71567"/>
                <a:gd name="connsiteY7" fmla="*/ 61925 h 61924"/>
                <a:gd name="connsiteX8" fmla="*/ 71567 w 71567"/>
                <a:gd name="connsiteY8" fmla="*/ 638 h 61924"/>
                <a:gd name="connsiteX9" fmla="*/ 65177 w 71567"/>
                <a:gd name="connsiteY9" fmla="*/ 0 h 61924"/>
                <a:gd name="connsiteX10" fmla="*/ 41535 w 71567"/>
                <a:gd name="connsiteY10" fmla="*/ 3830 h 61924"/>
                <a:gd name="connsiteX11" fmla="*/ 47925 w 71567"/>
                <a:gd name="connsiteY11" fmla="*/ 10214 h 61924"/>
                <a:gd name="connsiteX12" fmla="*/ 41535 w 71567"/>
                <a:gd name="connsiteY12" fmla="*/ 16598 h 61924"/>
                <a:gd name="connsiteX13" fmla="*/ 40896 w 71567"/>
                <a:gd name="connsiteY13" fmla="*/ 16598 h 61924"/>
                <a:gd name="connsiteX14" fmla="*/ 34506 w 71567"/>
                <a:gd name="connsiteY14" fmla="*/ 10214 h 61924"/>
                <a:gd name="connsiteX15" fmla="*/ 41535 w 71567"/>
                <a:gd name="connsiteY15" fmla="*/ 3830 h 61924"/>
                <a:gd name="connsiteX16" fmla="*/ 20448 w 71567"/>
                <a:gd name="connsiteY16" fmla="*/ 17875 h 61924"/>
                <a:gd name="connsiteX17" fmla="*/ 20448 w 71567"/>
                <a:gd name="connsiteY17" fmla="*/ 17875 h 61924"/>
                <a:gd name="connsiteX18" fmla="*/ 13419 w 71567"/>
                <a:gd name="connsiteY18" fmla="*/ 11491 h 61924"/>
                <a:gd name="connsiteX19" fmla="*/ 19809 w 71567"/>
                <a:gd name="connsiteY19" fmla="*/ 5107 h 61924"/>
                <a:gd name="connsiteX20" fmla="*/ 26199 w 71567"/>
                <a:gd name="connsiteY20" fmla="*/ 11491 h 61924"/>
                <a:gd name="connsiteX21" fmla="*/ 20448 w 71567"/>
                <a:gd name="connsiteY21" fmla="*/ 17875 h 6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1567" h="61924">
                  <a:moveTo>
                    <a:pt x="65177" y="0"/>
                  </a:moveTo>
                  <a:cubicBezTo>
                    <a:pt x="63899" y="18514"/>
                    <a:pt x="55592" y="35750"/>
                    <a:pt x="42174" y="49157"/>
                  </a:cubicBezTo>
                  <a:cubicBezTo>
                    <a:pt x="40896" y="50433"/>
                    <a:pt x="39618" y="51072"/>
                    <a:pt x="37701" y="51072"/>
                  </a:cubicBezTo>
                  <a:cubicBezTo>
                    <a:pt x="35784" y="51072"/>
                    <a:pt x="34506" y="50433"/>
                    <a:pt x="33228" y="49157"/>
                  </a:cubicBezTo>
                  <a:cubicBezTo>
                    <a:pt x="30672" y="46603"/>
                    <a:pt x="30672" y="42773"/>
                    <a:pt x="33228" y="40219"/>
                  </a:cubicBezTo>
                  <a:cubicBezTo>
                    <a:pt x="44091" y="29366"/>
                    <a:pt x="50480" y="15322"/>
                    <a:pt x="52397" y="638"/>
                  </a:cubicBezTo>
                  <a:lnTo>
                    <a:pt x="0" y="638"/>
                  </a:lnTo>
                  <a:lnTo>
                    <a:pt x="37701" y="61925"/>
                  </a:lnTo>
                  <a:cubicBezTo>
                    <a:pt x="56870" y="47880"/>
                    <a:pt x="70289" y="25536"/>
                    <a:pt x="71567" y="638"/>
                  </a:cubicBezTo>
                  <a:lnTo>
                    <a:pt x="65177" y="0"/>
                  </a:lnTo>
                  <a:close/>
                  <a:moveTo>
                    <a:pt x="41535" y="3830"/>
                  </a:moveTo>
                  <a:cubicBezTo>
                    <a:pt x="45368" y="3830"/>
                    <a:pt x="47925" y="6384"/>
                    <a:pt x="47925" y="10214"/>
                  </a:cubicBezTo>
                  <a:cubicBezTo>
                    <a:pt x="47925" y="14045"/>
                    <a:pt x="45368" y="16598"/>
                    <a:pt x="41535" y="16598"/>
                  </a:cubicBezTo>
                  <a:lnTo>
                    <a:pt x="40896" y="16598"/>
                  </a:lnTo>
                  <a:cubicBezTo>
                    <a:pt x="37062" y="16598"/>
                    <a:pt x="34506" y="14045"/>
                    <a:pt x="34506" y="10214"/>
                  </a:cubicBezTo>
                  <a:cubicBezTo>
                    <a:pt x="34506" y="6384"/>
                    <a:pt x="37701" y="3830"/>
                    <a:pt x="41535" y="3830"/>
                  </a:cubicBezTo>
                  <a:close/>
                  <a:moveTo>
                    <a:pt x="20448" y="17875"/>
                  </a:moveTo>
                  <a:lnTo>
                    <a:pt x="20448" y="17875"/>
                  </a:lnTo>
                  <a:cubicBezTo>
                    <a:pt x="16614" y="17875"/>
                    <a:pt x="13419" y="15322"/>
                    <a:pt x="13419" y="11491"/>
                  </a:cubicBezTo>
                  <a:cubicBezTo>
                    <a:pt x="13419" y="7661"/>
                    <a:pt x="15975" y="5107"/>
                    <a:pt x="19809" y="5107"/>
                  </a:cubicBezTo>
                  <a:cubicBezTo>
                    <a:pt x="23643" y="5107"/>
                    <a:pt x="26199" y="7661"/>
                    <a:pt x="26199" y="11491"/>
                  </a:cubicBezTo>
                  <a:cubicBezTo>
                    <a:pt x="26199" y="15322"/>
                    <a:pt x="24282" y="17875"/>
                    <a:pt x="20448" y="17875"/>
                  </a:cubicBezTo>
                  <a:close/>
                </a:path>
              </a:pathLst>
            </a:custGeom>
            <a:solidFill>
              <a:srgbClr val="046A38"/>
            </a:solidFill>
            <a:ln w="6390" cap="flat">
              <a:noFill/>
              <a:prstDash val="solid"/>
              <a:miter/>
            </a:ln>
          </p:spPr>
          <p:txBody>
            <a:bodyPr rtlCol="0" anchor="ctr"/>
            <a:lstStyle/>
            <a:p>
              <a:endParaRPr lang="en-US"/>
            </a:p>
          </p:txBody>
        </p:sp>
        <p:sp>
          <p:nvSpPr>
            <p:cNvPr id="1248" name="Graphic 4">
              <a:extLst>
                <a:ext uri="{FF2B5EF4-FFF2-40B4-BE49-F238E27FC236}">
                  <a16:creationId xmlns:a16="http://schemas.microsoft.com/office/drawing/2014/main" id="{6273A3C0-2608-5A48-9705-6E0DADFF9335}"/>
                </a:ext>
              </a:extLst>
            </p:cNvPr>
            <p:cNvSpPr/>
            <p:nvPr/>
          </p:nvSpPr>
          <p:spPr>
            <a:xfrm>
              <a:off x="905454"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72850 w 361670"/>
                <a:gd name="connsiteY5" fmla="*/ 183859 h 361333"/>
                <a:gd name="connsiteX6" fmla="*/ 176362 w 361670"/>
                <a:gd name="connsiteY6" fmla="*/ 280257 h 361333"/>
                <a:gd name="connsiteX7" fmla="*/ 129077 w 361670"/>
                <a:gd name="connsiteY7" fmla="*/ 268127 h 361333"/>
                <a:gd name="connsiteX8" fmla="*/ 127160 w 361670"/>
                <a:gd name="connsiteY8" fmla="*/ 267489 h 361333"/>
                <a:gd name="connsiteX9" fmla="*/ 125243 w 361670"/>
                <a:gd name="connsiteY9" fmla="*/ 265574 h 361333"/>
                <a:gd name="connsiteX10" fmla="*/ 79874 w 361670"/>
                <a:gd name="connsiteY10" fmla="*/ 184497 h 361333"/>
                <a:gd name="connsiteX11" fmla="*/ 79874 w 361670"/>
                <a:gd name="connsiteY11" fmla="*/ 184497 h 361333"/>
                <a:gd name="connsiteX12" fmla="*/ 79874 w 361670"/>
                <a:gd name="connsiteY12" fmla="*/ 184497 h 361333"/>
                <a:gd name="connsiteX13" fmla="*/ 79874 w 361670"/>
                <a:gd name="connsiteY13" fmla="*/ 184497 h 361333"/>
                <a:gd name="connsiteX14" fmla="*/ 176362 w 361670"/>
                <a:gd name="connsiteY14" fmla="*/ 88099 h 361333"/>
                <a:gd name="connsiteX15" fmla="*/ 223648 w 361670"/>
                <a:gd name="connsiteY15" fmla="*/ 100867 h 361333"/>
                <a:gd name="connsiteX16" fmla="*/ 225565 w 361670"/>
                <a:gd name="connsiteY16" fmla="*/ 101505 h 361333"/>
                <a:gd name="connsiteX17" fmla="*/ 228121 w 361670"/>
                <a:gd name="connsiteY17" fmla="*/ 110443 h 361333"/>
                <a:gd name="connsiteX18" fmla="*/ 228121 w 361670"/>
                <a:gd name="connsiteY18" fmla="*/ 110443 h 361333"/>
                <a:gd name="connsiteX19" fmla="*/ 228121 w 361670"/>
                <a:gd name="connsiteY19" fmla="*/ 110443 h 361333"/>
                <a:gd name="connsiteX20" fmla="*/ 228121 w 361670"/>
                <a:gd name="connsiteY20" fmla="*/ 110443 h 361333"/>
                <a:gd name="connsiteX21" fmla="*/ 187864 w 361670"/>
                <a:gd name="connsiteY21" fmla="*/ 178113 h 361333"/>
                <a:gd name="connsiteX22" fmla="*/ 267099 w 361670"/>
                <a:gd name="connsiteY22" fmla="*/ 178113 h 361333"/>
                <a:gd name="connsiteX23" fmla="*/ 267099 w 361670"/>
                <a:gd name="connsiteY23" fmla="*/ 178113 h 361333"/>
                <a:gd name="connsiteX24" fmla="*/ 272850 w 361670"/>
                <a:gd name="connsiteY24" fmla="*/ 183859 h 361333"/>
                <a:gd name="connsiteX25" fmla="*/ 272850 w 361670"/>
                <a:gd name="connsiteY25" fmla="*/ 183859 h 361333"/>
                <a:gd name="connsiteX26" fmla="*/ 272850 w 361670"/>
                <a:gd name="connsiteY26" fmla="*/ 183859 h 361333"/>
                <a:gd name="connsiteX27" fmla="*/ 301605 w 361670"/>
                <a:gd name="connsiteY27" fmla="*/ 171729 h 361333"/>
                <a:gd name="connsiteX28" fmla="*/ 211507 w 361670"/>
                <a:gd name="connsiteY28" fmla="*/ 171729 h 361333"/>
                <a:gd name="connsiteX29" fmla="*/ 205756 w 361670"/>
                <a:gd name="connsiteY29" fmla="*/ 168537 h 361333"/>
                <a:gd name="connsiteX30" fmla="*/ 205756 w 361670"/>
                <a:gd name="connsiteY30" fmla="*/ 162153 h 361333"/>
                <a:gd name="connsiteX31" fmla="*/ 239623 w 361670"/>
                <a:gd name="connsiteY31" fmla="*/ 105336 h 361333"/>
                <a:gd name="connsiteX32" fmla="*/ 240262 w 361670"/>
                <a:gd name="connsiteY32" fmla="*/ 102782 h 361333"/>
                <a:gd name="connsiteX33" fmla="*/ 242179 w 361670"/>
                <a:gd name="connsiteY33" fmla="*/ 100229 h 361333"/>
                <a:gd name="connsiteX34" fmla="*/ 251764 w 361670"/>
                <a:gd name="connsiteY34" fmla="*/ 84269 h 361333"/>
                <a:gd name="connsiteX35" fmla="*/ 255597 w 361670"/>
                <a:gd name="connsiteY35" fmla="*/ 81077 h 361333"/>
                <a:gd name="connsiteX36" fmla="*/ 260709 w 361670"/>
                <a:gd name="connsiteY36" fmla="*/ 81715 h 361333"/>
                <a:gd name="connsiteX37" fmla="*/ 307995 w 361670"/>
                <a:gd name="connsiteY37" fmla="*/ 164707 h 361333"/>
                <a:gd name="connsiteX38" fmla="*/ 301605 w 361670"/>
                <a:gd name="connsiteY38" fmla="*/ 17172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272850" y="183859"/>
                  </a:moveTo>
                  <a:cubicBezTo>
                    <a:pt x="272850" y="236846"/>
                    <a:pt x="229399" y="280257"/>
                    <a:pt x="176362" y="280257"/>
                  </a:cubicBezTo>
                  <a:cubicBezTo>
                    <a:pt x="159110" y="280257"/>
                    <a:pt x="143135" y="275788"/>
                    <a:pt x="129077" y="268127"/>
                  </a:cubicBezTo>
                  <a:cubicBezTo>
                    <a:pt x="128438" y="268127"/>
                    <a:pt x="127799" y="267489"/>
                    <a:pt x="127160" y="267489"/>
                  </a:cubicBezTo>
                  <a:cubicBezTo>
                    <a:pt x="126521" y="266851"/>
                    <a:pt x="125882" y="266212"/>
                    <a:pt x="125243" y="265574"/>
                  </a:cubicBezTo>
                  <a:cubicBezTo>
                    <a:pt x="98405" y="248337"/>
                    <a:pt x="79874" y="218332"/>
                    <a:pt x="79874" y="184497"/>
                  </a:cubicBezTo>
                  <a:cubicBezTo>
                    <a:pt x="79874" y="184497"/>
                    <a:pt x="79874" y="184497"/>
                    <a:pt x="79874" y="184497"/>
                  </a:cubicBezTo>
                  <a:cubicBezTo>
                    <a:pt x="79874" y="184497"/>
                    <a:pt x="79874" y="184497"/>
                    <a:pt x="79874" y="184497"/>
                  </a:cubicBezTo>
                  <a:cubicBezTo>
                    <a:pt x="79874" y="184497"/>
                    <a:pt x="79874" y="184497"/>
                    <a:pt x="79874" y="184497"/>
                  </a:cubicBezTo>
                  <a:cubicBezTo>
                    <a:pt x="79874" y="131510"/>
                    <a:pt x="123326" y="88099"/>
                    <a:pt x="176362" y="88099"/>
                  </a:cubicBezTo>
                  <a:cubicBezTo>
                    <a:pt x="192976" y="88099"/>
                    <a:pt x="209590" y="92568"/>
                    <a:pt x="223648" y="100867"/>
                  </a:cubicBezTo>
                  <a:cubicBezTo>
                    <a:pt x="224287" y="100867"/>
                    <a:pt x="224926" y="100867"/>
                    <a:pt x="225565" y="101505"/>
                  </a:cubicBezTo>
                  <a:cubicBezTo>
                    <a:pt x="228760" y="103421"/>
                    <a:pt x="229399" y="107251"/>
                    <a:pt x="228121" y="110443"/>
                  </a:cubicBezTo>
                  <a:lnTo>
                    <a:pt x="228121" y="110443"/>
                  </a:lnTo>
                  <a:cubicBezTo>
                    <a:pt x="228121" y="110443"/>
                    <a:pt x="228121" y="110443"/>
                    <a:pt x="228121" y="110443"/>
                  </a:cubicBezTo>
                  <a:cubicBezTo>
                    <a:pt x="228121" y="110443"/>
                    <a:pt x="228121" y="110443"/>
                    <a:pt x="228121" y="110443"/>
                  </a:cubicBezTo>
                  <a:lnTo>
                    <a:pt x="187864" y="178113"/>
                  </a:lnTo>
                  <a:lnTo>
                    <a:pt x="267099" y="178113"/>
                  </a:lnTo>
                  <a:cubicBezTo>
                    <a:pt x="267099" y="178113"/>
                    <a:pt x="267099" y="178113"/>
                    <a:pt x="267099" y="178113"/>
                  </a:cubicBezTo>
                  <a:cubicBezTo>
                    <a:pt x="270294" y="177475"/>
                    <a:pt x="272850" y="180028"/>
                    <a:pt x="272850" y="183859"/>
                  </a:cubicBezTo>
                  <a:cubicBezTo>
                    <a:pt x="272850" y="183859"/>
                    <a:pt x="272850" y="183859"/>
                    <a:pt x="272850" y="183859"/>
                  </a:cubicBezTo>
                  <a:cubicBezTo>
                    <a:pt x="272850" y="183859"/>
                    <a:pt x="272850" y="183859"/>
                    <a:pt x="272850" y="183859"/>
                  </a:cubicBezTo>
                  <a:close/>
                  <a:moveTo>
                    <a:pt x="301605" y="171729"/>
                  </a:moveTo>
                  <a:lnTo>
                    <a:pt x="211507" y="171729"/>
                  </a:lnTo>
                  <a:cubicBezTo>
                    <a:pt x="208951" y="171729"/>
                    <a:pt x="207034" y="170452"/>
                    <a:pt x="205756" y="168537"/>
                  </a:cubicBezTo>
                  <a:cubicBezTo>
                    <a:pt x="204478" y="166622"/>
                    <a:pt x="204478" y="164068"/>
                    <a:pt x="205756" y="162153"/>
                  </a:cubicBezTo>
                  <a:lnTo>
                    <a:pt x="239623" y="105336"/>
                  </a:lnTo>
                  <a:cubicBezTo>
                    <a:pt x="239623" y="104697"/>
                    <a:pt x="239623" y="103421"/>
                    <a:pt x="240262" y="102782"/>
                  </a:cubicBezTo>
                  <a:cubicBezTo>
                    <a:pt x="240901" y="101505"/>
                    <a:pt x="241540" y="100867"/>
                    <a:pt x="242179" y="100229"/>
                  </a:cubicBezTo>
                  <a:lnTo>
                    <a:pt x="251764" y="84269"/>
                  </a:lnTo>
                  <a:cubicBezTo>
                    <a:pt x="252403" y="82992"/>
                    <a:pt x="254320" y="81715"/>
                    <a:pt x="255597" y="81077"/>
                  </a:cubicBezTo>
                  <a:cubicBezTo>
                    <a:pt x="257514" y="80438"/>
                    <a:pt x="258792" y="81077"/>
                    <a:pt x="260709" y="81715"/>
                  </a:cubicBezTo>
                  <a:cubicBezTo>
                    <a:pt x="290103" y="98952"/>
                    <a:pt x="307995" y="130872"/>
                    <a:pt x="307995" y="164707"/>
                  </a:cubicBezTo>
                  <a:cubicBezTo>
                    <a:pt x="307995" y="168537"/>
                    <a:pt x="304800" y="171729"/>
                    <a:pt x="301605" y="171729"/>
                  </a:cubicBezTo>
                  <a:close/>
                </a:path>
              </a:pathLst>
            </a:custGeom>
            <a:solidFill>
              <a:srgbClr val="046A38"/>
            </a:solidFill>
            <a:ln w="6390" cap="flat">
              <a:noFill/>
              <a:prstDash val="solid"/>
              <a:miter/>
            </a:ln>
          </p:spPr>
          <p:txBody>
            <a:bodyPr rtlCol="0" anchor="ctr"/>
            <a:lstStyle/>
            <a:p>
              <a:endParaRPr lang="en-US"/>
            </a:p>
          </p:txBody>
        </p:sp>
        <p:sp>
          <p:nvSpPr>
            <p:cNvPr id="1249" name="Graphic 4">
              <a:extLst>
                <a:ext uri="{FF2B5EF4-FFF2-40B4-BE49-F238E27FC236}">
                  <a16:creationId xmlns:a16="http://schemas.microsoft.com/office/drawing/2014/main" id="{1A6D3401-CB94-9247-903C-547F8CA685BD}"/>
                </a:ext>
              </a:extLst>
            </p:cNvPr>
            <p:cNvSpPr/>
            <p:nvPr/>
          </p:nvSpPr>
          <p:spPr>
            <a:xfrm>
              <a:off x="1127184" y="1989411"/>
              <a:ext cx="72206" cy="61924"/>
            </a:xfrm>
            <a:custGeom>
              <a:avLst/>
              <a:gdLst>
                <a:gd name="connsiteX0" fmla="*/ 37701 w 72206"/>
                <a:gd name="connsiteY0" fmla="*/ 0 h 61924"/>
                <a:gd name="connsiteX1" fmla="*/ 33228 w 72206"/>
                <a:gd name="connsiteY1" fmla="*/ 7022 h 61924"/>
                <a:gd name="connsiteX2" fmla="*/ 64538 w 72206"/>
                <a:gd name="connsiteY2" fmla="*/ 51072 h 61924"/>
                <a:gd name="connsiteX3" fmla="*/ 60065 w 72206"/>
                <a:gd name="connsiteY3" fmla="*/ 58733 h 61924"/>
                <a:gd name="connsiteX4" fmla="*/ 58148 w 72206"/>
                <a:gd name="connsiteY4" fmla="*/ 58733 h 61924"/>
                <a:gd name="connsiteX5" fmla="*/ 51759 w 72206"/>
                <a:gd name="connsiteY5" fmla="*/ 54264 h 61924"/>
                <a:gd name="connsiteX6" fmla="*/ 26199 w 72206"/>
                <a:gd name="connsiteY6" fmla="*/ 17875 h 61924"/>
                <a:gd name="connsiteX7" fmla="*/ 0 w 72206"/>
                <a:gd name="connsiteY7" fmla="*/ 61925 h 61924"/>
                <a:gd name="connsiteX8" fmla="*/ 72206 w 72206"/>
                <a:gd name="connsiteY8" fmla="*/ 61925 h 61924"/>
                <a:gd name="connsiteX9" fmla="*/ 37701 w 72206"/>
                <a:gd name="connsiteY9" fmla="*/ 0 h 61924"/>
                <a:gd name="connsiteX10" fmla="*/ 24282 w 72206"/>
                <a:gd name="connsiteY10" fmla="*/ 52349 h 61924"/>
                <a:gd name="connsiteX11" fmla="*/ 24282 w 72206"/>
                <a:gd name="connsiteY11" fmla="*/ 52349 h 61924"/>
                <a:gd name="connsiteX12" fmla="*/ 17253 w 72206"/>
                <a:gd name="connsiteY12" fmla="*/ 45965 h 61924"/>
                <a:gd name="connsiteX13" fmla="*/ 23643 w 72206"/>
                <a:gd name="connsiteY13" fmla="*/ 39581 h 61924"/>
                <a:gd name="connsiteX14" fmla="*/ 30033 w 72206"/>
                <a:gd name="connsiteY14" fmla="*/ 45965 h 61924"/>
                <a:gd name="connsiteX15" fmla="*/ 24282 w 72206"/>
                <a:gd name="connsiteY15" fmla="*/ 52349 h 61924"/>
                <a:gd name="connsiteX16" fmla="*/ 42813 w 72206"/>
                <a:gd name="connsiteY16" fmla="*/ 57456 h 61924"/>
                <a:gd name="connsiteX17" fmla="*/ 42813 w 72206"/>
                <a:gd name="connsiteY17" fmla="*/ 57456 h 61924"/>
                <a:gd name="connsiteX18" fmla="*/ 35784 w 72206"/>
                <a:gd name="connsiteY18" fmla="*/ 51072 h 61924"/>
                <a:gd name="connsiteX19" fmla="*/ 42174 w 72206"/>
                <a:gd name="connsiteY19" fmla="*/ 44688 h 61924"/>
                <a:gd name="connsiteX20" fmla="*/ 48564 w 72206"/>
                <a:gd name="connsiteY20" fmla="*/ 51072 h 61924"/>
                <a:gd name="connsiteX21" fmla="*/ 42813 w 72206"/>
                <a:gd name="connsiteY21" fmla="*/ 57456 h 6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2206" h="61924">
                  <a:moveTo>
                    <a:pt x="37701" y="0"/>
                  </a:moveTo>
                  <a:lnTo>
                    <a:pt x="33228" y="7022"/>
                  </a:lnTo>
                  <a:cubicBezTo>
                    <a:pt x="48564" y="17237"/>
                    <a:pt x="60065" y="33197"/>
                    <a:pt x="64538" y="51072"/>
                  </a:cubicBezTo>
                  <a:cubicBezTo>
                    <a:pt x="65177" y="54264"/>
                    <a:pt x="63260" y="58094"/>
                    <a:pt x="60065" y="58733"/>
                  </a:cubicBezTo>
                  <a:cubicBezTo>
                    <a:pt x="59426" y="58733"/>
                    <a:pt x="58788" y="58733"/>
                    <a:pt x="58148" y="58733"/>
                  </a:cubicBezTo>
                  <a:cubicBezTo>
                    <a:pt x="55593" y="58733"/>
                    <a:pt x="52398" y="56817"/>
                    <a:pt x="51759" y="54264"/>
                  </a:cubicBezTo>
                  <a:cubicBezTo>
                    <a:pt x="47925" y="39581"/>
                    <a:pt x="38979" y="26174"/>
                    <a:pt x="26199" y="17875"/>
                  </a:cubicBezTo>
                  <a:lnTo>
                    <a:pt x="0" y="61925"/>
                  </a:lnTo>
                  <a:lnTo>
                    <a:pt x="72206" y="61925"/>
                  </a:lnTo>
                  <a:cubicBezTo>
                    <a:pt x="70928" y="37665"/>
                    <a:pt x="58148" y="14683"/>
                    <a:pt x="37701" y="0"/>
                  </a:cubicBezTo>
                  <a:close/>
                  <a:moveTo>
                    <a:pt x="24282" y="52349"/>
                  </a:moveTo>
                  <a:lnTo>
                    <a:pt x="24282" y="52349"/>
                  </a:lnTo>
                  <a:cubicBezTo>
                    <a:pt x="20448" y="52349"/>
                    <a:pt x="17253" y="49795"/>
                    <a:pt x="17253" y="45965"/>
                  </a:cubicBezTo>
                  <a:cubicBezTo>
                    <a:pt x="17253" y="42134"/>
                    <a:pt x="19809" y="39581"/>
                    <a:pt x="23643" y="39581"/>
                  </a:cubicBezTo>
                  <a:cubicBezTo>
                    <a:pt x="27477" y="39581"/>
                    <a:pt x="30033" y="42134"/>
                    <a:pt x="30033" y="45965"/>
                  </a:cubicBezTo>
                  <a:cubicBezTo>
                    <a:pt x="30033" y="49795"/>
                    <a:pt x="27477" y="52349"/>
                    <a:pt x="24282" y="52349"/>
                  </a:cubicBezTo>
                  <a:close/>
                  <a:moveTo>
                    <a:pt x="42813" y="57456"/>
                  </a:moveTo>
                  <a:lnTo>
                    <a:pt x="42813" y="57456"/>
                  </a:lnTo>
                  <a:cubicBezTo>
                    <a:pt x="38979" y="57456"/>
                    <a:pt x="35784" y="54902"/>
                    <a:pt x="35784" y="51072"/>
                  </a:cubicBezTo>
                  <a:cubicBezTo>
                    <a:pt x="35784" y="47241"/>
                    <a:pt x="38340" y="44688"/>
                    <a:pt x="42174" y="44688"/>
                  </a:cubicBezTo>
                  <a:cubicBezTo>
                    <a:pt x="46008" y="44688"/>
                    <a:pt x="48564" y="47241"/>
                    <a:pt x="48564" y="51072"/>
                  </a:cubicBezTo>
                  <a:cubicBezTo>
                    <a:pt x="48564" y="54902"/>
                    <a:pt x="46008" y="57456"/>
                    <a:pt x="42813" y="57456"/>
                  </a:cubicBezTo>
                  <a:close/>
                </a:path>
              </a:pathLst>
            </a:custGeom>
            <a:solidFill>
              <a:srgbClr val="046A38"/>
            </a:solidFill>
            <a:ln w="6390" cap="flat">
              <a:noFill/>
              <a:prstDash val="solid"/>
              <a:miter/>
            </a:ln>
          </p:spPr>
          <p:txBody>
            <a:bodyPr rtlCol="0" anchor="ctr"/>
            <a:lstStyle/>
            <a:p>
              <a:endParaRPr lang="en-US"/>
            </a:p>
          </p:txBody>
        </p:sp>
      </p:grpSp>
      <p:grpSp>
        <p:nvGrpSpPr>
          <p:cNvPr id="1250" name="Graphic 4">
            <a:extLst>
              <a:ext uri="{FF2B5EF4-FFF2-40B4-BE49-F238E27FC236}">
                <a16:creationId xmlns:a16="http://schemas.microsoft.com/office/drawing/2014/main" id="{7BC9FECA-E15D-F144-B1CC-B441249779BD}"/>
              </a:ext>
            </a:extLst>
          </p:cNvPr>
          <p:cNvGrpSpPr/>
          <p:nvPr/>
        </p:nvGrpSpPr>
        <p:grpSpPr>
          <a:xfrm>
            <a:off x="905454" y="3824168"/>
            <a:ext cx="361670" cy="361333"/>
            <a:chOff x="905454" y="3824168"/>
            <a:chExt cx="361670" cy="361333"/>
          </a:xfrm>
          <a:solidFill>
            <a:srgbClr val="046A38"/>
          </a:solidFill>
        </p:grpSpPr>
        <p:sp>
          <p:nvSpPr>
            <p:cNvPr id="1251" name="Graphic 4">
              <a:extLst>
                <a:ext uri="{FF2B5EF4-FFF2-40B4-BE49-F238E27FC236}">
                  <a16:creationId xmlns:a16="http://schemas.microsoft.com/office/drawing/2014/main" id="{4102EE6F-435F-A34F-ADB3-E35C5C4E9E8B}"/>
                </a:ext>
              </a:extLst>
            </p:cNvPr>
            <p:cNvSpPr/>
            <p:nvPr/>
          </p:nvSpPr>
          <p:spPr>
            <a:xfrm>
              <a:off x="1064563" y="4062450"/>
              <a:ext cx="1916" cy="2393"/>
            </a:xfrm>
            <a:custGeom>
              <a:avLst/>
              <a:gdLst>
                <a:gd name="connsiteX0" fmla="*/ 1278 w 1916"/>
                <a:gd name="connsiteY0" fmla="*/ 479 h 2393"/>
                <a:gd name="connsiteX1" fmla="*/ 1278 w 1916"/>
                <a:gd name="connsiteY1" fmla="*/ 479 h 2393"/>
                <a:gd name="connsiteX2" fmla="*/ 0 w 1916"/>
                <a:gd name="connsiteY2" fmla="*/ 1117 h 2393"/>
                <a:gd name="connsiteX3" fmla="*/ 639 w 1916"/>
                <a:gd name="connsiteY3" fmla="*/ 2394 h 2393"/>
                <a:gd name="connsiteX4" fmla="*/ 1917 w 1916"/>
                <a:gd name="connsiteY4" fmla="*/ 1756 h 2393"/>
                <a:gd name="connsiteX5" fmla="*/ 1917 w 1916"/>
                <a:gd name="connsiteY5" fmla="*/ 1756 h 2393"/>
                <a:gd name="connsiteX6" fmla="*/ 1278 w 1916"/>
                <a:gd name="connsiteY6" fmla="*/ 479 h 2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6" h="2393">
                  <a:moveTo>
                    <a:pt x="1278" y="479"/>
                  </a:moveTo>
                  <a:cubicBezTo>
                    <a:pt x="1278" y="-160"/>
                    <a:pt x="639" y="-160"/>
                    <a:pt x="1278" y="479"/>
                  </a:cubicBezTo>
                  <a:cubicBezTo>
                    <a:pt x="639" y="479"/>
                    <a:pt x="0" y="1117"/>
                    <a:pt x="0" y="1117"/>
                  </a:cubicBezTo>
                  <a:cubicBezTo>
                    <a:pt x="0" y="1756"/>
                    <a:pt x="0" y="2394"/>
                    <a:pt x="639" y="2394"/>
                  </a:cubicBezTo>
                  <a:cubicBezTo>
                    <a:pt x="1278" y="2394"/>
                    <a:pt x="1917" y="2394"/>
                    <a:pt x="1917" y="1756"/>
                  </a:cubicBezTo>
                  <a:cubicBezTo>
                    <a:pt x="1917" y="1756"/>
                    <a:pt x="1917" y="1756"/>
                    <a:pt x="1917" y="1756"/>
                  </a:cubicBezTo>
                  <a:cubicBezTo>
                    <a:pt x="1917" y="1117"/>
                    <a:pt x="1917" y="479"/>
                    <a:pt x="1278" y="479"/>
                  </a:cubicBezTo>
                  <a:close/>
                </a:path>
              </a:pathLst>
            </a:custGeom>
            <a:solidFill>
              <a:srgbClr val="046A38"/>
            </a:solidFill>
            <a:ln w="6390" cap="flat">
              <a:noFill/>
              <a:prstDash val="solid"/>
              <a:miter/>
            </a:ln>
          </p:spPr>
          <p:txBody>
            <a:bodyPr rtlCol="0" anchor="ctr"/>
            <a:lstStyle/>
            <a:p>
              <a:endParaRPr lang="en-US"/>
            </a:p>
          </p:txBody>
        </p:sp>
        <p:sp>
          <p:nvSpPr>
            <p:cNvPr id="1252" name="Graphic 4">
              <a:extLst>
                <a:ext uri="{FF2B5EF4-FFF2-40B4-BE49-F238E27FC236}">
                  <a16:creationId xmlns:a16="http://schemas.microsoft.com/office/drawing/2014/main" id="{DDAD822D-E012-1E45-BF27-AA6A9B87CAE7}"/>
                </a:ext>
              </a:extLst>
            </p:cNvPr>
            <p:cNvSpPr/>
            <p:nvPr/>
          </p:nvSpPr>
          <p:spPr>
            <a:xfrm>
              <a:off x="1132296" y="3909075"/>
              <a:ext cx="12140" cy="14044"/>
            </a:xfrm>
            <a:custGeom>
              <a:avLst/>
              <a:gdLst>
                <a:gd name="connsiteX0" fmla="*/ 0 w 12140"/>
                <a:gd name="connsiteY0" fmla="*/ 0 h 14044"/>
                <a:gd name="connsiteX1" fmla="*/ 639 w 12140"/>
                <a:gd name="connsiteY1" fmla="*/ 2553 h 14044"/>
                <a:gd name="connsiteX2" fmla="*/ 1278 w 12140"/>
                <a:gd name="connsiteY2" fmla="*/ 14045 h 14044"/>
                <a:gd name="connsiteX3" fmla="*/ 7668 w 12140"/>
                <a:gd name="connsiteY3" fmla="*/ 7022 h 14044"/>
                <a:gd name="connsiteX4" fmla="*/ 12141 w 12140"/>
                <a:gd name="connsiteY4" fmla="*/ 5107 h 14044"/>
                <a:gd name="connsiteX5" fmla="*/ 0 w 12140"/>
                <a:gd name="connsiteY5"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40" h="14044">
                  <a:moveTo>
                    <a:pt x="0" y="0"/>
                  </a:moveTo>
                  <a:cubicBezTo>
                    <a:pt x="639" y="638"/>
                    <a:pt x="639" y="1277"/>
                    <a:pt x="639" y="2553"/>
                  </a:cubicBezTo>
                  <a:lnTo>
                    <a:pt x="1278" y="14045"/>
                  </a:lnTo>
                  <a:lnTo>
                    <a:pt x="7668" y="7022"/>
                  </a:lnTo>
                  <a:cubicBezTo>
                    <a:pt x="8946" y="5745"/>
                    <a:pt x="10224" y="5107"/>
                    <a:pt x="12141" y="5107"/>
                  </a:cubicBezTo>
                  <a:cubicBezTo>
                    <a:pt x="8946" y="1915"/>
                    <a:pt x="4473" y="0"/>
                    <a:pt x="0" y="0"/>
                  </a:cubicBezTo>
                  <a:close/>
                </a:path>
              </a:pathLst>
            </a:custGeom>
            <a:solidFill>
              <a:srgbClr val="046A38"/>
            </a:solidFill>
            <a:ln w="6390" cap="flat">
              <a:noFill/>
              <a:prstDash val="solid"/>
              <a:miter/>
            </a:ln>
          </p:spPr>
          <p:txBody>
            <a:bodyPr rtlCol="0" anchor="ctr"/>
            <a:lstStyle/>
            <a:p>
              <a:endParaRPr lang="en-US"/>
            </a:p>
          </p:txBody>
        </p:sp>
        <p:sp>
          <p:nvSpPr>
            <p:cNvPr id="1253" name="Graphic 4">
              <a:extLst>
                <a:ext uri="{FF2B5EF4-FFF2-40B4-BE49-F238E27FC236}">
                  <a16:creationId xmlns:a16="http://schemas.microsoft.com/office/drawing/2014/main" id="{C6F01B90-5A91-0749-A6C5-7A2722934351}"/>
                </a:ext>
              </a:extLst>
            </p:cNvPr>
            <p:cNvSpPr/>
            <p:nvPr/>
          </p:nvSpPr>
          <p:spPr>
            <a:xfrm>
              <a:off x="1144437" y="3919289"/>
              <a:ext cx="12140" cy="11491"/>
            </a:xfrm>
            <a:custGeom>
              <a:avLst/>
              <a:gdLst>
                <a:gd name="connsiteX0" fmla="*/ 5751 w 12140"/>
                <a:gd name="connsiteY0" fmla="*/ 4469 h 11491"/>
                <a:gd name="connsiteX1" fmla="*/ 0 w 12140"/>
                <a:gd name="connsiteY1" fmla="*/ 10853 h 11491"/>
                <a:gd name="connsiteX2" fmla="*/ 7668 w 12140"/>
                <a:gd name="connsiteY2" fmla="*/ 10215 h 11491"/>
                <a:gd name="connsiteX3" fmla="*/ 12141 w 12140"/>
                <a:gd name="connsiteY3" fmla="*/ 11491 h 11491"/>
                <a:gd name="connsiteX4" fmla="*/ 8307 w 12140"/>
                <a:gd name="connsiteY4" fmla="*/ 1277 h 11491"/>
                <a:gd name="connsiteX5" fmla="*/ 7668 w 12140"/>
                <a:gd name="connsiteY5" fmla="*/ 0 h 11491"/>
                <a:gd name="connsiteX6" fmla="*/ 5751 w 12140"/>
                <a:gd name="connsiteY6" fmla="*/ 4469 h 11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0" h="11491">
                  <a:moveTo>
                    <a:pt x="5751" y="4469"/>
                  </a:moveTo>
                  <a:lnTo>
                    <a:pt x="0" y="10853"/>
                  </a:lnTo>
                  <a:lnTo>
                    <a:pt x="7668" y="10215"/>
                  </a:lnTo>
                  <a:cubicBezTo>
                    <a:pt x="9585" y="10215"/>
                    <a:pt x="10863" y="10853"/>
                    <a:pt x="12141" y="11491"/>
                  </a:cubicBezTo>
                  <a:cubicBezTo>
                    <a:pt x="11502" y="7661"/>
                    <a:pt x="10224" y="4469"/>
                    <a:pt x="8307" y="1277"/>
                  </a:cubicBezTo>
                  <a:cubicBezTo>
                    <a:pt x="8307" y="639"/>
                    <a:pt x="7668" y="639"/>
                    <a:pt x="7668" y="0"/>
                  </a:cubicBezTo>
                  <a:cubicBezTo>
                    <a:pt x="7029" y="1277"/>
                    <a:pt x="6390" y="3192"/>
                    <a:pt x="5751" y="4469"/>
                  </a:cubicBezTo>
                  <a:close/>
                </a:path>
              </a:pathLst>
            </a:custGeom>
            <a:solidFill>
              <a:srgbClr val="046A38"/>
            </a:solidFill>
            <a:ln w="6390" cap="flat">
              <a:noFill/>
              <a:prstDash val="solid"/>
              <a:miter/>
            </a:ln>
          </p:spPr>
          <p:txBody>
            <a:bodyPr rtlCol="0" anchor="ctr"/>
            <a:lstStyle/>
            <a:p>
              <a:endParaRPr lang="en-US"/>
            </a:p>
          </p:txBody>
        </p:sp>
        <p:sp>
          <p:nvSpPr>
            <p:cNvPr id="1254" name="Graphic 4">
              <a:extLst>
                <a:ext uri="{FF2B5EF4-FFF2-40B4-BE49-F238E27FC236}">
                  <a16:creationId xmlns:a16="http://schemas.microsoft.com/office/drawing/2014/main" id="{D88F509A-8E2C-1A46-8D21-74EC0422757B}"/>
                </a:ext>
              </a:extLst>
            </p:cNvPr>
            <p:cNvSpPr/>
            <p:nvPr/>
          </p:nvSpPr>
          <p:spPr>
            <a:xfrm>
              <a:off x="1042198" y="3996535"/>
              <a:ext cx="67733" cy="107250"/>
            </a:xfrm>
            <a:custGeom>
              <a:avLst/>
              <a:gdLst>
                <a:gd name="connsiteX0" fmla="*/ 65177 w 67733"/>
                <a:gd name="connsiteY0" fmla="*/ 638 h 107250"/>
                <a:gd name="connsiteX1" fmla="*/ 1917 w 67733"/>
                <a:gd name="connsiteY1" fmla="*/ 638 h 107250"/>
                <a:gd name="connsiteX2" fmla="*/ 0 w 67733"/>
                <a:gd name="connsiteY2" fmla="*/ 0 h 107250"/>
                <a:gd name="connsiteX3" fmla="*/ 12141 w 67733"/>
                <a:gd name="connsiteY3" fmla="*/ 105336 h 107250"/>
                <a:gd name="connsiteX4" fmla="*/ 14697 w 67733"/>
                <a:gd name="connsiteY4" fmla="*/ 107251 h 107250"/>
                <a:gd name="connsiteX5" fmla="*/ 57509 w 67733"/>
                <a:gd name="connsiteY5" fmla="*/ 107251 h 107250"/>
                <a:gd name="connsiteX6" fmla="*/ 59426 w 67733"/>
                <a:gd name="connsiteY6" fmla="*/ 105336 h 107250"/>
                <a:gd name="connsiteX7" fmla="*/ 64538 w 67733"/>
                <a:gd name="connsiteY7" fmla="*/ 38942 h 107250"/>
                <a:gd name="connsiteX8" fmla="*/ 57509 w 67733"/>
                <a:gd name="connsiteY8" fmla="*/ 47880 h 107250"/>
                <a:gd name="connsiteX9" fmla="*/ 49202 w 67733"/>
                <a:gd name="connsiteY9" fmla="*/ 49795 h 107250"/>
                <a:gd name="connsiteX10" fmla="*/ 45368 w 67733"/>
                <a:gd name="connsiteY10" fmla="*/ 49156 h 107250"/>
                <a:gd name="connsiteX11" fmla="*/ 33867 w 67733"/>
                <a:gd name="connsiteY11" fmla="*/ 30004 h 107250"/>
                <a:gd name="connsiteX12" fmla="*/ 41535 w 67733"/>
                <a:gd name="connsiteY12" fmla="*/ 20428 h 107250"/>
                <a:gd name="connsiteX13" fmla="*/ 53675 w 67733"/>
                <a:gd name="connsiteY13" fmla="*/ 18513 h 107250"/>
                <a:gd name="connsiteX14" fmla="*/ 63260 w 67733"/>
                <a:gd name="connsiteY14" fmla="*/ 26174 h 107250"/>
                <a:gd name="connsiteX15" fmla="*/ 65177 w 67733"/>
                <a:gd name="connsiteY15" fmla="*/ 31920 h 107250"/>
                <a:gd name="connsiteX16" fmla="*/ 67733 w 67733"/>
                <a:gd name="connsiteY16" fmla="*/ 0 h 107250"/>
                <a:gd name="connsiteX17" fmla="*/ 65177 w 67733"/>
                <a:gd name="connsiteY17" fmla="*/ 638 h 107250"/>
                <a:gd name="connsiteX18" fmla="*/ 35145 w 67733"/>
                <a:gd name="connsiteY18" fmla="*/ 60009 h 107250"/>
                <a:gd name="connsiteX19" fmla="*/ 36423 w 67733"/>
                <a:gd name="connsiteY19" fmla="*/ 70862 h 107250"/>
                <a:gd name="connsiteX20" fmla="*/ 30033 w 67733"/>
                <a:gd name="connsiteY20" fmla="*/ 79161 h 107250"/>
                <a:gd name="connsiteX21" fmla="*/ 23004 w 67733"/>
                <a:gd name="connsiteY21" fmla="*/ 81076 h 107250"/>
                <a:gd name="connsiteX22" fmla="*/ 19170 w 67733"/>
                <a:gd name="connsiteY22" fmla="*/ 80438 h 107250"/>
                <a:gd name="connsiteX23" fmla="*/ 8946 w 67733"/>
                <a:gd name="connsiteY23" fmla="*/ 63201 h 107250"/>
                <a:gd name="connsiteX24" fmla="*/ 15336 w 67733"/>
                <a:gd name="connsiteY24" fmla="*/ 54902 h 107250"/>
                <a:gd name="connsiteX25" fmla="*/ 26199 w 67733"/>
                <a:gd name="connsiteY25" fmla="*/ 53625 h 107250"/>
                <a:gd name="connsiteX26" fmla="*/ 35145 w 67733"/>
                <a:gd name="connsiteY26" fmla="*/ 60009 h 1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7733" h="107250">
                  <a:moveTo>
                    <a:pt x="65177" y="638"/>
                  </a:moveTo>
                  <a:lnTo>
                    <a:pt x="1917" y="638"/>
                  </a:lnTo>
                  <a:cubicBezTo>
                    <a:pt x="1278" y="638"/>
                    <a:pt x="639" y="638"/>
                    <a:pt x="0" y="0"/>
                  </a:cubicBezTo>
                  <a:lnTo>
                    <a:pt x="12141" y="105336"/>
                  </a:lnTo>
                  <a:cubicBezTo>
                    <a:pt x="12141" y="106612"/>
                    <a:pt x="13419" y="107251"/>
                    <a:pt x="14697" y="107251"/>
                  </a:cubicBezTo>
                  <a:lnTo>
                    <a:pt x="57509" y="107251"/>
                  </a:lnTo>
                  <a:cubicBezTo>
                    <a:pt x="58787" y="107251"/>
                    <a:pt x="59426" y="106612"/>
                    <a:pt x="59426" y="105336"/>
                  </a:cubicBezTo>
                  <a:lnTo>
                    <a:pt x="64538" y="38942"/>
                  </a:lnTo>
                  <a:cubicBezTo>
                    <a:pt x="63260" y="42772"/>
                    <a:pt x="60704" y="45964"/>
                    <a:pt x="57509" y="47880"/>
                  </a:cubicBezTo>
                  <a:cubicBezTo>
                    <a:pt x="54953" y="49156"/>
                    <a:pt x="52397" y="49795"/>
                    <a:pt x="49202" y="49795"/>
                  </a:cubicBezTo>
                  <a:cubicBezTo>
                    <a:pt x="47925" y="49795"/>
                    <a:pt x="46646" y="49795"/>
                    <a:pt x="45368" y="49156"/>
                  </a:cubicBezTo>
                  <a:cubicBezTo>
                    <a:pt x="37062" y="47241"/>
                    <a:pt x="31950" y="38304"/>
                    <a:pt x="33867" y="30004"/>
                  </a:cubicBezTo>
                  <a:cubicBezTo>
                    <a:pt x="35145" y="26174"/>
                    <a:pt x="37701" y="22344"/>
                    <a:pt x="41535" y="20428"/>
                  </a:cubicBezTo>
                  <a:cubicBezTo>
                    <a:pt x="45368" y="18513"/>
                    <a:pt x="49202" y="17875"/>
                    <a:pt x="53675" y="18513"/>
                  </a:cubicBezTo>
                  <a:cubicBezTo>
                    <a:pt x="57509" y="19790"/>
                    <a:pt x="61343" y="22344"/>
                    <a:pt x="63260" y="26174"/>
                  </a:cubicBezTo>
                  <a:cubicBezTo>
                    <a:pt x="64538" y="28089"/>
                    <a:pt x="65177" y="30004"/>
                    <a:pt x="65177" y="31920"/>
                  </a:cubicBezTo>
                  <a:lnTo>
                    <a:pt x="67733" y="0"/>
                  </a:lnTo>
                  <a:cubicBezTo>
                    <a:pt x="66455" y="0"/>
                    <a:pt x="65816" y="638"/>
                    <a:pt x="65177" y="638"/>
                  </a:cubicBezTo>
                  <a:close/>
                  <a:moveTo>
                    <a:pt x="35145" y="60009"/>
                  </a:moveTo>
                  <a:cubicBezTo>
                    <a:pt x="37062" y="63201"/>
                    <a:pt x="37701" y="67032"/>
                    <a:pt x="36423" y="70862"/>
                  </a:cubicBezTo>
                  <a:cubicBezTo>
                    <a:pt x="35784" y="74692"/>
                    <a:pt x="33228" y="77246"/>
                    <a:pt x="30033" y="79161"/>
                  </a:cubicBezTo>
                  <a:cubicBezTo>
                    <a:pt x="28116" y="80438"/>
                    <a:pt x="25560" y="81076"/>
                    <a:pt x="23004" y="81076"/>
                  </a:cubicBezTo>
                  <a:cubicBezTo>
                    <a:pt x="21726" y="81076"/>
                    <a:pt x="20448" y="81076"/>
                    <a:pt x="19170" y="80438"/>
                  </a:cubicBezTo>
                  <a:cubicBezTo>
                    <a:pt x="11502" y="78523"/>
                    <a:pt x="7029" y="70862"/>
                    <a:pt x="8946" y="63201"/>
                  </a:cubicBezTo>
                  <a:cubicBezTo>
                    <a:pt x="9585" y="59371"/>
                    <a:pt x="12141" y="56817"/>
                    <a:pt x="15336" y="54902"/>
                  </a:cubicBezTo>
                  <a:cubicBezTo>
                    <a:pt x="18531" y="52987"/>
                    <a:pt x="22365" y="52348"/>
                    <a:pt x="26199" y="53625"/>
                  </a:cubicBezTo>
                  <a:cubicBezTo>
                    <a:pt x="30033" y="54902"/>
                    <a:pt x="33228" y="56817"/>
                    <a:pt x="35145" y="60009"/>
                  </a:cubicBezTo>
                  <a:close/>
                </a:path>
              </a:pathLst>
            </a:custGeom>
            <a:solidFill>
              <a:srgbClr val="046A38"/>
            </a:solidFill>
            <a:ln w="6390" cap="flat">
              <a:noFill/>
              <a:prstDash val="solid"/>
              <a:miter/>
            </a:ln>
          </p:spPr>
          <p:txBody>
            <a:bodyPr rtlCol="0" anchor="ctr"/>
            <a:lstStyle/>
            <a:p>
              <a:endParaRPr lang="en-US"/>
            </a:p>
          </p:txBody>
        </p:sp>
        <p:sp>
          <p:nvSpPr>
            <p:cNvPr id="1255" name="Graphic 4">
              <a:extLst>
                <a:ext uri="{FF2B5EF4-FFF2-40B4-BE49-F238E27FC236}">
                  <a16:creationId xmlns:a16="http://schemas.microsoft.com/office/drawing/2014/main" id="{084F5EB7-2BC6-9F47-8113-19F3985F59DE}"/>
                </a:ext>
              </a:extLst>
            </p:cNvPr>
            <p:cNvSpPr/>
            <p:nvPr/>
          </p:nvSpPr>
          <p:spPr>
            <a:xfrm>
              <a:off x="1088040" y="4027816"/>
              <a:ext cx="6556" cy="6383"/>
            </a:xfrm>
            <a:custGeom>
              <a:avLst/>
              <a:gdLst>
                <a:gd name="connsiteX0" fmla="*/ 4000 w 6556"/>
                <a:gd name="connsiteY0" fmla="*/ 0 h 6383"/>
                <a:gd name="connsiteX1" fmla="*/ 3361 w 6556"/>
                <a:gd name="connsiteY1" fmla="*/ 0 h 6383"/>
                <a:gd name="connsiteX2" fmla="*/ 166 w 6556"/>
                <a:gd name="connsiteY2" fmla="*/ 2554 h 6383"/>
                <a:gd name="connsiteX3" fmla="*/ 2722 w 6556"/>
                <a:gd name="connsiteY3" fmla="*/ 6384 h 6383"/>
                <a:gd name="connsiteX4" fmla="*/ 5278 w 6556"/>
                <a:gd name="connsiteY4" fmla="*/ 5746 h 6383"/>
                <a:gd name="connsiteX5" fmla="*/ 6556 w 6556"/>
                <a:gd name="connsiteY5" fmla="*/ 3831 h 6383"/>
                <a:gd name="connsiteX6" fmla="*/ 6556 w 6556"/>
                <a:gd name="connsiteY6" fmla="*/ 3831 h 6383"/>
                <a:gd name="connsiteX7" fmla="*/ 5917 w 6556"/>
                <a:gd name="connsiteY7" fmla="*/ 1277 h 6383"/>
                <a:gd name="connsiteX8" fmla="*/ 4000 w 6556"/>
                <a:gd name="connsiteY8" fmla="*/ 0 h 6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56" h="6383">
                  <a:moveTo>
                    <a:pt x="4000" y="0"/>
                  </a:moveTo>
                  <a:cubicBezTo>
                    <a:pt x="4000" y="0"/>
                    <a:pt x="3361" y="0"/>
                    <a:pt x="3361" y="0"/>
                  </a:cubicBezTo>
                  <a:cubicBezTo>
                    <a:pt x="2083" y="0"/>
                    <a:pt x="805" y="639"/>
                    <a:pt x="166" y="2554"/>
                  </a:cubicBezTo>
                  <a:cubicBezTo>
                    <a:pt x="-473" y="4469"/>
                    <a:pt x="805" y="5746"/>
                    <a:pt x="2722" y="6384"/>
                  </a:cubicBezTo>
                  <a:cubicBezTo>
                    <a:pt x="4000" y="6384"/>
                    <a:pt x="4639" y="6384"/>
                    <a:pt x="5278" y="5746"/>
                  </a:cubicBezTo>
                  <a:cubicBezTo>
                    <a:pt x="5917" y="5746"/>
                    <a:pt x="6556" y="5107"/>
                    <a:pt x="6556" y="3831"/>
                  </a:cubicBezTo>
                  <a:lnTo>
                    <a:pt x="6556" y="3831"/>
                  </a:lnTo>
                  <a:cubicBezTo>
                    <a:pt x="6556" y="2554"/>
                    <a:pt x="6556" y="1915"/>
                    <a:pt x="5917" y="1277"/>
                  </a:cubicBezTo>
                  <a:cubicBezTo>
                    <a:pt x="5917" y="1277"/>
                    <a:pt x="5278" y="0"/>
                    <a:pt x="4000" y="0"/>
                  </a:cubicBezTo>
                  <a:close/>
                </a:path>
              </a:pathLst>
            </a:custGeom>
            <a:solidFill>
              <a:srgbClr val="046A38"/>
            </a:solidFill>
            <a:ln w="6390" cap="flat">
              <a:noFill/>
              <a:prstDash val="solid"/>
              <a:miter/>
            </a:ln>
          </p:spPr>
          <p:txBody>
            <a:bodyPr rtlCol="0" anchor="ctr"/>
            <a:lstStyle/>
            <a:p>
              <a:endParaRPr lang="en-US"/>
            </a:p>
          </p:txBody>
        </p:sp>
        <p:sp>
          <p:nvSpPr>
            <p:cNvPr id="1256" name="Graphic 4">
              <a:extLst>
                <a:ext uri="{FF2B5EF4-FFF2-40B4-BE49-F238E27FC236}">
                  <a16:creationId xmlns:a16="http://schemas.microsoft.com/office/drawing/2014/main" id="{E196FF79-FBE8-924D-95B6-BDFC6DC7611C}"/>
                </a:ext>
              </a:extLst>
            </p:cNvPr>
            <p:cNvSpPr/>
            <p:nvPr/>
          </p:nvSpPr>
          <p:spPr>
            <a:xfrm>
              <a:off x="1143159" y="3940994"/>
              <a:ext cx="12779" cy="12129"/>
            </a:xfrm>
            <a:custGeom>
              <a:avLst/>
              <a:gdLst>
                <a:gd name="connsiteX0" fmla="*/ 9585 w 12779"/>
                <a:gd name="connsiteY0" fmla="*/ 1277 h 12129"/>
                <a:gd name="connsiteX1" fmla="*/ 0 w 12779"/>
                <a:gd name="connsiteY1" fmla="*/ 1915 h 12129"/>
                <a:gd name="connsiteX2" fmla="*/ 4473 w 12779"/>
                <a:gd name="connsiteY2" fmla="*/ 6384 h 12129"/>
                <a:gd name="connsiteX3" fmla="*/ 6390 w 12779"/>
                <a:gd name="connsiteY3" fmla="*/ 12129 h 12129"/>
                <a:gd name="connsiteX4" fmla="*/ 11502 w 12779"/>
                <a:gd name="connsiteY4" fmla="*/ 4469 h 12129"/>
                <a:gd name="connsiteX5" fmla="*/ 12780 w 12779"/>
                <a:gd name="connsiteY5" fmla="*/ 0 h 12129"/>
                <a:gd name="connsiteX6" fmla="*/ 9585 w 12779"/>
                <a:gd name="connsiteY6" fmla="*/ 1277 h 12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12129">
                  <a:moveTo>
                    <a:pt x="9585" y="1277"/>
                  </a:moveTo>
                  <a:lnTo>
                    <a:pt x="0" y="1915"/>
                  </a:lnTo>
                  <a:cubicBezTo>
                    <a:pt x="1917" y="3830"/>
                    <a:pt x="3195" y="5107"/>
                    <a:pt x="4473" y="6384"/>
                  </a:cubicBezTo>
                  <a:cubicBezTo>
                    <a:pt x="5751" y="7661"/>
                    <a:pt x="6390" y="10214"/>
                    <a:pt x="6390" y="12129"/>
                  </a:cubicBezTo>
                  <a:cubicBezTo>
                    <a:pt x="8307" y="9576"/>
                    <a:pt x="10224" y="7022"/>
                    <a:pt x="11502" y="4469"/>
                  </a:cubicBezTo>
                  <a:cubicBezTo>
                    <a:pt x="12141" y="3192"/>
                    <a:pt x="12780" y="1915"/>
                    <a:pt x="12780" y="0"/>
                  </a:cubicBezTo>
                  <a:cubicBezTo>
                    <a:pt x="11502" y="638"/>
                    <a:pt x="10863" y="1277"/>
                    <a:pt x="9585" y="1277"/>
                  </a:cubicBezTo>
                  <a:close/>
                </a:path>
              </a:pathLst>
            </a:custGeom>
            <a:solidFill>
              <a:srgbClr val="046A38"/>
            </a:solidFill>
            <a:ln w="6390" cap="flat">
              <a:noFill/>
              <a:prstDash val="solid"/>
              <a:miter/>
            </a:ln>
          </p:spPr>
          <p:txBody>
            <a:bodyPr rtlCol="0" anchor="ctr"/>
            <a:lstStyle/>
            <a:p>
              <a:endParaRPr lang="en-US"/>
            </a:p>
          </p:txBody>
        </p:sp>
        <p:sp>
          <p:nvSpPr>
            <p:cNvPr id="1257" name="Graphic 4">
              <a:extLst>
                <a:ext uri="{FF2B5EF4-FFF2-40B4-BE49-F238E27FC236}">
                  <a16:creationId xmlns:a16="http://schemas.microsoft.com/office/drawing/2014/main" id="{7C1D37F8-CCF6-E342-8B92-AC9A83DB7629}"/>
                </a:ext>
              </a:extLst>
            </p:cNvPr>
            <p:cNvSpPr/>
            <p:nvPr/>
          </p:nvSpPr>
          <p:spPr>
            <a:xfrm>
              <a:off x="905454"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94254 w 361670"/>
                <a:gd name="connsiteY5" fmla="*/ 292386 h 361333"/>
                <a:gd name="connsiteX6" fmla="*/ 151441 w 361670"/>
                <a:gd name="connsiteY6" fmla="*/ 292386 h 361333"/>
                <a:gd name="connsiteX7" fmla="*/ 136106 w 361670"/>
                <a:gd name="connsiteY7" fmla="*/ 278980 h 361333"/>
                <a:gd name="connsiteX8" fmla="*/ 118214 w 361670"/>
                <a:gd name="connsiteY8" fmla="*/ 129595 h 361333"/>
                <a:gd name="connsiteX9" fmla="*/ 121409 w 361670"/>
                <a:gd name="connsiteY9" fmla="*/ 119380 h 361333"/>
                <a:gd name="connsiteX10" fmla="*/ 130994 w 361670"/>
                <a:gd name="connsiteY10" fmla="*/ 114912 h 361333"/>
                <a:gd name="connsiteX11" fmla="*/ 134828 w 361670"/>
                <a:gd name="connsiteY11" fmla="*/ 114912 h 361333"/>
                <a:gd name="connsiteX12" fmla="*/ 141218 w 361670"/>
                <a:gd name="connsiteY12" fmla="*/ 121296 h 361333"/>
                <a:gd name="connsiteX13" fmla="*/ 134828 w 361670"/>
                <a:gd name="connsiteY13" fmla="*/ 127680 h 361333"/>
                <a:gd name="connsiteX14" fmla="*/ 130994 w 361670"/>
                <a:gd name="connsiteY14" fmla="*/ 127680 h 361333"/>
                <a:gd name="connsiteX15" fmla="*/ 134828 w 361670"/>
                <a:gd name="connsiteY15" fmla="*/ 160876 h 361333"/>
                <a:gd name="connsiteX16" fmla="*/ 138023 w 361670"/>
                <a:gd name="connsiteY16" fmla="*/ 159600 h 361333"/>
                <a:gd name="connsiteX17" fmla="*/ 151441 w 361670"/>
                <a:gd name="connsiteY17" fmla="*/ 159600 h 361333"/>
                <a:gd name="connsiteX18" fmla="*/ 139301 w 361670"/>
                <a:gd name="connsiteY18" fmla="*/ 94483 h 361333"/>
                <a:gd name="connsiteX19" fmla="*/ 102239 w 361670"/>
                <a:gd name="connsiteY19" fmla="*/ 82353 h 361333"/>
                <a:gd name="connsiteX20" fmla="*/ 98405 w 361670"/>
                <a:gd name="connsiteY20" fmla="*/ 74054 h 361333"/>
                <a:gd name="connsiteX21" fmla="*/ 106712 w 361670"/>
                <a:gd name="connsiteY21" fmla="*/ 70224 h 361333"/>
                <a:gd name="connsiteX22" fmla="*/ 147608 w 361670"/>
                <a:gd name="connsiteY22" fmla="*/ 83630 h 361333"/>
                <a:gd name="connsiteX23" fmla="*/ 152081 w 361670"/>
                <a:gd name="connsiteY23" fmla="*/ 88737 h 361333"/>
                <a:gd name="connsiteX24" fmla="*/ 165499 w 361670"/>
                <a:gd name="connsiteY24" fmla="*/ 160238 h 361333"/>
                <a:gd name="connsiteX25" fmla="*/ 201922 w 361670"/>
                <a:gd name="connsiteY25" fmla="*/ 160238 h 361333"/>
                <a:gd name="connsiteX26" fmla="*/ 205117 w 361670"/>
                <a:gd name="connsiteY26" fmla="*/ 161515 h 361333"/>
                <a:gd name="connsiteX27" fmla="*/ 207673 w 361670"/>
                <a:gd name="connsiteY27" fmla="*/ 130872 h 361333"/>
                <a:gd name="connsiteX28" fmla="*/ 207034 w 361670"/>
                <a:gd name="connsiteY28" fmla="*/ 128956 h 361333"/>
                <a:gd name="connsiteX29" fmla="*/ 205117 w 361670"/>
                <a:gd name="connsiteY29" fmla="*/ 128318 h 361333"/>
                <a:gd name="connsiteX30" fmla="*/ 165499 w 361670"/>
                <a:gd name="connsiteY30" fmla="*/ 128318 h 361333"/>
                <a:gd name="connsiteX31" fmla="*/ 159110 w 361670"/>
                <a:gd name="connsiteY31" fmla="*/ 121934 h 361333"/>
                <a:gd name="connsiteX32" fmla="*/ 165499 w 361670"/>
                <a:gd name="connsiteY32" fmla="*/ 115550 h 361333"/>
                <a:gd name="connsiteX33" fmla="*/ 205117 w 361670"/>
                <a:gd name="connsiteY33" fmla="*/ 115550 h 361333"/>
                <a:gd name="connsiteX34" fmla="*/ 215980 w 361670"/>
                <a:gd name="connsiteY34" fmla="*/ 120657 h 361333"/>
                <a:gd name="connsiteX35" fmla="*/ 219814 w 361670"/>
                <a:gd name="connsiteY35" fmla="*/ 132148 h 361333"/>
                <a:gd name="connsiteX36" fmla="*/ 208312 w 361670"/>
                <a:gd name="connsiteY36" fmla="*/ 279618 h 361333"/>
                <a:gd name="connsiteX37" fmla="*/ 194254 w 361670"/>
                <a:gd name="connsiteY37" fmla="*/ 292386 h 361333"/>
                <a:gd name="connsiteX38" fmla="*/ 260709 w 361670"/>
                <a:gd name="connsiteY38" fmla="*/ 125764 h 361333"/>
                <a:gd name="connsiteX39" fmla="*/ 247291 w 361670"/>
                <a:gd name="connsiteY39" fmla="*/ 143001 h 361333"/>
                <a:gd name="connsiteX40" fmla="*/ 226843 w 361670"/>
                <a:gd name="connsiteY40" fmla="*/ 151300 h 361333"/>
                <a:gd name="connsiteX41" fmla="*/ 226204 w 361670"/>
                <a:gd name="connsiteY41" fmla="*/ 151300 h 361333"/>
                <a:gd name="connsiteX42" fmla="*/ 219814 w 361670"/>
                <a:gd name="connsiteY42" fmla="*/ 144916 h 361333"/>
                <a:gd name="connsiteX43" fmla="*/ 226204 w 361670"/>
                <a:gd name="connsiteY43" fmla="*/ 138532 h 361333"/>
                <a:gd name="connsiteX44" fmla="*/ 237067 w 361670"/>
                <a:gd name="connsiteY44" fmla="*/ 134064 h 361333"/>
                <a:gd name="connsiteX45" fmla="*/ 232594 w 361670"/>
                <a:gd name="connsiteY45" fmla="*/ 132148 h 361333"/>
                <a:gd name="connsiteX46" fmla="*/ 198727 w 361670"/>
                <a:gd name="connsiteY46" fmla="*/ 97675 h 361333"/>
                <a:gd name="connsiteX47" fmla="*/ 198727 w 361670"/>
                <a:gd name="connsiteY47" fmla="*/ 96398 h 361333"/>
                <a:gd name="connsiteX48" fmla="*/ 194893 w 361670"/>
                <a:gd name="connsiteY48" fmla="*/ 107251 h 361333"/>
                <a:gd name="connsiteX49" fmla="*/ 187864 w 361670"/>
                <a:gd name="connsiteY49" fmla="*/ 112996 h 361333"/>
                <a:gd name="connsiteX50" fmla="*/ 182113 w 361670"/>
                <a:gd name="connsiteY50" fmla="*/ 105974 h 361333"/>
                <a:gd name="connsiteX51" fmla="*/ 223009 w 361670"/>
                <a:gd name="connsiteY51" fmla="*/ 70862 h 361333"/>
                <a:gd name="connsiteX52" fmla="*/ 256875 w 361670"/>
                <a:gd name="connsiteY52" fmla="*/ 88099 h 361333"/>
                <a:gd name="connsiteX53" fmla="*/ 260709 w 361670"/>
                <a:gd name="connsiteY53" fmla="*/ 12576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1157" y="0"/>
                    <a:pt x="180835" y="0"/>
                  </a:cubicBezTo>
                  <a:close/>
                  <a:moveTo>
                    <a:pt x="194254" y="292386"/>
                  </a:moveTo>
                  <a:lnTo>
                    <a:pt x="151441" y="292386"/>
                  </a:lnTo>
                  <a:cubicBezTo>
                    <a:pt x="143774" y="292386"/>
                    <a:pt x="137384" y="286641"/>
                    <a:pt x="136106" y="278980"/>
                  </a:cubicBezTo>
                  <a:lnTo>
                    <a:pt x="118214" y="129595"/>
                  </a:lnTo>
                  <a:cubicBezTo>
                    <a:pt x="117575" y="125764"/>
                    <a:pt x="118853" y="121934"/>
                    <a:pt x="121409" y="119380"/>
                  </a:cubicBezTo>
                  <a:cubicBezTo>
                    <a:pt x="123965" y="116827"/>
                    <a:pt x="127160" y="114912"/>
                    <a:pt x="130994" y="114912"/>
                  </a:cubicBezTo>
                  <a:lnTo>
                    <a:pt x="134828" y="114912"/>
                  </a:lnTo>
                  <a:cubicBezTo>
                    <a:pt x="138662" y="114912"/>
                    <a:pt x="141218" y="117465"/>
                    <a:pt x="141218" y="121296"/>
                  </a:cubicBezTo>
                  <a:cubicBezTo>
                    <a:pt x="141218" y="125126"/>
                    <a:pt x="138662" y="127680"/>
                    <a:pt x="134828" y="127680"/>
                  </a:cubicBezTo>
                  <a:lnTo>
                    <a:pt x="130994" y="127680"/>
                  </a:lnTo>
                  <a:lnTo>
                    <a:pt x="134828" y="160876"/>
                  </a:lnTo>
                  <a:cubicBezTo>
                    <a:pt x="135467" y="160238"/>
                    <a:pt x="136745" y="159600"/>
                    <a:pt x="138023" y="159600"/>
                  </a:cubicBezTo>
                  <a:lnTo>
                    <a:pt x="151441" y="159600"/>
                  </a:lnTo>
                  <a:lnTo>
                    <a:pt x="139301" y="94483"/>
                  </a:lnTo>
                  <a:lnTo>
                    <a:pt x="102239" y="82353"/>
                  </a:lnTo>
                  <a:cubicBezTo>
                    <a:pt x="99044" y="81076"/>
                    <a:pt x="97127" y="77884"/>
                    <a:pt x="98405" y="74054"/>
                  </a:cubicBezTo>
                  <a:cubicBezTo>
                    <a:pt x="99683" y="70862"/>
                    <a:pt x="102878" y="68947"/>
                    <a:pt x="106712" y="70224"/>
                  </a:cubicBezTo>
                  <a:lnTo>
                    <a:pt x="147608" y="83630"/>
                  </a:lnTo>
                  <a:cubicBezTo>
                    <a:pt x="149525" y="84268"/>
                    <a:pt x="151441" y="86184"/>
                    <a:pt x="152081" y="88737"/>
                  </a:cubicBezTo>
                  <a:lnTo>
                    <a:pt x="165499" y="160238"/>
                  </a:lnTo>
                  <a:lnTo>
                    <a:pt x="201922" y="160238"/>
                  </a:lnTo>
                  <a:cubicBezTo>
                    <a:pt x="203200" y="160238"/>
                    <a:pt x="203839" y="160876"/>
                    <a:pt x="205117" y="161515"/>
                  </a:cubicBezTo>
                  <a:lnTo>
                    <a:pt x="207673" y="130872"/>
                  </a:lnTo>
                  <a:cubicBezTo>
                    <a:pt x="207673" y="130233"/>
                    <a:pt x="207034" y="129595"/>
                    <a:pt x="207034" y="128956"/>
                  </a:cubicBezTo>
                  <a:cubicBezTo>
                    <a:pt x="207034" y="128318"/>
                    <a:pt x="206395" y="128318"/>
                    <a:pt x="205117" y="128318"/>
                  </a:cubicBezTo>
                  <a:lnTo>
                    <a:pt x="165499" y="128318"/>
                  </a:lnTo>
                  <a:cubicBezTo>
                    <a:pt x="161665" y="128318"/>
                    <a:pt x="159110" y="125764"/>
                    <a:pt x="159110" y="121934"/>
                  </a:cubicBezTo>
                  <a:cubicBezTo>
                    <a:pt x="159110" y="118104"/>
                    <a:pt x="161665" y="115550"/>
                    <a:pt x="165499" y="115550"/>
                  </a:cubicBezTo>
                  <a:lnTo>
                    <a:pt x="205117" y="115550"/>
                  </a:lnTo>
                  <a:cubicBezTo>
                    <a:pt x="209590" y="115550"/>
                    <a:pt x="213424" y="117465"/>
                    <a:pt x="215980" y="120657"/>
                  </a:cubicBezTo>
                  <a:cubicBezTo>
                    <a:pt x="218536" y="123849"/>
                    <a:pt x="220453" y="127680"/>
                    <a:pt x="219814" y="132148"/>
                  </a:cubicBezTo>
                  <a:lnTo>
                    <a:pt x="208312" y="279618"/>
                  </a:lnTo>
                  <a:cubicBezTo>
                    <a:pt x="208312" y="286002"/>
                    <a:pt x="201922" y="292386"/>
                    <a:pt x="194254" y="292386"/>
                  </a:cubicBezTo>
                  <a:close/>
                  <a:moveTo>
                    <a:pt x="260709" y="125764"/>
                  </a:moveTo>
                  <a:cubicBezTo>
                    <a:pt x="258154" y="132787"/>
                    <a:pt x="253680" y="138532"/>
                    <a:pt x="247291" y="143001"/>
                  </a:cubicBezTo>
                  <a:cubicBezTo>
                    <a:pt x="239623" y="148747"/>
                    <a:pt x="232594" y="151300"/>
                    <a:pt x="226843" y="151300"/>
                  </a:cubicBezTo>
                  <a:cubicBezTo>
                    <a:pt x="226843" y="151300"/>
                    <a:pt x="226843" y="151300"/>
                    <a:pt x="226204" y="151300"/>
                  </a:cubicBezTo>
                  <a:cubicBezTo>
                    <a:pt x="222370" y="151300"/>
                    <a:pt x="219814" y="148108"/>
                    <a:pt x="219814" y="144916"/>
                  </a:cubicBezTo>
                  <a:cubicBezTo>
                    <a:pt x="219814" y="141086"/>
                    <a:pt x="223009" y="138532"/>
                    <a:pt x="226204" y="138532"/>
                  </a:cubicBezTo>
                  <a:cubicBezTo>
                    <a:pt x="228760" y="138532"/>
                    <a:pt x="232594" y="136617"/>
                    <a:pt x="237067" y="134064"/>
                  </a:cubicBezTo>
                  <a:cubicBezTo>
                    <a:pt x="235789" y="134064"/>
                    <a:pt x="233872" y="133425"/>
                    <a:pt x="232594" y="132148"/>
                  </a:cubicBezTo>
                  <a:cubicBezTo>
                    <a:pt x="199366" y="98952"/>
                    <a:pt x="199366" y="98952"/>
                    <a:pt x="198727" y="97675"/>
                  </a:cubicBezTo>
                  <a:cubicBezTo>
                    <a:pt x="198727" y="97036"/>
                    <a:pt x="198727" y="97036"/>
                    <a:pt x="198727" y="96398"/>
                  </a:cubicBezTo>
                  <a:cubicBezTo>
                    <a:pt x="195532" y="101505"/>
                    <a:pt x="195532" y="105974"/>
                    <a:pt x="194893" y="107251"/>
                  </a:cubicBezTo>
                  <a:cubicBezTo>
                    <a:pt x="194893" y="110443"/>
                    <a:pt x="191698" y="113635"/>
                    <a:pt x="187864" y="112996"/>
                  </a:cubicBezTo>
                  <a:cubicBezTo>
                    <a:pt x="184669" y="112996"/>
                    <a:pt x="181474" y="109804"/>
                    <a:pt x="182113" y="105974"/>
                  </a:cubicBezTo>
                  <a:cubicBezTo>
                    <a:pt x="182752" y="93844"/>
                    <a:pt x="192337" y="71500"/>
                    <a:pt x="223009" y="70862"/>
                  </a:cubicBezTo>
                  <a:cubicBezTo>
                    <a:pt x="237067" y="70862"/>
                    <a:pt x="249847" y="77246"/>
                    <a:pt x="256875" y="88099"/>
                  </a:cubicBezTo>
                  <a:cubicBezTo>
                    <a:pt x="264543" y="100228"/>
                    <a:pt x="265821" y="112996"/>
                    <a:pt x="260709" y="125764"/>
                  </a:cubicBezTo>
                  <a:close/>
                </a:path>
              </a:pathLst>
            </a:custGeom>
            <a:solidFill>
              <a:srgbClr val="046A38"/>
            </a:solidFill>
            <a:ln w="6390" cap="flat">
              <a:noFill/>
              <a:prstDash val="solid"/>
              <a:miter/>
            </a:ln>
          </p:spPr>
          <p:txBody>
            <a:bodyPr rtlCol="0" anchor="ctr"/>
            <a:lstStyle/>
            <a:p>
              <a:endParaRPr lang="en-US"/>
            </a:p>
          </p:txBody>
        </p:sp>
        <p:sp>
          <p:nvSpPr>
            <p:cNvPr id="1258" name="Graphic 4">
              <a:extLst>
                <a:ext uri="{FF2B5EF4-FFF2-40B4-BE49-F238E27FC236}">
                  <a16:creationId xmlns:a16="http://schemas.microsoft.com/office/drawing/2014/main" id="{7E059EC2-BFA0-734D-A4E0-2236CAC622F5}"/>
                </a:ext>
              </a:extLst>
            </p:cNvPr>
            <p:cNvSpPr/>
            <p:nvPr/>
          </p:nvSpPr>
          <p:spPr>
            <a:xfrm>
              <a:off x="1111849" y="3909713"/>
              <a:ext cx="8945" cy="11491"/>
            </a:xfrm>
            <a:custGeom>
              <a:avLst/>
              <a:gdLst>
                <a:gd name="connsiteX0" fmla="*/ 8307 w 8945"/>
                <a:gd name="connsiteY0" fmla="*/ 2554 h 11491"/>
                <a:gd name="connsiteX1" fmla="*/ 8307 w 8945"/>
                <a:gd name="connsiteY1" fmla="*/ 0 h 11491"/>
                <a:gd name="connsiteX2" fmla="*/ 0 w 8945"/>
                <a:gd name="connsiteY2" fmla="*/ 3831 h 11491"/>
                <a:gd name="connsiteX3" fmla="*/ 3195 w 8945"/>
                <a:gd name="connsiteY3" fmla="*/ 5746 h 11491"/>
                <a:gd name="connsiteX4" fmla="*/ 8946 w 8945"/>
                <a:gd name="connsiteY4" fmla="*/ 11491 h 11491"/>
                <a:gd name="connsiteX5" fmla="*/ 8307 w 8945"/>
                <a:gd name="connsiteY5" fmla="*/ 2554 h 11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45" h="11491">
                  <a:moveTo>
                    <a:pt x="8307" y="2554"/>
                  </a:moveTo>
                  <a:cubicBezTo>
                    <a:pt x="8307" y="1915"/>
                    <a:pt x="8307" y="639"/>
                    <a:pt x="8307" y="0"/>
                  </a:cubicBezTo>
                  <a:cubicBezTo>
                    <a:pt x="5112" y="639"/>
                    <a:pt x="1917" y="1915"/>
                    <a:pt x="0" y="3831"/>
                  </a:cubicBezTo>
                  <a:cubicBezTo>
                    <a:pt x="1278" y="4469"/>
                    <a:pt x="2556" y="5107"/>
                    <a:pt x="3195" y="5746"/>
                  </a:cubicBezTo>
                  <a:cubicBezTo>
                    <a:pt x="3834" y="6384"/>
                    <a:pt x="5751" y="8299"/>
                    <a:pt x="8946" y="11491"/>
                  </a:cubicBezTo>
                  <a:lnTo>
                    <a:pt x="8307" y="2554"/>
                  </a:lnTo>
                  <a:close/>
                </a:path>
              </a:pathLst>
            </a:custGeom>
            <a:solidFill>
              <a:srgbClr val="046A38"/>
            </a:solidFill>
            <a:ln w="6390" cap="flat">
              <a:noFill/>
              <a:prstDash val="solid"/>
              <a:miter/>
            </a:ln>
          </p:spPr>
          <p:txBody>
            <a:bodyPr rtlCol="0" anchor="ctr"/>
            <a:lstStyle/>
            <a:p>
              <a:endParaRPr lang="en-US"/>
            </a:p>
          </p:txBody>
        </p:sp>
      </p:grpSp>
      <p:grpSp>
        <p:nvGrpSpPr>
          <p:cNvPr id="1259" name="Graphic 4">
            <a:extLst>
              <a:ext uri="{FF2B5EF4-FFF2-40B4-BE49-F238E27FC236}">
                <a16:creationId xmlns:a16="http://schemas.microsoft.com/office/drawing/2014/main" id="{7F47DDD4-9EE5-9747-95D2-0C1D57657139}"/>
              </a:ext>
            </a:extLst>
          </p:cNvPr>
          <p:cNvGrpSpPr/>
          <p:nvPr/>
        </p:nvGrpSpPr>
        <p:grpSpPr>
          <a:xfrm>
            <a:off x="1952764" y="1893013"/>
            <a:ext cx="361670" cy="361333"/>
            <a:chOff x="1952764" y="1893013"/>
            <a:chExt cx="361670" cy="361333"/>
          </a:xfrm>
          <a:solidFill>
            <a:srgbClr val="046A38"/>
          </a:solidFill>
        </p:grpSpPr>
        <p:sp>
          <p:nvSpPr>
            <p:cNvPr id="1260" name="Graphic 4">
              <a:extLst>
                <a:ext uri="{FF2B5EF4-FFF2-40B4-BE49-F238E27FC236}">
                  <a16:creationId xmlns:a16="http://schemas.microsoft.com/office/drawing/2014/main" id="{BC6357A1-D84F-9448-9453-E2A598A20E6E}"/>
                </a:ext>
              </a:extLst>
            </p:cNvPr>
            <p:cNvSpPr/>
            <p:nvPr/>
          </p:nvSpPr>
          <p:spPr>
            <a:xfrm>
              <a:off x="2063310" y="1971536"/>
              <a:ext cx="142495" cy="140447"/>
            </a:xfrm>
            <a:custGeom>
              <a:avLst/>
              <a:gdLst>
                <a:gd name="connsiteX0" fmla="*/ 140579 w 142495"/>
                <a:gd name="connsiteY0" fmla="*/ 57456 h 140447"/>
                <a:gd name="connsiteX1" fmla="*/ 70289 w 142495"/>
                <a:gd name="connsiteY1" fmla="*/ 127680 h 140447"/>
                <a:gd name="connsiteX2" fmla="*/ 12780 w 142495"/>
                <a:gd name="connsiteY2" fmla="*/ 70224 h 140447"/>
                <a:gd name="connsiteX3" fmla="*/ 70289 w 142495"/>
                <a:gd name="connsiteY3" fmla="*/ 12768 h 140447"/>
                <a:gd name="connsiteX4" fmla="*/ 115019 w 142495"/>
                <a:gd name="connsiteY4" fmla="*/ 57456 h 140447"/>
                <a:gd name="connsiteX5" fmla="*/ 70289 w 142495"/>
                <a:gd name="connsiteY5" fmla="*/ 102144 h 140447"/>
                <a:gd name="connsiteX6" fmla="*/ 38340 w 142495"/>
                <a:gd name="connsiteY6" fmla="*/ 70224 h 140447"/>
                <a:gd name="connsiteX7" fmla="*/ 70289 w 142495"/>
                <a:gd name="connsiteY7" fmla="*/ 38304 h 140447"/>
                <a:gd name="connsiteX8" fmla="*/ 89459 w 142495"/>
                <a:gd name="connsiteY8" fmla="*/ 57456 h 140447"/>
                <a:gd name="connsiteX9" fmla="*/ 70289 w 142495"/>
                <a:gd name="connsiteY9" fmla="*/ 76608 h 140447"/>
                <a:gd name="connsiteX10" fmla="*/ 63899 w 142495"/>
                <a:gd name="connsiteY10" fmla="*/ 70224 h 140447"/>
                <a:gd name="connsiteX11" fmla="*/ 70289 w 142495"/>
                <a:gd name="connsiteY11" fmla="*/ 63840 h 140447"/>
                <a:gd name="connsiteX12" fmla="*/ 76679 w 142495"/>
                <a:gd name="connsiteY12" fmla="*/ 57456 h 140447"/>
                <a:gd name="connsiteX13" fmla="*/ 70289 w 142495"/>
                <a:gd name="connsiteY13" fmla="*/ 51072 h 140447"/>
                <a:gd name="connsiteX14" fmla="*/ 51119 w 142495"/>
                <a:gd name="connsiteY14" fmla="*/ 70224 h 140447"/>
                <a:gd name="connsiteX15" fmla="*/ 70289 w 142495"/>
                <a:gd name="connsiteY15" fmla="*/ 89376 h 140447"/>
                <a:gd name="connsiteX16" fmla="*/ 102239 w 142495"/>
                <a:gd name="connsiteY16" fmla="*/ 57456 h 140447"/>
                <a:gd name="connsiteX17" fmla="*/ 70289 w 142495"/>
                <a:gd name="connsiteY17" fmla="*/ 25536 h 140447"/>
                <a:gd name="connsiteX18" fmla="*/ 25560 w 142495"/>
                <a:gd name="connsiteY18" fmla="*/ 70224 h 140447"/>
                <a:gd name="connsiteX19" fmla="*/ 70289 w 142495"/>
                <a:gd name="connsiteY19" fmla="*/ 114912 h 140447"/>
                <a:gd name="connsiteX20" fmla="*/ 127799 w 142495"/>
                <a:gd name="connsiteY20" fmla="*/ 57456 h 140447"/>
                <a:gd name="connsiteX21" fmla="*/ 70289 w 142495"/>
                <a:gd name="connsiteY21" fmla="*/ 0 h 140447"/>
                <a:gd name="connsiteX22" fmla="*/ 0 w 142495"/>
                <a:gd name="connsiteY22" fmla="*/ 70224 h 140447"/>
                <a:gd name="connsiteX23" fmla="*/ 70289 w 142495"/>
                <a:gd name="connsiteY23" fmla="*/ 140448 h 140447"/>
                <a:gd name="connsiteX24" fmla="*/ 70928 w 142495"/>
                <a:gd name="connsiteY24" fmla="*/ 140448 h 140447"/>
                <a:gd name="connsiteX25" fmla="*/ 71567 w 142495"/>
                <a:gd name="connsiteY25" fmla="*/ 140448 h 140447"/>
                <a:gd name="connsiteX26" fmla="*/ 142496 w 142495"/>
                <a:gd name="connsiteY26" fmla="*/ 69585 h 140447"/>
                <a:gd name="connsiteX27" fmla="*/ 140579 w 142495"/>
                <a:gd name="connsiteY27" fmla="*/ 54902 h 140447"/>
                <a:gd name="connsiteX28" fmla="*/ 140579 w 142495"/>
                <a:gd name="connsiteY28" fmla="*/ 57456 h 140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42495" h="140447">
                  <a:moveTo>
                    <a:pt x="140579" y="57456"/>
                  </a:moveTo>
                  <a:cubicBezTo>
                    <a:pt x="140579" y="96398"/>
                    <a:pt x="108629" y="127680"/>
                    <a:pt x="70289" y="127680"/>
                  </a:cubicBezTo>
                  <a:cubicBezTo>
                    <a:pt x="38340" y="127680"/>
                    <a:pt x="12780" y="101505"/>
                    <a:pt x="12780" y="70224"/>
                  </a:cubicBezTo>
                  <a:cubicBezTo>
                    <a:pt x="12780" y="38942"/>
                    <a:pt x="38979" y="12768"/>
                    <a:pt x="70289" y="12768"/>
                  </a:cubicBezTo>
                  <a:cubicBezTo>
                    <a:pt x="95210" y="12768"/>
                    <a:pt x="115019" y="33197"/>
                    <a:pt x="115019" y="57456"/>
                  </a:cubicBezTo>
                  <a:cubicBezTo>
                    <a:pt x="115019" y="82353"/>
                    <a:pt x="94571" y="102144"/>
                    <a:pt x="70289" y="102144"/>
                  </a:cubicBezTo>
                  <a:cubicBezTo>
                    <a:pt x="52398" y="102144"/>
                    <a:pt x="38340" y="88099"/>
                    <a:pt x="38340" y="70224"/>
                  </a:cubicBezTo>
                  <a:cubicBezTo>
                    <a:pt x="38340" y="52349"/>
                    <a:pt x="52398" y="38304"/>
                    <a:pt x="70289" y="38304"/>
                  </a:cubicBezTo>
                  <a:cubicBezTo>
                    <a:pt x="81152" y="38304"/>
                    <a:pt x="89459" y="46603"/>
                    <a:pt x="89459" y="57456"/>
                  </a:cubicBezTo>
                  <a:cubicBezTo>
                    <a:pt x="89459" y="68308"/>
                    <a:pt x="81152" y="76608"/>
                    <a:pt x="70289" y="76608"/>
                  </a:cubicBezTo>
                  <a:cubicBezTo>
                    <a:pt x="66455" y="76608"/>
                    <a:pt x="63899" y="74054"/>
                    <a:pt x="63899" y="70224"/>
                  </a:cubicBezTo>
                  <a:cubicBezTo>
                    <a:pt x="63899" y="66393"/>
                    <a:pt x="66455" y="63840"/>
                    <a:pt x="70289" y="63840"/>
                  </a:cubicBezTo>
                  <a:cubicBezTo>
                    <a:pt x="74123" y="63840"/>
                    <a:pt x="76679" y="60648"/>
                    <a:pt x="76679" y="57456"/>
                  </a:cubicBezTo>
                  <a:cubicBezTo>
                    <a:pt x="76679" y="54264"/>
                    <a:pt x="73484" y="51072"/>
                    <a:pt x="70289" y="51072"/>
                  </a:cubicBezTo>
                  <a:cubicBezTo>
                    <a:pt x="59427" y="51072"/>
                    <a:pt x="51119" y="60009"/>
                    <a:pt x="51119" y="70224"/>
                  </a:cubicBezTo>
                  <a:cubicBezTo>
                    <a:pt x="51119" y="81076"/>
                    <a:pt x="60065" y="89376"/>
                    <a:pt x="70289" y="89376"/>
                  </a:cubicBezTo>
                  <a:cubicBezTo>
                    <a:pt x="88181" y="89376"/>
                    <a:pt x="102239" y="74692"/>
                    <a:pt x="102239" y="57456"/>
                  </a:cubicBezTo>
                  <a:cubicBezTo>
                    <a:pt x="102239" y="40219"/>
                    <a:pt x="87542" y="25536"/>
                    <a:pt x="70289" y="25536"/>
                  </a:cubicBezTo>
                  <a:cubicBezTo>
                    <a:pt x="45369" y="25536"/>
                    <a:pt x="25560" y="45965"/>
                    <a:pt x="25560" y="70224"/>
                  </a:cubicBezTo>
                  <a:cubicBezTo>
                    <a:pt x="25560" y="94483"/>
                    <a:pt x="46008" y="114912"/>
                    <a:pt x="70289" y="114912"/>
                  </a:cubicBezTo>
                  <a:cubicBezTo>
                    <a:pt x="102239" y="114912"/>
                    <a:pt x="127799" y="88737"/>
                    <a:pt x="127799" y="57456"/>
                  </a:cubicBezTo>
                  <a:cubicBezTo>
                    <a:pt x="127799" y="26174"/>
                    <a:pt x="101600" y="0"/>
                    <a:pt x="70289" y="0"/>
                  </a:cubicBezTo>
                  <a:cubicBezTo>
                    <a:pt x="31311" y="0"/>
                    <a:pt x="0" y="31920"/>
                    <a:pt x="0" y="70224"/>
                  </a:cubicBezTo>
                  <a:cubicBezTo>
                    <a:pt x="0" y="109166"/>
                    <a:pt x="31950" y="140448"/>
                    <a:pt x="70289" y="140448"/>
                  </a:cubicBezTo>
                  <a:cubicBezTo>
                    <a:pt x="70289" y="140448"/>
                    <a:pt x="70928" y="140448"/>
                    <a:pt x="70928" y="140448"/>
                  </a:cubicBezTo>
                  <a:cubicBezTo>
                    <a:pt x="70928" y="140448"/>
                    <a:pt x="71567" y="140448"/>
                    <a:pt x="71567" y="140448"/>
                  </a:cubicBezTo>
                  <a:cubicBezTo>
                    <a:pt x="110546" y="140448"/>
                    <a:pt x="142496" y="108528"/>
                    <a:pt x="142496" y="69585"/>
                  </a:cubicBezTo>
                  <a:cubicBezTo>
                    <a:pt x="142496" y="64478"/>
                    <a:pt x="141857" y="59371"/>
                    <a:pt x="140579" y="54902"/>
                  </a:cubicBezTo>
                  <a:cubicBezTo>
                    <a:pt x="139940" y="56179"/>
                    <a:pt x="140579" y="56817"/>
                    <a:pt x="140579" y="57456"/>
                  </a:cubicBezTo>
                  <a:close/>
                </a:path>
              </a:pathLst>
            </a:custGeom>
            <a:solidFill>
              <a:srgbClr val="046A38"/>
            </a:solidFill>
            <a:ln w="6390" cap="flat">
              <a:noFill/>
              <a:prstDash val="solid"/>
              <a:miter/>
            </a:ln>
          </p:spPr>
          <p:txBody>
            <a:bodyPr rtlCol="0" anchor="ctr"/>
            <a:lstStyle/>
            <a:p>
              <a:endParaRPr lang="en-US"/>
            </a:p>
          </p:txBody>
        </p:sp>
        <p:sp>
          <p:nvSpPr>
            <p:cNvPr id="1261" name="Graphic 4">
              <a:extLst>
                <a:ext uri="{FF2B5EF4-FFF2-40B4-BE49-F238E27FC236}">
                  <a16:creationId xmlns:a16="http://schemas.microsoft.com/office/drawing/2014/main" id="{4062B793-800D-DF4B-A75F-05492554E9FB}"/>
                </a:ext>
              </a:extLst>
            </p:cNvPr>
            <p:cNvSpPr/>
            <p:nvPr/>
          </p:nvSpPr>
          <p:spPr>
            <a:xfrm>
              <a:off x="1952764"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6586 w 361670"/>
                <a:gd name="connsiteY5" fmla="*/ 231739 h 361333"/>
                <a:gd name="connsiteX6" fmla="*/ 186586 w 361670"/>
                <a:gd name="connsiteY6" fmla="*/ 289833 h 361333"/>
                <a:gd name="connsiteX7" fmla="*/ 180196 w 361670"/>
                <a:gd name="connsiteY7" fmla="*/ 296217 h 361333"/>
                <a:gd name="connsiteX8" fmla="*/ 173806 w 361670"/>
                <a:gd name="connsiteY8" fmla="*/ 289833 h 361333"/>
                <a:gd name="connsiteX9" fmla="*/ 173806 w 361670"/>
                <a:gd name="connsiteY9" fmla="*/ 231739 h 361333"/>
                <a:gd name="connsiteX10" fmla="*/ 97127 w 361670"/>
                <a:gd name="connsiteY10" fmla="*/ 148747 h 361333"/>
                <a:gd name="connsiteX11" fmla="*/ 180196 w 361670"/>
                <a:gd name="connsiteY11" fmla="*/ 65755 h 361333"/>
                <a:gd name="connsiteX12" fmla="*/ 180835 w 361670"/>
                <a:gd name="connsiteY12" fmla="*/ 65755 h 361333"/>
                <a:gd name="connsiteX13" fmla="*/ 182113 w 361670"/>
                <a:gd name="connsiteY13" fmla="*/ 65755 h 361333"/>
                <a:gd name="connsiteX14" fmla="*/ 265821 w 361670"/>
                <a:gd name="connsiteY14" fmla="*/ 149385 h 361333"/>
                <a:gd name="connsiteX15" fmla="*/ 186586 w 361670"/>
                <a:gd name="connsiteY15" fmla="*/ 23173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86586" y="231739"/>
                  </a:moveTo>
                  <a:lnTo>
                    <a:pt x="186586" y="289833"/>
                  </a:lnTo>
                  <a:cubicBezTo>
                    <a:pt x="186586" y="293663"/>
                    <a:pt x="184030" y="296217"/>
                    <a:pt x="180196" y="296217"/>
                  </a:cubicBezTo>
                  <a:cubicBezTo>
                    <a:pt x="176362" y="296217"/>
                    <a:pt x="173806" y="293663"/>
                    <a:pt x="173806" y="289833"/>
                  </a:cubicBezTo>
                  <a:lnTo>
                    <a:pt x="173806" y="231739"/>
                  </a:lnTo>
                  <a:cubicBezTo>
                    <a:pt x="130994" y="228547"/>
                    <a:pt x="97127" y="192796"/>
                    <a:pt x="97127" y="148747"/>
                  </a:cubicBezTo>
                  <a:cubicBezTo>
                    <a:pt x="97127" y="102782"/>
                    <a:pt x="134828" y="65755"/>
                    <a:pt x="180196" y="65755"/>
                  </a:cubicBezTo>
                  <a:cubicBezTo>
                    <a:pt x="180196" y="65755"/>
                    <a:pt x="180196" y="65755"/>
                    <a:pt x="180835" y="65755"/>
                  </a:cubicBezTo>
                  <a:cubicBezTo>
                    <a:pt x="181474" y="65755"/>
                    <a:pt x="181474" y="65755"/>
                    <a:pt x="182113" y="65755"/>
                  </a:cubicBezTo>
                  <a:cubicBezTo>
                    <a:pt x="228121" y="65755"/>
                    <a:pt x="265821" y="103421"/>
                    <a:pt x="265821" y="149385"/>
                  </a:cubicBezTo>
                  <a:cubicBezTo>
                    <a:pt x="265182" y="192796"/>
                    <a:pt x="230038" y="229185"/>
                    <a:pt x="186586" y="231739"/>
                  </a:cubicBezTo>
                  <a:close/>
                </a:path>
              </a:pathLst>
            </a:custGeom>
            <a:solidFill>
              <a:srgbClr val="046A38"/>
            </a:solidFill>
            <a:ln w="6390" cap="flat">
              <a:noFill/>
              <a:prstDash val="solid"/>
              <a:miter/>
            </a:ln>
          </p:spPr>
          <p:txBody>
            <a:bodyPr rtlCol="0" anchor="ctr"/>
            <a:lstStyle/>
            <a:p>
              <a:endParaRPr lang="en-US"/>
            </a:p>
          </p:txBody>
        </p:sp>
      </p:grpSp>
      <p:grpSp>
        <p:nvGrpSpPr>
          <p:cNvPr id="1262" name="Graphic 4">
            <a:extLst>
              <a:ext uri="{FF2B5EF4-FFF2-40B4-BE49-F238E27FC236}">
                <a16:creationId xmlns:a16="http://schemas.microsoft.com/office/drawing/2014/main" id="{FDD4BE59-7A1D-D64E-A06F-2CBF6314A208}"/>
              </a:ext>
            </a:extLst>
          </p:cNvPr>
          <p:cNvGrpSpPr/>
          <p:nvPr/>
        </p:nvGrpSpPr>
        <p:grpSpPr>
          <a:xfrm>
            <a:off x="905454" y="2855717"/>
            <a:ext cx="361670" cy="361333"/>
            <a:chOff x="905454" y="2855717"/>
            <a:chExt cx="361670" cy="361333"/>
          </a:xfrm>
          <a:solidFill>
            <a:srgbClr val="046A38"/>
          </a:solidFill>
        </p:grpSpPr>
        <p:sp>
          <p:nvSpPr>
            <p:cNvPr id="1263" name="Graphic 4">
              <a:extLst>
                <a:ext uri="{FF2B5EF4-FFF2-40B4-BE49-F238E27FC236}">
                  <a16:creationId xmlns:a16="http://schemas.microsoft.com/office/drawing/2014/main" id="{0933DD45-B15F-904E-9C19-6C2B9172B46F}"/>
                </a:ext>
              </a:extLst>
            </p:cNvPr>
            <p:cNvSpPr/>
            <p:nvPr/>
          </p:nvSpPr>
          <p:spPr>
            <a:xfrm>
              <a:off x="1036447" y="3026808"/>
              <a:ext cx="23642" cy="96398"/>
            </a:xfrm>
            <a:custGeom>
              <a:avLst/>
              <a:gdLst>
                <a:gd name="connsiteX0" fmla="*/ 15336 w 23642"/>
                <a:gd name="connsiteY0" fmla="*/ 3830 h 96398"/>
                <a:gd name="connsiteX1" fmla="*/ 0 w 23642"/>
                <a:gd name="connsiteY1" fmla="*/ 0 h 96398"/>
                <a:gd name="connsiteX2" fmla="*/ 16614 w 23642"/>
                <a:gd name="connsiteY2" fmla="*/ 92568 h 96398"/>
                <a:gd name="connsiteX3" fmla="*/ 16614 w 23642"/>
                <a:gd name="connsiteY3" fmla="*/ 93206 h 96398"/>
                <a:gd name="connsiteX4" fmla="*/ 23643 w 23642"/>
                <a:gd name="connsiteY4" fmla="*/ 96398 h 96398"/>
                <a:gd name="connsiteX5" fmla="*/ 15336 w 23642"/>
                <a:gd name="connsiteY5" fmla="*/ 3830 h 9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42" h="96398">
                  <a:moveTo>
                    <a:pt x="15336" y="3830"/>
                  </a:moveTo>
                  <a:cubicBezTo>
                    <a:pt x="8946" y="2554"/>
                    <a:pt x="3834" y="1915"/>
                    <a:pt x="0" y="0"/>
                  </a:cubicBezTo>
                  <a:lnTo>
                    <a:pt x="16614" y="92568"/>
                  </a:lnTo>
                  <a:cubicBezTo>
                    <a:pt x="16614" y="92568"/>
                    <a:pt x="16614" y="92568"/>
                    <a:pt x="16614" y="93206"/>
                  </a:cubicBezTo>
                  <a:cubicBezTo>
                    <a:pt x="17253" y="94483"/>
                    <a:pt x="19809" y="95121"/>
                    <a:pt x="23643" y="96398"/>
                  </a:cubicBezTo>
                  <a:lnTo>
                    <a:pt x="15336" y="3830"/>
                  </a:lnTo>
                  <a:close/>
                </a:path>
              </a:pathLst>
            </a:custGeom>
            <a:solidFill>
              <a:srgbClr val="046A38"/>
            </a:solidFill>
            <a:ln w="6390" cap="flat">
              <a:noFill/>
              <a:prstDash val="solid"/>
              <a:miter/>
            </a:ln>
          </p:spPr>
          <p:txBody>
            <a:bodyPr rtlCol="0" anchor="ctr"/>
            <a:lstStyle/>
            <a:p>
              <a:endParaRPr lang="en-US"/>
            </a:p>
          </p:txBody>
        </p:sp>
        <p:sp>
          <p:nvSpPr>
            <p:cNvPr id="1264" name="Graphic 4">
              <a:extLst>
                <a:ext uri="{FF2B5EF4-FFF2-40B4-BE49-F238E27FC236}">
                  <a16:creationId xmlns:a16="http://schemas.microsoft.com/office/drawing/2014/main" id="{571F8E4A-AB64-A34D-9747-CB6FFBBB0767}"/>
                </a:ext>
              </a:extLst>
            </p:cNvPr>
            <p:cNvSpPr/>
            <p:nvPr/>
          </p:nvSpPr>
          <p:spPr>
            <a:xfrm>
              <a:off x="905454"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49208 w 361670"/>
                <a:gd name="connsiteY5" fmla="*/ 159600 h 361333"/>
                <a:gd name="connsiteX6" fmla="*/ 230038 w 361670"/>
                <a:gd name="connsiteY6" fmla="*/ 266212 h 361333"/>
                <a:gd name="connsiteX7" fmla="*/ 205756 w 361670"/>
                <a:gd name="connsiteY7" fmla="*/ 282172 h 361333"/>
                <a:gd name="connsiteX8" fmla="*/ 203200 w 361670"/>
                <a:gd name="connsiteY8" fmla="*/ 282810 h 361333"/>
                <a:gd name="connsiteX9" fmla="*/ 202561 w 361670"/>
                <a:gd name="connsiteY9" fmla="*/ 282810 h 361333"/>
                <a:gd name="connsiteX10" fmla="*/ 182113 w 361670"/>
                <a:gd name="connsiteY10" fmla="*/ 284087 h 361333"/>
                <a:gd name="connsiteX11" fmla="*/ 161665 w 361670"/>
                <a:gd name="connsiteY11" fmla="*/ 282810 h 361333"/>
                <a:gd name="connsiteX12" fmla="*/ 161026 w 361670"/>
                <a:gd name="connsiteY12" fmla="*/ 282810 h 361333"/>
                <a:gd name="connsiteX13" fmla="*/ 158470 w 361670"/>
                <a:gd name="connsiteY13" fmla="*/ 282172 h 361333"/>
                <a:gd name="connsiteX14" fmla="*/ 134189 w 361670"/>
                <a:gd name="connsiteY14" fmla="*/ 266212 h 361333"/>
                <a:gd name="connsiteX15" fmla="*/ 115019 w 361670"/>
                <a:gd name="connsiteY15" fmla="*/ 159600 h 361333"/>
                <a:gd name="connsiteX16" fmla="*/ 115019 w 361670"/>
                <a:gd name="connsiteY16" fmla="*/ 158323 h 361333"/>
                <a:gd name="connsiteX17" fmla="*/ 120770 w 361670"/>
                <a:gd name="connsiteY17" fmla="*/ 151939 h 361333"/>
                <a:gd name="connsiteX18" fmla="*/ 127799 w 361670"/>
                <a:gd name="connsiteY18" fmla="*/ 156408 h 361333"/>
                <a:gd name="connsiteX19" fmla="*/ 182113 w 361670"/>
                <a:gd name="connsiteY19" fmla="*/ 164068 h 361333"/>
                <a:gd name="connsiteX20" fmla="*/ 236428 w 361670"/>
                <a:gd name="connsiteY20" fmla="*/ 156408 h 361333"/>
                <a:gd name="connsiteX21" fmla="*/ 243457 w 361670"/>
                <a:gd name="connsiteY21" fmla="*/ 151939 h 361333"/>
                <a:gd name="connsiteX22" fmla="*/ 249208 w 361670"/>
                <a:gd name="connsiteY22" fmla="*/ 158323 h 361333"/>
                <a:gd name="connsiteX23" fmla="*/ 249208 w 361670"/>
                <a:gd name="connsiteY23" fmla="*/ 159600 h 361333"/>
                <a:gd name="connsiteX24" fmla="*/ 135467 w 361670"/>
                <a:gd name="connsiteY24" fmla="*/ 130872 h 361333"/>
                <a:gd name="connsiteX25" fmla="*/ 149525 w 361670"/>
                <a:gd name="connsiteY25" fmla="*/ 120657 h 361333"/>
                <a:gd name="connsiteX26" fmla="*/ 163582 w 361670"/>
                <a:gd name="connsiteY26" fmla="*/ 130872 h 361333"/>
                <a:gd name="connsiteX27" fmla="*/ 159110 w 361670"/>
                <a:gd name="connsiteY27" fmla="*/ 138532 h 361333"/>
                <a:gd name="connsiteX28" fmla="*/ 157192 w 361670"/>
                <a:gd name="connsiteY28" fmla="*/ 138532 h 361333"/>
                <a:gd name="connsiteX29" fmla="*/ 150803 w 361670"/>
                <a:gd name="connsiteY29" fmla="*/ 134064 h 361333"/>
                <a:gd name="connsiteX30" fmla="*/ 148886 w 361670"/>
                <a:gd name="connsiteY30" fmla="*/ 132787 h 361333"/>
                <a:gd name="connsiteX31" fmla="*/ 146969 w 361670"/>
                <a:gd name="connsiteY31" fmla="*/ 134064 h 361333"/>
                <a:gd name="connsiteX32" fmla="*/ 139301 w 361670"/>
                <a:gd name="connsiteY32" fmla="*/ 138532 h 361333"/>
                <a:gd name="connsiteX33" fmla="*/ 135467 w 361670"/>
                <a:gd name="connsiteY33" fmla="*/ 130872 h 361333"/>
                <a:gd name="connsiteX34" fmla="*/ 202561 w 361670"/>
                <a:gd name="connsiteY34" fmla="*/ 128318 h 361333"/>
                <a:gd name="connsiteX35" fmla="*/ 200644 w 361670"/>
                <a:gd name="connsiteY35" fmla="*/ 128318 h 361333"/>
                <a:gd name="connsiteX36" fmla="*/ 194254 w 361670"/>
                <a:gd name="connsiteY36" fmla="*/ 123849 h 361333"/>
                <a:gd name="connsiteX37" fmla="*/ 192337 w 361670"/>
                <a:gd name="connsiteY37" fmla="*/ 122572 h 361333"/>
                <a:gd name="connsiteX38" fmla="*/ 190420 w 361670"/>
                <a:gd name="connsiteY38" fmla="*/ 123849 h 361333"/>
                <a:gd name="connsiteX39" fmla="*/ 182752 w 361670"/>
                <a:gd name="connsiteY39" fmla="*/ 128318 h 361333"/>
                <a:gd name="connsiteX40" fmla="*/ 178279 w 361670"/>
                <a:gd name="connsiteY40" fmla="*/ 120657 h 361333"/>
                <a:gd name="connsiteX41" fmla="*/ 192337 w 361670"/>
                <a:gd name="connsiteY41" fmla="*/ 110443 h 361333"/>
                <a:gd name="connsiteX42" fmla="*/ 206395 w 361670"/>
                <a:gd name="connsiteY42" fmla="*/ 120657 h 361333"/>
                <a:gd name="connsiteX43" fmla="*/ 202561 w 361670"/>
                <a:gd name="connsiteY43" fmla="*/ 128318 h 361333"/>
                <a:gd name="connsiteX44" fmla="*/ 207673 w 361670"/>
                <a:gd name="connsiteY44" fmla="*/ 136617 h 361333"/>
                <a:gd name="connsiteX45" fmla="*/ 221731 w 361670"/>
                <a:gd name="connsiteY45" fmla="*/ 146832 h 361333"/>
                <a:gd name="connsiteX46" fmla="*/ 217258 w 361670"/>
                <a:gd name="connsiteY46" fmla="*/ 154492 h 361333"/>
                <a:gd name="connsiteX47" fmla="*/ 215341 w 361670"/>
                <a:gd name="connsiteY47" fmla="*/ 154492 h 361333"/>
                <a:gd name="connsiteX48" fmla="*/ 208951 w 361670"/>
                <a:gd name="connsiteY48" fmla="*/ 150024 h 361333"/>
                <a:gd name="connsiteX49" fmla="*/ 207034 w 361670"/>
                <a:gd name="connsiteY49" fmla="*/ 148747 h 361333"/>
                <a:gd name="connsiteX50" fmla="*/ 205117 w 361670"/>
                <a:gd name="connsiteY50" fmla="*/ 150024 h 361333"/>
                <a:gd name="connsiteX51" fmla="*/ 197449 w 361670"/>
                <a:gd name="connsiteY51" fmla="*/ 154492 h 361333"/>
                <a:gd name="connsiteX52" fmla="*/ 192976 w 361670"/>
                <a:gd name="connsiteY52" fmla="*/ 146832 h 361333"/>
                <a:gd name="connsiteX53" fmla="*/ 207673 w 361670"/>
                <a:gd name="connsiteY53" fmla="*/ 136617 h 361333"/>
                <a:gd name="connsiteX54" fmla="*/ 272211 w 361670"/>
                <a:gd name="connsiteY54" fmla="*/ 150024 h 361333"/>
                <a:gd name="connsiteX55" fmla="*/ 265821 w 361670"/>
                <a:gd name="connsiteY55" fmla="*/ 163430 h 361333"/>
                <a:gd name="connsiteX56" fmla="*/ 261348 w 361670"/>
                <a:gd name="connsiteY56" fmla="*/ 167260 h 361333"/>
                <a:gd name="connsiteX57" fmla="*/ 257514 w 361670"/>
                <a:gd name="connsiteY57" fmla="*/ 168537 h 361333"/>
                <a:gd name="connsiteX58" fmla="*/ 252403 w 361670"/>
                <a:gd name="connsiteY58" fmla="*/ 165984 h 361333"/>
                <a:gd name="connsiteX59" fmla="*/ 254320 w 361670"/>
                <a:gd name="connsiteY59" fmla="*/ 157046 h 361333"/>
                <a:gd name="connsiteX60" fmla="*/ 256237 w 361670"/>
                <a:gd name="connsiteY60" fmla="*/ 155131 h 361333"/>
                <a:gd name="connsiteX61" fmla="*/ 259431 w 361670"/>
                <a:gd name="connsiteY61" fmla="*/ 148747 h 361333"/>
                <a:gd name="connsiteX62" fmla="*/ 258154 w 361670"/>
                <a:gd name="connsiteY62" fmla="*/ 142363 h 361333"/>
                <a:gd name="connsiteX63" fmla="*/ 257514 w 361670"/>
                <a:gd name="connsiteY63" fmla="*/ 144278 h 361333"/>
                <a:gd name="connsiteX64" fmla="*/ 251764 w 361670"/>
                <a:gd name="connsiteY64" fmla="*/ 148747 h 361333"/>
                <a:gd name="connsiteX65" fmla="*/ 249847 w 361670"/>
                <a:gd name="connsiteY65" fmla="*/ 148108 h 361333"/>
                <a:gd name="connsiteX66" fmla="*/ 246013 w 361670"/>
                <a:gd name="connsiteY66" fmla="*/ 139809 h 361333"/>
                <a:gd name="connsiteX67" fmla="*/ 247291 w 361670"/>
                <a:gd name="connsiteY67" fmla="*/ 133425 h 361333"/>
                <a:gd name="connsiteX68" fmla="*/ 228121 w 361670"/>
                <a:gd name="connsiteY68" fmla="*/ 114912 h 361333"/>
                <a:gd name="connsiteX69" fmla="*/ 221092 w 361670"/>
                <a:gd name="connsiteY69" fmla="*/ 111720 h 361333"/>
                <a:gd name="connsiteX70" fmla="*/ 203839 w 361670"/>
                <a:gd name="connsiteY70" fmla="*/ 102782 h 361333"/>
                <a:gd name="connsiteX71" fmla="*/ 196810 w 361670"/>
                <a:gd name="connsiteY71" fmla="*/ 99590 h 361333"/>
                <a:gd name="connsiteX72" fmla="*/ 182752 w 361670"/>
                <a:gd name="connsiteY72" fmla="*/ 90014 h 361333"/>
                <a:gd name="connsiteX73" fmla="*/ 168694 w 361670"/>
                <a:gd name="connsiteY73" fmla="*/ 99590 h 361333"/>
                <a:gd name="connsiteX74" fmla="*/ 161665 w 361670"/>
                <a:gd name="connsiteY74" fmla="*/ 102782 h 361333"/>
                <a:gd name="connsiteX75" fmla="*/ 144413 w 361670"/>
                <a:gd name="connsiteY75" fmla="*/ 111720 h 361333"/>
                <a:gd name="connsiteX76" fmla="*/ 137384 w 361670"/>
                <a:gd name="connsiteY76" fmla="*/ 114912 h 361333"/>
                <a:gd name="connsiteX77" fmla="*/ 118214 w 361670"/>
                <a:gd name="connsiteY77" fmla="*/ 133425 h 361333"/>
                <a:gd name="connsiteX78" fmla="*/ 111824 w 361670"/>
                <a:gd name="connsiteY78" fmla="*/ 139809 h 361333"/>
                <a:gd name="connsiteX79" fmla="*/ 106073 w 361670"/>
                <a:gd name="connsiteY79" fmla="*/ 136617 h 361333"/>
                <a:gd name="connsiteX80" fmla="*/ 104795 w 361670"/>
                <a:gd name="connsiteY80" fmla="*/ 139171 h 361333"/>
                <a:gd name="connsiteX81" fmla="*/ 111185 w 361670"/>
                <a:gd name="connsiteY81" fmla="*/ 154492 h 361333"/>
                <a:gd name="connsiteX82" fmla="*/ 115019 w 361670"/>
                <a:gd name="connsiteY82" fmla="*/ 162792 h 361333"/>
                <a:gd name="connsiteX83" fmla="*/ 109268 w 361670"/>
                <a:gd name="connsiteY83" fmla="*/ 166622 h 361333"/>
                <a:gd name="connsiteX84" fmla="*/ 106712 w 361670"/>
                <a:gd name="connsiteY84" fmla="*/ 165984 h 361333"/>
                <a:gd name="connsiteX85" fmla="*/ 92654 w 361670"/>
                <a:gd name="connsiteY85" fmla="*/ 134702 h 361333"/>
                <a:gd name="connsiteX86" fmla="*/ 102239 w 361670"/>
                <a:gd name="connsiteY86" fmla="*/ 123211 h 361333"/>
                <a:gd name="connsiteX87" fmla="*/ 107351 w 361670"/>
                <a:gd name="connsiteY87" fmla="*/ 120657 h 361333"/>
                <a:gd name="connsiteX88" fmla="*/ 108629 w 361670"/>
                <a:gd name="connsiteY88" fmla="*/ 120657 h 361333"/>
                <a:gd name="connsiteX89" fmla="*/ 135467 w 361670"/>
                <a:gd name="connsiteY89" fmla="*/ 102782 h 361333"/>
                <a:gd name="connsiteX90" fmla="*/ 159748 w 361670"/>
                <a:gd name="connsiteY90" fmla="*/ 90014 h 361333"/>
                <a:gd name="connsiteX91" fmla="*/ 182752 w 361670"/>
                <a:gd name="connsiteY91" fmla="*/ 77246 h 361333"/>
                <a:gd name="connsiteX92" fmla="*/ 205756 w 361670"/>
                <a:gd name="connsiteY92" fmla="*/ 90014 h 361333"/>
                <a:gd name="connsiteX93" fmla="*/ 230038 w 361670"/>
                <a:gd name="connsiteY93" fmla="*/ 102782 h 361333"/>
                <a:gd name="connsiteX94" fmla="*/ 258792 w 361670"/>
                <a:gd name="connsiteY94" fmla="*/ 125764 h 361333"/>
                <a:gd name="connsiteX95" fmla="*/ 272211 w 361670"/>
                <a:gd name="connsiteY95" fmla="*/ 15002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257"/>
                    <a:pt x="361670" y="180667"/>
                  </a:cubicBezTo>
                  <a:cubicBezTo>
                    <a:pt x="361670" y="81076"/>
                    <a:pt x="281157" y="0"/>
                    <a:pt x="180835" y="0"/>
                  </a:cubicBezTo>
                  <a:close/>
                  <a:moveTo>
                    <a:pt x="249208" y="159600"/>
                  </a:moveTo>
                  <a:lnTo>
                    <a:pt x="230038" y="266212"/>
                  </a:lnTo>
                  <a:cubicBezTo>
                    <a:pt x="229399" y="275149"/>
                    <a:pt x="218536" y="279618"/>
                    <a:pt x="205756" y="282172"/>
                  </a:cubicBezTo>
                  <a:cubicBezTo>
                    <a:pt x="205117" y="282172"/>
                    <a:pt x="204478" y="282810"/>
                    <a:pt x="203200" y="282810"/>
                  </a:cubicBezTo>
                  <a:cubicBezTo>
                    <a:pt x="203200" y="282810"/>
                    <a:pt x="203200" y="282810"/>
                    <a:pt x="202561" y="282810"/>
                  </a:cubicBezTo>
                  <a:cubicBezTo>
                    <a:pt x="196171" y="284087"/>
                    <a:pt x="189142" y="284087"/>
                    <a:pt x="182113" y="284087"/>
                  </a:cubicBezTo>
                  <a:cubicBezTo>
                    <a:pt x="175723" y="284087"/>
                    <a:pt x="168055" y="283449"/>
                    <a:pt x="161665" y="282810"/>
                  </a:cubicBezTo>
                  <a:cubicBezTo>
                    <a:pt x="161665" y="282810"/>
                    <a:pt x="161665" y="282810"/>
                    <a:pt x="161026" y="282810"/>
                  </a:cubicBezTo>
                  <a:cubicBezTo>
                    <a:pt x="160387" y="282810"/>
                    <a:pt x="159110" y="282810"/>
                    <a:pt x="158470" y="282172"/>
                  </a:cubicBezTo>
                  <a:cubicBezTo>
                    <a:pt x="145052" y="279618"/>
                    <a:pt x="134189" y="274511"/>
                    <a:pt x="134189" y="266212"/>
                  </a:cubicBezTo>
                  <a:lnTo>
                    <a:pt x="115019" y="159600"/>
                  </a:lnTo>
                  <a:cubicBezTo>
                    <a:pt x="115019" y="158961"/>
                    <a:pt x="115019" y="158323"/>
                    <a:pt x="115019" y="158323"/>
                  </a:cubicBezTo>
                  <a:cubicBezTo>
                    <a:pt x="115019" y="155131"/>
                    <a:pt x="117575" y="151939"/>
                    <a:pt x="120770" y="151939"/>
                  </a:cubicBezTo>
                  <a:cubicBezTo>
                    <a:pt x="123965" y="151939"/>
                    <a:pt x="126521" y="153854"/>
                    <a:pt x="127799" y="156408"/>
                  </a:cubicBezTo>
                  <a:cubicBezTo>
                    <a:pt x="131633" y="158961"/>
                    <a:pt x="150803" y="164068"/>
                    <a:pt x="182113" y="164068"/>
                  </a:cubicBezTo>
                  <a:cubicBezTo>
                    <a:pt x="213424" y="164068"/>
                    <a:pt x="232594" y="158961"/>
                    <a:pt x="236428" y="156408"/>
                  </a:cubicBezTo>
                  <a:cubicBezTo>
                    <a:pt x="237067" y="153216"/>
                    <a:pt x="240262" y="151300"/>
                    <a:pt x="243457" y="151939"/>
                  </a:cubicBezTo>
                  <a:cubicBezTo>
                    <a:pt x="246652" y="151939"/>
                    <a:pt x="249208" y="155131"/>
                    <a:pt x="249208" y="158323"/>
                  </a:cubicBezTo>
                  <a:cubicBezTo>
                    <a:pt x="249208" y="158961"/>
                    <a:pt x="249208" y="159600"/>
                    <a:pt x="249208" y="159600"/>
                  </a:cubicBezTo>
                  <a:close/>
                  <a:moveTo>
                    <a:pt x="135467" y="130872"/>
                  </a:moveTo>
                  <a:cubicBezTo>
                    <a:pt x="137384" y="124488"/>
                    <a:pt x="143135" y="120657"/>
                    <a:pt x="149525" y="120657"/>
                  </a:cubicBezTo>
                  <a:cubicBezTo>
                    <a:pt x="155915" y="120657"/>
                    <a:pt x="161665" y="125126"/>
                    <a:pt x="163582" y="130872"/>
                  </a:cubicBezTo>
                  <a:cubicBezTo>
                    <a:pt x="164860" y="134064"/>
                    <a:pt x="162304" y="137894"/>
                    <a:pt x="159110" y="138532"/>
                  </a:cubicBezTo>
                  <a:cubicBezTo>
                    <a:pt x="158470" y="138532"/>
                    <a:pt x="157831" y="138532"/>
                    <a:pt x="157192" y="138532"/>
                  </a:cubicBezTo>
                  <a:cubicBezTo>
                    <a:pt x="154636" y="138532"/>
                    <a:pt x="152081" y="136617"/>
                    <a:pt x="150803" y="134064"/>
                  </a:cubicBezTo>
                  <a:cubicBezTo>
                    <a:pt x="150803" y="133425"/>
                    <a:pt x="150164" y="132787"/>
                    <a:pt x="148886" y="132787"/>
                  </a:cubicBezTo>
                  <a:cubicBezTo>
                    <a:pt x="147608" y="132787"/>
                    <a:pt x="147608" y="133425"/>
                    <a:pt x="146969" y="134064"/>
                  </a:cubicBezTo>
                  <a:cubicBezTo>
                    <a:pt x="145691" y="137256"/>
                    <a:pt x="142496" y="139171"/>
                    <a:pt x="139301" y="138532"/>
                  </a:cubicBezTo>
                  <a:cubicBezTo>
                    <a:pt x="136106" y="137894"/>
                    <a:pt x="134189" y="134064"/>
                    <a:pt x="135467" y="130872"/>
                  </a:cubicBezTo>
                  <a:close/>
                  <a:moveTo>
                    <a:pt x="202561" y="128318"/>
                  </a:moveTo>
                  <a:cubicBezTo>
                    <a:pt x="201922" y="128318"/>
                    <a:pt x="201283" y="128318"/>
                    <a:pt x="200644" y="128318"/>
                  </a:cubicBezTo>
                  <a:cubicBezTo>
                    <a:pt x="198088" y="128318"/>
                    <a:pt x="195532" y="126403"/>
                    <a:pt x="194254" y="123849"/>
                  </a:cubicBezTo>
                  <a:cubicBezTo>
                    <a:pt x="194254" y="123211"/>
                    <a:pt x="193615" y="122572"/>
                    <a:pt x="192337" y="122572"/>
                  </a:cubicBezTo>
                  <a:cubicBezTo>
                    <a:pt x="191698" y="122572"/>
                    <a:pt x="191059" y="123211"/>
                    <a:pt x="190420" y="123849"/>
                  </a:cubicBezTo>
                  <a:cubicBezTo>
                    <a:pt x="189142" y="127041"/>
                    <a:pt x="185947" y="128956"/>
                    <a:pt x="182752" y="128318"/>
                  </a:cubicBezTo>
                  <a:cubicBezTo>
                    <a:pt x="179557" y="127041"/>
                    <a:pt x="177640" y="123849"/>
                    <a:pt x="178279" y="120657"/>
                  </a:cubicBezTo>
                  <a:cubicBezTo>
                    <a:pt x="180196" y="114273"/>
                    <a:pt x="185947" y="110443"/>
                    <a:pt x="192337" y="110443"/>
                  </a:cubicBezTo>
                  <a:cubicBezTo>
                    <a:pt x="198727" y="110443"/>
                    <a:pt x="204478" y="114912"/>
                    <a:pt x="206395" y="120657"/>
                  </a:cubicBezTo>
                  <a:cubicBezTo>
                    <a:pt x="207673" y="123849"/>
                    <a:pt x="205756" y="127041"/>
                    <a:pt x="202561" y="128318"/>
                  </a:cubicBezTo>
                  <a:close/>
                  <a:moveTo>
                    <a:pt x="207673" y="136617"/>
                  </a:moveTo>
                  <a:cubicBezTo>
                    <a:pt x="214063" y="136617"/>
                    <a:pt x="219814" y="141086"/>
                    <a:pt x="221731" y="146832"/>
                  </a:cubicBezTo>
                  <a:cubicBezTo>
                    <a:pt x="223009" y="150024"/>
                    <a:pt x="220453" y="153854"/>
                    <a:pt x="217258" y="154492"/>
                  </a:cubicBezTo>
                  <a:cubicBezTo>
                    <a:pt x="216619" y="154492"/>
                    <a:pt x="215980" y="154492"/>
                    <a:pt x="215341" y="154492"/>
                  </a:cubicBezTo>
                  <a:cubicBezTo>
                    <a:pt x="212785" y="154492"/>
                    <a:pt x="210229" y="152577"/>
                    <a:pt x="208951" y="150024"/>
                  </a:cubicBezTo>
                  <a:cubicBezTo>
                    <a:pt x="208951" y="149385"/>
                    <a:pt x="208312" y="148747"/>
                    <a:pt x="207034" y="148747"/>
                  </a:cubicBezTo>
                  <a:cubicBezTo>
                    <a:pt x="206395" y="148747"/>
                    <a:pt x="205756" y="149385"/>
                    <a:pt x="205117" y="150024"/>
                  </a:cubicBezTo>
                  <a:cubicBezTo>
                    <a:pt x="203839" y="153216"/>
                    <a:pt x="200644" y="155131"/>
                    <a:pt x="197449" y="154492"/>
                  </a:cubicBezTo>
                  <a:cubicBezTo>
                    <a:pt x="194254" y="153216"/>
                    <a:pt x="192337" y="150024"/>
                    <a:pt x="192976" y="146832"/>
                  </a:cubicBezTo>
                  <a:cubicBezTo>
                    <a:pt x="195532" y="140448"/>
                    <a:pt x="201283" y="136617"/>
                    <a:pt x="207673" y="136617"/>
                  </a:cubicBezTo>
                  <a:close/>
                  <a:moveTo>
                    <a:pt x="272211" y="150024"/>
                  </a:moveTo>
                  <a:cubicBezTo>
                    <a:pt x="271572" y="155131"/>
                    <a:pt x="269655" y="159600"/>
                    <a:pt x="265821" y="163430"/>
                  </a:cubicBezTo>
                  <a:cubicBezTo>
                    <a:pt x="264543" y="164707"/>
                    <a:pt x="263265" y="165984"/>
                    <a:pt x="261348" y="167260"/>
                  </a:cubicBezTo>
                  <a:cubicBezTo>
                    <a:pt x="260070" y="167899"/>
                    <a:pt x="258792" y="168537"/>
                    <a:pt x="257514" y="168537"/>
                  </a:cubicBezTo>
                  <a:cubicBezTo>
                    <a:pt x="255597" y="168537"/>
                    <a:pt x="253680" y="167260"/>
                    <a:pt x="252403" y="165984"/>
                  </a:cubicBezTo>
                  <a:cubicBezTo>
                    <a:pt x="250486" y="162792"/>
                    <a:pt x="251125" y="158961"/>
                    <a:pt x="254320" y="157046"/>
                  </a:cubicBezTo>
                  <a:cubicBezTo>
                    <a:pt x="254959" y="156408"/>
                    <a:pt x="255597" y="155769"/>
                    <a:pt x="256237" y="155131"/>
                  </a:cubicBezTo>
                  <a:cubicBezTo>
                    <a:pt x="258154" y="153216"/>
                    <a:pt x="258792" y="151300"/>
                    <a:pt x="259431" y="148747"/>
                  </a:cubicBezTo>
                  <a:cubicBezTo>
                    <a:pt x="259431" y="146193"/>
                    <a:pt x="259431" y="144278"/>
                    <a:pt x="258154" y="142363"/>
                  </a:cubicBezTo>
                  <a:cubicBezTo>
                    <a:pt x="258154" y="143001"/>
                    <a:pt x="258154" y="143640"/>
                    <a:pt x="257514" y="144278"/>
                  </a:cubicBezTo>
                  <a:cubicBezTo>
                    <a:pt x="256875" y="146832"/>
                    <a:pt x="254320" y="148747"/>
                    <a:pt x="251764" y="148747"/>
                  </a:cubicBezTo>
                  <a:cubicBezTo>
                    <a:pt x="251125" y="148747"/>
                    <a:pt x="250486" y="148747"/>
                    <a:pt x="249847" y="148108"/>
                  </a:cubicBezTo>
                  <a:cubicBezTo>
                    <a:pt x="246652" y="146832"/>
                    <a:pt x="244735" y="143640"/>
                    <a:pt x="246013" y="139809"/>
                  </a:cubicBezTo>
                  <a:cubicBezTo>
                    <a:pt x="246652" y="137894"/>
                    <a:pt x="247291" y="135340"/>
                    <a:pt x="247291" y="133425"/>
                  </a:cubicBezTo>
                  <a:cubicBezTo>
                    <a:pt x="247291" y="121934"/>
                    <a:pt x="237706" y="112996"/>
                    <a:pt x="228121" y="114912"/>
                  </a:cubicBezTo>
                  <a:cubicBezTo>
                    <a:pt x="225565" y="115550"/>
                    <a:pt x="222370" y="114273"/>
                    <a:pt x="221092" y="111720"/>
                  </a:cubicBezTo>
                  <a:cubicBezTo>
                    <a:pt x="217897" y="104697"/>
                    <a:pt x="210868" y="100867"/>
                    <a:pt x="203839" y="102782"/>
                  </a:cubicBezTo>
                  <a:cubicBezTo>
                    <a:pt x="201283" y="103420"/>
                    <a:pt x="198088" y="102144"/>
                    <a:pt x="196810" y="99590"/>
                  </a:cubicBezTo>
                  <a:cubicBezTo>
                    <a:pt x="193615" y="93844"/>
                    <a:pt x="188503" y="90014"/>
                    <a:pt x="182752" y="90014"/>
                  </a:cubicBezTo>
                  <a:cubicBezTo>
                    <a:pt x="177001" y="90014"/>
                    <a:pt x="171250" y="93844"/>
                    <a:pt x="168694" y="99590"/>
                  </a:cubicBezTo>
                  <a:cubicBezTo>
                    <a:pt x="167416" y="102144"/>
                    <a:pt x="164221" y="103420"/>
                    <a:pt x="161665" y="102782"/>
                  </a:cubicBezTo>
                  <a:cubicBezTo>
                    <a:pt x="154636" y="101505"/>
                    <a:pt x="147608" y="105336"/>
                    <a:pt x="144413" y="111720"/>
                  </a:cubicBezTo>
                  <a:cubicBezTo>
                    <a:pt x="143135" y="114273"/>
                    <a:pt x="139940" y="115550"/>
                    <a:pt x="137384" y="114912"/>
                  </a:cubicBezTo>
                  <a:cubicBezTo>
                    <a:pt x="127799" y="112996"/>
                    <a:pt x="118214" y="121934"/>
                    <a:pt x="118214" y="133425"/>
                  </a:cubicBezTo>
                  <a:cubicBezTo>
                    <a:pt x="118214" y="137256"/>
                    <a:pt x="115658" y="139809"/>
                    <a:pt x="111824" y="139809"/>
                  </a:cubicBezTo>
                  <a:cubicBezTo>
                    <a:pt x="109268" y="139809"/>
                    <a:pt x="107351" y="138532"/>
                    <a:pt x="106073" y="136617"/>
                  </a:cubicBezTo>
                  <a:cubicBezTo>
                    <a:pt x="105434" y="137256"/>
                    <a:pt x="104795" y="137894"/>
                    <a:pt x="104795" y="139171"/>
                  </a:cubicBezTo>
                  <a:cubicBezTo>
                    <a:pt x="102239" y="144916"/>
                    <a:pt x="105434" y="151939"/>
                    <a:pt x="111185" y="154492"/>
                  </a:cubicBezTo>
                  <a:cubicBezTo>
                    <a:pt x="114380" y="155769"/>
                    <a:pt x="116297" y="159600"/>
                    <a:pt x="115019" y="162792"/>
                  </a:cubicBezTo>
                  <a:cubicBezTo>
                    <a:pt x="113741" y="165345"/>
                    <a:pt x="111824" y="166622"/>
                    <a:pt x="109268" y="166622"/>
                  </a:cubicBezTo>
                  <a:cubicBezTo>
                    <a:pt x="108629" y="166622"/>
                    <a:pt x="107990" y="166622"/>
                    <a:pt x="106712" y="165984"/>
                  </a:cubicBezTo>
                  <a:cubicBezTo>
                    <a:pt x="93932" y="160876"/>
                    <a:pt x="87542" y="146832"/>
                    <a:pt x="92654" y="134702"/>
                  </a:cubicBezTo>
                  <a:cubicBezTo>
                    <a:pt x="94571" y="129595"/>
                    <a:pt x="97766" y="125764"/>
                    <a:pt x="102239" y="123211"/>
                  </a:cubicBezTo>
                  <a:cubicBezTo>
                    <a:pt x="103517" y="121934"/>
                    <a:pt x="105434" y="121296"/>
                    <a:pt x="107351" y="120657"/>
                  </a:cubicBezTo>
                  <a:cubicBezTo>
                    <a:pt x="107990" y="120657"/>
                    <a:pt x="107990" y="120657"/>
                    <a:pt x="108629" y="120657"/>
                  </a:cubicBezTo>
                  <a:cubicBezTo>
                    <a:pt x="113741" y="109804"/>
                    <a:pt x="123965" y="102144"/>
                    <a:pt x="135467" y="102782"/>
                  </a:cubicBezTo>
                  <a:cubicBezTo>
                    <a:pt x="141218" y="94483"/>
                    <a:pt x="150164" y="90014"/>
                    <a:pt x="159748" y="90014"/>
                  </a:cubicBezTo>
                  <a:cubicBezTo>
                    <a:pt x="165499" y="82353"/>
                    <a:pt x="173806" y="77246"/>
                    <a:pt x="182752" y="77246"/>
                  </a:cubicBezTo>
                  <a:cubicBezTo>
                    <a:pt x="191698" y="77246"/>
                    <a:pt x="200644" y="81715"/>
                    <a:pt x="205756" y="90014"/>
                  </a:cubicBezTo>
                  <a:cubicBezTo>
                    <a:pt x="215341" y="89376"/>
                    <a:pt x="224287" y="94483"/>
                    <a:pt x="230038" y="102782"/>
                  </a:cubicBezTo>
                  <a:cubicBezTo>
                    <a:pt x="244096" y="102144"/>
                    <a:pt x="255597" y="112358"/>
                    <a:pt x="258792" y="125764"/>
                  </a:cubicBezTo>
                  <a:cubicBezTo>
                    <a:pt x="267738" y="129595"/>
                    <a:pt x="273489" y="139809"/>
                    <a:pt x="272211" y="150024"/>
                  </a:cubicBezTo>
                  <a:close/>
                </a:path>
              </a:pathLst>
            </a:custGeom>
            <a:solidFill>
              <a:srgbClr val="046A38"/>
            </a:solidFill>
            <a:ln w="6390" cap="flat">
              <a:noFill/>
              <a:prstDash val="solid"/>
              <a:miter/>
            </a:ln>
          </p:spPr>
          <p:txBody>
            <a:bodyPr rtlCol="0" anchor="ctr"/>
            <a:lstStyle/>
            <a:p>
              <a:endParaRPr lang="en-US"/>
            </a:p>
          </p:txBody>
        </p:sp>
        <p:sp>
          <p:nvSpPr>
            <p:cNvPr id="1265" name="Graphic 4">
              <a:extLst>
                <a:ext uri="{FF2B5EF4-FFF2-40B4-BE49-F238E27FC236}">
                  <a16:creationId xmlns:a16="http://schemas.microsoft.com/office/drawing/2014/main" id="{09D990B0-A370-DA49-ABFB-B0F5DC8129E1}"/>
                </a:ext>
              </a:extLst>
            </p:cNvPr>
            <p:cNvSpPr/>
            <p:nvPr/>
          </p:nvSpPr>
          <p:spPr>
            <a:xfrm>
              <a:off x="1064563" y="3032554"/>
              <a:ext cx="16613" cy="94483"/>
            </a:xfrm>
            <a:custGeom>
              <a:avLst/>
              <a:gdLst>
                <a:gd name="connsiteX0" fmla="*/ 8307 w 16613"/>
                <a:gd name="connsiteY0" fmla="*/ 93845 h 94483"/>
                <a:gd name="connsiteX1" fmla="*/ 16614 w 16613"/>
                <a:gd name="connsiteY1" fmla="*/ 94483 h 94483"/>
                <a:gd name="connsiteX2" fmla="*/ 16614 w 16613"/>
                <a:gd name="connsiteY2" fmla="*/ 638 h 94483"/>
                <a:gd name="connsiteX3" fmla="*/ 0 w 16613"/>
                <a:gd name="connsiteY3" fmla="*/ 0 h 94483"/>
                <a:gd name="connsiteX4" fmla="*/ 8307 w 16613"/>
                <a:gd name="connsiteY4" fmla="*/ 93845 h 94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94483">
                  <a:moveTo>
                    <a:pt x="8307" y="93845"/>
                  </a:moveTo>
                  <a:cubicBezTo>
                    <a:pt x="10863" y="93845"/>
                    <a:pt x="13419" y="94483"/>
                    <a:pt x="16614" y="94483"/>
                  </a:cubicBezTo>
                  <a:lnTo>
                    <a:pt x="16614" y="638"/>
                  </a:lnTo>
                  <a:cubicBezTo>
                    <a:pt x="10224" y="638"/>
                    <a:pt x="4473" y="0"/>
                    <a:pt x="0" y="0"/>
                  </a:cubicBezTo>
                  <a:lnTo>
                    <a:pt x="8307" y="93845"/>
                  </a:lnTo>
                  <a:close/>
                </a:path>
              </a:pathLst>
            </a:custGeom>
            <a:solidFill>
              <a:srgbClr val="046A38"/>
            </a:solidFill>
            <a:ln w="6390" cap="flat">
              <a:noFill/>
              <a:prstDash val="solid"/>
              <a:miter/>
            </a:ln>
          </p:spPr>
          <p:txBody>
            <a:bodyPr rtlCol="0" anchor="ctr"/>
            <a:lstStyle/>
            <a:p>
              <a:endParaRPr lang="en-US"/>
            </a:p>
          </p:txBody>
        </p:sp>
        <p:sp>
          <p:nvSpPr>
            <p:cNvPr id="1266" name="Graphic 4">
              <a:extLst>
                <a:ext uri="{FF2B5EF4-FFF2-40B4-BE49-F238E27FC236}">
                  <a16:creationId xmlns:a16="http://schemas.microsoft.com/office/drawing/2014/main" id="{7496ADB1-D448-2B46-AF3D-8D8B71DFEBE5}"/>
                </a:ext>
              </a:extLst>
            </p:cNvPr>
            <p:cNvSpPr/>
            <p:nvPr/>
          </p:nvSpPr>
          <p:spPr>
            <a:xfrm>
              <a:off x="1115683" y="3027447"/>
              <a:ext cx="23642" cy="96398"/>
            </a:xfrm>
            <a:custGeom>
              <a:avLst/>
              <a:gdLst>
                <a:gd name="connsiteX0" fmla="*/ 0 w 23642"/>
                <a:gd name="connsiteY0" fmla="*/ 96398 h 96398"/>
                <a:gd name="connsiteX1" fmla="*/ 7029 w 23642"/>
                <a:gd name="connsiteY1" fmla="*/ 93206 h 96398"/>
                <a:gd name="connsiteX2" fmla="*/ 7029 w 23642"/>
                <a:gd name="connsiteY2" fmla="*/ 92568 h 96398"/>
                <a:gd name="connsiteX3" fmla="*/ 23643 w 23642"/>
                <a:gd name="connsiteY3" fmla="*/ 0 h 96398"/>
                <a:gd name="connsiteX4" fmla="*/ 8307 w 23642"/>
                <a:gd name="connsiteY4" fmla="*/ 3830 h 96398"/>
                <a:gd name="connsiteX5" fmla="*/ 0 w 23642"/>
                <a:gd name="connsiteY5" fmla="*/ 96398 h 9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42" h="96398">
                  <a:moveTo>
                    <a:pt x="0" y="96398"/>
                  </a:moveTo>
                  <a:cubicBezTo>
                    <a:pt x="3834" y="95121"/>
                    <a:pt x="6390" y="93844"/>
                    <a:pt x="7029" y="93206"/>
                  </a:cubicBezTo>
                  <a:cubicBezTo>
                    <a:pt x="7029" y="93206"/>
                    <a:pt x="7029" y="93206"/>
                    <a:pt x="7029" y="92568"/>
                  </a:cubicBezTo>
                  <a:lnTo>
                    <a:pt x="23643" y="0"/>
                  </a:lnTo>
                  <a:cubicBezTo>
                    <a:pt x="19809" y="1277"/>
                    <a:pt x="14697" y="2554"/>
                    <a:pt x="8307" y="3830"/>
                  </a:cubicBezTo>
                  <a:lnTo>
                    <a:pt x="0" y="96398"/>
                  </a:lnTo>
                  <a:close/>
                </a:path>
              </a:pathLst>
            </a:custGeom>
            <a:solidFill>
              <a:srgbClr val="046A38"/>
            </a:solidFill>
            <a:ln w="6390" cap="flat">
              <a:noFill/>
              <a:prstDash val="solid"/>
              <a:miter/>
            </a:ln>
          </p:spPr>
          <p:txBody>
            <a:bodyPr rtlCol="0" anchor="ctr"/>
            <a:lstStyle/>
            <a:p>
              <a:endParaRPr lang="en-US"/>
            </a:p>
          </p:txBody>
        </p:sp>
        <p:sp>
          <p:nvSpPr>
            <p:cNvPr id="1267" name="Graphic 4">
              <a:extLst>
                <a:ext uri="{FF2B5EF4-FFF2-40B4-BE49-F238E27FC236}">
                  <a16:creationId xmlns:a16="http://schemas.microsoft.com/office/drawing/2014/main" id="{2DCF6A8B-D763-2A46-A78B-E4A0A6D2141F}"/>
                </a:ext>
              </a:extLst>
            </p:cNvPr>
            <p:cNvSpPr/>
            <p:nvPr/>
          </p:nvSpPr>
          <p:spPr>
            <a:xfrm>
              <a:off x="1094596" y="3032554"/>
              <a:ext cx="16613" cy="94483"/>
            </a:xfrm>
            <a:custGeom>
              <a:avLst/>
              <a:gdLst>
                <a:gd name="connsiteX0" fmla="*/ 16614 w 16613"/>
                <a:gd name="connsiteY0" fmla="*/ 0 h 94483"/>
                <a:gd name="connsiteX1" fmla="*/ 0 w 16613"/>
                <a:gd name="connsiteY1" fmla="*/ 638 h 94483"/>
                <a:gd name="connsiteX2" fmla="*/ 0 w 16613"/>
                <a:gd name="connsiteY2" fmla="*/ 94483 h 94483"/>
                <a:gd name="connsiteX3" fmla="*/ 8307 w 16613"/>
                <a:gd name="connsiteY3" fmla="*/ 93845 h 94483"/>
                <a:gd name="connsiteX4" fmla="*/ 16614 w 16613"/>
                <a:gd name="connsiteY4" fmla="*/ 0 h 94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94483">
                  <a:moveTo>
                    <a:pt x="16614" y="0"/>
                  </a:moveTo>
                  <a:cubicBezTo>
                    <a:pt x="11502" y="638"/>
                    <a:pt x="5751" y="638"/>
                    <a:pt x="0" y="638"/>
                  </a:cubicBezTo>
                  <a:lnTo>
                    <a:pt x="0" y="94483"/>
                  </a:lnTo>
                  <a:cubicBezTo>
                    <a:pt x="3195" y="94483"/>
                    <a:pt x="5751" y="93845"/>
                    <a:pt x="8307" y="93845"/>
                  </a:cubicBezTo>
                  <a:lnTo>
                    <a:pt x="16614" y="0"/>
                  </a:lnTo>
                  <a:close/>
                </a:path>
              </a:pathLst>
            </a:custGeom>
            <a:solidFill>
              <a:srgbClr val="046A38"/>
            </a:solidFill>
            <a:ln w="6390" cap="flat">
              <a:noFill/>
              <a:prstDash val="solid"/>
              <a:miter/>
            </a:ln>
          </p:spPr>
          <p:txBody>
            <a:bodyPr rtlCol="0" anchor="ctr"/>
            <a:lstStyle/>
            <a:p>
              <a:endParaRPr lang="en-US"/>
            </a:p>
          </p:txBody>
        </p:sp>
      </p:grpSp>
      <p:grpSp>
        <p:nvGrpSpPr>
          <p:cNvPr id="1268" name="Graphic 4">
            <a:extLst>
              <a:ext uri="{FF2B5EF4-FFF2-40B4-BE49-F238E27FC236}">
                <a16:creationId xmlns:a16="http://schemas.microsoft.com/office/drawing/2014/main" id="{61069DCC-3943-1241-AFE3-7B64FDB3F234}"/>
              </a:ext>
            </a:extLst>
          </p:cNvPr>
          <p:cNvGrpSpPr/>
          <p:nvPr/>
        </p:nvGrpSpPr>
        <p:grpSpPr>
          <a:xfrm>
            <a:off x="905454" y="3339623"/>
            <a:ext cx="361670" cy="361333"/>
            <a:chOff x="905454" y="3339623"/>
            <a:chExt cx="361670" cy="361333"/>
          </a:xfrm>
          <a:solidFill>
            <a:srgbClr val="046A38"/>
          </a:solidFill>
        </p:grpSpPr>
        <p:sp>
          <p:nvSpPr>
            <p:cNvPr id="1269" name="Graphic 4">
              <a:extLst>
                <a:ext uri="{FF2B5EF4-FFF2-40B4-BE49-F238E27FC236}">
                  <a16:creationId xmlns:a16="http://schemas.microsoft.com/office/drawing/2014/main" id="{50DDA1C1-A712-1E44-B5BC-FCC3CC9D4029}"/>
                </a:ext>
              </a:extLst>
            </p:cNvPr>
            <p:cNvSpPr/>
            <p:nvPr/>
          </p:nvSpPr>
          <p:spPr>
            <a:xfrm>
              <a:off x="1017917" y="3576469"/>
              <a:ext cx="17252" cy="31281"/>
            </a:xfrm>
            <a:custGeom>
              <a:avLst/>
              <a:gdLst>
                <a:gd name="connsiteX0" fmla="*/ 3195 w 17252"/>
                <a:gd name="connsiteY0" fmla="*/ 15322 h 31281"/>
                <a:gd name="connsiteX1" fmla="*/ 2556 w 17252"/>
                <a:gd name="connsiteY1" fmla="*/ 31282 h 31281"/>
                <a:gd name="connsiteX2" fmla="*/ 17253 w 17252"/>
                <a:gd name="connsiteY2" fmla="*/ 14683 h 31281"/>
                <a:gd name="connsiteX3" fmla="*/ 0 w 17252"/>
                <a:gd name="connsiteY3" fmla="*/ 0 h 31281"/>
                <a:gd name="connsiteX4" fmla="*/ 3195 w 17252"/>
                <a:gd name="connsiteY4" fmla="*/ 15322 h 31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52" h="31281">
                  <a:moveTo>
                    <a:pt x="3195" y="15322"/>
                  </a:moveTo>
                  <a:cubicBezTo>
                    <a:pt x="3195" y="18514"/>
                    <a:pt x="3195" y="23621"/>
                    <a:pt x="2556" y="31282"/>
                  </a:cubicBezTo>
                  <a:lnTo>
                    <a:pt x="17253" y="14683"/>
                  </a:lnTo>
                  <a:lnTo>
                    <a:pt x="0" y="0"/>
                  </a:lnTo>
                  <a:cubicBezTo>
                    <a:pt x="1917" y="7023"/>
                    <a:pt x="3195" y="12130"/>
                    <a:pt x="3195" y="15322"/>
                  </a:cubicBezTo>
                  <a:close/>
                </a:path>
              </a:pathLst>
            </a:custGeom>
            <a:solidFill>
              <a:srgbClr val="046A38"/>
            </a:solidFill>
            <a:ln w="6390" cap="flat">
              <a:noFill/>
              <a:prstDash val="solid"/>
              <a:miter/>
            </a:ln>
          </p:spPr>
          <p:txBody>
            <a:bodyPr rtlCol="0" anchor="ctr"/>
            <a:lstStyle/>
            <a:p>
              <a:endParaRPr lang="en-US"/>
            </a:p>
          </p:txBody>
        </p:sp>
        <p:sp>
          <p:nvSpPr>
            <p:cNvPr id="1270" name="Graphic 4">
              <a:extLst>
                <a:ext uri="{FF2B5EF4-FFF2-40B4-BE49-F238E27FC236}">
                  <a16:creationId xmlns:a16="http://schemas.microsoft.com/office/drawing/2014/main" id="{8C7D131F-78A9-DE40-9ECF-990EB0F27C3E}"/>
                </a:ext>
              </a:extLst>
            </p:cNvPr>
            <p:cNvSpPr/>
            <p:nvPr/>
          </p:nvSpPr>
          <p:spPr>
            <a:xfrm>
              <a:off x="1072231" y="3571362"/>
              <a:ext cx="53056" cy="35362"/>
            </a:xfrm>
            <a:custGeom>
              <a:avLst/>
              <a:gdLst>
                <a:gd name="connsiteX0" fmla="*/ 42174 w 53056"/>
                <a:gd name="connsiteY0" fmla="*/ 639 h 35362"/>
                <a:gd name="connsiteX1" fmla="*/ 40896 w 53056"/>
                <a:gd name="connsiteY1" fmla="*/ 0 h 35362"/>
                <a:gd name="connsiteX2" fmla="*/ 0 w 53056"/>
                <a:gd name="connsiteY2" fmla="*/ 33835 h 35362"/>
                <a:gd name="connsiteX3" fmla="*/ 17253 w 53056"/>
                <a:gd name="connsiteY3" fmla="*/ 35112 h 35362"/>
                <a:gd name="connsiteX4" fmla="*/ 53036 w 53056"/>
                <a:gd name="connsiteY4" fmla="*/ 12768 h 35362"/>
                <a:gd name="connsiteX5" fmla="*/ 42174 w 53056"/>
                <a:gd name="connsiteY5" fmla="*/ 639 h 35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056" h="35362">
                  <a:moveTo>
                    <a:pt x="42174" y="639"/>
                  </a:moveTo>
                  <a:cubicBezTo>
                    <a:pt x="41535" y="639"/>
                    <a:pt x="40896" y="0"/>
                    <a:pt x="40896" y="0"/>
                  </a:cubicBezTo>
                  <a:lnTo>
                    <a:pt x="0" y="33835"/>
                  </a:lnTo>
                  <a:cubicBezTo>
                    <a:pt x="5112" y="35112"/>
                    <a:pt x="10863" y="35751"/>
                    <a:pt x="17253" y="35112"/>
                  </a:cubicBezTo>
                  <a:cubicBezTo>
                    <a:pt x="38979" y="33197"/>
                    <a:pt x="53675" y="22344"/>
                    <a:pt x="53036" y="12768"/>
                  </a:cubicBezTo>
                  <a:cubicBezTo>
                    <a:pt x="52397" y="6384"/>
                    <a:pt x="46008" y="1915"/>
                    <a:pt x="42174" y="639"/>
                  </a:cubicBezTo>
                  <a:close/>
                </a:path>
              </a:pathLst>
            </a:custGeom>
            <a:solidFill>
              <a:srgbClr val="046A38"/>
            </a:solidFill>
            <a:ln w="6390" cap="flat">
              <a:noFill/>
              <a:prstDash val="solid"/>
              <a:miter/>
            </a:ln>
          </p:spPr>
          <p:txBody>
            <a:bodyPr rtlCol="0" anchor="ctr"/>
            <a:lstStyle/>
            <a:p>
              <a:endParaRPr lang="en-US"/>
            </a:p>
          </p:txBody>
        </p:sp>
        <p:sp>
          <p:nvSpPr>
            <p:cNvPr id="1271" name="Graphic 4">
              <a:extLst>
                <a:ext uri="{FF2B5EF4-FFF2-40B4-BE49-F238E27FC236}">
                  <a16:creationId xmlns:a16="http://schemas.microsoft.com/office/drawing/2014/main" id="{A160ED93-C249-C84F-932D-8E2C00346456}"/>
                </a:ext>
              </a:extLst>
            </p:cNvPr>
            <p:cNvSpPr/>
            <p:nvPr/>
          </p:nvSpPr>
          <p:spPr>
            <a:xfrm>
              <a:off x="1050505" y="3566893"/>
              <a:ext cx="47285" cy="32558"/>
            </a:xfrm>
            <a:custGeom>
              <a:avLst/>
              <a:gdLst>
                <a:gd name="connsiteX0" fmla="*/ 7668 w 47285"/>
                <a:gd name="connsiteY0" fmla="*/ 32559 h 32558"/>
                <a:gd name="connsiteX1" fmla="*/ 47286 w 47285"/>
                <a:gd name="connsiteY1" fmla="*/ 0 h 32558"/>
                <a:gd name="connsiteX2" fmla="*/ 40896 w 47285"/>
                <a:gd name="connsiteY2" fmla="*/ 0 h 32558"/>
                <a:gd name="connsiteX3" fmla="*/ 35784 w 47285"/>
                <a:gd name="connsiteY3" fmla="*/ 0 h 32558"/>
                <a:gd name="connsiteX4" fmla="*/ 8946 w 47285"/>
                <a:gd name="connsiteY4" fmla="*/ 8938 h 32558"/>
                <a:gd name="connsiteX5" fmla="*/ 0 w 47285"/>
                <a:gd name="connsiteY5" fmla="*/ 22344 h 32558"/>
                <a:gd name="connsiteX6" fmla="*/ 7668 w 47285"/>
                <a:gd name="connsiteY6" fmla="*/ 32559 h 3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285" h="32558">
                  <a:moveTo>
                    <a:pt x="7668" y="32559"/>
                  </a:moveTo>
                  <a:lnTo>
                    <a:pt x="47286" y="0"/>
                  </a:lnTo>
                  <a:cubicBezTo>
                    <a:pt x="45369" y="0"/>
                    <a:pt x="42813" y="0"/>
                    <a:pt x="40896" y="0"/>
                  </a:cubicBezTo>
                  <a:cubicBezTo>
                    <a:pt x="38979" y="0"/>
                    <a:pt x="37701" y="0"/>
                    <a:pt x="35784" y="0"/>
                  </a:cubicBezTo>
                  <a:cubicBezTo>
                    <a:pt x="25560" y="639"/>
                    <a:pt x="15336" y="3831"/>
                    <a:pt x="8946" y="8938"/>
                  </a:cubicBezTo>
                  <a:cubicBezTo>
                    <a:pt x="5751" y="11491"/>
                    <a:pt x="0" y="16599"/>
                    <a:pt x="0" y="22344"/>
                  </a:cubicBezTo>
                  <a:cubicBezTo>
                    <a:pt x="639" y="26175"/>
                    <a:pt x="3195" y="30005"/>
                    <a:pt x="7668" y="32559"/>
                  </a:cubicBezTo>
                  <a:close/>
                </a:path>
              </a:pathLst>
            </a:custGeom>
            <a:solidFill>
              <a:srgbClr val="046A38"/>
            </a:solidFill>
            <a:ln w="6390" cap="flat">
              <a:noFill/>
              <a:prstDash val="solid"/>
              <a:miter/>
            </a:ln>
          </p:spPr>
          <p:txBody>
            <a:bodyPr rtlCol="0" anchor="ctr"/>
            <a:lstStyle/>
            <a:p>
              <a:endParaRPr lang="en-US"/>
            </a:p>
          </p:txBody>
        </p:sp>
        <p:sp>
          <p:nvSpPr>
            <p:cNvPr id="1272" name="Graphic 4">
              <a:extLst>
                <a:ext uri="{FF2B5EF4-FFF2-40B4-BE49-F238E27FC236}">
                  <a16:creationId xmlns:a16="http://schemas.microsoft.com/office/drawing/2014/main" id="{FD0D2C95-A197-8B42-A646-ED150A91815A}"/>
                </a:ext>
              </a:extLst>
            </p:cNvPr>
            <p:cNvSpPr/>
            <p:nvPr/>
          </p:nvSpPr>
          <p:spPr>
            <a:xfrm>
              <a:off x="1027501" y="3469218"/>
              <a:ext cx="31949" cy="51071"/>
            </a:xfrm>
            <a:custGeom>
              <a:avLst/>
              <a:gdLst>
                <a:gd name="connsiteX0" fmla="*/ 3195 w 31949"/>
                <a:gd name="connsiteY0" fmla="*/ 21067 h 51071"/>
                <a:gd name="connsiteX1" fmla="*/ 5751 w 31949"/>
                <a:gd name="connsiteY1" fmla="*/ 31920 h 51071"/>
                <a:gd name="connsiteX2" fmla="*/ 7668 w 31949"/>
                <a:gd name="connsiteY2" fmla="*/ 36389 h 51071"/>
                <a:gd name="connsiteX3" fmla="*/ 15336 w 31949"/>
                <a:gd name="connsiteY3" fmla="*/ 47242 h 51071"/>
                <a:gd name="connsiteX4" fmla="*/ 16614 w 31949"/>
                <a:gd name="connsiteY4" fmla="*/ 51072 h 51071"/>
                <a:gd name="connsiteX5" fmla="*/ 16614 w 31949"/>
                <a:gd name="connsiteY5" fmla="*/ 51072 h 51071"/>
                <a:gd name="connsiteX6" fmla="*/ 21087 w 31949"/>
                <a:gd name="connsiteY6" fmla="*/ 49795 h 51071"/>
                <a:gd name="connsiteX7" fmla="*/ 21087 w 31949"/>
                <a:gd name="connsiteY7" fmla="*/ 49795 h 51071"/>
                <a:gd name="connsiteX8" fmla="*/ 21087 w 31949"/>
                <a:gd name="connsiteY8" fmla="*/ 47880 h 51071"/>
                <a:gd name="connsiteX9" fmla="*/ 31950 w 31949"/>
                <a:gd name="connsiteY9" fmla="*/ 0 h 51071"/>
                <a:gd name="connsiteX10" fmla="*/ 1278 w 31949"/>
                <a:gd name="connsiteY10" fmla="*/ 14683 h 51071"/>
                <a:gd name="connsiteX11" fmla="*/ 0 w 31949"/>
                <a:gd name="connsiteY11" fmla="*/ 17237 h 51071"/>
                <a:gd name="connsiteX12" fmla="*/ 3195 w 31949"/>
                <a:gd name="connsiteY12" fmla="*/ 21067 h 5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949" h="51071">
                  <a:moveTo>
                    <a:pt x="3195" y="21067"/>
                  </a:moveTo>
                  <a:lnTo>
                    <a:pt x="5751" y="31920"/>
                  </a:lnTo>
                  <a:cubicBezTo>
                    <a:pt x="6390" y="33197"/>
                    <a:pt x="7029" y="35112"/>
                    <a:pt x="7668" y="36389"/>
                  </a:cubicBezTo>
                  <a:lnTo>
                    <a:pt x="15336" y="47242"/>
                  </a:lnTo>
                  <a:cubicBezTo>
                    <a:pt x="15975" y="48519"/>
                    <a:pt x="16614" y="49795"/>
                    <a:pt x="16614" y="51072"/>
                  </a:cubicBezTo>
                  <a:lnTo>
                    <a:pt x="16614" y="51072"/>
                  </a:lnTo>
                  <a:cubicBezTo>
                    <a:pt x="17253" y="51072"/>
                    <a:pt x="18531" y="51072"/>
                    <a:pt x="21087" y="49795"/>
                  </a:cubicBezTo>
                  <a:cubicBezTo>
                    <a:pt x="21087" y="49795"/>
                    <a:pt x="21087" y="49795"/>
                    <a:pt x="21087" y="49795"/>
                  </a:cubicBezTo>
                  <a:cubicBezTo>
                    <a:pt x="21087" y="49157"/>
                    <a:pt x="21087" y="48519"/>
                    <a:pt x="21087" y="47880"/>
                  </a:cubicBezTo>
                  <a:lnTo>
                    <a:pt x="31950" y="0"/>
                  </a:lnTo>
                  <a:cubicBezTo>
                    <a:pt x="23643" y="3831"/>
                    <a:pt x="8307" y="11491"/>
                    <a:pt x="1278" y="14683"/>
                  </a:cubicBezTo>
                  <a:cubicBezTo>
                    <a:pt x="639" y="15322"/>
                    <a:pt x="0" y="15960"/>
                    <a:pt x="0" y="17237"/>
                  </a:cubicBezTo>
                  <a:cubicBezTo>
                    <a:pt x="1278" y="17875"/>
                    <a:pt x="2556" y="19152"/>
                    <a:pt x="3195" y="21067"/>
                  </a:cubicBezTo>
                  <a:close/>
                </a:path>
              </a:pathLst>
            </a:custGeom>
            <a:solidFill>
              <a:srgbClr val="046A38"/>
            </a:solidFill>
            <a:ln w="6390" cap="flat">
              <a:noFill/>
              <a:prstDash val="solid"/>
              <a:miter/>
            </a:ln>
          </p:spPr>
          <p:txBody>
            <a:bodyPr rtlCol="0" anchor="ctr"/>
            <a:lstStyle/>
            <a:p>
              <a:endParaRPr lang="en-US"/>
            </a:p>
          </p:txBody>
        </p:sp>
        <p:sp>
          <p:nvSpPr>
            <p:cNvPr id="1273" name="Graphic 4">
              <a:extLst>
                <a:ext uri="{FF2B5EF4-FFF2-40B4-BE49-F238E27FC236}">
                  <a16:creationId xmlns:a16="http://schemas.microsoft.com/office/drawing/2014/main" id="{C5C3BF6E-0F77-6141-92AB-C0F050ACC39E}"/>
                </a:ext>
              </a:extLst>
            </p:cNvPr>
            <p:cNvSpPr/>
            <p:nvPr/>
          </p:nvSpPr>
          <p:spPr>
            <a:xfrm>
              <a:off x="993635" y="3501777"/>
              <a:ext cx="32588" cy="36388"/>
            </a:xfrm>
            <a:custGeom>
              <a:avLst/>
              <a:gdLst>
                <a:gd name="connsiteX0" fmla="*/ 17892 w 32588"/>
                <a:gd name="connsiteY0" fmla="*/ 30643 h 36388"/>
                <a:gd name="connsiteX1" fmla="*/ 19170 w 32588"/>
                <a:gd name="connsiteY1" fmla="*/ 36388 h 36388"/>
                <a:gd name="connsiteX2" fmla="*/ 19809 w 32588"/>
                <a:gd name="connsiteY2" fmla="*/ 36388 h 36388"/>
                <a:gd name="connsiteX3" fmla="*/ 30672 w 32588"/>
                <a:gd name="connsiteY3" fmla="*/ 15960 h 36388"/>
                <a:gd name="connsiteX4" fmla="*/ 32589 w 32588"/>
                <a:gd name="connsiteY4" fmla="*/ 13406 h 36388"/>
                <a:gd name="connsiteX5" fmla="*/ 30672 w 32588"/>
                <a:gd name="connsiteY5" fmla="*/ 10852 h 36388"/>
                <a:gd name="connsiteX6" fmla="*/ 26838 w 32588"/>
                <a:gd name="connsiteY6" fmla="*/ 2553 h 36388"/>
                <a:gd name="connsiteX7" fmla="*/ 24282 w 32588"/>
                <a:gd name="connsiteY7" fmla="*/ 2553 h 36388"/>
                <a:gd name="connsiteX8" fmla="*/ 639 w 32588"/>
                <a:gd name="connsiteY8" fmla="*/ 0 h 36388"/>
                <a:gd name="connsiteX9" fmla="*/ 0 w 32588"/>
                <a:gd name="connsiteY9" fmla="*/ 0 h 36388"/>
                <a:gd name="connsiteX10" fmla="*/ 639 w 32588"/>
                <a:gd name="connsiteY10" fmla="*/ 1276 h 36388"/>
                <a:gd name="connsiteX11" fmla="*/ 2556 w 32588"/>
                <a:gd name="connsiteY11" fmla="*/ 4468 h 36388"/>
                <a:gd name="connsiteX12" fmla="*/ 8946 w 32588"/>
                <a:gd name="connsiteY12" fmla="*/ 14044 h 36388"/>
                <a:gd name="connsiteX13" fmla="*/ 10863 w 32588"/>
                <a:gd name="connsiteY13" fmla="*/ 20428 h 36388"/>
                <a:gd name="connsiteX14" fmla="*/ 17892 w 32588"/>
                <a:gd name="connsiteY14" fmla="*/ 30643 h 36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588" h="36388">
                  <a:moveTo>
                    <a:pt x="17892" y="30643"/>
                  </a:moveTo>
                  <a:cubicBezTo>
                    <a:pt x="17892" y="33835"/>
                    <a:pt x="18531" y="35750"/>
                    <a:pt x="19170" y="36388"/>
                  </a:cubicBezTo>
                  <a:cubicBezTo>
                    <a:pt x="19170" y="36388"/>
                    <a:pt x="19170" y="36388"/>
                    <a:pt x="19809" y="36388"/>
                  </a:cubicBezTo>
                  <a:lnTo>
                    <a:pt x="30672" y="15960"/>
                  </a:lnTo>
                  <a:cubicBezTo>
                    <a:pt x="31311" y="14683"/>
                    <a:pt x="31950" y="14044"/>
                    <a:pt x="32589" y="13406"/>
                  </a:cubicBezTo>
                  <a:lnTo>
                    <a:pt x="30672" y="10852"/>
                  </a:lnTo>
                  <a:cubicBezTo>
                    <a:pt x="28755" y="8299"/>
                    <a:pt x="27477" y="5745"/>
                    <a:pt x="26838" y="2553"/>
                  </a:cubicBezTo>
                  <a:cubicBezTo>
                    <a:pt x="26199" y="2553"/>
                    <a:pt x="25560" y="2553"/>
                    <a:pt x="24282" y="2553"/>
                  </a:cubicBezTo>
                  <a:lnTo>
                    <a:pt x="639" y="0"/>
                  </a:lnTo>
                  <a:cubicBezTo>
                    <a:pt x="639" y="0"/>
                    <a:pt x="639" y="0"/>
                    <a:pt x="0" y="0"/>
                  </a:cubicBezTo>
                  <a:cubicBezTo>
                    <a:pt x="0" y="0"/>
                    <a:pt x="0" y="638"/>
                    <a:pt x="639" y="1276"/>
                  </a:cubicBezTo>
                  <a:cubicBezTo>
                    <a:pt x="1917" y="3830"/>
                    <a:pt x="2556" y="4468"/>
                    <a:pt x="2556" y="4468"/>
                  </a:cubicBezTo>
                  <a:cubicBezTo>
                    <a:pt x="6390" y="5745"/>
                    <a:pt x="8946" y="9576"/>
                    <a:pt x="8946" y="14044"/>
                  </a:cubicBezTo>
                  <a:cubicBezTo>
                    <a:pt x="8946" y="16598"/>
                    <a:pt x="8946" y="19790"/>
                    <a:pt x="10863" y="20428"/>
                  </a:cubicBezTo>
                  <a:cubicBezTo>
                    <a:pt x="15336" y="21705"/>
                    <a:pt x="17892" y="26174"/>
                    <a:pt x="17892" y="30643"/>
                  </a:cubicBezTo>
                  <a:close/>
                </a:path>
              </a:pathLst>
            </a:custGeom>
            <a:solidFill>
              <a:srgbClr val="046A38"/>
            </a:solidFill>
            <a:ln w="6390" cap="flat">
              <a:noFill/>
              <a:prstDash val="solid"/>
              <a:miter/>
            </a:ln>
          </p:spPr>
          <p:txBody>
            <a:bodyPr rtlCol="0" anchor="ctr"/>
            <a:lstStyle/>
            <a:p>
              <a:endParaRPr lang="en-US"/>
            </a:p>
          </p:txBody>
        </p:sp>
        <p:sp>
          <p:nvSpPr>
            <p:cNvPr id="1274" name="Graphic 4">
              <a:extLst>
                <a:ext uri="{FF2B5EF4-FFF2-40B4-BE49-F238E27FC236}">
                  <a16:creationId xmlns:a16="http://schemas.microsoft.com/office/drawing/2014/main" id="{69C9EE15-9B7C-5047-B821-17FCB86C143C}"/>
                </a:ext>
              </a:extLst>
            </p:cNvPr>
            <p:cNvSpPr/>
            <p:nvPr/>
          </p:nvSpPr>
          <p:spPr>
            <a:xfrm>
              <a:off x="1140603" y="3566255"/>
              <a:ext cx="17252" cy="31281"/>
            </a:xfrm>
            <a:custGeom>
              <a:avLst/>
              <a:gdLst>
                <a:gd name="connsiteX0" fmla="*/ 14697 w 17252"/>
                <a:gd name="connsiteY0" fmla="*/ 0 h 31281"/>
                <a:gd name="connsiteX1" fmla="*/ 0 w 17252"/>
                <a:gd name="connsiteY1" fmla="*/ 16598 h 31281"/>
                <a:gd name="connsiteX2" fmla="*/ 17253 w 17252"/>
                <a:gd name="connsiteY2" fmla="*/ 31282 h 31281"/>
                <a:gd name="connsiteX3" fmla="*/ 14697 w 17252"/>
                <a:gd name="connsiteY3" fmla="*/ 15960 h 31281"/>
                <a:gd name="connsiteX4" fmla="*/ 14697 w 17252"/>
                <a:gd name="connsiteY4" fmla="*/ 0 h 31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52" h="31281">
                  <a:moveTo>
                    <a:pt x="14697" y="0"/>
                  </a:moveTo>
                  <a:lnTo>
                    <a:pt x="0" y="16598"/>
                  </a:lnTo>
                  <a:lnTo>
                    <a:pt x="17253" y="31282"/>
                  </a:lnTo>
                  <a:cubicBezTo>
                    <a:pt x="15975" y="24259"/>
                    <a:pt x="14697" y="19152"/>
                    <a:pt x="14697" y="15960"/>
                  </a:cubicBezTo>
                  <a:cubicBezTo>
                    <a:pt x="14058" y="12130"/>
                    <a:pt x="14058" y="7022"/>
                    <a:pt x="14697" y="0"/>
                  </a:cubicBezTo>
                  <a:close/>
                </a:path>
              </a:pathLst>
            </a:custGeom>
            <a:solidFill>
              <a:srgbClr val="046A38"/>
            </a:solidFill>
            <a:ln w="6390" cap="flat">
              <a:noFill/>
              <a:prstDash val="solid"/>
              <a:miter/>
            </a:ln>
          </p:spPr>
          <p:txBody>
            <a:bodyPr rtlCol="0" anchor="ctr"/>
            <a:lstStyle/>
            <a:p>
              <a:endParaRPr lang="en-US"/>
            </a:p>
          </p:txBody>
        </p:sp>
        <p:sp>
          <p:nvSpPr>
            <p:cNvPr id="1275" name="Graphic 4">
              <a:extLst>
                <a:ext uri="{FF2B5EF4-FFF2-40B4-BE49-F238E27FC236}">
                  <a16:creationId xmlns:a16="http://schemas.microsoft.com/office/drawing/2014/main" id="{D9BF1E60-439C-BB4C-B7F8-69EA72884F57}"/>
                </a:ext>
              </a:extLst>
            </p:cNvPr>
            <p:cNvSpPr/>
            <p:nvPr/>
          </p:nvSpPr>
          <p:spPr>
            <a:xfrm>
              <a:off x="1146830" y="3496031"/>
              <a:ext cx="31521" cy="31329"/>
            </a:xfrm>
            <a:custGeom>
              <a:avLst/>
              <a:gdLst>
                <a:gd name="connsiteX0" fmla="*/ 25723 w 31521"/>
                <a:gd name="connsiteY0" fmla="*/ 3192 h 31329"/>
                <a:gd name="connsiteX1" fmla="*/ 16138 w 31521"/>
                <a:gd name="connsiteY1" fmla="*/ 0 h 31329"/>
                <a:gd name="connsiteX2" fmla="*/ 14221 w 31521"/>
                <a:gd name="connsiteY2" fmla="*/ 0 h 31329"/>
                <a:gd name="connsiteX3" fmla="*/ 3358 w 31521"/>
                <a:gd name="connsiteY3" fmla="*/ 5746 h 31329"/>
                <a:gd name="connsiteX4" fmla="*/ 163 w 31521"/>
                <a:gd name="connsiteY4" fmla="*/ 17237 h 31329"/>
                <a:gd name="connsiteX5" fmla="*/ 17416 w 31521"/>
                <a:gd name="connsiteY5" fmla="*/ 31282 h 31329"/>
                <a:gd name="connsiteX6" fmla="*/ 31474 w 31521"/>
                <a:gd name="connsiteY6" fmla="*/ 14045 h 31329"/>
                <a:gd name="connsiteX7" fmla="*/ 25723 w 31521"/>
                <a:gd name="connsiteY7" fmla="*/ 3192 h 31329"/>
                <a:gd name="connsiteX8" fmla="*/ 23806 w 31521"/>
                <a:gd name="connsiteY8" fmla="*/ 22982 h 31329"/>
                <a:gd name="connsiteX9" fmla="*/ 23167 w 31521"/>
                <a:gd name="connsiteY9" fmla="*/ 22982 h 31329"/>
                <a:gd name="connsiteX10" fmla="*/ 16777 w 31521"/>
                <a:gd name="connsiteY10" fmla="*/ 17237 h 31329"/>
                <a:gd name="connsiteX11" fmla="*/ 13582 w 31521"/>
                <a:gd name="connsiteY11" fmla="*/ 14683 h 31329"/>
                <a:gd name="connsiteX12" fmla="*/ 6553 w 31521"/>
                <a:gd name="connsiteY12" fmla="*/ 8938 h 31329"/>
                <a:gd name="connsiteX13" fmla="*/ 12304 w 31521"/>
                <a:gd name="connsiteY13" fmla="*/ 1915 h 31329"/>
                <a:gd name="connsiteX14" fmla="*/ 29557 w 31521"/>
                <a:gd name="connsiteY14" fmla="*/ 15960 h 31329"/>
                <a:gd name="connsiteX15" fmla="*/ 23806 w 31521"/>
                <a:gd name="connsiteY15" fmla="*/ 22982 h 31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521" h="31329">
                  <a:moveTo>
                    <a:pt x="25723" y="3192"/>
                  </a:moveTo>
                  <a:cubicBezTo>
                    <a:pt x="23167" y="638"/>
                    <a:pt x="19333" y="0"/>
                    <a:pt x="16138" y="0"/>
                  </a:cubicBezTo>
                  <a:cubicBezTo>
                    <a:pt x="15499" y="0"/>
                    <a:pt x="14860" y="0"/>
                    <a:pt x="14221" y="0"/>
                  </a:cubicBezTo>
                  <a:cubicBezTo>
                    <a:pt x="9748" y="638"/>
                    <a:pt x="5914" y="2554"/>
                    <a:pt x="3358" y="5746"/>
                  </a:cubicBezTo>
                  <a:cubicBezTo>
                    <a:pt x="802" y="8938"/>
                    <a:pt x="-476" y="13406"/>
                    <a:pt x="163" y="17237"/>
                  </a:cubicBezTo>
                  <a:cubicBezTo>
                    <a:pt x="802" y="26174"/>
                    <a:pt x="9109" y="31920"/>
                    <a:pt x="17416" y="31282"/>
                  </a:cubicBezTo>
                  <a:cubicBezTo>
                    <a:pt x="26362" y="30643"/>
                    <a:pt x="32113" y="22344"/>
                    <a:pt x="31474" y="14045"/>
                  </a:cubicBezTo>
                  <a:cubicBezTo>
                    <a:pt x="30835" y="10214"/>
                    <a:pt x="28918" y="6384"/>
                    <a:pt x="25723" y="3192"/>
                  </a:cubicBezTo>
                  <a:close/>
                  <a:moveTo>
                    <a:pt x="23806" y="22982"/>
                  </a:moveTo>
                  <a:cubicBezTo>
                    <a:pt x="23806" y="22982"/>
                    <a:pt x="23167" y="22982"/>
                    <a:pt x="23167" y="22982"/>
                  </a:cubicBezTo>
                  <a:cubicBezTo>
                    <a:pt x="19972" y="22982"/>
                    <a:pt x="17416" y="20429"/>
                    <a:pt x="16777" y="17237"/>
                  </a:cubicBezTo>
                  <a:cubicBezTo>
                    <a:pt x="16777" y="15960"/>
                    <a:pt x="15499" y="14683"/>
                    <a:pt x="13582" y="14683"/>
                  </a:cubicBezTo>
                  <a:cubicBezTo>
                    <a:pt x="10387" y="15322"/>
                    <a:pt x="7192" y="12768"/>
                    <a:pt x="6553" y="8938"/>
                  </a:cubicBezTo>
                  <a:cubicBezTo>
                    <a:pt x="5914" y="5746"/>
                    <a:pt x="8470" y="2554"/>
                    <a:pt x="12304" y="1915"/>
                  </a:cubicBezTo>
                  <a:cubicBezTo>
                    <a:pt x="20611" y="1277"/>
                    <a:pt x="28279" y="7022"/>
                    <a:pt x="29557" y="15960"/>
                  </a:cubicBezTo>
                  <a:cubicBezTo>
                    <a:pt x="30196" y="19790"/>
                    <a:pt x="27640" y="22344"/>
                    <a:pt x="23806" y="22982"/>
                  </a:cubicBezTo>
                  <a:close/>
                </a:path>
              </a:pathLst>
            </a:custGeom>
            <a:solidFill>
              <a:srgbClr val="046A38"/>
            </a:solidFill>
            <a:ln w="6390" cap="flat">
              <a:noFill/>
              <a:prstDash val="solid"/>
              <a:miter/>
            </a:ln>
          </p:spPr>
          <p:txBody>
            <a:bodyPr rtlCol="0" anchor="ctr"/>
            <a:lstStyle/>
            <a:p>
              <a:endParaRPr lang="en-US"/>
            </a:p>
          </p:txBody>
        </p:sp>
        <p:sp>
          <p:nvSpPr>
            <p:cNvPr id="1276" name="Graphic 4">
              <a:extLst>
                <a:ext uri="{FF2B5EF4-FFF2-40B4-BE49-F238E27FC236}">
                  <a16:creationId xmlns:a16="http://schemas.microsoft.com/office/drawing/2014/main" id="{E357FC7F-EF4D-4B4F-8044-62457C27FE90}"/>
                </a:ext>
              </a:extLst>
            </p:cNvPr>
            <p:cNvSpPr/>
            <p:nvPr/>
          </p:nvSpPr>
          <p:spPr>
            <a:xfrm>
              <a:off x="1063285" y="3453897"/>
              <a:ext cx="25559" cy="57455"/>
            </a:xfrm>
            <a:custGeom>
              <a:avLst/>
              <a:gdLst>
                <a:gd name="connsiteX0" fmla="*/ 25560 w 25559"/>
                <a:gd name="connsiteY0" fmla="*/ 0 h 57455"/>
                <a:gd name="connsiteX1" fmla="*/ 11502 w 25559"/>
                <a:gd name="connsiteY1" fmla="*/ 7022 h 57455"/>
                <a:gd name="connsiteX2" fmla="*/ 11502 w 25559"/>
                <a:gd name="connsiteY2" fmla="*/ 7022 h 57455"/>
                <a:gd name="connsiteX3" fmla="*/ 0 w 25559"/>
                <a:gd name="connsiteY3" fmla="*/ 57456 h 57455"/>
                <a:gd name="connsiteX4" fmla="*/ 12141 w 25559"/>
                <a:gd name="connsiteY4" fmla="*/ 51072 h 57455"/>
                <a:gd name="connsiteX5" fmla="*/ 14697 w 25559"/>
                <a:gd name="connsiteY5" fmla="*/ 49795 h 57455"/>
                <a:gd name="connsiteX6" fmla="*/ 25560 w 25559"/>
                <a:gd name="connsiteY6" fmla="*/ 0 h 5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559" h="57455">
                  <a:moveTo>
                    <a:pt x="25560" y="0"/>
                  </a:moveTo>
                  <a:cubicBezTo>
                    <a:pt x="20448" y="2553"/>
                    <a:pt x="15336" y="5107"/>
                    <a:pt x="11502" y="7022"/>
                  </a:cubicBezTo>
                  <a:lnTo>
                    <a:pt x="11502" y="7022"/>
                  </a:lnTo>
                  <a:lnTo>
                    <a:pt x="0" y="57456"/>
                  </a:lnTo>
                  <a:cubicBezTo>
                    <a:pt x="3834" y="55540"/>
                    <a:pt x="8307" y="52987"/>
                    <a:pt x="12141" y="51072"/>
                  </a:cubicBezTo>
                  <a:lnTo>
                    <a:pt x="14697" y="49795"/>
                  </a:lnTo>
                  <a:lnTo>
                    <a:pt x="25560" y="0"/>
                  </a:lnTo>
                  <a:close/>
                </a:path>
              </a:pathLst>
            </a:custGeom>
            <a:solidFill>
              <a:srgbClr val="046A38"/>
            </a:solidFill>
            <a:ln w="6390" cap="flat">
              <a:noFill/>
              <a:prstDash val="solid"/>
              <a:miter/>
            </a:ln>
          </p:spPr>
          <p:txBody>
            <a:bodyPr rtlCol="0" anchor="ctr"/>
            <a:lstStyle/>
            <a:p>
              <a:endParaRPr lang="en-US"/>
            </a:p>
          </p:txBody>
        </p:sp>
        <p:sp>
          <p:nvSpPr>
            <p:cNvPr id="1277" name="Graphic 4">
              <a:extLst>
                <a:ext uri="{FF2B5EF4-FFF2-40B4-BE49-F238E27FC236}">
                  <a16:creationId xmlns:a16="http://schemas.microsoft.com/office/drawing/2014/main" id="{BE31E291-95F7-3543-A6E2-EE284BB4F17E}"/>
                </a:ext>
              </a:extLst>
            </p:cNvPr>
            <p:cNvSpPr/>
            <p:nvPr/>
          </p:nvSpPr>
          <p:spPr>
            <a:xfrm>
              <a:off x="1122711" y="3428999"/>
              <a:ext cx="32588" cy="35750"/>
            </a:xfrm>
            <a:custGeom>
              <a:avLst/>
              <a:gdLst>
                <a:gd name="connsiteX0" fmla="*/ 2556 w 32588"/>
                <a:gd name="connsiteY0" fmla="*/ 25536 h 35750"/>
                <a:gd name="connsiteX1" fmla="*/ 6390 w 32588"/>
                <a:gd name="connsiteY1" fmla="*/ 33197 h 35750"/>
                <a:gd name="connsiteX2" fmla="*/ 8307 w 32588"/>
                <a:gd name="connsiteY2" fmla="*/ 33197 h 35750"/>
                <a:gd name="connsiteX3" fmla="*/ 31950 w 32588"/>
                <a:gd name="connsiteY3" fmla="*/ 35750 h 35750"/>
                <a:gd name="connsiteX4" fmla="*/ 32589 w 32588"/>
                <a:gd name="connsiteY4" fmla="*/ 35750 h 35750"/>
                <a:gd name="connsiteX5" fmla="*/ 31950 w 32588"/>
                <a:gd name="connsiteY5" fmla="*/ 34474 h 35750"/>
                <a:gd name="connsiteX6" fmla="*/ 30033 w 32588"/>
                <a:gd name="connsiteY6" fmla="*/ 31282 h 35750"/>
                <a:gd name="connsiteX7" fmla="*/ 23643 w 32588"/>
                <a:gd name="connsiteY7" fmla="*/ 21706 h 35750"/>
                <a:gd name="connsiteX8" fmla="*/ 21726 w 32588"/>
                <a:gd name="connsiteY8" fmla="*/ 15322 h 35750"/>
                <a:gd name="connsiteX9" fmla="*/ 14697 w 32588"/>
                <a:gd name="connsiteY9" fmla="*/ 5107 h 35750"/>
                <a:gd name="connsiteX10" fmla="*/ 13419 w 32588"/>
                <a:gd name="connsiteY10" fmla="*/ 0 h 35750"/>
                <a:gd name="connsiteX11" fmla="*/ 12780 w 32588"/>
                <a:gd name="connsiteY11" fmla="*/ 0 h 35750"/>
                <a:gd name="connsiteX12" fmla="*/ 1917 w 32588"/>
                <a:gd name="connsiteY12" fmla="*/ 20429 h 35750"/>
                <a:gd name="connsiteX13" fmla="*/ 0 w 32588"/>
                <a:gd name="connsiteY13" fmla="*/ 22982 h 35750"/>
                <a:gd name="connsiteX14" fmla="*/ 2556 w 32588"/>
                <a:gd name="connsiteY14" fmla="*/ 25536 h 3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588" h="35750">
                  <a:moveTo>
                    <a:pt x="2556" y="25536"/>
                  </a:moveTo>
                  <a:cubicBezTo>
                    <a:pt x="4473" y="28090"/>
                    <a:pt x="5112" y="30643"/>
                    <a:pt x="6390" y="33197"/>
                  </a:cubicBezTo>
                  <a:cubicBezTo>
                    <a:pt x="7029" y="33197"/>
                    <a:pt x="7668" y="33197"/>
                    <a:pt x="8307" y="33197"/>
                  </a:cubicBezTo>
                  <a:lnTo>
                    <a:pt x="31950" y="35750"/>
                  </a:lnTo>
                  <a:cubicBezTo>
                    <a:pt x="31950" y="35750"/>
                    <a:pt x="31950" y="35750"/>
                    <a:pt x="32589" y="35750"/>
                  </a:cubicBezTo>
                  <a:cubicBezTo>
                    <a:pt x="32589" y="35750"/>
                    <a:pt x="32589" y="35112"/>
                    <a:pt x="31950" y="34474"/>
                  </a:cubicBezTo>
                  <a:cubicBezTo>
                    <a:pt x="30672" y="31920"/>
                    <a:pt x="30033" y="31282"/>
                    <a:pt x="30033" y="31282"/>
                  </a:cubicBezTo>
                  <a:cubicBezTo>
                    <a:pt x="26199" y="30005"/>
                    <a:pt x="23643" y="26174"/>
                    <a:pt x="23643" y="21706"/>
                  </a:cubicBezTo>
                  <a:cubicBezTo>
                    <a:pt x="23643" y="19152"/>
                    <a:pt x="23643" y="16598"/>
                    <a:pt x="21726" y="15322"/>
                  </a:cubicBezTo>
                  <a:cubicBezTo>
                    <a:pt x="17253" y="13406"/>
                    <a:pt x="14697" y="9576"/>
                    <a:pt x="14697" y="5107"/>
                  </a:cubicBezTo>
                  <a:cubicBezTo>
                    <a:pt x="14697" y="1915"/>
                    <a:pt x="14058" y="0"/>
                    <a:pt x="13419" y="0"/>
                  </a:cubicBezTo>
                  <a:cubicBezTo>
                    <a:pt x="13419" y="0"/>
                    <a:pt x="13419" y="0"/>
                    <a:pt x="12780" y="0"/>
                  </a:cubicBezTo>
                  <a:lnTo>
                    <a:pt x="1917" y="20429"/>
                  </a:lnTo>
                  <a:cubicBezTo>
                    <a:pt x="1278" y="21067"/>
                    <a:pt x="639" y="22344"/>
                    <a:pt x="0" y="22982"/>
                  </a:cubicBezTo>
                  <a:lnTo>
                    <a:pt x="2556" y="25536"/>
                  </a:lnTo>
                  <a:close/>
                </a:path>
              </a:pathLst>
            </a:custGeom>
            <a:solidFill>
              <a:srgbClr val="046A38"/>
            </a:solidFill>
            <a:ln w="6390" cap="flat">
              <a:noFill/>
              <a:prstDash val="solid"/>
              <a:miter/>
            </a:ln>
          </p:spPr>
          <p:txBody>
            <a:bodyPr rtlCol="0" anchor="ctr"/>
            <a:lstStyle/>
            <a:p>
              <a:endParaRPr lang="en-US"/>
            </a:p>
          </p:txBody>
        </p:sp>
        <p:sp>
          <p:nvSpPr>
            <p:cNvPr id="1278" name="Graphic 4">
              <a:extLst>
                <a:ext uri="{FF2B5EF4-FFF2-40B4-BE49-F238E27FC236}">
                  <a16:creationId xmlns:a16="http://schemas.microsoft.com/office/drawing/2014/main" id="{BC81B721-4FED-1740-9F8D-7D6F8F57DCCA}"/>
                </a:ext>
              </a:extLst>
            </p:cNvPr>
            <p:cNvSpPr/>
            <p:nvPr/>
          </p:nvSpPr>
          <p:spPr>
            <a:xfrm>
              <a:off x="1092040" y="3445597"/>
              <a:ext cx="29393" cy="51071"/>
            </a:xfrm>
            <a:custGeom>
              <a:avLst/>
              <a:gdLst>
                <a:gd name="connsiteX0" fmla="*/ 0 w 29393"/>
                <a:gd name="connsiteY0" fmla="*/ 51072 h 51071"/>
                <a:gd name="connsiteX1" fmla="*/ 28116 w 29393"/>
                <a:gd name="connsiteY1" fmla="*/ 37027 h 51071"/>
                <a:gd name="connsiteX2" fmla="*/ 29394 w 29393"/>
                <a:gd name="connsiteY2" fmla="*/ 34474 h 51071"/>
                <a:gd name="connsiteX3" fmla="*/ 27477 w 29393"/>
                <a:gd name="connsiteY3" fmla="*/ 31282 h 51071"/>
                <a:gd name="connsiteX4" fmla="*/ 24921 w 29393"/>
                <a:gd name="connsiteY4" fmla="*/ 20429 h 51071"/>
                <a:gd name="connsiteX5" fmla="*/ 23004 w 29393"/>
                <a:gd name="connsiteY5" fmla="*/ 15960 h 51071"/>
                <a:gd name="connsiteX6" fmla="*/ 15336 w 29393"/>
                <a:gd name="connsiteY6" fmla="*/ 5107 h 51071"/>
                <a:gd name="connsiteX7" fmla="*/ 14058 w 29393"/>
                <a:gd name="connsiteY7" fmla="*/ 1277 h 51071"/>
                <a:gd name="connsiteX8" fmla="*/ 13419 w 29393"/>
                <a:gd name="connsiteY8" fmla="*/ 0 h 51071"/>
                <a:gd name="connsiteX9" fmla="*/ 11502 w 29393"/>
                <a:gd name="connsiteY9" fmla="*/ 639 h 51071"/>
                <a:gd name="connsiteX10" fmla="*/ 0 w 29393"/>
                <a:gd name="connsiteY10" fmla="*/ 51072 h 5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393" h="51071">
                  <a:moveTo>
                    <a:pt x="0" y="51072"/>
                  </a:moveTo>
                  <a:cubicBezTo>
                    <a:pt x="8946" y="46603"/>
                    <a:pt x="22365" y="40219"/>
                    <a:pt x="28116" y="37027"/>
                  </a:cubicBezTo>
                  <a:cubicBezTo>
                    <a:pt x="28755" y="36389"/>
                    <a:pt x="29394" y="35751"/>
                    <a:pt x="29394" y="34474"/>
                  </a:cubicBezTo>
                  <a:cubicBezTo>
                    <a:pt x="28755" y="33835"/>
                    <a:pt x="27477" y="32559"/>
                    <a:pt x="27477" y="31282"/>
                  </a:cubicBezTo>
                  <a:lnTo>
                    <a:pt x="24921" y="20429"/>
                  </a:lnTo>
                  <a:cubicBezTo>
                    <a:pt x="24282" y="19152"/>
                    <a:pt x="23643" y="17237"/>
                    <a:pt x="23004" y="15960"/>
                  </a:cubicBezTo>
                  <a:lnTo>
                    <a:pt x="15336" y="5107"/>
                  </a:lnTo>
                  <a:cubicBezTo>
                    <a:pt x="14697" y="3831"/>
                    <a:pt x="14058" y="2554"/>
                    <a:pt x="14058" y="1277"/>
                  </a:cubicBezTo>
                  <a:lnTo>
                    <a:pt x="13419" y="0"/>
                  </a:lnTo>
                  <a:cubicBezTo>
                    <a:pt x="12780" y="0"/>
                    <a:pt x="12780" y="0"/>
                    <a:pt x="11502" y="639"/>
                  </a:cubicBezTo>
                  <a:lnTo>
                    <a:pt x="0" y="51072"/>
                  </a:lnTo>
                  <a:close/>
                </a:path>
              </a:pathLst>
            </a:custGeom>
            <a:solidFill>
              <a:srgbClr val="046A38"/>
            </a:solidFill>
            <a:ln w="6390" cap="flat">
              <a:noFill/>
              <a:prstDash val="solid"/>
              <a:miter/>
            </a:ln>
          </p:spPr>
          <p:txBody>
            <a:bodyPr rtlCol="0" anchor="ctr"/>
            <a:lstStyle/>
            <a:p>
              <a:endParaRPr lang="en-US"/>
            </a:p>
          </p:txBody>
        </p:sp>
        <p:sp>
          <p:nvSpPr>
            <p:cNvPr id="1279" name="Graphic 4">
              <a:extLst>
                <a:ext uri="{FF2B5EF4-FFF2-40B4-BE49-F238E27FC236}">
                  <a16:creationId xmlns:a16="http://schemas.microsoft.com/office/drawing/2014/main" id="{AEA4325D-37E1-9F4F-A48B-C79D2C610019}"/>
                </a:ext>
              </a:extLst>
            </p:cNvPr>
            <p:cNvSpPr/>
            <p:nvPr/>
          </p:nvSpPr>
          <p:spPr>
            <a:xfrm>
              <a:off x="905454"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84347 w 361670"/>
                <a:gd name="connsiteY5" fmla="*/ 177475 h 361333"/>
                <a:gd name="connsiteX6" fmla="*/ 77318 w 361670"/>
                <a:gd name="connsiteY6" fmla="*/ 168537 h 361333"/>
                <a:gd name="connsiteX7" fmla="*/ 77318 w 361670"/>
                <a:gd name="connsiteY7" fmla="*/ 156408 h 361333"/>
                <a:gd name="connsiteX8" fmla="*/ 87542 w 361670"/>
                <a:gd name="connsiteY8" fmla="*/ 150024 h 361333"/>
                <a:gd name="connsiteX9" fmla="*/ 88820 w 361670"/>
                <a:gd name="connsiteY9" fmla="*/ 150024 h 361333"/>
                <a:gd name="connsiteX10" fmla="*/ 109268 w 361670"/>
                <a:gd name="connsiteY10" fmla="*/ 151939 h 361333"/>
                <a:gd name="connsiteX11" fmla="*/ 116936 w 361670"/>
                <a:gd name="connsiteY11" fmla="*/ 132787 h 361333"/>
                <a:gd name="connsiteX12" fmla="*/ 152720 w 361670"/>
                <a:gd name="connsiteY12" fmla="*/ 115550 h 361333"/>
                <a:gd name="connsiteX13" fmla="*/ 153358 w 361670"/>
                <a:gd name="connsiteY13" fmla="*/ 115550 h 361333"/>
                <a:gd name="connsiteX14" fmla="*/ 158470 w 361670"/>
                <a:gd name="connsiteY14" fmla="*/ 112997 h 361333"/>
                <a:gd name="connsiteX15" fmla="*/ 162304 w 361670"/>
                <a:gd name="connsiteY15" fmla="*/ 111081 h 361333"/>
                <a:gd name="connsiteX16" fmla="*/ 162943 w 361670"/>
                <a:gd name="connsiteY16" fmla="*/ 111081 h 361333"/>
                <a:gd name="connsiteX17" fmla="*/ 189142 w 361670"/>
                <a:gd name="connsiteY17" fmla="*/ 97675 h 361333"/>
                <a:gd name="connsiteX18" fmla="*/ 204478 w 361670"/>
                <a:gd name="connsiteY18" fmla="*/ 95760 h 361333"/>
                <a:gd name="connsiteX19" fmla="*/ 210229 w 361670"/>
                <a:gd name="connsiteY19" fmla="*/ 100229 h 361333"/>
                <a:gd name="connsiteX20" fmla="*/ 210868 w 361670"/>
                <a:gd name="connsiteY20" fmla="*/ 100867 h 361333"/>
                <a:gd name="connsiteX21" fmla="*/ 220453 w 361670"/>
                <a:gd name="connsiteY21" fmla="*/ 83630 h 361333"/>
                <a:gd name="connsiteX22" fmla="*/ 226204 w 361670"/>
                <a:gd name="connsiteY22" fmla="*/ 79162 h 361333"/>
                <a:gd name="connsiteX23" fmla="*/ 239623 w 361670"/>
                <a:gd name="connsiteY23" fmla="*/ 80438 h 361333"/>
                <a:gd name="connsiteX24" fmla="*/ 246013 w 361670"/>
                <a:gd name="connsiteY24" fmla="*/ 95121 h 361333"/>
                <a:gd name="connsiteX25" fmla="*/ 254959 w 361670"/>
                <a:gd name="connsiteY25" fmla="*/ 111720 h 361333"/>
                <a:gd name="connsiteX26" fmla="*/ 261987 w 361670"/>
                <a:gd name="connsiteY26" fmla="*/ 120657 h 361333"/>
                <a:gd name="connsiteX27" fmla="*/ 261987 w 361670"/>
                <a:gd name="connsiteY27" fmla="*/ 132787 h 361333"/>
                <a:gd name="connsiteX28" fmla="*/ 251764 w 361670"/>
                <a:gd name="connsiteY28" fmla="*/ 139171 h 361333"/>
                <a:gd name="connsiteX29" fmla="*/ 250486 w 361670"/>
                <a:gd name="connsiteY29" fmla="*/ 139171 h 361333"/>
                <a:gd name="connsiteX30" fmla="*/ 230038 w 361670"/>
                <a:gd name="connsiteY30" fmla="*/ 137256 h 361333"/>
                <a:gd name="connsiteX31" fmla="*/ 222370 w 361670"/>
                <a:gd name="connsiteY31" fmla="*/ 156408 h 361333"/>
                <a:gd name="connsiteX32" fmla="*/ 186586 w 361670"/>
                <a:gd name="connsiteY32" fmla="*/ 173644 h 361333"/>
                <a:gd name="connsiteX33" fmla="*/ 185947 w 361670"/>
                <a:gd name="connsiteY33" fmla="*/ 173644 h 361333"/>
                <a:gd name="connsiteX34" fmla="*/ 177001 w 361670"/>
                <a:gd name="connsiteY34" fmla="*/ 178113 h 361333"/>
                <a:gd name="connsiteX35" fmla="*/ 150803 w 361670"/>
                <a:gd name="connsiteY35" fmla="*/ 191519 h 361333"/>
                <a:gd name="connsiteX36" fmla="*/ 135467 w 361670"/>
                <a:gd name="connsiteY36" fmla="*/ 193435 h 361333"/>
                <a:gd name="connsiteX37" fmla="*/ 129716 w 361670"/>
                <a:gd name="connsiteY37" fmla="*/ 188966 h 361333"/>
                <a:gd name="connsiteX38" fmla="*/ 129077 w 361670"/>
                <a:gd name="connsiteY38" fmla="*/ 188327 h 361333"/>
                <a:gd name="connsiteX39" fmla="*/ 120131 w 361670"/>
                <a:gd name="connsiteY39" fmla="*/ 205564 h 361333"/>
                <a:gd name="connsiteX40" fmla="*/ 113741 w 361670"/>
                <a:gd name="connsiteY40" fmla="*/ 210671 h 361333"/>
                <a:gd name="connsiteX41" fmla="*/ 108629 w 361670"/>
                <a:gd name="connsiteY41" fmla="*/ 211310 h 361333"/>
                <a:gd name="connsiteX42" fmla="*/ 100961 w 361670"/>
                <a:gd name="connsiteY42" fmla="*/ 208756 h 361333"/>
                <a:gd name="connsiteX43" fmla="*/ 94571 w 361670"/>
                <a:gd name="connsiteY43" fmla="*/ 194073 h 361333"/>
                <a:gd name="connsiteX44" fmla="*/ 84347 w 361670"/>
                <a:gd name="connsiteY44" fmla="*/ 177475 h 361333"/>
                <a:gd name="connsiteX45" fmla="*/ 262626 w 361670"/>
                <a:gd name="connsiteY45" fmla="*/ 273234 h 361333"/>
                <a:gd name="connsiteX46" fmla="*/ 256875 w 361670"/>
                <a:gd name="connsiteY46" fmla="*/ 275149 h 361333"/>
                <a:gd name="connsiteX47" fmla="*/ 251125 w 361670"/>
                <a:gd name="connsiteY47" fmla="*/ 273234 h 361333"/>
                <a:gd name="connsiteX48" fmla="*/ 250486 w 361670"/>
                <a:gd name="connsiteY48" fmla="*/ 272596 h 361333"/>
                <a:gd name="connsiteX49" fmla="*/ 230038 w 361670"/>
                <a:gd name="connsiteY49" fmla="*/ 255359 h 361333"/>
                <a:gd name="connsiteX50" fmla="*/ 185308 w 361670"/>
                <a:gd name="connsiteY50" fmla="*/ 278980 h 361333"/>
                <a:gd name="connsiteX51" fmla="*/ 179557 w 361670"/>
                <a:gd name="connsiteY51" fmla="*/ 278980 h 361333"/>
                <a:gd name="connsiteX52" fmla="*/ 151441 w 361670"/>
                <a:gd name="connsiteY52" fmla="*/ 273234 h 361333"/>
                <a:gd name="connsiteX53" fmla="*/ 151441 w 361670"/>
                <a:gd name="connsiteY53" fmla="*/ 273234 h 361333"/>
                <a:gd name="connsiteX54" fmla="*/ 137384 w 361670"/>
                <a:gd name="connsiteY54" fmla="*/ 261743 h 361333"/>
                <a:gd name="connsiteX55" fmla="*/ 119492 w 361670"/>
                <a:gd name="connsiteY55" fmla="*/ 282172 h 361333"/>
                <a:gd name="connsiteX56" fmla="*/ 118853 w 361670"/>
                <a:gd name="connsiteY56" fmla="*/ 282810 h 361333"/>
                <a:gd name="connsiteX57" fmla="*/ 112463 w 361670"/>
                <a:gd name="connsiteY57" fmla="*/ 285364 h 361333"/>
                <a:gd name="connsiteX58" fmla="*/ 107990 w 361670"/>
                <a:gd name="connsiteY58" fmla="*/ 284087 h 361333"/>
                <a:gd name="connsiteX59" fmla="*/ 102239 w 361670"/>
                <a:gd name="connsiteY59" fmla="*/ 274511 h 361333"/>
                <a:gd name="connsiteX60" fmla="*/ 103517 w 361670"/>
                <a:gd name="connsiteY60" fmla="*/ 252806 h 361333"/>
                <a:gd name="connsiteX61" fmla="*/ 99044 w 361670"/>
                <a:gd name="connsiteY61" fmla="*/ 231100 h 361333"/>
                <a:gd name="connsiteX62" fmla="*/ 102878 w 361670"/>
                <a:gd name="connsiteY62" fmla="*/ 220247 h 361333"/>
                <a:gd name="connsiteX63" fmla="*/ 114380 w 361670"/>
                <a:gd name="connsiteY63" fmla="*/ 220247 h 361333"/>
                <a:gd name="connsiteX64" fmla="*/ 115019 w 361670"/>
                <a:gd name="connsiteY64" fmla="*/ 220886 h 361333"/>
                <a:gd name="connsiteX65" fmla="*/ 135467 w 361670"/>
                <a:gd name="connsiteY65" fmla="*/ 238122 h 361333"/>
                <a:gd name="connsiteX66" fmla="*/ 146969 w 361670"/>
                <a:gd name="connsiteY66" fmla="*/ 225355 h 361333"/>
                <a:gd name="connsiteX67" fmla="*/ 180196 w 361670"/>
                <a:gd name="connsiteY67" fmla="*/ 214502 h 361333"/>
                <a:gd name="connsiteX68" fmla="*/ 208951 w 361670"/>
                <a:gd name="connsiteY68" fmla="*/ 218332 h 361333"/>
                <a:gd name="connsiteX69" fmla="*/ 209590 w 361670"/>
                <a:gd name="connsiteY69" fmla="*/ 218332 h 361333"/>
                <a:gd name="connsiteX70" fmla="*/ 214702 w 361670"/>
                <a:gd name="connsiteY70" fmla="*/ 220247 h 361333"/>
                <a:gd name="connsiteX71" fmla="*/ 228121 w 361670"/>
                <a:gd name="connsiteY71" fmla="*/ 231100 h 361333"/>
                <a:gd name="connsiteX72" fmla="*/ 246013 w 361670"/>
                <a:gd name="connsiteY72" fmla="*/ 210671 h 361333"/>
                <a:gd name="connsiteX73" fmla="*/ 246652 w 361670"/>
                <a:gd name="connsiteY73" fmla="*/ 210033 h 361333"/>
                <a:gd name="connsiteX74" fmla="*/ 258154 w 361670"/>
                <a:gd name="connsiteY74" fmla="*/ 208756 h 361333"/>
                <a:gd name="connsiteX75" fmla="*/ 263904 w 361670"/>
                <a:gd name="connsiteY75" fmla="*/ 218332 h 361333"/>
                <a:gd name="connsiteX76" fmla="*/ 262626 w 361670"/>
                <a:gd name="connsiteY76" fmla="*/ 240038 h 361333"/>
                <a:gd name="connsiteX77" fmla="*/ 267099 w 361670"/>
                <a:gd name="connsiteY77" fmla="*/ 261743 h 361333"/>
                <a:gd name="connsiteX78" fmla="*/ 262626 w 361670"/>
                <a:gd name="connsiteY78" fmla="*/ 273234 h 361333"/>
                <a:gd name="connsiteX79" fmla="*/ 260070 w 361670"/>
                <a:gd name="connsiteY79" fmla="*/ 200457 h 361333"/>
                <a:gd name="connsiteX80" fmla="*/ 256875 w 361670"/>
                <a:gd name="connsiteY80" fmla="*/ 200457 h 361333"/>
                <a:gd name="connsiteX81" fmla="*/ 228121 w 361670"/>
                <a:gd name="connsiteY81" fmla="*/ 174921 h 361333"/>
                <a:gd name="connsiteX82" fmla="*/ 234511 w 361670"/>
                <a:gd name="connsiteY82" fmla="*/ 153854 h 361333"/>
                <a:gd name="connsiteX83" fmla="*/ 253680 w 361670"/>
                <a:gd name="connsiteY83" fmla="*/ 143640 h 361333"/>
                <a:gd name="connsiteX84" fmla="*/ 274767 w 361670"/>
                <a:gd name="connsiteY84" fmla="*/ 150024 h 361333"/>
                <a:gd name="connsiteX85" fmla="*/ 284991 w 361670"/>
                <a:gd name="connsiteY85" fmla="*/ 169176 h 361333"/>
                <a:gd name="connsiteX86" fmla="*/ 260070 w 361670"/>
                <a:gd name="connsiteY86" fmla="*/ 20045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84347" y="177475"/>
                  </a:moveTo>
                  <a:cubicBezTo>
                    <a:pt x="81791" y="175560"/>
                    <a:pt x="79235" y="172368"/>
                    <a:pt x="77318" y="168537"/>
                  </a:cubicBezTo>
                  <a:cubicBezTo>
                    <a:pt x="74762" y="162792"/>
                    <a:pt x="76040" y="158961"/>
                    <a:pt x="77318" y="156408"/>
                  </a:cubicBezTo>
                  <a:cubicBezTo>
                    <a:pt x="80513" y="151300"/>
                    <a:pt x="86264" y="150024"/>
                    <a:pt x="87542" y="150024"/>
                  </a:cubicBezTo>
                  <a:cubicBezTo>
                    <a:pt x="88181" y="150024"/>
                    <a:pt x="88820" y="150024"/>
                    <a:pt x="88820" y="150024"/>
                  </a:cubicBezTo>
                  <a:lnTo>
                    <a:pt x="109268" y="151939"/>
                  </a:lnTo>
                  <a:cubicBezTo>
                    <a:pt x="106712" y="139809"/>
                    <a:pt x="113741" y="134702"/>
                    <a:pt x="116936" y="132787"/>
                  </a:cubicBezTo>
                  <a:cubicBezTo>
                    <a:pt x="125243" y="128318"/>
                    <a:pt x="147608" y="117465"/>
                    <a:pt x="152720" y="115550"/>
                  </a:cubicBezTo>
                  <a:cubicBezTo>
                    <a:pt x="152720" y="115550"/>
                    <a:pt x="153358" y="115550"/>
                    <a:pt x="153358" y="115550"/>
                  </a:cubicBezTo>
                  <a:lnTo>
                    <a:pt x="158470" y="112997"/>
                  </a:lnTo>
                  <a:cubicBezTo>
                    <a:pt x="159748" y="111720"/>
                    <a:pt x="161026" y="111081"/>
                    <a:pt x="162304" y="111081"/>
                  </a:cubicBezTo>
                  <a:lnTo>
                    <a:pt x="162943" y="111081"/>
                  </a:lnTo>
                  <a:cubicBezTo>
                    <a:pt x="171250" y="106613"/>
                    <a:pt x="182752" y="100867"/>
                    <a:pt x="189142" y="97675"/>
                  </a:cubicBezTo>
                  <a:cubicBezTo>
                    <a:pt x="194893" y="94483"/>
                    <a:pt x="200005" y="93845"/>
                    <a:pt x="204478" y="95760"/>
                  </a:cubicBezTo>
                  <a:cubicBezTo>
                    <a:pt x="207673" y="97037"/>
                    <a:pt x="208951" y="98952"/>
                    <a:pt x="210229" y="100229"/>
                  </a:cubicBezTo>
                  <a:lnTo>
                    <a:pt x="210868" y="100867"/>
                  </a:lnTo>
                  <a:lnTo>
                    <a:pt x="220453" y="83630"/>
                  </a:lnTo>
                  <a:cubicBezTo>
                    <a:pt x="221731" y="81077"/>
                    <a:pt x="223648" y="79800"/>
                    <a:pt x="226204" y="79162"/>
                  </a:cubicBezTo>
                  <a:cubicBezTo>
                    <a:pt x="232594" y="77246"/>
                    <a:pt x="237067" y="78523"/>
                    <a:pt x="239623" y="80438"/>
                  </a:cubicBezTo>
                  <a:cubicBezTo>
                    <a:pt x="243457" y="82992"/>
                    <a:pt x="246013" y="88099"/>
                    <a:pt x="246013" y="95121"/>
                  </a:cubicBezTo>
                  <a:cubicBezTo>
                    <a:pt x="251764" y="97675"/>
                    <a:pt x="254959" y="103421"/>
                    <a:pt x="254959" y="111720"/>
                  </a:cubicBezTo>
                  <a:cubicBezTo>
                    <a:pt x="257514" y="113635"/>
                    <a:pt x="260070" y="116827"/>
                    <a:pt x="261987" y="120657"/>
                  </a:cubicBezTo>
                  <a:cubicBezTo>
                    <a:pt x="264543" y="126403"/>
                    <a:pt x="263265" y="130233"/>
                    <a:pt x="261987" y="132787"/>
                  </a:cubicBezTo>
                  <a:cubicBezTo>
                    <a:pt x="258792" y="137894"/>
                    <a:pt x="253042" y="139171"/>
                    <a:pt x="251764" y="139171"/>
                  </a:cubicBezTo>
                  <a:cubicBezTo>
                    <a:pt x="251125" y="139171"/>
                    <a:pt x="250486" y="139171"/>
                    <a:pt x="250486" y="139171"/>
                  </a:cubicBezTo>
                  <a:lnTo>
                    <a:pt x="230038" y="137256"/>
                  </a:lnTo>
                  <a:cubicBezTo>
                    <a:pt x="232594" y="149385"/>
                    <a:pt x="225565" y="154492"/>
                    <a:pt x="222370" y="156408"/>
                  </a:cubicBezTo>
                  <a:cubicBezTo>
                    <a:pt x="214063" y="160876"/>
                    <a:pt x="191698" y="171729"/>
                    <a:pt x="186586" y="173644"/>
                  </a:cubicBezTo>
                  <a:cubicBezTo>
                    <a:pt x="186586" y="173644"/>
                    <a:pt x="185947" y="173644"/>
                    <a:pt x="185947" y="173644"/>
                  </a:cubicBezTo>
                  <a:lnTo>
                    <a:pt x="177001" y="178113"/>
                  </a:lnTo>
                  <a:cubicBezTo>
                    <a:pt x="168694" y="182582"/>
                    <a:pt x="157192" y="188327"/>
                    <a:pt x="150803" y="191519"/>
                  </a:cubicBezTo>
                  <a:cubicBezTo>
                    <a:pt x="145052" y="194711"/>
                    <a:pt x="139940" y="195350"/>
                    <a:pt x="135467" y="193435"/>
                  </a:cubicBezTo>
                  <a:cubicBezTo>
                    <a:pt x="132272" y="192158"/>
                    <a:pt x="130994" y="190243"/>
                    <a:pt x="129716" y="188966"/>
                  </a:cubicBezTo>
                  <a:lnTo>
                    <a:pt x="129077" y="188327"/>
                  </a:lnTo>
                  <a:lnTo>
                    <a:pt x="120131" y="205564"/>
                  </a:lnTo>
                  <a:cubicBezTo>
                    <a:pt x="118853" y="208118"/>
                    <a:pt x="116297" y="210033"/>
                    <a:pt x="113741" y="210671"/>
                  </a:cubicBezTo>
                  <a:cubicBezTo>
                    <a:pt x="111824" y="211310"/>
                    <a:pt x="109907" y="211310"/>
                    <a:pt x="108629" y="211310"/>
                  </a:cubicBezTo>
                  <a:cubicBezTo>
                    <a:pt x="105434" y="211310"/>
                    <a:pt x="102878" y="210033"/>
                    <a:pt x="100961" y="208756"/>
                  </a:cubicBezTo>
                  <a:cubicBezTo>
                    <a:pt x="97127" y="206203"/>
                    <a:pt x="95210" y="201095"/>
                    <a:pt x="94571" y="194073"/>
                  </a:cubicBezTo>
                  <a:cubicBezTo>
                    <a:pt x="87542" y="191519"/>
                    <a:pt x="84347" y="185774"/>
                    <a:pt x="84347" y="177475"/>
                  </a:cubicBezTo>
                  <a:close/>
                  <a:moveTo>
                    <a:pt x="262626" y="273234"/>
                  </a:moveTo>
                  <a:cubicBezTo>
                    <a:pt x="260709" y="274511"/>
                    <a:pt x="258792" y="275149"/>
                    <a:pt x="256875" y="275149"/>
                  </a:cubicBezTo>
                  <a:cubicBezTo>
                    <a:pt x="254959" y="275149"/>
                    <a:pt x="253042" y="274511"/>
                    <a:pt x="251125" y="273234"/>
                  </a:cubicBezTo>
                  <a:cubicBezTo>
                    <a:pt x="251125" y="273234"/>
                    <a:pt x="250486" y="273234"/>
                    <a:pt x="250486" y="272596"/>
                  </a:cubicBezTo>
                  <a:lnTo>
                    <a:pt x="230038" y="255359"/>
                  </a:lnTo>
                  <a:cubicBezTo>
                    <a:pt x="223648" y="268127"/>
                    <a:pt x="206395" y="277703"/>
                    <a:pt x="185308" y="278980"/>
                  </a:cubicBezTo>
                  <a:cubicBezTo>
                    <a:pt x="183391" y="278980"/>
                    <a:pt x="181474" y="278980"/>
                    <a:pt x="179557" y="278980"/>
                  </a:cubicBezTo>
                  <a:cubicBezTo>
                    <a:pt x="168694" y="278980"/>
                    <a:pt x="159110" y="277065"/>
                    <a:pt x="151441" y="273234"/>
                  </a:cubicBezTo>
                  <a:cubicBezTo>
                    <a:pt x="151441" y="273234"/>
                    <a:pt x="151441" y="273234"/>
                    <a:pt x="151441" y="273234"/>
                  </a:cubicBezTo>
                  <a:cubicBezTo>
                    <a:pt x="145691" y="270042"/>
                    <a:pt x="140579" y="266212"/>
                    <a:pt x="137384" y="261743"/>
                  </a:cubicBezTo>
                  <a:lnTo>
                    <a:pt x="119492" y="282172"/>
                  </a:lnTo>
                  <a:cubicBezTo>
                    <a:pt x="119492" y="282172"/>
                    <a:pt x="118853" y="282810"/>
                    <a:pt x="118853" y="282810"/>
                  </a:cubicBezTo>
                  <a:cubicBezTo>
                    <a:pt x="116936" y="284725"/>
                    <a:pt x="114380" y="285364"/>
                    <a:pt x="112463" y="285364"/>
                  </a:cubicBezTo>
                  <a:cubicBezTo>
                    <a:pt x="111185" y="285364"/>
                    <a:pt x="109268" y="284725"/>
                    <a:pt x="107990" y="284087"/>
                  </a:cubicBezTo>
                  <a:cubicBezTo>
                    <a:pt x="104156" y="282172"/>
                    <a:pt x="102239" y="278341"/>
                    <a:pt x="102239" y="274511"/>
                  </a:cubicBezTo>
                  <a:cubicBezTo>
                    <a:pt x="103517" y="259828"/>
                    <a:pt x="103517" y="254721"/>
                    <a:pt x="103517" y="252806"/>
                  </a:cubicBezTo>
                  <a:cubicBezTo>
                    <a:pt x="103517" y="249614"/>
                    <a:pt x="101600" y="241953"/>
                    <a:pt x="99044" y="231100"/>
                  </a:cubicBezTo>
                  <a:cubicBezTo>
                    <a:pt x="98405" y="227270"/>
                    <a:pt x="99683" y="222801"/>
                    <a:pt x="102878" y="220247"/>
                  </a:cubicBezTo>
                  <a:cubicBezTo>
                    <a:pt x="106073" y="217694"/>
                    <a:pt x="110546" y="217694"/>
                    <a:pt x="114380" y="220247"/>
                  </a:cubicBezTo>
                  <a:cubicBezTo>
                    <a:pt x="114380" y="220247"/>
                    <a:pt x="115019" y="220247"/>
                    <a:pt x="115019" y="220886"/>
                  </a:cubicBezTo>
                  <a:lnTo>
                    <a:pt x="135467" y="238122"/>
                  </a:lnTo>
                  <a:cubicBezTo>
                    <a:pt x="138023" y="233654"/>
                    <a:pt x="141857" y="229185"/>
                    <a:pt x="146969" y="225355"/>
                  </a:cubicBezTo>
                  <a:cubicBezTo>
                    <a:pt x="155915" y="218971"/>
                    <a:pt x="167416" y="215140"/>
                    <a:pt x="180196" y="214502"/>
                  </a:cubicBezTo>
                  <a:cubicBezTo>
                    <a:pt x="190420" y="213863"/>
                    <a:pt x="200644" y="215140"/>
                    <a:pt x="208951" y="218332"/>
                  </a:cubicBezTo>
                  <a:cubicBezTo>
                    <a:pt x="208951" y="218332"/>
                    <a:pt x="209590" y="218332"/>
                    <a:pt x="209590" y="218332"/>
                  </a:cubicBezTo>
                  <a:cubicBezTo>
                    <a:pt x="211507" y="218971"/>
                    <a:pt x="213424" y="219609"/>
                    <a:pt x="214702" y="220247"/>
                  </a:cubicBezTo>
                  <a:cubicBezTo>
                    <a:pt x="220453" y="223439"/>
                    <a:pt x="224926" y="227270"/>
                    <a:pt x="228121" y="231100"/>
                  </a:cubicBezTo>
                  <a:lnTo>
                    <a:pt x="246013" y="210671"/>
                  </a:lnTo>
                  <a:cubicBezTo>
                    <a:pt x="246013" y="210671"/>
                    <a:pt x="246652" y="210033"/>
                    <a:pt x="246652" y="210033"/>
                  </a:cubicBezTo>
                  <a:cubicBezTo>
                    <a:pt x="249847" y="207479"/>
                    <a:pt x="254320" y="206841"/>
                    <a:pt x="258154" y="208756"/>
                  </a:cubicBezTo>
                  <a:cubicBezTo>
                    <a:pt x="261987" y="210671"/>
                    <a:pt x="263904" y="214502"/>
                    <a:pt x="263904" y="218332"/>
                  </a:cubicBezTo>
                  <a:cubicBezTo>
                    <a:pt x="263265" y="229185"/>
                    <a:pt x="262626" y="236846"/>
                    <a:pt x="262626" y="240038"/>
                  </a:cubicBezTo>
                  <a:cubicBezTo>
                    <a:pt x="262626" y="241953"/>
                    <a:pt x="263265" y="247060"/>
                    <a:pt x="267099" y="261743"/>
                  </a:cubicBezTo>
                  <a:cubicBezTo>
                    <a:pt x="267099" y="266850"/>
                    <a:pt x="265821" y="270681"/>
                    <a:pt x="262626" y="273234"/>
                  </a:cubicBezTo>
                  <a:close/>
                  <a:moveTo>
                    <a:pt x="260070" y="200457"/>
                  </a:moveTo>
                  <a:cubicBezTo>
                    <a:pt x="258792" y="200457"/>
                    <a:pt x="258154" y="200457"/>
                    <a:pt x="256875" y="200457"/>
                  </a:cubicBezTo>
                  <a:cubicBezTo>
                    <a:pt x="242179" y="200457"/>
                    <a:pt x="230038" y="189604"/>
                    <a:pt x="228121" y="174921"/>
                  </a:cubicBezTo>
                  <a:cubicBezTo>
                    <a:pt x="227482" y="167260"/>
                    <a:pt x="229399" y="159600"/>
                    <a:pt x="234511" y="153854"/>
                  </a:cubicBezTo>
                  <a:cubicBezTo>
                    <a:pt x="239623" y="148108"/>
                    <a:pt x="246013" y="144278"/>
                    <a:pt x="253680" y="143640"/>
                  </a:cubicBezTo>
                  <a:cubicBezTo>
                    <a:pt x="261348" y="143001"/>
                    <a:pt x="269016" y="144916"/>
                    <a:pt x="274767" y="150024"/>
                  </a:cubicBezTo>
                  <a:cubicBezTo>
                    <a:pt x="280518" y="155131"/>
                    <a:pt x="284352" y="161515"/>
                    <a:pt x="284991" y="169176"/>
                  </a:cubicBezTo>
                  <a:cubicBezTo>
                    <a:pt x="287547" y="185135"/>
                    <a:pt x="276045" y="199180"/>
                    <a:pt x="260070" y="200457"/>
                  </a:cubicBezTo>
                  <a:close/>
                </a:path>
              </a:pathLst>
            </a:custGeom>
            <a:solidFill>
              <a:srgbClr val="046A38"/>
            </a:solidFill>
            <a:ln w="6390" cap="flat">
              <a:noFill/>
              <a:prstDash val="solid"/>
              <a:miter/>
            </a:ln>
          </p:spPr>
          <p:txBody>
            <a:bodyPr rtlCol="0" anchor="ctr"/>
            <a:lstStyle/>
            <a:p>
              <a:endParaRPr lang="en-US"/>
            </a:p>
          </p:txBody>
        </p:sp>
      </p:grpSp>
      <p:grpSp>
        <p:nvGrpSpPr>
          <p:cNvPr id="1280" name="Graphic 4">
            <a:extLst>
              <a:ext uri="{FF2B5EF4-FFF2-40B4-BE49-F238E27FC236}">
                <a16:creationId xmlns:a16="http://schemas.microsoft.com/office/drawing/2014/main" id="{9CFB76C6-EDC2-4A4E-ACC7-E6004F5FBC32}"/>
              </a:ext>
            </a:extLst>
          </p:cNvPr>
          <p:cNvGrpSpPr/>
          <p:nvPr/>
        </p:nvGrpSpPr>
        <p:grpSpPr>
          <a:xfrm>
            <a:off x="1952764" y="2371173"/>
            <a:ext cx="361670" cy="361333"/>
            <a:chOff x="1952764" y="2371173"/>
            <a:chExt cx="361670" cy="361333"/>
          </a:xfrm>
          <a:solidFill>
            <a:srgbClr val="046A38"/>
          </a:solidFill>
        </p:grpSpPr>
        <p:sp>
          <p:nvSpPr>
            <p:cNvPr id="1281" name="Graphic 4">
              <a:extLst>
                <a:ext uri="{FF2B5EF4-FFF2-40B4-BE49-F238E27FC236}">
                  <a16:creationId xmlns:a16="http://schemas.microsoft.com/office/drawing/2014/main" id="{9C55C6DC-0352-574D-A5BC-2A9FA21544AA}"/>
                </a:ext>
              </a:extLst>
            </p:cNvPr>
            <p:cNvSpPr/>
            <p:nvPr/>
          </p:nvSpPr>
          <p:spPr>
            <a:xfrm>
              <a:off x="2038612" y="2467497"/>
              <a:ext cx="190933" cy="148481"/>
            </a:xfrm>
            <a:custGeom>
              <a:avLst/>
              <a:gdLst>
                <a:gd name="connsiteX0" fmla="*/ 27254 w 190933"/>
                <a:gd name="connsiteY0" fmla="*/ 137968 h 148481"/>
                <a:gd name="connsiteX1" fmla="*/ 36839 w 190933"/>
                <a:gd name="connsiteY1" fmla="*/ 136053 h 148481"/>
                <a:gd name="connsiteX2" fmla="*/ 49619 w 190933"/>
                <a:gd name="connsiteY2" fmla="*/ 139883 h 148481"/>
                <a:gd name="connsiteX3" fmla="*/ 59843 w 190933"/>
                <a:gd name="connsiteY3" fmla="*/ 146906 h 148481"/>
                <a:gd name="connsiteX4" fmla="*/ 72623 w 190933"/>
                <a:gd name="connsiteY4" fmla="*/ 145629 h 148481"/>
                <a:gd name="connsiteX5" fmla="*/ 95626 w 190933"/>
                <a:gd name="connsiteY5" fmla="*/ 139245 h 148481"/>
                <a:gd name="connsiteX6" fmla="*/ 108406 w 190933"/>
                <a:gd name="connsiteY6" fmla="*/ 143075 h 148481"/>
                <a:gd name="connsiteX7" fmla="*/ 119269 w 190933"/>
                <a:gd name="connsiteY7" fmla="*/ 138607 h 148481"/>
                <a:gd name="connsiteX8" fmla="*/ 125020 w 190933"/>
                <a:gd name="connsiteY8" fmla="*/ 129669 h 148481"/>
                <a:gd name="connsiteX9" fmla="*/ 139717 w 190933"/>
                <a:gd name="connsiteY9" fmla="*/ 119455 h 148481"/>
                <a:gd name="connsiteX10" fmla="*/ 158248 w 190933"/>
                <a:gd name="connsiteY10" fmla="*/ 115624 h 148481"/>
                <a:gd name="connsiteX11" fmla="*/ 165916 w 190933"/>
                <a:gd name="connsiteY11" fmla="*/ 107325 h 148481"/>
                <a:gd name="connsiteX12" fmla="*/ 166555 w 190933"/>
                <a:gd name="connsiteY12" fmla="*/ 99026 h 148481"/>
                <a:gd name="connsiteX13" fmla="*/ 181890 w 190933"/>
                <a:gd name="connsiteY13" fmla="*/ 79874 h 148481"/>
                <a:gd name="connsiteX14" fmla="*/ 184446 w 190933"/>
                <a:gd name="connsiteY14" fmla="*/ 79235 h 148481"/>
                <a:gd name="connsiteX15" fmla="*/ 190836 w 190933"/>
                <a:gd name="connsiteY15" fmla="*/ 68383 h 148481"/>
                <a:gd name="connsiteX16" fmla="*/ 189558 w 190933"/>
                <a:gd name="connsiteY16" fmla="*/ 60083 h 148481"/>
                <a:gd name="connsiteX17" fmla="*/ 189558 w 190933"/>
                <a:gd name="connsiteY17" fmla="*/ 59445 h 148481"/>
                <a:gd name="connsiteX18" fmla="*/ 158248 w 190933"/>
                <a:gd name="connsiteY18" fmla="*/ 13480 h 148481"/>
                <a:gd name="connsiteX19" fmla="*/ 77735 w 190933"/>
                <a:gd name="connsiteY19" fmla="*/ 3904 h 148481"/>
                <a:gd name="connsiteX20" fmla="*/ 2333 w 190933"/>
                <a:gd name="connsiteY20" fmla="*/ 109240 h 148481"/>
                <a:gd name="connsiteX21" fmla="*/ 11279 w 190933"/>
                <a:gd name="connsiteY21" fmla="*/ 133499 h 148481"/>
                <a:gd name="connsiteX22" fmla="*/ 27254 w 190933"/>
                <a:gd name="connsiteY22" fmla="*/ 137968 h 148481"/>
                <a:gd name="connsiteX23" fmla="*/ 146746 w 190933"/>
                <a:gd name="connsiteY23" fmla="*/ 51146 h 148481"/>
                <a:gd name="connsiteX24" fmla="*/ 155053 w 190933"/>
                <a:gd name="connsiteY24" fmla="*/ 47954 h 148481"/>
                <a:gd name="connsiteX25" fmla="*/ 163360 w 190933"/>
                <a:gd name="connsiteY25" fmla="*/ 51146 h 148481"/>
                <a:gd name="connsiteX26" fmla="*/ 166555 w 190933"/>
                <a:gd name="connsiteY26" fmla="*/ 59445 h 148481"/>
                <a:gd name="connsiteX27" fmla="*/ 160804 w 190933"/>
                <a:gd name="connsiteY27" fmla="*/ 63275 h 148481"/>
                <a:gd name="connsiteX28" fmla="*/ 158248 w 190933"/>
                <a:gd name="connsiteY28" fmla="*/ 62637 h 148481"/>
                <a:gd name="connsiteX29" fmla="*/ 149941 w 190933"/>
                <a:gd name="connsiteY29" fmla="*/ 59445 h 148481"/>
                <a:gd name="connsiteX30" fmla="*/ 146746 w 190933"/>
                <a:gd name="connsiteY30" fmla="*/ 51146 h 148481"/>
                <a:gd name="connsiteX31" fmla="*/ 142273 w 190933"/>
                <a:gd name="connsiteY31" fmla="*/ 102856 h 148481"/>
                <a:gd name="connsiteX32" fmla="*/ 135883 w 190933"/>
                <a:gd name="connsiteY32" fmla="*/ 108602 h 148481"/>
                <a:gd name="connsiteX33" fmla="*/ 135244 w 190933"/>
                <a:gd name="connsiteY33" fmla="*/ 108602 h 148481"/>
                <a:gd name="connsiteX34" fmla="*/ 129493 w 190933"/>
                <a:gd name="connsiteY34" fmla="*/ 101579 h 148481"/>
                <a:gd name="connsiteX35" fmla="*/ 130132 w 190933"/>
                <a:gd name="connsiteY35" fmla="*/ 92642 h 148481"/>
                <a:gd name="connsiteX36" fmla="*/ 137161 w 190933"/>
                <a:gd name="connsiteY36" fmla="*/ 86896 h 148481"/>
                <a:gd name="connsiteX37" fmla="*/ 142912 w 190933"/>
                <a:gd name="connsiteY37" fmla="*/ 93919 h 148481"/>
                <a:gd name="connsiteX38" fmla="*/ 142273 w 190933"/>
                <a:gd name="connsiteY38" fmla="*/ 102856 h 148481"/>
                <a:gd name="connsiteX39" fmla="*/ 122464 w 190933"/>
                <a:gd name="connsiteY39" fmla="*/ 17949 h 148481"/>
                <a:gd name="connsiteX40" fmla="*/ 130771 w 190933"/>
                <a:gd name="connsiteY40" fmla="*/ 14757 h 148481"/>
                <a:gd name="connsiteX41" fmla="*/ 139078 w 190933"/>
                <a:gd name="connsiteY41" fmla="*/ 17949 h 148481"/>
                <a:gd name="connsiteX42" fmla="*/ 142273 w 190933"/>
                <a:gd name="connsiteY42" fmla="*/ 26248 h 148481"/>
                <a:gd name="connsiteX43" fmla="*/ 136522 w 190933"/>
                <a:gd name="connsiteY43" fmla="*/ 30079 h 148481"/>
                <a:gd name="connsiteX44" fmla="*/ 133966 w 190933"/>
                <a:gd name="connsiteY44" fmla="*/ 29440 h 148481"/>
                <a:gd name="connsiteX45" fmla="*/ 125659 w 190933"/>
                <a:gd name="connsiteY45" fmla="*/ 26248 h 148481"/>
                <a:gd name="connsiteX46" fmla="*/ 122464 w 190933"/>
                <a:gd name="connsiteY46" fmla="*/ 17949 h 148481"/>
                <a:gd name="connsiteX47" fmla="*/ 58565 w 190933"/>
                <a:gd name="connsiteY47" fmla="*/ 18588 h 148481"/>
                <a:gd name="connsiteX48" fmla="*/ 67511 w 190933"/>
                <a:gd name="connsiteY48" fmla="*/ 17949 h 148481"/>
                <a:gd name="connsiteX49" fmla="*/ 74540 w 190933"/>
                <a:gd name="connsiteY49" fmla="*/ 23695 h 148481"/>
                <a:gd name="connsiteX50" fmla="*/ 75178 w 190933"/>
                <a:gd name="connsiteY50" fmla="*/ 32632 h 148481"/>
                <a:gd name="connsiteX51" fmla="*/ 70067 w 190933"/>
                <a:gd name="connsiteY51" fmla="*/ 35186 h 148481"/>
                <a:gd name="connsiteX52" fmla="*/ 66233 w 190933"/>
                <a:gd name="connsiteY52" fmla="*/ 33909 h 148481"/>
                <a:gd name="connsiteX53" fmla="*/ 59204 w 190933"/>
                <a:gd name="connsiteY53" fmla="*/ 28164 h 148481"/>
                <a:gd name="connsiteX54" fmla="*/ 58565 w 190933"/>
                <a:gd name="connsiteY54" fmla="*/ 18588 h 148481"/>
                <a:gd name="connsiteX55" fmla="*/ 52175 w 190933"/>
                <a:gd name="connsiteY55" fmla="*/ 60083 h 148481"/>
                <a:gd name="connsiteX56" fmla="*/ 61121 w 190933"/>
                <a:gd name="connsiteY56" fmla="*/ 58168 h 148481"/>
                <a:gd name="connsiteX57" fmla="*/ 63038 w 190933"/>
                <a:gd name="connsiteY57" fmla="*/ 67106 h 148481"/>
                <a:gd name="connsiteX58" fmla="*/ 63038 w 190933"/>
                <a:gd name="connsiteY58" fmla="*/ 67744 h 148481"/>
                <a:gd name="connsiteX59" fmla="*/ 84125 w 190933"/>
                <a:gd name="connsiteY59" fmla="*/ 54338 h 148481"/>
                <a:gd name="connsiteX60" fmla="*/ 112879 w 190933"/>
                <a:gd name="connsiteY60" fmla="*/ 51146 h 148481"/>
                <a:gd name="connsiteX61" fmla="*/ 108406 w 190933"/>
                <a:gd name="connsiteY61" fmla="*/ 49869 h 148481"/>
                <a:gd name="connsiteX62" fmla="*/ 103933 w 190933"/>
                <a:gd name="connsiteY62" fmla="*/ 42208 h 148481"/>
                <a:gd name="connsiteX63" fmla="*/ 111601 w 190933"/>
                <a:gd name="connsiteY63" fmla="*/ 37740 h 148481"/>
                <a:gd name="connsiteX64" fmla="*/ 132049 w 190933"/>
                <a:gd name="connsiteY64" fmla="*/ 54338 h 148481"/>
                <a:gd name="connsiteX65" fmla="*/ 102016 w 190933"/>
                <a:gd name="connsiteY65" fmla="*/ 99664 h 148481"/>
                <a:gd name="connsiteX66" fmla="*/ 80930 w 190933"/>
                <a:gd name="connsiteY66" fmla="*/ 103495 h 148481"/>
                <a:gd name="connsiteX67" fmla="*/ 48980 w 190933"/>
                <a:gd name="connsiteY67" fmla="*/ 85619 h 148481"/>
                <a:gd name="connsiteX68" fmla="*/ 52175 w 190933"/>
                <a:gd name="connsiteY68" fmla="*/ 60083 h 148481"/>
                <a:gd name="connsiteX69" fmla="*/ 46424 w 190933"/>
                <a:gd name="connsiteY69" fmla="*/ 115624 h 148481"/>
                <a:gd name="connsiteX70" fmla="*/ 55370 w 190933"/>
                <a:gd name="connsiteY70" fmla="*/ 114986 h 148481"/>
                <a:gd name="connsiteX71" fmla="*/ 62399 w 190933"/>
                <a:gd name="connsiteY71" fmla="*/ 120731 h 148481"/>
                <a:gd name="connsiteX72" fmla="*/ 63038 w 190933"/>
                <a:gd name="connsiteY72" fmla="*/ 129669 h 148481"/>
                <a:gd name="connsiteX73" fmla="*/ 57926 w 190933"/>
                <a:gd name="connsiteY73" fmla="*/ 132223 h 148481"/>
                <a:gd name="connsiteX74" fmla="*/ 54092 w 190933"/>
                <a:gd name="connsiteY74" fmla="*/ 130946 h 148481"/>
                <a:gd name="connsiteX75" fmla="*/ 47063 w 190933"/>
                <a:gd name="connsiteY75" fmla="*/ 125200 h 148481"/>
                <a:gd name="connsiteX76" fmla="*/ 46424 w 190933"/>
                <a:gd name="connsiteY76" fmla="*/ 115624 h 148481"/>
                <a:gd name="connsiteX77" fmla="*/ 20864 w 190933"/>
                <a:gd name="connsiteY77" fmla="*/ 52423 h 148481"/>
                <a:gd name="connsiteX78" fmla="*/ 27893 w 190933"/>
                <a:gd name="connsiteY78" fmla="*/ 46677 h 148481"/>
                <a:gd name="connsiteX79" fmla="*/ 33644 w 190933"/>
                <a:gd name="connsiteY79" fmla="*/ 53699 h 148481"/>
                <a:gd name="connsiteX80" fmla="*/ 33005 w 190933"/>
                <a:gd name="connsiteY80" fmla="*/ 62637 h 148481"/>
                <a:gd name="connsiteX81" fmla="*/ 26615 w 190933"/>
                <a:gd name="connsiteY81" fmla="*/ 68383 h 148481"/>
                <a:gd name="connsiteX82" fmla="*/ 25976 w 190933"/>
                <a:gd name="connsiteY82" fmla="*/ 68383 h 148481"/>
                <a:gd name="connsiteX83" fmla="*/ 20225 w 190933"/>
                <a:gd name="connsiteY83" fmla="*/ 61360 h 148481"/>
                <a:gd name="connsiteX84" fmla="*/ 20864 w 190933"/>
                <a:gd name="connsiteY84" fmla="*/ 52423 h 148481"/>
                <a:gd name="connsiteX85" fmla="*/ 17669 w 190933"/>
                <a:gd name="connsiteY85" fmla="*/ 106687 h 148481"/>
                <a:gd name="connsiteX86" fmla="*/ 16391 w 190933"/>
                <a:gd name="connsiteY86" fmla="*/ 97749 h 148481"/>
                <a:gd name="connsiteX87" fmla="*/ 21503 w 190933"/>
                <a:gd name="connsiteY87" fmla="*/ 90727 h 148481"/>
                <a:gd name="connsiteX88" fmla="*/ 30449 w 190933"/>
                <a:gd name="connsiteY88" fmla="*/ 89450 h 148481"/>
                <a:gd name="connsiteX89" fmla="*/ 31727 w 190933"/>
                <a:gd name="connsiteY89" fmla="*/ 98387 h 148481"/>
                <a:gd name="connsiteX90" fmla="*/ 26615 w 190933"/>
                <a:gd name="connsiteY90" fmla="*/ 105410 h 148481"/>
                <a:gd name="connsiteX91" fmla="*/ 21503 w 190933"/>
                <a:gd name="connsiteY91" fmla="*/ 107963 h 148481"/>
                <a:gd name="connsiteX92" fmla="*/ 17669 w 190933"/>
                <a:gd name="connsiteY92" fmla="*/ 106687 h 14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190933" h="148481">
                  <a:moveTo>
                    <a:pt x="27254" y="137968"/>
                  </a:moveTo>
                  <a:cubicBezTo>
                    <a:pt x="30449" y="136691"/>
                    <a:pt x="33644" y="136053"/>
                    <a:pt x="36839" y="136053"/>
                  </a:cubicBezTo>
                  <a:cubicBezTo>
                    <a:pt x="41312" y="136053"/>
                    <a:pt x="45785" y="137330"/>
                    <a:pt x="49619" y="139883"/>
                  </a:cubicBezTo>
                  <a:lnTo>
                    <a:pt x="59843" y="146906"/>
                  </a:lnTo>
                  <a:cubicBezTo>
                    <a:pt x="63677" y="149459"/>
                    <a:pt x="69428" y="148821"/>
                    <a:pt x="72623" y="145629"/>
                  </a:cubicBezTo>
                  <a:cubicBezTo>
                    <a:pt x="78373" y="139245"/>
                    <a:pt x="87319" y="136691"/>
                    <a:pt x="95626" y="139245"/>
                  </a:cubicBezTo>
                  <a:lnTo>
                    <a:pt x="108406" y="143075"/>
                  </a:lnTo>
                  <a:cubicBezTo>
                    <a:pt x="112879" y="144352"/>
                    <a:pt x="117352" y="142437"/>
                    <a:pt x="119269" y="138607"/>
                  </a:cubicBezTo>
                  <a:lnTo>
                    <a:pt x="125020" y="129669"/>
                  </a:lnTo>
                  <a:cubicBezTo>
                    <a:pt x="128215" y="124562"/>
                    <a:pt x="133966" y="120731"/>
                    <a:pt x="139717" y="119455"/>
                  </a:cubicBezTo>
                  <a:lnTo>
                    <a:pt x="158248" y="115624"/>
                  </a:lnTo>
                  <a:cubicBezTo>
                    <a:pt x="162721" y="114986"/>
                    <a:pt x="165277" y="111155"/>
                    <a:pt x="165916" y="107325"/>
                  </a:cubicBezTo>
                  <a:lnTo>
                    <a:pt x="166555" y="99026"/>
                  </a:lnTo>
                  <a:cubicBezTo>
                    <a:pt x="167194" y="90088"/>
                    <a:pt x="173584" y="82427"/>
                    <a:pt x="181890" y="79874"/>
                  </a:cubicBezTo>
                  <a:lnTo>
                    <a:pt x="184446" y="79235"/>
                  </a:lnTo>
                  <a:cubicBezTo>
                    <a:pt x="188919" y="77959"/>
                    <a:pt x="191475" y="73490"/>
                    <a:pt x="190836" y="68383"/>
                  </a:cubicBezTo>
                  <a:cubicBezTo>
                    <a:pt x="190197" y="65829"/>
                    <a:pt x="189558" y="62637"/>
                    <a:pt x="189558" y="60083"/>
                  </a:cubicBezTo>
                  <a:lnTo>
                    <a:pt x="189558" y="59445"/>
                  </a:lnTo>
                  <a:cubicBezTo>
                    <a:pt x="185724" y="39655"/>
                    <a:pt x="174862" y="23695"/>
                    <a:pt x="158248" y="13480"/>
                  </a:cubicBezTo>
                  <a:cubicBezTo>
                    <a:pt x="136522" y="74"/>
                    <a:pt x="107128" y="-3756"/>
                    <a:pt x="77735" y="3904"/>
                  </a:cubicBezTo>
                  <a:cubicBezTo>
                    <a:pt x="22781" y="18588"/>
                    <a:pt x="-9169" y="62637"/>
                    <a:pt x="2333" y="109240"/>
                  </a:cubicBezTo>
                  <a:cubicBezTo>
                    <a:pt x="4889" y="118816"/>
                    <a:pt x="7445" y="126477"/>
                    <a:pt x="11279" y="133499"/>
                  </a:cubicBezTo>
                  <a:cubicBezTo>
                    <a:pt x="13835" y="137968"/>
                    <a:pt x="20864" y="140522"/>
                    <a:pt x="27254" y="137968"/>
                  </a:cubicBezTo>
                  <a:close/>
                  <a:moveTo>
                    <a:pt x="146746" y="51146"/>
                  </a:moveTo>
                  <a:cubicBezTo>
                    <a:pt x="148024" y="47954"/>
                    <a:pt x="151858" y="46677"/>
                    <a:pt x="155053" y="47954"/>
                  </a:cubicBezTo>
                  <a:lnTo>
                    <a:pt x="163360" y="51146"/>
                  </a:lnTo>
                  <a:cubicBezTo>
                    <a:pt x="166555" y="52423"/>
                    <a:pt x="167833" y="56253"/>
                    <a:pt x="166555" y="59445"/>
                  </a:cubicBezTo>
                  <a:cubicBezTo>
                    <a:pt x="165277" y="61999"/>
                    <a:pt x="163360" y="63275"/>
                    <a:pt x="160804" y="63275"/>
                  </a:cubicBezTo>
                  <a:cubicBezTo>
                    <a:pt x="160165" y="63275"/>
                    <a:pt x="158887" y="63275"/>
                    <a:pt x="158248" y="62637"/>
                  </a:cubicBezTo>
                  <a:lnTo>
                    <a:pt x="149941" y="59445"/>
                  </a:lnTo>
                  <a:cubicBezTo>
                    <a:pt x="146746" y="58168"/>
                    <a:pt x="145468" y="54338"/>
                    <a:pt x="146746" y="51146"/>
                  </a:cubicBezTo>
                  <a:close/>
                  <a:moveTo>
                    <a:pt x="142273" y="102856"/>
                  </a:moveTo>
                  <a:cubicBezTo>
                    <a:pt x="142273" y="106048"/>
                    <a:pt x="139078" y="108602"/>
                    <a:pt x="135883" y="108602"/>
                  </a:cubicBezTo>
                  <a:cubicBezTo>
                    <a:pt x="135883" y="108602"/>
                    <a:pt x="135244" y="108602"/>
                    <a:pt x="135244" y="108602"/>
                  </a:cubicBezTo>
                  <a:cubicBezTo>
                    <a:pt x="131410" y="108602"/>
                    <a:pt x="128854" y="105410"/>
                    <a:pt x="129493" y="101579"/>
                  </a:cubicBezTo>
                  <a:lnTo>
                    <a:pt x="130132" y="92642"/>
                  </a:lnTo>
                  <a:cubicBezTo>
                    <a:pt x="130132" y="88811"/>
                    <a:pt x="133327" y="86258"/>
                    <a:pt x="137161" y="86896"/>
                  </a:cubicBezTo>
                  <a:cubicBezTo>
                    <a:pt x="140995" y="86896"/>
                    <a:pt x="143551" y="90088"/>
                    <a:pt x="142912" y="93919"/>
                  </a:cubicBezTo>
                  <a:lnTo>
                    <a:pt x="142273" y="102856"/>
                  </a:lnTo>
                  <a:close/>
                  <a:moveTo>
                    <a:pt x="122464" y="17949"/>
                  </a:moveTo>
                  <a:cubicBezTo>
                    <a:pt x="123742" y="14757"/>
                    <a:pt x="127576" y="13480"/>
                    <a:pt x="130771" y="14757"/>
                  </a:cubicBezTo>
                  <a:lnTo>
                    <a:pt x="139078" y="17949"/>
                  </a:lnTo>
                  <a:cubicBezTo>
                    <a:pt x="142273" y="19226"/>
                    <a:pt x="143551" y="23056"/>
                    <a:pt x="142273" y="26248"/>
                  </a:cubicBezTo>
                  <a:cubicBezTo>
                    <a:pt x="140995" y="28802"/>
                    <a:pt x="139078" y="30079"/>
                    <a:pt x="136522" y="30079"/>
                  </a:cubicBezTo>
                  <a:cubicBezTo>
                    <a:pt x="135883" y="30079"/>
                    <a:pt x="134605" y="30079"/>
                    <a:pt x="133966" y="29440"/>
                  </a:cubicBezTo>
                  <a:lnTo>
                    <a:pt x="125659" y="26248"/>
                  </a:lnTo>
                  <a:cubicBezTo>
                    <a:pt x="122464" y="24972"/>
                    <a:pt x="121186" y="21141"/>
                    <a:pt x="122464" y="17949"/>
                  </a:cubicBezTo>
                  <a:close/>
                  <a:moveTo>
                    <a:pt x="58565" y="18588"/>
                  </a:moveTo>
                  <a:cubicBezTo>
                    <a:pt x="61121" y="16034"/>
                    <a:pt x="64955" y="15396"/>
                    <a:pt x="67511" y="17949"/>
                  </a:cubicBezTo>
                  <a:lnTo>
                    <a:pt x="74540" y="23695"/>
                  </a:lnTo>
                  <a:cubicBezTo>
                    <a:pt x="77096" y="26248"/>
                    <a:pt x="77735" y="30079"/>
                    <a:pt x="75178" y="32632"/>
                  </a:cubicBezTo>
                  <a:cubicBezTo>
                    <a:pt x="73901" y="33909"/>
                    <a:pt x="71983" y="35186"/>
                    <a:pt x="70067" y="35186"/>
                  </a:cubicBezTo>
                  <a:cubicBezTo>
                    <a:pt x="68789" y="35186"/>
                    <a:pt x="66872" y="34548"/>
                    <a:pt x="66233" y="33909"/>
                  </a:cubicBezTo>
                  <a:lnTo>
                    <a:pt x="59204" y="28164"/>
                  </a:lnTo>
                  <a:cubicBezTo>
                    <a:pt x="56648" y="25610"/>
                    <a:pt x="56648" y="21141"/>
                    <a:pt x="58565" y="18588"/>
                  </a:cubicBezTo>
                  <a:close/>
                  <a:moveTo>
                    <a:pt x="52175" y="60083"/>
                  </a:moveTo>
                  <a:cubicBezTo>
                    <a:pt x="54092" y="56891"/>
                    <a:pt x="57926" y="56253"/>
                    <a:pt x="61121" y="58168"/>
                  </a:cubicBezTo>
                  <a:cubicBezTo>
                    <a:pt x="64316" y="60083"/>
                    <a:pt x="64955" y="63914"/>
                    <a:pt x="63038" y="67106"/>
                  </a:cubicBezTo>
                  <a:cubicBezTo>
                    <a:pt x="63038" y="67106"/>
                    <a:pt x="63038" y="67744"/>
                    <a:pt x="63038" y="67744"/>
                  </a:cubicBezTo>
                  <a:cubicBezTo>
                    <a:pt x="68150" y="61999"/>
                    <a:pt x="75817" y="57530"/>
                    <a:pt x="84125" y="54338"/>
                  </a:cubicBezTo>
                  <a:cubicBezTo>
                    <a:pt x="93709" y="50507"/>
                    <a:pt x="103933" y="49869"/>
                    <a:pt x="112879" y="51146"/>
                  </a:cubicBezTo>
                  <a:cubicBezTo>
                    <a:pt x="111601" y="50507"/>
                    <a:pt x="109684" y="49869"/>
                    <a:pt x="108406" y="49869"/>
                  </a:cubicBezTo>
                  <a:cubicBezTo>
                    <a:pt x="105211" y="49231"/>
                    <a:pt x="102655" y="45400"/>
                    <a:pt x="103933" y="42208"/>
                  </a:cubicBezTo>
                  <a:cubicBezTo>
                    <a:pt x="104572" y="39016"/>
                    <a:pt x="108406" y="36463"/>
                    <a:pt x="111601" y="37740"/>
                  </a:cubicBezTo>
                  <a:cubicBezTo>
                    <a:pt x="121825" y="40293"/>
                    <a:pt x="128854" y="46039"/>
                    <a:pt x="132049" y="54338"/>
                  </a:cubicBezTo>
                  <a:cubicBezTo>
                    <a:pt x="138439" y="70936"/>
                    <a:pt x="125659" y="91365"/>
                    <a:pt x="102016" y="99664"/>
                  </a:cubicBezTo>
                  <a:cubicBezTo>
                    <a:pt x="94987" y="102218"/>
                    <a:pt x="87958" y="103495"/>
                    <a:pt x="80930" y="103495"/>
                  </a:cubicBezTo>
                  <a:cubicBezTo>
                    <a:pt x="66233" y="103495"/>
                    <a:pt x="53453" y="97111"/>
                    <a:pt x="48980" y="85619"/>
                  </a:cubicBezTo>
                  <a:cubicBezTo>
                    <a:pt x="46424" y="77320"/>
                    <a:pt x="47063" y="68383"/>
                    <a:pt x="52175" y="60083"/>
                  </a:cubicBezTo>
                  <a:close/>
                  <a:moveTo>
                    <a:pt x="46424" y="115624"/>
                  </a:moveTo>
                  <a:cubicBezTo>
                    <a:pt x="48980" y="113071"/>
                    <a:pt x="52814" y="112432"/>
                    <a:pt x="55370" y="114986"/>
                  </a:cubicBezTo>
                  <a:lnTo>
                    <a:pt x="62399" y="120731"/>
                  </a:lnTo>
                  <a:cubicBezTo>
                    <a:pt x="64955" y="123285"/>
                    <a:pt x="65594" y="127115"/>
                    <a:pt x="63038" y="129669"/>
                  </a:cubicBezTo>
                  <a:cubicBezTo>
                    <a:pt x="61760" y="130946"/>
                    <a:pt x="59843" y="132223"/>
                    <a:pt x="57926" y="132223"/>
                  </a:cubicBezTo>
                  <a:cubicBezTo>
                    <a:pt x="56648" y="132223"/>
                    <a:pt x="54731" y="131584"/>
                    <a:pt x="54092" y="130946"/>
                  </a:cubicBezTo>
                  <a:lnTo>
                    <a:pt x="47063" y="125200"/>
                  </a:lnTo>
                  <a:cubicBezTo>
                    <a:pt x="44507" y="122647"/>
                    <a:pt x="44507" y="118178"/>
                    <a:pt x="46424" y="115624"/>
                  </a:cubicBezTo>
                  <a:close/>
                  <a:moveTo>
                    <a:pt x="20864" y="52423"/>
                  </a:moveTo>
                  <a:cubicBezTo>
                    <a:pt x="20864" y="48592"/>
                    <a:pt x="24059" y="46039"/>
                    <a:pt x="27893" y="46677"/>
                  </a:cubicBezTo>
                  <a:cubicBezTo>
                    <a:pt x="31727" y="46677"/>
                    <a:pt x="34283" y="49869"/>
                    <a:pt x="33644" y="53699"/>
                  </a:cubicBezTo>
                  <a:lnTo>
                    <a:pt x="33005" y="62637"/>
                  </a:lnTo>
                  <a:cubicBezTo>
                    <a:pt x="33005" y="65829"/>
                    <a:pt x="29810" y="68383"/>
                    <a:pt x="26615" y="68383"/>
                  </a:cubicBezTo>
                  <a:cubicBezTo>
                    <a:pt x="26615" y="68383"/>
                    <a:pt x="26615" y="68383"/>
                    <a:pt x="25976" y="68383"/>
                  </a:cubicBezTo>
                  <a:cubicBezTo>
                    <a:pt x="22142" y="68383"/>
                    <a:pt x="19586" y="65191"/>
                    <a:pt x="20225" y="61360"/>
                  </a:cubicBezTo>
                  <a:lnTo>
                    <a:pt x="20864" y="52423"/>
                  </a:lnTo>
                  <a:close/>
                  <a:moveTo>
                    <a:pt x="17669" y="106687"/>
                  </a:moveTo>
                  <a:cubicBezTo>
                    <a:pt x="15113" y="104771"/>
                    <a:pt x="14474" y="100303"/>
                    <a:pt x="16391" y="97749"/>
                  </a:cubicBezTo>
                  <a:lnTo>
                    <a:pt x="21503" y="90727"/>
                  </a:lnTo>
                  <a:cubicBezTo>
                    <a:pt x="23420" y="88173"/>
                    <a:pt x="27893" y="87535"/>
                    <a:pt x="30449" y="89450"/>
                  </a:cubicBezTo>
                  <a:cubicBezTo>
                    <a:pt x="33005" y="91365"/>
                    <a:pt x="33644" y="95834"/>
                    <a:pt x="31727" y="98387"/>
                  </a:cubicBezTo>
                  <a:lnTo>
                    <a:pt x="26615" y="105410"/>
                  </a:lnTo>
                  <a:cubicBezTo>
                    <a:pt x="25337" y="107325"/>
                    <a:pt x="23420" y="107963"/>
                    <a:pt x="21503" y="107963"/>
                  </a:cubicBezTo>
                  <a:cubicBezTo>
                    <a:pt x="20225" y="107963"/>
                    <a:pt x="18947" y="107325"/>
                    <a:pt x="17669" y="106687"/>
                  </a:cubicBezTo>
                  <a:close/>
                </a:path>
              </a:pathLst>
            </a:custGeom>
            <a:solidFill>
              <a:srgbClr val="046A38"/>
            </a:solidFill>
            <a:ln w="6390" cap="flat">
              <a:noFill/>
              <a:prstDash val="solid"/>
              <a:miter/>
            </a:ln>
          </p:spPr>
          <p:txBody>
            <a:bodyPr rtlCol="0" anchor="ctr"/>
            <a:lstStyle/>
            <a:p>
              <a:endParaRPr lang="en-US"/>
            </a:p>
          </p:txBody>
        </p:sp>
        <p:sp>
          <p:nvSpPr>
            <p:cNvPr id="1282" name="Graphic 4">
              <a:extLst>
                <a:ext uri="{FF2B5EF4-FFF2-40B4-BE49-F238E27FC236}">
                  <a16:creationId xmlns:a16="http://schemas.microsoft.com/office/drawing/2014/main" id="{E33C8CDA-BF95-0349-A13F-69F12807D5A3}"/>
                </a:ext>
              </a:extLst>
            </p:cNvPr>
            <p:cNvSpPr/>
            <p:nvPr/>
          </p:nvSpPr>
          <p:spPr>
            <a:xfrm>
              <a:off x="2126570" y="2549925"/>
              <a:ext cx="17891" cy="7022"/>
            </a:xfrm>
            <a:custGeom>
              <a:avLst/>
              <a:gdLst>
                <a:gd name="connsiteX0" fmla="*/ 8946 w 17891"/>
                <a:gd name="connsiteY0" fmla="*/ 2554 h 7022"/>
                <a:gd name="connsiteX1" fmla="*/ 0 w 17891"/>
                <a:gd name="connsiteY1" fmla="*/ 7022 h 7022"/>
                <a:gd name="connsiteX2" fmla="*/ 8946 w 17891"/>
                <a:gd name="connsiteY2" fmla="*/ 4469 h 7022"/>
                <a:gd name="connsiteX3" fmla="*/ 17892 w 17891"/>
                <a:gd name="connsiteY3" fmla="*/ 0 h 7022"/>
                <a:gd name="connsiteX4" fmla="*/ 8946 w 17891"/>
                <a:gd name="connsiteY4" fmla="*/ 2554 h 70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91" h="7022">
                  <a:moveTo>
                    <a:pt x="8946" y="2554"/>
                  </a:moveTo>
                  <a:cubicBezTo>
                    <a:pt x="5751" y="3830"/>
                    <a:pt x="2556" y="5107"/>
                    <a:pt x="0" y="7022"/>
                  </a:cubicBezTo>
                  <a:cubicBezTo>
                    <a:pt x="3195" y="6384"/>
                    <a:pt x="5751" y="5746"/>
                    <a:pt x="8946" y="4469"/>
                  </a:cubicBezTo>
                  <a:cubicBezTo>
                    <a:pt x="12141" y="3192"/>
                    <a:pt x="15336" y="1915"/>
                    <a:pt x="17892" y="0"/>
                  </a:cubicBezTo>
                  <a:cubicBezTo>
                    <a:pt x="15336" y="638"/>
                    <a:pt x="12141" y="1277"/>
                    <a:pt x="8946" y="2554"/>
                  </a:cubicBezTo>
                  <a:close/>
                </a:path>
              </a:pathLst>
            </a:custGeom>
            <a:solidFill>
              <a:srgbClr val="046A38"/>
            </a:solidFill>
            <a:ln w="6390" cap="flat">
              <a:noFill/>
              <a:prstDash val="solid"/>
              <a:miter/>
            </a:ln>
          </p:spPr>
          <p:txBody>
            <a:bodyPr rtlCol="0" anchor="ctr"/>
            <a:lstStyle/>
            <a:p>
              <a:endParaRPr lang="en-US"/>
            </a:p>
          </p:txBody>
        </p:sp>
        <p:sp>
          <p:nvSpPr>
            <p:cNvPr id="1283" name="Graphic 4">
              <a:extLst>
                <a:ext uri="{FF2B5EF4-FFF2-40B4-BE49-F238E27FC236}">
                  <a16:creationId xmlns:a16="http://schemas.microsoft.com/office/drawing/2014/main" id="{E060EDF5-6CEF-7141-AA7F-995F3DB4FCFA}"/>
                </a:ext>
              </a:extLst>
            </p:cNvPr>
            <p:cNvSpPr/>
            <p:nvPr/>
          </p:nvSpPr>
          <p:spPr>
            <a:xfrm>
              <a:off x="195276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28760 w 361670"/>
                <a:gd name="connsiteY5" fmla="*/ 264935 h 361333"/>
                <a:gd name="connsiteX6" fmla="*/ 173806 w 361670"/>
                <a:gd name="connsiteY6" fmla="*/ 278980 h 361333"/>
                <a:gd name="connsiteX7" fmla="*/ 102239 w 361670"/>
                <a:gd name="connsiteY7" fmla="*/ 250252 h 361333"/>
                <a:gd name="connsiteX8" fmla="*/ 100322 w 361670"/>
                <a:gd name="connsiteY8" fmla="*/ 246422 h 361333"/>
                <a:gd name="connsiteX9" fmla="*/ 84986 w 361670"/>
                <a:gd name="connsiteY9" fmla="*/ 233654 h 361333"/>
                <a:gd name="connsiteX10" fmla="*/ 75401 w 361670"/>
                <a:gd name="connsiteY10" fmla="*/ 206841 h 361333"/>
                <a:gd name="connsiteX11" fmla="*/ 159748 w 361670"/>
                <a:gd name="connsiteY11" fmla="*/ 86184 h 361333"/>
                <a:gd name="connsiteX12" fmla="*/ 250485 w 361670"/>
                <a:gd name="connsiteY12" fmla="*/ 97037 h 361333"/>
                <a:gd name="connsiteX13" fmla="*/ 287547 w 361670"/>
                <a:gd name="connsiteY13" fmla="*/ 151300 h 361333"/>
                <a:gd name="connsiteX14" fmla="*/ 287547 w 361670"/>
                <a:gd name="connsiteY14" fmla="*/ 151939 h 361333"/>
                <a:gd name="connsiteX15" fmla="*/ 288825 w 361670"/>
                <a:gd name="connsiteY15" fmla="*/ 160876 h 361333"/>
                <a:gd name="connsiteX16" fmla="*/ 286908 w 361670"/>
                <a:gd name="connsiteY16" fmla="*/ 173644 h 361333"/>
                <a:gd name="connsiteX17" fmla="*/ 228760 w 361670"/>
                <a:gd name="connsiteY17" fmla="*/ 26493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228760" y="264935"/>
                  </a:moveTo>
                  <a:cubicBezTo>
                    <a:pt x="211507" y="274511"/>
                    <a:pt x="192337" y="278980"/>
                    <a:pt x="173806" y="278980"/>
                  </a:cubicBezTo>
                  <a:cubicBezTo>
                    <a:pt x="146969" y="278980"/>
                    <a:pt x="120770" y="269404"/>
                    <a:pt x="102239" y="250252"/>
                  </a:cubicBezTo>
                  <a:cubicBezTo>
                    <a:pt x="100961" y="248975"/>
                    <a:pt x="100961" y="247699"/>
                    <a:pt x="100322" y="246422"/>
                  </a:cubicBezTo>
                  <a:cubicBezTo>
                    <a:pt x="93932" y="244507"/>
                    <a:pt x="88181" y="240038"/>
                    <a:pt x="84986" y="233654"/>
                  </a:cubicBezTo>
                  <a:cubicBezTo>
                    <a:pt x="81152" y="225993"/>
                    <a:pt x="77957" y="217055"/>
                    <a:pt x="75401" y="206841"/>
                  </a:cubicBezTo>
                  <a:cubicBezTo>
                    <a:pt x="61982" y="153216"/>
                    <a:pt x="97127" y="102782"/>
                    <a:pt x="159748" y="86184"/>
                  </a:cubicBezTo>
                  <a:cubicBezTo>
                    <a:pt x="192976" y="77246"/>
                    <a:pt x="225565" y="81715"/>
                    <a:pt x="250485" y="97037"/>
                  </a:cubicBezTo>
                  <a:cubicBezTo>
                    <a:pt x="270294" y="109805"/>
                    <a:pt x="283074" y="128318"/>
                    <a:pt x="287547" y="151300"/>
                  </a:cubicBezTo>
                  <a:lnTo>
                    <a:pt x="287547" y="151939"/>
                  </a:lnTo>
                  <a:cubicBezTo>
                    <a:pt x="288186" y="155131"/>
                    <a:pt x="288825" y="157684"/>
                    <a:pt x="288825" y="160876"/>
                  </a:cubicBezTo>
                  <a:cubicBezTo>
                    <a:pt x="289464" y="165345"/>
                    <a:pt x="288825" y="169814"/>
                    <a:pt x="286908" y="173644"/>
                  </a:cubicBezTo>
                  <a:cubicBezTo>
                    <a:pt x="289464" y="212587"/>
                    <a:pt x="269655" y="243230"/>
                    <a:pt x="228760" y="264935"/>
                  </a:cubicBezTo>
                  <a:close/>
                </a:path>
              </a:pathLst>
            </a:custGeom>
            <a:solidFill>
              <a:srgbClr val="046A38"/>
            </a:solidFill>
            <a:ln w="6390" cap="flat">
              <a:noFill/>
              <a:prstDash val="solid"/>
              <a:miter/>
            </a:ln>
          </p:spPr>
          <p:txBody>
            <a:bodyPr rtlCol="0" anchor="ctr"/>
            <a:lstStyle/>
            <a:p>
              <a:endParaRPr lang="en-US"/>
            </a:p>
          </p:txBody>
        </p:sp>
        <p:sp>
          <p:nvSpPr>
            <p:cNvPr id="1284" name="Graphic 4">
              <a:extLst>
                <a:ext uri="{FF2B5EF4-FFF2-40B4-BE49-F238E27FC236}">
                  <a16:creationId xmlns:a16="http://schemas.microsoft.com/office/drawing/2014/main" id="{C4F3E489-318A-6246-B10E-411A2E42FD3A}"/>
                </a:ext>
              </a:extLst>
            </p:cNvPr>
            <p:cNvSpPr/>
            <p:nvPr/>
          </p:nvSpPr>
          <p:spPr>
            <a:xfrm>
              <a:off x="2070339" y="2557585"/>
              <a:ext cx="156553" cy="79498"/>
            </a:xfrm>
            <a:custGeom>
              <a:avLst/>
              <a:gdLst>
                <a:gd name="connsiteX0" fmla="*/ 156553 w 156553"/>
                <a:gd name="connsiteY0" fmla="*/ 0 h 79498"/>
                <a:gd name="connsiteX1" fmla="*/ 153998 w 156553"/>
                <a:gd name="connsiteY1" fmla="*/ 638 h 79498"/>
                <a:gd name="connsiteX2" fmla="*/ 147608 w 156553"/>
                <a:gd name="connsiteY2" fmla="*/ 8938 h 79498"/>
                <a:gd name="connsiteX3" fmla="*/ 146969 w 156553"/>
                <a:gd name="connsiteY3" fmla="*/ 17237 h 79498"/>
                <a:gd name="connsiteX4" fmla="*/ 129077 w 156553"/>
                <a:gd name="connsiteY4" fmla="*/ 37027 h 79498"/>
                <a:gd name="connsiteX5" fmla="*/ 110546 w 156553"/>
                <a:gd name="connsiteY5" fmla="*/ 40857 h 79498"/>
                <a:gd name="connsiteX6" fmla="*/ 104156 w 156553"/>
                <a:gd name="connsiteY6" fmla="*/ 45326 h 79498"/>
                <a:gd name="connsiteX7" fmla="*/ 98405 w 156553"/>
                <a:gd name="connsiteY7" fmla="*/ 54264 h 79498"/>
                <a:gd name="connsiteX8" fmla="*/ 72845 w 156553"/>
                <a:gd name="connsiteY8" fmla="*/ 63840 h 79498"/>
                <a:gd name="connsiteX9" fmla="*/ 60065 w 156553"/>
                <a:gd name="connsiteY9" fmla="*/ 60009 h 79498"/>
                <a:gd name="connsiteX10" fmla="*/ 49841 w 156553"/>
                <a:gd name="connsiteY10" fmla="*/ 62563 h 79498"/>
                <a:gd name="connsiteX11" fmla="*/ 33228 w 156553"/>
                <a:gd name="connsiteY11" fmla="*/ 70224 h 79498"/>
                <a:gd name="connsiteX12" fmla="*/ 21087 w 156553"/>
                <a:gd name="connsiteY12" fmla="*/ 66393 h 79498"/>
                <a:gd name="connsiteX13" fmla="*/ 10863 w 156553"/>
                <a:gd name="connsiteY13" fmla="*/ 59371 h 79498"/>
                <a:gd name="connsiteX14" fmla="*/ 1278 w 156553"/>
                <a:gd name="connsiteY14" fmla="*/ 58733 h 79498"/>
                <a:gd name="connsiteX15" fmla="*/ 1278 w 156553"/>
                <a:gd name="connsiteY15" fmla="*/ 58733 h 79498"/>
                <a:gd name="connsiteX16" fmla="*/ 0 w 156553"/>
                <a:gd name="connsiteY16" fmla="*/ 59371 h 79498"/>
                <a:gd name="connsiteX17" fmla="*/ 106073 w 156553"/>
                <a:gd name="connsiteY17" fmla="*/ 67032 h 79498"/>
                <a:gd name="connsiteX18" fmla="*/ 156553 w 156553"/>
                <a:gd name="connsiteY18" fmla="*/ 0 h 79498"/>
                <a:gd name="connsiteX19" fmla="*/ 156553 w 156553"/>
                <a:gd name="connsiteY19" fmla="*/ 0 h 79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6553" h="79498">
                  <a:moveTo>
                    <a:pt x="156553" y="0"/>
                  </a:moveTo>
                  <a:lnTo>
                    <a:pt x="153998" y="638"/>
                  </a:lnTo>
                  <a:cubicBezTo>
                    <a:pt x="150164" y="1915"/>
                    <a:pt x="147608" y="5107"/>
                    <a:pt x="147608" y="8938"/>
                  </a:cubicBezTo>
                  <a:lnTo>
                    <a:pt x="146969" y="17237"/>
                  </a:lnTo>
                  <a:cubicBezTo>
                    <a:pt x="146330" y="26813"/>
                    <a:pt x="138662" y="35112"/>
                    <a:pt x="129077" y="37027"/>
                  </a:cubicBezTo>
                  <a:lnTo>
                    <a:pt x="110546" y="40857"/>
                  </a:lnTo>
                  <a:cubicBezTo>
                    <a:pt x="107990" y="41496"/>
                    <a:pt x="105434" y="42773"/>
                    <a:pt x="104156" y="45326"/>
                  </a:cubicBezTo>
                  <a:lnTo>
                    <a:pt x="98405" y="54264"/>
                  </a:lnTo>
                  <a:cubicBezTo>
                    <a:pt x="93293" y="63201"/>
                    <a:pt x="82430" y="67032"/>
                    <a:pt x="72845" y="63840"/>
                  </a:cubicBezTo>
                  <a:lnTo>
                    <a:pt x="60065" y="60009"/>
                  </a:lnTo>
                  <a:cubicBezTo>
                    <a:pt x="56231" y="58733"/>
                    <a:pt x="52398" y="60009"/>
                    <a:pt x="49841" y="62563"/>
                  </a:cubicBezTo>
                  <a:cubicBezTo>
                    <a:pt x="45369" y="67670"/>
                    <a:pt x="39618" y="70224"/>
                    <a:pt x="33228" y="70224"/>
                  </a:cubicBezTo>
                  <a:cubicBezTo>
                    <a:pt x="28755" y="70224"/>
                    <a:pt x="24282" y="68947"/>
                    <a:pt x="21087" y="66393"/>
                  </a:cubicBezTo>
                  <a:lnTo>
                    <a:pt x="10863" y="59371"/>
                  </a:lnTo>
                  <a:cubicBezTo>
                    <a:pt x="8307" y="57456"/>
                    <a:pt x="4473" y="57456"/>
                    <a:pt x="1278" y="58733"/>
                  </a:cubicBezTo>
                  <a:cubicBezTo>
                    <a:pt x="1278" y="58733"/>
                    <a:pt x="1278" y="58733"/>
                    <a:pt x="1278" y="58733"/>
                  </a:cubicBezTo>
                  <a:cubicBezTo>
                    <a:pt x="639" y="58733"/>
                    <a:pt x="0" y="58733"/>
                    <a:pt x="0" y="59371"/>
                  </a:cubicBezTo>
                  <a:cubicBezTo>
                    <a:pt x="27477" y="82992"/>
                    <a:pt x="70289" y="86184"/>
                    <a:pt x="106073" y="67032"/>
                  </a:cubicBezTo>
                  <a:cubicBezTo>
                    <a:pt x="137384" y="49795"/>
                    <a:pt x="154637" y="28089"/>
                    <a:pt x="156553" y="0"/>
                  </a:cubicBezTo>
                  <a:cubicBezTo>
                    <a:pt x="156553" y="0"/>
                    <a:pt x="156553" y="0"/>
                    <a:pt x="156553" y="0"/>
                  </a:cubicBezTo>
                  <a:close/>
                </a:path>
              </a:pathLst>
            </a:custGeom>
            <a:solidFill>
              <a:srgbClr val="046A38"/>
            </a:solidFill>
            <a:ln w="6390" cap="flat">
              <a:noFill/>
              <a:prstDash val="solid"/>
              <a:miter/>
            </a:ln>
          </p:spPr>
          <p:txBody>
            <a:bodyPr rtlCol="0" anchor="ctr"/>
            <a:lstStyle/>
            <a:p>
              <a:endParaRPr lang="en-US"/>
            </a:p>
          </p:txBody>
        </p:sp>
        <p:sp>
          <p:nvSpPr>
            <p:cNvPr id="1285" name="Graphic 4">
              <a:extLst>
                <a:ext uri="{FF2B5EF4-FFF2-40B4-BE49-F238E27FC236}">
                  <a16:creationId xmlns:a16="http://schemas.microsoft.com/office/drawing/2014/main" id="{1CED20A0-F7FF-F547-9E9F-27035FD92621}"/>
                </a:ext>
              </a:extLst>
            </p:cNvPr>
            <p:cNvSpPr/>
            <p:nvPr/>
          </p:nvSpPr>
          <p:spPr>
            <a:xfrm>
              <a:off x="2104845" y="2530051"/>
              <a:ext cx="53675" cy="25619"/>
            </a:xfrm>
            <a:custGeom>
              <a:avLst/>
              <a:gdLst>
                <a:gd name="connsiteX0" fmla="*/ 3834 w 53675"/>
                <a:gd name="connsiteY0" fmla="*/ 25620 h 25619"/>
                <a:gd name="connsiteX1" fmla="*/ 26199 w 53675"/>
                <a:gd name="connsiteY1" fmla="*/ 10298 h 25619"/>
                <a:gd name="connsiteX2" fmla="*/ 52398 w 53675"/>
                <a:gd name="connsiteY2" fmla="*/ 6468 h 25619"/>
                <a:gd name="connsiteX3" fmla="*/ 53675 w 53675"/>
                <a:gd name="connsiteY3" fmla="*/ 3914 h 25619"/>
                <a:gd name="connsiteX4" fmla="*/ 22365 w 53675"/>
                <a:gd name="connsiteY4" fmla="*/ 3276 h 25619"/>
                <a:gd name="connsiteX5" fmla="*/ 0 w 53675"/>
                <a:gd name="connsiteY5" fmla="*/ 23704 h 25619"/>
                <a:gd name="connsiteX6" fmla="*/ 3834 w 53675"/>
                <a:gd name="connsiteY6" fmla="*/ 25620 h 25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675" h="25619">
                  <a:moveTo>
                    <a:pt x="3834" y="25620"/>
                  </a:moveTo>
                  <a:cubicBezTo>
                    <a:pt x="9585" y="19236"/>
                    <a:pt x="17253" y="13490"/>
                    <a:pt x="26199" y="10298"/>
                  </a:cubicBezTo>
                  <a:cubicBezTo>
                    <a:pt x="35145" y="7106"/>
                    <a:pt x="44091" y="5829"/>
                    <a:pt x="52398" y="6468"/>
                  </a:cubicBezTo>
                  <a:cubicBezTo>
                    <a:pt x="53037" y="5829"/>
                    <a:pt x="53037" y="4553"/>
                    <a:pt x="53675" y="3914"/>
                  </a:cubicBezTo>
                  <a:cubicBezTo>
                    <a:pt x="46647" y="-1193"/>
                    <a:pt x="33867" y="-1193"/>
                    <a:pt x="22365" y="3276"/>
                  </a:cubicBezTo>
                  <a:cubicBezTo>
                    <a:pt x="10863" y="7745"/>
                    <a:pt x="2556" y="15405"/>
                    <a:pt x="0" y="23704"/>
                  </a:cubicBezTo>
                  <a:cubicBezTo>
                    <a:pt x="639" y="24343"/>
                    <a:pt x="2556" y="24981"/>
                    <a:pt x="3834" y="25620"/>
                  </a:cubicBezTo>
                  <a:close/>
                </a:path>
              </a:pathLst>
            </a:custGeom>
            <a:solidFill>
              <a:srgbClr val="046A38"/>
            </a:solidFill>
            <a:ln w="6390" cap="flat">
              <a:noFill/>
              <a:prstDash val="solid"/>
              <a:miter/>
            </a:ln>
          </p:spPr>
          <p:txBody>
            <a:bodyPr rtlCol="0" anchor="ctr"/>
            <a:lstStyle/>
            <a:p>
              <a:endParaRPr lang="en-US"/>
            </a:p>
          </p:txBody>
        </p:sp>
      </p:grpSp>
      <p:grpSp>
        <p:nvGrpSpPr>
          <p:cNvPr id="1286" name="Graphic 4">
            <a:extLst>
              <a:ext uri="{FF2B5EF4-FFF2-40B4-BE49-F238E27FC236}">
                <a16:creationId xmlns:a16="http://schemas.microsoft.com/office/drawing/2014/main" id="{414C58FD-C831-AB44-B4CA-16AAD89A1D8A}"/>
              </a:ext>
            </a:extLst>
          </p:cNvPr>
          <p:cNvGrpSpPr/>
          <p:nvPr/>
        </p:nvGrpSpPr>
        <p:grpSpPr>
          <a:xfrm>
            <a:off x="905454" y="918179"/>
            <a:ext cx="361670" cy="361333"/>
            <a:chOff x="905454" y="918179"/>
            <a:chExt cx="361670" cy="361333"/>
          </a:xfrm>
          <a:solidFill>
            <a:srgbClr val="046A38"/>
          </a:solidFill>
        </p:grpSpPr>
        <p:sp>
          <p:nvSpPr>
            <p:cNvPr id="1287" name="Graphic 4">
              <a:extLst>
                <a:ext uri="{FF2B5EF4-FFF2-40B4-BE49-F238E27FC236}">
                  <a16:creationId xmlns:a16="http://schemas.microsoft.com/office/drawing/2014/main" id="{7E321B7E-68A2-EB41-856A-FDABF9FB70D7}"/>
                </a:ext>
              </a:extLst>
            </p:cNvPr>
            <p:cNvSpPr/>
            <p:nvPr/>
          </p:nvSpPr>
          <p:spPr>
            <a:xfrm>
              <a:off x="998747" y="1096930"/>
              <a:ext cx="97127" cy="65755"/>
            </a:xfrm>
            <a:custGeom>
              <a:avLst/>
              <a:gdLst>
                <a:gd name="connsiteX0" fmla="*/ 97127 w 97127"/>
                <a:gd name="connsiteY0" fmla="*/ 7022 h 65755"/>
                <a:gd name="connsiteX1" fmla="*/ 0 w 97127"/>
                <a:gd name="connsiteY1" fmla="*/ 0 h 65755"/>
                <a:gd name="connsiteX2" fmla="*/ 0 w 97127"/>
                <a:gd name="connsiteY2" fmla="*/ 52987 h 65755"/>
                <a:gd name="connsiteX3" fmla="*/ 96488 w 97127"/>
                <a:gd name="connsiteY3" fmla="*/ 65755 h 65755"/>
              </a:gdLst>
              <a:ahLst/>
              <a:cxnLst>
                <a:cxn ang="0">
                  <a:pos x="connsiteX0" y="connsiteY0"/>
                </a:cxn>
                <a:cxn ang="0">
                  <a:pos x="connsiteX1" y="connsiteY1"/>
                </a:cxn>
                <a:cxn ang="0">
                  <a:pos x="connsiteX2" y="connsiteY2"/>
                </a:cxn>
                <a:cxn ang="0">
                  <a:pos x="connsiteX3" y="connsiteY3"/>
                </a:cxn>
              </a:cxnLst>
              <a:rect l="l" t="t" r="r" b="b"/>
              <a:pathLst>
                <a:path w="97127" h="65755">
                  <a:moveTo>
                    <a:pt x="97127" y="7022"/>
                  </a:moveTo>
                  <a:lnTo>
                    <a:pt x="0" y="0"/>
                  </a:lnTo>
                  <a:lnTo>
                    <a:pt x="0" y="52987"/>
                  </a:lnTo>
                  <a:lnTo>
                    <a:pt x="96488" y="65755"/>
                  </a:lnTo>
                  <a:close/>
                </a:path>
              </a:pathLst>
            </a:custGeom>
            <a:solidFill>
              <a:srgbClr val="046A38"/>
            </a:solidFill>
            <a:ln w="6390" cap="flat">
              <a:noFill/>
              <a:prstDash val="solid"/>
              <a:miter/>
            </a:ln>
          </p:spPr>
          <p:txBody>
            <a:bodyPr rtlCol="0" anchor="ctr"/>
            <a:lstStyle/>
            <a:p>
              <a:endParaRPr lang="en-US"/>
            </a:p>
          </p:txBody>
        </p:sp>
        <p:sp>
          <p:nvSpPr>
            <p:cNvPr id="1288" name="Graphic 4">
              <a:extLst>
                <a:ext uri="{FF2B5EF4-FFF2-40B4-BE49-F238E27FC236}">
                  <a16:creationId xmlns:a16="http://schemas.microsoft.com/office/drawing/2014/main" id="{85F03B51-143A-8043-9EA8-C5A3F2F8B2B6}"/>
                </a:ext>
              </a:extLst>
            </p:cNvPr>
            <p:cNvSpPr/>
            <p:nvPr/>
          </p:nvSpPr>
          <p:spPr>
            <a:xfrm>
              <a:off x="1105032" y="1038836"/>
              <a:ext cx="71568" cy="123849"/>
            </a:xfrm>
            <a:custGeom>
              <a:avLst/>
              <a:gdLst>
                <a:gd name="connsiteX0" fmla="*/ 66243 w 71568"/>
                <a:gd name="connsiteY0" fmla="*/ 14045 h 123849"/>
                <a:gd name="connsiteX1" fmla="*/ 41961 w 71568"/>
                <a:gd name="connsiteY1" fmla="*/ 0 h 123849"/>
                <a:gd name="connsiteX2" fmla="*/ 41961 w 71568"/>
                <a:gd name="connsiteY2" fmla="*/ 0 h 123849"/>
                <a:gd name="connsiteX3" fmla="*/ 40683 w 71568"/>
                <a:gd name="connsiteY3" fmla="*/ 0 h 123849"/>
                <a:gd name="connsiteX4" fmla="*/ 6178 w 71568"/>
                <a:gd name="connsiteY4" fmla="*/ 12130 h 123849"/>
                <a:gd name="connsiteX5" fmla="*/ 3622 w 71568"/>
                <a:gd name="connsiteY5" fmla="*/ 57456 h 123849"/>
                <a:gd name="connsiteX6" fmla="*/ 3622 w 71568"/>
                <a:gd name="connsiteY6" fmla="*/ 59371 h 123849"/>
                <a:gd name="connsiteX7" fmla="*/ 3622 w 71568"/>
                <a:gd name="connsiteY7" fmla="*/ 59371 h 123849"/>
                <a:gd name="connsiteX8" fmla="*/ 2983 w 71568"/>
                <a:gd name="connsiteY8" fmla="*/ 123849 h 123849"/>
                <a:gd name="connsiteX9" fmla="*/ 68799 w 71568"/>
                <a:gd name="connsiteY9" fmla="*/ 114273 h 123849"/>
                <a:gd name="connsiteX10" fmla="*/ 67521 w 71568"/>
                <a:gd name="connsiteY10" fmla="*/ 51710 h 123849"/>
                <a:gd name="connsiteX11" fmla="*/ 68160 w 71568"/>
                <a:gd name="connsiteY11" fmla="*/ 49157 h 123849"/>
                <a:gd name="connsiteX12" fmla="*/ 66243 w 71568"/>
                <a:gd name="connsiteY12" fmla="*/ 14045 h 123849"/>
                <a:gd name="connsiteX13" fmla="*/ 12568 w 71568"/>
                <a:gd name="connsiteY13" fmla="*/ 38942 h 123849"/>
                <a:gd name="connsiteX14" fmla="*/ 12568 w 71568"/>
                <a:gd name="connsiteY14" fmla="*/ 35112 h 123849"/>
                <a:gd name="connsiteX15" fmla="*/ 18958 w 71568"/>
                <a:gd name="connsiteY15" fmla="*/ 28728 h 123849"/>
                <a:gd name="connsiteX16" fmla="*/ 25347 w 71568"/>
                <a:gd name="connsiteY16" fmla="*/ 35112 h 123849"/>
                <a:gd name="connsiteX17" fmla="*/ 25347 w 71568"/>
                <a:gd name="connsiteY17" fmla="*/ 38942 h 123849"/>
                <a:gd name="connsiteX18" fmla="*/ 18958 w 71568"/>
                <a:gd name="connsiteY18" fmla="*/ 45326 h 123849"/>
                <a:gd name="connsiteX19" fmla="*/ 12568 w 71568"/>
                <a:gd name="connsiteY19" fmla="*/ 38942 h 123849"/>
                <a:gd name="connsiteX20" fmla="*/ 18958 w 71568"/>
                <a:gd name="connsiteY20" fmla="*/ 70224 h 123849"/>
                <a:gd name="connsiteX21" fmla="*/ 25347 w 71568"/>
                <a:gd name="connsiteY21" fmla="*/ 63840 h 123849"/>
                <a:gd name="connsiteX22" fmla="*/ 31737 w 71568"/>
                <a:gd name="connsiteY22" fmla="*/ 70224 h 123849"/>
                <a:gd name="connsiteX23" fmla="*/ 31737 w 71568"/>
                <a:gd name="connsiteY23" fmla="*/ 74054 h 123849"/>
                <a:gd name="connsiteX24" fmla="*/ 25347 w 71568"/>
                <a:gd name="connsiteY24" fmla="*/ 80438 h 123849"/>
                <a:gd name="connsiteX25" fmla="*/ 18958 w 71568"/>
                <a:gd name="connsiteY25" fmla="*/ 74054 h 123849"/>
                <a:gd name="connsiteX26" fmla="*/ 18958 w 71568"/>
                <a:gd name="connsiteY26" fmla="*/ 70224 h 123849"/>
                <a:gd name="connsiteX27" fmla="*/ 33015 w 71568"/>
                <a:gd name="connsiteY27" fmla="*/ 107889 h 123849"/>
                <a:gd name="connsiteX28" fmla="*/ 26626 w 71568"/>
                <a:gd name="connsiteY28" fmla="*/ 114273 h 123849"/>
                <a:gd name="connsiteX29" fmla="*/ 20236 w 71568"/>
                <a:gd name="connsiteY29" fmla="*/ 107889 h 123849"/>
                <a:gd name="connsiteX30" fmla="*/ 20236 w 71568"/>
                <a:gd name="connsiteY30" fmla="*/ 104059 h 123849"/>
                <a:gd name="connsiteX31" fmla="*/ 26626 w 71568"/>
                <a:gd name="connsiteY31" fmla="*/ 97675 h 123849"/>
                <a:gd name="connsiteX32" fmla="*/ 33015 w 71568"/>
                <a:gd name="connsiteY32" fmla="*/ 104059 h 123849"/>
                <a:gd name="connsiteX33" fmla="*/ 33015 w 71568"/>
                <a:gd name="connsiteY33" fmla="*/ 107889 h 123849"/>
                <a:gd name="connsiteX34" fmla="*/ 43878 w 71568"/>
                <a:gd name="connsiteY34" fmla="*/ 18514 h 123849"/>
                <a:gd name="connsiteX35" fmla="*/ 50268 w 71568"/>
                <a:gd name="connsiteY35" fmla="*/ 12130 h 123849"/>
                <a:gd name="connsiteX36" fmla="*/ 56658 w 71568"/>
                <a:gd name="connsiteY36" fmla="*/ 18514 h 123849"/>
                <a:gd name="connsiteX37" fmla="*/ 56658 w 71568"/>
                <a:gd name="connsiteY37" fmla="*/ 22344 h 123849"/>
                <a:gd name="connsiteX38" fmla="*/ 50268 w 71568"/>
                <a:gd name="connsiteY38" fmla="*/ 28728 h 123849"/>
                <a:gd name="connsiteX39" fmla="*/ 43878 w 71568"/>
                <a:gd name="connsiteY39" fmla="*/ 22344 h 123849"/>
                <a:gd name="connsiteX40" fmla="*/ 43878 w 71568"/>
                <a:gd name="connsiteY40" fmla="*/ 18514 h 123849"/>
                <a:gd name="connsiteX41" fmla="*/ 38766 w 71568"/>
                <a:gd name="connsiteY41" fmla="*/ 48518 h 123849"/>
                <a:gd name="connsiteX42" fmla="*/ 38766 w 71568"/>
                <a:gd name="connsiteY42" fmla="*/ 44688 h 123849"/>
                <a:gd name="connsiteX43" fmla="*/ 45156 w 71568"/>
                <a:gd name="connsiteY43" fmla="*/ 38304 h 123849"/>
                <a:gd name="connsiteX44" fmla="*/ 51546 w 71568"/>
                <a:gd name="connsiteY44" fmla="*/ 44688 h 123849"/>
                <a:gd name="connsiteX45" fmla="*/ 51546 w 71568"/>
                <a:gd name="connsiteY45" fmla="*/ 48518 h 123849"/>
                <a:gd name="connsiteX46" fmla="*/ 45156 w 71568"/>
                <a:gd name="connsiteY46" fmla="*/ 54902 h 123849"/>
                <a:gd name="connsiteX47" fmla="*/ 38766 w 71568"/>
                <a:gd name="connsiteY47" fmla="*/ 48518 h 123849"/>
                <a:gd name="connsiteX48" fmla="*/ 58575 w 71568"/>
                <a:gd name="connsiteY48" fmla="*/ 95760 h 123849"/>
                <a:gd name="connsiteX49" fmla="*/ 52185 w 71568"/>
                <a:gd name="connsiteY49" fmla="*/ 102144 h 123849"/>
                <a:gd name="connsiteX50" fmla="*/ 45795 w 71568"/>
                <a:gd name="connsiteY50" fmla="*/ 95760 h 123849"/>
                <a:gd name="connsiteX51" fmla="*/ 45795 w 71568"/>
                <a:gd name="connsiteY51" fmla="*/ 91929 h 123849"/>
                <a:gd name="connsiteX52" fmla="*/ 52185 w 71568"/>
                <a:gd name="connsiteY52" fmla="*/ 85545 h 123849"/>
                <a:gd name="connsiteX53" fmla="*/ 58575 w 71568"/>
                <a:gd name="connsiteY53" fmla="*/ 91929 h 123849"/>
                <a:gd name="connsiteX54" fmla="*/ 58575 w 71568"/>
                <a:gd name="connsiteY54" fmla="*/ 95760 h 123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71568" h="123849">
                  <a:moveTo>
                    <a:pt x="66243" y="14045"/>
                  </a:moveTo>
                  <a:cubicBezTo>
                    <a:pt x="59853" y="4469"/>
                    <a:pt x="48351" y="0"/>
                    <a:pt x="41961" y="0"/>
                  </a:cubicBezTo>
                  <a:cubicBezTo>
                    <a:pt x="41961" y="0"/>
                    <a:pt x="41961" y="0"/>
                    <a:pt x="41961" y="0"/>
                  </a:cubicBezTo>
                  <a:lnTo>
                    <a:pt x="40683" y="0"/>
                  </a:lnTo>
                  <a:cubicBezTo>
                    <a:pt x="33654" y="0"/>
                    <a:pt x="15763" y="0"/>
                    <a:pt x="6178" y="12130"/>
                  </a:cubicBezTo>
                  <a:cubicBezTo>
                    <a:pt x="-851" y="21706"/>
                    <a:pt x="-2129" y="37027"/>
                    <a:pt x="3622" y="57456"/>
                  </a:cubicBezTo>
                  <a:cubicBezTo>
                    <a:pt x="3622" y="58094"/>
                    <a:pt x="3622" y="58733"/>
                    <a:pt x="3622" y="59371"/>
                  </a:cubicBezTo>
                  <a:cubicBezTo>
                    <a:pt x="3622" y="59371"/>
                    <a:pt x="3622" y="59371"/>
                    <a:pt x="3622" y="59371"/>
                  </a:cubicBezTo>
                  <a:lnTo>
                    <a:pt x="2983" y="123849"/>
                  </a:lnTo>
                  <a:lnTo>
                    <a:pt x="68799" y="114273"/>
                  </a:lnTo>
                  <a:lnTo>
                    <a:pt x="67521" y="51710"/>
                  </a:lnTo>
                  <a:cubicBezTo>
                    <a:pt x="67521" y="51072"/>
                    <a:pt x="67521" y="50433"/>
                    <a:pt x="68160" y="49157"/>
                  </a:cubicBezTo>
                  <a:cubicBezTo>
                    <a:pt x="73272" y="35112"/>
                    <a:pt x="72633" y="23621"/>
                    <a:pt x="66243" y="14045"/>
                  </a:cubicBezTo>
                  <a:close/>
                  <a:moveTo>
                    <a:pt x="12568" y="38942"/>
                  </a:moveTo>
                  <a:lnTo>
                    <a:pt x="12568" y="35112"/>
                  </a:lnTo>
                  <a:cubicBezTo>
                    <a:pt x="12568" y="31281"/>
                    <a:pt x="15124" y="28728"/>
                    <a:pt x="18958" y="28728"/>
                  </a:cubicBezTo>
                  <a:cubicBezTo>
                    <a:pt x="22792" y="28728"/>
                    <a:pt x="25347" y="31281"/>
                    <a:pt x="25347" y="35112"/>
                  </a:cubicBezTo>
                  <a:lnTo>
                    <a:pt x="25347" y="38942"/>
                  </a:lnTo>
                  <a:cubicBezTo>
                    <a:pt x="25347" y="42773"/>
                    <a:pt x="22792" y="45326"/>
                    <a:pt x="18958" y="45326"/>
                  </a:cubicBezTo>
                  <a:cubicBezTo>
                    <a:pt x="15124" y="45326"/>
                    <a:pt x="12568" y="42134"/>
                    <a:pt x="12568" y="38942"/>
                  </a:cubicBezTo>
                  <a:close/>
                  <a:moveTo>
                    <a:pt x="18958" y="70224"/>
                  </a:moveTo>
                  <a:cubicBezTo>
                    <a:pt x="18958" y="66393"/>
                    <a:pt x="21514" y="63840"/>
                    <a:pt x="25347" y="63840"/>
                  </a:cubicBezTo>
                  <a:cubicBezTo>
                    <a:pt x="29181" y="63840"/>
                    <a:pt x="31737" y="66393"/>
                    <a:pt x="31737" y="70224"/>
                  </a:cubicBezTo>
                  <a:lnTo>
                    <a:pt x="31737" y="74054"/>
                  </a:lnTo>
                  <a:cubicBezTo>
                    <a:pt x="31737" y="77885"/>
                    <a:pt x="29181" y="80438"/>
                    <a:pt x="25347" y="80438"/>
                  </a:cubicBezTo>
                  <a:cubicBezTo>
                    <a:pt x="21514" y="80438"/>
                    <a:pt x="18958" y="77885"/>
                    <a:pt x="18958" y="74054"/>
                  </a:cubicBezTo>
                  <a:lnTo>
                    <a:pt x="18958" y="70224"/>
                  </a:lnTo>
                  <a:close/>
                  <a:moveTo>
                    <a:pt x="33015" y="107889"/>
                  </a:moveTo>
                  <a:cubicBezTo>
                    <a:pt x="33015" y="111720"/>
                    <a:pt x="30459" y="114273"/>
                    <a:pt x="26626" y="114273"/>
                  </a:cubicBezTo>
                  <a:cubicBezTo>
                    <a:pt x="22792" y="114273"/>
                    <a:pt x="20236" y="111720"/>
                    <a:pt x="20236" y="107889"/>
                  </a:cubicBezTo>
                  <a:lnTo>
                    <a:pt x="20236" y="104059"/>
                  </a:lnTo>
                  <a:cubicBezTo>
                    <a:pt x="20236" y="100229"/>
                    <a:pt x="22792" y="97675"/>
                    <a:pt x="26626" y="97675"/>
                  </a:cubicBezTo>
                  <a:cubicBezTo>
                    <a:pt x="30459" y="97675"/>
                    <a:pt x="33015" y="100229"/>
                    <a:pt x="33015" y="104059"/>
                  </a:cubicBezTo>
                  <a:lnTo>
                    <a:pt x="33015" y="107889"/>
                  </a:lnTo>
                  <a:close/>
                  <a:moveTo>
                    <a:pt x="43878" y="18514"/>
                  </a:moveTo>
                  <a:cubicBezTo>
                    <a:pt x="43878" y="14683"/>
                    <a:pt x="46434" y="12130"/>
                    <a:pt x="50268" y="12130"/>
                  </a:cubicBezTo>
                  <a:cubicBezTo>
                    <a:pt x="54102" y="12130"/>
                    <a:pt x="56658" y="14683"/>
                    <a:pt x="56658" y="18514"/>
                  </a:cubicBezTo>
                  <a:lnTo>
                    <a:pt x="56658" y="22344"/>
                  </a:lnTo>
                  <a:cubicBezTo>
                    <a:pt x="56658" y="26174"/>
                    <a:pt x="54102" y="28728"/>
                    <a:pt x="50268" y="28728"/>
                  </a:cubicBezTo>
                  <a:cubicBezTo>
                    <a:pt x="46434" y="28728"/>
                    <a:pt x="43878" y="26174"/>
                    <a:pt x="43878" y="22344"/>
                  </a:cubicBezTo>
                  <a:lnTo>
                    <a:pt x="43878" y="18514"/>
                  </a:lnTo>
                  <a:close/>
                  <a:moveTo>
                    <a:pt x="38766" y="48518"/>
                  </a:moveTo>
                  <a:lnTo>
                    <a:pt x="38766" y="44688"/>
                  </a:lnTo>
                  <a:cubicBezTo>
                    <a:pt x="38766" y="40857"/>
                    <a:pt x="41322" y="38304"/>
                    <a:pt x="45156" y="38304"/>
                  </a:cubicBezTo>
                  <a:cubicBezTo>
                    <a:pt x="48990" y="38304"/>
                    <a:pt x="51546" y="40857"/>
                    <a:pt x="51546" y="44688"/>
                  </a:cubicBezTo>
                  <a:lnTo>
                    <a:pt x="51546" y="48518"/>
                  </a:lnTo>
                  <a:cubicBezTo>
                    <a:pt x="51546" y="52349"/>
                    <a:pt x="48990" y="54902"/>
                    <a:pt x="45156" y="54902"/>
                  </a:cubicBezTo>
                  <a:cubicBezTo>
                    <a:pt x="41322" y="54902"/>
                    <a:pt x="38766" y="52349"/>
                    <a:pt x="38766" y="48518"/>
                  </a:cubicBezTo>
                  <a:close/>
                  <a:moveTo>
                    <a:pt x="58575" y="95760"/>
                  </a:moveTo>
                  <a:cubicBezTo>
                    <a:pt x="58575" y="99590"/>
                    <a:pt x="56019" y="102144"/>
                    <a:pt x="52185" y="102144"/>
                  </a:cubicBezTo>
                  <a:cubicBezTo>
                    <a:pt x="48351" y="102144"/>
                    <a:pt x="45795" y="99590"/>
                    <a:pt x="45795" y="95760"/>
                  </a:cubicBezTo>
                  <a:lnTo>
                    <a:pt x="45795" y="91929"/>
                  </a:lnTo>
                  <a:cubicBezTo>
                    <a:pt x="45795" y="88099"/>
                    <a:pt x="48351" y="85545"/>
                    <a:pt x="52185" y="85545"/>
                  </a:cubicBezTo>
                  <a:cubicBezTo>
                    <a:pt x="56019" y="85545"/>
                    <a:pt x="58575" y="88099"/>
                    <a:pt x="58575" y="91929"/>
                  </a:cubicBezTo>
                  <a:lnTo>
                    <a:pt x="58575" y="95760"/>
                  </a:lnTo>
                  <a:close/>
                </a:path>
              </a:pathLst>
            </a:custGeom>
            <a:solidFill>
              <a:srgbClr val="046A38"/>
            </a:solidFill>
            <a:ln w="6390" cap="flat">
              <a:noFill/>
              <a:prstDash val="solid"/>
              <a:miter/>
            </a:ln>
          </p:spPr>
          <p:txBody>
            <a:bodyPr rtlCol="0" anchor="ctr"/>
            <a:lstStyle/>
            <a:p>
              <a:endParaRPr lang="en-US"/>
            </a:p>
          </p:txBody>
        </p:sp>
        <p:sp>
          <p:nvSpPr>
            <p:cNvPr id="1289" name="Graphic 4">
              <a:extLst>
                <a:ext uri="{FF2B5EF4-FFF2-40B4-BE49-F238E27FC236}">
                  <a16:creationId xmlns:a16="http://schemas.microsoft.com/office/drawing/2014/main" id="{9CD31BAB-8852-DE4A-862B-7AFF2EAC5797}"/>
                </a:ext>
              </a:extLst>
            </p:cNvPr>
            <p:cNvSpPr/>
            <p:nvPr/>
          </p:nvSpPr>
          <p:spPr>
            <a:xfrm>
              <a:off x="996686" y="1034367"/>
              <a:ext cx="110050" cy="57455"/>
            </a:xfrm>
            <a:custGeom>
              <a:avLst/>
              <a:gdLst>
                <a:gd name="connsiteX0" fmla="*/ 104299 w 110050"/>
                <a:gd name="connsiteY0" fmla="*/ 8938 h 57455"/>
                <a:gd name="connsiteX1" fmla="*/ 110050 w 110050"/>
                <a:gd name="connsiteY1" fmla="*/ 3192 h 57455"/>
                <a:gd name="connsiteX2" fmla="*/ 47429 w 110050"/>
                <a:gd name="connsiteY2" fmla="*/ 0 h 57455"/>
                <a:gd name="connsiteX3" fmla="*/ 6533 w 110050"/>
                <a:gd name="connsiteY3" fmla="*/ 16598 h 57455"/>
                <a:gd name="connsiteX4" fmla="*/ 1421 w 110050"/>
                <a:gd name="connsiteY4" fmla="*/ 49795 h 57455"/>
                <a:gd name="connsiteX5" fmla="*/ 97909 w 110050"/>
                <a:gd name="connsiteY5" fmla="*/ 57456 h 57455"/>
                <a:gd name="connsiteX6" fmla="*/ 104299 w 110050"/>
                <a:gd name="connsiteY6" fmla="*/ 8938 h 5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050" h="57455">
                  <a:moveTo>
                    <a:pt x="104299" y="8938"/>
                  </a:moveTo>
                  <a:cubicBezTo>
                    <a:pt x="106216" y="6384"/>
                    <a:pt x="108133" y="4469"/>
                    <a:pt x="110050" y="3192"/>
                  </a:cubicBezTo>
                  <a:lnTo>
                    <a:pt x="47429" y="0"/>
                  </a:lnTo>
                  <a:cubicBezTo>
                    <a:pt x="27620" y="638"/>
                    <a:pt x="13562" y="5746"/>
                    <a:pt x="6533" y="16598"/>
                  </a:cubicBezTo>
                  <a:cubicBezTo>
                    <a:pt x="-1774" y="28090"/>
                    <a:pt x="-496" y="42773"/>
                    <a:pt x="1421" y="49795"/>
                  </a:cubicBezTo>
                  <a:lnTo>
                    <a:pt x="97909" y="57456"/>
                  </a:lnTo>
                  <a:cubicBezTo>
                    <a:pt x="93436" y="36389"/>
                    <a:pt x="95353" y="20429"/>
                    <a:pt x="104299" y="8938"/>
                  </a:cubicBezTo>
                  <a:close/>
                </a:path>
              </a:pathLst>
            </a:custGeom>
            <a:solidFill>
              <a:srgbClr val="046A38"/>
            </a:solidFill>
            <a:ln w="6390" cap="flat">
              <a:noFill/>
              <a:prstDash val="solid"/>
              <a:miter/>
            </a:ln>
          </p:spPr>
          <p:txBody>
            <a:bodyPr rtlCol="0" anchor="ctr"/>
            <a:lstStyle/>
            <a:p>
              <a:endParaRPr lang="en-US"/>
            </a:p>
          </p:txBody>
        </p:sp>
        <p:sp>
          <p:nvSpPr>
            <p:cNvPr id="1290" name="Graphic 4">
              <a:extLst>
                <a:ext uri="{FF2B5EF4-FFF2-40B4-BE49-F238E27FC236}">
                  <a16:creationId xmlns:a16="http://schemas.microsoft.com/office/drawing/2014/main" id="{EA17AE5F-7C89-8245-AB8C-8794C85448A5}"/>
                </a:ext>
              </a:extLst>
            </p:cNvPr>
            <p:cNvSpPr/>
            <p:nvPr/>
          </p:nvSpPr>
          <p:spPr>
            <a:xfrm>
              <a:off x="905454"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81157 w 361670"/>
                <a:gd name="connsiteY5" fmla="*/ 240038 h 361333"/>
                <a:gd name="connsiteX6" fmla="*/ 275406 w 361670"/>
                <a:gd name="connsiteY6" fmla="*/ 246422 h 361333"/>
                <a:gd name="connsiteX7" fmla="*/ 196171 w 361670"/>
                <a:gd name="connsiteY7" fmla="*/ 257913 h 361333"/>
                <a:gd name="connsiteX8" fmla="*/ 195532 w 361670"/>
                <a:gd name="connsiteY8" fmla="*/ 257913 h 361333"/>
                <a:gd name="connsiteX9" fmla="*/ 195532 w 361670"/>
                <a:gd name="connsiteY9" fmla="*/ 257913 h 361333"/>
                <a:gd name="connsiteX10" fmla="*/ 195532 w 361670"/>
                <a:gd name="connsiteY10" fmla="*/ 257913 h 361333"/>
                <a:gd name="connsiteX11" fmla="*/ 194893 w 361670"/>
                <a:gd name="connsiteY11" fmla="*/ 257913 h 361333"/>
                <a:gd name="connsiteX12" fmla="*/ 88820 w 361670"/>
                <a:gd name="connsiteY12" fmla="*/ 243230 h 361333"/>
                <a:gd name="connsiteX13" fmla="*/ 80513 w 361670"/>
                <a:gd name="connsiteY13" fmla="*/ 233654 h 361333"/>
                <a:gd name="connsiteX14" fmla="*/ 80513 w 361670"/>
                <a:gd name="connsiteY14" fmla="*/ 172368 h 361333"/>
                <a:gd name="connsiteX15" fmla="*/ 86903 w 361670"/>
                <a:gd name="connsiteY15" fmla="*/ 125126 h 361333"/>
                <a:gd name="connsiteX16" fmla="*/ 138662 w 361670"/>
                <a:gd name="connsiteY16" fmla="*/ 103420 h 361333"/>
                <a:gd name="connsiteX17" fmla="*/ 241540 w 361670"/>
                <a:gd name="connsiteY17" fmla="*/ 108528 h 361333"/>
                <a:gd name="connsiteX18" fmla="*/ 276045 w 361670"/>
                <a:gd name="connsiteY18" fmla="*/ 127680 h 361333"/>
                <a:gd name="connsiteX19" fmla="*/ 280518 w 361670"/>
                <a:gd name="connsiteY19" fmla="*/ 173006 h 361333"/>
                <a:gd name="connsiteX20" fmla="*/ 281157 w 361670"/>
                <a:gd name="connsiteY20" fmla="*/ 24003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281157" y="240038"/>
                  </a:moveTo>
                  <a:cubicBezTo>
                    <a:pt x="281157" y="243230"/>
                    <a:pt x="278601" y="245783"/>
                    <a:pt x="275406" y="246422"/>
                  </a:cubicBezTo>
                  <a:lnTo>
                    <a:pt x="196171" y="257913"/>
                  </a:lnTo>
                  <a:cubicBezTo>
                    <a:pt x="196171" y="257913"/>
                    <a:pt x="195532" y="257913"/>
                    <a:pt x="195532" y="257913"/>
                  </a:cubicBezTo>
                  <a:cubicBezTo>
                    <a:pt x="195532" y="257913"/>
                    <a:pt x="195532" y="257913"/>
                    <a:pt x="195532" y="257913"/>
                  </a:cubicBezTo>
                  <a:cubicBezTo>
                    <a:pt x="195532" y="257913"/>
                    <a:pt x="195532" y="257913"/>
                    <a:pt x="195532" y="257913"/>
                  </a:cubicBezTo>
                  <a:cubicBezTo>
                    <a:pt x="195532" y="257913"/>
                    <a:pt x="194893" y="257913"/>
                    <a:pt x="194893" y="257913"/>
                  </a:cubicBezTo>
                  <a:lnTo>
                    <a:pt x="88820" y="243230"/>
                  </a:lnTo>
                  <a:cubicBezTo>
                    <a:pt x="83708" y="242591"/>
                    <a:pt x="80513" y="238123"/>
                    <a:pt x="80513" y="233654"/>
                  </a:cubicBezTo>
                  <a:lnTo>
                    <a:pt x="80513" y="172368"/>
                  </a:lnTo>
                  <a:cubicBezTo>
                    <a:pt x="79235" y="167260"/>
                    <a:pt x="73484" y="143640"/>
                    <a:pt x="86903" y="125126"/>
                  </a:cubicBezTo>
                  <a:cubicBezTo>
                    <a:pt x="96488" y="111081"/>
                    <a:pt x="114380" y="104059"/>
                    <a:pt x="138662" y="103420"/>
                  </a:cubicBezTo>
                  <a:lnTo>
                    <a:pt x="241540" y="108528"/>
                  </a:lnTo>
                  <a:cubicBezTo>
                    <a:pt x="251764" y="108528"/>
                    <a:pt x="267099" y="114912"/>
                    <a:pt x="276045" y="127680"/>
                  </a:cubicBezTo>
                  <a:cubicBezTo>
                    <a:pt x="281796" y="135979"/>
                    <a:pt x="287547" y="151300"/>
                    <a:pt x="280518" y="173006"/>
                  </a:cubicBezTo>
                  <a:lnTo>
                    <a:pt x="281157" y="240038"/>
                  </a:lnTo>
                  <a:close/>
                </a:path>
              </a:pathLst>
            </a:custGeom>
            <a:solidFill>
              <a:srgbClr val="046A38"/>
            </a:solidFill>
            <a:ln w="6390" cap="flat">
              <a:noFill/>
              <a:prstDash val="solid"/>
              <a:miter/>
            </a:ln>
          </p:spPr>
          <p:txBody>
            <a:bodyPr rtlCol="0" anchor="ctr"/>
            <a:lstStyle/>
            <a:p>
              <a:endParaRPr lang="en-US"/>
            </a:p>
          </p:txBody>
        </p:sp>
      </p:grpSp>
      <p:grpSp>
        <p:nvGrpSpPr>
          <p:cNvPr id="1291" name="Graphic 4">
            <a:extLst>
              <a:ext uri="{FF2B5EF4-FFF2-40B4-BE49-F238E27FC236}">
                <a16:creationId xmlns:a16="http://schemas.microsoft.com/office/drawing/2014/main" id="{8CF91FC4-900B-BF40-BD61-3D29C5187E94}"/>
              </a:ext>
            </a:extLst>
          </p:cNvPr>
          <p:cNvGrpSpPr/>
          <p:nvPr/>
        </p:nvGrpSpPr>
        <p:grpSpPr>
          <a:xfrm>
            <a:off x="1515054" y="3339623"/>
            <a:ext cx="361670" cy="361333"/>
            <a:chOff x="1515054" y="3339623"/>
            <a:chExt cx="361670" cy="361333"/>
          </a:xfrm>
          <a:solidFill>
            <a:srgbClr val="046A38"/>
          </a:solidFill>
        </p:grpSpPr>
        <p:sp>
          <p:nvSpPr>
            <p:cNvPr id="1292" name="Graphic 4">
              <a:extLst>
                <a:ext uri="{FF2B5EF4-FFF2-40B4-BE49-F238E27FC236}">
                  <a16:creationId xmlns:a16="http://schemas.microsoft.com/office/drawing/2014/main" id="{AA3F2D93-6BEA-9949-9AD0-EB877C77C3E3}"/>
                </a:ext>
              </a:extLst>
            </p:cNvPr>
            <p:cNvSpPr/>
            <p:nvPr/>
          </p:nvSpPr>
          <p:spPr>
            <a:xfrm>
              <a:off x="1515054"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293" name="Graphic 4">
              <a:extLst>
                <a:ext uri="{FF2B5EF4-FFF2-40B4-BE49-F238E27FC236}">
                  <a16:creationId xmlns:a16="http://schemas.microsoft.com/office/drawing/2014/main" id="{6F50172F-1E4B-F14F-BE86-82C66F5EFCEE}"/>
                </a:ext>
              </a:extLst>
            </p:cNvPr>
            <p:cNvSpPr/>
            <p:nvPr/>
          </p:nvSpPr>
          <p:spPr>
            <a:xfrm>
              <a:off x="1595509" y="3411343"/>
              <a:ext cx="204535" cy="218751"/>
            </a:xfrm>
            <a:custGeom>
              <a:avLst/>
              <a:gdLst>
                <a:gd name="connsiteX0" fmla="*/ 195590 w 204535"/>
                <a:gd name="connsiteY0" fmla="*/ 47661 h 218751"/>
                <a:gd name="connsiteX1" fmla="*/ 145748 w 204535"/>
                <a:gd name="connsiteY1" fmla="*/ 47661 h 218751"/>
                <a:gd name="connsiteX2" fmla="*/ 138719 w 204535"/>
                <a:gd name="connsiteY2" fmla="*/ 5526 h 218751"/>
                <a:gd name="connsiteX3" fmla="*/ 135524 w 204535"/>
                <a:gd name="connsiteY3" fmla="*/ 1058 h 218751"/>
                <a:gd name="connsiteX4" fmla="*/ 130412 w 204535"/>
                <a:gd name="connsiteY4" fmla="*/ 419 h 218751"/>
                <a:gd name="connsiteX5" fmla="*/ 83127 w 204535"/>
                <a:gd name="connsiteY5" fmla="*/ 16379 h 218751"/>
                <a:gd name="connsiteX6" fmla="*/ 79293 w 204535"/>
                <a:gd name="connsiteY6" fmla="*/ 24678 h 218751"/>
                <a:gd name="connsiteX7" fmla="*/ 87600 w 204535"/>
                <a:gd name="connsiteY7" fmla="*/ 28509 h 218751"/>
                <a:gd name="connsiteX8" fmla="*/ 127856 w 204535"/>
                <a:gd name="connsiteY8" fmla="*/ 15102 h 218751"/>
                <a:gd name="connsiteX9" fmla="*/ 133607 w 204535"/>
                <a:gd name="connsiteY9" fmla="*/ 47661 h 218751"/>
                <a:gd name="connsiteX10" fmla="*/ 85683 w 204535"/>
                <a:gd name="connsiteY10" fmla="*/ 47661 h 218751"/>
                <a:gd name="connsiteX11" fmla="*/ 81210 w 204535"/>
                <a:gd name="connsiteY11" fmla="*/ 49576 h 218751"/>
                <a:gd name="connsiteX12" fmla="*/ 79293 w 204535"/>
                <a:gd name="connsiteY12" fmla="*/ 54683 h 218751"/>
                <a:gd name="connsiteX13" fmla="*/ 81849 w 204535"/>
                <a:gd name="connsiteY13" fmla="*/ 80219 h 218751"/>
                <a:gd name="connsiteX14" fmla="*/ 69708 w 204535"/>
                <a:gd name="connsiteY14" fmla="*/ 79581 h 218751"/>
                <a:gd name="connsiteX15" fmla="*/ 1336 w 204535"/>
                <a:gd name="connsiteY15" fmla="*/ 114054 h 218751"/>
                <a:gd name="connsiteX16" fmla="*/ 697 w 204535"/>
                <a:gd name="connsiteY16" fmla="*/ 120438 h 218751"/>
                <a:gd name="connsiteX17" fmla="*/ 6448 w 204535"/>
                <a:gd name="connsiteY17" fmla="*/ 124269 h 218751"/>
                <a:gd name="connsiteX18" fmla="*/ 133607 w 204535"/>
                <a:gd name="connsiteY18" fmla="*/ 124269 h 218751"/>
                <a:gd name="connsiteX19" fmla="*/ 139358 w 204535"/>
                <a:gd name="connsiteY19" fmla="*/ 120438 h 218751"/>
                <a:gd name="connsiteX20" fmla="*/ 138719 w 204535"/>
                <a:gd name="connsiteY20" fmla="*/ 114054 h 218751"/>
                <a:gd name="connsiteX21" fmla="*/ 95268 w 204535"/>
                <a:gd name="connsiteY21" fmla="*/ 83411 h 218751"/>
                <a:gd name="connsiteX22" fmla="*/ 92712 w 204535"/>
                <a:gd name="connsiteY22" fmla="*/ 60429 h 218751"/>
                <a:gd name="connsiteX23" fmla="*/ 189839 w 204535"/>
                <a:gd name="connsiteY23" fmla="*/ 60429 h 218751"/>
                <a:gd name="connsiteX24" fmla="*/ 175142 w 204535"/>
                <a:gd name="connsiteY24" fmla="*/ 205984 h 218751"/>
                <a:gd name="connsiteX25" fmla="*/ 138080 w 204535"/>
                <a:gd name="connsiteY25" fmla="*/ 205984 h 218751"/>
                <a:gd name="connsiteX26" fmla="*/ 139997 w 204535"/>
                <a:gd name="connsiteY26" fmla="*/ 196408 h 218751"/>
                <a:gd name="connsiteX27" fmla="*/ 139997 w 204535"/>
                <a:gd name="connsiteY27" fmla="*/ 180448 h 218751"/>
                <a:gd name="connsiteX28" fmla="*/ 133607 w 204535"/>
                <a:gd name="connsiteY28" fmla="*/ 174064 h 218751"/>
                <a:gd name="connsiteX29" fmla="*/ 7087 w 204535"/>
                <a:gd name="connsiteY29" fmla="*/ 174064 h 218751"/>
                <a:gd name="connsiteX30" fmla="*/ 697 w 204535"/>
                <a:gd name="connsiteY30" fmla="*/ 180448 h 218751"/>
                <a:gd name="connsiteX31" fmla="*/ 697 w 204535"/>
                <a:gd name="connsiteY31" fmla="*/ 196408 h 218751"/>
                <a:gd name="connsiteX32" fmla="*/ 19866 w 204535"/>
                <a:gd name="connsiteY32" fmla="*/ 218751 h 218751"/>
                <a:gd name="connsiteX33" fmla="*/ 121466 w 204535"/>
                <a:gd name="connsiteY33" fmla="*/ 218751 h 218751"/>
                <a:gd name="connsiteX34" fmla="*/ 124661 w 204535"/>
                <a:gd name="connsiteY34" fmla="*/ 218113 h 218751"/>
                <a:gd name="connsiteX35" fmla="*/ 126578 w 204535"/>
                <a:gd name="connsiteY35" fmla="*/ 218751 h 218751"/>
                <a:gd name="connsiteX36" fmla="*/ 182171 w 204535"/>
                <a:gd name="connsiteY36" fmla="*/ 218751 h 218751"/>
                <a:gd name="connsiteX37" fmla="*/ 188561 w 204535"/>
                <a:gd name="connsiteY37" fmla="*/ 213006 h 218751"/>
                <a:gd name="connsiteX38" fmla="*/ 204536 w 204535"/>
                <a:gd name="connsiteY38" fmla="*/ 54683 h 218751"/>
                <a:gd name="connsiteX39" fmla="*/ 202619 w 204535"/>
                <a:gd name="connsiteY39" fmla="*/ 49576 h 218751"/>
                <a:gd name="connsiteX40" fmla="*/ 195590 w 204535"/>
                <a:gd name="connsiteY40" fmla="*/ 47661 h 218751"/>
                <a:gd name="connsiteX41" fmla="*/ 19227 w 204535"/>
                <a:gd name="connsiteY41" fmla="*/ 110862 h 218751"/>
                <a:gd name="connsiteX42" fmla="*/ 68430 w 204535"/>
                <a:gd name="connsiteY42" fmla="*/ 91710 h 218751"/>
                <a:gd name="connsiteX43" fmla="*/ 117632 w 204535"/>
                <a:gd name="connsiteY43" fmla="*/ 110862 h 218751"/>
                <a:gd name="connsiteX44" fmla="*/ 19227 w 204535"/>
                <a:gd name="connsiteY44" fmla="*/ 110862 h 218751"/>
                <a:gd name="connsiteX45" fmla="*/ 11559 w 204535"/>
                <a:gd name="connsiteY45" fmla="*/ 196408 h 218751"/>
                <a:gd name="connsiteX46" fmla="*/ 11559 w 204535"/>
                <a:gd name="connsiteY46" fmla="*/ 186832 h 218751"/>
                <a:gd name="connsiteX47" fmla="*/ 125300 w 204535"/>
                <a:gd name="connsiteY47" fmla="*/ 186832 h 218751"/>
                <a:gd name="connsiteX48" fmla="*/ 125300 w 204535"/>
                <a:gd name="connsiteY48" fmla="*/ 196408 h 218751"/>
                <a:gd name="connsiteX49" fmla="*/ 118910 w 204535"/>
                <a:gd name="connsiteY49" fmla="*/ 205984 h 218751"/>
                <a:gd name="connsiteX50" fmla="*/ 17310 w 204535"/>
                <a:gd name="connsiteY50" fmla="*/ 205984 h 218751"/>
                <a:gd name="connsiteX51" fmla="*/ 11559 w 204535"/>
                <a:gd name="connsiteY51" fmla="*/ 196408 h 218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04535" h="218751">
                  <a:moveTo>
                    <a:pt x="195590" y="47661"/>
                  </a:moveTo>
                  <a:lnTo>
                    <a:pt x="145748" y="47661"/>
                  </a:lnTo>
                  <a:lnTo>
                    <a:pt x="138719" y="5526"/>
                  </a:lnTo>
                  <a:cubicBezTo>
                    <a:pt x="138719" y="3611"/>
                    <a:pt x="137441" y="2334"/>
                    <a:pt x="135524" y="1058"/>
                  </a:cubicBezTo>
                  <a:cubicBezTo>
                    <a:pt x="134246" y="-219"/>
                    <a:pt x="131690" y="-219"/>
                    <a:pt x="130412" y="419"/>
                  </a:cubicBezTo>
                  <a:lnTo>
                    <a:pt x="83127" y="16379"/>
                  </a:lnTo>
                  <a:cubicBezTo>
                    <a:pt x="79932" y="17656"/>
                    <a:pt x="78015" y="20848"/>
                    <a:pt x="79293" y="24678"/>
                  </a:cubicBezTo>
                  <a:cubicBezTo>
                    <a:pt x="80571" y="27870"/>
                    <a:pt x="83766" y="29786"/>
                    <a:pt x="87600" y="28509"/>
                  </a:cubicBezTo>
                  <a:lnTo>
                    <a:pt x="127856" y="15102"/>
                  </a:lnTo>
                  <a:lnTo>
                    <a:pt x="133607" y="47661"/>
                  </a:lnTo>
                  <a:lnTo>
                    <a:pt x="85683" y="47661"/>
                  </a:lnTo>
                  <a:cubicBezTo>
                    <a:pt x="83766" y="47661"/>
                    <a:pt x="81849" y="48299"/>
                    <a:pt x="81210" y="49576"/>
                  </a:cubicBezTo>
                  <a:cubicBezTo>
                    <a:pt x="79932" y="50853"/>
                    <a:pt x="79293" y="52768"/>
                    <a:pt x="79293" y="54683"/>
                  </a:cubicBezTo>
                  <a:lnTo>
                    <a:pt x="81849" y="80219"/>
                  </a:lnTo>
                  <a:cubicBezTo>
                    <a:pt x="78015" y="79581"/>
                    <a:pt x="74181" y="79581"/>
                    <a:pt x="69708" y="79581"/>
                  </a:cubicBezTo>
                  <a:cubicBezTo>
                    <a:pt x="42231" y="79581"/>
                    <a:pt x="17310" y="92349"/>
                    <a:pt x="1336" y="114054"/>
                  </a:cubicBezTo>
                  <a:cubicBezTo>
                    <a:pt x="58" y="115970"/>
                    <a:pt x="-581" y="118523"/>
                    <a:pt x="697" y="120438"/>
                  </a:cubicBezTo>
                  <a:cubicBezTo>
                    <a:pt x="1975" y="122354"/>
                    <a:pt x="3892" y="124269"/>
                    <a:pt x="6448" y="124269"/>
                  </a:cubicBezTo>
                  <a:lnTo>
                    <a:pt x="133607" y="124269"/>
                  </a:lnTo>
                  <a:cubicBezTo>
                    <a:pt x="136163" y="124269"/>
                    <a:pt x="138080" y="122992"/>
                    <a:pt x="139358" y="120438"/>
                  </a:cubicBezTo>
                  <a:cubicBezTo>
                    <a:pt x="140636" y="118523"/>
                    <a:pt x="139997" y="115970"/>
                    <a:pt x="138719" y="114054"/>
                  </a:cubicBezTo>
                  <a:cubicBezTo>
                    <a:pt x="127856" y="99371"/>
                    <a:pt x="112520" y="89157"/>
                    <a:pt x="95268" y="83411"/>
                  </a:cubicBezTo>
                  <a:lnTo>
                    <a:pt x="92712" y="60429"/>
                  </a:lnTo>
                  <a:lnTo>
                    <a:pt x="189839" y="60429"/>
                  </a:lnTo>
                  <a:lnTo>
                    <a:pt x="175142" y="205984"/>
                  </a:lnTo>
                  <a:lnTo>
                    <a:pt x="138080" y="205984"/>
                  </a:lnTo>
                  <a:cubicBezTo>
                    <a:pt x="139358" y="202792"/>
                    <a:pt x="139997" y="200238"/>
                    <a:pt x="139997" y="196408"/>
                  </a:cubicBezTo>
                  <a:lnTo>
                    <a:pt x="139997" y="180448"/>
                  </a:lnTo>
                  <a:cubicBezTo>
                    <a:pt x="139997" y="176617"/>
                    <a:pt x="137441" y="174064"/>
                    <a:pt x="133607" y="174064"/>
                  </a:cubicBezTo>
                  <a:lnTo>
                    <a:pt x="7087" y="174064"/>
                  </a:lnTo>
                  <a:cubicBezTo>
                    <a:pt x="3253" y="174064"/>
                    <a:pt x="697" y="176617"/>
                    <a:pt x="697" y="180448"/>
                  </a:cubicBezTo>
                  <a:lnTo>
                    <a:pt x="697" y="196408"/>
                  </a:lnTo>
                  <a:cubicBezTo>
                    <a:pt x="697" y="208537"/>
                    <a:pt x="9004" y="218751"/>
                    <a:pt x="19866" y="218751"/>
                  </a:cubicBezTo>
                  <a:lnTo>
                    <a:pt x="121466" y="218751"/>
                  </a:lnTo>
                  <a:cubicBezTo>
                    <a:pt x="122744" y="218751"/>
                    <a:pt x="123383" y="218751"/>
                    <a:pt x="124661" y="218113"/>
                  </a:cubicBezTo>
                  <a:cubicBezTo>
                    <a:pt x="125300" y="218113"/>
                    <a:pt x="125939" y="218751"/>
                    <a:pt x="126578" y="218751"/>
                  </a:cubicBezTo>
                  <a:lnTo>
                    <a:pt x="182171" y="218751"/>
                  </a:lnTo>
                  <a:cubicBezTo>
                    <a:pt x="185366" y="218751"/>
                    <a:pt x="187922" y="216198"/>
                    <a:pt x="188561" y="213006"/>
                  </a:cubicBezTo>
                  <a:lnTo>
                    <a:pt x="204536" y="54683"/>
                  </a:lnTo>
                  <a:cubicBezTo>
                    <a:pt x="204536" y="52768"/>
                    <a:pt x="203897" y="50853"/>
                    <a:pt x="202619" y="49576"/>
                  </a:cubicBezTo>
                  <a:cubicBezTo>
                    <a:pt x="198785" y="48299"/>
                    <a:pt x="197507" y="47661"/>
                    <a:pt x="195590" y="47661"/>
                  </a:cubicBezTo>
                  <a:close/>
                  <a:moveTo>
                    <a:pt x="19227" y="110862"/>
                  </a:moveTo>
                  <a:cubicBezTo>
                    <a:pt x="32646" y="98733"/>
                    <a:pt x="49899" y="91710"/>
                    <a:pt x="68430" y="91710"/>
                  </a:cubicBezTo>
                  <a:cubicBezTo>
                    <a:pt x="86961" y="91710"/>
                    <a:pt x="104214" y="98733"/>
                    <a:pt x="117632" y="110862"/>
                  </a:cubicBezTo>
                  <a:lnTo>
                    <a:pt x="19227" y="110862"/>
                  </a:lnTo>
                  <a:close/>
                  <a:moveTo>
                    <a:pt x="11559" y="196408"/>
                  </a:moveTo>
                  <a:lnTo>
                    <a:pt x="11559" y="186832"/>
                  </a:lnTo>
                  <a:lnTo>
                    <a:pt x="125300" y="186832"/>
                  </a:lnTo>
                  <a:lnTo>
                    <a:pt x="125300" y="196408"/>
                  </a:lnTo>
                  <a:cubicBezTo>
                    <a:pt x="125300" y="202153"/>
                    <a:pt x="122105" y="205984"/>
                    <a:pt x="118910" y="205984"/>
                  </a:cubicBezTo>
                  <a:lnTo>
                    <a:pt x="17310" y="205984"/>
                  </a:lnTo>
                  <a:cubicBezTo>
                    <a:pt x="14754" y="205984"/>
                    <a:pt x="11559" y="202153"/>
                    <a:pt x="11559" y="196408"/>
                  </a:cubicBezTo>
                  <a:close/>
                </a:path>
              </a:pathLst>
            </a:custGeom>
            <a:solidFill>
              <a:srgbClr val="046A38"/>
            </a:solidFill>
            <a:ln w="6390" cap="flat">
              <a:noFill/>
              <a:prstDash val="solid"/>
              <a:miter/>
            </a:ln>
          </p:spPr>
          <p:txBody>
            <a:bodyPr rtlCol="0" anchor="ctr"/>
            <a:lstStyle/>
            <a:p>
              <a:endParaRPr lang="en-US"/>
            </a:p>
          </p:txBody>
        </p:sp>
        <p:sp>
          <p:nvSpPr>
            <p:cNvPr id="1294" name="Graphic 4">
              <a:extLst>
                <a:ext uri="{FF2B5EF4-FFF2-40B4-BE49-F238E27FC236}">
                  <a16:creationId xmlns:a16="http://schemas.microsoft.com/office/drawing/2014/main" id="{BD26CC62-6EFC-3742-9634-8E228C2B2841}"/>
                </a:ext>
              </a:extLst>
            </p:cNvPr>
            <p:cNvSpPr/>
            <p:nvPr/>
          </p:nvSpPr>
          <p:spPr>
            <a:xfrm>
              <a:off x="1594289" y="3554125"/>
              <a:ext cx="139300" cy="12767"/>
            </a:xfrm>
            <a:custGeom>
              <a:avLst/>
              <a:gdLst>
                <a:gd name="connsiteX0" fmla="*/ 6390 w 139300"/>
                <a:gd name="connsiteY0" fmla="*/ 12768 h 12767"/>
                <a:gd name="connsiteX1" fmla="*/ 132911 w 139300"/>
                <a:gd name="connsiteY1" fmla="*/ 12768 h 12767"/>
                <a:gd name="connsiteX2" fmla="*/ 139301 w 139300"/>
                <a:gd name="connsiteY2" fmla="*/ 6384 h 12767"/>
                <a:gd name="connsiteX3" fmla="*/ 132911 w 139300"/>
                <a:gd name="connsiteY3" fmla="*/ 0 h 12767"/>
                <a:gd name="connsiteX4" fmla="*/ 6390 w 139300"/>
                <a:gd name="connsiteY4" fmla="*/ 0 h 12767"/>
                <a:gd name="connsiteX5" fmla="*/ 0 w 139300"/>
                <a:gd name="connsiteY5" fmla="*/ 6384 h 12767"/>
                <a:gd name="connsiteX6" fmla="*/ 6390 w 139300"/>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300" h="12767">
                  <a:moveTo>
                    <a:pt x="6390" y="12768"/>
                  </a:moveTo>
                  <a:lnTo>
                    <a:pt x="132911" y="12768"/>
                  </a:lnTo>
                  <a:cubicBezTo>
                    <a:pt x="136745" y="12768"/>
                    <a:pt x="139301" y="10215"/>
                    <a:pt x="139301" y="6384"/>
                  </a:cubicBezTo>
                  <a:cubicBezTo>
                    <a:pt x="139301" y="2554"/>
                    <a:pt x="136745" y="0"/>
                    <a:pt x="132911" y="0"/>
                  </a:cubicBezTo>
                  <a:lnTo>
                    <a:pt x="6390" y="0"/>
                  </a:lnTo>
                  <a:cubicBezTo>
                    <a:pt x="2556" y="0"/>
                    <a:pt x="0" y="2554"/>
                    <a:pt x="0" y="6384"/>
                  </a:cubicBezTo>
                  <a:cubicBezTo>
                    <a:pt x="0" y="10215"/>
                    <a:pt x="2556" y="12768"/>
                    <a:pt x="6390" y="12768"/>
                  </a:cubicBezTo>
                  <a:close/>
                </a:path>
              </a:pathLst>
            </a:custGeom>
            <a:solidFill>
              <a:srgbClr val="046A38"/>
            </a:solidFill>
            <a:ln w="6390" cap="flat">
              <a:noFill/>
              <a:prstDash val="solid"/>
              <a:miter/>
            </a:ln>
          </p:spPr>
          <p:txBody>
            <a:bodyPr rtlCol="0" anchor="ctr"/>
            <a:lstStyle/>
            <a:p>
              <a:endParaRPr lang="en-US"/>
            </a:p>
          </p:txBody>
        </p:sp>
      </p:grpSp>
      <p:grpSp>
        <p:nvGrpSpPr>
          <p:cNvPr id="1295" name="Graphic 4">
            <a:extLst>
              <a:ext uri="{FF2B5EF4-FFF2-40B4-BE49-F238E27FC236}">
                <a16:creationId xmlns:a16="http://schemas.microsoft.com/office/drawing/2014/main" id="{37C74F2D-F546-964A-8B4E-F65F93E95401}"/>
              </a:ext>
            </a:extLst>
          </p:cNvPr>
          <p:cNvGrpSpPr/>
          <p:nvPr/>
        </p:nvGrpSpPr>
        <p:grpSpPr>
          <a:xfrm>
            <a:off x="2561086" y="2855717"/>
            <a:ext cx="361670" cy="361333"/>
            <a:chOff x="2561086" y="2855717"/>
            <a:chExt cx="361670" cy="361333"/>
          </a:xfrm>
          <a:solidFill>
            <a:srgbClr val="046A38"/>
          </a:solidFill>
        </p:grpSpPr>
        <p:sp>
          <p:nvSpPr>
            <p:cNvPr id="1296" name="Graphic 4">
              <a:extLst>
                <a:ext uri="{FF2B5EF4-FFF2-40B4-BE49-F238E27FC236}">
                  <a16:creationId xmlns:a16="http://schemas.microsoft.com/office/drawing/2014/main" id="{A9FC66E8-FC10-884F-BD6F-F6C317300BA5}"/>
                </a:ext>
              </a:extLst>
            </p:cNvPr>
            <p:cNvSpPr/>
            <p:nvPr/>
          </p:nvSpPr>
          <p:spPr>
            <a:xfrm>
              <a:off x="2561086"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8565 h 361333"/>
                <a:gd name="connsiteX6" fmla="*/ 12780 w 361670"/>
                <a:gd name="connsiteY6" fmla="*/ 180667 h 361333"/>
                <a:gd name="connsiteX7" fmla="*/ 180835 w 361670"/>
                <a:gd name="connsiteY7" fmla="*/ 12768 h 361333"/>
                <a:gd name="connsiteX8" fmla="*/ 348891 w 361670"/>
                <a:gd name="connsiteY8" fmla="*/ 180667 h 361333"/>
                <a:gd name="connsiteX9" fmla="*/ 180835 w 361670"/>
                <a:gd name="connsiteY9" fmla="*/ 3485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0438"/>
                    <a:pt x="280518" y="0"/>
                    <a:pt x="180835" y="0"/>
                  </a:cubicBezTo>
                  <a:close/>
                  <a:moveTo>
                    <a:pt x="180835" y="348565"/>
                  </a:moveTo>
                  <a:cubicBezTo>
                    <a:pt x="88181" y="348565"/>
                    <a:pt x="12780" y="273234"/>
                    <a:pt x="12780" y="180667"/>
                  </a:cubicBezTo>
                  <a:cubicBezTo>
                    <a:pt x="12780" y="88099"/>
                    <a:pt x="88181" y="12768"/>
                    <a:pt x="180835" y="12768"/>
                  </a:cubicBezTo>
                  <a:cubicBezTo>
                    <a:pt x="273489" y="12768"/>
                    <a:pt x="348891" y="88099"/>
                    <a:pt x="348891" y="180667"/>
                  </a:cubicBezTo>
                  <a:cubicBezTo>
                    <a:pt x="348891" y="273234"/>
                    <a:pt x="273489" y="348565"/>
                    <a:pt x="180835" y="348565"/>
                  </a:cubicBezTo>
                  <a:close/>
                </a:path>
              </a:pathLst>
            </a:custGeom>
            <a:solidFill>
              <a:srgbClr val="046A38"/>
            </a:solidFill>
            <a:ln w="6390" cap="flat">
              <a:noFill/>
              <a:prstDash val="solid"/>
              <a:miter/>
            </a:ln>
          </p:spPr>
          <p:txBody>
            <a:bodyPr rtlCol="0" anchor="ctr"/>
            <a:lstStyle/>
            <a:p>
              <a:endParaRPr lang="en-US"/>
            </a:p>
          </p:txBody>
        </p:sp>
        <p:sp>
          <p:nvSpPr>
            <p:cNvPr id="1297" name="Graphic 4">
              <a:extLst>
                <a:ext uri="{FF2B5EF4-FFF2-40B4-BE49-F238E27FC236}">
                  <a16:creationId xmlns:a16="http://schemas.microsoft.com/office/drawing/2014/main" id="{40556C4C-4A24-E641-B84A-2EDCC4D78938}"/>
                </a:ext>
              </a:extLst>
            </p:cNvPr>
            <p:cNvSpPr/>
            <p:nvPr/>
          </p:nvSpPr>
          <p:spPr>
            <a:xfrm>
              <a:off x="2673059" y="2927218"/>
              <a:ext cx="137505" cy="218332"/>
            </a:xfrm>
            <a:custGeom>
              <a:avLst/>
              <a:gdLst>
                <a:gd name="connsiteX0" fmla="*/ 123177 w 137505"/>
                <a:gd name="connsiteY0" fmla="*/ 0 h 218332"/>
                <a:gd name="connsiteX1" fmla="*/ 14548 w 137505"/>
                <a:gd name="connsiteY1" fmla="*/ 0 h 218332"/>
                <a:gd name="connsiteX2" fmla="*/ 8797 w 137505"/>
                <a:gd name="connsiteY2" fmla="*/ 3830 h 218332"/>
                <a:gd name="connsiteX3" fmla="*/ 17104 w 137505"/>
                <a:gd name="connsiteY3" fmla="*/ 91929 h 218332"/>
                <a:gd name="connsiteX4" fmla="*/ 63112 w 137505"/>
                <a:gd name="connsiteY4" fmla="*/ 114912 h 218332"/>
                <a:gd name="connsiteX5" fmla="*/ 63112 w 137505"/>
                <a:gd name="connsiteY5" fmla="*/ 205564 h 218332"/>
                <a:gd name="connsiteX6" fmla="*/ 41386 w 137505"/>
                <a:gd name="connsiteY6" fmla="*/ 205564 h 218332"/>
                <a:gd name="connsiteX7" fmla="*/ 34996 w 137505"/>
                <a:gd name="connsiteY7" fmla="*/ 211948 h 218332"/>
                <a:gd name="connsiteX8" fmla="*/ 41386 w 137505"/>
                <a:gd name="connsiteY8" fmla="*/ 218332 h 218332"/>
                <a:gd name="connsiteX9" fmla="*/ 97618 w 137505"/>
                <a:gd name="connsiteY9" fmla="*/ 218332 h 218332"/>
                <a:gd name="connsiteX10" fmla="*/ 104007 w 137505"/>
                <a:gd name="connsiteY10" fmla="*/ 211948 h 218332"/>
                <a:gd name="connsiteX11" fmla="*/ 97618 w 137505"/>
                <a:gd name="connsiteY11" fmla="*/ 205564 h 218332"/>
                <a:gd name="connsiteX12" fmla="*/ 75892 w 137505"/>
                <a:gd name="connsiteY12" fmla="*/ 205564 h 218332"/>
                <a:gd name="connsiteX13" fmla="*/ 75892 w 137505"/>
                <a:gd name="connsiteY13" fmla="*/ 114912 h 218332"/>
                <a:gd name="connsiteX14" fmla="*/ 125733 w 137505"/>
                <a:gd name="connsiteY14" fmla="*/ 87461 h 218332"/>
                <a:gd name="connsiteX15" fmla="*/ 129567 w 137505"/>
                <a:gd name="connsiteY15" fmla="*/ 3830 h 218332"/>
                <a:gd name="connsiteX16" fmla="*/ 123177 w 137505"/>
                <a:gd name="connsiteY16" fmla="*/ 0 h 218332"/>
                <a:gd name="connsiteX17" fmla="*/ 114870 w 137505"/>
                <a:gd name="connsiteY17" fmla="*/ 80438 h 218332"/>
                <a:gd name="connsiteX18" fmla="*/ 74614 w 137505"/>
                <a:gd name="connsiteY18" fmla="*/ 102144 h 218332"/>
                <a:gd name="connsiteX19" fmla="*/ 26050 w 137505"/>
                <a:gd name="connsiteY19" fmla="*/ 82992 h 218332"/>
                <a:gd name="connsiteX20" fmla="*/ 19021 w 137505"/>
                <a:gd name="connsiteY20" fmla="*/ 12768 h 218332"/>
                <a:gd name="connsiteX21" fmla="*/ 118704 w 137505"/>
                <a:gd name="connsiteY21" fmla="*/ 12768 h 218332"/>
                <a:gd name="connsiteX22" fmla="*/ 114870 w 137505"/>
                <a:gd name="connsiteY22" fmla="*/ 80438 h 21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7505" h="218332">
                  <a:moveTo>
                    <a:pt x="123177" y="0"/>
                  </a:moveTo>
                  <a:lnTo>
                    <a:pt x="14548" y="0"/>
                  </a:lnTo>
                  <a:cubicBezTo>
                    <a:pt x="11992" y="0"/>
                    <a:pt x="9436" y="1277"/>
                    <a:pt x="8797" y="3830"/>
                  </a:cubicBezTo>
                  <a:cubicBezTo>
                    <a:pt x="7519" y="5746"/>
                    <a:pt x="-14845" y="58094"/>
                    <a:pt x="17104" y="91929"/>
                  </a:cubicBezTo>
                  <a:cubicBezTo>
                    <a:pt x="29245" y="104697"/>
                    <a:pt x="45859" y="112997"/>
                    <a:pt x="63112" y="114912"/>
                  </a:cubicBezTo>
                  <a:lnTo>
                    <a:pt x="63112" y="205564"/>
                  </a:lnTo>
                  <a:lnTo>
                    <a:pt x="41386" y="205564"/>
                  </a:lnTo>
                  <a:cubicBezTo>
                    <a:pt x="37552" y="205564"/>
                    <a:pt x="34996" y="208118"/>
                    <a:pt x="34996" y="211948"/>
                  </a:cubicBezTo>
                  <a:cubicBezTo>
                    <a:pt x="34996" y="215779"/>
                    <a:pt x="37552" y="218332"/>
                    <a:pt x="41386" y="218332"/>
                  </a:cubicBezTo>
                  <a:lnTo>
                    <a:pt x="97618" y="218332"/>
                  </a:lnTo>
                  <a:cubicBezTo>
                    <a:pt x="101452" y="218332"/>
                    <a:pt x="104007" y="215779"/>
                    <a:pt x="104007" y="211948"/>
                  </a:cubicBezTo>
                  <a:cubicBezTo>
                    <a:pt x="104007" y="208118"/>
                    <a:pt x="101452" y="205564"/>
                    <a:pt x="97618" y="205564"/>
                  </a:cubicBezTo>
                  <a:lnTo>
                    <a:pt x="75892" y="205564"/>
                  </a:lnTo>
                  <a:lnTo>
                    <a:pt x="75892" y="114912"/>
                  </a:lnTo>
                  <a:cubicBezTo>
                    <a:pt x="96339" y="113635"/>
                    <a:pt x="114231" y="103421"/>
                    <a:pt x="125733" y="87461"/>
                  </a:cubicBezTo>
                  <a:cubicBezTo>
                    <a:pt x="149376" y="54264"/>
                    <a:pt x="130206" y="5746"/>
                    <a:pt x="129567" y="3830"/>
                  </a:cubicBezTo>
                  <a:cubicBezTo>
                    <a:pt x="128289" y="1915"/>
                    <a:pt x="125733" y="0"/>
                    <a:pt x="123177" y="0"/>
                  </a:cubicBezTo>
                  <a:close/>
                  <a:moveTo>
                    <a:pt x="114870" y="80438"/>
                  </a:moveTo>
                  <a:cubicBezTo>
                    <a:pt x="105924" y="93206"/>
                    <a:pt x="90589" y="101505"/>
                    <a:pt x="74614" y="102144"/>
                  </a:cubicBezTo>
                  <a:cubicBezTo>
                    <a:pt x="56722" y="103421"/>
                    <a:pt x="38830" y="96398"/>
                    <a:pt x="26050" y="82992"/>
                  </a:cubicBezTo>
                  <a:cubicBezTo>
                    <a:pt x="4324" y="60009"/>
                    <a:pt x="14548" y="24259"/>
                    <a:pt x="19021" y="12768"/>
                  </a:cubicBezTo>
                  <a:lnTo>
                    <a:pt x="118704" y="12768"/>
                  </a:lnTo>
                  <a:cubicBezTo>
                    <a:pt x="122538" y="24259"/>
                    <a:pt x="130845" y="58094"/>
                    <a:pt x="114870" y="80438"/>
                  </a:cubicBezTo>
                  <a:close/>
                </a:path>
              </a:pathLst>
            </a:custGeom>
            <a:solidFill>
              <a:srgbClr val="046A38"/>
            </a:solidFill>
            <a:ln w="6390" cap="flat">
              <a:noFill/>
              <a:prstDash val="solid"/>
              <a:miter/>
            </a:ln>
          </p:spPr>
          <p:txBody>
            <a:bodyPr rtlCol="0" anchor="ctr"/>
            <a:lstStyle/>
            <a:p>
              <a:endParaRPr lang="en-US"/>
            </a:p>
          </p:txBody>
        </p:sp>
      </p:grpSp>
      <p:grpSp>
        <p:nvGrpSpPr>
          <p:cNvPr id="1298" name="Graphic 4">
            <a:extLst>
              <a:ext uri="{FF2B5EF4-FFF2-40B4-BE49-F238E27FC236}">
                <a16:creationId xmlns:a16="http://schemas.microsoft.com/office/drawing/2014/main" id="{E1F02468-EF37-3E40-8FF2-06738CE273DE}"/>
              </a:ext>
            </a:extLst>
          </p:cNvPr>
          <p:cNvGrpSpPr/>
          <p:nvPr/>
        </p:nvGrpSpPr>
        <p:grpSpPr>
          <a:xfrm>
            <a:off x="2561086" y="2371173"/>
            <a:ext cx="361670" cy="361333"/>
            <a:chOff x="2561086" y="2371173"/>
            <a:chExt cx="361670" cy="361333"/>
          </a:xfrm>
          <a:solidFill>
            <a:srgbClr val="046A38"/>
          </a:solidFill>
        </p:grpSpPr>
        <p:sp>
          <p:nvSpPr>
            <p:cNvPr id="1299" name="Graphic 4">
              <a:extLst>
                <a:ext uri="{FF2B5EF4-FFF2-40B4-BE49-F238E27FC236}">
                  <a16:creationId xmlns:a16="http://schemas.microsoft.com/office/drawing/2014/main" id="{8CA32EF8-51EF-5A4A-B2B1-E6976C182C8D}"/>
                </a:ext>
              </a:extLst>
            </p:cNvPr>
            <p:cNvSpPr/>
            <p:nvPr/>
          </p:nvSpPr>
          <p:spPr>
            <a:xfrm>
              <a:off x="2561086"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300" name="Graphic 4">
              <a:extLst>
                <a:ext uri="{FF2B5EF4-FFF2-40B4-BE49-F238E27FC236}">
                  <a16:creationId xmlns:a16="http://schemas.microsoft.com/office/drawing/2014/main" id="{F12636D3-1F4F-FE48-9685-17F61844780B}"/>
                </a:ext>
              </a:extLst>
            </p:cNvPr>
            <p:cNvSpPr/>
            <p:nvPr/>
          </p:nvSpPr>
          <p:spPr>
            <a:xfrm>
              <a:off x="2650520" y="2452250"/>
              <a:ext cx="182803" cy="199818"/>
            </a:xfrm>
            <a:custGeom>
              <a:avLst/>
              <a:gdLst>
                <a:gd name="connsiteX0" fmla="*/ 176388 w 182803"/>
                <a:gd name="connsiteY0" fmla="*/ 0 h 199818"/>
                <a:gd name="connsiteX1" fmla="*/ 6416 w 182803"/>
                <a:gd name="connsiteY1" fmla="*/ 0 h 199818"/>
                <a:gd name="connsiteX2" fmla="*/ 665 w 182803"/>
                <a:gd name="connsiteY2" fmla="*/ 3830 h 199818"/>
                <a:gd name="connsiteX3" fmla="*/ 1943 w 182803"/>
                <a:gd name="connsiteY3" fmla="*/ 10853 h 199818"/>
                <a:gd name="connsiteX4" fmla="*/ 85012 w 182803"/>
                <a:gd name="connsiteY4" fmla="*/ 93845 h 199818"/>
                <a:gd name="connsiteX5" fmla="*/ 85012 w 182803"/>
                <a:gd name="connsiteY5" fmla="*/ 187051 h 199818"/>
                <a:gd name="connsiteX6" fmla="*/ 40283 w 182803"/>
                <a:gd name="connsiteY6" fmla="*/ 187051 h 199818"/>
                <a:gd name="connsiteX7" fmla="*/ 33893 w 182803"/>
                <a:gd name="connsiteY7" fmla="*/ 193435 h 199818"/>
                <a:gd name="connsiteX8" fmla="*/ 40283 w 182803"/>
                <a:gd name="connsiteY8" fmla="*/ 199819 h 199818"/>
                <a:gd name="connsiteX9" fmla="*/ 142522 w 182803"/>
                <a:gd name="connsiteY9" fmla="*/ 199819 h 199818"/>
                <a:gd name="connsiteX10" fmla="*/ 148911 w 182803"/>
                <a:gd name="connsiteY10" fmla="*/ 193435 h 199818"/>
                <a:gd name="connsiteX11" fmla="*/ 142522 w 182803"/>
                <a:gd name="connsiteY11" fmla="*/ 187051 h 199818"/>
                <a:gd name="connsiteX12" fmla="*/ 97792 w 182803"/>
                <a:gd name="connsiteY12" fmla="*/ 187051 h 199818"/>
                <a:gd name="connsiteX13" fmla="*/ 97792 w 182803"/>
                <a:gd name="connsiteY13" fmla="*/ 93845 h 199818"/>
                <a:gd name="connsiteX14" fmla="*/ 180861 w 182803"/>
                <a:gd name="connsiteY14" fmla="*/ 10853 h 199818"/>
                <a:gd name="connsiteX15" fmla="*/ 182139 w 182803"/>
                <a:gd name="connsiteY15" fmla="*/ 3830 h 199818"/>
                <a:gd name="connsiteX16" fmla="*/ 176388 w 182803"/>
                <a:gd name="connsiteY16" fmla="*/ 0 h 199818"/>
                <a:gd name="connsiteX17" fmla="*/ 91402 w 182803"/>
                <a:gd name="connsiteY17" fmla="*/ 82353 h 199818"/>
                <a:gd name="connsiteX18" fmla="*/ 21752 w 182803"/>
                <a:gd name="connsiteY18" fmla="*/ 12768 h 199818"/>
                <a:gd name="connsiteX19" fmla="*/ 161052 w 182803"/>
                <a:gd name="connsiteY19" fmla="*/ 12768 h 199818"/>
                <a:gd name="connsiteX20" fmla="*/ 91402 w 182803"/>
                <a:gd name="connsiteY20" fmla="*/ 82353 h 19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2803" h="199818">
                  <a:moveTo>
                    <a:pt x="176388" y="0"/>
                  </a:moveTo>
                  <a:lnTo>
                    <a:pt x="6416" y="0"/>
                  </a:lnTo>
                  <a:cubicBezTo>
                    <a:pt x="3860" y="0"/>
                    <a:pt x="1304" y="1277"/>
                    <a:pt x="665" y="3830"/>
                  </a:cubicBezTo>
                  <a:cubicBezTo>
                    <a:pt x="-613" y="6384"/>
                    <a:pt x="26" y="8938"/>
                    <a:pt x="1943" y="10853"/>
                  </a:cubicBezTo>
                  <a:lnTo>
                    <a:pt x="85012" y="93845"/>
                  </a:lnTo>
                  <a:lnTo>
                    <a:pt x="85012" y="187051"/>
                  </a:lnTo>
                  <a:lnTo>
                    <a:pt x="40283" y="187051"/>
                  </a:lnTo>
                  <a:cubicBezTo>
                    <a:pt x="36449" y="187051"/>
                    <a:pt x="33893" y="189604"/>
                    <a:pt x="33893" y="193435"/>
                  </a:cubicBezTo>
                  <a:cubicBezTo>
                    <a:pt x="33893" y="197265"/>
                    <a:pt x="36449" y="199819"/>
                    <a:pt x="40283" y="199819"/>
                  </a:cubicBezTo>
                  <a:lnTo>
                    <a:pt x="142522" y="199819"/>
                  </a:lnTo>
                  <a:cubicBezTo>
                    <a:pt x="146356" y="199819"/>
                    <a:pt x="148911" y="197265"/>
                    <a:pt x="148911" y="193435"/>
                  </a:cubicBezTo>
                  <a:cubicBezTo>
                    <a:pt x="148911" y="189604"/>
                    <a:pt x="146356" y="187051"/>
                    <a:pt x="142522" y="187051"/>
                  </a:cubicBezTo>
                  <a:lnTo>
                    <a:pt x="97792" y="187051"/>
                  </a:lnTo>
                  <a:lnTo>
                    <a:pt x="97792" y="93845"/>
                  </a:lnTo>
                  <a:lnTo>
                    <a:pt x="180861" y="10853"/>
                  </a:lnTo>
                  <a:cubicBezTo>
                    <a:pt x="182778" y="8938"/>
                    <a:pt x="183417" y="6384"/>
                    <a:pt x="182139" y="3830"/>
                  </a:cubicBezTo>
                  <a:cubicBezTo>
                    <a:pt x="180861" y="1277"/>
                    <a:pt x="178944" y="0"/>
                    <a:pt x="176388" y="0"/>
                  </a:cubicBezTo>
                  <a:close/>
                  <a:moveTo>
                    <a:pt x="91402" y="82353"/>
                  </a:moveTo>
                  <a:lnTo>
                    <a:pt x="21752" y="12768"/>
                  </a:lnTo>
                  <a:lnTo>
                    <a:pt x="161052" y="12768"/>
                  </a:lnTo>
                  <a:lnTo>
                    <a:pt x="91402" y="82353"/>
                  </a:lnTo>
                  <a:close/>
                </a:path>
              </a:pathLst>
            </a:custGeom>
            <a:solidFill>
              <a:srgbClr val="046A38"/>
            </a:solidFill>
            <a:ln w="6390" cap="flat">
              <a:noFill/>
              <a:prstDash val="solid"/>
              <a:miter/>
            </a:ln>
          </p:spPr>
          <p:txBody>
            <a:bodyPr rtlCol="0" anchor="ctr"/>
            <a:lstStyle/>
            <a:p>
              <a:endParaRPr lang="en-US"/>
            </a:p>
          </p:txBody>
        </p:sp>
      </p:grpSp>
      <p:grpSp>
        <p:nvGrpSpPr>
          <p:cNvPr id="1301" name="Graphic 4">
            <a:extLst>
              <a:ext uri="{FF2B5EF4-FFF2-40B4-BE49-F238E27FC236}">
                <a16:creationId xmlns:a16="http://schemas.microsoft.com/office/drawing/2014/main" id="{8A70AF7D-EC4F-3E43-A807-D5E29092922A}"/>
              </a:ext>
            </a:extLst>
          </p:cNvPr>
          <p:cNvGrpSpPr/>
          <p:nvPr/>
        </p:nvGrpSpPr>
        <p:grpSpPr>
          <a:xfrm>
            <a:off x="2561086" y="4308712"/>
            <a:ext cx="361670" cy="361333"/>
            <a:chOff x="2561086" y="4308712"/>
            <a:chExt cx="361670" cy="361333"/>
          </a:xfrm>
          <a:solidFill>
            <a:srgbClr val="046A38"/>
          </a:solidFill>
        </p:grpSpPr>
        <p:sp>
          <p:nvSpPr>
            <p:cNvPr id="1302" name="Graphic 4">
              <a:extLst>
                <a:ext uri="{FF2B5EF4-FFF2-40B4-BE49-F238E27FC236}">
                  <a16:creationId xmlns:a16="http://schemas.microsoft.com/office/drawing/2014/main" id="{A7B211B6-3DBE-D946-8261-1CCBC2A67252}"/>
                </a:ext>
              </a:extLst>
            </p:cNvPr>
            <p:cNvSpPr/>
            <p:nvPr/>
          </p:nvSpPr>
          <p:spPr>
            <a:xfrm>
              <a:off x="2561086"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4"/>
                    <a:pt x="180835" y="361334"/>
                  </a:cubicBezTo>
                  <a:cubicBezTo>
                    <a:pt x="280518" y="361334"/>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303" name="Graphic 4">
              <a:extLst>
                <a:ext uri="{FF2B5EF4-FFF2-40B4-BE49-F238E27FC236}">
                  <a16:creationId xmlns:a16="http://schemas.microsoft.com/office/drawing/2014/main" id="{3028E1F6-1644-D14E-BB44-623F8E5A9987}"/>
                </a:ext>
              </a:extLst>
            </p:cNvPr>
            <p:cNvSpPr/>
            <p:nvPr/>
          </p:nvSpPr>
          <p:spPr>
            <a:xfrm>
              <a:off x="2661408" y="4381489"/>
              <a:ext cx="159109" cy="216416"/>
            </a:xfrm>
            <a:custGeom>
              <a:avLst/>
              <a:gdLst>
                <a:gd name="connsiteX0" fmla="*/ 153358 w 159109"/>
                <a:gd name="connsiteY0" fmla="*/ 28728 h 216416"/>
                <a:gd name="connsiteX1" fmla="*/ 144413 w 159109"/>
                <a:gd name="connsiteY1" fmla="*/ 28728 h 216416"/>
                <a:gd name="connsiteX2" fmla="*/ 137384 w 159109"/>
                <a:gd name="connsiteY2" fmla="*/ 4469 h 216416"/>
                <a:gd name="connsiteX3" fmla="*/ 130994 w 159109"/>
                <a:gd name="connsiteY3" fmla="*/ 0 h 216416"/>
                <a:gd name="connsiteX4" fmla="*/ 28755 w 159109"/>
                <a:gd name="connsiteY4" fmla="*/ 0 h 216416"/>
                <a:gd name="connsiteX5" fmla="*/ 22365 w 159109"/>
                <a:gd name="connsiteY5" fmla="*/ 4469 h 216416"/>
                <a:gd name="connsiteX6" fmla="*/ 15336 w 159109"/>
                <a:gd name="connsiteY6" fmla="*/ 28728 h 216416"/>
                <a:gd name="connsiteX7" fmla="*/ 6390 w 159109"/>
                <a:gd name="connsiteY7" fmla="*/ 28728 h 216416"/>
                <a:gd name="connsiteX8" fmla="*/ 0 w 159109"/>
                <a:gd name="connsiteY8" fmla="*/ 35112 h 216416"/>
                <a:gd name="connsiteX9" fmla="*/ 6390 w 159109"/>
                <a:gd name="connsiteY9" fmla="*/ 41496 h 216416"/>
                <a:gd name="connsiteX10" fmla="*/ 15336 w 159109"/>
                <a:gd name="connsiteY10" fmla="*/ 41496 h 216416"/>
                <a:gd name="connsiteX11" fmla="*/ 18531 w 159109"/>
                <a:gd name="connsiteY11" fmla="*/ 79800 h 216416"/>
                <a:gd name="connsiteX12" fmla="*/ 14058 w 159109"/>
                <a:gd name="connsiteY12" fmla="*/ 79800 h 216416"/>
                <a:gd name="connsiteX13" fmla="*/ 9585 w 159109"/>
                <a:gd name="connsiteY13" fmla="*/ 81715 h 216416"/>
                <a:gd name="connsiteX14" fmla="*/ 7668 w 159109"/>
                <a:gd name="connsiteY14" fmla="*/ 86822 h 216416"/>
                <a:gd name="connsiteX15" fmla="*/ 14697 w 159109"/>
                <a:gd name="connsiteY15" fmla="*/ 167260 h 216416"/>
                <a:gd name="connsiteX16" fmla="*/ 21087 w 159109"/>
                <a:gd name="connsiteY16" fmla="*/ 173006 h 216416"/>
                <a:gd name="connsiteX17" fmla="*/ 26199 w 159109"/>
                <a:gd name="connsiteY17" fmla="*/ 173006 h 216416"/>
                <a:gd name="connsiteX18" fmla="*/ 29394 w 159109"/>
                <a:gd name="connsiteY18" fmla="*/ 210671 h 216416"/>
                <a:gd name="connsiteX19" fmla="*/ 35784 w 159109"/>
                <a:gd name="connsiteY19" fmla="*/ 216417 h 216416"/>
                <a:gd name="connsiteX20" fmla="*/ 123326 w 159109"/>
                <a:gd name="connsiteY20" fmla="*/ 216417 h 216416"/>
                <a:gd name="connsiteX21" fmla="*/ 129716 w 159109"/>
                <a:gd name="connsiteY21" fmla="*/ 210671 h 216416"/>
                <a:gd name="connsiteX22" fmla="*/ 132911 w 159109"/>
                <a:gd name="connsiteY22" fmla="*/ 173006 h 216416"/>
                <a:gd name="connsiteX23" fmla="*/ 138023 w 159109"/>
                <a:gd name="connsiteY23" fmla="*/ 173006 h 216416"/>
                <a:gd name="connsiteX24" fmla="*/ 144413 w 159109"/>
                <a:gd name="connsiteY24" fmla="*/ 167260 h 216416"/>
                <a:gd name="connsiteX25" fmla="*/ 151442 w 159109"/>
                <a:gd name="connsiteY25" fmla="*/ 86822 h 216416"/>
                <a:gd name="connsiteX26" fmla="*/ 149524 w 159109"/>
                <a:gd name="connsiteY26" fmla="*/ 81715 h 216416"/>
                <a:gd name="connsiteX27" fmla="*/ 145052 w 159109"/>
                <a:gd name="connsiteY27" fmla="*/ 79800 h 216416"/>
                <a:gd name="connsiteX28" fmla="*/ 140579 w 159109"/>
                <a:gd name="connsiteY28" fmla="*/ 79800 h 216416"/>
                <a:gd name="connsiteX29" fmla="*/ 143774 w 159109"/>
                <a:gd name="connsiteY29" fmla="*/ 41496 h 216416"/>
                <a:gd name="connsiteX30" fmla="*/ 152719 w 159109"/>
                <a:gd name="connsiteY30" fmla="*/ 41496 h 216416"/>
                <a:gd name="connsiteX31" fmla="*/ 159109 w 159109"/>
                <a:gd name="connsiteY31" fmla="*/ 35112 h 216416"/>
                <a:gd name="connsiteX32" fmla="*/ 153358 w 159109"/>
                <a:gd name="connsiteY32" fmla="*/ 28728 h 216416"/>
                <a:gd name="connsiteX33" fmla="*/ 33867 w 159109"/>
                <a:gd name="connsiteY33" fmla="*/ 12129 h 216416"/>
                <a:gd name="connsiteX34" fmla="*/ 126521 w 159109"/>
                <a:gd name="connsiteY34" fmla="*/ 12129 h 216416"/>
                <a:gd name="connsiteX35" fmla="*/ 130994 w 159109"/>
                <a:gd name="connsiteY35" fmla="*/ 28728 h 216416"/>
                <a:gd name="connsiteX36" fmla="*/ 29394 w 159109"/>
                <a:gd name="connsiteY36" fmla="*/ 28728 h 216416"/>
                <a:gd name="connsiteX37" fmla="*/ 33867 w 159109"/>
                <a:gd name="connsiteY37" fmla="*/ 12129 h 216416"/>
                <a:gd name="connsiteX38" fmla="*/ 118214 w 159109"/>
                <a:gd name="connsiteY38" fmla="*/ 203649 h 216416"/>
                <a:gd name="connsiteX39" fmla="*/ 42174 w 159109"/>
                <a:gd name="connsiteY39" fmla="*/ 203649 h 216416"/>
                <a:gd name="connsiteX40" fmla="*/ 39618 w 159109"/>
                <a:gd name="connsiteY40" fmla="*/ 172368 h 216416"/>
                <a:gd name="connsiteX41" fmla="*/ 120770 w 159109"/>
                <a:gd name="connsiteY41" fmla="*/ 172368 h 216416"/>
                <a:gd name="connsiteX42" fmla="*/ 118214 w 159109"/>
                <a:gd name="connsiteY42" fmla="*/ 203649 h 216416"/>
                <a:gd name="connsiteX43" fmla="*/ 132911 w 159109"/>
                <a:gd name="connsiteY43" fmla="*/ 160238 h 216416"/>
                <a:gd name="connsiteX44" fmla="*/ 27477 w 159109"/>
                <a:gd name="connsiteY44" fmla="*/ 160238 h 216416"/>
                <a:gd name="connsiteX45" fmla="*/ 21087 w 159109"/>
                <a:gd name="connsiteY45" fmla="*/ 92568 h 216416"/>
                <a:gd name="connsiteX46" fmla="*/ 138662 w 159109"/>
                <a:gd name="connsiteY46" fmla="*/ 92568 h 216416"/>
                <a:gd name="connsiteX47" fmla="*/ 132911 w 159109"/>
                <a:gd name="connsiteY47" fmla="*/ 160238 h 216416"/>
                <a:gd name="connsiteX48" fmla="*/ 128438 w 159109"/>
                <a:gd name="connsiteY48" fmla="*/ 79800 h 216416"/>
                <a:gd name="connsiteX49" fmla="*/ 31950 w 159109"/>
                <a:gd name="connsiteY49" fmla="*/ 79800 h 216416"/>
                <a:gd name="connsiteX50" fmla="*/ 28755 w 159109"/>
                <a:gd name="connsiteY50" fmla="*/ 41496 h 216416"/>
                <a:gd name="connsiteX51" fmla="*/ 131633 w 159109"/>
                <a:gd name="connsiteY51" fmla="*/ 41496 h 216416"/>
                <a:gd name="connsiteX52" fmla="*/ 128438 w 159109"/>
                <a:gd name="connsiteY52" fmla="*/ 79800 h 21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59109" h="216416">
                  <a:moveTo>
                    <a:pt x="153358" y="28728"/>
                  </a:moveTo>
                  <a:lnTo>
                    <a:pt x="144413" y="28728"/>
                  </a:lnTo>
                  <a:lnTo>
                    <a:pt x="137384" y="4469"/>
                  </a:lnTo>
                  <a:cubicBezTo>
                    <a:pt x="136745" y="1915"/>
                    <a:pt x="134189" y="0"/>
                    <a:pt x="130994" y="0"/>
                  </a:cubicBezTo>
                  <a:lnTo>
                    <a:pt x="28755" y="0"/>
                  </a:lnTo>
                  <a:cubicBezTo>
                    <a:pt x="26199" y="0"/>
                    <a:pt x="23643" y="1915"/>
                    <a:pt x="22365" y="4469"/>
                  </a:cubicBezTo>
                  <a:lnTo>
                    <a:pt x="15336" y="28728"/>
                  </a:lnTo>
                  <a:lnTo>
                    <a:pt x="6390" y="28728"/>
                  </a:lnTo>
                  <a:cubicBezTo>
                    <a:pt x="2556" y="28728"/>
                    <a:pt x="0" y="31281"/>
                    <a:pt x="0" y="35112"/>
                  </a:cubicBezTo>
                  <a:cubicBezTo>
                    <a:pt x="0" y="38942"/>
                    <a:pt x="2556" y="41496"/>
                    <a:pt x="6390" y="41496"/>
                  </a:cubicBezTo>
                  <a:lnTo>
                    <a:pt x="15336" y="41496"/>
                  </a:lnTo>
                  <a:lnTo>
                    <a:pt x="18531" y="79800"/>
                  </a:lnTo>
                  <a:lnTo>
                    <a:pt x="14058" y="79800"/>
                  </a:lnTo>
                  <a:cubicBezTo>
                    <a:pt x="12141" y="79800"/>
                    <a:pt x="10863" y="80438"/>
                    <a:pt x="9585" y="81715"/>
                  </a:cubicBezTo>
                  <a:cubicBezTo>
                    <a:pt x="8307" y="82992"/>
                    <a:pt x="7668" y="84907"/>
                    <a:pt x="7668" y="86822"/>
                  </a:cubicBezTo>
                  <a:lnTo>
                    <a:pt x="14697" y="167260"/>
                  </a:lnTo>
                  <a:cubicBezTo>
                    <a:pt x="14697" y="170452"/>
                    <a:pt x="17892" y="173006"/>
                    <a:pt x="21087" y="173006"/>
                  </a:cubicBezTo>
                  <a:lnTo>
                    <a:pt x="26199" y="173006"/>
                  </a:lnTo>
                  <a:lnTo>
                    <a:pt x="29394" y="210671"/>
                  </a:lnTo>
                  <a:cubicBezTo>
                    <a:pt x="29394" y="213863"/>
                    <a:pt x="32589" y="216417"/>
                    <a:pt x="35784" y="216417"/>
                  </a:cubicBezTo>
                  <a:lnTo>
                    <a:pt x="123326" y="216417"/>
                  </a:lnTo>
                  <a:cubicBezTo>
                    <a:pt x="126521" y="216417"/>
                    <a:pt x="129716" y="213863"/>
                    <a:pt x="129716" y="210671"/>
                  </a:cubicBezTo>
                  <a:lnTo>
                    <a:pt x="132911" y="173006"/>
                  </a:lnTo>
                  <a:lnTo>
                    <a:pt x="138023" y="173006"/>
                  </a:lnTo>
                  <a:cubicBezTo>
                    <a:pt x="141218" y="173006"/>
                    <a:pt x="143774" y="170452"/>
                    <a:pt x="144413" y="167260"/>
                  </a:cubicBezTo>
                  <a:lnTo>
                    <a:pt x="151442" y="86822"/>
                  </a:lnTo>
                  <a:cubicBezTo>
                    <a:pt x="151442" y="84907"/>
                    <a:pt x="150803" y="82992"/>
                    <a:pt x="149524" y="81715"/>
                  </a:cubicBezTo>
                  <a:cubicBezTo>
                    <a:pt x="148247" y="80438"/>
                    <a:pt x="146330" y="79800"/>
                    <a:pt x="145052" y="79800"/>
                  </a:cubicBezTo>
                  <a:lnTo>
                    <a:pt x="140579" y="79800"/>
                  </a:lnTo>
                  <a:lnTo>
                    <a:pt x="143774" y="41496"/>
                  </a:lnTo>
                  <a:lnTo>
                    <a:pt x="152719" y="41496"/>
                  </a:lnTo>
                  <a:cubicBezTo>
                    <a:pt x="156553" y="41496"/>
                    <a:pt x="159109" y="38942"/>
                    <a:pt x="159109" y="35112"/>
                  </a:cubicBezTo>
                  <a:cubicBezTo>
                    <a:pt x="159109" y="31281"/>
                    <a:pt x="156553" y="28728"/>
                    <a:pt x="153358" y="28728"/>
                  </a:cubicBezTo>
                  <a:close/>
                  <a:moveTo>
                    <a:pt x="33867" y="12129"/>
                  </a:moveTo>
                  <a:lnTo>
                    <a:pt x="126521" y="12129"/>
                  </a:lnTo>
                  <a:lnTo>
                    <a:pt x="130994" y="28728"/>
                  </a:lnTo>
                  <a:lnTo>
                    <a:pt x="29394" y="28728"/>
                  </a:lnTo>
                  <a:lnTo>
                    <a:pt x="33867" y="12129"/>
                  </a:lnTo>
                  <a:close/>
                  <a:moveTo>
                    <a:pt x="118214" y="203649"/>
                  </a:moveTo>
                  <a:lnTo>
                    <a:pt x="42174" y="203649"/>
                  </a:lnTo>
                  <a:lnTo>
                    <a:pt x="39618" y="172368"/>
                  </a:lnTo>
                  <a:lnTo>
                    <a:pt x="120770" y="172368"/>
                  </a:lnTo>
                  <a:lnTo>
                    <a:pt x="118214" y="203649"/>
                  </a:lnTo>
                  <a:close/>
                  <a:moveTo>
                    <a:pt x="132911" y="160238"/>
                  </a:moveTo>
                  <a:lnTo>
                    <a:pt x="27477" y="160238"/>
                  </a:lnTo>
                  <a:lnTo>
                    <a:pt x="21087" y="92568"/>
                  </a:lnTo>
                  <a:lnTo>
                    <a:pt x="138662" y="92568"/>
                  </a:lnTo>
                  <a:lnTo>
                    <a:pt x="132911" y="160238"/>
                  </a:lnTo>
                  <a:close/>
                  <a:moveTo>
                    <a:pt x="128438" y="79800"/>
                  </a:moveTo>
                  <a:lnTo>
                    <a:pt x="31950" y="79800"/>
                  </a:lnTo>
                  <a:lnTo>
                    <a:pt x="28755" y="41496"/>
                  </a:lnTo>
                  <a:lnTo>
                    <a:pt x="131633" y="41496"/>
                  </a:lnTo>
                  <a:lnTo>
                    <a:pt x="128438" y="79800"/>
                  </a:lnTo>
                  <a:close/>
                </a:path>
              </a:pathLst>
            </a:custGeom>
            <a:solidFill>
              <a:srgbClr val="046A38"/>
            </a:solidFill>
            <a:ln w="6390" cap="flat">
              <a:noFill/>
              <a:prstDash val="solid"/>
              <a:miter/>
            </a:ln>
          </p:spPr>
          <p:txBody>
            <a:bodyPr rtlCol="0" anchor="ctr"/>
            <a:lstStyle/>
            <a:p>
              <a:endParaRPr lang="en-US"/>
            </a:p>
          </p:txBody>
        </p:sp>
      </p:grpSp>
      <p:grpSp>
        <p:nvGrpSpPr>
          <p:cNvPr id="1304" name="Graphic 4">
            <a:extLst>
              <a:ext uri="{FF2B5EF4-FFF2-40B4-BE49-F238E27FC236}">
                <a16:creationId xmlns:a16="http://schemas.microsoft.com/office/drawing/2014/main" id="{85447664-1265-D540-A7C9-94A481CF03AF}"/>
              </a:ext>
            </a:extLst>
          </p:cNvPr>
          <p:cNvGrpSpPr/>
          <p:nvPr/>
        </p:nvGrpSpPr>
        <p:grpSpPr>
          <a:xfrm>
            <a:off x="3607758" y="4308712"/>
            <a:ext cx="361674" cy="361333"/>
            <a:chOff x="3607758" y="4308712"/>
            <a:chExt cx="361674" cy="361333"/>
          </a:xfrm>
          <a:solidFill>
            <a:srgbClr val="046A38"/>
          </a:solidFill>
        </p:grpSpPr>
        <p:sp>
          <p:nvSpPr>
            <p:cNvPr id="1305" name="Graphic 4">
              <a:extLst>
                <a:ext uri="{FF2B5EF4-FFF2-40B4-BE49-F238E27FC236}">
                  <a16:creationId xmlns:a16="http://schemas.microsoft.com/office/drawing/2014/main" id="{080607B3-2602-AE4D-922A-382E497B4CD3}"/>
                </a:ext>
              </a:extLst>
            </p:cNvPr>
            <p:cNvSpPr/>
            <p:nvPr/>
          </p:nvSpPr>
          <p:spPr>
            <a:xfrm>
              <a:off x="3607758" y="4308712"/>
              <a:ext cx="361674" cy="361333"/>
            </a:xfrm>
            <a:custGeom>
              <a:avLst/>
              <a:gdLst>
                <a:gd name="connsiteX0" fmla="*/ 180836 w 361674"/>
                <a:gd name="connsiteY0" fmla="*/ 0 h 361333"/>
                <a:gd name="connsiteX1" fmla="*/ 0 w 361674"/>
                <a:gd name="connsiteY1" fmla="*/ 180667 h 361333"/>
                <a:gd name="connsiteX2" fmla="*/ 180836 w 361674"/>
                <a:gd name="connsiteY2" fmla="*/ 361334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7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2" y="361334"/>
                    <a:pt x="180836" y="361334"/>
                  </a:cubicBezTo>
                  <a:cubicBezTo>
                    <a:pt x="281157" y="361334"/>
                    <a:pt x="361671" y="280257"/>
                    <a:pt x="361671" y="180667"/>
                  </a:cubicBezTo>
                  <a:cubicBezTo>
                    <a:pt x="362310" y="81077"/>
                    <a:pt x="281157" y="0"/>
                    <a:pt x="180836" y="0"/>
                  </a:cubicBezTo>
                  <a:close/>
                  <a:moveTo>
                    <a:pt x="180836" y="349204"/>
                  </a:moveTo>
                  <a:cubicBezTo>
                    <a:pt x="88181" y="349204"/>
                    <a:pt x="12780" y="273873"/>
                    <a:pt x="12780" y="181305"/>
                  </a:cubicBezTo>
                  <a:cubicBezTo>
                    <a:pt x="12780" y="88738"/>
                    <a:pt x="88181" y="13407"/>
                    <a:pt x="180836" y="13407"/>
                  </a:cubicBezTo>
                  <a:cubicBezTo>
                    <a:pt x="273490" y="13407"/>
                    <a:pt x="348891" y="88738"/>
                    <a:pt x="348891" y="181305"/>
                  </a:cubicBezTo>
                  <a:cubicBezTo>
                    <a:pt x="348891" y="273873"/>
                    <a:pt x="274128" y="349204"/>
                    <a:pt x="180836" y="349204"/>
                  </a:cubicBezTo>
                  <a:close/>
                </a:path>
              </a:pathLst>
            </a:custGeom>
            <a:solidFill>
              <a:srgbClr val="046A38"/>
            </a:solidFill>
            <a:ln w="6390" cap="flat">
              <a:noFill/>
              <a:prstDash val="solid"/>
              <a:miter/>
            </a:ln>
          </p:spPr>
          <p:txBody>
            <a:bodyPr rtlCol="0" anchor="ctr"/>
            <a:lstStyle/>
            <a:p>
              <a:endParaRPr lang="en-US"/>
            </a:p>
          </p:txBody>
        </p:sp>
        <p:sp>
          <p:nvSpPr>
            <p:cNvPr id="1306" name="Graphic 4">
              <a:extLst>
                <a:ext uri="{FF2B5EF4-FFF2-40B4-BE49-F238E27FC236}">
                  <a16:creationId xmlns:a16="http://schemas.microsoft.com/office/drawing/2014/main" id="{85552D5B-A08F-3445-A80C-9C36A28F6D75}"/>
                </a:ext>
              </a:extLst>
            </p:cNvPr>
            <p:cNvSpPr/>
            <p:nvPr/>
          </p:nvSpPr>
          <p:spPr>
            <a:xfrm>
              <a:off x="3675491" y="4376581"/>
              <a:ext cx="227481" cy="227070"/>
            </a:xfrm>
            <a:custGeom>
              <a:avLst/>
              <a:gdLst>
                <a:gd name="connsiteX0" fmla="*/ 166777 w 227481"/>
                <a:gd name="connsiteY0" fmla="*/ 38105 h 227070"/>
                <a:gd name="connsiteX1" fmla="*/ 154637 w 227481"/>
                <a:gd name="connsiteY1" fmla="*/ 39381 h 227070"/>
                <a:gd name="connsiteX2" fmla="*/ 159109 w 227481"/>
                <a:gd name="connsiteY2" fmla="*/ 32359 h 227070"/>
                <a:gd name="connsiteX3" fmla="*/ 165499 w 227481"/>
                <a:gd name="connsiteY3" fmla="*/ 6823 h 227070"/>
                <a:gd name="connsiteX4" fmla="*/ 159109 w 227481"/>
                <a:gd name="connsiteY4" fmla="*/ 439 h 227070"/>
                <a:gd name="connsiteX5" fmla="*/ 116297 w 227481"/>
                <a:gd name="connsiteY5" fmla="*/ 16399 h 227070"/>
                <a:gd name="connsiteX6" fmla="*/ 112463 w 227481"/>
                <a:gd name="connsiteY6" fmla="*/ 22145 h 227070"/>
                <a:gd name="connsiteX7" fmla="*/ 93932 w 227481"/>
                <a:gd name="connsiteY7" fmla="*/ 1077 h 227070"/>
                <a:gd name="connsiteX8" fmla="*/ 84986 w 227481"/>
                <a:gd name="connsiteY8" fmla="*/ 2993 h 227070"/>
                <a:gd name="connsiteX9" fmla="*/ 86903 w 227481"/>
                <a:gd name="connsiteY9" fmla="*/ 11930 h 227070"/>
                <a:gd name="connsiteX10" fmla="*/ 106712 w 227481"/>
                <a:gd name="connsiteY10" fmla="*/ 45765 h 227070"/>
                <a:gd name="connsiteX11" fmla="*/ 107351 w 227481"/>
                <a:gd name="connsiteY11" fmla="*/ 52149 h 227070"/>
                <a:gd name="connsiteX12" fmla="*/ 103517 w 227481"/>
                <a:gd name="connsiteY12" fmla="*/ 51511 h 227070"/>
                <a:gd name="connsiteX13" fmla="*/ 87542 w 227481"/>
                <a:gd name="connsiteY13" fmla="*/ 45765 h 227070"/>
                <a:gd name="connsiteX14" fmla="*/ 60065 w 227481"/>
                <a:gd name="connsiteY14" fmla="*/ 38105 h 227070"/>
                <a:gd name="connsiteX15" fmla="*/ 0 w 227481"/>
                <a:gd name="connsiteY15" fmla="*/ 98114 h 227070"/>
                <a:gd name="connsiteX16" fmla="*/ 55593 w 227481"/>
                <a:gd name="connsiteY16" fmla="*/ 217494 h 227070"/>
                <a:gd name="connsiteX17" fmla="*/ 75401 w 227481"/>
                <a:gd name="connsiteY17" fmla="*/ 227070 h 227070"/>
                <a:gd name="connsiteX18" fmla="*/ 85625 w 227481"/>
                <a:gd name="connsiteY18" fmla="*/ 225155 h 227070"/>
                <a:gd name="connsiteX19" fmla="*/ 113741 w 227481"/>
                <a:gd name="connsiteY19" fmla="*/ 219409 h 227070"/>
                <a:gd name="connsiteX20" fmla="*/ 142496 w 227481"/>
                <a:gd name="connsiteY20" fmla="*/ 225155 h 227070"/>
                <a:gd name="connsiteX21" fmla="*/ 152080 w 227481"/>
                <a:gd name="connsiteY21" fmla="*/ 227070 h 227070"/>
                <a:gd name="connsiteX22" fmla="*/ 171889 w 227481"/>
                <a:gd name="connsiteY22" fmla="*/ 217494 h 227070"/>
                <a:gd name="connsiteX23" fmla="*/ 227482 w 227481"/>
                <a:gd name="connsiteY23" fmla="*/ 98114 h 227070"/>
                <a:gd name="connsiteX24" fmla="*/ 166777 w 227481"/>
                <a:gd name="connsiteY24" fmla="*/ 38105 h 227070"/>
                <a:gd name="connsiteX25" fmla="*/ 126521 w 227481"/>
                <a:gd name="connsiteY25" fmla="*/ 24060 h 227070"/>
                <a:gd name="connsiteX26" fmla="*/ 152080 w 227481"/>
                <a:gd name="connsiteY26" fmla="*/ 12569 h 227070"/>
                <a:gd name="connsiteX27" fmla="*/ 119492 w 227481"/>
                <a:gd name="connsiteY27" fmla="*/ 45127 h 227070"/>
                <a:gd name="connsiteX28" fmla="*/ 119492 w 227481"/>
                <a:gd name="connsiteY28" fmla="*/ 44489 h 227070"/>
                <a:gd name="connsiteX29" fmla="*/ 126521 w 227481"/>
                <a:gd name="connsiteY29" fmla="*/ 24060 h 227070"/>
                <a:gd name="connsiteX30" fmla="*/ 162943 w 227481"/>
                <a:gd name="connsiteY30" fmla="*/ 207280 h 227070"/>
                <a:gd name="connsiteX31" fmla="*/ 162304 w 227481"/>
                <a:gd name="connsiteY31" fmla="*/ 207918 h 227070"/>
                <a:gd name="connsiteX32" fmla="*/ 152080 w 227481"/>
                <a:gd name="connsiteY32" fmla="*/ 213664 h 227070"/>
                <a:gd name="connsiteX33" fmla="*/ 146969 w 227481"/>
                <a:gd name="connsiteY33" fmla="*/ 213025 h 227070"/>
                <a:gd name="connsiteX34" fmla="*/ 113741 w 227481"/>
                <a:gd name="connsiteY34" fmla="*/ 206003 h 227070"/>
                <a:gd name="connsiteX35" fmla="*/ 81152 w 227481"/>
                <a:gd name="connsiteY35" fmla="*/ 212387 h 227070"/>
                <a:gd name="connsiteX36" fmla="*/ 75401 w 227481"/>
                <a:gd name="connsiteY36" fmla="*/ 213025 h 227070"/>
                <a:gd name="connsiteX37" fmla="*/ 65177 w 227481"/>
                <a:gd name="connsiteY37" fmla="*/ 207280 h 227070"/>
                <a:gd name="connsiteX38" fmla="*/ 64538 w 227481"/>
                <a:gd name="connsiteY38" fmla="*/ 206641 h 227070"/>
                <a:gd name="connsiteX39" fmla="*/ 13419 w 227481"/>
                <a:gd name="connsiteY39" fmla="*/ 97476 h 227070"/>
                <a:gd name="connsiteX40" fmla="*/ 60704 w 227481"/>
                <a:gd name="connsiteY40" fmla="*/ 50234 h 227070"/>
                <a:gd name="connsiteX41" fmla="*/ 83069 w 227481"/>
                <a:gd name="connsiteY41" fmla="*/ 56618 h 227070"/>
                <a:gd name="connsiteX42" fmla="*/ 101600 w 227481"/>
                <a:gd name="connsiteY42" fmla="*/ 63002 h 227070"/>
                <a:gd name="connsiteX43" fmla="*/ 148247 w 227481"/>
                <a:gd name="connsiteY43" fmla="*/ 54065 h 227070"/>
                <a:gd name="connsiteX44" fmla="*/ 168055 w 227481"/>
                <a:gd name="connsiteY44" fmla="*/ 49596 h 227070"/>
                <a:gd name="connsiteX45" fmla="*/ 215341 w 227481"/>
                <a:gd name="connsiteY45" fmla="*/ 96837 h 227070"/>
                <a:gd name="connsiteX46" fmla="*/ 162943 w 227481"/>
                <a:gd name="connsiteY46" fmla="*/ 207280 h 22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27481" h="227070">
                  <a:moveTo>
                    <a:pt x="166777" y="38105"/>
                  </a:moveTo>
                  <a:cubicBezTo>
                    <a:pt x="162304" y="38105"/>
                    <a:pt x="158470" y="38743"/>
                    <a:pt x="154637" y="39381"/>
                  </a:cubicBezTo>
                  <a:cubicBezTo>
                    <a:pt x="156553" y="36828"/>
                    <a:pt x="157832" y="34274"/>
                    <a:pt x="159109" y="32359"/>
                  </a:cubicBezTo>
                  <a:cubicBezTo>
                    <a:pt x="165499" y="19591"/>
                    <a:pt x="165499" y="7461"/>
                    <a:pt x="165499" y="6823"/>
                  </a:cubicBezTo>
                  <a:cubicBezTo>
                    <a:pt x="165499" y="2993"/>
                    <a:pt x="162304" y="439"/>
                    <a:pt x="159109" y="439"/>
                  </a:cubicBezTo>
                  <a:cubicBezTo>
                    <a:pt x="139939" y="439"/>
                    <a:pt x="125243" y="6185"/>
                    <a:pt x="116297" y="16399"/>
                  </a:cubicBezTo>
                  <a:cubicBezTo>
                    <a:pt x="114380" y="18314"/>
                    <a:pt x="113102" y="20229"/>
                    <a:pt x="112463" y="22145"/>
                  </a:cubicBezTo>
                  <a:cubicBezTo>
                    <a:pt x="104795" y="8100"/>
                    <a:pt x="94571" y="1716"/>
                    <a:pt x="93932" y="1077"/>
                  </a:cubicBezTo>
                  <a:cubicBezTo>
                    <a:pt x="90737" y="-838"/>
                    <a:pt x="86903" y="-199"/>
                    <a:pt x="84986" y="2993"/>
                  </a:cubicBezTo>
                  <a:cubicBezTo>
                    <a:pt x="83069" y="6185"/>
                    <a:pt x="83708" y="10015"/>
                    <a:pt x="86903" y="11930"/>
                  </a:cubicBezTo>
                  <a:cubicBezTo>
                    <a:pt x="87542" y="12569"/>
                    <a:pt x="103517" y="23421"/>
                    <a:pt x="106712" y="45765"/>
                  </a:cubicBezTo>
                  <a:cubicBezTo>
                    <a:pt x="106712" y="48319"/>
                    <a:pt x="106712" y="50873"/>
                    <a:pt x="107351" y="52149"/>
                  </a:cubicBezTo>
                  <a:cubicBezTo>
                    <a:pt x="106073" y="52149"/>
                    <a:pt x="104795" y="51511"/>
                    <a:pt x="103517" y="51511"/>
                  </a:cubicBezTo>
                  <a:cubicBezTo>
                    <a:pt x="98405" y="50234"/>
                    <a:pt x="93293" y="48319"/>
                    <a:pt x="87542" y="45765"/>
                  </a:cubicBezTo>
                  <a:cubicBezTo>
                    <a:pt x="79235" y="41935"/>
                    <a:pt x="70928" y="38105"/>
                    <a:pt x="60065" y="38105"/>
                  </a:cubicBezTo>
                  <a:cubicBezTo>
                    <a:pt x="26838" y="38105"/>
                    <a:pt x="0" y="64917"/>
                    <a:pt x="0" y="98114"/>
                  </a:cubicBezTo>
                  <a:cubicBezTo>
                    <a:pt x="0" y="170891"/>
                    <a:pt x="49841" y="212387"/>
                    <a:pt x="55593" y="217494"/>
                  </a:cubicBezTo>
                  <a:cubicBezTo>
                    <a:pt x="59426" y="221963"/>
                    <a:pt x="65816" y="227070"/>
                    <a:pt x="75401" y="227070"/>
                  </a:cubicBezTo>
                  <a:cubicBezTo>
                    <a:pt x="78596" y="227070"/>
                    <a:pt x="81791" y="226432"/>
                    <a:pt x="85625" y="225155"/>
                  </a:cubicBezTo>
                  <a:cubicBezTo>
                    <a:pt x="85625" y="225155"/>
                    <a:pt x="98405" y="219409"/>
                    <a:pt x="113741" y="219409"/>
                  </a:cubicBezTo>
                  <a:cubicBezTo>
                    <a:pt x="128438" y="219409"/>
                    <a:pt x="141857" y="225155"/>
                    <a:pt x="142496" y="225155"/>
                  </a:cubicBezTo>
                  <a:cubicBezTo>
                    <a:pt x="145690" y="226432"/>
                    <a:pt x="148885" y="227070"/>
                    <a:pt x="152080" y="227070"/>
                  </a:cubicBezTo>
                  <a:cubicBezTo>
                    <a:pt x="161665" y="227070"/>
                    <a:pt x="167416" y="221963"/>
                    <a:pt x="171889" y="217494"/>
                  </a:cubicBezTo>
                  <a:cubicBezTo>
                    <a:pt x="177640" y="213025"/>
                    <a:pt x="227482" y="170891"/>
                    <a:pt x="227482" y="98114"/>
                  </a:cubicBezTo>
                  <a:cubicBezTo>
                    <a:pt x="226843" y="64917"/>
                    <a:pt x="200005" y="38105"/>
                    <a:pt x="166777" y="38105"/>
                  </a:cubicBezTo>
                  <a:close/>
                  <a:moveTo>
                    <a:pt x="126521" y="24060"/>
                  </a:moveTo>
                  <a:cubicBezTo>
                    <a:pt x="132272" y="17676"/>
                    <a:pt x="140579" y="13845"/>
                    <a:pt x="152080" y="12569"/>
                  </a:cubicBezTo>
                  <a:cubicBezTo>
                    <a:pt x="150164" y="22783"/>
                    <a:pt x="143774" y="41935"/>
                    <a:pt x="119492" y="45127"/>
                  </a:cubicBezTo>
                  <a:cubicBezTo>
                    <a:pt x="119492" y="45127"/>
                    <a:pt x="119492" y="45127"/>
                    <a:pt x="119492" y="44489"/>
                  </a:cubicBezTo>
                  <a:cubicBezTo>
                    <a:pt x="119492" y="39381"/>
                    <a:pt x="120770" y="31082"/>
                    <a:pt x="126521" y="24060"/>
                  </a:cubicBezTo>
                  <a:close/>
                  <a:moveTo>
                    <a:pt x="162943" y="207280"/>
                  </a:moveTo>
                  <a:cubicBezTo>
                    <a:pt x="162943" y="207280"/>
                    <a:pt x="162304" y="207918"/>
                    <a:pt x="162304" y="207918"/>
                  </a:cubicBezTo>
                  <a:cubicBezTo>
                    <a:pt x="158470" y="211749"/>
                    <a:pt x="155914" y="213664"/>
                    <a:pt x="152080" y="213664"/>
                  </a:cubicBezTo>
                  <a:cubicBezTo>
                    <a:pt x="150164" y="213664"/>
                    <a:pt x="148247" y="213664"/>
                    <a:pt x="146969" y="213025"/>
                  </a:cubicBezTo>
                  <a:cubicBezTo>
                    <a:pt x="146329" y="213025"/>
                    <a:pt x="131633" y="206003"/>
                    <a:pt x="113741" y="206003"/>
                  </a:cubicBezTo>
                  <a:cubicBezTo>
                    <a:pt x="95849" y="206003"/>
                    <a:pt x="81152" y="212387"/>
                    <a:pt x="81152" y="212387"/>
                  </a:cubicBezTo>
                  <a:cubicBezTo>
                    <a:pt x="79235" y="213025"/>
                    <a:pt x="77318" y="213025"/>
                    <a:pt x="75401" y="213025"/>
                  </a:cubicBezTo>
                  <a:cubicBezTo>
                    <a:pt x="71567" y="213025"/>
                    <a:pt x="68372" y="211749"/>
                    <a:pt x="65177" y="207280"/>
                  </a:cubicBezTo>
                  <a:cubicBezTo>
                    <a:pt x="65177" y="207280"/>
                    <a:pt x="64538" y="206641"/>
                    <a:pt x="64538" y="206641"/>
                  </a:cubicBezTo>
                  <a:cubicBezTo>
                    <a:pt x="63899" y="206003"/>
                    <a:pt x="13419" y="166422"/>
                    <a:pt x="13419" y="97476"/>
                  </a:cubicBezTo>
                  <a:cubicBezTo>
                    <a:pt x="13419" y="71301"/>
                    <a:pt x="34505" y="50234"/>
                    <a:pt x="60704" y="50234"/>
                  </a:cubicBezTo>
                  <a:cubicBezTo>
                    <a:pt x="68372" y="50234"/>
                    <a:pt x="75401" y="53426"/>
                    <a:pt x="83069" y="56618"/>
                  </a:cubicBezTo>
                  <a:cubicBezTo>
                    <a:pt x="88820" y="59172"/>
                    <a:pt x="94571" y="61725"/>
                    <a:pt x="101600" y="63002"/>
                  </a:cubicBezTo>
                  <a:cubicBezTo>
                    <a:pt x="116936" y="66194"/>
                    <a:pt x="133549" y="63002"/>
                    <a:pt x="148247" y="54065"/>
                  </a:cubicBezTo>
                  <a:cubicBezTo>
                    <a:pt x="152719" y="51511"/>
                    <a:pt x="159109" y="49596"/>
                    <a:pt x="168055" y="49596"/>
                  </a:cubicBezTo>
                  <a:cubicBezTo>
                    <a:pt x="194254" y="49596"/>
                    <a:pt x="215341" y="70663"/>
                    <a:pt x="215341" y="96837"/>
                  </a:cubicBezTo>
                  <a:cubicBezTo>
                    <a:pt x="214063" y="166422"/>
                    <a:pt x="163582" y="206641"/>
                    <a:pt x="162943" y="207280"/>
                  </a:cubicBezTo>
                  <a:close/>
                </a:path>
              </a:pathLst>
            </a:custGeom>
            <a:solidFill>
              <a:srgbClr val="046A38"/>
            </a:solidFill>
            <a:ln w="6390" cap="flat">
              <a:noFill/>
              <a:prstDash val="solid"/>
              <a:miter/>
            </a:ln>
          </p:spPr>
          <p:txBody>
            <a:bodyPr rtlCol="0" anchor="ctr"/>
            <a:lstStyle/>
            <a:p>
              <a:endParaRPr lang="en-US"/>
            </a:p>
          </p:txBody>
        </p:sp>
      </p:grpSp>
      <p:grpSp>
        <p:nvGrpSpPr>
          <p:cNvPr id="1307" name="Graphic 4">
            <a:extLst>
              <a:ext uri="{FF2B5EF4-FFF2-40B4-BE49-F238E27FC236}">
                <a16:creationId xmlns:a16="http://schemas.microsoft.com/office/drawing/2014/main" id="{31FA72EB-1E9B-E74E-91D2-298D8202C161}"/>
              </a:ext>
            </a:extLst>
          </p:cNvPr>
          <p:cNvGrpSpPr/>
          <p:nvPr/>
        </p:nvGrpSpPr>
        <p:grpSpPr>
          <a:xfrm>
            <a:off x="2561086" y="4792617"/>
            <a:ext cx="361670" cy="361333"/>
            <a:chOff x="2561086" y="4792617"/>
            <a:chExt cx="361670" cy="361333"/>
          </a:xfrm>
          <a:solidFill>
            <a:srgbClr val="046A38"/>
          </a:solidFill>
        </p:grpSpPr>
        <p:sp>
          <p:nvSpPr>
            <p:cNvPr id="1308" name="Graphic 4">
              <a:extLst>
                <a:ext uri="{FF2B5EF4-FFF2-40B4-BE49-F238E27FC236}">
                  <a16:creationId xmlns:a16="http://schemas.microsoft.com/office/drawing/2014/main" id="{7D5B6E8A-D489-654C-9405-4BAA490E8B86}"/>
                </a:ext>
              </a:extLst>
            </p:cNvPr>
            <p:cNvSpPr/>
            <p:nvPr/>
          </p:nvSpPr>
          <p:spPr>
            <a:xfrm>
              <a:off x="2561086"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4"/>
                    <a:pt x="180835" y="361334"/>
                  </a:cubicBezTo>
                  <a:cubicBezTo>
                    <a:pt x="280518" y="361334"/>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309" name="Graphic 4">
              <a:extLst>
                <a:ext uri="{FF2B5EF4-FFF2-40B4-BE49-F238E27FC236}">
                  <a16:creationId xmlns:a16="http://schemas.microsoft.com/office/drawing/2014/main" id="{055A3C97-E540-DE46-90DD-9F17B8BFC870}"/>
                </a:ext>
              </a:extLst>
            </p:cNvPr>
            <p:cNvSpPr/>
            <p:nvPr/>
          </p:nvSpPr>
          <p:spPr>
            <a:xfrm>
              <a:off x="2665541" y="4862841"/>
              <a:ext cx="153769" cy="222162"/>
            </a:xfrm>
            <a:custGeom>
              <a:avLst/>
              <a:gdLst>
                <a:gd name="connsiteX0" fmla="*/ 146670 w 153769"/>
                <a:gd name="connsiteY0" fmla="*/ 7023 h 222162"/>
                <a:gd name="connsiteX1" fmla="*/ 144753 w 153769"/>
                <a:gd name="connsiteY1" fmla="*/ 1916 h 222162"/>
                <a:gd name="connsiteX2" fmla="*/ 140280 w 153769"/>
                <a:gd name="connsiteY2" fmla="*/ 0 h 222162"/>
                <a:gd name="connsiteX3" fmla="*/ 11842 w 153769"/>
                <a:gd name="connsiteY3" fmla="*/ 0 h 222162"/>
                <a:gd name="connsiteX4" fmla="*/ 7369 w 153769"/>
                <a:gd name="connsiteY4" fmla="*/ 1916 h 222162"/>
                <a:gd name="connsiteX5" fmla="*/ 5452 w 153769"/>
                <a:gd name="connsiteY5" fmla="*/ 7023 h 222162"/>
                <a:gd name="connsiteX6" fmla="*/ 7369 w 153769"/>
                <a:gd name="connsiteY6" fmla="*/ 30643 h 222162"/>
                <a:gd name="connsiteX7" fmla="*/ 979 w 153769"/>
                <a:gd name="connsiteY7" fmla="*/ 62563 h 222162"/>
                <a:gd name="connsiteX8" fmla="*/ 11842 w 153769"/>
                <a:gd name="connsiteY8" fmla="*/ 84269 h 222162"/>
                <a:gd name="connsiteX9" fmla="*/ 22066 w 153769"/>
                <a:gd name="connsiteY9" fmla="*/ 216417 h 222162"/>
                <a:gd name="connsiteX10" fmla="*/ 28456 w 153769"/>
                <a:gd name="connsiteY10" fmla="*/ 222163 h 222162"/>
                <a:gd name="connsiteX11" fmla="*/ 125583 w 153769"/>
                <a:gd name="connsiteY11" fmla="*/ 222163 h 222162"/>
                <a:gd name="connsiteX12" fmla="*/ 131973 w 153769"/>
                <a:gd name="connsiteY12" fmla="*/ 216417 h 222162"/>
                <a:gd name="connsiteX13" fmla="*/ 142197 w 153769"/>
                <a:gd name="connsiteY13" fmla="*/ 84269 h 222162"/>
                <a:gd name="connsiteX14" fmla="*/ 153060 w 153769"/>
                <a:gd name="connsiteY14" fmla="*/ 62563 h 222162"/>
                <a:gd name="connsiteX15" fmla="*/ 146670 w 153769"/>
                <a:gd name="connsiteY15" fmla="*/ 30643 h 222162"/>
                <a:gd name="connsiteX16" fmla="*/ 146670 w 153769"/>
                <a:gd name="connsiteY16" fmla="*/ 7023 h 222162"/>
                <a:gd name="connsiteX17" fmla="*/ 18871 w 153769"/>
                <a:gd name="connsiteY17" fmla="*/ 12768 h 222162"/>
                <a:gd name="connsiteX18" fmla="*/ 133251 w 153769"/>
                <a:gd name="connsiteY18" fmla="*/ 12768 h 222162"/>
                <a:gd name="connsiteX19" fmla="*/ 131973 w 153769"/>
                <a:gd name="connsiteY19" fmla="*/ 31920 h 222162"/>
                <a:gd name="connsiteX20" fmla="*/ 133890 w 153769"/>
                <a:gd name="connsiteY20" fmla="*/ 36389 h 222162"/>
                <a:gd name="connsiteX21" fmla="*/ 139641 w 153769"/>
                <a:gd name="connsiteY21" fmla="*/ 51710 h 222162"/>
                <a:gd name="connsiteX22" fmla="*/ 13120 w 153769"/>
                <a:gd name="connsiteY22" fmla="*/ 51710 h 222162"/>
                <a:gd name="connsiteX23" fmla="*/ 18871 w 153769"/>
                <a:gd name="connsiteY23" fmla="*/ 36389 h 222162"/>
                <a:gd name="connsiteX24" fmla="*/ 20788 w 153769"/>
                <a:gd name="connsiteY24" fmla="*/ 31920 h 222162"/>
                <a:gd name="connsiteX25" fmla="*/ 18871 w 153769"/>
                <a:gd name="connsiteY25" fmla="*/ 12768 h 222162"/>
                <a:gd name="connsiteX26" fmla="*/ 130695 w 153769"/>
                <a:gd name="connsiteY26" fmla="*/ 76608 h 222162"/>
                <a:gd name="connsiteX27" fmla="*/ 128778 w 153769"/>
                <a:gd name="connsiteY27" fmla="*/ 81077 h 222162"/>
                <a:gd name="connsiteX28" fmla="*/ 119193 w 153769"/>
                <a:gd name="connsiteY28" fmla="*/ 209395 h 222162"/>
                <a:gd name="connsiteX29" fmla="*/ 34207 w 153769"/>
                <a:gd name="connsiteY29" fmla="*/ 209395 h 222162"/>
                <a:gd name="connsiteX30" fmla="*/ 24622 w 153769"/>
                <a:gd name="connsiteY30" fmla="*/ 81077 h 222162"/>
                <a:gd name="connsiteX31" fmla="*/ 22705 w 153769"/>
                <a:gd name="connsiteY31" fmla="*/ 76608 h 222162"/>
                <a:gd name="connsiteX32" fmla="*/ 15676 w 153769"/>
                <a:gd name="connsiteY32" fmla="*/ 65117 h 222162"/>
                <a:gd name="connsiteX33" fmla="*/ 138363 w 153769"/>
                <a:gd name="connsiteY33" fmla="*/ 65117 h 222162"/>
                <a:gd name="connsiteX34" fmla="*/ 130695 w 153769"/>
                <a:gd name="connsiteY34" fmla="*/ 76608 h 22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53769" h="222162">
                  <a:moveTo>
                    <a:pt x="146670" y="7023"/>
                  </a:moveTo>
                  <a:cubicBezTo>
                    <a:pt x="146670" y="5107"/>
                    <a:pt x="146031" y="3192"/>
                    <a:pt x="144753" y="1916"/>
                  </a:cubicBezTo>
                  <a:cubicBezTo>
                    <a:pt x="143475" y="639"/>
                    <a:pt x="141558" y="0"/>
                    <a:pt x="140280" y="0"/>
                  </a:cubicBezTo>
                  <a:lnTo>
                    <a:pt x="11842" y="0"/>
                  </a:lnTo>
                  <a:cubicBezTo>
                    <a:pt x="9926" y="0"/>
                    <a:pt x="8647" y="639"/>
                    <a:pt x="7369" y="1916"/>
                  </a:cubicBezTo>
                  <a:cubicBezTo>
                    <a:pt x="6092" y="3192"/>
                    <a:pt x="5452" y="5107"/>
                    <a:pt x="5452" y="7023"/>
                  </a:cubicBezTo>
                  <a:lnTo>
                    <a:pt x="7369" y="30643"/>
                  </a:lnTo>
                  <a:cubicBezTo>
                    <a:pt x="979" y="38943"/>
                    <a:pt x="-1576" y="51072"/>
                    <a:pt x="979" y="62563"/>
                  </a:cubicBezTo>
                  <a:cubicBezTo>
                    <a:pt x="2258" y="70862"/>
                    <a:pt x="6092" y="78523"/>
                    <a:pt x="11842" y="84269"/>
                  </a:cubicBezTo>
                  <a:lnTo>
                    <a:pt x="22066" y="216417"/>
                  </a:lnTo>
                  <a:cubicBezTo>
                    <a:pt x="22066" y="219609"/>
                    <a:pt x="25261" y="222163"/>
                    <a:pt x="28456" y="222163"/>
                  </a:cubicBezTo>
                  <a:lnTo>
                    <a:pt x="125583" y="222163"/>
                  </a:lnTo>
                  <a:cubicBezTo>
                    <a:pt x="128778" y="222163"/>
                    <a:pt x="131973" y="219609"/>
                    <a:pt x="131973" y="216417"/>
                  </a:cubicBezTo>
                  <a:lnTo>
                    <a:pt x="142197" y="84269"/>
                  </a:lnTo>
                  <a:cubicBezTo>
                    <a:pt x="147309" y="78523"/>
                    <a:pt x="151143" y="71501"/>
                    <a:pt x="153060" y="62563"/>
                  </a:cubicBezTo>
                  <a:cubicBezTo>
                    <a:pt x="154977" y="50434"/>
                    <a:pt x="153060" y="38943"/>
                    <a:pt x="146670" y="30643"/>
                  </a:cubicBezTo>
                  <a:lnTo>
                    <a:pt x="146670" y="7023"/>
                  </a:lnTo>
                  <a:close/>
                  <a:moveTo>
                    <a:pt x="18871" y="12768"/>
                  </a:moveTo>
                  <a:lnTo>
                    <a:pt x="133251" y="12768"/>
                  </a:lnTo>
                  <a:lnTo>
                    <a:pt x="131973" y="31920"/>
                  </a:lnTo>
                  <a:cubicBezTo>
                    <a:pt x="131973" y="33835"/>
                    <a:pt x="132612" y="35112"/>
                    <a:pt x="133890" y="36389"/>
                  </a:cubicBezTo>
                  <a:cubicBezTo>
                    <a:pt x="137085" y="40219"/>
                    <a:pt x="139002" y="45965"/>
                    <a:pt x="139641" y="51710"/>
                  </a:cubicBezTo>
                  <a:lnTo>
                    <a:pt x="13120" y="51710"/>
                  </a:lnTo>
                  <a:cubicBezTo>
                    <a:pt x="13759" y="45965"/>
                    <a:pt x="15676" y="40219"/>
                    <a:pt x="18871" y="36389"/>
                  </a:cubicBezTo>
                  <a:cubicBezTo>
                    <a:pt x="20149" y="35112"/>
                    <a:pt x="20788" y="33197"/>
                    <a:pt x="20788" y="31920"/>
                  </a:cubicBezTo>
                  <a:lnTo>
                    <a:pt x="18871" y="12768"/>
                  </a:lnTo>
                  <a:close/>
                  <a:moveTo>
                    <a:pt x="130695" y="76608"/>
                  </a:moveTo>
                  <a:cubicBezTo>
                    <a:pt x="129417" y="77885"/>
                    <a:pt x="128778" y="79162"/>
                    <a:pt x="128778" y="81077"/>
                  </a:cubicBezTo>
                  <a:lnTo>
                    <a:pt x="119193" y="209395"/>
                  </a:lnTo>
                  <a:lnTo>
                    <a:pt x="34207" y="209395"/>
                  </a:lnTo>
                  <a:lnTo>
                    <a:pt x="24622" y="81077"/>
                  </a:lnTo>
                  <a:cubicBezTo>
                    <a:pt x="24622" y="79162"/>
                    <a:pt x="23983" y="77885"/>
                    <a:pt x="22705" y="76608"/>
                  </a:cubicBezTo>
                  <a:cubicBezTo>
                    <a:pt x="19510" y="74054"/>
                    <a:pt x="16954" y="70224"/>
                    <a:pt x="15676" y="65117"/>
                  </a:cubicBezTo>
                  <a:lnTo>
                    <a:pt x="138363" y="65117"/>
                  </a:lnTo>
                  <a:cubicBezTo>
                    <a:pt x="135807" y="69586"/>
                    <a:pt x="133251" y="73416"/>
                    <a:pt x="130695" y="76608"/>
                  </a:cubicBezTo>
                  <a:close/>
                </a:path>
              </a:pathLst>
            </a:custGeom>
            <a:solidFill>
              <a:srgbClr val="046A38"/>
            </a:solidFill>
            <a:ln w="6390" cap="flat">
              <a:noFill/>
              <a:prstDash val="solid"/>
              <a:miter/>
            </a:ln>
          </p:spPr>
          <p:txBody>
            <a:bodyPr rtlCol="0" anchor="ctr"/>
            <a:lstStyle/>
            <a:p>
              <a:endParaRPr lang="en-US"/>
            </a:p>
          </p:txBody>
        </p:sp>
      </p:grpSp>
      <p:grpSp>
        <p:nvGrpSpPr>
          <p:cNvPr id="1310" name="Graphic 4">
            <a:extLst>
              <a:ext uri="{FF2B5EF4-FFF2-40B4-BE49-F238E27FC236}">
                <a16:creationId xmlns:a16="http://schemas.microsoft.com/office/drawing/2014/main" id="{031D74D1-0245-2A42-BDF3-B1560128411E}"/>
              </a:ext>
            </a:extLst>
          </p:cNvPr>
          <p:cNvGrpSpPr/>
          <p:nvPr/>
        </p:nvGrpSpPr>
        <p:grpSpPr>
          <a:xfrm>
            <a:off x="2561086" y="3824168"/>
            <a:ext cx="361670" cy="361333"/>
            <a:chOff x="2561086" y="3824168"/>
            <a:chExt cx="361670" cy="361333"/>
          </a:xfrm>
          <a:solidFill>
            <a:srgbClr val="046A38"/>
          </a:solidFill>
        </p:grpSpPr>
        <p:sp>
          <p:nvSpPr>
            <p:cNvPr id="1311" name="Graphic 4">
              <a:extLst>
                <a:ext uri="{FF2B5EF4-FFF2-40B4-BE49-F238E27FC236}">
                  <a16:creationId xmlns:a16="http://schemas.microsoft.com/office/drawing/2014/main" id="{224EBDF7-9E0C-D840-AC93-6E363C24A412}"/>
                </a:ext>
              </a:extLst>
            </p:cNvPr>
            <p:cNvSpPr/>
            <p:nvPr/>
          </p:nvSpPr>
          <p:spPr>
            <a:xfrm>
              <a:off x="2561086"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312" name="Graphic 4">
              <a:extLst>
                <a:ext uri="{FF2B5EF4-FFF2-40B4-BE49-F238E27FC236}">
                  <a16:creationId xmlns:a16="http://schemas.microsoft.com/office/drawing/2014/main" id="{C44968B1-538E-4E47-8AFE-7E830910C84A}"/>
                </a:ext>
              </a:extLst>
            </p:cNvPr>
            <p:cNvSpPr/>
            <p:nvPr/>
          </p:nvSpPr>
          <p:spPr>
            <a:xfrm>
              <a:off x="2651901" y="3888007"/>
              <a:ext cx="178840" cy="233015"/>
            </a:xfrm>
            <a:custGeom>
              <a:avLst/>
              <a:gdLst>
                <a:gd name="connsiteX0" fmla="*/ 173089 w 178840"/>
                <a:gd name="connsiteY0" fmla="*/ 220247 h 233015"/>
                <a:gd name="connsiteX1" fmla="*/ 170533 w 178840"/>
                <a:gd name="connsiteY1" fmla="*/ 220247 h 233015"/>
                <a:gd name="connsiteX2" fmla="*/ 162226 w 178840"/>
                <a:gd name="connsiteY2" fmla="*/ 146193 h 233015"/>
                <a:gd name="connsiteX3" fmla="*/ 166699 w 178840"/>
                <a:gd name="connsiteY3" fmla="*/ 140448 h 233015"/>
                <a:gd name="connsiteX4" fmla="*/ 160948 w 178840"/>
                <a:gd name="connsiteY4" fmla="*/ 134064 h 233015"/>
                <a:gd name="connsiteX5" fmla="*/ 154558 w 178840"/>
                <a:gd name="connsiteY5" fmla="*/ 75331 h 233015"/>
                <a:gd name="connsiteX6" fmla="*/ 165421 w 178840"/>
                <a:gd name="connsiteY6" fmla="*/ 52987 h 233015"/>
                <a:gd name="connsiteX7" fmla="*/ 136027 w 178840"/>
                <a:gd name="connsiteY7" fmla="*/ 24897 h 233015"/>
                <a:gd name="connsiteX8" fmla="*/ 104078 w 178840"/>
                <a:gd name="connsiteY8" fmla="*/ 0 h 233015"/>
                <a:gd name="connsiteX9" fmla="*/ 72767 w 178840"/>
                <a:gd name="connsiteY9" fmla="*/ 21705 h 233015"/>
                <a:gd name="connsiteX10" fmla="*/ 41456 w 178840"/>
                <a:gd name="connsiteY10" fmla="*/ 52348 h 233015"/>
                <a:gd name="connsiteX11" fmla="*/ 55514 w 178840"/>
                <a:gd name="connsiteY11" fmla="*/ 77884 h 233015"/>
                <a:gd name="connsiteX12" fmla="*/ 53597 w 178840"/>
                <a:gd name="connsiteY12" fmla="*/ 95760 h 233015"/>
                <a:gd name="connsiteX13" fmla="*/ 23565 w 178840"/>
                <a:gd name="connsiteY13" fmla="*/ 88099 h 233015"/>
                <a:gd name="connsiteX14" fmla="*/ 5673 w 178840"/>
                <a:gd name="connsiteY14" fmla="*/ 115550 h 233015"/>
                <a:gd name="connsiteX15" fmla="*/ 10146 w 178840"/>
                <a:gd name="connsiteY15" fmla="*/ 190243 h 233015"/>
                <a:gd name="connsiteX16" fmla="*/ 27399 w 178840"/>
                <a:gd name="connsiteY16" fmla="*/ 195988 h 233015"/>
                <a:gd name="connsiteX17" fmla="*/ 42735 w 178840"/>
                <a:gd name="connsiteY17" fmla="*/ 193435 h 233015"/>
                <a:gd name="connsiteX18" fmla="*/ 39540 w 178840"/>
                <a:gd name="connsiteY18" fmla="*/ 220247 h 233015"/>
                <a:gd name="connsiteX19" fmla="*/ 36983 w 178840"/>
                <a:gd name="connsiteY19" fmla="*/ 220247 h 233015"/>
                <a:gd name="connsiteX20" fmla="*/ 30594 w 178840"/>
                <a:gd name="connsiteY20" fmla="*/ 226631 h 233015"/>
                <a:gd name="connsiteX21" fmla="*/ 36983 w 178840"/>
                <a:gd name="connsiteY21" fmla="*/ 233015 h 233015"/>
                <a:gd name="connsiteX22" fmla="*/ 45290 w 178840"/>
                <a:gd name="connsiteY22" fmla="*/ 233015 h 233015"/>
                <a:gd name="connsiteX23" fmla="*/ 164143 w 178840"/>
                <a:gd name="connsiteY23" fmla="*/ 233015 h 233015"/>
                <a:gd name="connsiteX24" fmla="*/ 172450 w 178840"/>
                <a:gd name="connsiteY24" fmla="*/ 233015 h 233015"/>
                <a:gd name="connsiteX25" fmla="*/ 178840 w 178840"/>
                <a:gd name="connsiteY25" fmla="*/ 226631 h 233015"/>
                <a:gd name="connsiteX26" fmla="*/ 173089 w 178840"/>
                <a:gd name="connsiteY26" fmla="*/ 220247 h 233015"/>
                <a:gd name="connsiteX27" fmla="*/ 68294 w 178840"/>
                <a:gd name="connsiteY27" fmla="*/ 80438 h 233015"/>
                <a:gd name="connsiteX28" fmla="*/ 141779 w 178840"/>
                <a:gd name="connsiteY28" fmla="*/ 80438 h 233015"/>
                <a:gd name="connsiteX29" fmla="*/ 147529 w 178840"/>
                <a:gd name="connsiteY29" fmla="*/ 134064 h 233015"/>
                <a:gd name="connsiteX30" fmla="*/ 61904 w 178840"/>
                <a:gd name="connsiteY30" fmla="*/ 134064 h 233015"/>
                <a:gd name="connsiteX31" fmla="*/ 68294 w 178840"/>
                <a:gd name="connsiteY31" fmla="*/ 80438 h 233015"/>
                <a:gd name="connsiteX32" fmla="*/ 71489 w 178840"/>
                <a:gd name="connsiteY32" fmla="*/ 35112 h 233015"/>
                <a:gd name="connsiteX33" fmla="*/ 75962 w 178840"/>
                <a:gd name="connsiteY33" fmla="*/ 35750 h 233015"/>
                <a:gd name="connsiteX34" fmla="*/ 81074 w 178840"/>
                <a:gd name="connsiteY34" fmla="*/ 35112 h 233015"/>
                <a:gd name="connsiteX35" fmla="*/ 83630 w 178840"/>
                <a:gd name="connsiteY35" fmla="*/ 30643 h 233015"/>
                <a:gd name="connsiteX36" fmla="*/ 104078 w 178840"/>
                <a:gd name="connsiteY36" fmla="*/ 13406 h 233015"/>
                <a:gd name="connsiteX37" fmla="*/ 124526 w 178840"/>
                <a:gd name="connsiteY37" fmla="*/ 33196 h 233015"/>
                <a:gd name="connsiteX38" fmla="*/ 127082 w 178840"/>
                <a:gd name="connsiteY38" fmla="*/ 38304 h 233015"/>
                <a:gd name="connsiteX39" fmla="*/ 132833 w 178840"/>
                <a:gd name="connsiteY39" fmla="*/ 38942 h 233015"/>
                <a:gd name="connsiteX40" fmla="*/ 137306 w 178840"/>
                <a:gd name="connsiteY40" fmla="*/ 38304 h 233015"/>
                <a:gd name="connsiteX41" fmla="*/ 152641 w 178840"/>
                <a:gd name="connsiteY41" fmla="*/ 53625 h 233015"/>
                <a:gd name="connsiteX42" fmla="*/ 143695 w 178840"/>
                <a:gd name="connsiteY42" fmla="*/ 67670 h 233015"/>
                <a:gd name="connsiteX43" fmla="*/ 143056 w 178840"/>
                <a:gd name="connsiteY43" fmla="*/ 67670 h 233015"/>
                <a:gd name="connsiteX44" fmla="*/ 62543 w 178840"/>
                <a:gd name="connsiteY44" fmla="*/ 67670 h 233015"/>
                <a:gd name="connsiteX45" fmla="*/ 62543 w 178840"/>
                <a:gd name="connsiteY45" fmla="*/ 67670 h 233015"/>
                <a:gd name="connsiteX46" fmla="*/ 54236 w 178840"/>
                <a:gd name="connsiteY46" fmla="*/ 52987 h 233015"/>
                <a:gd name="connsiteX47" fmla="*/ 71489 w 178840"/>
                <a:gd name="connsiteY47" fmla="*/ 35112 h 233015"/>
                <a:gd name="connsiteX48" fmla="*/ 18453 w 178840"/>
                <a:gd name="connsiteY48" fmla="*/ 180667 h 233015"/>
                <a:gd name="connsiteX49" fmla="*/ 18453 w 178840"/>
                <a:gd name="connsiteY49" fmla="*/ 117465 h 233015"/>
                <a:gd name="connsiteX50" fmla="*/ 27399 w 178840"/>
                <a:gd name="connsiteY50" fmla="*/ 100867 h 233015"/>
                <a:gd name="connsiteX51" fmla="*/ 51680 w 178840"/>
                <a:gd name="connsiteY51" fmla="*/ 111720 h 233015"/>
                <a:gd name="connsiteX52" fmla="*/ 49124 w 178840"/>
                <a:gd name="connsiteY52" fmla="*/ 134702 h 233015"/>
                <a:gd name="connsiteX53" fmla="*/ 43373 w 178840"/>
                <a:gd name="connsiteY53" fmla="*/ 141086 h 233015"/>
                <a:gd name="connsiteX54" fmla="*/ 47846 w 178840"/>
                <a:gd name="connsiteY54" fmla="*/ 146832 h 233015"/>
                <a:gd name="connsiteX55" fmla="*/ 44012 w 178840"/>
                <a:gd name="connsiteY55" fmla="*/ 180028 h 233015"/>
                <a:gd name="connsiteX56" fmla="*/ 18453 w 178840"/>
                <a:gd name="connsiteY56" fmla="*/ 180667 h 233015"/>
                <a:gd name="connsiteX57" fmla="*/ 52319 w 178840"/>
                <a:gd name="connsiteY57" fmla="*/ 220247 h 233015"/>
                <a:gd name="connsiteX58" fmla="*/ 60626 w 178840"/>
                <a:gd name="connsiteY58" fmla="*/ 146832 h 233015"/>
                <a:gd name="connsiteX59" fmla="*/ 148807 w 178840"/>
                <a:gd name="connsiteY59" fmla="*/ 146832 h 233015"/>
                <a:gd name="connsiteX60" fmla="*/ 157114 w 178840"/>
                <a:gd name="connsiteY60" fmla="*/ 220247 h 233015"/>
                <a:gd name="connsiteX61" fmla="*/ 52319 w 178840"/>
                <a:gd name="connsiteY61" fmla="*/ 220247 h 233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78840" h="233015">
                  <a:moveTo>
                    <a:pt x="173089" y="220247"/>
                  </a:moveTo>
                  <a:lnTo>
                    <a:pt x="170533" y="220247"/>
                  </a:lnTo>
                  <a:lnTo>
                    <a:pt x="162226" y="146193"/>
                  </a:lnTo>
                  <a:cubicBezTo>
                    <a:pt x="164782" y="145555"/>
                    <a:pt x="166699" y="143001"/>
                    <a:pt x="166699" y="140448"/>
                  </a:cubicBezTo>
                  <a:cubicBezTo>
                    <a:pt x="166699" y="137256"/>
                    <a:pt x="164143" y="134064"/>
                    <a:pt x="160948" y="134064"/>
                  </a:cubicBezTo>
                  <a:lnTo>
                    <a:pt x="154558" y="75331"/>
                  </a:lnTo>
                  <a:cubicBezTo>
                    <a:pt x="161587" y="70224"/>
                    <a:pt x="165421" y="61924"/>
                    <a:pt x="165421" y="52987"/>
                  </a:cubicBezTo>
                  <a:cubicBezTo>
                    <a:pt x="165421" y="37027"/>
                    <a:pt x="152002" y="24259"/>
                    <a:pt x="136027" y="24897"/>
                  </a:cubicBezTo>
                  <a:cubicBezTo>
                    <a:pt x="132194" y="10852"/>
                    <a:pt x="119414" y="0"/>
                    <a:pt x="104078" y="0"/>
                  </a:cubicBezTo>
                  <a:cubicBezTo>
                    <a:pt x="90020" y="0"/>
                    <a:pt x="77879" y="8937"/>
                    <a:pt x="72767" y="21705"/>
                  </a:cubicBezTo>
                  <a:cubicBezTo>
                    <a:pt x="55514" y="21067"/>
                    <a:pt x="41456" y="35112"/>
                    <a:pt x="41456" y="52348"/>
                  </a:cubicBezTo>
                  <a:cubicBezTo>
                    <a:pt x="41456" y="63201"/>
                    <a:pt x="47207" y="72777"/>
                    <a:pt x="55514" y="77884"/>
                  </a:cubicBezTo>
                  <a:lnTo>
                    <a:pt x="53597" y="95760"/>
                  </a:lnTo>
                  <a:cubicBezTo>
                    <a:pt x="45930" y="90652"/>
                    <a:pt x="34428" y="84268"/>
                    <a:pt x="23565" y="88099"/>
                  </a:cubicBezTo>
                  <a:cubicBezTo>
                    <a:pt x="14619" y="91291"/>
                    <a:pt x="8229" y="100228"/>
                    <a:pt x="5673" y="115550"/>
                  </a:cubicBezTo>
                  <a:cubicBezTo>
                    <a:pt x="-78" y="147470"/>
                    <a:pt x="-5190" y="177475"/>
                    <a:pt x="10146" y="190243"/>
                  </a:cubicBezTo>
                  <a:cubicBezTo>
                    <a:pt x="14619" y="194073"/>
                    <a:pt x="20370" y="195988"/>
                    <a:pt x="27399" y="195988"/>
                  </a:cubicBezTo>
                  <a:cubicBezTo>
                    <a:pt x="31872" y="195988"/>
                    <a:pt x="36983" y="195350"/>
                    <a:pt x="42735" y="193435"/>
                  </a:cubicBezTo>
                  <a:lnTo>
                    <a:pt x="39540" y="220247"/>
                  </a:lnTo>
                  <a:lnTo>
                    <a:pt x="36983" y="220247"/>
                  </a:lnTo>
                  <a:cubicBezTo>
                    <a:pt x="33150" y="220247"/>
                    <a:pt x="30594" y="222801"/>
                    <a:pt x="30594" y="226631"/>
                  </a:cubicBezTo>
                  <a:cubicBezTo>
                    <a:pt x="30594" y="230462"/>
                    <a:pt x="33150" y="233015"/>
                    <a:pt x="36983" y="233015"/>
                  </a:cubicBezTo>
                  <a:lnTo>
                    <a:pt x="45290" y="233015"/>
                  </a:lnTo>
                  <a:lnTo>
                    <a:pt x="164143" y="233015"/>
                  </a:lnTo>
                  <a:lnTo>
                    <a:pt x="172450" y="233015"/>
                  </a:lnTo>
                  <a:cubicBezTo>
                    <a:pt x="176284" y="233015"/>
                    <a:pt x="178840" y="230462"/>
                    <a:pt x="178840" y="226631"/>
                  </a:cubicBezTo>
                  <a:cubicBezTo>
                    <a:pt x="178840" y="222801"/>
                    <a:pt x="176284" y="220247"/>
                    <a:pt x="173089" y="220247"/>
                  </a:cubicBezTo>
                  <a:close/>
                  <a:moveTo>
                    <a:pt x="68294" y="80438"/>
                  </a:moveTo>
                  <a:lnTo>
                    <a:pt x="141779" y="80438"/>
                  </a:lnTo>
                  <a:lnTo>
                    <a:pt x="147529" y="134064"/>
                  </a:lnTo>
                  <a:lnTo>
                    <a:pt x="61904" y="134064"/>
                  </a:lnTo>
                  <a:lnTo>
                    <a:pt x="68294" y="80438"/>
                  </a:lnTo>
                  <a:close/>
                  <a:moveTo>
                    <a:pt x="71489" y="35112"/>
                  </a:moveTo>
                  <a:cubicBezTo>
                    <a:pt x="72767" y="35112"/>
                    <a:pt x="74045" y="35112"/>
                    <a:pt x="75962" y="35750"/>
                  </a:cubicBezTo>
                  <a:cubicBezTo>
                    <a:pt x="77879" y="36388"/>
                    <a:pt x="79157" y="35750"/>
                    <a:pt x="81074" y="35112"/>
                  </a:cubicBezTo>
                  <a:cubicBezTo>
                    <a:pt x="82352" y="33835"/>
                    <a:pt x="83630" y="32558"/>
                    <a:pt x="83630" y="30643"/>
                  </a:cubicBezTo>
                  <a:cubicBezTo>
                    <a:pt x="85547" y="21067"/>
                    <a:pt x="93854" y="13406"/>
                    <a:pt x="104078" y="13406"/>
                  </a:cubicBezTo>
                  <a:cubicBezTo>
                    <a:pt x="114941" y="13406"/>
                    <a:pt x="123887" y="22344"/>
                    <a:pt x="124526" y="33196"/>
                  </a:cubicBezTo>
                  <a:cubicBezTo>
                    <a:pt x="124526" y="35112"/>
                    <a:pt x="125804" y="37027"/>
                    <a:pt x="127082" y="38304"/>
                  </a:cubicBezTo>
                  <a:cubicBezTo>
                    <a:pt x="128999" y="39580"/>
                    <a:pt x="130916" y="39580"/>
                    <a:pt x="132833" y="38942"/>
                  </a:cubicBezTo>
                  <a:cubicBezTo>
                    <a:pt x="134750" y="38304"/>
                    <a:pt x="136027" y="38304"/>
                    <a:pt x="137306" y="38304"/>
                  </a:cubicBezTo>
                  <a:cubicBezTo>
                    <a:pt x="145612" y="38304"/>
                    <a:pt x="152641" y="45326"/>
                    <a:pt x="152641" y="53625"/>
                  </a:cubicBezTo>
                  <a:cubicBezTo>
                    <a:pt x="152641" y="59371"/>
                    <a:pt x="148807" y="65116"/>
                    <a:pt x="143695" y="67670"/>
                  </a:cubicBezTo>
                  <a:cubicBezTo>
                    <a:pt x="143695" y="67670"/>
                    <a:pt x="143695" y="67670"/>
                    <a:pt x="143056" y="67670"/>
                  </a:cubicBezTo>
                  <a:lnTo>
                    <a:pt x="62543" y="67670"/>
                  </a:lnTo>
                  <a:cubicBezTo>
                    <a:pt x="62543" y="67670"/>
                    <a:pt x="62543" y="67670"/>
                    <a:pt x="62543" y="67670"/>
                  </a:cubicBezTo>
                  <a:cubicBezTo>
                    <a:pt x="57431" y="64478"/>
                    <a:pt x="54236" y="58732"/>
                    <a:pt x="54236" y="52987"/>
                  </a:cubicBezTo>
                  <a:cubicBezTo>
                    <a:pt x="53597" y="43411"/>
                    <a:pt x="61904" y="35112"/>
                    <a:pt x="71489" y="35112"/>
                  </a:cubicBezTo>
                  <a:close/>
                  <a:moveTo>
                    <a:pt x="18453" y="180667"/>
                  </a:moveTo>
                  <a:cubicBezTo>
                    <a:pt x="8868" y="172368"/>
                    <a:pt x="13980" y="143640"/>
                    <a:pt x="18453" y="117465"/>
                  </a:cubicBezTo>
                  <a:cubicBezTo>
                    <a:pt x="19731" y="110443"/>
                    <a:pt x="22287" y="102144"/>
                    <a:pt x="27399" y="100867"/>
                  </a:cubicBezTo>
                  <a:cubicBezTo>
                    <a:pt x="35067" y="98313"/>
                    <a:pt x="46568" y="107251"/>
                    <a:pt x="51680" y="111720"/>
                  </a:cubicBezTo>
                  <a:lnTo>
                    <a:pt x="49124" y="134702"/>
                  </a:lnTo>
                  <a:cubicBezTo>
                    <a:pt x="45930" y="134702"/>
                    <a:pt x="43373" y="137894"/>
                    <a:pt x="43373" y="141086"/>
                  </a:cubicBezTo>
                  <a:cubicBezTo>
                    <a:pt x="43373" y="144278"/>
                    <a:pt x="45290" y="146193"/>
                    <a:pt x="47846" y="146832"/>
                  </a:cubicBezTo>
                  <a:lnTo>
                    <a:pt x="44012" y="180028"/>
                  </a:lnTo>
                  <a:cubicBezTo>
                    <a:pt x="35067" y="183220"/>
                    <a:pt x="24204" y="185135"/>
                    <a:pt x="18453" y="180667"/>
                  </a:cubicBezTo>
                  <a:close/>
                  <a:moveTo>
                    <a:pt x="52319" y="220247"/>
                  </a:moveTo>
                  <a:lnTo>
                    <a:pt x="60626" y="146832"/>
                  </a:lnTo>
                  <a:lnTo>
                    <a:pt x="148807" y="146832"/>
                  </a:lnTo>
                  <a:lnTo>
                    <a:pt x="157114" y="220247"/>
                  </a:lnTo>
                  <a:lnTo>
                    <a:pt x="52319" y="220247"/>
                  </a:lnTo>
                  <a:close/>
                </a:path>
              </a:pathLst>
            </a:custGeom>
            <a:solidFill>
              <a:srgbClr val="046A38"/>
            </a:solidFill>
            <a:ln w="6390" cap="flat">
              <a:noFill/>
              <a:prstDash val="solid"/>
              <a:miter/>
            </a:ln>
          </p:spPr>
          <p:txBody>
            <a:bodyPr rtlCol="0" anchor="ctr"/>
            <a:lstStyle/>
            <a:p>
              <a:endParaRPr lang="en-US"/>
            </a:p>
          </p:txBody>
        </p:sp>
      </p:grpSp>
      <p:grpSp>
        <p:nvGrpSpPr>
          <p:cNvPr id="1313" name="Graphic 4">
            <a:extLst>
              <a:ext uri="{FF2B5EF4-FFF2-40B4-BE49-F238E27FC236}">
                <a16:creationId xmlns:a16="http://schemas.microsoft.com/office/drawing/2014/main" id="{39498E7C-A27F-4E4A-BA38-5C82A493A9E7}"/>
              </a:ext>
            </a:extLst>
          </p:cNvPr>
          <p:cNvGrpSpPr/>
          <p:nvPr/>
        </p:nvGrpSpPr>
        <p:grpSpPr>
          <a:xfrm>
            <a:off x="2561086" y="1402085"/>
            <a:ext cx="361670" cy="361333"/>
            <a:chOff x="2561086" y="1402085"/>
            <a:chExt cx="361670" cy="361333"/>
          </a:xfrm>
          <a:solidFill>
            <a:srgbClr val="046A38"/>
          </a:solidFill>
        </p:grpSpPr>
        <p:sp>
          <p:nvSpPr>
            <p:cNvPr id="1314" name="Graphic 4">
              <a:extLst>
                <a:ext uri="{FF2B5EF4-FFF2-40B4-BE49-F238E27FC236}">
                  <a16:creationId xmlns:a16="http://schemas.microsoft.com/office/drawing/2014/main" id="{9D946226-17EC-624B-AF52-E07724F84124}"/>
                </a:ext>
              </a:extLst>
            </p:cNvPr>
            <p:cNvSpPr/>
            <p:nvPr/>
          </p:nvSpPr>
          <p:spPr>
            <a:xfrm>
              <a:off x="2561086"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315" name="Graphic 4">
              <a:extLst>
                <a:ext uri="{FF2B5EF4-FFF2-40B4-BE49-F238E27FC236}">
                  <a16:creationId xmlns:a16="http://schemas.microsoft.com/office/drawing/2014/main" id="{C9E6268A-C4E5-F542-A3AC-4A8EB35CEAA0}"/>
                </a:ext>
              </a:extLst>
            </p:cNvPr>
            <p:cNvSpPr/>
            <p:nvPr/>
          </p:nvSpPr>
          <p:spPr>
            <a:xfrm>
              <a:off x="2649267" y="1481884"/>
              <a:ext cx="184669" cy="202372"/>
            </a:xfrm>
            <a:custGeom>
              <a:avLst/>
              <a:gdLst>
                <a:gd name="connsiteX0" fmla="*/ 174445 w 184669"/>
                <a:gd name="connsiteY0" fmla="*/ 1915 h 202372"/>
                <a:gd name="connsiteX1" fmla="*/ 141857 w 184669"/>
                <a:gd name="connsiteY1" fmla="*/ 34473 h 202372"/>
                <a:gd name="connsiteX2" fmla="*/ 43452 w 184669"/>
                <a:gd name="connsiteY2" fmla="*/ 34473 h 202372"/>
                <a:gd name="connsiteX3" fmla="*/ 10863 w 184669"/>
                <a:gd name="connsiteY3" fmla="*/ 1915 h 202372"/>
                <a:gd name="connsiteX4" fmla="*/ 1917 w 184669"/>
                <a:gd name="connsiteY4" fmla="*/ 1915 h 202372"/>
                <a:gd name="connsiteX5" fmla="*/ 1917 w 184669"/>
                <a:gd name="connsiteY5" fmla="*/ 10853 h 202372"/>
                <a:gd name="connsiteX6" fmla="*/ 36423 w 184669"/>
                <a:gd name="connsiteY6" fmla="*/ 45326 h 202372"/>
                <a:gd name="connsiteX7" fmla="*/ 36423 w 184669"/>
                <a:gd name="connsiteY7" fmla="*/ 45326 h 202372"/>
                <a:gd name="connsiteX8" fmla="*/ 86264 w 184669"/>
                <a:gd name="connsiteY8" fmla="*/ 95121 h 202372"/>
                <a:gd name="connsiteX9" fmla="*/ 86264 w 184669"/>
                <a:gd name="connsiteY9" fmla="*/ 189604 h 202372"/>
                <a:gd name="connsiteX10" fmla="*/ 49202 w 184669"/>
                <a:gd name="connsiteY10" fmla="*/ 189604 h 202372"/>
                <a:gd name="connsiteX11" fmla="*/ 42813 w 184669"/>
                <a:gd name="connsiteY11" fmla="*/ 195988 h 202372"/>
                <a:gd name="connsiteX12" fmla="*/ 49202 w 184669"/>
                <a:gd name="connsiteY12" fmla="*/ 202372 h 202372"/>
                <a:gd name="connsiteX13" fmla="*/ 135467 w 184669"/>
                <a:gd name="connsiteY13" fmla="*/ 202372 h 202372"/>
                <a:gd name="connsiteX14" fmla="*/ 141857 w 184669"/>
                <a:gd name="connsiteY14" fmla="*/ 195988 h 202372"/>
                <a:gd name="connsiteX15" fmla="*/ 135467 w 184669"/>
                <a:gd name="connsiteY15" fmla="*/ 189604 h 202372"/>
                <a:gd name="connsiteX16" fmla="*/ 98405 w 184669"/>
                <a:gd name="connsiteY16" fmla="*/ 189604 h 202372"/>
                <a:gd name="connsiteX17" fmla="*/ 98405 w 184669"/>
                <a:gd name="connsiteY17" fmla="*/ 95121 h 202372"/>
                <a:gd name="connsiteX18" fmla="*/ 148246 w 184669"/>
                <a:gd name="connsiteY18" fmla="*/ 45326 h 202372"/>
                <a:gd name="connsiteX19" fmla="*/ 148246 w 184669"/>
                <a:gd name="connsiteY19" fmla="*/ 45326 h 202372"/>
                <a:gd name="connsiteX20" fmla="*/ 182752 w 184669"/>
                <a:gd name="connsiteY20" fmla="*/ 10853 h 202372"/>
                <a:gd name="connsiteX21" fmla="*/ 182752 w 184669"/>
                <a:gd name="connsiteY21" fmla="*/ 1915 h 202372"/>
                <a:gd name="connsiteX22" fmla="*/ 174445 w 184669"/>
                <a:gd name="connsiteY22" fmla="*/ 1915 h 202372"/>
                <a:gd name="connsiteX23" fmla="*/ 128438 w 184669"/>
                <a:gd name="connsiteY23" fmla="*/ 47241 h 202372"/>
                <a:gd name="connsiteX24" fmla="*/ 92015 w 184669"/>
                <a:gd name="connsiteY24" fmla="*/ 83630 h 202372"/>
                <a:gd name="connsiteX25" fmla="*/ 55592 w 184669"/>
                <a:gd name="connsiteY25" fmla="*/ 47241 h 202372"/>
                <a:gd name="connsiteX26" fmla="*/ 128438 w 184669"/>
                <a:gd name="connsiteY26" fmla="*/ 47241 h 20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4669" h="202372">
                  <a:moveTo>
                    <a:pt x="174445" y="1915"/>
                  </a:moveTo>
                  <a:lnTo>
                    <a:pt x="141857" y="34473"/>
                  </a:lnTo>
                  <a:lnTo>
                    <a:pt x="43452" y="34473"/>
                  </a:lnTo>
                  <a:lnTo>
                    <a:pt x="10863" y="1915"/>
                  </a:lnTo>
                  <a:cubicBezTo>
                    <a:pt x="8307" y="-638"/>
                    <a:pt x="4473" y="-638"/>
                    <a:pt x="1917" y="1915"/>
                  </a:cubicBezTo>
                  <a:cubicBezTo>
                    <a:pt x="-639" y="4469"/>
                    <a:pt x="-639" y="8299"/>
                    <a:pt x="1917" y="10853"/>
                  </a:cubicBezTo>
                  <a:lnTo>
                    <a:pt x="36423" y="45326"/>
                  </a:lnTo>
                  <a:cubicBezTo>
                    <a:pt x="36423" y="45326"/>
                    <a:pt x="36423" y="45326"/>
                    <a:pt x="36423" y="45326"/>
                  </a:cubicBezTo>
                  <a:lnTo>
                    <a:pt x="86264" y="95121"/>
                  </a:lnTo>
                  <a:lnTo>
                    <a:pt x="86264" y="189604"/>
                  </a:lnTo>
                  <a:lnTo>
                    <a:pt x="49202" y="189604"/>
                  </a:lnTo>
                  <a:cubicBezTo>
                    <a:pt x="45369" y="189604"/>
                    <a:pt x="42813" y="192158"/>
                    <a:pt x="42813" y="195988"/>
                  </a:cubicBezTo>
                  <a:cubicBezTo>
                    <a:pt x="42813" y="199819"/>
                    <a:pt x="45369" y="202372"/>
                    <a:pt x="49202" y="202372"/>
                  </a:cubicBezTo>
                  <a:lnTo>
                    <a:pt x="135467" y="202372"/>
                  </a:lnTo>
                  <a:cubicBezTo>
                    <a:pt x="139301" y="202372"/>
                    <a:pt x="141857" y="199819"/>
                    <a:pt x="141857" y="195988"/>
                  </a:cubicBezTo>
                  <a:cubicBezTo>
                    <a:pt x="141857" y="192158"/>
                    <a:pt x="139301" y="189604"/>
                    <a:pt x="135467" y="189604"/>
                  </a:cubicBezTo>
                  <a:lnTo>
                    <a:pt x="98405" y="189604"/>
                  </a:lnTo>
                  <a:lnTo>
                    <a:pt x="98405" y="95121"/>
                  </a:lnTo>
                  <a:lnTo>
                    <a:pt x="148246" y="45326"/>
                  </a:lnTo>
                  <a:cubicBezTo>
                    <a:pt x="148246" y="45326"/>
                    <a:pt x="148246" y="45326"/>
                    <a:pt x="148246" y="45326"/>
                  </a:cubicBezTo>
                  <a:lnTo>
                    <a:pt x="182752" y="10853"/>
                  </a:lnTo>
                  <a:cubicBezTo>
                    <a:pt x="185308" y="8299"/>
                    <a:pt x="185308" y="4469"/>
                    <a:pt x="182752" y="1915"/>
                  </a:cubicBezTo>
                  <a:cubicBezTo>
                    <a:pt x="180196" y="-638"/>
                    <a:pt x="177001" y="-638"/>
                    <a:pt x="174445" y="1915"/>
                  </a:cubicBezTo>
                  <a:close/>
                  <a:moveTo>
                    <a:pt x="128438" y="47241"/>
                  </a:moveTo>
                  <a:lnTo>
                    <a:pt x="92015" y="83630"/>
                  </a:lnTo>
                  <a:lnTo>
                    <a:pt x="55592" y="47241"/>
                  </a:lnTo>
                  <a:lnTo>
                    <a:pt x="128438" y="47241"/>
                  </a:lnTo>
                  <a:close/>
                </a:path>
              </a:pathLst>
            </a:custGeom>
            <a:solidFill>
              <a:srgbClr val="046A38"/>
            </a:solidFill>
            <a:ln w="6390" cap="flat">
              <a:noFill/>
              <a:prstDash val="solid"/>
              <a:miter/>
            </a:ln>
          </p:spPr>
          <p:txBody>
            <a:bodyPr rtlCol="0" anchor="ctr"/>
            <a:lstStyle/>
            <a:p>
              <a:endParaRPr lang="en-US"/>
            </a:p>
          </p:txBody>
        </p:sp>
      </p:grpSp>
      <p:grpSp>
        <p:nvGrpSpPr>
          <p:cNvPr id="1316" name="Graphic 4">
            <a:extLst>
              <a:ext uri="{FF2B5EF4-FFF2-40B4-BE49-F238E27FC236}">
                <a16:creationId xmlns:a16="http://schemas.microsoft.com/office/drawing/2014/main" id="{14EBB9DD-996D-9246-830D-25D1728DCDAA}"/>
              </a:ext>
            </a:extLst>
          </p:cNvPr>
          <p:cNvGrpSpPr/>
          <p:nvPr/>
        </p:nvGrpSpPr>
        <p:grpSpPr>
          <a:xfrm>
            <a:off x="1952764" y="3339623"/>
            <a:ext cx="361670" cy="361333"/>
            <a:chOff x="1952764" y="3339623"/>
            <a:chExt cx="361670" cy="361333"/>
          </a:xfrm>
          <a:solidFill>
            <a:srgbClr val="046A38"/>
          </a:solidFill>
        </p:grpSpPr>
        <p:sp>
          <p:nvSpPr>
            <p:cNvPr id="1317" name="Graphic 4">
              <a:extLst>
                <a:ext uri="{FF2B5EF4-FFF2-40B4-BE49-F238E27FC236}">
                  <a16:creationId xmlns:a16="http://schemas.microsoft.com/office/drawing/2014/main" id="{A4E7C8B0-67A5-EA4F-B662-99254BA45D1F}"/>
                </a:ext>
              </a:extLst>
            </p:cNvPr>
            <p:cNvSpPr/>
            <p:nvPr/>
          </p:nvSpPr>
          <p:spPr>
            <a:xfrm>
              <a:off x="2044779" y="3598175"/>
              <a:ext cx="114379" cy="19151"/>
            </a:xfrm>
            <a:custGeom>
              <a:avLst/>
              <a:gdLst>
                <a:gd name="connsiteX0" fmla="*/ 114380 w 114379"/>
                <a:gd name="connsiteY0" fmla="*/ 9576 h 19151"/>
                <a:gd name="connsiteX1" fmla="*/ 114380 w 114379"/>
                <a:gd name="connsiteY1" fmla="*/ 0 h 19151"/>
                <a:gd name="connsiteX2" fmla="*/ 0 w 114379"/>
                <a:gd name="connsiteY2" fmla="*/ 0 h 19151"/>
                <a:gd name="connsiteX3" fmla="*/ 0 w 114379"/>
                <a:gd name="connsiteY3" fmla="*/ 9576 h 19151"/>
                <a:gd name="connsiteX4" fmla="*/ 6390 w 114379"/>
                <a:gd name="connsiteY4" fmla="*/ 19152 h 19151"/>
                <a:gd name="connsiteX5" fmla="*/ 107990 w 114379"/>
                <a:gd name="connsiteY5" fmla="*/ 19152 h 19151"/>
                <a:gd name="connsiteX6" fmla="*/ 114380 w 114379"/>
                <a:gd name="connsiteY6" fmla="*/ 9576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79" h="19151">
                  <a:moveTo>
                    <a:pt x="114380" y="9576"/>
                  </a:moveTo>
                  <a:lnTo>
                    <a:pt x="114380" y="0"/>
                  </a:lnTo>
                  <a:lnTo>
                    <a:pt x="0" y="0"/>
                  </a:lnTo>
                  <a:lnTo>
                    <a:pt x="0" y="9576"/>
                  </a:lnTo>
                  <a:cubicBezTo>
                    <a:pt x="0" y="15322"/>
                    <a:pt x="3195" y="19152"/>
                    <a:pt x="6390" y="19152"/>
                  </a:cubicBezTo>
                  <a:lnTo>
                    <a:pt x="107990" y="19152"/>
                  </a:lnTo>
                  <a:cubicBezTo>
                    <a:pt x="111185" y="19152"/>
                    <a:pt x="114380" y="15322"/>
                    <a:pt x="114380" y="9576"/>
                  </a:cubicBezTo>
                  <a:close/>
                </a:path>
              </a:pathLst>
            </a:custGeom>
            <a:solidFill>
              <a:srgbClr val="046A38"/>
            </a:solidFill>
            <a:ln w="6390" cap="flat">
              <a:noFill/>
              <a:prstDash val="solid"/>
              <a:miter/>
            </a:ln>
          </p:spPr>
          <p:txBody>
            <a:bodyPr rtlCol="0" anchor="ctr"/>
            <a:lstStyle/>
            <a:p>
              <a:endParaRPr lang="en-US"/>
            </a:p>
          </p:txBody>
        </p:sp>
        <p:sp>
          <p:nvSpPr>
            <p:cNvPr id="1318" name="Graphic 4">
              <a:extLst>
                <a:ext uri="{FF2B5EF4-FFF2-40B4-BE49-F238E27FC236}">
                  <a16:creationId xmlns:a16="http://schemas.microsoft.com/office/drawing/2014/main" id="{4548B4CC-AFE0-7C4A-86EA-AA49630D3461}"/>
                </a:ext>
              </a:extLst>
            </p:cNvPr>
            <p:cNvSpPr/>
            <p:nvPr/>
          </p:nvSpPr>
          <p:spPr>
            <a:xfrm>
              <a:off x="2053086" y="3503053"/>
              <a:ext cx="98405" cy="19151"/>
            </a:xfrm>
            <a:custGeom>
              <a:avLst/>
              <a:gdLst>
                <a:gd name="connsiteX0" fmla="*/ 0 w 98405"/>
                <a:gd name="connsiteY0" fmla="*/ 19152 h 19151"/>
                <a:gd name="connsiteX1" fmla="*/ 98405 w 98405"/>
                <a:gd name="connsiteY1" fmla="*/ 19152 h 19151"/>
                <a:gd name="connsiteX2" fmla="*/ 49203 w 98405"/>
                <a:gd name="connsiteY2" fmla="*/ 0 h 19151"/>
                <a:gd name="connsiteX3" fmla="*/ 0 w 98405"/>
                <a:gd name="connsiteY3" fmla="*/ 19152 h 19151"/>
              </a:gdLst>
              <a:ahLst/>
              <a:cxnLst>
                <a:cxn ang="0">
                  <a:pos x="connsiteX0" y="connsiteY0"/>
                </a:cxn>
                <a:cxn ang="0">
                  <a:pos x="connsiteX1" y="connsiteY1"/>
                </a:cxn>
                <a:cxn ang="0">
                  <a:pos x="connsiteX2" y="connsiteY2"/>
                </a:cxn>
                <a:cxn ang="0">
                  <a:pos x="connsiteX3" y="connsiteY3"/>
                </a:cxn>
              </a:cxnLst>
              <a:rect l="l" t="t" r="r" b="b"/>
              <a:pathLst>
                <a:path w="98405" h="19151">
                  <a:moveTo>
                    <a:pt x="0" y="19152"/>
                  </a:moveTo>
                  <a:lnTo>
                    <a:pt x="98405" y="19152"/>
                  </a:lnTo>
                  <a:cubicBezTo>
                    <a:pt x="84986" y="7023"/>
                    <a:pt x="67733" y="0"/>
                    <a:pt x="49203" y="0"/>
                  </a:cubicBezTo>
                  <a:cubicBezTo>
                    <a:pt x="30672" y="639"/>
                    <a:pt x="13419" y="7023"/>
                    <a:pt x="0" y="19152"/>
                  </a:cubicBezTo>
                  <a:close/>
                </a:path>
              </a:pathLst>
            </a:custGeom>
            <a:solidFill>
              <a:srgbClr val="046A38"/>
            </a:solidFill>
            <a:ln w="6390" cap="flat">
              <a:noFill/>
              <a:prstDash val="solid"/>
              <a:miter/>
            </a:ln>
          </p:spPr>
          <p:txBody>
            <a:bodyPr rtlCol="0" anchor="ctr"/>
            <a:lstStyle/>
            <a:p>
              <a:endParaRPr lang="en-US"/>
            </a:p>
          </p:txBody>
        </p:sp>
        <p:sp>
          <p:nvSpPr>
            <p:cNvPr id="1319" name="Graphic 4">
              <a:extLst>
                <a:ext uri="{FF2B5EF4-FFF2-40B4-BE49-F238E27FC236}">
                  <a16:creationId xmlns:a16="http://schemas.microsoft.com/office/drawing/2014/main" id="{A3F570D5-6997-3846-BA83-0ADD880A8CB9}"/>
                </a:ext>
              </a:extLst>
            </p:cNvPr>
            <p:cNvSpPr/>
            <p:nvPr/>
          </p:nvSpPr>
          <p:spPr>
            <a:xfrm>
              <a:off x="1952764"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66460 w 361670"/>
                <a:gd name="connsiteY5" fmla="*/ 284725 h 361333"/>
                <a:gd name="connsiteX6" fmla="*/ 260070 w 361670"/>
                <a:gd name="connsiteY6" fmla="*/ 290471 h 361333"/>
                <a:gd name="connsiteX7" fmla="*/ 204478 w 361670"/>
                <a:gd name="connsiteY7" fmla="*/ 290471 h 361333"/>
                <a:gd name="connsiteX8" fmla="*/ 202561 w 361670"/>
                <a:gd name="connsiteY8" fmla="*/ 289833 h 361333"/>
                <a:gd name="connsiteX9" fmla="*/ 199366 w 361670"/>
                <a:gd name="connsiteY9" fmla="*/ 290471 h 361333"/>
                <a:gd name="connsiteX10" fmla="*/ 98405 w 361670"/>
                <a:gd name="connsiteY10" fmla="*/ 290471 h 361333"/>
                <a:gd name="connsiteX11" fmla="*/ 79235 w 361670"/>
                <a:gd name="connsiteY11" fmla="*/ 268127 h 361333"/>
                <a:gd name="connsiteX12" fmla="*/ 79235 w 361670"/>
                <a:gd name="connsiteY12" fmla="*/ 252167 h 361333"/>
                <a:gd name="connsiteX13" fmla="*/ 85625 w 361670"/>
                <a:gd name="connsiteY13" fmla="*/ 245783 h 361333"/>
                <a:gd name="connsiteX14" fmla="*/ 212785 w 361670"/>
                <a:gd name="connsiteY14" fmla="*/ 245783 h 361333"/>
                <a:gd name="connsiteX15" fmla="*/ 219175 w 361670"/>
                <a:gd name="connsiteY15" fmla="*/ 252167 h 361333"/>
                <a:gd name="connsiteX16" fmla="*/ 219175 w 361670"/>
                <a:gd name="connsiteY16" fmla="*/ 268127 h 361333"/>
                <a:gd name="connsiteX17" fmla="*/ 217258 w 361670"/>
                <a:gd name="connsiteY17" fmla="*/ 277703 h 361333"/>
                <a:gd name="connsiteX18" fmla="*/ 254319 w 361670"/>
                <a:gd name="connsiteY18" fmla="*/ 277703 h 361333"/>
                <a:gd name="connsiteX19" fmla="*/ 269016 w 361670"/>
                <a:gd name="connsiteY19" fmla="*/ 132149 h 361333"/>
                <a:gd name="connsiteX20" fmla="*/ 171889 w 361670"/>
                <a:gd name="connsiteY20" fmla="*/ 132149 h 361333"/>
                <a:gd name="connsiteX21" fmla="*/ 174445 w 361670"/>
                <a:gd name="connsiteY21" fmla="*/ 155131 h 361333"/>
                <a:gd name="connsiteX22" fmla="*/ 217897 w 361670"/>
                <a:gd name="connsiteY22" fmla="*/ 185774 h 361333"/>
                <a:gd name="connsiteX23" fmla="*/ 218536 w 361670"/>
                <a:gd name="connsiteY23" fmla="*/ 192158 h 361333"/>
                <a:gd name="connsiteX24" fmla="*/ 212785 w 361670"/>
                <a:gd name="connsiteY24" fmla="*/ 195988 h 361333"/>
                <a:gd name="connsiteX25" fmla="*/ 85625 w 361670"/>
                <a:gd name="connsiteY25" fmla="*/ 195988 h 361333"/>
                <a:gd name="connsiteX26" fmla="*/ 79874 w 361670"/>
                <a:gd name="connsiteY26" fmla="*/ 192158 h 361333"/>
                <a:gd name="connsiteX27" fmla="*/ 80513 w 361670"/>
                <a:gd name="connsiteY27" fmla="*/ 185774 h 361333"/>
                <a:gd name="connsiteX28" fmla="*/ 148885 w 361670"/>
                <a:gd name="connsiteY28" fmla="*/ 151300 h 361333"/>
                <a:gd name="connsiteX29" fmla="*/ 161026 w 361670"/>
                <a:gd name="connsiteY29" fmla="*/ 151939 h 361333"/>
                <a:gd name="connsiteX30" fmla="*/ 158470 w 361670"/>
                <a:gd name="connsiteY30" fmla="*/ 126403 h 361333"/>
                <a:gd name="connsiteX31" fmla="*/ 160387 w 361670"/>
                <a:gd name="connsiteY31" fmla="*/ 121296 h 361333"/>
                <a:gd name="connsiteX32" fmla="*/ 164860 w 361670"/>
                <a:gd name="connsiteY32" fmla="*/ 119381 h 361333"/>
                <a:gd name="connsiteX33" fmla="*/ 212785 w 361670"/>
                <a:gd name="connsiteY33" fmla="*/ 119381 h 361333"/>
                <a:gd name="connsiteX34" fmla="*/ 207034 w 361670"/>
                <a:gd name="connsiteY34" fmla="*/ 86822 h 361333"/>
                <a:gd name="connsiteX35" fmla="*/ 166777 w 361670"/>
                <a:gd name="connsiteY35" fmla="*/ 100229 h 361333"/>
                <a:gd name="connsiteX36" fmla="*/ 158470 w 361670"/>
                <a:gd name="connsiteY36" fmla="*/ 96398 h 361333"/>
                <a:gd name="connsiteX37" fmla="*/ 162304 w 361670"/>
                <a:gd name="connsiteY37" fmla="*/ 88099 h 361333"/>
                <a:gd name="connsiteX38" fmla="*/ 209590 w 361670"/>
                <a:gd name="connsiteY38" fmla="*/ 72139 h 361333"/>
                <a:gd name="connsiteX39" fmla="*/ 214702 w 361670"/>
                <a:gd name="connsiteY39" fmla="*/ 72778 h 361333"/>
                <a:gd name="connsiteX40" fmla="*/ 217897 w 361670"/>
                <a:gd name="connsiteY40" fmla="*/ 77246 h 361333"/>
                <a:gd name="connsiteX41" fmla="*/ 224926 w 361670"/>
                <a:gd name="connsiteY41" fmla="*/ 119381 h 361333"/>
                <a:gd name="connsiteX42" fmla="*/ 274767 w 361670"/>
                <a:gd name="connsiteY42" fmla="*/ 119381 h 361333"/>
                <a:gd name="connsiteX43" fmla="*/ 279240 w 361670"/>
                <a:gd name="connsiteY43" fmla="*/ 121296 h 361333"/>
                <a:gd name="connsiteX44" fmla="*/ 281157 w 361670"/>
                <a:gd name="connsiteY44" fmla="*/ 126403 h 361333"/>
                <a:gd name="connsiteX45" fmla="*/ 266460 w 361670"/>
                <a:gd name="connsiteY45" fmla="*/ 284725 h 361333"/>
                <a:gd name="connsiteX46" fmla="*/ 79235 w 361670"/>
                <a:gd name="connsiteY46" fmla="*/ 220886 h 361333"/>
                <a:gd name="connsiteX47" fmla="*/ 85625 w 361670"/>
                <a:gd name="connsiteY47" fmla="*/ 214502 h 361333"/>
                <a:gd name="connsiteX48" fmla="*/ 212785 w 361670"/>
                <a:gd name="connsiteY48" fmla="*/ 214502 h 361333"/>
                <a:gd name="connsiteX49" fmla="*/ 219175 w 361670"/>
                <a:gd name="connsiteY49" fmla="*/ 220886 h 361333"/>
                <a:gd name="connsiteX50" fmla="*/ 212785 w 361670"/>
                <a:gd name="connsiteY50" fmla="*/ 227270 h 361333"/>
                <a:gd name="connsiteX51" fmla="*/ 85625 w 361670"/>
                <a:gd name="connsiteY51" fmla="*/ 227270 h 361333"/>
                <a:gd name="connsiteX52" fmla="*/ 79235 w 361670"/>
                <a:gd name="connsiteY52" fmla="*/ 22088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266460" y="284725"/>
                  </a:moveTo>
                  <a:cubicBezTo>
                    <a:pt x="265821" y="287917"/>
                    <a:pt x="263265" y="290471"/>
                    <a:pt x="260070" y="290471"/>
                  </a:cubicBezTo>
                  <a:lnTo>
                    <a:pt x="204478" y="290471"/>
                  </a:lnTo>
                  <a:cubicBezTo>
                    <a:pt x="203839" y="290471"/>
                    <a:pt x="203200" y="290471"/>
                    <a:pt x="202561" y="289833"/>
                  </a:cubicBezTo>
                  <a:cubicBezTo>
                    <a:pt x="201283" y="289833"/>
                    <a:pt x="200644" y="290471"/>
                    <a:pt x="199366" y="290471"/>
                  </a:cubicBezTo>
                  <a:lnTo>
                    <a:pt x="98405" y="290471"/>
                  </a:lnTo>
                  <a:cubicBezTo>
                    <a:pt x="88181" y="290471"/>
                    <a:pt x="79235" y="280257"/>
                    <a:pt x="79235" y="268127"/>
                  </a:cubicBezTo>
                  <a:lnTo>
                    <a:pt x="79235" y="252167"/>
                  </a:lnTo>
                  <a:cubicBezTo>
                    <a:pt x="79235" y="248337"/>
                    <a:pt x="81791" y="245783"/>
                    <a:pt x="85625" y="245783"/>
                  </a:cubicBezTo>
                  <a:lnTo>
                    <a:pt x="212785" y="245783"/>
                  </a:lnTo>
                  <a:cubicBezTo>
                    <a:pt x="216619" y="245783"/>
                    <a:pt x="219175" y="248337"/>
                    <a:pt x="219175" y="252167"/>
                  </a:cubicBezTo>
                  <a:lnTo>
                    <a:pt x="219175" y="268127"/>
                  </a:lnTo>
                  <a:cubicBezTo>
                    <a:pt x="219175" y="271319"/>
                    <a:pt x="218536" y="274511"/>
                    <a:pt x="217258" y="277703"/>
                  </a:cubicBezTo>
                  <a:lnTo>
                    <a:pt x="254319" y="277703"/>
                  </a:lnTo>
                  <a:lnTo>
                    <a:pt x="269016" y="132149"/>
                  </a:lnTo>
                  <a:lnTo>
                    <a:pt x="171889" y="132149"/>
                  </a:lnTo>
                  <a:lnTo>
                    <a:pt x="174445" y="155131"/>
                  </a:lnTo>
                  <a:cubicBezTo>
                    <a:pt x="191698" y="160238"/>
                    <a:pt x="206395" y="170452"/>
                    <a:pt x="217897" y="185774"/>
                  </a:cubicBezTo>
                  <a:cubicBezTo>
                    <a:pt x="219175" y="187689"/>
                    <a:pt x="219814" y="190243"/>
                    <a:pt x="218536" y="192158"/>
                  </a:cubicBezTo>
                  <a:cubicBezTo>
                    <a:pt x="217258" y="194073"/>
                    <a:pt x="215341" y="195988"/>
                    <a:pt x="212785" y="195988"/>
                  </a:cubicBezTo>
                  <a:lnTo>
                    <a:pt x="85625" y="195988"/>
                  </a:lnTo>
                  <a:cubicBezTo>
                    <a:pt x="83069" y="195988"/>
                    <a:pt x="81152" y="194711"/>
                    <a:pt x="79874" y="192158"/>
                  </a:cubicBezTo>
                  <a:cubicBezTo>
                    <a:pt x="78596" y="189604"/>
                    <a:pt x="79235" y="187689"/>
                    <a:pt x="80513" y="185774"/>
                  </a:cubicBezTo>
                  <a:cubicBezTo>
                    <a:pt x="97127" y="164068"/>
                    <a:pt x="122048" y="151300"/>
                    <a:pt x="148885" y="151300"/>
                  </a:cubicBezTo>
                  <a:cubicBezTo>
                    <a:pt x="152719" y="151300"/>
                    <a:pt x="157192" y="151939"/>
                    <a:pt x="161026" y="151939"/>
                  </a:cubicBezTo>
                  <a:lnTo>
                    <a:pt x="158470" y="126403"/>
                  </a:lnTo>
                  <a:cubicBezTo>
                    <a:pt x="158470" y="124488"/>
                    <a:pt x="159109" y="122573"/>
                    <a:pt x="160387" y="121296"/>
                  </a:cubicBezTo>
                  <a:cubicBezTo>
                    <a:pt x="161665" y="120019"/>
                    <a:pt x="163582" y="119381"/>
                    <a:pt x="164860" y="119381"/>
                  </a:cubicBezTo>
                  <a:lnTo>
                    <a:pt x="212785" y="119381"/>
                  </a:lnTo>
                  <a:lnTo>
                    <a:pt x="207034" y="86822"/>
                  </a:lnTo>
                  <a:lnTo>
                    <a:pt x="166777" y="100229"/>
                  </a:lnTo>
                  <a:cubicBezTo>
                    <a:pt x="163582" y="101505"/>
                    <a:pt x="159748" y="99590"/>
                    <a:pt x="158470" y="96398"/>
                  </a:cubicBezTo>
                  <a:cubicBezTo>
                    <a:pt x="157192" y="93206"/>
                    <a:pt x="159109" y="89376"/>
                    <a:pt x="162304" y="88099"/>
                  </a:cubicBezTo>
                  <a:lnTo>
                    <a:pt x="209590" y="72139"/>
                  </a:lnTo>
                  <a:cubicBezTo>
                    <a:pt x="211507" y="71501"/>
                    <a:pt x="213424" y="71501"/>
                    <a:pt x="214702" y="72778"/>
                  </a:cubicBezTo>
                  <a:cubicBezTo>
                    <a:pt x="216619" y="74054"/>
                    <a:pt x="217258" y="75331"/>
                    <a:pt x="217897" y="77246"/>
                  </a:cubicBezTo>
                  <a:lnTo>
                    <a:pt x="224926" y="119381"/>
                  </a:lnTo>
                  <a:lnTo>
                    <a:pt x="274767" y="119381"/>
                  </a:lnTo>
                  <a:cubicBezTo>
                    <a:pt x="276684" y="119381"/>
                    <a:pt x="278601" y="120019"/>
                    <a:pt x="279240" y="121296"/>
                  </a:cubicBezTo>
                  <a:cubicBezTo>
                    <a:pt x="280518" y="122573"/>
                    <a:pt x="281157" y="124488"/>
                    <a:pt x="281157" y="126403"/>
                  </a:cubicBezTo>
                  <a:lnTo>
                    <a:pt x="266460" y="284725"/>
                  </a:lnTo>
                  <a:close/>
                  <a:moveTo>
                    <a:pt x="79235" y="220886"/>
                  </a:moveTo>
                  <a:cubicBezTo>
                    <a:pt x="79235" y="217055"/>
                    <a:pt x="81791" y="214502"/>
                    <a:pt x="85625" y="214502"/>
                  </a:cubicBezTo>
                  <a:lnTo>
                    <a:pt x="212785" y="214502"/>
                  </a:lnTo>
                  <a:cubicBezTo>
                    <a:pt x="216619" y="214502"/>
                    <a:pt x="219175" y="217055"/>
                    <a:pt x="219175" y="220886"/>
                  </a:cubicBezTo>
                  <a:cubicBezTo>
                    <a:pt x="219175" y="224716"/>
                    <a:pt x="216619" y="227270"/>
                    <a:pt x="212785" y="227270"/>
                  </a:cubicBezTo>
                  <a:lnTo>
                    <a:pt x="85625" y="227270"/>
                  </a:lnTo>
                  <a:cubicBezTo>
                    <a:pt x="82430" y="227270"/>
                    <a:pt x="79235" y="224078"/>
                    <a:pt x="79235" y="220886"/>
                  </a:cubicBezTo>
                  <a:close/>
                </a:path>
              </a:pathLst>
            </a:custGeom>
            <a:solidFill>
              <a:srgbClr val="046A38"/>
            </a:solidFill>
            <a:ln w="6390" cap="flat">
              <a:noFill/>
              <a:prstDash val="solid"/>
              <a:miter/>
            </a:ln>
          </p:spPr>
          <p:txBody>
            <a:bodyPr rtlCol="0" anchor="ctr"/>
            <a:lstStyle/>
            <a:p>
              <a:endParaRPr lang="en-US"/>
            </a:p>
          </p:txBody>
        </p:sp>
      </p:grpSp>
      <p:grpSp>
        <p:nvGrpSpPr>
          <p:cNvPr id="1320" name="Graphic 4">
            <a:extLst>
              <a:ext uri="{FF2B5EF4-FFF2-40B4-BE49-F238E27FC236}">
                <a16:creationId xmlns:a16="http://schemas.microsoft.com/office/drawing/2014/main" id="{B8D276E3-9E5E-5142-972F-8EE1D5771521}"/>
              </a:ext>
            </a:extLst>
          </p:cNvPr>
          <p:cNvGrpSpPr/>
          <p:nvPr/>
        </p:nvGrpSpPr>
        <p:grpSpPr>
          <a:xfrm>
            <a:off x="2998797" y="2855717"/>
            <a:ext cx="361670" cy="361333"/>
            <a:chOff x="2998797" y="2855717"/>
            <a:chExt cx="361670" cy="361333"/>
          </a:xfrm>
          <a:solidFill>
            <a:srgbClr val="046A38"/>
          </a:solidFill>
        </p:grpSpPr>
        <p:sp>
          <p:nvSpPr>
            <p:cNvPr id="1321" name="Graphic 4">
              <a:extLst>
                <a:ext uri="{FF2B5EF4-FFF2-40B4-BE49-F238E27FC236}">
                  <a16:creationId xmlns:a16="http://schemas.microsoft.com/office/drawing/2014/main" id="{E241048E-877E-4B4C-833A-6E9124F0F4F2}"/>
                </a:ext>
              </a:extLst>
            </p:cNvPr>
            <p:cNvSpPr/>
            <p:nvPr/>
          </p:nvSpPr>
          <p:spPr>
            <a:xfrm>
              <a:off x="3123923" y="2939986"/>
              <a:ext cx="111152" cy="89523"/>
            </a:xfrm>
            <a:custGeom>
              <a:avLst/>
              <a:gdLst>
                <a:gd name="connsiteX0" fmla="*/ 5868 w 111152"/>
                <a:gd name="connsiteY0" fmla="*/ 0 h 89523"/>
                <a:gd name="connsiteX1" fmla="*/ 12897 w 111152"/>
                <a:gd name="connsiteY1" fmla="*/ 70224 h 89523"/>
                <a:gd name="connsiteX2" fmla="*/ 61460 w 111152"/>
                <a:gd name="connsiteY2" fmla="*/ 89376 h 89523"/>
                <a:gd name="connsiteX3" fmla="*/ 101717 w 111152"/>
                <a:gd name="connsiteY3" fmla="*/ 67670 h 89523"/>
                <a:gd name="connsiteX4" fmla="*/ 105551 w 111152"/>
                <a:gd name="connsiteY4" fmla="*/ 0 h 89523"/>
                <a:gd name="connsiteX5" fmla="*/ 5868 w 111152"/>
                <a:gd name="connsiteY5" fmla="*/ 0 h 89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152" h="89523">
                  <a:moveTo>
                    <a:pt x="5868" y="0"/>
                  </a:moveTo>
                  <a:cubicBezTo>
                    <a:pt x="2034" y="11491"/>
                    <a:pt x="-8190" y="47241"/>
                    <a:pt x="12897" y="70224"/>
                  </a:cubicBezTo>
                  <a:cubicBezTo>
                    <a:pt x="25677" y="83630"/>
                    <a:pt x="42930" y="90653"/>
                    <a:pt x="61460" y="89376"/>
                  </a:cubicBezTo>
                  <a:cubicBezTo>
                    <a:pt x="78074" y="88099"/>
                    <a:pt x="92771" y="80438"/>
                    <a:pt x="101717" y="67670"/>
                  </a:cubicBezTo>
                  <a:cubicBezTo>
                    <a:pt x="117692" y="45326"/>
                    <a:pt x="109385" y="11491"/>
                    <a:pt x="105551" y="0"/>
                  </a:cubicBezTo>
                  <a:lnTo>
                    <a:pt x="5868" y="0"/>
                  </a:lnTo>
                  <a:close/>
                </a:path>
              </a:pathLst>
            </a:custGeom>
            <a:solidFill>
              <a:srgbClr val="046A38"/>
            </a:solidFill>
            <a:ln w="6390" cap="flat">
              <a:noFill/>
              <a:prstDash val="solid"/>
              <a:miter/>
            </a:ln>
          </p:spPr>
          <p:txBody>
            <a:bodyPr rtlCol="0" anchor="ctr"/>
            <a:lstStyle/>
            <a:p>
              <a:endParaRPr lang="en-US"/>
            </a:p>
          </p:txBody>
        </p:sp>
        <p:sp>
          <p:nvSpPr>
            <p:cNvPr id="1322" name="Graphic 4">
              <a:extLst>
                <a:ext uri="{FF2B5EF4-FFF2-40B4-BE49-F238E27FC236}">
                  <a16:creationId xmlns:a16="http://schemas.microsoft.com/office/drawing/2014/main" id="{8DA7C1B4-CBFD-3E45-93E4-7FE2CB921A9D}"/>
                </a:ext>
              </a:extLst>
            </p:cNvPr>
            <p:cNvSpPr/>
            <p:nvPr/>
          </p:nvSpPr>
          <p:spPr>
            <a:xfrm>
              <a:off x="2998797"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37706 w 361670"/>
                <a:gd name="connsiteY5" fmla="*/ 159600 h 361333"/>
                <a:gd name="connsiteX6" fmla="*/ 187864 w 361670"/>
                <a:gd name="connsiteY6" fmla="*/ 187051 h 361333"/>
                <a:gd name="connsiteX7" fmla="*/ 187864 w 361670"/>
                <a:gd name="connsiteY7" fmla="*/ 277703 h 361333"/>
                <a:gd name="connsiteX8" fmla="*/ 209590 w 361670"/>
                <a:gd name="connsiteY8" fmla="*/ 277703 h 361333"/>
                <a:gd name="connsiteX9" fmla="*/ 215980 w 361670"/>
                <a:gd name="connsiteY9" fmla="*/ 284087 h 361333"/>
                <a:gd name="connsiteX10" fmla="*/ 209590 w 361670"/>
                <a:gd name="connsiteY10" fmla="*/ 290471 h 361333"/>
                <a:gd name="connsiteX11" fmla="*/ 153358 w 361670"/>
                <a:gd name="connsiteY11" fmla="*/ 290471 h 361333"/>
                <a:gd name="connsiteX12" fmla="*/ 146969 w 361670"/>
                <a:gd name="connsiteY12" fmla="*/ 284087 h 361333"/>
                <a:gd name="connsiteX13" fmla="*/ 153358 w 361670"/>
                <a:gd name="connsiteY13" fmla="*/ 277703 h 361333"/>
                <a:gd name="connsiteX14" fmla="*/ 175084 w 361670"/>
                <a:gd name="connsiteY14" fmla="*/ 277703 h 361333"/>
                <a:gd name="connsiteX15" fmla="*/ 175084 w 361670"/>
                <a:gd name="connsiteY15" fmla="*/ 187051 h 361333"/>
                <a:gd name="connsiteX16" fmla="*/ 129077 w 361670"/>
                <a:gd name="connsiteY16" fmla="*/ 164068 h 361333"/>
                <a:gd name="connsiteX17" fmla="*/ 120770 w 361670"/>
                <a:gd name="connsiteY17" fmla="*/ 75969 h 361333"/>
                <a:gd name="connsiteX18" fmla="*/ 126521 w 361670"/>
                <a:gd name="connsiteY18" fmla="*/ 72139 h 361333"/>
                <a:gd name="connsiteX19" fmla="*/ 235150 w 361670"/>
                <a:gd name="connsiteY19" fmla="*/ 72139 h 361333"/>
                <a:gd name="connsiteX20" fmla="*/ 240901 w 361670"/>
                <a:gd name="connsiteY20" fmla="*/ 75969 h 361333"/>
                <a:gd name="connsiteX21" fmla="*/ 237706 w 361670"/>
                <a:gd name="connsiteY21" fmla="*/ 15960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1" y="280257"/>
                    <a:pt x="361671" y="180667"/>
                  </a:cubicBezTo>
                  <a:cubicBezTo>
                    <a:pt x="361671" y="81076"/>
                    <a:pt x="281157" y="0"/>
                    <a:pt x="180835" y="0"/>
                  </a:cubicBezTo>
                  <a:close/>
                  <a:moveTo>
                    <a:pt x="237706" y="159600"/>
                  </a:moveTo>
                  <a:cubicBezTo>
                    <a:pt x="226204" y="175560"/>
                    <a:pt x="208312" y="185135"/>
                    <a:pt x="187864" y="187051"/>
                  </a:cubicBezTo>
                  <a:lnTo>
                    <a:pt x="187864" y="277703"/>
                  </a:lnTo>
                  <a:lnTo>
                    <a:pt x="209590" y="277703"/>
                  </a:lnTo>
                  <a:cubicBezTo>
                    <a:pt x="213424" y="277703"/>
                    <a:pt x="215980" y="280257"/>
                    <a:pt x="215980" y="284087"/>
                  </a:cubicBezTo>
                  <a:cubicBezTo>
                    <a:pt x="215980" y="287917"/>
                    <a:pt x="213424" y="290471"/>
                    <a:pt x="209590" y="290471"/>
                  </a:cubicBezTo>
                  <a:lnTo>
                    <a:pt x="153358" y="290471"/>
                  </a:lnTo>
                  <a:cubicBezTo>
                    <a:pt x="149525" y="290471"/>
                    <a:pt x="146969" y="287917"/>
                    <a:pt x="146969" y="284087"/>
                  </a:cubicBezTo>
                  <a:cubicBezTo>
                    <a:pt x="146969" y="280257"/>
                    <a:pt x="149525" y="277703"/>
                    <a:pt x="153358" y="277703"/>
                  </a:cubicBezTo>
                  <a:lnTo>
                    <a:pt x="175084" y="277703"/>
                  </a:lnTo>
                  <a:lnTo>
                    <a:pt x="175084" y="187051"/>
                  </a:lnTo>
                  <a:cubicBezTo>
                    <a:pt x="157832" y="185135"/>
                    <a:pt x="141857" y="176836"/>
                    <a:pt x="129077" y="164068"/>
                  </a:cubicBezTo>
                  <a:cubicBezTo>
                    <a:pt x="97127" y="130872"/>
                    <a:pt x="120131" y="78523"/>
                    <a:pt x="120770" y="75969"/>
                  </a:cubicBezTo>
                  <a:cubicBezTo>
                    <a:pt x="122048" y="73416"/>
                    <a:pt x="123965" y="72139"/>
                    <a:pt x="126521" y="72139"/>
                  </a:cubicBezTo>
                  <a:lnTo>
                    <a:pt x="235150" y="72139"/>
                  </a:lnTo>
                  <a:cubicBezTo>
                    <a:pt x="237706" y="72139"/>
                    <a:pt x="240262" y="73416"/>
                    <a:pt x="240901" y="75969"/>
                  </a:cubicBezTo>
                  <a:cubicBezTo>
                    <a:pt x="242179" y="77884"/>
                    <a:pt x="261349" y="126403"/>
                    <a:pt x="237706" y="159600"/>
                  </a:cubicBezTo>
                  <a:close/>
                </a:path>
              </a:pathLst>
            </a:custGeom>
            <a:solidFill>
              <a:srgbClr val="046A38"/>
            </a:solidFill>
            <a:ln w="6390" cap="flat">
              <a:noFill/>
              <a:prstDash val="solid"/>
              <a:miter/>
            </a:ln>
          </p:spPr>
          <p:txBody>
            <a:bodyPr rtlCol="0" anchor="ctr"/>
            <a:lstStyle/>
            <a:p>
              <a:endParaRPr lang="en-US"/>
            </a:p>
          </p:txBody>
        </p:sp>
      </p:grpSp>
      <p:grpSp>
        <p:nvGrpSpPr>
          <p:cNvPr id="1323" name="Graphic 4">
            <a:extLst>
              <a:ext uri="{FF2B5EF4-FFF2-40B4-BE49-F238E27FC236}">
                <a16:creationId xmlns:a16="http://schemas.microsoft.com/office/drawing/2014/main" id="{8DB58215-EF6E-5B41-9B8B-B4A255E95531}"/>
              </a:ext>
            </a:extLst>
          </p:cNvPr>
          <p:cNvGrpSpPr/>
          <p:nvPr/>
        </p:nvGrpSpPr>
        <p:grpSpPr>
          <a:xfrm>
            <a:off x="2998797" y="2371173"/>
            <a:ext cx="361670" cy="361333"/>
            <a:chOff x="2998797" y="2371173"/>
            <a:chExt cx="361670" cy="361333"/>
          </a:xfrm>
          <a:solidFill>
            <a:srgbClr val="046A38"/>
          </a:solidFill>
        </p:grpSpPr>
        <p:sp>
          <p:nvSpPr>
            <p:cNvPr id="1324" name="Graphic 4">
              <a:extLst>
                <a:ext uri="{FF2B5EF4-FFF2-40B4-BE49-F238E27FC236}">
                  <a16:creationId xmlns:a16="http://schemas.microsoft.com/office/drawing/2014/main" id="{A30B4E38-81A0-5240-B5B2-04D1A9E4502F}"/>
                </a:ext>
              </a:extLst>
            </p:cNvPr>
            <p:cNvSpPr/>
            <p:nvPr/>
          </p:nvSpPr>
          <p:spPr>
            <a:xfrm>
              <a:off x="3109982" y="2465018"/>
              <a:ext cx="139300" cy="69585"/>
            </a:xfrm>
            <a:custGeom>
              <a:avLst/>
              <a:gdLst>
                <a:gd name="connsiteX0" fmla="*/ 69650 w 139300"/>
                <a:gd name="connsiteY0" fmla="*/ 69585 h 69585"/>
                <a:gd name="connsiteX1" fmla="*/ 139301 w 139300"/>
                <a:gd name="connsiteY1" fmla="*/ 0 h 69585"/>
                <a:gd name="connsiteX2" fmla="*/ 0 w 139300"/>
                <a:gd name="connsiteY2" fmla="*/ 0 h 69585"/>
              </a:gdLst>
              <a:ahLst/>
              <a:cxnLst>
                <a:cxn ang="0">
                  <a:pos x="connsiteX0" y="connsiteY0"/>
                </a:cxn>
                <a:cxn ang="0">
                  <a:pos x="connsiteX1" y="connsiteY1"/>
                </a:cxn>
                <a:cxn ang="0">
                  <a:pos x="connsiteX2" y="connsiteY2"/>
                </a:cxn>
              </a:cxnLst>
              <a:rect l="l" t="t" r="r" b="b"/>
              <a:pathLst>
                <a:path w="139300" h="69585">
                  <a:moveTo>
                    <a:pt x="69650" y="69585"/>
                  </a:moveTo>
                  <a:lnTo>
                    <a:pt x="139301" y="0"/>
                  </a:lnTo>
                  <a:lnTo>
                    <a:pt x="0" y="0"/>
                  </a:lnTo>
                  <a:close/>
                </a:path>
              </a:pathLst>
            </a:custGeom>
            <a:solidFill>
              <a:srgbClr val="046A38"/>
            </a:solidFill>
            <a:ln w="6390" cap="flat">
              <a:noFill/>
              <a:prstDash val="solid"/>
              <a:miter/>
            </a:ln>
          </p:spPr>
          <p:txBody>
            <a:bodyPr rtlCol="0" anchor="ctr"/>
            <a:lstStyle/>
            <a:p>
              <a:endParaRPr lang="en-US"/>
            </a:p>
          </p:txBody>
        </p:sp>
        <p:sp>
          <p:nvSpPr>
            <p:cNvPr id="1325" name="Graphic 4">
              <a:extLst>
                <a:ext uri="{FF2B5EF4-FFF2-40B4-BE49-F238E27FC236}">
                  <a16:creationId xmlns:a16="http://schemas.microsoft.com/office/drawing/2014/main" id="{B350E10A-19D6-DB48-8922-AD402B8CE673}"/>
                </a:ext>
              </a:extLst>
            </p:cNvPr>
            <p:cNvSpPr/>
            <p:nvPr/>
          </p:nvSpPr>
          <p:spPr>
            <a:xfrm>
              <a:off x="2998797"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70294 w 361670"/>
                <a:gd name="connsiteY5" fmla="*/ 91930 h 361333"/>
                <a:gd name="connsiteX6" fmla="*/ 187225 w 361670"/>
                <a:gd name="connsiteY6" fmla="*/ 174921 h 361333"/>
                <a:gd name="connsiteX7" fmla="*/ 187225 w 361670"/>
                <a:gd name="connsiteY7" fmla="*/ 268127 h 361333"/>
                <a:gd name="connsiteX8" fmla="*/ 231955 w 361670"/>
                <a:gd name="connsiteY8" fmla="*/ 268127 h 361333"/>
                <a:gd name="connsiteX9" fmla="*/ 238345 w 361670"/>
                <a:gd name="connsiteY9" fmla="*/ 274511 h 361333"/>
                <a:gd name="connsiteX10" fmla="*/ 231955 w 361670"/>
                <a:gd name="connsiteY10" fmla="*/ 280895 h 361333"/>
                <a:gd name="connsiteX11" fmla="*/ 129716 w 361670"/>
                <a:gd name="connsiteY11" fmla="*/ 280895 h 361333"/>
                <a:gd name="connsiteX12" fmla="*/ 123326 w 361670"/>
                <a:gd name="connsiteY12" fmla="*/ 274511 h 361333"/>
                <a:gd name="connsiteX13" fmla="*/ 129716 w 361670"/>
                <a:gd name="connsiteY13" fmla="*/ 268127 h 361333"/>
                <a:gd name="connsiteX14" fmla="*/ 174445 w 361670"/>
                <a:gd name="connsiteY14" fmla="*/ 268127 h 361333"/>
                <a:gd name="connsiteX15" fmla="*/ 174445 w 361670"/>
                <a:gd name="connsiteY15" fmla="*/ 174921 h 361333"/>
                <a:gd name="connsiteX16" fmla="*/ 91376 w 361670"/>
                <a:gd name="connsiteY16" fmla="*/ 91930 h 361333"/>
                <a:gd name="connsiteX17" fmla="*/ 90098 w 361670"/>
                <a:gd name="connsiteY17" fmla="*/ 84907 h 361333"/>
                <a:gd name="connsiteX18" fmla="*/ 95849 w 361670"/>
                <a:gd name="connsiteY18" fmla="*/ 81077 h 361333"/>
                <a:gd name="connsiteX19" fmla="*/ 265821 w 361670"/>
                <a:gd name="connsiteY19" fmla="*/ 81077 h 361333"/>
                <a:gd name="connsiteX20" fmla="*/ 271572 w 361670"/>
                <a:gd name="connsiteY20" fmla="*/ 84907 h 361333"/>
                <a:gd name="connsiteX21" fmla="*/ 270294 w 361670"/>
                <a:gd name="connsiteY21" fmla="*/ 9193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1" y="280257"/>
                    <a:pt x="361671" y="180667"/>
                  </a:cubicBezTo>
                  <a:cubicBezTo>
                    <a:pt x="361671" y="81077"/>
                    <a:pt x="281157" y="0"/>
                    <a:pt x="180835" y="0"/>
                  </a:cubicBezTo>
                  <a:close/>
                  <a:moveTo>
                    <a:pt x="270294" y="91930"/>
                  </a:moveTo>
                  <a:lnTo>
                    <a:pt x="187225" y="174921"/>
                  </a:lnTo>
                  <a:lnTo>
                    <a:pt x="187225" y="268127"/>
                  </a:lnTo>
                  <a:lnTo>
                    <a:pt x="231955" y="268127"/>
                  </a:lnTo>
                  <a:cubicBezTo>
                    <a:pt x="235789" y="268127"/>
                    <a:pt x="238345" y="270681"/>
                    <a:pt x="238345" y="274511"/>
                  </a:cubicBezTo>
                  <a:cubicBezTo>
                    <a:pt x="238345" y="278342"/>
                    <a:pt x="235789" y="280895"/>
                    <a:pt x="231955" y="280895"/>
                  </a:cubicBezTo>
                  <a:lnTo>
                    <a:pt x="129716" y="280895"/>
                  </a:lnTo>
                  <a:cubicBezTo>
                    <a:pt x="125882" y="280895"/>
                    <a:pt x="123326" y="278342"/>
                    <a:pt x="123326" y="274511"/>
                  </a:cubicBezTo>
                  <a:cubicBezTo>
                    <a:pt x="123326" y="270681"/>
                    <a:pt x="125882" y="268127"/>
                    <a:pt x="129716" y="268127"/>
                  </a:cubicBezTo>
                  <a:lnTo>
                    <a:pt x="174445" y="268127"/>
                  </a:lnTo>
                  <a:lnTo>
                    <a:pt x="174445" y="174921"/>
                  </a:lnTo>
                  <a:lnTo>
                    <a:pt x="91376" y="91930"/>
                  </a:lnTo>
                  <a:cubicBezTo>
                    <a:pt x="89459" y="90014"/>
                    <a:pt x="88820" y="87461"/>
                    <a:pt x="90098" y="84907"/>
                  </a:cubicBezTo>
                  <a:cubicBezTo>
                    <a:pt x="91376" y="82354"/>
                    <a:pt x="93293" y="81077"/>
                    <a:pt x="95849" y="81077"/>
                  </a:cubicBezTo>
                  <a:lnTo>
                    <a:pt x="265821" y="81077"/>
                  </a:lnTo>
                  <a:cubicBezTo>
                    <a:pt x="268377" y="81077"/>
                    <a:pt x="270934" y="82354"/>
                    <a:pt x="271572" y="84907"/>
                  </a:cubicBezTo>
                  <a:cubicBezTo>
                    <a:pt x="272850" y="87461"/>
                    <a:pt x="272211" y="90014"/>
                    <a:pt x="270294" y="91930"/>
                  </a:cubicBezTo>
                  <a:close/>
                </a:path>
              </a:pathLst>
            </a:custGeom>
            <a:solidFill>
              <a:srgbClr val="046A38"/>
            </a:solidFill>
            <a:ln w="6390" cap="flat">
              <a:noFill/>
              <a:prstDash val="solid"/>
              <a:miter/>
            </a:ln>
          </p:spPr>
          <p:txBody>
            <a:bodyPr rtlCol="0" anchor="ctr"/>
            <a:lstStyle/>
            <a:p>
              <a:endParaRPr lang="en-US"/>
            </a:p>
          </p:txBody>
        </p:sp>
      </p:grpSp>
      <p:grpSp>
        <p:nvGrpSpPr>
          <p:cNvPr id="1326" name="Graphic 4">
            <a:extLst>
              <a:ext uri="{FF2B5EF4-FFF2-40B4-BE49-F238E27FC236}">
                <a16:creationId xmlns:a16="http://schemas.microsoft.com/office/drawing/2014/main" id="{BF202AF8-BA53-3F4B-B333-0981F9214A53}"/>
              </a:ext>
            </a:extLst>
          </p:cNvPr>
          <p:cNvGrpSpPr/>
          <p:nvPr/>
        </p:nvGrpSpPr>
        <p:grpSpPr>
          <a:xfrm>
            <a:off x="2998797" y="4308712"/>
            <a:ext cx="361670" cy="361333"/>
            <a:chOff x="2998797" y="4308712"/>
            <a:chExt cx="361670" cy="361333"/>
          </a:xfrm>
          <a:solidFill>
            <a:srgbClr val="046A38"/>
          </a:solidFill>
        </p:grpSpPr>
        <p:sp>
          <p:nvSpPr>
            <p:cNvPr id="1327" name="Graphic 4">
              <a:extLst>
                <a:ext uri="{FF2B5EF4-FFF2-40B4-BE49-F238E27FC236}">
                  <a16:creationId xmlns:a16="http://schemas.microsoft.com/office/drawing/2014/main" id="{47C77C03-A8F8-8145-9B86-E003AC044818}"/>
                </a:ext>
              </a:extLst>
            </p:cNvPr>
            <p:cNvSpPr/>
            <p:nvPr/>
          </p:nvSpPr>
          <p:spPr>
            <a:xfrm>
              <a:off x="3139376" y="4554495"/>
              <a:ext cx="80513" cy="30643"/>
            </a:xfrm>
            <a:custGeom>
              <a:avLst/>
              <a:gdLst>
                <a:gd name="connsiteX0" fmla="*/ 2556 w 80513"/>
                <a:gd name="connsiteY0" fmla="*/ 30643 h 30643"/>
                <a:gd name="connsiteX1" fmla="*/ 77957 w 80513"/>
                <a:gd name="connsiteY1" fmla="*/ 30643 h 30643"/>
                <a:gd name="connsiteX2" fmla="*/ 80513 w 80513"/>
                <a:gd name="connsiteY2" fmla="*/ 0 h 30643"/>
                <a:gd name="connsiteX3" fmla="*/ 0 w 80513"/>
                <a:gd name="connsiteY3" fmla="*/ 0 h 30643"/>
              </a:gdLst>
              <a:ahLst/>
              <a:cxnLst>
                <a:cxn ang="0">
                  <a:pos x="connsiteX0" y="connsiteY0"/>
                </a:cxn>
                <a:cxn ang="0">
                  <a:pos x="connsiteX1" y="connsiteY1"/>
                </a:cxn>
                <a:cxn ang="0">
                  <a:pos x="connsiteX2" y="connsiteY2"/>
                </a:cxn>
                <a:cxn ang="0">
                  <a:pos x="connsiteX3" y="connsiteY3"/>
                </a:cxn>
              </a:cxnLst>
              <a:rect l="l" t="t" r="r" b="b"/>
              <a:pathLst>
                <a:path w="80513" h="30643">
                  <a:moveTo>
                    <a:pt x="2556" y="30643"/>
                  </a:moveTo>
                  <a:lnTo>
                    <a:pt x="77957" y="30643"/>
                  </a:lnTo>
                  <a:lnTo>
                    <a:pt x="80513" y="0"/>
                  </a:lnTo>
                  <a:lnTo>
                    <a:pt x="0" y="0"/>
                  </a:lnTo>
                  <a:close/>
                </a:path>
              </a:pathLst>
            </a:custGeom>
            <a:solidFill>
              <a:srgbClr val="046A38"/>
            </a:solidFill>
            <a:ln w="6390" cap="flat">
              <a:noFill/>
              <a:prstDash val="solid"/>
              <a:miter/>
            </a:ln>
          </p:spPr>
          <p:txBody>
            <a:bodyPr rtlCol="0" anchor="ctr"/>
            <a:lstStyle/>
            <a:p>
              <a:endParaRPr lang="en-US"/>
            </a:p>
          </p:txBody>
        </p:sp>
        <p:sp>
          <p:nvSpPr>
            <p:cNvPr id="1328" name="Graphic 4">
              <a:extLst>
                <a:ext uri="{FF2B5EF4-FFF2-40B4-BE49-F238E27FC236}">
                  <a16:creationId xmlns:a16="http://schemas.microsoft.com/office/drawing/2014/main" id="{5F702FBA-32A6-2B46-91F6-95A091B31A32}"/>
                </a:ext>
              </a:extLst>
            </p:cNvPr>
            <p:cNvSpPr/>
            <p:nvPr/>
          </p:nvSpPr>
          <p:spPr>
            <a:xfrm>
              <a:off x="3128513" y="4393619"/>
              <a:ext cx="102238" cy="16598"/>
            </a:xfrm>
            <a:custGeom>
              <a:avLst/>
              <a:gdLst>
                <a:gd name="connsiteX0" fmla="*/ 97127 w 102238"/>
                <a:gd name="connsiteY0" fmla="*/ 0 h 16598"/>
                <a:gd name="connsiteX1" fmla="*/ 5112 w 102238"/>
                <a:gd name="connsiteY1" fmla="*/ 0 h 16598"/>
                <a:gd name="connsiteX2" fmla="*/ 0 w 102238"/>
                <a:gd name="connsiteY2" fmla="*/ 16599 h 16598"/>
                <a:gd name="connsiteX3" fmla="*/ 102239 w 102238"/>
                <a:gd name="connsiteY3" fmla="*/ 16599 h 16598"/>
              </a:gdLst>
              <a:ahLst/>
              <a:cxnLst>
                <a:cxn ang="0">
                  <a:pos x="connsiteX0" y="connsiteY0"/>
                </a:cxn>
                <a:cxn ang="0">
                  <a:pos x="connsiteX1" y="connsiteY1"/>
                </a:cxn>
                <a:cxn ang="0">
                  <a:pos x="connsiteX2" y="connsiteY2"/>
                </a:cxn>
                <a:cxn ang="0">
                  <a:pos x="connsiteX3" y="connsiteY3"/>
                </a:cxn>
              </a:cxnLst>
              <a:rect l="l" t="t" r="r" b="b"/>
              <a:pathLst>
                <a:path w="102238" h="16598">
                  <a:moveTo>
                    <a:pt x="97127" y="0"/>
                  </a:moveTo>
                  <a:lnTo>
                    <a:pt x="5112" y="0"/>
                  </a:lnTo>
                  <a:lnTo>
                    <a:pt x="0" y="16599"/>
                  </a:lnTo>
                  <a:lnTo>
                    <a:pt x="102239" y="16599"/>
                  </a:lnTo>
                  <a:close/>
                </a:path>
              </a:pathLst>
            </a:custGeom>
            <a:solidFill>
              <a:srgbClr val="046A38"/>
            </a:solidFill>
            <a:ln w="6390" cap="flat">
              <a:noFill/>
              <a:prstDash val="solid"/>
              <a:miter/>
            </a:ln>
          </p:spPr>
          <p:txBody>
            <a:bodyPr rtlCol="0" anchor="ctr"/>
            <a:lstStyle/>
            <a:p>
              <a:endParaRPr lang="en-US"/>
            </a:p>
          </p:txBody>
        </p:sp>
        <p:sp>
          <p:nvSpPr>
            <p:cNvPr id="1329" name="Graphic 4">
              <a:extLst>
                <a:ext uri="{FF2B5EF4-FFF2-40B4-BE49-F238E27FC236}">
                  <a16:creationId xmlns:a16="http://schemas.microsoft.com/office/drawing/2014/main" id="{A251ACC0-F78E-6944-B8FE-9A48BB62E986}"/>
                </a:ext>
              </a:extLst>
            </p:cNvPr>
            <p:cNvSpPr/>
            <p:nvPr/>
          </p:nvSpPr>
          <p:spPr>
            <a:xfrm>
              <a:off x="3120845" y="4474057"/>
              <a:ext cx="117574" cy="67670"/>
            </a:xfrm>
            <a:custGeom>
              <a:avLst/>
              <a:gdLst>
                <a:gd name="connsiteX0" fmla="*/ 0 w 117574"/>
                <a:gd name="connsiteY0" fmla="*/ 0 h 67670"/>
                <a:gd name="connsiteX1" fmla="*/ 6390 w 117574"/>
                <a:gd name="connsiteY1" fmla="*/ 67670 h 67670"/>
                <a:gd name="connsiteX2" fmla="*/ 111185 w 117574"/>
                <a:gd name="connsiteY2" fmla="*/ 67670 h 67670"/>
                <a:gd name="connsiteX3" fmla="*/ 117575 w 117574"/>
                <a:gd name="connsiteY3" fmla="*/ 0 h 67670"/>
              </a:gdLst>
              <a:ahLst/>
              <a:cxnLst>
                <a:cxn ang="0">
                  <a:pos x="connsiteX0" y="connsiteY0"/>
                </a:cxn>
                <a:cxn ang="0">
                  <a:pos x="connsiteX1" y="connsiteY1"/>
                </a:cxn>
                <a:cxn ang="0">
                  <a:pos x="connsiteX2" y="connsiteY2"/>
                </a:cxn>
                <a:cxn ang="0">
                  <a:pos x="connsiteX3" y="connsiteY3"/>
                </a:cxn>
              </a:cxnLst>
              <a:rect l="l" t="t" r="r" b="b"/>
              <a:pathLst>
                <a:path w="117574" h="67670">
                  <a:moveTo>
                    <a:pt x="0" y="0"/>
                  </a:moveTo>
                  <a:lnTo>
                    <a:pt x="6390" y="67670"/>
                  </a:lnTo>
                  <a:lnTo>
                    <a:pt x="111185" y="67670"/>
                  </a:lnTo>
                  <a:lnTo>
                    <a:pt x="117575" y="0"/>
                  </a:lnTo>
                  <a:close/>
                </a:path>
              </a:pathLst>
            </a:custGeom>
            <a:solidFill>
              <a:srgbClr val="046A38"/>
            </a:solidFill>
            <a:ln w="6390" cap="flat">
              <a:noFill/>
              <a:prstDash val="solid"/>
              <a:miter/>
            </a:ln>
          </p:spPr>
          <p:txBody>
            <a:bodyPr rtlCol="0" anchor="ctr"/>
            <a:lstStyle/>
            <a:p>
              <a:endParaRPr lang="en-US"/>
            </a:p>
          </p:txBody>
        </p:sp>
        <p:sp>
          <p:nvSpPr>
            <p:cNvPr id="1330" name="Graphic 4">
              <a:extLst>
                <a:ext uri="{FF2B5EF4-FFF2-40B4-BE49-F238E27FC236}">
                  <a16:creationId xmlns:a16="http://schemas.microsoft.com/office/drawing/2014/main" id="{1B444EAC-D153-4C40-83E7-94A1F43FE3DD}"/>
                </a:ext>
              </a:extLst>
            </p:cNvPr>
            <p:cNvSpPr/>
            <p:nvPr/>
          </p:nvSpPr>
          <p:spPr>
            <a:xfrm>
              <a:off x="2998797"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1 w 361670"/>
                <a:gd name="connsiteY3" fmla="*/ 180667 h 361333"/>
                <a:gd name="connsiteX4" fmla="*/ 180835 w 361670"/>
                <a:gd name="connsiteY4" fmla="*/ 0 h 361333"/>
                <a:gd name="connsiteX5" fmla="*/ 253681 w 361670"/>
                <a:gd name="connsiteY5" fmla="*/ 114273 h 361333"/>
                <a:gd name="connsiteX6" fmla="*/ 244735 w 361670"/>
                <a:gd name="connsiteY6" fmla="*/ 114273 h 361333"/>
                <a:gd name="connsiteX7" fmla="*/ 241540 w 361670"/>
                <a:gd name="connsiteY7" fmla="*/ 152577 h 361333"/>
                <a:gd name="connsiteX8" fmla="*/ 246013 w 361670"/>
                <a:gd name="connsiteY8" fmla="*/ 152577 h 361333"/>
                <a:gd name="connsiteX9" fmla="*/ 250486 w 361670"/>
                <a:gd name="connsiteY9" fmla="*/ 154492 h 361333"/>
                <a:gd name="connsiteX10" fmla="*/ 252403 w 361670"/>
                <a:gd name="connsiteY10" fmla="*/ 159600 h 361333"/>
                <a:gd name="connsiteX11" fmla="*/ 245374 w 361670"/>
                <a:gd name="connsiteY11" fmla="*/ 240038 h 361333"/>
                <a:gd name="connsiteX12" fmla="*/ 238984 w 361670"/>
                <a:gd name="connsiteY12" fmla="*/ 245783 h 361333"/>
                <a:gd name="connsiteX13" fmla="*/ 233872 w 361670"/>
                <a:gd name="connsiteY13" fmla="*/ 245783 h 361333"/>
                <a:gd name="connsiteX14" fmla="*/ 230677 w 361670"/>
                <a:gd name="connsiteY14" fmla="*/ 283449 h 361333"/>
                <a:gd name="connsiteX15" fmla="*/ 224287 w 361670"/>
                <a:gd name="connsiteY15" fmla="*/ 289194 h 361333"/>
                <a:gd name="connsiteX16" fmla="*/ 136745 w 361670"/>
                <a:gd name="connsiteY16" fmla="*/ 289194 h 361333"/>
                <a:gd name="connsiteX17" fmla="*/ 130355 w 361670"/>
                <a:gd name="connsiteY17" fmla="*/ 283449 h 361333"/>
                <a:gd name="connsiteX18" fmla="*/ 127160 w 361670"/>
                <a:gd name="connsiteY18" fmla="*/ 245783 h 361333"/>
                <a:gd name="connsiteX19" fmla="*/ 122048 w 361670"/>
                <a:gd name="connsiteY19" fmla="*/ 245783 h 361333"/>
                <a:gd name="connsiteX20" fmla="*/ 115658 w 361670"/>
                <a:gd name="connsiteY20" fmla="*/ 240038 h 361333"/>
                <a:gd name="connsiteX21" fmla="*/ 108629 w 361670"/>
                <a:gd name="connsiteY21" fmla="*/ 159600 h 361333"/>
                <a:gd name="connsiteX22" fmla="*/ 110546 w 361670"/>
                <a:gd name="connsiteY22" fmla="*/ 154492 h 361333"/>
                <a:gd name="connsiteX23" fmla="*/ 115019 w 361670"/>
                <a:gd name="connsiteY23" fmla="*/ 152577 h 361333"/>
                <a:gd name="connsiteX24" fmla="*/ 119492 w 361670"/>
                <a:gd name="connsiteY24" fmla="*/ 152577 h 361333"/>
                <a:gd name="connsiteX25" fmla="*/ 116297 w 361670"/>
                <a:gd name="connsiteY25" fmla="*/ 114273 h 361333"/>
                <a:gd name="connsiteX26" fmla="*/ 107351 w 361670"/>
                <a:gd name="connsiteY26" fmla="*/ 114273 h 361333"/>
                <a:gd name="connsiteX27" fmla="*/ 100961 w 361670"/>
                <a:gd name="connsiteY27" fmla="*/ 107889 h 361333"/>
                <a:gd name="connsiteX28" fmla="*/ 107351 w 361670"/>
                <a:gd name="connsiteY28" fmla="*/ 101505 h 361333"/>
                <a:gd name="connsiteX29" fmla="*/ 116297 w 361670"/>
                <a:gd name="connsiteY29" fmla="*/ 101505 h 361333"/>
                <a:gd name="connsiteX30" fmla="*/ 123326 w 361670"/>
                <a:gd name="connsiteY30" fmla="*/ 77246 h 361333"/>
                <a:gd name="connsiteX31" fmla="*/ 129716 w 361670"/>
                <a:gd name="connsiteY31" fmla="*/ 72778 h 361333"/>
                <a:gd name="connsiteX32" fmla="*/ 231955 w 361670"/>
                <a:gd name="connsiteY32" fmla="*/ 72778 h 361333"/>
                <a:gd name="connsiteX33" fmla="*/ 238345 w 361670"/>
                <a:gd name="connsiteY33" fmla="*/ 77246 h 361333"/>
                <a:gd name="connsiteX34" fmla="*/ 245374 w 361670"/>
                <a:gd name="connsiteY34" fmla="*/ 101505 h 361333"/>
                <a:gd name="connsiteX35" fmla="*/ 254320 w 361670"/>
                <a:gd name="connsiteY35" fmla="*/ 101505 h 361333"/>
                <a:gd name="connsiteX36" fmla="*/ 260710 w 361670"/>
                <a:gd name="connsiteY36" fmla="*/ 107889 h 361333"/>
                <a:gd name="connsiteX37" fmla="*/ 253681 w 361670"/>
                <a:gd name="connsiteY37" fmla="*/ 11427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1670" h="361333">
                  <a:moveTo>
                    <a:pt x="180835" y="0"/>
                  </a:moveTo>
                  <a:cubicBezTo>
                    <a:pt x="80513" y="0"/>
                    <a:pt x="0" y="81077"/>
                    <a:pt x="0" y="180667"/>
                  </a:cubicBezTo>
                  <a:cubicBezTo>
                    <a:pt x="0" y="280257"/>
                    <a:pt x="81152" y="361334"/>
                    <a:pt x="180835" y="361334"/>
                  </a:cubicBezTo>
                  <a:cubicBezTo>
                    <a:pt x="280518" y="361334"/>
                    <a:pt x="361671" y="280257"/>
                    <a:pt x="361671" y="180667"/>
                  </a:cubicBezTo>
                  <a:cubicBezTo>
                    <a:pt x="361671" y="81077"/>
                    <a:pt x="281157" y="0"/>
                    <a:pt x="180835" y="0"/>
                  </a:cubicBezTo>
                  <a:close/>
                  <a:moveTo>
                    <a:pt x="253681" y="114273"/>
                  </a:moveTo>
                  <a:lnTo>
                    <a:pt x="244735" y="114273"/>
                  </a:lnTo>
                  <a:lnTo>
                    <a:pt x="241540" y="152577"/>
                  </a:lnTo>
                  <a:lnTo>
                    <a:pt x="246013" y="152577"/>
                  </a:lnTo>
                  <a:cubicBezTo>
                    <a:pt x="247930" y="152577"/>
                    <a:pt x="249208" y="153216"/>
                    <a:pt x="250486" y="154492"/>
                  </a:cubicBezTo>
                  <a:cubicBezTo>
                    <a:pt x="251764" y="155769"/>
                    <a:pt x="252403" y="157684"/>
                    <a:pt x="252403" y="159600"/>
                  </a:cubicBezTo>
                  <a:lnTo>
                    <a:pt x="245374" y="240038"/>
                  </a:lnTo>
                  <a:cubicBezTo>
                    <a:pt x="245374" y="243230"/>
                    <a:pt x="242179" y="245783"/>
                    <a:pt x="238984" y="245783"/>
                  </a:cubicBezTo>
                  <a:lnTo>
                    <a:pt x="233872" y="245783"/>
                  </a:lnTo>
                  <a:lnTo>
                    <a:pt x="230677" y="283449"/>
                  </a:lnTo>
                  <a:cubicBezTo>
                    <a:pt x="230677" y="286641"/>
                    <a:pt x="227482" y="289194"/>
                    <a:pt x="224287" y="289194"/>
                  </a:cubicBezTo>
                  <a:lnTo>
                    <a:pt x="136745" y="289194"/>
                  </a:lnTo>
                  <a:cubicBezTo>
                    <a:pt x="133550" y="289194"/>
                    <a:pt x="130355" y="286641"/>
                    <a:pt x="130355" y="283449"/>
                  </a:cubicBezTo>
                  <a:lnTo>
                    <a:pt x="127160" y="245783"/>
                  </a:lnTo>
                  <a:lnTo>
                    <a:pt x="122048" y="245783"/>
                  </a:lnTo>
                  <a:cubicBezTo>
                    <a:pt x="118853" y="245783"/>
                    <a:pt x="116297" y="243230"/>
                    <a:pt x="115658" y="240038"/>
                  </a:cubicBezTo>
                  <a:lnTo>
                    <a:pt x="108629" y="159600"/>
                  </a:lnTo>
                  <a:cubicBezTo>
                    <a:pt x="108629" y="157684"/>
                    <a:pt x="109268" y="155769"/>
                    <a:pt x="110546" y="154492"/>
                  </a:cubicBezTo>
                  <a:cubicBezTo>
                    <a:pt x="111824" y="153216"/>
                    <a:pt x="113741" y="152577"/>
                    <a:pt x="115019" y="152577"/>
                  </a:cubicBezTo>
                  <a:lnTo>
                    <a:pt x="119492" y="152577"/>
                  </a:lnTo>
                  <a:lnTo>
                    <a:pt x="116297" y="114273"/>
                  </a:lnTo>
                  <a:lnTo>
                    <a:pt x="107351" y="114273"/>
                  </a:lnTo>
                  <a:cubicBezTo>
                    <a:pt x="103517" y="114273"/>
                    <a:pt x="100961" y="111720"/>
                    <a:pt x="100961" y="107889"/>
                  </a:cubicBezTo>
                  <a:cubicBezTo>
                    <a:pt x="100961" y="104059"/>
                    <a:pt x="103517" y="101505"/>
                    <a:pt x="107351" y="101505"/>
                  </a:cubicBezTo>
                  <a:lnTo>
                    <a:pt x="116297" y="101505"/>
                  </a:lnTo>
                  <a:lnTo>
                    <a:pt x="123326" y="77246"/>
                  </a:lnTo>
                  <a:cubicBezTo>
                    <a:pt x="123965" y="74693"/>
                    <a:pt x="126521" y="72778"/>
                    <a:pt x="129716" y="72778"/>
                  </a:cubicBezTo>
                  <a:lnTo>
                    <a:pt x="231955" y="72778"/>
                  </a:lnTo>
                  <a:cubicBezTo>
                    <a:pt x="234511" y="72778"/>
                    <a:pt x="237067" y="74693"/>
                    <a:pt x="238345" y="77246"/>
                  </a:cubicBezTo>
                  <a:lnTo>
                    <a:pt x="245374" y="101505"/>
                  </a:lnTo>
                  <a:lnTo>
                    <a:pt x="254320" y="101505"/>
                  </a:lnTo>
                  <a:cubicBezTo>
                    <a:pt x="258154" y="101505"/>
                    <a:pt x="260710" y="104059"/>
                    <a:pt x="260710" y="107889"/>
                  </a:cubicBezTo>
                  <a:cubicBezTo>
                    <a:pt x="260710" y="111720"/>
                    <a:pt x="257515" y="114273"/>
                    <a:pt x="253681" y="114273"/>
                  </a:cubicBezTo>
                  <a:close/>
                </a:path>
              </a:pathLst>
            </a:custGeom>
            <a:solidFill>
              <a:srgbClr val="046A38"/>
            </a:solidFill>
            <a:ln w="6390" cap="flat">
              <a:noFill/>
              <a:prstDash val="solid"/>
              <a:miter/>
            </a:ln>
          </p:spPr>
          <p:txBody>
            <a:bodyPr rtlCol="0" anchor="ctr"/>
            <a:lstStyle/>
            <a:p>
              <a:endParaRPr lang="en-US"/>
            </a:p>
          </p:txBody>
        </p:sp>
        <p:sp>
          <p:nvSpPr>
            <p:cNvPr id="1331" name="Graphic 4">
              <a:extLst>
                <a:ext uri="{FF2B5EF4-FFF2-40B4-BE49-F238E27FC236}">
                  <a16:creationId xmlns:a16="http://schemas.microsoft.com/office/drawing/2014/main" id="{D6921E02-229E-D14F-AA5B-09B038EB7000}"/>
                </a:ext>
              </a:extLst>
            </p:cNvPr>
            <p:cNvSpPr/>
            <p:nvPr/>
          </p:nvSpPr>
          <p:spPr>
            <a:xfrm>
              <a:off x="3127874" y="4422985"/>
              <a:ext cx="103517" cy="38303"/>
            </a:xfrm>
            <a:custGeom>
              <a:avLst/>
              <a:gdLst>
                <a:gd name="connsiteX0" fmla="*/ 3195 w 103517"/>
                <a:gd name="connsiteY0" fmla="*/ 38304 h 38303"/>
                <a:gd name="connsiteX1" fmla="*/ 100322 w 103517"/>
                <a:gd name="connsiteY1" fmla="*/ 38304 h 38303"/>
                <a:gd name="connsiteX2" fmla="*/ 103517 w 103517"/>
                <a:gd name="connsiteY2" fmla="*/ 0 h 38303"/>
                <a:gd name="connsiteX3" fmla="*/ 0 w 103517"/>
                <a:gd name="connsiteY3" fmla="*/ 0 h 38303"/>
              </a:gdLst>
              <a:ahLst/>
              <a:cxnLst>
                <a:cxn ang="0">
                  <a:pos x="connsiteX0" y="connsiteY0"/>
                </a:cxn>
                <a:cxn ang="0">
                  <a:pos x="connsiteX1" y="connsiteY1"/>
                </a:cxn>
                <a:cxn ang="0">
                  <a:pos x="connsiteX2" y="connsiteY2"/>
                </a:cxn>
                <a:cxn ang="0">
                  <a:pos x="connsiteX3" y="connsiteY3"/>
                </a:cxn>
              </a:cxnLst>
              <a:rect l="l" t="t" r="r" b="b"/>
              <a:pathLst>
                <a:path w="103517" h="38303">
                  <a:moveTo>
                    <a:pt x="3195" y="38304"/>
                  </a:moveTo>
                  <a:lnTo>
                    <a:pt x="100322" y="38304"/>
                  </a:lnTo>
                  <a:lnTo>
                    <a:pt x="103517" y="0"/>
                  </a:lnTo>
                  <a:lnTo>
                    <a:pt x="0" y="0"/>
                  </a:lnTo>
                  <a:close/>
                </a:path>
              </a:pathLst>
            </a:custGeom>
            <a:solidFill>
              <a:srgbClr val="046A38"/>
            </a:solidFill>
            <a:ln w="6390" cap="flat">
              <a:noFill/>
              <a:prstDash val="solid"/>
              <a:miter/>
            </a:ln>
          </p:spPr>
          <p:txBody>
            <a:bodyPr rtlCol="0" anchor="ctr"/>
            <a:lstStyle/>
            <a:p>
              <a:endParaRPr lang="en-US"/>
            </a:p>
          </p:txBody>
        </p:sp>
      </p:grpSp>
      <p:grpSp>
        <p:nvGrpSpPr>
          <p:cNvPr id="1332" name="Graphic 4">
            <a:extLst>
              <a:ext uri="{FF2B5EF4-FFF2-40B4-BE49-F238E27FC236}">
                <a16:creationId xmlns:a16="http://schemas.microsoft.com/office/drawing/2014/main" id="{B5F8EBDD-AFFE-1345-828E-4B85F1D90E57}"/>
              </a:ext>
            </a:extLst>
          </p:cNvPr>
          <p:cNvGrpSpPr/>
          <p:nvPr/>
        </p:nvGrpSpPr>
        <p:grpSpPr>
          <a:xfrm>
            <a:off x="4046108" y="4308712"/>
            <a:ext cx="361670" cy="361333"/>
            <a:chOff x="4046108" y="4308712"/>
            <a:chExt cx="361670" cy="361333"/>
          </a:xfrm>
          <a:solidFill>
            <a:srgbClr val="046A38"/>
          </a:solidFill>
        </p:grpSpPr>
        <p:sp>
          <p:nvSpPr>
            <p:cNvPr id="1333" name="Graphic 4">
              <a:extLst>
                <a:ext uri="{FF2B5EF4-FFF2-40B4-BE49-F238E27FC236}">
                  <a16:creationId xmlns:a16="http://schemas.microsoft.com/office/drawing/2014/main" id="{F47DDD40-BFC8-5A4C-9836-1908E0889053}"/>
                </a:ext>
              </a:extLst>
            </p:cNvPr>
            <p:cNvSpPr/>
            <p:nvPr/>
          </p:nvSpPr>
          <p:spPr>
            <a:xfrm>
              <a:off x="4125982" y="4427454"/>
              <a:ext cx="200657" cy="164068"/>
            </a:xfrm>
            <a:custGeom>
              <a:avLst/>
              <a:gdLst>
                <a:gd name="connsiteX0" fmla="*/ 154637 w 200657"/>
                <a:gd name="connsiteY0" fmla="*/ 0 h 164068"/>
                <a:gd name="connsiteX1" fmla="*/ 134828 w 200657"/>
                <a:gd name="connsiteY1" fmla="*/ 4468 h 164068"/>
                <a:gd name="connsiteX2" fmla="*/ 88181 w 200657"/>
                <a:gd name="connsiteY2" fmla="*/ 13406 h 164068"/>
                <a:gd name="connsiteX3" fmla="*/ 69650 w 200657"/>
                <a:gd name="connsiteY3" fmla="*/ 7022 h 164068"/>
                <a:gd name="connsiteX4" fmla="*/ 47285 w 200657"/>
                <a:gd name="connsiteY4" fmla="*/ 638 h 164068"/>
                <a:gd name="connsiteX5" fmla="*/ 0 w 200657"/>
                <a:gd name="connsiteY5" fmla="*/ 47880 h 164068"/>
                <a:gd name="connsiteX6" fmla="*/ 51119 w 200657"/>
                <a:gd name="connsiteY6" fmla="*/ 157046 h 164068"/>
                <a:gd name="connsiteX7" fmla="*/ 51758 w 200657"/>
                <a:gd name="connsiteY7" fmla="*/ 157684 h 164068"/>
                <a:gd name="connsiteX8" fmla="*/ 61982 w 200657"/>
                <a:gd name="connsiteY8" fmla="*/ 163430 h 164068"/>
                <a:gd name="connsiteX9" fmla="*/ 67733 w 200657"/>
                <a:gd name="connsiteY9" fmla="*/ 162792 h 164068"/>
                <a:gd name="connsiteX10" fmla="*/ 100322 w 200657"/>
                <a:gd name="connsiteY10" fmla="*/ 156408 h 164068"/>
                <a:gd name="connsiteX11" fmla="*/ 133549 w 200657"/>
                <a:gd name="connsiteY11" fmla="*/ 163430 h 164068"/>
                <a:gd name="connsiteX12" fmla="*/ 138662 w 200657"/>
                <a:gd name="connsiteY12" fmla="*/ 164068 h 164068"/>
                <a:gd name="connsiteX13" fmla="*/ 148885 w 200657"/>
                <a:gd name="connsiteY13" fmla="*/ 158323 h 164068"/>
                <a:gd name="connsiteX14" fmla="*/ 149524 w 200657"/>
                <a:gd name="connsiteY14" fmla="*/ 157684 h 164068"/>
                <a:gd name="connsiteX15" fmla="*/ 200644 w 200657"/>
                <a:gd name="connsiteY15" fmla="*/ 48518 h 164068"/>
                <a:gd name="connsiteX16" fmla="*/ 154637 w 200657"/>
                <a:gd name="connsiteY16" fmla="*/ 0 h 16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0657" h="164068">
                  <a:moveTo>
                    <a:pt x="154637" y="0"/>
                  </a:moveTo>
                  <a:cubicBezTo>
                    <a:pt x="146329" y="0"/>
                    <a:pt x="139939" y="1276"/>
                    <a:pt x="134828" y="4468"/>
                  </a:cubicBezTo>
                  <a:cubicBezTo>
                    <a:pt x="120131" y="13406"/>
                    <a:pt x="103517" y="16598"/>
                    <a:pt x="88181" y="13406"/>
                  </a:cubicBezTo>
                  <a:cubicBezTo>
                    <a:pt x="81791" y="12129"/>
                    <a:pt x="75401" y="9576"/>
                    <a:pt x="69650" y="7022"/>
                  </a:cubicBezTo>
                  <a:cubicBezTo>
                    <a:pt x="61982" y="3830"/>
                    <a:pt x="54953" y="638"/>
                    <a:pt x="47285" y="638"/>
                  </a:cubicBezTo>
                  <a:cubicBezTo>
                    <a:pt x="21087" y="638"/>
                    <a:pt x="0" y="21705"/>
                    <a:pt x="0" y="47880"/>
                  </a:cubicBezTo>
                  <a:cubicBezTo>
                    <a:pt x="0" y="116827"/>
                    <a:pt x="50480" y="157046"/>
                    <a:pt x="51119" y="157046"/>
                  </a:cubicBezTo>
                  <a:cubicBezTo>
                    <a:pt x="51119" y="157046"/>
                    <a:pt x="51758" y="157684"/>
                    <a:pt x="51758" y="157684"/>
                  </a:cubicBezTo>
                  <a:cubicBezTo>
                    <a:pt x="55593" y="161515"/>
                    <a:pt x="58148" y="163430"/>
                    <a:pt x="61982" y="163430"/>
                  </a:cubicBezTo>
                  <a:cubicBezTo>
                    <a:pt x="63899" y="163430"/>
                    <a:pt x="65816" y="163430"/>
                    <a:pt x="67733" y="162792"/>
                  </a:cubicBezTo>
                  <a:cubicBezTo>
                    <a:pt x="67733" y="162792"/>
                    <a:pt x="82430" y="156408"/>
                    <a:pt x="100322" y="156408"/>
                  </a:cubicBezTo>
                  <a:cubicBezTo>
                    <a:pt x="118214" y="156408"/>
                    <a:pt x="132911" y="162792"/>
                    <a:pt x="133549" y="163430"/>
                  </a:cubicBezTo>
                  <a:cubicBezTo>
                    <a:pt x="134828" y="164068"/>
                    <a:pt x="136744" y="164068"/>
                    <a:pt x="138662" y="164068"/>
                  </a:cubicBezTo>
                  <a:cubicBezTo>
                    <a:pt x="142496" y="164068"/>
                    <a:pt x="145690" y="162792"/>
                    <a:pt x="148885" y="158323"/>
                  </a:cubicBezTo>
                  <a:cubicBezTo>
                    <a:pt x="148885" y="158323"/>
                    <a:pt x="149524" y="157684"/>
                    <a:pt x="149524" y="157684"/>
                  </a:cubicBezTo>
                  <a:cubicBezTo>
                    <a:pt x="150164" y="157046"/>
                    <a:pt x="200644" y="117465"/>
                    <a:pt x="200644" y="48518"/>
                  </a:cubicBezTo>
                  <a:cubicBezTo>
                    <a:pt x="201283" y="21067"/>
                    <a:pt x="180196" y="0"/>
                    <a:pt x="154637" y="0"/>
                  </a:cubicBezTo>
                  <a:close/>
                </a:path>
              </a:pathLst>
            </a:custGeom>
            <a:solidFill>
              <a:srgbClr val="046A38"/>
            </a:solidFill>
            <a:ln w="6390" cap="flat">
              <a:noFill/>
              <a:prstDash val="solid"/>
              <a:miter/>
            </a:ln>
          </p:spPr>
          <p:txBody>
            <a:bodyPr rtlCol="0" anchor="ctr"/>
            <a:lstStyle/>
            <a:p>
              <a:endParaRPr lang="en-US"/>
            </a:p>
          </p:txBody>
        </p:sp>
        <p:sp>
          <p:nvSpPr>
            <p:cNvPr id="1334" name="Graphic 4">
              <a:extLst>
                <a:ext uri="{FF2B5EF4-FFF2-40B4-BE49-F238E27FC236}">
                  <a16:creationId xmlns:a16="http://schemas.microsoft.com/office/drawing/2014/main" id="{FE738ABB-3181-124C-8CF5-CF3AF940B34D}"/>
                </a:ext>
              </a:extLst>
            </p:cNvPr>
            <p:cNvSpPr/>
            <p:nvPr/>
          </p:nvSpPr>
          <p:spPr>
            <a:xfrm>
              <a:off x="4233333" y="4389150"/>
              <a:ext cx="32588" cy="32558"/>
            </a:xfrm>
            <a:custGeom>
              <a:avLst/>
              <a:gdLst>
                <a:gd name="connsiteX0" fmla="*/ 28116 w 32588"/>
                <a:gd name="connsiteY0" fmla="*/ 13406 h 32558"/>
                <a:gd name="connsiteX1" fmla="*/ 32589 w 32588"/>
                <a:gd name="connsiteY1" fmla="*/ 0 h 32558"/>
                <a:gd name="connsiteX2" fmla="*/ 7029 w 32588"/>
                <a:gd name="connsiteY2" fmla="*/ 11491 h 32558"/>
                <a:gd name="connsiteX3" fmla="*/ 0 w 32588"/>
                <a:gd name="connsiteY3" fmla="*/ 31920 h 32558"/>
                <a:gd name="connsiteX4" fmla="*/ 0 w 32588"/>
                <a:gd name="connsiteY4" fmla="*/ 32558 h 32558"/>
                <a:gd name="connsiteX5" fmla="*/ 28116 w 32588"/>
                <a:gd name="connsiteY5" fmla="*/ 13406 h 3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88" h="32558">
                  <a:moveTo>
                    <a:pt x="28116" y="13406"/>
                  </a:moveTo>
                  <a:cubicBezTo>
                    <a:pt x="30672" y="8937"/>
                    <a:pt x="31950" y="3830"/>
                    <a:pt x="32589" y="0"/>
                  </a:cubicBezTo>
                  <a:cubicBezTo>
                    <a:pt x="21087" y="1276"/>
                    <a:pt x="12141" y="5107"/>
                    <a:pt x="7029" y="11491"/>
                  </a:cubicBezTo>
                  <a:cubicBezTo>
                    <a:pt x="1278" y="17875"/>
                    <a:pt x="0" y="26812"/>
                    <a:pt x="0" y="31920"/>
                  </a:cubicBezTo>
                  <a:cubicBezTo>
                    <a:pt x="0" y="31920"/>
                    <a:pt x="0" y="31920"/>
                    <a:pt x="0" y="32558"/>
                  </a:cubicBezTo>
                  <a:cubicBezTo>
                    <a:pt x="12780" y="31281"/>
                    <a:pt x="22365" y="24897"/>
                    <a:pt x="28116" y="13406"/>
                  </a:cubicBezTo>
                  <a:close/>
                </a:path>
              </a:pathLst>
            </a:custGeom>
            <a:solidFill>
              <a:srgbClr val="046A38"/>
            </a:solidFill>
            <a:ln w="6390" cap="flat">
              <a:noFill/>
              <a:prstDash val="solid"/>
              <a:miter/>
            </a:ln>
          </p:spPr>
          <p:txBody>
            <a:bodyPr rtlCol="0" anchor="ctr"/>
            <a:lstStyle/>
            <a:p>
              <a:endParaRPr lang="en-US"/>
            </a:p>
          </p:txBody>
        </p:sp>
        <p:sp>
          <p:nvSpPr>
            <p:cNvPr id="1335" name="Graphic 4">
              <a:extLst>
                <a:ext uri="{FF2B5EF4-FFF2-40B4-BE49-F238E27FC236}">
                  <a16:creationId xmlns:a16="http://schemas.microsoft.com/office/drawing/2014/main" id="{81B649FE-6EA7-3B47-933B-9141A16E9FBD}"/>
                </a:ext>
              </a:extLst>
            </p:cNvPr>
            <p:cNvSpPr/>
            <p:nvPr/>
          </p:nvSpPr>
          <p:spPr>
            <a:xfrm>
              <a:off x="4046108"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238345 w 361670"/>
                <a:gd name="connsiteY5" fmla="*/ 284726 h 361333"/>
                <a:gd name="connsiteX6" fmla="*/ 218536 w 361670"/>
                <a:gd name="connsiteY6" fmla="*/ 294302 h 361333"/>
                <a:gd name="connsiteX7" fmla="*/ 208951 w 361670"/>
                <a:gd name="connsiteY7" fmla="*/ 292386 h 361333"/>
                <a:gd name="connsiteX8" fmla="*/ 180196 w 361670"/>
                <a:gd name="connsiteY8" fmla="*/ 286641 h 361333"/>
                <a:gd name="connsiteX9" fmla="*/ 152080 w 361670"/>
                <a:gd name="connsiteY9" fmla="*/ 292386 h 361333"/>
                <a:gd name="connsiteX10" fmla="*/ 141857 w 361670"/>
                <a:gd name="connsiteY10" fmla="*/ 294302 h 361333"/>
                <a:gd name="connsiteX11" fmla="*/ 122048 w 361670"/>
                <a:gd name="connsiteY11" fmla="*/ 284726 h 361333"/>
                <a:gd name="connsiteX12" fmla="*/ 66455 w 361670"/>
                <a:gd name="connsiteY12" fmla="*/ 165345 h 361333"/>
                <a:gd name="connsiteX13" fmla="*/ 126521 w 361670"/>
                <a:gd name="connsiteY13" fmla="*/ 105336 h 361333"/>
                <a:gd name="connsiteX14" fmla="*/ 153997 w 361670"/>
                <a:gd name="connsiteY14" fmla="*/ 112997 h 361333"/>
                <a:gd name="connsiteX15" fmla="*/ 169972 w 361670"/>
                <a:gd name="connsiteY15" fmla="*/ 118742 h 361333"/>
                <a:gd name="connsiteX16" fmla="*/ 173806 w 361670"/>
                <a:gd name="connsiteY16" fmla="*/ 119381 h 361333"/>
                <a:gd name="connsiteX17" fmla="*/ 173167 w 361670"/>
                <a:gd name="connsiteY17" fmla="*/ 112997 h 361333"/>
                <a:gd name="connsiteX18" fmla="*/ 153358 w 361670"/>
                <a:gd name="connsiteY18" fmla="*/ 79162 h 361333"/>
                <a:gd name="connsiteX19" fmla="*/ 151442 w 361670"/>
                <a:gd name="connsiteY19" fmla="*/ 70224 h 361333"/>
                <a:gd name="connsiteX20" fmla="*/ 160387 w 361670"/>
                <a:gd name="connsiteY20" fmla="*/ 68309 h 361333"/>
                <a:gd name="connsiteX21" fmla="*/ 178918 w 361670"/>
                <a:gd name="connsiteY21" fmla="*/ 89376 h 361333"/>
                <a:gd name="connsiteX22" fmla="*/ 182752 w 361670"/>
                <a:gd name="connsiteY22" fmla="*/ 83630 h 361333"/>
                <a:gd name="connsiteX23" fmla="*/ 225565 w 361670"/>
                <a:gd name="connsiteY23" fmla="*/ 67670 h 361333"/>
                <a:gd name="connsiteX24" fmla="*/ 231955 w 361670"/>
                <a:gd name="connsiteY24" fmla="*/ 74054 h 361333"/>
                <a:gd name="connsiteX25" fmla="*/ 225565 w 361670"/>
                <a:gd name="connsiteY25" fmla="*/ 99590 h 361333"/>
                <a:gd name="connsiteX26" fmla="*/ 221092 w 361670"/>
                <a:gd name="connsiteY26" fmla="*/ 106613 h 361333"/>
                <a:gd name="connsiteX27" fmla="*/ 233233 w 361670"/>
                <a:gd name="connsiteY27" fmla="*/ 105336 h 361333"/>
                <a:gd name="connsiteX28" fmla="*/ 293298 w 361670"/>
                <a:gd name="connsiteY28" fmla="*/ 165345 h 361333"/>
                <a:gd name="connsiteX29" fmla="*/ 238345 w 361670"/>
                <a:gd name="connsiteY29" fmla="*/ 28472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1670" h="361333">
                  <a:moveTo>
                    <a:pt x="180835" y="0"/>
                  </a:moveTo>
                  <a:cubicBezTo>
                    <a:pt x="80513" y="0"/>
                    <a:pt x="0" y="81077"/>
                    <a:pt x="0" y="180667"/>
                  </a:cubicBezTo>
                  <a:cubicBezTo>
                    <a:pt x="0" y="280257"/>
                    <a:pt x="81152" y="361334"/>
                    <a:pt x="180835" y="361334"/>
                  </a:cubicBezTo>
                  <a:cubicBezTo>
                    <a:pt x="280518" y="361334"/>
                    <a:pt x="361670" y="280257"/>
                    <a:pt x="361670" y="180667"/>
                  </a:cubicBezTo>
                  <a:cubicBezTo>
                    <a:pt x="361670" y="81077"/>
                    <a:pt x="280518" y="0"/>
                    <a:pt x="180835" y="0"/>
                  </a:cubicBezTo>
                  <a:close/>
                  <a:moveTo>
                    <a:pt x="238345" y="284726"/>
                  </a:moveTo>
                  <a:cubicBezTo>
                    <a:pt x="234511" y="289194"/>
                    <a:pt x="228121" y="294302"/>
                    <a:pt x="218536" y="294302"/>
                  </a:cubicBezTo>
                  <a:cubicBezTo>
                    <a:pt x="215341" y="294302"/>
                    <a:pt x="212146" y="293663"/>
                    <a:pt x="208951" y="292386"/>
                  </a:cubicBezTo>
                  <a:cubicBezTo>
                    <a:pt x="208312" y="292386"/>
                    <a:pt x="195532" y="286641"/>
                    <a:pt x="180196" y="286641"/>
                  </a:cubicBezTo>
                  <a:cubicBezTo>
                    <a:pt x="165499" y="286641"/>
                    <a:pt x="152080" y="292386"/>
                    <a:pt x="152080" y="292386"/>
                  </a:cubicBezTo>
                  <a:cubicBezTo>
                    <a:pt x="148247" y="293663"/>
                    <a:pt x="145052" y="294302"/>
                    <a:pt x="141857" y="294302"/>
                  </a:cubicBezTo>
                  <a:cubicBezTo>
                    <a:pt x="132272" y="294302"/>
                    <a:pt x="126521" y="289194"/>
                    <a:pt x="122048" y="284726"/>
                  </a:cubicBezTo>
                  <a:cubicBezTo>
                    <a:pt x="116297" y="280257"/>
                    <a:pt x="66455" y="238122"/>
                    <a:pt x="66455" y="165345"/>
                  </a:cubicBezTo>
                  <a:cubicBezTo>
                    <a:pt x="66455" y="132149"/>
                    <a:pt x="93293" y="105336"/>
                    <a:pt x="126521" y="105336"/>
                  </a:cubicBezTo>
                  <a:cubicBezTo>
                    <a:pt x="136744" y="105336"/>
                    <a:pt x="145690" y="109166"/>
                    <a:pt x="153997" y="112997"/>
                  </a:cubicBezTo>
                  <a:cubicBezTo>
                    <a:pt x="159109" y="115550"/>
                    <a:pt x="164221" y="117465"/>
                    <a:pt x="169972" y="118742"/>
                  </a:cubicBezTo>
                  <a:cubicBezTo>
                    <a:pt x="171250" y="118742"/>
                    <a:pt x="172528" y="119381"/>
                    <a:pt x="173806" y="119381"/>
                  </a:cubicBezTo>
                  <a:cubicBezTo>
                    <a:pt x="173806" y="118104"/>
                    <a:pt x="173167" y="116189"/>
                    <a:pt x="173167" y="112997"/>
                  </a:cubicBezTo>
                  <a:cubicBezTo>
                    <a:pt x="170611" y="90653"/>
                    <a:pt x="154637" y="79800"/>
                    <a:pt x="153358" y="79162"/>
                  </a:cubicBezTo>
                  <a:cubicBezTo>
                    <a:pt x="150164" y="77246"/>
                    <a:pt x="149524" y="73416"/>
                    <a:pt x="151442" y="70224"/>
                  </a:cubicBezTo>
                  <a:cubicBezTo>
                    <a:pt x="153358" y="67032"/>
                    <a:pt x="157192" y="66394"/>
                    <a:pt x="160387" y="68309"/>
                  </a:cubicBezTo>
                  <a:cubicBezTo>
                    <a:pt x="161027" y="68947"/>
                    <a:pt x="171250" y="75331"/>
                    <a:pt x="178918" y="89376"/>
                  </a:cubicBezTo>
                  <a:cubicBezTo>
                    <a:pt x="180196" y="87461"/>
                    <a:pt x="181474" y="85546"/>
                    <a:pt x="182752" y="83630"/>
                  </a:cubicBezTo>
                  <a:cubicBezTo>
                    <a:pt x="191698" y="72778"/>
                    <a:pt x="206395" y="67670"/>
                    <a:pt x="225565" y="67670"/>
                  </a:cubicBezTo>
                  <a:cubicBezTo>
                    <a:pt x="228760" y="67670"/>
                    <a:pt x="231955" y="70224"/>
                    <a:pt x="231955" y="74054"/>
                  </a:cubicBezTo>
                  <a:cubicBezTo>
                    <a:pt x="231955" y="74693"/>
                    <a:pt x="231955" y="86822"/>
                    <a:pt x="225565" y="99590"/>
                  </a:cubicBezTo>
                  <a:cubicBezTo>
                    <a:pt x="224287" y="102144"/>
                    <a:pt x="223009" y="104059"/>
                    <a:pt x="221092" y="106613"/>
                  </a:cubicBezTo>
                  <a:cubicBezTo>
                    <a:pt x="224926" y="105974"/>
                    <a:pt x="228760" y="105336"/>
                    <a:pt x="233233" y="105336"/>
                  </a:cubicBezTo>
                  <a:cubicBezTo>
                    <a:pt x="266460" y="105336"/>
                    <a:pt x="293298" y="132149"/>
                    <a:pt x="293298" y="165345"/>
                  </a:cubicBezTo>
                  <a:cubicBezTo>
                    <a:pt x="293937" y="238122"/>
                    <a:pt x="244735" y="280257"/>
                    <a:pt x="238345" y="284726"/>
                  </a:cubicBezTo>
                  <a:close/>
                </a:path>
              </a:pathLst>
            </a:custGeom>
            <a:solidFill>
              <a:srgbClr val="046A38"/>
            </a:solidFill>
            <a:ln w="6390" cap="flat">
              <a:noFill/>
              <a:prstDash val="solid"/>
              <a:miter/>
            </a:ln>
          </p:spPr>
          <p:txBody>
            <a:bodyPr rtlCol="0" anchor="ctr"/>
            <a:lstStyle/>
            <a:p>
              <a:endParaRPr lang="en-US"/>
            </a:p>
          </p:txBody>
        </p:sp>
      </p:grpSp>
      <p:grpSp>
        <p:nvGrpSpPr>
          <p:cNvPr id="1336" name="Graphic 4">
            <a:extLst>
              <a:ext uri="{FF2B5EF4-FFF2-40B4-BE49-F238E27FC236}">
                <a16:creationId xmlns:a16="http://schemas.microsoft.com/office/drawing/2014/main" id="{3EED6F5E-F4CE-9D42-BA81-CD1F0CB896AA}"/>
              </a:ext>
            </a:extLst>
          </p:cNvPr>
          <p:cNvGrpSpPr/>
          <p:nvPr/>
        </p:nvGrpSpPr>
        <p:grpSpPr>
          <a:xfrm>
            <a:off x="2998797" y="4792617"/>
            <a:ext cx="361670" cy="361333"/>
            <a:chOff x="2998797" y="4792617"/>
            <a:chExt cx="361670" cy="361333"/>
          </a:xfrm>
          <a:solidFill>
            <a:srgbClr val="046A38"/>
          </a:solidFill>
        </p:grpSpPr>
        <p:sp>
          <p:nvSpPr>
            <p:cNvPr id="1337" name="Graphic 4">
              <a:extLst>
                <a:ext uri="{FF2B5EF4-FFF2-40B4-BE49-F238E27FC236}">
                  <a16:creationId xmlns:a16="http://schemas.microsoft.com/office/drawing/2014/main" id="{91622DF6-1575-AE40-BDD2-15658D4A106C}"/>
                </a:ext>
              </a:extLst>
            </p:cNvPr>
            <p:cNvSpPr/>
            <p:nvPr/>
          </p:nvSpPr>
          <p:spPr>
            <a:xfrm>
              <a:off x="3116372" y="4876248"/>
              <a:ext cx="126520" cy="38942"/>
            </a:xfrm>
            <a:custGeom>
              <a:avLst/>
              <a:gdLst>
                <a:gd name="connsiteX0" fmla="*/ 0 w 126520"/>
                <a:gd name="connsiteY0" fmla="*/ 38942 h 38942"/>
                <a:gd name="connsiteX1" fmla="*/ 126521 w 126520"/>
                <a:gd name="connsiteY1" fmla="*/ 38942 h 38942"/>
                <a:gd name="connsiteX2" fmla="*/ 120770 w 126520"/>
                <a:gd name="connsiteY2" fmla="*/ 23621 h 38942"/>
                <a:gd name="connsiteX3" fmla="*/ 118853 w 126520"/>
                <a:gd name="connsiteY3" fmla="*/ 19152 h 38942"/>
                <a:gd name="connsiteX4" fmla="*/ 120131 w 126520"/>
                <a:gd name="connsiteY4" fmla="*/ 0 h 38942"/>
                <a:gd name="connsiteX5" fmla="*/ 5751 w 126520"/>
                <a:gd name="connsiteY5" fmla="*/ 0 h 38942"/>
                <a:gd name="connsiteX6" fmla="*/ 7029 w 126520"/>
                <a:gd name="connsiteY6" fmla="*/ 19152 h 38942"/>
                <a:gd name="connsiteX7" fmla="*/ 5112 w 126520"/>
                <a:gd name="connsiteY7" fmla="*/ 23621 h 38942"/>
                <a:gd name="connsiteX8" fmla="*/ 0 w 126520"/>
                <a:gd name="connsiteY8" fmla="*/ 38942 h 3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6520" h="38942">
                  <a:moveTo>
                    <a:pt x="0" y="38942"/>
                  </a:moveTo>
                  <a:lnTo>
                    <a:pt x="126521" y="38942"/>
                  </a:lnTo>
                  <a:cubicBezTo>
                    <a:pt x="125882" y="33197"/>
                    <a:pt x="123965" y="27451"/>
                    <a:pt x="120770" y="23621"/>
                  </a:cubicBezTo>
                  <a:cubicBezTo>
                    <a:pt x="119492" y="22344"/>
                    <a:pt x="118853" y="20429"/>
                    <a:pt x="118853" y="19152"/>
                  </a:cubicBezTo>
                  <a:lnTo>
                    <a:pt x="120131" y="0"/>
                  </a:lnTo>
                  <a:lnTo>
                    <a:pt x="5751" y="0"/>
                  </a:lnTo>
                  <a:lnTo>
                    <a:pt x="7029" y="19152"/>
                  </a:lnTo>
                  <a:cubicBezTo>
                    <a:pt x="7029" y="21067"/>
                    <a:pt x="6390" y="22344"/>
                    <a:pt x="5112" y="23621"/>
                  </a:cubicBezTo>
                  <a:cubicBezTo>
                    <a:pt x="2556" y="27451"/>
                    <a:pt x="639" y="33197"/>
                    <a:pt x="0" y="38942"/>
                  </a:cubicBezTo>
                  <a:close/>
                </a:path>
              </a:pathLst>
            </a:custGeom>
            <a:solidFill>
              <a:srgbClr val="046A38"/>
            </a:solidFill>
            <a:ln w="6390" cap="flat">
              <a:noFill/>
              <a:prstDash val="solid"/>
              <a:miter/>
            </a:ln>
          </p:spPr>
          <p:txBody>
            <a:bodyPr rtlCol="0" anchor="ctr"/>
            <a:lstStyle/>
            <a:p>
              <a:endParaRPr lang="en-US"/>
            </a:p>
          </p:txBody>
        </p:sp>
        <p:sp>
          <p:nvSpPr>
            <p:cNvPr id="1338" name="Graphic 4">
              <a:extLst>
                <a:ext uri="{FF2B5EF4-FFF2-40B4-BE49-F238E27FC236}">
                  <a16:creationId xmlns:a16="http://schemas.microsoft.com/office/drawing/2014/main" id="{BFD11E44-131D-D847-9CE9-7E6054113F96}"/>
                </a:ext>
              </a:extLst>
            </p:cNvPr>
            <p:cNvSpPr/>
            <p:nvPr/>
          </p:nvSpPr>
          <p:spPr>
            <a:xfrm>
              <a:off x="3118289" y="4927958"/>
              <a:ext cx="122047" cy="144278"/>
            </a:xfrm>
            <a:custGeom>
              <a:avLst/>
              <a:gdLst>
                <a:gd name="connsiteX0" fmla="*/ 0 w 122047"/>
                <a:gd name="connsiteY0" fmla="*/ 0 h 144278"/>
                <a:gd name="connsiteX1" fmla="*/ 7029 w 122047"/>
                <a:gd name="connsiteY1" fmla="*/ 11491 h 144278"/>
                <a:gd name="connsiteX2" fmla="*/ 8946 w 122047"/>
                <a:gd name="connsiteY2" fmla="*/ 15960 h 144278"/>
                <a:gd name="connsiteX3" fmla="*/ 18531 w 122047"/>
                <a:gd name="connsiteY3" fmla="*/ 144278 h 144278"/>
                <a:gd name="connsiteX4" fmla="*/ 103517 w 122047"/>
                <a:gd name="connsiteY4" fmla="*/ 144278 h 144278"/>
                <a:gd name="connsiteX5" fmla="*/ 113102 w 122047"/>
                <a:gd name="connsiteY5" fmla="*/ 15960 h 144278"/>
                <a:gd name="connsiteX6" fmla="*/ 115019 w 122047"/>
                <a:gd name="connsiteY6" fmla="*/ 11491 h 144278"/>
                <a:gd name="connsiteX7" fmla="*/ 122048 w 122047"/>
                <a:gd name="connsiteY7" fmla="*/ 0 h 144278"/>
                <a:gd name="connsiteX8" fmla="*/ 0 w 122047"/>
                <a:gd name="connsiteY8" fmla="*/ 0 h 14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047" h="144278">
                  <a:moveTo>
                    <a:pt x="0" y="0"/>
                  </a:moveTo>
                  <a:cubicBezTo>
                    <a:pt x="1278" y="4469"/>
                    <a:pt x="3834" y="8299"/>
                    <a:pt x="7029" y="11491"/>
                  </a:cubicBezTo>
                  <a:cubicBezTo>
                    <a:pt x="8307" y="12768"/>
                    <a:pt x="8946" y="14045"/>
                    <a:pt x="8946" y="15960"/>
                  </a:cubicBezTo>
                  <a:lnTo>
                    <a:pt x="18531" y="144278"/>
                  </a:lnTo>
                  <a:lnTo>
                    <a:pt x="103517" y="144278"/>
                  </a:lnTo>
                  <a:lnTo>
                    <a:pt x="113102" y="15960"/>
                  </a:lnTo>
                  <a:cubicBezTo>
                    <a:pt x="113102" y="14045"/>
                    <a:pt x="113741" y="12768"/>
                    <a:pt x="115019" y="11491"/>
                  </a:cubicBezTo>
                  <a:cubicBezTo>
                    <a:pt x="118214" y="8938"/>
                    <a:pt x="120770" y="5107"/>
                    <a:pt x="122048" y="0"/>
                  </a:cubicBezTo>
                  <a:lnTo>
                    <a:pt x="0" y="0"/>
                  </a:lnTo>
                  <a:close/>
                </a:path>
              </a:pathLst>
            </a:custGeom>
            <a:solidFill>
              <a:srgbClr val="046A38"/>
            </a:solidFill>
            <a:ln w="6390" cap="flat">
              <a:noFill/>
              <a:prstDash val="solid"/>
              <a:miter/>
            </a:ln>
          </p:spPr>
          <p:txBody>
            <a:bodyPr rtlCol="0" anchor="ctr"/>
            <a:lstStyle/>
            <a:p>
              <a:endParaRPr lang="en-US"/>
            </a:p>
          </p:txBody>
        </p:sp>
        <p:sp>
          <p:nvSpPr>
            <p:cNvPr id="1339" name="Graphic 4">
              <a:extLst>
                <a:ext uri="{FF2B5EF4-FFF2-40B4-BE49-F238E27FC236}">
                  <a16:creationId xmlns:a16="http://schemas.microsoft.com/office/drawing/2014/main" id="{2974C47F-2DB6-F54B-90D0-FD353976B03C}"/>
                </a:ext>
              </a:extLst>
            </p:cNvPr>
            <p:cNvSpPr/>
            <p:nvPr/>
          </p:nvSpPr>
          <p:spPr>
            <a:xfrm>
              <a:off x="2998797"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1 w 361670"/>
                <a:gd name="connsiteY3" fmla="*/ 180667 h 361333"/>
                <a:gd name="connsiteX4" fmla="*/ 180835 w 361670"/>
                <a:gd name="connsiteY4" fmla="*/ 0 h 361333"/>
                <a:gd name="connsiteX5" fmla="*/ 256237 w 361670"/>
                <a:gd name="connsiteY5" fmla="*/ 132787 h 361333"/>
                <a:gd name="connsiteX6" fmla="*/ 245374 w 361670"/>
                <a:gd name="connsiteY6" fmla="*/ 154492 h 361333"/>
                <a:gd name="connsiteX7" fmla="*/ 235150 w 361670"/>
                <a:gd name="connsiteY7" fmla="*/ 286641 h 361333"/>
                <a:gd name="connsiteX8" fmla="*/ 228760 w 361670"/>
                <a:gd name="connsiteY8" fmla="*/ 292387 h 361333"/>
                <a:gd name="connsiteX9" fmla="*/ 132272 w 361670"/>
                <a:gd name="connsiteY9" fmla="*/ 292387 h 361333"/>
                <a:gd name="connsiteX10" fmla="*/ 125882 w 361670"/>
                <a:gd name="connsiteY10" fmla="*/ 286641 h 361333"/>
                <a:gd name="connsiteX11" fmla="*/ 115658 w 361670"/>
                <a:gd name="connsiteY11" fmla="*/ 154492 h 361333"/>
                <a:gd name="connsiteX12" fmla="*/ 104795 w 361670"/>
                <a:gd name="connsiteY12" fmla="*/ 132787 h 361333"/>
                <a:gd name="connsiteX13" fmla="*/ 111185 w 361670"/>
                <a:gd name="connsiteY13" fmla="*/ 100867 h 361333"/>
                <a:gd name="connsiteX14" fmla="*/ 109268 w 361670"/>
                <a:gd name="connsiteY14" fmla="*/ 77246 h 361333"/>
                <a:gd name="connsiteX15" fmla="*/ 111185 w 361670"/>
                <a:gd name="connsiteY15" fmla="*/ 72139 h 361333"/>
                <a:gd name="connsiteX16" fmla="*/ 115658 w 361670"/>
                <a:gd name="connsiteY16" fmla="*/ 70224 h 361333"/>
                <a:gd name="connsiteX17" fmla="*/ 244096 w 361670"/>
                <a:gd name="connsiteY17" fmla="*/ 70224 h 361333"/>
                <a:gd name="connsiteX18" fmla="*/ 248569 w 361670"/>
                <a:gd name="connsiteY18" fmla="*/ 72139 h 361333"/>
                <a:gd name="connsiteX19" fmla="*/ 250486 w 361670"/>
                <a:gd name="connsiteY19" fmla="*/ 77246 h 361333"/>
                <a:gd name="connsiteX20" fmla="*/ 248569 w 361670"/>
                <a:gd name="connsiteY20" fmla="*/ 100867 h 361333"/>
                <a:gd name="connsiteX21" fmla="*/ 256237 w 361670"/>
                <a:gd name="connsiteY21" fmla="*/ 13278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1670" h="361333">
                  <a:moveTo>
                    <a:pt x="180835" y="0"/>
                  </a:moveTo>
                  <a:cubicBezTo>
                    <a:pt x="80513" y="0"/>
                    <a:pt x="0" y="81077"/>
                    <a:pt x="0" y="180667"/>
                  </a:cubicBezTo>
                  <a:cubicBezTo>
                    <a:pt x="0" y="280257"/>
                    <a:pt x="81152" y="361334"/>
                    <a:pt x="180835" y="361334"/>
                  </a:cubicBezTo>
                  <a:cubicBezTo>
                    <a:pt x="281157" y="361334"/>
                    <a:pt x="361671" y="280257"/>
                    <a:pt x="361671" y="180667"/>
                  </a:cubicBezTo>
                  <a:cubicBezTo>
                    <a:pt x="361671" y="81077"/>
                    <a:pt x="281157" y="0"/>
                    <a:pt x="180835" y="0"/>
                  </a:cubicBezTo>
                  <a:close/>
                  <a:moveTo>
                    <a:pt x="256237" y="132787"/>
                  </a:moveTo>
                  <a:cubicBezTo>
                    <a:pt x="254959" y="141086"/>
                    <a:pt x="251125" y="148747"/>
                    <a:pt x="245374" y="154492"/>
                  </a:cubicBezTo>
                  <a:lnTo>
                    <a:pt x="235150" y="286641"/>
                  </a:lnTo>
                  <a:cubicBezTo>
                    <a:pt x="235150" y="289833"/>
                    <a:pt x="231955" y="292387"/>
                    <a:pt x="228760" y="292387"/>
                  </a:cubicBezTo>
                  <a:lnTo>
                    <a:pt x="132272" y="292387"/>
                  </a:lnTo>
                  <a:cubicBezTo>
                    <a:pt x="129077" y="292387"/>
                    <a:pt x="125882" y="289833"/>
                    <a:pt x="125882" y="286641"/>
                  </a:cubicBezTo>
                  <a:lnTo>
                    <a:pt x="115658" y="154492"/>
                  </a:lnTo>
                  <a:cubicBezTo>
                    <a:pt x="110546" y="148747"/>
                    <a:pt x="106712" y="141724"/>
                    <a:pt x="104795" y="132787"/>
                  </a:cubicBezTo>
                  <a:cubicBezTo>
                    <a:pt x="102878" y="120657"/>
                    <a:pt x="104795" y="109166"/>
                    <a:pt x="111185" y="100867"/>
                  </a:cubicBezTo>
                  <a:lnTo>
                    <a:pt x="109268" y="77246"/>
                  </a:lnTo>
                  <a:cubicBezTo>
                    <a:pt x="109268" y="75331"/>
                    <a:pt x="109907" y="73416"/>
                    <a:pt x="111185" y="72139"/>
                  </a:cubicBezTo>
                  <a:cubicBezTo>
                    <a:pt x="112463" y="70862"/>
                    <a:pt x="114380" y="70224"/>
                    <a:pt x="115658" y="70224"/>
                  </a:cubicBezTo>
                  <a:lnTo>
                    <a:pt x="244096" y="70224"/>
                  </a:lnTo>
                  <a:cubicBezTo>
                    <a:pt x="246013" y="70224"/>
                    <a:pt x="247291" y="70862"/>
                    <a:pt x="248569" y="72139"/>
                  </a:cubicBezTo>
                  <a:cubicBezTo>
                    <a:pt x="249847" y="73416"/>
                    <a:pt x="250486" y="75331"/>
                    <a:pt x="250486" y="77246"/>
                  </a:cubicBezTo>
                  <a:lnTo>
                    <a:pt x="248569" y="100867"/>
                  </a:lnTo>
                  <a:cubicBezTo>
                    <a:pt x="255597" y="109166"/>
                    <a:pt x="258154" y="120657"/>
                    <a:pt x="256237" y="132787"/>
                  </a:cubicBezTo>
                  <a:close/>
                </a:path>
              </a:pathLst>
            </a:custGeom>
            <a:solidFill>
              <a:srgbClr val="046A38"/>
            </a:solidFill>
            <a:ln w="6390" cap="flat">
              <a:noFill/>
              <a:prstDash val="solid"/>
              <a:miter/>
            </a:ln>
          </p:spPr>
          <p:txBody>
            <a:bodyPr rtlCol="0" anchor="ctr"/>
            <a:lstStyle/>
            <a:p>
              <a:endParaRPr lang="en-US"/>
            </a:p>
          </p:txBody>
        </p:sp>
      </p:grpSp>
      <p:grpSp>
        <p:nvGrpSpPr>
          <p:cNvPr id="1340" name="Graphic 4">
            <a:extLst>
              <a:ext uri="{FF2B5EF4-FFF2-40B4-BE49-F238E27FC236}">
                <a16:creationId xmlns:a16="http://schemas.microsoft.com/office/drawing/2014/main" id="{77E49AB1-1A21-ED41-85B7-66174016D27D}"/>
              </a:ext>
            </a:extLst>
          </p:cNvPr>
          <p:cNvGrpSpPr/>
          <p:nvPr/>
        </p:nvGrpSpPr>
        <p:grpSpPr>
          <a:xfrm>
            <a:off x="2998797" y="3824168"/>
            <a:ext cx="361670" cy="361333"/>
            <a:chOff x="2998797" y="3824168"/>
            <a:chExt cx="361670" cy="361333"/>
          </a:xfrm>
          <a:solidFill>
            <a:srgbClr val="046A38"/>
          </a:solidFill>
        </p:grpSpPr>
        <p:sp>
          <p:nvSpPr>
            <p:cNvPr id="1341" name="Graphic 4">
              <a:extLst>
                <a:ext uri="{FF2B5EF4-FFF2-40B4-BE49-F238E27FC236}">
                  <a16:creationId xmlns:a16="http://schemas.microsoft.com/office/drawing/2014/main" id="{E8F4ECA8-9C7C-AB4E-AC40-1A9C976014A8}"/>
                </a:ext>
              </a:extLst>
            </p:cNvPr>
            <p:cNvSpPr/>
            <p:nvPr/>
          </p:nvSpPr>
          <p:spPr>
            <a:xfrm>
              <a:off x="3102629" y="3987785"/>
              <a:ext cx="38663" cy="82880"/>
            </a:xfrm>
            <a:custGeom>
              <a:avLst/>
              <a:gdLst>
                <a:gd name="connsiteX0" fmla="*/ 30357 w 38663"/>
                <a:gd name="connsiteY0" fmla="*/ 40670 h 82880"/>
                <a:gd name="connsiteX1" fmla="*/ 36108 w 38663"/>
                <a:gd name="connsiteY1" fmla="*/ 34286 h 82880"/>
                <a:gd name="connsiteX2" fmla="*/ 38664 w 38663"/>
                <a:gd name="connsiteY2" fmla="*/ 11303 h 82880"/>
                <a:gd name="connsiteX3" fmla="*/ 14382 w 38663"/>
                <a:gd name="connsiteY3" fmla="*/ 450 h 82880"/>
                <a:gd name="connsiteX4" fmla="*/ 5436 w 38663"/>
                <a:gd name="connsiteY4" fmla="*/ 17049 h 82880"/>
                <a:gd name="connsiteX5" fmla="*/ 5436 w 38663"/>
                <a:gd name="connsiteY5" fmla="*/ 80250 h 82880"/>
                <a:gd name="connsiteX6" fmla="*/ 30996 w 38663"/>
                <a:gd name="connsiteY6" fmla="*/ 79612 h 82880"/>
                <a:gd name="connsiteX7" fmla="*/ 34830 w 38663"/>
                <a:gd name="connsiteY7" fmla="*/ 46415 h 82880"/>
                <a:gd name="connsiteX8" fmla="*/ 30357 w 38663"/>
                <a:gd name="connsiteY8" fmla="*/ 40670 h 82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663" h="82880">
                  <a:moveTo>
                    <a:pt x="30357" y="40670"/>
                  </a:moveTo>
                  <a:cubicBezTo>
                    <a:pt x="30357" y="37478"/>
                    <a:pt x="32913" y="34286"/>
                    <a:pt x="36108" y="34286"/>
                  </a:cubicBezTo>
                  <a:lnTo>
                    <a:pt x="38664" y="11303"/>
                  </a:lnTo>
                  <a:cubicBezTo>
                    <a:pt x="33552" y="6834"/>
                    <a:pt x="22050" y="-2103"/>
                    <a:pt x="14382" y="450"/>
                  </a:cubicBezTo>
                  <a:cubicBezTo>
                    <a:pt x="8631" y="2366"/>
                    <a:pt x="6714" y="10665"/>
                    <a:pt x="5436" y="17049"/>
                  </a:cubicBezTo>
                  <a:cubicBezTo>
                    <a:pt x="963" y="43223"/>
                    <a:pt x="-4149" y="71951"/>
                    <a:pt x="5436" y="80250"/>
                  </a:cubicBezTo>
                  <a:cubicBezTo>
                    <a:pt x="11187" y="84719"/>
                    <a:pt x="22050" y="82804"/>
                    <a:pt x="30996" y="79612"/>
                  </a:cubicBezTo>
                  <a:lnTo>
                    <a:pt x="34830" y="46415"/>
                  </a:lnTo>
                  <a:cubicBezTo>
                    <a:pt x="32274" y="45777"/>
                    <a:pt x="30357" y="43862"/>
                    <a:pt x="30357" y="40670"/>
                  </a:cubicBezTo>
                  <a:close/>
                </a:path>
              </a:pathLst>
            </a:custGeom>
            <a:solidFill>
              <a:srgbClr val="046A38"/>
            </a:solidFill>
            <a:ln w="6390" cap="flat">
              <a:noFill/>
              <a:prstDash val="solid"/>
              <a:miter/>
            </a:ln>
          </p:spPr>
          <p:txBody>
            <a:bodyPr rtlCol="0" anchor="ctr"/>
            <a:lstStyle/>
            <a:p>
              <a:endParaRPr lang="en-US"/>
            </a:p>
          </p:txBody>
        </p:sp>
        <p:sp>
          <p:nvSpPr>
            <p:cNvPr id="1342" name="Graphic 4">
              <a:extLst>
                <a:ext uri="{FF2B5EF4-FFF2-40B4-BE49-F238E27FC236}">
                  <a16:creationId xmlns:a16="http://schemas.microsoft.com/office/drawing/2014/main" id="{81021DB1-EAC0-8D4F-9A6F-4E7F82D3D26C}"/>
                </a:ext>
              </a:extLst>
            </p:cNvPr>
            <p:cNvSpPr/>
            <p:nvPr/>
          </p:nvSpPr>
          <p:spPr>
            <a:xfrm>
              <a:off x="3143210" y="3901414"/>
              <a:ext cx="99044" cy="54263"/>
            </a:xfrm>
            <a:custGeom>
              <a:avLst/>
              <a:gdLst>
                <a:gd name="connsiteX0" fmla="*/ 8946 w 99044"/>
                <a:gd name="connsiteY0" fmla="*/ 54264 h 54263"/>
                <a:gd name="connsiteX1" fmla="*/ 8946 w 99044"/>
                <a:gd name="connsiteY1" fmla="*/ 54264 h 54263"/>
                <a:gd name="connsiteX2" fmla="*/ 89459 w 99044"/>
                <a:gd name="connsiteY2" fmla="*/ 54264 h 54263"/>
                <a:gd name="connsiteX3" fmla="*/ 90098 w 99044"/>
                <a:gd name="connsiteY3" fmla="*/ 54264 h 54263"/>
                <a:gd name="connsiteX4" fmla="*/ 99044 w 99044"/>
                <a:gd name="connsiteY4" fmla="*/ 40219 h 54263"/>
                <a:gd name="connsiteX5" fmla="*/ 83708 w 99044"/>
                <a:gd name="connsiteY5" fmla="*/ 24898 h 54263"/>
                <a:gd name="connsiteX6" fmla="*/ 79235 w 99044"/>
                <a:gd name="connsiteY6" fmla="*/ 25536 h 54263"/>
                <a:gd name="connsiteX7" fmla="*/ 73484 w 99044"/>
                <a:gd name="connsiteY7" fmla="*/ 24898 h 54263"/>
                <a:gd name="connsiteX8" fmla="*/ 70928 w 99044"/>
                <a:gd name="connsiteY8" fmla="*/ 19790 h 54263"/>
                <a:gd name="connsiteX9" fmla="*/ 50480 w 99044"/>
                <a:gd name="connsiteY9" fmla="*/ 0 h 54263"/>
                <a:gd name="connsiteX10" fmla="*/ 30033 w 99044"/>
                <a:gd name="connsiteY10" fmla="*/ 17237 h 54263"/>
                <a:gd name="connsiteX11" fmla="*/ 27477 w 99044"/>
                <a:gd name="connsiteY11" fmla="*/ 21706 h 54263"/>
                <a:gd name="connsiteX12" fmla="*/ 22365 w 99044"/>
                <a:gd name="connsiteY12" fmla="*/ 22344 h 54263"/>
                <a:gd name="connsiteX13" fmla="*/ 17892 w 99044"/>
                <a:gd name="connsiteY13" fmla="*/ 21706 h 54263"/>
                <a:gd name="connsiteX14" fmla="*/ 0 w 99044"/>
                <a:gd name="connsiteY14" fmla="*/ 39581 h 54263"/>
                <a:gd name="connsiteX15" fmla="*/ 8946 w 99044"/>
                <a:gd name="connsiteY15" fmla="*/ 54264 h 5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9044" h="54263">
                  <a:moveTo>
                    <a:pt x="8946" y="54264"/>
                  </a:moveTo>
                  <a:cubicBezTo>
                    <a:pt x="8946" y="54264"/>
                    <a:pt x="8946" y="54264"/>
                    <a:pt x="8946" y="54264"/>
                  </a:cubicBezTo>
                  <a:lnTo>
                    <a:pt x="89459" y="54264"/>
                  </a:lnTo>
                  <a:cubicBezTo>
                    <a:pt x="89459" y="54264"/>
                    <a:pt x="89459" y="54264"/>
                    <a:pt x="90098" y="54264"/>
                  </a:cubicBezTo>
                  <a:cubicBezTo>
                    <a:pt x="95849" y="51710"/>
                    <a:pt x="99044" y="46603"/>
                    <a:pt x="99044" y="40219"/>
                  </a:cubicBezTo>
                  <a:cubicBezTo>
                    <a:pt x="99044" y="31920"/>
                    <a:pt x="92015" y="24898"/>
                    <a:pt x="83708" y="24898"/>
                  </a:cubicBezTo>
                  <a:cubicBezTo>
                    <a:pt x="82430" y="24898"/>
                    <a:pt x="80513" y="24898"/>
                    <a:pt x="79235" y="25536"/>
                  </a:cubicBezTo>
                  <a:cubicBezTo>
                    <a:pt x="77318" y="26174"/>
                    <a:pt x="75401" y="25536"/>
                    <a:pt x="73484" y="24898"/>
                  </a:cubicBezTo>
                  <a:cubicBezTo>
                    <a:pt x="71567" y="23621"/>
                    <a:pt x="70928" y="21706"/>
                    <a:pt x="70928" y="19790"/>
                  </a:cubicBezTo>
                  <a:cubicBezTo>
                    <a:pt x="70289" y="8938"/>
                    <a:pt x="61343" y="0"/>
                    <a:pt x="50480" y="0"/>
                  </a:cubicBezTo>
                  <a:cubicBezTo>
                    <a:pt x="40257" y="0"/>
                    <a:pt x="31950" y="7022"/>
                    <a:pt x="30033" y="17237"/>
                  </a:cubicBezTo>
                  <a:cubicBezTo>
                    <a:pt x="30033" y="19152"/>
                    <a:pt x="28755" y="20429"/>
                    <a:pt x="27477" y="21706"/>
                  </a:cubicBezTo>
                  <a:cubicBezTo>
                    <a:pt x="26199" y="22344"/>
                    <a:pt x="24282" y="22982"/>
                    <a:pt x="22365" y="22344"/>
                  </a:cubicBezTo>
                  <a:cubicBezTo>
                    <a:pt x="21087" y="21706"/>
                    <a:pt x="19170" y="21706"/>
                    <a:pt x="17892" y="21706"/>
                  </a:cubicBezTo>
                  <a:cubicBezTo>
                    <a:pt x="8307" y="21706"/>
                    <a:pt x="0" y="29366"/>
                    <a:pt x="0" y="39581"/>
                  </a:cubicBezTo>
                  <a:cubicBezTo>
                    <a:pt x="639" y="45326"/>
                    <a:pt x="3834" y="51072"/>
                    <a:pt x="8946" y="54264"/>
                  </a:cubicBezTo>
                  <a:close/>
                </a:path>
              </a:pathLst>
            </a:custGeom>
            <a:solidFill>
              <a:srgbClr val="046A38"/>
            </a:solidFill>
            <a:ln w="6390" cap="flat">
              <a:noFill/>
              <a:prstDash val="solid"/>
              <a:miter/>
            </a:ln>
          </p:spPr>
          <p:txBody>
            <a:bodyPr rtlCol="0" anchor="ctr"/>
            <a:lstStyle/>
            <a:p>
              <a:endParaRPr lang="en-US"/>
            </a:p>
          </p:txBody>
        </p:sp>
        <p:sp>
          <p:nvSpPr>
            <p:cNvPr id="1343" name="Graphic 4">
              <a:extLst>
                <a:ext uri="{FF2B5EF4-FFF2-40B4-BE49-F238E27FC236}">
                  <a16:creationId xmlns:a16="http://schemas.microsoft.com/office/drawing/2014/main" id="{CFA303AD-F452-234D-A9B8-97CD6692C24E}"/>
                </a:ext>
              </a:extLst>
            </p:cNvPr>
            <p:cNvSpPr/>
            <p:nvPr/>
          </p:nvSpPr>
          <p:spPr>
            <a:xfrm>
              <a:off x="3152155" y="3968446"/>
              <a:ext cx="85625" cy="53625"/>
            </a:xfrm>
            <a:custGeom>
              <a:avLst/>
              <a:gdLst>
                <a:gd name="connsiteX0" fmla="*/ 79235 w 85625"/>
                <a:gd name="connsiteY0" fmla="*/ 0 h 53625"/>
                <a:gd name="connsiteX1" fmla="*/ 5751 w 85625"/>
                <a:gd name="connsiteY1" fmla="*/ 0 h 53625"/>
                <a:gd name="connsiteX2" fmla="*/ 0 w 85625"/>
                <a:gd name="connsiteY2" fmla="*/ 53626 h 53625"/>
                <a:gd name="connsiteX3" fmla="*/ 85625 w 85625"/>
                <a:gd name="connsiteY3" fmla="*/ 53626 h 53625"/>
              </a:gdLst>
              <a:ahLst/>
              <a:cxnLst>
                <a:cxn ang="0">
                  <a:pos x="connsiteX0" y="connsiteY0"/>
                </a:cxn>
                <a:cxn ang="0">
                  <a:pos x="connsiteX1" y="connsiteY1"/>
                </a:cxn>
                <a:cxn ang="0">
                  <a:pos x="connsiteX2" y="connsiteY2"/>
                </a:cxn>
                <a:cxn ang="0">
                  <a:pos x="connsiteX3" y="connsiteY3"/>
                </a:cxn>
              </a:cxnLst>
              <a:rect l="l" t="t" r="r" b="b"/>
              <a:pathLst>
                <a:path w="85625" h="53625">
                  <a:moveTo>
                    <a:pt x="79235" y="0"/>
                  </a:moveTo>
                  <a:lnTo>
                    <a:pt x="5751" y="0"/>
                  </a:lnTo>
                  <a:lnTo>
                    <a:pt x="0" y="53626"/>
                  </a:lnTo>
                  <a:lnTo>
                    <a:pt x="85625" y="53626"/>
                  </a:lnTo>
                  <a:close/>
                </a:path>
              </a:pathLst>
            </a:custGeom>
            <a:solidFill>
              <a:srgbClr val="046A38"/>
            </a:solidFill>
            <a:ln w="6390" cap="flat">
              <a:noFill/>
              <a:prstDash val="solid"/>
              <a:miter/>
            </a:ln>
          </p:spPr>
          <p:txBody>
            <a:bodyPr rtlCol="0" anchor="ctr"/>
            <a:lstStyle/>
            <a:p>
              <a:endParaRPr lang="en-US"/>
            </a:p>
          </p:txBody>
        </p:sp>
        <p:sp>
          <p:nvSpPr>
            <p:cNvPr id="1344" name="Graphic 4">
              <a:extLst>
                <a:ext uri="{FF2B5EF4-FFF2-40B4-BE49-F238E27FC236}">
                  <a16:creationId xmlns:a16="http://schemas.microsoft.com/office/drawing/2014/main" id="{274C2BBA-73F1-304F-AA46-86C94C447948}"/>
                </a:ext>
              </a:extLst>
            </p:cNvPr>
            <p:cNvSpPr/>
            <p:nvPr/>
          </p:nvSpPr>
          <p:spPr>
            <a:xfrm>
              <a:off x="3142570" y="4034839"/>
              <a:ext cx="104795" cy="73415"/>
            </a:xfrm>
            <a:custGeom>
              <a:avLst/>
              <a:gdLst>
                <a:gd name="connsiteX0" fmla="*/ 8307 w 104795"/>
                <a:gd name="connsiteY0" fmla="*/ 0 h 73415"/>
                <a:gd name="connsiteX1" fmla="*/ 0 w 104795"/>
                <a:gd name="connsiteY1" fmla="*/ 73416 h 73415"/>
                <a:gd name="connsiteX2" fmla="*/ 104795 w 104795"/>
                <a:gd name="connsiteY2" fmla="*/ 73416 h 73415"/>
                <a:gd name="connsiteX3" fmla="*/ 96488 w 104795"/>
                <a:gd name="connsiteY3" fmla="*/ 0 h 73415"/>
              </a:gdLst>
              <a:ahLst/>
              <a:cxnLst>
                <a:cxn ang="0">
                  <a:pos x="connsiteX0" y="connsiteY0"/>
                </a:cxn>
                <a:cxn ang="0">
                  <a:pos x="connsiteX1" y="connsiteY1"/>
                </a:cxn>
                <a:cxn ang="0">
                  <a:pos x="connsiteX2" y="connsiteY2"/>
                </a:cxn>
                <a:cxn ang="0">
                  <a:pos x="connsiteX3" y="connsiteY3"/>
                </a:cxn>
              </a:cxnLst>
              <a:rect l="l" t="t" r="r" b="b"/>
              <a:pathLst>
                <a:path w="104795" h="73415">
                  <a:moveTo>
                    <a:pt x="8307" y="0"/>
                  </a:moveTo>
                  <a:lnTo>
                    <a:pt x="0" y="73416"/>
                  </a:lnTo>
                  <a:lnTo>
                    <a:pt x="104795" y="73416"/>
                  </a:lnTo>
                  <a:lnTo>
                    <a:pt x="96488" y="0"/>
                  </a:lnTo>
                  <a:close/>
                </a:path>
              </a:pathLst>
            </a:custGeom>
            <a:solidFill>
              <a:srgbClr val="046A38"/>
            </a:solidFill>
            <a:ln w="6390" cap="flat">
              <a:noFill/>
              <a:prstDash val="solid"/>
              <a:miter/>
            </a:ln>
          </p:spPr>
          <p:txBody>
            <a:bodyPr rtlCol="0" anchor="ctr"/>
            <a:lstStyle/>
            <a:p>
              <a:endParaRPr lang="en-US"/>
            </a:p>
          </p:txBody>
        </p:sp>
        <p:sp>
          <p:nvSpPr>
            <p:cNvPr id="1345" name="Graphic 4">
              <a:extLst>
                <a:ext uri="{FF2B5EF4-FFF2-40B4-BE49-F238E27FC236}">
                  <a16:creationId xmlns:a16="http://schemas.microsoft.com/office/drawing/2014/main" id="{90AFFCB4-D0A5-574B-A019-9086CD543396}"/>
                </a:ext>
              </a:extLst>
            </p:cNvPr>
            <p:cNvSpPr/>
            <p:nvPr/>
          </p:nvSpPr>
          <p:spPr>
            <a:xfrm>
              <a:off x="2998797"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63905 w 361670"/>
                <a:gd name="connsiteY5" fmla="*/ 296855 h 361333"/>
                <a:gd name="connsiteX6" fmla="*/ 255597 w 361670"/>
                <a:gd name="connsiteY6" fmla="*/ 296855 h 361333"/>
                <a:gd name="connsiteX7" fmla="*/ 136745 w 361670"/>
                <a:gd name="connsiteY7" fmla="*/ 296855 h 361333"/>
                <a:gd name="connsiteX8" fmla="*/ 128438 w 361670"/>
                <a:gd name="connsiteY8" fmla="*/ 296855 h 361333"/>
                <a:gd name="connsiteX9" fmla="*/ 122048 w 361670"/>
                <a:gd name="connsiteY9" fmla="*/ 290471 h 361333"/>
                <a:gd name="connsiteX10" fmla="*/ 128438 w 361670"/>
                <a:gd name="connsiteY10" fmla="*/ 284087 h 361333"/>
                <a:gd name="connsiteX11" fmla="*/ 130994 w 361670"/>
                <a:gd name="connsiteY11" fmla="*/ 284087 h 361333"/>
                <a:gd name="connsiteX12" fmla="*/ 134189 w 361670"/>
                <a:gd name="connsiteY12" fmla="*/ 257274 h 361333"/>
                <a:gd name="connsiteX13" fmla="*/ 118853 w 361670"/>
                <a:gd name="connsiteY13" fmla="*/ 259828 h 361333"/>
                <a:gd name="connsiteX14" fmla="*/ 101600 w 361670"/>
                <a:gd name="connsiteY14" fmla="*/ 254082 h 361333"/>
                <a:gd name="connsiteX15" fmla="*/ 97127 w 361670"/>
                <a:gd name="connsiteY15" fmla="*/ 179390 h 361333"/>
                <a:gd name="connsiteX16" fmla="*/ 115019 w 361670"/>
                <a:gd name="connsiteY16" fmla="*/ 152577 h 361333"/>
                <a:gd name="connsiteX17" fmla="*/ 145052 w 361670"/>
                <a:gd name="connsiteY17" fmla="*/ 160238 h 361333"/>
                <a:gd name="connsiteX18" fmla="*/ 146969 w 361670"/>
                <a:gd name="connsiteY18" fmla="*/ 142363 h 361333"/>
                <a:gd name="connsiteX19" fmla="*/ 132911 w 361670"/>
                <a:gd name="connsiteY19" fmla="*/ 116827 h 361333"/>
                <a:gd name="connsiteX20" fmla="*/ 164221 w 361670"/>
                <a:gd name="connsiteY20" fmla="*/ 86184 h 361333"/>
                <a:gd name="connsiteX21" fmla="*/ 195532 w 361670"/>
                <a:gd name="connsiteY21" fmla="*/ 64478 h 361333"/>
                <a:gd name="connsiteX22" fmla="*/ 227482 w 361670"/>
                <a:gd name="connsiteY22" fmla="*/ 89376 h 361333"/>
                <a:gd name="connsiteX23" fmla="*/ 256876 w 361670"/>
                <a:gd name="connsiteY23" fmla="*/ 117465 h 361333"/>
                <a:gd name="connsiteX24" fmla="*/ 246013 w 361670"/>
                <a:gd name="connsiteY24" fmla="*/ 139809 h 361333"/>
                <a:gd name="connsiteX25" fmla="*/ 252403 w 361670"/>
                <a:gd name="connsiteY25" fmla="*/ 198542 h 361333"/>
                <a:gd name="connsiteX26" fmla="*/ 258154 w 361670"/>
                <a:gd name="connsiteY26" fmla="*/ 204926 h 361333"/>
                <a:gd name="connsiteX27" fmla="*/ 253681 w 361670"/>
                <a:gd name="connsiteY27" fmla="*/ 210671 h 361333"/>
                <a:gd name="connsiteX28" fmla="*/ 261987 w 361670"/>
                <a:gd name="connsiteY28" fmla="*/ 284725 h 361333"/>
                <a:gd name="connsiteX29" fmla="*/ 264544 w 361670"/>
                <a:gd name="connsiteY29" fmla="*/ 284725 h 361333"/>
                <a:gd name="connsiteX30" fmla="*/ 270934 w 361670"/>
                <a:gd name="connsiteY30" fmla="*/ 291109 h 361333"/>
                <a:gd name="connsiteX31" fmla="*/ 263905 w 361670"/>
                <a:gd name="connsiteY31" fmla="*/ 29685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1" y="280257"/>
                    <a:pt x="361671" y="180667"/>
                  </a:cubicBezTo>
                  <a:cubicBezTo>
                    <a:pt x="361671" y="81076"/>
                    <a:pt x="281157" y="0"/>
                    <a:pt x="180835" y="0"/>
                  </a:cubicBezTo>
                  <a:close/>
                  <a:moveTo>
                    <a:pt x="263905" y="296855"/>
                  </a:moveTo>
                  <a:lnTo>
                    <a:pt x="255597" y="296855"/>
                  </a:lnTo>
                  <a:lnTo>
                    <a:pt x="136745" y="296855"/>
                  </a:lnTo>
                  <a:lnTo>
                    <a:pt x="128438" y="296855"/>
                  </a:lnTo>
                  <a:cubicBezTo>
                    <a:pt x="124604" y="296855"/>
                    <a:pt x="122048" y="294301"/>
                    <a:pt x="122048" y="290471"/>
                  </a:cubicBezTo>
                  <a:cubicBezTo>
                    <a:pt x="122048" y="286641"/>
                    <a:pt x="124604" y="284087"/>
                    <a:pt x="128438" y="284087"/>
                  </a:cubicBezTo>
                  <a:lnTo>
                    <a:pt x="130994" y="284087"/>
                  </a:lnTo>
                  <a:lnTo>
                    <a:pt x="134189" y="257274"/>
                  </a:lnTo>
                  <a:cubicBezTo>
                    <a:pt x="128438" y="258551"/>
                    <a:pt x="123326" y="259828"/>
                    <a:pt x="118853" y="259828"/>
                  </a:cubicBezTo>
                  <a:cubicBezTo>
                    <a:pt x="111824" y="259828"/>
                    <a:pt x="106073" y="257913"/>
                    <a:pt x="101600" y="254082"/>
                  </a:cubicBezTo>
                  <a:cubicBezTo>
                    <a:pt x="86264" y="241314"/>
                    <a:pt x="91376" y="211310"/>
                    <a:pt x="97127" y="179390"/>
                  </a:cubicBezTo>
                  <a:cubicBezTo>
                    <a:pt x="99683" y="164068"/>
                    <a:pt x="105434" y="155131"/>
                    <a:pt x="115019" y="152577"/>
                  </a:cubicBezTo>
                  <a:cubicBezTo>
                    <a:pt x="125882" y="149385"/>
                    <a:pt x="137384" y="155131"/>
                    <a:pt x="145052" y="160238"/>
                  </a:cubicBezTo>
                  <a:lnTo>
                    <a:pt x="146969" y="142363"/>
                  </a:lnTo>
                  <a:cubicBezTo>
                    <a:pt x="138023" y="136617"/>
                    <a:pt x="132911" y="127041"/>
                    <a:pt x="132911" y="116827"/>
                  </a:cubicBezTo>
                  <a:cubicBezTo>
                    <a:pt x="132911" y="99590"/>
                    <a:pt x="146969" y="85545"/>
                    <a:pt x="164221" y="86184"/>
                  </a:cubicBezTo>
                  <a:cubicBezTo>
                    <a:pt x="169333" y="73416"/>
                    <a:pt x="181474" y="64478"/>
                    <a:pt x="195532" y="64478"/>
                  </a:cubicBezTo>
                  <a:cubicBezTo>
                    <a:pt x="210868" y="64478"/>
                    <a:pt x="223648" y="74692"/>
                    <a:pt x="227482" y="89376"/>
                  </a:cubicBezTo>
                  <a:cubicBezTo>
                    <a:pt x="243457" y="88737"/>
                    <a:pt x="256876" y="101505"/>
                    <a:pt x="256876" y="117465"/>
                  </a:cubicBezTo>
                  <a:cubicBezTo>
                    <a:pt x="256876" y="126403"/>
                    <a:pt x="252403" y="134702"/>
                    <a:pt x="246013" y="139809"/>
                  </a:cubicBezTo>
                  <a:lnTo>
                    <a:pt x="252403" y="198542"/>
                  </a:lnTo>
                  <a:cubicBezTo>
                    <a:pt x="255597" y="198542"/>
                    <a:pt x="258154" y="201734"/>
                    <a:pt x="258154" y="204926"/>
                  </a:cubicBezTo>
                  <a:cubicBezTo>
                    <a:pt x="258154" y="208118"/>
                    <a:pt x="256237" y="210033"/>
                    <a:pt x="253681" y="210671"/>
                  </a:cubicBezTo>
                  <a:lnTo>
                    <a:pt x="261987" y="284725"/>
                  </a:lnTo>
                  <a:lnTo>
                    <a:pt x="264544" y="284725"/>
                  </a:lnTo>
                  <a:cubicBezTo>
                    <a:pt x="268377" y="284725"/>
                    <a:pt x="270934" y="287279"/>
                    <a:pt x="270934" y="291109"/>
                  </a:cubicBezTo>
                  <a:cubicBezTo>
                    <a:pt x="270934" y="294940"/>
                    <a:pt x="267739" y="296855"/>
                    <a:pt x="263905" y="296855"/>
                  </a:cubicBezTo>
                  <a:close/>
                </a:path>
              </a:pathLst>
            </a:custGeom>
            <a:solidFill>
              <a:srgbClr val="046A38"/>
            </a:solidFill>
            <a:ln w="6390" cap="flat">
              <a:noFill/>
              <a:prstDash val="solid"/>
              <a:miter/>
            </a:ln>
          </p:spPr>
          <p:txBody>
            <a:bodyPr rtlCol="0" anchor="ctr"/>
            <a:lstStyle/>
            <a:p>
              <a:endParaRPr lang="en-US"/>
            </a:p>
          </p:txBody>
        </p:sp>
      </p:grpSp>
      <p:grpSp>
        <p:nvGrpSpPr>
          <p:cNvPr id="1346" name="Graphic 4">
            <a:extLst>
              <a:ext uri="{FF2B5EF4-FFF2-40B4-BE49-F238E27FC236}">
                <a16:creationId xmlns:a16="http://schemas.microsoft.com/office/drawing/2014/main" id="{9F7F25B5-C5AF-074A-9839-52082A62B494}"/>
              </a:ext>
            </a:extLst>
          </p:cNvPr>
          <p:cNvGrpSpPr/>
          <p:nvPr/>
        </p:nvGrpSpPr>
        <p:grpSpPr>
          <a:xfrm>
            <a:off x="2998797" y="1402085"/>
            <a:ext cx="361670" cy="361333"/>
            <a:chOff x="2998797" y="1402085"/>
            <a:chExt cx="361670" cy="361333"/>
          </a:xfrm>
          <a:solidFill>
            <a:srgbClr val="046A38"/>
          </a:solidFill>
        </p:grpSpPr>
        <p:sp>
          <p:nvSpPr>
            <p:cNvPr id="1347" name="Graphic 4">
              <a:extLst>
                <a:ext uri="{FF2B5EF4-FFF2-40B4-BE49-F238E27FC236}">
                  <a16:creationId xmlns:a16="http://schemas.microsoft.com/office/drawing/2014/main" id="{F4299817-9AE0-D341-8F5A-95738DCEC362}"/>
                </a:ext>
              </a:extLst>
            </p:cNvPr>
            <p:cNvSpPr/>
            <p:nvPr/>
          </p:nvSpPr>
          <p:spPr>
            <a:xfrm>
              <a:off x="2998797"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71572 w 361670"/>
                <a:gd name="connsiteY5" fmla="*/ 90653 h 361333"/>
                <a:gd name="connsiteX6" fmla="*/ 237067 w 361670"/>
                <a:gd name="connsiteY6" fmla="*/ 125126 h 361333"/>
                <a:gd name="connsiteX7" fmla="*/ 237067 w 361670"/>
                <a:gd name="connsiteY7" fmla="*/ 125126 h 361333"/>
                <a:gd name="connsiteX8" fmla="*/ 187225 w 361670"/>
                <a:gd name="connsiteY8" fmla="*/ 174921 h 361333"/>
                <a:gd name="connsiteX9" fmla="*/ 187225 w 361670"/>
                <a:gd name="connsiteY9" fmla="*/ 269404 h 361333"/>
                <a:gd name="connsiteX10" fmla="*/ 224287 w 361670"/>
                <a:gd name="connsiteY10" fmla="*/ 269404 h 361333"/>
                <a:gd name="connsiteX11" fmla="*/ 230677 w 361670"/>
                <a:gd name="connsiteY11" fmla="*/ 275788 h 361333"/>
                <a:gd name="connsiteX12" fmla="*/ 224287 w 361670"/>
                <a:gd name="connsiteY12" fmla="*/ 282172 h 361333"/>
                <a:gd name="connsiteX13" fmla="*/ 138023 w 361670"/>
                <a:gd name="connsiteY13" fmla="*/ 282172 h 361333"/>
                <a:gd name="connsiteX14" fmla="*/ 131633 w 361670"/>
                <a:gd name="connsiteY14" fmla="*/ 275788 h 361333"/>
                <a:gd name="connsiteX15" fmla="*/ 138023 w 361670"/>
                <a:gd name="connsiteY15" fmla="*/ 269404 h 361333"/>
                <a:gd name="connsiteX16" fmla="*/ 175084 w 361670"/>
                <a:gd name="connsiteY16" fmla="*/ 269404 h 361333"/>
                <a:gd name="connsiteX17" fmla="*/ 175084 w 361670"/>
                <a:gd name="connsiteY17" fmla="*/ 174921 h 361333"/>
                <a:gd name="connsiteX18" fmla="*/ 125243 w 361670"/>
                <a:gd name="connsiteY18" fmla="*/ 125126 h 361333"/>
                <a:gd name="connsiteX19" fmla="*/ 125243 w 361670"/>
                <a:gd name="connsiteY19" fmla="*/ 125126 h 361333"/>
                <a:gd name="connsiteX20" fmla="*/ 90737 w 361670"/>
                <a:gd name="connsiteY20" fmla="*/ 90653 h 361333"/>
                <a:gd name="connsiteX21" fmla="*/ 90737 w 361670"/>
                <a:gd name="connsiteY21" fmla="*/ 81715 h 361333"/>
                <a:gd name="connsiteX22" fmla="*/ 99683 w 361670"/>
                <a:gd name="connsiteY22" fmla="*/ 81715 h 361333"/>
                <a:gd name="connsiteX23" fmla="*/ 132272 w 361670"/>
                <a:gd name="connsiteY23" fmla="*/ 114273 h 361333"/>
                <a:gd name="connsiteX24" fmla="*/ 230677 w 361670"/>
                <a:gd name="connsiteY24" fmla="*/ 114273 h 361333"/>
                <a:gd name="connsiteX25" fmla="*/ 263266 w 361670"/>
                <a:gd name="connsiteY25" fmla="*/ 81715 h 361333"/>
                <a:gd name="connsiteX26" fmla="*/ 272211 w 361670"/>
                <a:gd name="connsiteY26" fmla="*/ 81715 h 361333"/>
                <a:gd name="connsiteX27" fmla="*/ 271572 w 361670"/>
                <a:gd name="connsiteY27" fmla="*/ 9065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1" y="280257"/>
                    <a:pt x="361671" y="180667"/>
                  </a:cubicBezTo>
                  <a:cubicBezTo>
                    <a:pt x="361671" y="81077"/>
                    <a:pt x="281157" y="0"/>
                    <a:pt x="180835" y="0"/>
                  </a:cubicBezTo>
                  <a:close/>
                  <a:moveTo>
                    <a:pt x="271572" y="90653"/>
                  </a:moveTo>
                  <a:lnTo>
                    <a:pt x="237067" y="125126"/>
                  </a:lnTo>
                  <a:cubicBezTo>
                    <a:pt x="237067" y="125126"/>
                    <a:pt x="237067" y="125126"/>
                    <a:pt x="237067" y="125126"/>
                  </a:cubicBezTo>
                  <a:lnTo>
                    <a:pt x="187225" y="174921"/>
                  </a:lnTo>
                  <a:lnTo>
                    <a:pt x="187225" y="269404"/>
                  </a:lnTo>
                  <a:lnTo>
                    <a:pt x="224287" y="269404"/>
                  </a:lnTo>
                  <a:cubicBezTo>
                    <a:pt x="228121" y="269404"/>
                    <a:pt x="230677" y="271958"/>
                    <a:pt x="230677" y="275788"/>
                  </a:cubicBezTo>
                  <a:cubicBezTo>
                    <a:pt x="230677" y="279618"/>
                    <a:pt x="228121" y="282172"/>
                    <a:pt x="224287" y="282172"/>
                  </a:cubicBezTo>
                  <a:lnTo>
                    <a:pt x="138023" y="282172"/>
                  </a:lnTo>
                  <a:cubicBezTo>
                    <a:pt x="134189" y="282172"/>
                    <a:pt x="131633" y="279618"/>
                    <a:pt x="131633" y="275788"/>
                  </a:cubicBezTo>
                  <a:cubicBezTo>
                    <a:pt x="131633" y="271958"/>
                    <a:pt x="134189" y="269404"/>
                    <a:pt x="138023" y="269404"/>
                  </a:cubicBezTo>
                  <a:lnTo>
                    <a:pt x="175084" y="269404"/>
                  </a:lnTo>
                  <a:lnTo>
                    <a:pt x="175084" y="174921"/>
                  </a:lnTo>
                  <a:lnTo>
                    <a:pt x="125243" y="125126"/>
                  </a:lnTo>
                  <a:cubicBezTo>
                    <a:pt x="125243" y="125126"/>
                    <a:pt x="125243" y="125126"/>
                    <a:pt x="125243" y="125126"/>
                  </a:cubicBezTo>
                  <a:lnTo>
                    <a:pt x="90737" y="90653"/>
                  </a:lnTo>
                  <a:cubicBezTo>
                    <a:pt x="88181" y="88099"/>
                    <a:pt x="88181" y="84269"/>
                    <a:pt x="90737" y="81715"/>
                  </a:cubicBezTo>
                  <a:cubicBezTo>
                    <a:pt x="93293" y="79161"/>
                    <a:pt x="97127" y="79161"/>
                    <a:pt x="99683" y="81715"/>
                  </a:cubicBezTo>
                  <a:lnTo>
                    <a:pt x="132272" y="114273"/>
                  </a:lnTo>
                  <a:lnTo>
                    <a:pt x="230677" y="114273"/>
                  </a:lnTo>
                  <a:lnTo>
                    <a:pt x="263266" y="81715"/>
                  </a:lnTo>
                  <a:cubicBezTo>
                    <a:pt x="265821" y="79161"/>
                    <a:pt x="269655" y="79161"/>
                    <a:pt x="272211" y="81715"/>
                  </a:cubicBezTo>
                  <a:cubicBezTo>
                    <a:pt x="274767" y="84269"/>
                    <a:pt x="274128" y="88099"/>
                    <a:pt x="271572" y="90653"/>
                  </a:cubicBezTo>
                  <a:close/>
                </a:path>
              </a:pathLst>
            </a:custGeom>
            <a:solidFill>
              <a:srgbClr val="046A38"/>
            </a:solidFill>
            <a:ln w="6390" cap="flat">
              <a:noFill/>
              <a:prstDash val="solid"/>
              <a:miter/>
            </a:ln>
          </p:spPr>
          <p:txBody>
            <a:bodyPr rtlCol="0" anchor="ctr"/>
            <a:lstStyle/>
            <a:p>
              <a:endParaRPr lang="en-US"/>
            </a:p>
          </p:txBody>
        </p:sp>
        <p:sp>
          <p:nvSpPr>
            <p:cNvPr id="1348" name="Graphic 4">
              <a:extLst>
                <a:ext uri="{FF2B5EF4-FFF2-40B4-BE49-F238E27FC236}">
                  <a16:creationId xmlns:a16="http://schemas.microsoft.com/office/drawing/2014/main" id="{D0F2D004-1E01-6943-A1C8-BA0E8FA9CFDF}"/>
                </a:ext>
              </a:extLst>
            </p:cNvPr>
            <p:cNvSpPr/>
            <p:nvPr/>
          </p:nvSpPr>
          <p:spPr>
            <a:xfrm>
              <a:off x="3143210" y="1529126"/>
              <a:ext cx="72845" cy="36388"/>
            </a:xfrm>
            <a:custGeom>
              <a:avLst/>
              <a:gdLst>
                <a:gd name="connsiteX0" fmla="*/ 72845 w 72845"/>
                <a:gd name="connsiteY0" fmla="*/ 0 h 36388"/>
                <a:gd name="connsiteX1" fmla="*/ 0 w 72845"/>
                <a:gd name="connsiteY1" fmla="*/ 0 h 36388"/>
                <a:gd name="connsiteX2" fmla="*/ 36423 w 72845"/>
                <a:gd name="connsiteY2" fmla="*/ 36389 h 36388"/>
              </a:gdLst>
              <a:ahLst/>
              <a:cxnLst>
                <a:cxn ang="0">
                  <a:pos x="connsiteX0" y="connsiteY0"/>
                </a:cxn>
                <a:cxn ang="0">
                  <a:pos x="connsiteX1" y="connsiteY1"/>
                </a:cxn>
                <a:cxn ang="0">
                  <a:pos x="connsiteX2" y="connsiteY2"/>
                </a:cxn>
              </a:cxnLst>
              <a:rect l="l" t="t" r="r" b="b"/>
              <a:pathLst>
                <a:path w="72845" h="36388">
                  <a:moveTo>
                    <a:pt x="72845" y="0"/>
                  </a:moveTo>
                  <a:lnTo>
                    <a:pt x="0" y="0"/>
                  </a:lnTo>
                  <a:lnTo>
                    <a:pt x="36423" y="36389"/>
                  </a:lnTo>
                  <a:close/>
                </a:path>
              </a:pathLst>
            </a:custGeom>
            <a:solidFill>
              <a:srgbClr val="046A38"/>
            </a:solidFill>
            <a:ln w="6390" cap="flat">
              <a:noFill/>
              <a:prstDash val="solid"/>
              <a:miter/>
            </a:ln>
          </p:spPr>
          <p:txBody>
            <a:bodyPr rtlCol="0" anchor="ctr"/>
            <a:lstStyle/>
            <a:p>
              <a:endParaRPr lang="en-US"/>
            </a:p>
          </p:txBody>
        </p:sp>
      </p:grpSp>
      <p:grpSp>
        <p:nvGrpSpPr>
          <p:cNvPr id="1349" name="Graphic 4">
            <a:extLst>
              <a:ext uri="{FF2B5EF4-FFF2-40B4-BE49-F238E27FC236}">
                <a16:creationId xmlns:a16="http://schemas.microsoft.com/office/drawing/2014/main" id="{52088DAA-E49C-3841-820A-016421756078}"/>
              </a:ext>
            </a:extLst>
          </p:cNvPr>
          <p:cNvGrpSpPr/>
          <p:nvPr/>
        </p:nvGrpSpPr>
        <p:grpSpPr>
          <a:xfrm>
            <a:off x="2561086" y="3339623"/>
            <a:ext cx="361670" cy="361333"/>
            <a:chOff x="2561086" y="3339623"/>
            <a:chExt cx="361670" cy="361333"/>
          </a:xfrm>
          <a:solidFill>
            <a:srgbClr val="046A38"/>
          </a:solidFill>
        </p:grpSpPr>
        <p:sp>
          <p:nvSpPr>
            <p:cNvPr id="1350" name="Graphic 4">
              <a:extLst>
                <a:ext uri="{FF2B5EF4-FFF2-40B4-BE49-F238E27FC236}">
                  <a16:creationId xmlns:a16="http://schemas.microsoft.com/office/drawing/2014/main" id="{ACC12F29-133D-6341-82B8-58A09B5CEC24}"/>
                </a:ext>
              </a:extLst>
            </p:cNvPr>
            <p:cNvSpPr/>
            <p:nvPr/>
          </p:nvSpPr>
          <p:spPr>
            <a:xfrm>
              <a:off x="2561086"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1351" name="Graphic 4">
              <a:extLst>
                <a:ext uri="{FF2B5EF4-FFF2-40B4-BE49-F238E27FC236}">
                  <a16:creationId xmlns:a16="http://schemas.microsoft.com/office/drawing/2014/main" id="{7A50B8B5-7A04-3141-84A7-1912FBF665C2}"/>
                </a:ext>
              </a:extLst>
            </p:cNvPr>
            <p:cNvSpPr/>
            <p:nvPr/>
          </p:nvSpPr>
          <p:spPr>
            <a:xfrm>
              <a:off x="2692719" y="3395802"/>
              <a:ext cx="97127" cy="250890"/>
            </a:xfrm>
            <a:custGeom>
              <a:avLst/>
              <a:gdLst>
                <a:gd name="connsiteX0" fmla="*/ 72206 w 97127"/>
                <a:gd name="connsiteY0" fmla="*/ 65755 h 250890"/>
                <a:gd name="connsiteX1" fmla="*/ 72206 w 97127"/>
                <a:gd name="connsiteY1" fmla="*/ 14683 h 250890"/>
                <a:gd name="connsiteX2" fmla="*/ 48564 w 97127"/>
                <a:gd name="connsiteY2" fmla="*/ 0 h 250890"/>
                <a:gd name="connsiteX3" fmla="*/ 24921 w 97127"/>
                <a:gd name="connsiteY3" fmla="*/ 14683 h 250890"/>
                <a:gd name="connsiteX4" fmla="*/ 24921 w 97127"/>
                <a:gd name="connsiteY4" fmla="*/ 40219 h 250890"/>
                <a:gd name="connsiteX5" fmla="*/ 24921 w 97127"/>
                <a:gd name="connsiteY5" fmla="*/ 65755 h 250890"/>
                <a:gd name="connsiteX6" fmla="*/ 12780 w 97127"/>
                <a:gd name="connsiteY6" fmla="*/ 106613 h 250890"/>
                <a:gd name="connsiteX7" fmla="*/ 0 w 97127"/>
                <a:gd name="connsiteY7" fmla="*/ 150662 h 250890"/>
                <a:gd name="connsiteX8" fmla="*/ 0 w 97127"/>
                <a:gd name="connsiteY8" fmla="*/ 235569 h 250890"/>
                <a:gd name="connsiteX9" fmla="*/ 3195 w 97127"/>
                <a:gd name="connsiteY9" fmla="*/ 241314 h 250890"/>
                <a:gd name="connsiteX10" fmla="*/ 48564 w 97127"/>
                <a:gd name="connsiteY10" fmla="*/ 250890 h 250890"/>
                <a:gd name="connsiteX11" fmla="*/ 93932 w 97127"/>
                <a:gd name="connsiteY11" fmla="*/ 241314 h 250890"/>
                <a:gd name="connsiteX12" fmla="*/ 97127 w 97127"/>
                <a:gd name="connsiteY12" fmla="*/ 235569 h 250890"/>
                <a:gd name="connsiteX13" fmla="*/ 97127 w 97127"/>
                <a:gd name="connsiteY13" fmla="*/ 210033 h 250890"/>
                <a:gd name="connsiteX14" fmla="*/ 97127 w 97127"/>
                <a:gd name="connsiteY14" fmla="*/ 158961 h 250890"/>
                <a:gd name="connsiteX15" fmla="*/ 97127 w 97127"/>
                <a:gd name="connsiteY15" fmla="*/ 150662 h 250890"/>
                <a:gd name="connsiteX16" fmla="*/ 84347 w 97127"/>
                <a:gd name="connsiteY16" fmla="*/ 106613 h 250890"/>
                <a:gd name="connsiteX17" fmla="*/ 72206 w 97127"/>
                <a:gd name="connsiteY17" fmla="*/ 65755 h 250890"/>
                <a:gd name="connsiteX18" fmla="*/ 49203 w 97127"/>
                <a:gd name="connsiteY18" fmla="*/ 12768 h 250890"/>
                <a:gd name="connsiteX19" fmla="*/ 60065 w 97127"/>
                <a:gd name="connsiteY19" fmla="*/ 14683 h 250890"/>
                <a:gd name="connsiteX20" fmla="*/ 60065 w 97127"/>
                <a:gd name="connsiteY20" fmla="*/ 33835 h 250890"/>
                <a:gd name="connsiteX21" fmla="*/ 38979 w 97127"/>
                <a:gd name="connsiteY21" fmla="*/ 33835 h 250890"/>
                <a:gd name="connsiteX22" fmla="*/ 38979 w 97127"/>
                <a:gd name="connsiteY22" fmla="*/ 14683 h 250890"/>
                <a:gd name="connsiteX23" fmla="*/ 49203 w 97127"/>
                <a:gd name="connsiteY23" fmla="*/ 12768 h 250890"/>
                <a:gd name="connsiteX24" fmla="*/ 84986 w 97127"/>
                <a:gd name="connsiteY24" fmla="*/ 203011 h 250890"/>
                <a:gd name="connsiteX25" fmla="*/ 46647 w 97127"/>
                <a:gd name="connsiteY25" fmla="*/ 203011 h 250890"/>
                <a:gd name="connsiteX26" fmla="*/ 46647 w 97127"/>
                <a:gd name="connsiteY26" fmla="*/ 164707 h 250890"/>
                <a:gd name="connsiteX27" fmla="*/ 84986 w 97127"/>
                <a:gd name="connsiteY27" fmla="*/ 164707 h 250890"/>
                <a:gd name="connsiteX28" fmla="*/ 84986 w 97127"/>
                <a:gd name="connsiteY28" fmla="*/ 203011 h 250890"/>
                <a:gd name="connsiteX29" fmla="*/ 84986 w 97127"/>
                <a:gd name="connsiteY29" fmla="*/ 152577 h 250890"/>
                <a:gd name="connsiteX30" fmla="*/ 40257 w 97127"/>
                <a:gd name="connsiteY30" fmla="*/ 152577 h 250890"/>
                <a:gd name="connsiteX31" fmla="*/ 33867 w 97127"/>
                <a:gd name="connsiteY31" fmla="*/ 158961 h 250890"/>
                <a:gd name="connsiteX32" fmla="*/ 33867 w 97127"/>
                <a:gd name="connsiteY32" fmla="*/ 210033 h 250890"/>
                <a:gd name="connsiteX33" fmla="*/ 40257 w 97127"/>
                <a:gd name="connsiteY33" fmla="*/ 216417 h 250890"/>
                <a:gd name="connsiteX34" fmla="*/ 84986 w 97127"/>
                <a:gd name="connsiteY34" fmla="*/ 216417 h 250890"/>
                <a:gd name="connsiteX35" fmla="*/ 84986 w 97127"/>
                <a:gd name="connsiteY35" fmla="*/ 231100 h 250890"/>
                <a:gd name="connsiteX36" fmla="*/ 49203 w 97127"/>
                <a:gd name="connsiteY36" fmla="*/ 237484 h 250890"/>
                <a:gd name="connsiteX37" fmla="*/ 13419 w 97127"/>
                <a:gd name="connsiteY37" fmla="*/ 231100 h 250890"/>
                <a:gd name="connsiteX38" fmla="*/ 13419 w 97127"/>
                <a:gd name="connsiteY38" fmla="*/ 150662 h 250890"/>
                <a:gd name="connsiteX39" fmla="*/ 25560 w 97127"/>
                <a:gd name="connsiteY39" fmla="*/ 111720 h 250890"/>
                <a:gd name="connsiteX40" fmla="*/ 38979 w 97127"/>
                <a:gd name="connsiteY40" fmla="*/ 65755 h 250890"/>
                <a:gd name="connsiteX41" fmla="*/ 38979 w 97127"/>
                <a:gd name="connsiteY41" fmla="*/ 46603 h 250890"/>
                <a:gd name="connsiteX42" fmla="*/ 60065 w 97127"/>
                <a:gd name="connsiteY42" fmla="*/ 46603 h 250890"/>
                <a:gd name="connsiteX43" fmla="*/ 60065 w 97127"/>
                <a:gd name="connsiteY43" fmla="*/ 65755 h 250890"/>
                <a:gd name="connsiteX44" fmla="*/ 73484 w 97127"/>
                <a:gd name="connsiteY44" fmla="*/ 111720 h 250890"/>
                <a:gd name="connsiteX45" fmla="*/ 85625 w 97127"/>
                <a:gd name="connsiteY45" fmla="*/ 150662 h 250890"/>
                <a:gd name="connsiteX46" fmla="*/ 85625 w 97127"/>
                <a:gd name="connsiteY46" fmla="*/ 152577 h 250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7127" h="250890">
                  <a:moveTo>
                    <a:pt x="72206" y="65755"/>
                  </a:moveTo>
                  <a:lnTo>
                    <a:pt x="72206" y="14683"/>
                  </a:lnTo>
                  <a:cubicBezTo>
                    <a:pt x="72206" y="7661"/>
                    <a:pt x="65816" y="0"/>
                    <a:pt x="48564" y="0"/>
                  </a:cubicBezTo>
                  <a:cubicBezTo>
                    <a:pt x="29394" y="0"/>
                    <a:pt x="24921" y="8299"/>
                    <a:pt x="24921" y="14683"/>
                  </a:cubicBezTo>
                  <a:lnTo>
                    <a:pt x="24921" y="40219"/>
                  </a:lnTo>
                  <a:cubicBezTo>
                    <a:pt x="24921" y="44050"/>
                    <a:pt x="24921" y="65755"/>
                    <a:pt x="24921" y="65755"/>
                  </a:cubicBezTo>
                  <a:cubicBezTo>
                    <a:pt x="24921" y="77246"/>
                    <a:pt x="18531" y="91930"/>
                    <a:pt x="12780" y="106613"/>
                  </a:cubicBezTo>
                  <a:cubicBezTo>
                    <a:pt x="6390" y="121296"/>
                    <a:pt x="0" y="137256"/>
                    <a:pt x="0" y="150662"/>
                  </a:cubicBezTo>
                  <a:lnTo>
                    <a:pt x="0" y="235569"/>
                  </a:lnTo>
                  <a:cubicBezTo>
                    <a:pt x="0" y="238122"/>
                    <a:pt x="1278" y="240038"/>
                    <a:pt x="3195" y="241314"/>
                  </a:cubicBezTo>
                  <a:cubicBezTo>
                    <a:pt x="3834" y="241953"/>
                    <a:pt x="19809" y="250890"/>
                    <a:pt x="48564" y="250890"/>
                  </a:cubicBezTo>
                  <a:cubicBezTo>
                    <a:pt x="77318" y="250890"/>
                    <a:pt x="93293" y="241953"/>
                    <a:pt x="93932" y="241314"/>
                  </a:cubicBezTo>
                  <a:cubicBezTo>
                    <a:pt x="95849" y="240038"/>
                    <a:pt x="97127" y="238122"/>
                    <a:pt x="97127" y="235569"/>
                  </a:cubicBezTo>
                  <a:lnTo>
                    <a:pt x="97127" y="210033"/>
                  </a:lnTo>
                  <a:lnTo>
                    <a:pt x="97127" y="158961"/>
                  </a:lnTo>
                  <a:lnTo>
                    <a:pt x="97127" y="150662"/>
                  </a:lnTo>
                  <a:cubicBezTo>
                    <a:pt x="97127" y="137256"/>
                    <a:pt x="90737" y="121934"/>
                    <a:pt x="84347" y="106613"/>
                  </a:cubicBezTo>
                  <a:cubicBezTo>
                    <a:pt x="78596" y="91930"/>
                    <a:pt x="72206" y="77246"/>
                    <a:pt x="72206" y="65755"/>
                  </a:cubicBezTo>
                  <a:close/>
                  <a:moveTo>
                    <a:pt x="49203" y="12768"/>
                  </a:moveTo>
                  <a:cubicBezTo>
                    <a:pt x="56232" y="12768"/>
                    <a:pt x="59427" y="14045"/>
                    <a:pt x="60065" y="14683"/>
                  </a:cubicBezTo>
                  <a:lnTo>
                    <a:pt x="60065" y="33835"/>
                  </a:lnTo>
                  <a:lnTo>
                    <a:pt x="38979" y="33835"/>
                  </a:lnTo>
                  <a:lnTo>
                    <a:pt x="38979" y="14683"/>
                  </a:lnTo>
                  <a:cubicBezTo>
                    <a:pt x="38340" y="14683"/>
                    <a:pt x="40257" y="12768"/>
                    <a:pt x="49203" y="12768"/>
                  </a:cubicBezTo>
                  <a:close/>
                  <a:moveTo>
                    <a:pt x="84986" y="203011"/>
                  </a:moveTo>
                  <a:lnTo>
                    <a:pt x="46647" y="203011"/>
                  </a:lnTo>
                  <a:lnTo>
                    <a:pt x="46647" y="164707"/>
                  </a:lnTo>
                  <a:lnTo>
                    <a:pt x="84986" y="164707"/>
                  </a:lnTo>
                  <a:lnTo>
                    <a:pt x="84986" y="203011"/>
                  </a:lnTo>
                  <a:close/>
                  <a:moveTo>
                    <a:pt x="84986" y="152577"/>
                  </a:moveTo>
                  <a:lnTo>
                    <a:pt x="40257" y="152577"/>
                  </a:lnTo>
                  <a:cubicBezTo>
                    <a:pt x="36423" y="152577"/>
                    <a:pt x="33867" y="155131"/>
                    <a:pt x="33867" y="158961"/>
                  </a:cubicBezTo>
                  <a:lnTo>
                    <a:pt x="33867" y="210033"/>
                  </a:lnTo>
                  <a:cubicBezTo>
                    <a:pt x="33867" y="213863"/>
                    <a:pt x="36423" y="216417"/>
                    <a:pt x="40257" y="216417"/>
                  </a:cubicBezTo>
                  <a:lnTo>
                    <a:pt x="84986" y="216417"/>
                  </a:lnTo>
                  <a:lnTo>
                    <a:pt x="84986" y="231100"/>
                  </a:lnTo>
                  <a:cubicBezTo>
                    <a:pt x="79235" y="233015"/>
                    <a:pt x="67094" y="237484"/>
                    <a:pt x="49203" y="237484"/>
                  </a:cubicBezTo>
                  <a:cubicBezTo>
                    <a:pt x="30672" y="237484"/>
                    <a:pt x="18531" y="233654"/>
                    <a:pt x="13419" y="231100"/>
                  </a:cubicBezTo>
                  <a:lnTo>
                    <a:pt x="13419" y="150662"/>
                  </a:lnTo>
                  <a:cubicBezTo>
                    <a:pt x="13419" y="139809"/>
                    <a:pt x="19809" y="125765"/>
                    <a:pt x="25560" y="111720"/>
                  </a:cubicBezTo>
                  <a:cubicBezTo>
                    <a:pt x="31950" y="96398"/>
                    <a:pt x="38979" y="80438"/>
                    <a:pt x="38979" y="65755"/>
                  </a:cubicBezTo>
                  <a:lnTo>
                    <a:pt x="38979" y="46603"/>
                  </a:lnTo>
                  <a:lnTo>
                    <a:pt x="60065" y="46603"/>
                  </a:lnTo>
                  <a:cubicBezTo>
                    <a:pt x="60065" y="54264"/>
                    <a:pt x="60065" y="65755"/>
                    <a:pt x="60065" y="65755"/>
                  </a:cubicBezTo>
                  <a:cubicBezTo>
                    <a:pt x="60065" y="79800"/>
                    <a:pt x="67094" y="95760"/>
                    <a:pt x="73484" y="111720"/>
                  </a:cubicBezTo>
                  <a:cubicBezTo>
                    <a:pt x="79235" y="125765"/>
                    <a:pt x="85625" y="139809"/>
                    <a:pt x="85625" y="150662"/>
                  </a:cubicBezTo>
                  <a:lnTo>
                    <a:pt x="85625" y="152577"/>
                  </a:lnTo>
                  <a:close/>
                </a:path>
              </a:pathLst>
            </a:custGeom>
            <a:solidFill>
              <a:srgbClr val="046A38"/>
            </a:solidFill>
            <a:ln w="6390" cap="flat">
              <a:noFill/>
              <a:prstDash val="solid"/>
              <a:miter/>
            </a:ln>
          </p:spPr>
          <p:txBody>
            <a:bodyPr rtlCol="0" anchor="ctr"/>
            <a:lstStyle/>
            <a:p>
              <a:endParaRPr lang="en-US"/>
            </a:p>
          </p:txBody>
        </p:sp>
      </p:grpSp>
      <p:grpSp>
        <p:nvGrpSpPr>
          <p:cNvPr id="1352" name="Graphic 4">
            <a:extLst>
              <a:ext uri="{FF2B5EF4-FFF2-40B4-BE49-F238E27FC236}">
                <a16:creationId xmlns:a16="http://schemas.microsoft.com/office/drawing/2014/main" id="{8068C5A2-F7D0-CA45-8B09-E883DC9B6B21}"/>
              </a:ext>
            </a:extLst>
          </p:cNvPr>
          <p:cNvGrpSpPr/>
          <p:nvPr/>
        </p:nvGrpSpPr>
        <p:grpSpPr>
          <a:xfrm>
            <a:off x="2998797" y="3339623"/>
            <a:ext cx="361670" cy="361333"/>
            <a:chOff x="2998797" y="3339623"/>
            <a:chExt cx="361670" cy="361333"/>
          </a:xfrm>
          <a:solidFill>
            <a:srgbClr val="046A38"/>
          </a:solidFill>
        </p:grpSpPr>
        <p:sp>
          <p:nvSpPr>
            <p:cNvPr id="1353" name="Graphic 4">
              <a:extLst>
                <a:ext uri="{FF2B5EF4-FFF2-40B4-BE49-F238E27FC236}">
                  <a16:creationId xmlns:a16="http://schemas.microsoft.com/office/drawing/2014/main" id="{48C660F1-202C-2448-8F69-5CEF9817C534}"/>
                </a:ext>
              </a:extLst>
            </p:cNvPr>
            <p:cNvSpPr/>
            <p:nvPr/>
          </p:nvSpPr>
          <p:spPr>
            <a:xfrm>
              <a:off x="3168769" y="3408570"/>
              <a:ext cx="21725" cy="21067"/>
            </a:xfrm>
            <a:custGeom>
              <a:avLst/>
              <a:gdLst>
                <a:gd name="connsiteX0" fmla="*/ 21726 w 21725"/>
                <a:gd name="connsiteY0" fmla="*/ 21067 h 21067"/>
                <a:gd name="connsiteX1" fmla="*/ 21726 w 21725"/>
                <a:gd name="connsiteY1" fmla="*/ 1915 h 21067"/>
                <a:gd name="connsiteX2" fmla="*/ 10863 w 21725"/>
                <a:gd name="connsiteY2" fmla="*/ 0 h 21067"/>
                <a:gd name="connsiteX3" fmla="*/ 0 w 21725"/>
                <a:gd name="connsiteY3" fmla="*/ 1915 h 21067"/>
                <a:gd name="connsiteX4" fmla="*/ 0 w 21725"/>
                <a:gd name="connsiteY4" fmla="*/ 21067 h 21067"/>
                <a:gd name="connsiteX5" fmla="*/ 21726 w 21725"/>
                <a:gd name="connsiteY5" fmla="*/ 21067 h 2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5" h="21067">
                  <a:moveTo>
                    <a:pt x="21726" y="21067"/>
                  </a:moveTo>
                  <a:lnTo>
                    <a:pt x="21726" y="1915"/>
                  </a:lnTo>
                  <a:cubicBezTo>
                    <a:pt x="21087" y="1277"/>
                    <a:pt x="17892" y="0"/>
                    <a:pt x="10863" y="0"/>
                  </a:cubicBezTo>
                  <a:cubicBezTo>
                    <a:pt x="1917" y="0"/>
                    <a:pt x="0" y="1915"/>
                    <a:pt x="0" y="1915"/>
                  </a:cubicBezTo>
                  <a:lnTo>
                    <a:pt x="0" y="21067"/>
                  </a:lnTo>
                  <a:lnTo>
                    <a:pt x="21726" y="21067"/>
                  </a:lnTo>
                  <a:close/>
                </a:path>
              </a:pathLst>
            </a:custGeom>
            <a:solidFill>
              <a:srgbClr val="046A38"/>
            </a:solidFill>
            <a:ln w="6390" cap="flat">
              <a:noFill/>
              <a:prstDash val="solid"/>
              <a:miter/>
            </a:ln>
          </p:spPr>
          <p:txBody>
            <a:bodyPr rtlCol="0" anchor="ctr"/>
            <a:lstStyle/>
            <a:p>
              <a:endParaRPr lang="en-US"/>
            </a:p>
          </p:txBody>
        </p:sp>
        <p:sp>
          <p:nvSpPr>
            <p:cNvPr id="1354" name="Graphic 4">
              <a:extLst>
                <a:ext uri="{FF2B5EF4-FFF2-40B4-BE49-F238E27FC236}">
                  <a16:creationId xmlns:a16="http://schemas.microsoft.com/office/drawing/2014/main" id="{B13B7871-0C3A-0444-B858-50BAE906F0CD}"/>
                </a:ext>
              </a:extLst>
            </p:cNvPr>
            <p:cNvSpPr/>
            <p:nvPr/>
          </p:nvSpPr>
          <p:spPr>
            <a:xfrm>
              <a:off x="3177715" y="3561147"/>
              <a:ext cx="38339" cy="38303"/>
            </a:xfrm>
            <a:custGeom>
              <a:avLst/>
              <a:gdLst>
                <a:gd name="connsiteX0" fmla="*/ 0 w 38339"/>
                <a:gd name="connsiteY0" fmla="*/ 0 h 38303"/>
                <a:gd name="connsiteX1" fmla="*/ 38340 w 38339"/>
                <a:gd name="connsiteY1" fmla="*/ 0 h 38303"/>
                <a:gd name="connsiteX2" fmla="*/ 38340 w 38339"/>
                <a:gd name="connsiteY2" fmla="*/ 38304 h 38303"/>
                <a:gd name="connsiteX3" fmla="*/ 0 w 38339"/>
                <a:gd name="connsiteY3" fmla="*/ 38304 h 38303"/>
              </a:gdLst>
              <a:ahLst/>
              <a:cxnLst>
                <a:cxn ang="0">
                  <a:pos x="connsiteX0" y="connsiteY0"/>
                </a:cxn>
                <a:cxn ang="0">
                  <a:pos x="connsiteX1" y="connsiteY1"/>
                </a:cxn>
                <a:cxn ang="0">
                  <a:pos x="connsiteX2" y="connsiteY2"/>
                </a:cxn>
                <a:cxn ang="0">
                  <a:pos x="connsiteX3" y="connsiteY3"/>
                </a:cxn>
              </a:cxnLst>
              <a:rect l="l" t="t" r="r" b="b"/>
              <a:pathLst>
                <a:path w="38339" h="38303">
                  <a:moveTo>
                    <a:pt x="0" y="0"/>
                  </a:moveTo>
                  <a:lnTo>
                    <a:pt x="38340" y="0"/>
                  </a:lnTo>
                  <a:lnTo>
                    <a:pt x="38340" y="38304"/>
                  </a:lnTo>
                  <a:lnTo>
                    <a:pt x="0" y="38304"/>
                  </a:lnTo>
                  <a:close/>
                </a:path>
              </a:pathLst>
            </a:custGeom>
            <a:solidFill>
              <a:srgbClr val="046A38"/>
            </a:solidFill>
            <a:ln w="6390" cap="flat">
              <a:noFill/>
              <a:prstDash val="solid"/>
              <a:miter/>
            </a:ln>
          </p:spPr>
          <p:txBody>
            <a:bodyPr rtlCol="0" anchor="ctr"/>
            <a:lstStyle/>
            <a:p>
              <a:endParaRPr lang="en-US"/>
            </a:p>
          </p:txBody>
        </p:sp>
        <p:sp>
          <p:nvSpPr>
            <p:cNvPr id="1355" name="Graphic 4">
              <a:extLst>
                <a:ext uri="{FF2B5EF4-FFF2-40B4-BE49-F238E27FC236}">
                  <a16:creationId xmlns:a16="http://schemas.microsoft.com/office/drawing/2014/main" id="{C7E578B3-286D-8E43-A86B-4E861665729E}"/>
                </a:ext>
              </a:extLst>
            </p:cNvPr>
            <p:cNvSpPr/>
            <p:nvPr/>
          </p:nvSpPr>
          <p:spPr>
            <a:xfrm>
              <a:off x="3143849" y="3442405"/>
              <a:ext cx="71567" cy="190881"/>
            </a:xfrm>
            <a:custGeom>
              <a:avLst/>
              <a:gdLst>
                <a:gd name="connsiteX0" fmla="*/ 46646 w 71567"/>
                <a:gd name="connsiteY0" fmla="*/ 19152 h 190881"/>
                <a:gd name="connsiteX1" fmla="*/ 46646 w 71567"/>
                <a:gd name="connsiteY1" fmla="*/ 0 h 190881"/>
                <a:gd name="connsiteX2" fmla="*/ 25560 w 71567"/>
                <a:gd name="connsiteY2" fmla="*/ 0 h 190881"/>
                <a:gd name="connsiteX3" fmla="*/ 25560 w 71567"/>
                <a:gd name="connsiteY3" fmla="*/ 19152 h 190881"/>
                <a:gd name="connsiteX4" fmla="*/ 12141 w 71567"/>
                <a:gd name="connsiteY4" fmla="*/ 65117 h 190881"/>
                <a:gd name="connsiteX5" fmla="*/ 0 w 71567"/>
                <a:gd name="connsiteY5" fmla="*/ 104059 h 190881"/>
                <a:gd name="connsiteX6" fmla="*/ 0 w 71567"/>
                <a:gd name="connsiteY6" fmla="*/ 184497 h 190881"/>
                <a:gd name="connsiteX7" fmla="*/ 35784 w 71567"/>
                <a:gd name="connsiteY7" fmla="*/ 190881 h 190881"/>
                <a:gd name="connsiteX8" fmla="*/ 71567 w 71567"/>
                <a:gd name="connsiteY8" fmla="*/ 184497 h 190881"/>
                <a:gd name="connsiteX9" fmla="*/ 71567 w 71567"/>
                <a:gd name="connsiteY9" fmla="*/ 169814 h 190881"/>
                <a:gd name="connsiteX10" fmla="*/ 26838 w 71567"/>
                <a:gd name="connsiteY10" fmla="*/ 169814 h 190881"/>
                <a:gd name="connsiteX11" fmla="*/ 20448 w 71567"/>
                <a:gd name="connsiteY11" fmla="*/ 163430 h 190881"/>
                <a:gd name="connsiteX12" fmla="*/ 20448 w 71567"/>
                <a:gd name="connsiteY12" fmla="*/ 112358 h 190881"/>
                <a:gd name="connsiteX13" fmla="*/ 26838 w 71567"/>
                <a:gd name="connsiteY13" fmla="*/ 105974 h 190881"/>
                <a:gd name="connsiteX14" fmla="*/ 71567 w 71567"/>
                <a:gd name="connsiteY14" fmla="*/ 105974 h 190881"/>
                <a:gd name="connsiteX15" fmla="*/ 71567 w 71567"/>
                <a:gd name="connsiteY15" fmla="*/ 104059 h 190881"/>
                <a:gd name="connsiteX16" fmla="*/ 59426 w 71567"/>
                <a:gd name="connsiteY16" fmla="*/ 65117 h 190881"/>
                <a:gd name="connsiteX17" fmla="*/ 46646 w 71567"/>
                <a:gd name="connsiteY17" fmla="*/ 19152 h 190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1567" h="190881">
                  <a:moveTo>
                    <a:pt x="46646" y="19152"/>
                  </a:moveTo>
                  <a:cubicBezTo>
                    <a:pt x="46646" y="19152"/>
                    <a:pt x="46646" y="7661"/>
                    <a:pt x="46646" y="0"/>
                  </a:cubicBezTo>
                  <a:lnTo>
                    <a:pt x="25560" y="0"/>
                  </a:lnTo>
                  <a:lnTo>
                    <a:pt x="25560" y="19152"/>
                  </a:lnTo>
                  <a:cubicBezTo>
                    <a:pt x="25560" y="33197"/>
                    <a:pt x="18531" y="49157"/>
                    <a:pt x="12141" y="65117"/>
                  </a:cubicBezTo>
                  <a:cubicBezTo>
                    <a:pt x="6390" y="79162"/>
                    <a:pt x="0" y="93206"/>
                    <a:pt x="0" y="104059"/>
                  </a:cubicBezTo>
                  <a:lnTo>
                    <a:pt x="0" y="184497"/>
                  </a:lnTo>
                  <a:cubicBezTo>
                    <a:pt x="5751" y="186412"/>
                    <a:pt x="17892" y="190881"/>
                    <a:pt x="35784" y="190881"/>
                  </a:cubicBezTo>
                  <a:cubicBezTo>
                    <a:pt x="54314" y="190881"/>
                    <a:pt x="66455" y="187051"/>
                    <a:pt x="71567" y="184497"/>
                  </a:cubicBezTo>
                  <a:lnTo>
                    <a:pt x="71567" y="169814"/>
                  </a:lnTo>
                  <a:lnTo>
                    <a:pt x="26838" y="169814"/>
                  </a:lnTo>
                  <a:cubicBezTo>
                    <a:pt x="23004" y="169814"/>
                    <a:pt x="20448" y="167260"/>
                    <a:pt x="20448" y="163430"/>
                  </a:cubicBezTo>
                  <a:lnTo>
                    <a:pt x="20448" y="112358"/>
                  </a:lnTo>
                  <a:cubicBezTo>
                    <a:pt x="20448" y="108528"/>
                    <a:pt x="23004" y="105974"/>
                    <a:pt x="26838" y="105974"/>
                  </a:cubicBezTo>
                  <a:lnTo>
                    <a:pt x="71567" y="105974"/>
                  </a:lnTo>
                  <a:lnTo>
                    <a:pt x="71567" y="104059"/>
                  </a:lnTo>
                  <a:cubicBezTo>
                    <a:pt x="71567" y="93206"/>
                    <a:pt x="65177" y="79162"/>
                    <a:pt x="59426" y="65117"/>
                  </a:cubicBezTo>
                  <a:cubicBezTo>
                    <a:pt x="53036" y="49157"/>
                    <a:pt x="46646" y="33197"/>
                    <a:pt x="46646" y="19152"/>
                  </a:cubicBezTo>
                  <a:close/>
                </a:path>
              </a:pathLst>
            </a:custGeom>
            <a:solidFill>
              <a:srgbClr val="046A38"/>
            </a:solidFill>
            <a:ln w="6390" cap="flat">
              <a:noFill/>
              <a:prstDash val="solid"/>
              <a:miter/>
            </a:ln>
          </p:spPr>
          <p:txBody>
            <a:bodyPr rtlCol="0" anchor="ctr"/>
            <a:lstStyle/>
            <a:p>
              <a:endParaRPr lang="en-US"/>
            </a:p>
          </p:txBody>
        </p:sp>
        <p:sp>
          <p:nvSpPr>
            <p:cNvPr id="1356" name="Graphic 4">
              <a:extLst>
                <a:ext uri="{FF2B5EF4-FFF2-40B4-BE49-F238E27FC236}">
                  <a16:creationId xmlns:a16="http://schemas.microsoft.com/office/drawing/2014/main" id="{24056C89-3DC2-BB4E-89DC-70CE3AC9C620}"/>
                </a:ext>
              </a:extLst>
            </p:cNvPr>
            <p:cNvSpPr/>
            <p:nvPr/>
          </p:nvSpPr>
          <p:spPr>
            <a:xfrm>
              <a:off x="2998797"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29399 w 361670"/>
                <a:gd name="connsiteY5" fmla="*/ 215140 h 361333"/>
                <a:gd name="connsiteX6" fmla="*/ 229399 w 361670"/>
                <a:gd name="connsiteY6" fmla="*/ 266212 h 361333"/>
                <a:gd name="connsiteX7" fmla="*/ 229399 w 361670"/>
                <a:gd name="connsiteY7" fmla="*/ 291748 h 361333"/>
                <a:gd name="connsiteX8" fmla="*/ 226204 w 361670"/>
                <a:gd name="connsiteY8" fmla="*/ 297493 h 361333"/>
                <a:gd name="connsiteX9" fmla="*/ 180835 w 361670"/>
                <a:gd name="connsiteY9" fmla="*/ 307069 h 361333"/>
                <a:gd name="connsiteX10" fmla="*/ 135467 w 361670"/>
                <a:gd name="connsiteY10" fmla="*/ 297493 h 361333"/>
                <a:gd name="connsiteX11" fmla="*/ 132272 w 361670"/>
                <a:gd name="connsiteY11" fmla="*/ 291748 h 361333"/>
                <a:gd name="connsiteX12" fmla="*/ 132272 w 361670"/>
                <a:gd name="connsiteY12" fmla="*/ 206841 h 361333"/>
                <a:gd name="connsiteX13" fmla="*/ 145052 w 361670"/>
                <a:gd name="connsiteY13" fmla="*/ 162792 h 361333"/>
                <a:gd name="connsiteX14" fmla="*/ 157192 w 361670"/>
                <a:gd name="connsiteY14" fmla="*/ 121934 h 361333"/>
                <a:gd name="connsiteX15" fmla="*/ 157192 w 361670"/>
                <a:gd name="connsiteY15" fmla="*/ 96398 h 361333"/>
                <a:gd name="connsiteX16" fmla="*/ 157192 w 361670"/>
                <a:gd name="connsiteY16" fmla="*/ 70862 h 361333"/>
                <a:gd name="connsiteX17" fmla="*/ 180835 w 361670"/>
                <a:gd name="connsiteY17" fmla="*/ 56179 h 361333"/>
                <a:gd name="connsiteX18" fmla="*/ 204478 w 361670"/>
                <a:gd name="connsiteY18" fmla="*/ 70862 h 361333"/>
                <a:gd name="connsiteX19" fmla="*/ 204478 w 361670"/>
                <a:gd name="connsiteY19" fmla="*/ 121934 h 361333"/>
                <a:gd name="connsiteX20" fmla="*/ 216619 w 361670"/>
                <a:gd name="connsiteY20" fmla="*/ 162792 h 361333"/>
                <a:gd name="connsiteX21" fmla="*/ 229399 w 361670"/>
                <a:gd name="connsiteY21" fmla="*/ 206841 h 361333"/>
                <a:gd name="connsiteX22" fmla="*/ 229399 w 361670"/>
                <a:gd name="connsiteY22" fmla="*/ 21514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1" y="280257"/>
                    <a:pt x="361671" y="180667"/>
                  </a:cubicBezTo>
                  <a:cubicBezTo>
                    <a:pt x="361671" y="81077"/>
                    <a:pt x="281157" y="0"/>
                    <a:pt x="180835" y="0"/>
                  </a:cubicBezTo>
                  <a:close/>
                  <a:moveTo>
                    <a:pt x="229399" y="215140"/>
                  </a:moveTo>
                  <a:lnTo>
                    <a:pt x="229399" y="266212"/>
                  </a:lnTo>
                  <a:lnTo>
                    <a:pt x="229399" y="291748"/>
                  </a:lnTo>
                  <a:cubicBezTo>
                    <a:pt x="229399" y="294301"/>
                    <a:pt x="228121" y="296217"/>
                    <a:pt x="226204" y="297493"/>
                  </a:cubicBezTo>
                  <a:cubicBezTo>
                    <a:pt x="225565" y="298132"/>
                    <a:pt x="209590" y="307069"/>
                    <a:pt x="180835" y="307069"/>
                  </a:cubicBezTo>
                  <a:cubicBezTo>
                    <a:pt x="152081" y="307069"/>
                    <a:pt x="136106" y="298132"/>
                    <a:pt x="135467" y="297493"/>
                  </a:cubicBezTo>
                  <a:cubicBezTo>
                    <a:pt x="133550" y="296217"/>
                    <a:pt x="132272" y="294301"/>
                    <a:pt x="132272" y="291748"/>
                  </a:cubicBezTo>
                  <a:lnTo>
                    <a:pt x="132272" y="206841"/>
                  </a:lnTo>
                  <a:cubicBezTo>
                    <a:pt x="132272" y="193435"/>
                    <a:pt x="138662" y="178113"/>
                    <a:pt x="145052" y="162792"/>
                  </a:cubicBezTo>
                  <a:cubicBezTo>
                    <a:pt x="151442" y="148747"/>
                    <a:pt x="157192" y="134064"/>
                    <a:pt x="157192" y="121934"/>
                  </a:cubicBezTo>
                  <a:cubicBezTo>
                    <a:pt x="157192" y="121934"/>
                    <a:pt x="157192" y="100229"/>
                    <a:pt x="157192" y="96398"/>
                  </a:cubicBezTo>
                  <a:lnTo>
                    <a:pt x="157192" y="70862"/>
                  </a:lnTo>
                  <a:cubicBezTo>
                    <a:pt x="157192" y="63840"/>
                    <a:pt x="161027" y="56179"/>
                    <a:pt x="180835" y="56179"/>
                  </a:cubicBezTo>
                  <a:cubicBezTo>
                    <a:pt x="198088" y="56179"/>
                    <a:pt x="204478" y="63840"/>
                    <a:pt x="204478" y="70862"/>
                  </a:cubicBezTo>
                  <a:lnTo>
                    <a:pt x="204478" y="121934"/>
                  </a:lnTo>
                  <a:cubicBezTo>
                    <a:pt x="204478" y="133425"/>
                    <a:pt x="210868" y="148108"/>
                    <a:pt x="216619" y="162792"/>
                  </a:cubicBezTo>
                  <a:cubicBezTo>
                    <a:pt x="223009" y="177475"/>
                    <a:pt x="229399" y="193435"/>
                    <a:pt x="229399" y="206841"/>
                  </a:cubicBezTo>
                  <a:lnTo>
                    <a:pt x="229399" y="215140"/>
                  </a:lnTo>
                  <a:close/>
                </a:path>
              </a:pathLst>
            </a:custGeom>
            <a:solidFill>
              <a:srgbClr val="046A38"/>
            </a:solidFill>
            <a:ln w="6390" cap="flat">
              <a:noFill/>
              <a:prstDash val="solid"/>
              <a:miter/>
            </a:ln>
          </p:spPr>
          <p:txBody>
            <a:bodyPr rtlCol="0" anchor="ctr"/>
            <a:lstStyle/>
            <a:p>
              <a:endParaRPr lang="en-US"/>
            </a:p>
          </p:txBody>
        </p:sp>
      </p:grpSp>
    </p:spTree>
    <p:extLst>
      <p:ext uri="{BB962C8B-B14F-4D97-AF65-F5344CB8AC3E}">
        <p14:creationId xmlns:p14="http://schemas.microsoft.com/office/powerpoint/2010/main" val="3157014182"/>
      </p:ext>
    </p:extLst>
  </p:cSld>
  <p:clrMapOvr>
    <a:masterClrMapping/>
  </p:clrMapOvr>
  <p:transition>
    <p:fade/>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0AB181-1E9F-2244-B53A-BC8E2F101DA6}"/>
              </a:ext>
            </a:extLst>
          </p:cNvPr>
          <p:cNvSpPr>
            <a:spLocks noGrp="1"/>
          </p:cNvSpPr>
          <p:nvPr>
            <p:ph type="title"/>
          </p:nvPr>
        </p:nvSpPr>
        <p:spPr/>
        <p:txBody>
          <a:bodyPr/>
          <a:lstStyle/>
          <a:p>
            <a:r>
              <a:rPr lang="en-US" dirty="0"/>
              <a:t>FOOD, RETAIL, HOSPITALITY</a:t>
            </a:r>
          </a:p>
        </p:txBody>
      </p:sp>
      <p:sp>
        <p:nvSpPr>
          <p:cNvPr id="4" name="Content Placeholder 3">
            <a:extLst>
              <a:ext uri="{FF2B5EF4-FFF2-40B4-BE49-F238E27FC236}">
                <a16:creationId xmlns:a16="http://schemas.microsoft.com/office/drawing/2014/main" id="{DB57E314-8EE4-694B-B268-A9071E1D395E}"/>
              </a:ext>
            </a:extLst>
          </p:cNvPr>
          <p:cNvSpPr>
            <a:spLocks noGrp="1"/>
          </p:cNvSpPr>
          <p:nvPr>
            <p:ph idx="10"/>
          </p:nvPr>
        </p:nvSpPr>
        <p:spPr>
          <a:xfrm>
            <a:off x="463297" y="5473209"/>
            <a:ext cx="4099825" cy="1114021"/>
          </a:xfrm>
        </p:spPr>
        <p:txBody>
          <a:bodyPr/>
          <a:lstStyle/>
          <a:p>
            <a:r>
              <a:rPr lang="en-US" dirty="0"/>
              <a:t>Shopping</a:t>
            </a:r>
          </a:p>
          <a:p>
            <a:r>
              <a:rPr lang="en-US" sz="900" dirty="0"/>
              <a:t>Keywords:</a:t>
            </a:r>
            <a:endParaRPr lang="en-US" sz="850" b="0" dirty="0"/>
          </a:p>
          <a:p>
            <a:r>
              <a:rPr lang="en-US" sz="850" b="0" dirty="0"/>
              <a:t>Clothes, Laundry, Bakery, Candy shop, Diner, Deli, Cafeteria, Marketplace, Market, Fruit Shop. Vegetable Mart, Street Vendor, Closed Sign, Open Sign, Gift, 24/7 Sign, Billing </a:t>
            </a:r>
            <a:r>
              <a:rPr lang="en-US" sz="850" b="0" dirty="0" err="1"/>
              <a:t>Maching</a:t>
            </a:r>
            <a:r>
              <a:rPr lang="en-US" sz="850" b="0" dirty="0"/>
              <a:t>, Basket, Bill, Discount, Shopping cart, Shopping cart, Shopping </a:t>
            </a:r>
            <a:r>
              <a:rPr lang="en-US" sz="850" b="0" dirty="0" err="1"/>
              <a:t>bag,T</a:t>
            </a:r>
            <a:r>
              <a:rPr lang="en-US" sz="850" b="0" dirty="0"/>
              <a:t>-Shirt, Tag, Coupons, Kiosk, Diamond, Jewel, Jewelry, Credit Card, Shop, Pant, Clothes Hanger</a:t>
            </a:r>
          </a:p>
        </p:txBody>
      </p:sp>
      <p:sp>
        <p:nvSpPr>
          <p:cNvPr id="10" name="Content Placeholder 3">
            <a:extLst>
              <a:ext uri="{FF2B5EF4-FFF2-40B4-BE49-F238E27FC236}">
                <a16:creationId xmlns:a16="http://schemas.microsoft.com/office/drawing/2014/main" id="{F6F1EA66-4F59-DE4A-ABF1-B392433220F7}"/>
              </a:ext>
            </a:extLst>
          </p:cNvPr>
          <p:cNvSpPr txBox="1">
            <a:spLocks/>
          </p:cNvSpPr>
          <p:nvPr/>
        </p:nvSpPr>
        <p:spPr>
          <a:xfrm>
            <a:off x="5707867" y="5473209"/>
            <a:ext cx="3462765"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Online Shopping</a:t>
            </a:r>
          </a:p>
          <a:p>
            <a:r>
              <a:rPr lang="en-US" sz="900" dirty="0"/>
              <a:t>Keywords:</a:t>
            </a:r>
            <a:br>
              <a:rPr lang="en-US" sz="900" dirty="0"/>
            </a:br>
            <a:r>
              <a:rPr lang="en-US" sz="850" b="0" dirty="0"/>
              <a:t>NFC payment, Online payment, Shopping cart, Smart shopping, Euro, Dollar, Pound, Mobile Pay, Remove from cart, Mobile Payment, Add to cart, Online Purchase NFC Card, Near Field Communication, Online purchase, Credit Card, Debit Card, </a:t>
            </a:r>
            <a:r>
              <a:rPr lang="en-US" sz="850" b="0" dirty="0" err="1"/>
              <a:t>Paypal</a:t>
            </a:r>
            <a:endParaRPr lang="en-US" sz="850" b="0" dirty="0"/>
          </a:p>
        </p:txBody>
      </p:sp>
      <p:grpSp>
        <p:nvGrpSpPr>
          <p:cNvPr id="1041" name="Graphic 1039">
            <a:extLst>
              <a:ext uri="{FF2B5EF4-FFF2-40B4-BE49-F238E27FC236}">
                <a16:creationId xmlns:a16="http://schemas.microsoft.com/office/drawing/2014/main" id="{DF1E73A6-E5E0-6944-AB66-0EA40F5E6031}"/>
              </a:ext>
            </a:extLst>
          </p:cNvPr>
          <p:cNvGrpSpPr/>
          <p:nvPr/>
        </p:nvGrpSpPr>
        <p:grpSpPr>
          <a:xfrm>
            <a:off x="2561086" y="918179"/>
            <a:ext cx="361670" cy="361333"/>
            <a:chOff x="2561086" y="918179"/>
            <a:chExt cx="361670" cy="361333"/>
          </a:xfrm>
          <a:solidFill>
            <a:srgbClr val="26890D"/>
          </a:solidFill>
        </p:grpSpPr>
        <p:sp>
          <p:nvSpPr>
            <p:cNvPr id="1042" name="Graphic 1039">
              <a:extLst>
                <a:ext uri="{FF2B5EF4-FFF2-40B4-BE49-F238E27FC236}">
                  <a16:creationId xmlns:a16="http://schemas.microsoft.com/office/drawing/2014/main" id="{45C1216B-D9B2-2446-ACF4-7C112DCC87B3}"/>
                </a:ext>
              </a:extLst>
            </p:cNvPr>
            <p:cNvSpPr/>
            <p:nvPr/>
          </p:nvSpPr>
          <p:spPr>
            <a:xfrm>
              <a:off x="2561086"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26890D"/>
            </a:solidFill>
            <a:ln w="6390" cap="flat">
              <a:noFill/>
              <a:prstDash val="solid"/>
              <a:miter/>
            </a:ln>
          </p:spPr>
          <p:txBody>
            <a:bodyPr rtlCol="0" anchor="ctr"/>
            <a:lstStyle/>
            <a:p>
              <a:endParaRPr lang="en-US"/>
            </a:p>
          </p:txBody>
        </p:sp>
        <p:sp>
          <p:nvSpPr>
            <p:cNvPr id="1043" name="Graphic 1039">
              <a:extLst>
                <a:ext uri="{FF2B5EF4-FFF2-40B4-BE49-F238E27FC236}">
                  <a16:creationId xmlns:a16="http://schemas.microsoft.com/office/drawing/2014/main" id="{178DDD96-24D1-E84C-A2F2-36C2F5064ACF}"/>
                </a:ext>
              </a:extLst>
            </p:cNvPr>
            <p:cNvSpPr/>
            <p:nvPr/>
          </p:nvSpPr>
          <p:spPr>
            <a:xfrm>
              <a:off x="2641599" y="998936"/>
              <a:ext cx="202561" cy="199499"/>
            </a:xfrm>
            <a:custGeom>
              <a:avLst/>
              <a:gdLst>
                <a:gd name="connsiteX0" fmla="*/ 194893 w 202561"/>
                <a:gd name="connsiteY0" fmla="*/ 45007 h 199499"/>
                <a:gd name="connsiteX1" fmla="*/ 134828 w 202561"/>
                <a:gd name="connsiteY1" fmla="*/ 45007 h 199499"/>
                <a:gd name="connsiteX2" fmla="*/ 145052 w 202561"/>
                <a:gd name="connsiteY2" fmla="*/ 37985 h 199499"/>
                <a:gd name="connsiteX3" fmla="*/ 145052 w 202561"/>
                <a:gd name="connsiteY3" fmla="*/ 6703 h 199499"/>
                <a:gd name="connsiteX4" fmla="*/ 113741 w 202561"/>
                <a:gd name="connsiteY4" fmla="*/ 6703 h 199499"/>
                <a:gd name="connsiteX5" fmla="*/ 100961 w 202561"/>
                <a:gd name="connsiteY5" fmla="*/ 30962 h 199499"/>
                <a:gd name="connsiteX6" fmla="*/ 88181 w 202561"/>
                <a:gd name="connsiteY6" fmla="*/ 6703 h 199499"/>
                <a:gd name="connsiteX7" fmla="*/ 56870 w 202561"/>
                <a:gd name="connsiteY7" fmla="*/ 6703 h 199499"/>
                <a:gd name="connsiteX8" fmla="*/ 56870 w 202561"/>
                <a:gd name="connsiteY8" fmla="*/ 37985 h 199499"/>
                <a:gd name="connsiteX9" fmla="*/ 67094 w 202561"/>
                <a:gd name="connsiteY9" fmla="*/ 45007 h 199499"/>
                <a:gd name="connsiteX10" fmla="*/ 6390 w 202561"/>
                <a:gd name="connsiteY10" fmla="*/ 45007 h 199499"/>
                <a:gd name="connsiteX11" fmla="*/ 0 w 202561"/>
                <a:gd name="connsiteY11" fmla="*/ 51391 h 199499"/>
                <a:gd name="connsiteX12" fmla="*/ 0 w 202561"/>
                <a:gd name="connsiteY12" fmla="*/ 82673 h 199499"/>
                <a:gd name="connsiteX13" fmla="*/ 6390 w 202561"/>
                <a:gd name="connsiteY13" fmla="*/ 89057 h 199499"/>
                <a:gd name="connsiteX14" fmla="*/ 15975 w 202561"/>
                <a:gd name="connsiteY14" fmla="*/ 89057 h 199499"/>
                <a:gd name="connsiteX15" fmla="*/ 15975 w 202561"/>
                <a:gd name="connsiteY15" fmla="*/ 193116 h 199499"/>
                <a:gd name="connsiteX16" fmla="*/ 22365 w 202561"/>
                <a:gd name="connsiteY16" fmla="*/ 199500 h 199499"/>
                <a:gd name="connsiteX17" fmla="*/ 180196 w 202561"/>
                <a:gd name="connsiteY17" fmla="*/ 199500 h 199499"/>
                <a:gd name="connsiteX18" fmla="*/ 186586 w 202561"/>
                <a:gd name="connsiteY18" fmla="*/ 193116 h 199499"/>
                <a:gd name="connsiteX19" fmla="*/ 186586 w 202561"/>
                <a:gd name="connsiteY19" fmla="*/ 89057 h 199499"/>
                <a:gd name="connsiteX20" fmla="*/ 196171 w 202561"/>
                <a:gd name="connsiteY20" fmla="*/ 89057 h 199499"/>
                <a:gd name="connsiteX21" fmla="*/ 202561 w 202561"/>
                <a:gd name="connsiteY21" fmla="*/ 82673 h 199499"/>
                <a:gd name="connsiteX22" fmla="*/ 202561 w 202561"/>
                <a:gd name="connsiteY22" fmla="*/ 51391 h 199499"/>
                <a:gd name="connsiteX23" fmla="*/ 194893 w 202561"/>
                <a:gd name="connsiteY23" fmla="*/ 45007 h 199499"/>
                <a:gd name="connsiteX24" fmla="*/ 122687 w 202561"/>
                <a:gd name="connsiteY24" fmla="*/ 15641 h 199499"/>
                <a:gd name="connsiteX25" fmla="*/ 129077 w 202561"/>
                <a:gd name="connsiteY25" fmla="*/ 13087 h 199499"/>
                <a:gd name="connsiteX26" fmla="*/ 135467 w 202561"/>
                <a:gd name="connsiteY26" fmla="*/ 15641 h 199499"/>
                <a:gd name="connsiteX27" fmla="*/ 135467 w 202561"/>
                <a:gd name="connsiteY27" fmla="*/ 29047 h 199499"/>
                <a:gd name="connsiteX28" fmla="*/ 112463 w 202561"/>
                <a:gd name="connsiteY28" fmla="*/ 39262 h 199499"/>
                <a:gd name="connsiteX29" fmla="*/ 122687 w 202561"/>
                <a:gd name="connsiteY29" fmla="*/ 15641 h 199499"/>
                <a:gd name="connsiteX30" fmla="*/ 65177 w 202561"/>
                <a:gd name="connsiteY30" fmla="*/ 15641 h 199499"/>
                <a:gd name="connsiteX31" fmla="*/ 78596 w 202561"/>
                <a:gd name="connsiteY31" fmla="*/ 15641 h 199499"/>
                <a:gd name="connsiteX32" fmla="*/ 88820 w 202561"/>
                <a:gd name="connsiteY32" fmla="*/ 38623 h 199499"/>
                <a:gd name="connsiteX33" fmla="*/ 65177 w 202561"/>
                <a:gd name="connsiteY33" fmla="*/ 28409 h 199499"/>
                <a:gd name="connsiteX34" fmla="*/ 65177 w 202561"/>
                <a:gd name="connsiteY34" fmla="*/ 15641 h 199499"/>
                <a:gd name="connsiteX35" fmla="*/ 100322 w 202561"/>
                <a:gd name="connsiteY35" fmla="*/ 43730 h 199499"/>
                <a:gd name="connsiteX36" fmla="*/ 100961 w 202561"/>
                <a:gd name="connsiteY36" fmla="*/ 45007 h 199499"/>
                <a:gd name="connsiteX37" fmla="*/ 99683 w 202561"/>
                <a:gd name="connsiteY37" fmla="*/ 45007 h 199499"/>
                <a:gd name="connsiteX38" fmla="*/ 100322 w 202561"/>
                <a:gd name="connsiteY38" fmla="*/ 43730 h 199499"/>
                <a:gd name="connsiteX39" fmla="*/ 11502 w 202561"/>
                <a:gd name="connsiteY39" fmla="*/ 57775 h 199499"/>
                <a:gd name="connsiteX40" fmla="*/ 93293 w 202561"/>
                <a:gd name="connsiteY40" fmla="*/ 57775 h 199499"/>
                <a:gd name="connsiteX41" fmla="*/ 93293 w 202561"/>
                <a:gd name="connsiteY41" fmla="*/ 76289 h 199499"/>
                <a:gd name="connsiteX42" fmla="*/ 21087 w 202561"/>
                <a:gd name="connsiteY42" fmla="*/ 76289 h 199499"/>
                <a:gd name="connsiteX43" fmla="*/ 11502 w 202561"/>
                <a:gd name="connsiteY43" fmla="*/ 76289 h 199499"/>
                <a:gd name="connsiteX44" fmla="*/ 11502 w 202561"/>
                <a:gd name="connsiteY44" fmla="*/ 57775 h 199499"/>
                <a:gd name="connsiteX45" fmla="*/ 93932 w 202561"/>
                <a:gd name="connsiteY45" fmla="*/ 89695 h 199499"/>
                <a:gd name="connsiteX46" fmla="*/ 93932 w 202561"/>
                <a:gd name="connsiteY46" fmla="*/ 131829 h 199499"/>
                <a:gd name="connsiteX47" fmla="*/ 28116 w 202561"/>
                <a:gd name="connsiteY47" fmla="*/ 131829 h 199499"/>
                <a:gd name="connsiteX48" fmla="*/ 28116 w 202561"/>
                <a:gd name="connsiteY48" fmla="*/ 89695 h 199499"/>
                <a:gd name="connsiteX49" fmla="*/ 93932 w 202561"/>
                <a:gd name="connsiteY49" fmla="*/ 89695 h 199499"/>
                <a:gd name="connsiteX50" fmla="*/ 27477 w 202561"/>
                <a:gd name="connsiteY50" fmla="*/ 144597 h 199499"/>
                <a:gd name="connsiteX51" fmla="*/ 93293 w 202561"/>
                <a:gd name="connsiteY51" fmla="*/ 144597 h 199499"/>
                <a:gd name="connsiteX52" fmla="*/ 93293 w 202561"/>
                <a:gd name="connsiteY52" fmla="*/ 186732 h 199499"/>
                <a:gd name="connsiteX53" fmla="*/ 27477 w 202561"/>
                <a:gd name="connsiteY53" fmla="*/ 186732 h 199499"/>
                <a:gd name="connsiteX54" fmla="*/ 27477 w 202561"/>
                <a:gd name="connsiteY54" fmla="*/ 144597 h 199499"/>
                <a:gd name="connsiteX55" fmla="*/ 106712 w 202561"/>
                <a:gd name="connsiteY55" fmla="*/ 186732 h 199499"/>
                <a:gd name="connsiteX56" fmla="*/ 106712 w 202561"/>
                <a:gd name="connsiteY56" fmla="*/ 144597 h 199499"/>
                <a:gd name="connsiteX57" fmla="*/ 172528 w 202561"/>
                <a:gd name="connsiteY57" fmla="*/ 144597 h 199499"/>
                <a:gd name="connsiteX58" fmla="*/ 172528 w 202561"/>
                <a:gd name="connsiteY58" fmla="*/ 186732 h 199499"/>
                <a:gd name="connsiteX59" fmla="*/ 106712 w 202561"/>
                <a:gd name="connsiteY59" fmla="*/ 186732 h 199499"/>
                <a:gd name="connsiteX60" fmla="*/ 172528 w 202561"/>
                <a:gd name="connsiteY60" fmla="*/ 131829 h 199499"/>
                <a:gd name="connsiteX61" fmla="*/ 106712 w 202561"/>
                <a:gd name="connsiteY61" fmla="*/ 131829 h 199499"/>
                <a:gd name="connsiteX62" fmla="*/ 106712 w 202561"/>
                <a:gd name="connsiteY62" fmla="*/ 89695 h 199499"/>
                <a:gd name="connsiteX63" fmla="*/ 172528 w 202561"/>
                <a:gd name="connsiteY63" fmla="*/ 89695 h 199499"/>
                <a:gd name="connsiteX64" fmla="*/ 172528 w 202561"/>
                <a:gd name="connsiteY64" fmla="*/ 131829 h 199499"/>
                <a:gd name="connsiteX65" fmla="*/ 188503 w 202561"/>
                <a:gd name="connsiteY65" fmla="*/ 76927 h 199499"/>
                <a:gd name="connsiteX66" fmla="*/ 178918 w 202561"/>
                <a:gd name="connsiteY66" fmla="*/ 76927 h 199499"/>
                <a:gd name="connsiteX67" fmla="*/ 106712 w 202561"/>
                <a:gd name="connsiteY67" fmla="*/ 76927 h 199499"/>
                <a:gd name="connsiteX68" fmla="*/ 106712 w 202561"/>
                <a:gd name="connsiteY68" fmla="*/ 58413 h 199499"/>
                <a:gd name="connsiteX69" fmla="*/ 188503 w 202561"/>
                <a:gd name="connsiteY69" fmla="*/ 58413 h 199499"/>
                <a:gd name="connsiteX70" fmla="*/ 188503 w 202561"/>
                <a:gd name="connsiteY70" fmla="*/ 76927 h 199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202561" h="199499">
                  <a:moveTo>
                    <a:pt x="194893" y="45007"/>
                  </a:moveTo>
                  <a:lnTo>
                    <a:pt x="134828" y="45007"/>
                  </a:lnTo>
                  <a:cubicBezTo>
                    <a:pt x="139301" y="42453"/>
                    <a:pt x="143135" y="39900"/>
                    <a:pt x="145052" y="37985"/>
                  </a:cubicBezTo>
                  <a:cubicBezTo>
                    <a:pt x="153998" y="29047"/>
                    <a:pt x="153998" y="15002"/>
                    <a:pt x="145052" y="6703"/>
                  </a:cubicBezTo>
                  <a:cubicBezTo>
                    <a:pt x="136106" y="-2234"/>
                    <a:pt x="122048" y="-2234"/>
                    <a:pt x="113741" y="6703"/>
                  </a:cubicBezTo>
                  <a:cubicBezTo>
                    <a:pt x="109907" y="10534"/>
                    <a:pt x="102878" y="20748"/>
                    <a:pt x="100961" y="30962"/>
                  </a:cubicBezTo>
                  <a:cubicBezTo>
                    <a:pt x="98405" y="20748"/>
                    <a:pt x="91376" y="10534"/>
                    <a:pt x="88181" y="6703"/>
                  </a:cubicBezTo>
                  <a:cubicBezTo>
                    <a:pt x="79235" y="-2234"/>
                    <a:pt x="65177" y="-2234"/>
                    <a:pt x="56870" y="6703"/>
                  </a:cubicBezTo>
                  <a:cubicBezTo>
                    <a:pt x="47925" y="15641"/>
                    <a:pt x="47925" y="29686"/>
                    <a:pt x="56870" y="37985"/>
                  </a:cubicBezTo>
                  <a:cubicBezTo>
                    <a:pt x="58788" y="39900"/>
                    <a:pt x="62622" y="42453"/>
                    <a:pt x="67094" y="45007"/>
                  </a:cubicBezTo>
                  <a:lnTo>
                    <a:pt x="6390" y="45007"/>
                  </a:lnTo>
                  <a:cubicBezTo>
                    <a:pt x="2556" y="45007"/>
                    <a:pt x="0" y="47561"/>
                    <a:pt x="0" y="51391"/>
                  </a:cubicBezTo>
                  <a:lnTo>
                    <a:pt x="0" y="82673"/>
                  </a:lnTo>
                  <a:cubicBezTo>
                    <a:pt x="0" y="86503"/>
                    <a:pt x="2556" y="89057"/>
                    <a:pt x="6390" y="89057"/>
                  </a:cubicBezTo>
                  <a:lnTo>
                    <a:pt x="15975" y="89057"/>
                  </a:lnTo>
                  <a:lnTo>
                    <a:pt x="15975" y="193116"/>
                  </a:lnTo>
                  <a:cubicBezTo>
                    <a:pt x="15975" y="196946"/>
                    <a:pt x="18531" y="199500"/>
                    <a:pt x="22365" y="199500"/>
                  </a:cubicBezTo>
                  <a:lnTo>
                    <a:pt x="180196" y="199500"/>
                  </a:lnTo>
                  <a:cubicBezTo>
                    <a:pt x="184030" y="199500"/>
                    <a:pt x="186586" y="196946"/>
                    <a:pt x="186586" y="193116"/>
                  </a:cubicBezTo>
                  <a:lnTo>
                    <a:pt x="186586" y="89057"/>
                  </a:lnTo>
                  <a:lnTo>
                    <a:pt x="196171" y="89057"/>
                  </a:lnTo>
                  <a:cubicBezTo>
                    <a:pt x="200005" y="89057"/>
                    <a:pt x="202561" y="86503"/>
                    <a:pt x="202561" y="82673"/>
                  </a:cubicBezTo>
                  <a:lnTo>
                    <a:pt x="202561" y="51391"/>
                  </a:lnTo>
                  <a:cubicBezTo>
                    <a:pt x="201283" y="48199"/>
                    <a:pt x="198088" y="45007"/>
                    <a:pt x="194893" y="45007"/>
                  </a:cubicBezTo>
                  <a:close/>
                  <a:moveTo>
                    <a:pt x="122687" y="15641"/>
                  </a:moveTo>
                  <a:cubicBezTo>
                    <a:pt x="124604" y="13726"/>
                    <a:pt x="127160" y="13087"/>
                    <a:pt x="129077" y="13087"/>
                  </a:cubicBezTo>
                  <a:cubicBezTo>
                    <a:pt x="130994" y="13087"/>
                    <a:pt x="134189" y="13726"/>
                    <a:pt x="135467" y="15641"/>
                  </a:cubicBezTo>
                  <a:cubicBezTo>
                    <a:pt x="139301" y="19471"/>
                    <a:pt x="139301" y="25217"/>
                    <a:pt x="135467" y="29047"/>
                  </a:cubicBezTo>
                  <a:cubicBezTo>
                    <a:pt x="129716" y="34793"/>
                    <a:pt x="115019" y="40538"/>
                    <a:pt x="112463" y="39262"/>
                  </a:cubicBezTo>
                  <a:cubicBezTo>
                    <a:pt x="111185" y="36070"/>
                    <a:pt x="116936" y="21386"/>
                    <a:pt x="122687" y="15641"/>
                  </a:cubicBezTo>
                  <a:close/>
                  <a:moveTo>
                    <a:pt x="65177" y="15641"/>
                  </a:moveTo>
                  <a:cubicBezTo>
                    <a:pt x="69011" y="11810"/>
                    <a:pt x="74762" y="11810"/>
                    <a:pt x="78596" y="15641"/>
                  </a:cubicBezTo>
                  <a:cubicBezTo>
                    <a:pt x="84347" y="21386"/>
                    <a:pt x="90098" y="36070"/>
                    <a:pt x="88820" y="38623"/>
                  </a:cubicBezTo>
                  <a:cubicBezTo>
                    <a:pt x="85625" y="40538"/>
                    <a:pt x="70289" y="34154"/>
                    <a:pt x="65177" y="28409"/>
                  </a:cubicBezTo>
                  <a:cubicBezTo>
                    <a:pt x="61343" y="25217"/>
                    <a:pt x="61343" y="19471"/>
                    <a:pt x="65177" y="15641"/>
                  </a:cubicBezTo>
                  <a:close/>
                  <a:moveTo>
                    <a:pt x="100322" y="43730"/>
                  </a:moveTo>
                  <a:cubicBezTo>
                    <a:pt x="100322" y="44369"/>
                    <a:pt x="100961" y="45007"/>
                    <a:pt x="100961" y="45007"/>
                  </a:cubicBezTo>
                  <a:lnTo>
                    <a:pt x="99683" y="45007"/>
                  </a:lnTo>
                  <a:cubicBezTo>
                    <a:pt x="99683" y="45007"/>
                    <a:pt x="100322" y="44369"/>
                    <a:pt x="100322" y="43730"/>
                  </a:cubicBezTo>
                  <a:close/>
                  <a:moveTo>
                    <a:pt x="11502" y="57775"/>
                  </a:moveTo>
                  <a:lnTo>
                    <a:pt x="93293" y="57775"/>
                  </a:lnTo>
                  <a:lnTo>
                    <a:pt x="93293" y="76289"/>
                  </a:lnTo>
                  <a:lnTo>
                    <a:pt x="21087" y="76289"/>
                  </a:lnTo>
                  <a:lnTo>
                    <a:pt x="11502" y="76289"/>
                  </a:lnTo>
                  <a:lnTo>
                    <a:pt x="11502" y="57775"/>
                  </a:lnTo>
                  <a:close/>
                  <a:moveTo>
                    <a:pt x="93932" y="89695"/>
                  </a:moveTo>
                  <a:lnTo>
                    <a:pt x="93932" y="131829"/>
                  </a:lnTo>
                  <a:lnTo>
                    <a:pt x="28116" y="131829"/>
                  </a:lnTo>
                  <a:lnTo>
                    <a:pt x="28116" y="89695"/>
                  </a:lnTo>
                  <a:lnTo>
                    <a:pt x="93932" y="89695"/>
                  </a:lnTo>
                  <a:close/>
                  <a:moveTo>
                    <a:pt x="27477" y="144597"/>
                  </a:moveTo>
                  <a:lnTo>
                    <a:pt x="93293" y="144597"/>
                  </a:lnTo>
                  <a:lnTo>
                    <a:pt x="93293" y="186732"/>
                  </a:lnTo>
                  <a:lnTo>
                    <a:pt x="27477" y="186732"/>
                  </a:lnTo>
                  <a:lnTo>
                    <a:pt x="27477" y="144597"/>
                  </a:lnTo>
                  <a:close/>
                  <a:moveTo>
                    <a:pt x="106712" y="186732"/>
                  </a:moveTo>
                  <a:lnTo>
                    <a:pt x="106712" y="144597"/>
                  </a:lnTo>
                  <a:lnTo>
                    <a:pt x="172528" y="144597"/>
                  </a:lnTo>
                  <a:lnTo>
                    <a:pt x="172528" y="186732"/>
                  </a:lnTo>
                  <a:lnTo>
                    <a:pt x="106712" y="186732"/>
                  </a:lnTo>
                  <a:close/>
                  <a:moveTo>
                    <a:pt x="172528" y="131829"/>
                  </a:moveTo>
                  <a:lnTo>
                    <a:pt x="106712" y="131829"/>
                  </a:lnTo>
                  <a:lnTo>
                    <a:pt x="106712" y="89695"/>
                  </a:lnTo>
                  <a:lnTo>
                    <a:pt x="172528" y="89695"/>
                  </a:lnTo>
                  <a:lnTo>
                    <a:pt x="172528" y="131829"/>
                  </a:lnTo>
                  <a:close/>
                  <a:moveTo>
                    <a:pt x="188503" y="76927"/>
                  </a:moveTo>
                  <a:lnTo>
                    <a:pt x="178918" y="76927"/>
                  </a:lnTo>
                  <a:lnTo>
                    <a:pt x="106712" y="76927"/>
                  </a:lnTo>
                  <a:lnTo>
                    <a:pt x="106712" y="58413"/>
                  </a:lnTo>
                  <a:lnTo>
                    <a:pt x="188503" y="58413"/>
                  </a:lnTo>
                  <a:lnTo>
                    <a:pt x="188503" y="76927"/>
                  </a:lnTo>
                  <a:close/>
                </a:path>
              </a:pathLst>
            </a:custGeom>
            <a:solidFill>
              <a:srgbClr val="26890D"/>
            </a:solidFill>
            <a:ln w="6390" cap="flat">
              <a:noFill/>
              <a:prstDash val="solid"/>
              <a:miter/>
            </a:ln>
          </p:spPr>
          <p:txBody>
            <a:bodyPr rtlCol="0" anchor="ctr"/>
            <a:lstStyle/>
            <a:p>
              <a:endParaRPr lang="en-US"/>
            </a:p>
          </p:txBody>
        </p:sp>
      </p:grpSp>
      <p:grpSp>
        <p:nvGrpSpPr>
          <p:cNvPr id="1044" name="Graphic 1039">
            <a:extLst>
              <a:ext uri="{FF2B5EF4-FFF2-40B4-BE49-F238E27FC236}">
                <a16:creationId xmlns:a16="http://schemas.microsoft.com/office/drawing/2014/main" id="{A23494A8-32DB-BB46-AC18-75ED56B31F47}"/>
              </a:ext>
            </a:extLst>
          </p:cNvPr>
          <p:cNvGrpSpPr/>
          <p:nvPr/>
        </p:nvGrpSpPr>
        <p:grpSpPr>
          <a:xfrm>
            <a:off x="2561086" y="1402085"/>
            <a:ext cx="361670" cy="361333"/>
            <a:chOff x="2561086" y="1402085"/>
            <a:chExt cx="361670" cy="361333"/>
          </a:xfrm>
          <a:solidFill>
            <a:srgbClr val="26890D"/>
          </a:solidFill>
        </p:grpSpPr>
        <p:sp>
          <p:nvSpPr>
            <p:cNvPr id="1045" name="Graphic 1039">
              <a:extLst>
                <a:ext uri="{FF2B5EF4-FFF2-40B4-BE49-F238E27FC236}">
                  <a16:creationId xmlns:a16="http://schemas.microsoft.com/office/drawing/2014/main" id="{55466AB4-B552-B643-8A93-4DF56EC1C472}"/>
                </a:ext>
              </a:extLst>
            </p:cNvPr>
            <p:cNvSpPr/>
            <p:nvPr/>
          </p:nvSpPr>
          <p:spPr>
            <a:xfrm>
              <a:off x="2561086"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26890D"/>
            </a:solidFill>
            <a:ln w="6390" cap="flat">
              <a:noFill/>
              <a:prstDash val="solid"/>
              <a:miter/>
            </a:ln>
          </p:spPr>
          <p:txBody>
            <a:bodyPr rtlCol="0" anchor="ctr"/>
            <a:lstStyle/>
            <a:p>
              <a:endParaRPr lang="en-US"/>
            </a:p>
          </p:txBody>
        </p:sp>
        <p:sp>
          <p:nvSpPr>
            <p:cNvPr id="1046" name="Graphic 1039">
              <a:extLst>
                <a:ext uri="{FF2B5EF4-FFF2-40B4-BE49-F238E27FC236}">
                  <a16:creationId xmlns:a16="http://schemas.microsoft.com/office/drawing/2014/main" id="{859483FD-808B-DE44-AF86-EEFB1F63213B}"/>
                </a:ext>
              </a:extLst>
            </p:cNvPr>
            <p:cNvSpPr/>
            <p:nvPr/>
          </p:nvSpPr>
          <p:spPr>
            <a:xfrm>
              <a:off x="2690163" y="1580836"/>
              <a:ext cx="12779" cy="72777"/>
            </a:xfrm>
            <a:custGeom>
              <a:avLst/>
              <a:gdLst>
                <a:gd name="connsiteX0" fmla="*/ 6390 w 12779"/>
                <a:gd name="connsiteY0" fmla="*/ 0 h 72777"/>
                <a:gd name="connsiteX1" fmla="*/ 0 w 12779"/>
                <a:gd name="connsiteY1" fmla="*/ 6384 h 72777"/>
                <a:gd name="connsiteX2" fmla="*/ 0 w 12779"/>
                <a:gd name="connsiteY2" fmla="*/ 66393 h 72777"/>
                <a:gd name="connsiteX3" fmla="*/ 6390 w 12779"/>
                <a:gd name="connsiteY3" fmla="*/ 72777 h 72777"/>
                <a:gd name="connsiteX4" fmla="*/ 12780 w 12779"/>
                <a:gd name="connsiteY4" fmla="*/ 66393 h 72777"/>
                <a:gd name="connsiteX5" fmla="*/ 12780 w 12779"/>
                <a:gd name="connsiteY5" fmla="*/ 6384 h 72777"/>
                <a:gd name="connsiteX6" fmla="*/ 6390 w 12779"/>
                <a:gd name="connsiteY6" fmla="*/ 0 h 72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2777">
                  <a:moveTo>
                    <a:pt x="6390" y="0"/>
                  </a:moveTo>
                  <a:cubicBezTo>
                    <a:pt x="2556" y="0"/>
                    <a:pt x="0" y="2554"/>
                    <a:pt x="0" y="6384"/>
                  </a:cubicBezTo>
                  <a:lnTo>
                    <a:pt x="0" y="66393"/>
                  </a:lnTo>
                  <a:cubicBezTo>
                    <a:pt x="0" y="70224"/>
                    <a:pt x="2556" y="72777"/>
                    <a:pt x="6390" y="72777"/>
                  </a:cubicBezTo>
                  <a:cubicBezTo>
                    <a:pt x="10224" y="72777"/>
                    <a:pt x="12780" y="70224"/>
                    <a:pt x="12780" y="66393"/>
                  </a:cubicBezTo>
                  <a:lnTo>
                    <a:pt x="12780" y="6384"/>
                  </a:lnTo>
                  <a:cubicBezTo>
                    <a:pt x="12780" y="2554"/>
                    <a:pt x="10224" y="0"/>
                    <a:pt x="6390" y="0"/>
                  </a:cubicBezTo>
                  <a:close/>
                </a:path>
              </a:pathLst>
            </a:custGeom>
            <a:solidFill>
              <a:srgbClr val="26890D"/>
            </a:solidFill>
            <a:ln w="6390" cap="flat">
              <a:noFill/>
              <a:prstDash val="solid"/>
              <a:miter/>
            </a:ln>
          </p:spPr>
          <p:txBody>
            <a:bodyPr rtlCol="0" anchor="ctr"/>
            <a:lstStyle/>
            <a:p>
              <a:endParaRPr lang="en-US"/>
            </a:p>
          </p:txBody>
        </p:sp>
        <p:sp>
          <p:nvSpPr>
            <p:cNvPr id="1047" name="Graphic 1039">
              <a:extLst>
                <a:ext uri="{FF2B5EF4-FFF2-40B4-BE49-F238E27FC236}">
                  <a16:creationId xmlns:a16="http://schemas.microsoft.com/office/drawing/2014/main" id="{14F0DC60-4161-A245-9E55-1DE4B5FDA9F0}"/>
                </a:ext>
              </a:extLst>
            </p:cNvPr>
            <p:cNvSpPr/>
            <p:nvPr/>
          </p:nvSpPr>
          <p:spPr>
            <a:xfrm>
              <a:off x="2720196" y="1580836"/>
              <a:ext cx="12779" cy="72777"/>
            </a:xfrm>
            <a:custGeom>
              <a:avLst/>
              <a:gdLst>
                <a:gd name="connsiteX0" fmla="*/ 6390 w 12779"/>
                <a:gd name="connsiteY0" fmla="*/ 0 h 72777"/>
                <a:gd name="connsiteX1" fmla="*/ 0 w 12779"/>
                <a:gd name="connsiteY1" fmla="*/ 6384 h 72777"/>
                <a:gd name="connsiteX2" fmla="*/ 0 w 12779"/>
                <a:gd name="connsiteY2" fmla="*/ 66393 h 72777"/>
                <a:gd name="connsiteX3" fmla="*/ 6390 w 12779"/>
                <a:gd name="connsiteY3" fmla="*/ 72777 h 72777"/>
                <a:gd name="connsiteX4" fmla="*/ 12780 w 12779"/>
                <a:gd name="connsiteY4" fmla="*/ 66393 h 72777"/>
                <a:gd name="connsiteX5" fmla="*/ 12780 w 12779"/>
                <a:gd name="connsiteY5" fmla="*/ 6384 h 72777"/>
                <a:gd name="connsiteX6" fmla="*/ 6390 w 12779"/>
                <a:gd name="connsiteY6" fmla="*/ 0 h 72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2777">
                  <a:moveTo>
                    <a:pt x="6390" y="0"/>
                  </a:moveTo>
                  <a:cubicBezTo>
                    <a:pt x="2556" y="0"/>
                    <a:pt x="0" y="2554"/>
                    <a:pt x="0" y="6384"/>
                  </a:cubicBezTo>
                  <a:lnTo>
                    <a:pt x="0" y="66393"/>
                  </a:lnTo>
                  <a:cubicBezTo>
                    <a:pt x="0" y="70224"/>
                    <a:pt x="2556" y="72777"/>
                    <a:pt x="6390" y="72777"/>
                  </a:cubicBezTo>
                  <a:cubicBezTo>
                    <a:pt x="10224" y="72777"/>
                    <a:pt x="12780" y="70224"/>
                    <a:pt x="12780" y="66393"/>
                  </a:cubicBezTo>
                  <a:lnTo>
                    <a:pt x="12780" y="6384"/>
                  </a:lnTo>
                  <a:cubicBezTo>
                    <a:pt x="12780" y="2554"/>
                    <a:pt x="10224" y="0"/>
                    <a:pt x="6390" y="0"/>
                  </a:cubicBezTo>
                  <a:close/>
                </a:path>
              </a:pathLst>
            </a:custGeom>
            <a:solidFill>
              <a:srgbClr val="26890D"/>
            </a:solidFill>
            <a:ln w="6390" cap="flat">
              <a:noFill/>
              <a:prstDash val="solid"/>
              <a:miter/>
            </a:ln>
          </p:spPr>
          <p:txBody>
            <a:bodyPr rtlCol="0" anchor="ctr"/>
            <a:lstStyle/>
            <a:p>
              <a:endParaRPr lang="en-US"/>
            </a:p>
          </p:txBody>
        </p:sp>
        <p:sp>
          <p:nvSpPr>
            <p:cNvPr id="1048" name="Graphic 1039">
              <a:extLst>
                <a:ext uri="{FF2B5EF4-FFF2-40B4-BE49-F238E27FC236}">
                  <a16:creationId xmlns:a16="http://schemas.microsoft.com/office/drawing/2014/main" id="{D1830E8F-DECF-5249-8B0D-13E5A60E0811}"/>
                </a:ext>
              </a:extLst>
            </p:cNvPr>
            <p:cNvSpPr/>
            <p:nvPr/>
          </p:nvSpPr>
          <p:spPr>
            <a:xfrm>
              <a:off x="2750228" y="1580836"/>
              <a:ext cx="12779" cy="72777"/>
            </a:xfrm>
            <a:custGeom>
              <a:avLst/>
              <a:gdLst>
                <a:gd name="connsiteX0" fmla="*/ 6390 w 12779"/>
                <a:gd name="connsiteY0" fmla="*/ 0 h 72777"/>
                <a:gd name="connsiteX1" fmla="*/ 0 w 12779"/>
                <a:gd name="connsiteY1" fmla="*/ 6384 h 72777"/>
                <a:gd name="connsiteX2" fmla="*/ 0 w 12779"/>
                <a:gd name="connsiteY2" fmla="*/ 66393 h 72777"/>
                <a:gd name="connsiteX3" fmla="*/ 6390 w 12779"/>
                <a:gd name="connsiteY3" fmla="*/ 72777 h 72777"/>
                <a:gd name="connsiteX4" fmla="*/ 12780 w 12779"/>
                <a:gd name="connsiteY4" fmla="*/ 66393 h 72777"/>
                <a:gd name="connsiteX5" fmla="*/ 12780 w 12779"/>
                <a:gd name="connsiteY5" fmla="*/ 6384 h 72777"/>
                <a:gd name="connsiteX6" fmla="*/ 6390 w 12779"/>
                <a:gd name="connsiteY6" fmla="*/ 0 h 72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2777">
                  <a:moveTo>
                    <a:pt x="6390" y="0"/>
                  </a:moveTo>
                  <a:cubicBezTo>
                    <a:pt x="2556" y="0"/>
                    <a:pt x="0" y="2554"/>
                    <a:pt x="0" y="6384"/>
                  </a:cubicBezTo>
                  <a:lnTo>
                    <a:pt x="0" y="66393"/>
                  </a:lnTo>
                  <a:cubicBezTo>
                    <a:pt x="0" y="70224"/>
                    <a:pt x="2556" y="72777"/>
                    <a:pt x="6390" y="72777"/>
                  </a:cubicBezTo>
                  <a:cubicBezTo>
                    <a:pt x="10224" y="72777"/>
                    <a:pt x="12780" y="70224"/>
                    <a:pt x="12780" y="66393"/>
                  </a:cubicBezTo>
                  <a:lnTo>
                    <a:pt x="12780" y="6384"/>
                  </a:lnTo>
                  <a:cubicBezTo>
                    <a:pt x="12780" y="2554"/>
                    <a:pt x="10224" y="0"/>
                    <a:pt x="6390" y="0"/>
                  </a:cubicBezTo>
                  <a:close/>
                </a:path>
              </a:pathLst>
            </a:custGeom>
            <a:solidFill>
              <a:srgbClr val="26890D"/>
            </a:solidFill>
            <a:ln w="6390" cap="flat">
              <a:noFill/>
              <a:prstDash val="solid"/>
              <a:miter/>
            </a:ln>
          </p:spPr>
          <p:txBody>
            <a:bodyPr rtlCol="0" anchor="ctr"/>
            <a:lstStyle/>
            <a:p>
              <a:endParaRPr lang="en-US"/>
            </a:p>
          </p:txBody>
        </p:sp>
        <p:sp>
          <p:nvSpPr>
            <p:cNvPr id="1049" name="Graphic 1039">
              <a:extLst>
                <a:ext uri="{FF2B5EF4-FFF2-40B4-BE49-F238E27FC236}">
                  <a16:creationId xmlns:a16="http://schemas.microsoft.com/office/drawing/2014/main" id="{A925AF50-EC25-5746-9FC6-A3A94532C81B}"/>
                </a:ext>
              </a:extLst>
            </p:cNvPr>
            <p:cNvSpPr/>
            <p:nvPr/>
          </p:nvSpPr>
          <p:spPr>
            <a:xfrm>
              <a:off x="2780261" y="1580836"/>
              <a:ext cx="12779" cy="72777"/>
            </a:xfrm>
            <a:custGeom>
              <a:avLst/>
              <a:gdLst>
                <a:gd name="connsiteX0" fmla="*/ 6390 w 12779"/>
                <a:gd name="connsiteY0" fmla="*/ 0 h 72777"/>
                <a:gd name="connsiteX1" fmla="*/ 0 w 12779"/>
                <a:gd name="connsiteY1" fmla="*/ 6384 h 72777"/>
                <a:gd name="connsiteX2" fmla="*/ 0 w 12779"/>
                <a:gd name="connsiteY2" fmla="*/ 66393 h 72777"/>
                <a:gd name="connsiteX3" fmla="*/ 6390 w 12779"/>
                <a:gd name="connsiteY3" fmla="*/ 72777 h 72777"/>
                <a:gd name="connsiteX4" fmla="*/ 12780 w 12779"/>
                <a:gd name="connsiteY4" fmla="*/ 66393 h 72777"/>
                <a:gd name="connsiteX5" fmla="*/ 12780 w 12779"/>
                <a:gd name="connsiteY5" fmla="*/ 6384 h 72777"/>
                <a:gd name="connsiteX6" fmla="*/ 6390 w 12779"/>
                <a:gd name="connsiteY6" fmla="*/ 0 h 72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2777">
                  <a:moveTo>
                    <a:pt x="6390" y="0"/>
                  </a:moveTo>
                  <a:cubicBezTo>
                    <a:pt x="2556" y="0"/>
                    <a:pt x="0" y="2554"/>
                    <a:pt x="0" y="6384"/>
                  </a:cubicBezTo>
                  <a:lnTo>
                    <a:pt x="0" y="66393"/>
                  </a:lnTo>
                  <a:cubicBezTo>
                    <a:pt x="0" y="70224"/>
                    <a:pt x="2556" y="72777"/>
                    <a:pt x="6390" y="72777"/>
                  </a:cubicBezTo>
                  <a:cubicBezTo>
                    <a:pt x="10224" y="72777"/>
                    <a:pt x="12780" y="70224"/>
                    <a:pt x="12780" y="66393"/>
                  </a:cubicBezTo>
                  <a:lnTo>
                    <a:pt x="12780" y="6384"/>
                  </a:lnTo>
                  <a:cubicBezTo>
                    <a:pt x="12780" y="2554"/>
                    <a:pt x="10224" y="0"/>
                    <a:pt x="6390" y="0"/>
                  </a:cubicBezTo>
                  <a:close/>
                </a:path>
              </a:pathLst>
            </a:custGeom>
            <a:solidFill>
              <a:srgbClr val="26890D"/>
            </a:solidFill>
            <a:ln w="6390" cap="flat">
              <a:noFill/>
              <a:prstDash val="solid"/>
              <a:miter/>
            </a:ln>
          </p:spPr>
          <p:txBody>
            <a:bodyPr rtlCol="0" anchor="ctr"/>
            <a:lstStyle/>
            <a:p>
              <a:endParaRPr lang="en-US"/>
            </a:p>
          </p:txBody>
        </p:sp>
        <p:sp>
          <p:nvSpPr>
            <p:cNvPr id="1050" name="Graphic 1039">
              <a:extLst>
                <a:ext uri="{FF2B5EF4-FFF2-40B4-BE49-F238E27FC236}">
                  <a16:creationId xmlns:a16="http://schemas.microsoft.com/office/drawing/2014/main" id="{59B0200A-F742-5D4F-B94D-6C1B41C1B5B6}"/>
                </a:ext>
              </a:extLst>
            </p:cNvPr>
            <p:cNvSpPr/>
            <p:nvPr/>
          </p:nvSpPr>
          <p:spPr>
            <a:xfrm>
              <a:off x="2628181" y="1483361"/>
              <a:ext cx="223008" cy="200257"/>
            </a:xfrm>
            <a:custGeom>
              <a:avLst/>
              <a:gdLst>
                <a:gd name="connsiteX0" fmla="*/ 218536 w 223008"/>
                <a:gd name="connsiteY0" fmla="*/ 67471 h 200257"/>
                <a:gd name="connsiteX1" fmla="*/ 210868 w 223008"/>
                <a:gd name="connsiteY1" fmla="*/ 67471 h 200257"/>
                <a:gd name="connsiteX2" fmla="*/ 191698 w 223008"/>
                <a:gd name="connsiteY2" fmla="*/ 67471 h 200257"/>
                <a:gd name="connsiteX3" fmla="*/ 148247 w 223008"/>
                <a:gd name="connsiteY3" fmla="*/ 2992 h 200257"/>
                <a:gd name="connsiteX4" fmla="*/ 139301 w 223008"/>
                <a:gd name="connsiteY4" fmla="*/ 1077 h 200257"/>
                <a:gd name="connsiteX5" fmla="*/ 137384 w 223008"/>
                <a:gd name="connsiteY5" fmla="*/ 10015 h 200257"/>
                <a:gd name="connsiteX6" fmla="*/ 175723 w 223008"/>
                <a:gd name="connsiteY6" fmla="*/ 67471 h 200257"/>
                <a:gd name="connsiteX7" fmla="*/ 49203 w 223008"/>
                <a:gd name="connsiteY7" fmla="*/ 67471 h 200257"/>
                <a:gd name="connsiteX8" fmla="*/ 87542 w 223008"/>
                <a:gd name="connsiteY8" fmla="*/ 10015 h 200257"/>
                <a:gd name="connsiteX9" fmla="*/ 85625 w 223008"/>
                <a:gd name="connsiteY9" fmla="*/ 1077 h 200257"/>
                <a:gd name="connsiteX10" fmla="*/ 76679 w 223008"/>
                <a:gd name="connsiteY10" fmla="*/ 2992 h 200257"/>
                <a:gd name="connsiteX11" fmla="*/ 33228 w 223008"/>
                <a:gd name="connsiteY11" fmla="*/ 67471 h 200257"/>
                <a:gd name="connsiteX12" fmla="*/ 14058 w 223008"/>
                <a:gd name="connsiteY12" fmla="*/ 67471 h 200257"/>
                <a:gd name="connsiteX13" fmla="*/ 6390 w 223008"/>
                <a:gd name="connsiteY13" fmla="*/ 67471 h 200257"/>
                <a:gd name="connsiteX14" fmla="*/ 0 w 223008"/>
                <a:gd name="connsiteY14" fmla="*/ 73855 h 200257"/>
                <a:gd name="connsiteX15" fmla="*/ 6390 w 223008"/>
                <a:gd name="connsiteY15" fmla="*/ 80239 h 200257"/>
                <a:gd name="connsiteX16" fmla="*/ 8307 w 223008"/>
                <a:gd name="connsiteY16" fmla="*/ 80239 h 200257"/>
                <a:gd name="connsiteX17" fmla="*/ 30033 w 223008"/>
                <a:gd name="connsiteY17" fmla="*/ 195150 h 200257"/>
                <a:gd name="connsiteX18" fmla="*/ 36423 w 223008"/>
                <a:gd name="connsiteY18" fmla="*/ 200258 h 200257"/>
                <a:gd name="connsiteX19" fmla="*/ 186586 w 223008"/>
                <a:gd name="connsiteY19" fmla="*/ 200258 h 200257"/>
                <a:gd name="connsiteX20" fmla="*/ 192976 w 223008"/>
                <a:gd name="connsiteY20" fmla="*/ 195150 h 200257"/>
                <a:gd name="connsiteX21" fmla="*/ 214702 w 223008"/>
                <a:gd name="connsiteY21" fmla="*/ 80239 h 200257"/>
                <a:gd name="connsiteX22" fmla="*/ 216619 w 223008"/>
                <a:gd name="connsiteY22" fmla="*/ 80239 h 200257"/>
                <a:gd name="connsiteX23" fmla="*/ 223009 w 223008"/>
                <a:gd name="connsiteY23" fmla="*/ 73855 h 200257"/>
                <a:gd name="connsiteX24" fmla="*/ 218536 w 223008"/>
                <a:gd name="connsiteY24" fmla="*/ 67471 h 200257"/>
                <a:gd name="connsiteX25" fmla="*/ 183391 w 223008"/>
                <a:gd name="connsiteY25" fmla="*/ 187490 h 200257"/>
                <a:gd name="connsiteX26" fmla="*/ 44091 w 223008"/>
                <a:gd name="connsiteY26" fmla="*/ 187490 h 200257"/>
                <a:gd name="connsiteX27" fmla="*/ 24282 w 223008"/>
                <a:gd name="connsiteY27" fmla="*/ 80239 h 200257"/>
                <a:gd name="connsiteX28" fmla="*/ 203839 w 223008"/>
                <a:gd name="connsiteY28" fmla="*/ 80239 h 200257"/>
                <a:gd name="connsiteX29" fmla="*/ 183391 w 223008"/>
                <a:gd name="connsiteY29" fmla="*/ 187490 h 200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23008" h="200257">
                  <a:moveTo>
                    <a:pt x="218536" y="67471"/>
                  </a:moveTo>
                  <a:lnTo>
                    <a:pt x="210868" y="67471"/>
                  </a:lnTo>
                  <a:lnTo>
                    <a:pt x="191698" y="67471"/>
                  </a:lnTo>
                  <a:lnTo>
                    <a:pt x="148247" y="2992"/>
                  </a:lnTo>
                  <a:cubicBezTo>
                    <a:pt x="146330" y="-200"/>
                    <a:pt x="142496" y="-838"/>
                    <a:pt x="139301" y="1077"/>
                  </a:cubicBezTo>
                  <a:cubicBezTo>
                    <a:pt x="136106" y="2992"/>
                    <a:pt x="135467" y="6823"/>
                    <a:pt x="137384" y="10015"/>
                  </a:cubicBezTo>
                  <a:lnTo>
                    <a:pt x="175723" y="67471"/>
                  </a:lnTo>
                  <a:lnTo>
                    <a:pt x="49203" y="67471"/>
                  </a:lnTo>
                  <a:lnTo>
                    <a:pt x="87542" y="10015"/>
                  </a:lnTo>
                  <a:cubicBezTo>
                    <a:pt x="89459" y="6823"/>
                    <a:pt x="88820" y="2992"/>
                    <a:pt x="85625" y="1077"/>
                  </a:cubicBezTo>
                  <a:cubicBezTo>
                    <a:pt x="82430" y="-838"/>
                    <a:pt x="78596" y="-200"/>
                    <a:pt x="76679" y="2992"/>
                  </a:cubicBezTo>
                  <a:lnTo>
                    <a:pt x="33228" y="67471"/>
                  </a:lnTo>
                  <a:lnTo>
                    <a:pt x="14058" y="67471"/>
                  </a:lnTo>
                  <a:lnTo>
                    <a:pt x="6390" y="67471"/>
                  </a:lnTo>
                  <a:cubicBezTo>
                    <a:pt x="2556" y="67471"/>
                    <a:pt x="0" y="70024"/>
                    <a:pt x="0" y="73855"/>
                  </a:cubicBezTo>
                  <a:cubicBezTo>
                    <a:pt x="0" y="77685"/>
                    <a:pt x="2556" y="80239"/>
                    <a:pt x="6390" y="80239"/>
                  </a:cubicBezTo>
                  <a:lnTo>
                    <a:pt x="8307" y="80239"/>
                  </a:lnTo>
                  <a:lnTo>
                    <a:pt x="30033" y="195150"/>
                  </a:lnTo>
                  <a:cubicBezTo>
                    <a:pt x="30672" y="198342"/>
                    <a:pt x="33228" y="200258"/>
                    <a:pt x="36423" y="200258"/>
                  </a:cubicBezTo>
                  <a:lnTo>
                    <a:pt x="186586" y="200258"/>
                  </a:lnTo>
                  <a:cubicBezTo>
                    <a:pt x="189781" y="200258"/>
                    <a:pt x="192337" y="198342"/>
                    <a:pt x="192976" y="195150"/>
                  </a:cubicBezTo>
                  <a:lnTo>
                    <a:pt x="214702" y="80239"/>
                  </a:lnTo>
                  <a:lnTo>
                    <a:pt x="216619" y="80239"/>
                  </a:lnTo>
                  <a:cubicBezTo>
                    <a:pt x="220453" y="80239"/>
                    <a:pt x="223009" y="77685"/>
                    <a:pt x="223009" y="73855"/>
                  </a:cubicBezTo>
                  <a:cubicBezTo>
                    <a:pt x="223009" y="70024"/>
                    <a:pt x="221731" y="67471"/>
                    <a:pt x="218536" y="67471"/>
                  </a:cubicBezTo>
                  <a:close/>
                  <a:moveTo>
                    <a:pt x="183391" y="187490"/>
                  </a:moveTo>
                  <a:lnTo>
                    <a:pt x="44091" y="187490"/>
                  </a:lnTo>
                  <a:lnTo>
                    <a:pt x="24282" y="80239"/>
                  </a:lnTo>
                  <a:lnTo>
                    <a:pt x="203839" y="80239"/>
                  </a:lnTo>
                  <a:lnTo>
                    <a:pt x="183391" y="187490"/>
                  </a:lnTo>
                  <a:close/>
                </a:path>
              </a:pathLst>
            </a:custGeom>
            <a:solidFill>
              <a:srgbClr val="26890D"/>
            </a:solidFill>
            <a:ln w="6390" cap="flat">
              <a:noFill/>
              <a:prstDash val="solid"/>
              <a:miter/>
            </a:ln>
          </p:spPr>
          <p:txBody>
            <a:bodyPr rtlCol="0" anchor="ctr"/>
            <a:lstStyle/>
            <a:p>
              <a:endParaRPr lang="en-US"/>
            </a:p>
          </p:txBody>
        </p:sp>
      </p:grpSp>
      <p:grpSp>
        <p:nvGrpSpPr>
          <p:cNvPr id="1051" name="Graphic 1039">
            <a:extLst>
              <a:ext uri="{FF2B5EF4-FFF2-40B4-BE49-F238E27FC236}">
                <a16:creationId xmlns:a16="http://schemas.microsoft.com/office/drawing/2014/main" id="{DE19CFED-BA34-5F40-BA04-383B90461277}"/>
              </a:ext>
            </a:extLst>
          </p:cNvPr>
          <p:cNvGrpSpPr/>
          <p:nvPr/>
        </p:nvGrpSpPr>
        <p:grpSpPr>
          <a:xfrm>
            <a:off x="2561086" y="2371173"/>
            <a:ext cx="361670" cy="361333"/>
            <a:chOff x="2561086" y="2371173"/>
            <a:chExt cx="361670" cy="361333"/>
          </a:xfrm>
          <a:solidFill>
            <a:srgbClr val="26890D"/>
          </a:solidFill>
        </p:grpSpPr>
        <p:sp>
          <p:nvSpPr>
            <p:cNvPr id="1052" name="Graphic 1039">
              <a:extLst>
                <a:ext uri="{FF2B5EF4-FFF2-40B4-BE49-F238E27FC236}">
                  <a16:creationId xmlns:a16="http://schemas.microsoft.com/office/drawing/2014/main" id="{20F5868D-28CF-CD40-9558-AA6840069FD1}"/>
                </a:ext>
              </a:extLst>
            </p:cNvPr>
            <p:cNvSpPr/>
            <p:nvPr/>
          </p:nvSpPr>
          <p:spPr>
            <a:xfrm>
              <a:off x="2561086"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26890D"/>
            </a:solidFill>
            <a:ln w="6390" cap="flat">
              <a:noFill/>
              <a:prstDash val="solid"/>
              <a:miter/>
            </a:ln>
          </p:spPr>
          <p:txBody>
            <a:bodyPr rtlCol="0" anchor="ctr"/>
            <a:lstStyle/>
            <a:p>
              <a:endParaRPr lang="en-US"/>
            </a:p>
          </p:txBody>
        </p:sp>
        <p:sp>
          <p:nvSpPr>
            <p:cNvPr id="1053" name="Graphic 1039">
              <a:extLst>
                <a:ext uri="{FF2B5EF4-FFF2-40B4-BE49-F238E27FC236}">
                  <a16:creationId xmlns:a16="http://schemas.microsoft.com/office/drawing/2014/main" id="{128D9984-35D0-A94D-A3DA-0E676EA54D47}"/>
                </a:ext>
              </a:extLst>
            </p:cNvPr>
            <p:cNvSpPr/>
            <p:nvPr/>
          </p:nvSpPr>
          <p:spPr>
            <a:xfrm>
              <a:off x="2662686" y="2442035"/>
              <a:ext cx="157831" cy="218970"/>
            </a:xfrm>
            <a:custGeom>
              <a:avLst/>
              <a:gdLst>
                <a:gd name="connsiteX0" fmla="*/ 151441 w 157831"/>
                <a:gd name="connsiteY0" fmla="*/ 51710 h 218970"/>
                <a:gd name="connsiteX1" fmla="*/ 115019 w 157831"/>
                <a:gd name="connsiteY1" fmla="*/ 51710 h 218970"/>
                <a:gd name="connsiteX2" fmla="*/ 115019 w 157831"/>
                <a:gd name="connsiteY2" fmla="*/ 42773 h 218970"/>
                <a:gd name="connsiteX3" fmla="*/ 104795 w 157831"/>
                <a:gd name="connsiteY3" fmla="*/ 10214 h 218970"/>
                <a:gd name="connsiteX4" fmla="*/ 79235 w 157831"/>
                <a:gd name="connsiteY4" fmla="*/ 0 h 218970"/>
                <a:gd name="connsiteX5" fmla="*/ 53036 w 157831"/>
                <a:gd name="connsiteY5" fmla="*/ 10214 h 218970"/>
                <a:gd name="connsiteX6" fmla="*/ 42812 w 157831"/>
                <a:gd name="connsiteY6" fmla="*/ 40219 h 218970"/>
                <a:gd name="connsiteX7" fmla="*/ 42812 w 157831"/>
                <a:gd name="connsiteY7" fmla="*/ 51072 h 218970"/>
                <a:gd name="connsiteX8" fmla="*/ 6390 w 157831"/>
                <a:gd name="connsiteY8" fmla="*/ 51072 h 218970"/>
                <a:gd name="connsiteX9" fmla="*/ 0 w 157831"/>
                <a:gd name="connsiteY9" fmla="*/ 57456 h 218970"/>
                <a:gd name="connsiteX10" fmla="*/ 0 w 157831"/>
                <a:gd name="connsiteY10" fmla="*/ 212587 h 218970"/>
                <a:gd name="connsiteX11" fmla="*/ 6390 w 157831"/>
                <a:gd name="connsiteY11" fmla="*/ 218971 h 218970"/>
                <a:gd name="connsiteX12" fmla="*/ 151441 w 157831"/>
                <a:gd name="connsiteY12" fmla="*/ 218971 h 218970"/>
                <a:gd name="connsiteX13" fmla="*/ 157831 w 157831"/>
                <a:gd name="connsiteY13" fmla="*/ 212587 h 218970"/>
                <a:gd name="connsiteX14" fmla="*/ 157831 w 157831"/>
                <a:gd name="connsiteY14" fmla="*/ 58094 h 218970"/>
                <a:gd name="connsiteX15" fmla="*/ 151441 w 157831"/>
                <a:gd name="connsiteY15" fmla="*/ 51710 h 218970"/>
                <a:gd name="connsiteX16" fmla="*/ 55592 w 157831"/>
                <a:gd name="connsiteY16" fmla="*/ 40219 h 218970"/>
                <a:gd name="connsiteX17" fmla="*/ 61982 w 157831"/>
                <a:gd name="connsiteY17" fmla="*/ 19152 h 218970"/>
                <a:gd name="connsiteX18" fmla="*/ 79235 w 157831"/>
                <a:gd name="connsiteY18" fmla="*/ 12768 h 218970"/>
                <a:gd name="connsiteX19" fmla="*/ 95849 w 157831"/>
                <a:gd name="connsiteY19" fmla="*/ 19152 h 218970"/>
                <a:gd name="connsiteX20" fmla="*/ 102878 w 157831"/>
                <a:gd name="connsiteY20" fmla="*/ 42773 h 218970"/>
                <a:gd name="connsiteX21" fmla="*/ 102878 w 157831"/>
                <a:gd name="connsiteY21" fmla="*/ 51710 h 218970"/>
                <a:gd name="connsiteX22" fmla="*/ 55592 w 157831"/>
                <a:gd name="connsiteY22" fmla="*/ 51710 h 218970"/>
                <a:gd name="connsiteX23" fmla="*/ 55592 w 157831"/>
                <a:gd name="connsiteY23" fmla="*/ 40219 h 218970"/>
                <a:gd name="connsiteX24" fmla="*/ 145051 w 157831"/>
                <a:gd name="connsiteY24" fmla="*/ 206841 h 218970"/>
                <a:gd name="connsiteX25" fmla="*/ 12780 w 157831"/>
                <a:gd name="connsiteY25" fmla="*/ 206841 h 218970"/>
                <a:gd name="connsiteX26" fmla="*/ 12780 w 157831"/>
                <a:gd name="connsiteY26" fmla="*/ 64478 h 218970"/>
                <a:gd name="connsiteX27" fmla="*/ 42812 w 157831"/>
                <a:gd name="connsiteY27" fmla="*/ 64478 h 218970"/>
                <a:gd name="connsiteX28" fmla="*/ 42812 w 157831"/>
                <a:gd name="connsiteY28" fmla="*/ 78523 h 218970"/>
                <a:gd name="connsiteX29" fmla="*/ 49202 w 157831"/>
                <a:gd name="connsiteY29" fmla="*/ 84907 h 218970"/>
                <a:gd name="connsiteX30" fmla="*/ 55592 w 157831"/>
                <a:gd name="connsiteY30" fmla="*/ 78523 h 218970"/>
                <a:gd name="connsiteX31" fmla="*/ 55592 w 157831"/>
                <a:gd name="connsiteY31" fmla="*/ 64478 h 218970"/>
                <a:gd name="connsiteX32" fmla="*/ 102878 w 157831"/>
                <a:gd name="connsiteY32" fmla="*/ 64478 h 218970"/>
                <a:gd name="connsiteX33" fmla="*/ 102878 w 157831"/>
                <a:gd name="connsiteY33" fmla="*/ 78523 h 218970"/>
                <a:gd name="connsiteX34" fmla="*/ 109268 w 157831"/>
                <a:gd name="connsiteY34" fmla="*/ 84907 h 218970"/>
                <a:gd name="connsiteX35" fmla="*/ 115658 w 157831"/>
                <a:gd name="connsiteY35" fmla="*/ 78523 h 218970"/>
                <a:gd name="connsiteX36" fmla="*/ 115658 w 157831"/>
                <a:gd name="connsiteY36" fmla="*/ 64478 h 218970"/>
                <a:gd name="connsiteX37" fmla="*/ 145690 w 157831"/>
                <a:gd name="connsiteY37" fmla="*/ 64478 h 218970"/>
                <a:gd name="connsiteX38" fmla="*/ 145690 w 157831"/>
                <a:gd name="connsiteY38" fmla="*/ 206841 h 21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57831" h="218970">
                  <a:moveTo>
                    <a:pt x="151441" y="51710"/>
                  </a:moveTo>
                  <a:lnTo>
                    <a:pt x="115019" y="51710"/>
                  </a:lnTo>
                  <a:lnTo>
                    <a:pt x="115019" y="42773"/>
                  </a:lnTo>
                  <a:cubicBezTo>
                    <a:pt x="115019" y="42134"/>
                    <a:pt x="116297" y="22982"/>
                    <a:pt x="104795" y="10214"/>
                  </a:cubicBezTo>
                  <a:cubicBezTo>
                    <a:pt x="98405" y="3192"/>
                    <a:pt x="89459" y="0"/>
                    <a:pt x="79235" y="0"/>
                  </a:cubicBezTo>
                  <a:cubicBezTo>
                    <a:pt x="68372" y="0"/>
                    <a:pt x="59426" y="3192"/>
                    <a:pt x="53036" y="10214"/>
                  </a:cubicBezTo>
                  <a:cubicBezTo>
                    <a:pt x="42173" y="22344"/>
                    <a:pt x="42812" y="40219"/>
                    <a:pt x="42812" y="40219"/>
                  </a:cubicBezTo>
                  <a:lnTo>
                    <a:pt x="42812" y="51072"/>
                  </a:lnTo>
                  <a:lnTo>
                    <a:pt x="6390" y="51072"/>
                  </a:lnTo>
                  <a:cubicBezTo>
                    <a:pt x="2556" y="51072"/>
                    <a:pt x="0" y="53625"/>
                    <a:pt x="0" y="57456"/>
                  </a:cubicBezTo>
                  <a:lnTo>
                    <a:pt x="0" y="212587"/>
                  </a:lnTo>
                  <a:cubicBezTo>
                    <a:pt x="0" y="216417"/>
                    <a:pt x="2556" y="218971"/>
                    <a:pt x="6390" y="218971"/>
                  </a:cubicBezTo>
                  <a:lnTo>
                    <a:pt x="151441" y="218971"/>
                  </a:lnTo>
                  <a:cubicBezTo>
                    <a:pt x="155275" y="218971"/>
                    <a:pt x="157831" y="216417"/>
                    <a:pt x="157831" y="212587"/>
                  </a:cubicBezTo>
                  <a:lnTo>
                    <a:pt x="157831" y="58094"/>
                  </a:lnTo>
                  <a:cubicBezTo>
                    <a:pt x="157831" y="54902"/>
                    <a:pt x="155275" y="51710"/>
                    <a:pt x="151441" y="51710"/>
                  </a:cubicBezTo>
                  <a:close/>
                  <a:moveTo>
                    <a:pt x="55592" y="40219"/>
                  </a:moveTo>
                  <a:cubicBezTo>
                    <a:pt x="55592" y="40219"/>
                    <a:pt x="54953" y="26813"/>
                    <a:pt x="61982" y="19152"/>
                  </a:cubicBezTo>
                  <a:cubicBezTo>
                    <a:pt x="65816" y="14683"/>
                    <a:pt x="71567" y="12768"/>
                    <a:pt x="79235" y="12768"/>
                  </a:cubicBezTo>
                  <a:cubicBezTo>
                    <a:pt x="86264" y="12768"/>
                    <a:pt x="92015" y="14683"/>
                    <a:pt x="95849" y="19152"/>
                  </a:cubicBezTo>
                  <a:cubicBezTo>
                    <a:pt x="103517" y="27451"/>
                    <a:pt x="102878" y="42134"/>
                    <a:pt x="102878" y="42773"/>
                  </a:cubicBezTo>
                  <a:lnTo>
                    <a:pt x="102878" y="51710"/>
                  </a:lnTo>
                  <a:lnTo>
                    <a:pt x="55592" y="51710"/>
                  </a:lnTo>
                  <a:lnTo>
                    <a:pt x="55592" y="40219"/>
                  </a:lnTo>
                  <a:close/>
                  <a:moveTo>
                    <a:pt x="145051" y="206841"/>
                  </a:moveTo>
                  <a:lnTo>
                    <a:pt x="12780" y="206841"/>
                  </a:lnTo>
                  <a:lnTo>
                    <a:pt x="12780" y="64478"/>
                  </a:lnTo>
                  <a:lnTo>
                    <a:pt x="42812" y="64478"/>
                  </a:lnTo>
                  <a:lnTo>
                    <a:pt x="42812" y="78523"/>
                  </a:lnTo>
                  <a:cubicBezTo>
                    <a:pt x="42812" y="82353"/>
                    <a:pt x="45368" y="84907"/>
                    <a:pt x="49202" y="84907"/>
                  </a:cubicBezTo>
                  <a:cubicBezTo>
                    <a:pt x="53036" y="84907"/>
                    <a:pt x="55592" y="82353"/>
                    <a:pt x="55592" y="78523"/>
                  </a:cubicBezTo>
                  <a:lnTo>
                    <a:pt x="55592" y="64478"/>
                  </a:lnTo>
                  <a:lnTo>
                    <a:pt x="102878" y="64478"/>
                  </a:lnTo>
                  <a:lnTo>
                    <a:pt x="102878" y="78523"/>
                  </a:lnTo>
                  <a:cubicBezTo>
                    <a:pt x="102878" y="82353"/>
                    <a:pt x="105434" y="84907"/>
                    <a:pt x="109268" y="84907"/>
                  </a:cubicBezTo>
                  <a:cubicBezTo>
                    <a:pt x="113102" y="84907"/>
                    <a:pt x="115658" y="82353"/>
                    <a:pt x="115658" y="78523"/>
                  </a:cubicBezTo>
                  <a:lnTo>
                    <a:pt x="115658" y="64478"/>
                  </a:lnTo>
                  <a:lnTo>
                    <a:pt x="145690" y="64478"/>
                  </a:lnTo>
                  <a:lnTo>
                    <a:pt x="145690" y="206841"/>
                  </a:lnTo>
                  <a:close/>
                </a:path>
              </a:pathLst>
            </a:custGeom>
            <a:solidFill>
              <a:srgbClr val="26890D"/>
            </a:solidFill>
            <a:ln w="6390" cap="flat">
              <a:noFill/>
              <a:prstDash val="solid"/>
              <a:miter/>
            </a:ln>
          </p:spPr>
          <p:txBody>
            <a:bodyPr rtlCol="0" anchor="ctr"/>
            <a:lstStyle/>
            <a:p>
              <a:endParaRPr lang="en-US"/>
            </a:p>
          </p:txBody>
        </p:sp>
      </p:grpSp>
      <p:grpSp>
        <p:nvGrpSpPr>
          <p:cNvPr id="1054" name="Graphic 1039">
            <a:extLst>
              <a:ext uri="{FF2B5EF4-FFF2-40B4-BE49-F238E27FC236}">
                <a16:creationId xmlns:a16="http://schemas.microsoft.com/office/drawing/2014/main" id="{D516D464-4658-2941-87CF-31AE3889D198}"/>
              </a:ext>
            </a:extLst>
          </p:cNvPr>
          <p:cNvGrpSpPr/>
          <p:nvPr/>
        </p:nvGrpSpPr>
        <p:grpSpPr>
          <a:xfrm>
            <a:off x="2561086" y="2855717"/>
            <a:ext cx="361670" cy="361333"/>
            <a:chOff x="2561086" y="2855717"/>
            <a:chExt cx="361670" cy="361333"/>
          </a:xfrm>
          <a:solidFill>
            <a:srgbClr val="26890D"/>
          </a:solidFill>
        </p:grpSpPr>
        <p:sp>
          <p:nvSpPr>
            <p:cNvPr id="1055" name="Graphic 1039">
              <a:extLst>
                <a:ext uri="{FF2B5EF4-FFF2-40B4-BE49-F238E27FC236}">
                  <a16:creationId xmlns:a16="http://schemas.microsoft.com/office/drawing/2014/main" id="{0C41C85F-8384-1447-877F-3C51359EDCD6}"/>
                </a:ext>
              </a:extLst>
            </p:cNvPr>
            <p:cNvSpPr/>
            <p:nvPr/>
          </p:nvSpPr>
          <p:spPr>
            <a:xfrm>
              <a:off x="2561086"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8565 h 361333"/>
                <a:gd name="connsiteX6" fmla="*/ 12780 w 361670"/>
                <a:gd name="connsiteY6" fmla="*/ 180667 h 361333"/>
                <a:gd name="connsiteX7" fmla="*/ 180835 w 361670"/>
                <a:gd name="connsiteY7" fmla="*/ 12768 h 361333"/>
                <a:gd name="connsiteX8" fmla="*/ 348891 w 361670"/>
                <a:gd name="connsiteY8" fmla="*/ 180667 h 361333"/>
                <a:gd name="connsiteX9" fmla="*/ 180835 w 361670"/>
                <a:gd name="connsiteY9" fmla="*/ 3485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0518" y="0"/>
                    <a:pt x="180835" y="0"/>
                  </a:cubicBezTo>
                  <a:close/>
                  <a:moveTo>
                    <a:pt x="180835" y="348565"/>
                  </a:moveTo>
                  <a:cubicBezTo>
                    <a:pt x="88181" y="348565"/>
                    <a:pt x="12780" y="273234"/>
                    <a:pt x="12780" y="180667"/>
                  </a:cubicBezTo>
                  <a:cubicBezTo>
                    <a:pt x="12780" y="88099"/>
                    <a:pt x="88181" y="12768"/>
                    <a:pt x="180835" y="12768"/>
                  </a:cubicBezTo>
                  <a:cubicBezTo>
                    <a:pt x="273489" y="12768"/>
                    <a:pt x="348891" y="88099"/>
                    <a:pt x="348891" y="180667"/>
                  </a:cubicBezTo>
                  <a:cubicBezTo>
                    <a:pt x="348891" y="273234"/>
                    <a:pt x="273489" y="348565"/>
                    <a:pt x="180835" y="348565"/>
                  </a:cubicBezTo>
                  <a:close/>
                </a:path>
              </a:pathLst>
            </a:custGeom>
            <a:solidFill>
              <a:srgbClr val="26890D"/>
            </a:solidFill>
            <a:ln w="6390" cap="flat">
              <a:noFill/>
              <a:prstDash val="solid"/>
              <a:miter/>
            </a:ln>
          </p:spPr>
          <p:txBody>
            <a:bodyPr rtlCol="0" anchor="ctr"/>
            <a:lstStyle/>
            <a:p>
              <a:endParaRPr lang="en-US"/>
            </a:p>
          </p:txBody>
        </p:sp>
        <p:sp>
          <p:nvSpPr>
            <p:cNvPr id="1056" name="Graphic 1039">
              <a:extLst>
                <a:ext uri="{FF2B5EF4-FFF2-40B4-BE49-F238E27FC236}">
                  <a16:creationId xmlns:a16="http://schemas.microsoft.com/office/drawing/2014/main" id="{6367FE2F-05D7-2E4D-95FD-A6DE18D92E51}"/>
                </a:ext>
              </a:extLst>
            </p:cNvPr>
            <p:cNvSpPr/>
            <p:nvPr/>
          </p:nvSpPr>
          <p:spPr>
            <a:xfrm>
              <a:off x="2631376" y="2927856"/>
              <a:ext cx="220452" cy="217055"/>
            </a:xfrm>
            <a:custGeom>
              <a:avLst/>
              <a:gdLst>
                <a:gd name="connsiteX0" fmla="*/ 203839 w 220452"/>
                <a:gd name="connsiteY0" fmla="*/ 7022 h 217055"/>
                <a:gd name="connsiteX1" fmla="*/ 125882 w 220452"/>
                <a:gd name="connsiteY1" fmla="*/ 0 h 217055"/>
                <a:gd name="connsiteX2" fmla="*/ 120770 w 220452"/>
                <a:gd name="connsiteY2" fmla="*/ 1915 h 217055"/>
                <a:gd name="connsiteX3" fmla="*/ 1917 w 220452"/>
                <a:gd name="connsiteY3" fmla="*/ 121296 h 217055"/>
                <a:gd name="connsiteX4" fmla="*/ 1917 w 220452"/>
                <a:gd name="connsiteY4" fmla="*/ 130233 h 217055"/>
                <a:gd name="connsiteX5" fmla="*/ 86903 w 220452"/>
                <a:gd name="connsiteY5" fmla="*/ 215140 h 217055"/>
                <a:gd name="connsiteX6" fmla="*/ 91376 w 220452"/>
                <a:gd name="connsiteY6" fmla="*/ 217055 h 217055"/>
                <a:gd name="connsiteX7" fmla="*/ 95849 w 220452"/>
                <a:gd name="connsiteY7" fmla="*/ 215140 h 217055"/>
                <a:gd name="connsiteX8" fmla="*/ 218536 w 220452"/>
                <a:gd name="connsiteY8" fmla="*/ 92568 h 217055"/>
                <a:gd name="connsiteX9" fmla="*/ 220453 w 220452"/>
                <a:gd name="connsiteY9" fmla="*/ 86822 h 217055"/>
                <a:gd name="connsiteX10" fmla="*/ 209590 w 220452"/>
                <a:gd name="connsiteY10" fmla="*/ 12768 h 217055"/>
                <a:gd name="connsiteX11" fmla="*/ 203839 w 220452"/>
                <a:gd name="connsiteY11" fmla="*/ 7022 h 217055"/>
                <a:gd name="connsiteX12" fmla="*/ 91376 w 220452"/>
                <a:gd name="connsiteY12" fmla="*/ 201734 h 217055"/>
                <a:gd name="connsiteX13" fmla="*/ 15336 w 220452"/>
                <a:gd name="connsiteY13" fmla="*/ 125765 h 217055"/>
                <a:gd name="connsiteX14" fmla="*/ 127799 w 220452"/>
                <a:gd name="connsiteY14" fmla="*/ 13406 h 217055"/>
                <a:gd name="connsiteX15" fmla="*/ 197449 w 220452"/>
                <a:gd name="connsiteY15" fmla="*/ 19790 h 217055"/>
                <a:gd name="connsiteX16" fmla="*/ 207034 w 220452"/>
                <a:gd name="connsiteY16" fmla="*/ 85545 h 217055"/>
                <a:gd name="connsiteX17" fmla="*/ 91376 w 220452"/>
                <a:gd name="connsiteY17" fmla="*/ 201734 h 217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0452" h="217055">
                  <a:moveTo>
                    <a:pt x="203839" y="7022"/>
                  </a:moveTo>
                  <a:lnTo>
                    <a:pt x="125882" y="0"/>
                  </a:lnTo>
                  <a:cubicBezTo>
                    <a:pt x="123965" y="0"/>
                    <a:pt x="122048" y="638"/>
                    <a:pt x="120770" y="1915"/>
                  </a:cubicBezTo>
                  <a:lnTo>
                    <a:pt x="1917" y="121296"/>
                  </a:lnTo>
                  <a:cubicBezTo>
                    <a:pt x="-639" y="123849"/>
                    <a:pt x="-639" y="127680"/>
                    <a:pt x="1917" y="130233"/>
                  </a:cubicBezTo>
                  <a:lnTo>
                    <a:pt x="86903" y="215140"/>
                  </a:lnTo>
                  <a:cubicBezTo>
                    <a:pt x="88181" y="216417"/>
                    <a:pt x="90098" y="217055"/>
                    <a:pt x="91376" y="217055"/>
                  </a:cubicBezTo>
                  <a:cubicBezTo>
                    <a:pt x="92654" y="217055"/>
                    <a:pt x="94571" y="216417"/>
                    <a:pt x="95849" y="215140"/>
                  </a:cubicBezTo>
                  <a:lnTo>
                    <a:pt x="218536" y="92568"/>
                  </a:lnTo>
                  <a:cubicBezTo>
                    <a:pt x="219814" y="91291"/>
                    <a:pt x="220453" y="89376"/>
                    <a:pt x="220453" y="86822"/>
                  </a:cubicBezTo>
                  <a:lnTo>
                    <a:pt x="209590" y="12768"/>
                  </a:lnTo>
                  <a:cubicBezTo>
                    <a:pt x="208951" y="9576"/>
                    <a:pt x="207034" y="7661"/>
                    <a:pt x="203839" y="7022"/>
                  </a:cubicBezTo>
                  <a:close/>
                  <a:moveTo>
                    <a:pt x="91376" y="201734"/>
                  </a:moveTo>
                  <a:lnTo>
                    <a:pt x="15336" y="125765"/>
                  </a:lnTo>
                  <a:lnTo>
                    <a:pt x="127799" y="13406"/>
                  </a:lnTo>
                  <a:lnTo>
                    <a:pt x="197449" y="19790"/>
                  </a:lnTo>
                  <a:lnTo>
                    <a:pt x="207034" y="85545"/>
                  </a:lnTo>
                  <a:lnTo>
                    <a:pt x="91376" y="201734"/>
                  </a:lnTo>
                  <a:close/>
                </a:path>
              </a:pathLst>
            </a:custGeom>
            <a:solidFill>
              <a:srgbClr val="26890D"/>
            </a:solidFill>
            <a:ln w="6390" cap="flat">
              <a:noFill/>
              <a:prstDash val="solid"/>
              <a:miter/>
            </a:ln>
          </p:spPr>
          <p:txBody>
            <a:bodyPr rtlCol="0" anchor="ctr"/>
            <a:lstStyle/>
            <a:p>
              <a:endParaRPr lang="en-US"/>
            </a:p>
          </p:txBody>
        </p:sp>
        <p:sp>
          <p:nvSpPr>
            <p:cNvPr id="1057" name="Graphic 1039">
              <a:extLst>
                <a:ext uri="{FF2B5EF4-FFF2-40B4-BE49-F238E27FC236}">
                  <a16:creationId xmlns:a16="http://schemas.microsoft.com/office/drawing/2014/main" id="{AEABFC54-9285-CD41-B5DA-649F00DEBE10}"/>
                </a:ext>
              </a:extLst>
            </p:cNvPr>
            <p:cNvSpPr/>
            <p:nvPr/>
          </p:nvSpPr>
          <p:spPr>
            <a:xfrm>
              <a:off x="2770197" y="2963128"/>
              <a:ext cx="41854" cy="42613"/>
            </a:xfrm>
            <a:custGeom>
              <a:avLst/>
              <a:gdLst>
                <a:gd name="connsiteX0" fmla="*/ 6230 w 41854"/>
                <a:gd name="connsiteY0" fmla="*/ 6224 h 42613"/>
                <a:gd name="connsiteX1" fmla="*/ 6230 w 41854"/>
                <a:gd name="connsiteY1" fmla="*/ 36229 h 42613"/>
                <a:gd name="connsiteX2" fmla="*/ 20927 w 41854"/>
                <a:gd name="connsiteY2" fmla="*/ 42613 h 42613"/>
                <a:gd name="connsiteX3" fmla="*/ 35624 w 41854"/>
                <a:gd name="connsiteY3" fmla="*/ 36229 h 42613"/>
                <a:gd name="connsiteX4" fmla="*/ 35624 w 41854"/>
                <a:gd name="connsiteY4" fmla="*/ 6224 h 42613"/>
                <a:gd name="connsiteX5" fmla="*/ 6230 w 41854"/>
                <a:gd name="connsiteY5" fmla="*/ 6224 h 42613"/>
                <a:gd name="connsiteX6" fmla="*/ 26678 w 41854"/>
                <a:gd name="connsiteY6" fmla="*/ 27291 h 42613"/>
                <a:gd name="connsiteX7" fmla="*/ 14537 w 41854"/>
                <a:gd name="connsiteY7" fmla="*/ 27291 h 42613"/>
                <a:gd name="connsiteX8" fmla="*/ 14537 w 41854"/>
                <a:gd name="connsiteY8" fmla="*/ 15162 h 42613"/>
                <a:gd name="connsiteX9" fmla="*/ 20288 w 41854"/>
                <a:gd name="connsiteY9" fmla="*/ 12608 h 42613"/>
                <a:gd name="connsiteX10" fmla="*/ 26039 w 41854"/>
                <a:gd name="connsiteY10" fmla="*/ 15162 h 42613"/>
                <a:gd name="connsiteX11" fmla="*/ 26678 w 41854"/>
                <a:gd name="connsiteY11" fmla="*/ 27291 h 42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854" h="42613">
                  <a:moveTo>
                    <a:pt x="6230" y="6224"/>
                  </a:moveTo>
                  <a:cubicBezTo>
                    <a:pt x="-2077" y="14523"/>
                    <a:pt x="-2077" y="27930"/>
                    <a:pt x="6230" y="36229"/>
                  </a:cubicBezTo>
                  <a:cubicBezTo>
                    <a:pt x="10064" y="40059"/>
                    <a:pt x="15815" y="42613"/>
                    <a:pt x="20927" y="42613"/>
                  </a:cubicBezTo>
                  <a:cubicBezTo>
                    <a:pt x="26039" y="42613"/>
                    <a:pt x="31790" y="40698"/>
                    <a:pt x="35624" y="36229"/>
                  </a:cubicBezTo>
                  <a:cubicBezTo>
                    <a:pt x="43931" y="27930"/>
                    <a:pt x="43931" y="14523"/>
                    <a:pt x="35624" y="6224"/>
                  </a:cubicBezTo>
                  <a:cubicBezTo>
                    <a:pt x="27956" y="-2075"/>
                    <a:pt x="13898" y="-2075"/>
                    <a:pt x="6230" y="6224"/>
                  </a:cubicBezTo>
                  <a:close/>
                  <a:moveTo>
                    <a:pt x="26678" y="27291"/>
                  </a:moveTo>
                  <a:cubicBezTo>
                    <a:pt x="23483" y="30483"/>
                    <a:pt x="17732" y="30483"/>
                    <a:pt x="14537" y="27291"/>
                  </a:cubicBezTo>
                  <a:cubicBezTo>
                    <a:pt x="11342" y="24099"/>
                    <a:pt x="11342" y="18354"/>
                    <a:pt x="14537" y="15162"/>
                  </a:cubicBezTo>
                  <a:cubicBezTo>
                    <a:pt x="15815" y="13885"/>
                    <a:pt x="18371" y="12608"/>
                    <a:pt x="20288" y="12608"/>
                  </a:cubicBezTo>
                  <a:cubicBezTo>
                    <a:pt x="22844" y="12608"/>
                    <a:pt x="24761" y="13247"/>
                    <a:pt x="26039" y="15162"/>
                  </a:cubicBezTo>
                  <a:cubicBezTo>
                    <a:pt x="29873" y="18992"/>
                    <a:pt x="29873" y="24099"/>
                    <a:pt x="26678" y="27291"/>
                  </a:cubicBezTo>
                  <a:close/>
                </a:path>
              </a:pathLst>
            </a:custGeom>
            <a:solidFill>
              <a:srgbClr val="26890D"/>
            </a:solidFill>
            <a:ln w="6390" cap="flat">
              <a:noFill/>
              <a:prstDash val="solid"/>
              <a:miter/>
            </a:ln>
          </p:spPr>
          <p:txBody>
            <a:bodyPr rtlCol="0" anchor="ctr"/>
            <a:lstStyle/>
            <a:p>
              <a:endParaRPr lang="en-US"/>
            </a:p>
          </p:txBody>
        </p:sp>
      </p:grpSp>
      <p:grpSp>
        <p:nvGrpSpPr>
          <p:cNvPr id="1058" name="Graphic 1039">
            <a:extLst>
              <a:ext uri="{FF2B5EF4-FFF2-40B4-BE49-F238E27FC236}">
                <a16:creationId xmlns:a16="http://schemas.microsoft.com/office/drawing/2014/main" id="{36FAC851-D414-3249-9675-BE8F22F6E50E}"/>
              </a:ext>
            </a:extLst>
          </p:cNvPr>
          <p:cNvGrpSpPr/>
          <p:nvPr/>
        </p:nvGrpSpPr>
        <p:grpSpPr>
          <a:xfrm>
            <a:off x="2561086" y="1893013"/>
            <a:ext cx="361670" cy="361333"/>
            <a:chOff x="2561086" y="1893013"/>
            <a:chExt cx="361670" cy="361333"/>
          </a:xfrm>
          <a:solidFill>
            <a:srgbClr val="26890D"/>
          </a:solidFill>
        </p:grpSpPr>
        <p:sp>
          <p:nvSpPr>
            <p:cNvPr id="1059" name="Graphic 1039">
              <a:extLst>
                <a:ext uri="{FF2B5EF4-FFF2-40B4-BE49-F238E27FC236}">
                  <a16:creationId xmlns:a16="http://schemas.microsoft.com/office/drawing/2014/main" id="{5E5FCEBE-0C5C-0E44-B27C-A6ED493DBB8C}"/>
                </a:ext>
              </a:extLst>
            </p:cNvPr>
            <p:cNvSpPr/>
            <p:nvPr/>
          </p:nvSpPr>
          <p:spPr>
            <a:xfrm>
              <a:off x="2561086"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26890D"/>
            </a:solidFill>
            <a:ln w="6390" cap="flat">
              <a:noFill/>
              <a:prstDash val="solid"/>
              <a:miter/>
            </a:ln>
          </p:spPr>
          <p:txBody>
            <a:bodyPr rtlCol="0" anchor="ctr"/>
            <a:lstStyle/>
            <a:p>
              <a:endParaRPr lang="en-US"/>
            </a:p>
          </p:txBody>
        </p:sp>
        <p:sp>
          <p:nvSpPr>
            <p:cNvPr id="1060" name="Graphic 1039">
              <a:extLst>
                <a:ext uri="{FF2B5EF4-FFF2-40B4-BE49-F238E27FC236}">
                  <a16:creationId xmlns:a16="http://schemas.microsoft.com/office/drawing/2014/main" id="{68908710-4D68-694C-90F0-D0EE24229688}"/>
                </a:ext>
              </a:extLst>
            </p:cNvPr>
            <p:cNvSpPr/>
            <p:nvPr/>
          </p:nvSpPr>
          <p:spPr>
            <a:xfrm>
              <a:off x="2666520" y="1999290"/>
              <a:ext cx="194379" cy="134399"/>
            </a:xfrm>
            <a:custGeom>
              <a:avLst/>
              <a:gdLst>
                <a:gd name="connsiteX0" fmla="*/ 194254 w 194379"/>
                <a:gd name="connsiteY0" fmla="*/ 4804 h 134399"/>
                <a:gd name="connsiteX1" fmla="*/ 186586 w 194379"/>
                <a:gd name="connsiteY1" fmla="*/ 336 h 134399"/>
                <a:gd name="connsiteX2" fmla="*/ 156553 w 194379"/>
                <a:gd name="connsiteY2" fmla="*/ 7996 h 134399"/>
                <a:gd name="connsiteX3" fmla="*/ 156553 w 194379"/>
                <a:gd name="connsiteY3" fmla="*/ 7996 h 134399"/>
                <a:gd name="connsiteX4" fmla="*/ 156553 w 194379"/>
                <a:gd name="connsiteY4" fmla="*/ 7996 h 134399"/>
                <a:gd name="connsiteX5" fmla="*/ 155915 w 194379"/>
                <a:gd name="connsiteY5" fmla="*/ 7996 h 134399"/>
                <a:gd name="connsiteX6" fmla="*/ 154637 w 194379"/>
                <a:gd name="connsiteY6" fmla="*/ 8635 h 134399"/>
                <a:gd name="connsiteX7" fmla="*/ 153998 w 194379"/>
                <a:gd name="connsiteY7" fmla="*/ 9273 h 134399"/>
                <a:gd name="connsiteX8" fmla="*/ 153358 w 194379"/>
                <a:gd name="connsiteY8" fmla="*/ 10550 h 134399"/>
                <a:gd name="connsiteX9" fmla="*/ 152720 w 194379"/>
                <a:gd name="connsiteY9" fmla="*/ 11827 h 134399"/>
                <a:gd name="connsiteX10" fmla="*/ 152081 w 194379"/>
                <a:gd name="connsiteY10" fmla="*/ 12465 h 134399"/>
                <a:gd name="connsiteX11" fmla="*/ 130355 w 194379"/>
                <a:gd name="connsiteY11" fmla="*/ 121631 h 134399"/>
                <a:gd name="connsiteX12" fmla="*/ 6390 w 194379"/>
                <a:gd name="connsiteY12" fmla="*/ 121631 h 134399"/>
                <a:gd name="connsiteX13" fmla="*/ 0 w 194379"/>
                <a:gd name="connsiteY13" fmla="*/ 128015 h 134399"/>
                <a:gd name="connsiteX14" fmla="*/ 6390 w 194379"/>
                <a:gd name="connsiteY14" fmla="*/ 134399 h 134399"/>
                <a:gd name="connsiteX15" fmla="*/ 136106 w 194379"/>
                <a:gd name="connsiteY15" fmla="*/ 134399 h 134399"/>
                <a:gd name="connsiteX16" fmla="*/ 136106 w 194379"/>
                <a:gd name="connsiteY16" fmla="*/ 134399 h 134399"/>
                <a:gd name="connsiteX17" fmla="*/ 136106 w 194379"/>
                <a:gd name="connsiteY17" fmla="*/ 134399 h 134399"/>
                <a:gd name="connsiteX18" fmla="*/ 138662 w 194379"/>
                <a:gd name="connsiteY18" fmla="*/ 133761 h 134399"/>
                <a:gd name="connsiteX19" fmla="*/ 139301 w 194379"/>
                <a:gd name="connsiteY19" fmla="*/ 133123 h 134399"/>
                <a:gd name="connsiteX20" fmla="*/ 140579 w 194379"/>
                <a:gd name="connsiteY20" fmla="*/ 132484 h 134399"/>
                <a:gd name="connsiteX21" fmla="*/ 141218 w 194379"/>
                <a:gd name="connsiteY21" fmla="*/ 131846 h 134399"/>
                <a:gd name="connsiteX22" fmla="*/ 141857 w 194379"/>
                <a:gd name="connsiteY22" fmla="*/ 130569 h 134399"/>
                <a:gd name="connsiteX23" fmla="*/ 142496 w 194379"/>
                <a:gd name="connsiteY23" fmla="*/ 129931 h 134399"/>
                <a:gd name="connsiteX24" fmla="*/ 142496 w 194379"/>
                <a:gd name="connsiteY24" fmla="*/ 129292 h 134399"/>
                <a:gd name="connsiteX25" fmla="*/ 164221 w 194379"/>
                <a:gd name="connsiteY25" fmla="*/ 19488 h 134399"/>
                <a:gd name="connsiteX26" fmla="*/ 191059 w 194379"/>
                <a:gd name="connsiteY26" fmla="*/ 13104 h 134399"/>
                <a:gd name="connsiteX27" fmla="*/ 194254 w 194379"/>
                <a:gd name="connsiteY27" fmla="*/ 4804 h 134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4379" h="134399">
                  <a:moveTo>
                    <a:pt x="194254" y="4804"/>
                  </a:moveTo>
                  <a:cubicBezTo>
                    <a:pt x="193615" y="1612"/>
                    <a:pt x="189781" y="-941"/>
                    <a:pt x="186586" y="336"/>
                  </a:cubicBezTo>
                  <a:lnTo>
                    <a:pt x="156553" y="7996"/>
                  </a:lnTo>
                  <a:cubicBezTo>
                    <a:pt x="156553" y="7996"/>
                    <a:pt x="156553" y="7996"/>
                    <a:pt x="156553" y="7996"/>
                  </a:cubicBezTo>
                  <a:lnTo>
                    <a:pt x="156553" y="7996"/>
                  </a:lnTo>
                  <a:cubicBezTo>
                    <a:pt x="156553" y="7996"/>
                    <a:pt x="155915" y="7996"/>
                    <a:pt x="155915" y="7996"/>
                  </a:cubicBezTo>
                  <a:cubicBezTo>
                    <a:pt x="155276" y="7996"/>
                    <a:pt x="154637" y="8635"/>
                    <a:pt x="154637" y="8635"/>
                  </a:cubicBezTo>
                  <a:cubicBezTo>
                    <a:pt x="154637" y="8635"/>
                    <a:pt x="153998" y="9273"/>
                    <a:pt x="153998" y="9273"/>
                  </a:cubicBezTo>
                  <a:cubicBezTo>
                    <a:pt x="153358" y="9912"/>
                    <a:pt x="153358" y="9912"/>
                    <a:pt x="153358" y="10550"/>
                  </a:cubicBezTo>
                  <a:cubicBezTo>
                    <a:pt x="153358" y="11188"/>
                    <a:pt x="152720" y="11188"/>
                    <a:pt x="152720" y="11827"/>
                  </a:cubicBezTo>
                  <a:cubicBezTo>
                    <a:pt x="152720" y="11827"/>
                    <a:pt x="152720" y="12465"/>
                    <a:pt x="152081" y="12465"/>
                  </a:cubicBezTo>
                  <a:lnTo>
                    <a:pt x="130355" y="121631"/>
                  </a:lnTo>
                  <a:lnTo>
                    <a:pt x="6390" y="121631"/>
                  </a:lnTo>
                  <a:cubicBezTo>
                    <a:pt x="2556" y="121631"/>
                    <a:pt x="0" y="124185"/>
                    <a:pt x="0" y="128015"/>
                  </a:cubicBezTo>
                  <a:cubicBezTo>
                    <a:pt x="0" y="131846"/>
                    <a:pt x="2556" y="134399"/>
                    <a:pt x="6390" y="134399"/>
                  </a:cubicBezTo>
                  <a:lnTo>
                    <a:pt x="136106" y="134399"/>
                  </a:lnTo>
                  <a:lnTo>
                    <a:pt x="136106" y="134399"/>
                  </a:lnTo>
                  <a:cubicBezTo>
                    <a:pt x="136106" y="134399"/>
                    <a:pt x="136106" y="134399"/>
                    <a:pt x="136106" y="134399"/>
                  </a:cubicBezTo>
                  <a:cubicBezTo>
                    <a:pt x="136745" y="134399"/>
                    <a:pt x="137384" y="134399"/>
                    <a:pt x="138662" y="133761"/>
                  </a:cubicBezTo>
                  <a:cubicBezTo>
                    <a:pt x="138662" y="133761"/>
                    <a:pt x="139301" y="133761"/>
                    <a:pt x="139301" y="133123"/>
                  </a:cubicBezTo>
                  <a:cubicBezTo>
                    <a:pt x="139940" y="133123"/>
                    <a:pt x="139940" y="132484"/>
                    <a:pt x="140579" y="132484"/>
                  </a:cubicBezTo>
                  <a:cubicBezTo>
                    <a:pt x="140579" y="132484"/>
                    <a:pt x="141218" y="131846"/>
                    <a:pt x="141218" y="131846"/>
                  </a:cubicBezTo>
                  <a:cubicBezTo>
                    <a:pt x="141218" y="131207"/>
                    <a:pt x="141857" y="131207"/>
                    <a:pt x="141857" y="130569"/>
                  </a:cubicBezTo>
                  <a:cubicBezTo>
                    <a:pt x="141857" y="130569"/>
                    <a:pt x="141857" y="129931"/>
                    <a:pt x="142496" y="129931"/>
                  </a:cubicBezTo>
                  <a:cubicBezTo>
                    <a:pt x="142496" y="129931"/>
                    <a:pt x="142496" y="129292"/>
                    <a:pt x="142496" y="129292"/>
                  </a:cubicBezTo>
                  <a:lnTo>
                    <a:pt x="164221" y="19488"/>
                  </a:lnTo>
                  <a:lnTo>
                    <a:pt x="191059" y="13104"/>
                  </a:lnTo>
                  <a:cubicBezTo>
                    <a:pt x="192976" y="11827"/>
                    <a:pt x="194893" y="7996"/>
                    <a:pt x="194254" y="4804"/>
                  </a:cubicBezTo>
                  <a:close/>
                </a:path>
              </a:pathLst>
            </a:custGeom>
            <a:solidFill>
              <a:srgbClr val="26890D"/>
            </a:solidFill>
            <a:ln w="6390" cap="flat">
              <a:noFill/>
              <a:prstDash val="solid"/>
              <a:miter/>
            </a:ln>
          </p:spPr>
          <p:txBody>
            <a:bodyPr rtlCol="0" anchor="ctr"/>
            <a:lstStyle/>
            <a:p>
              <a:endParaRPr lang="en-US"/>
            </a:p>
          </p:txBody>
        </p:sp>
        <p:sp>
          <p:nvSpPr>
            <p:cNvPr id="1061" name="Graphic 1039">
              <a:extLst>
                <a:ext uri="{FF2B5EF4-FFF2-40B4-BE49-F238E27FC236}">
                  <a16:creationId xmlns:a16="http://schemas.microsoft.com/office/drawing/2014/main" id="{C2F4B9A0-D777-3F42-8AC3-D5324A0F0FF0}"/>
                </a:ext>
              </a:extLst>
            </p:cNvPr>
            <p:cNvSpPr/>
            <p:nvPr/>
          </p:nvSpPr>
          <p:spPr>
            <a:xfrm>
              <a:off x="2634959" y="2029630"/>
              <a:ext cx="157443" cy="74054"/>
            </a:xfrm>
            <a:custGeom>
              <a:avLst/>
              <a:gdLst>
                <a:gd name="connsiteX0" fmla="*/ 142107 w 157443"/>
                <a:gd name="connsiteY0" fmla="*/ 67032 h 74054"/>
                <a:gd name="connsiteX1" fmla="*/ 135717 w 157443"/>
                <a:gd name="connsiteY1" fmla="*/ 60648 h 74054"/>
                <a:gd name="connsiteX2" fmla="*/ 26449 w 157443"/>
                <a:gd name="connsiteY2" fmla="*/ 60648 h 74054"/>
                <a:gd name="connsiteX3" fmla="*/ 14309 w 157443"/>
                <a:gd name="connsiteY3" fmla="*/ 12768 h 74054"/>
                <a:gd name="connsiteX4" fmla="*/ 151053 w 157443"/>
                <a:gd name="connsiteY4" fmla="*/ 12768 h 74054"/>
                <a:gd name="connsiteX5" fmla="*/ 157443 w 157443"/>
                <a:gd name="connsiteY5" fmla="*/ 6384 h 74054"/>
                <a:gd name="connsiteX6" fmla="*/ 151053 w 157443"/>
                <a:gd name="connsiteY6" fmla="*/ 0 h 74054"/>
                <a:gd name="connsiteX7" fmla="*/ 6641 w 157443"/>
                <a:gd name="connsiteY7" fmla="*/ 0 h 74054"/>
                <a:gd name="connsiteX8" fmla="*/ 1529 w 157443"/>
                <a:gd name="connsiteY8" fmla="*/ 2554 h 74054"/>
                <a:gd name="connsiteX9" fmla="*/ 251 w 157443"/>
                <a:gd name="connsiteY9" fmla="*/ 8299 h 74054"/>
                <a:gd name="connsiteX10" fmla="*/ 15587 w 157443"/>
                <a:gd name="connsiteY10" fmla="*/ 68947 h 74054"/>
                <a:gd name="connsiteX11" fmla="*/ 21976 w 157443"/>
                <a:gd name="connsiteY11" fmla="*/ 74054 h 74054"/>
                <a:gd name="connsiteX12" fmla="*/ 136356 w 157443"/>
                <a:gd name="connsiteY12" fmla="*/ 74054 h 74054"/>
                <a:gd name="connsiteX13" fmla="*/ 142107 w 157443"/>
                <a:gd name="connsiteY13" fmla="*/ 67032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7443" h="74054">
                  <a:moveTo>
                    <a:pt x="142107" y="67032"/>
                  </a:moveTo>
                  <a:cubicBezTo>
                    <a:pt x="142107" y="63202"/>
                    <a:pt x="139551" y="60648"/>
                    <a:pt x="135717" y="60648"/>
                  </a:cubicBezTo>
                  <a:lnTo>
                    <a:pt x="26449" y="60648"/>
                  </a:lnTo>
                  <a:lnTo>
                    <a:pt x="14309" y="12768"/>
                  </a:lnTo>
                  <a:lnTo>
                    <a:pt x="151053" y="12768"/>
                  </a:lnTo>
                  <a:cubicBezTo>
                    <a:pt x="154887" y="12768"/>
                    <a:pt x="157443" y="10214"/>
                    <a:pt x="157443" y="6384"/>
                  </a:cubicBezTo>
                  <a:cubicBezTo>
                    <a:pt x="157443" y="2554"/>
                    <a:pt x="154887" y="0"/>
                    <a:pt x="151053" y="0"/>
                  </a:cubicBezTo>
                  <a:lnTo>
                    <a:pt x="6641" y="0"/>
                  </a:lnTo>
                  <a:cubicBezTo>
                    <a:pt x="4724" y="0"/>
                    <a:pt x="2807" y="638"/>
                    <a:pt x="1529" y="2554"/>
                  </a:cubicBezTo>
                  <a:cubicBezTo>
                    <a:pt x="251" y="3830"/>
                    <a:pt x="-388" y="6384"/>
                    <a:pt x="251" y="8299"/>
                  </a:cubicBezTo>
                  <a:lnTo>
                    <a:pt x="15587" y="68947"/>
                  </a:lnTo>
                  <a:cubicBezTo>
                    <a:pt x="16226" y="71501"/>
                    <a:pt x="18781" y="74054"/>
                    <a:pt x="21976" y="74054"/>
                  </a:cubicBezTo>
                  <a:lnTo>
                    <a:pt x="136356" y="74054"/>
                  </a:lnTo>
                  <a:cubicBezTo>
                    <a:pt x="139551" y="73416"/>
                    <a:pt x="142107" y="70862"/>
                    <a:pt x="142107" y="67032"/>
                  </a:cubicBezTo>
                  <a:close/>
                </a:path>
              </a:pathLst>
            </a:custGeom>
            <a:solidFill>
              <a:srgbClr val="26890D"/>
            </a:solidFill>
            <a:ln w="6390" cap="flat">
              <a:noFill/>
              <a:prstDash val="solid"/>
              <a:miter/>
            </a:ln>
          </p:spPr>
          <p:txBody>
            <a:bodyPr rtlCol="0" anchor="ctr"/>
            <a:lstStyle/>
            <a:p>
              <a:endParaRPr lang="en-US"/>
            </a:p>
          </p:txBody>
        </p:sp>
        <p:sp>
          <p:nvSpPr>
            <p:cNvPr id="1062" name="Graphic 1039">
              <a:extLst>
                <a:ext uri="{FF2B5EF4-FFF2-40B4-BE49-F238E27FC236}">
                  <a16:creationId xmlns:a16="http://schemas.microsoft.com/office/drawing/2014/main" id="{19606AEC-007A-9A40-9F69-760857E7736E}"/>
                </a:ext>
              </a:extLst>
            </p:cNvPr>
            <p:cNvSpPr/>
            <p:nvPr/>
          </p:nvSpPr>
          <p:spPr>
            <a:xfrm>
              <a:off x="2672910" y="2060273"/>
              <a:ext cx="111823" cy="12767"/>
            </a:xfrm>
            <a:custGeom>
              <a:avLst/>
              <a:gdLst>
                <a:gd name="connsiteX0" fmla="*/ 6390 w 111823"/>
                <a:gd name="connsiteY0" fmla="*/ 0 h 12767"/>
                <a:gd name="connsiteX1" fmla="*/ 0 w 111823"/>
                <a:gd name="connsiteY1" fmla="*/ 6384 h 12767"/>
                <a:gd name="connsiteX2" fmla="*/ 6390 w 111823"/>
                <a:gd name="connsiteY2" fmla="*/ 12768 h 12767"/>
                <a:gd name="connsiteX3" fmla="*/ 105434 w 111823"/>
                <a:gd name="connsiteY3" fmla="*/ 12768 h 12767"/>
                <a:gd name="connsiteX4" fmla="*/ 111824 w 111823"/>
                <a:gd name="connsiteY4" fmla="*/ 6384 h 12767"/>
                <a:gd name="connsiteX5" fmla="*/ 105434 w 111823"/>
                <a:gd name="connsiteY5" fmla="*/ 0 h 12767"/>
                <a:gd name="connsiteX6" fmla="*/ 6390 w 111823"/>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823" h="12767">
                  <a:moveTo>
                    <a:pt x="6390" y="0"/>
                  </a:moveTo>
                  <a:cubicBezTo>
                    <a:pt x="2556" y="0"/>
                    <a:pt x="0" y="2554"/>
                    <a:pt x="0" y="6384"/>
                  </a:cubicBezTo>
                  <a:cubicBezTo>
                    <a:pt x="0" y="10214"/>
                    <a:pt x="2556" y="12768"/>
                    <a:pt x="6390" y="12768"/>
                  </a:cubicBezTo>
                  <a:lnTo>
                    <a:pt x="105434" y="12768"/>
                  </a:lnTo>
                  <a:cubicBezTo>
                    <a:pt x="109268" y="12768"/>
                    <a:pt x="111824" y="10214"/>
                    <a:pt x="111824" y="6384"/>
                  </a:cubicBezTo>
                  <a:cubicBezTo>
                    <a:pt x="111824" y="2554"/>
                    <a:pt x="109268" y="0"/>
                    <a:pt x="105434" y="0"/>
                  </a:cubicBezTo>
                  <a:lnTo>
                    <a:pt x="6390" y="0"/>
                  </a:lnTo>
                  <a:close/>
                </a:path>
              </a:pathLst>
            </a:custGeom>
            <a:solidFill>
              <a:srgbClr val="26890D"/>
            </a:solidFill>
            <a:ln w="6390" cap="flat">
              <a:noFill/>
              <a:prstDash val="solid"/>
              <a:miter/>
            </a:ln>
          </p:spPr>
          <p:txBody>
            <a:bodyPr rtlCol="0" anchor="ctr"/>
            <a:lstStyle/>
            <a:p>
              <a:endParaRPr lang="en-US"/>
            </a:p>
          </p:txBody>
        </p:sp>
        <p:sp>
          <p:nvSpPr>
            <p:cNvPr id="1063" name="Graphic 1039">
              <a:extLst>
                <a:ext uri="{FF2B5EF4-FFF2-40B4-BE49-F238E27FC236}">
                  <a16:creationId xmlns:a16="http://schemas.microsoft.com/office/drawing/2014/main" id="{4FCBB36A-EA25-1946-9D3C-7A795A5FFCE4}"/>
                </a:ext>
              </a:extLst>
            </p:cNvPr>
            <p:cNvSpPr/>
            <p:nvPr/>
          </p:nvSpPr>
          <p:spPr>
            <a:xfrm>
              <a:off x="2675466" y="2143903"/>
              <a:ext cx="30671" cy="30643"/>
            </a:xfrm>
            <a:custGeom>
              <a:avLst/>
              <a:gdLst>
                <a:gd name="connsiteX0" fmla="*/ 15336 w 30671"/>
                <a:gd name="connsiteY0" fmla="*/ 0 h 30643"/>
                <a:gd name="connsiteX1" fmla="*/ 0 w 30671"/>
                <a:gd name="connsiteY1" fmla="*/ 15322 h 30643"/>
                <a:gd name="connsiteX2" fmla="*/ 15336 w 30671"/>
                <a:gd name="connsiteY2" fmla="*/ 30643 h 30643"/>
                <a:gd name="connsiteX3" fmla="*/ 30672 w 30671"/>
                <a:gd name="connsiteY3" fmla="*/ 15322 h 30643"/>
                <a:gd name="connsiteX4" fmla="*/ 15336 w 30671"/>
                <a:gd name="connsiteY4" fmla="*/ 0 h 3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71" h="30643">
                  <a:moveTo>
                    <a:pt x="15336" y="0"/>
                  </a:moveTo>
                  <a:cubicBezTo>
                    <a:pt x="7029" y="0"/>
                    <a:pt x="0" y="7022"/>
                    <a:pt x="0" y="15322"/>
                  </a:cubicBezTo>
                  <a:cubicBezTo>
                    <a:pt x="0" y="23621"/>
                    <a:pt x="7029" y="30643"/>
                    <a:pt x="15336" y="30643"/>
                  </a:cubicBezTo>
                  <a:cubicBezTo>
                    <a:pt x="23643" y="30643"/>
                    <a:pt x="30672" y="23621"/>
                    <a:pt x="30672" y="15322"/>
                  </a:cubicBezTo>
                  <a:cubicBezTo>
                    <a:pt x="30672" y="7022"/>
                    <a:pt x="23643" y="0"/>
                    <a:pt x="15336" y="0"/>
                  </a:cubicBezTo>
                  <a:close/>
                </a:path>
              </a:pathLst>
            </a:custGeom>
            <a:solidFill>
              <a:srgbClr val="26890D"/>
            </a:solidFill>
            <a:ln w="6390" cap="flat">
              <a:noFill/>
              <a:prstDash val="solid"/>
              <a:miter/>
            </a:ln>
          </p:spPr>
          <p:txBody>
            <a:bodyPr rtlCol="0" anchor="ctr"/>
            <a:lstStyle/>
            <a:p>
              <a:endParaRPr lang="en-US"/>
            </a:p>
          </p:txBody>
        </p:sp>
        <p:sp>
          <p:nvSpPr>
            <p:cNvPr id="1064" name="Graphic 1039">
              <a:extLst>
                <a:ext uri="{FF2B5EF4-FFF2-40B4-BE49-F238E27FC236}">
                  <a16:creationId xmlns:a16="http://schemas.microsoft.com/office/drawing/2014/main" id="{A30FE64D-DAC1-5C41-9E0F-3681D6FFF178}"/>
                </a:ext>
              </a:extLst>
            </p:cNvPr>
            <p:cNvSpPr/>
            <p:nvPr/>
          </p:nvSpPr>
          <p:spPr>
            <a:xfrm>
              <a:off x="2765564" y="2143903"/>
              <a:ext cx="30671" cy="30643"/>
            </a:xfrm>
            <a:custGeom>
              <a:avLst/>
              <a:gdLst>
                <a:gd name="connsiteX0" fmla="*/ 15336 w 30671"/>
                <a:gd name="connsiteY0" fmla="*/ 0 h 30643"/>
                <a:gd name="connsiteX1" fmla="*/ 0 w 30671"/>
                <a:gd name="connsiteY1" fmla="*/ 15322 h 30643"/>
                <a:gd name="connsiteX2" fmla="*/ 15336 w 30671"/>
                <a:gd name="connsiteY2" fmla="*/ 30643 h 30643"/>
                <a:gd name="connsiteX3" fmla="*/ 30672 w 30671"/>
                <a:gd name="connsiteY3" fmla="*/ 15322 h 30643"/>
                <a:gd name="connsiteX4" fmla="*/ 15336 w 30671"/>
                <a:gd name="connsiteY4" fmla="*/ 0 h 3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71" h="30643">
                  <a:moveTo>
                    <a:pt x="15336" y="0"/>
                  </a:moveTo>
                  <a:cubicBezTo>
                    <a:pt x="7029" y="0"/>
                    <a:pt x="0" y="7022"/>
                    <a:pt x="0" y="15322"/>
                  </a:cubicBezTo>
                  <a:cubicBezTo>
                    <a:pt x="0" y="23621"/>
                    <a:pt x="7029" y="30643"/>
                    <a:pt x="15336" y="30643"/>
                  </a:cubicBezTo>
                  <a:cubicBezTo>
                    <a:pt x="23643" y="30643"/>
                    <a:pt x="30672" y="23621"/>
                    <a:pt x="30672" y="15322"/>
                  </a:cubicBezTo>
                  <a:cubicBezTo>
                    <a:pt x="30672" y="7022"/>
                    <a:pt x="23643" y="0"/>
                    <a:pt x="15336" y="0"/>
                  </a:cubicBezTo>
                  <a:close/>
                </a:path>
              </a:pathLst>
            </a:custGeom>
            <a:solidFill>
              <a:srgbClr val="26890D"/>
            </a:solidFill>
            <a:ln w="6390" cap="flat">
              <a:noFill/>
              <a:prstDash val="solid"/>
              <a:miter/>
            </a:ln>
          </p:spPr>
          <p:txBody>
            <a:bodyPr rtlCol="0" anchor="ctr"/>
            <a:lstStyle/>
            <a:p>
              <a:endParaRPr lang="en-US"/>
            </a:p>
          </p:txBody>
        </p:sp>
      </p:grpSp>
      <p:grpSp>
        <p:nvGrpSpPr>
          <p:cNvPr id="1065" name="Graphic 1039">
            <a:extLst>
              <a:ext uri="{FF2B5EF4-FFF2-40B4-BE49-F238E27FC236}">
                <a16:creationId xmlns:a16="http://schemas.microsoft.com/office/drawing/2014/main" id="{7844A048-15B4-0843-B0F5-3222AB161DAB}"/>
              </a:ext>
            </a:extLst>
          </p:cNvPr>
          <p:cNvGrpSpPr/>
          <p:nvPr/>
        </p:nvGrpSpPr>
        <p:grpSpPr>
          <a:xfrm>
            <a:off x="1515054" y="2371173"/>
            <a:ext cx="361670" cy="361333"/>
            <a:chOff x="1515054" y="2371173"/>
            <a:chExt cx="361670" cy="361333"/>
          </a:xfrm>
          <a:solidFill>
            <a:srgbClr val="26890D"/>
          </a:solidFill>
        </p:grpSpPr>
        <p:sp>
          <p:nvSpPr>
            <p:cNvPr id="1066" name="Graphic 1039">
              <a:extLst>
                <a:ext uri="{FF2B5EF4-FFF2-40B4-BE49-F238E27FC236}">
                  <a16:creationId xmlns:a16="http://schemas.microsoft.com/office/drawing/2014/main" id="{43E9BC12-4802-0E4A-9640-66E820860E18}"/>
                </a:ext>
              </a:extLst>
            </p:cNvPr>
            <p:cNvSpPr/>
            <p:nvPr/>
          </p:nvSpPr>
          <p:spPr>
            <a:xfrm>
              <a:off x="151505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26890D"/>
            </a:solidFill>
            <a:ln w="6390" cap="flat">
              <a:noFill/>
              <a:prstDash val="solid"/>
              <a:miter/>
            </a:ln>
          </p:spPr>
          <p:txBody>
            <a:bodyPr rtlCol="0" anchor="ctr"/>
            <a:lstStyle/>
            <a:p>
              <a:endParaRPr lang="en-US"/>
            </a:p>
          </p:txBody>
        </p:sp>
        <p:sp>
          <p:nvSpPr>
            <p:cNvPr id="1067" name="Graphic 1039">
              <a:extLst>
                <a:ext uri="{FF2B5EF4-FFF2-40B4-BE49-F238E27FC236}">
                  <a16:creationId xmlns:a16="http://schemas.microsoft.com/office/drawing/2014/main" id="{9493C485-8904-304B-9A2F-B9B899312845}"/>
                </a:ext>
              </a:extLst>
            </p:cNvPr>
            <p:cNvSpPr/>
            <p:nvPr/>
          </p:nvSpPr>
          <p:spPr>
            <a:xfrm>
              <a:off x="1575670" y="2452250"/>
              <a:ext cx="240438" cy="199818"/>
            </a:xfrm>
            <a:custGeom>
              <a:avLst/>
              <a:gdLst>
                <a:gd name="connsiteX0" fmla="*/ 238433 w 240438"/>
                <a:gd name="connsiteY0" fmla="*/ 58733 h 199818"/>
                <a:gd name="connsiteX1" fmla="*/ 181563 w 240438"/>
                <a:gd name="connsiteY1" fmla="*/ 1915 h 199818"/>
                <a:gd name="connsiteX2" fmla="*/ 177090 w 240438"/>
                <a:gd name="connsiteY2" fmla="*/ 0 h 199818"/>
                <a:gd name="connsiteX3" fmla="*/ 144501 w 240438"/>
                <a:gd name="connsiteY3" fmla="*/ 0 h 199818"/>
                <a:gd name="connsiteX4" fmla="*/ 138750 w 240438"/>
                <a:gd name="connsiteY4" fmla="*/ 3830 h 199818"/>
                <a:gd name="connsiteX5" fmla="*/ 120219 w 240438"/>
                <a:gd name="connsiteY5" fmla="*/ 16598 h 199818"/>
                <a:gd name="connsiteX6" fmla="*/ 101688 w 240438"/>
                <a:gd name="connsiteY6" fmla="*/ 3830 h 199818"/>
                <a:gd name="connsiteX7" fmla="*/ 95938 w 240438"/>
                <a:gd name="connsiteY7" fmla="*/ 0 h 199818"/>
                <a:gd name="connsiteX8" fmla="*/ 63349 w 240438"/>
                <a:gd name="connsiteY8" fmla="*/ 0 h 199818"/>
                <a:gd name="connsiteX9" fmla="*/ 58876 w 240438"/>
                <a:gd name="connsiteY9" fmla="*/ 1915 h 199818"/>
                <a:gd name="connsiteX10" fmla="*/ 2005 w 240438"/>
                <a:gd name="connsiteY10" fmla="*/ 58733 h 199818"/>
                <a:gd name="connsiteX11" fmla="*/ 1366 w 240438"/>
                <a:gd name="connsiteY11" fmla="*/ 67032 h 199818"/>
                <a:gd name="connsiteX12" fmla="*/ 33955 w 240438"/>
                <a:gd name="connsiteY12" fmla="*/ 107889 h 199818"/>
                <a:gd name="connsiteX13" fmla="*/ 38428 w 240438"/>
                <a:gd name="connsiteY13" fmla="*/ 110443 h 199818"/>
                <a:gd name="connsiteX14" fmla="*/ 43540 w 240438"/>
                <a:gd name="connsiteY14" fmla="*/ 108528 h 199818"/>
                <a:gd name="connsiteX15" fmla="*/ 56959 w 240438"/>
                <a:gd name="connsiteY15" fmla="*/ 95121 h 199818"/>
                <a:gd name="connsiteX16" fmla="*/ 56959 w 240438"/>
                <a:gd name="connsiteY16" fmla="*/ 193435 h 199818"/>
                <a:gd name="connsiteX17" fmla="*/ 63349 w 240438"/>
                <a:gd name="connsiteY17" fmla="*/ 199819 h 199818"/>
                <a:gd name="connsiteX18" fmla="*/ 177090 w 240438"/>
                <a:gd name="connsiteY18" fmla="*/ 199819 h 199818"/>
                <a:gd name="connsiteX19" fmla="*/ 183480 w 240438"/>
                <a:gd name="connsiteY19" fmla="*/ 193435 h 199818"/>
                <a:gd name="connsiteX20" fmla="*/ 183480 w 240438"/>
                <a:gd name="connsiteY20" fmla="*/ 95121 h 199818"/>
                <a:gd name="connsiteX21" fmla="*/ 196898 w 240438"/>
                <a:gd name="connsiteY21" fmla="*/ 108528 h 199818"/>
                <a:gd name="connsiteX22" fmla="*/ 202011 w 240438"/>
                <a:gd name="connsiteY22" fmla="*/ 110443 h 199818"/>
                <a:gd name="connsiteX23" fmla="*/ 206483 w 240438"/>
                <a:gd name="connsiteY23" fmla="*/ 107889 h 199818"/>
                <a:gd name="connsiteX24" fmla="*/ 239072 w 240438"/>
                <a:gd name="connsiteY24" fmla="*/ 67032 h 199818"/>
                <a:gd name="connsiteX25" fmla="*/ 238433 w 240438"/>
                <a:gd name="connsiteY25" fmla="*/ 58733 h 199818"/>
                <a:gd name="connsiteX26" fmla="*/ 200732 w 240438"/>
                <a:gd name="connsiteY26" fmla="*/ 94483 h 199818"/>
                <a:gd name="connsiteX27" fmla="*/ 181563 w 240438"/>
                <a:gd name="connsiteY27" fmla="*/ 75331 h 199818"/>
                <a:gd name="connsiteX28" fmla="*/ 174534 w 240438"/>
                <a:gd name="connsiteY28" fmla="*/ 74054 h 199818"/>
                <a:gd name="connsiteX29" fmla="*/ 170700 w 240438"/>
                <a:gd name="connsiteY29" fmla="*/ 79800 h 199818"/>
                <a:gd name="connsiteX30" fmla="*/ 170700 w 240438"/>
                <a:gd name="connsiteY30" fmla="*/ 187051 h 199818"/>
                <a:gd name="connsiteX31" fmla="*/ 69739 w 240438"/>
                <a:gd name="connsiteY31" fmla="*/ 187051 h 199818"/>
                <a:gd name="connsiteX32" fmla="*/ 69739 w 240438"/>
                <a:gd name="connsiteY32" fmla="*/ 79800 h 199818"/>
                <a:gd name="connsiteX33" fmla="*/ 65905 w 240438"/>
                <a:gd name="connsiteY33" fmla="*/ 74054 h 199818"/>
                <a:gd name="connsiteX34" fmla="*/ 58876 w 240438"/>
                <a:gd name="connsiteY34" fmla="*/ 75331 h 199818"/>
                <a:gd name="connsiteX35" fmla="*/ 39706 w 240438"/>
                <a:gd name="connsiteY35" fmla="*/ 94483 h 199818"/>
                <a:gd name="connsiteX36" fmla="*/ 15424 w 240438"/>
                <a:gd name="connsiteY36" fmla="*/ 63840 h 199818"/>
                <a:gd name="connsiteX37" fmla="*/ 66544 w 240438"/>
                <a:gd name="connsiteY37" fmla="*/ 12768 h 199818"/>
                <a:gd name="connsiteX38" fmla="*/ 92743 w 240438"/>
                <a:gd name="connsiteY38" fmla="*/ 12768 h 199818"/>
                <a:gd name="connsiteX39" fmla="*/ 120858 w 240438"/>
                <a:gd name="connsiteY39" fmla="*/ 28728 h 199818"/>
                <a:gd name="connsiteX40" fmla="*/ 148974 w 240438"/>
                <a:gd name="connsiteY40" fmla="*/ 12768 h 199818"/>
                <a:gd name="connsiteX41" fmla="*/ 175173 w 240438"/>
                <a:gd name="connsiteY41" fmla="*/ 12768 h 199818"/>
                <a:gd name="connsiteX42" fmla="*/ 226292 w 240438"/>
                <a:gd name="connsiteY42" fmla="*/ 63840 h 199818"/>
                <a:gd name="connsiteX43" fmla="*/ 200732 w 240438"/>
                <a:gd name="connsiteY43" fmla="*/ 94483 h 19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40438" h="199818">
                  <a:moveTo>
                    <a:pt x="238433" y="58733"/>
                  </a:moveTo>
                  <a:lnTo>
                    <a:pt x="181563" y="1915"/>
                  </a:lnTo>
                  <a:cubicBezTo>
                    <a:pt x="180285" y="638"/>
                    <a:pt x="179007" y="0"/>
                    <a:pt x="177090" y="0"/>
                  </a:cubicBezTo>
                  <a:lnTo>
                    <a:pt x="144501" y="0"/>
                  </a:lnTo>
                  <a:cubicBezTo>
                    <a:pt x="141945" y="0"/>
                    <a:pt x="140028" y="1277"/>
                    <a:pt x="138750" y="3830"/>
                  </a:cubicBezTo>
                  <a:cubicBezTo>
                    <a:pt x="134277" y="12768"/>
                    <a:pt x="128526" y="16598"/>
                    <a:pt x="120219" y="16598"/>
                  </a:cubicBezTo>
                  <a:cubicBezTo>
                    <a:pt x="111912" y="16598"/>
                    <a:pt x="106162" y="12768"/>
                    <a:pt x="101688" y="3830"/>
                  </a:cubicBezTo>
                  <a:cubicBezTo>
                    <a:pt x="100410" y="1915"/>
                    <a:pt x="98493" y="0"/>
                    <a:pt x="95938" y="0"/>
                  </a:cubicBezTo>
                  <a:lnTo>
                    <a:pt x="63349" y="0"/>
                  </a:lnTo>
                  <a:cubicBezTo>
                    <a:pt x="61432" y="0"/>
                    <a:pt x="60154" y="638"/>
                    <a:pt x="58876" y="1915"/>
                  </a:cubicBezTo>
                  <a:lnTo>
                    <a:pt x="2005" y="58733"/>
                  </a:lnTo>
                  <a:cubicBezTo>
                    <a:pt x="-551" y="61286"/>
                    <a:pt x="-551" y="64478"/>
                    <a:pt x="1366" y="67032"/>
                  </a:cubicBezTo>
                  <a:lnTo>
                    <a:pt x="33955" y="107889"/>
                  </a:lnTo>
                  <a:cubicBezTo>
                    <a:pt x="35233" y="109166"/>
                    <a:pt x="36511" y="110443"/>
                    <a:pt x="38428" y="110443"/>
                  </a:cubicBezTo>
                  <a:cubicBezTo>
                    <a:pt x="40345" y="110443"/>
                    <a:pt x="42262" y="109805"/>
                    <a:pt x="43540" y="108528"/>
                  </a:cubicBezTo>
                  <a:lnTo>
                    <a:pt x="56959" y="95121"/>
                  </a:lnTo>
                  <a:lnTo>
                    <a:pt x="56959" y="193435"/>
                  </a:lnTo>
                  <a:cubicBezTo>
                    <a:pt x="56959" y="197265"/>
                    <a:pt x="59515" y="199819"/>
                    <a:pt x="63349" y="199819"/>
                  </a:cubicBezTo>
                  <a:lnTo>
                    <a:pt x="177090" y="199819"/>
                  </a:lnTo>
                  <a:cubicBezTo>
                    <a:pt x="180924" y="199819"/>
                    <a:pt x="183480" y="197265"/>
                    <a:pt x="183480" y="193435"/>
                  </a:cubicBezTo>
                  <a:lnTo>
                    <a:pt x="183480" y="95121"/>
                  </a:lnTo>
                  <a:lnTo>
                    <a:pt x="196898" y="108528"/>
                  </a:lnTo>
                  <a:cubicBezTo>
                    <a:pt x="198177" y="109805"/>
                    <a:pt x="200093" y="110443"/>
                    <a:pt x="202011" y="110443"/>
                  </a:cubicBezTo>
                  <a:cubicBezTo>
                    <a:pt x="203927" y="110443"/>
                    <a:pt x="205206" y="109166"/>
                    <a:pt x="206483" y="107889"/>
                  </a:cubicBezTo>
                  <a:lnTo>
                    <a:pt x="239072" y="67032"/>
                  </a:lnTo>
                  <a:cubicBezTo>
                    <a:pt x="240989" y="64478"/>
                    <a:pt x="240989" y="61286"/>
                    <a:pt x="238433" y="58733"/>
                  </a:cubicBezTo>
                  <a:close/>
                  <a:moveTo>
                    <a:pt x="200732" y="94483"/>
                  </a:moveTo>
                  <a:lnTo>
                    <a:pt x="181563" y="75331"/>
                  </a:lnTo>
                  <a:cubicBezTo>
                    <a:pt x="179646" y="73416"/>
                    <a:pt x="177090" y="72777"/>
                    <a:pt x="174534" y="74054"/>
                  </a:cubicBezTo>
                  <a:cubicBezTo>
                    <a:pt x="171978" y="75331"/>
                    <a:pt x="170700" y="77246"/>
                    <a:pt x="170700" y="79800"/>
                  </a:cubicBezTo>
                  <a:lnTo>
                    <a:pt x="170700" y="187051"/>
                  </a:lnTo>
                  <a:lnTo>
                    <a:pt x="69739" y="187051"/>
                  </a:lnTo>
                  <a:lnTo>
                    <a:pt x="69739" y="79800"/>
                  </a:lnTo>
                  <a:cubicBezTo>
                    <a:pt x="69739" y="77246"/>
                    <a:pt x="68461" y="74693"/>
                    <a:pt x="65905" y="74054"/>
                  </a:cubicBezTo>
                  <a:cubicBezTo>
                    <a:pt x="63349" y="72777"/>
                    <a:pt x="60793" y="73416"/>
                    <a:pt x="58876" y="75331"/>
                  </a:cubicBezTo>
                  <a:lnTo>
                    <a:pt x="39706" y="94483"/>
                  </a:lnTo>
                  <a:lnTo>
                    <a:pt x="15424" y="63840"/>
                  </a:lnTo>
                  <a:lnTo>
                    <a:pt x="66544" y="12768"/>
                  </a:lnTo>
                  <a:lnTo>
                    <a:pt x="92743" y="12768"/>
                  </a:lnTo>
                  <a:cubicBezTo>
                    <a:pt x="99133" y="23621"/>
                    <a:pt x="108717" y="28728"/>
                    <a:pt x="120858" y="28728"/>
                  </a:cubicBezTo>
                  <a:cubicBezTo>
                    <a:pt x="132999" y="28728"/>
                    <a:pt x="142584" y="22982"/>
                    <a:pt x="148974" y="12768"/>
                  </a:cubicBezTo>
                  <a:lnTo>
                    <a:pt x="175173" y="12768"/>
                  </a:lnTo>
                  <a:lnTo>
                    <a:pt x="226292" y="63840"/>
                  </a:lnTo>
                  <a:lnTo>
                    <a:pt x="200732" y="94483"/>
                  </a:lnTo>
                  <a:close/>
                </a:path>
              </a:pathLst>
            </a:custGeom>
            <a:solidFill>
              <a:srgbClr val="26890D"/>
            </a:solidFill>
            <a:ln w="6390" cap="flat">
              <a:noFill/>
              <a:prstDash val="solid"/>
              <a:miter/>
            </a:ln>
          </p:spPr>
          <p:txBody>
            <a:bodyPr rtlCol="0" anchor="ctr"/>
            <a:lstStyle/>
            <a:p>
              <a:endParaRPr lang="en-US"/>
            </a:p>
          </p:txBody>
        </p:sp>
      </p:grpSp>
      <p:grpSp>
        <p:nvGrpSpPr>
          <p:cNvPr id="1068" name="Graphic 1039">
            <a:extLst>
              <a:ext uri="{FF2B5EF4-FFF2-40B4-BE49-F238E27FC236}">
                <a16:creationId xmlns:a16="http://schemas.microsoft.com/office/drawing/2014/main" id="{A3E2D5AC-F33A-9D4B-8D33-9E6E65A2838B}"/>
              </a:ext>
            </a:extLst>
          </p:cNvPr>
          <p:cNvGrpSpPr/>
          <p:nvPr/>
        </p:nvGrpSpPr>
        <p:grpSpPr>
          <a:xfrm>
            <a:off x="467743" y="4308712"/>
            <a:ext cx="361670" cy="361971"/>
            <a:chOff x="467743" y="4308712"/>
            <a:chExt cx="361670" cy="361971"/>
          </a:xfrm>
          <a:solidFill>
            <a:srgbClr val="26890D"/>
          </a:solidFill>
        </p:grpSpPr>
        <p:sp>
          <p:nvSpPr>
            <p:cNvPr id="1069" name="Graphic 1039">
              <a:extLst>
                <a:ext uri="{FF2B5EF4-FFF2-40B4-BE49-F238E27FC236}">
                  <a16:creationId xmlns:a16="http://schemas.microsoft.com/office/drawing/2014/main" id="{7B2CB184-F90E-C94C-BD4C-86DA1E72F230}"/>
                </a:ext>
              </a:extLst>
            </p:cNvPr>
            <p:cNvSpPr/>
            <p:nvPr/>
          </p:nvSpPr>
          <p:spPr>
            <a:xfrm>
              <a:off x="467743" y="4308712"/>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180835 w 361670"/>
                <a:gd name="connsiteY4" fmla="*/ 0 h 361971"/>
                <a:gd name="connsiteX5" fmla="*/ 180835 w 361670"/>
                <a:gd name="connsiteY5" fmla="*/ 349204 h 361971"/>
                <a:gd name="connsiteX6" fmla="*/ 12780 w 361670"/>
                <a:gd name="connsiteY6" fmla="*/ 181305 h 361971"/>
                <a:gd name="connsiteX7" fmla="*/ 180835 w 361670"/>
                <a:gd name="connsiteY7" fmla="*/ 13407 h 361971"/>
                <a:gd name="connsiteX8" fmla="*/ 348891 w 361670"/>
                <a:gd name="connsiteY8" fmla="*/ 181305 h 361971"/>
                <a:gd name="connsiteX9" fmla="*/ 180835 w 361670"/>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971">
                  <a:moveTo>
                    <a:pt x="180835" y="0"/>
                  </a:moveTo>
                  <a:cubicBezTo>
                    <a:pt x="80513" y="0"/>
                    <a:pt x="0" y="81077"/>
                    <a:pt x="0" y="180667"/>
                  </a:cubicBezTo>
                  <a:cubicBezTo>
                    <a:pt x="0" y="280257"/>
                    <a:pt x="80513" y="361972"/>
                    <a:pt x="180835" y="361972"/>
                  </a:cubicBezTo>
                  <a:cubicBezTo>
                    <a:pt x="281157" y="361972"/>
                    <a:pt x="361670" y="280895"/>
                    <a:pt x="361670" y="181305"/>
                  </a:cubicBezTo>
                  <a:cubicBezTo>
                    <a:pt x="361670" y="81715"/>
                    <a:pt x="280518" y="0"/>
                    <a:pt x="180835" y="0"/>
                  </a:cubicBezTo>
                  <a:close/>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873"/>
                    <a:pt x="273489" y="349204"/>
                    <a:pt x="180835" y="349204"/>
                  </a:cubicBezTo>
                  <a:close/>
                </a:path>
              </a:pathLst>
            </a:custGeom>
            <a:solidFill>
              <a:srgbClr val="26890D"/>
            </a:solidFill>
            <a:ln w="6390" cap="flat">
              <a:noFill/>
              <a:prstDash val="solid"/>
              <a:miter/>
            </a:ln>
          </p:spPr>
          <p:txBody>
            <a:bodyPr rtlCol="0" anchor="ctr"/>
            <a:lstStyle/>
            <a:p>
              <a:endParaRPr lang="en-US"/>
            </a:p>
          </p:txBody>
        </p:sp>
        <p:sp>
          <p:nvSpPr>
            <p:cNvPr id="1070" name="Graphic 1039">
              <a:extLst>
                <a:ext uri="{FF2B5EF4-FFF2-40B4-BE49-F238E27FC236}">
                  <a16:creationId xmlns:a16="http://schemas.microsoft.com/office/drawing/2014/main" id="{1B137010-2DA6-404E-9D7B-3B6E698EF8E1}"/>
                </a:ext>
              </a:extLst>
            </p:cNvPr>
            <p:cNvSpPr/>
            <p:nvPr/>
          </p:nvSpPr>
          <p:spPr>
            <a:xfrm>
              <a:off x="529850" y="4393619"/>
              <a:ext cx="237181" cy="165983"/>
            </a:xfrm>
            <a:custGeom>
              <a:avLst/>
              <a:gdLst>
                <a:gd name="connsiteX0" fmla="*/ 125118 w 237181"/>
                <a:gd name="connsiteY0" fmla="*/ 67670 h 165983"/>
                <a:gd name="connsiteX1" fmla="*/ 125118 w 237181"/>
                <a:gd name="connsiteY1" fmla="*/ 60648 h 165983"/>
                <a:gd name="connsiteX2" fmla="*/ 149400 w 237181"/>
                <a:gd name="connsiteY2" fmla="*/ 30643 h 165983"/>
                <a:gd name="connsiteX3" fmla="*/ 118728 w 237181"/>
                <a:gd name="connsiteY3" fmla="*/ 0 h 165983"/>
                <a:gd name="connsiteX4" fmla="*/ 95724 w 237181"/>
                <a:gd name="connsiteY4" fmla="*/ 10215 h 165983"/>
                <a:gd name="connsiteX5" fmla="*/ 88057 w 237181"/>
                <a:gd name="connsiteY5" fmla="*/ 30643 h 165983"/>
                <a:gd name="connsiteX6" fmla="*/ 94446 w 237181"/>
                <a:gd name="connsiteY6" fmla="*/ 37027 h 165983"/>
                <a:gd name="connsiteX7" fmla="*/ 100836 w 237181"/>
                <a:gd name="connsiteY7" fmla="*/ 30643 h 165983"/>
                <a:gd name="connsiteX8" fmla="*/ 105309 w 237181"/>
                <a:gd name="connsiteY8" fmla="*/ 19152 h 165983"/>
                <a:gd name="connsiteX9" fmla="*/ 118728 w 237181"/>
                <a:gd name="connsiteY9" fmla="*/ 13407 h 165983"/>
                <a:gd name="connsiteX10" fmla="*/ 136620 w 237181"/>
                <a:gd name="connsiteY10" fmla="*/ 31282 h 165983"/>
                <a:gd name="connsiteX11" fmla="*/ 118728 w 237181"/>
                <a:gd name="connsiteY11" fmla="*/ 49157 h 165983"/>
                <a:gd name="connsiteX12" fmla="*/ 112338 w 237181"/>
                <a:gd name="connsiteY12" fmla="*/ 55541 h 165983"/>
                <a:gd name="connsiteX13" fmla="*/ 112338 w 237181"/>
                <a:gd name="connsiteY13" fmla="*/ 68309 h 165983"/>
                <a:gd name="connsiteX14" fmla="*/ 2431 w 237181"/>
                <a:gd name="connsiteY14" fmla="*/ 154492 h 165983"/>
                <a:gd name="connsiteX15" fmla="*/ 514 w 237181"/>
                <a:gd name="connsiteY15" fmla="*/ 161515 h 165983"/>
                <a:gd name="connsiteX16" fmla="*/ 6265 w 237181"/>
                <a:gd name="connsiteY16" fmla="*/ 165984 h 165983"/>
                <a:gd name="connsiteX17" fmla="*/ 231191 w 237181"/>
                <a:gd name="connsiteY17" fmla="*/ 165984 h 165983"/>
                <a:gd name="connsiteX18" fmla="*/ 236942 w 237181"/>
                <a:gd name="connsiteY18" fmla="*/ 161515 h 165983"/>
                <a:gd name="connsiteX19" fmla="*/ 235025 w 237181"/>
                <a:gd name="connsiteY19" fmla="*/ 154492 h 165983"/>
                <a:gd name="connsiteX20" fmla="*/ 125118 w 237181"/>
                <a:gd name="connsiteY20" fmla="*/ 67670 h 165983"/>
                <a:gd name="connsiteX21" fmla="*/ 24796 w 237181"/>
                <a:gd name="connsiteY21" fmla="*/ 153216 h 165983"/>
                <a:gd name="connsiteX22" fmla="*/ 118728 w 237181"/>
                <a:gd name="connsiteY22" fmla="*/ 79800 h 165983"/>
                <a:gd name="connsiteX23" fmla="*/ 212660 w 237181"/>
                <a:gd name="connsiteY23" fmla="*/ 153216 h 165983"/>
                <a:gd name="connsiteX24" fmla="*/ 24796 w 237181"/>
                <a:gd name="connsiteY24" fmla="*/ 153216 h 165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7181" h="165983">
                  <a:moveTo>
                    <a:pt x="125118" y="67670"/>
                  </a:moveTo>
                  <a:lnTo>
                    <a:pt x="125118" y="60648"/>
                  </a:lnTo>
                  <a:cubicBezTo>
                    <a:pt x="139176" y="57456"/>
                    <a:pt x="149400" y="45327"/>
                    <a:pt x="149400" y="30643"/>
                  </a:cubicBezTo>
                  <a:cubicBezTo>
                    <a:pt x="149400" y="14045"/>
                    <a:pt x="135981" y="0"/>
                    <a:pt x="118728" y="0"/>
                  </a:cubicBezTo>
                  <a:cubicBezTo>
                    <a:pt x="109782" y="0"/>
                    <a:pt x="101475" y="3831"/>
                    <a:pt x="95724" y="10215"/>
                  </a:cubicBezTo>
                  <a:cubicBezTo>
                    <a:pt x="90613" y="15960"/>
                    <a:pt x="88057" y="22983"/>
                    <a:pt x="88057" y="30643"/>
                  </a:cubicBezTo>
                  <a:cubicBezTo>
                    <a:pt x="88057" y="34474"/>
                    <a:pt x="90613" y="37027"/>
                    <a:pt x="94446" y="37027"/>
                  </a:cubicBezTo>
                  <a:cubicBezTo>
                    <a:pt x="98280" y="37027"/>
                    <a:pt x="100836" y="34474"/>
                    <a:pt x="100836" y="30643"/>
                  </a:cubicBezTo>
                  <a:cubicBezTo>
                    <a:pt x="100836" y="26175"/>
                    <a:pt x="102753" y="22344"/>
                    <a:pt x="105309" y="19152"/>
                  </a:cubicBezTo>
                  <a:cubicBezTo>
                    <a:pt x="108504" y="15322"/>
                    <a:pt x="113616" y="13407"/>
                    <a:pt x="118728" y="13407"/>
                  </a:cubicBezTo>
                  <a:cubicBezTo>
                    <a:pt x="128313" y="13407"/>
                    <a:pt x="136620" y="21067"/>
                    <a:pt x="136620" y="31282"/>
                  </a:cubicBezTo>
                  <a:cubicBezTo>
                    <a:pt x="136620" y="41496"/>
                    <a:pt x="128952" y="49157"/>
                    <a:pt x="118728" y="49157"/>
                  </a:cubicBezTo>
                  <a:cubicBezTo>
                    <a:pt x="114894" y="49157"/>
                    <a:pt x="112338" y="51710"/>
                    <a:pt x="112338" y="55541"/>
                  </a:cubicBezTo>
                  <a:lnTo>
                    <a:pt x="112338" y="68309"/>
                  </a:lnTo>
                  <a:lnTo>
                    <a:pt x="2431" y="154492"/>
                  </a:lnTo>
                  <a:cubicBezTo>
                    <a:pt x="514" y="156408"/>
                    <a:pt x="-764" y="158961"/>
                    <a:pt x="514" y="161515"/>
                  </a:cubicBezTo>
                  <a:cubicBezTo>
                    <a:pt x="1153" y="164068"/>
                    <a:pt x="3709" y="165984"/>
                    <a:pt x="6265" y="165984"/>
                  </a:cubicBezTo>
                  <a:lnTo>
                    <a:pt x="231191" y="165984"/>
                  </a:lnTo>
                  <a:cubicBezTo>
                    <a:pt x="233747" y="165984"/>
                    <a:pt x="236303" y="164068"/>
                    <a:pt x="236942" y="161515"/>
                  </a:cubicBezTo>
                  <a:cubicBezTo>
                    <a:pt x="237581" y="158961"/>
                    <a:pt x="236942" y="156408"/>
                    <a:pt x="235025" y="154492"/>
                  </a:cubicBezTo>
                  <a:lnTo>
                    <a:pt x="125118" y="67670"/>
                  </a:lnTo>
                  <a:close/>
                  <a:moveTo>
                    <a:pt x="24796" y="153216"/>
                  </a:moveTo>
                  <a:lnTo>
                    <a:pt x="118728" y="79800"/>
                  </a:lnTo>
                  <a:lnTo>
                    <a:pt x="212660" y="153216"/>
                  </a:lnTo>
                  <a:lnTo>
                    <a:pt x="24796" y="153216"/>
                  </a:lnTo>
                  <a:close/>
                </a:path>
              </a:pathLst>
            </a:custGeom>
            <a:solidFill>
              <a:srgbClr val="26890D"/>
            </a:solidFill>
            <a:ln w="6390" cap="flat">
              <a:noFill/>
              <a:prstDash val="solid"/>
              <a:miter/>
            </a:ln>
          </p:spPr>
          <p:txBody>
            <a:bodyPr rtlCol="0" anchor="ctr"/>
            <a:lstStyle/>
            <a:p>
              <a:endParaRPr lang="en-US"/>
            </a:p>
          </p:txBody>
        </p:sp>
      </p:grpSp>
      <p:grpSp>
        <p:nvGrpSpPr>
          <p:cNvPr id="1071" name="Graphic 1039">
            <a:extLst>
              <a:ext uri="{FF2B5EF4-FFF2-40B4-BE49-F238E27FC236}">
                <a16:creationId xmlns:a16="http://schemas.microsoft.com/office/drawing/2014/main" id="{4A41AA68-1B5C-0F44-8FB5-D2E14C400530}"/>
              </a:ext>
            </a:extLst>
          </p:cNvPr>
          <p:cNvGrpSpPr/>
          <p:nvPr/>
        </p:nvGrpSpPr>
        <p:grpSpPr>
          <a:xfrm>
            <a:off x="5708769" y="3824168"/>
            <a:ext cx="361670" cy="361333"/>
            <a:chOff x="5708769" y="3824168"/>
            <a:chExt cx="361670" cy="361333"/>
          </a:xfrm>
          <a:solidFill>
            <a:srgbClr val="43B02A"/>
          </a:solidFill>
        </p:grpSpPr>
        <p:sp>
          <p:nvSpPr>
            <p:cNvPr id="1072" name="Graphic 1039">
              <a:extLst>
                <a:ext uri="{FF2B5EF4-FFF2-40B4-BE49-F238E27FC236}">
                  <a16:creationId xmlns:a16="http://schemas.microsoft.com/office/drawing/2014/main" id="{80CF2579-8D44-2A48-A1CD-16FA90E28FAE}"/>
                </a:ext>
              </a:extLst>
            </p:cNvPr>
            <p:cNvSpPr/>
            <p:nvPr/>
          </p:nvSpPr>
          <p:spPr>
            <a:xfrm>
              <a:off x="5708769"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43B02A"/>
            </a:solidFill>
            <a:ln w="6390" cap="flat">
              <a:noFill/>
              <a:prstDash val="solid"/>
              <a:miter/>
            </a:ln>
          </p:spPr>
          <p:txBody>
            <a:bodyPr rtlCol="0" anchor="ctr"/>
            <a:lstStyle/>
            <a:p>
              <a:endParaRPr lang="en-US"/>
            </a:p>
          </p:txBody>
        </p:sp>
        <p:sp>
          <p:nvSpPr>
            <p:cNvPr id="1073" name="Graphic 1039">
              <a:extLst>
                <a:ext uri="{FF2B5EF4-FFF2-40B4-BE49-F238E27FC236}">
                  <a16:creationId xmlns:a16="http://schemas.microsoft.com/office/drawing/2014/main" id="{CF963E16-A4EA-4F4E-A4C0-0E8392726F58}"/>
                </a:ext>
              </a:extLst>
            </p:cNvPr>
            <p:cNvSpPr/>
            <p:nvPr/>
          </p:nvSpPr>
          <p:spPr>
            <a:xfrm>
              <a:off x="5777781" y="3923758"/>
              <a:ext cx="223008" cy="162791"/>
            </a:xfrm>
            <a:custGeom>
              <a:avLst/>
              <a:gdLst>
                <a:gd name="connsiteX0" fmla="*/ 216619 w 223008"/>
                <a:gd name="connsiteY0" fmla="*/ 0 h 162791"/>
                <a:gd name="connsiteX1" fmla="*/ 6390 w 223008"/>
                <a:gd name="connsiteY1" fmla="*/ 0 h 162791"/>
                <a:gd name="connsiteX2" fmla="*/ 0 w 223008"/>
                <a:gd name="connsiteY2" fmla="*/ 6384 h 162791"/>
                <a:gd name="connsiteX3" fmla="*/ 0 w 223008"/>
                <a:gd name="connsiteY3" fmla="*/ 156408 h 162791"/>
                <a:gd name="connsiteX4" fmla="*/ 6390 w 223008"/>
                <a:gd name="connsiteY4" fmla="*/ 162792 h 162791"/>
                <a:gd name="connsiteX5" fmla="*/ 216619 w 223008"/>
                <a:gd name="connsiteY5" fmla="*/ 162792 h 162791"/>
                <a:gd name="connsiteX6" fmla="*/ 223009 w 223008"/>
                <a:gd name="connsiteY6" fmla="*/ 156408 h 162791"/>
                <a:gd name="connsiteX7" fmla="*/ 223009 w 223008"/>
                <a:gd name="connsiteY7" fmla="*/ 6384 h 162791"/>
                <a:gd name="connsiteX8" fmla="*/ 216619 w 223008"/>
                <a:gd name="connsiteY8" fmla="*/ 0 h 162791"/>
                <a:gd name="connsiteX9" fmla="*/ 210229 w 223008"/>
                <a:gd name="connsiteY9" fmla="*/ 12768 h 162791"/>
                <a:gd name="connsiteX10" fmla="*/ 210229 w 223008"/>
                <a:gd name="connsiteY10" fmla="*/ 36389 h 162791"/>
                <a:gd name="connsiteX11" fmla="*/ 12780 w 223008"/>
                <a:gd name="connsiteY11" fmla="*/ 36389 h 162791"/>
                <a:gd name="connsiteX12" fmla="*/ 12780 w 223008"/>
                <a:gd name="connsiteY12" fmla="*/ 12768 h 162791"/>
                <a:gd name="connsiteX13" fmla="*/ 210229 w 223008"/>
                <a:gd name="connsiteY13" fmla="*/ 12768 h 162791"/>
                <a:gd name="connsiteX14" fmla="*/ 13419 w 223008"/>
                <a:gd name="connsiteY14" fmla="*/ 150024 h 162791"/>
                <a:gd name="connsiteX15" fmla="*/ 13419 w 223008"/>
                <a:gd name="connsiteY15" fmla="*/ 58094 h 162791"/>
                <a:gd name="connsiteX16" fmla="*/ 210868 w 223008"/>
                <a:gd name="connsiteY16" fmla="*/ 58094 h 162791"/>
                <a:gd name="connsiteX17" fmla="*/ 210868 w 223008"/>
                <a:gd name="connsiteY17" fmla="*/ 150024 h 162791"/>
                <a:gd name="connsiteX18" fmla="*/ 13419 w 223008"/>
                <a:gd name="connsiteY18" fmla="*/ 150024 h 16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3008" h="162791">
                  <a:moveTo>
                    <a:pt x="216619" y="0"/>
                  </a:moveTo>
                  <a:lnTo>
                    <a:pt x="6390" y="0"/>
                  </a:lnTo>
                  <a:cubicBezTo>
                    <a:pt x="2556" y="0"/>
                    <a:pt x="0" y="2554"/>
                    <a:pt x="0" y="6384"/>
                  </a:cubicBezTo>
                  <a:lnTo>
                    <a:pt x="0" y="156408"/>
                  </a:lnTo>
                  <a:cubicBezTo>
                    <a:pt x="0" y="160238"/>
                    <a:pt x="2556" y="162792"/>
                    <a:pt x="6390" y="162792"/>
                  </a:cubicBezTo>
                  <a:lnTo>
                    <a:pt x="216619" y="162792"/>
                  </a:lnTo>
                  <a:cubicBezTo>
                    <a:pt x="220453" y="162792"/>
                    <a:pt x="223009" y="160238"/>
                    <a:pt x="223009" y="156408"/>
                  </a:cubicBezTo>
                  <a:lnTo>
                    <a:pt x="223009" y="6384"/>
                  </a:lnTo>
                  <a:cubicBezTo>
                    <a:pt x="223009" y="3192"/>
                    <a:pt x="220453" y="0"/>
                    <a:pt x="216619" y="0"/>
                  </a:cubicBezTo>
                  <a:close/>
                  <a:moveTo>
                    <a:pt x="210229" y="12768"/>
                  </a:moveTo>
                  <a:lnTo>
                    <a:pt x="210229" y="36389"/>
                  </a:lnTo>
                  <a:lnTo>
                    <a:pt x="12780" y="36389"/>
                  </a:lnTo>
                  <a:lnTo>
                    <a:pt x="12780" y="12768"/>
                  </a:lnTo>
                  <a:lnTo>
                    <a:pt x="210229" y="12768"/>
                  </a:lnTo>
                  <a:close/>
                  <a:moveTo>
                    <a:pt x="13419" y="150024"/>
                  </a:moveTo>
                  <a:lnTo>
                    <a:pt x="13419" y="58094"/>
                  </a:lnTo>
                  <a:lnTo>
                    <a:pt x="210868" y="58094"/>
                  </a:lnTo>
                  <a:lnTo>
                    <a:pt x="210868" y="150024"/>
                  </a:lnTo>
                  <a:lnTo>
                    <a:pt x="13419" y="150024"/>
                  </a:lnTo>
                  <a:close/>
                </a:path>
              </a:pathLst>
            </a:custGeom>
            <a:solidFill>
              <a:srgbClr val="43B02A"/>
            </a:solidFill>
            <a:ln w="6390" cap="flat">
              <a:noFill/>
              <a:prstDash val="solid"/>
              <a:miter/>
            </a:ln>
          </p:spPr>
          <p:txBody>
            <a:bodyPr rtlCol="0" anchor="ctr"/>
            <a:lstStyle/>
            <a:p>
              <a:endParaRPr lang="en-US"/>
            </a:p>
          </p:txBody>
        </p:sp>
        <p:sp>
          <p:nvSpPr>
            <p:cNvPr id="1074" name="Graphic 1039">
              <a:extLst>
                <a:ext uri="{FF2B5EF4-FFF2-40B4-BE49-F238E27FC236}">
                  <a16:creationId xmlns:a16="http://schemas.microsoft.com/office/drawing/2014/main" id="{AD9DC5C3-4DE1-9947-9EC7-3CB2BCD75741}"/>
                </a:ext>
              </a:extLst>
            </p:cNvPr>
            <p:cNvSpPr/>
            <p:nvPr/>
          </p:nvSpPr>
          <p:spPr>
            <a:xfrm>
              <a:off x="5808452" y="4043776"/>
              <a:ext cx="87542" cy="12767"/>
            </a:xfrm>
            <a:custGeom>
              <a:avLst/>
              <a:gdLst>
                <a:gd name="connsiteX0" fmla="*/ 81152 w 87542"/>
                <a:gd name="connsiteY0" fmla="*/ 0 h 12767"/>
                <a:gd name="connsiteX1" fmla="*/ 6390 w 87542"/>
                <a:gd name="connsiteY1" fmla="*/ 0 h 12767"/>
                <a:gd name="connsiteX2" fmla="*/ 0 w 87542"/>
                <a:gd name="connsiteY2" fmla="*/ 6384 h 12767"/>
                <a:gd name="connsiteX3" fmla="*/ 6390 w 87542"/>
                <a:gd name="connsiteY3" fmla="*/ 12768 h 12767"/>
                <a:gd name="connsiteX4" fmla="*/ 81152 w 87542"/>
                <a:gd name="connsiteY4" fmla="*/ 12768 h 12767"/>
                <a:gd name="connsiteX5" fmla="*/ 87542 w 87542"/>
                <a:gd name="connsiteY5" fmla="*/ 6384 h 12767"/>
                <a:gd name="connsiteX6" fmla="*/ 81152 w 8754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542" h="12767">
                  <a:moveTo>
                    <a:pt x="81152" y="0"/>
                  </a:moveTo>
                  <a:lnTo>
                    <a:pt x="6390" y="0"/>
                  </a:lnTo>
                  <a:cubicBezTo>
                    <a:pt x="2556" y="0"/>
                    <a:pt x="0" y="2554"/>
                    <a:pt x="0" y="6384"/>
                  </a:cubicBezTo>
                  <a:cubicBezTo>
                    <a:pt x="0" y="10215"/>
                    <a:pt x="2556" y="12768"/>
                    <a:pt x="6390" y="12768"/>
                  </a:cubicBezTo>
                  <a:lnTo>
                    <a:pt x="81152" y="12768"/>
                  </a:lnTo>
                  <a:cubicBezTo>
                    <a:pt x="84986" y="12768"/>
                    <a:pt x="87542" y="10215"/>
                    <a:pt x="87542" y="6384"/>
                  </a:cubicBezTo>
                  <a:cubicBezTo>
                    <a:pt x="87542" y="2554"/>
                    <a:pt x="84986" y="0"/>
                    <a:pt x="81152" y="0"/>
                  </a:cubicBezTo>
                  <a:close/>
                </a:path>
              </a:pathLst>
            </a:custGeom>
            <a:solidFill>
              <a:srgbClr val="43B02A"/>
            </a:solidFill>
            <a:ln w="6390" cap="flat">
              <a:noFill/>
              <a:prstDash val="solid"/>
              <a:miter/>
            </a:ln>
          </p:spPr>
          <p:txBody>
            <a:bodyPr rtlCol="0" anchor="ctr"/>
            <a:lstStyle/>
            <a:p>
              <a:endParaRPr lang="en-US"/>
            </a:p>
          </p:txBody>
        </p:sp>
      </p:grpSp>
      <p:grpSp>
        <p:nvGrpSpPr>
          <p:cNvPr id="1075" name="Graphic 1039">
            <a:extLst>
              <a:ext uri="{FF2B5EF4-FFF2-40B4-BE49-F238E27FC236}">
                <a16:creationId xmlns:a16="http://schemas.microsoft.com/office/drawing/2014/main" id="{3F0E4A06-C6B8-DD4C-A653-BC3B992A8468}"/>
              </a:ext>
            </a:extLst>
          </p:cNvPr>
          <p:cNvGrpSpPr/>
          <p:nvPr/>
        </p:nvGrpSpPr>
        <p:grpSpPr>
          <a:xfrm>
            <a:off x="2561086" y="3339623"/>
            <a:ext cx="361670" cy="361333"/>
            <a:chOff x="2561086" y="3339623"/>
            <a:chExt cx="361670" cy="361333"/>
          </a:xfrm>
          <a:solidFill>
            <a:srgbClr val="26890D"/>
          </a:solidFill>
        </p:grpSpPr>
        <p:sp>
          <p:nvSpPr>
            <p:cNvPr id="1076" name="Graphic 1039">
              <a:extLst>
                <a:ext uri="{FF2B5EF4-FFF2-40B4-BE49-F238E27FC236}">
                  <a16:creationId xmlns:a16="http://schemas.microsoft.com/office/drawing/2014/main" id="{22D9106B-BA24-A448-9396-D3FD76141C8E}"/>
                </a:ext>
              </a:extLst>
            </p:cNvPr>
            <p:cNvSpPr/>
            <p:nvPr/>
          </p:nvSpPr>
          <p:spPr>
            <a:xfrm>
              <a:off x="2561086"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26890D"/>
            </a:solidFill>
            <a:ln w="6390" cap="flat">
              <a:noFill/>
              <a:prstDash val="solid"/>
              <a:miter/>
            </a:ln>
          </p:spPr>
          <p:txBody>
            <a:bodyPr rtlCol="0" anchor="ctr"/>
            <a:lstStyle/>
            <a:p>
              <a:endParaRPr lang="en-US"/>
            </a:p>
          </p:txBody>
        </p:sp>
        <p:sp>
          <p:nvSpPr>
            <p:cNvPr id="1077" name="Graphic 1039">
              <a:extLst>
                <a:ext uri="{FF2B5EF4-FFF2-40B4-BE49-F238E27FC236}">
                  <a16:creationId xmlns:a16="http://schemas.microsoft.com/office/drawing/2014/main" id="{BCF063D7-C33D-DD4B-A69D-8E8BF3AE9B06}"/>
                </a:ext>
              </a:extLst>
            </p:cNvPr>
            <p:cNvSpPr/>
            <p:nvPr/>
          </p:nvSpPr>
          <p:spPr>
            <a:xfrm>
              <a:off x="2614097" y="3427722"/>
              <a:ext cx="254545" cy="210671"/>
            </a:xfrm>
            <a:custGeom>
              <a:avLst/>
              <a:gdLst>
                <a:gd name="connsiteX0" fmla="*/ 253706 w 254545"/>
                <a:gd name="connsiteY0" fmla="*/ 72778 h 210671"/>
                <a:gd name="connsiteX1" fmla="*/ 219201 w 254545"/>
                <a:gd name="connsiteY1" fmla="*/ 3831 h 210671"/>
                <a:gd name="connsiteX2" fmla="*/ 213450 w 254545"/>
                <a:gd name="connsiteY2" fmla="*/ 0 h 210671"/>
                <a:gd name="connsiteX3" fmla="*/ 40921 w 254545"/>
                <a:gd name="connsiteY3" fmla="*/ 0 h 210671"/>
                <a:gd name="connsiteX4" fmla="*/ 35171 w 254545"/>
                <a:gd name="connsiteY4" fmla="*/ 3831 h 210671"/>
                <a:gd name="connsiteX5" fmla="*/ 665 w 254545"/>
                <a:gd name="connsiteY5" fmla="*/ 72778 h 210671"/>
                <a:gd name="connsiteX6" fmla="*/ 1943 w 254545"/>
                <a:gd name="connsiteY6" fmla="*/ 79800 h 210671"/>
                <a:gd name="connsiteX7" fmla="*/ 122713 w 254545"/>
                <a:gd name="connsiteY7" fmla="*/ 208756 h 210671"/>
                <a:gd name="connsiteX8" fmla="*/ 122713 w 254545"/>
                <a:gd name="connsiteY8" fmla="*/ 208756 h 210671"/>
                <a:gd name="connsiteX9" fmla="*/ 123991 w 254545"/>
                <a:gd name="connsiteY9" fmla="*/ 210033 h 210671"/>
                <a:gd name="connsiteX10" fmla="*/ 124630 w 254545"/>
                <a:gd name="connsiteY10" fmla="*/ 210033 h 210671"/>
                <a:gd name="connsiteX11" fmla="*/ 127186 w 254545"/>
                <a:gd name="connsiteY11" fmla="*/ 210671 h 210671"/>
                <a:gd name="connsiteX12" fmla="*/ 129742 w 254545"/>
                <a:gd name="connsiteY12" fmla="*/ 210033 h 210671"/>
                <a:gd name="connsiteX13" fmla="*/ 130381 w 254545"/>
                <a:gd name="connsiteY13" fmla="*/ 210033 h 210671"/>
                <a:gd name="connsiteX14" fmla="*/ 131659 w 254545"/>
                <a:gd name="connsiteY14" fmla="*/ 208756 h 210671"/>
                <a:gd name="connsiteX15" fmla="*/ 131659 w 254545"/>
                <a:gd name="connsiteY15" fmla="*/ 208756 h 210671"/>
                <a:gd name="connsiteX16" fmla="*/ 252428 w 254545"/>
                <a:gd name="connsiteY16" fmla="*/ 79800 h 210671"/>
                <a:gd name="connsiteX17" fmla="*/ 253706 w 254545"/>
                <a:gd name="connsiteY17" fmla="*/ 72778 h 210671"/>
                <a:gd name="connsiteX18" fmla="*/ 173832 w 254545"/>
                <a:gd name="connsiteY18" fmla="*/ 82354 h 210671"/>
                <a:gd name="connsiteX19" fmla="*/ 127186 w 254545"/>
                <a:gd name="connsiteY19" fmla="*/ 188966 h 210671"/>
                <a:gd name="connsiteX20" fmla="*/ 80539 w 254545"/>
                <a:gd name="connsiteY20" fmla="*/ 82354 h 210671"/>
                <a:gd name="connsiteX21" fmla="*/ 173832 w 254545"/>
                <a:gd name="connsiteY21" fmla="*/ 82354 h 210671"/>
                <a:gd name="connsiteX22" fmla="*/ 88846 w 254545"/>
                <a:gd name="connsiteY22" fmla="*/ 69586 h 210671"/>
                <a:gd name="connsiteX23" fmla="*/ 127825 w 254545"/>
                <a:gd name="connsiteY23" fmla="*/ 17875 h 210671"/>
                <a:gd name="connsiteX24" fmla="*/ 166803 w 254545"/>
                <a:gd name="connsiteY24" fmla="*/ 69586 h 210671"/>
                <a:gd name="connsiteX25" fmla="*/ 88846 w 254545"/>
                <a:gd name="connsiteY25" fmla="*/ 69586 h 210671"/>
                <a:gd name="connsiteX26" fmla="*/ 139965 w 254545"/>
                <a:gd name="connsiteY26" fmla="*/ 13407 h 210671"/>
                <a:gd name="connsiteX27" fmla="*/ 203865 w 254545"/>
                <a:gd name="connsiteY27" fmla="*/ 13407 h 210671"/>
                <a:gd name="connsiteX28" fmla="*/ 180222 w 254545"/>
                <a:gd name="connsiteY28" fmla="*/ 67032 h 210671"/>
                <a:gd name="connsiteX29" fmla="*/ 139965 w 254545"/>
                <a:gd name="connsiteY29" fmla="*/ 13407 h 210671"/>
                <a:gd name="connsiteX30" fmla="*/ 74149 w 254545"/>
                <a:gd name="connsiteY30" fmla="*/ 67032 h 210671"/>
                <a:gd name="connsiteX31" fmla="*/ 50506 w 254545"/>
                <a:gd name="connsiteY31" fmla="*/ 13407 h 210671"/>
                <a:gd name="connsiteX32" fmla="*/ 114406 w 254545"/>
                <a:gd name="connsiteY32" fmla="*/ 13407 h 210671"/>
                <a:gd name="connsiteX33" fmla="*/ 74149 w 254545"/>
                <a:gd name="connsiteY33" fmla="*/ 67032 h 210671"/>
                <a:gd name="connsiteX34" fmla="*/ 61369 w 254545"/>
                <a:gd name="connsiteY34" fmla="*/ 69586 h 210671"/>
                <a:gd name="connsiteX35" fmla="*/ 17279 w 254545"/>
                <a:gd name="connsiteY35" fmla="*/ 69586 h 210671"/>
                <a:gd name="connsiteX36" fmla="*/ 40921 w 254545"/>
                <a:gd name="connsiteY36" fmla="*/ 22344 h 210671"/>
                <a:gd name="connsiteX37" fmla="*/ 61369 w 254545"/>
                <a:gd name="connsiteY37" fmla="*/ 69586 h 210671"/>
                <a:gd name="connsiteX38" fmla="*/ 67120 w 254545"/>
                <a:gd name="connsiteY38" fmla="*/ 82354 h 210671"/>
                <a:gd name="connsiteX39" fmla="*/ 106738 w 254545"/>
                <a:gd name="connsiteY39" fmla="*/ 173644 h 210671"/>
                <a:gd name="connsiteX40" fmla="*/ 21113 w 254545"/>
                <a:gd name="connsiteY40" fmla="*/ 82354 h 210671"/>
                <a:gd name="connsiteX41" fmla="*/ 67120 w 254545"/>
                <a:gd name="connsiteY41" fmla="*/ 82354 h 210671"/>
                <a:gd name="connsiteX42" fmla="*/ 187890 w 254545"/>
                <a:gd name="connsiteY42" fmla="*/ 82354 h 210671"/>
                <a:gd name="connsiteX43" fmla="*/ 233259 w 254545"/>
                <a:gd name="connsiteY43" fmla="*/ 82354 h 210671"/>
                <a:gd name="connsiteX44" fmla="*/ 147633 w 254545"/>
                <a:gd name="connsiteY44" fmla="*/ 173644 h 210671"/>
                <a:gd name="connsiteX45" fmla="*/ 187890 w 254545"/>
                <a:gd name="connsiteY45" fmla="*/ 82354 h 210671"/>
                <a:gd name="connsiteX46" fmla="*/ 193641 w 254545"/>
                <a:gd name="connsiteY46" fmla="*/ 69586 h 210671"/>
                <a:gd name="connsiteX47" fmla="*/ 214089 w 254545"/>
                <a:gd name="connsiteY47" fmla="*/ 22344 h 210671"/>
                <a:gd name="connsiteX48" fmla="*/ 237731 w 254545"/>
                <a:gd name="connsiteY48" fmla="*/ 69586 h 210671"/>
                <a:gd name="connsiteX49" fmla="*/ 193641 w 254545"/>
                <a:gd name="connsiteY49" fmla="*/ 69586 h 210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54545" h="210671">
                  <a:moveTo>
                    <a:pt x="253706" y="72778"/>
                  </a:moveTo>
                  <a:lnTo>
                    <a:pt x="219201" y="3831"/>
                  </a:lnTo>
                  <a:cubicBezTo>
                    <a:pt x="217923" y="1915"/>
                    <a:pt x="216006" y="0"/>
                    <a:pt x="213450" y="0"/>
                  </a:cubicBezTo>
                  <a:lnTo>
                    <a:pt x="40921" y="0"/>
                  </a:lnTo>
                  <a:cubicBezTo>
                    <a:pt x="38366" y="0"/>
                    <a:pt x="36448" y="1277"/>
                    <a:pt x="35171" y="3831"/>
                  </a:cubicBezTo>
                  <a:lnTo>
                    <a:pt x="665" y="72778"/>
                  </a:lnTo>
                  <a:cubicBezTo>
                    <a:pt x="-613" y="75331"/>
                    <a:pt x="26" y="77885"/>
                    <a:pt x="1943" y="79800"/>
                  </a:cubicBezTo>
                  <a:lnTo>
                    <a:pt x="122713" y="208756"/>
                  </a:lnTo>
                  <a:cubicBezTo>
                    <a:pt x="122713" y="208756"/>
                    <a:pt x="122713" y="208756"/>
                    <a:pt x="122713" y="208756"/>
                  </a:cubicBezTo>
                  <a:cubicBezTo>
                    <a:pt x="123352" y="209395"/>
                    <a:pt x="123991" y="209395"/>
                    <a:pt x="123991" y="210033"/>
                  </a:cubicBezTo>
                  <a:cubicBezTo>
                    <a:pt x="123991" y="210033"/>
                    <a:pt x="124630" y="210033"/>
                    <a:pt x="124630" y="210033"/>
                  </a:cubicBezTo>
                  <a:cubicBezTo>
                    <a:pt x="125269" y="210033"/>
                    <a:pt x="125908" y="210671"/>
                    <a:pt x="127186" y="210671"/>
                  </a:cubicBezTo>
                  <a:cubicBezTo>
                    <a:pt x="128464" y="210671"/>
                    <a:pt x="128464" y="210671"/>
                    <a:pt x="129742" y="210033"/>
                  </a:cubicBezTo>
                  <a:cubicBezTo>
                    <a:pt x="129742" y="210033"/>
                    <a:pt x="130381" y="210033"/>
                    <a:pt x="130381" y="210033"/>
                  </a:cubicBezTo>
                  <a:cubicBezTo>
                    <a:pt x="131020" y="210033"/>
                    <a:pt x="131659" y="209395"/>
                    <a:pt x="131659" y="208756"/>
                  </a:cubicBezTo>
                  <a:cubicBezTo>
                    <a:pt x="131659" y="208756"/>
                    <a:pt x="131659" y="208756"/>
                    <a:pt x="131659" y="208756"/>
                  </a:cubicBezTo>
                  <a:lnTo>
                    <a:pt x="252428" y="79800"/>
                  </a:lnTo>
                  <a:cubicBezTo>
                    <a:pt x="254984" y="77885"/>
                    <a:pt x="254984" y="75331"/>
                    <a:pt x="253706" y="72778"/>
                  </a:cubicBezTo>
                  <a:close/>
                  <a:moveTo>
                    <a:pt x="173832" y="82354"/>
                  </a:moveTo>
                  <a:lnTo>
                    <a:pt x="127186" y="188966"/>
                  </a:lnTo>
                  <a:lnTo>
                    <a:pt x="80539" y="82354"/>
                  </a:lnTo>
                  <a:lnTo>
                    <a:pt x="173832" y="82354"/>
                  </a:lnTo>
                  <a:close/>
                  <a:moveTo>
                    <a:pt x="88846" y="69586"/>
                  </a:moveTo>
                  <a:lnTo>
                    <a:pt x="127825" y="17875"/>
                  </a:lnTo>
                  <a:lnTo>
                    <a:pt x="166803" y="69586"/>
                  </a:lnTo>
                  <a:lnTo>
                    <a:pt x="88846" y="69586"/>
                  </a:lnTo>
                  <a:close/>
                  <a:moveTo>
                    <a:pt x="139965" y="13407"/>
                  </a:moveTo>
                  <a:lnTo>
                    <a:pt x="203865" y="13407"/>
                  </a:lnTo>
                  <a:lnTo>
                    <a:pt x="180222" y="67032"/>
                  </a:lnTo>
                  <a:lnTo>
                    <a:pt x="139965" y="13407"/>
                  </a:lnTo>
                  <a:close/>
                  <a:moveTo>
                    <a:pt x="74149" y="67032"/>
                  </a:moveTo>
                  <a:lnTo>
                    <a:pt x="50506" y="13407"/>
                  </a:lnTo>
                  <a:lnTo>
                    <a:pt x="114406" y="13407"/>
                  </a:lnTo>
                  <a:lnTo>
                    <a:pt x="74149" y="67032"/>
                  </a:lnTo>
                  <a:close/>
                  <a:moveTo>
                    <a:pt x="61369" y="69586"/>
                  </a:moveTo>
                  <a:lnTo>
                    <a:pt x="17279" y="69586"/>
                  </a:lnTo>
                  <a:lnTo>
                    <a:pt x="40921" y="22344"/>
                  </a:lnTo>
                  <a:lnTo>
                    <a:pt x="61369" y="69586"/>
                  </a:lnTo>
                  <a:close/>
                  <a:moveTo>
                    <a:pt x="67120" y="82354"/>
                  </a:moveTo>
                  <a:lnTo>
                    <a:pt x="106738" y="173644"/>
                  </a:lnTo>
                  <a:lnTo>
                    <a:pt x="21113" y="82354"/>
                  </a:lnTo>
                  <a:lnTo>
                    <a:pt x="67120" y="82354"/>
                  </a:lnTo>
                  <a:close/>
                  <a:moveTo>
                    <a:pt x="187890" y="82354"/>
                  </a:moveTo>
                  <a:lnTo>
                    <a:pt x="233259" y="82354"/>
                  </a:lnTo>
                  <a:lnTo>
                    <a:pt x="147633" y="173644"/>
                  </a:lnTo>
                  <a:lnTo>
                    <a:pt x="187890" y="82354"/>
                  </a:lnTo>
                  <a:close/>
                  <a:moveTo>
                    <a:pt x="193641" y="69586"/>
                  </a:moveTo>
                  <a:lnTo>
                    <a:pt x="214089" y="22344"/>
                  </a:lnTo>
                  <a:lnTo>
                    <a:pt x="237731" y="69586"/>
                  </a:lnTo>
                  <a:lnTo>
                    <a:pt x="193641" y="69586"/>
                  </a:lnTo>
                  <a:close/>
                </a:path>
              </a:pathLst>
            </a:custGeom>
            <a:solidFill>
              <a:srgbClr val="26890D"/>
            </a:solidFill>
            <a:ln w="6390" cap="flat">
              <a:noFill/>
              <a:prstDash val="solid"/>
              <a:miter/>
            </a:ln>
          </p:spPr>
          <p:txBody>
            <a:bodyPr rtlCol="0" anchor="ctr"/>
            <a:lstStyle/>
            <a:p>
              <a:endParaRPr lang="en-US"/>
            </a:p>
          </p:txBody>
        </p:sp>
      </p:grpSp>
      <p:grpSp>
        <p:nvGrpSpPr>
          <p:cNvPr id="1078" name="Graphic 1039">
            <a:extLst>
              <a:ext uri="{FF2B5EF4-FFF2-40B4-BE49-F238E27FC236}">
                <a16:creationId xmlns:a16="http://schemas.microsoft.com/office/drawing/2014/main" id="{5A3FDB6F-2852-D04F-9509-409887D19700}"/>
              </a:ext>
            </a:extLst>
          </p:cNvPr>
          <p:cNvGrpSpPr/>
          <p:nvPr/>
        </p:nvGrpSpPr>
        <p:grpSpPr>
          <a:xfrm>
            <a:off x="1515054" y="4308712"/>
            <a:ext cx="361670" cy="361333"/>
            <a:chOff x="1515054" y="4308712"/>
            <a:chExt cx="361670" cy="361333"/>
          </a:xfrm>
          <a:solidFill>
            <a:srgbClr val="26890D"/>
          </a:solidFill>
        </p:grpSpPr>
        <p:sp>
          <p:nvSpPr>
            <p:cNvPr id="1079" name="Graphic 1039">
              <a:extLst>
                <a:ext uri="{FF2B5EF4-FFF2-40B4-BE49-F238E27FC236}">
                  <a16:creationId xmlns:a16="http://schemas.microsoft.com/office/drawing/2014/main" id="{4FCE4A8C-7079-8145-B653-18674398B528}"/>
                </a:ext>
              </a:extLst>
            </p:cNvPr>
            <p:cNvSpPr/>
            <p:nvPr/>
          </p:nvSpPr>
          <p:spPr>
            <a:xfrm>
              <a:off x="1515054"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4"/>
                    <a:pt x="180835" y="361334"/>
                  </a:cubicBezTo>
                  <a:cubicBezTo>
                    <a:pt x="281157" y="361334"/>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873"/>
                    <a:pt x="273489" y="349204"/>
                    <a:pt x="180835" y="349204"/>
                  </a:cubicBezTo>
                  <a:close/>
                </a:path>
              </a:pathLst>
            </a:custGeom>
            <a:solidFill>
              <a:srgbClr val="26890D"/>
            </a:solidFill>
            <a:ln w="6390" cap="flat">
              <a:noFill/>
              <a:prstDash val="solid"/>
              <a:miter/>
            </a:ln>
          </p:spPr>
          <p:txBody>
            <a:bodyPr rtlCol="0" anchor="ctr"/>
            <a:lstStyle/>
            <a:p>
              <a:endParaRPr lang="en-US"/>
            </a:p>
          </p:txBody>
        </p:sp>
        <p:sp>
          <p:nvSpPr>
            <p:cNvPr id="1080" name="Graphic 1039">
              <a:extLst>
                <a:ext uri="{FF2B5EF4-FFF2-40B4-BE49-F238E27FC236}">
                  <a16:creationId xmlns:a16="http://schemas.microsoft.com/office/drawing/2014/main" id="{F8389C3F-7F3C-6E4D-9389-8C5C22679493}"/>
                </a:ext>
              </a:extLst>
            </p:cNvPr>
            <p:cNvSpPr/>
            <p:nvPr/>
          </p:nvSpPr>
          <p:spPr>
            <a:xfrm>
              <a:off x="1701640" y="4500870"/>
              <a:ext cx="51119" cy="39580"/>
            </a:xfrm>
            <a:custGeom>
              <a:avLst/>
              <a:gdLst>
                <a:gd name="connsiteX0" fmla="*/ 31311 w 51119"/>
                <a:gd name="connsiteY0" fmla="*/ 0 h 39580"/>
                <a:gd name="connsiteX1" fmla="*/ 19809 w 51119"/>
                <a:gd name="connsiteY1" fmla="*/ 0 h 39580"/>
                <a:gd name="connsiteX2" fmla="*/ 0 w 51119"/>
                <a:gd name="connsiteY2" fmla="*/ 19790 h 39580"/>
                <a:gd name="connsiteX3" fmla="*/ 19809 w 51119"/>
                <a:gd name="connsiteY3" fmla="*/ 39580 h 39580"/>
                <a:gd name="connsiteX4" fmla="*/ 31311 w 51119"/>
                <a:gd name="connsiteY4" fmla="*/ 39580 h 39580"/>
                <a:gd name="connsiteX5" fmla="*/ 51119 w 51119"/>
                <a:gd name="connsiteY5" fmla="*/ 19790 h 39580"/>
                <a:gd name="connsiteX6" fmla="*/ 31311 w 51119"/>
                <a:gd name="connsiteY6" fmla="*/ 0 h 39580"/>
                <a:gd name="connsiteX7" fmla="*/ 31311 w 51119"/>
                <a:gd name="connsiteY7" fmla="*/ 26812 h 39580"/>
                <a:gd name="connsiteX8" fmla="*/ 19809 w 51119"/>
                <a:gd name="connsiteY8" fmla="*/ 26812 h 39580"/>
                <a:gd name="connsiteX9" fmla="*/ 12780 w 51119"/>
                <a:gd name="connsiteY9" fmla="*/ 19790 h 39580"/>
                <a:gd name="connsiteX10" fmla="*/ 19809 w 51119"/>
                <a:gd name="connsiteY10" fmla="*/ 12768 h 39580"/>
                <a:gd name="connsiteX11" fmla="*/ 31311 w 51119"/>
                <a:gd name="connsiteY11" fmla="*/ 12768 h 39580"/>
                <a:gd name="connsiteX12" fmla="*/ 38340 w 51119"/>
                <a:gd name="connsiteY12" fmla="*/ 19790 h 39580"/>
                <a:gd name="connsiteX13" fmla="*/ 31311 w 51119"/>
                <a:gd name="connsiteY13" fmla="*/ 26812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119" h="39580">
                  <a:moveTo>
                    <a:pt x="31311" y="0"/>
                  </a:moveTo>
                  <a:lnTo>
                    <a:pt x="19809" y="0"/>
                  </a:lnTo>
                  <a:cubicBezTo>
                    <a:pt x="8946" y="0"/>
                    <a:pt x="0" y="8937"/>
                    <a:pt x="0" y="19790"/>
                  </a:cubicBezTo>
                  <a:cubicBezTo>
                    <a:pt x="0" y="30643"/>
                    <a:pt x="8946" y="39580"/>
                    <a:pt x="19809" y="39580"/>
                  </a:cubicBezTo>
                  <a:lnTo>
                    <a:pt x="31311" y="39580"/>
                  </a:lnTo>
                  <a:cubicBezTo>
                    <a:pt x="42174" y="39580"/>
                    <a:pt x="51119" y="30643"/>
                    <a:pt x="51119" y="19790"/>
                  </a:cubicBezTo>
                  <a:cubicBezTo>
                    <a:pt x="51119" y="8937"/>
                    <a:pt x="42174" y="0"/>
                    <a:pt x="31311" y="0"/>
                  </a:cubicBezTo>
                  <a:close/>
                  <a:moveTo>
                    <a:pt x="31311" y="26812"/>
                  </a:moveTo>
                  <a:lnTo>
                    <a:pt x="19809" y="26812"/>
                  </a:lnTo>
                  <a:cubicBezTo>
                    <a:pt x="15975" y="26812"/>
                    <a:pt x="12780" y="23620"/>
                    <a:pt x="12780" y="19790"/>
                  </a:cubicBezTo>
                  <a:cubicBezTo>
                    <a:pt x="12780" y="15960"/>
                    <a:pt x="15975" y="12768"/>
                    <a:pt x="19809" y="12768"/>
                  </a:cubicBezTo>
                  <a:lnTo>
                    <a:pt x="31311" y="12768"/>
                  </a:lnTo>
                  <a:cubicBezTo>
                    <a:pt x="35145" y="12768"/>
                    <a:pt x="38340" y="15960"/>
                    <a:pt x="38340" y="19790"/>
                  </a:cubicBezTo>
                  <a:cubicBezTo>
                    <a:pt x="38340" y="23620"/>
                    <a:pt x="35145" y="26812"/>
                    <a:pt x="31311" y="26812"/>
                  </a:cubicBezTo>
                  <a:close/>
                </a:path>
              </a:pathLst>
            </a:custGeom>
            <a:solidFill>
              <a:srgbClr val="26890D"/>
            </a:solidFill>
            <a:ln w="6390" cap="flat">
              <a:noFill/>
              <a:prstDash val="solid"/>
              <a:miter/>
            </a:ln>
          </p:spPr>
          <p:txBody>
            <a:bodyPr rtlCol="0" anchor="ctr"/>
            <a:lstStyle/>
            <a:p>
              <a:endParaRPr lang="en-US"/>
            </a:p>
          </p:txBody>
        </p:sp>
        <p:sp>
          <p:nvSpPr>
            <p:cNvPr id="1081" name="Graphic 1039">
              <a:extLst>
                <a:ext uri="{FF2B5EF4-FFF2-40B4-BE49-F238E27FC236}">
                  <a16:creationId xmlns:a16="http://schemas.microsoft.com/office/drawing/2014/main" id="{A147144F-2C2D-2044-BE28-584C3FB6A1B7}"/>
                </a:ext>
              </a:extLst>
            </p:cNvPr>
            <p:cNvSpPr/>
            <p:nvPr/>
          </p:nvSpPr>
          <p:spPr>
            <a:xfrm>
              <a:off x="1637740" y="4413409"/>
              <a:ext cx="115018" cy="12767"/>
            </a:xfrm>
            <a:custGeom>
              <a:avLst/>
              <a:gdLst>
                <a:gd name="connsiteX0" fmla="*/ 108629 w 115018"/>
                <a:gd name="connsiteY0" fmla="*/ 0 h 12767"/>
                <a:gd name="connsiteX1" fmla="*/ 6390 w 115018"/>
                <a:gd name="connsiteY1" fmla="*/ 0 h 12767"/>
                <a:gd name="connsiteX2" fmla="*/ 0 w 115018"/>
                <a:gd name="connsiteY2" fmla="*/ 6384 h 12767"/>
                <a:gd name="connsiteX3" fmla="*/ 6390 w 115018"/>
                <a:gd name="connsiteY3" fmla="*/ 12768 h 12767"/>
                <a:gd name="connsiteX4" fmla="*/ 108629 w 115018"/>
                <a:gd name="connsiteY4" fmla="*/ 12768 h 12767"/>
                <a:gd name="connsiteX5" fmla="*/ 115019 w 115018"/>
                <a:gd name="connsiteY5" fmla="*/ 6384 h 12767"/>
                <a:gd name="connsiteX6" fmla="*/ 108629 w 115018"/>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018" h="12767">
                  <a:moveTo>
                    <a:pt x="108629" y="0"/>
                  </a:moveTo>
                  <a:lnTo>
                    <a:pt x="6390" y="0"/>
                  </a:lnTo>
                  <a:cubicBezTo>
                    <a:pt x="2556" y="0"/>
                    <a:pt x="0" y="2553"/>
                    <a:pt x="0" y="6384"/>
                  </a:cubicBezTo>
                  <a:cubicBezTo>
                    <a:pt x="0" y="10214"/>
                    <a:pt x="2556" y="12768"/>
                    <a:pt x="6390" y="12768"/>
                  </a:cubicBezTo>
                  <a:lnTo>
                    <a:pt x="108629" y="12768"/>
                  </a:lnTo>
                  <a:cubicBezTo>
                    <a:pt x="112463" y="12768"/>
                    <a:pt x="115019" y="10214"/>
                    <a:pt x="115019" y="6384"/>
                  </a:cubicBezTo>
                  <a:cubicBezTo>
                    <a:pt x="115019" y="2553"/>
                    <a:pt x="111824" y="0"/>
                    <a:pt x="108629" y="0"/>
                  </a:cubicBezTo>
                  <a:close/>
                </a:path>
              </a:pathLst>
            </a:custGeom>
            <a:solidFill>
              <a:srgbClr val="26890D"/>
            </a:solidFill>
            <a:ln w="6390" cap="flat">
              <a:noFill/>
              <a:prstDash val="solid"/>
              <a:miter/>
            </a:ln>
          </p:spPr>
          <p:txBody>
            <a:bodyPr rtlCol="0" anchor="ctr"/>
            <a:lstStyle/>
            <a:p>
              <a:endParaRPr lang="en-US"/>
            </a:p>
          </p:txBody>
        </p:sp>
        <p:sp>
          <p:nvSpPr>
            <p:cNvPr id="1082" name="Graphic 1039">
              <a:extLst>
                <a:ext uri="{FF2B5EF4-FFF2-40B4-BE49-F238E27FC236}">
                  <a16:creationId xmlns:a16="http://schemas.microsoft.com/office/drawing/2014/main" id="{EA0978A1-CF92-7148-8487-D1982C92E128}"/>
                </a:ext>
              </a:extLst>
            </p:cNvPr>
            <p:cNvSpPr/>
            <p:nvPr/>
          </p:nvSpPr>
          <p:spPr>
            <a:xfrm>
              <a:off x="1589101" y="4386596"/>
              <a:ext cx="214777" cy="203010"/>
            </a:xfrm>
            <a:custGeom>
              <a:avLst/>
              <a:gdLst>
                <a:gd name="connsiteX0" fmla="*/ 214777 w 214777"/>
                <a:gd name="connsiteY0" fmla="*/ 72139 h 203010"/>
                <a:gd name="connsiteX1" fmla="*/ 214777 w 214777"/>
                <a:gd name="connsiteY1" fmla="*/ 72139 h 203010"/>
                <a:gd name="connsiteX2" fmla="*/ 214139 w 214777"/>
                <a:gd name="connsiteY2" fmla="*/ 69586 h 203010"/>
                <a:gd name="connsiteX3" fmla="*/ 214139 w 214777"/>
                <a:gd name="connsiteY3" fmla="*/ 68947 h 203010"/>
                <a:gd name="connsiteX4" fmla="*/ 213500 w 214777"/>
                <a:gd name="connsiteY4" fmla="*/ 67670 h 203010"/>
                <a:gd name="connsiteX5" fmla="*/ 187301 w 214777"/>
                <a:gd name="connsiteY5" fmla="*/ 31282 h 203010"/>
                <a:gd name="connsiteX6" fmla="*/ 187301 w 214777"/>
                <a:gd name="connsiteY6" fmla="*/ 19790 h 203010"/>
                <a:gd name="connsiteX7" fmla="*/ 181550 w 214777"/>
                <a:gd name="connsiteY7" fmla="*/ 5746 h 203010"/>
                <a:gd name="connsiteX8" fmla="*/ 165575 w 214777"/>
                <a:gd name="connsiteY8" fmla="*/ 0 h 203010"/>
                <a:gd name="connsiteX9" fmla="*/ 45444 w 214777"/>
                <a:gd name="connsiteY9" fmla="*/ 0 h 203010"/>
                <a:gd name="connsiteX10" fmla="*/ 29469 w 214777"/>
                <a:gd name="connsiteY10" fmla="*/ 6384 h 203010"/>
                <a:gd name="connsiteX11" fmla="*/ 24996 w 214777"/>
                <a:gd name="connsiteY11" fmla="*/ 20429 h 203010"/>
                <a:gd name="connsiteX12" fmla="*/ 24996 w 214777"/>
                <a:gd name="connsiteY12" fmla="*/ 30005 h 203010"/>
                <a:gd name="connsiteX13" fmla="*/ 715 w 214777"/>
                <a:gd name="connsiteY13" fmla="*/ 67670 h 203010"/>
                <a:gd name="connsiteX14" fmla="*/ 715 w 214777"/>
                <a:gd name="connsiteY14" fmla="*/ 67670 h 203010"/>
                <a:gd name="connsiteX15" fmla="*/ 715 w 214777"/>
                <a:gd name="connsiteY15" fmla="*/ 68309 h 203010"/>
                <a:gd name="connsiteX16" fmla="*/ 76 w 214777"/>
                <a:gd name="connsiteY16" fmla="*/ 70224 h 203010"/>
                <a:gd name="connsiteX17" fmla="*/ 76 w 214777"/>
                <a:gd name="connsiteY17" fmla="*/ 70224 h 203010"/>
                <a:gd name="connsiteX18" fmla="*/ 76 w 214777"/>
                <a:gd name="connsiteY18" fmla="*/ 70224 h 203010"/>
                <a:gd name="connsiteX19" fmla="*/ 76 w 214777"/>
                <a:gd name="connsiteY19" fmla="*/ 70224 h 203010"/>
                <a:gd name="connsiteX20" fmla="*/ 17967 w 214777"/>
                <a:gd name="connsiteY20" fmla="*/ 98952 h 203010"/>
                <a:gd name="connsiteX21" fmla="*/ 17967 w 214777"/>
                <a:gd name="connsiteY21" fmla="*/ 165345 h 203010"/>
                <a:gd name="connsiteX22" fmla="*/ 76 w 214777"/>
                <a:gd name="connsiteY22" fmla="*/ 183859 h 203010"/>
                <a:gd name="connsiteX23" fmla="*/ 19245 w 214777"/>
                <a:gd name="connsiteY23" fmla="*/ 203011 h 203010"/>
                <a:gd name="connsiteX24" fmla="*/ 195608 w 214777"/>
                <a:gd name="connsiteY24" fmla="*/ 203011 h 203010"/>
                <a:gd name="connsiteX25" fmla="*/ 214777 w 214777"/>
                <a:gd name="connsiteY25" fmla="*/ 183859 h 203010"/>
                <a:gd name="connsiteX26" fmla="*/ 196886 w 214777"/>
                <a:gd name="connsiteY26" fmla="*/ 165345 h 203010"/>
                <a:gd name="connsiteX27" fmla="*/ 196886 w 214777"/>
                <a:gd name="connsiteY27" fmla="*/ 100229 h 203010"/>
                <a:gd name="connsiteX28" fmla="*/ 214777 w 214777"/>
                <a:gd name="connsiteY28" fmla="*/ 72139 h 203010"/>
                <a:gd name="connsiteX29" fmla="*/ 101037 w 214777"/>
                <a:gd name="connsiteY29" fmla="*/ 167260 h 203010"/>
                <a:gd name="connsiteX30" fmla="*/ 101037 w 214777"/>
                <a:gd name="connsiteY30" fmla="*/ 132149 h 203010"/>
                <a:gd name="connsiteX31" fmla="*/ 81228 w 214777"/>
                <a:gd name="connsiteY31" fmla="*/ 112358 h 203010"/>
                <a:gd name="connsiteX32" fmla="*/ 64614 w 214777"/>
                <a:gd name="connsiteY32" fmla="*/ 112358 h 203010"/>
                <a:gd name="connsiteX33" fmla="*/ 44805 w 214777"/>
                <a:gd name="connsiteY33" fmla="*/ 132149 h 203010"/>
                <a:gd name="connsiteX34" fmla="*/ 44805 w 214777"/>
                <a:gd name="connsiteY34" fmla="*/ 167260 h 203010"/>
                <a:gd name="connsiteX35" fmla="*/ 28830 w 214777"/>
                <a:gd name="connsiteY35" fmla="*/ 167260 h 203010"/>
                <a:gd name="connsiteX36" fmla="*/ 28830 w 214777"/>
                <a:gd name="connsiteY36" fmla="*/ 102782 h 203010"/>
                <a:gd name="connsiteX37" fmla="*/ 48639 w 214777"/>
                <a:gd name="connsiteY37" fmla="*/ 97037 h 203010"/>
                <a:gd name="connsiteX38" fmla="*/ 54390 w 214777"/>
                <a:gd name="connsiteY38" fmla="*/ 91291 h 203010"/>
                <a:gd name="connsiteX39" fmla="*/ 79950 w 214777"/>
                <a:gd name="connsiteY39" fmla="*/ 103421 h 203010"/>
                <a:gd name="connsiteX40" fmla="*/ 105510 w 214777"/>
                <a:gd name="connsiteY40" fmla="*/ 90653 h 203010"/>
                <a:gd name="connsiteX41" fmla="*/ 131069 w 214777"/>
                <a:gd name="connsiteY41" fmla="*/ 103421 h 203010"/>
                <a:gd name="connsiteX42" fmla="*/ 156629 w 214777"/>
                <a:gd name="connsiteY42" fmla="*/ 90653 h 203010"/>
                <a:gd name="connsiteX43" fmla="*/ 182189 w 214777"/>
                <a:gd name="connsiteY43" fmla="*/ 104059 h 203010"/>
                <a:gd name="connsiteX44" fmla="*/ 182189 w 214777"/>
                <a:gd name="connsiteY44" fmla="*/ 167260 h 203010"/>
                <a:gd name="connsiteX45" fmla="*/ 101037 w 214777"/>
                <a:gd name="connsiteY45" fmla="*/ 167260 h 203010"/>
                <a:gd name="connsiteX46" fmla="*/ 88257 w 214777"/>
                <a:gd name="connsiteY46" fmla="*/ 167260 h 203010"/>
                <a:gd name="connsiteX47" fmla="*/ 57585 w 214777"/>
                <a:gd name="connsiteY47" fmla="*/ 167260 h 203010"/>
                <a:gd name="connsiteX48" fmla="*/ 57585 w 214777"/>
                <a:gd name="connsiteY48" fmla="*/ 132149 h 203010"/>
                <a:gd name="connsiteX49" fmla="*/ 64614 w 214777"/>
                <a:gd name="connsiteY49" fmla="*/ 125126 h 203010"/>
                <a:gd name="connsiteX50" fmla="*/ 81228 w 214777"/>
                <a:gd name="connsiteY50" fmla="*/ 125126 h 203010"/>
                <a:gd name="connsiteX51" fmla="*/ 88257 w 214777"/>
                <a:gd name="connsiteY51" fmla="*/ 132149 h 203010"/>
                <a:gd name="connsiteX52" fmla="*/ 88257 w 214777"/>
                <a:gd name="connsiteY52" fmla="*/ 167260 h 203010"/>
                <a:gd name="connsiteX53" fmla="*/ 12217 w 214777"/>
                <a:gd name="connsiteY53" fmla="*/ 78523 h 203010"/>
                <a:gd name="connsiteX54" fmla="*/ 47361 w 214777"/>
                <a:gd name="connsiteY54" fmla="*/ 78523 h 203010"/>
                <a:gd name="connsiteX55" fmla="*/ 41610 w 214777"/>
                <a:gd name="connsiteY55" fmla="*/ 86822 h 203010"/>
                <a:gd name="connsiteX56" fmla="*/ 24996 w 214777"/>
                <a:gd name="connsiteY56" fmla="*/ 90014 h 203010"/>
                <a:gd name="connsiteX57" fmla="*/ 12217 w 214777"/>
                <a:gd name="connsiteY57" fmla="*/ 78523 h 203010"/>
                <a:gd name="connsiteX58" fmla="*/ 62697 w 214777"/>
                <a:gd name="connsiteY58" fmla="*/ 78523 h 203010"/>
                <a:gd name="connsiteX59" fmla="*/ 97842 w 214777"/>
                <a:gd name="connsiteY59" fmla="*/ 78523 h 203010"/>
                <a:gd name="connsiteX60" fmla="*/ 79950 w 214777"/>
                <a:gd name="connsiteY60" fmla="*/ 90014 h 203010"/>
                <a:gd name="connsiteX61" fmla="*/ 62697 w 214777"/>
                <a:gd name="connsiteY61" fmla="*/ 78523 h 203010"/>
                <a:gd name="connsiteX62" fmla="*/ 114456 w 214777"/>
                <a:gd name="connsiteY62" fmla="*/ 78523 h 203010"/>
                <a:gd name="connsiteX63" fmla="*/ 148961 w 214777"/>
                <a:gd name="connsiteY63" fmla="*/ 78523 h 203010"/>
                <a:gd name="connsiteX64" fmla="*/ 131069 w 214777"/>
                <a:gd name="connsiteY64" fmla="*/ 90014 h 203010"/>
                <a:gd name="connsiteX65" fmla="*/ 114456 w 214777"/>
                <a:gd name="connsiteY65" fmla="*/ 78523 h 203010"/>
                <a:gd name="connsiteX66" fmla="*/ 183467 w 214777"/>
                <a:gd name="connsiteY66" fmla="*/ 91291 h 203010"/>
                <a:gd name="connsiteX67" fmla="*/ 164936 w 214777"/>
                <a:gd name="connsiteY67" fmla="*/ 79162 h 203010"/>
                <a:gd name="connsiteX68" fmla="*/ 200720 w 214777"/>
                <a:gd name="connsiteY68" fmla="*/ 79162 h 203010"/>
                <a:gd name="connsiteX69" fmla="*/ 183467 w 214777"/>
                <a:gd name="connsiteY69" fmla="*/ 91291 h 203010"/>
                <a:gd name="connsiteX70" fmla="*/ 36498 w 214777"/>
                <a:gd name="connsiteY70" fmla="*/ 36389 h 203010"/>
                <a:gd name="connsiteX71" fmla="*/ 37776 w 214777"/>
                <a:gd name="connsiteY71" fmla="*/ 33197 h 203010"/>
                <a:gd name="connsiteX72" fmla="*/ 37776 w 214777"/>
                <a:gd name="connsiteY72" fmla="*/ 21067 h 203010"/>
                <a:gd name="connsiteX73" fmla="*/ 37776 w 214777"/>
                <a:gd name="connsiteY73" fmla="*/ 20429 h 203010"/>
                <a:gd name="connsiteX74" fmla="*/ 39054 w 214777"/>
                <a:gd name="connsiteY74" fmla="*/ 15960 h 203010"/>
                <a:gd name="connsiteX75" fmla="*/ 45444 w 214777"/>
                <a:gd name="connsiteY75" fmla="*/ 14045 h 203010"/>
                <a:gd name="connsiteX76" fmla="*/ 166214 w 214777"/>
                <a:gd name="connsiteY76" fmla="*/ 14045 h 203010"/>
                <a:gd name="connsiteX77" fmla="*/ 173243 w 214777"/>
                <a:gd name="connsiteY77" fmla="*/ 15960 h 203010"/>
                <a:gd name="connsiteX78" fmla="*/ 174521 w 214777"/>
                <a:gd name="connsiteY78" fmla="*/ 20429 h 203010"/>
                <a:gd name="connsiteX79" fmla="*/ 174521 w 214777"/>
                <a:gd name="connsiteY79" fmla="*/ 33835 h 203010"/>
                <a:gd name="connsiteX80" fmla="*/ 175799 w 214777"/>
                <a:gd name="connsiteY80" fmla="*/ 37666 h 203010"/>
                <a:gd name="connsiteX81" fmla="*/ 196247 w 214777"/>
                <a:gd name="connsiteY81" fmla="*/ 65755 h 203010"/>
                <a:gd name="connsiteX82" fmla="*/ 17967 w 214777"/>
                <a:gd name="connsiteY82" fmla="*/ 65755 h 203010"/>
                <a:gd name="connsiteX83" fmla="*/ 36498 w 214777"/>
                <a:gd name="connsiteY83" fmla="*/ 36389 h 203010"/>
                <a:gd name="connsiteX84" fmla="*/ 200081 w 214777"/>
                <a:gd name="connsiteY84" fmla="*/ 185774 h 203010"/>
                <a:gd name="connsiteX85" fmla="*/ 193691 w 214777"/>
                <a:gd name="connsiteY85" fmla="*/ 192158 h 203010"/>
                <a:gd name="connsiteX86" fmla="*/ 17328 w 214777"/>
                <a:gd name="connsiteY86" fmla="*/ 192158 h 203010"/>
                <a:gd name="connsiteX87" fmla="*/ 10938 w 214777"/>
                <a:gd name="connsiteY87" fmla="*/ 185774 h 203010"/>
                <a:gd name="connsiteX88" fmla="*/ 17328 w 214777"/>
                <a:gd name="connsiteY88" fmla="*/ 179390 h 203010"/>
                <a:gd name="connsiteX89" fmla="*/ 193691 w 214777"/>
                <a:gd name="connsiteY89" fmla="*/ 179390 h 203010"/>
                <a:gd name="connsiteX90" fmla="*/ 200081 w 214777"/>
                <a:gd name="connsiteY90" fmla="*/ 185774 h 203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214777" h="203010">
                  <a:moveTo>
                    <a:pt x="214777" y="72139"/>
                  </a:moveTo>
                  <a:cubicBezTo>
                    <a:pt x="214777" y="72139"/>
                    <a:pt x="214777" y="72139"/>
                    <a:pt x="214777" y="72139"/>
                  </a:cubicBezTo>
                  <a:cubicBezTo>
                    <a:pt x="214777" y="70862"/>
                    <a:pt x="214777" y="70224"/>
                    <a:pt x="214139" y="69586"/>
                  </a:cubicBezTo>
                  <a:cubicBezTo>
                    <a:pt x="214139" y="69586"/>
                    <a:pt x="214139" y="69586"/>
                    <a:pt x="214139" y="68947"/>
                  </a:cubicBezTo>
                  <a:cubicBezTo>
                    <a:pt x="214139" y="68309"/>
                    <a:pt x="213500" y="68309"/>
                    <a:pt x="213500" y="67670"/>
                  </a:cubicBezTo>
                  <a:lnTo>
                    <a:pt x="187301" y="31282"/>
                  </a:lnTo>
                  <a:lnTo>
                    <a:pt x="187301" y="19790"/>
                  </a:lnTo>
                  <a:cubicBezTo>
                    <a:pt x="187301" y="12768"/>
                    <a:pt x="184106" y="8299"/>
                    <a:pt x="181550" y="5746"/>
                  </a:cubicBezTo>
                  <a:cubicBezTo>
                    <a:pt x="175160" y="0"/>
                    <a:pt x="166214" y="0"/>
                    <a:pt x="165575" y="0"/>
                  </a:cubicBezTo>
                  <a:lnTo>
                    <a:pt x="45444" y="0"/>
                  </a:lnTo>
                  <a:cubicBezTo>
                    <a:pt x="36498" y="0"/>
                    <a:pt x="32025" y="3192"/>
                    <a:pt x="29469" y="6384"/>
                  </a:cubicBezTo>
                  <a:cubicBezTo>
                    <a:pt x="24996" y="11491"/>
                    <a:pt x="24996" y="18514"/>
                    <a:pt x="24996" y="20429"/>
                  </a:cubicBezTo>
                  <a:lnTo>
                    <a:pt x="24996" y="30005"/>
                  </a:lnTo>
                  <a:lnTo>
                    <a:pt x="715" y="67670"/>
                  </a:lnTo>
                  <a:cubicBezTo>
                    <a:pt x="715" y="67670"/>
                    <a:pt x="715" y="67670"/>
                    <a:pt x="715" y="67670"/>
                  </a:cubicBezTo>
                  <a:cubicBezTo>
                    <a:pt x="715" y="67670"/>
                    <a:pt x="715" y="68309"/>
                    <a:pt x="715" y="68309"/>
                  </a:cubicBezTo>
                  <a:cubicBezTo>
                    <a:pt x="715" y="68947"/>
                    <a:pt x="76" y="69586"/>
                    <a:pt x="76" y="70224"/>
                  </a:cubicBezTo>
                  <a:cubicBezTo>
                    <a:pt x="76" y="70224"/>
                    <a:pt x="76" y="70224"/>
                    <a:pt x="76" y="70224"/>
                  </a:cubicBezTo>
                  <a:cubicBezTo>
                    <a:pt x="76" y="70224"/>
                    <a:pt x="76" y="70224"/>
                    <a:pt x="76" y="70224"/>
                  </a:cubicBezTo>
                  <a:cubicBezTo>
                    <a:pt x="76" y="70224"/>
                    <a:pt x="76" y="70224"/>
                    <a:pt x="76" y="70224"/>
                  </a:cubicBezTo>
                  <a:cubicBezTo>
                    <a:pt x="-563" y="78523"/>
                    <a:pt x="2632" y="93206"/>
                    <a:pt x="17967" y="98952"/>
                  </a:cubicBezTo>
                  <a:lnTo>
                    <a:pt x="17967" y="165345"/>
                  </a:lnTo>
                  <a:cubicBezTo>
                    <a:pt x="8383" y="165984"/>
                    <a:pt x="76" y="174283"/>
                    <a:pt x="76" y="183859"/>
                  </a:cubicBezTo>
                  <a:cubicBezTo>
                    <a:pt x="76" y="194073"/>
                    <a:pt x="8383" y="203011"/>
                    <a:pt x="19245" y="203011"/>
                  </a:cubicBezTo>
                  <a:lnTo>
                    <a:pt x="195608" y="203011"/>
                  </a:lnTo>
                  <a:cubicBezTo>
                    <a:pt x="205832" y="203011"/>
                    <a:pt x="214777" y="194711"/>
                    <a:pt x="214777" y="183859"/>
                  </a:cubicBezTo>
                  <a:cubicBezTo>
                    <a:pt x="214777" y="173644"/>
                    <a:pt x="207110" y="165984"/>
                    <a:pt x="196886" y="165345"/>
                  </a:cubicBezTo>
                  <a:lnTo>
                    <a:pt x="196886" y="100229"/>
                  </a:lnTo>
                  <a:cubicBezTo>
                    <a:pt x="209666" y="96398"/>
                    <a:pt x="214139" y="81077"/>
                    <a:pt x="214777" y="72139"/>
                  </a:cubicBezTo>
                  <a:close/>
                  <a:moveTo>
                    <a:pt x="101037" y="167260"/>
                  </a:moveTo>
                  <a:lnTo>
                    <a:pt x="101037" y="132149"/>
                  </a:lnTo>
                  <a:cubicBezTo>
                    <a:pt x="101037" y="121296"/>
                    <a:pt x="92091" y="112358"/>
                    <a:pt x="81228" y="112358"/>
                  </a:cubicBezTo>
                  <a:lnTo>
                    <a:pt x="64614" y="112358"/>
                  </a:lnTo>
                  <a:cubicBezTo>
                    <a:pt x="53751" y="112358"/>
                    <a:pt x="44805" y="121296"/>
                    <a:pt x="44805" y="132149"/>
                  </a:cubicBezTo>
                  <a:lnTo>
                    <a:pt x="44805" y="167260"/>
                  </a:lnTo>
                  <a:lnTo>
                    <a:pt x="28830" y="167260"/>
                  </a:lnTo>
                  <a:lnTo>
                    <a:pt x="28830" y="102782"/>
                  </a:lnTo>
                  <a:cubicBezTo>
                    <a:pt x="38415" y="102782"/>
                    <a:pt x="44805" y="99590"/>
                    <a:pt x="48639" y="97037"/>
                  </a:cubicBezTo>
                  <a:cubicBezTo>
                    <a:pt x="51195" y="95121"/>
                    <a:pt x="53112" y="93206"/>
                    <a:pt x="54390" y="91291"/>
                  </a:cubicBezTo>
                  <a:cubicBezTo>
                    <a:pt x="59502" y="97675"/>
                    <a:pt x="67809" y="103421"/>
                    <a:pt x="79950" y="103421"/>
                  </a:cubicBezTo>
                  <a:cubicBezTo>
                    <a:pt x="92091" y="103421"/>
                    <a:pt x="100398" y="97675"/>
                    <a:pt x="105510" y="90653"/>
                  </a:cubicBezTo>
                  <a:cubicBezTo>
                    <a:pt x="109983" y="97675"/>
                    <a:pt x="118290" y="103421"/>
                    <a:pt x="131069" y="103421"/>
                  </a:cubicBezTo>
                  <a:cubicBezTo>
                    <a:pt x="143849" y="103421"/>
                    <a:pt x="151517" y="97675"/>
                    <a:pt x="156629" y="90653"/>
                  </a:cubicBezTo>
                  <a:cubicBezTo>
                    <a:pt x="161741" y="97675"/>
                    <a:pt x="169409" y="103421"/>
                    <a:pt x="182189" y="104059"/>
                  </a:cubicBezTo>
                  <a:lnTo>
                    <a:pt x="182189" y="167260"/>
                  </a:lnTo>
                  <a:lnTo>
                    <a:pt x="101037" y="167260"/>
                  </a:lnTo>
                  <a:close/>
                  <a:moveTo>
                    <a:pt x="88257" y="167260"/>
                  </a:moveTo>
                  <a:lnTo>
                    <a:pt x="57585" y="167260"/>
                  </a:lnTo>
                  <a:lnTo>
                    <a:pt x="57585" y="132149"/>
                  </a:lnTo>
                  <a:cubicBezTo>
                    <a:pt x="57585" y="128318"/>
                    <a:pt x="60780" y="125126"/>
                    <a:pt x="64614" y="125126"/>
                  </a:cubicBezTo>
                  <a:lnTo>
                    <a:pt x="81228" y="125126"/>
                  </a:lnTo>
                  <a:cubicBezTo>
                    <a:pt x="85062" y="125126"/>
                    <a:pt x="88257" y="128318"/>
                    <a:pt x="88257" y="132149"/>
                  </a:cubicBezTo>
                  <a:lnTo>
                    <a:pt x="88257" y="167260"/>
                  </a:lnTo>
                  <a:close/>
                  <a:moveTo>
                    <a:pt x="12217" y="78523"/>
                  </a:moveTo>
                  <a:lnTo>
                    <a:pt x="47361" y="78523"/>
                  </a:lnTo>
                  <a:cubicBezTo>
                    <a:pt x="46083" y="81715"/>
                    <a:pt x="44166" y="84907"/>
                    <a:pt x="41610" y="86822"/>
                  </a:cubicBezTo>
                  <a:cubicBezTo>
                    <a:pt x="37776" y="90014"/>
                    <a:pt x="32025" y="91291"/>
                    <a:pt x="24996" y="90014"/>
                  </a:cubicBezTo>
                  <a:cubicBezTo>
                    <a:pt x="16689" y="88099"/>
                    <a:pt x="13495" y="82992"/>
                    <a:pt x="12217" y="78523"/>
                  </a:cubicBezTo>
                  <a:close/>
                  <a:moveTo>
                    <a:pt x="62697" y="78523"/>
                  </a:moveTo>
                  <a:lnTo>
                    <a:pt x="97842" y="78523"/>
                  </a:lnTo>
                  <a:cubicBezTo>
                    <a:pt x="95286" y="83630"/>
                    <a:pt x="90174" y="90014"/>
                    <a:pt x="79950" y="90014"/>
                  </a:cubicBezTo>
                  <a:cubicBezTo>
                    <a:pt x="69726" y="90014"/>
                    <a:pt x="64614" y="83630"/>
                    <a:pt x="62697" y="78523"/>
                  </a:cubicBezTo>
                  <a:close/>
                  <a:moveTo>
                    <a:pt x="114456" y="78523"/>
                  </a:moveTo>
                  <a:lnTo>
                    <a:pt x="148961" y="78523"/>
                  </a:lnTo>
                  <a:cubicBezTo>
                    <a:pt x="147044" y="83630"/>
                    <a:pt x="141932" y="90014"/>
                    <a:pt x="131069" y="90014"/>
                  </a:cubicBezTo>
                  <a:cubicBezTo>
                    <a:pt x="120845" y="90014"/>
                    <a:pt x="116372" y="83630"/>
                    <a:pt x="114456" y="78523"/>
                  </a:cubicBezTo>
                  <a:close/>
                  <a:moveTo>
                    <a:pt x="183467" y="91291"/>
                  </a:moveTo>
                  <a:cubicBezTo>
                    <a:pt x="171965" y="91291"/>
                    <a:pt x="166853" y="84269"/>
                    <a:pt x="164936" y="79162"/>
                  </a:cubicBezTo>
                  <a:lnTo>
                    <a:pt x="200720" y="79162"/>
                  </a:lnTo>
                  <a:cubicBezTo>
                    <a:pt x="198803" y="84269"/>
                    <a:pt x="194969" y="91291"/>
                    <a:pt x="183467" y="91291"/>
                  </a:cubicBezTo>
                  <a:close/>
                  <a:moveTo>
                    <a:pt x="36498" y="36389"/>
                  </a:moveTo>
                  <a:cubicBezTo>
                    <a:pt x="37137" y="35112"/>
                    <a:pt x="37776" y="33835"/>
                    <a:pt x="37776" y="33197"/>
                  </a:cubicBezTo>
                  <a:lnTo>
                    <a:pt x="37776" y="21067"/>
                  </a:lnTo>
                  <a:cubicBezTo>
                    <a:pt x="37776" y="21067"/>
                    <a:pt x="37776" y="20429"/>
                    <a:pt x="37776" y="20429"/>
                  </a:cubicBezTo>
                  <a:cubicBezTo>
                    <a:pt x="37776" y="20429"/>
                    <a:pt x="37776" y="17237"/>
                    <a:pt x="39054" y="15960"/>
                  </a:cubicBezTo>
                  <a:cubicBezTo>
                    <a:pt x="40332" y="14683"/>
                    <a:pt x="43527" y="14045"/>
                    <a:pt x="45444" y="14045"/>
                  </a:cubicBezTo>
                  <a:lnTo>
                    <a:pt x="166214" y="14045"/>
                  </a:lnTo>
                  <a:cubicBezTo>
                    <a:pt x="166853" y="14045"/>
                    <a:pt x="171326" y="14045"/>
                    <a:pt x="173243" y="15960"/>
                  </a:cubicBezTo>
                  <a:cubicBezTo>
                    <a:pt x="173882" y="16598"/>
                    <a:pt x="174521" y="17875"/>
                    <a:pt x="174521" y="20429"/>
                  </a:cubicBezTo>
                  <a:lnTo>
                    <a:pt x="174521" y="33835"/>
                  </a:lnTo>
                  <a:cubicBezTo>
                    <a:pt x="174521" y="35112"/>
                    <a:pt x="175160" y="36389"/>
                    <a:pt x="175799" y="37666"/>
                  </a:cubicBezTo>
                  <a:lnTo>
                    <a:pt x="196247" y="65755"/>
                  </a:lnTo>
                  <a:lnTo>
                    <a:pt x="17967" y="65755"/>
                  </a:lnTo>
                  <a:lnTo>
                    <a:pt x="36498" y="36389"/>
                  </a:lnTo>
                  <a:close/>
                  <a:moveTo>
                    <a:pt x="200081" y="185774"/>
                  </a:moveTo>
                  <a:cubicBezTo>
                    <a:pt x="200081" y="188966"/>
                    <a:pt x="197525" y="192158"/>
                    <a:pt x="193691" y="192158"/>
                  </a:cubicBezTo>
                  <a:lnTo>
                    <a:pt x="17328" y="192158"/>
                  </a:lnTo>
                  <a:cubicBezTo>
                    <a:pt x="14133" y="192158"/>
                    <a:pt x="10938" y="189604"/>
                    <a:pt x="10938" y="185774"/>
                  </a:cubicBezTo>
                  <a:cubicBezTo>
                    <a:pt x="10938" y="182582"/>
                    <a:pt x="13495" y="179390"/>
                    <a:pt x="17328" y="179390"/>
                  </a:cubicBezTo>
                  <a:lnTo>
                    <a:pt x="193691" y="179390"/>
                  </a:lnTo>
                  <a:cubicBezTo>
                    <a:pt x="197525" y="180028"/>
                    <a:pt x="200081" y="182582"/>
                    <a:pt x="200081" y="185774"/>
                  </a:cubicBezTo>
                  <a:close/>
                </a:path>
              </a:pathLst>
            </a:custGeom>
            <a:solidFill>
              <a:srgbClr val="26890D"/>
            </a:solidFill>
            <a:ln w="6390" cap="flat">
              <a:noFill/>
              <a:prstDash val="solid"/>
              <a:miter/>
            </a:ln>
          </p:spPr>
          <p:txBody>
            <a:bodyPr rtlCol="0" anchor="ctr"/>
            <a:lstStyle/>
            <a:p>
              <a:endParaRPr lang="en-US"/>
            </a:p>
          </p:txBody>
        </p:sp>
      </p:grpSp>
      <p:grpSp>
        <p:nvGrpSpPr>
          <p:cNvPr id="1083" name="Graphic 1039">
            <a:extLst>
              <a:ext uri="{FF2B5EF4-FFF2-40B4-BE49-F238E27FC236}">
                <a16:creationId xmlns:a16="http://schemas.microsoft.com/office/drawing/2014/main" id="{DE4D9DE6-E51C-8F44-85B4-9779EA0EB479}"/>
              </a:ext>
            </a:extLst>
          </p:cNvPr>
          <p:cNvGrpSpPr/>
          <p:nvPr/>
        </p:nvGrpSpPr>
        <p:grpSpPr>
          <a:xfrm>
            <a:off x="2561086" y="3824168"/>
            <a:ext cx="361670" cy="361333"/>
            <a:chOff x="2561086" y="3824168"/>
            <a:chExt cx="361670" cy="361333"/>
          </a:xfrm>
          <a:solidFill>
            <a:srgbClr val="26890D"/>
          </a:solidFill>
        </p:grpSpPr>
        <p:sp>
          <p:nvSpPr>
            <p:cNvPr id="1084" name="Graphic 1039">
              <a:extLst>
                <a:ext uri="{FF2B5EF4-FFF2-40B4-BE49-F238E27FC236}">
                  <a16:creationId xmlns:a16="http://schemas.microsoft.com/office/drawing/2014/main" id="{5F2C0961-8C31-7742-949E-3E1B3CCA2BB2}"/>
                </a:ext>
              </a:extLst>
            </p:cNvPr>
            <p:cNvSpPr/>
            <p:nvPr/>
          </p:nvSpPr>
          <p:spPr>
            <a:xfrm>
              <a:off x="2561086"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1076"/>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26890D"/>
            </a:solidFill>
            <a:ln w="6390" cap="flat">
              <a:noFill/>
              <a:prstDash val="solid"/>
              <a:miter/>
            </a:ln>
          </p:spPr>
          <p:txBody>
            <a:bodyPr rtlCol="0" anchor="ctr"/>
            <a:lstStyle/>
            <a:p>
              <a:endParaRPr lang="en-US"/>
            </a:p>
          </p:txBody>
        </p:sp>
        <p:sp>
          <p:nvSpPr>
            <p:cNvPr id="1085" name="Graphic 1039">
              <a:extLst>
                <a:ext uri="{FF2B5EF4-FFF2-40B4-BE49-F238E27FC236}">
                  <a16:creationId xmlns:a16="http://schemas.microsoft.com/office/drawing/2014/main" id="{9A7C01B0-593F-D44F-B82B-A10853FF84D0}"/>
                </a:ext>
              </a:extLst>
            </p:cNvPr>
            <p:cNvSpPr/>
            <p:nvPr/>
          </p:nvSpPr>
          <p:spPr>
            <a:xfrm>
              <a:off x="2684412" y="3895030"/>
              <a:ext cx="114379" cy="220247"/>
            </a:xfrm>
            <a:custGeom>
              <a:avLst/>
              <a:gdLst>
                <a:gd name="connsiteX0" fmla="*/ 107990 w 114379"/>
                <a:gd name="connsiteY0" fmla="*/ 0 h 220247"/>
                <a:gd name="connsiteX1" fmla="*/ 6390 w 114379"/>
                <a:gd name="connsiteY1" fmla="*/ 0 h 220247"/>
                <a:gd name="connsiteX2" fmla="*/ 0 w 114379"/>
                <a:gd name="connsiteY2" fmla="*/ 6384 h 220247"/>
                <a:gd name="connsiteX3" fmla="*/ 0 w 114379"/>
                <a:gd name="connsiteY3" fmla="*/ 213863 h 220247"/>
                <a:gd name="connsiteX4" fmla="*/ 6390 w 114379"/>
                <a:gd name="connsiteY4" fmla="*/ 220247 h 220247"/>
                <a:gd name="connsiteX5" fmla="*/ 41535 w 114379"/>
                <a:gd name="connsiteY5" fmla="*/ 220247 h 220247"/>
                <a:gd name="connsiteX6" fmla="*/ 47925 w 114379"/>
                <a:gd name="connsiteY6" fmla="*/ 214502 h 220247"/>
                <a:gd name="connsiteX7" fmla="*/ 56870 w 114379"/>
                <a:gd name="connsiteY7" fmla="*/ 77246 h 220247"/>
                <a:gd name="connsiteX8" fmla="*/ 67733 w 114379"/>
                <a:gd name="connsiteY8" fmla="*/ 214502 h 220247"/>
                <a:gd name="connsiteX9" fmla="*/ 74123 w 114379"/>
                <a:gd name="connsiteY9" fmla="*/ 220247 h 220247"/>
                <a:gd name="connsiteX10" fmla="*/ 107990 w 114379"/>
                <a:gd name="connsiteY10" fmla="*/ 220247 h 220247"/>
                <a:gd name="connsiteX11" fmla="*/ 114380 w 114379"/>
                <a:gd name="connsiteY11" fmla="*/ 213863 h 220247"/>
                <a:gd name="connsiteX12" fmla="*/ 114380 w 114379"/>
                <a:gd name="connsiteY12" fmla="*/ 5746 h 220247"/>
                <a:gd name="connsiteX13" fmla="*/ 107990 w 114379"/>
                <a:gd name="connsiteY13" fmla="*/ 0 h 220247"/>
                <a:gd name="connsiteX14" fmla="*/ 101600 w 114379"/>
                <a:gd name="connsiteY14" fmla="*/ 207479 h 220247"/>
                <a:gd name="connsiteX15" fmla="*/ 79874 w 114379"/>
                <a:gd name="connsiteY15" fmla="*/ 207479 h 220247"/>
                <a:gd name="connsiteX16" fmla="*/ 69011 w 114379"/>
                <a:gd name="connsiteY16" fmla="*/ 70224 h 220247"/>
                <a:gd name="connsiteX17" fmla="*/ 62621 w 114379"/>
                <a:gd name="connsiteY17" fmla="*/ 64478 h 220247"/>
                <a:gd name="connsiteX18" fmla="*/ 50480 w 114379"/>
                <a:gd name="connsiteY18" fmla="*/ 64478 h 220247"/>
                <a:gd name="connsiteX19" fmla="*/ 44091 w 114379"/>
                <a:gd name="connsiteY19" fmla="*/ 70224 h 220247"/>
                <a:gd name="connsiteX20" fmla="*/ 35145 w 114379"/>
                <a:gd name="connsiteY20" fmla="*/ 207479 h 220247"/>
                <a:gd name="connsiteX21" fmla="*/ 12780 w 114379"/>
                <a:gd name="connsiteY21" fmla="*/ 207479 h 220247"/>
                <a:gd name="connsiteX22" fmla="*/ 12780 w 114379"/>
                <a:gd name="connsiteY22" fmla="*/ 12130 h 220247"/>
                <a:gd name="connsiteX23" fmla="*/ 101600 w 114379"/>
                <a:gd name="connsiteY23" fmla="*/ 12130 h 220247"/>
                <a:gd name="connsiteX24" fmla="*/ 101600 w 114379"/>
                <a:gd name="connsiteY24" fmla="*/ 207479 h 2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4379" h="220247">
                  <a:moveTo>
                    <a:pt x="107990" y="0"/>
                  </a:moveTo>
                  <a:lnTo>
                    <a:pt x="6390" y="0"/>
                  </a:lnTo>
                  <a:cubicBezTo>
                    <a:pt x="2556" y="0"/>
                    <a:pt x="0" y="2554"/>
                    <a:pt x="0" y="6384"/>
                  </a:cubicBezTo>
                  <a:lnTo>
                    <a:pt x="0" y="213863"/>
                  </a:lnTo>
                  <a:cubicBezTo>
                    <a:pt x="0" y="217694"/>
                    <a:pt x="2556" y="220247"/>
                    <a:pt x="6390" y="220247"/>
                  </a:cubicBezTo>
                  <a:lnTo>
                    <a:pt x="41535" y="220247"/>
                  </a:lnTo>
                  <a:cubicBezTo>
                    <a:pt x="44730" y="220247"/>
                    <a:pt x="47925" y="217694"/>
                    <a:pt x="47925" y="214502"/>
                  </a:cubicBezTo>
                  <a:lnTo>
                    <a:pt x="56870" y="77246"/>
                  </a:lnTo>
                  <a:lnTo>
                    <a:pt x="67733" y="214502"/>
                  </a:lnTo>
                  <a:cubicBezTo>
                    <a:pt x="67733" y="217694"/>
                    <a:pt x="70928" y="220247"/>
                    <a:pt x="74123" y="220247"/>
                  </a:cubicBezTo>
                  <a:lnTo>
                    <a:pt x="107990" y="220247"/>
                  </a:lnTo>
                  <a:cubicBezTo>
                    <a:pt x="111824" y="220247"/>
                    <a:pt x="114380" y="217694"/>
                    <a:pt x="114380" y="213863"/>
                  </a:cubicBezTo>
                  <a:lnTo>
                    <a:pt x="114380" y="5746"/>
                  </a:lnTo>
                  <a:cubicBezTo>
                    <a:pt x="114380" y="2554"/>
                    <a:pt x="111824" y="0"/>
                    <a:pt x="107990" y="0"/>
                  </a:cubicBezTo>
                  <a:close/>
                  <a:moveTo>
                    <a:pt x="101600" y="207479"/>
                  </a:moveTo>
                  <a:lnTo>
                    <a:pt x="79874" y="207479"/>
                  </a:lnTo>
                  <a:lnTo>
                    <a:pt x="69011" y="70224"/>
                  </a:lnTo>
                  <a:cubicBezTo>
                    <a:pt x="69011" y="67032"/>
                    <a:pt x="65816" y="64478"/>
                    <a:pt x="62621" y="64478"/>
                  </a:cubicBezTo>
                  <a:lnTo>
                    <a:pt x="50480" y="64478"/>
                  </a:lnTo>
                  <a:cubicBezTo>
                    <a:pt x="47285" y="64478"/>
                    <a:pt x="44091" y="67032"/>
                    <a:pt x="44091" y="70224"/>
                  </a:cubicBezTo>
                  <a:lnTo>
                    <a:pt x="35145" y="207479"/>
                  </a:lnTo>
                  <a:lnTo>
                    <a:pt x="12780" y="207479"/>
                  </a:lnTo>
                  <a:lnTo>
                    <a:pt x="12780" y="12130"/>
                  </a:lnTo>
                  <a:lnTo>
                    <a:pt x="101600" y="12130"/>
                  </a:lnTo>
                  <a:lnTo>
                    <a:pt x="101600" y="207479"/>
                  </a:lnTo>
                  <a:close/>
                </a:path>
              </a:pathLst>
            </a:custGeom>
            <a:solidFill>
              <a:srgbClr val="26890D"/>
            </a:solidFill>
            <a:ln w="6390" cap="flat">
              <a:noFill/>
              <a:prstDash val="solid"/>
              <a:miter/>
            </a:ln>
          </p:spPr>
          <p:txBody>
            <a:bodyPr rtlCol="0" anchor="ctr"/>
            <a:lstStyle/>
            <a:p>
              <a:endParaRPr lang="en-US"/>
            </a:p>
          </p:txBody>
        </p:sp>
        <p:sp>
          <p:nvSpPr>
            <p:cNvPr id="1086" name="Graphic 1039">
              <a:extLst>
                <a:ext uri="{FF2B5EF4-FFF2-40B4-BE49-F238E27FC236}">
                  <a16:creationId xmlns:a16="http://schemas.microsoft.com/office/drawing/2014/main" id="{692FF4EC-2DF8-FA48-A9D1-6B1C47B4FB13}"/>
                </a:ext>
              </a:extLst>
            </p:cNvPr>
            <p:cNvSpPr/>
            <p:nvPr/>
          </p:nvSpPr>
          <p:spPr>
            <a:xfrm>
              <a:off x="2703720" y="3918211"/>
              <a:ext cx="25222" cy="32997"/>
            </a:xfrm>
            <a:custGeom>
              <a:avLst/>
              <a:gdLst>
                <a:gd name="connsiteX0" fmla="*/ 3057 w 25222"/>
                <a:gd name="connsiteY0" fmla="*/ 31720 h 32997"/>
                <a:gd name="connsiteX1" fmla="*/ 6252 w 25222"/>
                <a:gd name="connsiteY1" fmla="*/ 32997 h 32997"/>
                <a:gd name="connsiteX2" fmla="*/ 11364 w 25222"/>
                <a:gd name="connsiteY2" fmla="*/ 29805 h 32997"/>
                <a:gd name="connsiteX3" fmla="*/ 24144 w 25222"/>
                <a:gd name="connsiteY3" fmla="*/ 10015 h 32997"/>
                <a:gd name="connsiteX4" fmla="*/ 22227 w 25222"/>
                <a:gd name="connsiteY4" fmla="*/ 1077 h 32997"/>
                <a:gd name="connsiteX5" fmla="*/ 13281 w 25222"/>
                <a:gd name="connsiteY5" fmla="*/ 2992 h 32997"/>
                <a:gd name="connsiteX6" fmla="*/ 501 w 25222"/>
                <a:gd name="connsiteY6" fmla="*/ 22783 h 32997"/>
                <a:gd name="connsiteX7" fmla="*/ 3057 w 25222"/>
                <a:gd name="connsiteY7" fmla="*/ 31720 h 32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22" h="32997">
                  <a:moveTo>
                    <a:pt x="3057" y="31720"/>
                  </a:moveTo>
                  <a:cubicBezTo>
                    <a:pt x="4335" y="32359"/>
                    <a:pt x="5613" y="32997"/>
                    <a:pt x="6252" y="32997"/>
                  </a:cubicBezTo>
                  <a:cubicBezTo>
                    <a:pt x="8169" y="32997"/>
                    <a:pt x="10725" y="31720"/>
                    <a:pt x="11364" y="29805"/>
                  </a:cubicBezTo>
                  <a:lnTo>
                    <a:pt x="24144" y="10015"/>
                  </a:lnTo>
                  <a:cubicBezTo>
                    <a:pt x="26061" y="6823"/>
                    <a:pt x="25422" y="2992"/>
                    <a:pt x="22227" y="1077"/>
                  </a:cubicBezTo>
                  <a:cubicBezTo>
                    <a:pt x="19032" y="-838"/>
                    <a:pt x="15198" y="-200"/>
                    <a:pt x="13281" y="2992"/>
                  </a:cubicBezTo>
                  <a:lnTo>
                    <a:pt x="501" y="22783"/>
                  </a:lnTo>
                  <a:cubicBezTo>
                    <a:pt x="-777" y="25975"/>
                    <a:pt x="501" y="29805"/>
                    <a:pt x="3057" y="31720"/>
                  </a:cubicBezTo>
                  <a:close/>
                </a:path>
              </a:pathLst>
            </a:custGeom>
            <a:solidFill>
              <a:srgbClr val="26890D"/>
            </a:solidFill>
            <a:ln w="6390" cap="flat">
              <a:noFill/>
              <a:prstDash val="solid"/>
              <a:miter/>
            </a:ln>
          </p:spPr>
          <p:txBody>
            <a:bodyPr rtlCol="0" anchor="ctr"/>
            <a:lstStyle/>
            <a:p>
              <a:endParaRPr lang="en-US"/>
            </a:p>
          </p:txBody>
        </p:sp>
        <p:sp>
          <p:nvSpPr>
            <p:cNvPr id="1087" name="Graphic 1039">
              <a:extLst>
                <a:ext uri="{FF2B5EF4-FFF2-40B4-BE49-F238E27FC236}">
                  <a16:creationId xmlns:a16="http://schemas.microsoft.com/office/drawing/2014/main" id="{64C4E434-B828-2D4F-A6C6-F777BD5FFD6E}"/>
                </a:ext>
              </a:extLst>
            </p:cNvPr>
            <p:cNvSpPr/>
            <p:nvPr/>
          </p:nvSpPr>
          <p:spPr>
            <a:xfrm>
              <a:off x="2751067" y="3918211"/>
              <a:ext cx="25799" cy="32997"/>
            </a:xfrm>
            <a:custGeom>
              <a:avLst/>
              <a:gdLst>
                <a:gd name="connsiteX0" fmla="*/ 14497 w 25799"/>
                <a:gd name="connsiteY0" fmla="*/ 29805 h 32997"/>
                <a:gd name="connsiteX1" fmla="*/ 19609 w 25799"/>
                <a:gd name="connsiteY1" fmla="*/ 32997 h 32997"/>
                <a:gd name="connsiteX2" fmla="*/ 22804 w 25799"/>
                <a:gd name="connsiteY2" fmla="*/ 31720 h 32997"/>
                <a:gd name="connsiteX3" fmla="*/ 24721 w 25799"/>
                <a:gd name="connsiteY3" fmla="*/ 22783 h 32997"/>
                <a:gd name="connsiteX4" fmla="*/ 11941 w 25799"/>
                <a:gd name="connsiteY4" fmla="*/ 2992 h 32997"/>
                <a:gd name="connsiteX5" fmla="*/ 2995 w 25799"/>
                <a:gd name="connsiteY5" fmla="*/ 1077 h 32997"/>
                <a:gd name="connsiteX6" fmla="*/ 1078 w 25799"/>
                <a:gd name="connsiteY6" fmla="*/ 10015 h 32997"/>
                <a:gd name="connsiteX7" fmla="*/ 14497 w 25799"/>
                <a:gd name="connsiteY7" fmla="*/ 29805 h 32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99" h="32997">
                  <a:moveTo>
                    <a:pt x="14497" y="29805"/>
                  </a:moveTo>
                  <a:cubicBezTo>
                    <a:pt x="15775" y="31720"/>
                    <a:pt x="17692" y="32997"/>
                    <a:pt x="19609" y="32997"/>
                  </a:cubicBezTo>
                  <a:cubicBezTo>
                    <a:pt x="20887" y="32997"/>
                    <a:pt x="22165" y="32997"/>
                    <a:pt x="22804" y="31720"/>
                  </a:cubicBezTo>
                  <a:cubicBezTo>
                    <a:pt x="25999" y="29805"/>
                    <a:pt x="26638" y="25975"/>
                    <a:pt x="24721" y="22783"/>
                  </a:cubicBezTo>
                  <a:lnTo>
                    <a:pt x="11941" y="2992"/>
                  </a:lnTo>
                  <a:cubicBezTo>
                    <a:pt x="10024" y="-200"/>
                    <a:pt x="6190" y="-838"/>
                    <a:pt x="2995" y="1077"/>
                  </a:cubicBezTo>
                  <a:cubicBezTo>
                    <a:pt x="-200" y="2992"/>
                    <a:pt x="-839" y="6823"/>
                    <a:pt x="1078" y="10015"/>
                  </a:cubicBezTo>
                  <a:lnTo>
                    <a:pt x="14497" y="29805"/>
                  </a:lnTo>
                  <a:close/>
                </a:path>
              </a:pathLst>
            </a:custGeom>
            <a:solidFill>
              <a:srgbClr val="26890D"/>
            </a:solidFill>
            <a:ln w="6390" cap="flat">
              <a:noFill/>
              <a:prstDash val="solid"/>
              <a:miter/>
            </a:ln>
          </p:spPr>
          <p:txBody>
            <a:bodyPr rtlCol="0" anchor="ctr"/>
            <a:lstStyle/>
            <a:p>
              <a:endParaRPr lang="en-US"/>
            </a:p>
          </p:txBody>
        </p:sp>
      </p:grpSp>
      <p:grpSp>
        <p:nvGrpSpPr>
          <p:cNvPr id="1088" name="Graphic 1039">
            <a:extLst>
              <a:ext uri="{FF2B5EF4-FFF2-40B4-BE49-F238E27FC236}">
                <a16:creationId xmlns:a16="http://schemas.microsoft.com/office/drawing/2014/main" id="{12B51D66-478C-B24F-A0E8-6AD23ED8B43A}"/>
              </a:ext>
            </a:extLst>
          </p:cNvPr>
          <p:cNvGrpSpPr/>
          <p:nvPr/>
        </p:nvGrpSpPr>
        <p:grpSpPr>
          <a:xfrm>
            <a:off x="2998797" y="918179"/>
            <a:ext cx="361670" cy="361333"/>
            <a:chOff x="2998797" y="918179"/>
            <a:chExt cx="361670" cy="361333"/>
          </a:xfrm>
          <a:solidFill>
            <a:srgbClr val="26890D"/>
          </a:solidFill>
        </p:grpSpPr>
        <p:sp>
          <p:nvSpPr>
            <p:cNvPr id="1089" name="Graphic 1039">
              <a:extLst>
                <a:ext uri="{FF2B5EF4-FFF2-40B4-BE49-F238E27FC236}">
                  <a16:creationId xmlns:a16="http://schemas.microsoft.com/office/drawing/2014/main" id="{C70EF0BA-ACEC-9947-8A4F-7690755587EF}"/>
                </a:ext>
              </a:extLst>
            </p:cNvPr>
            <p:cNvSpPr/>
            <p:nvPr/>
          </p:nvSpPr>
          <p:spPr>
            <a:xfrm>
              <a:off x="3107426" y="1143533"/>
              <a:ext cx="65816" cy="42134"/>
            </a:xfrm>
            <a:custGeom>
              <a:avLst/>
              <a:gdLst>
                <a:gd name="connsiteX0" fmla="*/ 0 w 65816"/>
                <a:gd name="connsiteY0" fmla="*/ 0 h 42134"/>
                <a:gd name="connsiteX1" fmla="*/ 65816 w 65816"/>
                <a:gd name="connsiteY1" fmla="*/ 0 h 42134"/>
                <a:gd name="connsiteX2" fmla="*/ 65816 w 65816"/>
                <a:gd name="connsiteY2" fmla="*/ 42134 h 42134"/>
                <a:gd name="connsiteX3" fmla="*/ 0 w 65816"/>
                <a:gd name="connsiteY3" fmla="*/ 42134 h 42134"/>
              </a:gdLst>
              <a:ahLst/>
              <a:cxnLst>
                <a:cxn ang="0">
                  <a:pos x="connsiteX0" y="connsiteY0"/>
                </a:cxn>
                <a:cxn ang="0">
                  <a:pos x="connsiteX1" y="connsiteY1"/>
                </a:cxn>
                <a:cxn ang="0">
                  <a:pos x="connsiteX2" y="connsiteY2"/>
                </a:cxn>
                <a:cxn ang="0">
                  <a:pos x="connsiteX3" y="connsiteY3"/>
                </a:cxn>
              </a:cxnLst>
              <a:rect l="l" t="t" r="r" b="b"/>
              <a:pathLst>
                <a:path w="65816" h="42134">
                  <a:moveTo>
                    <a:pt x="0" y="0"/>
                  </a:moveTo>
                  <a:lnTo>
                    <a:pt x="65816" y="0"/>
                  </a:lnTo>
                  <a:lnTo>
                    <a:pt x="65816" y="42134"/>
                  </a:lnTo>
                  <a:lnTo>
                    <a:pt x="0" y="42134"/>
                  </a:lnTo>
                  <a:close/>
                </a:path>
              </a:pathLst>
            </a:custGeom>
            <a:solidFill>
              <a:srgbClr val="26890D"/>
            </a:solidFill>
            <a:ln w="6390" cap="flat">
              <a:noFill/>
              <a:prstDash val="solid"/>
              <a:miter/>
            </a:ln>
          </p:spPr>
          <p:txBody>
            <a:bodyPr rtlCol="0" anchor="ctr"/>
            <a:lstStyle/>
            <a:p>
              <a:endParaRPr lang="en-US"/>
            </a:p>
          </p:txBody>
        </p:sp>
        <p:sp>
          <p:nvSpPr>
            <p:cNvPr id="1090" name="Graphic 1039">
              <a:extLst>
                <a:ext uri="{FF2B5EF4-FFF2-40B4-BE49-F238E27FC236}">
                  <a16:creationId xmlns:a16="http://schemas.microsoft.com/office/drawing/2014/main" id="{95C5172B-C0FD-4245-A09D-5C4FD2A8D436}"/>
                </a:ext>
              </a:extLst>
            </p:cNvPr>
            <p:cNvSpPr/>
            <p:nvPr/>
          </p:nvSpPr>
          <p:spPr>
            <a:xfrm>
              <a:off x="3107426" y="1088631"/>
              <a:ext cx="65816" cy="42134"/>
            </a:xfrm>
            <a:custGeom>
              <a:avLst/>
              <a:gdLst>
                <a:gd name="connsiteX0" fmla="*/ 0 w 65816"/>
                <a:gd name="connsiteY0" fmla="*/ 0 h 42134"/>
                <a:gd name="connsiteX1" fmla="*/ 65816 w 65816"/>
                <a:gd name="connsiteY1" fmla="*/ 0 h 42134"/>
                <a:gd name="connsiteX2" fmla="*/ 65816 w 65816"/>
                <a:gd name="connsiteY2" fmla="*/ 42134 h 42134"/>
                <a:gd name="connsiteX3" fmla="*/ 0 w 65816"/>
                <a:gd name="connsiteY3" fmla="*/ 42134 h 42134"/>
              </a:gdLst>
              <a:ahLst/>
              <a:cxnLst>
                <a:cxn ang="0">
                  <a:pos x="connsiteX0" y="connsiteY0"/>
                </a:cxn>
                <a:cxn ang="0">
                  <a:pos x="connsiteX1" y="connsiteY1"/>
                </a:cxn>
                <a:cxn ang="0">
                  <a:pos x="connsiteX2" y="connsiteY2"/>
                </a:cxn>
                <a:cxn ang="0">
                  <a:pos x="connsiteX3" y="connsiteY3"/>
                </a:cxn>
              </a:cxnLst>
              <a:rect l="l" t="t" r="r" b="b"/>
              <a:pathLst>
                <a:path w="65816" h="42134">
                  <a:moveTo>
                    <a:pt x="0" y="0"/>
                  </a:moveTo>
                  <a:lnTo>
                    <a:pt x="65816" y="0"/>
                  </a:lnTo>
                  <a:lnTo>
                    <a:pt x="65816" y="42134"/>
                  </a:lnTo>
                  <a:lnTo>
                    <a:pt x="0" y="42134"/>
                  </a:lnTo>
                  <a:close/>
                </a:path>
              </a:pathLst>
            </a:custGeom>
            <a:solidFill>
              <a:srgbClr val="26890D"/>
            </a:solidFill>
            <a:ln w="6390" cap="flat">
              <a:noFill/>
              <a:prstDash val="solid"/>
              <a:miter/>
            </a:ln>
          </p:spPr>
          <p:txBody>
            <a:bodyPr rtlCol="0" anchor="ctr"/>
            <a:lstStyle/>
            <a:p>
              <a:endParaRPr lang="en-US"/>
            </a:p>
          </p:txBody>
        </p:sp>
        <p:sp>
          <p:nvSpPr>
            <p:cNvPr id="1091" name="Graphic 1039">
              <a:extLst>
                <a:ext uri="{FF2B5EF4-FFF2-40B4-BE49-F238E27FC236}">
                  <a16:creationId xmlns:a16="http://schemas.microsoft.com/office/drawing/2014/main" id="{D0E0D234-29E5-BA42-BF04-1A7420B63A06}"/>
                </a:ext>
              </a:extLst>
            </p:cNvPr>
            <p:cNvSpPr/>
            <p:nvPr/>
          </p:nvSpPr>
          <p:spPr>
            <a:xfrm>
              <a:off x="3091451" y="1056711"/>
              <a:ext cx="81791" cy="19151"/>
            </a:xfrm>
            <a:custGeom>
              <a:avLst/>
              <a:gdLst>
                <a:gd name="connsiteX0" fmla="*/ 81791 w 81791"/>
                <a:gd name="connsiteY0" fmla="*/ 19152 h 19151"/>
                <a:gd name="connsiteX1" fmla="*/ 81791 w 81791"/>
                <a:gd name="connsiteY1" fmla="*/ 0 h 19151"/>
                <a:gd name="connsiteX2" fmla="*/ 0 w 81791"/>
                <a:gd name="connsiteY2" fmla="*/ 0 h 19151"/>
                <a:gd name="connsiteX3" fmla="*/ 0 w 81791"/>
                <a:gd name="connsiteY3" fmla="*/ 19152 h 19151"/>
                <a:gd name="connsiteX4" fmla="*/ 9585 w 81791"/>
                <a:gd name="connsiteY4" fmla="*/ 19152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91" h="19151">
                  <a:moveTo>
                    <a:pt x="81791" y="19152"/>
                  </a:moveTo>
                  <a:lnTo>
                    <a:pt x="81791" y="0"/>
                  </a:lnTo>
                  <a:lnTo>
                    <a:pt x="0" y="0"/>
                  </a:lnTo>
                  <a:lnTo>
                    <a:pt x="0" y="19152"/>
                  </a:lnTo>
                  <a:lnTo>
                    <a:pt x="9585" y="19152"/>
                  </a:lnTo>
                  <a:close/>
                </a:path>
              </a:pathLst>
            </a:custGeom>
            <a:solidFill>
              <a:srgbClr val="26890D"/>
            </a:solidFill>
            <a:ln w="6390" cap="flat">
              <a:noFill/>
              <a:prstDash val="solid"/>
              <a:miter/>
            </a:ln>
          </p:spPr>
          <p:txBody>
            <a:bodyPr rtlCol="0" anchor="ctr"/>
            <a:lstStyle/>
            <a:p>
              <a:endParaRPr lang="en-US"/>
            </a:p>
          </p:txBody>
        </p:sp>
        <p:sp>
          <p:nvSpPr>
            <p:cNvPr id="1092" name="Graphic 1039">
              <a:extLst>
                <a:ext uri="{FF2B5EF4-FFF2-40B4-BE49-F238E27FC236}">
                  <a16:creationId xmlns:a16="http://schemas.microsoft.com/office/drawing/2014/main" id="{4F34D936-51C2-8649-BF63-4606EAFB6257}"/>
                </a:ext>
              </a:extLst>
            </p:cNvPr>
            <p:cNvSpPr/>
            <p:nvPr/>
          </p:nvSpPr>
          <p:spPr>
            <a:xfrm>
              <a:off x="3179632" y="1042666"/>
              <a:ext cx="1277" cy="1276"/>
            </a:xfrm>
            <a:custGeom>
              <a:avLst/>
              <a:gdLst>
                <a:gd name="connsiteX0" fmla="*/ 1278 w 1277"/>
                <a:gd name="connsiteY0" fmla="*/ 1277 h 1276"/>
                <a:gd name="connsiteX1" fmla="*/ 639 w 1277"/>
                <a:gd name="connsiteY1" fmla="*/ 0 h 1276"/>
                <a:gd name="connsiteX2" fmla="*/ 0 w 1277"/>
                <a:gd name="connsiteY2" fmla="*/ 1277 h 1276"/>
                <a:gd name="connsiteX3" fmla="*/ 1278 w 1277"/>
                <a:gd name="connsiteY3" fmla="*/ 1277 h 1276"/>
              </a:gdLst>
              <a:ahLst/>
              <a:cxnLst>
                <a:cxn ang="0">
                  <a:pos x="connsiteX0" y="connsiteY0"/>
                </a:cxn>
                <a:cxn ang="0">
                  <a:pos x="connsiteX1" y="connsiteY1"/>
                </a:cxn>
                <a:cxn ang="0">
                  <a:pos x="connsiteX2" y="connsiteY2"/>
                </a:cxn>
                <a:cxn ang="0">
                  <a:pos x="connsiteX3" y="connsiteY3"/>
                </a:cxn>
              </a:cxnLst>
              <a:rect l="l" t="t" r="r" b="b"/>
              <a:pathLst>
                <a:path w="1277" h="1276">
                  <a:moveTo>
                    <a:pt x="1278" y="1277"/>
                  </a:moveTo>
                  <a:cubicBezTo>
                    <a:pt x="1278" y="638"/>
                    <a:pt x="639" y="0"/>
                    <a:pt x="639" y="0"/>
                  </a:cubicBezTo>
                  <a:cubicBezTo>
                    <a:pt x="639" y="638"/>
                    <a:pt x="0" y="1277"/>
                    <a:pt x="0" y="1277"/>
                  </a:cubicBezTo>
                  <a:lnTo>
                    <a:pt x="1278" y="1277"/>
                  </a:lnTo>
                  <a:close/>
                </a:path>
              </a:pathLst>
            </a:custGeom>
            <a:solidFill>
              <a:srgbClr val="26890D"/>
            </a:solidFill>
            <a:ln w="6390" cap="flat">
              <a:noFill/>
              <a:prstDash val="solid"/>
              <a:miter/>
            </a:ln>
          </p:spPr>
          <p:txBody>
            <a:bodyPr rtlCol="0" anchor="ctr"/>
            <a:lstStyle/>
            <a:p>
              <a:endParaRPr lang="en-US"/>
            </a:p>
          </p:txBody>
        </p:sp>
        <p:sp>
          <p:nvSpPr>
            <p:cNvPr id="1093" name="Graphic 1039">
              <a:extLst>
                <a:ext uri="{FF2B5EF4-FFF2-40B4-BE49-F238E27FC236}">
                  <a16:creationId xmlns:a16="http://schemas.microsoft.com/office/drawing/2014/main" id="{B13E7C66-8D33-AB48-A962-52173434248B}"/>
                </a:ext>
              </a:extLst>
            </p:cNvPr>
            <p:cNvSpPr/>
            <p:nvPr/>
          </p:nvSpPr>
          <p:spPr>
            <a:xfrm>
              <a:off x="3141612" y="1012343"/>
              <a:ext cx="26683" cy="26020"/>
            </a:xfrm>
            <a:custGeom>
              <a:avLst/>
              <a:gdLst>
                <a:gd name="connsiteX0" fmla="*/ 26518 w 26683"/>
                <a:gd name="connsiteY0" fmla="*/ 25855 h 26020"/>
                <a:gd name="connsiteX1" fmla="*/ 16294 w 26683"/>
                <a:gd name="connsiteY1" fmla="*/ 2873 h 26020"/>
                <a:gd name="connsiteX2" fmla="*/ 2876 w 26683"/>
                <a:gd name="connsiteY2" fmla="*/ 2873 h 26020"/>
                <a:gd name="connsiteX3" fmla="*/ 2876 w 26683"/>
                <a:gd name="connsiteY3" fmla="*/ 16279 h 26020"/>
                <a:gd name="connsiteX4" fmla="*/ 26518 w 26683"/>
                <a:gd name="connsiteY4" fmla="*/ 25855 h 26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83" h="26020">
                  <a:moveTo>
                    <a:pt x="26518" y="25855"/>
                  </a:moveTo>
                  <a:cubicBezTo>
                    <a:pt x="27796" y="22663"/>
                    <a:pt x="21406" y="7980"/>
                    <a:pt x="16294" y="2873"/>
                  </a:cubicBezTo>
                  <a:cubicBezTo>
                    <a:pt x="12460" y="-958"/>
                    <a:pt x="6710" y="-958"/>
                    <a:pt x="2876" y="2873"/>
                  </a:cubicBezTo>
                  <a:cubicBezTo>
                    <a:pt x="-959" y="6703"/>
                    <a:pt x="-959" y="12449"/>
                    <a:pt x="2876" y="16279"/>
                  </a:cubicBezTo>
                  <a:cubicBezTo>
                    <a:pt x="8626" y="20748"/>
                    <a:pt x="23323" y="27132"/>
                    <a:pt x="26518" y="25855"/>
                  </a:cubicBezTo>
                  <a:close/>
                </a:path>
              </a:pathLst>
            </a:custGeom>
            <a:solidFill>
              <a:srgbClr val="26890D"/>
            </a:solidFill>
            <a:ln w="6390" cap="flat">
              <a:noFill/>
              <a:prstDash val="solid"/>
              <a:miter/>
            </a:ln>
          </p:spPr>
          <p:txBody>
            <a:bodyPr rtlCol="0" anchor="ctr"/>
            <a:lstStyle/>
            <a:p>
              <a:endParaRPr lang="en-US"/>
            </a:p>
          </p:txBody>
        </p:sp>
        <p:sp>
          <p:nvSpPr>
            <p:cNvPr id="1094" name="Graphic 1039">
              <a:extLst>
                <a:ext uri="{FF2B5EF4-FFF2-40B4-BE49-F238E27FC236}">
                  <a16:creationId xmlns:a16="http://schemas.microsoft.com/office/drawing/2014/main" id="{5807BDE1-53B2-E746-81D1-C5CF6EAA3EA9}"/>
                </a:ext>
              </a:extLst>
            </p:cNvPr>
            <p:cNvSpPr/>
            <p:nvPr/>
          </p:nvSpPr>
          <p:spPr>
            <a:xfrm>
              <a:off x="3192232" y="1012023"/>
              <a:ext cx="26059" cy="26339"/>
            </a:xfrm>
            <a:custGeom>
              <a:avLst/>
              <a:gdLst>
                <a:gd name="connsiteX0" fmla="*/ 23184 w 26059"/>
                <a:gd name="connsiteY0" fmla="*/ 15960 h 26339"/>
                <a:gd name="connsiteX1" fmla="*/ 23184 w 26059"/>
                <a:gd name="connsiteY1" fmla="*/ 2554 h 26339"/>
                <a:gd name="connsiteX2" fmla="*/ 16794 w 26059"/>
                <a:gd name="connsiteY2" fmla="*/ 0 h 26339"/>
                <a:gd name="connsiteX3" fmla="*/ 10404 w 26059"/>
                <a:gd name="connsiteY3" fmla="*/ 2554 h 26339"/>
                <a:gd name="connsiteX4" fmla="*/ 180 w 26059"/>
                <a:gd name="connsiteY4" fmla="*/ 26174 h 26339"/>
                <a:gd name="connsiteX5" fmla="*/ 23184 w 26059"/>
                <a:gd name="connsiteY5" fmla="*/ 15960 h 26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59" h="26339">
                  <a:moveTo>
                    <a:pt x="23184" y="15960"/>
                  </a:moveTo>
                  <a:cubicBezTo>
                    <a:pt x="27018" y="12130"/>
                    <a:pt x="27018" y="6384"/>
                    <a:pt x="23184" y="2554"/>
                  </a:cubicBezTo>
                  <a:cubicBezTo>
                    <a:pt x="21267" y="638"/>
                    <a:pt x="18711" y="0"/>
                    <a:pt x="16794" y="0"/>
                  </a:cubicBezTo>
                  <a:cubicBezTo>
                    <a:pt x="14877" y="0"/>
                    <a:pt x="11682" y="638"/>
                    <a:pt x="10404" y="2554"/>
                  </a:cubicBezTo>
                  <a:cubicBezTo>
                    <a:pt x="4653" y="8299"/>
                    <a:pt x="-1098" y="22982"/>
                    <a:pt x="180" y="26174"/>
                  </a:cubicBezTo>
                  <a:cubicBezTo>
                    <a:pt x="2736" y="27451"/>
                    <a:pt x="18072" y="21067"/>
                    <a:pt x="23184" y="15960"/>
                  </a:cubicBezTo>
                  <a:close/>
                </a:path>
              </a:pathLst>
            </a:custGeom>
            <a:solidFill>
              <a:srgbClr val="26890D"/>
            </a:solidFill>
            <a:ln w="6390" cap="flat">
              <a:noFill/>
              <a:prstDash val="solid"/>
              <a:miter/>
            </a:ln>
          </p:spPr>
          <p:txBody>
            <a:bodyPr rtlCol="0" anchor="ctr"/>
            <a:lstStyle/>
            <a:p>
              <a:endParaRPr lang="en-US"/>
            </a:p>
          </p:txBody>
        </p:sp>
        <p:sp>
          <p:nvSpPr>
            <p:cNvPr id="1095" name="Graphic 1039">
              <a:extLst>
                <a:ext uri="{FF2B5EF4-FFF2-40B4-BE49-F238E27FC236}">
                  <a16:creationId xmlns:a16="http://schemas.microsoft.com/office/drawing/2014/main" id="{02B3ED5E-2709-D548-BE05-6D618AA40C52}"/>
                </a:ext>
              </a:extLst>
            </p:cNvPr>
            <p:cNvSpPr/>
            <p:nvPr/>
          </p:nvSpPr>
          <p:spPr>
            <a:xfrm>
              <a:off x="3186022" y="1056711"/>
              <a:ext cx="81791" cy="19151"/>
            </a:xfrm>
            <a:custGeom>
              <a:avLst/>
              <a:gdLst>
                <a:gd name="connsiteX0" fmla="*/ 0 w 81791"/>
                <a:gd name="connsiteY0" fmla="*/ 19152 h 19151"/>
                <a:gd name="connsiteX1" fmla="*/ 72206 w 81791"/>
                <a:gd name="connsiteY1" fmla="*/ 19152 h 19151"/>
                <a:gd name="connsiteX2" fmla="*/ 81791 w 81791"/>
                <a:gd name="connsiteY2" fmla="*/ 19152 h 19151"/>
                <a:gd name="connsiteX3" fmla="*/ 81791 w 81791"/>
                <a:gd name="connsiteY3" fmla="*/ 0 h 19151"/>
                <a:gd name="connsiteX4" fmla="*/ 0 w 81791"/>
                <a:gd name="connsiteY4" fmla="*/ 0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91" h="19151">
                  <a:moveTo>
                    <a:pt x="0" y="19152"/>
                  </a:moveTo>
                  <a:lnTo>
                    <a:pt x="72206" y="19152"/>
                  </a:lnTo>
                  <a:lnTo>
                    <a:pt x="81791" y="19152"/>
                  </a:lnTo>
                  <a:lnTo>
                    <a:pt x="81791" y="0"/>
                  </a:lnTo>
                  <a:lnTo>
                    <a:pt x="0" y="0"/>
                  </a:lnTo>
                  <a:close/>
                </a:path>
              </a:pathLst>
            </a:custGeom>
            <a:solidFill>
              <a:srgbClr val="26890D"/>
            </a:solidFill>
            <a:ln w="6390" cap="flat">
              <a:noFill/>
              <a:prstDash val="solid"/>
              <a:miter/>
            </a:ln>
          </p:spPr>
          <p:txBody>
            <a:bodyPr rtlCol="0" anchor="ctr"/>
            <a:lstStyle/>
            <a:p>
              <a:endParaRPr lang="en-US"/>
            </a:p>
          </p:txBody>
        </p:sp>
        <p:sp>
          <p:nvSpPr>
            <p:cNvPr id="1096" name="Graphic 1039">
              <a:extLst>
                <a:ext uri="{FF2B5EF4-FFF2-40B4-BE49-F238E27FC236}">
                  <a16:creationId xmlns:a16="http://schemas.microsoft.com/office/drawing/2014/main" id="{5AABF52D-D25C-8C42-9CC3-F84685A40D41}"/>
                </a:ext>
              </a:extLst>
            </p:cNvPr>
            <p:cNvSpPr/>
            <p:nvPr/>
          </p:nvSpPr>
          <p:spPr>
            <a:xfrm>
              <a:off x="2998797"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81796 w 361670"/>
                <a:gd name="connsiteY5" fmla="*/ 164068 h 361333"/>
                <a:gd name="connsiteX6" fmla="*/ 275407 w 361670"/>
                <a:gd name="connsiteY6" fmla="*/ 170452 h 361333"/>
                <a:gd name="connsiteX7" fmla="*/ 265821 w 361670"/>
                <a:gd name="connsiteY7" fmla="*/ 170452 h 361333"/>
                <a:gd name="connsiteX8" fmla="*/ 265821 w 361670"/>
                <a:gd name="connsiteY8" fmla="*/ 274511 h 361333"/>
                <a:gd name="connsiteX9" fmla="*/ 259431 w 361670"/>
                <a:gd name="connsiteY9" fmla="*/ 280895 h 361333"/>
                <a:gd name="connsiteX10" fmla="*/ 101600 w 361670"/>
                <a:gd name="connsiteY10" fmla="*/ 280895 h 361333"/>
                <a:gd name="connsiteX11" fmla="*/ 95210 w 361670"/>
                <a:gd name="connsiteY11" fmla="*/ 274511 h 361333"/>
                <a:gd name="connsiteX12" fmla="*/ 95210 w 361670"/>
                <a:gd name="connsiteY12" fmla="*/ 170452 h 361333"/>
                <a:gd name="connsiteX13" fmla="*/ 85625 w 361670"/>
                <a:gd name="connsiteY13" fmla="*/ 170452 h 361333"/>
                <a:gd name="connsiteX14" fmla="*/ 79235 w 361670"/>
                <a:gd name="connsiteY14" fmla="*/ 164068 h 361333"/>
                <a:gd name="connsiteX15" fmla="*/ 79235 w 361670"/>
                <a:gd name="connsiteY15" fmla="*/ 132787 h 361333"/>
                <a:gd name="connsiteX16" fmla="*/ 85625 w 361670"/>
                <a:gd name="connsiteY16" fmla="*/ 126403 h 361333"/>
                <a:gd name="connsiteX17" fmla="*/ 146330 w 361670"/>
                <a:gd name="connsiteY17" fmla="*/ 126403 h 361333"/>
                <a:gd name="connsiteX18" fmla="*/ 136106 w 361670"/>
                <a:gd name="connsiteY18" fmla="*/ 119380 h 361333"/>
                <a:gd name="connsiteX19" fmla="*/ 136106 w 361670"/>
                <a:gd name="connsiteY19" fmla="*/ 88099 h 361333"/>
                <a:gd name="connsiteX20" fmla="*/ 167416 w 361670"/>
                <a:gd name="connsiteY20" fmla="*/ 88099 h 361333"/>
                <a:gd name="connsiteX21" fmla="*/ 180196 w 361670"/>
                <a:gd name="connsiteY21" fmla="*/ 112358 h 361333"/>
                <a:gd name="connsiteX22" fmla="*/ 192976 w 361670"/>
                <a:gd name="connsiteY22" fmla="*/ 88099 h 361333"/>
                <a:gd name="connsiteX23" fmla="*/ 224287 w 361670"/>
                <a:gd name="connsiteY23" fmla="*/ 88099 h 361333"/>
                <a:gd name="connsiteX24" fmla="*/ 224287 w 361670"/>
                <a:gd name="connsiteY24" fmla="*/ 119380 h 361333"/>
                <a:gd name="connsiteX25" fmla="*/ 214063 w 361670"/>
                <a:gd name="connsiteY25" fmla="*/ 126403 h 361333"/>
                <a:gd name="connsiteX26" fmla="*/ 274128 w 361670"/>
                <a:gd name="connsiteY26" fmla="*/ 126403 h 361333"/>
                <a:gd name="connsiteX27" fmla="*/ 280518 w 361670"/>
                <a:gd name="connsiteY27" fmla="*/ 132787 h 361333"/>
                <a:gd name="connsiteX28" fmla="*/ 280518 w 361670"/>
                <a:gd name="connsiteY28" fmla="*/ 16406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1" y="280257"/>
                    <a:pt x="361671" y="180667"/>
                  </a:cubicBezTo>
                  <a:cubicBezTo>
                    <a:pt x="361671" y="81077"/>
                    <a:pt x="281157" y="0"/>
                    <a:pt x="180835" y="0"/>
                  </a:cubicBezTo>
                  <a:close/>
                  <a:moveTo>
                    <a:pt x="281796" y="164068"/>
                  </a:moveTo>
                  <a:cubicBezTo>
                    <a:pt x="281796" y="167899"/>
                    <a:pt x="279240" y="170452"/>
                    <a:pt x="275407" y="170452"/>
                  </a:cubicBezTo>
                  <a:lnTo>
                    <a:pt x="265821" y="170452"/>
                  </a:lnTo>
                  <a:lnTo>
                    <a:pt x="265821" y="274511"/>
                  </a:lnTo>
                  <a:cubicBezTo>
                    <a:pt x="265821" y="278342"/>
                    <a:pt x="263266" y="280895"/>
                    <a:pt x="259431" y="280895"/>
                  </a:cubicBezTo>
                  <a:lnTo>
                    <a:pt x="101600" y="280895"/>
                  </a:lnTo>
                  <a:cubicBezTo>
                    <a:pt x="97766" y="280895"/>
                    <a:pt x="95210" y="278342"/>
                    <a:pt x="95210" y="274511"/>
                  </a:cubicBezTo>
                  <a:lnTo>
                    <a:pt x="95210" y="170452"/>
                  </a:lnTo>
                  <a:lnTo>
                    <a:pt x="85625" y="170452"/>
                  </a:lnTo>
                  <a:cubicBezTo>
                    <a:pt x="81791" y="170452"/>
                    <a:pt x="79235" y="167899"/>
                    <a:pt x="79235" y="164068"/>
                  </a:cubicBezTo>
                  <a:lnTo>
                    <a:pt x="79235" y="132787"/>
                  </a:lnTo>
                  <a:cubicBezTo>
                    <a:pt x="79235" y="128956"/>
                    <a:pt x="81791" y="126403"/>
                    <a:pt x="85625" y="126403"/>
                  </a:cubicBezTo>
                  <a:lnTo>
                    <a:pt x="146330" y="126403"/>
                  </a:lnTo>
                  <a:cubicBezTo>
                    <a:pt x="142496" y="123849"/>
                    <a:pt x="138662" y="121296"/>
                    <a:pt x="136106" y="119380"/>
                  </a:cubicBezTo>
                  <a:cubicBezTo>
                    <a:pt x="127160" y="110443"/>
                    <a:pt x="127160" y="96398"/>
                    <a:pt x="136106" y="88099"/>
                  </a:cubicBezTo>
                  <a:cubicBezTo>
                    <a:pt x="145052" y="79161"/>
                    <a:pt x="159110" y="79161"/>
                    <a:pt x="167416" y="88099"/>
                  </a:cubicBezTo>
                  <a:cubicBezTo>
                    <a:pt x="171250" y="91929"/>
                    <a:pt x="178279" y="102144"/>
                    <a:pt x="180196" y="112358"/>
                  </a:cubicBezTo>
                  <a:cubicBezTo>
                    <a:pt x="182752" y="102144"/>
                    <a:pt x="189781" y="91929"/>
                    <a:pt x="192976" y="88099"/>
                  </a:cubicBezTo>
                  <a:cubicBezTo>
                    <a:pt x="201922" y="79161"/>
                    <a:pt x="215980" y="79161"/>
                    <a:pt x="224287" y="88099"/>
                  </a:cubicBezTo>
                  <a:cubicBezTo>
                    <a:pt x="233233" y="97037"/>
                    <a:pt x="233233" y="111081"/>
                    <a:pt x="224287" y="119380"/>
                  </a:cubicBezTo>
                  <a:cubicBezTo>
                    <a:pt x="221731" y="121934"/>
                    <a:pt x="218536" y="124488"/>
                    <a:pt x="214063" y="126403"/>
                  </a:cubicBezTo>
                  <a:lnTo>
                    <a:pt x="274128" y="126403"/>
                  </a:lnTo>
                  <a:cubicBezTo>
                    <a:pt x="277962" y="126403"/>
                    <a:pt x="280518" y="128956"/>
                    <a:pt x="280518" y="132787"/>
                  </a:cubicBezTo>
                  <a:lnTo>
                    <a:pt x="280518" y="164068"/>
                  </a:lnTo>
                  <a:close/>
                </a:path>
              </a:pathLst>
            </a:custGeom>
            <a:solidFill>
              <a:srgbClr val="26890D"/>
            </a:solidFill>
            <a:ln w="6390" cap="flat">
              <a:noFill/>
              <a:prstDash val="solid"/>
              <a:miter/>
            </a:ln>
          </p:spPr>
          <p:txBody>
            <a:bodyPr rtlCol="0" anchor="ctr"/>
            <a:lstStyle/>
            <a:p>
              <a:endParaRPr lang="en-US"/>
            </a:p>
          </p:txBody>
        </p:sp>
        <p:sp>
          <p:nvSpPr>
            <p:cNvPr id="1097" name="Graphic 1039">
              <a:extLst>
                <a:ext uri="{FF2B5EF4-FFF2-40B4-BE49-F238E27FC236}">
                  <a16:creationId xmlns:a16="http://schemas.microsoft.com/office/drawing/2014/main" id="{A02BE730-EA03-2B45-AD37-C646EDD3B35D}"/>
                </a:ext>
              </a:extLst>
            </p:cNvPr>
            <p:cNvSpPr/>
            <p:nvPr/>
          </p:nvSpPr>
          <p:spPr>
            <a:xfrm>
              <a:off x="3186022" y="1088631"/>
              <a:ext cx="65816" cy="42134"/>
            </a:xfrm>
            <a:custGeom>
              <a:avLst/>
              <a:gdLst>
                <a:gd name="connsiteX0" fmla="*/ 0 w 65816"/>
                <a:gd name="connsiteY0" fmla="*/ 0 h 42134"/>
                <a:gd name="connsiteX1" fmla="*/ 65816 w 65816"/>
                <a:gd name="connsiteY1" fmla="*/ 0 h 42134"/>
                <a:gd name="connsiteX2" fmla="*/ 65816 w 65816"/>
                <a:gd name="connsiteY2" fmla="*/ 42134 h 42134"/>
                <a:gd name="connsiteX3" fmla="*/ 0 w 65816"/>
                <a:gd name="connsiteY3" fmla="*/ 42134 h 42134"/>
              </a:gdLst>
              <a:ahLst/>
              <a:cxnLst>
                <a:cxn ang="0">
                  <a:pos x="connsiteX0" y="connsiteY0"/>
                </a:cxn>
                <a:cxn ang="0">
                  <a:pos x="connsiteX1" y="connsiteY1"/>
                </a:cxn>
                <a:cxn ang="0">
                  <a:pos x="connsiteX2" y="connsiteY2"/>
                </a:cxn>
                <a:cxn ang="0">
                  <a:pos x="connsiteX3" y="connsiteY3"/>
                </a:cxn>
              </a:cxnLst>
              <a:rect l="l" t="t" r="r" b="b"/>
              <a:pathLst>
                <a:path w="65816" h="42134">
                  <a:moveTo>
                    <a:pt x="0" y="0"/>
                  </a:moveTo>
                  <a:lnTo>
                    <a:pt x="65816" y="0"/>
                  </a:lnTo>
                  <a:lnTo>
                    <a:pt x="65816" y="42134"/>
                  </a:lnTo>
                  <a:lnTo>
                    <a:pt x="0" y="42134"/>
                  </a:lnTo>
                  <a:close/>
                </a:path>
              </a:pathLst>
            </a:custGeom>
            <a:solidFill>
              <a:srgbClr val="26890D"/>
            </a:solidFill>
            <a:ln w="6390" cap="flat">
              <a:noFill/>
              <a:prstDash val="solid"/>
              <a:miter/>
            </a:ln>
          </p:spPr>
          <p:txBody>
            <a:bodyPr rtlCol="0" anchor="ctr"/>
            <a:lstStyle/>
            <a:p>
              <a:endParaRPr lang="en-US"/>
            </a:p>
          </p:txBody>
        </p:sp>
        <p:sp>
          <p:nvSpPr>
            <p:cNvPr id="1098" name="Graphic 1039">
              <a:extLst>
                <a:ext uri="{FF2B5EF4-FFF2-40B4-BE49-F238E27FC236}">
                  <a16:creationId xmlns:a16="http://schemas.microsoft.com/office/drawing/2014/main" id="{1238C00D-58DE-BF4F-9DCD-3E728B89B14C}"/>
                </a:ext>
              </a:extLst>
            </p:cNvPr>
            <p:cNvSpPr/>
            <p:nvPr/>
          </p:nvSpPr>
          <p:spPr>
            <a:xfrm>
              <a:off x="3186022" y="1143533"/>
              <a:ext cx="65816" cy="42134"/>
            </a:xfrm>
            <a:custGeom>
              <a:avLst/>
              <a:gdLst>
                <a:gd name="connsiteX0" fmla="*/ 0 w 65816"/>
                <a:gd name="connsiteY0" fmla="*/ 0 h 42134"/>
                <a:gd name="connsiteX1" fmla="*/ 65816 w 65816"/>
                <a:gd name="connsiteY1" fmla="*/ 0 h 42134"/>
                <a:gd name="connsiteX2" fmla="*/ 65816 w 65816"/>
                <a:gd name="connsiteY2" fmla="*/ 42134 h 42134"/>
                <a:gd name="connsiteX3" fmla="*/ 0 w 65816"/>
                <a:gd name="connsiteY3" fmla="*/ 42134 h 42134"/>
              </a:gdLst>
              <a:ahLst/>
              <a:cxnLst>
                <a:cxn ang="0">
                  <a:pos x="connsiteX0" y="connsiteY0"/>
                </a:cxn>
                <a:cxn ang="0">
                  <a:pos x="connsiteX1" y="connsiteY1"/>
                </a:cxn>
                <a:cxn ang="0">
                  <a:pos x="connsiteX2" y="connsiteY2"/>
                </a:cxn>
                <a:cxn ang="0">
                  <a:pos x="connsiteX3" y="connsiteY3"/>
                </a:cxn>
              </a:cxnLst>
              <a:rect l="l" t="t" r="r" b="b"/>
              <a:pathLst>
                <a:path w="65816" h="42134">
                  <a:moveTo>
                    <a:pt x="0" y="0"/>
                  </a:moveTo>
                  <a:lnTo>
                    <a:pt x="65816" y="0"/>
                  </a:lnTo>
                  <a:lnTo>
                    <a:pt x="65816" y="42134"/>
                  </a:lnTo>
                  <a:lnTo>
                    <a:pt x="0" y="42134"/>
                  </a:lnTo>
                  <a:close/>
                </a:path>
              </a:pathLst>
            </a:custGeom>
            <a:solidFill>
              <a:srgbClr val="26890D"/>
            </a:solidFill>
            <a:ln w="6390" cap="flat">
              <a:noFill/>
              <a:prstDash val="solid"/>
              <a:miter/>
            </a:ln>
          </p:spPr>
          <p:txBody>
            <a:bodyPr rtlCol="0" anchor="ctr"/>
            <a:lstStyle/>
            <a:p>
              <a:endParaRPr lang="en-US"/>
            </a:p>
          </p:txBody>
        </p:sp>
      </p:grpSp>
      <p:grpSp>
        <p:nvGrpSpPr>
          <p:cNvPr id="1099" name="Graphic 1039">
            <a:extLst>
              <a:ext uri="{FF2B5EF4-FFF2-40B4-BE49-F238E27FC236}">
                <a16:creationId xmlns:a16="http://schemas.microsoft.com/office/drawing/2014/main" id="{31653D89-3AB6-2B45-A348-251C91D7DBC1}"/>
              </a:ext>
            </a:extLst>
          </p:cNvPr>
          <p:cNvGrpSpPr/>
          <p:nvPr/>
        </p:nvGrpSpPr>
        <p:grpSpPr>
          <a:xfrm>
            <a:off x="2998797" y="1402085"/>
            <a:ext cx="361670" cy="361333"/>
            <a:chOff x="2998797" y="1402085"/>
            <a:chExt cx="361670" cy="361333"/>
          </a:xfrm>
          <a:solidFill>
            <a:srgbClr val="26890D"/>
          </a:solidFill>
        </p:grpSpPr>
        <p:sp>
          <p:nvSpPr>
            <p:cNvPr id="1100" name="Graphic 1039">
              <a:extLst>
                <a:ext uri="{FF2B5EF4-FFF2-40B4-BE49-F238E27FC236}">
                  <a16:creationId xmlns:a16="http://schemas.microsoft.com/office/drawing/2014/main" id="{40746C8B-29DD-6E45-8B8B-D525B5BA96E2}"/>
                </a:ext>
              </a:extLst>
            </p:cNvPr>
            <p:cNvSpPr/>
            <p:nvPr/>
          </p:nvSpPr>
          <p:spPr>
            <a:xfrm>
              <a:off x="3089534" y="1563599"/>
              <a:ext cx="178918" cy="107250"/>
            </a:xfrm>
            <a:custGeom>
              <a:avLst/>
              <a:gdLst>
                <a:gd name="connsiteX0" fmla="*/ 0 w 178918"/>
                <a:gd name="connsiteY0" fmla="*/ 0 h 107250"/>
                <a:gd name="connsiteX1" fmla="*/ 19809 w 178918"/>
                <a:gd name="connsiteY1" fmla="*/ 107251 h 107250"/>
                <a:gd name="connsiteX2" fmla="*/ 159109 w 178918"/>
                <a:gd name="connsiteY2" fmla="*/ 107251 h 107250"/>
                <a:gd name="connsiteX3" fmla="*/ 178918 w 178918"/>
                <a:gd name="connsiteY3" fmla="*/ 0 h 107250"/>
                <a:gd name="connsiteX4" fmla="*/ 0 w 178918"/>
                <a:gd name="connsiteY4" fmla="*/ 0 h 107250"/>
                <a:gd name="connsiteX5" fmla="*/ 51119 w 178918"/>
                <a:gd name="connsiteY5" fmla="*/ 83630 h 107250"/>
                <a:gd name="connsiteX6" fmla="*/ 44730 w 178918"/>
                <a:gd name="connsiteY6" fmla="*/ 90014 h 107250"/>
                <a:gd name="connsiteX7" fmla="*/ 38340 w 178918"/>
                <a:gd name="connsiteY7" fmla="*/ 83630 h 107250"/>
                <a:gd name="connsiteX8" fmla="*/ 38340 w 178918"/>
                <a:gd name="connsiteY8" fmla="*/ 23621 h 107250"/>
                <a:gd name="connsiteX9" fmla="*/ 44730 w 178918"/>
                <a:gd name="connsiteY9" fmla="*/ 17237 h 107250"/>
                <a:gd name="connsiteX10" fmla="*/ 51119 w 178918"/>
                <a:gd name="connsiteY10" fmla="*/ 23621 h 107250"/>
                <a:gd name="connsiteX11" fmla="*/ 51119 w 178918"/>
                <a:gd name="connsiteY11" fmla="*/ 83630 h 107250"/>
                <a:gd name="connsiteX12" fmla="*/ 81152 w 178918"/>
                <a:gd name="connsiteY12" fmla="*/ 83630 h 107250"/>
                <a:gd name="connsiteX13" fmla="*/ 74762 w 178918"/>
                <a:gd name="connsiteY13" fmla="*/ 90014 h 107250"/>
                <a:gd name="connsiteX14" fmla="*/ 68372 w 178918"/>
                <a:gd name="connsiteY14" fmla="*/ 83630 h 107250"/>
                <a:gd name="connsiteX15" fmla="*/ 68372 w 178918"/>
                <a:gd name="connsiteY15" fmla="*/ 23621 h 107250"/>
                <a:gd name="connsiteX16" fmla="*/ 74762 w 178918"/>
                <a:gd name="connsiteY16" fmla="*/ 17237 h 107250"/>
                <a:gd name="connsiteX17" fmla="*/ 81152 w 178918"/>
                <a:gd name="connsiteY17" fmla="*/ 23621 h 107250"/>
                <a:gd name="connsiteX18" fmla="*/ 81152 w 178918"/>
                <a:gd name="connsiteY18" fmla="*/ 83630 h 107250"/>
                <a:gd name="connsiteX19" fmla="*/ 111185 w 178918"/>
                <a:gd name="connsiteY19" fmla="*/ 83630 h 107250"/>
                <a:gd name="connsiteX20" fmla="*/ 104795 w 178918"/>
                <a:gd name="connsiteY20" fmla="*/ 90014 h 107250"/>
                <a:gd name="connsiteX21" fmla="*/ 98405 w 178918"/>
                <a:gd name="connsiteY21" fmla="*/ 83630 h 107250"/>
                <a:gd name="connsiteX22" fmla="*/ 98405 w 178918"/>
                <a:gd name="connsiteY22" fmla="*/ 23621 h 107250"/>
                <a:gd name="connsiteX23" fmla="*/ 104795 w 178918"/>
                <a:gd name="connsiteY23" fmla="*/ 17237 h 107250"/>
                <a:gd name="connsiteX24" fmla="*/ 111185 w 178918"/>
                <a:gd name="connsiteY24" fmla="*/ 23621 h 107250"/>
                <a:gd name="connsiteX25" fmla="*/ 111185 w 178918"/>
                <a:gd name="connsiteY25" fmla="*/ 83630 h 107250"/>
                <a:gd name="connsiteX26" fmla="*/ 141218 w 178918"/>
                <a:gd name="connsiteY26" fmla="*/ 83630 h 107250"/>
                <a:gd name="connsiteX27" fmla="*/ 134828 w 178918"/>
                <a:gd name="connsiteY27" fmla="*/ 90014 h 107250"/>
                <a:gd name="connsiteX28" fmla="*/ 128438 w 178918"/>
                <a:gd name="connsiteY28" fmla="*/ 83630 h 107250"/>
                <a:gd name="connsiteX29" fmla="*/ 128438 w 178918"/>
                <a:gd name="connsiteY29" fmla="*/ 23621 h 107250"/>
                <a:gd name="connsiteX30" fmla="*/ 134828 w 178918"/>
                <a:gd name="connsiteY30" fmla="*/ 17237 h 107250"/>
                <a:gd name="connsiteX31" fmla="*/ 141218 w 178918"/>
                <a:gd name="connsiteY31" fmla="*/ 23621 h 107250"/>
                <a:gd name="connsiteX32" fmla="*/ 141218 w 178918"/>
                <a:gd name="connsiteY32" fmla="*/ 83630 h 1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8918" h="107250">
                  <a:moveTo>
                    <a:pt x="0" y="0"/>
                  </a:moveTo>
                  <a:lnTo>
                    <a:pt x="19809" y="107251"/>
                  </a:lnTo>
                  <a:lnTo>
                    <a:pt x="159109" y="107251"/>
                  </a:lnTo>
                  <a:lnTo>
                    <a:pt x="178918" y="0"/>
                  </a:lnTo>
                  <a:lnTo>
                    <a:pt x="0" y="0"/>
                  </a:lnTo>
                  <a:close/>
                  <a:moveTo>
                    <a:pt x="51119" y="83630"/>
                  </a:moveTo>
                  <a:cubicBezTo>
                    <a:pt x="51119" y="87461"/>
                    <a:pt x="48564" y="90014"/>
                    <a:pt x="44730" y="90014"/>
                  </a:cubicBezTo>
                  <a:cubicBezTo>
                    <a:pt x="40896" y="90014"/>
                    <a:pt x="38340" y="87461"/>
                    <a:pt x="38340" y="83630"/>
                  </a:cubicBezTo>
                  <a:lnTo>
                    <a:pt x="38340" y="23621"/>
                  </a:lnTo>
                  <a:cubicBezTo>
                    <a:pt x="38340" y="19790"/>
                    <a:pt x="40896" y="17237"/>
                    <a:pt x="44730" y="17237"/>
                  </a:cubicBezTo>
                  <a:cubicBezTo>
                    <a:pt x="48564" y="17237"/>
                    <a:pt x="51119" y="19790"/>
                    <a:pt x="51119" y="23621"/>
                  </a:cubicBezTo>
                  <a:lnTo>
                    <a:pt x="51119" y="83630"/>
                  </a:lnTo>
                  <a:close/>
                  <a:moveTo>
                    <a:pt x="81152" y="83630"/>
                  </a:moveTo>
                  <a:cubicBezTo>
                    <a:pt x="81152" y="87461"/>
                    <a:pt x="78596" y="90014"/>
                    <a:pt x="74762" y="90014"/>
                  </a:cubicBezTo>
                  <a:cubicBezTo>
                    <a:pt x="70928" y="90014"/>
                    <a:pt x="68372" y="87461"/>
                    <a:pt x="68372" y="83630"/>
                  </a:cubicBezTo>
                  <a:lnTo>
                    <a:pt x="68372" y="23621"/>
                  </a:lnTo>
                  <a:cubicBezTo>
                    <a:pt x="68372" y="19790"/>
                    <a:pt x="70928" y="17237"/>
                    <a:pt x="74762" y="17237"/>
                  </a:cubicBezTo>
                  <a:cubicBezTo>
                    <a:pt x="78596" y="17237"/>
                    <a:pt x="81152" y="19790"/>
                    <a:pt x="81152" y="23621"/>
                  </a:cubicBezTo>
                  <a:lnTo>
                    <a:pt x="81152" y="83630"/>
                  </a:lnTo>
                  <a:close/>
                  <a:moveTo>
                    <a:pt x="111185" y="83630"/>
                  </a:moveTo>
                  <a:cubicBezTo>
                    <a:pt x="111185" y="87461"/>
                    <a:pt x="108629" y="90014"/>
                    <a:pt x="104795" y="90014"/>
                  </a:cubicBezTo>
                  <a:cubicBezTo>
                    <a:pt x="100961" y="90014"/>
                    <a:pt x="98405" y="87461"/>
                    <a:pt x="98405" y="83630"/>
                  </a:cubicBezTo>
                  <a:lnTo>
                    <a:pt x="98405" y="23621"/>
                  </a:lnTo>
                  <a:cubicBezTo>
                    <a:pt x="98405" y="19790"/>
                    <a:pt x="100961" y="17237"/>
                    <a:pt x="104795" y="17237"/>
                  </a:cubicBezTo>
                  <a:cubicBezTo>
                    <a:pt x="108629" y="17237"/>
                    <a:pt x="111185" y="19790"/>
                    <a:pt x="111185" y="23621"/>
                  </a:cubicBezTo>
                  <a:lnTo>
                    <a:pt x="111185" y="83630"/>
                  </a:lnTo>
                  <a:close/>
                  <a:moveTo>
                    <a:pt x="141218" y="83630"/>
                  </a:moveTo>
                  <a:cubicBezTo>
                    <a:pt x="141218" y="87461"/>
                    <a:pt x="138662" y="90014"/>
                    <a:pt x="134828" y="90014"/>
                  </a:cubicBezTo>
                  <a:cubicBezTo>
                    <a:pt x="130994" y="90014"/>
                    <a:pt x="128438" y="87461"/>
                    <a:pt x="128438" y="83630"/>
                  </a:cubicBezTo>
                  <a:lnTo>
                    <a:pt x="128438" y="23621"/>
                  </a:lnTo>
                  <a:cubicBezTo>
                    <a:pt x="128438" y="19790"/>
                    <a:pt x="130994" y="17237"/>
                    <a:pt x="134828" y="17237"/>
                  </a:cubicBezTo>
                  <a:cubicBezTo>
                    <a:pt x="138662" y="17237"/>
                    <a:pt x="141218" y="19790"/>
                    <a:pt x="141218" y="23621"/>
                  </a:cubicBezTo>
                  <a:lnTo>
                    <a:pt x="141218" y="83630"/>
                  </a:lnTo>
                  <a:close/>
                </a:path>
              </a:pathLst>
            </a:custGeom>
            <a:solidFill>
              <a:srgbClr val="26890D"/>
            </a:solidFill>
            <a:ln w="6390" cap="flat">
              <a:noFill/>
              <a:prstDash val="solid"/>
              <a:miter/>
            </a:ln>
          </p:spPr>
          <p:txBody>
            <a:bodyPr rtlCol="0" anchor="ctr"/>
            <a:lstStyle/>
            <a:p>
              <a:endParaRPr lang="en-US"/>
            </a:p>
          </p:txBody>
        </p:sp>
        <p:sp>
          <p:nvSpPr>
            <p:cNvPr id="1101" name="Graphic 1039">
              <a:extLst>
                <a:ext uri="{FF2B5EF4-FFF2-40B4-BE49-F238E27FC236}">
                  <a16:creationId xmlns:a16="http://schemas.microsoft.com/office/drawing/2014/main" id="{5D6FBD1C-44DD-8D49-AD45-60C32B357468}"/>
                </a:ext>
              </a:extLst>
            </p:cNvPr>
            <p:cNvSpPr/>
            <p:nvPr/>
          </p:nvSpPr>
          <p:spPr>
            <a:xfrm>
              <a:off x="2998797"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85630 w 361670"/>
                <a:gd name="connsiteY5" fmla="*/ 161515 h 361333"/>
                <a:gd name="connsiteX6" fmla="*/ 283713 w 361670"/>
                <a:gd name="connsiteY6" fmla="*/ 161515 h 361333"/>
                <a:gd name="connsiteX7" fmla="*/ 261987 w 361670"/>
                <a:gd name="connsiteY7" fmla="*/ 276426 h 361333"/>
                <a:gd name="connsiteX8" fmla="*/ 255597 w 361670"/>
                <a:gd name="connsiteY8" fmla="*/ 281534 h 361333"/>
                <a:gd name="connsiteX9" fmla="*/ 105434 w 361670"/>
                <a:gd name="connsiteY9" fmla="*/ 281534 h 361333"/>
                <a:gd name="connsiteX10" fmla="*/ 99044 w 361670"/>
                <a:gd name="connsiteY10" fmla="*/ 276426 h 361333"/>
                <a:gd name="connsiteX11" fmla="*/ 77318 w 361670"/>
                <a:gd name="connsiteY11" fmla="*/ 161515 h 361333"/>
                <a:gd name="connsiteX12" fmla="*/ 75401 w 361670"/>
                <a:gd name="connsiteY12" fmla="*/ 161515 h 361333"/>
                <a:gd name="connsiteX13" fmla="*/ 69011 w 361670"/>
                <a:gd name="connsiteY13" fmla="*/ 155131 h 361333"/>
                <a:gd name="connsiteX14" fmla="*/ 75401 w 361670"/>
                <a:gd name="connsiteY14" fmla="*/ 148747 h 361333"/>
                <a:gd name="connsiteX15" fmla="*/ 83069 w 361670"/>
                <a:gd name="connsiteY15" fmla="*/ 148747 h 361333"/>
                <a:gd name="connsiteX16" fmla="*/ 102239 w 361670"/>
                <a:gd name="connsiteY16" fmla="*/ 148747 h 361333"/>
                <a:gd name="connsiteX17" fmla="*/ 145691 w 361670"/>
                <a:gd name="connsiteY17" fmla="*/ 84269 h 361333"/>
                <a:gd name="connsiteX18" fmla="*/ 154637 w 361670"/>
                <a:gd name="connsiteY18" fmla="*/ 82353 h 361333"/>
                <a:gd name="connsiteX19" fmla="*/ 156553 w 361670"/>
                <a:gd name="connsiteY19" fmla="*/ 91291 h 361333"/>
                <a:gd name="connsiteX20" fmla="*/ 118214 w 361670"/>
                <a:gd name="connsiteY20" fmla="*/ 148747 h 361333"/>
                <a:gd name="connsiteX21" fmla="*/ 244735 w 361670"/>
                <a:gd name="connsiteY21" fmla="*/ 148747 h 361333"/>
                <a:gd name="connsiteX22" fmla="*/ 206395 w 361670"/>
                <a:gd name="connsiteY22" fmla="*/ 91291 h 361333"/>
                <a:gd name="connsiteX23" fmla="*/ 208312 w 361670"/>
                <a:gd name="connsiteY23" fmla="*/ 82353 h 361333"/>
                <a:gd name="connsiteX24" fmla="*/ 217258 w 361670"/>
                <a:gd name="connsiteY24" fmla="*/ 84269 h 361333"/>
                <a:gd name="connsiteX25" fmla="*/ 260710 w 361670"/>
                <a:gd name="connsiteY25" fmla="*/ 148747 h 361333"/>
                <a:gd name="connsiteX26" fmla="*/ 279879 w 361670"/>
                <a:gd name="connsiteY26" fmla="*/ 148747 h 361333"/>
                <a:gd name="connsiteX27" fmla="*/ 287547 w 361670"/>
                <a:gd name="connsiteY27" fmla="*/ 148747 h 361333"/>
                <a:gd name="connsiteX28" fmla="*/ 293937 w 361670"/>
                <a:gd name="connsiteY28" fmla="*/ 155131 h 361333"/>
                <a:gd name="connsiteX29" fmla="*/ 285630 w 361670"/>
                <a:gd name="connsiteY29" fmla="*/ 16151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1" y="280257"/>
                    <a:pt x="361671" y="180667"/>
                  </a:cubicBezTo>
                  <a:cubicBezTo>
                    <a:pt x="361671" y="81077"/>
                    <a:pt x="281157" y="0"/>
                    <a:pt x="180835" y="0"/>
                  </a:cubicBezTo>
                  <a:close/>
                  <a:moveTo>
                    <a:pt x="285630" y="161515"/>
                  </a:moveTo>
                  <a:lnTo>
                    <a:pt x="283713" y="161515"/>
                  </a:lnTo>
                  <a:lnTo>
                    <a:pt x="261987" y="276426"/>
                  </a:lnTo>
                  <a:cubicBezTo>
                    <a:pt x="261349" y="279618"/>
                    <a:pt x="258792" y="281534"/>
                    <a:pt x="255597" y="281534"/>
                  </a:cubicBezTo>
                  <a:lnTo>
                    <a:pt x="105434" y="281534"/>
                  </a:lnTo>
                  <a:cubicBezTo>
                    <a:pt x="102239" y="281534"/>
                    <a:pt x="99683" y="279618"/>
                    <a:pt x="99044" y="276426"/>
                  </a:cubicBezTo>
                  <a:lnTo>
                    <a:pt x="77318" y="161515"/>
                  </a:lnTo>
                  <a:lnTo>
                    <a:pt x="75401" y="161515"/>
                  </a:lnTo>
                  <a:cubicBezTo>
                    <a:pt x="71567" y="161515"/>
                    <a:pt x="69011" y="158961"/>
                    <a:pt x="69011" y="155131"/>
                  </a:cubicBezTo>
                  <a:cubicBezTo>
                    <a:pt x="69011" y="151300"/>
                    <a:pt x="71567" y="148747"/>
                    <a:pt x="75401" y="148747"/>
                  </a:cubicBezTo>
                  <a:lnTo>
                    <a:pt x="83069" y="148747"/>
                  </a:lnTo>
                  <a:lnTo>
                    <a:pt x="102239" y="148747"/>
                  </a:lnTo>
                  <a:lnTo>
                    <a:pt x="145691" y="84269"/>
                  </a:lnTo>
                  <a:cubicBezTo>
                    <a:pt x="147608" y="81077"/>
                    <a:pt x="151442" y="80438"/>
                    <a:pt x="154637" y="82353"/>
                  </a:cubicBezTo>
                  <a:cubicBezTo>
                    <a:pt x="157832" y="84269"/>
                    <a:pt x="158471" y="88099"/>
                    <a:pt x="156553" y="91291"/>
                  </a:cubicBezTo>
                  <a:lnTo>
                    <a:pt x="118214" y="148747"/>
                  </a:lnTo>
                  <a:lnTo>
                    <a:pt x="244735" y="148747"/>
                  </a:lnTo>
                  <a:lnTo>
                    <a:pt x="206395" y="91291"/>
                  </a:lnTo>
                  <a:cubicBezTo>
                    <a:pt x="204478" y="88099"/>
                    <a:pt x="205117" y="84269"/>
                    <a:pt x="208312" y="82353"/>
                  </a:cubicBezTo>
                  <a:cubicBezTo>
                    <a:pt x="211507" y="80438"/>
                    <a:pt x="215341" y="81077"/>
                    <a:pt x="217258" y="84269"/>
                  </a:cubicBezTo>
                  <a:lnTo>
                    <a:pt x="260710" y="148747"/>
                  </a:lnTo>
                  <a:lnTo>
                    <a:pt x="279879" y="148747"/>
                  </a:lnTo>
                  <a:lnTo>
                    <a:pt x="287547" y="148747"/>
                  </a:lnTo>
                  <a:cubicBezTo>
                    <a:pt x="291381" y="148747"/>
                    <a:pt x="293937" y="151300"/>
                    <a:pt x="293937" y="155131"/>
                  </a:cubicBezTo>
                  <a:cubicBezTo>
                    <a:pt x="293937" y="158961"/>
                    <a:pt x="289464" y="161515"/>
                    <a:pt x="285630" y="161515"/>
                  </a:cubicBezTo>
                  <a:close/>
                </a:path>
              </a:pathLst>
            </a:custGeom>
            <a:solidFill>
              <a:srgbClr val="26890D"/>
            </a:solidFill>
            <a:ln w="6390" cap="flat">
              <a:noFill/>
              <a:prstDash val="solid"/>
              <a:miter/>
            </a:ln>
          </p:spPr>
          <p:txBody>
            <a:bodyPr rtlCol="0" anchor="ctr"/>
            <a:lstStyle/>
            <a:p>
              <a:endParaRPr lang="en-US"/>
            </a:p>
          </p:txBody>
        </p:sp>
      </p:grpSp>
      <p:grpSp>
        <p:nvGrpSpPr>
          <p:cNvPr id="1102" name="Graphic 1039">
            <a:extLst>
              <a:ext uri="{FF2B5EF4-FFF2-40B4-BE49-F238E27FC236}">
                <a16:creationId xmlns:a16="http://schemas.microsoft.com/office/drawing/2014/main" id="{F759D582-D555-AC44-ABF0-81C57AA43D1E}"/>
              </a:ext>
            </a:extLst>
          </p:cNvPr>
          <p:cNvGrpSpPr/>
          <p:nvPr/>
        </p:nvGrpSpPr>
        <p:grpSpPr>
          <a:xfrm>
            <a:off x="2998797" y="2371173"/>
            <a:ext cx="361670" cy="361333"/>
            <a:chOff x="2998797" y="2371173"/>
            <a:chExt cx="361670" cy="361333"/>
          </a:xfrm>
          <a:solidFill>
            <a:srgbClr val="26890D"/>
          </a:solidFill>
        </p:grpSpPr>
        <p:sp>
          <p:nvSpPr>
            <p:cNvPr id="1103" name="Graphic 1039">
              <a:extLst>
                <a:ext uri="{FF2B5EF4-FFF2-40B4-BE49-F238E27FC236}">
                  <a16:creationId xmlns:a16="http://schemas.microsoft.com/office/drawing/2014/main" id="{197E61DE-58C9-F148-9E2F-6FAA261BD32B}"/>
                </a:ext>
              </a:extLst>
            </p:cNvPr>
            <p:cNvSpPr/>
            <p:nvPr/>
          </p:nvSpPr>
          <p:spPr>
            <a:xfrm>
              <a:off x="3155974" y="2454803"/>
              <a:ext cx="47313" cy="38942"/>
            </a:xfrm>
            <a:custGeom>
              <a:avLst/>
              <a:gdLst>
                <a:gd name="connsiteX0" fmla="*/ 47301 w 47313"/>
                <a:gd name="connsiteY0" fmla="*/ 30005 h 38942"/>
                <a:gd name="connsiteX1" fmla="*/ 40272 w 47313"/>
                <a:gd name="connsiteY1" fmla="*/ 6384 h 38942"/>
                <a:gd name="connsiteX2" fmla="*/ 23658 w 47313"/>
                <a:gd name="connsiteY2" fmla="*/ 0 h 38942"/>
                <a:gd name="connsiteX3" fmla="*/ 6405 w 47313"/>
                <a:gd name="connsiteY3" fmla="*/ 6384 h 38942"/>
                <a:gd name="connsiteX4" fmla="*/ 15 w 47313"/>
                <a:gd name="connsiteY4" fmla="*/ 27451 h 38942"/>
                <a:gd name="connsiteX5" fmla="*/ 15 w 47313"/>
                <a:gd name="connsiteY5" fmla="*/ 38942 h 38942"/>
                <a:gd name="connsiteX6" fmla="*/ 47301 w 47313"/>
                <a:gd name="connsiteY6" fmla="*/ 38942 h 38942"/>
                <a:gd name="connsiteX7" fmla="*/ 47301 w 47313"/>
                <a:gd name="connsiteY7" fmla="*/ 30005 h 3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313" h="38942">
                  <a:moveTo>
                    <a:pt x="47301" y="30005"/>
                  </a:moveTo>
                  <a:cubicBezTo>
                    <a:pt x="47301" y="29366"/>
                    <a:pt x="47940" y="15322"/>
                    <a:pt x="40272" y="6384"/>
                  </a:cubicBezTo>
                  <a:cubicBezTo>
                    <a:pt x="36438" y="2554"/>
                    <a:pt x="30687" y="0"/>
                    <a:pt x="23658" y="0"/>
                  </a:cubicBezTo>
                  <a:cubicBezTo>
                    <a:pt x="15990" y="0"/>
                    <a:pt x="10878" y="1915"/>
                    <a:pt x="6405" y="6384"/>
                  </a:cubicBezTo>
                  <a:cubicBezTo>
                    <a:pt x="-624" y="14045"/>
                    <a:pt x="15" y="27451"/>
                    <a:pt x="15" y="27451"/>
                  </a:cubicBezTo>
                  <a:lnTo>
                    <a:pt x="15" y="38942"/>
                  </a:lnTo>
                  <a:lnTo>
                    <a:pt x="47301" y="38942"/>
                  </a:lnTo>
                  <a:lnTo>
                    <a:pt x="47301" y="30005"/>
                  </a:lnTo>
                  <a:close/>
                </a:path>
              </a:pathLst>
            </a:custGeom>
            <a:solidFill>
              <a:srgbClr val="26890D"/>
            </a:solidFill>
            <a:ln w="6390" cap="flat">
              <a:noFill/>
              <a:prstDash val="solid"/>
              <a:miter/>
            </a:ln>
          </p:spPr>
          <p:txBody>
            <a:bodyPr rtlCol="0" anchor="ctr"/>
            <a:lstStyle/>
            <a:p>
              <a:endParaRPr lang="en-US"/>
            </a:p>
          </p:txBody>
        </p:sp>
        <p:sp>
          <p:nvSpPr>
            <p:cNvPr id="1104" name="Graphic 1039">
              <a:extLst>
                <a:ext uri="{FF2B5EF4-FFF2-40B4-BE49-F238E27FC236}">
                  <a16:creationId xmlns:a16="http://schemas.microsoft.com/office/drawing/2014/main" id="{505CAE57-F2B5-DD48-A637-AFE56C92EF9B}"/>
                </a:ext>
              </a:extLst>
            </p:cNvPr>
            <p:cNvSpPr/>
            <p:nvPr/>
          </p:nvSpPr>
          <p:spPr>
            <a:xfrm>
              <a:off x="3113177" y="2506514"/>
              <a:ext cx="132910" cy="142362"/>
            </a:xfrm>
            <a:custGeom>
              <a:avLst/>
              <a:gdLst>
                <a:gd name="connsiteX0" fmla="*/ 102878 w 132910"/>
                <a:gd name="connsiteY0" fmla="*/ 14045 h 142362"/>
                <a:gd name="connsiteX1" fmla="*/ 96488 w 132910"/>
                <a:gd name="connsiteY1" fmla="*/ 20429 h 142362"/>
                <a:gd name="connsiteX2" fmla="*/ 90098 w 132910"/>
                <a:gd name="connsiteY2" fmla="*/ 14045 h 142362"/>
                <a:gd name="connsiteX3" fmla="*/ 90098 w 132910"/>
                <a:gd name="connsiteY3" fmla="*/ 0 h 142362"/>
                <a:gd name="connsiteX4" fmla="*/ 42812 w 132910"/>
                <a:gd name="connsiteY4" fmla="*/ 0 h 142362"/>
                <a:gd name="connsiteX5" fmla="*/ 42812 w 132910"/>
                <a:gd name="connsiteY5" fmla="*/ 14045 h 142362"/>
                <a:gd name="connsiteX6" fmla="*/ 36423 w 132910"/>
                <a:gd name="connsiteY6" fmla="*/ 20429 h 142362"/>
                <a:gd name="connsiteX7" fmla="*/ 30033 w 132910"/>
                <a:gd name="connsiteY7" fmla="*/ 14045 h 142362"/>
                <a:gd name="connsiteX8" fmla="*/ 30033 w 132910"/>
                <a:gd name="connsiteY8" fmla="*/ 0 h 142362"/>
                <a:gd name="connsiteX9" fmla="*/ 0 w 132910"/>
                <a:gd name="connsiteY9" fmla="*/ 0 h 142362"/>
                <a:gd name="connsiteX10" fmla="*/ 0 w 132910"/>
                <a:gd name="connsiteY10" fmla="*/ 142363 h 142362"/>
                <a:gd name="connsiteX11" fmla="*/ 132911 w 132910"/>
                <a:gd name="connsiteY11" fmla="*/ 142363 h 142362"/>
                <a:gd name="connsiteX12" fmla="*/ 132911 w 132910"/>
                <a:gd name="connsiteY12" fmla="*/ 0 h 142362"/>
                <a:gd name="connsiteX13" fmla="*/ 102878 w 132910"/>
                <a:gd name="connsiteY13" fmla="*/ 0 h 142362"/>
                <a:gd name="connsiteX14" fmla="*/ 102878 w 132910"/>
                <a:gd name="connsiteY14" fmla="*/ 14045 h 142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2910" h="142362">
                  <a:moveTo>
                    <a:pt x="102878" y="14045"/>
                  </a:moveTo>
                  <a:cubicBezTo>
                    <a:pt x="102878" y="17875"/>
                    <a:pt x="100322" y="20429"/>
                    <a:pt x="96488" y="20429"/>
                  </a:cubicBezTo>
                  <a:cubicBezTo>
                    <a:pt x="92654" y="20429"/>
                    <a:pt x="90098" y="17875"/>
                    <a:pt x="90098" y="14045"/>
                  </a:cubicBezTo>
                  <a:lnTo>
                    <a:pt x="90098" y="0"/>
                  </a:lnTo>
                  <a:lnTo>
                    <a:pt x="42812" y="0"/>
                  </a:lnTo>
                  <a:lnTo>
                    <a:pt x="42812" y="14045"/>
                  </a:lnTo>
                  <a:cubicBezTo>
                    <a:pt x="42812" y="17875"/>
                    <a:pt x="40257" y="20429"/>
                    <a:pt x="36423" y="20429"/>
                  </a:cubicBezTo>
                  <a:cubicBezTo>
                    <a:pt x="32589" y="20429"/>
                    <a:pt x="30033" y="17875"/>
                    <a:pt x="30033" y="14045"/>
                  </a:cubicBezTo>
                  <a:lnTo>
                    <a:pt x="30033" y="0"/>
                  </a:lnTo>
                  <a:lnTo>
                    <a:pt x="0" y="0"/>
                  </a:lnTo>
                  <a:lnTo>
                    <a:pt x="0" y="142363"/>
                  </a:lnTo>
                  <a:lnTo>
                    <a:pt x="132911" y="142363"/>
                  </a:lnTo>
                  <a:lnTo>
                    <a:pt x="132911" y="0"/>
                  </a:lnTo>
                  <a:lnTo>
                    <a:pt x="102878" y="0"/>
                  </a:lnTo>
                  <a:lnTo>
                    <a:pt x="102878" y="14045"/>
                  </a:lnTo>
                  <a:close/>
                </a:path>
              </a:pathLst>
            </a:custGeom>
            <a:solidFill>
              <a:srgbClr val="26890D"/>
            </a:solidFill>
            <a:ln w="6390" cap="flat">
              <a:noFill/>
              <a:prstDash val="solid"/>
              <a:miter/>
            </a:ln>
          </p:spPr>
          <p:txBody>
            <a:bodyPr rtlCol="0" anchor="ctr"/>
            <a:lstStyle/>
            <a:p>
              <a:endParaRPr lang="en-US"/>
            </a:p>
          </p:txBody>
        </p:sp>
        <p:sp>
          <p:nvSpPr>
            <p:cNvPr id="1105" name="Graphic 1039">
              <a:extLst>
                <a:ext uri="{FF2B5EF4-FFF2-40B4-BE49-F238E27FC236}">
                  <a16:creationId xmlns:a16="http://schemas.microsoft.com/office/drawing/2014/main" id="{4407EB50-0438-354E-B901-52746006F2AF}"/>
                </a:ext>
              </a:extLst>
            </p:cNvPr>
            <p:cNvSpPr/>
            <p:nvPr/>
          </p:nvSpPr>
          <p:spPr>
            <a:xfrm>
              <a:off x="2998797"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60071 w 361670"/>
                <a:gd name="connsiteY5" fmla="*/ 284087 h 361333"/>
                <a:gd name="connsiteX6" fmla="*/ 253681 w 361670"/>
                <a:gd name="connsiteY6" fmla="*/ 290471 h 361333"/>
                <a:gd name="connsiteX7" fmla="*/ 108629 w 361670"/>
                <a:gd name="connsiteY7" fmla="*/ 290471 h 361333"/>
                <a:gd name="connsiteX8" fmla="*/ 102239 w 361670"/>
                <a:gd name="connsiteY8" fmla="*/ 284087 h 361333"/>
                <a:gd name="connsiteX9" fmla="*/ 102239 w 361670"/>
                <a:gd name="connsiteY9" fmla="*/ 128957 h 361333"/>
                <a:gd name="connsiteX10" fmla="*/ 108629 w 361670"/>
                <a:gd name="connsiteY10" fmla="*/ 122573 h 361333"/>
                <a:gd name="connsiteX11" fmla="*/ 145052 w 361670"/>
                <a:gd name="connsiteY11" fmla="*/ 122573 h 361333"/>
                <a:gd name="connsiteX12" fmla="*/ 145052 w 361670"/>
                <a:gd name="connsiteY12" fmla="*/ 111720 h 361333"/>
                <a:gd name="connsiteX13" fmla="*/ 155276 w 361670"/>
                <a:gd name="connsiteY13" fmla="*/ 81715 h 361333"/>
                <a:gd name="connsiteX14" fmla="*/ 181474 w 361670"/>
                <a:gd name="connsiteY14" fmla="*/ 71501 h 361333"/>
                <a:gd name="connsiteX15" fmla="*/ 207034 w 361670"/>
                <a:gd name="connsiteY15" fmla="*/ 81715 h 361333"/>
                <a:gd name="connsiteX16" fmla="*/ 217258 w 361670"/>
                <a:gd name="connsiteY16" fmla="*/ 114273 h 361333"/>
                <a:gd name="connsiteX17" fmla="*/ 217258 w 361670"/>
                <a:gd name="connsiteY17" fmla="*/ 123211 h 361333"/>
                <a:gd name="connsiteX18" fmla="*/ 253681 w 361670"/>
                <a:gd name="connsiteY18" fmla="*/ 123211 h 361333"/>
                <a:gd name="connsiteX19" fmla="*/ 260071 w 361670"/>
                <a:gd name="connsiteY19" fmla="*/ 129595 h 361333"/>
                <a:gd name="connsiteX20" fmla="*/ 260071 w 361670"/>
                <a:gd name="connsiteY20" fmla="*/ 28408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1" y="280257"/>
                    <a:pt x="361671" y="180667"/>
                  </a:cubicBezTo>
                  <a:cubicBezTo>
                    <a:pt x="361671" y="81077"/>
                    <a:pt x="281157" y="0"/>
                    <a:pt x="180835" y="0"/>
                  </a:cubicBezTo>
                  <a:close/>
                  <a:moveTo>
                    <a:pt x="260071" y="284087"/>
                  </a:moveTo>
                  <a:cubicBezTo>
                    <a:pt x="260071" y="287918"/>
                    <a:pt x="257515" y="290471"/>
                    <a:pt x="253681" y="290471"/>
                  </a:cubicBezTo>
                  <a:lnTo>
                    <a:pt x="108629" y="290471"/>
                  </a:lnTo>
                  <a:cubicBezTo>
                    <a:pt x="104795" y="290471"/>
                    <a:pt x="102239" y="287918"/>
                    <a:pt x="102239" y="284087"/>
                  </a:cubicBezTo>
                  <a:lnTo>
                    <a:pt x="102239" y="128957"/>
                  </a:lnTo>
                  <a:cubicBezTo>
                    <a:pt x="102239" y="125126"/>
                    <a:pt x="104795" y="122573"/>
                    <a:pt x="108629" y="122573"/>
                  </a:cubicBezTo>
                  <a:lnTo>
                    <a:pt x="145052" y="122573"/>
                  </a:lnTo>
                  <a:lnTo>
                    <a:pt x="145052" y="111720"/>
                  </a:lnTo>
                  <a:cubicBezTo>
                    <a:pt x="145052" y="111720"/>
                    <a:pt x="143774" y="93845"/>
                    <a:pt x="155276" y="81715"/>
                  </a:cubicBezTo>
                  <a:cubicBezTo>
                    <a:pt x="161666" y="74693"/>
                    <a:pt x="170611" y="71501"/>
                    <a:pt x="181474" y="71501"/>
                  </a:cubicBezTo>
                  <a:cubicBezTo>
                    <a:pt x="192337" y="71501"/>
                    <a:pt x="201283" y="74693"/>
                    <a:pt x="207034" y="81715"/>
                  </a:cubicBezTo>
                  <a:cubicBezTo>
                    <a:pt x="218536" y="94483"/>
                    <a:pt x="217258" y="113635"/>
                    <a:pt x="217258" y="114273"/>
                  </a:cubicBezTo>
                  <a:lnTo>
                    <a:pt x="217258" y="123211"/>
                  </a:lnTo>
                  <a:lnTo>
                    <a:pt x="253681" y="123211"/>
                  </a:lnTo>
                  <a:cubicBezTo>
                    <a:pt x="257515" y="123211"/>
                    <a:pt x="260071" y="125765"/>
                    <a:pt x="260071" y="129595"/>
                  </a:cubicBezTo>
                  <a:lnTo>
                    <a:pt x="260071" y="284087"/>
                  </a:lnTo>
                  <a:close/>
                </a:path>
              </a:pathLst>
            </a:custGeom>
            <a:solidFill>
              <a:srgbClr val="26890D"/>
            </a:solidFill>
            <a:ln w="6390" cap="flat">
              <a:noFill/>
              <a:prstDash val="solid"/>
              <a:miter/>
            </a:ln>
          </p:spPr>
          <p:txBody>
            <a:bodyPr rtlCol="0" anchor="ctr"/>
            <a:lstStyle/>
            <a:p>
              <a:endParaRPr lang="en-US"/>
            </a:p>
          </p:txBody>
        </p:sp>
      </p:grpSp>
      <p:grpSp>
        <p:nvGrpSpPr>
          <p:cNvPr id="1106" name="Graphic 1039">
            <a:extLst>
              <a:ext uri="{FF2B5EF4-FFF2-40B4-BE49-F238E27FC236}">
                <a16:creationId xmlns:a16="http://schemas.microsoft.com/office/drawing/2014/main" id="{FC96568A-D7A9-2A47-A3AE-9993CD22AC3E}"/>
              </a:ext>
            </a:extLst>
          </p:cNvPr>
          <p:cNvGrpSpPr/>
          <p:nvPr/>
        </p:nvGrpSpPr>
        <p:grpSpPr>
          <a:xfrm>
            <a:off x="2998797" y="2855717"/>
            <a:ext cx="361670" cy="361333"/>
            <a:chOff x="2998797" y="2855717"/>
            <a:chExt cx="361670" cy="361333"/>
          </a:xfrm>
          <a:solidFill>
            <a:srgbClr val="26890D"/>
          </a:solidFill>
        </p:grpSpPr>
        <p:sp>
          <p:nvSpPr>
            <p:cNvPr id="1107" name="Graphic 1039">
              <a:extLst>
                <a:ext uri="{FF2B5EF4-FFF2-40B4-BE49-F238E27FC236}">
                  <a16:creationId xmlns:a16="http://schemas.microsoft.com/office/drawing/2014/main" id="{25E7AEA3-92A9-3040-8D33-478E8C386E4F}"/>
                </a:ext>
              </a:extLst>
            </p:cNvPr>
            <p:cNvSpPr/>
            <p:nvPr/>
          </p:nvSpPr>
          <p:spPr>
            <a:xfrm>
              <a:off x="3085061" y="2941263"/>
              <a:ext cx="192337" cy="188327"/>
            </a:xfrm>
            <a:custGeom>
              <a:avLst/>
              <a:gdLst>
                <a:gd name="connsiteX0" fmla="*/ 112463 w 192337"/>
                <a:gd name="connsiteY0" fmla="*/ 0 h 188327"/>
                <a:gd name="connsiteX1" fmla="*/ 0 w 192337"/>
                <a:gd name="connsiteY1" fmla="*/ 112358 h 188327"/>
                <a:gd name="connsiteX2" fmla="*/ 76040 w 192337"/>
                <a:gd name="connsiteY2" fmla="*/ 188327 h 188327"/>
                <a:gd name="connsiteX3" fmla="*/ 192337 w 192337"/>
                <a:gd name="connsiteY3" fmla="*/ 72139 h 188327"/>
                <a:gd name="connsiteX4" fmla="*/ 182752 w 192337"/>
                <a:gd name="connsiteY4" fmla="*/ 6384 h 188327"/>
                <a:gd name="connsiteX5" fmla="*/ 112463 w 192337"/>
                <a:gd name="connsiteY5" fmla="*/ 0 h 188327"/>
                <a:gd name="connsiteX6" fmla="*/ 159110 w 192337"/>
                <a:gd name="connsiteY6" fmla="*/ 58094 h 188327"/>
                <a:gd name="connsiteX7" fmla="*/ 144413 w 192337"/>
                <a:gd name="connsiteY7" fmla="*/ 64478 h 188327"/>
                <a:gd name="connsiteX8" fmla="*/ 129716 w 192337"/>
                <a:gd name="connsiteY8" fmla="*/ 58094 h 188327"/>
                <a:gd name="connsiteX9" fmla="*/ 129716 w 192337"/>
                <a:gd name="connsiteY9" fmla="*/ 28089 h 188327"/>
                <a:gd name="connsiteX10" fmla="*/ 159748 w 192337"/>
                <a:gd name="connsiteY10" fmla="*/ 28089 h 188327"/>
                <a:gd name="connsiteX11" fmla="*/ 159110 w 192337"/>
                <a:gd name="connsiteY11" fmla="*/ 58094 h 18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2337" h="188327">
                  <a:moveTo>
                    <a:pt x="112463" y="0"/>
                  </a:moveTo>
                  <a:lnTo>
                    <a:pt x="0" y="112358"/>
                  </a:lnTo>
                  <a:lnTo>
                    <a:pt x="76040" y="188327"/>
                  </a:lnTo>
                  <a:lnTo>
                    <a:pt x="192337" y="72139"/>
                  </a:lnTo>
                  <a:lnTo>
                    <a:pt x="182752" y="6384"/>
                  </a:lnTo>
                  <a:lnTo>
                    <a:pt x="112463" y="0"/>
                  </a:lnTo>
                  <a:close/>
                  <a:moveTo>
                    <a:pt x="159110" y="58094"/>
                  </a:moveTo>
                  <a:cubicBezTo>
                    <a:pt x="155276" y="61925"/>
                    <a:pt x="149525" y="64478"/>
                    <a:pt x="144413" y="64478"/>
                  </a:cubicBezTo>
                  <a:cubicBezTo>
                    <a:pt x="139301" y="64478"/>
                    <a:pt x="133550" y="62563"/>
                    <a:pt x="129716" y="58094"/>
                  </a:cubicBezTo>
                  <a:cubicBezTo>
                    <a:pt x="121409" y="49795"/>
                    <a:pt x="121409" y="36389"/>
                    <a:pt x="129716" y="28089"/>
                  </a:cubicBezTo>
                  <a:cubicBezTo>
                    <a:pt x="138023" y="19790"/>
                    <a:pt x="151442" y="19790"/>
                    <a:pt x="159748" y="28089"/>
                  </a:cubicBezTo>
                  <a:cubicBezTo>
                    <a:pt x="167416" y="36389"/>
                    <a:pt x="167416" y="49795"/>
                    <a:pt x="159110" y="58094"/>
                  </a:cubicBezTo>
                  <a:close/>
                </a:path>
              </a:pathLst>
            </a:custGeom>
            <a:solidFill>
              <a:srgbClr val="26890D"/>
            </a:solidFill>
            <a:ln w="6390" cap="flat">
              <a:noFill/>
              <a:prstDash val="solid"/>
              <a:miter/>
            </a:ln>
          </p:spPr>
          <p:txBody>
            <a:bodyPr rtlCol="0" anchor="ctr"/>
            <a:lstStyle/>
            <a:p>
              <a:endParaRPr lang="en-US"/>
            </a:p>
          </p:txBody>
        </p:sp>
        <p:sp>
          <p:nvSpPr>
            <p:cNvPr id="1108" name="Graphic 1039">
              <a:extLst>
                <a:ext uri="{FF2B5EF4-FFF2-40B4-BE49-F238E27FC236}">
                  <a16:creationId xmlns:a16="http://schemas.microsoft.com/office/drawing/2014/main" id="{05E3A42F-67FB-714F-9F2E-C583F9B54B48}"/>
                </a:ext>
              </a:extLst>
            </p:cNvPr>
            <p:cNvSpPr/>
            <p:nvPr/>
          </p:nvSpPr>
          <p:spPr>
            <a:xfrm>
              <a:off x="3220688" y="2976375"/>
              <a:ext cx="16933" cy="17077"/>
            </a:xfrm>
            <a:custGeom>
              <a:avLst/>
              <a:gdLst>
                <a:gd name="connsiteX0" fmla="*/ 8147 w 16933"/>
                <a:gd name="connsiteY0" fmla="*/ 0 h 17077"/>
                <a:gd name="connsiteX1" fmla="*/ 2396 w 16933"/>
                <a:gd name="connsiteY1" fmla="*/ 2554 h 17077"/>
                <a:gd name="connsiteX2" fmla="*/ 2396 w 16933"/>
                <a:gd name="connsiteY2" fmla="*/ 14683 h 17077"/>
                <a:gd name="connsiteX3" fmla="*/ 14537 w 16933"/>
                <a:gd name="connsiteY3" fmla="*/ 14683 h 17077"/>
                <a:gd name="connsiteX4" fmla="*/ 14537 w 16933"/>
                <a:gd name="connsiteY4" fmla="*/ 2554 h 17077"/>
                <a:gd name="connsiteX5" fmla="*/ 8147 w 16933"/>
                <a:gd name="connsiteY5" fmla="*/ 0 h 17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3" h="17077">
                  <a:moveTo>
                    <a:pt x="8147" y="0"/>
                  </a:moveTo>
                  <a:cubicBezTo>
                    <a:pt x="6230" y="0"/>
                    <a:pt x="3674" y="638"/>
                    <a:pt x="2396" y="2554"/>
                  </a:cubicBezTo>
                  <a:cubicBezTo>
                    <a:pt x="-799" y="5746"/>
                    <a:pt x="-799" y="11491"/>
                    <a:pt x="2396" y="14683"/>
                  </a:cubicBezTo>
                  <a:cubicBezTo>
                    <a:pt x="5591" y="17875"/>
                    <a:pt x="10703" y="17875"/>
                    <a:pt x="14537" y="14683"/>
                  </a:cubicBezTo>
                  <a:cubicBezTo>
                    <a:pt x="17732" y="11491"/>
                    <a:pt x="17732" y="5746"/>
                    <a:pt x="14537" y="2554"/>
                  </a:cubicBezTo>
                  <a:cubicBezTo>
                    <a:pt x="12620" y="638"/>
                    <a:pt x="10703" y="0"/>
                    <a:pt x="8147" y="0"/>
                  </a:cubicBezTo>
                  <a:close/>
                </a:path>
              </a:pathLst>
            </a:custGeom>
            <a:solidFill>
              <a:srgbClr val="26890D"/>
            </a:solidFill>
            <a:ln w="6390" cap="flat">
              <a:noFill/>
              <a:prstDash val="solid"/>
              <a:miter/>
            </a:ln>
          </p:spPr>
          <p:txBody>
            <a:bodyPr rtlCol="0" anchor="ctr"/>
            <a:lstStyle/>
            <a:p>
              <a:endParaRPr lang="en-US"/>
            </a:p>
          </p:txBody>
        </p:sp>
        <p:sp>
          <p:nvSpPr>
            <p:cNvPr id="1109" name="Graphic 1039">
              <a:extLst>
                <a:ext uri="{FF2B5EF4-FFF2-40B4-BE49-F238E27FC236}">
                  <a16:creationId xmlns:a16="http://schemas.microsoft.com/office/drawing/2014/main" id="{C5F6CC53-2A91-444F-A17E-2FCF370F1133}"/>
                </a:ext>
              </a:extLst>
            </p:cNvPr>
            <p:cNvSpPr/>
            <p:nvPr/>
          </p:nvSpPr>
          <p:spPr>
            <a:xfrm>
              <a:off x="2998797"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89464 w 361670"/>
                <a:gd name="connsiteY5" fmla="*/ 164068 h 361333"/>
                <a:gd name="connsiteX6" fmla="*/ 166777 w 361670"/>
                <a:gd name="connsiteY6" fmla="*/ 286641 h 361333"/>
                <a:gd name="connsiteX7" fmla="*/ 162305 w 361670"/>
                <a:gd name="connsiteY7" fmla="*/ 288556 h 361333"/>
                <a:gd name="connsiteX8" fmla="*/ 157832 w 361670"/>
                <a:gd name="connsiteY8" fmla="*/ 286641 h 361333"/>
                <a:gd name="connsiteX9" fmla="*/ 72845 w 361670"/>
                <a:gd name="connsiteY9" fmla="*/ 201734 h 361333"/>
                <a:gd name="connsiteX10" fmla="*/ 70928 w 361670"/>
                <a:gd name="connsiteY10" fmla="*/ 197265 h 361333"/>
                <a:gd name="connsiteX11" fmla="*/ 72845 w 361670"/>
                <a:gd name="connsiteY11" fmla="*/ 192796 h 361333"/>
                <a:gd name="connsiteX12" fmla="*/ 191698 w 361670"/>
                <a:gd name="connsiteY12" fmla="*/ 74054 h 361333"/>
                <a:gd name="connsiteX13" fmla="*/ 196810 w 361670"/>
                <a:gd name="connsiteY13" fmla="*/ 72139 h 361333"/>
                <a:gd name="connsiteX14" fmla="*/ 274767 w 361670"/>
                <a:gd name="connsiteY14" fmla="*/ 79161 h 361333"/>
                <a:gd name="connsiteX15" fmla="*/ 280518 w 361670"/>
                <a:gd name="connsiteY15" fmla="*/ 84907 h 361333"/>
                <a:gd name="connsiteX16" fmla="*/ 291381 w 361670"/>
                <a:gd name="connsiteY16" fmla="*/ 158961 h 361333"/>
                <a:gd name="connsiteX17" fmla="*/ 289464 w 361670"/>
                <a:gd name="connsiteY17" fmla="*/ 16406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1" y="280257"/>
                    <a:pt x="361671" y="180667"/>
                  </a:cubicBezTo>
                  <a:cubicBezTo>
                    <a:pt x="361671" y="81076"/>
                    <a:pt x="281157" y="0"/>
                    <a:pt x="180835" y="0"/>
                  </a:cubicBezTo>
                  <a:close/>
                  <a:moveTo>
                    <a:pt x="289464" y="164068"/>
                  </a:moveTo>
                  <a:lnTo>
                    <a:pt x="166777" y="286641"/>
                  </a:lnTo>
                  <a:cubicBezTo>
                    <a:pt x="165500" y="287917"/>
                    <a:pt x="163582" y="288556"/>
                    <a:pt x="162305" y="288556"/>
                  </a:cubicBezTo>
                  <a:cubicBezTo>
                    <a:pt x="161027" y="288556"/>
                    <a:pt x="159110" y="287917"/>
                    <a:pt x="157832" y="286641"/>
                  </a:cubicBezTo>
                  <a:lnTo>
                    <a:pt x="72845" y="201734"/>
                  </a:lnTo>
                  <a:cubicBezTo>
                    <a:pt x="71567" y="200457"/>
                    <a:pt x="70928" y="199180"/>
                    <a:pt x="70928" y="197265"/>
                  </a:cubicBezTo>
                  <a:cubicBezTo>
                    <a:pt x="70928" y="195350"/>
                    <a:pt x="71567" y="194073"/>
                    <a:pt x="72845" y="192796"/>
                  </a:cubicBezTo>
                  <a:lnTo>
                    <a:pt x="191698" y="74054"/>
                  </a:lnTo>
                  <a:cubicBezTo>
                    <a:pt x="192976" y="72777"/>
                    <a:pt x="194893" y="72139"/>
                    <a:pt x="196810" y="72139"/>
                  </a:cubicBezTo>
                  <a:lnTo>
                    <a:pt x="274767" y="79161"/>
                  </a:lnTo>
                  <a:cubicBezTo>
                    <a:pt x="277962" y="79161"/>
                    <a:pt x="279879" y="81715"/>
                    <a:pt x="280518" y="84907"/>
                  </a:cubicBezTo>
                  <a:lnTo>
                    <a:pt x="291381" y="158961"/>
                  </a:lnTo>
                  <a:cubicBezTo>
                    <a:pt x="291381" y="160876"/>
                    <a:pt x="290742" y="162792"/>
                    <a:pt x="289464" y="164068"/>
                  </a:cubicBezTo>
                  <a:close/>
                </a:path>
              </a:pathLst>
            </a:custGeom>
            <a:solidFill>
              <a:srgbClr val="26890D"/>
            </a:solidFill>
            <a:ln w="6390" cap="flat">
              <a:noFill/>
              <a:prstDash val="solid"/>
              <a:miter/>
            </a:ln>
          </p:spPr>
          <p:txBody>
            <a:bodyPr rtlCol="0" anchor="ctr"/>
            <a:lstStyle/>
            <a:p>
              <a:endParaRPr lang="en-US"/>
            </a:p>
          </p:txBody>
        </p:sp>
      </p:grpSp>
      <p:sp>
        <p:nvSpPr>
          <p:cNvPr id="1110" name="Graphic 1039">
            <a:extLst>
              <a:ext uri="{FF2B5EF4-FFF2-40B4-BE49-F238E27FC236}">
                <a16:creationId xmlns:a16="http://schemas.microsoft.com/office/drawing/2014/main" id="{1EFC51F7-06D5-D44E-9BC5-9B787824A6DC}"/>
              </a:ext>
            </a:extLst>
          </p:cNvPr>
          <p:cNvSpPr/>
          <p:nvPr/>
        </p:nvSpPr>
        <p:spPr>
          <a:xfrm>
            <a:off x="2998797"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89459 w 361670"/>
              <a:gd name="connsiteY5" fmla="*/ 205564 h 361333"/>
              <a:gd name="connsiteX6" fmla="*/ 74123 w 361670"/>
              <a:gd name="connsiteY6" fmla="*/ 144916 h 361333"/>
              <a:gd name="connsiteX7" fmla="*/ 75401 w 361670"/>
              <a:gd name="connsiteY7" fmla="*/ 139171 h 361333"/>
              <a:gd name="connsiteX8" fmla="*/ 80513 w 361670"/>
              <a:gd name="connsiteY8" fmla="*/ 136617 h 361333"/>
              <a:gd name="connsiteX9" fmla="*/ 224926 w 361670"/>
              <a:gd name="connsiteY9" fmla="*/ 136617 h 361333"/>
              <a:gd name="connsiteX10" fmla="*/ 231316 w 361670"/>
              <a:gd name="connsiteY10" fmla="*/ 143001 h 361333"/>
              <a:gd name="connsiteX11" fmla="*/ 224926 w 361670"/>
              <a:gd name="connsiteY11" fmla="*/ 149385 h 361333"/>
              <a:gd name="connsiteX12" fmla="*/ 88181 w 361670"/>
              <a:gd name="connsiteY12" fmla="*/ 149385 h 361333"/>
              <a:gd name="connsiteX13" fmla="*/ 100322 w 361670"/>
              <a:gd name="connsiteY13" fmla="*/ 197265 h 361333"/>
              <a:gd name="connsiteX14" fmla="*/ 209590 w 361670"/>
              <a:gd name="connsiteY14" fmla="*/ 197265 h 361333"/>
              <a:gd name="connsiteX15" fmla="*/ 215980 w 361670"/>
              <a:gd name="connsiteY15" fmla="*/ 203649 h 361333"/>
              <a:gd name="connsiteX16" fmla="*/ 209590 w 361670"/>
              <a:gd name="connsiteY16" fmla="*/ 210033 h 361333"/>
              <a:gd name="connsiteX17" fmla="*/ 95210 w 361670"/>
              <a:gd name="connsiteY17" fmla="*/ 210033 h 361333"/>
              <a:gd name="connsiteX18" fmla="*/ 89459 w 361670"/>
              <a:gd name="connsiteY18" fmla="*/ 205564 h 361333"/>
              <a:gd name="connsiteX19" fmla="*/ 224287 w 361670"/>
              <a:gd name="connsiteY19" fmla="*/ 173644 h 361333"/>
              <a:gd name="connsiteX20" fmla="*/ 217897 w 361670"/>
              <a:gd name="connsiteY20" fmla="*/ 180028 h 361333"/>
              <a:gd name="connsiteX21" fmla="*/ 118853 w 361670"/>
              <a:gd name="connsiteY21" fmla="*/ 180028 h 361333"/>
              <a:gd name="connsiteX22" fmla="*/ 112463 w 361670"/>
              <a:gd name="connsiteY22" fmla="*/ 173644 h 361333"/>
              <a:gd name="connsiteX23" fmla="*/ 118853 w 361670"/>
              <a:gd name="connsiteY23" fmla="*/ 167260 h 361333"/>
              <a:gd name="connsiteX24" fmla="*/ 217897 w 361670"/>
              <a:gd name="connsiteY24" fmla="*/ 167260 h 361333"/>
              <a:gd name="connsiteX25" fmla="*/ 224287 w 361670"/>
              <a:gd name="connsiteY25" fmla="*/ 173644 h 361333"/>
              <a:gd name="connsiteX26" fmla="*/ 129716 w 361670"/>
              <a:gd name="connsiteY26" fmla="*/ 280895 h 361333"/>
              <a:gd name="connsiteX27" fmla="*/ 114380 w 361670"/>
              <a:gd name="connsiteY27" fmla="*/ 265574 h 361333"/>
              <a:gd name="connsiteX28" fmla="*/ 129716 w 361670"/>
              <a:gd name="connsiteY28" fmla="*/ 250252 h 361333"/>
              <a:gd name="connsiteX29" fmla="*/ 145052 w 361670"/>
              <a:gd name="connsiteY29" fmla="*/ 265574 h 361333"/>
              <a:gd name="connsiteX30" fmla="*/ 129716 w 361670"/>
              <a:gd name="connsiteY30" fmla="*/ 280895 h 361333"/>
              <a:gd name="connsiteX31" fmla="*/ 219814 w 361670"/>
              <a:gd name="connsiteY31" fmla="*/ 280895 h 361333"/>
              <a:gd name="connsiteX32" fmla="*/ 204478 w 361670"/>
              <a:gd name="connsiteY32" fmla="*/ 265574 h 361333"/>
              <a:gd name="connsiteX33" fmla="*/ 219814 w 361670"/>
              <a:gd name="connsiteY33" fmla="*/ 250252 h 361333"/>
              <a:gd name="connsiteX34" fmla="*/ 235150 w 361670"/>
              <a:gd name="connsiteY34" fmla="*/ 265574 h 361333"/>
              <a:gd name="connsiteX35" fmla="*/ 219814 w 361670"/>
              <a:gd name="connsiteY35" fmla="*/ 280895 h 361333"/>
              <a:gd name="connsiteX36" fmla="*/ 295215 w 361670"/>
              <a:gd name="connsiteY36" fmla="*/ 118742 h 361333"/>
              <a:gd name="connsiteX37" fmla="*/ 268377 w 361670"/>
              <a:gd name="connsiteY37" fmla="*/ 125126 h 361333"/>
              <a:gd name="connsiteX38" fmla="*/ 246013 w 361670"/>
              <a:gd name="connsiteY38" fmla="*/ 234931 h 361333"/>
              <a:gd name="connsiteX39" fmla="*/ 246013 w 361670"/>
              <a:gd name="connsiteY39" fmla="*/ 235569 h 361333"/>
              <a:gd name="connsiteX40" fmla="*/ 245374 w 361670"/>
              <a:gd name="connsiteY40" fmla="*/ 236207 h 361333"/>
              <a:gd name="connsiteX41" fmla="*/ 244735 w 361670"/>
              <a:gd name="connsiteY41" fmla="*/ 237484 h 361333"/>
              <a:gd name="connsiteX42" fmla="*/ 244096 w 361670"/>
              <a:gd name="connsiteY42" fmla="*/ 238123 h 361333"/>
              <a:gd name="connsiteX43" fmla="*/ 242818 w 361670"/>
              <a:gd name="connsiteY43" fmla="*/ 238761 h 361333"/>
              <a:gd name="connsiteX44" fmla="*/ 242179 w 361670"/>
              <a:gd name="connsiteY44" fmla="*/ 239399 h 361333"/>
              <a:gd name="connsiteX45" fmla="*/ 239623 w 361670"/>
              <a:gd name="connsiteY45" fmla="*/ 240038 h 361333"/>
              <a:gd name="connsiteX46" fmla="*/ 239623 w 361670"/>
              <a:gd name="connsiteY46" fmla="*/ 240038 h 361333"/>
              <a:gd name="connsiteX47" fmla="*/ 239623 w 361670"/>
              <a:gd name="connsiteY47" fmla="*/ 240038 h 361333"/>
              <a:gd name="connsiteX48" fmla="*/ 109907 w 361670"/>
              <a:gd name="connsiteY48" fmla="*/ 240038 h 361333"/>
              <a:gd name="connsiteX49" fmla="*/ 103517 w 361670"/>
              <a:gd name="connsiteY49" fmla="*/ 233654 h 361333"/>
              <a:gd name="connsiteX50" fmla="*/ 109907 w 361670"/>
              <a:gd name="connsiteY50" fmla="*/ 227270 h 361333"/>
              <a:gd name="connsiteX51" fmla="*/ 233872 w 361670"/>
              <a:gd name="connsiteY51" fmla="*/ 227270 h 361333"/>
              <a:gd name="connsiteX52" fmla="*/ 255597 w 361670"/>
              <a:gd name="connsiteY52" fmla="*/ 118104 h 361333"/>
              <a:gd name="connsiteX53" fmla="*/ 256237 w 361670"/>
              <a:gd name="connsiteY53" fmla="*/ 117465 h 361333"/>
              <a:gd name="connsiteX54" fmla="*/ 256876 w 361670"/>
              <a:gd name="connsiteY54" fmla="*/ 116189 h 361333"/>
              <a:gd name="connsiteX55" fmla="*/ 257515 w 361670"/>
              <a:gd name="connsiteY55" fmla="*/ 114912 h 361333"/>
              <a:gd name="connsiteX56" fmla="*/ 258154 w 361670"/>
              <a:gd name="connsiteY56" fmla="*/ 114273 h 361333"/>
              <a:gd name="connsiteX57" fmla="*/ 259431 w 361670"/>
              <a:gd name="connsiteY57" fmla="*/ 113635 h 361333"/>
              <a:gd name="connsiteX58" fmla="*/ 260071 w 361670"/>
              <a:gd name="connsiteY58" fmla="*/ 113635 h 361333"/>
              <a:gd name="connsiteX59" fmla="*/ 260071 w 361670"/>
              <a:gd name="connsiteY59" fmla="*/ 113635 h 361333"/>
              <a:gd name="connsiteX60" fmla="*/ 260071 w 361670"/>
              <a:gd name="connsiteY60" fmla="*/ 113635 h 361333"/>
              <a:gd name="connsiteX61" fmla="*/ 290103 w 361670"/>
              <a:gd name="connsiteY61" fmla="*/ 105974 h 361333"/>
              <a:gd name="connsiteX62" fmla="*/ 297771 w 361670"/>
              <a:gd name="connsiteY62" fmla="*/ 110443 h 361333"/>
              <a:gd name="connsiteX63" fmla="*/ 295215 w 361670"/>
              <a:gd name="connsiteY63" fmla="*/ 11874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1" y="280257"/>
                  <a:pt x="361671" y="180667"/>
                </a:cubicBezTo>
                <a:cubicBezTo>
                  <a:pt x="361671" y="81077"/>
                  <a:pt x="281157" y="0"/>
                  <a:pt x="180835" y="0"/>
                </a:cubicBezTo>
                <a:close/>
                <a:moveTo>
                  <a:pt x="89459" y="205564"/>
                </a:moveTo>
                <a:lnTo>
                  <a:pt x="74123" y="144916"/>
                </a:lnTo>
                <a:cubicBezTo>
                  <a:pt x="73484" y="143001"/>
                  <a:pt x="74123" y="141086"/>
                  <a:pt x="75401" y="139171"/>
                </a:cubicBezTo>
                <a:cubicBezTo>
                  <a:pt x="76679" y="137894"/>
                  <a:pt x="78596" y="136617"/>
                  <a:pt x="80513" y="136617"/>
                </a:cubicBezTo>
                <a:lnTo>
                  <a:pt x="224926" y="136617"/>
                </a:lnTo>
                <a:cubicBezTo>
                  <a:pt x="228760" y="136617"/>
                  <a:pt x="231316" y="139171"/>
                  <a:pt x="231316" y="143001"/>
                </a:cubicBezTo>
                <a:cubicBezTo>
                  <a:pt x="231316" y="146832"/>
                  <a:pt x="228760" y="149385"/>
                  <a:pt x="224926" y="149385"/>
                </a:cubicBezTo>
                <a:lnTo>
                  <a:pt x="88181" y="149385"/>
                </a:lnTo>
                <a:lnTo>
                  <a:pt x="100322" y="197265"/>
                </a:lnTo>
                <a:lnTo>
                  <a:pt x="209590" y="197265"/>
                </a:lnTo>
                <a:cubicBezTo>
                  <a:pt x="213424" y="197265"/>
                  <a:pt x="215980" y="199819"/>
                  <a:pt x="215980" y="203649"/>
                </a:cubicBezTo>
                <a:cubicBezTo>
                  <a:pt x="215980" y="207479"/>
                  <a:pt x="213424" y="210033"/>
                  <a:pt x="209590" y="210033"/>
                </a:cubicBezTo>
                <a:lnTo>
                  <a:pt x="95210" y="210033"/>
                </a:lnTo>
                <a:cubicBezTo>
                  <a:pt x="92654" y="210033"/>
                  <a:pt x="90098" y="208118"/>
                  <a:pt x="89459" y="205564"/>
                </a:cubicBezTo>
                <a:close/>
                <a:moveTo>
                  <a:pt x="224287" y="173644"/>
                </a:moveTo>
                <a:cubicBezTo>
                  <a:pt x="224287" y="177475"/>
                  <a:pt x="221731" y="180028"/>
                  <a:pt x="217897" y="180028"/>
                </a:cubicBezTo>
                <a:lnTo>
                  <a:pt x="118853" y="180028"/>
                </a:lnTo>
                <a:cubicBezTo>
                  <a:pt x="115019" y="180028"/>
                  <a:pt x="112463" y="177475"/>
                  <a:pt x="112463" y="173644"/>
                </a:cubicBezTo>
                <a:cubicBezTo>
                  <a:pt x="112463" y="169814"/>
                  <a:pt x="115019" y="167260"/>
                  <a:pt x="118853" y="167260"/>
                </a:cubicBezTo>
                <a:lnTo>
                  <a:pt x="217897" y="167260"/>
                </a:lnTo>
                <a:cubicBezTo>
                  <a:pt x="221092" y="167260"/>
                  <a:pt x="224287" y="169814"/>
                  <a:pt x="224287" y="173644"/>
                </a:cubicBezTo>
                <a:close/>
                <a:moveTo>
                  <a:pt x="129716" y="280895"/>
                </a:moveTo>
                <a:cubicBezTo>
                  <a:pt x="121409" y="280895"/>
                  <a:pt x="114380" y="273873"/>
                  <a:pt x="114380" y="265574"/>
                </a:cubicBezTo>
                <a:cubicBezTo>
                  <a:pt x="114380" y="257275"/>
                  <a:pt x="121409" y="250252"/>
                  <a:pt x="129716" y="250252"/>
                </a:cubicBezTo>
                <a:cubicBezTo>
                  <a:pt x="138023" y="250252"/>
                  <a:pt x="145052" y="257275"/>
                  <a:pt x="145052" y="265574"/>
                </a:cubicBezTo>
                <a:cubicBezTo>
                  <a:pt x="145052" y="273873"/>
                  <a:pt x="138023" y="280895"/>
                  <a:pt x="129716" y="280895"/>
                </a:cubicBezTo>
                <a:close/>
                <a:moveTo>
                  <a:pt x="219814" y="280895"/>
                </a:moveTo>
                <a:cubicBezTo>
                  <a:pt x="211507" y="280895"/>
                  <a:pt x="204478" y="273873"/>
                  <a:pt x="204478" y="265574"/>
                </a:cubicBezTo>
                <a:cubicBezTo>
                  <a:pt x="204478" y="257275"/>
                  <a:pt x="211507" y="250252"/>
                  <a:pt x="219814" y="250252"/>
                </a:cubicBezTo>
                <a:cubicBezTo>
                  <a:pt x="228121" y="250252"/>
                  <a:pt x="235150" y="257275"/>
                  <a:pt x="235150" y="265574"/>
                </a:cubicBezTo>
                <a:cubicBezTo>
                  <a:pt x="235150" y="273873"/>
                  <a:pt x="228121" y="280895"/>
                  <a:pt x="219814" y="280895"/>
                </a:cubicBezTo>
                <a:close/>
                <a:moveTo>
                  <a:pt x="295215" y="118742"/>
                </a:moveTo>
                <a:lnTo>
                  <a:pt x="268377" y="125126"/>
                </a:lnTo>
                <a:lnTo>
                  <a:pt x="246013" y="234931"/>
                </a:lnTo>
                <a:cubicBezTo>
                  <a:pt x="246013" y="234931"/>
                  <a:pt x="246013" y="235569"/>
                  <a:pt x="246013" y="235569"/>
                </a:cubicBezTo>
                <a:cubicBezTo>
                  <a:pt x="246013" y="236207"/>
                  <a:pt x="246013" y="236207"/>
                  <a:pt x="245374" y="236207"/>
                </a:cubicBezTo>
                <a:cubicBezTo>
                  <a:pt x="245374" y="236846"/>
                  <a:pt x="244735" y="236846"/>
                  <a:pt x="244735" y="237484"/>
                </a:cubicBezTo>
                <a:cubicBezTo>
                  <a:pt x="244735" y="237484"/>
                  <a:pt x="244096" y="238123"/>
                  <a:pt x="244096" y="238123"/>
                </a:cubicBezTo>
                <a:cubicBezTo>
                  <a:pt x="243457" y="238761"/>
                  <a:pt x="243457" y="238761"/>
                  <a:pt x="242818" y="238761"/>
                </a:cubicBezTo>
                <a:cubicBezTo>
                  <a:pt x="242818" y="238761"/>
                  <a:pt x="242179" y="238761"/>
                  <a:pt x="242179" y="239399"/>
                </a:cubicBezTo>
                <a:cubicBezTo>
                  <a:pt x="241540" y="239399"/>
                  <a:pt x="240901" y="240038"/>
                  <a:pt x="239623" y="240038"/>
                </a:cubicBezTo>
                <a:cubicBezTo>
                  <a:pt x="239623" y="240038"/>
                  <a:pt x="239623" y="240038"/>
                  <a:pt x="239623" y="240038"/>
                </a:cubicBezTo>
                <a:lnTo>
                  <a:pt x="239623" y="240038"/>
                </a:lnTo>
                <a:lnTo>
                  <a:pt x="109907" y="240038"/>
                </a:lnTo>
                <a:cubicBezTo>
                  <a:pt x="106073" y="240038"/>
                  <a:pt x="103517" y="237484"/>
                  <a:pt x="103517" y="233654"/>
                </a:cubicBezTo>
                <a:cubicBezTo>
                  <a:pt x="103517" y="229823"/>
                  <a:pt x="106073" y="227270"/>
                  <a:pt x="109907" y="227270"/>
                </a:cubicBezTo>
                <a:lnTo>
                  <a:pt x="233872" y="227270"/>
                </a:lnTo>
                <a:lnTo>
                  <a:pt x="255597" y="118104"/>
                </a:lnTo>
                <a:cubicBezTo>
                  <a:pt x="255597" y="117465"/>
                  <a:pt x="255597" y="117465"/>
                  <a:pt x="256237" y="117465"/>
                </a:cubicBezTo>
                <a:cubicBezTo>
                  <a:pt x="256237" y="116827"/>
                  <a:pt x="256237" y="116827"/>
                  <a:pt x="256876" y="116189"/>
                </a:cubicBezTo>
                <a:cubicBezTo>
                  <a:pt x="256876" y="115550"/>
                  <a:pt x="257515" y="115550"/>
                  <a:pt x="257515" y="114912"/>
                </a:cubicBezTo>
                <a:cubicBezTo>
                  <a:pt x="257515" y="114912"/>
                  <a:pt x="258154" y="114273"/>
                  <a:pt x="258154" y="114273"/>
                </a:cubicBezTo>
                <a:cubicBezTo>
                  <a:pt x="258792" y="113635"/>
                  <a:pt x="259431" y="113635"/>
                  <a:pt x="259431" y="113635"/>
                </a:cubicBezTo>
                <a:cubicBezTo>
                  <a:pt x="259431" y="113635"/>
                  <a:pt x="260071" y="113635"/>
                  <a:pt x="260071" y="113635"/>
                </a:cubicBezTo>
                <a:lnTo>
                  <a:pt x="260071" y="113635"/>
                </a:lnTo>
                <a:cubicBezTo>
                  <a:pt x="260071" y="113635"/>
                  <a:pt x="260071" y="113635"/>
                  <a:pt x="260071" y="113635"/>
                </a:cubicBezTo>
                <a:lnTo>
                  <a:pt x="290103" y="105974"/>
                </a:lnTo>
                <a:cubicBezTo>
                  <a:pt x="293298" y="105336"/>
                  <a:pt x="297132" y="107251"/>
                  <a:pt x="297771" y="110443"/>
                </a:cubicBezTo>
                <a:cubicBezTo>
                  <a:pt x="300966" y="114273"/>
                  <a:pt x="299049" y="118104"/>
                  <a:pt x="295215" y="118742"/>
                </a:cubicBezTo>
                <a:close/>
              </a:path>
            </a:pathLst>
          </a:custGeom>
          <a:solidFill>
            <a:srgbClr val="26890D"/>
          </a:solidFill>
          <a:ln w="6390" cap="flat">
            <a:noFill/>
            <a:prstDash val="solid"/>
            <a:miter/>
          </a:ln>
        </p:spPr>
        <p:txBody>
          <a:bodyPr rtlCol="0" anchor="ctr"/>
          <a:lstStyle/>
          <a:p>
            <a:endParaRPr lang="en-US"/>
          </a:p>
        </p:txBody>
      </p:sp>
      <p:grpSp>
        <p:nvGrpSpPr>
          <p:cNvPr id="1111" name="Graphic 1039">
            <a:extLst>
              <a:ext uri="{FF2B5EF4-FFF2-40B4-BE49-F238E27FC236}">
                <a16:creationId xmlns:a16="http://schemas.microsoft.com/office/drawing/2014/main" id="{226B7FEF-30A6-3F4D-B3A3-243F053C109F}"/>
              </a:ext>
            </a:extLst>
          </p:cNvPr>
          <p:cNvGrpSpPr/>
          <p:nvPr/>
        </p:nvGrpSpPr>
        <p:grpSpPr>
          <a:xfrm>
            <a:off x="1952764" y="2371173"/>
            <a:ext cx="361670" cy="361333"/>
            <a:chOff x="1952764" y="2371173"/>
            <a:chExt cx="361670" cy="361333"/>
          </a:xfrm>
          <a:solidFill>
            <a:srgbClr val="26890D"/>
          </a:solidFill>
        </p:grpSpPr>
        <p:sp>
          <p:nvSpPr>
            <p:cNvPr id="1112" name="Graphic 1039">
              <a:extLst>
                <a:ext uri="{FF2B5EF4-FFF2-40B4-BE49-F238E27FC236}">
                  <a16:creationId xmlns:a16="http://schemas.microsoft.com/office/drawing/2014/main" id="{C503DEBA-1EFF-4645-8C37-2C9CECDAEEF4}"/>
                </a:ext>
              </a:extLst>
            </p:cNvPr>
            <p:cNvSpPr/>
            <p:nvPr/>
          </p:nvSpPr>
          <p:spPr>
            <a:xfrm>
              <a:off x="2028165" y="2465018"/>
              <a:ext cx="209590" cy="174282"/>
            </a:xfrm>
            <a:custGeom>
              <a:avLst/>
              <a:gdLst>
                <a:gd name="connsiteX0" fmla="*/ 133550 w 209590"/>
                <a:gd name="connsiteY0" fmla="*/ 0 h 174282"/>
                <a:gd name="connsiteX1" fmla="*/ 105434 w 209590"/>
                <a:gd name="connsiteY1" fmla="*/ 15960 h 174282"/>
                <a:gd name="connsiteX2" fmla="*/ 77318 w 209590"/>
                <a:gd name="connsiteY2" fmla="*/ 0 h 174282"/>
                <a:gd name="connsiteX3" fmla="*/ 51119 w 209590"/>
                <a:gd name="connsiteY3" fmla="*/ 0 h 174282"/>
                <a:gd name="connsiteX4" fmla="*/ 0 w 209590"/>
                <a:gd name="connsiteY4" fmla="*/ 51072 h 174282"/>
                <a:gd name="connsiteX5" fmla="*/ 24282 w 209590"/>
                <a:gd name="connsiteY5" fmla="*/ 81715 h 174282"/>
                <a:gd name="connsiteX6" fmla="*/ 43452 w 209590"/>
                <a:gd name="connsiteY6" fmla="*/ 62563 h 174282"/>
                <a:gd name="connsiteX7" fmla="*/ 50480 w 209590"/>
                <a:gd name="connsiteY7" fmla="*/ 61286 h 174282"/>
                <a:gd name="connsiteX8" fmla="*/ 54314 w 209590"/>
                <a:gd name="connsiteY8" fmla="*/ 67032 h 174282"/>
                <a:gd name="connsiteX9" fmla="*/ 54314 w 209590"/>
                <a:gd name="connsiteY9" fmla="*/ 174283 h 174282"/>
                <a:gd name="connsiteX10" fmla="*/ 155276 w 209590"/>
                <a:gd name="connsiteY10" fmla="*/ 174283 h 174282"/>
                <a:gd name="connsiteX11" fmla="*/ 155276 w 209590"/>
                <a:gd name="connsiteY11" fmla="*/ 67032 h 174282"/>
                <a:gd name="connsiteX12" fmla="*/ 159109 w 209590"/>
                <a:gd name="connsiteY12" fmla="*/ 61286 h 174282"/>
                <a:gd name="connsiteX13" fmla="*/ 166138 w 209590"/>
                <a:gd name="connsiteY13" fmla="*/ 62563 h 174282"/>
                <a:gd name="connsiteX14" fmla="*/ 185308 w 209590"/>
                <a:gd name="connsiteY14" fmla="*/ 81715 h 174282"/>
                <a:gd name="connsiteX15" fmla="*/ 209590 w 209590"/>
                <a:gd name="connsiteY15" fmla="*/ 51072 h 174282"/>
                <a:gd name="connsiteX16" fmla="*/ 158471 w 209590"/>
                <a:gd name="connsiteY16" fmla="*/ 0 h 174282"/>
                <a:gd name="connsiteX17" fmla="*/ 133550 w 209590"/>
                <a:gd name="connsiteY17" fmla="*/ 0 h 17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9590" h="174282">
                  <a:moveTo>
                    <a:pt x="133550" y="0"/>
                  </a:moveTo>
                  <a:cubicBezTo>
                    <a:pt x="127160" y="10853"/>
                    <a:pt x="117575" y="15960"/>
                    <a:pt x="105434" y="15960"/>
                  </a:cubicBezTo>
                  <a:cubicBezTo>
                    <a:pt x="93293" y="15960"/>
                    <a:pt x="83708" y="10214"/>
                    <a:pt x="77318" y="0"/>
                  </a:cubicBezTo>
                  <a:lnTo>
                    <a:pt x="51119" y="0"/>
                  </a:lnTo>
                  <a:lnTo>
                    <a:pt x="0" y="51072"/>
                  </a:lnTo>
                  <a:lnTo>
                    <a:pt x="24282" y="81715"/>
                  </a:lnTo>
                  <a:lnTo>
                    <a:pt x="43452" y="62563"/>
                  </a:lnTo>
                  <a:cubicBezTo>
                    <a:pt x="45369" y="60648"/>
                    <a:pt x="47925" y="60009"/>
                    <a:pt x="50480" y="61286"/>
                  </a:cubicBezTo>
                  <a:cubicBezTo>
                    <a:pt x="53037" y="62563"/>
                    <a:pt x="54314" y="64478"/>
                    <a:pt x="54314" y="67032"/>
                  </a:cubicBezTo>
                  <a:lnTo>
                    <a:pt x="54314" y="174283"/>
                  </a:lnTo>
                  <a:lnTo>
                    <a:pt x="155276" y="174283"/>
                  </a:lnTo>
                  <a:lnTo>
                    <a:pt x="155276" y="67032"/>
                  </a:lnTo>
                  <a:cubicBezTo>
                    <a:pt x="155276" y="64478"/>
                    <a:pt x="156553" y="61925"/>
                    <a:pt x="159109" y="61286"/>
                  </a:cubicBezTo>
                  <a:cubicBezTo>
                    <a:pt x="161666" y="60009"/>
                    <a:pt x="164221" y="60648"/>
                    <a:pt x="166138" y="62563"/>
                  </a:cubicBezTo>
                  <a:lnTo>
                    <a:pt x="185308" y="81715"/>
                  </a:lnTo>
                  <a:lnTo>
                    <a:pt x="209590" y="51072"/>
                  </a:lnTo>
                  <a:lnTo>
                    <a:pt x="158471" y="0"/>
                  </a:lnTo>
                  <a:lnTo>
                    <a:pt x="133550" y="0"/>
                  </a:lnTo>
                  <a:close/>
                </a:path>
              </a:pathLst>
            </a:custGeom>
            <a:solidFill>
              <a:srgbClr val="26890D"/>
            </a:solidFill>
            <a:ln w="6390" cap="flat">
              <a:noFill/>
              <a:prstDash val="solid"/>
              <a:miter/>
            </a:ln>
          </p:spPr>
          <p:txBody>
            <a:bodyPr rtlCol="0" anchor="ctr"/>
            <a:lstStyle/>
            <a:p>
              <a:endParaRPr lang="en-US"/>
            </a:p>
          </p:txBody>
        </p:sp>
        <p:sp>
          <p:nvSpPr>
            <p:cNvPr id="1113" name="Graphic 1039">
              <a:extLst>
                <a:ext uri="{FF2B5EF4-FFF2-40B4-BE49-F238E27FC236}">
                  <a16:creationId xmlns:a16="http://schemas.microsoft.com/office/drawing/2014/main" id="{2CE2C7D6-B1BD-4A4A-9F0E-FC672F3E43DE}"/>
                </a:ext>
              </a:extLst>
            </p:cNvPr>
            <p:cNvSpPr/>
            <p:nvPr/>
          </p:nvSpPr>
          <p:spPr>
            <a:xfrm>
              <a:off x="195276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99688 w 361670"/>
                <a:gd name="connsiteY5" fmla="*/ 148108 h 361333"/>
                <a:gd name="connsiteX6" fmla="*/ 267099 w 361670"/>
                <a:gd name="connsiteY6" fmla="*/ 188966 h 361333"/>
                <a:gd name="connsiteX7" fmla="*/ 262626 w 361670"/>
                <a:gd name="connsiteY7" fmla="*/ 191519 h 361333"/>
                <a:gd name="connsiteX8" fmla="*/ 257514 w 361670"/>
                <a:gd name="connsiteY8" fmla="*/ 189604 h 361333"/>
                <a:gd name="connsiteX9" fmla="*/ 244095 w 361670"/>
                <a:gd name="connsiteY9" fmla="*/ 176198 h 361333"/>
                <a:gd name="connsiteX10" fmla="*/ 244095 w 361670"/>
                <a:gd name="connsiteY10" fmla="*/ 274511 h 361333"/>
                <a:gd name="connsiteX11" fmla="*/ 237706 w 361670"/>
                <a:gd name="connsiteY11" fmla="*/ 280895 h 361333"/>
                <a:gd name="connsiteX12" fmla="*/ 123965 w 361670"/>
                <a:gd name="connsiteY12" fmla="*/ 280895 h 361333"/>
                <a:gd name="connsiteX13" fmla="*/ 117575 w 361670"/>
                <a:gd name="connsiteY13" fmla="*/ 274511 h 361333"/>
                <a:gd name="connsiteX14" fmla="*/ 117575 w 361670"/>
                <a:gd name="connsiteY14" fmla="*/ 176198 h 361333"/>
                <a:gd name="connsiteX15" fmla="*/ 104156 w 361670"/>
                <a:gd name="connsiteY15" fmla="*/ 189604 h 361333"/>
                <a:gd name="connsiteX16" fmla="*/ 99044 w 361670"/>
                <a:gd name="connsiteY16" fmla="*/ 191519 h 361333"/>
                <a:gd name="connsiteX17" fmla="*/ 94571 w 361670"/>
                <a:gd name="connsiteY17" fmla="*/ 188966 h 361333"/>
                <a:gd name="connsiteX18" fmla="*/ 61982 w 361670"/>
                <a:gd name="connsiteY18" fmla="*/ 148108 h 361333"/>
                <a:gd name="connsiteX19" fmla="*/ 62621 w 361670"/>
                <a:gd name="connsiteY19" fmla="*/ 139809 h 361333"/>
                <a:gd name="connsiteX20" fmla="*/ 119492 w 361670"/>
                <a:gd name="connsiteY20" fmla="*/ 82992 h 361333"/>
                <a:gd name="connsiteX21" fmla="*/ 123965 w 361670"/>
                <a:gd name="connsiteY21" fmla="*/ 81077 h 361333"/>
                <a:gd name="connsiteX22" fmla="*/ 156553 w 361670"/>
                <a:gd name="connsiteY22" fmla="*/ 81077 h 361333"/>
                <a:gd name="connsiteX23" fmla="*/ 162304 w 361670"/>
                <a:gd name="connsiteY23" fmla="*/ 84907 h 361333"/>
                <a:gd name="connsiteX24" fmla="*/ 180835 w 361670"/>
                <a:gd name="connsiteY24" fmla="*/ 97675 h 361333"/>
                <a:gd name="connsiteX25" fmla="*/ 199366 w 361670"/>
                <a:gd name="connsiteY25" fmla="*/ 84907 h 361333"/>
                <a:gd name="connsiteX26" fmla="*/ 205117 w 361670"/>
                <a:gd name="connsiteY26" fmla="*/ 81077 h 361333"/>
                <a:gd name="connsiteX27" fmla="*/ 237706 w 361670"/>
                <a:gd name="connsiteY27" fmla="*/ 81077 h 361333"/>
                <a:gd name="connsiteX28" fmla="*/ 242179 w 361670"/>
                <a:gd name="connsiteY28" fmla="*/ 82992 h 361333"/>
                <a:gd name="connsiteX29" fmla="*/ 299049 w 361670"/>
                <a:gd name="connsiteY29" fmla="*/ 139809 h 361333"/>
                <a:gd name="connsiteX30" fmla="*/ 299688 w 361670"/>
                <a:gd name="connsiteY30" fmla="*/ 14810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299688" y="148108"/>
                  </a:moveTo>
                  <a:lnTo>
                    <a:pt x="267099" y="188966"/>
                  </a:lnTo>
                  <a:cubicBezTo>
                    <a:pt x="265821" y="190243"/>
                    <a:pt x="264543" y="191519"/>
                    <a:pt x="262626" y="191519"/>
                  </a:cubicBezTo>
                  <a:cubicBezTo>
                    <a:pt x="260709" y="191519"/>
                    <a:pt x="258792" y="190881"/>
                    <a:pt x="257514" y="189604"/>
                  </a:cubicBezTo>
                  <a:lnTo>
                    <a:pt x="244095" y="176198"/>
                  </a:lnTo>
                  <a:lnTo>
                    <a:pt x="244095" y="274511"/>
                  </a:lnTo>
                  <a:cubicBezTo>
                    <a:pt x="244095" y="278342"/>
                    <a:pt x="241540" y="280895"/>
                    <a:pt x="237706" y="280895"/>
                  </a:cubicBezTo>
                  <a:lnTo>
                    <a:pt x="123965" y="280895"/>
                  </a:lnTo>
                  <a:cubicBezTo>
                    <a:pt x="120131" y="280895"/>
                    <a:pt x="117575" y="278342"/>
                    <a:pt x="117575" y="274511"/>
                  </a:cubicBezTo>
                  <a:lnTo>
                    <a:pt x="117575" y="176198"/>
                  </a:lnTo>
                  <a:lnTo>
                    <a:pt x="104156" y="189604"/>
                  </a:lnTo>
                  <a:cubicBezTo>
                    <a:pt x="102878" y="190881"/>
                    <a:pt x="100961" y="191519"/>
                    <a:pt x="99044" y="191519"/>
                  </a:cubicBezTo>
                  <a:cubicBezTo>
                    <a:pt x="97127" y="191519"/>
                    <a:pt x="95849" y="190243"/>
                    <a:pt x="94571" y="188966"/>
                  </a:cubicBezTo>
                  <a:lnTo>
                    <a:pt x="61982" y="148108"/>
                  </a:lnTo>
                  <a:cubicBezTo>
                    <a:pt x="60065" y="145555"/>
                    <a:pt x="60065" y="141724"/>
                    <a:pt x="62621" y="139809"/>
                  </a:cubicBezTo>
                  <a:lnTo>
                    <a:pt x="119492" y="82992"/>
                  </a:lnTo>
                  <a:cubicBezTo>
                    <a:pt x="120770" y="81715"/>
                    <a:pt x="122048" y="81077"/>
                    <a:pt x="123965" y="81077"/>
                  </a:cubicBezTo>
                  <a:lnTo>
                    <a:pt x="156553" y="81077"/>
                  </a:lnTo>
                  <a:cubicBezTo>
                    <a:pt x="159109" y="81077"/>
                    <a:pt x="161026" y="82354"/>
                    <a:pt x="162304" y="84907"/>
                  </a:cubicBezTo>
                  <a:cubicBezTo>
                    <a:pt x="166777" y="93845"/>
                    <a:pt x="172528" y="97675"/>
                    <a:pt x="180835" y="97675"/>
                  </a:cubicBezTo>
                  <a:cubicBezTo>
                    <a:pt x="189142" y="97675"/>
                    <a:pt x="194893" y="93845"/>
                    <a:pt x="199366" y="84907"/>
                  </a:cubicBezTo>
                  <a:cubicBezTo>
                    <a:pt x="200644" y="82992"/>
                    <a:pt x="202561" y="81077"/>
                    <a:pt x="205117" y="81077"/>
                  </a:cubicBezTo>
                  <a:lnTo>
                    <a:pt x="237706" y="81077"/>
                  </a:lnTo>
                  <a:cubicBezTo>
                    <a:pt x="239623" y="81077"/>
                    <a:pt x="240901" y="81715"/>
                    <a:pt x="242179" y="82992"/>
                  </a:cubicBezTo>
                  <a:lnTo>
                    <a:pt x="299049" y="139809"/>
                  </a:lnTo>
                  <a:cubicBezTo>
                    <a:pt x="301605" y="142363"/>
                    <a:pt x="301605" y="145555"/>
                    <a:pt x="299688" y="148108"/>
                  </a:cubicBezTo>
                  <a:close/>
                </a:path>
              </a:pathLst>
            </a:custGeom>
            <a:solidFill>
              <a:srgbClr val="26890D"/>
            </a:solidFill>
            <a:ln w="6390" cap="flat">
              <a:noFill/>
              <a:prstDash val="solid"/>
              <a:miter/>
            </a:ln>
          </p:spPr>
          <p:txBody>
            <a:bodyPr rtlCol="0" anchor="ctr"/>
            <a:lstStyle/>
            <a:p>
              <a:endParaRPr lang="en-US"/>
            </a:p>
          </p:txBody>
        </p:sp>
      </p:grpSp>
      <p:grpSp>
        <p:nvGrpSpPr>
          <p:cNvPr id="1114" name="Graphic 1039">
            <a:extLst>
              <a:ext uri="{FF2B5EF4-FFF2-40B4-BE49-F238E27FC236}">
                <a16:creationId xmlns:a16="http://schemas.microsoft.com/office/drawing/2014/main" id="{B3113F97-6BF4-4E42-9181-052744D61CBF}"/>
              </a:ext>
            </a:extLst>
          </p:cNvPr>
          <p:cNvGrpSpPr/>
          <p:nvPr/>
        </p:nvGrpSpPr>
        <p:grpSpPr>
          <a:xfrm>
            <a:off x="905454" y="4308712"/>
            <a:ext cx="361670" cy="361971"/>
            <a:chOff x="905454" y="4308712"/>
            <a:chExt cx="361670" cy="361971"/>
          </a:xfrm>
          <a:solidFill>
            <a:srgbClr val="26890D"/>
          </a:solidFill>
        </p:grpSpPr>
        <p:sp>
          <p:nvSpPr>
            <p:cNvPr id="1115" name="Graphic 1039">
              <a:extLst>
                <a:ext uri="{FF2B5EF4-FFF2-40B4-BE49-F238E27FC236}">
                  <a16:creationId xmlns:a16="http://schemas.microsoft.com/office/drawing/2014/main" id="{E9B37F3A-3805-EA4E-8D10-E8A8193435D2}"/>
                </a:ext>
              </a:extLst>
            </p:cNvPr>
            <p:cNvSpPr/>
            <p:nvPr/>
          </p:nvSpPr>
          <p:spPr>
            <a:xfrm>
              <a:off x="992357" y="4472780"/>
              <a:ext cx="187864" cy="74054"/>
            </a:xfrm>
            <a:custGeom>
              <a:avLst/>
              <a:gdLst>
                <a:gd name="connsiteX0" fmla="*/ 0 w 187864"/>
                <a:gd name="connsiteY0" fmla="*/ 74054 h 74054"/>
                <a:gd name="connsiteX1" fmla="*/ 187864 w 187864"/>
                <a:gd name="connsiteY1" fmla="*/ 74054 h 74054"/>
                <a:gd name="connsiteX2" fmla="*/ 93932 w 187864"/>
                <a:gd name="connsiteY2" fmla="*/ 0 h 74054"/>
              </a:gdLst>
              <a:ahLst/>
              <a:cxnLst>
                <a:cxn ang="0">
                  <a:pos x="connsiteX0" y="connsiteY0"/>
                </a:cxn>
                <a:cxn ang="0">
                  <a:pos x="connsiteX1" y="connsiteY1"/>
                </a:cxn>
                <a:cxn ang="0">
                  <a:pos x="connsiteX2" y="connsiteY2"/>
                </a:cxn>
              </a:cxnLst>
              <a:rect l="l" t="t" r="r" b="b"/>
              <a:pathLst>
                <a:path w="187864" h="74054">
                  <a:moveTo>
                    <a:pt x="0" y="74054"/>
                  </a:moveTo>
                  <a:lnTo>
                    <a:pt x="187864" y="74054"/>
                  </a:lnTo>
                  <a:lnTo>
                    <a:pt x="93932" y="0"/>
                  </a:lnTo>
                  <a:close/>
                </a:path>
              </a:pathLst>
            </a:custGeom>
            <a:solidFill>
              <a:srgbClr val="26890D"/>
            </a:solidFill>
            <a:ln w="6390" cap="flat">
              <a:noFill/>
              <a:prstDash val="solid"/>
              <a:miter/>
            </a:ln>
          </p:spPr>
          <p:txBody>
            <a:bodyPr rtlCol="0" anchor="ctr"/>
            <a:lstStyle/>
            <a:p>
              <a:endParaRPr lang="en-US"/>
            </a:p>
          </p:txBody>
        </p:sp>
        <p:sp>
          <p:nvSpPr>
            <p:cNvPr id="1116" name="Graphic 1039">
              <a:extLst>
                <a:ext uri="{FF2B5EF4-FFF2-40B4-BE49-F238E27FC236}">
                  <a16:creationId xmlns:a16="http://schemas.microsoft.com/office/drawing/2014/main" id="{CD26954F-81C4-434B-B1EB-645C2A9C3C46}"/>
                </a:ext>
              </a:extLst>
            </p:cNvPr>
            <p:cNvSpPr/>
            <p:nvPr/>
          </p:nvSpPr>
          <p:spPr>
            <a:xfrm>
              <a:off x="905454" y="4308712"/>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180835 w 361670"/>
                <a:gd name="connsiteY4" fmla="*/ 0 h 361971"/>
                <a:gd name="connsiteX5" fmla="*/ 299688 w 361670"/>
                <a:gd name="connsiteY5" fmla="*/ 246422 h 361971"/>
                <a:gd name="connsiteX6" fmla="*/ 293937 w 361670"/>
                <a:gd name="connsiteY6" fmla="*/ 250890 h 361971"/>
                <a:gd name="connsiteX7" fmla="*/ 69011 w 361670"/>
                <a:gd name="connsiteY7" fmla="*/ 250890 h 361971"/>
                <a:gd name="connsiteX8" fmla="*/ 63260 w 361670"/>
                <a:gd name="connsiteY8" fmla="*/ 246422 h 361971"/>
                <a:gd name="connsiteX9" fmla="*/ 65177 w 361670"/>
                <a:gd name="connsiteY9" fmla="*/ 239399 h 361971"/>
                <a:gd name="connsiteX10" fmla="*/ 175084 w 361670"/>
                <a:gd name="connsiteY10" fmla="*/ 153216 h 361971"/>
                <a:gd name="connsiteX11" fmla="*/ 175084 w 361670"/>
                <a:gd name="connsiteY11" fmla="*/ 140448 h 361971"/>
                <a:gd name="connsiteX12" fmla="*/ 181474 w 361670"/>
                <a:gd name="connsiteY12" fmla="*/ 134064 h 361971"/>
                <a:gd name="connsiteX13" fmla="*/ 199366 w 361670"/>
                <a:gd name="connsiteY13" fmla="*/ 116189 h 361971"/>
                <a:gd name="connsiteX14" fmla="*/ 181474 w 361670"/>
                <a:gd name="connsiteY14" fmla="*/ 98313 h 361971"/>
                <a:gd name="connsiteX15" fmla="*/ 168055 w 361670"/>
                <a:gd name="connsiteY15" fmla="*/ 104059 h 361971"/>
                <a:gd name="connsiteX16" fmla="*/ 163582 w 361670"/>
                <a:gd name="connsiteY16" fmla="*/ 115550 h 361971"/>
                <a:gd name="connsiteX17" fmla="*/ 157192 w 361670"/>
                <a:gd name="connsiteY17" fmla="*/ 121934 h 361971"/>
                <a:gd name="connsiteX18" fmla="*/ 150803 w 361670"/>
                <a:gd name="connsiteY18" fmla="*/ 115550 h 361971"/>
                <a:gd name="connsiteX19" fmla="*/ 158470 w 361670"/>
                <a:gd name="connsiteY19" fmla="*/ 95121 h 361971"/>
                <a:gd name="connsiteX20" fmla="*/ 181474 w 361670"/>
                <a:gd name="connsiteY20" fmla="*/ 84907 h 361971"/>
                <a:gd name="connsiteX21" fmla="*/ 212146 w 361670"/>
                <a:gd name="connsiteY21" fmla="*/ 115550 h 361971"/>
                <a:gd name="connsiteX22" fmla="*/ 187864 w 361670"/>
                <a:gd name="connsiteY22" fmla="*/ 145555 h 361971"/>
                <a:gd name="connsiteX23" fmla="*/ 187864 w 361670"/>
                <a:gd name="connsiteY23" fmla="*/ 152577 h 361971"/>
                <a:gd name="connsiteX24" fmla="*/ 297771 w 361670"/>
                <a:gd name="connsiteY24" fmla="*/ 238761 h 361971"/>
                <a:gd name="connsiteX25" fmla="*/ 299688 w 361670"/>
                <a:gd name="connsiteY25" fmla="*/ 24642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1670" h="361971">
                  <a:moveTo>
                    <a:pt x="180835" y="0"/>
                  </a:moveTo>
                  <a:cubicBezTo>
                    <a:pt x="80513" y="0"/>
                    <a:pt x="0" y="81077"/>
                    <a:pt x="0" y="180667"/>
                  </a:cubicBezTo>
                  <a:cubicBezTo>
                    <a:pt x="0" y="280257"/>
                    <a:pt x="81152" y="361972"/>
                    <a:pt x="180835" y="361972"/>
                  </a:cubicBezTo>
                  <a:cubicBezTo>
                    <a:pt x="280518" y="361972"/>
                    <a:pt x="361670" y="280895"/>
                    <a:pt x="361670" y="181305"/>
                  </a:cubicBezTo>
                  <a:cubicBezTo>
                    <a:pt x="361670" y="81715"/>
                    <a:pt x="281157" y="0"/>
                    <a:pt x="180835" y="0"/>
                  </a:cubicBezTo>
                  <a:close/>
                  <a:moveTo>
                    <a:pt x="299688" y="246422"/>
                  </a:moveTo>
                  <a:cubicBezTo>
                    <a:pt x="299049" y="248975"/>
                    <a:pt x="296493" y="250890"/>
                    <a:pt x="293937" y="250890"/>
                  </a:cubicBezTo>
                  <a:lnTo>
                    <a:pt x="69011" y="250890"/>
                  </a:lnTo>
                  <a:cubicBezTo>
                    <a:pt x="66455" y="250890"/>
                    <a:pt x="63899" y="248975"/>
                    <a:pt x="63260" y="246422"/>
                  </a:cubicBezTo>
                  <a:cubicBezTo>
                    <a:pt x="62621" y="243868"/>
                    <a:pt x="63260" y="241314"/>
                    <a:pt x="65177" y="239399"/>
                  </a:cubicBezTo>
                  <a:lnTo>
                    <a:pt x="175084" y="153216"/>
                  </a:lnTo>
                  <a:lnTo>
                    <a:pt x="175084" y="140448"/>
                  </a:lnTo>
                  <a:cubicBezTo>
                    <a:pt x="175084" y="136617"/>
                    <a:pt x="177640" y="134064"/>
                    <a:pt x="181474" y="134064"/>
                  </a:cubicBezTo>
                  <a:cubicBezTo>
                    <a:pt x="191059" y="134064"/>
                    <a:pt x="199366" y="126403"/>
                    <a:pt x="199366" y="116189"/>
                  </a:cubicBezTo>
                  <a:cubicBezTo>
                    <a:pt x="199366" y="105974"/>
                    <a:pt x="191698" y="98313"/>
                    <a:pt x="181474" y="98313"/>
                  </a:cubicBezTo>
                  <a:cubicBezTo>
                    <a:pt x="176362" y="98313"/>
                    <a:pt x="171889" y="100229"/>
                    <a:pt x="168055" y="104059"/>
                  </a:cubicBezTo>
                  <a:cubicBezTo>
                    <a:pt x="164860" y="107251"/>
                    <a:pt x="163582" y="111720"/>
                    <a:pt x="163582" y="115550"/>
                  </a:cubicBezTo>
                  <a:cubicBezTo>
                    <a:pt x="163582" y="119381"/>
                    <a:pt x="161026" y="121934"/>
                    <a:pt x="157192" y="121934"/>
                  </a:cubicBezTo>
                  <a:cubicBezTo>
                    <a:pt x="153358" y="121934"/>
                    <a:pt x="150803" y="119381"/>
                    <a:pt x="150803" y="115550"/>
                  </a:cubicBezTo>
                  <a:cubicBezTo>
                    <a:pt x="150803" y="107889"/>
                    <a:pt x="153358" y="100867"/>
                    <a:pt x="158470" y="95121"/>
                  </a:cubicBezTo>
                  <a:cubicBezTo>
                    <a:pt x="164221" y="88738"/>
                    <a:pt x="172528" y="84907"/>
                    <a:pt x="181474" y="84907"/>
                  </a:cubicBezTo>
                  <a:cubicBezTo>
                    <a:pt x="198088" y="84907"/>
                    <a:pt x="212146" y="98313"/>
                    <a:pt x="212146" y="115550"/>
                  </a:cubicBezTo>
                  <a:cubicBezTo>
                    <a:pt x="212146" y="130233"/>
                    <a:pt x="201922" y="142363"/>
                    <a:pt x="187864" y="145555"/>
                  </a:cubicBezTo>
                  <a:lnTo>
                    <a:pt x="187864" y="152577"/>
                  </a:lnTo>
                  <a:lnTo>
                    <a:pt x="297771" y="238761"/>
                  </a:lnTo>
                  <a:cubicBezTo>
                    <a:pt x="299688" y="240676"/>
                    <a:pt x="300327" y="243868"/>
                    <a:pt x="299688" y="246422"/>
                  </a:cubicBezTo>
                  <a:close/>
                </a:path>
              </a:pathLst>
            </a:custGeom>
            <a:solidFill>
              <a:srgbClr val="26890D"/>
            </a:solidFill>
            <a:ln w="6390" cap="flat">
              <a:noFill/>
              <a:prstDash val="solid"/>
              <a:miter/>
            </a:ln>
          </p:spPr>
          <p:txBody>
            <a:bodyPr rtlCol="0" anchor="ctr"/>
            <a:lstStyle/>
            <a:p>
              <a:endParaRPr lang="en-US"/>
            </a:p>
          </p:txBody>
        </p:sp>
      </p:grpSp>
      <p:grpSp>
        <p:nvGrpSpPr>
          <p:cNvPr id="1117" name="Graphic 1039">
            <a:extLst>
              <a:ext uri="{FF2B5EF4-FFF2-40B4-BE49-F238E27FC236}">
                <a16:creationId xmlns:a16="http://schemas.microsoft.com/office/drawing/2014/main" id="{2B182B51-B01E-7D4B-952D-50BD859DF895}"/>
              </a:ext>
            </a:extLst>
          </p:cNvPr>
          <p:cNvGrpSpPr/>
          <p:nvPr/>
        </p:nvGrpSpPr>
        <p:grpSpPr>
          <a:xfrm>
            <a:off x="6147119" y="3824168"/>
            <a:ext cx="361670" cy="361333"/>
            <a:chOff x="6147119" y="3824168"/>
            <a:chExt cx="361670" cy="361333"/>
          </a:xfrm>
          <a:solidFill>
            <a:srgbClr val="43B02A"/>
          </a:solidFill>
        </p:grpSpPr>
        <p:sp>
          <p:nvSpPr>
            <p:cNvPr id="1118" name="Graphic 1039">
              <a:extLst>
                <a:ext uri="{FF2B5EF4-FFF2-40B4-BE49-F238E27FC236}">
                  <a16:creationId xmlns:a16="http://schemas.microsoft.com/office/drawing/2014/main" id="{58348271-814F-064A-86F6-01BB440F6190}"/>
                </a:ext>
              </a:extLst>
            </p:cNvPr>
            <p:cNvSpPr/>
            <p:nvPr/>
          </p:nvSpPr>
          <p:spPr>
            <a:xfrm>
              <a:off x="6228910" y="3981852"/>
              <a:ext cx="197449" cy="91929"/>
            </a:xfrm>
            <a:custGeom>
              <a:avLst/>
              <a:gdLst>
                <a:gd name="connsiteX0" fmla="*/ 0 w 197449"/>
                <a:gd name="connsiteY0" fmla="*/ 0 h 91929"/>
                <a:gd name="connsiteX1" fmla="*/ 0 w 197449"/>
                <a:gd name="connsiteY1" fmla="*/ 91930 h 91929"/>
                <a:gd name="connsiteX2" fmla="*/ 197449 w 197449"/>
                <a:gd name="connsiteY2" fmla="*/ 91930 h 91929"/>
                <a:gd name="connsiteX3" fmla="*/ 197449 w 197449"/>
                <a:gd name="connsiteY3" fmla="*/ 0 h 91929"/>
                <a:gd name="connsiteX4" fmla="*/ 0 w 197449"/>
                <a:gd name="connsiteY4" fmla="*/ 0 h 91929"/>
                <a:gd name="connsiteX5" fmla="*/ 99044 w 197449"/>
                <a:gd name="connsiteY5" fmla="*/ 74693 h 91929"/>
                <a:gd name="connsiteX6" fmla="*/ 24282 w 197449"/>
                <a:gd name="connsiteY6" fmla="*/ 74693 h 91929"/>
                <a:gd name="connsiteX7" fmla="*/ 17892 w 197449"/>
                <a:gd name="connsiteY7" fmla="*/ 68309 h 91929"/>
                <a:gd name="connsiteX8" fmla="*/ 24282 w 197449"/>
                <a:gd name="connsiteY8" fmla="*/ 61925 h 91929"/>
                <a:gd name="connsiteX9" fmla="*/ 99044 w 197449"/>
                <a:gd name="connsiteY9" fmla="*/ 61925 h 91929"/>
                <a:gd name="connsiteX10" fmla="*/ 105434 w 197449"/>
                <a:gd name="connsiteY10" fmla="*/ 68309 h 91929"/>
                <a:gd name="connsiteX11" fmla="*/ 99044 w 197449"/>
                <a:gd name="connsiteY11" fmla="*/ 74693 h 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7449" h="91929">
                  <a:moveTo>
                    <a:pt x="0" y="0"/>
                  </a:moveTo>
                  <a:lnTo>
                    <a:pt x="0" y="91930"/>
                  </a:lnTo>
                  <a:lnTo>
                    <a:pt x="197449" y="91930"/>
                  </a:lnTo>
                  <a:lnTo>
                    <a:pt x="197449" y="0"/>
                  </a:lnTo>
                  <a:lnTo>
                    <a:pt x="0" y="0"/>
                  </a:lnTo>
                  <a:close/>
                  <a:moveTo>
                    <a:pt x="99044" y="74693"/>
                  </a:moveTo>
                  <a:lnTo>
                    <a:pt x="24282" y="74693"/>
                  </a:lnTo>
                  <a:cubicBezTo>
                    <a:pt x="20448" y="74693"/>
                    <a:pt x="17892" y="72139"/>
                    <a:pt x="17892" y="68309"/>
                  </a:cubicBezTo>
                  <a:cubicBezTo>
                    <a:pt x="17892" y="64478"/>
                    <a:pt x="20448" y="61925"/>
                    <a:pt x="24282" y="61925"/>
                  </a:cubicBezTo>
                  <a:lnTo>
                    <a:pt x="99044" y="61925"/>
                  </a:lnTo>
                  <a:cubicBezTo>
                    <a:pt x="102878" y="61925"/>
                    <a:pt x="105434" y="64478"/>
                    <a:pt x="105434" y="68309"/>
                  </a:cubicBezTo>
                  <a:cubicBezTo>
                    <a:pt x="105434" y="72139"/>
                    <a:pt x="102239" y="74693"/>
                    <a:pt x="99044" y="74693"/>
                  </a:cubicBezTo>
                  <a:close/>
                </a:path>
              </a:pathLst>
            </a:custGeom>
            <a:solidFill>
              <a:srgbClr val="43B02A"/>
            </a:solidFill>
            <a:ln w="6390" cap="flat">
              <a:noFill/>
              <a:prstDash val="solid"/>
              <a:miter/>
            </a:ln>
          </p:spPr>
          <p:txBody>
            <a:bodyPr rtlCol="0" anchor="ctr"/>
            <a:lstStyle/>
            <a:p>
              <a:endParaRPr lang="en-US"/>
            </a:p>
          </p:txBody>
        </p:sp>
        <p:sp>
          <p:nvSpPr>
            <p:cNvPr id="1119" name="Graphic 1039">
              <a:extLst>
                <a:ext uri="{FF2B5EF4-FFF2-40B4-BE49-F238E27FC236}">
                  <a16:creationId xmlns:a16="http://schemas.microsoft.com/office/drawing/2014/main" id="{417B6284-6DF3-0544-8E40-AD00024B4740}"/>
                </a:ext>
              </a:extLst>
            </p:cNvPr>
            <p:cNvSpPr/>
            <p:nvPr/>
          </p:nvSpPr>
          <p:spPr>
            <a:xfrm>
              <a:off x="6147119"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92020 w 361670"/>
                <a:gd name="connsiteY5" fmla="*/ 255998 h 361333"/>
                <a:gd name="connsiteX6" fmla="*/ 285630 w 361670"/>
                <a:gd name="connsiteY6" fmla="*/ 262382 h 361333"/>
                <a:gd name="connsiteX7" fmla="*/ 75401 w 361670"/>
                <a:gd name="connsiteY7" fmla="*/ 262382 h 361333"/>
                <a:gd name="connsiteX8" fmla="*/ 69011 w 361670"/>
                <a:gd name="connsiteY8" fmla="*/ 255998 h 361333"/>
                <a:gd name="connsiteX9" fmla="*/ 69011 w 361670"/>
                <a:gd name="connsiteY9" fmla="*/ 105974 h 361333"/>
                <a:gd name="connsiteX10" fmla="*/ 75401 w 361670"/>
                <a:gd name="connsiteY10" fmla="*/ 99590 h 361333"/>
                <a:gd name="connsiteX11" fmla="*/ 285630 w 361670"/>
                <a:gd name="connsiteY11" fmla="*/ 99590 h 361333"/>
                <a:gd name="connsiteX12" fmla="*/ 292020 w 361670"/>
                <a:gd name="connsiteY12" fmla="*/ 105974 h 361333"/>
                <a:gd name="connsiteX13" fmla="*/ 292020 w 361670"/>
                <a:gd name="connsiteY13" fmla="*/ 25599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0518" y="0"/>
                    <a:pt x="180835" y="0"/>
                  </a:cubicBezTo>
                  <a:close/>
                  <a:moveTo>
                    <a:pt x="292020" y="255998"/>
                  </a:moveTo>
                  <a:cubicBezTo>
                    <a:pt x="292020" y="259828"/>
                    <a:pt x="289464" y="262382"/>
                    <a:pt x="285630" y="262382"/>
                  </a:cubicBezTo>
                  <a:lnTo>
                    <a:pt x="75401" y="262382"/>
                  </a:lnTo>
                  <a:cubicBezTo>
                    <a:pt x="71567" y="262382"/>
                    <a:pt x="69011" y="259828"/>
                    <a:pt x="69011" y="255998"/>
                  </a:cubicBezTo>
                  <a:lnTo>
                    <a:pt x="69011" y="105974"/>
                  </a:lnTo>
                  <a:cubicBezTo>
                    <a:pt x="69011" y="102144"/>
                    <a:pt x="71567" y="99590"/>
                    <a:pt x="75401" y="99590"/>
                  </a:cubicBezTo>
                  <a:lnTo>
                    <a:pt x="285630" y="99590"/>
                  </a:lnTo>
                  <a:cubicBezTo>
                    <a:pt x="289464" y="99590"/>
                    <a:pt x="292020" y="102144"/>
                    <a:pt x="292020" y="105974"/>
                  </a:cubicBezTo>
                  <a:lnTo>
                    <a:pt x="292020" y="255998"/>
                  </a:lnTo>
                  <a:close/>
                </a:path>
              </a:pathLst>
            </a:custGeom>
            <a:solidFill>
              <a:srgbClr val="43B02A"/>
            </a:solidFill>
            <a:ln w="6390" cap="flat">
              <a:noFill/>
              <a:prstDash val="solid"/>
              <a:miter/>
            </a:ln>
          </p:spPr>
          <p:txBody>
            <a:bodyPr rtlCol="0" anchor="ctr"/>
            <a:lstStyle/>
            <a:p>
              <a:endParaRPr lang="en-US"/>
            </a:p>
          </p:txBody>
        </p:sp>
        <p:sp>
          <p:nvSpPr>
            <p:cNvPr id="1120" name="Graphic 1039">
              <a:extLst>
                <a:ext uri="{FF2B5EF4-FFF2-40B4-BE49-F238E27FC236}">
                  <a16:creationId xmlns:a16="http://schemas.microsoft.com/office/drawing/2014/main" id="{81CD232B-CCAF-6545-9BB5-84460098F5D1}"/>
                </a:ext>
              </a:extLst>
            </p:cNvPr>
            <p:cNvSpPr/>
            <p:nvPr/>
          </p:nvSpPr>
          <p:spPr>
            <a:xfrm>
              <a:off x="6228910" y="3936526"/>
              <a:ext cx="197449" cy="23620"/>
            </a:xfrm>
            <a:custGeom>
              <a:avLst/>
              <a:gdLst>
                <a:gd name="connsiteX0" fmla="*/ 0 w 197449"/>
                <a:gd name="connsiteY0" fmla="*/ 0 h 23620"/>
                <a:gd name="connsiteX1" fmla="*/ 197449 w 197449"/>
                <a:gd name="connsiteY1" fmla="*/ 0 h 23620"/>
                <a:gd name="connsiteX2" fmla="*/ 197449 w 197449"/>
                <a:gd name="connsiteY2" fmla="*/ 23621 h 23620"/>
                <a:gd name="connsiteX3" fmla="*/ 0 w 197449"/>
                <a:gd name="connsiteY3" fmla="*/ 23621 h 23620"/>
              </a:gdLst>
              <a:ahLst/>
              <a:cxnLst>
                <a:cxn ang="0">
                  <a:pos x="connsiteX0" y="connsiteY0"/>
                </a:cxn>
                <a:cxn ang="0">
                  <a:pos x="connsiteX1" y="connsiteY1"/>
                </a:cxn>
                <a:cxn ang="0">
                  <a:pos x="connsiteX2" y="connsiteY2"/>
                </a:cxn>
                <a:cxn ang="0">
                  <a:pos x="connsiteX3" y="connsiteY3"/>
                </a:cxn>
              </a:cxnLst>
              <a:rect l="l" t="t" r="r" b="b"/>
              <a:pathLst>
                <a:path w="197449" h="23620">
                  <a:moveTo>
                    <a:pt x="0" y="0"/>
                  </a:moveTo>
                  <a:lnTo>
                    <a:pt x="197449" y="0"/>
                  </a:lnTo>
                  <a:lnTo>
                    <a:pt x="197449" y="23621"/>
                  </a:lnTo>
                  <a:lnTo>
                    <a:pt x="0" y="23621"/>
                  </a:lnTo>
                  <a:close/>
                </a:path>
              </a:pathLst>
            </a:custGeom>
            <a:solidFill>
              <a:srgbClr val="43B02A"/>
            </a:solidFill>
            <a:ln w="6390" cap="flat">
              <a:noFill/>
              <a:prstDash val="solid"/>
              <a:miter/>
            </a:ln>
          </p:spPr>
          <p:txBody>
            <a:bodyPr rtlCol="0" anchor="ctr"/>
            <a:lstStyle/>
            <a:p>
              <a:endParaRPr lang="en-US"/>
            </a:p>
          </p:txBody>
        </p:sp>
      </p:grpSp>
      <p:grpSp>
        <p:nvGrpSpPr>
          <p:cNvPr id="1121" name="Graphic 1039">
            <a:extLst>
              <a:ext uri="{FF2B5EF4-FFF2-40B4-BE49-F238E27FC236}">
                <a16:creationId xmlns:a16="http://schemas.microsoft.com/office/drawing/2014/main" id="{FAA64A6D-24BE-7E43-86FA-8F300BF6FF8F}"/>
              </a:ext>
            </a:extLst>
          </p:cNvPr>
          <p:cNvGrpSpPr/>
          <p:nvPr/>
        </p:nvGrpSpPr>
        <p:grpSpPr>
          <a:xfrm>
            <a:off x="2998797" y="3339623"/>
            <a:ext cx="361670" cy="361333"/>
            <a:chOff x="2998797" y="3339623"/>
            <a:chExt cx="361670" cy="361333"/>
          </a:xfrm>
          <a:solidFill>
            <a:srgbClr val="26890D"/>
          </a:solidFill>
        </p:grpSpPr>
        <p:sp>
          <p:nvSpPr>
            <p:cNvPr id="1122" name="Graphic 1039">
              <a:extLst>
                <a:ext uri="{FF2B5EF4-FFF2-40B4-BE49-F238E27FC236}">
                  <a16:creationId xmlns:a16="http://schemas.microsoft.com/office/drawing/2014/main" id="{13C3122A-C7AA-4D48-B4C8-0CA18763C678}"/>
                </a:ext>
              </a:extLst>
            </p:cNvPr>
            <p:cNvSpPr/>
            <p:nvPr/>
          </p:nvSpPr>
          <p:spPr>
            <a:xfrm>
              <a:off x="3192412" y="3441129"/>
              <a:ext cx="63899" cy="53625"/>
            </a:xfrm>
            <a:custGeom>
              <a:avLst/>
              <a:gdLst>
                <a:gd name="connsiteX0" fmla="*/ 0 w 63899"/>
                <a:gd name="connsiteY0" fmla="*/ 0 h 53625"/>
                <a:gd name="connsiteX1" fmla="*/ 40257 w 63899"/>
                <a:gd name="connsiteY1" fmla="*/ 53625 h 53625"/>
                <a:gd name="connsiteX2" fmla="*/ 63899 w 63899"/>
                <a:gd name="connsiteY2" fmla="*/ 0 h 53625"/>
              </a:gdLst>
              <a:ahLst/>
              <a:cxnLst>
                <a:cxn ang="0">
                  <a:pos x="connsiteX0" y="connsiteY0"/>
                </a:cxn>
                <a:cxn ang="0">
                  <a:pos x="connsiteX1" y="connsiteY1"/>
                </a:cxn>
                <a:cxn ang="0">
                  <a:pos x="connsiteX2" y="connsiteY2"/>
                </a:cxn>
              </a:cxnLst>
              <a:rect l="l" t="t" r="r" b="b"/>
              <a:pathLst>
                <a:path w="63899" h="53625">
                  <a:moveTo>
                    <a:pt x="0" y="0"/>
                  </a:moveTo>
                  <a:lnTo>
                    <a:pt x="40257" y="53625"/>
                  </a:lnTo>
                  <a:lnTo>
                    <a:pt x="63899" y="0"/>
                  </a:lnTo>
                  <a:close/>
                </a:path>
              </a:pathLst>
            </a:custGeom>
            <a:solidFill>
              <a:srgbClr val="26890D"/>
            </a:solidFill>
            <a:ln w="6390" cap="flat">
              <a:noFill/>
              <a:prstDash val="solid"/>
              <a:miter/>
            </a:ln>
          </p:spPr>
          <p:txBody>
            <a:bodyPr rtlCol="0" anchor="ctr"/>
            <a:lstStyle/>
            <a:p>
              <a:endParaRPr lang="en-US"/>
            </a:p>
          </p:txBody>
        </p:sp>
        <p:sp>
          <p:nvSpPr>
            <p:cNvPr id="1123" name="Graphic 1039">
              <a:extLst>
                <a:ext uri="{FF2B5EF4-FFF2-40B4-BE49-F238E27FC236}">
                  <a16:creationId xmlns:a16="http://schemas.microsoft.com/office/drawing/2014/main" id="{170322FA-6939-4D4E-BE18-D18099A26CAE}"/>
                </a:ext>
              </a:extLst>
            </p:cNvPr>
            <p:cNvSpPr/>
            <p:nvPr/>
          </p:nvSpPr>
          <p:spPr>
            <a:xfrm>
              <a:off x="3069086" y="3449428"/>
              <a:ext cx="44729" cy="47879"/>
            </a:xfrm>
            <a:custGeom>
              <a:avLst/>
              <a:gdLst>
                <a:gd name="connsiteX0" fmla="*/ 44730 w 44729"/>
                <a:gd name="connsiteY0" fmla="*/ 47880 h 47879"/>
                <a:gd name="connsiteX1" fmla="*/ 23643 w 44729"/>
                <a:gd name="connsiteY1" fmla="*/ 0 h 47879"/>
                <a:gd name="connsiteX2" fmla="*/ 0 w 44729"/>
                <a:gd name="connsiteY2" fmla="*/ 47880 h 47879"/>
              </a:gdLst>
              <a:ahLst/>
              <a:cxnLst>
                <a:cxn ang="0">
                  <a:pos x="connsiteX0" y="connsiteY0"/>
                </a:cxn>
                <a:cxn ang="0">
                  <a:pos x="connsiteX1" y="connsiteY1"/>
                </a:cxn>
                <a:cxn ang="0">
                  <a:pos x="connsiteX2" y="connsiteY2"/>
                </a:cxn>
              </a:cxnLst>
              <a:rect l="l" t="t" r="r" b="b"/>
              <a:pathLst>
                <a:path w="44729" h="47879">
                  <a:moveTo>
                    <a:pt x="44730" y="47880"/>
                  </a:moveTo>
                  <a:lnTo>
                    <a:pt x="23643" y="0"/>
                  </a:lnTo>
                  <a:lnTo>
                    <a:pt x="0" y="47880"/>
                  </a:lnTo>
                  <a:close/>
                </a:path>
              </a:pathLst>
            </a:custGeom>
            <a:solidFill>
              <a:srgbClr val="26890D"/>
            </a:solidFill>
            <a:ln w="6390" cap="flat">
              <a:noFill/>
              <a:prstDash val="solid"/>
              <a:miter/>
            </a:ln>
          </p:spPr>
          <p:txBody>
            <a:bodyPr rtlCol="0" anchor="ctr"/>
            <a:lstStyle/>
            <a:p>
              <a:endParaRPr lang="en-US"/>
            </a:p>
          </p:txBody>
        </p:sp>
        <p:sp>
          <p:nvSpPr>
            <p:cNvPr id="1124" name="Graphic 1039">
              <a:extLst>
                <a:ext uri="{FF2B5EF4-FFF2-40B4-BE49-F238E27FC236}">
                  <a16:creationId xmlns:a16="http://schemas.microsoft.com/office/drawing/2014/main" id="{91281F1D-34AA-FF4C-BD31-E93C9C787D3B}"/>
                </a:ext>
              </a:extLst>
            </p:cNvPr>
            <p:cNvSpPr/>
            <p:nvPr/>
          </p:nvSpPr>
          <p:spPr>
            <a:xfrm>
              <a:off x="3102953" y="3441129"/>
              <a:ext cx="63899" cy="53625"/>
            </a:xfrm>
            <a:custGeom>
              <a:avLst/>
              <a:gdLst>
                <a:gd name="connsiteX0" fmla="*/ 23643 w 63899"/>
                <a:gd name="connsiteY0" fmla="*/ 53625 h 53625"/>
                <a:gd name="connsiteX1" fmla="*/ 63899 w 63899"/>
                <a:gd name="connsiteY1" fmla="*/ 0 h 53625"/>
                <a:gd name="connsiteX2" fmla="*/ 0 w 63899"/>
                <a:gd name="connsiteY2" fmla="*/ 0 h 53625"/>
              </a:gdLst>
              <a:ahLst/>
              <a:cxnLst>
                <a:cxn ang="0">
                  <a:pos x="connsiteX0" y="connsiteY0"/>
                </a:cxn>
                <a:cxn ang="0">
                  <a:pos x="connsiteX1" y="connsiteY1"/>
                </a:cxn>
                <a:cxn ang="0">
                  <a:pos x="connsiteX2" y="connsiteY2"/>
                </a:cxn>
              </a:cxnLst>
              <a:rect l="l" t="t" r="r" b="b"/>
              <a:pathLst>
                <a:path w="63899" h="53625">
                  <a:moveTo>
                    <a:pt x="23643" y="53625"/>
                  </a:moveTo>
                  <a:lnTo>
                    <a:pt x="63899" y="0"/>
                  </a:lnTo>
                  <a:lnTo>
                    <a:pt x="0" y="0"/>
                  </a:lnTo>
                  <a:close/>
                </a:path>
              </a:pathLst>
            </a:custGeom>
            <a:solidFill>
              <a:srgbClr val="26890D"/>
            </a:solidFill>
            <a:ln w="6390" cap="flat">
              <a:noFill/>
              <a:prstDash val="solid"/>
              <a:miter/>
            </a:ln>
          </p:spPr>
          <p:txBody>
            <a:bodyPr rtlCol="0" anchor="ctr"/>
            <a:lstStyle/>
            <a:p>
              <a:endParaRPr lang="en-US"/>
            </a:p>
          </p:txBody>
        </p:sp>
        <p:sp>
          <p:nvSpPr>
            <p:cNvPr id="1125" name="Graphic 1039">
              <a:extLst>
                <a:ext uri="{FF2B5EF4-FFF2-40B4-BE49-F238E27FC236}">
                  <a16:creationId xmlns:a16="http://schemas.microsoft.com/office/drawing/2014/main" id="{F9D0269F-7BA8-4E43-BC8D-F16413C40AF8}"/>
                </a:ext>
              </a:extLst>
            </p:cNvPr>
            <p:cNvSpPr/>
            <p:nvPr/>
          </p:nvSpPr>
          <p:spPr>
            <a:xfrm>
              <a:off x="3140654" y="3444959"/>
              <a:ext cx="77957" cy="52348"/>
            </a:xfrm>
            <a:custGeom>
              <a:avLst/>
              <a:gdLst>
                <a:gd name="connsiteX0" fmla="*/ 0 w 77957"/>
                <a:gd name="connsiteY0" fmla="*/ 52349 h 52348"/>
                <a:gd name="connsiteX1" fmla="*/ 77957 w 77957"/>
                <a:gd name="connsiteY1" fmla="*/ 52349 h 52348"/>
                <a:gd name="connsiteX2" fmla="*/ 38979 w 77957"/>
                <a:gd name="connsiteY2" fmla="*/ 0 h 52348"/>
              </a:gdLst>
              <a:ahLst/>
              <a:cxnLst>
                <a:cxn ang="0">
                  <a:pos x="connsiteX0" y="connsiteY0"/>
                </a:cxn>
                <a:cxn ang="0">
                  <a:pos x="connsiteX1" y="connsiteY1"/>
                </a:cxn>
                <a:cxn ang="0">
                  <a:pos x="connsiteX2" y="connsiteY2"/>
                </a:cxn>
              </a:cxnLst>
              <a:rect l="l" t="t" r="r" b="b"/>
              <a:pathLst>
                <a:path w="77957" h="52348">
                  <a:moveTo>
                    <a:pt x="0" y="52349"/>
                  </a:moveTo>
                  <a:lnTo>
                    <a:pt x="77957" y="52349"/>
                  </a:lnTo>
                  <a:lnTo>
                    <a:pt x="38979" y="0"/>
                  </a:lnTo>
                  <a:close/>
                </a:path>
              </a:pathLst>
            </a:custGeom>
            <a:solidFill>
              <a:srgbClr val="26890D"/>
            </a:solidFill>
            <a:ln w="6390" cap="flat">
              <a:noFill/>
              <a:prstDash val="solid"/>
              <a:miter/>
            </a:ln>
          </p:spPr>
          <p:txBody>
            <a:bodyPr rtlCol="0" anchor="ctr"/>
            <a:lstStyle/>
            <a:p>
              <a:endParaRPr lang="en-US"/>
            </a:p>
          </p:txBody>
        </p:sp>
        <p:sp>
          <p:nvSpPr>
            <p:cNvPr id="1126" name="Graphic 1039">
              <a:extLst>
                <a:ext uri="{FF2B5EF4-FFF2-40B4-BE49-F238E27FC236}">
                  <a16:creationId xmlns:a16="http://schemas.microsoft.com/office/drawing/2014/main" id="{57EB7E1D-BE33-DA4D-AE4E-12AAE90C78DC}"/>
                </a:ext>
              </a:extLst>
            </p:cNvPr>
            <p:cNvSpPr/>
            <p:nvPr/>
          </p:nvSpPr>
          <p:spPr>
            <a:xfrm>
              <a:off x="3132986" y="3510076"/>
              <a:ext cx="93293" cy="106612"/>
            </a:xfrm>
            <a:custGeom>
              <a:avLst/>
              <a:gdLst>
                <a:gd name="connsiteX0" fmla="*/ 93293 w 93293"/>
                <a:gd name="connsiteY0" fmla="*/ 0 h 106612"/>
                <a:gd name="connsiteX1" fmla="*/ 0 w 93293"/>
                <a:gd name="connsiteY1" fmla="*/ 0 h 106612"/>
                <a:gd name="connsiteX2" fmla="*/ 46647 w 93293"/>
                <a:gd name="connsiteY2" fmla="*/ 106613 h 106612"/>
              </a:gdLst>
              <a:ahLst/>
              <a:cxnLst>
                <a:cxn ang="0">
                  <a:pos x="connsiteX0" y="connsiteY0"/>
                </a:cxn>
                <a:cxn ang="0">
                  <a:pos x="connsiteX1" y="connsiteY1"/>
                </a:cxn>
                <a:cxn ang="0">
                  <a:pos x="connsiteX2" y="connsiteY2"/>
                </a:cxn>
              </a:cxnLst>
              <a:rect l="l" t="t" r="r" b="b"/>
              <a:pathLst>
                <a:path w="93293" h="106612">
                  <a:moveTo>
                    <a:pt x="93293" y="0"/>
                  </a:moveTo>
                  <a:lnTo>
                    <a:pt x="0" y="0"/>
                  </a:lnTo>
                  <a:lnTo>
                    <a:pt x="46647" y="106613"/>
                  </a:lnTo>
                  <a:close/>
                </a:path>
              </a:pathLst>
            </a:custGeom>
            <a:solidFill>
              <a:srgbClr val="26890D"/>
            </a:solidFill>
            <a:ln w="6390" cap="flat">
              <a:noFill/>
              <a:prstDash val="solid"/>
              <a:miter/>
            </a:ln>
          </p:spPr>
          <p:txBody>
            <a:bodyPr rtlCol="0" anchor="ctr"/>
            <a:lstStyle/>
            <a:p>
              <a:endParaRPr lang="en-US"/>
            </a:p>
          </p:txBody>
        </p:sp>
        <p:sp>
          <p:nvSpPr>
            <p:cNvPr id="1127" name="Graphic 1039">
              <a:extLst>
                <a:ext uri="{FF2B5EF4-FFF2-40B4-BE49-F238E27FC236}">
                  <a16:creationId xmlns:a16="http://schemas.microsoft.com/office/drawing/2014/main" id="{47F330DE-D9B3-F143-A379-9385716FED92}"/>
                </a:ext>
              </a:extLst>
            </p:cNvPr>
            <p:cNvSpPr/>
            <p:nvPr/>
          </p:nvSpPr>
          <p:spPr>
            <a:xfrm>
              <a:off x="3073559" y="3510076"/>
              <a:ext cx="85625" cy="91290"/>
            </a:xfrm>
            <a:custGeom>
              <a:avLst/>
              <a:gdLst>
                <a:gd name="connsiteX0" fmla="*/ 45369 w 85625"/>
                <a:gd name="connsiteY0" fmla="*/ 0 h 91290"/>
                <a:gd name="connsiteX1" fmla="*/ 0 w 85625"/>
                <a:gd name="connsiteY1" fmla="*/ 0 h 91290"/>
                <a:gd name="connsiteX2" fmla="*/ 85625 w 85625"/>
                <a:gd name="connsiteY2" fmla="*/ 91291 h 91290"/>
              </a:gdLst>
              <a:ahLst/>
              <a:cxnLst>
                <a:cxn ang="0">
                  <a:pos x="connsiteX0" y="connsiteY0"/>
                </a:cxn>
                <a:cxn ang="0">
                  <a:pos x="connsiteX1" y="connsiteY1"/>
                </a:cxn>
                <a:cxn ang="0">
                  <a:pos x="connsiteX2" y="connsiteY2"/>
                </a:cxn>
              </a:cxnLst>
              <a:rect l="l" t="t" r="r" b="b"/>
              <a:pathLst>
                <a:path w="85625" h="91290">
                  <a:moveTo>
                    <a:pt x="45369" y="0"/>
                  </a:moveTo>
                  <a:lnTo>
                    <a:pt x="0" y="0"/>
                  </a:lnTo>
                  <a:lnTo>
                    <a:pt x="85625" y="91291"/>
                  </a:lnTo>
                  <a:close/>
                </a:path>
              </a:pathLst>
            </a:custGeom>
            <a:solidFill>
              <a:srgbClr val="26890D"/>
            </a:solidFill>
            <a:ln w="6390" cap="flat">
              <a:noFill/>
              <a:prstDash val="solid"/>
              <a:miter/>
            </a:ln>
          </p:spPr>
          <p:txBody>
            <a:bodyPr rtlCol="0" anchor="ctr"/>
            <a:lstStyle/>
            <a:p>
              <a:endParaRPr lang="en-US"/>
            </a:p>
          </p:txBody>
        </p:sp>
        <p:sp>
          <p:nvSpPr>
            <p:cNvPr id="1128" name="Graphic 1039">
              <a:extLst>
                <a:ext uri="{FF2B5EF4-FFF2-40B4-BE49-F238E27FC236}">
                  <a16:creationId xmlns:a16="http://schemas.microsoft.com/office/drawing/2014/main" id="{A8B4B0D6-5F1E-FF43-80D1-C55A4F256AF3}"/>
                </a:ext>
              </a:extLst>
            </p:cNvPr>
            <p:cNvSpPr/>
            <p:nvPr/>
          </p:nvSpPr>
          <p:spPr>
            <a:xfrm>
              <a:off x="3245449" y="3449428"/>
              <a:ext cx="44729" cy="47879"/>
            </a:xfrm>
            <a:custGeom>
              <a:avLst/>
              <a:gdLst>
                <a:gd name="connsiteX0" fmla="*/ 0 w 44729"/>
                <a:gd name="connsiteY0" fmla="*/ 47880 h 47879"/>
                <a:gd name="connsiteX1" fmla="*/ 44730 w 44729"/>
                <a:gd name="connsiteY1" fmla="*/ 47880 h 47879"/>
                <a:gd name="connsiteX2" fmla="*/ 21087 w 44729"/>
                <a:gd name="connsiteY2" fmla="*/ 0 h 47879"/>
              </a:gdLst>
              <a:ahLst/>
              <a:cxnLst>
                <a:cxn ang="0">
                  <a:pos x="connsiteX0" y="connsiteY0"/>
                </a:cxn>
                <a:cxn ang="0">
                  <a:pos x="connsiteX1" y="connsiteY1"/>
                </a:cxn>
                <a:cxn ang="0">
                  <a:pos x="connsiteX2" y="connsiteY2"/>
                </a:cxn>
              </a:cxnLst>
              <a:rect l="l" t="t" r="r" b="b"/>
              <a:pathLst>
                <a:path w="44729" h="47879">
                  <a:moveTo>
                    <a:pt x="0" y="47880"/>
                  </a:moveTo>
                  <a:lnTo>
                    <a:pt x="44730" y="47880"/>
                  </a:lnTo>
                  <a:lnTo>
                    <a:pt x="21087" y="0"/>
                  </a:lnTo>
                  <a:close/>
                </a:path>
              </a:pathLst>
            </a:custGeom>
            <a:solidFill>
              <a:srgbClr val="26890D"/>
            </a:solidFill>
            <a:ln w="6390" cap="flat">
              <a:noFill/>
              <a:prstDash val="solid"/>
              <a:miter/>
            </a:ln>
          </p:spPr>
          <p:txBody>
            <a:bodyPr rtlCol="0" anchor="ctr"/>
            <a:lstStyle/>
            <a:p>
              <a:endParaRPr lang="en-US"/>
            </a:p>
          </p:txBody>
        </p:sp>
        <p:sp>
          <p:nvSpPr>
            <p:cNvPr id="1129" name="Graphic 1039">
              <a:extLst>
                <a:ext uri="{FF2B5EF4-FFF2-40B4-BE49-F238E27FC236}">
                  <a16:creationId xmlns:a16="http://schemas.microsoft.com/office/drawing/2014/main" id="{A6316979-95C7-6E4D-97AD-B2A284E45EEF}"/>
                </a:ext>
              </a:extLst>
            </p:cNvPr>
            <p:cNvSpPr/>
            <p:nvPr/>
          </p:nvSpPr>
          <p:spPr>
            <a:xfrm>
              <a:off x="2998797"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306078 w 361670"/>
                <a:gd name="connsiteY5" fmla="*/ 167899 h 361333"/>
                <a:gd name="connsiteX6" fmla="*/ 185308 w 361670"/>
                <a:gd name="connsiteY6" fmla="*/ 296855 h 361333"/>
                <a:gd name="connsiteX7" fmla="*/ 185308 w 361670"/>
                <a:gd name="connsiteY7" fmla="*/ 296855 h 361333"/>
                <a:gd name="connsiteX8" fmla="*/ 184030 w 361670"/>
                <a:gd name="connsiteY8" fmla="*/ 298132 h 361333"/>
                <a:gd name="connsiteX9" fmla="*/ 183391 w 361670"/>
                <a:gd name="connsiteY9" fmla="*/ 298132 h 361333"/>
                <a:gd name="connsiteX10" fmla="*/ 180835 w 361670"/>
                <a:gd name="connsiteY10" fmla="*/ 298770 h 361333"/>
                <a:gd name="connsiteX11" fmla="*/ 178279 w 361670"/>
                <a:gd name="connsiteY11" fmla="*/ 298132 h 361333"/>
                <a:gd name="connsiteX12" fmla="*/ 177640 w 361670"/>
                <a:gd name="connsiteY12" fmla="*/ 298132 h 361333"/>
                <a:gd name="connsiteX13" fmla="*/ 176362 w 361670"/>
                <a:gd name="connsiteY13" fmla="*/ 296855 h 361333"/>
                <a:gd name="connsiteX14" fmla="*/ 176362 w 361670"/>
                <a:gd name="connsiteY14" fmla="*/ 296855 h 361333"/>
                <a:gd name="connsiteX15" fmla="*/ 55593 w 361670"/>
                <a:gd name="connsiteY15" fmla="*/ 167899 h 361333"/>
                <a:gd name="connsiteX16" fmla="*/ 54314 w 361670"/>
                <a:gd name="connsiteY16" fmla="*/ 160876 h 361333"/>
                <a:gd name="connsiteX17" fmla="*/ 88820 w 361670"/>
                <a:gd name="connsiteY17" fmla="*/ 91930 h 361333"/>
                <a:gd name="connsiteX18" fmla="*/ 94571 w 361670"/>
                <a:gd name="connsiteY18" fmla="*/ 88099 h 361333"/>
                <a:gd name="connsiteX19" fmla="*/ 267100 w 361670"/>
                <a:gd name="connsiteY19" fmla="*/ 88099 h 361333"/>
                <a:gd name="connsiteX20" fmla="*/ 272850 w 361670"/>
                <a:gd name="connsiteY20" fmla="*/ 91930 h 361333"/>
                <a:gd name="connsiteX21" fmla="*/ 307356 w 361670"/>
                <a:gd name="connsiteY21" fmla="*/ 160876 h 361333"/>
                <a:gd name="connsiteX22" fmla="*/ 306078 w 361670"/>
                <a:gd name="connsiteY22" fmla="*/ 16789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1" y="280257"/>
                    <a:pt x="361671" y="180667"/>
                  </a:cubicBezTo>
                  <a:cubicBezTo>
                    <a:pt x="361671" y="81077"/>
                    <a:pt x="281157" y="0"/>
                    <a:pt x="180835" y="0"/>
                  </a:cubicBezTo>
                  <a:close/>
                  <a:moveTo>
                    <a:pt x="306078" y="167899"/>
                  </a:moveTo>
                  <a:lnTo>
                    <a:pt x="185308" y="296855"/>
                  </a:lnTo>
                  <a:cubicBezTo>
                    <a:pt x="185308" y="296855"/>
                    <a:pt x="185308" y="296855"/>
                    <a:pt x="185308" y="296855"/>
                  </a:cubicBezTo>
                  <a:cubicBezTo>
                    <a:pt x="184669" y="297493"/>
                    <a:pt x="184030" y="297493"/>
                    <a:pt x="184030" y="298132"/>
                  </a:cubicBezTo>
                  <a:cubicBezTo>
                    <a:pt x="184030" y="298132"/>
                    <a:pt x="183391" y="298132"/>
                    <a:pt x="183391" y="298132"/>
                  </a:cubicBezTo>
                  <a:cubicBezTo>
                    <a:pt x="182752" y="298132"/>
                    <a:pt x="182113" y="298770"/>
                    <a:pt x="180835" y="298770"/>
                  </a:cubicBezTo>
                  <a:cubicBezTo>
                    <a:pt x="179557" y="298770"/>
                    <a:pt x="179557" y="298770"/>
                    <a:pt x="178279" y="298132"/>
                  </a:cubicBezTo>
                  <a:cubicBezTo>
                    <a:pt x="178279" y="298132"/>
                    <a:pt x="177640" y="298132"/>
                    <a:pt x="177640" y="298132"/>
                  </a:cubicBezTo>
                  <a:cubicBezTo>
                    <a:pt x="177001" y="298132"/>
                    <a:pt x="176362" y="297493"/>
                    <a:pt x="176362" y="296855"/>
                  </a:cubicBezTo>
                  <a:cubicBezTo>
                    <a:pt x="176362" y="296855"/>
                    <a:pt x="176362" y="296855"/>
                    <a:pt x="176362" y="296855"/>
                  </a:cubicBezTo>
                  <a:lnTo>
                    <a:pt x="55593" y="167899"/>
                  </a:lnTo>
                  <a:cubicBezTo>
                    <a:pt x="53676" y="165984"/>
                    <a:pt x="53676" y="162792"/>
                    <a:pt x="54314" y="160876"/>
                  </a:cubicBezTo>
                  <a:lnTo>
                    <a:pt x="88820" y="91930"/>
                  </a:lnTo>
                  <a:cubicBezTo>
                    <a:pt x="90098" y="90014"/>
                    <a:pt x="92015" y="88099"/>
                    <a:pt x="94571" y="88099"/>
                  </a:cubicBezTo>
                  <a:lnTo>
                    <a:pt x="267100" y="88099"/>
                  </a:lnTo>
                  <a:cubicBezTo>
                    <a:pt x="269655" y="88099"/>
                    <a:pt x="271572" y="89376"/>
                    <a:pt x="272850" y="91930"/>
                  </a:cubicBezTo>
                  <a:lnTo>
                    <a:pt x="307356" y="160876"/>
                  </a:lnTo>
                  <a:cubicBezTo>
                    <a:pt x="308634" y="163430"/>
                    <a:pt x="307995" y="165984"/>
                    <a:pt x="306078" y="167899"/>
                  </a:cubicBezTo>
                  <a:close/>
                </a:path>
              </a:pathLst>
            </a:custGeom>
            <a:solidFill>
              <a:srgbClr val="26890D"/>
            </a:solidFill>
            <a:ln w="6390" cap="flat">
              <a:noFill/>
              <a:prstDash val="solid"/>
              <a:miter/>
            </a:ln>
          </p:spPr>
          <p:txBody>
            <a:bodyPr rtlCol="0" anchor="ctr"/>
            <a:lstStyle/>
            <a:p>
              <a:endParaRPr lang="en-US"/>
            </a:p>
          </p:txBody>
        </p:sp>
        <p:sp>
          <p:nvSpPr>
            <p:cNvPr id="1130" name="Graphic 1039">
              <a:extLst>
                <a:ext uri="{FF2B5EF4-FFF2-40B4-BE49-F238E27FC236}">
                  <a16:creationId xmlns:a16="http://schemas.microsoft.com/office/drawing/2014/main" id="{ED58CB85-F318-B94F-A995-E11853941B07}"/>
                </a:ext>
              </a:extLst>
            </p:cNvPr>
            <p:cNvSpPr/>
            <p:nvPr/>
          </p:nvSpPr>
          <p:spPr>
            <a:xfrm>
              <a:off x="3200080" y="3510076"/>
              <a:ext cx="85625" cy="91290"/>
            </a:xfrm>
            <a:custGeom>
              <a:avLst/>
              <a:gdLst>
                <a:gd name="connsiteX0" fmla="*/ 40257 w 85625"/>
                <a:gd name="connsiteY0" fmla="*/ 0 h 91290"/>
                <a:gd name="connsiteX1" fmla="*/ 0 w 85625"/>
                <a:gd name="connsiteY1" fmla="*/ 91291 h 91290"/>
                <a:gd name="connsiteX2" fmla="*/ 85625 w 85625"/>
                <a:gd name="connsiteY2" fmla="*/ 0 h 91290"/>
              </a:gdLst>
              <a:ahLst/>
              <a:cxnLst>
                <a:cxn ang="0">
                  <a:pos x="connsiteX0" y="connsiteY0"/>
                </a:cxn>
                <a:cxn ang="0">
                  <a:pos x="connsiteX1" y="connsiteY1"/>
                </a:cxn>
                <a:cxn ang="0">
                  <a:pos x="connsiteX2" y="connsiteY2"/>
                </a:cxn>
              </a:cxnLst>
              <a:rect l="l" t="t" r="r" b="b"/>
              <a:pathLst>
                <a:path w="85625" h="91290">
                  <a:moveTo>
                    <a:pt x="40257" y="0"/>
                  </a:moveTo>
                  <a:lnTo>
                    <a:pt x="0" y="91291"/>
                  </a:lnTo>
                  <a:lnTo>
                    <a:pt x="85625" y="0"/>
                  </a:lnTo>
                  <a:close/>
                </a:path>
              </a:pathLst>
            </a:custGeom>
            <a:solidFill>
              <a:srgbClr val="26890D"/>
            </a:solidFill>
            <a:ln w="6390" cap="flat">
              <a:noFill/>
              <a:prstDash val="solid"/>
              <a:miter/>
            </a:ln>
          </p:spPr>
          <p:txBody>
            <a:bodyPr rtlCol="0" anchor="ctr"/>
            <a:lstStyle/>
            <a:p>
              <a:endParaRPr lang="en-US"/>
            </a:p>
          </p:txBody>
        </p:sp>
      </p:grpSp>
      <p:grpSp>
        <p:nvGrpSpPr>
          <p:cNvPr id="1131" name="Graphic 1039">
            <a:extLst>
              <a:ext uri="{FF2B5EF4-FFF2-40B4-BE49-F238E27FC236}">
                <a16:creationId xmlns:a16="http://schemas.microsoft.com/office/drawing/2014/main" id="{C2DD8939-339D-3D47-9696-8A5FFE608990}"/>
              </a:ext>
            </a:extLst>
          </p:cNvPr>
          <p:cNvGrpSpPr/>
          <p:nvPr/>
        </p:nvGrpSpPr>
        <p:grpSpPr>
          <a:xfrm>
            <a:off x="1952764" y="4308712"/>
            <a:ext cx="361674" cy="361333"/>
            <a:chOff x="1952764" y="4308712"/>
            <a:chExt cx="361674" cy="361333"/>
          </a:xfrm>
          <a:solidFill>
            <a:srgbClr val="26890D"/>
          </a:solidFill>
        </p:grpSpPr>
        <p:sp>
          <p:nvSpPr>
            <p:cNvPr id="1132" name="Graphic 1039">
              <a:extLst>
                <a:ext uri="{FF2B5EF4-FFF2-40B4-BE49-F238E27FC236}">
                  <a16:creationId xmlns:a16="http://schemas.microsoft.com/office/drawing/2014/main" id="{449F60D6-FC56-3148-8971-6189C191EDE5}"/>
                </a:ext>
              </a:extLst>
            </p:cNvPr>
            <p:cNvSpPr/>
            <p:nvPr/>
          </p:nvSpPr>
          <p:spPr>
            <a:xfrm>
              <a:off x="2090148" y="4465119"/>
              <a:ext cx="35144" cy="11491"/>
            </a:xfrm>
            <a:custGeom>
              <a:avLst/>
              <a:gdLst>
                <a:gd name="connsiteX0" fmla="*/ 35145 w 35144"/>
                <a:gd name="connsiteY0" fmla="*/ 0 h 11491"/>
                <a:gd name="connsiteX1" fmla="*/ 0 w 35144"/>
                <a:gd name="connsiteY1" fmla="*/ 0 h 11491"/>
                <a:gd name="connsiteX2" fmla="*/ 17892 w 35144"/>
                <a:gd name="connsiteY2" fmla="*/ 11491 h 11491"/>
                <a:gd name="connsiteX3" fmla="*/ 35145 w 35144"/>
                <a:gd name="connsiteY3" fmla="*/ 0 h 11491"/>
              </a:gdLst>
              <a:ahLst/>
              <a:cxnLst>
                <a:cxn ang="0">
                  <a:pos x="connsiteX0" y="connsiteY0"/>
                </a:cxn>
                <a:cxn ang="0">
                  <a:pos x="connsiteX1" y="connsiteY1"/>
                </a:cxn>
                <a:cxn ang="0">
                  <a:pos x="connsiteX2" y="connsiteY2"/>
                </a:cxn>
                <a:cxn ang="0">
                  <a:pos x="connsiteX3" y="connsiteY3"/>
                </a:cxn>
              </a:cxnLst>
              <a:rect l="l" t="t" r="r" b="b"/>
              <a:pathLst>
                <a:path w="35144" h="11491">
                  <a:moveTo>
                    <a:pt x="35145" y="0"/>
                  </a:moveTo>
                  <a:lnTo>
                    <a:pt x="0" y="0"/>
                  </a:lnTo>
                  <a:cubicBezTo>
                    <a:pt x="1917" y="5107"/>
                    <a:pt x="7029" y="11491"/>
                    <a:pt x="17892" y="11491"/>
                  </a:cubicBezTo>
                  <a:cubicBezTo>
                    <a:pt x="27477" y="11491"/>
                    <a:pt x="32589" y="5107"/>
                    <a:pt x="35145" y="0"/>
                  </a:cubicBezTo>
                  <a:close/>
                </a:path>
              </a:pathLst>
            </a:custGeom>
            <a:solidFill>
              <a:srgbClr val="26890D"/>
            </a:solidFill>
            <a:ln w="6390" cap="flat">
              <a:noFill/>
              <a:prstDash val="solid"/>
              <a:miter/>
            </a:ln>
          </p:spPr>
          <p:txBody>
            <a:bodyPr rtlCol="0" anchor="ctr"/>
            <a:lstStyle/>
            <a:p>
              <a:endParaRPr lang="en-US"/>
            </a:p>
          </p:txBody>
        </p:sp>
        <p:sp>
          <p:nvSpPr>
            <p:cNvPr id="1133" name="Graphic 1039">
              <a:extLst>
                <a:ext uri="{FF2B5EF4-FFF2-40B4-BE49-F238E27FC236}">
                  <a16:creationId xmlns:a16="http://schemas.microsoft.com/office/drawing/2014/main" id="{431DACD0-0615-4441-992B-C677CB2E9D81}"/>
                </a:ext>
              </a:extLst>
            </p:cNvPr>
            <p:cNvSpPr/>
            <p:nvPr/>
          </p:nvSpPr>
          <p:spPr>
            <a:xfrm>
              <a:off x="2039668" y="4465119"/>
              <a:ext cx="35144" cy="11469"/>
            </a:xfrm>
            <a:custGeom>
              <a:avLst/>
              <a:gdLst>
                <a:gd name="connsiteX0" fmla="*/ 29394 w 35144"/>
                <a:gd name="connsiteY0" fmla="*/ 8299 h 11469"/>
                <a:gd name="connsiteX1" fmla="*/ 35145 w 35144"/>
                <a:gd name="connsiteY1" fmla="*/ 0 h 11469"/>
                <a:gd name="connsiteX2" fmla="*/ 0 w 35144"/>
                <a:gd name="connsiteY2" fmla="*/ 0 h 11469"/>
                <a:gd name="connsiteX3" fmla="*/ 12780 w 35144"/>
                <a:gd name="connsiteY3" fmla="*/ 10853 h 11469"/>
                <a:gd name="connsiteX4" fmla="*/ 29394 w 35144"/>
                <a:gd name="connsiteY4" fmla="*/ 8299 h 11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44" h="11469">
                  <a:moveTo>
                    <a:pt x="29394" y="8299"/>
                  </a:moveTo>
                  <a:cubicBezTo>
                    <a:pt x="31950" y="6384"/>
                    <a:pt x="33867" y="3192"/>
                    <a:pt x="35145" y="0"/>
                  </a:cubicBezTo>
                  <a:lnTo>
                    <a:pt x="0" y="0"/>
                  </a:lnTo>
                  <a:cubicBezTo>
                    <a:pt x="1278" y="4469"/>
                    <a:pt x="4473" y="9576"/>
                    <a:pt x="12780" y="10853"/>
                  </a:cubicBezTo>
                  <a:cubicBezTo>
                    <a:pt x="19170" y="12130"/>
                    <a:pt x="24921" y="11491"/>
                    <a:pt x="29394" y="8299"/>
                  </a:cubicBezTo>
                  <a:close/>
                </a:path>
              </a:pathLst>
            </a:custGeom>
            <a:solidFill>
              <a:srgbClr val="26890D"/>
            </a:solidFill>
            <a:ln w="6390" cap="flat">
              <a:noFill/>
              <a:prstDash val="solid"/>
              <a:miter/>
            </a:ln>
          </p:spPr>
          <p:txBody>
            <a:bodyPr rtlCol="0" anchor="ctr"/>
            <a:lstStyle/>
            <a:p>
              <a:endParaRPr lang="en-US"/>
            </a:p>
          </p:txBody>
        </p:sp>
        <p:sp>
          <p:nvSpPr>
            <p:cNvPr id="1134" name="Graphic 1039">
              <a:extLst>
                <a:ext uri="{FF2B5EF4-FFF2-40B4-BE49-F238E27FC236}">
                  <a16:creationId xmlns:a16="http://schemas.microsoft.com/office/drawing/2014/main" id="{3D881677-AEC0-6646-B79D-8682157AC392}"/>
                </a:ext>
              </a:extLst>
            </p:cNvPr>
            <p:cNvSpPr/>
            <p:nvPr/>
          </p:nvSpPr>
          <p:spPr>
            <a:xfrm>
              <a:off x="2056281" y="4476610"/>
              <a:ext cx="153997" cy="76607"/>
            </a:xfrm>
            <a:custGeom>
              <a:avLst/>
              <a:gdLst>
                <a:gd name="connsiteX0" fmla="*/ 127799 w 153997"/>
                <a:gd name="connsiteY0" fmla="*/ 0 h 76607"/>
                <a:gd name="connsiteX1" fmla="*/ 102239 w 153997"/>
                <a:gd name="connsiteY1" fmla="*/ 12768 h 76607"/>
                <a:gd name="connsiteX2" fmla="*/ 76679 w 153997"/>
                <a:gd name="connsiteY2" fmla="*/ 0 h 76607"/>
                <a:gd name="connsiteX3" fmla="*/ 51119 w 153997"/>
                <a:gd name="connsiteY3" fmla="*/ 12768 h 76607"/>
                <a:gd name="connsiteX4" fmla="*/ 25560 w 153997"/>
                <a:gd name="connsiteY4" fmla="*/ 639 h 76607"/>
                <a:gd name="connsiteX5" fmla="*/ 19809 w 153997"/>
                <a:gd name="connsiteY5" fmla="*/ 6384 h 76607"/>
                <a:gd name="connsiteX6" fmla="*/ 0 w 153997"/>
                <a:gd name="connsiteY6" fmla="*/ 12130 h 76607"/>
                <a:gd name="connsiteX7" fmla="*/ 0 w 153997"/>
                <a:gd name="connsiteY7" fmla="*/ 76608 h 76607"/>
                <a:gd name="connsiteX8" fmla="*/ 15975 w 153997"/>
                <a:gd name="connsiteY8" fmla="*/ 76608 h 76607"/>
                <a:gd name="connsiteX9" fmla="*/ 15975 w 153997"/>
                <a:gd name="connsiteY9" fmla="*/ 41496 h 76607"/>
                <a:gd name="connsiteX10" fmla="*/ 35784 w 153997"/>
                <a:gd name="connsiteY10" fmla="*/ 21706 h 76607"/>
                <a:gd name="connsiteX11" fmla="*/ 52398 w 153997"/>
                <a:gd name="connsiteY11" fmla="*/ 21706 h 76607"/>
                <a:gd name="connsiteX12" fmla="*/ 72206 w 153997"/>
                <a:gd name="connsiteY12" fmla="*/ 41496 h 76607"/>
                <a:gd name="connsiteX13" fmla="*/ 72206 w 153997"/>
                <a:gd name="connsiteY13" fmla="*/ 76608 h 76607"/>
                <a:gd name="connsiteX14" fmla="*/ 153998 w 153997"/>
                <a:gd name="connsiteY14" fmla="*/ 76608 h 76607"/>
                <a:gd name="connsiteX15" fmla="*/ 153998 w 153997"/>
                <a:gd name="connsiteY15" fmla="*/ 13407 h 76607"/>
                <a:gd name="connsiteX16" fmla="*/ 127799 w 153997"/>
                <a:gd name="connsiteY16" fmla="*/ 0 h 76607"/>
                <a:gd name="connsiteX17" fmla="*/ 114380 w 153997"/>
                <a:gd name="connsiteY17" fmla="*/ 63840 h 76607"/>
                <a:gd name="connsiteX18" fmla="*/ 102878 w 153997"/>
                <a:gd name="connsiteY18" fmla="*/ 63840 h 76607"/>
                <a:gd name="connsiteX19" fmla="*/ 83069 w 153997"/>
                <a:gd name="connsiteY19" fmla="*/ 44050 h 76607"/>
                <a:gd name="connsiteX20" fmla="*/ 102878 w 153997"/>
                <a:gd name="connsiteY20" fmla="*/ 24259 h 76607"/>
                <a:gd name="connsiteX21" fmla="*/ 114380 w 153997"/>
                <a:gd name="connsiteY21" fmla="*/ 24259 h 76607"/>
                <a:gd name="connsiteX22" fmla="*/ 134189 w 153997"/>
                <a:gd name="connsiteY22" fmla="*/ 44050 h 76607"/>
                <a:gd name="connsiteX23" fmla="*/ 114380 w 153997"/>
                <a:gd name="connsiteY23" fmla="*/ 63840 h 76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3997" h="76607">
                  <a:moveTo>
                    <a:pt x="127799" y="0"/>
                  </a:moveTo>
                  <a:cubicBezTo>
                    <a:pt x="122687" y="7023"/>
                    <a:pt x="114380" y="12768"/>
                    <a:pt x="102239" y="12768"/>
                  </a:cubicBezTo>
                  <a:cubicBezTo>
                    <a:pt x="89459" y="12768"/>
                    <a:pt x="81791" y="7023"/>
                    <a:pt x="76679" y="0"/>
                  </a:cubicBezTo>
                  <a:cubicBezTo>
                    <a:pt x="71567" y="7023"/>
                    <a:pt x="63261" y="12768"/>
                    <a:pt x="51119" y="12768"/>
                  </a:cubicBezTo>
                  <a:cubicBezTo>
                    <a:pt x="38979" y="12768"/>
                    <a:pt x="30672" y="7023"/>
                    <a:pt x="25560" y="639"/>
                  </a:cubicBezTo>
                  <a:cubicBezTo>
                    <a:pt x="23643" y="3192"/>
                    <a:pt x="21726" y="5107"/>
                    <a:pt x="19809" y="6384"/>
                  </a:cubicBezTo>
                  <a:cubicBezTo>
                    <a:pt x="15975" y="9576"/>
                    <a:pt x="8946" y="12768"/>
                    <a:pt x="0" y="12130"/>
                  </a:cubicBezTo>
                  <a:lnTo>
                    <a:pt x="0" y="76608"/>
                  </a:lnTo>
                  <a:lnTo>
                    <a:pt x="15975" y="76608"/>
                  </a:lnTo>
                  <a:lnTo>
                    <a:pt x="15975" y="41496"/>
                  </a:lnTo>
                  <a:cubicBezTo>
                    <a:pt x="15975" y="30643"/>
                    <a:pt x="24921" y="21706"/>
                    <a:pt x="35784" y="21706"/>
                  </a:cubicBezTo>
                  <a:lnTo>
                    <a:pt x="52398" y="21706"/>
                  </a:lnTo>
                  <a:cubicBezTo>
                    <a:pt x="63261" y="21706"/>
                    <a:pt x="72206" y="30643"/>
                    <a:pt x="72206" y="41496"/>
                  </a:cubicBezTo>
                  <a:lnTo>
                    <a:pt x="72206" y="76608"/>
                  </a:lnTo>
                  <a:lnTo>
                    <a:pt x="153998" y="76608"/>
                  </a:lnTo>
                  <a:lnTo>
                    <a:pt x="153998" y="13407"/>
                  </a:lnTo>
                  <a:cubicBezTo>
                    <a:pt x="140579" y="13407"/>
                    <a:pt x="132911" y="7023"/>
                    <a:pt x="127799" y="0"/>
                  </a:cubicBezTo>
                  <a:close/>
                  <a:moveTo>
                    <a:pt x="114380" y="63840"/>
                  </a:moveTo>
                  <a:lnTo>
                    <a:pt x="102878" y="63840"/>
                  </a:lnTo>
                  <a:cubicBezTo>
                    <a:pt x="92015" y="63840"/>
                    <a:pt x="83069" y="54902"/>
                    <a:pt x="83069" y="44050"/>
                  </a:cubicBezTo>
                  <a:cubicBezTo>
                    <a:pt x="83069" y="33197"/>
                    <a:pt x="92015" y="24259"/>
                    <a:pt x="102878" y="24259"/>
                  </a:cubicBezTo>
                  <a:lnTo>
                    <a:pt x="114380" y="24259"/>
                  </a:lnTo>
                  <a:cubicBezTo>
                    <a:pt x="125243" y="24259"/>
                    <a:pt x="134189" y="33197"/>
                    <a:pt x="134189" y="44050"/>
                  </a:cubicBezTo>
                  <a:cubicBezTo>
                    <a:pt x="134189" y="54902"/>
                    <a:pt x="125243" y="63840"/>
                    <a:pt x="114380" y="63840"/>
                  </a:cubicBezTo>
                  <a:close/>
                </a:path>
              </a:pathLst>
            </a:custGeom>
            <a:solidFill>
              <a:srgbClr val="26890D"/>
            </a:solidFill>
            <a:ln w="6390" cap="flat">
              <a:noFill/>
              <a:prstDash val="solid"/>
              <a:miter/>
            </a:ln>
          </p:spPr>
          <p:txBody>
            <a:bodyPr rtlCol="0" anchor="ctr"/>
            <a:lstStyle/>
            <a:p>
              <a:endParaRPr lang="en-US"/>
            </a:p>
          </p:txBody>
        </p:sp>
        <p:sp>
          <p:nvSpPr>
            <p:cNvPr id="1135" name="Graphic 1039">
              <a:extLst>
                <a:ext uri="{FF2B5EF4-FFF2-40B4-BE49-F238E27FC236}">
                  <a16:creationId xmlns:a16="http://schemas.microsoft.com/office/drawing/2014/main" id="{089FDB58-9CA2-0C4B-8536-47281D161F28}"/>
                </a:ext>
              </a:extLst>
            </p:cNvPr>
            <p:cNvSpPr/>
            <p:nvPr/>
          </p:nvSpPr>
          <p:spPr>
            <a:xfrm>
              <a:off x="2152130" y="4513638"/>
              <a:ext cx="25559" cy="14044"/>
            </a:xfrm>
            <a:custGeom>
              <a:avLst/>
              <a:gdLst>
                <a:gd name="connsiteX0" fmla="*/ 18531 w 25559"/>
                <a:gd name="connsiteY0" fmla="*/ 0 h 14044"/>
                <a:gd name="connsiteX1" fmla="*/ 7029 w 25559"/>
                <a:gd name="connsiteY1" fmla="*/ 0 h 14044"/>
                <a:gd name="connsiteX2" fmla="*/ 0 w 25559"/>
                <a:gd name="connsiteY2" fmla="*/ 7022 h 14044"/>
                <a:gd name="connsiteX3" fmla="*/ 7029 w 25559"/>
                <a:gd name="connsiteY3" fmla="*/ 14044 h 14044"/>
                <a:gd name="connsiteX4" fmla="*/ 18531 w 25559"/>
                <a:gd name="connsiteY4" fmla="*/ 14044 h 14044"/>
                <a:gd name="connsiteX5" fmla="*/ 25560 w 25559"/>
                <a:gd name="connsiteY5" fmla="*/ 7022 h 14044"/>
                <a:gd name="connsiteX6" fmla="*/ 18531 w 25559"/>
                <a:gd name="connsiteY6"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559" h="14044">
                  <a:moveTo>
                    <a:pt x="18531" y="0"/>
                  </a:moveTo>
                  <a:lnTo>
                    <a:pt x="7029" y="0"/>
                  </a:lnTo>
                  <a:cubicBezTo>
                    <a:pt x="3195" y="0"/>
                    <a:pt x="0" y="3192"/>
                    <a:pt x="0" y="7022"/>
                  </a:cubicBezTo>
                  <a:cubicBezTo>
                    <a:pt x="0" y="10852"/>
                    <a:pt x="3195" y="14044"/>
                    <a:pt x="7029" y="14044"/>
                  </a:cubicBezTo>
                  <a:lnTo>
                    <a:pt x="18531" y="14044"/>
                  </a:lnTo>
                  <a:cubicBezTo>
                    <a:pt x="22365" y="14044"/>
                    <a:pt x="25560" y="10852"/>
                    <a:pt x="25560" y="7022"/>
                  </a:cubicBezTo>
                  <a:cubicBezTo>
                    <a:pt x="25560" y="3192"/>
                    <a:pt x="22365" y="0"/>
                    <a:pt x="18531" y="0"/>
                  </a:cubicBezTo>
                  <a:close/>
                </a:path>
              </a:pathLst>
            </a:custGeom>
            <a:solidFill>
              <a:srgbClr val="26890D"/>
            </a:solidFill>
            <a:ln w="6390" cap="flat">
              <a:noFill/>
              <a:prstDash val="solid"/>
              <a:miter/>
            </a:ln>
          </p:spPr>
          <p:txBody>
            <a:bodyPr rtlCol="0" anchor="ctr"/>
            <a:lstStyle/>
            <a:p>
              <a:endParaRPr lang="en-US"/>
            </a:p>
          </p:txBody>
        </p:sp>
        <p:sp>
          <p:nvSpPr>
            <p:cNvPr id="1136" name="Graphic 1039">
              <a:extLst>
                <a:ext uri="{FF2B5EF4-FFF2-40B4-BE49-F238E27FC236}">
                  <a16:creationId xmlns:a16="http://schemas.microsoft.com/office/drawing/2014/main" id="{650554EA-F997-0344-B8F1-9AFB8415F25C}"/>
                </a:ext>
              </a:extLst>
            </p:cNvPr>
            <p:cNvSpPr/>
            <p:nvPr/>
          </p:nvSpPr>
          <p:spPr>
            <a:xfrm>
              <a:off x="2085036" y="4511722"/>
              <a:ext cx="30671" cy="42134"/>
            </a:xfrm>
            <a:custGeom>
              <a:avLst/>
              <a:gdLst>
                <a:gd name="connsiteX0" fmla="*/ 23643 w 30671"/>
                <a:gd name="connsiteY0" fmla="*/ 0 h 42134"/>
                <a:gd name="connsiteX1" fmla="*/ 7029 w 30671"/>
                <a:gd name="connsiteY1" fmla="*/ 0 h 42134"/>
                <a:gd name="connsiteX2" fmla="*/ 0 w 30671"/>
                <a:gd name="connsiteY2" fmla="*/ 7023 h 42134"/>
                <a:gd name="connsiteX3" fmla="*/ 0 w 30671"/>
                <a:gd name="connsiteY3" fmla="*/ 42135 h 42134"/>
                <a:gd name="connsiteX4" fmla="*/ 30672 w 30671"/>
                <a:gd name="connsiteY4" fmla="*/ 42135 h 42134"/>
                <a:gd name="connsiteX5" fmla="*/ 30672 w 30671"/>
                <a:gd name="connsiteY5" fmla="*/ 7023 h 42134"/>
                <a:gd name="connsiteX6" fmla="*/ 23643 w 30671"/>
                <a:gd name="connsiteY6" fmla="*/ 0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671" h="42134">
                  <a:moveTo>
                    <a:pt x="23643" y="0"/>
                  </a:moveTo>
                  <a:lnTo>
                    <a:pt x="7029" y="0"/>
                  </a:lnTo>
                  <a:cubicBezTo>
                    <a:pt x="3195" y="0"/>
                    <a:pt x="0" y="3192"/>
                    <a:pt x="0" y="7023"/>
                  </a:cubicBezTo>
                  <a:lnTo>
                    <a:pt x="0" y="42135"/>
                  </a:lnTo>
                  <a:lnTo>
                    <a:pt x="30672" y="42135"/>
                  </a:lnTo>
                  <a:lnTo>
                    <a:pt x="30672" y="7023"/>
                  </a:lnTo>
                  <a:cubicBezTo>
                    <a:pt x="30033" y="2554"/>
                    <a:pt x="27477" y="0"/>
                    <a:pt x="23643" y="0"/>
                  </a:cubicBezTo>
                  <a:close/>
                </a:path>
              </a:pathLst>
            </a:custGeom>
            <a:solidFill>
              <a:srgbClr val="26890D"/>
            </a:solidFill>
            <a:ln w="6390" cap="flat">
              <a:noFill/>
              <a:prstDash val="solid"/>
              <a:miter/>
            </a:ln>
          </p:spPr>
          <p:txBody>
            <a:bodyPr rtlCol="0" anchor="ctr"/>
            <a:lstStyle/>
            <a:p>
              <a:endParaRPr lang="en-US"/>
            </a:p>
          </p:txBody>
        </p:sp>
        <p:sp>
          <p:nvSpPr>
            <p:cNvPr id="1137" name="Graphic 1039">
              <a:extLst>
                <a:ext uri="{FF2B5EF4-FFF2-40B4-BE49-F238E27FC236}">
                  <a16:creationId xmlns:a16="http://schemas.microsoft.com/office/drawing/2014/main" id="{B8798C3C-1018-E14A-8899-54E2C2CADB95}"/>
                </a:ext>
              </a:extLst>
            </p:cNvPr>
            <p:cNvSpPr/>
            <p:nvPr/>
          </p:nvSpPr>
          <p:spPr>
            <a:xfrm>
              <a:off x="2141906" y="4465119"/>
              <a:ext cx="34505" cy="11491"/>
            </a:xfrm>
            <a:custGeom>
              <a:avLst/>
              <a:gdLst>
                <a:gd name="connsiteX0" fmla="*/ 34506 w 34505"/>
                <a:gd name="connsiteY0" fmla="*/ 0 h 11491"/>
                <a:gd name="connsiteX1" fmla="*/ 0 w 34505"/>
                <a:gd name="connsiteY1" fmla="*/ 0 h 11491"/>
                <a:gd name="connsiteX2" fmla="*/ 16614 w 34505"/>
                <a:gd name="connsiteY2" fmla="*/ 11491 h 11491"/>
                <a:gd name="connsiteX3" fmla="*/ 34506 w 34505"/>
                <a:gd name="connsiteY3" fmla="*/ 0 h 11491"/>
              </a:gdLst>
              <a:ahLst/>
              <a:cxnLst>
                <a:cxn ang="0">
                  <a:pos x="connsiteX0" y="connsiteY0"/>
                </a:cxn>
                <a:cxn ang="0">
                  <a:pos x="connsiteX1" y="connsiteY1"/>
                </a:cxn>
                <a:cxn ang="0">
                  <a:pos x="connsiteX2" y="connsiteY2"/>
                </a:cxn>
                <a:cxn ang="0">
                  <a:pos x="connsiteX3" y="connsiteY3"/>
                </a:cxn>
              </a:cxnLst>
              <a:rect l="l" t="t" r="r" b="b"/>
              <a:pathLst>
                <a:path w="34505" h="11491">
                  <a:moveTo>
                    <a:pt x="34506" y="0"/>
                  </a:moveTo>
                  <a:lnTo>
                    <a:pt x="0" y="0"/>
                  </a:lnTo>
                  <a:cubicBezTo>
                    <a:pt x="1917" y="5107"/>
                    <a:pt x="6390" y="11491"/>
                    <a:pt x="16614" y="11491"/>
                  </a:cubicBezTo>
                  <a:cubicBezTo>
                    <a:pt x="27477" y="11491"/>
                    <a:pt x="31950" y="5107"/>
                    <a:pt x="34506" y="0"/>
                  </a:cubicBezTo>
                  <a:close/>
                </a:path>
              </a:pathLst>
            </a:custGeom>
            <a:solidFill>
              <a:srgbClr val="26890D"/>
            </a:solidFill>
            <a:ln w="6390" cap="flat">
              <a:noFill/>
              <a:prstDash val="solid"/>
              <a:miter/>
            </a:ln>
          </p:spPr>
          <p:txBody>
            <a:bodyPr rtlCol="0" anchor="ctr"/>
            <a:lstStyle/>
            <a:p>
              <a:endParaRPr lang="en-US"/>
            </a:p>
          </p:txBody>
        </p:sp>
        <p:sp>
          <p:nvSpPr>
            <p:cNvPr id="1138" name="Graphic 1039">
              <a:extLst>
                <a:ext uri="{FF2B5EF4-FFF2-40B4-BE49-F238E27FC236}">
                  <a16:creationId xmlns:a16="http://schemas.microsoft.com/office/drawing/2014/main" id="{B20E0AE9-C732-4943-A9E9-581180C4135F}"/>
                </a:ext>
              </a:extLst>
            </p:cNvPr>
            <p:cNvSpPr/>
            <p:nvPr/>
          </p:nvSpPr>
          <p:spPr>
            <a:xfrm>
              <a:off x="2044140" y="4401279"/>
              <a:ext cx="178279" cy="51710"/>
            </a:xfrm>
            <a:custGeom>
              <a:avLst/>
              <a:gdLst>
                <a:gd name="connsiteX0" fmla="*/ 158471 w 178279"/>
                <a:gd name="connsiteY0" fmla="*/ 23621 h 51710"/>
                <a:gd name="connsiteX1" fmla="*/ 157192 w 178279"/>
                <a:gd name="connsiteY1" fmla="*/ 19791 h 51710"/>
                <a:gd name="connsiteX2" fmla="*/ 157192 w 178279"/>
                <a:gd name="connsiteY2" fmla="*/ 6384 h 51710"/>
                <a:gd name="connsiteX3" fmla="*/ 155914 w 178279"/>
                <a:gd name="connsiteY3" fmla="*/ 1915 h 51710"/>
                <a:gd name="connsiteX4" fmla="*/ 148886 w 178279"/>
                <a:gd name="connsiteY4" fmla="*/ 0 h 51710"/>
                <a:gd name="connsiteX5" fmla="*/ 28116 w 178279"/>
                <a:gd name="connsiteY5" fmla="*/ 0 h 51710"/>
                <a:gd name="connsiteX6" fmla="*/ 21726 w 178279"/>
                <a:gd name="connsiteY6" fmla="*/ 1915 h 51710"/>
                <a:gd name="connsiteX7" fmla="*/ 20448 w 178279"/>
                <a:gd name="connsiteY7" fmla="*/ 6384 h 51710"/>
                <a:gd name="connsiteX8" fmla="*/ 20448 w 178279"/>
                <a:gd name="connsiteY8" fmla="*/ 7023 h 51710"/>
                <a:gd name="connsiteX9" fmla="*/ 20448 w 178279"/>
                <a:gd name="connsiteY9" fmla="*/ 19152 h 51710"/>
                <a:gd name="connsiteX10" fmla="*/ 19170 w 178279"/>
                <a:gd name="connsiteY10" fmla="*/ 22344 h 51710"/>
                <a:gd name="connsiteX11" fmla="*/ 0 w 178279"/>
                <a:gd name="connsiteY11" fmla="*/ 51710 h 51710"/>
                <a:gd name="connsiteX12" fmla="*/ 178279 w 178279"/>
                <a:gd name="connsiteY12" fmla="*/ 51710 h 51710"/>
                <a:gd name="connsiteX13" fmla="*/ 158471 w 178279"/>
                <a:gd name="connsiteY13" fmla="*/ 23621 h 51710"/>
                <a:gd name="connsiteX14" fmla="*/ 139940 w 178279"/>
                <a:gd name="connsiteY14" fmla="*/ 24898 h 51710"/>
                <a:gd name="connsiteX15" fmla="*/ 37701 w 178279"/>
                <a:gd name="connsiteY15" fmla="*/ 24898 h 51710"/>
                <a:gd name="connsiteX16" fmla="*/ 31311 w 178279"/>
                <a:gd name="connsiteY16" fmla="*/ 18514 h 51710"/>
                <a:gd name="connsiteX17" fmla="*/ 37701 w 178279"/>
                <a:gd name="connsiteY17" fmla="*/ 12130 h 51710"/>
                <a:gd name="connsiteX18" fmla="*/ 139940 w 178279"/>
                <a:gd name="connsiteY18" fmla="*/ 12130 h 51710"/>
                <a:gd name="connsiteX19" fmla="*/ 146330 w 178279"/>
                <a:gd name="connsiteY19" fmla="*/ 18514 h 51710"/>
                <a:gd name="connsiteX20" fmla="*/ 139940 w 178279"/>
                <a:gd name="connsiteY20" fmla="*/ 24898 h 5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8279" h="51710">
                  <a:moveTo>
                    <a:pt x="158471" y="23621"/>
                  </a:moveTo>
                  <a:cubicBezTo>
                    <a:pt x="157832" y="22344"/>
                    <a:pt x="157192" y="21067"/>
                    <a:pt x="157192" y="19791"/>
                  </a:cubicBezTo>
                  <a:lnTo>
                    <a:pt x="157192" y="6384"/>
                  </a:lnTo>
                  <a:cubicBezTo>
                    <a:pt x="157192" y="3192"/>
                    <a:pt x="155914" y="1915"/>
                    <a:pt x="155914" y="1915"/>
                  </a:cubicBezTo>
                  <a:cubicBezTo>
                    <a:pt x="153998" y="0"/>
                    <a:pt x="150164" y="0"/>
                    <a:pt x="148886" y="0"/>
                  </a:cubicBezTo>
                  <a:lnTo>
                    <a:pt x="28116" y="0"/>
                  </a:lnTo>
                  <a:cubicBezTo>
                    <a:pt x="26199" y="0"/>
                    <a:pt x="23004" y="639"/>
                    <a:pt x="21726" y="1915"/>
                  </a:cubicBezTo>
                  <a:cubicBezTo>
                    <a:pt x="20448" y="3831"/>
                    <a:pt x="20448" y="6384"/>
                    <a:pt x="20448" y="6384"/>
                  </a:cubicBezTo>
                  <a:cubicBezTo>
                    <a:pt x="20448" y="6384"/>
                    <a:pt x="20448" y="7023"/>
                    <a:pt x="20448" y="7023"/>
                  </a:cubicBezTo>
                  <a:lnTo>
                    <a:pt x="20448" y="19152"/>
                  </a:lnTo>
                  <a:cubicBezTo>
                    <a:pt x="20448" y="20429"/>
                    <a:pt x="19809" y="21706"/>
                    <a:pt x="19170" y="22344"/>
                  </a:cubicBezTo>
                  <a:lnTo>
                    <a:pt x="0" y="51710"/>
                  </a:lnTo>
                  <a:lnTo>
                    <a:pt x="178279" y="51710"/>
                  </a:lnTo>
                  <a:lnTo>
                    <a:pt x="158471" y="23621"/>
                  </a:lnTo>
                  <a:close/>
                  <a:moveTo>
                    <a:pt x="139940" y="24898"/>
                  </a:moveTo>
                  <a:lnTo>
                    <a:pt x="37701" y="24898"/>
                  </a:lnTo>
                  <a:cubicBezTo>
                    <a:pt x="33867" y="24898"/>
                    <a:pt x="31311" y="22344"/>
                    <a:pt x="31311" y="18514"/>
                  </a:cubicBezTo>
                  <a:cubicBezTo>
                    <a:pt x="31311" y="14683"/>
                    <a:pt x="33867" y="12130"/>
                    <a:pt x="37701" y="12130"/>
                  </a:cubicBezTo>
                  <a:lnTo>
                    <a:pt x="139940" y="12130"/>
                  </a:lnTo>
                  <a:cubicBezTo>
                    <a:pt x="143774" y="12130"/>
                    <a:pt x="146330" y="14683"/>
                    <a:pt x="146330" y="18514"/>
                  </a:cubicBezTo>
                  <a:cubicBezTo>
                    <a:pt x="146330" y="22344"/>
                    <a:pt x="143774" y="24898"/>
                    <a:pt x="139940" y="24898"/>
                  </a:cubicBezTo>
                  <a:close/>
                </a:path>
              </a:pathLst>
            </a:custGeom>
            <a:solidFill>
              <a:srgbClr val="26890D"/>
            </a:solidFill>
            <a:ln w="6390" cap="flat">
              <a:noFill/>
              <a:prstDash val="solid"/>
              <a:miter/>
            </a:ln>
          </p:spPr>
          <p:txBody>
            <a:bodyPr rtlCol="0" anchor="ctr"/>
            <a:lstStyle/>
            <a:p>
              <a:endParaRPr lang="en-US"/>
            </a:p>
          </p:txBody>
        </p:sp>
        <p:sp>
          <p:nvSpPr>
            <p:cNvPr id="1139" name="Graphic 1039">
              <a:extLst>
                <a:ext uri="{FF2B5EF4-FFF2-40B4-BE49-F238E27FC236}">
                  <a16:creationId xmlns:a16="http://schemas.microsoft.com/office/drawing/2014/main" id="{F8DAF3BE-6B13-E643-91BF-C6D9520560A5}"/>
                </a:ext>
              </a:extLst>
            </p:cNvPr>
            <p:cNvSpPr/>
            <p:nvPr/>
          </p:nvSpPr>
          <p:spPr>
            <a:xfrm>
              <a:off x="2192387" y="4465119"/>
              <a:ext cx="35144" cy="12129"/>
            </a:xfrm>
            <a:custGeom>
              <a:avLst/>
              <a:gdLst>
                <a:gd name="connsiteX0" fmla="*/ 0 w 35144"/>
                <a:gd name="connsiteY0" fmla="*/ 0 h 12129"/>
                <a:gd name="connsiteX1" fmla="*/ 18531 w 35144"/>
                <a:gd name="connsiteY1" fmla="*/ 12130 h 12129"/>
                <a:gd name="connsiteX2" fmla="*/ 35145 w 35144"/>
                <a:gd name="connsiteY2" fmla="*/ 0 h 12129"/>
                <a:gd name="connsiteX3" fmla="*/ 0 w 35144"/>
                <a:gd name="connsiteY3" fmla="*/ 0 h 12129"/>
              </a:gdLst>
              <a:ahLst/>
              <a:cxnLst>
                <a:cxn ang="0">
                  <a:pos x="connsiteX0" y="connsiteY0"/>
                </a:cxn>
                <a:cxn ang="0">
                  <a:pos x="connsiteX1" y="connsiteY1"/>
                </a:cxn>
                <a:cxn ang="0">
                  <a:pos x="connsiteX2" y="connsiteY2"/>
                </a:cxn>
                <a:cxn ang="0">
                  <a:pos x="connsiteX3" y="connsiteY3"/>
                </a:cxn>
              </a:cxnLst>
              <a:rect l="l" t="t" r="r" b="b"/>
              <a:pathLst>
                <a:path w="35144" h="12129">
                  <a:moveTo>
                    <a:pt x="0" y="0"/>
                  </a:moveTo>
                  <a:cubicBezTo>
                    <a:pt x="1917" y="5107"/>
                    <a:pt x="7029" y="12130"/>
                    <a:pt x="18531" y="12130"/>
                  </a:cubicBezTo>
                  <a:cubicBezTo>
                    <a:pt x="29394" y="12130"/>
                    <a:pt x="33867" y="5107"/>
                    <a:pt x="35145" y="0"/>
                  </a:cubicBezTo>
                  <a:lnTo>
                    <a:pt x="0" y="0"/>
                  </a:lnTo>
                  <a:close/>
                </a:path>
              </a:pathLst>
            </a:custGeom>
            <a:solidFill>
              <a:srgbClr val="26890D"/>
            </a:solidFill>
            <a:ln w="6390" cap="flat">
              <a:noFill/>
              <a:prstDash val="solid"/>
              <a:miter/>
            </a:ln>
          </p:spPr>
          <p:txBody>
            <a:bodyPr rtlCol="0" anchor="ctr"/>
            <a:lstStyle/>
            <a:p>
              <a:endParaRPr lang="en-US"/>
            </a:p>
          </p:txBody>
        </p:sp>
        <p:sp>
          <p:nvSpPr>
            <p:cNvPr id="1140" name="Graphic 1039">
              <a:extLst>
                <a:ext uri="{FF2B5EF4-FFF2-40B4-BE49-F238E27FC236}">
                  <a16:creationId xmlns:a16="http://schemas.microsoft.com/office/drawing/2014/main" id="{7A8A7614-B82B-BA41-A05D-B8668E272003}"/>
                </a:ext>
              </a:extLst>
            </p:cNvPr>
            <p:cNvSpPr/>
            <p:nvPr/>
          </p:nvSpPr>
          <p:spPr>
            <a:xfrm>
              <a:off x="2038389" y="4566625"/>
              <a:ext cx="189142" cy="12767"/>
            </a:xfrm>
            <a:custGeom>
              <a:avLst/>
              <a:gdLst>
                <a:gd name="connsiteX0" fmla="*/ 6390 w 189142"/>
                <a:gd name="connsiteY0" fmla="*/ 0 h 12767"/>
                <a:gd name="connsiteX1" fmla="*/ 0 w 189142"/>
                <a:gd name="connsiteY1" fmla="*/ 6384 h 12767"/>
                <a:gd name="connsiteX2" fmla="*/ 6390 w 189142"/>
                <a:gd name="connsiteY2" fmla="*/ 12768 h 12767"/>
                <a:gd name="connsiteX3" fmla="*/ 182752 w 189142"/>
                <a:gd name="connsiteY3" fmla="*/ 12768 h 12767"/>
                <a:gd name="connsiteX4" fmla="*/ 189142 w 189142"/>
                <a:gd name="connsiteY4" fmla="*/ 6384 h 12767"/>
                <a:gd name="connsiteX5" fmla="*/ 182752 w 189142"/>
                <a:gd name="connsiteY5" fmla="*/ 0 h 12767"/>
                <a:gd name="connsiteX6" fmla="*/ 6390 w 18914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142" h="12767">
                  <a:moveTo>
                    <a:pt x="6390" y="0"/>
                  </a:moveTo>
                  <a:cubicBezTo>
                    <a:pt x="3195" y="0"/>
                    <a:pt x="0" y="2553"/>
                    <a:pt x="0" y="6384"/>
                  </a:cubicBezTo>
                  <a:cubicBezTo>
                    <a:pt x="0" y="9576"/>
                    <a:pt x="2556" y="12768"/>
                    <a:pt x="6390" y="12768"/>
                  </a:cubicBezTo>
                  <a:lnTo>
                    <a:pt x="182752" y="12768"/>
                  </a:lnTo>
                  <a:cubicBezTo>
                    <a:pt x="185947" y="12768"/>
                    <a:pt x="189142" y="10214"/>
                    <a:pt x="189142" y="6384"/>
                  </a:cubicBezTo>
                  <a:cubicBezTo>
                    <a:pt x="189142" y="3192"/>
                    <a:pt x="186586" y="0"/>
                    <a:pt x="182752" y="0"/>
                  </a:cubicBezTo>
                  <a:lnTo>
                    <a:pt x="6390" y="0"/>
                  </a:lnTo>
                  <a:close/>
                </a:path>
              </a:pathLst>
            </a:custGeom>
            <a:solidFill>
              <a:srgbClr val="26890D"/>
            </a:solidFill>
            <a:ln w="6390" cap="flat">
              <a:noFill/>
              <a:prstDash val="solid"/>
              <a:miter/>
            </a:ln>
          </p:spPr>
          <p:txBody>
            <a:bodyPr rtlCol="0" anchor="ctr"/>
            <a:lstStyle/>
            <a:p>
              <a:endParaRPr lang="en-US"/>
            </a:p>
          </p:txBody>
        </p:sp>
        <p:sp>
          <p:nvSpPr>
            <p:cNvPr id="1141" name="Graphic 1039">
              <a:extLst>
                <a:ext uri="{FF2B5EF4-FFF2-40B4-BE49-F238E27FC236}">
                  <a16:creationId xmlns:a16="http://schemas.microsoft.com/office/drawing/2014/main" id="{7A3D4D90-D5DB-C444-8832-9834C342950C}"/>
                </a:ext>
              </a:extLst>
            </p:cNvPr>
            <p:cNvSpPr/>
            <p:nvPr/>
          </p:nvSpPr>
          <p:spPr>
            <a:xfrm>
              <a:off x="1952764" y="4308712"/>
              <a:ext cx="361674" cy="361333"/>
            </a:xfrm>
            <a:custGeom>
              <a:avLst/>
              <a:gdLst>
                <a:gd name="connsiteX0" fmla="*/ 180835 w 361674"/>
                <a:gd name="connsiteY0" fmla="*/ 0 h 361333"/>
                <a:gd name="connsiteX1" fmla="*/ 0 w 361674"/>
                <a:gd name="connsiteY1" fmla="*/ 180667 h 361333"/>
                <a:gd name="connsiteX2" fmla="*/ 180835 w 361674"/>
                <a:gd name="connsiteY2" fmla="*/ 361334 h 361333"/>
                <a:gd name="connsiteX3" fmla="*/ 361670 w 361674"/>
                <a:gd name="connsiteY3" fmla="*/ 180667 h 361333"/>
                <a:gd name="connsiteX4" fmla="*/ 180835 w 361674"/>
                <a:gd name="connsiteY4" fmla="*/ 0 h 361333"/>
                <a:gd name="connsiteX5" fmla="*/ 287547 w 361674"/>
                <a:gd name="connsiteY5" fmla="*/ 263658 h 361333"/>
                <a:gd name="connsiteX6" fmla="*/ 268377 w 361674"/>
                <a:gd name="connsiteY6" fmla="*/ 282810 h 361333"/>
                <a:gd name="connsiteX7" fmla="*/ 92015 w 361674"/>
                <a:gd name="connsiteY7" fmla="*/ 282810 h 361333"/>
                <a:gd name="connsiteX8" fmla="*/ 72845 w 361674"/>
                <a:gd name="connsiteY8" fmla="*/ 263658 h 361333"/>
                <a:gd name="connsiteX9" fmla="*/ 90737 w 361674"/>
                <a:gd name="connsiteY9" fmla="*/ 245145 h 361333"/>
                <a:gd name="connsiteX10" fmla="*/ 90737 w 361674"/>
                <a:gd name="connsiteY10" fmla="*/ 178752 h 361333"/>
                <a:gd name="connsiteX11" fmla="*/ 72845 w 361674"/>
                <a:gd name="connsiteY11" fmla="*/ 150024 h 361333"/>
                <a:gd name="connsiteX12" fmla="*/ 72845 w 361674"/>
                <a:gd name="connsiteY12" fmla="*/ 150024 h 361333"/>
                <a:gd name="connsiteX13" fmla="*/ 72845 w 361674"/>
                <a:gd name="connsiteY13" fmla="*/ 150024 h 361333"/>
                <a:gd name="connsiteX14" fmla="*/ 72845 w 361674"/>
                <a:gd name="connsiteY14" fmla="*/ 150024 h 361333"/>
                <a:gd name="connsiteX15" fmla="*/ 73484 w 361674"/>
                <a:gd name="connsiteY15" fmla="*/ 148108 h 361333"/>
                <a:gd name="connsiteX16" fmla="*/ 73484 w 361674"/>
                <a:gd name="connsiteY16" fmla="*/ 147470 h 361333"/>
                <a:gd name="connsiteX17" fmla="*/ 73484 w 361674"/>
                <a:gd name="connsiteY17" fmla="*/ 147470 h 361333"/>
                <a:gd name="connsiteX18" fmla="*/ 97766 w 361674"/>
                <a:gd name="connsiteY18" fmla="*/ 109805 h 361333"/>
                <a:gd name="connsiteX19" fmla="*/ 97766 w 361674"/>
                <a:gd name="connsiteY19" fmla="*/ 100229 h 361333"/>
                <a:gd name="connsiteX20" fmla="*/ 102239 w 361674"/>
                <a:gd name="connsiteY20" fmla="*/ 86184 h 361333"/>
                <a:gd name="connsiteX21" fmla="*/ 118214 w 361674"/>
                <a:gd name="connsiteY21" fmla="*/ 79800 h 361333"/>
                <a:gd name="connsiteX22" fmla="*/ 238345 w 361674"/>
                <a:gd name="connsiteY22" fmla="*/ 79800 h 361333"/>
                <a:gd name="connsiteX23" fmla="*/ 254319 w 361674"/>
                <a:gd name="connsiteY23" fmla="*/ 85546 h 361333"/>
                <a:gd name="connsiteX24" fmla="*/ 260070 w 361674"/>
                <a:gd name="connsiteY24" fmla="*/ 99590 h 361333"/>
                <a:gd name="connsiteX25" fmla="*/ 260070 w 361674"/>
                <a:gd name="connsiteY25" fmla="*/ 111081 h 361333"/>
                <a:gd name="connsiteX26" fmla="*/ 286269 w 361674"/>
                <a:gd name="connsiteY26" fmla="*/ 147470 h 361333"/>
                <a:gd name="connsiteX27" fmla="*/ 286908 w 361674"/>
                <a:gd name="connsiteY27" fmla="*/ 148747 h 361333"/>
                <a:gd name="connsiteX28" fmla="*/ 286908 w 361674"/>
                <a:gd name="connsiteY28" fmla="*/ 149385 h 361333"/>
                <a:gd name="connsiteX29" fmla="*/ 287547 w 361674"/>
                <a:gd name="connsiteY29" fmla="*/ 151300 h 361333"/>
                <a:gd name="connsiteX30" fmla="*/ 287547 w 361674"/>
                <a:gd name="connsiteY30" fmla="*/ 151300 h 361333"/>
                <a:gd name="connsiteX31" fmla="*/ 268377 w 361674"/>
                <a:gd name="connsiteY31" fmla="*/ 180667 h 361333"/>
                <a:gd name="connsiteX32" fmla="*/ 268377 w 361674"/>
                <a:gd name="connsiteY32" fmla="*/ 245783 h 361333"/>
                <a:gd name="connsiteX33" fmla="*/ 287547 w 361674"/>
                <a:gd name="connsiteY33" fmla="*/ 26365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1674" h="361333">
                  <a:moveTo>
                    <a:pt x="180835" y="0"/>
                  </a:moveTo>
                  <a:cubicBezTo>
                    <a:pt x="80513" y="0"/>
                    <a:pt x="0" y="81077"/>
                    <a:pt x="0" y="180667"/>
                  </a:cubicBezTo>
                  <a:cubicBezTo>
                    <a:pt x="0" y="280895"/>
                    <a:pt x="81152" y="361334"/>
                    <a:pt x="180835" y="361334"/>
                  </a:cubicBezTo>
                  <a:cubicBezTo>
                    <a:pt x="281157" y="361334"/>
                    <a:pt x="361670" y="280257"/>
                    <a:pt x="361670" y="180667"/>
                  </a:cubicBezTo>
                  <a:cubicBezTo>
                    <a:pt x="362309" y="81077"/>
                    <a:pt x="281157" y="0"/>
                    <a:pt x="180835" y="0"/>
                  </a:cubicBezTo>
                  <a:close/>
                  <a:moveTo>
                    <a:pt x="287547" y="263658"/>
                  </a:moveTo>
                  <a:cubicBezTo>
                    <a:pt x="287547" y="273873"/>
                    <a:pt x="279240" y="282810"/>
                    <a:pt x="268377" y="282810"/>
                  </a:cubicBezTo>
                  <a:lnTo>
                    <a:pt x="92015" y="282810"/>
                  </a:lnTo>
                  <a:cubicBezTo>
                    <a:pt x="81791" y="282810"/>
                    <a:pt x="72845" y="274511"/>
                    <a:pt x="72845" y="263658"/>
                  </a:cubicBezTo>
                  <a:cubicBezTo>
                    <a:pt x="72845" y="253444"/>
                    <a:pt x="80513" y="245783"/>
                    <a:pt x="90737" y="245145"/>
                  </a:cubicBezTo>
                  <a:lnTo>
                    <a:pt x="90737" y="178752"/>
                  </a:lnTo>
                  <a:cubicBezTo>
                    <a:pt x="76040" y="173006"/>
                    <a:pt x="72845" y="158323"/>
                    <a:pt x="72845" y="150024"/>
                  </a:cubicBezTo>
                  <a:cubicBezTo>
                    <a:pt x="72845" y="150024"/>
                    <a:pt x="72845" y="150024"/>
                    <a:pt x="72845" y="150024"/>
                  </a:cubicBezTo>
                  <a:cubicBezTo>
                    <a:pt x="72845" y="150024"/>
                    <a:pt x="72845" y="150024"/>
                    <a:pt x="72845" y="150024"/>
                  </a:cubicBezTo>
                  <a:cubicBezTo>
                    <a:pt x="72845" y="150024"/>
                    <a:pt x="72845" y="150024"/>
                    <a:pt x="72845" y="150024"/>
                  </a:cubicBezTo>
                  <a:cubicBezTo>
                    <a:pt x="72845" y="149385"/>
                    <a:pt x="72845" y="148747"/>
                    <a:pt x="73484" y="148108"/>
                  </a:cubicBezTo>
                  <a:cubicBezTo>
                    <a:pt x="73484" y="148108"/>
                    <a:pt x="73484" y="147470"/>
                    <a:pt x="73484" y="147470"/>
                  </a:cubicBezTo>
                  <a:cubicBezTo>
                    <a:pt x="73484" y="147470"/>
                    <a:pt x="73484" y="147470"/>
                    <a:pt x="73484" y="147470"/>
                  </a:cubicBezTo>
                  <a:lnTo>
                    <a:pt x="97766" y="109805"/>
                  </a:lnTo>
                  <a:lnTo>
                    <a:pt x="97766" y="100229"/>
                  </a:lnTo>
                  <a:cubicBezTo>
                    <a:pt x="97766" y="98313"/>
                    <a:pt x="97127" y="91291"/>
                    <a:pt x="102239" y="86184"/>
                  </a:cubicBezTo>
                  <a:cubicBezTo>
                    <a:pt x="104795" y="82992"/>
                    <a:pt x="109268" y="79800"/>
                    <a:pt x="118214" y="79800"/>
                  </a:cubicBezTo>
                  <a:lnTo>
                    <a:pt x="238345" y="79800"/>
                  </a:lnTo>
                  <a:cubicBezTo>
                    <a:pt x="238984" y="79800"/>
                    <a:pt x="247929" y="79162"/>
                    <a:pt x="254319" y="85546"/>
                  </a:cubicBezTo>
                  <a:cubicBezTo>
                    <a:pt x="256875" y="88099"/>
                    <a:pt x="260070" y="92568"/>
                    <a:pt x="260070" y="99590"/>
                  </a:cubicBezTo>
                  <a:lnTo>
                    <a:pt x="260070" y="111081"/>
                  </a:lnTo>
                  <a:lnTo>
                    <a:pt x="286269" y="147470"/>
                  </a:lnTo>
                  <a:cubicBezTo>
                    <a:pt x="286269" y="148108"/>
                    <a:pt x="286908" y="148108"/>
                    <a:pt x="286908" y="148747"/>
                  </a:cubicBezTo>
                  <a:cubicBezTo>
                    <a:pt x="286908" y="148747"/>
                    <a:pt x="286908" y="148747"/>
                    <a:pt x="286908" y="149385"/>
                  </a:cubicBezTo>
                  <a:cubicBezTo>
                    <a:pt x="286908" y="150024"/>
                    <a:pt x="287547" y="150662"/>
                    <a:pt x="287547" y="151300"/>
                  </a:cubicBezTo>
                  <a:cubicBezTo>
                    <a:pt x="287547" y="151300"/>
                    <a:pt x="287547" y="151300"/>
                    <a:pt x="287547" y="151300"/>
                  </a:cubicBezTo>
                  <a:cubicBezTo>
                    <a:pt x="287547" y="160238"/>
                    <a:pt x="283074" y="175560"/>
                    <a:pt x="268377" y="180667"/>
                  </a:cubicBezTo>
                  <a:lnTo>
                    <a:pt x="268377" y="245783"/>
                  </a:lnTo>
                  <a:cubicBezTo>
                    <a:pt x="279879" y="245783"/>
                    <a:pt x="287547" y="253444"/>
                    <a:pt x="287547" y="263658"/>
                  </a:cubicBezTo>
                  <a:close/>
                </a:path>
              </a:pathLst>
            </a:custGeom>
            <a:solidFill>
              <a:srgbClr val="26890D"/>
            </a:solidFill>
            <a:ln w="6390" cap="flat">
              <a:noFill/>
              <a:prstDash val="solid"/>
              <a:miter/>
            </a:ln>
          </p:spPr>
          <p:txBody>
            <a:bodyPr rtlCol="0" anchor="ctr"/>
            <a:lstStyle/>
            <a:p>
              <a:endParaRPr lang="en-US"/>
            </a:p>
          </p:txBody>
        </p:sp>
      </p:grpSp>
      <p:grpSp>
        <p:nvGrpSpPr>
          <p:cNvPr id="1142" name="Graphic 1039">
            <a:extLst>
              <a:ext uri="{FF2B5EF4-FFF2-40B4-BE49-F238E27FC236}">
                <a16:creationId xmlns:a16="http://schemas.microsoft.com/office/drawing/2014/main" id="{BBF1415F-C44E-9042-9A5C-4475171F3207}"/>
              </a:ext>
            </a:extLst>
          </p:cNvPr>
          <p:cNvGrpSpPr/>
          <p:nvPr/>
        </p:nvGrpSpPr>
        <p:grpSpPr>
          <a:xfrm>
            <a:off x="2998797" y="3824168"/>
            <a:ext cx="361670" cy="361333"/>
            <a:chOff x="2998797" y="3824168"/>
            <a:chExt cx="361670" cy="361333"/>
          </a:xfrm>
          <a:solidFill>
            <a:srgbClr val="26890D"/>
          </a:solidFill>
        </p:grpSpPr>
        <p:sp>
          <p:nvSpPr>
            <p:cNvPr id="1143" name="Graphic 1039">
              <a:extLst>
                <a:ext uri="{FF2B5EF4-FFF2-40B4-BE49-F238E27FC236}">
                  <a16:creationId xmlns:a16="http://schemas.microsoft.com/office/drawing/2014/main" id="{857010FC-8D8C-0649-A130-8D92ACC604DD}"/>
                </a:ext>
              </a:extLst>
            </p:cNvPr>
            <p:cNvSpPr/>
            <p:nvPr/>
          </p:nvSpPr>
          <p:spPr>
            <a:xfrm>
              <a:off x="3134903" y="3907159"/>
              <a:ext cx="88820" cy="195349"/>
            </a:xfrm>
            <a:custGeom>
              <a:avLst/>
              <a:gdLst>
                <a:gd name="connsiteX0" fmla="*/ 0 w 88820"/>
                <a:gd name="connsiteY0" fmla="*/ 195350 h 195349"/>
                <a:gd name="connsiteX1" fmla="*/ 22365 w 88820"/>
                <a:gd name="connsiteY1" fmla="*/ 195350 h 195349"/>
                <a:gd name="connsiteX2" fmla="*/ 31311 w 88820"/>
                <a:gd name="connsiteY2" fmla="*/ 58094 h 195349"/>
                <a:gd name="connsiteX3" fmla="*/ 37701 w 88820"/>
                <a:gd name="connsiteY3" fmla="*/ 52348 h 195349"/>
                <a:gd name="connsiteX4" fmla="*/ 49841 w 88820"/>
                <a:gd name="connsiteY4" fmla="*/ 52348 h 195349"/>
                <a:gd name="connsiteX5" fmla="*/ 56231 w 88820"/>
                <a:gd name="connsiteY5" fmla="*/ 58094 h 195349"/>
                <a:gd name="connsiteX6" fmla="*/ 67094 w 88820"/>
                <a:gd name="connsiteY6" fmla="*/ 195350 h 195349"/>
                <a:gd name="connsiteX7" fmla="*/ 88820 w 88820"/>
                <a:gd name="connsiteY7" fmla="*/ 195350 h 195349"/>
                <a:gd name="connsiteX8" fmla="*/ 88820 w 88820"/>
                <a:gd name="connsiteY8" fmla="*/ 0 h 195349"/>
                <a:gd name="connsiteX9" fmla="*/ 0 w 88820"/>
                <a:gd name="connsiteY9" fmla="*/ 0 h 195349"/>
                <a:gd name="connsiteX10" fmla="*/ 0 w 88820"/>
                <a:gd name="connsiteY10" fmla="*/ 195350 h 195349"/>
                <a:gd name="connsiteX11" fmla="*/ 58148 w 88820"/>
                <a:gd name="connsiteY11" fmla="*/ 12129 h 195349"/>
                <a:gd name="connsiteX12" fmla="*/ 67094 w 88820"/>
                <a:gd name="connsiteY12" fmla="*/ 14044 h 195349"/>
                <a:gd name="connsiteX13" fmla="*/ 79874 w 88820"/>
                <a:gd name="connsiteY13" fmla="*/ 33835 h 195349"/>
                <a:gd name="connsiteX14" fmla="*/ 77957 w 88820"/>
                <a:gd name="connsiteY14" fmla="*/ 42772 h 195349"/>
                <a:gd name="connsiteX15" fmla="*/ 74762 w 88820"/>
                <a:gd name="connsiteY15" fmla="*/ 44049 h 195349"/>
                <a:gd name="connsiteX16" fmla="*/ 69650 w 88820"/>
                <a:gd name="connsiteY16" fmla="*/ 40857 h 195349"/>
                <a:gd name="connsiteX17" fmla="*/ 56870 w 88820"/>
                <a:gd name="connsiteY17" fmla="*/ 21067 h 195349"/>
                <a:gd name="connsiteX18" fmla="*/ 58148 w 88820"/>
                <a:gd name="connsiteY18" fmla="*/ 12129 h 195349"/>
                <a:gd name="connsiteX19" fmla="*/ 8307 w 88820"/>
                <a:gd name="connsiteY19" fmla="*/ 34473 h 195349"/>
                <a:gd name="connsiteX20" fmla="*/ 21087 w 88820"/>
                <a:gd name="connsiteY20" fmla="*/ 14683 h 195349"/>
                <a:gd name="connsiteX21" fmla="*/ 30033 w 88820"/>
                <a:gd name="connsiteY21" fmla="*/ 12768 h 195349"/>
                <a:gd name="connsiteX22" fmla="*/ 31950 w 88820"/>
                <a:gd name="connsiteY22" fmla="*/ 21705 h 195349"/>
                <a:gd name="connsiteX23" fmla="*/ 19170 w 88820"/>
                <a:gd name="connsiteY23" fmla="*/ 41496 h 195349"/>
                <a:gd name="connsiteX24" fmla="*/ 14058 w 88820"/>
                <a:gd name="connsiteY24" fmla="*/ 44688 h 195349"/>
                <a:gd name="connsiteX25" fmla="*/ 10863 w 88820"/>
                <a:gd name="connsiteY25" fmla="*/ 43411 h 195349"/>
                <a:gd name="connsiteX26" fmla="*/ 8307 w 88820"/>
                <a:gd name="connsiteY26" fmla="*/ 34473 h 195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8820" h="195349">
                  <a:moveTo>
                    <a:pt x="0" y="195350"/>
                  </a:moveTo>
                  <a:lnTo>
                    <a:pt x="22365" y="195350"/>
                  </a:lnTo>
                  <a:lnTo>
                    <a:pt x="31311" y="58094"/>
                  </a:lnTo>
                  <a:cubicBezTo>
                    <a:pt x="31311" y="54902"/>
                    <a:pt x="34506" y="52348"/>
                    <a:pt x="37701" y="52348"/>
                  </a:cubicBezTo>
                  <a:lnTo>
                    <a:pt x="49841" y="52348"/>
                  </a:lnTo>
                  <a:cubicBezTo>
                    <a:pt x="53036" y="52348"/>
                    <a:pt x="56231" y="54902"/>
                    <a:pt x="56231" y="58094"/>
                  </a:cubicBezTo>
                  <a:lnTo>
                    <a:pt x="67094" y="195350"/>
                  </a:lnTo>
                  <a:lnTo>
                    <a:pt x="88820" y="195350"/>
                  </a:lnTo>
                  <a:lnTo>
                    <a:pt x="88820" y="0"/>
                  </a:lnTo>
                  <a:lnTo>
                    <a:pt x="0" y="0"/>
                  </a:lnTo>
                  <a:lnTo>
                    <a:pt x="0" y="195350"/>
                  </a:lnTo>
                  <a:close/>
                  <a:moveTo>
                    <a:pt x="58148" y="12129"/>
                  </a:moveTo>
                  <a:cubicBezTo>
                    <a:pt x="61343" y="10214"/>
                    <a:pt x="65177" y="10852"/>
                    <a:pt x="67094" y="14044"/>
                  </a:cubicBezTo>
                  <a:lnTo>
                    <a:pt x="79874" y="33835"/>
                  </a:lnTo>
                  <a:cubicBezTo>
                    <a:pt x="81791" y="37027"/>
                    <a:pt x="81152" y="40857"/>
                    <a:pt x="77957" y="42772"/>
                  </a:cubicBezTo>
                  <a:cubicBezTo>
                    <a:pt x="76679" y="43411"/>
                    <a:pt x="75401" y="44049"/>
                    <a:pt x="74762" y="44049"/>
                  </a:cubicBezTo>
                  <a:cubicBezTo>
                    <a:pt x="72845" y="44049"/>
                    <a:pt x="70289" y="42772"/>
                    <a:pt x="69650" y="40857"/>
                  </a:cubicBezTo>
                  <a:lnTo>
                    <a:pt x="56870" y="21067"/>
                  </a:lnTo>
                  <a:cubicBezTo>
                    <a:pt x="54314" y="17875"/>
                    <a:pt x="54954" y="14044"/>
                    <a:pt x="58148" y="12129"/>
                  </a:cubicBezTo>
                  <a:close/>
                  <a:moveTo>
                    <a:pt x="8307" y="34473"/>
                  </a:moveTo>
                  <a:lnTo>
                    <a:pt x="21087" y="14683"/>
                  </a:lnTo>
                  <a:cubicBezTo>
                    <a:pt x="23004" y="11491"/>
                    <a:pt x="26838" y="10852"/>
                    <a:pt x="30033" y="12768"/>
                  </a:cubicBezTo>
                  <a:cubicBezTo>
                    <a:pt x="33228" y="14683"/>
                    <a:pt x="33867" y="18513"/>
                    <a:pt x="31950" y="21705"/>
                  </a:cubicBezTo>
                  <a:lnTo>
                    <a:pt x="19170" y="41496"/>
                  </a:lnTo>
                  <a:cubicBezTo>
                    <a:pt x="17892" y="43411"/>
                    <a:pt x="15975" y="44688"/>
                    <a:pt x="14058" y="44688"/>
                  </a:cubicBezTo>
                  <a:cubicBezTo>
                    <a:pt x="12780" y="44688"/>
                    <a:pt x="11502" y="44688"/>
                    <a:pt x="10863" y="43411"/>
                  </a:cubicBezTo>
                  <a:cubicBezTo>
                    <a:pt x="7029" y="40857"/>
                    <a:pt x="6390" y="37027"/>
                    <a:pt x="8307" y="34473"/>
                  </a:cubicBezTo>
                  <a:close/>
                </a:path>
              </a:pathLst>
            </a:custGeom>
            <a:solidFill>
              <a:srgbClr val="26890D"/>
            </a:solidFill>
            <a:ln w="6390" cap="flat">
              <a:noFill/>
              <a:prstDash val="solid"/>
              <a:miter/>
            </a:ln>
          </p:spPr>
          <p:txBody>
            <a:bodyPr rtlCol="0" anchor="ctr"/>
            <a:lstStyle/>
            <a:p>
              <a:endParaRPr lang="en-US"/>
            </a:p>
          </p:txBody>
        </p:sp>
        <p:sp>
          <p:nvSpPr>
            <p:cNvPr id="1144" name="Graphic 1039">
              <a:extLst>
                <a:ext uri="{FF2B5EF4-FFF2-40B4-BE49-F238E27FC236}">
                  <a16:creationId xmlns:a16="http://schemas.microsoft.com/office/drawing/2014/main" id="{5660E73A-100E-864F-AA68-ABCFD6511BEB}"/>
                </a:ext>
              </a:extLst>
            </p:cNvPr>
            <p:cNvSpPr/>
            <p:nvPr/>
          </p:nvSpPr>
          <p:spPr>
            <a:xfrm>
              <a:off x="2998797"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37706 w 361670"/>
                <a:gd name="connsiteY5" fmla="*/ 284725 h 361333"/>
                <a:gd name="connsiteX6" fmla="*/ 231316 w 361670"/>
                <a:gd name="connsiteY6" fmla="*/ 291109 h 361333"/>
                <a:gd name="connsiteX7" fmla="*/ 197449 w 361670"/>
                <a:gd name="connsiteY7" fmla="*/ 291109 h 361333"/>
                <a:gd name="connsiteX8" fmla="*/ 191059 w 361670"/>
                <a:gd name="connsiteY8" fmla="*/ 285364 h 361333"/>
                <a:gd name="connsiteX9" fmla="*/ 180196 w 361670"/>
                <a:gd name="connsiteY9" fmla="*/ 148108 h 361333"/>
                <a:gd name="connsiteX10" fmla="*/ 171250 w 361670"/>
                <a:gd name="connsiteY10" fmla="*/ 285364 h 361333"/>
                <a:gd name="connsiteX11" fmla="*/ 164861 w 361670"/>
                <a:gd name="connsiteY11" fmla="*/ 291109 h 361333"/>
                <a:gd name="connsiteX12" fmla="*/ 129716 w 361670"/>
                <a:gd name="connsiteY12" fmla="*/ 291109 h 361333"/>
                <a:gd name="connsiteX13" fmla="*/ 123326 w 361670"/>
                <a:gd name="connsiteY13" fmla="*/ 284725 h 361333"/>
                <a:gd name="connsiteX14" fmla="*/ 123326 w 361670"/>
                <a:gd name="connsiteY14" fmla="*/ 76608 h 361333"/>
                <a:gd name="connsiteX15" fmla="*/ 129716 w 361670"/>
                <a:gd name="connsiteY15" fmla="*/ 70224 h 361333"/>
                <a:gd name="connsiteX16" fmla="*/ 231316 w 361670"/>
                <a:gd name="connsiteY16" fmla="*/ 70224 h 361333"/>
                <a:gd name="connsiteX17" fmla="*/ 237706 w 361670"/>
                <a:gd name="connsiteY17" fmla="*/ 76608 h 361333"/>
                <a:gd name="connsiteX18" fmla="*/ 237706 w 361670"/>
                <a:gd name="connsiteY18" fmla="*/ 28472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1670" h="361333">
                  <a:moveTo>
                    <a:pt x="180835" y="0"/>
                  </a:moveTo>
                  <a:cubicBezTo>
                    <a:pt x="80513" y="0"/>
                    <a:pt x="0" y="81076"/>
                    <a:pt x="0" y="180667"/>
                  </a:cubicBezTo>
                  <a:cubicBezTo>
                    <a:pt x="0" y="280895"/>
                    <a:pt x="81152" y="361333"/>
                    <a:pt x="180835" y="361333"/>
                  </a:cubicBezTo>
                  <a:cubicBezTo>
                    <a:pt x="281157" y="361333"/>
                    <a:pt x="361671" y="280257"/>
                    <a:pt x="361671" y="180667"/>
                  </a:cubicBezTo>
                  <a:cubicBezTo>
                    <a:pt x="361671" y="81076"/>
                    <a:pt x="281157" y="0"/>
                    <a:pt x="180835" y="0"/>
                  </a:cubicBezTo>
                  <a:close/>
                  <a:moveTo>
                    <a:pt x="237706" y="284725"/>
                  </a:moveTo>
                  <a:cubicBezTo>
                    <a:pt x="237706" y="288556"/>
                    <a:pt x="235150" y="291109"/>
                    <a:pt x="231316" y="291109"/>
                  </a:cubicBezTo>
                  <a:lnTo>
                    <a:pt x="197449" y="291109"/>
                  </a:lnTo>
                  <a:cubicBezTo>
                    <a:pt x="194254" y="291109"/>
                    <a:pt x="191059" y="288556"/>
                    <a:pt x="191059" y="285364"/>
                  </a:cubicBezTo>
                  <a:lnTo>
                    <a:pt x="180196" y="148108"/>
                  </a:lnTo>
                  <a:lnTo>
                    <a:pt x="171250" y="285364"/>
                  </a:lnTo>
                  <a:cubicBezTo>
                    <a:pt x="171250" y="288556"/>
                    <a:pt x="168055" y="291109"/>
                    <a:pt x="164861" y="291109"/>
                  </a:cubicBezTo>
                  <a:lnTo>
                    <a:pt x="129716" y="291109"/>
                  </a:lnTo>
                  <a:cubicBezTo>
                    <a:pt x="125882" y="291109"/>
                    <a:pt x="123326" y="288556"/>
                    <a:pt x="123326" y="284725"/>
                  </a:cubicBezTo>
                  <a:lnTo>
                    <a:pt x="123326" y="76608"/>
                  </a:lnTo>
                  <a:cubicBezTo>
                    <a:pt x="123326" y="72777"/>
                    <a:pt x="125882" y="70224"/>
                    <a:pt x="129716" y="70224"/>
                  </a:cubicBezTo>
                  <a:lnTo>
                    <a:pt x="231316" y="70224"/>
                  </a:lnTo>
                  <a:cubicBezTo>
                    <a:pt x="235150" y="70224"/>
                    <a:pt x="237706" y="72777"/>
                    <a:pt x="237706" y="76608"/>
                  </a:cubicBezTo>
                  <a:lnTo>
                    <a:pt x="237706" y="284725"/>
                  </a:lnTo>
                  <a:close/>
                </a:path>
              </a:pathLst>
            </a:custGeom>
            <a:solidFill>
              <a:srgbClr val="26890D"/>
            </a:solidFill>
            <a:ln w="6390" cap="flat">
              <a:noFill/>
              <a:prstDash val="solid"/>
              <a:miter/>
            </a:ln>
          </p:spPr>
          <p:txBody>
            <a:bodyPr rtlCol="0" anchor="ctr"/>
            <a:lstStyle/>
            <a:p>
              <a:endParaRPr lang="en-US"/>
            </a:p>
          </p:txBody>
        </p:sp>
      </p:grpSp>
      <p:grpSp>
        <p:nvGrpSpPr>
          <p:cNvPr id="1145" name="Graphic 1039">
            <a:extLst>
              <a:ext uri="{FF2B5EF4-FFF2-40B4-BE49-F238E27FC236}">
                <a16:creationId xmlns:a16="http://schemas.microsoft.com/office/drawing/2014/main" id="{D16D5FF4-B58E-5A4B-9450-768988A73546}"/>
              </a:ext>
            </a:extLst>
          </p:cNvPr>
          <p:cNvGrpSpPr/>
          <p:nvPr/>
        </p:nvGrpSpPr>
        <p:grpSpPr>
          <a:xfrm>
            <a:off x="5708769" y="1402085"/>
            <a:ext cx="361670" cy="361333"/>
            <a:chOff x="5708769" y="1402085"/>
            <a:chExt cx="361670" cy="361333"/>
          </a:xfrm>
          <a:solidFill>
            <a:srgbClr val="43B02A"/>
          </a:solidFill>
        </p:grpSpPr>
        <p:sp>
          <p:nvSpPr>
            <p:cNvPr id="1146" name="Graphic 1039">
              <a:extLst>
                <a:ext uri="{FF2B5EF4-FFF2-40B4-BE49-F238E27FC236}">
                  <a16:creationId xmlns:a16="http://schemas.microsoft.com/office/drawing/2014/main" id="{C0BE7A9D-BC68-2449-A45C-FEDEC86A69D4}"/>
                </a:ext>
              </a:extLst>
            </p:cNvPr>
            <p:cNvSpPr/>
            <p:nvPr/>
          </p:nvSpPr>
          <p:spPr>
            <a:xfrm>
              <a:off x="5708769"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1305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895"/>
                    <a:pt x="361670" y="181305"/>
                  </a:cubicBezTo>
                  <a:cubicBezTo>
                    <a:pt x="361670" y="81715"/>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43B02A"/>
            </a:solidFill>
            <a:ln w="6390" cap="flat">
              <a:noFill/>
              <a:prstDash val="solid"/>
              <a:miter/>
            </a:ln>
          </p:spPr>
          <p:txBody>
            <a:bodyPr rtlCol="0" anchor="ctr"/>
            <a:lstStyle/>
            <a:p>
              <a:endParaRPr lang="en-US"/>
            </a:p>
          </p:txBody>
        </p:sp>
        <p:sp>
          <p:nvSpPr>
            <p:cNvPr id="1147" name="Graphic 1039">
              <a:extLst>
                <a:ext uri="{FF2B5EF4-FFF2-40B4-BE49-F238E27FC236}">
                  <a16:creationId xmlns:a16="http://schemas.microsoft.com/office/drawing/2014/main" id="{D76D37E3-B5BC-FF42-BF6C-DDCD3E6A7DCF}"/>
                </a:ext>
              </a:extLst>
            </p:cNvPr>
            <p:cNvSpPr/>
            <p:nvPr/>
          </p:nvSpPr>
          <p:spPr>
            <a:xfrm>
              <a:off x="5800145" y="1512266"/>
              <a:ext cx="201544" cy="142624"/>
            </a:xfrm>
            <a:custGeom>
              <a:avLst/>
              <a:gdLst>
                <a:gd name="connsiteX0" fmla="*/ 192337 w 201544"/>
                <a:gd name="connsiteY0" fmla="*/ 900 h 142624"/>
                <a:gd name="connsiteX1" fmla="*/ 166777 w 201544"/>
                <a:gd name="connsiteY1" fmla="*/ 14945 h 142624"/>
                <a:gd name="connsiteX2" fmla="*/ 163582 w 201544"/>
                <a:gd name="connsiteY2" fmla="*/ 19413 h 142624"/>
                <a:gd name="connsiteX3" fmla="*/ 141217 w 201544"/>
                <a:gd name="connsiteY3" fmla="*/ 129218 h 142624"/>
                <a:gd name="connsiteX4" fmla="*/ 6390 w 201544"/>
                <a:gd name="connsiteY4" fmla="*/ 129856 h 142624"/>
                <a:gd name="connsiteX5" fmla="*/ 0 w 201544"/>
                <a:gd name="connsiteY5" fmla="*/ 136240 h 142624"/>
                <a:gd name="connsiteX6" fmla="*/ 6390 w 201544"/>
                <a:gd name="connsiteY6" fmla="*/ 142624 h 142624"/>
                <a:gd name="connsiteX7" fmla="*/ 6390 w 201544"/>
                <a:gd name="connsiteY7" fmla="*/ 142624 h 142624"/>
                <a:gd name="connsiteX8" fmla="*/ 146329 w 201544"/>
                <a:gd name="connsiteY8" fmla="*/ 141986 h 142624"/>
                <a:gd name="connsiteX9" fmla="*/ 152719 w 201544"/>
                <a:gd name="connsiteY9" fmla="*/ 136879 h 142624"/>
                <a:gd name="connsiteX10" fmla="*/ 175084 w 201544"/>
                <a:gd name="connsiteY10" fmla="*/ 24521 h 142624"/>
                <a:gd name="connsiteX11" fmla="*/ 198088 w 201544"/>
                <a:gd name="connsiteY11" fmla="*/ 12391 h 142624"/>
                <a:gd name="connsiteX12" fmla="*/ 200644 w 201544"/>
                <a:gd name="connsiteY12" fmla="*/ 3453 h 142624"/>
                <a:gd name="connsiteX13" fmla="*/ 192337 w 201544"/>
                <a:gd name="connsiteY13" fmla="*/ 900 h 142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1544" h="142624">
                  <a:moveTo>
                    <a:pt x="192337" y="900"/>
                  </a:moveTo>
                  <a:lnTo>
                    <a:pt x="166777" y="14945"/>
                  </a:lnTo>
                  <a:cubicBezTo>
                    <a:pt x="164860" y="15583"/>
                    <a:pt x="164221" y="17498"/>
                    <a:pt x="163582" y="19413"/>
                  </a:cubicBezTo>
                  <a:lnTo>
                    <a:pt x="141217" y="129218"/>
                  </a:lnTo>
                  <a:lnTo>
                    <a:pt x="6390" y="129856"/>
                  </a:lnTo>
                  <a:cubicBezTo>
                    <a:pt x="2556" y="129856"/>
                    <a:pt x="0" y="133048"/>
                    <a:pt x="0" y="136240"/>
                  </a:cubicBezTo>
                  <a:cubicBezTo>
                    <a:pt x="0" y="140071"/>
                    <a:pt x="3195" y="142624"/>
                    <a:pt x="6390" y="142624"/>
                  </a:cubicBezTo>
                  <a:cubicBezTo>
                    <a:pt x="6390" y="142624"/>
                    <a:pt x="6390" y="142624"/>
                    <a:pt x="6390" y="142624"/>
                  </a:cubicBezTo>
                  <a:lnTo>
                    <a:pt x="146329" y="141986"/>
                  </a:lnTo>
                  <a:cubicBezTo>
                    <a:pt x="149524" y="141986"/>
                    <a:pt x="152080" y="140071"/>
                    <a:pt x="152719" y="136879"/>
                  </a:cubicBezTo>
                  <a:lnTo>
                    <a:pt x="175084" y="24521"/>
                  </a:lnTo>
                  <a:lnTo>
                    <a:pt x="198088" y="12391"/>
                  </a:lnTo>
                  <a:cubicBezTo>
                    <a:pt x="201283" y="10476"/>
                    <a:pt x="202561" y="6645"/>
                    <a:pt x="200644" y="3453"/>
                  </a:cubicBezTo>
                  <a:cubicBezTo>
                    <a:pt x="199366" y="261"/>
                    <a:pt x="195532" y="-1015"/>
                    <a:pt x="192337" y="900"/>
                  </a:cubicBezTo>
                  <a:close/>
                </a:path>
              </a:pathLst>
            </a:custGeom>
            <a:solidFill>
              <a:srgbClr val="43B02A"/>
            </a:solidFill>
            <a:ln w="6390" cap="flat">
              <a:noFill/>
              <a:prstDash val="solid"/>
              <a:miter/>
            </a:ln>
          </p:spPr>
          <p:txBody>
            <a:bodyPr rtlCol="0" anchor="ctr"/>
            <a:lstStyle/>
            <a:p>
              <a:endParaRPr lang="en-US"/>
            </a:p>
          </p:txBody>
        </p:sp>
        <p:sp>
          <p:nvSpPr>
            <p:cNvPr id="1148" name="Graphic 1039">
              <a:extLst>
                <a:ext uri="{FF2B5EF4-FFF2-40B4-BE49-F238E27FC236}">
                  <a16:creationId xmlns:a16="http://schemas.microsoft.com/office/drawing/2014/main" id="{33EA2505-2F0E-B448-94EB-4BAE6452E5B7}"/>
                </a:ext>
              </a:extLst>
            </p:cNvPr>
            <p:cNvSpPr/>
            <p:nvPr/>
          </p:nvSpPr>
          <p:spPr>
            <a:xfrm>
              <a:off x="5776252" y="1548916"/>
              <a:ext cx="145941" cy="75969"/>
            </a:xfrm>
            <a:custGeom>
              <a:avLst/>
              <a:gdLst>
                <a:gd name="connsiteX0" fmla="*/ 145941 w 145941"/>
                <a:gd name="connsiteY0" fmla="*/ 68947 h 75969"/>
                <a:gd name="connsiteX1" fmla="*/ 139551 w 145941"/>
                <a:gd name="connsiteY1" fmla="*/ 62563 h 75969"/>
                <a:gd name="connsiteX2" fmla="*/ 27088 w 145941"/>
                <a:gd name="connsiteY2" fmla="*/ 62563 h 75969"/>
                <a:gd name="connsiteX3" fmla="*/ 14947 w 145941"/>
                <a:gd name="connsiteY3" fmla="*/ 12768 h 75969"/>
                <a:gd name="connsiteX4" fmla="*/ 53926 w 145941"/>
                <a:gd name="connsiteY4" fmla="*/ 12768 h 75969"/>
                <a:gd name="connsiteX5" fmla="*/ 60316 w 145941"/>
                <a:gd name="connsiteY5" fmla="*/ 6384 h 75969"/>
                <a:gd name="connsiteX6" fmla="*/ 53926 w 145941"/>
                <a:gd name="connsiteY6" fmla="*/ 0 h 75969"/>
                <a:gd name="connsiteX7" fmla="*/ 6641 w 145941"/>
                <a:gd name="connsiteY7" fmla="*/ 0 h 75969"/>
                <a:gd name="connsiteX8" fmla="*/ 1529 w 145941"/>
                <a:gd name="connsiteY8" fmla="*/ 2554 h 75969"/>
                <a:gd name="connsiteX9" fmla="*/ 251 w 145941"/>
                <a:gd name="connsiteY9" fmla="*/ 8299 h 75969"/>
                <a:gd name="connsiteX10" fmla="*/ 15587 w 145941"/>
                <a:gd name="connsiteY10" fmla="*/ 70862 h 75969"/>
                <a:gd name="connsiteX11" fmla="*/ 21977 w 145941"/>
                <a:gd name="connsiteY11" fmla="*/ 75969 h 75969"/>
                <a:gd name="connsiteX12" fmla="*/ 139551 w 145941"/>
                <a:gd name="connsiteY12" fmla="*/ 75969 h 75969"/>
                <a:gd name="connsiteX13" fmla="*/ 145941 w 145941"/>
                <a:gd name="connsiteY13" fmla="*/ 68947 h 7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5941" h="75969">
                  <a:moveTo>
                    <a:pt x="145941" y="68947"/>
                  </a:moveTo>
                  <a:cubicBezTo>
                    <a:pt x="145941" y="65117"/>
                    <a:pt x="143385" y="62563"/>
                    <a:pt x="139551" y="62563"/>
                  </a:cubicBezTo>
                  <a:lnTo>
                    <a:pt x="27088" y="62563"/>
                  </a:lnTo>
                  <a:lnTo>
                    <a:pt x="14947" y="12768"/>
                  </a:lnTo>
                  <a:lnTo>
                    <a:pt x="53926" y="12768"/>
                  </a:lnTo>
                  <a:cubicBezTo>
                    <a:pt x="57760" y="12768"/>
                    <a:pt x="60316" y="10214"/>
                    <a:pt x="60316" y="6384"/>
                  </a:cubicBezTo>
                  <a:cubicBezTo>
                    <a:pt x="60316" y="2554"/>
                    <a:pt x="57760" y="0"/>
                    <a:pt x="53926" y="0"/>
                  </a:cubicBezTo>
                  <a:lnTo>
                    <a:pt x="6641" y="0"/>
                  </a:lnTo>
                  <a:cubicBezTo>
                    <a:pt x="4724" y="0"/>
                    <a:pt x="2807" y="638"/>
                    <a:pt x="1529" y="2554"/>
                  </a:cubicBezTo>
                  <a:cubicBezTo>
                    <a:pt x="251" y="3830"/>
                    <a:pt x="-388" y="6384"/>
                    <a:pt x="251" y="8299"/>
                  </a:cubicBezTo>
                  <a:lnTo>
                    <a:pt x="15587" y="70862"/>
                  </a:lnTo>
                  <a:cubicBezTo>
                    <a:pt x="16225" y="74054"/>
                    <a:pt x="18782" y="75969"/>
                    <a:pt x="21977" y="75969"/>
                  </a:cubicBezTo>
                  <a:lnTo>
                    <a:pt x="139551" y="75969"/>
                  </a:lnTo>
                  <a:cubicBezTo>
                    <a:pt x="143385" y="75331"/>
                    <a:pt x="145941" y="72139"/>
                    <a:pt x="145941" y="68947"/>
                  </a:cubicBezTo>
                  <a:close/>
                </a:path>
              </a:pathLst>
            </a:custGeom>
            <a:solidFill>
              <a:srgbClr val="43B02A"/>
            </a:solidFill>
            <a:ln w="6390" cap="flat">
              <a:noFill/>
              <a:prstDash val="solid"/>
              <a:miter/>
            </a:ln>
          </p:spPr>
          <p:txBody>
            <a:bodyPr rtlCol="0" anchor="ctr"/>
            <a:lstStyle/>
            <a:p>
              <a:endParaRPr lang="en-US"/>
            </a:p>
          </p:txBody>
        </p:sp>
        <p:sp>
          <p:nvSpPr>
            <p:cNvPr id="1149" name="Graphic 1039">
              <a:extLst>
                <a:ext uri="{FF2B5EF4-FFF2-40B4-BE49-F238E27FC236}">
                  <a16:creationId xmlns:a16="http://schemas.microsoft.com/office/drawing/2014/main" id="{DC7F6372-B8F0-7346-A36C-7D171FFE8293}"/>
                </a:ext>
              </a:extLst>
            </p:cNvPr>
            <p:cNvSpPr/>
            <p:nvPr/>
          </p:nvSpPr>
          <p:spPr>
            <a:xfrm>
              <a:off x="5816120" y="1673404"/>
              <a:ext cx="28115" cy="28089"/>
            </a:xfrm>
            <a:custGeom>
              <a:avLst/>
              <a:gdLst>
                <a:gd name="connsiteX0" fmla="*/ 14058 w 28115"/>
                <a:gd name="connsiteY0" fmla="*/ 0 h 28089"/>
                <a:gd name="connsiteX1" fmla="*/ 0 w 28115"/>
                <a:gd name="connsiteY1" fmla="*/ 14045 h 28089"/>
                <a:gd name="connsiteX2" fmla="*/ 14058 w 28115"/>
                <a:gd name="connsiteY2" fmla="*/ 28089 h 28089"/>
                <a:gd name="connsiteX3" fmla="*/ 28115 w 28115"/>
                <a:gd name="connsiteY3" fmla="*/ 14045 h 28089"/>
                <a:gd name="connsiteX4" fmla="*/ 14058 w 28115"/>
                <a:gd name="connsiteY4" fmla="*/ 0 h 28089"/>
                <a:gd name="connsiteX5" fmla="*/ 12780 w 28115"/>
                <a:gd name="connsiteY5" fmla="*/ 14045 h 28089"/>
                <a:gd name="connsiteX6" fmla="*/ 14058 w 28115"/>
                <a:gd name="connsiteY6" fmla="*/ 12768 h 28089"/>
                <a:gd name="connsiteX7" fmla="*/ 15336 w 28115"/>
                <a:gd name="connsiteY7" fmla="*/ 14045 h 28089"/>
                <a:gd name="connsiteX8" fmla="*/ 12780 w 28115"/>
                <a:gd name="connsiteY8" fmla="*/ 14045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15" h="28089">
                  <a:moveTo>
                    <a:pt x="14058" y="0"/>
                  </a:moveTo>
                  <a:cubicBezTo>
                    <a:pt x="6390" y="0"/>
                    <a:pt x="0" y="6384"/>
                    <a:pt x="0" y="14045"/>
                  </a:cubicBezTo>
                  <a:cubicBezTo>
                    <a:pt x="0" y="21706"/>
                    <a:pt x="6390" y="28089"/>
                    <a:pt x="14058" y="28089"/>
                  </a:cubicBezTo>
                  <a:cubicBezTo>
                    <a:pt x="21726" y="28089"/>
                    <a:pt x="28115" y="21706"/>
                    <a:pt x="28115" y="14045"/>
                  </a:cubicBezTo>
                  <a:cubicBezTo>
                    <a:pt x="28115" y="6384"/>
                    <a:pt x="21726" y="0"/>
                    <a:pt x="14058" y="0"/>
                  </a:cubicBezTo>
                  <a:close/>
                  <a:moveTo>
                    <a:pt x="12780" y="14045"/>
                  </a:moveTo>
                  <a:cubicBezTo>
                    <a:pt x="12780" y="13406"/>
                    <a:pt x="13419" y="12768"/>
                    <a:pt x="14058" y="12768"/>
                  </a:cubicBezTo>
                  <a:cubicBezTo>
                    <a:pt x="14697" y="12768"/>
                    <a:pt x="15336" y="13406"/>
                    <a:pt x="15336" y="14045"/>
                  </a:cubicBezTo>
                  <a:cubicBezTo>
                    <a:pt x="15336" y="15322"/>
                    <a:pt x="12780" y="15322"/>
                    <a:pt x="12780" y="14045"/>
                  </a:cubicBezTo>
                  <a:close/>
                </a:path>
              </a:pathLst>
            </a:custGeom>
            <a:solidFill>
              <a:srgbClr val="43B02A"/>
            </a:solidFill>
            <a:ln w="6390" cap="flat">
              <a:noFill/>
              <a:prstDash val="solid"/>
              <a:miter/>
            </a:ln>
          </p:spPr>
          <p:txBody>
            <a:bodyPr rtlCol="0" anchor="ctr"/>
            <a:lstStyle/>
            <a:p>
              <a:endParaRPr lang="en-US"/>
            </a:p>
          </p:txBody>
        </p:sp>
        <p:sp>
          <p:nvSpPr>
            <p:cNvPr id="1150" name="Graphic 1039">
              <a:extLst>
                <a:ext uri="{FF2B5EF4-FFF2-40B4-BE49-F238E27FC236}">
                  <a16:creationId xmlns:a16="http://schemas.microsoft.com/office/drawing/2014/main" id="{00335DA4-D84B-1B45-B36D-E6F1945777B3}"/>
                </a:ext>
              </a:extLst>
            </p:cNvPr>
            <p:cNvSpPr/>
            <p:nvPr/>
          </p:nvSpPr>
          <p:spPr>
            <a:xfrm>
              <a:off x="5918359" y="1672765"/>
              <a:ext cx="28115" cy="28089"/>
            </a:xfrm>
            <a:custGeom>
              <a:avLst/>
              <a:gdLst>
                <a:gd name="connsiteX0" fmla="*/ 14058 w 28115"/>
                <a:gd name="connsiteY0" fmla="*/ 0 h 28089"/>
                <a:gd name="connsiteX1" fmla="*/ 0 w 28115"/>
                <a:gd name="connsiteY1" fmla="*/ 14045 h 28089"/>
                <a:gd name="connsiteX2" fmla="*/ 14058 w 28115"/>
                <a:gd name="connsiteY2" fmla="*/ 28089 h 28089"/>
                <a:gd name="connsiteX3" fmla="*/ 28115 w 28115"/>
                <a:gd name="connsiteY3" fmla="*/ 14045 h 28089"/>
                <a:gd name="connsiteX4" fmla="*/ 14058 w 28115"/>
                <a:gd name="connsiteY4" fmla="*/ 0 h 28089"/>
                <a:gd name="connsiteX5" fmla="*/ 12780 w 28115"/>
                <a:gd name="connsiteY5" fmla="*/ 14045 h 28089"/>
                <a:gd name="connsiteX6" fmla="*/ 14058 w 28115"/>
                <a:gd name="connsiteY6" fmla="*/ 12768 h 28089"/>
                <a:gd name="connsiteX7" fmla="*/ 15336 w 28115"/>
                <a:gd name="connsiteY7" fmla="*/ 14045 h 28089"/>
                <a:gd name="connsiteX8" fmla="*/ 12780 w 28115"/>
                <a:gd name="connsiteY8" fmla="*/ 14045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15" h="28089">
                  <a:moveTo>
                    <a:pt x="14058" y="0"/>
                  </a:moveTo>
                  <a:cubicBezTo>
                    <a:pt x="6390" y="0"/>
                    <a:pt x="0" y="6384"/>
                    <a:pt x="0" y="14045"/>
                  </a:cubicBezTo>
                  <a:cubicBezTo>
                    <a:pt x="0" y="21706"/>
                    <a:pt x="6390" y="28089"/>
                    <a:pt x="14058" y="28089"/>
                  </a:cubicBezTo>
                  <a:cubicBezTo>
                    <a:pt x="21726" y="28089"/>
                    <a:pt x="28115" y="21706"/>
                    <a:pt x="28115" y="14045"/>
                  </a:cubicBezTo>
                  <a:cubicBezTo>
                    <a:pt x="28115" y="6384"/>
                    <a:pt x="21726" y="0"/>
                    <a:pt x="14058" y="0"/>
                  </a:cubicBezTo>
                  <a:close/>
                  <a:moveTo>
                    <a:pt x="12780" y="14045"/>
                  </a:moveTo>
                  <a:cubicBezTo>
                    <a:pt x="12780" y="13406"/>
                    <a:pt x="13419" y="12768"/>
                    <a:pt x="14058" y="12768"/>
                  </a:cubicBezTo>
                  <a:cubicBezTo>
                    <a:pt x="14697" y="12768"/>
                    <a:pt x="15336" y="13406"/>
                    <a:pt x="15336" y="14045"/>
                  </a:cubicBezTo>
                  <a:cubicBezTo>
                    <a:pt x="14697" y="15322"/>
                    <a:pt x="12780" y="15322"/>
                    <a:pt x="12780" y="14045"/>
                  </a:cubicBezTo>
                  <a:close/>
                </a:path>
              </a:pathLst>
            </a:custGeom>
            <a:solidFill>
              <a:srgbClr val="43B02A"/>
            </a:solidFill>
            <a:ln w="6390" cap="flat">
              <a:noFill/>
              <a:prstDash val="solid"/>
              <a:miter/>
            </a:ln>
          </p:spPr>
          <p:txBody>
            <a:bodyPr rtlCol="0" anchor="ctr"/>
            <a:lstStyle/>
            <a:p>
              <a:endParaRPr lang="en-US"/>
            </a:p>
          </p:txBody>
        </p:sp>
        <p:sp>
          <p:nvSpPr>
            <p:cNvPr id="1151" name="Graphic 1039">
              <a:extLst>
                <a:ext uri="{FF2B5EF4-FFF2-40B4-BE49-F238E27FC236}">
                  <a16:creationId xmlns:a16="http://schemas.microsoft.com/office/drawing/2014/main" id="{6473D146-1F8B-B648-8A3B-D783D3FD2274}"/>
                </a:ext>
              </a:extLst>
            </p:cNvPr>
            <p:cNvSpPr/>
            <p:nvPr/>
          </p:nvSpPr>
          <p:spPr>
            <a:xfrm>
              <a:off x="5839674" y="1478692"/>
              <a:ext cx="65615" cy="86822"/>
            </a:xfrm>
            <a:custGeom>
              <a:avLst/>
              <a:gdLst>
                <a:gd name="connsiteX0" fmla="*/ 28843 w 65615"/>
                <a:gd name="connsiteY0" fmla="*/ 84907 h 86822"/>
                <a:gd name="connsiteX1" fmla="*/ 33316 w 65615"/>
                <a:gd name="connsiteY1" fmla="*/ 86822 h 86822"/>
                <a:gd name="connsiteX2" fmla="*/ 33316 w 65615"/>
                <a:gd name="connsiteY2" fmla="*/ 86822 h 86822"/>
                <a:gd name="connsiteX3" fmla="*/ 37789 w 65615"/>
                <a:gd name="connsiteY3" fmla="*/ 84907 h 86822"/>
                <a:gd name="connsiteX4" fmla="*/ 63988 w 65615"/>
                <a:gd name="connsiteY4" fmla="*/ 54902 h 86822"/>
                <a:gd name="connsiteX5" fmla="*/ 63349 w 65615"/>
                <a:gd name="connsiteY5" fmla="*/ 45965 h 86822"/>
                <a:gd name="connsiteX6" fmla="*/ 54403 w 65615"/>
                <a:gd name="connsiteY6" fmla="*/ 46603 h 86822"/>
                <a:gd name="connsiteX7" fmla="*/ 39706 w 65615"/>
                <a:gd name="connsiteY7" fmla="*/ 63840 h 86822"/>
                <a:gd name="connsiteX8" fmla="*/ 39706 w 65615"/>
                <a:gd name="connsiteY8" fmla="*/ 6384 h 86822"/>
                <a:gd name="connsiteX9" fmla="*/ 33316 w 65615"/>
                <a:gd name="connsiteY9" fmla="*/ 0 h 86822"/>
                <a:gd name="connsiteX10" fmla="*/ 26926 w 65615"/>
                <a:gd name="connsiteY10" fmla="*/ 6384 h 86822"/>
                <a:gd name="connsiteX11" fmla="*/ 26926 w 65615"/>
                <a:gd name="connsiteY11" fmla="*/ 64478 h 86822"/>
                <a:gd name="connsiteX12" fmla="*/ 10951 w 65615"/>
                <a:gd name="connsiteY12" fmla="*/ 47241 h 86822"/>
                <a:gd name="connsiteX13" fmla="*/ 2006 w 65615"/>
                <a:gd name="connsiteY13" fmla="*/ 46603 h 86822"/>
                <a:gd name="connsiteX14" fmla="*/ 1366 w 65615"/>
                <a:gd name="connsiteY14" fmla="*/ 55541 h 86822"/>
                <a:gd name="connsiteX15" fmla="*/ 28843 w 65615"/>
                <a:gd name="connsiteY15" fmla="*/ 84907 h 86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5615" h="86822">
                  <a:moveTo>
                    <a:pt x="28843" y="84907"/>
                  </a:moveTo>
                  <a:cubicBezTo>
                    <a:pt x="30121" y="86184"/>
                    <a:pt x="32038" y="86822"/>
                    <a:pt x="33316" y="86822"/>
                  </a:cubicBezTo>
                  <a:cubicBezTo>
                    <a:pt x="33316" y="86822"/>
                    <a:pt x="33316" y="86822"/>
                    <a:pt x="33316" y="86822"/>
                  </a:cubicBezTo>
                  <a:cubicBezTo>
                    <a:pt x="35233" y="86822"/>
                    <a:pt x="37150" y="86184"/>
                    <a:pt x="37789" y="84907"/>
                  </a:cubicBezTo>
                  <a:lnTo>
                    <a:pt x="63988" y="54902"/>
                  </a:lnTo>
                  <a:cubicBezTo>
                    <a:pt x="66544" y="52349"/>
                    <a:pt x="65905" y="48518"/>
                    <a:pt x="63349" y="45965"/>
                  </a:cubicBezTo>
                  <a:cubicBezTo>
                    <a:pt x="60793" y="43411"/>
                    <a:pt x="56959" y="44049"/>
                    <a:pt x="54403" y="46603"/>
                  </a:cubicBezTo>
                  <a:lnTo>
                    <a:pt x="39706" y="63840"/>
                  </a:lnTo>
                  <a:lnTo>
                    <a:pt x="39706" y="6384"/>
                  </a:lnTo>
                  <a:cubicBezTo>
                    <a:pt x="39706" y="2554"/>
                    <a:pt x="37150" y="0"/>
                    <a:pt x="33316" y="0"/>
                  </a:cubicBezTo>
                  <a:cubicBezTo>
                    <a:pt x="29482" y="0"/>
                    <a:pt x="26926" y="2554"/>
                    <a:pt x="26926" y="6384"/>
                  </a:cubicBezTo>
                  <a:lnTo>
                    <a:pt x="26926" y="64478"/>
                  </a:lnTo>
                  <a:lnTo>
                    <a:pt x="10951" y="47241"/>
                  </a:lnTo>
                  <a:cubicBezTo>
                    <a:pt x="8396" y="44688"/>
                    <a:pt x="4561" y="44688"/>
                    <a:pt x="2006" y="46603"/>
                  </a:cubicBezTo>
                  <a:cubicBezTo>
                    <a:pt x="-551" y="49157"/>
                    <a:pt x="-551" y="52987"/>
                    <a:pt x="1366" y="55541"/>
                  </a:cubicBezTo>
                  <a:lnTo>
                    <a:pt x="28843" y="84907"/>
                  </a:lnTo>
                  <a:close/>
                </a:path>
              </a:pathLst>
            </a:custGeom>
            <a:solidFill>
              <a:srgbClr val="43B02A"/>
            </a:solidFill>
            <a:ln w="6390" cap="flat">
              <a:noFill/>
              <a:prstDash val="solid"/>
              <a:miter/>
            </a:ln>
          </p:spPr>
          <p:txBody>
            <a:bodyPr rtlCol="0" anchor="ctr"/>
            <a:lstStyle/>
            <a:p>
              <a:endParaRPr lang="en-US"/>
            </a:p>
          </p:txBody>
        </p:sp>
        <p:sp>
          <p:nvSpPr>
            <p:cNvPr id="1152" name="Graphic 1039">
              <a:extLst>
                <a:ext uri="{FF2B5EF4-FFF2-40B4-BE49-F238E27FC236}">
                  <a16:creationId xmlns:a16="http://schemas.microsoft.com/office/drawing/2014/main" id="{FB6C91E0-907B-2840-BEE5-E96265EADFB2}"/>
                </a:ext>
              </a:extLst>
            </p:cNvPr>
            <p:cNvSpPr/>
            <p:nvPr/>
          </p:nvSpPr>
          <p:spPr>
            <a:xfrm>
              <a:off x="5908774" y="1548278"/>
              <a:ext cx="28754" cy="12767"/>
            </a:xfrm>
            <a:custGeom>
              <a:avLst/>
              <a:gdLst>
                <a:gd name="connsiteX0" fmla="*/ 6390 w 28754"/>
                <a:gd name="connsiteY0" fmla="*/ 12768 h 12767"/>
                <a:gd name="connsiteX1" fmla="*/ 22365 w 28754"/>
                <a:gd name="connsiteY1" fmla="*/ 12768 h 12767"/>
                <a:gd name="connsiteX2" fmla="*/ 28755 w 28754"/>
                <a:gd name="connsiteY2" fmla="*/ 6384 h 12767"/>
                <a:gd name="connsiteX3" fmla="*/ 22365 w 28754"/>
                <a:gd name="connsiteY3" fmla="*/ 0 h 12767"/>
                <a:gd name="connsiteX4" fmla="*/ 6390 w 28754"/>
                <a:gd name="connsiteY4" fmla="*/ 0 h 12767"/>
                <a:gd name="connsiteX5" fmla="*/ 0 w 28754"/>
                <a:gd name="connsiteY5" fmla="*/ 6384 h 12767"/>
                <a:gd name="connsiteX6" fmla="*/ 6390 w 28754"/>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54" h="12767">
                  <a:moveTo>
                    <a:pt x="6390" y="12768"/>
                  </a:moveTo>
                  <a:lnTo>
                    <a:pt x="22365" y="12768"/>
                  </a:lnTo>
                  <a:cubicBezTo>
                    <a:pt x="26199" y="12768"/>
                    <a:pt x="28755" y="10214"/>
                    <a:pt x="28755" y="6384"/>
                  </a:cubicBezTo>
                  <a:cubicBezTo>
                    <a:pt x="28755" y="2554"/>
                    <a:pt x="26199" y="0"/>
                    <a:pt x="22365" y="0"/>
                  </a:cubicBezTo>
                  <a:lnTo>
                    <a:pt x="6390" y="0"/>
                  </a:lnTo>
                  <a:cubicBezTo>
                    <a:pt x="2556" y="0"/>
                    <a:pt x="0" y="2554"/>
                    <a:pt x="0" y="6384"/>
                  </a:cubicBezTo>
                  <a:cubicBezTo>
                    <a:pt x="0" y="10214"/>
                    <a:pt x="2556" y="12768"/>
                    <a:pt x="6390" y="12768"/>
                  </a:cubicBezTo>
                  <a:close/>
                </a:path>
              </a:pathLst>
            </a:custGeom>
            <a:solidFill>
              <a:srgbClr val="43B02A"/>
            </a:solidFill>
            <a:ln w="6390" cap="flat">
              <a:noFill/>
              <a:prstDash val="solid"/>
              <a:miter/>
            </a:ln>
          </p:spPr>
          <p:txBody>
            <a:bodyPr rtlCol="0" anchor="ctr"/>
            <a:lstStyle/>
            <a:p>
              <a:endParaRPr lang="en-US"/>
            </a:p>
          </p:txBody>
        </p:sp>
      </p:grpSp>
      <p:grpSp>
        <p:nvGrpSpPr>
          <p:cNvPr id="1153" name="Graphic 1039">
            <a:extLst>
              <a:ext uri="{FF2B5EF4-FFF2-40B4-BE49-F238E27FC236}">
                <a16:creationId xmlns:a16="http://schemas.microsoft.com/office/drawing/2014/main" id="{83811995-C9A2-CC4A-8538-A14052641418}"/>
              </a:ext>
            </a:extLst>
          </p:cNvPr>
          <p:cNvGrpSpPr/>
          <p:nvPr/>
        </p:nvGrpSpPr>
        <p:grpSpPr>
          <a:xfrm>
            <a:off x="5708769" y="918179"/>
            <a:ext cx="361670" cy="361333"/>
            <a:chOff x="5708769" y="918179"/>
            <a:chExt cx="361670" cy="361333"/>
          </a:xfrm>
          <a:solidFill>
            <a:srgbClr val="43B02A"/>
          </a:solidFill>
        </p:grpSpPr>
        <p:sp>
          <p:nvSpPr>
            <p:cNvPr id="1154" name="Graphic 1039">
              <a:extLst>
                <a:ext uri="{FF2B5EF4-FFF2-40B4-BE49-F238E27FC236}">
                  <a16:creationId xmlns:a16="http://schemas.microsoft.com/office/drawing/2014/main" id="{A2AED83B-3627-4A45-8F65-EE86560E6FBC}"/>
                </a:ext>
              </a:extLst>
            </p:cNvPr>
            <p:cNvSpPr/>
            <p:nvPr/>
          </p:nvSpPr>
          <p:spPr>
            <a:xfrm>
              <a:off x="5708769"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29" y="273234"/>
                    <a:pt x="273489" y="349204"/>
                    <a:pt x="180835" y="349204"/>
                  </a:cubicBezTo>
                  <a:close/>
                </a:path>
              </a:pathLst>
            </a:custGeom>
            <a:solidFill>
              <a:srgbClr val="43B02A"/>
            </a:solidFill>
            <a:ln w="6390" cap="flat">
              <a:noFill/>
              <a:prstDash val="solid"/>
              <a:miter/>
            </a:ln>
          </p:spPr>
          <p:txBody>
            <a:bodyPr rtlCol="0" anchor="ctr"/>
            <a:lstStyle/>
            <a:p>
              <a:endParaRPr lang="en-US"/>
            </a:p>
          </p:txBody>
        </p:sp>
        <p:sp>
          <p:nvSpPr>
            <p:cNvPr id="1155" name="Graphic 1039">
              <a:extLst>
                <a:ext uri="{FF2B5EF4-FFF2-40B4-BE49-F238E27FC236}">
                  <a16:creationId xmlns:a16="http://schemas.microsoft.com/office/drawing/2014/main" id="{6783CB03-7B80-1943-8C8E-1BDA9761D199}"/>
                </a:ext>
              </a:extLst>
            </p:cNvPr>
            <p:cNvSpPr/>
            <p:nvPr/>
          </p:nvSpPr>
          <p:spPr>
            <a:xfrm>
              <a:off x="5800784" y="1018407"/>
              <a:ext cx="200444" cy="143001"/>
            </a:xfrm>
            <a:custGeom>
              <a:avLst/>
              <a:gdLst>
                <a:gd name="connsiteX0" fmla="*/ 190420 w 200444"/>
                <a:gd name="connsiteY0" fmla="*/ 638 h 143001"/>
                <a:gd name="connsiteX1" fmla="*/ 164221 w 200444"/>
                <a:gd name="connsiteY1" fmla="*/ 16598 h 143001"/>
                <a:gd name="connsiteX2" fmla="*/ 161027 w 200444"/>
                <a:gd name="connsiteY2" fmla="*/ 21067 h 143001"/>
                <a:gd name="connsiteX3" fmla="*/ 139301 w 200444"/>
                <a:gd name="connsiteY3" fmla="*/ 129595 h 143001"/>
                <a:gd name="connsiteX4" fmla="*/ 6390 w 200444"/>
                <a:gd name="connsiteY4" fmla="*/ 130233 h 143001"/>
                <a:gd name="connsiteX5" fmla="*/ 0 w 200444"/>
                <a:gd name="connsiteY5" fmla="*/ 136617 h 143001"/>
                <a:gd name="connsiteX6" fmla="*/ 6390 w 200444"/>
                <a:gd name="connsiteY6" fmla="*/ 143001 h 143001"/>
                <a:gd name="connsiteX7" fmla="*/ 6390 w 200444"/>
                <a:gd name="connsiteY7" fmla="*/ 143001 h 143001"/>
                <a:gd name="connsiteX8" fmla="*/ 144413 w 200444"/>
                <a:gd name="connsiteY8" fmla="*/ 142363 h 143001"/>
                <a:gd name="connsiteX9" fmla="*/ 150803 w 200444"/>
                <a:gd name="connsiteY9" fmla="*/ 137256 h 143001"/>
                <a:gd name="connsiteX10" fmla="*/ 173806 w 200444"/>
                <a:gd name="connsiteY10" fmla="*/ 26174 h 143001"/>
                <a:gd name="connsiteX11" fmla="*/ 197449 w 200444"/>
                <a:gd name="connsiteY11" fmla="*/ 11491 h 143001"/>
                <a:gd name="connsiteX12" fmla="*/ 199366 w 200444"/>
                <a:gd name="connsiteY12" fmla="*/ 2554 h 143001"/>
                <a:gd name="connsiteX13" fmla="*/ 190420 w 200444"/>
                <a:gd name="connsiteY13" fmla="*/ 638 h 143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0444" h="143001">
                  <a:moveTo>
                    <a:pt x="190420" y="638"/>
                  </a:moveTo>
                  <a:lnTo>
                    <a:pt x="164221" y="16598"/>
                  </a:lnTo>
                  <a:cubicBezTo>
                    <a:pt x="162943" y="17237"/>
                    <a:pt x="161665" y="19152"/>
                    <a:pt x="161027" y="21067"/>
                  </a:cubicBezTo>
                  <a:lnTo>
                    <a:pt x="139301" y="129595"/>
                  </a:lnTo>
                  <a:lnTo>
                    <a:pt x="6390" y="130233"/>
                  </a:lnTo>
                  <a:cubicBezTo>
                    <a:pt x="2556" y="130233"/>
                    <a:pt x="0" y="133425"/>
                    <a:pt x="0" y="136617"/>
                  </a:cubicBezTo>
                  <a:cubicBezTo>
                    <a:pt x="0" y="140448"/>
                    <a:pt x="3195" y="143001"/>
                    <a:pt x="6390" y="143001"/>
                  </a:cubicBezTo>
                  <a:cubicBezTo>
                    <a:pt x="6390" y="143001"/>
                    <a:pt x="6390" y="143001"/>
                    <a:pt x="6390" y="143001"/>
                  </a:cubicBezTo>
                  <a:lnTo>
                    <a:pt x="144413" y="142363"/>
                  </a:lnTo>
                  <a:cubicBezTo>
                    <a:pt x="147608" y="142363"/>
                    <a:pt x="150164" y="140448"/>
                    <a:pt x="150803" y="137256"/>
                  </a:cubicBezTo>
                  <a:lnTo>
                    <a:pt x="173806" y="26174"/>
                  </a:lnTo>
                  <a:lnTo>
                    <a:pt x="197449" y="11491"/>
                  </a:lnTo>
                  <a:cubicBezTo>
                    <a:pt x="200644" y="9576"/>
                    <a:pt x="201283" y="5746"/>
                    <a:pt x="199366" y="2554"/>
                  </a:cubicBezTo>
                  <a:cubicBezTo>
                    <a:pt x="197449" y="0"/>
                    <a:pt x="193615" y="-638"/>
                    <a:pt x="190420" y="638"/>
                  </a:cubicBezTo>
                  <a:close/>
                </a:path>
              </a:pathLst>
            </a:custGeom>
            <a:solidFill>
              <a:srgbClr val="43B02A"/>
            </a:solidFill>
            <a:ln w="6390" cap="flat">
              <a:noFill/>
              <a:prstDash val="solid"/>
              <a:miter/>
            </a:ln>
          </p:spPr>
          <p:txBody>
            <a:bodyPr rtlCol="0" anchor="ctr"/>
            <a:lstStyle/>
            <a:p>
              <a:endParaRPr lang="en-US"/>
            </a:p>
          </p:txBody>
        </p:sp>
        <p:sp>
          <p:nvSpPr>
            <p:cNvPr id="1156" name="Graphic 1039">
              <a:extLst>
                <a:ext uri="{FF2B5EF4-FFF2-40B4-BE49-F238E27FC236}">
                  <a16:creationId xmlns:a16="http://schemas.microsoft.com/office/drawing/2014/main" id="{0615C6D2-E479-A243-B437-D1008D2956B7}"/>
                </a:ext>
              </a:extLst>
            </p:cNvPr>
            <p:cNvSpPr/>
            <p:nvPr/>
          </p:nvSpPr>
          <p:spPr>
            <a:xfrm>
              <a:off x="5777530" y="1056711"/>
              <a:ext cx="144024" cy="75331"/>
            </a:xfrm>
            <a:custGeom>
              <a:avLst/>
              <a:gdLst>
                <a:gd name="connsiteX0" fmla="*/ 144024 w 144024"/>
                <a:gd name="connsiteY0" fmla="*/ 68309 h 75331"/>
                <a:gd name="connsiteX1" fmla="*/ 137634 w 144024"/>
                <a:gd name="connsiteY1" fmla="*/ 61925 h 75331"/>
                <a:gd name="connsiteX2" fmla="*/ 27089 w 144024"/>
                <a:gd name="connsiteY2" fmla="*/ 61925 h 75331"/>
                <a:gd name="connsiteX3" fmla="*/ 14948 w 144024"/>
                <a:gd name="connsiteY3" fmla="*/ 12768 h 75331"/>
                <a:gd name="connsiteX4" fmla="*/ 53287 w 144024"/>
                <a:gd name="connsiteY4" fmla="*/ 12768 h 75331"/>
                <a:gd name="connsiteX5" fmla="*/ 59677 w 144024"/>
                <a:gd name="connsiteY5" fmla="*/ 6384 h 75331"/>
                <a:gd name="connsiteX6" fmla="*/ 53287 w 144024"/>
                <a:gd name="connsiteY6" fmla="*/ 0 h 75331"/>
                <a:gd name="connsiteX7" fmla="*/ 6641 w 144024"/>
                <a:gd name="connsiteY7" fmla="*/ 0 h 75331"/>
                <a:gd name="connsiteX8" fmla="*/ 1529 w 144024"/>
                <a:gd name="connsiteY8" fmla="*/ 2554 h 75331"/>
                <a:gd name="connsiteX9" fmla="*/ 251 w 144024"/>
                <a:gd name="connsiteY9" fmla="*/ 8299 h 75331"/>
                <a:gd name="connsiteX10" fmla="*/ 14948 w 144024"/>
                <a:gd name="connsiteY10" fmla="*/ 70224 h 75331"/>
                <a:gd name="connsiteX11" fmla="*/ 21337 w 144024"/>
                <a:gd name="connsiteY11" fmla="*/ 75331 h 75331"/>
                <a:gd name="connsiteX12" fmla="*/ 136995 w 144024"/>
                <a:gd name="connsiteY12" fmla="*/ 75331 h 75331"/>
                <a:gd name="connsiteX13" fmla="*/ 144024 w 144024"/>
                <a:gd name="connsiteY13" fmla="*/ 68309 h 75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4024" h="75331">
                  <a:moveTo>
                    <a:pt x="144024" y="68309"/>
                  </a:moveTo>
                  <a:cubicBezTo>
                    <a:pt x="144024" y="64478"/>
                    <a:pt x="141468" y="61925"/>
                    <a:pt x="137634" y="61925"/>
                  </a:cubicBezTo>
                  <a:lnTo>
                    <a:pt x="27089" y="61925"/>
                  </a:lnTo>
                  <a:lnTo>
                    <a:pt x="14948" y="12768"/>
                  </a:lnTo>
                  <a:lnTo>
                    <a:pt x="53287" y="12768"/>
                  </a:lnTo>
                  <a:cubicBezTo>
                    <a:pt x="57121" y="12768"/>
                    <a:pt x="59677" y="10214"/>
                    <a:pt x="59677" y="6384"/>
                  </a:cubicBezTo>
                  <a:cubicBezTo>
                    <a:pt x="59677" y="2554"/>
                    <a:pt x="57121" y="0"/>
                    <a:pt x="53287" y="0"/>
                  </a:cubicBezTo>
                  <a:lnTo>
                    <a:pt x="6641" y="0"/>
                  </a:lnTo>
                  <a:cubicBezTo>
                    <a:pt x="4724" y="0"/>
                    <a:pt x="2807" y="638"/>
                    <a:pt x="1529" y="2554"/>
                  </a:cubicBezTo>
                  <a:cubicBezTo>
                    <a:pt x="251" y="3830"/>
                    <a:pt x="-388" y="6384"/>
                    <a:pt x="251" y="8299"/>
                  </a:cubicBezTo>
                  <a:lnTo>
                    <a:pt x="14948" y="70224"/>
                  </a:lnTo>
                  <a:cubicBezTo>
                    <a:pt x="15586" y="73416"/>
                    <a:pt x="18143" y="75331"/>
                    <a:pt x="21337" y="75331"/>
                  </a:cubicBezTo>
                  <a:lnTo>
                    <a:pt x="136995" y="75331"/>
                  </a:lnTo>
                  <a:cubicBezTo>
                    <a:pt x="140829" y="74693"/>
                    <a:pt x="144024" y="71501"/>
                    <a:pt x="144024" y="68309"/>
                  </a:cubicBezTo>
                  <a:close/>
                </a:path>
              </a:pathLst>
            </a:custGeom>
            <a:solidFill>
              <a:srgbClr val="43B02A"/>
            </a:solidFill>
            <a:ln w="6390" cap="flat">
              <a:noFill/>
              <a:prstDash val="solid"/>
              <a:miter/>
            </a:ln>
          </p:spPr>
          <p:txBody>
            <a:bodyPr rtlCol="0" anchor="ctr"/>
            <a:lstStyle/>
            <a:p>
              <a:endParaRPr lang="en-US"/>
            </a:p>
          </p:txBody>
        </p:sp>
        <p:sp>
          <p:nvSpPr>
            <p:cNvPr id="1157" name="Graphic 1039">
              <a:extLst>
                <a:ext uri="{FF2B5EF4-FFF2-40B4-BE49-F238E27FC236}">
                  <a16:creationId xmlns:a16="http://schemas.microsoft.com/office/drawing/2014/main" id="{EEF8F5A8-5916-7242-A2D3-9C6F759879CF}"/>
                </a:ext>
              </a:extLst>
            </p:cNvPr>
            <p:cNvSpPr/>
            <p:nvPr/>
          </p:nvSpPr>
          <p:spPr>
            <a:xfrm>
              <a:off x="5816759" y="1179284"/>
              <a:ext cx="28115" cy="28089"/>
            </a:xfrm>
            <a:custGeom>
              <a:avLst/>
              <a:gdLst>
                <a:gd name="connsiteX0" fmla="*/ 14058 w 28115"/>
                <a:gd name="connsiteY0" fmla="*/ 0 h 28089"/>
                <a:gd name="connsiteX1" fmla="*/ 0 w 28115"/>
                <a:gd name="connsiteY1" fmla="*/ 14045 h 28089"/>
                <a:gd name="connsiteX2" fmla="*/ 14058 w 28115"/>
                <a:gd name="connsiteY2" fmla="*/ 28089 h 28089"/>
                <a:gd name="connsiteX3" fmla="*/ 28116 w 28115"/>
                <a:gd name="connsiteY3" fmla="*/ 14045 h 28089"/>
                <a:gd name="connsiteX4" fmla="*/ 14058 w 28115"/>
                <a:gd name="connsiteY4" fmla="*/ 0 h 28089"/>
                <a:gd name="connsiteX5" fmla="*/ 12780 w 28115"/>
                <a:gd name="connsiteY5" fmla="*/ 14045 h 28089"/>
                <a:gd name="connsiteX6" fmla="*/ 14058 w 28115"/>
                <a:gd name="connsiteY6" fmla="*/ 12768 h 28089"/>
                <a:gd name="connsiteX7" fmla="*/ 15336 w 28115"/>
                <a:gd name="connsiteY7" fmla="*/ 14045 h 28089"/>
                <a:gd name="connsiteX8" fmla="*/ 12780 w 28115"/>
                <a:gd name="connsiteY8" fmla="*/ 14045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15" h="28089">
                  <a:moveTo>
                    <a:pt x="14058" y="0"/>
                  </a:moveTo>
                  <a:cubicBezTo>
                    <a:pt x="6390" y="0"/>
                    <a:pt x="0" y="6384"/>
                    <a:pt x="0" y="14045"/>
                  </a:cubicBezTo>
                  <a:cubicBezTo>
                    <a:pt x="0" y="21706"/>
                    <a:pt x="6390" y="28089"/>
                    <a:pt x="14058" y="28089"/>
                  </a:cubicBezTo>
                  <a:cubicBezTo>
                    <a:pt x="21726" y="28089"/>
                    <a:pt x="28116" y="21706"/>
                    <a:pt x="28116" y="14045"/>
                  </a:cubicBezTo>
                  <a:cubicBezTo>
                    <a:pt x="28116" y="6384"/>
                    <a:pt x="21726" y="0"/>
                    <a:pt x="14058" y="0"/>
                  </a:cubicBezTo>
                  <a:close/>
                  <a:moveTo>
                    <a:pt x="12780" y="14045"/>
                  </a:moveTo>
                  <a:cubicBezTo>
                    <a:pt x="12780" y="13406"/>
                    <a:pt x="13419" y="12768"/>
                    <a:pt x="14058" y="12768"/>
                  </a:cubicBezTo>
                  <a:cubicBezTo>
                    <a:pt x="14697" y="12768"/>
                    <a:pt x="15336" y="13406"/>
                    <a:pt x="15336" y="14045"/>
                  </a:cubicBezTo>
                  <a:cubicBezTo>
                    <a:pt x="14697" y="15322"/>
                    <a:pt x="12780" y="15322"/>
                    <a:pt x="12780" y="14045"/>
                  </a:cubicBezTo>
                  <a:close/>
                </a:path>
              </a:pathLst>
            </a:custGeom>
            <a:solidFill>
              <a:srgbClr val="43B02A"/>
            </a:solidFill>
            <a:ln w="6390" cap="flat">
              <a:noFill/>
              <a:prstDash val="solid"/>
              <a:miter/>
            </a:ln>
          </p:spPr>
          <p:txBody>
            <a:bodyPr rtlCol="0" anchor="ctr"/>
            <a:lstStyle/>
            <a:p>
              <a:endParaRPr lang="en-US"/>
            </a:p>
          </p:txBody>
        </p:sp>
        <p:sp>
          <p:nvSpPr>
            <p:cNvPr id="1158" name="Graphic 1039">
              <a:extLst>
                <a:ext uri="{FF2B5EF4-FFF2-40B4-BE49-F238E27FC236}">
                  <a16:creationId xmlns:a16="http://schemas.microsoft.com/office/drawing/2014/main" id="{19C6DA9E-7EE7-F148-B7EA-81A43F0249CE}"/>
                </a:ext>
              </a:extLst>
            </p:cNvPr>
            <p:cNvSpPr/>
            <p:nvPr/>
          </p:nvSpPr>
          <p:spPr>
            <a:xfrm>
              <a:off x="5917081" y="1179284"/>
              <a:ext cx="28115" cy="28089"/>
            </a:xfrm>
            <a:custGeom>
              <a:avLst/>
              <a:gdLst>
                <a:gd name="connsiteX0" fmla="*/ 14058 w 28115"/>
                <a:gd name="connsiteY0" fmla="*/ 0 h 28089"/>
                <a:gd name="connsiteX1" fmla="*/ 0 w 28115"/>
                <a:gd name="connsiteY1" fmla="*/ 14045 h 28089"/>
                <a:gd name="connsiteX2" fmla="*/ 14058 w 28115"/>
                <a:gd name="connsiteY2" fmla="*/ 28089 h 28089"/>
                <a:gd name="connsiteX3" fmla="*/ 28116 w 28115"/>
                <a:gd name="connsiteY3" fmla="*/ 14045 h 28089"/>
                <a:gd name="connsiteX4" fmla="*/ 14058 w 28115"/>
                <a:gd name="connsiteY4" fmla="*/ 0 h 28089"/>
                <a:gd name="connsiteX5" fmla="*/ 12780 w 28115"/>
                <a:gd name="connsiteY5" fmla="*/ 13406 h 28089"/>
                <a:gd name="connsiteX6" fmla="*/ 14058 w 28115"/>
                <a:gd name="connsiteY6" fmla="*/ 12130 h 28089"/>
                <a:gd name="connsiteX7" fmla="*/ 15336 w 28115"/>
                <a:gd name="connsiteY7" fmla="*/ 13406 h 28089"/>
                <a:gd name="connsiteX8" fmla="*/ 12780 w 28115"/>
                <a:gd name="connsiteY8" fmla="*/ 13406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15" h="28089">
                  <a:moveTo>
                    <a:pt x="14058" y="0"/>
                  </a:moveTo>
                  <a:cubicBezTo>
                    <a:pt x="6390" y="0"/>
                    <a:pt x="0" y="6384"/>
                    <a:pt x="0" y="14045"/>
                  </a:cubicBezTo>
                  <a:cubicBezTo>
                    <a:pt x="0" y="21706"/>
                    <a:pt x="6390" y="28089"/>
                    <a:pt x="14058" y="28089"/>
                  </a:cubicBezTo>
                  <a:cubicBezTo>
                    <a:pt x="21726" y="28089"/>
                    <a:pt x="28116" y="21706"/>
                    <a:pt x="28116" y="14045"/>
                  </a:cubicBezTo>
                  <a:cubicBezTo>
                    <a:pt x="28116" y="6384"/>
                    <a:pt x="21726" y="0"/>
                    <a:pt x="14058" y="0"/>
                  </a:cubicBezTo>
                  <a:close/>
                  <a:moveTo>
                    <a:pt x="12780" y="13406"/>
                  </a:moveTo>
                  <a:cubicBezTo>
                    <a:pt x="12780" y="12768"/>
                    <a:pt x="13419" y="12130"/>
                    <a:pt x="14058" y="12130"/>
                  </a:cubicBezTo>
                  <a:cubicBezTo>
                    <a:pt x="14697" y="12130"/>
                    <a:pt x="15336" y="12768"/>
                    <a:pt x="15336" y="13406"/>
                  </a:cubicBezTo>
                  <a:cubicBezTo>
                    <a:pt x="14697" y="14683"/>
                    <a:pt x="12780" y="14683"/>
                    <a:pt x="12780" y="13406"/>
                  </a:cubicBezTo>
                  <a:close/>
                </a:path>
              </a:pathLst>
            </a:custGeom>
            <a:solidFill>
              <a:srgbClr val="43B02A"/>
            </a:solidFill>
            <a:ln w="6390" cap="flat">
              <a:noFill/>
              <a:prstDash val="solid"/>
              <a:miter/>
            </a:ln>
          </p:spPr>
          <p:txBody>
            <a:bodyPr rtlCol="0" anchor="ctr"/>
            <a:lstStyle/>
            <a:p>
              <a:endParaRPr lang="en-US"/>
            </a:p>
          </p:txBody>
        </p:sp>
        <p:sp>
          <p:nvSpPr>
            <p:cNvPr id="1159" name="Graphic 1039">
              <a:extLst>
                <a:ext uri="{FF2B5EF4-FFF2-40B4-BE49-F238E27FC236}">
                  <a16:creationId xmlns:a16="http://schemas.microsoft.com/office/drawing/2014/main" id="{B691A67A-3F6C-3949-BDBC-E32728FEEB2A}"/>
                </a:ext>
              </a:extLst>
            </p:cNvPr>
            <p:cNvSpPr/>
            <p:nvPr/>
          </p:nvSpPr>
          <p:spPr>
            <a:xfrm>
              <a:off x="5841331" y="1004363"/>
              <a:ext cx="64336" cy="85545"/>
            </a:xfrm>
            <a:custGeom>
              <a:avLst/>
              <a:gdLst>
                <a:gd name="connsiteX0" fmla="*/ 5461 w 64336"/>
                <a:gd name="connsiteY0" fmla="*/ 41496 h 85545"/>
                <a:gd name="connsiteX1" fmla="*/ 10573 w 64336"/>
                <a:gd name="connsiteY1" fmla="*/ 39581 h 85545"/>
                <a:gd name="connsiteX2" fmla="*/ 25270 w 64336"/>
                <a:gd name="connsiteY2" fmla="*/ 22982 h 85545"/>
                <a:gd name="connsiteX3" fmla="*/ 25270 w 64336"/>
                <a:gd name="connsiteY3" fmla="*/ 79161 h 85545"/>
                <a:gd name="connsiteX4" fmla="*/ 31660 w 64336"/>
                <a:gd name="connsiteY4" fmla="*/ 85545 h 85545"/>
                <a:gd name="connsiteX5" fmla="*/ 38050 w 64336"/>
                <a:gd name="connsiteY5" fmla="*/ 79161 h 85545"/>
                <a:gd name="connsiteX6" fmla="*/ 38050 w 64336"/>
                <a:gd name="connsiteY6" fmla="*/ 22344 h 85545"/>
                <a:gd name="connsiteX7" fmla="*/ 53386 w 64336"/>
                <a:gd name="connsiteY7" fmla="*/ 39581 h 85545"/>
                <a:gd name="connsiteX8" fmla="*/ 62332 w 64336"/>
                <a:gd name="connsiteY8" fmla="*/ 40219 h 85545"/>
                <a:gd name="connsiteX9" fmla="*/ 62971 w 64336"/>
                <a:gd name="connsiteY9" fmla="*/ 31282 h 85545"/>
                <a:gd name="connsiteX10" fmla="*/ 36772 w 64336"/>
                <a:gd name="connsiteY10" fmla="*/ 1915 h 85545"/>
                <a:gd name="connsiteX11" fmla="*/ 31660 w 64336"/>
                <a:gd name="connsiteY11" fmla="*/ 0 h 85545"/>
                <a:gd name="connsiteX12" fmla="*/ 27187 w 64336"/>
                <a:gd name="connsiteY12" fmla="*/ 1915 h 85545"/>
                <a:gd name="connsiteX13" fmla="*/ 1627 w 64336"/>
                <a:gd name="connsiteY13" fmla="*/ 31282 h 85545"/>
                <a:gd name="connsiteX14" fmla="*/ 2266 w 64336"/>
                <a:gd name="connsiteY14" fmla="*/ 40219 h 85545"/>
                <a:gd name="connsiteX15" fmla="*/ 5461 w 64336"/>
                <a:gd name="connsiteY15" fmla="*/ 41496 h 85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4336" h="85545">
                  <a:moveTo>
                    <a:pt x="5461" y="41496"/>
                  </a:moveTo>
                  <a:cubicBezTo>
                    <a:pt x="7378" y="41496"/>
                    <a:pt x="9295" y="40858"/>
                    <a:pt x="10573" y="39581"/>
                  </a:cubicBezTo>
                  <a:lnTo>
                    <a:pt x="25270" y="22982"/>
                  </a:lnTo>
                  <a:lnTo>
                    <a:pt x="25270" y="79161"/>
                  </a:lnTo>
                  <a:cubicBezTo>
                    <a:pt x="25270" y="82992"/>
                    <a:pt x="27826" y="85545"/>
                    <a:pt x="31660" y="85545"/>
                  </a:cubicBezTo>
                  <a:cubicBezTo>
                    <a:pt x="35494" y="85545"/>
                    <a:pt x="38050" y="82992"/>
                    <a:pt x="38050" y="79161"/>
                  </a:cubicBezTo>
                  <a:lnTo>
                    <a:pt x="38050" y="22344"/>
                  </a:lnTo>
                  <a:lnTo>
                    <a:pt x="53386" y="39581"/>
                  </a:lnTo>
                  <a:cubicBezTo>
                    <a:pt x="55942" y="42134"/>
                    <a:pt x="59776" y="42134"/>
                    <a:pt x="62332" y="40219"/>
                  </a:cubicBezTo>
                  <a:cubicBezTo>
                    <a:pt x="64887" y="38304"/>
                    <a:pt x="64887" y="33835"/>
                    <a:pt x="62971" y="31282"/>
                  </a:cubicBezTo>
                  <a:lnTo>
                    <a:pt x="36772" y="1915"/>
                  </a:lnTo>
                  <a:cubicBezTo>
                    <a:pt x="35494" y="638"/>
                    <a:pt x="33577" y="0"/>
                    <a:pt x="31660" y="0"/>
                  </a:cubicBezTo>
                  <a:cubicBezTo>
                    <a:pt x="29743" y="0"/>
                    <a:pt x="27826" y="638"/>
                    <a:pt x="27187" y="1915"/>
                  </a:cubicBezTo>
                  <a:lnTo>
                    <a:pt x="1627" y="31282"/>
                  </a:lnTo>
                  <a:cubicBezTo>
                    <a:pt x="-929" y="33835"/>
                    <a:pt x="-290" y="37666"/>
                    <a:pt x="2266" y="40219"/>
                  </a:cubicBezTo>
                  <a:cubicBezTo>
                    <a:pt x="2266" y="40858"/>
                    <a:pt x="3544" y="41496"/>
                    <a:pt x="5461" y="41496"/>
                  </a:cubicBezTo>
                  <a:close/>
                </a:path>
              </a:pathLst>
            </a:custGeom>
            <a:solidFill>
              <a:srgbClr val="43B02A"/>
            </a:solidFill>
            <a:ln w="6390" cap="flat">
              <a:noFill/>
              <a:prstDash val="solid"/>
              <a:miter/>
            </a:ln>
          </p:spPr>
          <p:txBody>
            <a:bodyPr rtlCol="0" anchor="ctr"/>
            <a:lstStyle/>
            <a:p>
              <a:endParaRPr lang="en-US"/>
            </a:p>
          </p:txBody>
        </p:sp>
        <p:sp>
          <p:nvSpPr>
            <p:cNvPr id="1160" name="Graphic 1039">
              <a:extLst>
                <a:ext uri="{FF2B5EF4-FFF2-40B4-BE49-F238E27FC236}">
                  <a16:creationId xmlns:a16="http://schemas.microsoft.com/office/drawing/2014/main" id="{F1C51635-6BB1-E549-9E9C-717AC6C7E2B1}"/>
                </a:ext>
              </a:extLst>
            </p:cNvPr>
            <p:cNvSpPr/>
            <p:nvPr/>
          </p:nvSpPr>
          <p:spPr>
            <a:xfrm>
              <a:off x="5908135" y="1056711"/>
              <a:ext cx="28754" cy="12767"/>
            </a:xfrm>
            <a:custGeom>
              <a:avLst/>
              <a:gdLst>
                <a:gd name="connsiteX0" fmla="*/ 6390 w 28754"/>
                <a:gd name="connsiteY0" fmla="*/ 12768 h 12767"/>
                <a:gd name="connsiteX1" fmla="*/ 22365 w 28754"/>
                <a:gd name="connsiteY1" fmla="*/ 12768 h 12767"/>
                <a:gd name="connsiteX2" fmla="*/ 28755 w 28754"/>
                <a:gd name="connsiteY2" fmla="*/ 6384 h 12767"/>
                <a:gd name="connsiteX3" fmla="*/ 22365 w 28754"/>
                <a:gd name="connsiteY3" fmla="*/ 0 h 12767"/>
                <a:gd name="connsiteX4" fmla="*/ 6390 w 28754"/>
                <a:gd name="connsiteY4" fmla="*/ 0 h 12767"/>
                <a:gd name="connsiteX5" fmla="*/ 0 w 28754"/>
                <a:gd name="connsiteY5" fmla="*/ 6384 h 12767"/>
                <a:gd name="connsiteX6" fmla="*/ 6390 w 28754"/>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54" h="12767">
                  <a:moveTo>
                    <a:pt x="6390" y="12768"/>
                  </a:moveTo>
                  <a:lnTo>
                    <a:pt x="22365" y="12768"/>
                  </a:lnTo>
                  <a:cubicBezTo>
                    <a:pt x="26199" y="12768"/>
                    <a:pt x="28755" y="10214"/>
                    <a:pt x="28755" y="6384"/>
                  </a:cubicBezTo>
                  <a:cubicBezTo>
                    <a:pt x="28755" y="2554"/>
                    <a:pt x="26199" y="0"/>
                    <a:pt x="22365" y="0"/>
                  </a:cubicBezTo>
                  <a:lnTo>
                    <a:pt x="6390" y="0"/>
                  </a:lnTo>
                  <a:cubicBezTo>
                    <a:pt x="2556" y="0"/>
                    <a:pt x="0" y="2554"/>
                    <a:pt x="0" y="6384"/>
                  </a:cubicBezTo>
                  <a:cubicBezTo>
                    <a:pt x="0" y="10214"/>
                    <a:pt x="2556" y="12768"/>
                    <a:pt x="6390" y="12768"/>
                  </a:cubicBezTo>
                  <a:close/>
                </a:path>
              </a:pathLst>
            </a:custGeom>
            <a:solidFill>
              <a:srgbClr val="43B02A"/>
            </a:solidFill>
            <a:ln w="6390" cap="flat">
              <a:noFill/>
              <a:prstDash val="solid"/>
              <a:miter/>
            </a:ln>
          </p:spPr>
          <p:txBody>
            <a:bodyPr rtlCol="0" anchor="ctr"/>
            <a:lstStyle/>
            <a:p>
              <a:endParaRPr lang="en-US"/>
            </a:p>
          </p:txBody>
        </p:sp>
      </p:grpSp>
      <p:grpSp>
        <p:nvGrpSpPr>
          <p:cNvPr id="1161" name="Graphic 1039">
            <a:extLst>
              <a:ext uri="{FF2B5EF4-FFF2-40B4-BE49-F238E27FC236}">
                <a16:creationId xmlns:a16="http://schemas.microsoft.com/office/drawing/2014/main" id="{F052A443-62F4-BB4E-8711-A2CFDCD91FA3}"/>
              </a:ext>
            </a:extLst>
          </p:cNvPr>
          <p:cNvGrpSpPr/>
          <p:nvPr/>
        </p:nvGrpSpPr>
        <p:grpSpPr>
          <a:xfrm>
            <a:off x="467743" y="918179"/>
            <a:ext cx="361670" cy="361333"/>
            <a:chOff x="467743" y="918179"/>
            <a:chExt cx="361670" cy="361333"/>
          </a:xfrm>
          <a:solidFill>
            <a:srgbClr val="26890D"/>
          </a:solidFill>
        </p:grpSpPr>
        <p:sp>
          <p:nvSpPr>
            <p:cNvPr id="1162" name="Graphic 1039">
              <a:extLst>
                <a:ext uri="{FF2B5EF4-FFF2-40B4-BE49-F238E27FC236}">
                  <a16:creationId xmlns:a16="http://schemas.microsoft.com/office/drawing/2014/main" id="{D3BCC7EF-6FDA-634D-87DE-7E0464E9ED6B}"/>
                </a:ext>
              </a:extLst>
            </p:cNvPr>
            <p:cNvSpPr/>
            <p:nvPr/>
          </p:nvSpPr>
          <p:spPr>
            <a:xfrm>
              <a:off x="467743"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234"/>
                    <a:pt x="273489" y="349204"/>
                    <a:pt x="180835" y="349204"/>
                  </a:cubicBezTo>
                  <a:close/>
                </a:path>
              </a:pathLst>
            </a:custGeom>
            <a:solidFill>
              <a:srgbClr val="26890D"/>
            </a:solidFill>
            <a:ln w="6390" cap="flat">
              <a:noFill/>
              <a:prstDash val="solid"/>
              <a:miter/>
            </a:ln>
          </p:spPr>
          <p:txBody>
            <a:bodyPr rtlCol="0" anchor="ctr"/>
            <a:lstStyle/>
            <a:p>
              <a:endParaRPr lang="en-US"/>
            </a:p>
          </p:txBody>
        </p:sp>
        <p:sp>
          <p:nvSpPr>
            <p:cNvPr id="1163" name="Graphic 1039">
              <a:extLst>
                <a:ext uri="{FF2B5EF4-FFF2-40B4-BE49-F238E27FC236}">
                  <a16:creationId xmlns:a16="http://schemas.microsoft.com/office/drawing/2014/main" id="{5A3CC12A-5A6F-DA47-9622-CC451EF4FF49}"/>
                </a:ext>
              </a:extLst>
            </p:cNvPr>
            <p:cNvSpPr/>
            <p:nvPr/>
          </p:nvSpPr>
          <p:spPr>
            <a:xfrm>
              <a:off x="521660" y="997497"/>
              <a:ext cx="254397" cy="202215"/>
            </a:xfrm>
            <a:custGeom>
              <a:avLst/>
              <a:gdLst>
                <a:gd name="connsiteX0" fmla="*/ 253439 w 254397"/>
                <a:gd name="connsiteY0" fmla="*/ 103902 h 202215"/>
                <a:gd name="connsiteX1" fmla="*/ 231713 w 254397"/>
                <a:gd name="connsiteY1" fmla="*/ 45808 h 202215"/>
                <a:gd name="connsiteX2" fmla="*/ 209987 w 254397"/>
                <a:gd name="connsiteY2" fmla="*/ 36232 h 202215"/>
                <a:gd name="connsiteX3" fmla="*/ 187622 w 254397"/>
                <a:gd name="connsiteY3" fmla="*/ 44531 h 202215"/>
                <a:gd name="connsiteX4" fmla="*/ 121806 w 254397"/>
                <a:gd name="connsiteY4" fmla="*/ 10058 h 202215"/>
                <a:gd name="connsiteX5" fmla="*/ 98163 w 254397"/>
                <a:gd name="connsiteY5" fmla="*/ 1120 h 202215"/>
                <a:gd name="connsiteX6" fmla="*/ 87300 w 254397"/>
                <a:gd name="connsiteY6" fmla="*/ 11335 h 202215"/>
                <a:gd name="connsiteX7" fmla="*/ 86022 w 254397"/>
                <a:gd name="connsiteY7" fmla="*/ 22826 h 202215"/>
                <a:gd name="connsiteX8" fmla="*/ 32986 w 254397"/>
                <a:gd name="connsiteY8" fmla="*/ 103264 h 202215"/>
                <a:gd name="connsiteX9" fmla="*/ 10621 w 254397"/>
                <a:gd name="connsiteY9" fmla="*/ 111563 h 202215"/>
                <a:gd name="connsiteX10" fmla="*/ 1036 w 254397"/>
                <a:gd name="connsiteY10" fmla="*/ 133269 h 202215"/>
                <a:gd name="connsiteX11" fmla="*/ 22762 w 254397"/>
                <a:gd name="connsiteY11" fmla="*/ 191363 h 202215"/>
                <a:gd name="connsiteX12" fmla="*/ 31708 w 254397"/>
                <a:gd name="connsiteY12" fmla="*/ 200939 h 202215"/>
                <a:gd name="connsiteX13" fmla="*/ 38737 w 254397"/>
                <a:gd name="connsiteY13" fmla="*/ 202216 h 202215"/>
                <a:gd name="connsiteX14" fmla="*/ 44488 w 254397"/>
                <a:gd name="connsiteY14" fmla="*/ 200939 h 202215"/>
                <a:gd name="connsiteX15" fmla="*/ 243854 w 254397"/>
                <a:gd name="connsiteY15" fmla="*/ 125608 h 202215"/>
                <a:gd name="connsiteX16" fmla="*/ 253439 w 254397"/>
                <a:gd name="connsiteY16" fmla="*/ 116670 h 202215"/>
                <a:gd name="connsiteX17" fmla="*/ 253439 w 254397"/>
                <a:gd name="connsiteY17" fmla="*/ 103902 h 202215"/>
                <a:gd name="connsiteX18" fmla="*/ 98802 w 254397"/>
                <a:gd name="connsiteY18" fmla="*/ 17080 h 202215"/>
                <a:gd name="connsiteX19" fmla="*/ 102636 w 254397"/>
                <a:gd name="connsiteY19" fmla="*/ 13888 h 202215"/>
                <a:gd name="connsiteX20" fmla="*/ 105192 w 254397"/>
                <a:gd name="connsiteY20" fmla="*/ 13250 h 202215"/>
                <a:gd name="connsiteX21" fmla="*/ 111582 w 254397"/>
                <a:gd name="connsiteY21" fmla="*/ 17718 h 202215"/>
                <a:gd name="connsiteX22" fmla="*/ 107748 w 254397"/>
                <a:gd name="connsiteY22" fmla="*/ 26018 h 202215"/>
                <a:gd name="connsiteX23" fmla="*/ 102636 w 254397"/>
                <a:gd name="connsiteY23" fmla="*/ 26018 h 202215"/>
                <a:gd name="connsiteX24" fmla="*/ 99441 w 254397"/>
                <a:gd name="connsiteY24" fmla="*/ 22187 h 202215"/>
                <a:gd name="connsiteX25" fmla="*/ 98802 w 254397"/>
                <a:gd name="connsiteY25" fmla="*/ 17080 h 202215"/>
                <a:gd name="connsiteX26" fmla="*/ 93051 w 254397"/>
                <a:gd name="connsiteY26" fmla="*/ 35594 h 202215"/>
                <a:gd name="connsiteX27" fmla="*/ 104553 w 254397"/>
                <a:gd name="connsiteY27" fmla="*/ 39424 h 202215"/>
                <a:gd name="connsiteX28" fmla="*/ 111582 w 254397"/>
                <a:gd name="connsiteY28" fmla="*/ 38147 h 202215"/>
                <a:gd name="connsiteX29" fmla="*/ 123084 w 254397"/>
                <a:gd name="connsiteY29" fmla="*/ 26018 h 202215"/>
                <a:gd name="connsiteX30" fmla="*/ 171647 w 254397"/>
                <a:gd name="connsiteY30" fmla="*/ 50915 h 202215"/>
                <a:gd name="connsiteX31" fmla="*/ 52795 w 254397"/>
                <a:gd name="connsiteY31" fmla="*/ 95603 h 202215"/>
                <a:gd name="connsiteX32" fmla="*/ 93051 w 254397"/>
                <a:gd name="connsiteY32" fmla="*/ 35594 h 202215"/>
                <a:gd name="connsiteX33" fmla="*/ 241298 w 254397"/>
                <a:gd name="connsiteY33" fmla="*/ 111563 h 202215"/>
                <a:gd name="connsiteX34" fmla="*/ 239381 w 254397"/>
                <a:gd name="connsiteY34" fmla="*/ 113478 h 202215"/>
                <a:gd name="connsiteX35" fmla="*/ 39376 w 254397"/>
                <a:gd name="connsiteY35" fmla="*/ 188809 h 202215"/>
                <a:gd name="connsiteX36" fmla="*/ 36181 w 254397"/>
                <a:gd name="connsiteY36" fmla="*/ 188809 h 202215"/>
                <a:gd name="connsiteX37" fmla="*/ 34264 w 254397"/>
                <a:gd name="connsiteY37" fmla="*/ 186894 h 202215"/>
                <a:gd name="connsiteX38" fmla="*/ 12538 w 254397"/>
                <a:gd name="connsiteY38" fmla="*/ 128800 h 202215"/>
                <a:gd name="connsiteX39" fmla="*/ 15094 w 254397"/>
                <a:gd name="connsiteY39" fmla="*/ 123693 h 202215"/>
                <a:gd name="connsiteX40" fmla="*/ 188261 w 254397"/>
                <a:gd name="connsiteY40" fmla="*/ 58576 h 202215"/>
                <a:gd name="connsiteX41" fmla="*/ 188900 w 254397"/>
                <a:gd name="connsiteY41" fmla="*/ 58576 h 202215"/>
                <a:gd name="connsiteX42" fmla="*/ 193373 w 254397"/>
                <a:gd name="connsiteY42" fmla="*/ 56661 h 202215"/>
                <a:gd name="connsiteX43" fmla="*/ 215099 w 254397"/>
                <a:gd name="connsiteY43" fmla="*/ 48362 h 202215"/>
                <a:gd name="connsiteX44" fmla="*/ 216377 w 254397"/>
                <a:gd name="connsiteY44" fmla="*/ 48362 h 202215"/>
                <a:gd name="connsiteX45" fmla="*/ 220211 w 254397"/>
                <a:gd name="connsiteY45" fmla="*/ 50915 h 202215"/>
                <a:gd name="connsiteX46" fmla="*/ 241937 w 254397"/>
                <a:gd name="connsiteY46" fmla="*/ 109009 h 202215"/>
                <a:gd name="connsiteX47" fmla="*/ 241298 w 254397"/>
                <a:gd name="connsiteY47" fmla="*/ 111563 h 202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54397" h="202215">
                  <a:moveTo>
                    <a:pt x="253439" y="103902"/>
                  </a:moveTo>
                  <a:lnTo>
                    <a:pt x="231713" y="45808"/>
                  </a:lnTo>
                  <a:cubicBezTo>
                    <a:pt x="228518" y="37509"/>
                    <a:pt x="218933" y="33040"/>
                    <a:pt x="209987" y="36232"/>
                  </a:cubicBezTo>
                  <a:lnTo>
                    <a:pt x="187622" y="44531"/>
                  </a:lnTo>
                  <a:lnTo>
                    <a:pt x="121806" y="10058"/>
                  </a:lnTo>
                  <a:cubicBezTo>
                    <a:pt x="117333" y="1759"/>
                    <a:pt x="107109" y="-2072"/>
                    <a:pt x="98163" y="1120"/>
                  </a:cubicBezTo>
                  <a:cubicBezTo>
                    <a:pt x="93051" y="3035"/>
                    <a:pt x="89217" y="6227"/>
                    <a:pt x="87300" y="11335"/>
                  </a:cubicBezTo>
                  <a:cubicBezTo>
                    <a:pt x="85383" y="15165"/>
                    <a:pt x="85383" y="18995"/>
                    <a:pt x="86022" y="22826"/>
                  </a:cubicBezTo>
                  <a:lnTo>
                    <a:pt x="32986" y="103264"/>
                  </a:lnTo>
                  <a:lnTo>
                    <a:pt x="10621" y="111563"/>
                  </a:lnTo>
                  <a:cubicBezTo>
                    <a:pt x="2314" y="114755"/>
                    <a:pt x="-2159" y="124331"/>
                    <a:pt x="1036" y="133269"/>
                  </a:cubicBezTo>
                  <a:lnTo>
                    <a:pt x="22762" y="191363"/>
                  </a:lnTo>
                  <a:cubicBezTo>
                    <a:pt x="24040" y="195832"/>
                    <a:pt x="27235" y="199024"/>
                    <a:pt x="31708" y="200939"/>
                  </a:cubicBezTo>
                  <a:cubicBezTo>
                    <a:pt x="33625" y="202216"/>
                    <a:pt x="36181" y="202216"/>
                    <a:pt x="38737" y="202216"/>
                  </a:cubicBezTo>
                  <a:cubicBezTo>
                    <a:pt x="40654" y="202216"/>
                    <a:pt x="42571" y="201577"/>
                    <a:pt x="44488" y="200939"/>
                  </a:cubicBezTo>
                  <a:lnTo>
                    <a:pt x="243854" y="125608"/>
                  </a:lnTo>
                  <a:cubicBezTo>
                    <a:pt x="248327" y="124331"/>
                    <a:pt x="251522" y="121139"/>
                    <a:pt x="253439" y="116670"/>
                  </a:cubicBezTo>
                  <a:cubicBezTo>
                    <a:pt x="254717" y="112840"/>
                    <a:pt x="254717" y="108371"/>
                    <a:pt x="253439" y="103902"/>
                  </a:cubicBezTo>
                  <a:close/>
                  <a:moveTo>
                    <a:pt x="98802" y="17080"/>
                  </a:moveTo>
                  <a:cubicBezTo>
                    <a:pt x="99441" y="15165"/>
                    <a:pt x="100719" y="14526"/>
                    <a:pt x="102636" y="13888"/>
                  </a:cubicBezTo>
                  <a:cubicBezTo>
                    <a:pt x="103275" y="13888"/>
                    <a:pt x="103914" y="13250"/>
                    <a:pt x="105192" y="13250"/>
                  </a:cubicBezTo>
                  <a:cubicBezTo>
                    <a:pt x="107748" y="13250"/>
                    <a:pt x="110304" y="15165"/>
                    <a:pt x="111582" y="17718"/>
                  </a:cubicBezTo>
                  <a:cubicBezTo>
                    <a:pt x="112860" y="20910"/>
                    <a:pt x="110943" y="24741"/>
                    <a:pt x="107748" y="26018"/>
                  </a:cubicBezTo>
                  <a:cubicBezTo>
                    <a:pt x="105831" y="26656"/>
                    <a:pt x="104553" y="26656"/>
                    <a:pt x="102636" y="26018"/>
                  </a:cubicBezTo>
                  <a:cubicBezTo>
                    <a:pt x="100719" y="25379"/>
                    <a:pt x="100080" y="24102"/>
                    <a:pt x="99441" y="22187"/>
                  </a:cubicBezTo>
                  <a:cubicBezTo>
                    <a:pt x="98163" y="20910"/>
                    <a:pt x="98163" y="18995"/>
                    <a:pt x="98802" y="17080"/>
                  </a:cubicBezTo>
                  <a:close/>
                  <a:moveTo>
                    <a:pt x="93051" y="35594"/>
                  </a:moveTo>
                  <a:cubicBezTo>
                    <a:pt x="96246" y="38147"/>
                    <a:pt x="100719" y="39424"/>
                    <a:pt x="104553" y="39424"/>
                  </a:cubicBezTo>
                  <a:cubicBezTo>
                    <a:pt x="106470" y="39424"/>
                    <a:pt x="109026" y="38786"/>
                    <a:pt x="111582" y="38147"/>
                  </a:cubicBezTo>
                  <a:cubicBezTo>
                    <a:pt x="117333" y="36232"/>
                    <a:pt x="121806" y="31125"/>
                    <a:pt x="123084" y="26018"/>
                  </a:cubicBezTo>
                  <a:lnTo>
                    <a:pt x="171647" y="50915"/>
                  </a:lnTo>
                  <a:lnTo>
                    <a:pt x="52795" y="95603"/>
                  </a:lnTo>
                  <a:lnTo>
                    <a:pt x="93051" y="35594"/>
                  </a:lnTo>
                  <a:close/>
                  <a:moveTo>
                    <a:pt x="241298" y="111563"/>
                  </a:moveTo>
                  <a:cubicBezTo>
                    <a:pt x="240659" y="112201"/>
                    <a:pt x="240020" y="113478"/>
                    <a:pt x="239381" y="113478"/>
                  </a:cubicBezTo>
                  <a:lnTo>
                    <a:pt x="39376" y="188809"/>
                  </a:lnTo>
                  <a:cubicBezTo>
                    <a:pt x="38098" y="189448"/>
                    <a:pt x="37459" y="189448"/>
                    <a:pt x="36181" y="188809"/>
                  </a:cubicBezTo>
                  <a:cubicBezTo>
                    <a:pt x="35542" y="188171"/>
                    <a:pt x="34264" y="187532"/>
                    <a:pt x="34264" y="186894"/>
                  </a:cubicBezTo>
                  <a:lnTo>
                    <a:pt x="12538" y="128800"/>
                  </a:lnTo>
                  <a:cubicBezTo>
                    <a:pt x="11899" y="126885"/>
                    <a:pt x="12538" y="124331"/>
                    <a:pt x="15094" y="123693"/>
                  </a:cubicBezTo>
                  <a:lnTo>
                    <a:pt x="188261" y="58576"/>
                  </a:lnTo>
                  <a:cubicBezTo>
                    <a:pt x="188261" y="58576"/>
                    <a:pt x="188261" y="58576"/>
                    <a:pt x="188900" y="58576"/>
                  </a:cubicBezTo>
                  <a:cubicBezTo>
                    <a:pt x="190817" y="58576"/>
                    <a:pt x="192095" y="57938"/>
                    <a:pt x="193373" y="56661"/>
                  </a:cubicBezTo>
                  <a:lnTo>
                    <a:pt x="215099" y="48362"/>
                  </a:lnTo>
                  <a:cubicBezTo>
                    <a:pt x="215738" y="48362"/>
                    <a:pt x="215738" y="48362"/>
                    <a:pt x="216377" y="48362"/>
                  </a:cubicBezTo>
                  <a:cubicBezTo>
                    <a:pt x="217655" y="48362"/>
                    <a:pt x="219572" y="49000"/>
                    <a:pt x="220211" y="50915"/>
                  </a:cubicBezTo>
                  <a:lnTo>
                    <a:pt x="241937" y="109009"/>
                  </a:lnTo>
                  <a:cubicBezTo>
                    <a:pt x="241937" y="109648"/>
                    <a:pt x="241298" y="110925"/>
                    <a:pt x="241298" y="111563"/>
                  </a:cubicBezTo>
                  <a:close/>
                </a:path>
              </a:pathLst>
            </a:custGeom>
            <a:solidFill>
              <a:srgbClr val="26890D"/>
            </a:solidFill>
            <a:ln w="6390" cap="flat">
              <a:noFill/>
              <a:prstDash val="solid"/>
              <a:miter/>
            </a:ln>
          </p:spPr>
          <p:txBody>
            <a:bodyPr rtlCol="0" anchor="ctr"/>
            <a:lstStyle/>
            <a:p>
              <a:endParaRPr lang="en-US"/>
            </a:p>
          </p:txBody>
        </p:sp>
        <p:sp>
          <p:nvSpPr>
            <p:cNvPr id="1164" name="Graphic 1039">
              <a:extLst>
                <a:ext uri="{FF2B5EF4-FFF2-40B4-BE49-F238E27FC236}">
                  <a16:creationId xmlns:a16="http://schemas.microsoft.com/office/drawing/2014/main" id="{0FF4297E-4D01-2A4D-9C71-7786587B44F2}"/>
                </a:ext>
              </a:extLst>
            </p:cNvPr>
            <p:cNvSpPr/>
            <p:nvPr/>
          </p:nvSpPr>
          <p:spPr>
            <a:xfrm>
              <a:off x="708164" y="1062834"/>
              <a:ext cx="40693" cy="49418"/>
            </a:xfrm>
            <a:custGeom>
              <a:avLst/>
              <a:gdLst>
                <a:gd name="connsiteX0" fmla="*/ 27956 w 40693"/>
                <a:gd name="connsiteY0" fmla="*/ 3453 h 49418"/>
                <a:gd name="connsiteX1" fmla="*/ 13259 w 40693"/>
                <a:gd name="connsiteY1" fmla="*/ 900 h 49418"/>
                <a:gd name="connsiteX2" fmla="*/ 3035 w 40693"/>
                <a:gd name="connsiteY2" fmla="*/ 4730 h 49418"/>
                <a:gd name="connsiteX3" fmla="*/ 479 w 40693"/>
                <a:gd name="connsiteY3" fmla="*/ 7284 h 49418"/>
                <a:gd name="connsiteX4" fmla="*/ 479 w 40693"/>
                <a:gd name="connsiteY4" fmla="*/ 11114 h 49418"/>
                <a:gd name="connsiteX5" fmla="*/ 13898 w 40693"/>
                <a:gd name="connsiteY5" fmla="*/ 46226 h 49418"/>
                <a:gd name="connsiteX6" fmla="*/ 18371 w 40693"/>
                <a:gd name="connsiteY6" fmla="*/ 49418 h 49418"/>
                <a:gd name="connsiteX7" fmla="*/ 20288 w 40693"/>
                <a:gd name="connsiteY7" fmla="*/ 49418 h 49418"/>
                <a:gd name="connsiteX8" fmla="*/ 30512 w 40693"/>
                <a:gd name="connsiteY8" fmla="*/ 45588 h 49418"/>
                <a:gd name="connsiteX9" fmla="*/ 38819 w 40693"/>
                <a:gd name="connsiteY9" fmla="*/ 17498 h 49418"/>
                <a:gd name="connsiteX10" fmla="*/ 27956 w 40693"/>
                <a:gd name="connsiteY10" fmla="*/ 3453 h 49418"/>
                <a:gd name="connsiteX11" fmla="*/ 26039 w 40693"/>
                <a:gd name="connsiteY11" fmla="*/ 36012 h 49418"/>
                <a:gd name="connsiteX12" fmla="*/ 20288 w 40693"/>
                <a:gd name="connsiteY12" fmla="*/ 37927 h 49418"/>
                <a:gd name="connsiteX13" fmla="*/ 10703 w 40693"/>
                <a:gd name="connsiteY13" fmla="*/ 11753 h 49418"/>
                <a:gd name="connsiteX14" fmla="*/ 16454 w 40693"/>
                <a:gd name="connsiteY14" fmla="*/ 9837 h 49418"/>
                <a:gd name="connsiteX15" fmla="*/ 22205 w 40693"/>
                <a:gd name="connsiteY15" fmla="*/ 11114 h 49418"/>
                <a:gd name="connsiteX16" fmla="*/ 28595 w 40693"/>
                <a:gd name="connsiteY16" fmla="*/ 20052 h 49418"/>
                <a:gd name="connsiteX17" fmla="*/ 26039 w 40693"/>
                <a:gd name="connsiteY17" fmla="*/ 36012 h 49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93" h="49418">
                  <a:moveTo>
                    <a:pt x="27956" y="3453"/>
                  </a:moveTo>
                  <a:cubicBezTo>
                    <a:pt x="23483" y="261"/>
                    <a:pt x="17732" y="-1015"/>
                    <a:pt x="13259" y="900"/>
                  </a:cubicBezTo>
                  <a:lnTo>
                    <a:pt x="3035" y="4730"/>
                  </a:lnTo>
                  <a:cubicBezTo>
                    <a:pt x="1757" y="5369"/>
                    <a:pt x="1118" y="6007"/>
                    <a:pt x="479" y="7284"/>
                  </a:cubicBezTo>
                  <a:cubicBezTo>
                    <a:pt x="-160" y="8561"/>
                    <a:pt x="-160" y="9837"/>
                    <a:pt x="479" y="11114"/>
                  </a:cubicBezTo>
                  <a:lnTo>
                    <a:pt x="13898" y="46226"/>
                  </a:lnTo>
                  <a:cubicBezTo>
                    <a:pt x="14537" y="48141"/>
                    <a:pt x="16454" y="49418"/>
                    <a:pt x="18371" y="49418"/>
                  </a:cubicBezTo>
                  <a:cubicBezTo>
                    <a:pt x="19010" y="49418"/>
                    <a:pt x="19649" y="49418"/>
                    <a:pt x="20288" y="49418"/>
                  </a:cubicBezTo>
                  <a:lnTo>
                    <a:pt x="30512" y="45588"/>
                  </a:lnTo>
                  <a:cubicBezTo>
                    <a:pt x="39458" y="42396"/>
                    <a:pt x="43292" y="29628"/>
                    <a:pt x="38819" y="17498"/>
                  </a:cubicBezTo>
                  <a:cubicBezTo>
                    <a:pt x="35624" y="11114"/>
                    <a:pt x="32429" y="6645"/>
                    <a:pt x="27956" y="3453"/>
                  </a:cubicBezTo>
                  <a:close/>
                  <a:moveTo>
                    <a:pt x="26039" y="36012"/>
                  </a:moveTo>
                  <a:lnTo>
                    <a:pt x="20288" y="37927"/>
                  </a:lnTo>
                  <a:lnTo>
                    <a:pt x="10703" y="11753"/>
                  </a:lnTo>
                  <a:lnTo>
                    <a:pt x="16454" y="9837"/>
                  </a:lnTo>
                  <a:cubicBezTo>
                    <a:pt x="19010" y="9199"/>
                    <a:pt x="20927" y="10476"/>
                    <a:pt x="22205" y="11114"/>
                  </a:cubicBezTo>
                  <a:cubicBezTo>
                    <a:pt x="24761" y="13029"/>
                    <a:pt x="27317" y="16221"/>
                    <a:pt x="28595" y="20052"/>
                  </a:cubicBezTo>
                  <a:cubicBezTo>
                    <a:pt x="31790" y="27713"/>
                    <a:pt x="29873" y="34735"/>
                    <a:pt x="26039" y="36012"/>
                  </a:cubicBezTo>
                  <a:close/>
                </a:path>
              </a:pathLst>
            </a:custGeom>
            <a:solidFill>
              <a:srgbClr val="26890D"/>
            </a:solidFill>
            <a:ln w="6390" cap="flat">
              <a:noFill/>
              <a:prstDash val="solid"/>
              <a:miter/>
            </a:ln>
          </p:spPr>
          <p:txBody>
            <a:bodyPr rtlCol="0" anchor="ctr"/>
            <a:lstStyle/>
            <a:p>
              <a:endParaRPr lang="en-US"/>
            </a:p>
          </p:txBody>
        </p:sp>
        <p:sp>
          <p:nvSpPr>
            <p:cNvPr id="1165" name="Graphic 1039">
              <a:extLst>
                <a:ext uri="{FF2B5EF4-FFF2-40B4-BE49-F238E27FC236}">
                  <a16:creationId xmlns:a16="http://schemas.microsoft.com/office/drawing/2014/main" id="{AA136AE1-45DE-924B-B3A9-995303E5DBDE}"/>
                </a:ext>
              </a:extLst>
            </p:cNvPr>
            <p:cNvSpPr/>
            <p:nvPr/>
          </p:nvSpPr>
          <p:spPr>
            <a:xfrm>
              <a:off x="550147" y="1123501"/>
              <a:ext cx="36608" cy="45567"/>
            </a:xfrm>
            <a:custGeom>
              <a:avLst/>
              <a:gdLst>
                <a:gd name="connsiteX0" fmla="*/ 32615 w 36608"/>
                <a:gd name="connsiteY0" fmla="*/ 25777 h 45567"/>
                <a:gd name="connsiteX1" fmla="*/ 26864 w 36608"/>
                <a:gd name="connsiteY1" fmla="*/ 29608 h 45567"/>
                <a:gd name="connsiteX2" fmla="*/ 23030 w 36608"/>
                <a:gd name="connsiteY2" fmla="*/ 35992 h 45567"/>
                <a:gd name="connsiteX3" fmla="*/ 10889 w 36608"/>
                <a:gd name="connsiteY3" fmla="*/ 25777 h 45567"/>
                <a:gd name="connsiteX4" fmla="*/ 9611 w 36608"/>
                <a:gd name="connsiteY4" fmla="*/ 14925 h 45567"/>
                <a:gd name="connsiteX5" fmla="*/ 13445 w 36608"/>
                <a:gd name="connsiteY5" fmla="*/ 9817 h 45567"/>
                <a:gd name="connsiteX6" fmla="*/ 19835 w 36608"/>
                <a:gd name="connsiteY6" fmla="*/ 11733 h 45567"/>
                <a:gd name="connsiteX7" fmla="*/ 26864 w 36608"/>
                <a:gd name="connsiteY7" fmla="*/ 11094 h 45567"/>
                <a:gd name="connsiteX8" fmla="*/ 26225 w 36608"/>
                <a:gd name="connsiteY8" fmla="*/ 4072 h 45567"/>
                <a:gd name="connsiteX9" fmla="*/ 10250 w 36608"/>
                <a:gd name="connsiteY9" fmla="*/ 880 h 45567"/>
                <a:gd name="connsiteX10" fmla="*/ 665 w 36608"/>
                <a:gd name="connsiteY10" fmla="*/ 12371 h 45567"/>
                <a:gd name="connsiteX11" fmla="*/ 1943 w 36608"/>
                <a:gd name="connsiteY11" fmla="*/ 28969 h 45567"/>
                <a:gd name="connsiteX12" fmla="*/ 21752 w 36608"/>
                <a:gd name="connsiteY12" fmla="*/ 45568 h 45567"/>
                <a:gd name="connsiteX13" fmla="*/ 26864 w 36608"/>
                <a:gd name="connsiteY13" fmla="*/ 44929 h 45567"/>
                <a:gd name="connsiteX14" fmla="*/ 36449 w 36608"/>
                <a:gd name="connsiteY14" fmla="*/ 30885 h 45567"/>
                <a:gd name="connsiteX15" fmla="*/ 32615 w 36608"/>
                <a:gd name="connsiteY15" fmla="*/ 25777 h 45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608" h="45567">
                  <a:moveTo>
                    <a:pt x="32615" y="25777"/>
                  </a:moveTo>
                  <a:cubicBezTo>
                    <a:pt x="30059" y="25777"/>
                    <a:pt x="27503" y="27054"/>
                    <a:pt x="26864" y="29608"/>
                  </a:cubicBezTo>
                  <a:cubicBezTo>
                    <a:pt x="26225" y="32800"/>
                    <a:pt x="24947" y="35353"/>
                    <a:pt x="23030" y="35992"/>
                  </a:cubicBezTo>
                  <a:cubicBezTo>
                    <a:pt x="19196" y="37269"/>
                    <a:pt x="13445" y="33438"/>
                    <a:pt x="10889" y="25777"/>
                  </a:cubicBezTo>
                  <a:cubicBezTo>
                    <a:pt x="9611" y="21947"/>
                    <a:pt x="8972" y="18117"/>
                    <a:pt x="9611" y="14925"/>
                  </a:cubicBezTo>
                  <a:cubicBezTo>
                    <a:pt x="10250" y="13648"/>
                    <a:pt x="10889" y="11094"/>
                    <a:pt x="13445" y="9817"/>
                  </a:cubicBezTo>
                  <a:cubicBezTo>
                    <a:pt x="15362" y="9179"/>
                    <a:pt x="17918" y="9817"/>
                    <a:pt x="19835" y="11733"/>
                  </a:cubicBezTo>
                  <a:cubicBezTo>
                    <a:pt x="21752" y="13648"/>
                    <a:pt x="24947" y="13009"/>
                    <a:pt x="26864" y="11094"/>
                  </a:cubicBezTo>
                  <a:cubicBezTo>
                    <a:pt x="28781" y="9179"/>
                    <a:pt x="28142" y="5987"/>
                    <a:pt x="26225" y="4072"/>
                  </a:cubicBezTo>
                  <a:cubicBezTo>
                    <a:pt x="21113" y="241"/>
                    <a:pt x="15362" y="-1035"/>
                    <a:pt x="10250" y="880"/>
                  </a:cubicBezTo>
                  <a:cubicBezTo>
                    <a:pt x="5777" y="2795"/>
                    <a:pt x="1943" y="6625"/>
                    <a:pt x="665" y="12371"/>
                  </a:cubicBezTo>
                  <a:cubicBezTo>
                    <a:pt x="-613" y="17478"/>
                    <a:pt x="26" y="23224"/>
                    <a:pt x="1943" y="28969"/>
                  </a:cubicBezTo>
                  <a:cubicBezTo>
                    <a:pt x="5777" y="39184"/>
                    <a:pt x="14084" y="45568"/>
                    <a:pt x="21752" y="45568"/>
                  </a:cubicBezTo>
                  <a:cubicBezTo>
                    <a:pt x="23669" y="45568"/>
                    <a:pt x="24947" y="45568"/>
                    <a:pt x="26864" y="44929"/>
                  </a:cubicBezTo>
                  <a:cubicBezTo>
                    <a:pt x="31976" y="43014"/>
                    <a:pt x="35810" y="37907"/>
                    <a:pt x="36449" y="30885"/>
                  </a:cubicBezTo>
                  <a:cubicBezTo>
                    <a:pt x="37088" y="28331"/>
                    <a:pt x="35810" y="25777"/>
                    <a:pt x="32615" y="25777"/>
                  </a:cubicBezTo>
                  <a:close/>
                </a:path>
              </a:pathLst>
            </a:custGeom>
            <a:solidFill>
              <a:srgbClr val="26890D"/>
            </a:solidFill>
            <a:ln w="6390" cap="flat">
              <a:noFill/>
              <a:prstDash val="solid"/>
              <a:miter/>
            </a:ln>
          </p:spPr>
          <p:txBody>
            <a:bodyPr rtlCol="0" anchor="ctr"/>
            <a:lstStyle/>
            <a:p>
              <a:endParaRPr lang="en-US"/>
            </a:p>
          </p:txBody>
        </p:sp>
        <p:sp>
          <p:nvSpPr>
            <p:cNvPr id="1166" name="Graphic 1039">
              <a:extLst>
                <a:ext uri="{FF2B5EF4-FFF2-40B4-BE49-F238E27FC236}">
                  <a16:creationId xmlns:a16="http://schemas.microsoft.com/office/drawing/2014/main" id="{CF207723-AF5E-CF4C-922C-55EA15318229}"/>
                </a:ext>
              </a:extLst>
            </p:cNvPr>
            <p:cNvSpPr/>
            <p:nvPr/>
          </p:nvSpPr>
          <p:spPr>
            <a:xfrm>
              <a:off x="579704" y="1115581"/>
              <a:ext cx="40620" cy="45188"/>
            </a:xfrm>
            <a:custGeom>
              <a:avLst/>
              <a:gdLst>
                <a:gd name="connsiteX0" fmla="*/ 33729 w 40620"/>
                <a:gd name="connsiteY0" fmla="*/ 28590 h 45188"/>
                <a:gd name="connsiteX1" fmla="*/ 20949 w 40620"/>
                <a:gd name="connsiteY1" fmla="*/ 33698 h 45188"/>
                <a:gd name="connsiteX2" fmla="*/ 9447 w 40620"/>
                <a:gd name="connsiteY2" fmla="*/ 3055 h 45188"/>
                <a:gd name="connsiteX3" fmla="*/ 3057 w 40620"/>
                <a:gd name="connsiteY3" fmla="*/ 501 h 45188"/>
                <a:gd name="connsiteX4" fmla="*/ 501 w 40620"/>
                <a:gd name="connsiteY4" fmla="*/ 6885 h 45188"/>
                <a:gd name="connsiteX5" fmla="*/ 13920 w 40620"/>
                <a:gd name="connsiteY5" fmla="*/ 41997 h 45188"/>
                <a:gd name="connsiteX6" fmla="*/ 18393 w 40620"/>
                <a:gd name="connsiteY6" fmla="*/ 45189 h 45188"/>
                <a:gd name="connsiteX7" fmla="*/ 20310 w 40620"/>
                <a:gd name="connsiteY7" fmla="*/ 45189 h 45188"/>
                <a:gd name="connsiteX8" fmla="*/ 37563 w 40620"/>
                <a:gd name="connsiteY8" fmla="*/ 38805 h 45188"/>
                <a:gd name="connsiteX9" fmla="*/ 40119 w 40620"/>
                <a:gd name="connsiteY9" fmla="*/ 32421 h 45188"/>
                <a:gd name="connsiteX10" fmla="*/ 33729 w 40620"/>
                <a:gd name="connsiteY10" fmla="*/ 28590 h 45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620" h="45188">
                  <a:moveTo>
                    <a:pt x="33729" y="28590"/>
                  </a:moveTo>
                  <a:lnTo>
                    <a:pt x="20949" y="33698"/>
                  </a:lnTo>
                  <a:lnTo>
                    <a:pt x="9447" y="3055"/>
                  </a:lnTo>
                  <a:cubicBezTo>
                    <a:pt x="8808" y="501"/>
                    <a:pt x="5613" y="-776"/>
                    <a:pt x="3057" y="501"/>
                  </a:cubicBezTo>
                  <a:cubicBezTo>
                    <a:pt x="501" y="1139"/>
                    <a:pt x="-777" y="4331"/>
                    <a:pt x="501" y="6885"/>
                  </a:cubicBezTo>
                  <a:lnTo>
                    <a:pt x="13920" y="41997"/>
                  </a:lnTo>
                  <a:cubicBezTo>
                    <a:pt x="14559" y="43912"/>
                    <a:pt x="16476" y="45189"/>
                    <a:pt x="18393" y="45189"/>
                  </a:cubicBezTo>
                  <a:cubicBezTo>
                    <a:pt x="19032" y="45189"/>
                    <a:pt x="19671" y="45189"/>
                    <a:pt x="20310" y="45189"/>
                  </a:cubicBezTo>
                  <a:lnTo>
                    <a:pt x="37563" y="38805"/>
                  </a:lnTo>
                  <a:cubicBezTo>
                    <a:pt x="40119" y="38166"/>
                    <a:pt x="41397" y="34974"/>
                    <a:pt x="40119" y="32421"/>
                  </a:cubicBezTo>
                  <a:cubicBezTo>
                    <a:pt x="39480" y="29229"/>
                    <a:pt x="36285" y="27952"/>
                    <a:pt x="33729" y="28590"/>
                  </a:cubicBezTo>
                  <a:close/>
                </a:path>
              </a:pathLst>
            </a:custGeom>
            <a:solidFill>
              <a:srgbClr val="26890D"/>
            </a:solidFill>
            <a:ln w="6390" cap="flat">
              <a:noFill/>
              <a:prstDash val="solid"/>
              <a:miter/>
            </a:ln>
          </p:spPr>
          <p:txBody>
            <a:bodyPr rtlCol="0" anchor="ctr"/>
            <a:lstStyle/>
            <a:p>
              <a:endParaRPr lang="en-US"/>
            </a:p>
          </p:txBody>
        </p:sp>
        <p:sp>
          <p:nvSpPr>
            <p:cNvPr id="1167" name="Graphic 1039">
              <a:extLst>
                <a:ext uri="{FF2B5EF4-FFF2-40B4-BE49-F238E27FC236}">
                  <a16:creationId xmlns:a16="http://schemas.microsoft.com/office/drawing/2014/main" id="{EE9D3257-1788-0B48-BCE4-B571CABC7371}"/>
                </a:ext>
              </a:extLst>
            </p:cNvPr>
            <p:cNvSpPr/>
            <p:nvPr/>
          </p:nvSpPr>
          <p:spPr>
            <a:xfrm>
              <a:off x="610852" y="1100499"/>
              <a:ext cx="37044" cy="45587"/>
            </a:xfrm>
            <a:custGeom>
              <a:avLst/>
              <a:gdLst>
                <a:gd name="connsiteX0" fmla="*/ 35171 w 37044"/>
                <a:gd name="connsiteY0" fmla="*/ 16860 h 45587"/>
                <a:gd name="connsiteX1" fmla="*/ 24947 w 37044"/>
                <a:gd name="connsiteY1" fmla="*/ 3453 h 45587"/>
                <a:gd name="connsiteX2" fmla="*/ 10250 w 37044"/>
                <a:gd name="connsiteY2" fmla="*/ 900 h 45587"/>
                <a:gd name="connsiteX3" fmla="*/ 665 w 37044"/>
                <a:gd name="connsiteY3" fmla="*/ 12391 h 45587"/>
                <a:gd name="connsiteX4" fmla="*/ 1943 w 37044"/>
                <a:gd name="connsiteY4" fmla="*/ 28989 h 45587"/>
                <a:gd name="connsiteX5" fmla="*/ 21752 w 37044"/>
                <a:gd name="connsiteY5" fmla="*/ 45588 h 45587"/>
                <a:gd name="connsiteX6" fmla="*/ 26864 w 37044"/>
                <a:gd name="connsiteY6" fmla="*/ 44949 h 45587"/>
                <a:gd name="connsiteX7" fmla="*/ 35171 w 37044"/>
                <a:gd name="connsiteY7" fmla="*/ 16860 h 45587"/>
                <a:gd name="connsiteX8" fmla="*/ 35171 w 37044"/>
                <a:gd name="connsiteY8" fmla="*/ 16860 h 45587"/>
                <a:gd name="connsiteX9" fmla="*/ 23669 w 37044"/>
                <a:gd name="connsiteY9" fmla="*/ 36012 h 45587"/>
                <a:gd name="connsiteX10" fmla="*/ 11528 w 37044"/>
                <a:gd name="connsiteY10" fmla="*/ 25797 h 45587"/>
                <a:gd name="connsiteX11" fmla="*/ 10250 w 37044"/>
                <a:gd name="connsiteY11" fmla="*/ 14945 h 45587"/>
                <a:gd name="connsiteX12" fmla="*/ 14084 w 37044"/>
                <a:gd name="connsiteY12" fmla="*/ 9837 h 45587"/>
                <a:gd name="connsiteX13" fmla="*/ 15362 w 37044"/>
                <a:gd name="connsiteY13" fmla="*/ 9837 h 45587"/>
                <a:gd name="connsiteX14" fmla="*/ 19835 w 37044"/>
                <a:gd name="connsiteY14" fmla="*/ 11753 h 45587"/>
                <a:gd name="connsiteX15" fmla="*/ 26225 w 37044"/>
                <a:gd name="connsiteY15" fmla="*/ 20690 h 45587"/>
                <a:gd name="connsiteX16" fmla="*/ 23669 w 37044"/>
                <a:gd name="connsiteY16" fmla="*/ 36012 h 45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044" h="45587">
                  <a:moveTo>
                    <a:pt x="35171" y="16860"/>
                  </a:moveTo>
                  <a:cubicBezTo>
                    <a:pt x="33254" y="11114"/>
                    <a:pt x="29420" y="6645"/>
                    <a:pt x="24947" y="3453"/>
                  </a:cubicBezTo>
                  <a:cubicBezTo>
                    <a:pt x="20474" y="261"/>
                    <a:pt x="14723" y="-1015"/>
                    <a:pt x="10250" y="900"/>
                  </a:cubicBezTo>
                  <a:cubicBezTo>
                    <a:pt x="5777" y="2815"/>
                    <a:pt x="1943" y="6645"/>
                    <a:pt x="665" y="12391"/>
                  </a:cubicBezTo>
                  <a:cubicBezTo>
                    <a:pt x="-613" y="17498"/>
                    <a:pt x="26" y="23244"/>
                    <a:pt x="1943" y="28989"/>
                  </a:cubicBezTo>
                  <a:cubicBezTo>
                    <a:pt x="5777" y="39204"/>
                    <a:pt x="14084" y="45588"/>
                    <a:pt x="21752" y="45588"/>
                  </a:cubicBezTo>
                  <a:cubicBezTo>
                    <a:pt x="23669" y="45588"/>
                    <a:pt x="24947" y="45588"/>
                    <a:pt x="26864" y="44949"/>
                  </a:cubicBezTo>
                  <a:cubicBezTo>
                    <a:pt x="35810" y="41757"/>
                    <a:pt x="39644" y="28989"/>
                    <a:pt x="35171" y="16860"/>
                  </a:cubicBezTo>
                  <a:lnTo>
                    <a:pt x="35171" y="16860"/>
                  </a:lnTo>
                  <a:close/>
                  <a:moveTo>
                    <a:pt x="23669" y="36012"/>
                  </a:moveTo>
                  <a:cubicBezTo>
                    <a:pt x="19835" y="37289"/>
                    <a:pt x="14084" y="33458"/>
                    <a:pt x="11528" y="25797"/>
                  </a:cubicBezTo>
                  <a:cubicBezTo>
                    <a:pt x="10250" y="21967"/>
                    <a:pt x="9611" y="18137"/>
                    <a:pt x="10250" y="14945"/>
                  </a:cubicBezTo>
                  <a:cubicBezTo>
                    <a:pt x="10889" y="13668"/>
                    <a:pt x="11528" y="11114"/>
                    <a:pt x="14084" y="9837"/>
                  </a:cubicBezTo>
                  <a:cubicBezTo>
                    <a:pt x="14723" y="9837"/>
                    <a:pt x="15362" y="9837"/>
                    <a:pt x="15362" y="9837"/>
                  </a:cubicBezTo>
                  <a:cubicBezTo>
                    <a:pt x="17279" y="9837"/>
                    <a:pt x="18557" y="10476"/>
                    <a:pt x="19835" y="11753"/>
                  </a:cubicBezTo>
                  <a:cubicBezTo>
                    <a:pt x="22391" y="13668"/>
                    <a:pt x="24947" y="16860"/>
                    <a:pt x="26225" y="20690"/>
                  </a:cubicBezTo>
                  <a:cubicBezTo>
                    <a:pt x="28781" y="27713"/>
                    <a:pt x="26864" y="34735"/>
                    <a:pt x="23669" y="36012"/>
                  </a:cubicBezTo>
                  <a:close/>
                </a:path>
              </a:pathLst>
            </a:custGeom>
            <a:solidFill>
              <a:srgbClr val="26890D"/>
            </a:solidFill>
            <a:ln w="6390" cap="flat">
              <a:noFill/>
              <a:prstDash val="solid"/>
              <a:miter/>
            </a:ln>
          </p:spPr>
          <p:txBody>
            <a:bodyPr rtlCol="0" anchor="ctr"/>
            <a:lstStyle/>
            <a:p>
              <a:endParaRPr lang="en-US"/>
            </a:p>
          </p:txBody>
        </p:sp>
        <p:sp>
          <p:nvSpPr>
            <p:cNvPr id="1168" name="Graphic 1039">
              <a:extLst>
                <a:ext uri="{FF2B5EF4-FFF2-40B4-BE49-F238E27FC236}">
                  <a16:creationId xmlns:a16="http://schemas.microsoft.com/office/drawing/2014/main" id="{6E8A4AAE-B360-F746-896A-0D30245DCBBA}"/>
                </a:ext>
              </a:extLst>
            </p:cNvPr>
            <p:cNvSpPr/>
            <p:nvPr/>
          </p:nvSpPr>
          <p:spPr>
            <a:xfrm>
              <a:off x="647048" y="1086020"/>
              <a:ext cx="36287" cy="46660"/>
            </a:xfrm>
            <a:custGeom>
              <a:avLst/>
              <a:gdLst>
                <a:gd name="connsiteX0" fmla="*/ 32201 w 36287"/>
                <a:gd name="connsiteY0" fmla="*/ 23040 h 46660"/>
                <a:gd name="connsiteX1" fmla="*/ 9198 w 36287"/>
                <a:gd name="connsiteY1" fmla="*/ 16018 h 46660"/>
                <a:gd name="connsiteX2" fmla="*/ 9837 w 36287"/>
                <a:gd name="connsiteY2" fmla="*/ 13464 h 46660"/>
                <a:gd name="connsiteX3" fmla="*/ 13032 w 36287"/>
                <a:gd name="connsiteY3" fmla="*/ 10272 h 46660"/>
                <a:gd name="connsiteX4" fmla="*/ 17505 w 36287"/>
                <a:gd name="connsiteY4" fmla="*/ 10272 h 46660"/>
                <a:gd name="connsiteX5" fmla="*/ 20699 w 36287"/>
                <a:gd name="connsiteY5" fmla="*/ 13464 h 46660"/>
                <a:gd name="connsiteX6" fmla="*/ 27089 w 36287"/>
                <a:gd name="connsiteY6" fmla="*/ 16018 h 46660"/>
                <a:gd name="connsiteX7" fmla="*/ 29645 w 36287"/>
                <a:gd name="connsiteY7" fmla="*/ 9634 h 46660"/>
                <a:gd name="connsiteX8" fmla="*/ 21338 w 36287"/>
                <a:gd name="connsiteY8" fmla="*/ 1334 h 46660"/>
                <a:gd name="connsiteX9" fmla="*/ 9837 w 36287"/>
                <a:gd name="connsiteY9" fmla="*/ 696 h 46660"/>
                <a:gd name="connsiteX10" fmla="*/ 1530 w 36287"/>
                <a:gd name="connsiteY10" fmla="*/ 8995 h 46660"/>
                <a:gd name="connsiteX11" fmla="*/ 891 w 36287"/>
                <a:gd name="connsiteY11" fmla="*/ 20486 h 46660"/>
                <a:gd name="connsiteX12" fmla="*/ 4086 w 36287"/>
                <a:gd name="connsiteY12" fmla="*/ 23678 h 46660"/>
                <a:gd name="connsiteX13" fmla="*/ 27089 w 36287"/>
                <a:gd name="connsiteY13" fmla="*/ 30701 h 46660"/>
                <a:gd name="connsiteX14" fmla="*/ 26450 w 36287"/>
                <a:gd name="connsiteY14" fmla="*/ 33254 h 46660"/>
                <a:gd name="connsiteX15" fmla="*/ 23255 w 36287"/>
                <a:gd name="connsiteY15" fmla="*/ 36446 h 46660"/>
                <a:gd name="connsiteX16" fmla="*/ 18782 w 36287"/>
                <a:gd name="connsiteY16" fmla="*/ 36446 h 46660"/>
                <a:gd name="connsiteX17" fmla="*/ 15588 w 36287"/>
                <a:gd name="connsiteY17" fmla="*/ 33254 h 46660"/>
                <a:gd name="connsiteX18" fmla="*/ 9198 w 36287"/>
                <a:gd name="connsiteY18" fmla="*/ 30701 h 46660"/>
                <a:gd name="connsiteX19" fmla="*/ 6642 w 36287"/>
                <a:gd name="connsiteY19" fmla="*/ 37085 h 46660"/>
                <a:gd name="connsiteX20" fmla="*/ 14949 w 36287"/>
                <a:gd name="connsiteY20" fmla="*/ 45384 h 46660"/>
                <a:gd name="connsiteX21" fmla="*/ 21338 w 36287"/>
                <a:gd name="connsiteY21" fmla="*/ 46661 h 46660"/>
                <a:gd name="connsiteX22" fmla="*/ 26450 w 36287"/>
                <a:gd name="connsiteY22" fmla="*/ 45384 h 46660"/>
                <a:gd name="connsiteX23" fmla="*/ 34757 w 36287"/>
                <a:gd name="connsiteY23" fmla="*/ 37085 h 46660"/>
                <a:gd name="connsiteX24" fmla="*/ 35396 w 36287"/>
                <a:gd name="connsiteY24" fmla="*/ 25594 h 46660"/>
                <a:gd name="connsiteX25" fmla="*/ 32201 w 36287"/>
                <a:gd name="connsiteY25" fmla="*/ 23040 h 4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287" h="46660">
                  <a:moveTo>
                    <a:pt x="32201" y="23040"/>
                  </a:moveTo>
                  <a:lnTo>
                    <a:pt x="9198" y="16018"/>
                  </a:lnTo>
                  <a:cubicBezTo>
                    <a:pt x="9198" y="15379"/>
                    <a:pt x="9198" y="14741"/>
                    <a:pt x="9837" y="13464"/>
                  </a:cubicBezTo>
                  <a:cubicBezTo>
                    <a:pt x="10476" y="12187"/>
                    <a:pt x="11754" y="10910"/>
                    <a:pt x="13032" y="10272"/>
                  </a:cubicBezTo>
                  <a:cubicBezTo>
                    <a:pt x="14310" y="9634"/>
                    <a:pt x="16227" y="9634"/>
                    <a:pt x="17505" y="10272"/>
                  </a:cubicBezTo>
                  <a:cubicBezTo>
                    <a:pt x="18782" y="10910"/>
                    <a:pt x="20061" y="12187"/>
                    <a:pt x="20699" y="13464"/>
                  </a:cubicBezTo>
                  <a:cubicBezTo>
                    <a:pt x="21338" y="16018"/>
                    <a:pt x="24533" y="17294"/>
                    <a:pt x="27089" y="16018"/>
                  </a:cubicBezTo>
                  <a:cubicBezTo>
                    <a:pt x="29645" y="15379"/>
                    <a:pt x="30923" y="12187"/>
                    <a:pt x="29645" y="9634"/>
                  </a:cubicBezTo>
                  <a:cubicBezTo>
                    <a:pt x="28367" y="5803"/>
                    <a:pt x="25172" y="2611"/>
                    <a:pt x="21338" y="1334"/>
                  </a:cubicBezTo>
                  <a:cubicBezTo>
                    <a:pt x="17505" y="58"/>
                    <a:pt x="13671" y="-581"/>
                    <a:pt x="9837" y="696"/>
                  </a:cubicBezTo>
                  <a:cubicBezTo>
                    <a:pt x="6003" y="1973"/>
                    <a:pt x="2808" y="5165"/>
                    <a:pt x="1530" y="8995"/>
                  </a:cubicBezTo>
                  <a:cubicBezTo>
                    <a:pt x="-387" y="12826"/>
                    <a:pt x="-387" y="16656"/>
                    <a:pt x="891" y="20486"/>
                  </a:cubicBezTo>
                  <a:cubicBezTo>
                    <a:pt x="1530" y="21763"/>
                    <a:pt x="2808" y="23040"/>
                    <a:pt x="4086" y="23678"/>
                  </a:cubicBezTo>
                  <a:lnTo>
                    <a:pt x="27089" y="30701"/>
                  </a:lnTo>
                  <a:cubicBezTo>
                    <a:pt x="27089" y="31339"/>
                    <a:pt x="27089" y="31977"/>
                    <a:pt x="26450" y="33254"/>
                  </a:cubicBezTo>
                  <a:cubicBezTo>
                    <a:pt x="25811" y="34531"/>
                    <a:pt x="24533" y="35808"/>
                    <a:pt x="23255" y="36446"/>
                  </a:cubicBezTo>
                  <a:cubicBezTo>
                    <a:pt x="21977" y="37085"/>
                    <a:pt x="20061" y="37085"/>
                    <a:pt x="18782" y="36446"/>
                  </a:cubicBezTo>
                  <a:cubicBezTo>
                    <a:pt x="17505" y="35808"/>
                    <a:pt x="16227" y="34531"/>
                    <a:pt x="15588" y="33254"/>
                  </a:cubicBezTo>
                  <a:cubicBezTo>
                    <a:pt x="14949" y="30701"/>
                    <a:pt x="11754" y="29424"/>
                    <a:pt x="9198" y="30701"/>
                  </a:cubicBezTo>
                  <a:cubicBezTo>
                    <a:pt x="6642" y="31339"/>
                    <a:pt x="5364" y="34531"/>
                    <a:pt x="6642" y="37085"/>
                  </a:cubicBezTo>
                  <a:cubicBezTo>
                    <a:pt x="7920" y="40915"/>
                    <a:pt x="11115" y="44107"/>
                    <a:pt x="14949" y="45384"/>
                  </a:cubicBezTo>
                  <a:cubicBezTo>
                    <a:pt x="16866" y="46022"/>
                    <a:pt x="18782" y="46661"/>
                    <a:pt x="21338" y="46661"/>
                  </a:cubicBezTo>
                  <a:cubicBezTo>
                    <a:pt x="23255" y="46661"/>
                    <a:pt x="25172" y="46022"/>
                    <a:pt x="26450" y="45384"/>
                  </a:cubicBezTo>
                  <a:cubicBezTo>
                    <a:pt x="30284" y="44107"/>
                    <a:pt x="33479" y="40915"/>
                    <a:pt x="34757" y="37085"/>
                  </a:cubicBezTo>
                  <a:cubicBezTo>
                    <a:pt x="36674" y="33254"/>
                    <a:pt x="36674" y="29424"/>
                    <a:pt x="35396" y="25594"/>
                  </a:cubicBezTo>
                  <a:cubicBezTo>
                    <a:pt x="34757" y="24955"/>
                    <a:pt x="34118" y="23678"/>
                    <a:pt x="32201" y="23040"/>
                  </a:cubicBezTo>
                  <a:close/>
                </a:path>
              </a:pathLst>
            </a:custGeom>
            <a:solidFill>
              <a:srgbClr val="26890D"/>
            </a:solidFill>
            <a:ln w="6390" cap="flat">
              <a:noFill/>
              <a:prstDash val="solid"/>
              <a:miter/>
            </a:ln>
          </p:spPr>
          <p:txBody>
            <a:bodyPr rtlCol="0" anchor="ctr"/>
            <a:lstStyle/>
            <a:p>
              <a:endParaRPr lang="en-US"/>
            </a:p>
          </p:txBody>
        </p:sp>
        <p:sp>
          <p:nvSpPr>
            <p:cNvPr id="1169" name="Graphic 1039">
              <a:extLst>
                <a:ext uri="{FF2B5EF4-FFF2-40B4-BE49-F238E27FC236}">
                  <a16:creationId xmlns:a16="http://schemas.microsoft.com/office/drawing/2014/main" id="{7B2A047E-718D-FB4D-BCDA-68B59FB4C4C4}"/>
                </a:ext>
              </a:extLst>
            </p:cNvPr>
            <p:cNvSpPr/>
            <p:nvPr/>
          </p:nvSpPr>
          <p:spPr>
            <a:xfrm>
              <a:off x="676854" y="1072170"/>
              <a:ext cx="40598" cy="51572"/>
            </a:xfrm>
            <a:custGeom>
              <a:avLst/>
              <a:gdLst>
                <a:gd name="connsiteX0" fmla="*/ 34346 w 40598"/>
                <a:gd name="connsiteY0" fmla="*/ 34974 h 51572"/>
                <a:gd name="connsiteX1" fmla="*/ 21566 w 40598"/>
                <a:gd name="connsiteY1" fmla="*/ 40082 h 51572"/>
                <a:gd name="connsiteX2" fmla="*/ 18371 w 40598"/>
                <a:gd name="connsiteY2" fmla="*/ 31782 h 51572"/>
                <a:gd name="connsiteX3" fmla="*/ 26039 w 40598"/>
                <a:gd name="connsiteY3" fmla="*/ 29229 h 51572"/>
                <a:gd name="connsiteX4" fmla="*/ 28595 w 40598"/>
                <a:gd name="connsiteY4" fmla="*/ 22845 h 51572"/>
                <a:gd name="connsiteX5" fmla="*/ 22205 w 40598"/>
                <a:gd name="connsiteY5" fmla="*/ 20291 h 51572"/>
                <a:gd name="connsiteX6" fmla="*/ 14537 w 40598"/>
                <a:gd name="connsiteY6" fmla="*/ 22845 h 51572"/>
                <a:gd name="connsiteX7" fmla="*/ 11342 w 40598"/>
                <a:gd name="connsiteY7" fmla="*/ 14546 h 51572"/>
                <a:gd name="connsiteX8" fmla="*/ 24122 w 40598"/>
                <a:gd name="connsiteY8" fmla="*/ 9439 h 51572"/>
                <a:gd name="connsiteX9" fmla="*/ 26678 w 40598"/>
                <a:gd name="connsiteY9" fmla="*/ 3055 h 51572"/>
                <a:gd name="connsiteX10" fmla="*/ 20288 w 40598"/>
                <a:gd name="connsiteY10" fmla="*/ 501 h 51572"/>
                <a:gd name="connsiteX11" fmla="*/ 3035 w 40598"/>
                <a:gd name="connsiteY11" fmla="*/ 6885 h 51572"/>
                <a:gd name="connsiteX12" fmla="*/ 479 w 40598"/>
                <a:gd name="connsiteY12" fmla="*/ 9439 h 51572"/>
                <a:gd name="connsiteX13" fmla="*/ 479 w 40598"/>
                <a:gd name="connsiteY13" fmla="*/ 13269 h 51572"/>
                <a:gd name="connsiteX14" fmla="*/ 13898 w 40598"/>
                <a:gd name="connsiteY14" fmla="*/ 48381 h 51572"/>
                <a:gd name="connsiteX15" fmla="*/ 18371 w 40598"/>
                <a:gd name="connsiteY15" fmla="*/ 51573 h 51572"/>
                <a:gd name="connsiteX16" fmla="*/ 20288 w 40598"/>
                <a:gd name="connsiteY16" fmla="*/ 51573 h 51572"/>
                <a:gd name="connsiteX17" fmla="*/ 37541 w 40598"/>
                <a:gd name="connsiteY17" fmla="*/ 45189 h 51572"/>
                <a:gd name="connsiteX18" fmla="*/ 40097 w 40598"/>
                <a:gd name="connsiteY18" fmla="*/ 38805 h 51572"/>
                <a:gd name="connsiteX19" fmla="*/ 34346 w 40598"/>
                <a:gd name="connsiteY19" fmla="*/ 34974 h 51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598" h="51572">
                  <a:moveTo>
                    <a:pt x="34346" y="34974"/>
                  </a:moveTo>
                  <a:lnTo>
                    <a:pt x="21566" y="40082"/>
                  </a:lnTo>
                  <a:lnTo>
                    <a:pt x="18371" y="31782"/>
                  </a:lnTo>
                  <a:lnTo>
                    <a:pt x="26039" y="29229"/>
                  </a:lnTo>
                  <a:cubicBezTo>
                    <a:pt x="28595" y="28590"/>
                    <a:pt x="29873" y="25398"/>
                    <a:pt x="28595" y="22845"/>
                  </a:cubicBezTo>
                  <a:cubicBezTo>
                    <a:pt x="27956" y="20291"/>
                    <a:pt x="24761" y="19014"/>
                    <a:pt x="22205" y="20291"/>
                  </a:cubicBezTo>
                  <a:lnTo>
                    <a:pt x="14537" y="22845"/>
                  </a:lnTo>
                  <a:lnTo>
                    <a:pt x="11342" y="14546"/>
                  </a:lnTo>
                  <a:lnTo>
                    <a:pt x="24122" y="9439"/>
                  </a:lnTo>
                  <a:cubicBezTo>
                    <a:pt x="26678" y="8800"/>
                    <a:pt x="27956" y="5608"/>
                    <a:pt x="26678" y="3055"/>
                  </a:cubicBezTo>
                  <a:cubicBezTo>
                    <a:pt x="26039" y="501"/>
                    <a:pt x="22844" y="-776"/>
                    <a:pt x="20288" y="501"/>
                  </a:cubicBezTo>
                  <a:lnTo>
                    <a:pt x="3035" y="6885"/>
                  </a:lnTo>
                  <a:cubicBezTo>
                    <a:pt x="1757" y="7523"/>
                    <a:pt x="1118" y="8162"/>
                    <a:pt x="479" y="9439"/>
                  </a:cubicBezTo>
                  <a:cubicBezTo>
                    <a:pt x="-160" y="10715"/>
                    <a:pt x="-160" y="11992"/>
                    <a:pt x="479" y="13269"/>
                  </a:cubicBezTo>
                  <a:lnTo>
                    <a:pt x="13898" y="48381"/>
                  </a:lnTo>
                  <a:cubicBezTo>
                    <a:pt x="14537" y="50296"/>
                    <a:pt x="16454" y="51573"/>
                    <a:pt x="18371" y="51573"/>
                  </a:cubicBezTo>
                  <a:cubicBezTo>
                    <a:pt x="19010" y="51573"/>
                    <a:pt x="19649" y="51573"/>
                    <a:pt x="20288" y="51573"/>
                  </a:cubicBezTo>
                  <a:lnTo>
                    <a:pt x="37541" y="45189"/>
                  </a:lnTo>
                  <a:cubicBezTo>
                    <a:pt x="40097" y="44550"/>
                    <a:pt x="41375" y="41358"/>
                    <a:pt x="40097" y="38805"/>
                  </a:cubicBezTo>
                  <a:cubicBezTo>
                    <a:pt x="40097" y="35613"/>
                    <a:pt x="36902" y="34336"/>
                    <a:pt x="34346" y="34974"/>
                  </a:cubicBezTo>
                  <a:close/>
                </a:path>
              </a:pathLst>
            </a:custGeom>
            <a:solidFill>
              <a:srgbClr val="26890D"/>
            </a:solidFill>
            <a:ln w="6390" cap="flat">
              <a:noFill/>
              <a:prstDash val="solid"/>
              <a:miter/>
            </a:ln>
          </p:spPr>
          <p:txBody>
            <a:bodyPr rtlCol="0" anchor="ctr"/>
            <a:lstStyle/>
            <a:p>
              <a:endParaRPr lang="en-US"/>
            </a:p>
          </p:txBody>
        </p:sp>
      </p:grpSp>
      <p:grpSp>
        <p:nvGrpSpPr>
          <p:cNvPr id="1170" name="Graphic 1039">
            <a:extLst>
              <a:ext uri="{FF2B5EF4-FFF2-40B4-BE49-F238E27FC236}">
                <a16:creationId xmlns:a16="http://schemas.microsoft.com/office/drawing/2014/main" id="{01DDF7C6-8958-6247-B3FA-89282B6EE9DA}"/>
              </a:ext>
            </a:extLst>
          </p:cNvPr>
          <p:cNvGrpSpPr/>
          <p:nvPr/>
        </p:nvGrpSpPr>
        <p:grpSpPr>
          <a:xfrm>
            <a:off x="467743" y="1402085"/>
            <a:ext cx="361670" cy="361333"/>
            <a:chOff x="467743" y="1402085"/>
            <a:chExt cx="361670" cy="361333"/>
          </a:xfrm>
          <a:solidFill>
            <a:srgbClr val="26890D"/>
          </a:solidFill>
        </p:grpSpPr>
        <p:sp>
          <p:nvSpPr>
            <p:cNvPr id="1171" name="Graphic 1039">
              <a:extLst>
                <a:ext uri="{FF2B5EF4-FFF2-40B4-BE49-F238E27FC236}">
                  <a16:creationId xmlns:a16="http://schemas.microsoft.com/office/drawing/2014/main" id="{2B9510FE-456D-2C47-8591-EB9718D07B52}"/>
                </a:ext>
              </a:extLst>
            </p:cNvPr>
            <p:cNvSpPr/>
            <p:nvPr/>
          </p:nvSpPr>
          <p:spPr>
            <a:xfrm>
              <a:off x="467743"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26890D"/>
            </a:solidFill>
            <a:ln w="6390" cap="flat">
              <a:noFill/>
              <a:prstDash val="solid"/>
              <a:miter/>
            </a:ln>
          </p:spPr>
          <p:txBody>
            <a:bodyPr rtlCol="0" anchor="ctr"/>
            <a:lstStyle/>
            <a:p>
              <a:endParaRPr lang="en-US"/>
            </a:p>
          </p:txBody>
        </p:sp>
        <p:sp>
          <p:nvSpPr>
            <p:cNvPr id="1172" name="Graphic 1039">
              <a:extLst>
                <a:ext uri="{FF2B5EF4-FFF2-40B4-BE49-F238E27FC236}">
                  <a16:creationId xmlns:a16="http://schemas.microsoft.com/office/drawing/2014/main" id="{7B8C27EC-4728-3B46-8386-8F4D91D7F12F}"/>
                </a:ext>
              </a:extLst>
            </p:cNvPr>
            <p:cNvSpPr/>
            <p:nvPr/>
          </p:nvSpPr>
          <p:spPr>
            <a:xfrm>
              <a:off x="584259" y="1605314"/>
              <a:ext cx="36065" cy="40000"/>
            </a:xfrm>
            <a:custGeom>
              <a:avLst/>
              <a:gdLst>
                <a:gd name="connsiteX0" fmla="*/ 30452 w 36065"/>
                <a:gd name="connsiteY0" fmla="*/ 23402 h 40000"/>
                <a:gd name="connsiteX1" fmla="*/ 20867 w 36065"/>
                <a:gd name="connsiteY1" fmla="*/ 27232 h 40000"/>
                <a:gd name="connsiteX2" fmla="*/ 25340 w 36065"/>
                <a:gd name="connsiteY2" fmla="*/ 8080 h 40000"/>
                <a:gd name="connsiteX3" fmla="*/ 18312 w 36065"/>
                <a:gd name="connsiteY3" fmla="*/ 1058 h 40000"/>
                <a:gd name="connsiteX4" fmla="*/ 8088 w 36065"/>
                <a:gd name="connsiteY4" fmla="*/ 419 h 40000"/>
                <a:gd name="connsiteX5" fmla="*/ 1059 w 36065"/>
                <a:gd name="connsiteY5" fmla="*/ 7442 h 40000"/>
                <a:gd name="connsiteX6" fmla="*/ 420 w 36065"/>
                <a:gd name="connsiteY6" fmla="*/ 17656 h 40000"/>
                <a:gd name="connsiteX7" fmla="*/ 6810 w 36065"/>
                <a:gd name="connsiteY7" fmla="*/ 20210 h 40000"/>
                <a:gd name="connsiteX8" fmla="*/ 9366 w 36065"/>
                <a:gd name="connsiteY8" fmla="*/ 13826 h 40000"/>
                <a:gd name="connsiteX9" fmla="*/ 9366 w 36065"/>
                <a:gd name="connsiteY9" fmla="*/ 11272 h 40000"/>
                <a:gd name="connsiteX10" fmla="*/ 11283 w 36065"/>
                <a:gd name="connsiteY10" fmla="*/ 9357 h 40000"/>
                <a:gd name="connsiteX11" fmla="*/ 13839 w 36065"/>
                <a:gd name="connsiteY11" fmla="*/ 9357 h 40000"/>
                <a:gd name="connsiteX12" fmla="*/ 15756 w 36065"/>
                <a:gd name="connsiteY12" fmla="*/ 10634 h 40000"/>
                <a:gd name="connsiteX13" fmla="*/ 6171 w 36065"/>
                <a:gd name="connsiteY13" fmla="*/ 31701 h 40000"/>
                <a:gd name="connsiteX14" fmla="*/ 6171 w 36065"/>
                <a:gd name="connsiteY14" fmla="*/ 38085 h 40000"/>
                <a:gd name="connsiteX15" fmla="*/ 10644 w 36065"/>
                <a:gd name="connsiteY15" fmla="*/ 40000 h 40000"/>
                <a:gd name="connsiteX16" fmla="*/ 11922 w 36065"/>
                <a:gd name="connsiteY16" fmla="*/ 40000 h 40000"/>
                <a:gd name="connsiteX17" fmla="*/ 33008 w 36065"/>
                <a:gd name="connsiteY17" fmla="*/ 32339 h 40000"/>
                <a:gd name="connsiteX18" fmla="*/ 35564 w 36065"/>
                <a:gd name="connsiteY18" fmla="*/ 25955 h 40000"/>
                <a:gd name="connsiteX19" fmla="*/ 30452 w 36065"/>
                <a:gd name="connsiteY19" fmla="*/ 23402 h 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065" h="40000">
                  <a:moveTo>
                    <a:pt x="30452" y="23402"/>
                  </a:moveTo>
                  <a:lnTo>
                    <a:pt x="20867" y="27232"/>
                  </a:lnTo>
                  <a:cubicBezTo>
                    <a:pt x="24062" y="20210"/>
                    <a:pt x="27257" y="12549"/>
                    <a:pt x="25340" y="8080"/>
                  </a:cubicBezTo>
                  <a:cubicBezTo>
                    <a:pt x="24062" y="4888"/>
                    <a:pt x="21507" y="2335"/>
                    <a:pt x="18312" y="1058"/>
                  </a:cubicBezTo>
                  <a:cubicBezTo>
                    <a:pt x="15117" y="-219"/>
                    <a:pt x="11283" y="-219"/>
                    <a:pt x="8088" y="419"/>
                  </a:cubicBezTo>
                  <a:cubicBezTo>
                    <a:pt x="4893" y="1696"/>
                    <a:pt x="2337" y="4250"/>
                    <a:pt x="1059" y="7442"/>
                  </a:cubicBezTo>
                  <a:cubicBezTo>
                    <a:pt x="-219" y="10634"/>
                    <a:pt x="-219" y="14464"/>
                    <a:pt x="420" y="17656"/>
                  </a:cubicBezTo>
                  <a:cubicBezTo>
                    <a:pt x="1059" y="20210"/>
                    <a:pt x="4254" y="21486"/>
                    <a:pt x="6810" y="20210"/>
                  </a:cubicBezTo>
                  <a:cubicBezTo>
                    <a:pt x="9366" y="19571"/>
                    <a:pt x="10644" y="16379"/>
                    <a:pt x="9366" y="13826"/>
                  </a:cubicBezTo>
                  <a:cubicBezTo>
                    <a:pt x="8727" y="13187"/>
                    <a:pt x="9366" y="11910"/>
                    <a:pt x="9366" y="11272"/>
                  </a:cubicBezTo>
                  <a:cubicBezTo>
                    <a:pt x="10005" y="10634"/>
                    <a:pt x="10644" y="9995"/>
                    <a:pt x="11283" y="9357"/>
                  </a:cubicBezTo>
                  <a:cubicBezTo>
                    <a:pt x="11922" y="8718"/>
                    <a:pt x="13200" y="9357"/>
                    <a:pt x="13839" y="9357"/>
                  </a:cubicBezTo>
                  <a:cubicBezTo>
                    <a:pt x="14478" y="9995"/>
                    <a:pt x="15117" y="10634"/>
                    <a:pt x="15756" y="10634"/>
                  </a:cubicBezTo>
                  <a:cubicBezTo>
                    <a:pt x="15756" y="13187"/>
                    <a:pt x="10644" y="26594"/>
                    <a:pt x="6171" y="31701"/>
                  </a:cubicBezTo>
                  <a:cubicBezTo>
                    <a:pt x="4893" y="33616"/>
                    <a:pt x="4254" y="36170"/>
                    <a:pt x="6171" y="38085"/>
                  </a:cubicBezTo>
                  <a:cubicBezTo>
                    <a:pt x="6810" y="39362"/>
                    <a:pt x="8727" y="40000"/>
                    <a:pt x="10644" y="40000"/>
                  </a:cubicBezTo>
                  <a:cubicBezTo>
                    <a:pt x="11283" y="40000"/>
                    <a:pt x="11922" y="40000"/>
                    <a:pt x="11922" y="40000"/>
                  </a:cubicBezTo>
                  <a:lnTo>
                    <a:pt x="33008" y="32339"/>
                  </a:lnTo>
                  <a:cubicBezTo>
                    <a:pt x="35564" y="31701"/>
                    <a:pt x="36842" y="28509"/>
                    <a:pt x="35564" y="25955"/>
                  </a:cubicBezTo>
                  <a:cubicBezTo>
                    <a:pt x="35564" y="24040"/>
                    <a:pt x="33008" y="22763"/>
                    <a:pt x="30452" y="23402"/>
                  </a:cubicBezTo>
                  <a:close/>
                </a:path>
              </a:pathLst>
            </a:custGeom>
            <a:solidFill>
              <a:srgbClr val="26890D"/>
            </a:solidFill>
            <a:ln w="6390" cap="flat">
              <a:noFill/>
              <a:prstDash val="solid"/>
              <a:miter/>
            </a:ln>
          </p:spPr>
          <p:txBody>
            <a:bodyPr rtlCol="0" anchor="ctr"/>
            <a:lstStyle/>
            <a:p>
              <a:endParaRPr lang="en-US"/>
            </a:p>
          </p:txBody>
        </p:sp>
        <p:sp>
          <p:nvSpPr>
            <p:cNvPr id="1173" name="Graphic 1039">
              <a:extLst>
                <a:ext uri="{FF2B5EF4-FFF2-40B4-BE49-F238E27FC236}">
                  <a16:creationId xmlns:a16="http://schemas.microsoft.com/office/drawing/2014/main" id="{FB4353F6-2893-8F41-B1DA-9B2D8CE4CD24}"/>
                </a:ext>
              </a:extLst>
            </p:cNvPr>
            <p:cNvSpPr/>
            <p:nvPr/>
          </p:nvSpPr>
          <p:spPr>
            <a:xfrm>
              <a:off x="619573" y="1587220"/>
              <a:ext cx="37813" cy="40857"/>
            </a:xfrm>
            <a:custGeom>
              <a:avLst/>
              <a:gdLst>
                <a:gd name="connsiteX0" fmla="*/ 31561 w 37813"/>
                <a:gd name="connsiteY0" fmla="*/ 19790 h 40857"/>
                <a:gd name="connsiteX1" fmla="*/ 25810 w 37813"/>
                <a:gd name="connsiteY1" fmla="*/ 21706 h 40857"/>
                <a:gd name="connsiteX2" fmla="*/ 18782 w 37813"/>
                <a:gd name="connsiteY2" fmla="*/ 3192 h 40857"/>
                <a:gd name="connsiteX3" fmla="*/ 14309 w 37813"/>
                <a:gd name="connsiteY3" fmla="*/ 0 h 40857"/>
                <a:gd name="connsiteX4" fmla="*/ 9836 w 37813"/>
                <a:gd name="connsiteY4" fmla="*/ 3192 h 40857"/>
                <a:gd name="connsiteX5" fmla="*/ 251 w 37813"/>
                <a:gd name="connsiteY5" fmla="*/ 33197 h 40857"/>
                <a:gd name="connsiteX6" fmla="*/ 1529 w 37813"/>
                <a:gd name="connsiteY6" fmla="*/ 38304 h 40857"/>
                <a:gd name="connsiteX7" fmla="*/ 6641 w 37813"/>
                <a:gd name="connsiteY7" fmla="*/ 39581 h 40857"/>
                <a:gd name="connsiteX8" fmla="*/ 20059 w 37813"/>
                <a:gd name="connsiteY8" fmla="*/ 34473 h 40857"/>
                <a:gd name="connsiteX9" fmla="*/ 21337 w 37813"/>
                <a:gd name="connsiteY9" fmla="*/ 37665 h 40857"/>
                <a:gd name="connsiteX10" fmla="*/ 25810 w 37813"/>
                <a:gd name="connsiteY10" fmla="*/ 40857 h 40857"/>
                <a:gd name="connsiteX11" fmla="*/ 27727 w 37813"/>
                <a:gd name="connsiteY11" fmla="*/ 40857 h 40857"/>
                <a:gd name="connsiteX12" fmla="*/ 30283 w 37813"/>
                <a:gd name="connsiteY12" fmla="*/ 34473 h 40857"/>
                <a:gd name="connsiteX13" fmla="*/ 29005 w 37813"/>
                <a:gd name="connsiteY13" fmla="*/ 31281 h 40857"/>
                <a:gd name="connsiteX14" fmla="*/ 34756 w 37813"/>
                <a:gd name="connsiteY14" fmla="*/ 29366 h 40857"/>
                <a:gd name="connsiteX15" fmla="*/ 37312 w 37813"/>
                <a:gd name="connsiteY15" fmla="*/ 22982 h 40857"/>
                <a:gd name="connsiteX16" fmla="*/ 31561 w 37813"/>
                <a:gd name="connsiteY16" fmla="*/ 19790 h 40857"/>
                <a:gd name="connsiteX17" fmla="*/ 12392 w 37813"/>
                <a:gd name="connsiteY17" fmla="*/ 26813 h 40857"/>
                <a:gd name="connsiteX18" fmla="*/ 14948 w 37813"/>
                <a:gd name="connsiteY18" fmla="*/ 19790 h 40857"/>
                <a:gd name="connsiteX19" fmla="*/ 16865 w 37813"/>
                <a:gd name="connsiteY19" fmla="*/ 25536 h 40857"/>
                <a:gd name="connsiteX20" fmla="*/ 12392 w 37813"/>
                <a:gd name="connsiteY20" fmla="*/ 26813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813" h="40857">
                  <a:moveTo>
                    <a:pt x="31561" y="19790"/>
                  </a:moveTo>
                  <a:lnTo>
                    <a:pt x="25810" y="21706"/>
                  </a:lnTo>
                  <a:lnTo>
                    <a:pt x="18782" y="3192"/>
                  </a:lnTo>
                  <a:cubicBezTo>
                    <a:pt x="18143" y="1277"/>
                    <a:pt x="16226" y="0"/>
                    <a:pt x="14309" y="0"/>
                  </a:cubicBezTo>
                  <a:cubicBezTo>
                    <a:pt x="12392" y="0"/>
                    <a:pt x="10475" y="1277"/>
                    <a:pt x="9836" y="3192"/>
                  </a:cubicBezTo>
                  <a:lnTo>
                    <a:pt x="251" y="33197"/>
                  </a:lnTo>
                  <a:cubicBezTo>
                    <a:pt x="-388" y="35112"/>
                    <a:pt x="251" y="37027"/>
                    <a:pt x="1529" y="38304"/>
                  </a:cubicBezTo>
                  <a:cubicBezTo>
                    <a:pt x="2807" y="39581"/>
                    <a:pt x="4724" y="40219"/>
                    <a:pt x="6641" y="39581"/>
                  </a:cubicBezTo>
                  <a:lnTo>
                    <a:pt x="20059" y="34473"/>
                  </a:lnTo>
                  <a:lnTo>
                    <a:pt x="21337" y="37665"/>
                  </a:lnTo>
                  <a:cubicBezTo>
                    <a:pt x="21976" y="39581"/>
                    <a:pt x="23893" y="40857"/>
                    <a:pt x="25810" y="40857"/>
                  </a:cubicBezTo>
                  <a:cubicBezTo>
                    <a:pt x="26449" y="40857"/>
                    <a:pt x="27088" y="40857"/>
                    <a:pt x="27727" y="40857"/>
                  </a:cubicBezTo>
                  <a:cubicBezTo>
                    <a:pt x="30283" y="40219"/>
                    <a:pt x="31561" y="37027"/>
                    <a:pt x="30283" y="34473"/>
                  </a:cubicBezTo>
                  <a:lnTo>
                    <a:pt x="29005" y="31281"/>
                  </a:lnTo>
                  <a:lnTo>
                    <a:pt x="34756" y="29366"/>
                  </a:lnTo>
                  <a:cubicBezTo>
                    <a:pt x="37312" y="28728"/>
                    <a:pt x="38590" y="25536"/>
                    <a:pt x="37312" y="22982"/>
                  </a:cubicBezTo>
                  <a:cubicBezTo>
                    <a:pt x="36673" y="19790"/>
                    <a:pt x="34117" y="18514"/>
                    <a:pt x="31561" y="19790"/>
                  </a:cubicBezTo>
                  <a:close/>
                  <a:moveTo>
                    <a:pt x="12392" y="26813"/>
                  </a:moveTo>
                  <a:lnTo>
                    <a:pt x="14948" y="19790"/>
                  </a:lnTo>
                  <a:lnTo>
                    <a:pt x="16865" y="25536"/>
                  </a:lnTo>
                  <a:lnTo>
                    <a:pt x="12392" y="26813"/>
                  </a:lnTo>
                  <a:close/>
                </a:path>
              </a:pathLst>
            </a:custGeom>
            <a:solidFill>
              <a:srgbClr val="26890D"/>
            </a:solidFill>
            <a:ln w="6390" cap="flat">
              <a:noFill/>
              <a:prstDash val="solid"/>
              <a:miter/>
            </a:ln>
          </p:spPr>
          <p:txBody>
            <a:bodyPr rtlCol="0" anchor="ctr"/>
            <a:lstStyle/>
            <a:p>
              <a:endParaRPr lang="en-US"/>
            </a:p>
          </p:txBody>
        </p:sp>
        <p:sp>
          <p:nvSpPr>
            <p:cNvPr id="1174" name="Graphic 1039">
              <a:extLst>
                <a:ext uri="{FF2B5EF4-FFF2-40B4-BE49-F238E27FC236}">
                  <a16:creationId xmlns:a16="http://schemas.microsoft.com/office/drawing/2014/main" id="{B4E1E439-879C-9F47-8426-FED5C78F3E46}"/>
                </a:ext>
              </a:extLst>
            </p:cNvPr>
            <p:cNvSpPr/>
            <p:nvPr/>
          </p:nvSpPr>
          <p:spPr>
            <a:xfrm>
              <a:off x="667109" y="1566153"/>
              <a:ext cx="11263" cy="60009"/>
            </a:xfrm>
            <a:custGeom>
              <a:avLst/>
              <a:gdLst>
                <a:gd name="connsiteX0" fmla="*/ 7029 w 11263"/>
                <a:gd name="connsiteY0" fmla="*/ 0 h 60009"/>
                <a:gd name="connsiteX1" fmla="*/ 1917 w 11263"/>
                <a:gd name="connsiteY1" fmla="*/ 4469 h 60009"/>
                <a:gd name="connsiteX2" fmla="*/ 0 w 11263"/>
                <a:gd name="connsiteY2" fmla="*/ 54902 h 60009"/>
                <a:gd name="connsiteX3" fmla="*/ 4473 w 11263"/>
                <a:gd name="connsiteY3" fmla="*/ 60009 h 60009"/>
                <a:gd name="connsiteX4" fmla="*/ 4473 w 11263"/>
                <a:gd name="connsiteY4" fmla="*/ 60009 h 60009"/>
                <a:gd name="connsiteX5" fmla="*/ 8946 w 11263"/>
                <a:gd name="connsiteY5" fmla="*/ 55541 h 60009"/>
                <a:gd name="connsiteX6" fmla="*/ 10863 w 11263"/>
                <a:gd name="connsiteY6" fmla="*/ 5107 h 60009"/>
                <a:gd name="connsiteX7" fmla="*/ 7029 w 11263"/>
                <a:gd name="connsiteY7" fmla="*/ 0 h 60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63" h="60009">
                  <a:moveTo>
                    <a:pt x="7029" y="0"/>
                  </a:moveTo>
                  <a:cubicBezTo>
                    <a:pt x="4473" y="0"/>
                    <a:pt x="1917" y="1915"/>
                    <a:pt x="1917" y="4469"/>
                  </a:cubicBezTo>
                  <a:lnTo>
                    <a:pt x="0" y="54902"/>
                  </a:lnTo>
                  <a:cubicBezTo>
                    <a:pt x="0" y="57456"/>
                    <a:pt x="1917" y="60009"/>
                    <a:pt x="4473" y="60009"/>
                  </a:cubicBezTo>
                  <a:cubicBezTo>
                    <a:pt x="4473" y="60009"/>
                    <a:pt x="4473" y="60009"/>
                    <a:pt x="4473" y="60009"/>
                  </a:cubicBezTo>
                  <a:cubicBezTo>
                    <a:pt x="7029" y="60009"/>
                    <a:pt x="8946" y="58094"/>
                    <a:pt x="8946" y="55541"/>
                  </a:cubicBezTo>
                  <a:lnTo>
                    <a:pt x="10863" y="5107"/>
                  </a:lnTo>
                  <a:cubicBezTo>
                    <a:pt x="12141" y="2554"/>
                    <a:pt x="10224" y="0"/>
                    <a:pt x="7029" y="0"/>
                  </a:cubicBezTo>
                  <a:close/>
                </a:path>
              </a:pathLst>
            </a:custGeom>
            <a:solidFill>
              <a:srgbClr val="26890D"/>
            </a:solidFill>
            <a:ln w="6390" cap="flat">
              <a:noFill/>
              <a:prstDash val="solid"/>
              <a:miter/>
            </a:ln>
          </p:spPr>
          <p:txBody>
            <a:bodyPr rtlCol="0" anchor="ctr"/>
            <a:lstStyle/>
            <a:p>
              <a:endParaRPr lang="en-US"/>
            </a:p>
          </p:txBody>
        </p:sp>
        <p:sp>
          <p:nvSpPr>
            <p:cNvPr id="1175" name="Graphic 1039">
              <a:extLst>
                <a:ext uri="{FF2B5EF4-FFF2-40B4-BE49-F238E27FC236}">
                  <a16:creationId xmlns:a16="http://schemas.microsoft.com/office/drawing/2014/main" id="{2B19A370-9ED3-EC41-868F-A2CC7404C3C1}"/>
                </a:ext>
              </a:extLst>
            </p:cNvPr>
            <p:cNvSpPr/>
            <p:nvPr/>
          </p:nvSpPr>
          <p:spPr>
            <a:xfrm>
              <a:off x="687055" y="1558492"/>
              <a:ext cx="29256" cy="49795"/>
            </a:xfrm>
            <a:custGeom>
              <a:avLst/>
              <a:gdLst>
                <a:gd name="connsiteX0" fmla="*/ 22866 w 29256"/>
                <a:gd name="connsiteY0" fmla="*/ 0 h 49795"/>
                <a:gd name="connsiteX1" fmla="*/ 3057 w 29256"/>
                <a:gd name="connsiteY1" fmla="*/ 7022 h 49795"/>
                <a:gd name="connsiteX2" fmla="*/ 501 w 29256"/>
                <a:gd name="connsiteY2" fmla="*/ 13406 h 49795"/>
                <a:gd name="connsiteX3" fmla="*/ 6891 w 29256"/>
                <a:gd name="connsiteY3" fmla="*/ 15960 h 49795"/>
                <a:gd name="connsiteX4" fmla="*/ 19671 w 29256"/>
                <a:gd name="connsiteY4" fmla="*/ 11491 h 49795"/>
                <a:gd name="connsiteX5" fmla="*/ 18393 w 29256"/>
                <a:gd name="connsiteY5" fmla="*/ 44688 h 49795"/>
                <a:gd name="connsiteX6" fmla="*/ 22866 w 29256"/>
                <a:gd name="connsiteY6" fmla="*/ 49795 h 49795"/>
                <a:gd name="connsiteX7" fmla="*/ 22866 w 29256"/>
                <a:gd name="connsiteY7" fmla="*/ 49795 h 49795"/>
                <a:gd name="connsiteX8" fmla="*/ 27339 w 29256"/>
                <a:gd name="connsiteY8" fmla="*/ 45326 h 49795"/>
                <a:gd name="connsiteX9" fmla="*/ 29256 w 29256"/>
                <a:gd name="connsiteY9" fmla="*/ 5107 h 49795"/>
                <a:gd name="connsiteX10" fmla="*/ 27339 w 29256"/>
                <a:gd name="connsiteY10" fmla="*/ 1277 h 49795"/>
                <a:gd name="connsiteX11" fmla="*/ 22866 w 29256"/>
                <a:gd name="connsiteY11" fmla="*/ 0 h 49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256" h="49795">
                  <a:moveTo>
                    <a:pt x="22866" y="0"/>
                  </a:moveTo>
                  <a:lnTo>
                    <a:pt x="3057" y="7022"/>
                  </a:lnTo>
                  <a:cubicBezTo>
                    <a:pt x="501" y="7661"/>
                    <a:pt x="-777" y="10853"/>
                    <a:pt x="501" y="13406"/>
                  </a:cubicBezTo>
                  <a:cubicBezTo>
                    <a:pt x="1140" y="15960"/>
                    <a:pt x="4335" y="17237"/>
                    <a:pt x="6891" y="15960"/>
                  </a:cubicBezTo>
                  <a:lnTo>
                    <a:pt x="19671" y="11491"/>
                  </a:lnTo>
                  <a:lnTo>
                    <a:pt x="18393" y="44688"/>
                  </a:lnTo>
                  <a:cubicBezTo>
                    <a:pt x="18393" y="47241"/>
                    <a:pt x="20310" y="49795"/>
                    <a:pt x="22866" y="49795"/>
                  </a:cubicBezTo>
                  <a:cubicBezTo>
                    <a:pt x="22866" y="49795"/>
                    <a:pt x="22866" y="49795"/>
                    <a:pt x="22866" y="49795"/>
                  </a:cubicBezTo>
                  <a:cubicBezTo>
                    <a:pt x="25422" y="49795"/>
                    <a:pt x="27339" y="47880"/>
                    <a:pt x="27339" y="45326"/>
                  </a:cubicBezTo>
                  <a:lnTo>
                    <a:pt x="29256" y="5107"/>
                  </a:lnTo>
                  <a:cubicBezTo>
                    <a:pt x="29256" y="3192"/>
                    <a:pt x="28617" y="1915"/>
                    <a:pt x="27339" y="1277"/>
                  </a:cubicBezTo>
                  <a:cubicBezTo>
                    <a:pt x="26061" y="638"/>
                    <a:pt x="24783" y="0"/>
                    <a:pt x="22866" y="0"/>
                  </a:cubicBezTo>
                  <a:close/>
                </a:path>
              </a:pathLst>
            </a:custGeom>
            <a:solidFill>
              <a:srgbClr val="26890D"/>
            </a:solidFill>
            <a:ln w="6390" cap="flat">
              <a:noFill/>
              <a:prstDash val="solid"/>
              <a:miter/>
            </a:ln>
          </p:spPr>
          <p:txBody>
            <a:bodyPr rtlCol="0" anchor="ctr"/>
            <a:lstStyle/>
            <a:p>
              <a:endParaRPr lang="en-US"/>
            </a:p>
          </p:txBody>
        </p:sp>
        <p:sp>
          <p:nvSpPr>
            <p:cNvPr id="1176" name="Graphic 1039">
              <a:extLst>
                <a:ext uri="{FF2B5EF4-FFF2-40B4-BE49-F238E27FC236}">
                  <a16:creationId xmlns:a16="http://schemas.microsoft.com/office/drawing/2014/main" id="{FEF82C3F-D5C3-7145-B3F4-BA8B48D5AB00}"/>
                </a:ext>
              </a:extLst>
            </p:cNvPr>
            <p:cNvSpPr/>
            <p:nvPr/>
          </p:nvSpPr>
          <p:spPr>
            <a:xfrm>
              <a:off x="536357" y="1482643"/>
              <a:ext cx="225081" cy="200975"/>
            </a:xfrm>
            <a:custGeom>
              <a:avLst/>
              <a:gdLst>
                <a:gd name="connsiteX0" fmla="*/ 200402 w 225081"/>
                <a:gd name="connsiteY0" fmla="*/ 55420 h 200975"/>
                <a:gd name="connsiteX1" fmla="*/ 178676 w 225081"/>
                <a:gd name="connsiteY1" fmla="*/ 45844 h 200975"/>
                <a:gd name="connsiteX2" fmla="*/ 176120 w 225081"/>
                <a:gd name="connsiteY2" fmla="*/ 47121 h 200975"/>
                <a:gd name="connsiteX3" fmla="*/ 105831 w 225081"/>
                <a:gd name="connsiteY3" fmla="*/ 10732 h 200975"/>
                <a:gd name="connsiteX4" fmla="*/ 96885 w 225081"/>
                <a:gd name="connsiteY4" fmla="*/ 1795 h 200975"/>
                <a:gd name="connsiteX5" fmla="*/ 81549 w 225081"/>
                <a:gd name="connsiteY5" fmla="*/ 1156 h 200975"/>
                <a:gd name="connsiteX6" fmla="*/ 68769 w 225081"/>
                <a:gd name="connsiteY6" fmla="*/ 23500 h 200975"/>
                <a:gd name="connsiteX7" fmla="*/ 13816 w 225081"/>
                <a:gd name="connsiteY7" fmla="*/ 106492 h 200975"/>
                <a:gd name="connsiteX8" fmla="*/ 10621 w 225081"/>
                <a:gd name="connsiteY8" fmla="*/ 107769 h 200975"/>
                <a:gd name="connsiteX9" fmla="*/ 1036 w 225081"/>
                <a:gd name="connsiteY9" fmla="*/ 128836 h 200975"/>
                <a:gd name="connsiteX10" fmla="*/ 24040 w 225081"/>
                <a:gd name="connsiteY10" fmla="*/ 190122 h 200975"/>
                <a:gd name="connsiteX11" fmla="*/ 32986 w 225081"/>
                <a:gd name="connsiteY11" fmla="*/ 199698 h 200975"/>
                <a:gd name="connsiteX12" fmla="*/ 40015 w 225081"/>
                <a:gd name="connsiteY12" fmla="*/ 200975 h 200975"/>
                <a:gd name="connsiteX13" fmla="*/ 45766 w 225081"/>
                <a:gd name="connsiteY13" fmla="*/ 199698 h 200975"/>
                <a:gd name="connsiteX14" fmla="*/ 214460 w 225081"/>
                <a:gd name="connsiteY14" fmla="*/ 137135 h 200975"/>
                <a:gd name="connsiteX15" fmla="*/ 224045 w 225081"/>
                <a:gd name="connsiteY15" fmla="*/ 116068 h 200975"/>
                <a:gd name="connsiteX16" fmla="*/ 200402 w 225081"/>
                <a:gd name="connsiteY16" fmla="*/ 55420 h 200975"/>
                <a:gd name="connsiteX17" fmla="*/ 86661 w 225081"/>
                <a:gd name="connsiteY17" fmla="*/ 12648 h 200975"/>
                <a:gd name="connsiteX18" fmla="*/ 89217 w 225081"/>
                <a:gd name="connsiteY18" fmla="*/ 12009 h 200975"/>
                <a:gd name="connsiteX19" fmla="*/ 92412 w 225081"/>
                <a:gd name="connsiteY19" fmla="*/ 12648 h 200975"/>
                <a:gd name="connsiteX20" fmla="*/ 96246 w 225081"/>
                <a:gd name="connsiteY20" fmla="*/ 16478 h 200975"/>
                <a:gd name="connsiteX21" fmla="*/ 91773 w 225081"/>
                <a:gd name="connsiteY21" fmla="*/ 26054 h 200975"/>
                <a:gd name="connsiteX22" fmla="*/ 82188 w 225081"/>
                <a:gd name="connsiteY22" fmla="*/ 21585 h 200975"/>
                <a:gd name="connsiteX23" fmla="*/ 86661 w 225081"/>
                <a:gd name="connsiteY23" fmla="*/ 12648 h 200975"/>
                <a:gd name="connsiteX24" fmla="*/ 76437 w 225081"/>
                <a:gd name="connsiteY24" fmla="*/ 35630 h 200975"/>
                <a:gd name="connsiteX25" fmla="*/ 80271 w 225081"/>
                <a:gd name="connsiteY25" fmla="*/ 38184 h 200975"/>
                <a:gd name="connsiteX26" fmla="*/ 88578 w 225081"/>
                <a:gd name="connsiteY26" fmla="*/ 40099 h 200975"/>
                <a:gd name="connsiteX27" fmla="*/ 95607 w 225081"/>
                <a:gd name="connsiteY27" fmla="*/ 38822 h 200975"/>
                <a:gd name="connsiteX28" fmla="*/ 107748 w 225081"/>
                <a:gd name="connsiteY28" fmla="*/ 26054 h 200975"/>
                <a:gd name="connsiteX29" fmla="*/ 160146 w 225081"/>
                <a:gd name="connsiteY29" fmla="*/ 52867 h 200975"/>
                <a:gd name="connsiteX30" fmla="*/ 34264 w 225081"/>
                <a:gd name="connsiteY30" fmla="*/ 99470 h 200975"/>
                <a:gd name="connsiteX31" fmla="*/ 76437 w 225081"/>
                <a:gd name="connsiteY31" fmla="*/ 35630 h 200975"/>
                <a:gd name="connsiteX32" fmla="*/ 209348 w 225081"/>
                <a:gd name="connsiteY32" fmla="*/ 126282 h 200975"/>
                <a:gd name="connsiteX33" fmla="*/ 40654 w 225081"/>
                <a:gd name="connsiteY33" fmla="*/ 188846 h 200975"/>
                <a:gd name="connsiteX34" fmla="*/ 37459 w 225081"/>
                <a:gd name="connsiteY34" fmla="*/ 188846 h 200975"/>
                <a:gd name="connsiteX35" fmla="*/ 35542 w 225081"/>
                <a:gd name="connsiteY35" fmla="*/ 186930 h 200975"/>
                <a:gd name="connsiteX36" fmla="*/ 12538 w 225081"/>
                <a:gd name="connsiteY36" fmla="*/ 125644 h 200975"/>
                <a:gd name="connsiteX37" fmla="*/ 15094 w 225081"/>
                <a:gd name="connsiteY37" fmla="*/ 120537 h 200975"/>
                <a:gd name="connsiteX38" fmla="*/ 183788 w 225081"/>
                <a:gd name="connsiteY38" fmla="*/ 57974 h 200975"/>
                <a:gd name="connsiteX39" fmla="*/ 185066 w 225081"/>
                <a:gd name="connsiteY39" fmla="*/ 57974 h 200975"/>
                <a:gd name="connsiteX40" fmla="*/ 188900 w 225081"/>
                <a:gd name="connsiteY40" fmla="*/ 60527 h 200975"/>
                <a:gd name="connsiteX41" fmla="*/ 211904 w 225081"/>
                <a:gd name="connsiteY41" fmla="*/ 121814 h 200975"/>
                <a:gd name="connsiteX42" fmla="*/ 209348 w 225081"/>
                <a:gd name="connsiteY42" fmla="*/ 126282 h 20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25081" h="200975">
                  <a:moveTo>
                    <a:pt x="200402" y="55420"/>
                  </a:moveTo>
                  <a:cubicBezTo>
                    <a:pt x="197207" y="47121"/>
                    <a:pt x="187622" y="42652"/>
                    <a:pt x="178676" y="45844"/>
                  </a:cubicBezTo>
                  <a:lnTo>
                    <a:pt x="176120" y="47121"/>
                  </a:lnTo>
                  <a:lnTo>
                    <a:pt x="105831" y="10732"/>
                  </a:lnTo>
                  <a:cubicBezTo>
                    <a:pt x="103914" y="6902"/>
                    <a:pt x="100719" y="3710"/>
                    <a:pt x="96885" y="1795"/>
                  </a:cubicBezTo>
                  <a:cubicBezTo>
                    <a:pt x="91773" y="-120"/>
                    <a:pt x="86661" y="-759"/>
                    <a:pt x="81549" y="1156"/>
                  </a:cubicBezTo>
                  <a:cubicBezTo>
                    <a:pt x="72603" y="4348"/>
                    <a:pt x="66852" y="13924"/>
                    <a:pt x="68769" y="23500"/>
                  </a:cubicBezTo>
                  <a:lnTo>
                    <a:pt x="13816" y="106492"/>
                  </a:lnTo>
                  <a:lnTo>
                    <a:pt x="10621" y="107769"/>
                  </a:lnTo>
                  <a:cubicBezTo>
                    <a:pt x="2314" y="110961"/>
                    <a:pt x="-2159" y="120537"/>
                    <a:pt x="1036" y="128836"/>
                  </a:cubicBezTo>
                  <a:lnTo>
                    <a:pt x="24040" y="190122"/>
                  </a:lnTo>
                  <a:cubicBezTo>
                    <a:pt x="25318" y="194591"/>
                    <a:pt x="28513" y="197783"/>
                    <a:pt x="32986" y="199698"/>
                  </a:cubicBezTo>
                  <a:cubicBezTo>
                    <a:pt x="34903" y="200975"/>
                    <a:pt x="37459" y="200975"/>
                    <a:pt x="40015" y="200975"/>
                  </a:cubicBezTo>
                  <a:cubicBezTo>
                    <a:pt x="41932" y="200975"/>
                    <a:pt x="43849" y="200337"/>
                    <a:pt x="45766" y="199698"/>
                  </a:cubicBezTo>
                  <a:lnTo>
                    <a:pt x="214460" y="137135"/>
                  </a:lnTo>
                  <a:cubicBezTo>
                    <a:pt x="222767" y="133943"/>
                    <a:pt x="227240" y="124367"/>
                    <a:pt x="224045" y="116068"/>
                  </a:cubicBezTo>
                  <a:lnTo>
                    <a:pt x="200402" y="55420"/>
                  </a:lnTo>
                  <a:close/>
                  <a:moveTo>
                    <a:pt x="86661" y="12648"/>
                  </a:moveTo>
                  <a:cubicBezTo>
                    <a:pt x="87300" y="12648"/>
                    <a:pt x="88578" y="12009"/>
                    <a:pt x="89217" y="12009"/>
                  </a:cubicBezTo>
                  <a:cubicBezTo>
                    <a:pt x="90495" y="12009"/>
                    <a:pt x="91134" y="12009"/>
                    <a:pt x="92412" y="12648"/>
                  </a:cubicBezTo>
                  <a:cubicBezTo>
                    <a:pt x="94329" y="13286"/>
                    <a:pt x="95607" y="15201"/>
                    <a:pt x="96246" y="16478"/>
                  </a:cubicBezTo>
                  <a:cubicBezTo>
                    <a:pt x="97524" y="20308"/>
                    <a:pt x="95607" y="24139"/>
                    <a:pt x="91773" y="26054"/>
                  </a:cubicBezTo>
                  <a:cubicBezTo>
                    <a:pt x="87939" y="27331"/>
                    <a:pt x="84105" y="25416"/>
                    <a:pt x="82188" y="21585"/>
                  </a:cubicBezTo>
                  <a:cubicBezTo>
                    <a:pt x="80910" y="18393"/>
                    <a:pt x="82827" y="14563"/>
                    <a:pt x="86661" y="12648"/>
                  </a:cubicBezTo>
                  <a:close/>
                  <a:moveTo>
                    <a:pt x="76437" y="35630"/>
                  </a:moveTo>
                  <a:cubicBezTo>
                    <a:pt x="77715" y="36907"/>
                    <a:pt x="78993" y="37545"/>
                    <a:pt x="80271" y="38184"/>
                  </a:cubicBezTo>
                  <a:cubicBezTo>
                    <a:pt x="82827" y="39460"/>
                    <a:pt x="86022" y="40099"/>
                    <a:pt x="88578" y="40099"/>
                  </a:cubicBezTo>
                  <a:cubicBezTo>
                    <a:pt x="91134" y="40099"/>
                    <a:pt x="93051" y="39460"/>
                    <a:pt x="95607" y="38822"/>
                  </a:cubicBezTo>
                  <a:cubicBezTo>
                    <a:pt x="101997" y="36268"/>
                    <a:pt x="105831" y="31800"/>
                    <a:pt x="107748" y="26054"/>
                  </a:cubicBezTo>
                  <a:lnTo>
                    <a:pt x="160146" y="52867"/>
                  </a:lnTo>
                  <a:lnTo>
                    <a:pt x="34264" y="99470"/>
                  </a:lnTo>
                  <a:lnTo>
                    <a:pt x="76437" y="35630"/>
                  </a:lnTo>
                  <a:close/>
                  <a:moveTo>
                    <a:pt x="209348" y="126282"/>
                  </a:moveTo>
                  <a:lnTo>
                    <a:pt x="40654" y="188846"/>
                  </a:lnTo>
                  <a:cubicBezTo>
                    <a:pt x="39376" y="189484"/>
                    <a:pt x="38737" y="189484"/>
                    <a:pt x="37459" y="188846"/>
                  </a:cubicBezTo>
                  <a:cubicBezTo>
                    <a:pt x="36181" y="188207"/>
                    <a:pt x="35542" y="187569"/>
                    <a:pt x="35542" y="186930"/>
                  </a:cubicBezTo>
                  <a:lnTo>
                    <a:pt x="12538" y="125644"/>
                  </a:lnTo>
                  <a:cubicBezTo>
                    <a:pt x="11899" y="123729"/>
                    <a:pt x="12538" y="121175"/>
                    <a:pt x="15094" y="120537"/>
                  </a:cubicBezTo>
                  <a:lnTo>
                    <a:pt x="183788" y="57974"/>
                  </a:lnTo>
                  <a:cubicBezTo>
                    <a:pt x="184427" y="57974"/>
                    <a:pt x="184427" y="57974"/>
                    <a:pt x="185066" y="57974"/>
                  </a:cubicBezTo>
                  <a:cubicBezTo>
                    <a:pt x="186344" y="57974"/>
                    <a:pt x="188261" y="59251"/>
                    <a:pt x="188900" y="60527"/>
                  </a:cubicBezTo>
                  <a:lnTo>
                    <a:pt x="211904" y="121814"/>
                  </a:lnTo>
                  <a:cubicBezTo>
                    <a:pt x="212543" y="123090"/>
                    <a:pt x="211265" y="125644"/>
                    <a:pt x="209348" y="126282"/>
                  </a:cubicBezTo>
                  <a:close/>
                </a:path>
              </a:pathLst>
            </a:custGeom>
            <a:solidFill>
              <a:srgbClr val="26890D"/>
            </a:solidFill>
            <a:ln w="6390" cap="flat">
              <a:noFill/>
              <a:prstDash val="solid"/>
              <a:miter/>
            </a:ln>
          </p:spPr>
          <p:txBody>
            <a:bodyPr rtlCol="0" anchor="ctr"/>
            <a:lstStyle/>
            <a:p>
              <a:endParaRPr lang="en-US"/>
            </a:p>
          </p:txBody>
        </p:sp>
      </p:grpSp>
      <p:grpSp>
        <p:nvGrpSpPr>
          <p:cNvPr id="1177" name="Graphic 1039">
            <a:extLst>
              <a:ext uri="{FF2B5EF4-FFF2-40B4-BE49-F238E27FC236}">
                <a16:creationId xmlns:a16="http://schemas.microsoft.com/office/drawing/2014/main" id="{17C70270-33BB-D441-B62A-322E7A1FFBF3}"/>
              </a:ext>
            </a:extLst>
          </p:cNvPr>
          <p:cNvGrpSpPr/>
          <p:nvPr/>
        </p:nvGrpSpPr>
        <p:grpSpPr>
          <a:xfrm>
            <a:off x="467743" y="2371173"/>
            <a:ext cx="361670" cy="361333"/>
            <a:chOff x="467743" y="2371173"/>
            <a:chExt cx="361670" cy="361333"/>
          </a:xfrm>
          <a:solidFill>
            <a:srgbClr val="26890D"/>
          </a:solidFill>
        </p:grpSpPr>
        <p:sp>
          <p:nvSpPr>
            <p:cNvPr id="1178" name="Graphic 1039">
              <a:extLst>
                <a:ext uri="{FF2B5EF4-FFF2-40B4-BE49-F238E27FC236}">
                  <a16:creationId xmlns:a16="http://schemas.microsoft.com/office/drawing/2014/main" id="{87E499C5-BB98-BE4F-AE6C-EC5052D50C00}"/>
                </a:ext>
              </a:extLst>
            </p:cNvPr>
            <p:cNvSpPr/>
            <p:nvPr/>
          </p:nvSpPr>
          <p:spPr>
            <a:xfrm>
              <a:off x="467743"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26890D"/>
            </a:solidFill>
            <a:ln w="6390" cap="flat">
              <a:noFill/>
              <a:prstDash val="solid"/>
              <a:miter/>
            </a:ln>
          </p:spPr>
          <p:txBody>
            <a:bodyPr rtlCol="0" anchor="ctr"/>
            <a:lstStyle/>
            <a:p>
              <a:endParaRPr lang="en-US"/>
            </a:p>
          </p:txBody>
        </p:sp>
        <p:sp>
          <p:nvSpPr>
            <p:cNvPr id="1179" name="Graphic 1039">
              <a:extLst>
                <a:ext uri="{FF2B5EF4-FFF2-40B4-BE49-F238E27FC236}">
                  <a16:creationId xmlns:a16="http://schemas.microsoft.com/office/drawing/2014/main" id="{67072701-8EA7-2B4C-A1F1-EB9F7733162E}"/>
                </a:ext>
              </a:extLst>
            </p:cNvPr>
            <p:cNvSpPr/>
            <p:nvPr/>
          </p:nvSpPr>
          <p:spPr>
            <a:xfrm>
              <a:off x="616628" y="2526942"/>
              <a:ext cx="40920" cy="71500"/>
            </a:xfrm>
            <a:custGeom>
              <a:avLst/>
              <a:gdLst>
                <a:gd name="connsiteX0" fmla="*/ 26838 w 40920"/>
                <a:gd name="connsiteY0" fmla="*/ 33835 h 71500"/>
                <a:gd name="connsiteX1" fmla="*/ 26838 w 40920"/>
                <a:gd name="connsiteY1" fmla="*/ 19790 h 71500"/>
                <a:gd name="connsiteX2" fmla="*/ 33228 w 40920"/>
                <a:gd name="connsiteY2" fmla="*/ 21706 h 71500"/>
                <a:gd name="connsiteX3" fmla="*/ 39618 w 40920"/>
                <a:gd name="connsiteY3" fmla="*/ 19152 h 71500"/>
                <a:gd name="connsiteX4" fmla="*/ 37062 w 40920"/>
                <a:gd name="connsiteY4" fmla="*/ 12768 h 71500"/>
                <a:gd name="connsiteX5" fmla="*/ 26838 w 40920"/>
                <a:gd name="connsiteY5" fmla="*/ 9576 h 71500"/>
                <a:gd name="connsiteX6" fmla="*/ 26838 w 40920"/>
                <a:gd name="connsiteY6" fmla="*/ 5107 h 71500"/>
                <a:gd name="connsiteX7" fmla="*/ 21726 w 40920"/>
                <a:gd name="connsiteY7" fmla="*/ 0 h 71500"/>
                <a:gd name="connsiteX8" fmla="*/ 16614 w 40920"/>
                <a:gd name="connsiteY8" fmla="*/ 5107 h 71500"/>
                <a:gd name="connsiteX9" fmla="*/ 16614 w 40920"/>
                <a:gd name="connsiteY9" fmla="*/ 9576 h 71500"/>
                <a:gd name="connsiteX10" fmla="*/ 11502 w 40920"/>
                <a:gd name="connsiteY10" fmla="*/ 11491 h 71500"/>
                <a:gd name="connsiteX11" fmla="*/ 1917 w 40920"/>
                <a:gd name="connsiteY11" fmla="*/ 23621 h 71500"/>
                <a:gd name="connsiteX12" fmla="*/ 5112 w 40920"/>
                <a:gd name="connsiteY12" fmla="*/ 35750 h 71500"/>
                <a:gd name="connsiteX13" fmla="*/ 15975 w 40920"/>
                <a:gd name="connsiteY13" fmla="*/ 41496 h 71500"/>
                <a:gd name="connsiteX14" fmla="*/ 15975 w 40920"/>
                <a:gd name="connsiteY14" fmla="*/ 54902 h 71500"/>
                <a:gd name="connsiteX15" fmla="*/ 7029 w 40920"/>
                <a:gd name="connsiteY15" fmla="*/ 51072 h 71500"/>
                <a:gd name="connsiteX16" fmla="*/ 639 w 40920"/>
                <a:gd name="connsiteY16" fmla="*/ 52987 h 71500"/>
                <a:gd name="connsiteX17" fmla="*/ 2556 w 40920"/>
                <a:gd name="connsiteY17" fmla="*/ 59371 h 71500"/>
                <a:gd name="connsiteX18" fmla="*/ 15975 w 40920"/>
                <a:gd name="connsiteY18" fmla="*/ 64478 h 71500"/>
                <a:gd name="connsiteX19" fmla="*/ 15975 w 40920"/>
                <a:gd name="connsiteY19" fmla="*/ 66393 h 71500"/>
                <a:gd name="connsiteX20" fmla="*/ 21087 w 40920"/>
                <a:gd name="connsiteY20" fmla="*/ 71500 h 71500"/>
                <a:gd name="connsiteX21" fmla="*/ 26199 w 40920"/>
                <a:gd name="connsiteY21" fmla="*/ 66393 h 71500"/>
                <a:gd name="connsiteX22" fmla="*/ 26199 w 40920"/>
                <a:gd name="connsiteY22" fmla="*/ 65117 h 71500"/>
                <a:gd name="connsiteX23" fmla="*/ 36423 w 40920"/>
                <a:gd name="connsiteY23" fmla="*/ 60648 h 71500"/>
                <a:gd name="connsiteX24" fmla="*/ 39618 w 40920"/>
                <a:gd name="connsiteY24" fmla="*/ 43411 h 71500"/>
                <a:gd name="connsiteX25" fmla="*/ 26838 w 40920"/>
                <a:gd name="connsiteY25" fmla="*/ 33835 h 71500"/>
                <a:gd name="connsiteX26" fmla="*/ 13419 w 40920"/>
                <a:gd name="connsiteY26" fmla="*/ 30005 h 71500"/>
                <a:gd name="connsiteX27" fmla="*/ 12141 w 40920"/>
                <a:gd name="connsiteY27" fmla="*/ 25536 h 71500"/>
                <a:gd name="connsiteX28" fmla="*/ 16614 w 40920"/>
                <a:gd name="connsiteY28" fmla="*/ 19790 h 71500"/>
                <a:gd name="connsiteX29" fmla="*/ 17253 w 40920"/>
                <a:gd name="connsiteY29" fmla="*/ 19790 h 71500"/>
                <a:gd name="connsiteX30" fmla="*/ 17253 w 40920"/>
                <a:gd name="connsiteY30" fmla="*/ 31920 h 71500"/>
                <a:gd name="connsiteX31" fmla="*/ 13419 w 40920"/>
                <a:gd name="connsiteY31" fmla="*/ 30005 h 71500"/>
                <a:gd name="connsiteX32" fmla="*/ 30033 w 40920"/>
                <a:gd name="connsiteY32" fmla="*/ 55541 h 71500"/>
                <a:gd name="connsiteX33" fmla="*/ 26838 w 40920"/>
                <a:gd name="connsiteY33" fmla="*/ 57456 h 71500"/>
                <a:gd name="connsiteX34" fmla="*/ 26838 w 40920"/>
                <a:gd name="connsiteY34" fmla="*/ 44688 h 71500"/>
                <a:gd name="connsiteX35" fmla="*/ 31950 w 40920"/>
                <a:gd name="connsiteY35" fmla="*/ 49157 h 71500"/>
                <a:gd name="connsiteX36" fmla="*/ 30033 w 40920"/>
                <a:gd name="connsiteY36" fmla="*/ 55541 h 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0920" h="71500">
                  <a:moveTo>
                    <a:pt x="26838" y="33835"/>
                  </a:moveTo>
                  <a:lnTo>
                    <a:pt x="26838" y="19790"/>
                  </a:lnTo>
                  <a:cubicBezTo>
                    <a:pt x="28755" y="20429"/>
                    <a:pt x="30672" y="21067"/>
                    <a:pt x="33228" y="21706"/>
                  </a:cubicBezTo>
                  <a:cubicBezTo>
                    <a:pt x="35784" y="22982"/>
                    <a:pt x="38340" y="21706"/>
                    <a:pt x="39618" y="19152"/>
                  </a:cubicBezTo>
                  <a:cubicBezTo>
                    <a:pt x="40896" y="16598"/>
                    <a:pt x="39618" y="14045"/>
                    <a:pt x="37062" y="12768"/>
                  </a:cubicBezTo>
                  <a:cubicBezTo>
                    <a:pt x="33228" y="11491"/>
                    <a:pt x="30033" y="10214"/>
                    <a:pt x="26838" y="9576"/>
                  </a:cubicBezTo>
                  <a:lnTo>
                    <a:pt x="26838" y="5107"/>
                  </a:lnTo>
                  <a:cubicBezTo>
                    <a:pt x="26838" y="2554"/>
                    <a:pt x="24921" y="0"/>
                    <a:pt x="21726" y="0"/>
                  </a:cubicBezTo>
                  <a:cubicBezTo>
                    <a:pt x="18531" y="0"/>
                    <a:pt x="16614" y="1915"/>
                    <a:pt x="16614" y="5107"/>
                  </a:cubicBezTo>
                  <a:lnTo>
                    <a:pt x="16614" y="9576"/>
                  </a:lnTo>
                  <a:cubicBezTo>
                    <a:pt x="14697" y="10214"/>
                    <a:pt x="12780" y="10853"/>
                    <a:pt x="11502" y="11491"/>
                  </a:cubicBezTo>
                  <a:cubicBezTo>
                    <a:pt x="5751" y="14683"/>
                    <a:pt x="3195" y="19790"/>
                    <a:pt x="1917" y="23621"/>
                  </a:cubicBezTo>
                  <a:cubicBezTo>
                    <a:pt x="1278" y="28089"/>
                    <a:pt x="2556" y="32558"/>
                    <a:pt x="5112" y="35750"/>
                  </a:cubicBezTo>
                  <a:cubicBezTo>
                    <a:pt x="7668" y="38942"/>
                    <a:pt x="11502" y="40857"/>
                    <a:pt x="15975" y="41496"/>
                  </a:cubicBezTo>
                  <a:lnTo>
                    <a:pt x="15975" y="54902"/>
                  </a:lnTo>
                  <a:cubicBezTo>
                    <a:pt x="12780" y="53625"/>
                    <a:pt x="8946" y="52349"/>
                    <a:pt x="7029" y="51072"/>
                  </a:cubicBezTo>
                  <a:cubicBezTo>
                    <a:pt x="4473" y="49795"/>
                    <a:pt x="1917" y="50433"/>
                    <a:pt x="639" y="52987"/>
                  </a:cubicBezTo>
                  <a:cubicBezTo>
                    <a:pt x="-639" y="55541"/>
                    <a:pt x="0" y="58094"/>
                    <a:pt x="2556" y="59371"/>
                  </a:cubicBezTo>
                  <a:cubicBezTo>
                    <a:pt x="3834" y="60009"/>
                    <a:pt x="9585" y="63201"/>
                    <a:pt x="15975" y="64478"/>
                  </a:cubicBezTo>
                  <a:lnTo>
                    <a:pt x="15975" y="66393"/>
                  </a:lnTo>
                  <a:cubicBezTo>
                    <a:pt x="15975" y="68947"/>
                    <a:pt x="17892" y="71500"/>
                    <a:pt x="21087" y="71500"/>
                  </a:cubicBezTo>
                  <a:cubicBezTo>
                    <a:pt x="24282" y="71500"/>
                    <a:pt x="26199" y="69585"/>
                    <a:pt x="26199" y="66393"/>
                  </a:cubicBezTo>
                  <a:lnTo>
                    <a:pt x="26199" y="65117"/>
                  </a:lnTo>
                  <a:cubicBezTo>
                    <a:pt x="30033" y="64478"/>
                    <a:pt x="33867" y="63201"/>
                    <a:pt x="36423" y="60648"/>
                  </a:cubicBezTo>
                  <a:cubicBezTo>
                    <a:pt x="40896" y="55541"/>
                    <a:pt x="42174" y="49157"/>
                    <a:pt x="39618" y="43411"/>
                  </a:cubicBezTo>
                  <a:cubicBezTo>
                    <a:pt x="37701" y="39581"/>
                    <a:pt x="32589" y="35112"/>
                    <a:pt x="26838" y="33835"/>
                  </a:cubicBezTo>
                  <a:close/>
                  <a:moveTo>
                    <a:pt x="13419" y="30005"/>
                  </a:moveTo>
                  <a:cubicBezTo>
                    <a:pt x="12141" y="28728"/>
                    <a:pt x="12141" y="27451"/>
                    <a:pt x="12141" y="25536"/>
                  </a:cubicBezTo>
                  <a:cubicBezTo>
                    <a:pt x="12141" y="25536"/>
                    <a:pt x="12780" y="21706"/>
                    <a:pt x="16614" y="19790"/>
                  </a:cubicBezTo>
                  <a:cubicBezTo>
                    <a:pt x="16614" y="19790"/>
                    <a:pt x="17253" y="19790"/>
                    <a:pt x="17253" y="19790"/>
                  </a:cubicBezTo>
                  <a:lnTo>
                    <a:pt x="17253" y="31920"/>
                  </a:lnTo>
                  <a:cubicBezTo>
                    <a:pt x="15336" y="31920"/>
                    <a:pt x="14058" y="31281"/>
                    <a:pt x="13419" y="30005"/>
                  </a:cubicBezTo>
                  <a:close/>
                  <a:moveTo>
                    <a:pt x="30033" y="55541"/>
                  </a:moveTo>
                  <a:cubicBezTo>
                    <a:pt x="29394" y="56179"/>
                    <a:pt x="28116" y="56817"/>
                    <a:pt x="26838" y="57456"/>
                  </a:cubicBezTo>
                  <a:lnTo>
                    <a:pt x="26838" y="44688"/>
                  </a:lnTo>
                  <a:cubicBezTo>
                    <a:pt x="29394" y="45965"/>
                    <a:pt x="30672" y="47241"/>
                    <a:pt x="31950" y="49157"/>
                  </a:cubicBezTo>
                  <a:cubicBezTo>
                    <a:pt x="32589" y="51072"/>
                    <a:pt x="31950" y="53625"/>
                    <a:pt x="30033" y="55541"/>
                  </a:cubicBezTo>
                  <a:close/>
                </a:path>
              </a:pathLst>
            </a:custGeom>
            <a:solidFill>
              <a:srgbClr val="26890D"/>
            </a:solidFill>
            <a:ln w="6390" cap="flat">
              <a:noFill/>
              <a:prstDash val="solid"/>
              <a:miter/>
            </a:ln>
          </p:spPr>
          <p:txBody>
            <a:bodyPr rtlCol="0" anchor="ctr"/>
            <a:lstStyle/>
            <a:p>
              <a:endParaRPr lang="en-US"/>
            </a:p>
          </p:txBody>
        </p:sp>
        <p:sp>
          <p:nvSpPr>
            <p:cNvPr id="1180" name="Graphic 1039">
              <a:extLst>
                <a:ext uri="{FF2B5EF4-FFF2-40B4-BE49-F238E27FC236}">
                  <a16:creationId xmlns:a16="http://schemas.microsoft.com/office/drawing/2014/main" id="{91A1BFC8-CBD9-C040-80C3-B3ED3A4B3F5A}"/>
                </a:ext>
              </a:extLst>
            </p:cNvPr>
            <p:cNvSpPr/>
            <p:nvPr/>
          </p:nvSpPr>
          <p:spPr>
            <a:xfrm>
              <a:off x="564870" y="2447143"/>
              <a:ext cx="168055" cy="209394"/>
            </a:xfrm>
            <a:custGeom>
              <a:avLst/>
              <a:gdLst>
                <a:gd name="connsiteX0" fmla="*/ 160387 w 168055"/>
                <a:gd name="connsiteY0" fmla="*/ 52349 h 209394"/>
                <a:gd name="connsiteX1" fmla="*/ 136106 w 168055"/>
                <a:gd name="connsiteY1" fmla="*/ 40219 h 209394"/>
                <a:gd name="connsiteX2" fmla="*/ 136106 w 168055"/>
                <a:gd name="connsiteY2" fmla="*/ 40219 h 209394"/>
                <a:gd name="connsiteX3" fmla="*/ 134828 w 168055"/>
                <a:gd name="connsiteY3" fmla="*/ 39581 h 209394"/>
                <a:gd name="connsiteX4" fmla="*/ 133550 w 168055"/>
                <a:gd name="connsiteY4" fmla="*/ 39581 h 209394"/>
                <a:gd name="connsiteX5" fmla="*/ 133550 w 168055"/>
                <a:gd name="connsiteY5" fmla="*/ 39581 h 209394"/>
                <a:gd name="connsiteX6" fmla="*/ 115019 w 168055"/>
                <a:gd name="connsiteY6" fmla="*/ 39581 h 209394"/>
                <a:gd name="connsiteX7" fmla="*/ 106073 w 168055"/>
                <a:gd name="connsiteY7" fmla="*/ 10853 h 209394"/>
                <a:gd name="connsiteX8" fmla="*/ 79874 w 168055"/>
                <a:gd name="connsiteY8" fmla="*/ 0 h 209394"/>
                <a:gd name="connsiteX9" fmla="*/ 51758 w 168055"/>
                <a:gd name="connsiteY9" fmla="*/ 11491 h 209394"/>
                <a:gd name="connsiteX10" fmla="*/ 43452 w 168055"/>
                <a:gd name="connsiteY10" fmla="*/ 39581 h 209394"/>
                <a:gd name="connsiteX11" fmla="*/ 10224 w 168055"/>
                <a:gd name="connsiteY11" fmla="*/ 39581 h 209394"/>
                <a:gd name="connsiteX12" fmla="*/ 3834 w 168055"/>
                <a:gd name="connsiteY12" fmla="*/ 45965 h 209394"/>
                <a:gd name="connsiteX13" fmla="*/ 0 w 168055"/>
                <a:gd name="connsiteY13" fmla="*/ 203011 h 209394"/>
                <a:gd name="connsiteX14" fmla="*/ 1917 w 168055"/>
                <a:gd name="connsiteY14" fmla="*/ 207479 h 209394"/>
                <a:gd name="connsiteX15" fmla="*/ 6390 w 168055"/>
                <a:gd name="connsiteY15" fmla="*/ 209395 h 209394"/>
                <a:gd name="connsiteX16" fmla="*/ 137384 w 168055"/>
                <a:gd name="connsiteY16" fmla="*/ 209395 h 209394"/>
                <a:gd name="connsiteX17" fmla="*/ 141857 w 168055"/>
                <a:gd name="connsiteY17" fmla="*/ 207479 h 209394"/>
                <a:gd name="connsiteX18" fmla="*/ 142496 w 168055"/>
                <a:gd name="connsiteY18" fmla="*/ 206841 h 209394"/>
                <a:gd name="connsiteX19" fmla="*/ 166138 w 168055"/>
                <a:gd name="connsiteY19" fmla="*/ 183859 h 209394"/>
                <a:gd name="connsiteX20" fmla="*/ 168055 w 168055"/>
                <a:gd name="connsiteY20" fmla="*/ 179390 h 209394"/>
                <a:gd name="connsiteX21" fmla="*/ 164860 w 168055"/>
                <a:gd name="connsiteY21" fmla="*/ 58094 h 209394"/>
                <a:gd name="connsiteX22" fmla="*/ 160387 w 168055"/>
                <a:gd name="connsiteY22" fmla="*/ 52349 h 209394"/>
                <a:gd name="connsiteX23" fmla="*/ 61343 w 168055"/>
                <a:gd name="connsiteY23" fmla="*/ 19790 h 209394"/>
                <a:gd name="connsiteX24" fmla="*/ 79235 w 168055"/>
                <a:gd name="connsiteY24" fmla="*/ 13406 h 209394"/>
                <a:gd name="connsiteX25" fmla="*/ 95210 w 168055"/>
                <a:gd name="connsiteY25" fmla="*/ 19790 h 209394"/>
                <a:gd name="connsiteX26" fmla="*/ 101600 w 168055"/>
                <a:gd name="connsiteY26" fmla="*/ 40219 h 209394"/>
                <a:gd name="connsiteX27" fmla="*/ 56231 w 168055"/>
                <a:gd name="connsiteY27" fmla="*/ 40219 h 209394"/>
                <a:gd name="connsiteX28" fmla="*/ 61343 w 168055"/>
                <a:gd name="connsiteY28" fmla="*/ 19790 h 209394"/>
                <a:gd name="connsiteX29" fmla="*/ 15975 w 168055"/>
                <a:gd name="connsiteY29" fmla="*/ 52349 h 209394"/>
                <a:gd name="connsiteX30" fmla="*/ 127160 w 168055"/>
                <a:gd name="connsiteY30" fmla="*/ 52349 h 209394"/>
                <a:gd name="connsiteX31" fmla="*/ 130355 w 168055"/>
                <a:gd name="connsiteY31" fmla="*/ 196627 h 209394"/>
                <a:gd name="connsiteX32" fmla="*/ 12780 w 168055"/>
                <a:gd name="connsiteY32" fmla="*/ 196627 h 209394"/>
                <a:gd name="connsiteX33" fmla="*/ 15975 w 168055"/>
                <a:gd name="connsiteY33" fmla="*/ 52349 h 209394"/>
                <a:gd name="connsiteX34" fmla="*/ 143135 w 168055"/>
                <a:gd name="connsiteY34" fmla="*/ 187689 h 209394"/>
                <a:gd name="connsiteX35" fmla="*/ 139940 w 168055"/>
                <a:gd name="connsiteY35" fmla="*/ 56179 h 209394"/>
                <a:gd name="connsiteX36" fmla="*/ 151441 w 168055"/>
                <a:gd name="connsiteY36" fmla="*/ 61925 h 209394"/>
                <a:gd name="connsiteX37" fmla="*/ 154636 w 168055"/>
                <a:gd name="connsiteY37" fmla="*/ 176198 h 209394"/>
                <a:gd name="connsiteX38" fmla="*/ 143135 w 168055"/>
                <a:gd name="connsiteY38" fmla="*/ 187689 h 20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68055" h="209394">
                  <a:moveTo>
                    <a:pt x="160387" y="52349"/>
                  </a:moveTo>
                  <a:lnTo>
                    <a:pt x="136106" y="40219"/>
                  </a:lnTo>
                  <a:cubicBezTo>
                    <a:pt x="136106" y="40219"/>
                    <a:pt x="136106" y="40219"/>
                    <a:pt x="136106" y="40219"/>
                  </a:cubicBezTo>
                  <a:cubicBezTo>
                    <a:pt x="135467" y="40219"/>
                    <a:pt x="135467" y="40219"/>
                    <a:pt x="134828" y="39581"/>
                  </a:cubicBezTo>
                  <a:cubicBezTo>
                    <a:pt x="134189" y="39581"/>
                    <a:pt x="134189" y="39581"/>
                    <a:pt x="133550" y="39581"/>
                  </a:cubicBezTo>
                  <a:cubicBezTo>
                    <a:pt x="133550" y="39581"/>
                    <a:pt x="133550" y="39581"/>
                    <a:pt x="133550" y="39581"/>
                  </a:cubicBezTo>
                  <a:lnTo>
                    <a:pt x="115019" y="39581"/>
                  </a:lnTo>
                  <a:cubicBezTo>
                    <a:pt x="115019" y="31920"/>
                    <a:pt x="113741" y="19790"/>
                    <a:pt x="106073" y="10853"/>
                  </a:cubicBezTo>
                  <a:cubicBezTo>
                    <a:pt x="99683" y="3830"/>
                    <a:pt x="91376" y="0"/>
                    <a:pt x="79874" y="0"/>
                  </a:cubicBezTo>
                  <a:cubicBezTo>
                    <a:pt x="67733" y="0"/>
                    <a:pt x="58148" y="3830"/>
                    <a:pt x="51758" y="11491"/>
                  </a:cubicBezTo>
                  <a:cubicBezTo>
                    <a:pt x="44091" y="20429"/>
                    <a:pt x="43452" y="33197"/>
                    <a:pt x="43452" y="39581"/>
                  </a:cubicBezTo>
                  <a:lnTo>
                    <a:pt x="10224" y="39581"/>
                  </a:lnTo>
                  <a:cubicBezTo>
                    <a:pt x="7029" y="39581"/>
                    <a:pt x="3834" y="42134"/>
                    <a:pt x="3834" y="45965"/>
                  </a:cubicBezTo>
                  <a:lnTo>
                    <a:pt x="0" y="203011"/>
                  </a:lnTo>
                  <a:cubicBezTo>
                    <a:pt x="0" y="204926"/>
                    <a:pt x="639" y="206203"/>
                    <a:pt x="1917" y="207479"/>
                  </a:cubicBezTo>
                  <a:cubicBezTo>
                    <a:pt x="3195" y="208756"/>
                    <a:pt x="4473" y="209395"/>
                    <a:pt x="6390" y="209395"/>
                  </a:cubicBezTo>
                  <a:lnTo>
                    <a:pt x="137384" y="209395"/>
                  </a:lnTo>
                  <a:cubicBezTo>
                    <a:pt x="139301" y="209395"/>
                    <a:pt x="140579" y="208756"/>
                    <a:pt x="141857" y="207479"/>
                  </a:cubicBezTo>
                  <a:cubicBezTo>
                    <a:pt x="141857" y="207479"/>
                    <a:pt x="141857" y="206841"/>
                    <a:pt x="142496" y="206841"/>
                  </a:cubicBezTo>
                  <a:lnTo>
                    <a:pt x="166138" y="183859"/>
                  </a:lnTo>
                  <a:cubicBezTo>
                    <a:pt x="167416" y="182582"/>
                    <a:pt x="168055" y="180667"/>
                    <a:pt x="168055" y="179390"/>
                  </a:cubicBezTo>
                  <a:lnTo>
                    <a:pt x="164860" y="58094"/>
                  </a:lnTo>
                  <a:cubicBezTo>
                    <a:pt x="163582" y="55541"/>
                    <a:pt x="162304" y="53625"/>
                    <a:pt x="160387" y="52349"/>
                  </a:cubicBezTo>
                  <a:close/>
                  <a:moveTo>
                    <a:pt x="61343" y="19790"/>
                  </a:moveTo>
                  <a:cubicBezTo>
                    <a:pt x="65177" y="15322"/>
                    <a:pt x="70928" y="13406"/>
                    <a:pt x="79235" y="13406"/>
                  </a:cubicBezTo>
                  <a:cubicBezTo>
                    <a:pt x="86264" y="13406"/>
                    <a:pt x="92015" y="15322"/>
                    <a:pt x="95210" y="19790"/>
                  </a:cubicBezTo>
                  <a:cubicBezTo>
                    <a:pt x="100322" y="25536"/>
                    <a:pt x="100961" y="34473"/>
                    <a:pt x="101600" y="40219"/>
                  </a:cubicBezTo>
                  <a:lnTo>
                    <a:pt x="56231" y="40219"/>
                  </a:lnTo>
                  <a:cubicBezTo>
                    <a:pt x="56231" y="35112"/>
                    <a:pt x="56231" y="26174"/>
                    <a:pt x="61343" y="19790"/>
                  </a:cubicBezTo>
                  <a:close/>
                  <a:moveTo>
                    <a:pt x="15975" y="52349"/>
                  </a:moveTo>
                  <a:lnTo>
                    <a:pt x="127160" y="52349"/>
                  </a:lnTo>
                  <a:lnTo>
                    <a:pt x="130355" y="196627"/>
                  </a:lnTo>
                  <a:lnTo>
                    <a:pt x="12780" y="196627"/>
                  </a:lnTo>
                  <a:lnTo>
                    <a:pt x="15975" y="52349"/>
                  </a:lnTo>
                  <a:close/>
                  <a:moveTo>
                    <a:pt x="143135" y="187689"/>
                  </a:moveTo>
                  <a:lnTo>
                    <a:pt x="139940" y="56179"/>
                  </a:lnTo>
                  <a:lnTo>
                    <a:pt x="151441" y="61925"/>
                  </a:lnTo>
                  <a:lnTo>
                    <a:pt x="154636" y="176198"/>
                  </a:lnTo>
                  <a:lnTo>
                    <a:pt x="143135" y="187689"/>
                  </a:lnTo>
                  <a:close/>
                </a:path>
              </a:pathLst>
            </a:custGeom>
            <a:solidFill>
              <a:srgbClr val="26890D"/>
            </a:solidFill>
            <a:ln w="6390" cap="flat">
              <a:noFill/>
              <a:prstDash val="solid"/>
              <a:miter/>
            </a:ln>
          </p:spPr>
          <p:txBody>
            <a:bodyPr rtlCol="0" anchor="ctr"/>
            <a:lstStyle/>
            <a:p>
              <a:endParaRPr lang="en-US"/>
            </a:p>
          </p:txBody>
        </p:sp>
      </p:grpSp>
      <p:grpSp>
        <p:nvGrpSpPr>
          <p:cNvPr id="1181" name="Graphic 1039">
            <a:extLst>
              <a:ext uri="{FF2B5EF4-FFF2-40B4-BE49-F238E27FC236}">
                <a16:creationId xmlns:a16="http://schemas.microsoft.com/office/drawing/2014/main" id="{49D391B1-260C-9D45-A50F-11832DCD5FBE}"/>
              </a:ext>
            </a:extLst>
          </p:cNvPr>
          <p:cNvGrpSpPr/>
          <p:nvPr/>
        </p:nvGrpSpPr>
        <p:grpSpPr>
          <a:xfrm>
            <a:off x="467743" y="1893013"/>
            <a:ext cx="361670" cy="361333"/>
            <a:chOff x="467743" y="1893013"/>
            <a:chExt cx="361670" cy="361333"/>
          </a:xfrm>
          <a:solidFill>
            <a:srgbClr val="26890D"/>
          </a:solidFill>
        </p:grpSpPr>
        <p:sp>
          <p:nvSpPr>
            <p:cNvPr id="1182" name="Graphic 1039">
              <a:extLst>
                <a:ext uri="{FF2B5EF4-FFF2-40B4-BE49-F238E27FC236}">
                  <a16:creationId xmlns:a16="http://schemas.microsoft.com/office/drawing/2014/main" id="{2A185F47-53E7-A64A-B8C5-B6571D91198D}"/>
                </a:ext>
              </a:extLst>
            </p:cNvPr>
            <p:cNvSpPr/>
            <p:nvPr/>
          </p:nvSpPr>
          <p:spPr>
            <a:xfrm>
              <a:off x="467743"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26890D"/>
            </a:solidFill>
            <a:ln w="6390" cap="flat">
              <a:noFill/>
              <a:prstDash val="solid"/>
              <a:miter/>
            </a:ln>
          </p:spPr>
          <p:txBody>
            <a:bodyPr rtlCol="0" anchor="ctr"/>
            <a:lstStyle/>
            <a:p>
              <a:endParaRPr lang="en-US"/>
            </a:p>
          </p:txBody>
        </p:sp>
        <p:sp>
          <p:nvSpPr>
            <p:cNvPr id="1183" name="Graphic 1039">
              <a:extLst>
                <a:ext uri="{FF2B5EF4-FFF2-40B4-BE49-F238E27FC236}">
                  <a16:creationId xmlns:a16="http://schemas.microsoft.com/office/drawing/2014/main" id="{88921EED-89D8-D345-98AF-B35320543F85}"/>
                </a:ext>
              </a:extLst>
            </p:cNvPr>
            <p:cNvSpPr/>
            <p:nvPr/>
          </p:nvSpPr>
          <p:spPr>
            <a:xfrm>
              <a:off x="577650" y="1968663"/>
              <a:ext cx="139300" cy="210352"/>
            </a:xfrm>
            <a:custGeom>
              <a:avLst/>
              <a:gdLst>
                <a:gd name="connsiteX0" fmla="*/ 118853 w 139300"/>
                <a:gd name="connsiteY0" fmla="*/ 3511 h 210352"/>
                <a:gd name="connsiteX1" fmla="*/ 111185 w 139300"/>
                <a:gd name="connsiteY1" fmla="*/ 2234 h 210352"/>
                <a:gd name="connsiteX2" fmla="*/ 90737 w 139300"/>
                <a:gd name="connsiteY2" fmla="*/ 13087 h 210352"/>
                <a:gd name="connsiteX3" fmla="*/ 73484 w 139300"/>
                <a:gd name="connsiteY3" fmla="*/ 958 h 210352"/>
                <a:gd name="connsiteX4" fmla="*/ 65816 w 139300"/>
                <a:gd name="connsiteY4" fmla="*/ 958 h 210352"/>
                <a:gd name="connsiteX5" fmla="*/ 46647 w 139300"/>
                <a:gd name="connsiteY5" fmla="*/ 14364 h 210352"/>
                <a:gd name="connsiteX6" fmla="*/ 30672 w 139300"/>
                <a:gd name="connsiteY6" fmla="*/ 2873 h 210352"/>
                <a:gd name="connsiteX7" fmla="*/ 23004 w 139300"/>
                <a:gd name="connsiteY7" fmla="*/ 2873 h 210352"/>
                <a:gd name="connsiteX8" fmla="*/ 2556 w 139300"/>
                <a:gd name="connsiteY8" fmla="*/ 18194 h 210352"/>
                <a:gd name="connsiteX9" fmla="*/ 0 w 139300"/>
                <a:gd name="connsiteY9" fmla="*/ 23301 h 210352"/>
                <a:gd name="connsiteX10" fmla="*/ 0 w 139300"/>
                <a:gd name="connsiteY10" fmla="*/ 203968 h 210352"/>
                <a:gd name="connsiteX11" fmla="*/ 6390 w 139300"/>
                <a:gd name="connsiteY11" fmla="*/ 210352 h 210352"/>
                <a:gd name="connsiteX12" fmla="*/ 132911 w 139300"/>
                <a:gd name="connsiteY12" fmla="*/ 210352 h 210352"/>
                <a:gd name="connsiteX13" fmla="*/ 139301 w 139300"/>
                <a:gd name="connsiteY13" fmla="*/ 203968 h 210352"/>
                <a:gd name="connsiteX14" fmla="*/ 139301 w 139300"/>
                <a:gd name="connsiteY14" fmla="*/ 27132 h 210352"/>
                <a:gd name="connsiteX15" fmla="*/ 137384 w 139300"/>
                <a:gd name="connsiteY15" fmla="*/ 22663 h 210352"/>
                <a:gd name="connsiteX16" fmla="*/ 118853 w 139300"/>
                <a:gd name="connsiteY16" fmla="*/ 3511 h 210352"/>
                <a:gd name="connsiteX17" fmla="*/ 127799 w 139300"/>
                <a:gd name="connsiteY17" fmla="*/ 197584 h 210352"/>
                <a:gd name="connsiteX18" fmla="*/ 14058 w 139300"/>
                <a:gd name="connsiteY18" fmla="*/ 197584 h 210352"/>
                <a:gd name="connsiteX19" fmla="*/ 14058 w 139300"/>
                <a:gd name="connsiteY19" fmla="*/ 26493 h 210352"/>
                <a:gd name="connsiteX20" fmla="*/ 28116 w 139300"/>
                <a:gd name="connsiteY20" fmla="*/ 15641 h 210352"/>
                <a:gd name="connsiteX21" fmla="*/ 44091 w 139300"/>
                <a:gd name="connsiteY21" fmla="*/ 27132 h 210352"/>
                <a:gd name="connsiteX22" fmla="*/ 51758 w 139300"/>
                <a:gd name="connsiteY22" fmla="*/ 27132 h 210352"/>
                <a:gd name="connsiteX23" fmla="*/ 70928 w 139300"/>
                <a:gd name="connsiteY23" fmla="*/ 13725 h 210352"/>
                <a:gd name="connsiteX24" fmla="*/ 87542 w 139300"/>
                <a:gd name="connsiteY24" fmla="*/ 25217 h 210352"/>
                <a:gd name="connsiteX25" fmla="*/ 93932 w 139300"/>
                <a:gd name="connsiteY25" fmla="*/ 25855 h 210352"/>
                <a:gd name="connsiteX26" fmla="*/ 113741 w 139300"/>
                <a:gd name="connsiteY26" fmla="*/ 15641 h 210352"/>
                <a:gd name="connsiteX27" fmla="*/ 128438 w 139300"/>
                <a:gd name="connsiteY27" fmla="*/ 29685 h 210352"/>
                <a:gd name="connsiteX28" fmla="*/ 128438 w 139300"/>
                <a:gd name="connsiteY28" fmla="*/ 197584 h 210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39300" h="210352">
                  <a:moveTo>
                    <a:pt x="118853" y="3511"/>
                  </a:moveTo>
                  <a:cubicBezTo>
                    <a:pt x="116936" y="1596"/>
                    <a:pt x="113741" y="958"/>
                    <a:pt x="111185" y="2234"/>
                  </a:cubicBezTo>
                  <a:lnTo>
                    <a:pt x="90737" y="13087"/>
                  </a:lnTo>
                  <a:lnTo>
                    <a:pt x="73484" y="958"/>
                  </a:lnTo>
                  <a:cubicBezTo>
                    <a:pt x="71567" y="-319"/>
                    <a:pt x="68372" y="-319"/>
                    <a:pt x="65816" y="958"/>
                  </a:cubicBezTo>
                  <a:lnTo>
                    <a:pt x="46647" y="14364"/>
                  </a:lnTo>
                  <a:lnTo>
                    <a:pt x="30672" y="2873"/>
                  </a:lnTo>
                  <a:cubicBezTo>
                    <a:pt x="28116" y="958"/>
                    <a:pt x="25560" y="958"/>
                    <a:pt x="23004" y="2873"/>
                  </a:cubicBezTo>
                  <a:lnTo>
                    <a:pt x="2556" y="18194"/>
                  </a:lnTo>
                  <a:cubicBezTo>
                    <a:pt x="639" y="19471"/>
                    <a:pt x="0" y="21386"/>
                    <a:pt x="0" y="23301"/>
                  </a:cubicBezTo>
                  <a:lnTo>
                    <a:pt x="0" y="203968"/>
                  </a:lnTo>
                  <a:cubicBezTo>
                    <a:pt x="0" y="207799"/>
                    <a:pt x="2556" y="210352"/>
                    <a:pt x="6390" y="210352"/>
                  </a:cubicBezTo>
                  <a:lnTo>
                    <a:pt x="132911" y="210352"/>
                  </a:lnTo>
                  <a:cubicBezTo>
                    <a:pt x="136745" y="210352"/>
                    <a:pt x="139301" y="207799"/>
                    <a:pt x="139301" y="203968"/>
                  </a:cubicBezTo>
                  <a:lnTo>
                    <a:pt x="139301" y="27132"/>
                  </a:lnTo>
                  <a:cubicBezTo>
                    <a:pt x="139301" y="25217"/>
                    <a:pt x="138662" y="23940"/>
                    <a:pt x="137384" y="22663"/>
                  </a:cubicBezTo>
                  <a:lnTo>
                    <a:pt x="118853" y="3511"/>
                  </a:lnTo>
                  <a:close/>
                  <a:moveTo>
                    <a:pt x="127799" y="197584"/>
                  </a:moveTo>
                  <a:lnTo>
                    <a:pt x="14058" y="197584"/>
                  </a:lnTo>
                  <a:lnTo>
                    <a:pt x="14058" y="26493"/>
                  </a:lnTo>
                  <a:lnTo>
                    <a:pt x="28116" y="15641"/>
                  </a:lnTo>
                  <a:lnTo>
                    <a:pt x="44091" y="27132"/>
                  </a:lnTo>
                  <a:cubicBezTo>
                    <a:pt x="46647" y="29047"/>
                    <a:pt x="49202" y="29047"/>
                    <a:pt x="51758" y="27132"/>
                  </a:cubicBezTo>
                  <a:lnTo>
                    <a:pt x="70928" y="13725"/>
                  </a:lnTo>
                  <a:lnTo>
                    <a:pt x="87542" y="25217"/>
                  </a:lnTo>
                  <a:cubicBezTo>
                    <a:pt x="89459" y="26493"/>
                    <a:pt x="92015" y="26493"/>
                    <a:pt x="93932" y="25855"/>
                  </a:cubicBezTo>
                  <a:lnTo>
                    <a:pt x="113741" y="15641"/>
                  </a:lnTo>
                  <a:lnTo>
                    <a:pt x="128438" y="29685"/>
                  </a:lnTo>
                  <a:lnTo>
                    <a:pt x="128438" y="197584"/>
                  </a:lnTo>
                  <a:close/>
                </a:path>
              </a:pathLst>
            </a:custGeom>
            <a:solidFill>
              <a:srgbClr val="26890D"/>
            </a:solidFill>
            <a:ln w="6390" cap="flat">
              <a:noFill/>
              <a:prstDash val="solid"/>
              <a:miter/>
            </a:ln>
          </p:spPr>
          <p:txBody>
            <a:bodyPr rtlCol="0" anchor="ctr"/>
            <a:lstStyle/>
            <a:p>
              <a:endParaRPr lang="en-US"/>
            </a:p>
          </p:txBody>
        </p:sp>
        <p:sp>
          <p:nvSpPr>
            <p:cNvPr id="1184" name="Graphic 1039">
              <a:extLst>
                <a:ext uri="{FF2B5EF4-FFF2-40B4-BE49-F238E27FC236}">
                  <a16:creationId xmlns:a16="http://schemas.microsoft.com/office/drawing/2014/main" id="{909AF80D-9AAB-CB41-921C-91105858355F}"/>
                </a:ext>
              </a:extLst>
            </p:cNvPr>
            <p:cNvSpPr/>
            <p:nvPr/>
          </p:nvSpPr>
          <p:spPr>
            <a:xfrm>
              <a:off x="628130" y="2013032"/>
              <a:ext cx="38364" cy="71500"/>
            </a:xfrm>
            <a:custGeom>
              <a:avLst/>
              <a:gdLst>
                <a:gd name="connsiteX0" fmla="*/ 2556 w 38364"/>
                <a:gd name="connsiteY0" fmla="*/ 58733 h 71500"/>
                <a:gd name="connsiteX1" fmla="*/ 13419 w 38364"/>
                <a:gd name="connsiteY1" fmla="*/ 63201 h 71500"/>
                <a:gd name="connsiteX2" fmla="*/ 13419 w 38364"/>
                <a:gd name="connsiteY2" fmla="*/ 65117 h 71500"/>
                <a:gd name="connsiteX3" fmla="*/ 19809 w 38364"/>
                <a:gd name="connsiteY3" fmla="*/ 71500 h 71500"/>
                <a:gd name="connsiteX4" fmla="*/ 26199 w 38364"/>
                <a:gd name="connsiteY4" fmla="*/ 65117 h 71500"/>
                <a:gd name="connsiteX5" fmla="*/ 26199 w 38364"/>
                <a:gd name="connsiteY5" fmla="*/ 63840 h 71500"/>
                <a:gd name="connsiteX6" fmla="*/ 33867 w 38364"/>
                <a:gd name="connsiteY6" fmla="*/ 59371 h 71500"/>
                <a:gd name="connsiteX7" fmla="*/ 37062 w 38364"/>
                <a:gd name="connsiteY7" fmla="*/ 42773 h 71500"/>
                <a:gd name="connsiteX8" fmla="*/ 26199 w 38364"/>
                <a:gd name="connsiteY8" fmla="*/ 33197 h 71500"/>
                <a:gd name="connsiteX9" fmla="*/ 26199 w 38364"/>
                <a:gd name="connsiteY9" fmla="*/ 20429 h 71500"/>
                <a:gd name="connsiteX10" fmla="*/ 30033 w 38364"/>
                <a:gd name="connsiteY10" fmla="*/ 21706 h 71500"/>
                <a:gd name="connsiteX11" fmla="*/ 36423 w 38364"/>
                <a:gd name="connsiteY11" fmla="*/ 19152 h 71500"/>
                <a:gd name="connsiteX12" fmla="*/ 33867 w 38364"/>
                <a:gd name="connsiteY12" fmla="*/ 12768 h 71500"/>
                <a:gd name="connsiteX13" fmla="*/ 26199 w 38364"/>
                <a:gd name="connsiteY13" fmla="*/ 10214 h 71500"/>
                <a:gd name="connsiteX14" fmla="*/ 26199 w 38364"/>
                <a:gd name="connsiteY14" fmla="*/ 6384 h 71500"/>
                <a:gd name="connsiteX15" fmla="*/ 19809 w 38364"/>
                <a:gd name="connsiteY15" fmla="*/ 0 h 71500"/>
                <a:gd name="connsiteX16" fmla="*/ 13419 w 38364"/>
                <a:gd name="connsiteY16" fmla="*/ 6384 h 71500"/>
                <a:gd name="connsiteX17" fmla="*/ 13419 w 38364"/>
                <a:gd name="connsiteY17" fmla="*/ 10853 h 71500"/>
                <a:gd name="connsiteX18" fmla="*/ 10224 w 38364"/>
                <a:gd name="connsiteY18" fmla="*/ 12130 h 71500"/>
                <a:gd name="connsiteX19" fmla="*/ 1278 w 38364"/>
                <a:gd name="connsiteY19" fmla="*/ 23621 h 71500"/>
                <a:gd name="connsiteX20" fmla="*/ 4473 w 38364"/>
                <a:gd name="connsiteY20" fmla="*/ 35112 h 71500"/>
                <a:gd name="connsiteX21" fmla="*/ 13419 w 38364"/>
                <a:gd name="connsiteY21" fmla="*/ 40219 h 71500"/>
                <a:gd name="connsiteX22" fmla="*/ 13419 w 38364"/>
                <a:gd name="connsiteY22" fmla="*/ 52349 h 71500"/>
                <a:gd name="connsiteX23" fmla="*/ 7029 w 38364"/>
                <a:gd name="connsiteY23" fmla="*/ 49795 h 71500"/>
                <a:gd name="connsiteX24" fmla="*/ 639 w 38364"/>
                <a:gd name="connsiteY24" fmla="*/ 51710 h 71500"/>
                <a:gd name="connsiteX25" fmla="*/ 2556 w 38364"/>
                <a:gd name="connsiteY25" fmla="*/ 58733 h 71500"/>
                <a:gd name="connsiteX26" fmla="*/ 28755 w 38364"/>
                <a:gd name="connsiteY26" fmla="*/ 47241 h 71500"/>
                <a:gd name="connsiteX27" fmla="*/ 27477 w 38364"/>
                <a:gd name="connsiteY27" fmla="*/ 52987 h 71500"/>
                <a:gd name="connsiteX28" fmla="*/ 26199 w 38364"/>
                <a:gd name="connsiteY28" fmla="*/ 53625 h 71500"/>
                <a:gd name="connsiteX29" fmla="*/ 26199 w 38364"/>
                <a:gd name="connsiteY29" fmla="*/ 44049 h 71500"/>
                <a:gd name="connsiteX30" fmla="*/ 28755 w 38364"/>
                <a:gd name="connsiteY30" fmla="*/ 47241 h 71500"/>
                <a:gd name="connsiteX31" fmla="*/ 12141 w 38364"/>
                <a:gd name="connsiteY31" fmla="*/ 29366 h 71500"/>
                <a:gd name="connsiteX32" fmla="*/ 10863 w 38364"/>
                <a:gd name="connsiteY32" fmla="*/ 25536 h 71500"/>
                <a:gd name="connsiteX33" fmla="*/ 13419 w 38364"/>
                <a:gd name="connsiteY33" fmla="*/ 21706 h 71500"/>
                <a:gd name="connsiteX34" fmla="*/ 13419 w 38364"/>
                <a:gd name="connsiteY34" fmla="*/ 30643 h 71500"/>
                <a:gd name="connsiteX35" fmla="*/ 12141 w 38364"/>
                <a:gd name="connsiteY35" fmla="*/ 29366 h 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8364" h="71500">
                  <a:moveTo>
                    <a:pt x="2556" y="58733"/>
                  </a:moveTo>
                  <a:cubicBezTo>
                    <a:pt x="3834" y="59371"/>
                    <a:pt x="8307" y="61925"/>
                    <a:pt x="13419" y="63201"/>
                  </a:cubicBezTo>
                  <a:lnTo>
                    <a:pt x="13419" y="65117"/>
                  </a:lnTo>
                  <a:cubicBezTo>
                    <a:pt x="13419" y="68947"/>
                    <a:pt x="15975" y="71500"/>
                    <a:pt x="19809" y="71500"/>
                  </a:cubicBezTo>
                  <a:cubicBezTo>
                    <a:pt x="23643" y="71500"/>
                    <a:pt x="26199" y="68947"/>
                    <a:pt x="26199" y="65117"/>
                  </a:cubicBezTo>
                  <a:lnTo>
                    <a:pt x="26199" y="63840"/>
                  </a:lnTo>
                  <a:cubicBezTo>
                    <a:pt x="29394" y="63201"/>
                    <a:pt x="31950" y="61925"/>
                    <a:pt x="33867" y="59371"/>
                  </a:cubicBezTo>
                  <a:cubicBezTo>
                    <a:pt x="38340" y="54902"/>
                    <a:pt x="39618" y="48518"/>
                    <a:pt x="37062" y="42773"/>
                  </a:cubicBezTo>
                  <a:cubicBezTo>
                    <a:pt x="35145" y="38304"/>
                    <a:pt x="30672" y="34473"/>
                    <a:pt x="26199" y="33197"/>
                  </a:cubicBezTo>
                  <a:lnTo>
                    <a:pt x="26199" y="20429"/>
                  </a:lnTo>
                  <a:cubicBezTo>
                    <a:pt x="27477" y="21067"/>
                    <a:pt x="28755" y="21067"/>
                    <a:pt x="30033" y="21706"/>
                  </a:cubicBezTo>
                  <a:cubicBezTo>
                    <a:pt x="32589" y="22982"/>
                    <a:pt x="35145" y="21706"/>
                    <a:pt x="36423" y="19152"/>
                  </a:cubicBezTo>
                  <a:cubicBezTo>
                    <a:pt x="37701" y="16598"/>
                    <a:pt x="36423" y="14045"/>
                    <a:pt x="33867" y="12768"/>
                  </a:cubicBezTo>
                  <a:cubicBezTo>
                    <a:pt x="31311" y="11491"/>
                    <a:pt x="28755" y="10853"/>
                    <a:pt x="26199" y="10214"/>
                  </a:cubicBezTo>
                  <a:lnTo>
                    <a:pt x="26199" y="6384"/>
                  </a:lnTo>
                  <a:cubicBezTo>
                    <a:pt x="26199" y="2554"/>
                    <a:pt x="23643" y="0"/>
                    <a:pt x="19809" y="0"/>
                  </a:cubicBezTo>
                  <a:cubicBezTo>
                    <a:pt x="15975" y="0"/>
                    <a:pt x="13419" y="2554"/>
                    <a:pt x="13419" y="6384"/>
                  </a:cubicBezTo>
                  <a:lnTo>
                    <a:pt x="13419" y="10853"/>
                  </a:lnTo>
                  <a:cubicBezTo>
                    <a:pt x="12141" y="11491"/>
                    <a:pt x="11502" y="11491"/>
                    <a:pt x="10224" y="12130"/>
                  </a:cubicBezTo>
                  <a:cubicBezTo>
                    <a:pt x="4473" y="15322"/>
                    <a:pt x="1917" y="20429"/>
                    <a:pt x="1278" y="23621"/>
                  </a:cubicBezTo>
                  <a:cubicBezTo>
                    <a:pt x="639" y="27451"/>
                    <a:pt x="1917" y="31920"/>
                    <a:pt x="4473" y="35112"/>
                  </a:cubicBezTo>
                  <a:cubicBezTo>
                    <a:pt x="6390" y="37665"/>
                    <a:pt x="9585" y="39581"/>
                    <a:pt x="13419" y="40219"/>
                  </a:cubicBezTo>
                  <a:lnTo>
                    <a:pt x="13419" y="52349"/>
                  </a:lnTo>
                  <a:cubicBezTo>
                    <a:pt x="10863" y="51710"/>
                    <a:pt x="8946" y="50433"/>
                    <a:pt x="7029" y="49795"/>
                  </a:cubicBezTo>
                  <a:cubicBezTo>
                    <a:pt x="4473" y="48518"/>
                    <a:pt x="1917" y="49157"/>
                    <a:pt x="639" y="51710"/>
                  </a:cubicBezTo>
                  <a:cubicBezTo>
                    <a:pt x="-639" y="54264"/>
                    <a:pt x="0" y="57456"/>
                    <a:pt x="2556" y="58733"/>
                  </a:cubicBezTo>
                  <a:close/>
                  <a:moveTo>
                    <a:pt x="28755" y="47241"/>
                  </a:moveTo>
                  <a:cubicBezTo>
                    <a:pt x="29394" y="49157"/>
                    <a:pt x="29394" y="51072"/>
                    <a:pt x="27477" y="52987"/>
                  </a:cubicBezTo>
                  <a:cubicBezTo>
                    <a:pt x="27477" y="52987"/>
                    <a:pt x="26838" y="53625"/>
                    <a:pt x="26199" y="53625"/>
                  </a:cubicBezTo>
                  <a:lnTo>
                    <a:pt x="26199" y="44049"/>
                  </a:lnTo>
                  <a:cubicBezTo>
                    <a:pt x="27477" y="45326"/>
                    <a:pt x="28116" y="45965"/>
                    <a:pt x="28755" y="47241"/>
                  </a:cubicBezTo>
                  <a:close/>
                  <a:moveTo>
                    <a:pt x="12141" y="29366"/>
                  </a:moveTo>
                  <a:cubicBezTo>
                    <a:pt x="11502" y="28089"/>
                    <a:pt x="10863" y="26813"/>
                    <a:pt x="10863" y="25536"/>
                  </a:cubicBezTo>
                  <a:cubicBezTo>
                    <a:pt x="10863" y="25536"/>
                    <a:pt x="11502" y="23621"/>
                    <a:pt x="13419" y="21706"/>
                  </a:cubicBezTo>
                  <a:lnTo>
                    <a:pt x="13419" y="30643"/>
                  </a:lnTo>
                  <a:cubicBezTo>
                    <a:pt x="12780" y="30643"/>
                    <a:pt x="12141" y="30005"/>
                    <a:pt x="12141" y="29366"/>
                  </a:cubicBezTo>
                  <a:close/>
                </a:path>
              </a:pathLst>
            </a:custGeom>
            <a:solidFill>
              <a:srgbClr val="26890D"/>
            </a:solidFill>
            <a:ln w="6390" cap="flat">
              <a:noFill/>
              <a:prstDash val="solid"/>
              <a:miter/>
            </a:ln>
          </p:spPr>
          <p:txBody>
            <a:bodyPr rtlCol="0" anchor="ctr"/>
            <a:lstStyle/>
            <a:p>
              <a:endParaRPr lang="en-US"/>
            </a:p>
          </p:txBody>
        </p:sp>
        <p:sp>
          <p:nvSpPr>
            <p:cNvPr id="1185" name="Graphic 1039">
              <a:extLst>
                <a:ext uri="{FF2B5EF4-FFF2-40B4-BE49-F238E27FC236}">
                  <a16:creationId xmlns:a16="http://schemas.microsoft.com/office/drawing/2014/main" id="{58D5E26D-B120-C14F-A96E-AE64BC3D60FB}"/>
                </a:ext>
              </a:extLst>
            </p:cNvPr>
            <p:cNvSpPr/>
            <p:nvPr/>
          </p:nvSpPr>
          <p:spPr>
            <a:xfrm>
              <a:off x="616628" y="2101131"/>
              <a:ext cx="61343" cy="12767"/>
            </a:xfrm>
            <a:custGeom>
              <a:avLst/>
              <a:gdLst>
                <a:gd name="connsiteX0" fmla="*/ 6390 w 61343"/>
                <a:gd name="connsiteY0" fmla="*/ 12768 h 12767"/>
                <a:gd name="connsiteX1" fmla="*/ 54953 w 61343"/>
                <a:gd name="connsiteY1" fmla="*/ 12768 h 12767"/>
                <a:gd name="connsiteX2" fmla="*/ 61343 w 61343"/>
                <a:gd name="connsiteY2" fmla="*/ 6384 h 12767"/>
                <a:gd name="connsiteX3" fmla="*/ 54953 w 61343"/>
                <a:gd name="connsiteY3" fmla="*/ 0 h 12767"/>
                <a:gd name="connsiteX4" fmla="*/ 6390 w 61343"/>
                <a:gd name="connsiteY4" fmla="*/ 0 h 12767"/>
                <a:gd name="connsiteX5" fmla="*/ 0 w 61343"/>
                <a:gd name="connsiteY5" fmla="*/ 6384 h 12767"/>
                <a:gd name="connsiteX6" fmla="*/ 6390 w 61343"/>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43" h="12767">
                  <a:moveTo>
                    <a:pt x="6390" y="12768"/>
                  </a:moveTo>
                  <a:lnTo>
                    <a:pt x="54953" y="12768"/>
                  </a:lnTo>
                  <a:cubicBezTo>
                    <a:pt x="58787" y="12768"/>
                    <a:pt x="61343" y="10214"/>
                    <a:pt x="61343" y="6384"/>
                  </a:cubicBezTo>
                  <a:cubicBezTo>
                    <a:pt x="61343" y="2554"/>
                    <a:pt x="58787" y="0"/>
                    <a:pt x="54953" y="0"/>
                  </a:cubicBezTo>
                  <a:lnTo>
                    <a:pt x="6390" y="0"/>
                  </a:lnTo>
                  <a:cubicBezTo>
                    <a:pt x="2556" y="0"/>
                    <a:pt x="0" y="2554"/>
                    <a:pt x="0" y="6384"/>
                  </a:cubicBezTo>
                  <a:cubicBezTo>
                    <a:pt x="0" y="10214"/>
                    <a:pt x="2556" y="12768"/>
                    <a:pt x="6390" y="12768"/>
                  </a:cubicBezTo>
                  <a:close/>
                </a:path>
              </a:pathLst>
            </a:custGeom>
            <a:solidFill>
              <a:srgbClr val="26890D"/>
            </a:solidFill>
            <a:ln w="6390" cap="flat">
              <a:noFill/>
              <a:prstDash val="solid"/>
              <a:miter/>
            </a:ln>
          </p:spPr>
          <p:txBody>
            <a:bodyPr rtlCol="0" anchor="ctr"/>
            <a:lstStyle/>
            <a:p>
              <a:endParaRPr lang="en-US"/>
            </a:p>
          </p:txBody>
        </p:sp>
        <p:sp>
          <p:nvSpPr>
            <p:cNvPr id="1186" name="Graphic 1039">
              <a:extLst>
                <a:ext uri="{FF2B5EF4-FFF2-40B4-BE49-F238E27FC236}">
                  <a16:creationId xmlns:a16="http://schemas.microsoft.com/office/drawing/2014/main" id="{ABEA2A2E-718E-384D-9B1C-A21B46313389}"/>
                </a:ext>
              </a:extLst>
            </p:cNvPr>
            <p:cNvSpPr/>
            <p:nvPr/>
          </p:nvSpPr>
          <p:spPr>
            <a:xfrm>
              <a:off x="617267" y="2127943"/>
              <a:ext cx="61343" cy="12767"/>
            </a:xfrm>
            <a:custGeom>
              <a:avLst/>
              <a:gdLst>
                <a:gd name="connsiteX0" fmla="*/ 54953 w 61343"/>
                <a:gd name="connsiteY0" fmla="*/ 0 h 12767"/>
                <a:gd name="connsiteX1" fmla="*/ 6390 w 61343"/>
                <a:gd name="connsiteY1" fmla="*/ 0 h 12767"/>
                <a:gd name="connsiteX2" fmla="*/ 0 w 61343"/>
                <a:gd name="connsiteY2" fmla="*/ 6384 h 12767"/>
                <a:gd name="connsiteX3" fmla="*/ 6390 w 61343"/>
                <a:gd name="connsiteY3" fmla="*/ 12768 h 12767"/>
                <a:gd name="connsiteX4" fmla="*/ 54953 w 61343"/>
                <a:gd name="connsiteY4" fmla="*/ 12768 h 12767"/>
                <a:gd name="connsiteX5" fmla="*/ 61343 w 61343"/>
                <a:gd name="connsiteY5" fmla="*/ 6384 h 12767"/>
                <a:gd name="connsiteX6" fmla="*/ 54953 w 61343"/>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43" h="12767">
                  <a:moveTo>
                    <a:pt x="54953" y="0"/>
                  </a:moveTo>
                  <a:lnTo>
                    <a:pt x="6390" y="0"/>
                  </a:lnTo>
                  <a:cubicBezTo>
                    <a:pt x="2556" y="0"/>
                    <a:pt x="0" y="2554"/>
                    <a:pt x="0" y="6384"/>
                  </a:cubicBezTo>
                  <a:cubicBezTo>
                    <a:pt x="0" y="10214"/>
                    <a:pt x="2556" y="12768"/>
                    <a:pt x="6390" y="12768"/>
                  </a:cubicBezTo>
                  <a:lnTo>
                    <a:pt x="54953" y="12768"/>
                  </a:lnTo>
                  <a:cubicBezTo>
                    <a:pt x="58787" y="12768"/>
                    <a:pt x="61343" y="10214"/>
                    <a:pt x="61343" y="6384"/>
                  </a:cubicBezTo>
                  <a:cubicBezTo>
                    <a:pt x="61343" y="2554"/>
                    <a:pt x="58787" y="0"/>
                    <a:pt x="54953" y="0"/>
                  </a:cubicBezTo>
                  <a:close/>
                </a:path>
              </a:pathLst>
            </a:custGeom>
            <a:solidFill>
              <a:srgbClr val="26890D"/>
            </a:solidFill>
            <a:ln w="6390" cap="flat">
              <a:noFill/>
              <a:prstDash val="solid"/>
              <a:miter/>
            </a:ln>
          </p:spPr>
          <p:txBody>
            <a:bodyPr rtlCol="0" anchor="ctr"/>
            <a:lstStyle/>
            <a:p>
              <a:endParaRPr lang="en-US"/>
            </a:p>
          </p:txBody>
        </p:sp>
      </p:grpSp>
      <p:grpSp>
        <p:nvGrpSpPr>
          <p:cNvPr id="1187" name="Graphic 1039">
            <a:extLst>
              <a:ext uri="{FF2B5EF4-FFF2-40B4-BE49-F238E27FC236}">
                <a16:creationId xmlns:a16="http://schemas.microsoft.com/office/drawing/2014/main" id="{E43163AD-A590-C347-B2B3-A3D756774566}"/>
              </a:ext>
            </a:extLst>
          </p:cNvPr>
          <p:cNvGrpSpPr/>
          <p:nvPr/>
        </p:nvGrpSpPr>
        <p:grpSpPr>
          <a:xfrm>
            <a:off x="467743" y="2855717"/>
            <a:ext cx="361670" cy="361333"/>
            <a:chOff x="467743" y="2855717"/>
            <a:chExt cx="361670" cy="361333"/>
          </a:xfrm>
          <a:solidFill>
            <a:srgbClr val="26890D"/>
          </a:solidFill>
        </p:grpSpPr>
        <p:sp>
          <p:nvSpPr>
            <p:cNvPr id="1188" name="Graphic 1039">
              <a:extLst>
                <a:ext uri="{FF2B5EF4-FFF2-40B4-BE49-F238E27FC236}">
                  <a16:creationId xmlns:a16="http://schemas.microsoft.com/office/drawing/2014/main" id="{39775E26-D286-2549-B70D-1466ADE08E76}"/>
                </a:ext>
              </a:extLst>
            </p:cNvPr>
            <p:cNvSpPr/>
            <p:nvPr/>
          </p:nvSpPr>
          <p:spPr>
            <a:xfrm>
              <a:off x="467743"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8565 h 361333"/>
                <a:gd name="connsiteX6" fmla="*/ 12780 w 361670"/>
                <a:gd name="connsiteY6" fmla="*/ 180667 h 361333"/>
                <a:gd name="connsiteX7" fmla="*/ 180835 w 361670"/>
                <a:gd name="connsiteY7" fmla="*/ 12768 h 361333"/>
                <a:gd name="connsiteX8" fmla="*/ 348891 w 361670"/>
                <a:gd name="connsiteY8" fmla="*/ 180667 h 361333"/>
                <a:gd name="connsiteX9" fmla="*/ 180835 w 361670"/>
                <a:gd name="connsiteY9" fmla="*/ 3485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257"/>
                    <a:pt x="361670" y="180667"/>
                  </a:cubicBezTo>
                  <a:cubicBezTo>
                    <a:pt x="361670" y="81076"/>
                    <a:pt x="280518" y="0"/>
                    <a:pt x="180835" y="0"/>
                  </a:cubicBezTo>
                  <a:close/>
                  <a:moveTo>
                    <a:pt x="180835" y="348565"/>
                  </a:moveTo>
                  <a:cubicBezTo>
                    <a:pt x="88181" y="348565"/>
                    <a:pt x="12780" y="273234"/>
                    <a:pt x="12780" y="180667"/>
                  </a:cubicBezTo>
                  <a:cubicBezTo>
                    <a:pt x="12780" y="88099"/>
                    <a:pt x="88181" y="12768"/>
                    <a:pt x="180835" y="12768"/>
                  </a:cubicBezTo>
                  <a:cubicBezTo>
                    <a:pt x="273489" y="12768"/>
                    <a:pt x="348891" y="88099"/>
                    <a:pt x="348891" y="180667"/>
                  </a:cubicBezTo>
                  <a:cubicBezTo>
                    <a:pt x="348891" y="273234"/>
                    <a:pt x="273489" y="348565"/>
                    <a:pt x="180835" y="348565"/>
                  </a:cubicBezTo>
                  <a:close/>
                </a:path>
              </a:pathLst>
            </a:custGeom>
            <a:solidFill>
              <a:srgbClr val="26890D"/>
            </a:solidFill>
            <a:ln w="6390" cap="flat">
              <a:noFill/>
              <a:prstDash val="solid"/>
              <a:miter/>
            </a:ln>
          </p:spPr>
          <p:txBody>
            <a:bodyPr rtlCol="0" anchor="ctr"/>
            <a:lstStyle/>
            <a:p>
              <a:endParaRPr lang="en-US"/>
            </a:p>
          </p:txBody>
        </p:sp>
        <p:sp>
          <p:nvSpPr>
            <p:cNvPr id="1189" name="Graphic 1039">
              <a:extLst>
                <a:ext uri="{FF2B5EF4-FFF2-40B4-BE49-F238E27FC236}">
                  <a16:creationId xmlns:a16="http://schemas.microsoft.com/office/drawing/2014/main" id="{A645BC77-8124-0849-9FC1-4FC5220C049B}"/>
                </a:ext>
              </a:extLst>
            </p:cNvPr>
            <p:cNvSpPr/>
            <p:nvPr/>
          </p:nvSpPr>
          <p:spPr>
            <a:xfrm>
              <a:off x="563592" y="2936155"/>
              <a:ext cx="159109" cy="194073"/>
            </a:xfrm>
            <a:custGeom>
              <a:avLst/>
              <a:gdLst>
                <a:gd name="connsiteX0" fmla="*/ 99683 w 159109"/>
                <a:gd name="connsiteY0" fmla="*/ 180667 h 194073"/>
                <a:gd name="connsiteX1" fmla="*/ 12780 w 159109"/>
                <a:gd name="connsiteY1" fmla="*/ 180667 h 194073"/>
                <a:gd name="connsiteX2" fmla="*/ 15975 w 159109"/>
                <a:gd name="connsiteY2" fmla="*/ 49795 h 194073"/>
                <a:gd name="connsiteX3" fmla="*/ 122048 w 159109"/>
                <a:gd name="connsiteY3" fmla="*/ 49795 h 194073"/>
                <a:gd name="connsiteX4" fmla="*/ 122687 w 159109"/>
                <a:gd name="connsiteY4" fmla="*/ 86184 h 194073"/>
                <a:gd name="connsiteX5" fmla="*/ 129077 w 159109"/>
                <a:gd name="connsiteY5" fmla="*/ 92568 h 194073"/>
                <a:gd name="connsiteX6" fmla="*/ 135467 w 159109"/>
                <a:gd name="connsiteY6" fmla="*/ 86184 h 194073"/>
                <a:gd name="connsiteX7" fmla="*/ 134828 w 159109"/>
                <a:gd name="connsiteY7" fmla="*/ 54264 h 194073"/>
                <a:gd name="connsiteX8" fmla="*/ 145052 w 159109"/>
                <a:gd name="connsiteY8" fmla="*/ 59371 h 194073"/>
                <a:gd name="connsiteX9" fmla="*/ 146330 w 159109"/>
                <a:gd name="connsiteY9" fmla="*/ 107889 h 194073"/>
                <a:gd name="connsiteX10" fmla="*/ 152720 w 159109"/>
                <a:gd name="connsiteY10" fmla="*/ 114273 h 194073"/>
                <a:gd name="connsiteX11" fmla="*/ 152720 w 159109"/>
                <a:gd name="connsiteY11" fmla="*/ 114273 h 194073"/>
                <a:gd name="connsiteX12" fmla="*/ 159109 w 159109"/>
                <a:gd name="connsiteY12" fmla="*/ 107889 h 194073"/>
                <a:gd name="connsiteX13" fmla="*/ 157831 w 159109"/>
                <a:gd name="connsiteY13" fmla="*/ 55541 h 194073"/>
                <a:gd name="connsiteX14" fmla="*/ 153998 w 159109"/>
                <a:gd name="connsiteY14" fmla="*/ 49795 h 194073"/>
                <a:gd name="connsiteX15" fmla="*/ 130994 w 159109"/>
                <a:gd name="connsiteY15" fmla="*/ 38304 h 194073"/>
                <a:gd name="connsiteX16" fmla="*/ 130994 w 159109"/>
                <a:gd name="connsiteY16" fmla="*/ 38304 h 194073"/>
                <a:gd name="connsiteX17" fmla="*/ 129716 w 159109"/>
                <a:gd name="connsiteY17" fmla="*/ 37666 h 194073"/>
                <a:gd name="connsiteX18" fmla="*/ 128438 w 159109"/>
                <a:gd name="connsiteY18" fmla="*/ 37666 h 194073"/>
                <a:gd name="connsiteX19" fmla="*/ 128438 w 159109"/>
                <a:gd name="connsiteY19" fmla="*/ 37666 h 194073"/>
                <a:gd name="connsiteX20" fmla="*/ 110546 w 159109"/>
                <a:gd name="connsiteY20" fmla="*/ 37666 h 194073"/>
                <a:gd name="connsiteX21" fmla="*/ 101600 w 159109"/>
                <a:gd name="connsiteY21" fmla="*/ 10214 h 194073"/>
                <a:gd name="connsiteX22" fmla="*/ 76679 w 159109"/>
                <a:gd name="connsiteY22" fmla="*/ 0 h 194073"/>
                <a:gd name="connsiteX23" fmla="*/ 49842 w 159109"/>
                <a:gd name="connsiteY23" fmla="*/ 10853 h 194073"/>
                <a:gd name="connsiteX24" fmla="*/ 42174 w 159109"/>
                <a:gd name="connsiteY24" fmla="*/ 37666 h 194073"/>
                <a:gd name="connsiteX25" fmla="*/ 10224 w 159109"/>
                <a:gd name="connsiteY25" fmla="*/ 37666 h 194073"/>
                <a:gd name="connsiteX26" fmla="*/ 3834 w 159109"/>
                <a:gd name="connsiteY26" fmla="*/ 44050 h 194073"/>
                <a:gd name="connsiteX27" fmla="*/ 0 w 159109"/>
                <a:gd name="connsiteY27" fmla="*/ 187689 h 194073"/>
                <a:gd name="connsiteX28" fmla="*/ 1917 w 159109"/>
                <a:gd name="connsiteY28" fmla="*/ 192158 h 194073"/>
                <a:gd name="connsiteX29" fmla="*/ 6390 w 159109"/>
                <a:gd name="connsiteY29" fmla="*/ 194073 h 194073"/>
                <a:gd name="connsiteX30" fmla="*/ 99683 w 159109"/>
                <a:gd name="connsiteY30" fmla="*/ 194073 h 194073"/>
                <a:gd name="connsiteX31" fmla="*/ 106073 w 159109"/>
                <a:gd name="connsiteY31" fmla="*/ 187689 h 194073"/>
                <a:gd name="connsiteX32" fmla="*/ 99683 w 159109"/>
                <a:gd name="connsiteY32" fmla="*/ 180667 h 194073"/>
                <a:gd name="connsiteX33" fmla="*/ 59426 w 159109"/>
                <a:gd name="connsiteY33" fmla="*/ 17875 h 194073"/>
                <a:gd name="connsiteX34" fmla="*/ 76679 w 159109"/>
                <a:gd name="connsiteY34" fmla="*/ 11491 h 194073"/>
                <a:gd name="connsiteX35" fmla="*/ 92015 w 159109"/>
                <a:gd name="connsiteY35" fmla="*/ 17237 h 194073"/>
                <a:gd name="connsiteX36" fmla="*/ 97766 w 159109"/>
                <a:gd name="connsiteY36" fmla="*/ 36389 h 194073"/>
                <a:gd name="connsiteX37" fmla="*/ 54314 w 159109"/>
                <a:gd name="connsiteY37" fmla="*/ 36389 h 194073"/>
                <a:gd name="connsiteX38" fmla="*/ 59426 w 159109"/>
                <a:gd name="connsiteY38" fmla="*/ 17875 h 19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59109" h="194073">
                  <a:moveTo>
                    <a:pt x="99683" y="180667"/>
                  </a:moveTo>
                  <a:lnTo>
                    <a:pt x="12780" y="180667"/>
                  </a:lnTo>
                  <a:lnTo>
                    <a:pt x="15975" y="49795"/>
                  </a:lnTo>
                  <a:lnTo>
                    <a:pt x="122048" y="49795"/>
                  </a:lnTo>
                  <a:lnTo>
                    <a:pt x="122687" y="86184"/>
                  </a:lnTo>
                  <a:cubicBezTo>
                    <a:pt x="122687" y="90014"/>
                    <a:pt x="125243" y="91930"/>
                    <a:pt x="129077" y="92568"/>
                  </a:cubicBezTo>
                  <a:cubicBezTo>
                    <a:pt x="132911" y="92568"/>
                    <a:pt x="135467" y="89376"/>
                    <a:pt x="135467" y="86184"/>
                  </a:cubicBezTo>
                  <a:lnTo>
                    <a:pt x="134828" y="54264"/>
                  </a:lnTo>
                  <a:lnTo>
                    <a:pt x="145052" y="59371"/>
                  </a:lnTo>
                  <a:lnTo>
                    <a:pt x="146330" y="107889"/>
                  </a:lnTo>
                  <a:cubicBezTo>
                    <a:pt x="146330" y="111081"/>
                    <a:pt x="149525" y="114273"/>
                    <a:pt x="152720" y="114273"/>
                  </a:cubicBezTo>
                  <a:cubicBezTo>
                    <a:pt x="152720" y="114273"/>
                    <a:pt x="152720" y="114273"/>
                    <a:pt x="152720" y="114273"/>
                  </a:cubicBezTo>
                  <a:cubicBezTo>
                    <a:pt x="156553" y="114273"/>
                    <a:pt x="159109" y="111081"/>
                    <a:pt x="159109" y="107889"/>
                  </a:cubicBezTo>
                  <a:lnTo>
                    <a:pt x="157831" y="55541"/>
                  </a:lnTo>
                  <a:cubicBezTo>
                    <a:pt x="157831" y="52987"/>
                    <a:pt x="156553" y="51072"/>
                    <a:pt x="153998" y="49795"/>
                  </a:cubicBezTo>
                  <a:lnTo>
                    <a:pt x="130994" y="38304"/>
                  </a:lnTo>
                  <a:cubicBezTo>
                    <a:pt x="130994" y="38304"/>
                    <a:pt x="130994" y="38304"/>
                    <a:pt x="130994" y="38304"/>
                  </a:cubicBezTo>
                  <a:cubicBezTo>
                    <a:pt x="130355" y="38304"/>
                    <a:pt x="130355" y="38304"/>
                    <a:pt x="129716" y="37666"/>
                  </a:cubicBezTo>
                  <a:cubicBezTo>
                    <a:pt x="129077" y="37666"/>
                    <a:pt x="129077" y="37666"/>
                    <a:pt x="128438" y="37666"/>
                  </a:cubicBezTo>
                  <a:cubicBezTo>
                    <a:pt x="128438" y="37666"/>
                    <a:pt x="128438" y="37666"/>
                    <a:pt x="128438" y="37666"/>
                  </a:cubicBezTo>
                  <a:lnTo>
                    <a:pt x="110546" y="37666"/>
                  </a:lnTo>
                  <a:cubicBezTo>
                    <a:pt x="110546" y="30005"/>
                    <a:pt x="109268" y="18514"/>
                    <a:pt x="101600" y="10214"/>
                  </a:cubicBezTo>
                  <a:cubicBezTo>
                    <a:pt x="95849" y="3192"/>
                    <a:pt x="86903" y="0"/>
                    <a:pt x="76679" y="0"/>
                  </a:cubicBezTo>
                  <a:cubicBezTo>
                    <a:pt x="65177" y="0"/>
                    <a:pt x="55592" y="3830"/>
                    <a:pt x="49842" y="10853"/>
                  </a:cubicBezTo>
                  <a:cubicBezTo>
                    <a:pt x="42174" y="19790"/>
                    <a:pt x="41535" y="31282"/>
                    <a:pt x="42174" y="37666"/>
                  </a:cubicBezTo>
                  <a:lnTo>
                    <a:pt x="10224" y="37666"/>
                  </a:lnTo>
                  <a:cubicBezTo>
                    <a:pt x="7029" y="37666"/>
                    <a:pt x="3834" y="40219"/>
                    <a:pt x="3834" y="44050"/>
                  </a:cubicBezTo>
                  <a:lnTo>
                    <a:pt x="0" y="187689"/>
                  </a:lnTo>
                  <a:cubicBezTo>
                    <a:pt x="0" y="189604"/>
                    <a:pt x="639" y="190881"/>
                    <a:pt x="1917" y="192158"/>
                  </a:cubicBezTo>
                  <a:cubicBezTo>
                    <a:pt x="3195" y="193435"/>
                    <a:pt x="4473" y="194073"/>
                    <a:pt x="6390" y="194073"/>
                  </a:cubicBezTo>
                  <a:lnTo>
                    <a:pt x="99683" y="194073"/>
                  </a:lnTo>
                  <a:cubicBezTo>
                    <a:pt x="103517" y="194073"/>
                    <a:pt x="106073" y="191519"/>
                    <a:pt x="106073" y="187689"/>
                  </a:cubicBezTo>
                  <a:cubicBezTo>
                    <a:pt x="106073" y="183859"/>
                    <a:pt x="102878" y="180667"/>
                    <a:pt x="99683" y="180667"/>
                  </a:cubicBezTo>
                  <a:close/>
                  <a:moveTo>
                    <a:pt x="59426" y="17875"/>
                  </a:moveTo>
                  <a:cubicBezTo>
                    <a:pt x="63260" y="13406"/>
                    <a:pt x="69011" y="11491"/>
                    <a:pt x="76679" y="11491"/>
                  </a:cubicBezTo>
                  <a:cubicBezTo>
                    <a:pt x="83708" y="11491"/>
                    <a:pt x="88820" y="13406"/>
                    <a:pt x="92015" y="17237"/>
                  </a:cubicBezTo>
                  <a:cubicBezTo>
                    <a:pt x="96488" y="22982"/>
                    <a:pt x="97766" y="30643"/>
                    <a:pt x="97766" y="36389"/>
                  </a:cubicBezTo>
                  <a:lnTo>
                    <a:pt x="54314" y="36389"/>
                  </a:lnTo>
                  <a:cubicBezTo>
                    <a:pt x="54314" y="32558"/>
                    <a:pt x="54314" y="23621"/>
                    <a:pt x="59426" y="17875"/>
                  </a:cubicBezTo>
                  <a:close/>
                </a:path>
              </a:pathLst>
            </a:custGeom>
            <a:solidFill>
              <a:srgbClr val="26890D"/>
            </a:solidFill>
            <a:ln w="6390" cap="flat">
              <a:noFill/>
              <a:prstDash val="solid"/>
              <a:miter/>
            </a:ln>
          </p:spPr>
          <p:txBody>
            <a:bodyPr rtlCol="0" anchor="ctr"/>
            <a:lstStyle/>
            <a:p>
              <a:endParaRPr lang="en-US"/>
            </a:p>
          </p:txBody>
        </p:sp>
        <p:sp>
          <p:nvSpPr>
            <p:cNvPr id="1190" name="Graphic 1039">
              <a:extLst>
                <a:ext uri="{FF2B5EF4-FFF2-40B4-BE49-F238E27FC236}">
                  <a16:creationId xmlns:a16="http://schemas.microsoft.com/office/drawing/2014/main" id="{0B4D0C4C-EF9C-CF4E-B5D8-790843CD06F3}"/>
                </a:ext>
              </a:extLst>
            </p:cNvPr>
            <p:cNvSpPr/>
            <p:nvPr/>
          </p:nvSpPr>
          <p:spPr>
            <a:xfrm>
              <a:off x="633242" y="3027196"/>
              <a:ext cx="112074" cy="111331"/>
            </a:xfrm>
            <a:custGeom>
              <a:avLst/>
              <a:gdLst>
                <a:gd name="connsiteX0" fmla="*/ 50481 w 112074"/>
                <a:gd name="connsiteY0" fmla="*/ 1527 h 111331"/>
                <a:gd name="connsiteX1" fmla="*/ 44730 w 112074"/>
                <a:gd name="connsiteY1" fmla="*/ 250 h 111331"/>
                <a:gd name="connsiteX2" fmla="*/ 7668 w 112074"/>
                <a:gd name="connsiteY2" fmla="*/ 7273 h 111331"/>
                <a:gd name="connsiteX3" fmla="*/ 2556 w 112074"/>
                <a:gd name="connsiteY3" fmla="*/ 13018 h 111331"/>
                <a:gd name="connsiteX4" fmla="*/ 0 w 112074"/>
                <a:gd name="connsiteY4" fmla="*/ 50684 h 111331"/>
                <a:gd name="connsiteX5" fmla="*/ 1917 w 112074"/>
                <a:gd name="connsiteY5" fmla="*/ 55791 h 111331"/>
                <a:gd name="connsiteX6" fmla="*/ 61982 w 112074"/>
                <a:gd name="connsiteY6" fmla="*/ 109417 h 111331"/>
                <a:gd name="connsiteX7" fmla="*/ 66455 w 112074"/>
                <a:gd name="connsiteY7" fmla="*/ 111332 h 111331"/>
                <a:gd name="connsiteX8" fmla="*/ 70928 w 112074"/>
                <a:gd name="connsiteY8" fmla="*/ 109417 h 111331"/>
                <a:gd name="connsiteX9" fmla="*/ 110546 w 112074"/>
                <a:gd name="connsiteY9" fmla="*/ 64729 h 111331"/>
                <a:gd name="connsiteX10" fmla="*/ 111824 w 112074"/>
                <a:gd name="connsiteY10" fmla="*/ 60260 h 111331"/>
                <a:gd name="connsiteX11" fmla="*/ 109907 w 112074"/>
                <a:gd name="connsiteY11" fmla="*/ 55791 h 111331"/>
                <a:gd name="connsiteX12" fmla="*/ 50481 w 112074"/>
                <a:gd name="connsiteY12" fmla="*/ 1527 h 111331"/>
                <a:gd name="connsiteX13" fmla="*/ 66455 w 112074"/>
                <a:gd name="connsiteY13" fmla="*/ 95372 h 111331"/>
                <a:gd name="connsiteX14" fmla="*/ 13419 w 112074"/>
                <a:gd name="connsiteY14" fmla="*/ 48130 h 111331"/>
                <a:gd name="connsiteX15" fmla="*/ 15336 w 112074"/>
                <a:gd name="connsiteY15" fmla="*/ 18764 h 111331"/>
                <a:gd name="connsiteX16" fmla="*/ 44091 w 112074"/>
                <a:gd name="connsiteY16" fmla="*/ 13018 h 111331"/>
                <a:gd name="connsiteX17" fmla="*/ 97127 w 112074"/>
                <a:gd name="connsiteY17" fmla="*/ 60260 h 111331"/>
                <a:gd name="connsiteX18" fmla="*/ 66455 w 112074"/>
                <a:gd name="connsiteY18" fmla="*/ 95372 h 111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2074" h="111331">
                  <a:moveTo>
                    <a:pt x="50481" y="1527"/>
                  </a:moveTo>
                  <a:cubicBezTo>
                    <a:pt x="49203" y="250"/>
                    <a:pt x="46647" y="-388"/>
                    <a:pt x="44730" y="250"/>
                  </a:cubicBezTo>
                  <a:lnTo>
                    <a:pt x="7668" y="7273"/>
                  </a:lnTo>
                  <a:cubicBezTo>
                    <a:pt x="5112" y="7911"/>
                    <a:pt x="2556" y="10465"/>
                    <a:pt x="2556" y="13018"/>
                  </a:cubicBezTo>
                  <a:lnTo>
                    <a:pt x="0" y="50684"/>
                  </a:lnTo>
                  <a:cubicBezTo>
                    <a:pt x="0" y="52599"/>
                    <a:pt x="639" y="54514"/>
                    <a:pt x="1917" y="55791"/>
                  </a:cubicBezTo>
                  <a:lnTo>
                    <a:pt x="61982" y="109417"/>
                  </a:lnTo>
                  <a:cubicBezTo>
                    <a:pt x="63260" y="110693"/>
                    <a:pt x="64538" y="111332"/>
                    <a:pt x="66455" y="111332"/>
                  </a:cubicBezTo>
                  <a:cubicBezTo>
                    <a:pt x="68372" y="111332"/>
                    <a:pt x="70289" y="110693"/>
                    <a:pt x="70928" y="109417"/>
                  </a:cubicBezTo>
                  <a:lnTo>
                    <a:pt x="110546" y="64729"/>
                  </a:lnTo>
                  <a:cubicBezTo>
                    <a:pt x="111824" y="63452"/>
                    <a:pt x="112463" y="61537"/>
                    <a:pt x="111824" y="60260"/>
                  </a:cubicBezTo>
                  <a:cubicBezTo>
                    <a:pt x="111185" y="58983"/>
                    <a:pt x="111185" y="57068"/>
                    <a:pt x="109907" y="55791"/>
                  </a:cubicBezTo>
                  <a:lnTo>
                    <a:pt x="50481" y="1527"/>
                  </a:lnTo>
                  <a:close/>
                  <a:moveTo>
                    <a:pt x="66455" y="95372"/>
                  </a:moveTo>
                  <a:lnTo>
                    <a:pt x="13419" y="48130"/>
                  </a:lnTo>
                  <a:lnTo>
                    <a:pt x="15336" y="18764"/>
                  </a:lnTo>
                  <a:lnTo>
                    <a:pt x="44091" y="13018"/>
                  </a:lnTo>
                  <a:lnTo>
                    <a:pt x="97127" y="60260"/>
                  </a:lnTo>
                  <a:lnTo>
                    <a:pt x="66455" y="95372"/>
                  </a:lnTo>
                  <a:close/>
                </a:path>
              </a:pathLst>
            </a:custGeom>
            <a:solidFill>
              <a:srgbClr val="26890D"/>
            </a:solidFill>
            <a:ln w="6390" cap="flat">
              <a:noFill/>
              <a:prstDash val="solid"/>
              <a:miter/>
            </a:ln>
          </p:spPr>
          <p:txBody>
            <a:bodyPr rtlCol="0" anchor="ctr"/>
            <a:lstStyle/>
            <a:p>
              <a:endParaRPr lang="en-US"/>
            </a:p>
          </p:txBody>
        </p:sp>
        <p:sp>
          <p:nvSpPr>
            <p:cNvPr id="1191" name="Graphic 1039">
              <a:extLst>
                <a:ext uri="{FF2B5EF4-FFF2-40B4-BE49-F238E27FC236}">
                  <a16:creationId xmlns:a16="http://schemas.microsoft.com/office/drawing/2014/main" id="{FA28BCC9-DBD2-1944-8A9F-8B22186803FD}"/>
                </a:ext>
              </a:extLst>
            </p:cNvPr>
            <p:cNvSpPr/>
            <p:nvPr/>
          </p:nvSpPr>
          <p:spPr>
            <a:xfrm>
              <a:off x="655041" y="3050502"/>
              <a:ext cx="15262" cy="15248"/>
            </a:xfrm>
            <a:custGeom>
              <a:avLst/>
              <a:gdLst>
                <a:gd name="connsiteX0" fmla="*/ 12707 w 15262"/>
                <a:gd name="connsiteY0" fmla="*/ 1842 h 15248"/>
                <a:gd name="connsiteX1" fmla="*/ 1844 w 15262"/>
                <a:gd name="connsiteY1" fmla="*/ 2480 h 15248"/>
                <a:gd name="connsiteX2" fmla="*/ 2483 w 15262"/>
                <a:gd name="connsiteY2" fmla="*/ 13333 h 15248"/>
                <a:gd name="connsiteX3" fmla="*/ 7595 w 15262"/>
                <a:gd name="connsiteY3" fmla="*/ 15248 h 15248"/>
                <a:gd name="connsiteX4" fmla="*/ 8234 w 15262"/>
                <a:gd name="connsiteY4" fmla="*/ 15248 h 15248"/>
                <a:gd name="connsiteX5" fmla="*/ 13346 w 15262"/>
                <a:gd name="connsiteY5" fmla="*/ 12695 h 15248"/>
                <a:gd name="connsiteX6" fmla="*/ 15263 w 15262"/>
                <a:gd name="connsiteY6" fmla="*/ 6949 h 15248"/>
                <a:gd name="connsiteX7" fmla="*/ 12707 w 15262"/>
                <a:gd name="connsiteY7" fmla="*/ 1842 h 15248"/>
                <a:gd name="connsiteX8" fmla="*/ 12707 w 15262"/>
                <a:gd name="connsiteY8" fmla="*/ 1842 h 15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62" h="15248">
                  <a:moveTo>
                    <a:pt x="12707" y="1842"/>
                  </a:moveTo>
                  <a:cubicBezTo>
                    <a:pt x="9512" y="-712"/>
                    <a:pt x="4400" y="-712"/>
                    <a:pt x="1844" y="2480"/>
                  </a:cubicBezTo>
                  <a:cubicBezTo>
                    <a:pt x="-712" y="5672"/>
                    <a:pt x="-712" y="10780"/>
                    <a:pt x="2483" y="13333"/>
                  </a:cubicBezTo>
                  <a:cubicBezTo>
                    <a:pt x="3761" y="14610"/>
                    <a:pt x="5678" y="15248"/>
                    <a:pt x="7595" y="15248"/>
                  </a:cubicBezTo>
                  <a:cubicBezTo>
                    <a:pt x="7595" y="15248"/>
                    <a:pt x="7595" y="15248"/>
                    <a:pt x="8234" y="15248"/>
                  </a:cubicBezTo>
                  <a:cubicBezTo>
                    <a:pt x="10151" y="15248"/>
                    <a:pt x="12068" y="13972"/>
                    <a:pt x="13346" y="12695"/>
                  </a:cubicBezTo>
                  <a:cubicBezTo>
                    <a:pt x="14624" y="11418"/>
                    <a:pt x="15263" y="8864"/>
                    <a:pt x="15263" y="6949"/>
                  </a:cubicBezTo>
                  <a:cubicBezTo>
                    <a:pt x="15263" y="5034"/>
                    <a:pt x="13985" y="3119"/>
                    <a:pt x="12707" y="1842"/>
                  </a:cubicBezTo>
                  <a:cubicBezTo>
                    <a:pt x="12707" y="1842"/>
                    <a:pt x="12707" y="1842"/>
                    <a:pt x="12707" y="1842"/>
                  </a:cubicBezTo>
                  <a:close/>
                </a:path>
              </a:pathLst>
            </a:custGeom>
            <a:solidFill>
              <a:srgbClr val="26890D"/>
            </a:solidFill>
            <a:ln w="6390" cap="flat">
              <a:noFill/>
              <a:prstDash val="solid"/>
              <a:miter/>
            </a:ln>
          </p:spPr>
          <p:txBody>
            <a:bodyPr rtlCol="0" anchor="ctr"/>
            <a:lstStyle/>
            <a:p>
              <a:endParaRPr lang="en-US"/>
            </a:p>
          </p:txBody>
        </p:sp>
      </p:grpSp>
      <p:grpSp>
        <p:nvGrpSpPr>
          <p:cNvPr id="1192" name="Graphic 1039">
            <a:extLst>
              <a:ext uri="{FF2B5EF4-FFF2-40B4-BE49-F238E27FC236}">
                <a16:creationId xmlns:a16="http://schemas.microsoft.com/office/drawing/2014/main" id="{46AD45CF-B2B5-F942-9ECF-E01E5E2A598A}"/>
              </a:ext>
            </a:extLst>
          </p:cNvPr>
          <p:cNvGrpSpPr/>
          <p:nvPr/>
        </p:nvGrpSpPr>
        <p:grpSpPr>
          <a:xfrm>
            <a:off x="467743" y="3339623"/>
            <a:ext cx="361670" cy="361333"/>
            <a:chOff x="467743" y="3339623"/>
            <a:chExt cx="361670" cy="361333"/>
          </a:xfrm>
          <a:solidFill>
            <a:srgbClr val="26890D"/>
          </a:solidFill>
        </p:grpSpPr>
        <p:sp>
          <p:nvSpPr>
            <p:cNvPr id="1193" name="Graphic 1039">
              <a:extLst>
                <a:ext uri="{FF2B5EF4-FFF2-40B4-BE49-F238E27FC236}">
                  <a16:creationId xmlns:a16="http://schemas.microsoft.com/office/drawing/2014/main" id="{4E15193B-A6F7-3C4B-A7DE-DFE9CEF45B5C}"/>
                </a:ext>
              </a:extLst>
            </p:cNvPr>
            <p:cNvSpPr/>
            <p:nvPr/>
          </p:nvSpPr>
          <p:spPr>
            <a:xfrm>
              <a:off x="467743"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26890D"/>
            </a:solidFill>
            <a:ln w="6390" cap="flat">
              <a:noFill/>
              <a:prstDash val="solid"/>
              <a:miter/>
            </a:ln>
          </p:spPr>
          <p:txBody>
            <a:bodyPr rtlCol="0" anchor="ctr"/>
            <a:lstStyle/>
            <a:p>
              <a:endParaRPr lang="en-US"/>
            </a:p>
          </p:txBody>
        </p:sp>
        <p:sp>
          <p:nvSpPr>
            <p:cNvPr id="1194" name="Graphic 1039">
              <a:extLst>
                <a:ext uri="{FF2B5EF4-FFF2-40B4-BE49-F238E27FC236}">
                  <a16:creationId xmlns:a16="http://schemas.microsoft.com/office/drawing/2014/main" id="{C0B894D0-521F-AA45-8F51-A0090E4A7D86}"/>
                </a:ext>
              </a:extLst>
            </p:cNvPr>
            <p:cNvSpPr/>
            <p:nvPr/>
          </p:nvSpPr>
          <p:spPr>
            <a:xfrm>
              <a:off x="574758" y="3508510"/>
              <a:ext cx="30065" cy="17525"/>
            </a:xfrm>
            <a:custGeom>
              <a:avLst/>
              <a:gdLst>
                <a:gd name="connsiteX0" fmla="*/ 22062 w 30065"/>
                <a:gd name="connsiteY0" fmla="*/ 288 h 17525"/>
                <a:gd name="connsiteX1" fmla="*/ 4809 w 30065"/>
                <a:gd name="connsiteY1" fmla="*/ 4757 h 17525"/>
                <a:gd name="connsiteX2" fmla="*/ 336 w 30065"/>
                <a:gd name="connsiteY2" fmla="*/ 12418 h 17525"/>
                <a:gd name="connsiteX3" fmla="*/ 6726 w 30065"/>
                <a:gd name="connsiteY3" fmla="*/ 17525 h 17525"/>
                <a:gd name="connsiteX4" fmla="*/ 8004 w 30065"/>
                <a:gd name="connsiteY4" fmla="*/ 17525 h 17525"/>
                <a:gd name="connsiteX5" fmla="*/ 25257 w 30065"/>
                <a:gd name="connsiteY5" fmla="*/ 13056 h 17525"/>
                <a:gd name="connsiteX6" fmla="*/ 29730 w 30065"/>
                <a:gd name="connsiteY6" fmla="*/ 5395 h 17525"/>
                <a:gd name="connsiteX7" fmla="*/ 22062 w 30065"/>
                <a:gd name="connsiteY7" fmla="*/ 288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065" h="17525">
                  <a:moveTo>
                    <a:pt x="22062" y="288"/>
                  </a:moveTo>
                  <a:lnTo>
                    <a:pt x="4809" y="4757"/>
                  </a:lnTo>
                  <a:cubicBezTo>
                    <a:pt x="1614" y="5395"/>
                    <a:pt x="-942" y="9226"/>
                    <a:pt x="336" y="12418"/>
                  </a:cubicBezTo>
                  <a:cubicBezTo>
                    <a:pt x="975" y="15610"/>
                    <a:pt x="3531" y="17525"/>
                    <a:pt x="6726" y="17525"/>
                  </a:cubicBezTo>
                  <a:cubicBezTo>
                    <a:pt x="7365" y="17525"/>
                    <a:pt x="8004" y="17525"/>
                    <a:pt x="8004" y="17525"/>
                  </a:cubicBezTo>
                  <a:lnTo>
                    <a:pt x="25257" y="13056"/>
                  </a:lnTo>
                  <a:cubicBezTo>
                    <a:pt x="28452" y="12418"/>
                    <a:pt x="31008" y="8587"/>
                    <a:pt x="29730" y="5395"/>
                  </a:cubicBezTo>
                  <a:cubicBezTo>
                    <a:pt x="28452" y="2203"/>
                    <a:pt x="25257" y="-989"/>
                    <a:pt x="22062" y="288"/>
                  </a:cubicBezTo>
                  <a:close/>
                </a:path>
              </a:pathLst>
            </a:custGeom>
            <a:solidFill>
              <a:srgbClr val="26890D"/>
            </a:solidFill>
            <a:ln w="6390" cap="flat">
              <a:noFill/>
              <a:prstDash val="solid"/>
              <a:miter/>
            </a:ln>
          </p:spPr>
          <p:txBody>
            <a:bodyPr rtlCol="0" anchor="ctr"/>
            <a:lstStyle/>
            <a:p>
              <a:endParaRPr lang="en-US"/>
            </a:p>
          </p:txBody>
        </p:sp>
        <p:sp>
          <p:nvSpPr>
            <p:cNvPr id="1195" name="Graphic 1039">
              <a:extLst>
                <a:ext uri="{FF2B5EF4-FFF2-40B4-BE49-F238E27FC236}">
                  <a16:creationId xmlns:a16="http://schemas.microsoft.com/office/drawing/2014/main" id="{640A41E8-C8FB-9A41-AE6D-F3134F22B9C0}"/>
                </a:ext>
              </a:extLst>
            </p:cNvPr>
            <p:cNvSpPr/>
            <p:nvPr/>
          </p:nvSpPr>
          <p:spPr>
            <a:xfrm>
              <a:off x="540141" y="3435899"/>
              <a:ext cx="190556" cy="138016"/>
            </a:xfrm>
            <a:custGeom>
              <a:avLst/>
              <a:gdLst>
                <a:gd name="connsiteX0" fmla="*/ 177448 w 190556"/>
                <a:gd name="connsiteY0" fmla="*/ 98436 h 138016"/>
                <a:gd name="connsiteX1" fmla="*/ 174892 w 190556"/>
                <a:gd name="connsiteY1" fmla="*/ 84391 h 138016"/>
                <a:gd name="connsiteX2" fmla="*/ 188950 w 190556"/>
                <a:gd name="connsiteY2" fmla="*/ 44810 h 138016"/>
                <a:gd name="connsiteX3" fmla="*/ 156361 w 190556"/>
                <a:gd name="connsiteY3" fmla="*/ 18636 h 138016"/>
                <a:gd name="connsiteX4" fmla="*/ 152527 w 190556"/>
                <a:gd name="connsiteY4" fmla="*/ 4591 h 138016"/>
                <a:gd name="connsiteX5" fmla="*/ 144859 w 190556"/>
                <a:gd name="connsiteY5" fmla="*/ 122 h 138016"/>
                <a:gd name="connsiteX6" fmla="*/ 17700 w 190556"/>
                <a:gd name="connsiteY6" fmla="*/ 31404 h 138016"/>
                <a:gd name="connsiteX7" fmla="*/ 13227 w 190556"/>
                <a:gd name="connsiteY7" fmla="*/ 38426 h 138016"/>
                <a:gd name="connsiteX8" fmla="*/ 15783 w 190556"/>
                <a:gd name="connsiteY8" fmla="*/ 51833 h 138016"/>
                <a:gd name="connsiteX9" fmla="*/ 1086 w 190556"/>
                <a:gd name="connsiteY9" fmla="*/ 91414 h 138016"/>
                <a:gd name="connsiteX10" fmla="*/ 33035 w 190556"/>
                <a:gd name="connsiteY10" fmla="*/ 120141 h 138016"/>
                <a:gd name="connsiteX11" fmla="*/ 37508 w 190556"/>
                <a:gd name="connsiteY11" fmla="*/ 133548 h 138016"/>
                <a:gd name="connsiteX12" fmla="*/ 43259 w 190556"/>
                <a:gd name="connsiteY12" fmla="*/ 138017 h 138016"/>
                <a:gd name="connsiteX13" fmla="*/ 44537 w 190556"/>
                <a:gd name="connsiteY13" fmla="*/ 138017 h 138016"/>
                <a:gd name="connsiteX14" fmla="*/ 172336 w 190556"/>
                <a:gd name="connsiteY14" fmla="*/ 105458 h 138016"/>
                <a:gd name="connsiteX15" fmla="*/ 177448 w 190556"/>
                <a:gd name="connsiteY15" fmla="*/ 98436 h 138016"/>
                <a:gd name="connsiteX16" fmla="*/ 164668 w 190556"/>
                <a:gd name="connsiteY16" fmla="*/ 76092 h 138016"/>
                <a:gd name="connsiteX17" fmla="*/ 161473 w 190556"/>
                <a:gd name="connsiteY17" fmla="*/ 82476 h 138016"/>
                <a:gd name="connsiteX18" fmla="*/ 163390 w 190556"/>
                <a:gd name="connsiteY18" fmla="*/ 94606 h 138016"/>
                <a:gd name="connsiteX19" fmla="*/ 47093 w 190556"/>
                <a:gd name="connsiteY19" fmla="*/ 123972 h 138016"/>
                <a:gd name="connsiteX20" fmla="*/ 43259 w 190556"/>
                <a:gd name="connsiteY20" fmla="*/ 112481 h 138016"/>
                <a:gd name="connsiteX21" fmla="*/ 37508 w 190556"/>
                <a:gd name="connsiteY21" fmla="*/ 108012 h 138016"/>
                <a:gd name="connsiteX22" fmla="*/ 37508 w 190556"/>
                <a:gd name="connsiteY22" fmla="*/ 108012 h 138016"/>
                <a:gd name="connsiteX23" fmla="*/ 13866 w 190556"/>
                <a:gd name="connsiteY23" fmla="*/ 88860 h 138016"/>
                <a:gd name="connsiteX24" fmla="*/ 26645 w 190556"/>
                <a:gd name="connsiteY24" fmla="*/ 60770 h 138016"/>
                <a:gd name="connsiteX25" fmla="*/ 29840 w 190556"/>
                <a:gd name="connsiteY25" fmla="*/ 53748 h 138016"/>
                <a:gd name="connsiteX26" fmla="*/ 27923 w 190556"/>
                <a:gd name="connsiteY26" fmla="*/ 42257 h 138016"/>
                <a:gd name="connsiteX27" fmla="*/ 142942 w 190556"/>
                <a:gd name="connsiteY27" fmla="*/ 14167 h 138016"/>
                <a:gd name="connsiteX28" fmla="*/ 146137 w 190556"/>
                <a:gd name="connsiteY28" fmla="*/ 26297 h 138016"/>
                <a:gd name="connsiteX29" fmla="*/ 152527 w 190556"/>
                <a:gd name="connsiteY29" fmla="*/ 30766 h 138016"/>
                <a:gd name="connsiteX30" fmla="*/ 177448 w 190556"/>
                <a:gd name="connsiteY30" fmla="*/ 48002 h 138016"/>
                <a:gd name="connsiteX31" fmla="*/ 164668 w 190556"/>
                <a:gd name="connsiteY31" fmla="*/ 76092 h 138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0556" h="138016">
                  <a:moveTo>
                    <a:pt x="177448" y="98436"/>
                  </a:moveTo>
                  <a:lnTo>
                    <a:pt x="174892" y="84391"/>
                  </a:lnTo>
                  <a:cubicBezTo>
                    <a:pt x="183838" y="78007"/>
                    <a:pt x="194701" y="63962"/>
                    <a:pt x="188950" y="44810"/>
                  </a:cubicBezTo>
                  <a:cubicBezTo>
                    <a:pt x="183838" y="26297"/>
                    <a:pt x="167224" y="19913"/>
                    <a:pt x="156361" y="18636"/>
                  </a:cubicBezTo>
                  <a:lnTo>
                    <a:pt x="152527" y="4591"/>
                  </a:lnTo>
                  <a:cubicBezTo>
                    <a:pt x="151888" y="1399"/>
                    <a:pt x="148054" y="-516"/>
                    <a:pt x="144859" y="122"/>
                  </a:cubicBezTo>
                  <a:lnTo>
                    <a:pt x="17700" y="31404"/>
                  </a:lnTo>
                  <a:cubicBezTo>
                    <a:pt x="14505" y="32042"/>
                    <a:pt x="12588" y="35234"/>
                    <a:pt x="13227" y="38426"/>
                  </a:cubicBezTo>
                  <a:lnTo>
                    <a:pt x="15783" y="51833"/>
                  </a:lnTo>
                  <a:cubicBezTo>
                    <a:pt x="6837" y="58217"/>
                    <a:pt x="-3387" y="71623"/>
                    <a:pt x="1086" y="91414"/>
                  </a:cubicBezTo>
                  <a:cubicBezTo>
                    <a:pt x="5559" y="111204"/>
                    <a:pt x="21534" y="118865"/>
                    <a:pt x="33035" y="120141"/>
                  </a:cubicBezTo>
                  <a:lnTo>
                    <a:pt x="37508" y="133548"/>
                  </a:lnTo>
                  <a:cubicBezTo>
                    <a:pt x="38147" y="136101"/>
                    <a:pt x="40703" y="138017"/>
                    <a:pt x="43259" y="138017"/>
                  </a:cubicBezTo>
                  <a:cubicBezTo>
                    <a:pt x="43898" y="138017"/>
                    <a:pt x="44537" y="138017"/>
                    <a:pt x="44537" y="138017"/>
                  </a:cubicBezTo>
                  <a:lnTo>
                    <a:pt x="172336" y="105458"/>
                  </a:lnTo>
                  <a:cubicBezTo>
                    <a:pt x="176170" y="104820"/>
                    <a:pt x="178087" y="101628"/>
                    <a:pt x="177448" y="98436"/>
                  </a:cubicBezTo>
                  <a:close/>
                  <a:moveTo>
                    <a:pt x="164668" y="76092"/>
                  </a:moveTo>
                  <a:cubicBezTo>
                    <a:pt x="162112" y="77369"/>
                    <a:pt x="160834" y="79922"/>
                    <a:pt x="161473" y="82476"/>
                  </a:cubicBezTo>
                  <a:lnTo>
                    <a:pt x="163390" y="94606"/>
                  </a:lnTo>
                  <a:lnTo>
                    <a:pt x="47093" y="123972"/>
                  </a:lnTo>
                  <a:lnTo>
                    <a:pt x="43259" y="112481"/>
                  </a:lnTo>
                  <a:cubicBezTo>
                    <a:pt x="42620" y="109927"/>
                    <a:pt x="40064" y="108012"/>
                    <a:pt x="37508" y="108012"/>
                  </a:cubicBezTo>
                  <a:cubicBezTo>
                    <a:pt x="37508" y="108012"/>
                    <a:pt x="37508" y="108012"/>
                    <a:pt x="37508" y="108012"/>
                  </a:cubicBezTo>
                  <a:cubicBezTo>
                    <a:pt x="36869" y="108012"/>
                    <a:pt x="17700" y="108012"/>
                    <a:pt x="13866" y="88860"/>
                  </a:cubicBezTo>
                  <a:cubicBezTo>
                    <a:pt x="9393" y="69708"/>
                    <a:pt x="26006" y="60770"/>
                    <a:pt x="26645" y="60770"/>
                  </a:cubicBezTo>
                  <a:cubicBezTo>
                    <a:pt x="29201" y="59494"/>
                    <a:pt x="30479" y="56940"/>
                    <a:pt x="29840" y="53748"/>
                  </a:cubicBezTo>
                  <a:lnTo>
                    <a:pt x="27923" y="42257"/>
                  </a:lnTo>
                  <a:lnTo>
                    <a:pt x="142942" y="14167"/>
                  </a:lnTo>
                  <a:lnTo>
                    <a:pt x="146137" y="26297"/>
                  </a:lnTo>
                  <a:cubicBezTo>
                    <a:pt x="146776" y="28850"/>
                    <a:pt x="149971" y="30766"/>
                    <a:pt x="152527" y="30766"/>
                  </a:cubicBezTo>
                  <a:cubicBezTo>
                    <a:pt x="153166" y="30766"/>
                    <a:pt x="172336" y="30127"/>
                    <a:pt x="177448" y="48002"/>
                  </a:cubicBezTo>
                  <a:cubicBezTo>
                    <a:pt x="181921" y="65878"/>
                    <a:pt x="165946" y="75454"/>
                    <a:pt x="164668" y="76092"/>
                  </a:cubicBezTo>
                  <a:close/>
                </a:path>
              </a:pathLst>
            </a:custGeom>
            <a:solidFill>
              <a:srgbClr val="26890D"/>
            </a:solidFill>
            <a:ln w="6390" cap="flat">
              <a:noFill/>
              <a:prstDash val="solid"/>
              <a:miter/>
            </a:ln>
          </p:spPr>
          <p:txBody>
            <a:bodyPr rtlCol="0" anchor="ctr"/>
            <a:lstStyle/>
            <a:p>
              <a:endParaRPr lang="en-US"/>
            </a:p>
          </p:txBody>
        </p:sp>
        <p:sp>
          <p:nvSpPr>
            <p:cNvPr id="1196" name="Graphic 1039">
              <a:extLst>
                <a:ext uri="{FF2B5EF4-FFF2-40B4-BE49-F238E27FC236}">
                  <a16:creationId xmlns:a16="http://schemas.microsoft.com/office/drawing/2014/main" id="{7B3DC340-8D32-384E-A415-F79F708CB0A7}"/>
                </a:ext>
              </a:extLst>
            </p:cNvPr>
            <p:cNvSpPr/>
            <p:nvPr/>
          </p:nvSpPr>
          <p:spPr>
            <a:xfrm>
              <a:off x="589791" y="3516337"/>
              <a:ext cx="167488" cy="90136"/>
            </a:xfrm>
            <a:custGeom>
              <a:avLst/>
              <a:gdLst>
                <a:gd name="connsiteX0" fmla="*/ 144413 w 167488"/>
                <a:gd name="connsiteY0" fmla="*/ 122 h 90136"/>
                <a:gd name="connsiteX1" fmla="*/ 136745 w 167488"/>
                <a:gd name="connsiteY1" fmla="*/ 4591 h 90136"/>
                <a:gd name="connsiteX2" fmla="*/ 141218 w 167488"/>
                <a:gd name="connsiteY2" fmla="*/ 12252 h 90136"/>
                <a:gd name="connsiteX3" fmla="*/ 154636 w 167488"/>
                <a:gd name="connsiteY3" fmla="*/ 34596 h 90136"/>
                <a:gd name="connsiteX4" fmla="*/ 132911 w 167488"/>
                <a:gd name="connsiteY4" fmla="*/ 57578 h 90136"/>
                <a:gd name="connsiteX5" fmla="*/ 128438 w 167488"/>
                <a:gd name="connsiteY5" fmla="*/ 63962 h 90136"/>
                <a:gd name="connsiteX6" fmla="*/ 129077 w 167488"/>
                <a:gd name="connsiteY6" fmla="*/ 77368 h 90136"/>
                <a:gd name="connsiteX7" fmla="*/ 12780 w 167488"/>
                <a:gd name="connsiteY7" fmla="*/ 77368 h 90136"/>
                <a:gd name="connsiteX8" fmla="*/ 12780 w 167488"/>
                <a:gd name="connsiteY8" fmla="*/ 68431 h 90136"/>
                <a:gd name="connsiteX9" fmla="*/ 6390 w 167488"/>
                <a:gd name="connsiteY9" fmla="*/ 62047 h 90136"/>
                <a:gd name="connsiteX10" fmla="*/ 0 w 167488"/>
                <a:gd name="connsiteY10" fmla="*/ 68431 h 90136"/>
                <a:gd name="connsiteX11" fmla="*/ 0 w 167488"/>
                <a:gd name="connsiteY11" fmla="*/ 83752 h 90136"/>
                <a:gd name="connsiteX12" fmla="*/ 6390 w 167488"/>
                <a:gd name="connsiteY12" fmla="*/ 90136 h 90136"/>
                <a:gd name="connsiteX13" fmla="*/ 136106 w 167488"/>
                <a:gd name="connsiteY13" fmla="*/ 90136 h 90136"/>
                <a:gd name="connsiteX14" fmla="*/ 140579 w 167488"/>
                <a:gd name="connsiteY14" fmla="*/ 88221 h 90136"/>
                <a:gd name="connsiteX15" fmla="*/ 142496 w 167488"/>
                <a:gd name="connsiteY15" fmla="*/ 83752 h 90136"/>
                <a:gd name="connsiteX16" fmla="*/ 141857 w 167488"/>
                <a:gd name="connsiteY16" fmla="*/ 68431 h 90136"/>
                <a:gd name="connsiteX17" fmla="*/ 167416 w 167488"/>
                <a:gd name="connsiteY17" fmla="*/ 34596 h 90136"/>
                <a:gd name="connsiteX18" fmla="*/ 144413 w 167488"/>
                <a:gd name="connsiteY18" fmla="*/ 122 h 90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7488" h="90136">
                  <a:moveTo>
                    <a:pt x="144413" y="122"/>
                  </a:moveTo>
                  <a:cubicBezTo>
                    <a:pt x="141218" y="-516"/>
                    <a:pt x="137384" y="1399"/>
                    <a:pt x="136745" y="4591"/>
                  </a:cubicBezTo>
                  <a:cubicBezTo>
                    <a:pt x="136106" y="7783"/>
                    <a:pt x="138023" y="11613"/>
                    <a:pt x="141218" y="12252"/>
                  </a:cubicBezTo>
                  <a:cubicBezTo>
                    <a:pt x="144413" y="12890"/>
                    <a:pt x="153997" y="23105"/>
                    <a:pt x="154636" y="34596"/>
                  </a:cubicBezTo>
                  <a:cubicBezTo>
                    <a:pt x="155275" y="44810"/>
                    <a:pt x="147608" y="52471"/>
                    <a:pt x="132911" y="57578"/>
                  </a:cubicBezTo>
                  <a:cubicBezTo>
                    <a:pt x="130355" y="58216"/>
                    <a:pt x="128438" y="60770"/>
                    <a:pt x="128438" y="63962"/>
                  </a:cubicBezTo>
                  <a:lnTo>
                    <a:pt x="129077" y="77368"/>
                  </a:lnTo>
                  <a:lnTo>
                    <a:pt x="12780" y="77368"/>
                  </a:lnTo>
                  <a:lnTo>
                    <a:pt x="12780" y="68431"/>
                  </a:lnTo>
                  <a:cubicBezTo>
                    <a:pt x="12780" y="64600"/>
                    <a:pt x="10224" y="62047"/>
                    <a:pt x="6390" y="62047"/>
                  </a:cubicBezTo>
                  <a:cubicBezTo>
                    <a:pt x="2556" y="62047"/>
                    <a:pt x="0" y="64600"/>
                    <a:pt x="0" y="68431"/>
                  </a:cubicBezTo>
                  <a:lnTo>
                    <a:pt x="0" y="83752"/>
                  </a:lnTo>
                  <a:cubicBezTo>
                    <a:pt x="0" y="87583"/>
                    <a:pt x="2556" y="90136"/>
                    <a:pt x="6390" y="90136"/>
                  </a:cubicBezTo>
                  <a:lnTo>
                    <a:pt x="136106" y="90136"/>
                  </a:lnTo>
                  <a:cubicBezTo>
                    <a:pt x="138023" y="90136"/>
                    <a:pt x="139301" y="89498"/>
                    <a:pt x="140579" y="88221"/>
                  </a:cubicBezTo>
                  <a:cubicBezTo>
                    <a:pt x="141857" y="86944"/>
                    <a:pt x="142496" y="85029"/>
                    <a:pt x="142496" y="83752"/>
                  </a:cubicBezTo>
                  <a:lnTo>
                    <a:pt x="141857" y="68431"/>
                  </a:lnTo>
                  <a:cubicBezTo>
                    <a:pt x="164860" y="58855"/>
                    <a:pt x="168055" y="43533"/>
                    <a:pt x="167416" y="34596"/>
                  </a:cubicBezTo>
                  <a:cubicBezTo>
                    <a:pt x="166777" y="17997"/>
                    <a:pt x="154636" y="2038"/>
                    <a:pt x="144413" y="122"/>
                  </a:cubicBezTo>
                  <a:close/>
                </a:path>
              </a:pathLst>
            </a:custGeom>
            <a:solidFill>
              <a:srgbClr val="26890D"/>
            </a:solidFill>
            <a:ln w="6390" cap="flat">
              <a:noFill/>
              <a:prstDash val="solid"/>
              <a:miter/>
            </a:ln>
          </p:spPr>
          <p:txBody>
            <a:bodyPr rtlCol="0" anchor="ctr"/>
            <a:lstStyle/>
            <a:p>
              <a:endParaRPr lang="en-US"/>
            </a:p>
          </p:txBody>
        </p:sp>
        <p:sp>
          <p:nvSpPr>
            <p:cNvPr id="1197" name="Graphic 1039">
              <a:extLst>
                <a:ext uri="{FF2B5EF4-FFF2-40B4-BE49-F238E27FC236}">
                  <a16:creationId xmlns:a16="http://schemas.microsoft.com/office/drawing/2014/main" id="{CD0B0FF6-2A3A-0A4F-8506-E1F34EABC676}"/>
                </a:ext>
              </a:extLst>
            </p:cNvPr>
            <p:cNvSpPr/>
            <p:nvPr/>
          </p:nvSpPr>
          <p:spPr>
            <a:xfrm>
              <a:off x="632209" y="3463079"/>
              <a:ext cx="32343" cy="75086"/>
            </a:xfrm>
            <a:custGeom>
              <a:avLst/>
              <a:gdLst>
                <a:gd name="connsiteX0" fmla="*/ 27232 w 32343"/>
                <a:gd name="connsiteY0" fmla="*/ 394 h 75086"/>
                <a:gd name="connsiteX1" fmla="*/ 19564 w 32343"/>
                <a:gd name="connsiteY1" fmla="*/ 4862 h 75086"/>
                <a:gd name="connsiteX2" fmla="*/ 394 w 32343"/>
                <a:gd name="connsiteY2" fmla="*/ 67426 h 75086"/>
                <a:gd name="connsiteX3" fmla="*/ 4867 w 32343"/>
                <a:gd name="connsiteY3" fmla="*/ 75086 h 75086"/>
                <a:gd name="connsiteX4" fmla="*/ 6784 w 32343"/>
                <a:gd name="connsiteY4" fmla="*/ 75086 h 75086"/>
                <a:gd name="connsiteX5" fmla="*/ 13174 w 32343"/>
                <a:gd name="connsiteY5" fmla="*/ 70618 h 75086"/>
                <a:gd name="connsiteX6" fmla="*/ 32344 w 32343"/>
                <a:gd name="connsiteY6" fmla="*/ 8054 h 75086"/>
                <a:gd name="connsiteX7" fmla="*/ 27232 w 32343"/>
                <a:gd name="connsiteY7" fmla="*/ 394 h 75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343" h="75086">
                  <a:moveTo>
                    <a:pt x="27232" y="394"/>
                  </a:moveTo>
                  <a:cubicBezTo>
                    <a:pt x="24037" y="-883"/>
                    <a:pt x="20203" y="1032"/>
                    <a:pt x="19564" y="4862"/>
                  </a:cubicBezTo>
                  <a:lnTo>
                    <a:pt x="394" y="67426"/>
                  </a:lnTo>
                  <a:cubicBezTo>
                    <a:pt x="-884" y="70618"/>
                    <a:pt x="1033" y="74448"/>
                    <a:pt x="4867" y="75086"/>
                  </a:cubicBezTo>
                  <a:cubicBezTo>
                    <a:pt x="5506" y="75086"/>
                    <a:pt x="6145" y="75086"/>
                    <a:pt x="6784" y="75086"/>
                  </a:cubicBezTo>
                  <a:cubicBezTo>
                    <a:pt x="9340" y="75086"/>
                    <a:pt x="11896" y="73171"/>
                    <a:pt x="13174" y="70618"/>
                  </a:cubicBezTo>
                  <a:lnTo>
                    <a:pt x="32344" y="8054"/>
                  </a:lnTo>
                  <a:cubicBezTo>
                    <a:pt x="32344" y="5501"/>
                    <a:pt x="31066" y="1670"/>
                    <a:pt x="27232" y="394"/>
                  </a:cubicBezTo>
                  <a:close/>
                </a:path>
              </a:pathLst>
            </a:custGeom>
            <a:solidFill>
              <a:srgbClr val="26890D"/>
            </a:solidFill>
            <a:ln w="6390" cap="flat">
              <a:noFill/>
              <a:prstDash val="solid"/>
              <a:miter/>
            </a:ln>
          </p:spPr>
          <p:txBody>
            <a:bodyPr rtlCol="0" anchor="ctr"/>
            <a:lstStyle/>
            <a:p>
              <a:endParaRPr lang="en-US"/>
            </a:p>
          </p:txBody>
        </p:sp>
        <p:sp>
          <p:nvSpPr>
            <p:cNvPr id="1198" name="Graphic 1039">
              <a:extLst>
                <a:ext uri="{FF2B5EF4-FFF2-40B4-BE49-F238E27FC236}">
                  <a16:creationId xmlns:a16="http://schemas.microsoft.com/office/drawing/2014/main" id="{D9EFBBAC-1B6A-A24E-9CA6-FE016C719954}"/>
                </a:ext>
              </a:extLst>
            </p:cNvPr>
            <p:cNvSpPr/>
            <p:nvPr/>
          </p:nvSpPr>
          <p:spPr>
            <a:xfrm>
              <a:off x="656246" y="3494754"/>
              <a:ext cx="31949" cy="37027"/>
            </a:xfrm>
            <a:custGeom>
              <a:avLst/>
              <a:gdLst>
                <a:gd name="connsiteX0" fmla="*/ 15975 w 31949"/>
                <a:gd name="connsiteY0" fmla="*/ 0 h 37027"/>
                <a:gd name="connsiteX1" fmla="*/ 0 w 31949"/>
                <a:gd name="connsiteY1" fmla="*/ 18514 h 37027"/>
                <a:gd name="connsiteX2" fmla="*/ 15975 w 31949"/>
                <a:gd name="connsiteY2" fmla="*/ 37027 h 37027"/>
                <a:gd name="connsiteX3" fmla="*/ 31950 w 31949"/>
                <a:gd name="connsiteY3" fmla="*/ 18514 h 37027"/>
                <a:gd name="connsiteX4" fmla="*/ 15975 w 31949"/>
                <a:gd name="connsiteY4" fmla="*/ 0 h 37027"/>
                <a:gd name="connsiteX5" fmla="*/ 15975 w 31949"/>
                <a:gd name="connsiteY5" fmla="*/ 24898 h 37027"/>
                <a:gd name="connsiteX6" fmla="*/ 12780 w 31949"/>
                <a:gd name="connsiteY6" fmla="*/ 19152 h 37027"/>
                <a:gd name="connsiteX7" fmla="*/ 15975 w 31949"/>
                <a:gd name="connsiteY7" fmla="*/ 13407 h 37027"/>
                <a:gd name="connsiteX8" fmla="*/ 19170 w 31949"/>
                <a:gd name="connsiteY8" fmla="*/ 19152 h 37027"/>
                <a:gd name="connsiteX9" fmla="*/ 15975 w 31949"/>
                <a:gd name="connsiteY9" fmla="*/ 24898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949" h="37027">
                  <a:moveTo>
                    <a:pt x="15975" y="0"/>
                  </a:moveTo>
                  <a:cubicBezTo>
                    <a:pt x="7029" y="0"/>
                    <a:pt x="0" y="8299"/>
                    <a:pt x="0" y="18514"/>
                  </a:cubicBezTo>
                  <a:cubicBezTo>
                    <a:pt x="0" y="28728"/>
                    <a:pt x="7029" y="37027"/>
                    <a:pt x="15975" y="37027"/>
                  </a:cubicBezTo>
                  <a:cubicBezTo>
                    <a:pt x="24921" y="37027"/>
                    <a:pt x="31950" y="28728"/>
                    <a:pt x="31950" y="18514"/>
                  </a:cubicBezTo>
                  <a:cubicBezTo>
                    <a:pt x="31950" y="8299"/>
                    <a:pt x="24921" y="0"/>
                    <a:pt x="15975" y="0"/>
                  </a:cubicBezTo>
                  <a:close/>
                  <a:moveTo>
                    <a:pt x="15975" y="24898"/>
                  </a:moveTo>
                  <a:cubicBezTo>
                    <a:pt x="14697" y="24898"/>
                    <a:pt x="12780" y="22344"/>
                    <a:pt x="12780" y="19152"/>
                  </a:cubicBezTo>
                  <a:cubicBezTo>
                    <a:pt x="12780" y="15322"/>
                    <a:pt x="14697" y="13407"/>
                    <a:pt x="15975" y="13407"/>
                  </a:cubicBezTo>
                  <a:cubicBezTo>
                    <a:pt x="17253" y="13407"/>
                    <a:pt x="19170" y="15960"/>
                    <a:pt x="19170" y="19152"/>
                  </a:cubicBezTo>
                  <a:cubicBezTo>
                    <a:pt x="19170" y="22344"/>
                    <a:pt x="17253" y="24898"/>
                    <a:pt x="15975" y="24898"/>
                  </a:cubicBezTo>
                  <a:close/>
                </a:path>
              </a:pathLst>
            </a:custGeom>
            <a:solidFill>
              <a:srgbClr val="26890D"/>
            </a:solidFill>
            <a:ln w="6390" cap="flat">
              <a:noFill/>
              <a:prstDash val="solid"/>
              <a:miter/>
            </a:ln>
          </p:spPr>
          <p:txBody>
            <a:bodyPr rtlCol="0" anchor="ctr"/>
            <a:lstStyle/>
            <a:p>
              <a:endParaRPr lang="en-US"/>
            </a:p>
          </p:txBody>
        </p:sp>
        <p:sp>
          <p:nvSpPr>
            <p:cNvPr id="1199" name="Graphic 1039">
              <a:extLst>
                <a:ext uri="{FF2B5EF4-FFF2-40B4-BE49-F238E27FC236}">
                  <a16:creationId xmlns:a16="http://schemas.microsoft.com/office/drawing/2014/main" id="{1ECF151C-09BC-1F43-B6B3-B196D2B64A80}"/>
                </a:ext>
              </a:extLst>
            </p:cNvPr>
            <p:cNvSpPr/>
            <p:nvPr/>
          </p:nvSpPr>
          <p:spPr>
            <a:xfrm>
              <a:off x="608961" y="3470495"/>
              <a:ext cx="31949" cy="37027"/>
            </a:xfrm>
            <a:custGeom>
              <a:avLst/>
              <a:gdLst>
                <a:gd name="connsiteX0" fmla="*/ 31950 w 31949"/>
                <a:gd name="connsiteY0" fmla="*/ 18514 h 37027"/>
                <a:gd name="connsiteX1" fmla="*/ 15975 w 31949"/>
                <a:gd name="connsiteY1" fmla="*/ 0 h 37027"/>
                <a:gd name="connsiteX2" fmla="*/ 0 w 31949"/>
                <a:gd name="connsiteY2" fmla="*/ 18514 h 37027"/>
                <a:gd name="connsiteX3" fmla="*/ 15975 w 31949"/>
                <a:gd name="connsiteY3" fmla="*/ 37027 h 37027"/>
                <a:gd name="connsiteX4" fmla="*/ 31950 w 31949"/>
                <a:gd name="connsiteY4" fmla="*/ 18514 h 37027"/>
                <a:gd name="connsiteX5" fmla="*/ 15975 w 31949"/>
                <a:gd name="connsiteY5" fmla="*/ 24259 h 37027"/>
                <a:gd name="connsiteX6" fmla="*/ 12780 w 31949"/>
                <a:gd name="connsiteY6" fmla="*/ 18514 h 37027"/>
                <a:gd name="connsiteX7" fmla="*/ 15975 w 31949"/>
                <a:gd name="connsiteY7" fmla="*/ 12768 h 37027"/>
                <a:gd name="connsiteX8" fmla="*/ 19170 w 31949"/>
                <a:gd name="connsiteY8" fmla="*/ 18514 h 37027"/>
                <a:gd name="connsiteX9" fmla="*/ 15975 w 31949"/>
                <a:gd name="connsiteY9" fmla="*/ 24259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949" h="37027">
                  <a:moveTo>
                    <a:pt x="31950" y="18514"/>
                  </a:moveTo>
                  <a:cubicBezTo>
                    <a:pt x="31950" y="8299"/>
                    <a:pt x="24921" y="0"/>
                    <a:pt x="15975" y="0"/>
                  </a:cubicBezTo>
                  <a:cubicBezTo>
                    <a:pt x="7029" y="0"/>
                    <a:pt x="0" y="8299"/>
                    <a:pt x="0" y="18514"/>
                  </a:cubicBezTo>
                  <a:cubicBezTo>
                    <a:pt x="0" y="28728"/>
                    <a:pt x="7029" y="37027"/>
                    <a:pt x="15975" y="37027"/>
                  </a:cubicBezTo>
                  <a:cubicBezTo>
                    <a:pt x="24921" y="37027"/>
                    <a:pt x="31950" y="28728"/>
                    <a:pt x="31950" y="18514"/>
                  </a:cubicBezTo>
                  <a:close/>
                  <a:moveTo>
                    <a:pt x="15975" y="24259"/>
                  </a:moveTo>
                  <a:cubicBezTo>
                    <a:pt x="14697" y="24259"/>
                    <a:pt x="12780" y="21706"/>
                    <a:pt x="12780" y="18514"/>
                  </a:cubicBezTo>
                  <a:cubicBezTo>
                    <a:pt x="12780" y="14683"/>
                    <a:pt x="14697" y="12768"/>
                    <a:pt x="15975" y="12768"/>
                  </a:cubicBezTo>
                  <a:cubicBezTo>
                    <a:pt x="17253" y="12768"/>
                    <a:pt x="19170" y="15322"/>
                    <a:pt x="19170" y="18514"/>
                  </a:cubicBezTo>
                  <a:cubicBezTo>
                    <a:pt x="19170" y="21706"/>
                    <a:pt x="17253" y="24259"/>
                    <a:pt x="15975" y="24259"/>
                  </a:cubicBezTo>
                  <a:close/>
                </a:path>
              </a:pathLst>
            </a:custGeom>
            <a:solidFill>
              <a:srgbClr val="26890D"/>
            </a:solidFill>
            <a:ln w="6390" cap="flat">
              <a:noFill/>
              <a:prstDash val="solid"/>
              <a:miter/>
            </a:ln>
          </p:spPr>
          <p:txBody>
            <a:bodyPr rtlCol="0" anchor="ctr"/>
            <a:lstStyle/>
            <a:p>
              <a:endParaRPr lang="en-US"/>
            </a:p>
          </p:txBody>
        </p:sp>
      </p:grpSp>
      <p:grpSp>
        <p:nvGrpSpPr>
          <p:cNvPr id="1200" name="Graphic 1039">
            <a:extLst>
              <a:ext uri="{FF2B5EF4-FFF2-40B4-BE49-F238E27FC236}">
                <a16:creationId xmlns:a16="http://schemas.microsoft.com/office/drawing/2014/main" id="{33145B2F-B337-324A-A738-00A19D8161F5}"/>
              </a:ext>
            </a:extLst>
          </p:cNvPr>
          <p:cNvGrpSpPr/>
          <p:nvPr/>
        </p:nvGrpSpPr>
        <p:grpSpPr>
          <a:xfrm>
            <a:off x="905454" y="3339623"/>
            <a:ext cx="361670" cy="361333"/>
            <a:chOff x="905454" y="3339623"/>
            <a:chExt cx="361670" cy="361333"/>
          </a:xfrm>
          <a:solidFill>
            <a:srgbClr val="26890D"/>
          </a:solidFill>
        </p:grpSpPr>
        <p:sp>
          <p:nvSpPr>
            <p:cNvPr id="1201" name="Graphic 1039">
              <a:extLst>
                <a:ext uri="{FF2B5EF4-FFF2-40B4-BE49-F238E27FC236}">
                  <a16:creationId xmlns:a16="http://schemas.microsoft.com/office/drawing/2014/main" id="{1ACFC0A5-9A10-F445-8328-DE241B0367C3}"/>
                </a:ext>
              </a:extLst>
            </p:cNvPr>
            <p:cNvSpPr/>
            <p:nvPr/>
          </p:nvSpPr>
          <p:spPr>
            <a:xfrm>
              <a:off x="991124" y="3450066"/>
              <a:ext cx="165151" cy="109804"/>
            </a:xfrm>
            <a:custGeom>
              <a:avLst/>
              <a:gdLst>
                <a:gd name="connsiteX0" fmla="*/ 164176 w 165151"/>
                <a:gd name="connsiteY0" fmla="*/ 33835 h 109804"/>
                <a:gd name="connsiteX1" fmla="*/ 139255 w 165151"/>
                <a:gd name="connsiteY1" fmla="*/ 16599 h 109804"/>
                <a:gd name="connsiteX2" fmla="*/ 132865 w 165151"/>
                <a:gd name="connsiteY2" fmla="*/ 12130 h 109804"/>
                <a:gd name="connsiteX3" fmla="*/ 129670 w 165151"/>
                <a:gd name="connsiteY3" fmla="*/ 0 h 109804"/>
                <a:gd name="connsiteX4" fmla="*/ 14651 w 165151"/>
                <a:gd name="connsiteY4" fmla="*/ 28090 h 109804"/>
                <a:gd name="connsiteX5" fmla="*/ 16568 w 165151"/>
                <a:gd name="connsiteY5" fmla="*/ 39581 h 109804"/>
                <a:gd name="connsiteX6" fmla="*/ 13373 w 165151"/>
                <a:gd name="connsiteY6" fmla="*/ 46603 h 109804"/>
                <a:gd name="connsiteX7" fmla="*/ 593 w 165151"/>
                <a:gd name="connsiteY7" fmla="*/ 74693 h 109804"/>
                <a:gd name="connsiteX8" fmla="*/ 24236 w 165151"/>
                <a:gd name="connsiteY8" fmla="*/ 93845 h 109804"/>
                <a:gd name="connsiteX9" fmla="*/ 24236 w 165151"/>
                <a:gd name="connsiteY9" fmla="*/ 93845 h 109804"/>
                <a:gd name="connsiteX10" fmla="*/ 29987 w 165151"/>
                <a:gd name="connsiteY10" fmla="*/ 98313 h 109804"/>
                <a:gd name="connsiteX11" fmla="*/ 33821 w 165151"/>
                <a:gd name="connsiteY11" fmla="*/ 109805 h 109804"/>
                <a:gd name="connsiteX12" fmla="*/ 150757 w 165151"/>
                <a:gd name="connsiteY12" fmla="*/ 80438 h 109804"/>
                <a:gd name="connsiteX13" fmla="*/ 148840 w 165151"/>
                <a:gd name="connsiteY13" fmla="*/ 68309 h 109804"/>
                <a:gd name="connsiteX14" fmla="*/ 152035 w 165151"/>
                <a:gd name="connsiteY14" fmla="*/ 61925 h 109804"/>
                <a:gd name="connsiteX15" fmla="*/ 164176 w 165151"/>
                <a:gd name="connsiteY15" fmla="*/ 33835 h 109804"/>
                <a:gd name="connsiteX16" fmla="*/ 46601 w 165151"/>
                <a:gd name="connsiteY16" fmla="*/ 70862 h 109804"/>
                <a:gd name="connsiteX17" fmla="*/ 29348 w 165151"/>
                <a:gd name="connsiteY17" fmla="*/ 75331 h 109804"/>
                <a:gd name="connsiteX18" fmla="*/ 28070 w 165151"/>
                <a:gd name="connsiteY18" fmla="*/ 75331 h 109804"/>
                <a:gd name="connsiteX19" fmla="*/ 21680 w 165151"/>
                <a:gd name="connsiteY19" fmla="*/ 70224 h 109804"/>
                <a:gd name="connsiteX20" fmla="*/ 26153 w 165151"/>
                <a:gd name="connsiteY20" fmla="*/ 62563 h 109804"/>
                <a:gd name="connsiteX21" fmla="*/ 43406 w 165151"/>
                <a:gd name="connsiteY21" fmla="*/ 58094 h 109804"/>
                <a:gd name="connsiteX22" fmla="*/ 51074 w 165151"/>
                <a:gd name="connsiteY22" fmla="*/ 62563 h 109804"/>
                <a:gd name="connsiteX23" fmla="*/ 46601 w 165151"/>
                <a:gd name="connsiteY23" fmla="*/ 70862 h 109804"/>
                <a:gd name="connsiteX24" fmla="*/ 55547 w 165151"/>
                <a:gd name="connsiteY24" fmla="*/ 38943 h 109804"/>
                <a:gd name="connsiteX25" fmla="*/ 71522 w 165151"/>
                <a:gd name="connsiteY25" fmla="*/ 20429 h 109804"/>
                <a:gd name="connsiteX26" fmla="*/ 87497 w 165151"/>
                <a:gd name="connsiteY26" fmla="*/ 38943 h 109804"/>
                <a:gd name="connsiteX27" fmla="*/ 71522 w 165151"/>
                <a:gd name="connsiteY27" fmla="*/ 57456 h 109804"/>
                <a:gd name="connsiteX28" fmla="*/ 55547 w 165151"/>
                <a:gd name="connsiteY28" fmla="*/ 38943 h 109804"/>
                <a:gd name="connsiteX29" fmla="*/ 85580 w 165151"/>
                <a:gd name="connsiteY29" fmla="*/ 88738 h 109804"/>
                <a:gd name="connsiteX30" fmla="*/ 83663 w 165151"/>
                <a:gd name="connsiteY30" fmla="*/ 88738 h 109804"/>
                <a:gd name="connsiteX31" fmla="*/ 79190 w 165151"/>
                <a:gd name="connsiteY31" fmla="*/ 81077 h 109804"/>
                <a:gd name="connsiteX32" fmla="*/ 98359 w 165151"/>
                <a:gd name="connsiteY32" fmla="*/ 18514 h 109804"/>
                <a:gd name="connsiteX33" fmla="*/ 106027 w 165151"/>
                <a:gd name="connsiteY33" fmla="*/ 14045 h 109804"/>
                <a:gd name="connsiteX34" fmla="*/ 110500 w 165151"/>
                <a:gd name="connsiteY34" fmla="*/ 21706 h 109804"/>
                <a:gd name="connsiteX35" fmla="*/ 91330 w 165151"/>
                <a:gd name="connsiteY35" fmla="*/ 84269 h 109804"/>
                <a:gd name="connsiteX36" fmla="*/ 85580 w 165151"/>
                <a:gd name="connsiteY36" fmla="*/ 88738 h 109804"/>
                <a:gd name="connsiteX37" fmla="*/ 118807 w 165151"/>
                <a:gd name="connsiteY37" fmla="*/ 82354 h 109804"/>
                <a:gd name="connsiteX38" fmla="*/ 102832 w 165151"/>
                <a:gd name="connsiteY38" fmla="*/ 63840 h 109804"/>
                <a:gd name="connsiteX39" fmla="*/ 118807 w 165151"/>
                <a:gd name="connsiteY39" fmla="*/ 45327 h 109804"/>
                <a:gd name="connsiteX40" fmla="*/ 134782 w 165151"/>
                <a:gd name="connsiteY40" fmla="*/ 63840 h 109804"/>
                <a:gd name="connsiteX41" fmla="*/ 118807 w 165151"/>
                <a:gd name="connsiteY41" fmla="*/ 82354 h 10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65151" h="109804">
                  <a:moveTo>
                    <a:pt x="164176" y="33835"/>
                  </a:moveTo>
                  <a:cubicBezTo>
                    <a:pt x="159064" y="15960"/>
                    <a:pt x="139894" y="16599"/>
                    <a:pt x="139255" y="16599"/>
                  </a:cubicBezTo>
                  <a:cubicBezTo>
                    <a:pt x="136060" y="16599"/>
                    <a:pt x="133504" y="14683"/>
                    <a:pt x="132865" y="12130"/>
                  </a:cubicBezTo>
                  <a:lnTo>
                    <a:pt x="129670" y="0"/>
                  </a:lnTo>
                  <a:lnTo>
                    <a:pt x="14651" y="28090"/>
                  </a:lnTo>
                  <a:lnTo>
                    <a:pt x="16568" y="39581"/>
                  </a:lnTo>
                  <a:cubicBezTo>
                    <a:pt x="17207" y="42135"/>
                    <a:pt x="15929" y="45327"/>
                    <a:pt x="13373" y="46603"/>
                  </a:cubicBezTo>
                  <a:cubicBezTo>
                    <a:pt x="12734" y="47242"/>
                    <a:pt x="-3241" y="56179"/>
                    <a:pt x="593" y="74693"/>
                  </a:cubicBezTo>
                  <a:cubicBezTo>
                    <a:pt x="5066" y="93845"/>
                    <a:pt x="23597" y="93845"/>
                    <a:pt x="24236" y="93845"/>
                  </a:cubicBezTo>
                  <a:cubicBezTo>
                    <a:pt x="24236" y="93845"/>
                    <a:pt x="24236" y="93845"/>
                    <a:pt x="24236" y="93845"/>
                  </a:cubicBezTo>
                  <a:cubicBezTo>
                    <a:pt x="26792" y="93845"/>
                    <a:pt x="29348" y="95760"/>
                    <a:pt x="29987" y="98313"/>
                  </a:cubicBezTo>
                  <a:lnTo>
                    <a:pt x="33821" y="109805"/>
                  </a:lnTo>
                  <a:lnTo>
                    <a:pt x="150757" y="80438"/>
                  </a:lnTo>
                  <a:lnTo>
                    <a:pt x="148840" y="68309"/>
                  </a:lnTo>
                  <a:cubicBezTo>
                    <a:pt x="148201" y="65755"/>
                    <a:pt x="149479" y="63202"/>
                    <a:pt x="152035" y="61925"/>
                  </a:cubicBezTo>
                  <a:cubicBezTo>
                    <a:pt x="152674" y="61286"/>
                    <a:pt x="169288" y="51710"/>
                    <a:pt x="164176" y="33835"/>
                  </a:cubicBezTo>
                  <a:close/>
                  <a:moveTo>
                    <a:pt x="46601" y="70862"/>
                  </a:moveTo>
                  <a:lnTo>
                    <a:pt x="29348" y="75331"/>
                  </a:lnTo>
                  <a:cubicBezTo>
                    <a:pt x="28709" y="75331"/>
                    <a:pt x="28070" y="75331"/>
                    <a:pt x="28070" y="75331"/>
                  </a:cubicBezTo>
                  <a:cubicBezTo>
                    <a:pt x="25514" y="75331"/>
                    <a:pt x="22319" y="73416"/>
                    <a:pt x="21680" y="70224"/>
                  </a:cubicBezTo>
                  <a:cubicBezTo>
                    <a:pt x="21041" y="67032"/>
                    <a:pt x="22958" y="63202"/>
                    <a:pt x="26153" y="62563"/>
                  </a:cubicBezTo>
                  <a:lnTo>
                    <a:pt x="43406" y="58094"/>
                  </a:lnTo>
                  <a:cubicBezTo>
                    <a:pt x="46601" y="57456"/>
                    <a:pt x="50435" y="59371"/>
                    <a:pt x="51074" y="62563"/>
                  </a:cubicBezTo>
                  <a:cubicBezTo>
                    <a:pt x="51713" y="65755"/>
                    <a:pt x="50435" y="70224"/>
                    <a:pt x="46601" y="70862"/>
                  </a:cubicBezTo>
                  <a:close/>
                  <a:moveTo>
                    <a:pt x="55547" y="38943"/>
                  </a:moveTo>
                  <a:cubicBezTo>
                    <a:pt x="55547" y="28728"/>
                    <a:pt x="62576" y="20429"/>
                    <a:pt x="71522" y="20429"/>
                  </a:cubicBezTo>
                  <a:cubicBezTo>
                    <a:pt x="80468" y="20429"/>
                    <a:pt x="87497" y="28728"/>
                    <a:pt x="87497" y="38943"/>
                  </a:cubicBezTo>
                  <a:cubicBezTo>
                    <a:pt x="87497" y="49157"/>
                    <a:pt x="80468" y="57456"/>
                    <a:pt x="71522" y="57456"/>
                  </a:cubicBezTo>
                  <a:cubicBezTo>
                    <a:pt x="62576" y="57456"/>
                    <a:pt x="55547" y="49157"/>
                    <a:pt x="55547" y="38943"/>
                  </a:cubicBezTo>
                  <a:close/>
                  <a:moveTo>
                    <a:pt x="85580" y="88738"/>
                  </a:moveTo>
                  <a:cubicBezTo>
                    <a:pt x="84941" y="88738"/>
                    <a:pt x="84302" y="88738"/>
                    <a:pt x="83663" y="88738"/>
                  </a:cubicBezTo>
                  <a:cubicBezTo>
                    <a:pt x="80468" y="87461"/>
                    <a:pt x="78551" y="84269"/>
                    <a:pt x="79190" y="81077"/>
                  </a:cubicBezTo>
                  <a:lnTo>
                    <a:pt x="98359" y="18514"/>
                  </a:lnTo>
                  <a:cubicBezTo>
                    <a:pt x="99637" y="15322"/>
                    <a:pt x="102832" y="13407"/>
                    <a:pt x="106027" y="14045"/>
                  </a:cubicBezTo>
                  <a:cubicBezTo>
                    <a:pt x="109222" y="15322"/>
                    <a:pt x="111139" y="18514"/>
                    <a:pt x="110500" y="21706"/>
                  </a:cubicBezTo>
                  <a:lnTo>
                    <a:pt x="91330" y="84269"/>
                  </a:lnTo>
                  <a:cubicBezTo>
                    <a:pt x="90692" y="86822"/>
                    <a:pt x="88135" y="88738"/>
                    <a:pt x="85580" y="88738"/>
                  </a:cubicBezTo>
                  <a:close/>
                  <a:moveTo>
                    <a:pt x="118807" y="82354"/>
                  </a:moveTo>
                  <a:cubicBezTo>
                    <a:pt x="109861" y="82354"/>
                    <a:pt x="102832" y="74054"/>
                    <a:pt x="102832" y="63840"/>
                  </a:cubicBezTo>
                  <a:cubicBezTo>
                    <a:pt x="102832" y="53626"/>
                    <a:pt x="109861" y="45327"/>
                    <a:pt x="118807" y="45327"/>
                  </a:cubicBezTo>
                  <a:cubicBezTo>
                    <a:pt x="127753" y="45327"/>
                    <a:pt x="134782" y="53626"/>
                    <a:pt x="134782" y="63840"/>
                  </a:cubicBezTo>
                  <a:cubicBezTo>
                    <a:pt x="135421" y="73416"/>
                    <a:pt x="127753" y="82354"/>
                    <a:pt x="118807" y="82354"/>
                  </a:cubicBezTo>
                  <a:close/>
                </a:path>
              </a:pathLst>
            </a:custGeom>
            <a:solidFill>
              <a:srgbClr val="26890D"/>
            </a:solidFill>
            <a:ln w="6390" cap="flat">
              <a:noFill/>
              <a:prstDash val="solid"/>
              <a:miter/>
            </a:ln>
          </p:spPr>
          <p:txBody>
            <a:bodyPr rtlCol="0" anchor="ctr"/>
            <a:lstStyle/>
            <a:p>
              <a:endParaRPr lang="en-US"/>
            </a:p>
          </p:txBody>
        </p:sp>
        <p:sp>
          <p:nvSpPr>
            <p:cNvPr id="1202" name="Graphic 1039">
              <a:extLst>
                <a:ext uri="{FF2B5EF4-FFF2-40B4-BE49-F238E27FC236}">
                  <a16:creationId xmlns:a16="http://schemas.microsoft.com/office/drawing/2014/main" id="{E6C52B91-67D9-934A-8029-4B09E32E297D}"/>
                </a:ext>
              </a:extLst>
            </p:cNvPr>
            <p:cNvSpPr/>
            <p:nvPr/>
          </p:nvSpPr>
          <p:spPr>
            <a:xfrm>
              <a:off x="1059451" y="3482625"/>
              <a:ext cx="6389" cy="11491"/>
            </a:xfrm>
            <a:custGeom>
              <a:avLst/>
              <a:gdLst>
                <a:gd name="connsiteX0" fmla="*/ 3195 w 6389"/>
                <a:gd name="connsiteY0" fmla="*/ 0 h 11491"/>
                <a:gd name="connsiteX1" fmla="*/ 0 w 6389"/>
                <a:gd name="connsiteY1" fmla="*/ 5745 h 11491"/>
                <a:gd name="connsiteX2" fmla="*/ 3195 w 6389"/>
                <a:gd name="connsiteY2" fmla="*/ 11491 h 11491"/>
                <a:gd name="connsiteX3" fmla="*/ 6390 w 6389"/>
                <a:gd name="connsiteY3" fmla="*/ 5745 h 11491"/>
                <a:gd name="connsiteX4" fmla="*/ 3195 w 6389"/>
                <a:gd name="connsiteY4" fmla="*/ 0 h 11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9" h="11491">
                  <a:moveTo>
                    <a:pt x="3195" y="0"/>
                  </a:moveTo>
                  <a:cubicBezTo>
                    <a:pt x="1917" y="0"/>
                    <a:pt x="0" y="2553"/>
                    <a:pt x="0" y="5745"/>
                  </a:cubicBezTo>
                  <a:cubicBezTo>
                    <a:pt x="0" y="9576"/>
                    <a:pt x="1917" y="11491"/>
                    <a:pt x="3195" y="11491"/>
                  </a:cubicBezTo>
                  <a:cubicBezTo>
                    <a:pt x="4473" y="11491"/>
                    <a:pt x="6390" y="8937"/>
                    <a:pt x="6390" y="5745"/>
                  </a:cubicBezTo>
                  <a:cubicBezTo>
                    <a:pt x="6390" y="2553"/>
                    <a:pt x="4473" y="0"/>
                    <a:pt x="3195" y="0"/>
                  </a:cubicBezTo>
                  <a:close/>
                </a:path>
              </a:pathLst>
            </a:custGeom>
            <a:solidFill>
              <a:srgbClr val="26890D"/>
            </a:solidFill>
            <a:ln w="6390" cap="flat">
              <a:noFill/>
              <a:prstDash val="solid"/>
              <a:miter/>
            </a:ln>
          </p:spPr>
          <p:txBody>
            <a:bodyPr rtlCol="0" anchor="ctr"/>
            <a:lstStyle/>
            <a:p>
              <a:endParaRPr lang="en-US"/>
            </a:p>
          </p:txBody>
        </p:sp>
        <p:sp>
          <p:nvSpPr>
            <p:cNvPr id="1203" name="Graphic 1039">
              <a:extLst>
                <a:ext uri="{FF2B5EF4-FFF2-40B4-BE49-F238E27FC236}">
                  <a16:creationId xmlns:a16="http://schemas.microsoft.com/office/drawing/2014/main" id="{1D3DA189-77DE-5D4D-B3C9-69E2A75B3045}"/>
                </a:ext>
              </a:extLst>
            </p:cNvPr>
            <p:cNvSpPr/>
            <p:nvPr/>
          </p:nvSpPr>
          <p:spPr>
            <a:xfrm>
              <a:off x="1106737" y="3507522"/>
              <a:ext cx="6515" cy="11491"/>
            </a:xfrm>
            <a:custGeom>
              <a:avLst/>
              <a:gdLst>
                <a:gd name="connsiteX0" fmla="*/ 3195 w 6515"/>
                <a:gd name="connsiteY0" fmla="*/ 0 h 11491"/>
                <a:gd name="connsiteX1" fmla="*/ 0 w 6515"/>
                <a:gd name="connsiteY1" fmla="*/ 5746 h 11491"/>
                <a:gd name="connsiteX2" fmla="*/ 3195 w 6515"/>
                <a:gd name="connsiteY2" fmla="*/ 11491 h 11491"/>
                <a:gd name="connsiteX3" fmla="*/ 6390 w 6515"/>
                <a:gd name="connsiteY3" fmla="*/ 5746 h 11491"/>
                <a:gd name="connsiteX4" fmla="*/ 3195 w 6515"/>
                <a:gd name="connsiteY4" fmla="*/ 0 h 11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5" h="11491">
                  <a:moveTo>
                    <a:pt x="3195" y="0"/>
                  </a:moveTo>
                  <a:cubicBezTo>
                    <a:pt x="1917" y="0"/>
                    <a:pt x="0" y="2554"/>
                    <a:pt x="0" y="5746"/>
                  </a:cubicBezTo>
                  <a:cubicBezTo>
                    <a:pt x="0" y="9576"/>
                    <a:pt x="1917" y="11491"/>
                    <a:pt x="3195" y="11491"/>
                  </a:cubicBezTo>
                  <a:cubicBezTo>
                    <a:pt x="4473" y="11491"/>
                    <a:pt x="6390" y="8938"/>
                    <a:pt x="6390" y="5746"/>
                  </a:cubicBezTo>
                  <a:cubicBezTo>
                    <a:pt x="7029" y="2554"/>
                    <a:pt x="5112" y="0"/>
                    <a:pt x="3195" y="0"/>
                  </a:cubicBezTo>
                  <a:close/>
                </a:path>
              </a:pathLst>
            </a:custGeom>
            <a:solidFill>
              <a:srgbClr val="26890D"/>
            </a:solidFill>
            <a:ln w="6390" cap="flat">
              <a:noFill/>
              <a:prstDash val="solid"/>
              <a:miter/>
            </a:ln>
          </p:spPr>
          <p:txBody>
            <a:bodyPr rtlCol="0" anchor="ctr"/>
            <a:lstStyle/>
            <a:p>
              <a:endParaRPr lang="en-US"/>
            </a:p>
          </p:txBody>
        </p:sp>
        <p:sp>
          <p:nvSpPr>
            <p:cNvPr id="1204" name="Graphic 1039">
              <a:extLst>
                <a:ext uri="{FF2B5EF4-FFF2-40B4-BE49-F238E27FC236}">
                  <a16:creationId xmlns:a16="http://schemas.microsoft.com/office/drawing/2014/main" id="{42418D8F-8E00-E14A-A464-A4EA6A4EBA19}"/>
                </a:ext>
              </a:extLst>
            </p:cNvPr>
            <p:cNvSpPr/>
            <p:nvPr/>
          </p:nvSpPr>
          <p:spPr>
            <a:xfrm>
              <a:off x="905454"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15658 w 361670"/>
                <a:gd name="connsiteY5" fmla="*/ 234292 h 361333"/>
                <a:gd name="connsiteX6" fmla="*/ 109907 w 361670"/>
                <a:gd name="connsiteY6" fmla="*/ 229823 h 361333"/>
                <a:gd name="connsiteX7" fmla="*/ 105434 w 361670"/>
                <a:gd name="connsiteY7" fmla="*/ 216417 h 361333"/>
                <a:gd name="connsiteX8" fmla="*/ 73484 w 361670"/>
                <a:gd name="connsiteY8" fmla="*/ 187689 h 361333"/>
                <a:gd name="connsiteX9" fmla="*/ 88181 w 361670"/>
                <a:gd name="connsiteY9" fmla="*/ 148108 h 361333"/>
                <a:gd name="connsiteX10" fmla="*/ 85625 w 361670"/>
                <a:gd name="connsiteY10" fmla="*/ 134702 h 361333"/>
                <a:gd name="connsiteX11" fmla="*/ 90098 w 361670"/>
                <a:gd name="connsiteY11" fmla="*/ 127680 h 361333"/>
                <a:gd name="connsiteX12" fmla="*/ 217258 w 361670"/>
                <a:gd name="connsiteY12" fmla="*/ 96398 h 361333"/>
                <a:gd name="connsiteX13" fmla="*/ 224926 w 361670"/>
                <a:gd name="connsiteY13" fmla="*/ 100867 h 361333"/>
                <a:gd name="connsiteX14" fmla="*/ 228760 w 361670"/>
                <a:gd name="connsiteY14" fmla="*/ 114912 h 361333"/>
                <a:gd name="connsiteX15" fmla="*/ 261348 w 361670"/>
                <a:gd name="connsiteY15" fmla="*/ 141086 h 361333"/>
                <a:gd name="connsiteX16" fmla="*/ 247291 w 361670"/>
                <a:gd name="connsiteY16" fmla="*/ 180667 h 361333"/>
                <a:gd name="connsiteX17" fmla="*/ 249847 w 361670"/>
                <a:gd name="connsiteY17" fmla="*/ 194711 h 361333"/>
                <a:gd name="connsiteX18" fmla="*/ 245374 w 361670"/>
                <a:gd name="connsiteY18" fmla="*/ 201734 h 361333"/>
                <a:gd name="connsiteX19" fmla="*/ 117575 w 361670"/>
                <a:gd name="connsiteY19" fmla="*/ 234292 h 361333"/>
                <a:gd name="connsiteX20" fmla="*/ 115658 w 361670"/>
                <a:gd name="connsiteY20" fmla="*/ 234292 h 361333"/>
                <a:gd name="connsiteX21" fmla="*/ 263904 w 361670"/>
                <a:gd name="connsiteY21" fmla="*/ 243868 h 361333"/>
                <a:gd name="connsiteX22" fmla="*/ 264543 w 361670"/>
                <a:gd name="connsiteY22" fmla="*/ 259190 h 361333"/>
                <a:gd name="connsiteX23" fmla="*/ 262626 w 361670"/>
                <a:gd name="connsiteY23" fmla="*/ 263658 h 361333"/>
                <a:gd name="connsiteX24" fmla="*/ 258154 w 361670"/>
                <a:gd name="connsiteY24" fmla="*/ 265574 h 361333"/>
                <a:gd name="connsiteX25" fmla="*/ 128438 w 361670"/>
                <a:gd name="connsiteY25" fmla="*/ 265574 h 361333"/>
                <a:gd name="connsiteX26" fmla="*/ 122048 w 361670"/>
                <a:gd name="connsiteY26" fmla="*/ 259190 h 361333"/>
                <a:gd name="connsiteX27" fmla="*/ 122048 w 361670"/>
                <a:gd name="connsiteY27" fmla="*/ 243868 h 361333"/>
                <a:gd name="connsiteX28" fmla="*/ 128438 w 361670"/>
                <a:gd name="connsiteY28" fmla="*/ 237484 h 361333"/>
                <a:gd name="connsiteX29" fmla="*/ 134828 w 361670"/>
                <a:gd name="connsiteY29" fmla="*/ 243868 h 361333"/>
                <a:gd name="connsiteX30" fmla="*/ 134828 w 361670"/>
                <a:gd name="connsiteY30" fmla="*/ 252806 h 361333"/>
                <a:gd name="connsiteX31" fmla="*/ 251125 w 361670"/>
                <a:gd name="connsiteY31" fmla="*/ 252806 h 361333"/>
                <a:gd name="connsiteX32" fmla="*/ 250486 w 361670"/>
                <a:gd name="connsiteY32" fmla="*/ 239399 h 361333"/>
                <a:gd name="connsiteX33" fmla="*/ 254959 w 361670"/>
                <a:gd name="connsiteY33" fmla="*/ 233015 h 361333"/>
                <a:gd name="connsiteX34" fmla="*/ 276684 w 361670"/>
                <a:gd name="connsiteY34" fmla="*/ 210033 h 361333"/>
                <a:gd name="connsiteX35" fmla="*/ 263265 w 361670"/>
                <a:gd name="connsiteY35" fmla="*/ 187689 h 361333"/>
                <a:gd name="connsiteX36" fmla="*/ 258792 w 361670"/>
                <a:gd name="connsiteY36" fmla="*/ 180028 h 361333"/>
                <a:gd name="connsiteX37" fmla="*/ 266460 w 361670"/>
                <a:gd name="connsiteY37" fmla="*/ 175560 h 361333"/>
                <a:gd name="connsiteX38" fmla="*/ 289464 w 361670"/>
                <a:gd name="connsiteY38" fmla="*/ 209395 h 361333"/>
                <a:gd name="connsiteX39" fmla="*/ 263904 w 361670"/>
                <a:gd name="connsiteY39" fmla="*/ 24386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115658" y="234292"/>
                  </a:moveTo>
                  <a:cubicBezTo>
                    <a:pt x="113102" y="234292"/>
                    <a:pt x="110546" y="232377"/>
                    <a:pt x="109907" y="229823"/>
                  </a:cubicBezTo>
                  <a:lnTo>
                    <a:pt x="105434" y="216417"/>
                  </a:lnTo>
                  <a:cubicBezTo>
                    <a:pt x="94571" y="215140"/>
                    <a:pt x="77957" y="207479"/>
                    <a:pt x="73484" y="187689"/>
                  </a:cubicBezTo>
                  <a:cubicBezTo>
                    <a:pt x="69011" y="167899"/>
                    <a:pt x="79874" y="154492"/>
                    <a:pt x="88181" y="148108"/>
                  </a:cubicBezTo>
                  <a:lnTo>
                    <a:pt x="85625" y="134702"/>
                  </a:lnTo>
                  <a:cubicBezTo>
                    <a:pt x="84986" y="131510"/>
                    <a:pt x="86903" y="128318"/>
                    <a:pt x="90098" y="127680"/>
                  </a:cubicBezTo>
                  <a:lnTo>
                    <a:pt x="217258" y="96398"/>
                  </a:lnTo>
                  <a:cubicBezTo>
                    <a:pt x="220453" y="95760"/>
                    <a:pt x="224287" y="97675"/>
                    <a:pt x="224926" y="100867"/>
                  </a:cubicBezTo>
                  <a:lnTo>
                    <a:pt x="228760" y="114912"/>
                  </a:lnTo>
                  <a:cubicBezTo>
                    <a:pt x="239623" y="116189"/>
                    <a:pt x="255597" y="122573"/>
                    <a:pt x="261348" y="141086"/>
                  </a:cubicBezTo>
                  <a:cubicBezTo>
                    <a:pt x="267099" y="160238"/>
                    <a:pt x="256237" y="174283"/>
                    <a:pt x="247291" y="180667"/>
                  </a:cubicBezTo>
                  <a:lnTo>
                    <a:pt x="249847" y="194711"/>
                  </a:lnTo>
                  <a:cubicBezTo>
                    <a:pt x="250486" y="197903"/>
                    <a:pt x="248569" y="201095"/>
                    <a:pt x="245374" y="201734"/>
                  </a:cubicBezTo>
                  <a:lnTo>
                    <a:pt x="117575" y="234292"/>
                  </a:lnTo>
                  <a:cubicBezTo>
                    <a:pt x="116936" y="234292"/>
                    <a:pt x="116297" y="234292"/>
                    <a:pt x="115658" y="234292"/>
                  </a:cubicBezTo>
                  <a:close/>
                  <a:moveTo>
                    <a:pt x="263904" y="243868"/>
                  </a:moveTo>
                  <a:lnTo>
                    <a:pt x="264543" y="259190"/>
                  </a:lnTo>
                  <a:cubicBezTo>
                    <a:pt x="264543" y="261105"/>
                    <a:pt x="263904" y="262382"/>
                    <a:pt x="262626" y="263658"/>
                  </a:cubicBezTo>
                  <a:cubicBezTo>
                    <a:pt x="261348" y="264935"/>
                    <a:pt x="260070" y="265574"/>
                    <a:pt x="258154" y="265574"/>
                  </a:cubicBezTo>
                  <a:lnTo>
                    <a:pt x="128438" y="265574"/>
                  </a:lnTo>
                  <a:cubicBezTo>
                    <a:pt x="124604" y="265574"/>
                    <a:pt x="122048" y="263020"/>
                    <a:pt x="122048" y="259190"/>
                  </a:cubicBezTo>
                  <a:lnTo>
                    <a:pt x="122048" y="243868"/>
                  </a:lnTo>
                  <a:cubicBezTo>
                    <a:pt x="122048" y="240038"/>
                    <a:pt x="124604" y="237484"/>
                    <a:pt x="128438" y="237484"/>
                  </a:cubicBezTo>
                  <a:cubicBezTo>
                    <a:pt x="132272" y="237484"/>
                    <a:pt x="134828" y="240038"/>
                    <a:pt x="134828" y="243868"/>
                  </a:cubicBezTo>
                  <a:lnTo>
                    <a:pt x="134828" y="252806"/>
                  </a:lnTo>
                  <a:lnTo>
                    <a:pt x="251125" y="252806"/>
                  </a:lnTo>
                  <a:lnTo>
                    <a:pt x="250486" y="239399"/>
                  </a:lnTo>
                  <a:cubicBezTo>
                    <a:pt x="250486" y="236846"/>
                    <a:pt x="252403" y="234292"/>
                    <a:pt x="254959" y="233015"/>
                  </a:cubicBezTo>
                  <a:cubicBezTo>
                    <a:pt x="269655" y="227908"/>
                    <a:pt x="276684" y="220247"/>
                    <a:pt x="276684" y="210033"/>
                  </a:cubicBezTo>
                  <a:cubicBezTo>
                    <a:pt x="276045" y="198542"/>
                    <a:pt x="266460" y="188966"/>
                    <a:pt x="263265" y="187689"/>
                  </a:cubicBezTo>
                  <a:cubicBezTo>
                    <a:pt x="260070" y="187051"/>
                    <a:pt x="257514" y="183220"/>
                    <a:pt x="258792" y="180028"/>
                  </a:cubicBezTo>
                  <a:cubicBezTo>
                    <a:pt x="259431" y="176836"/>
                    <a:pt x="263265" y="174283"/>
                    <a:pt x="266460" y="175560"/>
                  </a:cubicBezTo>
                  <a:cubicBezTo>
                    <a:pt x="276045" y="178113"/>
                    <a:pt x="288825" y="194073"/>
                    <a:pt x="289464" y="209395"/>
                  </a:cubicBezTo>
                  <a:cubicBezTo>
                    <a:pt x="290103" y="219609"/>
                    <a:pt x="286908" y="234930"/>
                    <a:pt x="263904" y="243868"/>
                  </a:cubicBezTo>
                  <a:close/>
                </a:path>
              </a:pathLst>
            </a:custGeom>
            <a:solidFill>
              <a:srgbClr val="26890D"/>
            </a:solidFill>
            <a:ln w="6390" cap="flat">
              <a:noFill/>
              <a:prstDash val="solid"/>
              <a:miter/>
            </a:ln>
          </p:spPr>
          <p:txBody>
            <a:bodyPr rtlCol="0" anchor="ctr"/>
            <a:lstStyle/>
            <a:p>
              <a:endParaRPr lang="en-US"/>
            </a:p>
          </p:txBody>
        </p:sp>
      </p:grpSp>
      <p:grpSp>
        <p:nvGrpSpPr>
          <p:cNvPr id="1205" name="Graphic 1039">
            <a:extLst>
              <a:ext uri="{FF2B5EF4-FFF2-40B4-BE49-F238E27FC236}">
                <a16:creationId xmlns:a16="http://schemas.microsoft.com/office/drawing/2014/main" id="{2F6CDDBE-81F7-7843-A1AC-71AD49F9FF5C}"/>
              </a:ext>
            </a:extLst>
          </p:cNvPr>
          <p:cNvGrpSpPr/>
          <p:nvPr/>
        </p:nvGrpSpPr>
        <p:grpSpPr>
          <a:xfrm>
            <a:off x="1515054" y="3339623"/>
            <a:ext cx="361670" cy="361333"/>
            <a:chOff x="1515054" y="3339623"/>
            <a:chExt cx="361670" cy="361333"/>
          </a:xfrm>
          <a:solidFill>
            <a:srgbClr val="26890D"/>
          </a:solidFill>
        </p:grpSpPr>
        <p:sp>
          <p:nvSpPr>
            <p:cNvPr id="1206" name="Graphic 1039">
              <a:extLst>
                <a:ext uri="{FF2B5EF4-FFF2-40B4-BE49-F238E27FC236}">
                  <a16:creationId xmlns:a16="http://schemas.microsoft.com/office/drawing/2014/main" id="{5A52BF41-CECE-B946-9EA6-9426E28335E4}"/>
                </a:ext>
              </a:extLst>
            </p:cNvPr>
            <p:cNvSpPr/>
            <p:nvPr/>
          </p:nvSpPr>
          <p:spPr>
            <a:xfrm>
              <a:off x="1515054"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26890D"/>
            </a:solidFill>
            <a:ln w="6390" cap="flat">
              <a:noFill/>
              <a:prstDash val="solid"/>
              <a:miter/>
            </a:ln>
          </p:spPr>
          <p:txBody>
            <a:bodyPr rtlCol="0" anchor="ctr"/>
            <a:lstStyle/>
            <a:p>
              <a:endParaRPr lang="en-US"/>
            </a:p>
          </p:txBody>
        </p:sp>
        <p:sp>
          <p:nvSpPr>
            <p:cNvPr id="1207" name="Graphic 1039">
              <a:extLst>
                <a:ext uri="{FF2B5EF4-FFF2-40B4-BE49-F238E27FC236}">
                  <a16:creationId xmlns:a16="http://schemas.microsoft.com/office/drawing/2014/main" id="{B9A90FFB-8E1C-9D4F-92F3-C0F2BB120FE0}"/>
                </a:ext>
              </a:extLst>
            </p:cNvPr>
            <p:cNvSpPr/>
            <p:nvPr/>
          </p:nvSpPr>
          <p:spPr>
            <a:xfrm>
              <a:off x="1589816" y="3436660"/>
              <a:ext cx="211506" cy="168536"/>
            </a:xfrm>
            <a:custGeom>
              <a:avLst/>
              <a:gdLst>
                <a:gd name="connsiteX0" fmla="*/ 185947 w 211506"/>
                <a:gd name="connsiteY0" fmla="*/ 3830 h 168536"/>
                <a:gd name="connsiteX1" fmla="*/ 180196 w 211506"/>
                <a:gd name="connsiteY1" fmla="*/ 0 h 168536"/>
                <a:gd name="connsiteX2" fmla="*/ 148247 w 211506"/>
                <a:gd name="connsiteY2" fmla="*/ 0 h 168536"/>
                <a:gd name="connsiteX3" fmla="*/ 148247 w 211506"/>
                <a:gd name="connsiteY3" fmla="*/ 0 h 168536"/>
                <a:gd name="connsiteX4" fmla="*/ 31311 w 211506"/>
                <a:gd name="connsiteY4" fmla="*/ 0 h 168536"/>
                <a:gd name="connsiteX5" fmla="*/ 25560 w 211506"/>
                <a:gd name="connsiteY5" fmla="*/ 3830 h 168536"/>
                <a:gd name="connsiteX6" fmla="*/ 639 w 211506"/>
                <a:gd name="connsiteY6" fmla="*/ 60009 h 168536"/>
                <a:gd name="connsiteX7" fmla="*/ 0 w 211506"/>
                <a:gd name="connsiteY7" fmla="*/ 62563 h 168536"/>
                <a:gd name="connsiteX8" fmla="*/ 13419 w 211506"/>
                <a:gd name="connsiteY8" fmla="*/ 82992 h 168536"/>
                <a:gd name="connsiteX9" fmla="*/ 13419 w 211506"/>
                <a:gd name="connsiteY9" fmla="*/ 162153 h 168536"/>
                <a:gd name="connsiteX10" fmla="*/ 19809 w 211506"/>
                <a:gd name="connsiteY10" fmla="*/ 168537 h 168536"/>
                <a:gd name="connsiteX11" fmla="*/ 191698 w 211506"/>
                <a:gd name="connsiteY11" fmla="*/ 168537 h 168536"/>
                <a:gd name="connsiteX12" fmla="*/ 198088 w 211506"/>
                <a:gd name="connsiteY12" fmla="*/ 162153 h 168536"/>
                <a:gd name="connsiteX13" fmla="*/ 198088 w 211506"/>
                <a:gd name="connsiteY13" fmla="*/ 82992 h 168536"/>
                <a:gd name="connsiteX14" fmla="*/ 211507 w 211506"/>
                <a:gd name="connsiteY14" fmla="*/ 62563 h 168536"/>
                <a:gd name="connsiteX15" fmla="*/ 210868 w 211506"/>
                <a:gd name="connsiteY15" fmla="*/ 60009 h 168536"/>
                <a:gd name="connsiteX16" fmla="*/ 185947 w 211506"/>
                <a:gd name="connsiteY16" fmla="*/ 3830 h 168536"/>
                <a:gd name="connsiteX17" fmla="*/ 148886 w 211506"/>
                <a:gd name="connsiteY17" fmla="*/ 61925 h 168536"/>
                <a:gd name="connsiteX18" fmla="*/ 130355 w 211506"/>
                <a:gd name="connsiteY18" fmla="*/ 74693 h 168536"/>
                <a:gd name="connsiteX19" fmla="*/ 111824 w 211506"/>
                <a:gd name="connsiteY19" fmla="*/ 61925 h 168536"/>
                <a:gd name="connsiteX20" fmla="*/ 111824 w 211506"/>
                <a:gd name="connsiteY20" fmla="*/ 12129 h 168536"/>
                <a:gd name="connsiteX21" fmla="*/ 142496 w 211506"/>
                <a:gd name="connsiteY21" fmla="*/ 12129 h 168536"/>
                <a:gd name="connsiteX22" fmla="*/ 148886 w 211506"/>
                <a:gd name="connsiteY22" fmla="*/ 61925 h 168536"/>
                <a:gd name="connsiteX23" fmla="*/ 99683 w 211506"/>
                <a:gd name="connsiteY23" fmla="*/ 12768 h 168536"/>
                <a:gd name="connsiteX24" fmla="*/ 99683 w 211506"/>
                <a:gd name="connsiteY24" fmla="*/ 62563 h 168536"/>
                <a:gd name="connsiteX25" fmla="*/ 81152 w 211506"/>
                <a:gd name="connsiteY25" fmla="*/ 75331 h 168536"/>
                <a:gd name="connsiteX26" fmla="*/ 62621 w 211506"/>
                <a:gd name="connsiteY26" fmla="*/ 62563 h 168536"/>
                <a:gd name="connsiteX27" fmla="*/ 69011 w 211506"/>
                <a:gd name="connsiteY27" fmla="*/ 12768 h 168536"/>
                <a:gd name="connsiteX28" fmla="*/ 99683 w 211506"/>
                <a:gd name="connsiteY28" fmla="*/ 12768 h 168536"/>
                <a:gd name="connsiteX29" fmla="*/ 35784 w 211506"/>
                <a:gd name="connsiteY29" fmla="*/ 12768 h 168536"/>
                <a:gd name="connsiteX30" fmla="*/ 56231 w 211506"/>
                <a:gd name="connsiteY30" fmla="*/ 12768 h 168536"/>
                <a:gd name="connsiteX31" fmla="*/ 49842 w 211506"/>
                <a:gd name="connsiteY31" fmla="*/ 61286 h 168536"/>
                <a:gd name="connsiteX32" fmla="*/ 31311 w 211506"/>
                <a:gd name="connsiteY32" fmla="*/ 74693 h 168536"/>
                <a:gd name="connsiteX33" fmla="*/ 12780 w 211506"/>
                <a:gd name="connsiteY33" fmla="*/ 63201 h 168536"/>
                <a:gd name="connsiteX34" fmla="*/ 35784 w 211506"/>
                <a:gd name="connsiteY34" fmla="*/ 12768 h 168536"/>
                <a:gd name="connsiteX35" fmla="*/ 26199 w 211506"/>
                <a:gd name="connsiteY35" fmla="*/ 155769 h 168536"/>
                <a:gd name="connsiteX36" fmla="*/ 26199 w 211506"/>
                <a:gd name="connsiteY36" fmla="*/ 116827 h 168536"/>
                <a:gd name="connsiteX37" fmla="*/ 185308 w 211506"/>
                <a:gd name="connsiteY37" fmla="*/ 116827 h 168536"/>
                <a:gd name="connsiteX38" fmla="*/ 185308 w 211506"/>
                <a:gd name="connsiteY38" fmla="*/ 155769 h 168536"/>
                <a:gd name="connsiteX39" fmla="*/ 26199 w 211506"/>
                <a:gd name="connsiteY39" fmla="*/ 155769 h 168536"/>
                <a:gd name="connsiteX40" fmla="*/ 185308 w 211506"/>
                <a:gd name="connsiteY40" fmla="*/ 103421 h 168536"/>
                <a:gd name="connsiteX41" fmla="*/ 26199 w 211506"/>
                <a:gd name="connsiteY41" fmla="*/ 103421 h 168536"/>
                <a:gd name="connsiteX42" fmla="*/ 26199 w 211506"/>
                <a:gd name="connsiteY42" fmla="*/ 86822 h 168536"/>
                <a:gd name="connsiteX43" fmla="*/ 31311 w 211506"/>
                <a:gd name="connsiteY43" fmla="*/ 87461 h 168536"/>
                <a:gd name="connsiteX44" fmla="*/ 56231 w 211506"/>
                <a:gd name="connsiteY44" fmla="*/ 77246 h 168536"/>
                <a:gd name="connsiteX45" fmla="*/ 81152 w 211506"/>
                <a:gd name="connsiteY45" fmla="*/ 87461 h 168536"/>
                <a:gd name="connsiteX46" fmla="*/ 106073 w 211506"/>
                <a:gd name="connsiteY46" fmla="*/ 77246 h 168536"/>
                <a:gd name="connsiteX47" fmla="*/ 130994 w 211506"/>
                <a:gd name="connsiteY47" fmla="*/ 87461 h 168536"/>
                <a:gd name="connsiteX48" fmla="*/ 155915 w 211506"/>
                <a:gd name="connsiteY48" fmla="*/ 77246 h 168536"/>
                <a:gd name="connsiteX49" fmla="*/ 180835 w 211506"/>
                <a:gd name="connsiteY49" fmla="*/ 87461 h 168536"/>
                <a:gd name="connsiteX50" fmla="*/ 185947 w 211506"/>
                <a:gd name="connsiteY50" fmla="*/ 86822 h 168536"/>
                <a:gd name="connsiteX51" fmla="*/ 185947 w 211506"/>
                <a:gd name="connsiteY51" fmla="*/ 103421 h 168536"/>
                <a:gd name="connsiteX52" fmla="*/ 180196 w 211506"/>
                <a:gd name="connsiteY52" fmla="*/ 74693 h 168536"/>
                <a:gd name="connsiteX53" fmla="*/ 161665 w 211506"/>
                <a:gd name="connsiteY53" fmla="*/ 61925 h 168536"/>
                <a:gd name="connsiteX54" fmla="*/ 155275 w 211506"/>
                <a:gd name="connsiteY54" fmla="*/ 12768 h 168536"/>
                <a:gd name="connsiteX55" fmla="*/ 175723 w 211506"/>
                <a:gd name="connsiteY55" fmla="*/ 12768 h 168536"/>
                <a:gd name="connsiteX56" fmla="*/ 198088 w 211506"/>
                <a:gd name="connsiteY56" fmla="*/ 63201 h 168536"/>
                <a:gd name="connsiteX57" fmla="*/ 180196 w 211506"/>
                <a:gd name="connsiteY57" fmla="*/ 74693 h 168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11506" h="168536">
                  <a:moveTo>
                    <a:pt x="185947" y="3830"/>
                  </a:moveTo>
                  <a:cubicBezTo>
                    <a:pt x="184669" y="1277"/>
                    <a:pt x="182752" y="0"/>
                    <a:pt x="180196" y="0"/>
                  </a:cubicBezTo>
                  <a:lnTo>
                    <a:pt x="148247" y="0"/>
                  </a:lnTo>
                  <a:cubicBezTo>
                    <a:pt x="148247" y="0"/>
                    <a:pt x="148247" y="0"/>
                    <a:pt x="148247" y="0"/>
                  </a:cubicBezTo>
                  <a:lnTo>
                    <a:pt x="31311" y="0"/>
                  </a:lnTo>
                  <a:cubicBezTo>
                    <a:pt x="28755" y="0"/>
                    <a:pt x="26199" y="1277"/>
                    <a:pt x="25560" y="3830"/>
                  </a:cubicBezTo>
                  <a:lnTo>
                    <a:pt x="639" y="60009"/>
                  </a:lnTo>
                  <a:cubicBezTo>
                    <a:pt x="0" y="60648"/>
                    <a:pt x="0" y="61925"/>
                    <a:pt x="0" y="62563"/>
                  </a:cubicBezTo>
                  <a:cubicBezTo>
                    <a:pt x="0" y="70862"/>
                    <a:pt x="5112" y="78523"/>
                    <a:pt x="13419" y="82992"/>
                  </a:cubicBezTo>
                  <a:lnTo>
                    <a:pt x="13419" y="162153"/>
                  </a:lnTo>
                  <a:cubicBezTo>
                    <a:pt x="13419" y="165984"/>
                    <a:pt x="15975" y="168537"/>
                    <a:pt x="19809" y="168537"/>
                  </a:cubicBezTo>
                  <a:lnTo>
                    <a:pt x="191698" y="168537"/>
                  </a:lnTo>
                  <a:cubicBezTo>
                    <a:pt x="195532" y="168537"/>
                    <a:pt x="198088" y="165984"/>
                    <a:pt x="198088" y="162153"/>
                  </a:cubicBezTo>
                  <a:lnTo>
                    <a:pt x="198088" y="82992"/>
                  </a:lnTo>
                  <a:cubicBezTo>
                    <a:pt x="205756" y="78523"/>
                    <a:pt x="211507" y="70862"/>
                    <a:pt x="211507" y="62563"/>
                  </a:cubicBezTo>
                  <a:cubicBezTo>
                    <a:pt x="211507" y="61925"/>
                    <a:pt x="211507" y="60648"/>
                    <a:pt x="210868" y="60009"/>
                  </a:cubicBezTo>
                  <a:lnTo>
                    <a:pt x="185947" y="3830"/>
                  </a:lnTo>
                  <a:close/>
                  <a:moveTo>
                    <a:pt x="148886" y="61925"/>
                  </a:moveTo>
                  <a:cubicBezTo>
                    <a:pt x="148886" y="68947"/>
                    <a:pt x="140579" y="74693"/>
                    <a:pt x="130355" y="74693"/>
                  </a:cubicBezTo>
                  <a:cubicBezTo>
                    <a:pt x="120131" y="74693"/>
                    <a:pt x="111824" y="68947"/>
                    <a:pt x="111824" y="61925"/>
                  </a:cubicBezTo>
                  <a:lnTo>
                    <a:pt x="111824" y="12129"/>
                  </a:lnTo>
                  <a:lnTo>
                    <a:pt x="142496" y="12129"/>
                  </a:lnTo>
                  <a:cubicBezTo>
                    <a:pt x="144413" y="24259"/>
                    <a:pt x="148247" y="51710"/>
                    <a:pt x="148886" y="61925"/>
                  </a:cubicBezTo>
                  <a:close/>
                  <a:moveTo>
                    <a:pt x="99683" y="12768"/>
                  </a:moveTo>
                  <a:lnTo>
                    <a:pt x="99683" y="62563"/>
                  </a:lnTo>
                  <a:cubicBezTo>
                    <a:pt x="99683" y="69585"/>
                    <a:pt x="91376" y="75331"/>
                    <a:pt x="81152" y="75331"/>
                  </a:cubicBezTo>
                  <a:cubicBezTo>
                    <a:pt x="71567" y="75331"/>
                    <a:pt x="62621" y="69585"/>
                    <a:pt x="62621" y="62563"/>
                  </a:cubicBezTo>
                  <a:cubicBezTo>
                    <a:pt x="63899" y="51072"/>
                    <a:pt x="67733" y="24259"/>
                    <a:pt x="69011" y="12768"/>
                  </a:cubicBezTo>
                  <a:lnTo>
                    <a:pt x="99683" y="12768"/>
                  </a:lnTo>
                  <a:close/>
                  <a:moveTo>
                    <a:pt x="35784" y="12768"/>
                  </a:moveTo>
                  <a:lnTo>
                    <a:pt x="56231" y="12768"/>
                  </a:lnTo>
                  <a:cubicBezTo>
                    <a:pt x="54314" y="25536"/>
                    <a:pt x="51119" y="51072"/>
                    <a:pt x="49842" y="61286"/>
                  </a:cubicBezTo>
                  <a:cubicBezTo>
                    <a:pt x="48563" y="68947"/>
                    <a:pt x="40896" y="74693"/>
                    <a:pt x="31311" y="74693"/>
                  </a:cubicBezTo>
                  <a:cubicBezTo>
                    <a:pt x="21726" y="74693"/>
                    <a:pt x="14058" y="69585"/>
                    <a:pt x="12780" y="63201"/>
                  </a:cubicBezTo>
                  <a:lnTo>
                    <a:pt x="35784" y="12768"/>
                  </a:lnTo>
                  <a:close/>
                  <a:moveTo>
                    <a:pt x="26199" y="155769"/>
                  </a:moveTo>
                  <a:lnTo>
                    <a:pt x="26199" y="116827"/>
                  </a:lnTo>
                  <a:lnTo>
                    <a:pt x="185308" y="116827"/>
                  </a:lnTo>
                  <a:lnTo>
                    <a:pt x="185308" y="155769"/>
                  </a:lnTo>
                  <a:lnTo>
                    <a:pt x="26199" y="155769"/>
                  </a:lnTo>
                  <a:close/>
                  <a:moveTo>
                    <a:pt x="185308" y="103421"/>
                  </a:moveTo>
                  <a:lnTo>
                    <a:pt x="26199" y="103421"/>
                  </a:lnTo>
                  <a:lnTo>
                    <a:pt x="26199" y="86822"/>
                  </a:lnTo>
                  <a:cubicBezTo>
                    <a:pt x="28116" y="86822"/>
                    <a:pt x="29394" y="87461"/>
                    <a:pt x="31311" y="87461"/>
                  </a:cubicBezTo>
                  <a:cubicBezTo>
                    <a:pt x="41535" y="87461"/>
                    <a:pt x="50481" y="83630"/>
                    <a:pt x="56231" y="77246"/>
                  </a:cubicBezTo>
                  <a:cubicBezTo>
                    <a:pt x="61982" y="83630"/>
                    <a:pt x="70928" y="87461"/>
                    <a:pt x="81152" y="87461"/>
                  </a:cubicBezTo>
                  <a:cubicBezTo>
                    <a:pt x="91376" y="87461"/>
                    <a:pt x="100322" y="83630"/>
                    <a:pt x="106073" y="77246"/>
                  </a:cubicBezTo>
                  <a:cubicBezTo>
                    <a:pt x="111824" y="83630"/>
                    <a:pt x="120770" y="87461"/>
                    <a:pt x="130994" y="87461"/>
                  </a:cubicBezTo>
                  <a:cubicBezTo>
                    <a:pt x="141218" y="87461"/>
                    <a:pt x="150163" y="83630"/>
                    <a:pt x="155915" y="77246"/>
                  </a:cubicBezTo>
                  <a:cubicBezTo>
                    <a:pt x="161665" y="83630"/>
                    <a:pt x="170611" y="87461"/>
                    <a:pt x="180835" y="87461"/>
                  </a:cubicBezTo>
                  <a:cubicBezTo>
                    <a:pt x="182752" y="87461"/>
                    <a:pt x="184030" y="87461"/>
                    <a:pt x="185947" y="86822"/>
                  </a:cubicBezTo>
                  <a:lnTo>
                    <a:pt x="185947" y="103421"/>
                  </a:lnTo>
                  <a:close/>
                  <a:moveTo>
                    <a:pt x="180196" y="74693"/>
                  </a:moveTo>
                  <a:cubicBezTo>
                    <a:pt x="170611" y="74693"/>
                    <a:pt x="162304" y="68947"/>
                    <a:pt x="161665" y="61925"/>
                  </a:cubicBezTo>
                  <a:cubicBezTo>
                    <a:pt x="161026" y="51072"/>
                    <a:pt x="157192" y="25536"/>
                    <a:pt x="155275" y="12768"/>
                  </a:cubicBezTo>
                  <a:lnTo>
                    <a:pt x="175723" y="12768"/>
                  </a:lnTo>
                  <a:lnTo>
                    <a:pt x="198088" y="63201"/>
                  </a:lnTo>
                  <a:cubicBezTo>
                    <a:pt x="198088" y="69585"/>
                    <a:pt x="189781" y="74693"/>
                    <a:pt x="180196" y="74693"/>
                  </a:cubicBezTo>
                  <a:close/>
                </a:path>
              </a:pathLst>
            </a:custGeom>
            <a:solidFill>
              <a:srgbClr val="26890D"/>
            </a:solidFill>
            <a:ln w="6390" cap="flat">
              <a:noFill/>
              <a:prstDash val="solid"/>
              <a:miter/>
            </a:ln>
          </p:spPr>
          <p:txBody>
            <a:bodyPr rtlCol="0" anchor="ctr"/>
            <a:lstStyle/>
            <a:p>
              <a:endParaRPr lang="en-US"/>
            </a:p>
          </p:txBody>
        </p:sp>
      </p:grpSp>
      <p:grpSp>
        <p:nvGrpSpPr>
          <p:cNvPr id="1208" name="Graphic 1039">
            <a:extLst>
              <a:ext uri="{FF2B5EF4-FFF2-40B4-BE49-F238E27FC236}">
                <a16:creationId xmlns:a16="http://schemas.microsoft.com/office/drawing/2014/main" id="{5B622B30-B5CA-7E47-B4BA-ADDFC25885BF}"/>
              </a:ext>
            </a:extLst>
          </p:cNvPr>
          <p:cNvGrpSpPr/>
          <p:nvPr/>
        </p:nvGrpSpPr>
        <p:grpSpPr>
          <a:xfrm>
            <a:off x="6147119" y="1402085"/>
            <a:ext cx="361670" cy="361333"/>
            <a:chOff x="6147119" y="1402085"/>
            <a:chExt cx="361670" cy="361333"/>
          </a:xfrm>
          <a:solidFill>
            <a:srgbClr val="43B02A"/>
          </a:solidFill>
        </p:grpSpPr>
        <p:sp>
          <p:nvSpPr>
            <p:cNvPr id="1209" name="Graphic 1039">
              <a:extLst>
                <a:ext uri="{FF2B5EF4-FFF2-40B4-BE49-F238E27FC236}">
                  <a16:creationId xmlns:a16="http://schemas.microsoft.com/office/drawing/2014/main" id="{BF45738F-E27F-A149-B4BC-1C771EAEE275}"/>
                </a:ext>
              </a:extLst>
            </p:cNvPr>
            <p:cNvSpPr/>
            <p:nvPr/>
          </p:nvSpPr>
          <p:spPr>
            <a:xfrm>
              <a:off x="6267250" y="1686172"/>
              <a:ext cx="1916" cy="2234"/>
            </a:xfrm>
            <a:custGeom>
              <a:avLst/>
              <a:gdLst>
                <a:gd name="connsiteX0" fmla="*/ 1278 w 1916"/>
                <a:gd name="connsiteY0" fmla="*/ 0 h 2234"/>
                <a:gd name="connsiteX1" fmla="*/ 0 w 1916"/>
                <a:gd name="connsiteY1" fmla="*/ 1277 h 2234"/>
                <a:gd name="connsiteX2" fmla="*/ 1917 w 1916"/>
                <a:gd name="connsiteY2" fmla="*/ 1277 h 2234"/>
                <a:gd name="connsiteX3" fmla="*/ 1278 w 1916"/>
                <a:gd name="connsiteY3" fmla="*/ 0 h 2234"/>
              </a:gdLst>
              <a:ahLst/>
              <a:cxnLst>
                <a:cxn ang="0">
                  <a:pos x="connsiteX0" y="connsiteY0"/>
                </a:cxn>
                <a:cxn ang="0">
                  <a:pos x="connsiteX1" y="connsiteY1"/>
                </a:cxn>
                <a:cxn ang="0">
                  <a:pos x="connsiteX2" y="connsiteY2"/>
                </a:cxn>
                <a:cxn ang="0">
                  <a:pos x="connsiteX3" y="connsiteY3"/>
                </a:cxn>
              </a:cxnLst>
              <a:rect l="l" t="t" r="r" b="b"/>
              <a:pathLst>
                <a:path w="1916" h="2234">
                  <a:moveTo>
                    <a:pt x="1278" y="0"/>
                  </a:moveTo>
                  <a:cubicBezTo>
                    <a:pt x="639" y="0"/>
                    <a:pt x="0" y="638"/>
                    <a:pt x="0" y="1277"/>
                  </a:cubicBezTo>
                  <a:cubicBezTo>
                    <a:pt x="0" y="2554"/>
                    <a:pt x="1917" y="2554"/>
                    <a:pt x="1917" y="1277"/>
                  </a:cubicBezTo>
                  <a:cubicBezTo>
                    <a:pt x="1917" y="638"/>
                    <a:pt x="1278" y="0"/>
                    <a:pt x="1278" y="0"/>
                  </a:cubicBezTo>
                  <a:close/>
                </a:path>
              </a:pathLst>
            </a:custGeom>
            <a:solidFill>
              <a:srgbClr val="43B02A"/>
            </a:solidFill>
            <a:ln w="6390" cap="flat">
              <a:noFill/>
              <a:prstDash val="solid"/>
              <a:miter/>
            </a:ln>
          </p:spPr>
          <p:txBody>
            <a:bodyPr rtlCol="0" anchor="ctr"/>
            <a:lstStyle/>
            <a:p>
              <a:endParaRPr lang="en-US"/>
            </a:p>
          </p:txBody>
        </p:sp>
        <p:sp>
          <p:nvSpPr>
            <p:cNvPr id="1210" name="Graphic 1039">
              <a:extLst>
                <a:ext uri="{FF2B5EF4-FFF2-40B4-BE49-F238E27FC236}">
                  <a16:creationId xmlns:a16="http://schemas.microsoft.com/office/drawing/2014/main" id="{6D8E51FE-08CA-E743-8355-5FC9075806A1}"/>
                </a:ext>
              </a:extLst>
            </p:cNvPr>
            <p:cNvSpPr/>
            <p:nvPr/>
          </p:nvSpPr>
          <p:spPr>
            <a:xfrm>
              <a:off x="6368850" y="1685533"/>
              <a:ext cx="2181" cy="2234"/>
            </a:xfrm>
            <a:custGeom>
              <a:avLst/>
              <a:gdLst>
                <a:gd name="connsiteX0" fmla="*/ 1278 w 2181"/>
                <a:gd name="connsiteY0" fmla="*/ 0 h 2234"/>
                <a:gd name="connsiteX1" fmla="*/ 0 w 2181"/>
                <a:gd name="connsiteY1" fmla="*/ 1277 h 2234"/>
                <a:gd name="connsiteX2" fmla="*/ 1917 w 2181"/>
                <a:gd name="connsiteY2" fmla="*/ 1277 h 2234"/>
                <a:gd name="connsiteX3" fmla="*/ 1278 w 2181"/>
                <a:gd name="connsiteY3" fmla="*/ 0 h 2234"/>
              </a:gdLst>
              <a:ahLst/>
              <a:cxnLst>
                <a:cxn ang="0">
                  <a:pos x="connsiteX0" y="connsiteY0"/>
                </a:cxn>
                <a:cxn ang="0">
                  <a:pos x="connsiteX1" y="connsiteY1"/>
                </a:cxn>
                <a:cxn ang="0">
                  <a:pos x="connsiteX2" y="connsiteY2"/>
                </a:cxn>
                <a:cxn ang="0">
                  <a:pos x="connsiteX3" y="connsiteY3"/>
                </a:cxn>
              </a:cxnLst>
              <a:rect l="l" t="t" r="r" b="b"/>
              <a:pathLst>
                <a:path w="2181" h="2234">
                  <a:moveTo>
                    <a:pt x="1278" y="0"/>
                  </a:moveTo>
                  <a:cubicBezTo>
                    <a:pt x="639" y="0"/>
                    <a:pt x="0" y="638"/>
                    <a:pt x="0" y="1277"/>
                  </a:cubicBezTo>
                  <a:cubicBezTo>
                    <a:pt x="0" y="2554"/>
                    <a:pt x="1917" y="2554"/>
                    <a:pt x="1917" y="1277"/>
                  </a:cubicBezTo>
                  <a:cubicBezTo>
                    <a:pt x="2556" y="638"/>
                    <a:pt x="1917" y="0"/>
                    <a:pt x="1278" y="0"/>
                  </a:cubicBezTo>
                  <a:close/>
                </a:path>
              </a:pathLst>
            </a:custGeom>
            <a:solidFill>
              <a:srgbClr val="43B02A"/>
            </a:solidFill>
            <a:ln w="6390" cap="flat">
              <a:noFill/>
              <a:prstDash val="solid"/>
              <a:miter/>
            </a:ln>
          </p:spPr>
          <p:txBody>
            <a:bodyPr rtlCol="0" anchor="ctr"/>
            <a:lstStyle/>
            <a:p>
              <a:endParaRPr lang="en-US"/>
            </a:p>
          </p:txBody>
        </p:sp>
        <p:sp>
          <p:nvSpPr>
            <p:cNvPr id="1211" name="Graphic 1039">
              <a:extLst>
                <a:ext uri="{FF2B5EF4-FFF2-40B4-BE49-F238E27FC236}">
                  <a16:creationId xmlns:a16="http://schemas.microsoft.com/office/drawing/2014/main" id="{08E41072-D57F-384C-9613-5E74290FE700}"/>
                </a:ext>
              </a:extLst>
            </p:cNvPr>
            <p:cNvSpPr/>
            <p:nvPr/>
          </p:nvSpPr>
          <p:spPr>
            <a:xfrm>
              <a:off x="6147119"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05756 w 361670"/>
                <a:gd name="connsiteY5" fmla="*/ 146193 h 361333"/>
                <a:gd name="connsiteX6" fmla="*/ 221731 w 361670"/>
                <a:gd name="connsiteY6" fmla="*/ 146193 h 361333"/>
                <a:gd name="connsiteX7" fmla="*/ 228121 w 361670"/>
                <a:gd name="connsiteY7" fmla="*/ 152577 h 361333"/>
                <a:gd name="connsiteX8" fmla="*/ 221731 w 361670"/>
                <a:gd name="connsiteY8" fmla="*/ 158961 h 361333"/>
                <a:gd name="connsiteX9" fmla="*/ 205756 w 361670"/>
                <a:gd name="connsiteY9" fmla="*/ 158961 h 361333"/>
                <a:gd name="connsiteX10" fmla="*/ 199366 w 361670"/>
                <a:gd name="connsiteY10" fmla="*/ 152577 h 361333"/>
                <a:gd name="connsiteX11" fmla="*/ 205756 w 361670"/>
                <a:gd name="connsiteY11" fmla="*/ 146193 h 361333"/>
                <a:gd name="connsiteX12" fmla="*/ 132911 w 361670"/>
                <a:gd name="connsiteY12" fmla="*/ 122572 h 361333"/>
                <a:gd name="connsiteX13" fmla="*/ 141857 w 361670"/>
                <a:gd name="connsiteY13" fmla="*/ 123211 h 361333"/>
                <a:gd name="connsiteX14" fmla="*/ 157832 w 361670"/>
                <a:gd name="connsiteY14" fmla="*/ 140448 h 361333"/>
                <a:gd name="connsiteX15" fmla="*/ 157832 w 361670"/>
                <a:gd name="connsiteY15" fmla="*/ 82353 h 361333"/>
                <a:gd name="connsiteX16" fmla="*/ 164221 w 361670"/>
                <a:gd name="connsiteY16" fmla="*/ 75969 h 361333"/>
                <a:gd name="connsiteX17" fmla="*/ 170611 w 361670"/>
                <a:gd name="connsiteY17" fmla="*/ 82353 h 361333"/>
                <a:gd name="connsiteX18" fmla="*/ 170611 w 361670"/>
                <a:gd name="connsiteY18" fmla="*/ 139809 h 361333"/>
                <a:gd name="connsiteX19" fmla="*/ 185308 w 361670"/>
                <a:gd name="connsiteY19" fmla="*/ 122572 h 361333"/>
                <a:gd name="connsiteX20" fmla="*/ 194254 w 361670"/>
                <a:gd name="connsiteY20" fmla="*/ 121934 h 361333"/>
                <a:gd name="connsiteX21" fmla="*/ 194893 w 361670"/>
                <a:gd name="connsiteY21" fmla="*/ 130872 h 361333"/>
                <a:gd name="connsiteX22" fmla="*/ 168695 w 361670"/>
                <a:gd name="connsiteY22" fmla="*/ 160876 h 361333"/>
                <a:gd name="connsiteX23" fmla="*/ 164221 w 361670"/>
                <a:gd name="connsiteY23" fmla="*/ 162792 h 361333"/>
                <a:gd name="connsiteX24" fmla="*/ 164221 w 361670"/>
                <a:gd name="connsiteY24" fmla="*/ 162792 h 361333"/>
                <a:gd name="connsiteX25" fmla="*/ 159748 w 361670"/>
                <a:gd name="connsiteY25" fmla="*/ 160876 h 361333"/>
                <a:gd name="connsiteX26" fmla="*/ 132911 w 361670"/>
                <a:gd name="connsiteY26" fmla="*/ 130872 h 361333"/>
                <a:gd name="connsiteX27" fmla="*/ 132911 w 361670"/>
                <a:gd name="connsiteY27" fmla="*/ 122572 h 361333"/>
                <a:gd name="connsiteX28" fmla="*/ 83069 w 361670"/>
                <a:gd name="connsiteY28" fmla="*/ 217055 h 361333"/>
                <a:gd name="connsiteX29" fmla="*/ 67733 w 361670"/>
                <a:gd name="connsiteY29" fmla="*/ 154492 h 361333"/>
                <a:gd name="connsiteX30" fmla="*/ 69011 w 361670"/>
                <a:gd name="connsiteY30" fmla="*/ 148747 h 361333"/>
                <a:gd name="connsiteX31" fmla="*/ 74123 w 361670"/>
                <a:gd name="connsiteY31" fmla="*/ 146193 h 361333"/>
                <a:gd name="connsiteX32" fmla="*/ 121409 w 361670"/>
                <a:gd name="connsiteY32" fmla="*/ 146193 h 361333"/>
                <a:gd name="connsiteX33" fmla="*/ 127799 w 361670"/>
                <a:gd name="connsiteY33" fmla="*/ 152577 h 361333"/>
                <a:gd name="connsiteX34" fmla="*/ 121409 w 361670"/>
                <a:gd name="connsiteY34" fmla="*/ 158961 h 361333"/>
                <a:gd name="connsiteX35" fmla="*/ 82430 w 361670"/>
                <a:gd name="connsiteY35" fmla="*/ 158961 h 361333"/>
                <a:gd name="connsiteX36" fmla="*/ 94571 w 361670"/>
                <a:gd name="connsiteY36" fmla="*/ 208756 h 361333"/>
                <a:gd name="connsiteX37" fmla="*/ 207034 w 361670"/>
                <a:gd name="connsiteY37" fmla="*/ 208756 h 361333"/>
                <a:gd name="connsiteX38" fmla="*/ 213424 w 361670"/>
                <a:gd name="connsiteY38" fmla="*/ 215140 h 361333"/>
                <a:gd name="connsiteX39" fmla="*/ 207034 w 361670"/>
                <a:gd name="connsiteY39" fmla="*/ 221524 h 361333"/>
                <a:gd name="connsiteX40" fmla="*/ 89459 w 361670"/>
                <a:gd name="connsiteY40" fmla="*/ 221524 h 361333"/>
                <a:gd name="connsiteX41" fmla="*/ 83069 w 361670"/>
                <a:gd name="connsiteY41" fmla="*/ 217055 h 361333"/>
                <a:gd name="connsiteX42" fmla="*/ 121409 w 361670"/>
                <a:gd name="connsiteY42" fmla="*/ 298770 h 361333"/>
                <a:gd name="connsiteX43" fmla="*/ 107351 w 361670"/>
                <a:gd name="connsiteY43" fmla="*/ 284726 h 361333"/>
                <a:gd name="connsiteX44" fmla="*/ 121409 w 361670"/>
                <a:gd name="connsiteY44" fmla="*/ 270681 h 361333"/>
                <a:gd name="connsiteX45" fmla="*/ 135467 w 361670"/>
                <a:gd name="connsiteY45" fmla="*/ 284726 h 361333"/>
                <a:gd name="connsiteX46" fmla="*/ 121409 w 361670"/>
                <a:gd name="connsiteY46" fmla="*/ 298770 h 361333"/>
                <a:gd name="connsiteX47" fmla="*/ 223009 w 361670"/>
                <a:gd name="connsiteY47" fmla="*/ 298770 h 361333"/>
                <a:gd name="connsiteX48" fmla="*/ 208951 w 361670"/>
                <a:gd name="connsiteY48" fmla="*/ 284726 h 361333"/>
                <a:gd name="connsiteX49" fmla="*/ 223009 w 361670"/>
                <a:gd name="connsiteY49" fmla="*/ 270681 h 361333"/>
                <a:gd name="connsiteX50" fmla="*/ 237067 w 361670"/>
                <a:gd name="connsiteY50" fmla="*/ 284726 h 361333"/>
                <a:gd name="connsiteX51" fmla="*/ 223009 w 361670"/>
                <a:gd name="connsiteY51" fmla="*/ 298770 h 361333"/>
                <a:gd name="connsiteX52" fmla="*/ 289464 w 361670"/>
                <a:gd name="connsiteY52" fmla="*/ 121934 h 361333"/>
                <a:gd name="connsiteX53" fmla="*/ 266460 w 361670"/>
                <a:gd name="connsiteY53" fmla="*/ 134064 h 361333"/>
                <a:gd name="connsiteX54" fmla="*/ 244096 w 361670"/>
                <a:gd name="connsiteY54" fmla="*/ 246422 h 361333"/>
                <a:gd name="connsiteX55" fmla="*/ 237706 w 361670"/>
                <a:gd name="connsiteY55" fmla="*/ 251529 h 361333"/>
                <a:gd name="connsiteX56" fmla="*/ 97766 w 361670"/>
                <a:gd name="connsiteY56" fmla="*/ 252167 h 361333"/>
                <a:gd name="connsiteX57" fmla="*/ 97766 w 361670"/>
                <a:gd name="connsiteY57" fmla="*/ 252167 h 361333"/>
                <a:gd name="connsiteX58" fmla="*/ 91376 w 361670"/>
                <a:gd name="connsiteY58" fmla="*/ 245783 h 361333"/>
                <a:gd name="connsiteX59" fmla="*/ 97766 w 361670"/>
                <a:gd name="connsiteY59" fmla="*/ 239399 h 361333"/>
                <a:gd name="connsiteX60" fmla="*/ 232594 w 361670"/>
                <a:gd name="connsiteY60" fmla="*/ 238761 h 361333"/>
                <a:gd name="connsiteX61" fmla="*/ 254959 w 361670"/>
                <a:gd name="connsiteY61" fmla="*/ 128956 h 361333"/>
                <a:gd name="connsiteX62" fmla="*/ 258154 w 361670"/>
                <a:gd name="connsiteY62" fmla="*/ 124488 h 361333"/>
                <a:gd name="connsiteX63" fmla="*/ 283713 w 361670"/>
                <a:gd name="connsiteY63" fmla="*/ 110443 h 361333"/>
                <a:gd name="connsiteX64" fmla="*/ 292659 w 361670"/>
                <a:gd name="connsiteY64" fmla="*/ 112996 h 361333"/>
                <a:gd name="connsiteX65" fmla="*/ 289464 w 361670"/>
                <a:gd name="connsiteY65" fmla="*/ 12193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205756" y="146193"/>
                  </a:moveTo>
                  <a:lnTo>
                    <a:pt x="221731" y="146193"/>
                  </a:lnTo>
                  <a:cubicBezTo>
                    <a:pt x="225565" y="146193"/>
                    <a:pt x="228121" y="148747"/>
                    <a:pt x="228121" y="152577"/>
                  </a:cubicBezTo>
                  <a:cubicBezTo>
                    <a:pt x="228121" y="156408"/>
                    <a:pt x="225565" y="158961"/>
                    <a:pt x="221731" y="158961"/>
                  </a:cubicBezTo>
                  <a:lnTo>
                    <a:pt x="205756" y="158961"/>
                  </a:lnTo>
                  <a:cubicBezTo>
                    <a:pt x="201922" y="158961"/>
                    <a:pt x="199366" y="156408"/>
                    <a:pt x="199366" y="152577"/>
                  </a:cubicBezTo>
                  <a:cubicBezTo>
                    <a:pt x="199366" y="148747"/>
                    <a:pt x="202561" y="146193"/>
                    <a:pt x="205756" y="146193"/>
                  </a:cubicBezTo>
                  <a:close/>
                  <a:moveTo>
                    <a:pt x="132911" y="122572"/>
                  </a:moveTo>
                  <a:cubicBezTo>
                    <a:pt x="135467" y="120019"/>
                    <a:pt x="139301" y="120657"/>
                    <a:pt x="141857" y="123211"/>
                  </a:cubicBezTo>
                  <a:lnTo>
                    <a:pt x="157832" y="140448"/>
                  </a:lnTo>
                  <a:lnTo>
                    <a:pt x="157832" y="82353"/>
                  </a:lnTo>
                  <a:cubicBezTo>
                    <a:pt x="157832" y="78523"/>
                    <a:pt x="160387" y="75969"/>
                    <a:pt x="164221" y="75969"/>
                  </a:cubicBezTo>
                  <a:cubicBezTo>
                    <a:pt x="168055" y="75969"/>
                    <a:pt x="170611" y="78523"/>
                    <a:pt x="170611" y="82353"/>
                  </a:cubicBezTo>
                  <a:lnTo>
                    <a:pt x="170611" y="139809"/>
                  </a:lnTo>
                  <a:lnTo>
                    <a:pt x="185308" y="122572"/>
                  </a:lnTo>
                  <a:cubicBezTo>
                    <a:pt x="187864" y="120019"/>
                    <a:pt x="191698" y="119380"/>
                    <a:pt x="194254" y="121934"/>
                  </a:cubicBezTo>
                  <a:cubicBezTo>
                    <a:pt x="196810" y="124488"/>
                    <a:pt x="197449" y="128318"/>
                    <a:pt x="194893" y="130872"/>
                  </a:cubicBezTo>
                  <a:lnTo>
                    <a:pt x="168695" y="160876"/>
                  </a:lnTo>
                  <a:cubicBezTo>
                    <a:pt x="167416" y="162153"/>
                    <a:pt x="165500" y="162792"/>
                    <a:pt x="164221" y="162792"/>
                  </a:cubicBezTo>
                  <a:cubicBezTo>
                    <a:pt x="164221" y="162792"/>
                    <a:pt x="164221" y="162792"/>
                    <a:pt x="164221" y="162792"/>
                  </a:cubicBezTo>
                  <a:cubicBezTo>
                    <a:pt x="162305" y="162792"/>
                    <a:pt x="160387" y="162153"/>
                    <a:pt x="159748" y="160876"/>
                  </a:cubicBezTo>
                  <a:lnTo>
                    <a:pt x="132911" y="130872"/>
                  </a:lnTo>
                  <a:cubicBezTo>
                    <a:pt x="130355" y="128956"/>
                    <a:pt x="130355" y="125126"/>
                    <a:pt x="132911" y="122572"/>
                  </a:cubicBezTo>
                  <a:close/>
                  <a:moveTo>
                    <a:pt x="83069" y="217055"/>
                  </a:moveTo>
                  <a:lnTo>
                    <a:pt x="67733" y="154492"/>
                  </a:lnTo>
                  <a:cubicBezTo>
                    <a:pt x="67094" y="152577"/>
                    <a:pt x="67733" y="150662"/>
                    <a:pt x="69011" y="148747"/>
                  </a:cubicBezTo>
                  <a:cubicBezTo>
                    <a:pt x="70289" y="147470"/>
                    <a:pt x="72206" y="146193"/>
                    <a:pt x="74123" y="146193"/>
                  </a:cubicBezTo>
                  <a:lnTo>
                    <a:pt x="121409" y="146193"/>
                  </a:lnTo>
                  <a:cubicBezTo>
                    <a:pt x="125243" y="146193"/>
                    <a:pt x="127799" y="148747"/>
                    <a:pt x="127799" y="152577"/>
                  </a:cubicBezTo>
                  <a:cubicBezTo>
                    <a:pt x="127799" y="156408"/>
                    <a:pt x="125243" y="158961"/>
                    <a:pt x="121409" y="158961"/>
                  </a:cubicBezTo>
                  <a:lnTo>
                    <a:pt x="82430" y="158961"/>
                  </a:lnTo>
                  <a:lnTo>
                    <a:pt x="94571" y="208756"/>
                  </a:lnTo>
                  <a:lnTo>
                    <a:pt x="207034" y="208756"/>
                  </a:lnTo>
                  <a:cubicBezTo>
                    <a:pt x="210868" y="208756"/>
                    <a:pt x="213424" y="211310"/>
                    <a:pt x="213424" y="215140"/>
                  </a:cubicBezTo>
                  <a:cubicBezTo>
                    <a:pt x="213424" y="218971"/>
                    <a:pt x="210868" y="221524"/>
                    <a:pt x="207034" y="221524"/>
                  </a:cubicBezTo>
                  <a:lnTo>
                    <a:pt x="89459" y="221524"/>
                  </a:lnTo>
                  <a:cubicBezTo>
                    <a:pt x="86264" y="222163"/>
                    <a:pt x="83708" y="220247"/>
                    <a:pt x="83069" y="217055"/>
                  </a:cubicBezTo>
                  <a:close/>
                  <a:moveTo>
                    <a:pt x="121409" y="298770"/>
                  </a:moveTo>
                  <a:cubicBezTo>
                    <a:pt x="113741" y="298770"/>
                    <a:pt x="107351" y="292386"/>
                    <a:pt x="107351" y="284726"/>
                  </a:cubicBezTo>
                  <a:cubicBezTo>
                    <a:pt x="107351" y="277065"/>
                    <a:pt x="113741" y="270681"/>
                    <a:pt x="121409" y="270681"/>
                  </a:cubicBezTo>
                  <a:cubicBezTo>
                    <a:pt x="129077" y="270681"/>
                    <a:pt x="135467" y="277065"/>
                    <a:pt x="135467" y="284726"/>
                  </a:cubicBezTo>
                  <a:cubicBezTo>
                    <a:pt x="135467" y="292386"/>
                    <a:pt x="128438" y="298770"/>
                    <a:pt x="121409" y="298770"/>
                  </a:cubicBezTo>
                  <a:close/>
                  <a:moveTo>
                    <a:pt x="223009" y="298770"/>
                  </a:moveTo>
                  <a:cubicBezTo>
                    <a:pt x="215341" y="298770"/>
                    <a:pt x="208951" y="292386"/>
                    <a:pt x="208951" y="284726"/>
                  </a:cubicBezTo>
                  <a:cubicBezTo>
                    <a:pt x="208951" y="277065"/>
                    <a:pt x="215341" y="270681"/>
                    <a:pt x="223009" y="270681"/>
                  </a:cubicBezTo>
                  <a:cubicBezTo>
                    <a:pt x="230677" y="270681"/>
                    <a:pt x="237067" y="277065"/>
                    <a:pt x="237067" y="284726"/>
                  </a:cubicBezTo>
                  <a:cubicBezTo>
                    <a:pt x="237067" y="292386"/>
                    <a:pt x="230677" y="298770"/>
                    <a:pt x="223009" y="298770"/>
                  </a:cubicBezTo>
                  <a:close/>
                  <a:moveTo>
                    <a:pt x="289464" y="121934"/>
                  </a:moveTo>
                  <a:lnTo>
                    <a:pt x="266460" y="134064"/>
                  </a:lnTo>
                  <a:lnTo>
                    <a:pt x="244096" y="246422"/>
                  </a:lnTo>
                  <a:cubicBezTo>
                    <a:pt x="243456" y="249614"/>
                    <a:pt x="240901" y="251529"/>
                    <a:pt x="237706" y="251529"/>
                  </a:cubicBezTo>
                  <a:lnTo>
                    <a:pt x="97766" y="252167"/>
                  </a:lnTo>
                  <a:cubicBezTo>
                    <a:pt x="97766" y="252167"/>
                    <a:pt x="97766" y="252167"/>
                    <a:pt x="97766" y="252167"/>
                  </a:cubicBezTo>
                  <a:cubicBezTo>
                    <a:pt x="94571" y="252167"/>
                    <a:pt x="91376" y="249614"/>
                    <a:pt x="91376" y="245783"/>
                  </a:cubicBezTo>
                  <a:cubicBezTo>
                    <a:pt x="91376" y="241953"/>
                    <a:pt x="93932" y="239399"/>
                    <a:pt x="97766" y="239399"/>
                  </a:cubicBezTo>
                  <a:lnTo>
                    <a:pt x="232594" y="238761"/>
                  </a:lnTo>
                  <a:lnTo>
                    <a:pt x="254959" y="128956"/>
                  </a:lnTo>
                  <a:cubicBezTo>
                    <a:pt x="255597" y="127041"/>
                    <a:pt x="256236" y="125764"/>
                    <a:pt x="258154" y="124488"/>
                  </a:cubicBezTo>
                  <a:lnTo>
                    <a:pt x="283713" y="110443"/>
                  </a:lnTo>
                  <a:cubicBezTo>
                    <a:pt x="286908" y="108528"/>
                    <a:pt x="290742" y="109804"/>
                    <a:pt x="292659" y="112996"/>
                  </a:cubicBezTo>
                  <a:cubicBezTo>
                    <a:pt x="293937" y="116827"/>
                    <a:pt x="292659" y="120657"/>
                    <a:pt x="289464" y="121934"/>
                  </a:cubicBezTo>
                  <a:close/>
                </a:path>
              </a:pathLst>
            </a:custGeom>
            <a:solidFill>
              <a:srgbClr val="43B02A"/>
            </a:solidFill>
            <a:ln w="6390" cap="flat">
              <a:noFill/>
              <a:prstDash val="solid"/>
              <a:miter/>
            </a:ln>
          </p:spPr>
          <p:txBody>
            <a:bodyPr rtlCol="0" anchor="ctr"/>
            <a:lstStyle/>
            <a:p>
              <a:endParaRPr lang="en-US"/>
            </a:p>
          </p:txBody>
        </p:sp>
      </p:grpSp>
      <p:grpSp>
        <p:nvGrpSpPr>
          <p:cNvPr id="1212" name="Graphic 1039">
            <a:extLst>
              <a:ext uri="{FF2B5EF4-FFF2-40B4-BE49-F238E27FC236}">
                <a16:creationId xmlns:a16="http://schemas.microsoft.com/office/drawing/2014/main" id="{BDA1D924-0EB4-984D-9E12-6A718D68BE9F}"/>
              </a:ext>
            </a:extLst>
          </p:cNvPr>
          <p:cNvGrpSpPr/>
          <p:nvPr/>
        </p:nvGrpSpPr>
        <p:grpSpPr>
          <a:xfrm>
            <a:off x="6147119" y="918179"/>
            <a:ext cx="361670" cy="361333"/>
            <a:chOff x="6147119" y="918179"/>
            <a:chExt cx="361670" cy="361333"/>
          </a:xfrm>
          <a:solidFill>
            <a:srgbClr val="43B02A"/>
          </a:solidFill>
        </p:grpSpPr>
        <p:sp>
          <p:nvSpPr>
            <p:cNvPr id="1213" name="Graphic 1039">
              <a:extLst>
                <a:ext uri="{FF2B5EF4-FFF2-40B4-BE49-F238E27FC236}">
                  <a16:creationId xmlns:a16="http://schemas.microsoft.com/office/drawing/2014/main" id="{5CCA7B58-E29D-B84F-8C32-CED0517BBE4F}"/>
                </a:ext>
              </a:extLst>
            </p:cNvPr>
            <p:cNvSpPr/>
            <p:nvPr/>
          </p:nvSpPr>
          <p:spPr>
            <a:xfrm>
              <a:off x="6367572" y="1192052"/>
              <a:ext cx="2181" cy="2234"/>
            </a:xfrm>
            <a:custGeom>
              <a:avLst/>
              <a:gdLst>
                <a:gd name="connsiteX0" fmla="*/ 1278 w 2181"/>
                <a:gd name="connsiteY0" fmla="*/ 0 h 2234"/>
                <a:gd name="connsiteX1" fmla="*/ 0 w 2181"/>
                <a:gd name="connsiteY1" fmla="*/ 1277 h 2234"/>
                <a:gd name="connsiteX2" fmla="*/ 1917 w 2181"/>
                <a:gd name="connsiteY2" fmla="*/ 1277 h 2234"/>
                <a:gd name="connsiteX3" fmla="*/ 1278 w 2181"/>
                <a:gd name="connsiteY3" fmla="*/ 0 h 2234"/>
              </a:gdLst>
              <a:ahLst/>
              <a:cxnLst>
                <a:cxn ang="0">
                  <a:pos x="connsiteX0" y="connsiteY0"/>
                </a:cxn>
                <a:cxn ang="0">
                  <a:pos x="connsiteX1" y="connsiteY1"/>
                </a:cxn>
                <a:cxn ang="0">
                  <a:pos x="connsiteX2" y="connsiteY2"/>
                </a:cxn>
                <a:cxn ang="0">
                  <a:pos x="connsiteX3" y="connsiteY3"/>
                </a:cxn>
              </a:cxnLst>
              <a:rect l="l" t="t" r="r" b="b"/>
              <a:pathLst>
                <a:path w="2181" h="2234">
                  <a:moveTo>
                    <a:pt x="1278" y="0"/>
                  </a:moveTo>
                  <a:cubicBezTo>
                    <a:pt x="639" y="0"/>
                    <a:pt x="0" y="638"/>
                    <a:pt x="0" y="1277"/>
                  </a:cubicBezTo>
                  <a:cubicBezTo>
                    <a:pt x="0" y="2554"/>
                    <a:pt x="1917" y="2554"/>
                    <a:pt x="1917" y="1277"/>
                  </a:cubicBezTo>
                  <a:cubicBezTo>
                    <a:pt x="2556" y="0"/>
                    <a:pt x="1917" y="0"/>
                    <a:pt x="1278" y="0"/>
                  </a:cubicBezTo>
                  <a:close/>
                </a:path>
              </a:pathLst>
            </a:custGeom>
            <a:solidFill>
              <a:srgbClr val="43B02A"/>
            </a:solidFill>
            <a:ln w="6390" cap="flat">
              <a:noFill/>
              <a:prstDash val="solid"/>
              <a:miter/>
            </a:ln>
          </p:spPr>
          <p:txBody>
            <a:bodyPr rtlCol="0" anchor="ctr"/>
            <a:lstStyle/>
            <a:p>
              <a:endParaRPr lang="en-US"/>
            </a:p>
          </p:txBody>
        </p:sp>
        <p:sp>
          <p:nvSpPr>
            <p:cNvPr id="1214" name="Graphic 1039">
              <a:extLst>
                <a:ext uri="{FF2B5EF4-FFF2-40B4-BE49-F238E27FC236}">
                  <a16:creationId xmlns:a16="http://schemas.microsoft.com/office/drawing/2014/main" id="{29287466-3DFD-E747-B013-051D007A6581}"/>
                </a:ext>
              </a:extLst>
            </p:cNvPr>
            <p:cNvSpPr/>
            <p:nvPr/>
          </p:nvSpPr>
          <p:spPr>
            <a:xfrm>
              <a:off x="6267250" y="1192052"/>
              <a:ext cx="2181" cy="2234"/>
            </a:xfrm>
            <a:custGeom>
              <a:avLst/>
              <a:gdLst>
                <a:gd name="connsiteX0" fmla="*/ 1278 w 2181"/>
                <a:gd name="connsiteY0" fmla="*/ 0 h 2234"/>
                <a:gd name="connsiteX1" fmla="*/ 0 w 2181"/>
                <a:gd name="connsiteY1" fmla="*/ 1277 h 2234"/>
                <a:gd name="connsiteX2" fmla="*/ 1917 w 2181"/>
                <a:gd name="connsiteY2" fmla="*/ 1277 h 2234"/>
                <a:gd name="connsiteX3" fmla="*/ 1278 w 2181"/>
                <a:gd name="connsiteY3" fmla="*/ 0 h 2234"/>
              </a:gdLst>
              <a:ahLst/>
              <a:cxnLst>
                <a:cxn ang="0">
                  <a:pos x="connsiteX0" y="connsiteY0"/>
                </a:cxn>
                <a:cxn ang="0">
                  <a:pos x="connsiteX1" y="connsiteY1"/>
                </a:cxn>
                <a:cxn ang="0">
                  <a:pos x="connsiteX2" y="connsiteY2"/>
                </a:cxn>
                <a:cxn ang="0">
                  <a:pos x="connsiteX3" y="connsiteY3"/>
                </a:cxn>
              </a:cxnLst>
              <a:rect l="l" t="t" r="r" b="b"/>
              <a:pathLst>
                <a:path w="2181" h="2234">
                  <a:moveTo>
                    <a:pt x="1278" y="0"/>
                  </a:moveTo>
                  <a:cubicBezTo>
                    <a:pt x="639" y="0"/>
                    <a:pt x="0" y="638"/>
                    <a:pt x="0" y="1277"/>
                  </a:cubicBezTo>
                  <a:cubicBezTo>
                    <a:pt x="0" y="2554"/>
                    <a:pt x="1917" y="2554"/>
                    <a:pt x="1917" y="1277"/>
                  </a:cubicBezTo>
                  <a:cubicBezTo>
                    <a:pt x="2556" y="638"/>
                    <a:pt x="1917" y="0"/>
                    <a:pt x="1278" y="0"/>
                  </a:cubicBezTo>
                  <a:close/>
                </a:path>
              </a:pathLst>
            </a:custGeom>
            <a:solidFill>
              <a:srgbClr val="43B02A"/>
            </a:solidFill>
            <a:ln w="6390" cap="flat">
              <a:noFill/>
              <a:prstDash val="solid"/>
              <a:miter/>
            </a:ln>
          </p:spPr>
          <p:txBody>
            <a:bodyPr rtlCol="0" anchor="ctr"/>
            <a:lstStyle/>
            <a:p>
              <a:endParaRPr lang="en-US"/>
            </a:p>
          </p:txBody>
        </p:sp>
        <p:sp>
          <p:nvSpPr>
            <p:cNvPr id="1215" name="Graphic 1039">
              <a:extLst>
                <a:ext uri="{FF2B5EF4-FFF2-40B4-BE49-F238E27FC236}">
                  <a16:creationId xmlns:a16="http://schemas.microsoft.com/office/drawing/2014/main" id="{6B4440D6-3D43-154E-B5F4-4F3D92105835}"/>
                </a:ext>
              </a:extLst>
            </p:cNvPr>
            <p:cNvSpPr/>
            <p:nvPr/>
          </p:nvSpPr>
          <p:spPr>
            <a:xfrm>
              <a:off x="6147119"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05117 w 361670"/>
                <a:gd name="connsiteY5" fmla="*/ 138532 h 361333"/>
                <a:gd name="connsiteX6" fmla="*/ 221092 w 361670"/>
                <a:gd name="connsiteY6" fmla="*/ 138532 h 361333"/>
                <a:gd name="connsiteX7" fmla="*/ 227482 w 361670"/>
                <a:gd name="connsiteY7" fmla="*/ 144916 h 361333"/>
                <a:gd name="connsiteX8" fmla="*/ 221092 w 361670"/>
                <a:gd name="connsiteY8" fmla="*/ 151300 h 361333"/>
                <a:gd name="connsiteX9" fmla="*/ 205117 w 361670"/>
                <a:gd name="connsiteY9" fmla="*/ 151300 h 361333"/>
                <a:gd name="connsiteX10" fmla="*/ 198727 w 361670"/>
                <a:gd name="connsiteY10" fmla="*/ 144916 h 361333"/>
                <a:gd name="connsiteX11" fmla="*/ 205117 w 361670"/>
                <a:gd name="connsiteY11" fmla="*/ 138532 h 361333"/>
                <a:gd name="connsiteX12" fmla="*/ 132911 w 361670"/>
                <a:gd name="connsiteY12" fmla="*/ 116827 h 361333"/>
                <a:gd name="connsiteX13" fmla="*/ 158470 w 361670"/>
                <a:gd name="connsiteY13" fmla="*/ 87461 h 361333"/>
                <a:gd name="connsiteX14" fmla="*/ 162943 w 361670"/>
                <a:gd name="connsiteY14" fmla="*/ 85545 h 361333"/>
                <a:gd name="connsiteX15" fmla="*/ 162943 w 361670"/>
                <a:gd name="connsiteY15" fmla="*/ 85545 h 361333"/>
                <a:gd name="connsiteX16" fmla="*/ 167416 w 361670"/>
                <a:gd name="connsiteY16" fmla="*/ 87461 h 361333"/>
                <a:gd name="connsiteX17" fmla="*/ 193615 w 361670"/>
                <a:gd name="connsiteY17" fmla="*/ 116827 h 361333"/>
                <a:gd name="connsiteX18" fmla="*/ 192976 w 361670"/>
                <a:gd name="connsiteY18" fmla="*/ 125764 h 361333"/>
                <a:gd name="connsiteX19" fmla="*/ 184030 w 361670"/>
                <a:gd name="connsiteY19" fmla="*/ 125126 h 361333"/>
                <a:gd name="connsiteX20" fmla="*/ 168695 w 361670"/>
                <a:gd name="connsiteY20" fmla="*/ 107889 h 361333"/>
                <a:gd name="connsiteX21" fmla="*/ 168695 w 361670"/>
                <a:gd name="connsiteY21" fmla="*/ 164707 h 361333"/>
                <a:gd name="connsiteX22" fmla="*/ 162305 w 361670"/>
                <a:gd name="connsiteY22" fmla="*/ 171091 h 361333"/>
                <a:gd name="connsiteX23" fmla="*/ 155915 w 361670"/>
                <a:gd name="connsiteY23" fmla="*/ 164707 h 361333"/>
                <a:gd name="connsiteX24" fmla="*/ 155915 w 361670"/>
                <a:gd name="connsiteY24" fmla="*/ 108528 h 361333"/>
                <a:gd name="connsiteX25" fmla="*/ 141217 w 361670"/>
                <a:gd name="connsiteY25" fmla="*/ 125126 h 361333"/>
                <a:gd name="connsiteX26" fmla="*/ 136106 w 361670"/>
                <a:gd name="connsiteY26" fmla="*/ 127041 h 361333"/>
                <a:gd name="connsiteX27" fmla="*/ 131633 w 361670"/>
                <a:gd name="connsiteY27" fmla="*/ 125764 h 361333"/>
                <a:gd name="connsiteX28" fmla="*/ 132911 w 361670"/>
                <a:gd name="connsiteY28" fmla="*/ 116827 h 361333"/>
                <a:gd name="connsiteX29" fmla="*/ 84347 w 361670"/>
                <a:gd name="connsiteY29" fmla="*/ 208118 h 361333"/>
                <a:gd name="connsiteX30" fmla="*/ 69650 w 361670"/>
                <a:gd name="connsiteY30" fmla="*/ 146193 h 361333"/>
                <a:gd name="connsiteX31" fmla="*/ 70928 w 361670"/>
                <a:gd name="connsiteY31" fmla="*/ 140448 h 361333"/>
                <a:gd name="connsiteX32" fmla="*/ 76040 w 361670"/>
                <a:gd name="connsiteY32" fmla="*/ 137894 h 361333"/>
                <a:gd name="connsiteX33" fmla="*/ 122687 w 361670"/>
                <a:gd name="connsiteY33" fmla="*/ 137894 h 361333"/>
                <a:gd name="connsiteX34" fmla="*/ 129077 w 361670"/>
                <a:gd name="connsiteY34" fmla="*/ 144278 h 361333"/>
                <a:gd name="connsiteX35" fmla="*/ 122687 w 361670"/>
                <a:gd name="connsiteY35" fmla="*/ 150662 h 361333"/>
                <a:gd name="connsiteX36" fmla="*/ 84347 w 361670"/>
                <a:gd name="connsiteY36" fmla="*/ 150662 h 361333"/>
                <a:gd name="connsiteX37" fmla="*/ 96488 w 361670"/>
                <a:gd name="connsiteY37" fmla="*/ 199819 h 361333"/>
                <a:gd name="connsiteX38" fmla="*/ 207034 w 361670"/>
                <a:gd name="connsiteY38" fmla="*/ 199819 h 361333"/>
                <a:gd name="connsiteX39" fmla="*/ 213424 w 361670"/>
                <a:gd name="connsiteY39" fmla="*/ 206203 h 361333"/>
                <a:gd name="connsiteX40" fmla="*/ 207034 w 361670"/>
                <a:gd name="connsiteY40" fmla="*/ 212587 h 361333"/>
                <a:gd name="connsiteX41" fmla="*/ 91376 w 361670"/>
                <a:gd name="connsiteY41" fmla="*/ 212587 h 361333"/>
                <a:gd name="connsiteX42" fmla="*/ 84347 w 361670"/>
                <a:gd name="connsiteY42" fmla="*/ 208118 h 361333"/>
                <a:gd name="connsiteX43" fmla="*/ 121409 w 361670"/>
                <a:gd name="connsiteY43" fmla="*/ 288556 h 361333"/>
                <a:gd name="connsiteX44" fmla="*/ 107351 w 361670"/>
                <a:gd name="connsiteY44" fmla="*/ 274511 h 361333"/>
                <a:gd name="connsiteX45" fmla="*/ 121409 w 361670"/>
                <a:gd name="connsiteY45" fmla="*/ 260467 h 361333"/>
                <a:gd name="connsiteX46" fmla="*/ 135467 w 361670"/>
                <a:gd name="connsiteY46" fmla="*/ 274511 h 361333"/>
                <a:gd name="connsiteX47" fmla="*/ 121409 w 361670"/>
                <a:gd name="connsiteY47" fmla="*/ 288556 h 361333"/>
                <a:gd name="connsiteX48" fmla="*/ 221731 w 361670"/>
                <a:gd name="connsiteY48" fmla="*/ 288556 h 361333"/>
                <a:gd name="connsiteX49" fmla="*/ 207673 w 361670"/>
                <a:gd name="connsiteY49" fmla="*/ 274511 h 361333"/>
                <a:gd name="connsiteX50" fmla="*/ 221731 w 361670"/>
                <a:gd name="connsiteY50" fmla="*/ 260467 h 361333"/>
                <a:gd name="connsiteX51" fmla="*/ 235789 w 361670"/>
                <a:gd name="connsiteY51" fmla="*/ 274511 h 361333"/>
                <a:gd name="connsiteX52" fmla="*/ 221731 w 361670"/>
                <a:gd name="connsiteY52" fmla="*/ 288556 h 361333"/>
                <a:gd name="connsiteX53" fmla="*/ 288825 w 361670"/>
                <a:gd name="connsiteY53" fmla="*/ 111720 h 361333"/>
                <a:gd name="connsiteX54" fmla="*/ 265182 w 361670"/>
                <a:gd name="connsiteY54" fmla="*/ 126403 h 361333"/>
                <a:gd name="connsiteX55" fmla="*/ 242818 w 361670"/>
                <a:gd name="connsiteY55" fmla="*/ 236846 h 361333"/>
                <a:gd name="connsiteX56" fmla="*/ 236428 w 361670"/>
                <a:gd name="connsiteY56" fmla="*/ 241953 h 361333"/>
                <a:gd name="connsiteX57" fmla="*/ 98405 w 361670"/>
                <a:gd name="connsiteY57" fmla="*/ 242591 h 361333"/>
                <a:gd name="connsiteX58" fmla="*/ 98405 w 361670"/>
                <a:gd name="connsiteY58" fmla="*/ 242591 h 361333"/>
                <a:gd name="connsiteX59" fmla="*/ 92015 w 361670"/>
                <a:gd name="connsiteY59" fmla="*/ 236207 h 361333"/>
                <a:gd name="connsiteX60" fmla="*/ 98405 w 361670"/>
                <a:gd name="connsiteY60" fmla="*/ 229823 h 361333"/>
                <a:gd name="connsiteX61" fmla="*/ 231316 w 361670"/>
                <a:gd name="connsiteY61" fmla="*/ 229185 h 361333"/>
                <a:gd name="connsiteX62" fmla="*/ 253041 w 361670"/>
                <a:gd name="connsiteY62" fmla="*/ 120657 h 361333"/>
                <a:gd name="connsiteX63" fmla="*/ 256236 w 361670"/>
                <a:gd name="connsiteY63" fmla="*/ 116188 h 361333"/>
                <a:gd name="connsiteX64" fmla="*/ 282435 w 361670"/>
                <a:gd name="connsiteY64" fmla="*/ 100229 h 361333"/>
                <a:gd name="connsiteX65" fmla="*/ 291381 w 361670"/>
                <a:gd name="connsiteY65" fmla="*/ 102144 h 361333"/>
                <a:gd name="connsiteX66" fmla="*/ 288825 w 361670"/>
                <a:gd name="connsiteY66" fmla="*/ 11172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205117" y="138532"/>
                  </a:moveTo>
                  <a:lnTo>
                    <a:pt x="221092" y="138532"/>
                  </a:lnTo>
                  <a:cubicBezTo>
                    <a:pt x="224926" y="138532"/>
                    <a:pt x="227482" y="141086"/>
                    <a:pt x="227482" y="144916"/>
                  </a:cubicBezTo>
                  <a:cubicBezTo>
                    <a:pt x="227482" y="148747"/>
                    <a:pt x="224926" y="151300"/>
                    <a:pt x="221092" y="151300"/>
                  </a:cubicBezTo>
                  <a:lnTo>
                    <a:pt x="205117" y="151300"/>
                  </a:lnTo>
                  <a:cubicBezTo>
                    <a:pt x="201283" y="151300"/>
                    <a:pt x="198727" y="148747"/>
                    <a:pt x="198727" y="144916"/>
                  </a:cubicBezTo>
                  <a:cubicBezTo>
                    <a:pt x="198727" y="141086"/>
                    <a:pt x="201922" y="138532"/>
                    <a:pt x="205117" y="138532"/>
                  </a:cubicBezTo>
                  <a:close/>
                  <a:moveTo>
                    <a:pt x="132911" y="116827"/>
                  </a:moveTo>
                  <a:lnTo>
                    <a:pt x="158470" y="87461"/>
                  </a:lnTo>
                  <a:cubicBezTo>
                    <a:pt x="159748" y="86184"/>
                    <a:pt x="161665" y="85545"/>
                    <a:pt x="162943" y="85545"/>
                  </a:cubicBezTo>
                  <a:cubicBezTo>
                    <a:pt x="162943" y="85545"/>
                    <a:pt x="162943" y="85545"/>
                    <a:pt x="162943" y="85545"/>
                  </a:cubicBezTo>
                  <a:cubicBezTo>
                    <a:pt x="164860" y="85545"/>
                    <a:pt x="166777" y="86184"/>
                    <a:pt x="167416" y="87461"/>
                  </a:cubicBezTo>
                  <a:lnTo>
                    <a:pt x="193615" y="116827"/>
                  </a:lnTo>
                  <a:cubicBezTo>
                    <a:pt x="196171" y="119380"/>
                    <a:pt x="195532" y="123211"/>
                    <a:pt x="192976" y="125764"/>
                  </a:cubicBezTo>
                  <a:cubicBezTo>
                    <a:pt x="190420" y="128318"/>
                    <a:pt x="186586" y="127680"/>
                    <a:pt x="184030" y="125126"/>
                  </a:cubicBezTo>
                  <a:lnTo>
                    <a:pt x="168695" y="107889"/>
                  </a:lnTo>
                  <a:lnTo>
                    <a:pt x="168695" y="164707"/>
                  </a:lnTo>
                  <a:cubicBezTo>
                    <a:pt x="168695" y="168537"/>
                    <a:pt x="166138" y="171091"/>
                    <a:pt x="162305" y="171091"/>
                  </a:cubicBezTo>
                  <a:cubicBezTo>
                    <a:pt x="158470" y="171091"/>
                    <a:pt x="155915" y="168537"/>
                    <a:pt x="155915" y="164707"/>
                  </a:cubicBezTo>
                  <a:lnTo>
                    <a:pt x="155915" y="108528"/>
                  </a:lnTo>
                  <a:lnTo>
                    <a:pt x="141217" y="125126"/>
                  </a:lnTo>
                  <a:cubicBezTo>
                    <a:pt x="139940" y="126403"/>
                    <a:pt x="138022" y="127041"/>
                    <a:pt x="136106" y="127041"/>
                  </a:cubicBezTo>
                  <a:cubicBezTo>
                    <a:pt x="134828" y="127041"/>
                    <a:pt x="132911" y="126403"/>
                    <a:pt x="131633" y="125764"/>
                  </a:cubicBezTo>
                  <a:cubicBezTo>
                    <a:pt x="130355" y="123849"/>
                    <a:pt x="130355" y="119380"/>
                    <a:pt x="132911" y="116827"/>
                  </a:cubicBezTo>
                  <a:close/>
                  <a:moveTo>
                    <a:pt x="84347" y="208118"/>
                  </a:moveTo>
                  <a:lnTo>
                    <a:pt x="69650" y="146193"/>
                  </a:lnTo>
                  <a:cubicBezTo>
                    <a:pt x="69011" y="144278"/>
                    <a:pt x="69650" y="142363"/>
                    <a:pt x="70928" y="140448"/>
                  </a:cubicBezTo>
                  <a:cubicBezTo>
                    <a:pt x="72206" y="139171"/>
                    <a:pt x="74123" y="137894"/>
                    <a:pt x="76040" y="137894"/>
                  </a:cubicBezTo>
                  <a:lnTo>
                    <a:pt x="122687" y="137894"/>
                  </a:lnTo>
                  <a:cubicBezTo>
                    <a:pt x="126521" y="137894"/>
                    <a:pt x="129077" y="140448"/>
                    <a:pt x="129077" y="144278"/>
                  </a:cubicBezTo>
                  <a:cubicBezTo>
                    <a:pt x="129077" y="148108"/>
                    <a:pt x="126521" y="150662"/>
                    <a:pt x="122687" y="150662"/>
                  </a:cubicBezTo>
                  <a:lnTo>
                    <a:pt x="84347" y="150662"/>
                  </a:lnTo>
                  <a:lnTo>
                    <a:pt x="96488" y="199819"/>
                  </a:lnTo>
                  <a:lnTo>
                    <a:pt x="207034" y="199819"/>
                  </a:lnTo>
                  <a:cubicBezTo>
                    <a:pt x="210868" y="199819"/>
                    <a:pt x="213424" y="202372"/>
                    <a:pt x="213424" y="206203"/>
                  </a:cubicBezTo>
                  <a:cubicBezTo>
                    <a:pt x="213424" y="210033"/>
                    <a:pt x="210868" y="212587"/>
                    <a:pt x="207034" y="212587"/>
                  </a:cubicBezTo>
                  <a:lnTo>
                    <a:pt x="91376" y="212587"/>
                  </a:lnTo>
                  <a:cubicBezTo>
                    <a:pt x="87542" y="213225"/>
                    <a:pt x="84986" y="211310"/>
                    <a:pt x="84347" y="208118"/>
                  </a:cubicBezTo>
                  <a:close/>
                  <a:moveTo>
                    <a:pt x="121409" y="288556"/>
                  </a:moveTo>
                  <a:cubicBezTo>
                    <a:pt x="113741" y="288556"/>
                    <a:pt x="107351" y="282172"/>
                    <a:pt x="107351" y="274511"/>
                  </a:cubicBezTo>
                  <a:cubicBezTo>
                    <a:pt x="107351" y="266850"/>
                    <a:pt x="113741" y="260467"/>
                    <a:pt x="121409" y="260467"/>
                  </a:cubicBezTo>
                  <a:cubicBezTo>
                    <a:pt x="129077" y="260467"/>
                    <a:pt x="135467" y="266850"/>
                    <a:pt x="135467" y="274511"/>
                  </a:cubicBezTo>
                  <a:cubicBezTo>
                    <a:pt x="135467" y="282172"/>
                    <a:pt x="129077" y="288556"/>
                    <a:pt x="121409" y="288556"/>
                  </a:cubicBezTo>
                  <a:close/>
                  <a:moveTo>
                    <a:pt x="221731" y="288556"/>
                  </a:moveTo>
                  <a:cubicBezTo>
                    <a:pt x="214063" y="288556"/>
                    <a:pt x="207673" y="282172"/>
                    <a:pt x="207673" y="274511"/>
                  </a:cubicBezTo>
                  <a:cubicBezTo>
                    <a:pt x="207673" y="266850"/>
                    <a:pt x="214063" y="260467"/>
                    <a:pt x="221731" y="260467"/>
                  </a:cubicBezTo>
                  <a:cubicBezTo>
                    <a:pt x="229399" y="260467"/>
                    <a:pt x="235789" y="266850"/>
                    <a:pt x="235789" y="274511"/>
                  </a:cubicBezTo>
                  <a:cubicBezTo>
                    <a:pt x="235789" y="282172"/>
                    <a:pt x="229399" y="288556"/>
                    <a:pt x="221731" y="288556"/>
                  </a:cubicBezTo>
                  <a:close/>
                  <a:moveTo>
                    <a:pt x="288825" y="111720"/>
                  </a:moveTo>
                  <a:lnTo>
                    <a:pt x="265182" y="126403"/>
                  </a:lnTo>
                  <a:lnTo>
                    <a:pt x="242818" y="236846"/>
                  </a:lnTo>
                  <a:cubicBezTo>
                    <a:pt x="242179" y="240038"/>
                    <a:pt x="239623" y="241953"/>
                    <a:pt x="236428" y="241953"/>
                  </a:cubicBezTo>
                  <a:lnTo>
                    <a:pt x="98405" y="242591"/>
                  </a:lnTo>
                  <a:cubicBezTo>
                    <a:pt x="98405" y="242591"/>
                    <a:pt x="98405" y="242591"/>
                    <a:pt x="98405" y="242591"/>
                  </a:cubicBezTo>
                  <a:cubicBezTo>
                    <a:pt x="95210" y="242591"/>
                    <a:pt x="92015" y="240038"/>
                    <a:pt x="92015" y="236207"/>
                  </a:cubicBezTo>
                  <a:cubicBezTo>
                    <a:pt x="92015" y="232377"/>
                    <a:pt x="94571" y="229823"/>
                    <a:pt x="98405" y="229823"/>
                  </a:cubicBezTo>
                  <a:lnTo>
                    <a:pt x="231316" y="229185"/>
                  </a:lnTo>
                  <a:lnTo>
                    <a:pt x="253041" y="120657"/>
                  </a:lnTo>
                  <a:cubicBezTo>
                    <a:pt x="253681" y="118742"/>
                    <a:pt x="254319" y="117465"/>
                    <a:pt x="256236" y="116188"/>
                  </a:cubicBezTo>
                  <a:lnTo>
                    <a:pt x="282435" y="100229"/>
                  </a:lnTo>
                  <a:cubicBezTo>
                    <a:pt x="285630" y="98313"/>
                    <a:pt x="289464" y="99590"/>
                    <a:pt x="291381" y="102144"/>
                  </a:cubicBezTo>
                  <a:cubicBezTo>
                    <a:pt x="292659" y="105974"/>
                    <a:pt x="292020" y="110443"/>
                    <a:pt x="288825" y="111720"/>
                  </a:cubicBezTo>
                  <a:close/>
                </a:path>
              </a:pathLst>
            </a:custGeom>
            <a:solidFill>
              <a:srgbClr val="43B02A"/>
            </a:solidFill>
            <a:ln w="6390" cap="flat">
              <a:noFill/>
              <a:prstDash val="solid"/>
              <a:miter/>
            </a:ln>
          </p:spPr>
          <p:txBody>
            <a:bodyPr rtlCol="0" anchor="ctr"/>
            <a:lstStyle/>
            <a:p>
              <a:endParaRPr lang="en-US"/>
            </a:p>
          </p:txBody>
        </p:sp>
      </p:grpSp>
      <p:grpSp>
        <p:nvGrpSpPr>
          <p:cNvPr id="1216" name="Graphic 1039">
            <a:extLst>
              <a:ext uri="{FF2B5EF4-FFF2-40B4-BE49-F238E27FC236}">
                <a16:creationId xmlns:a16="http://schemas.microsoft.com/office/drawing/2014/main" id="{89EA1265-290C-BF40-9882-B7E3CD71AE44}"/>
              </a:ext>
            </a:extLst>
          </p:cNvPr>
          <p:cNvGrpSpPr/>
          <p:nvPr/>
        </p:nvGrpSpPr>
        <p:grpSpPr>
          <a:xfrm>
            <a:off x="905454" y="918179"/>
            <a:ext cx="361670" cy="361333"/>
            <a:chOff x="905454" y="918179"/>
            <a:chExt cx="361670" cy="361333"/>
          </a:xfrm>
          <a:solidFill>
            <a:srgbClr val="26890D"/>
          </a:solidFill>
        </p:grpSpPr>
        <p:sp>
          <p:nvSpPr>
            <p:cNvPr id="1217" name="Graphic 1039">
              <a:extLst>
                <a:ext uri="{FF2B5EF4-FFF2-40B4-BE49-F238E27FC236}">
                  <a16:creationId xmlns:a16="http://schemas.microsoft.com/office/drawing/2014/main" id="{C05A213F-717A-DF4C-ACD1-B4F9990DE462}"/>
                </a:ext>
              </a:extLst>
            </p:cNvPr>
            <p:cNvSpPr/>
            <p:nvPr/>
          </p:nvSpPr>
          <p:spPr>
            <a:xfrm>
              <a:off x="1012165" y="1023514"/>
              <a:ext cx="118852" cy="70223"/>
            </a:xfrm>
            <a:custGeom>
              <a:avLst/>
              <a:gdLst>
                <a:gd name="connsiteX0" fmla="*/ 70289 w 118852"/>
                <a:gd name="connsiteY0" fmla="*/ 0 h 70223"/>
                <a:gd name="connsiteX1" fmla="*/ 58788 w 118852"/>
                <a:gd name="connsiteY1" fmla="*/ 12130 h 70223"/>
                <a:gd name="connsiteX2" fmla="*/ 51759 w 118852"/>
                <a:gd name="connsiteY2" fmla="*/ 13406 h 70223"/>
                <a:gd name="connsiteX3" fmla="*/ 40257 w 118852"/>
                <a:gd name="connsiteY3" fmla="*/ 9576 h 70223"/>
                <a:gd name="connsiteX4" fmla="*/ 0 w 118852"/>
                <a:gd name="connsiteY4" fmla="*/ 70224 h 70223"/>
                <a:gd name="connsiteX5" fmla="*/ 118853 w 118852"/>
                <a:gd name="connsiteY5" fmla="*/ 25536 h 70223"/>
                <a:gd name="connsiteX6" fmla="*/ 70289 w 118852"/>
                <a:gd name="connsiteY6" fmla="*/ 0 h 7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52" h="70223">
                  <a:moveTo>
                    <a:pt x="70289" y="0"/>
                  </a:moveTo>
                  <a:cubicBezTo>
                    <a:pt x="68372" y="5746"/>
                    <a:pt x="64538" y="10214"/>
                    <a:pt x="58788" y="12130"/>
                  </a:cubicBezTo>
                  <a:cubicBezTo>
                    <a:pt x="56871" y="12768"/>
                    <a:pt x="54314" y="13406"/>
                    <a:pt x="51759" y="13406"/>
                  </a:cubicBezTo>
                  <a:cubicBezTo>
                    <a:pt x="47286" y="13406"/>
                    <a:pt x="43452" y="12130"/>
                    <a:pt x="40257" y="9576"/>
                  </a:cubicBezTo>
                  <a:lnTo>
                    <a:pt x="0" y="70224"/>
                  </a:lnTo>
                  <a:lnTo>
                    <a:pt x="118853" y="25536"/>
                  </a:lnTo>
                  <a:lnTo>
                    <a:pt x="70289" y="0"/>
                  </a:lnTo>
                  <a:close/>
                </a:path>
              </a:pathLst>
            </a:custGeom>
            <a:solidFill>
              <a:srgbClr val="26890D"/>
            </a:solidFill>
            <a:ln w="6390" cap="flat">
              <a:noFill/>
              <a:prstDash val="solid"/>
              <a:miter/>
            </a:ln>
          </p:spPr>
          <p:txBody>
            <a:bodyPr rtlCol="0" anchor="ctr"/>
            <a:lstStyle/>
            <a:p>
              <a:endParaRPr lang="en-US"/>
            </a:p>
          </p:txBody>
        </p:sp>
        <p:sp>
          <p:nvSpPr>
            <p:cNvPr id="1218" name="Graphic 1039">
              <a:extLst>
                <a:ext uri="{FF2B5EF4-FFF2-40B4-BE49-F238E27FC236}">
                  <a16:creationId xmlns:a16="http://schemas.microsoft.com/office/drawing/2014/main" id="{1B933FDD-939F-3145-810D-25AF8863C8E4}"/>
                </a:ext>
              </a:extLst>
            </p:cNvPr>
            <p:cNvSpPr/>
            <p:nvPr/>
          </p:nvSpPr>
          <p:spPr>
            <a:xfrm>
              <a:off x="1157217" y="1072497"/>
              <a:ext cx="19504" cy="28263"/>
            </a:xfrm>
            <a:custGeom>
              <a:avLst/>
              <a:gdLst>
                <a:gd name="connsiteX0" fmla="*/ 11502 w 19504"/>
                <a:gd name="connsiteY0" fmla="*/ 1451 h 28263"/>
                <a:gd name="connsiteX1" fmla="*/ 5751 w 19504"/>
                <a:gd name="connsiteY1" fmla="*/ 174 h 28263"/>
                <a:gd name="connsiteX2" fmla="*/ 0 w 19504"/>
                <a:gd name="connsiteY2" fmla="*/ 2089 h 28263"/>
                <a:gd name="connsiteX3" fmla="*/ 9585 w 19504"/>
                <a:gd name="connsiteY3" fmla="*/ 28264 h 28263"/>
                <a:gd name="connsiteX4" fmla="*/ 15336 w 19504"/>
                <a:gd name="connsiteY4" fmla="*/ 26348 h 28263"/>
                <a:gd name="connsiteX5" fmla="*/ 17892 w 19504"/>
                <a:gd name="connsiteY5" fmla="*/ 10388 h 28263"/>
                <a:gd name="connsiteX6" fmla="*/ 11502 w 19504"/>
                <a:gd name="connsiteY6" fmla="*/ 1451 h 28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04" h="28263">
                  <a:moveTo>
                    <a:pt x="11502" y="1451"/>
                  </a:moveTo>
                  <a:cubicBezTo>
                    <a:pt x="10224" y="812"/>
                    <a:pt x="7668" y="-464"/>
                    <a:pt x="5751" y="174"/>
                  </a:cubicBezTo>
                  <a:lnTo>
                    <a:pt x="0" y="2089"/>
                  </a:lnTo>
                  <a:lnTo>
                    <a:pt x="9585" y="28264"/>
                  </a:lnTo>
                  <a:lnTo>
                    <a:pt x="15336" y="26348"/>
                  </a:lnTo>
                  <a:cubicBezTo>
                    <a:pt x="19170" y="25072"/>
                    <a:pt x="21087" y="18049"/>
                    <a:pt x="17892" y="10388"/>
                  </a:cubicBezTo>
                  <a:cubicBezTo>
                    <a:pt x="16614" y="6558"/>
                    <a:pt x="14058" y="3366"/>
                    <a:pt x="11502" y="1451"/>
                  </a:cubicBezTo>
                  <a:close/>
                </a:path>
              </a:pathLst>
            </a:custGeom>
            <a:solidFill>
              <a:srgbClr val="26890D"/>
            </a:solidFill>
            <a:ln w="6390" cap="flat">
              <a:noFill/>
              <a:prstDash val="solid"/>
              <a:miter/>
            </a:ln>
          </p:spPr>
          <p:txBody>
            <a:bodyPr rtlCol="0" anchor="ctr"/>
            <a:lstStyle/>
            <a:p>
              <a:endParaRPr lang="en-US"/>
            </a:p>
          </p:txBody>
        </p:sp>
        <p:sp>
          <p:nvSpPr>
            <p:cNvPr id="1219" name="Graphic 1039">
              <a:extLst>
                <a:ext uri="{FF2B5EF4-FFF2-40B4-BE49-F238E27FC236}">
                  <a16:creationId xmlns:a16="http://schemas.microsoft.com/office/drawing/2014/main" id="{25495F4D-2BA1-F64D-AB10-F3409E24808E}"/>
                </a:ext>
              </a:extLst>
            </p:cNvPr>
            <p:cNvSpPr/>
            <p:nvPr/>
          </p:nvSpPr>
          <p:spPr>
            <a:xfrm>
              <a:off x="1057055" y="1010746"/>
              <a:ext cx="13659" cy="13246"/>
            </a:xfrm>
            <a:custGeom>
              <a:avLst/>
              <a:gdLst>
                <a:gd name="connsiteX0" fmla="*/ 4313 w 13659"/>
                <a:gd name="connsiteY0" fmla="*/ 12768 h 13246"/>
                <a:gd name="connsiteX1" fmla="*/ 9425 w 13659"/>
                <a:gd name="connsiteY1" fmla="*/ 12768 h 13246"/>
                <a:gd name="connsiteX2" fmla="*/ 13259 w 13659"/>
                <a:gd name="connsiteY2" fmla="*/ 4469 h 13246"/>
                <a:gd name="connsiteX3" fmla="*/ 6869 w 13659"/>
                <a:gd name="connsiteY3" fmla="*/ 0 h 13246"/>
                <a:gd name="connsiteX4" fmla="*/ 4313 w 13659"/>
                <a:gd name="connsiteY4" fmla="*/ 638 h 13246"/>
                <a:gd name="connsiteX5" fmla="*/ 479 w 13659"/>
                <a:gd name="connsiteY5" fmla="*/ 3830 h 13246"/>
                <a:gd name="connsiteX6" fmla="*/ 479 w 13659"/>
                <a:gd name="connsiteY6" fmla="*/ 8938 h 13246"/>
                <a:gd name="connsiteX7" fmla="*/ 4313 w 13659"/>
                <a:gd name="connsiteY7" fmla="*/ 12768 h 13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59" h="13246">
                  <a:moveTo>
                    <a:pt x="4313" y="12768"/>
                  </a:moveTo>
                  <a:cubicBezTo>
                    <a:pt x="6230" y="13406"/>
                    <a:pt x="7508" y="13406"/>
                    <a:pt x="9425" y="12768"/>
                  </a:cubicBezTo>
                  <a:cubicBezTo>
                    <a:pt x="12620" y="11491"/>
                    <a:pt x="14537" y="7661"/>
                    <a:pt x="13259" y="4469"/>
                  </a:cubicBezTo>
                  <a:cubicBezTo>
                    <a:pt x="11981" y="1915"/>
                    <a:pt x="9425" y="0"/>
                    <a:pt x="6869" y="0"/>
                  </a:cubicBezTo>
                  <a:cubicBezTo>
                    <a:pt x="6230" y="0"/>
                    <a:pt x="5591" y="0"/>
                    <a:pt x="4313" y="638"/>
                  </a:cubicBezTo>
                  <a:cubicBezTo>
                    <a:pt x="2396" y="1277"/>
                    <a:pt x="1118" y="2554"/>
                    <a:pt x="479" y="3830"/>
                  </a:cubicBezTo>
                  <a:cubicBezTo>
                    <a:pt x="-160" y="5107"/>
                    <a:pt x="-160" y="7022"/>
                    <a:pt x="479" y="8938"/>
                  </a:cubicBezTo>
                  <a:cubicBezTo>
                    <a:pt x="1757" y="10853"/>
                    <a:pt x="3035" y="12130"/>
                    <a:pt x="4313" y="12768"/>
                  </a:cubicBezTo>
                  <a:close/>
                </a:path>
              </a:pathLst>
            </a:custGeom>
            <a:solidFill>
              <a:srgbClr val="26890D"/>
            </a:solidFill>
            <a:ln w="6390" cap="flat">
              <a:noFill/>
              <a:prstDash val="solid"/>
              <a:miter/>
            </a:ln>
          </p:spPr>
          <p:txBody>
            <a:bodyPr rtlCol="0" anchor="ctr"/>
            <a:lstStyle/>
            <a:p>
              <a:endParaRPr lang="en-US"/>
            </a:p>
          </p:txBody>
        </p:sp>
        <p:sp>
          <p:nvSpPr>
            <p:cNvPr id="1220" name="Graphic 1039">
              <a:extLst>
                <a:ext uri="{FF2B5EF4-FFF2-40B4-BE49-F238E27FC236}">
                  <a16:creationId xmlns:a16="http://schemas.microsoft.com/office/drawing/2014/main" id="{D7E1D14C-3C0A-234F-8DA7-CAF36038EDDE}"/>
                </a:ext>
              </a:extLst>
            </p:cNvPr>
            <p:cNvSpPr/>
            <p:nvPr/>
          </p:nvSpPr>
          <p:spPr>
            <a:xfrm>
              <a:off x="1058430" y="1110337"/>
              <a:ext cx="17970" cy="26416"/>
            </a:xfrm>
            <a:custGeom>
              <a:avLst/>
              <a:gdLst>
                <a:gd name="connsiteX0" fmla="*/ 9967 w 17970"/>
                <a:gd name="connsiteY0" fmla="*/ 1915 h 26416"/>
                <a:gd name="connsiteX1" fmla="*/ 5494 w 17970"/>
                <a:gd name="connsiteY1" fmla="*/ 0 h 26416"/>
                <a:gd name="connsiteX2" fmla="*/ 4216 w 17970"/>
                <a:gd name="connsiteY2" fmla="*/ 0 h 26416"/>
                <a:gd name="connsiteX3" fmla="*/ 382 w 17970"/>
                <a:gd name="connsiteY3" fmla="*/ 5107 h 26416"/>
                <a:gd name="connsiteX4" fmla="*/ 1660 w 17970"/>
                <a:gd name="connsiteY4" fmla="*/ 15960 h 26416"/>
                <a:gd name="connsiteX5" fmla="*/ 13801 w 17970"/>
                <a:gd name="connsiteY5" fmla="*/ 26174 h 26416"/>
                <a:gd name="connsiteX6" fmla="*/ 16357 w 17970"/>
                <a:gd name="connsiteY6" fmla="*/ 10214 h 26416"/>
                <a:gd name="connsiteX7" fmla="*/ 9967 w 17970"/>
                <a:gd name="connsiteY7" fmla="*/ 1915 h 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70" h="26416">
                  <a:moveTo>
                    <a:pt x="9967" y="1915"/>
                  </a:moveTo>
                  <a:cubicBezTo>
                    <a:pt x="8689" y="1277"/>
                    <a:pt x="7411" y="0"/>
                    <a:pt x="5494" y="0"/>
                  </a:cubicBezTo>
                  <a:cubicBezTo>
                    <a:pt x="4855" y="0"/>
                    <a:pt x="4216" y="0"/>
                    <a:pt x="4216" y="0"/>
                  </a:cubicBezTo>
                  <a:cubicBezTo>
                    <a:pt x="1660" y="638"/>
                    <a:pt x="1021" y="3192"/>
                    <a:pt x="382" y="5107"/>
                  </a:cubicBezTo>
                  <a:cubicBezTo>
                    <a:pt x="-257" y="8299"/>
                    <a:pt x="-257" y="12130"/>
                    <a:pt x="1660" y="15960"/>
                  </a:cubicBezTo>
                  <a:cubicBezTo>
                    <a:pt x="4855" y="23621"/>
                    <a:pt x="10606" y="27451"/>
                    <a:pt x="13801" y="26174"/>
                  </a:cubicBezTo>
                  <a:cubicBezTo>
                    <a:pt x="17635" y="24897"/>
                    <a:pt x="19552" y="17875"/>
                    <a:pt x="16357" y="10214"/>
                  </a:cubicBezTo>
                  <a:cubicBezTo>
                    <a:pt x="15079" y="7022"/>
                    <a:pt x="12523" y="3830"/>
                    <a:pt x="9967" y="1915"/>
                  </a:cubicBezTo>
                  <a:close/>
                </a:path>
              </a:pathLst>
            </a:custGeom>
            <a:solidFill>
              <a:srgbClr val="26890D"/>
            </a:solidFill>
            <a:ln w="6390" cap="flat">
              <a:noFill/>
              <a:prstDash val="solid"/>
              <a:miter/>
            </a:ln>
          </p:spPr>
          <p:txBody>
            <a:bodyPr rtlCol="0" anchor="ctr"/>
            <a:lstStyle/>
            <a:p>
              <a:endParaRPr lang="en-US"/>
            </a:p>
          </p:txBody>
        </p:sp>
        <p:sp>
          <p:nvSpPr>
            <p:cNvPr id="1221" name="Graphic 1039">
              <a:extLst>
                <a:ext uri="{FF2B5EF4-FFF2-40B4-BE49-F238E27FC236}">
                  <a16:creationId xmlns:a16="http://schemas.microsoft.com/office/drawing/2014/main" id="{9E332986-9901-8B48-A7B2-82512B97A338}"/>
                </a:ext>
              </a:extLst>
            </p:cNvPr>
            <p:cNvSpPr/>
            <p:nvPr/>
          </p:nvSpPr>
          <p:spPr>
            <a:xfrm>
              <a:off x="971104" y="1045858"/>
              <a:ext cx="229405" cy="140926"/>
            </a:xfrm>
            <a:custGeom>
              <a:avLst/>
              <a:gdLst>
                <a:gd name="connsiteX0" fmla="*/ 207839 w 229405"/>
                <a:gd name="connsiteY0" fmla="*/ 2554 h 140926"/>
                <a:gd name="connsiteX1" fmla="*/ 204005 w 229405"/>
                <a:gd name="connsiteY1" fmla="*/ 0 h 140926"/>
                <a:gd name="connsiteX2" fmla="*/ 202727 w 229405"/>
                <a:gd name="connsiteY2" fmla="*/ 0 h 140926"/>
                <a:gd name="connsiteX3" fmla="*/ 181001 w 229405"/>
                <a:gd name="connsiteY3" fmla="*/ 8299 h 140926"/>
                <a:gd name="connsiteX4" fmla="*/ 176529 w 229405"/>
                <a:gd name="connsiteY4" fmla="*/ 10214 h 140926"/>
                <a:gd name="connsiteX5" fmla="*/ 175890 w 229405"/>
                <a:gd name="connsiteY5" fmla="*/ 10214 h 140926"/>
                <a:gd name="connsiteX6" fmla="*/ 2722 w 229405"/>
                <a:gd name="connsiteY6" fmla="*/ 75331 h 140926"/>
                <a:gd name="connsiteX7" fmla="*/ 166 w 229405"/>
                <a:gd name="connsiteY7" fmla="*/ 80438 h 140926"/>
                <a:gd name="connsiteX8" fmla="*/ 21892 w 229405"/>
                <a:gd name="connsiteY8" fmla="*/ 138532 h 140926"/>
                <a:gd name="connsiteX9" fmla="*/ 23809 w 229405"/>
                <a:gd name="connsiteY9" fmla="*/ 140448 h 140926"/>
                <a:gd name="connsiteX10" fmla="*/ 27004 w 229405"/>
                <a:gd name="connsiteY10" fmla="*/ 140448 h 140926"/>
                <a:gd name="connsiteX11" fmla="*/ 227009 w 229405"/>
                <a:gd name="connsiteY11" fmla="*/ 65117 h 140926"/>
                <a:gd name="connsiteX12" fmla="*/ 228926 w 229405"/>
                <a:gd name="connsiteY12" fmla="*/ 63201 h 140926"/>
                <a:gd name="connsiteX13" fmla="*/ 228926 w 229405"/>
                <a:gd name="connsiteY13" fmla="*/ 60009 h 140926"/>
                <a:gd name="connsiteX14" fmla="*/ 207839 w 229405"/>
                <a:gd name="connsiteY14" fmla="*/ 2554 h 140926"/>
                <a:gd name="connsiteX15" fmla="*/ 44257 w 229405"/>
                <a:gd name="connsiteY15" fmla="*/ 122572 h 140926"/>
                <a:gd name="connsiteX16" fmla="*/ 39145 w 229405"/>
                <a:gd name="connsiteY16" fmla="*/ 123211 h 140926"/>
                <a:gd name="connsiteX17" fmla="*/ 19336 w 229405"/>
                <a:gd name="connsiteY17" fmla="*/ 106612 h 140926"/>
                <a:gd name="connsiteX18" fmla="*/ 18058 w 229405"/>
                <a:gd name="connsiteY18" fmla="*/ 90014 h 140926"/>
                <a:gd name="connsiteX19" fmla="*/ 27643 w 229405"/>
                <a:gd name="connsiteY19" fmla="*/ 78523 h 140926"/>
                <a:gd name="connsiteX20" fmla="*/ 43618 w 229405"/>
                <a:gd name="connsiteY20" fmla="*/ 81715 h 140926"/>
                <a:gd name="connsiteX21" fmla="*/ 44257 w 229405"/>
                <a:gd name="connsiteY21" fmla="*/ 88737 h 140926"/>
                <a:gd name="connsiteX22" fmla="*/ 37228 w 229405"/>
                <a:gd name="connsiteY22" fmla="*/ 89376 h 140926"/>
                <a:gd name="connsiteX23" fmla="*/ 30838 w 229405"/>
                <a:gd name="connsiteY23" fmla="*/ 87461 h 140926"/>
                <a:gd name="connsiteX24" fmla="*/ 27004 w 229405"/>
                <a:gd name="connsiteY24" fmla="*/ 92568 h 140926"/>
                <a:gd name="connsiteX25" fmla="*/ 28282 w 229405"/>
                <a:gd name="connsiteY25" fmla="*/ 103420 h 140926"/>
                <a:gd name="connsiteX26" fmla="*/ 40423 w 229405"/>
                <a:gd name="connsiteY26" fmla="*/ 113635 h 140926"/>
                <a:gd name="connsiteX27" fmla="*/ 44257 w 229405"/>
                <a:gd name="connsiteY27" fmla="*/ 107251 h 140926"/>
                <a:gd name="connsiteX28" fmla="*/ 50008 w 229405"/>
                <a:gd name="connsiteY28" fmla="*/ 103420 h 140926"/>
                <a:gd name="connsiteX29" fmla="*/ 53842 w 229405"/>
                <a:gd name="connsiteY29" fmla="*/ 109166 h 140926"/>
                <a:gd name="connsiteX30" fmla="*/ 44257 w 229405"/>
                <a:gd name="connsiteY30" fmla="*/ 122572 h 140926"/>
                <a:gd name="connsiteX31" fmla="*/ 83874 w 229405"/>
                <a:gd name="connsiteY31" fmla="*/ 107251 h 140926"/>
                <a:gd name="connsiteX32" fmla="*/ 66622 w 229405"/>
                <a:gd name="connsiteY32" fmla="*/ 113635 h 140926"/>
                <a:gd name="connsiteX33" fmla="*/ 64705 w 229405"/>
                <a:gd name="connsiteY33" fmla="*/ 113635 h 140926"/>
                <a:gd name="connsiteX34" fmla="*/ 60232 w 229405"/>
                <a:gd name="connsiteY34" fmla="*/ 110443 h 140926"/>
                <a:gd name="connsiteX35" fmla="*/ 46813 w 229405"/>
                <a:gd name="connsiteY35" fmla="*/ 75331 h 140926"/>
                <a:gd name="connsiteX36" fmla="*/ 49369 w 229405"/>
                <a:gd name="connsiteY36" fmla="*/ 68947 h 140926"/>
                <a:gd name="connsiteX37" fmla="*/ 55759 w 229405"/>
                <a:gd name="connsiteY37" fmla="*/ 71501 h 140926"/>
                <a:gd name="connsiteX38" fmla="*/ 67261 w 229405"/>
                <a:gd name="connsiteY38" fmla="*/ 102144 h 140926"/>
                <a:gd name="connsiteX39" fmla="*/ 80040 w 229405"/>
                <a:gd name="connsiteY39" fmla="*/ 97037 h 140926"/>
                <a:gd name="connsiteX40" fmla="*/ 86430 w 229405"/>
                <a:gd name="connsiteY40" fmla="*/ 99590 h 140926"/>
                <a:gd name="connsiteX41" fmla="*/ 83874 w 229405"/>
                <a:gd name="connsiteY41" fmla="*/ 107251 h 140926"/>
                <a:gd name="connsiteX42" fmla="*/ 104322 w 229405"/>
                <a:gd name="connsiteY42" fmla="*/ 99590 h 140926"/>
                <a:gd name="connsiteX43" fmla="*/ 99210 w 229405"/>
                <a:gd name="connsiteY43" fmla="*/ 100229 h 140926"/>
                <a:gd name="connsiteX44" fmla="*/ 79401 w 229405"/>
                <a:gd name="connsiteY44" fmla="*/ 83630 h 140926"/>
                <a:gd name="connsiteX45" fmla="*/ 78123 w 229405"/>
                <a:gd name="connsiteY45" fmla="*/ 67032 h 140926"/>
                <a:gd name="connsiteX46" fmla="*/ 87708 w 229405"/>
                <a:gd name="connsiteY46" fmla="*/ 55541 h 140926"/>
                <a:gd name="connsiteX47" fmla="*/ 102405 w 229405"/>
                <a:gd name="connsiteY47" fmla="*/ 58094 h 140926"/>
                <a:gd name="connsiteX48" fmla="*/ 112629 w 229405"/>
                <a:gd name="connsiteY48" fmla="*/ 71501 h 140926"/>
                <a:gd name="connsiteX49" fmla="*/ 112629 w 229405"/>
                <a:gd name="connsiteY49" fmla="*/ 71501 h 140926"/>
                <a:gd name="connsiteX50" fmla="*/ 104322 w 229405"/>
                <a:gd name="connsiteY50" fmla="*/ 99590 h 140926"/>
                <a:gd name="connsiteX51" fmla="*/ 149052 w 229405"/>
                <a:gd name="connsiteY51" fmla="*/ 77885 h 140926"/>
                <a:gd name="connsiteX52" fmla="*/ 140745 w 229405"/>
                <a:gd name="connsiteY52" fmla="*/ 86184 h 140926"/>
                <a:gd name="connsiteX53" fmla="*/ 135633 w 229405"/>
                <a:gd name="connsiteY53" fmla="*/ 87461 h 140926"/>
                <a:gd name="connsiteX54" fmla="*/ 129243 w 229405"/>
                <a:gd name="connsiteY54" fmla="*/ 86184 h 140926"/>
                <a:gd name="connsiteX55" fmla="*/ 120936 w 229405"/>
                <a:gd name="connsiteY55" fmla="*/ 77885 h 140926"/>
                <a:gd name="connsiteX56" fmla="*/ 123492 w 229405"/>
                <a:gd name="connsiteY56" fmla="*/ 71501 h 140926"/>
                <a:gd name="connsiteX57" fmla="*/ 129882 w 229405"/>
                <a:gd name="connsiteY57" fmla="*/ 74054 h 140926"/>
                <a:gd name="connsiteX58" fmla="*/ 133077 w 229405"/>
                <a:gd name="connsiteY58" fmla="*/ 77246 h 140926"/>
                <a:gd name="connsiteX59" fmla="*/ 137550 w 229405"/>
                <a:gd name="connsiteY59" fmla="*/ 77246 h 140926"/>
                <a:gd name="connsiteX60" fmla="*/ 140745 w 229405"/>
                <a:gd name="connsiteY60" fmla="*/ 74054 h 140926"/>
                <a:gd name="connsiteX61" fmla="*/ 141384 w 229405"/>
                <a:gd name="connsiteY61" fmla="*/ 71501 h 140926"/>
                <a:gd name="connsiteX62" fmla="*/ 118380 w 229405"/>
                <a:gd name="connsiteY62" fmla="*/ 64478 h 140926"/>
                <a:gd name="connsiteX63" fmla="*/ 115185 w 229405"/>
                <a:gd name="connsiteY63" fmla="*/ 61286 h 140926"/>
                <a:gd name="connsiteX64" fmla="*/ 115824 w 229405"/>
                <a:gd name="connsiteY64" fmla="*/ 49795 h 140926"/>
                <a:gd name="connsiteX65" fmla="*/ 124131 w 229405"/>
                <a:gd name="connsiteY65" fmla="*/ 41496 h 140926"/>
                <a:gd name="connsiteX66" fmla="*/ 135633 w 229405"/>
                <a:gd name="connsiteY66" fmla="*/ 42134 h 140926"/>
                <a:gd name="connsiteX67" fmla="*/ 143940 w 229405"/>
                <a:gd name="connsiteY67" fmla="*/ 50434 h 140926"/>
                <a:gd name="connsiteX68" fmla="*/ 141384 w 229405"/>
                <a:gd name="connsiteY68" fmla="*/ 56818 h 140926"/>
                <a:gd name="connsiteX69" fmla="*/ 134994 w 229405"/>
                <a:gd name="connsiteY69" fmla="*/ 54264 h 140926"/>
                <a:gd name="connsiteX70" fmla="*/ 131799 w 229405"/>
                <a:gd name="connsiteY70" fmla="*/ 51072 h 140926"/>
                <a:gd name="connsiteX71" fmla="*/ 127326 w 229405"/>
                <a:gd name="connsiteY71" fmla="*/ 51072 h 140926"/>
                <a:gd name="connsiteX72" fmla="*/ 124131 w 229405"/>
                <a:gd name="connsiteY72" fmla="*/ 54264 h 140926"/>
                <a:gd name="connsiteX73" fmla="*/ 123492 w 229405"/>
                <a:gd name="connsiteY73" fmla="*/ 56818 h 140926"/>
                <a:gd name="connsiteX74" fmla="*/ 146496 w 229405"/>
                <a:gd name="connsiteY74" fmla="*/ 63840 h 140926"/>
                <a:gd name="connsiteX75" fmla="*/ 149691 w 229405"/>
                <a:gd name="connsiteY75" fmla="*/ 67032 h 140926"/>
                <a:gd name="connsiteX76" fmla="*/ 149052 w 229405"/>
                <a:gd name="connsiteY76" fmla="*/ 77885 h 140926"/>
                <a:gd name="connsiteX77" fmla="*/ 181640 w 229405"/>
                <a:gd name="connsiteY77" fmla="*/ 70224 h 140926"/>
                <a:gd name="connsiteX78" fmla="*/ 164388 w 229405"/>
                <a:gd name="connsiteY78" fmla="*/ 76608 h 140926"/>
                <a:gd name="connsiteX79" fmla="*/ 162471 w 229405"/>
                <a:gd name="connsiteY79" fmla="*/ 76608 h 140926"/>
                <a:gd name="connsiteX80" fmla="*/ 157998 w 229405"/>
                <a:gd name="connsiteY80" fmla="*/ 73416 h 140926"/>
                <a:gd name="connsiteX81" fmla="*/ 144579 w 229405"/>
                <a:gd name="connsiteY81" fmla="*/ 38304 h 140926"/>
                <a:gd name="connsiteX82" fmla="*/ 144579 w 229405"/>
                <a:gd name="connsiteY82" fmla="*/ 34474 h 140926"/>
                <a:gd name="connsiteX83" fmla="*/ 147135 w 229405"/>
                <a:gd name="connsiteY83" fmla="*/ 31920 h 140926"/>
                <a:gd name="connsiteX84" fmla="*/ 164388 w 229405"/>
                <a:gd name="connsiteY84" fmla="*/ 25536 h 140926"/>
                <a:gd name="connsiteX85" fmla="*/ 170778 w 229405"/>
                <a:gd name="connsiteY85" fmla="*/ 28090 h 140926"/>
                <a:gd name="connsiteX86" fmla="*/ 168222 w 229405"/>
                <a:gd name="connsiteY86" fmla="*/ 34474 h 140926"/>
                <a:gd name="connsiteX87" fmla="*/ 155442 w 229405"/>
                <a:gd name="connsiteY87" fmla="*/ 39581 h 140926"/>
                <a:gd name="connsiteX88" fmla="*/ 158637 w 229405"/>
                <a:gd name="connsiteY88" fmla="*/ 47880 h 140926"/>
                <a:gd name="connsiteX89" fmla="*/ 166305 w 229405"/>
                <a:gd name="connsiteY89" fmla="*/ 45326 h 140926"/>
                <a:gd name="connsiteX90" fmla="*/ 172695 w 229405"/>
                <a:gd name="connsiteY90" fmla="*/ 47880 h 140926"/>
                <a:gd name="connsiteX91" fmla="*/ 170139 w 229405"/>
                <a:gd name="connsiteY91" fmla="*/ 54264 h 140926"/>
                <a:gd name="connsiteX92" fmla="*/ 162471 w 229405"/>
                <a:gd name="connsiteY92" fmla="*/ 56818 h 140926"/>
                <a:gd name="connsiteX93" fmla="*/ 165666 w 229405"/>
                <a:gd name="connsiteY93" fmla="*/ 65117 h 140926"/>
                <a:gd name="connsiteX94" fmla="*/ 178445 w 229405"/>
                <a:gd name="connsiteY94" fmla="*/ 60009 h 140926"/>
                <a:gd name="connsiteX95" fmla="*/ 184835 w 229405"/>
                <a:gd name="connsiteY95" fmla="*/ 62563 h 140926"/>
                <a:gd name="connsiteX96" fmla="*/ 181640 w 229405"/>
                <a:gd name="connsiteY96" fmla="*/ 70224 h 140926"/>
                <a:gd name="connsiteX97" fmla="*/ 204644 w 229405"/>
                <a:gd name="connsiteY97" fmla="*/ 61925 h 140926"/>
                <a:gd name="connsiteX98" fmla="*/ 194420 w 229405"/>
                <a:gd name="connsiteY98" fmla="*/ 65755 h 140926"/>
                <a:gd name="connsiteX99" fmla="*/ 192503 w 229405"/>
                <a:gd name="connsiteY99" fmla="*/ 65755 h 140926"/>
                <a:gd name="connsiteX100" fmla="*/ 188030 w 229405"/>
                <a:gd name="connsiteY100" fmla="*/ 62563 h 140926"/>
                <a:gd name="connsiteX101" fmla="*/ 174612 w 229405"/>
                <a:gd name="connsiteY101" fmla="*/ 27451 h 140926"/>
                <a:gd name="connsiteX102" fmla="*/ 174612 w 229405"/>
                <a:gd name="connsiteY102" fmla="*/ 23621 h 140926"/>
                <a:gd name="connsiteX103" fmla="*/ 177167 w 229405"/>
                <a:gd name="connsiteY103" fmla="*/ 21067 h 140926"/>
                <a:gd name="connsiteX104" fmla="*/ 187391 w 229405"/>
                <a:gd name="connsiteY104" fmla="*/ 17237 h 140926"/>
                <a:gd name="connsiteX105" fmla="*/ 202088 w 229405"/>
                <a:gd name="connsiteY105" fmla="*/ 19790 h 140926"/>
                <a:gd name="connsiteX106" fmla="*/ 212312 w 229405"/>
                <a:gd name="connsiteY106" fmla="*/ 33197 h 140926"/>
                <a:gd name="connsiteX107" fmla="*/ 204644 w 229405"/>
                <a:gd name="connsiteY107" fmla="*/ 61925 h 140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229405" h="140926">
                  <a:moveTo>
                    <a:pt x="207839" y="2554"/>
                  </a:moveTo>
                  <a:cubicBezTo>
                    <a:pt x="207200" y="1277"/>
                    <a:pt x="205922" y="0"/>
                    <a:pt x="204005" y="0"/>
                  </a:cubicBezTo>
                  <a:cubicBezTo>
                    <a:pt x="203366" y="0"/>
                    <a:pt x="203366" y="0"/>
                    <a:pt x="202727" y="0"/>
                  </a:cubicBezTo>
                  <a:lnTo>
                    <a:pt x="181001" y="8299"/>
                  </a:lnTo>
                  <a:cubicBezTo>
                    <a:pt x="179724" y="9576"/>
                    <a:pt x="177807" y="10214"/>
                    <a:pt x="176529" y="10214"/>
                  </a:cubicBezTo>
                  <a:cubicBezTo>
                    <a:pt x="176529" y="10214"/>
                    <a:pt x="176529" y="10214"/>
                    <a:pt x="175890" y="10214"/>
                  </a:cubicBezTo>
                  <a:lnTo>
                    <a:pt x="2722" y="75331"/>
                  </a:lnTo>
                  <a:cubicBezTo>
                    <a:pt x="805" y="75969"/>
                    <a:pt x="-473" y="78523"/>
                    <a:pt x="166" y="80438"/>
                  </a:cubicBezTo>
                  <a:lnTo>
                    <a:pt x="21892" y="138532"/>
                  </a:lnTo>
                  <a:cubicBezTo>
                    <a:pt x="22531" y="139809"/>
                    <a:pt x="23170" y="140448"/>
                    <a:pt x="23809" y="140448"/>
                  </a:cubicBezTo>
                  <a:cubicBezTo>
                    <a:pt x="24448" y="141086"/>
                    <a:pt x="25726" y="141086"/>
                    <a:pt x="27004" y="140448"/>
                  </a:cubicBezTo>
                  <a:lnTo>
                    <a:pt x="227009" y="65117"/>
                  </a:lnTo>
                  <a:cubicBezTo>
                    <a:pt x="228287" y="64478"/>
                    <a:pt x="228926" y="63840"/>
                    <a:pt x="228926" y="63201"/>
                  </a:cubicBezTo>
                  <a:cubicBezTo>
                    <a:pt x="229565" y="62563"/>
                    <a:pt x="229565" y="61286"/>
                    <a:pt x="228926" y="60009"/>
                  </a:cubicBezTo>
                  <a:lnTo>
                    <a:pt x="207839" y="2554"/>
                  </a:lnTo>
                  <a:close/>
                  <a:moveTo>
                    <a:pt x="44257" y="122572"/>
                  </a:moveTo>
                  <a:cubicBezTo>
                    <a:pt x="42340" y="123211"/>
                    <a:pt x="41062" y="123211"/>
                    <a:pt x="39145" y="123211"/>
                  </a:cubicBezTo>
                  <a:cubicBezTo>
                    <a:pt x="31477" y="123211"/>
                    <a:pt x="23170" y="116827"/>
                    <a:pt x="19336" y="106612"/>
                  </a:cubicBezTo>
                  <a:cubicBezTo>
                    <a:pt x="17419" y="100867"/>
                    <a:pt x="16780" y="95121"/>
                    <a:pt x="18058" y="90014"/>
                  </a:cubicBezTo>
                  <a:cubicBezTo>
                    <a:pt x="19336" y="84269"/>
                    <a:pt x="23170" y="80438"/>
                    <a:pt x="27643" y="78523"/>
                  </a:cubicBezTo>
                  <a:cubicBezTo>
                    <a:pt x="32755" y="76608"/>
                    <a:pt x="38506" y="77885"/>
                    <a:pt x="43618" y="81715"/>
                  </a:cubicBezTo>
                  <a:cubicBezTo>
                    <a:pt x="45535" y="83630"/>
                    <a:pt x="46174" y="86184"/>
                    <a:pt x="44257" y="88737"/>
                  </a:cubicBezTo>
                  <a:cubicBezTo>
                    <a:pt x="42340" y="90653"/>
                    <a:pt x="39784" y="91291"/>
                    <a:pt x="37228" y="89376"/>
                  </a:cubicBezTo>
                  <a:cubicBezTo>
                    <a:pt x="34672" y="87461"/>
                    <a:pt x="32755" y="86822"/>
                    <a:pt x="30838" y="87461"/>
                  </a:cubicBezTo>
                  <a:cubicBezTo>
                    <a:pt x="28282" y="88099"/>
                    <a:pt x="27643" y="90653"/>
                    <a:pt x="27004" y="92568"/>
                  </a:cubicBezTo>
                  <a:cubicBezTo>
                    <a:pt x="26365" y="95760"/>
                    <a:pt x="26365" y="99590"/>
                    <a:pt x="28282" y="103420"/>
                  </a:cubicBezTo>
                  <a:cubicBezTo>
                    <a:pt x="31477" y="111081"/>
                    <a:pt x="37228" y="114912"/>
                    <a:pt x="40423" y="113635"/>
                  </a:cubicBezTo>
                  <a:cubicBezTo>
                    <a:pt x="42340" y="112996"/>
                    <a:pt x="43618" y="110443"/>
                    <a:pt x="44257" y="107251"/>
                  </a:cubicBezTo>
                  <a:cubicBezTo>
                    <a:pt x="44896" y="104697"/>
                    <a:pt x="46813" y="102782"/>
                    <a:pt x="50008" y="103420"/>
                  </a:cubicBezTo>
                  <a:cubicBezTo>
                    <a:pt x="52564" y="104059"/>
                    <a:pt x="54481" y="105974"/>
                    <a:pt x="53842" y="109166"/>
                  </a:cubicBezTo>
                  <a:cubicBezTo>
                    <a:pt x="53203" y="115550"/>
                    <a:pt x="49369" y="120657"/>
                    <a:pt x="44257" y="122572"/>
                  </a:cubicBezTo>
                  <a:close/>
                  <a:moveTo>
                    <a:pt x="83874" y="107251"/>
                  </a:moveTo>
                  <a:lnTo>
                    <a:pt x="66622" y="113635"/>
                  </a:lnTo>
                  <a:cubicBezTo>
                    <a:pt x="65983" y="113635"/>
                    <a:pt x="65344" y="113635"/>
                    <a:pt x="64705" y="113635"/>
                  </a:cubicBezTo>
                  <a:cubicBezTo>
                    <a:pt x="62788" y="113635"/>
                    <a:pt x="60871" y="112358"/>
                    <a:pt x="60232" y="110443"/>
                  </a:cubicBezTo>
                  <a:lnTo>
                    <a:pt x="46813" y="75331"/>
                  </a:lnTo>
                  <a:cubicBezTo>
                    <a:pt x="46174" y="72777"/>
                    <a:pt x="46813" y="70224"/>
                    <a:pt x="49369" y="68947"/>
                  </a:cubicBezTo>
                  <a:cubicBezTo>
                    <a:pt x="51925" y="68309"/>
                    <a:pt x="54481" y="68947"/>
                    <a:pt x="55759" y="71501"/>
                  </a:cubicBezTo>
                  <a:lnTo>
                    <a:pt x="67261" y="102144"/>
                  </a:lnTo>
                  <a:lnTo>
                    <a:pt x="80040" y="97037"/>
                  </a:lnTo>
                  <a:cubicBezTo>
                    <a:pt x="82596" y="96398"/>
                    <a:pt x="85152" y="97037"/>
                    <a:pt x="86430" y="99590"/>
                  </a:cubicBezTo>
                  <a:cubicBezTo>
                    <a:pt x="87708" y="104059"/>
                    <a:pt x="86430" y="106612"/>
                    <a:pt x="83874" y="107251"/>
                  </a:cubicBezTo>
                  <a:close/>
                  <a:moveTo>
                    <a:pt x="104322" y="99590"/>
                  </a:moveTo>
                  <a:cubicBezTo>
                    <a:pt x="102405" y="100229"/>
                    <a:pt x="101127" y="100229"/>
                    <a:pt x="99210" y="100229"/>
                  </a:cubicBezTo>
                  <a:cubicBezTo>
                    <a:pt x="91542" y="100229"/>
                    <a:pt x="83235" y="93845"/>
                    <a:pt x="79401" y="83630"/>
                  </a:cubicBezTo>
                  <a:cubicBezTo>
                    <a:pt x="77485" y="77885"/>
                    <a:pt x="76845" y="72139"/>
                    <a:pt x="78123" y="67032"/>
                  </a:cubicBezTo>
                  <a:cubicBezTo>
                    <a:pt x="79401" y="61286"/>
                    <a:pt x="83235" y="57456"/>
                    <a:pt x="87708" y="55541"/>
                  </a:cubicBezTo>
                  <a:cubicBezTo>
                    <a:pt x="92181" y="53626"/>
                    <a:pt x="97932" y="54902"/>
                    <a:pt x="102405" y="58094"/>
                  </a:cubicBezTo>
                  <a:cubicBezTo>
                    <a:pt x="106878" y="61286"/>
                    <a:pt x="110073" y="65755"/>
                    <a:pt x="112629" y="71501"/>
                  </a:cubicBezTo>
                  <a:lnTo>
                    <a:pt x="112629" y="71501"/>
                  </a:lnTo>
                  <a:cubicBezTo>
                    <a:pt x="117102" y="83630"/>
                    <a:pt x="113907" y="96398"/>
                    <a:pt x="104322" y="99590"/>
                  </a:cubicBezTo>
                  <a:close/>
                  <a:moveTo>
                    <a:pt x="149052" y="77885"/>
                  </a:moveTo>
                  <a:cubicBezTo>
                    <a:pt x="147135" y="81715"/>
                    <a:pt x="144579" y="84269"/>
                    <a:pt x="140745" y="86184"/>
                  </a:cubicBezTo>
                  <a:cubicBezTo>
                    <a:pt x="138828" y="86822"/>
                    <a:pt x="136911" y="87461"/>
                    <a:pt x="135633" y="87461"/>
                  </a:cubicBezTo>
                  <a:cubicBezTo>
                    <a:pt x="133716" y="87461"/>
                    <a:pt x="131160" y="86822"/>
                    <a:pt x="129243" y="86184"/>
                  </a:cubicBezTo>
                  <a:cubicBezTo>
                    <a:pt x="125409" y="84269"/>
                    <a:pt x="122853" y="81715"/>
                    <a:pt x="120936" y="77885"/>
                  </a:cubicBezTo>
                  <a:cubicBezTo>
                    <a:pt x="120297" y="75331"/>
                    <a:pt x="120936" y="72777"/>
                    <a:pt x="123492" y="71501"/>
                  </a:cubicBezTo>
                  <a:cubicBezTo>
                    <a:pt x="126048" y="70862"/>
                    <a:pt x="128604" y="71501"/>
                    <a:pt x="129882" y="74054"/>
                  </a:cubicBezTo>
                  <a:cubicBezTo>
                    <a:pt x="130521" y="75331"/>
                    <a:pt x="131799" y="76608"/>
                    <a:pt x="133077" y="77246"/>
                  </a:cubicBezTo>
                  <a:cubicBezTo>
                    <a:pt x="134355" y="77885"/>
                    <a:pt x="136272" y="77885"/>
                    <a:pt x="137550" y="77246"/>
                  </a:cubicBezTo>
                  <a:cubicBezTo>
                    <a:pt x="138828" y="76608"/>
                    <a:pt x="140106" y="75331"/>
                    <a:pt x="140745" y="74054"/>
                  </a:cubicBezTo>
                  <a:cubicBezTo>
                    <a:pt x="141384" y="73416"/>
                    <a:pt x="141384" y="72777"/>
                    <a:pt x="141384" y="71501"/>
                  </a:cubicBezTo>
                  <a:lnTo>
                    <a:pt x="118380" y="64478"/>
                  </a:lnTo>
                  <a:cubicBezTo>
                    <a:pt x="117102" y="63840"/>
                    <a:pt x="115824" y="63201"/>
                    <a:pt x="115185" y="61286"/>
                  </a:cubicBezTo>
                  <a:cubicBezTo>
                    <a:pt x="113907" y="57456"/>
                    <a:pt x="113907" y="53626"/>
                    <a:pt x="115824" y="49795"/>
                  </a:cubicBezTo>
                  <a:cubicBezTo>
                    <a:pt x="117741" y="45965"/>
                    <a:pt x="120297" y="43411"/>
                    <a:pt x="124131" y="41496"/>
                  </a:cubicBezTo>
                  <a:cubicBezTo>
                    <a:pt x="127965" y="40219"/>
                    <a:pt x="131799" y="40219"/>
                    <a:pt x="135633" y="42134"/>
                  </a:cubicBezTo>
                  <a:cubicBezTo>
                    <a:pt x="139467" y="44050"/>
                    <a:pt x="142023" y="46603"/>
                    <a:pt x="143940" y="50434"/>
                  </a:cubicBezTo>
                  <a:cubicBezTo>
                    <a:pt x="144579" y="52987"/>
                    <a:pt x="143940" y="55541"/>
                    <a:pt x="141384" y="56818"/>
                  </a:cubicBezTo>
                  <a:cubicBezTo>
                    <a:pt x="138828" y="57456"/>
                    <a:pt x="136272" y="56818"/>
                    <a:pt x="134994" y="54264"/>
                  </a:cubicBezTo>
                  <a:cubicBezTo>
                    <a:pt x="134355" y="52987"/>
                    <a:pt x="133077" y="51710"/>
                    <a:pt x="131799" y="51072"/>
                  </a:cubicBezTo>
                  <a:cubicBezTo>
                    <a:pt x="130521" y="50434"/>
                    <a:pt x="128604" y="50434"/>
                    <a:pt x="127326" y="51072"/>
                  </a:cubicBezTo>
                  <a:cubicBezTo>
                    <a:pt x="126048" y="51710"/>
                    <a:pt x="124770" y="52987"/>
                    <a:pt x="124131" y="54264"/>
                  </a:cubicBezTo>
                  <a:cubicBezTo>
                    <a:pt x="123492" y="54902"/>
                    <a:pt x="123492" y="55541"/>
                    <a:pt x="123492" y="56818"/>
                  </a:cubicBezTo>
                  <a:lnTo>
                    <a:pt x="146496" y="63840"/>
                  </a:lnTo>
                  <a:cubicBezTo>
                    <a:pt x="147774" y="64478"/>
                    <a:pt x="149052" y="65117"/>
                    <a:pt x="149691" y="67032"/>
                  </a:cubicBezTo>
                  <a:cubicBezTo>
                    <a:pt x="150969" y="70224"/>
                    <a:pt x="150969" y="74054"/>
                    <a:pt x="149052" y="77885"/>
                  </a:cubicBezTo>
                  <a:close/>
                  <a:moveTo>
                    <a:pt x="181640" y="70224"/>
                  </a:moveTo>
                  <a:lnTo>
                    <a:pt x="164388" y="76608"/>
                  </a:lnTo>
                  <a:cubicBezTo>
                    <a:pt x="163749" y="76608"/>
                    <a:pt x="163110" y="76608"/>
                    <a:pt x="162471" y="76608"/>
                  </a:cubicBezTo>
                  <a:cubicBezTo>
                    <a:pt x="160554" y="76608"/>
                    <a:pt x="158637" y="75331"/>
                    <a:pt x="157998" y="73416"/>
                  </a:cubicBezTo>
                  <a:lnTo>
                    <a:pt x="144579" y="38304"/>
                  </a:lnTo>
                  <a:cubicBezTo>
                    <a:pt x="143940" y="37027"/>
                    <a:pt x="143940" y="35750"/>
                    <a:pt x="144579" y="34474"/>
                  </a:cubicBezTo>
                  <a:cubicBezTo>
                    <a:pt x="145218" y="33197"/>
                    <a:pt x="145857" y="32558"/>
                    <a:pt x="147135" y="31920"/>
                  </a:cubicBezTo>
                  <a:lnTo>
                    <a:pt x="164388" y="25536"/>
                  </a:lnTo>
                  <a:cubicBezTo>
                    <a:pt x="166944" y="24898"/>
                    <a:pt x="169500" y="25536"/>
                    <a:pt x="170778" y="28090"/>
                  </a:cubicBezTo>
                  <a:cubicBezTo>
                    <a:pt x="171417" y="30643"/>
                    <a:pt x="170778" y="33197"/>
                    <a:pt x="168222" y="34474"/>
                  </a:cubicBezTo>
                  <a:lnTo>
                    <a:pt x="155442" y="39581"/>
                  </a:lnTo>
                  <a:lnTo>
                    <a:pt x="158637" y="47880"/>
                  </a:lnTo>
                  <a:lnTo>
                    <a:pt x="166305" y="45326"/>
                  </a:lnTo>
                  <a:cubicBezTo>
                    <a:pt x="168861" y="44688"/>
                    <a:pt x="171417" y="45326"/>
                    <a:pt x="172695" y="47880"/>
                  </a:cubicBezTo>
                  <a:cubicBezTo>
                    <a:pt x="173334" y="50434"/>
                    <a:pt x="172695" y="52987"/>
                    <a:pt x="170139" y="54264"/>
                  </a:cubicBezTo>
                  <a:lnTo>
                    <a:pt x="162471" y="56818"/>
                  </a:lnTo>
                  <a:lnTo>
                    <a:pt x="165666" y="65117"/>
                  </a:lnTo>
                  <a:lnTo>
                    <a:pt x="178445" y="60009"/>
                  </a:lnTo>
                  <a:cubicBezTo>
                    <a:pt x="181001" y="59371"/>
                    <a:pt x="183557" y="60009"/>
                    <a:pt x="184835" y="62563"/>
                  </a:cubicBezTo>
                  <a:cubicBezTo>
                    <a:pt x="185474" y="67032"/>
                    <a:pt x="184196" y="69585"/>
                    <a:pt x="181640" y="70224"/>
                  </a:cubicBezTo>
                  <a:close/>
                  <a:moveTo>
                    <a:pt x="204644" y="61925"/>
                  </a:moveTo>
                  <a:lnTo>
                    <a:pt x="194420" y="65755"/>
                  </a:lnTo>
                  <a:cubicBezTo>
                    <a:pt x="193781" y="65755"/>
                    <a:pt x="193142" y="65755"/>
                    <a:pt x="192503" y="65755"/>
                  </a:cubicBezTo>
                  <a:cubicBezTo>
                    <a:pt x="190586" y="65755"/>
                    <a:pt x="188669" y="64478"/>
                    <a:pt x="188030" y="62563"/>
                  </a:cubicBezTo>
                  <a:lnTo>
                    <a:pt x="174612" y="27451"/>
                  </a:lnTo>
                  <a:cubicBezTo>
                    <a:pt x="173973" y="26174"/>
                    <a:pt x="173973" y="24898"/>
                    <a:pt x="174612" y="23621"/>
                  </a:cubicBezTo>
                  <a:cubicBezTo>
                    <a:pt x="175250" y="22344"/>
                    <a:pt x="175890" y="21706"/>
                    <a:pt x="177167" y="21067"/>
                  </a:cubicBezTo>
                  <a:lnTo>
                    <a:pt x="187391" y="17237"/>
                  </a:lnTo>
                  <a:cubicBezTo>
                    <a:pt x="191864" y="15322"/>
                    <a:pt x="197615" y="16598"/>
                    <a:pt x="202088" y="19790"/>
                  </a:cubicBezTo>
                  <a:cubicBezTo>
                    <a:pt x="206561" y="22982"/>
                    <a:pt x="209756" y="27451"/>
                    <a:pt x="212312" y="33197"/>
                  </a:cubicBezTo>
                  <a:cubicBezTo>
                    <a:pt x="217424" y="45965"/>
                    <a:pt x="214229" y="58094"/>
                    <a:pt x="204644" y="61925"/>
                  </a:cubicBezTo>
                  <a:close/>
                </a:path>
              </a:pathLst>
            </a:custGeom>
            <a:solidFill>
              <a:srgbClr val="26890D"/>
            </a:solidFill>
            <a:ln w="6390" cap="flat">
              <a:noFill/>
              <a:prstDash val="solid"/>
              <a:miter/>
            </a:ln>
          </p:spPr>
          <p:txBody>
            <a:bodyPr rtlCol="0" anchor="ctr"/>
            <a:lstStyle/>
            <a:p>
              <a:endParaRPr lang="en-US"/>
            </a:p>
          </p:txBody>
        </p:sp>
        <p:sp>
          <p:nvSpPr>
            <p:cNvPr id="1222" name="Graphic 1039">
              <a:extLst>
                <a:ext uri="{FF2B5EF4-FFF2-40B4-BE49-F238E27FC236}">
                  <a16:creationId xmlns:a16="http://schemas.microsoft.com/office/drawing/2014/main" id="{11FDDC66-4CAE-C041-914E-EBEA93359DD3}"/>
                </a:ext>
              </a:extLst>
            </p:cNvPr>
            <p:cNvSpPr/>
            <p:nvPr/>
          </p:nvSpPr>
          <p:spPr>
            <a:xfrm>
              <a:off x="905454"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307356 w 361670"/>
                <a:gd name="connsiteY5" fmla="*/ 195988 h 361333"/>
                <a:gd name="connsiteX6" fmla="*/ 297771 w 361670"/>
                <a:gd name="connsiteY6" fmla="*/ 204926 h 361333"/>
                <a:gd name="connsiteX7" fmla="*/ 97766 w 361670"/>
                <a:gd name="connsiteY7" fmla="*/ 280257 h 361333"/>
                <a:gd name="connsiteX8" fmla="*/ 92015 w 361670"/>
                <a:gd name="connsiteY8" fmla="*/ 281534 h 361333"/>
                <a:gd name="connsiteX9" fmla="*/ 84986 w 361670"/>
                <a:gd name="connsiteY9" fmla="*/ 280257 h 361333"/>
                <a:gd name="connsiteX10" fmla="*/ 76040 w 361670"/>
                <a:gd name="connsiteY10" fmla="*/ 270681 h 361333"/>
                <a:gd name="connsiteX11" fmla="*/ 54314 w 361670"/>
                <a:gd name="connsiteY11" fmla="*/ 212587 h 361333"/>
                <a:gd name="connsiteX12" fmla="*/ 63899 w 361670"/>
                <a:gd name="connsiteY12" fmla="*/ 190881 h 361333"/>
                <a:gd name="connsiteX13" fmla="*/ 86264 w 361670"/>
                <a:gd name="connsiteY13" fmla="*/ 182582 h 361333"/>
                <a:gd name="connsiteX14" fmla="*/ 139301 w 361670"/>
                <a:gd name="connsiteY14" fmla="*/ 102144 h 361333"/>
                <a:gd name="connsiteX15" fmla="*/ 140579 w 361670"/>
                <a:gd name="connsiteY15" fmla="*/ 90653 h 361333"/>
                <a:gd name="connsiteX16" fmla="*/ 151441 w 361670"/>
                <a:gd name="connsiteY16" fmla="*/ 80438 h 361333"/>
                <a:gd name="connsiteX17" fmla="*/ 175084 w 361670"/>
                <a:gd name="connsiteY17" fmla="*/ 89376 h 361333"/>
                <a:gd name="connsiteX18" fmla="*/ 240901 w 361670"/>
                <a:gd name="connsiteY18" fmla="*/ 123849 h 361333"/>
                <a:gd name="connsiteX19" fmla="*/ 263265 w 361670"/>
                <a:gd name="connsiteY19" fmla="*/ 115550 h 361333"/>
                <a:gd name="connsiteX20" fmla="*/ 284991 w 361670"/>
                <a:gd name="connsiteY20" fmla="*/ 125126 h 361333"/>
                <a:gd name="connsiteX21" fmla="*/ 306717 w 361670"/>
                <a:gd name="connsiteY21" fmla="*/ 183220 h 361333"/>
                <a:gd name="connsiteX22" fmla="*/ 307356 w 361670"/>
                <a:gd name="connsiteY22" fmla="*/ 19598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307356" y="195988"/>
                  </a:moveTo>
                  <a:cubicBezTo>
                    <a:pt x="305439" y="199819"/>
                    <a:pt x="302244" y="203011"/>
                    <a:pt x="297771" y="204926"/>
                  </a:cubicBezTo>
                  <a:lnTo>
                    <a:pt x="97766" y="280257"/>
                  </a:lnTo>
                  <a:cubicBezTo>
                    <a:pt x="95849" y="280895"/>
                    <a:pt x="93932" y="281534"/>
                    <a:pt x="92015" y="281534"/>
                  </a:cubicBezTo>
                  <a:cubicBezTo>
                    <a:pt x="89459" y="281534"/>
                    <a:pt x="87542" y="280895"/>
                    <a:pt x="84986" y="280257"/>
                  </a:cubicBezTo>
                  <a:cubicBezTo>
                    <a:pt x="81152" y="278342"/>
                    <a:pt x="77957" y="275150"/>
                    <a:pt x="76040" y="270681"/>
                  </a:cubicBezTo>
                  <a:lnTo>
                    <a:pt x="54314" y="212587"/>
                  </a:lnTo>
                  <a:cubicBezTo>
                    <a:pt x="51119" y="204287"/>
                    <a:pt x="55592" y="194073"/>
                    <a:pt x="63899" y="190881"/>
                  </a:cubicBezTo>
                  <a:lnTo>
                    <a:pt x="86264" y="182582"/>
                  </a:lnTo>
                  <a:lnTo>
                    <a:pt x="139301" y="102144"/>
                  </a:lnTo>
                  <a:cubicBezTo>
                    <a:pt x="138662" y="98313"/>
                    <a:pt x="139301" y="94483"/>
                    <a:pt x="140579" y="90653"/>
                  </a:cubicBezTo>
                  <a:cubicBezTo>
                    <a:pt x="142496" y="86184"/>
                    <a:pt x="146330" y="82353"/>
                    <a:pt x="151441" y="80438"/>
                  </a:cubicBezTo>
                  <a:cubicBezTo>
                    <a:pt x="160387" y="77246"/>
                    <a:pt x="170611" y="81077"/>
                    <a:pt x="175084" y="89376"/>
                  </a:cubicBezTo>
                  <a:lnTo>
                    <a:pt x="240901" y="123849"/>
                  </a:lnTo>
                  <a:lnTo>
                    <a:pt x="263265" y="115550"/>
                  </a:lnTo>
                  <a:cubicBezTo>
                    <a:pt x="271572" y="112358"/>
                    <a:pt x="281796" y="116827"/>
                    <a:pt x="284991" y="125126"/>
                  </a:cubicBezTo>
                  <a:lnTo>
                    <a:pt x="306717" y="183220"/>
                  </a:lnTo>
                  <a:cubicBezTo>
                    <a:pt x="309273" y="187689"/>
                    <a:pt x="308634" y="192158"/>
                    <a:pt x="307356" y="195988"/>
                  </a:cubicBezTo>
                  <a:close/>
                </a:path>
              </a:pathLst>
            </a:custGeom>
            <a:solidFill>
              <a:srgbClr val="26890D"/>
            </a:solidFill>
            <a:ln w="6390" cap="flat">
              <a:noFill/>
              <a:prstDash val="solid"/>
              <a:miter/>
            </a:ln>
          </p:spPr>
          <p:txBody>
            <a:bodyPr rtlCol="0" anchor="ctr"/>
            <a:lstStyle/>
            <a:p>
              <a:endParaRPr lang="en-US"/>
            </a:p>
          </p:txBody>
        </p:sp>
      </p:grpSp>
      <p:grpSp>
        <p:nvGrpSpPr>
          <p:cNvPr id="1223" name="Graphic 1039">
            <a:extLst>
              <a:ext uri="{FF2B5EF4-FFF2-40B4-BE49-F238E27FC236}">
                <a16:creationId xmlns:a16="http://schemas.microsoft.com/office/drawing/2014/main" id="{88492A67-18F0-664D-91BE-2E4D66EA16C9}"/>
              </a:ext>
            </a:extLst>
          </p:cNvPr>
          <p:cNvGrpSpPr/>
          <p:nvPr/>
        </p:nvGrpSpPr>
        <p:grpSpPr>
          <a:xfrm>
            <a:off x="905454" y="1402085"/>
            <a:ext cx="361670" cy="361333"/>
            <a:chOff x="905454" y="1402085"/>
            <a:chExt cx="361670" cy="361333"/>
          </a:xfrm>
          <a:solidFill>
            <a:srgbClr val="26890D"/>
          </a:solidFill>
        </p:grpSpPr>
        <p:sp>
          <p:nvSpPr>
            <p:cNvPr id="1224" name="Graphic 1039">
              <a:extLst>
                <a:ext uri="{FF2B5EF4-FFF2-40B4-BE49-F238E27FC236}">
                  <a16:creationId xmlns:a16="http://schemas.microsoft.com/office/drawing/2014/main" id="{5F6579B1-C555-0946-8CC1-3358099231D8}"/>
                </a:ext>
              </a:extLst>
            </p:cNvPr>
            <p:cNvSpPr/>
            <p:nvPr/>
          </p:nvSpPr>
          <p:spPr>
            <a:xfrm>
              <a:off x="1008971" y="1508059"/>
              <a:ext cx="125881" cy="73415"/>
            </a:xfrm>
            <a:custGeom>
              <a:avLst/>
              <a:gdLst>
                <a:gd name="connsiteX0" fmla="*/ 73484 w 125881"/>
                <a:gd name="connsiteY0" fmla="*/ 0 h 73415"/>
                <a:gd name="connsiteX1" fmla="*/ 61343 w 125881"/>
                <a:gd name="connsiteY1" fmla="*/ 12768 h 73415"/>
                <a:gd name="connsiteX2" fmla="*/ 54314 w 125881"/>
                <a:gd name="connsiteY2" fmla="*/ 14045 h 73415"/>
                <a:gd name="connsiteX3" fmla="*/ 46008 w 125881"/>
                <a:gd name="connsiteY3" fmla="*/ 12130 h 73415"/>
                <a:gd name="connsiteX4" fmla="*/ 42174 w 125881"/>
                <a:gd name="connsiteY4" fmla="*/ 9576 h 73415"/>
                <a:gd name="connsiteX5" fmla="*/ 0 w 125881"/>
                <a:gd name="connsiteY5" fmla="*/ 73416 h 73415"/>
                <a:gd name="connsiteX6" fmla="*/ 125882 w 125881"/>
                <a:gd name="connsiteY6" fmla="*/ 26813 h 73415"/>
                <a:gd name="connsiteX7" fmla="*/ 73484 w 125881"/>
                <a:gd name="connsiteY7" fmla="*/ 0 h 7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881" h="73415">
                  <a:moveTo>
                    <a:pt x="73484" y="0"/>
                  </a:moveTo>
                  <a:cubicBezTo>
                    <a:pt x="71567" y="5746"/>
                    <a:pt x="67733" y="10853"/>
                    <a:pt x="61343" y="12768"/>
                  </a:cubicBezTo>
                  <a:cubicBezTo>
                    <a:pt x="58788" y="13406"/>
                    <a:pt x="56871" y="14045"/>
                    <a:pt x="54314" y="14045"/>
                  </a:cubicBezTo>
                  <a:cubicBezTo>
                    <a:pt x="51759" y="14045"/>
                    <a:pt x="48564" y="13406"/>
                    <a:pt x="46008" y="12130"/>
                  </a:cubicBezTo>
                  <a:cubicBezTo>
                    <a:pt x="44730" y="11491"/>
                    <a:pt x="43452" y="10853"/>
                    <a:pt x="42174" y="9576"/>
                  </a:cubicBezTo>
                  <a:lnTo>
                    <a:pt x="0" y="73416"/>
                  </a:lnTo>
                  <a:lnTo>
                    <a:pt x="125882" y="26813"/>
                  </a:lnTo>
                  <a:lnTo>
                    <a:pt x="73484" y="0"/>
                  </a:lnTo>
                  <a:close/>
                </a:path>
              </a:pathLst>
            </a:custGeom>
            <a:solidFill>
              <a:srgbClr val="26890D"/>
            </a:solidFill>
            <a:ln w="6390" cap="flat">
              <a:noFill/>
              <a:prstDash val="solid"/>
              <a:miter/>
            </a:ln>
          </p:spPr>
          <p:txBody>
            <a:bodyPr rtlCol="0" anchor="ctr"/>
            <a:lstStyle/>
            <a:p>
              <a:endParaRPr lang="en-US"/>
            </a:p>
          </p:txBody>
        </p:sp>
        <p:sp>
          <p:nvSpPr>
            <p:cNvPr id="1225" name="Graphic 1039">
              <a:extLst>
                <a:ext uri="{FF2B5EF4-FFF2-40B4-BE49-F238E27FC236}">
                  <a16:creationId xmlns:a16="http://schemas.microsoft.com/office/drawing/2014/main" id="{2B5449FF-033B-D149-8380-A504C407AC5A}"/>
                </a:ext>
              </a:extLst>
            </p:cNvPr>
            <p:cNvSpPr/>
            <p:nvPr/>
          </p:nvSpPr>
          <p:spPr>
            <a:xfrm>
              <a:off x="986440" y="1539979"/>
              <a:ext cx="199698" cy="131155"/>
            </a:xfrm>
            <a:custGeom>
              <a:avLst/>
              <a:gdLst>
                <a:gd name="connsiteX0" fmla="*/ 176529 w 199698"/>
                <a:gd name="connsiteY0" fmla="*/ 2554 h 131155"/>
                <a:gd name="connsiteX1" fmla="*/ 172695 w 199698"/>
                <a:gd name="connsiteY1" fmla="*/ 0 h 131155"/>
                <a:gd name="connsiteX2" fmla="*/ 171417 w 199698"/>
                <a:gd name="connsiteY2" fmla="*/ 0 h 131155"/>
                <a:gd name="connsiteX3" fmla="*/ 2722 w 199698"/>
                <a:gd name="connsiteY3" fmla="*/ 62563 h 131155"/>
                <a:gd name="connsiteX4" fmla="*/ 166 w 199698"/>
                <a:gd name="connsiteY4" fmla="*/ 67670 h 131155"/>
                <a:gd name="connsiteX5" fmla="*/ 23170 w 199698"/>
                <a:gd name="connsiteY5" fmla="*/ 128956 h 131155"/>
                <a:gd name="connsiteX6" fmla="*/ 25087 w 199698"/>
                <a:gd name="connsiteY6" fmla="*/ 130872 h 131155"/>
                <a:gd name="connsiteX7" fmla="*/ 28282 w 199698"/>
                <a:gd name="connsiteY7" fmla="*/ 130872 h 131155"/>
                <a:gd name="connsiteX8" fmla="*/ 196976 w 199698"/>
                <a:gd name="connsiteY8" fmla="*/ 68309 h 131155"/>
                <a:gd name="connsiteX9" fmla="*/ 199532 w 199698"/>
                <a:gd name="connsiteY9" fmla="*/ 63201 h 131155"/>
                <a:gd name="connsiteX10" fmla="*/ 176529 w 199698"/>
                <a:gd name="connsiteY10" fmla="*/ 2554 h 131155"/>
                <a:gd name="connsiteX11" fmla="*/ 69817 w 199698"/>
                <a:gd name="connsiteY11" fmla="*/ 97675 h 131155"/>
                <a:gd name="connsiteX12" fmla="*/ 48730 w 199698"/>
                <a:gd name="connsiteY12" fmla="*/ 105336 h 131155"/>
                <a:gd name="connsiteX13" fmla="*/ 47452 w 199698"/>
                <a:gd name="connsiteY13" fmla="*/ 105336 h 131155"/>
                <a:gd name="connsiteX14" fmla="*/ 42979 w 199698"/>
                <a:gd name="connsiteY14" fmla="*/ 103420 h 131155"/>
                <a:gd name="connsiteX15" fmla="*/ 42979 w 199698"/>
                <a:gd name="connsiteY15" fmla="*/ 97037 h 131155"/>
                <a:gd name="connsiteX16" fmla="*/ 52564 w 199698"/>
                <a:gd name="connsiteY16" fmla="*/ 75969 h 131155"/>
                <a:gd name="connsiteX17" fmla="*/ 50647 w 199698"/>
                <a:gd name="connsiteY17" fmla="*/ 74693 h 131155"/>
                <a:gd name="connsiteX18" fmla="*/ 48091 w 199698"/>
                <a:gd name="connsiteY18" fmla="*/ 74693 h 131155"/>
                <a:gd name="connsiteX19" fmla="*/ 46174 w 199698"/>
                <a:gd name="connsiteY19" fmla="*/ 76608 h 131155"/>
                <a:gd name="connsiteX20" fmla="*/ 46174 w 199698"/>
                <a:gd name="connsiteY20" fmla="*/ 79161 h 131155"/>
                <a:gd name="connsiteX21" fmla="*/ 43618 w 199698"/>
                <a:gd name="connsiteY21" fmla="*/ 85545 h 131155"/>
                <a:gd name="connsiteX22" fmla="*/ 37228 w 199698"/>
                <a:gd name="connsiteY22" fmla="*/ 82992 h 131155"/>
                <a:gd name="connsiteX23" fmla="*/ 37867 w 199698"/>
                <a:gd name="connsiteY23" fmla="*/ 72777 h 131155"/>
                <a:gd name="connsiteX24" fmla="*/ 44896 w 199698"/>
                <a:gd name="connsiteY24" fmla="*/ 65755 h 131155"/>
                <a:gd name="connsiteX25" fmla="*/ 55120 w 199698"/>
                <a:gd name="connsiteY25" fmla="*/ 66393 h 131155"/>
                <a:gd name="connsiteX26" fmla="*/ 62149 w 199698"/>
                <a:gd name="connsiteY26" fmla="*/ 73416 h 131155"/>
                <a:gd name="connsiteX27" fmla="*/ 57676 w 199698"/>
                <a:gd name="connsiteY27" fmla="*/ 92568 h 131155"/>
                <a:gd name="connsiteX28" fmla="*/ 67261 w 199698"/>
                <a:gd name="connsiteY28" fmla="*/ 88737 h 131155"/>
                <a:gd name="connsiteX29" fmla="*/ 73650 w 199698"/>
                <a:gd name="connsiteY29" fmla="*/ 91291 h 131155"/>
                <a:gd name="connsiteX30" fmla="*/ 69817 w 199698"/>
                <a:gd name="connsiteY30" fmla="*/ 97675 h 131155"/>
                <a:gd name="connsiteX31" fmla="*/ 106239 w 199698"/>
                <a:gd name="connsiteY31" fmla="*/ 75969 h 131155"/>
                <a:gd name="connsiteX32" fmla="*/ 100488 w 199698"/>
                <a:gd name="connsiteY32" fmla="*/ 77885 h 131155"/>
                <a:gd name="connsiteX33" fmla="*/ 101766 w 199698"/>
                <a:gd name="connsiteY33" fmla="*/ 81077 h 131155"/>
                <a:gd name="connsiteX34" fmla="*/ 99210 w 199698"/>
                <a:gd name="connsiteY34" fmla="*/ 87461 h 131155"/>
                <a:gd name="connsiteX35" fmla="*/ 97293 w 199698"/>
                <a:gd name="connsiteY35" fmla="*/ 87461 h 131155"/>
                <a:gd name="connsiteX36" fmla="*/ 92820 w 199698"/>
                <a:gd name="connsiteY36" fmla="*/ 84269 h 131155"/>
                <a:gd name="connsiteX37" fmla="*/ 91542 w 199698"/>
                <a:gd name="connsiteY37" fmla="*/ 81077 h 131155"/>
                <a:gd name="connsiteX38" fmla="*/ 78124 w 199698"/>
                <a:gd name="connsiteY38" fmla="*/ 86184 h 131155"/>
                <a:gd name="connsiteX39" fmla="*/ 73012 w 199698"/>
                <a:gd name="connsiteY39" fmla="*/ 84907 h 131155"/>
                <a:gd name="connsiteX40" fmla="*/ 71734 w 199698"/>
                <a:gd name="connsiteY40" fmla="*/ 79800 h 131155"/>
                <a:gd name="connsiteX41" fmla="*/ 81318 w 199698"/>
                <a:gd name="connsiteY41" fmla="*/ 49795 h 131155"/>
                <a:gd name="connsiteX42" fmla="*/ 85791 w 199698"/>
                <a:gd name="connsiteY42" fmla="*/ 46603 h 131155"/>
                <a:gd name="connsiteX43" fmla="*/ 90264 w 199698"/>
                <a:gd name="connsiteY43" fmla="*/ 49795 h 131155"/>
                <a:gd name="connsiteX44" fmla="*/ 97293 w 199698"/>
                <a:gd name="connsiteY44" fmla="*/ 68309 h 131155"/>
                <a:gd name="connsiteX45" fmla="*/ 103044 w 199698"/>
                <a:gd name="connsiteY45" fmla="*/ 66393 h 131155"/>
                <a:gd name="connsiteX46" fmla="*/ 109434 w 199698"/>
                <a:gd name="connsiteY46" fmla="*/ 68947 h 131155"/>
                <a:gd name="connsiteX47" fmla="*/ 106239 w 199698"/>
                <a:gd name="connsiteY47" fmla="*/ 75969 h 131155"/>
                <a:gd name="connsiteX48" fmla="*/ 128604 w 199698"/>
                <a:gd name="connsiteY48" fmla="*/ 81715 h 131155"/>
                <a:gd name="connsiteX49" fmla="*/ 124131 w 199698"/>
                <a:gd name="connsiteY49" fmla="*/ 86184 h 131155"/>
                <a:gd name="connsiteX50" fmla="*/ 124131 w 199698"/>
                <a:gd name="connsiteY50" fmla="*/ 86184 h 131155"/>
                <a:gd name="connsiteX51" fmla="*/ 119658 w 199698"/>
                <a:gd name="connsiteY51" fmla="*/ 81077 h 131155"/>
                <a:gd name="connsiteX52" fmla="*/ 121575 w 199698"/>
                <a:gd name="connsiteY52" fmla="*/ 30643 h 131155"/>
                <a:gd name="connsiteX53" fmla="*/ 126687 w 199698"/>
                <a:gd name="connsiteY53" fmla="*/ 26174 h 131155"/>
                <a:gd name="connsiteX54" fmla="*/ 131160 w 199698"/>
                <a:gd name="connsiteY54" fmla="*/ 31281 h 131155"/>
                <a:gd name="connsiteX55" fmla="*/ 128604 w 199698"/>
                <a:gd name="connsiteY55" fmla="*/ 81715 h 131155"/>
                <a:gd name="connsiteX56" fmla="*/ 166305 w 199698"/>
                <a:gd name="connsiteY56" fmla="*/ 63840 h 131155"/>
                <a:gd name="connsiteX57" fmla="*/ 161832 w 199698"/>
                <a:gd name="connsiteY57" fmla="*/ 68309 h 131155"/>
                <a:gd name="connsiteX58" fmla="*/ 161832 w 199698"/>
                <a:gd name="connsiteY58" fmla="*/ 68309 h 131155"/>
                <a:gd name="connsiteX59" fmla="*/ 157359 w 199698"/>
                <a:gd name="connsiteY59" fmla="*/ 63201 h 131155"/>
                <a:gd name="connsiteX60" fmla="*/ 158637 w 199698"/>
                <a:gd name="connsiteY60" fmla="*/ 30005 h 131155"/>
                <a:gd name="connsiteX61" fmla="*/ 145857 w 199698"/>
                <a:gd name="connsiteY61" fmla="*/ 34473 h 131155"/>
                <a:gd name="connsiteX62" fmla="*/ 139467 w 199698"/>
                <a:gd name="connsiteY62" fmla="*/ 31920 h 131155"/>
                <a:gd name="connsiteX63" fmla="*/ 142023 w 199698"/>
                <a:gd name="connsiteY63" fmla="*/ 25536 h 131155"/>
                <a:gd name="connsiteX64" fmla="*/ 161832 w 199698"/>
                <a:gd name="connsiteY64" fmla="*/ 18514 h 131155"/>
                <a:gd name="connsiteX65" fmla="*/ 166305 w 199698"/>
                <a:gd name="connsiteY65" fmla="*/ 19152 h 131155"/>
                <a:gd name="connsiteX66" fmla="*/ 168222 w 199698"/>
                <a:gd name="connsiteY66" fmla="*/ 22982 h 131155"/>
                <a:gd name="connsiteX67" fmla="*/ 166305 w 199698"/>
                <a:gd name="connsiteY67" fmla="*/ 63840 h 13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99698" h="131155">
                  <a:moveTo>
                    <a:pt x="176529" y="2554"/>
                  </a:moveTo>
                  <a:cubicBezTo>
                    <a:pt x="175889" y="1277"/>
                    <a:pt x="174612" y="0"/>
                    <a:pt x="172695" y="0"/>
                  </a:cubicBezTo>
                  <a:cubicBezTo>
                    <a:pt x="172056" y="0"/>
                    <a:pt x="172056" y="0"/>
                    <a:pt x="171417" y="0"/>
                  </a:cubicBezTo>
                  <a:lnTo>
                    <a:pt x="2722" y="62563"/>
                  </a:lnTo>
                  <a:cubicBezTo>
                    <a:pt x="805" y="63201"/>
                    <a:pt x="-473" y="65755"/>
                    <a:pt x="166" y="67670"/>
                  </a:cubicBezTo>
                  <a:lnTo>
                    <a:pt x="23170" y="128956"/>
                  </a:lnTo>
                  <a:cubicBezTo>
                    <a:pt x="23809" y="130233"/>
                    <a:pt x="24448" y="130872"/>
                    <a:pt x="25087" y="130872"/>
                  </a:cubicBezTo>
                  <a:cubicBezTo>
                    <a:pt x="25726" y="130872"/>
                    <a:pt x="27004" y="131510"/>
                    <a:pt x="28282" y="130872"/>
                  </a:cubicBezTo>
                  <a:lnTo>
                    <a:pt x="196976" y="68309"/>
                  </a:lnTo>
                  <a:cubicBezTo>
                    <a:pt x="198893" y="67670"/>
                    <a:pt x="200171" y="65117"/>
                    <a:pt x="199532" y="63201"/>
                  </a:cubicBezTo>
                  <a:lnTo>
                    <a:pt x="176529" y="2554"/>
                  </a:lnTo>
                  <a:close/>
                  <a:moveTo>
                    <a:pt x="69817" y="97675"/>
                  </a:moveTo>
                  <a:lnTo>
                    <a:pt x="48730" y="105336"/>
                  </a:lnTo>
                  <a:cubicBezTo>
                    <a:pt x="48091" y="105336"/>
                    <a:pt x="47452" y="105336"/>
                    <a:pt x="47452" y="105336"/>
                  </a:cubicBezTo>
                  <a:cubicBezTo>
                    <a:pt x="45535" y="105336"/>
                    <a:pt x="43618" y="104697"/>
                    <a:pt x="42979" y="103420"/>
                  </a:cubicBezTo>
                  <a:cubicBezTo>
                    <a:pt x="41701" y="101505"/>
                    <a:pt x="41701" y="98952"/>
                    <a:pt x="42979" y="97037"/>
                  </a:cubicBezTo>
                  <a:cubicBezTo>
                    <a:pt x="47452" y="91929"/>
                    <a:pt x="52564" y="79161"/>
                    <a:pt x="52564" y="75969"/>
                  </a:cubicBezTo>
                  <a:cubicBezTo>
                    <a:pt x="52564" y="75331"/>
                    <a:pt x="51925" y="74693"/>
                    <a:pt x="50647" y="74693"/>
                  </a:cubicBezTo>
                  <a:cubicBezTo>
                    <a:pt x="50008" y="74054"/>
                    <a:pt x="48730" y="74054"/>
                    <a:pt x="48091" y="74693"/>
                  </a:cubicBezTo>
                  <a:cubicBezTo>
                    <a:pt x="47452" y="75331"/>
                    <a:pt x="46813" y="75969"/>
                    <a:pt x="46174" y="76608"/>
                  </a:cubicBezTo>
                  <a:cubicBezTo>
                    <a:pt x="45535" y="77246"/>
                    <a:pt x="45535" y="78523"/>
                    <a:pt x="46174" y="79161"/>
                  </a:cubicBezTo>
                  <a:cubicBezTo>
                    <a:pt x="46813" y="81715"/>
                    <a:pt x="45535" y="84269"/>
                    <a:pt x="43618" y="85545"/>
                  </a:cubicBezTo>
                  <a:cubicBezTo>
                    <a:pt x="41062" y="86184"/>
                    <a:pt x="38506" y="84907"/>
                    <a:pt x="37228" y="82992"/>
                  </a:cubicBezTo>
                  <a:cubicBezTo>
                    <a:pt x="35950" y="79800"/>
                    <a:pt x="35950" y="75969"/>
                    <a:pt x="37867" y="72777"/>
                  </a:cubicBezTo>
                  <a:cubicBezTo>
                    <a:pt x="39145" y="69585"/>
                    <a:pt x="41701" y="67032"/>
                    <a:pt x="44896" y="65755"/>
                  </a:cubicBezTo>
                  <a:cubicBezTo>
                    <a:pt x="48091" y="64478"/>
                    <a:pt x="51925" y="64478"/>
                    <a:pt x="55120" y="66393"/>
                  </a:cubicBezTo>
                  <a:cubicBezTo>
                    <a:pt x="58315" y="67670"/>
                    <a:pt x="60871" y="70224"/>
                    <a:pt x="62149" y="73416"/>
                  </a:cubicBezTo>
                  <a:cubicBezTo>
                    <a:pt x="63427" y="77246"/>
                    <a:pt x="60871" y="85545"/>
                    <a:pt x="57676" y="92568"/>
                  </a:cubicBezTo>
                  <a:lnTo>
                    <a:pt x="67261" y="88737"/>
                  </a:lnTo>
                  <a:cubicBezTo>
                    <a:pt x="69817" y="88099"/>
                    <a:pt x="72373" y="89376"/>
                    <a:pt x="73650" y="91291"/>
                  </a:cubicBezTo>
                  <a:cubicBezTo>
                    <a:pt x="73012" y="93845"/>
                    <a:pt x="71734" y="97037"/>
                    <a:pt x="69817" y="97675"/>
                  </a:cubicBezTo>
                  <a:close/>
                  <a:moveTo>
                    <a:pt x="106239" y="75969"/>
                  </a:moveTo>
                  <a:lnTo>
                    <a:pt x="100488" y="77885"/>
                  </a:lnTo>
                  <a:lnTo>
                    <a:pt x="101766" y="81077"/>
                  </a:lnTo>
                  <a:cubicBezTo>
                    <a:pt x="102405" y="83630"/>
                    <a:pt x="101127" y="86184"/>
                    <a:pt x="99210" y="87461"/>
                  </a:cubicBezTo>
                  <a:cubicBezTo>
                    <a:pt x="98571" y="87461"/>
                    <a:pt x="97932" y="87461"/>
                    <a:pt x="97293" y="87461"/>
                  </a:cubicBezTo>
                  <a:cubicBezTo>
                    <a:pt x="95376" y="87461"/>
                    <a:pt x="93459" y="86184"/>
                    <a:pt x="92820" y="84269"/>
                  </a:cubicBezTo>
                  <a:lnTo>
                    <a:pt x="91542" y="81077"/>
                  </a:lnTo>
                  <a:lnTo>
                    <a:pt x="78124" y="86184"/>
                  </a:lnTo>
                  <a:cubicBezTo>
                    <a:pt x="76207" y="86822"/>
                    <a:pt x="74290" y="86184"/>
                    <a:pt x="73012" y="84907"/>
                  </a:cubicBezTo>
                  <a:cubicBezTo>
                    <a:pt x="71734" y="83630"/>
                    <a:pt x="71095" y="81715"/>
                    <a:pt x="71734" y="79800"/>
                  </a:cubicBezTo>
                  <a:lnTo>
                    <a:pt x="81318" y="49795"/>
                  </a:lnTo>
                  <a:cubicBezTo>
                    <a:pt x="81957" y="47880"/>
                    <a:pt x="83874" y="46603"/>
                    <a:pt x="85791" y="46603"/>
                  </a:cubicBezTo>
                  <a:cubicBezTo>
                    <a:pt x="87708" y="46603"/>
                    <a:pt x="89625" y="47880"/>
                    <a:pt x="90264" y="49795"/>
                  </a:cubicBezTo>
                  <a:lnTo>
                    <a:pt x="97293" y="68309"/>
                  </a:lnTo>
                  <a:lnTo>
                    <a:pt x="103044" y="66393"/>
                  </a:lnTo>
                  <a:cubicBezTo>
                    <a:pt x="105600" y="65755"/>
                    <a:pt x="108156" y="67032"/>
                    <a:pt x="109434" y="68947"/>
                  </a:cubicBezTo>
                  <a:cubicBezTo>
                    <a:pt x="110073" y="72139"/>
                    <a:pt x="108795" y="74693"/>
                    <a:pt x="106239" y="75969"/>
                  </a:cubicBezTo>
                  <a:close/>
                  <a:moveTo>
                    <a:pt x="128604" y="81715"/>
                  </a:moveTo>
                  <a:cubicBezTo>
                    <a:pt x="128604" y="84269"/>
                    <a:pt x="126687" y="86184"/>
                    <a:pt x="124131" y="86184"/>
                  </a:cubicBezTo>
                  <a:cubicBezTo>
                    <a:pt x="124131" y="86184"/>
                    <a:pt x="124131" y="86184"/>
                    <a:pt x="124131" y="86184"/>
                  </a:cubicBezTo>
                  <a:cubicBezTo>
                    <a:pt x="121575" y="86184"/>
                    <a:pt x="119658" y="83630"/>
                    <a:pt x="119658" y="81077"/>
                  </a:cubicBezTo>
                  <a:lnTo>
                    <a:pt x="121575" y="30643"/>
                  </a:lnTo>
                  <a:cubicBezTo>
                    <a:pt x="121575" y="28089"/>
                    <a:pt x="124131" y="26174"/>
                    <a:pt x="126687" y="26174"/>
                  </a:cubicBezTo>
                  <a:cubicBezTo>
                    <a:pt x="129243" y="26174"/>
                    <a:pt x="131160" y="28728"/>
                    <a:pt x="131160" y="31281"/>
                  </a:cubicBezTo>
                  <a:lnTo>
                    <a:pt x="128604" y="81715"/>
                  </a:lnTo>
                  <a:close/>
                  <a:moveTo>
                    <a:pt x="166305" y="63840"/>
                  </a:moveTo>
                  <a:cubicBezTo>
                    <a:pt x="166305" y="66393"/>
                    <a:pt x="163749" y="68309"/>
                    <a:pt x="161832" y="68309"/>
                  </a:cubicBezTo>
                  <a:cubicBezTo>
                    <a:pt x="161832" y="68309"/>
                    <a:pt x="161832" y="68309"/>
                    <a:pt x="161832" y="68309"/>
                  </a:cubicBezTo>
                  <a:cubicBezTo>
                    <a:pt x="159276" y="68309"/>
                    <a:pt x="157359" y="65755"/>
                    <a:pt x="157359" y="63201"/>
                  </a:cubicBezTo>
                  <a:lnTo>
                    <a:pt x="158637" y="30005"/>
                  </a:lnTo>
                  <a:lnTo>
                    <a:pt x="145857" y="34473"/>
                  </a:lnTo>
                  <a:cubicBezTo>
                    <a:pt x="143301" y="35112"/>
                    <a:pt x="140745" y="33835"/>
                    <a:pt x="139467" y="31920"/>
                  </a:cubicBezTo>
                  <a:cubicBezTo>
                    <a:pt x="138828" y="29366"/>
                    <a:pt x="140106" y="26813"/>
                    <a:pt x="142023" y="25536"/>
                  </a:cubicBezTo>
                  <a:lnTo>
                    <a:pt x="161832" y="18514"/>
                  </a:lnTo>
                  <a:cubicBezTo>
                    <a:pt x="163110" y="17875"/>
                    <a:pt x="165027" y="17875"/>
                    <a:pt x="166305" y="19152"/>
                  </a:cubicBezTo>
                  <a:cubicBezTo>
                    <a:pt x="167583" y="20429"/>
                    <a:pt x="168222" y="21706"/>
                    <a:pt x="168222" y="22982"/>
                  </a:cubicBezTo>
                  <a:lnTo>
                    <a:pt x="166305" y="63840"/>
                  </a:lnTo>
                  <a:close/>
                </a:path>
              </a:pathLst>
            </a:custGeom>
            <a:solidFill>
              <a:srgbClr val="26890D"/>
            </a:solidFill>
            <a:ln w="6390" cap="flat">
              <a:noFill/>
              <a:prstDash val="solid"/>
              <a:miter/>
            </a:ln>
          </p:spPr>
          <p:txBody>
            <a:bodyPr rtlCol="0" anchor="ctr"/>
            <a:lstStyle/>
            <a:p>
              <a:endParaRPr lang="en-US"/>
            </a:p>
          </p:txBody>
        </p:sp>
        <p:sp>
          <p:nvSpPr>
            <p:cNvPr id="1226" name="Graphic 1039">
              <a:extLst>
                <a:ext uri="{FF2B5EF4-FFF2-40B4-BE49-F238E27FC236}">
                  <a16:creationId xmlns:a16="http://schemas.microsoft.com/office/drawing/2014/main" id="{753E38C3-8636-F649-97C4-27E32F20D21D}"/>
                </a:ext>
              </a:extLst>
            </p:cNvPr>
            <p:cNvSpPr/>
            <p:nvPr/>
          </p:nvSpPr>
          <p:spPr>
            <a:xfrm>
              <a:off x="1069675" y="1607010"/>
              <a:ext cx="4473" cy="7022"/>
            </a:xfrm>
            <a:custGeom>
              <a:avLst/>
              <a:gdLst>
                <a:gd name="connsiteX0" fmla="*/ 0 w 4473"/>
                <a:gd name="connsiteY0" fmla="*/ 7022 h 7022"/>
                <a:gd name="connsiteX1" fmla="*/ 4473 w 4473"/>
                <a:gd name="connsiteY1" fmla="*/ 5107 h 7022"/>
                <a:gd name="connsiteX2" fmla="*/ 2556 w 4473"/>
                <a:gd name="connsiteY2" fmla="*/ 0 h 7022"/>
              </a:gdLst>
              <a:ahLst/>
              <a:cxnLst>
                <a:cxn ang="0">
                  <a:pos x="connsiteX0" y="connsiteY0"/>
                </a:cxn>
                <a:cxn ang="0">
                  <a:pos x="connsiteX1" y="connsiteY1"/>
                </a:cxn>
                <a:cxn ang="0">
                  <a:pos x="connsiteX2" y="connsiteY2"/>
                </a:cxn>
              </a:cxnLst>
              <a:rect l="l" t="t" r="r" b="b"/>
              <a:pathLst>
                <a:path w="4473" h="7022">
                  <a:moveTo>
                    <a:pt x="0" y="7022"/>
                  </a:moveTo>
                  <a:lnTo>
                    <a:pt x="4473" y="5107"/>
                  </a:lnTo>
                  <a:lnTo>
                    <a:pt x="2556" y="0"/>
                  </a:lnTo>
                  <a:close/>
                </a:path>
              </a:pathLst>
            </a:custGeom>
            <a:solidFill>
              <a:srgbClr val="26890D"/>
            </a:solidFill>
            <a:ln w="6390" cap="flat">
              <a:noFill/>
              <a:prstDash val="solid"/>
              <a:miter/>
            </a:ln>
          </p:spPr>
          <p:txBody>
            <a:bodyPr rtlCol="0" anchor="ctr"/>
            <a:lstStyle/>
            <a:p>
              <a:endParaRPr lang="en-US"/>
            </a:p>
          </p:txBody>
        </p:sp>
        <p:sp>
          <p:nvSpPr>
            <p:cNvPr id="1227" name="Graphic 1039">
              <a:extLst>
                <a:ext uri="{FF2B5EF4-FFF2-40B4-BE49-F238E27FC236}">
                  <a16:creationId xmlns:a16="http://schemas.microsoft.com/office/drawing/2014/main" id="{5F1AAE01-F287-4F40-AA86-0992F2239865}"/>
                </a:ext>
              </a:extLst>
            </p:cNvPr>
            <p:cNvSpPr/>
            <p:nvPr/>
          </p:nvSpPr>
          <p:spPr>
            <a:xfrm>
              <a:off x="1055862" y="1495291"/>
              <a:ext cx="14846" cy="14444"/>
            </a:xfrm>
            <a:custGeom>
              <a:avLst/>
              <a:gdLst>
                <a:gd name="connsiteX0" fmla="*/ 9979 w 14846"/>
                <a:gd name="connsiteY0" fmla="*/ 14045 h 14444"/>
                <a:gd name="connsiteX1" fmla="*/ 14452 w 14846"/>
                <a:gd name="connsiteY1" fmla="*/ 4469 h 14444"/>
                <a:gd name="connsiteX2" fmla="*/ 10618 w 14846"/>
                <a:gd name="connsiteY2" fmla="*/ 638 h 14444"/>
                <a:gd name="connsiteX3" fmla="*/ 7423 w 14846"/>
                <a:gd name="connsiteY3" fmla="*/ 0 h 14444"/>
                <a:gd name="connsiteX4" fmla="*/ 4867 w 14846"/>
                <a:gd name="connsiteY4" fmla="*/ 638 h 14444"/>
                <a:gd name="connsiteX5" fmla="*/ 394 w 14846"/>
                <a:gd name="connsiteY5" fmla="*/ 10214 h 14444"/>
                <a:gd name="connsiteX6" fmla="*/ 9979 w 14846"/>
                <a:gd name="connsiteY6" fmla="*/ 14045 h 14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46" h="14444">
                  <a:moveTo>
                    <a:pt x="9979" y="14045"/>
                  </a:moveTo>
                  <a:cubicBezTo>
                    <a:pt x="13813" y="12768"/>
                    <a:pt x="15730" y="8299"/>
                    <a:pt x="14452" y="4469"/>
                  </a:cubicBezTo>
                  <a:cubicBezTo>
                    <a:pt x="13813" y="2554"/>
                    <a:pt x="12535" y="1277"/>
                    <a:pt x="10618" y="638"/>
                  </a:cubicBezTo>
                  <a:cubicBezTo>
                    <a:pt x="9340" y="0"/>
                    <a:pt x="8701" y="0"/>
                    <a:pt x="7423" y="0"/>
                  </a:cubicBezTo>
                  <a:cubicBezTo>
                    <a:pt x="6784" y="0"/>
                    <a:pt x="5506" y="0"/>
                    <a:pt x="4867" y="638"/>
                  </a:cubicBezTo>
                  <a:cubicBezTo>
                    <a:pt x="1033" y="1915"/>
                    <a:pt x="-884" y="6384"/>
                    <a:pt x="394" y="10214"/>
                  </a:cubicBezTo>
                  <a:cubicBezTo>
                    <a:pt x="2311" y="13406"/>
                    <a:pt x="6145" y="15322"/>
                    <a:pt x="9979" y="14045"/>
                  </a:cubicBezTo>
                  <a:close/>
                </a:path>
              </a:pathLst>
            </a:custGeom>
            <a:solidFill>
              <a:srgbClr val="26890D"/>
            </a:solidFill>
            <a:ln w="6390" cap="flat">
              <a:noFill/>
              <a:prstDash val="solid"/>
              <a:miter/>
            </a:ln>
          </p:spPr>
          <p:txBody>
            <a:bodyPr rtlCol="0" anchor="ctr"/>
            <a:lstStyle/>
            <a:p>
              <a:endParaRPr lang="en-US"/>
            </a:p>
          </p:txBody>
        </p:sp>
        <p:sp>
          <p:nvSpPr>
            <p:cNvPr id="1228" name="Graphic 1039">
              <a:extLst>
                <a:ext uri="{FF2B5EF4-FFF2-40B4-BE49-F238E27FC236}">
                  <a16:creationId xmlns:a16="http://schemas.microsoft.com/office/drawing/2014/main" id="{6BA30ED3-16F1-6040-B373-F2D519E4B294}"/>
                </a:ext>
              </a:extLst>
            </p:cNvPr>
            <p:cNvSpPr/>
            <p:nvPr/>
          </p:nvSpPr>
          <p:spPr>
            <a:xfrm>
              <a:off x="905454"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82435 w 361670"/>
                <a:gd name="connsiteY5" fmla="*/ 218971 h 361333"/>
                <a:gd name="connsiteX6" fmla="*/ 113741 w 361670"/>
                <a:gd name="connsiteY6" fmla="*/ 281534 h 361333"/>
                <a:gd name="connsiteX7" fmla="*/ 107990 w 361670"/>
                <a:gd name="connsiteY7" fmla="*/ 282810 h 361333"/>
                <a:gd name="connsiteX8" fmla="*/ 100961 w 361670"/>
                <a:gd name="connsiteY8" fmla="*/ 281534 h 361333"/>
                <a:gd name="connsiteX9" fmla="*/ 92015 w 361670"/>
                <a:gd name="connsiteY9" fmla="*/ 271958 h 361333"/>
                <a:gd name="connsiteX10" fmla="*/ 69011 w 361670"/>
                <a:gd name="connsiteY10" fmla="*/ 210671 h 361333"/>
                <a:gd name="connsiteX11" fmla="*/ 78596 w 361670"/>
                <a:gd name="connsiteY11" fmla="*/ 189604 h 361333"/>
                <a:gd name="connsiteX12" fmla="*/ 81791 w 361670"/>
                <a:gd name="connsiteY12" fmla="*/ 188327 h 361333"/>
                <a:gd name="connsiteX13" fmla="*/ 136745 w 361670"/>
                <a:gd name="connsiteY13" fmla="*/ 105336 h 361333"/>
                <a:gd name="connsiteX14" fmla="*/ 149525 w 361670"/>
                <a:gd name="connsiteY14" fmla="*/ 82992 h 361333"/>
                <a:gd name="connsiteX15" fmla="*/ 164860 w 361670"/>
                <a:gd name="connsiteY15" fmla="*/ 83630 h 361333"/>
                <a:gd name="connsiteX16" fmla="*/ 173806 w 361670"/>
                <a:gd name="connsiteY16" fmla="*/ 92568 h 361333"/>
                <a:gd name="connsiteX17" fmla="*/ 244096 w 361670"/>
                <a:gd name="connsiteY17" fmla="*/ 128956 h 361333"/>
                <a:gd name="connsiteX18" fmla="*/ 246652 w 361670"/>
                <a:gd name="connsiteY18" fmla="*/ 127680 h 361333"/>
                <a:gd name="connsiteX19" fmla="*/ 268377 w 361670"/>
                <a:gd name="connsiteY19" fmla="*/ 137256 h 361333"/>
                <a:gd name="connsiteX20" fmla="*/ 291381 w 361670"/>
                <a:gd name="connsiteY20" fmla="*/ 198542 h 361333"/>
                <a:gd name="connsiteX21" fmla="*/ 282435 w 361670"/>
                <a:gd name="connsiteY21" fmla="*/ 21897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282435" y="218971"/>
                  </a:moveTo>
                  <a:lnTo>
                    <a:pt x="113741" y="281534"/>
                  </a:lnTo>
                  <a:cubicBezTo>
                    <a:pt x="111824" y="282172"/>
                    <a:pt x="109907" y="282810"/>
                    <a:pt x="107990" y="282810"/>
                  </a:cubicBezTo>
                  <a:cubicBezTo>
                    <a:pt x="105434" y="282810"/>
                    <a:pt x="103517" y="282172"/>
                    <a:pt x="100961" y="281534"/>
                  </a:cubicBezTo>
                  <a:cubicBezTo>
                    <a:pt x="97127" y="279618"/>
                    <a:pt x="93932" y="276426"/>
                    <a:pt x="92015" y="271958"/>
                  </a:cubicBezTo>
                  <a:lnTo>
                    <a:pt x="69011" y="210671"/>
                  </a:lnTo>
                  <a:cubicBezTo>
                    <a:pt x="65816" y="202372"/>
                    <a:pt x="70289" y="192796"/>
                    <a:pt x="78596" y="189604"/>
                  </a:cubicBezTo>
                  <a:lnTo>
                    <a:pt x="81791" y="188327"/>
                  </a:lnTo>
                  <a:lnTo>
                    <a:pt x="136745" y="105336"/>
                  </a:lnTo>
                  <a:cubicBezTo>
                    <a:pt x="134828" y="95760"/>
                    <a:pt x="139940" y="86184"/>
                    <a:pt x="149525" y="82992"/>
                  </a:cubicBezTo>
                  <a:cubicBezTo>
                    <a:pt x="154636" y="81077"/>
                    <a:pt x="159748" y="81077"/>
                    <a:pt x="164860" y="83630"/>
                  </a:cubicBezTo>
                  <a:cubicBezTo>
                    <a:pt x="168694" y="85545"/>
                    <a:pt x="171889" y="88737"/>
                    <a:pt x="173806" y="92568"/>
                  </a:cubicBezTo>
                  <a:lnTo>
                    <a:pt x="244096" y="128956"/>
                  </a:lnTo>
                  <a:lnTo>
                    <a:pt x="246652" y="127680"/>
                  </a:lnTo>
                  <a:cubicBezTo>
                    <a:pt x="255597" y="124488"/>
                    <a:pt x="265182" y="128956"/>
                    <a:pt x="268377" y="137256"/>
                  </a:cubicBezTo>
                  <a:lnTo>
                    <a:pt x="291381" y="198542"/>
                  </a:lnTo>
                  <a:cubicBezTo>
                    <a:pt x="295854" y="206203"/>
                    <a:pt x="291381" y="215779"/>
                    <a:pt x="282435" y="218971"/>
                  </a:cubicBezTo>
                  <a:close/>
                </a:path>
              </a:pathLst>
            </a:custGeom>
            <a:solidFill>
              <a:srgbClr val="26890D"/>
            </a:solidFill>
            <a:ln w="6390" cap="flat">
              <a:noFill/>
              <a:prstDash val="solid"/>
              <a:miter/>
            </a:ln>
          </p:spPr>
          <p:txBody>
            <a:bodyPr rtlCol="0" anchor="ctr"/>
            <a:lstStyle/>
            <a:p>
              <a:endParaRPr lang="en-US"/>
            </a:p>
          </p:txBody>
        </p:sp>
      </p:grpSp>
      <p:grpSp>
        <p:nvGrpSpPr>
          <p:cNvPr id="1229" name="Graphic 1039">
            <a:extLst>
              <a:ext uri="{FF2B5EF4-FFF2-40B4-BE49-F238E27FC236}">
                <a16:creationId xmlns:a16="http://schemas.microsoft.com/office/drawing/2014/main" id="{A7DC094B-F53B-B34D-8C7E-6972D275BE15}"/>
              </a:ext>
            </a:extLst>
          </p:cNvPr>
          <p:cNvGrpSpPr/>
          <p:nvPr/>
        </p:nvGrpSpPr>
        <p:grpSpPr>
          <a:xfrm>
            <a:off x="905454" y="2371173"/>
            <a:ext cx="361670" cy="361333"/>
            <a:chOff x="905454" y="2371173"/>
            <a:chExt cx="361670" cy="361333"/>
          </a:xfrm>
          <a:solidFill>
            <a:srgbClr val="26890D"/>
          </a:solidFill>
        </p:grpSpPr>
        <p:sp>
          <p:nvSpPr>
            <p:cNvPr id="1230" name="Graphic 1039">
              <a:extLst>
                <a:ext uri="{FF2B5EF4-FFF2-40B4-BE49-F238E27FC236}">
                  <a16:creationId xmlns:a16="http://schemas.microsoft.com/office/drawing/2014/main" id="{F45C5819-FAFA-8640-BAF8-D7998A9D5175}"/>
                </a:ext>
              </a:extLst>
            </p:cNvPr>
            <p:cNvSpPr/>
            <p:nvPr/>
          </p:nvSpPr>
          <p:spPr>
            <a:xfrm>
              <a:off x="1066480" y="2547371"/>
              <a:ext cx="5111" cy="12767"/>
            </a:xfrm>
            <a:custGeom>
              <a:avLst/>
              <a:gdLst>
                <a:gd name="connsiteX0" fmla="*/ 4473 w 5111"/>
                <a:gd name="connsiteY0" fmla="*/ 0 h 12767"/>
                <a:gd name="connsiteX1" fmla="*/ 0 w 5111"/>
                <a:gd name="connsiteY1" fmla="*/ 5746 h 12767"/>
                <a:gd name="connsiteX2" fmla="*/ 1278 w 5111"/>
                <a:gd name="connsiteY2" fmla="*/ 10214 h 12767"/>
                <a:gd name="connsiteX3" fmla="*/ 5112 w 5111"/>
                <a:gd name="connsiteY3" fmla="*/ 12768 h 12767"/>
                <a:gd name="connsiteX4" fmla="*/ 5112 w 5111"/>
                <a:gd name="connsiteY4" fmla="*/ 638 h 12767"/>
                <a:gd name="connsiteX5" fmla="*/ 4473 w 5111"/>
                <a:gd name="connsiteY5"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1" h="12767">
                  <a:moveTo>
                    <a:pt x="4473" y="0"/>
                  </a:moveTo>
                  <a:cubicBezTo>
                    <a:pt x="639" y="1915"/>
                    <a:pt x="0" y="5746"/>
                    <a:pt x="0" y="5746"/>
                  </a:cubicBezTo>
                  <a:cubicBezTo>
                    <a:pt x="0" y="7022"/>
                    <a:pt x="0" y="8938"/>
                    <a:pt x="1278" y="10214"/>
                  </a:cubicBezTo>
                  <a:cubicBezTo>
                    <a:pt x="1917" y="11491"/>
                    <a:pt x="3834" y="12130"/>
                    <a:pt x="5112" y="12768"/>
                  </a:cubicBezTo>
                  <a:lnTo>
                    <a:pt x="5112" y="638"/>
                  </a:lnTo>
                  <a:cubicBezTo>
                    <a:pt x="5112" y="0"/>
                    <a:pt x="4473" y="0"/>
                    <a:pt x="4473" y="0"/>
                  </a:cubicBezTo>
                  <a:close/>
                </a:path>
              </a:pathLst>
            </a:custGeom>
            <a:solidFill>
              <a:srgbClr val="26890D"/>
            </a:solidFill>
            <a:ln w="6390" cap="flat">
              <a:noFill/>
              <a:prstDash val="solid"/>
              <a:miter/>
            </a:ln>
          </p:spPr>
          <p:txBody>
            <a:bodyPr rtlCol="0" anchor="ctr"/>
            <a:lstStyle/>
            <a:p>
              <a:endParaRPr lang="en-US"/>
            </a:p>
          </p:txBody>
        </p:sp>
        <p:sp>
          <p:nvSpPr>
            <p:cNvPr id="1231" name="Graphic 1039">
              <a:extLst>
                <a:ext uri="{FF2B5EF4-FFF2-40B4-BE49-F238E27FC236}">
                  <a16:creationId xmlns:a16="http://schemas.microsoft.com/office/drawing/2014/main" id="{6612E488-252F-9346-8D55-8F5ABB3C2F8C}"/>
                </a:ext>
              </a:extLst>
            </p:cNvPr>
            <p:cNvSpPr/>
            <p:nvPr/>
          </p:nvSpPr>
          <p:spPr>
            <a:xfrm>
              <a:off x="1059451" y="2459911"/>
              <a:ext cx="45368" cy="26174"/>
            </a:xfrm>
            <a:custGeom>
              <a:avLst/>
              <a:gdLst>
                <a:gd name="connsiteX0" fmla="*/ 38979 w 45368"/>
                <a:gd name="connsiteY0" fmla="*/ 6384 h 26174"/>
                <a:gd name="connsiteX1" fmla="*/ 23004 w 45368"/>
                <a:gd name="connsiteY1" fmla="*/ 0 h 26174"/>
                <a:gd name="connsiteX2" fmla="*/ 5112 w 45368"/>
                <a:gd name="connsiteY2" fmla="*/ 6384 h 26174"/>
                <a:gd name="connsiteX3" fmla="*/ 0 w 45368"/>
                <a:gd name="connsiteY3" fmla="*/ 26174 h 26174"/>
                <a:gd name="connsiteX4" fmla="*/ 45368 w 45368"/>
                <a:gd name="connsiteY4" fmla="*/ 26174 h 26174"/>
                <a:gd name="connsiteX5" fmla="*/ 38979 w 45368"/>
                <a:gd name="connsiteY5" fmla="*/ 6384 h 2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368" h="26174">
                  <a:moveTo>
                    <a:pt x="38979" y="6384"/>
                  </a:moveTo>
                  <a:cubicBezTo>
                    <a:pt x="35145" y="1915"/>
                    <a:pt x="30033" y="0"/>
                    <a:pt x="23004" y="0"/>
                  </a:cubicBezTo>
                  <a:cubicBezTo>
                    <a:pt x="14697" y="0"/>
                    <a:pt x="8946" y="2554"/>
                    <a:pt x="5112" y="6384"/>
                  </a:cubicBezTo>
                  <a:cubicBezTo>
                    <a:pt x="0" y="12768"/>
                    <a:pt x="0" y="21706"/>
                    <a:pt x="0" y="26174"/>
                  </a:cubicBezTo>
                  <a:lnTo>
                    <a:pt x="45368" y="26174"/>
                  </a:lnTo>
                  <a:cubicBezTo>
                    <a:pt x="45368" y="21067"/>
                    <a:pt x="44091" y="12768"/>
                    <a:pt x="38979" y="6384"/>
                  </a:cubicBezTo>
                  <a:close/>
                </a:path>
              </a:pathLst>
            </a:custGeom>
            <a:solidFill>
              <a:srgbClr val="26890D"/>
            </a:solidFill>
            <a:ln w="6390" cap="flat">
              <a:noFill/>
              <a:prstDash val="solid"/>
              <a:miter/>
            </a:ln>
          </p:spPr>
          <p:txBody>
            <a:bodyPr rtlCol="0" anchor="ctr"/>
            <a:lstStyle/>
            <a:p>
              <a:endParaRPr lang="en-US"/>
            </a:p>
          </p:txBody>
        </p:sp>
        <p:sp>
          <p:nvSpPr>
            <p:cNvPr id="1232" name="Graphic 1039">
              <a:extLst>
                <a:ext uri="{FF2B5EF4-FFF2-40B4-BE49-F238E27FC236}">
                  <a16:creationId xmlns:a16="http://schemas.microsoft.com/office/drawing/2014/main" id="{609A74C6-6A61-7248-B4A5-BEB8C4A59560}"/>
                </a:ext>
              </a:extLst>
            </p:cNvPr>
            <p:cNvSpPr/>
            <p:nvPr/>
          </p:nvSpPr>
          <p:spPr>
            <a:xfrm>
              <a:off x="1081177" y="2570992"/>
              <a:ext cx="5137" cy="12767"/>
            </a:xfrm>
            <a:custGeom>
              <a:avLst/>
              <a:gdLst>
                <a:gd name="connsiteX0" fmla="*/ 0 w 5137"/>
                <a:gd name="connsiteY0" fmla="*/ 0 h 12767"/>
                <a:gd name="connsiteX1" fmla="*/ 0 w 5137"/>
                <a:gd name="connsiteY1" fmla="*/ 12768 h 12767"/>
                <a:gd name="connsiteX2" fmla="*/ 3195 w 5137"/>
                <a:gd name="connsiteY2" fmla="*/ 10853 h 12767"/>
                <a:gd name="connsiteX3" fmla="*/ 4473 w 5137"/>
                <a:gd name="connsiteY3" fmla="*/ 3830 h 12767"/>
                <a:gd name="connsiteX4" fmla="*/ 0 w 5137"/>
                <a:gd name="connsiteY4" fmla="*/ 0 h 12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37" h="12767">
                  <a:moveTo>
                    <a:pt x="0" y="0"/>
                  </a:moveTo>
                  <a:lnTo>
                    <a:pt x="0" y="12768"/>
                  </a:lnTo>
                  <a:cubicBezTo>
                    <a:pt x="1278" y="12768"/>
                    <a:pt x="2556" y="12130"/>
                    <a:pt x="3195" y="10853"/>
                  </a:cubicBezTo>
                  <a:cubicBezTo>
                    <a:pt x="5112" y="8938"/>
                    <a:pt x="5751" y="6384"/>
                    <a:pt x="4473" y="3830"/>
                  </a:cubicBezTo>
                  <a:cubicBezTo>
                    <a:pt x="4473" y="2554"/>
                    <a:pt x="2556" y="1277"/>
                    <a:pt x="0" y="0"/>
                  </a:cubicBezTo>
                  <a:close/>
                </a:path>
              </a:pathLst>
            </a:custGeom>
            <a:solidFill>
              <a:srgbClr val="26890D"/>
            </a:solidFill>
            <a:ln w="6390" cap="flat">
              <a:noFill/>
              <a:prstDash val="solid"/>
              <a:miter/>
            </a:ln>
          </p:spPr>
          <p:txBody>
            <a:bodyPr rtlCol="0" anchor="ctr"/>
            <a:lstStyle/>
            <a:p>
              <a:endParaRPr lang="en-US"/>
            </a:p>
          </p:txBody>
        </p:sp>
        <p:sp>
          <p:nvSpPr>
            <p:cNvPr id="1233" name="Graphic 1039">
              <a:extLst>
                <a:ext uri="{FF2B5EF4-FFF2-40B4-BE49-F238E27FC236}">
                  <a16:creationId xmlns:a16="http://schemas.microsoft.com/office/drawing/2014/main" id="{1AE4EBA6-5F16-C646-9A02-D6A6FE54FDD5}"/>
                </a:ext>
              </a:extLst>
            </p:cNvPr>
            <p:cNvSpPr/>
            <p:nvPr/>
          </p:nvSpPr>
          <p:spPr>
            <a:xfrm>
              <a:off x="1015360" y="2499491"/>
              <a:ext cx="117574" cy="144278"/>
            </a:xfrm>
            <a:custGeom>
              <a:avLst/>
              <a:gdLst>
                <a:gd name="connsiteX0" fmla="*/ 114380 w 117574"/>
                <a:gd name="connsiteY0" fmla="*/ 0 h 144278"/>
                <a:gd name="connsiteX1" fmla="*/ 3195 w 117574"/>
                <a:gd name="connsiteY1" fmla="*/ 0 h 144278"/>
                <a:gd name="connsiteX2" fmla="*/ 0 w 117574"/>
                <a:gd name="connsiteY2" fmla="*/ 144278 h 144278"/>
                <a:gd name="connsiteX3" fmla="*/ 117575 w 117574"/>
                <a:gd name="connsiteY3" fmla="*/ 144278 h 144278"/>
                <a:gd name="connsiteX4" fmla="*/ 114380 w 117574"/>
                <a:gd name="connsiteY4" fmla="*/ 0 h 144278"/>
                <a:gd name="connsiteX5" fmla="*/ 76040 w 117574"/>
                <a:gd name="connsiteY5" fmla="*/ 89376 h 144278"/>
                <a:gd name="connsiteX6" fmla="*/ 65816 w 117574"/>
                <a:gd name="connsiteY6" fmla="*/ 93845 h 144278"/>
                <a:gd name="connsiteX7" fmla="*/ 65816 w 117574"/>
                <a:gd name="connsiteY7" fmla="*/ 95121 h 144278"/>
                <a:gd name="connsiteX8" fmla="*/ 60704 w 117574"/>
                <a:gd name="connsiteY8" fmla="*/ 100229 h 144278"/>
                <a:gd name="connsiteX9" fmla="*/ 55593 w 117574"/>
                <a:gd name="connsiteY9" fmla="*/ 95121 h 144278"/>
                <a:gd name="connsiteX10" fmla="*/ 55593 w 117574"/>
                <a:gd name="connsiteY10" fmla="*/ 93206 h 144278"/>
                <a:gd name="connsiteX11" fmla="*/ 42174 w 117574"/>
                <a:gd name="connsiteY11" fmla="*/ 88099 h 144278"/>
                <a:gd name="connsiteX12" fmla="*/ 40257 w 117574"/>
                <a:gd name="connsiteY12" fmla="*/ 81715 h 144278"/>
                <a:gd name="connsiteX13" fmla="*/ 46647 w 117574"/>
                <a:gd name="connsiteY13" fmla="*/ 79800 h 144278"/>
                <a:gd name="connsiteX14" fmla="*/ 55593 w 117574"/>
                <a:gd name="connsiteY14" fmla="*/ 83630 h 144278"/>
                <a:gd name="connsiteX15" fmla="*/ 55593 w 117574"/>
                <a:gd name="connsiteY15" fmla="*/ 69585 h 144278"/>
                <a:gd name="connsiteX16" fmla="*/ 44730 w 117574"/>
                <a:gd name="connsiteY16" fmla="*/ 63840 h 144278"/>
                <a:gd name="connsiteX17" fmla="*/ 41535 w 117574"/>
                <a:gd name="connsiteY17" fmla="*/ 51710 h 144278"/>
                <a:gd name="connsiteX18" fmla="*/ 51119 w 117574"/>
                <a:gd name="connsiteY18" fmla="*/ 39581 h 144278"/>
                <a:gd name="connsiteX19" fmla="*/ 56231 w 117574"/>
                <a:gd name="connsiteY19" fmla="*/ 37665 h 144278"/>
                <a:gd name="connsiteX20" fmla="*/ 56231 w 117574"/>
                <a:gd name="connsiteY20" fmla="*/ 33197 h 144278"/>
                <a:gd name="connsiteX21" fmla="*/ 61343 w 117574"/>
                <a:gd name="connsiteY21" fmla="*/ 28089 h 144278"/>
                <a:gd name="connsiteX22" fmla="*/ 66455 w 117574"/>
                <a:gd name="connsiteY22" fmla="*/ 33197 h 144278"/>
                <a:gd name="connsiteX23" fmla="*/ 66455 w 117574"/>
                <a:gd name="connsiteY23" fmla="*/ 37665 h 144278"/>
                <a:gd name="connsiteX24" fmla="*/ 76679 w 117574"/>
                <a:gd name="connsiteY24" fmla="*/ 40857 h 144278"/>
                <a:gd name="connsiteX25" fmla="*/ 79235 w 117574"/>
                <a:gd name="connsiteY25" fmla="*/ 47241 h 144278"/>
                <a:gd name="connsiteX26" fmla="*/ 72845 w 117574"/>
                <a:gd name="connsiteY26" fmla="*/ 49795 h 144278"/>
                <a:gd name="connsiteX27" fmla="*/ 66455 w 117574"/>
                <a:gd name="connsiteY27" fmla="*/ 47880 h 144278"/>
                <a:gd name="connsiteX28" fmla="*/ 66455 w 117574"/>
                <a:gd name="connsiteY28" fmla="*/ 61925 h 144278"/>
                <a:gd name="connsiteX29" fmla="*/ 79874 w 117574"/>
                <a:gd name="connsiteY29" fmla="*/ 72777 h 144278"/>
                <a:gd name="connsiteX30" fmla="*/ 76040 w 117574"/>
                <a:gd name="connsiteY30" fmla="*/ 89376 h 14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7574" h="144278">
                  <a:moveTo>
                    <a:pt x="114380" y="0"/>
                  </a:moveTo>
                  <a:lnTo>
                    <a:pt x="3195" y="0"/>
                  </a:lnTo>
                  <a:lnTo>
                    <a:pt x="0" y="144278"/>
                  </a:lnTo>
                  <a:lnTo>
                    <a:pt x="117575" y="144278"/>
                  </a:lnTo>
                  <a:lnTo>
                    <a:pt x="114380" y="0"/>
                  </a:lnTo>
                  <a:close/>
                  <a:moveTo>
                    <a:pt x="76040" y="89376"/>
                  </a:moveTo>
                  <a:cubicBezTo>
                    <a:pt x="72845" y="92568"/>
                    <a:pt x="69650" y="93845"/>
                    <a:pt x="65816" y="93845"/>
                  </a:cubicBezTo>
                  <a:lnTo>
                    <a:pt x="65816" y="95121"/>
                  </a:lnTo>
                  <a:cubicBezTo>
                    <a:pt x="65816" y="97675"/>
                    <a:pt x="63899" y="100229"/>
                    <a:pt x="60704" y="100229"/>
                  </a:cubicBezTo>
                  <a:cubicBezTo>
                    <a:pt x="57509" y="100229"/>
                    <a:pt x="55593" y="98313"/>
                    <a:pt x="55593" y="95121"/>
                  </a:cubicBezTo>
                  <a:lnTo>
                    <a:pt x="55593" y="93206"/>
                  </a:lnTo>
                  <a:cubicBezTo>
                    <a:pt x="48564" y="91929"/>
                    <a:pt x="42813" y="88737"/>
                    <a:pt x="42174" y="88099"/>
                  </a:cubicBezTo>
                  <a:cubicBezTo>
                    <a:pt x="39618" y="86822"/>
                    <a:pt x="38979" y="83630"/>
                    <a:pt x="40257" y="81715"/>
                  </a:cubicBezTo>
                  <a:cubicBezTo>
                    <a:pt x="41535" y="79161"/>
                    <a:pt x="44730" y="78523"/>
                    <a:pt x="46647" y="79800"/>
                  </a:cubicBezTo>
                  <a:cubicBezTo>
                    <a:pt x="48564" y="81077"/>
                    <a:pt x="52398" y="82353"/>
                    <a:pt x="55593" y="83630"/>
                  </a:cubicBezTo>
                  <a:lnTo>
                    <a:pt x="55593" y="69585"/>
                  </a:lnTo>
                  <a:cubicBezTo>
                    <a:pt x="51119" y="68947"/>
                    <a:pt x="47286" y="67032"/>
                    <a:pt x="44730" y="63840"/>
                  </a:cubicBezTo>
                  <a:cubicBezTo>
                    <a:pt x="41535" y="60648"/>
                    <a:pt x="40257" y="56179"/>
                    <a:pt x="41535" y="51710"/>
                  </a:cubicBezTo>
                  <a:cubicBezTo>
                    <a:pt x="42174" y="47880"/>
                    <a:pt x="45369" y="42773"/>
                    <a:pt x="51119" y="39581"/>
                  </a:cubicBezTo>
                  <a:cubicBezTo>
                    <a:pt x="53036" y="38942"/>
                    <a:pt x="54314" y="38304"/>
                    <a:pt x="56231" y="37665"/>
                  </a:cubicBezTo>
                  <a:lnTo>
                    <a:pt x="56231" y="33197"/>
                  </a:lnTo>
                  <a:cubicBezTo>
                    <a:pt x="56231" y="30643"/>
                    <a:pt x="58148" y="28089"/>
                    <a:pt x="61343" y="28089"/>
                  </a:cubicBezTo>
                  <a:cubicBezTo>
                    <a:pt x="64538" y="28089"/>
                    <a:pt x="66455" y="30005"/>
                    <a:pt x="66455" y="33197"/>
                  </a:cubicBezTo>
                  <a:lnTo>
                    <a:pt x="66455" y="37665"/>
                  </a:lnTo>
                  <a:cubicBezTo>
                    <a:pt x="69650" y="38304"/>
                    <a:pt x="72845" y="38942"/>
                    <a:pt x="76679" y="40857"/>
                  </a:cubicBezTo>
                  <a:cubicBezTo>
                    <a:pt x="79235" y="42134"/>
                    <a:pt x="80513" y="44688"/>
                    <a:pt x="79235" y="47241"/>
                  </a:cubicBezTo>
                  <a:cubicBezTo>
                    <a:pt x="77957" y="49795"/>
                    <a:pt x="75401" y="51072"/>
                    <a:pt x="72845" y="49795"/>
                  </a:cubicBezTo>
                  <a:cubicBezTo>
                    <a:pt x="70289" y="48518"/>
                    <a:pt x="68372" y="48518"/>
                    <a:pt x="66455" y="47880"/>
                  </a:cubicBezTo>
                  <a:lnTo>
                    <a:pt x="66455" y="61925"/>
                  </a:lnTo>
                  <a:cubicBezTo>
                    <a:pt x="72206" y="63201"/>
                    <a:pt x="77957" y="67670"/>
                    <a:pt x="79874" y="72777"/>
                  </a:cubicBezTo>
                  <a:cubicBezTo>
                    <a:pt x="82430" y="78523"/>
                    <a:pt x="81152" y="84907"/>
                    <a:pt x="76040" y="89376"/>
                  </a:cubicBezTo>
                  <a:close/>
                </a:path>
              </a:pathLst>
            </a:custGeom>
            <a:solidFill>
              <a:srgbClr val="26890D"/>
            </a:solidFill>
            <a:ln w="6390" cap="flat">
              <a:noFill/>
              <a:prstDash val="solid"/>
              <a:miter/>
            </a:ln>
          </p:spPr>
          <p:txBody>
            <a:bodyPr rtlCol="0" anchor="ctr"/>
            <a:lstStyle/>
            <a:p>
              <a:endParaRPr lang="en-US"/>
            </a:p>
          </p:txBody>
        </p:sp>
        <p:sp>
          <p:nvSpPr>
            <p:cNvPr id="1234" name="Graphic 1039">
              <a:extLst>
                <a:ext uri="{FF2B5EF4-FFF2-40B4-BE49-F238E27FC236}">
                  <a16:creationId xmlns:a16="http://schemas.microsoft.com/office/drawing/2014/main" id="{1F48AD4F-1DED-6C49-915C-26E8297FFA60}"/>
                </a:ext>
              </a:extLst>
            </p:cNvPr>
            <p:cNvSpPr/>
            <p:nvPr/>
          </p:nvSpPr>
          <p:spPr>
            <a:xfrm>
              <a:off x="90545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62626 w 361670"/>
                <a:gd name="connsiteY5" fmla="*/ 259828 h 361333"/>
                <a:gd name="connsiteX6" fmla="*/ 238984 w 361670"/>
                <a:gd name="connsiteY6" fmla="*/ 282811 h 361333"/>
                <a:gd name="connsiteX7" fmla="*/ 238345 w 361670"/>
                <a:gd name="connsiteY7" fmla="*/ 283449 h 361333"/>
                <a:gd name="connsiteX8" fmla="*/ 233872 w 361670"/>
                <a:gd name="connsiteY8" fmla="*/ 285364 h 361333"/>
                <a:gd name="connsiteX9" fmla="*/ 102878 w 361670"/>
                <a:gd name="connsiteY9" fmla="*/ 285364 h 361333"/>
                <a:gd name="connsiteX10" fmla="*/ 98405 w 361670"/>
                <a:gd name="connsiteY10" fmla="*/ 283449 h 361333"/>
                <a:gd name="connsiteX11" fmla="*/ 96488 w 361670"/>
                <a:gd name="connsiteY11" fmla="*/ 278980 h 361333"/>
                <a:gd name="connsiteX12" fmla="*/ 100322 w 361670"/>
                <a:gd name="connsiteY12" fmla="*/ 121934 h 361333"/>
                <a:gd name="connsiteX13" fmla="*/ 106712 w 361670"/>
                <a:gd name="connsiteY13" fmla="*/ 115550 h 361333"/>
                <a:gd name="connsiteX14" fmla="*/ 140579 w 361670"/>
                <a:gd name="connsiteY14" fmla="*/ 115550 h 361333"/>
                <a:gd name="connsiteX15" fmla="*/ 148886 w 361670"/>
                <a:gd name="connsiteY15" fmla="*/ 87461 h 361333"/>
                <a:gd name="connsiteX16" fmla="*/ 177001 w 361670"/>
                <a:gd name="connsiteY16" fmla="*/ 75970 h 361333"/>
                <a:gd name="connsiteX17" fmla="*/ 203200 w 361670"/>
                <a:gd name="connsiteY17" fmla="*/ 86822 h 361333"/>
                <a:gd name="connsiteX18" fmla="*/ 212146 w 361670"/>
                <a:gd name="connsiteY18" fmla="*/ 115550 h 361333"/>
                <a:gd name="connsiteX19" fmla="*/ 230677 w 361670"/>
                <a:gd name="connsiteY19" fmla="*/ 115550 h 361333"/>
                <a:gd name="connsiteX20" fmla="*/ 230677 w 361670"/>
                <a:gd name="connsiteY20" fmla="*/ 115550 h 361333"/>
                <a:gd name="connsiteX21" fmla="*/ 231955 w 361670"/>
                <a:gd name="connsiteY21" fmla="*/ 115550 h 361333"/>
                <a:gd name="connsiteX22" fmla="*/ 233233 w 361670"/>
                <a:gd name="connsiteY22" fmla="*/ 116189 h 361333"/>
                <a:gd name="connsiteX23" fmla="*/ 233233 w 361670"/>
                <a:gd name="connsiteY23" fmla="*/ 116189 h 361333"/>
                <a:gd name="connsiteX24" fmla="*/ 257514 w 361670"/>
                <a:gd name="connsiteY24" fmla="*/ 128318 h 361333"/>
                <a:gd name="connsiteX25" fmla="*/ 261348 w 361670"/>
                <a:gd name="connsiteY25" fmla="*/ 134064 h 361333"/>
                <a:gd name="connsiteX26" fmla="*/ 264543 w 361670"/>
                <a:gd name="connsiteY26" fmla="*/ 255359 h 361333"/>
                <a:gd name="connsiteX27" fmla="*/ 262626 w 361670"/>
                <a:gd name="connsiteY27" fmla="*/ 25982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262626" y="259828"/>
                  </a:moveTo>
                  <a:lnTo>
                    <a:pt x="238984" y="282811"/>
                  </a:lnTo>
                  <a:cubicBezTo>
                    <a:pt x="238984" y="282811"/>
                    <a:pt x="238984" y="283449"/>
                    <a:pt x="238345" y="283449"/>
                  </a:cubicBezTo>
                  <a:cubicBezTo>
                    <a:pt x="237067" y="284726"/>
                    <a:pt x="235789" y="285364"/>
                    <a:pt x="233872" y="285364"/>
                  </a:cubicBezTo>
                  <a:lnTo>
                    <a:pt x="102878" y="285364"/>
                  </a:lnTo>
                  <a:cubicBezTo>
                    <a:pt x="100961" y="285364"/>
                    <a:pt x="99683" y="284726"/>
                    <a:pt x="98405" y="283449"/>
                  </a:cubicBezTo>
                  <a:cubicBezTo>
                    <a:pt x="97127" y="282172"/>
                    <a:pt x="96488" y="280257"/>
                    <a:pt x="96488" y="278980"/>
                  </a:cubicBezTo>
                  <a:lnTo>
                    <a:pt x="100322" y="121934"/>
                  </a:lnTo>
                  <a:cubicBezTo>
                    <a:pt x="100322" y="118742"/>
                    <a:pt x="103517" y="115550"/>
                    <a:pt x="106712" y="115550"/>
                  </a:cubicBezTo>
                  <a:lnTo>
                    <a:pt x="140579" y="115550"/>
                  </a:lnTo>
                  <a:cubicBezTo>
                    <a:pt x="139940" y="109166"/>
                    <a:pt x="140579" y="96398"/>
                    <a:pt x="148886" y="87461"/>
                  </a:cubicBezTo>
                  <a:cubicBezTo>
                    <a:pt x="155275" y="79800"/>
                    <a:pt x="164860" y="75970"/>
                    <a:pt x="177001" y="75970"/>
                  </a:cubicBezTo>
                  <a:cubicBezTo>
                    <a:pt x="187864" y="75970"/>
                    <a:pt x="196810" y="79800"/>
                    <a:pt x="203200" y="86822"/>
                  </a:cubicBezTo>
                  <a:cubicBezTo>
                    <a:pt x="210868" y="95760"/>
                    <a:pt x="212146" y="107889"/>
                    <a:pt x="212146" y="115550"/>
                  </a:cubicBezTo>
                  <a:lnTo>
                    <a:pt x="230677" y="115550"/>
                  </a:lnTo>
                  <a:cubicBezTo>
                    <a:pt x="230677" y="115550"/>
                    <a:pt x="230677" y="115550"/>
                    <a:pt x="230677" y="115550"/>
                  </a:cubicBezTo>
                  <a:cubicBezTo>
                    <a:pt x="231316" y="115550"/>
                    <a:pt x="231316" y="115550"/>
                    <a:pt x="231955" y="115550"/>
                  </a:cubicBezTo>
                  <a:cubicBezTo>
                    <a:pt x="232594" y="115550"/>
                    <a:pt x="232594" y="115550"/>
                    <a:pt x="233233" y="116189"/>
                  </a:cubicBezTo>
                  <a:cubicBezTo>
                    <a:pt x="233233" y="116189"/>
                    <a:pt x="233233" y="116189"/>
                    <a:pt x="233233" y="116189"/>
                  </a:cubicBezTo>
                  <a:lnTo>
                    <a:pt x="257514" y="128318"/>
                  </a:lnTo>
                  <a:cubicBezTo>
                    <a:pt x="259431" y="129595"/>
                    <a:pt x="260709" y="131510"/>
                    <a:pt x="261348" y="134064"/>
                  </a:cubicBezTo>
                  <a:lnTo>
                    <a:pt x="264543" y="255359"/>
                  </a:lnTo>
                  <a:cubicBezTo>
                    <a:pt x="264543" y="256636"/>
                    <a:pt x="263904" y="258551"/>
                    <a:pt x="262626" y="259828"/>
                  </a:cubicBezTo>
                  <a:close/>
                </a:path>
              </a:pathLst>
            </a:custGeom>
            <a:solidFill>
              <a:srgbClr val="26890D"/>
            </a:solidFill>
            <a:ln w="6390" cap="flat">
              <a:noFill/>
              <a:prstDash val="solid"/>
              <a:miter/>
            </a:ln>
          </p:spPr>
          <p:txBody>
            <a:bodyPr rtlCol="0" anchor="ctr"/>
            <a:lstStyle/>
            <a:p>
              <a:endParaRPr lang="en-US"/>
            </a:p>
          </p:txBody>
        </p:sp>
        <p:sp>
          <p:nvSpPr>
            <p:cNvPr id="1235" name="Graphic 1039">
              <a:extLst>
                <a:ext uri="{FF2B5EF4-FFF2-40B4-BE49-F238E27FC236}">
                  <a16:creationId xmlns:a16="http://schemas.microsoft.com/office/drawing/2014/main" id="{7D808D56-AA0D-D340-A454-95615EBE9C41}"/>
                </a:ext>
              </a:extLst>
            </p:cNvPr>
            <p:cNvSpPr/>
            <p:nvPr/>
          </p:nvSpPr>
          <p:spPr>
            <a:xfrm>
              <a:off x="1143159" y="2503960"/>
              <a:ext cx="14057" cy="130871"/>
            </a:xfrm>
            <a:custGeom>
              <a:avLst/>
              <a:gdLst>
                <a:gd name="connsiteX0" fmla="*/ 0 w 14057"/>
                <a:gd name="connsiteY0" fmla="*/ 0 h 130871"/>
                <a:gd name="connsiteX1" fmla="*/ 2556 w 14057"/>
                <a:gd name="connsiteY1" fmla="*/ 130872 h 130871"/>
                <a:gd name="connsiteX2" fmla="*/ 14058 w 14057"/>
                <a:gd name="connsiteY2" fmla="*/ 120019 h 130871"/>
                <a:gd name="connsiteX3" fmla="*/ 10863 w 14057"/>
                <a:gd name="connsiteY3" fmla="*/ 5107 h 130871"/>
              </a:gdLst>
              <a:ahLst/>
              <a:cxnLst>
                <a:cxn ang="0">
                  <a:pos x="connsiteX0" y="connsiteY0"/>
                </a:cxn>
                <a:cxn ang="0">
                  <a:pos x="connsiteX1" y="connsiteY1"/>
                </a:cxn>
                <a:cxn ang="0">
                  <a:pos x="connsiteX2" y="connsiteY2"/>
                </a:cxn>
                <a:cxn ang="0">
                  <a:pos x="connsiteX3" y="connsiteY3"/>
                </a:cxn>
              </a:cxnLst>
              <a:rect l="l" t="t" r="r" b="b"/>
              <a:pathLst>
                <a:path w="14057" h="130871">
                  <a:moveTo>
                    <a:pt x="0" y="0"/>
                  </a:moveTo>
                  <a:lnTo>
                    <a:pt x="2556" y="130872"/>
                  </a:lnTo>
                  <a:lnTo>
                    <a:pt x="14058" y="120019"/>
                  </a:lnTo>
                  <a:lnTo>
                    <a:pt x="10863" y="5107"/>
                  </a:lnTo>
                  <a:close/>
                </a:path>
              </a:pathLst>
            </a:custGeom>
            <a:solidFill>
              <a:srgbClr val="26890D"/>
            </a:solidFill>
            <a:ln w="6390" cap="flat">
              <a:noFill/>
              <a:prstDash val="solid"/>
              <a:miter/>
            </a:ln>
          </p:spPr>
          <p:txBody>
            <a:bodyPr rtlCol="0" anchor="ctr"/>
            <a:lstStyle/>
            <a:p>
              <a:endParaRPr lang="en-US"/>
            </a:p>
          </p:txBody>
        </p:sp>
      </p:grpSp>
      <p:grpSp>
        <p:nvGrpSpPr>
          <p:cNvPr id="1236" name="Graphic 1039">
            <a:extLst>
              <a:ext uri="{FF2B5EF4-FFF2-40B4-BE49-F238E27FC236}">
                <a16:creationId xmlns:a16="http://schemas.microsoft.com/office/drawing/2014/main" id="{5D803F3D-59DD-3147-B274-D6F536B3EBE4}"/>
              </a:ext>
            </a:extLst>
          </p:cNvPr>
          <p:cNvGrpSpPr/>
          <p:nvPr/>
        </p:nvGrpSpPr>
        <p:grpSpPr>
          <a:xfrm>
            <a:off x="905454" y="1893013"/>
            <a:ext cx="361670" cy="361333"/>
            <a:chOff x="905454" y="1893013"/>
            <a:chExt cx="361670" cy="361333"/>
          </a:xfrm>
          <a:solidFill>
            <a:srgbClr val="26890D"/>
          </a:solidFill>
        </p:grpSpPr>
        <p:sp>
          <p:nvSpPr>
            <p:cNvPr id="1237" name="Graphic 1039">
              <a:extLst>
                <a:ext uri="{FF2B5EF4-FFF2-40B4-BE49-F238E27FC236}">
                  <a16:creationId xmlns:a16="http://schemas.microsoft.com/office/drawing/2014/main" id="{01748C01-7B28-374F-B3AE-C62D12D19510}"/>
                </a:ext>
              </a:extLst>
            </p:cNvPr>
            <p:cNvSpPr/>
            <p:nvPr/>
          </p:nvSpPr>
          <p:spPr>
            <a:xfrm>
              <a:off x="1077343" y="2035376"/>
              <a:ext cx="2555" cy="8937"/>
            </a:xfrm>
            <a:custGeom>
              <a:avLst/>
              <a:gdLst>
                <a:gd name="connsiteX0" fmla="*/ 0 w 2555"/>
                <a:gd name="connsiteY0" fmla="*/ 3830 h 8937"/>
                <a:gd name="connsiteX1" fmla="*/ 1278 w 2555"/>
                <a:gd name="connsiteY1" fmla="*/ 7661 h 8937"/>
                <a:gd name="connsiteX2" fmla="*/ 2556 w 2555"/>
                <a:gd name="connsiteY2" fmla="*/ 8938 h 8937"/>
                <a:gd name="connsiteX3" fmla="*/ 2556 w 2555"/>
                <a:gd name="connsiteY3" fmla="*/ 0 h 8937"/>
                <a:gd name="connsiteX4" fmla="*/ 0 w 2555"/>
                <a:gd name="connsiteY4" fmla="*/ 3830 h 8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5" h="8937">
                  <a:moveTo>
                    <a:pt x="0" y="3830"/>
                  </a:moveTo>
                  <a:cubicBezTo>
                    <a:pt x="0" y="5107"/>
                    <a:pt x="0" y="6384"/>
                    <a:pt x="1278" y="7661"/>
                  </a:cubicBezTo>
                  <a:cubicBezTo>
                    <a:pt x="1917" y="8299"/>
                    <a:pt x="1917" y="8299"/>
                    <a:pt x="2556" y="8938"/>
                  </a:cubicBezTo>
                  <a:lnTo>
                    <a:pt x="2556" y="0"/>
                  </a:lnTo>
                  <a:cubicBezTo>
                    <a:pt x="0" y="1277"/>
                    <a:pt x="0" y="3830"/>
                    <a:pt x="0" y="3830"/>
                  </a:cubicBezTo>
                  <a:close/>
                </a:path>
              </a:pathLst>
            </a:custGeom>
            <a:solidFill>
              <a:srgbClr val="26890D"/>
            </a:solidFill>
            <a:ln w="6390" cap="flat">
              <a:noFill/>
              <a:prstDash val="solid"/>
              <a:miter/>
            </a:ln>
          </p:spPr>
          <p:txBody>
            <a:bodyPr rtlCol="0" anchor="ctr"/>
            <a:lstStyle/>
            <a:p>
              <a:endParaRPr lang="en-US"/>
            </a:p>
          </p:txBody>
        </p:sp>
        <p:sp>
          <p:nvSpPr>
            <p:cNvPr id="1238" name="Graphic 1039">
              <a:extLst>
                <a:ext uri="{FF2B5EF4-FFF2-40B4-BE49-F238E27FC236}">
                  <a16:creationId xmlns:a16="http://schemas.microsoft.com/office/drawing/2014/main" id="{B47547DB-E28D-1F4E-AA1A-CEB0BC674915}"/>
                </a:ext>
              </a:extLst>
            </p:cNvPr>
            <p:cNvSpPr/>
            <p:nvPr/>
          </p:nvSpPr>
          <p:spPr>
            <a:xfrm>
              <a:off x="1092040" y="2057720"/>
              <a:ext cx="3220" cy="9575"/>
            </a:xfrm>
            <a:custGeom>
              <a:avLst/>
              <a:gdLst>
                <a:gd name="connsiteX0" fmla="*/ 1278 w 3220"/>
                <a:gd name="connsiteY0" fmla="*/ 8299 h 9575"/>
                <a:gd name="connsiteX1" fmla="*/ 2556 w 3220"/>
                <a:gd name="connsiteY1" fmla="*/ 2554 h 9575"/>
                <a:gd name="connsiteX2" fmla="*/ 0 w 3220"/>
                <a:gd name="connsiteY2" fmla="*/ 0 h 9575"/>
                <a:gd name="connsiteX3" fmla="*/ 0 w 3220"/>
                <a:gd name="connsiteY3" fmla="*/ 9576 h 9575"/>
                <a:gd name="connsiteX4" fmla="*/ 1278 w 3220"/>
                <a:gd name="connsiteY4" fmla="*/ 8299 h 9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20" h="9575">
                  <a:moveTo>
                    <a:pt x="1278" y="8299"/>
                  </a:moveTo>
                  <a:cubicBezTo>
                    <a:pt x="3195" y="6384"/>
                    <a:pt x="3834" y="4469"/>
                    <a:pt x="2556" y="2554"/>
                  </a:cubicBezTo>
                  <a:cubicBezTo>
                    <a:pt x="1917" y="1277"/>
                    <a:pt x="1278" y="638"/>
                    <a:pt x="0" y="0"/>
                  </a:cubicBezTo>
                  <a:lnTo>
                    <a:pt x="0" y="9576"/>
                  </a:lnTo>
                  <a:cubicBezTo>
                    <a:pt x="639" y="8938"/>
                    <a:pt x="1278" y="8938"/>
                    <a:pt x="1278" y="8299"/>
                  </a:cubicBezTo>
                  <a:close/>
                </a:path>
              </a:pathLst>
            </a:custGeom>
            <a:solidFill>
              <a:srgbClr val="26890D"/>
            </a:solidFill>
            <a:ln w="6390" cap="flat">
              <a:noFill/>
              <a:prstDash val="solid"/>
              <a:miter/>
            </a:ln>
          </p:spPr>
          <p:txBody>
            <a:bodyPr rtlCol="0" anchor="ctr"/>
            <a:lstStyle/>
            <a:p>
              <a:endParaRPr lang="en-US"/>
            </a:p>
          </p:txBody>
        </p:sp>
        <p:sp>
          <p:nvSpPr>
            <p:cNvPr id="1239" name="Graphic 1039">
              <a:extLst>
                <a:ext uri="{FF2B5EF4-FFF2-40B4-BE49-F238E27FC236}">
                  <a16:creationId xmlns:a16="http://schemas.microsoft.com/office/drawing/2014/main" id="{99582E71-4EAB-0949-AADE-1420069C30DC}"/>
                </a:ext>
              </a:extLst>
            </p:cNvPr>
            <p:cNvSpPr/>
            <p:nvPr/>
          </p:nvSpPr>
          <p:spPr>
            <a:xfrm>
              <a:off x="1029418" y="1983027"/>
              <a:ext cx="114379" cy="183858"/>
            </a:xfrm>
            <a:custGeom>
              <a:avLst/>
              <a:gdLst>
                <a:gd name="connsiteX0" fmla="*/ 79874 w 114379"/>
                <a:gd name="connsiteY0" fmla="*/ 12130 h 183858"/>
                <a:gd name="connsiteX1" fmla="*/ 73484 w 114379"/>
                <a:gd name="connsiteY1" fmla="*/ 11491 h 183858"/>
                <a:gd name="connsiteX2" fmla="*/ 56870 w 114379"/>
                <a:gd name="connsiteY2" fmla="*/ 0 h 183858"/>
                <a:gd name="connsiteX3" fmla="*/ 37701 w 114379"/>
                <a:gd name="connsiteY3" fmla="*/ 13406 h 183858"/>
                <a:gd name="connsiteX4" fmla="*/ 30033 w 114379"/>
                <a:gd name="connsiteY4" fmla="*/ 13406 h 183858"/>
                <a:gd name="connsiteX5" fmla="*/ 14058 w 114379"/>
                <a:gd name="connsiteY5" fmla="*/ 1915 h 183858"/>
                <a:gd name="connsiteX6" fmla="*/ 0 w 114379"/>
                <a:gd name="connsiteY6" fmla="*/ 12768 h 183858"/>
                <a:gd name="connsiteX7" fmla="*/ 0 w 114379"/>
                <a:gd name="connsiteY7" fmla="*/ 183859 h 183858"/>
                <a:gd name="connsiteX8" fmla="*/ 114380 w 114379"/>
                <a:gd name="connsiteY8" fmla="*/ 183859 h 183858"/>
                <a:gd name="connsiteX9" fmla="*/ 114380 w 114379"/>
                <a:gd name="connsiteY9" fmla="*/ 15960 h 183858"/>
                <a:gd name="connsiteX10" fmla="*/ 99683 w 114379"/>
                <a:gd name="connsiteY10" fmla="*/ 1915 h 183858"/>
                <a:gd name="connsiteX11" fmla="*/ 79874 w 114379"/>
                <a:gd name="connsiteY11" fmla="*/ 12130 h 183858"/>
                <a:gd name="connsiteX12" fmla="*/ 37701 w 114379"/>
                <a:gd name="connsiteY12" fmla="*/ 81715 h 183858"/>
                <a:gd name="connsiteX13" fmla="*/ 44091 w 114379"/>
                <a:gd name="connsiteY13" fmla="*/ 79800 h 183858"/>
                <a:gd name="connsiteX14" fmla="*/ 50480 w 114379"/>
                <a:gd name="connsiteY14" fmla="*/ 82353 h 183858"/>
                <a:gd name="connsiteX15" fmla="*/ 50480 w 114379"/>
                <a:gd name="connsiteY15" fmla="*/ 70224 h 183858"/>
                <a:gd name="connsiteX16" fmla="*/ 41535 w 114379"/>
                <a:gd name="connsiteY16" fmla="*/ 65117 h 183858"/>
                <a:gd name="connsiteX17" fmla="*/ 38340 w 114379"/>
                <a:gd name="connsiteY17" fmla="*/ 53625 h 183858"/>
                <a:gd name="connsiteX18" fmla="*/ 47285 w 114379"/>
                <a:gd name="connsiteY18" fmla="*/ 42134 h 183858"/>
                <a:gd name="connsiteX19" fmla="*/ 50480 w 114379"/>
                <a:gd name="connsiteY19" fmla="*/ 40857 h 183858"/>
                <a:gd name="connsiteX20" fmla="*/ 50480 w 114379"/>
                <a:gd name="connsiteY20" fmla="*/ 36389 h 183858"/>
                <a:gd name="connsiteX21" fmla="*/ 56870 w 114379"/>
                <a:gd name="connsiteY21" fmla="*/ 30005 h 183858"/>
                <a:gd name="connsiteX22" fmla="*/ 63260 w 114379"/>
                <a:gd name="connsiteY22" fmla="*/ 36389 h 183858"/>
                <a:gd name="connsiteX23" fmla="*/ 63260 w 114379"/>
                <a:gd name="connsiteY23" fmla="*/ 40219 h 183858"/>
                <a:gd name="connsiteX24" fmla="*/ 70928 w 114379"/>
                <a:gd name="connsiteY24" fmla="*/ 42773 h 183858"/>
                <a:gd name="connsiteX25" fmla="*/ 73484 w 114379"/>
                <a:gd name="connsiteY25" fmla="*/ 49157 h 183858"/>
                <a:gd name="connsiteX26" fmla="*/ 67094 w 114379"/>
                <a:gd name="connsiteY26" fmla="*/ 51710 h 183858"/>
                <a:gd name="connsiteX27" fmla="*/ 63260 w 114379"/>
                <a:gd name="connsiteY27" fmla="*/ 50433 h 183858"/>
                <a:gd name="connsiteX28" fmla="*/ 63260 w 114379"/>
                <a:gd name="connsiteY28" fmla="*/ 62563 h 183858"/>
                <a:gd name="connsiteX29" fmla="*/ 74123 w 114379"/>
                <a:gd name="connsiteY29" fmla="*/ 72139 h 183858"/>
                <a:gd name="connsiteX30" fmla="*/ 70928 w 114379"/>
                <a:gd name="connsiteY30" fmla="*/ 88737 h 183858"/>
                <a:gd name="connsiteX31" fmla="*/ 63260 w 114379"/>
                <a:gd name="connsiteY31" fmla="*/ 93206 h 183858"/>
                <a:gd name="connsiteX32" fmla="*/ 63260 w 114379"/>
                <a:gd name="connsiteY32" fmla="*/ 94483 h 183858"/>
                <a:gd name="connsiteX33" fmla="*/ 56870 w 114379"/>
                <a:gd name="connsiteY33" fmla="*/ 100867 h 183858"/>
                <a:gd name="connsiteX34" fmla="*/ 50480 w 114379"/>
                <a:gd name="connsiteY34" fmla="*/ 94483 h 183858"/>
                <a:gd name="connsiteX35" fmla="*/ 50480 w 114379"/>
                <a:gd name="connsiteY35" fmla="*/ 92568 h 183858"/>
                <a:gd name="connsiteX36" fmla="*/ 39618 w 114379"/>
                <a:gd name="connsiteY36" fmla="*/ 88099 h 183858"/>
                <a:gd name="connsiteX37" fmla="*/ 37701 w 114379"/>
                <a:gd name="connsiteY37" fmla="*/ 81715 h 183858"/>
                <a:gd name="connsiteX38" fmla="*/ 31311 w 114379"/>
                <a:gd name="connsiteY38" fmla="*/ 118104 h 183858"/>
                <a:gd name="connsiteX39" fmla="*/ 79874 w 114379"/>
                <a:gd name="connsiteY39" fmla="*/ 118104 h 183858"/>
                <a:gd name="connsiteX40" fmla="*/ 86264 w 114379"/>
                <a:gd name="connsiteY40" fmla="*/ 124488 h 183858"/>
                <a:gd name="connsiteX41" fmla="*/ 79874 w 114379"/>
                <a:gd name="connsiteY41" fmla="*/ 130872 h 183858"/>
                <a:gd name="connsiteX42" fmla="*/ 31311 w 114379"/>
                <a:gd name="connsiteY42" fmla="*/ 130872 h 183858"/>
                <a:gd name="connsiteX43" fmla="*/ 24921 w 114379"/>
                <a:gd name="connsiteY43" fmla="*/ 124488 h 183858"/>
                <a:gd name="connsiteX44" fmla="*/ 31311 w 114379"/>
                <a:gd name="connsiteY44" fmla="*/ 118104 h 183858"/>
                <a:gd name="connsiteX45" fmla="*/ 81152 w 114379"/>
                <a:gd name="connsiteY45" fmla="*/ 157684 h 183858"/>
                <a:gd name="connsiteX46" fmla="*/ 32589 w 114379"/>
                <a:gd name="connsiteY46" fmla="*/ 157684 h 183858"/>
                <a:gd name="connsiteX47" fmla="*/ 26199 w 114379"/>
                <a:gd name="connsiteY47" fmla="*/ 151300 h 183858"/>
                <a:gd name="connsiteX48" fmla="*/ 32589 w 114379"/>
                <a:gd name="connsiteY48" fmla="*/ 144916 h 183858"/>
                <a:gd name="connsiteX49" fmla="*/ 81152 w 114379"/>
                <a:gd name="connsiteY49" fmla="*/ 144916 h 183858"/>
                <a:gd name="connsiteX50" fmla="*/ 87542 w 114379"/>
                <a:gd name="connsiteY50" fmla="*/ 151300 h 183858"/>
                <a:gd name="connsiteX51" fmla="*/ 81152 w 114379"/>
                <a:gd name="connsiteY51" fmla="*/ 157684 h 18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4379" h="183858">
                  <a:moveTo>
                    <a:pt x="79874" y="12130"/>
                  </a:moveTo>
                  <a:cubicBezTo>
                    <a:pt x="77957" y="13406"/>
                    <a:pt x="75401" y="12768"/>
                    <a:pt x="73484" y="11491"/>
                  </a:cubicBezTo>
                  <a:lnTo>
                    <a:pt x="56870" y="0"/>
                  </a:lnTo>
                  <a:lnTo>
                    <a:pt x="37701" y="13406"/>
                  </a:lnTo>
                  <a:cubicBezTo>
                    <a:pt x="35784" y="15322"/>
                    <a:pt x="32589" y="15322"/>
                    <a:pt x="30033" y="13406"/>
                  </a:cubicBezTo>
                  <a:lnTo>
                    <a:pt x="14058" y="1915"/>
                  </a:lnTo>
                  <a:lnTo>
                    <a:pt x="0" y="12768"/>
                  </a:lnTo>
                  <a:lnTo>
                    <a:pt x="0" y="183859"/>
                  </a:lnTo>
                  <a:lnTo>
                    <a:pt x="114380" y="183859"/>
                  </a:lnTo>
                  <a:lnTo>
                    <a:pt x="114380" y="15960"/>
                  </a:lnTo>
                  <a:lnTo>
                    <a:pt x="99683" y="1915"/>
                  </a:lnTo>
                  <a:lnTo>
                    <a:pt x="79874" y="12130"/>
                  </a:lnTo>
                  <a:close/>
                  <a:moveTo>
                    <a:pt x="37701" y="81715"/>
                  </a:moveTo>
                  <a:cubicBezTo>
                    <a:pt x="38979" y="79161"/>
                    <a:pt x="42174" y="78523"/>
                    <a:pt x="44091" y="79800"/>
                  </a:cubicBezTo>
                  <a:cubicBezTo>
                    <a:pt x="45368" y="80438"/>
                    <a:pt x="47925" y="81715"/>
                    <a:pt x="50480" y="82353"/>
                  </a:cubicBezTo>
                  <a:lnTo>
                    <a:pt x="50480" y="70224"/>
                  </a:lnTo>
                  <a:cubicBezTo>
                    <a:pt x="46646" y="69585"/>
                    <a:pt x="44091" y="67670"/>
                    <a:pt x="41535" y="65117"/>
                  </a:cubicBezTo>
                  <a:cubicBezTo>
                    <a:pt x="38979" y="61925"/>
                    <a:pt x="37701" y="57456"/>
                    <a:pt x="38340" y="53625"/>
                  </a:cubicBezTo>
                  <a:cubicBezTo>
                    <a:pt x="38979" y="49795"/>
                    <a:pt x="41535" y="44688"/>
                    <a:pt x="47285" y="42134"/>
                  </a:cubicBezTo>
                  <a:cubicBezTo>
                    <a:pt x="48563" y="41496"/>
                    <a:pt x="49202" y="41496"/>
                    <a:pt x="50480" y="40857"/>
                  </a:cubicBezTo>
                  <a:lnTo>
                    <a:pt x="50480" y="36389"/>
                  </a:lnTo>
                  <a:cubicBezTo>
                    <a:pt x="50480" y="32558"/>
                    <a:pt x="53036" y="30005"/>
                    <a:pt x="56870" y="30005"/>
                  </a:cubicBezTo>
                  <a:cubicBezTo>
                    <a:pt x="60704" y="30005"/>
                    <a:pt x="63260" y="32558"/>
                    <a:pt x="63260" y="36389"/>
                  </a:cubicBezTo>
                  <a:lnTo>
                    <a:pt x="63260" y="40219"/>
                  </a:lnTo>
                  <a:cubicBezTo>
                    <a:pt x="65816" y="40857"/>
                    <a:pt x="68372" y="41496"/>
                    <a:pt x="70928" y="42773"/>
                  </a:cubicBezTo>
                  <a:cubicBezTo>
                    <a:pt x="73484" y="44049"/>
                    <a:pt x="74762" y="46603"/>
                    <a:pt x="73484" y="49157"/>
                  </a:cubicBezTo>
                  <a:cubicBezTo>
                    <a:pt x="72206" y="51710"/>
                    <a:pt x="69650" y="52987"/>
                    <a:pt x="67094" y="51710"/>
                  </a:cubicBezTo>
                  <a:cubicBezTo>
                    <a:pt x="65816" y="51072"/>
                    <a:pt x="64538" y="50433"/>
                    <a:pt x="63260" y="50433"/>
                  </a:cubicBezTo>
                  <a:lnTo>
                    <a:pt x="63260" y="62563"/>
                  </a:lnTo>
                  <a:cubicBezTo>
                    <a:pt x="68372" y="64478"/>
                    <a:pt x="72206" y="67670"/>
                    <a:pt x="74123" y="72139"/>
                  </a:cubicBezTo>
                  <a:cubicBezTo>
                    <a:pt x="76679" y="77885"/>
                    <a:pt x="75401" y="84269"/>
                    <a:pt x="70928" y="88737"/>
                  </a:cubicBezTo>
                  <a:cubicBezTo>
                    <a:pt x="68372" y="91291"/>
                    <a:pt x="65816" y="92568"/>
                    <a:pt x="63260" y="93206"/>
                  </a:cubicBezTo>
                  <a:lnTo>
                    <a:pt x="63260" y="94483"/>
                  </a:lnTo>
                  <a:cubicBezTo>
                    <a:pt x="63260" y="98313"/>
                    <a:pt x="60704" y="100867"/>
                    <a:pt x="56870" y="100867"/>
                  </a:cubicBezTo>
                  <a:cubicBezTo>
                    <a:pt x="53036" y="100867"/>
                    <a:pt x="50480" y="98313"/>
                    <a:pt x="50480" y="94483"/>
                  </a:cubicBezTo>
                  <a:lnTo>
                    <a:pt x="50480" y="92568"/>
                  </a:lnTo>
                  <a:cubicBezTo>
                    <a:pt x="44730" y="91291"/>
                    <a:pt x="40257" y="88737"/>
                    <a:pt x="39618" y="88099"/>
                  </a:cubicBezTo>
                  <a:cubicBezTo>
                    <a:pt x="37062" y="87461"/>
                    <a:pt x="36423" y="84269"/>
                    <a:pt x="37701" y="81715"/>
                  </a:cubicBezTo>
                  <a:close/>
                  <a:moveTo>
                    <a:pt x="31311" y="118104"/>
                  </a:moveTo>
                  <a:lnTo>
                    <a:pt x="79874" y="118104"/>
                  </a:lnTo>
                  <a:cubicBezTo>
                    <a:pt x="83708" y="118104"/>
                    <a:pt x="86264" y="120657"/>
                    <a:pt x="86264" y="124488"/>
                  </a:cubicBezTo>
                  <a:cubicBezTo>
                    <a:pt x="86264" y="128318"/>
                    <a:pt x="83708" y="130872"/>
                    <a:pt x="79874" y="130872"/>
                  </a:cubicBezTo>
                  <a:lnTo>
                    <a:pt x="31311" y="130872"/>
                  </a:lnTo>
                  <a:cubicBezTo>
                    <a:pt x="27477" y="130872"/>
                    <a:pt x="24921" y="128318"/>
                    <a:pt x="24921" y="124488"/>
                  </a:cubicBezTo>
                  <a:cubicBezTo>
                    <a:pt x="24921" y="120657"/>
                    <a:pt x="28116" y="118104"/>
                    <a:pt x="31311" y="118104"/>
                  </a:cubicBezTo>
                  <a:close/>
                  <a:moveTo>
                    <a:pt x="81152" y="157684"/>
                  </a:moveTo>
                  <a:lnTo>
                    <a:pt x="32589" y="157684"/>
                  </a:lnTo>
                  <a:cubicBezTo>
                    <a:pt x="28755" y="157684"/>
                    <a:pt x="26199" y="155131"/>
                    <a:pt x="26199" y="151300"/>
                  </a:cubicBezTo>
                  <a:cubicBezTo>
                    <a:pt x="26199" y="147470"/>
                    <a:pt x="28755" y="144916"/>
                    <a:pt x="32589" y="144916"/>
                  </a:cubicBezTo>
                  <a:lnTo>
                    <a:pt x="81152" y="144916"/>
                  </a:lnTo>
                  <a:cubicBezTo>
                    <a:pt x="84986" y="144916"/>
                    <a:pt x="87542" y="147470"/>
                    <a:pt x="87542" y="151300"/>
                  </a:cubicBezTo>
                  <a:cubicBezTo>
                    <a:pt x="87542" y="155131"/>
                    <a:pt x="84347" y="157684"/>
                    <a:pt x="81152" y="157684"/>
                  </a:cubicBezTo>
                  <a:close/>
                </a:path>
              </a:pathLst>
            </a:custGeom>
            <a:solidFill>
              <a:srgbClr val="26890D"/>
            </a:solidFill>
            <a:ln w="6390" cap="flat">
              <a:noFill/>
              <a:prstDash val="solid"/>
              <a:miter/>
            </a:ln>
          </p:spPr>
          <p:txBody>
            <a:bodyPr rtlCol="0" anchor="ctr"/>
            <a:lstStyle/>
            <a:p>
              <a:endParaRPr lang="en-US"/>
            </a:p>
          </p:txBody>
        </p:sp>
        <p:sp>
          <p:nvSpPr>
            <p:cNvPr id="1240" name="Graphic 1039">
              <a:extLst>
                <a:ext uri="{FF2B5EF4-FFF2-40B4-BE49-F238E27FC236}">
                  <a16:creationId xmlns:a16="http://schemas.microsoft.com/office/drawing/2014/main" id="{68E2092E-C686-2D4A-8195-74C0E562E9FE}"/>
                </a:ext>
              </a:extLst>
            </p:cNvPr>
            <p:cNvSpPr/>
            <p:nvPr/>
          </p:nvSpPr>
          <p:spPr>
            <a:xfrm>
              <a:off x="905454"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51125 w 361670"/>
                <a:gd name="connsiteY5" fmla="*/ 279619 h 361333"/>
                <a:gd name="connsiteX6" fmla="*/ 244735 w 361670"/>
                <a:gd name="connsiteY6" fmla="*/ 286003 h 361333"/>
                <a:gd name="connsiteX7" fmla="*/ 118214 w 361670"/>
                <a:gd name="connsiteY7" fmla="*/ 286003 h 361333"/>
                <a:gd name="connsiteX8" fmla="*/ 111824 w 361670"/>
                <a:gd name="connsiteY8" fmla="*/ 279619 h 361333"/>
                <a:gd name="connsiteX9" fmla="*/ 111824 w 361670"/>
                <a:gd name="connsiteY9" fmla="*/ 98952 h 361333"/>
                <a:gd name="connsiteX10" fmla="*/ 114380 w 361670"/>
                <a:gd name="connsiteY10" fmla="*/ 93845 h 361333"/>
                <a:gd name="connsiteX11" fmla="*/ 134828 w 361670"/>
                <a:gd name="connsiteY11" fmla="*/ 78523 h 361333"/>
                <a:gd name="connsiteX12" fmla="*/ 142496 w 361670"/>
                <a:gd name="connsiteY12" fmla="*/ 78523 h 361333"/>
                <a:gd name="connsiteX13" fmla="*/ 158470 w 361670"/>
                <a:gd name="connsiteY13" fmla="*/ 90014 h 361333"/>
                <a:gd name="connsiteX14" fmla="*/ 177640 w 361670"/>
                <a:gd name="connsiteY14" fmla="*/ 76608 h 361333"/>
                <a:gd name="connsiteX15" fmla="*/ 185308 w 361670"/>
                <a:gd name="connsiteY15" fmla="*/ 76608 h 361333"/>
                <a:gd name="connsiteX16" fmla="*/ 202561 w 361670"/>
                <a:gd name="connsiteY16" fmla="*/ 88737 h 361333"/>
                <a:gd name="connsiteX17" fmla="*/ 223009 w 361670"/>
                <a:gd name="connsiteY17" fmla="*/ 77885 h 361333"/>
                <a:gd name="connsiteX18" fmla="*/ 230677 w 361670"/>
                <a:gd name="connsiteY18" fmla="*/ 79161 h 361333"/>
                <a:gd name="connsiteX19" fmla="*/ 250486 w 361670"/>
                <a:gd name="connsiteY19" fmla="*/ 98313 h 361333"/>
                <a:gd name="connsiteX20" fmla="*/ 252403 w 361670"/>
                <a:gd name="connsiteY20" fmla="*/ 102782 h 361333"/>
                <a:gd name="connsiteX21" fmla="*/ 252403 w 361670"/>
                <a:gd name="connsiteY21" fmla="*/ 27961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251125" y="279619"/>
                  </a:moveTo>
                  <a:cubicBezTo>
                    <a:pt x="251125" y="283449"/>
                    <a:pt x="248569" y="286003"/>
                    <a:pt x="244735" y="286003"/>
                  </a:cubicBezTo>
                  <a:lnTo>
                    <a:pt x="118214" y="286003"/>
                  </a:lnTo>
                  <a:cubicBezTo>
                    <a:pt x="114380" y="286003"/>
                    <a:pt x="111824" y="283449"/>
                    <a:pt x="111824" y="279619"/>
                  </a:cubicBezTo>
                  <a:lnTo>
                    <a:pt x="111824" y="98952"/>
                  </a:lnTo>
                  <a:cubicBezTo>
                    <a:pt x="111824" y="97037"/>
                    <a:pt x="112463" y="95121"/>
                    <a:pt x="114380" y="93845"/>
                  </a:cubicBezTo>
                  <a:lnTo>
                    <a:pt x="134828" y="78523"/>
                  </a:lnTo>
                  <a:cubicBezTo>
                    <a:pt x="137384" y="76608"/>
                    <a:pt x="139940" y="76608"/>
                    <a:pt x="142496" y="78523"/>
                  </a:cubicBezTo>
                  <a:lnTo>
                    <a:pt x="158470" y="90014"/>
                  </a:lnTo>
                  <a:lnTo>
                    <a:pt x="177640" y="76608"/>
                  </a:lnTo>
                  <a:cubicBezTo>
                    <a:pt x="179557" y="75331"/>
                    <a:pt x="182752" y="74693"/>
                    <a:pt x="185308" y="76608"/>
                  </a:cubicBezTo>
                  <a:lnTo>
                    <a:pt x="202561" y="88737"/>
                  </a:lnTo>
                  <a:lnTo>
                    <a:pt x="223009" y="77885"/>
                  </a:lnTo>
                  <a:cubicBezTo>
                    <a:pt x="225565" y="76608"/>
                    <a:pt x="228121" y="77246"/>
                    <a:pt x="230677" y="79161"/>
                  </a:cubicBezTo>
                  <a:lnTo>
                    <a:pt x="250486" y="98313"/>
                  </a:lnTo>
                  <a:cubicBezTo>
                    <a:pt x="251764" y="99590"/>
                    <a:pt x="252403" y="100867"/>
                    <a:pt x="252403" y="102782"/>
                  </a:cubicBezTo>
                  <a:lnTo>
                    <a:pt x="252403" y="279619"/>
                  </a:lnTo>
                  <a:close/>
                </a:path>
              </a:pathLst>
            </a:custGeom>
            <a:solidFill>
              <a:srgbClr val="26890D"/>
            </a:solidFill>
            <a:ln w="6390" cap="flat">
              <a:noFill/>
              <a:prstDash val="solid"/>
              <a:miter/>
            </a:ln>
          </p:spPr>
          <p:txBody>
            <a:bodyPr rtlCol="0" anchor="ctr"/>
            <a:lstStyle/>
            <a:p>
              <a:endParaRPr lang="en-US"/>
            </a:p>
          </p:txBody>
        </p:sp>
      </p:grpSp>
      <p:grpSp>
        <p:nvGrpSpPr>
          <p:cNvPr id="1241" name="Graphic 1039">
            <a:extLst>
              <a:ext uri="{FF2B5EF4-FFF2-40B4-BE49-F238E27FC236}">
                <a16:creationId xmlns:a16="http://schemas.microsoft.com/office/drawing/2014/main" id="{AF56B5C1-E29B-EB4F-90D4-3B0870E693E3}"/>
              </a:ext>
            </a:extLst>
          </p:cNvPr>
          <p:cNvGrpSpPr/>
          <p:nvPr/>
        </p:nvGrpSpPr>
        <p:grpSpPr>
          <a:xfrm>
            <a:off x="905454" y="2855717"/>
            <a:ext cx="361670" cy="361333"/>
            <a:chOff x="905454" y="2855717"/>
            <a:chExt cx="361670" cy="361333"/>
          </a:xfrm>
          <a:solidFill>
            <a:srgbClr val="26890D"/>
          </a:solidFill>
        </p:grpSpPr>
        <p:sp>
          <p:nvSpPr>
            <p:cNvPr id="1242" name="Graphic 1039">
              <a:extLst>
                <a:ext uri="{FF2B5EF4-FFF2-40B4-BE49-F238E27FC236}">
                  <a16:creationId xmlns:a16="http://schemas.microsoft.com/office/drawing/2014/main" id="{3395749C-DDCF-4640-8537-E35D50E2FE4E}"/>
                </a:ext>
              </a:extLst>
            </p:cNvPr>
            <p:cNvSpPr/>
            <p:nvPr/>
          </p:nvSpPr>
          <p:spPr>
            <a:xfrm>
              <a:off x="1085011" y="3040215"/>
              <a:ext cx="84347" cy="82353"/>
            </a:xfrm>
            <a:custGeom>
              <a:avLst/>
              <a:gdLst>
                <a:gd name="connsiteX0" fmla="*/ 1917 w 84347"/>
                <a:gd name="connsiteY0" fmla="*/ 5746 h 82353"/>
                <a:gd name="connsiteX1" fmla="*/ 0 w 84347"/>
                <a:gd name="connsiteY1" fmla="*/ 35112 h 82353"/>
                <a:gd name="connsiteX2" fmla="*/ 53036 w 84347"/>
                <a:gd name="connsiteY2" fmla="*/ 82353 h 82353"/>
                <a:gd name="connsiteX3" fmla="*/ 84347 w 84347"/>
                <a:gd name="connsiteY3" fmla="*/ 47241 h 82353"/>
                <a:gd name="connsiteX4" fmla="*/ 31311 w 84347"/>
                <a:gd name="connsiteY4" fmla="*/ 0 h 82353"/>
                <a:gd name="connsiteX5" fmla="*/ 1917 w 84347"/>
                <a:gd name="connsiteY5" fmla="*/ 5746 h 82353"/>
                <a:gd name="connsiteX6" fmla="*/ 21087 w 84347"/>
                <a:gd name="connsiteY6" fmla="*/ 22982 h 82353"/>
                <a:gd name="connsiteX7" fmla="*/ 15975 w 84347"/>
                <a:gd name="connsiteY7" fmla="*/ 25536 h 82353"/>
                <a:gd name="connsiteX8" fmla="*/ 15336 w 84347"/>
                <a:gd name="connsiteY8" fmla="*/ 25536 h 82353"/>
                <a:gd name="connsiteX9" fmla="*/ 10224 w 84347"/>
                <a:gd name="connsiteY9" fmla="*/ 23621 h 82353"/>
                <a:gd name="connsiteX10" fmla="*/ 9585 w 84347"/>
                <a:gd name="connsiteY10" fmla="*/ 12768 h 82353"/>
                <a:gd name="connsiteX11" fmla="*/ 20448 w 84347"/>
                <a:gd name="connsiteY11" fmla="*/ 12130 h 82353"/>
                <a:gd name="connsiteX12" fmla="*/ 20448 w 84347"/>
                <a:gd name="connsiteY12" fmla="*/ 12130 h 82353"/>
                <a:gd name="connsiteX13" fmla="*/ 23004 w 84347"/>
                <a:gd name="connsiteY13" fmla="*/ 17237 h 82353"/>
                <a:gd name="connsiteX14" fmla="*/ 21087 w 84347"/>
                <a:gd name="connsiteY14" fmla="*/ 22982 h 8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347" h="82353">
                  <a:moveTo>
                    <a:pt x="1917" y="5746"/>
                  </a:moveTo>
                  <a:lnTo>
                    <a:pt x="0" y="35112"/>
                  </a:lnTo>
                  <a:lnTo>
                    <a:pt x="53036" y="82353"/>
                  </a:lnTo>
                  <a:lnTo>
                    <a:pt x="84347" y="47241"/>
                  </a:lnTo>
                  <a:lnTo>
                    <a:pt x="31311" y="0"/>
                  </a:lnTo>
                  <a:lnTo>
                    <a:pt x="1917" y="5746"/>
                  </a:lnTo>
                  <a:close/>
                  <a:moveTo>
                    <a:pt x="21087" y="22982"/>
                  </a:moveTo>
                  <a:cubicBezTo>
                    <a:pt x="19809" y="24259"/>
                    <a:pt x="17892" y="25536"/>
                    <a:pt x="15975" y="25536"/>
                  </a:cubicBezTo>
                  <a:cubicBezTo>
                    <a:pt x="15975" y="25536"/>
                    <a:pt x="15975" y="25536"/>
                    <a:pt x="15336" y="25536"/>
                  </a:cubicBezTo>
                  <a:cubicBezTo>
                    <a:pt x="13419" y="25536"/>
                    <a:pt x="11502" y="24897"/>
                    <a:pt x="10224" y="23621"/>
                  </a:cubicBezTo>
                  <a:cubicBezTo>
                    <a:pt x="7029" y="21067"/>
                    <a:pt x="7029" y="15960"/>
                    <a:pt x="9585" y="12768"/>
                  </a:cubicBezTo>
                  <a:cubicBezTo>
                    <a:pt x="12141" y="9576"/>
                    <a:pt x="17253" y="8938"/>
                    <a:pt x="20448" y="12130"/>
                  </a:cubicBezTo>
                  <a:cubicBezTo>
                    <a:pt x="20448" y="12130"/>
                    <a:pt x="20448" y="12130"/>
                    <a:pt x="20448" y="12130"/>
                  </a:cubicBezTo>
                  <a:cubicBezTo>
                    <a:pt x="21726" y="13406"/>
                    <a:pt x="23004" y="15322"/>
                    <a:pt x="23004" y="17237"/>
                  </a:cubicBezTo>
                  <a:cubicBezTo>
                    <a:pt x="23643" y="19790"/>
                    <a:pt x="23004" y="21706"/>
                    <a:pt x="21087" y="22982"/>
                  </a:cubicBezTo>
                  <a:close/>
                </a:path>
              </a:pathLst>
            </a:custGeom>
            <a:solidFill>
              <a:srgbClr val="26890D"/>
            </a:solidFill>
            <a:ln w="6390" cap="flat">
              <a:noFill/>
              <a:prstDash val="solid"/>
              <a:miter/>
            </a:ln>
          </p:spPr>
          <p:txBody>
            <a:bodyPr rtlCol="0" anchor="ctr"/>
            <a:lstStyle/>
            <a:p>
              <a:endParaRPr lang="en-US"/>
            </a:p>
          </p:txBody>
        </p:sp>
        <p:sp>
          <p:nvSpPr>
            <p:cNvPr id="1243" name="Graphic 1039">
              <a:extLst>
                <a:ext uri="{FF2B5EF4-FFF2-40B4-BE49-F238E27FC236}">
                  <a16:creationId xmlns:a16="http://schemas.microsoft.com/office/drawing/2014/main" id="{622008B2-CA7B-3245-9536-6B79B545D74E}"/>
                </a:ext>
              </a:extLst>
            </p:cNvPr>
            <p:cNvSpPr/>
            <p:nvPr/>
          </p:nvSpPr>
          <p:spPr>
            <a:xfrm>
              <a:off x="1056256" y="2947647"/>
              <a:ext cx="43451" cy="24897"/>
            </a:xfrm>
            <a:custGeom>
              <a:avLst/>
              <a:gdLst>
                <a:gd name="connsiteX0" fmla="*/ 37701 w 43451"/>
                <a:gd name="connsiteY0" fmla="*/ 5746 h 24897"/>
                <a:gd name="connsiteX1" fmla="*/ 22365 w 43451"/>
                <a:gd name="connsiteY1" fmla="*/ 0 h 24897"/>
                <a:gd name="connsiteX2" fmla="*/ 5112 w 43451"/>
                <a:gd name="connsiteY2" fmla="*/ 6384 h 24897"/>
                <a:gd name="connsiteX3" fmla="*/ 0 w 43451"/>
                <a:gd name="connsiteY3" fmla="*/ 24897 h 24897"/>
                <a:gd name="connsiteX4" fmla="*/ 43452 w 43451"/>
                <a:gd name="connsiteY4" fmla="*/ 24897 h 24897"/>
                <a:gd name="connsiteX5" fmla="*/ 37701 w 43451"/>
                <a:gd name="connsiteY5" fmla="*/ 5746 h 24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451" h="24897">
                  <a:moveTo>
                    <a:pt x="37701" y="5746"/>
                  </a:moveTo>
                  <a:cubicBezTo>
                    <a:pt x="34506" y="1915"/>
                    <a:pt x="29394" y="0"/>
                    <a:pt x="22365" y="0"/>
                  </a:cubicBezTo>
                  <a:cubicBezTo>
                    <a:pt x="14697" y="0"/>
                    <a:pt x="8946" y="1915"/>
                    <a:pt x="5112" y="6384"/>
                  </a:cubicBezTo>
                  <a:cubicBezTo>
                    <a:pt x="0" y="12130"/>
                    <a:pt x="0" y="21067"/>
                    <a:pt x="0" y="24897"/>
                  </a:cubicBezTo>
                  <a:lnTo>
                    <a:pt x="43452" y="24897"/>
                  </a:lnTo>
                  <a:cubicBezTo>
                    <a:pt x="43452" y="19790"/>
                    <a:pt x="42174" y="11491"/>
                    <a:pt x="37701" y="5746"/>
                  </a:cubicBezTo>
                  <a:close/>
                </a:path>
              </a:pathLst>
            </a:custGeom>
            <a:solidFill>
              <a:srgbClr val="26890D"/>
            </a:solidFill>
            <a:ln w="6390" cap="flat">
              <a:noFill/>
              <a:prstDash val="solid"/>
              <a:miter/>
            </a:ln>
          </p:spPr>
          <p:txBody>
            <a:bodyPr rtlCol="0" anchor="ctr"/>
            <a:lstStyle/>
            <a:p>
              <a:endParaRPr lang="en-US"/>
            </a:p>
          </p:txBody>
        </p:sp>
        <p:sp>
          <p:nvSpPr>
            <p:cNvPr id="1244" name="Graphic 1039">
              <a:extLst>
                <a:ext uri="{FF2B5EF4-FFF2-40B4-BE49-F238E27FC236}">
                  <a16:creationId xmlns:a16="http://schemas.microsoft.com/office/drawing/2014/main" id="{836EF805-9616-454B-9760-F7601285A40C}"/>
                </a:ext>
              </a:extLst>
            </p:cNvPr>
            <p:cNvSpPr/>
            <p:nvPr/>
          </p:nvSpPr>
          <p:spPr>
            <a:xfrm>
              <a:off x="905454"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95532 w 361670"/>
                <a:gd name="connsiteY5" fmla="*/ 273873 h 361333"/>
                <a:gd name="connsiteX6" fmla="*/ 102239 w 361670"/>
                <a:gd name="connsiteY6" fmla="*/ 273873 h 361333"/>
                <a:gd name="connsiteX7" fmla="*/ 97766 w 361670"/>
                <a:gd name="connsiteY7" fmla="*/ 271958 h 361333"/>
                <a:gd name="connsiteX8" fmla="*/ 95849 w 361670"/>
                <a:gd name="connsiteY8" fmla="*/ 267489 h 361333"/>
                <a:gd name="connsiteX9" fmla="*/ 99683 w 361670"/>
                <a:gd name="connsiteY9" fmla="*/ 123849 h 361333"/>
                <a:gd name="connsiteX10" fmla="*/ 106073 w 361670"/>
                <a:gd name="connsiteY10" fmla="*/ 117465 h 361333"/>
                <a:gd name="connsiteX11" fmla="*/ 138023 w 361670"/>
                <a:gd name="connsiteY11" fmla="*/ 117465 h 361333"/>
                <a:gd name="connsiteX12" fmla="*/ 145691 w 361670"/>
                <a:gd name="connsiteY12" fmla="*/ 90652 h 361333"/>
                <a:gd name="connsiteX13" fmla="*/ 172528 w 361670"/>
                <a:gd name="connsiteY13" fmla="*/ 79800 h 361333"/>
                <a:gd name="connsiteX14" fmla="*/ 197449 w 361670"/>
                <a:gd name="connsiteY14" fmla="*/ 90014 h 361333"/>
                <a:gd name="connsiteX15" fmla="*/ 206395 w 361670"/>
                <a:gd name="connsiteY15" fmla="*/ 117465 h 361333"/>
                <a:gd name="connsiteX16" fmla="*/ 224287 w 361670"/>
                <a:gd name="connsiteY16" fmla="*/ 117465 h 361333"/>
                <a:gd name="connsiteX17" fmla="*/ 224287 w 361670"/>
                <a:gd name="connsiteY17" fmla="*/ 117465 h 361333"/>
                <a:gd name="connsiteX18" fmla="*/ 225565 w 361670"/>
                <a:gd name="connsiteY18" fmla="*/ 117465 h 361333"/>
                <a:gd name="connsiteX19" fmla="*/ 226843 w 361670"/>
                <a:gd name="connsiteY19" fmla="*/ 118104 h 361333"/>
                <a:gd name="connsiteX20" fmla="*/ 226843 w 361670"/>
                <a:gd name="connsiteY20" fmla="*/ 118104 h 361333"/>
                <a:gd name="connsiteX21" fmla="*/ 249847 w 361670"/>
                <a:gd name="connsiteY21" fmla="*/ 129595 h 361333"/>
                <a:gd name="connsiteX22" fmla="*/ 253680 w 361670"/>
                <a:gd name="connsiteY22" fmla="*/ 135340 h 361333"/>
                <a:gd name="connsiteX23" fmla="*/ 254959 w 361670"/>
                <a:gd name="connsiteY23" fmla="*/ 187689 h 361333"/>
                <a:gd name="connsiteX24" fmla="*/ 248569 w 361670"/>
                <a:gd name="connsiteY24" fmla="*/ 194073 h 361333"/>
                <a:gd name="connsiteX25" fmla="*/ 248569 w 361670"/>
                <a:gd name="connsiteY25" fmla="*/ 194073 h 361333"/>
                <a:gd name="connsiteX26" fmla="*/ 242179 w 361670"/>
                <a:gd name="connsiteY26" fmla="*/ 187689 h 361333"/>
                <a:gd name="connsiteX27" fmla="*/ 240901 w 361670"/>
                <a:gd name="connsiteY27" fmla="*/ 139171 h 361333"/>
                <a:gd name="connsiteX28" fmla="*/ 230677 w 361670"/>
                <a:gd name="connsiteY28" fmla="*/ 134064 h 361333"/>
                <a:gd name="connsiteX29" fmla="*/ 231316 w 361670"/>
                <a:gd name="connsiteY29" fmla="*/ 165984 h 361333"/>
                <a:gd name="connsiteX30" fmla="*/ 224926 w 361670"/>
                <a:gd name="connsiteY30" fmla="*/ 172368 h 361333"/>
                <a:gd name="connsiteX31" fmla="*/ 218536 w 361670"/>
                <a:gd name="connsiteY31" fmla="*/ 165984 h 361333"/>
                <a:gd name="connsiteX32" fmla="*/ 217897 w 361670"/>
                <a:gd name="connsiteY32" fmla="*/ 129595 h 361333"/>
                <a:gd name="connsiteX33" fmla="*/ 111824 w 361670"/>
                <a:gd name="connsiteY33" fmla="*/ 129595 h 361333"/>
                <a:gd name="connsiteX34" fmla="*/ 108629 w 361670"/>
                <a:gd name="connsiteY34" fmla="*/ 260466 h 361333"/>
                <a:gd name="connsiteX35" fmla="*/ 195532 w 361670"/>
                <a:gd name="connsiteY35" fmla="*/ 260466 h 361333"/>
                <a:gd name="connsiteX36" fmla="*/ 201922 w 361670"/>
                <a:gd name="connsiteY36" fmla="*/ 266850 h 361333"/>
                <a:gd name="connsiteX37" fmla="*/ 195532 w 361670"/>
                <a:gd name="connsiteY37" fmla="*/ 273873 h 361333"/>
                <a:gd name="connsiteX38" fmla="*/ 277323 w 361670"/>
                <a:gd name="connsiteY38" fmla="*/ 234930 h 361333"/>
                <a:gd name="connsiteX39" fmla="*/ 237706 w 361670"/>
                <a:gd name="connsiteY39" fmla="*/ 279618 h 361333"/>
                <a:gd name="connsiteX40" fmla="*/ 233233 w 361670"/>
                <a:gd name="connsiteY40" fmla="*/ 281533 h 361333"/>
                <a:gd name="connsiteX41" fmla="*/ 228760 w 361670"/>
                <a:gd name="connsiteY41" fmla="*/ 279618 h 361333"/>
                <a:gd name="connsiteX42" fmla="*/ 168694 w 361670"/>
                <a:gd name="connsiteY42" fmla="*/ 225993 h 361333"/>
                <a:gd name="connsiteX43" fmla="*/ 166777 w 361670"/>
                <a:gd name="connsiteY43" fmla="*/ 220886 h 361333"/>
                <a:gd name="connsiteX44" fmla="*/ 169333 w 361670"/>
                <a:gd name="connsiteY44" fmla="*/ 183220 h 361333"/>
                <a:gd name="connsiteX45" fmla="*/ 174445 w 361670"/>
                <a:gd name="connsiteY45" fmla="*/ 177475 h 361333"/>
                <a:gd name="connsiteX46" fmla="*/ 211507 w 361670"/>
                <a:gd name="connsiteY46" fmla="*/ 170452 h 361333"/>
                <a:gd name="connsiteX47" fmla="*/ 217258 w 361670"/>
                <a:gd name="connsiteY47" fmla="*/ 171729 h 361333"/>
                <a:gd name="connsiteX48" fmla="*/ 277323 w 361670"/>
                <a:gd name="connsiteY48" fmla="*/ 225355 h 361333"/>
                <a:gd name="connsiteX49" fmla="*/ 279240 w 361670"/>
                <a:gd name="connsiteY49" fmla="*/ 229823 h 361333"/>
                <a:gd name="connsiteX50" fmla="*/ 277323 w 361670"/>
                <a:gd name="connsiteY50" fmla="*/ 23493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257"/>
                    <a:pt x="361670" y="180667"/>
                  </a:cubicBezTo>
                  <a:cubicBezTo>
                    <a:pt x="361670" y="81076"/>
                    <a:pt x="281157" y="0"/>
                    <a:pt x="180835" y="0"/>
                  </a:cubicBezTo>
                  <a:close/>
                  <a:moveTo>
                    <a:pt x="195532" y="273873"/>
                  </a:moveTo>
                  <a:lnTo>
                    <a:pt x="102239" y="273873"/>
                  </a:lnTo>
                  <a:cubicBezTo>
                    <a:pt x="100322" y="273873"/>
                    <a:pt x="99044" y="273234"/>
                    <a:pt x="97766" y="271958"/>
                  </a:cubicBezTo>
                  <a:cubicBezTo>
                    <a:pt x="96488" y="270681"/>
                    <a:pt x="95849" y="268766"/>
                    <a:pt x="95849" y="267489"/>
                  </a:cubicBezTo>
                  <a:lnTo>
                    <a:pt x="99683" y="123849"/>
                  </a:lnTo>
                  <a:cubicBezTo>
                    <a:pt x="99683" y="120657"/>
                    <a:pt x="102878" y="117465"/>
                    <a:pt x="106073" y="117465"/>
                  </a:cubicBezTo>
                  <a:lnTo>
                    <a:pt x="138023" y="117465"/>
                  </a:lnTo>
                  <a:cubicBezTo>
                    <a:pt x="138023" y="111081"/>
                    <a:pt x="138662" y="99590"/>
                    <a:pt x="145691" y="90652"/>
                  </a:cubicBezTo>
                  <a:cubicBezTo>
                    <a:pt x="152081" y="83630"/>
                    <a:pt x="161026" y="79800"/>
                    <a:pt x="172528" y="79800"/>
                  </a:cubicBezTo>
                  <a:cubicBezTo>
                    <a:pt x="183391" y="79800"/>
                    <a:pt x="191698" y="82992"/>
                    <a:pt x="197449" y="90014"/>
                  </a:cubicBezTo>
                  <a:cubicBezTo>
                    <a:pt x="204478" y="98313"/>
                    <a:pt x="206395" y="109804"/>
                    <a:pt x="206395" y="117465"/>
                  </a:cubicBezTo>
                  <a:lnTo>
                    <a:pt x="224287" y="117465"/>
                  </a:lnTo>
                  <a:cubicBezTo>
                    <a:pt x="224287" y="117465"/>
                    <a:pt x="224287" y="117465"/>
                    <a:pt x="224287" y="117465"/>
                  </a:cubicBezTo>
                  <a:cubicBezTo>
                    <a:pt x="224926" y="117465"/>
                    <a:pt x="224926" y="117465"/>
                    <a:pt x="225565" y="117465"/>
                  </a:cubicBezTo>
                  <a:cubicBezTo>
                    <a:pt x="226204" y="117465"/>
                    <a:pt x="226204" y="117465"/>
                    <a:pt x="226843" y="118104"/>
                  </a:cubicBezTo>
                  <a:cubicBezTo>
                    <a:pt x="226843" y="118104"/>
                    <a:pt x="226843" y="118104"/>
                    <a:pt x="226843" y="118104"/>
                  </a:cubicBezTo>
                  <a:lnTo>
                    <a:pt x="249847" y="129595"/>
                  </a:lnTo>
                  <a:cubicBezTo>
                    <a:pt x="251764" y="130872"/>
                    <a:pt x="253042" y="132787"/>
                    <a:pt x="253680" y="135340"/>
                  </a:cubicBezTo>
                  <a:lnTo>
                    <a:pt x="254959" y="187689"/>
                  </a:lnTo>
                  <a:cubicBezTo>
                    <a:pt x="254959" y="191519"/>
                    <a:pt x="252403" y="194073"/>
                    <a:pt x="248569" y="194073"/>
                  </a:cubicBezTo>
                  <a:cubicBezTo>
                    <a:pt x="248569" y="194073"/>
                    <a:pt x="248569" y="194073"/>
                    <a:pt x="248569" y="194073"/>
                  </a:cubicBezTo>
                  <a:cubicBezTo>
                    <a:pt x="245374" y="194073"/>
                    <a:pt x="242179" y="191519"/>
                    <a:pt x="242179" y="187689"/>
                  </a:cubicBezTo>
                  <a:lnTo>
                    <a:pt x="240901" y="139171"/>
                  </a:lnTo>
                  <a:lnTo>
                    <a:pt x="230677" y="134064"/>
                  </a:lnTo>
                  <a:lnTo>
                    <a:pt x="231316" y="165984"/>
                  </a:lnTo>
                  <a:cubicBezTo>
                    <a:pt x="231316" y="169814"/>
                    <a:pt x="228760" y="172368"/>
                    <a:pt x="224926" y="172368"/>
                  </a:cubicBezTo>
                  <a:cubicBezTo>
                    <a:pt x="221092" y="172368"/>
                    <a:pt x="218536" y="169814"/>
                    <a:pt x="218536" y="165984"/>
                  </a:cubicBezTo>
                  <a:lnTo>
                    <a:pt x="217897" y="129595"/>
                  </a:lnTo>
                  <a:lnTo>
                    <a:pt x="111824" y="129595"/>
                  </a:lnTo>
                  <a:lnTo>
                    <a:pt x="108629" y="260466"/>
                  </a:lnTo>
                  <a:lnTo>
                    <a:pt x="195532" y="260466"/>
                  </a:lnTo>
                  <a:cubicBezTo>
                    <a:pt x="199366" y="260466"/>
                    <a:pt x="201922" y="263020"/>
                    <a:pt x="201922" y="266850"/>
                  </a:cubicBezTo>
                  <a:cubicBezTo>
                    <a:pt x="201922" y="270681"/>
                    <a:pt x="199366" y="273873"/>
                    <a:pt x="195532" y="273873"/>
                  </a:cubicBezTo>
                  <a:close/>
                  <a:moveTo>
                    <a:pt x="277323" y="234930"/>
                  </a:moveTo>
                  <a:lnTo>
                    <a:pt x="237706" y="279618"/>
                  </a:lnTo>
                  <a:cubicBezTo>
                    <a:pt x="236428" y="280895"/>
                    <a:pt x="234511" y="281533"/>
                    <a:pt x="233233" y="281533"/>
                  </a:cubicBezTo>
                  <a:cubicBezTo>
                    <a:pt x="231955" y="281533"/>
                    <a:pt x="230038" y="280895"/>
                    <a:pt x="228760" y="279618"/>
                  </a:cubicBezTo>
                  <a:lnTo>
                    <a:pt x="168694" y="225993"/>
                  </a:lnTo>
                  <a:cubicBezTo>
                    <a:pt x="167416" y="224716"/>
                    <a:pt x="166138" y="222801"/>
                    <a:pt x="166777" y="220886"/>
                  </a:cubicBezTo>
                  <a:lnTo>
                    <a:pt x="169333" y="183220"/>
                  </a:lnTo>
                  <a:cubicBezTo>
                    <a:pt x="169333" y="180667"/>
                    <a:pt x="171889" y="178113"/>
                    <a:pt x="174445" y="177475"/>
                  </a:cubicBezTo>
                  <a:lnTo>
                    <a:pt x="211507" y="170452"/>
                  </a:lnTo>
                  <a:cubicBezTo>
                    <a:pt x="213424" y="169814"/>
                    <a:pt x="215341" y="170452"/>
                    <a:pt x="217258" y="171729"/>
                  </a:cubicBezTo>
                  <a:lnTo>
                    <a:pt x="277323" y="225355"/>
                  </a:lnTo>
                  <a:cubicBezTo>
                    <a:pt x="278601" y="226631"/>
                    <a:pt x="279240" y="227908"/>
                    <a:pt x="279240" y="229823"/>
                  </a:cubicBezTo>
                  <a:cubicBezTo>
                    <a:pt x="279240" y="231738"/>
                    <a:pt x="278601" y="233654"/>
                    <a:pt x="277323" y="234930"/>
                  </a:cubicBezTo>
                  <a:close/>
                </a:path>
              </a:pathLst>
            </a:custGeom>
            <a:solidFill>
              <a:srgbClr val="26890D"/>
            </a:solidFill>
            <a:ln w="6390" cap="flat">
              <a:noFill/>
              <a:prstDash val="solid"/>
              <a:miter/>
            </a:ln>
          </p:spPr>
          <p:txBody>
            <a:bodyPr rtlCol="0" anchor="ctr"/>
            <a:lstStyle/>
            <a:p>
              <a:endParaRPr lang="en-US"/>
            </a:p>
          </p:txBody>
        </p:sp>
      </p:grpSp>
      <p:grpSp>
        <p:nvGrpSpPr>
          <p:cNvPr id="1245" name="Graphic 1039">
            <a:extLst>
              <a:ext uri="{FF2B5EF4-FFF2-40B4-BE49-F238E27FC236}">
                <a16:creationId xmlns:a16="http://schemas.microsoft.com/office/drawing/2014/main" id="{67AA4F60-F9E6-D64F-8D1D-1CEAF6EA0127}"/>
              </a:ext>
            </a:extLst>
          </p:cNvPr>
          <p:cNvGrpSpPr/>
          <p:nvPr/>
        </p:nvGrpSpPr>
        <p:grpSpPr>
          <a:xfrm>
            <a:off x="1952764" y="3339623"/>
            <a:ext cx="361670" cy="361333"/>
            <a:chOff x="1952764" y="3339623"/>
            <a:chExt cx="361670" cy="361333"/>
          </a:xfrm>
          <a:solidFill>
            <a:srgbClr val="26890D"/>
          </a:solidFill>
        </p:grpSpPr>
        <p:sp>
          <p:nvSpPr>
            <p:cNvPr id="1246" name="Graphic 1039">
              <a:extLst>
                <a:ext uri="{FF2B5EF4-FFF2-40B4-BE49-F238E27FC236}">
                  <a16:creationId xmlns:a16="http://schemas.microsoft.com/office/drawing/2014/main" id="{F7DD0559-C30C-3A47-A1F1-707768CCF545}"/>
                </a:ext>
              </a:extLst>
            </p:cNvPr>
            <p:cNvSpPr/>
            <p:nvPr/>
          </p:nvSpPr>
          <p:spPr>
            <a:xfrm>
              <a:off x="2090148" y="3448789"/>
              <a:ext cx="37061" cy="62563"/>
            </a:xfrm>
            <a:custGeom>
              <a:avLst/>
              <a:gdLst>
                <a:gd name="connsiteX0" fmla="*/ 18531 w 37061"/>
                <a:gd name="connsiteY0" fmla="*/ 62563 h 62563"/>
                <a:gd name="connsiteX1" fmla="*/ 37062 w 37061"/>
                <a:gd name="connsiteY1" fmla="*/ 49795 h 62563"/>
                <a:gd name="connsiteX2" fmla="*/ 37062 w 37061"/>
                <a:gd name="connsiteY2" fmla="*/ 0 h 62563"/>
                <a:gd name="connsiteX3" fmla="*/ 6390 w 37061"/>
                <a:gd name="connsiteY3" fmla="*/ 0 h 62563"/>
                <a:gd name="connsiteX4" fmla="*/ 0 w 37061"/>
                <a:gd name="connsiteY4" fmla="*/ 49795 h 62563"/>
                <a:gd name="connsiteX5" fmla="*/ 18531 w 37061"/>
                <a:gd name="connsiteY5" fmla="*/ 62563 h 6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61" h="62563">
                  <a:moveTo>
                    <a:pt x="18531" y="62563"/>
                  </a:moveTo>
                  <a:cubicBezTo>
                    <a:pt x="28755" y="62563"/>
                    <a:pt x="37062" y="56818"/>
                    <a:pt x="37062" y="49795"/>
                  </a:cubicBezTo>
                  <a:lnTo>
                    <a:pt x="37062" y="0"/>
                  </a:lnTo>
                  <a:lnTo>
                    <a:pt x="6390" y="0"/>
                  </a:lnTo>
                  <a:cubicBezTo>
                    <a:pt x="5112" y="11491"/>
                    <a:pt x="1278" y="38304"/>
                    <a:pt x="0" y="49795"/>
                  </a:cubicBezTo>
                  <a:cubicBezTo>
                    <a:pt x="639" y="56818"/>
                    <a:pt x="8946" y="62563"/>
                    <a:pt x="18531" y="62563"/>
                  </a:cubicBezTo>
                  <a:close/>
                </a:path>
              </a:pathLst>
            </a:custGeom>
            <a:solidFill>
              <a:srgbClr val="26890D"/>
            </a:solidFill>
            <a:ln w="6390" cap="flat">
              <a:noFill/>
              <a:prstDash val="solid"/>
              <a:miter/>
            </a:ln>
          </p:spPr>
          <p:txBody>
            <a:bodyPr rtlCol="0" anchor="ctr"/>
            <a:lstStyle/>
            <a:p>
              <a:endParaRPr lang="en-US"/>
            </a:p>
          </p:txBody>
        </p:sp>
        <p:sp>
          <p:nvSpPr>
            <p:cNvPr id="1247" name="Graphic 1039">
              <a:extLst>
                <a:ext uri="{FF2B5EF4-FFF2-40B4-BE49-F238E27FC236}">
                  <a16:creationId xmlns:a16="http://schemas.microsoft.com/office/drawing/2014/main" id="{4AD01F7D-8819-DE43-B053-B523CBB5A366}"/>
                </a:ext>
              </a:extLst>
            </p:cNvPr>
            <p:cNvSpPr/>
            <p:nvPr/>
          </p:nvSpPr>
          <p:spPr>
            <a:xfrm>
              <a:off x="2041584" y="3449428"/>
              <a:ext cx="42812" cy="61924"/>
            </a:xfrm>
            <a:custGeom>
              <a:avLst/>
              <a:gdLst>
                <a:gd name="connsiteX0" fmla="*/ 17892 w 42812"/>
                <a:gd name="connsiteY0" fmla="*/ 61925 h 61924"/>
                <a:gd name="connsiteX1" fmla="*/ 36423 w 42812"/>
                <a:gd name="connsiteY1" fmla="*/ 48518 h 61924"/>
                <a:gd name="connsiteX2" fmla="*/ 42813 w 42812"/>
                <a:gd name="connsiteY2" fmla="*/ 0 h 61924"/>
                <a:gd name="connsiteX3" fmla="*/ 22365 w 42812"/>
                <a:gd name="connsiteY3" fmla="*/ 0 h 61924"/>
                <a:gd name="connsiteX4" fmla="*/ 0 w 42812"/>
                <a:gd name="connsiteY4" fmla="*/ 50433 h 61924"/>
                <a:gd name="connsiteX5" fmla="*/ 17892 w 42812"/>
                <a:gd name="connsiteY5" fmla="*/ 61925 h 6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12" h="61924">
                  <a:moveTo>
                    <a:pt x="17892" y="61925"/>
                  </a:moveTo>
                  <a:cubicBezTo>
                    <a:pt x="27477" y="61925"/>
                    <a:pt x="35145" y="56179"/>
                    <a:pt x="36423" y="48518"/>
                  </a:cubicBezTo>
                  <a:cubicBezTo>
                    <a:pt x="37701" y="38304"/>
                    <a:pt x="40896" y="12129"/>
                    <a:pt x="42813" y="0"/>
                  </a:cubicBezTo>
                  <a:lnTo>
                    <a:pt x="22365" y="0"/>
                  </a:lnTo>
                  <a:lnTo>
                    <a:pt x="0" y="50433"/>
                  </a:lnTo>
                  <a:cubicBezTo>
                    <a:pt x="0" y="56817"/>
                    <a:pt x="8307" y="61925"/>
                    <a:pt x="17892" y="61925"/>
                  </a:cubicBezTo>
                  <a:close/>
                </a:path>
              </a:pathLst>
            </a:custGeom>
            <a:solidFill>
              <a:srgbClr val="26890D"/>
            </a:solidFill>
            <a:ln w="6390" cap="flat">
              <a:noFill/>
              <a:prstDash val="solid"/>
              <a:miter/>
            </a:ln>
          </p:spPr>
          <p:txBody>
            <a:bodyPr rtlCol="0" anchor="ctr"/>
            <a:lstStyle/>
            <a:p>
              <a:endParaRPr lang="en-US"/>
            </a:p>
          </p:txBody>
        </p:sp>
        <p:sp>
          <p:nvSpPr>
            <p:cNvPr id="1248" name="Graphic 1039">
              <a:extLst>
                <a:ext uri="{FF2B5EF4-FFF2-40B4-BE49-F238E27FC236}">
                  <a16:creationId xmlns:a16="http://schemas.microsoft.com/office/drawing/2014/main" id="{B4C9C235-879A-934F-AB88-865A922371E8}"/>
                </a:ext>
              </a:extLst>
            </p:cNvPr>
            <p:cNvSpPr/>
            <p:nvPr/>
          </p:nvSpPr>
          <p:spPr>
            <a:xfrm>
              <a:off x="2054364" y="3552848"/>
              <a:ext cx="159109" cy="38942"/>
            </a:xfrm>
            <a:custGeom>
              <a:avLst/>
              <a:gdLst>
                <a:gd name="connsiteX0" fmla="*/ 0 w 159109"/>
                <a:gd name="connsiteY0" fmla="*/ 0 h 38942"/>
                <a:gd name="connsiteX1" fmla="*/ 159109 w 159109"/>
                <a:gd name="connsiteY1" fmla="*/ 0 h 38942"/>
                <a:gd name="connsiteX2" fmla="*/ 159109 w 159109"/>
                <a:gd name="connsiteY2" fmla="*/ 38942 h 38942"/>
                <a:gd name="connsiteX3" fmla="*/ 0 w 159109"/>
                <a:gd name="connsiteY3" fmla="*/ 38942 h 38942"/>
              </a:gdLst>
              <a:ahLst/>
              <a:cxnLst>
                <a:cxn ang="0">
                  <a:pos x="connsiteX0" y="connsiteY0"/>
                </a:cxn>
                <a:cxn ang="0">
                  <a:pos x="connsiteX1" y="connsiteY1"/>
                </a:cxn>
                <a:cxn ang="0">
                  <a:pos x="connsiteX2" y="connsiteY2"/>
                </a:cxn>
                <a:cxn ang="0">
                  <a:pos x="connsiteX3" y="connsiteY3"/>
                </a:cxn>
              </a:cxnLst>
              <a:rect l="l" t="t" r="r" b="b"/>
              <a:pathLst>
                <a:path w="159109" h="38942">
                  <a:moveTo>
                    <a:pt x="0" y="0"/>
                  </a:moveTo>
                  <a:lnTo>
                    <a:pt x="159109" y="0"/>
                  </a:lnTo>
                  <a:lnTo>
                    <a:pt x="159109" y="38942"/>
                  </a:lnTo>
                  <a:lnTo>
                    <a:pt x="0" y="38942"/>
                  </a:lnTo>
                  <a:close/>
                </a:path>
              </a:pathLst>
            </a:custGeom>
            <a:solidFill>
              <a:srgbClr val="26890D"/>
            </a:solidFill>
            <a:ln w="6390" cap="flat">
              <a:noFill/>
              <a:prstDash val="solid"/>
              <a:miter/>
            </a:ln>
          </p:spPr>
          <p:txBody>
            <a:bodyPr rtlCol="0" anchor="ctr"/>
            <a:lstStyle/>
            <a:p>
              <a:endParaRPr lang="en-US"/>
            </a:p>
          </p:txBody>
        </p:sp>
        <p:sp>
          <p:nvSpPr>
            <p:cNvPr id="1249" name="Graphic 1039">
              <a:extLst>
                <a:ext uri="{FF2B5EF4-FFF2-40B4-BE49-F238E27FC236}">
                  <a16:creationId xmlns:a16="http://schemas.microsoft.com/office/drawing/2014/main" id="{B0D40CBF-293A-1640-9408-90BE278FA102}"/>
                </a:ext>
              </a:extLst>
            </p:cNvPr>
            <p:cNvSpPr/>
            <p:nvPr/>
          </p:nvSpPr>
          <p:spPr>
            <a:xfrm>
              <a:off x="2183441" y="3449428"/>
              <a:ext cx="43451" cy="61924"/>
            </a:xfrm>
            <a:custGeom>
              <a:avLst/>
              <a:gdLst>
                <a:gd name="connsiteX0" fmla="*/ 0 w 43451"/>
                <a:gd name="connsiteY0" fmla="*/ 0 h 61924"/>
                <a:gd name="connsiteX1" fmla="*/ 6390 w 43451"/>
                <a:gd name="connsiteY1" fmla="*/ 49157 h 61924"/>
                <a:gd name="connsiteX2" fmla="*/ 24921 w 43451"/>
                <a:gd name="connsiteY2" fmla="*/ 61925 h 61924"/>
                <a:gd name="connsiteX3" fmla="*/ 43451 w 43451"/>
                <a:gd name="connsiteY3" fmla="*/ 50433 h 61924"/>
                <a:gd name="connsiteX4" fmla="*/ 21087 w 43451"/>
                <a:gd name="connsiteY4" fmla="*/ 0 h 61924"/>
                <a:gd name="connsiteX5" fmla="*/ 0 w 43451"/>
                <a:gd name="connsiteY5" fmla="*/ 0 h 6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451" h="61924">
                  <a:moveTo>
                    <a:pt x="0" y="0"/>
                  </a:moveTo>
                  <a:cubicBezTo>
                    <a:pt x="1917" y="12768"/>
                    <a:pt x="5751" y="38304"/>
                    <a:pt x="6390" y="49157"/>
                  </a:cubicBezTo>
                  <a:cubicBezTo>
                    <a:pt x="7029" y="56179"/>
                    <a:pt x="14697" y="61925"/>
                    <a:pt x="24921" y="61925"/>
                  </a:cubicBezTo>
                  <a:cubicBezTo>
                    <a:pt x="34506" y="61925"/>
                    <a:pt x="42173" y="56817"/>
                    <a:pt x="43451" y="50433"/>
                  </a:cubicBezTo>
                  <a:lnTo>
                    <a:pt x="21087" y="0"/>
                  </a:lnTo>
                  <a:lnTo>
                    <a:pt x="0" y="0"/>
                  </a:lnTo>
                  <a:close/>
                </a:path>
              </a:pathLst>
            </a:custGeom>
            <a:solidFill>
              <a:srgbClr val="26890D"/>
            </a:solidFill>
            <a:ln w="6390" cap="flat">
              <a:noFill/>
              <a:prstDash val="solid"/>
              <a:miter/>
            </a:ln>
          </p:spPr>
          <p:txBody>
            <a:bodyPr rtlCol="0" anchor="ctr"/>
            <a:lstStyle/>
            <a:p>
              <a:endParaRPr lang="en-US"/>
            </a:p>
          </p:txBody>
        </p:sp>
        <p:sp>
          <p:nvSpPr>
            <p:cNvPr id="1250" name="Graphic 1039">
              <a:extLst>
                <a:ext uri="{FF2B5EF4-FFF2-40B4-BE49-F238E27FC236}">
                  <a16:creationId xmlns:a16="http://schemas.microsoft.com/office/drawing/2014/main" id="{B571441E-9516-134D-BC63-06DF4C761475}"/>
                </a:ext>
              </a:extLst>
            </p:cNvPr>
            <p:cNvSpPr/>
            <p:nvPr/>
          </p:nvSpPr>
          <p:spPr>
            <a:xfrm>
              <a:off x="1952764"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73489 w 361670"/>
                <a:gd name="connsiteY5" fmla="*/ 180028 h 361333"/>
                <a:gd name="connsiteX6" fmla="*/ 273489 w 361670"/>
                <a:gd name="connsiteY6" fmla="*/ 259190 h 361333"/>
                <a:gd name="connsiteX7" fmla="*/ 267099 w 361670"/>
                <a:gd name="connsiteY7" fmla="*/ 265574 h 361333"/>
                <a:gd name="connsiteX8" fmla="*/ 95210 w 361670"/>
                <a:gd name="connsiteY8" fmla="*/ 265574 h 361333"/>
                <a:gd name="connsiteX9" fmla="*/ 88820 w 361670"/>
                <a:gd name="connsiteY9" fmla="*/ 259190 h 361333"/>
                <a:gd name="connsiteX10" fmla="*/ 88820 w 361670"/>
                <a:gd name="connsiteY10" fmla="*/ 180028 h 361333"/>
                <a:gd name="connsiteX11" fmla="*/ 75401 w 361670"/>
                <a:gd name="connsiteY11" fmla="*/ 159600 h 361333"/>
                <a:gd name="connsiteX12" fmla="*/ 76040 w 361670"/>
                <a:gd name="connsiteY12" fmla="*/ 157046 h 361333"/>
                <a:gd name="connsiteX13" fmla="*/ 100961 w 361670"/>
                <a:gd name="connsiteY13" fmla="*/ 100867 h 361333"/>
                <a:gd name="connsiteX14" fmla="*/ 106712 w 361670"/>
                <a:gd name="connsiteY14" fmla="*/ 97037 h 361333"/>
                <a:gd name="connsiteX15" fmla="*/ 223648 w 361670"/>
                <a:gd name="connsiteY15" fmla="*/ 97037 h 361333"/>
                <a:gd name="connsiteX16" fmla="*/ 223648 w 361670"/>
                <a:gd name="connsiteY16" fmla="*/ 97037 h 361333"/>
                <a:gd name="connsiteX17" fmla="*/ 255597 w 361670"/>
                <a:gd name="connsiteY17" fmla="*/ 97037 h 361333"/>
                <a:gd name="connsiteX18" fmla="*/ 261348 w 361670"/>
                <a:gd name="connsiteY18" fmla="*/ 100867 h 361333"/>
                <a:gd name="connsiteX19" fmla="*/ 286269 w 361670"/>
                <a:gd name="connsiteY19" fmla="*/ 157046 h 361333"/>
                <a:gd name="connsiteX20" fmla="*/ 286908 w 361670"/>
                <a:gd name="connsiteY20" fmla="*/ 159600 h 361333"/>
                <a:gd name="connsiteX21" fmla="*/ 273489 w 361670"/>
                <a:gd name="connsiteY21" fmla="*/ 18002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273489" y="180028"/>
                  </a:moveTo>
                  <a:lnTo>
                    <a:pt x="273489" y="259190"/>
                  </a:lnTo>
                  <a:cubicBezTo>
                    <a:pt x="273489" y="263020"/>
                    <a:pt x="270933" y="265574"/>
                    <a:pt x="267099" y="265574"/>
                  </a:cubicBezTo>
                  <a:lnTo>
                    <a:pt x="95210" y="265574"/>
                  </a:lnTo>
                  <a:cubicBezTo>
                    <a:pt x="91376" y="265574"/>
                    <a:pt x="88820" y="263020"/>
                    <a:pt x="88820" y="259190"/>
                  </a:cubicBezTo>
                  <a:lnTo>
                    <a:pt x="88820" y="180028"/>
                  </a:lnTo>
                  <a:cubicBezTo>
                    <a:pt x="81152" y="175560"/>
                    <a:pt x="75401" y="167899"/>
                    <a:pt x="75401" y="159600"/>
                  </a:cubicBezTo>
                  <a:cubicBezTo>
                    <a:pt x="75401" y="158961"/>
                    <a:pt x="75401" y="157684"/>
                    <a:pt x="76040" y="157046"/>
                  </a:cubicBezTo>
                  <a:lnTo>
                    <a:pt x="100961" y="100867"/>
                  </a:lnTo>
                  <a:cubicBezTo>
                    <a:pt x="102239" y="98313"/>
                    <a:pt x="104156" y="97037"/>
                    <a:pt x="106712" y="97037"/>
                  </a:cubicBezTo>
                  <a:lnTo>
                    <a:pt x="223648" y="97037"/>
                  </a:lnTo>
                  <a:cubicBezTo>
                    <a:pt x="223648" y="97037"/>
                    <a:pt x="223648" y="97037"/>
                    <a:pt x="223648" y="97037"/>
                  </a:cubicBezTo>
                  <a:lnTo>
                    <a:pt x="255597" y="97037"/>
                  </a:lnTo>
                  <a:cubicBezTo>
                    <a:pt x="258153" y="97037"/>
                    <a:pt x="260709" y="98313"/>
                    <a:pt x="261348" y="100867"/>
                  </a:cubicBezTo>
                  <a:lnTo>
                    <a:pt x="286269" y="157046"/>
                  </a:lnTo>
                  <a:cubicBezTo>
                    <a:pt x="286908" y="157684"/>
                    <a:pt x="286908" y="158961"/>
                    <a:pt x="286908" y="159600"/>
                  </a:cubicBezTo>
                  <a:cubicBezTo>
                    <a:pt x="286908" y="167899"/>
                    <a:pt x="281157" y="175560"/>
                    <a:pt x="273489" y="180028"/>
                  </a:cubicBezTo>
                  <a:close/>
                </a:path>
              </a:pathLst>
            </a:custGeom>
            <a:solidFill>
              <a:srgbClr val="26890D"/>
            </a:solidFill>
            <a:ln w="6390" cap="flat">
              <a:noFill/>
              <a:prstDash val="solid"/>
              <a:miter/>
            </a:ln>
          </p:spPr>
          <p:txBody>
            <a:bodyPr rtlCol="0" anchor="ctr"/>
            <a:lstStyle/>
            <a:p>
              <a:endParaRPr lang="en-US"/>
            </a:p>
          </p:txBody>
        </p:sp>
        <p:sp>
          <p:nvSpPr>
            <p:cNvPr id="1251" name="Graphic 1039">
              <a:extLst>
                <a:ext uri="{FF2B5EF4-FFF2-40B4-BE49-F238E27FC236}">
                  <a16:creationId xmlns:a16="http://schemas.microsoft.com/office/drawing/2014/main" id="{3DECBBBD-D731-904A-8A7E-EC332FCEB735}"/>
                </a:ext>
              </a:extLst>
            </p:cNvPr>
            <p:cNvSpPr/>
            <p:nvPr/>
          </p:nvSpPr>
          <p:spPr>
            <a:xfrm>
              <a:off x="2053725" y="3513906"/>
              <a:ext cx="159109" cy="26174"/>
            </a:xfrm>
            <a:custGeom>
              <a:avLst/>
              <a:gdLst>
                <a:gd name="connsiteX0" fmla="*/ 129716 w 159109"/>
                <a:gd name="connsiteY0" fmla="*/ 0 h 26174"/>
                <a:gd name="connsiteX1" fmla="*/ 104795 w 159109"/>
                <a:gd name="connsiteY1" fmla="*/ 10215 h 26174"/>
                <a:gd name="connsiteX2" fmla="*/ 79874 w 159109"/>
                <a:gd name="connsiteY2" fmla="*/ 0 h 26174"/>
                <a:gd name="connsiteX3" fmla="*/ 54954 w 159109"/>
                <a:gd name="connsiteY3" fmla="*/ 10215 h 26174"/>
                <a:gd name="connsiteX4" fmla="*/ 30033 w 159109"/>
                <a:gd name="connsiteY4" fmla="*/ 0 h 26174"/>
                <a:gd name="connsiteX5" fmla="*/ 5112 w 159109"/>
                <a:gd name="connsiteY5" fmla="*/ 10215 h 26174"/>
                <a:gd name="connsiteX6" fmla="*/ 0 w 159109"/>
                <a:gd name="connsiteY6" fmla="*/ 9576 h 26174"/>
                <a:gd name="connsiteX7" fmla="*/ 0 w 159109"/>
                <a:gd name="connsiteY7" fmla="*/ 26175 h 26174"/>
                <a:gd name="connsiteX8" fmla="*/ 159109 w 159109"/>
                <a:gd name="connsiteY8" fmla="*/ 26175 h 26174"/>
                <a:gd name="connsiteX9" fmla="*/ 159109 w 159109"/>
                <a:gd name="connsiteY9" fmla="*/ 9576 h 26174"/>
                <a:gd name="connsiteX10" fmla="*/ 153998 w 159109"/>
                <a:gd name="connsiteY10" fmla="*/ 10215 h 26174"/>
                <a:gd name="connsiteX11" fmla="*/ 129716 w 159109"/>
                <a:gd name="connsiteY11" fmla="*/ 0 h 2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9109" h="26174">
                  <a:moveTo>
                    <a:pt x="129716" y="0"/>
                  </a:moveTo>
                  <a:cubicBezTo>
                    <a:pt x="123965" y="6384"/>
                    <a:pt x="115019" y="10215"/>
                    <a:pt x="104795" y="10215"/>
                  </a:cubicBezTo>
                  <a:cubicBezTo>
                    <a:pt x="94571" y="10215"/>
                    <a:pt x="85625" y="6384"/>
                    <a:pt x="79874" y="0"/>
                  </a:cubicBezTo>
                  <a:cubicBezTo>
                    <a:pt x="74123" y="6384"/>
                    <a:pt x="65177" y="10215"/>
                    <a:pt x="54954" y="10215"/>
                  </a:cubicBezTo>
                  <a:cubicBezTo>
                    <a:pt x="44730" y="10215"/>
                    <a:pt x="35784" y="6384"/>
                    <a:pt x="30033" y="0"/>
                  </a:cubicBezTo>
                  <a:cubicBezTo>
                    <a:pt x="24282" y="6384"/>
                    <a:pt x="15336" y="10215"/>
                    <a:pt x="5112" y="10215"/>
                  </a:cubicBezTo>
                  <a:cubicBezTo>
                    <a:pt x="3195" y="10215"/>
                    <a:pt x="1917" y="10215"/>
                    <a:pt x="0" y="9576"/>
                  </a:cubicBezTo>
                  <a:lnTo>
                    <a:pt x="0" y="26175"/>
                  </a:lnTo>
                  <a:lnTo>
                    <a:pt x="159109" y="26175"/>
                  </a:lnTo>
                  <a:lnTo>
                    <a:pt x="159109" y="9576"/>
                  </a:lnTo>
                  <a:cubicBezTo>
                    <a:pt x="157192" y="9576"/>
                    <a:pt x="155914" y="10215"/>
                    <a:pt x="153998" y="10215"/>
                  </a:cubicBezTo>
                  <a:cubicBezTo>
                    <a:pt x="144413" y="10215"/>
                    <a:pt x="135467" y="6384"/>
                    <a:pt x="129716" y="0"/>
                  </a:cubicBezTo>
                  <a:close/>
                </a:path>
              </a:pathLst>
            </a:custGeom>
            <a:solidFill>
              <a:srgbClr val="26890D"/>
            </a:solidFill>
            <a:ln w="6390" cap="flat">
              <a:noFill/>
              <a:prstDash val="solid"/>
              <a:miter/>
            </a:ln>
          </p:spPr>
          <p:txBody>
            <a:bodyPr rtlCol="0" anchor="ctr"/>
            <a:lstStyle/>
            <a:p>
              <a:endParaRPr lang="en-US"/>
            </a:p>
          </p:txBody>
        </p:sp>
        <p:sp>
          <p:nvSpPr>
            <p:cNvPr id="1252" name="Graphic 1039">
              <a:extLst>
                <a:ext uri="{FF2B5EF4-FFF2-40B4-BE49-F238E27FC236}">
                  <a16:creationId xmlns:a16="http://schemas.microsoft.com/office/drawing/2014/main" id="{9861E9D8-06EE-CC45-BDC8-CED01C10D331}"/>
                </a:ext>
              </a:extLst>
            </p:cNvPr>
            <p:cNvSpPr/>
            <p:nvPr/>
          </p:nvSpPr>
          <p:spPr>
            <a:xfrm>
              <a:off x="2139989" y="3448789"/>
              <a:ext cx="37061" cy="62563"/>
            </a:xfrm>
            <a:custGeom>
              <a:avLst/>
              <a:gdLst>
                <a:gd name="connsiteX0" fmla="*/ 0 w 37061"/>
                <a:gd name="connsiteY0" fmla="*/ 49795 h 62563"/>
                <a:gd name="connsiteX1" fmla="*/ 18531 w 37061"/>
                <a:gd name="connsiteY1" fmla="*/ 62563 h 62563"/>
                <a:gd name="connsiteX2" fmla="*/ 37062 w 37061"/>
                <a:gd name="connsiteY2" fmla="*/ 49795 h 62563"/>
                <a:gd name="connsiteX3" fmla="*/ 30672 w 37061"/>
                <a:gd name="connsiteY3" fmla="*/ 0 h 62563"/>
                <a:gd name="connsiteX4" fmla="*/ 0 w 37061"/>
                <a:gd name="connsiteY4" fmla="*/ 0 h 62563"/>
                <a:gd name="connsiteX5" fmla="*/ 0 w 37061"/>
                <a:gd name="connsiteY5" fmla="*/ 49795 h 6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61" h="62563">
                  <a:moveTo>
                    <a:pt x="0" y="49795"/>
                  </a:moveTo>
                  <a:cubicBezTo>
                    <a:pt x="0" y="56818"/>
                    <a:pt x="8307" y="62563"/>
                    <a:pt x="18531" y="62563"/>
                  </a:cubicBezTo>
                  <a:cubicBezTo>
                    <a:pt x="28755" y="62563"/>
                    <a:pt x="37062" y="56818"/>
                    <a:pt x="37062" y="49795"/>
                  </a:cubicBezTo>
                  <a:cubicBezTo>
                    <a:pt x="36423" y="38943"/>
                    <a:pt x="32589" y="12130"/>
                    <a:pt x="30672" y="0"/>
                  </a:cubicBezTo>
                  <a:lnTo>
                    <a:pt x="0" y="0"/>
                  </a:lnTo>
                  <a:lnTo>
                    <a:pt x="0" y="49795"/>
                  </a:lnTo>
                  <a:close/>
                </a:path>
              </a:pathLst>
            </a:custGeom>
            <a:solidFill>
              <a:srgbClr val="26890D"/>
            </a:solidFill>
            <a:ln w="6390" cap="flat">
              <a:noFill/>
              <a:prstDash val="solid"/>
              <a:miter/>
            </a:ln>
          </p:spPr>
          <p:txBody>
            <a:bodyPr rtlCol="0" anchor="ctr"/>
            <a:lstStyle/>
            <a:p>
              <a:endParaRPr lang="en-US"/>
            </a:p>
          </p:txBody>
        </p:sp>
      </p:grpSp>
      <p:grpSp>
        <p:nvGrpSpPr>
          <p:cNvPr id="1253" name="Graphic 1039">
            <a:extLst>
              <a:ext uri="{FF2B5EF4-FFF2-40B4-BE49-F238E27FC236}">
                <a16:creationId xmlns:a16="http://schemas.microsoft.com/office/drawing/2014/main" id="{312E9E2A-E070-F641-83E3-A0A8AABF3FA1}"/>
              </a:ext>
            </a:extLst>
          </p:cNvPr>
          <p:cNvGrpSpPr/>
          <p:nvPr/>
        </p:nvGrpSpPr>
        <p:grpSpPr>
          <a:xfrm>
            <a:off x="6753524" y="918179"/>
            <a:ext cx="361674" cy="361333"/>
            <a:chOff x="6753524" y="918179"/>
            <a:chExt cx="361674" cy="361333"/>
          </a:xfrm>
          <a:solidFill>
            <a:srgbClr val="43B02A"/>
          </a:solidFill>
        </p:grpSpPr>
        <p:sp>
          <p:nvSpPr>
            <p:cNvPr id="1254" name="Graphic 1039">
              <a:extLst>
                <a:ext uri="{FF2B5EF4-FFF2-40B4-BE49-F238E27FC236}">
                  <a16:creationId xmlns:a16="http://schemas.microsoft.com/office/drawing/2014/main" id="{0CB1A774-D7A7-A643-9996-F314B93A3CFC}"/>
                </a:ext>
              </a:extLst>
            </p:cNvPr>
            <p:cNvSpPr/>
            <p:nvPr/>
          </p:nvSpPr>
          <p:spPr>
            <a:xfrm>
              <a:off x="6753524" y="918179"/>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6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09"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29" y="273234"/>
                    <a:pt x="274128" y="349204"/>
                    <a:pt x="180835" y="349204"/>
                  </a:cubicBezTo>
                  <a:close/>
                </a:path>
              </a:pathLst>
            </a:custGeom>
            <a:solidFill>
              <a:srgbClr val="43B02A"/>
            </a:solidFill>
            <a:ln w="6390" cap="flat">
              <a:noFill/>
              <a:prstDash val="solid"/>
              <a:miter/>
            </a:ln>
          </p:spPr>
          <p:txBody>
            <a:bodyPr rtlCol="0" anchor="ctr"/>
            <a:lstStyle/>
            <a:p>
              <a:endParaRPr lang="en-US"/>
            </a:p>
          </p:txBody>
        </p:sp>
        <p:sp>
          <p:nvSpPr>
            <p:cNvPr id="1255" name="Graphic 1039">
              <a:extLst>
                <a:ext uri="{FF2B5EF4-FFF2-40B4-BE49-F238E27FC236}">
                  <a16:creationId xmlns:a16="http://schemas.microsoft.com/office/drawing/2014/main" id="{89C220E7-E942-D84A-97C9-E875010B1AF5}"/>
                </a:ext>
              </a:extLst>
            </p:cNvPr>
            <p:cNvSpPr/>
            <p:nvPr/>
          </p:nvSpPr>
          <p:spPr>
            <a:xfrm>
              <a:off x="6915189" y="1038198"/>
              <a:ext cx="38979" cy="79161"/>
            </a:xfrm>
            <a:custGeom>
              <a:avLst/>
              <a:gdLst>
                <a:gd name="connsiteX0" fmla="*/ 19170 w 38979"/>
                <a:gd name="connsiteY0" fmla="*/ 33835 h 79161"/>
                <a:gd name="connsiteX1" fmla="*/ 19170 w 38979"/>
                <a:gd name="connsiteY1" fmla="*/ 33835 h 79161"/>
                <a:gd name="connsiteX2" fmla="*/ 19170 w 38979"/>
                <a:gd name="connsiteY2" fmla="*/ 33835 h 79161"/>
                <a:gd name="connsiteX3" fmla="*/ 12780 w 38979"/>
                <a:gd name="connsiteY3" fmla="*/ 27451 h 79161"/>
                <a:gd name="connsiteX4" fmla="*/ 14697 w 38979"/>
                <a:gd name="connsiteY4" fmla="*/ 22982 h 79161"/>
                <a:gd name="connsiteX5" fmla="*/ 19170 w 38979"/>
                <a:gd name="connsiteY5" fmla="*/ 21067 h 79161"/>
                <a:gd name="connsiteX6" fmla="*/ 26199 w 38979"/>
                <a:gd name="connsiteY6" fmla="*/ 27451 h 79161"/>
                <a:gd name="connsiteX7" fmla="*/ 32589 w 38979"/>
                <a:gd name="connsiteY7" fmla="*/ 33835 h 79161"/>
                <a:gd name="connsiteX8" fmla="*/ 32589 w 38979"/>
                <a:gd name="connsiteY8" fmla="*/ 33835 h 79161"/>
                <a:gd name="connsiteX9" fmla="*/ 38979 w 38979"/>
                <a:gd name="connsiteY9" fmla="*/ 27451 h 79161"/>
                <a:gd name="connsiteX10" fmla="*/ 26199 w 38979"/>
                <a:gd name="connsiteY10" fmla="*/ 9576 h 79161"/>
                <a:gd name="connsiteX11" fmla="*/ 26199 w 38979"/>
                <a:gd name="connsiteY11" fmla="*/ 6384 h 79161"/>
                <a:gd name="connsiteX12" fmla="*/ 19809 w 38979"/>
                <a:gd name="connsiteY12" fmla="*/ 0 h 79161"/>
                <a:gd name="connsiteX13" fmla="*/ 13419 w 38979"/>
                <a:gd name="connsiteY13" fmla="*/ 6384 h 79161"/>
                <a:gd name="connsiteX14" fmla="*/ 13419 w 38979"/>
                <a:gd name="connsiteY14" fmla="*/ 9576 h 79161"/>
                <a:gd name="connsiteX15" fmla="*/ 5751 w 38979"/>
                <a:gd name="connsiteY15" fmla="*/ 14045 h 79161"/>
                <a:gd name="connsiteX16" fmla="*/ 0 w 38979"/>
                <a:gd name="connsiteY16" fmla="*/ 27451 h 79161"/>
                <a:gd name="connsiteX17" fmla="*/ 19170 w 38979"/>
                <a:gd name="connsiteY17" fmla="*/ 45965 h 79161"/>
                <a:gd name="connsiteX18" fmla="*/ 19170 w 38979"/>
                <a:gd name="connsiteY18" fmla="*/ 45965 h 79161"/>
                <a:gd name="connsiteX19" fmla="*/ 19170 w 38979"/>
                <a:gd name="connsiteY19" fmla="*/ 45965 h 79161"/>
                <a:gd name="connsiteX20" fmla="*/ 19170 w 38979"/>
                <a:gd name="connsiteY20" fmla="*/ 45965 h 79161"/>
                <a:gd name="connsiteX21" fmla="*/ 26199 w 38979"/>
                <a:gd name="connsiteY21" fmla="*/ 52349 h 79161"/>
                <a:gd name="connsiteX22" fmla="*/ 24282 w 38979"/>
                <a:gd name="connsiteY22" fmla="*/ 56817 h 79161"/>
                <a:gd name="connsiteX23" fmla="*/ 19170 w 38979"/>
                <a:gd name="connsiteY23" fmla="*/ 58733 h 79161"/>
                <a:gd name="connsiteX24" fmla="*/ 12780 w 38979"/>
                <a:gd name="connsiteY24" fmla="*/ 52349 h 79161"/>
                <a:gd name="connsiteX25" fmla="*/ 6390 w 38979"/>
                <a:gd name="connsiteY25" fmla="*/ 45965 h 79161"/>
                <a:gd name="connsiteX26" fmla="*/ 0 w 38979"/>
                <a:gd name="connsiteY26" fmla="*/ 52349 h 79161"/>
                <a:gd name="connsiteX27" fmla="*/ 12780 w 38979"/>
                <a:gd name="connsiteY27" fmla="*/ 69585 h 79161"/>
                <a:gd name="connsiteX28" fmla="*/ 12780 w 38979"/>
                <a:gd name="connsiteY28" fmla="*/ 72777 h 79161"/>
                <a:gd name="connsiteX29" fmla="*/ 19170 w 38979"/>
                <a:gd name="connsiteY29" fmla="*/ 79161 h 79161"/>
                <a:gd name="connsiteX30" fmla="*/ 25560 w 38979"/>
                <a:gd name="connsiteY30" fmla="*/ 72777 h 79161"/>
                <a:gd name="connsiteX31" fmla="*/ 25560 w 38979"/>
                <a:gd name="connsiteY31" fmla="*/ 69585 h 79161"/>
                <a:gd name="connsiteX32" fmla="*/ 33228 w 38979"/>
                <a:gd name="connsiteY32" fmla="*/ 65117 h 79161"/>
                <a:gd name="connsiteX33" fmla="*/ 38979 w 38979"/>
                <a:gd name="connsiteY33" fmla="*/ 51710 h 79161"/>
                <a:gd name="connsiteX34" fmla="*/ 19170 w 38979"/>
                <a:gd name="connsiteY34" fmla="*/ 33835 h 7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8979" h="79161">
                  <a:moveTo>
                    <a:pt x="19170" y="33835"/>
                  </a:moveTo>
                  <a:cubicBezTo>
                    <a:pt x="19170" y="33835"/>
                    <a:pt x="19170" y="33835"/>
                    <a:pt x="19170" y="33835"/>
                  </a:cubicBezTo>
                  <a:cubicBezTo>
                    <a:pt x="19170" y="33835"/>
                    <a:pt x="19170" y="33835"/>
                    <a:pt x="19170" y="33835"/>
                  </a:cubicBezTo>
                  <a:cubicBezTo>
                    <a:pt x="15336" y="33835"/>
                    <a:pt x="12780" y="31281"/>
                    <a:pt x="12780" y="27451"/>
                  </a:cubicBezTo>
                  <a:cubicBezTo>
                    <a:pt x="12780" y="25536"/>
                    <a:pt x="13419" y="24259"/>
                    <a:pt x="14697" y="22982"/>
                  </a:cubicBezTo>
                  <a:cubicBezTo>
                    <a:pt x="15975" y="21706"/>
                    <a:pt x="17253" y="21067"/>
                    <a:pt x="19170" y="21067"/>
                  </a:cubicBezTo>
                  <a:cubicBezTo>
                    <a:pt x="23004" y="21067"/>
                    <a:pt x="25560" y="23621"/>
                    <a:pt x="26199" y="27451"/>
                  </a:cubicBezTo>
                  <a:cubicBezTo>
                    <a:pt x="26199" y="30643"/>
                    <a:pt x="29394" y="33835"/>
                    <a:pt x="32589" y="33835"/>
                  </a:cubicBezTo>
                  <a:cubicBezTo>
                    <a:pt x="32589" y="33835"/>
                    <a:pt x="32589" y="33835"/>
                    <a:pt x="32589" y="33835"/>
                  </a:cubicBezTo>
                  <a:cubicBezTo>
                    <a:pt x="36423" y="33835"/>
                    <a:pt x="38979" y="30643"/>
                    <a:pt x="38979" y="27451"/>
                  </a:cubicBezTo>
                  <a:cubicBezTo>
                    <a:pt x="38979" y="19152"/>
                    <a:pt x="33228" y="12768"/>
                    <a:pt x="26199" y="9576"/>
                  </a:cubicBezTo>
                  <a:lnTo>
                    <a:pt x="26199" y="6384"/>
                  </a:lnTo>
                  <a:cubicBezTo>
                    <a:pt x="26199" y="2554"/>
                    <a:pt x="23643" y="0"/>
                    <a:pt x="19809" y="0"/>
                  </a:cubicBezTo>
                  <a:cubicBezTo>
                    <a:pt x="15975" y="0"/>
                    <a:pt x="13419" y="2554"/>
                    <a:pt x="13419" y="6384"/>
                  </a:cubicBezTo>
                  <a:lnTo>
                    <a:pt x="13419" y="9576"/>
                  </a:lnTo>
                  <a:cubicBezTo>
                    <a:pt x="10863" y="10853"/>
                    <a:pt x="8307" y="12130"/>
                    <a:pt x="5751" y="14045"/>
                  </a:cubicBezTo>
                  <a:cubicBezTo>
                    <a:pt x="1917" y="17875"/>
                    <a:pt x="0" y="22344"/>
                    <a:pt x="0" y="27451"/>
                  </a:cubicBezTo>
                  <a:cubicBezTo>
                    <a:pt x="0" y="37665"/>
                    <a:pt x="8946" y="45965"/>
                    <a:pt x="19170" y="45965"/>
                  </a:cubicBezTo>
                  <a:cubicBezTo>
                    <a:pt x="19170" y="45965"/>
                    <a:pt x="19170" y="45965"/>
                    <a:pt x="19170" y="45965"/>
                  </a:cubicBezTo>
                  <a:cubicBezTo>
                    <a:pt x="19170" y="45965"/>
                    <a:pt x="19170" y="45965"/>
                    <a:pt x="19170" y="45965"/>
                  </a:cubicBezTo>
                  <a:cubicBezTo>
                    <a:pt x="19170" y="45965"/>
                    <a:pt x="19170" y="45965"/>
                    <a:pt x="19170" y="45965"/>
                  </a:cubicBezTo>
                  <a:cubicBezTo>
                    <a:pt x="23004" y="45965"/>
                    <a:pt x="25560" y="48518"/>
                    <a:pt x="26199" y="52349"/>
                  </a:cubicBezTo>
                  <a:cubicBezTo>
                    <a:pt x="26199" y="54264"/>
                    <a:pt x="25560" y="55541"/>
                    <a:pt x="24282" y="56817"/>
                  </a:cubicBezTo>
                  <a:cubicBezTo>
                    <a:pt x="23004" y="58094"/>
                    <a:pt x="21087" y="58733"/>
                    <a:pt x="19170" y="58733"/>
                  </a:cubicBezTo>
                  <a:cubicBezTo>
                    <a:pt x="15336" y="58733"/>
                    <a:pt x="12780" y="56179"/>
                    <a:pt x="12780" y="52349"/>
                  </a:cubicBezTo>
                  <a:cubicBezTo>
                    <a:pt x="12780" y="48518"/>
                    <a:pt x="9585" y="45965"/>
                    <a:pt x="6390" y="45965"/>
                  </a:cubicBezTo>
                  <a:cubicBezTo>
                    <a:pt x="2556" y="45965"/>
                    <a:pt x="0" y="49157"/>
                    <a:pt x="0" y="52349"/>
                  </a:cubicBezTo>
                  <a:cubicBezTo>
                    <a:pt x="0" y="60648"/>
                    <a:pt x="5112" y="67032"/>
                    <a:pt x="12780" y="69585"/>
                  </a:cubicBezTo>
                  <a:lnTo>
                    <a:pt x="12780" y="72777"/>
                  </a:lnTo>
                  <a:cubicBezTo>
                    <a:pt x="12780" y="76608"/>
                    <a:pt x="15336" y="79161"/>
                    <a:pt x="19170" y="79161"/>
                  </a:cubicBezTo>
                  <a:cubicBezTo>
                    <a:pt x="23004" y="79161"/>
                    <a:pt x="25560" y="76608"/>
                    <a:pt x="25560" y="72777"/>
                  </a:cubicBezTo>
                  <a:lnTo>
                    <a:pt x="25560" y="69585"/>
                  </a:lnTo>
                  <a:cubicBezTo>
                    <a:pt x="28116" y="68947"/>
                    <a:pt x="31311" y="67032"/>
                    <a:pt x="33228" y="65117"/>
                  </a:cubicBezTo>
                  <a:cubicBezTo>
                    <a:pt x="37062" y="61286"/>
                    <a:pt x="38979" y="56817"/>
                    <a:pt x="38979" y="51710"/>
                  </a:cubicBezTo>
                  <a:cubicBezTo>
                    <a:pt x="38979" y="42134"/>
                    <a:pt x="30033" y="33835"/>
                    <a:pt x="19170" y="33835"/>
                  </a:cubicBezTo>
                  <a:close/>
                </a:path>
              </a:pathLst>
            </a:custGeom>
            <a:solidFill>
              <a:srgbClr val="43B02A"/>
            </a:solidFill>
            <a:ln w="6390" cap="flat">
              <a:noFill/>
              <a:prstDash val="solid"/>
              <a:miter/>
            </a:ln>
          </p:spPr>
          <p:txBody>
            <a:bodyPr rtlCol="0" anchor="ctr"/>
            <a:lstStyle/>
            <a:p>
              <a:endParaRPr lang="en-US"/>
            </a:p>
          </p:txBody>
        </p:sp>
        <p:sp>
          <p:nvSpPr>
            <p:cNvPr id="1256" name="Graphic 1039">
              <a:extLst>
                <a:ext uri="{FF2B5EF4-FFF2-40B4-BE49-F238E27FC236}">
                  <a16:creationId xmlns:a16="http://schemas.microsoft.com/office/drawing/2014/main" id="{A8F46DE5-B970-8E4E-AA27-961EC966765B}"/>
                </a:ext>
              </a:extLst>
            </p:cNvPr>
            <p:cNvSpPr/>
            <p:nvPr/>
          </p:nvSpPr>
          <p:spPr>
            <a:xfrm>
              <a:off x="6867265" y="986487"/>
              <a:ext cx="134828" cy="225354"/>
            </a:xfrm>
            <a:custGeom>
              <a:avLst/>
              <a:gdLst>
                <a:gd name="connsiteX0" fmla="*/ 110546 w 134828"/>
                <a:gd name="connsiteY0" fmla="*/ 0 h 225354"/>
                <a:gd name="connsiteX1" fmla="*/ 24282 w 134828"/>
                <a:gd name="connsiteY1" fmla="*/ 0 h 225354"/>
                <a:gd name="connsiteX2" fmla="*/ 0 w 134828"/>
                <a:gd name="connsiteY2" fmla="*/ 24259 h 225354"/>
                <a:gd name="connsiteX3" fmla="*/ 0 w 134828"/>
                <a:gd name="connsiteY3" fmla="*/ 201095 h 225354"/>
                <a:gd name="connsiteX4" fmla="*/ 24282 w 134828"/>
                <a:gd name="connsiteY4" fmla="*/ 225355 h 225354"/>
                <a:gd name="connsiteX5" fmla="*/ 110546 w 134828"/>
                <a:gd name="connsiteY5" fmla="*/ 225355 h 225354"/>
                <a:gd name="connsiteX6" fmla="*/ 134828 w 134828"/>
                <a:gd name="connsiteY6" fmla="*/ 201095 h 225354"/>
                <a:gd name="connsiteX7" fmla="*/ 134828 w 134828"/>
                <a:gd name="connsiteY7" fmla="*/ 24259 h 225354"/>
                <a:gd name="connsiteX8" fmla="*/ 110546 w 134828"/>
                <a:gd name="connsiteY8" fmla="*/ 0 h 225354"/>
                <a:gd name="connsiteX9" fmla="*/ 122048 w 134828"/>
                <a:gd name="connsiteY9" fmla="*/ 200457 h 225354"/>
                <a:gd name="connsiteX10" fmla="*/ 110546 w 134828"/>
                <a:gd name="connsiteY10" fmla="*/ 211948 h 225354"/>
                <a:gd name="connsiteX11" fmla="*/ 24282 w 134828"/>
                <a:gd name="connsiteY11" fmla="*/ 211948 h 225354"/>
                <a:gd name="connsiteX12" fmla="*/ 12780 w 134828"/>
                <a:gd name="connsiteY12" fmla="*/ 200457 h 225354"/>
                <a:gd name="connsiteX13" fmla="*/ 12780 w 134828"/>
                <a:gd name="connsiteY13" fmla="*/ 23621 h 225354"/>
                <a:gd name="connsiteX14" fmla="*/ 24282 w 134828"/>
                <a:gd name="connsiteY14" fmla="*/ 12130 h 225354"/>
                <a:gd name="connsiteX15" fmla="*/ 110546 w 134828"/>
                <a:gd name="connsiteY15" fmla="*/ 12130 h 225354"/>
                <a:gd name="connsiteX16" fmla="*/ 122048 w 134828"/>
                <a:gd name="connsiteY16" fmla="*/ 23621 h 225354"/>
                <a:gd name="connsiteX17" fmla="*/ 122048 w 134828"/>
                <a:gd name="connsiteY17" fmla="*/ 200457 h 225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4828" h="225354">
                  <a:moveTo>
                    <a:pt x="110546" y="0"/>
                  </a:moveTo>
                  <a:lnTo>
                    <a:pt x="24282" y="0"/>
                  </a:lnTo>
                  <a:cubicBezTo>
                    <a:pt x="10863" y="0"/>
                    <a:pt x="0" y="10853"/>
                    <a:pt x="0" y="24259"/>
                  </a:cubicBezTo>
                  <a:lnTo>
                    <a:pt x="0" y="201095"/>
                  </a:lnTo>
                  <a:cubicBezTo>
                    <a:pt x="0" y="214502"/>
                    <a:pt x="10863" y="225355"/>
                    <a:pt x="24282" y="225355"/>
                  </a:cubicBezTo>
                  <a:lnTo>
                    <a:pt x="110546" y="225355"/>
                  </a:lnTo>
                  <a:cubicBezTo>
                    <a:pt x="123965" y="225355"/>
                    <a:pt x="134828" y="214502"/>
                    <a:pt x="134828" y="201095"/>
                  </a:cubicBezTo>
                  <a:lnTo>
                    <a:pt x="134828" y="24259"/>
                  </a:lnTo>
                  <a:cubicBezTo>
                    <a:pt x="134828" y="10853"/>
                    <a:pt x="123965" y="0"/>
                    <a:pt x="110546" y="0"/>
                  </a:cubicBezTo>
                  <a:close/>
                  <a:moveTo>
                    <a:pt x="122048" y="200457"/>
                  </a:moveTo>
                  <a:cubicBezTo>
                    <a:pt x="122048" y="206841"/>
                    <a:pt x="116936" y="211948"/>
                    <a:pt x="110546" y="211948"/>
                  </a:cubicBezTo>
                  <a:lnTo>
                    <a:pt x="24282" y="211948"/>
                  </a:lnTo>
                  <a:cubicBezTo>
                    <a:pt x="17892" y="211948"/>
                    <a:pt x="12780" y="206841"/>
                    <a:pt x="12780" y="200457"/>
                  </a:cubicBezTo>
                  <a:lnTo>
                    <a:pt x="12780" y="23621"/>
                  </a:lnTo>
                  <a:cubicBezTo>
                    <a:pt x="12780" y="17237"/>
                    <a:pt x="17892" y="12130"/>
                    <a:pt x="24282" y="12130"/>
                  </a:cubicBezTo>
                  <a:lnTo>
                    <a:pt x="110546" y="12130"/>
                  </a:lnTo>
                  <a:cubicBezTo>
                    <a:pt x="116936" y="12130"/>
                    <a:pt x="122048" y="17237"/>
                    <a:pt x="122048" y="23621"/>
                  </a:cubicBezTo>
                  <a:lnTo>
                    <a:pt x="122048" y="200457"/>
                  </a:lnTo>
                  <a:close/>
                </a:path>
              </a:pathLst>
            </a:custGeom>
            <a:solidFill>
              <a:srgbClr val="43B02A"/>
            </a:solidFill>
            <a:ln w="6390" cap="flat">
              <a:noFill/>
              <a:prstDash val="solid"/>
              <a:miter/>
            </a:ln>
          </p:spPr>
          <p:txBody>
            <a:bodyPr rtlCol="0" anchor="ctr"/>
            <a:lstStyle/>
            <a:p>
              <a:endParaRPr lang="en-US"/>
            </a:p>
          </p:txBody>
        </p:sp>
        <p:sp>
          <p:nvSpPr>
            <p:cNvPr id="1257" name="Graphic 1039">
              <a:extLst>
                <a:ext uri="{FF2B5EF4-FFF2-40B4-BE49-F238E27FC236}">
                  <a16:creationId xmlns:a16="http://schemas.microsoft.com/office/drawing/2014/main" id="{87E18838-96AE-5F40-AFAE-EFD6854D255E}"/>
                </a:ext>
              </a:extLst>
            </p:cNvPr>
            <p:cNvSpPr/>
            <p:nvPr/>
          </p:nvSpPr>
          <p:spPr>
            <a:xfrm>
              <a:off x="6927330" y="1166516"/>
              <a:ext cx="14058" cy="14044"/>
            </a:xfrm>
            <a:custGeom>
              <a:avLst/>
              <a:gdLst>
                <a:gd name="connsiteX0" fmla="*/ 7029 w 14058"/>
                <a:gd name="connsiteY0" fmla="*/ 0 h 14044"/>
                <a:gd name="connsiteX1" fmla="*/ 0 w 14058"/>
                <a:gd name="connsiteY1" fmla="*/ 7022 h 14044"/>
                <a:gd name="connsiteX2" fmla="*/ 7029 w 14058"/>
                <a:gd name="connsiteY2" fmla="*/ 14045 h 14044"/>
                <a:gd name="connsiteX3" fmla="*/ 14058 w 14058"/>
                <a:gd name="connsiteY3" fmla="*/ 7022 h 14044"/>
                <a:gd name="connsiteX4" fmla="*/ 7029 w 14058"/>
                <a:gd name="connsiteY4" fmla="*/ 0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8" h="14044">
                  <a:moveTo>
                    <a:pt x="7029" y="0"/>
                  </a:moveTo>
                  <a:cubicBezTo>
                    <a:pt x="3195" y="0"/>
                    <a:pt x="0" y="3192"/>
                    <a:pt x="0" y="7022"/>
                  </a:cubicBezTo>
                  <a:cubicBezTo>
                    <a:pt x="0" y="10853"/>
                    <a:pt x="3195" y="14045"/>
                    <a:pt x="7029" y="14045"/>
                  </a:cubicBezTo>
                  <a:cubicBezTo>
                    <a:pt x="10863" y="14045"/>
                    <a:pt x="14058" y="10853"/>
                    <a:pt x="14058" y="7022"/>
                  </a:cubicBezTo>
                  <a:cubicBezTo>
                    <a:pt x="14058" y="3192"/>
                    <a:pt x="11502" y="0"/>
                    <a:pt x="7029" y="0"/>
                  </a:cubicBezTo>
                  <a:close/>
                </a:path>
              </a:pathLst>
            </a:custGeom>
            <a:solidFill>
              <a:srgbClr val="43B02A"/>
            </a:solidFill>
            <a:ln w="6390" cap="flat">
              <a:noFill/>
              <a:prstDash val="solid"/>
              <a:miter/>
            </a:ln>
          </p:spPr>
          <p:txBody>
            <a:bodyPr rtlCol="0" anchor="ctr"/>
            <a:lstStyle/>
            <a:p>
              <a:endParaRPr lang="en-US"/>
            </a:p>
          </p:txBody>
        </p:sp>
      </p:grpSp>
      <p:grpSp>
        <p:nvGrpSpPr>
          <p:cNvPr id="1258" name="Graphic 1039">
            <a:extLst>
              <a:ext uri="{FF2B5EF4-FFF2-40B4-BE49-F238E27FC236}">
                <a16:creationId xmlns:a16="http://schemas.microsoft.com/office/drawing/2014/main" id="{68F55374-D85B-CF40-876D-2B19BAA99F15}"/>
              </a:ext>
            </a:extLst>
          </p:cNvPr>
          <p:cNvGrpSpPr/>
          <p:nvPr/>
        </p:nvGrpSpPr>
        <p:grpSpPr>
          <a:xfrm>
            <a:off x="6753524" y="1402085"/>
            <a:ext cx="361674" cy="361333"/>
            <a:chOff x="6753524" y="1402085"/>
            <a:chExt cx="361674" cy="361333"/>
          </a:xfrm>
          <a:solidFill>
            <a:srgbClr val="43B02A"/>
          </a:solidFill>
        </p:grpSpPr>
        <p:sp>
          <p:nvSpPr>
            <p:cNvPr id="1259" name="Graphic 1039">
              <a:extLst>
                <a:ext uri="{FF2B5EF4-FFF2-40B4-BE49-F238E27FC236}">
                  <a16:creationId xmlns:a16="http://schemas.microsoft.com/office/drawing/2014/main" id="{E0454C57-BE8C-DC4D-BBF0-6A668E7D6F51}"/>
                </a:ext>
              </a:extLst>
            </p:cNvPr>
            <p:cNvSpPr/>
            <p:nvPr/>
          </p:nvSpPr>
          <p:spPr>
            <a:xfrm>
              <a:off x="6753524" y="1402085"/>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6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09"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29" y="273873"/>
                    <a:pt x="274128" y="349204"/>
                    <a:pt x="180835" y="349204"/>
                  </a:cubicBezTo>
                  <a:close/>
                </a:path>
              </a:pathLst>
            </a:custGeom>
            <a:solidFill>
              <a:srgbClr val="43B02A"/>
            </a:solidFill>
            <a:ln w="6390" cap="flat">
              <a:noFill/>
              <a:prstDash val="solid"/>
              <a:miter/>
            </a:ln>
          </p:spPr>
          <p:txBody>
            <a:bodyPr rtlCol="0" anchor="ctr"/>
            <a:lstStyle/>
            <a:p>
              <a:endParaRPr lang="en-US"/>
            </a:p>
          </p:txBody>
        </p:sp>
        <p:sp>
          <p:nvSpPr>
            <p:cNvPr id="1260" name="Graphic 1039">
              <a:extLst>
                <a:ext uri="{FF2B5EF4-FFF2-40B4-BE49-F238E27FC236}">
                  <a16:creationId xmlns:a16="http://schemas.microsoft.com/office/drawing/2014/main" id="{E1D4FA47-1677-4549-A917-715BDFB56655}"/>
                </a:ext>
              </a:extLst>
            </p:cNvPr>
            <p:cNvSpPr/>
            <p:nvPr/>
          </p:nvSpPr>
          <p:spPr>
            <a:xfrm>
              <a:off x="6903049" y="1520188"/>
              <a:ext cx="63259" cy="74054"/>
            </a:xfrm>
            <a:custGeom>
              <a:avLst/>
              <a:gdLst>
                <a:gd name="connsiteX0" fmla="*/ 35145 w 63259"/>
                <a:gd name="connsiteY0" fmla="*/ 12768 h 74054"/>
                <a:gd name="connsiteX1" fmla="*/ 38978 w 63259"/>
                <a:gd name="connsiteY1" fmla="*/ 12768 h 74054"/>
                <a:gd name="connsiteX2" fmla="*/ 50480 w 63259"/>
                <a:gd name="connsiteY2" fmla="*/ 24259 h 74054"/>
                <a:gd name="connsiteX3" fmla="*/ 56870 w 63259"/>
                <a:gd name="connsiteY3" fmla="*/ 30643 h 74054"/>
                <a:gd name="connsiteX4" fmla="*/ 63260 w 63259"/>
                <a:gd name="connsiteY4" fmla="*/ 24259 h 74054"/>
                <a:gd name="connsiteX5" fmla="*/ 38978 w 63259"/>
                <a:gd name="connsiteY5" fmla="*/ 0 h 74054"/>
                <a:gd name="connsiteX6" fmla="*/ 35145 w 63259"/>
                <a:gd name="connsiteY6" fmla="*/ 0 h 74054"/>
                <a:gd name="connsiteX7" fmla="*/ 10863 w 63259"/>
                <a:gd name="connsiteY7" fmla="*/ 24259 h 74054"/>
                <a:gd name="connsiteX8" fmla="*/ 10863 w 63259"/>
                <a:gd name="connsiteY8" fmla="*/ 24897 h 74054"/>
                <a:gd name="connsiteX9" fmla="*/ 6390 w 63259"/>
                <a:gd name="connsiteY9" fmla="*/ 24897 h 74054"/>
                <a:gd name="connsiteX10" fmla="*/ 0 w 63259"/>
                <a:gd name="connsiteY10" fmla="*/ 31281 h 74054"/>
                <a:gd name="connsiteX11" fmla="*/ 6390 w 63259"/>
                <a:gd name="connsiteY11" fmla="*/ 37665 h 74054"/>
                <a:gd name="connsiteX12" fmla="*/ 10863 w 63259"/>
                <a:gd name="connsiteY12" fmla="*/ 37665 h 74054"/>
                <a:gd name="connsiteX13" fmla="*/ 10863 w 63259"/>
                <a:gd name="connsiteY13" fmla="*/ 39581 h 74054"/>
                <a:gd name="connsiteX14" fmla="*/ 6390 w 63259"/>
                <a:gd name="connsiteY14" fmla="*/ 39581 h 74054"/>
                <a:gd name="connsiteX15" fmla="*/ 0 w 63259"/>
                <a:gd name="connsiteY15" fmla="*/ 45965 h 74054"/>
                <a:gd name="connsiteX16" fmla="*/ 6390 w 63259"/>
                <a:gd name="connsiteY16" fmla="*/ 52349 h 74054"/>
                <a:gd name="connsiteX17" fmla="*/ 10863 w 63259"/>
                <a:gd name="connsiteY17" fmla="*/ 52349 h 74054"/>
                <a:gd name="connsiteX18" fmla="*/ 35145 w 63259"/>
                <a:gd name="connsiteY18" fmla="*/ 74054 h 74054"/>
                <a:gd name="connsiteX19" fmla="*/ 38978 w 63259"/>
                <a:gd name="connsiteY19" fmla="*/ 74054 h 74054"/>
                <a:gd name="connsiteX20" fmla="*/ 63260 w 63259"/>
                <a:gd name="connsiteY20" fmla="*/ 49795 h 74054"/>
                <a:gd name="connsiteX21" fmla="*/ 56870 w 63259"/>
                <a:gd name="connsiteY21" fmla="*/ 43411 h 74054"/>
                <a:gd name="connsiteX22" fmla="*/ 50480 w 63259"/>
                <a:gd name="connsiteY22" fmla="*/ 49795 h 74054"/>
                <a:gd name="connsiteX23" fmla="*/ 38978 w 63259"/>
                <a:gd name="connsiteY23" fmla="*/ 61286 h 74054"/>
                <a:gd name="connsiteX24" fmla="*/ 35145 w 63259"/>
                <a:gd name="connsiteY24" fmla="*/ 61286 h 74054"/>
                <a:gd name="connsiteX25" fmla="*/ 23642 w 63259"/>
                <a:gd name="connsiteY25" fmla="*/ 52349 h 74054"/>
                <a:gd name="connsiteX26" fmla="*/ 38340 w 63259"/>
                <a:gd name="connsiteY26" fmla="*/ 52349 h 74054"/>
                <a:gd name="connsiteX27" fmla="*/ 44730 w 63259"/>
                <a:gd name="connsiteY27" fmla="*/ 45965 h 74054"/>
                <a:gd name="connsiteX28" fmla="*/ 38340 w 63259"/>
                <a:gd name="connsiteY28" fmla="*/ 39581 h 74054"/>
                <a:gd name="connsiteX29" fmla="*/ 23004 w 63259"/>
                <a:gd name="connsiteY29" fmla="*/ 39581 h 74054"/>
                <a:gd name="connsiteX30" fmla="*/ 23004 w 63259"/>
                <a:gd name="connsiteY30" fmla="*/ 37665 h 74054"/>
                <a:gd name="connsiteX31" fmla="*/ 38340 w 63259"/>
                <a:gd name="connsiteY31" fmla="*/ 37665 h 74054"/>
                <a:gd name="connsiteX32" fmla="*/ 44730 w 63259"/>
                <a:gd name="connsiteY32" fmla="*/ 31281 h 74054"/>
                <a:gd name="connsiteX33" fmla="*/ 38340 w 63259"/>
                <a:gd name="connsiteY33" fmla="*/ 24897 h 74054"/>
                <a:gd name="connsiteX34" fmla="*/ 23004 w 63259"/>
                <a:gd name="connsiteY34" fmla="*/ 24897 h 74054"/>
                <a:gd name="connsiteX35" fmla="*/ 23004 w 63259"/>
                <a:gd name="connsiteY35" fmla="*/ 24259 h 74054"/>
                <a:gd name="connsiteX36" fmla="*/ 35145 w 63259"/>
                <a:gd name="connsiteY36" fmla="*/ 12768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3259" h="74054">
                  <a:moveTo>
                    <a:pt x="35145" y="12768"/>
                  </a:moveTo>
                  <a:lnTo>
                    <a:pt x="38978" y="12768"/>
                  </a:lnTo>
                  <a:cubicBezTo>
                    <a:pt x="45368" y="12768"/>
                    <a:pt x="50480" y="17875"/>
                    <a:pt x="50480" y="24259"/>
                  </a:cubicBezTo>
                  <a:cubicBezTo>
                    <a:pt x="50480" y="28089"/>
                    <a:pt x="53036" y="30643"/>
                    <a:pt x="56870" y="30643"/>
                  </a:cubicBezTo>
                  <a:cubicBezTo>
                    <a:pt x="60704" y="30643"/>
                    <a:pt x="63260" y="28089"/>
                    <a:pt x="63260" y="24259"/>
                  </a:cubicBezTo>
                  <a:cubicBezTo>
                    <a:pt x="63260" y="10853"/>
                    <a:pt x="52397" y="0"/>
                    <a:pt x="38978" y="0"/>
                  </a:cubicBezTo>
                  <a:lnTo>
                    <a:pt x="35145" y="0"/>
                  </a:lnTo>
                  <a:cubicBezTo>
                    <a:pt x="21725" y="0"/>
                    <a:pt x="10863" y="10853"/>
                    <a:pt x="10863" y="24259"/>
                  </a:cubicBezTo>
                  <a:lnTo>
                    <a:pt x="10863" y="24897"/>
                  </a:lnTo>
                  <a:lnTo>
                    <a:pt x="6390" y="24897"/>
                  </a:lnTo>
                  <a:cubicBezTo>
                    <a:pt x="2555" y="24897"/>
                    <a:pt x="0" y="27451"/>
                    <a:pt x="0" y="31281"/>
                  </a:cubicBezTo>
                  <a:cubicBezTo>
                    <a:pt x="0" y="35112"/>
                    <a:pt x="2555" y="37665"/>
                    <a:pt x="6390" y="37665"/>
                  </a:cubicBezTo>
                  <a:lnTo>
                    <a:pt x="10863" y="37665"/>
                  </a:lnTo>
                  <a:lnTo>
                    <a:pt x="10863" y="39581"/>
                  </a:lnTo>
                  <a:lnTo>
                    <a:pt x="6390" y="39581"/>
                  </a:lnTo>
                  <a:cubicBezTo>
                    <a:pt x="2555" y="39581"/>
                    <a:pt x="0" y="42134"/>
                    <a:pt x="0" y="45965"/>
                  </a:cubicBezTo>
                  <a:cubicBezTo>
                    <a:pt x="0" y="49795"/>
                    <a:pt x="2555" y="52349"/>
                    <a:pt x="6390" y="52349"/>
                  </a:cubicBezTo>
                  <a:lnTo>
                    <a:pt x="10863" y="52349"/>
                  </a:lnTo>
                  <a:cubicBezTo>
                    <a:pt x="12140" y="64478"/>
                    <a:pt x="22365" y="74054"/>
                    <a:pt x="35145" y="74054"/>
                  </a:cubicBezTo>
                  <a:lnTo>
                    <a:pt x="38978" y="74054"/>
                  </a:lnTo>
                  <a:cubicBezTo>
                    <a:pt x="52397" y="74054"/>
                    <a:pt x="63260" y="63201"/>
                    <a:pt x="63260" y="49795"/>
                  </a:cubicBezTo>
                  <a:cubicBezTo>
                    <a:pt x="63260" y="45965"/>
                    <a:pt x="60704" y="43411"/>
                    <a:pt x="56870" y="43411"/>
                  </a:cubicBezTo>
                  <a:cubicBezTo>
                    <a:pt x="53036" y="43411"/>
                    <a:pt x="50480" y="45965"/>
                    <a:pt x="50480" y="49795"/>
                  </a:cubicBezTo>
                  <a:cubicBezTo>
                    <a:pt x="50480" y="56179"/>
                    <a:pt x="45368" y="61286"/>
                    <a:pt x="38978" y="61286"/>
                  </a:cubicBezTo>
                  <a:lnTo>
                    <a:pt x="35145" y="61286"/>
                  </a:lnTo>
                  <a:cubicBezTo>
                    <a:pt x="29394" y="61286"/>
                    <a:pt x="24920" y="57456"/>
                    <a:pt x="23642" y="52349"/>
                  </a:cubicBezTo>
                  <a:lnTo>
                    <a:pt x="38340" y="52349"/>
                  </a:lnTo>
                  <a:cubicBezTo>
                    <a:pt x="42173" y="52349"/>
                    <a:pt x="44730" y="49795"/>
                    <a:pt x="44730" y="45965"/>
                  </a:cubicBezTo>
                  <a:cubicBezTo>
                    <a:pt x="44730" y="42134"/>
                    <a:pt x="42173" y="39581"/>
                    <a:pt x="38340" y="39581"/>
                  </a:cubicBezTo>
                  <a:lnTo>
                    <a:pt x="23004" y="39581"/>
                  </a:lnTo>
                  <a:lnTo>
                    <a:pt x="23004" y="37665"/>
                  </a:lnTo>
                  <a:lnTo>
                    <a:pt x="38340" y="37665"/>
                  </a:lnTo>
                  <a:cubicBezTo>
                    <a:pt x="42173" y="37665"/>
                    <a:pt x="44730" y="35112"/>
                    <a:pt x="44730" y="31281"/>
                  </a:cubicBezTo>
                  <a:cubicBezTo>
                    <a:pt x="44730" y="27451"/>
                    <a:pt x="42173" y="24897"/>
                    <a:pt x="38340" y="24897"/>
                  </a:cubicBezTo>
                  <a:lnTo>
                    <a:pt x="23004" y="24897"/>
                  </a:lnTo>
                  <a:lnTo>
                    <a:pt x="23004" y="24259"/>
                  </a:lnTo>
                  <a:cubicBezTo>
                    <a:pt x="23642" y="17875"/>
                    <a:pt x="28755" y="12768"/>
                    <a:pt x="35145" y="12768"/>
                  </a:cubicBezTo>
                  <a:close/>
                </a:path>
              </a:pathLst>
            </a:custGeom>
            <a:solidFill>
              <a:srgbClr val="43B02A"/>
            </a:solidFill>
            <a:ln w="6390" cap="flat">
              <a:noFill/>
              <a:prstDash val="solid"/>
              <a:miter/>
            </a:ln>
          </p:spPr>
          <p:txBody>
            <a:bodyPr rtlCol="0" anchor="ctr"/>
            <a:lstStyle/>
            <a:p>
              <a:endParaRPr lang="en-US"/>
            </a:p>
          </p:txBody>
        </p:sp>
        <p:sp>
          <p:nvSpPr>
            <p:cNvPr id="1261" name="Graphic 1039">
              <a:extLst>
                <a:ext uri="{FF2B5EF4-FFF2-40B4-BE49-F238E27FC236}">
                  <a16:creationId xmlns:a16="http://schemas.microsoft.com/office/drawing/2014/main" id="{F7328D59-5FCB-E944-BDDA-C46A4D791CBA}"/>
                </a:ext>
              </a:extLst>
            </p:cNvPr>
            <p:cNvSpPr/>
            <p:nvPr/>
          </p:nvSpPr>
          <p:spPr>
            <a:xfrm>
              <a:off x="6867265" y="1471032"/>
              <a:ext cx="134828" cy="225354"/>
            </a:xfrm>
            <a:custGeom>
              <a:avLst/>
              <a:gdLst>
                <a:gd name="connsiteX0" fmla="*/ 110546 w 134828"/>
                <a:gd name="connsiteY0" fmla="*/ 0 h 225354"/>
                <a:gd name="connsiteX1" fmla="*/ 24282 w 134828"/>
                <a:gd name="connsiteY1" fmla="*/ 0 h 225354"/>
                <a:gd name="connsiteX2" fmla="*/ 0 w 134828"/>
                <a:gd name="connsiteY2" fmla="*/ 24259 h 225354"/>
                <a:gd name="connsiteX3" fmla="*/ 0 w 134828"/>
                <a:gd name="connsiteY3" fmla="*/ 201095 h 225354"/>
                <a:gd name="connsiteX4" fmla="*/ 24282 w 134828"/>
                <a:gd name="connsiteY4" fmla="*/ 225355 h 225354"/>
                <a:gd name="connsiteX5" fmla="*/ 110546 w 134828"/>
                <a:gd name="connsiteY5" fmla="*/ 225355 h 225354"/>
                <a:gd name="connsiteX6" fmla="*/ 134828 w 134828"/>
                <a:gd name="connsiteY6" fmla="*/ 201095 h 225354"/>
                <a:gd name="connsiteX7" fmla="*/ 134828 w 134828"/>
                <a:gd name="connsiteY7" fmla="*/ 24259 h 225354"/>
                <a:gd name="connsiteX8" fmla="*/ 110546 w 134828"/>
                <a:gd name="connsiteY8" fmla="*/ 0 h 225354"/>
                <a:gd name="connsiteX9" fmla="*/ 122048 w 134828"/>
                <a:gd name="connsiteY9" fmla="*/ 200457 h 225354"/>
                <a:gd name="connsiteX10" fmla="*/ 110546 w 134828"/>
                <a:gd name="connsiteY10" fmla="*/ 211948 h 225354"/>
                <a:gd name="connsiteX11" fmla="*/ 24282 w 134828"/>
                <a:gd name="connsiteY11" fmla="*/ 211948 h 225354"/>
                <a:gd name="connsiteX12" fmla="*/ 12780 w 134828"/>
                <a:gd name="connsiteY12" fmla="*/ 200457 h 225354"/>
                <a:gd name="connsiteX13" fmla="*/ 12780 w 134828"/>
                <a:gd name="connsiteY13" fmla="*/ 23621 h 225354"/>
                <a:gd name="connsiteX14" fmla="*/ 24282 w 134828"/>
                <a:gd name="connsiteY14" fmla="*/ 12130 h 225354"/>
                <a:gd name="connsiteX15" fmla="*/ 110546 w 134828"/>
                <a:gd name="connsiteY15" fmla="*/ 12130 h 225354"/>
                <a:gd name="connsiteX16" fmla="*/ 122048 w 134828"/>
                <a:gd name="connsiteY16" fmla="*/ 23621 h 225354"/>
                <a:gd name="connsiteX17" fmla="*/ 122048 w 134828"/>
                <a:gd name="connsiteY17" fmla="*/ 200457 h 225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4828" h="225354">
                  <a:moveTo>
                    <a:pt x="110546" y="0"/>
                  </a:moveTo>
                  <a:lnTo>
                    <a:pt x="24282" y="0"/>
                  </a:lnTo>
                  <a:cubicBezTo>
                    <a:pt x="10863" y="0"/>
                    <a:pt x="0" y="10853"/>
                    <a:pt x="0" y="24259"/>
                  </a:cubicBezTo>
                  <a:lnTo>
                    <a:pt x="0" y="201095"/>
                  </a:lnTo>
                  <a:cubicBezTo>
                    <a:pt x="0" y="214502"/>
                    <a:pt x="10863" y="225355"/>
                    <a:pt x="24282" y="225355"/>
                  </a:cubicBezTo>
                  <a:lnTo>
                    <a:pt x="110546" y="225355"/>
                  </a:lnTo>
                  <a:cubicBezTo>
                    <a:pt x="123965" y="225355"/>
                    <a:pt x="134828" y="214502"/>
                    <a:pt x="134828" y="201095"/>
                  </a:cubicBezTo>
                  <a:lnTo>
                    <a:pt x="134828" y="24259"/>
                  </a:lnTo>
                  <a:cubicBezTo>
                    <a:pt x="134828" y="10853"/>
                    <a:pt x="123965" y="0"/>
                    <a:pt x="110546" y="0"/>
                  </a:cubicBezTo>
                  <a:close/>
                  <a:moveTo>
                    <a:pt x="122048" y="200457"/>
                  </a:moveTo>
                  <a:cubicBezTo>
                    <a:pt x="122048" y="206841"/>
                    <a:pt x="116936" y="211948"/>
                    <a:pt x="110546" y="211948"/>
                  </a:cubicBezTo>
                  <a:lnTo>
                    <a:pt x="24282" y="211948"/>
                  </a:lnTo>
                  <a:cubicBezTo>
                    <a:pt x="17892" y="211948"/>
                    <a:pt x="12780" y="206841"/>
                    <a:pt x="12780" y="200457"/>
                  </a:cubicBezTo>
                  <a:lnTo>
                    <a:pt x="12780" y="23621"/>
                  </a:lnTo>
                  <a:cubicBezTo>
                    <a:pt x="12780" y="17237"/>
                    <a:pt x="17892" y="12130"/>
                    <a:pt x="24282" y="12130"/>
                  </a:cubicBezTo>
                  <a:lnTo>
                    <a:pt x="110546" y="12130"/>
                  </a:lnTo>
                  <a:cubicBezTo>
                    <a:pt x="116936" y="12130"/>
                    <a:pt x="122048" y="17237"/>
                    <a:pt x="122048" y="23621"/>
                  </a:cubicBezTo>
                  <a:lnTo>
                    <a:pt x="122048" y="200457"/>
                  </a:lnTo>
                  <a:close/>
                </a:path>
              </a:pathLst>
            </a:custGeom>
            <a:solidFill>
              <a:srgbClr val="43B02A"/>
            </a:solidFill>
            <a:ln w="6390" cap="flat">
              <a:noFill/>
              <a:prstDash val="solid"/>
              <a:miter/>
            </a:ln>
          </p:spPr>
          <p:txBody>
            <a:bodyPr rtlCol="0" anchor="ctr"/>
            <a:lstStyle/>
            <a:p>
              <a:endParaRPr lang="en-US"/>
            </a:p>
          </p:txBody>
        </p:sp>
        <p:sp>
          <p:nvSpPr>
            <p:cNvPr id="1262" name="Graphic 1039">
              <a:extLst>
                <a:ext uri="{FF2B5EF4-FFF2-40B4-BE49-F238E27FC236}">
                  <a16:creationId xmlns:a16="http://schemas.microsoft.com/office/drawing/2014/main" id="{8C6D8E52-AFFE-2D41-BF61-58C501280FF9}"/>
                </a:ext>
              </a:extLst>
            </p:cNvPr>
            <p:cNvSpPr/>
            <p:nvPr/>
          </p:nvSpPr>
          <p:spPr>
            <a:xfrm>
              <a:off x="6927330" y="1651060"/>
              <a:ext cx="14058" cy="14044"/>
            </a:xfrm>
            <a:custGeom>
              <a:avLst/>
              <a:gdLst>
                <a:gd name="connsiteX0" fmla="*/ 7029 w 14058"/>
                <a:gd name="connsiteY0" fmla="*/ 0 h 14044"/>
                <a:gd name="connsiteX1" fmla="*/ 0 w 14058"/>
                <a:gd name="connsiteY1" fmla="*/ 7022 h 14044"/>
                <a:gd name="connsiteX2" fmla="*/ 7029 w 14058"/>
                <a:gd name="connsiteY2" fmla="*/ 14045 h 14044"/>
                <a:gd name="connsiteX3" fmla="*/ 14058 w 14058"/>
                <a:gd name="connsiteY3" fmla="*/ 7022 h 14044"/>
                <a:gd name="connsiteX4" fmla="*/ 7029 w 14058"/>
                <a:gd name="connsiteY4" fmla="*/ 0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8" h="14044">
                  <a:moveTo>
                    <a:pt x="7029" y="0"/>
                  </a:moveTo>
                  <a:cubicBezTo>
                    <a:pt x="3195" y="0"/>
                    <a:pt x="0" y="3192"/>
                    <a:pt x="0" y="7022"/>
                  </a:cubicBezTo>
                  <a:cubicBezTo>
                    <a:pt x="0" y="10853"/>
                    <a:pt x="3195" y="14045"/>
                    <a:pt x="7029" y="14045"/>
                  </a:cubicBezTo>
                  <a:cubicBezTo>
                    <a:pt x="10863" y="14045"/>
                    <a:pt x="14058" y="10853"/>
                    <a:pt x="14058" y="7022"/>
                  </a:cubicBezTo>
                  <a:cubicBezTo>
                    <a:pt x="14058" y="3192"/>
                    <a:pt x="11502" y="0"/>
                    <a:pt x="7029" y="0"/>
                  </a:cubicBezTo>
                  <a:close/>
                </a:path>
              </a:pathLst>
            </a:custGeom>
            <a:solidFill>
              <a:srgbClr val="43B02A"/>
            </a:solidFill>
            <a:ln w="6390" cap="flat">
              <a:noFill/>
              <a:prstDash val="solid"/>
              <a:miter/>
            </a:ln>
          </p:spPr>
          <p:txBody>
            <a:bodyPr rtlCol="0" anchor="ctr"/>
            <a:lstStyle/>
            <a:p>
              <a:endParaRPr lang="en-US"/>
            </a:p>
          </p:txBody>
        </p:sp>
      </p:grpSp>
      <p:grpSp>
        <p:nvGrpSpPr>
          <p:cNvPr id="1263" name="Graphic 1039">
            <a:extLst>
              <a:ext uri="{FF2B5EF4-FFF2-40B4-BE49-F238E27FC236}">
                <a16:creationId xmlns:a16="http://schemas.microsoft.com/office/drawing/2014/main" id="{E62CF85F-EAD3-0E48-AE9C-59D02815238E}"/>
              </a:ext>
            </a:extLst>
          </p:cNvPr>
          <p:cNvGrpSpPr/>
          <p:nvPr/>
        </p:nvGrpSpPr>
        <p:grpSpPr>
          <a:xfrm>
            <a:off x="6753524" y="1893013"/>
            <a:ext cx="361674" cy="361333"/>
            <a:chOff x="6753524" y="1893013"/>
            <a:chExt cx="361674" cy="361333"/>
          </a:xfrm>
          <a:solidFill>
            <a:srgbClr val="43B02A"/>
          </a:solidFill>
        </p:grpSpPr>
        <p:sp>
          <p:nvSpPr>
            <p:cNvPr id="1264" name="Graphic 1039">
              <a:extLst>
                <a:ext uri="{FF2B5EF4-FFF2-40B4-BE49-F238E27FC236}">
                  <a16:creationId xmlns:a16="http://schemas.microsoft.com/office/drawing/2014/main" id="{AAC5BC80-7874-0B43-8BDA-BCC4BD6C4368}"/>
                </a:ext>
              </a:extLst>
            </p:cNvPr>
            <p:cNvSpPr/>
            <p:nvPr/>
          </p:nvSpPr>
          <p:spPr>
            <a:xfrm>
              <a:off x="6753524" y="189301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6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09"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29" y="273873"/>
                    <a:pt x="274128" y="349204"/>
                    <a:pt x="180835" y="349204"/>
                  </a:cubicBezTo>
                  <a:close/>
                </a:path>
              </a:pathLst>
            </a:custGeom>
            <a:solidFill>
              <a:srgbClr val="43B02A"/>
            </a:solidFill>
            <a:ln w="6390" cap="flat">
              <a:noFill/>
              <a:prstDash val="solid"/>
              <a:miter/>
            </a:ln>
          </p:spPr>
          <p:txBody>
            <a:bodyPr rtlCol="0" anchor="ctr"/>
            <a:lstStyle/>
            <a:p>
              <a:endParaRPr lang="en-US"/>
            </a:p>
          </p:txBody>
        </p:sp>
        <p:sp>
          <p:nvSpPr>
            <p:cNvPr id="1265" name="Graphic 1039">
              <a:extLst>
                <a:ext uri="{FF2B5EF4-FFF2-40B4-BE49-F238E27FC236}">
                  <a16:creationId xmlns:a16="http://schemas.microsoft.com/office/drawing/2014/main" id="{1EE523E7-225D-AB45-B39F-FF4B3C2E5385}"/>
                </a:ext>
              </a:extLst>
            </p:cNvPr>
            <p:cNvSpPr/>
            <p:nvPr/>
          </p:nvSpPr>
          <p:spPr>
            <a:xfrm>
              <a:off x="6909439" y="2014947"/>
              <a:ext cx="51758" cy="73415"/>
            </a:xfrm>
            <a:custGeom>
              <a:avLst/>
              <a:gdLst>
                <a:gd name="connsiteX0" fmla="*/ 46007 w 51758"/>
                <a:gd name="connsiteY0" fmla="*/ 60009 h 73415"/>
                <a:gd name="connsiteX1" fmla="*/ 21725 w 51758"/>
                <a:gd name="connsiteY1" fmla="*/ 60009 h 73415"/>
                <a:gd name="connsiteX2" fmla="*/ 26837 w 51758"/>
                <a:gd name="connsiteY2" fmla="*/ 42773 h 73415"/>
                <a:gd name="connsiteX3" fmla="*/ 32589 w 51758"/>
                <a:gd name="connsiteY3" fmla="*/ 42773 h 73415"/>
                <a:gd name="connsiteX4" fmla="*/ 38978 w 51758"/>
                <a:gd name="connsiteY4" fmla="*/ 36389 h 73415"/>
                <a:gd name="connsiteX5" fmla="*/ 32589 w 51758"/>
                <a:gd name="connsiteY5" fmla="*/ 30005 h 73415"/>
                <a:gd name="connsiteX6" fmla="*/ 21725 w 51758"/>
                <a:gd name="connsiteY6" fmla="*/ 30005 h 73415"/>
                <a:gd name="connsiteX7" fmla="*/ 19809 w 51758"/>
                <a:gd name="connsiteY7" fmla="*/ 27451 h 73415"/>
                <a:gd name="connsiteX8" fmla="*/ 18530 w 51758"/>
                <a:gd name="connsiteY8" fmla="*/ 18514 h 73415"/>
                <a:gd name="connsiteX9" fmla="*/ 28115 w 51758"/>
                <a:gd name="connsiteY9" fmla="*/ 12768 h 73415"/>
                <a:gd name="connsiteX10" fmla="*/ 38978 w 51758"/>
                <a:gd name="connsiteY10" fmla="*/ 23621 h 73415"/>
                <a:gd name="connsiteX11" fmla="*/ 45368 w 51758"/>
                <a:gd name="connsiteY11" fmla="*/ 30005 h 73415"/>
                <a:gd name="connsiteX12" fmla="*/ 51758 w 51758"/>
                <a:gd name="connsiteY12" fmla="*/ 23621 h 73415"/>
                <a:gd name="connsiteX13" fmla="*/ 28115 w 51758"/>
                <a:gd name="connsiteY13" fmla="*/ 0 h 73415"/>
                <a:gd name="connsiteX14" fmla="*/ 6390 w 51758"/>
                <a:gd name="connsiteY14" fmla="*/ 13406 h 73415"/>
                <a:gd name="connsiteX15" fmla="*/ 5750 w 51758"/>
                <a:gd name="connsiteY15" fmla="*/ 30005 h 73415"/>
                <a:gd name="connsiteX16" fmla="*/ 0 w 51758"/>
                <a:gd name="connsiteY16" fmla="*/ 36389 h 73415"/>
                <a:gd name="connsiteX17" fmla="*/ 6390 w 51758"/>
                <a:gd name="connsiteY17" fmla="*/ 42773 h 73415"/>
                <a:gd name="connsiteX18" fmla="*/ 13419 w 51758"/>
                <a:gd name="connsiteY18" fmla="*/ 42773 h 73415"/>
                <a:gd name="connsiteX19" fmla="*/ 3834 w 51758"/>
                <a:gd name="connsiteY19" fmla="*/ 62563 h 73415"/>
                <a:gd name="connsiteX20" fmla="*/ 3195 w 51758"/>
                <a:gd name="connsiteY20" fmla="*/ 69585 h 73415"/>
                <a:gd name="connsiteX21" fmla="*/ 8945 w 51758"/>
                <a:gd name="connsiteY21" fmla="*/ 73416 h 73415"/>
                <a:gd name="connsiteX22" fmla="*/ 45368 w 51758"/>
                <a:gd name="connsiteY22" fmla="*/ 73416 h 73415"/>
                <a:gd name="connsiteX23" fmla="*/ 51758 w 51758"/>
                <a:gd name="connsiteY23" fmla="*/ 67032 h 73415"/>
                <a:gd name="connsiteX24" fmla="*/ 46007 w 51758"/>
                <a:gd name="connsiteY24" fmla="*/ 60009 h 7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1758" h="73415">
                  <a:moveTo>
                    <a:pt x="46007" y="60009"/>
                  </a:moveTo>
                  <a:lnTo>
                    <a:pt x="21725" y="60009"/>
                  </a:lnTo>
                  <a:cubicBezTo>
                    <a:pt x="24920" y="54264"/>
                    <a:pt x="26837" y="48518"/>
                    <a:pt x="26837" y="42773"/>
                  </a:cubicBezTo>
                  <a:lnTo>
                    <a:pt x="32589" y="42773"/>
                  </a:lnTo>
                  <a:cubicBezTo>
                    <a:pt x="36422" y="42773"/>
                    <a:pt x="38978" y="40219"/>
                    <a:pt x="38978" y="36389"/>
                  </a:cubicBezTo>
                  <a:cubicBezTo>
                    <a:pt x="38978" y="32558"/>
                    <a:pt x="36422" y="30005"/>
                    <a:pt x="32589" y="30005"/>
                  </a:cubicBezTo>
                  <a:lnTo>
                    <a:pt x="21725" y="30005"/>
                  </a:lnTo>
                  <a:cubicBezTo>
                    <a:pt x="21086" y="29366"/>
                    <a:pt x="20447" y="28089"/>
                    <a:pt x="19809" y="27451"/>
                  </a:cubicBezTo>
                  <a:cubicBezTo>
                    <a:pt x="17891" y="25536"/>
                    <a:pt x="17253" y="21706"/>
                    <a:pt x="18530" y="18514"/>
                  </a:cubicBezTo>
                  <a:cubicBezTo>
                    <a:pt x="19170" y="16598"/>
                    <a:pt x="22365" y="12768"/>
                    <a:pt x="28115" y="12768"/>
                  </a:cubicBezTo>
                  <a:cubicBezTo>
                    <a:pt x="37700" y="12768"/>
                    <a:pt x="38978" y="21067"/>
                    <a:pt x="38978" y="23621"/>
                  </a:cubicBezTo>
                  <a:cubicBezTo>
                    <a:pt x="38978" y="26813"/>
                    <a:pt x="42173" y="30005"/>
                    <a:pt x="45368" y="30005"/>
                  </a:cubicBezTo>
                  <a:cubicBezTo>
                    <a:pt x="49202" y="30005"/>
                    <a:pt x="51758" y="27451"/>
                    <a:pt x="51758" y="23621"/>
                  </a:cubicBezTo>
                  <a:cubicBezTo>
                    <a:pt x="51758" y="14683"/>
                    <a:pt x="45368" y="638"/>
                    <a:pt x="28115" y="0"/>
                  </a:cubicBezTo>
                  <a:cubicBezTo>
                    <a:pt x="18530" y="0"/>
                    <a:pt x="10224" y="4469"/>
                    <a:pt x="6390" y="13406"/>
                  </a:cubicBezTo>
                  <a:cubicBezTo>
                    <a:pt x="3834" y="18514"/>
                    <a:pt x="3834" y="24897"/>
                    <a:pt x="5750" y="30005"/>
                  </a:cubicBezTo>
                  <a:cubicBezTo>
                    <a:pt x="2555" y="30005"/>
                    <a:pt x="0" y="33197"/>
                    <a:pt x="0" y="36389"/>
                  </a:cubicBezTo>
                  <a:cubicBezTo>
                    <a:pt x="0" y="40219"/>
                    <a:pt x="2555" y="42773"/>
                    <a:pt x="6390" y="42773"/>
                  </a:cubicBezTo>
                  <a:lnTo>
                    <a:pt x="13419" y="42773"/>
                  </a:lnTo>
                  <a:cubicBezTo>
                    <a:pt x="13419" y="46603"/>
                    <a:pt x="11501" y="52349"/>
                    <a:pt x="3834" y="62563"/>
                  </a:cubicBezTo>
                  <a:cubicBezTo>
                    <a:pt x="2555" y="64478"/>
                    <a:pt x="1917" y="67032"/>
                    <a:pt x="3195" y="69585"/>
                  </a:cubicBezTo>
                  <a:cubicBezTo>
                    <a:pt x="4473" y="72139"/>
                    <a:pt x="6390" y="73416"/>
                    <a:pt x="8945" y="73416"/>
                  </a:cubicBezTo>
                  <a:lnTo>
                    <a:pt x="45368" y="73416"/>
                  </a:lnTo>
                  <a:cubicBezTo>
                    <a:pt x="49202" y="73416"/>
                    <a:pt x="51758" y="70862"/>
                    <a:pt x="51758" y="67032"/>
                  </a:cubicBezTo>
                  <a:cubicBezTo>
                    <a:pt x="51758" y="63201"/>
                    <a:pt x="49202" y="60009"/>
                    <a:pt x="46007" y="60009"/>
                  </a:cubicBezTo>
                  <a:close/>
                </a:path>
              </a:pathLst>
            </a:custGeom>
            <a:solidFill>
              <a:srgbClr val="43B02A"/>
            </a:solidFill>
            <a:ln w="6390" cap="flat">
              <a:noFill/>
              <a:prstDash val="solid"/>
              <a:miter/>
            </a:ln>
          </p:spPr>
          <p:txBody>
            <a:bodyPr rtlCol="0" anchor="ctr"/>
            <a:lstStyle/>
            <a:p>
              <a:endParaRPr lang="en-US"/>
            </a:p>
          </p:txBody>
        </p:sp>
        <p:sp>
          <p:nvSpPr>
            <p:cNvPr id="1266" name="Graphic 1039">
              <a:extLst>
                <a:ext uri="{FF2B5EF4-FFF2-40B4-BE49-F238E27FC236}">
                  <a16:creationId xmlns:a16="http://schemas.microsoft.com/office/drawing/2014/main" id="{8FB53523-18AB-9643-9376-B6C5BA3918B1}"/>
                </a:ext>
              </a:extLst>
            </p:cNvPr>
            <p:cNvSpPr/>
            <p:nvPr/>
          </p:nvSpPr>
          <p:spPr>
            <a:xfrm>
              <a:off x="6867265" y="1961322"/>
              <a:ext cx="134828" cy="225354"/>
            </a:xfrm>
            <a:custGeom>
              <a:avLst/>
              <a:gdLst>
                <a:gd name="connsiteX0" fmla="*/ 110546 w 134828"/>
                <a:gd name="connsiteY0" fmla="*/ 0 h 225354"/>
                <a:gd name="connsiteX1" fmla="*/ 24282 w 134828"/>
                <a:gd name="connsiteY1" fmla="*/ 0 h 225354"/>
                <a:gd name="connsiteX2" fmla="*/ 0 w 134828"/>
                <a:gd name="connsiteY2" fmla="*/ 24259 h 225354"/>
                <a:gd name="connsiteX3" fmla="*/ 0 w 134828"/>
                <a:gd name="connsiteY3" fmla="*/ 201095 h 225354"/>
                <a:gd name="connsiteX4" fmla="*/ 24282 w 134828"/>
                <a:gd name="connsiteY4" fmla="*/ 225355 h 225354"/>
                <a:gd name="connsiteX5" fmla="*/ 110546 w 134828"/>
                <a:gd name="connsiteY5" fmla="*/ 225355 h 225354"/>
                <a:gd name="connsiteX6" fmla="*/ 134828 w 134828"/>
                <a:gd name="connsiteY6" fmla="*/ 201095 h 225354"/>
                <a:gd name="connsiteX7" fmla="*/ 134828 w 134828"/>
                <a:gd name="connsiteY7" fmla="*/ 24259 h 225354"/>
                <a:gd name="connsiteX8" fmla="*/ 110546 w 134828"/>
                <a:gd name="connsiteY8" fmla="*/ 0 h 225354"/>
                <a:gd name="connsiteX9" fmla="*/ 122048 w 134828"/>
                <a:gd name="connsiteY9" fmla="*/ 201095 h 225354"/>
                <a:gd name="connsiteX10" fmla="*/ 110546 w 134828"/>
                <a:gd name="connsiteY10" fmla="*/ 212587 h 225354"/>
                <a:gd name="connsiteX11" fmla="*/ 24282 w 134828"/>
                <a:gd name="connsiteY11" fmla="*/ 212587 h 225354"/>
                <a:gd name="connsiteX12" fmla="*/ 12780 w 134828"/>
                <a:gd name="connsiteY12" fmla="*/ 201095 h 225354"/>
                <a:gd name="connsiteX13" fmla="*/ 12780 w 134828"/>
                <a:gd name="connsiteY13" fmla="*/ 24259 h 225354"/>
                <a:gd name="connsiteX14" fmla="*/ 24282 w 134828"/>
                <a:gd name="connsiteY14" fmla="*/ 12768 h 225354"/>
                <a:gd name="connsiteX15" fmla="*/ 110546 w 134828"/>
                <a:gd name="connsiteY15" fmla="*/ 12768 h 225354"/>
                <a:gd name="connsiteX16" fmla="*/ 122048 w 134828"/>
                <a:gd name="connsiteY16" fmla="*/ 24259 h 225354"/>
                <a:gd name="connsiteX17" fmla="*/ 122048 w 134828"/>
                <a:gd name="connsiteY17" fmla="*/ 201095 h 225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4828" h="225354">
                  <a:moveTo>
                    <a:pt x="110546" y="0"/>
                  </a:moveTo>
                  <a:lnTo>
                    <a:pt x="24282" y="0"/>
                  </a:lnTo>
                  <a:cubicBezTo>
                    <a:pt x="10863" y="0"/>
                    <a:pt x="0" y="10853"/>
                    <a:pt x="0" y="24259"/>
                  </a:cubicBezTo>
                  <a:lnTo>
                    <a:pt x="0" y="201095"/>
                  </a:lnTo>
                  <a:cubicBezTo>
                    <a:pt x="0" y="214502"/>
                    <a:pt x="10863" y="225355"/>
                    <a:pt x="24282" y="225355"/>
                  </a:cubicBezTo>
                  <a:lnTo>
                    <a:pt x="110546" y="225355"/>
                  </a:lnTo>
                  <a:cubicBezTo>
                    <a:pt x="123965" y="225355"/>
                    <a:pt x="134828" y="214502"/>
                    <a:pt x="134828" y="201095"/>
                  </a:cubicBezTo>
                  <a:lnTo>
                    <a:pt x="134828" y="24259"/>
                  </a:lnTo>
                  <a:cubicBezTo>
                    <a:pt x="134828" y="10853"/>
                    <a:pt x="123965" y="0"/>
                    <a:pt x="110546" y="0"/>
                  </a:cubicBezTo>
                  <a:close/>
                  <a:moveTo>
                    <a:pt x="122048" y="201095"/>
                  </a:moveTo>
                  <a:cubicBezTo>
                    <a:pt x="122048" y="207479"/>
                    <a:pt x="116936" y="212587"/>
                    <a:pt x="110546" y="212587"/>
                  </a:cubicBezTo>
                  <a:lnTo>
                    <a:pt x="24282" y="212587"/>
                  </a:lnTo>
                  <a:cubicBezTo>
                    <a:pt x="17892" y="212587"/>
                    <a:pt x="12780" y="207479"/>
                    <a:pt x="12780" y="201095"/>
                  </a:cubicBezTo>
                  <a:lnTo>
                    <a:pt x="12780" y="24259"/>
                  </a:lnTo>
                  <a:cubicBezTo>
                    <a:pt x="12780" y="17875"/>
                    <a:pt x="17892" y="12768"/>
                    <a:pt x="24282" y="12768"/>
                  </a:cubicBezTo>
                  <a:lnTo>
                    <a:pt x="110546" y="12768"/>
                  </a:lnTo>
                  <a:cubicBezTo>
                    <a:pt x="116936" y="12768"/>
                    <a:pt x="122048" y="17875"/>
                    <a:pt x="122048" y="24259"/>
                  </a:cubicBezTo>
                  <a:lnTo>
                    <a:pt x="122048" y="201095"/>
                  </a:lnTo>
                  <a:close/>
                </a:path>
              </a:pathLst>
            </a:custGeom>
            <a:solidFill>
              <a:srgbClr val="43B02A"/>
            </a:solidFill>
            <a:ln w="6390" cap="flat">
              <a:noFill/>
              <a:prstDash val="solid"/>
              <a:miter/>
            </a:ln>
          </p:spPr>
          <p:txBody>
            <a:bodyPr rtlCol="0" anchor="ctr"/>
            <a:lstStyle/>
            <a:p>
              <a:endParaRPr lang="en-US"/>
            </a:p>
          </p:txBody>
        </p:sp>
        <p:sp>
          <p:nvSpPr>
            <p:cNvPr id="1267" name="Graphic 1039">
              <a:extLst>
                <a:ext uri="{FF2B5EF4-FFF2-40B4-BE49-F238E27FC236}">
                  <a16:creationId xmlns:a16="http://schemas.microsoft.com/office/drawing/2014/main" id="{1A31A3E7-6F20-FE42-A9A8-8128894E3B70}"/>
                </a:ext>
              </a:extLst>
            </p:cNvPr>
            <p:cNvSpPr/>
            <p:nvPr/>
          </p:nvSpPr>
          <p:spPr>
            <a:xfrm>
              <a:off x="6927330" y="2141988"/>
              <a:ext cx="14057" cy="14044"/>
            </a:xfrm>
            <a:custGeom>
              <a:avLst/>
              <a:gdLst>
                <a:gd name="connsiteX0" fmla="*/ 14058 w 14057"/>
                <a:gd name="connsiteY0" fmla="*/ 7022 h 14044"/>
                <a:gd name="connsiteX1" fmla="*/ 7029 w 14057"/>
                <a:gd name="connsiteY1" fmla="*/ 14045 h 14044"/>
                <a:gd name="connsiteX2" fmla="*/ 1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2" y="14045"/>
                    <a:pt x="7029" y="14045"/>
                  </a:cubicBezTo>
                  <a:cubicBezTo>
                    <a:pt x="3147" y="14045"/>
                    <a:pt x="1" y="10901"/>
                    <a:pt x="1" y="7022"/>
                  </a:cubicBezTo>
                  <a:cubicBezTo>
                    <a:pt x="1" y="3144"/>
                    <a:pt x="3147" y="0"/>
                    <a:pt x="7029" y="0"/>
                  </a:cubicBezTo>
                  <a:cubicBezTo>
                    <a:pt x="10912" y="0"/>
                    <a:pt x="14058" y="3144"/>
                    <a:pt x="14058" y="7022"/>
                  </a:cubicBezTo>
                  <a:close/>
                </a:path>
              </a:pathLst>
            </a:custGeom>
            <a:solidFill>
              <a:srgbClr val="43B02A"/>
            </a:solidFill>
            <a:ln w="6390" cap="flat">
              <a:noFill/>
              <a:prstDash val="solid"/>
              <a:miter/>
            </a:ln>
          </p:spPr>
          <p:txBody>
            <a:bodyPr rtlCol="0" anchor="ctr"/>
            <a:lstStyle/>
            <a:p>
              <a:endParaRPr lang="en-US"/>
            </a:p>
          </p:txBody>
        </p:sp>
      </p:grpSp>
      <p:grpSp>
        <p:nvGrpSpPr>
          <p:cNvPr id="1268" name="Graphic 1039">
            <a:extLst>
              <a:ext uri="{FF2B5EF4-FFF2-40B4-BE49-F238E27FC236}">
                <a16:creationId xmlns:a16="http://schemas.microsoft.com/office/drawing/2014/main" id="{38369A32-F713-4149-BF9E-4E3B848E99C0}"/>
              </a:ext>
            </a:extLst>
          </p:cNvPr>
          <p:cNvGrpSpPr/>
          <p:nvPr/>
        </p:nvGrpSpPr>
        <p:grpSpPr>
          <a:xfrm>
            <a:off x="7192513" y="918179"/>
            <a:ext cx="361674" cy="361333"/>
            <a:chOff x="7192513" y="918179"/>
            <a:chExt cx="361674" cy="361333"/>
          </a:xfrm>
          <a:solidFill>
            <a:srgbClr val="43B02A"/>
          </a:solidFill>
        </p:grpSpPr>
        <p:sp>
          <p:nvSpPr>
            <p:cNvPr id="1269" name="Graphic 1039">
              <a:extLst>
                <a:ext uri="{FF2B5EF4-FFF2-40B4-BE49-F238E27FC236}">
                  <a16:creationId xmlns:a16="http://schemas.microsoft.com/office/drawing/2014/main" id="{4C285910-0AF4-B040-A50E-670A22E4ADBF}"/>
                </a:ext>
              </a:extLst>
            </p:cNvPr>
            <p:cNvSpPr/>
            <p:nvPr/>
          </p:nvSpPr>
          <p:spPr>
            <a:xfrm>
              <a:off x="7319034" y="999255"/>
              <a:ext cx="109267" cy="199818"/>
            </a:xfrm>
            <a:custGeom>
              <a:avLst/>
              <a:gdLst>
                <a:gd name="connsiteX0" fmla="*/ 97766 w 109267"/>
                <a:gd name="connsiteY0" fmla="*/ 0 h 199818"/>
                <a:gd name="connsiteX1" fmla="*/ 11501 w 109267"/>
                <a:gd name="connsiteY1" fmla="*/ 0 h 199818"/>
                <a:gd name="connsiteX2" fmla="*/ 0 w 109267"/>
                <a:gd name="connsiteY2" fmla="*/ 11491 h 199818"/>
                <a:gd name="connsiteX3" fmla="*/ 0 w 109267"/>
                <a:gd name="connsiteY3" fmla="*/ 188327 h 199818"/>
                <a:gd name="connsiteX4" fmla="*/ 11501 w 109267"/>
                <a:gd name="connsiteY4" fmla="*/ 199819 h 199818"/>
                <a:gd name="connsiteX5" fmla="*/ 97766 w 109267"/>
                <a:gd name="connsiteY5" fmla="*/ 199819 h 199818"/>
                <a:gd name="connsiteX6" fmla="*/ 109268 w 109267"/>
                <a:gd name="connsiteY6" fmla="*/ 188327 h 199818"/>
                <a:gd name="connsiteX7" fmla="*/ 109268 w 109267"/>
                <a:gd name="connsiteY7" fmla="*/ 11491 h 199818"/>
                <a:gd name="connsiteX8" fmla="*/ 97766 w 109267"/>
                <a:gd name="connsiteY8" fmla="*/ 0 h 199818"/>
                <a:gd name="connsiteX9" fmla="*/ 54314 w 109267"/>
                <a:gd name="connsiteY9" fmla="*/ 181944 h 199818"/>
                <a:gd name="connsiteX10" fmla="*/ 47286 w 109267"/>
                <a:gd name="connsiteY10" fmla="*/ 174921 h 199818"/>
                <a:gd name="connsiteX11" fmla="*/ 54314 w 109267"/>
                <a:gd name="connsiteY11" fmla="*/ 167899 h 199818"/>
                <a:gd name="connsiteX12" fmla="*/ 61343 w 109267"/>
                <a:gd name="connsiteY12" fmla="*/ 174921 h 199818"/>
                <a:gd name="connsiteX13" fmla="*/ 54314 w 109267"/>
                <a:gd name="connsiteY13" fmla="*/ 181944 h 199818"/>
                <a:gd name="connsiteX14" fmla="*/ 68372 w 109267"/>
                <a:gd name="connsiteY14" fmla="*/ 105336 h 199818"/>
                <a:gd name="connsiteX15" fmla="*/ 60704 w 109267"/>
                <a:gd name="connsiteY15" fmla="*/ 109805 h 199818"/>
                <a:gd name="connsiteX16" fmla="*/ 60704 w 109267"/>
                <a:gd name="connsiteY16" fmla="*/ 112997 h 199818"/>
                <a:gd name="connsiteX17" fmla="*/ 54314 w 109267"/>
                <a:gd name="connsiteY17" fmla="*/ 119381 h 199818"/>
                <a:gd name="connsiteX18" fmla="*/ 47925 w 109267"/>
                <a:gd name="connsiteY18" fmla="*/ 112997 h 199818"/>
                <a:gd name="connsiteX19" fmla="*/ 47925 w 109267"/>
                <a:gd name="connsiteY19" fmla="*/ 109166 h 199818"/>
                <a:gd name="connsiteX20" fmla="*/ 35145 w 109267"/>
                <a:gd name="connsiteY20" fmla="*/ 91929 h 199818"/>
                <a:gd name="connsiteX21" fmla="*/ 41535 w 109267"/>
                <a:gd name="connsiteY21" fmla="*/ 85545 h 199818"/>
                <a:gd name="connsiteX22" fmla="*/ 41535 w 109267"/>
                <a:gd name="connsiteY22" fmla="*/ 85545 h 199818"/>
                <a:gd name="connsiteX23" fmla="*/ 47925 w 109267"/>
                <a:gd name="connsiteY23" fmla="*/ 91929 h 199818"/>
                <a:gd name="connsiteX24" fmla="*/ 54314 w 109267"/>
                <a:gd name="connsiteY24" fmla="*/ 98313 h 199818"/>
                <a:gd name="connsiteX25" fmla="*/ 59426 w 109267"/>
                <a:gd name="connsiteY25" fmla="*/ 96398 h 199818"/>
                <a:gd name="connsiteX26" fmla="*/ 61343 w 109267"/>
                <a:gd name="connsiteY26" fmla="*/ 91929 h 199818"/>
                <a:gd name="connsiteX27" fmla="*/ 54314 w 109267"/>
                <a:gd name="connsiteY27" fmla="*/ 85545 h 199818"/>
                <a:gd name="connsiteX28" fmla="*/ 54314 w 109267"/>
                <a:gd name="connsiteY28" fmla="*/ 85545 h 199818"/>
                <a:gd name="connsiteX29" fmla="*/ 54314 w 109267"/>
                <a:gd name="connsiteY29" fmla="*/ 85545 h 199818"/>
                <a:gd name="connsiteX30" fmla="*/ 54314 w 109267"/>
                <a:gd name="connsiteY30" fmla="*/ 85545 h 199818"/>
                <a:gd name="connsiteX31" fmla="*/ 35145 w 109267"/>
                <a:gd name="connsiteY31" fmla="*/ 67032 h 199818"/>
                <a:gd name="connsiteX32" fmla="*/ 40896 w 109267"/>
                <a:gd name="connsiteY32" fmla="*/ 53626 h 199818"/>
                <a:gd name="connsiteX33" fmla="*/ 48563 w 109267"/>
                <a:gd name="connsiteY33" fmla="*/ 49157 h 199818"/>
                <a:gd name="connsiteX34" fmla="*/ 48563 w 109267"/>
                <a:gd name="connsiteY34" fmla="*/ 45326 h 199818"/>
                <a:gd name="connsiteX35" fmla="*/ 54953 w 109267"/>
                <a:gd name="connsiteY35" fmla="*/ 38942 h 199818"/>
                <a:gd name="connsiteX36" fmla="*/ 61343 w 109267"/>
                <a:gd name="connsiteY36" fmla="*/ 45326 h 199818"/>
                <a:gd name="connsiteX37" fmla="*/ 61343 w 109267"/>
                <a:gd name="connsiteY37" fmla="*/ 48518 h 199818"/>
                <a:gd name="connsiteX38" fmla="*/ 74123 w 109267"/>
                <a:gd name="connsiteY38" fmla="*/ 66393 h 199818"/>
                <a:gd name="connsiteX39" fmla="*/ 67733 w 109267"/>
                <a:gd name="connsiteY39" fmla="*/ 72777 h 199818"/>
                <a:gd name="connsiteX40" fmla="*/ 67733 w 109267"/>
                <a:gd name="connsiteY40" fmla="*/ 72777 h 199818"/>
                <a:gd name="connsiteX41" fmla="*/ 61343 w 109267"/>
                <a:gd name="connsiteY41" fmla="*/ 66393 h 199818"/>
                <a:gd name="connsiteX42" fmla="*/ 54953 w 109267"/>
                <a:gd name="connsiteY42" fmla="*/ 60009 h 199818"/>
                <a:gd name="connsiteX43" fmla="*/ 54953 w 109267"/>
                <a:gd name="connsiteY43" fmla="*/ 60009 h 199818"/>
                <a:gd name="connsiteX44" fmla="*/ 50481 w 109267"/>
                <a:gd name="connsiteY44" fmla="*/ 61925 h 199818"/>
                <a:gd name="connsiteX45" fmla="*/ 48563 w 109267"/>
                <a:gd name="connsiteY45" fmla="*/ 66393 h 199818"/>
                <a:gd name="connsiteX46" fmla="*/ 54953 w 109267"/>
                <a:gd name="connsiteY46" fmla="*/ 72777 h 199818"/>
                <a:gd name="connsiteX47" fmla="*/ 54953 w 109267"/>
                <a:gd name="connsiteY47" fmla="*/ 72777 h 199818"/>
                <a:gd name="connsiteX48" fmla="*/ 54953 w 109267"/>
                <a:gd name="connsiteY48" fmla="*/ 72777 h 199818"/>
                <a:gd name="connsiteX49" fmla="*/ 74762 w 109267"/>
                <a:gd name="connsiteY49" fmla="*/ 91929 h 199818"/>
                <a:gd name="connsiteX50" fmla="*/ 68372 w 109267"/>
                <a:gd name="connsiteY50" fmla="*/ 105336 h 19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09267" h="199818">
                  <a:moveTo>
                    <a:pt x="97766" y="0"/>
                  </a:moveTo>
                  <a:lnTo>
                    <a:pt x="11501" y="0"/>
                  </a:lnTo>
                  <a:cubicBezTo>
                    <a:pt x="5111" y="0"/>
                    <a:pt x="0" y="5107"/>
                    <a:pt x="0" y="11491"/>
                  </a:cubicBezTo>
                  <a:lnTo>
                    <a:pt x="0" y="188327"/>
                  </a:lnTo>
                  <a:cubicBezTo>
                    <a:pt x="0" y="194711"/>
                    <a:pt x="5111" y="199819"/>
                    <a:pt x="11501" y="199819"/>
                  </a:cubicBezTo>
                  <a:lnTo>
                    <a:pt x="97766" y="199819"/>
                  </a:lnTo>
                  <a:cubicBezTo>
                    <a:pt x="104156" y="199819"/>
                    <a:pt x="109268" y="194711"/>
                    <a:pt x="109268" y="188327"/>
                  </a:cubicBezTo>
                  <a:lnTo>
                    <a:pt x="109268" y="11491"/>
                  </a:lnTo>
                  <a:cubicBezTo>
                    <a:pt x="109268" y="5107"/>
                    <a:pt x="104156" y="0"/>
                    <a:pt x="97766" y="0"/>
                  </a:cubicBezTo>
                  <a:close/>
                  <a:moveTo>
                    <a:pt x="54314" y="181944"/>
                  </a:moveTo>
                  <a:cubicBezTo>
                    <a:pt x="50481" y="181944"/>
                    <a:pt x="47286" y="178752"/>
                    <a:pt x="47286" y="174921"/>
                  </a:cubicBezTo>
                  <a:cubicBezTo>
                    <a:pt x="47286" y="171091"/>
                    <a:pt x="50481" y="167899"/>
                    <a:pt x="54314" y="167899"/>
                  </a:cubicBezTo>
                  <a:cubicBezTo>
                    <a:pt x="58148" y="167899"/>
                    <a:pt x="61343" y="171091"/>
                    <a:pt x="61343" y="174921"/>
                  </a:cubicBezTo>
                  <a:cubicBezTo>
                    <a:pt x="61343" y="178752"/>
                    <a:pt x="58787" y="181944"/>
                    <a:pt x="54314" y="181944"/>
                  </a:cubicBezTo>
                  <a:close/>
                  <a:moveTo>
                    <a:pt x="68372" y="105336"/>
                  </a:moveTo>
                  <a:cubicBezTo>
                    <a:pt x="66456" y="107251"/>
                    <a:pt x="63899" y="109166"/>
                    <a:pt x="60704" y="109805"/>
                  </a:cubicBezTo>
                  <a:lnTo>
                    <a:pt x="60704" y="112997"/>
                  </a:lnTo>
                  <a:cubicBezTo>
                    <a:pt x="60704" y="116827"/>
                    <a:pt x="58148" y="119381"/>
                    <a:pt x="54314" y="119381"/>
                  </a:cubicBezTo>
                  <a:cubicBezTo>
                    <a:pt x="50481" y="119381"/>
                    <a:pt x="47925" y="116827"/>
                    <a:pt x="47925" y="112997"/>
                  </a:cubicBezTo>
                  <a:lnTo>
                    <a:pt x="47925" y="109166"/>
                  </a:lnTo>
                  <a:cubicBezTo>
                    <a:pt x="40896" y="106613"/>
                    <a:pt x="35145" y="99590"/>
                    <a:pt x="35145" y="91929"/>
                  </a:cubicBezTo>
                  <a:cubicBezTo>
                    <a:pt x="35145" y="88099"/>
                    <a:pt x="37701" y="85545"/>
                    <a:pt x="41535" y="85545"/>
                  </a:cubicBezTo>
                  <a:cubicBezTo>
                    <a:pt x="41535" y="85545"/>
                    <a:pt x="41535" y="85545"/>
                    <a:pt x="41535" y="85545"/>
                  </a:cubicBezTo>
                  <a:cubicBezTo>
                    <a:pt x="44730" y="85545"/>
                    <a:pt x="47925" y="88099"/>
                    <a:pt x="47925" y="91929"/>
                  </a:cubicBezTo>
                  <a:cubicBezTo>
                    <a:pt x="47925" y="95121"/>
                    <a:pt x="50481" y="98313"/>
                    <a:pt x="54314" y="98313"/>
                  </a:cubicBezTo>
                  <a:cubicBezTo>
                    <a:pt x="56231" y="98313"/>
                    <a:pt x="58148" y="97675"/>
                    <a:pt x="59426" y="96398"/>
                  </a:cubicBezTo>
                  <a:cubicBezTo>
                    <a:pt x="60704" y="95121"/>
                    <a:pt x="61343" y="93845"/>
                    <a:pt x="61343" y="91929"/>
                  </a:cubicBezTo>
                  <a:cubicBezTo>
                    <a:pt x="61343" y="88099"/>
                    <a:pt x="58148" y="85545"/>
                    <a:pt x="54314" y="85545"/>
                  </a:cubicBezTo>
                  <a:cubicBezTo>
                    <a:pt x="54314" y="85545"/>
                    <a:pt x="54314" y="85545"/>
                    <a:pt x="54314" y="85545"/>
                  </a:cubicBezTo>
                  <a:cubicBezTo>
                    <a:pt x="54314" y="85545"/>
                    <a:pt x="54314" y="85545"/>
                    <a:pt x="54314" y="85545"/>
                  </a:cubicBezTo>
                  <a:cubicBezTo>
                    <a:pt x="54314" y="85545"/>
                    <a:pt x="54314" y="85545"/>
                    <a:pt x="54314" y="85545"/>
                  </a:cubicBezTo>
                  <a:cubicBezTo>
                    <a:pt x="44091" y="85545"/>
                    <a:pt x="35145" y="77246"/>
                    <a:pt x="35145" y="67032"/>
                  </a:cubicBezTo>
                  <a:cubicBezTo>
                    <a:pt x="35145" y="61925"/>
                    <a:pt x="37061" y="56818"/>
                    <a:pt x="40896" y="53626"/>
                  </a:cubicBezTo>
                  <a:cubicBezTo>
                    <a:pt x="42812" y="51710"/>
                    <a:pt x="45368" y="49795"/>
                    <a:pt x="48563" y="49157"/>
                  </a:cubicBezTo>
                  <a:lnTo>
                    <a:pt x="48563" y="45326"/>
                  </a:lnTo>
                  <a:cubicBezTo>
                    <a:pt x="48563" y="41496"/>
                    <a:pt x="51119" y="38942"/>
                    <a:pt x="54953" y="38942"/>
                  </a:cubicBezTo>
                  <a:cubicBezTo>
                    <a:pt x="58787" y="38942"/>
                    <a:pt x="61343" y="41496"/>
                    <a:pt x="61343" y="45326"/>
                  </a:cubicBezTo>
                  <a:lnTo>
                    <a:pt x="61343" y="48518"/>
                  </a:lnTo>
                  <a:cubicBezTo>
                    <a:pt x="69011" y="51072"/>
                    <a:pt x="74123" y="58094"/>
                    <a:pt x="74123" y="66393"/>
                  </a:cubicBezTo>
                  <a:cubicBezTo>
                    <a:pt x="74123" y="70224"/>
                    <a:pt x="71567" y="72777"/>
                    <a:pt x="67733" y="72777"/>
                  </a:cubicBezTo>
                  <a:cubicBezTo>
                    <a:pt x="67733" y="72777"/>
                    <a:pt x="67733" y="72777"/>
                    <a:pt x="67733" y="72777"/>
                  </a:cubicBezTo>
                  <a:cubicBezTo>
                    <a:pt x="64538" y="72777"/>
                    <a:pt x="61343" y="70224"/>
                    <a:pt x="61343" y="66393"/>
                  </a:cubicBezTo>
                  <a:cubicBezTo>
                    <a:pt x="61343" y="62563"/>
                    <a:pt x="58148" y="60009"/>
                    <a:pt x="54953" y="60009"/>
                  </a:cubicBezTo>
                  <a:cubicBezTo>
                    <a:pt x="54953" y="60009"/>
                    <a:pt x="54953" y="60009"/>
                    <a:pt x="54953" y="60009"/>
                  </a:cubicBezTo>
                  <a:cubicBezTo>
                    <a:pt x="53036" y="60009"/>
                    <a:pt x="51758" y="60648"/>
                    <a:pt x="50481" y="61925"/>
                  </a:cubicBezTo>
                  <a:cubicBezTo>
                    <a:pt x="49202" y="63201"/>
                    <a:pt x="48563" y="64478"/>
                    <a:pt x="48563" y="66393"/>
                  </a:cubicBezTo>
                  <a:cubicBezTo>
                    <a:pt x="48563" y="69585"/>
                    <a:pt x="51119" y="72777"/>
                    <a:pt x="54953" y="72777"/>
                  </a:cubicBezTo>
                  <a:cubicBezTo>
                    <a:pt x="54953" y="72777"/>
                    <a:pt x="54953" y="72777"/>
                    <a:pt x="54953" y="72777"/>
                  </a:cubicBezTo>
                  <a:cubicBezTo>
                    <a:pt x="54953" y="72777"/>
                    <a:pt x="54953" y="72777"/>
                    <a:pt x="54953" y="72777"/>
                  </a:cubicBezTo>
                  <a:cubicBezTo>
                    <a:pt x="65816" y="72777"/>
                    <a:pt x="74123" y="81077"/>
                    <a:pt x="74762" y="91929"/>
                  </a:cubicBezTo>
                  <a:cubicBezTo>
                    <a:pt x="74123" y="96398"/>
                    <a:pt x="72206" y="101505"/>
                    <a:pt x="68372" y="105336"/>
                  </a:cubicBezTo>
                  <a:close/>
                </a:path>
              </a:pathLst>
            </a:custGeom>
            <a:solidFill>
              <a:srgbClr val="43B02A"/>
            </a:solidFill>
            <a:ln w="6390" cap="flat">
              <a:noFill/>
              <a:prstDash val="solid"/>
              <a:miter/>
            </a:ln>
          </p:spPr>
          <p:txBody>
            <a:bodyPr rtlCol="0" anchor="ctr"/>
            <a:lstStyle/>
            <a:p>
              <a:endParaRPr lang="en-US"/>
            </a:p>
          </p:txBody>
        </p:sp>
        <p:sp>
          <p:nvSpPr>
            <p:cNvPr id="1270" name="Graphic 1039">
              <a:extLst>
                <a:ext uri="{FF2B5EF4-FFF2-40B4-BE49-F238E27FC236}">
                  <a16:creationId xmlns:a16="http://schemas.microsoft.com/office/drawing/2014/main" id="{13F201D1-423B-B545-8153-042ECF9EF58C}"/>
                </a:ext>
              </a:extLst>
            </p:cNvPr>
            <p:cNvSpPr/>
            <p:nvPr/>
          </p:nvSpPr>
          <p:spPr>
            <a:xfrm>
              <a:off x="7192513" y="918179"/>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248569 w 361674"/>
                <a:gd name="connsiteY5" fmla="*/ 268766 h 361333"/>
                <a:gd name="connsiteX6" fmla="*/ 224287 w 361674"/>
                <a:gd name="connsiteY6" fmla="*/ 293025 h 361333"/>
                <a:gd name="connsiteX7" fmla="*/ 138022 w 361674"/>
                <a:gd name="connsiteY7" fmla="*/ 293025 h 361333"/>
                <a:gd name="connsiteX8" fmla="*/ 113741 w 361674"/>
                <a:gd name="connsiteY8" fmla="*/ 268766 h 361333"/>
                <a:gd name="connsiteX9" fmla="*/ 113741 w 361674"/>
                <a:gd name="connsiteY9" fmla="*/ 91929 h 361333"/>
                <a:gd name="connsiteX10" fmla="*/ 138022 w 361674"/>
                <a:gd name="connsiteY10" fmla="*/ 67670 h 361333"/>
                <a:gd name="connsiteX11" fmla="*/ 224287 w 361674"/>
                <a:gd name="connsiteY11" fmla="*/ 67670 h 361333"/>
                <a:gd name="connsiteX12" fmla="*/ 248569 w 361674"/>
                <a:gd name="connsiteY12" fmla="*/ 91929 h 361333"/>
                <a:gd name="connsiteX13" fmla="*/ 248569 w 361674"/>
                <a:gd name="connsiteY13" fmla="*/ 26876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4" h="361333">
                  <a:moveTo>
                    <a:pt x="180836" y="0"/>
                  </a:moveTo>
                  <a:cubicBezTo>
                    <a:pt x="80513" y="0"/>
                    <a:pt x="0" y="81077"/>
                    <a:pt x="0" y="180667"/>
                  </a:cubicBezTo>
                  <a:cubicBezTo>
                    <a:pt x="0" y="280895"/>
                    <a:pt x="81153" y="361333"/>
                    <a:pt x="180836" y="361333"/>
                  </a:cubicBezTo>
                  <a:cubicBezTo>
                    <a:pt x="280518" y="361333"/>
                    <a:pt x="361670" y="280257"/>
                    <a:pt x="361670" y="180667"/>
                  </a:cubicBezTo>
                  <a:cubicBezTo>
                    <a:pt x="362310" y="81077"/>
                    <a:pt x="281157" y="0"/>
                    <a:pt x="180836" y="0"/>
                  </a:cubicBezTo>
                  <a:close/>
                  <a:moveTo>
                    <a:pt x="248569" y="268766"/>
                  </a:moveTo>
                  <a:cubicBezTo>
                    <a:pt x="248569" y="282172"/>
                    <a:pt x="237706" y="293025"/>
                    <a:pt x="224287" y="293025"/>
                  </a:cubicBezTo>
                  <a:lnTo>
                    <a:pt x="138022" y="293025"/>
                  </a:lnTo>
                  <a:cubicBezTo>
                    <a:pt x="124604" y="293025"/>
                    <a:pt x="113741" y="282172"/>
                    <a:pt x="113741" y="268766"/>
                  </a:cubicBezTo>
                  <a:lnTo>
                    <a:pt x="113741" y="91929"/>
                  </a:lnTo>
                  <a:cubicBezTo>
                    <a:pt x="113741" y="78523"/>
                    <a:pt x="124604" y="67670"/>
                    <a:pt x="138022" y="67670"/>
                  </a:cubicBezTo>
                  <a:lnTo>
                    <a:pt x="224287" y="67670"/>
                  </a:lnTo>
                  <a:cubicBezTo>
                    <a:pt x="237706" y="67670"/>
                    <a:pt x="248569" y="78523"/>
                    <a:pt x="248569" y="91929"/>
                  </a:cubicBezTo>
                  <a:lnTo>
                    <a:pt x="248569" y="268766"/>
                  </a:lnTo>
                  <a:close/>
                </a:path>
              </a:pathLst>
            </a:custGeom>
            <a:solidFill>
              <a:srgbClr val="43B02A"/>
            </a:solidFill>
            <a:ln w="6390" cap="flat">
              <a:noFill/>
              <a:prstDash val="solid"/>
              <a:miter/>
            </a:ln>
          </p:spPr>
          <p:txBody>
            <a:bodyPr rtlCol="0" anchor="ctr"/>
            <a:lstStyle/>
            <a:p>
              <a:endParaRPr lang="en-US"/>
            </a:p>
          </p:txBody>
        </p:sp>
      </p:grpSp>
      <p:grpSp>
        <p:nvGrpSpPr>
          <p:cNvPr id="1271" name="Graphic 1039">
            <a:extLst>
              <a:ext uri="{FF2B5EF4-FFF2-40B4-BE49-F238E27FC236}">
                <a16:creationId xmlns:a16="http://schemas.microsoft.com/office/drawing/2014/main" id="{E73C27CD-F23D-FF43-A902-8DBB47F88DDF}"/>
              </a:ext>
            </a:extLst>
          </p:cNvPr>
          <p:cNvGrpSpPr/>
          <p:nvPr/>
        </p:nvGrpSpPr>
        <p:grpSpPr>
          <a:xfrm>
            <a:off x="7192513" y="1402085"/>
            <a:ext cx="361674" cy="361333"/>
            <a:chOff x="7192513" y="1402085"/>
            <a:chExt cx="361674" cy="361333"/>
          </a:xfrm>
          <a:solidFill>
            <a:srgbClr val="43B02A"/>
          </a:solidFill>
        </p:grpSpPr>
        <p:sp>
          <p:nvSpPr>
            <p:cNvPr id="1272" name="Graphic 1039">
              <a:extLst>
                <a:ext uri="{FF2B5EF4-FFF2-40B4-BE49-F238E27FC236}">
                  <a16:creationId xmlns:a16="http://schemas.microsoft.com/office/drawing/2014/main" id="{204B6353-065C-E740-BBDB-3145FACA608E}"/>
                </a:ext>
              </a:extLst>
            </p:cNvPr>
            <p:cNvSpPr/>
            <p:nvPr/>
          </p:nvSpPr>
          <p:spPr>
            <a:xfrm>
              <a:off x="7319034" y="1483800"/>
              <a:ext cx="109267" cy="199818"/>
            </a:xfrm>
            <a:custGeom>
              <a:avLst/>
              <a:gdLst>
                <a:gd name="connsiteX0" fmla="*/ 97766 w 109267"/>
                <a:gd name="connsiteY0" fmla="*/ 0 h 199818"/>
                <a:gd name="connsiteX1" fmla="*/ 11501 w 109267"/>
                <a:gd name="connsiteY1" fmla="*/ 0 h 199818"/>
                <a:gd name="connsiteX2" fmla="*/ 0 w 109267"/>
                <a:gd name="connsiteY2" fmla="*/ 11491 h 199818"/>
                <a:gd name="connsiteX3" fmla="*/ 0 w 109267"/>
                <a:gd name="connsiteY3" fmla="*/ 188327 h 199818"/>
                <a:gd name="connsiteX4" fmla="*/ 11501 w 109267"/>
                <a:gd name="connsiteY4" fmla="*/ 199819 h 199818"/>
                <a:gd name="connsiteX5" fmla="*/ 97766 w 109267"/>
                <a:gd name="connsiteY5" fmla="*/ 199819 h 199818"/>
                <a:gd name="connsiteX6" fmla="*/ 109268 w 109267"/>
                <a:gd name="connsiteY6" fmla="*/ 188327 h 199818"/>
                <a:gd name="connsiteX7" fmla="*/ 109268 w 109267"/>
                <a:gd name="connsiteY7" fmla="*/ 11491 h 199818"/>
                <a:gd name="connsiteX8" fmla="*/ 97766 w 109267"/>
                <a:gd name="connsiteY8" fmla="*/ 0 h 199818"/>
                <a:gd name="connsiteX9" fmla="*/ 54314 w 109267"/>
                <a:gd name="connsiteY9" fmla="*/ 181943 h 199818"/>
                <a:gd name="connsiteX10" fmla="*/ 47286 w 109267"/>
                <a:gd name="connsiteY10" fmla="*/ 174921 h 199818"/>
                <a:gd name="connsiteX11" fmla="*/ 54314 w 109267"/>
                <a:gd name="connsiteY11" fmla="*/ 167899 h 199818"/>
                <a:gd name="connsiteX12" fmla="*/ 61343 w 109267"/>
                <a:gd name="connsiteY12" fmla="*/ 174921 h 199818"/>
                <a:gd name="connsiteX13" fmla="*/ 54314 w 109267"/>
                <a:gd name="connsiteY13" fmla="*/ 181943 h 199818"/>
                <a:gd name="connsiteX14" fmla="*/ 61343 w 109267"/>
                <a:gd name="connsiteY14" fmla="*/ 61286 h 199818"/>
                <a:gd name="connsiteX15" fmla="*/ 67733 w 109267"/>
                <a:gd name="connsiteY15" fmla="*/ 67670 h 199818"/>
                <a:gd name="connsiteX16" fmla="*/ 61343 w 109267"/>
                <a:gd name="connsiteY16" fmla="*/ 74054 h 199818"/>
                <a:gd name="connsiteX17" fmla="*/ 46007 w 109267"/>
                <a:gd name="connsiteY17" fmla="*/ 74054 h 199818"/>
                <a:gd name="connsiteX18" fmla="*/ 46007 w 109267"/>
                <a:gd name="connsiteY18" fmla="*/ 75969 h 199818"/>
                <a:gd name="connsiteX19" fmla="*/ 61343 w 109267"/>
                <a:gd name="connsiteY19" fmla="*/ 75969 h 199818"/>
                <a:gd name="connsiteX20" fmla="*/ 67733 w 109267"/>
                <a:gd name="connsiteY20" fmla="*/ 82353 h 199818"/>
                <a:gd name="connsiteX21" fmla="*/ 61343 w 109267"/>
                <a:gd name="connsiteY21" fmla="*/ 88737 h 199818"/>
                <a:gd name="connsiteX22" fmla="*/ 46646 w 109267"/>
                <a:gd name="connsiteY22" fmla="*/ 88737 h 199818"/>
                <a:gd name="connsiteX23" fmla="*/ 58148 w 109267"/>
                <a:gd name="connsiteY23" fmla="*/ 97675 h 199818"/>
                <a:gd name="connsiteX24" fmla="*/ 61982 w 109267"/>
                <a:gd name="connsiteY24" fmla="*/ 97675 h 199818"/>
                <a:gd name="connsiteX25" fmla="*/ 73484 w 109267"/>
                <a:gd name="connsiteY25" fmla="*/ 86184 h 199818"/>
                <a:gd name="connsiteX26" fmla="*/ 79874 w 109267"/>
                <a:gd name="connsiteY26" fmla="*/ 79800 h 199818"/>
                <a:gd name="connsiteX27" fmla="*/ 86264 w 109267"/>
                <a:gd name="connsiteY27" fmla="*/ 86184 h 199818"/>
                <a:gd name="connsiteX28" fmla="*/ 61982 w 109267"/>
                <a:gd name="connsiteY28" fmla="*/ 110443 h 199818"/>
                <a:gd name="connsiteX29" fmla="*/ 58148 w 109267"/>
                <a:gd name="connsiteY29" fmla="*/ 110443 h 199818"/>
                <a:gd name="connsiteX30" fmla="*/ 33866 w 109267"/>
                <a:gd name="connsiteY30" fmla="*/ 88737 h 199818"/>
                <a:gd name="connsiteX31" fmla="*/ 29394 w 109267"/>
                <a:gd name="connsiteY31" fmla="*/ 88737 h 199818"/>
                <a:gd name="connsiteX32" fmla="*/ 23004 w 109267"/>
                <a:gd name="connsiteY32" fmla="*/ 82353 h 199818"/>
                <a:gd name="connsiteX33" fmla="*/ 29394 w 109267"/>
                <a:gd name="connsiteY33" fmla="*/ 75969 h 199818"/>
                <a:gd name="connsiteX34" fmla="*/ 33866 w 109267"/>
                <a:gd name="connsiteY34" fmla="*/ 75969 h 199818"/>
                <a:gd name="connsiteX35" fmla="*/ 33866 w 109267"/>
                <a:gd name="connsiteY35" fmla="*/ 74054 h 199818"/>
                <a:gd name="connsiteX36" fmla="*/ 29394 w 109267"/>
                <a:gd name="connsiteY36" fmla="*/ 74054 h 199818"/>
                <a:gd name="connsiteX37" fmla="*/ 23004 w 109267"/>
                <a:gd name="connsiteY37" fmla="*/ 67670 h 199818"/>
                <a:gd name="connsiteX38" fmla="*/ 29394 w 109267"/>
                <a:gd name="connsiteY38" fmla="*/ 61286 h 199818"/>
                <a:gd name="connsiteX39" fmla="*/ 33866 w 109267"/>
                <a:gd name="connsiteY39" fmla="*/ 61286 h 199818"/>
                <a:gd name="connsiteX40" fmla="*/ 33866 w 109267"/>
                <a:gd name="connsiteY40" fmla="*/ 60648 h 199818"/>
                <a:gd name="connsiteX41" fmla="*/ 58148 w 109267"/>
                <a:gd name="connsiteY41" fmla="*/ 36389 h 199818"/>
                <a:gd name="connsiteX42" fmla="*/ 61982 w 109267"/>
                <a:gd name="connsiteY42" fmla="*/ 36389 h 199818"/>
                <a:gd name="connsiteX43" fmla="*/ 86264 w 109267"/>
                <a:gd name="connsiteY43" fmla="*/ 60648 h 199818"/>
                <a:gd name="connsiteX44" fmla="*/ 79874 w 109267"/>
                <a:gd name="connsiteY44" fmla="*/ 67032 h 199818"/>
                <a:gd name="connsiteX45" fmla="*/ 73484 w 109267"/>
                <a:gd name="connsiteY45" fmla="*/ 60648 h 199818"/>
                <a:gd name="connsiteX46" fmla="*/ 61982 w 109267"/>
                <a:gd name="connsiteY46" fmla="*/ 49157 h 199818"/>
                <a:gd name="connsiteX47" fmla="*/ 58148 w 109267"/>
                <a:gd name="connsiteY47" fmla="*/ 49157 h 199818"/>
                <a:gd name="connsiteX48" fmla="*/ 46646 w 109267"/>
                <a:gd name="connsiteY48" fmla="*/ 60648 h 199818"/>
                <a:gd name="connsiteX49" fmla="*/ 46646 w 109267"/>
                <a:gd name="connsiteY49" fmla="*/ 61286 h 199818"/>
                <a:gd name="connsiteX50" fmla="*/ 61343 w 109267"/>
                <a:gd name="connsiteY50" fmla="*/ 61286 h 19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09267" h="199818">
                  <a:moveTo>
                    <a:pt x="97766" y="0"/>
                  </a:moveTo>
                  <a:lnTo>
                    <a:pt x="11501" y="0"/>
                  </a:lnTo>
                  <a:cubicBezTo>
                    <a:pt x="5111" y="0"/>
                    <a:pt x="0" y="5107"/>
                    <a:pt x="0" y="11491"/>
                  </a:cubicBezTo>
                  <a:lnTo>
                    <a:pt x="0" y="188327"/>
                  </a:lnTo>
                  <a:cubicBezTo>
                    <a:pt x="0" y="194711"/>
                    <a:pt x="5111" y="199819"/>
                    <a:pt x="11501" y="199819"/>
                  </a:cubicBezTo>
                  <a:lnTo>
                    <a:pt x="97766" y="199819"/>
                  </a:lnTo>
                  <a:cubicBezTo>
                    <a:pt x="104156" y="199819"/>
                    <a:pt x="109268" y="194711"/>
                    <a:pt x="109268" y="188327"/>
                  </a:cubicBezTo>
                  <a:lnTo>
                    <a:pt x="109268" y="11491"/>
                  </a:lnTo>
                  <a:cubicBezTo>
                    <a:pt x="109268" y="5107"/>
                    <a:pt x="104156" y="0"/>
                    <a:pt x="97766" y="0"/>
                  </a:cubicBezTo>
                  <a:close/>
                  <a:moveTo>
                    <a:pt x="54314" y="181943"/>
                  </a:moveTo>
                  <a:cubicBezTo>
                    <a:pt x="50481" y="181943"/>
                    <a:pt x="47286" y="178751"/>
                    <a:pt x="47286" y="174921"/>
                  </a:cubicBezTo>
                  <a:cubicBezTo>
                    <a:pt x="47286" y="171091"/>
                    <a:pt x="50481" y="167899"/>
                    <a:pt x="54314" y="167899"/>
                  </a:cubicBezTo>
                  <a:cubicBezTo>
                    <a:pt x="58148" y="167899"/>
                    <a:pt x="61343" y="171091"/>
                    <a:pt x="61343" y="174921"/>
                  </a:cubicBezTo>
                  <a:cubicBezTo>
                    <a:pt x="61343" y="178751"/>
                    <a:pt x="58787" y="181943"/>
                    <a:pt x="54314" y="181943"/>
                  </a:cubicBezTo>
                  <a:close/>
                  <a:moveTo>
                    <a:pt x="61343" y="61286"/>
                  </a:moveTo>
                  <a:cubicBezTo>
                    <a:pt x="65177" y="61286"/>
                    <a:pt x="67733" y="63840"/>
                    <a:pt x="67733" y="67670"/>
                  </a:cubicBezTo>
                  <a:cubicBezTo>
                    <a:pt x="67733" y="71501"/>
                    <a:pt x="65177" y="74054"/>
                    <a:pt x="61343" y="74054"/>
                  </a:cubicBezTo>
                  <a:lnTo>
                    <a:pt x="46007" y="74054"/>
                  </a:lnTo>
                  <a:lnTo>
                    <a:pt x="46007" y="75969"/>
                  </a:lnTo>
                  <a:lnTo>
                    <a:pt x="61343" y="75969"/>
                  </a:lnTo>
                  <a:cubicBezTo>
                    <a:pt x="65177" y="75969"/>
                    <a:pt x="67733" y="78523"/>
                    <a:pt x="67733" y="82353"/>
                  </a:cubicBezTo>
                  <a:cubicBezTo>
                    <a:pt x="67733" y="86184"/>
                    <a:pt x="65177" y="88737"/>
                    <a:pt x="61343" y="88737"/>
                  </a:cubicBezTo>
                  <a:lnTo>
                    <a:pt x="46646" y="88737"/>
                  </a:lnTo>
                  <a:cubicBezTo>
                    <a:pt x="47925" y="93845"/>
                    <a:pt x="52397" y="97675"/>
                    <a:pt x="58148" y="97675"/>
                  </a:cubicBezTo>
                  <a:lnTo>
                    <a:pt x="61982" y="97675"/>
                  </a:lnTo>
                  <a:cubicBezTo>
                    <a:pt x="68372" y="97675"/>
                    <a:pt x="73484" y="92568"/>
                    <a:pt x="73484" y="86184"/>
                  </a:cubicBezTo>
                  <a:cubicBezTo>
                    <a:pt x="73484" y="82353"/>
                    <a:pt x="76040" y="79800"/>
                    <a:pt x="79874" y="79800"/>
                  </a:cubicBezTo>
                  <a:cubicBezTo>
                    <a:pt x="83708" y="79800"/>
                    <a:pt x="86264" y="82353"/>
                    <a:pt x="86264" y="86184"/>
                  </a:cubicBezTo>
                  <a:cubicBezTo>
                    <a:pt x="86264" y="99590"/>
                    <a:pt x="75401" y="110443"/>
                    <a:pt x="61982" y="110443"/>
                  </a:cubicBezTo>
                  <a:lnTo>
                    <a:pt x="58148" y="110443"/>
                  </a:lnTo>
                  <a:cubicBezTo>
                    <a:pt x="45368" y="110443"/>
                    <a:pt x="35145" y="100867"/>
                    <a:pt x="33866" y="88737"/>
                  </a:cubicBezTo>
                  <a:lnTo>
                    <a:pt x="29394" y="88737"/>
                  </a:lnTo>
                  <a:cubicBezTo>
                    <a:pt x="25560" y="88737"/>
                    <a:pt x="23004" y="86184"/>
                    <a:pt x="23004" y="82353"/>
                  </a:cubicBezTo>
                  <a:cubicBezTo>
                    <a:pt x="23004" y="78523"/>
                    <a:pt x="25560" y="75969"/>
                    <a:pt x="29394" y="75969"/>
                  </a:cubicBezTo>
                  <a:lnTo>
                    <a:pt x="33866" y="75969"/>
                  </a:lnTo>
                  <a:lnTo>
                    <a:pt x="33866" y="74054"/>
                  </a:lnTo>
                  <a:lnTo>
                    <a:pt x="29394" y="74054"/>
                  </a:lnTo>
                  <a:cubicBezTo>
                    <a:pt x="25560" y="74054"/>
                    <a:pt x="23004" y="71501"/>
                    <a:pt x="23004" y="67670"/>
                  </a:cubicBezTo>
                  <a:cubicBezTo>
                    <a:pt x="23004" y="63840"/>
                    <a:pt x="25560" y="61286"/>
                    <a:pt x="29394" y="61286"/>
                  </a:cubicBezTo>
                  <a:lnTo>
                    <a:pt x="33866" y="61286"/>
                  </a:lnTo>
                  <a:lnTo>
                    <a:pt x="33866" y="60648"/>
                  </a:lnTo>
                  <a:cubicBezTo>
                    <a:pt x="33866" y="47241"/>
                    <a:pt x="44730" y="36389"/>
                    <a:pt x="58148" y="36389"/>
                  </a:cubicBezTo>
                  <a:lnTo>
                    <a:pt x="61982" y="36389"/>
                  </a:lnTo>
                  <a:cubicBezTo>
                    <a:pt x="75401" y="36389"/>
                    <a:pt x="86264" y="47241"/>
                    <a:pt x="86264" y="60648"/>
                  </a:cubicBezTo>
                  <a:cubicBezTo>
                    <a:pt x="86264" y="64478"/>
                    <a:pt x="83708" y="67032"/>
                    <a:pt x="79874" y="67032"/>
                  </a:cubicBezTo>
                  <a:cubicBezTo>
                    <a:pt x="76040" y="67032"/>
                    <a:pt x="73484" y="64478"/>
                    <a:pt x="73484" y="60648"/>
                  </a:cubicBezTo>
                  <a:cubicBezTo>
                    <a:pt x="73484" y="54264"/>
                    <a:pt x="68372" y="49157"/>
                    <a:pt x="61982" y="49157"/>
                  </a:cubicBezTo>
                  <a:lnTo>
                    <a:pt x="58148" y="49157"/>
                  </a:lnTo>
                  <a:cubicBezTo>
                    <a:pt x="51758" y="49157"/>
                    <a:pt x="46646" y="54264"/>
                    <a:pt x="46646" y="60648"/>
                  </a:cubicBezTo>
                  <a:lnTo>
                    <a:pt x="46646" y="61286"/>
                  </a:lnTo>
                  <a:lnTo>
                    <a:pt x="61343" y="61286"/>
                  </a:lnTo>
                  <a:close/>
                </a:path>
              </a:pathLst>
            </a:custGeom>
            <a:solidFill>
              <a:srgbClr val="43B02A"/>
            </a:solidFill>
            <a:ln w="6390" cap="flat">
              <a:noFill/>
              <a:prstDash val="solid"/>
              <a:miter/>
            </a:ln>
          </p:spPr>
          <p:txBody>
            <a:bodyPr rtlCol="0" anchor="ctr"/>
            <a:lstStyle/>
            <a:p>
              <a:endParaRPr lang="en-US"/>
            </a:p>
          </p:txBody>
        </p:sp>
        <p:sp>
          <p:nvSpPr>
            <p:cNvPr id="1273" name="Graphic 1039">
              <a:extLst>
                <a:ext uri="{FF2B5EF4-FFF2-40B4-BE49-F238E27FC236}">
                  <a16:creationId xmlns:a16="http://schemas.microsoft.com/office/drawing/2014/main" id="{683A411D-D7F6-4546-B75D-B40E1DD64A8F}"/>
                </a:ext>
              </a:extLst>
            </p:cNvPr>
            <p:cNvSpPr/>
            <p:nvPr/>
          </p:nvSpPr>
          <p:spPr>
            <a:xfrm>
              <a:off x="7192513" y="1402085"/>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248569 w 361674"/>
                <a:gd name="connsiteY5" fmla="*/ 269404 h 361333"/>
                <a:gd name="connsiteX6" fmla="*/ 224287 w 361674"/>
                <a:gd name="connsiteY6" fmla="*/ 293663 h 361333"/>
                <a:gd name="connsiteX7" fmla="*/ 138022 w 361674"/>
                <a:gd name="connsiteY7" fmla="*/ 293663 h 361333"/>
                <a:gd name="connsiteX8" fmla="*/ 113741 w 361674"/>
                <a:gd name="connsiteY8" fmla="*/ 269404 h 361333"/>
                <a:gd name="connsiteX9" fmla="*/ 113741 w 361674"/>
                <a:gd name="connsiteY9" fmla="*/ 92568 h 361333"/>
                <a:gd name="connsiteX10" fmla="*/ 138022 w 361674"/>
                <a:gd name="connsiteY10" fmla="*/ 68309 h 361333"/>
                <a:gd name="connsiteX11" fmla="*/ 224287 w 361674"/>
                <a:gd name="connsiteY11" fmla="*/ 68309 h 361333"/>
                <a:gd name="connsiteX12" fmla="*/ 248569 w 361674"/>
                <a:gd name="connsiteY12" fmla="*/ 92568 h 361333"/>
                <a:gd name="connsiteX13" fmla="*/ 248569 w 361674"/>
                <a:gd name="connsiteY13" fmla="*/ 2694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4" h="361333">
                  <a:moveTo>
                    <a:pt x="180836" y="0"/>
                  </a:moveTo>
                  <a:cubicBezTo>
                    <a:pt x="80513" y="0"/>
                    <a:pt x="0" y="81077"/>
                    <a:pt x="0" y="180667"/>
                  </a:cubicBezTo>
                  <a:cubicBezTo>
                    <a:pt x="0" y="280895"/>
                    <a:pt x="81153" y="361333"/>
                    <a:pt x="180836" y="361333"/>
                  </a:cubicBezTo>
                  <a:cubicBezTo>
                    <a:pt x="281157" y="361333"/>
                    <a:pt x="361670" y="280257"/>
                    <a:pt x="361670" y="180667"/>
                  </a:cubicBezTo>
                  <a:cubicBezTo>
                    <a:pt x="362310" y="81077"/>
                    <a:pt x="281157" y="0"/>
                    <a:pt x="180836" y="0"/>
                  </a:cubicBezTo>
                  <a:close/>
                  <a:moveTo>
                    <a:pt x="248569" y="269404"/>
                  </a:moveTo>
                  <a:cubicBezTo>
                    <a:pt x="248569" y="282810"/>
                    <a:pt x="237706" y="293663"/>
                    <a:pt x="224287" y="293663"/>
                  </a:cubicBezTo>
                  <a:lnTo>
                    <a:pt x="138022" y="293663"/>
                  </a:lnTo>
                  <a:cubicBezTo>
                    <a:pt x="124604" y="293663"/>
                    <a:pt x="113741" y="282810"/>
                    <a:pt x="113741" y="269404"/>
                  </a:cubicBezTo>
                  <a:lnTo>
                    <a:pt x="113741" y="92568"/>
                  </a:lnTo>
                  <a:cubicBezTo>
                    <a:pt x="113741" y="79161"/>
                    <a:pt x="124604" y="68309"/>
                    <a:pt x="138022" y="68309"/>
                  </a:cubicBezTo>
                  <a:lnTo>
                    <a:pt x="224287" y="68309"/>
                  </a:lnTo>
                  <a:cubicBezTo>
                    <a:pt x="237706" y="68309"/>
                    <a:pt x="248569" y="79161"/>
                    <a:pt x="248569" y="92568"/>
                  </a:cubicBezTo>
                  <a:lnTo>
                    <a:pt x="248569" y="269404"/>
                  </a:lnTo>
                  <a:close/>
                </a:path>
              </a:pathLst>
            </a:custGeom>
            <a:solidFill>
              <a:srgbClr val="43B02A"/>
            </a:solidFill>
            <a:ln w="6390" cap="flat">
              <a:noFill/>
              <a:prstDash val="solid"/>
              <a:miter/>
            </a:ln>
          </p:spPr>
          <p:txBody>
            <a:bodyPr rtlCol="0" anchor="ctr"/>
            <a:lstStyle/>
            <a:p>
              <a:endParaRPr lang="en-US"/>
            </a:p>
          </p:txBody>
        </p:sp>
      </p:grpSp>
      <p:grpSp>
        <p:nvGrpSpPr>
          <p:cNvPr id="1274" name="Graphic 1039">
            <a:extLst>
              <a:ext uri="{FF2B5EF4-FFF2-40B4-BE49-F238E27FC236}">
                <a16:creationId xmlns:a16="http://schemas.microsoft.com/office/drawing/2014/main" id="{D3413C3C-6E5A-FA46-A6A5-C7C3C7A17EAD}"/>
              </a:ext>
            </a:extLst>
          </p:cNvPr>
          <p:cNvGrpSpPr/>
          <p:nvPr/>
        </p:nvGrpSpPr>
        <p:grpSpPr>
          <a:xfrm>
            <a:off x="7192513" y="1893013"/>
            <a:ext cx="361674" cy="361333"/>
            <a:chOff x="7192513" y="1893013"/>
            <a:chExt cx="361674" cy="361333"/>
          </a:xfrm>
          <a:solidFill>
            <a:srgbClr val="43B02A"/>
          </a:solidFill>
        </p:grpSpPr>
        <p:sp>
          <p:nvSpPr>
            <p:cNvPr id="1275" name="Graphic 1039">
              <a:extLst>
                <a:ext uri="{FF2B5EF4-FFF2-40B4-BE49-F238E27FC236}">
                  <a16:creationId xmlns:a16="http://schemas.microsoft.com/office/drawing/2014/main" id="{7AF1EA72-5AEE-D749-9C37-576F0EB03189}"/>
                </a:ext>
              </a:extLst>
            </p:cNvPr>
            <p:cNvSpPr/>
            <p:nvPr/>
          </p:nvSpPr>
          <p:spPr>
            <a:xfrm>
              <a:off x="7192513" y="1893013"/>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248569 w 361674"/>
                <a:gd name="connsiteY5" fmla="*/ 269404 h 361333"/>
                <a:gd name="connsiteX6" fmla="*/ 224287 w 361674"/>
                <a:gd name="connsiteY6" fmla="*/ 293663 h 361333"/>
                <a:gd name="connsiteX7" fmla="*/ 138022 w 361674"/>
                <a:gd name="connsiteY7" fmla="*/ 293663 h 361333"/>
                <a:gd name="connsiteX8" fmla="*/ 113741 w 361674"/>
                <a:gd name="connsiteY8" fmla="*/ 269404 h 361333"/>
                <a:gd name="connsiteX9" fmla="*/ 113741 w 361674"/>
                <a:gd name="connsiteY9" fmla="*/ 92568 h 361333"/>
                <a:gd name="connsiteX10" fmla="*/ 138022 w 361674"/>
                <a:gd name="connsiteY10" fmla="*/ 68309 h 361333"/>
                <a:gd name="connsiteX11" fmla="*/ 224287 w 361674"/>
                <a:gd name="connsiteY11" fmla="*/ 68309 h 361333"/>
                <a:gd name="connsiteX12" fmla="*/ 248569 w 361674"/>
                <a:gd name="connsiteY12" fmla="*/ 92568 h 361333"/>
                <a:gd name="connsiteX13" fmla="*/ 248569 w 361674"/>
                <a:gd name="connsiteY13" fmla="*/ 2694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4" h="361333">
                  <a:moveTo>
                    <a:pt x="180836" y="0"/>
                  </a:moveTo>
                  <a:cubicBezTo>
                    <a:pt x="80513" y="0"/>
                    <a:pt x="0" y="81077"/>
                    <a:pt x="0" y="180667"/>
                  </a:cubicBezTo>
                  <a:cubicBezTo>
                    <a:pt x="0" y="280895"/>
                    <a:pt x="81153" y="361333"/>
                    <a:pt x="180836" y="361333"/>
                  </a:cubicBezTo>
                  <a:cubicBezTo>
                    <a:pt x="280518" y="361333"/>
                    <a:pt x="361670" y="280257"/>
                    <a:pt x="361670" y="180667"/>
                  </a:cubicBezTo>
                  <a:cubicBezTo>
                    <a:pt x="362310" y="81077"/>
                    <a:pt x="281157" y="0"/>
                    <a:pt x="180836" y="0"/>
                  </a:cubicBezTo>
                  <a:close/>
                  <a:moveTo>
                    <a:pt x="248569" y="269404"/>
                  </a:moveTo>
                  <a:cubicBezTo>
                    <a:pt x="248569" y="282811"/>
                    <a:pt x="237706" y="293663"/>
                    <a:pt x="224287" y="293663"/>
                  </a:cubicBezTo>
                  <a:lnTo>
                    <a:pt x="138022" y="293663"/>
                  </a:lnTo>
                  <a:cubicBezTo>
                    <a:pt x="124604" y="293663"/>
                    <a:pt x="113741" y="282811"/>
                    <a:pt x="113741" y="269404"/>
                  </a:cubicBezTo>
                  <a:lnTo>
                    <a:pt x="113741" y="92568"/>
                  </a:lnTo>
                  <a:cubicBezTo>
                    <a:pt x="113741" y="79161"/>
                    <a:pt x="124604" y="68309"/>
                    <a:pt x="138022" y="68309"/>
                  </a:cubicBezTo>
                  <a:lnTo>
                    <a:pt x="224287" y="68309"/>
                  </a:lnTo>
                  <a:cubicBezTo>
                    <a:pt x="237706" y="68309"/>
                    <a:pt x="248569" y="79161"/>
                    <a:pt x="248569" y="92568"/>
                  </a:cubicBezTo>
                  <a:lnTo>
                    <a:pt x="248569" y="269404"/>
                  </a:lnTo>
                  <a:close/>
                </a:path>
              </a:pathLst>
            </a:custGeom>
            <a:solidFill>
              <a:srgbClr val="43B02A"/>
            </a:solidFill>
            <a:ln w="6390" cap="flat">
              <a:noFill/>
              <a:prstDash val="solid"/>
              <a:miter/>
            </a:ln>
          </p:spPr>
          <p:txBody>
            <a:bodyPr rtlCol="0" anchor="ctr"/>
            <a:lstStyle/>
            <a:p>
              <a:endParaRPr lang="en-US"/>
            </a:p>
          </p:txBody>
        </p:sp>
        <p:sp>
          <p:nvSpPr>
            <p:cNvPr id="1276" name="Graphic 1039">
              <a:extLst>
                <a:ext uri="{FF2B5EF4-FFF2-40B4-BE49-F238E27FC236}">
                  <a16:creationId xmlns:a16="http://schemas.microsoft.com/office/drawing/2014/main" id="{80716B90-AA45-1249-8DFB-9AD66C0920B4}"/>
                </a:ext>
              </a:extLst>
            </p:cNvPr>
            <p:cNvSpPr/>
            <p:nvPr/>
          </p:nvSpPr>
          <p:spPr>
            <a:xfrm>
              <a:off x="7319034" y="1974089"/>
              <a:ext cx="109267" cy="199818"/>
            </a:xfrm>
            <a:custGeom>
              <a:avLst/>
              <a:gdLst>
                <a:gd name="connsiteX0" fmla="*/ 97766 w 109267"/>
                <a:gd name="connsiteY0" fmla="*/ 0 h 199818"/>
                <a:gd name="connsiteX1" fmla="*/ 11501 w 109267"/>
                <a:gd name="connsiteY1" fmla="*/ 0 h 199818"/>
                <a:gd name="connsiteX2" fmla="*/ 0 w 109267"/>
                <a:gd name="connsiteY2" fmla="*/ 11491 h 199818"/>
                <a:gd name="connsiteX3" fmla="*/ 0 w 109267"/>
                <a:gd name="connsiteY3" fmla="*/ 188327 h 199818"/>
                <a:gd name="connsiteX4" fmla="*/ 11501 w 109267"/>
                <a:gd name="connsiteY4" fmla="*/ 199819 h 199818"/>
                <a:gd name="connsiteX5" fmla="*/ 97766 w 109267"/>
                <a:gd name="connsiteY5" fmla="*/ 199819 h 199818"/>
                <a:gd name="connsiteX6" fmla="*/ 109268 w 109267"/>
                <a:gd name="connsiteY6" fmla="*/ 188327 h 199818"/>
                <a:gd name="connsiteX7" fmla="*/ 109268 w 109267"/>
                <a:gd name="connsiteY7" fmla="*/ 11491 h 199818"/>
                <a:gd name="connsiteX8" fmla="*/ 97766 w 109267"/>
                <a:gd name="connsiteY8" fmla="*/ 0 h 199818"/>
                <a:gd name="connsiteX9" fmla="*/ 54314 w 109267"/>
                <a:gd name="connsiteY9" fmla="*/ 182582 h 199818"/>
                <a:gd name="connsiteX10" fmla="*/ 47286 w 109267"/>
                <a:gd name="connsiteY10" fmla="*/ 175560 h 199818"/>
                <a:gd name="connsiteX11" fmla="*/ 54314 w 109267"/>
                <a:gd name="connsiteY11" fmla="*/ 168537 h 199818"/>
                <a:gd name="connsiteX12" fmla="*/ 61343 w 109267"/>
                <a:gd name="connsiteY12" fmla="*/ 175560 h 199818"/>
                <a:gd name="connsiteX13" fmla="*/ 54314 w 109267"/>
                <a:gd name="connsiteY13" fmla="*/ 182582 h 199818"/>
                <a:gd name="connsiteX14" fmla="*/ 74762 w 109267"/>
                <a:gd name="connsiteY14" fmla="*/ 113635 h 199818"/>
                <a:gd name="connsiteX15" fmla="*/ 38340 w 109267"/>
                <a:gd name="connsiteY15" fmla="*/ 113635 h 199818"/>
                <a:gd name="connsiteX16" fmla="*/ 32589 w 109267"/>
                <a:gd name="connsiteY16" fmla="*/ 109804 h 199818"/>
                <a:gd name="connsiteX17" fmla="*/ 33227 w 109267"/>
                <a:gd name="connsiteY17" fmla="*/ 102782 h 199818"/>
                <a:gd name="connsiteX18" fmla="*/ 42812 w 109267"/>
                <a:gd name="connsiteY18" fmla="*/ 82992 h 199818"/>
                <a:gd name="connsiteX19" fmla="*/ 35783 w 109267"/>
                <a:gd name="connsiteY19" fmla="*/ 82992 h 199818"/>
                <a:gd name="connsiteX20" fmla="*/ 29394 w 109267"/>
                <a:gd name="connsiteY20" fmla="*/ 76608 h 199818"/>
                <a:gd name="connsiteX21" fmla="*/ 35145 w 109267"/>
                <a:gd name="connsiteY21" fmla="*/ 70224 h 199818"/>
                <a:gd name="connsiteX22" fmla="*/ 35783 w 109267"/>
                <a:gd name="connsiteY22" fmla="*/ 53625 h 199818"/>
                <a:gd name="connsiteX23" fmla="*/ 57509 w 109267"/>
                <a:gd name="connsiteY23" fmla="*/ 40219 h 199818"/>
                <a:gd name="connsiteX24" fmla="*/ 81152 w 109267"/>
                <a:gd name="connsiteY24" fmla="*/ 63840 h 199818"/>
                <a:gd name="connsiteX25" fmla="*/ 74762 w 109267"/>
                <a:gd name="connsiteY25" fmla="*/ 70224 h 199818"/>
                <a:gd name="connsiteX26" fmla="*/ 68372 w 109267"/>
                <a:gd name="connsiteY26" fmla="*/ 63840 h 199818"/>
                <a:gd name="connsiteX27" fmla="*/ 57509 w 109267"/>
                <a:gd name="connsiteY27" fmla="*/ 52987 h 199818"/>
                <a:gd name="connsiteX28" fmla="*/ 47925 w 109267"/>
                <a:gd name="connsiteY28" fmla="*/ 58733 h 199818"/>
                <a:gd name="connsiteX29" fmla="*/ 49202 w 109267"/>
                <a:gd name="connsiteY29" fmla="*/ 67670 h 199818"/>
                <a:gd name="connsiteX30" fmla="*/ 51119 w 109267"/>
                <a:gd name="connsiteY30" fmla="*/ 70224 h 199818"/>
                <a:gd name="connsiteX31" fmla="*/ 61982 w 109267"/>
                <a:gd name="connsiteY31" fmla="*/ 70224 h 199818"/>
                <a:gd name="connsiteX32" fmla="*/ 68372 w 109267"/>
                <a:gd name="connsiteY32" fmla="*/ 76608 h 199818"/>
                <a:gd name="connsiteX33" fmla="*/ 61982 w 109267"/>
                <a:gd name="connsiteY33" fmla="*/ 82992 h 199818"/>
                <a:gd name="connsiteX34" fmla="*/ 56231 w 109267"/>
                <a:gd name="connsiteY34" fmla="*/ 82992 h 199818"/>
                <a:gd name="connsiteX35" fmla="*/ 51119 w 109267"/>
                <a:gd name="connsiteY35" fmla="*/ 100228 h 199818"/>
                <a:gd name="connsiteX36" fmla="*/ 75401 w 109267"/>
                <a:gd name="connsiteY36" fmla="*/ 100228 h 199818"/>
                <a:gd name="connsiteX37" fmla="*/ 81791 w 109267"/>
                <a:gd name="connsiteY37" fmla="*/ 106612 h 199818"/>
                <a:gd name="connsiteX38" fmla="*/ 74762 w 109267"/>
                <a:gd name="connsiteY38" fmla="*/ 113635 h 19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09267" h="199818">
                  <a:moveTo>
                    <a:pt x="97766" y="0"/>
                  </a:moveTo>
                  <a:lnTo>
                    <a:pt x="11501" y="0"/>
                  </a:lnTo>
                  <a:cubicBezTo>
                    <a:pt x="5111" y="0"/>
                    <a:pt x="0" y="5107"/>
                    <a:pt x="0" y="11491"/>
                  </a:cubicBezTo>
                  <a:lnTo>
                    <a:pt x="0" y="188327"/>
                  </a:lnTo>
                  <a:cubicBezTo>
                    <a:pt x="0" y="194711"/>
                    <a:pt x="5111" y="199819"/>
                    <a:pt x="11501" y="199819"/>
                  </a:cubicBezTo>
                  <a:lnTo>
                    <a:pt x="97766" y="199819"/>
                  </a:lnTo>
                  <a:cubicBezTo>
                    <a:pt x="104156" y="199819"/>
                    <a:pt x="109268" y="194711"/>
                    <a:pt x="109268" y="188327"/>
                  </a:cubicBezTo>
                  <a:lnTo>
                    <a:pt x="109268" y="11491"/>
                  </a:lnTo>
                  <a:cubicBezTo>
                    <a:pt x="109268" y="5107"/>
                    <a:pt x="104156" y="0"/>
                    <a:pt x="97766" y="0"/>
                  </a:cubicBezTo>
                  <a:close/>
                  <a:moveTo>
                    <a:pt x="54314" y="182582"/>
                  </a:moveTo>
                  <a:cubicBezTo>
                    <a:pt x="50481" y="182582"/>
                    <a:pt x="47286" y="179390"/>
                    <a:pt x="47286" y="175560"/>
                  </a:cubicBezTo>
                  <a:cubicBezTo>
                    <a:pt x="47286" y="171729"/>
                    <a:pt x="50481" y="168537"/>
                    <a:pt x="54314" y="168537"/>
                  </a:cubicBezTo>
                  <a:cubicBezTo>
                    <a:pt x="58148" y="168537"/>
                    <a:pt x="61343" y="171729"/>
                    <a:pt x="61343" y="175560"/>
                  </a:cubicBezTo>
                  <a:cubicBezTo>
                    <a:pt x="61343" y="179390"/>
                    <a:pt x="58787" y="182582"/>
                    <a:pt x="54314" y="182582"/>
                  </a:cubicBezTo>
                  <a:close/>
                  <a:moveTo>
                    <a:pt x="74762" y="113635"/>
                  </a:moveTo>
                  <a:lnTo>
                    <a:pt x="38340" y="113635"/>
                  </a:lnTo>
                  <a:cubicBezTo>
                    <a:pt x="35783" y="113635"/>
                    <a:pt x="33866" y="112358"/>
                    <a:pt x="32589" y="109804"/>
                  </a:cubicBezTo>
                  <a:cubicBezTo>
                    <a:pt x="31311" y="107251"/>
                    <a:pt x="31950" y="104697"/>
                    <a:pt x="33227" y="102782"/>
                  </a:cubicBezTo>
                  <a:cubicBezTo>
                    <a:pt x="40896" y="93206"/>
                    <a:pt x="43451" y="86822"/>
                    <a:pt x="42812" y="82992"/>
                  </a:cubicBezTo>
                  <a:lnTo>
                    <a:pt x="35783" y="82992"/>
                  </a:lnTo>
                  <a:cubicBezTo>
                    <a:pt x="31950" y="82992"/>
                    <a:pt x="29394" y="80438"/>
                    <a:pt x="29394" y="76608"/>
                  </a:cubicBezTo>
                  <a:cubicBezTo>
                    <a:pt x="29394" y="73416"/>
                    <a:pt x="31950" y="70862"/>
                    <a:pt x="35145" y="70224"/>
                  </a:cubicBezTo>
                  <a:cubicBezTo>
                    <a:pt x="33227" y="65117"/>
                    <a:pt x="33227" y="59371"/>
                    <a:pt x="35783" y="53625"/>
                  </a:cubicBezTo>
                  <a:cubicBezTo>
                    <a:pt x="39617" y="45326"/>
                    <a:pt x="47286" y="40219"/>
                    <a:pt x="57509" y="40219"/>
                  </a:cubicBezTo>
                  <a:cubicBezTo>
                    <a:pt x="74762" y="40857"/>
                    <a:pt x="81152" y="54264"/>
                    <a:pt x="81152" y="63840"/>
                  </a:cubicBezTo>
                  <a:cubicBezTo>
                    <a:pt x="81152" y="67670"/>
                    <a:pt x="78596" y="70224"/>
                    <a:pt x="74762" y="70224"/>
                  </a:cubicBezTo>
                  <a:cubicBezTo>
                    <a:pt x="71567" y="70224"/>
                    <a:pt x="68372" y="67670"/>
                    <a:pt x="68372" y="63840"/>
                  </a:cubicBezTo>
                  <a:cubicBezTo>
                    <a:pt x="68372" y="61286"/>
                    <a:pt x="67094" y="53625"/>
                    <a:pt x="57509" y="52987"/>
                  </a:cubicBezTo>
                  <a:cubicBezTo>
                    <a:pt x="51119" y="52349"/>
                    <a:pt x="48563" y="56179"/>
                    <a:pt x="47925" y="58733"/>
                  </a:cubicBezTo>
                  <a:cubicBezTo>
                    <a:pt x="46646" y="61925"/>
                    <a:pt x="47286" y="65755"/>
                    <a:pt x="49202" y="67670"/>
                  </a:cubicBezTo>
                  <a:cubicBezTo>
                    <a:pt x="49841" y="68308"/>
                    <a:pt x="50481" y="69585"/>
                    <a:pt x="51119" y="70224"/>
                  </a:cubicBezTo>
                  <a:lnTo>
                    <a:pt x="61982" y="70224"/>
                  </a:lnTo>
                  <a:cubicBezTo>
                    <a:pt x="65816" y="70224"/>
                    <a:pt x="68372" y="72777"/>
                    <a:pt x="68372" y="76608"/>
                  </a:cubicBezTo>
                  <a:cubicBezTo>
                    <a:pt x="68372" y="80438"/>
                    <a:pt x="65816" y="82992"/>
                    <a:pt x="61982" y="82992"/>
                  </a:cubicBezTo>
                  <a:lnTo>
                    <a:pt x="56231" y="82992"/>
                  </a:lnTo>
                  <a:cubicBezTo>
                    <a:pt x="56231" y="88737"/>
                    <a:pt x="54314" y="94483"/>
                    <a:pt x="51119" y="100228"/>
                  </a:cubicBezTo>
                  <a:lnTo>
                    <a:pt x="75401" y="100228"/>
                  </a:lnTo>
                  <a:cubicBezTo>
                    <a:pt x="79235" y="100228"/>
                    <a:pt x="81791" y="102782"/>
                    <a:pt x="81791" y="106612"/>
                  </a:cubicBezTo>
                  <a:cubicBezTo>
                    <a:pt x="81791" y="110443"/>
                    <a:pt x="78596" y="113635"/>
                    <a:pt x="74762" y="113635"/>
                  </a:cubicBezTo>
                  <a:close/>
                </a:path>
              </a:pathLst>
            </a:custGeom>
            <a:solidFill>
              <a:srgbClr val="43B02A"/>
            </a:solidFill>
            <a:ln w="6390" cap="flat">
              <a:noFill/>
              <a:prstDash val="solid"/>
              <a:miter/>
            </a:ln>
          </p:spPr>
          <p:txBody>
            <a:bodyPr rtlCol="0" anchor="ctr"/>
            <a:lstStyle/>
            <a:p>
              <a:endParaRPr lang="en-US"/>
            </a:p>
          </p:txBody>
        </p:sp>
      </p:grpSp>
      <p:grpSp>
        <p:nvGrpSpPr>
          <p:cNvPr id="1277" name="Graphic 1039">
            <a:extLst>
              <a:ext uri="{FF2B5EF4-FFF2-40B4-BE49-F238E27FC236}">
                <a16:creationId xmlns:a16="http://schemas.microsoft.com/office/drawing/2014/main" id="{BF361240-B2A6-7F41-9B74-116113E9E91C}"/>
              </a:ext>
            </a:extLst>
          </p:cNvPr>
          <p:cNvGrpSpPr/>
          <p:nvPr/>
        </p:nvGrpSpPr>
        <p:grpSpPr>
          <a:xfrm>
            <a:off x="1515054" y="1893013"/>
            <a:ext cx="361670" cy="361333"/>
            <a:chOff x="1515054" y="1893013"/>
            <a:chExt cx="361670" cy="361333"/>
          </a:xfrm>
          <a:solidFill>
            <a:srgbClr val="26890D"/>
          </a:solidFill>
        </p:grpSpPr>
        <p:sp>
          <p:nvSpPr>
            <p:cNvPr id="1278" name="Graphic 1039">
              <a:extLst>
                <a:ext uri="{FF2B5EF4-FFF2-40B4-BE49-F238E27FC236}">
                  <a16:creationId xmlns:a16="http://schemas.microsoft.com/office/drawing/2014/main" id="{B9800D97-53B2-3647-935B-66CAE021A7D3}"/>
                </a:ext>
              </a:extLst>
            </p:cNvPr>
            <p:cNvSpPr/>
            <p:nvPr/>
          </p:nvSpPr>
          <p:spPr>
            <a:xfrm>
              <a:off x="1515054"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26890D"/>
            </a:solidFill>
            <a:ln w="6390" cap="flat">
              <a:noFill/>
              <a:prstDash val="solid"/>
              <a:miter/>
            </a:ln>
          </p:spPr>
          <p:txBody>
            <a:bodyPr rtlCol="0" anchor="ctr"/>
            <a:lstStyle/>
            <a:p>
              <a:endParaRPr lang="en-US"/>
            </a:p>
          </p:txBody>
        </p:sp>
        <p:sp>
          <p:nvSpPr>
            <p:cNvPr id="1279" name="Graphic 1039">
              <a:extLst>
                <a:ext uri="{FF2B5EF4-FFF2-40B4-BE49-F238E27FC236}">
                  <a16:creationId xmlns:a16="http://schemas.microsoft.com/office/drawing/2014/main" id="{91DCE4F0-1D19-DA4F-8FC5-1283EDA7A7C9}"/>
                </a:ext>
              </a:extLst>
            </p:cNvPr>
            <p:cNvSpPr/>
            <p:nvPr/>
          </p:nvSpPr>
          <p:spPr>
            <a:xfrm>
              <a:off x="1582627" y="1961162"/>
              <a:ext cx="227801" cy="226791"/>
            </a:xfrm>
            <a:custGeom>
              <a:avLst/>
              <a:gdLst>
                <a:gd name="connsiteX0" fmla="*/ 212306 w 227801"/>
                <a:gd name="connsiteY0" fmla="*/ 94643 h 226791"/>
                <a:gd name="connsiteX1" fmla="*/ 219335 w 227801"/>
                <a:gd name="connsiteY1" fmla="*/ 75491 h 226791"/>
                <a:gd name="connsiteX2" fmla="*/ 216140 w 227801"/>
                <a:gd name="connsiteY2" fmla="*/ 67830 h 226791"/>
                <a:gd name="connsiteX3" fmla="*/ 197609 w 227801"/>
                <a:gd name="connsiteY3" fmla="*/ 58892 h 226791"/>
                <a:gd name="connsiteX4" fmla="*/ 196970 w 227801"/>
                <a:gd name="connsiteY4" fmla="*/ 38464 h 226791"/>
                <a:gd name="connsiteX5" fmla="*/ 191219 w 227801"/>
                <a:gd name="connsiteY5" fmla="*/ 32080 h 226791"/>
                <a:gd name="connsiteX6" fmla="*/ 170771 w 227801"/>
                <a:gd name="connsiteY6" fmla="*/ 30803 h 226791"/>
                <a:gd name="connsiteX7" fmla="*/ 161825 w 227801"/>
                <a:gd name="connsiteY7" fmla="*/ 12289 h 226791"/>
                <a:gd name="connsiteX8" fmla="*/ 154157 w 227801"/>
                <a:gd name="connsiteY8" fmla="*/ 9097 h 226791"/>
                <a:gd name="connsiteX9" fmla="*/ 134348 w 227801"/>
                <a:gd name="connsiteY9" fmla="*/ 15481 h 226791"/>
                <a:gd name="connsiteX10" fmla="*/ 119012 w 227801"/>
                <a:gd name="connsiteY10" fmla="*/ 1436 h 226791"/>
                <a:gd name="connsiteX11" fmla="*/ 110706 w 227801"/>
                <a:gd name="connsiteY11" fmla="*/ 1436 h 226791"/>
                <a:gd name="connsiteX12" fmla="*/ 95370 w 227801"/>
                <a:gd name="connsiteY12" fmla="*/ 14843 h 226791"/>
                <a:gd name="connsiteX13" fmla="*/ 76200 w 227801"/>
                <a:gd name="connsiteY13" fmla="*/ 7820 h 226791"/>
                <a:gd name="connsiteX14" fmla="*/ 68532 w 227801"/>
                <a:gd name="connsiteY14" fmla="*/ 11012 h 226791"/>
                <a:gd name="connsiteX15" fmla="*/ 58947 w 227801"/>
                <a:gd name="connsiteY15" fmla="*/ 29526 h 226791"/>
                <a:gd name="connsiteX16" fmla="*/ 38499 w 227801"/>
                <a:gd name="connsiteY16" fmla="*/ 30164 h 226791"/>
                <a:gd name="connsiteX17" fmla="*/ 32109 w 227801"/>
                <a:gd name="connsiteY17" fmla="*/ 35910 h 226791"/>
                <a:gd name="connsiteX18" fmla="*/ 30831 w 227801"/>
                <a:gd name="connsiteY18" fmla="*/ 56339 h 226791"/>
                <a:gd name="connsiteX19" fmla="*/ 12301 w 227801"/>
                <a:gd name="connsiteY19" fmla="*/ 65276 h 226791"/>
                <a:gd name="connsiteX20" fmla="*/ 9106 w 227801"/>
                <a:gd name="connsiteY20" fmla="*/ 72937 h 226791"/>
                <a:gd name="connsiteX21" fmla="*/ 15496 w 227801"/>
                <a:gd name="connsiteY21" fmla="*/ 92727 h 226791"/>
                <a:gd name="connsiteX22" fmla="*/ 1438 w 227801"/>
                <a:gd name="connsiteY22" fmla="*/ 108049 h 226791"/>
                <a:gd name="connsiteX23" fmla="*/ 1438 w 227801"/>
                <a:gd name="connsiteY23" fmla="*/ 116348 h 226791"/>
                <a:gd name="connsiteX24" fmla="*/ 14857 w 227801"/>
                <a:gd name="connsiteY24" fmla="*/ 131670 h 226791"/>
                <a:gd name="connsiteX25" fmla="*/ 7828 w 227801"/>
                <a:gd name="connsiteY25" fmla="*/ 150822 h 226791"/>
                <a:gd name="connsiteX26" fmla="*/ 11023 w 227801"/>
                <a:gd name="connsiteY26" fmla="*/ 158482 h 226791"/>
                <a:gd name="connsiteX27" fmla="*/ 29553 w 227801"/>
                <a:gd name="connsiteY27" fmla="*/ 167420 h 226791"/>
                <a:gd name="connsiteX28" fmla="*/ 30192 w 227801"/>
                <a:gd name="connsiteY28" fmla="*/ 187849 h 226791"/>
                <a:gd name="connsiteX29" fmla="*/ 35943 w 227801"/>
                <a:gd name="connsiteY29" fmla="*/ 194233 h 226791"/>
                <a:gd name="connsiteX30" fmla="*/ 56391 w 227801"/>
                <a:gd name="connsiteY30" fmla="*/ 195510 h 226791"/>
                <a:gd name="connsiteX31" fmla="*/ 65337 w 227801"/>
                <a:gd name="connsiteY31" fmla="*/ 214023 h 226791"/>
                <a:gd name="connsiteX32" fmla="*/ 73005 w 227801"/>
                <a:gd name="connsiteY32" fmla="*/ 217215 h 226791"/>
                <a:gd name="connsiteX33" fmla="*/ 92814 w 227801"/>
                <a:gd name="connsiteY33" fmla="*/ 210831 h 226791"/>
                <a:gd name="connsiteX34" fmla="*/ 108150 w 227801"/>
                <a:gd name="connsiteY34" fmla="*/ 224876 h 226791"/>
                <a:gd name="connsiteX35" fmla="*/ 112623 w 227801"/>
                <a:gd name="connsiteY35" fmla="*/ 226791 h 226791"/>
                <a:gd name="connsiteX36" fmla="*/ 117096 w 227801"/>
                <a:gd name="connsiteY36" fmla="*/ 225514 h 226791"/>
                <a:gd name="connsiteX37" fmla="*/ 132431 w 227801"/>
                <a:gd name="connsiteY37" fmla="*/ 212108 h 226791"/>
                <a:gd name="connsiteX38" fmla="*/ 151601 w 227801"/>
                <a:gd name="connsiteY38" fmla="*/ 219130 h 226791"/>
                <a:gd name="connsiteX39" fmla="*/ 159269 w 227801"/>
                <a:gd name="connsiteY39" fmla="*/ 215938 h 226791"/>
                <a:gd name="connsiteX40" fmla="*/ 168854 w 227801"/>
                <a:gd name="connsiteY40" fmla="*/ 197425 h 226791"/>
                <a:gd name="connsiteX41" fmla="*/ 189302 w 227801"/>
                <a:gd name="connsiteY41" fmla="*/ 196786 h 226791"/>
                <a:gd name="connsiteX42" fmla="*/ 195692 w 227801"/>
                <a:gd name="connsiteY42" fmla="*/ 191041 h 226791"/>
                <a:gd name="connsiteX43" fmla="*/ 196970 w 227801"/>
                <a:gd name="connsiteY43" fmla="*/ 170612 h 226791"/>
                <a:gd name="connsiteX44" fmla="*/ 215501 w 227801"/>
                <a:gd name="connsiteY44" fmla="*/ 161674 h 226791"/>
                <a:gd name="connsiteX45" fmla="*/ 218696 w 227801"/>
                <a:gd name="connsiteY45" fmla="*/ 154014 h 226791"/>
                <a:gd name="connsiteX46" fmla="*/ 212306 w 227801"/>
                <a:gd name="connsiteY46" fmla="*/ 134223 h 226791"/>
                <a:gd name="connsiteX47" fmla="*/ 226364 w 227801"/>
                <a:gd name="connsiteY47" fmla="*/ 118902 h 226791"/>
                <a:gd name="connsiteX48" fmla="*/ 226364 w 227801"/>
                <a:gd name="connsiteY48" fmla="*/ 110602 h 226791"/>
                <a:gd name="connsiteX49" fmla="*/ 212306 w 227801"/>
                <a:gd name="connsiteY49" fmla="*/ 94643 h 226791"/>
                <a:gd name="connsiteX50" fmla="*/ 199526 w 227801"/>
                <a:gd name="connsiteY50" fmla="*/ 127839 h 226791"/>
                <a:gd name="connsiteX51" fmla="*/ 198248 w 227801"/>
                <a:gd name="connsiteY51" fmla="*/ 134223 h 226791"/>
                <a:gd name="connsiteX52" fmla="*/ 203999 w 227801"/>
                <a:gd name="connsiteY52" fmla="*/ 152098 h 226791"/>
                <a:gd name="connsiteX53" fmla="*/ 187385 w 227801"/>
                <a:gd name="connsiteY53" fmla="*/ 159759 h 226791"/>
                <a:gd name="connsiteX54" fmla="*/ 183551 w 227801"/>
                <a:gd name="connsiteY54" fmla="*/ 164866 h 226791"/>
                <a:gd name="connsiteX55" fmla="*/ 182273 w 227801"/>
                <a:gd name="connsiteY55" fmla="*/ 183380 h 226791"/>
                <a:gd name="connsiteX56" fmla="*/ 163742 w 227801"/>
                <a:gd name="connsiteY56" fmla="*/ 184018 h 226791"/>
                <a:gd name="connsiteX57" fmla="*/ 158630 w 227801"/>
                <a:gd name="connsiteY57" fmla="*/ 187210 h 226791"/>
                <a:gd name="connsiteX58" fmla="*/ 150323 w 227801"/>
                <a:gd name="connsiteY58" fmla="*/ 203809 h 226791"/>
                <a:gd name="connsiteX59" fmla="*/ 133070 w 227801"/>
                <a:gd name="connsiteY59" fmla="*/ 197425 h 226791"/>
                <a:gd name="connsiteX60" fmla="*/ 126680 w 227801"/>
                <a:gd name="connsiteY60" fmla="*/ 198702 h 226791"/>
                <a:gd name="connsiteX61" fmla="*/ 112623 w 227801"/>
                <a:gd name="connsiteY61" fmla="*/ 210831 h 226791"/>
                <a:gd name="connsiteX62" fmla="*/ 98565 w 227801"/>
                <a:gd name="connsiteY62" fmla="*/ 198063 h 226791"/>
                <a:gd name="connsiteX63" fmla="*/ 94092 w 227801"/>
                <a:gd name="connsiteY63" fmla="*/ 196148 h 226791"/>
                <a:gd name="connsiteX64" fmla="*/ 92175 w 227801"/>
                <a:gd name="connsiteY64" fmla="*/ 196786 h 226791"/>
                <a:gd name="connsiteX65" fmla="*/ 74283 w 227801"/>
                <a:gd name="connsiteY65" fmla="*/ 202532 h 226791"/>
                <a:gd name="connsiteX66" fmla="*/ 66615 w 227801"/>
                <a:gd name="connsiteY66" fmla="*/ 185934 h 226791"/>
                <a:gd name="connsiteX67" fmla="*/ 61503 w 227801"/>
                <a:gd name="connsiteY67" fmla="*/ 182103 h 226791"/>
                <a:gd name="connsiteX68" fmla="*/ 42972 w 227801"/>
                <a:gd name="connsiteY68" fmla="*/ 180826 h 226791"/>
                <a:gd name="connsiteX69" fmla="*/ 42333 w 227801"/>
                <a:gd name="connsiteY69" fmla="*/ 162313 h 226791"/>
                <a:gd name="connsiteX70" fmla="*/ 39138 w 227801"/>
                <a:gd name="connsiteY70" fmla="*/ 157206 h 226791"/>
                <a:gd name="connsiteX71" fmla="*/ 21247 w 227801"/>
                <a:gd name="connsiteY71" fmla="*/ 149545 h 226791"/>
                <a:gd name="connsiteX72" fmla="*/ 27636 w 227801"/>
                <a:gd name="connsiteY72" fmla="*/ 131670 h 226791"/>
                <a:gd name="connsiteX73" fmla="*/ 26358 w 227801"/>
                <a:gd name="connsiteY73" fmla="*/ 125286 h 226791"/>
                <a:gd name="connsiteX74" fmla="*/ 14218 w 227801"/>
                <a:gd name="connsiteY74" fmla="*/ 111241 h 226791"/>
                <a:gd name="connsiteX75" fmla="*/ 26997 w 227801"/>
                <a:gd name="connsiteY75" fmla="*/ 97196 h 226791"/>
                <a:gd name="connsiteX76" fmla="*/ 28275 w 227801"/>
                <a:gd name="connsiteY76" fmla="*/ 90812 h 226791"/>
                <a:gd name="connsiteX77" fmla="*/ 22524 w 227801"/>
                <a:gd name="connsiteY77" fmla="*/ 72937 h 226791"/>
                <a:gd name="connsiteX78" fmla="*/ 39138 w 227801"/>
                <a:gd name="connsiteY78" fmla="*/ 65276 h 226791"/>
                <a:gd name="connsiteX79" fmla="*/ 42972 w 227801"/>
                <a:gd name="connsiteY79" fmla="*/ 60169 h 226791"/>
                <a:gd name="connsiteX80" fmla="*/ 44250 w 227801"/>
                <a:gd name="connsiteY80" fmla="*/ 41656 h 226791"/>
                <a:gd name="connsiteX81" fmla="*/ 62781 w 227801"/>
                <a:gd name="connsiteY81" fmla="*/ 41017 h 226791"/>
                <a:gd name="connsiteX82" fmla="*/ 67893 w 227801"/>
                <a:gd name="connsiteY82" fmla="*/ 37825 h 226791"/>
                <a:gd name="connsiteX83" fmla="*/ 76200 w 227801"/>
                <a:gd name="connsiteY83" fmla="*/ 21227 h 226791"/>
                <a:gd name="connsiteX84" fmla="*/ 93453 w 227801"/>
                <a:gd name="connsiteY84" fmla="*/ 27611 h 226791"/>
                <a:gd name="connsiteX85" fmla="*/ 99843 w 227801"/>
                <a:gd name="connsiteY85" fmla="*/ 26334 h 226791"/>
                <a:gd name="connsiteX86" fmla="*/ 113901 w 227801"/>
                <a:gd name="connsiteY86" fmla="*/ 14204 h 226791"/>
                <a:gd name="connsiteX87" fmla="*/ 127959 w 227801"/>
                <a:gd name="connsiteY87" fmla="*/ 26972 h 226791"/>
                <a:gd name="connsiteX88" fmla="*/ 134348 w 227801"/>
                <a:gd name="connsiteY88" fmla="*/ 28249 h 226791"/>
                <a:gd name="connsiteX89" fmla="*/ 152240 w 227801"/>
                <a:gd name="connsiteY89" fmla="*/ 22504 h 226791"/>
                <a:gd name="connsiteX90" fmla="*/ 159908 w 227801"/>
                <a:gd name="connsiteY90" fmla="*/ 39102 h 226791"/>
                <a:gd name="connsiteX91" fmla="*/ 165020 w 227801"/>
                <a:gd name="connsiteY91" fmla="*/ 42932 h 226791"/>
                <a:gd name="connsiteX92" fmla="*/ 183551 w 227801"/>
                <a:gd name="connsiteY92" fmla="*/ 44209 h 226791"/>
                <a:gd name="connsiteX93" fmla="*/ 184190 w 227801"/>
                <a:gd name="connsiteY93" fmla="*/ 62723 h 226791"/>
                <a:gd name="connsiteX94" fmla="*/ 187385 w 227801"/>
                <a:gd name="connsiteY94" fmla="*/ 67830 h 226791"/>
                <a:gd name="connsiteX95" fmla="*/ 203999 w 227801"/>
                <a:gd name="connsiteY95" fmla="*/ 76129 h 226791"/>
                <a:gd name="connsiteX96" fmla="*/ 197609 w 227801"/>
                <a:gd name="connsiteY96" fmla="*/ 93366 h 226791"/>
                <a:gd name="connsiteX97" fmla="*/ 198887 w 227801"/>
                <a:gd name="connsiteY97" fmla="*/ 99750 h 226791"/>
                <a:gd name="connsiteX98" fmla="*/ 211028 w 227801"/>
                <a:gd name="connsiteY98" fmla="*/ 113794 h 226791"/>
                <a:gd name="connsiteX99" fmla="*/ 199526 w 227801"/>
                <a:gd name="connsiteY99" fmla="*/ 127839 h 226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227801" h="226791">
                  <a:moveTo>
                    <a:pt x="212306" y="94643"/>
                  </a:moveTo>
                  <a:lnTo>
                    <a:pt x="219335" y="75491"/>
                  </a:lnTo>
                  <a:cubicBezTo>
                    <a:pt x="220613" y="72299"/>
                    <a:pt x="219335" y="69107"/>
                    <a:pt x="216140" y="67830"/>
                  </a:cubicBezTo>
                  <a:lnTo>
                    <a:pt x="197609" y="58892"/>
                  </a:lnTo>
                  <a:lnTo>
                    <a:pt x="196970" y="38464"/>
                  </a:lnTo>
                  <a:cubicBezTo>
                    <a:pt x="196970" y="35272"/>
                    <a:pt x="194414" y="32718"/>
                    <a:pt x="191219" y="32080"/>
                  </a:cubicBezTo>
                  <a:lnTo>
                    <a:pt x="170771" y="30803"/>
                  </a:lnTo>
                  <a:lnTo>
                    <a:pt x="161825" y="12289"/>
                  </a:lnTo>
                  <a:cubicBezTo>
                    <a:pt x="160547" y="9097"/>
                    <a:pt x="157352" y="7820"/>
                    <a:pt x="154157" y="9097"/>
                  </a:cubicBezTo>
                  <a:lnTo>
                    <a:pt x="134348" y="15481"/>
                  </a:lnTo>
                  <a:lnTo>
                    <a:pt x="119012" y="1436"/>
                  </a:lnTo>
                  <a:cubicBezTo>
                    <a:pt x="116457" y="-479"/>
                    <a:pt x="113262" y="-479"/>
                    <a:pt x="110706" y="1436"/>
                  </a:cubicBezTo>
                  <a:lnTo>
                    <a:pt x="95370" y="14843"/>
                  </a:lnTo>
                  <a:lnTo>
                    <a:pt x="76200" y="7820"/>
                  </a:lnTo>
                  <a:cubicBezTo>
                    <a:pt x="73005" y="6544"/>
                    <a:pt x="69810" y="7820"/>
                    <a:pt x="68532" y="11012"/>
                  </a:cubicBezTo>
                  <a:lnTo>
                    <a:pt x="58947" y="29526"/>
                  </a:lnTo>
                  <a:lnTo>
                    <a:pt x="38499" y="30164"/>
                  </a:lnTo>
                  <a:cubicBezTo>
                    <a:pt x="35304" y="30164"/>
                    <a:pt x="32748" y="32718"/>
                    <a:pt x="32109" y="35910"/>
                  </a:cubicBezTo>
                  <a:lnTo>
                    <a:pt x="30831" y="56339"/>
                  </a:lnTo>
                  <a:lnTo>
                    <a:pt x="12301" y="65276"/>
                  </a:lnTo>
                  <a:cubicBezTo>
                    <a:pt x="9106" y="66553"/>
                    <a:pt x="7828" y="69745"/>
                    <a:pt x="9106" y="72937"/>
                  </a:cubicBezTo>
                  <a:lnTo>
                    <a:pt x="15496" y="92727"/>
                  </a:lnTo>
                  <a:lnTo>
                    <a:pt x="1438" y="108049"/>
                  </a:lnTo>
                  <a:cubicBezTo>
                    <a:pt x="-479" y="110602"/>
                    <a:pt x="-479" y="113794"/>
                    <a:pt x="1438" y="116348"/>
                  </a:cubicBezTo>
                  <a:lnTo>
                    <a:pt x="14857" y="131670"/>
                  </a:lnTo>
                  <a:lnTo>
                    <a:pt x="7828" y="150822"/>
                  </a:lnTo>
                  <a:cubicBezTo>
                    <a:pt x="6550" y="154014"/>
                    <a:pt x="7828" y="157206"/>
                    <a:pt x="11023" y="158482"/>
                  </a:cubicBezTo>
                  <a:lnTo>
                    <a:pt x="29553" y="167420"/>
                  </a:lnTo>
                  <a:lnTo>
                    <a:pt x="30192" y="187849"/>
                  </a:lnTo>
                  <a:cubicBezTo>
                    <a:pt x="30192" y="191041"/>
                    <a:pt x="32748" y="193594"/>
                    <a:pt x="35943" y="194233"/>
                  </a:cubicBezTo>
                  <a:lnTo>
                    <a:pt x="56391" y="195510"/>
                  </a:lnTo>
                  <a:lnTo>
                    <a:pt x="65337" y="214023"/>
                  </a:lnTo>
                  <a:cubicBezTo>
                    <a:pt x="66615" y="217215"/>
                    <a:pt x="69810" y="218492"/>
                    <a:pt x="73005" y="217215"/>
                  </a:cubicBezTo>
                  <a:lnTo>
                    <a:pt x="92814" y="210831"/>
                  </a:lnTo>
                  <a:lnTo>
                    <a:pt x="108150" y="224876"/>
                  </a:lnTo>
                  <a:cubicBezTo>
                    <a:pt x="109428" y="226153"/>
                    <a:pt x="110706" y="226791"/>
                    <a:pt x="112623" y="226791"/>
                  </a:cubicBezTo>
                  <a:cubicBezTo>
                    <a:pt x="113901" y="226791"/>
                    <a:pt x="115818" y="226153"/>
                    <a:pt x="117096" y="225514"/>
                  </a:cubicBezTo>
                  <a:lnTo>
                    <a:pt x="132431" y="212108"/>
                  </a:lnTo>
                  <a:lnTo>
                    <a:pt x="151601" y="219130"/>
                  </a:lnTo>
                  <a:cubicBezTo>
                    <a:pt x="154796" y="220407"/>
                    <a:pt x="157991" y="219130"/>
                    <a:pt x="159269" y="215938"/>
                  </a:cubicBezTo>
                  <a:lnTo>
                    <a:pt x="168854" y="197425"/>
                  </a:lnTo>
                  <a:lnTo>
                    <a:pt x="189302" y="196786"/>
                  </a:lnTo>
                  <a:cubicBezTo>
                    <a:pt x="192497" y="196786"/>
                    <a:pt x="195053" y="194233"/>
                    <a:pt x="195692" y="191041"/>
                  </a:cubicBezTo>
                  <a:lnTo>
                    <a:pt x="196970" y="170612"/>
                  </a:lnTo>
                  <a:lnTo>
                    <a:pt x="215501" y="161674"/>
                  </a:lnTo>
                  <a:cubicBezTo>
                    <a:pt x="218696" y="160398"/>
                    <a:pt x="219974" y="157206"/>
                    <a:pt x="218696" y="154014"/>
                  </a:cubicBezTo>
                  <a:lnTo>
                    <a:pt x="212306" y="134223"/>
                  </a:lnTo>
                  <a:lnTo>
                    <a:pt x="226364" y="118902"/>
                  </a:lnTo>
                  <a:cubicBezTo>
                    <a:pt x="228280" y="116348"/>
                    <a:pt x="228280" y="113156"/>
                    <a:pt x="226364" y="110602"/>
                  </a:cubicBezTo>
                  <a:lnTo>
                    <a:pt x="212306" y="94643"/>
                  </a:lnTo>
                  <a:close/>
                  <a:moveTo>
                    <a:pt x="199526" y="127839"/>
                  </a:moveTo>
                  <a:cubicBezTo>
                    <a:pt x="198248" y="129754"/>
                    <a:pt x="197609" y="131670"/>
                    <a:pt x="198248" y="134223"/>
                  </a:cubicBezTo>
                  <a:lnTo>
                    <a:pt x="203999" y="152098"/>
                  </a:lnTo>
                  <a:lnTo>
                    <a:pt x="187385" y="159759"/>
                  </a:lnTo>
                  <a:cubicBezTo>
                    <a:pt x="185468" y="161036"/>
                    <a:pt x="184190" y="162951"/>
                    <a:pt x="183551" y="164866"/>
                  </a:cubicBezTo>
                  <a:lnTo>
                    <a:pt x="182273" y="183380"/>
                  </a:lnTo>
                  <a:lnTo>
                    <a:pt x="163742" y="184018"/>
                  </a:lnTo>
                  <a:cubicBezTo>
                    <a:pt x="161186" y="184018"/>
                    <a:pt x="159269" y="185295"/>
                    <a:pt x="158630" y="187210"/>
                  </a:cubicBezTo>
                  <a:lnTo>
                    <a:pt x="150323" y="203809"/>
                  </a:lnTo>
                  <a:lnTo>
                    <a:pt x="133070" y="197425"/>
                  </a:lnTo>
                  <a:cubicBezTo>
                    <a:pt x="131154" y="196786"/>
                    <a:pt x="128597" y="196786"/>
                    <a:pt x="126680" y="198702"/>
                  </a:cubicBezTo>
                  <a:lnTo>
                    <a:pt x="112623" y="210831"/>
                  </a:lnTo>
                  <a:lnTo>
                    <a:pt x="98565" y="198063"/>
                  </a:lnTo>
                  <a:cubicBezTo>
                    <a:pt x="97287" y="196786"/>
                    <a:pt x="96009" y="196148"/>
                    <a:pt x="94092" y="196148"/>
                  </a:cubicBezTo>
                  <a:cubicBezTo>
                    <a:pt x="93453" y="196148"/>
                    <a:pt x="92814" y="196148"/>
                    <a:pt x="92175" y="196786"/>
                  </a:cubicBezTo>
                  <a:lnTo>
                    <a:pt x="74283" y="202532"/>
                  </a:lnTo>
                  <a:lnTo>
                    <a:pt x="66615" y="185934"/>
                  </a:lnTo>
                  <a:cubicBezTo>
                    <a:pt x="65337" y="184018"/>
                    <a:pt x="63420" y="182742"/>
                    <a:pt x="61503" y="182103"/>
                  </a:cubicBezTo>
                  <a:lnTo>
                    <a:pt x="42972" y="180826"/>
                  </a:lnTo>
                  <a:lnTo>
                    <a:pt x="42333" y="162313"/>
                  </a:lnTo>
                  <a:cubicBezTo>
                    <a:pt x="42333" y="159759"/>
                    <a:pt x="41055" y="157844"/>
                    <a:pt x="39138" y="157206"/>
                  </a:cubicBezTo>
                  <a:lnTo>
                    <a:pt x="21247" y="149545"/>
                  </a:lnTo>
                  <a:lnTo>
                    <a:pt x="27636" y="131670"/>
                  </a:lnTo>
                  <a:cubicBezTo>
                    <a:pt x="28275" y="129754"/>
                    <a:pt x="28275" y="127201"/>
                    <a:pt x="26358" y="125286"/>
                  </a:cubicBezTo>
                  <a:lnTo>
                    <a:pt x="14218" y="111241"/>
                  </a:lnTo>
                  <a:lnTo>
                    <a:pt x="26997" y="97196"/>
                  </a:lnTo>
                  <a:cubicBezTo>
                    <a:pt x="28275" y="95281"/>
                    <a:pt x="28914" y="93366"/>
                    <a:pt x="28275" y="90812"/>
                  </a:cubicBezTo>
                  <a:lnTo>
                    <a:pt x="22524" y="72937"/>
                  </a:lnTo>
                  <a:lnTo>
                    <a:pt x="39138" y="65276"/>
                  </a:lnTo>
                  <a:cubicBezTo>
                    <a:pt x="41055" y="63999"/>
                    <a:pt x="42333" y="62084"/>
                    <a:pt x="42972" y="60169"/>
                  </a:cubicBezTo>
                  <a:lnTo>
                    <a:pt x="44250" y="41656"/>
                  </a:lnTo>
                  <a:lnTo>
                    <a:pt x="62781" y="41017"/>
                  </a:lnTo>
                  <a:cubicBezTo>
                    <a:pt x="65337" y="41017"/>
                    <a:pt x="67254" y="39740"/>
                    <a:pt x="67893" y="37825"/>
                  </a:cubicBezTo>
                  <a:lnTo>
                    <a:pt x="76200" y="21227"/>
                  </a:lnTo>
                  <a:lnTo>
                    <a:pt x="93453" y="27611"/>
                  </a:lnTo>
                  <a:cubicBezTo>
                    <a:pt x="95370" y="28249"/>
                    <a:pt x="97926" y="28249"/>
                    <a:pt x="99843" y="26334"/>
                  </a:cubicBezTo>
                  <a:lnTo>
                    <a:pt x="113901" y="14204"/>
                  </a:lnTo>
                  <a:lnTo>
                    <a:pt x="127959" y="26972"/>
                  </a:lnTo>
                  <a:cubicBezTo>
                    <a:pt x="129875" y="28249"/>
                    <a:pt x="131792" y="28888"/>
                    <a:pt x="134348" y="28249"/>
                  </a:cubicBezTo>
                  <a:lnTo>
                    <a:pt x="152240" y="22504"/>
                  </a:lnTo>
                  <a:lnTo>
                    <a:pt x="159908" y="39102"/>
                  </a:lnTo>
                  <a:cubicBezTo>
                    <a:pt x="161186" y="41017"/>
                    <a:pt x="163103" y="42294"/>
                    <a:pt x="165020" y="42932"/>
                  </a:cubicBezTo>
                  <a:lnTo>
                    <a:pt x="183551" y="44209"/>
                  </a:lnTo>
                  <a:lnTo>
                    <a:pt x="184190" y="62723"/>
                  </a:lnTo>
                  <a:cubicBezTo>
                    <a:pt x="184190" y="65276"/>
                    <a:pt x="185468" y="67191"/>
                    <a:pt x="187385" y="67830"/>
                  </a:cubicBezTo>
                  <a:lnTo>
                    <a:pt x="203999" y="76129"/>
                  </a:lnTo>
                  <a:lnTo>
                    <a:pt x="197609" y="93366"/>
                  </a:lnTo>
                  <a:cubicBezTo>
                    <a:pt x="196970" y="95281"/>
                    <a:pt x="196970" y="97835"/>
                    <a:pt x="198887" y="99750"/>
                  </a:cubicBezTo>
                  <a:lnTo>
                    <a:pt x="211028" y="113794"/>
                  </a:lnTo>
                  <a:lnTo>
                    <a:pt x="199526" y="127839"/>
                  </a:lnTo>
                  <a:close/>
                </a:path>
              </a:pathLst>
            </a:custGeom>
            <a:solidFill>
              <a:srgbClr val="26890D"/>
            </a:solidFill>
            <a:ln w="6390" cap="flat">
              <a:noFill/>
              <a:prstDash val="solid"/>
              <a:miter/>
            </a:ln>
          </p:spPr>
          <p:txBody>
            <a:bodyPr rtlCol="0" anchor="ctr"/>
            <a:lstStyle/>
            <a:p>
              <a:endParaRPr lang="en-US"/>
            </a:p>
          </p:txBody>
        </p:sp>
        <p:sp>
          <p:nvSpPr>
            <p:cNvPr id="1280" name="Graphic 1039">
              <a:extLst>
                <a:ext uri="{FF2B5EF4-FFF2-40B4-BE49-F238E27FC236}">
                  <a16:creationId xmlns:a16="http://schemas.microsoft.com/office/drawing/2014/main" id="{9CDB664A-475E-9248-A0A0-2030FED90F2F}"/>
                </a:ext>
              </a:extLst>
            </p:cNvPr>
            <p:cNvSpPr/>
            <p:nvPr/>
          </p:nvSpPr>
          <p:spPr>
            <a:xfrm>
              <a:off x="1649242" y="2027076"/>
              <a:ext cx="93293" cy="93206"/>
            </a:xfrm>
            <a:custGeom>
              <a:avLst/>
              <a:gdLst>
                <a:gd name="connsiteX0" fmla="*/ 91376 w 93293"/>
                <a:gd name="connsiteY0" fmla="*/ 1915 h 93206"/>
                <a:gd name="connsiteX1" fmla="*/ 82430 w 93293"/>
                <a:gd name="connsiteY1" fmla="*/ 1915 h 93206"/>
                <a:gd name="connsiteX2" fmla="*/ 1917 w 93293"/>
                <a:gd name="connsiteY2" fmla="*/ 82353 h 93206"/>
                <a:gd name="connsiteX3" fmla="*/ 1917 w 93293"/>
                <a:gd name="connsiteY3" fmla="*/ 91291 h 93206"/>
                <a:gd name="connsiteX4" fmla="*/ 6390 w 93293"/>
                <a:gd name="connsiteY4" fmla="*/ 93206 h 93206"/>
                <a:gd name="connsiteX5" fmla="*/ 10863 w 93293"/>
                <a:gd name="connsiteY5" fmla="*/ 91291 h 93206"/>
                <a:gd name="connsiteX6" fmla="*/ 91376 w 93293"/>
                <a:gd name="connsiteY6" fmla="*/ 10853 h 93206"/>
                <a:gd name="connsiteX7" fmla="*/ 91376 w 93293"/>
                <a:gd name="connsiteY7" fmla="*/ 1915 h 93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293" h="93206">
                  <a:moveTo>
                    <a:pt x="91376" y="1915"/>
                  </a:moveTo>
                  <a:cubicBezTo>
                    <a:pt x="88820" y="-638"/>
                    <a:pt x="84986" y="-638"/>
                    <a:pt x="82430" y="1915"/>
                  </a:cubicBezTo>
                  <a:lnTo>
                    <a:pt x="1917" y="82353"/>
                  </a:lnTo>
                  <a:cubicBezTo>
                    <a:pt x="-639" y="84907"/>
                    <a:pt x="-639" y="88737"/>
                    <a:pt x="1917" y="91291"/>
                  </a:cubicBezTo>
                  <a:cubicBezTo>
                    <a:pt x="3195" y="92568"/>
                    <a:pt x="5112" y="93206"/>
                    <a:pt x="6390" y="93206"/>
                  </a:cubicBezTo>
                  <a:cubicBezTo>
                    <a:pt x="7668" y="93206"/>
                    <a:pt x="9585" y="92568"/>
                    <a:pt x="10863" y="91291"/>
                  </a:cubicBezTo>
                  <a:lnTo>
                    <a:pt x="91376" y="10853"/>
                  </a:lnTo>
                  <a:cubicBezTo>
                    <a:pt x="93932" y="8299"/>
                    <a:pt x="93932" y="4469"/>
                    <a:pt x="91376" y="1915"/>
                  </a:cubicBezTo>
                  <a:close/>
                </a:path>
              </a:pathLst>
            </a:custGeom>
            <a:solidFill>
              <a:srgbClr val="26890D"/>
            </a:solidFill>
            <a:ln w="6390" cap="flat">
              <a:noFill/>
              <a:prstDash val="solid"/>
              <a:miter/>
            </a:ln>
          </p:spPr>
          <p:txBody>
            <a:bodyPr rtlCol="0" anchor="ctr"/>
            <a:lstStyle/>
            <a:p>
              <a:endParaRPr lang="en-US"/>
            </a:p>
          </p:txBody>
        </p:sp>
        <p:sp>
          <p:nvSpPr>
            <p:cNvPr id="1281" name="Graphic 1039">
              <a:extLst>
                <a:ext uri="{FF2B5EF4-FFF2-40B4-BE49-F238E27FC236}">
                  <a16:creationId xmlns:a16="http://schemas.microsoft.com/office/drawing/2014/main" id="{CB41998E-7187-4B44-A094-5F46EC83059D}"/>
                </a:ext>
              </a:extLst>
            </p:cNvPr>
            <p:cNvSpPr/>
            <p:nvPr/>
          </p:nvSpPr>
          <p:spPr>
            <a:xfrm>
              <a:off x="1642213" y="2024523"/>
              <a:ext cx="42173" cy="42134"/>
            </a:xfrm>
            <a:custGeom>
              <a:avLst/>
              <a:gdLst>
                <a:gd name="connsiteX0" fmla="*/ 42174 w 42173"/>
                <a:gd name="connsiteY0" fmla="*/ 21067 h 42134"/>
                <a:gd name="connsiteX1" fmla="*/ 21087 w 42173"/>
                <a:gd name="connsiteY1" fmla="*/ 0 h 42134"/>
                <a:gd name="connsiteX2" fmla="*/ 0 w 42173"/>
                <a:gd name="connsiteY2" fmla="*/ 21067 h 42134"/>
                <a:gd name="connsiteX3" fmla="*/ 21087 w 42173"/>
                <a:gd name="connsiteY3" fmla="*/ 42134 h 42134"/>
                <a:gd name="connsiteX4" fmla="*/ 42174 w 42173"/>
                <a:gd name="connsiteY4" fmla="*/ 21067 h 42134"/>
                <a:gd name="connsiteX5" fmla="*/ 12780 w 42173"/>
                <a:gd name="connsiteY5" fmla="*/ 21067 h 42134"/>
                <a:gd name="connsiteX6" fmla="*/ 21087 w 42173"/>
                <a:gd name="connsiteY6" fmla="*/ 12768 h 42134"/>
                <a:gd name="connsiteX7" fmla="*/ 29394 w 42173"/>
                <a:gd name="connsiteY7" fmla="*/ 21067 h 42134"/>
                <a:gd name="connsiteX8" fmla="*/ 21087 w 42173"/>
                <a:gd name="connsiteY8" fmla="*/ 29366 h 42134"/>
                <a:gd name="connsiteX9" fmla="*/ 12780 w 42173"/>
                <a:gd name="connsiteY9" fmla="*/ 21067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173" h="42134">
                  <a:moveTo>
                    <a:pt x="42174" y="21067"/>
                  </a:moveTo>
                  <a:cubicBezTo>
                    <a:pt x="42174" y="9576"/>
                    <a:pt x="32589" y="0"/>
                    <a:pt x="21087" y="0"/>
                  </a:cubicBezTo>
                  <a:cubicBezTo>
                    <a:pt x="9585" y="0"/>
                    <a:pt x="0" y="9576"/>
                    <a:pt x="0" y="21067"/>
                  </a:cubicBezTo>
                  <a:cubicBezTo>
                    <a:pt x="0" y="32558"/>
                    <a:pt x="9585" y="42134"/>
                    <a:pt x="21087" y="42134"/>
                  </a:cubicBezTo>
                  <a:cubicBezTo>
                    <a:pt x="32589" y="42134"/>
                    <a:pt x="42174" y="32558"/>
                    <a:pt x="42174" y="21067"/>
                  </a:cubicBezTo>
                  <a:close/>
                  <a:moveTo>
                    <a:pt x="12780" y="21067"/>
                  </a:moveTo>
                  <a:cubicBezTo>
                    <a:pt x="12780" y="16598"/>
                    <a:pt x="16614" y="12768"/>
                    <a:pt x="21087" y="12768"/>
                  </a:cubicBezTo>
                  <a:cubicBezTo>
                    <a:pt x="25560" y="12768"/>
                    <a:pt x="29394" y="16598"/>
                    <a:pt x="29394" y="21067"/>
                  </a:cubicBezTo>
                  <a:cubicBezTo>
                    <a:pt x="29394" y="25536"/>
                    <a:pt x="25560" y="29366"/>
                    <a:pt x="21087" y="29366"/>
                  </a:cubicBezTo>
                  <a:cubicBezTo>
                    <a:pt x="16614" y="29366"/>
                    <a:pt x="12780" y="25536"/>
                    <a:pt x="12780" y="21067"/>
                  </a:cubicBezTo>
                  <a:close/>
                </a:path>
              </a:pathLst>
            </a:custGeom>
            <a:solidFill>
              <a:srgbClr val="26890D"/>
            </a:solidFill>
            <a:ln w="6390" cap="flat">
              <a:noFill/>
              <a:prstDash val="solid"/>
              <a:miter/>
            </a:ln>
          </p:spPr>
          <p:txBody>
            <a:bodyPr rtlCol="0" anchor="ctr"/>
            <a:lstStyle/>
            <a:p>
              <a:endParaRPr lang="en-US"/>
            </a:p>
          </p:txBody>
        </p:sp>
        <p:sp>
          <p:nvSpPr>
            <p:cNvPr id="1282" name="Graphic 1039">
              <a:extLst>
                <a:ext uri="{FF2B5EF4-FFF2-40B4-BE49-F238E27FC236}">
                  <a16:creationId xmlns:a16="http://schemas.microsoft.com/office/drawing/2014/main" id="{DFA941EA-A78C-EB4E-A2A9-A7094D785C19}"/>
                </a:ext>
              </a:extLst>
            </p:cNvPr>
            <p:cNvSpPr/>
            <p:nvPr/>
          </p:nvSpPr>
          <p:spPr>
            <a:xfrm>
              <a:off x="1706752" y="2081340"/>
              <a:ext cx="42203" cy="42134"/>
            </a:xfrm>
            <a:custGeom>
              <a:avLst/>
              <a:gdLst>
                <a:gd name="connsiteX0" fmla="*/ 21087 w 42203"/>
                <a:gd name="connsiteY0" fmla="*/ 0 h 42134"/>
                <a:gd name="connsiteX1" fmla="*/ 0 w 42203"/>
                <a:gd name="connsiteY1" fmla="*/ 21067 h 42134"/>
                <a:gd name="connsiteX2" fmla="*/ 21087 w 42203"/>
                <a:gd name="connsiteY2" fmla="*/ 42134 h 42134"/>
                <a:gd name="connsiteX3" fmla="*/ 42174 w 42203"/>
                <a:gd name="connsiteY3" fmla="*/ 21067 h 42134"/>
                <a:gd name="connsiteX4" fmla="*/ 21087 w 42203"/>
                <a:gd name="connsiteY4" fmla="*/ 0 h 42134"/>
                <a:gd name="connsiteX5" fmla="*/ 21087 w 42203"/>
                <a:gd name="connsiteY5" fmla="*/ 29366 h 42134"/>
                <a:gd name="connsiteX6" fmla="*/ 12780 w 42203"/>
                <a:gd name="connsiteY6" fmla="*/ 21067 h 42134"/>
                <a:gd name="connsiteX7" fmla="*/ 21087 w 42203"/>
                <a:gd name="connsiteY7" fmla="*/ 12768 h 42134"/>
                <a:gd name="connsiteX8" fmla="*/ 29394 w 42203"/>
                <a:gd name="connsiteY8" fmla="*/ 21067 h 42134"/>
                <a:gd name="connsiteX9" fmla="*/ 21087 w 42203"/>
                <a:gd name="connsiteY9" fmla="*/ 29366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203" h="42134">
                  <a:moveTo>
                    <a:pt x="21087" y="0"/>
                  </a:moveTo>
                  <a:cubicBezTo>
                    <a:pt x="9585" y="0"/>
                    <a:pt x="0" y="9576"/>
                    <a:pt x="0" y="21067"/>
                  </a:cubicBezTo>
                  <a:cubicBezTo>
                    <a:pt x="0" y="32558"/>
                    <a:pt x="9585" y="42134"/>
                    <a:pt x="21087" y="42134"/>
                  </a:cubicBezTo>
                  <a:cubicBezTo>
                    <a:pt x="32589" y="42134"/>
                    <a:pt x="42174" y="32558"/>
                    <a:pt x="42174" y="21067"/>
                  </a:cubicBezTo>
                  <a:cubicBezTo>
                    <a:pt x="42812" y="9576"/>
                    <a:pt x="33228" y="0"/>
                    <a:pt x="21087" y="0"/>
                  </a:cubicBezTo>
                  <a:close/>
                  <a:moveTo>
                    <a:pt x="21087" y="29366"/>
                  </a:moveTo>
                  <a:cubicBezTo>
                    <a:pt x="16614" y="29366"/>
                    <a:pt x="12780" y="25536"/>
                    <a:pt x="12780" y="21067"/>
                  </a:cubicBezTo>
                  <a:cubicBezTo>
                    <a:pt x="12780" y="16598"/>
                    <a:pt x="16614" y="12768"/>
                    <a:pt x="21087" y="12768"/>
                  </a:cubicBezTo>
                  <a:cubicBezTo>
                    <a:pt x="25560" y="12768"/>
                    <a:pt x="29394" y="16598"/>
                    <a:pt x="29394" y="21067"/>
                  </a:cubicBezTo>
                  <a:cubicBezTo>
                    <a:pt x="30033" y="25536"/>
                    <a:pt x="26199" y="29366"/>
                    <a:pt x="21087" y="29366"/>
                  </a:cubicBezTo>
                  <a:close/>
                </a:path>
              </a:pathLst>
            </a:custGeom>
            <a:solidFill>
              <a:srgbClr val="26890D"/>
            </a:solidFill>
            <a:ln w="6390" cap="flat">
              <a:noFill/>
              <a:prstDash val="solid"/>
              <a:miter/>
            </a:ln>
          </p:spPr>
          <p:txBody>
            <a:bodyPr rtlCol="0" anchor="ctr"/>
            <a:lstStyle/>
            <a:p>
              <a:endParaRPr lang="en-US"/>
            </a:p>
          </p:txBody>
        </p:sp>
      </p:grpSp>
      <p:grpSp>
        <p:nvGrpSpPr>
          <p:cNvPr id="1283" name="Graphic 1039">
            <a:extLst>
              <a:ext uri="{FF2B5EF4-FFF2-40B4-BE49-F238E27FC236}">
                <a16:creationId xmlns:a16="http://schemas.microsoft.com/office/drawing/2014/main" id="{C5E5145D-7B0E-F841-B7A2-C4580336A13F}"/>
              </a:ext>
            </a:extLst>
          </p:cNvPr>
          <p:cNvGrpSpPr/>
          <p:nvPr/>
        </p:nvGrpSpPr>
        <p:grpSpPr>
          <a:xfrm>
            <a:off x="1515054" y="1402085"/>
            <a:ext cx="361670" cy="361333"/>
            <a:chOff x="1515054" y="1402085"/>
            <a:chExt cx="361670" cy="361333"/>
          </a:xfrm>
          <a:solidFill>
            <a:srgbClr val="26890D"/>
          </a:solidFill>
        </p:grpSpPr>
        <p:sp>
          <p:nvSpPr>
            <p:cNvPr id="1284" name="Graphic 1039">
              <a:extLst>
                <a:ext uri="{FF2B5EF4-FFF2-40B4-BE49-F238E27FC236}">
                  <a16:creationId xmlns:a16="http://schemas.microsoft.com/office/drawing/2014/main" id="{5ECD76C6-F76E-7E4E-9C5F-1FECD54C8680}"/>
                </a:ext>
              </a:extLst>
            </p:cNvPr>
            <p:cNvSpPr/>
            <p:nvPr/>
          </p:nvSpPr>
          <p:spPr>
            <a:xfrm>
              <a:off x="1515054"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26890D"/>
            </a:solidFill>
            <a:ln w="6390" cap="flat">
              <a:noFill/>
              <a:prstDash val="solid"/>
              <a:miter/>
            </a:ln>
          </p:spPr>
          <p:txBody>
            <a:bodyPr rtlCol="0" anchor="ctr"/>
            <a:lstStyle/>
            <a:p>
              <a:endParaRPr lang="en-US"/>
            </a:p>
          </p:txBody>
        </p:sp>
        <p:sp>
          <p:nvSpPr>
            <p:cNvPr id="1285" name="Graphic 1039">
              <a:extLst>
                <a:ext uri="{FF2B5EF4-FFF2-40B4-BE49-F238E27FC236}">
                  <a16:creationId xmlns:a16="http://schemas.microsoft.com/office/drawing/2014/main" id="{51DA831E-DB59-A24C-90EF-EF8B6E625194}"/>
                </a:ext>
              </a:extLst>
            </p:cNvPr>
            <p:cNvSpPr/>
            <p:nvPr/>
          </p:nvSpPr>
          <p:spPr>
            <a:xfrm>
              <a:off x="1657549" y="1644676"/>
              <a:ext cx="72845" cy="12767"/>
            </a:xfrm>
            <a:custGeom>
              <a:avLst/>
              <a:gdLst>
                <a:gd name="connsiteX0" fmla="*/ 6390 w 72845"/>
                <a:gd name="connsiteY0" fmla="*/ 12768 h 12767"/>
                <a:gd name="connsiteX1" fmla="*/ 66455 w 72845"/>
                <a:gd name="connsiteY1" fmla="*/ 12768 h 12767"/>
                <a:gd name="connsiteX2" fmla="*/ 72845 w 72845"/>
                <a:gd name="connsiteY2" fmla="*/ 6384 h 12767"/>
                <a:gd name="connsiteX3" fmla="*/ 66455 w 72845"/>
                <a:gd name="connsiteY3" fmla="*/ 0 h 12767"/>
                <a:gd name="connsiteX4" fmla="*/ 6390 w 72845"/>
                <a:gd name="connsiteY4" fmla="*/ 0 h 12767"/>
                <a:gd name="connsiteX5" fmla="*/ 0 w 72845"/>
                <a:gd name="connsiteY5" fmla="*/ 6384 h 12767"/>
                <a:gd name="connsiteX6" fmla="*/ 6390 w 72845"/>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845" h="12767">
                  <a:moveTo>
                    <a:pt x="6390" y="12768"/>
                  </a:moveTo>
                  <a:lnTo>
                    <a:pt x="66455" y="12768"/>
                  </a:lnTo>
                  <a:cubicBezTo>
                    <a:pt x="70289" y="12768"/>
                    <a:pt x="72845" y="10214"/>
                    <a:pt x="72845" y="6384"/>
                  </a:cubicBezTo>
                  <a:cubicBezTo>
                    <a:pt x="72845" y="2554"/>
                    <a:pt x="70289" y="0"/>
                    <a:pt x="66455" y="0"/>
                  </a:cubicBezTo>
                  <a:lnTo>
                    <a:pt x="6390" y="0"/>
                  </a:lnTo>
                  <a:cubicBezTo>
                    <a:pt x="2556" y="0"/>
                    <a:pt x="0" y="2554"/>
                    <a:pt x="0" y="6384"/>
                  </a:cubicBezTo>
                  <a:cubicBezTo>
                    <a:pt x="0" y="10214"/>
                    <a:pt x="2556" y="12768"/>
                    <a:pt x="6390" y="12768"/>
                  </a:cubicBezTo>
                  <a:close/>
                </a:path>
              </a:pathLst>
            </a:custGeom>
            <a:solidFill>
              <a:srgbClr val="26890D"/>
            </a:solidFill>
            <a:ln w="6390" cap="flat">
              <a:noFill/>
              <a:prstDash val="solid"/>
              <a:miter/>
            </a:ln>
          </p:spPr>
          <p:txBody>
            <a:bodyPr rtlCol="0" anchor="ctr"/>
            <a:lstStyle/>
            <a:p>
              <a:endParaRPr lang="en-US"/>
            </a:p>
          </p:txBody>
        </p:sp>
        <p:sp>
          <p:nvSpPr>
            <p:cNvPr id="1286" name="Graphic 1039">
              <a:extLst>
                <a:ext uri="{FF2B5EF4-FFF2-40B4-BE49-F238E27FC236}">
                  <a16:creationId xmlns:a16="http://schemas.microsoft.com/office/drawing/2014/main" id="{F381A88B-B48D-214B-83FC-B6B9EC041325}"/>
                </a:ext>
              </a:extLst>
            </p:cNvPr>
            <p:cNvSpPr/>
            <p:nvPr/>
          </p:nvSpPr>
          <p:spPr>
            <a:xfrm>
              <a:off x="1700362" y="1532956"/>
              <a:ext cx="60704" cy="30004"/>
            </a:xfrm>
            <a:custGeom>
              <a:avLst/>
              <a:gdLst>
                <a:gd name="connsiteX0" fmla="*/ 54314 w 60704"/>
                <a:gd name="connsiteY0" fmla="*/ 0 h 30004"/>
                <a:gd name="connsiteX1" fmla="*/ 6390 w 60704"/>
                <a:gd name="connsiteY1" fmla="*/ 0 h 30004"/>
                <a:gd name="connsiteX2" fmla="*/ 0 w 60704"/>
                <a:gd name="connsiteY2" fmla="*/ 6384 h 30004"/>
                <a:gd name="connsiteX3" fmla="*/ 0 w 60704"/>
                <a:gd name="connsiteY3" fmla="*/ 23621 h 30004"/>
                <a:gd name="connsiteX4" fmla="*/ 6390 w 60704"/>
                <a:gd name="connsiteY4" fmla="*/ 30005 h 30004"/>
                <a:gd name="connsiteX5" fmla="*/ 54314 w 60704"/>
                <a:gd name="connsiteY5" fmla="*/ 30005 h 30004"/>
                <a:gd name="connsiteX6" fmla="*/ 60704 w 60704"/>
                <a:gd name="connsiteY6" fmla="*/ 23621 h 30004"/>
                <a:gd name="connsiteX7" fmla="*/ 60704 w 60704"/>
                <a:gd name="connsiteY7" fmla="*/ 6384 h 30004"/>
                <a:gd name="connsiteX8" fmla="*/ 54314 w 60704"/>
                <a:gd name="connsiteY8" fmla="*/ 0 h 30004"/>
                <a:gd name="connsiteX9" fmla="*/ 47925 w 60704"/>
                <a:gd name="connsiteY9" fmla="*/ 17237 h 30004"/>
                <a:gd name="connsiteX10" fmla="*/ 12780 w 60704"/>
                <a:gd name="connsiteY10" fmla="*/ 17237 h 30004"/>
                <a:gd name="connsiteX11" fmla="*/ 12780 w 60704"/>
                <a:gd name="connsiteY11" fmla="*/ 12768 h 30004"/>
                <a:gd name="connsiteX12" fmla="*/ 47925 w 60704"/>
                <a:gd name="connsiteY12" fmla="*/ 12768 h 30004"/>
                <a:gd name="connsiteX13" fmla="*/ 47925 w 60704"/>
                <a:gd name="connsiteY13" fmla="*/ 17237 h 30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704" h="30004">
                  <a:moveTo>
                    <a:pt x="54314" y="0"/>
                  </a:moveTo>
                  <a:lnTo>
                    <a:pt x="6390" y="0"/>
                  </a:lnTo>
                  <a:cubicBezTo>
                    <a:pt x="2556" y="0"/>
                    <a:pt x="0" y="2554"/>
                    <a:pt x="0" y="6384"/>
                  </a:cubicBezTo>
                  <a:lnTo>
                    <a:pt x="0" y="23621"/>
                  </a:lnTo>
                  <a:cubicBezTo>
                    <a:pt x="0" y="27451"/>
                    <a:pt x="2556" y="30005"/>
                    <a:pt x="6390" y="30005"/>
                  </a:cubicBezTo>
                  <a:lnTo>
                    <a:pt x="54314" y="30005"/>
                  </a:lnTo>
                  <a:cubicBezTo>
                    <a:pt x="58148" y="30005"/>
                    <a:pt x="60704" y="27451"/>
                    <a:pt x="60704" y="23621"/>
                  </a:cubicBezTo>
                  <a:lnTo>
                    <a:pt x="60704" y="6384"/>
                  </a:lnTo>
                  <a:cubicBezTo>
                    <a:pt x="60704" y="3192"/>
                    <a:pt x="58148" y="0"/>
                    <a:pt x="54314" y="0"/>
                  </a:cubicBezTo>
                  <a:close/>
                  <a:moveTo>
                    <a:pt x="47925" y="17237"/>
                  </a:moveTo>
                  <a:lnTo>
                    <a:pt x="12780" y="17237"/>
                  </a:lnTo>
                  <a:lnTo>
                    <a:pt x="12780" y="12768"/>
                  </a:lnTo>
                  <a:lnTo>
                    <a:pt x="47925" y="12768"/>
                  </a:lnTo>
                  <a:lnTo>
                    <a:pt x="47925" y="17237"/>
                  </a:lnTo>
                  <a:close/>
                </a:path>
              </a:pathLst>
            </a:custGeom>
            <a:solidFill>
              <a:srgbClr val="26890D"/>
            </a:solidFill>
            <a:ln w="6390" cap="flat">
              <a:noFill/>
              <a:prstDash val="solid"/>
              <a:miter/>
            </a:ln>
          </p:spPr>
          <p:txBody>
            <a:bodyPr rtlCol="0" anchor="ctr"/>
            <a:lstStyle/>
            <a:p>
              <a:endParaRPr lang="en-US"/>
            </a:p>
          </p:txBody>
        </p:sp>
        <p:sp>
          <p:nvSpPr>
            <p:cNvPr id="1287" name="Graphic 1039">
              <a:extLst>
                <a:ext uri="{FF2B5EF4-FFF2-40B4-BE49-F238E27FC236}">
                  <a16:creationId xmlns:a16="http://schemas.microsoft.com/office/drawing/2014/main" id="{3B5296DB-2A8B-714F-A987-C1D260A81131}"/>
                </a:ext>
              </a:extLst>
            </p:cNvPr>
            <p:cNvSpPr/>
            <p:nvPr/>
          </p:nvSpPr>
          <p:spPr>
            <a:xfrm>
              <a:off x="1578953" y="1476777"/>
              <a:ext cx="233871" cy="200457"/>
            </a:xfrm>
            <a:custGeom>
              <a:avLst/>
              <a:gdLst>
                <a:gd name="connsiteX0" fmla="*/ 233233 w 233871"/>
                <a:gd name="connsiteY0" fmla="*/ 153854 h 200457"/>
                <a:gd name="connsiteX1" fmla="*/ 232594 w 233871"/>
                <a:gd name="connsiteY1" fmla="*/ 152577 h 200457"/>
                <a:gd name="connsiteX2" fmla="*/ 232594 w 233871"/>
                <a:gd name="connsiteY2" fmla="*/ 151939 h 200457"/>
                <a:gd name="connsiteX3" fmla="*/ 200644 w 233871"/>
                <a:gd name="connsiteY3" fmla="*/ 95121 h 200457"/>
                <a:gd name="connsiteX4" fmla="*/ 200644 w 233871"/>
                <a:gd name="connsiteY4" fmla="*/ 45326 h 200457"/>
                <a:gd name="connsiteX5" fmla="*/ 194254 w 233871"/>
                <a:gd name="connsiteY5" fmla="*/ 38942 h 200457"/>
                <a:gd name="connsiteX6" fmla="*/ 165499 w 233871"/>
                <a:gd name="connsiteY6" fmla="*/ 38942 h 200457"/>
                <a:gd name="connsiteX7" fmla="*/ 165499 w 233871"/>
                <a:gd name="connsiteY7" fmla="*/ 33835 h 200457"/>
                <a:gd name="connsiteX8" fmla="*/ 190420 w 233871"/>
                <a:gd name="connsiteY8" fmla="*/ 33835 h 200457"/>
                <a:gd name="connsiteX9" fmla="*/ 196810 w 233871"/>
                <a:gd name="connsiteY9" fmla="*/ 27451 h 200457"/>
                <a:gd name="connsiteX10" fmla="*/ 196810 w 233871"/>
                <a:gd name="connsiteY10" fmla="*/ 6384 h 200457"/>
                <a:gd name="connsiteX11" fmla="*/ 190420 w 233871"/>
                <a:gd name="connsiteY11" fmla="*/ 0 h 200457"/>
                <a:gd name="connsiteX12" fmla="*/ 129716 w 233871"/>
                <a:gd name="connsiteY12" fmla="*/ 0 h 200457"/>
                <a:gd name="connsiteX13" fmla="*/ 123326 w 233871"/>
                <a:gd name="connsiteY13" fmla="*/ 6384 h 200457"/>
                <a:gd name="connsiteX14" fmla="*/ 123326 w 233871"/>
                <a:gd name="connsiteY14" fmla="*/ 27451 h 200457"/>
                <a:gd name="connsiteX15" fmla="*/ 129716 w 233871"/>
                <a:gd name="connsiteY15" fmla="*/ 33835 h 200457"/>
                <a:gd name="connsiteX16" fmla="*/ 152719 w 233871"/>
                <a:gd name="connsiteY16" fmla="*/ 33835 h 200457"/>
                <a:gd name="connsiteX17" fmla="*/ 152719 w 233871"/>
                <a:gd name="connsiteY17" fmla="*/ 38942 h 200457"/>
                <a:gd name="connsiteX18" fmla="*/ 101600 w 233871"/>
                <a:gd name="connsiteY18" fmla="*/ 38942 h 200457"/>
                <a:gd name="connsiteX19" fmla="*/ 101600 w 233871"/>
                <a:gd name="connsiteY19" fmla="*/ 28728 h 200457"/>
                <a:gd name="connsiteX20" fmla="*/ 97766 w 233871"/>
                <a:gd name="connsiteY20" fmla="*/ 22982 h 200457"/>
                <a:gd name="connsiteX21" fmla="*/ 91376 w 233871"/>
                <a:gd name="connsiteY21" fmla="*/ 23621 h 200457"/>
                <a:gd name="connsiteX22" fmla="*/ 88820 w 233871"/>
                <a:gd name="connsiteY22" fmla="*/ 25536 h 200457"/>
                <a:gd name="connsiteX23" fmla="*/ 83708 w 233871"/>
                <a:gd name="connsiteY23" fmla="*/ 21706 h 200457"/>
                <a:gd name="connsiteX24" fmla="*/ 76040 w 233871"/>
                <a:gd name="connsiteY24" fmla="*/ 21706 h 200457"/>
                <a:gd name="connsiteX25" fmla="*/ 70928 w 233871"/>
                <a:gd name="connsiteY25" fmla="*/ 25536 h 200457"/>
                <a:gd name="connsiteX26" fmla="*/ 68372 w 233871"/>
                <a:gd name="connsiteY26" fmla="*/ 23621 h 200457"/>
                <a:gd name="connsiteX27" fmla="*/ 61982 w 233871"/>
                <a:gd name="connsiteY27" fmla="*/ 22982 h 200457"/>
                <a:gd name="connsiteX28" fmla="*/ 58148 w 233871"/>
                <a:gd name="connsiteY28" fmla="*/ 28728 h 200457"/>
                <a:gd name="connsiteX29" fmla="*/ 58148 w 233871"/>
                <a:gd name="connsiteY29" fmla="*/ 38942 h 200457"/>
                <a:gd name="connsiteX30" fmla="*/ 38340 w 233871"/>
                <a:gd name="connsiteY30" fmla="*/ 38942 h 200457"/>
                <a:gd name="connsiteX31" fmla="*/ 31950 w 233871"/>
                <a:gd name="connsiteY31" fmla="*/ 45326 h 200457"/>
                <a:gd name="connsiteX32" fmla="*/ 31950 w 233871"/>
                <a:gd name="connsiteY32" fmla="*/ 95121 h 200457"/>
                <a:gd name="connsiteX33" fmla="*/ 639 w 233871"/>
                <a:gd name="connsiteY33" fmla="*/ 151939 h 200457"/>
                <a:gd name="connsiteX34" fmla="*/ 639 w 233871"/>
                <a:gd name="connsiteY34" fmla="*/ 151939 h 200457"/>
                <a:gd name="connsiteX35" fmla="*/ 0 w 233871"/>
                <a:gd name="connsiteY35" fmla="*/ 153216 h 200457"/>
                <a:gd name="connsiteX36" fmla="*/ 0 w 233871"/>
                <a:gd name="connsiteY36" fmla="*/ 154492 h 200457"/>
                <a:gd name="connsiteX37" fmla="*/ 0 w 233871"/>
                <a:gd name="connsiteY37" fmla="*/ 155131 h 200457"/>
                <a:gd name="connsiteX38" fmla="*/ 0 w 233871"/>
                <a:gd name="connsiteY38" fmla="*/ 194073 h 200457"/>
                <a:gd name="connsiteX39" fmla="*/ 6390 w 233871"/>
                <a:gd name="connsiteY39" fmla="*/ 200457 h 200457"/>
                <a:gd name="connsiteX40" fmla="*/ 227482 w 233871"/>
                <a:gd name="connsiteY40" fmla="*/ 200457 h 200457"/>
                <a:gd name="connsiteX41" fmla="*/ 233872 w 233871"/>
                <a:gd name="connsiteY41" fmla="*/ 194073 h 200457"/>
                <a:gd name="connsiteX42" fmla="*/ 233872 w 233871"/>
                <a:gd name="connsiteY42" fmla="*/ 155131 h 200457"/>
                <a:gd name="connsiteX43" fmla="*/ 233872 w 233871"/>
                <a:gd name="connsiteY43" fmla="*/ 154492 h 200457"/>
                <a:gd name="connsiteX44" fmla="*/ 233233 w 233871"/>
                <a:gd name="connsiteY44" fmla="*/ 153854 h 200457"/>
                <a:gd name="connsiteX45" fmla="*/ 135467 w 233871"/>
                <a:gd name="connsiteY45" fmla="*/ 12768 h 200457"/>
                <a:gd name="connsiteX46" fmla="*/ 183391 w 233871"/>
                <a:gd name="connsiteY46" fmla="*/ 12768 h 200457"/>
                <a:gd name="connsiteX47" fmla="*/ 183391 w 233871"/>
                <a:gd name="connsiteY47" fmla="*/ 21067 h 200457"/>
                <a:gd name="connsiteX48" fmla="*/ 135467 w 233871"/>
                <a:gd name="connsiteY48" fmla="*/ 21067 h 200457"/>
                <a:gd name="connsiteX49" fmla="*/ 135467 w 233871"/>
                <a:gd name="connsiteY49" fmla="*/ 12768 h 200457"/>
                <a:gd name="connsiteX50" fmla="*/ 42174 w 233871"/>
                <a:gd name="connsiteY50" fmla="*/ 103420 h 200457"/>
                <a:gd name="connsiteX51" fmla="*/ 191059 w 233871"/>
                <a:gd name="connsiteY51" fmla="*/ 103420 h 200457"/>
                <a:gd name="connsiteX52" fmla="*/ 216619 w 233871"/>
                <a:gd name="connsiteY52" fmla="*/ 148747 h 200457"/>
                <a:gd name="connsiteX53" fmla="*/ 17253 w 233871"/>
                <a:gd name="connsiteY53" fmla="*/ 148747 h 200457"/>
                <a:gd name="connsiteX54" fmla="*/ 42174 w 233871"/>
                <a:gd name="connsiteY54" fmla="*/ 103420 h 200457"/>
                <a:gd name="connsiteX55" fmla="*/ 71567 w 233871"/>
                <a:gd name="connsiteY55" fmla="*/ 40219 h 200457"/>
                <a:gd name="connsiteX56" fmla="*/ 75401 w 233871"/>
                <a:gd name="connsiteY56" fmla="*/ 38942 h 200457"/>
                <a:gd name="connsiteX57" fmla="*/ 80513 w 233871"/>
                <a:gd name="connsiteY57" fmla="*/ 35112 h 200457"/>
                <a:gd name="connsiteX58" fmla="*/ 85625 w 233871"/>
                <a:gd name="connsiteY58" fmla="*/ 38942 h 200457"/>
                <a:gd name="connsiteX59" fmla="*/ 89459 w 233871"/>
                <a:gd name="connsiteY59" fmla="*/ 40219 h 200457"/>
                <a:gd name="connsiteX60" fmla="*/ 89459 w 233871"/>
                <a:gd name="connsiteY60" fmla="*/ 69585 h 200457"/>
                <a:gd name="connsiteX61" fmla="*/ 72206 w 233871"/>
                <a:gd name="connsiteY61" fmla="*/ 69585 h 200457"/>
                <a:gd name="connsiteX62" fmla="*/ 72206 w 233871"/>
                <a:gd name="connsiteY62" fmla="*/ 40219 h 200457"/>
                <a:gd name="connsiteX63" fmla="*/ 45368 w 233871"/>
                <a:gd name="connsiteY63" fmla="*/ 51710 h 200457"/>
                <a:gd name="connsiteX64" fmla="*/ 58787 w 233871"/>
                <a:gd name="connsiteY64" fmla="*/ 51710 h 200457"/>
                <a:gd name="connsiteX65" fmla="*/ 58787 w 233871"/>
                <a:gd name="connsiteY65" fmla="*/ 75969 h 200457"/>
                <a:gd name="connsiteX66" fmla="*/ 65177 w 233871"/>
                <a:gd name="connsiteY66" fmla="*/ 82353 h 200457"/>
                <a:gd name="connsiteX67" fmla="*/ 95210 w 233871"/>
                <a:gd name="connsiteY67" fmla="*/ 82353 h 200457"/>
                <a:gd name="connsiteX68" fmla="*/ 101600 w 233871"/>
                <a:gd name="connsiteY68" fmla="*/ 75969 h 200457"/>
                <a:gd name="connsiteX69" fmla="*/ 101600 w 233871"/>
                <a:gd name="connsiteY69" fmla="*/ 51710 h 200457"/>
                <a:gd name="connsiteX70" fmla="*/ 188503 w 233871"/>
                <a:gd name="connsiteY70" fmla="*/ 51710 h 200457"/>
                <a:gd name="connsiteX71" fmla="*/ 188503 w 233871"/>
                <a:gd name="connsiteY71" fmla="*/ 90653 h 200457"/>
                <a:gd name="connsiteX72" fmla="*/ 45368 w 233871"/>
                <a:gd name="connsiteY72" fmla="*/ 90653 h 200457"/>
                <a:gd name="connsiteX73" fmla="*/ 45368 w 233871"/>
                <a:gd name="connsiteY73" fmla="*/ 51710 h 200457"/>
                <a:gd name="connsiteX74" fmla="*/ 221092 w 233871"/>
                <a:gd name="connsiteY74" fmla="*/ 187689 h 200457"/>
                <a:gd name="connsiteX75" fmla="*/ 12780 w 233871"/>
                <a:gd name="connsiteY75" fmla="*/ 187689 h 200457"/>
                <a:gd name="connsiteX76" fmla="*/ 12780 w 233871"/>
                <a:gd name="connsiteY76" fmla="*/ 161515 h 200457"/>
                <a:gd name="connsiteX77" fmla="*/ 221092 w 233871"/>
                <a:gd name="connsiteY77" fmla="*/ 161515 h 200457"/>
                <a:gd name="connsiteX78" fmla="*/ 221092 w 233871"/>
                <a:gd name="connsiteY78" fmla="*/ 187689 h 200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33871" h="200457">
                  <a:moveTo>
                    <a:pt x="233233" y="153854"/>
                  </a:moveTo>
                  <a:cubicBezTo>
                    <a:pt x="233233" y="153216"/>
                    <a:pt x="233233" y="153216"/>
                    <a:pt x="232594" y="152577"/>
                  </a:cubicBezTo>
                  <a:cubicBezTo>
                    <a:pt x="232594" y="152577"/>
                    <a:pt x="232594" y="152577"/>
                    <a:pt x="232594" y="151939"/>
                  </a:cubicBezTo>
                  <a:lnTo>
                    <a:pt x="200644" y="95121"/>
                  </a:lnTo>
                  <a:lnTo>
                    <a:pt x="200644" y="45326"/>
                  </a:lnTo>
                  <a:cubicBezTo>
                    <a:pt x="200644" y="41496"/>
                    <a:pt x="198088" y="38942"/>
                    <a:pt x="194254" y="38942"/>
                  </a:cubicBezTo>
                  <a:lnTo>
                    <a:pt x="165499" y="38942"/>
                  </a:lnTo>
                  <a:lnTo>
                    <a:pt x="165499" y="33835"/>
                  </a:lnTo>
                  <a:lnTo>
                    <a:pt x="190420" y="33835"/>
                  </a:lnTo>
                  <a:cubicBezTo>
                    <a:pt x="194254" y="33835"/>
                    <a:pt x="196810" y="31282"/>
                    <a:pt x="196810" y="27451"/>
                  </a:cubicBezTo>
                  <a:lnTo>
                    <a:pt x="196810" y="6384"/>
                  </a:lnTo>
                  <a:cubicBezTo>
                    <a:pt x="196810" y="2554"/>
                    <a:pt x="194254" y="0"/>
                    <a:pt x="190420" y="0"/>
                  </a:cubicBezTo>
                  <a:lnTo>
                    <a:pt x="129716" y="0"/>
                  </a:lnTo>
                  <a:cubicBezTo>
                    <a:pt x="125882" y="0"/>
                    <a:pt x="123326" y="2554"/>
                    <a:pt x="123326" y="6384"/>
                  </a:cubicBezTo>
                  <a:lnTo>
                    <a:pt x="123326" y="27451"/>
                  </a:lnTo>
                  <a:cubicBezTo>
                    <a:pt x="123326" y="31282"/>
                    <a:pt x="125882" y="33835"/>
                    <a:pt x="129716" y="33835"/>
                  </a:cubicBezTo>
                  <a:lnTo>
                    <a:pt x="152719" y="33835"/>
                  </a:lnTo>
                  <a:lnTo>
                    <a:pt x="152719" y="38942"/>
                  </a:lnTo>
                  <a:lnTo>
                    <a:pt x="101600" y="38942"/>
                  </a:lnTo>
                  <a:lnTo>
                    <a:pt x="101600" y="28728"/>
                  </a:lnTo>
                  <a:cubicBezTo>
                    <a:pt x="101600" y="26174"/>
                    <a:pt x="100322" y="24259"/>
                    <a:pt x="97766" y="22982"/>
                  </a:cubicBezTo>
                  <a:cubicBezTo>
                    <a:pt x="95849" y="21706"/>
                    <a:pt x="93293" y="22344"/>
                    <a:pt x="91376" y="23621"/>
                  </a:cubicBezTo>
                  <a:lnTo>
                    <a:pt x="88820" y="25536"/>
                  </a:lnTo>
                  <a:lnTo>
                    <a:pt x="83708" y="21706"/>
                  </a:lnTo>
                  <a:cubicBezTo>
                    <a:pt x="81152" y="19790"/>
                    <a:pt x="78596" y="19790"/>
                    <a:pt x="76040" y="21706"/>
                  </a:cubicBezTo>
                  <a:lnTo>
                    <a:pt x="70928" y="25536"/>
                  </a:lnTo>
                  <a:lnTo>
                    <a:pt x="68372" y="23621"/>
                  </a:lnTo>
                  <a:cubicBezTo>
                    <a:pt x="66455" y="22344"/>
                    <a:pt x="63899" y="21706"/>
                    <a:pt x="61982" y="22982"/>
                  </a:cubicBezTo>
                  <a:cubicBezTo>
                    <a:pt x="60065" y="24259"/>
                    <a:pt x="58148" y="26174"/>
                    <a:pt x="58148" y="28728"/>
                  </a:cubicBezTo>
                  <a:lnTo>
                    <a:pt x="58148" y="38942"/>
                  </a:lnTo>
                  <a:lnTo>
                    <a:pt x="38340" y="38942"/>
                  </a:lnTo>
                  <a:cubicBezTo>
                    <a:pt x="34506" y="38942"/>
                    <a:pt x="31950" y="41496"/>
                    <a:pt x="31950" y="45326"/>
                  </a:cubicBezTo>
                  <a:lnTo>
                    <a:pt x="31950" y="95121"/>
                  </a:lnTo>
                  <a:lnTo>
                    <a:pt x="639" y="151939"/>
                  </a:lnTo>
                  <a:cubicBezTo>
                    <a:pt x="639" y="151939"/>
                    <a:pt x="639" y="151939"/>
                    <a:pt x="639" y="151939"/>
                  </a:cubicBezTo>
                  <a:cubicBezTo>
                    <a:pt x="639" y="152577"/>
                    <a:pt x="639" y="152577"/>
                    <a:pt x="0" y="153216"/>
                  </a:cubicBezTo>
                  <a:cubicBezTo>
                    <a:pt x="0" y="153854"/>
                    <a:pt x="0" y="153854"/>
                    <a:pt x="0" y="154492"/>
                  </a:cubicBezTo>
                  <a:cubicBezTo>
                    <a:pt x="0" y="154492"/>
                    <a:pt x="0" y="154492"/>
                    <a:pt x="0" y="155131"/>
                  </a:cubicBezTo>
                  <a:lnTo>
                    <a:pt x="0" y="194073"/>
                  </a:lnTo>
                  <a:cubicBezTo>
                    <a:pt x="0" y="197904"/>
                    <a:pt x="2556" y="200457"/>
                    <a:pt x="6390" y="200457"/>
                  </a:cubicBezTo>
                  <a:lnTo>
                    <a:pt x="227482" y="200457"/>
                  </a:lnTo>
                  <a:cubicBezTo>
                    <a:pt x="231316" y="200457"/>
                    <a:pt x="233872" y="197904"/>
                    <a:pt x="233872" y="194073"/>
                  </a:cubicBezTo>
                  <a:lnTo>
                    <a:pt x="233872" y="155131"/>
                  </a:lnTo>
                  <a:cubicBezTo>
                    <a:pt x="233872" y="155131"/>
                    <a:pt x="233872" y="155131"/>
                    <a:pt x="233872" y="154492"/>
                  </a:cubicBezTo>
                  <a:cubicBezTo>
                    <a:pt x="233872" y="154492"/>
                    <a:pt x="233233" y="154492"/>
                    <a:pt x="233233" y="153854"/>
                  </a:cubicBezTo>
                  <a:close/>
                  <a:moveTo>
                    <a:pt x="135467" y="12768"/>
                  </a:moveTo>
                  <a:lnTo>
                    <a:pt x="183391" y="12768"/>
                  </a:lnTo>
                  <a:lnTo>
                    <a:pt x="183391" y="21067"/>
                  </a:lnTo>
                  <a:lnTo>
                    <a:pt x="135467" y="21067"/>
                  </a:lnTo>
                  <a:lnTo>
                    <a:pt x="135467" y="12768"/>
                  </a:lnTo>
                  <a:close/>
                  <a:moveTo>
                    <a:pt x="42174" y="103420"/>
                  </a:moveTo>
                  <a:lnTo>
                    <a:pt x="191059" y="103420"/>
                  </a:lnTo>
                  <a:lnTo>
                    <a:pt x="216619" y="148747"/>
                  </a:lnTo>
                  <a:lnTo>
                    <a:pt x="17253" y="148747"/>
                  </a:lnTo>
                  <a:lnTo>
                    <a:pt x="42174" y="103420"/>
                  </a:lnTo>
                  <a:close/>
                  <a:moveTo>
                    <a:pt x="71567" y="40219"/>
                  </a:moveTo>
                  <a:cubicBezTo>
                    <a:pt x="72845" y="40219"/>
                    <a:pt x="74123" y="39581"/>
                    <a:pt x="75401" y="38942"/>
                  </a:cubicBezTo>
                  <a:lnTo>
                    <a:pt x="80513" y="35112"/>
                  </a:lnTo>
                  <a:lnTo>
                    <a:pt x="85625" y="38942"/>
                  </a:lnTo>
                  <a:cubicBezTo>
                    <a:pt x="86903" y="39581"/>
                    <a:pt x="88181" y="40219"/>
                    <a:pt x="89459" y="40219"/>
                  </a:cubicBezTo>
                  <a:lnTo>
                    <a:pt x="89459" y="69585"/>
                  </a:lnTo>
                  <a:lnTo>
                    <a:pt x="72206" y="69585"/>
                  </a:lnTo>
                  <a:lnTo>
                    <a:pt x="72206" y="40219"/>
                  </a:lnTo>
                  <a:close/>
                  <a:moveTo>
                    <a:pt x="45368" y="51710"/>
                  </a:moveTo>
                  <a:lnTo>
                    <a:pt x="58787" y="51710"/>
                  </a:lnTo>
                  <a:lnTo>
                    <a:pt x="58787" y="75969"/>
                  </a:lnTo>
                  <a:cubicBezTo>
                    <a:pt x="58787" y="79800"/>
                    <a:pt x="61343" y="82353"/>
                    <a:pt x="65177" y="82353"/>
                  </a:cubicBezTo>
                  <a:lnTo>
                    <a:pt x="95210" y="82353"/>
                  </a:lnTo>
                  <a:cubicBezTo>
                    <a:pt x="99044" y="82353"/>
                    <a:pt x="101600" y="79800"/>
                    <a:pt x="101600" y="75969"/>
                  </a:cubicBezTo>
                  <a:lnTo>
                    <a:pt x="101600" y="51710"/>
                  </a:lnTo>
                  <a:lnTo>
                    <a:pt x="188503" y="51710"/>
                  </a:lnTo>
                  <a:lnTo>
                    <a:pt x="188503" y="90653"/>
                  </a:lnTo>
                  <a:lnTo>
                    <a:pt x="45368" y="90653"/>
                  </a:lnTo>
                  <a:lnTo>
                    <a:pt x="45368" y="51710"/>
                  </a:lnTo>
                  <a:close/>
                  <a:moveTo>
                    <a:pt x="221092" y="187689"/>
                  </a:moveTo>
                  <a:lnTo>
                    <a:pt x="12780" y="187689"/>
                  </a:lnTo>
                  <a:lnTo>
                    <a:pt x="12780" y="161515"/>
                  </a:lnTo>
                  <a:lnTo>
                    <a:pt x="221092" y="161515"/>
                  </a:lnTo>
                  <a:lnTo>
                    <a:pt x="221092" y="187689"/>
                  </a:lnTo>
                  <a:close/>
                </a:path>
              </a:pathLst>
            </a:custGeom>
            <a:solidFill>
              <a:srgbClr val="26890D"/>
            </a:solidFill>
            <a:ln w="6390" cap="flat">
              <a:noFill/>
              <a:prstDash val="solid"/>
              <a:miter/>
            </a:ln>
          </p:spPr>
          <p:txBody>
            <a:bodyPr rtlCol="0" anchor="ctr"/>
            <a:lstStyle/>
            <a:p>
              <a:endParaRPr lang="en-US"/>
            </a:p>
          </p:txBody>
        </p:sp>
        <p:sp>
          <p:nvSpPr>
            <p:cNvPr id="1288" name="Graphic 1039">
              <a:extLst>
                <a:ext uri="{FF2B5EF4-FFF2-40B4-BE49-F238E27FC236}">
                  <a16:creationId xmlns:a16="http://schemas.microsoft.com/office/drawing/2014/main" id="{2CACA623-1041-A745-8C28-C094DC2F055E}"/>
                </a:ext>
              </a:extLst>
            </p:cNvPr>
            <p:cNvSpPr/>
            <p:nvPr/>
          </p:nvSpPr>
          <p:spPr>
            <a:xfrm>
              <a:off x="1625599" y="1587859"/>
              <a:ext cx="26198" cy="12767"/>
            </a:xfrm>
            <a:custGeom>
              <a:avLst/>
              <a:gdLst>
                <a:gd name="connsiteX0" fmla="*/ 6390 w 26198"/>
                <a:gd name="connsiteY0" fmla="*/ 12768 h 12767"/>
                <a:gd name="connsiteX1" fmla="*/ 19809 w 26198"/>
                <a:gd name="connsiteY1" fmla="*/ 12768 h 12767"/>
                <a:gd name="connsiteX2" fmla="*/ 26199 w 26198"/>
                <a:gd name="connsiteY2" fmla="*/ 6384 h 12767"/>
                <a:gd name="connsiteX3" fmla="*/ 19809 w 26198"/>
                <a:gd name="connsiteY3" fmla="*/ 0 h 12767"/>
                <a:gd name="connsiteX4" fmla="*/ 6390 w 26198"/>
                <a:gd name="connsiteY4" fmla="*/ 0 h 12767"/>
                <a:gd name="connsiteX5" fmla="*/ 0 w 26198"/>
                <a:gd name="connsiteY5" fmla="*/ 6384 h 12767"/>
                <a:gd name="connsiteX6" fmla="*/ 6390 w 26198"/>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98" h="12767">
                  <a:moveTo>
                    <a:pt x="6390" y="12768"/>
                  </a:moveTo>
                  <a:lnTo>
                    <a:pt x="19809" y="12768"/>
                  </a:lnTo>
                  <a:cubicBezTo>
                    <a:pt x="23643" y="12768"/>
                    <a:pt x="26199" y="10214"/>
                    <a:pt x="26199" y="6384"/>
                  </a:cubicBezTo>
                  <a:cubicBezTo>
                    <a:pt x="26199" y="2554"/>
                    <a:pt x="23643" y="0"/>
                    <a:pt x="19809" y="0"/>
                  </a:cubicBezTo>
                  <a:lnTo>
                    <a:pt x="6390" y="0"/>
                  </a:lnTo>
                  <a:cubicBezTo>
                    <a:pt x="2556" y="0"/>
                    <a:pt x="0" y="2554"/>
                    <a:pt x="0" y="6384"/>
                  </a:cubicBezTo>
                  <a:cubicBezTo>
                    <a:pt x="0" y="10214"/>
                    <a:pt x="2556" y="12768"/>
                    <a:pt x="6390" y="12768"/>
                  </a:cubicBezTo>
                  <a:close/>
                </a:path>
              </a:pathLst>
            </a:custGeom>
            <a:solidFill>
              <a:srgbClr val="26890D"/>
            </a:solidFill>
            <a:ln w="6390" cap="flat">
              <a:noFill/>
              <a:prstDash val="solid"/>
              <a:miter/>
            </a:ln>
          </p:spPr>
          <p:txBody>
            <a:bodyPr rtlCol="0" anchor="ctr"/>
            <a:lstStyle/>
            <a:p>
              <a:endParaRPr lang="en-US"/>
            </a:p>
          </p:txBody>
        </p:sp>
        <p:sp>
          <p:nvSpPr>
            <p:cNvPr id="1289" name="Graphic 1039">
              <a:extLst>
                <a:ext uri="{FF2B5EF4-FFF2-40B4-BE49-F238E27FC236}">
                  <a16:creationId xmlns:a16="http://schemas.microsoft.com/office/drawing/2014/main" id="{842233F7-37FD-AB45-923F-F7929301FA76}"/>
                </a:ext>
              </a:extLst>
            </p:cNvPr>
            <p:cNvSpPr/>
            <p:nvPr/>
          </p:nvSpPr>
          <p:spPr>
            <a:xfrm>
              <a:off x="1662022" y="1587859"/>
              <a:ext cx="26198" cy="12767"/>
            </a:xfrm>
            <a:custGeom>
              <a:avLst/>
              <a:gdLst>
                <a:gd name="connsiteX0" fmla="*/ 6390 w 26198"/>
                <a:gd name="connsiteY0" fmla="*/ 12768 h 12767"/>
                <a:gd name="connsiteX1" fmla="*/ 19809 w 26198"/>
                <a:gd name="connsiteY1" fmla="*/ 12768 h 12767"/>
                <a:gd name="connsiteX2" fmla="*/ 26199 w 26198"/>
                <a:gd name="connsiteY2" fmla="*/ 6384 h 12767"/>
                <a:gd name="connsiteX3" fmla="*/ 19809 w 26198"/>
                <a:gd name="connsiteY3" fmla="*/ 0 h 12767"/>
                <a:gd name="connsiteX4" fmla="*/ 6390 w 26198"/>
                <a:gd name="connsiteY4" fmla="*/ 0 h 12767"/>
                <a:gd name="connsiteX5" fmla="*/ 0 w 26198"/>
                <a:gd name="connsiteY5" fmla="*/ 6384 h 12767"/>
                <a:gd name="connsiteX6" fmla="*/ 6390 w 26198"/>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98" h="12767">
                  <a:moveTo>
                    <a:pt x="6390" y="12768"/>
                  </a:moveTo>
                  <a:lnTo>
                    <a:pt x="19809" y="12768"/>
                  </a:lnTo>
                  <a:cubicBezTo>
                    <a:pt x="23643" y="12768"/>
                    <a:pt x="26199" y="10214"/>
                    <a:pt x="26199" y="6384"/>
                  </a:cubicBezTo>
                  <a:cubicBezTo>
                    <a:pt x="26199" y="2554"/>
                    <a:pt x="23643" y="0"/>
                    <a:pt x="19809" y="0"/>
                  </a:cubicBezTo>
                  <a:lnTo>
                    <a:pt x="6390" y="0"/>
                  </a:lnTo>
                  <a:cubicBezTo>
                    <a:pt x="2556" y="0"/>
                    <a:pt x="0" y="2554"/>
                    <a:pt x="0" y="6384"/>
                  </a:cubicBezTo>
                  <a:cubicBezTo>
                    <a:pt x="0" y="10214"/>
                    <a:pt x="3195" y="12768"/>
                    <a:pt x="6390" y="12768"/>
                  </a:cubicBezTo>
                  <a:close/>
                </a:path>
              </a:pathLst>
            </a:custGeom>
            <a:solidFill>
              <a:srgbClr val="26890D"/>
            </a:solidFill>
            <a:ln w="6390" cap="flat">
              <a:noFill/>
              <a:prstDash val="solid"/>
              <a:miter/>
            </a:ln>
          </p:spPr>
          <p:txBody>
            <a:bodyPr rtlCol="0" anchor="ctr"/>
            <a:lstStyle/>
            <a:p>
              <a:endParaRPr lang="en-US"/>
            </a:p>
          </p:txBody>
        </p:sp>
        <p:sp>
          <p:nvSpPr>
            <p:cNvPr id="1290" name="Graphic 1039">
              <a:extLst>
                <a:ext uri="{FF2B5EF4-FFF2-40B4-BE49-F238E27FC236}">
                  <a16:creationId xmlns:a16="http://schemas.microsoft.com/office/drawing/2014/main" id="{142EA23C-A9EC-7C43-90C5-DB26897E4BDC}"/>
                </a:ext>
              </a:extLst>
            </p:cNvPr>
            <p:cNvSpPr/>
            <p:nvPr/>
          </p:nvSpPr>
          <p:spPr>
            <a:xfrm>
              <a:off x="1699084" y="1587859"/>
              <a:ext cx="26198" cy="12767"/>
            </a:xfrm>
            <a:custGeom>
              <a:avLst/>
              <a:gdLst>
                <a:gd name="connsiteX0" fmla="*/ 6390 w 26198"/>
                <a:gd name="connsiteY0" fmla="*/ 12768 h 12767"/>
                <a:gd name="connsiteX1" fmla="*/ 19809 w 26198"/>
                <a:gd name="connsiteY1" fmla="*/ 12768 h 12767"/>
                <a:gd name="connsiteX2" fmla="*/ 26199 w 26198"/>
                <a:gd name="connsiteY2" fmla="*/ 6384 h 12767"/>
                <a:gd name="connsiteX3" fmla="*/ 19809 w 26198"/>
                <a:gd name="connsiteY3" fmla="*/ 0 h 12767"/>
                <a:gd name="connsiteX4" fmla="*/ 6390 w 26198"/>
                <a:gd name="connsiteY4" fmla="*/ 0 h 12767"/>
                <a:gd name="connsiteX5" fmla="*/ 0 w 26198"/>
                <a:gd name="connsiteY5" fmla="*/ 6384 h 12767"/>
                <a:gd name="connsiteX6" fmla="*/ 6390 w 26198"/>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98" h="12767">
                  <a:moveTo>
                    <a:pt x="6390" y="12768"/>
                  </a:moveTo>
                  <a:lnTo>
                    <a:pt x="19809" y="12768"/>
                  </a:lnTo>
                  <a:cubicBezTo>
                    <a:pt x="23643" y="12768"/>
                    <a:pt x="26199" y="10214"/>
                    <a:pt x="26199" y="6384"/>
                  </a:cubicBezTo>
                  <a:cubicBezTo>
                    <a:pt x="26199" y="2554"/>
                    <a:pt x="23643" y="0"/>
                    <a:pt x="19809" y="0"/>
                  </a:cubicBezTo>
                  <a:lnTo>
                    <a:pt x="6390" y="0"/>
                  </a:lnTo>
                  <a:cubicBezTo>
                    <a:pt x="2556" y="0"/>
                    <a:pt x="0" y="2554"/>
                    <a:pt x="0" y="6384"/>
                  </a:cubicBezTo>
                  <a:cubicBezTo>
                    <a:pt x="0" y="10214"/>
                    <a:pt x="3195" y="12768"/>
                    <a:pt x="6390" y="12768"/>
                  </a:cubicBezTo>
                  <a:close/>
                </a:path>
              </a:pathLst>
            </a:custGeom>
            <a:solidFill>
              <a:srgbClr val="26890D"/>
            </a:solidFill>
            <a:ln w="6390" cap="flat">
              <a:noFill/>
              <a:prstDash val="solid"/>
              <a:miter/>
            </a:ln>
          </p:spPr>
          <p:txBody>
            <a:bodyPr rtlCol="0" anchor="ctr"/>
            <a:lstStyle/>
            <a:p>
              <a:endParaRPr lang="en-US"/>
            </a:p>
          </p:txBody>
        </p:sp>
        <p:sp>
          <p:nvSpPr>
            <p:cNvPr id="1291" name="Graphic 1039">
              <a:extLst>
                <a:ext uri="{FF2B5EF4-FFF2-40B4-BE49-F238E27FC236}">
                  <a16:creationId xmlns:a16="http://schemas.microsoft.com/office/drawing/2014/main" id="{6165C00B-F90C-E64F-B116-761F56C8350D}"/>
                </a:ext>
              </a:extLst>
            </p:cNvPr>
            <p:cNvSpPr/>
            <p:nvPr/>
          </p:nvSpPr>
          <p:spPr>
            <a:xfrm>
              <a:off x="1736145" y="1587859"/>
              <a:ext cx="26198" cy="12767"/>
            </a:xfrm>
            <a:custGeom>
              <a:avLst/>
              <a:gdLst>
                <a:gd name="connsiteX0" fmla="*/ 6390 w 26198"/>
                <a:gd name="connsiteY0" fmla="*/ 12768 h 12767"/>
                <a:gd name="connsiteX1" fmla="*/ 19809 w 26198"/>
                <a:gd name="connsiteY1" fmla="*/ 12768 h 12767"/>
                <a:gd name="connsiteX2" fmla="*/ 26199 w 26198"/>
                <a:gd name="connsiteY2" fmla="*/ 6384 h 12767"/>
                <a:gd name="connsiteX3" fmla="*/ 19809 w 26198"/>
                <a:gd name="connsiteY3" fmla="*/ 0 h 12767"/>
                <a:gd name="connsiteX4" fmla="*/ 6390 w 26198"/>
                <a:gd name="connsiteY4" fmla="*/ 0 h 12767"/>
                <a:gd name="connsiteX5" fmla="*/ 0 w 26198"/>
                <a:gd name="connsiteY5" fmla="*/ 6384 h 12767"/>
                <a:gd name="connsiteX6" fmla="*/ 6390 w 26198"/>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98" h="12767">
                  <a:moveTo>
                    <a:pt x="6390" y="12768"/>
                  </a:moveTo>
                  <a:lnTo>
                    <a:pt x="19809" y="12768"/>
                  </a:lnTo>
                  <a:cubicBezTo>
                    <a:pt x="23643" y="12768"/>
                    <a:pt x="26199" y="10214"/>
                    <a:pt x="26199" y="6384"/>
                  </a:cubicBezTo>
                  <a:cubicBezTo>
                    <a:pt x="26199" y="2554"/>
                    <a:pt x="23643" y="0"/>
                    <a:pt x="19809" y="0"/>
                  </a:cubicBezTo>
                  <a:lnTo>
                    <a:pt x="6390" y="0"/>
                  </a:lnTo>
                  <a:cubicBezTo>
                    <a:pt x="2556" y="0"/>
                    <a:pt x="0" y="2554"/>
                    <a:pt x="0" y="6384"/>
                  </a:cubicBezTo>
                  <a:cubicBezTo>
                    <a:pt x="0" y="10214"/>
                    <a:pt x="2556" y="12768"/>
                    <a:pt x="6390" y="12768"/>
                  </a:cubicBezTo>
                  <a:close/>
                </a:path>
              </a:pathLst>
            </a:custGeom>
            <a:solidFill>
              <a:srgbClr val="26890D"/>
            </a:solidFill>
            <a:ln w="6390" cap="flat">
              <a:noFill/>
              <a:prstDash val="solid"/>
              <a:miter/>
            </a:ln>
          </p:spPr>
          <p:txBody>
            <a:bodyPr rtlCol="0" anchor="ctr"/>
            <a:lstStyle/>
            <a:p>
              <a:endParaRPr lang="en-US"/>
            </a:p>
          </p:txBody>
        </p:sp>
        <p:sp>
          <p:nvSpPr>
            <p:cNvPr id="1292" name="Graphic 1039">
              <a:extLst>
                <a:ext uri="{FF2B5EF4-FFF2-40B4-BE49-F238E27FC236}">
                  <a16:creationId xmlns:a16="http://schemas.microsoft.com/office/drawing/2014/main" id="{29657481-ED45-3844-A493-049A78DF5D44}"/>
                </a:ext>
              </a:extLst>
            </p:cNvPr>
            <p:cNvSpPr/>
            <p:nvPr/>
          </p:nvSpPr>
          <p:spPr>
            <a:xfrm>
              <a:off x="1625599" y="1605095"/>
              <a:ext cx="26198" cy="12767"/>
            </a:xfrm>
            <a:custGeom>
              <a:avLst/>
              <a:gdLst>
                <a:gd name="connsiteX0" fmla="*/ 19809 w 26198"/>
                <a:gd name="connsiteY0" fmla="*/ 0 h 12767"/>
                <a:gd name="connsiteX1" fmla="*/ 6390 w 26198"/>
                <a:gd name="connsiteY1" fmla="*/ 0 h 12767"/>
                <a:gd name="connsiteX2" fmla="*/ 0 w 26198"/>
                <a:gd name="connsiteY2" fmla="*/ 6384 h 12767"/>
                <a:gd name="connsiteX3" fmla="*/ 6390 w 26198"/>
                <a:gd name="connsiteY3" fmla="*/ 12768 h 12767"/>
                <a:gd name="connsiteX4" fmla="*/ 19809 w 26198"/>
                <a:gd name="connsiteY4" fmla="*/ 12768 h 12767"/>
                <a:gd name="connsiteX5" fmla="*/ 26199 w 26198"/>
                <a:gd name="connsiteY5" fmla="*/ 6384 h 12767"/>
                <a:gd name="connsiteX6" fmla="*/ 19809 w 26198"/>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98" h="12767">
                  <a:moveTo>
                    <a:pt x="19809" y="0"/>
                  </a:moveTo>
                  <a:lnTo>
                    <a:pt x="6390" y="0"/>
                  </a:lnTo>
                  <a:cubicBezTo>
                    <a:pt x="2556" y="0"/>
                    <a:pt x="0" y="2554"/>
                    <a:pt x="0" y="6384"/>
                  </a:cubicBezTo>
                  <a:cubicBezTo>
                    <a:pt x="0" y="10214"/>
                    <a:pt x="2556" y="12768"/>
                    <a:pt x="6390" y="12768"/>
                  </a:cubicBezTo>
                  <a:lnTo>
                    <a:pt x="19809" y="12768"/>
                  </a:lnTo>
                  <a:cubicBezTo>
                    <a:pt x="23643" y="12768"/>
                    <a:pt x="26199" y="10214"/>
                    <a:pt x="26199" y="6384"/>
                  </a:cubicBezTo>
                  <a:cubicBezTo>
                    <a:pt x="26199" y="2554"/>
                    <a:pt x="23004" y="0"/>
                    <a:pt x="19809" y="0"/>
                  </a:cubicBezTo>
                  <a:close/>
                </a:path>
              </a:pathLst>
            </a:custGeom>
            <a:solidFill>
              <a:srgbClr val="26890D"/>
            </a:solidFill>
            <a:ln w="6390" cap="flat">
              <a:noFill/>
              <a:prstDash val="solid"/>
              <a:miter/>
            </a:ln>
          </p:spPr>
          <p:txBody>
            <a:bodyPr rtlCol="0" anchor="ctr"/>
            <a:lstStyle/>
            <a:p>
              <a:endParaRPr lang="en-US"/>
            </a:p>
          </p:txBody>
        </p:sp>
        <p:sp>
          <p:nvSpPr>
            <p:cNvPr id="1293" name="Graphic 1039">
              <a:extLst>
                <a:ext uri="{FF2B5EF4-FFF2-40B4-BE49-F238E27FC236}">
                  <a16:creationId xmlns:a16="http://schemas.microsoft.com/office/drawing/2014/main" id="{02042A01-39DA-C041-8E59-5811D4C12ED5}"/>
                </a:ext>
              </a:extLst>
            </p:cNvPr>
            <p:cNvSpPr/>
            <p:nvPr/>
          </p:nvSpPr>
          <p:spPr>
            <a:xfrm>
              <a:off x="1662022" y="1605095"/>
              <a:ext cx="26198" cy="12767"/>
            </a:xfrm>
            <a:custGeom>
              <a:avLst/>
              <a:gdLst>
                <a:gd name="connsiteX0" fmla="*/ 6390 w 26198"/>
                <a:gd name="connsiteY0" fmla="*/ 12768 h 12767"/>
                <a:gd name="connsiteX1" fmla="*/ 19809 w 26198"/>
                <a:gd name="connsiteY1" fmla="*/ 12768 h 12767"/>
                <a:gd name="connsiteX2" fmla="*/ 26199 w 26198"/>
                <a:gd name="connsiteY2" fmla="*/ 6384 h 12767"/>
                <a:gd name="connsiteX3" fmla="*/ 19809 w 26198"/>
                <a:gd name="connsiteY3" fmla="*/ 0 h 12767"/>
                <a:gd name="connsiteX4" fmla="*/ 6390 w 26198"/>
                <a:gd name="connsiteY4" fmla="*/ 0 h 12767"/>
                <a:gd name="connsiteX5" fmla="*/ 0 w 26198"/>
                <a:gd name="connsiteY5" fmla="*/ 6384 h 12767"/>
                <a:gd name="connsiteX6" fmla="*/ 6390 w 26198"/>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98" h="12767">
                  <a:moveTo>
                    <a:pt x="6390" y="12768"/>
                  </a:moveTo>
                  <a:lnTo>
                    <a:pt x="19809" y="12768"/>
                  </a:lnTo>
                  <a:cubicBezTo>
                    <a:pt x="23643" y="12768"/>
                    <a:pt x="26199" y="10214"/>
                    <a:pt x="26199" y="6384"/>
                  </a:cubicBezTo>
                  <a:cubicBezTo>
                    <a:pt x="26199" y="2554"/>
                    <a:pt x="23643" y="0"/>
                    <a:pt x="19809" y="0"/>
                  </a:cubicBezTo>
                  <a:lnTo>
                    <a:pt x="6390" y="0"/>
                  </a:lnTo>
                  <a:cubicBezTo>
                    <a:pt x="2556" y="0"/>
                    <a:pt x="0" y="2554"/>
                    <a:pt x="0" y="6384"/>
                  </a:cubicBezTo>
                  <a:cubicBezTo>
                    <a:pt x="0" y="10214"/>
                    <a:pt x="3195" y="12768"/>
                    <a:pt x="6390" y="12768"/>
                  </a:cubicBezTo>
                  <a:close/>
                </a:path>
              </a:pathLst>
            </a:custGeom>
            <a:solidFill>
              <a:srgbClr val="26890D"/>
            </a:solidFill>
            <a:ln w="6390" cap="flat">
              <a:noFill/>
              <a:prstDash val="solid"/>
              <a:miter/>
            </a:ln>
          </p:spPr>
          <p:txBody>
            <a:bodyPr rtlCol="0" anchor="ctr"/>
            <a:lstStyle/>
            <a:p>
              <a:endParaRPr lang="en-US"/>
            </a:p>
          </p:txBody>
        </p:sp>
        <p:sp>
          <p:nvSpPr>
            <p:cNvPr id="1294" name="Graphic 1039">
              <a:extLst>
                <a:ext uri="{FF2B5EF4-FFF2-40B4-BE49-F238E27FC236}">
                  <a16:creationId xmlns:a16="http://schemas.microsoft.com/office/drawing/2014/main" id="{12BC25F3-9336-7B4B-B860-5AAE53F28B9F}"/>
                </a:ext>
              </a:extLst>
            </p:cNvPr>
            <p:cNvSpPr/>
            <p:nvPr/>
          </p:nvSpPr>
          <p:spPr>
            <a:xfrm>
              <a:off x="1699084" y="1605095"/>
              <a:ext cx="26198" cy="12767"/>
            </a:xfrm>
            <a:custGeom>
              <a:avLst/>
              <a:gdLst>
                <a:gd name="connsiteX0" fmla="*/ 6390 w 26198"/>
                <a:gd name="connsiteY0" fmla="*/ 12768 h 12767"/>
                <a:gd name="connsiteX1" fmla="*/ 19809 w 26198"/>
                <a:gd name="connsiteY1" fmla="*/ 12768 h 12767"/>
                <a:gd name="connsiteX2" fmla="*/ 26199 w 26198"/>
                <a:gd name="connsiteY2" fmla="*/ 6384 h 12767"/>
                <a:gd name="connsiteX3" fmla="*/ 19809 w 26198"/>
                <a:gd name="connsiteY3" fmla="*/ 0 h 12767"/>
                <a:gd name="connsiteX4" fmla="*/ 6390 w 26198"/>
                <a:gd name="connsiteY4" fmla="*/ 0 h 12767"/>
                <a:gd name="connsiteX5" fmla="*/ 0 w 26198"/>
                <a:gd name="connsiteY5" fmla="*/ 6384 h 12767"/>
                <a:gd name="connsiteX6" fmla="*/ 6390 w 26198"/>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98" h="12767">
                  <a:moveTo>
                    <a:pt x="6390" y="12768"/>
                  </a:moveTo>
                  <a:lnTo>
                    <a:pt x="19809" y="12768"/>
                  </a:lnTo>
                  <a:cubicBezTo>
                    <a:pt x="23643" y="12768"/>
                    <a:pt x="26199" y="10214"/>
                    <a:pt x="26199" y="6384"/>
                  </a:cubicBezTo>
                  <a:cubicBezTo>
                    <a:pt x="26199" y="2554"/>
                    <a:pt x="23643" y="0"/>
                    <a:pt x="19809" y="0"/>
                  </a:cubicBezTo>
                  <a:lnTo>
                    <a:pt x="6390" y="0"/>
                  </a:lnTo>
                  <a:cubicBezTo>
                    <a:pt x="2556" y="0"/>
                    <a:pt x="0" y="2554"/>
                    <a:pt x="0" y="6384"/>
                  </a:cubicBezTo>
                  <a:cubicBezTo>
                    <a:pt x="0" y="10214"/>
                    <a:pt x="3195" y="12768"/>
                    <a:pt x="6390" y="12768"/>
                  </a:cubicBezTo>
                  <a:close/>
                </a:path>
              </a:pathLst>
            </a:custGeom>
            <a:solidFill>
              <a:srgbClr val="26890D"/>
            </a:solidFill>
            <a:ln w="6390" cap="flat">
              <a:noFill/>
              <a:prstDash val="solid"/>
              <a:miter/>
            </a:ln>
          </p:spPr>
          <p:txBody>
            <a:bodyPr rtlCol="0" anchor="ctr"/>
            <a:lstStyle/>
            <a:p>
              <a:endParaRPr lang="en-US"/>
            </a:p>
          </p:txBody>
        </p:sp>
        <p:sp>
          <p:nvSpPr>
            <p:cNvPr id="1295" name="Graphic 1039">
              <a:extLst>
                <a:ext uri="{FF2B5EF4-FFF2-40B4-BE49-F238E27FC236}">
                  <a16:creationId xmlns:a16="http://schemas.microsoft.com/office/drawing/2014/main" id="{19DEA799-D668-B34D-8ACA-BC993F108703}"/>
                </a:ext>
              </a:extLst>
            </p:cNvPr>
            <p:cNvSpPr/>
            <p:nvPr/>
          </p:nvSpPr>
          <p:spPr>
            <a:xfrm>
              <a:off x="1736145" y="1605095"/>
              <a:ext cx="26198" cy="12767"/>
            </a:xfrm>
            <a:custGeom>
              <a:avLst/>
              <a:gdLst>
                <a:gd name="connsiteX0" fmla="*/ 6390 w 26198"/>
                <a:gd name="connsiteY0" fmla="*/ 12768 h 12767"/>
                <a:gd name="connsiteX1" fmla="*/ 19809 w 26198"/>
                <a:gd name="connsiteY1" fmla="*/ 12768 h 12767"/>
                <a:gd name="connsiteX2" fmla="*/ 26199 w 26198"/>
                <a:gd name="connsiteY2" fmla="*/ 6384 h 12767"/>
                <a:gd name="connsiteX3" fmla="*/ 19809 w 26198"/>
                <a:gd name="connsiteY3" fmla="*/ 0 h 12767"/>
                <a:gd name="connsiteX4" fmla="*/ 6390 w 26198"/>
                <a:gd name="connsiteY4" fmla="*/ 0 h 12767"/>
                <a:gd name="connsiteX5" fmla="*/ 0 w 26198"/>
                <a:gd name="connsiteY5" fmla="*/ 6384 h 12767"/>
                <a:gd name="connsiteX6" fmla="*/ 6390 w 26198"/>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98" h="12767">
                  <a:moveTo>
                    <a:pt x="6390" y="12768"/>
                  </a:moveTo>
                  <a:lnTo>
                    <a:pt x="19809" y="12768"/>
                  </a:lnTo>
                  <a:cubicBezTo>
                    <a:pt x="23643" y="12768"/>
                    <a:pt x="26199" y="10214"/>
                    <a:pt x="26199" y="6384"/>
                  </a:cubicBezTo>
                  <a:cubicBezTo>
                    <a:pt x="26199" y="2554"/>
                    <a:pt x="23643" y="0"/>
                    <a:pt x="19809" y="0"/>
                  </a:cubicBezTo>
                  <a:lnTo>
                    <a:pt x="6390" y="0"/>
                  </a:lnTo>
                  <a:cubicBezTo>
                    <a:pt x="2556" y="0"/>
                    <a:pt x="0" y="2554"/>
                    <a:pt x="0" y="6384"/>
                  </a:cubicBezTo>
                  <a:cubicBezTo>
                    <a:pt x="0" y="10214"/>
                    <a:pt x="2556" y="12768"/>
                    <a:pt x="6390" y="12768"/>
                  </a:cubicBezTo>
                  <a:close/>
                </a:path>
              </a:pathLst>
            </a:custGeom>
            <a:solidFill>
              <a:srgbClr val="26890D"/>
            </a:solidFill>
            <a:ln w="6390" cap="flat">
              <a:noFill/>
              <a:prstDash val="solid"/>
              <a:miter/>
            </a:ln>
          </p:spPr>
          <p:txBody>
            <a:bodyPr rtlCol="0" anchor="ctr"/>
            <a:lstStyle/>
            <a:p>
              <a:endParaRPr lang="en-US"/>
            </a:p>
          </p:txBody>
        </p:sp>
      </p:grpSp>
      <p:grpSp>
        <p:nvGrpSpPr>
          <p:cNvPr id="1303" name="Graphic 1039">
            <a:extLst>
              <a:ext uri="{FF2B5EF4-FFF2-40B4-BE49-F238E27FC236}">
                <a16:creationId xmlns:a16="http://schemas.microsoft.com/office/drawing/2014/main" id="{26CF7A42-2274-4442-84A1-9FB441D17F4C}"/>
              </a:ext>
            </a:extLst>
          </p:cNvPr>
          <p:cNvGrpSpPr/>
          <p:nvPr/>
        </p:nvGrpSpPr>
        <p:grpSpPr>
          <a:xfrm>
            <a:off x="1515054" y="918179"/>
            <a:ext cx="361670" cy="361333"/>
            <a:chOff x="1515054" y="918179"/>
            <a:chExt cx="361670" cy="361333"/>
          </a:xfrm>
          <a:solidFill>
            <a:srgbClr val="26890D"/>
          </a:solidFill>
        </p:grpSpPr>
        <p:sp>
          <p:nvSpPr>
            <p:cNvPr id="1304" name="Graphic 1039">
              <a:extLst>
                <a:ext uri="{FF2B5EF4-FFF2-40B4-BE49-F238E27FC236}">
                  <a16:creationId xmlns:a16="http://schemas.microsoft.com/office/drawing/2014/main" id="{B6751610-3766-D748-9185-32571A9A9149}"/>
                </a:ext>
              </a:extLst>
            </p:cNvPr>
            <p:cNvSpPr/>
            <p:nvPr/>
          </p:nvSpPr>
          <p:spPr>
            <a:xfrm>
              <a:off x="1515054"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234"/>
                    <a:pt x="273489" y="349204"/>
                    <a:pt x="180835" y="349204"/>
                  </a:cubicBezTo>
                  <a:close/>
                </a:path>
              </a:pathLst>
            </a:custGeom>
            <a:solidFill>
              <a:srgbClr val="26890D"/>
            </a:solidFill>
            <a:ln w="6390" cap="flat">
              <a:noFill/>
              <a:prstDash val="solid"/>
              <a:miter/>
            </a:ln>
          </p:spPr>
          <p:txBody>
            <a:bodyPr rtlCol="0" anchor="ctr"/>
            <a:lstStyle/>
            <a:p>
              <a:endParaRPr lang="en-US"/>
            </a:p>
          </p:txBody>
        </p:sp>
        <p:sp>
          <p:nvSpPr>
            <p:cNvPr id="1305" name="Graphic 1039">
              <a:extLst>
                <a:ext uri="{FF2B5EF4-FFF2-40B4-BE49-F238E27FC236}">
                  <a16:creationId xmlns:a16="http://schemas.microsoft.com/office/drawing/2014/main" id="{ADC2D1BC-D405-7444-B4EF-E1BA92ECB50D}"/>
                </a:ext>
              </a:extLst>
            </p:cNvPr>
            <p:cNvSpPr/>
            <p:nvPr/>
          </p:nvSpPr>
          <p:spPr>
            <a:xfrm>
              <a:off x="1578953" y="987764"/>
              <a:ext cx="234510" cy="196626"/>
            </a:xfrm>
            <a:custGeom>
              <a:avLst/>
              <a:gdLst>
                <a:gd name="connsiteX0" fmla="*/ 227482 w 234510"/>
                <a:gd name="connsiteY0" fmla="*/ 91291 h 196626"/>
                <a:gd name="connsiteX1" fmla="*/ 200644 w 234510"/>
                <a:gd name="connsiteY1" fmla="*/ 91291 h 196626"/>
                <a:gd name="connsiteX2" fmla="*/ 132272 w 234510"/>
                <a:gd name="connsiteY2" fmla="*/ 25536 h 196626"/>
                <a:gd name="connsiteX3" fmla="*/ 134189 w 234510"/>
                <a:gd name="connsiteY3" fmla="*/ 17237 h 196626"/>
                <a:gd name="connsiteX4" fmla="*/ 116936 w 234510"/>
                <a:gd name="connsiteY4" fmla="*/ 0 h 196626"/>
                <a:gd name="connsiteX5" fmla="*/ 99683 w 234510"/>
                <a:gd name="connsiteY5" fmla="*/ 17237 h 196626"/>
                <a:gd name="connsiteX6" fmla="*/ 101600 w 234510"/>
                <a:gd name="connsiteY6" fmla="*/ 25536 h 196626"/>
                <a:gd name="connsiteX7" fmla="*/ 33228 w 234510"/>
                <a:gd name="connsiteY7" fmla="*/ 91291 h 196626"/>
                <a:gd name="connsiteX8" fmla="*/ 6390 w 234510"/>
                <a:gd name="connsiteY8" fmla="*/ 91291 h 196626"/>
                <a:gd name="connsiteX9" fmla="*/ 0 w 234510"/>
                <a:gd name="connsiteY9" fmla="*/ 97675 h 196626"/>
                <a:gd name="connsiteX10" fmla="*/ 0 w 234510"/>
                <a:gd name="connsiteY10" fmla="*/ 190243 h 196626"/>
                <a:gd name="connsiteX11" fmla="*/ 6390 w 234510"/>
                <a:gd name="connsiteY11" fmla="*/ 196627 h 196626"/>
                <a:gd name="connsiteX12" fmla="*/ 228121 w 234510"/>
                <a:gd name="connsiteY12" fmla="*/ 196627 h 196626"/>
                <a:gd name="connsiteX13" fmla="*/ 234511 w 234510"/>
                <a:gd name="connsiteY13" fmla="*/ 190243 h 196626"/>
                <a:gd name="connsiteX14" fmla="*/ 234511 w 234510"/>
                <a:gd name="connsiteY14" fmla="*/ 97675 h 196626"/>
                <a:gd name="connsiteX15" fmla="*/ 227482 w 234510"/>
                <a:gd name="connsiteY15" fmla="*/ 91291 h 196626"/>
                <a:gd name="connsiteX16" fmla="*/ 116936 w 234510"/>
                <a:gd name="connsiteY16" fmla="*/ 12768 h 196626"/>
                <a:gd name="connsiteX17" fmla="*/ 121409 w 234510"/>
                <a:gd name="connsiteY17" fmla="*/ 17237 h 196626"/>
                <a:gd name="connsiteX18" fmla="*/ 116936 w 234510"/>
                <a:gd name="connsiteY18" fmla="*/ 21706 h 196626"/>
                <a:gd name="connsiteX19" fmla="*/ 112463 w 234510"/>
                <a:gd name="connsiteY19" fmla="*/ 17237 h 196626"/>
                <a:gd name="connsiteX20" fmla="*/ 116936 w 234510"/>
                <a:gd name="connsiteY20" fmla="*/ 12768 h 196626"/>
                <a:gd name="connsiteX21" fmla="*/ 111185 w 234510"/>
                <a:gd name="connsiteY21" fmla="*/ 33835 h 196626"/>
                <a:gd name="connsiteX22" fmla="*/ 116297 w 234510"/>
                <a:gd name="connsiteY22" fmla="*/ 34473 h 196626"/>
                <a:gd name="connsiteX23" fmla="*/ 121409 w 234510"/>
                <a:gd name="connsiteY23" fmla="*/ 33835 h 196626"/>
                <a:gd name="connsiteX24" fmla="*/ 181474 w 234510"/>
                <a:gd name="connsiteY24" fmla="*/ 91291 h 196626"/>
                <a:gd name="connsiteX25" fmla="*/ 50480 w 234510"/>
                <a:gd name="connsiteY25" fmla="*/ 91291 h 196626"/>
                <a:gd name="connsiteX26" fmla="*/ 111185 w 234510"/>
                <a:gd name="connsiteY26" fmla="*/ 33835 h 196626"/>
                <a:gd name="connsiteX27" fmla="*/ 221092 w 234510"/>
                <a:gd name="connsiteY27" fmla="*/ 183859 h 196626"/>
                <a:gd name="connsiteX28" fmla="*/ 12141 w 234510"/>
                <a:gd name="connsiteY28" fmla="*/ 183859 h 196626"/>
                <a:gd name="connsiteX29" fmla="*/ 12141 w 234510"/>
                <a:gd name="connsiteY29" fmla="*/ 104059 h 196626"/>
                <a:gd name="connsiteX30" fmla="*/ 221092 w 234510"/>
                <a:gd name="connsiteY30" fmla="*/ 104059 h 196626"/>
                <a:gd name="connsiteX31" fmla="*/ 221092 w 234510"/>
                <a:gd name="connsiteY31" fmla="*/ 183859 h 196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4510" h="196626">
                  <a:moveTo>
                    <a:pt x="227482" y="91291"/>
                  </a:moveTo>
                  <a:lnTo>
                    <a:pt x="200644" y="91291"/>
                  </a:lnTo>
                  <a:lnTo>
                    <a:pt x="132272" y="25536"/>
                  </a:lnTo>
                  <a:cubicBezTo>
                    <a:pt x="133550" y="22982"/>
                    <a:pt x="134189" y="20429"/>
                    <a:pt x="134189" y="17237"/>
                  </a:cubicBezTo>
                  <a:cubicBezTo>
                    <a:pt x="134189" y="7661"/>
                    <a:pt x="126521" y="0"/>
                    <a:pt x="116936" y="0"/>
                  </a:cubicBezTo>
                  <a:cubicBezTo>
                    <a:pt x="107351" y="0"/>
                    <a:pt x="99683" y="7661"/>
                    <a:pt x="99683" y="17237"/>
                  </a:cubicBezTo>
                  <a:cubicBezTo>
                    <a:pt x="99683" y="20429"/>
                    <a:pt x="100322" y="22982"/>
                    <a:pt x="101600" y="25536"/>
                  </a:cubicBezTo>
                  <a:lnTo>
                    <a:pt x="33228" y="91291"/>
                  </a:lnTo>
                  <a:lnTo>
                    <a:pt x="6390" y="91291"/>
                  </a:lnTo>
                  <a:cubicBezTo>
                    <a:pt x="2556" y="91291"/>
                    <a:pt x="0" y="93845"/>
                    <a:pt x="0" y="97675"/>
                  </a:cubicBezTo>
                  <a:lnTo>
                    <a:pt x="0" y="190243"/>
                  </a:lnTo>
                  <a:cubicBezTo>
                    <a:pt x="0" y="194073"/>
                    <a:pt x="2556" y="196627"/>
                    <a:pt x="6390" y="196627"/>
                  </a:cubicBezTo>
                  <a:lnTo>
                    <a:pt x="228121" y="196627"/>
                  </a:lnTo>
                  <a:cubicBezTo>
                    <a:pt x="231955" y="196627"/>
                    <a:pt x="234511" y="194073"/>
                    <a:pt x="234511" y="190243"/>
                  </a:cubicBezTo>
                  <a:lnTo>
                    <a:pt x="234511" y="97675"/>
                  </a:lnTo>
                  <a:cubicBezTo>
                    <a:pt x="233872" y="94483"/>
                    <a:pt x="231316" y="91291"/>
                    <a:pt x="227482" y="91291"/>
                  </a:cubicBezTo>
                  <a:close/>
                  <a:moveTo>
                    <a:pt x="116936" y="12768"/>
                  </a:moveTo>
                  <a:cubicBezTo>
                    <a:pt x="119492" y="12768"/>
                    <a:pt x="121409" y="14683"/>
                    <a:pt x="121409" y="17237"/>
                  </a:cubicBezTo>
                  <a:cubicBezTo>
                    <a:pt x="121409" y="19790"/>
                    <a:pt x="119492" y="21706"/>
                    <a:pt x="116936" y="21706"/>
                  </a:cubicBezTo>
                  <a:cubicBezTo>
                    <a:pt x="114380" y="21706"/>
                    <a:pt x="112463" y="19790"/>
                    <a:pt x="112463" y="17237"/>
                  </a:cubicBezTo>
                  <a:cubicBezTo>
                    <a:pt x="112463" y="14683"/>
                    <a:pt x="114380" y="12768"/>
                    <a:pt x="116936" y="12768"/>
                  </a:cubicBezTo>
                  <a:close/>
                  <a:moveTo>
                    <a:pt x="111185" y="33835"/>
                  </a:moveTo>
                  <a:cubicBezTo>
                    <a:pt x="113102" y="34473"/>
                    <a:pt x="114380" y="34473"/>
                    <a:pt x="116297" y="34473"/>
                  </a:cubicBezTo>
                  <a:cubicBezTo>
                    <a:pt x="118214" y="34473"/>
                    <a:pt x="120131" y="33835"/>
                    <a:pt x="121409" y="33835"/>
                  </a:cubicBezTo>
                  <a:lnTo>
                    <a:pt x="181474" y="91291"/>
                  </a:lnTo>
                  <a:lnTo>
                    <a:pt x="50480" y="91291"/>
                  </a:lnTo>
                  <a:lnTo>
                    <a:pt x="111185" y="33835"/>
                  </a:lnTo>
                  <a:close/>
                  <a:moveTo>
                    <a:pt x="221092" y="183859"/>
                  </a:moveTo>
                  <a:lnTo>
                    <a:pt x="12141" y="183859"/>
                  </a:lnTo>
                  <a:lnTo>
                    <a:pt x="12141" y="104059"/>
                  </a:lnTo>
                  <a:lnTo>
                    <a:pt x="221092" y="104059"/>
                  </a:lnTo>
                  <a:lnTo>
                    <a:pt x="221092" y="183859"/>
                  </a:lnTo>
                  <a:close/>
                </a:path>
              </a:pathLst>
            </a:custGeom>
            <a:solidFill>
              <a:srgbClr val="26890D"/>
            </a:solidFill>
            <a:ln w="6390" cap="flat">
              <a:noFill/>
              <a:prstDash val="solid"/>
              <a:miter/>
            </a:ln>
          </p:spPr>
          <p:txBody>
            <a:bodyPr rtlCol="0" anchor="ctr"/>
            <a:lstStyle/>
            <a:p>
              <a:endParaRPr lang="en-US"/>
            </a:p>
          </p:txBody>
        </p:sp>
        <p:sp>
          <p:nvSpPr>
            <p:cNvPr id="1306" name="Graphic 1039">
              <a:extLst>
                <a:ext uri="{FF2B5EF4-FFF2-40B4-BE49-F238E27FC236}">
                  <a16:creationId xmlns:a16="http://schemas.microsoft.com/office/drawing/2014/main" id="{6A61852E-B938-FE4C-93B4-85BF8C40ECBE}"/>
                </a:ext>
              </a:extLst>
            </p:cNvPr>
            <p:cNvSpPr/>
            <p:nvPr/>
          </p:nvSpPr>
          <p:spPr>
            <a:xfrm>
              <a:off x="1598762" y="1101399"/>
              <a:ext cx="55592" cy="60647"/>
            </a:xfrm>
            <a:custGeom>
              <a:avLst/>
              <a:gdLst>
                <a:gd name="connsiteX0" fmla="*/ 28116 w 55592"/>
                <a:gd name="connsiteY0" fmla="*/ 0 h 60647"/>
                <a:gd name="connsiteX1" fmla="*/ 0 w 55592"/>
                <a:gd name="connsiteY1" fmla="*/ 30643 h 60647"/>
                <a:gd name="connsiteX2" fmla="*/ 27477 w 55592"/>
                <a:gd name="connsiteY2" fmla="*/ 60648 h 60647"/>
                <a:gd name="connsiteX3" fmla="*/ 55592 w 55592"/>
                <a:gd name="connsiteY3" fmla="*/ 30005 h 60647"/>
                <a:gd name="connsiteX4" fmla="*/ 28116 w 55592"/>
                <a:gd name="connsiteY4" fmla="*/ 0 h 60647"/>
                <a:gd name="connsiteX5" fmla="*/ 27477 w 55592"/>
                <a:gd name="connsiteY5" fmla="*/ 47880 h 60647"/>
                <a:gd name="connsiteX6" fmla="*/ 12780 w 55592"/>
                <a:gd name="connsiteY6" fmla="*/ 30643 h 60647"/>
                <a:gd name="connsiteX7" fmla="*/ 28116 w 55592"/>
                <a:gd name="connsiteY7" fmla="*/ 12768 h 60647"/>
                <a:gd name="connsiteX8" fmla="*/ 42813 w 55592"/>
                <a:gd name="connsiteY8" fmla="*/ 30005 h 60647"/>
                <a:gd name="connsiteX9" fmla="*/ 27477 w 55592"/>
                <a:gd name="connsiteY9" fmla="*/ 47880 h 60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92" h="60647">
                  <a:moveTo>
                    <a:pt x="28116" y="0"/>
                  </a:moveTo>
                  <a:cubicBezTo>
                    <a:pt x="12141" y="0"/>
                    <a:pt x="0" y="12768"/>
                    <a:pt x="0" y="30643"/>
                  </a:cubicBezTo>
                  <a:cubicBezTo>
                    <a:pt x="0" y="47880"/>
                    <a:pt x="11502" y="60648"/>
                    <a:pt x="27477" y="60648"/>
                  </a:cubicBezTo>
                  <a:cubicBezTo>
                    <a:pt x="44091" y="60648"/>
                    <a:pt x="55592" y="47880"/>
                    <a:pt x="55592" y="30005"/>
                  </a:cubicBezTo>
                  <a:cubicBezTo>
                    <a:pt x="55592" y="12130"/>
                    <a:pt x="44091" y="0"/>
                    <a:pt x="28116" y="0"/>
                  </a:cubicBezTo>
                  <a:close/>
                  <a:moveTo>
                    <a:pt x="27477" y="47880"/>
                  </a:moveTo>
                  <a:cubicBezTo>
                    <a:pt x="18531" y="47880"/>
                    <a:pt x="12780" y="40858"/>
                    <a:pt x="12780" y="30643"/>
                  </a:cubicBezTo>
                  <a:cubicBezTo>
                    <a:pt x="12780" y="19790"/>
                    <a:pt x="19170" y="12768"/>
                    <a:pt x="28116" y="12768"/>
                  </a:cubicBezTo>
                  <a:cubicBezTo>
                    <a:pt x="38979" y="12768"/>
                    <a:pt x="42813" y="21706"/>
                    <a:pt x="42813" y="30005"/>
                  </a:cubicBezTo>
                  <a:cubicBezTo>
                    <a:pt x="42813" y="40858"/>
                    <a:pt x="37062" y="47880"/>
                    <a:pt x="27477" y="47880"/>
                  </a:cubicBezTo>
                  <a:close/>
                </a:path>
              </a:pathLst>
            </a:custGeom>
            <a:solidFill>
              <a:srgbClr val="26890D"/>
            </a:solidFill>
            <a:ln w="6390" cap="flat">
              <a:noFill/>
              <a:prstDash val="solid"/>
              <a:miter/>
            </a:ln>
          </p:spPr>
          <p:txBody>
            <a:bodyPr rtlCol="0" anchor="ctr"/>
            <a:lstStyle/>
            <a:p>
              <a:endParaRPr lang="en-US"/>
            </a:p>
          </p:txBody>
        </p:sp>
        <p:sp>
          <p:nvSpPr>
            <p:cNvPr id="1307" name="Graphic 1039">
              <a:extLst>
                <a:ext uri="{FF2B5EF4-FFF2-40B4-BE49-F238E27FC236}">
                  <a16:creationId xmlns:a16="http://schemas.microsoft.com/office/drawing/2014/main" id="{2B76B517-E887-1C4D-AD52-73B48ED23356}"/>
                </a:ext>
              </a:extLst>
            </p:cNvPr>
            <p:cNvSpPr/>
            <p:nvPr/>
          </p:nvSpPr>
          <p:spPr>
            <a:xfrm>
              <a:off x="1658827" y="1102037"/>
              <a:ext cx="40895" cy="60009"/>
            </a:xfrm>
            <a:custGeom>
              <a:avLst/>
              <a:gdLst>
                <a:gd name="connsiteX0" fmla="*/ 17892 w 40895"/>
                <a:gd name="connsiteY0" fmla="*/ 0 h 60009"/>
                <a:gd name="connsiteX1" fmla="*/ 5112 w 40895"/>
                <a:gd name="connsiteY1" fmla="*/ 1277 h 60009"/>
                <a:gd name="connsiteX2" fmla="*/ 0 w 40895"/>
                <a:gd name="connsiteY2" fmla="*/ 7661 h 60009"/>
                <a:gd name="connsiteX3" fmla="*/ 0 w 40895"/>
                <a:gd name="connsiteY3" fmla="*/ 53625 h 60009"/>
                <a:gd name="connsiteX4" fmla="*/ 6390 w 40895"/>
                <a:gd name="connsiteY4" fmla="*/ 60009 h 60009"/>
                <a:gd name="connsiteX5" fmla="*/ 12780 w 40895"/>
                <a:gd name="connsiteY5" fmla="*/ 53625 h 60009"/>
                <a:gd name="connsiteX6" fmla="*/ 12780 w 40895"/>
                <a:gd name="connsiteY6" fmla="*/ 41496 h 60009"/>
                <a:gd name="connsiteX7" fmla="*/ 17253 w 40895"/>
                <a:gd name="connsiteY7" fmla="*/ 41496 h 60009"/>
                <a:gd name="connsiteX8" fmla="*/ 35784 w 40895"/>
                <a:gd name="connsiteY8" fmla="*/ 34473 h 60009"/>
                <a:gd name="connsiteX9" fmla="*/ 40896 w 40895"/>
                <a:gd name="connsiteY9" fmla="*/ 19790 h 60009"/>
                <a:gd name="connsiteX10" fmla="*/ 34506 w 40895"/>
                <a:gd name="connsiteY10" fmla="*/ 5107 h 60009"/>
                <a:gd name="connsiteX11" fmla="*/ 17892 w 40895"/>
                <a:gd name="connsiteY11" fmla="*/ 0 h 60009"/>
                <a:gd name="connsiteX12" fmla="*/ 26838 w 40895"/>
                <a:gd name="connsiteY12" fmla="*/ 25536 h 60009"/>
                <a:gd name="connsiteX13" fmla="*/ 16614 w 40895"/>
                <a:gd name="connsiteY13" fmla="*/ 28728 h 60009"/>
                <a:gd name="connsiteX14" fmla="*/ 12780 w 40895"/>
                <a:gd name="connsiteY14" fmla="*/ 28728 h 60009"/>
                <a:gd name="connsiteX15" fmla="*/ 12780 w 40895"/>
                <a:gd name="connsiteY15" fmla="*/ 12768 h 60009"/>
                <a:gd name="connsiteX16" fmla="*/ 17892 w 40895"/>
                <a:gd name="connsiteY16" fmla="*/ 12768 h 60009"/>
                <a:gd name="connsiteX17" fmla="*/ 26838 w 40895"/>
                <a:gd name="connsiteY17" fmla="*/ 15322 h 60009"/>
                <a:gd name="connsiteX18" fmla="*/ 28755 w 40895"/>
                <a:gd name="connsiteY18" fmla="*/ 20429 h 60009"/>
                <a:gd name="connsiteX19" fmla="*/ 26838 w 40895"/>
                <a:gd name="connsiteY19" fmla="*/ 25536 h 60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895" h="60009">
                  <a:moveTo>
                    <a:pt x="17892" y="0"/>
                  </a:moveTo>
                  <a:cubicBezTo>
                    <a:pt x="13419" y="0"/>
                    <a:pt x="9585" y="638"/>
                    <a:pt x="5112" y="1277"/>
                  </a:cubicBezTo>
                  <a:cubicBezTo>
                    <a:pt x="1917" y="1915"/>
                    <a:pt x="0" y="4469"/>
                    <a:pt x="0" y="7661"/>
                  </a:cubicBezTo>
                  <a:lnTo>
                    <a:pt x="0" y="53625"/>
                  </a:lnTo>
                  <a:cubicBezTo>
                    <a:pt x="0" y="57456"/>
                    <a:pt x="2556" y="60009"/>
                    <a:pt x="6390" y="60009"/>
                  </a:cubicBezTo>
                  <a:cubicBezTo>
                    <a:pt x="10224" y="60009"/>
                    <a:pt x="12780" y="57456"/>
                    <a:pt x="12780" y="53625"/>
                  </a:cubicBezTo>
                  <a:lnTo>
                    <a:pt x="12780" y="41496"/>
                  </a:lnTo>
                  <a:cubicBezTo>
                    <a:pt x="14058" y="41496"/>
                    <a:pt x="15975" y="41496"/>
                    <a:pt x="17253" y="41496"/>
                  </a:cubicBezTo>
                  <a:cubicBezTo>
                    <a:pt x="21087" y="41496"/>
                    <a:pt x="29394" y="40857"/>
                    <a:pt x="35784" y="34473"/>
                  </a:cubicBezTo>
                  <a:cubicBezTo>
                    <a:pt x="39617" y="30643"/>
                    <a:pt x="40896" y="25536"/>
                    <a:pt x="40896" y="19790"/>
                  </a:cubicBezTo>
                  <a:cubicBezTo>
                    <a:pt x="40896" y="14045"/>
                    <a:pt x="38979" y="8938"/>
                    <a:pt x="34506" y="5107"/>
                  </a:cubicBezTo>
                  <a:cubicBezTo>
                    <a:pt x="31311" y="1915"/>
                    <a:pt x="25560" y="0"/>
                    <a:pt x="17892" y="0"/>
                  </a:cubicBezTo>
                  <a:close/>
                  <a:moveTo>
                    <a:pt x="26838" y="25536"/>
                  </a:moveTo>
                  <a:cubicBezTo>
                    <a:pt x="24282" y="28089"/>
                    <a:pt x="20448" y="28728"/>
                    <a:pt x="16614" y="28728"/>
                  </a:cubicBezTo>
                  <a:cubicBezTo>
                    <a:pt x="15336" y="28728"/>
                    <a:pt x="14058" y="28728"/>
                    <a:pt x="12780" y="28728"/>
                  </a:cubicBezTo>
                  <a:lnTo>
                    <a:pt x="12780" y="12768"/>
                  </a:lnTo>
                  <a:cubicBezTo>
                    <a:pt x="14697" y="12768"/>
                    <a:pt x="15975" y="12768"/>
                    <a:pt x="17892" y="12768"/>
                  </a:cubicBezTo>
                  <a:cubicBezTo>
                    <a:pt x="21726" y="12768"/>
                    <a:pt x="24921" y="13406"/>
                    <a:pt x="26838" y="15322"/>
                  </a:cubicBezTo>
                  <a:cubicBezTo>
                    <a:pt x="28116" y="16598"/>
                    <a:pt x="28755" y="18514"/>
                    <a:pt x="28755" y="20429"/>
                  </a:cubicBezTo>
                  <a:cubicBezTo>
                    <a:pt x="28755" y="22344"/>
                    <a:pt x="28116" y="24259"/>
                    <a:pt x="26838" y="25536"/>
                  </a:cubicBezTo>
                  <a:close/>
                </a:path>
              </a:pathLst>
            </a:custGeom>
            <a:solidFill>
              <a:srgbClr val="26890D"/>
            </a:solidFill>
            <a:ln w="6390" cap="flat">
              <a:noFill/>
              <a:prstDash val="solid"/>
              <a:miter/>
            </a:ln>
          </p:spPr>
          <p:txBody>
            <a:bodyPr rtlCol="0" anchor="ctr"/>
            <a:lstStyle/>
            <a:p>
              <a:endParaRPr lang="en-US"/>
            </a:p>
          </p:txBody>
        </p:sp>
        <p:sp>
          <p:nvSpPr>
            <p:cNvPr id="1308" name="Graphic 1039">
              <a:extLst>
                <a:ext uri="{FF2B5EF4-FFF2-40B4-BE49-F238E27FC236}">
                  <a16:creationId xmlns:a16="http://schemas.microsoft.com/office/drawing/2014/main" id="{F64FDBCF-CF70-7640-A66C-EBF650A9EC38}"/>
                </a:ext>
              </a:extLst>
            </p:cNvPr>
            <p:cNvSpPr/>
            <p:nvPr/>
          </p:nvSpPr>
          <p:spPr>
            <a:xfrm>
              <a:off x="1704835" y="1102037"/>
              <a:ext cx="38978" cy="59371"/>
            </a:xfrm>
            <a:custGeom>
              <a:avLst/>
              <a:gdLst>
                <a:gd name="connsiteX0" fmla="*/ 32589 w 38978"/>
                <a:gd name="connsiteY0" fmla="*/ 46603 h 59371"/>
                <a:gd name="connsiteX1" fmla="*/ 12780 w 38978"/>
                <a:gd name="connsiteY1" fmla="*/ 46603 h 59371"/>
                <a:gd name="connsiteX2" fmla="*/ 12780 w 38978"/>
                <a:gd name="connsiteY2" fmla="*/ 35750 h 59371"/>
                <a:gd name="connsiteX3" fmla="*/ 31311 w 38978"/>
                <a:gd name="connsiteY3" fmla="*/ 35750 h 59371"/>
                <a:gd name="connsiteX4" fmla="*/ 37701 w 38978"/>
                <a:gd name="connsiteY4" fmla="*/ 29366 h 59371"/>
                <a:gd name="connsiteX5" fmla="*/ 31311 w 38978"/>
                <a:gd name="connsiteY5" fmla="*/ 22982 h 59371"/>
                <a:gd name="connsiteX6" fmla="*/ 12780 w 38978"/>
                <a:gd name="connsiteY6" fmla="*/ 22982 h 59371"/>
                <a:gd name="connsiteX7" fmla="*/ 12780 w 38978"/>
                <a:gd name="connsiteY7" fmla="*/ 12768 h 59371"/>
                <a:gd name="connsiteX8" fmla="*/ 31311 w 38978"/>
                <a:gd name="connsiteY8" fmla="*/ 12768 h 59371"/>
                <a:gd name="connsiteX9" fmla="*/ 37701 w 38978"/>
                <a:gd name="connsiteY9" fmla="*/ 6384 h 59371"/>
                <a:gd name="connsiteX10" fmla="*/ 31311 w 38978"/>
                <a:gd name="connsiteY10" fmla="*/ 0 h 59371"/>
                <a:gd name="connsiteX11" fmla="*/ 6390 w 38978"/>
                <a:gd name="connsiteY11" fmla="*/ 0 h 59371"/>
                <a:gd name="connsiteX12" fmla="*/ 1917 w 38978"/>
                <a:gd name="connsiteY12" fmla="*/ 1915 h 59371"/>
                <a:gd name="connsiteX13" fmla="*/ 0 w 38978"/>
                <a:gd name="connsiteY13" fmla="*/ 6384 h 59371"/>
                <a:gd name="connsiteX14" fmla="*/ 0 w 38978"/>
                <a:gd name="connsiteY14" fmla="*/ 52987 h 59371"/>
                <a:gd name="connsiteX15" fmla="*/ 6390 w 38978"/>
                <a:gd name="connsiteY15" fmla="*/ 59371 h 59371"/>
                <a:gd name="connsiteX16" fmla="*/ 32589 w 38978"/>
                <a:gd name="connsiteY16" fmla="*/ 59371 h 59371"/>
                <a:gd name="connsiteX17" fmla="*/ 38979 w 38978"/>
                <a:gd name="connsiteY17" fmla="*/ 52987 h 59371"/>
                <a:gd name="connsiteX18" fmla="*/ 32589 w 38978"/>
                <a:gd name="connsiteY18" fmla="*/ 46603 h 59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978" h="59371">
                  <a:moveTo>
                    <a:pt x="32589" y="46603"/>
                  </a:moveTo>
                  <a:lnTo>
                    <a:pt x="12780" y="46603"/>
                  </a:lnTo>
                  <a:lnTo>
                    <a:pt x="12780" y="35750"/>
                  </a:lnTo>
                  <a:lnTo>
                    <a:pt x="31311" y="35750"/>
                  </a:lnTo>
                  <a:cubicBezTo>
                    <a:pt x="35145" y="35750"/>
                    <a:pt x="37701" y="33197"/>
                    <a:pt x="37701" y="29366"/>
                  </a:cubicBezTo>
                  <a:cubicBezTo>
                    <a:pt x="37701" y="25536"/>
                    <a:pt x="35145" y="22982"/>
                    <a:pt x="31311" y="22982"/>
                  </a:cubicBezTo>
                  <a:lnTo>
                    <a:pt x="12780" y="22982"/>
                  </a:lnTo>
                  <a:lnTo>
                    <a:pt x="12780" y="12768"/>
                  </a:lnTo>
                  <a:cubicBezTo>
                    <a:pt x="19809" y="12768"/>
                    <a:pt x="29394" y="12768"/>
                    <a:pt x="31311" y="12768"/>
                  </a:cubicBezTo>
                  <a:cubicBezTo>
                    <a:pt x="34506" y="12768"/>
                    <a:pt x="37701" y="10214"/>
                    <a:pt x="37701" y="6384"/>
                  </a:cubicBezTo>
                  <a:cubicBezTo>
                    <a:pt x="37701" y="2554"/>
                    <a:pt x="35145" y="0"/>
                    <a:pt x="31311" y="0"/>
                  </a:cubicBezTo>
                  <a:cubicBezTo>
                    <a:pt x="28755" y="0"/>
                    <a:pt x="6390" y="0"/>
                    <a:pt x="6390" y="0"/>
                  </a:cubicBezTo>
                  <a:cubicBezTo>
                    <a:pt x="4473" y="0"/>
                    <a:pt x="3195" y="638"/>
                    <a:pt x="1917" y="1915"/>
                  </a:cubicBezTo>
                  <a:cubicBezTo>
                    <a:pt x="639" y="3192"/>
                    <a:pt x="0" y="4469"/>
                    <a:pt x="0" y="6384"/>
                  </a:cubicBezTo>
                  <a:lnTo>
                    <a:pt x="0" y="52987"/>
                  </a:lnTo>
                  <a:cubicBezTo>
                    <a:pt x="0" y="56817"/>
                    <a:pt x="2556" y="59371"/>
                    <a:pt x="6390" y="59371"/>
                  </a:cubicBezTo>
                  <a:lnTo>
                    <a:pt x="32589" y="59371"/>
                  </a:lnTo>
                  <a:cubicBezTo>
                    <a:pt x="36423" y="59371"/>
                    <a:pt x="38979" y="56817"/>
                    <a:pt x="38979" y="52987"/>
                  </a:cubicBezTo>
                  <a:cubicBezTo>
                    <a:pt x="38979" y="49157"/>
                    <a:pt x="35784" y="46603"/>
                    <a:pt x="32589" y="46603"/>
                  </a:cubicBezTo>
                  <a:close/>
                </a:path>
              </a:pathLst>
            </a:custGeom>
            <a:solidFill>
              <a:srgbClr val="26890D"/>
            </a:solidFill>
            <a:ln w="6390" cap="flat">
              <a:noFill/>
              <a:prstDash val="solid"/>
              <a:miter/>
            </a:ln>
          </p:spPr>
          <p:txBody>
            <a:bodyPr rtlCol="0" anchor="ctr"/>
            <a:lstStyle/>
            <a:p>
              <a:endParaRPr lang="en-US"/>
            </a:p>
          </p:txBody>
        </p:sp>
        <p:sp>
          <p:nvSpPr>
            <p:cNvPr id="1309" name="Graphic 1039">
              <a:extLst>
                <a:ext uri="{FF2B5EF4-FFF2-40B4-BE49-F238E27FC236}">
                  <a16:creationId xmlns:a16="http://schemas.microsoft.com/office/drawing/2014/main" id="{FABFA22A-7245-FA43-ADE1-D1AEC1EFB5C6}"/>
                </a:ext>
              </a:extLst>
            </p:cNvPr>
            <p:cNvSpPr/>
            <p:nvPr/>
          </p:nvSpPr>
          <p:spPr>
            <a:xfrm>
              <a:off x="1747647" y="1101875"/>
              <a:ext cx="42173" cy="60172"/>
            </a:xfrm>
            <a:custGeom>
              <a:avLst/>
              <a:gdLst>
                <a:gd name="connsiteX0" fmla="*/ 4473 w 42173"/>
                <a:gd name="connsiteY0" fmla="*/ 163 h 60172"/>
                <a:gd name="connsiteX1" fmla="*/ 0 w 42173"/>
                <a:gd name="connsiteY1" fmla="*/ 6547 h 60172"/>
                <a:gd name="connsiteX2" fmla="*/ 0 w 42173"/>
                <a:gd name="connsiteY2" fmla="*/ 53788 h 60172"/>
                <a:gd name="connsiteX3" fmla="*/ 6390 w 42173"/>
                <a:gd name="connsiteY3" fmla="*/ 60172 h 60172"/>
                <a:gd name="connsiteX4" fmla="*/ 12780 w 42173"/>
                <a:gd name="connsiteY4" fmla="*/ 53788 h 60172"/>
                <a:gd name="connsiteX5" fmla="*/ 12780 w 42173"/>
                <a:gd name="connsiteY5" fmla="*/ 28891 h 60172"/>
                <a:gd name="connsiteX6" fmla="*/ 30672 w 42173"/>
                <a:gd name="connsiteY6" fmla="*/ 56980 h 60172"/>
                <a:gd name="connsiteX7" fmla="*/ 35784 w 42173"/>
                <a:gd name="connsiteY7" fmla="*/ 60172 h 60172"/>
                <a:gd name="connsiteX8" fmla="*/ 37701 w 42173"/>
                <a:gd name="connsiteY8" fmla="*/ 60172 h 60172"/>
                <a:gd name="connsiteX9" fmla="*/ 42174 w 42173"/>
                <a:gd name="connsiteY9" fmla="*/ 53788 h 60172"/>
                <a:gd name="connsiteX10" fmla="*/ 42174 w 42173"/>
                <a:gd name="connsiteY10" fmla="*/ 6547 h 60172"/>
                <a:gd name="connsiteX11" fmla="*/ 35784 w 42173"/>
                <a:gd name="connsiteY11" fmla="*/ 163 h 60172"/>
                <a:gd name="connsiteX12" fmla="*/ 29394 w 42173"/>
                <a:gd name="connsiteY12" fmla="*/ 6547 h 60172"/>
                <a:gd name="connsiteX13" fmla="*/ 29394 w 42173"/>
                <a:gd name="connsiteY13" fmla="*/ 31444 h 60172"/>
                <a:gd name="connsiteX14" fmla="*/ 11502 w 42173"/>
                <a:gd name="connsiteY14" fmla="*/ 3355 h 60172"/>
                <a:gd name="connsiteX15" fmla="*/ 4473 w 42173"/>
                <a:gd name="connsiteY15" fmla="*/ 163 h 60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173" h="60172">
                  <a:moveTo>
                    <a:pt x="4473" y="163"/>
                  </a:moveTo>
                  <a:cubicBezTo>
                    <a:pt x="1917" y="801"/>
                    <a:pt x="0" y="3355"/>
                    <a:pt x="0" y="6547"/>
                  </a:cubicBezTo>
                  <a:lnTo>
                    <a:pt x="0" y="53788"/>
                  </a:lnTo>
                  <a:cubicBezTo>
                    <a:pt x="0" y="57619"/>
                    <a:pt x="2556" y="60172"/>
                    <a:pt x="6390" y="60172"/>
                  </a:cubicBezTo>
                  <a:cubicBezTo>
                    <a:pt x="10224" y="60172"/>
                    <a:pt x="12780" y="57619"/>
                    <a:pt x="12780" y="53788"/>
                  </a:cubicBezTo>
                  <a:lnTo>
                    <a:pt x="12780" y="28891"/>
                  </a:lnTo>
                  <a:lnTo>
                    <a:pt x="30672" y="56980"/>
                  </a:lnTo>
                  <a:cubicBezTo>
                    <a:pt x="31950" y="58895"/>
                    <a:pt x="33867" y="60172"/>
                    <a:pt x="35784" y="60172"/>
                  </a:cubicBezTo>
                  <a:cubicBezTo>
                    <a:pt x="36423" y="60172"/>
                    <a:pt x="37062" y="60172"/>
                    <a:pt x="37701" y="60172"/>
                  </a:cubicBezTo>
                  <a:cubicBezTo>
                    <a:pt x="40257" y="59534"/>
                    <a:pt x="42174" y="56980"/>
                    <a:pt x="42174" y="53788"/>
                  </a:cubicBezTo>
                  <a:lnTo>
                    <a:pt x="42174" y="6547"/>
                  </a:lnTo>
                  <a:cubicBezTo>
                    <a:pt x="42174" y="2716"/>
                    <a:pt x="39618" y="163"/>
                    <a:pt x="35784" y="163"/>
                  </a:cubicBezTo>
                  <a:cubicBezTo>
                    <a:pt x="31950" y="163"/>
                    <a:pt x="29394" y="2716"/>
                    <a:pt x="29394" y="6547"/>
                  </a:cubicBezTo>
                  <a:lnTo>
                    <a:pt x="29394" y="31444"/>
                  </a:lnTo>
                  <a:lnTo>
                    <a:pt x="11502" y="3355"/>
                  </a:lnTo>
                  <a:cubicBezTo>
                    <a:pt x="10224" y="801"/>
                    <a:pt x="7668" y="-476"/>
                    <a:pt x="4473" y="163"/>
                  </a:cubicBezTo>
                  <a:close/>
                </a:path>
              </a:pathLst>
            </a:custGeom>
            <a:solidFill>
              <a:srgbClr val="26890D"/>
            </a:solidFill>
            <a:ln w="6390" cap="flat">
              <a:noFill/>
              <a:prstDash val="solid"/>
              <a:miter/>
            </a:ln>
          </p:spPr>
          <p:txBody>
            <a:bodyPr rtlCol="0" anchor="ctr"/>
            <a:lstStyle/>
            <a:p>
              <a:endParaRPr lang="en-US"/>
            </a:p>
          </p:txBody>
        </p:sp>
      </p:grpSp>
      <p:grpSp>
        <p:nvGrpSpPr>
          <p:cNvPr id="1310" name="Graphic 1039">
            <a:extLst>
              <a:ext uri="{FF2B5EF4-FFF2-40B4-BE49-F238E27FC236}">
                <a16:creationId xmlns:a16="http://schemas.microsoft.com/office/drawing/2014/main" id="{D9DA9A86-9D85-DD46-BDA8-5DD4D48581E4}"/>
              </a:ext>
            </a:extLst>
          </p:cNvPr>
          <p:cNvGrpSpPr/>
          <p:nvPr/>
        </p:nvGrpSpPr>
        <p:grpSpPr>
          <a:xfrm>
            <a:off x="1515054" y="2855717"/>
            <a:ext cx="361670" cy="361333"/>
            <a:chOff x="1515054" y="2855717"/>
            <a:chExt cx="361670" cy="361333"/>
          </a:xfrm>
          <a:solidFill>
            <a:srgbClr val="26890D"/>
          </a:solidFill>
        </p:grpSpPr>
        <p:sp>
          <p:nvSpPr>
            <p:cNvPr id="1311" name="Graphic 1039">
              <a:extLst>
                <a:ext uri="{FF2B5EF4-FFF2-40B4-BE49-F238E27FC236}">
                  <a16:creationId xmlns:a16="http://schemas.microsoft.com/office/drawing/2014/main" id="{146A2227-45A5-8243-9637-04D8D9E827B4}"/>
                </a:ext>
              </a:extLst>
            </p:cNvPr>
            <p:cNvSpPr/>
            <p:nvPr/>
          </p:nvSpPr>
          <p:spPr>
            <a:xfrm>
              <a:off x="1515054"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8565 h 361333"/>
                <a:gd name="connsiteX6" fmla="*/ 12780 w 361670"/>
                <a:gd name="connsiteY6" fmla="*/ 180667 h 361333"/>
                <a:gd name="connsiteX7" fmla="*/ 180835 w 361670"/>
                <a:gd name="connsiteY7" fmla="*/ 12768 h 361333"/>
                <a:gd name="connsiteX8" fmla="*/ 348891 w 361670"/>
                <a:gd name="connsiteY8" fmla="*/ 180667 h 361333"/>
                <a:gd name="connsiteX9" fmla="*/ 180835 w 361670"/>
                <a:gd name="connsiteY9" fmla="*/ 3485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0518" y="0"/>
                    <a:pt x="180835" y="0"/>
                  </a:cubicBezTo>
                  <a:close/>
                  <a:moveTo>
                    <a:pt x="180835" y="348565"/>
                  </a:moveTo>
                  <a:cubicBezTo>
                    <a:pt x="88181" y="348565"/>
                    <a:pt x="12780" y="273234"/>
                    <a:pt x="12780" y="180667"/>
                  </a:cubicBezTo>
                  <a:cubicBezTo>
                    <a:pt x="12780" y="88099"/>
                    <a:pt x="88181" y="12768"/>
                    <a:pt x="180835" y="12768"/>
                  </a:cubicBezTo>
                  <a:cubicBezTo>
                    <a:pt x="273489" y="12768"/>
                    <a:pt x="348891" y="88099"/>
                    <a:pt x="348891" y="180667"/>
                  </a:cubicBezTo>
                  <a:cubicBezTo>
                    <a:pt x="348891" y="273234"/>
                    <a:pt x="273489" y="348565"/>
                    <a:pt x="180835" y="348565"/>
                  </a:cubicBezTo>
                  <a:close/>
                </a:path>
              </a:pathLst>
            </a:custGeom>
            <a:solidFill>
              <a:srgbClr val="26890D"/>
            </a:solidFill>
            <a:ln w="6390" cap="flat">
              <a:noFill/>
              <a:prstDash val="solid"/>
              <a:miter/>
            </a:ln>
          </p:spPr>
          <p:txBody>
            <a:bodyPr rtlCol="0" anchor="ctr"/>
            <a:lstStyle/>
            <a:p>
              <a:endParaRPr lang="en-US"/>
            </a:p>
          </p:txBody>
        </p:sp>
        <p:sp>
          <p:nvSpPr>
            <p:cNvPr id="1312" name="Graphic 1039">
              <a:extLst>
                <a:ext uri="{FF2B5EF4-FFF2-40B4-BE49-F238E27FC236}">
                  <a16:creationId xmlns:a16="http://schemas.microsoft.com/office/drawing/2014/main" id="{0C51CC41-9B35-754D-82AE-A8D1F29810E7}"/>
                </a:ext>
              </a:extLst>
            </p:cNvPr>
            <p:cNvSpPr/>
            <p:nvPr/>
          </p:nvSpPr>
          <p:spPr>
            <a:xfrm>
              <a:off x="1578953" y="2952754"/>
              <a:ext cx="236427" cy="169175"/>
            </a:xfrm>
            <a:custGeom>
              <a:avLst/>
              <a:gdLst>
                <a:gd name="connsiteX0" fmla="*/ 228121 w 236427"/>
                <a:gd name="connsiteY0" fmla="*/ 128957 h 169175"/>
                <a:gd name="connsiteX1" fmla="*/ 221731 w 236427"/>
                <a:gd name="connsiteY1" fmla="*/ 128957 h 169175"/>
                <a:gd name="connsiteX2" fmla="*/ 221731 w 236427"/>
                <a:gd name="connsiteY2" fmla="*/ 64478 h 169175"/>
                <a:gd name="connsiteX3" fmla="*/ 221092 w 236427"/>
                <a:gd name="connsiteY3" fmla="*/ 61925 h 169175"/>
                <a:gd name="connsiteX4" fmla="*/ 224926 w 236427"/>
                <a:gd name="connsiteY4" fmla="*/ 47880 h 169175"/>
                <a:gd name="connsiteX5" fmla="*/ 224926 w 236427"/>
                <a:gd name="connsiteY5" fmla="*/ 47241 h 169175"/>
                <a:gd name="connsiteX6" fmla="*/ 221731 w 236427"/>
                <a:gd name="connsiteY6" fmla="*/ 19790 h 169175"/>
                <a:gd name="connsiteX7" fmla="*/ 221731 w 236427"/>
                <a:gd name="connsiteY7" fmla="*/ 19790 h 169175"/>
                <a:gd name="connsiteX8" fmla="*/ 200644 w 236427"/>
                <a:gd name="connsiteY8" fmla="*/ 0 h 169175"/>
                <a:gd name="connsiteX9" fmla="*/ 33867 w 236427"/>
                <a:gd name="connsiteY9" fmla="*/ 0 h 169175"/>
                <a:gd name="connsiteX10" fmla="*/ 12780 w 236427"/>
                <a:gd name="connsiteY10" fmla="*/ 19152 h 169175"/>
                <a:gd name="connsiteX11" fmla="*/ 12780 w 236427"/>
                <a:gd name="connsiteY11" fmla="*/ 19152 h 169175"/>
                <a:gd name="connsiteX12" fmla="*/ 9585 w 236427"/>
                <a:gd name="connsiteY12" fmla="*/ 47880 h 169175"/>
                <a:gd name="connsiteX13" fmla="*/ 9585 w 236427"/>
                <a:gd name="connsiteY13" fmla="*/ 48518 h 169175"/>
                <a:gd name="connsiteX14" fmla="*/ 13419 w 236427"/>
                <a:gd name="connsiteY14" fmla="*/ 62563 h 169175"/>
                <a:gd name="connsiteX15" fmla="*/ 12780 w 236427"/>
                <a:gd name="connsiteY15" fmla="*/ 65117 h 169175"/>
                <a:gd name="connsiteX16" fmla="*/ 12780 w 236427"/>
                <a:gd name="connsiteY16" fmla="*/ 129595 h 169175"/>
                <a:gd name="connsiteX17" fmla="*/ 6390 w 236427"/>
                <a:gd name="connsiteY17" fmla="*/ 129595 h 169175"/>
                <a:gd name="connsiteX18" fmla="*/ 0 w 236427"/>
                <a:gd name="connsiteY18" fmla="*/ 135979 h 169175"/>
                <a:gd name="connsiteX19" fmla="*/ 0 w 236427"/>
                <a:gd name="connsiteY19" fmla="*/ 149385 h 169175"/>
                <a:gd name="connsiteX20" fmla="*/ 26838 w 236427"/>
                <a:gd name="connsiteY20" fmla="*/ 169176 h 169175"/>
                <a:gd name="connsiteX21" fmla="*/ 209590 w 236427"/>
                <a:gd name="connsiteY21" fmla="*/ 169176 h 169175"/>
                <a:gd name="connsiteX22" fmla="*/ 236428 w 236427"/>
                <a:gd name="connsiteY22" fmla="*/ 149385 h 169175"/>
                <a:gd name="connsiteX23" fmla="*/ 236428 w 236427"/>
                <a:gd name="connsiteY23" fmla="*/ 135979 h 169175"/>
                <a:gd name="connsiteX24" fmla="*/ 228121 w 236427"/>
                <a:gd name="connsiteY24" fmla="*/ 128957 h 169175"/>
                <a:gd name="connsiteX25" fmla="*/ 200005 w 236427"/>
                <a:gd name="connsiteY25" fmla="*/ 11491 h 169175"/>
                <a:gd name="connsiteX26" fmla="*/ 208312 w 236427"/>
                <a:gd name="connsiteY26" fmla="*/ 20429 h 169175"/>
                <a:gd name="connsiteX27" fmla="*/ 208312 w 236427"/>
                <a:gd name="connsiteY27" fmla="*/ 20429 h 169175"/>
                <a:gd name="connsiteX28" fmla="*/ 208312 w 236427"/>
                <a:gd name="connsiteY28" fmla="*/ 21067 h 169175"/>
                <a:gd name="connsiteX29" fmla="*/ 211507 w 236427"/>
                <a:gd name="connsiteY29" fmla="*/ 47880 h 169175"/>
                <a:gd name="connsiteX30" fmla="*/ 193615 w 236427"/>
                <a:gd name="connsiteY30" fmla="*/ 65117 h 169175"/>
                <a:gd name="connsiteX31" fmla="*/ 173806 w 236427"/>
                <a:gd name="connsiteY31" fmla="*/ 51710 h 169175"/>
                <a:gd name="connsiteX32" fmla="*/ 170611 w 236427"/>
                <a:gd name="connsiteY32" fmla="*/ 11491 h 169175"/>
                <a:gd name="connsiteX33" fmla="*/ 200005 w 236427"/>
                <a:gd name="connsiteY33" fmla="*/ 11491 h 169175"/>
                <a:gd name="connsiteX34" fmla="*/ 123326 w 236427"/>
                <a:gd name="connsiteY34" fmla="*/ 11491 h 169175"/>
                <a:gd name="connsiteX35" fmla="*/ 159109 w 236427"/>
                <a:gd name="connsiteY35" fmla="*/ 11491 h 169175"/>
                <a:gd name="connsiteX36" fmla="*/ 162304 w 236427"/>
                <a:gd name="connsiteY36" fmla="*/ 51710 h 169175"/>
                <a:gd name="connsiteX37" fmla="*/ 143135 w 236427"/>
                <a:gd name="connsiteY37" fmla="*/ 65117 h 169175"/>
                <a:gd name="connsiteX38" fmla="*/ 123965 w 236427"/>
                <a:gd name="connsiteY38" fmla="*/ 52349 h 169175"/>
                <a:gd name="connsiteX39" fmla="*/ 123965 w 236427"/>
                <a:gd name="connsiteY39" fmla="*/ 11491 h 169175"/>
                <a:gd name="connsiteX40" fmla="*/ 74123 w 236427"/>
                <a:gd name="connsiteY40" fmla="*/ 11491 h 169175"/>
                <a:gd name="connsiteX41" fmla="*/ 110546 w 236427"/>
                <a:gd name="connsiteY41" fmla="*/ 11491 h 169175"/>
                <a:gd name="connsiteX42" fmla="*/ 110546 w 236427"/>
                <a:gd name="connsiteY42" fmla="*/ 52349 h 169175"/>
                <a:gd name="connsiteX43" fmla="*/ 91376 w 236427"/>
                <a:gd name="connsiteY43" fmla="*/ 65117 h 169175"/>
                <a:gd name="connsiteX44" fmla="*/ 71567 w 236427"/>
                <a:gd name="connsiteY44" fmla="*/ 51710 h 169175"/>
                <a:gd name="connsiteX45" fmla="*/ 74123 w 236427"/>
                <a:gd name="connsiteY45" fmla="*/ 11491 h 169175"/>
                <a:gd name="connsiteX46" fmla="*/ 65177 w 236427"/>
                <a:gd name="connsiteY46" fmla="*/ 65755 h 169175"/>
                <a:gd name="connsiteX47" fmla="*/ 91376 w 236427"/>
                <a:gd name="connsiteY47" fmla="*/ 77885 h 169175"/>
                <a:gd name="connsiteX48" fmla="*/ 116936 w 236427"/>
                <a:gd name="connsiteY48" fmla="*/ 66393 h 169175"/>
                <a:gd name="connsiteX49" fmla="*/ 142496 w 236427"/>
                <a:gd name="connsiteY49" fmla="*/ 77885 h 169175"/>
                <a:gd name="connsiteX50" fmla="*/ 168694 w 236427"/>
                <a:gd name="connsiteY50" fmla="*/ 65755 h 169175"/>
                <a:gd name="connsiteX51" fmla="*/ 194893 w 236427"/>
                <a:gd name="connsiteY51" fmla="*/ 77885 h 169175"/>
                <a:gd name="connsiteX52" fmla="*/ 209590 w 236427"/>
                <a:gd name="connsiteY52" fmla="*/ 74054 h 169175"/>
                <a:gd name="connsiteX53" fmla="*/ 209590 w 236427"/>
                <a:gd name="connsiteY53" fmla="*/ 128957 h 169175"/>
                <a:gd name="connsiteX54" fmla="*/ 24921 w 236427"/>
                <a:gd name="connsiteY54" fmla="*/ 128957 h 169175"/>
                <a:gd name="connsiteX55" fmla="*/ 24921 w 236427"/>
                <a:gd name="connsiteY55" fmla="*/ 74054 h 169175"/>
                <a:gd name="connsiteX56" fmla="*/ 39618 w 236427"/>
                <a:gd name="connsiteY56" fmla="*/ 77885 h 169175"/>
                <a:gd name="connsiteX57" fmla="*/ 65177 w 236427"/>
                <a:gd name="connsiteY57" fmla="*/ 65755 h 169175"/>
                <a:gd name="connsiteX58" fmla="*/ 24921 w 236427"/>
                <a:gd name="connsiteY58" fmla="*/ 19152 h 169175"/>
                <a:gd name="connsiteX59" fmla="*/ 33228 w 236427"/>
                <a:gd name="connsiteY59" fmla="*/ 10853 h 169175"/>
                <a:gd name="connsiteX60" fmla="*/ 61343 w 236427"/>
                <a:gd name="connsiteY60" fmla="*/ 10853 h 169175"/>
                <a:gd name="connsiteX61" fmla="*/ 58787 w 236427"/>
                <a:gd name="connsiteY61" fmla="*/ 51072 h 169175"/>
                <a:gd name="connsiteX62" fmla="*/ 38979 w 236427"/>
                <a:gd name="connsiteY62" fmla="*/ 64478 h 169175"/>
                <a:gd name="connsiteX63" fmla="*/ 21087 w 236427"/>
                <a:gd name="connsiteY63" fmla="*/ 47241 h 169175"/>
                <a:gd name="connsiteX64" fmla="*/ 24921 w 236427"/>
                <a:gd name="connsiteY64" fmla="*/ 19152 h 169175"/>
                <a:gd name="connsiteX65" fmla="*/ 24921 w 236427"/>
                <a:gd name="connsiteY65" fmla="*/ 19152 h 169175"/>
                <a:gd name="connsiteX66" fmla="*/ 221731 w 236427"/>
                <a:gd name="connsiteY66" fmla="*/ 148747 h 169175"/>
                <a:gd name="connsiteX67" fmla="*/ 207673 w 236427"/>
                <a:gd name="connsiteY67" fmla="*/ 155769 h 169175"/>
                <a:gd name="connsiteX68" fmla="*/ 24921 w 236427"/>
                <a:gd name="connsiteY68" fmla="*/ 155769 h 169175"/>
                <a:gd name="connsiteX69" fmla="*/ 10863 w 236427"/>
                <a:gd name="connsiteY69" fmla="*/ 148747 h 169175"/>
                <a:gd name="connsiteX70" fmla="*/ 10863 w 236427"/>
                <a:gd name="connsiteY70" fmla="*/ 141724 h 169175"/>
                <a:gd name="connsiteX71" fmla="*/ 17253 w 236427"/>
                <a:gd name="connsiteY71" fmla="*/ 141724 h 169175"/>
                <a:gd name="connsiteX72" fmla="*/ 214063 w 236427"/>
                <a:gd name="connsiteY72" fmla="*/ 141724 h 169175"/>
                <a:gd name="connsiteX73" fmla="*/ 220453 w 236427"/>
                <a:gd name="connsiteY73" fmla="*/ 141724 h 169175"/>
                <a:gd name="connsiteX74" fmla="*/ 220453 w 236427"/>
                <a:gd name="connsiteY74" fmla="*/ 148747 h 16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36427" h="169175">
                  <a:moveTo>
                    <a:pt x="228121" y="128957"/>
                  </a:moveTo>
                  <a:lnTo>
                    <a:pt x="221731" y="128957"/>
                  </a:lnTo>
                  <a:lnTo>
                    <a:pt x="221731" y="64478"/>
                  </a:lnTo>
                  <a:cubicBezTo>
                    <a:pt x="221731" y="63201"/>
                    <a:pt x="221731" y="62563"/>
                    <a:pt x="221092" y="61925"/>
                  </a:cubicBezTo>
                  <a:cubicBezTo>
                    <a:pt x="223648" y="57456"/>
                    <a:pt x="224926" y="52987"/>
                    <a:pt x="224926" y="47880"/>
                  </a:cubicBezTo>
                  <a:cubicBezTo>
                    <a:pt x="224926" y="47880"/>
                    <a:pt x="224926" y="47241"/>
                    <a:pt x="224926" y="47241"/>
                  </a:cubicBezTo>
                  <a:lnTo>
                    <a:pt x="221731" y="19790"/>
                  </a:lnTo>
                  <a:cubicBezTo>
                    <a:pt x="221731" y="19790"/>
                    <a:pt x="221731" y="19790"/>
                    <a:pt x="221731" y="19790"/>
                  </a:cubicBezTo>
                  <a:cubicBezTo>
                    <a:pt x="221092" y="8299"/>
                    <a:pt x="212146" y="0"/>
                    <a:pt x="200644" y="0"/>
                  </a:cubicBezTo>
                  <a:lnTo>
                    <a:pt x="33867" y="0"/>
                  </a:lnTo>
                  <a:cubicBezTo>
                    <a:pt x="23004" y="0"/>
                    <a:pt x="14058" y="8299"/>
                    <a:pt x="12780" y="19152"/>
                  </a:cubicBezTo>
                  <a:cubicBezTo>
                    <a:pt x="12780" y="19152"/>
                    <a:pt x="12780" y="19152"/>
                    <a:pt x="12780" y="19152"/>
                  </a:cubicBezTo>
                  <a:lnTo>
                    <a:pt x="9585" y="47880"/>
                  </a:lnTo>
                  <a:cubicBezTo>
                    <a:pt x="9585" y="47880"/>
                    <a:pt x="9585" y="48518"/>
                    <a:pt x="9585" y="48518"/>
                  </a:cubicBezTo>
                  <a:cubicBezTo>
                    <a:pt x="9585" y="53625"/>
                    <a:pt x="10863" y="58094"/>
                    <a:pt x="13419" y="62563"/>
                  </a:cubicBezTo>
                  <a:cubicBezTo>
                    <a:pt x="12780" y="63201"/>
                    <a:pt x="12780" y="64478"/>
                    <a:pt x="12780" y="65117"/>
                  </a:cubicBezTo>
                  <a:lnTo>
                    <a:pt x="12780" y="129595"/>
                  </a:lnTo>
                  <a:lnTo>
                    <a:pt x="6390" y="129595"/>
                  </a:lnTo>
                  <a:cubicBezTo>
                    <a:pt x="2556" y="129595"/>
                    <a:pt x="0" y="132149"/>
                    <a:pt x="0" y="135979"/>
                  </a:cubicBezTo>
                  <a:lnTo>
                    <a:pt x="0" y="149385"/>
                  </a:lnTo>
                  <a:cubicBezTo>
                    <a:pt x="0" y="160876"/>
                    <a:pt x="11502" y="169176"/>
                    <a:pt x="26838" y="169176"/>
                  </a:cubicBezTo>
                  <a:lnTo>
                    <a:pt x="209590" y="169176"/>
                  </a:lnTo>
                  <a:cubicBezTo>
                    <a:pt x="224926" y="169176"/>
                    <a:pt x="236428" y="160876"/>
                    <a:pt x="236428" y="149385"/>
                  </a:cubicBezTo>
                  <a:lnTo>
                    <a:pt x="236428" y="135979"/>
                  </a:lnTo>
                  <a:cubicBezTo>
                    <a:pt x="234511" y="131510"/>
                    <a:pt x="231955" y="128957"/>
                    <a:pt x="228121" y="128957"/>
                  </a:cubicBezTo>
                  <a:close/>
                  <a:moveTo>
                    <a:pt x="200005" y="11491"/>
                  </a:moveTo>
                  <a:cubicBezTo>
                    <a:pt x="204478" y="11491"/>
                    <a:pt x="208312" y="15322"/>
                    <a:pt x="208312" y="20429"/>
                  </a:cubicBezTo>
                  <a:lnTo>
                    <a:pt x="208312" y="20429"/>
                  </a:lnTo>
                  <a:cubicBezTo>
                    <a:pt x="208312" y="20429"/>
                    <a:pt x="208312" y="20429"/>
                    <a:pt x="208312" y="21067"/>
                  </a:cubicBezTo>
                  <a:lnTo>
                    <a:pt x="211507" y="47880"/>
                  </a:lnTo>
                  <a:cubicBezTo>
                    <a:pt x="211507" y="57456"/>
                    <a:pt x="203200" y="65117"/>
                    <a:pt x="193615" y="65117"/>
                  </a:cubicBezTo>
                  <a:cubicBezTo>
                    <a:pt x="185947" y="65117"/>
                    <a:pt x="176362" y="59371"/>
                    <a:pt x="173806" y="51710"/>
                  </a:cubicBezTo>
                  <a:lnTo>
                    <a:pt x="170611" y="11491"/>
                  </a:lnTo>
                  <a:lnTo>
                    <a:pt x="200005" y="11491"/>
                  </a:lnTo>
                  <a:close/>
                  <a:moveTo>
                    <a:pt x="123326" y="11491"/>
                  </a:moveTo>
                  <a:lnTo>
                    <a:pt x="159109" y="11491"/>
                  </a:lnTo>
                  <a:lnTo>
                    <a:pt x="162304" y="51710"/>
                  </a:lnTo>
                  <a:cubicBezTo>
                    <a:pt x="159748" y="59371"/>
                    <a:pt x="150164" y="65117"/>
                    <a:pt x="143135" y="65117"/>
                  </a:cubicBezTo>
                  <a:cubicBezTo>
                    <a:pt x="134828" y="65117"/>
                    <a:pt x="126521" y="59371"/>
                    <a:pt x="123965" y="52349"/>
                  </a:cubicBezTo>
                  <a:lnTo>
                    <a:pt x="123965" y="11491"/>
                  </a:lnTo>
                  <a:close/>
                  <a:moveTo>
                    <a:pt x="74123" y="11491"/>
                  </a:moveTo>
                  <a:lnTo>
                    <a:pt x="110546" y="11491"/>
                  </a:lnTo>
                  <a:lnTo>
                    <a:pt x="110546" y="52349"/>
                  </a:lnTo>
                  <a:cubicBezTo>
                    <a:pt x="107990" y="59371"/>
                    <a:pt x="99683" y="65117"/>
                    <a:pt x="91376" y="65117"/>
                  </a:cubicBezTo>
                  <a:cubicBezTo>
                    <a:pt x="83708" y="65117"/>
                    <a:pt x="74762" y="60009"/>
                    <a:pt x="71567" y="51710"/>
                  </a:cubicBezTo>
                  <a:lnTo>
                    <a:pt x="74123" y="11491"/>
                  </a:lnTo>
                  <a:close/>
                  <a:moveTo>
                    <a:pt x="65177" y="65755"/>
                  </a:moveTo>
                  <a:cubicBezTo>
                    <a:pt x="71567" y="72777"/>
                    <a:pt x="81152" y="77885"/>
                    <a:pt x="91376" y="77885"/>
                  </a:cubicBezTo>
                  <a:cubicBezTo>
                    <a:pt x="100961" y="77885"/>
                    <a:pt x="110546" y="73416"/>
                    <a:pt x="116936" y="66393"/>
                  </a:cubicBezTo>
                  <a:cubicBezTo>
                    <a:pt x="123326" y="73416"/>
                    <a:pt x="132911" y="77885"/>
                    <a:pt x="142496" y="77885"/>
                  </a:cubicBezTo>
                  <a:cubicBezTo>
                    <a:pt x="152080" y="77885"/>
                    <a:pt x="162304" y="72777"/>
                    <a:pt x="168694" y="65755"/>
                  </a:cubicBezTo>
                  <a:cubicBezTo>
                    <a:pt x="175084" y="72777"/>
                    <a:pt x="184669" y="77885"/>
                    <a:pt x="194893" y="77885"/>
                  </a:cubicBezTo>
                  <a:cubicBezTo>
                    <a:pt x="200005" y="77885"/>
                    <a:pt x="205117" y="76608"/>
                    <a:pt x="209590" y="74054"/>
                  </a:cubicBezTo>
                  <a:lnTo>
                    <a:pt x="209590" y="128957"/>
                  </a:lnTo>
                  <a:lnTo>
                    <a:pt x="24921" y="128957"/>
                  </a:lnTo>
                  <a:lnTo>
                    <a:pt x="24921" y="74054"/>
                  </a:lnTo>
                  <a:cubicBezTo>
                    <a:pt x="29394" y="76608"/>
                    <a:pt x="33867" y="77885"/>
                    <a:pt x="39618" y="77885"/>
                  </a:cubicBezTo>
                  <a:cubicBezTo>
                    <a:pt x="49202" y="77885"/>
                    <a:pt x="58787" y="72777"/>
                    <a:pt x="65177" y="65755"/>
                  </a:cubicBezTo>
                  <a:close/>
                  <a:moveTo>
                    <a:pt x="24921" y="19152"/>
                  </a:moveTo>
                  <a:cubicBezTo>
                    <a:pt x="24921" y="14683"/>
                    <a:pt x="28755" y="10853"/>
                    <a:pt x="33228" y="10853"/>
                  </a:cubicBezTo>
                  <a:lnTo>
                    <a:pt x="61343" y="10853"/>
                  </a:lnTo>
                  <a:lnTo>
                    <a:pt x="58787" y="51072"/>
                  </a:lnTo>
                  <a:cubicBezTo>
                    <a:pt x="56231" y="59371"/>
                    <a:pt x="46646" y="64478"/>
                    <a:pt x="38979" y="64478"/>
                  </a:cubicBezTo>
                  <a:cubicBezTo>
                    <a:pt x="29394" y="64478"/>
                    <a:pt x="21726" y="56817"/>
                    <a:pt x="21087" y="47241"/>
                  </a:cubicBezTo>
                  <a:lnTo>
                    <a:pt x="24921" y="19152"/>
                  </a:lnTo>
                  <a:cubicBezTo>
                    <a:pt x="24921" y="19790"/>
                    <a:pt x="24921" y="19790"/>
                    <a:pt x="24921" y="19152"/>
                  </a:cubicBezTo>
                  <a:close/>
                  <a:moveTo>
                    <a:pt x="221731" y="148747"/>
                  </a:moveTo>
                  <a:cubicBezTo>
                    <a:pt x="221731" y="151939"/>
                    <a:pt x="215980" y="155769"/>
                    <a:pt x="207673" y="155769"/>
                  </a:cubicBezTo>
                  <a:lnTo>
                    <a:pt x="24921" y="155769"/>
                  </a:lnTo>
                  <a:cubicBezTo>
                    <a:pt x="16614" y="155769"/>
                    <a:pt x="10863" y="151939"/>
                    <a:pt x="10863" y="148747"/>
                  </a:cubicBezTo>
                  <a:lnTo>
                    <a:pt x="10863" y="141724"/>
                  </a:lnTo>
                  <a:lnTo>
                    <a:pt x="17253" y="141724"/>
                  </a:lnTo>
                  <a:lnTo>
                    <a:pt x="214063" y="141724"/>
                  </a:lnTo>
                  <a:lnTo>
                    <a:pt x="220453" y="141724"/>
                  </a:lnTo>
                  <a:lnTo>
                    <a:pt x="220453" y="148747"/>
                  </a:lnTo>
                  <a:close/>
                </a:path>
              </a:pathLst>
            </a:custGeom>
            <a:solidFill>
              <a:srgbClr val="26890D"/>
            </a:solidFill>
            <a:ln w="6390" cap="flat">
              <a:noFill/>
              <a:prstDash val="solid"/>
              <a:miter/>
            </a:ln>
          </p:spPr>
          <p:txBody>
            <a:bodyPr rtlCol="0" anchor="ctr"/>
            <a:lstStyle/>
            <a:p>
              <a:endParaRPr lang="en-US"/>
            </a:p>
          </p:txBody>
        </p:sp>
        <p:sp>
          <p:nvSpPr>
            <p:cNvPr id="1313" name="Graphic 1039">
              <a:extLst>
                <a:ext uri="{FF2B5EF4-FFF2-40B4-BE49-F238E27FC236}">
                  <a16:creationId xmlns:a16="http://schemas.microsoft.com/office/drawing/2014/main" id="{C44BF6DA-5BDA-3E4E-95E3-0B51281B6FDC}"/>
                </a:ext>
              </a:extLst>
            </p:cNvPr>
            <p:cNvSpPr/>
            <p:nvPr/>
          </p:nvSpPr>
          <p:spPr>
            <a:xfrm>
              <a:off x="1689499" y="3094996"/>
              <a:ext cx="12779" cy="12888"/>
            </a:xfrm>
            <a:custGeom>
              <a:avLst/>
              <a:gdLst>
                <a:gd name="connsiteX0" fmla="*/ 7668 w 12779"/>
                <a:gd name="connsiteY0" fmla="*/ 121 h 12888"/>
                <a:gd name="connsiteX1" fmla="*/ 0 w 12779"/>
                <a:gd name="connsiteY1" fmla="*/ 5228 h 12888"/>
                <a:gd name="connsiteX2" fmla="*/ 0 w 12779"/>
                <a:gd name="connsiteY2" fmla="*/ 6505 h 12888"/>
                <a:gd name="connsiteX3" fmla="*/ 6390 w 12779"/>
                <a:gd name="connsiteY3" fmla="*/ 12889 h 12888"/>
                <a:gd name="connsiteX4" fmla="*/ 12780 w 12779"/>
                <a:gd name="connsiteY4" fmla="*/ 7143 h 12888"/>
                <a:gd name="connsiteX5" fmla="*/ 7668 w 12779"/>
                <a:gd name="connsiteY5" fmla="*/ 121 h 1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79" h="12888">
                  <a:moveTo>
                    <a:pt x="7668" y="121"/>
                  </a:moveTo>
                  <a:cubicBezTo>
                    <a:pt x="4473" y="-517"/>
                    <a:pt x="639" y="1398"/>
                    <a:pt x="0" y="5228"/>
                  </a:cubicBezTo>
                  <a:cubicBezTo>
                    <a:pt x="0" y="5867"/>
                    <a:pt x="0" y="5867"/>
                    <a:pt x="0" y="6505"/>
                  </a:cubicBezTo>
                  <a:cubicBezTo>
                    <a:pt x="0" y="10335"/>
                    <a:pt x="2556" y="12889"/>
                    <a:pt x="6390" y="12889"/>
                  </a:cubicBezTo>
                  <a:cubicBezTo>
                    <a:pt x="9585" y="12889"/>
                    <a:pt x="12141" y="10335"/>
                    <a:pt x="12780" y="7143"/>
                  </a:cubicBezTo>
                  <a:cubicBezTo>
                    <a:pt x="12780" y="3313"/>
                    <a:pt x="10863" y="759"/>
                    <a:pt x="7668" y="121"/>
                  </a:cubicBezTo>
                  <a:close/>
                </a:path>
              </a:pathLst>
            </a:custGeom>
            <a:solidFill>
              <a:srgbClr val="26890D"/>
            </a:solidFill>
            <a:ln w="6390" cap="flat">
              <a:noFill/>
              <a:prstDash val="solid"/>
              <a:miter/>
            </a:ln>
          </p:spPr>
          <p:txBody>
            <a:bodyPr rtlCol="0" anchor="ctr"/>
            <a:lstStyle/>
            <a:p>
              <a:endParaRPr lang="en-US"/>
            </a:p>
          </p:txBody>
        </p:sp>
      </p:grpSp>
      <p:grpSp>
        <p:nvGrpSpPr>
          <p:cNvPr id="1314" name="Graphic 1039">
            <a:extLst>
              <a:ext uri="{FF2B5EF4-FFF2-40B4-BE49-F238E27FC236}">
                <a16:creationId xmlns:a16="http://schemas.microsoft.com/office/drawing/2014/main" id="{2AED5EA3-D693-9A48-B300-7418817DC8EC}"/>
              </a:ext>
            </a:extLst>
          </p:cNvPr>
          <p:cNvGrpSpPr/>
          <p:nvPr/>
        </p:nvGrpSpPr>
        <p:grpSpPr>
          <a:xfrm>
            <a:off x="1952764" y="2855717"/>
            <a:ext cx="361670" cy="361333"/>
            <a:chOff x="1952764" y="2855717"/>
            <a:chExt cx="361670" cy="361333"/>
          </a:xfrm>
          <a:solidFill>
            <a:srgbClr val="26890D"/>
          </a:solidFill>
        </p:grpSpPr>
        <p:sp>
          <p:nvSpPr>
            <p:cNvPr id="1315" name="Graphic 1039">
              <a:extLst>
                <a:ext uri="{FF2B5EF4-FFF2-40B4-BE49-F238E27FC236}">
                  <a16:creationId xmlns:a16="http://schemas.microsoft.com/office/drawing/2014/main" id="{B658E0EC-F49E-B849-A706-ED81314B380B}"/>
                </a:ext>
              </a:extLst>
            </p:cNvPr>
            <p:cNvSpPr/>
            <p:nvPr/>
          </p:nvSpPr>
          <p:spPr>
            <a:xfrm>
              <a:off x="2088870" y="2964245"/>
              <a:ext cx="38978" cy="53625"/>
            </a:xfrm>
            <a:custGeom>
              <a:avLst/>
              <a:gdLst>
                <a:gd name="connsiteX0" fmla="*/ 0 w 38978"/>
                <a:gd name="connsiteY0" fmla="*/ 40219 h 53625"/>
                <a:gd name="connsiteX1" fmla="*/ 19809 w 38978"/>
                <a:gd name="connsiteY1" fmla="*/ 53625 h 53625"/>
                <a:gd name="connsiteX2" fmla="*/ 38979 w 38978"/>
                <a:gd name="connsiteY2" fmla="*/ 40857 h 53625"/>
                <a:gd name="connsiteX3" fmla="*/ 38979 w 38978"/>
                <a:gd name="connsiteY3" fmla="*/ 0 h 53625"/>
                <a:gd name="connsiteX4" fmla="*/ 2556 w 38978"/>
                <a:gd name="connsiteY4" fmla="*/ 0 h 53625"/>
                <a:gd name="connsiteX5" fmla="*/ 0 w 38978"/>
                <a:gd name="connsiteY5" fmla="*/ 40219 h 5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978" h="53625">
                  <a:moveTo>
                    <a:pt x="0" y="40219"/>
                  </a:moveTo>
                  <a:cubicBezTo>
                    <a:pt x="2556" y="47880"/>
                    <a:pt x="12141" y="53625"/>
                    <a:pt x="19809" y="53625"/>
                  </a:cubicBezTo>
                  <a:cubicBezTo>
                    <a:pt x="28116" y="53625"/>
                    <a:pt x="36423" y="47880"/>
                    <a:pt x="38979" y="40857"/>
                  </a:cubicBezTo>
                  <a:lnTo>
                    <a:pt x="38979" y="0"/>
                  </a:lnTo>
                  <a:lnTo>
                    <a:pt x="2556" y="0"/>
                  </a:lnTo>
                  <a:lnTo>
                    <a:pt x="0" y="40219"/>
                  </a:lnTo>
                  <a:close/>
                </a:path>
              </a:pathLst>
            </a:custGeom>
            <a:solidFill>
              <a:srgbClr val="26890D"/>
            </a:solidFill>
            <a:ln w="6390" cap="flat">
              <a:noFill/>
              <a:prstDash val="solid"/>
              <a:miter/>
            </a:ln>
          </p:spPr>
          <p:txBody>
            <a:bodyPr rtlCol="0" anchor="ctr"/>
            <a:lstStyle/>
            <a:p>
              <a:endParaRPr lang="en-US"/>
            </a:p>
          </p:txBody>
        </p:sp>
        <p:sp>
          <p:nvSpPr>
            <p:cNvPr id="1316" name="Graphic 1039">
              <a:extLst>
                <a:ext uri="{FF2B5EF4-FFF2-40B4-BE49-F238E27FC236}">
                  <a16:creationId xmlns:a16="http://schemas.microsoft.com/office/drawing/2014/main" id="{067088AB-99FA-6B41-9483-A2B39E21BFFB}"/>
                </a:ext>
              </a:extLst>
            </p:cNvPr>
            <p:cNvSpPr/>
            <p:nvPr/>
          </p:nvSpPr>
          <p:spPr>
            <a:xfrm>
              <a:off x="2189192" y="2963607"/>
              <a:ext cx="40256" cy="53625"/>
            </a:xfrm>
            <a:custGeom>
              <a:avLst/>
              <a:gdLst>
                <a:gd name="connsiteX0" fmla="*/ 2556 w 40256"/>
                <a:gd name="connsiteY0" fmla="*/ 40219 h 53625"/>
                <a:gd name="connsiteX1" fmla="*/ 22365 w 40256"/>
                <a:gd name="connsiteY1" fmla="*/ 53625 h 53625"/>
                <a:gd name="connsiteX2" fmla="*/ 40257 w 40256"/>
                <a:gd name="connsiteY2" fmla="*/ 36389 h 53625"/>
                <a:gd name="connsiteX3" fmla="*/ 37062 w 40256"/>
                <a:gd name="connsiteY3" fmla="*/ 9576 h 53625"/>
                <a:gd name="connsiteX4" fmla="*/ 37062 w 40256"/>
                <a:gd name="connsiteY4" fmla="*/ 8938 h 53625"/>
                <a:gd name="connsiteX5" fmla="*/ 37062 w 40256"/>
                <a:gd name="connsiteY5" fmla="*/ 8938 h 53625"/>
                <a:gd name="connsiteX6" fmla="*/ 28755 w 40256"/>
                <a:gd name="connsiteY6" fmla="*/ 0 h 53625"/>
                <a:gd name="connsiteX7" fmla="*/ 0 w 40256"/>
                <a:gd name="connsiteY7" fmla="*/ 0 h 53625"/>
                <a:gd name="connsiteX8" fmla="*/ 2556 w 40256"/>
                <a:gd name="connsiteY8" fmla="*/ 40219 h 5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256" h="53625">
                  <a:moveTo>
                    <a:pt x="2556" y="40219"/>
                  </a:moveTo>
                  <a:cubicBezTo>
                    <a:pt x="5112" y="48518"/>
                    <a:pt x="14697" y="53625"/>
                    <a:pt x="22365" y="53625"/>
                  </a:cubicBezTo>
                  <a:cubicBezTo>
                    <a:pt x="31950" y="53625"/>
                    <a:pt x="39617" y="45965"/>
                    <a:pt x="40257" y="36389"/>
                  </a:cubicBezTo>
                  <a:lnTo>
                    <a:pt x="37062" y="9576"/>
                  </a:lnTo>
                  <a:cubicBezTo>
                    <a:pt x="37062" y="9576"/>
                    <a:pt x="37062" y="9576"/>
                    <a:pt x="37062" y="8938"/>
                  </a:cubicBezTo>
                  <a:lnTo>
                    <a:pt x="37062" y="8938"/>
                  </a:lnTo>
                  <a:cubicBezTo>
                    <a:pt x="37062" y="4469"/>
                    <a:pt x="33228" y="0"/>
                    <a:pt x="28755" y="0"/>
                  </a:cubicBezTo>
                  <a:lnTo>
                    <a:pt x="0" y="0"/>
                  </a:lnTo>
                  <a:lnTo>
                    <a:pt x="2556" y="40219"/>
                  </a:lnTo>
                  <a:close/>
                </a:path>
              </a:pathLst>
            </a:custGeom>
            <a:solidFill>
              <a:srgbClr val="26890D"/>
            </a:solidFill>
            <a:ln w="6390" cap="flat">
              <a:noFill/>
              <a:prstDash val="solid"/>
              <a:miter/>
            </a:ln>
          </p:spPr>
          <p:txBody>
            <a:bodyPr rtlCol="0" anchor="ctr"/>
            <a:lstStyle/>
            <a:p>
              <a:endParaRPr lang="en-US"/>
            </a:p>
          </p:txBody>
        </p:sp>
        <p:sp>
          <p:nvSpPr>
            <p:cNvPr id="1317" name="Graphic 1039">
              <a:extLst>
                <a:ext uri="{FF2B5EF4-FFF2-40B4-BE49-F238E27FC236}">
                  <a16:creationId xmlns:a16="http://schemas.microsoft.com/office/drawing/2014/main" id="{4960D973-51E0-BF4A-8E8A-451BF1649A83}"/>
                </a:ext>
              </a:extLst>
            </p:cNvPr>
            <p:cNvSpPr/>
            <p:nvPr/>
          </p:nvSpPr>
          <p:spPr>
            <a:xfrm>
              <a:off x="2038389" y="2964245"/>
              <a:ext cx="40256" cy="53625"/>
            </a:xfrm>
            <a:custGeom>
              <a:avLst/>
              <a:gdLst>
                <a:gd name="connsiteX0" fmla="*/ 3195 w 40256"/>
                <a:gd name="connsiteY0" fmla="*/ 8299 h 53625"/>
                <a:gd name="connsiteX1" fmla="*/ 0 w 40256"/>
                <a:gd name="connsiteY1" fmla="*/ 36389 h 53625"/>
                <a:gd name="connsiteX2" fmla="*/ 17892 w 40256"/>
                <a:gd name="connsiteY2" fmla="*/ 53625 h 53625"/>
                <a:gd name="connsiteX3" fmla="*/ 37701 w 40256"/>
                <a:gd name="connsiteY3" fmla="*/ 40219 h 53625"/>
                <a:gd name="connsiteX4" fmla="*/ 40257 w 40256"/>
                <a:gd name="connsiteY4" fmla="*/ 0 h 53625"/>
                <a:gd name="connsiteX5" fmla="*/ 12141 w 40256"/>
                <a:gd name="connsiteY5" fmla="*/ 0 h 53625"/>
                <a:gd name="connsiteX6" fmla="*/ 3195 w 40256"/>
                <a:gd name="connsiteY6" fmla="*/ 8299 h 53625"/>
                <a:gd name="connsiteX7" fmla="*/ 3195 w 40256"/>
                <a:gd name="connsiteY7" fmla="*/ 8299 h 5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256" h="53625">
                  <a:moveTo>
                    <a:pt x="3195" y="8299"/>
                  </a:moveTo>
                  <a:lnTo>
                    <a:pt x="0" y="36389"/>
                  </a:lnTo>
                  <a:cubicBezTo>
                    <a:pt x="0" y="45965"/>
                    <a:pt x="8307" y="53625"/>
                    <a:pt x="17892" y="53625"/>
                  </a:cubicBezTo>
                  <a:cubicBezTo>
                    <a:pt x="25560" y="53625"/>
                    <a:pt x="35145" y="47880"/>
                    <a:pt x="37701" y="40219"/>
                  </a:cubicBezTo>
                  <a:lnTo>
                    <a:pt x="40257" y="0"/>
                  </a:lnTo>
                  <a:lnTo>
                    <a:pt x="12141" y="0"/>
                  </a:lnTo>
                  <a:cubicBezTo>
                    <a:pt x="7668" y="0"/>
                    <a:pt x="3834" y="3192"/>
                    <a:pt x="3195" y="8299"/>
                  </a:cubicBezTo>
                  <a:cubicBezTo>
                    <a:pt x="3195" y="7661"/>
                    <a:pt x="3195" y="8299"/>
                    <a:pt x="3195" y="8299"/>
                  </a:cubicBezTo>
                  <a:close/>
                </a:path>
              </a:pathLst>
            </a:custGeom>
            <a:solidFill>
              <a:srgbClr val="26890D"/>
            </a:solidFill>
            <a:ln w="6390" cap="flat">
              <a:noFill/>
              <a:prstDash val="solid"/>
              <a:miter/>
            </a:ln>
          </p:spPr>
          <p:txBody>
            <a:bodyPr rtlCol="0" anchor="ctr"/>
            <a:lstStyle/>
            <a:p>
              <a:endParaRPr lang="en-US"/>
            </a:p>
          </p:txBody>
        </p:sp>
        <p:sp>
          <p:nvSpPr>
            <p:cNvPr id="1318" name="Graphic 1039">
              <a:extLst>
                <a:ext uri="{FF2B5EF4-FFF2-40B4-BE49-F238E27FC236}">
                  <a16:creationId xmlns:a16="http://schemas.microsoft.com/office/drawing/2014/main" id="{9FC00404-ED01-5141-A764-7E77556AC1A2}"/>
                </a:ext>
              </a:extLst>
            </p:cNvPr>
            <p:cNvSpPr/>
            <p:nvPr/>
          </p:nvSpPr>
          <p:spPr>
            <a:xfrm>
              <a:off x="2040945" y="3018509"/>
              <a:ext cx="184030" cy="63201"/>
            </a:xfrm>
            <a:custGeom>
              <a:avLst/>
              <a:gdLst>
                <a:gd name="connsiteX0" fmla="*/ 170611 w 184030"/>
                <a:gd name="connsiteY0" fmla="*/ 12130 h 63201"/>
                <a:gd name="connsiteX1" fmla="*/ 144413 w 184030"/>
                <a:gd name="connsiteY1" fmla="*/ 0 h 63201"/>
                <a:gd name="connsiteX2" fmla="*/ 118214 w 184030"/>
                <a:gd name="connsiteY2" fmla="*/ 12130 h 63201"/>
                <a:gd name="connsiteX3" fmla="*/ 92654 w 184030"/>
                <a:gd name="connsiteY3" fmla="*/ 638 h 63201"/>
                <a:gd name="connsiteX4" fmla="*/ 67094 w 184030"/>
                <a:gd name="connsiteY4" fmla="*/ 12130 h 63201"/>
                <a:gd name="connsiteX5" fmla="*/ 40896 w 184030"/>
                <a:gd name="connsiteY5" fmla="*/ 0 h 63201"/>
                <a:gd name="connsiteX6" fmla="*/ 14697 w 184030"/>
                <a:gd name="connsiteY6" fmla="*/ 12130 h 63201"/>
                <a:gd name="connsiteX7" fmla="*/ 0 w 184030"/>
                <a:gd name="connsiteY7" fmla="*/ 8299 h 63201"/>
                <a:gd name="connsiteX8" fmla="*/ 0 w 184030"/>
                <a:gd name="connsiteY8" fmla="*/ 63201 h 63201"/>
                <a:gd name="connsiteX9" fmla="*/ 184030 w 184030"/>
                <a:gd name="connsiteY9" fmla="*/ 63201 h 63201"/>
                <a:gd name="connsiteX10" fmla="*/ 184030 w 184030"/>
                <a:gd name="connsiteY10" fmla="*/ 8299 h 63201"/>
                <a:gd name="connsiteX11" fmla="*/ 170611 w 184030"/>
                <a:gd name="connsiteY11" fmla="*/ 12130 h 6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4030" h="63201">
                  <a:moveTo>
                    <a:pt x="170611" y="12130"/>
                  </a:moveTo>
                  <a:cubicBezTo>
                    <a:pt x="160387" y="12130"/>
                    <a:pt x="150803" y="7022"/>
                    <a:pt x="144413" y="0"/>
                  </a:cubicBezTo>
                  <a:cubicBezTo>
                    <a:pt x="138023" y="7022"/>
                    <a:pt x="128438" y="12130"/>
                    <a:pt x="118214" y="12130"/>
                  </a:cubicBezTo>
                  <a:cubicBezTo>
                    <a:pt x="108629" y="12130"/>
                    <a:pt x="99044" y="7661"/>
                    <a:pt x="92654" y="638"/>
                  </a:cubicBezTo>
                  <a:cubicBezTo>
                    <a:pt x="86264" y="7661"/>
                    <a:pt x="76679" y="12130"/>
                    <a:pt x="67094" y="12130"/>
                  </a:cubicBezTo>
                  <a:cubicBezTo>
                    <a:pt x="56870" y="12130"/>
                    <a:pt x="47285" y="7022"/>
                    <a:pt x="40896" y="0"/>
                  </a:cubicBezTo>
                  <a:cubicBezTo>
                    <a:pt x="34506" y="7022"/>
                    <a:pt x="24921" y="12130"/>
                    <a:pt x="14697" y="12130"/>
                  </a:cubicBezTo>
                  <a:cubicBezTo>
                    <a:pt x="9585" y="12130"/>
                    <a:pt x="4473" y="10853"/>
                    <a:pt x="0" y="8299"/>
                  </a:cubicBezTo>
                  <a:lnTo>
                    <a:pt x="0" y="63201"/>
                  </a:lnTo>
                  <a:lnTo>
                    <a:pt x="184030" y="63201"/>
                  </a:lnTo>
                  <a:lnTo>
                    <a:pt x="184030" y="8299"/>
                  </a:lnTo>
                  <a:cubicBezTo>
                    <a:pt x="180835" y="10214"/>
                    <a:pt x="175723" y="12130"/>
                    <a:pt x="170611" y="12130"/>
                  </a:cubicBezTo>
                  <a:close/>
                </a:path>
              </a:pathLst>
            </a:custGeom>
            <a:solidFill>
              <a:srgbClr val="26890D"/>
            </a:solidFill>
            <a:ln w="6390" cap="flat">
              <a:noFill/>
              <a:prstDash val="solid"/>
              <a:miter/>
            </a:ln>
          </p:spPr>
          <p:txBody>
            <a:bodyPr rtlCol="0" anchor="ctr"/>
            <a:lstStyle/>
            <a:p>
              <a:endParaRPr lang="en-US"/>
            </a:p>
          </p:txBody>
        </p:sp>
        <p:sp>
          <p:nvSpPr>
            <p:cNvPr id="1319" name="Graphic 1039">
              <a:extLst>
                <a:ext uri="{FF2B5EF4-FFF2-40B4-BE49-F238E27FC236}">
                  <a16:creationId xmlns:a16="http://schemas.microsoft.com/office/drawing/2014/main" id="{54B2668D-6E6D-F64A-B670-4BDEED0AFD58}"/>
                </a:ext>
              </a:extLst>
            </p:cNvPr>
            <p:cNvSpPr/>
            <p:nvPr/>
          </p:nvSpPr>
          <p:spPr>
            <a:xfrm>
              <a:off x="2139350" y="2964245"/>
              <a:ext cx="38978" cy="53625"/>
            </a:xfrm>
            <a:custGeom>
              <a:avLst/>
              <a:gdLst>
                <a:gd name="connsiteX0" fmla="*/ 639 w 38978"/>
                <a:gd name="connsiteY0" fmla="*/ 40857 h 53625"/>
                <a:gd name="connsiteX1" fmla="*/ 19809 w 38978"/>
                <a:gd name="connsiteY1" fmla="*/ 53625 h 53625"/>
                <a:gd name="connsiteX2" fmla="*/ 38979 w 38978"/>
                <a:gd name="connsiteY2" fmla="*/ 40219 h 53625"/>
                <a:gd name="connsiteX3" fmla="*/ 35784 w 38978"/>
                <a:gd name="connsiteY3" fmla="*/ 0 h 53625"/>
                <a:gd name="connsiteX4" fmla="*/ 0 w 38978"/>
                <a:gd name="connsiteY4" fmla="*/ 0 h 53625"/>
                <a:gd name="connsiteX5" fmla="*/ 0 w 38978"/>
                <a:gd name="connsiteY5" fmla="*/ 40857 h 5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978" h="53625">
                  <a:moveTo>
                    <a:pt x="639" y="40857"/>
                  </a:moveTo>
                  <a:cubicBezTo>
                    <a:pt x="3195" y="47880"/>
                    <a:pt x="11502" y="53625"/>
                    <a:pt x="19809" y="53625"/>
                  </a:cubicBezTo>
                  <a:cubicBezTo>
                    <a:pt x="27477" y="53625"/>
                    <a:pt x="36423" y="48518"/>
                    <a:pt x="38979" y="40219"/>
                  </a:cubicBezTo>
                  <a:lnTo>
                    <a:pt x="35784" y="0"/>
                  </a:lnTo>
                  <a:lnTo>
                    <a:pt x="0" y="0"/>
                  </a:lnTo>
                  <a:lnTo>
                    <a:pt x="0" y="40857"/>
                  </a:lnTo>
                  <a:close/>
                </a:path>
              </a:pathLst>
            </a:custGeom>
            <a:solidFill>
              <a:srgbClr val="26890D"/>
            </a:solidFill>
            <a:ln w="6390" cap="flat">
              <a:noFill/>
              <a:prstDash val="solid"/>
              <a:miter/>
            </a:ln>
          </p:spPr>
          <p:txBody>
            <a:bodyPr rtlCol="0" anchor="ctr"/>
            <a:lstStyle/>
            <a:p>
              <a:endParaRPr lang="en-US"/>
            </a:p>
          </p:txBody>
        </p:sp>
        <p:sp>
          <p:nvSpPr>
            <p:cNvPr id="1320" name="Graphic 1039">
              <a:extLst>
                <a:ext uri="{FF2B5EF4-FFF2-40B4-BE49-F238E27FC236}">
                  <a16:creationId xmlns:a16="http://schemas.microsoft.com/office/drawing/2014/main" id="{E7339517-49BB-B049-8E16-1856DA786AD8}"/>
                </a:ext>
              </a:extLst>
            </p:cNvPr>
            <p:cNvSpPr/>
            <p:nvPr/>
          </p:nvSpPr>
          <p:spPr>
            <a:xfrm>
              <a:off x="2028805" y="3094217"/>
              <a:ext cx="210867" cy="14306"/>
            </a:xfrm>
            <a:custGeom>
              <a:avLst/>
              <a:gdLst>
                <a:gd name="connsiteX0" fmla="*/ 6390 w 210867"/>
                <a:gd name="connsiteY0" fmla="*/ 261 h 14306"/>
                <a:gd name="connsiteX1" fmla="*/ 0 w 210867"/>
                <a:gd name="connsiteY1" fmla="*/ 261 h 14306"/>
                <a:gd name="connsiteX2" fmla="*/ 0 w 210867"/>
                <a:gd name="connsiteY2" fmla="*/ 7284 h 14306"/>
                <a:gd name="connsiteX3" fmla="*/ 14058 w 210867"/>
                <a:gd name="connsiteY3" fmla="*/ 14306 h 14306"/>
                <a:gd name="connsiteX4" fmla="*/ 196810 w 210867"/>
                <a:gd name="connsiteY4" fmla="*/ 14306 h 14306"/>
                <a:gd name="connsiteX5" fmla="*/ 210868 w 210867"/>
                <a:gd name="connsiteY5" fmla="*/ 7284 h 14306"/>
                <a:gd name="connsiteX6" fmla="*/ 210868 w 210867"/>
                <a:gd name="connsiteY6" fmla="*/ 261 h 14306"/>
                <a:gd name="connsiteX7" fmla="*/ 204478 w 210867"/>
                <a:gd name="connsiteY7" fmla="*/ 261 h 14306"/>
                <a:gd name="connsiteX8" fmla="*/ 6390 w 210867"/>
                <a:gd name="connsiteY8" fmla="*/ 261 h 14306"/>
                <a:gd name="connsiteX9" fmla="*/ 111185 w 210867"/>
                <a:gd name="connsiteY9" fmla="*/ 7922 h 14306"/>
                <a:gd name="connsiteX10" fmla="*/ 104795 w 210867"/>
                <a:gd name="connsiteY10" fmla="*/ 13029 h 14306"/>
                <a:gd name="connsiteX11" fmla="*/ 98405 w 210867"/>
                <a:gd name="connsiteY11" fmla="*/ 6645 h 14306"/>
                <a:gd name="connsiteX12" fmla="*/ 99044 w 210867"/>
                <a:gd name="connsiteY12" fmla="*/ 3453 h 14306"/>
                <a:gd name="connsiteX13" fmla="*/ 107351 w 210867"/>
                <a:gd name="connsiteY13" fmla="*/ 900 h 14306"/>
                <a:gd name="connsiteX14" fmla="*/ 111185 w 210867"/>
                <a:gd name="connsiteY14" fmla="*/ 7922 h 14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0867" h="14306">
                  <a:moveTo>
                    <a:pt x="6390" y="261"/>
                  </a:moveTo>
                  <a:lnTo>
                    <a:pt x="0" y="261"/>
                  </a:lnTo>
                  <a:lnTo>
                    <a:pt x="0" y="7284"/>
                  </a:lnTo>
                  <a:cubicBezTo>
                    <a:pt x="0" y="10476"/>
                    <a:pt x="5751" y="14306"/>
                    <a:pt x="14058" y="14306"/>
                  </a:cubicBezTo>
                  <a:lnTo>
                    <a:pt x="196810" y="14306"/>
                  </a:lnTo>
                  <a:cubicBezTo>
                    <a:pt x="205117" y="14306"/>
                    <a:pt x="210868" y="10476"/>
                    <a:pt x="210868" y="7284"/>
                  </a:cubicBezTo>
                  <a:lnTo>
                    <a:pt x="210868" y="261"/>
                  </a:lnTo>
                  <a:lnTo>
                    <a:pt x="204478" y="261"/>
                  </a:lnTo>
                  <a:lnTo>
                    <a:pt x="6390" y="261"/>
                  </a:lnTo>
                  <a:close/>
                  <a:moveTo>
                    <a:pt x="111185" y="7922"/>
                  </a:moveTo>
                  <a:cubicBezTo>
                    <a:pt x="110546" y="11114"/>
                    <a:pt x="107990" y="13029"/>
                    <a:pt x="104795" y="13029"/>
                  </a:cubicBezTo>
                  <a:cubicBezTo>
                    <a:pt x="100961" y="13029"/>
                    <a:pt x="98405" y="10476"/>
                    <a:pt x="98405" y="6645"/>
                  </a:cubicBezTo>
                  <a:cubicBezTo>
                    <a:pt x="98405" y="5369"/>
                    <a:pt x="98405" y="4730"/>
                    <a:pt x="99044" y="3453"/>
                  </a:cubicBezTo>
                  <a:cubicBezTo>
                    <a:pt x="100322" y="261"/>
                    <a:pt x="104156" y="-1015"/>
                    <a:pt x="107351" y="900"/>
                  </a:cubicBezTo>
                  <a:cubicBezTo>
                    <a:pt x="110546" y="2177"/>
                    <a:pt x="111824" y="5369"/>
                    <a:pt x="111185" y="7922"/>
                  </a:cubicBezTo>
                  <a:close/>
                </a:path>
              </a:pathLst>
            </a:custGeom>
            <a:solidFill>
              <a:srgbClr val="26890D"/>
            </a:solidFill>
            <a:ln w="6390" cap="flat">
              <a:noFill/>
              <a:prstDash val="solid"/>
              <a:miter/>
            </a:ln>
          </p:spPr>
          <p:txBody>
            <a:bodyPr rtlCol="0" anchor="ctr"/>
            <a:lstStyle/>
            <a:p>
              <a:endParaRPr lang="en-US"/>
            </a:p>
          </p:txBody>
        </p:sp>
        <p:sp>
          <p:nvSpPr>
            <p:cNvPr id="1321" name="Graphic 1039">
              <a:extLst>
                <a:ext uri="{FF2B5EF4-FFF2-40B4-BE49-F238E27FC236}">
                  <a16:creationId xmlns:a16="http://schemas.microsoft.com/office/drawing/2014/main" id="{3F7BC269-FBAC-EF4E-BEBD-C63C3F096AC4}"/>
                </a:ext>
              </a:extLst>
            </p:cNvPr>
            <p:cNvSpPr/>
            <p:nvPr/>
          </p:nvSpPr>
          <p:spPr>
            <a:xfrm>
              <a:off x="1952764"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99049 w 361670"/>
                <a:gd name="connsiteY5" fmla="*/ 245783 h 361333"/>
                <a:gd name="connsiteX6" fmla="*/ 272211 w 361670"/>
                <a:gd name="connsiteY6" fmla="*/ 265574 h 361333"/>
                <a:gd name="connsiteX7" fmla="*/ 89459 w 361670"/>
                <a:gd name="connsiteY7" fmla="*/ 265574 h 361333"/>
                <a:gd name="connsiteX8" fmla="*/ 62621 w 361670"/>
                <a:gd name="connsiteY8" fmla="*/ 245783 h 361333"/>
                <a:gd name="connsiteX9" fmla="*/ 62621 w 361670"/>
                <a:gd name="connsiteY9" fmla="*/ 232377 h 361333"/>
                <a:gd name="connsiteX10" fmla="*/ 69011 w 361670"/>
                <a:gd name="connsiteY10" fmla="*/ 225993 h 361333"/>
                <a:gd name="connsiteX11" fmla="*/ 75401 w 361670"/>
                <a:gd name="connsiteY11" fmla="*/ 225993 h 361333"/>
                <a:gd name="connsiteX12" fmla="*/ 75401 w 361670"/>
                <a:gd name="connsiteY12" fmla="*/ 161515 h 361333"/>
                <a:gd name="connsiteX13" fmla="*/ 76040 w 361670"/>
                <a:gd name="connsiteY13" fmla="*/ 158961 h 361333"/>
                <a:gd name="connsiteX14" fmla="*/ 72206 w 361670"/>
                <a:gd name="connsiteY14" fmla="*/ 144916 h 361333"/>
                <a:gd name="connsiteX15" fmla="*/ 72206 w 361670"/>
                <a:gd name="connsiteY15" fmla="*/ 144278 h 361333"/>
                <a:gd name="connsiteX16" fmla="*/ 75401 w 361670"/>
                <a:gd name="connsiteY16" fmla="*/ 115550 h 361333"/>
                <a:gd name="connsiteX17" fmla="*/ 75401 w 361670"/>
                <a:gd name="connsiteY17" fmla="*/ 115550 h 361333"/>
                <a:gd name="connsiteX18" fmla="*/ 96488 w 361670"/>
                <a:gd name="connsiteY18" fmla="*/ 96398 h 361333"/>
                <a:gd name="connsiteX19" fmla="*/ 264543 w 361670"/>
                <a:gd name="connsiteY19" fmla="*/ 96398 h 361333"/>
                <a:gd name="connsiteX20" fmla="*/ 285630 w 361670"/>
                <a:gd name="connsiteY20" fmla="*/ 116188 h 361333"/>
                <a:gd name="connsiteX21" fmla="*/ 285630 w 361670"/>
                <a:gd name="connsiteY21" fmla="*/ 116827 h 361333"/>
                <a:gd name="connsiteX22" fmla="*/ 288825 w 361670"/>
                <a:gd name="connsiteY22" fmla="*/ 144278 h 361333"/>
                <a:gd name="connsiteX23" fmla="*/ 288825 w 361670"/>
                <a:gd name="connsiteY23" fmla="*/ 144916 h 361333"/>
                <a:gd name="connsiteX24" fmla="*/ 284991 w 361670"/>
                <a:gd name="connsiteY24" fmla="*/ 158961 h 361333"/>
                <a:gd name="connsiteX25" fmla="*/ 285630 w 361670"/>
                <a:gd name="connsiteY25" fmla="*/ 161515 h 361333"/>
                <a:gd name="connsiteX26" fmla="*/ 285630 w 361670"/>
                <a:gd name="connsiteY26" fmla="*/ 225993 h 361333"/>
                <a:gd name="connsiteX27" fmla="*/ 292020 w 361670"/>
                <a:gd name="connsiteY27" fmla="*/ 225993 h 361333"/>
                <a:gd name="connsiteX28" fmla="*/ 298410 w 361670"/>
                <a:gd name="connsiteY28" fmla="*/ 232377 h 361333"/>
                <a:gd name="connsiteX29" fmla="*/ 298410 w 361670"/>
                <a:gd name="connsiteY29" fmla="*/ 24578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1157" y="0"/>
                    <a:pt x="180835" y="0"/>
                  </a:cubicBezTo>
                  <a:close/>
                  <a:moveTo>
                    <a:pt x="299049" y="245783"/>
                  </a:moveTo>
                  <a:cubicBezTo>
                    <a:pt x="299049" y="257274"/>
                    <a:pt x="287547" y="265574"/>
                    <a:pt x="272211" y="265574"/>
                  </a:cubicBezTo>
                  <a:lnTo>
                    <a:pt x="89459" y="265574"/>
                  </a:lnTo>
                  <a:cubicBezTo>
                    <a:pt x="74762" y="265574"/>
                    <a:pt x="62621" y="256636"/>
                    <a:pt x="62621" y="245783"/>
                  </a:cubicBezTo>
                  <a:lnTo>
                    <a:pt x="62621" y="232377"/>
                  </a:lnTo>
                  <a:cubicBezTo>
                    <a:pt x="62621" y="228546"/>
                    <a:pt x="65177" y="225993"/>
                    <a:pt x="69011" y="225993"/>
                  </a:cubicBezTo>
                  <a:lnTo>
                    <a:pt x="75401" y="225993"/>
                  </a:lnTo>
                  <a:lnTo>
                    <a:pt x="75401" y="161515"/>
                  </a:lnTo>
                  <a:cubicBezTo>
                    <a:pt x="75401" y="160876"/>
                    <a:pt x="75401" y="159600"/>
                    <a:pt x="76040" y="158961"/>
                  </a:cubicBezTo>
                  <a:cubicBezTo>
                    <a:pt x="73484" y="154492"/>
                    <a:pt x="72206" y="150024"/>
                    <a:pt x="72206" y="144916"/>
                  </a:cubicBezTo>
                  <a:cubicBezTo>
                    <a:pt x="72206" y="144916"/>
                    <a:pt x="72206" y="144278"/>
                    <a:pt x="72206" y="144278"/>
                  </a:cubicBezTo>
                  <a:lnTo>
                    <a:pt x="75401" y="115550"/>
                  </a:lnTo>
                  <a:cubicBezTo>
                    <a:pt x="75401" y="115550"/>
                    <a:pt x="75401" y="115550"/>
                    <a:pt x="75401" y="115550"/>
                  </a:cubicBezTo>
                  <a:cubicBezTo>
                    <a:pt x="76679" y="104697"/>
                    <a:pt x="85625" y="96398"/>
                    <a:pt x="96488" y="96398"/>
                  </a:cubicBezTo>
                  <a:lnTo>
                    <a:pt x="264543" y="96398"/>
                  </a:lnTo>
                  <a:cubicBezTo>
                    <a:pt x="276045" y="96398"/>
                    <a:pt x="284991" y="105336"/>
                    <a:pt x="285630" y="116188"/>
                  </a:cubicBezTo>
                  <a:cubicBezTo>
                    <a:pt x="285630" y="116188"/>
                    <a:pt x="285630" y="116188"/>
                    <a:pt x="285630" y="116827"/>
                  </a:cubicBezTo>
                  <a:lnTo>
                    <a:pt x="288825" y="144278"/>
                  </a:lnTo>
                  <a:cubicBezTo>
                    <a:pt x="288825" y="144278"/>
                    <a:pt x="288825" y="144916"/>
                    <a:pt x="288825" y="144916"/>
                  </a:cubicBezTo>
                  <a:cubicBezTo>
                    <a:pt x="288825" y="150024"/>
                    <a:pt x="287547" y="155131"/>
                    <a:pt x="284991" y="158961"/>
                  </a:cubicBezTo>
                  <a:cubicBezTo>
                    <a:pt x="285630" y="159600"/>
                    <a:pt x="285630" y="160876"/>
                    <a:pt x="285630" y="161515"/>
                  </a:cubicBezTo>
                  <a:lnTo>
                    <a:pt x="285630" y="225993"/>
                  </a:lnTo>
                  <a:lnTo>
                    <a:pt x="292020" y="225993"/>
                  </a:lnTo>
                  <a:cubicBezTo>
                    <a:pt x="295854" y="225993"/>
                    <a:pt x="298410" y="228546"/>
                    <a:pt x="298410" y="232377"/>
                  </a:cubicBezTo>
                  <a:lnTo>
                    <a:pt x="298410" y="245783"/>
                  </a:lnTo>
                  <a:close/>
                </a:path>
              </a:pathLst>
            </a:custGeom>
            <a:solidFill>
              <a:srgbClr val="26890D"/>
            </a:solidFill>
            <a:ln w="6390" cap="flat">
              <a:noFill/>
              <a:prstDash val="solid"/>
              <a:miter/>
            </a:ln>
          </p:spPr>
          <p:txBody>
            <a:bodyPr rtlCol="0" anchor="ctr"/>
            <a:lstStyle/>
            <a:p>
              <a:endParaRPr lang="en-US"/>
            </a:p>
          </p:txBody>
        </p:sp>
      </p:grpSp>
      <p:grpSp>
        <p:nvGrpSpPr>
          <p:cNvPr id="1322" name="Graphic 1039">
            <a:extLst>
              <a:ext uri="{FF2B5EF4-FFF2-40B4-BE49-F238E27FC236}">
                <a16:creationId xmlns:a16="http://schemas.microsoft.com/office/drawing/2014/main" id="{3E017D8D-D436-F041-9895-475953CFBF45}"/>
              </a:ext>
            </a:extLst>
          </p:cNvPr>
          <p:cNvGrpSpPr/>
          <p:nvPr/>
        </p:nvGrpSpPr>
        <p:grpSpPr>
          <a:xfrm>
            <a:off x="5708769" y="4308712"/>
            <a:ext cx="361670" cy="361971"/>
            <a:chOff x="5708769" y="4308712"/>
            <a:chExt cx="361670" cy="361971"/>
          </a:xfrm>
          <a:solidFill>
            <a:srgbClr val="43B02A"/>
          </a:solidFill>
        </p:grpSpPr>
        <p:sp>
          <p:nvSpPr>
            <p:cNvPr id="1323" name="Graphic 1039">
              <a:extLst>
                <a:ext uri="{FF2B5EF4-FFF2-40B4-BE49-F238E27FC236}">
                  <a16:creationId xmlns:a16="http://schemas.microsoft.com/office/drawing/2014/main" id="{A4AE5E00-DE5F-5647-A864-1093B1A39DC5}"/>
                </a:ext>
              </a:extLst>
            </p:cNvPr>
            <p:cNvSpPr/>
            <p:nvPr/>
          </p:nvSpPr>
          <p:spPr>
            <a:xfrm>
              <a:off x="5708769" y="4308712"/>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180835 w 361670"/>
                <a:gd name="connsiteY4" fmla="*/ 0 h 361971"/>
                <a:gd name="connsiteX5" fmla="*/ 180835 w 361670"/>
                <a:gd name="connsiteY5" fmla="*/ 349204 h 361971"/>
                <a:gd name="connsiteX6" fmla="*/ 12780 w 361670"/>
                <a:gd name="connsiteY6" fmla="*/ 181305 h 361971"/>
                <a:gd name="connsiteX7" fmla="*/ 180835 w 361670"/>
                <a:gd name="connsiteY7" fmla="*/ 13407 h 361971"/>
                <a:gd name="connsiteX8" fmla="*/ 348890 w 361670"/>
                <a:gd name="connsiteY8" fmla="*/ 181305 h 361971"/>
                <a:gd name="connsiteX9" fmla="*/ 180835 w 361670"/>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971">
                  <a:moveTo>
                    <a:pt x="180835" y="0"/>
                  </a:moveTo>
                  <a:cubicBezTo>
                    <a:pt x="80513" y="0"/>
                    <a:pt x="0" y="81077"/>
                    <a:pt x="0" y="180667"/>
                  </a:cubicBezTo>
                  <a:cubicBezTo>
                    <a:pt x="0" y="280257"/>
                    <a:pt x="80513" y="361972"/>
                    <a:pt x="180835" y="361972"/>
                  </a:cubicBezTo>
                  <a:cubicBezTo>
                    <a:pt x="281157" y="361972"/>
                    <a:pt x="361670" y="280895"/>
                    <a:pt x="361670" y="181305"/>
                  </a:cubicBezTo>
                  <a:cubicBezTo>
                    <a:pt x="361670" y="81715"/>
                    <a:pt x="281157" y="0"/>
                    <a:pt x="180835" y="0"/>
                  </a:cubicBezTo>
                  <a:close/>
                  <a:moveTo>
                    <a:pt x="180835" y="349204"/>
                  </a:moveTo>
                  <a:cubicBezTo>
                    <a:pt x="88181" y="349204"/>
                    <a:pt x="12780" y="273873"/>
                    <a:pt x="12780" y="181305"/>
                  </a:cubicBezTo>
                  <a:cubicBezTo>
                    <a:pt x="12780" y="88738"/>
                    <a:pt x="88181" y="13407"/>
                    <a:pt x="180835" y="13407"/>
                  </a:cubicBezTo>
                  <a:cubicBezTo>
                    <a:pt x="273489" y="13407"/>
                    <a:pt x="348890" y="88738"/>
                    <a:pt x="348890" y="181305"/>
                  </a:cubicBezTo>
                  <a:cubicBezTo>
                    <a:pt x="348890" y="273234"/>
                    <a:pt x="273489" y="349204"/>
                    <a:pt x="180835" y="349204"/>
                  </a:cubicBezTo>
                  <a:close/>
                </a:path>
              </a:pathLst>
            </a:custGeom>
            <a:solidFill>
              <a:srgbClr val="43B02A"/>
            </a:solidFill>
            <a:ln w="6390" cap="flat">
              <a:noFill/>
              <a:prstDash val="solid"/>
              <a:miter/>
            </a:ln>
          </p:spPr>
          <p:txBody>
            <a:bodyPr rtlCol="0" anchor="ctr"/>
            <a:lstStyle/>
            <a:p>
              <a:endParaRPr lang="en-US"/>
            </a:p>
          </p:txBody>
        </p:sp>
        <p:sp>
          <p:nvSpPr>
            <p:cNvPr id="1324" name="Graphic 1039">
              <a:extLst>
                <a:ext uri="{FF2B5EF4-FFF2-40B4-BE49-F238E27FC236}">
                  <a16:creationId xmlns:a16="http://schemas.microsoft.com/office/drawing/2014/main" id="{722D0905-5F41-D245-9A1F-52CA442FA03C}"/>
                </a:ext>
              </a:extLst>
            </p:cNvPr>
            <p:cNvSpPr/>
            <p:nvPr/>
          </p:nvSpPr>
          <p:spPr>
            <a:xfrm>
              <a:off x="5798867" y="4381489"/>
              <a:ext cx="181474" cy="217055"/>
            </a:xfrm>
            <a:custGeom>
              <a:avLst/>
              <a:gdLst>
                <a:gd name="connsiteX0" fmla="*/ 169333 w 181474"/>
                <a:gd name="connsiteY0" fmla="*/ 48518 h 217055"/>
                <a:gd name="connsiteX1" fmla="*/ 164221 w 181474"/>
                <a:gd name="connsiteY1" fmla="*/ 42773 h 217055"/>
                <a:gd name="connsiteX2" fmla="*/ 138662 w 181474"/>
                <a:gd name="connsiteY2" fmla="*/ 30005 h 217055"/>
                <a:gd name="connsiteX3" fmla="*/ 138662 w 181474"/>
                <a:gd name="connsiteY3" fmla="*/ 30005 h 217055"/>
                <a:gd name="connsiteX4" fmla="*/ 126521 w 181474"/>
                <a:gd name="connsiteY4" fmla="*/ 14045 h 217055"/>
                <a:gd name="connsiteX5" fmla="*/ 105434 w 181474"/>
                <a:gd name="connsiteY5" fmla="*/ 3192 h 217055"/>
                <a:gd name="connsiteX6" fmla="*/ 72845 w 181474"/>
                <a:gd name="connsiteY6" fmla="*/ 0 h 217055"/>
                <a:gd name="connsiteX7" fmla="*/ 28116 w 181474"/>
                <a:gd name="connsiteY7" fmla="*/ 0 h 217055"/>
                <a:gd name="connsiteX8" fmla="*/ 7029 w 181474"/>
                <a:gd name="connsiteY8" fmla="*/ 6384 h 217055"/>
                <a:gd name="connsiteX9" fmla="*/ 0 w 181474"/>
                <a:gd name="connsiteY9" fmla="*/ 27451 h 217055"/>
                <a:gd name="connsiteX10" fmla="*/ 0 w 181474"/>
                <a:gd name="connsiteY10" fmla="*/ 160238 h 217055"/>
                <a:gd name="connsiteX11" fmla="*/ 6390 w 181474"/>
                <a:gd name="connsiteY11" fmla="*/ 180028 h 217055"/>
                <a:gd name="connsiteX12" fmla="*/ 23643 w 181474"/>
                <a:gd name="connsiteY12" fmla="*/ 187689 h 217055"/>
                <a:gd name="connsiteX13" fmla="*/ 37701 w 181474"/>
                <a:gd name="connsiteY13" fmla="*/ 183220 h 217055"/>
                <a:gd name="connsiteX14" fmla="*/ 37701 w 181474"/>
                <a:gd name="connsiteY14" fmla="*/ 189604 h 217055"/>
                <a:gd name="connsiteX15" fmla="*/ 44091 w 181474"/>
                <a:gd name="connsiteY15" fmla="*/ 209395 h 217055"/>
                <a:gd name="connsiteX16" fmla="*/ 61343 w 181474"/>
                <a:gd name="connsiteY16" fmla="*/ 217055 h 217055"/>
                <a:gd name="connsiteX17" fmla="*/ 78596 w 181474"/>
                <a:gd name="connsiteY17" fmla="*/ 209395 h 217055"/>
                <a:gd name="connsiteX18" fmla="*/ 84986 w 181474"/>
                <a:gd name="connsiteY18" fmla="*/ 188966 h 217055"/>
                <a:gd name="connsiteX19" fmla="*/ 84986 w 181474"/>
                <a:gd name="connsiteY19" fmla="*/ 146193 h 217055"/>
                <a:gd name="connsiteX20" fmla="*/ 110546 w 181474"/>
                <a:gd name="connsiteY20" fmla="*/ 146193 h 217055"/>
                <a:gd name="connsiteX21" fmla="*/ 162943 w 181474"/>
                <a:gd name="connsiteY21" fmla="*/ 130872 h 217055"/>
                <a:gd name="connsiteX22" fmla="*/ 181474 w 181474"/>
                <a:gd name="connsiteY22" fmla="*/ 86184 h 217055"/>
                <a:gd name="connsiteX23" fmla="*/ 177001 w 181474"/>
                <a:gd name="connsiteY23" fmla="*/ 61286 h 217055"/>
                <a:gd name="connsiteX24" fmla="*/ 169333 w 181474"/>
                <a:gd name="connsiteY24" fmla="*/ 48518 h 217055"/>
                <a:gd name="connsiteX25" fmla="*/ 34506 w 181474"/>
                <a:gd name="connsiteY25" fmla="*/ 111081 h 217055"/>
                <a:gd name="connsiteX26" fmla="*/ 34506 w 181474"/>
                <a:gd name="connsiteY26" fmla="*/ 160238 h 217055"/>
                <a:gd name="connsiteX27" fmla="*/ 31311 w 181474"/>
                <a:gd name="connsiteY27" fmla="*/ 171729 h 217055"/>
                <a:gd name="connsiteX28" fmla="*/ 23643 w 181474"/>
                <a:gd name="connsiteY28" fmla="*/ 174921 h 217055"/>
                <a:gd name="connsiteX29" fmla="*/ 15975 w 181474"/>
                <a:gd name="connsiteY29" fmla="*/ 171729 h 217055"/>
                <a:gd name="connsiteX30" fmla="*/ 12780 w 181474"/>
                <a:gd name="connsiteY30" fmla="*/ 160238 h 217055"/>
                <a:gd name="connsiteX31" fmla="*/ 12780 w 181474"/>
                <a:gd name="connsiteY31" fmla="*/ 27451 h 217055"/>
                <a:gd name="connsiteX32" fmla="*/ 15975 w 181474"/>
                <a:gd name="connsiteY32" fmla="*/ 15960 h 217055"/>
                <a:gd name="connsiteX33" fmla="*/ 28755 w 181474"/>
                <a:gd name="connsiteY33" fmla="*/ 12768 h 217055"/>
                <a:gd name="connsiteX34" fmla="*/ 73484 w 181474"/>
                <a:gd name="connsiteY34" fmla="*/ 12768 h 217055"/>
                <a:gd name="connsiteX35" fmla="*/ 102239 w 181474"/>
                <a:gd name="connsiteY35" fmla="*/ 15321 h 217055"/>
                <a:gd name="connsiteX36" fmla="*/ 118214 w 181474"/>
                <a:gd name="connsiteY36" fmla="*/ 23621 h 217055"/>
                <a:gd name="connsiteX37" fmla="*/ 128438 w 181474"/>
                <a:gd name="connsiteY37" fmla="*/ 37665 h 217055"/>
                <a:gd name="connsiteX38" fmla="*/ 132272 w 181474"/>
                <a:gd name="connsiteY38" fmla="*/ 57456 h 217055"/>
                <a:gd name="connsiteX39" fmla="*/ 118214 w 181474"/>
                <a:gd name="connsiteY39" fmla="*/ 92568 h 217055"/>
                <a:gd name="connsiteX40" fmla="*/ 74123 w 181474"/>
                <a:gd name="connsiteY40" fmla="*/ 104697 h 217055"/>
                <a:gd name="connsiteX41" fmla="*/ 42173 w 181474"/>
                <a:gd name="connsiteY41" fmla="*/ 104697 h 217055"/>
                <a:gd name="connsiteX42" fmla="*/ 34506 w 181474"/>
                <a:gd name="connsiteY42" fmla="*/ 111081 h 217055"/>
                <a:gd name="connsiteX43" fmla="*/ 155275 w 181474"/>
                <a:gd name="connsiteY43" fmla="*/ 121934 h 217055"/>
                <a:gd name="connsiteX44" fmla="*/ 111185 w 181474"/>
                <a:gd name="connsiteY44" fmla="*/ 134064 h 217055"/>
                <a:gd name="connsiteX45" fmla="*/ 79235 w 181474"/>
                <a:gd name="connsiteY45" fmla="*/ 134064 h 217055"/>
                <a:gd name="connsiteX46" fmla="*/ 72845 w 181474"/>
                <a:gd name="connsiteY46" fmla="*/ 140448 h 217055"/>
                <a:gd name="connsiteX47" fmla="*/ 72845 w 181474"/>
                <a:gd name="connsiteY47" fmla="*/ 189604 h 217055"/>
                <a:gd name="connsiteX48" fmla="*/ 69650 w 181474"/>
                <a:gd name="connsiteY48" fmla="*/ 201095 h 217055"/>
                <a:gd name="connsiteX49" fmla="*/ 61982 w 181474"/>
                <a:gd name="connsiteY49" fmla="*/ 204287 h 217055"/>
                <a:gd name="connsiteX50" fmla="*/ 54314 w 181474"/>
                <a:gd name="connsiteY50" fmla="*/ 201095 h 217055"/>
                <a:gd name="connsiteX51" fmla="*/ 51119 w 181474"/>
                <a:gd name="connsiteY51" fmla="*/ 189604 h 217055"/>
                <a:gd name="connsiteX52" fmla="*/ 51119 w 181474"/>
                <a:gd name="connsiteY52" fmla="*/ 118104 h 217055"/>
                <a:gd name="connsiteX53" fmla="*/ 74123 w 181474"/>
                <a:gd name="connsiteY53" fmla="*/ 118104 h 217055"/>
                <a:gd name="connsiteX54" fmla="*/ 126521 w 181474"/>
                <a:gd name="connsiteY54" fmla="*/ 102782 h 217055"/>
                <a:gd name="connsiteX55" fmla="*/ 145052 w 181474"/>
                <a:gd name="connsiteY55" fmla="*/ 58094 h 217055"/>
                <a:gd name="connsiteX56" fmla="*/ 143774 w 181474"/>
                <a:gd name="connsiteY56" fmla="*/ 45326 h 217055"/>
                <a:gd name="connsiteX57" fmla="*/ 156553 w 181474"/>
                <a:gd name="connsiteY57" fmla="*/ 52987 h 217055"/>
                <a:gd name="connsiteX58" fmla="*/ 160387 w 181474"/>
                <a:gd name="connsiteY58" fmla="*/ 57456 h 217055"/>
                <a:gd name="connsiteX59" fmla="*/ 166138 w 181474"/>
                <a:gd name="connsiteY59" fmla="*/ 67670 h 217055"/>
                <a:gd name="connsiteX60" fmla="*/ 169972 w 181474"/>
                <a:gd name="connsiteY60" fmla="*/ 87461 h 217055"/>
                <a:gd name="connsiteX61" fmla="*/ 155275 w 181474"/>
                <a:gd name="connsiteY61" fmla="*/ 121934 h 217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81474" h="217055">
                  <a:moveTo>
                    <a:pt x="169333" y="48518"/>
                  </a:moveTo>
                  <a:cubicBezTo>
                    <a:pt x="169333" y="48518"/>
                    <a:pt x="166777" y="45326"/>
                    <a:pt x="164221" y="42773"/>
                  </a:cubicBezTo>
                  <a:cubicBezTo>
                    <a:pt x="155915" y="35112"/>
                    <a:pt x="144412" y="31281"/>
                    <a:pt x="138662" y="30005"/>
                  </a:cubicBezTo>
                  <a:cubicBezTo>
                    <a:pt x="138662" y="30005"/>
                    <a:pt x="138662" y="30005"/>
                    <a:pt x="138662" y="30005"/>
                  </a:cubicBezTo>
                  <a:cubicBezTo>
                    <a:pt x="135467" y="23621"/>
                    <a:pt x="131633" y="18513"/>
                    <a:pt x="126521" y="14045"/>
                  </a:cubicBezTo>
                  <a:cubicBezTo>
                    <a:pt x="120770" y="8937"/>
                    <a:pt x="113741" y="5107"/>
                    <a:pt x="105434" y="3192"/>
                  </a:cubicBezTo>
                  <a:cubicBezTo>
                    <a:pt x="97766" y="1277"/>
                    <a:pt x="86903" y="0"/>
                    <a:pt x="72845" y="0"/>
                  </a:cubicBezTo>
                  <a:lnTo>
                    <a:pt x="28116" y="0"/>
                  </a:lnTo>
                  <a:cubicBezTo>
                    <a:pt x="18531" y="0"/>
                    <a:pt x="11502" y="2553"/>
                    <a:pt x="7029" y="6384"/>
                  </a:cubicBezTo>
                  <a:cubicBezTo>
                    <a:pt x="1917" y="10853"/>
                    <a:pt x="0" y="17875"/>
                    <a:pt x="0" y="27451"/>
                  </a:cubicBezTo>
                  <a:lnTo>
                    <a:pt x="0" y="160238"/>
                  </a:lnTo>
                  <a:cubicBezTo>
                    <a:pt x="0" y="168537"/>
                    <a:pt x="1917" y="175560"/>
                    <a:pt x="6390" y="180028"/>
                  </a:cubicBezTo>
                  <a:cubicBezTo>
                    <a:pt x="10863" y="185135"/>
                    <a:pt x="16614" y="187689"/>
                    <a:pt x="23643" y="187689"/>
                  </a:cubicBezTo>
                  <a:cubicBezTo>
                    <a:pt x="28755" y="187689"/>
                    <a:pt x="33867" y="186412"/>
                    <a:pt x="37701" y="183220"/>
                  </a:cubicBezTo>
                  <a:lnTo>
                    <a:pt x="37701" y="189604"/>
                  </a:lnTo>
                  <a:cubicBezTo>
                    <a:pt x="37701" y="197903"/>
                    <a:pt x="39618" y="204926"/>
                    <a:pt x="44091" y="209395"/>
                  </a:cubicBezTo>
                  <a:cubicBezTo>
                    <a:pt x="48563" y="214502"/>
                    <a:pt x="54314" y="217055"/>
                    <a:pt x="61343" y="217055"/>
                  </a:cubicBezTo>
                  <a:cubicBezTo>
                    <a:pt x="68372" y="217055"/>
                    <a:pt x="74123" y="214502"/>
                    <a:pt x="78596" y="209395"/>
                  </a:cubicBezTo>
                  <a:cubicBezTo>
                    <a:pt x="83069" y="204287"/>
                    <a:pt x="84986" y="197903"/>
                    <a:pt x="84986" y="188966"/>
                  </a:cubicBezTo>
                  <a:lnTo>
                    <a:pt x="84986" y="146193"/>
                  </a:lnTo>
                  <a:lnTo>
                    <a:pt x="110546" y="146193"/>
                  </a:lnTo>
                  <a:cubicBezTo>
                    <a:pt x="133550" y="146193"/>
                    <a:pt x="150802" y="141086"/>
                    <a:pt x="162943" y="130872"/>
                  </a:cubicBezTo>
                  <a:cubicBezTo>
                    <a:pt x="175084" y="120657"/>
                    <a:pt x="181474" y="105336"/>
                    <a:pt x="181474" y="86184"/>
                  </a:cubicBezTo>
                  <a:cubicBezTo>
                    <a:pt x="181474" y="77246"/>
                    <a:pt x="180196" y="68947"/>
                    <a:pt x="177001" y="61286"/>
                  </a:cubicBezTo>
                  <a:cubicBezTo>
                    <a:pt x="175723" y="56817"/>
                    <a:pt x="172528" y="52349"/>
                    <a:pt x="169333" y="48518"/>
                  </a:cubicBezTo>
                  <a:close/>
                  <a:moveTo>
                    <a:pt x="34506" y="111081"/>
                  </a:moveTo>
                  <a:lnTo>
                    <a:pt x="34506" y="160238"/>
                  </a:lnTo>
                  <a:cubicBezTo>
                    <a:pt x="34506" y="165345"/>
                    <a:pt x="33228" y="169176"/>
                    <a:pt x="31311" y="171729"/>
                  </a:cubicBezTo>
                  <a:cubicBezTo>
                    <a:pt x="29394" y="174283"/>
                    <a:pt x="26838" y="174921"/>
                    <a:pt x="23643" y="174921"/>
                  </a:cubicBezTo>
                  <a:cubicBezTo>
                    <a:pt x="20448" y="174921"/>
                    <a:pt x="17892" y="173644"/>
                    <a:pt x="15975" y="171729"/>
                  </a:cubicBezTo>
                  <a:cubicBezTo>
                    <a:pt x="14058" y="169176"/>
                    <a:pt x="12780" y="165345"/>
                    <a:pt x="12780" y="160238"/>
                  </a:cubicBezTo>
                  <a:lnTo>
                    <a:pt x="12780" y="27451"/>
                  </a:lnTo>
                  <a:cubicBezTo>
                    <a:pt x="12780" y="21705"/>
                    <a:pt x="14058" y="17875"/>
                    <a:pt x="15975" y="15960"/>
                  </a:cubicBezTo>
                  <a:cubicBezTo>
                    <a:pt x="18531" y="14045"/>
                    <a:pt x="22365" y="12768"/>
                    <a:pt x="28755" y="12768"/>
                  </a:cubicBezTo>
                  <a:lnTo>
                    <a:pt x="73484" y="12768"/>
                  </a:lnTo>
                  <a:cubicBezTo>
                    <a:pt x="86264" y="12768"/>
                    <a:pt x="95849" y="13406"/>
                    <a:pt x="102239" y="15321"/>
                  </a:cubicBezTo>
                  <a:cubicBezTo>
                    <a:pt x="108629" y="17237"/>
                    <a:pt x="113741" y="19790"/>
                    <a:pt x="118214" y="23621"/>
                  </a:cubicBezTo>
                  <a:cubicBezTo>
                    <a:pt x="122687" y="27451"/>
                    <a:pt x="125882" y="32558"/>
                    <a:pt x="128438" y="37665"/>
                  </a:cubicBezTo>
                  <a:cubicBezTo>
                    <a:pt x="130994" y="43411"/>
                    <a:pt x="132272" y="50433"/>
                    <a:pt x="132272" y="57456"/>
                  </a:cubicBezTo>
                  <a:cubicBezTo>
                    <a:pt x="132272" y="73416"/>
                    <a:pt x="127799" y="84907"/>
                    <a:pt x="118214" y="92568"/>
                  </a:cubicBezTo>
                  <a:cubicBezTo>
                    <a:pt x="108629" y="100867"/>
                    <a:pt x="93932" y="104697"/>
                    <a:pt x="74123" y="104697"/>
                  </a:cubicBezTo>
                  <a:lnTo>
                    <a:pt x="42173" y="104697"/>
                  </a:lnTo>
                  <a:cubicBezTo>
                    <a:pt x="37701" y="104697"/>
                    <a:pt x="34506" y="107251"/>
                    <a:pt x="34506" y="111081"/>
                  </a:cubicBezTo>
                  <a:close/>
                  <a:moveTo>
                    <a:pt x="155275" y="121934"/>
                  </a:moveTo>
                  <a:cubicBezTo>
                    <a:pt x="145690" y="130233"/>
                    <a:pt x="130994" y="134064"/>
                    <a:pt x="111185" y="134064"/>
                  </a:cubicBezTo>
                  <a:lnTo>
                    <a:pt x="79235" y="134064"/>
                  </a:lnTo>
                  <a:cubicBezTo>
                    <a:pt x="75401" y="134064"/>
                    <a:pt x="72845" y="136617"/>
                    <a:pt x="72845" y="140448"/>
                  </a:cubicBezTo>
                  <a:lnTo>
                    <a:pt x="72845" y="189604"/>
                  </a:lnTo>
                  <a:cubicBezTo>
                    <a:pt x="72845" y="194711"/>
                    <a:pt x="71567" y="198542"/>
                    <a:pt x="69650" y="201095"/>
                  </a:cubicBezTo>
                  <a:cubicBezTo>
                    <a:pt x="67733" y="203649"/>
                    <a:pt x="65177" y="204287"/>
                    <a:pt x="61982" y="204287"/>
                  </a:cubicBezTo>
                  <a:cubicBezTo>
                    <a:pt x="58788" y="204287"/>
                    <a:pt x="56231" y="203011"/>
                    <a:pt x="54314" y="201095"/>
                  </a:cubicBezTo>
                  <a:cubicBezTo>
                    <a:pt x="52398" y="198542"/>
                    <a:pt x="51119" y="194711"/>
                    <a:pt x="51119" y="189604"/>
                  </a:cubicBezTo>
                  <a:lnTo>
                    <a:pt x="51119" y="118104"/>
                  </a:lnTo>
                  <a:lnTo>
                    <a:pt x="74123" y="118104"/>
                  </a:lnTo>
                  <a:cubicBezTo>
                    <a:pt x="97127" y="118104"/>
                    <a:pt x="114380" y="112997"/>
                    <a:pt x="126521" y="102782"/>
                  </a:cubicBezTo>
                  <a:cubicBezTo>
                    <a:pt x="138662" y="92568"/>
                    <a:pt x="145052" y="77246"/>
                    <a:pt x="145052" y="58094"/>
                  </a:cubicBezTo>
                  <a:cubicBezTo>
                    <a:pt x="145052" y="53625"/>
                    <a:pt x="144412" y="49795"/>
                    <a:pt x="143774" y="45326"/>
                  </a:cubicBezTo>
                  <a:cubicBezTo>
                    <a:pt x="148247" y="47241"/>
                    <a:pt x="152720" y="49157"/>
                    <a:pt x="156553" y="52987"/>
                  </a:cubicBezTo>
                  <a:cubicBezTo>
                    <a:pt x="158470" y="54902"/>
                    <a:pt x="160387" y="56817"/>
                    <a:pt x="160387" y="57456"/>
                  </a:cubicBezTo>
                  <a:cubicBezTo>
                    <a:pt x="162943" y="60648"/>
                    <a:pt x="164860" y="63840"/>
                    <a:pt x="166138" y="67670"/>
                  </a:cubicBezTo>
                  <a:cubicBezTo>
                    <a:pt x="168695" y="73416"/>
                    <a:pt x="169972" y="80438"/>
                    <a:pt x="169972" y="87461"/>
                  </a:cubicBezTo>
                  <a:cubicBezTo>
                    <a:pt x="169333" y="102144"/>
                    <a:pt x="164860" y="113635"/>
                    <a:pt x="155275" y="121934"/>
                  </a:cubicBezTo>
                  <a:close/>
                </a:path>
              </a:pathLst>
            </a:custGeom>
            <a:solidFill>
              <a:srgbClr val="43B02A"/>
            </a:solidFill>
            <a:ln w="6390" cap="flat">
              <a:noFill/>
              <a:prstDash val="solid"/>
              <a:miter/>
            </a:ln>
          </p:spPr>
          <p:txBody>
            <a:bodyPr rtlCol="0" anchor="ctr"/>
            <a:lstStyle/>
            <a:p>
              <a:endParaRPr lang="en-US"/>
            </a:p>
          </p:txBody>
        </p:sp>
      </p:grpSp>
      <p:grpSp>
        <p:nvGrpSpPr>
          <p:cNvPr id="1325" name="Graphic 1039">
            <a:extLst>
              <a:ext uri="{FF2B5EF4-FFF2-40B4-BE49-F238E27FC236}">
                <a16:creationId xmlns:a16="http://schemas.microsoft.com/office/drawing/2014/main" id="{160F7522-1566-4046-904A-58EA8328E8EA}"/>
              </a:ext>
            </a:extLst>
          </p:cNvPr>
          <p:cNvGrpSpPr/>
          <p:nvPr/>
        </p:nvGrpSpPr>
        <p:grpSpPr>
          <a:xfrm>
            <a:off x="1952764" y="1893013"/>
            <a:ext cx="361670" cy="361333"/>
            <a:chOff x="1952764" y="1893013"/>
            <a:chExt cx="361670" cy="361333"/>
          </a:xfrm>
          <a:solidFill>
            <a:srgbClr val="26890D"/>
          </a:solidFill>
        </p:grpSpPr>
        <p:sp>
          <p:nvSpPr>
            <p:cNvPr id="1326" name="Graphic 1039">
              <a:extLst>
                <a:ext uri="{FF2B5EF4-FFF2-40B4-BE49-F238E27FC236}">
                  <a16:creationId xmlns:a16="http://schemas.microsoft.com/office/drawing/2014/main" id="{B3939D20-6C5C-DB4F-83D0-678B0DB103ED}"/>
                </a:ext>
              </a:extLst>
            </p:cNvPr>
            <p:cNvSpPr/>
            <p:nvPr/>
          </p:nvSpPr>
          <p:spPr>
            <a:xfrm>
              <a:off x="2157881" y="2094108"/>
              <a:ext cx="16613" cy="16598"/>
            </a:xfrm>
            <a:custGeom>
              <a:avLst/>
              <a:gdLst>
                <a:gd name="connsiteX0" fmla="*/ 8307 w 16613"/>
                <a:gd name="connsiteY0" fmla="*/ 0 h 16598"/>
                <a:gd name="connsiteX1" fmla="*/ 0 w 16613"/>
                <a:gd name="connsiteY1" fmla="*/ 8299 h 16598"/>
                <a:gd name="connsiteX2" fmla="*/ 8307 w 16613"/>
                <a:gd name="connsiteY2" fmla="*/ 16598 h 16598"/>
                <a:gd name="connsiteX3" fmla="*/ 16614 w 16613"/>
                <a:gd name="connsiteY3" fmla="*/ 8299 h 16598"/>
                <a:gd name="connsiteX4" fmla="*/ 8307 w 16613"/>
                <a:gd name="connsiteY4" fmla="*/ 0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16598">
                  <a:moveTo>
                    <a:pt x="8307" y="0"/>
                  </a:moveTo>
                  <a:cubicBezTo>
                    <a:pt x="3834" y="0"/>
                    <a:pt x="0" y="3830"/>
                    <a:pt x="0" y="8299"/>
                  </a:cubicBezTo>
                  <a:cubicBezTo>
                    <a:pt x="0" y="12768"/>
                    <a:pt x="3834" y="16598"/>
                    <a:pt x="8307" y="16598"/>
                  </a:cubicBezTo>
                  <a:cubicBezTo>
                    <a:pt x="12780" y="16598"/>
                    <a:pt x="16614" y="12768"/>
                    <a:pt x="16614" y="8299"/>
                  </a:cubicBezTo>
                  <a:cubicBezTo>
                    <a:pt x="16614" y="3830"/>
                    <a:pt x="12780" y="0"/>
                    <a:pt x="8307" y="0"/>
                  </a:cubicBezTo>
                  <a:close/>
                </a:path>
              </a:pathLst>
            </a:custGeom>
            <a:solidFill>
              <a:srgbClr val="26890D"/>
            </a:solidFill>
            <a:ln w="6390" cap="flat">
              <a:noFill/>
              <a:prstDash val="solid"/>
              <a:miter/>
            </a:ln>
          </p:spPr>
          <p:txBody>
            <a:bodyPr rtlCol="0" anchor="ctr"/>
            <a:lstStyle/>
            <a:p>
              <a:endParaRPr lang="en-US"/>
            </a:p>
          </p:txBody>
        </p:sp>
        <p:sp>
          <p:nvSpPr>
            <p:cNvPr id="1327" name="Graphic 1039">
              <a:extLst>
                <a:ext uri="{FF2B5EF4-FFF2-40B4-BE49-F238E27FC236}">
                  <a16:creationId xmlns:a16="http://schemas.microsoft.com/office/drawing/2014/main" id="{B1462BAD-25BA-9C49-8C33-35ED7EC51448}"/>
                </a:ext>
              </a:extLst>
            </p:cNvPr>
            <p:cNvSpPr/>
            <p:nvPr/>
          </p:nvSpPr>
          <p:spPr>
            <a:xfrm>
              <a:off x="2036473" y="1975366"/>
              <a:ext cx="196809" cy="197265"/>
            </a:xfrm>
            <a:custGeom>
              <a:avLst/>
              <a:gdLst>
                <a:gd name="connsiteX0" fmla="*/ 183391 w 196809"/>
                <a:gd name="connsiteY0" fmla="*/ 79162 h 197265"/>
                <a:gd name="connsiteX1" fmla="*/ 189781 w 196809"/>
                <a:gd name="connsiteY1" fmla="*/ 61925 h 197265"/>
                <a:gd name="connsiteX2" fmla="*/ 173167 w 196809"/>
                <a:gd name="connsiteY2" fmla="*/ 53626 h 197265"/>
                <a:gd name="connsiteX3" fmla="*/ 169972 w 196809"/>
                <a:gd name="connsiteY3" fmla="*/ 48518 h 197265"/>
                <a:gd name="connsiteX4" fmla="*/ 169333 w 196809"/>
                <a:gd name="connsiteY4" fmla="*/ 30005 h 197265"/>
                <a:gd name="connsiteX5" fmla="*/ 150802 w 196809"/>
                <a:gd name="connsiteY5" fmla="*/ 28728 h 197265"/>
                <a:gd name="connsiteX6" fmla="*/ 145690 w 196809"/>
                <a:gd name="connsiteY6" fmla="*/ 24898 h 197265"/>
                <a:gd name="connsiteX7" fmla="*/ 138022 w 196809"/>
                <a:gd name="connsiteY7" fmla="*/ 8299 h 197265"/>
                <a:gd name="connsiteX8" fmla="*/ 120131 w 196809"/>
                <a:gd name="connsiteY8" fmla="*/ 14045 h 197265"/>
                <a:gd name="connsiteX9" fmla="*/ 113741 w 196809"/>
                <a:gd name="connsiteY9" fmla="*/ 12768 h 197265"/>
                <a:gd name="connsiteX10" fmla="*/ 99683 w 196809"/>
                <a:gd name="connsiteY10" fmla="*/ 0 h 197265"/>
                <a:gd name="connsiteX11" fmla="*/ 85625 w 196809"/>
                <a:gd name="connsiteY11" fmla="*/ 12130 h 197265"/>
                <a:gd name="connsiteX12" fmla="*/ 79235 w 196809"/>
                <a:gd name="connsiteY12" fmla="*/ 13406 h 197265"/>
                <a:gd name="connsiteX13" fmla="*/ 61982 w 196809"/>
                <a:gd name="connsiteY13" fmla="*/ 7022 h 197265"/>
                <a:gd name="connsiteX14" fmla="*/ 53675 w 196809"/>
                <a:gd name="connsiteY14" fmla="*/ 23621 h 197265"/>
                <a:gd name="connsiteX15" fmla="*/ 48563 w 196809"/>
                <a:gd name="connsiteY15" fmla="*/ 26813 h 197265"/>
                <a:gd name="connsiteX16" fmla="*/ 30033 w 196809"/>
                <a:gd name="connsiteY16" fmla="*/ 27451 h 197265"/>
                <a:gd name="connsiteX17" fmla="*/ 28755 w 196809"/>
                <a:gd name="connsiteY17" fmla="*/ 45965 h 197265"/>
                <a:gd name="connsiteX18" fmla="*/ 24921 w 196809"/>
                <a:gd name="connsiteY18" fmla="*/ 51072 h 197265"/>
                <a:gd name="connsiteX19" fmla="*/ 8307 w 196809"/>
                <a:gd name="connsiteY19" fmla="*/ 58733 h 197265"/>
                <a:gd name="connsiteX20" fmla="*/ 14058 w 196809"/>
                <a:gd name="connsiteY20" fmla="*/ 76608 h 197265"/>
                <a:gd name="connsiteX21" fmla="*/ 12780 w 196809"/>
                <a:gd name="connsiteY21" fmla="*/ 82992 h 197265"/>
                <a:gd name="connsiteX22" fmla="*/ 0 w 196809"/>
                <a:gd name="connsiteY22" fmla="*/ 97037 h 197265"/>
                <a:gd name="connsiteX23" fmla="*/ 12141 w 196809"/>
                <a:gd name="connsiteY23" fmla="*/ 111081 h 197265"/>
                <a:gd name="connsiteX24" fmla="*/ 13419 w 196809"/>
                <a:gd name="connsiteY24" fmla="*/ 117465 h 197265"/>
                <a:gd name="connsiteX25" fmla="*/ 7029 w 196809"/>
                <a:gd name="connsiteY25" fmla="*/ 135341 h 197265"/>
                <a:gd name="connsiteX26" fmla="*/ 23643 w 196809"/>
                <a:gd name="connsiteY26" fmla="*/ 143640 h 197265"/>
                <a:gd name="connsiteX27" fmla="*/ 26838 w 196809"/>
                <a:gd name="connsiteY27" fmla="*/ 148747 h 197265"/>
                <a:gd name="connsiteX28" fmla="*/ 27477 w 196809"/>
                <a:gd name="connsiteY28" fmla="*/ 167260 h 197265"/>
                <a:gd name="connsiteX29" fmla="*/ 46007 w 196809"/>
                <a:gd name="connsiteY29" fmla="*/ 168537 h 197265"/>
                <a:gd name="connsiteX30" fmla="*/ 51119 w 196809"/>
                <a:gd name="connsiteY30" fmla="*/ 172368 h 197265"/>
                <a:gd name="connsiteX31" fmla="*/ 58787 w 196809"/>
                <a:gd name="connsiteY31" fmla="*/ 188966 h 197265"/>
                <a:gd name="connsiteX32" fmla="*/ 76679 w 196809"/>
                <a:gd name="connsiteY32" fmla="*/ 183220 h 197265"/>
                <a:gd name="connsiteX33" fmla="*/ 78596 w 196809"/>
                <a:gd name="connsiteY33" fmla="*/ 182582 h 197265"/>
                <a:gd name="connsiteX34" fmla="*/ 83069 w 196809"/>
                <a:gd name="connsiteY34" fmla="*/ 184497 h 197265"/>
                <a:gd name="connsiteX35" fmla="*/ 97127 w 196809"/>
                <a:gd name="connsiteY35" fmla="*/ 197265 h 197265"/>
                <a:gd name="connsiteX36" fmla="*/ 111185 w 196809"/>
                <a:gd name="connsiteY36" fmla="*/ 185135 h 197265"/>
                <a:gd name="connsiteX37" fmla="*/ 117575 w 196809"/>
                <a:gd name="connsiteY37" fmla="*/ 183859 h 197265"/>
                <a:gd name="connsiteX38" fmla="*/ 134828 w 196809"/>
                <a:gd name="connsiteY38" fmla="*/ 190243 h 197265"/>
                <a:gd name="connsiteX39" fmla="*/ 143135 w 196809"/>
                <a:gd name="connsiteY39" fmla="*/ 173644 h 197265"/>
                <a:gd name="connsiteX40" fmla="*/ 148246 w 196809"/>
                <a:gd name="connsiteY40" fmla="*/ 170452 h 197265"/>
                <a:gd name="connsiteX41" fmla="*/ 166777 w 196809"/>
                <a:gd name="connsiteY41" fmla="*/ 169814 h 197265"/>
                <a:gd name="connsiteX42" fmla="*/ 168055 w 196809"/>
                <a:gd name="connsiteY42" fmla="*/ 151300 h 197265"/>
                <a:gd name="connsiteX43" fmla="*/ 171889 w 196809"/>
                <a:gd name="connsiteY43" fmla="*/ 146193 h 197265"/>
                <a:gd name="connsiteX44" fmla="*/ 188503 w 196809"/>
                <a:gd name="connsiteY44" fmla="*/ 138533 h 197265"/>
                <a:gd name="connsiteX45" fmla="*/ 182752 w 196809"/>
                <a:gd name="connsiteY45" fmla="*/ 120657 h 197265"/>
                <a:gd name="connsiteX46" fmla="*/ 184030 w 196809"/>
                <a:gd name="connsiteY46" fmla="*/ 114273 h 197265"/>
                <a:gd name="connsiteX47" fmla="*/ 196810 w 196809"/>
                <a:gd name="connsiteY47" fmla="*/ 100229 h 197265"/>
                <a:gd name="connsiteX48" fmla="*/ 184669 w 196809"/>
                <a:gd name="connsiteY48" fmla="*/ 86184 h 197265"/>
                <a:gd name="connsiteX49" fmla="*/ 183391 w 196809"/>
                <a:gd name="connsiteY49" fmla="*/ 79162 h 197265"/>
                <a:gd name="connsiteX50" fmla="*/ 44091 w 196809"/>
                <a:gd name="connsiteY50" fmla="*/ 70224 h 197265"/>
                <a:gd name="connsiteX51" fmla="*/ 65177 w 196809"/>
                <a:gd name="connsiteY51" fmla="*/ 49157 h 197265"/>
                <a:gd name="connsiteX52" fmla="*/ 86264 w 196809"/>
                <a:gd name="connsiteY52" fmla="*/ 70224 h 197265"/>
                <a:gd name="connsiteX53" fmla="*/ 65177 w 196809"/>
                <a:gd name="connsiteY53" fmla="*/ 91291 h 197265"/>
                <a:gd name="connsiteX54" fmla="*/ 44091 w 196809"/>
                <a:gd name="connsiteY54" fmla="*/ 70224 h 197265"/>
                <a:gd name="connsiteX55" fmla="*/ 61343 w 196809"/>
                <a:gd name="connsiteY55" fmla="*/ 143640 h 197265"/>
                <a:gd name="connsiteX56" fmla="*/ 56870 w 196809"/>
                <a:gd name="connsiteY56" fmla="*/ 145555 h 197265"/>
                <a:gd name="connsiteX57" fmla="*/ 52397 w 196809"/>
                <a:gd name="connsiteY57" fmla="*/ 143640 h 197265"/>
                <a:gd name="connsiteX58" fmla="*/ 52397 w 196809"/>
                <a:gd name="connsiteY58" fmla="*/ 134702 h 197265"/>
                <a:gd name="connsiteX59" fmla="*/ 132911 w 196809"/>
                <a:gd name="connsiteY59" fmla="*/ 54264 h 197265"/>
                <a:gd name="connsiteX60" fmla="*/ 141856 w 196809"/>
                <a:gd name="connsiteY60" fmla="*/ 54264 h 197265"/>
                <a:gd name="connsiteX61" fmla="*/ 141856 w 196809"/>
                <a:gd name="connsiteY61" fmla="*/ 63202 h 197265"/>
                <a:gd name="connsiteX62" fmla="*/ 61343 w 196809"/>
                <a:gd name="connsiteY62" fmla="*/ 143640 h 197265"/>
                <a:gd name="connsiteX63" fmla="*/ 129716 w 196809"/>
                <a:gd name="connsiteY63" fmla="*/ 148108 h 197265"/>
                <a:gd name="connsiteX64" fmla="*/ 108629 w 196809"/>
                <a:gd name="connsiteY64" fmla="*/ 127041 h 197265"/>
                <a:gd name="connsiteX65" fmla="*/ 129716 w 196809"/>
                <a:gd name="connsiteY65" fmla="*/ 105974 h 197265"/>
                <a:gd name="connsiteX66" fmla="*/ 150802 w 196809"/>
                <a:gd name="connsiteY66" fmla="*/ 127041 h 197265"/>
                <a:gd name="connsiteX67" fmla="*/ 129716 w 196809"/>
                <a:gd name="connsiteY67" fmla="*/ 148108 h 19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96809" h="197265">
                  <a:moveTo>
                    <a:pt x="183391" y="79162"/>
                  </a:moveTo>
                  <a:lnTo>
                    <a:pt x="189781" y="61925"/>
                  </a:lnTo>
                  <a:lnTo>
                    <a:pt x="173167" y="53626"/>
                  </a:lnTo>
                  <a:cubicBezTo>
                    <a:pt x="171250" y="52349"/>
                    <a:pt x="169972" y="50434"/>
                    <a:pt x="169972" y="48518"/>
                  </a:cubicBezTo>
                  <a:lnTo>
                    <a:pt x="169333" y="30005"/>
                  </a:lnTo>
                  <a:lnTo>
                    <a:pt x="150802" y="28728"/>
                  </a:lnTo>
                  <a:cubicBezTo>
                    <a:pt x="148246" y="28728"/>
                    <a:pt x="146330" y="27451"/>
                    <a:pt x="145690" y="24898"/>
                  </a:cubicBezTo>
                  <a:lnTo>
                    <a:pt x="138022" y="8299"/>
                  </a:lnTo>
                  <a:lnTo>
                    <a:pt x="120131" y="14045"/>
                  </a:lnTo>
                  <a:cubicBezTo>
                    <a:pt x="118214" y="14683"/>
                    <a:pt x="115658" y="14045"/>
                    <a:pt x="113741" y="12768"/>
                  </a:cubicBezTo>
                  <a:lnTo>
                    <a:pt x="99683" y="0"/>
                  </a:lnTo>
                  <a:lnTo>
                    <a:pt x="85625" y="12130"/>
                  </a:lnTo>
                  <a:cubicBezTo>
                    <a:pt x="83708" y="13406"/>
                    <a:pt x="81152" y="14045"/>
                    <a:pt x="79235" y="13406"/>
                  </a:cubicBezTo>
                  <a:lnTo>
                    <a:pt x="61982" y="7022"/>
                  </a:lnTo>
                  <a:lnTo>
                    <a:pt x="53675" y="23621"/>
                  </a:lnTo>
                  <a:cubicBezTo>
                    <a:pt x="52397" y="25536"/>
                    <a:pt x="50480" y="26813"/>
                    <a:pt x="48563" y="26813"/>
                  </a:cubicBezTo>
                  <a:lnTo>
                    <a:pt x="30033" y="27451"/>
                  </a:lnTo>
                  <a:lnTo>
                    <a:pt x="28755" y="45965"/>
                  </a:lnTo>
                  <a:cubicBezTo>
                    <a:pt x="28755" y="48518"/>
                    <a:pt x="27477" y="50434"/>
                    <a:pt x="24921" y="51072"/>
                  </a:cubicBezTo>
                  <a:lnTo>
                    <a:pt x="8307" y="58733"/>
                  </a:lnTo>
                  <a:lnTo>
                    <a:pt x="14058" y="76608"/>
                  </a:lnTo>
                  <a:cubicBezTo>
                    <a:pt x="14697" y="78523"/>
                    <a:pt x="14058" y="81077"/>
                    <a:pt x="12780" y="82992"/>
                  </a:cubicBezTo>
                  <a:lnTo>
                    <a:pt x="0" y="97037"/>
                  </a:lnTo>
                  <a:lnTo>
                    <a:pt x="12141" y="111081"/>
                  </a:lnTo>
                  <a:cubicBezTo>
                    <a:pt x="13419" y="112997"/>
                    <a:pt x="14058" y="115550"/>
                    <a:pt x="13419" y="117465"/>
                  </a:cubicBezTo>
                  <a:lnTo>
                    <a:pt x="7029" y="135341"/>
                  </a:lnTo>
                  <a:lnTo>
                    <a:pt x="23643" y="143640"/>
                  </a:lnTo>
                  <a:cubicBezTo>
                    <a:pt x="25560" y="144916"/>
                    <a:pt x="26838" y="146832"/>
                    <a:pt x="26838" y="148747"/>
                  </a:cubicBezTo>
                  <a:lnTo>
                    <a:pt x="27477" y="167260"/>
                  </a:lnTo>
                  <a:lnTo>
                    <a:pt x="46007" y="168537"/>
                  </a:lnTo>
                  <a:cubicBezTo>
                    <a:pt x="48563" y="168537"/>
                    <a:pt x="50480" y="169814"/>
                    <a:pt x="51119" y="172368"/>
                  </a:cubicBezTo>
                  <a:lnTo>
                    <a:pt x="58787" y="188966"/>
                  </a:lnTo>
                  <a:lnTo>
                    <a:pt x="76679" y="183220"/>
                  </a:lnTo>
                  <a:cubicBezTo>
                    <a:pt x="77318" y="183220"/>
                    <a:pt x="77957" y="182582"/>
                    <a:pt x="78596" y="182582"/>
                  </a:cubicBezTo>
                  <a:cubicBezTo>
                    <a:pt x="79874" y="182582"/>
                    <a:pt x="81791" y="183220"/>
                    <a:pt x="83069" y="184497"/>
                  </a:cubicBezTo>
                  <a:lnTo>
                    <a:pt x="97127" y="197265"/>
                  </a:lnTo>
                  <a:lnTo>
                    <a:pt x="111185" y="185135"/>
                  </a:lnTo>
                  <a:cubicBezTo>
                    <a:pt x="113102" y="183859"/>
                    <a:pt x="115658" y="183220"/>
                    <a:pt x="117575" y="183859"/>
                  </a:cubicBezTo>
                  <a:lnTo>
                    <a:pt x="134828" y="190243"/>
                  </a:lnTo>
                  <a:lnTo>
                    <a:pt x="143135" y="173644"/>
                  </a:lnTo>
                  <a:cubicBezTo>
                    <a:pt x="144412" y="171729"/>
                    <a:pt x="146330" y="170452"/>
                    <a:pt x="148246" y="170452"/>
                  </a:cubicBezTo>
                  <a:lnTo>
                    <a:pt x="166777" y="169814"/>
                  </a:lnTo>
                  <a:lnTo>
                    <a:pt x="168055" y="151300"/>
                  </a:lnTo>
                  <a:cubicBezTo>
                    <a:pt x="168055" y="148747"/>
                    <a:pt x="169333" y="146832"/>
                    <a:pt x="171889" y="146193"/>
                  </a:cubicBezTo>
                  <a:lnTo>
                    <a:pt x="188503" y="138533"/>
                  </a:lnTo>
                  <a:lnTo>
                    <a:pt x="182752" y="120657"/>
                  </a:lnTo>
                  <a:cubicBezTo>
                    <a:pt x="182113" y="118742"/>
                    <a:pt x="182752" y="116189"/>
                    <a:pt x="184030" y="114273"/>
                  </a:cubicBezTo>
                  <a:lnTo>
                    <a:pt x="196810" y="100229"/>
                  </a:lnTo>
                  <a:lnTo>
                    <a:pt x="184669" y="86184"/>
                  </a:lnTo>
                  <a:cubicBezTo>
                    <a:pt x="182752" y="84269"/>
                    <a:pt x="182113" y="81715"/>
                    <a:pt x="183391" y="79162"/>
                  </a:cubicBezTo>
                  <a:close/>
                  <a:moveTo>
                    <a:pt x="44091" y="70224"/>
                  </a:moveTo>
                  <a:cubicBezTo>
                    <a:pt x="44091" y="58733"/>
                    <a:pt x="53675" y="49157"/>
                    <a:pt x="65177" y="49157"/>
                  </a:cubicBezTo>
                  <a:cubicBezTo>
                    <a:pt x="76679" y="49157"/>
                    <a:pt x="86264" y="58733"/>
                    <a:pt x="86264" y="70224"/>
                  </a:cubicBezTo>
                  <a:cubicBezTo>
                    <a:pt x="86264" y="81715"/>
                    <a:pt x="76679" y="91291"/>
                    <a:pt x="65177" y="91291"/>
                  </a:cubicBezTo>
                  <a:cubicBezTo>
                    <a:pt x="53675" y="91291"/>
                    <a:pt x="44091" y="81715"/>
                    <a:pt x="44091" y="70224"/>
                  </a:cubicBezTo>
                  <a:close/>
                  <a:moveTo>
                    <a:pt x="61343" y="143640"/>
                  </a:moveTo>
                  <a:cubicBezTo>
                    <a:pt x="60065" y="144916"/>
                    <a:pt x="58148" y="145555"/>
                    <a:pt x="56870" y="145555"/>
                  </a:cubicBezTo>
                  <a:cubicBezTo>
                    <a:pt x="55592" y="145555"/>
                    <a:pt x="53675" y="144916"/>
                    <a:pt x="52397" y="143640"/>
                  </a:cubicBezTo>
                  <a:cubicBezTo>
                    <a:pt x="49841" y="141086"/>
                    <a:pt x="49841" y="137256"/>
                    <a:pt x="52397" y="134702"/>
                  </a:cubicBezTo>
                  <a:lnTo>
                    <a:pt x="132911" y="54264"/>
                  </a:lnTo>
                  <a:cubicBezTo>
                    <a:pt x="135467" y="51710"/>
                    <a:pt x="139301" y="51710"/>
                    <a:pt x="141856" y="54264"/>
                  </a:cubicBezTo>
                  <a:cubicBezTo>
                    <a:pt x="144412" y="56818"/>
                    <a:pt x="144412" y="60648"/>
                    <a:pt x="141856" y="63202"/>
                  </a:cubicBezTo>
                  <a:lnTo>
                    <a:pt x="61343" y="143640"/>
                  </a:lnTo>
                  <a:close/>
                  <a:moveTo>
                    <a:pt x="129716" y="148108"/>
                  </a:moveTo>
                  <a:cubicBezTo>
                    <a:pt x="118214" y="148108"/>
                    <a:pt x="108629" y="138533"/>
                    <a:pt x="108629" y="127041"/>
                  </a:cubicBezTo>
                  <a:cubicBezTo>
                    <a:pt x="108629" y="115550"/>
                    <a:pt x="118214" y="105974"/>
                    <a:pt x="129716" y="105974"/>
                  </a:cubicBezTo>
                  <a:cubicBezTo>
                    <a:pt x="141217" y="105974"/>
                    <a:pt x="150802" y="115550"/>
                    <a:pt x="150802" y="127041"/>
                  </a:cubicBezTo>
                  <a:cubicBezTo>
                    <a:pt x="150802" y="138533"/>
                    <a:pt x="141217" y="148108"/>
                    <a:pt x="129716" y="148108"/>
                  </a:cubicBezTo>
                  <a:close/>
                </a:path>
              </a:pathLst>
            </a:custGeom>
            <a:solidFill>
              <a:srgbClr val="26890D"/>
            </a:solidFill>
            <a:ln w="6390" cap="flat">
              <a:noFill/>
              <a:prstDash val="solid"/>
              <a:miter/>
            </a:ln>
          </p:spPr>
          <p:txBody>
            <a:bodyPr rtlCol="0" anchor="ctr"/>
            <a:lstStyle/>
            <a:p>
              <a:endParaRPr lang="en-US"/>
            </a:p>
          </p:txBody>
        </p:sp>
        <p:sp>
          <p:nvSpPr>
            <p:cNvPr id="1328" name="Graphic 1039">
              <a:extLst>
                <a:ext uri="{FF2B5EF4-FFF2-40B4-BE49-F238E27FC236}">
                  <a16:creationId xmlns:a16="http://schemas.microsoft.com/office/drawing/2014/main" id="{4FA42C99-45BA-C240-A121-2EBB84A65F77}"/>
                </a:ext>
              </a:extLst>
            </p:cNvPr>
            <p:cNvSpPr/>
            <p:nvPr/>
          </p:nvSpPr>
          <p:spPr>
            <a:xfrm>
              <a:off x="1952764"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93298 w 361670"/>
                <a:gd name="connsiteY5" fmla="*/ 186412 h 361333"/>
                <a:gd name="connsiteX6" fmla="*/ 279240 w 361670"/>
                <a:gd name="connsiteY6" fmla="*/ 201734 h 361333"/>
                <a:gd name="connsiteX7" fmla="*/ 285630 w 361670"/>
                <a:gd name="connsiteY7" fmla="*/ 221524 h 361333"/>
                <a:gd name="connsiteX8" fmla="*/ 282435 w 361670"/>
                <a:gd name="connsiteY8" fmla="*/ 229185 h 361333"/>
                <a:gd name="connsiteX9" fmla="*/ 263904 w 361670"/>
                <a:gd name="connsiteY9" fmla="*/ 238123 h 361333"/>
                <a:gd name="connsiteX10" fmla="*/ 262626 w 361670"/>
                <a:gd name="connsiteY10" fmla="*/ 258551 h 361333"/>
                <a:gd name="connsiteX11" fmla="*/ 256237 w 361670"/>
                <a:gd name="connsiteY11" fmla="*/ 264297 h 361333"/>
                <a:gd name="connsiteX12" fmla="*/ 235789 w 361670"/>
                <a:gd name="connsiteY12" fmla="*/ 264935 h 361333"/>
                <a:gd name="connsiteX13" fmla="*/ 226204 w 361670"/>
                <a:gd name="connsiteY13" fmla="*/ 283449 h 361333"/>
                <a:gd name="connsiteX14" fmla="*/ 218536 w 361670"/>
                <a:gd name="connsiteY14" fmla="*/ 286641 h 361333"/>
                <a:gd name="connsiteX15" fmla="*/ 199366 w 361670"/>
                <a:gd name="connsiteY15" fmla="*/ 279619 h 361333"/>
                <a:gd name="connsiteX16" fmla="*/ 184030 w 361670"/>
                <a:gd name="connsiteY16" fmla="*/ 293025 h 361333"/>
                <a:gd name="connsiteX17" fmla="*/ 179557 w 361670"/>
                <a:gd name="connsiteY17" fmla="*/ 294302 h 361333"/>
                <a:gd name="connsiteX18" fmla="*/ 175084 w 361670"/>
                <a:gd name="connsiteY18" fmla="*/ 292387 h 361333"/>
                <a:gd name="connsiteX19" fmla="*/ 159748 w 361670"/>
                <a:gd name="connsiteY19" fmla="*/ 278342 h 361333"/>
                <a:gd name="connsiteX20" fmla="*/ 139940 w 361670"/>
                <a:gd name="connsiteY20" fmla="*/ 284726 h 361333"/>
                <a:gd name="connsiteX21" fmla="*/ 132272 w 361670"/>
                <a:gd name="connsiteY21" fmla="*/ 281534 h 361333"/>
                <a:gd name="connsiteX22" fmla="*/ 123326 w 361670"/>
                <a:gd name="connsiteY22" fmla="*/ 263020 h 361333"/>
                <a:gd name="connsiteX23" fmla="*/ 102878 w 361670"/>
                <a:gd name="connsiteY23" fmla="*/ 261743 h 361333"/>
                <a:gd name="connsiteX24" fmla="*/ 97127 w 361670"/>
                <a:gd name="connsiteY24" fmla="*/ 255359 h 361333"/>
                <a:gd name="connsiteX25" fmla="*/ 96488 w 361670"/>
                <a:gd name="connsiteY25" fmla="*/ 234931 h 361333"/>
                <a:gd name="connsiteX26" fmla="*/ 77957 w 361670"/>
                <a:gd name="connsiteY26" fmla="*/ 225993 h 361333"/>
                <a:gd name="connsiteX27" fmla="*/ 74762 w 361670"/>
                <a:gd name="connsiteY27" fmla="*/ 218332 h 361333"/>
                <a:gd name="connsiteX28" fmla="*/ 81791 w 361670"/>
                <a:gd name="connsiteY28" fmla="*/ 199180 h 361333"/>
                <a:gd name="connsiteX29" fmla="*/ 68372 w 361670"/>
                <a:gd name="connsiteY29" fmla="*/ 183859 h 361333"/>
                <a:gd name="connsiteX30" fmla="*/ 68372 w 361670"/>
                <a:gd name="connsiteY30" fmla="*/ 175560 h 361333"/>
                <a:gd name="connsiteX31" fmla="*/ 82430 w 361670"/>
                <a:gd name="connsiteY31" fmla="*/ 160238 h 361333"/>
                <a:gd name="connsiteX32" fmla="*/ 76040 w 361670"/>
                <a:gd name="connsiteY32" fmla="*/ 140448 h 361333"/>
                <a:gd name="connsiteX33" fmla="*/ 79235 w 361670"/>
                <a:gd name="connsiteY33" fmla="*/ 132787 h 361333"/>
                <a:gd name="connsiteX34" fmla="*/ 97766 w 361670"/>
                <a:gd name="connsiteY34" fmla="*/ 123849 h 361333"/>
                <a:gd name="connsiteX35" fmla="*/ 99044 w 361670"/>
                <a:gd name="connsiteY35" fmla="*/ 103421 h 361333"/>
                <a:gd name="connsiteX36" fmla="*/ 105434 w 361670"/>
                <a:gd name="connsiteY36" fmla="*/ 97675 h 361333"/>
                <a:gd name="connsiteX37" fmla="*/ 125882 w 361670"/>
                <a:gd name="connsiteY37" fmla="*/ 97037 h 361333"/>
                <a:gd name="connsiteX38" fmla="*/ 135467 w 361670"/>
                <a:gd name="connsiteY38" fmla="*/ 78523 h 361333"/>
                <a:gd name="connsiteX39" fmla="*/ 143135 w 361670"/>
                <a:gd name="connsiteY39" fmla="*/ 75331 h 361333"/>
                <a:gd name="connsiteX40" fmla="*/ 162304 w 361670"/>
                <a:gd name="connsiteY40" fmla="*/ 82353 h 361333"/>
                <a:gd name="connsiteX41" fmla="*/ 177640 w 361670"/>
                <a:gd name="connsiteY41" fmla="*/ 68947 h 361333"/>
                <a:gd name="connsiteX42" fmla="*/ 185947 w 361670"/>
                <a:gd name="connsiteY42" fmla="*/ 68947 h 361333"/>
                <a:gd name="connsiteX43" fmla="*/ 201283 w 361670"/>
                <a:gd name="connsiteY43" fmla="*/ 82992 h 361333"/>
                <a:gd name="connsiteX44" fmla="*/ 221092 w 361670"/>
                <a:gd name="connsiteY44" fmla="*/ 76608 h 361333"/>
                <a:gd name="connsiteX45" fmla="*/ 228760 w 361670"/>
                <a:gd name="connsiteY45" fmla="*/ 79800 h 361333"/>
                <a:gd name="connsiteX46" fmla="*/ 237706 w 361670"/>
                <a:gd name="connsiteY46" fmla="*/ 98313 h 361333"/>
                <a:gd name="connsiteX47" fmla="*/ 258153 w 361670"/>
                <a:gd name="connsiteY47" fmla="*/ 99590 h 361333"/>
                <a:gd name="connsiteX48" fmla="*/ 263904 w 361670"/>
                <a:gd name="connsiteY48" fmla="*/ 105974 h 361333"/>
                <a:gd name="connsiteX49" fmla="*/ 264543 w 361670"/>
                <a:gd name="connsiteY49" fmla="*/ 126403 h 361333"/>
                <a:gd name="connsiteX50" fmla="*/ 283074 w 361670"/>
                <a:gd name="connsiteY50" fmla="*/ 135341 h 361333"/>
                <a:gd name="connsiteX51" fmla="*/ 286269 w 361670"/>
                <a:gd name="connsiteY51" fmla="*/ 143001 h 361333"/>
                <a:gd name="connsiteX52" fmla="*/ 279240 w 361670"/>
                <a:gd name="connsiteY52" fmla="*/ 162153 h 361333"/>
                <a:gd name="connsiteX53" fmla="*/ 292659 w 361670"/>
                <a:gd name="connsiteY53" fmla="*/ 177475 h 361333"/>
                <a:gd name="connsiteX54" fmla="*/ 293298 w 361670"/>
                <a:gd name="connsiteY54" fmla="*/ 18641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293298" y="186412"/>
                  </a:moveTo>
                  <a:lnTo>
                    <a:pt x="279240" y="201734"/>
                  </a:lnTo>
                  <a:lnTo>
                    <a:pt x="285630" y="221524"/>
                  </a:lnTo>
                  <a:cubicBezTo>
                    <a:pt x="286908" y="224716"/>
                    <a:pt x="284991" y="227908"/>
                    <a:pt x="282435" y="229185"/>
                  </a:cubicBezTo>
                  <a:lnTo>
                    <a:pt x="263904" y="238123"/>
                  </a:lnTo>
                  <a:lnTo>
                    <a:pt x="262626" y="258551"/>
                  </a:lnTo>
                  <a:cubicBezTo>
                    <a:pt x="262626" y="261743"/>
                    <a:pt x="260070" y="264297"/>
                    <a:pt x="256237" y="264297"/>
                  </a:cubicBezTo>
                  <a:lnTo>
                    <a:pt x="235789" y="264935"/>
                  </a:lnTo>
                  <a:lnTo>
                    <a:pt x="226204" y="283449"/>
                  </a:lnTo>
                  <a:cubicBezTo>
                    <a:pt x="224926" y="286641"/>
                    <a:pt x="221092" y="287918"/>
                    <a:pt x="218536" y="286641"/>
                  </a:cubicBezTo>
                  <a:lnTo>
                    <a:pt x="199366" y="279619"/>
                  </a:lnTo>
                  <a:lnTo>
                    <a:pt x="184030" y="293025"/>
                  </a:lnTo>
                  <a:cubicBezTo>
                    <a:pt x="182752" y="294302"/>
                    <a:pt x="181474" y="294302"/>
                    <a:pt x="179557" y="294302"/>
                  </a:cubicBezTo>
                  <a:cubicBezTo>
                    <a:pt x="178279" y="294302"/>
                    <a:pt x="176362" y="293663"/>
                    <a:pt x="175084" y="292387"/>
                  </a:cubicBezTo>
                  <a:lnTo>
                    <a:pt x="159748" y="278342"/>
                  </a:lnTo>
                  <a:lnTo>
                    <a:pt x="139940" y="284726"/>
                  </a:lnTo>
                  <a:cubicBezTo>
                    <a:pt x="136745" y="286003"/>
                    <a:pt x="133550" y="284087"/>
                    <a:pt x="132272" y="281534"/>
                  </a:cubicBezTo>
                  <a:lnTo>
                    <a:pt x="123326" y="263020"/>
                  </a:lnTo>
                  <a:lnTo>
                    <a:pt x="102878" y="261743"/>
                  </a:lnTo>
                  <a:cubicBezTo>
                    <a:pt x="99683" y="261743"/>
                    <a:pt x="97127" y="259190"/>
                    <a:pt x="97127" y="255359"/>
                  </a:cubicBezTo>
                  <a:lnTo>
                    <a:pt x="96488" y="234931"/>
                  </a:lnTo>
                  <a:lnTo>
                    <a:pt x="77957" y="225993"/>
                  </a:lnTo>
                  <a:cubicBezTo>
                    <a:pt x="74762" y="224716"/>
                    <a:pt x="73484" y="220886"/>
                    <a:pt x="74762" y="218332"/>
                  </a:cubicBezTo>
                  <a:lnTo>
                    <a:pt x="81791" y="199180"/>
                  </a:lnTo>
                  <a:lnTo>
                    <a:pt x="68372" y="183859"/>
                  </a:lnTo>
                  <a:cubicBezTo>
                    <a:pt x="66455" y="181305"/>
                    <a:pt x="66455" y="177475"/>
                    <a:pt x="68372" y="175560"/>
                  </a:cubicBezTo>
                  <a:lnTo>
                    <a:pt x="82430" y="160238"/>
                  </a:lnTo>
                  <a:lnTo>
                    <a:pt x="76040" y="140448"/>
                  </a:lnTo>
                  <a:cubicBezTo>
                    <a:pt x="74762" y="137256"/>
                    <a:pt x="76679" y="134064"/>
                    <a:pt x="79235" y="132787"/>
                  </a:cubicBezTo>
                  <a:lnTo>
                    <a:pt x="97766" y="123849"/>
                  </a:lnTo>
                  <a:lnTo>
                    <a:pt x="99044" y="103421"/>
                  </a:lnTo>
                  <a:cubicBezTo>
                    <a:pt x="99044" y="100229"/>
                    <a:pt x="101600" y="97675"/>
                    <a:pt x="105434" y="97675"/>
                  </a:cubicBezTo>
                  <a:lnTo>
                    <a:pt x="125882" y="97037"/>
                  </a:lnTo>
                  <a:lnTo>
                    <a:pt x="135467" y="78523"/>
                  </a:lnTo>
                  <a:cubicBezTo>
                    <a:pt x="136745" y="75331"/>
                    <a:pt x="140579" y="74054"/>
                    <a:pt x="143135" y="75331"/>
                  </a:cubicBezTo>
                  <a:lnTo>
                    <a:pt x="162304" y="82353"/>
                  </a:lnTo>
                  <a:lnTo>
                    <a:pt x="177640" y="68947"/>
                  </a:lnTo>
                  <a:cubicBezTo>
                    <a:pt x="180196" y="67032"/>
                    <a:pt x="184030" y="67032"/>
                    <a:pt x="185947" y="68947"/>
                  </a:cubicBezTo>
                  <a:lnTo>
                    <a:pt x="201283" y="82992"/>
                  </a:lnTo>
                  <a:lnTo>
                    <a:pt x="221092" y="76608"/>
                  </a:lnTo>
                  <a:cubicBezTo>
                    <a:pt x="224287" y="75331"/>
                    <a:pt x="227482" y="77246"/>
                    <a:pt x="228760" y="79800"/>
                  </a:cubicBezTo>
                  <a:lnTo>
                    <a:pt x="237706" y="98313"/>
                  </a:lnTo>
                  <a:lnTo>
                    <a:pt x="258153" y="99590"/>
                  </a:lnTo>
                  <a:cubicBezTo>
                    <a:pt x="261348" y="99590"/>
                    <a:pt x="263904" y="102144"/>
                    <a:pt x="263904" y="105974"/>
                  </a:cubicBezTo>
                  <a:lnTo>
                    <a:pt x="264543" y="126403"/>
                  </a:lnTo>
                  <a:lnTo>
                    <a:pt x="283074" y="135341"/>
                  </a:lnTo>
                  <a:cubicBezTo>
                    <a:pt x="286269" y="136617"/>
                    <a:pt x="287547" y="140448"/>
                    <a:pt x="286269" y="143001"/>
                  </a:cubicBezTo>
                  <a:lnTo>
                    <a:pt x="279240" y="162153"/>
                  </a:lnTo>
                  <a:lnTo>
                    <a:pt x="292659" y="177475"/>
                  </a:lnTo>
                  <a:cubicBezTo>
                    <a:pt x="295854" y="180667"/>
                    <a:pt x="295854" y="184497"/>
                    <a:pt x="293298" y="186412"/>
                  </a:cubicBezTo>
                  <a:close/>
                </a:path>
              </a:pathLst>
            </a:custGeom>
            <a:solidFill>
              <a:srgbClr val="26890D"/>
            </a:solidFill>
            <a:ln w="6390" cap="flat">
              <a:noFill/>
              <a:prstDash val="solid"/>
              <a:miter/>
            </a:ln>
          </p:spPr>
          <p:txBody>
            <a:bodyPr rtlCol="0" anchor="ctr"/>
            <a:lstStyle/>
            <a:p>
              <a:endParaRPr lang="en-US"/>
            </a:p>
          </p:txBody>
        </p:sp>
        <p:sp>
          <p:nvSpPr>
            <p:cNvPr id="1329" name="Graphic 1039">
              <a:extLst>
                <a:ext uri="{FF2B5EF4-FFF2-40B4-BE49-F238E27FC236}">
                  <a16:creationId xmlns:a16="http://schemas.microsoft.com/office/drawing/2014/main" id="{75025116-8361-B140-8A15-36FD4E1F3FBB}"/>
                </a:ext>
              </a:extLst>
            </p:cNvPr>
            <p:cNvSpPr/>
            <p:nvPr/>
          </p:nvSpPr>
          <p:spPr>
            <a:xfrm>
              <a:off x="2093343" y="2037291"/>
              <a:ext cx="16613" cy="16598"/>
            </a:xfrm>
            <a:custGeom>
              <a:avLst/>
              <a:gdLst>
                <a:gd name="connsiteX0" fmla="*/ 16614 w 16613"/>
                <a:gd name="connsiteY0" fmla="*/ 8299 h 16598"/>
                <a:gd name="connsiteX1" fmla="*/ 8307 w 16613"/>
                <a:gd name="connsiteY1" fmla="*/ 0 h 16598"/>
                <a:gd name="connsiteX2" fmla="*/ 0 w 16613"/>
                <a:gd name="connsiteY2" fmla="*/ 8299 h 16598"/>
                <a:gd name="connsiteX3" fmla="*/ 8307 w 16613"/>
                <a:gd name="connsiteY3" fmla="*/ 16598 h 16598"/>
                <a:gd name="connsiteX4" fmla="*/ 16614 w 16613"/>
                <a:gd name="connsiteY4" fmla="*/ 8299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16598">
                  <a:moveTo>
                    <a:pt x="16614" y="8299"/>
                  </a:moveTo>
                  <a:cubicBezTo>
                    <a:pt x="16614" y="3830"/>
                    <a:pt x="12780" y="0"/>
                    <a:pt x="8307" y="0"/>
                  </a:cubicBezTo>
                  <a:cubicBezTo>
                    <a:pt x="3834" y="0"/>
                    <a:pt x="0" y="3830"/>
                    <a:pt x="0" y="8299"/>
                  </a:cubicBezTo>
                  <a:cubicBezTo>
                    <a:pt x="0" y="12768"/>
                    <a:pt x="3834" y="16598"/>
                    <a:pt x="8307" y="16598"/>
                  </a:cubicBezTo>
                  <a:cubicBezTo>
                    <a:pt x="12780" y="16598"/>
                    <a:pt x="16614" y="12768"/>
                    <a:pt x="16614" y="8299"/>
                  </a:cubicBezTo>
                  <a:close/>
                </a:path>
              </a:pathLst>
            </a:custGeom>
            <a:solidFill>
              <a:srgbClr val="26890D"/>
            </a:solidFill>
            <a:ln w="6390" cap="flat">
              <a:noFill/>
              <a:prstDash val="solid"/>
              <a:miter/>
            </a:ln>
          </p:spPr>
          <p:txBody>
            <a:bodyPr rtlCol="0" anchor="ctr"/>
            <a:lstStyle/>
            <a:p>
              <a:endParaRPr lang="en-US"/>
            </a:p>
          </p:txBody>
        </p:sp>
      </p:grpSp>
      <p:grpSp>
        <p:nvGrpSpPr>
          <p:cNvPr id="1330" name="Graphic 1039">
            <a:extLst>
              <a:ext uri="{FF2B5EF4-FFF2-40B4-BE49-F238E27FC236}">
                <a16:creationId xmlns:a16="http://schemas.microsoft.com/office/drawing/2014/main" id="{78638B9F-34D8-0F48-A3CC-5A6B62186C3B}"/>
              </a:ext>
            </a:extLst>
          </p:cNvPr>
          <p:cNvGrpSpPr/>
          <p:nvPr/>
        </p:nvGrpSpPr>
        <p:grpSpPr>
          <a:xfrm>
            <a:off x="6147119" y="4308712"/>
            <a:ext cx="361670" cy="361333"/>
            <a:chOff x="6147119" y="4308712"/>
            <a:chExt cx="361670" cy="361333"/>
          </a:xfrm>
          <a:solidFill>
            <a:srgbClr val="43B02A"/>
          </a:solidFill>
        </p:grpSpPr>
        <p:sp>
          <p:nvSpPr>
            <p:cNvPr id="1331" name="Graphic 1039">
              <a:extLst>
                <a:ext uri="{FF2B5EF4-FFF2-40B4-BE49-F238E27FC236}">
                  <a16:creationId xmlns:a16="http://schemas.microsoft.com/office/drawing/2014/main" id="{3FD27128-F407-CF47-AF1E-3E308C44E5B2}"/>
                </a:ext>
              </a:extLst>
            </p:cNvPr>
            <p:cNvSpPr/>
            <p:nvPr/>
          </p:nvSpPr>
          <p:spPr>
            <a:xfrm>
              <a:off x="6287059" y="4426177"/>
              <a:ext cx="118213" cy="158960"/>
            </a:xfrm>
            <a:custGeom>
              <a:avLst/>
              <a:gdLst>
                <a:gd name="connsiteX0" fmla="*/ 109268 w 118213"/>
                <a:gd name="connsiteY0" fmla="*/ 12129 h 158960"/>
                <a:gd name="connsiteX1" fmla="*/ 105434 w 118213"/>
                <a:gd name="connsiteY1" fmla="*/ 7661 h 158960"/>
                <a:gd name="connsiteX2" fmla="*/ 92654 w 118213"/>
                <a:gd name="connsiteY2" fmla="*/ 0 h 158960"/>
                <a:gd name="connsiteX3" fmla="*/ 93932 w 118213"/>
                <a:gd name="connsiteY3" fmla="*/ 12768 h 158960"/>
                <a:gd name="connsiteX4" fmla="*/ 75401 w 118213"/>
                <a:gd name="connsiteY4" fmla="*/ 57456 h 158960"/>
                <a:gd name="connsiteX5" fmla="*/ 23004 w 118213"/>
                <a:gd name="connsiteY5" fmla="*/ 72777 h 158960"/>
                <a:gd name="connsiteX6" fmla="*/ 0 w 118213"/>
                <a:gd name="connsiteY6" fmla="*/ 72777 h 158960"/>
                <a:gd name="connsiteX7" fmla="*/ 0 w 118213"/>
                <a:gd name="connsiteY7" fmla="*/ 144278 h 158960"/>
                <a:gd name="connsiteX8" fmla="*/ 3195 w 118213"/>
                <a:gd name="connsiteY8" fmla="*/ 155769 h 158960"/>
                <a:gd name="connsiteX9" fmla="*/ 10863 w 118213"/>
                <a:gd name="connsiteY9" fmla="*/ 158961 h 158960"/>
                <a:gd name="connsiteX10" fmla="*/ 18531 w 118213"/>
                <a:gd name="connsiteY10" fmla="*/ 155769 h 158960"/>
                <a:gd name="connsiteX11" fmla="*/ 21726 w 118213"/>
                <a:gd name="connsiteY11" fmla="*/ 144278 h 158960"/>
                <a:gd name="connsiteX12" fmla="*/ 21726 w 118213"/>
                <a:gd name="connsiteY12" fmla="*/ 95121 h 158960"/>
                <a:gd name="connsiteX13" fmla="*/ 28115 w 118213"/>
                <a:gd name="connsiteY13" fmla="*/ 88737 h 158960"/>
                <a:gd name="connsiteX14" fmla="*/ 60065 w 118213"/>
                <a:gd name="connsiteY14" fmla="*/ 88737 h 158960"/>
                <a:gd name="connsiteX15" fmla="*/ 104156 w 118213"/>
                <a:gd name="connsiteY15" fmla="*/ 76608 h 158960"/>
                <a:gd name="connsiteX16" fmla="*/ 118214 w 118213"/>
                <a:gd name="connsiteY16" fmla="*/ 41496 h 158960"/>
                <a:gd name="connsiteX17" fmla="*/ 114380 w 118213"/>
                <a:gd name="connsiteY17" fmla="*/ 21705 h 158960"/>
                <a:gd name="connsiteX18" fmla="*/ 109268 w 118213"/>
                <a:gd name="connsiteY18" fmla="*/ 12129 h 158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8213" h="158960">
                  <a:moveTo>
                    <a:pt x="109268" y="12129"/>
                  </a:moveTo>
                  <a:cubicBezTo>
                    <a:pt x="109268" y="12129"/>
                    <a:pt x="107351" y="10214"/>
                    <a:pt x="105434" y="7661"/>
                  </a:cubicBezTo>
                  <a:cubicBezTo>
                    <a:pt x="101600" y="4469"/>
                    <a:pt x="97127" y="1915"/>
                    <a:pt x="92654" y="0"/>
                  </a:cubicBezTo>
                  <a:cubicBezTo>
                    <a:pt x="93293" y="3830"/>
                    <a:pt x="93932" y="8299"/>
                    <a:pt x="93932" y="12768"/>
                  </a:cubicBezTo>
                  <a:cubicBezTo>
                    <a:pt x="93932" y="32558"/>
                    <a:pt x="87542" y="47241"/>
                    <a:pt x="75401" y="57456"/>
                  </a:cubicBezTo>
                  <a:cubicBezTo>
                    <a:pt x="63260" y="67670"/>
                    <a:pt x="46007" y="72777"/>
                    <a:pt x="23004" y="72777"/>
                  </a:cubicBezTo>
                  <a:lnTo>
                    <a:pt x="0" y="72777"/>
                  </a:lnTo>
                  <a:lnTo>
                    <a:pt x="0" y="144278"/>
                  </a:lnTo>
                  <a:cubicBezTo>
                    <a:pt x="0" y="149385"/>
                    <a:pt x="1278" y="153216"/>
                    <a:pt x="3195" y="155769"/>
                  </a:cubicBezTo>
                  <a:cubicBezTo>
                    <a:pt x="5112" y="157684"/>
                    <a:pt x="7668" y="158961"/>
                    <a:pt x="10863" y="158961"/>
                  </a:cubicBezTo>
                  <a:cubicBezTo>
                    <a:pt x="14058" y="158961"/>
                    <a:pt x="16614" y="157684"/>
                    <a:pt x="18531" y="155769"/>
                  </a:cubicBezTo>
                  <a:cubicBezTo>
                    <a:pt x="20447" y="153216"/>
                    <a:pt x="21726" y="149385"/>
                    <a:pt x="21726" y="144278"/>
                  </a:cubicBezTo>
                  <a:lnTo>
                    <a:pt x="21726" y="95121"/>
                  </a:lnTo>
                  <a:cubicBezTo>
                    <a:pt x="21726" y="91291"/>
                    <a:pt x="24282" y="88737"/>
                    <a:pt x="28115" y="88737"/>
                  </a:cubicBezTo>
                  <a:lnTo>
                    <a:pt x="60065" y="88737"/>
                  </a:lnTo>
                  <a:cubicBezTo>
                    <a:pt x="79874" y="88737"/>
                    <a:pt x="94571" y="84907"/>
                    <a:pt x="104156" y="76608"/>
                  </a:cubicBezTo>
                  <a:cubicBezTo>
                    <a:pt x="113741" y="68947"/>
                    <a:pt x="118214" y="57456"/>
                    <a:pt x="118214" y="41496"/>
                  </a:cubicBezTo>
                  <a:cubicBezTo>
                    <a:pt x="118214" y="33835"/>
                    <a:pt x="116936" y="27451"/>
                    <a:pt x="114380" y="21705"/>
                  </a:cubicBezTo>
                  <a:cubicBezTo>
                    <a:pt x="113741" y="18513"/>
                    <a:pt x="111824" y="14683"/>
                    <a:pt x="109268" y="12129"/>
                  </a:cubicBezTo>
                  <a:close/>
                </a:path>
              </a:pathLst>
            </a:custGeom>
            <a:solidFill>
              <a:srgbClr val="43B02A"/>
            </a:solidFill>
            <a:ln w="6390" cap="flat">
              <a:noFill/>
              <a:prstDash val="solid"/>
              <a:miter/>
            </a:ln>
          </p:spPr>
          <p:txBody>
            <a:bodyPr rtlCol="0" anchor="ctr"/>
            <a:lstStyle/>
            <a:p>
              <a:endParaRPr lang="en-US"/>
            </a:p>
          </p:txBody>
        </p:sp>
        <p:sp>
          <p:nvSpPr>
            <p:cNvPr id="1332" name="Graphic 1039">
              <a:extLst>
                <a:ext uri="{FF2B5EF4-FFF2-40B4-BE49-F238E27FC236}">
                  <a16:creationId xmlns:a16="http://schemas.microsoft.com/office/drawing/2014/main" id="{D02DBF74-C9B6-4149-A7CE-CE70341593A7}"/>
                </a:ext>
              </a:extLst>
            </p:cNvPr>
            <p:cNvSpPr/>
            <p:nvPr/>
          </p:nvSpPr>
          <p:spPr>
            <a:xfrm>
              <a:off x="6248719" y="4394257"/>
              <a:ext cx="119491" cy="162152"/>
            </a:xfrm>
            <a:custGeom>
              <a:avLst/>
              <a:gdLst>
                <a:gd name="connsiteX0" fmla="*/ 61343 w 119491"/>
                <a:gd name="connsiteY0" fmla="*/ 91929 h 162152"/>
                <a:gd name="connsiteX1" fmla="*/ 105434 w 119491"/>
                <a:gd name="connsiteY1" fmla="*/ 79800 h 162152"/>
                <a:gd name="connsiteX2" fmla="*/ 119492 w 119491"/>
                <a:gd name="connsiteY2" fmla="*/ 44688 h 162152"/>
                <a:gd name="connsiteX3" fmla="*/ 115658 w 119491"/>
                <a:gd name="connsiteY3" fmla="*/ 24897 h 162152"/>
                <a:gd name="connsiteX4" fmla="*/ 105434 w 119491"/>
                <a:gd name="connsiteY4" fmla="*/ 10853 h 162152"/>
                <a:gd name="connsiteX5" fmla="*/ 89459 w 119491"/>
                <a:gd name="connsiteY5" fmla="*/ 2553 h 162152"/>
                <a:gd name="connsiteX6" fmla="*/ 60704 w 119491"/>
                <a:gd name="connsiteY6" fmla="*/ 0 h 162152"/>
                <a:gd name="connsiteX7" fmla="*/ 15975 w 119491"/>
                <a:gd name="connsiteY7" fmla="*/ 0 h 162152"/>
                <a:gd name="connsiteX8" fmla="*/ 3195 w 119491"/>
                <a:gd name="connsiteY8" fmla="*/ 3192 h 162152"/>
                <a:gd name="connsiteX9" fmla="*/ 0 w 119491"/>
                <a:gd name="connsiteY9" fmla="*/ 14683 h 162152"/>
                <a:gd name="connsiteX10" fmla="*/ 0 w 119491"/>
                <a:gd name="connsiteY10" fmla="*/ 147470 h 162152"/>
                <a:gd name="connsiteX11" fmla="*/ 3195 w 119491"/>
                <a:gd name="connsiteY11" fmla="*/ 158961 h 162152"/>
                <a:gd name="connsiteX12" fmla="*/ 10863 w 119491"/>
                <a:gd name="connsiteY12" fmla="*/ 162153 h 162152"/>
                <a:gd name="connsiteX13" fmla="*/ 18531 w 119491"/>
                <a:gd name="connsiteY13" fmla="*/ 158961 h 162152"/>
                <a:gd name="connsiteX14" fmla="*/ 21726 w 119491"/>
                <a:gd name="connsiteY14" fmla="*/ 147470 h 162152"/>
                <a:gd name="connsiteX15" fmla="*/ 21726 w 119491"/>
                <a:gd name="connsiteY15" fmla="*/ 98313 h 162152"/>
                <a:gd name="connsiteX16" fmla="*/ 28115 w 119491"/>
                <a:gd name="connsiteY16" fmla="*/ 91929 h 162152"/>
                <a:gd name="connsiteX17" fmla="*/ 61343 w 119491"/>
                <a:gd name="connsiteY17" fmla="*/ 91929 h 16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9491" h="162152">
                  <a:moveTo>
                    <a:pt x="61343" y="91929"/>
                  </a:moveTo>
                  <a:cubicBezTo>
                    <a:pt x="81152" y="91929"/>
                    <a:pt x="95849" y="88099"/>
                    <a:pt x="105434" y="79800"/>
                  </a:cubicBezTo>
                  <a:cubicBezTo>
                    <a:pt x="115019" y="72139"/>
                    <a:pt x="119492" y="60648"/>
                    <a:pt x="119492" y="44688"/>
                  </a:cubicBezTo>
                  <a:cubicBezTo>
                    <a:pt x="119492" y="37027"/>
                    <a:pt x="118214" y="30643"/>
                    <a:pt x="115658" y="24897"/>
                  </a:cubicBezTo>
                  <a:cubicBezTo>
                    <a:pt x="113102" y="19152"/>
                    <a:pt x="109907" y="14683"/>
                    <a:pt x="105434" y="10853"/>
                  </a:cubicBezTo>
                  <a:cubicBezTo>
                    <a:pt x="100961" y="7022"/>
                    <a:pt x="95849" y="3830"/>
                    <a:pt x="89459" y="2553"/>
                  </a:cubicBezTo>
                  <a:cubicBezTo>
                    <a:pt x="83069" y="638"/>
                    <a:pt x="72845" y="0"/>
                    <a:pt x="60704" y="0"/>
                  </a:cubicBezTo>
                  <a:lnTo>
                    <a:pt x="15975" y="0"/>
                  </a:lnTo>
                  <a:cubicBezTo>
                    <a:pt x="10224" y="0"/>
                    <a:pt x="5751" y="1277"/>
                    <a:pt x="3195" y="3192"/>
                  </a:cubicBezTo>
                  <a:cubicBezTo>
                    <a:pt x="1278" y="5107"/>
                    <a:pt x="0" y="9576"/>
                    <a:pt x="0" y="14683"/>
                  </a:cubicBezTo>
                  <a:lnTo>
                    <a:pt x="0" y="147470"/>
                  </a:lnTo>
                  <a:cubicBezTo>
                    <a:pt x="0" y="152577"/>
                    <a:pt x="1278" y="156408"/>
                    <a:pt x="3195" y="158961"/>
                  </a:cubicBezTo>
                  <a:cubicBezTo>
                    <a:pt x="5112" y="160876"/>
                    <a:pt x="7668" y="162153"/>
                    <a:pt x="10863" y="162153"/>
                  </a:cubicBezTo>
                  <a:cubicBezTo>
                    <a:pt x="14058" y="162153"/>
                    <a:pt x="16614" y="160876"/>
                    <a:pt x="18531" y="158961"/>
                  </a:cubicBezTo>
                  <a:cubicBezTo>
                    <a:pt x="20447" y="156408"/>
                    <a:pt x="21726" y="152577"/>
                    <a:pt x="21726" y="147470"/>
                  </a:cubicBezTo>
                  <a:lnTo>
                    <a:pt x="21726" y="98313"/>
                  </a:lnTo>
                  <a:cubicBezTo>
                    <a:pt x="21726" y="94483"/>
                    <a:pt x="24282" y="91929"/>
                    <a:pt x="28115" y="91929"/>
                  </a:cubicBezTo>
                  <a:lnTo>
                    <a:pt x="61343" y="91929"/>
                  </a:lnTo>
                  <a:close/>
                </a:path>
              </a:pathLst>
            </a:custGeom>
            <a:solidFill>
              <a:srgbClr val="43B02A"/>
            </a:solidFill>
            <a:ln w="6390" cap="flat">
              <a:noFill/>
              <a:prstDash val="solid"/>
              <a:miter/>
            </a:ln>
          </p:spPr>
          <p:txBody>
            <a:bodyPr rtlCol="0" anchor="ctr"/>
            <a:lstStyle/>
            <a:p>
              <a:endParaRPr lang="en-US"/>
            </a:p>
          </p:txBody>
        </p:sp>
        <p:sp>
          <p:nvSpPr>
            <p:cNvPr id="1333" name="Graphic 1039">
              <a:extLst>
                <a:ext uri="{FF2B5EF4-FFF2-40B4-BE49-F238E27FC236}">
                  <a16:creationId xmlns:a16="http://schemas.microsoft.com/office/drawing/2014/main" id="{9561A415-D7AA-3241-B992-2A99222D7966}"/>
                </a:ext>
              </a:extLst>
            </p:cNvPr>
            <p:cNvSpPr/>
            <p:nvPr/>
          </p:nvSpPr>
          <p:spPr>
            <a:xfrm>
              <a:off x="6147119"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253041 w 361670"/>
                <a:gd name="connsiteY5" fmla="*/ 204287 h 361333"/>
                <a:gd name="connsiteX6" fmla="*/ 200644 w 361670"/>
                <a:gd name="connsiteY6" fmla="*/ 219609 h 361333"/>
                <a:gd name="connsiteX7" fmla="*/ 175084 w 361670"/>
                <a:gd name="connsiteY7" fmla="*/ 219609 h 361333"/>
                <a:gd name="connsiteX8" fmla="*/ 175084 w 361670"/>
                <a:gd name="connsiteY8" fmla="*/ 262382 h 361333"/>
                <a:gd name="connsiteX9" fmla="*/ 168695 w 361670"/>
                <a:gd name="connsiteY9" fmla="*/ 282810 h 361333"/>
                <a:gd name="connsiteX10" fmla="*/ 151442 w 361670"/>
                <a:gd name="connsiteY10" fmla="*/ 290471 h 361333"/>
                <a:gd name="connsiteX11" fmla="*/ 134189 w 361670"/>
                <a:gd name="connsiteY11" fmla="*/ 282810 h 361333"/>
                <a:gd name="connsiteX12" fmla="*/ 127799 w 361670"/>
                <a:gd name="connsiteY12" fmla="*/ 263020 h 361333"/>
                <a:gd name="connsiteX13" fmla="*/ 127799 w 361670"/>
                <a:gd name="connsiteY13" fmla="*/ 256636 h 361333"/>
                <a:gd name="connsiteX14" fmla="*/ 113741 w 361670"/>
                <a:gd name="connsiteY14" fmla="*/ 261105 h 361333"/>
                <a:gd name="connsiteX15" fmla="*/ 96488 w 361670"/>
                <a:gd name="connsiteY15" fmla="*/ 253444 h 361333"/>
                <a:gd name="connsiteX16" fmla="*/ 90098 w 361670"/>
                <a:gd name="connsiteY16" fmla="*/ 233654 h 361333"/>
                <a:gd name="connsiteX17" fmla="*/ 90098 w 361670"/>
                <a:gd name="connsiteY17" fmla="*/ 100229 h 361333"/>
                <a:gd name="connsiteX18" fmla="*/ 97127 w 361670"/>
                <a:gd name="connsiteY18" fmla="*/ 79162 h 361333"/>
                <a:gd name="connsiteX19" fmla="*/ 118214 w 361670"/>
                <a:gd name="connsiteY19" fmla="*/ 72778 h 361333"/>
                <a:gd name="connsiteX20" fmla="*/ 162943 w 361670"/>
                <a:gd name="connsiteY20" fmla="*/ 72778 h 361333"/>
                <a:gd name="connsiteX21" fmla="*/ 195532 w 361670"/>
                <a:gd name="connsiteY21" fmla="*/ 75970 h 361333"/>
                <a:gd name="connsiteX22" fmla="*/ 216619 w 361670"/>
                <a:gd name="connsiteY22" fmla="*/ 86822 h 361333"/>
                <a:gd name="connsiteX23" fmla="*/ 228760 w 361670"/>
                <a:gd name="connsiteY23" fmla="*/ 102782 h 361333"/>
                <a:gd name="connsiteX24" fmla="*/ 228760 w 361670"/>
                <a:gd name="connsiteY24" fmla="*/ 102782 h 361333"/>
                <a:gd name="connsiteX25" fmla="*/ 254319 w 361670"/>
                <a:gd name="connsiteY25" fmla="*/ 115550 h 361333"/>
                <a:gd name="connsiteX26" fmla="*/ 259431 w 361670"/>
                <a:gd name="connsiteY26" fmla="*/ 121296 h 361333"/>
                <a:gd name="connsiteX27" fmla="*/ 267739 w 361670"/>
                <a:gd name="connsiteY27" fmla="*/ 134702 h 361333"/>
                <a:gd name="connsiteX28" fmla="*/ 272211 w 361670"/>
                <a:gd name="connsiteY28" fmla="*/ 159600 h 361333"/>
                <a:gd name="connsiteX29" fmla="*/ 253041 w 361670"/>
                <a:gd name="connsiteY29" fmla="*/ 20428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1670" h="361333">
                  <a:moveTo>
                    <a:pt x="180835" y="0"/>
                  </a:moveTo>
                  <a:cubicBezTo>
                    <a:pt x="80513" y="0"/>
                    <a:pt x="0" y="81077"/>
                    <a:pt x="0" y="180667"/>
                  </a:cubicBezTo>
                  <a:cubicBezTo>
                    <a:pt x="0" y="280257"/>
                    <a:pt x="81152" y="361334"/>
                    <a:pt x="180835" y="361334"/>
                  </a:cubicBezTo>
                  <a:cubicBezTo>
                    <a:pt x="280518" y="361334"/>
                    <a:pt x="361670" y="280257"/>
                    <a:pt x="361670" y="180667"/>
                  </a:cubicBezTo>
                  <a:cubicBezTo>
                    <a:pt x="361670" y="81077"/>
                    <a:pt x="280518" y="0"/>
                    <a:pt x="180835" y="0"/>
                  </a:cubicBezTo>
                  <a:close/>
                  <a:moveTo>
                    <a:pt x="253041" y="204287"/>
                  </a:moveTo>
                  <a:cubicBezTo>
                    <a:pt x="240901" y="214502"/>
                    <a:pt x="223648" y="219609"/>
                    <a:pt x="200644" y="219609"/>
                  </a:cubicBezTo>
                  <a:lnTo>
                    <a:pt x="175084" y="219609"/>
                  </a:lnTo>
                  <a:lnTo>
                    <a:pt x="175084" y="262382"/>
                  </a:lnTo>
                  <a:cubicBezTo>
                    <a:pt x="175084" y="270681"/>
                    <a:pt x="173167" y="277703"/>
                    <a:pt x="168695" y="282810"/>
                  </a:cubicBezTo>
                  <a:cubicBezTo>
                    <a:pt x="164221" y="287918"/>
                    <a:pt x="158470" y="290471"/>
                    <a:pt x="151442" y="290471"/>
                  </a:cubicBezTo>
                  <a:cubicBezTo>
                    <a:pt x="144412" y="290471"/>
                    <a:pt x="138662" y="287918"/>
                    <a:pt x="134189" y="282810"/>
                  </a:cubicBezTo>
                  <a:cubicBezTo>
                    <a:pt x="129716" y="278342"/>
                    <a:pt x="127799" y="271319"/>
                    <a:pt x="127799" y="263020"/>
                  </a:cubicBezTo>
                  <a:lnTo>
                    <a:pt x="127799" y="256636"/>
                  </a:lnTo>
                  <a:cubicBezTo>
                    <a:pt x="123965" y="259828"/>
                    <a:pt x="118853" y="261105"/>
                    <a:pt x="113741" y="261105"/>
                  </a:cubicBezTo>
                  <a:cubicBezTo>
                    <a:pt x="106712" y="261105"/>
                    <a:pt x="100961" y="258551"/>
                    <a:pt x="96488" y="253444"/>
                  </a:cubicBezTo>
                  <a:cubicBezTo>
                    <a:pt x="92015" y="248975"/>
                    <a:pt x="90098" y="241953"/>
                    <a:pt x="90098" y="233654"/>
                  </a:cubicBezTo>
                  <a:lnTo>
                    <a:pt x="90098" y="100229"/>
                  </a:lnTo>
                  <a:cubicBezTo>
                    <a:pt x="90098" y="90653"/>
                    <a:pt x="92654" y="83630"/>
                    <a:pt x="97127" y="79162"/>
                  </a:cubicBezTo>
                  <a:cubicBezTo>
                    <a:pt x="101600" y="74693"/>
                    <a:pt x="109268" y="72778"/>
                    <a:pt x="118214" y="72778"/>
                  </a:cubicBezTo>
                  <a:lnTo>
                    <a:pt x="162943" y="72778"/>
                  </a:lnTo>
                  <a:cubicBezTo>
                    <a:pt x="177001" y="72778"/>
                    <a:pt x="187225" y="74054"/>
                    <a:pt x="195532" y="75970"/>
                  </a:cubicBezTo>
                  <a:cubicBezTo>
                    <a:pt x="203200" y="77885"/>
                    <a:pt x="210229" y="81715"/>
                    <a:pt x="216619" y="86822"/>
                  </a:cubicBezTo>
                  <a:cubicBezTo>
                    <a:pt x="221731" y="91291"/>
                    <a:pt x="225565" y="97037"/>
                    <a:pt x="228760" y="102782"/>
                  </a:cubicBezTo>
                  <a:cubicBezTo>
                    <a:pt x="228760" y="102782"/>
                    <a:pt x="228760" y="102782"/>
                    <a:pt x="228760" y="102782"/>
                  </a:cubicBezTo>
                  <a:cubicBezTo>
                    <a:pt x="234511" y="104059"/>
                    <a:pt x="246013" y="107889"/>
                    <a:pt x="254319" y="115550"/>
                  </a:cubicBezTo>
                  <a:cubicBezTo>
                    <a:pt x="257514" y="118104"/>
                    <a:pt x="259431" y="121296"/>
                    <a:pt x="259431" y="121296"/>
                  </a:cubicBezTo>
                  <a:cubicBezTo>
                    <a:pt x="262626" y="125126"/>
                    <a:pt x="265182" y="129595"/>
                    <a:pt x="267739" y="134702"/>
                  </a:cubicBezTo>
                  <a:cubicBezTo>
                    <a:pt x="270934" y="141724"/>
                    <a:pt x="272211" y="150024"/>
                    <a:pt x="272211" y="159600"/>
                  </a:cubicBezTo>
                  <a:cubicBezTo>
                    <a:pt x="271572" y="178752"/>
                    <a:pt x="265182" y="194073"/>
                    <a:pt x="253041" y="204287"/>
                  </a:cubicBezTo>
                  <a:close/>
                </a:path>
              </a:pathLst>
            </a:custGeom>
            <a:solidFill>
              <a:srgbClr val="43B02A"/>
            </a:solidFill>
            <a:ln w="6390" cap="flat">
              <a:noFill/>
              <a:prstDash val="solid"/>
              <a:miter/>
            </a:ln>
          </p:spPr>
          <p:txBody>
            <a:bodyPr rtlCol="0" anchor="ctr"/>
            <a:lstStyle/>
            <a:p>
              <a:endParaRPr lang="en-US"/>
            </a:p>
          </p:txBody>
        </p:sp>
      </p:grpSp>
      <p:grpSp>
        <p:nvGrpSpPr>
          <p:cNvPr id="1334" name="Graphic 1039">
            <a:extLst>
              <a:ext uri="{FF2B5EF4-FFF2-40B4-BE49-F238E27FC236}">
                <a16:creationId xmlns:a16="http://schemas.microsoft.com/office/drawing/2014/main" id="{54003348-6143-F247-B087-A902BF7E3697}"/>
              </a:ext>
            </a:extLst>
          </p:cNvPr>
          <p:cNvGrpSpPr/>
          <p:nvPr/>
        </p:nvGrpSpPr>
        <p:grpSpPr>
          <a:xfrm>
            <a:off x="1515054" y="3824168"/>
            <a:ext cx="361670" cy="361333"/>
            <a:chOff x="1515054" y="3824168"/>
            <a:chExt cx="361670" cy="361333"/>
          </a:xfrm>
          <a:solidFill>
            <a:srgbClr val="26890D"/>
          </a:solidFill>
        </p:grpSpPr>
        <p:sp>
          <p:nvSpPr>
            <p:cNvPr id="1335" name="Graphic 1039">
              <a:extLst>
                <a:ext uri="{FF2B5EF4-FFF2-40B4-BE49-F238E27FC236}">
                  <a16:creationId xmlns:a16="http://schemas.microsoft.com/office/drawing/2014/main" id="{D8FFDB81-B3C6-304F-B86F-D9E8823B5EBF}"/>
                </a:ext>
              </a:extLst>
            </p:cNvPr>
            <p:cNvSpPr/>
            <p:nvPr/>
          </p:nvSpPr>
          <p:spPr>
            <a:xfrm>
              <a:off x="1515054"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26890D"/>
            </a:solidFill>
            <a:ln w="6390" cap="flat">
              <a:noFill/>
              <a:prstDash val="solid"/>
              <a:miter/>
            </a:ln>
          </p:spPr>
          <p:txBody>
            <a:bodyPr rtlCol="0" anchor="ctr"/>
            <a:lstStyle/>
            <a:p>
              <a:endParaRPr lang="en-US"/>
            </a:p>
          </p:txBody>
        </p:sp>
        <p:sp>
          <p:nvSpPr>
            <p:cNvPr id="1336" name="Graphic 1039">
              <a:extLst>
                <a:ext uri="{FF2B5EF4-FFF2-40B4-BE49-F238E27FC236}">
                  <a16:creationId xmlns:a16="http://schemas.microsoft.com/office/drawing/2014/main" id="{2D6E883A-DCBF-CA4E-B53D-62C6843C0A66}"/>
                </a:ext>
              </a:extLst>
            </p:cNvPr>
            <p:cNvSpPr/>
            <p:nvPr/>
          </p:nvSpPr>
          <p:spPr>
            <a:xfrm>
              <a:off x="1686304" y="4009303"/>
              <a:ext cx="81152" cy="68308"/>
            </a:xfrm>
            <a:custGeom>
              <a:avLst/>
              <a:gdLst>
                <a:gd name="connsiteX0" fmla="*/ 74762 w 81152"/>
                <a:gd name="connsiteY0" fmla="*/ 0 h 68308"/>
                <a:gd name="connsiteX1" fmla="*/ 6390 w 81152"/>
                <a:gd name="connsiteY1" fmla="*/ 0 h 68308"/>
                <a:gd name="connsiteX2" fmla="*/ 0 w 81152"/>
                <a:gd name="connsiteY2" fmla="*/ 6384 h 68308"/>
                <a:gd name="connsiteX3" fmla="*/ 0 w 81152"/>
                <a:gd name="connsiteY3" fmla="*/ 61924 h 68308"/>
                <a:gd name="connsiteX4" fmla="*/ 6390 w 81152"/>
                <a:gd name="connsiteY4" fmla="*/ 68308 h 68308"/>
                <a:gd name="connsiteX5" fmla="*/ 74762 w 81152"/>
                <a:gd name="connsiteY5" fmla="*/ 68308 h 68308"/>
                <a:gd name="connsiteX6" fmla="*/ 81152 w 81152"/>
                <a:gd name="connsiteY6" fmla="*/ 61924 h 68308"/>
                <a:gd name="connsiteX7" fmla="*/ 81152 w 81152"/>
                <a:gd name="connsiteY7" fmla="*/ 6384 h 68308"/>
                <a:gd name="connsiteX8" fmla="*/ 74762 w 81152"/>
                <a:gd name="connsiteY8" fmla="*/ 0 h 68308"/>
                <a:gd name="connsiteX9" fmla="*/ 68372 w 81152"/>
                <a:gd name="connsiteY9" fmla="*/ 55540 h 68308"/>
                <a:gd name="connsiteX10" fmla="*/ 12780 w 81152"/>
                <a:gd name="connsiteY10" fmla="*/ 55540 h 68308"/>
                <a:gd name="connsiteX11" fmla="*/ 12780 w 81152"/>
                <a:gd name="connsiteY11" fmla="*/ 12768 h 68308"/>
                <a:gd name="connsiteX12" fmla="*/ 68372 w 81152"/>
                <a:gd name="connsiteY12" fmla="*/ 12768 h 68308"/>
                <a:gd name="connsiteX13" fmla="*/ 68372 w 81152"/>
                <a:gd name="connsiteY13" fmla="*/ 55540 h 6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152" h="68308">
                  <a:moveTo>
                    <a:pt x="74762" y="0"/>
                  </a:moveTo>
                  <a:lnTo>
                    <a:pt x="6390" y="0"/>
                  </a:lnTo>
                  <a:cubicBezTo>
                    <a:pt x="2556" y="0"/>
                    <a:pt x="0" y="2553"/>
                    <a:pt x="0" y="6384"/>
                  </a:cubicBezTo>
                  <a:lnTo>
                    <a:pt x="0" y="61924"/>
                  </a:lnTo>
                  <a:cubicBezTo>
                    <a:pt x="0" y="65755"/>
                    <a:pt x="2556" y="68308"/>
                    <a:pt x="6390" y="68308"/>
                  </a:cubicBezTo>
                  <a:lnTo>
                    <a:pt x="74762" y="68308"/>
                  </a:lnTo>
                  <a:cubicBezTo>
                    <a:pt x="78596" y="68308"/>
                    <a:pt x="81152" y="65755"/>
                    <a:pt x="81152" y="61924"/>
                  </a:cubicBezTo>
                  <a:lnTo>
                    <a:pt x="81152" y="6384"/>
                  </a:lnTo>
                  <a:cubicBezTo>
                    <a:pt x="81152" y="2553"/>
                    <a:pt x="78596" y="0"/>
                    <a:pt x="74762" y="0"/>
                  </a:cubicBezTo>
                  <a:close/>
                  <a:moveTo>
                    <a:pt x="68372" y="55540"/>
                  </a:moveTo>
                  <a:lnTo>
                    <a:pt x="12780" y="55540"/>
                  </a:lnTo>
                  <a:lnTo>
                    <a:pt x="12780" y="12768"/>
                  </a:lnTo>
                  <a:lnTo>
                    <a:pt x="68372" y="12768"/>
                  </a:lnTo>
                  <a:lnTo>
                    <a:pt x="68372" y="55540"/>
                  </a:lnTo>
                  <a:close/>
                </a:path>
              </a:pathLst>
            </a:custGeom>
            <a:solidFill>
              <a:srgbClr val="26890D"/>
            </a:solidFill>
            <a:ln w="6390" cap="flat">
              <a:noFill/>
              <a:prstDash val="solid"/>
              <a:miter/>
            </a:ln>
          </p:spPr>
          <p:txBody>
            <a:bodyPr rtlCol="0" anchor="ctr"/>
            <a:lstStyle/>
            <a:p>
              <a:endParaRPr lang="en-US"/>
            </a:p>
          </p:txBody>
        </p:sp>
        <p:sp>
          <p:nvSpPr>
            <p:cNvPr id="1337" name="Graphic 1039">
              <a:extLst>
                <a:ext uri="{FF2B5EF4-FFF2-40B4-BE49-F238E27FC236}">
                  <a16:creationId xmlns:a16="http://schemas.microsoft.com/office/drawing/2014/main" id="{122063EF-4921-BB4A-9F57-30851554361A}"/>
                </a:ext>
              </a:extLst>
            </p:cNvPr>
            <p:cNvSpPr/>
            <p:nvPr/>
          </p:nvSpPr>
          <p:spPr>
            <a:xfrm>
              <a:off x="1639018" y="4056544"/>
              <a:ext cx="12779" cy="24259"/>
            </a:xfrm>
            <a:custGeom>
              <a:avLst/>
              <a:gdLst>
                <a:gd name="connsiteX0" fmla="*/ 6390 w 12779"/>
                <a:gd name="connsiteY0" fmla="*/ 0 h 24259"/>
                <a:gd name="connsiteX1" fmla="*/ 0 w 12779"/>
                <a:gd name="connsiteY1" fmla="*/ 6384 h 24259"/>
                <a:gd name="connsiteX2" fmla="*/ 0 w 12779"/>
                <a:gd name="connsiteY2" fmla="*/ 17875 h 24259"/>
                <a:gd name="connsiteX3" fmla="*/ 6390 w 12779"/>
                <a:gd name="connsiteY3" fmla="*/ 24259 h 24259"/>
                <a:gd name="connsiteX4" fmla="*/ 12780 w 12779"/>
                <a:gd name="connsiteY4" fmla="*/ 17875 h 24259"/>
                <a:gd name="connsiteX5" fmla="*/ 12780 w 12779"/>
                <a:gd name="connsiteY5" fmla="*/ 6384 h 24259"/>
                <a:gd name="connsiteX6" fmla="*/ 6390 w 12779"/>
                <a:gd name="connsiteY6" fmla="*/ 0 h 24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4259">
                  <a:moveTo>
                    <a:pt x="6390" y="0"/>
                  </a:moveTo>
                  <a:cubicBezTo>
                    <a:pt x="2556" y="0"/>
                    <a:pt x="0" y="2554"/>
                    <a:pt x="0" y="6384"/>
                  </a:cubicBezTo>
                  <a:lnTo>
                    <a:pt x="0" y="17875"/>
                  </a:lnTo>
                  <a:cubicBezTo>
                    <a:pt x="0" y="21706"/>
                    <a:pt x="2556" y="24259"/>
                    <a:pt x="6390" y="24259"/>
                  </a:cubicBezTo>
                  <a:cubicBezTo>
                    <a:pt x="10224" y="24259"/>
                    <a:pt x="12780" y="21706"/>
                    <a:pt x="12780" y="17875"/>
                  </a:cubicBezTo>
                  <a:lnTo>
                    <a:pt x="12780" y="6384"/>
                  </a:lnTo>
                  <a:cubicBezTo>
                    <a:pt x="12780" y="3192"/>
                    <a:pt x="9585" y="0"/>
                    <a:pt x="6390" y="0"/>
                  </a:cubicBezTo>
                  <a:close/>
                </a:path>
              </a:pathLst>
            </a:custGeom>
            <a:solidFill>
              <a:srgbClr val="26890D"/>
            </a:solidFill>
            <a:ln w="6390" cap="flat">
              <a:noFill/>
              <a:prstDash val="solid"/>
              <a:miter/>
            </a:ln>
          </p:spPr>
          <p:txBody>
            <a:bodyPr rtlCol="0" anchor="ctr"/>
            <a:lstStyle/>
            <a:p>
              <a:endParaRPr lang="en-US"/>
            </a:p>
          </p:txBody>
        </p:sp>
        <p:sp>
          <p:nvSpPr>
            <p:cNvPr id="1338" name="Graphic 1039">
              <a:extLst>
                <a:ext uri="{FF2B5EF4-FFF2-40B4-BE49-F238E27FC236}">
                  <a16:creationId xmlns:a16="http://schemas.microsoft.com/office/drawing/2014/main" id="{CE2A0852-531B-1C49-9BB7-C5A9F905C072}"/>
                </a:ext>
              </a:extLst>
            </p:cNvPr>
            <p:cNvSpPr/>
            <p:nvPr/>
          </p:nvSpPr>
          <p:spPr>
            <a:xfrm>
              <a:off x="1596206" y="3904606"/>
              <a:ext cx="200005" cy="201095"/>
            </a:xfrm>
            <a:custGeom>
              <a:avLst/>
              <a:gdLst>
                <a:gd name="connsiteX0" fmla="*/ 193615 w 200005"/>
                <a:gd name="connsiteY0" fmla="*/ 188327 h 201095"/>
                <a:gd name="connsiteX1" fmla="*/ 191059 w 200005"/>
                <a:gd name="connsiteY1" fmla="*/ 188327 h 201095"/>
                <a:gd name="connsiteX2" fmla="*/ 191059 w 200005"/>
                <a:gd name="connsiteY2" fmla="*/ 86184 h 201095"/>
                <a:gd name="connsiteX3" fmla="*/ 196810 w 200005"/>
                <a:gd name="connsiteY3" fmla="*/ 69586 h 201095"/>
                <a:gd name="connsiteX4" fmla="*/ 196810 w 200005"/>
                <a:gd name="connsiteY4" fmla="*/ 68947 h 201095"/>
                <a:gd name="connsiteX5" fmla="*/ 189781 w 200005"/>
                <a:gd name="connsiteY5" fmla="*/ 5746 h 201095"/>
                <a:gd name="connsiteX6" fmla="*/ 183391 w 200005"/>
                <a:gd name="connsiteY6" fmla="*/ 0 h 201095"/>
                <a:gd name="connsiteX7" fmla="*/ 16614 w 200005"/>
                <a:gd name="connsiteY7" fmla="*/ 0 h 201095"/>
                <a:gd name="connsiteX8" fmla="*/ 10224 w 200005"/>
                <a:gd name="connsiteY8" fmla="*/ 5746 h 201095"/>
                <a:gd name="connsiteX9" fmla="*/ 3195 w 200005"/>
                <a:gd name="connsiteY9" fmla="*/ 68947 h 201095"/>
                <a:gd name="connsiteX10" fmla="*/ 3195 w 200005"/>
                <a:gd name="connsiteY10" fmla="*/ 69586 h 201095"/>
                <a:gd name="connsiteX11" fmla="*/ 8946 w 200005"/>
                <a:gd name="connsiteY11" fmla="*/ 86184 h 201095"/>
                <a:gd name="connsiteX12" fmla="*/ 8946 w 200005"/>
                <a:gd name="connsiteY12" fmla="*/ 188327 h 201095"/>
                <a:gd name="connsiteX13" fmla="*/ 6390 w 200005"/>
                <a:gd name="connsiteY13" fmla="*/ 188327 h 201095"/>
                <a:gd name="connsiteX14" fmla="*/ 0 w 200005"/>
                <a:gd name="connsiteY14" fmla="*/ 194711 h 201095"/>
                <a:gd name="connsiteX15" fmla="*/ 6390 w 200005"/>
                <a:gd name="connsiteY15" fmla="*/ 201095 h 201095"/>
                <a:gd name="connsiteX16" fmla="*/ 15336 w 200005"/>
                <a:gd name="connsiteY16" fmla="*/ 201095 h 201095"/>
                <a:gd name="connsiteX17" fmla="*/ 34506 w 200005"/>
                <a:gd name="connsiteY17" fmla="*/ 201095 h 201095"/>
                <a:gd name="connsiteX18" fmla="*/ 77318 w 200005"/>
                <a:gd name="connsiteY18" fmla="*/ 201095 h 201095"/>
                <a:gd name="connsiteX19" fmla="*/ 184669 w 200005"/>
                <a:gd name="connsiteY19" fmla="*/ 201095 h 201095"/>
                <a:gd name="connsiteX20" fmla="*/ 193615 w 200005"/>
                <a:gd name="connsiteY20" fmla="*/ 201095 h 201095"/>
                <a:gd name="connsiteX21" fmla="*/ 200005 w 200005"/>
                <a:gd name="connsiteY21" fmla="*/ 194711 h 201095"/>
                <a:gd name="connsiteX22" fmla="*/ 193615 w 200005"/>
                <a:gd name="connsiteY22" fmla="*/ 188327 h 201095"/>
                <a:gd name="connsiteX23" fmla="*/ 183391 w 200005"/>
                <a:gd name="connsiteY23" fmla="*/ 69586 h 201095"/>
                <a:gd name="connsiteX24" fmla="*/ 168694 w 200005"/>
                <a:gd name="connsiteY24" fmla="*/ 84269 h 201095"/>
                <a:gd name="connsiteX25" fmla="*/ 152081 w 200005"/>
                <a:gd name="connsiteY25" fmla="*/ 72778 h 201095"/>
                <a:gd name="connsiteX26" fmla="*/ 147607 w 200005"/>
                <a:gd name="connsiteY26" fmla="*/ 12768 h 201095"/>
                <a:gd name="connsiteX27" fmla="*/ 177640 w 200005"/>
                <a:gd name="connsiteY27" fmla="*/ 12768 h 201095"/>
                <a:gd name="connsiteX28" fmla="*/ 183391 w 200005"/>
                <a:gd name="connsiteY28" fmla="*/ 69586 h 201095"/>
                <a:gd name="connsiteX29" fmla="*/ 63899 w 200005"/>
                <a:gd name="connsiteY29" fmla="*/ 12768 h 201095"/>
                <a:gd name="connsiteX30" fmla="*/ 93293 w 200005"/>
                <a:gd name="connsiteY30" fmla="*/ 12768 h 201095"/>
                <a:gd name="connsiteX31" fmla="*/ 93293 w 200005"/>
                <a:gd name="connsiteY31" fmla="*/ 74054 h 201095"/>
                <a:gd name="connsiteX32" fmla="*/ 76679 w 200005"/>
                <a:gd name="connsiteY32" fmla="*/ 84907 h 201095"/>
                <a:gd name="connsiteX33" fmla="*/ 60065 w 200005"/>
                <a:gd name="connsiteY33" fmla="*/ 73416 h 201095"/>
                <a:gd name="connsiteX34" fmla="*/ 63899 w 200005"/>
                <a:gd name="connsiteY34" fmla="*/ 12768 h 201095"/>
                <a:gd name="connsiteX35" fmla="*/ 106073 w 200005"/>
                <a:gd name="connsiteY35" fmla="*/ 12768 h 201095"/>
                <a:gd name="connsiteX36" fmla="*/ 134189 w 200005"/>
                <a:gd name="connsiteY36" fmla="*/ 12768 h 201095"/>
                <a:gd name="connsiteX37" fmla="*/ 138662 w 200005"/>
                <a:gd name="connsiteY37" fmla="*/ 73416 h 201095"/>
                <a:gd name="connsiteX38" fmla="*/ 122048 w 200005"/>
                <a:gd name="connsiteY38" fmla="*/ 84907 h 201095"/>
                <a:gd name="connsiteX39" fmla="*/ 105434 w 200005"/>
                <a:gd name="connsiteY39" fmla="*/ 74054 h 201095"/>
                <a:gd name="connsiteX40" fmla="*/ 105434 w 200005"/>
                <a:gd name="connsiteY40" fmla="*/ 12768 h 201095"/>
                <a:gd name="connsiteX41" fmla="*/ 21726 w 200005"/>
                <a:gd name="connsiteY41" fmla="*/ 12768 h 201095"/>
                <a:gd name="connsiteX42" fmla="*/ 50481 w 200005"/>
                <a:gd name="connsiteY42" fmla="*/ 12768 h 201095"/>
                <a:gd name="connsiteX43" fmla="*/ 46647 w 200005"/>
                <a:gd name="connsiteY43" fmla="*/ 72778 h 201095"/>
                <a:gd name="connsiteX44" fmla="*/ 30033 w 200005"/>
                <a:gd name="connsiteY44" fmla="*/ 84269 h 201095"/>
                <a:gd name="connsiteX45" fmla="*/ 15336 w 200005"/>
                <a:gd name="connsiteY45" fmla="*/ 69586 h 201095"/>
                <a:gd name="connsiteX46" fmla="*/ 21726 w 200005"/>
                <a:gd name="connsiteY46" fmla="*/ 12768 h 201095"/>
                <a:gd name="connsiteX47" fmla="*/ 40257 w 200005"/>
                <a:gd name="connsiteY47" fmla="*/ 188327 h 201095"/>
                <a:gd name="connsiteX48" fmla="*/ 40257 w 200005"/>
                <a:gd name="connsiteY48" fmla="*/ 129595 h 201095"/>
                <a:gd name="connsiteX49" fmla="*/ 70289 w 200005"/>
                <a:gd name="connsiteY49" fmla="*/ 129595 h 201095"/>
                <a:gd name="connsiteX50" fmla="*/ 70289 w 200005"/>
                <a:gd name="connsiteY50" fmla="*/ 188327 h 201095"/>
                <a:gd name="connsiteX51" fmla="*/ 40257 w 200005"/>
                <a:gd name="connsiteY51" fmla="*/ 188327 h 201095"/>
                <a:gd name="connsiteX52" fmla="*/ 83069 w 200005"/>
                <a:gd name="connsiteY52" fmla="*/ 188327 h 201095"/>
                <a:gd name="connsiteX53" fmla="*/ 83069 w 200005"/>
                <a:gd name="connsiteY53" fmla="*/ 123211 h 201095"/>
                <a:gd name="connsiteX54" fmla="*/ 76679 w 200005"/>
                <a:gd name="connsiteY54" fmla="*/ 116827 h 201095"/>
                <a:gd name="connsiteX55" fmla="*/ 33867 w 200005"/>
                <a:gd name="connsiteY55" fmla="*/ 116827 h 201095"/>
                <a:gd name="connsiteX56" fmla="*/ 27477 w 200005"/>
                <a:gd name="connsiteY56" fmla="*/ 123211 h 201095"/>
                <a:gd name="connsiteX57" fmla="*/ 27477 w 200005"/>
                <a:gd name="connsiteY57" fmla="*/ 188327 h 201095"/>
                <a:gd name="connsiteX58" fmla="*/ 21087 w 200005"/>
                <a:gd name="connsiteY58" fmla="*/ 188327 h 201095"/>
                <a:gd name="connsiteX59" fmla="*/ 21087 w 200005"/>
                <a:gd name="connsiteY59" fmla="*/ 95760 h 201095"/>
                <a:gd name="connsiteX60" fmla="*/ 30672 w 200005"/>
                <a:gd name="connsiteY60" fmla="*/ 97675 h 201095"/>
                <a:gd name="connsiteX61" fmla="*/ 53676 w 200005"/>
                <a:gd name="connsiteY61" fmla="*/ 87461 h 201095"/>
                <a:gd name="connsiteX62" fmla="*/ 76679 w 200005"/>
                <a:gd name="connsiteY62" fmla="*/ 97675 h 201095"/>
                <a:gd name="connsiteX63" fmla="*/ 99683 w 200005"/>
                <a:gd name="connsiteY63" fmla="*/ 87461 h 201095"/>
                <a:gd name="connsiteX64" fmla="*/ 122687 w 200005"/>
                <a:gd name="connsiteY64" fmla="*/ 97675 h 201095"/>
                <a:gd name="connsiteX65" fmla="*/ 145691 w 200005"/>
                <a:gd name="connsiteY65" fmla="*/ 87461 h 201095"/>
                <a:gd name="connsiteX66" fmla="*/ 168694 w 200005"/>
                <a:gd name="connsiteY66" fmla="*/ 97675 h 201095"/>
                <a:gd name="connsiteX67" fmla="*/ 178279 w 200005"/>
                <a:gd name="connsiteY67" fmla="*/ 95760 h 201095"/>
                <a:gd name="connsiteX68" fmla="*/ 178279 w 200005"/>
                <a:gd name="connsiteY68" fmla="*/ 188327 h 201095"/>
                <a:gd name="connsiteX69" fmla="*/ 83069 w 200005"/>
                <a:gd name="connsiteY69" fmla="*/ 188327 h 20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00005" h="201095">
                  <a:moveTo>
                    <a:pt x="193615" y="188327"/>
                  </a:moveTo>
                  <a:lnTo>
                    <a:pt x="191059" y="188327"/>
                  </a:lnTo>
                  <a:lnTo>
                    <a:pt x="191059" y="86184"/>
                  </a:lnTo>
                  <a:cubicBezTo>
                    <a:pt x="194254" y="81715"/>
                    <a:pt x="196810" y="75970"/>
                    <a:pt x="196810" y="69586"/>
                  </a:cubicBezTo>
                  <a:cubicBezTo>
                    <a:pt x="196810" y="69586"/>
                    <a:pt x="196810" y="68947"/>
                    <a:pt x="196810" y="68947"/>
                  </a:cubicBezTo>
                  <a:lnTo>
                    <a:pt x="189781" y="5746"/>
                  </a:lnTo>
                  <a:cubicBezTo>
                    <a:pt x="189142" y="2554"/>
                    <a:pt x="186586" y="0"/>
                    <a:pt x="183391" y="0"/>
                  </a:cubicBezTo>
                  <a:lnTo>
                    <a:pt x="16614" y="0"/>
                  </a:lnTo>
                  <a:cubicBezTo>
                    <a:pt x="13419" y="0"/>
                    <a:pt x="10863" y="2554"/>
                    <a:pt x="10224" y="5746"/>
                  </a:cubicBezTo>
                  <a:lnTo>
                    <a:pt x="3195" y="68947"/>
                  </a:lnTo>
                  <a:cubicBezTo>
                    <a:pt x="3195" y="68947"/>
                    <a:pt x="3195" y="69586"/>
                    <a:pt x="3195" y="69586"/>
                  </a:cubicBezTo>
                  <a:cubicBezTo>
                    <a:pt x="3195" y="75970"/>
                    <a:pt x="5112" y="81715"/>
                    <a:pt x="8946" y="86184"/>
                  </a:cubicBezTo>
                  <a:lnTo>
                    <a:pt x="8946" y="188327"/>
                  </a:lnTo>
                  <a:lnTo>
                    <a:pt x="6390" y="188327"/>
                  </a:lnTo>
                  <a:cubicBezTo>
                    <a:pt x="2556" y="188327"/>
                    <a:pt x="0" y="190881"/>
                    <a:pt x="0" y="194711"/>
                  </a:cubicBezTo>
                  <a:cubicBezTo>
                    <a:pt x="0" y="198542"/>
                    <a:pt x="2556" y="201095"/>
                    <a:pt x="6390" y="201095"/>
                  </a:cubicBezTo>
                  <a:lnTo>
                    <a:pt x="15336" y="201095"/>
                  </a:lnTo>
                  <a:lnTo>
                    <a:pt x="34506" y="201095"/>
                  </a:lnTo>
                  <a:lnTo>
                    <a:pt x="77318" y="201095"/>
                  </a:lnTo>
                  <a:lnTo>
                    <a:pt x="184669" y="201095"/>
                  </a:lnTo>
                  <a:lnTo>
                    <a:pt x="193615" y="201095"/>
                  </a:lnTo>
                  <a:cubicBezTo>
                    <a:pt x="197449" y="201095"/>
                    <a:pt x="200005" y="198542"/>
                    <a:pt x="200005" y="194711"/>
                  </a:cubicBezTo>
                  <a:cubicBezTo>
                    <a:pt x="200005" y="190881"/>
                    <a:pt x="196810" y="188327"/>
                    <a:pt x="193615" y="188327"/>
                  </a:cubicBezTo>
                  <a:close/>
                  <a:moveTo>
                    <a:pt x="183391" y="69586"/>
                  </a:moveTo>
                  <a:cubicBezTo>
                    <a:pt x="183391" y="77885"/>
                    <a:pt x="176362" y="84269"/>
                    <a:pt x="168694" y="84269"/>
                  </a:cubicBezTo>
                  <a:cubicBezTo>
                    <a:pt x="162304" y="84269"/>
                    <a:pt x="153997" y="79800"/>
                    <a:pt x="152081" y="72778"/>
                  </a:cubicBezTo>
                  <a:lnTo>
                    <a:pt x="147607" y="12768"/>
                  </a:lnTo>
                  <a:lnTo>
                    <a:pt x="177640" y="12768"/>
                  </a:lnTo>
                  <a:lnTo>
                    <a:pt x="183391" y="69586"/>
                  </a:lnTo>
                  <a:close/>
                  <a:moveTo>
                    <a:pt x="63899" y="12768"/>
                  </a:moveTo>
                  <a:lnTo>
                    <a:pt x="93293" y="12768"/>
                  </a:lnTo>
                  <a:lnTo>
                    <a:pt x="93293" y="74054"/>
                  </a:lnTo>
                  <a:cubicBezTo>
                    <a:pt x="90737" y="79800"/>
                    <a:pt x="83708" y="84907"/>
                    <a:pt x="76679" y="84907"/>
                  </a:cubicBezTo>
                  <a:cubicBezTo>
                    <a:pt x="70289" y="84907"/>
                    <a:pt x="62621" y="80438"/>
                    <a:pt x="60065" y="73416"/>
                  </a:cubicBezTo>
                  <a:lnTo>
                    <a:pt x="63899" y="12768"/>
                  </a:lnTo>
                  <a:close/>
                  <a:moveTo>
                    <a:pt x="106073" y="12768"/>
                  </a:moveTo>
                  <a:lnTo>
                    <a:pt x="134189" y="12768"/>
                  </a:lnTo>
                  <a:lnTo>
                    <a:pt x="138662" y="73416"/>
                  </a:lnTo>
                  <a:cubicBezTo>
                    <a:pt x="136106" y="80438"/>
                    <a:pt x="128438" y="84907"/>
                    <a:pt x="122048" y="84907"/>
                  </a:cubicBezTo>
                  <a:cubicBezTo>
                    <a:pt x="115019" y="84907"/>
                    <a:pt x="107990" y="80438"/>
                    <a:pt x="105434" y="74054"/>
                  </a:cubicBezTo>
                  <a:lnTo>
                    <a:pt x="105434" y="12768"/>
                  </a:lnTo>
                  <a:close/>
                  <a:moveTo>
                    <a:pt x="21726" y="12768"/>
                  </a:moveTo>
                  <a:lnTo>
                    <a:pt x="50481" y="12768"/>
                  </a:lnTo>
                  <a:lnTo>
                    <a:pt x="46647" y="72778"/>
                  </a:lnTo>
                  <a:cubicBezTo>
                    <a:pt x="44729" y="79800"/>
                    <a:pt x="36423" y="84269"/>
                    <a:pt x="30033" y="84269"/>
                  </a:cubicBezTo>
                  <a:cubicBezTo>
                    <a:pt x="21726" y="84269"/>
                    <a:pt x="15336" y="77885"/>
                    <a:pt x="15336" y="69586"/>
                  </a:cubicBezTo>
                  <a:lnTo>
                    <a:pt x="21726" y="12768"/>
                  </a:lnTo>
                  <a:close/>
                  <a:moveTo>
                    <a:pt x="40257" y="188327"/>
                  </a:moveTo>
                  <a:lnTo>
                    <a:pt x="40257" y="129595"/>
                  </a:lnTo>
                  <a:lnTo>
                    <a:pt x="70289" y="129595"/>
                  </a:lnTo>
                  <a:lnTo>
                    <a:pt x="70289" y="188327"/>
                  </a:lnTo>
                  <a:lnTo>
                    <a:pt x="40257" y="188327"/>
                  </a:lnTo>
                  <a:close/>
                  <a:moveTo>
                    <a:pt x="83069" y="188327"/>
                  </a:moveTo>
                  <a:lnTo>
                    <a:pt x="83069" y="123211"/>
                  </a:lnTo>
                  <a:cubicBezTo>
                    <a:pt x="83069" y="119381"/>
                    <a:pt x="80513" y="116827"/>
                    <a:pt x="76679" y="116827"/>
                  </a:cubicBezTo>
                  <a:lnTo>
                    <a:pt x="33867" y="116827"/>
                  </a:lnTo>
                  <a:cubicBezTo>
                    <a:pt x="30033" y="116827"/>
                    <a:pt x="27477" y="119381"/>
                    <a:pt x="27477" y="123211"/>
                  </a:cubicBezTo>
                  <a:lnTo>
                    <a:pt x="27477" y="188327"/>
                  </a:lnTo>
                  <a:lnTo>
                    <a:pt x="21087" y="188327"/>
                  </a:lnTo>
                  <a:lnTo>
                    <a:pt x="21087" y="95760"/>
                  </a:lnTo>
                  <a:cubicBezTo>
                    <a:pt x="24282" y="97037"/>
                    <a:pt x="26838" y="97675"/>
                    <a:pt x="30672" y="97675"/>
                  </a:cubicBezTo>
                  <a:cubicBezTo>
                    <a:pt x="39618" y="97675"/>
                    <a:pt x="47924" y="93206"/>
                    <a:pt x="53676" y="87461"/>
                  </a:cubicBezTo>
                  <a:cubicBezTo>
                    <a:pt x="59426" y="93845"/>
                    <a:pt x="68372" y="97675"/>
                    <a:pt x="76679" y="97675"/>
                  </a:cubicBezTo>
                  <a:cubicBezTo>
                    <a:pt x="84986" y="97675"/>
                    <a:pt x="93932" y="93845"/>
                    <a:pt x="99683" y="87461"/>
                  </a:cubicBezTo>
                  <a:cubicBezTo>
                    <a:pt x="105434" y="93845"/>
                    <a:pt x="113741" y="97675"/>
                    <a:pt x="122687" y="97675"/>
                  </a:cubicBezTo>
                  <a:cubicBezTo>
                    <a:pt x="131633" y="97675"/>
                    <a:pt x="139940" y="93206"/>
                    <a:pt x="145691" y="87461"/>
                  </a:cubicBezTo>
                  <a:cubicBezTo>
                    <a:pt x="151441" y="93845"/>
                    <a:pt x="160387" y="97675"/>
                    <a:pt x="168694" y="97675"/>
                  </a:cubicBezTo>
                  <a:cubicBezTo>
                    <a:pt x="171889" y="97675"/>
                    <a:pt x="175084" y="97037"/>
                    <a:pt x="178279" y="95760"/>
                  </a:cubicBezTo>
                  <a:lnTo>
                    <a:pt x="178279" y="188327"/>
                  </a:lnTo>
                  <a:lnTo>
                    <a:pt x="83069" y="188327"/>
                  </a:lnTo>
                  <a:close/>
                </a:path>
              </a:pathLst>
            </a:custGeom>
            <a:solidFill>
              <a:srgbClr val="26890D"/>
            </a:solidFill>
            <a:ln w="6390" cap="flat">
              <a:noFill/>
              <a:prstDash val="solid"/>
              <a:miter/>
            </a:ln>
          </p:spPr>
          <p:txBody>
            <a:bodyPr rtlCol="0" anchor="ctr"/>
            <a:lstStyle/>
            <a:p>
              <a:endParaRPr lang="en-US"/>
            </a:p>
          </p:txBody>
        </p:sp>
      </p:grpSp>
      <p:grpSp>
        <p:nvGrpSpPr>
          <p:cNvPr id="1339" name="Graphic 1039">
            <a:extLst>
              <a:ext uri="{FF2B5EF4-FFF2-40B4-BE49-F238E27FC236}">
                <a16:creationId xmlns:a16="http://schemas.microsoft.com/office/drawing/2014/main" id="{7856ADF4-5106-CE40-95B3-0EAFE2C90A9D}"/>
              </a:ext>
            </a:extLst>
          </p:cNvPr>
          <p:cNvGrpSpPr/>
          <p:nvPr/>
        </p:nvGrpSpPr>
        <p:grpSpPr>
          <a:xfrm>
            <a:off x="1952764" y="918179"/>
            <a:ext cx="361670" cy="361333"/>
            <a:chOff x="1952764" y="918179"/>
            <a:chExt cx="361670" cy="361333"/>
          </a:xfrm>
          <a:solidFill>
            <a:srgbClr val="26890D"/>
          </a:solidFill>
        </p:grpSpPr>
        <p:sp>
          <p:nvSpPr>
            <p:cNvPr id="1340" name="Graphic 1039">
              <a:extLst>
                <a:ext uri="{FF2B5EF4-FFF2-40B4-BE49-F238E27FC236}">
                  <a16:creationId xmlns:a16="http://schemas.microsoft.com/office/drawing/2014/main" id="{7E57B30D-80B8-6B46-8E52-3187B46CD208}"/>
                </a:ext>
              </a:extLst>
            </p:cNvPr>
            <p:cNvSpPr/>
            <p:nvPr/>
          </p:nvSpPr>
          <p:spPr>
            <a:xfrm>
              <a:off x="2109318" y="1114805"/>
              <a:ext cx="15974" cy="15321"/>
            </a:xfrm>
            <a:custGeom>
              <a:avLst/>
              <a:gdLst>
                <a:gd name="connsiteX0" fmla="*/ 5112 w 15974"/>
                <a:gd name="connsiteY0" fmla="*/ 0 h 15321"/>
                <a:gd name="connsiteX1" fmla="*/ 0 w 15974"/>
                <a:gd name="connsiteY1" fmla="*/ 0 h 15321"/>
                <a:gd name="connsiteX2" fmla="*/ 0 w 15974"/>
                <a:gd name="connsiteY2" fmla="*/ 15322 h 15321"/>
                <a:gd name="connsiteX3" fmla="*/ 3834 w 15974"/>
                <a:gd name="connsiteY3" fmla="*/ 15322 h 15321"/>
                <a:gd name="connsiteX4" fmla="*/ 14058 w 15974"/>
                <a:gd name="connsiteY4" fmla="*/ 12130 h 15321"/>
                <a:gd name="connsiteX5" fmla="*/ 15975 w 15974"/>
                <a:gd name="connsiteY5" fmla="*/ 6384 h 15321"/>
                <a:gd name="connsiteX6" fmla="*/ 14058 w 15974"/>
                <a:gd name="connsiteY6" fmla="*/ 1277 h 15321"/>
                <a:gd name="connsiteX7" fmla="*/ 5112 w 15974"/>
                <a:gd name="connsiteY7"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74" h="15321">
                  <a:moveTo>
                    <a:pt x="5112" y="0"/>
                  </a:moveTo>
                  <a:cubicBezTo>
                    <a:pt x="3195" y="0"/>
                    <a:pt x="1917" y="0"/>
                    <a:pt x="0" y="0"/>
                  </a:cubicBezTo>
                  <a:lnTo>
                    <a:pt x="0" y="15322"/>
                  </a:lnTo>
                  <a:cubicBezTo>
                    <a:pt x="1278" y="15322"/>
                    <a:pt x="2556" y="15322"/>
                    <a:pt x="3834" y="15322"/>
                  </a:cubicBezTo>
                  <a:cubicBezTo>
                    <a:pt x="7668" y="15322"/>
                    <a:pt x="11502" y="14683"/>
                    <a:pt x="14058" y="12130"/>
                  </a:cubicBezTo>
                  <a:cubicBezTo>
                    <a:pt x="15336" y="10853"/>
                    <a:pt x="15975" y="8938"/>
                    <a:pt x="15975" y="6384"/>
                  </a:cubicBezTo>
                  <a:cubicBezTo>
                    <a:pt x="15975" y="5107"/>
                    <a:pt x="15336" y="2554"/>
                    <a:pt x="14058" y="1277"/>
                  </a:cubicBezTo>
                  <a:cubicBezTo>
                    <a:pt x="12780" y="638"/>
                    <a:pt x="9585" y="0"/>
                    <a:pt x="5112" y="0"/>
                  </a:cubicBezTo>
                  <a:close/>
                </a:path>
              </a:pathLst>
            </a:custGeom>
            <a:solidFill>
              <a:srgbClr val="26890D"/>
            </a:solidFill>
            <a:ln w="6390" cap="flat">
              <a:noFill/>
              <a:prstDash val="solid"/>
              <a:miter/>
            </a:ln>
          </p:spPr>
          <p:txBody>
            <a:bodyPr rtlCol="0" anchor="ctr"/>
            <a:lstStyle/>
            <a:p>
              <a:endParaRPr lang="en-US"/>
            </a:p>
          </p:txBody>
        </p:sp>
        <p:sp>
          <p:nvSpPr>
            <p:cNvPr id="1341" name="Graphic 1039">
              <a:extLst>
                <a:ext uri="{FF2B5EF4-FFF2-40B4-BE49-F238E27FC236}">
                  <a16:creationId xmlns:a16="http://schemas.microsoft.com/office/drawing/2014/main" id="{28848612-178D-394F-8E1C-BB3A174A6CB2}"/>
                </a:ext>
              </a:extLst>
            </p:cNvPr>
            <p:cNvSpPr/>
            <p:nvPr/>
          </p:nvSpPr>
          <p:spPr>
            <a:xfrm>
              <a:off x="2049891" y="1114167"/>
              <a:ext cx="30032" cy="35111"/>
            </a:xfrm>
            <a:custGeom>
              <a:avLst/>
              <a:gdLst>
                <a:gd name="connsiteX0" fmla="*/ 15336 w 30032"/>
                <a:gd name="connsiteY0" fmla="*/ 0 h 35111"/>
                <a:gd name="connsiteX1" fmla="*/ 0 w 30032"/>
                <a:gd name="connsiteY1" fmla="*/ 17875 h 35111"/>
                <a:gd name="connsiteX2" fmla="*/ 14697 w 30032"/>
                <a:gd name="connsiteY2" fmla="*/ 35112 h 35111"/>
                <a:gd name="connsiteX3" fmla="*/ 30033 w 30032"/>
                <a:gd name="connsiteY3" fmla="*/ 17237 h 35111"/>
                <a:gd name="connsiteX4" fmla="*/ 15336 w 30032"/>
                <a:gd name="connsiteY4" fmla="*/ 0 h 3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32" h="35111">
                  <a:moveTo>
                    <a:pt x="15336" y="0"/>
                  </a:moveTo>
                  <a:cubicBezTo>
                    <a:pt x="6390" y="0"/>
                    <a:pt x="0" y="7022"/>
                    <a:pt x="0" y="17875"/>
                  </a:cubicBezTo>
                  <a:cubicBezTo>
                    <a:pt x="0" y="28090"/>
                    <a:pt x="5751" y="35112"/>
                    <a:pt x="14697" y="35112"/>
                  </a:cubicBezTo>
                  <a:cubicBezTo>
                    <a:pt x="24282" y="35112"/>
                    <a:pt x="30033" y="28090"/>
                    <a:pt x="30033" y="17237"/>
                  </a:cubicBezTo>
                  <a:cubicBezTo>
                    <a:pt x="29394" y="8938"/>
                    <a:pt x="25560" y="0"/>
                    <a:pt x="15336" y="0"/>
                  </a:cubicBezTo>
                  <a:close/>
                </a:path>
              </a:pathLst>
            </a:custGeom>
            <a:solidFill>
              <a:srgbClr val="26890D"/>
            </a:solidFill>
            <a:ln w="6390" cap="flat">
              <a:noFill/>
              <a:prstDash val="solid"/>
              <a:miter/>
            </a:ln>
          </p:spPr>
          <p:txBody>
            <a:bodyPr rtlCol="0" anchor="ctr"/>
            <a:lstStyle/>
            <a:p>
              <a:endParaRPr lang="en-US"/>
            </a:p>
          </p:txBody>
        </p:sp>
        <p:sp>
          <p:nvSpPr>
            <p:cNvPr id="1342" name="Graphic 1039">
              <a:extLst>
                <a:ext uri="{FF2B5EF4-FFF2-40B4-BE49-F238E27FC236}">
                  <a16:creationId xmlns:a16="http://schemas.microsoft.com/office/drawing/2014/main" id="{4647C8C8-CDAB-974C-9719-7E0DA91EE186}"/>
                </a:ext>
              </a:extLst>
            </p:cNvPr>
            <p:cNvSpPr/>
            <p:nvPr/>
          </p:nvSpPr>
          <p:spPr>
            <a:xfrm>
              <a:off x="2069061" y="1021599"/>
              <a:ext cx="130993" cy="57455"/>
            </a:xfrm>
            <a:custGeom>
              <a:avLst/>
              <a:gdLst>
                <a:gd name="connsiteX0" fmla="*/ 70289 w 130993"/>
                <a:gd name="connsiteY0" fmla="*/ 0 h 57455"/>
                <a:gd name="connsiteX1" fmla="*/ 65177 w 130993"/>
                <a:gd name="connsiteY1" fmla="*/ 638 h 57455"/>
                <a:gd name="connsiteX2" fmla="*/ 60066 w 130993"/>
                <a:gd name="connsiteY2" fmla="*/ 0 h 57455"/>
                <a:gd name="connsiteX3" fmla="*/ 0 w 130993"/>
                <a:gd name="connsiteY3" fmla="*/ 57456 h 57455"/>
                <a:gd name="connsiteX4" fmla="*/ 130994 w 130993"/>
                <a:gd name="connsiteY4" fmla="*/ 57456 h 57455"/>
                <a:gd name="connsiteX5" fmla="*/ 70289 w 130993"/>
                <a:gd name="connsiteY5" fmla="*/ 0 h 5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993" h="57455">
                  <a:moveTo>
                    <a:pt x="70289" y="0"/>
                  </a:moveTo>
                  <a:cubicBezTo>
                    <a:pt x="68372" y="638"/>
                    <a:pt x="67094" y="638"/>
                    <a:pt x="65177" y="638"/>
                  </a:cubicBezTo>
                  <a:cubicBezTo>
                    <a:pt x="63261" y="638"/>
                    <a:pt x="61343" y="0"/>
                    <a:pt x="60066" y="0"/>
                  </a:cubicBezTo>
                  <a:lnTo>
                    <a:pt x="0" y="57456"/>
                  </a:lnTo>
                  <a:lnTo>
                    <a:pt x="130994" y="57456"/>
                  </a:lnTo>
                  <a:lnTo>
                    <a:pt x="70289" y="0"/>
                  </a:lnTo>
                  <a:close/>
                </a:path>
              </a:pathLst>
            </a:custGeom>
            <a:solidFill>
              <a:srgbClr val="26890D"/>
            </a:solidFill>
            <a:ln w="6390" cap="flat">
              <a:noFill/>
              <a:prstDash val="solid"/>
              <a:miter/>
            </a:ln>
          </p:spPr>
          <p:txBody>
            <a:bodyPr rtlCol="0" anchor="ctr"/>
            <a:lstStyle/>
            <a:p>
              <a:endParaRPr lang="en-US"/>
            </a:p>
          </p:txBody>
        </p:sp>
        <p:sp>
          <p:nvSpPr>
            <p:cNvPr id="1343" name="Graphic 1039">
              <a:extLst>
                <a:ext uri="{FF2B5EF4-FFF2-40B4-BE49-F238E27FC236}">
                  <a16:creationId xmlns:a16="http://schemas.microsoft.com/office/drawing/2014/main" id="{7D8523AF-DB91-5A40-B5DC-968EEC7421B8}"/>
                </a:ext>
              </a:extLst>
            </p:cNvPr>
            <p:cNvSpPr/>
            <p:nvPr/>
          </p:nvSpPr>
          <p:spPr>
            <a:xfrm>
              <a:off x="1952764"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98410 w 361670"/>
                <a:gd name="connsiteY5" fmla="*/ 259828 h 361333"/>
                <a:gd name="connsiteX6" fmla="*/ 292020 w 361670"/>
                <a:gd name="connsiteY6" fmla="*/ 266212 h 361333"/>
                <a:gd name="connsiteX7" fmla="*/ 70289 w 361670"/>
                <a:gd name="connsiteY7" fmla="*/ 266212 h 361333"/>
                <a:gd name="connsiteX8" fmla="*/ 63899 w 361670"/>
                <a:gd name="connsiteY8" fmla="*/ 259828 h 361333"/>
                <a:gd name="connsiteX9" fmla="*/ 63899 w 361670"/>
                <a:gd name="connsiteY9" fmla="*/ 167260 h 361333"/>
                <a:gd name="connsiteX10" fmla="*/ 70289 w 361670"/>
                <a:gd name="connsiteY10" fmla="*/ 160876 h 361333"/>
                <a:gd name="connsiteX11" fmla="*/ 97127 w 361670"/>
                <a:gd name="connsiteY11" fmla="*/ 160876 h 361333"/>
                <a:gd name="connsiteX12" fmla="*/ 165499 w 361670"/>
                <a:gd name="connsiteY12" fmla="*/ 95121 h 361333"/>
                <a:gd name="connsiteX13" fmla="*/ 163582 w 361670"/>
                <a:gd name="connsiteY13" fmla="*/ 86822 h 361333"/>
                <a:gd name="connsiteX14" fmla="*/ 180835 w 361670"/>
                <a:gd name="connsiteY14" fmla="*/ 69585 h 361333"/>
                <a:gd name="connsiteX15" fmla="*/ 198088 w 361670"/>
                <a:gd name="connsiteY15" fmla="*/ 86822 h 361333"/>
                <a:gd name="connsiteX16" fmla="*/ 196171 w 361670"/>
                <a:gd name="connsiteY16" fmla="*/ 95121 h 361333"/>
                <a:gd name="connsiteX17" fmla="*/ 264543 w 361670"/>
                <a:gd name="connsiteY17" fmla="*/ 160876 h 361333"/>
                <a:gd name="connsiteX18" fmla="*/ 291381 w 361670"/>
                <a:gd name="connsiteY18" fmla="*/ 160876 h 361333"/>
                <a:gd name="connsiteX19" fmla="*/ 297771 w 361670"/>
                <a:gd name="connsiteY19" fmla="*/ 167260 h 361333"/>
                <a:gd name="connsiteX20" fmla="*/ 297771 w 361670"/>
                <a:gd name="connsiteY20" fmla="*/ 25982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298410" y="259828"/>
                  </a:moveTo>
                  <a:cubicBezTo>
                    <a:pt x="298410" y="263659"/>
                    <a:pt x="295854" y="266212"/>
                    <a:pt x="292020" y="266212"/>
                  </a:cubicBezTo>
                  <a:lnTo>
                    <a:pt x="70289" y="266212"/>
                  </a:lnTo>
                  <a:cubicBezTo>
                    <a:pt x="66455" y="266212"/>
                    <a:pt x="63899" y="263659"/>
                    <a:pt x="63899" y="259828"/>
                  </a:cubicBezTo>
                  <a:lnTo>
                    <a:pt x="63899" y="167260"/>
                  </a:lnTo>
                  <a:cubicBezTo>
                    <a:pt x="63899" y="163430"/>
                    <a:pt x="66455" y="160876"/>
                    <a:pt x="70289" y="160876"/>
                  </a:cubicBezTo>
                  <a:lnTo>
                    <a:pt x="97127" y="160876"/>
                  </a:lnTo>
                  <a:lnTo>
                    <a:pt x="165499" y="95121"/>
                  </a:lnTo>
                  <a:cubicBezTo>
                    <a:pt x="164221" y="92568"/>
                    <a:pt x="163582" y="90014"/>
                    <a:pt x="163582" y="86822"/>
                  </a:cubicBezTo>
                  <a:cubicBezTo>
                    <a:pt x="163582" y="77246"/>
                    <a:pt x="171250" y="69585"/>
                    <a:pt x="180835" y="69585"/>
                  </a:cubicBezTo>
                  <a:cubicBezTo>
                    <a:pt x="190420" y="69585"/>
                    <a:pt x="198088" y="77246"/>
                    <a:pt x="198088" y="86822"/>
                  </a:cubicBezTo>
                  <a:cubicBezTo>
                    <a:pt x="198088" y="90014"/>
                    <a:pt x="197449" y="92568"/>
                    <a:pt x="196171" y="95121"/>
                  </a:cubicBezTo>
                  <a:lnTo>
                    <a:pt x="264543" y="160876"/>
                  </a:lnTo>
                  <a:lnTo>
                    <a:pt x="291381" y="160876"/>
                  </a:lnTo>
                  <a:cubicBezTo>
                    <a:pt x="295215" y="160876"/>
                    <a:pt x="297771" y="163430"/>
                    <a:pt x="297771" y="167260"/>
                  </a:cubicBezTo>
                  <a:lnTo>
                    <a:pt x="297771" y="259828"/>
                  </a:lnTo>
                  <a:close/>
                </a:path>
              </a:pathLst>
            </a:custGeom>
            <a:solidFill>
              <a:srgbClr val="26890D"/>
            </a:solidFill>
            <a:ln w="6390" cap="flat">
              <a:noFill/>
              <a:prstDash val="solid"/>
              <a:miter/>
            </a:ln>
          </p:spPr>
          <p:txBody>
            <a:bodyPr rtlCol="0" anchor="ctr"/>
            <a:lstStyle/>
            <a:p>
              <a:endParaRPr lang="en-US"/>
            </a:p>
          </p:txBody>
        </p:sp>
        <p:sp>
          <p:nvSpPr>
            <p:cNvPr id="1344" name="Graphic 1039">
              <a:extLst>
                <a:ext uri="{FF2B5EF4-FFF2-40B4-BE49-F238E27FC236}">
                  <a16:creationId xmlns:a16="http://schemas.microsoft.com/office/drawing/2014/main" id="{36683E3D-EC11-1D4D-9F67-CFF33985F1E8}"/>
                </a:ext>
              </a:extLst>
            </p:cNvPr>
            <p:cNvSpPr/>
            <p:nvPr/>
          </p:nvSpPr>
          <p:spPr>
            <a:xfrm>
              <a:off x="2129127" y="1000532"/>
              <a:ext cx="8945" cy="8937"/>
            </a:xfrm>
            <a:custGeom>
              <a:avLst/>
              <a:gdLst>
                <a:gd name="connsiteX0" fmla="*/ 4473 w 8945"/>
                <a:gd name="connsiteY0" fmla="*/ 8938 h 8937"/>
                <a:gd name="connsiteX1" fmla="*/ 8946 w 8945"/>
                <a:gd name="connsiteY1" fmla="*/ 4469 h 8937"/>
                <a:gd name="connsiteX2" fmla="*/ 4473 w 8945"/>
                <a:gd name="connsiteY2" fmla="*/ 0 h 8937"/>
                <a:gd name="connsiteX3" fmla="*/ 0 w 8945"/>
                <a:gd name="connsiteY3" fmla="*/ 4469 h 8937"/>
                <a:gd name="connsiteX4" fmla="*/ 4473 w 8945"/>
                <a:gd name="connsiteY4" fmla="*/ 8938 h 8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5" h="8937">
                  <a:moveTo>
                    <a:pt x="4473" y="8938"/>
                  </a:moveTo>
                  <a:cubicBezTo>
                    <a:pt x="7029" y="8938"/>
                    <a:pt x="8946" y="7022"/>
                    <a:pt x="8946" y="4469"/>
                  </a:cubicBezTo>
                  <a:cubicBezTo>
                    <a:pt x="8946" y="1915"/>
                    <a:pt x="7029" y="0"/>
                    <a:pt x="4473" y="0"/>
                  </a:cubicBezTo>
                  <a:cubicBezTo>
                    <a:pt x="1917" y="0"/>
                    <a:pt x="0" y="1915"/>
                    <a:pt x="0" y="4469"/>
                  </a:cubicBezTo>
                  <a:cubicBezTo>
                    <a:pt x="0" y="7022"/>
                    <a:pt x="1917" y="8938"/>
                    <a:pt x="4473" y="8938"/>
                  </a:cubicBezTo>
                  <a:close/>
                </a:path>
              </a:pathLst>
            </a:custGeom>
            <a:solidFill>
              <a:srgbClr val="26890D"/>
            </a:solidFill>
            <a:ln w="6390" cap="flat">
              <a:noFill/>
              <a:prstDash val="solid"/>
              <a:miter/>
            </a:ln>
          </p:spPr>
          <p:txBody>
            <a:bodyPr rtlCol="0" anchor="ctr"/>
            <a:lstStyle/>
            <a:p>
              <a:endParaRPr lang="en-US"/>
            </a:p>
          </p:txBody>
        </p:sp>
        <p:sp>
          <p:nvSpPr>
            <p:cNvPr id="1345" name="Graphic 1039">
              <a:extLst>
                <a:ext uri="{FF2B5EF4-FFF2-40B4-BE49-F238E27FC236}">
                  <a16:creationId xmlns:a16="http://schemas.microsoft.com/office/drawing/2014/main" id="{57606AA4-500B-F14E-9653-852D85365B9D}"/>
                </a:ext>
              </a:extLst>
            </p:cNvPr>
            <p:cNvSpPr/>
            <p:nvPr/>
          </p:nvSpPr>
          <p:spPr>
            <a:xfrm>
              <a:off x="2029444" y="1091823"/>
              <a:ext cx="208950" cy="79799"/>
            </a:xfrm>
            <a:custGeom>
              <a:avLst/>
              <a:gdLst>
                <a:gd name="connsiteX0" fmla="*/ 0 w 208950"/>
                <a:gd name="connsiteY0" fmla="*/ 0 h 79799"/>
                <a:gd name="connsiteX1" fmla="*/ 0 w 208950"/>
                <a:gd name="connsiteY1" fmla="*/ 79800 h 79799"/>
                <a:gd name="connsiteX2" fmla="*/ 208951 w 208950"/>
                <a:gd name="connsiteY2" fmla="*/ 79800 h 79799"/>
                <a:gd name="connsiteX3" fmla="*/ 208951 w 208950"/>
                <a:gd name="connsiteY3" fmla="*/ 0 h 79799"/>
                <a:gd name="connsiteX4" fmla="*/ 0 w 208950"/>
                <a:gd name="connsiteY4" fmla="*/ 0 h 79799"/>
                <a:gd name="connsiteX5" fmla="*/ 35145 w 208950"/>
                <a:gd name="connsiteY5" fmla="*/ 70224 h 79799"/>
                <a:gd name="connsiteX6" fmla="*/ 7668 w 208950"/>
                <a:gd name="connsiteY6" fmla="*/ 40219 h 79799"/>
                <a:gd name="connsiteX7" fmla="*/ 35784 w 208950"/>
                <a:gd name="connsiteY7" fmla="*/ 9576 h 79799"/>
                <a:gd name="connsiteX8" fmla="*/ 63260 w 208950"/>
                <a:gd name="connsiteY8" fmla="*/ 39581 h 79799"/>
                <a:gd name="connsiteX9" fmla="*/ 35145 w 208950"/>
                <a:gd name="connsiteY9" fmla="*/ 70224 h 79799"/>
                <a:gd name="connsiteX10" fmla="*/ 103517 w 208950"/>
                <a:gd name="connsiteY10" fmla="*/ 44688 h 79799"/>
                <a:gd name="connsiteX11" fmla="*/ 84986 w 208950"/>
                <a:gd name="connsiteY11" fmla="*/ 51710 h 79799"/>
                <a:gd name="connsiteX12" fmla="*/ 80513 w 208950"/>
                <a:gd name="connsiteY12" fmla="*/ 51710 h 79799"/>
                <a:gd name="connsiteX13" fmla="*/ 80513 w 208950"/>
                <a:gd name="connsiteY13" fmla="*/ 63840 h 79799"/>
                <a:gd name="connsiteX14" fmla="*/ 74123 w 208950"/>
                <a:gd name="connsiteY14" fmla="*/ 70224 h 79799"/>
                <a:gd name="connsiteX15" fmla="*/ 67733 w 208950"/>
                <a:gd name="connsiteY15" fmla="*/ 63840 h 79799"/>
                <a:gd name="connsiteX16" fmla="*/ 67733 w 208950"/>
                <a:gd name="connsiteY16" fmla="*/ 17875 h 79799"/>
                <a:gd name="connsiteX17" fmla="*/ 72845 w 208950"/>
                <a:gd name="connsiteY17" fmla="*/ 11491 h 79799"/>
                <a:gd name="connsiteX18" fmla="*/ 85625 w 208950"/>
                <a:gd name="connsiteY18" fmla="*/ 10214 h 79799"/>
                <a:gd name="connsiteX19" fmla="*/ 102878 w 208950"/>
                <a:gd name="connsiteY19" fmla="*/ 15960 h 79799"/>
                <a:gd name="connsiteX20" fmla="*/ 109268 w 208950"/>
                <a:gd name="connsiteY20" fmla="*/ 30643 h 79799"/>
                <a:gd name="connsiteX21" fmla="*/ 103517 w 208950"/>
                <a:gd name="connsiteY21" fmla="*/ 44688 h 79799"/>
                <a:gd name="connsiteX22" fmla="*/ 145690 w 208950"/>
                <a:gd name="connsiteY22" fmla="*/ 69585 h 79799"/>
                <a:gd name="connsiteX23" fmla="*/ 119492 w 208950"/>
                <a:gd name="connsiteY23" fmla="*/ 69585 h 79799"/>
                <a:gd name="connsiteX24" fmla="*/ 113102 w 208950"/>
                <a:gd name="connsiteY24" fmla="*/ 63201 h 79799"/>
                <a:gd name="connsiteX25" fmla="*/ 113102 w 208950"/>
                <a:gd name="connsiteY25" fmla="*/ 16598 h 79799"/>
                <a:gd name="connsiteX26" fmla="*/ 115019 w 208950"/>
                <a:gd name="connsiteY26" fmla="*/ 12130 h 79799"/>
                <a:gd name="connsiteX27" fmla="*/ 119492 w 208950"/>
                <a:gd name="connsiteY27" fmla="*/ 10214 h 79799"/>
                <a:gd name="connsiteX28" fmla="*/ 144413 w 208950"/>
                <a:gd name="connsiteY28" fmla="*/ 10214 h 79799"/>
                <a:gd name="connsiteX29" fmla="*/ 150803 w 208950"/>
                <a:gd name="connsiteY29" fmla="*/ 16598 h 79799"/>
                <a:gd name="connsiteX30" fmla="*/ 144413 w 208950"/>
                <a:gd name="connsiteY30" fmla="*/ 22982 h 79799"/>
                <a:gd name="connsiteX31" fmla="*/ 125882 w 208950"/>
                <a:gd name="connsiteY31" fmla="*/ 22982 h 79799"/>
                <a:gd name="connsiteX32" fmla="*/ 125882 w 208950"/>
                <a:gd name="connsiteY32" fmla="*/ 33835 h 79799"/>
                <a:gd name="connsiteX33" fmla="*/ 144413 w 208950"/>
                <a:gd name="connsiteY33" fmla="*/ 33835 h 79799"/>
                <a:gd name="connsiteX34" fmla="*/ 150803 w 208950"/>
                <a:gd name="connsiteY34" fmla="*/ 40219 h 79799"/>
                <a:gd name="connsiteX35" fmla="*/ 144413 w 208950"/>
                <a:gd name="connsiteY35" fmla="*/ 46603 h 79799"/>
                <a:gd name="connsiteX36" fmla="*/ 125882 w 208950"/>
                <a:gd name="connsiteY36" fmla="*/ 46603 h 79799"/>
                <a:gd name="connsiteX37" fmla="*/ 125882 w 208950"/>
                <a:gd name="connsiteY37" fmla="*/ 57456 h 79799"/>
                <a:gd name="connsiteX38" fmla="*/ 145690 w 208950"/>
                <a:gd name="connsiteY38" fmla="*/ 57456 h 79799"/>
                <a:gd name="connsiteX39" fmla="*/ 152080 w 208950"/>
                <a:gd name="connsiteY39" fmla="*/ 63840 h 79799"/>
                <a:gd name="connsiteX40" fmla="*/ 145690 w 208950"/>
                <a:gd name="connsiteY40" fmla="*/ 69585 h 79799"/>
                <a:gd name="connsiteX41" fmla="*/ 185947 w 208950"/>
                <a:gd name="connsiteY41" fmla="*/ 16598 h 79799"/>
                <a:gd name="connsiteX42" fmla="*/ 192337 w 208950"/>
                <a:gd name="connsiteY42" fmla="*/ 10214 h 79799"/>
                <a:gd name="connsiteX43" fmla="*/ 198727 w 208950"/>
                <a:gd name="connsiteY43" fmla="*/ 16598 h 79799"/>
                <a:gd name="connsiteX44" fmla="*/ 198727 w 208950"/>
                <a:gd name="connsiteY44" fmla="*/ 63840 h 79799"/>
                <a:gd name="connsiteX45" fmla="*/ 194254 w 208950"/>
                <a:gd name="connsiteY45" fmla="*/ 70224 h 79799"/>
                <a:gd name="connsiteX46" fmla="*/ 192337 w 208950"/>
                <a:gd name="connsiteY46" fmla="*/ 70224 h 79799"/>
                <a:gd name="connsiteX47" fmla="*/ 187225 w 208950"/>
                <a:gd name="connsiteY47" fmla="*/ 67032 h 79799"/>
                <a:gd name="connsiteX48" fmla="*/ 169333 w 208950"/>
                <a:gd name="connsiteY48" fmla="*/ 38942 h 79799"/>
                <a:gd name="connsiteX49" fmla="*/ 169333 w 208950"/>
                <a:gd name="connsiteY49" fmla="*/ 63840 h 79799"/>
                <a:gd name="connsiteX50" fmla="*/ 162943 w 208950"/>
                <a:gd name="connsiteY50" fmla="*/ 70224 h 79799"/>
                <a:gd name="connsiteX51" fmla="*/ 156553 w 208950"/>
                <a:gd name="connsiteY51" fmla="*/ 63840 h 79799"/>
                <a:gd name="connsiteX52" fmla="*/ 156553 w 208950"/>
                <a:gd name="connsiteY52" fmla="*/ 16598 h 79799"/>
                <a:gd name="connsiteX53" fmla="*/ 161026 w 208950"/>
                <a:gd name="connsiteY53" fmla="*/ 10214 h 79799"/>
                <a:gd name="connsiteX54" fmla="*/ 168055 w 208950"/>
                <a:gd name="connsiteY54" fmla="*/ 12768 h 79799"/>
                <a:gd name="connsiteX55" fmla="*/ 185947 w 208950"/>
                <a:gd name="connsiteY55" fmla="*/ 40858 h 79799"/>
                <a:gd name="connsiteX56" fmla="*/ 185947 w 208950"/>
                <a:gd name="connsiteY56" fmla="*/ 16598 h 79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08950" h="79799">
                  <a:moveTo>
                    <a:pt x="0" y="0"/>
                  </a:moveTo>
                  <a:lnTo>
                    <a:pt x="0" y="79800"/>
                  </a:lnTo>
                  <a:lnTo>
                    <a:pt x="208951" y="79800"/>
                  </a:lnTo>
                  <a:lnTo>
                    <a:pt x="208951" y="0"/>
                  </a:lnTo>
                  <a:lnTo>
                    <a:pt x="0" y="0"/>
                  </a:lnTo>
                  <a:close/>
                  <a:moveTo>
                    <a:pt x="35145" y="70224"/>
                  </a:moveTo>
                  <a:cubicBezTo>
                    <a:pt x="19170" y="70224"/>
                    <a:pt x="7668" y="57456"/>
                    <a:pt x="7668" y="40219"/>
                  </a:cubicBezTo>
                  <a:cubicBezTo>
                    <a:pt x="7668" y="22344"/>
                    <a:pt x="19170" y="9576"/>
                    <a:pt x="35784" y="9576"/>
                  </a:cubicBezTo>
                  <a:cubicBezTo>
                    <a:pt x="51759" y="9576"/>
                    <a:pt x="63260" y="21706"/>
                    <a:pt x="63260" y="39581"/>
                  </a:cubicBezTo>
                  <a:cubicBezTo>
                    <a:pt x="62621" y="57456"/>
                    <a:pt x="51119" y="70224"/>
                    <a:pt x="35145" y="70224"/>
                  </a:cubicBezTo>
                  <a:close/>
                  <a:moveTo>
                    <a:pt x="103517" y="44688"/>
                  </a:moveTo>
                  <a:cubicBezTo>
                    <a:pt x="97127" y="51072"/>
                    <a:pt x="88820" y="51710"/>
                    <a:pt x="84986" y="51710"/>
                  </a:cubicBezTo>
                  <a:cubicBezTo>
                    <a:pt x="83708" y="51710"/>
                    <a:pt x="81791" y="51710"/>
                    <a:pt x="80513" y="51710"/>
                  </a:cubicBezTo>
                  <a:lnTo>
                    <a:pt x="80513" y="63840"/>
                  </a:lnTo>
                  <a:cubicBezTo>
                    <a:pt x="80513" y="67670"/>
                    <a:pt x="77957" y="70224"/>
                    <a:pt x="74123" y="70224"/>
                  </a:cubicBezTo>
                  <a:cubicBezTo>
                    <a:pt x="70289" y="70224"/>
                    <a:pt x="67733" y="67670"/>
                    <a:pt x="67733" y="63840"/>
                  </a:cubicBezTo>
                  <a:lnTo>
                    <a:pt x="67733" y="17875"/>
                  </a:lnTo>
                  <a:cubicBezTo>
                    <a:pt x="67733" y="14683"/>
                    <a:pt x="70289" y="12130"/>
                    <a:pt x="72845" y="11491"/>
                  </a:cubicBezTo>
                  <a:cubicBezTo>
                    <a:pt x="76679" y="10853"/>
                    <a:pt x="81152" y="10214"/>
                    <a:pt x="85625" y="10214"/>
                  </a:cubicBezTo>
                  <a:cubicBezTo>
                    <a:pt x="93293" y="10214"/>
                    <a:pt x="99044" y="12130"/>
                    <a:pt x="102878" y="15960"/>
                  </a:cubicBezTo>
                  <a:cubicBezTo>
                    <a:pt x="106712" y="19152"/>
                    <a:pt x="109268" y="24259"/>
                    <a:pt x="109268" y="30643"/>
                  </a:cubicBezTo>
                  <a:cubicBezTo>
                    <a:pt x="108629" y="35750"/>
                    <a:pt x="106712" y="40858"/>
                    <a:pt x="103517" y="44688"/>
                  </a:cubicBezTo>
                  <a:close/>
                  <a:moveTo>
                    <a:pt x="145690" y="69585"/>
                  </a:moveTo>
                  <a:lnTo>
                    <a:pt x="119492" y="69585"/>
                  </a:lnTo>
                  <a:cubicBezTo>
                    <a:pt x="115658" y="69585"/>
                    <a:pt x="113102" y="67032"/>
                    <a:pt x="113102" y="63201"/>
                  </a:cubicBezTo>
                  <a:lnTo>
                    <a:pt x="113102" y="16598"/>
                  </a:lnTo>
                  <a:cubicBezTo>
                    <a:pt x="113102" y="14683"/>
                    <a:pt x="113741" y="13406"/>
                    <a:pt x="115019" y="12130"/>
                  </a:cubicBezTo>
                  <a:cubicBezTo>
                    <a:pt x="116297" y="10853"/>
                    <a:pt x="117575" y="10214"/>
                    <a:pt x="119492" y="10214"/>
                  </a:cubicBezTo>
                  <a:cubicBezTo>
                    <a:pt x="119492" y="10214"/>
                    <a:pt x="141856" y="10214"/>
                    <a:pt x="144413" y="10214"/>
                  </a:cubicBezTo>
                  <a:cubicBezTo>
                    <a:pt x="148246" y="10214"/>
                    <a:pt x="150803" y="13406"/>
                    <a:pt x="150803" y="16598"/>
                  </a:cubicBezTo>
                  <a:cubicBezTo>
                    <a:pt x="150803" y="20429"/>
                    <a:pt x="147608" y="22982"/>
                    <a:pt x="144413" y="22982"/>
                  </a:cubicBezTo>
                  <a:cubicBezTo>
                    <a:pt x="143135" y="22982"/>
                    <a:pt x="132911" y="22982"/>
                    <a:pt x="125882" y="22982"/>
                  </a:cubicBezTo>
                  <a:lnTo>
                    <a:pt x="125882" y="33835"/>
                  </a:lnTo>
                  <a:lnTo>
                    <a:pt x="144413" y="33835"/>
                  </a:lnTo>
                  <a:cubicBezTo>
                    <a:pt x="148246" y="33835"/>
                    <a:pt x="150803" y="36389"/>
                    <a:pt x="150803" y="40219"/>
                  </a:cubicBezTo>
                  <a:cubicBezTo>
                    <a:pt x="150803" y="44050"/>
                    <a:pt x="148246" y="46603"/>
                    <a:pt x="144413" y="46603"/>
                  </a:cubicBezTo>
                  <a:lnTo>
                    <a:pt x="125882" y="46603"/>
                  </a:lnTo>
                  <a:lnTo>
                    <a:pt x="125882" y="57456"/>
                  </a:lnTo>
                  <a:lnTo>
                    <a:pt x="145690" y="57456"/>
                  </a:lnTo>
                  <a:cubicBezTo>
                    <a:pt x="149524" y="57456"/>
                    <a:pt x="152080" y="60009"/>
                    <a:pt x="152080" y="63840"/>
                  </a:cubicBezTo>
                  <a:cubicBezTo>
                    <a:pt x="152080" y="67670"/>
                    <a:pt x="149524" y="69585"/>
                    <a:pt x="145690" y="69585"/>
                  </a:cubicBezTo>
                  <a:close/>
                  <a:moveTo>
                    <a:pt x="185947" y="16598"/>
                  </a:moveTo>
                  <a:cubicBezTo>
                    <a:pt x="185947" y="12768"/>
                    <a:pt x="188503" y="10214"/>
                    <a:pt x="192337" y="10214"/>
                  </a:cubicBezTo>
                  <a:cubicBezTo>
                    <a:pt x="196171" y="10214"/>
                    <a:pt x="198727" y="12768"/>
                    <a:pt x="198727" y="16598"/>
                  </a:cubicBezTo>
                  <a:lnTo>
                    <a:pt x="198727" y="63840"/>
                  </a:lnTo>
                  <a:cubicBezTo>
                    <a:pt x="198727" y="66393"/>
                    <a:pt x="196810" y="68947"/>
                    <a:pt x="194254" y="70224"/>
                  </a:cubicBezTo>
                  <a:cubicBezTo>
                    <a:pt x="193615" y="70224"/>
                    <a:pt x="192976" y="70224"/>
                    <a:pt x="192337" y="70224"/>
                  </a:cubicBezTo>
                  <a:cubicBezTo>
                    <a:pt x="190420" y="70224"/>
                    <a:pt x="187864" y="68947"/>
                    <a:pt x="187225" y="67032"/>
                  </a:cubicBezTo>
                  <a:lnTo>
                    <a:pt x="169333" y="38942"/>
                  </a:lnTo>
                  <a:lnTo>
                    <a:pt x="169333" y="63840"/>
                  </a:lnTo>
                  <a:cubicBezTo>
                    <a:pt x="169333" y="67670"/>
                    <a:pt x="166777" y="70224"/>
                    <a:pt x="162943" y="70224"/>
                  </a:cubicBezTo>
                  <a:cubicBezTo>
                    <a:pt x="159109" y="70224"/>
                    <a:pt x="156553" y="67670"/>
                    <a:pt x="156553" y="63840"/>
                  </a:cubicBezTo>
                  <a:lnTo>
                    <a:pt x="156553" y="16598"/>
                  </a:lnTo>
                  <a:cubicBezTo>
                    <a:pt x="156553" y="14045"/>
                    <a:pt x="158470" y="11491"/>
                    <a:pt x="161026" y="10214"/>
                  </a:cubicBezTo>
                  <a:cubicBezTo>
                    <a:pt x="163582" y="9576"/>
                    <a:pt x="166777" y="10853"/>
                    <a:pt x="168055" y="12768"/>
                  </a:cubicBezTo>
                  <a:lnTo>
                    <a:pt x="185947" y="40858"/>
                  </a:lnTo>
                  <a:lnTo>
                    <a:pt x="185947" y="16598"/>
                  </a:lnTo>
                  <a:close/>
                </a:path>
              </a:pathLst>
            </a:custGeom>
            <a:solidFill>
              <a:srgbClr val="26890D"/>
            </a:solidFill>
            <a:ln w="6390" cap="flat">
              <a:noFill/>
              <a:prstDash val="solid"/>
              <a:miter/>
            </a:ln>
          </p:spPr>
          <p:txBody>
            <a:bodyPr rtlCol="0" anchor="ctr"/>
            <a:lstStyle/>
            <a:p>
              <a:endParaRPr lang="en-US"/>
            </a:p>
          </p:txBody>
        </p:sp>
      </p:grpSp>
      <p:grpSp>
        <p:nvGrpSpPr>
          <p:cNvPr id="1346" name="Graphic 1039">
            <a:extLst>
              <a:ext uri="{FF2B5EF4-FFF2-40B4-BE49-F238E27FC236}">
                <a16:creationId xmlns:a16="http://schemas.microsoft.com/office/drawing/2014/main" id="{671BA98B-C48B-504D-9799-3489548BD9DD}"/>
              </a:ext>
            </a:extLst>
          </p:cNvPr>
          <p:cNvGrpSpPr/>
          <p:nvPr/>
        </p:nvGrpSpPr>
        <p:grpSpPr>
          <a:xfrm>
            <a:off x="1952764" y="3824168"/>
            <a:ext cx="361670" cy="361333"/>
            <a:chOff x="1952764" y="3824168"/>
            <a:chExt cx="361670" cy="361333"/>
          </a:xfrm>
          <a:solidFill>
            <a:srgbClr val="26890D"/>
          </a:solidFill>
        </p:grpSpPr>
        <p:sp>
          <p:nvSpPr>
            <p:cNvPr id="1347" name="Graphic 1039">
              <a:extLst>
                <a:ext uri="{FF2B5EF4-FFF2-40B4-BE49-F238E27FC236}">
                  <a16:creationId xmlns:a16="http://schemas.microsoft.com/office/drawing/2014/main" id="{013FCA16-7464-BC45-87AC-E796BE2B6E39}"/>
                </a:ext>
              </a:extLst>
            </p:cNvPr>
            <p:cNvSpPr/>
            <p:nvPr/>
          </p:nvSpPr>
          <p:spPr>
            <a:xfrm>
              <a:off x="2074812" y="4034200"/>
              <a:ext cx="30032" cy="58732"/>
            </a:xfrm>
            <a:custGeom>
              <a:avLst/>
              <a:gdLst>
                <a:gd name="connsiteX0" fmla="*/ 0 w 30032"/>
                <a:gd name="connsiteY0" fmla="*/ 0 h 58732"/>
                <a:gd name="connsiteX1" fmla="*/ 0 w 30032"/>
                <a:gd name="connsiteY1" fmla="*/ 58733 h 58732"/>
                <a:gd name="connsiteX2" fmla="*/ 30033 w 30032"/>
                <a:gd name="connsiteY2" fmla="*/ 58733 h 58732"/>
                <a:gd name="connsiteX3" fmla="*/ 30033 w 30032"/>
                <a:gd name="connsiteY3" fmla="*/ 0 h 58732"/>
                <a:gd name="connsiteX4" fmla="*/ 0 w 30032"/>
                <a:gd name="connsiteY4" fmla="*/ 0 h 58732"/>
                <a:gd name="connsiteX5" fmla="*/ 14697 w 30032"/>
                <a:gd name="connsiteY5" fmla="*/ 40219 h 58732"/>
                <a:gd name="connsiteX6" fmla="*/ 8307 w 30032"/>
                <a:gd name="connsiteY6" fmla="*/ 46603 h 58732"/>
                <a:gd name="connsiteX7" fmla="*/ 1917 w 30032"/>
                <a:gd name="connsiteY7" fmla="*/ 40219 h 58732"/>
                <a:gd name="connsiteX8" fmla="*/ 1917 w 30032"/>
                <a:gd name="connsiteY8" fmla="*/ 28728 h 58732"/>
                <a:gd name="connsiteX9" fmla="*/ 8307 w 30032"/>
                <a:gd name="connsiteY9" fmla="*/ 22344 h 58732"/>
                <a:gd name="connsiteX10" fmla="*/ 14697 w 30032"/>
                <a:gd name="connsiteY10" fmla="*/ 28728 h 58732"/>
                <a:gd name="connsiteX11" fmla="*/ 14697 w 30032"/>
                <a:gd name="connsiteY11" fmla="*/ 40219 h 5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032" h="58732">
                  <a:moveTo>
                    <a:pt x="0" y="0"/>
                  </a:moveTo>
                  <a:lnTo>
                    <a:pt x="0" y="58733"/>
                  </a:lnTo>
                  <a:lnTo>
                    <a:pt x="30033" y="58733"/>
                  </a:lnTo>
                  <a:lnTo>
                    <a:pt x="30033" y="0"/>
                  </a:lnTo>
                  <a:lnTo>
                    <a:pt x="0" y="0"/>
                  </a:lnTo>
                  <a:close/>
                  <a:moveTo>
                    <a:pt x="14697" y="40219"/>
                  </a:moveTo>
                  <a:cubicBezTo>
                    <a:pt x="14697" y="44050"/>
                    <a:pt x="12141" y="46603"/>
                    <a:pt x="8307" y="46603"/>
                  </a:cubicBezTo>
                  <a:cubicBezTo>
                    <a:pt x="4473" y="46603"/>
                    <a:pt x="1917" y="44050"/>
                    <a:pt x="1917" y="40219"/>
                  </a:cubicBezTo>
                  <a:lnTo>
                    <a:pt x="1917" y="28728"/>
                  </a:lnTo>
                  <a:cubicBezTo>
                    <a:pt x="1917" y="24898"/>
                    <a:pt x="4473" y="22344"/>
                    <a:pt x="8307" y="22344"/>
                  </a:cubicBezTo>
                  <a:cubicBezTo>
                    <a:pt x="12141" y="22344"/>
                    <a:pt x="14697" y="24898"/>
                    <a:pt x="14697" y="28728"/>
                  </a:cubicBezTo>
                  <a:lnTo>
                    <a:pt x="14697" y="40219"/>
                  </a:lnTo>
                  <a:close/>
                </a:path>
              </a:pathLst>
            </a:custGeom>
            <a:solidFill>
              <a:srgbClr val="26890D"/>
            </a:solidFill>
            <a:ln w="6390" cap="flat">
              <a:noFill/>
              <a:prstDash val="solid"/>
              <a:miter/>
            </a:ln>
          </p:spPr>
          <p:txBody>
            <a:bodyPr rtlCol="0" anchor="ctr"/>
            <a:lstStyle/>
            <a:p>
              <a:endParaRPr lang="en-US"/>
            </a:p>
          </p:txBody>
        </p:sp>
        <p:sp>
          <p:nvSpPr>
            <p:cNvPr id="1348" name="Graphic 1039">
              <a:extLst>
                <a:ext uri="{FF2B5EF4-FFF2-40B4-BE49-F238E27FC236}">
                  <a16:creationId xmlns:a16="http://schemas.microsoft.com/office/drawing/2014/main" id="{7863565B-EAE2-C048-9D70-0618B7D922FE}"/>
                </a:ext>
              </a:extLst>
            </p:cNvPr>
            <p:cNvSpPr/>
            <p:nvPr/>
          </p:nvSpPr>
          <p:spPr>
            <a:xfrm>
              <a:off x="2140628" y="3916735"/>
              <a:ext cx="32588" cy="72138"/>
            </a:xfrm>
            <a:custGeom>
              <a:avLst/>
              <a:gdLst>
                <a:gd name="connsiteX0" fmla="*/ 15975 w 32588"/>
                <a:gd name="connsiteY0" fmla="*/ 72139 h 72138"/>
                <a:gd name="connsiteX1" fmla="*/ 32589 w 32588"/>
                <a:gd name="connsiteY1" fmla="*/ 60648 h 72138"/>
                <a:gd name="connsiteX2" fmla="*/ 28116 w 32588"/>
                <a:gd name="connsiteY2" fmla="*/ 0 h 72138"/>
                <a:gd name="connsiteX3" fmla="*/ 0 w 32588"/>
                <a:gd name="connsiteY3" fmla="*/ 0 h 72138"/>
                <a:gd name="connsiteX4" fmla="*/ 0 w 32588"/>
                <a:gd name="connsiteY4" fmla="*/ 61286 h 72138"/>
                <a:gd name="connsiteX5" fmla="*/ 15975 w 32588"/>
                <a:gd name="connsiteY5" fmla="*/ 72139 h 7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88" h="72138">
                  <a:moveTo>
                    <a:pt x="15975" y="72139"/>
                  </a:moveTo>
                  <a:cubicBezTo>
                    <a:pt x="22365" y="72139"/>
                    <a:pt x="30033" y="67670"/>
                    <a:pt x="32589" y="60648"/>
                  </a:cubicBezTo>
                  <a:lnTo>
                    <a:pt x="28116" y="0"/>
                  </a:lnTo>
                  <a:lnTo>
                    <a:pt x="0" y="0"/>
                  </a:lnTo>
                  <a:lnTo>
                    <a:pt x="0" y="61286"/>
                  </a:lnTo>
                  <a:cubicBezTo>
                    <a:pt x="1917" y="67670"/>
                    <a:pt x="8946" y="72139"/>
                    <a:pt x="15975" y="72139"/>
                  </a:cubicBezTo>
                  <a:close/>
                </a:path>
              </a:pathLst>
            </a:custGeom>
            <a:solidFill>
              <a:srgbClr val="26890D"/>
            </a:solidFill>
            <a:ln w="6390" cap="flat">
              <a:noFill/>
              <a:prstDash val="solid"/>
              <a:miter/>
            </a:ln>
          </p:spPr>
          <p:txBody>
            <a:bodyPr rtlCol="0" anchor="ctr"/>
            <a:lstStyle/>
            <a:p>
              <a:endParaRPr lang="en-US"/>
            </a:p>
          </p:txBody>
        </p:sp>
        <p:sp>
          <p:nvSpPr>
            <p:cNvPr id="1349" name="Graphic 1039">
              <a:extLst>
                <a:ext uri="{FF2B5EF4-FFF2-40B4-BE49-F238E27FC236}">
                  <a16:creationId xmlns:a16="http://schemas.microsoft.com/office/drawing/2014/main" id="{41664505-6704-E94B-A715-EE871109D4B0}"/>
                </a:ext>
              </a:extLst>
            </p:cNvPr>
            <p:cNvSpPr/>
            <p:nvPr/>
          </p:nvSpPr>
          <p:spPr>
            <a:xfrm>
              <a:off x="2049891" y="3917374"/>
              <a:ext cx="35144" cy="71500"/>
            </a:xfrm>
            <a:custGeom>
              <a:avLst/>
              <a:gdLst>
                <a:gd name="connsiteX0" fmla="*/ 14697 w 35144"/>
                <a:gd name="connsiteY0" fmla="*/ 71501 h 71500"/>
                <a:gd name="connsiteX1" fmla="*/ 31311 w 35144"/>
                <a:gd name="connsiteY1" fmla="*/ 60010 h 71500"/>
                <a:gd name="connsiteX2" fmla="*/ 35145 w 35144"/>
                <a:gd name="connsiteY2" fmla="*/ 0 h 71500"/>
                <a:gd name="connsiteX3" fmla="*/ 6390 w 35144"/>
                <a:gd name="connsiteY3" fmla="*/ 0 h 71500"/>
                <a:gd name="connsiteX4" fmla="*/ 0 w 35144"/>
                <a:gd name="connsiteY4" fmla="*/ 56818 h 71500"/>
                <a:gd name="connsiteX5" fmla="*/ 14697 w 35144"/>
                <a:gd name="connsiteY5" fmla="*/ 71501 h 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144" h="71500">
                  <a:moveTo>
                    <a:pt x="14697" y="71501"/>
                  </a:moveTo>
                  <a:cubicBezTo>
                    <a:pt x="21087" y="71501"/>
                    <a:pt x="29394" y="67032"/>
                    <a:pt x="31311" y="60010"/>
                  </a:cubicBezTo>
                  <a:lnTo>
                    <a:pt x="35145" y="0"/>
                  </a:lnTo>
                  <a:lnTo>
                    <a:pt x="6390" y="0"/>
                  </a:lnTo>
                  <a:lnTo>
                    <a:pt x="0" y="56818"/>
                  </a:lnTo>
                  <a:cubicBezTo>
                    <a:pt x="0" y="65117"/>
                    <a:pt x="6390" y="71501"/>
                    <a:pt x="14697" y="71501"/>
                  </a:cubicBezTo>
                  <a:close/>
                </a:path>
              </a:pathLst>
            </a:custGeom>
            <a:solidFill>
              <a:srgbClr val="26890D"/>
            </a:solidFill>
            <a:ln w="6390" cap="flat">
              <a:noFill/>
              <a:prstDash val="solid"/>
              <a:miter/>
            </a:ln>
          </p:spPr>
          <p:txBody>
            <a:bodyPr rtlCol="0" anchor="ctr"/>
            <a:lstStyle/>
            <a:p>
              <a:endParaRPr lang="en-US"/>
            </a:p>
          </p:txBody>
        </p:sp>
        <p:sp>
          <p:nvSpPr>
            <p:cNvPr id="1350" name="Graphic 1039">
              <a:extLst>
                <a:ext uri="{FF2B5EF4-FFF2-40B4-BE49-F238E27FC236}">
                  <a16:creationId xmlns:a16="http://schemas.microsoft.com/office/drawing/2014/main" id="{169B0173-2E42-AA4E-B122-D5050CE52853}"/>
                </a:ext>
              </a:extLst>
            </p:cNvPr>
            <p:cNvSpPr/>
            <p:nvPr/>
          </p:nvSpPr>
          <p:spPr>
            <a:xfrm>
              <a:off x="2180885" y="3917374"/>
              <a:ext cx="36422" cy="71500"/>
            </a:xfrm>
            <a:custGeom>
              <a:avLst/>
              <a:gdLst>
                <a:gd name="connsiteX0" fmla="*/ 5112 w 36422"/>
                <a:gd name="connsiteY0" fmla="*/ 60010 h 71500"/>
                <a:gd name="connsiteX1" fmla="*/ 21726 w 36422"/>
                <a:gd name="connsiteY1" fmla="*/ 71501 h 71500"/>
                <a:gd name="connsiteX2" fmla="*/ 36423 w 36422"/>
                <a:gd name="connsiteY2" fmla="*/ 56818 h 71500"/>
                <a:gd name="connsiteX3" fmla="*/ 30033 w 36422"/>
                <a:gd name="connsiteY3" fmla="*/ 0 h 71500"/>
                <a:gd name="connsiteX4" fmla="*/ 0 w 36422"/>
                <a:gd name="connsiteY4" fmla="*/ 0 h 71500"/>
                <a:gd name="connsiteX5" fmla="*/ 5112 w 36422"/>
                <a:gd name="connsiteY5" fmla="*/ 60010 h 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22" h="71500">
                  <a:moveTo>
                    <a:pt x="5112" y="60010"/>
                  </a:moveTo>
                  <a:cubicBezTo>
                    <a:pt x="7029" y="67032"/>
                    <a:pt x="15336" y="71501"/>
                    <a:pt x="21726" y="71501"/>
                  </a:cubicBezTo>
                  <a:cubicBezTo>
                    <a:pt x="30033" y="71501"/>
                    <a:pt x="36423" y="65117"/>
                    <a:pt x="36423" y="56818"/>
                  </a:cubicBezTo>
                  <a:lnTo>
                    <a:pt x="30033" y="0"/>
                  </a:lnTo>
                  <a:lnTo>
                    <a:pt x="0" y="0"/>
                  </a:lnTo>
                  <a:lnTo>
                    <a:pt x="5112" y="60010"/>
                  </a:lnTo>
                  <a:close/>
                </a:path>
              </a:pathLst>
            </a:custGeom>
            <a:solidFill>
              <a:srgbClr val="26890D"/>
            </a:solidFill>
            <a:ln w="6390" cap="flat">
              <a:noFill/>
              <a:prstDash val="solid"/>
              <a:miter/>
            </a:ln>
          </p:spPr>
          <p:txBody>
            <a:bodyPr rtlCol="0" anchor="ctr"/>
            <a:lstStyle/>
            <a:p>
              <a:endParaRPr lang="en-US"/>
            </a:p>
          </p:txBody>
        </p:sp>
        <p:sp>
          <p:nvSpPr>
            <p:cNvPr id="1351" name="Graphic 1039">
              <a:extLst>
                <a:ext uri="{FF2B5EF4-FFF2-40B4-BE49-F238E27FC236}">
                  <a16:creationId xmlns:a16="http://schemas.microsoft.com/office/drawing/2014/main" id="{9C6B8905-82C7-1646-B751-259CF467F348}"/>
                </a:ext>
              </a:extLst>
            </p:cNvPr>
            <p:cNvSpPr/>
            <p:nvPr/>
          </p:nvSpPr>
          <p:spPr>
            <a:xfrm>
              <a:off x="2094621" y="3917374"/>
              <a:ext cx="33227" cy="71500"/>
            </a:xfrm>
            <a:custGeom>
              <a:avLst/>
              <a:gdLst>
                <a:gd name="connsiteX0" fmla="*/ 16614 w 33227"/>
                <a:gd name="connsiteY0" fmla="*/ 71501 h 71500"/>
                <a:gd name="connsiteX1" fmla="*/ 33228 w 33227"/>
                <a:gd name="connsiteY1" fmla="*/ 60648 h 71500"/>
                <a:gd name="connsiteX2" fmla="*/ 33228 w 33227"/>
                <a:gd name="connsiteY2" fmla="*/ 0 h 71500"/>
                <a:gd name="connsiteX3" fmla="*/ 3834 w 33227"/>
                <a:gd name="connsiteY3" fmla="*/ 0 h 71500"/>
                <a:gd name="connsiteX4" fmla="*/ 0 w 33227"/>
                <a:gd name="connsiteY4" fmla="*/ 60010 h 71500"/>
                <a:gd name="connsiteX5" fmla="*/ 16614 w 33227"/>
                <a:gd name="connsiteY5" fmla="*/ 71501 h 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227" h="71500">
                  <a:moveTo>
                    <a:pt x="16614" y="71501"/>
                  </a:moveTo>
                  <a:cubicBezTo>
                    <a:pt x="23643" y="71501"/>
                    <a:pt x="30672" y="67032"/>
                    <a:pt x="33228" y="60648"/>
                  </a:cubicBezTo>
                  <a:lnTo>
                    <a:pt x="33228" y="0"/>
                  </a:lnTo>
                  <a:lnTo>
                    <a:pt x="3834" y="0"/>
                  </a:lnTo>
                  <a:lnTo>
                    <a:pt x="0" y="60010"/>
                  </a:lnTo>
                  <a:cubicBezTo>
                    <a:pt x="1917" y="67032"/>
                    <a:pt x="10224" y="71501"/>
                    <a:pt x="16614" y="71501"/>
                  </a:cubicBezTo>
                  <a:close/>
                </a:path>
              </a:pathLst>
            </a:custGeom>
            <a:solidFill>
              <a:srgbClr val="26890D"/>
            </a:solidFill>
            <a:ln w="6390" cap="flat">
              <a:noFill/>
              <a:prstDash val="solid"/>
              <a:miter/>
            </a:ln>
          </p:spPr>
          <p:txBody>
            <a:bodyPr rtlCol="0" anchor="ctr"/>
            <a:lstStyle/>
            <a:p>
              <a:endParaRPr lang="en-US"/>
            </a:p>
          </p:txBody>
        </p:sp>
        <p:sp>
          <p:nvSpPr>
            <p:cNvPr id="1352" name="Graphic 1039">
              <a:extLst>
                <a:ext uri="{FF2B5EF4-FFF2-40B4-BE49-F238E27FC236}">
                  <a16:creationId xmlns:a16="http://schemas.microsoft.com/office/drawing/2014/main" id="{0DF712D2-B4EA-DB41-89BC-3E15B4DE89C6}"/>
                </a:ext>
              </a:extLst>
            </p:cNvPr>
            <p:cNvSpPr/>
            <p:nvPr/>
          </p:nvSpPr>
          <p:spPr>
            <a:xfrm>
              <a:off x="2137433" y="4022071"/>
              <a:ext cx="55592" cy="42772"/>
            </a:xfrm>
            <a:custGeom>
              <a:avLst/>
              <a:gdLst>
                <a:gd name="connsiteX0" fmla="*/ 0 w 55592"/>
                <a:gd name="connsiteY0" fmla="*/ 0 h 42772"/>
                <a:gd name="connsiteX1" fmla="*/ 55593 w 55592"/>
                <a:gd name="connsiteY1" fmla="*/ 0 h 42772"/>
                <a:gd name="connsiteX2" fmla="*/ 55593 w 55592"/>
                <a:gd name="connsiteY2" fmla="*/ 42773 h 42772"/>
                <a:gd name="connsiteX3" fmla="*/ 0 w 55592"/>
                <a:gd name="connsiteY3" fmla="*/ 42773 h 42772"/>
              </a:gdLst>
              <a:ahLst/>
              <a:cxnLst>
                <a:cxn ang="0">
                  <a:pos x="connsiteX0" y="connsiteY0"/>
                </a:cxn>
                <a:cxn ang="0">
                  <a:pos x="connsiteX1" y="connsiteY1"/>
                </a:cxn>
                <a:cxn ang="0">
                  <a:pos x="connsiteX2" y="connsiteY2"/>
                </a:cxn>
                <a:cxn ang="0">
                  <a:pos x="connsiteX3" y="connsiteY3"/>
                </a:cxn>
              </a:cxnLst>
              <a:rect l="l" t="t" r="r" b="b"/>
              <a:pathLst>
                <a:path w="55592" h="42772">
                  <a:moveTo>
                    <a:pt x="0" y="0"/>
                  </a:moveTo>
                  <a:lnTo>
                    <a:pt x="55593" y="0"/>
                  </a:lnTo>
                  <a:lnTo>
                    <a:pt x="55593" y="42773"/>
                  </a:lnTo>
                  <a:lnTo>
                    <a:pt x="0" y="42773"/>
                  </a:lnTo>
                  <a:close/>
                </a:path>
              </a:pathLst>
            </a:custGeom>
            <a:solidFill>
              <a:srgbClr val="26890D"/>
            </a:solidFill>
            <a:ln w="6390" cap="flat">
              <a:noFill/>
              <a:prstDash val="solid"/>
              <a:miter/>
            </a:ln>
          </p:spPr>
          <p:txBody>
            <a:bodyPr rtlCol="0" anchor="ctr"/>
            <a:lstStyle/>
            <a:p>
              <a:endParaRPr lang="en-US"/>
            </a:p>
          </p:txBody>
        </p:sp>
        <p:sp>
          <p:nvSpPr>
            <p:cNvPr id="1353" name="Graphic 1039">
              <a:extLst>
                <a:ext uri="{FF2B5EF4-FFF2-40B4-BE49-F238E27FC236}">
                  <a16:creationId xmlns:a16="http://schemas.microsoft.com/office/drawing/2014/main" id="{59FE9170-A798-8045-A88C-93ECCA70F53C}"/>
                </a:ext>
              </a:extLst>
            </p:cNvPr>
            <p:cNvSpPr/>
            <p:nvPr/>
          </p:nvSpPr>
          <p:spPr>
            <a:xfrm>
              <a:off x="2055003" y="3991428"/>
              <a:ext cx="156553" cy="100867"/>
            </a:xfrm>
            <a:custGeom>
              <a:avLst/>
              <a:gdLst>
                <a:gd name="connsiteX0" fmla="*/ 147608 w 156553"/>
                <a:gd name="connsiteY0" fmla="*/ 10215 h 100867"/>
                <a:gd name="connsiteX1" fmla="*/ 124604 w 156553"/>
                <a:gd name="connsiteY1" fmla="*/ 0 h 100867"/>
                <a:gd name="connsiteX2" fmla="*/ 101600 w 156553"/>
                <a:gd name="connsiteY2" fmla="*/ 10215 h 100867"/>
                <a:gd name="connsiteX3" fmla="*/ 78596 w 156553"/>
                <a:gd name="connsiteY3" fmla="*/ 0 h 100867"/>
                <a:gd name="connsiteX4" fmla="*/ 55592 w 156553"/>
                <a:gd name="connsiteY4" fmla="*/ 10215 h 100867"/>
                <a:gd name="connsiteX5" fmla="*/ 32589 w 156553"/>
                <a:gd name="connsiteY5" fmla="*/ 0 h 100867"/>
                <a:gd name="connsiteX6" fmla="*/ 9585 w 156553"/>
                <a:gd name="connsiteY6" fmla="*/ 10215 h 100867"/>
                <a:gd name="connsiteX7" fmla="*/ 0 w 156553"/>
                <a:gd name="connsiteY7" fmla="*/ 8299 h 100867"/>
                <a:gd name="connsiteX8" fmla="*/ 0 w 156553"/>
                <a:gd name="connsiteY8" fmla="*/ 100867 h 100867"/>
                <a:gd name="connsiteX9" fmla="*/ 6390 w 156553"/>
                <a:gd name="connsiteY9" fmla="*/ 100867 h 100867"/>
                <a:gd name="connsiteX10" fmla="*/ 6390 w 156553"/>
                <a:gd name="connsiteY10" fmla="*/ 35751 h 100867"/>
                <a:gd name="connsiteX11" fmla="*/ 12780 w 156553"/>
                <a:gd name="connsiteY11" fmla="*/ 29367 h 100867"/>
                <a:gd name="connsiteX12" fmla="*/ 55592 w 156553"/>
                <a:gd name="connsiteY12" fmla="*/ 29367 h 100867"/>
                <a:gd name="connsiteX13" fmla="*/ 61982 w 156553"/>
                <a:gd name="connsiteY13" fmla="*/ 35751 h 100867"/>
                <a:gd name="connsiteX14" fmla="*/ 61982 w 156553"/>
                <a:gd name="connsiteY14" fmla="*/ 100867 h 100867"/>
                <a:gd name="connsiteX15" fmla="*/ 156553 w 156553"/>
                <a:gd name="connsiteY15" fmla="*/ 100867 h 100867"/>
                <a:gd name="connsiteX16" fmla="*/ 156553 w 156553"/>
                <a:gd name="connsiteY16" fmla="*/ 8938 h 100867"/>
                <a:gd name="connsiteX17" fmla="*/ 147608 w 156553"/>
                <a:gd name="connsiteY17" fmla="*/ 10215 h 100867"/>
                <a:gd name="connsiteX18" fmla="*/ 150803 w 156553"/>
                <a:gd name="connsiteY18" fmla="*/ 79800 h 100867"/>
                <a:gd name="connsiteX19" fmla="*/ 144413 w 156553"/>
                <a:gd name="connsiteY19" fmla="*/ 86184 h 100867"/>
                <a:gd name="connsiteX20" fmla="*/ 76040 w 156553"/>
                <a:gd name="connsiteY20" fmla="*/ 86184 h 100867"/>
                <a:gd name="connsiteX21" fmla="*/ 69650 w 156553"/>
                <a:gd name="connsiteY21" fmla="*/ 79800 h 100867"/>
                <a:gd name="connsiteX22" fmla="*/ 69650 w 156553"/>
                <a:gd name="connsiteY22" fmla="*/ 24259 h 100867"/>
                <a:gd name="connsiteX23" fmla="*/ 76040 w 156553"/>
                <a:gd name="connsiteY23" fmla="*/ 17875 h 100867"/>
                <a:gd name="connsiteX24" fmla="*/ 144413 w 156553"/>
                <a:gd name="connsiteY24" fmla="*/ 17875 h 100867"/>
                <a:gd name="connsiteX25" fmla="*/ 150803 w 156553"/>
                <a:gd name="connsiteY25" fmla="*/ 24259 h 100867"/>
                <a:gd name="connsiteX26" fmla="*/ 150803 w 156553"/>
                <a:gd name="connsiteY26" fmla="*/ 79800 h 100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56553" h="100867">
                  <a:moveTo>
                    <a:pt x="147608" y="10215"/>
                  </a:moveTo>
                  <a:cubicBezTo>
                    <a:pt x="138662" y="10215"/>
                    <a:pt x="130355" y="5746"/>
                    <a:pt x="124604" y="0"/>
                  </a:cubicBezTo>
                  <a:cubicBezTo>
                    <a:pt x="118853" y="6384"/>
                    <a:pt x="109907" y="10215"/>
                    <a:pt x="101600" y="10215"/>
                  </a:cubicBezTo>
                  <a:cubicBezTo>
                    <a:pt x="93293" y="10215"/>
                    <a:pt x="84347" y="6384"/>
                    <a:pt x="78596" y="0"/>
                  </a:cubicBezTo>
                  <a:cubicBezTo>
                    <a:pt x="72845" y="6384"/>
                    <a:pt x="64538" y="10215"/>
                    <a:pt x="55592" y="10215"/>
                  </a:cubicBezTo>
                  <a:cubicBezTo>
                    <a:pt x="46646" y="10215"/>
                    <a:pt x="38340" y="5746"/>
                    <a:pt x="32589" y="0"/>
                  </a:cubicBezTo>
                  <a:cubicBezTo>
                    <a:pt x="26838" y="6384"/>
                    <a:pt x="17892" y="10215"/>
                    <a:pt x="9585" y="10215"/>
                  </a:cubicBezTo>
                  <a:cubicBezTo>
                    <a:pt x="6390" y="10215"/>
                    <a:pt x="3195" y="9576"/>
                    <a:pt x="0" y="8299"/>
                  </a:cubicBezTo>
                  <a:lnTo>
                    <a:pt x="0" y="100867"/>
                  </a:lnTo>
                  <a:lnTo>
                    <a:pt x="6390" y="100867"/>
                  </a:lnTo>
                  <a:lnTo>
                    <a:pt x="6390" y="35751"/>
                  </a:lnTo>
                  <a:cubicBezTo>
                    <a:pt x="6390" y="31920"/>
                    <a:pt x="8946" y="29367"/>
                    <a:pt x="12780" y="29367"/>
                  </a:cubicBezTo>
                  <a:lnTo>
                    <a:pt x="55592" y="29367"/>
                  </a:lnTo>
                  <a:cubicBezTo>
                    <a:pt x="59426" y="29367"/>
                    <a:pt x="61982" y="31920"/>
                    <a:pt x="61982" y="35751"/>
                  </a:cubicBezTo>
                  <a:lnTo>
                    <a:pt x="61982" y="100867"/>
                  </a:lnTo>
                  <a:lnTo>
                    <a:pt x="156553" y="100867"/>
                  </a:lnTo>
                  <a:lnTo>
                    <a:pt x="156553" y="8938"/>
                  </a:lnTo>
                  <a:cubicBezTo>
                    <a:pt x="153998" y="9576"/>
                    <a:pt x="151441" y="10215"/>
                    <a:pt x="147608" y="10215"/>
                  </a:cubicBezTo>
                  <a:close/>
                  <a:moveTo>
                    <a:pt x="150803" y="79800"/>
                  </a:moveTo>
                  <a:cubicBezTo>
                    <a:pt x="150803" y="83630"/>
                    <a:pt x="148246" y="86184"/>
                    <a:pt x="144413" y="86184"/>
                  </a:cubicBezTo>
                  <a:lnTo>
                    <a:pt x="76040" y="86184"/>
                  </a:lnTo>
                  <a:cubicBezTo>
                    <a:pt x="72206" y="86184"/>
                    <a:pt x="69650" y="83630"/>
                    <a:pt x="69650" y="79800"/>
                  </a:cubicBezTo>
                  <a:lnTo>
                    <a:pt x="69650" y="24259"/>
                  </a:lnTo>
                  <a:cubicBezTo>
                    <a:pt x="69650" y="20429"/>
                    <a:pt x="72206" y="17875"/>
                    <a:pt x="76040" y="17875"/>
                  </a:cubicBezTo>
                  <a:lnTo>
                    <a:pt x="144413" y="17875"/>
                  </a:lnTo>
                  <a:cubicBezTo>
                    <a:pt x="148246" y="17875"/>
                    <a:pt x="150803" y="20429"/>
                    <a:pt x="150803" y="24259"/>
                  </a:cubicBezTo>
                  <a:lnTo>
                    <a:pt x="150803" y="79800"/>
                  </a:lnTo>
                  <a:close/>
                </a:path>
              </a:pathLst>
            </a:custGeom>
            <a:solidFill>
              <a:srgbClr val="26890D"/>
            </a:solidFill>
            <a:ln w="6390" cap="flat">
              <a:noFill/>
              <a:prstDash val="solid"/>
              <a:miter/>
            </a:ln>
          </p:spPr>
          <p:txBody>
            <a:bodyPr rtlCol="0" anchor="ctr"/>
            <a:lstStyle/>
            <a:p>
              <a:endParaRPr lang="en-US"/>
            </a:p>
          </p:txBody>
        </p:sp>
        <p:sp>
          <p:nvSpPr>
            <p:cNvPr id="1354" name="Graphic 1039">
              <a:extLst>
                <a:ext uri="{FF2B5EF4-FFF2-40B4-BE49-F238E27FC236}">
                  <a16:creationId xmlns:a16="http://schemas.microsoft.com/office/drawing/2014/main" id="{DADBCC2B-EDC4-DC42-A355-CB9D87C36116}"/>
                </a:ext>
              </a:extLst>
            </p:cNvPr>
            <p:cNvSpPr/>
            <p:nvPr/>
          </p:nvSpPr>
          <p:spPr>
            <a:xfrm>
              <a:off x="1952764"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74767 w 361670"/>
                <a:gd name="connsiteY5" fmla="*/ 281533 h 361333"/>
                <a:gd name="connsiteX6" fmla="*/ 265821 w 361670"/>
                <a:gd name="connsiteY6" fmla="*/ 281533 h 361333"/>
                <a:gd name="connsiteX7" fmla="*/ 158470 w 361670"/>
                <a:gd name="connsiteY7" fmla="*/ 281533 h 361333"/>
                <a:gd name="connsiteX8" fmla="*/ 115658 w 361670"/>
                <a:gd name="connsiteY8" fmla="*/ 281533 h 361333"/>
                <a:gd name="connsiteX9" fmla="*/ 96488 w 361670"/>
                <a:gd name="connsiteY9" fmla="*/ 281533 h 361333"/>
                <a:gd name="connsiteX10" fmla="*/ 87542 w 361670"/>
                <a:gd name="connsiteY10" fmla="*/ 281533 h 361333"/>
                <a:gd name="connsiteX11" fmla="*/ 81152 w 361670"/>
                <a:gd name="connsiteY11" fmla="*/ 275149 h 361333"/>
                <a:gd name="connsiteX12" fmla="*/ 87542 w 361670"/>
                <a:gd name="connsiteY12" fmla="*/ 268766 h 361333"/>
                <a:gd name="connsiteX13" fmla="*/ 90098 w 361670"/>
                <a:gd name="connsiteY13" fmla="*/ 268766 h 361333"/>
                <a:gd name="connsiteX14" fmla="*/ 90098 w 361670"/>
                <a:gd name="connsiteY14" fmla="*/ 166622 h 361333"/>
                <a:gd name="connsiteX15" fmla="*/ 84347 w 361670"/>
                <a:gd name="connsiteY15" fmla="*/ 150024 h 361333"/>
                <a:gd name="connsiteX16" fmla="*/ 84347 w 361670"/>
                <a:gd name="connsiteY16" fmla="*/ 149385 h 361333"/>
                <a:gd name="connsiteX17" fmla="*/ 91376 w 361670"/>
                <a:gd name="connsiteY17" fmla="*/ 86184 h 361333"/>
                <a:gd name="connsiteX18" fmla="*/ 97766 w 361670"/>
                <a:gd name="connsiteY18" fmla="*/ 80438 h 361333"/>
                <a:gd name="connsiteX19" fmla="*/ 264543 w 361670"/>
                <a:gd name="connsiteY19" fmla="*/ 80438 h 361333"/>
                <a:gd name="connsiteX20" fmla="*/ 270933 w 361670"/>
                <a:gd name="connsiteY20" fmla="*/ 86184 h 361333"/>
                <a:gd name="connsiteX21" fmla="*/ 277962 w 361670"/>
                <a:gd name="connsiteY21" fmla="*/ 149385 h 361333"/>
                <a:gd name="connsiteX22" fmla="*/ 277962 w 361670"/>
                <a:gd name="connsiteY22" fmla="*/ 150024 h 361333"/>
                <a:gd name="connsiteX23" fmla="*/ 272211 w 361670"/>
                <a:gd name="connsiteY23" fmla="*/ 166622 h 361333"/>
                <a:gd name="connsiteX24" fmla="*/ 272211 w 361670"/>
                <a:gd name="connsiteY24" fmla="*/ 268766 h 361333"/>
                <a:gd name="connsiteX25" fmla="*/ 274767 w 361670"/>
                <a:gd name="connsiteY25" fmla="*/ 268766 h 361333"/>
                <a:gd name="connsiteX26" fmla="*/ 281157 w 361670"/>
                <a:gd name="connsiteY26" fmla="*/ 275149 h 361333"/>
                <a:gd name="connsiteX27" fmla="*/ 274767 w 361670"/>
                <a:gd name="connsiteY27" fmla="*/ 28153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257"/>
                    <a:pt x="361670" y="180667"/>
                  </a:cubicBezTo>
                  <a:cubicBezTo>
                    <a:pt x="361670" y="81076"/>
                    <a:pt x="281157" y="0"/>
                    <a:pt x="180835" y="0"/>
                  </a:cubicBezTo>
                  <a:close/>
                  <a:moveTo>
                    <a:pt x="274767" y="281533"/>
                  </a:moveTo>
                  <a:lnTo>
                    <a:pt x="265821" y="281533"/>
                  </a:lnTo>
                  <a:lnTo>
                    <a:pt x="158470" y="281533"/>
                  </a:lnTo>
                  <a:lnTo>
                    <a:pt x="115658" y="281533"/>
                  </a:lnTo>
                  <a:lnTo>
                    <a:pt x="96488" y="281533"/>
                  </a:lnTo>
                  <a:lnTo>
                    <a:pt x="87542" y="281533"/>
                  </a:lnTo>
                  <a:cubicBezTo>
                    <a:pt x="83708" y="281533"/>
                    <a:pt x="81152" y="278980"/>
                    <a:pt x="81152" y="275149"/>
                  </a:cubicBezTo>
                  <a:cubicBezTo>
                    <a:pt x="81152" y="271319"/>
                    <a:pt x="83708" y="268766"/>
                    <a:pt x="87542" y="268766"/>
                  </a:cubicBezTo>
                  <a:lnTo>
                    <a:pt x="90098" y="268766"/>
                  </a:lnTo>
                  <a:lnTo>
                    <a:pt x="90098" y="166622"/>
                  </a:lnTo>
                  <a:cubicBezTo>
                    <a:pt x="86903" y="162153"/>
                    <a:pt x="84347" y="156408"/>
                    <a:pt x="84347" y="150024"/>
                  </a:cubicBezTo>
                  <a:cubicBezTo>
                    <a:pt x="84347" y="150024"/>
                    <a:pt x="84347" y="149385"/>
                    <a:pt x="84347" y="149385"/>
                  </a:cubicBezTo>
                  <a:lnTo>
                    <a:pt x="91376" y="86184"/>
                  </a:lnTo>
                  <a:cubicBezTo>
                    <a:pt x="92015" y="82992"/>
                    <a:pt x="94571" y="80438"/>
                    <a:pt x="97766" y="80438"/>
                  </a:cubicBezTo>
                  <a:lnTo>
                    <a:pt x="264543" y="80438"/>
                  </a:lnTo>
                  <a:cubicBezTo>
                    <a:pt x="267738" y="80438"/>
                    <a:pt x="270294" y="82992"/>
                    <a:pt x="270933" y="86184"/>
                  </a:cubicBezTo>
                  <a:lnTo>
                    <a:pt x="277962" y="149385"/>
                  </a:lnTo>
                  <a:cubicBezTo>
                    <a:pt x="277962" y="149385"/>
                    <a:pt x="277962" y="150024"/>
                    <a:pt x="277962" y="150024"/>
                  </a:cubicBezTo>
                  <a:cubicBezTo>
                    <a:pt x="277962" y="156408"/>
                    <a:pt x="276045" y="162153"/>
                    <a:pt x="272211" y="166622"/>
                  </a:cubicBezTo>
                  <a:lnTo>
                    <a:pt x="272211" y="268766"/>
                  </a:lnTo>
                  <a:lnTo>
                    <a:pt x="274767" y="268766"/>
                  </a:lnTo>
                  <a:cubicBezTo>
                    <a:pt x="278601" y="268766"/>
                    <a:pt x="281157" y="271319"/>
                    <a:pt x="281157" y="275149"/>
                  </a:cubicBezTo>
                  <a:cubicBezTo>
                    <a:pt x="281157" y="278980"/>
                    <a:pt x="278601" y="281533"/>
                    <a:pt x="274767" y="281533"/>
                  </a:cubicBezTo>
                  <a:close/>
                </a:path>
              </a:pathLst>
            </a:custGeom>
            <a:solidFill>
              <a:srgbClr val="26890D"/>
            </a:solidFill>
            <a:ln w="6390" cap="flat">
              <a:noFill/>
              <a:prstDash val="solid"/>
              <a:miter/>
            </a:ln>
          </p:spPr>
          <p:txBody>
            <a:bodyPr rtlCol="0" anchor="ctr"/>
            <a:lstStyle/>
            <a:p>
              <a:endParaRPr lang="en-US"/>
            </a:p>
          </p:txBody>
        </p:sp>
      </p:grpSp>
      <p:grpSp>
        <p:nvGrpSpPr>
          <p:cNvPr id="1355" name="Graphic 1039">
            <a:extLst>
              <a:ext uri="{FF2B5EF4-FFF2-40B4-BE49-F238E27FC236}">
                <a16:creationId xmlns:a16="http://schemas.microsoft.com/office/drawing/2014/main" id="{0F1F86FE-89A3-C04A-B937-6560011B1CE9}"/>
              </a:ext>
            </a:extLst>
          </p:cNvPr>
          <p:cNvGrpSpPr/>
          <p:nvPr/>
        </p:nvGrpSpPr>
        <p:grpSpPr>
          <a:xfrm>
            <a:off x="5708769" y="2855717"/>
            <a:ext cx="361670" cy="361333"/>
            <a:chOff x="5708769" y="2855717"/>
            <a:chExt cx="361670" cy="361333"/>
          </a:xfrm>
          <a:solidFill>
            <a:srgbClr val="43B02A"/>
          </a:solidFill>
        </p:grpSpPr>
        <p:sp>
          <p:nvSpPr>
            <p:cNvPr id="1356" name="Graphic 1039">
              <a:extLst>
                <a:ext uri="{FF2B5EF4-FFF2-40B4-BE49-F238E27FC236}">
                  <a16:creationId xmlns:a16="http://schemas.microsoft.com/office/drawing/2014/main" id="{0BA06950-3235-454F-8BCF-D47BB066583D}"/>
                </a:ext>
              </a:extLst>
            </p:cNvPr>
            <p:cNvSpPr/>
            <p:nvPr/>
          </p:nvSpPr>
          <p:spPr>
            <a:xfrm>
              <a:off x="5708769"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8565 h 361333"/>
                <a:gd name="connsiteX6" fmla="*/ 12780 w 361670"/>
                <a:gd name="connsiteY6" fmla="*/ 180667 h 361333"/>
                <a:gd name="connsiteX7" fmla="*/ 180835 w 361670"/>
                <a:gd name="connsiteY7" fmla="*/ 12768 h 361333"/>
                <a:gd name="connsiteX8" fmla="*/ 348890 w 361670"/>
                <a:gd name="connsiteY8" fmla="*/ 180667 h 361333"/>
                <a:gd name="connsiteX9" fmla="*/ 180835 w 361670"/>
                <a:gd name="connsiteY9" fmla="*/ 3485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895"/>
                    <a:pt x="361670" y="180667"/>
                  </a:cubicBezTo>
                  <a:cubicBezTo>
                    <a:pt x="361670" y="80438"/>
                    <a:pt x="281157" y="0"/>
                    <a:pt x="180835" y="0"/>
                  </a:cubicBezTo>
                  <a:close/>
                  <a:moveTo>
                    <a:pt x="180835" y="348565"/>
                  </a:moveTo>
                  <a:cubicBezTo>
                    <a:pt x="88181" y="348565"/>
                    <a:pt x="12780" y="273234"/>
                    <a:pt x="12780" y="180667"/>
                  </a:cubicBezTo>
                  <a:cubicBezTo>
                    <a:pt x="12780" y="88099"/>
                    <a:pt x="88181" y="12768"/>
                    <a:pt x="180835" y="12768"/>
                  </a:cubicBezTo>
                  <a:cubicBezTo>
                    <a:pt x="273489" y="12768"/>
                    <a:pt x="348890" y="88099"/>
                    <a:pt x="348890" y="180667"/>
                  </a:cubicBezTo>
                  <a:cubicBezTo>
                    <a:pt x="348890" y="273234"/>
                    <a:pt x="273489" y="348565"/>
                    <a:pt x="180835" y="348565"/>
                  </a:cubicBezTo>
                  <a:close/>
                </a:path>
              </a:pathLst>
            </a:custGeom>
            <a:solidFill>
              <a:srgbClr val="43B02A"/>
            </a:solidFill>
            <a:ln w="6390" cap="flat">
              <a:noFill/>
              <a:prstDash val="solid"/>
              <a:miter/>
            </a:ln>
          </p:spPr>
          <p:txBody>
            <a:bodyPr rtlCol="0" anchor="ctr"/>
            <a:lstStyle/>
            <a:p>
              <a:endParaRPr lang="en-US"/>
            </a:p>
          </p:txBody>
        </p:sp>
        <p:sp>
          <p:nvSpPr>
            <p:cNvPr id="1357" name="Graphic 1039">
              <a:extLst>
                <a:ext uri="{FF2B5EF4-FFF2-40B4-BE49-F238E27FC236}">
                  <a16:creationId xmlns:a16="http://schemas.microsoft.com/office/drawing/2014/main" id="{81BD2802-9C56-714E-9B71-23DCB9CAF80D}"/>
                </a:ext>
              </a:extLst>
            </p:cNvPr>
            <p:cNvSpPr/>
            <p:nvPr/>
          </p:nvSpPr>
          <p:spPr>
            <a:xfrm>
              <a:off x="5849987" y="2979567"/>
              <a:ext cx="72206" cy="84906"/>
            </a:xfrm>
            <a:custGeom>
              <a:avLst/>
              <a:gdLst>
                <a:gd name="connsiteX0" fmla="*/ 6390 w 72206"/>
                <a:gd name="connsiteY0" fmla="*/ 46603 h 84906"/>
                <a:gd name="connsiteX1" fmla="*/ 0 w 72206"/>
                <a:gd name="connsiteY1" fmla="*/ 52987 h 84906"/>
                <a:gd name="connsiteX2" fmla="*/ 6390 w 72206"/>
                <a:gd name="connsiteY2" fmla="*/ 59371 h 84906"/>
                <a:gd name="connsiteX3" fmla="*/ 12780 w 72206"/>
                <a:gd name="connsiteY3" fmla="*/ 59371 h 84906"/>
                <a:gd name="connsiteX4" fmla="*/ 40257 w 72206"/>
                <a:gd name="connsiteY4" fmla="*/ 84907 h 84906"/>
                <a:gd name="connsiteX5" fmla="*/ 44730 w 72206"/>
                <a:gd name="connsiteY5" fmla="*/ 84907 h 84906"/>
                <a:gd name="connsiteX6" fmla="*/ 72206 w 72206"/>
                <a:gd name="connsiteY6" fmla="*/ 57456 h 84906"/>
                <a:gd name="connsiteX7" fmla="*/ 65816 w 72206"/>
                <a:gd name="connsiteY7" fmla="*/ 51072 h 84906"/>
                <a:gd name="connsiteX8" fmla="*/ 59426 w 72206"/>
                <a:gd name="connsiteY8" fmla="*/ 57456 h 84906"/>
                <a:gd name="connsiteX9" fmla="*/ 44730 w 72206"/>
                <a:gd name="connsiteY9" fmla="*/ 72139 h 84906"/>
                <a:gd name="connsiteX10" fmla="*/ 40257 w 72206"/>
                <a:gd name="connsiteY10" fmla="*/ 72139 h 84906"/>
                <a:gd name="connsiteX11" fmla="*/ 25560 w 72206"/>
                <a:gd name="connsiteY11" fmla="*/ 59371 h 84906"/>
                <a:gd name="connsiteX12" fmla="*/ 44730 w 72206"/>
                <a:gd name="connsiteY12" fmla="*/ 59371 h 84906"/>
                <a:gd name="connsiteX13" fmla="*/ 51119 w 72206"/>
                <a:gd name="connsiteY13" fmla="*/ 52987 h 84906"/>
                <a:gd name="connsiteX14" fmla="*/ 44730 w 72206"/>
                <a:gd name="connsiteY14" fmla="*/ 46603 h 84906"/>
                <a:gd name="connsiteX15" fmla="*/ 25560 w 72206"/>
                <a:gd name="connsiteY15" fmla="*/ 46603 h 84906"/>
                <a:gd name="connsiteX16" fmla="*/ 25560 w 72206"/>
                <a:gd name="connsiteY16" fmla="*/ 42134 h 84906"/>
                <a:gd name="connsiteX17" fmla="*/ 44730 w 72206"/>
                <a:gd name="connsiteY17" fmla="*/ 42134 h 84906"/>
                <a:gd name="connsiteX18" fmla="*/ 51119 w 72206"/>
                <a:gd name="connsiteY18" fmla="*/ 35750 h 84906"/>
                <a:gd name="connsiteX19" fmla="*/ 44730 w 72206"/>
                <a:gd name="connsiteY19" fmla="*/ 29366 h 84906"/>
                <a:gd name="connsiteX20" fmla="*/ 25560 w 72206"/>
                <a:gd name="connsiteY20" fmla="*/ 29366 h 84906"/>
                <a:gd name="connsiteX21" fmla="*/ 25560 w 72206"/>
                <a:gd name="connsiteY21" fmla="*/ 27451 h 84906"/>
                <a:gd name="connsiteX22" fmla="*/ 40257 w 72206"/>
                <a:gd name="connsiteY22" fmla="*/ 12768 h 84906"/>
                <a:gd name="connsiteX23" fmla="*/ 44730 w 72206"/>
                <a:gd name="connsiteY23" fmla="*/ 12768 h 84906"/>
                <a:gd name="connsiteX24" fmla="*/ 59426 w 72206"/>
                <a:gd name="connsiteY24" fmla="*/ 27451 h 84906"/>
                <a:gd name="connsiteX25" fmla="*/ 65816 w 72206"/>
                <a:gd name="connsiteY25" fmla="*/ 33835 h 84906"/>
                <a:gd name="connsiteX26" fmla="*/ 72206 w 72206"/>
                <a:gd name="connsiteY26" fmla="*/ 27451 h 84906"/>
                <a:gd name="connsiteX27" fmla="*/ 44730 w 72206"/>
                <a:gd name="connsiteY27" fmla="*/ 0 h 84906"/>
                <a:gd name="connsiteX28" fmla="*/ 40257 w 72206"/>
                <a:gd name="connsiteY28" fmla="*/ 0 h 84906"/>
                <a:gd name="connsiteX29" fmla="*/ 12780 w 72206"/>
                <a:gd name="connsiteY29" fmla="*/ 27451 h 84906"/>
                <a:gd name="connsiteX30" fmla="*/ 12780 w 72206"/>
                <a:gd name="connsiteY30" fmla="*/ 29366 h 84906"/>
                <a:gd name="connsiteX31" fmla="*/ 6390 w 72206"/>
                <a:gd name="connsiteY31" fmla="*/ 29366 h 84906"/>
                <a:gd name="connsiteX32" fmla="*/ 0 w 72206"/>
                <a:gd name="connsiteY32" fmla="*/ 35750 h 84906"/>
                <a:gd name="connsiteX33" fmla="*/ 6390 w 72206"/>
                <a:gd name="connsiteY33" fmla="*/ 42134 h 84906"/>
                <a:gd name="connsiteX34" fmla="*/ 12780 w 72206"/>
                <a:gd name="connsiteY34" fmla="*/ 42134 h 84906"/>
                <a:gd name="connsiteX35" fmla="*/ 12780 w 72206"/>
                <a:gd name="connsiteY35" fmla="*/ 46603 h 84906"/>
                <a:gd name="connsiteX36" fmla="*/ 6390 w 72206"/>
                <a:gd name="connsiteY36" fmla="*/ 46603 h 84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2206" h="84906">
                  <a:moveTo>
                    <a:pt x="6390" y="46603"/>
                  </a:moveTo>
                  <a:cubicBezTo>
                    <a:pt x="2556" y="46603"/>
                    <a:pt x="0" y="49157"/>
                    <a:pt x="0" y="52987"/>
                  </a:cubicBezTo>
                  <a:cubicBezTo>
                    <a:pt x="0" y="56817"/>
                    <a:pt x="2556" y="59371"/>
                    <a:pt x="6390" y="59371"/>
                  </a:cubicBezTo>
                  <a:lnTo>
                    <a:pt x="12780" y="59371"/>
                  </a:lnTo>
                  <a:cubicBezTo>
                    <a:pt x="14058" y="73416"/>
                    <a:pt x="25560" y="84907"/>
                    <a:pt x="40257" y="84907"/>
                  </a:cubicBezTo>
                  <a:lnTo>
                    <a:pt x="44730" y="84907"/>
                  </a:lnTo>
                  <a:cubicBezTo>
                    <a:pt x="60066" y="84907"/>
                    <a:pt x="72206" y="72777"/>
                    <a:pt x="72206" y="57456"/>
                  </a:cubicBezTo>
                  <a:cubicBezTo>
                    <a:pt x="72206" y="53625"/>
                    <a:pt x="69650" y="51072"/>
                    <a:pt x="65816" y="51072"/>
                  </a:cubicBezTo>
                  <a:cubicBezTo>
                    <a:pt x="61982" y="51072"/>
                    <a:pt x="59426" y="53625"/>
                    <a:pt x="59426" y="57456"/>
                  </a:cubicBezTo>
                  <a:cubicBezTo>
                    <a:pt x="59426" y="65755"/>
                    <a:pt x="53036" y="72139"/>
                    <a:pt x="44730" y="72139"/>
                  </a:cubicBezTo>
                  <a:lnTo>
                    <a:pt x="40257" y="72139"/>
                  </a:lnTo>
                  <a:cubicBezTo>
                    <a:pt x="32589" y="72139"/>
                    <a:pt x="26838" y="66393"/>
                    <a:pt x="25560" y="59371"/>
                  </a:cubicBezTo>
                  <a:lnTo>
                    <a:pt x="44730" y="59371"/>
                  </a:lnTo>
                  <a:cubicBezTo>
                    <a:pt x="48563" y="59371"/>
                    <a:pt x="51119" y="56817"/>
                    <a:pt x="51119" y="52987"/>
                  </a:cubicBezTo>
                  <a:cubicBezTo>
                    <a:pt x="51119" y="49157"/>
                    <a:pt x="48563" y="46603"/>
                    <a:pt x="44730" y="46603"/>
                  </a:cubicBezTo>
                  <a:lnTo>
                    <a:pt x="25560" y="46603"/>
                  </a:lnTo>
                  <a:lnTo>
                    <a:pt x="25560" y="42134"/>
                  </a:lnTo>
                  <a:lnTo>
                    <a:pt x="44730" y="42134"/>
                  </a:lnTo>
                  <a:cubicBezTo>
                    <a:pt x="48563" y="42134"/>
                    <a:pt x="51119" y="39581"/>
                    <a:pt x="51119" y="35750"/>
                  </a:cubicBezTo>
                  <a:cubicBezTo>
                    <a:pt x="51119" y="31920"/>
                    <a:pt x="48563" y="29366"/>
                    <a:pt x="44730" y="29366"/>
                  </a:cubicBezTo>
                  <a:lnTo>
                    <a:pt x="25560" y="29366"/>
                  </a:lnTo>
                  <a:lnTo>
                    <a:pt x="25560" y="27451"/>
                  </a:lnTo>
                  <a:cubicBezTo>
                    <a:pt x="25560" y="19152"/>
                    <a:pt x="31950" y="12768"/>
                    <a:pt x="40257" y="12768"/>
                  </a:cubicBezTo>
                  <a:lnTo>
                    <a:pt x="44730" y="12768"/>
                  </a:lnTo>
                  <a:cubicBezTo>
                    <a:pt x="53036" y="12768"/>
                    <a:pt x="59426" y="19152"/>
                    <a:pt x="59426" y="27451"/>
                  </a:cubicBezTo>
                  <a:cubicBezTo>
                    <a:pt x="59426" y="31281"/>
                    <a:pt x="61982" y="33835"/>
                    <a:pt x="65816" y="33835"/>
                  </a:cubicBezTo>
                  <a:cubicBezTo>
                    <a:pt x="69650" y="33835"/>
                    <a:pt x="72206" y="31281"/>
                    <a:pt x="72206" y="27451"/>
                  </a:cubicBezTo>
                  <a:cubicBezTo>
                    <a:pt x="72206" y="12130"/>
                    <a:pt x="60066" y="0"/>
                    <a:pt x="44730" y="0"/>
                  </a:cubicBezTo>
                  <a:lnTo>
                    <a:pt x="40257" y="0"/>
                  </a:lnTo>
                  <a:cubicBezTo>
                    <a:pt x="24921" y="0"/>
                    <a:pt x="12780" y="12130"/>
                    <a:pt x="12780" y="27451"/>
                  </a:cubicBezTo>
                  <a:lnTo>
                    <a:pt x="12780" y="29366"/>
                  </a:lnTo>
                  <a:lnTo>
                    <a:pt x="6390" y="29366"/>
                  </a:lnTo>
                  <a:cubicBezTo>
                    <a:pt x="2556" y="29366"/>
                    <a:pt x="0" y="31920"/>
                    <a:pt x="0" y="35750"/>
                  </a:cubicBezTo>
                  <a:cubicBezTo>
                    <a:pt x="0" y="39581"/>
                    <a:pt x="2556" y="42134"/>
                    <a:pt x="6390" y="42134"/>
                  </a:cubicBezTo>
                  <a:lnTo>
                    <a:pt x="12780" y="42134"/>
                  </a:lnTo>
                  <a:lnTo>
                    <a:pt x="12780" y="46603"/>
                  </a:lnTo>
                  <a:lnTo>
                    <a:pt x="6390" y="46603"/>
                  </a:lnTo>
                  <a:close/>
                </a:path>
              </a:pathLst>
            </a:custGeom>
            <a:solidFill>
              <a:srgbClr val="43B02A"/>
            </a:solidFill>
            <a:ln w="6390" cap="flat">
              <a:noFill/>
              <a:prstDash val="solid"/>
              <a:miter/>
            </a:ln>
          </p:spPr>
          <p:txBody>
            <a:bodyPr rtlCol="0" anchor="ctr"/>
            <a:lstStyle/>
            <a:p>
              <a:endParaRPr lang="en-US"/>
            </a:p>
          </p:txBody>
        </p:sp>
        <p:sp>
          <p:nvSpPr>
            <p:cNvPr id="1358" name="Graphic 1039">
              <a:extLst>
                <a:ext uri="{FF2B5EF4-FFF2-40B4-BE49-F238E27FC236}">
                  <a16:creationId xmlns:a16="http://schemas.microsoft.com/office/drawing/2014/main" id="{C8356BD4-BAF3-9449-8AA6-F7DCFAFE7ABD}"/>
                </a:ext>
              </a:extLst>
            </p:cNvPr>
            <p:cNvSpPr/>
            <p:nvPr/>
          </p:nvSpPr>
          <p:spPr>
            <a:xfrm>
              <a:off x="5772030" y="2950200"/>
              <a:ext cx="235788" cy="170452"/>
            </a:xfrm>
            <a:custGeom>
              <a:avLst/>
              <a:gdLst>
                <a:gd name="connsiteX0" fmla="*/ 228760 w 235788"/>
                <a:gd name="connsiteY0" fmla="*/ 131510 h 170452"/>
                <a:gd name="connsiteX1" fmla="*/ 222370 w 235788"/>
                <a:gd name="connsiteY1" fmla="*/ 131510 h 170452"/>
                <a:gd name="connsiteX2" fmla="*/ 222370 w 235788"/>
                <a:gd name="connsiteY2" fmla="*/ 25536 h 170452"/>
                <a:gd name="connsiteX3" fmla="*/ 215341 w 235788"/>
                <a:gd name="connsiteY3" fmla="*/ 7022 h 170452"/>
                <a:gd name="connsiteX4" fmla="*/ 198727 w 235788"/>
                <a:gd name="connsiteY4" fmla="*/ 0 h 170452"/>
                <a:gd name="connsiteX5" fmla="*/ 37062 w 235788"/>
                <a:gd name="connsiteY5" fmla="*/ 0 h 170452"/>
                <a:gd name="connsiteX6" fmla="*/ 19170 w 235788"/>
                <a:gd name="connsiteY6" fmla="*/ 7022 h 170452"/>
                <a:gd name="connsiteX7" fmla="*/ 12780 w 235788"/>
                <a:gd name="connsiteY7" fmla="*/ 26813 h 170452"/>
                <a:gd name="connsiteX8" fmla="*/ 12780 w 235788"/>
                <a:gd name="connsiteY8" fmla="*/ 130872 h 170452"/>
                <a:gd name="connsiteX9" fmla="*/ 6390 w 235788"/>
                <a:gd name="connsiteY9" fmla="*/ 130872 h 170452"/>
                <a:gd name="connsiteX10" fmla="*/ 0 w 235788"/>
                <a:gd name="connsiteY10" fmla="*/ 137256 h 170452"/>
                <a:gd name="connsiteX11" fmla="*/ 0 w 235788"/>
                <a:gd name="connsiteY11" fmla="*/ 150662 h 170452"/>
                <a:gd name="connsiteX12" fmla="*/ 26838 w 235788"/>
                <a:gd name="connsiteY12" fmla="*/ 170452 h 170452"/>
                <a:gd name="connsiteX13" fmla="*/ 208951 w 235788"/>
                <a:gd name="connsiteY13" fmla="*/ 170452 h 170452"/>
                <a:gd name="connsiteX14" fmla="*/ 235789 w 235788"/>
                <a:gd name="connsiteY14" fmla="*/ 150662 h 170452"/>
                <a:gd name="connsiteX15" fmla="*/ 235789 w 235788"/>
                <a:gd name="connsiteY15" fmla="*/ 137256 h 170452"/>
                <a:gd name="connsiteX16" fmla="*/ 228760 w 235788"/>
                <a:gd name="connsiteY16" fmla="*/ 131510 h 170452"/>
                <a:gd name="connsiteX17" fmla="*/ 28755 w 235788"/>
                <a:gd name="connsiteY17" fmla="*/ 16598 h 170452"/>
                <a:gd name="connsiteX18" fmla="*/ 37062 w 235788"/>
                <a:gd name="connsiteY18" fmla="*/ 13406 h 170452"/>
                <a:gd name="connsiteX19" fmla="*/ 198727 w 235788"/>
                <a:gd name="connsiteY19" fmla="*/ 13406 h 170452"/>
                <a:gd name="connsiteX20" fmla="*/ 209590 w 235788"/>
                <a:gd name="connsiteY20" fmla="*/ 25536 h 170452"/>
                <a:gd name="connsiteX21" fmla="*/ 209590 w 235788"/>
                <a:gd name="connsiteY21" fmla="*/ 131510 h 170452"/>
                <a:gd name="connsiteX22" fmla="*/ 25560 w 235788"/>
                <a:gd name="connsiteY22" fmla="*/ 131510 h 170452"/>
                <a:gd name="connsiteX23" fmla="*/ 25560 w 235788"/>
                <a:gd name="connsiteY23" fmla="*/ 26813 h 170452"/>
                <a:gd name="connsiteX24" fmla="*/ 28755 w 235788"/>
                <a:gd name="connsiteY24" fmla="*/ 16598 h 170452"/>
                <a:gd name="connsiteX25" fmla="*/ 222370 w 235788"/>
                <a:gd name="connsiteY25" fmla="*/ 151939 h 170452"/>
                <a:gd name="connsiteX26" fmla="*/ 208312 w 235788"/>
                <a:gd name="connsiteY26" fmla="*/ 158961 h 170452"/>
                <a:gd name="connsiteX27" fmla="*/ 25560 w 235788"/>
                <a:gd name="connsiteY27" fmla="*/ 158961 h 170452"/>
                <a:gd name="connsiteX28" fmla="*/ 11502 w 235788"/>
                <a:gd name="connsiteY28" fmla="*/ 151939 h 170452"/>
                <a:gd name="connsiteX29" fmla="*/ 11502 w 235788"/>
                <a:gd name="connsiteY29" fmla="*/ 144916 h 170452"/>
                <a:gd name="connsiteX30" fmla="*/ 17892 w 235788"/>
                <a:gd name="connsiteY30" fmla="*/ 144916 h 170452"/>
                <a:gd name="connsiteX31" fmla="*/ 214702 w 235788"/>
                <a:gd name="connsiteY31" fmla="*/ 144916 h 170452"/>
                <a:gd name="connsiteX32" fmla="*/ 221092 w 235788"/>
                <a:gd name="connsiteY32" fmla="*/ 144916 h 170452"/>
                <a:gd name="connsiteX33" fmla="*/ 221092 w 235788"/>
                <a:gd name="connsiteY33" fmla="*/ 151939 h 17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35788" h="170452">
                  <a:moveTo>
                    <a:pt x="228760" y="131510"/>
                  </a:moveTo>
                  <a:lnTo>
                    <a:pt x="222370" y="131510"/>
                  </a:lnTo>
                  <a:lnTo>
                    <a:pt x="222370" y="25536"/>
                  </a:lnTo>
                  <a:cubicBezTo>
                    <a:pt x="222370" y="17875"/>
                    <a:pt x="219814" y="11491"/>
                    <a:pt x="215341" y="7022"/>
                  </a:cubicBezTo>
                  <a:cubicBezTo>
                    <a:pt x="208312" y="0"/>
                    <a:pt x="199366" y="0"/>
                    <a:pt x="198727" y="0"/>
                  </a:cubicBezTo>
                  <a:lnTo>
                    <a:pt x="37062" y="0"/>
                  </a:lnTo>
                  <a:cubicBezTo>
                    <a:pt x="27477" y="0"/>
                    <a:pt x="22365" y="3830"/>
                    <a:pt x="19170" y="7022"/>
                  </a:cubicBezTo>
                  <a:cubicBezTo>
                    <a:pt x="12141" y="14683"/>
                    <a:pt x="12780" y="26174"/>
                    <a:pt x="12780" y="26813"/>
                  </a:cubicBezTo>
                  <a:lnTo>
                    <a:pt x="12780" y="130872"/>
                  </a:lnTo>
                  <a:lnTo>
                    <a:pt x="6390" y="130872"/>
                  </a:lnTo>
                  <a:cubicBezTo>
                    <a:pt x="2556" y="130872"/>
                    <a:pt x="0" y="133425"/>
                    <a:pt x="0" y="137256"/>
                  </a:cubicBezTo>
                  <a:lnTo>
                    <a:pt x="0" y="150662"/>
                  </a:lnTo>
                  <a:cubicBezTo>
                    <a:pt x="0" y="162153"/>
                    <a:pt x="11502" y="170452"/>
                    <a:pt x="26838" y="170452"/>
                  </a:cubicBezTo>
                  <a:lnTo>
                    <a:pt x="208951" y="170452"/>
                  </a:lnTo>
                  <a:cubicBezTo>
                    <a:pt x="224287" y="170452"/>
                    <a:pt x="235789" y="162153"/>
                    <a:pt x="235789" y="150662"/>
                  </a:cubicBezTo>
                  <a:lnTo>
                    <a:pt x="235789" y="137256"/>
                  </a:lnTo>
                  <a:cubicBezTo>
                    <a:pt x="235150" y="134702"/>
                    <a:pt x="232594" y="131510"/>
                    <a:pt x="228760" y="131510"/>
                  </a:cubicBezTo>
                  <a:close/>
                  <a:moveTo>
                    <a:pt x="28755" y="16598"/>
                  </a:moveTo>
                  <a:cubicBezTo>
                    <a:pt x="30672" y="14683"/>
                    <a:pt x="33228" y="13406"/>
                    <a:pt x="37062" y="13406"/>
                  </a:cubicBezTo>
                  <a:lnTo>
                    <a:pt x="198727" y="13406"/>
                  </a:lnTo>
                  <a:cubicBezTo>
                    <a:pt x="201283" y="13406"/>
                    <a:pt x="209590" y="14683"/>
                    <a:pt x="209590" y="25536"/>
                  </a:cubicBezTo>
                  <a:lnTo>
                    <a:pt x="209590" y="131510"/>
                  </a:lnTo>
                  <a:lnTo>
                    <a:pt x="25560" y="131510"/>
                  </a:lnTo>
                  <a:lnTo>
                    <a:pt x="25560" y="26813"/>
                  </a:lnTo>
                  <a:cubicBezTo>
                    <a:pt x="25560" y="24897"/>
                    <a:pt x="25560" y="19790"/>
                    <a:pt x="28755" y="16598"/>
                  </a:cubicBezTo>
                  <a:close/>
                  <a:moveTo>
                    <a:pt x="222370" y="151939"/>
                  </a:moveTo>
                  <a:cubicBezTo>
                    <a:pt x="222370" y="155131"/>
                    <a:pt x="216619" y="158961"/>
                    <a:pt x="208312" y="158961"/>
                  </a:cubicBezTo>
                  <a:lnTo>
                    <a:pt x="25560" y="158961"/>
                  </a:lnTo>
                  <a:cubicBezTo>
                    <a:pt x="17253" y="158961"/>
                    <a:pt x="11502" y="155131"/>
                    <a:pt x="11502" y="151939"/>
                  </a:cubicBezTo>
                  <a:lnTo>
                    <a:pt x="11502" y="144916"/>
                  </a:lnTo>
                  <a:lnTo>
                    <a:pt x="17892" y="144916"/>
                  </a:lnTo>
                  <a:lnTo>
                    <a:pt x="214702" y="144916"/>
                  </a:lnTo>
                  <a:lnTo>
                    <a:pt x="221092" y="144916"/>
                  </a:lnTo>
                  <a:lnTo>
                    <a:pt x="221092" y="151939"/>
                  </a:lnTo>
                  <a:close/>
                </a:path>
              </a:pathLst>
            </a:custGeom>
            <a:solidFill>
              <a:srgbClr val="43B02A"/>
            </a:solidFill>
            <a:ln w="6390" cap="flat">
              <a:noFill/>
              <a:prstDash val="solid"/>
              <a:miter/>
            </a:ln>
          </p:spPr>
          <p:txBody>
            <a:bodyPr rtlCol="0" anchor="ctr"/>
            <a:lstStyle/>
            <a:p>
              <a:endParaRPr lang="en-US"/>
            </a:p>
          </p:txBody>
        </p:sp>
        <p:sp>
          <p:nvSpPr>
            <p:cNvPr id="1359" name="Graphic 1039">
              <a:extLst>
                <a:ext uri="{FF2B5EF4-FFF2-40B4-BE49-F238E27FC236}">
                  <a16:creationId xmlns:a16="http://schemas.microsoft.com/office/drawing/2014/main" id="{9590F292-E9C5-134C-87DF-14F7216E62D8}"/>
                </a:ext>
              </a:extLst>
            </p:cNvPr>
            <p:cNvSpPr/>
            <p:nvPr/>
          </p:nvSpPr>
          <p:spPr>
            <a:xfrm>
              <a:off x="5883052" y="3095117"/>
              <a:ext cx="12401" cy="12767"/>
            </a:xfrm>
            <a:custGeom>
              <a:avLst/>
              <a:gdLst>
                <a:gd name="connsiteX0" fmla="*/ 6553 w 12401"/>
                <a:gd name="connsiteY0" fmla="*/ 0 h 12767"/>
                <a:gd name="connsiteX1" fmla="*/ 163 w 12401"/>
                <a:gd name="connsiteY1" fmla="*/ 5107 h 12767"/>
                <a:gd name="connsiteX2" fmla="*/ 3358 w 12401"/>
                <a:gd name="connsiteY2" fmla="*/ 12130 h 12767"/>
                <a:gd name="connsiteX3" fmla="*/ 5914 w 12401"/>
                <a:gd name="connsiteY3" fmla="*/ 12768 h 12767"/>
                <a:gd name="connsiteX4" fmla="*/ 11665 w 12401"/>
                <a:gd name="connsiteY4" fmla="*/ 8938 h 12767"/>
                <a:gd name="connsiteX5" fmla="*/ 12304 w 12401"/>
                <a:gd name="connsiteY5" fmla="*/ 5746 h 12767"/>
                <a:gd name="connsiteX6" fmla="*/ 6553 w 12401"/>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01" h="12767">
                  <a:moveTo>
                    <a:pt x="6553" y="0"/>
                  </a:moveTo>
                  <a:cubicBezTo>
                    <a:pt x="3358" y="0"/>
                    <a:pt x="802" y="2554"/>
                    <a:pt x="163" y="5107"/>
                  </a:cubicBezTo>
                  <a:cubicBezTo>
                    <a:pt x="-476" y="7661"/>
                    <a:pt x="802" y="10853"/>
                    <a:pt x="3358" y="12130"/>
                  </a:cubicBezTo>
                  <a:cubicBezTo>
                    <a:pt x="3997" y="12768"/>
                    <a:pt x="5275" y="12768"/>
                    <a:pt x="5914" y="12768"/>
                  </a:cubicBezTo>
                  <a:cubicBezTo>
                    <a:pt x="8470" y="12768"/>
                    <a:pt x="10387" y="11491"/>
                    <a:pt x="11665" y="8938"/>
                  </a:cubicBezTo>
                  <a:cubicBezTo>
                    <a:pt x="12304" y="8299"/>
                    <a:pt x="12304" y="7022"/>
                    <a:pt x="12304" y="5746"/>
                  </a:cubicBezTo>
                  <a:cubicBezTo>
                    <a:pt x="12943" y="2554"/>
                    <a:pt x="10387" y="0"/>
                    <a:pt x="6553" y="0"/>
                  </a:cubicBezTo>
                  <a:close/>
                </a:path>
              </a:pathLst>
            </a:custGeom>
            <a:solidFill>
              <a:srgbClr val="43B02A"/>
            </a:solidFill>
            <a:ln w="6390" cap="flat">
              <a:noFill/>
              <a:prstDash val="solid"/>
              <a:miter/>
            </a:ln>
          </p:spPr>
          <p:txBody>
            <a:bodyPr rtlCol="0" anchor="ctr"/>
            <a:lstStyle/>
            <a:p>
              <a:endParaRPr lang="en-US"/>
            </a:p>
          </p:txBody>
        </p:sp>
      </p:grpSp>
      <p:grpSp>
        <p:nvGrpSpPr>
          <p:cNvPr id="1360" name="Graphic 1039">
            <a:extLst>
              <a:ext uri="{FF2B5EF4-FFF2-40B4-BE49-F238E27FC236}">
                <a16:creationId xmlns:a16="http://schemas.microsoft.com/office/drawing/2014/main" id="{CFF9F7F5-9863-4B46-BC85-CB13B04965B2}"/>
              </a:ext>
            </a:extLst>
          </p:cNvPr>
          <p:cNvGrpSpPr/>
          <p:nvPr/>
        </p:nvGrpSpPr>
        <p:grpSpPr>
          <a:xfrm>
            <a:off x="6147119" y="2855717"/>
            <a:ext cx="361670" cy="361333"/>
            <a:chOff x="6147119" y="2855717"/>
            <a:chExt cx="361670" cy="361333"/>
          </a:xfrm>
          <a:solidFill>
            <a:srgbClr val="43B02A"/>
          </a:solidFill>
        </p:grpSpPr>
        <p:sp>
          <p:nvSpPr>
            <p:cNvPr id="1361" name="Graphic 1039">
              <a:extLst>
                <a:ext uri="{FF2B5EF4-FFF2-40B4-BE49-F238E27FC236}">
                  <a16:creationId xmlns:a16="http://schemas.microsoft.com/office/drawing/2014/main" id="{D1CC17C2-F2AA-AB43-8F87-EDE017AD9831}"/>
                </a:ext>
              </a:extLst>
            </p:cNvPr>
            <p:cNvSpPr/>
            <p:nvPr/>
          </p:nvSpPr>
          <p:spPr>
            <a:xfrm>
              <a:off x="6235939" y="2963607"/>
              <a:ext cx="184030" cy="118742"/>
            </a:xfrm>
            <a:custGeom>
              <a:avLst/>
              <a:gdLst>
                <a:gd name="connsiteX0" fmla="*/ 184030 w 184030"/>
                <a:gd name="connsiteY0" fmla="*/ 118104 h 118742"/>
                <a:gd name="connsiteX1" fmla="*/ 184030 w 184030"/>
                <a:gd name="connsiteY1" fmla="*/ 12130 h 118742"/>
                <a:gd name="connsiteX2" fmla="*/ 173167 w 184030"/>
                <a:gd name="connsiteY2" fmla="*/ 0 h 118742"/>
                <a:gd name="connsiteX3" fmla="*/ 11502 w 184030"/>
                <a:gd name="connsiteY3" fmla="*/ 0 h 118742"/>
                <a:gd name="connsiteX4" fmla="*/ 3195 w 184030"/>
                <a:gd name="connsiteY4" fmla="*/ 3192 h 118742"/>
                <a:gd name="connsiteX5" fmla="*/ 0 w 184030"/>
                <a:gd name="connsiteY5" fmla="*/ 14045 h 118742"/>
                <a:gd name="connsiteX6" fmla="*/ 0 w 184030"/>
                <a:gd name="connsiteY6" fmla="*/ 118742 h 118742"/>
                <a:gd name="connsiteX7" fmla="*/ 184030 w 184030"/>
                <a:gd name="connsiteY7" fmla="*/ 118742 h 118742"/>
                <a:gd name="connsiteX8" fmla="*/ 58148 w 184030"/>
                <a:gd name="connsiteY8" fmla="*/ 58094 h 118742"/>
                <a:gd name="connsiteX9" fmla="*/ 51758 w 184030"/>
                <a:gd name="connsiteY9" fmla="*/ 51710 h 118742"/>
                <a:gd name="connsiteX10" fmla="*/ 58148 w 184030"/>
                <a:gd name="connsiteY10" fmla="*/ 45326 h 118742"/>
                <a:gd name="connsiteX11" fmla="*/ 64538 w 184030"/>
                <a:gd name="connsiteY11" fmla="*/ 45326 h 118742"/>
                <a:gd name="connsiteX12" fmla="*/ 64538 w 184030"/>
                <a:gd name="connsiteY12" fmla="*/ 43411 h 118742"/>
                <a:gd name="connsiteX13" fmla="*/ 92015 w 184030"/>
                <a:gd name="connsiteY13" fmla="*/ 15960 h 118742"/>
                <a:gd name="connsiteX14" fmla="*/ 96488 w 184030"/>
                <a:gd name="connsiteY14" fmla="*/ 15960 h 118742"/>
                <a:gd name="connsiteX15" fmla="*/ 123965 w 184030"/>
                <a:gd name="connsiteY15" fmla="*/ 43411 h 118742"/>
                <a:gd name="connsiteX16" fmla="*/ 117575 w 184030"/>
                <a:gd name="connsiteY16" fmla="*/ 49795 h 118742"/>
                <a:gd name="connsiteX17" fmla="*/ 111185 w 184030"/>
                <a:gd name="connsiteY17" fmla="*/ 43411 h 118742"/>
                <a:gd name="connsiteX18" fmla="*/ 96488 w 184030"/>
                <a:gd name="connsiteY18" fmla="*/ 28728 h 118742"/>
                <a:gd name="connsiteX19" fmla="*/ 92015 w 184030"/>
                <a:gd name="connsiteY19" fmla="*/ 28728 h 118742"/>
                <a:gd name="connsiteX20" fmla="*/ 77318 w 184030"/>
                <a:gd name="connsiteY20" fmla="*/ 43411 h 118742"/>
                <a:gd name="connsiteX21" fmla="*/ 77318 w 184030"/>
                <a:gd name="connsiteY21" fmla="*/ 45326 h 118742"/>
                <a:gd name="connsiteX22" fmla="*/ 96488 w 184030"/>
                <a:gd name="connsiteY22" fmla="*/ 45326 h 118742"/>
                <a:gd name="connsiteX23" fmla="*/ 102878 w 184030"/>
                <a:gd name="connsiteY23" fmla="*/ 51710 h 118742"/>
                <a:gd name="connsiteX24" fmla="*/ 96488 w 184030"/>
                <a:gd name="connsiteY24" fmla="*/ 58094 h 118742"/>
                <a:gd name="connsiteX25" fmla="*/ 77318 w 184030"/>
                <a:gd name="connsiteY25" fmla="*/ 58094 h 118742"/>
                <a:gd name="connsiteX26" fmla="*/ 77318 w 184030"/>
                <a:gd name="connsiteY26" fmla="*/ 62563 h 118742"/>
                <a:gd name="connsiteX27" fmla="*/ 96488 w 184030"/>
                <a:gd name="connsiteY27" fmla="*/ 62563 h 118742"/>
                <a:gd name="connsiteX28" fmla="*/ 102878 w 184030"/>
                <a:gd name="connsiteY28" fmla="*/ 68947 h 118742"/>
                <a:gd name="connsiteX29" fmla="*/ 96488 w 184030"/>
                <a:gd name="connsiteY29" fmla="*/ 75331 h 118742"/>
                <a:gd name="connsiteX30" fmla="*/ 77318 w 184030"/>
                <a:gd name="connsiteY30" fmla="*/ 75331 h 118742"/>
                <a:gd name="connsiteX31" fmla="*/ 92015 w 184030"/>
                <a:gd name="connsiteY31" fmla="*/ 88099 h 118742"/>
                <a:gd name="connsiteX32" fmla="*/ 96488 w 184030"/>
                <a:gd name="connsiteY32" fmla="*/ 88099 h 118742"/>
                <a:gd name="connsiteX33" fmla="*/ 111185 w 184030"/>
                <a:gd name="connsiteY33" fmla="*/ 73416 h 118742"/>
                <a:gd name="connsiteX34" fmla="*/ 117575 w 184030"/>
                <a:gd name="connsiteY34" fmla="*/ 67032 h 118742"/>
                <a:gd name="connsiteX35" fmla="*/ 123965 w 184030"/>
                <a:gd name="connsiteY35" fmla="*/ 73416 h 118742"/>
                <a:gd name="connsiteX36" fmla="*/ 96488 w 184030"/>
                <a:gd name="connsiteY36" fmla="*/ 100867 h 118742"/>
                <a:gd name="connsiteX37" fmla="*/ 92015 w 184030"/>
                <a:gd name="connsiteY37" fmla="*/ 100867 h 118742"/>
                <a:gd name="connsiteX38" fmla="*/ 64538 w 184030"/>
                <a:gd name="connsiteY38" fmla="*/ 75331 h 118742"/>
                <a:gd name="connsiteX39" fmla="*/ 58148 w 184030"/>
                <a:gd name="connsiteY39" fmla="*/ 75331 h 118742"/>
                <a:gd name="connsiteX40" fmla="*/ 51758 w 184030"/>
                <a:gd name="connsiteY40" fmla="*/ 68947 h 118742"/>
                <a:gd name="connsiteX41" fmla="*/ 58148 w 184030"/>
                <a:gd name="connsiteY41" fmla="*/ 62563 h 118742"/>
                <a:gd name="connsiteX42" fmla="*/ 64538 w 184030"/>
                <a:gd name="connsiteY42" fmla="*/ 62563 h 118742"/>
                <a:gd name="connsiteX43" fmla="*/ 64538 w 184030"/>
                <a:gd name="connsiteY43" fmla="*/ 58094 h 118742"/>
                <a:gd name="connsiteX44" fmla="*/ 58148 w 184030"/>
                <a:gd name="connsiteY44" fmla="*/ 58094 h 118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84030" h="118742">
                  <a:moveTo>
                    <a:pt x="184030" y="118104"/>
                  </a:moveTo>
                  <a:lnTo>
                    <a:pt x="184030" y="12130"/>
                  </a:lnTo>
                  <a:cubicBezTo>
                    <a:pt x="184030" y="638"/>
                    <a:pt x="175723" y="0"/>
                    <a:pt x="173167" y="0"/>
                  </a:cubicBezTo>
                  <a:lnTo>
                    <a:pt x="11502" y="0"/>
                  </a:lnTo>
                  <a:cubicBezTo>
                    <a:pt x="7668" y="0"/>
                    <a:pt x="5112" y="1277"/>
                    <a:pt x="3195" y="3192"/>
                  </a:cubicBezTo>
                  <a:cubicBezTo>
                    <a:pt x="0" y="6384"/>
                    <a:pt x="0" y="12130"/>
                    <a:pt x="0" y="14045"/>
                  </a:cubicBezTo>
                  <a:lnTo>
                    <a:pt x="0" y="118742"/>
                  </a:lnTo>
                  <a:lnTo>
                    <a:pt x="184030" y="118742"/>
                  </a:lnTo>
                  <a:close/>
                  <a:moveTo>
                    <a:pt x="58148" y="58094"/>
                  </a:moveTo>
                  <a:cubicBezTo>
                    <a:pt x="54314" y="58094"/>
                    <a:pt x="51758" y="55541"/>
                    <a:pt x="51758" y="51710"/>
                  </a:cubicBezTo>
                  <a:cubicBezTo>
                    <a:pt x="51758" y="47880"/>
                    <a:pt x="54314" y="45326"/>
                    <a:pt x="58148" y="45326"/>
                  </a:cubicBezTo>
                  <a:lnTo>
                    <a:pt x="64538" y="45326"/>
                  </a:lnTo>
                  <a:lnTo>
                    <a:pt x="64538" y="43411"/>
                  </a:lnTo>
                  <a:cubicBezTo>
                    <a:pt x="64538" y="28089"/>
                    <a:pt x="76679" y="15960"/>
                    <a:pt x="92015" y="15960"/>
                  </a:cubicBezTo>
                  <a:lnTo>
                    <a:pt x="96488" y="15960"/>
                  </a:lnTo>
                  <a:cubicBezTo>
                    <a:pt x="111824" y="15960"/>
                    <a:pt x="123965" y="28089"/>
                    <a:pt x="123965" y="43411"/>
                  </a:cubicBezTo>
                  <a:cubicBezTo>
                    <a:pt x="123965" y="47241"/>
                    <a:pt x="121409" y="49795"/>
                    <a:pt x="117575" y="49795"/>
                  </a:cubicBezTo>
                  <a:cubicBezTo>
                    <a:pt x="113741" y="49795"/>
                    <a:pt x="111185" y="47241"/>
                    <a:pt x="111185" y="43411"/>
                  </a:cubicBezTo>
                  <a:cubicBezTo>
                    <a:pt x="111185" y="35112"/>
                    <a:pt x="104795" y="28728"/>
                    <a:pt x="96488" y="28728"/>
                  </a:cubicBezTo>
                  <a:lnTo>
                    <a:pt x="92015" y="28728"/>
                  </a:lnTo>
                  <a:cubicBezTo>
                    <a:pt x="83708" y="28728"/>
                    <a:pt x="77318" y="35112"/>
                    <a:pt x="77318" y="43411"/>
                  </a:cubicBezTo>
                  <a:lnTo>
                    <a:pt x="77318" y="45326"/>
                  </a:lnTo>
                  <a:lnTo>
                    <a:pt x="96488" y="45326"/>
                  </a:lnTo>
                  <a:cubicBezTo>
                    <a:pt x="100322" y="45326"/>
                    <a:pt x="102878" y="47880"/>
                    <a:pt x="102878" y="51710"/>
                  </a:cubicBezTo>
                  <a:cubicBezTo>
                    <a:pt x="102878" y="55541"/>
                    <a:pt x="100322" y="58094"/>
                    <a:pt x="96488" y="58094"/>
                  </a:cubicBezTo>
                  <a:lnTo>
                    <a:pt x="77318" y="58094"/>
                  </a:lnTo>
                  <a:lnTo>
                    <a:pt x="77318" y="62563"/>
                  </a:lnTo>
                  <a:lnTo>
                    <a:pt x="96488" y="62563"/>
                  </a:lnTo>
                  <a:cubicBezTo>
                    <a:pt x="100322" y="62563"/>
                    <a:pt x="102878" y="65117"/>
                    <a:pt x="102878" y="68947"/>
                  </a:cubicBezTo>
                  <a:cubicBezTo>
                    <a:pt x="102878" y="72777"/>
                    <a:pt x="100322" y="75331"/>
                    <a:pt x="96488" y="75331"/>
                  </a:cubicBezTo>
                  <a:lnTo>
                    <a:pt x="77318" y="75331"/>
                  </a:lnTo>
                  <a:cubicBezTo>
                    <a:pt x="78596" y="82353"/>
                    <a:pt x="84347" y="88099"/>
                    <a:pt x="92015" y="88099"/>
                  </a:cubicBezTo>
                  <a:lnTo>
                    <a:pt x="96488" y="88099"/>
                  </a:lnTo>
                  <a:cubicBezTo>
                    <a:pt x="104795" y="88099"/>
                    <a:pt x="111185" y="81715"/>
                    <a:pt x="111185" y="73416"/>
                  </a:cubicBezTo>
                  <a:cubicBezTo>
                    <a:pt x="111185" y="69585"/>
                    <a:pt x="113741" y="67032"/>
                    <a:pt x="117575" y="67032"/>
                  </a:cubicBezTo>
                  <a:cubicBezTo>
                    <a:pt x="121409" y="67032"/>
                    <a:pt x="123965" y="69585"/>
                    <a:pt x="123965" y="73416"/>
                  </a:cubicBezTo>
                  <a:cubicBezTo>
                    <a:pt x="123965" y="88737"/>
                    <a:pt x="111824" y="100867"/>
                    <a:pt x="96488" y="100867"/>
                  </a:cubicBezTo>
                  <a:lnTo>
                    <a:pt x="92015" y="100867"/>
                  </a:lnTo>
                  <a:cubicBezTo>
                    <a:pt x="77318" y="100867"/>
                    <a:pt x="65816" y="89376"/>
                    <a:pt x="64538" y="75331"/>
                  </a:cubicBezTo>
                  <a:lnTo>
                    <a:pt x="58148" y="75331"/>
                  </a:lnTo>
                  <a:cubicBezTo>
                    <a:pt x="54314" y="75331"/>
                    <a:pt x="51758" y="72777"/>
                    <a:pt x="51758" y="68947"/>
                  </a:cubicBezTo>
                  <a:cubicBezTo>
                    <a:pt x="51758" y="65117"/>
                    <a:pt x="54314" y="62563"/>
                    <a:pt x="58148" y="62563"/>
                  </a:cubicBezTo>
                  <a:lnTo>
                    <a:pt x="64538" y="62563"/>
                  </a:lnTo>
                  <a:lnTo>
                    <a:pt x="64538" y="58094"/>
                  </a:lnTo>
                  <a:lnTo>
                    <a:pt x="58148" y="58094"/>
                  </a:lnTo>
                  <a:close/>
                </a:path>
              </a:pathLst>
            </a:custGeom>
            <a:solidFill>
              <a:srgbClr val="43B02A"/>
            </a:solidFill>
            <a:ln w="6390" cap="flat">
              <a:noFill/>
              <a:prstDash val="solid"/>
              <a:miter/>
            </a:ln>
          </p:spPr>
          <p:txBody>
            <a:bodyPr rtlCol="0" anchor="ctr"/>
            <a:lstStyle/>
            <a:p>
              <a:endParaRPr lang="en-US"/>
            </a:p>
          </p:txBody>
        </p:sp>
        <p:sp>
          <p:nvSpPr>
            <p:cNvPr id="1362" name="Graphic 1039">
              <a:extLst>
                <a:ext uri="{FF2B5EF4-FFF2-40B4-BE49-F238E27FC236}">
                  <a16:creationId xmlns:a16="http://schemas.microsoft.com/office/drawing/2014/main" id="{1153A5FA-8AE3-3243-97E7-2EB2C86277E4}"/>
                </a:ext>
              </a:extLst>
            </p:cNvPr>
            <p:cNvSpPr/>
            <p:nvPr/>
          </p:nvSpPr>
          <p:spPr>
            <a:xfrm>
              <a:off x="6222520" y="3094478"/>
              <a:ext cx="210867" cy="14044"/>
            </a:xfrm>
            <a:custGeom>
              <a:avLst/>
              <a:gdLst>
                <a:gd name="connsiteX0" fmla="*/ 6390 w 210867"/>
                <a:gd name="connsiteY0" fmla="*/ 0 h 14044"/>
                <a:gd name="connsiteX1" fmla="*/ 0 w 210867"/>
                <a:gd name="connsiteY1" fmla="*/ 0 h 14044"/>
                <a:gd name="connsiteX2" fmla="*/ 0 w 210867"/>
                <a:gd name="connsiteY2" fmla="*/ 7022 h 14044"/>
                <a:gd name="connsiteX3" fmla="*/ 14058 w 210867"/>
                <a:gd name="connsiteY3" fmla="*/ 14045 h 14044"/>
                <a:gd name="connsiteX4" fmla="*/ 196810 w 210867"/>
                <a:gd name="connsiteY4" fmla="*/ 14045 h 14044"/>
                <a:gd name="connsiteX5" fmla="*/ 210868 w 210867"/>
                <a:gd name="connsiteY5" fmla="*/ 7022 h 14044"/>
                <a:gd name="connsiteX6" fmla="*/ 210868 w 210867"/>
                <a:gd name="connsiteY6" fmla="*/ 0 h 14044"/>
                <a:gd name="connsiteX7" fmla="*/ 204478 w 210867"/>
                <a:gd name="connsiteY7" fmla="*/ 0 h 14044"/>
                <a:gd name="connsiteX8" fmla="*/ 6390 w 210867"/>
                <a:gd name="connsiteY8" fmla="*/ 0 h 14044"/>
                <a:gd name="connsiteX9" fmla="*/ 111185 w 210867"/>
                <a:gd name="connsiteY9" fmla="*/ 8299 h 14044"/>
                <a:gd name="connsiteX10" fmla="*/ 104795 w 210867"/>
                <a:gd name="connsiteY10" fmla="*/ 13406 h 14044"/>
                <a:gd name="connsiteX11" fmla="*/ 103517 w 210867"/>
                <a:gd name="connsiteY11" fmla="*/ 13406 h 14044"/>
                <a:gd name="connsiteX12" fmla="*/ 98405 w 210867"/>
                <a:gd name="connsiteY12" fmla="*/ 6384 h 14044"/>
                <a:gd name="connsiteX13" fmla="*/ 104795 w 210867"/>
                <a:gd name="connsiteY13" fmla="*/ 638 h 14044"/>
                <a:gd name="connsiteX14" fmla="*/ 111185 w 210867"/>
                <a:gd name="connsiteY14" fmla="*/ 7022 h 14044"/>
                <a:gd name="connsiteX15" fmla="*/ 111185 w 210867"/>
                <a:gd name="connsiteY15" fmla="*/ 8299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0867" h="14044">
                  <a:moveTo>
                    <a:pt x="6390" y="0"/>
                  </a:moveTo>
                  <a:lnTo>
                    <a:pt x="0" y="0"/>
                  </a:lnTo>
                  <a:lnTo>
                    <a:pt x="0" y="7022"/>
                  </a:lnTo>
                  <a:cubicBezTo>
                    <a:pt x="0" y="10214"/>
                    <a:pt x="5751" y="14045"/>
                    <a:pt x="14058" y="14045"/>
                  </a:cubicBezTo>
                  <a:lnTo>
                    <a:pt x="196810" y="14045"/>
                  </a:lnTo>
                  <a:cubicBezTo>
                    <a:pt x="205117" y="14045"/>
                    <a:pt x="210868" y="10214"/>
                    <a:pt x="210868" y="7022"/>
                  </a:cubicBezTo>
                  <a:lnTo>
                    <a:pt x="210868" y="0"/>
                  </a:lnTo>
                  <a:lnTo>
                    <a:pt x="204478" y="0"/>
                  </a:lnTo>
                  <a:lnTo>
                    <a:pt x="6390" y="0"/>
                  </a:lnTo>
                  <a:close/>
                  <a:moveTo>
                    <a:pt x="111185" y="8299"/>
                  </a:moveTo>
                  <a:cubicBezTo>
                    <a:pt x="110546" y="11491"/>
                    <a:pt x="107990" y="13406"/>
                    <a:pt x="104795" y="13406"/>
                  </a:cubicBezTo>
                  <a:cubicBezTo>
                    <a:pt x="104156" y="13406"/>
                    <a:pt x="104156" y="13406"/>
                    <a:pt x="103517" y="13406"/>
                  </a:cubicBezTo>
                  <a:cubicBezTo>
                    <a:pt x="100322" y="12768"/>
                    <a:pt x="98405" y="9576"/>
                    <a:pt x="98405" y="6384"/>
                  </a:cubicBezTo>
                  <a:cubicBezTo>
                    <a:pt x="99044" y="3192"/>
                    <a:pt x="101600" y="638"/>
                    <a:pt x="104795" y="638"/>
                  </a:cubicBezTo>
                  <a:cubicBezTo>
                    <a:pt x="108629" y="638"/>
                    <a:pt x="111185" y="3192"/>
                    <a:pt x="111185" y="7022"/>
                  </a:cubicBezTo>
                  <a:cubicBezTo>
                    <a:pt x="111824" y="7022"/>
                    <a:pt x="111185" y="7661"/>
                    <a:pt x="111185" y="8299"/>
                  </a:cubicBezTo>
                  <a:close/>
                </a:path>
              </a:pathLst>
            </a:custGeom>
            <a:solidFill>
              <a:srgbClr val="43B02A"/>
            </a:solidFill>
            <a:ln w="6390" cap="flat">
              <a:noFill/>
              <a:prstDash val="solid"/>
              <a:miter/>
            </a:ln>
          </p:spPr>
          <p:txBody>
            <a:bodyPr rtlCol="0" anchor="ctr"/>
            <a:lstStyle/>
            <a:p>
              <a:endParaRPr lang="en-US"/>
            </a:p>
          </p:txBody>
        </p:sp>
        <p:sp>
          <p:nvSpPr>
            <p:cNvPr id="1363" name="Graphic 1039">
              <a:extLst>
                <a:ext uri="{FF2B5EF4-FFF2-40B4-BE49-F238E27FC236}">
                  <a16:creationId xmlns:a16="http://schemas.microsoft.com/office/drawing/2014/main" id="{DD1AE0C8-FE44-4049-A46C-0B7723ECB523}"/>
                </a:ext>
              </a:extLst>
            </p:cNvPr>
            <p:cNvSpPr/>
            <p:nvPr/>
          </p:nvSpPr>
          <p:spPr>
            <a:xfrm>
              <a:off x="6147119"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98410 w 361670"/>
                <a:gd name="connsiteY5" fmla="*/ 246422 h 361333"/>
                <a:gd name="connsiteX6" fmla="*/ 271572 w 361670"/>
                <a:gd name="connsiteY6" fmla="*/ 266212 h 361333"/>
                <a:gd name="connsiteX7" fmla="*/ 89459 w 361670"/>
                <a:gd name="connsiteY7" fmla="*/ 266212 h 361333"/>
                <a:gd name="connsiteX8" fmla="*/ 62621 w 361670"/>
                <a:gd name="connsiteY8" fmla="*/ 246422 h 361333"/>
                <a:gd name="connsiteX9" fmla="*/ 62621 w 361670"/>
                <a:gd name="connsiteY9" fmla="*/ 233015 h 361333"/>
                <a:gd name="connsiteX10" fmla="*/ 69011 w 361670"/>
                <a:gd name="connsiteY10" fmla="*/ 226631 h 361333"/>
                <a:gd name="connsiteX11" fmla="*/ 75401 w 361670"/>
                <a:gd name="connsiteY11" fmla="*/ 226631 h 361333"/>
                <a:gd name="connsiteX12" fmla="*/ 75401 w 361670"/>
                <a:gd name="connsiteY12" fmla="*/ 122572 h 361333"/>
                <a:gd name="connsiteX13" fmla="*/ 81791 w 361670"/>
                <a:gd name="connsiteY13" fmla="*/ 102782 h 361333"/>
                <a:gd name="connsiteX14" fmla="*/ 99683 w 361670"/>
                <a:gd name="connsiteY14" fmla="*/ 95760 h 361333"/>
                <a:gd name="connsiteX15" fmla="*/ 261349 w 361670"/>
                <a:gd name="connsiteY15" fmla="*/ 95760 h 361333"/>
                <a:gd name="connsiteX16" fmla="*/ 277962 w 361670"/>
                <a:gd name="connsiteY16" fmla="*/ 102782 h 361333"/>
                <a:gd name="connsiteX17" fmla="*/ 284991 w 361670"/>
                <a:gd name="connsiteY17" fmla="*/ 121296 h 361333"/>
                <a:gd name="connsiteX18" fmla="*/ 284991 w 361670"/>
                <a:gd name="connsiteY18" fmla="*/ 227270 h 361333"/>
                <a:gd name="connsiteX19" fmla="*/ 291381 w 361670"/>
                <a:gd name="connsiteY19" fmla="*/ 227270 h 361333"/>
                <a:gd name="connsiteX20" fmla="*/ 297771 w 361670"/>
                <a:gd name="connsiteY20" fmla="*/ 233654 h 361333"/>
                <a:gd name="connsiteX21" fmla="*/ 297771 w 361670"/>
                <a:gd name="connsiteY21" fmla="*/ 24642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0518" y="0"/>
                    <a:pt x="180835" y="0"/>
                  </a:cubicBezTo>
                  <a:close/>
                  <a:moveTo>
                    <a:pt x="298410" y="246422"/>
                  </a:moveTo>
                  <a:cubicBezTo>
                    <a:pt x="298410" y="257913"/>
                    <a:pt x="286908" y="266212"/>
                    <a:pt x="271572" y="266212"/>
                  </a:cubicBezTo>
                  <a:lnTo>
                    <a:pt x="89459" y="266212"/>
                  </a:lnTo>
                  <a:cubicBezTo>
                    <a:pt x="74123" y="266212"/>
                    <a:pt x="62621" y="257913"/>
                    <a:pt x="62621" y="246422"/>
                  </a:cubicBezTo>
                  <a:lnTo>
                    <a:pt x="62621" y="233015"/>
                  </a:lnTo>
                  <a:cubicBezTo>
                    <a:pt x="62621" y="229185"/>
                    <a:pt x="65177" y="226631"/>
                    <a:pt x="69011" y="226631"/>
                  </a:cubicBezTo>
                  <a:lnTo>
                    <a:pt x="75401" y="226631"/>
                  </a:lnTo>
                  <a:lnTo>
                    <a:pt x="75401" y="122572"/>
                  </a:lnTo>
                  <a:cubicBezTo>
                    <a:pt x="75401" y="121934"/>
                    <a:pt x="74762" y="111081"/>
                    <a:pt x="81791" y="102782"/>
                  </a:cubicBezTo>
                  <a:cubicBezTo>
                    <a:pt x="84986" y="99590"/>
                    <a:pt x="90098" y="95760"/>
                    <a:pt x="99683" y="95760"/>
                  </a:cubicBezTo>
                  <a:lnTo>
                    <a:pt x="261349" y="95760"/>
                  </a:lnTo>
                  <a:cubicBezTo>
                    <a:pt x="262626" y="95760"/>
                    <a:pt x="271572" y="95760"/>
                    <a:pt x="277962" y="102782"/>
                  </a:cubicBezTo>
                  <a:cubicBezTo>
                    <a:pt x="282435" y="107251"/>
                    <a:pt x="284991" y="113635"/>
                    <a:pt x="284991" y="121296"/>
                  </a:cubicBezTo>
                  <a:lnTo>
                    <a:pt x="284991" y="227270"/>
                  </a:lnTo>
                  <a:lnTo>
                    <a:pt x="291381" y="227270"/>
                  </a:lnTo>
                  <a:cubicBezTo>
                    <a:pt x="295215" y="227270"/>
                    <a:pt x="297771" y="229823"/>
                    <a:pt x="297771" y="233654"/>
                  </a:cubicBezTo>
                  <a:lnTo>
                    <a:pt x="297771" y="246422"/>
                  </a:lnTo>
                  <a:close/>
                </a:path>
              </a:pathLst>
            </a:custGeom>
            <a:solidFill>
              <a:srgbClr val="43B02A"/>
            </a:solidFill>
            <a:ln w="6390" cap="flat">
              <a:noFill/>
              <a:prstDash val="solid"/>
              <a:miter/>
            </a:ln>
          </p:spPr>
          <p:txBody>
            <a:bodyPr rtlCol="0" anchor="ctr"/>
            <a:lstStyle/>
            <a:p>
              <a:endParaRPr lang="en-US"/>
            </a:p>
          </p:txBody>
        </p:sp>
      </p:grpSp>
      <p:grpSp>
        <p:nvGrpSpPr>
          <p:cNvPr id="1364" name="Graphic 1039">
            <a:extLst>
              <a:ext uri="{FF2B5EF4-FFF2-40B4-BE49-F238E27FC236}">
                <a16:creationId xmlns:a16="http://schemas.microsoft.com/office/drawing/2014/main" id="{54727595-D5E3-924A-BCA1-BA5A12223A08}"/>
              </a:ext>
            </a:extLst>
          </p:cNvPr>
          <p:cNvGrpSpPr/>
          <p:nvPr/>
        </p:nvGrpSpPr>
        <p:grpSpPr>
          <a:xfrm>
            <a:off x="5708769" y="2371173"/>
            <a:ext cx="361670" cy="361333"/>
            <a:chOff x="5708769" y="2371173"/>
            <a:chExt cx="361670" cy="361333"/>
          </a:xfrm>
          <a:solidFill>
            <a:srgbClr val="43B02A"/>
          </a:solidFill>
        </p:grpSpPr>
        <p:sp>
          <p:nvSpPr>
            <p:cNvPr id="1365" name="Graphic 1039">
              <a:extLst>
                <a:ext uri="{FF2B5EF4-FFF2-40B4-BE49-F238E27FC236}">
                  <a16:creationId xmlns:a16="http://schemas.microsoft.com/office/drawing/2014/main" id="{0A30D3AA-644F-3041-A4AC-C8FA5515D148}"/>
                </a:ext>
              </a:extLst>
            </p:cNvPr>
            <p:cNvSpPr/>
            <p:nvPr/>
          </p:nvSpPr>
          <p:spPr>
            <a:xfrm>
              <a:off x="5708769"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3489" y="349204"/>
                    <a:pt x="180835" y="349204"/>
                  </a:cubicBezTo>
                  <a:close/>
                </a:path>
              </a:pathLst>
            </a:custGeom>
            <a:solidFill>
              <a:srgbClr val="43B02A"/>
            </a:solidFill>
            <a:ln w="6390" cap="flat">
              <a:noFill/>
              <a:prstDash val="solid"/>
              <a:miter/>
            </a:ln>
          </p:spPr>
          <p:txBody>
            <a:bodyPr rtlCol="0" anchor="ctr"/>
            <a:lstStyle/>
            <a:p>
              <a:endParaRPr lang="en-US"/>
            </a:p>
          </p:txBody>
        </p:sp>
        <p:sp>
          <p:nvSpPr>
            <p:cNvPr id="1366" name="Graphic 1039">
              <a:extLst>
                <a:ext uri="{FF2B5EF4-FFF2-40B4-BE49-F238E27FC236}">
                  <a16:creationId xmlns:a16="http://schemas.microsoft.com/office/drawing/2014/main" id="{019E9882-9B87-F14D-AB08-405CBD654D70}"/>
                </a:ext>
              </a:extLst>
            </p:cNvPr>
            <p:cNvSpPr/>
            <p:nvPr/>
          </p:nvSpPr>
          <p:spPr>
            <a:xfrm>
              <a:off x="5869157" y="2490554"/>
              <a:ext cx="44729" cy="98313"/>
            </a:xfrm>
            <a:custGeom>
              <a:avLst/>
              <a:gdLst>
                <a:gd name="connsiteX0" fmla="*/ 22365 w 44729"/>
                <a:gd name="connsiteY0" fmla="*/ 75331 h 98313"/>
                <a:gd name="connsiteX1" fmla="*/ 12780 w 44729"/>
                <a:gd name="connsiteY1" fmla="*/ 65755 h 98313"/>
                <a:gd name="connsiteX2" fmla="*/ 6390 w 44729"/>
                <a:gd name="connsiteY2" fmla="*/ 59371 h 98313"/>
                <a:gd name="connsiteX3" fmla="*/ 0 w 44729"/>
                <a:gd name="connsiteY3" fmla="*/ 65755 h 98313"/>
                <a:gd name="connsiteX4" fmla="*/ 15975 w 44729"/>
                <a:gd name="connsiteY4" fmla="*/ 86822 h 98313"/>
                <a:gd name="connsiteX5" fmla="*/ 15975 w 44729"/>
                <a:gd name="connsiteY5" fmla="*/ 91929 h 98313"/>
                <a:gd name="connsiteX6" fmla="*/ 22365 w 44729"/>
                <a:gd name="connsiteY6" fmla="*/ 98313 h 98313"/>
                <a:gd name="connsiteX7" fmla="*/ 28755 w 44729"/>
                <a:gd name="connsiteY7" fmla="*/ 91929 h 98313"/>
                <a:gd name="connsiteX8" fmla="*/ 28755 w 44729"/>
                <a:gd name="connsiteY8" fmla="*/ 86822 h 98313"/>
                <a:gd name="connsiteX9" fmla="*/ 44730 w 44729"/>
                <a:gd name="connsiteY9" fmla="*/ 65117 h 98313"/>
                <a:gd name="connsiteX10" fmla="*/ 22365 w 44729"/>
                <a:gd name="connsiteY10" fmla="*/ 42773 h 98313"/>
                <a:gd name="connsiteX11" fmla="*/ 12780 w 44729"/>
                <a:gd name="connsiteY11" fmla="*/ 33197 h 98313"/>
                <a:gd name="connsiteX12" fmla="*/ 22365 w 44729"/>
                <a:gd name="connsiteY12" fmla="*/ 22982 h 98313"/>
                <a:gd name="connsiteX13" fmla="*/ 31950 w 44729"/>
                <a:gd name="connsiteY13" fmla="*/ 33197 h 98313"/>
                <a:gd name="connsiteX14" fmla="*/ 38340 w 44729"/>
                <a:gd name="connsiteY14" fmla="*/ 39581 h 98313"/>
                <a:gd name="connsiteX15" fmla="*/ 44730 w 44729"/>
                <a:gd name="connsiteY15" fmla="*/ 33197 h 98313"/>
                <a:gd name="connsiteX16" fmla="*/ 28755 w 44729"/>
                <a:gd name="connsiteY16" fmla="*/ 11491 h 98313"/>
                <a:gd name="connsiteX17" fmla="*/ 28755 w 44729"/>
                <a:gd name="connsiteY17" fmla="*/ 6384 h 98313"/>
                <a:gd name="connsiteX18" fmla="*/ 22365 w 44729"/>
                <a:gd name="connsiteY18" fmla="*/ 0 h 98313"/>
                <a:gd name="connsiteX19" fmla="*/ 15975 w 44729"/>
                <a:gd name="connsiteY19" fmla="*/ 6384 h 98313"/>
                <a:gd name="connsiteX20" fmla="*/ 15975 w 44729"/>
                <a:gd name="connsiteY20" fmla="*/ 11491 h 98313"/>
                <a:gd name="connsiteX21" fmla="*/ 0 w 44729"/>
                <a:gd name="connsiteY21" fmla="*/ 33197 h 98313"/>
                <a:gd name="connsiteX22" fmla="*/ 22365 w 44729"/>
                <a:gd name="connsiteY22" fmla="*/ 55541 h 98313"/>
                <a:gd name="connsiteX23" fmla="*/ 31950 w 44729"/>
                <a:gd name="connsiteY23" fmla="*/ 65117 h 98313"/>
                <a:gd name="connsiteX24" fmla="*/ 22365 w 44729"/>
                <a:gd name="connsiteY24" fmla="*/ 75331 h 9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4729" h="98313">
                  <a:moveTo>
                    <a:pt x="22365" y="75331"/>
                  </a:moveTo>
                  <a:cubicBezTo>
                    <a:pt x="17253" y="75331"/>
                    <a:pt x="12780" y="70862"/>
                    <a:pt x="12780" y="65755"/>
                  </a:cubicBezTo>
                  <a:cubicBezTo>
                    <a:pt x="12780" y="61925"/>
                    <a:pt x="10224" y="59371"/>
                    <a:pt x="6390" y="59371"/>
                  </a:cubicBezTo>
                  <a:cubicBezTo>
                    <a:pt x="2556" y="59371"/>
                    <a:pt x="0" y="61925"/>
                    <a:pt x="0" y="65755"/>
                  </a:cubicBezTo>
                  <a:cubicBezTo>
                    <a:pt x="0" y="75969"/>
                    <a:pt x="7029" y="84269"/>
                    <a:pt x="15975" y="86822"/>
                  </a:cubicBezTo>
                  <a:lnTo>
                    <a:pt x="15975" y="91929"/>
                  </a:lnTo>
                  <a:cubicBezTo>
                    <a:pt x="15975" y="95760"/>
                    <a:pt x="18531" y="98313"/>
                    <a:pt x="22365" y="98313"/>
                  </a:cubicBezTo>
                  <a:cubicBezTo>
                    <a:pt x="26199" y="98313"/>
                    <a:pt x="28755" y="95760"/>
                    <a:pt x="28755" y="91929"/>
                  </a:cubicBezTo>
                  <a:lnTo>
                    <a:pt x="28755" y="86822"/>
                  </a:lnTo>
                  <a:cubicBezTo>
                    <a:pt x="38340" y="84269"/>
                    <a:pt x="44730" y="75969"/>
                    <a:pt x="44730" y="65117"/>
                  </a:cubicBezTo>
                  <a:cubicBezTo>
                    <a:pt x="44730" y="52349"/>
                    <a:pt x="34506" y="42773"/>
                    <a:pt x="22365" y="42773"/>
                  </a:cubicBezTo>
                  <a:cubicBezTo>
                    <a:pt x="17253" y="42773"/>
                    <a:pt x="12780" y="38304"/>
                    <a:pt x="12780" y="33197"/>
                  </a:cubicBezTo>
                  <a:cubicBezTo>
                    <a:pt x="12780" y="27451"/>
                    <a:pt x="17253" y="22982"/>
                    <a:pt x="22365" y="22982"/>
                  </a:cubicBezTo>
                  <a:cubicBezTo>
                    <a:pt x="28116" y="22982"/>
                    <a:pt x="31950" y="27451"/>
                    <a:pt x="31950" y="33197"/>
                  </a:cubicBezTo>
                  <a:cubicBezTo>
                    <a:pt x="31950" y="37027"/>
                    <a:pt x="34506" y="39581"/>
                    <a:pt x="38340" y="39581"/>
                  </a:cubicBezTo>
                  <a:cubicBezTo>
                    <a:pt x="42173" y="39581"/>
                    <a:pt x="44730" y="37027"/>
                    <a:pt x="44730" y="33197"/>
                  </a:cubicBezTo>
                  <a:cubicBezTo>
                    <a:pt x="44730" y="22982"/>
                    <a:pt x="37701" y="14045"/>
                    <a:pt x="28755" y="11491"/>
                  </a:cubicBezTo>
                  <a:lnTo>
                    <a:pt x="28755" y="6384"/>
                  </a:lnTo>
                  <a:cubicBezTo>
                    <a:pt x="28755" y="2554"/>
                    <a:pt x="26199" y="0"/>
                    <a:pt x="22365" y="0"/>
                  </a:cubicBezTo>
                  <a:cubicBezTo>
                    <a:pt x="18531" y="0"/>
                    <a:pt x="15975" y="2554"/>
                    <a:pt x="15975" y="6384"/>
                  </a:cubicBezTo>
                  <a:lnTo>
                    <a:pt x="15975" y="11491"/>
                  </a:lnTo>
                  <a:cubicBezTo>
                    <a:pt x="7029" y="14045"/>
                    <a:pt x="0" y="22982"/>
                    <a:pt x="0" y="33197"/>
                  </a:cubicBezTo>
                  <a:cubicBezTo>
                    <a:pt x="0" y="45326"/>
                    <a:pt x="10224" y="55541"/>
                    <a:pt x="22365" y="55541"/>
                  </a:cubicBezTo>
                  <a:cubicBezTo>
                    <a:pt x="28116" y="55541"/>
                    <a:pt x="31950" y="60009"/>
                    <a:pt x="31950" y="65117"/>
                  </a:cubicBezTo>
                  <a:cubicBezTo>
                    <a:pt x="31950" y="70862"/>
                    <a:pt x="27477" y="75331"/>
                    <a:pt x="22365" y="75331"/>
                  </a:cubicBezTo>
                  <a:close/>
                </a:path>
              </a:pathLst>
            </a:custGeom>
            <a:solidFill>
              <a:srgbClr val="43B02A"/>
            </a:solidFill>
            <a:ln w="6390" cap="flat">
              <a:noFill/>
              <a:prstDash val="solid"/>
              <a:miter/>
            </a:ln>
          </p:spPr>
          <p:txBody>
            <a:bodyPr rtlCol="0" anchor="ctr"/>
            <a:lstStyle/>
            <a:p>
              <a:endParaRPr lang="en-US"/>
            </a:p>
          </p:txBody>
        </p:sp>
        <p:sp>
          <p:nvSpPr>
            <p:cNvPr id="1367" name="Graphic 1039">
              <a:extLst>
                <a:ext uri="{FF2B5EF4-FFF2-40B4-BE49-F238E27FC236}">
                  <a16:creationId xmlns:a16="http://schemas.microsoft.com/office/drawing/2014/main" id="{72AACAA2-39DA-6246-B013-A838FF91EFAC}"/>
                </a:ext>
              </a:extLst>
            </p:cNvPr>
            <p:cNvSpPr/>
            <p:nvPr/>
          </p:nvSpPr>
          <p:spPr>
            <a:xfrm>
              <a:off x="5772030" y="2465656"/>
              <a:ext cx="235788" cy="170452"/>
            </a:xfrm>
            <a:custGeom>
              <a:avLst/>
              <a:gdLst>
                <a:gd name="connsiteX0" fmla="*/ 228760 w 235788"/>
                <a:gd name="connsiteY0" fmla="*/ 131510 h 170452"/>
                <a:gd name="connsiteX1" fmla="*/ 222370 w 235788"/>
                <a:gd name="connsiteY1" fmla="*/ 131510 h 170452"/>
                <a:gd name="connsiteX2" fmla="*/ 222370 w 235788"/>
                <a:gd name="connsiteY2" fmla="*/ 25536 h 170452"/>
                <a:gd name="connsiteX3" fmla="*/ 215341 w 235788"/>
                <a:gd name="connsiteY3" fmla="*/ 7022 h 170452"/>
                <a:gd name="connsiteX4" fmla="*/ 198727 w 235788"/>
                <a:gd name="connsiteY4" fmla="*/ 0 h 170452"/>
                <a:gd name="connsiteX5" fmla="*/ 37062 w 235788"/>
                <a:gd name="connsiteY5" fmla="*/ 0 h 170452"/>
                <a:gd name="connsiteX6" fmla="*/ 19170 w 235788"/>
                <a:gd name="connsiteY6" fmla="*/ 7022 h 170452"/>
                <a:gd name="connsiteX7" fmla="*/ 12780 w 235788"/>
                <a:gd name="connsiteY7" fmla="*/ 26813 h 170452"/>
                <a:gd name="connsiteX8" fmla="*/ 12780 w 235788"/>
                <a:gd name="connsiteY8" fmla="*/ 130872 h 170452"/>
                <a:gd name="connsiteX9" fmla="*/ 6390 w 235788"/>
                <a:gd name="connsiteY9" fmla="*/ 130872 h 170452"/>
                <a:gd name="connsiteX10" fmla="*/ 0 w 235788"/>
                <a:gd name="connsiteY10" fmla="*/ 137256 h 170452"/>
                <a:gd name="connsiteX11" fmla="*/ 0 w 235788"/>
                <a:gd name="connsiteY11" fmla="*/ 150662 h 170452"/>
                <a:gd name="connsiteX12" fmla="*/ 26838 w 235788"/>
                <a:gd name="connsiteY12" fmla="*/ 170452 h 170452"/>
                <a:gd name="connsiteX13" fmla="*/ 208951 w 235788"/>
                <a:gd name="connsiteY13" fmla="*/ 170452 h 170452"/>
                <a:gd name="connsiteX14" fmla="*/ 235789 w 235788"/>
                <a:gd name="connsiteY14" fmla="*/ 150662 h 170452"/>
                <a:gd name="connsiteX15" fmla="*/ 235789 w 235788"/>
                <a:gd name="connsiteY15" fmla="*/ 137256 h 170452"/>
                <a:gd name="connsiteX16" fmla="*/ 228760 w 235788"/>
                <a:gd name="connsiteY16" fmla="*/ 131510 h 170452"/>
                <a:gd name="connsiteX17" fmla="*/ 28755 w 235788"/>
                <a:gd name="connsiteY17" fmla="*/ 16598 h 170452"/>
                <a:gd name="connsiteX18" fmla="*/ 37062 w 235788"/>
                <a:gd name="connsiteY18" fmla="*/ 13406 h 170452"/>
                <a:gd name="connsiteX19" fmla="*/ 198727 w 235788"/>
                <a:gd name="connsiteY19" fmla="*/ 13406 h 170452"/>
                <a:gd name="connsiteX20" fmla="*/ 209590 w 235788"/>
                <a:gd name="connsiteY20" fmla="*/ 25536 h 170452"/>
                <a:gd name="connsiteX21" fmla="*/ 209590 w 235788"/>
                <a:gd name="connsiteY21" fmla="*/ 131510 h 170452"/>
                <a:gd name="connsiteX22" fmla="*/ 25560 w 235788"/>
                <a:gd name="connsiteY22" fmla="*/ 131510 h 170452"/>
                <a:gd name="connsiteX23" fmla="*/ 25560 w 235788"/>
                <a:gd name="connsiteY23" fmla="*/ 26813 h 170452"/>
                <a:gd name="connsiteX24" fmla="*/ 28755 w 235788"/>
                <a:gd name="connsiteY24" fmla="*/ 16598 h 170452"/>
                <a:gd name="connsiteX25" fmla="*/ 222370 w 235788"/>
                <a:gd name="connsiteY25" fmla="*/ 151939 h 170452"/>
                <a:gd name="connsiteX26" fmla="*/ 208312 w 235788"/>
                <a:gd name="connsiteY26" fmla="*/ 158961 h 170452"/>
                <a:gd name="connsiteX27" fmla="*/ 25560 w 235788"/>
                <a:gd name="connsiteY27" fmla="*/ 158961 h 170452"/>
                <a:gd name="connsiteX28" fmla="*/ 11502 w 235788"/>
                <a:gd name="connsiteY28" fmla="*/ 151939 h 170452"/>
                <a:gd name="connsiteX29" fmla="*/ 11502 w 235788"/>
                <a:gd name="connsiteY29" fmla="*/ 144916 h 170452"/>
                <a:gd name="connsiteX30" fmla="*/ 17892 w 235788"/>
                <a:gd name="connsiteY30" fmla="*/ 144916 h 170452"/>
                <a:gd name="connsiteX31" fmla="*/ 214702 w 235788"/>
                <a:gd name="connsiteY31" fmla="*/ 144916 h 170452"/>
                <a:gd name="connsiteX32" fmla="*/ 221092 w 235788"/>
                <a:gd name="connsiteY32" fmla="*/ 144916 h 170452"/>
                <a:gd name="connsiteX33" fmla="*/ 221092 w 235788"/>
                <a:gd name="connsiteY33" fmla="*/ 151939 h 17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35788" h="170452">
                  <a:moveTo>
                    <a:pt x="228760" y="131510"/>
                  </a:moveTo>
                  <a:lnTo>
                    <a:pt x="222370" y="131510"/>
                  </a:lnTo>
                  <a:lnTo>
                    <a:pt x="222370" y="25536"/>
                  </a:lnTo>
                  <a:cubicBezTo>
                    <a:pt x="222370" y="17875"/>
                    <a:pt x="219814" y="11491"/>
                    <a:pt x="215341" y="7022"/>
                  </a:cubicBezTo>
                  <a:cubicBezTo>
                    <a:pt x="208312" y="0"/>
                    <a:pt x="199366" y="0"/>
                    <a:pt x="198727" y="0"/>
                  </a:cubicBezTo>
                  <a:lnTo>
                    <a:pt x="37062" y="0"/>
                  </a:lnTo>
                  <a:cubicBezTo>
                    <a:pt x="27477" y="0"/>
                    <a:pt x="22365" y="3830"/>
                    <a:pt x="19170" y="7022"/>
                  </a:cubicBezTo>
                  <a:cubicBezTo>
                    <a:pt x="12141" y="14683"/>
                    <a:pt x="12780" y="26174"/>
                    <a:pt x="12780" y="26813"/>
                  </a:cubicBezTo>
                  <a:lnTo>
                    <a:pt x="12780" y="130872"/>
                  </a:lnTo>
                  <a:lnTo>
                    <a:pt x="6390" y="130872"/>
                  </a:lnTo>
                  <a:cubicBezTo>
                    <a:pt x="2556" y="130872"/>
                    <a:pt x="0" y="133425"/>
                    <a:pt x="0" y="137256"/>
                  </a:cubicBezTo>
                  <a:lnTo>
                    <a:pt x="0" y="150662"/>
                  </a:lnTo>
                  <a:cubicBezTo>
                    <a:pt x="0" y="162153"/>
                    <a:pt x="11502" y="170452"/>
                    <a:pt x="26838" y="170452"/>
                  </a:cubicBezTo>
                  <a:lnTo>
                    <a:pt x="208951" y="170452"/>
                  </a:lnTo>
                  <a:cubicBezTo>
                    <a:pt x="224287" y="170452"/>
                    <a:pt x="235789" y="162153"/>
                    <a:pt x="235789" y="150662"/>
                  </a:cubicBezTo>
                  <a:lnTo>
                    <a:pt x="235789" y="137256"/>
                  </a:lnTo>
                  <a:cubicBezTo>
                    <a:pt x="235150" y="134702"/>
                    <a:pt x="232594" y="131510"/>
                    <a:pt x="228760" y="131510"/>
                  </a:cubicBezTo>
                  <a:close/>
                  <a:moveTo>
                    <a:pt x="28755" y="16598"/>
                  </a:moveTo>
                  <a:cubicBezTo>
                    <a:pt x="30672" y="14683"/>
                    <a:pt x="33228" y="13406"/>
                    <a:pt x="37062" y="13406"/>
                  </a:cubicBezTo>
                  <a:lnTo>
                    <a:pt x="198727" y="13406"/>
                  </a:lnTo>
                  <a:cubicBezTo>
                    <a:pt x="201283" y="13406"/>
                    <a:pt x="209590" y="14683"/>
                    <a:pt x="209590" y="25536"/>
                  </a:cubicBezTo>
                  <a:lnTo>
                    <a:pt x="209590" y="131510"/>
                  </a:lnTo>
                  <a:lnTo>
                    <a:pt x="25560" y="131510"/>
                  </a:lnTo>
                  <a:lnTo>
                    <a:pt x="25560" y="26813"/>
                  </a:lnTo>
                  <a:cubicBezTo>
                    <a:pt x="24921" y="25536"/>
                    <a:pt x="25560" y="19790"/>
                    <a:pt x="28755" y="16598"/>
                  </a:cubicBezTo>
                  <a:close/>
                  <a:moveTo>
                    <a:pt x="222370" y="151939"/>
                  </a:moveTo>
                  <a:cubicBezTo>
                    <a:pt x="222370" y="155131"/>
                    <a:pt x="216619" y="158961"/>
                    <a:pt x="208312" y="158961"/>
                  </a:cubicBezTo>
                  <a:lnTo>
                    <a:pt x="25560" y="158961"/>
                  </a:lnTo>
                  <a:cubicBezTo>
                    <a:pt x="17253" y="158961"/>
                    <a:pt x="11502" y="155131"/>
                    <a:pt x="11502" y="151939"/>
                  </a:cubicBezTo>
                  <a:lnTo>
                    <a:pt x="11502" y="144916"/>
                  </a:lnTo>
                  <a:lnTo>
                    <a:pt x="17892" y="144916"/>
                  </a:lnTo>
                  <a:lnTo>
                    <a:pt x="214702" y="144916"/>
                  </a:lnTo>
                  <a:lnTo>
                    <a:pt x="221092" y="144916"/>
                  </a:lnTo>
                  <a:lnTo>
                    <a:pt x="221092" y="151939"/>
                  </a:lnTo>
                  <a:close/>
                </a:path>
              </a:pathLst>
            </a:custGeom>
            <a:solidFill>
              <a:srgbClr val="43B02A"/>
            </a:solidFill>
            <a:ln w="6390" cap="flat">
              <a:noFill/>
              <a:prstDash val="solid"/>
              <a:miter/>
            </a:ln>
          </p:spPr>
          <p:txBody>
            <a:bodyPr rtlCol="0" anchor="ctr"/>
            <a:lstStyle/>
            <a:p>
              <a:endParaRPr lang="en-US"/>
            </a:p>
          </p:txBody>
        </p:sp>
        <p:sp>
          <p:nvSpPr>
            <p:cNvPr id="1368" name="Graphic 1039">
              <a:extLst>
                <a:ext uri="{FF2B5EF4-FFF2-40B4-BE49-F238E27FC236}">
                  <a16:creationId xmlns:a16="http://schemas.microsoft.com/office/drawing/2014/main" id="{63748D28-0AC7-5A49-A032-397F40C9B725}"/>
                </a:ext>
              </a:extLst>
            </p:cNvPr>
            <p:cNvSpPr/>
            <p:nvPr/>
          </p:nvSpPr>
          <p:spPr>
            <a:xfrm>
              <a:off x="5883215" y="2610572"/>
              <a:ext cx="12779" cy="12767"/>
            </a:xfrm>
            <a:custGeom>
              <a:avLst/>
              <a:gdLst>
                <a:gd name="connsiteX0" fmla="*/ 6390 w 12779"/>
                <a:gd name="connsiteY0" fmla="*/ 0 h 12767"/>
                <a:gd name="connsiteX1" fmla="*/ 0 w 12779"/>
                <a:gd name="connsiteY1" fmla="*/ 6384 h 12767"/>
                <a:gd name="connsiteX2" fmla="*/ 6390 w 12779"/>
                <a:gd name="connsiteY2" fmla="*/ 12768 h 12767"/>
                <a:gd name="connsiteX3" fmla="*/ 12780 w 12779"/>
                <a:gd name="connsiteY3" fmla="*/ 6384 h 12767"/>
                <a:gd name="connsiteX4" fmla="*/ 12780 w 12779"/>
                <a:gd name="connsiteY4" fmla="*/ 6384 h 12767"/>
                <a:gd name="connsiteX5" fmla="*/ 6390 w 12779"/>
                <a:gd name="connsiteY5"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79" h="12767">
                  <a:moveTo>
                    <a:pt x="6390" y="0"/>
                  </a:moveTo>
                  <a:cubicBezTo>
                    <a:pt x="2556" y="0"/>
                    <a:pt x="0" y="2554"/>
                    <a:pt x="0" y="6384"/>
                  </a:cubicBezTo>
                  <a:cubicBezTo>
                    <a:pt x="0" y="10214"/>
                    <a:pt x="2556" y="12768"/>
                    <a:pt x="6390" y="12768"/>
                  </a:cubicBezTo>
                  <a:cubicBezTo>
                    <a:pt x="10224" y="12768"/>
                    <a:pt x="12780" y="10214"/>
                    <a:pt x="12780" y="6384"/>
                  </a:cubicBezTo>
                  <a:lnTo>
                    <a:pt x="12780" y="6384"/>
                  </a:lnTo>
                  <a:cubicBezTo>
                    <a:pt x="12780" y="3192"/>
                    <a:pt x="9585" y="0"/>
                    <a:pt x="6390" y="0"/>
                  </a:cubicBezTo>
                  <a:close/>
                </a:path>
              </a:pathLst>
            </a:custGeom>
            <a:solidFill>
              <a:srgbClr val="43B02A"/>
            </a:solidFill>
            <a:ln w="6390" cap="flat">
              <a:noFill/>
              <a:prstDash val="solid"/>
              <a:miter/>
            </a:ln>
          </p:spPr>
          <p:txBody>
            <a:bodyPr rtlCol="0" anchor="ctr"/>
            <a:lstStyle/>
            <a:p>
              <a:endParaRPr lang="en-US"/>
            </a:p>
          </p:txBody>
        </p:sp>
      </p:grpSp>
      <p:grpSp>
        <p:nvGrpSpPr>
          <p:cNvPr id="1369" name="Graphic 1039">
            <a:extLst>
              <a:ext uri="{FF2B5EF4-FFF2-40B4-BE49-F238E27FC236}">
                <a16:creationId xmlns:a16="http://schemas.microsoft.com/office/drawing/2014/main" id="{22FFE7EE-ACB4-5546-9230-2DB84FF953B4}"/>
              </a:ext>
            </a:extLst>
          </p:cNvPr>
          <p:cNvGrpSpPr/>
          <p:nvPr/>
        </p:nvGrpSpPr>
        <p:grpSpPr>
          <a:xfrm>
            <a:off x="6147119" y="2371173"/>
            <a:ext cx="361670" cy="361333"/>
            <a:chOff x="6147119" y="2371173"/>
            <a:chExt cx="361670" cy="361333"/>
          </a:xfrm>
          <a:solidFill>
            <a:srgbClr val="43B02A"/>
          </a:solidFill>
        </p:grpSpPr>
        <p:sp>
          <p:nvSpPr>
            <p:cNvPr id="1370" name="Graphic 1039">
              <a:extLst>
                <a:ext uri="{FF2B5EF4-FFF2-40B4-BE49-F238E27FC236}">
                  <a16:creationId xmlns:a16="http://schemas.microsoft.com/office/drawing/2014/main" id="{383AC6E7-BEAD-C04B-9256-2D7DFBF247BC}"/>
                </a:ext>
              </a:extLst>
            </p:cNvPr>
            <p:cNvSpPr/>
            <p:nvPr/>
          </p:nvSpPr>
          <p:spPr>
            <a:xfrm>
              <a:off x="6222520" y="2609934"/>
              <a:ext cx="210867" cy="14044"/>
            </a:xfrm>
            <a:custGeom>
              <a:avLst/>
              <a:gdLst>
                <a:gd name="connsiteX0" fmla="*/ 6390 w 210867"/>
                <a:gd name="connsiteY0" fmla="*/ 0 h 14044"/>
                <a:gd name="connsiteX1" fmla="*/ 0 w 210867"/>
                <a:gd name="connsiteY1" fmla="*/ 0 h 14044"/>
                <a:gd name="connsiteX2" fmla="*/ 0 w 210867"/>
                <a:gd name="connsiteY2" fmla="*/ 7022 h 14044"/>
                <a:gd name="connsiteX3" fmla="*/ 14058 w 210867"/>
                <a:gd name="connsiteY3" fmla="*/ 14045 h 14044"/>
                <a:gd name="connsiteX4" fmla="*/ 196810 w 210867"/>
                <a:gd name="connsiteY4" fmla="*/ 14045 h 14044"/>
                <a:gd name="connsiteX5" fmla="*/ 210868 w 210867"/>
                <a:gd name="connsiteY5" fmla="*/ 7022 h 14044"/>
                <a:gd name="connsiteX6" fmla="*/ 210868 w 210867"/>
                <a:gd name="connsiteY6" fmla="*/ 0 h 14044"/>
                <a:gd name="connsiteX7" fmla="*/ 204478 w 210867"/>
                <a:gd name="connsiteY7" fmla="*/ 0 h 14044"/>
                <a:gd name="connsiteX8" fmla="*/ 6390 w 210867"/>
                <a:gd name="connsiteY8" fmla="*/ 0 h 14044"/>
                <a:gd name="connsiteX9" fmla="*/ 110546 w 210867"/>
                <a:gd name="connsiteY9" fmla="*/ 10214 h 14044"/>
                <a:gd name="connsiteX10" fmla="*/ 104795 w 210867"/>
                <a:gd name="connsiteY10" fmla="*/ 14045 h 14044"/>
                <a:gd name="connsiteX11" fmla="*/ 102239 w 210867"/>
                <a:gd name="connsiteY11" fmla="*/ 13406 h 14044"/>
                <a:gd name="connsiteX12" fmla="*/ 99044 w 210867"/>
                <a:gd name="connsiteY12" fmla="*/ 6384 h 14044"/>
                <a:gd name="connsiteX13" fmla="*/ 105434 w 210867"/>
                <a:gd name="connsiteY13" fmla="*/ 1277 h 14044"/>
                <a:gd name="connsiteX14" fmla="*/ 111824 w 210867"/>
                <a:gd name="connsiteY14" fmla="*/ 7661 h 14044"/>
                <a:gd name="connsiteX15" fmla="*/ 110546 w 210867"/>
                <a:gd name="connsiteY15" fmla="*/ 10214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0867" h="14044">
                  <a:moveTo>
                    <a:pt x="6390" y="0"/>
                  </a:moveTo>
                  <a:lnTo>
                    <a:pt x="0" y="0"/>
                  </a:lnTo>
                  <a:lnTo>
                    <a:pt x="0" y="7022"/>
                  </a:lnTo>
                  <a:cubicBezTo>
                    <a:pt x="0" y="10214"/>
                    <a:pt x="5751" y="14045"/>
                    <a:pt x="14058" y="14045"/>
                  </a:cubicBezTo>
                  <a:lnTo>
                    <a:pt x="196810" y="14045"/>
                  </a:lnTo>
                  <a:cubicBezTo>
                    <a:pt x="205117" y="14045"/>
                    <a:pt x="210868" y="10214"/>
                    <a:pt x="210868" y="7022"/>
                  </a:cubicBezTo>
                  <a:lnTo>
                    <a:pt x="210868" y="0"/>
                  </a:lnTo>
                  <a:lnTo>
                    <a:pt x="204478" y="0"/>
                  </a:lnTo>
                  <a:lnTo>
                    <a:pt x="6390" y="0"/>
                  </a:lnTo>
                  <a:close/>
                  <a:moveTo>
                    <a:pt x="110546" y="10214"/>
                  </a:moveTo>
                  <a:cubicBezTo>
                    <a:pt x="109268" y="12768"/>
                    <a:pt x="107351" y="14045"/>
                    <a:pt x="104795" y="14045"/>
                  </a:cubicBezTo>
                  <a:cubicBezTo>
                    <a:pt x="104156" y="14045"/>
                    <a:pt x="102878" y="14045"/>
                    <a:pt x="102239" y="13406"/>
                  </a:cubicBezTo>
                  <a:cubicBezTo>
                    <a:pt x="99683" y="12130"/>
                    <a:pt x="98405" y="9576"/>
                    <a:pt x="99044" y="6384"/>
                  </a:cubicBezTo>
                  <a:cubicBezTo>
                    <a:pt x="99683" y="3192"/>
                    <a:pt x="102239" y="1277"/>
                    <a:pt x="105434" y="1277"/>
                  </a:cubicBezTo>
                  <a:cubicBezTo>
                    <a:pt x="109268" y="1277"/>
                    <a:pt x="111824" y="3830"/>
                    <a:pt x="111824" y="7661"/>
                  </a:cubicBezTo>
                  <a:cubicBezTo>
                    <a:pt x="111824" y="8299"/>
                    <a:pt x="111185" y="8938"/>
                    <a:pt x="110546" y="10214"/>
                  </a:cubicBezTo>
                  <a:close/>
                </a:path>
              </a:pathLst>
            </a:custGeom>
            <a:solidFill>
              <a:srgbClr val="43B02A"/>
            </a:solidFill>
            <a:ln w="6390" cap="flat">
              <a:noFill/>
              <a:prstDash val="solid"/>
              <a:miter/>
            </a:ln>
          </p:spPr>
          <p:txBody>
            <a:bodyPr rtlCol="0" anchor="ctr"/>
            <a:lstStyle/>
            <a:p>
              <a:endParaRPr lang="en-US"/>
            </a:p>
          </p:txBody>
        </p:sp>
        <p:sp>
          <p:nvSpPr>
            <p:cNvPr id="1371" name="Graphic 1039">
              <a:extLst>
                <a:ext uri="{FF2B5EF4-FFF2-40B4-BE49-F238E27FC236}">
                  <a16:creationId xmlns:a16="http://schemas.microsoft.com/office/drawing/2014/main" id="{0F674685-65F7-004E-8A84-2D92B810858A}"/>
                </a:ext>
              </a:extLst>
            </p:cNvPr>
            <p:cNvSpPr/>
            <p:nvPr/>
          </p:nvSpPr>
          <p:spPr>
            <a:xfrm>
              <a:off x="6235939" y="2479063"/>
              <a:ext cx="184030" cy="118741"/>
            </a:xfrm>
            <a:custGeom>
              <a:avLst/>
              <a:gdLst>
                <a:gd name="connsiteX0" fmla="*/ 184030 w 184030"/>
                <a:gd name="connsiteY0" fmla="*/ 118104 h 118741"/>
                <a:gd name="connsiteX1" fmla="*/ 184030 w 184030"/>
                <a:gd name="connsiteY1" fmla="*/ 12130 h 118741"/>
                <a:gd name="connsiteX2" fmla="*/ 173167 w 184030"/>
                <a:gd name="connsiteY2" fmla="*/ 0 h 118741"/>
                <a:gd name="connsiteX3" fmla="*/ 11502 w 184030"/>
                <a:gd name="connsiteY3" fmla="*/ 0 h 118741"/>
                <a:gd name="connsiteX4" fmla="*/ 3195 w 184030"/>
                <a:gd name="connsiteY4" fmla="*/ 3192 h 118741"/>
                <a:gd name="connsiteX5" fmla="*/ 0 w 184030"/>
                <a:gd name="connsiteY5" fmla="*/ 14045 h 118741"/>
                <a:gd name="connsiteX6" fmla="*/ 0 w 184030"/>
                <a:gd name="connsiteY6" fmla="*/ 118742 h 118741"/>
                <a:gd name="connsiteX7" fmla="*/ 184030 w 184030"/>
                <a:gd name="connsiteY7" fmla="*/ 118742 h 118741"/>
                <a:gd name="connsiteX8" fmla="*/ 93293 w 184030"/>
                <a:gd name="connsiteY8" fmla="*/ 67670 h 118741"/>
                <a:gd name="connsiteX9" fmla="*/ 70928 w 184030"/>
                <a:gd name="connsiteY9" fmla="*/ 45326 h 118741"/>
                <a:gd name="connsiteX10" fmla="*/ 86903 w 184030"/>
                <a:gd name="connsiteY10" fmla="*/ 23621 h 118741"/>
                <a:gd name="connsiteX11" fmla="*/ 86903 w 184030"/>
                <a:gd name="connsiteY11" fmla="*/ 18514 h 118741"/>
                <a:gd name="connsiteX12" fmla="*/ 93293 w 184030"/>
                <a:gd name="connsiteY12" fmla="*/ 12130 h 118741"/>
                <a:gd name="connsiteX13" fmla="*/ 99683 w 184030"/>
                <a:gd name="connsiteY13" fmla="*/ 18514 h 118741"/>
                <a:gd name="connsiteX14" fmla="*/ 99683 w 184030"/>
                <a:gd name="connsiteY14" fmla="*/ 23621 h 118741"/>
                <a:gd name="connsiteX15" fmla="*/ 116297 w 184030"/>
                <a:gd name="connsiteY15" fmla="*/ 45326 h 118741"/>
                <a:gd name="connsiteX16" fmla="*/ 109907 w 184030"/>
                <a:gd name="connsiteY16" fmla="*/ 51710 h 118741"/>
                <a:gd name="connsiteX17" fmla="*/ 103517 w 184030"/>
                <a:gd name="connsiteY17" fmla="*/ 45326 h 118741"/>
                <a:gd name="connsiteX18" fmla="*/ 93293 w 184030"/>
                <a:gd name="connsiteY18" fmla="*/ 35112 h 118741"/>
                <a:gd name="connsiteX19" fmla="*/ 83708 w 184030"/>
                <a:gd name="connsiteY19" fmla="*/ 45326 h 118741"/>
                <a:gd name="connsiteX20" fmla="*/ 93293 w 184030"/>
                <a:gd name="connsiteY20" fmla="*/ 54902 h 118741"/>
                <a:gd name="connsiteX21" fmla="*/ 116297 w 184030"/>
                <a:gd name="connsiteY21" fmla="*/ 77246 h 118741"/>
                <a:gd name="connsiteX22" fmla="*/ 99683 w 184030"/>
                <a:gd name="connsiteY22" fmla="*/ 98952 h 118741"/>
                <a:gd name="connsiteX23" fmla="*/ 99683 w 184030"/>
                <a:gd name="connsiteY23" fmla="*/ 104059 h 118741"/>
                <a:gd name="connsiteX24" fmla="*/ 93293 w 184030"/>
                <a:gd name="connsiteY24" fmla="*/ 110443 h 118741"/>
                <a:gd name="connsiteX25" fmla="*/ 86903 w 184030"/>
                <a:gd name="connsiteY25" fmla="*/ 104059 h 118741"/>
                <a:gd name="connsiteX26" fmla="*/ 86903 w 184030"/>
                <a:gd name="connsiteY26" fmla="*/ 98952 h 118741"/>
                <a:gd name="connsiteX27" fmla="*/ 70928 w 184030"/>
                <a:gd name="connsiteY27" fmla="*/ 77884 h 118741"/>
                <a:gd name="connsiteX28" fmla="*/ 77318 w 184030"/>
                <a:gd name="connsiteY28" fmla="*/ 71500 h 118741"/>
                <a:gd name="connsiteX29" fmla="*/ 83708 w 184030"/>
                <a:gd name="connsiteY29" fmla="*/ 77884 h 118741"/>
                <a:gd name="connsiteX30" fmla="*/ 93293 w 184030"/>
                <a:gd name="connsiteY30" fmla="*/ 87460 h 118741"/>
                <a:gd name="connsiteX31" fmla="*/ 103517 w 184030"/>
                <a:gd name="connsiteY31" fmla="*/ 77884 h 118741"/>
                <a:gd name="connsiteX32" fmla="*/ 93293 w 184030"/>
                <a:gd name="connsiteY32" fmla="*/ 67670 h 11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84030" h="118741">
                  <a:moveTo>
                    <a:pt x="184030" y="118104"/>
                  </a:moveTo>
                  <a:lnTo>
                    <a:pt x="184030" y="12130"/>
                  </a:lnTo>
                  <a:cubicBezTo>
                    <a:pt x="184030" y="638"/>
                    <a:pt x="175723" y="0"/>
                    <a:pt x="173167" y="0"/>
                  </a:cubicBezTo>
                  <a:lnTo>
                    <a:pt x="11502" y="0"/>
                  </a:lnTo>
                  <a:cubicBezTo>
                    <a:pt x="7668" y="0"/>
                    <a:pt x="5112" y="1277"/>
                    <a:pt x="3195" y="3192"/>
                  </a:cubicBezTo>
                  <a:cubicBezTo>
                    <a:pt x="0" y="6384"/>
                    <a:pt x="0" y="12130"/>
                    <a:pt x="0" y="14045"/>
                  </a:cubicBezTo>
                  <a:lnTo>
                    <a:pt x="0" y="118742"/>
                  </a:lnTo>
                  <a:lnTo>
                    <a:pt x="184030" y="118742"/>
                  </a:lnTo>
                  <a:close/>
                  <a:moveTo>
                    <a:pt x="93293" y="67670"/>
                  </a:moveTo>
                  <a:cubicBezTo>
                    <a:pt x="81152" y="67670"/>
                    <a:pt x="70928" y="57456"/>
                    <a:pt x="70928" y="45326"/>
                  </a:cubicBezTo>
                  <a:cubicBezTo>
                    <a:pt x="70928" y="35112"/>
                    <a:pt x="77957" y="26813"/>
                    <a:pt x="86903" y="23621"/>
                  </a:cubicBezTo>
                  <a:lnTo>
                    <a:pt x="86903" y="18514"/>
                  </a:lnTo>
                  <a:cubicBezTo>
                    <a:pt x="86903" y="14683"/>
                    <a:pt x="89459" y="12130"/>
                    <a:pt x="93293" y="12130"/>
                  </a:cubicBezTo>
                  <a:cubicBezTo>
                    <a:pt x="97127" y="12130"/>
                    <a:pt x="99683" y="14683"/>
                    <a:pt x="99683" y="18514"/>
                  </a:cubicBezTo>
                  <a:lnTo>
                    <a:pt x="99683" y="23621"/>
                  </a:lnTo>
                  <a:cubicBezTo>
                    <a:pt x="109268" y="26174"/>
                    <a:pt x="116297" y="35112"/>
                    <a:pt x="116297" y="45326"/>
                  </a:cubicBezTo>
                  <a:cubicBezTo>
                    <a:pt x="116297" y="49157"/>
                    <a:pt x="113741" y="51710"/>
                    <a:pt x="109907" y="51710"/>
                  </a:cubicBezTo>
                  <a:cubicBezTo>
                    <a:pt x="106073" y="51710"/>
                    <a:pt x="103517" y="49157"/>
                    <a:pt x="103517" y="45326"/>
                  </a:cubicBezTo>
                  <a:cubicBezTo>
                    <a:pt x="103517" y="39581"/>
                    <a:pt x="99044" y="35112"/>
                    <a:pt x="93293" y="35112"/>
                  </a:cubicBezTo>
                  <a:cubicBezTo>
                    <a:pt x="88181" y="35112"/>
                    <a:pt x="83708" y="39581"/>
                    <a:pt x="83708" y="45326"/>
                  </a:cubicBezTo>
                  <a:cubicBezTo>
                    <a:pt x="83708" y="50433"/>
                    <a:pt x="88181" y="54902"/>
                    <a:pt x="93293" y="54902"/>
                  </a:cubicBezTo>
                  <a:cubicBezTo>
                    <a:pt x="106073" y="54902"/>
                    <a:pt x="116297" y="65117"/>
                    <a:pt x="116297" y="77246"/>
                  </a:cubicBezTo>
                  <a:cubicBezTo>
                    <a:pt x="116297" y="87460"/>
                    <a:pt x="109268" y="95760"/>
                    <a:pt x="99683" y="98952"/>
                  </a:cubicBezTo>
                  <a:lnTo>
                    <a:pt x="99683" y="104059"/>
                  </a:lnTo>
                  <a:cubicBezTo>
                    <a:pt x="99683" y="107889"/>
                    <a:pt x="97127" y="110443"/>
                    <a:pt x="93293" y="110443"/>
                  </a:cubicBezTo>
                  <a:cubicBezTo>
                    <a:pt x="89459" y="110443"/>
                    <a:pt x="86903" y="107889"/>
                    <a:pt x="86903" y="104059"/>
                  </a:cubicBezTo>
                  <a:lnTo>
                    <a:pt x="86903" y="98952"/>
                  </a:lnTo>
                  <a:cubicBezTo>
                    <a:pt x="77957" y="96398"/>
                    <a:pt x="70928" y="87460"/>
                    <a:pt x="70928" y="77884"/>
                  </a:cubicBezTo>
                  <a:cubicBezTo>
                    <a:pt x="70928" y="74054"/>
                    <a:pt x="73484" y="71500"/>
                    <a:pt x="77318" y="71500"/>
                  </a:cubicBezTo>
                  <a:cubicBezTo>
                    <a:pt x="81152" y="71500"/>
                    <a:pt x="83708" y="74054"/>
                    <a:pt x="83708" y="77884"/>
                  </a:cubicBezTo>
                  <a:cubicBezTo>
                    <a:pt x="83708" y="82992"/>
                    <a:pt x="88181" y="87460"/>
                    <a:pt x="93293" y="87460"/>
                  </a:cubicBezTo>
                  <a:cubicBezTo>
                    <a:pt x="99044" y="87460"/>
                    <a:pt x="103517" y="82992"/>
                    <a:pt x="103517" y="77884"/>
                  </a:cubicBezTo>
                  <a:cubicBezTo>
                    <a:pt x="103517" y="71500"/>
                    <a:pt x="99044" y="67670"/>
                    <a:pt x="93293" y="67670"/>
                  </a:cubicBezTo>
                  <a:close/>
                </a:path>
              </a:pathLst>
            </a:custGeom>
            <a:solidFill>
              <a:srgbClr val="43B02A"/>
            </a:solidFill>
            <a:ln w="6390" cap="flat">
              <a:noFill/>
              <a:prstDash val="solid"/>
              <a:miter/>
            </a:ln>
          </p:spPr>
          <p:txBody>
            <a:bodyPr rtlCol="0" anchor="ctr"/>
            <a:lstStyle/>
            <a:p>
              <a:endParaRPr lang="en-US"/>
            </a:p>
          </p:txBody>
        </p:sp>
        <p:sp>
          <p:nvSpPr>
            <p:cNvPr id="1372" name="Graphic 1039">
              <a:extLst>
                <a:ext uri="{FF2B5EF4-FFF2-40B4-BE49-F238E27FC236}">
                  <a16:creationId xmlns:a16="http://schemas.microsoft.com/office/drawing/2014/main" id="{686CF99F-62D6-DB41-8D8A-06975DEE6261}"/>
                </a:ext>
              </a:extLst>
            </p:cNvPr>
            <p:cNvSpPr/>
            <p:nvPr/>
          </p:nvSpPr>
          <p:spPr>
            <a:xfrm>
              <a:off x="6147119"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98410 w 361670"/>
                <a:gd name="connsiteY5" fmla="*/ 246422 h 361333"/>
                <a:gd name="connsiteX6" fmla="*/ 271572 w 361670"/>
                <a:gd name="connsiteY6" fmla="*/ 266212 h 361333"/>
                <a:gd name="connsiteX7" fmla="*/ 89459 w 361670"/>
                <a:gd name="connsiteY7" fmla="*/ 266212 h 361333"/>
                <a:gd name="connsiteX8" fmla="*/ 62621 w 361670"/>
                <a:gd name="connsiteY8" fmla="*/ 246422 h 361333"/>
                <a:gd name="connsiteX9" fmla="*/ 62621 w 361670"/>
                <a:gd name="connsiteY9" fmla="*/ 233015 h 361333"/>
                <a:gd name="connsiteX10" fmla="*/ 69011 w 361670"/>
                <a:gd name="connsiteY10" fmla="*/ 226631 h 361333"/>
                <a:gd name="connsiteX11" fmla="*/ 75401 w 361670"/>
                <a:gd name="connsiteY11" fmla="*/ 226631 h 361333"/>
                <a:gd name="connsiteX12" fmla="*/ 75401 w 361670"/>
                <a:gd name="connsiteY12" fmla="*/ 122573 h 361333"/>
                <a:gd name="connsiteX13" fmla="*/ 81791 w 361670"/>
                <a:gd name="connsiteY13" fmla="*/ 102782 h 361333"/>
                <a:gd name="connsiteX14" fmla="*/ 99683 w 361670"/>
                <a:gd name="connsiteY14" fmla="*/ 95760 h 361333"/>
                <a:gd name="connsiteX15" fmla="*/ 261349 w 361670"/>
                <a:gd name="connsiteY15" fmla="*/ 95760 h 361333"/>
                <a:gd name="connsiteX16" fmla="*/ 277962 w 361670"/>
                <a:gd name="connsiteY16" fmla="*/ 102782 h 361333"/>
                <a:gd name="connsiteX17" fmla="*/ 284991 w 361670"/>
                <a:gd name="connsiteY17" fmla="*/ 121296 h 361333"/>
                <a:gd name="connsiteX18" fmla="*/ 284991 w 361670"/>
                <a:gd name="connsiteY18" fmla="*/ 227270 h 361333"/>
                <a:gd name="connsiteX19" fmla="*/ 291381 w 361670"/>
                <a:gd name="connsiteY19" fmla="*/ 227270 h 361333"/>
                <a:gd name="connsiteX20" fmla="*/ 297771 w 361670"/>
                <a:gd name="connsiteY20" fmla="*/ 233654 h 361333"/>
                <a:gd name="connsiteX21" fmla="*/ 297771 w 361670"/>
                <a:gd name="connsiteY21" fmla="*/ 24642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298410" y="246422"/>
                  </a:moveTo>
                  <a:cubicBezTo>
                    <a:pt x="298410" y="257913"/>
                    <a:pt x="286908" y="266212"/>
                    <a:pt x="271572" y="266212"/>
                  </a:cubicBezTo>
                  <a:lnTo>
                    <a:pt x="89459" y="266212"/>
                  </a:lnTo>
                  <a:cubicBezTo>
                    <a:pt x="74123" y="266212"/>
                    <a:pt x="62621" y="257913"/>
                    <a:pt x="62621" y="246422"/>
                  </a:cubicBezTo>
                  <a:lnTo>
                    <a:pt x="62621" y="233015"/>
                  </a:lnTo>
                  <a:cubicBezTo>
                    <a:pt x="62621" y="229185"/>
                    <a:pt x="65177" y="226631"/>
                    <a:pt x="69011" y="226631"/>
                  </a:cubicBezTo>
                  <a:lnTo>
                    <a:pt x="75401" y="226631"/>
                  </a:lnTo>
                  <a:lnTo>
                    <a:pt x="75401" y="122573"/>
                  </a:lnTo>
                  <a:cubicBezTo>
                    <a:pt x="75401" y="121934"/>
                    <a:pt x="74762" y="111081"/>
                    <a:pt x="81791" y="102782"/>
                  </a:cubicBezTo>
                  <a:cubicBezTo>
                    <a:pt x="84986" y="99590"/>
                    <a:pt x="90098" y="95760"/>
                    <a:pt x="99683" y="95760"/>
                  </a:cubicBezTo>
                  <a:lnTo>
                    <a:pt x="261349" y="95760"/>
                  </a:lnTo>
                  <a:cubicBezTo>
                    <a:pt x="262626" y="95760"/>
                    <a:pt x="271572" y="95760"/>
                    <a:pt x="277962" y="102782"/>
                  </a:cubicBezTo>
                  <a:cubicBezTo>
                    <a:pt x="282435" y="107251"/>
                    <a:pt x="284991" y="113635"/>
                    <a:pt x="284991" y="121296"/>
                  </a:cubicBezTo>
                  <a:lnTo>
                    <a:pt x="284991" y="227270"/>
                  </a:lnTo>
                  <a:lnTo>
                    <a:pt x="291381" y="227270"/>
                  </a:lnTo>
                  <a:cubicBezTo>
                    <a:pt x="295215" y="227270"/>
                    <a:pt x="297771" y="229823"/>
                    <a:pt x="297771" y="233654"/>
                  </a:cubicBezTo>
                  <a:lnTo>
                    <a:pt x="297771" y="246422"/>
                  </a:lnTo>
                  <a:close/>
                </a:path>
              </a:pathLst>
            </a:custGeom>
            <a:solidFill>
              <a:srgbClr val="43B02A"/>
            </a:solidFill>
            <a:ln w="6390" cap="flat">
              <a:noFill/>
              <a:prstDash val="solid"/>
              <a:miter/>
            </a:ln>
          </p:spPr>
          <p:txBody>
            <a:bodyPr rtlCol="0" anchor="ctr"/>
            <a:lstStyle/>
            <a:p>
              <a:endParaRPr lang="en-US"/>
            </a:p>
          </p:txBody>
        </p:sp>
      </p:grpSp>
      <p:grpSp>
        <p:nvGrpSpPr>
          <p:cNvPr id="1373" name="Graphic 1039">
            <a:extLst>
              <a:ext uri="{FF2B5EF4-FFF2-40B4-BE49-F238E27FC236}">
                <a16:creationId xmlns:a16="http://schemas.microsoft.com/office/drawing/2014/main" id="{1EC4F63A-FEC8-9C42-9C2F-E330CEE41C30}"/>
              </a:ext>
            </a:extLst>
          </p:cNvPr>
          <p:cNvGrpSpPr/>
          <p:nvPr/>
        </p:nvGrpSpPr>
        <p:grpSpPr>
          <a:xfrm>
            <a:off x="1952764" y="1402085"/>
            <a:ext cx="361670" cy="361333"/>
            <a:chOff x="1952764" y="1402085"/>
            <a:chExt cx="361670" cy="361333"/>
          </a:xfrm>
          <a:solidFill>
            <a:srgbClr val="26890D"/>
          </a:solidFill>
        </p:grpSpPr>
        <p:sp>
          <p:nvSpPr>
            <p:cNvPr id="1374" name="Graphic 1039">
              <a:extLst>
                <a:ext uri="{FF2B5EF4-FFF2-40B4-BE49-F238E27FC236}">
                  <a16:creationId xmlns:a16="http://schemas.microsoft.com/office/drawing/2014/main" id="{51BD4F07-E67B-E343-9500-05AF3812C39C}"/>
                </a:ext>
              </a:extLst>
            </p:cNvPr>
            <p:cNvSpPr/>
            <p:nvPr/>
          </p:nvSpPr>
          <p:spPr>
            <a:xfrm>
              <a:off x="2087592" y="1511889"/>
              <a:ext cx="17891" cy="34473"/>
            </a:xfrm>
            <a:custGeom>
              <a:avLst/>
              <a:gdLst>
                <a:gd name="connsiteX0" fmla="*/ 17892 w 17891"/>
                <a:gd name="connsiteY0" fmla="*/ 5107 h 34473"/>
                <a:gd name="connsiteX1" fmla="*/ 14058 w 17891"/>
                <a:gd name="connsiteY1" fmla="*/ 3830 h 34473"/>
                <a:gd name="connsiteX2" fmla="*/ 8946 w 17891"/>
                <a:gd name="connsiteY2" fmla="*/ 0 h 34473"/>
                <a:gd name="connsiteX3" fmla="*/ 3834 w 17891"/>
                <a:gd name="connsiteY3" fmla="*/ 3830 h 34473"/>
                <a:gd name="connsiteX4" fmla="*/ 0 w 17891"/>
                <a:gd name="connsiteY4" fmla="*/ 5107 h 34473"/>
                <a:gd name="connsiteX5" fmla="*/ 0 w 17891"/>
                <a:gd name="connsiteY5" fmla="*/ 34474 h 34473"/>
                <a:gd name="connsiteX6" fmla="*/ 17253 w 17891"/>
                <a:gd name="connsiteY6" fmla="*/ 34474 h 34473"/>
                <a:gd name="connsiteX7" fmla="*/ 17253 w 17891"/>
                <a:gd name="connsiteY7" fmla="*/ 5107 h 3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91" h="34473">
                  <a:moveTo>
                    <a:pt x="17892" y="5107"/>
                  </a:moveTo>
                  <a:cubicBezTo>
                    <a:pt x="16614" y="5107"/>
                    <a:pt x="15336" y="4469"/>
                    <a:pt x="14058" y="3830"/>
                  </a:cubicBezTo>
                  <a:lnTo>
                    <a:pt x="8946" y="0"/>
                  </a:lnTo>
                  <a:lnTo>
                    <a:pt x="3834" y="3830"/>
                  </a:lnTo>
                  <a:cubicBezTo>
                    <a:pt x="2556" y="4469"/>
                    <a:pt x="1278" y="5107"/>
                    <a:pt x="0" y="5107"/>
                  </a:cubicBezTo>
                  <a:lnTo>
                    <a:pt x="0" y="34474"/>
                  </a:lnTo>
                  <a:lnTo>
                    <a:pt x="17253" y="34474"/>
                  </a:lnTo>
                  <a:lnTo>
                    <a:pt x="17253" y="5107"/>
                  </a:lnTo>
                  <a:close/>
                </a:path>
              </a:pathLst>
            </a:custGeom>
            <a:solidFill>
              <a:srgbClr val="26890D"/>
            </a:solidFill>
            <a:ln w="6390" cap="flat">
              <a:noFill/>
              <a:prstDash val="solid"/>
              <a:miter/>
            </a:ln>
          </p:spPr>
          <p:txBody>
            <a:bodyPr rtlCol="0" anchor="ctr"/>
            <a:lstStyle/>
            <a:p>
              <a:endParaRPr lang="en-US"/>
            </a:p>
          </p:txBody>
        </p:sp>
        <p:sp>
          <p:nvSpPr>
            <p:cNvPr id="1375" name="Graphic 1039">
              <a:extLst>
                <a:ext uri="{FF2B5EF4-FFF2-40B4-BE49-F238E27FC236}">
                  <a16:creationId xmlns:a16="http://schemas.microsoft.com/office/drawing/2014/main" id="{78090168-E106-8F49-A34E-F2FC9F818FDF}"/>
                </a:ext>
              </a:extLst>
            </p:cNvPr>
            <p:cNvSpPr/>
            <p:nvPr/>
          </p:nvSpPr>
          <p:spPr>
            <a:xfrm>
              <a:off x="2062032" y="1528487"/>
              <a:ext cx="143134" cy="38942"/>
            </a:xfrm>
            <a:custGeom>
              <a:avLst/>
              <a:gdLst>
                <a:gd name="connsiteX0" fmla="*/ 143135 w 143134"/>
                <a:gd name="connsiteY0" fmla="*/ 0 h 38942"/>
                <a:gd name="connsiteX1" fmla="*/ 56231 w 143134"/>
                <a:gd name="connsiteY1" fmla="*/ 0 h 38942"/>
                <a:gd name="connsiteX2" fmla="*/ 56231 w 143134"/>
                <a:gd name="connsiteY2" fmla="*/ 24259 h 38942"/>
                <a:gd name="connsiteX3" fmla="*/ 49841 w 143134"/>
                <a:gd name="connsiteY3" fmla="*/ 30643 h 38942"/>
                <a:gd name="connsiteX4" fmla="*/ 19809 w 143134"/>
                <a:gd name="connsiteY4" fmla="*/ 30643 h 38942"/>
                <a:gd name="connsiteX5" fmla="*/ 13419 w 143134"/>
                <a:gd name="connsiteY5" fmla="*/ 24259 h 38942"/>
                <a:gd name="connsiteX6" fmla="*/ 13419 w 143134"/>
                <a:gd name="connsiteY6" fmla="*/ 0 h 38942"/>
                <a:gd name="connsiteX7" fmla="*/ 0 w 143134"/>
                <a:gd name="connsiteY7" fmla="*/ 0 h 38942"/>
                <a:gd name="connsiteX8" fmla="*/ 0 w 143134"/>
                <a:gd name="connsiteY8" fmla="*/ 38942 h 38942"/>
                <a:gd name="connsiteX9" fmla="*/ 143135 w 143134"/>
                <a:gd name="connsiteY9" fmla="*/ 38942 h 38942"/>
                <a:gd name="connsiteX10" fmla="*/ 143135 w 143134"/>
                <a:gd name="connsiteY10" fmla="*/ 0 h 38942"/>
                <a:gd name="connsiteX11" fmla="*/ 137384 w 143134"/>
                <a:gd name="connsiteY11" fmla="*/ 28089 h 38942"/>
                <a:gd name="connsiteX12" fmla="*/ 130994 w 143134"/>
                <a:gd name="connsiteY12" fmla="*/ 34473 h 38942"/>
                <a:gd name="connsiteX13" fmla="*/ 83069 w 143134"/>
                <a:gd name="connsiteY13" fmla="*/ 34473 h 38942"/>
                <a:gd name="connsiteX14" fmla="*/ 76679 w 143134"/>
                <a:gd name="connsiteY14" fmla="*/ 28089 h 38942"/>
                <a:gd name="connsiteX15" fmla="*/ 76679 w 143134"/>
                <a:gd name="connsiteY15" fmla="*/ 10853 h 38942"/>
                <a:gd name="connsiteX16" fmla="*/ 83069 w 143134"/>
                <a:gd name="connsiteY16" fmla="*/ 4469 h 38942"/>
                <a:gd name="connsiteX17" fmla="*/ 130994 w 143134"/>
                <a:gd name="connsiteY17" fmla="*/ 4469 h 38942"/>
                <a:gd name="connsiteX18" fmla="*/ 137384 w 143134"/>
                <a:gd name="connsiteY18" fmla="*/ 10853 h 38942"/>
                <a:gd name="connsiteX19" fmla="*/ 137384 w 143134"/>
                <a:gd name="connsiteY19" fmla="*/ 28089 h 3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3134" h="38942">
                  <a:moveTo>
                    <a:pt x="143135" y="0"/>
                  </a:moveTo>
                  <a:lnTo>
                    <a:pt x="56231" y="0"/>
                  </a:lnTo>
                  <a:lnTo>
                    <a:pt x="56231" y="24259"/>
                  </a:lnTo>
                  <a:cubicBezTo>
                    <a:pt x="56231" y="28089"/>
                    <a:pt x="53675" y="30643"/>
                    <a:pt x="49841" y="30643"/>
                  </a:cubicBezTo>
                  <a:lnTo>
                    <a:pt x="19809" y="30643"/>
                  </a:lnTo>
                  <a:cubicBezTo>
                    <a:pt x="15975" y="30643"/>
                    <a:pt x="13419" y="28089"/>
                    <a:pt x="13419" y="24259"/>
                  </a:cubicBezTo>
                  <a:lnTo>
                    <a:pt x="13419" y="0"/>
                  </a:lnTo>
                  <a:lnTo>
                    <a:pt x="0" y="0"/>
                  </a:lnTo>
                  <a:lnTo>
                    <a:pt x="0" y="38942"/>
                  </a:lnTo>
                  <a:lnTo>
                    <a:pt x="143135" y="38942"/>
                  </a:lnTo>
                  <a:lnTo>
                    <a:pt x="143135" y="0"/>
                  </a:lnTo>
                  <a:close/>
                  <a:moveTo>
                    <a:pt x="137384" y="28089"/>
                  </a:moveTo>
                  <a:cubicBezTo>
                    <a:pt x="137384" y="31920"/>
                    <a:pt x="134828" y="34473"/>
                    <a:pt x="130994" y="34473"/>
                  </a:cubicBezTo>
                  <a:lnTo>
                    <a:pt x="83069" y="34473"/>
                  </a:lnTo>
                  <a:cubicBezTo>
                    <a:pt x="79235" y="34473"/>
                    <a:pt x="76679" y="31920"/>
                    <a:pt x="76679" y="28089"/>
                  </a:cubicBezTo>
                  <a:lnTo>
                    <a:pt x="76679" y="10853"/>
                  </a:lnTo>
                  <a:cubicBezTo>
                    <a:pt x="76679" y="7022"/>
                    <a:pt x="79235" y="4469"/>
                    <a:pt x="83069" y="4469"/>
                  </a:cubicBezTo>
                  <a:lnTo>
                    <a:pt x="130994" y="4469"/>
                  </a:lnTo>
                  <a:cubicBezTo>
                    <a:pt x="134828" y="4469"/>
                    <a:pt x="137384" y="7022"/>
                    <a:pt x="137384" y="10853"/>
                  </a:cubicBezTo>
                  <a:lnTo>
                    <a:pt x="137384" y="28089"/>
                  </a:lnTo>
                  <a:close/>
                </a:path>
              </a:pathLst>
            </a:custGeom>
            <a:solidFill>
              <a:srgbClr val="26890D"/>
            </a:solidFill>
            <a:ln w="6390" cap="flat">
              <a:noFill/>
              <a:prstDash val="solid"/>
              <a:miter/>
            </a:ln>
          </p:spPr>
          <p:txBody>
            <a:bodyPr rtlCol="0" anchor="ctr"/>
            <a:lstStyle/>
            <a:p>
              <a:endParaRPr lang="en-US"/>
            </a:p>
          </p:txBody>
        </p:sp>
        <p:sp>
          <p:nvSpPr>
            <p:cNvPr id="1376" name="Graphic 1039">
              <a:extLst>
                <a:ext uri="{FF2B5EF4-FFF2-40B4-BE49-F238E27FC236}">
                  <a16:creationId xmlns:a16="http://schemas.microsoft.com/office/drawing/2014/main" id="{B9D4B079-F9F7-C247-BE6F-DA924751D23A}"/>
                </a:ext>
              </a:extLst>
            </p:cNvPr>
            <p:cNvSpPr/>
            <p:nvPr/>
          </p:nvSpPr>
          <p:spPr>
            <a:xfrm>
              <a:off x="2151491" y="1545724"/>
              <a:ext cx="35144" cy="4468"/>
            </a:xfrm>
            <a:custGeom>
              <a:avLst/>
              <a:gdLst>
                <a:gd name="connsiteX0" fmla="*/ 0 w 35144"/>
                <a:gd name="connsiteY0" fmla="*/ 0 h 4468"/>
                <a:gd name="connsiteX1" fmla="*/ 35145 w 35144"/>
                <a:gd name="connsiteY1" fmla="*/ 0 h 4468"/>
                <a:gd name="connsiteX2" fmla="*/ 35145 w 35144"/>
                <a:gd name="connsiteY2" fmla="*/ 4469 h 4468"/>
                <a:gd name="connsiteX3" fmla="*/ 0 w 35144"/>
                <a:gd name="connsiteY3" fmla="*/ 4469 h 4468"/>
              </a:gdLst>
              <a:ahLst/>
              <a:cxnLst>
                <a:cxn ang="0">
                  <a:pos x="connsiteX0" y="connsiteY0"/>
                </a:cxn>
                <a:cxn ang="0">
                  <a:pos x="connsiteX1" y="connsiteY1"/>
                </a:cxn>
                <a:cxn ang="0">
                  <a:pos x="connsiteX2" y="connsiteY2"/>
                </a:cxn>
                <a:cxn ang="0">
                  <a:pos x="connsiteX3" y="connsiteY3"/>
                </a:cxn>
              </a:cxnLst>
              <a:rect l="l" t="t" r="r" b="b"/>
              <a:pathLst>
                <a:path w="35144" h="4468">
                  <a:moveTo>
                    <a:pt x="0" y="0"/>
                  </a:moveTo>
                  <a:lnTo>
                    <a:pt x="35145" y="0"/>
                  </a:lnTo>
                  <a:lnTo>
                    <a:pt x="35145" y="4469"/>
                  </a:lnTo>
                  <a:lnTo>
                    <a:pt x="0" y="4469"/>
                  </a:lnTo>
                  <a:close/>
                </a:path>
              </a:pathLst>
            </a:custGeom>
            <a:solidFill>
              <a:srgbClr val="26890D"/>
            </a:solidFill>
            <a:ln w="6390" cap="flat">
              <a:noFill/>
              <a:prstDash val="solid"/>
              <a:miter/>
            </a:ln>
          </p:spPr>
          <p:txBody>
            <a:bodyPr rtlCol="0" anchor="ctr"/>
            <a:lstStyle/>
            <a:p>
              <a:endParaRPr lang="en-US"/>
            </a:p>
          </p:txBody>
        </p:sp>
        <p:sp>
          <p:nvSpPr>
            <p:cNvPr id="1377" name="Graphic 1039">
              <a:extLst>
                <a:ext uri="{FF2B5EF4-FFF2-40B4-BE49-F238E27FC236}">
                  <a16:creationId xmlns:a16="http://schemas.microsoft.com/office/drawing/2014/main" id="{369A29E7-5453-6A46-9CEF-3D866E3E02CC}"/>
                </a:ext>
              </a:extLst>
            </p:cNvPr>
            <p:cNvSpPr/>
            <p:nvPr/>
          </p:nvSpPr>
          <p:spPr>
            <a:xfrm>
              <a:off x="2152769" y="1489545"/>
              <a:ext cx="47924" cy="8299"/>
            </a:xfrm>
            <a:custGeom>
              <a:avLst/>
              <a:gdLst>
                <a:gd name="connsiteX0" fmla="*/ 0 w 47924"/>
                <a:gd name="connsiteY0" fmla="*/ 0 h 8299"/>
                <a:gd name="connsiteX1" fmla="*/ 47924 w 47924"/>
                <a:gd name="connsiteY1" fmla="*/ 0 h 8299"/>
                <a:gd name="connsiteX2" fmla="*/ 47924 w 47924"/>
                <a:gd name="connsiteY2" fmla="*/ 8299 h 8299"/>
                <a:gd name="connsiteX3" fmla="*/ 0 w 47924"/>
                <a:gd name="connsiteY3" fmla="*/ 8299 h 8299"/>
              </a:gdLst>
              <a:ahLst/>
              <a:cxnLst>
                <a:cxn ang="0">
                  <a:pos x="connsiteX0" y="connsiteY0"/>
                </a:cxn>
                <a:cxn ang="0">
                  <a:pos x="connsiteX1" y="connsiteY1"/>
                </a:cxn>
                <a:cxn ang="0">
                  <a:pos x="connsiteX2" y="connsiteY2"/>
                </a:cxn>
                <a:cxn ang="0">
                  <a:pos x="connsiteX3" y="connsiteY3"/>
                </a:cxn>
              </a:cxnLst>
              <a:rect l="l" t="t" r="r" b="b"/>
              <a:pathLst>
                <a:path w="47924" h="8299">
                  <a:moveTo>
                    <a:pt x="0" y="0"/>
                  </a:moveTo>
                  <a:lnTo>
                    <a:pt x="47924" y="0"/>
                  </a:lnTo>
                  <a:lnTo>
                    <a:pt x="47924" y="8299"/>
                  </a:lnTo>
                  <a:lnTo>
                    <a:pt x="0" y="8299"/>
                  </a:lnTo>
                  <a:close/>
                </a:path>
              </a:pathLst>
            </a:custGeom>
            <a:solidFill>
              <a:srgbClr val="26890D"/>
            </a:solidFill>
            <a:ln w="6390" cap="flat">
              <a:noFill/>
              <a:prstDash val="solid"/>
              <a:miter/>
            </a:ln>
          </p:spPr>
          <p:txBody>
            <a:bodyPr rtlCol="0" anchor="ctr"/>
            <a:lstStyle/>
            <a:p>
              <a:endParaRPr lang="en-US"/>
            </a:p>
          </p:txBody>
        </p:sp>
        <p:sp>
          <p:nvSpPr>
            <p:cNvPr id="1378" name="Graphic 1039">
              <a:extLst>
                <a:ext uri="{FF2B5EF4-FFF2-40B4-BE49-F238E27FC236}">
                  <a16:creationId xmlns:a16="http://schemas.microsoft.com/office/drawing/2014/main" id="{6C05A8CC-D39B-9F43-9304-37C1B5E3AB75}"/>
                </a:ext>
              </a:extLst>
            </p:cNvPr>
            <p:cNvSpPr/>
            <p:nvPr/>
          </p:nvSpPr>
          <p:spPr>
            <a:xfrm>
              <a:off x="2033916" y="1580198"/>
              <a:ext cx="199366" cy="45326"/>
            </a:xfrm>
            <a:custGeom>
              <a:avLst/>
              <a:gdLst>
                <a:gd name="connsiteX0" fmla="*/ 199366 w 199366"/>
                <a:gd name="connsiteY0" fmla="*/ 45326 h 45326"/>
                <a:gd name="connsiteX1" fmla="*/ 173806 w 199366"/>
                <a:gd name="connsiteY1" fmla="*/ 0 h 45326"/>
                <a:gd name="connsiteX2" fmla="*/ 25560 w 199366"/>
                <a:gd name="connsiteY2" fmla="*/ 0 h 45326"/>
                <a:gd name="connsiteX3" fmla="*/ 0 w 199366"/>
                <a:gd name="connsiteY3" fmla="*/ 45326 h 45326"/>
                <a:gd name="connsiteX4" fmla="*/ 199366 w 199366"/>
                <a:gd name="connsiteY4" fmla="*/ 45326 h 45326"/>
                <a:gd name="connsiteX5" fmla="*/ 49203 w 199366"/>
                <a:gd name="connsiteY5" fmla="*/ 37666 h 45326"/>
                <a:gd name="connsiteX6" fmla="*/ 35784 w 199366"/>
                <a:gd name="connsiteY6" fmla="*/ 37666 h 45326"/>
                <a:gd name="connsiteX7" fmla="*/ 29394 w 199366"/>
                <a:gd name="connsiteY7" fmla="*/ 31282 h 45326"/>
                <a:gd name="connsiteX8" fmla="*/ 35784 w 199366"/>
                <a:gd name="connsiteY8" fmla="*/ 24898 h 45326"/>
                <a:gd name="connsiteX9" fmla="*/ 49203 w 199366"/>
                <a:gd name="connsiteY9" fmla="*/ 24898 h 45326"/>
                <a:gd name="connsiteX10" fmla="*/ 55593 w 199366"/>
                <a:gd name="connsiteY10" fmla="*/ 31282 h 45326"/>
                <a:gd name="connsiteX11" fmla="*/ 49203 w 199366"/>
                <a:gd name="connsiteY11" fmla="*/ 37666 h 45326"/>
                <a:gd name="connsiteX12" fmla="*/ 146330 w 199366"/>
                <a:gd name="connsiteY12" fmla="*/ 7661 h 45326"/>
                <a:gd name="connsiteX13" fmla="*/ 159748 w 199366"/>
                <a:gd name="connsiteY13" fmla="*/ 7661 h 45326"/>
                <a:gd name="connsiteX14" fmla="*/ 166138 w 199366"/>
                <a:gd name="connsiteY14" fmla="*/ 14045 h 45326"/>
                <a:gd name="connsiteX15" fmla="*/ 159748 w 199366"/>
                <a:gd name="connsiteY15" fmla="*/ 20429 h 45326"/>
                <a:gd name="connsiteX16" fmla="*/ 146330 w 199366"/>
                <a:gd name="connsiteY16" fmla="*/ 20429 h 45326"/>
                <a:gd name="connsiteX17" fmla="*/ 139940 w 199366"/>
                <a:gd name="connsiteY17" fmla="*/ 14045 h 45326"/>
                <a:gd name="connsiteX18" fmla="*/ 146330 w 199366"/>
                <a:gd name="connsiteY18" fmla="*/ 7661 h 45326"/>
                <a:gd name="connsiteX19" fmla="*/ 146330 w 199366"/>
                <a:gd name="connsiteY19" fmla="*/ 24898 h 45326"/>
                <a:gd name="connsiteX20" fmla="*/ 159748 w 199366"/>
                <a:gd name="connsiteY20" fmla="*/ 24898 h 45326"/>
                <a:gd name="connsiteX21" fmla="*/ 166138 w 199366"/>
                <a:gd name="connsiteY21" fmla="*/ 31282 h 45326"/>
                <a:gd name="connsiteX22" fmla="*/ 159748 w 199366"/>
                <a:gd name="connsiteY22" fmla="*/ 37666 h 45326"/>
                <a:gd name="connsiteX23" fmla="*/ 146330 w 199366"/>
                <a:gd name="connsiteY23" fmla="*/ 37666 h 45326"/>
                <a:gd name="connsiteX24" fmla="*/ 139940 w 199366"/>
                <a:gd name="connsiteY24" fmla="*/ 31282 h 45326"/>
                <a:gd name="connsiteX25" fmla="*/ 146330 w 199366"/>
                <a:gd name="connsiteY25" fmla="*/ 24898 h 45326"/>
                <a:gd name="connsiteX26" fmla="*/ 109907 w 199366"/>
                <a:gd name="connsiteY26" fmla="*/ 7661 h 45326"/>
                <a:gd name="connsiteX27" fmla="*/ 123326 w 199366"/>
                <a:gd name="connsiteY27" fmla="*/ 7661 h 45326"/>
                <a:gd name="connsiteX28" fmla="*/ 129716 w 199366"/>
                <a:gd name="connsiteY28" fmla="*/ 14045 h 45326"/>
                <a:gd name="connsiteX29" fmla="*/ 123326 w 199366"/>
                <a:gd name="connsiteY29" fmla="*/ 20429 h 45326"/>
                <a:gd name="connsiteX30" fmla="*/ 109907 w 199366"/>
                <a:gd name="connsiteY30" fmla="*/ 20429 h 45326"/>
                <a:gd name="connsiteX31" fmla="*/ 103517 w 199366"/>
                <a:gd name="connsiteY31" fmla="*/ 14045 h 45326"/>
                <a:gd name="connsiteX32" fmla="*/ 109907 w 199366"/>
                <a:gd name="connsiteY32" fmla="*/ 7661 h 45326"/>
                <a:gd name="connsiteX33" fmla="*/ 109907 w 199366"/>
                <a:gd name="connsiteY33" fmla="*/ 24898 h 45326"/>
                <a:gd name="connsiteX34" fmla="*/ 123326 w 199366"/>
                <a:gd name="connsiteY34" fmla="*/ 24898 h 45326"/>
                <a:gd name="connsiteX35" fmla="*/ 129716 w 199366"/>
                <a:gd name="connsiteY35" fmla="*/ 31282 h 45326"/>
                <a:gd name="connsiteX36" fmla="*/ 123326 w 199366"/>
                <a:gd name="connsiteY36" fmla="*/ 37666 h 45326"/>
                <a:gd name="connsiteX37" fmla="*/ 109907 w 199366"/>
                <a:gd name="connsiteY37" fmla="*/ 37666 h 45326"/>
                <a:gd name="connsiteX38" fmla="*/ 103517 w 199366"/>
                <a:gd name="connsiteY38" fmla="*/ 31282 h 45326"/>
                <a:gd name="connsiteX39" fmla="*/ 109907 w 199366"/>
                <a:gd name="connsiteY39" fmla="*/ 24898 h 45326"/>
                <a:gd name="connsiteX40" fmla="*/ 72845 w 199366"/>
                <a:gd name="connsiteY40" fmla="*/ 7661 h 45326"/>
                <a:gd name="connsiteX41" fmla="*/ 86264 w 199366"/>
                <a:gd name="connsiteY41" fmla="*/ 7661 h 45326"/>
                <a:gd name="connsiteX42" fmla="*/ 92654 w 199366"/>
                <a:gd name="connsiteY42" fmla="*/ 14045 h 45326"/>
                <a:gd name="connsiteX43" fmla="*/ 86264 w 199366"/>
                <a:gd name="connsiteY43" fmla="*/ 20429 h 45326"/>
                <a:gd name="connsiteX44" fmla="*/ 72845 w 199366"/>
                <a:gd name="connsiteY44" fmla="*/ 20429 h 45326"/>
                <a:gd name="connsiteX45" fmla="*/ 66456 w 199366"/>
                <a:gd name="connsiteY45" fmla="*/ 14045 h 45326"/>
                <a:gd name="connsiteX46" fmla="*/ 72845 w 199366"/>
                <a:gd name="connsiteY46" fmla="*/ 7661 h 45326"/>
                <a:gd name="connsiteX47" fmla="*/ 72845 w 199366"/>
                <a:gd name="connsiteY47" fmla="*/ 24898 h 45326"/>
                <a:gd name="connsiteX48" fmla="*/ 86264 w 199366"/>
                <a:gd name="connsiteY48" fmla="*/ 24898 h 45326"/>
                <a:gd name="connsiteX49" fmla="*/ 92654 w 199366"/>
                <a:gd name="connsiteY49" fmla="*/ 31282 h 45326"/>
                <a:gd name="connsiteX50" fmla="*/ 86264 w 199366"/>
                <a:gd name="connsiteY50" fmla="*/ 37666 h 45326"/>
                <a:gd name="connsiteX51" fmla="*/ 72845 w 199366"/>
                <a:gd name="connsiteY51" fmla="*/ 37666 h 45326"/>
                <a:gd name="connsiteX52" fmla="*/ 66456 w 199366"/>
                <a:gd name="connsiteY52" fmla="*/ 31282 h 45326"/>
                <a:gd name="connsiteX53" fmla="*/ 72845 w 199366"/>
                <a:gd name="connsiteY53" fmla="*/ 24898 h 45326"/>
                <a:gd name="connsiteX54" fmla="*/ 35784 w 199366"/>
                <a:gd name="connsiteY54" fmla="*/ 7661 h 45326"/>
                <a:gd name="connsiteX55" fmla="*/ 49203 w 199366"/>
                <a:gd name="connsiteY55" fmla="*/ 7661 h 45326"/>
                <a:gd name="connsiteX56" fmla="*/ 55593 w 199366"/>
                <a:gd name="connsiteY56" fmla="*/ 14045 h 45326"/>
                <a:gd name="connsiteX57" fmla="*/ 49203 w 199366"/>
                <a:gd name="connsiteY57" fmla="*/ 20429 h 45326"/>
                <a:gd name="connsiteX58" fmla="*/ 35784 w 199366"/>
                <a:gd name="connsiteY58" fmla="*/ 20429 h 45326"/>
                <a:gd name="connsiteX59" fmla="*/ 29394 w 199366"/>
                <a:gd name="connsiteY59" fmla="*/ 14045 h 45326"/>
                <a:gd name="connsiteX60" fmla="*/ 35784 w 199366"/>
                <a:gd name="connsiteY60" fmla="*/ 7661 h 45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9366" h="45326">
                  <a:moveTo>
                    <a:pt x="199366" y="45326"/>
                  </a:moveTo>
                  <a:lnTo>
                    <a:pt x="173806" y="0"/>
                  </a:lnTo>
                  <a:lnTo>
                    <a:pt x="25560" y="0"/>
                  </a:lnTo>
                  <a:lnTo>
                    <a:pt x="0" y="45326"/>
                  </a:lnTo>
                  <a:lnTo>
                    <a:pt x="199366" y="45326"/>
                  </a:lnTo>
                  <a:close/>
                  <a:moveTo>
                    <a:pt x="49203" y="37666"/>
                  </a:moveTo>
                  <a:lnTo>
                    <a:pt x="35784" y="37666"/>
                  </a:lnTo>
                  <a:cubicBezTo>
                    <a:pt x="31950" y="37666"/>
                    <a:pt x="29394" y="35112"/>
                    <a:pt x="29394" y="31282"/>
                  </a:cubicBezTo>
                  <a:cubicBezTo>
                    <a:pt x="29394" y="27451"/>
                    <a:pt x="31950" y="24898"/>
                    <a:pt x="35784" y="24898"/>
                  </a:cubicBezTo>
                  <a:lnTo>
                    <a:pt x="49203" y="24898"/>
                  </a:lnTo>
                  <a:cubicBezTo>
                    <a:pt x="53037" y="24898"/>
                    <a:pt x="55593" y="27451"/>
                    <a:pt x="55593" y="31282"/>
                  </a:cubicBezTo>
                  <a:cubicBezTo>
                    <a:pt x="55593" y="35112"/>
                    <a:pt x="53037" y="37666"/>
                    <a:pt x="49203" y="37666"/>
                  </a:cubicBezTo>
                  <a:close/>
                  <a:moveTo>
                    <a:pt x="146330" y="7661"/>
                  </a:moveTo>
                  <a:lnTo>
                    <a:pt x="159748" y="7661"/>
                  </a:lnTo>
                  <a:cubicBezTo>
                    <a:pt x="163582" y="7661"/>
                    <a:pt x="166138" y="10214"/>
                    <a:pt x="166138" y="14045"/>
                  </a:cubicBezTo>
                  <a:cubicBezTo>
                    <a:pt x="166138" y="17875"/>
                    <a:pt x="163582" y="20429"/>
                    <a:pt x="159748" y="20429"/>
                  </a:cubicBezTo>
                  <a:lnTo>
                    <a:pt x="146330" y="20429"/>
                  </a:lnTo>
                  <a:cubicBezTo>
                    <a:pt x="142496" y="20429"/>
                    <a:pt x="139940" y="17875"/>
                    <a:pt x="139940" y="14045"/>
                  </a:cubicBezTo>
                  <a:cubicBezTo>
                    <a:pt x="139940" y="10214"/>
                    <a:pt x="143135" y="7661"/>
                    <a:pt x="146330" y="7661"/>
                  </a:cubicBezTo>
                  <a:close/>
                  <a:moveTo>
                    <a:pt x="146330" y="24898"/>
                  </a:moveTo>
                  <a:lnTo>
                    <a:pt x="159748" y="24898"/>
                  </a:lnTo>
                  <a:cubicBezTo>
                    <a:pt x="163582" y="24898"/>
                    <a:pt x="166138" y="27451"/>
                    <a:pt x="166138" y="31282"/>
                  </a:cubicBezTo>
                  <a:cubicBezTo>
                    <a:pt x="166138" y="35112"/>
                    <a:pt x="163582" y="37666"/>
                    <a:pt x="159748" y="37666"/>
                  </a:cubicBezTo>
                  <a:lnTo>
                    <a:pt x="146330" y="37666"/>
                  </a:lnTo>
                  <a:cubicBezTo>
                    <a:pt x="142496" y="37666"/>
                    <a:pt x="139940" y="35112"/>
                    <a:pt x="139940" y="31282"/>
                  </a:cubicBezTo>
                  <a:cubicBezTo>
                    <a:pt x="139940" y="27451"/>
                    <a:pt x="143135" y="24898"/>
                    <a:pt x="146330" y="24898"/>
                  </a:cubicBezTo>
                  <a:close/>
                  <a:moveTo>
                    <a:pt x="109907" y="7661"/>
                  </a:moveTo>
                  <a:lnTo>
                    <a:pt x="123326" y="7661"/>
                  </a:lnTo>
                  <a:cubicBezTo>
                    <a:pt x="127160" y="7661"/>
                    <a:pt x="129716" y="10214"/>
                    <a:pt x="129716" y="14045"/>
                  </a:cubicBezTo>
                  <a:cubicBezTo>
                    <a:pt x="129716" y="17875"/>
                    <a:pt x="127160" y="20429"/>
                    <a:pt x="123326" y="20429"/>
                  </a:cubicBezTo>
                  <a:lnTo>
                    <a:pt x="109907" y="20429"/>
                  </a:lnTo>
                  <a:cubicBezTo>
                    <a:pt x="106073" y="20429"/>
                    <a:pt x="103517" y="17875"/>
                    <a:pt x="103517" y="14045"/>
                  </a:cubicBezTo>
                  <a:cubicBezTo>
                    <a:pt x="103517" y="10214"/>
                    <a:pt x="106073" y="7661"/>
                    <a:pt x="109907" y="7661"/>
                  </a:cubicBezTo>
                  <a:close/>
                  <a:moveTo>
                    <a:pt x="109907" y="24898"/>
                  </a:moveTo>
                  <a:lnTo>
                    <a:pt x="123326" y="24898"/>
                  </a:lnTo>
                  <a:cubicBezTo>
                    <a:pt x="127160" y="24898"/>
                    <a:pt x="129716" y="27451"/>
                    <a:pt x="129716" y="31282"/>
                  </a:cubicBezTo>
                  <a:cubicBezTo>
                    <a:pt x="129716" y="35112"/>
                    <a:pt x="127160" y="37666"/>
                    <a:pt x="123326" y="37666"/>
                  </a:cubicBezTo>
                  <a:lnTo>
                    <a:pt x="109907" y="37666"/>
                  </a:lnTo>
                  <a:cubicBezTo>
                    <a:pt x="106073" y="37666"/>
                    <a:pt x="103517" y="35112"/>
                    <a:pt x="103517" y="31282"/>
                  </a:cubicBezTo>
                  <a:cubicBezTo>
                    <a:pt x="103517" y="27451"/>
                    <a:pt x="106073" y="24898"/>
                    <a:pt x="109907" y="24898"/>
                  </a:cubicBezTo>
                  <a:close/>
                  <a:moveTo>
                    <a:pt x="72845" y="7661"/>
                  </a:moveTo>
                  <a:lnTo>
                    <a:pt x="86264" y="7661"/>
                  </a:lnTo>
                  <a:cubicBezTo>
                    <a:pt x="90098" y="7661"/>
                    <a:pt x="92654" y="10214"/>
                    <a:pt x="92654" y="14045"/>
                  </a:cubicBezTo>
                  <a:cubicBezTo>
                    <a:pt x="92654" y="17875"/>
                    <a:pt x="90098" y="20429"/>
                    <a:pt x="86264" y="20429"/>
                  </a:cubicBezTo>
                  <a:lnTo>
                    <a:pt x="72845" y="20429"/>
                  </a:lnTo>
                  <a:cubicBezTo>
                    <a:pt x="69011" y="20429"/>
                    <a:pt x="66456" y="17875"/>
                    <a:pt x="66456" y="14045"/>
                  </a:cubicBezTo>
                  <a:cubicBezTo>
                    <a:pt x="66456" y="10214"/>
                    <a:pt x="69011" y="7661"/>
                    <a:pt x="72845" y="7661"/>
                  </a:cubicBezTo>
                  <a:close/>
                  <a:moveTo>
                    <a:pt x="72845" y="24898"/>
                  </a:moveTo>
                  <a:lnTo>
                    <a:pt x="86264" y="24898"/>
                  </a:lnTo>
                  <a:cubicBezTo>
                    <a:pt x="90098" y="24898"/>
                    <a:pt x="92654" y="27451"/>
                    <a:pt x="92654" y="31282"/>
                  </a:cubicBezTo>
                  <a:cubicBezTo>
                    <a:pt x="92654" y="35112"/>
                    <a:pt x="90098" y="37666"/>
                    <a:pt x="86264" y="37666"/>
                  </a:cubicBezTo>
                  <a:lnTo>
                    <a:pt x="72845" y="37666"/>
                  </a:lnTo>
                  <a:cubicBezTo>
                    <a:pt x="69011" y="37666"/>
                    <a:pt x="66456" y="35112"/>
                    <a:pt x="66456" y="31282"/>
                  </a:cubicBezTo>
                  <a:cubicBezTo>
                    <a:pt x="66456" y="27451"/>
                    <a:pt x="69011" y="24898"/>
                    <a:pt x="72845" y="24898"/>
                  </a:cubicBezTo>
                  <a:close/>
                  <a:moveTo>
                    <a:pt x="35784" y="7661"/>
                  </a:moveTo>
                  <a:lnTo>
                    <a:pt x="49203" y="7661"/>
                  </a:lnTo>
                  <a:cubicBezTo>
                    <a:pt x="53037" y="7661"/>
                    <a:pt x="55593" y="10214"/>
                    <a:pt x="55593" y="14045"/>
                  </a:cubicBezTo>
                  <a:cubicBezTo>
                    <a:pt x="55593" y="17875"/>
                    <a:pt x="53037" y="20429"/>
                    <a:pt x="49203" y="20429"/>
                  </a:cubicBezTo>
                  <a:lnTo>
                    <a:pt x="35784" y="20429"/>
                  </a:lnTo>
                  <a:cubicBezTo>
                    <a:pt x="31950" y="20429"/>
                    <a:pt x="29394" y="17875"/>
                    <a:pt x="29394" y="14045"/>
                  </a:cubicBezTo>
                  <a:cubicBezTo>
                    <a:pt x="29394" y="10214"/>
                    <a:pt x="32589" y="7661"/>
                    <a:pt x="35784" y="7661"/>
                  </a:cubicBezTo>
                  <a:close/>
                </a:path>
              </a:pathLst>
            </a:custGeom>
            <a:solidFill>
              <a:srgbClr val="26890D"/>
            </a:solidFill>
            <a:ln w="6390" cap="flat">
              <a:noFill/>
              <a:prstDash val="solid"/>
              <a:miter/>
            </a:ln>
          </p:spPr>
          <p:txBody>
            <a:bodyPr rtlCol="0" anchor="ctr"/>
            <a:lstStyle/>
            <a:p>
              <a:endParaRPr lang="en-US"/>
            </a:p>
          </p:txBody>
        </p:sp>
        <p:sp>
          <p:nvSpPr>
            <p:cNvPr id="1379" name="Graphic 1039">
              <a:extLst>
                <a:ext uri="{FF2B5EF4-FFF2-40B4-BE49-F238E27FC236}">
                  <a16:creationId xmlns:a16="http://schemas.microsoft.com/office/drawing/2014/main" id="{AE2A02BC-826E-7D4D-8758-494CB7070920}"/>
                </a:ext>
              </a:extLst>
            </p:cNvPr>
            <p:cNvSpPr/>
            <p:nvPr/>
          </p:nvSpPr>
          <p:spPr>
            <a:xfrm>
              <a:off x="2029444" y="1638292"/>
              <a:ext cx="208311" cy="26174"/>
            </a:xfrm>
            <a:custGeom>
              <a:avLst/>
              <a:gdLst>
                <a:gd name="connsiteX0" fmla="*/ 0 w 208311"/>
                <a:gd name="connsiteY0" fmla="*/ 26174 h 26174"/>
                <a:gd name="connsiteX1" fmla="*/ 208312 w 208311"/>
                <a:gd name="connsiteY1" fmla="*/ 26174 h 26174"/>
                <a:gd name="connsiteX2" fmla="*/ 208312 w 208311"/>
                <a:gd name="connsiteY2" fmla="*/ 0 h 26174"/>
                <a:gd name="connsiteX3" fmla="*/ 0 w 208311"/>
                <a:gd name="connsiteY3" fmla="*/ 0 h 26174"/>
                <a:gd name="connsiteX4" fmla="*/ 0 w 208311"/>
                <a:gd name="connsiteY4" fmla="*/ 26174 h 26174"/>
                <a:gd name="connsiteX5" fmla="*/ 72206 w 208311"/>
                <a:gd name="connsiteY5" fmla="*/ 6384 h 26174"/>
                <a:gd name="connsiteX6" fmla="*/ 132272 w 208311"/>
                <a:gd name="connsiteY6" fmla="*/ 6384 h 26174"/>
                <a:gd name="connsiteX7" fmla="*/ 138662 w 208311"/>
                <a:gd name="connsiteY7" fmla="*/ 12768 h 26174"/>
                <a:gd name="connsiteX8" fmla="*/ 132272 w 208311"/>
                <a:gd name="connsiteY8" fmla="*/ 19152 h 26174"/>
                <a:gd name="connsiteX9" fmla="*/ 72206 w 208311"/>
                <a:gd name="connsiteY9" fmla="*/ 19152 h 26174"/>
                <a:gd name="connsiteX10" fmla="*/ 65816 w 208311"/>
                <a:gd name="connsiteY10" fmla="*/ 12768 h 26174"/>
                <a:gd name="connsiteX11" fmla="*/ 72206 w 208311"/>
                <a:gd name="connsiteY11" fmla="*/ 6384 h 2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8311" h="26174">
                  <a:moveTo>
                    <a:pt x="0" y="26174"/>
                  </a:moveTo>
                  <a:lnTo>
                    <a:pt x="208312" y="26174"/>
                  </a:lnTo>
                  <a:lnTo>
                    <a:pt x="208312" y="0"/>
                  </a:lnTo>
                  <a:lnTo>
                    <a:pt x="0" y="0"/>
                  </a:lnTo>
                  <a:lnTo>
                    <a:pt x="0" y="26174"/>
                  </a:lnTo>
                  <a:close/>
                  <a:moveTo>
                    <a:pt x="72206" y="6384"/>
                  </a:moveTo>
                  <a:lnTo>
                    <a:pt x="132272" y="6384"/>
                  </a:lnTo>
                  <a:cubicBezTo>
                    <a:pt x="136106" y="6384"/>
                    <a:pt x="138662" y="8938"/>
                    <a:pt x="138662" y="12768"/>
                  </a:cubicBezTo>
                  <a:cubicBezTo>
                    <a:pt x="138662" y="16598"/>
                    <a:pt x="136106" y="19152"/>
                    <a:pt x="132272" y="19152"/>
                  </a:cubicBezTo>
                  <a:lnTo>
                    <a:pt x="72206" y="19152"/>
                  </a:lnTo>
                  <a:cubicBezTo>
                    <a:pt x="68372" y="19152"/>
                    <a:pt x="65816" y="16598"/>
                    <a:pt x="65816" y="12768"/>
                  </a:cubicBezTo>
                  <a:cubicBezTo>
                    <a:pt x="65816" y="8938"/>
                    <a:pt x="69011" y="6384"/>
                    <a:pt x="72206" y="6384"/>
                  </a:cubicBezTo>
                  <a:close/>
                </a:path>
              </a:pathLst>
            </a:custGeom>
            <a:solidFill>
              <a:srgbClr val="26890D"/>
            </a:solidFill>
            <a:ln w="6390" cap="flat">
              <a:noFill/>
              <a:prstDash val="solid"/>
              <a:miter/>
            </a:ln>
          </p:spPr>
          <p:txBody>
            <a:bodyPr rtlCol="0" anchor="ctr"/>
            <a:lstStyle/>
            <a:p>
              <a:endParaRPr lang="en-US"/>
            </a:p>
          </p:txBody>
        </p:sp>
        <p:sp>
          <p:nvSpPr>
            <p:cNvPr id="1380" name="Graphic 1039">
              <a:extLst>
                <a:ext uri="{FF2B5EF4-FFF2-40B4-BE49-F238E27FC236}">
                  <a16:creationId xmlns:a16="http://schemas.microsoft.com/office/drawing/2014/main" id="{D91C0631-2FD1-C74C-861C-BB7C51E8C3DF}"/>
                </a:ext>
              </a:extLst>
            </p:cNvPr>
            <p:cNvSpPr/>
            <p:nvPr/>
          </p:nvSpPr>
          <p:spPr>
            <a:xfrm>
              <a:off x="1952764"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97771 w 361670"/>
                <a:gd name="connsiteY5" fmla="*/ 268766 h 361333"/>
                <a:gd name="connsiteX6" fmla="*/ 291381 w 361670"/>
                <a:gd name="connsiteY6" fmla="*/ 275150 h 361333"/>
                <a:gd name="connsiteX7" fmla="*/ 70289 w 361670"/>
                <a:gd name="connsiteY7" fmla="*/ 275150 h 361333"/>
                <a:gd name="connsiteX8" fmla="*/ 63899 w 361670"/>
                <a:gd name="connsiteY8" fmla="*/ 268766 h 361333"/>
                <a:gd name="connsiteX9" fmla="*/ 63899 w 361670"/>
                <a:gd name="connsiteY9" fmla="*/ 229823 h 361333"/>
                <a:gd name="connsiteX10" fmla="*/ 63899 w 361670"/>
                <a:gd name="connsiteY10" fmla="*/ 229185 h 361333"/>
                <a:gd name="connsiteX11" fmla="*/ 63899 w 361670"/>
                <a:gd name="connsiteY11" fmla="*/ 227908 h 361333"/>
                <a:gd name="connsiteX12" fmla="*/ 64538 w 361670"/>
                <a:gd name="connsiteY12" fmla="*/ 226631 h 361333"/>
                <a:gd name="connsiteX13" fmla="*/ 64538 w 361670"/>
                <a:gd name="connsiteY13" fmla="*/ 226631 h 361333"/>
                <a:gd name="connsiteX14" fmla="*/ 95849 w 361670"/>
                <a:gd name="connsiteY14" fmla="*/ 169814 h 361333"/>
                <a:gd name="connsiteX15" fmla="*/ 95849 w 361670"/>
                <a:gd name="connsiteY15" fmla="*/ 120019 h 361333"/>
                <a:gd name="connsiteX16" fmla="*/ 102239 w 361670"/>
                <a:gd name="connsiteY16" fmla="*/ 113635 h 361333"/>
                <a:gd name="connsiteX17" fmla="*/ 122048 w 361670"/>
                <a:gd name="connsiteY17" fmla="*/ 113635 h 361333"/>
                <a:gd name="connsiteX18" fmla="*/ 122048 w 361670"/>
                <a:gd name="connsiteY18" fmla="*/ 103420 h 361333"/>
                <a:gd name="connsiteX19" fmla="*/ 125882 w 361670"/>
                <a:gd name="connsiteY19" fmla="*/ 97675 h 361333"/>
                <a:gd name="connsiteX20" fmla="*/ 132272 w 361670"/>
                <a:gd name="connsiteY20" fmla="*/ 98313 h 361333"/>
                <a:gd name="connsiteX21" fmla="*/ 134828 w 361670"/>
                <a:gd name="connsiteY21" fmla="*/ 100229 h 361333"/>
                <a:gd name="connsiteX22" fmla="*/ 139940 w 361670"/>
                <a:gd name="connsiteY22" fmla="*/ 96398 h 361333"/>
                <a:gd name="connsiteX23" fmla="*/ 147608 w 361670"/>
                <a:gd name="connsiteY23" fmla="*/ 96398 h 361333"/>
                <a:gd name="connsiteX24" fmla="*/ 152719 w 361670"/>
                <a:gd name="connsiteY24" fmla="*/ 100229 h 361333"/>
                <a:gd name="connsiteX25" fmla="*/ 155275 w 361670"/>
                <a:gd name="connsiteY25" fmla="*/ 98313 h 361333"/>
                <a:gd name="connsiteX26" fmla="*/ 161665 w 361670"/>
                <a:gd name="connsiteY26" fmla="*/ 97675 h 361333"/>
                <a:gd name="connsiteX27" fmla="*/ 165499 w 361670"/>
                <a:gd name="connsiteY27" fmla="*/ 103420 h 361333"/>
                <a:gd name="connsiteX28" fmla="*/ 165499 w 361670"/>
                <a:gd name="connsiteY28" fmla="*/ 113635 h 361333"/>
                <a:gd name="connsiteX29" fmla="*/ 216619 w 361670"/>
                <a:gd name="connsiteY29" fmla="*/ 113635 h 361333"/>
                <a:gd name="connsiteX30" fmla="*/ 216619 w 361670"/>
                <a:gd name="connsiteY30" fmla="*/ 108528 h 361333"/>
                <a:gd name="connsiteX31" fmla="*/ 193615 w 361670"/>
                <a:gd name="connsiteY31" fmla="*/ 108528 h 361333"/>
                <a:gd name="connsiteX32" fmla="*/ 187225 w 361670"/>
                <a:gd name="connsiteY32" fmla="*/ 102144 h 361333"/>
                <a:gd name="connsiteX33" fmla="*/ 187225 w 361670"/>
                <a:gd name="connsiteY33" fmla="*/ 81077 h 361333"/>
                <a:gd name="connsiteX34" fmla="*/ 193615 w 361670"/>
                <a:gd name="connsiteY34" fmla="*/ 74693 h 361333"/>
                <a:gd name="connsiteX35" fmla="*/ 254319 w 361670"/>
                <a:gd name="connsiteY35" fmla="*/ 74693 h 361333"/>
                <a:gd name="connsiteX36" fmla="*/ 260709 w 361670"/>
                <a:gd name="connsiteY36" fmla="*/ 81077 h 361333"/>
                <a:gd name="connsiteX37" fmla="*/ 260709 w 361670"/>
                <a:gd name="connsiteY37" fmla="*/ 102144 h 361333"/>
                <a:gd name="connsiteX38" fmla="*/ 254319 w 361670"/>
                <a:gd name="connsiteY38" fmla="*/ 108528 h 361333"/>
                <a:gd name="connsiteX39" fmla="*/ 229399 w 361670"/>
                <a:gd name="connsiteY39" fmla="*/ 108528 h 361333"/>
                <a:gd name="connsiteX40" fmla="*/ 229399 w 361670"/>
                <a:gd name="connsiteY40" fmla="*/ 113635 h 361333"/>
                <a:gd name="connsiteX41" fmla="*/ 258792 w 361670"/>
                <a:gd name="connsiteY41" fmla="*/ 113635 h 361333"/>
                <a:gd name="connsiteX42" fmla="*/ 265182 w 361670"/>
                <a:gd name="connsiteY42" fmla="*/ 120019 h 361333"/>
                <a:gd name="connsiteX43" fmla="*/ 265182 w 361670"/>
                <a:gd name="connsiteY43" fmla="*/ 169814 h 361333"/>
                <a:gd name="connsiteX44" fmla="*/ 297132 w 361670"/>
                <a:gd name="connsiteY44" fmla="*/ 226631 h 361333"/>
                <a:gd name="connsiteX45" fmla="*/ 297132 w 361670"/>
                <a:gd name="connsiteY45" fmla="*/ 227270 h 361333"/>
                <a:gd name="connsiteX46" fmla="*/ 297771 w 361670"/>
                <a:gd name="connsiteY46" fmla="*/ 228547 h 361333"/>
                <a:gd name="connsiteX47" fmla="*/ 297771 w 361670"/>
                <a:gd name="connsiteY47" fmla="*/ 229823 h 361333"/>
                <a:gd name="connsiteX48" fmla="*/ 297771 w 361670"/>
                <a:gd name="connsiteY48" fmla="*/ 230462 h 361333"/>
                <a:gd name="connsiteX49" fmla="*/ 297771 w 361670"/>
                <a:gd name="connsiteY49" fmla="*/ 26876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297771" y="268766"/>
                  </a:moveTo>
                  <a:cubicBezTo>
                    <a:pt x="297771" y="272596"/>
                    <a:pt x="295215" y="275150"/>
                    <a:pt x="291381" y="275150"/>
                  </a:cubicBezTo>
                  <a:lnTo>
                    <a:pt x="70289" y="275150"/>
                  </a:lnTo>
                  <a:cubicBezTo>
                    <a:pt x="66455" y="275150"/>
                    <a:pt x="63899" y="272596"/>
                    <a:pt x="63899" y="268766"/>
                  </a:cubicBezTo>
                  <a:lnTo>
                    <a:pt x="63899" y="229823"/>
                  </a:lnTo>
                  <a:cubicBezTo>
                    <a:pt x="63899" y="229823"/>
                    <a:pt x="63899" y="229823"/>
                    <a:pt x="63899" y="229185"/>
                  </a:cubicBezTo>
                  <a:cubicBezTo>
                    <a:pt x="63899" y="228547"/>
                    <a:pt x="63899" y="228547"/>
                    <a:pt x="63899" y="227908"/>
                  </a:cubicBezTo>
                  <a:cubicBezTo>
                    <a:pt x="63899" y="227270"/>
                    <a:pt x="63899" y="227270"/>
                    <a:pt x="64538" y="226631"/>
                  </a:cubicBezTo>
                  <a:cubicBezTo>
                    <a:pt x="64538" y="226631"/>
                    <a:pt x="64538" y="226631"/>
                    <a:pt x="64538" y="226631"/>
                  </a:cubicBezTo>
                  <a:lnTo>
                    <a:pt x="95849" y="169814"/>
                  </a:lnTo>
                  <a:lnTo>
                    <a:pt x="95849" y="120019"/>
                  </a:lnTo>
                  <a:cubicBezTo>
                    <a:pt x="95849" y="116188"/>
                    <a:pt x="98405" y="113635"/>
                    <a:pt x="102239" y="113635"/>
                  </a:cubicBezTo>
                  <a:lnTo>
                    <a:pt x="122048" y="113635"/>
                  </a:lnTo>
                  <a:lnTo>
                    <a:pt x="122048" y="103420"/>
                  </a:lnTo>
                  <a:cubicBezTo>
                    <a:pt x="122048" y="100867"/>
                    <a:pt x="123326" y="98952"/>
                    <a:pt x="125882" y="97675"/>
                  </a:cubicBezTo>
                  <a:cubicBezTo>
                    <a:pt x="127799" y="96398"/>
                    <a:pt x="130355" y="97037"/>
                    <a:pt x="132272" y="98313"/>
                  </a:cubicBezTo>
                  <a:lnTo>
                    <a:pt x="134828" y="100229"/>
                  </a:lnTo>
                  <a:lnTo>
                    <a:pt x="139940" y="96398"/>
                  </a:lnTo>
                  <a:cubicBezTo>
                    <a:pt x="142496" y="94483"/>
                    <a:pt x="145051" y="94483"/>
                    <a:pt x="147608" y="96398"/>
                  </a:cubicBezTo>
                  <a:lnTo>
                    <a:pt x="152719" y="100229"/>
                  </a:lnTo>
                  <a:lnTo>
                    <a:pt x="155275" y="98313"/>
                  </a:lnTo>
                  <a:cubicBezTo>
                    <a:pt x="157192" y="97037"/>
                    <a:pt x="159748" y="96398"/>
                    <a:pt x="161665" y="97675"/>
                  </a:cubicBezTo>
                  <a:cubicBezTo>
                    <a:pt x="163582" y="98952"/>
                    <a:pt x="165499" y="100867"/>
                    <a:pt x="165499" y="103420"/>
                  </a:cubicBezTo>
                  <a:lnTo>
                    <a:pt x="165499" y="113635"/>
                  </a:lnTo>
                  <a:lnTo>
                    <a:pt x="216619" y="113635"/>
                  </a:lnTo>
                  <a:lnTo>
                    <a:pt x="216619" y="108528"/>
                  </a:lnTo>
                  <a:lnTo>
                    <a:pt x="193615" y="108528"/>
                  </a:lnTo>
                  <a:cubicBezTo>
                    <a:pt x="189781" y="108528"/>
                    <a:pt x="187225" y="105974"/>
                    <a:pt x="187225" y="102144"/>
                  </a:cubicBezTo>
                  <a:lnTo>
                    <a:pt x="187225" y="81077"/>
                  </a:lnTo>
                  <a:cubicBezTo>
                    <a:pt x="187225" y="77246"/>
                    <a:pt x="189781" y="74693"/>
                    <a:pt x="193615" y="74693"/>
                  </a:cubicBezTo>
                  <a:lnTo>
                    <a:pt x="254319" y="74693"/>
                  </a:lnTo>
                  <a:cubicBezTo>
                    <a:pt x="258153" y="74693"/>
                    <a:pt x="260709" y="77246"/>
                    <a:pt x="260709" y="81077"/>
                  </a:cubicBezTo>
                  <a:lnTo>
                    <a:pt x="260709" y="102144"/>
                  </a:lnTo>
                  <a:cubicBezTo>
                    <a:pt x="260709" y="105974"/>
                    <a:pt x="258153" y="108528"/>
                    <a:pt x="254319" y="108528"/>
                  </a:cubicBezTo>
                  <a:lnTo>
                    <a:pt x="229399" y="108528"/>
                  </a:lnTo>
                  <a:lnTo>
                    <a:pt x="229399" y="113635"/>
                  </a:lnTo>
                  <a:lnTo>
                    <a:pt x="258792" y="113635"/>
                  </a:lnTo>
                  <a:cubicBezTo>
                    <a:pt x="262626" y="113635"/>
                    <a:pt x="265182" y="116188"/>
                    <a:pt x="265182" y="120019"/>
                  </a:cubicBezTo>
                  <a:lnTo>
                    <a:pt x="265182" y="169814"/>
                  </a:lnTo>
                  <a:lnTo>
                    <a:pt x="297132" y="226631"/>
                  </a:lnTo>
                  <a:cubicBezTo>
                    <a:pt x="297132" y="226631"/>
                    <a:pt x="297132" y="226631"/>
                    <a:pt x="297132" y="227270"/>
                  </a:cubicBezTo>
                  <a:cubicBezTo>
                    <a:pt x="297132" y="227908"/>
                    <a:pt x="297132" y="227908"/>
                    <a:pt x="297771" y="228547"/>
                  </a:cubicBezTo>
                  <a:cubicBezTo>
                    <a:pt x="297771" y="229185"/>
                    <a:pt x="297771" y="229185"/>
                    <a:pt x="297771" y="229823"/>
                  </a:cubicBezTo>
                  <a:cubicBezTo>
                    <a:pt x="297771" y="229823"/>
                    <a:pt x="297771" y="229823"/>
                    <a:pt x="297771" y="230462"/>
                  </a:cubicBezTo>
                  <a:lnTo>
                    <a:pt x="297771" y="268766"/>
                  </a:lnTo>
                  <a:close/>
                </a:path>
              </a:pathLst>
            </a:custGeom>
            <a:solidFill>
              <a:srgbClr val="26890D"/>
            </a:solidFill>
            <a:ln w="6390" cap="flat">
              <a:noFill/>
              <a:prstDash val="solid"/>
              <a:miter/>
            </a:ln>
          </p:spPr>
          <p:txBody>
            <a:bodyPr rtlCol="0" anchor="ctr"/>
            <a:lstStyle/>
            <a:p>
              <a:endParaRPr lang="en-US"/>
            </a:p>
          </p:txBody>
        </p:sp>
      </p:grpSp>
      <p:grpSp>
        <p:nvGrpSpPr>
          <p:cNvPr id="1388" name="Graphic 1039">
            <a:extLst>
              <a:ext uri="{FF2B5EF4-FFF2-40B4-BE49-F238E27FC236}">
                <a16:creationId xmlns:a16="http://schemas.microsoft.com/office/drawing/2014/main" id="{1A1A9095-30EA-A142-B889-A80CFB15D0E3}"/>
              </a:ext>
            </a:extLst>
          </p:cNvPr>
          <p:cNvGrpSpPr/>
          <p:nvPr/>
        </p:nvGrpSpPr>
        <p:grpSpPr>
          <a:xfrm>
            <a:off x="5708769" y="3339623"/>
            <a:ext cx="361670" cy="361333"/>
            <a:chOff x="5708769" y="3339623"/>
            <a:chExt cx="361670" cy="361333"/>
          </a:xfrm>
          <a:solidFill>
            <a:srgbClr val="43B02A"/>
          </a:solidFill>
        </p:grpSpPr>
        <p:sp>
          <p:nvSpPr>
            <p:cNvPr id="1389" name="Graphic 1039">
              <a:extLst>
                <a:ext uri="{FF2B5EF4-FFF2-40B4-BE49-F238E27FC236}">
                  <a16:creationId xmlns:a16="http://schemas.microsoft.com/office/drawing/2014/main" id="{E08F5B04-F0F7-C748-AA1E-646625ACD805}"/>
                </a:ext>
              </a:extLst>
            </p:cNvPr>
            <p:cNvSpPr/>
            <p:nvPr/>
          </p:nvSpPr>
          <p:spPr>
            <a:xfrm>
              <a:off x="5708769"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9529" y="273873"/>
                    <a:pt x="273489" y="349204"/>
                    <a:pt x="180835" y="349204"/>
                  </a:cubicBezTo>
                  <a:close/>
                </a:path>
              </a:pathLst>
            </a:custGeom>
            <a:solidFill>
              <a:srgbClr val="43B02A"/>
            </a:solidFill>
            <a:ln w="6390" cap="flat">
              <a:noFill/>
              <a:prstDash val="solid"/>
              <a:miter/>
            </a:ln>
          </p:spPr>
          <p:txBody>
            <a:bodyPr rtlCol="0" anchor="ctr"/>
            <a:lstStyle/>
            <a:p>
              <a:endParaRPr lang="en-US"/>
            </a:p>
          </p:txBody>
        </p:sp>
        <p:sp>
          <p:nvSpPr>
            <p:cNvPr id="1390" name="Graphic 1039">
              <a:extLst>
                <a:ext uri="{FF2B5EF4-FFF2-40B4-BE49-F238E27FC236}">
                  <a16:creationId xmlns:a16="http://schemas.microsoft.com/office/drawing/2014/main" id="{CA694192-26EB-9846-A65B-4A0BC18B68E7}"/>
                </a:ext>
              </a:extLst>
            </p:cNvPr>
            <p:cNvSpPr/>
            <p:nvPr/>
          </p:nvSpPr>
          <p:spPr>
            <a:xfrm>
              <a:off x="5772030" y="3434745"/>
              <a:ext cx="235788" cy="171090"/>
            </a:xfrm>
            <a:custGeom>
              <a:avLst/>
              <a:gdLst>
                <a:gd name="connsiteX0" fmla="*/ 228760 w 235788"/>
                <a:gd name="connsiteY0" fmla="*/ 131510 h 171090"/>
                <a:gd name="connsiteX1" fmla="*/ 222370 w 235788"/>
                <a:gd name="connsiteY1" fmla="*/ 131510 h 171090"/>
                <a:gd name="connsiteX2" fmla="*/ 222370 w 235788"/>
                <a:gd name="connsiteY2" fmla="*/ 25536 h 171090"/>
                <a:gd name="connsiteX3" fmla="*/ 215341 w 235788"/>
                <a:gd name="connsiteY3" fmla="*/ 7022 h 171090"/>
                <a:gd name="connsiteX4" fmla="*/ 198727 w 235788"/>
                <a:gd name="connsiteY4" fmla="*/ 0 h 171090"/>
                <a:gd name="connsiteX5" fmla="*/ 37062 w 235788"/>
                <a:gd name="connsiteY5" fmla="*/ 0 h 171090"/>
                <a:gd name="connsiteX6" fmla="*/ 19170 w 235788"/>
                <a:gd name="connsiteY6" fmla="*/ 7022 h 171090"/>
                <a:gd name="connsiteX7" fmla="*/ 12780 w 235788"/>
                <a:gd name="connsiteY7" fmla="*/ 26812 h 171090"/>
                <a:gd name="connsiteX8" fmla="*/ 12780 w 235788"/>
                <a:gd name="connsiteY8" fmla="*/ 131510 h 171090"/>
                <a:gd name="connsiteX9" fmla="*/ 6390 w 235788"/>
                <a:gd name="connsiteY9" fmla="*/ 131510 h 171090"/>
                <a:gd name="connsiteX10" fmla="*/ 0 w 235788"/>
                <a:gd name="connsiteY10" fmla="*/ 137894 h 171090"/>
                <a:gd name="connsiteX11" fmla="*/ 0 w 235788"/>
                <a:gd name="connsiteY11" fmla="*/ 151300 h 171090"/>
                <a:gd name="connsiteX12" fmla="*/ 26838 w 235788"/>
                <a:gd name="connsiteY12" fmla="*/ 171091 h 171090"/>
                <a:gd name="connsiteX13" fmla="*/ 208951 w 235788"/>
                <a:gd name="connsiteY13" fmla="*/ 171091 h 171090"/>
                <a:gd name="connsiteX14" fmla="*/ 235789 w 235788"/>
                <a:gd name="connsiteY14" fmla="*/ 151300 h 171090"/>
                <a:gd name="connsiteX15" fmla="*/ 235789 w 235788"/>
                <a:gd name="connsiteY15" fmla="*/ 137894 h 171090"/>
                <a:gd name="connsiteX16" fmla="*/ 228760 w 235788"/>
                <a:gd name="connsiteY16" fmla="*/ 131510 h 171090"/>
                <a:gd name="connsiteX17" fmla="*/ 28755 w 235788"/>
                <a:gd name="connsiteY17" fmla="*/ 15960 h 171090"/>
                <a:gd name="connsiteX18" fmla="*/ 37062 w 235788"/>
                <a:gd name="connsiteY18" fmla="*/ 12768 h 171090"/>
                <a:gd name="connsiteX19" fmla="*/ 198727 w 235788"/>
                <a:gd name="connsiteY19" fmla="*/ 12768 h 171090"/>
                <a:gd name="connsiteX20" fmla="*/ 209590 w 235788"/>
                <a:gd name="connsiteY20" fmla="*/ 24897 h 171090"/>
                <a:gd name="connsiteX21" fmla="*/ 209590 w 235788"/>
                <a:gd name="connsiteY21" fmla="*/ 131510 h 171090"/>
                <a:gd name="connsiteX22" fmla="*/ 25560 w 235788"/>
                <a:gd name="connsiteY22" fmla="*/ 131510 h 171090"/>
                <a:gd name="connsiteX23" fmla="*/ 25560 w 235788"/>
                <a:gd name="connsiteY23" fmla="*/ 26812 h 171090"/>
                <a:gd name="connsiteX24" fmla="*/ 28755 w 235788"/>
                <a:gd name="connsiteY24" fmla="*/ 15960 h 171090"/>
                <a:gd name="connsiteX25" fmla="*/ 222370 w 235788"/>
                <a:gd name="connsiteY25" fmla="*/ 151300 h 171090"/>
                <a:gd name="connsiteX26" fmla="*/ 208312 w 235788"/>
                <a:gd name="connsiteY26" fmla="*/ 158323 h 171090"/>
                <a:gd name="connsiteX27" fmla="*/ 25560 w 235788"/>
                <a:gd name="connsiteY27" fmla="*/ 158323 h 171090"/>
                <a:gd name="connsiteX28" fmla="*/ 11502 w 235788"/>
                <a:gd name="connsiteY28" fmla="*/ 151300 h 171090"/>
                <a:gd name="connsiteX29" fmla="*/ 11502 w 235788"/>
                <a:gd name="connsiteY29" fmla="*/ 144278 h 171090"/>
                <a:gd name="connsiteX30" fmla="*/ 17892 w 235788"/>
                <a:gd name="connsiteY30" fmla="*/ 144278 h 171090"/>
                <a:gd name="connsiteX31" fmla="*/ 214702 w 235788"/>
                <a:gd name="connsiteY31" fmla="*/ 144278 h 171090"/>
                <a:gd name="connsiteX32" fmla="*/ 221092 w 235788"/>
                <a:gd name="connsiteY32" fmla="*/ 144278 h 171090"/>
                <a:gd name="connsiteX33" fmla="*/ 221092 w 235788"/>
                <a:gd name="connsiteY33" fmla="*/ 151300 h 171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35788" h="171090">
                  <a:moveTo>
                    <a:pt x="228760" y="131510"/>
                  </a:moveTo>
                  <a:lnTo>
                    <a:pt x="222370" y="131510"/>
                  </a:lnTo>
                  <a:lnTo>
                    <a:pt x="222370" y="25536"/>
                  </a:lnTo>
                  <a:cubicBezTo>
                    <a:pt x="222370" y="17875"/>
                    <a:pt x="219814" y="11491"/>
                    <a:pt x="215341" y="7022"/>
                  </a:cubicBezTo>
                  <a:cubicBezTo>
                    <a:pt x="208312" y="0"/>
                    <a:pt x="199366" y="0"/>
                    <a:pt x="198727" y="0"/>
                  </a:cubicBezTo>
                  <a:lnTo>
                    <a:pt x="37062" y="0"/>
                  </a:lnTo>
                  <a:cubicBezTo>
                    <a:pt x="27477" y="0"/>
                    <a:pt x="22365" y="3830"/>
                    <a:pt x="19170" y="7022"/>
                  </a:cubicBezTo>
                  <a:cubicBezTo>
                    <a:pt x="12141" y="14683"/>
                    <a:pt x="12780" y="26174"/>
                    <a:pt x="12780" y="26812"/>
                  </a:cubicBezTo>
                  <a:lnTo>
                    <a:pt x="12780" y="131510"/>
                  </a:lnTo>
                  <a:lnTo>
                    <a:pt x="6390" y="131510"/>
                  </a:lnTo>
                  <a:cubicBezTo>
                    <a:pt x="2556" y="131510"/>
                    <a:pt x="0" y="134064"/>
                    <a:pt x="0" y="137894"/>
                  </a:cubicBezTo>
                  <a:lnTo>
                    <a:pt x="0" y="151300"/>
                  </a:lnTo>
                  <a:cubicBezTo>
                    <a:pt x="0" y="162792"/>
                    <a:pt x="11502" y="171091"/>
                    <a:pt x="26838" y="171091"/>
                  </a:cubicBezTo>
                  <a:lnTo>
                    <a:pt x="208951" y="171091"/>
                  </a:lnTo>
                  <a:cubicBezTo>
                    <a:pt x="224287" y="171091"/>
                    <a:pt x="235789" y="162792"/>
                    <a:pt x="235789" y="151300"/>
                  </a:cubicBezTo>
                  <a:lnTo>
                    <a:pt x="235789" y="137894"/>
                  </a:lnTo>
                  <a:cubicBezTo>
                    <a:pt x="235150" y="134064"/>
                    <a:pt x="232594" y="131510"/>
                    <a:pt x="228760" y="131510"/>
                  </a:cubicBezTo>
                  <a:close/>
                  <a:moveTo>
                    <a:pt x="28755" y="15960"/>
                  </a:moveTo>
                  <a:cubicBezTo>
                    <a:pt x="30672" y="14044"/>
                    <a:pt x="33228" y="12768"/>
                    <a:pt x="37062" y="12768"/>
                  </a:cubicBezTo>
                  <a:lnTo>
                    <a:pt x="198727" y="12768"/>
                  </a:lnTo>
                  <a:cubicBezTo>
                    <a:pt x="201283" y="12768"/>
                    <a:pt x="209590" y="14044"/>
                    <a:pt x="209590" y="24897"/>
                  </a:cubicBezTo>
                  <a:lnTo>
                    <a:pt x="209590" y="131510"/>
                  </a:lnTo>
                  <a:lnTo>
                    <a:pt x="25560" y="131510"/>
                  </a:lnTo>
                  <a:lnTo>
                    <a:pt x="25560" y="26812"/>
                  </a:lnTo>
                  <a:cubicBezTo>
                    <a:pt x="25560" y="24897"/>
                    <a:pt x="25560" y="19152"/>
                    <a:pt x="28755" y="15960"/>
                  </a:cubicBezTo>
                  <a:close/>
                  <a:moveTo>
                    <a:pt x="222370" y="151300"/>
                  </a:moveTo>
                  <a:cubicBezTo>
                    <a:pt x="222370" y="154492"/>
                    <a:pt x="216619" y="158323"/>
                    <a:pt x="208312" y="158323"/>
                  </a:cubicBezTo>
                  <a:lnTo>
                    <a:pt x="25560" y="158323"/>
                  </a:lnTo>
                  <a:cubicBezTo>
                    <a:pt x="17253" y="158323"/>
                    <a:pt x="11502" y="154492"/>
                    <a:pt x="11502" y="151300"/>
                  </a:cubicBezTo>
                  <a:lnTo>
                    <a:pt x="11502" y="144278"/>
                  </a:lnTo>
                  <a:lnTo>
                    <a:pt x="17892" y="144278"/>
                  </a:lnTo>
                  <a:lnTo>
                    <a:pt x="214702" y="144278"/>
                  </a:lnTo>
                  <a:lnTo>
                    <a:pt x="221092" y="144278"/>
                  </a:lnTo>
                  <a:lnTo>
                    <a:pt x="221092" y="151300"/>
                  </a:lnTo>
                  <a:close/>
                </a:path>
              </a:pathLst>
            </a:custGeom>
            <a:solidFill>
              <a:srgbClr val="43B02A"/>
            </a:solidFill>
            <a:ln w="6390" cap="flat">
              <a:noFill/>
              <a:prstDash val="solid"/>
              <a:miter/>
            </a:ln>
          </p:spPr>
          <p:txBody>
            <a:bodyPr rtlCol="0" anchor="ctr"/>
            <a:lstStyle/>
            <a:p>
              <a:endParaRPr lang="en-US"/>
            </a:p>
          </p:txBody>
        </p:sp>
        <p:sp>
          <p:nvSpPr>
            <p:cNvPr id="1391" name="Graphic 1039">
              <a:extLst>
                <a:ext uri="{FF2B5EF4-FFF2-40B4-BE49-F238E27FC236}">
                  <a16:creationId xmlns:a16="http://schemas.microsoft.com/office/drawing/2014/main" id="{EE691AB2-B8CF-E445-9998-3003FA4562B2}"/>
                </a:ext>
              </a:extLst>
            </p:cNvPr>
            <p:cNvSpPr/>
            <p:nvPr/>
          </p:nvSpPr>
          <p:spPr>
            <a:xfrm>
              <a:off x="5883215" y="3579539"/>
              <a:ext cx="12878" cy="12251"/>
            </a:xfrm>
            <a:custGeom>
              <a:avLst/>
              <a:gdLst>
                <a:gd name="connsiteX0" fmla="*/ 7668 w 12878"/>
                <a:gd name="connsiteY0" fmla="*/ 122 h 12251"/>
                <a:gd name="connsiteX1" fmla="*/ 0 w 12878"/>
                <a:gd name="connsiteY1" fmla="*/ 4591 h 12251"/>
                <a:gd name="connsiteX2" fmla="*/ 0 w 12878"/>
                <a:gd name="connsiteY2" fmla="*/ 5868 h 12251"/>
                <a:gd name="connsiteX3" fmla="*/ 6390 w 12878"/>
                <a:gd name="connsiteY3" fmla="*/ 12252 h 12251"/>
                <a:gd name="connsiteX4" fmla="*/ 12780 w 12878"/>
                <a:gd name="connsiteY4" fmla="*/ 6506 h 12251"/>
                <a:gd name="connsiteX5" fmla="*/ 7668 w 12878"/>
                <a:gd name="connsiteY5" fmla="*/ 122 h 12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78" h="12251">
                  <a:moveTo>
                    <a:pt x="7668" y="122"/>
                  </a:moveTo>
                  <a:cubicBezTo>
                    <a:pt x="4473" y="-516"/>
                    <a:pt x="639" y="1399"/>
                    <a:pt x="0" y="4591"/>
                  </a:cubicBezTo>
                  <a:cubicBezTo>
                    <a:pt x="0" y="5230"/>
                    <a:pt x="0" y="5868"/>
                    <a:pt x="0" y="5868"/>
                  </a:cubicBezTo>
                  <a:cubicBezTo>
                    <a:pt x="0" y="9698"/>
                    <a:pt x="2556" y="12252"/>
                    <a:pt x="6390" y="12252"/>
                  </a:cubicBezTo>
                  <a:cubicBezTo>
                    <a:pt x="9585" y="12252"/>
                    <a:pt x="12141" y="9698"/>
                    <a:pt x="12780" y="6506"/>
                  </a:cubicBezTo>
                  <a:cubicBezTo>
                    <a:pt x="13419" y="3953"/>
                    <a:pt x="10863" y="761"/>
                    <a:pt x="7668" y="122"/>
                  </a:cubicBezTo>
                  <a:close/>
                </a:path>
              </a:pathLst>
            </a:custGeom>
            <a:solidFill>
              <a:srgbClr val="43B02A"/>
            </a:solidFill>
            <a:ln w="6390" cap="flat">
              <a:noFill/>
              <a:prstDash val="solid"/>
              <a:miter/>
            </a:ln>
          </p:spPr>
          <p:txBody>
            <a:bodyPr rtlCol="0" anchor="ctr"/>
            <a:lstStyle/>
            <a:p>
              <a:endParaRPr lang="en-US"/>
            </a:p>
          </p:txBody>
        </p:sp>
        <p:sp>
          <p:nvSpPr>
            <p:cNvPr id="1392" name="Graphic 1039">
              <a:extLst>
                <a:ext uri="{FF2B5EF4-FFF2-40B4-BE49-F238E27FC236}">
                  <a16:creationId xmlns:a16="http://schemas.microsoft.com/office/drawing/2014/main" id="{2B38F90F-B7A9-B14F-A6B3-70EBBE261585}"/>
                </a:ext>
              </a:extLst>
            </p:cNvPr>
            <p:cNvSpPr/>
            <p:nvPr/>
          </p:nvSpPr>
          <p:spPr>
            <a:xfrm>
              <a:off x="5865323" y="3471772"/>
              <a:ext cx="51119" cy="70862"/>
            </a:xfrm>
            <a:custGeom>
              <a:avLst/>
              <a:gdLst>
                <a:gd name="connsiteX0" fmla="*/ 6390 w 51119"/>
                <a:gd name="connsiteY0" fmla="*/ 40857 h 70862"/>
                <a:gd name="connsiteX1" fmla="*/ 13419 w 51119"/>
                <a:gd name="connsiteY1" fmla="*/ 40857 h 70862"/>
                <a:gd name="connsiteX2" fmla="*/ 3834 w 51119"/>
                <a:gd name="connsiteY2" fmla="*/ 60009 h 70862"/>
                <a:gd name="connsiteX3" fmla="*/ 3195 w 51119"/>
                <a:gd name="connsiteY3" fmla="*/ 67032 h 70862"/>
                <a:gd name="connsiteX4" fmla="*/ 8946 w 51119"/>
                <a:gd name="connsiteY4" fmla="*/ 70862 h 70862"/>
                <a:gd name="connsiteX5" fmla="*/ 44730 w 51119"/>
                <a:gd name="connsiteY5" fmla="*/ 70862 h 70862"/>
                <a:gd name="connsiteX6" fmla="*/ 51119 w 51119"/>
                <a:gd name="connsiteY6" fmla="*/ 64478 h 70862"/>
                <a:gd name="connsiteX7" fmla="*/ 44730 w 51119"/>
                <a:gd name="connsiteY7" fmla="*/ 58094 h 70862"/>
                <a:gd name="connsiteX8" fmla="*/ 21087 w 51119"/>
                <a:gd name="connsiteY8" fmla="*/ 58094 h 70862"/>
                <a:gd name="connsiteX9" fmla="*/ 26199 w 51119"/>
                <a:gd name="connsiteY9" fmla="*/ 41496 h 70862"/>
                <a:gd name="connsiteX10" fmla="*/ 31950 w 51119"/>
                <a:gd name="connsiteY10" fmla="*/ 41496 h 70862"/>
                <a:gd name="connsiteX11" fmla="*/ 38340 w 51119"/>
                <a:gd name="connsiteY11" fmla="*/ 35112 h 70862"/>
                <a:gd name="connsiteX12" fmla="*/ 31950 w 51119"/>
                <a:gd name="connsiteY12" fmla="*/ 28728 h 70862"/>
                <a:gd name="connsiteX13" fmla="*/ 21087 w 51119"/>
                <a:gd name="connsiteY13" fmla="*/ 28728 h 70862"/>
                <a:gd name="connsiteX14" fmla="*/ 19170 w 51119"/>
                <a:gd name="connsiteY14" fmla="*/ 26174 h 70862"/>
                <a:gd name="connsiteX15" fmla="*/ 17892 w 51119"/>
                <a:gd name="connsiteY15" fmla="*/ 17875 h 70862"/>
                <a:gd name="connsiteX16" fmla="*/ 27477 w 51119"/>
                <a:gd name="connsiteY16" fmla="*/ 12768 h 70862"/>
                <a:gd name="connsiteX17" fmla="*/ 38340 w 51119"/>
                <a:gd name="connsiteY17" fmla="*/ 22982 h 70862"/>
                <a:gd name="connsiteX18" fmla="*/ 44730 w 51119"/>
                <a:gd name="connsiteY18" fmla="*/ 29366 h 70862"/>
                <a:gd name="connsiteX19" fmla="*/ 51119 w 51119"/>
                <a:gd name="connsiteY19" fmla="*/ 22982 h 70862"/>
                <a:gd name="connsiteX20" fmla="*/ 28115 w 51119"/>
                <a:gd name="connsiteY20" fmla="*/ 0 h 70862"/>
                <a:gd name="connsiteX21" fmla="*/ 27477 w 51119"/>
                <a:gd name="connsiteY21" fmla="*/ 0 h 70862"/>
                <a:gd name="connsiteX22" fmla="*/ 6390 w 51119"/>
                <a:gd name="connsiteY22" fmla="*/ 13406 h 70862"/>
                <a:gd name="connsiteX23" fmla="*/ 5751 w 51119"/>
                <a:gd name="connsiteY23" fmla="*/ 29366 h 70862"/>
                <a:gd name="connsiteX24" fmla="*/ 0 w 51119"/>
                <a:gd name="connsiteY24" fmla="*/ 35750 h 70862"/>
                <a:gd name="connsiteX25" fmla="*/ 6390 w 51119"/>
                <a:gd name="connsiteY25" fmla="*/ 40857 h 7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1119" h="70862">
                  <a:moveTo>
                    <a:pt x="6390" y="40857"/>
                  </a:moveTo>
                  <a:lnTo>
                    <a:pt x="13419" y="40857"/>
                  </a:lnTo>
                  <a:cubicBezTo>
                    <a:pt x="13419" y="44688"/>
                    <a:pt x="11502" y="50433"/>
                    <a:pt x="3834" y="60009"/>
                  </a:cubicBezTo>
                  <a:cubicBezTo>
                    <a:pt x="2556" y="61925"/>
                    <a:pt x="1917" y="64478"/>
                    <a:pt x="3195" y="67032"/>
                  </a:cubicBezTo>
                  <a:cubicBezTo>
                    <a:pt x="4473" y="69585"/>
                    <a:pt x="6390" y="70862"/>
                    <a:pt x="8946" y="70862"/>
                  </a:cubicBezTo>
                  <a:lnTo>
                    <a:pt x="44730" y="70862"/>
                  </a:lnTo>
                  <a:cubicBezTo>
                    <a:pt x="48563" y="70862"/>
                    <a:pt x="51119" y="68309"/>
                    <a:pt x="51119" y="64478"/>
                  </a:cubicBezTo>
                  <a:cubicBezTo>
                    <a:pt x="51119" y="60648"/>
                    <a:pt x="48563" y="58094"/>
                    <a:pt x="44730" y="58094"/>
                  </a:cubicBezTo>
                  <a:lnTo>
                    <a:pt x="21087" y="58094"/>
                  </a:lnTo>
                  <a:cubicBezTo>
                    <a:pt x="24282" y="52987"/>
                    <a:pt x="26199" y="47241"/>
                    <a:pt x="26199" y="41496"/>
                  </a:cubicBezTo>
                  <a:lnTo>
                    <a:pt x="31950" y="41496"/>
                  </a:lnTo>
                  <a:cubicBezTo>
                    <a:pt x="35783" y="41496"/>
                    <a:pt x="38340" y="38942"/>
                    <a:pt x="38340" y="35112"/>
                  </a:cubicBezTo>
                  <a:cubicBezTo>
                    <a:pt x="38340" y="31281"/>
                    <a:pt x="35783" y="28728"/>
                    <a:pt x="31950" y="28728"/>
                  </a:cubicBezTo>
                  <a:lnTo>
                    <a:pt x="21087" y="28728"/>
                  </a:lnTo>
                  <a:cubicBezTo>
                    <a:pt x="20447" y="28089"/>
                    <a:pt x="19809" y="26813"/>
                    <a:pt x="19170" y="26174"/>
                  </a:cubicBezTo>
                  <a:cubicBezTo>
                    <a:pt x="17253" y="24259"/>
                    <a:pt x="16614" y="21067"/>
                    <a:pt x="17892" y="17875"/>
                  </a:cubicBezTo>
                  <a:cubicBezTo>
                    <a:pt x="18531" y="15960"/>
                    <a:pt x="21087" y="12129"/>
                    <a:pt x="27477" y="12768"/>
                  </a:cubicBezTo>
                  <a:cubicBezTo>
                    <a:pt x="37062" y="12768"/>
                    <a:pt x="37700" y="20429"/>
                    <a:pt x="38340" y="22982"/>
                  </a:cubicBezTo>
                  <a:cubicBezTo>
                    <a:pt x="38340" y="26174"/>
                    <a:pt x="41535" y="29366"/>
                    <a:pt x="44730" y="29366"/>
                  </a:cubicBezTo>
                  <a:cubicBezTo>
                    <a:pt x="48563" y="29366"/>
                    <a:pt x="51119" y="26813"/>
                    <a:pt x="51119" y="22982"/>
                  </a:cubicBezTo>
                  <a:cubicBezTo>
                    <a:pt x="51119" y="14045"/>
                    <a:pt x="44730" y="0"/>
                    <a:pt x="28115" y="0"/>
                  </a:cubicBezTo>
                  <a:cubicBezTo>
                    <a:pt x="28115" y="0"/>
                    <a:pt x="27477" y="0"/>
                    <a:pt x="27477" y="0"/>
                  </a:cubicBezTo>
                  <a:cubicBezTo>
                    <a:pt x="17892" y="0"/>
                    <a:pt x="10224" y="5107"/>
                    <a:pt x="6390" y="13406"/>
                  </a:cubicBezTo>
                  <a:cubicBezTo>
                    <a:pt x="3834" y="18513"/>
                    <a:pt x="3834" y="24259"/>
                    <a:pt x="5751" y="29366"/>
                  </a:cubicBezTo>
                  <a:cubicBezTo>
                    <a:pt x="2556" y="30005"/>
                    <a:pt x="0" y="32558"/>
                    <a:pt x="0" y="35750"/>
                  </a:cubicBezTo>
                  <a:cubicBezTo>
                    <a:pt x="0" y="37665"/>
                    <a:pt x="3195" y="40857"/>
                    <a:pt x="6390" y="40857"/>
                  </a:cubicBezTo>
                  <a:close/>
                </a:path>
              </a:pathLst>
            </a:custGeom>
            <a:solidFill>
              <a:srgbClr val="43B02A"/>
            </a:solidFill>
            <a:ln w="6390" cap="flat">
              <a:noFill/>
              <a:prstDash val="solid"/>
              <a:miter/>
            </a:ln>
          </p:spPr>
          <p:txBody>
            <a:bodyPr rtlCol="0" anchor="ctr"/>
            <a:lstStyle/>
            <a:p>
              <a:endParaRPr lang="en-US"/>
            </a:p>
          </p:txBody>
        </p:sp>
      </p:grpSp>
      <p:grpSp>
        <p:nvGrpSpPr>
          <p:cNvPr id="1393" name="Graphic 1039">
            <a:extLst>
              <a:ext uri="{FF2B5EF4-FFF2-40B4-BE49-F238E27FC236}">
                <a16:creationId xmlns:a16="http://schemas.microsoft.com/office/drawing/2014/main" id="{F3308A6E-1CBD-5849-A7B3-A2A8A9F11C3D}"/>
              </a:ext>
            </a:extLst>
          </p:cNvPr>
          <p:cNvGrpSpPr/>
          <p:nvPr/>
        </p:nvGrpSpPr>
        <p:grpSpPr>
          <a:xfrm>
            <a:off x="6147119" y="3339623"/>
            <a:ext cx="361670" cy="361333"/>
            <a:chOff x="6147119" y="3339623"/>
            <a:chExt cx="361670" cy="361333"/>
          </a:xfrm>
          <a:solidFill>
            <a:srgbClr val="43B02A"/>
          </a:solidFill>
        </p:grpSpPr>
        <p:sp>
          <p:nvSpPr>
            <p:cNvPr id="1394" name="Graphic 1039">
              <a:extLst>
                <a:ext uri="{FF2B5EF4-FFF2-40B4-BE49-F238E27FC236}">
                  <a16:creationId xmlns:a16="http://schemas.microsoft.com/office/drawing/2014/main" id="{9D20014A-9256-2D4A-AA89-097384249D4E}"/>
                </a:ext>
              </a:extLst>
            </p:cNvPr>
            <p:cNvSpPr/>
            <p:nvPr/>
          </p:nvSpPr>
          <p:spPr>
            <a:xfrm>
              <a:off x="6222520" y="3579023"/>
              <a:ext cx="210867" cy="14044"/>
            </a:xfrm>
            <a:custGeom>
              <a:avLst/>
              <a:gdLst>
                <a:gd name="connsiteX0" fmla="*/ 6390 w 210867"/>
                <a:gd name="connsiteY0" fmla="*/ 0 h 14044"/>
                <a:gd name="connsiteX1" fmla="*/ 0 w 210867"/>
                <a:gd name="connsiteY1" fmla="*/ 0 h 14044"/>
                <a:gd name="connsiteX2" fmla="*/ 0 w 210867"/>
                <a:gd name="connsiteY2" fmla="*/ 7022 h 14044"/>
                <a:gd name="connsiteX3" fmla="*/ 14058 w 210867"/>
                <a:gd name="connsiteY3" fmla="*/ 14045 h 14044"/>
                <a:gd name="connsiteX4" fmla="*/ 196810 w 210867"/>
                <a:gd name="connsiteY4" fmla="*/ 14045 h 14044"/>
                <a:gd name="connsiteX5" fmla="*/ 210868 w 210867"/>
                <a:gd name="connsiteY5" fmla="*/ 7022 h 14044"/>
                <a:gd name="connsiteX6" fmla="*/ 210868 w 210867"/>
                <a:gd name="connsiteY6" fmla="*/ 0 h 14044"/>
                <a:gd name="connsiteX7" fmla="*/ 204478 w 210867"/>
                <a:gd name="connsiteY7" fmla="*/ 0 h 14044"/>
                <a:gd name="connsiteX8" fmla="*/ 6390 w 210867"/>
                <a:gd name="connsiteY8" fmla="*/ 0 h 14044"/>
                <a:gd name="connsiteX9" fmla="*/ 110546 w 210867"/>
                <a:gd name="connsiteY9" fmla="*/ 9576 h 14044"/>
                <a:gd name="connsiteX10" fmla="*/ 104795 w 210867"/>
                <a:gd name="connsiteY10" fmla="*/ 13406 h 14044"/>
                <a:gd name="connsiteX11" fmla="*/ 102239 w 210867"/>
                <a:gd name="connsiteY11" fmla="*/ 12768 h 14044"/>
                <a:gd name="connsiteX12" fmla="*/ 99044 w 210867"/>
                <a:gd name="connsiteY12" fmla="*/ 5746 h 14044"/>
                <a:gd name="connsiteX13" fmla="*/ 105434 w 210867"/>
                <a:gd name="connsiteY13" fmla="*/ 638 h 14044"/>
                <a:gd name="connsiteX14" fmla="*/ 111824 w 210867"/>
                <a:gd name="connsiteY14" fmla="*/ 7022 h 14044"/>
                <a:gd name="connsiteX15" fmla="*/ 110546 w 210867"/>
                <a:gd name="connsiteY15" fmla="*/ 9576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0867" h="14044">
                  <a:moveTo>
                    <a:pt x="6390" y="0"/>
                  </a:moveTo>
                  <a:lnTo>
                    <a:pt x="0" y="0"/>
                  </a:lnTo>
                  <a:lnTo>
                    <a:pt x="0" y="7022"/>
                  </a:lnTo>
                  <a:cubicBezTo>
                    <a:pt x="0" y="10214"/>
                    <a:pt x="5751" y="14045"/>
                    <a:pt x="14058" y="14045"/>
                  </a:cubicBezTo>
                  <a:lnTo>
                    <a:pt x="196810" y="14045"/>
                  </a:lnTo>
                  <a:cubicBezTo>
                    <a:pt x="205117" y="14045"/>
                    <a:pt x="210868" y="10214"/>
                    <a:pt x="210868" y="7022"/>
                  </a:cubicBezTo>
                  <a:lnTo>
                    <a:pt x="210868" y="0"/>
                  </a:lnTo>
                  <a:lnTo>
                    <a:pt x="204478" y="0"/>
                  </a:lnTo>
                  <a:lnTo>
                    <a:pt x="6390" y="0"/>
                  </a:lnTo>
                  <a:close/>
                  <a:moveTo>
                    <a:pt x="110546" y="9576"/>
                  </a:moveTo>
                  <a:cubicBezTo>
                    <a:pt x="109268" y="12130"/>
                    <a:pt x="107351" y="13406"/>
                    <a:pt x="104795" y="13406"/>
                  </a:cubicBezTo>
                  <a:cubicBezTo>
                    <a:pt x="104156" y="13406"/>
                    <a:pt x="102878" y="13406"/>
                    <a:pt x="102239" y="12768"/>
                  </a:cubicBezTo>
                  <a:cubicBezTo>
                    <a:pt x="99683" y="11491"/>
                    <a:pt x="98405" y="8938"/>
                    <a:pt x="99044" y="5746"/>
                  </a:cubicBezTo>
                  <a:cubicBezTo>
                    <a:pt x="99683" y="2554"/>
                    <a:pt x="102239" y="638"/>
                    <a:pt x="105434" y="638"/>
                  </a:cubicBezTo>
                  <a:cubicBezTo>
                    <a:pt x="109268" y="638"/>
                    <a:pt x="111824" y="3192"/>
                    <a:pt x="111824" y="7022"/>
                  </a:cubicBezTo>
                  <a:cubicBezTo>
                    <a:pt x="111824" y="7661"/>
                    <a:pt x="111185" y="8938"/>
                    <a:pt x="110546" y="9576"/>
                  </a:cubicBezTo>
                  <a:close/>
                </a:path>
              </a:pathLst>
            </a:custGeom>
            <a:solidFill>
              <a:srgbClr val="43B02A"/>
            </a:solidFill>
            <a:ln w="6390" cap="flat">
              <a:noFill/>
              <a:prstDash val="solid"/>
              <a:miter/>
            </a:ln>
          </p:spPr>
          <p:txBody>
            <a:bodyPr rtlCol="0" anchor="ctr"/>
            <a:lstStyle/>
            <a:p>
              <a:endParaRPr lang="en-US"/>
            </a:p>
          </p:txBody>
        </p:sp>
        <p:sp>
          <p:nvSpPr>
            <p:cNvPr id="1395" name="Graphic 1039">
              <a:extLst>
                <a:ext uri="{FF2B5EF4-FFF2-40B4-BE49-F238E27FC236}">
                  <a16:creationId xmlns:a16="http://schemas.microsoft.com/office/drawing/2014/main" id="{2B1BCDC0-A0D1-CB44-B9BB-3DE2F22ED96A}"/>
                </a:ext>
              </a:extLst>
            </p:cNvPr>
            <p:cNvSpPr/>
            <p:nvPr/>
          </p:nvSpPr>
          <p:spPr>
            <a:xfrm>
              <a:off x="6147119"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98410 w 361670"/>
                <a:gd name="connsiteY5" fmla="*/ 246422 h 361333"/>
                <a:gd name="connsiteX6" fmla="*/ 271572 w 361670"/>
                <a:gd name="connsiteY6" fmla="*/ 266212 h 361333"/>
                <a:gd name="connsiteX7" fmla="*/ 89459 w 361670"/>
                <a:gd name="connsiteY7" fmla="*/ 266212 h 361333"/>
                <a:gd name="connsiteX8" fmla="*/ 62621 w 361670"/>
                <a:gd name="connsiteY8" fmla="*/ 246422 h 361333"/>
                <a:gd name="connsiteX9" fmla="*/ 62621 w 361670"/>
                <a:gd name="connsiteY9" fmla="*/ 233015 h 361333"/>
                <a:gd name="connsiteX10" fmla="*/ 69011 w 361670"/>
                <a:gd name="connsiteY10" fmla="*/ 226631 h 361333"/>
                <a:gd name="connsiteX11" fmla="*/ 75401 w 361670"/>
                <a:gd name="connsiteY11" fmla="*/ 226631 h 361333"/>
                <a:gd name="connsiteX12" fmla="*/ 75401 w 361670"/>
                <a:gd name="connsiteY12" fmla="*/ 122573 h 361333"/>
                <a:gd name="connsiteX13" fmla="*/ 81791 w 361670"/>
                <a:gd name="connsiteY13" fmla="*/ 102782 h 361333"/>
                <a:gd name="connsiteX14" fmla="*/ 99683 w 361670"/>
                <a:gd name="connsiteY14" fmla="*/ 95760 h 361333"/>
                <a:gd name="connsiteX15" fmla="*/ 261349 w 361670"/>
                <a:gd name="connsiteY15" fmla="*/ 95760 h 361333"/>
                <a:gd name="connsiteX16" fmla="*/ 277962 w 361670"/>
                <a:gd name="connsiteY16" fmla="*/ 102782 h 361333"/>
                <a:gd name="connsiteX17" fmla="*/ 284991 w 361670"/>
                <a:gd name="connsiteY17" fmla="*/ 121296 h 361333"/>
                <a:gd name="connsiteX18" fmla="*/ 284991 w 361670"/>
                <a:gd name="connsiteY18" fmla="*/ 226631 h 361333"/>
                <a:gd name="connsiteX19" fmla="*/ 291381 w 361670"/>
                <a:gd name="connsiteY19" fmla="*/ 226631 h 361333"/>
                <a:gd name="connsiteX20" fmla="*/ 297771 w 361670"/>
                <a:gd name="connsiteY20" fmla="*/ 233015 h 361333"/>
                <a:gd name="connsiteX21" fmla="*/ 297771 w 361670"/>
                <a:gd name="connsiteY21" fmla="*/ 24642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298410" y="246422"/>
                  </a:moveTo>
                  <a:cubicBezTo>
                    <a:pt x="298410" y="257913"/>
                    <a:pt x="286908" y="266212"/>
                    <a:pt x="271572" y="266212"/>
                  </a:cubicBezTo>
                  <a:lnTo>
                    <a:pt x="89459" y="266212"/>
                  </a:lnTo>
                  <a:cubicBezTo>
                    <a:pt x="74123" y="266212"/>
                    <a:pt x="62621" y="257913"/>
                    <a:pt x="62621" y="246422"/>
                  </a:cubicBezTo>
                  <a:lnTo>
                    <a:pt x="62621" y="233015"/>
                  </a:lnTo>
                  <a:cubicBezTo>
                    <a:pt x="62621" y="229185"/>
                    <a:pt x="65177" y="226631"/>
                    <a:pt x="69011" y="226631"/>
                  </a:cubicBezTo>
                  <a:lnTo>
                    <a:pt x="75401" y="226631"/>
                  </a:lnTo>
                  <a:lnTo>
                    <a:pt x="75401" y="122573"/>
                  </a:lnTo>
                  <a:cubicBezTo>
                    <a:pt x="75401" y="121934"/>
                    <a:pt x="74762" y="111081"/>
                    <a:pt x="81791" y="102782"/>
                  </a:cubicBezTo>
                  <a:cubicBezTo>
                    <a:pt x="84986" y="99590"/>
                    <a:pt x="90098" y="95760"/>
                    <a:pt x="99683" y="95760"/>
                  </a:cubicBezTo>
                  <a:lnTo>
                    <a:pt x="261349" y="95760"/>
                  </a:lnTo>
                  <a:cubicBezTo>
                    <a:pt x="262626" y="95760"/>
                    <a:pt x="271572" y="95760"/>
                    <a:pt x="277962" y="102782"/>
                  </a:cubicBezTo>
                  <a:cubicBezTo>
                    <a:pt x="282435" y="107251"/>
                    <a:pt x="284991" y="113635"/>
                    <a:pt x="284991" y="121296"/>
                  </a:cubicBezTo>
                  <a:lnTo>
                    <a:pt x="284991" y="226631"/>
                  </a:lnTo>
                  <a:lnTo>
                    <a:pt x="291381" y="226631"/>
                  </a:lnTo>
                  <a:cubicBezTo>
                    <a:pt x="295215" y="226631"/>
                    <a:pt x="297771" y="229185"/>
                    <a:pt x="297771" y="233015"/>
                  </a:cubicBezTo>
                  <a:lnTo>
                    <a:pt x="297771" y="246422"/>
                  </a:lnTo>
                  <a:close/>
                </a:path>
              </a:pathLst>
            </a:custGeom>
            <a:solidFill>
              <a:srgbClr val="43B02A"/>
            </a:solidFill>
            <a:ln w="6390" cap="flat">
              <a:noFill/>
              <a:prstDash val="solid"/>
              <a:miter/>
            </a:ln>
          </p:spPr>
          <p:txBody>
            <a:bodyPr rtlCol="0" anchor="ctr"/>
            <a:lstStyle/>
            <a:p>
              <a:endParaRPr lang="en-US"/>
            </a:p>
          </p:txBody>
        </p:sp>
        <p:sp>
          <p:nvSpPr>
            <p:cNvPr id="1396" name="Graphic 1039">
              <a:extLst>
                <a:ext uri="{FF2B5EF4-FFF2-40B4-BE49-F238E27FC236}">
                  <a16:creationId xmlns:a16="http://schemas.microsoft.com/office/drawing/2014/main" id="{EA30B7B1-4EAC-BA4B-8CA4-0D1DCB02E08D}"/>
                </a:ext>
              </a:extLst>
            </p:cNvPr>
            <p:cNvSpPr/>
            <p:nvPr/>
          </p:nvSpPr>
          <p:spPr>
            <a:xfrm>
              <a:off x="6235939" y="3448151"/>
              <a:ext cx="184030" cy="118741"/>
            </a:xfrm>
            <a:custGeom>
              <a:avLst/>
              <a:gdLst>
                <a:gd name="connsiteX0" fmla="*/ 184030 w 184030"/>
                <a:gd name="connsiteY0" fmla="*/ 118104 h 118741"/>
                <a:gd name="connsiteX1" fmla="*/ 184030 w 184030"/>
                <a:gd name="connsiteY1" fmla="*/ 12130 h 118741"/>
                <a:gd name="connsiteX2" fmla="*/ 173167 w 184030"/>
                <a:gd name="connsiteY2" fmla="*/ 0 h 118741"/>
                <a:gd name="connsiteX3" fmla="*/ 11502 w 184030"/>
                <a:gd name="connsiteY3" fmla="*/ 0 h 118741"/>
                <a:gd name="connsiteX4" fmla="*/ 3195 w 184030"/>
                <a:gd name="connsiteY4" fmla="*/ 3192 h 118741"/>
                <a:gd name="connsiteX5" fmla="*/ 0 w 184030"/>
                <a:gd name="connsiteY5" fmla="*/ 14045 h 118741"/>
                <a:gd name="connsiteX6" fmla="*/ 0 w 184030"/>
                <a:gd name="connsiteY6" fmla="*/ 118742 h 118741"/>
                <a:gd name="connsiteX7" fmla="*/ 184030 w 184030"/>
                <a:gd name="connsiteY7" fmla="*/ 118742 h 118741"/>
                <a:gd name="connsiteX8" fmla="*/ 73484 w 184030"/>
                <a:gd name="connsiteY8" fmla="*/ 51710 h 118741"/>
                <a:gd name="connsiteX9" fmla="*/ 74123 w 184030"/>
                <a:gd name="connsiteY9" fmla="*/ 35750 h 118741"/>
                <a:gd name="connsiteX10" fmla="*/ 95210 w 184030"/>
                <a:gd name="connsiteY10" fmla="*/ 22344 h 118741"/>
                <a:gd name="connsiteX11" fmla="*/ 95849 w 184030"/>
                <a:gd name="connsiteY11" fmla="*/ 22344 h 118741"/>
                <a:gd name="connsiteX12" fmla="*/ 118853 w 184030"/>
                <a:gd name="connsiteY12" fmla="*/ 45326 h 118741"/>
                <a:gd name="connsiteX13" fmla="*/ 112463 w 184030"/>
                <a:gd name="connsiteY13" fmla="*/ 51710 h 118741"/>
                <a:gd name="connsiteX14" fmla="*/ 106073 w 184030"/>
                <a:gd name="connsiteY14" fmla="*/ 45326 h 118741"/>
                <a:gd name="connsiteX15" fmla="*/ 95210 w 184030"/>
                <a:gd name="connsiteY15" fmla="*/ 35112 h 118741"/>
                <a:gd name="connsiteX16" fmla="*/ 85625 w 184030"/>
                <a:gd name="connsiteY16" fmla="*/ 40219 h 118741"/>
                <a:gd name="connsiteX17" fmla="*/ 86903 w 184030"/>
                <a:gd name="connsiteY17" fmla="*/ 48518 h 118741"/>
                <a:gd name="connsiteX18" fmla="*/ 88820 w 184030"/>
                <a:gd name="connsiteY18" fmla="*/ 51072 h 118741"/>
                <a:gd name="connsiteX19" fmla="*/ 99683 w 184030"/>
                <a:gd name="connsiteY19" fmla="*/ 51072 h 118741"/>
                <a:gd name="connsiteX20" fmla="*/ 106073 w 184030"/>
                <a:gd name="connsiteY20" fmla="*/ 57456 h 118741"/>
                <a:gd name="connsiteX21" fmla="*/ 99683 w 184030"/>
                <a:gd name="connsiteY21" fmla="*/ 63840 h 118741"/>
                <a:gd name="connsiteX22" fmla="*/ 93932 w 184030"/>
                <a:gd name="connsiteY22" fmla="*/ 63840 h 118741"/>
                <a:gd name="connsiteX23" fmla="*/ 88820 w 184030"/>
                <a:gd name="connsiteY23" fmla="*/ 80438 h 118741"/>
                <a:gd name="connsiteX24" fmla="*/ 112463 w 184030"/>
                <a:gd name="connsiteY24" fmla="*/ 80438 h 118741"/>
                <a:gd name="connsiteX25" fmla="*/ 118853 w 184030"/>
                <a:gd name="connsiteY25" fmla="*/ 86822 h 118741"/>
                <a:gd name="connsiteX26" fmla="*/ 112463 w 184030"/>
                <a:gd name="connsiteY26" fmla="*/ 93206 h 118741"/>
                <a:gd name="connsiteX27" fmla="*/ 76679 w 184030"/>
                <a:gd name="connsiteY27" fmla="*/ 93206 h 118741"/>
                <a:gd name="connsiteX28" fmla="*/ 70928 w 184030"/>
                <a:gd name="connsiteY28" fmla="*/ 89376 h 118741"/>
                <a:gd name="connsiteX29" fmla="*/ 71567 w 184030"/>
                <a:gd name="connsiteY29" fmla="*/ 82354 h 118741"/>
                <a:gd name="connsiteX30" fmla="*/ 81152 w 184030"/>
                <a:gd name="connsiteY30" fmla="*/ 63202 h 118741"/>
                <a:gd name="connsiteX31" fmla="*/ 74123 w 184030"/>
                <a:gd name="connsiteY31" fmla="*/ 63202 h 118741"/>
                <a:gd name="connsiteX32" fmla="*/ 67733 w 184030"/>
                <a:gd name="connsiteY32" fmla="*/ 56818 h 118741"/>
                <a:gd name="connsiteX33" fmla="*/ 73484 w 184030"/>
                <a:gd name="connsiteY33" fmla="*/ 51710 h 11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84030" h="118741">
                  <a:moveTo>
                    <a:pt x="184030" y="118104"/>
                  </a:moveTo>
                  <a:lnTo>
                    <a:pt x="184030" y="12130"/>
                  </a:lnTo>
                  <a:cubicBezTo>
                    <a:pt x="184030" y="638"/>
                    <a:pt x="175723" y="0"/>
                    <a:pt x="173167" y="0"/>
                  </a:cubicBezTo>
                  <a:lnTo>
                    <a:pt x="11502" y="0"/>
                  </a:lnTo>
                  <a:cubicBezTo>
                    <a:pt x="7668" y="0"/>
                    <a:pt x="5112" y="1277"/>
                    <a:pt x="3195" y="3192"/>
                  </a:cubicBezTo>
                  <a:cubicBezTo>
                    <a:pt x="0" y="6384"/>
                    <a:pt x="0" y="12130"/>
                    <a:pt x="0" y="14045"/>
                  </a:cubicBezTo>
                  <a:lnTo>
                    <a:pt x="0" y="118742"/>
                  </a:lnTo>
                  <a:lnTo>
                    <a:pt x="184030" y="118742"/>
                  </a:lnTo>
                  <a:close/>
                  <a:moveTo>
                    <a:pt x="73484" y="51710"/>
                  </a:moveTo>
                  <a:cubicBezTo>
                    <a:pt x="71567" y="46603"/>
                    <a:pt x="71567" y="40858"/>
                    <a:pt x="74123" y="35750"/>
                  </a:cubicBezTo>
                  <a:cubicBezTo>
                    <a:pt x="77957" y="27451"/>
                    <a:pt x="85625" y="22344"/>
                    <a:pt x="95210" y="22344"/>
                  </a:cubicBezTo>
                  <a:cubicBezTo>
                    <a:pt x="95210" y="22344"/>
                    <a:pt x="95849" y="22344"/>
                    <a:pt x="95849" y="22344"/>
                  </a:cubicBezTo>
                  <a:cubicBezTo>
                    <a:pt x="113102" y="22982"/>
                    <a:pt x="118853" y="36389"/>
                    <a:pt x="118853" y="45326"/>
                  </a:cubicBezTo>
                  <a:cubicBezTo>
                    <a:pt x="118853" y="49157"/>
                    <a:pt x="116297" y="51710"/>
                    <a:pt x="112463" y="51710"/>
                  </a:cubicBezTo>
                  <a:cubicBezTo>
                    <a:pt x="109268" y="51710"/>
                    <a:pt x="106073" y="49157"/>
                    <a:pt x="106073" y="45326"/>
                  </a:cubicBezTo>
                  <a:cubicBezTo>
                    <a:pt x="106073" y="42773"/>
                    <a:pt x="104795" y="35112"/>
                    <a:pt x="95210" y="35112"/>
                  </a:cubicBezTo>
                  <a:cubicBezTo>
                    <a:pt x="88820" y="35112"/>
                    <a:pt x="86903" y="38304"/>
                    <a:pt x="85625" y="40219"/>
                  </a:cubicBezTo>
                  <a:cubicBezTo>
                    <a:pt x="84347" y="43411"/>
                    <a:pt x="84986" y="46603"/>
                    <a:pt x="86903" y="48518"/>
                  </a:cubicBezTo>
                  <a:cubicBezTo>
                    <a:pt x="87542" y="49157"/>
                    <a:pt x="88181" y="50434"/>
                    <a:pt x="88820" y="51072"/>
                  </a:cubicBezTo>
                  <a:lnTo>
                    <a:pt x="99683" y="51072"/>
                  </a:lnTo>
                  <a:cubicBezTo>
                    <a:pt x="103517" y="51072"/>
                    <a:pt x="106073" y="53626"/>
                    <a:pt x="106073" y="57456"/>
                  </a:cubicBezTo>
                  <a:cubicBezTo>
                    <a:pt x="106073" y="61286"/>
                    <a:pt x="103517" y="63840"/>
                    <a:pt x="99683" y="63840"/>
                  </a:cubicBezTo>
                  <a:lnTo>
                    <a:pt x="93932" y="63840"/>
                  </a:lnTo>
                  <a:cubicBezTo>
                    <a:pt x="93932" y="69586"/>
                    <a:pt x="92015" y="75331"/>
                    <a:pt x="88820" y="80438"/>
                  </a:cubicBezTo>
                  <a:lnTo>
                    <a:pt x="112463" y="80438"/>
                  </a:lnTo>
                  <a:cubicBezTo>
                    <a:pt x="116297" y="80438"/>
                    <a:pt x="118853" y="82992"/>
                    <a:pt x="118853" y="86822"/>
                  </a:cubicBezTo>
                  <a:cubicBezTo>
                    <a:pt x="118853" y="90653"/>
                    <a:pt x="116297" y="93206"/>
                    <a:pt x="112463" y="93206"/>
                  </a:cubicBezTo>
                  <a:lnTo>
                    <a:pt x="76679" y="93206"/>
                  </a:lnTo>
                  <a:cubicBezTo>
                    <a:pt x="74123" y="93206"/>
                    <a:pt x="72206" y="91930"/>
                    <a:pt x="70928" y="89376"/>
                  </a:cubicBezTo>
                  <a:cubicBezTo>
                    <a:pt x="69650" y="86822"/>
                    <a:pt x="70289" y="84269"/>
                    <a:pt x="71567" y="82354"/>
                  </a:cubicBezTo>
                  <a:cubicBezTo>
                    <a:pt x="79235" y="72778"/>
                    <a:pt x="81152" y="67032"/>
                    <a:pt x="81152" y="63202"/>
                  </a:cubicBezTo>
                  <a:lnTo>
                    <a:pt x="74123" y="63202"/>
                  </a:lnTo>
                  <a:cubicBezTo>
                    <a:pt x="70289" y="63202"/>
                    <a:pt x="67733" y="60648"/>
                    <a:pt x="67733" y="56818"/>
                  </a:cubicBezTo>
                  <a:cubicBezTo>
                    <a:pt x="67733" y="54902"/>
                    <a:pt x="70289" y="52349"/>
                    <a:pt x="73484" y="51710"/>
                  </a:cubicBezTo>
                  <a:close/>
                </a:path>
              </a:pathLst>
            </a:custGeom>
            <a:solidFill>
              <a:srgbClr val="43B02A"/>
            </a:solidFill>
            <a:ln w="6390" cap="flat">
              <a:noFill/>
              <a:prstDash val="solid"/>
              <a:miter/>
            </a:ln>
          </p:spPr>
          <p:txBody>
            <a:bodyPr rtlCol="0" anchor="ctr"/>
            <a:lstStyle/>
            <a:p>
              <a:endParaRPr lang="en-US"/>
            </a:p>
          </p:txBody>
        </p:sp>
      </p:grpSp>
      <p:grpSp>
        <p:nvGrpSpPr>
          <p:cNvPr id="1407" name="Graphic 1039">
            <a:extLst>
              <a:ext uri="{FF2B5EF4-FFF2-40B4-BE49-F238E27FC236}">
                <a16:creationId xmlns:a16="http://schemas.microsoft.com/office/drawing/2014/main" id="{69E72540-C8CD-D24C-9045-D5161F4E4BEB}"/>
              </a:ext>
            </a:extLst>
          </p:cNvPr>
          <p:cNvGrpSpPr/>
          <p:nvPr/>
        </p:nvGrpSpPr>
        <p:grpSpPr>
          <a:xfrm>
            <a:off x="467743" y="3824168"/>
            <a:ext cx="361670" cy="361333"/>
            <a:chOff x="467743" y="3824168"/>
            <a:chExt cx="361670" cy="361333"/>
          </a:xfrm>
          <a:solidFill>
            <a:srgbClr val="26890D"/>
          </a:solidFill>
        </p:grpSpPr>
        <p:sp>
          <p:nvSpPr>
            <p:cNvPr id="1408" name="Graphic 1039">
              <a:extLst>
                <a:ext uri="{FF2B5EF4-FFF2-40B4-BE49-F238E27FC236}">
                  <a16:creationId xmlns:a16="http://schemas.microsoft.com/office/drawing/2014/main" id="{912FA3E8-A90B-A042-824E-110C82E14D35}"/>
                </a:ext>
              </a:extLst>
            </p:cNvPr>
            <p:cNvSpPr/>
            <p:nvPr/>
          </p:nvSpPr>
          <p:spPr>
            <a:xfrm>
              <a:off x="467743" y="3824168"/>
              <a:ext cx="361670" cy="361333"/>
            </a:xfrm>
            <a:custGeom>
              <a:avLst/>
              <a:gdLst>
                <a:gd name="connsiteX0" fmla="*/ 180835 w 361670"/>
                <a:gd name="connsiteY0" fmla="*/ 349204 h 361333"/>
                <a:gd name="connsiteX1" fmla="*/ 12780 w 361670"/>
                <a:gd name="connsiteY1" fmla="*/ 181305 h 361333"/>
                <a:gd name="connsiteX2" fmla="*/ 180835 w 361670"/>
                <a:gd name="connsiteY2" fmla="*/ 13406 h 361333"/>
                <a:gd name="connsiteX3" fmla="*/ 348891 w 361670"/>
                <a:gd name="connsiteY3" fmla="*/ 181305 h 361333"/>
                <a:gd name="connsiteX4" fmla="*/ 180835 w 361670"/>
                <a:gd name="connsiteY4" fmla="*/ 349204 h 361333"/>
                <a:gd name="connsiteX5" fmla="*/ 180835 w 361670"/>
                <a:gd name="connsiteY5" fmla="*/ 0 h 361333"/>
                <a:gd name="connsiteX6" fmla="*/ 0 w 361670"/>
                <a:gd name="connsiteY6" fmla="*/ 180667 h 361333"/>
                <a:gd name="connsiteX7" fmla="*/ 180835 w 361670"/>
                <a:gd name="connsiteY7" fmla="*/ 361333 h 361333"/>
                <a:gd name="connsiteX8" fmla="*/ 361670 w 361670"/>
                <a:gd name="connsiteY8" fmla="*/ 180667 h 361333"/>
                <a:gd name="connsiteX9" fmla="*/ 180835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1076"/>
                    <a:pt x="280518" y="0"/>
                    <a:pt x="180835" y="0"/>
                  </a:cubicBezTo>
                </a:path>
              </a:pathLst>
            </a:custGeom>
            <a:solidFill>
              <a:srgbClr val="26890D"/>
            </a:solidFill>
            <a:ln w="6390" cap="flat">
              <a:noFill/>
              <a:prstDash val="solid"/>
              <a:miter/>
            </a:ln>
          </p:spPr>
          <p:txBody>
            <a:bodyPr rtlCol="0" anchor="ctr"/>
            <a:lstStyle/>
            <a:p>
              <a:endParaRPr lang="en-US"/>
            </a:p>
          </p:txBody>
        </p:sp>
        <p:sp>
          <p:nvSpPr>
            <p:cNvPr id="1409" name="Graphic 1039">
              <a:extLst>
                <a:ext uri="{FF2B5EF4-FFF2-40B4-BE49-F238E27FC236}">
                  <a16:creationId xmlns:a16="http://schemas.microsoft.com/office/drawing/2014/main" id="{55E4741C-D193-4147-B4EB-CA7F40F4F246}"/>
                </a:ext>
              </a:extLst>
            </p:cNvPr>
            <p:cNvSpPr/>
            <p:nvPr/>
          </p:nvSpPr>
          <p:spPr>
            <a:xfrm>
              <a:off x="565509" y="3881624"/>
              <a:ext cx="165526" cy="247059"/>
            </a:xfrm>
            <a:custGeom>
              <a:avLst/>
              <a:gdLst>
                <a:gd name="connsiteX0" fmla="*/ 153358 w 165526"/>
                <a:gd name="connsiteY0" fmla="*/ 153854 h 247059"/>
                <a:gd name="connsiteX1" fmla="*/ 142496 w 165526"/>
                <a:gd name="connsiteY1" fmla="*/ 164707 h 247059"/>
                <a:gd name="connsiteX2" fmla="*/ 140579 w 165526"/>
                <a:gd name="connsiteY2" fmla="*/ 164707 h 247059"/>
                <a:gd name="connsiteX3" fmla="*/ 141218 w 165526"/>
                <a:gd name="connsiteY3" fmla="*/ 159600 h 247059"/>
                <a:gd name="connsiteX4" fmla="*/ 141218 w 165526"/>
                <a:gd name="connsiteY4" fmla="*/ 17875 h 247059"/>
                <a:gd name="connsiteX5" fmla="*/ 140579 w 165526"/>
                <a:gd name="connsiteY5" fmla="*/ 12768 h 247059"/>
                <a:gd name="connsiteX6" fmla="*/ 142496 w 165526"/>
                <a:gd name="connsiteY6" fmla="*/ 12768 h 247059"/>
                <a:gd name="connsiteX7" fmla="*/ 153358 w 165526"/>
                <a:gd name="connsiteY7" fmla="*/ 23620 h 247059"/>
                <a:gd name="connsiteX8" fmla="*/ 153358 w 165526"/>
                <a:gd name="connsiteY8" fmla="*/ 153854 h 247059"/>
                <a:gd name="connsiteX9" fmla="*/ 97127 w 165526"/>
                <a:gd name="connsiteY9" fmla="*/ 187051 h 247059"/>
                <a:gd name="connsiteX10" fmla="*/ 88820 w 165526"/>
                <a:gd name="connsiteY10" fmla="*/ 197265 h 247059"/>
                <a:gd name="connsiteX11" fmla="*/ 79235 w 165526"/>
                <a:gd name="connsiteY11" fmla="*/ 210033 h 247059"/>
                <a:gd name="connsiteX12" fmla="*/ 79235 w 165526"/>
                <a:gd name="connsiteY12" fmla="*/ 212587 h 247059"/>
                <a:gd name="connsiteX13" fmla="*/ 21726 w 165526"/>
                <a:gd name="connsiteY13" fmla="*/ 212587 h 247059"/>
                <a:gd name="connsiteX14" fmla="*/ 21726 w 165526"/>
                <a:gd name="connsiteY14" fmla="*/ 148747 h 247059"/>
                <a:gd name="connsiteX15" fmla="*/ 27477 w 165526"/>
                <a:gd name="connsiteY15" fmla="*/ 134064 h 247059"/>
                <a:gd name="connsiteX16" fmla="*/ 40257 w 165526"/>
                <a:gd name="connsiteY16" fmla="*/ 121296 h 247059"/>
                <a:gd name="connsiteX17" fmla="*/ 40257 w 165526"/>
                <a:gd name="connsiteY17" fmla="*/ 135340 h 247059"/>
                <a:gd name="connsiteX18" fmla="*/ 42813 w 165526"/>
                <a:gd name="connsiteY18" fmla="*/ 140448 h 247059"/>
                <a:gd name="connsiteX19" fmla="*/ 32589 w 165526"/>
                <a:gd name="connsiteY19" fmla="*/ 150662 h 247059"/>
                <a:gd name="connsiteX20" fmla="*/ 32589 w 165526"/>
                <a:gd name="connsiteY20" fmla="*/ 159600 h 247059"/>
                <a:gd name="connsiteX21" fmla="*/ 41535 w 165526"/>
                <a:gd name="connsiteY21" fmla="*/ 159600 h 247059"/>
                <a:gd name="connsiteX22" fmla="*/ 84986 w 165526"/>
                <a:gd name="connsiteY22" fmla="*/ 116188 h 247059"/>
                <a:gd name="connsiteX23" fmla="*/ 81791 w 165526"/>
                <a:gd name="connsiteY23" fmla="*/ 134064 h 247059"/>
                <a:gd name="connsiteX24" fmla="*/ 56870 w 165526"/>
                <a:gd name="connsiteY24" fmla="*/ 158961 h 247059"/>
                <a:gd name="connsiteX25" fmla="*/ 56870 w 165526"/>
                <a:gd name="connsiteY25" fmla="*/ 167899 h 247059"/>
                <a:gd name="connsiteX26" fmla="*/ 56231 w 165526"/>
                <a:gd name="connsiteY26" fmla="*/ 189604 h 247059"/>
                <a:gd name="connsiteX27" fmla="*/ 56231 w 165526"/>
                <a:gd name="connsiteY27" fmla="*/ 198542 h 247059"/>
                <a:gd name="connsiteX28" fmla="*/ 60704 w 165526"/>
                <a:gd name="connsiteY28" fmla="*/ 200457 h 247059"/>
                <a:gd name="connsiteX29" fmla="*/ 65177 w 165526"/>
                <a:gd name="connsiteY29" fmla="*/ 198542 h 247059"/>
                <a:gd name="connsiteX30" fmla="*/ 74762 w 165526"/>
                <a:gd name="connsiteY30" fmla="*/ 176836 h 247059"/>
                <a:gd name="connsiteX31" fmla="*/ 97127 w 165526"/>
                <a:gd name="connsiteY31" fmla="*/ 176836 h 247059"/>
                <a:gd name="connsiteX32" fmla="*/ 97127 w 165526"/>
                <a:gd name="connsiteY32" fmla="*/ 187051 h 247059"/>
                <a:gd name="connsiteX33" fmla="*/ 53675 w 165526"/>
                <a:gd name="connsiteY33" fmla="*/ 23620 h 247059"/>
                <a:gd name="connsiteX34" fmla="*/ 64538 w 165526"/>
                <a:gd name="connsiteY34" fmla="*/ 12768 h 247059"/>
                <a:gd name="connsiteX35" fmla="*/ 106073 w 165526"/>
                <a:gd name="connsiteY35" fmla="*/ 12768 h 247059"/>
                <a:gd name="connsiteX36" fmla="*/ 105434 w 165526"/>
                <a:gd name="connsiteY36" fmla="*/ 17875 h 247059"/>
                <a:gd name="connsiteX37" fmla="*/ 105434 w 165526"/>
                <a:gd name="connsiteY37" fmla="*/ 159600 h 247059"/>
                <a:gd name="connsiteX38" fmla="*/ 106073 w 165526"/>
                <a:gd name="connsiteY38" fmla="*/ 164707 h 247059"/>
                <a:gd name="connsiteX39" fmla="*/ 70289 w 165526"/>
                <a:gd name="connsiteY39" fmla="*/ 164707 h 247059"/>
                <a:gd name="connsiteX40" fmla="*/ 90737 w 165526"/>
                <a:gd name="connsiteY40" fmla="*/ 144278 h 247059"/>
                <a:gd name="connsiteX41" fmla="*/ 94571 w 165526"/>
                <a:gd name="connsiteY41" fmla="*/ 108528 h 247059"/>
                <a:gd name="connsiteX42" fmla="*/ 86903 w 165526"/>
                <a:gd name="connsiteY42" fmla="*/ 103420 h 247059"/>
                <a:gd name="connsiteX43" fmla="*/ 77957 w 165526"/>
                <a:gd name="connsiteY43" fmla="*/ 106612 h 247059"/>
                <a:gd name="connsiteX44" fmla="*/ 53036 w 165526"/>
                <a:gd name="connsiteY44" fmla="*/ 132148 h 247059"/>
                <a:gd name="connsiteX45" fmla="*/ 53036 w 165526"/>
                <a:gd name="connsiteY45" fmla="*/ 23620 h 247059"/>
                <a:gd name="connsiteX46" fmla="*/ 127799 w 165526"/>
                <a:gd name="connsiteY46" fmla="*/ 17875 h 247059"/>
                <a:gd name="connsiteX47" fmla="*/ 127799 w 165526"/>
                <a:gd name="connsiteY47" fmla="*/ 159600 h 247059"/>
                <a:gd name="connsiteX48" fmla="*/ 122687 w 165526"/>
                <a:gd name="connsiteY48" fmla="*/ 164707 h 247059"/>
                <a:gd name="connsiteX49" fmla="*/ 117575 w 165526"/>
                <a:gd name="connsiteY49" fmla="*/ 159600 h 247059"/>
                <a:gd name="connsiteX50" fmla="*/ 117575 w 165526"/>
                <a:gd name="connsiteY50" fmla="*/ 17875 h 247059"/>
                <a:gd name="connsiteX51" fmla="*/ 122687 w 165526"/>
                <a:gd name="connsiteY51" fmla="*/ 12768 h 247059"/>
                <a:gd name="connsiteX52" fmla="*/ 127799 w 165526"/>
                <a:gd name="connsiteY52" fmla="*/ 17875 h 247059"/>
                <a:gd name="connsiteX53" fmla="*/ 142496 w 165526"/>
                <a:gd name="connsiteY53" fmla="*/ 0 h 247059"/>
                <a:gd name="connsiteX54" fmla="*/ 63899 w 165526"/>
                <a:gd name="connsiteY54" fmla="*/ 0 h 247059"/>
                <a:gd name="connsiteX55" fmla="*/ 40257 w 165526"/>
                <a:gd name="connsiteY55" fmla="*/ 23620 h 247059"/>
                <a:gd name="connsiteX56" fmla="*/ 40257 w 165526"/>
                <a:gd name="connsiteY56" fmla="*/ 104059 h 247059"/>
                <a:gd name="connsiteX57" fmla="*/ 18531 w 165526"/>
                <a:gd name="connsiteY57" fmla="*/ 125764 h 247059"/>
                <a:gd name="connsiteX58" fmla="*/ 8946 w 165526"/>
                <a:gd name="connsiteY58" fmla="*/ 149385 h 247059"/>
                <a:gd name="connsiteX59" fmla="*/ 8946 w 165526"/>
                <a:gd name="connsiteY59" fmla="*/ 213863 h 247059"/>
                <a:gd name="connsiteX60" fmla="*/ 0 w 165526"/>
                <a:gd name="connsiteY60" fmla="*/ 226631 h 247059"/>
                <a:gd name="connsiteX61" fmla="*/ 0 w 165526"/>
                <a:gd name="connsiteY61" fmla="*/ 240676 h 247059"/>
                <a:gd name="connsiteX62" fmla="*/ 6390 w 165526"/>
                <a:gd name="connsiteY62" fmla="*/ 247060 h 247059"/>
                <a:gd name="connsiteX63" fmla="*/ 12780 w 165526"/>
                <a:gd name="connsiteY63" fmla="*/ 240676 h 247059"/>
                <a:gd name="connsiteX64" fmla="*/ 12780 w 165526"/>
                <a:gd name="connsiteY64" fmla="*/ 226631 h 247059"/>
                <a:gd name="connsiteX65" fmla="*/ 13419 w 165526"/>
                <a:gd name="connsiteY65" fmla="*/ 225993 h 247059"/>
                <a:gd name="connsiteX66" fmla="*/ 86903 w 165526"/>
                <a:gd name="connsiteY66" fmla="*/ 225993 h 247059"/>
                <a:gd name="connsiteX67" fmla="*/ 87542 w 165526"/>
                <a:gd name="connsiteY67" fmla="*/ 226631 h 247059"/>
                <a:gd name="connsiteX68" fmla="*/ 87542 w 165526"/>
                <a:gd name="connsiteY68" fmla="*/ 240676 h 247059"/>
                <a:gd name="connsiteX69" fmla="*/ 93932 w 165526"/>
                <a:gd name="connsiteY69" fmla="*/ 247060 h 247059"/>
                <a:gd name="connsiteX70" fmla="*/ 100322 w 165526"/>
                <a:gd name="connsiteY70" fmla="*/ 240676 h 247059"/>
                <a:gd name="connsiteX71" fmla="*/ 100322 w 165526"/>
                <a:gd name="connsiteY71" fmla="*/ 226631 h 247059"/>
                <a:gd name="connsiteX72" fmla="*/ 91376 w 165526"/>
                <a:gd name="connsiteY72" fmla="*/ 213863 h 247059"/>
                <a:gd name="connsiteX73" fmla="*/ 91376 w 165526"/>
                <a:gd name="connsiteY73" fmla="*/ 210671 h 247059"/>
                <a:gd name="connsiteX74" fmla="*/ 92015 w 165526"/>
                <a:gd name="connsiteY74" fmla="*/ 210033 h 247059"/>
                <a:gd name="connsiteX75" fmla="*/ 109268 w 165526"/>
                <a:gd name="connsiteY75" fmla="*/ 187689 h 247059"/>
                <a:gd name="connsiteX76" fmla="*/ 109268 w 165526"/>
                <a:gd name="connsiteY76" fmla="*/ 177475 h 247059"/>
                <a:gd name="connsiteX77" fmla="*/ 141857 w 165526"/>
                <a:gd name="connsiteY77" fmla="*/ 177475 h 247059"/>
                <a:gd name="connsiteX78" fmla="*/ 165499 w 165526"/>
                <a:gd name="connsiteY78" fmla="*/ 153854 h 247059"/>
                <a:gd name="connsiteX79" fmla="*/ 165499 w 165526"/>
                <a:gd name="connsiteY79" fmla="*/ 23620 h 247059"/>
                <a:gd name="connsiteX80" fmla="*/ 142496 w 165526"/>
                <a:gd name="connsiteY80" fmla="*/ 0 h 247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65526" h="247059">
                  <a:moveTo>
                    <a:pt x="153358" y="153854"/>
                  </a:moveTo>
                  <a:cubicBezTo>
                    <a:pt x="153358" y="159600"/>
                    <a:pt x="148247" y="164707"/>
                    <a:pt x="142496" y="164707"/>
                  </a:cubicBezTo>
                  <a:lnTo>
                    <a:pt x="140579" y="164707"/>
                  </a:lnTo>
                  <a:cubicBezTo>
                    <a:pt x="141218" y="162792"/>
                    <a:pt x="141218" y="161515"/>
                    <a:pt x="141218" y="159600"/>
                  </a:cubicBezTo>
                  <a:lnTo>
                    <a:pt x="141218" y="17875"/>
                  </a:lnTo>
                  <a:cubicBezTo>
                    <a:pt x="141218" y="15960"/>
                    <a:pt x="140579" y="14683"/>
                    <a:pt x="140579" y="12768"/>
                  </a:cubicBezTo>
                  <a:lnTo>
                    <a:pt x="142496" y="12768"/>
                  </a:lnTo>
                  <a:cubicBezTo>
                    <a:pt x="148247" y="12768"/>
                    <a:pt x="153358" y="17875"/>
                    <a:pt x="153358" y="23620"/>
                  </a:cubicBezTo>
                  <a:lnTo>
                    <a:pt x="153358" y="153854"/>
                  </a:lnTo>
                  <a:close/>
                  <a:moveTo>
                    <a:pt x="97127" y="187051"/>
                  </a:moveTo>
                  <a:cubicBezTo>
                    <a:pt x="97127" y="190243"/>
                    <a:pt x="96488" y="195350"/>
                    <a:pt x="88820" y="197265"/>
                  </a:cubicBezTo>
                  <a:cubicBezTo>
                    <a:pt x="83069" y="199180"/>
                    <a:pt x="79235" y="204287"/>
                    <a:pt x="79235" y="210033"/>
                  </a:cubicBezTo>
                  <a:lnTo>
                    <a:pt x="79235" y="212587"/>
                  </a:lnTo>
                  <a:lnTo>
                    <a:pt x="21726" y="212587"/>
                  </a:lnTo>
                  <a:lnTo>
                    <a:pt x="21726" y="148747"/>
                  </a:lnTo>
                  <a:cubicBezTo>
                    <a:pt x="21726" y="143001"/>
                    <a:pt x="23643" y="137894"/>
                    <a:pt x="27477" y="134064"/>
                  </a:cubicBezTo>
                  <a:lnTo>
                    <a:pt x="40257" y="121296"/>
                  </a:lnTo>
                  <a:lnTo>
                    <a:pt x="40257" y="135340"/>
                  </a:lnTo>
                  <a:cubicBezTo>
                    <a:pt x="40257" y="137256"/>
                    <a:pt x="41535" y="139171"/>
                    <a:pt x="42813" y="140448"/>
                  </a:cubicBezTo>
                  <a:lnTo>
                    <a:pt x="32589" y="150662"/>
                  </a:lnTo>
                  <a:cubicBezTo>
                    <a:pt x="30033" y="153216"/>
                    <a:pt x="30033" y="157046"/>
                    <a:pt x="32589" y="159600"/>
                  </a:cubicBezTo>
                  <a:cubicBezTo>
                    <a:pt x="35145" y="162153"/>
                    <a:pt x="38979" y="162153"/>
                    <a:pt x="41535" y="159600"/>
                  </a:cubicBezTo>
                  <a:lnTo>
                    <a:pt x="84986" y="116188"/>
                  </a:lnTo>
                  <a:cubicBezTo>
                    <a:pt x="88181" y="122572"/>
                    <a:pt x="86903" y="128956"/>
                    <a:pt x="81791" y="134064"/>
                  </a:cubicBezTo>
                  <a:lnTo>
                    <a:pt x="56870" y="158961"/>
                  </a:lnTo>
                  <a:cubicBezTo>
                    <a:pt x="54314" y="161515"/>
                    <a:pt x="54314" y="165345"/>
                    <a:pt x="56870" y="167899"/>
                  </a:cubicBezTo>
                  <a:cubicBezTo>
                    <a:pt x="63899" y="175560"/>
                    <a:pt x="63899" y="181944"/>
                    <a:pt x="56231" y="189604"/>
                  </a:cubicBezTo>
                  <a:cubicBezTo>
                    <a:pt x="53675" y="192158"/>
                    <a:pt x="53675" y="195988"/>
                    <a:pt x="56231" y="198542"/>
                  </a:cubicBezTo>
                  <a:cubicBezTo>
                    <a:pt x="57509" y="199819"/>
                    <a:pt x="59426" y="200457"/>
                    <a:pt x="60704" y="200457"/>
                  </a:cubicBezTo>
                  <a:cubicBezTo>
                    <a:pt x="62621" y="200457"/>
                    <a:pt x="63899" y="199819"/>
                    <a:pt x="65177" y="198542"/>
                  </a:cubicBezTo>
                  <a:cubicBezTo>
                    <a:pt x="72206" y="191519"/>
                    <a:pt x="75401" y="183859"/>
                    <a:pt x="74762" y="176836"/>
                  </a:cubicBezTo>
                  <a:lnTo>
                    <a:pt x="97127" y="176836"/>
                  </a:lnTo>
                  <a:lnTo>
                    <a:pt x="97127" y="187051"/>
                  </a:lnTo>
                  <a:close/>
                  <a:moveTo>
                    <a:pt x="53675" y="23620"/>
                  </a:moveTo>
                  <a:cubicBezTo>
                    <a:pt x="53675" y="17875"/>
                    <a:pt x="58787" y="12768"/>
                    <a:pt x="64538" y="12768"/>
                  </a:cubicBezTo>
                  <a:lnTo>
                    <a:pt x="106073" y="12768"/>
                  </a:lnTo>
                  <a:cubicBezTo>
                    <a:pt x="105434" y="14683"/>
                    <a:pt x="105434" y="15960"/>
                    <a:pt x="105434" y="17875"/>
                  </a:cubicBezTo>
                  <a:lnTo>
                    <a:pt x="105434" y="159600"/>
                  </a:lnTo>
                  <a:cubicBezTo>
                    <a:pt x="105434" y="161515"/>
                    <a:pt x="106073" y="162792"/>
                    <a:pt x="106073" y="164707"/>
                  </a:cubicBezTo>
                  <a:lnTo>
                    <a:pt x="70289" y="164707"/>
                  </a:lnTo>
                  <a:lnTo>
                    <a:pt x="90737" y="144278"/>
                  </a:lnTo>
                  <a:cubicBezTo>
                    <a:pt x="100961" y="134064"/>
                    <a:pt x="102239" y="121296"/>
                    <a:pt x="94571" y="108528"/>
                  </a:cubicBezTo>
                  <a:cubicBezTo>
                    <a:pt x="92654" y="105974"/>
                    <a:pt x="90098" y="104059"/>
                    <a:pt x="86903" y="103420"/>
                  </a:cubicBezTo>
                  <a:cubicBezTo>
                    <a:pt x="83708" y="102782"/>
                    <a:pt x="80513" y="104059"/>
                    <a:pt x="77957" y="106612"/>
                  </a:cubicBezTo>
                  <a:lnTo>
                    <a:pt x="53036" y="132148"/>
                  </a:lnTo>
                  <a:lnTo>
                    <a:pt x="53036" y="23620"/>
                  </a:lnTo>
                  <a:close/>
                  <a:moveTo>
                    <a:pt x="127799" y="17875"/>
                  </a:moveTo>
                  <a:lnTo>
                    <a:pt x="127799" y="159600"/>
                  </a:lnTo>
                  <a:cubicBezTo>
                    <a:pt x="127799" y="162153"/>
                    <a:pt x="125243" y="164707"/>
                    <a:pt x="122687" y="164707"/>
                  </a:cubicBezTo>
                  <a:cubicBezTo>
                    <a:pt x="120131" y="164707"/>
                    <a:pt x="117575" y="162153"/>
                    <a:pt x="117575" y="159600"/>
                  </a:cubicBezTo>
                  <a:lnTo>
                    <a:pt x="117575" y="17875"/>
                  </a:lnTo>
                  <a:cubicBezTo>
                    <a:pt x="117575" y="15321"/>
                    <a:pt x="120131" y="12768"/>
                    <a:pt x="122687" y="12768"/>
                  </a:cubicBezTo>
                  <a:cubicBezTo>
                    <a:pt x="125243" y="12768"/>
                    <a:pt x="127799" y="15321"/>
                    <a:pt x="127799" y="17875"/>
                  </a:cubicBezTo>
                  <a:moveTo>
                    <a:pt x="142496" y="0"/>
                  </a:moveTo>
                  <a:lnTo>
                    <a:pt x="63899" y="0"/>
                  </a:lnTo>
                  <a:cubicBezTo>
                    <a:pt x="51119" y="0"/>
                    <a:pt x="40257" y="10852"/>
                    <a:pt x="40257" y="23620"/>
                  </a:cubicBezTo>
                  <a:lnTo>
                    <a:pt x="40257" y="104059"/>
                  </a:lnTo>
                  <a:lnTo>
                    <a:pt x="18531" y="125764"/>
                  </a:lnTo>
                  <a:cubicBezTo>
                    <a:pt x="12141" y="132148"/>
                    <a:pt x="8946" y="140448"/>
                    <a:pt x="8946" y="149385"/>
                  </a:cubicBezTo>
                  <a:lnTo>
                    <a:pt x="8946" y="213863"/>
                  </a:lnTo>
                  <a:cubicBezTo>
                    <a:pt x="3834" y="215779"/>
                    <a:pt x="0" y="220886"/>
                    <a:pt x="0" y="226631"/>
                  </a:cubicBezTo>
                  <a:lnTo>
                    <a:pt x="0" y="240676"/>
                  </a:lnTo>
                  <a:cubicBezTo>
                    <a:pt x="0" y="244506"/>
                    <a:pt x="2556" y="247060"/>
                    <a:pt x="6390" y="247060"/>
                  </a:cubicBezTo>
                  <a:cubicBezTo>
                    <a:pt x="10224" y="247060"/>
                    <a:pt x="12780" y="244506"/>
                    <a:pt x="12780" y="240676"/>
                  </a:cubicBezTo>
                  <a:lnTo>
                    <a:pt x="12780" y="226631"/>
                  </a:lnTo>
                  <a:cubicBezTo>
                    <a:pt x="12780" y="225993"/>
                    <a:pt x="13419" y="225993"/>
                    <a:pt x="13419" y="225993"/>
                  </a:cubicBezTo>
                  <a:lnTo>
                    <a:pt x="86903" y="225993"/>
                  </a:lnTo>
                  <a:cubicBezTo>
                    <a:pt x="87542" y="225993"/>
                    <a:pt x="87542" y="226631"/>
                    <a:pt x="87542" y="226631"/>
                  </a:cubicBezTo>
                  <a:lnTo>
                    <a:pt x="87542" y="240676"/>
                  </a:lnTo>
                  <a:cubicBezTo>
                    <a:pt x="87542" y="244506"/>
                    <a:pt x="90098" y="247060"/>
                    <a:pt x="93932" y="247060"/>
                  </a:cubicBezTo>
                  <a:cubicBezTo>
                    <a:pt x="97766" y="247060"/>
                    <a:pt x="100322" y="244506"/>
                    <a:pt x="100322" y="240676"/>
                  </a:cubicBezTo>
                  <a:lnTo>
                    <a:pt x="100322" y="226631"/>
                  </a:lnTo>
                  <a:cubicBezTo>
                    <a:pt x="100322" y="220886"/>
                    <a:pt x="96488" y="215779"/>
                    <a:pt x="91376" y="213863"/>
                  </a:cubicBezTo>
                  <a:lnTo>
                    <a:pt x="91376" y="210671"/>
                  </a:lnTo>
                  <a:cubicBezTo>
                    <a:pt x="91376" y="210033"/>
                    <a:pt x="91376" y="210033"/>
                    <a:pt x="92015" y="210033"/>
                  </a:cubicBezTo>
                  <a:cubicBezTo>
                    <a:pt x="102878" y="206841"/>
                    <a:pt x="109268" y="198542"/>
                    <a:pt x="109268" y="187689"/>
                  </a:cubicBezTo>
                  <a:lnTo>
                    <a:pt x="109268" y="177475"/>
                  </a:lnTo>
                  <a:lnTo>
                    <a:pt x="141857" y="177475"/>
                  </a:lnTo>
                  <a:cubicBezTo>
                    <a:pt x="154636" y="177475"/>
                    <a:pt x="165499" y="166622"/>
                    <a:pt x="165499" y="153854"/>
                  </a:cubicBezTo>
                  <a:lnTo>
                    <a:pt x="165499" y="23620"/>
                  </a:lnTo>
                  <a:cubicBezTo>
                    <a:pt x="166138" y="10852"/>
                    <a:pt x="155275" y="0"/>
                    <a:pt x="142496" y="0"/>
                  </a:cubicBezTo>
                </a:path>
              </a:pathLst>
            </a:custGeom>
            <a:solidFill>
              <a:srgbClr val="26890D"/>
            </a:solidFill>
            <a:ln w="6390" cap="flat">
              <a:noFill/>
              <a:prstDash val="solid"/>
              <a:miter/>
            </a:ln>
          </p:spPr>
          <p:txBody>
            <a:bodyPr rtlCol="0" anchor="ctr"/>
            <a:lstStyle/>
            <a:p>
              <a:endParaRPr lang="en-US"/>
            </a:p>
          </p:txBody>
        </p:sp>
      </p:grpSp>
      <p:grpSp>
        <p:nvGrpSpPr>
          <p:cNvPr id="1410" name="Graphic 1039">
            <a:extLst>
              <a:ext uri="{FF2B5EF4-FFF2-40B4-BE49-F238E27FC236}">
                <a16:creationId xmlns:a16="http://schemas.microsoft.com/office/drawing/2014/main" id="{4EE6615C-3E8A-1D4D-B9BB-F05DE449B4FD}"/>
              </a:ext>
            </a:extLst>
          </p:cNvPr>
          <p:cNvGrpSpPr/>
          <p:nvPr/>
        </p:nvGrpSpPr>
        <p:grpSpPr>
          <a:xfrm>
            <a:off x="905454" y="3824168"/>
            <a:ext cx="361674" cy="361333"/>
            <a:chOff x="905454" y="3824168"/>
            <a:chExt cx="361674" cy="361333"/>
          </a:xfrm>
          <a:solidFill>
            <a:srgbClr val="26890D"/>
          </a:solidFill>
        </p:grpSpPr>
        <p:sp>
          <p:nvSpPr>
            <p:cNvPr id="1411" name="Graphic 1039">
              <a:extLst>
                <a:ext uri="{FF2B5EF4-FFF2-40B4-BE49-F238E27FC236}">
                  <a16:creationId xmlns:a16="http://schemas.microsoft.com/office/drawing/2014/main" id="{5B2C0C0B-8F2D-BE4C-BC19-92E0A31A380D}"/>
                </a:ext>
              </a:extLst>
            </p:cNvPr>
            <p:cNvSpPr/>
            <p:nvPr/>
          </p:nvSpPr>
          <p:spPr>
            <a:xfrm>
              <a:off x="1057534" y="3893753"/>
              <a:ext cx="52397" cy="151938"/>
            </a:xfrm>
            <a:custGeom>
              <a:avLst/>
              <a:gdLst>
                <a:gd name="connsiteX0" fmla="*/ 24282 w 52397"/>
                <a:gd name="connsiteY0" fmla="*/ 93845 h 151938"/>
                <a:gd name="connsiteX1" fmla="*/ 33228 w 52397"/>
                <a:gd name="connsiteY1" fmla="*/ 90653 h 151938"/>
                <a:gd name="connsiteX2" fmla="*/ 40896 w 52397"/>
                <a:gd name="connsiteY2" fmla="*/ 95760 h 151938"/>
                <a:gd name="connsiteX3" fmla="*/ 37062 w 52397"/>
                <a:gd name="connsiteY3" fmla="*/ 131510 h 151938"/>
                <a:gd name="connsiteX4" fmla="*/ 16614 w 52397"/>
                <a:gd name="connsiteY4" fmla="*/ 151939 h 151938"/>
                <a:gd name="connsiteX5" fmla="*/ 52397 w 52397"/>
                <a:gd name="connsiteY5" fmla="*/ 151939 h 151938"/>
                <a:gd name="connsiteX6" fmla="*/ 51759 w 52397"/>
                <a:gd name="connsiteY6" fmla="*/ 146832 h 151938"/>
                <a:gd name="connsiteX7" fmla="*/ 51759 w 52397"/>
                <a:gd name="connsiteY7" fmla="*/ 5107 h 151938"/>
                <a:gd name="connsiteX8" fmla="*/ 52397 w 52397"/>
                <a:gd name="connsiteY8" fmla="*/ 0 h 151938"/>
                <a:gd name="connsiteX9" fmla="*/ 10863 w 52397"/>
                <a:gd name="connsiteY9" fmla="*/ 0 h 151938"/>
                <a:gd name="connsiteX10" fmla="*/ 0 w 52397"/>
                <a:gd name="connsiteY10" fmla="*/ 10853 h 151938"/>
                <a:gd name="connsiteX11" fmla="*/ 0 w 52397"/>
                <a:gd name="connsiteY11" fmla="*/ 119381 h 151938"/>
                <a:gd name="connsiteX12" fmla="*/ 24282 w 52397"/>
                <a:gd name="connsiteY12" fmla="*/ 93845 h 151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397" h="151938">
                  <a:moveTo>
                    <a:pt x="24282" y="93845"/>
                  </a:moveTo>
                  <a:cubicBezTo>
                    <a:pt x="26838" y="91291"/>
                    <a:pt x="30033" y="90653"/>
                    <a:pt x="33228" y="90653"/>
                  </a:cubicBezTo>
                  <a:cubicBezTo>
                    <a:pt x="36423" y="91291"/>
                    <a:pt x="39618" y="93206"/>
                    <a:pt x="40896" y="95760"/>
                  </a:cubicBezTo>
                  <a:cubicBezTo>
                    <a:pt x="48564" y="108528"/>
                    <a:pt x="47285" y="121296"/>
                    <a:pt x="37062" y="131510"/>
                  </a:cubicBezTo>
                  <a:lnTo>
                    <a:pt x="16614" y="151939"/>
                  </a:lnTo>
                  <a:lnTo>
                    <a:pt x="52397" y="151939"/>
                  </a:lnTo>
                  <a:cubicBezTo>
                    <a:pt x="51759" y="150024"/>
                    <a:pt x="51759" y="148747"/>
                    <a:pt x="51759" y="146832"/>
                  </a:cubicBezTo>
                  <a:lnTo>
                    <a:pt x="51759" y="5107"/>
                  </a:lnTo>
                  <a:cubicBezTo>
                    <a:pt x="51759" y="3192"/>
                    <a:pt x="52397" y="1915"/>
                    <a:pt x="52397" y="0"/>
                  </a:cubicBezTo>
                  <a:lnTo>
                    <a:pt x="10863" y="0"/>
                  </a:lnTo>
                  <a:cubicBezTo>
                    <a:pt x="5112" y="0"/>
                    <a:pt x="0" y="5107"/>
                    <a:pt x="0" y="10853"/>
                  </a:cubicBezTo>
                  <a:lnTo>
                    <a:pt x="0" y="119381"/>
                  </a:lnTo>
                  <a:lnTo>
                    <a:pt x="24282" y="93845"/>
                  </a:lnTo>
                  <a:close/>
                </a:path>
              </a:pathLst>
            </a:custGeom>
            <a:solidFill>
              <a:srgbClr val="26890D"/>
            </a:solidFill>
            <a:ln w="6390" cap="flat">
              <a:noFill/>
              <a:prstDash val="solid"/>
              <a:miter/>
            </a:ln>
          </p:spPr>
          <p:txBody>
            <a:bodyPr rtlCol="0" anchor="ctr"/>
            <a:lstStyle/>
            <a:p>
              <a:endParaRPr lang="en-US"/>
            </a:p>
          </p:txBody>
        </p:sp>
        <p:sp>
          <p:nvSpPr>
            <p:cNvPr id="1412" name="Graphic 1039">
              <a:extLst>
                <a:ext uri="{FF2B5EF4-FFF2-40B4-BE49-F238E27FC236}">
                  <a16:creationId xmlns:a16="http://schemas.microsoft.com/office/drawing/2014/main" id="{B73B5B50-A668-BB48-ABB6-F2FFACFAB3D5}"/>
                </a:ext>
              </a:extLst>
            </p:cNvPr>
            <p:cNvSpPr/>
            <p:nvPr/>
          </p:nvSpPr>
          <p:spPr>
            <a:xfrm>
              <a:off x="1024945" y="3998450"/>
              <a:ext cx="75401" cy="96397"/>
            </a:xfrm>
            <a:custGeom>
              <a:avLst/>
              <a:gdLst>
                <a:gd name="connsiteX0" fmla="*/ 43452 w 75401"/>
                <a:gd name="connsiteY0" fmla="*/ 82353 h 96397"/>
                <a:gd name="connsiteX1" fmla="*/ 38979 w 75401"/>
                <a:gd name="connsiteY1" fmla="*/ 84269 h 96397"/>
                <a:gd name="connsiteX2" fmla="*/ 34506 w 75401"/>
                <a:gd name="connsiteY2" fmla="*/ 82353 h 96397"/>
                <a:gd name="connsiteX3" fmla="*/ 34506 w 75401"/>
                <a:gd name="connsiteY3" fmla="*/ 73416 h 96397"/>
                <a:gd name="connsiteX4" fmla="*/ 35145 w 75401"/>
                <a:gd name="connsiteY4" fmla="*/ 51710 h 96397"/>
                <a:gd name="connsiteX5" fmla="*/ 35145 w 75401"/>
                <a:gd name="connsiteY5" fmla="*/ 42773 h 96397"/>
                <a:gd name="connsiteX6" fmla="*/ 60065 w 75401"/>
                <a:gd name="connsiteY6" fmla="*/ 17875 h 96397"/>
                <a:gd name="connsiteX7" fmla="*/ 63260 w 75401"/>
                <a:gd name="connsiteY7" fmla="*/ 0 h 96397"/>
                <a:gd name="connsiteX8" fmla="*/ 19809 w 75401"/>
                <a:gd name="connsiteY8" fmla="*/ 43411 h 96397"/>
                <a:gd name="connsiteX9" fmla="*/ 10863 w 75401"/>
                <a:gd name="connsiteY9" fmla="*/ 43411 h 96397"/>
                <a:gd name="connsiteX10" fmla="*/ 10863 w 75401"/>
                <a:gd name="connsiteY10" fmla="*/ 34473 h 96397"/>
                <a:gd name="connsiteX11" fmla="*/ 21087 w 75401"/>
                <a:gd name="connsiteY11" fmla="*/ 24259 h 96397"/>
                <a:gd name="connsiteX12" fmla="*/ 18531 w 75401"/>
                <a:gd name="connsiteY12" fmla="*/ 19152 h 96397"/>
                <a:gd name="connsiteX13" fmla="*/ 18531 w 75401"/>
                <a:gd name="connsiteY13" fmla="*/ 5107 h 96397"/>
                <a:gd name="connsiteX14" fmla="*/ 5751 w 75401"/>
                <a:gd name="connsiteY14" fmla="*/ 17875 h 96397"/>
                <a:gd name="connsiteX15" fmla="*/ 0 w 75401"/>
                <a:gd name="connsiteY15" fmla="*/ 32558 h 96397"/>
                <a:gd name="connsiteX16" fmla="*/ 0 w 75401"/>
                <a:gd name="connsiteY16" fmla="*/ 96398 h 96397"/>
                <a:gd name="connsiteX17" fmla="*/ 57509 w 75401"/>
                <a:gd name="connsiteY17" fmla="*/ 96398 h 96397"/>
                <a:gd name="connsiteX18" fmla="*/ 57509 w 75401"/>
                <a:gd name="connsiteY18" fmla="*/ 93845 h 96397"/>
                <a:gd name="connsiteX19" fmla="*/ 67094 w 75401"/>
                <a:gd name="connsiteY19" fmla="*/ 81077 h 96397"/>
                <a:gd name="connsiteX20" fmla="*/ 75401 w 75401"/>
                <a:gd name="connsiteY20" fmla="*/ 70862 h 96397"/>
                <a:gd name="connsiteX21" fmla="*/ 75401 w 75401"/>
                <a:gd name="connsiteY21" fmla="*/ 60648 h 96397"/>
                <a:gd name="connsiteX22" fmla="*/ 53036 w 75401"/>
                <a:gd name="connsiteY22" fmla="*/ 60648 h 96397"/>
                <a:gd name="connsiteX23" fmla="*/ 43452 w 75401"/>
                <a:gd name="connsiteY23" fmla="*/ 82353 h 9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5401" h="96397">
                  <a:moveTo>
                    <a:pt x="43452" y="82353"/>
                  </a:moveTo>
                  <a:cubicBezTo>
                    <a:pt x="42174" y="83630"/>
                    <a:pt x="40257" y="84269"/>
                    <a:pt x="38979" y="84269"/>
                  </a:cubicBezTo>
                  <a:cubicBezTo>
                    <a:pt x="37062" y="84269"/>
                    <a:pt x="35784" y="83630"/>
                    <a:pt x="34506" y="82353"/>
                  </a:cubicBezTo>
                  <a:cubicBezTo>
                    <a:pt x="31950" y="79800"/>
                    <a:pt x="31950" y="75969"/>
                    <a:pt x="34506" y="73416"/>
                  </a:cubicBezTo>
                  <a:cubicBezTo>
                    <a:pt x="42174" y="65755"/>
                    <a:pt x="42174" y="59371"/>
                    <a:pt x="35145" y="51710"/>
                  </a:cubicBezTo>
                  <a:cubicBezTo>
                    <a:pt x="32589" y="49157"/>
                    <a:pt x="32589" y="45326"/>
                    <a:pt x="35145" y="42773"/>
                  </a:cubicBezTo>
                  <a:lnTo>
                    <a:pt x="60065" y="17875"/>
                  </a:lnTo>
                  <a:cubicBezTo>
                    <a:pt x="65177" y="12768"/>
                    <a:pt x="66455" y="6384"/>
                    <a:pt x="63260" y="0"/>
                  </a:cubicBezTo>
                  <a:lnTo>
                    <a:pt x="19809" y="43411"/>
                  </a:lnTo>
                  <a:cubicBezTo>
                    <a:pt x="17253" y="45965"/>
                    <a:pt x="13419" y="45965"/>
                    <a:pt x="10863" y="43411"/>
                  </a:cubicBezTo>
                  <a:cubicBezTo>
                    <a:pt x="8307" y="40857"/>
                    <a:pt x="8307" y="37027"/>
                    <a:pt x="10863" y="34473"/>
                  </a:cubicBezTo>
                  <a:lnTo>
                    <a:pt x="21087" y="24259"/>
                  </a:lnTo>
                  <a:cubicBezTo>
                    <a:pt x="19809" y="22982"/>
                    <a:pt x="18531" y="21067"/>
                    <a:pt x="18531" y="19152"/>
                  </a:cubicBezTo>
                  <a:lnTo>
                    <a:pt x="18531" y="5107"/>
                  </a:lnTo>
                  <a:lnTo>
                    <a:pt x="5751" y="17875"/>
                  </a:lnTo>
                  <a:cubicBezTo>
                    <a:pt x="1917" y="21705"/>
                    <a:pt x="0" y="26813"/>
                    <a:pt x="0" y="32558"/>
                  </a:cubicBezTo>
                  <a:lnTo>
                    <a:pt x="0" y="96398"/>
                  </a:lnTo>
                  <a:lnTo>
                    <a:pt x="57509" y="96398"/>
                  </a:lnTo>
                  <a:lnTo>
                    <a:pt x="57509" y="93845"/>
                  </a:lnTo>
                  <a:cubicBezTo>
                    <a:pt x="57509" y="88099"/>
                    <a:pt x="61343" y="82353"/>
                    <a:pt x="67094" y="81077"/>
                  </a:cubicBezTo>
                  <a:cubicBezTo>
                    <a:pt x="74123" y="78523"/>
                    <a:pt x="75401" y="74054"/>
                    <a:pt x="75401" y="70862"/>
                  </a:cubicBezTo>
                  <a:lnTo>
                    <a:pt x="75401" y="60648"/>
                  </a:lnTo>
                  <a:lnTo>
                    <a:pt x="53036" y="60648"/>
                  </a:lnTo>
                  <a:cubicBezTo>
                    <a:pt x="53676" y="67670"/>
                    <a:pt x="50481" y="75331"/>
                    <a:pt x="43452" y="82353"/>
                  </a:cubicBezTo>
                </a:path>
              </a:pathLst>
            </a:custGeom>
            <a:solidFill>
              <a:srgbClr val="26890D"/>
            </a:solidFill>
            <a:ln w="6390" cap="flat">
              <a:noFill/>
              <a:prstDash val="solid"/>
              <a:miter/>
            </a:ln>
          </p:spPr>
          <p:txBody>
            <a:bodyPr rtlCol="0" anchor="ctr"/>
            <a:lstStyle/>
            <a:p>
              <a:endParaRPr lang="en-US"/>
            </a:p>
          </p:txBody>
        </p:sp>
        <p:sp>
          <p:nvSpPr>
            <p:cNvPr id="1413" name="Graphic 1039">
              <a:extLst>
                <a:ext uri="{FF2B5EF4-FFF2-40B4-BE49-F238E27FC236}">
                  <a16:creationId xmlns:a16="http://schemas.microsoft.com/office/drawing/2014/main" id="{A1C0B53C-7BA0-D74C-A3A9-6B20B6A3C6AB}"/>
                </a:ext>
              </a:extLst>
            </p:cNvPr>
            <p:cNvSpPr/>
            <p:nvPr/>
          </p:nvSpPr>
          <p:spPr>
            <a:xfrm>
              <a:off x="905454" y="3824168"/>
              <a:ext cx="361674" cy="361333"/>
            </a:xfrm>
            <a:custGeom>
              <a:avLst/>
              <a:gdLst>
                <a:gd name="connsiteX0" fmla="*/ 263904 w 361674"/>
                <a:gd name="connsiteY0" fmla="*/ 211310 h 361333"/>
                <a:gd name="connsiteX1" fmla="*/ 240262 w 361674"/>
                <a:gd name="connsiteY1" fmla="*/ 234930 h 361333"/>
                <a:gd name="connsiteX2" fmla="*/ 207673 w 361674"/>
                <a:gd name="connsiteY2" fmla="*/ 234930 h 361333"/>
                <a:gd name="connsiteX3" fmla="*/ 207673 w 361674"/>
                <a:gd name="connsiteY3" fmla="*/ 245145 h 361333"/>
                <a:gd name="connsiteX4" fmla="*/ 190420 w 361674"/>
                <a:gd name="connsiteY4" fmla="*/ 267489 h 361333"/>
                <a:gd name="connsiteX5" fmla="*/ 189781 w 361674"/>
                <a:gd name="connsiteY5" fmla="*/ 268127 h 361333"/>
                <a:gd name="connsiteX6" fmla="*/ 189781 w 361674"/>
                <a:gd name="connsiteY6" fmla="*/ 271319 h 361333"/>
                <a:gd name="connsiteX7" fmla="*/ 198727 w 361674"/>
                <a:gd name="connsiteY7" fmla="*/ 284087 h 361333"/>
                <a:gd name="connsiteX8" fmla="*/ 198727 w 361674"/>
                <a:gd name="connsiteY8" fmla="*/ 298132 h 361333"/>
                <a:gd name="connsiteX9" fmla="*/ 192337 w 361674"/>
                <a:gd name="connsiteY9" fmla="*/ 304516 h 361333"/>
                <a:gd name="connsiteX10" fmla="*/ 185947 w 361674"/>
                <a:gd name="connsiteY10" fmla="*/ 298132 h 361333"/>
                <a:gd name="connsiteX11" fmla="*/ 185947 w 361674"/>
                <a:gd name="connsiteY11" fmla="*/ 284087 h 361333"/>
                <a:gd name="connsiteX12" fmla="*/ 185308 w 361674"/>
                <a:gd name="connsiteY12" fmla="*/ 283449 h 361333"/>
                <a:gd name="connsiteX13" fmla="*/ 111824 w 361674"/>
                <a:gd name="connsiteY13" fmla="*/ 283449 h 361333"/>
                <a:gd name="connsiteX14" fmla="*/ 111185 w 361674"/>
                <a:gd name="connsiteY14" fmla="*/ 284087 h 361333"/>
                <a:gd name="connsiteX15" fmla="*/ 111185 w 361674"/>
                <a:gd name="connsiteY15" fmla="*/ 298132 h 361333"/>
                <a:gd name="connsiteX16" fmla="*/ 104795 w 361674"/>
                <a:gd name="connsiteY16" fmla="*/ 304516 h 361333"/>
                <a:gd name="connsiteX17" fmla="*/ 98405 w 361674"/>
                <a:gd name="connsiteY17" fmla="*/ 298132 h 361333"/>
                <a:gd name="connsiteX18" fmla="*/ 98405 w 361674"/>
                <a:gd name="connsiteY18" fmla="*/ 284087 h 361333"/>
                <a:gd name="connsiteX19" fmla="*/ 107351 w 361674"/>
                <a:gd name="connsiteY19" fmla="*/ 271319 h 361333"/>
                <a:gd name="connsiteX20" fmla="*/ 107351 w 361674"/>
                <a:gd name="connsiteY20" fmla="*/ 206841 h 361333"/>
                <a:gd name="connsiteX21" fmla="*/ 116936 w 361674"/>
                <a:gd name="connsiteY21" fmla="*/ 183220 h 361333"/>
                <a:gd name="connsiteX22" fmla="*/ 138662 w 361674"/>
                <a:gd name="connsiteY22" fmla="*/ 161515 h 361333"/>
                <a:gd name="connsiteX23" fmla="*/ 138662 w 361674"/>
                <a:gd name="connsiteY23" fmla="*/ 81076 h 361333"/>
                <a:gd name="connsiteX24" fmla="*/ 162304 w 361674"/>
                <a:gd name="connsiteY24" fmla="*/ 57456 h 361333"/>
                <a:gd name="connsiteX25" fmla="*/ 240262 w 361674"/>
                <a:gd name="connsiteY25" fmla="*/ 57456 h 361333"/>
                <a:gd name="connsiteX26" fmla="*/ 263904 w 361674"/>
                <a:gd name="connsiteY26" fmla="*/ 81076 h 361333"/>
                <a:gd name="connsiteX27" fmla="*/ 263904 w 361674"/>
                <a:gd name="connsiteY27" fmla="*/ 211310 h 361333"/>
                <a:gd name="connsiteX28" fmla="*/ 180835 w 361674"/>
                <a:gd name="connsiteY28" fmla="*/ 0 h 361333"/>
                <a:gd name="connsiteX29" fmla="*/ 0 w 361674"/>
                <a:gd name="connsiteY29" fmla="*/ 180667 h 361333"/>
                <a:gd name="connsiteX30" fmla="*/ 180835 w 361674"/>
                <a:gd name="connsiteY30" fmla="*/ 361333 h 361333"/>
                <a:gd name="connsiteX31" fmla="*/ 361670 w 361674"/>
                <a:gd name="connsiteY31" fmla="*/ 180667 h 361333"/>
                <a:gd name="connsiteX32" fmla="*/ 180835 w 361674"/>
                <a:gd name="connsiteY32"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1674" h="361333">
                  <a:moveTo>
                    <a:pt x="263904" y="211310"/>
                  </a:moveTo>
                  <a:cubicBezTo>
                    <a:pt x="263904" y="224078"/>
                    <a:pt x="253042" y="234930"/>
                    <a:pt x="240262" y="234930"/>
                  </a:cubicBezTo>
                  <a:lnTo>
                    <a:pt x="207673" y="234930"/>
                  </a:lnTo>
                  <a:lnTo>
                    <a:pt x="207673" y="245145"/>
                  </a:lnTo>
                  <a:cubicBezTo>
                    <a:pt x="207673" y="255998"/>
                    <a:pt x="201283" y="264297"/>
                    <a:pt x="190420" y="267489"/>
                  </a:cubicBezTo>
                  <a:cubicBezTo>
                    <a:pt x="190420" y="267489"/>
                    <a:pt x="189781" y="268127"/>
                    <a:pt x="189781" y="268127"/>
                  </a:cubicBezTo>
                  <a:lnTo>
                    <a:pt x="189781" y="271319"/>
                  </a:lnTo>
                  <a:cubicBezTo>
                    <a:pt x="194893" y="273234"/>
                    <a:pt x="198727" y="278341"/>
                    <a:pt x="198727" y="284087"/>
                  </a:cubicBezTo>
                  <a:lnTo>
                    <a:pt x="198727" y="298132"/>
                  </a:lnTo>
                  <a:cubicBezTo>
                    <a:pt x="198727" y="301962"/>
                    <a:pt x="196171" y="304516"/>
                    <a:pt x="192337" y="304516"/>
                  </a:cubicBezTo>
                  <a:cubicBezTo>
                    <a:pt x="188503" y="304516"/>
                    <a:pt x="185947" y="301962"/>
                    <a:pt x="185947" y="298132"/>
                  </a:cubicBezTo>
                  <a:lnTo>
                    <a:pt x="185947" y="284087"/>
                  </a:lnTo>
                  <a:cubicBezTo>
                    <a:pt x="185947" y="283449"/>
                    <a:pt x="185308" y="283449"/>
                    <a:pt x="185308" y="283449"/>
                  </a:cubicBezTo>
                  <a:lnTo>
                    <a:pt x="111824" y="283449"/>
                  </a:lnTo>
                  <a:cubicBezTo>
                    <a:pt x="111185" y="283449"/>
                    <a:pt x="111185" y="284087"/>
                    <a:pt x="111185" y="284087"/>
                  </a:cubicBezTo>
                  <a:lnTo>
                    <a:pt x="111185" y="298132"/>
                  </a:lnTo>
                  <a:cubicBezTo>
                    <a:pt x="111185" y="301962"/>
                    <a:pt x="108629" y="304516"/>
                    <a:pt x="104795" y="304516"/>
                  </a:cubicBezTo>
                  <a:cubicBezTo>
                    <a:pt x="100961" y="304516"/>
                    <a:pt x="98405" y="301962"/>
                    <a:pt x="98405" y="298132"/>
                  </a:cubicBezTo>
                  <a:lnTo>
                    <a:pt x="98405" y="284087"/>
                  </a:lnTo>
                  <a:cubicBezTo>
                    <a:pt x="98405" y="278341"/>
                    <a:pt x="102239" y="273234"/>
                    <a:pt x="107351" y="271319"/>
                  </a:cubicBezTo>
                  <a:lnTo>
                    <a:pt x="107351" y="206841"/>
                  </a:lnTo>
                  <a:cubicBezTo>
                    <a:pt x="107351" y="197903"/>
                    <a:pt x="110546" y="189604"/>
                    <a:pt x="116936" y="183220"/>
                  </a:cubicBezTo>
                  <a:lnTo>
                    <a:pt x="138662" y="161515"/>
                  </a:lnTo>
                  <a:lnTo>
                    <a:pt x="138662" y="81076"/>
                  </a:lnTo>
                  <a:cubicBezTo>
                    <a:pt x="138662" y="68308"/>
                    <a:pt x="149525" y="57456"/>
                    <a:pt x="162304" y="57456"/>
                  </a:cubicBezTo>
                  <a:lnTo>
                    <a:pt x="240262" y="57456"/>
                  </a:lnTo>
                  <a:cubicBezTo>
                    <a:pt x="253042" y="57456"/>
                    <a:pt x="263904" y="68308"/>
                    <a:pt x="263904" y="81076"/>
                  </a:cubicBezTo>
                  <a:lnTo>
                    <a:pt x="263904" y="211310"/>
                  </a:lnTo>
                  <a:close/>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2309" y="81076"/>
                    <a:pt x="281157" y="0"/>
                    <a:pt x="180835" y="0"/>
                  </a:cubicBezTo>
                </a:path>
              </a:pathLst>
            </a:custGeom>
            <a:solidFill>
              <a:srgbClr val="26890D"/>
            </a:solidFill>
            <a:ln w="6390" cap="flat">
              <a:noFill/>
              <a:prstDash val="solid"/>
              <a:miter/>
            </a:ln>
          </p:spPr>
          <p:txBody>
            <a:bodyPr rtlCol="0" anchor="ctr"/>
            <a:lstStyle/>
            <a:p>
              <a:endParaRPr lang="en-US"/>
            </a:p>
          </p:txBody>
        </p:sp>
        <p:sp>
          <p:nvSpPr>
            <p:cNvPr id="1414" name="Graphic 1039">
              <a:extLst>
                <a:ext uri="{FF2B5EF4-FFF2-40B4-BE49-F238E27FC236}">
                  <a16:creationId xmlns:a16="http://schemas.microsoft.com/office/drawing/2014/main" id="{0F5D0E05-FD0E-EA49-8EFC-7EE697AC3BCA}"/>
                </a:ext>
              </a:extLst>
            </p:cNvPr>
            <p:cNvSpPr/>
            <p:nvPr/>
          </p:nvSpPr>
          <p:spPr>
            <a:xfrm>
              <a:off x="1121433" y="3894391"/>
              <a:ext cx="10223" cy="151938"/>
            </a:xfrm>
            <a:custGeom>
              <a:avLst/>
              <a:gdLst>
                <a:gd name="connsiteX0" fmla="*/ 0 w 10223"/>
                <a:gd name="connsiteY0" fmla="*/ 5107 h 151938"/>
                <a:gd name="connsiteX1" fmla="*/ 0 w 10223"/>
                <a:gd name="connsiteY1" fmla="*/ 146832 h 151938"/>
                <a:gd name="connsiteX2" fmla="*/ 5112 w 10223"/>
                <a:gd name="connsiteY2" fmla="*/ 151939 h 151938"/>
                <a:gd name="connsiteX3" fmla="*/ 10224 w 10223"/>
                <a:gd name="connsiteY3" fmla="*/ 146832 h 151938"/>
                <a:gd name="connsiteX4" fmla="*/ 10224 w 10223"/>
                <a:gd name="connsiteY4" fmla="*/ 5107 h 151938"/>
                <a:gd name="connsiteX5" fmla="*/ 5112 w 10223"/>
                <a:gd name="connsiteY5" fmla="*/ 0 h 151938"/>
                <a:gd name="connsiteX6" fmla="*/ 0 w 10223"/>
                <a:gd name="connsiteY6" fmla="*/ 5107 h 151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23" h="151938">
                  <a:moveTo>
                    <a:pt x="0" y="5107"/>
                  </a:moveTo>
                  <a:lnTo>
                    <a:pt x="0" y="146832"/>
                  </a:lnTo>
                  <a:cubicBezTo>
                    <a:pt x="0" y="149385"/>
                    <a:pt x="2556" y="151939"/>
                    <a:pt x="5112" y="151939"/>
                  </a:cubicBezTo>
                  <a:cubicBezTo>
                    <a:pt x="7668" y="151939"/>
                    <a:pt x="10224" y="149385"/>
                    <a:pt x="10224" y="146832"/>
                  </a:cubicBezTo>
                  <a:lnTo>
                    <a:pt x="10224" y="5107"/>
                  </a:lnTo>
                  <a:cubicBezTo>
                    <a:pt x="10224" y="2553"/>
                    <a:pt x="7668" y="0"/>
                    <a:pt x="5112" y="0"/>
                  </a:cubicBezTo>
                  <a:cubicBezTo>
                    <a:pt x="2556" y="0"/>
                    <a:pt x="0" y="2553"/>
                    <a:pt x="0" y="5107"/>
                  </a:cubicBezTo>
                </a:path>
              </a:pathLst>
            </a:custGeom>
            <a:solidFill>
              <a:srgbClr val="26890D"/>
            </a:solidFill>
            <a:ln w="6390" cap="flat">
              <a:noFill/>
              <a:prstDash val="solid"/>
              <a:miter/>
            </a:ln>
          </p:spPr>
          <p:txBody>
            <a:bodyPr rtlCol="0" anchor="ctr"/>
            <a:lstStyle/>
            <a:p>
              <a:endParaRPr lang="en-US"/>
            </a:p>
          </p:txBody>
        </p:sp>
        <p:sp>
          <p:nvSpPr>
            <p:cNvPr id="1415" name="Graphic 1039">
              <a:extLst>
                <a:ext uri="{FF2B5EF4-FFF2-40B4-BE49-F238E27FC236}">
                  <a16:creationId xmlns:a16="http://schemas.microsoft.com/office/drawing/2014/main" id="{62866B64-AF5A-6C4E-83D9-A3C521612006}"/>
                </a:ext>
              </a:extLst>
            </p:cNvPr>
            <p:cNvSpPr/>
            <p:nvPr/>
          </p:nvSpPr>
          <p:spPr>
            <a:xfrm>
              <a:off x="1143798" y="3894391"/>
              <a:ext cx="13418" cy="151938"/>
            </a:xfrm>
            <a:custGeom>
              <a:avLst/>
              <a:gdLst>
                <a:gd name="connsiteX0" fmla="*/ 1917 w 13418"/>
                <a:gd name="connsiteY0" fmla="*/ 0 h 151938"/>
                <a:gd name="connsiteX1" fmla="*/ 0 w 13418"/>
                <a:gd name="connsiteY1" fmla="*/ 0 h 151938"/>
                <a:gd name="connsiteX2" fmla="*/ 639 w 13418"/>
                <a:gd name="connsiteY2" fmla="*/ 5107 h 151938"/>
                <a:gd name="connsiteX3" fmla="*/ 639 w 13418"/>
                <a:gd name="connsiteY3" fmla="*/ 146832 h 151938"/>
                <a:gd name="connsiteX4" fmla="*/ 0 w 13418"/>
                <a:gd name="connsiteY4" fmla="*/ 151939 h 151938"/>
                <a:gd name="connsiteX5" fmla="*/ 2556 w 13418"/>
                <a:gd name="connsiteY5" fmla="*/ 151939 h 151938"/>
                <a:gd name="connsiteX6" fmla="*/ 13419 w 13418"/>
                <a:gd name="connsiteY6" fmla="*/ 141086 h 151938"/>
                <a:gd name="connsiteX7" fmla="*/ 13419 w 13418"/>
                <a:gd name="connsiteY7" fmla="*/ 10852 h 151938"/>
                <a:gd name="connsiteX8" fmla="*/ 1917 w 13418"/>
                <a:gd name="connsiteY8" fmla="*/ 0 h 151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18" h="151938">
                  <a:moveTo>
                    <a:pt x="1917" y="0"/>
                  </a:moveTo>
                  <a:lnTo>
                    <a:pt x="0" y="0"/>
                  </a:lnTo>
                  <a:cubicBezTo>
                    <a:pt x="639" y="1915"/>
                    <a:pt x="639" y="3192"/>
                    <a:pt x="639" y="5107"/>
                  </a:cubicBezTo>
                  <a:lnTo>
                    <a:pt x="639" y="146832"/>
                  </a:lnTo>
                  <a:cubicBezTo>
                    <a:pt x="639" y="148747"/>
                    <a:pt x="0" y="150024"/>
                    <a:pt x="0" y="151939"/>
                  </a:cubicBezTo>
                  <a:lnTo>
                    <a:pt x="2556" y="151939"/>
                  </a:lnTo>
                  <a:cubicBezTo>
                    <a:pt x="8307" y="151939"/>
                    <a:pt x="13419" y="146832"/>
                    <a:pt x="13419" y="141086"/>
                  </a:cubicBezTo>
                  <a:lnTo>
                    <a:pt x="13419" y="10852"/>
                  </a:lnTo>
                  <a:cubicBezTo>
                    <a:pt x="12780" y="5107"/>
                    <a:pt x="7668" y="0"/>
                    <a:pt x="1917" y="0"/>
                  </a:cubicBezTo>
                </a:path>
              </a:pathLst>
            </a:custGeom>
            <a:solidFill>
              <a:srgbClr val="26890D"/>
            </a:solidFill>
            <a:ln w="6390" cap="flat">
              <a:noFill/>
              <a:prstDash val="solid"/>
              <a:miter/>
            </a:ln>
          </p:spPr>
          <p:txBody>
            <a:bodyPr rtlCol="0" anchor="ctr"/>
            <a:lstStyle/>
            <a:p>
              <a:endParaRPr lang="en-US"/>
            </a:p>
          </p:txBody>
        </p:sp>
      </p:grpSp>
      <p:grpSp>
        <p:nvGrpSpPr>
          <p:cNvPr id="380" name="Graphic 6">
            <a:extLst>
              <a:ext uri="{FF2B5EF4-FFF2-40B4-BE49-F238E27FC236}">
                <a16:creationId xmlns:a16="http://schemas.microsoft.com/office/drawing/2014/main" id="{249B8AB8-A604-E845-81FD-859D8C2192C8}"/>
              </a:ext>
            </a:extLst>
          </p:cNvPr>
          <p:cNvGrpSpPr>
            <a:grpSpLocks noChangeAspect="1"/>
          </p:cNvGrpSpPr>
          <p:nvPr/>
        </p:nvGrpSpPr>
        <p:grpSpPr>
          <a:xfrm>
            <a:off x="6753524" y="2371173"/>
            <a:ext cx="367200" cy="366962"/>
            <a:chOff x="5844356" y="5292622"/>
            <a:chExt cx="537729" cy="537380"/>
          </a:xfrm>
          <a:solidFill>
            <a:schemeClr val="accent2"/>
          </a:solidFill>
        </p:grpSpPr>
        <p:sp>
          <p:nvSpPr>
            <p:cNvPr id="381" name="Freeform 380">
              <a:extLst>
                <a:ext uri="{FF2B5EF4-FFF2-40B4-BE49-F238E27FC236}">
                  <a16:creationId xmlns:a16="http://schemas.microsoft.com/office/drawing/2014/main" id="{2E01986B-E1E6-AF4B-BBD1-DC5985E3F52C}"/>
                </a:ext>
              </a:extLst>
            </p:cNvPr>
            <p:cNvSpPr/>
            <p:nvPr/>
          </p:nvSpPr>
          <p:spPr>
            <a:xfrm>
              <a:off x="5844356" y="5292622"/>
              <a:ext cx="537729" cy="537380"/>
            </a:xfrm>
            <a:custGeom>
              <a:avLst/>
              <a:gdLst>
                <a:gd name="connsiteX0" fmla="*/ 269244 w 537729"/>
                <a:gd name="connsiteY0" fmla="*/ 0 h 537380"/>
                <a:gd name="connsiteX1" fmla="*/ 268960 w 537729"/>
                <a:gd name="connsiteY1" fmla="*/ 0 h 537380"/>
                <a:gd name="connsiteX2" fmla="*/ 0 w 537729"/>
                <a:gd name="connsiteY2" fmla="*/ 268596 h 537380"/>
                <a:gd name="connsiteX3" fmla="*/ 268770 w 537729"/>
                <a:gd name="connsiteY3" fmla="*/ 537381 h 537380"/>
                <a:gd name="connsiteX4" fmla="*/ 537730 w 537729"/>
                <a:gd name="connsiteY4" fmla="*/ 269069 h 537380"/>
                <a:gd name="connsiteX5" fmla="*/ 269244 w 537729"/>
                <a:gd name="connsiteY5" fmla="*/ 0 h 537380"/>
                <a:gd name="connsiteX6" fmla="*/ 269908 w 537729"/>
                <a:gd name="connsiteY6" fmla="*/ 518425 h 537380"/>
                <a:gd name="connsiteX7" fmla="*/ 19537 w 537729"/>
                <a:gd name="connsiteY7" fmla="*/ 269164 h 537380"/>
                <a:gd name="connsiteX8" fmla="*/ 19537 w 537729"/>
                <a:gd name="connsiteY8" fmla="*/ 269069 h 537380"/>
                <a:gd name="connsiteX9" fmla="*/ 268960 w 537729"/>
                <a:gd name="connsiteY9" fmla="*/ 18955 h 537380"/>
                <a:gd name="connsiteX10" fmla="*/ 519331 w 537729"/>
                <a:gd name="connsiteY10" fmla="*/ 268216 h 537380"/>
                <a:gd name="connsiteX11" fmla="*/ 269908 w 537729"/>
                <a:gd name="connsiteY11" fmla="*/ 518425 h 5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729" h="537380">
                  <a:moveTo>
                    <a:pt x="269244" y="0"/>
                  </a:moveTo>
                  <a:cubicBezTo>
                    <a:pt x="269149" y="0"/>
                    <a:pt x="269055" y="0"/>
                    <a:pt x="268960" y="0"/>
                  </a:cubicBezTo>
                  <a:cubicBezTo>
                    <a:pt x="120444" y="-95"/>
                    <a:pt x="95" y="120176"/>
                    <a:pt x="0" y="268596"/>
                  </a:cubicBezTo>
                  <a:cubicBezTo>
                    <a:pt x="-95" y="417015"/>
                    <a:pt x="120254" y="537286"/>
                    <a:pt x="268770" y="537381"/>
                  </a:cubicBezTo>
                  <a:cubicBezTo>
                    <a:pt x="417191" y="537475"/>
                    <a:pt x="537540" y="417394"/>
                    <a:pt x="537730" y="269069"/>
                  </a:cubicBezTo>
                  <a:cubicBezTo>
                    <a:pt x="537919" y="120650"/>
                    <a:pt x="417760" y="190"/>
                    <a:pt x="269244" y="0"/>
                  </a:cubicBezTo>
                  <a:close/>
                  <a:moveTo>
                    <a:pt x="269908" y="518425"/>
                  </a:moveTo>
                  <a:cubicBezTo>
                    <a:pt x="131919" y="518710"/>
                    <a:pt x="19821" y="407064"/>
                    <a:pt x="19537" y="269164"/>
                  </a:cubicBezTo>
                  <a:cubicBezTo>
                    <a:pt x="19537" y="269164"/>
                    <a:pt x="19537" y="269069"/>
                    <a:pt x="19537" y="269069"/>
                  </a:cubicBezTo>
                  <a:cubicBezTo>
                    <a:pt x="19442" y="131265"/>
                    <a:pt x="131066" y="19334"/>
                    <a:pt x="268960" y="18955"/>
                  </a:cubicBezTo>
                  <a:cubicBezTo>
                    <a:pt x="406948" y="18671"/>
                    <a:pt x="519047" y="130317"/>
                    <a:pt x="519331" y="268216"/>
                  </a:cubicBezTo>
                  <a:cubicBezTo>
                    <a:pt x="519616" y="406116"/>
                    <a:pt x="407897" y="518141"/>
                    <a:pt x="269908" y="518425"/>
                  </a:cubicBezTo>
                  <a:close/>
                </a:path>
              </a:pathLst>
            </a:custGeom>
            <a:grpFill/>
            <a:ln w="9463" cap="flat">
              <a:noFill/>
              <a:prstDash val="solid"/>
              <a:miter/>
            </a:ln>
          </p:spPr>
          <p:txBody>
            <a:bodyPr rtlCol="0" anchor="ctr"/>
            <a:lstStyle/>
            <a:p>
              <a:endParaRPr lang="en-US"/>
            </a:p>
          </p:txBody>
        </p:sp>
        <p:sp>
          <p:nvSpPr>
            <p:cNvPr id="382" name="Freeform 381">
              <a:extLst>
                <a:ext uri="{FF2B5EF4-FFF2-40B4-BE49-F238E27FC236}">
                  <a16:creationId xmlns:a16="http://schemas.microsoft.com/office/drawing/2014/main" id="{92639CD3-C883-0448-9A06-F951A923A356}"/>
                </a:ext>
              </a:extLst>
            </p:cNvPr>
            <p:cNvSpPr/>
            <p:nvPr/>
          </p:nvSpPr>
          <p:spPr>
            <a:xfrm>
              <a:off x="6133479" y="5496087"/>
              <a:ext cx="75820" cy="49492"/>
            </a:xfrm>
            <a:custGeom>
              <a:avLst/>
              <a:gdLst>
                <a:gd name="connsiteX0" fmla="*/ 47741 w 75820"/>
                <a:gd name="connsiteY0" fmla="*/ 6085 h 49492"/>
                <a:gd name="connsiteX1" fmla="*/ 6676 w 75820"/>
                <a:gd name="connsiteY1" fmla="*/ 2388 h 49492"/>
                <a:gd name="connsiteX2" fmla="*/ 417 w 75820"/>
                <a:gd name="connsiteY2" fmla="*/ 14235 h 49492"/>
                <a:gd name="connsiteX3" fmla="*/ 12271 w 75820"/>
                <a:gd name="connsiteY3" fmla="*/ 20491 h 49492"/>
                <a:gd name="connsiteX4" fmla="*/ 39205 w 75820"/>
                <a:gd name="connsiteY4" fmla="*/ 22955 h 49492"/>
                <a:gd name="connsiteX5" fmla="*/ 57414 w 75820"/>
                <a:gd name="connsiteY5" fmla="*/ 43237 h 49492"/>
                <a:gd name="connsiteX6" fmla="*/ 66329 w 75820"/>
                <a:gd name="connsiteY6" fmla="*/ 49492 h 49492"/>
                <a:gd name="connsiteX7" fmla="*/ 69553 w 75820"/>
                <a:gd name="connsiteY7" fmla="*/ 48923 h 49492"/>
                <a:gd name="connsiteX8" fmla="*/ 75244 w 75820"/>
                <a:gd name="connsiteY8" fmla="*/ 36792 h 49492"/>
                <a:gd name="connsiteX9" fmla="*/ 47741 w 75820"/>
                <a:gd name="connsiteY9" fmla="*/ 6085 h 49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820" h="49492">
                  <a:moveTo>
                    <a:pt x="47741" y="6085"/>
                  </a:moveTo>
                  <a:cubicBezTo>
                    <a:pt x="34937" y="-455"/>
                    <a:pt x="20427" y="-1782"/>
                    <a:pt x="6676" y="2388"/>
                  </a:cubicBezTo>
                  <a:cubicBezTo>
                    <a:pt x="1649" y="3905"/>
                    <a:pt x="-1101" y="9212"/>
                    <a:pt x="417" y="14235"/>
                  </a:cubicBezTo>
                  <a:cubicBezTo>
                    <a:pt x="1934" y="19259"/>
                    <a:pt x="7245" y="22102"/>
                    <a:pt x="12271" y="20491"/>
                  </a:cubicBezTo>
                  <a:cubicBezTo>
                    <a:pt x="21281" y="17742"/>
                    <a:pt x="30765" y="18595"/>
                    <a:pt x="39205" y="22955"/>
                  </a:cubicBezTo>
                  <a:cubicBezTo>
                    <a:pt x="47646" y="27125"/>
                    <a:pt x="54095" y="34328"/>
                    <a:pt x="57414" y="43237"/>
                  </a:cubicBezTo>
                  <a:cubicBezTo>
                    <a:pt x="58837" y="47123"/>
                    <a:pt x="62440" y="49492"/>
                    <a:pt x="66329" y="49492"/>
                  </a:cubicBezTo>
                  <a:cubicBezTo>
                    <a:pt x="67372" y="49492"/>
                    <a:pt x="68510" y="49303"/>
                    <a:pt x="69553" y="48923"/>
                  </a:cubicBezTo>
                  <a:cubicBezTo>
                    <a:pt x="74485" y="47123"/>
                    <a:pt x="77045" y="41721"/>
                    <a:pt x="75244" y="36792"/>
                  </a:cubicBezTo>
                  <a:cubicBezTo>
                    <a:pt x="70217" y="23334"/>
                    <a:pt x="60449" y="12435"/>
                    <a:pt x="47741" y="6085"/>
                  </a:cubicBezTo>
                  <a:close/>
                </a:path>
              </a:pathLst>
            </a:custGeom>
            <a:grpFill/>
            <a:ln w="9463" cap="flat">
              <a:noFill/>
              <a:prstDash val="solid"/>
              <a:miter/>
            </a:ln>
          </p:spPr>
          <p:txBody>
            <a:bodyPr rtlCol="0" anchor="ctr"/>
            <a:lstStyle/>
            <a:p>
              <a:endParaRPr lang="en-US"/>
            </a:p>
          </p:txBody>
        </p:sp>
        <p:sp>
          <p:nvSpPr>
            <p:cNvPr id="383" name="Freeform 382">
              <a:extLst>
                <a:ext uri="{FF2B5EF4-FFF2-40B4-BE49-F238E27FC236}">
                  <a16:creationId xmlns:a16="http://schemas.microsoft.com/office/drawing/2014/main" id="{755958A8-74F1-CC41-BAAE-A525E03D2EF7}"/>
                </a:ext>
              </a:extLst>
            </p:cNvPr>
            <p:cNvSpPr/>
            <p:nvPr/>
          </p:nvSpPr>
          <p:spPr>
            <a:xfrm>
              <a:off x="6126213" y="5458547"/>
              <a:ext cx="119882" cy="74332"/>
            </a:xfrm>
            <a:custGeom>
              <a:avLst/>
              <a:gdLst>
                <a:gd name="connsiteX0" fmla="*/ 72835 w 119882"/>
                <a:gd name="connsiteY0" fmla="*/ 8937 h 74332"/>
                <a:gd name="connsiteX1" fmla="*/ 7872 w 119882"/>
                <a:gd name="connsiteY1" fmla="*/ 4767 h 74332"/>
                <a:gd name="connsiteX2" fmla="*/ 0 w 119882"/>
                <a:gd name="connsiteY2" fmla="*/ 14149 h 74332"/>
                <a:gd name="connsiteX3" fmla="*/ 13182 w 119882"/>
                <a:gd name="connsiteY3" fmla="*/ 23058 h 74332"/>
                <a:gd name="connsiteX4" fmla="*/ 64205 w 119882"/>
                <a:gd name="connsiteY4" fmla="*/ 25902 h 74332"/>
                <a:gd name="connsiteX5" fmla="*/ 101476 w 119882"/>
                <a:gd name="connsiteY5" fmla="*/ 68077 h 74332"/>
                <a:gd name="connsiteX6" fmla="*/ 110391 w 119882"/>
                <a:gd name="connsiteY6" fmla="*/ 74332 h 74332"/>
                <a:gd name="connsiteX7" fmla="*/ 113616 w 119882"/>
                <a:gd name="connsiteY7" fmla="*/ 73764 h 74332"/>
                <a:gd name="connsiteX8" fmla="*/ 119306 w 119882"/>
                <a:gd name="connsiteY8" fmla="*/ 61632 h 74332"/>
                <a:gd name="connsiteX9" fmla="*/ 72835 w 119882"/>
                <a:gd name="connsiteY9" fmla="*/ 8937 h 7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882" h="74332">
                  <a:moveTo>
                    <a:pt x="72835" y="8937"/>
                  </a:moveTo>
                  <a:cubicBezTo>
                    <a:pt x="52730" y="-1299"/>
                    <a:pt x="29115" y="-2816"/>
                    <a:pt x="7872" y="4767"/>
                  </a:cubicBezTo>
                  <a:cubicBezTo>
                    <a:pt x="3319" y="5335"/>
                    <a:pt x="0" y="9316"/>
                    <a:pt x="0" y="14149"/>
                  </a:cubicBezTo>
                  <a:cubicBezTo>
                    <a:pt x="0" y="20499"/>
                    <a:pt x="7208" y="25238"/>
                    <a:pt x="13182" y="23058"/>
                  </a:cubicBezTo>
                  <a:cubicBezTo>
                    <a:pt x="29779" y="16803"/>
                    <a:pt x="48367" y="17751"/>
                    <a:pt x="64205" y="25902"/>
                  </a:cubicBezTo>
                  <a:cubicBezTo>
                    <a:pt x="81560" y="34716"/>
                    <a:pt x="94838" y="49690"/>
                    <a:pt x="101476" y="68077"/>
                  </a:cubicBezTo>
                  <a:cubicBezTo>
                    <a:pt x="102899" y="71963"/>
                    <a:pt x="106503" y="74332"/>
                    <a:pt x="110391" y="74332"/>
                  </a:cubicBezTo>
                  <a:cubicBezTo>
                    <a:pt x="111434" y="74332"/>
                    <a:pt x="112572" y="74143"/>
                    <a:pt x="113616" y="73764"/>
                  </a:cubicBezTo>
                  <a:cubicBezTo>
                    <a:pt x="118547" y="71963"/>
                    <a:pt x="121108" y="66561"/>
                    <a:pt x="119306" y="61632"/>
                  </a:cubicBezTo>
                  <a:cubicBezTo>
                    <a:pt x="111150" y="38602"/>
                    <a:pt x="94553" y="19931"/>
                    <a:pt x="72835" y="8937"/>
                  </a:cubicBezTo>
                  <a:close/>
                </a:path>
              </a:pathLst>
            </a:custGeom>
            <a:grpFill/>
            <a:ln w="9463" cap="flat">
              <a:noFill/>
              <a:prstDash val="solid"/>
              <a:miter/>
            </a:ln>
          </p:spPr>
          <p:txBody>
            <a:bodyPr rtlCol="0" anchor="ctr"/>
            <a:lstStyle/>
            <a:p>
              <a:endParaRPr lang="en-US"/>
            </a:p>
          </p:txBody>
        </p:sp>
        <p:sp>
          <p:nvSpPr>
            <p:cNvPr id="384" name="Freeform 383">
              <a:extLst>
                <a:ext uri="{FF2B5EF4-FFF2-40B4-BE49-F238E27FC236}">
                  <a16:creationId xmlns:a16="http://schemas.microsoft.com/office/drawing/2014/main" id="{C7C2D3E0-AAAA-4342-9E88-8D824525FB4E}"/>
                </a:ext>
              </a:extLst>
            </p:cNvPr>
            <p:cNvSpPr/>
            <p:nvPr/>
          </p:nvSpPr>
          <p:spPr>
            <a:xfrm>
              <a:off x="6114589" y="5419347"/>
              <a:ext cx="163867" cy="98747"/>
            </a:xfrm>
            <a:custGeom>
              <a:avLst/>
              <a:gdLst>
                <a:gd name="connsiteX0" fmla="*/ 161752 w 163867"/>
                <a:gd name="connsiteY0" fmla="*/ 81308 h 98747"/>
                <a:gd name="connsiteX1" fmla="*/ 6313 w 163867"/>
                <a:gd name="connsiteY1" fmla="*/ 6909 h 98747"/>
                <a:gd name="connsiteX2" fmla="*/ 528 w 163867"/>
                <a:gd name="connsiteY2" fmla="*/ 19041 h 98747"/>
                <a:gd name="connsiteX3" fmla="*/ 12668 w 163867"/>
                <a:gd name="connsiteY3" fmla="*/ 24822 h 98747"/>
                <a:gd name="connsiteX4" fmla="*/ 143828 w 163867"/>
                <a:gd name="connsiteY4" fmla="*/ 87658 h 98747"/>
                <a:gd name="connsiteX5" fmla="*/ 145251 w 163867"/>
                <a:gd name="connsiteY5" fmla="*/ 92018 h 98747"/>
                <a:gd name="connsiteX6" fmla="*/ 154355 w 163867"/>
                <a:gd name="connsiteY6" fmla="*/ 98747 h 98747"/>
                <a:gd name="connsiteX7" fmla="*/ 157105 w 163867"/>
                <a:gd name="connsiteY7" fmla="*/ 98368 h 98747"/>
                <a:gd name="connsiteX8" fmla="*/ 163459 w 163867"/>
                <a:gd name="connsiteY8" fmla="*/ 86521 h 98747"/>
                <a:gd name="connsiteX9" fmla="*/ 161752 w 163867"/>
                <a:gd name="connsiteY9" fmla="*/ 81308 h 9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867" h="98747">
                  <a:moveTo>
                    <a:pt x="161752" y="81308"/>
                  </a:moveTo>
                  <a:cubicBezTo>
                    <a:pt x="139371" y="17998"/>
                    <a:pt x="69665" y="-15363"/>
                    <a:pt x="6313" y="6909"/>
                  </a:cubicBezTo>
                  <a:cubicBezTo>
                    <a:pt x="1382" y="8615"/>
                    <a:pt x="-1179" y="14017"/>
                    <a:pt x="528" y="19041"/>
                  </a:cubicBezTo>
                  <a:cubicBezTo>
                    <a:pt x="2235" y="23969"/>
                    <a:pt x="7736" y="26528"/>
                    <a:pt x="12668" y="24822"/>
                  </a:cubicBezTo>
                  <a:cubicBezTo>
                    <a:pt x="66061" y="5961"/>
                    <a:pt x="124955" y="34205"/>
                    <a:pt x="143828" y="87658"/>
                  </a:cubicBezTo>
                  <a:cubicBezTo>
                    <a:pt x="144302" y="89080"/>
                    <a:pt x="144776" y="90596"/>
                    <a:pt x="145251" y="92018"/>
                  </a:cubicBezTo>
                  <a:cubicBezTo>
                    <a:pt x="146484" y="96093"/>
                    <a:pt x="150277" y="98747"/>
                    <a:pt x="154355" y="98747"/>
                  </a:cubicBezTo>
                  <a:cubicBezTo>
                    <a:pt x="155303" y="98747"/>
                    <a:pt x="156157" y="98652"/>
                    <a:pt x="157105" y="98368"/>
                  </a:cubicBezTo>
                  <a:cubicBezTo>
                    <a:pt x="162132" y="96852"/>
                    <a:pt x="164977" y="91544"/>
                    <a:pt x="163459" y="86521"/>
                  </a:cubicBezTo>
                  <a:cubicBezTo>
                    <a:pt x="162890" y="84815"/>
                    <a:pt x="162321" y="83109"/>
                    <a:pt x="161752" y="81308"/>
                  </a:cubicBezTo>
                  <a:close/>
                </a:path>
              </a:pathLst>
            </a:custGeom>
            <a:grpFill/>
            <a:ln w="9463" cap="flat">
              <a:noFill/>
              <a:prstDash val="solid"/>
              <a:miter/>
            </a:ln>
          </p:spPr>
          <p:txBody>
            <a:bodyPr rtlCol="0" anchor="ctr"/>
            <a:lstStyle/>
            <a:p>
              <a:endParaRPr lang="en-US"/>
            </a:p>
          </p:txBody>
        </p:sp>
        <p:sp>
          <p:nvSpPr>
            <p:cNvPr id="385" name="Freeform 384">
              <a:extLst>
                <a:ext uri="{FF2B5EF4-FFF2-40B4-BE49-F238E27FC236}">
                  <a16:creationId xmlns:a16="http://schemas.microsoft.com/office/drawing/2014/main" id="{4B180372-60EC-434F-B792-0071163B39B7}"/>
                </a:ext>
              </a:extLst>
            </p:cNvPr>
            <p:cNvSpPr/>
            <p:nvPr/>
          </p:nvSpPr>
          <p:spPr>
            <a:xfrm>
              <a:off x="5948108" y="5533732"/>
              <a:ext cx="228558" cy="170028"/>
            </a:xfrm>
            <a:custGeom>
              <a:avLst/>
              <a:gdLst>
                <a:gd name="connsiteX0" fmla="*/ 219075 w 228558"/>
                <a:gd name="connsiteY0" fmla="*/ 0 h 170028"/>
                <a:gd name="connsiteX1" fmla="*/ 9484 w 228558"/>
                <a:gd name="connsiteY1" fmla="*/ 0 h 170028"/>
                <a:gd name="connsiteX2" fmla="*/ 0 w 228558"/>
                <a:gd name="connsiteY2" fmla="*/ 9478 h 170028"/>
                <a:gd name="connsiteX3" fmla="*/ 0 w 228558"/>
                <a:gd name="connsiteY3" fmla="*/ 160551 h 170028"/>
                <a:gd name="connsiteX4" fmla="*/ 9484 w 228558"/>
                <a:gd name="connsiteY4" fmla="*/ 170028 h 170028"/>
                <a:gd name="connsiteX5" fmla="*/ 219075 w 228558"/>
                <a:gd name="connsiteY5" fmla="*/ 170028 h 170028"/>
                <a:gd name="connsiteX6" fmla="*/ 228559 w 228558"/>
                <a:gd name="connsiteY6" fmla="*/ 160551 h 170028"/>
                <a:gd name="connsiteX7" fmla="*/ 228559 w 228558"/>
                <a:gd name="connsiteY7" fmla="*/ 9478 h 170028"/>
                <a:gd name="connsiteX8" fmla="*/ 219075 w 228558"/>
                <a:gd name="connsiteY8" fmla="*/ 0 h 170028"/>
                <a:gd name="connsiteX9" fmla="*/ 209591 w 228558"/>
                <a:gd name="connsiteY9" fmla="*/ 18955 h 170028"/>
                <a:gd name="connsiteX10" fmla="*/ 209591 w 228558"/>
                <a:gd name="connsiteY10" fmla="*/ 44166 h 170028"/>
                <a:gd name="connsiteX11" fmla="*/ 18968 w 228558"/>
                <a:gd name="connsiteY11" fmla="*/ 44166 h 170028"/>
                <a:gd name="connsiteX12" fmla="*/ 18968 w 228558"/>
                <a:gd name="connsiteY12" fmla="*/ 18955 h 170028"/>
                <a:gd name="connsiteX13" fmla="*/ 209591 w 228558"/>
                <a:gd name="connsiteY13" fmla="*/ 18955 h 170028"/>
                <a:gd name="connsiteX14" fmla="*/ 18968 w 228558"/>
                <a:gd name="connsiteY14" fmla="*/ 151073 h 170028"/>
                <a:gd name="connsiteX15" fmla="*/ 18968 w 228558"/>
                <a:gd name="connsiteY15" fmla="*/ 63121 h 170028"/>
                <a:gd name="connsiteX16" fmla="*/ 209591 w 228558"/>
                <a:gd name="connsiteY16" fmla="*/ 63121 h 170028"/>
                <a:gd name="connsiteX17" fmla="*/ 209591 w 228558"/>
                <a:gd name="connsiteY17" fmla="*/ 151073 h 170028"/>
                <a:gd name="connsiteX18" fmla="*/ 18968 w 228558"/>
                <a:gd name="connsiteY18" fmla="*/ 151073 h 17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558" h="170028">
                  <a:moveTo>
                    <a:pt x="219075" y="0"/>
                  </a:moveTo>
                  <a:lnTo>
                    <a:pt x="9484" y="0"/>
                  </a:lnTo>
                  <a:cubicBezTo>
                    <a:pt x="4268" y="0"/>
                    <a:pt x="0" y="4265"/>
                    <a:pt x="0" y="9478"/>
                  </a:cubicBezTo>
                  <a:lnTo>
                    <a:pt x="0" y="160551"/>
                  </a:lnTo>
                  <a:cubicBezTo>
                    <a:pt x="0" y="165763"/>
                    <a:pt x="4268" y="170028"/>
                    <a:pt x="9484" y="170028"/>
                  </a:cubicBezTo>
                  <a:lnTo>
                    <a:pt x="219075" y="170028"/>
                  </a:lnTo>
                  <a:cubicBezTo>
                    <a:pt x="224291" y="170028"/>
                    <a:pt x="228559" y="165763"/>
                    <a:pt x="228559" y="160551"/>
                  </a:cubicBezTo>
                  <a:lnTo>
                    <a:pt x="228559" y="9478"/>
                  </a:lnTo>
                  <a:cubicBezTo>
                    <a:pt x="228559" y="4265"/>
                    <a:pt x="224291" y="0"/>
                    <a:pt x="219075" y="0"/>
                  </a:cubicBezTo>
                  <a:close/>
                  <a:moveTo>
                    <a:pt x="209591" y="18955"/>
                  </a:moveTo>
                  <a:lnTo>
                    <a:pt x="209591" y="44166"/>
                  </a:lnTo>
                  <a:lnTo>
                    <a:pt x="18968" y="44166"/>
                  </a:lnTo>
                  <a:lnTo>
                    <a:pt x="18968" y="18955"/>
                  </a:lnTo>
                  <a:lnTo>
                    <a:pt x="209591" y="18955"/>
                  </a:lnTo>
                  <a:close/>
                  <a:moveTo>
                    <a:pt x="18968" y="151073"/>
                  </a:moveTo>
                  <a:lnTo>
                    <a:pt x="18968" y="63121"/>
                  </a:lnTo>
                  <a:lnTo>
                    <a:pt x="209591" y="63121"/>
                  </a:lnTo>
                  <a:lnTo>
                    <a:pt x="209591" y="151073"/>
                  </a:lnTo>
                  <a:lnTo>
                    <a:pt x="18968" y="151073"/>
                  </a:lnTo>
                  <a:close/>
                </a:path>
              </a:pathLst>
            </a:custGeom>
            <a:grpFill/>
            <a:ln w="9463" cap="flat">
              <a:noFill/>
              <a:prstDash val="solid"/>
              <a:miter/>
            </a:ln>
          </p:spPr>
          <p:txBody>
            <a:bodyPr rtlCol="0" anchor="ctr"/>
            <a:lstStyle/>
            <a:p>
              <a:endParaRPr lang="en-US"/>
            </a:p>
          </p:txBody>
        </p:sp>
        <p:sp>
          <p:nvSpPr>
            <p:cNvPr id="386" name="Freeform 385">
              <a:extLst>
                <a:ext uri="{FF2B5EF4-FFF2-40B4-BE49-F238E27FC236}">
                  <a16:creationId xmlns:a16="http://schemas.microsoft.com/office/drawing/2014/main" id="{562F7FA9-2C2F-294C-91C1-9D63846B6CF2}"/>
                </a:ext>
              </a:extLst>
            </p:cNvPr>
            <p:cNvSpPr/>
            <p:nvPr/>
          </p:nvSpPr>
          <p:spPr>
            <a:xfrm>
              <a:off x="5977982" y="5648980"/>
              <a:ext cx="68852" cy="18955"/>
            </a:xfrm>
            <a:custGeom>
              <a:avLst/>
              <a:gdLst>
                <a:gd name="connsiteX0" fmla="*/ 59368 w 68852"/>
                <a:gd name="connsiteY0" fmla="*/ 0 h 18955"/>
                <a:gd name="connsiteX1" fmla="*/ 9484 w 68852"/>
                <a:gd name="connsiteY1" fmla="*/ 0 h 18955"/>
                <a:gd name="connsiteX2" fmla="*/ 0 w 68852"/>
                <a:gd name="connsiteY2" fmla="*/ 9478 h 18955"/>
                <a:gd name="connsiteX3" fmla="*/ 9484 w 68852"/>
                <a:gd name="connsiteY3" fmla="*/ 18955 h 18955"/>
                <a:gd name="connsiteX4" fmla="*/ 59368 w 68852"/>
                <a:gd name="connsiteY4" fmla="*/ 18955 h 18955"/>
                <a:gd name="connsiteX5" fmla="*/ 68852 w 68852"/>
                <a:gd name="connsiteY5" fmla="*/ 9478 h 18955"/>
                <a:gd name="connsiteX6" fmla="*/ 59368 w 68852"/>
                <a:gd name="connsiteY6" fmla="*/ 0 h 1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852" h="18955">
                  <a:moveTo>
                    <a:pt x="59368" y="0"/>
                  </a:moveTo>
                  <a:lnTo>
                    <a:pt x="9484" y="0"/>
                  </a:lnTo>
                  <a:cubicBezTo>
                    <a:pt x="4268" y="0"/>
                    <a:pt x="0" y="4265"/>
                    <a:pt x="0" y="9478"/>
                  </a:cubicBezTo>
                  <a:cubicBezTo>
                    <a:pt x="0" y="14690"/>
                    <a:pt x="4268" y="18955"/>
                    <a:pt x="9484" y="18955"/>
                  </a:cubicBezTo>
                  <a:lnTo>
                    <a:pt x="59368" y="18955"/>
                  </a:lnTo>
                  <a:cubicBezTo>
                    <a:pt x="64584" y="18955"/>
                    <a:pt x="68852" y="14690"/>
                    <a:pt x="68852" y="9478"/>
                  </a:cubicBezTo>
                  <a:cubicBezTo>
                    <a:pt x="68852" y="4265"/>
                    <a:pt x="64584" y="0"/>
                    <a:pt x="59368" y="0"/>
                  </a:cubicBezTo>
                  <a:close/>
                </a:path>
              </a:pathLst>
            </a:custGeom>
            <a:grpFill/>
            <a:ln w="9463" cap="flat">
              <a:noFill/>
              <a:prstDash val="solid"/>
              <a:miter/>
            </a:ln>
          </p:spPr>
          <p:txBody>
            <a:bodyPr rtlCol="0" anchor="ctr"/>
            <a:lstStyle/>
            <a:p>
              <a:endParaRPr lang="en-US"/>
            </a:p>
          </p:txBody>
        </p:sp>
      </p:grpSp>
      <p:grpSp>
        <p:nvGrpSpPr>
          <p:cNvPr id="387" name="Graphic 6">
            <a:extLst>
              <a:ext uri="{FF2B5EF4-FFF2-40B4-BE49-F238E27FC236}">
                <a16:creationId xmlns:a16="http://schemas.microsoft.com/office/drawing/2014/main" id="{0D17714F-8A35-6244-9E45-18D3CD4F8978}"/>
              </a:ext>
            </a:extLst>
          </p:cNvPr>
          <p:cNvGrpSpPr>
            <a:grpSpLocks noChangeAspect="1"/>
          </p:cNvGrpSpPr>
          <p:nvPr/>
        </p:nvGrpSpPr>
        <p:grpSpPr>
          <a:xfrm>
            <a:off x="7192513" y="2371173"/>
            <a:ext cx="367200" cy="366962"/>
            <a:chOff x="6637294" y="5293001"/>
            <a:chExt cx="537729" cy="537380"/>
          </a:xfrm>
          <a:solidFill>
            <a:schemeClr val="accent2"/>
          </a:solidFill>
        </p:grpSpPr>
        <p:sp>
          <p:nvSpPr>
            <p:cNvPr id="388" name="Freeform 387">
              <a:extLst>
                <a:ext uri="{FF2B5EF4-FFF2-40B4-BE49-F238E27FC236}">
                  <a16:creationId xmlns:a16="http://schemas.microsoft.com/office/drawing/2014/main" id="{C5A17249-AA2E-5B4B-97E7-4CDCF61E4964}"/>
                </a:ext>
              </a:extLst>
            </p:cNvPr>
            <p:cNvSpPr/>
            <p:nvPr/>
          </p:nvSpPr>
          <p:spPr>
            <a:xfrm>
              <a:off x="6759919" y="5552687"/>
              <a:ext cx="190623" cy="25210"/>
            </a:xfrm>
            <a:custGeom>
              <a:avLst/>
              <a:gdLst>
                <a:gd name="connsiteX0" fmla="*/ 0 w 190623"/>
                <a:gd name="connsiteY0" fmla="*/ 0 h 25210"/>
                <a:gd name="connsiteX1" fmla="*/ 190624 w 190623"/>
                <a:gd name="connsiteY1" fmla="*/ 0 h 25210"/>
                <a:gd name="connsiteX2" fmla="*/ 190624 w 190623"/>
                <a:gd name="connsiteY2" fmla="*/ 25210 h 25210"/>
                <a:gd name="connsiteX3" fmla="*/ 0 w 190623"/>
                <a:gd name="connsiteY3" fmla="*/ 25210 h 25210"/>
              </a:gdLst>
              <a:ahLst/>
              <a:cxnLst>
                <a:cxn ang="0">
                  <a:pos x="connsiteX0" y="connsiteY0"/>
                </a:cxn>
                <a:cxn ang="0">
                  <a:pos x="connsiteX1" y="connsiteY1"/>
                </a:cxn>
                <a:cxn ang="0">
                  <a:pos x="connsiteX2" y="connsiteY2"/>
                </a:cxn>
                <a:cxn ang="0">
                  <a:pos x="connsiteX3" y="connsiteY3"/>
                </a:cxn>
              </a:cxnLst>
              <a:rect l="l" t="t" r="r" b="b"/>
              <a:pathLst>
                <a:path w="190623" h="25210">
                  <a:moveTo>
                    <a:pt x="0" y="0"/>
                  </a:moveTo>
                  <a:lnTo>
                    <a:pt x="190624" y="0"/>
                  </a:lnTo>
                  <a:lnTo>
                    <a:pt x="190624" y="25210"/>
                  </a:lnTo>
                  <a:lnTo>
                    <a:pt x="0" y="25210"/>
                  </a:lnTo>
                  <a:close/>
                </a:path>
              </a:pathLst>
            </a:custGeom>
            <a:grpFill/>
            <a:ln w="9463" cap="flat">
              <a:noFill/>
              <a:prstDash val="solid"/>
              <a:miter/>
            </a:ln>
          </p:spPr>
          <p:txBody>
            <a:bodyPr rtlCol="0" anchor="ctr"/>
            <a:lstStyle/>
            <a:p>
              <a:endParaRPr lang="en-US"/>
            </a:p>
          </p:txBody>
        </p:sp>
        <p:sp>
          <p:nvSpPr>
            <p:cNvPr id="389" name="Freeform 388">
              <a:extLst>
                <a:ext uri="{FF2B5EF4-FFF2-40B4-BE49-F238E27FC236}">
                  <a16:creationId xmlns:a16="http://schemas.microsoft.com/office/drawing/2014/main" id="{D6724257-1E79-5E45-B176-10A3B1BDA2AD}"/>
                </a:ext>
              </a:extLst>
            </p:cNvPr>
            <p:cNvSpPr/>
            <p:nvPr/>
          </p:nvSpPr>
          <p:spPr>
            <a:xfrm>
              <a:off x="6759919" y="5596853"/>
              <a:ext cx="190623" cy="87952"/>
            </a:xfrm>
            <a:custGeom>
              <a:avLst/>
              <a:gdLst>
                <a:gd name="connsiteX0" fmla="*/ 0 w 190623"/>
                <a:gd name="connsiteY0" fmla="*/ 0 h 87952"/>
                <a:gd name="connsiteX1" fmla="*/ 0 w 190623"/>
                <a:gd name="connsiteY1" fmla="*/ 87952 h 87952"/>
                <a:gd name="connsiteX2" fmla="*/ 190624 w 190623"/>
                <a:gd name="connsiteY2" fmla="*/ 87952 h 87952"/>
                <a:gd name="connsiteX3" fmla="*/ 190624 w 190623"/>
                <a:gd name="connsiteY3" fmla="*/ 0 h 87952"/>
                <a:gd name="connsiteX4" fmla="*/ 0 w 190623"/>
                <a:gd name="connsiteY4" fmla="*/ 0 h 87952"/>
                <a:gd name="connsiteX5" fmla="*/ 70275 w 190623"/>
                <a:gd name="connsiteY5" fmla="*/ 71082 h 87952"/>
                <a:gd name="connsiteX6" fmla="*/ 20485 w 190623"/>
                <a:gd name="connsiteY6" fmla="*/ 71082 h 87952"/>
                <a:gd name="connsiteX7" fmla="*/ 11001 w 190623"/>
                <a:gd name="connsiteY7" fmla="*/ 61604 h 87952"/>
                <a:gd name="connsiteX8" fmla="*/ 20485 w 190623"/>
                <a:gd name="connsiteY8" fmla="*/ 52127 h 87952"/>
                <a:gd name="connsiteX9" fmla="*/ 70275 w 190623"/>
                <a:gd name="connsiteY9" fmla="*/ 52127 h 87952"/>
                <a:gd name="connsiteX10" fmla="*/ 79758 w 190623"/>
                <a:gd name="connsiteY10" fmla="*/ 61604 h 87952"/>
                <a:gd name="connsiteX11" fmla="*/ 70275 w 190623"/>
                <a:gd name="connsiteY11" fmla="*/ 71082 h 8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623" h="87952">
                  <a:moveTo>
                    <a:pt x="0" y="0"/>
                  </a:moveTo>
                  <a:lnTo>
                    <a:pt x="0" y="87952"/>
                  </a:lnTo>
                  <a:lnTo>
                    <a:pt x="190624" y="87952"/>
                  </a:lnTo>
                  <a:lnTo>
                    <a:pt x="190624" y="0"/>
                  </a:lnTo>
                  <a:lnTo>
                    <a:pt x="0" y="0"/>
                  </a:lnTo>
                  <a:close/>
                  <a:moveTo>
                    <a:pt x="70275" y="71082"/>
                  </a:moveTo>
                  <a:lnTo>
                    <a:pt x="20485" y="71082"/>
                  </a:lnTo>
                  <a:cubicBezTo>
                    <a:pt x="15269" y="71082"/>
                    <a:pt x="11001" y="66817"/>
                    <a:pt x="11001" y="61604"/>
                  </a:cubicBezTo>
                  <a:cubicBezTo>
                    <a:pt x="11001" y="56392"/>
                    <a:pt x="15269" y="52127"/>
                    <a:pt x="20485" y="52127"/>
                  </a:cubicBezTo>
                  <a:lnTo>
                    <a:pt x="70275" y="52127"/>
                  </a:lnTo>
                  <a:cubicBezTo>
                    <a:pt x="75491" y="52127"/>
                    <a:pt x="79758" y="56392"/>
                    <a:pt x="79758" y="61604"/>
                  </a:cubicBezTo>
                  <a:cubicBezTo>
                    <a:pt x="79758" y="66817"/>
                    <a:pt x="75491" y="71082"/>
                    <a:pt x="70275" y="71082"/>
                  </a:cubicBezTo>
                  <a:close/>
                </a:path>
              </a:pathLst>
            </a:custGeom>
            <a:grpFill/>
            <a:ln w="9463" cap="flat">
              <a:noFill/>
              <a:prstDash val="solid"/>
              <a:miter/>
            </a:ln>
          </p:spPr>
          <p:txBody>
            <a:bodyPr rtlCol="0" anchor="ctr"/>
            <a:lstStyle/>
            <a:p>
              <a:endParaRPr lang="en-US"/>
            </a:p>
          </p:txBody>
        </p:sp>
        <p:sp>
          <p:nvSpPr>
            <p:cNvPr id="390" name="Freeform 389">
              <a:extLst>
                <a:ext uri="{FF2B5EF4-FFF2-40B4-BE49-F238E27FC236}">
                  <a16:creationId xmlns:a16="http://schemas.microsoft.com/office/drawing/2014/main" id="{184ACE38-818E-0C4E-879E-B2B5A383B04C}"/>
                </a:ext>
              </a:extLst>
            </p:cNvPr>
            <p:cNvSpPr/>
            <p:nvPr/>
          </p:nvSpPr>
          <p:spPr>
            <a:xfrm>
              <a:off x="6637294" y="5293001"/>
              <a:ext cx="537729" cy="537380"/>
            </a:xfrm>
            <a:custGeom>
              <a:avLst/>
              <a:gdLst>
                <a:gd name="connsiteX0" fmla="*/ 268865 w 537729"/>
                <a:gd name="connsiteY0" fmla="*/ 0 h 537380"/>
                <a:gd name="connsiteX1" fmla="*/ 0 w 537729"/>
                <a:gd name="connsiteY1" fmla="*/ 268690 h 537380"/>
                <a:gd name="connsiteX2" fmla="*/ 268865 w 537729"/>
                <a:gd name="connsiteY2" fmla="*/ 537381 h 537380"/>
                <a:gd name="connsiteX3" fmla="*/ 537730 w 537729"/>
                <a:gd name="connsiteY3" fmla="*/ 268690 h 537380"/>
                <a:gd name="connsiteX4" fmla="*/ 268865 w 537729"/>
                <a:gd name="connsiteY4" fmla="*/ 0 h 537380"/>
                <a:gd name="connsiteX5" fmla="*/ 332216 w 537729"/>
                <a:gd name="connsiteY5" fmla="*/ 401282 h 537380"/>
                <a:gd name="connsiteX6" fmla="*/ 322733 w 537729"/>
                <a:gd name="connsiteY6" fmla="*/ 410760 h 537380"/>
                <a:gd name="connsiteX7" fmla="*/ 113141 w 537729"/>
                <a:gd name="connsiteY7" fmla="*/ 410760 h 537380"/>
                <a:gd name="connsiteX8" fmla="*/ 103658 w 537729"/>
                <a:gd name="connsiteY8" fmla="*/ 401282 h 537380"/>
                <a:gd name="connsiteX9" fmla="*/ 103658 w 537729"/>
                <a:gd name="connsiteY9" fmla="*/ 250209 h 537380"/>
                <a:gd name="connsiteX10" fmla="*/ 113141 w 537729"/>
                <a:gd name="connsiteY10" fmla="*/ 240731 h 537380"/>
                <a:gd name="connsiteX11" fmla="*/ 322733 w 537729"/>
                <a:gd name="connsiteY11" fmla="*/ 240731 h 537380"/>
                <a:gd name="connsiteX12" fmla="*/ 332216 w 537729"/>
                <a:gd name="connsiteY12" fmla="*/ 250209 h 537380"/>
                <a:gd name="connsiteX13" fmla="*/ 332216 w 537729"/>
                <a:gd name="connsiteY13" fmla="*/ 401282 h 537380"/>
                <a:gd name="connsiteX14" fmla="*/ 358297 w 537729"/>
                <a:gd name="connsiteY14" fmla="*/ 252010 h 537380"/>
                <a:gd name="connsiteX15" fmla="*/ 355167 w 537729"/>
                <a:gd name="connsiteY15" fmla="*/ 252578 h 537380"/>
                <a:gd name="connsiteX16" fmla="*/ 346252 w 537729"/>
                <a:gd name="connsiteY16" fmla="*/ 246228 h 537380"/>
                <a:gd name="connsiteX17" fmla="*/ 328423 w 537729"/>
                <a:gd name="connsiteY17" fmla="*/ 225852 h 537380"/>
                <a:gd name="connsiteX18" fmla="*/ 301584 w 537729"/>
                <a:gd name="connsiteY18" fmla="*/ 223482 h 537380"/>
                <a:gd name="connsiteX19" fmla="*/ 289729 w 537729"/>
                <a:gd name="connsiteY19" fmla="*/ 217227 h 537380"/>
                <a:gd name="connsiteX20" fmla="*/ 295988 w 537729"/>
                <a:gd name="connsiteY20" fmla="*/ 205380 h 537380"/>
                <a:gd name="connsiteX21" fmla="*/ 337053 w 537729"/>
                <a:gd name="connsiteY21" fmla="*/ 209076 h 537380"/>
                <a:gd name="connsiteX22" fmla="*/ 363987 w 537729"/>
                <a:gd name="connsiteY22" fmla="*/ 239878 h 537380"/>
                <a:gd name="connsiteX23" fmla="*/ 358297 w 537729"/>
                <a:gd name="connsiteY23" fmla="*/ 252010 h 537380"/>
                <a:gd name="connsiteX24" fmla="*/ 395473 w 537729"/>
                <a:gd name="connsiteY24" fmla="*/ 239215 h 537380"/>
                <a:gd name="connsiteX25" fmla="*/ 392249 w 537729"/>
                <a:gd name="connsiteY25" fmla="*/ 239784 h 537380"/>
                <a:gd name="connsiteX26" fmla="*/ 383334 w 537729"/>
                <a:gd name="connsiteY26" fmla="*/ 233528 h 537380"/>
                <a:gd name="connsiteX27" fmla="*/ 346063 w 537729"/>
                <a:gd name="connsiteY27" fmla="*/ 191353 h 537380"/>
                <a:gd name="connsiteX28" fmla="*/ 295040 w 537729"/>
                <a:gd name="connsiteY28" fmla="*/ 188510 h 537380"/>
                <a:gd name="connsiteX29" fmla="*/ 281857 w 537729"/>
                <a:gd name="connsiteY29" fmla="*/ 179601 h 537380"/>
                <a:gd name="connsiteX30" fmla="*/ 289729 w 537729"/>
                <a:gd name="connsiteY30" fmla="*/ 170218 h 537380"/>
                <a:gd name="connsiteX31" fmla="*/ 354693 w 537729"/>
                <a:gd name="connsiteY31" fmla="*/ 174388 h 537380"/>
                <a:gd name="connsiteX32" fmla="*/ 401258 w 537729"/>
                <a:gd name="connsiteY32" fmla="*/ 226989 h 537380"/>
                <a:gd name="connsiteX33" fmla="*/ 395473 w 537729"/>
                <a:gd name="connsiteY33" fmla="*/ 239215 h 537380"/>
                <a:gd name="connsiteX34" fmla="*/ 426959 w 537729"/>
                <a:gd name="connsiteY34" fmla="*/ 224714 h 537380"/>
                <a:gd name="connsiteX35" fmla="*/ 424209 w 537729"/>
                <a:gd name="connsiteY35" fmla="*/ 225093 h 537380"/>
                <a:gd name="connsiteX36" fmla="*/ 415105 w 537729"/>
                <a:gd name="connsiteY36" fmla="*/ 218364 h 537380"/>
                <a:gd name="connsiteX37" fmla="*/ 413682 w 537729"/>
                <a:gd name="connsiteY37" fmla="*/ 214004 h 537380"/>
                <a:gd name="connsiteX38" fmla="*/ 282427 w 537729"/>
                <a:gd name="connsiteY38" fmla="*/ 151168 h 537380"/>
                <a:gd name="connsiteX39" fmla="*/ 270287 w 537729"/>
                <a:gd name="connsiteY39" fmla="*/ 145387 h 537380"/>
                <a:gd name="connsiteX40" fmla="*/ 276072 w 537729"/>
                <a:gd name="connsiteY40" fmla="*/ 133255 h 537380"/>
                <a:gd name="connsiteX41" fmla="*/ 431511 w 537729"/>
                <a:gd name="connsiteY41" fmla="*/ 207654 h 537380"/>
                <a:gd name="connsiteX42" fmla="*/ 433218 w 537729"/>
                <a:gd name="connsiteY42" fmla="*/ 212772 h 537380"/>
                <a:gd name="connsiteX43" fmla="*/ 426959 w 537729"/>
                <a:gd name="connsiteY43" fmla="*/ 224714 h 5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537729" h="537380">
                  <a:moveTo>
                    <a:pt x="268865" y="0"/>
                  </a:moveTo>
                  <a:cubicBezTo>
                    <a:pt x="120349" y="0"/>
                    <a:pt x="0" y="120271"/>
                    <a:pt x="0" y="268690"/>
                  </a:cubicBezTo>
                  <a:cubicBezTo>
                    <a:pt x="0" y="417110"/>
                    <a:pt x="120349" y="537381"/>
                    <a:pt x="268865" y="537381"/>
                  </a:cubicBezTo>
                  <a:cubicBezTo>
                    <a:pt x="417381" y="537381"/>
                    <a:pt x="537730" y="417110"/>
                    <a:pt x="537730" y="268690"/>
                  </a:cubicBezTo>
                  <a:cubicBezTo>
                    <a:pt x="537730" y="120271"/>
                    <a:pt x="417381" y="0"/>
                    <a:pt x="268865" y="0"/>
                  </a:cubicBezTo>
                  <a:close/>
                  <a:moveTo>
                    <a:pt x="332216" y="401282"/>
                  </a:moveTo>
                  <a:cubicBezTo>
                    <a:pt x="332216" y="406495"/>
                    <a:pt x="327949" y="410760"/>
                    <a:pt x="322733" y="410760"/>
                  </a:cubicBezTo>
                  <a:lnTo>
                    <a:pt x="113141" y="410760"/>
                  </a:lnTo>
                  <a:cubicBezTo>
                    <a:pt x="107925" y="410760"/>
                    <a:pt x="103658" y="406495"/>
                    <a:pt x="103658" y="401282"/>
                  </a:cubicBezTo>
                  <a:lnTo>
                    <a:pt x="103658" y="250209"/>
                  </a:lnTo>
                  <a:cubicBezTo>
                    <a:pt x="103658" y="244996"/>
                    <a:pt x="107925" y="240731"/>
                    <a:pt x="113141" y="240731"/>
                  </a:cubicBezTo>
                  <a:lnTo>
                    <a:pt x="322733" y="240731"/>
                  </a:lnTo>
                  <a:cubicBezTo>
                    <a:pt x="327949" y="240731"/>
                    <a:pt x="332216" y="244996"/>
                    <a:pt x="332216" y="250209"/>
                  </a:cubicBezTo>
                  <a:lnTo>
                    <a:pt x="332216" y="401282"/>
                  </a:lnTo>
                  <a:close/>
                  <a:moveTo>
                    <a:pt x="358297" y="252010"/>
                  </a:moveTo>
                  <a:cubicBezTo>
                    <a:pt x="357253" y="252389"/>
                    <a:pt x="356210" y="252578"/>
                    <a:pt x="355167" y="252578"/>
                  </a:cubicBezTo>
                  <a:cubicBezTo>
                    <a:pt x="351279" y="252578"/>
                    <a:pt x="347580" y="250114"/>
                    <a:pt x="346252" y="246228"/>
                  </a:cubicBezTo>
                  <a:cubicBezTo>
                    <a:pt x="343123" y="237414"/>
                    <a:pt x="336769" y="230211"/>
                    <a:pt x="328423" y="225852"/>
                  </a:cubicBezTo>
                  <a:cubicBezTo>
                    <a:pt x="320077" y="221587"/>
                    <a:pt x="310593" y="220734"/>
                    <a:pt x="301584" y="223482"/>
                  </a:cubicBezTo>
                  <a:cubicBezTo>
                    <a:pt x="296557" y="224999"/>
                    <a:pt x="291246" y="222155"/>
                    <a:pt x="289729" y="217227"/>
                  </a:cubicBezTo>
                  <a:cubicBezTo>
                    <a:pt x="288212" y="212204"/>
                    <a:pt x="290962" y="206896"/>
                    <a:pt x="295988" y="205380"/>
                  </a:cubicBezTo>
                  <a:cubicBezTo>
                    <a:pt x="309740" y="201210"/>
                    <a:pt x="324345" y="202442"/>
                    <a:pt x="337053" y="209076"/>
                  </a:cubicBezTo>
                  <a:cubicBezTo>
                    <a:pt x="349666" y="215616"/>
                    <a:pt x="359245" y="226515"/>
                    <a:pt x="363987" y="239878"/>
                  </a:cubicBezTo>
                  <a:cubicBezTo>
                    <a:pt x="365884" y="244901"/>
                    <a:pt x="363323" y="250304"/>
                    <a:pt x="358297" y="252010"/>
                  </a:cubicBezTo>
                  <a:close/>
                  <a:moveTo>
                    <a:pt x="395473" y="239215"/>
                  </a:moveTo>
                  <a:cubicBezTo>
                    <a:pt x="394430" y="239594"/>
                    <a:pt x="393292" y="239784"/>
                    <a:pt x="392249" y="239784"/>
                  </a:cubicBezTo>
                  <a:cubicBezTo>
                    <a:pt x="388360" y="239784"/>
                    <a:pt x="384756" y="237414"/>
                    <a:pt x="383334" y="233528"/>
                  </a:cubicBezTo>
                  <a:cubicBezTo>
                    <a:pt x="376695" y="215142"/>
                    <a:pt x="363418" y="200167"/>
                    <a:pt x="346063" y="191353"/>
                  </a:cubicBezTo>
                  <a:cubicBezTo>
                    <a:pt x="330225" y="183297"/>
                    <a:pt x="311637" y="182254"/>
                    <a:pt x="295040" y="188510"/>
                  </a:cubicBezTo>
                  <a:cubicBezTo>
                    <a:pt x="289065" y="190784"/>
                    <a:pt x="281857" y="186046"/>
                    <a:pt x="281857" y="179601"/>
                  </a:cubicBezTo>
                  <a:cubicBezTo>
                    <a:pt x="281857" y="174767"/>
                    <a:pt x="285177" y="170787"/>
                    <a:pt x="289729" y="170218"/>
                  </a:cubicBezTo>
                  <a:cubicBezTo>
                    <a:pt x="310973" y="162636"/>
                    <a:pt x="334492" y="164152"/>
                    <a:pt x="354693" y="174388"/>
                  </a:cubicBezTo>
                  <a:cubicBezTo>
                    <a:pt x="376411" y="185382"/>
                    <a:pt x="392912" y="204148"/>
                    <a:pt x="401258" y="226989"/>
                  </a:cubicBezTo>
                  <a:cubicBezTo>
                    <a:pt x="402965" y="232012"/>
                    <a:pt x="400405" y="237414"/>
                    <a:pt x="395473" y="239215"/>
                  </a:cubicBezTo>
                  <a:close/>
                  <a:moveTo>
                    <a:pt x="426959" y="224714"/>
                  </a:moveTo>
                  <a:cubicBezTo>
                    <a:pt x="426011" y="224999"/>
                    <a:pt x="425062" y="225093"/>
                    <a:pt x="424209" y="225093"/>
                  </a:cubicBezTo>
                  <a:cubicBezTo>
                    <a:pt x="420131" y="225093"/>
                    <a:pt x="416432" y="222440"/>
                    <a:pt x="415105" y="218364"/>
                  </a:cubicBezTo>
                  <a:cubicBezTo>
                    <a:pt x="414630" y="216848"/>
                    <a:pt x="414156" y="215426"/>
                    <a:pt x="413682" y="214004"/>
                  </a:cubicBezTo>
                  <a:cubicBezTo>
                    <a:pt x="394809" y="160551"/>
                    <a:pt x="336010" y="132402"/>
                    <a:pt x="282427" y="151168"/>
                  </a:cubicBezTo>
                  <a:cubicBezTo>
                    <a:pt x="277495" y="152874"/>
                    <a:pt x="272089" y="150315"/>
                    <a:pt x="270287" y="145387"/>
                  </a:cubicBezTo>
                  <a:cubicBezTo>
                    <a:pt x="268580" y="140458"/>
                    <a:pt x="271141" y="135056"/>
                    <a:pt x="276072" y="133255"/>
                  </a:cubicBezTo>
                  <a:cubicBezTo>
                    <a:pt x="339424" y="110983"/>
                    <a:pt x="409224" y="144344"/>
                    <a:pt x="431511" y="207654"/>
                  </a:cubicBezTo>
                  <a:cubicBezTo>
                    <a:pt x="432080" y="209360"/>
                    <a:pt x="432649" y="211066"/>
                    <a:pt x="433218" y="212772"/>
                  </a:cubicBezTo>
                  <a:cubicBezTo>
                    <a:pt x="434831" y="217890"/>
                    <a:pt x="431986" y="223103"/>
                    <a:pt x="426959" y="224714"/>
                  </a:cubicBezTo>
                  <a:close/>
                </a:path>
              </a:pathLst>
            </a:custGeom>
            <a:grpFill/>
            <a:ln w="9463" cap="flat">
              <a:noFill/>
              <a:prstDash val="solid"/>
              <a:miter/>
            </a:ln>
          </p:spPr>
          <p:txBody>
            <a:bodyPr rtlCol="0" anchor="ctr"/>
            <a:lstStyle/>
            <a:p>
              <a:endParaRPr lang="en-US"/>
            </a:p>
          </p:txBody>
        </p:sp>
      </p:grpSp>
      <p:grpSp>
        <p:nvGrpSpPr>
          <p:cNvPr id="391" name="Graphic 9">
            <a:extLst>
              <a:ext uri="{FF2B5EF4-FFF2-40B4-BE49-F238E27FC236}">
                <a16:creationId xmlns:a16="http://schemas.microsoft.com/office/drawing/2014/main" id="{832A6377-8E85-3747-B06B-3C4A8348551E}"/>
              </a:ext>
            </a:extLst>
          </p:cNvPr>
          <p:cNvGrpSpPr>
            <a:grpSpLocks noChangeAspect="1"/>
          </p:cNvGrpSpPr>
          <p:nvPr/>
        </p:nvGrpSpPr>
        <p:grpSpPr>
          <a:xfrm>
            <a:off x="5708769" y="1893013"/>
            <a:ext cx="367200" cy="366962"/>
            <a:chOff x="6811510" y="4884583"/>
            <a:chExt cx="537729" cy="537380"/>
          </a:xfrm>
          <a:solidFill>
            <a:schemeClr val="accent2"/>
          </a:solidFill>
        </p:grpSpPr>
        <p:sp>
          <p:nvSpPr>
            <p:cNvPr id="392" name="Freeform 391">
              <a:extLst>
                <a:ext uri="{FF2B5EF4-FFF2-40B4-BE49-F238E27FC236}">
                  <a16:creationId xmlns:a16="http://schemas.microsoft.com/office/drawing/2014/main" id="{0F701583-4B25-2948-B0B2-98342BE47164}"/>
                </a:ext>
              </a:extLst>
            </p:cNvPr>
            <p:cNvSpPr/>
            <p:nvPr/>
          </p:nvSpPr>
          <p:spPr>
            <a:xfrm>
              <a:off x="6811510" y="4884583"/>
              <a:ext cx="537729" cy="537380"/>
            </a:xfrm>
            <a:custGeom>
              <a:avLst/>
              <a:gdLst>
                <a:gd name="connsiteX0" fmla="*/ 269339 w 537729"/>
                <a:gd name="connsiteY0" fmla="*/ 0 h 537380"/>
                <a:gd name="connsiteX1" fmla="*/ 268960 w 537729"/>
                <a:gd name="connsiteY1" fmla="*/ 0 h 537380"/>
                <a:gd name="connsiteX2" fmla="*/ 0 w 537729"/>
                <a:gd name="connsiteY2" fmla="*/ 268596 h 537380"/>
                <a:gd name="connsiteX3" fmla="*/ 268770 w 537729"/>
                <a:gd name="connsiteY3" fmla="*/ 537381 h 537380"/>
                <a:gd name="connsiteX4" fmla="*/ 537730 w 537729"/>
                <a:gd name="connsiteY4" fmla="*/ 268975 h 537380"/>
                <a:gd name="connsiteX5" fmla="*/ 269339 w 537729"/>
                <a:gd name="connsiteY5" fmla="*/ 0 h 537380"/>
                <a:gd name="connsiteX6" fmla="*/ 269908 w 537729"/>
                <a:gd name="connsiteY6" fmla="*/ 518425 h 537380"/>
                <a:gd name="connsiteX7" fmla="*/ 19537 w 537729"/>
                <a:gd name="connsiteY7" fmla="*/ 269164 h 537380"/>
                <a:gd name="connsiteX8" fmla="*/ 19537 w 537729"/>
                <a:gd name="connsiteY8" fmla="*/ 268975 h 537380"/>
                <a:gd name="connsiteX9" fmla="*/ 268960 w 537729"/>
                <a:gd name="connsiteY9" fmla="*/ 18955 h 537380"/>
                <a:gd name="connsiteX10" fmla="*/ 519331 w 537729"/>
                <a:gd name="connsiteY10" fmla="*/ 268216 h 537380"/>
                <a:gd name="connsiteX11" fmla="*/ 269908 w 537729"/>
                <a:gd name="connsiteY11" fmla="*/ 518425 h 5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729" h="537380">
                  <a:moveTo>
                    <a:pt x="269339" y="0"/>
                  </a:moveTo>
                  <a:cubicBezTo>
                    <a:pt x="269244" y="0"/>
                    <a:pt x="269055" y="0"/>
                    <a:pt x="268960" y="0"/>
                  </a:cubicBezTo>
                  <a:cubicBezTo>
                    <a:pt x="120444" y="-95"/>
                    <a:pt x="95" y="120176"/>
                    <a:pt x="0" y="268596"/>
                  </a:cubicBezTo>
                  <a:cubicBezTo>
                    <a:pt x="-95" y="417015"/>
                    <a:pt x="120254" y="537286"/>
                    <a:pt x="268770" y="537381"/>
                  </a:cubicBezTo>
                  <a:cubicBezTo>
                    <a:pt x="417191" y="537475"/>
                    <a:pt x="537540" y="417299"/>
                    <a:pt x="537730" y="268975"/>
                  </a:cubicBezTo>
                  <a:cubicBezTo>
                    <a:pt x="537919" y="120650"/>
                    <a:pt x="417760" y="190"/>
                    <a:pt x="269339" y="0"/>
                  </a:cubicBezTo>
                  <a:close/>
                  <a:moveTo>
                    <a:pt x="269908" y="518425"/>
                  </a:moveTo>
                  <a:cubicBezTo>
                    <a:pt x="131919" y="518710"/>
                    <a:pt x="19821" y="407064"/>
                    <a:pt x="19537" y="269164"/>
                  </a:cubicBezTo>
                  <a:cubicBezTo>
                    <a:pt x="19537" y="269069"/>
                    <a:pt x="19537" y="269069"/>
                    <a:pt x="19537" y="268975"/>
                  </a:cubicBezTo>
                  <a:cubicBezTo>
                    <a:pt x="19442" y="131170"/>
                    <a:pt x="131066" y="19334"/>
                    <a:pt x="268960" y="18955"/>
                  </a:cubicBezTo>
                  <a:cubicBezTo>
                    <a:pt x="406948" y="18671"/>
                    <a:pt x="519047" y="130317"/>
                    <a:pt x="519331" y="268216"/>
                  </a:cubicBezTo>
                  <a:cubicBezTo>
                    <a:pt x="519616" y="406116"/>
                    <a:pt x="407897" y="518141"/>
                    <a:pt x="269908" y="518425"/>
                  </a:cubicBezTo>
                  <a:close/>
                </a:path>
              </a:pathLst>
            </a:custGeom>
            <a:grpFill/>
            <a:ln w="9463" cap="flat">
              <a:noFill/>
              <a:prstDash val="solid"/>
              <a:miter/>
            </a:ln>
          </p:spPr>
          <p:txBody>
            <a:bodyPr rtlCol="0" anchor="ctr"/>
            <a:lstStyle/>
            <a:p>
              <a:endParaRPr lang="en-US"/>
            </a:p>
          </p:txBody>
        </p:sp>
        <p:sp>
          <p:nvSpPr>
            <p:cNvPr id="393" name="Freeform 392">
              <a:extLst>
                <a:ext uri="{FF2B5EF4-FFF2-40B4-BE49-F238E27FC236}">
                  <a16:creationId xmlns:a16="http://schemas.microsoft.com/office/drawing/2014/main" id="{263C4B85-4F1D-2645-BD99-25161E973A91}"/>
                </a:ext>
              </a:extLst>
            </p:cNvPr>
            <p:cNvSpPr/>
            <p:nvPr/>
          </p:nvSpPr>
          <p:spPr>
            <a:xfrm>
              <a:off x="6898286" y="5078969"/>
              <a:ext cx="248051" cy="223861"/>
            </a:xfrm>
            <a:custGeom>
              <a:avLst/>
              <a:gdLst>
                <a:gd name="connsiteX0" fmla="*/ 238517 w 248051"/>
                <a:gd name="connsiteY0" fmla="*/ 63974 h 223861"/>
                <a:gd name="connsiteX1" fmla="*/ 64869 w 248051"/>
                <a:gd name="connsiteY1" fmla="*/ 63974 h 223861"/>
                <a:gd name="connsiteX2" fmla="*/ 42867 w 248051"/>
                <a:gd name="connsiteY2" fmla="*/ 6066 h 223861"/>
                <a:gd name="connsiteX3" fmla="*/ 34047 w 248051"/>
                <a:gd name="connsiteY3" fmla="*/ 0 h 223861"/>
                <a:gd name="connsiteX4" fmla="*/ 9484 w 248051"/>
                <a:gd name="connsiteY4" fmla="*/ 0 h 223861"/>
                <a:gd name="connsiteX5" fmla="*/ 0 w 248051"/>
                <a:gd name="connsiteY5" fmla="*/ 9478 h 223861"/>
                <a:gd name="connsiteX6" fmla="*/ 9484 w 248051"/>
                <a:gd name="connsiteY6" fmla="*/ 18955 h 223861"/>
                <a:gd name="connsiteX7" fmla="*/ 27503 w 248051"/>
                <a:gd name="connsiteY7" fmla="*/ 18955 h 223861"/>
                <a:gd name="connsiteX8" fmla="*/ 89622 w 248051"/>
                <a:gd name="connsiteY8" fmla="*/ 182065 h 223861"/>
                <a:gd name="connsiteX9" fmla="*/ 82319 w 248051"/>
                <a:gd name="connsiteY9" fmla="*/ 199409 h 223861"/>
                <a:gd name="connsiteX10" fmla="*/ 106787 w 248051"/>
                <a:gd name="connsiteY10" fmla="*/ 223861 h 223861"/>
                <a:gd name="connsiteX11" fmla="*/ 129359 w 248051"/>
                <a:gd name="connsiteY11" fmla="*/ 208887 h 223861"/>
                <a:gd name="connsiteX12" fmla="*/ 163121 w 248051"/>
                <a:gd name="connsiteY12" fmla="*/ 208887 h 223861"/>
                <a:gd name="connsiteX13" fmla="*/ 185692 w 248051"/>
                <a:gd name="connsiteY13" fmla="*/ 223861 h 223861"/>
                <a:gd name="connsiteX14" fmla="*/ 210160 w 248051"/>
                <a:gd name="connsiteY14" fmla="*/ 199409 h 223861"/>
                <a:gd name="connsiteX15" fmla="*/ 185692 w 248051"/>
                <a:gd name="connsiteY15" fmla="*/ 174957 h 223861"/>
                <a:gd name="connsiteX16" fmla="*/ 163121 w 248051"/>
                <a:gd name="connsiteY16" fmla="*/ 189931 h 223861"/>
                <a:gd name="connsiteX17" fmla="*/ 129359 w 248051"/>
                <a:gd name="connsiteY17" fmla="*/ 189931 h 223861"/>
                <a:gd name="connsiteX18" fmla="*/ 107167 w 248051"/>
                <a:gd name="connsiteY18" fmla="*/ 174957 h 223861"/>
                <a:gd name="connsiteX19" fmla="*/ 102994 w 248051"/>
                <a:gd name="connsiteY19" fmla="*/ 164057 h 223861"/>
                <a:gd name="connsiteX20" fmla="*/ 207789 w 248051"/>
                <a:gd name="connsiteY20" fmla="*/ 164057 h 223861"/>
                <a:gd name="connsiteX21" fmla="*/ 216704 w 248051"/>
                <a:gd name="connsiteY21" fmla="*/ 157897 h 223861"/>
                <a:gd name="connsiteX22" fmla="*/ 247431 w 248051"/>
                <a:gd name="connsiteY22" fmla="*/ 76769 h 223861"/>
                <a:gd name="connsiteX23" fmla="*/ 246388 w 248051"/>
                <a:gd name="connsiteY23" fmla="*/ 68049 h 223861"/>
                <a:gd name="connsiteX24" fmla="*/ 238517 w 248051"/>
                <a:gd name="connsiteY24" fmla="*/ 63974 h 223861"/>
                <a:gd name="connsiteX25" fmla="*/ 180097 w 248051"/>
                <a:gd name="connsiteY25" fmla="*/ 199219 h 223861"/>
                <a:gd name="connsiteX26" fmla="*/ 185597 w 248051"/>
                <a:gd name="connsiteY26" fmla="*/ 193912 h 223861"/>
                <a:gd name="connsiteX27" fmla="*/ 191098 w 248051"/>
                <a:gd name="connsiteY27" fmla="*/ 199409 h 223861"/>
                <a:gd name="connsiteX28" fmla="*/ 185597 w 248051"/>
                <a:gd name="connsiteY28" fmla="*/ 204906 h 223861"/>
                <a:gd name="connsiteX29" fmla="*/ 180097 w 248051"/>
                <a:gd name="connsiteY29" fmla="*/ 199599 h 223861"/>
                <a:gd name="connsiteX30" fmla="*/ 180097 w 248051"/>
                <a:gd name="connsiteY30" fmla="*/ 199409 h 223861"/>
                <a:gd name="connsiteX31" fmla="*/ 180097 w 248051"/>
                <a:gd name="connsiteY31" fmla="*/ 199219 h 223861"/>
                <a:gd name="connsiteX32" fmla="*/ 104227 w 248051"/>
                <a:gd name="connsiteY32" fmla="*/ 194575 h 223861"/>
                <a:gd name="connsiteX33" fmla="*/ 104321 w 248051"/>
                <a:gd name="connsiteY33" fmla="*/ 194575 h 223861"/>
                <a:gd name="connsiteX34" fmla="*/ 104701 w 248051"/>
                <a:gd name="connsiteY34" fmla="*/ 194386 h 223861"/>
                <a:gd name="connsiteX35" fmla="*/ 106692 w 248051"/>
                <a:gd name="connsiteY35" fmla="*/ 194007 h 223861"/>
                <a:gd name="connsiteX36" fmla="*/ 112193 w 248051"/>
                <a:gd name="connsiteY36" fmla="*/ 199504 h 223861"/>
                <a:gd name="connsiteX37" fmla="*/ 106692 w 248051"/>
                <a:gd name="connsiteY37" fmla="*/ 205001 h 223861"/>
                <a:gd name="connsiteX38" fmla="*/ 101192 w 248051"/>
                <a:gd name="connsiteY38" fmla="*/ 199504 h 223861"/>
                <a:gd name="connsiteX39" fmla="*/ 104227 w 248051"/>
                <a:gd name="connsiteY39" fmla="*/ 194575 h 223861"/>
                <a:gd name="connsiteX40" fmla="*/ 201246 w 248051"/>
                <a:gd name="connsiteY40" fmla="*/ 145102 h 223861"/>
                <a:gd name="connsiteX41" fmla="*/ 95691 w 248051"/>
                <a:gd name="connsiteY41" fmla="*/ 145102 h 223861"/>
                <a:gd name="connsiteX42" fmla="*/ 87251 w 248051"/>
                <a:gd name="connsiteY42" fmla="*/ 122830 h 223861"/>
                <a:gd name="connsiteX43" fmla="*/ 209686 w 248051"/>
                <a:gd name="connsiteY43" fmla="*/ 122830 h 223861"/>
                <a:gd name="connsiteX44" fmla="*/ 201246 w 248051"/>
                <a:gd name="connsiteY44" fmla="*/ 145102 h 223861"/>
                <a:gd name="connsiteX45" fmla="*/ 216894 w 248051"/>
                <a:gd name="connsiteY45" fmla="*/ 103875 h 223861"/>
                <a:gd name="connsiteX46" fmla="*/ 80043 w 248051"/>
                <a:gd name="connsiteY46" fmla="*/ 103875 h 223861"/>
                <a:gd name="connsiteX47" fmla="*/ 72077 w 248051"/>
                <a:gd name="connsiteY47" fmla="*/ 82929 h 223861"/>
                <a:gd name="connsiteX48" fmla="*/ 224860 w 248051"/>
                <a:gd name="connsiteY48" fmla="*/ 82929 h 223861"/>
                <a:gd name="connsiteX49" fmla="*/ 216894 w 248051"/>
                <a:gd name="connsiteY49" fmla="*/ 103875 h 22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48051" h="223861">
                  <a:moveTo>
                    <a:pt x="238517" y="63974"/>
                  </a:moveTo>
                  <a:lnTo>
                    <a:pt x="64869" y="63974"/>
                  </a:lnTo>
                  <a:lnTo>
                    <a:pt x="42867" y="6066"/>
                  </a:lnTo>
                  <a:cubicBezTo>
                    <a:pt x="41444" y="2369"/>
                    <a:pt x="37935" y="0"/>
                    <a:pt x="34047" y="0"/>
                  </a:cubicBezTo>
                  <a:lnTo>
                    <a:pt x="9484" y="0"/>
                  </a:lnTo>
                  <a:cubicBezTo>
                    <a:pt x="4268" y="0"/>
                    <a:pt x="0" y="4265"/>
                    <a:pt x="0" y="9478"/>
                  </a:cubicBezTo>
                  <a:cubicBezTo>
                    <a:pt x="0" y="14690"/>
                    <a:pt x="4268" y="18955"/>
                    <a:pt x="9484" y="18955"/>
                  </a:cubicBezTo>
                  <a:lnTo>
                    <a:pt x="27503" y="18955"/>
                  </a:lnTo>
                  <a:lnTo>
                    <a:pt x="89622" y="182065"/>
                  </a:lnTo>
                  <a:cubicBezTo>
                    <a:pt x="85164" y="186519"/>
                    <a:pt x="82319" y="192680"/>
                    <a:pt x="82319" y="199409"/>
                  </a:cubicBezTo>
                  <a:cubicBezTo>
                    <a:pt x="82319" y="212867"/>
                    <a:pt x="93320" y="223861"/>
                    <a:pt x="106787" y="223861"/>
                  </a:cubicBezTo>
                  <a:cubicBezTo>
                    <a:pt x="116935" y="223861"/>
                    <a:pt x="125660" y="217701"/>
                    <a:pt x="129359" y="208887"/>
                  </a:cubicBezTo>
                  <a:lnTo>
                    <a:pt x="163121" y="208887"/>
                  </a:lnTo>
                  <a:cubicBezTo>
                    <a:pt x="166819" y="217701"/>
                    <a:pt x="175545" y="223861"/>
                    <a:pt x="185692" y="223861"/>
                  </a:cubicBezTo>
                  <a:cubicBezTo>
                    <a:pt x="199159" y="223861"/>
                    <a:pt x="210160" y="212867"/>
                    <a:pt x="210160" y="199409"/>
                  </a:cubicBezTo>
                  <a:cubicBezTo>
                    <a:pt x="210160" y="185951"/>
                    <a:pt x="199159" y="174957"/>
                    <a:pt x="185692" y="174957"/>
                  </a:cubicBezTo>
                  <a:cubicBezTo>
                    <a:pt x="175545" y="174957"/>
                    <a:pt x="166819" y="181117"/>
                    <a:pt x="163121" y="189931"/>
                  </a:cubicBezTo>
                  <a:lnTo>
                    <a:pt x="129359" y="189931"/>
                  </a:lnTo>
                  <a:cubicBezTo>
                    <a:pt x="125660" y="181307"/>
                    <a:pt x="117125" y="175146"/>
                    <a:pt x="107167" y="174957"/>
                  </a:cubicBezTo>
                  <a:lnTo>
                    <a:pt x="102994" y="164057"/>
                  </a:lnTo>
                  <a:lnTo>
                    <a:pt x="207789" y="164057"/>
                  </a:lnTo>
                  <a:cubicBezTo>
                    <a:pt x="211772" y="164057"/>
                    <a:pt x="215282" y="161593"/>
                    <a:pt x="216704" y="157897"/>
                  </a:cubicBezTo>
                  <a:lnTo>
                    <a:pt x="247431" y="76769"/>
                  </a:lnTo>
                  <a:cubicBezTo>
                    <a:pt x="248570" y="73831"/>
                    <a:pt x="248095" y="70608"/>
                    <a:pt x="246388" y="68049"/>
                  </a:cubicBezTo>
                  <a:cubicBezTo>
                    <a:pt x="244681" y="65490"/>
                    <a:pt x="241646" y="63974"/>
                    <a:pt x="238517" y="63974"/>
                  </a:cubicBezTo>
                  <a:close/>
                  <a:moveTo>
                    <a:pt x="180097" y="199219"/>
                  </a:moveTo>
                  <a:cubicBezTo>
                    <a:pt x="180192" y="196281"/>
                    <a:pt x="182563" y="193912"/>
                    <a:pt x="185597" y="193912"/>
                  </a:cubicBezTo>
                  <a:cubicBezTo>
                    <a:pt x="188632" y="193912"/>
                    <a:pt x="191098" y="196376"/>
                    <a:pt x="191098" y="199409"/>
                  </a:cubicBezTo>
                  <a:cubicBezTo>
                    <a:pt x="191098" y="202442"/>
                    <a:pt x="188632" y="204906"/>
                    <a:pt x="185597" y="204906"/>
                  </a:cubicBezTo>
                  <a:cubicBezTo>
                    <a:pt x="182657" y="204906"/>
                    <a:pt x="180286" y="202537"/>
                    <a:pt x="180097" y="199599"/>
                  </a:cubicBezTo>
                  <a:cubicBezTo>
                    <a:pt x="180097" y="199504"/>
                    <a:pt x="180097" y="199409"/>
                    <a:pt x="180097" y="199409"/>
                  </a:cubicBezTo>
                  <a:cubicBezTo>
                    <a:pt x="180192" y="199314"/>
                    <a:pt x="180192" y="199219"/>
                    <a:pt x="180097" y="199219"/>
                  </a:cubicBezTo>
                  <a:close/>
                  <a:moveTo>
                    <a:pt x="104227" y="194575"/>
                  </a:moveTo>
                  <a:cubicBezTo>
                    <a:pt x="104227" y="194575"/>
                    <a:pt x="104321" y="194575"/>
                    <a:pt x="104321" y="194575"/>
                  </a:cubicBezTo>
                  <a:cubicBezTo>
                    <a:pt x="104416" y="194481"/>
                    <a:pt x="104511" y="194386"/>
                    <a:pt x="104701" y="194386"/>
                  </a:cubicBezTo>
                  <a:cubicBezTo>
                    <a:pt x="105365" y="194102"/>
                    <a:pt x="105934" y="194007"/>
                    <a:pt x="106692" y="194007"/>
                  </a:cubicBezTo>
                  <a:cubicBezTo>
                    <a:pt x="109727" y="194007"/>
                    <a:pt x="112193" y="196471"/>
                    <a:pt x="112193" y="199504"/>
                  </a:cubicBezTo>
                  <a:cubicBezTo>
                    <a:pt x="112193" y="202537"/>
                    <a:pt x="109727" y="205001"/>
                    <a:pt x="106692" y="205001"/>
                  </a:cubicBezTo>
                  <a:cubicBezTo>
                    <a:pt x="103658" y="205001"/>
                    <a:pt x="101192" y="202537"/>
                    <a:pt x="101192" y="199504"/>
                  </a:cubicBezTo>
                  <a:cubicBezTo>
                    <a:pt x="101192" y="197229"/>
                    <a:pt x="102425" y="195428"/>
                    <a:pt x="104227" y="194575"/>
                  </a:cubicBezTo>
                  <a:close/>
                  <a:moveTo>
                    <a:pt x="201246" y="145102"/>
                  </a:moveTo>
                  <a:lnTo>
                    <a:pt x="95691" y="145102"/>
                  </a:lnTo>
                  <a:lnTo>
                    <a:pt x="87251" y="122830"/>
                  </a:lnTo>
                  <a:lnTo>
                    <a:pt x="209686" y="122830"/>
                  </a:lnTo>
                  <a:lnTo>
                    <a:pt x="201246" y="145102"/>
                  </a:lnTo>
                  <a:close/>
                  <a:moveTo>
                    <a:pt x="216894" y="103875"/>
                  </a:moveTo>
                  <a:lnTo>
                    <a:pt x="80043" y="103875"/>
                  </a:lnTo>
                  <a:lnTo>
                    <a:pt x="72077" y="82929"/>
                  </a:lnTo>
                  <a:lnTo>
                    <a:pt x="224860" y="82929"/>
                  </a:lnTo>
                  <a:lnTo>
                    <a:pt x="216894" y="103875"/>
                  </a:lnTo>
                  <a:close/>
                </a:path>
              </a:pathLst>
            </a:custGeom>
            <a:grpFill/>
            <a:ln w="9463" cap="flat">
              <a:noFill/>
              <a:prstDash val="solid"/>
              <a:miter/>
            </a:ln>
          </p:spPr>
          <p:txBody>
            <a:bodyPr rtlCol="0" anchor="ctr"/>
            <a:lstStyle/>
            <a:p>
              <a:endParaRPr lang="en-US"/>
            </a:p>
          </p:txBody>
        </p:sp>
        <p:sp>
          <p:nvSpPr>
            <p:cNvPr id="394" name="Freeform 393">
              <a:extLst>
                <a:ext uri="{FF2B5EF4-FFF2-40B4-BE49-F238E27FC236}">
                  <a16:creationId xmlns:a16="http://schemas.microsoft.com/office/drawing/2014/main" id="{74A5F54E-CA10-1E4D-BAEA-DA9F7DC18EB4}"/>
                </a:ext>
              </a:extLst>
            </p:cNvPr>
            <p:cNvSpPr/>
            <p:nvPr/>
          </p:nvSpPr>
          <p:spPr>
            <a:xfrm>
              <a:off x="7136896" y="5099346"/>
              <a:ext cx="59087" cy="59045"/>
            </a:xfrm>
            <a:custGeom>
              <a:avLst/>
              <a:gdLst>
                <a:gd name="connsiteX0" fmla="*/ 9675 w 59087"/>
                <a:gd name="connsiteY0" fmla="*/ 0 h 59045"/>
                <a:gd name="connsiteX1" fmla="*/ 2 w 59087"/>
                <a:gd name="connsiteY1" fmla="*/ 9288 h 59045"/>
                <a:gd name="connsiteX2" fmla="*/ 9296 w 59087"/>
                <a:gd name="connsiteY2" fmla="*/ 18955 h 59045"/>
                <a:gd name="connsiteX3" fmla="*/ 40118 w 59087"/>
                <a:gd name="connsiteY3" fmla="*/ 49757 h 59045"/>
                <a:gd name="connsiteX4" fmla="*/ 49602 w 59087"/>
                <a:gd name="connsiteY4" fmla="*/ 59046 h 59045"/>
                <a:gd name="connsiteX5" fmla="*/ 49791 w 59087"/>
                <a:gd name="connsiteY5" fmla="*/ 59046 h 59045"/>
                <a:gd name="connsiteX6" fmla="*/ 59085 w 59087"/>
                <a:gd name="connsiteY6" fmla="*/ 49378 h 59045"/>
                <a:gd name="connsiteX7" fmla="*/ 9675 w 59087"/>
                <a:gd name="connsiteY7" fmla="*/ 0 h 59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087" h="59045">
                  <a:moveTo>
                    <a:pt x="9675" y="0"/>
                  </a:moveTo>
                  <a:cubicBezTo>
                    <a:pt x="4743" y="284"/>
                    <a:pt x="96" y="4075"/>
                    <a:pt x="2" y="9288"/>
                  </a:cubicBezTo>
                  <a:cubicBezTo>
                    <a:pt x="-93" y="14501"/>
                    <a:pt x="4080" y="18860"/>
                    <a:pt x="9296" y="18955"/>
                  </a:cubicBezTo>
                  <a:cubicBezTo>
                    <a:pt x="26272" y="19334"/>
                    <a:pt x="39739" y="32793"/>
                    <a:pt x="40118" y="49757"/>
                  </a:cubicBezTo>
                  <a:cubicBezTo>
                    <a:pt x="40213" y="54875"/>
                    <a:pt x="44480" y="59046"/>
                    <a:pt x="49602" y="59046"/>
                  </a:cubicBezTo>
                  <a:cubicBezTo>
                    <a:pt x="49697" y="59046"/>
                    <a:pt x="49697" y="59046"/>
                    <a:pt x="49791" y="59046"/>
                  </a:cubicBezTo>
                  <a:cubicBezTo>
                    <a:pt x="55007" y="58951"/>
                    <a:pt x="59180" y="54591"/>
                    <a:pt x="59085" y="49378"/>
                  </a:cubicBezTo>
                  <a:cubicBezTo>
                    <a:pt x="58516" y="22272"/>
                    <a:pt x="36799" y="569"/>
                    <a:pt x="9675" y="0"/>
                  </a:cubicBezTo>
                  <a:close/>
                </a:path>
              </a:pathLst>
            </a:custGeom>
            <a:grpFill/>
            <a:ln w="9463" cap="flat">
              <a:noFill/>
              <a:prstDash val="solid"/>
              <a:miter/>
            </a:ln>
          </p:spPr>
          <p:txBody>
            <a:bodyPr rtlCol="0" anchor="ctr"/>
            <a:lstStyle/>
            <a:p>
              <a:endParaRPr lang="en-US"/>
            </a:p>
          </p:txBody>
        </p:sp>
        <p:sp>
          <p:nvSpPr>
            <p:cNvPr id="395" name="Freeform 394">
              <a:extLst>
                <a:ext uri="{FF2B5EF4-FFF2-40B4-BE49-F238E27FC236}">
                  <a16:creationId xmlns:a16="http://schemas.microsoft.com/office/drawing/2014/main" id="{4FA51E65-2F4F-0543-836D-67EE299BE1D6}"/>
                </a:ext>
              </a:extLst>
            </p:cNvPr>
            <p:cNvSpPr/>
            <p:nvPr/>
          </p:nvSpPr>
          <p:spPr>
            <a:xfrm>
              <a:off x="7139743" y="5067600"/>
              <a:ext cx="91425" cy="90317"/>
            </a:xfrm>
            <a:custGeom>
              <a:avLst/>
              <a:gdLst>
                <a:gd name="connsiteX0" fmla="*/ 9484 w 91425"/>
                <a:gd name="connsiteY0" fmla="*/ 91 h 90317"/>
                <a:gd name="connsiteX1" fmla="*/ 0 w 91425"/>
                <a:gd name="connsiteY1" fmla="*/ 9569 h 90317"/>
                <a:gd name="connsiteX2" fmla="*/ 9484 w 91425"/>
                <a:gd name="connsiteY2" fmla="*/ 19046 h 90317"/>
                <a:gd name="connsiteX3" fmla="*/ 10622 w 91425"/>
                <a:gd name="connsiteY3" fmla="*/ 19046 h 90317"/>
                <a:gd name="connsiteX4" fmla="*/ 52635 w 91425"/>
                <a:gd name="connsiteY4" fmla="*/ 35253 h 90317"/>
                <a:gd name="connsiteX5" fmla="*/ 72456 w 91425"/>
                <a:gd name="connsiteY5" fmla="*/ 81125 h 90317"/>
                <a:gd name="connsiteX6" fmla="*/ 81940 w 91425"/>
                <a:gd name="connsiteY6" fmla="*/ 90318 h 90317"/>
                <a:gd name="connsiteX7" fmla="*/ 82224 w 91425"/>
                <a:gd name="connsiteY7" fmla="*/ 90318 h 90317"/>
                <a:gd name="connsiteX8" fmla="*/ 91424 w 91425"/>
                <a:gd name="connsiteY8" fmla="*/ 80556 h 90317"/>
                <a:gd name="connsiteX9" fmla="*/ 66102 w 91425"/>
                <a:gd name="connsiteY9" fmla="*/ 21984 h 90317"/>
                <a:gd name="connsiteX10" fmla="*/ 9484 w 91425"/>
                <a:gd name="connsiteY10" fmla="*/ 91 h 90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25" h="90317">
                  <a:moveTo>
                    <a:pt x="9484" y="91"/>
                  </a:moveTo>
                  <a:cubicBezTo>
                    <a:pt x="4268" y="91"/>
                    <a:pt x="0" y="4356"/>
                    <a:pt x="0" y="9569"/>
                  </a:cubicBezTo>
                  <a:cubicBezTo>
                    <a:pt x="0" y="14781"/>
                    <a:pt x="4268" y="19046"/>
                    <a:pt x="9484" y="19046"/>
                  </a:cubicBezTo>
                  <a:cubicBezTo>
                    <a:pt x="9673" y="19046"/>
                    <a:pt x="10432" y="19046"/>
                    <a:pt x="10622" y="19046"/>
                  </a:cubicBezTo>
                  <a:cubicBezTo>
                    <a:pt x="26270" y="18288"/>
                    <a:pt x="41634" y="24164"/>
                    <a:pt x="52635" y="35253"/>
                  </a:cubicBezTo>
                  <a:cubicBezTo>
                    <a:pt x="64869" y="47574"/>
                    <a:pt x="71887" y="63875"/>
                    <a:pt x="72456" y="81125"/>
                  </a:cubicBezTo>
                  <a:cubicBezTo>
                    <a:pt x="72646" y="86242"/>
                    <a:pt x="76819" y="90318"/>
                    <a:pt x="81940" y="90318"/>
                  </a:cubicBezTo>
                  <a:cubicBezTo>
                    <a:pt x="82035" y="90318"/>
                    <a:pt x="82129" y="90318"/>
                    <a:pt x="82224" y="90318"/>
                  </a:cubicBezTo>
                  <a:cubicBezTo>
                    <a:pt x="87440" y="90128"/>
                    <a:pt x="91518" y="85769"/>
                    <a:pt x="91424" y="80556"/>
                  </a:cubicBezTo>
                  <a:cubicBezTo>
                    <a:pt x="90665" y="58473"/>
                    <a:pt x="81655" y="37717"/>
                    <a:pt x="66102" y="21984"/>
                  </a:cubicBezTo>
                  <a:cubicBezTo>
                    <a:pt x="51212" y="7010"/>
                    <a:pt x="30633" y="-952"/>
                    <a:pt x="9484" y="91"/>
                  </a:cubicBezTo>
                  <a:close/>
                </a:path>
              </a:pathLst>
            </a:custGeom>
            <a:grpFill/>
            <a:ln w="9463" cap="flat">
              <a:noFill/>
              <a:prstDash val="solid"/>
              <a:miter/>
            </a:ln>
          </p:spPr>
          <p:txBody>
            <a:bodyPr rtlCol="0" anchor="ctr"/>
            <a:lstStyle/>
            <a:p>
              <a:endParaRPr lang="en-US"/>
            </a:p>
          </p:txBody>
        </p:sp>
        <p:sp>
          <p:nvSpPr>
            <p:cNvPr id="396" name="Freeform 395">
              <a:extLst>
                <a:ext uri="{FF2B5EF4-FFF2-40B4-BE49-F238E27FC236}">
                  <a16:creationId xmlns:a16="http://schemas.microsoft.com/office/drawing/2014/main" id="{2406A513-9645-4846-8686-C339473B35EB}"/>
                </a:ext>
              </a:extLst>
            </p:cNvPr>
            <p:cNvSpPr/>
            <p:nvPr/>
          </p:nvSpPr>
          <p:spPr>
            <a:xfrm>
              <a:off x="7140500" y="5032485"/>
              <a:ext cx="122247" cy="121736"/>
            </a:xfrm>
            <a:custGeom>
              <a:avLst/>
              <a:gdLst>
                <a:gd name="connsiteX0" fmla="*/ 122247 w 122247"/>
                <a:gd name="connsiteY0" fmla="*/ 107709 h 121736"/>
                <a:gd name="connsiteX1" fmla="*/ 9296 w 122247"/>
                <a:gd name="connsiteY1" fmla="*/ 44 h 121736"/>
                <a:gd name="connsiteX2" fmla="*/ 2 w 122247"/>
                <a:gd name="connsiteY2" fmla="*/ 9711 h 121736"/>
                <a:gd name="connsiteX3" fmla="*/ 9675 w 122247"/>
                <a:gd name="connsiteY3" fmla="*/ 18999 h 121736"/>
                <a:gd name="connsiteX4" fmla="*/ 103280 w 122247"/>
                <a:gd name="connsiteY4" fmla="*/ 108183 h 121736"/>
                <a:gd name="connsiteX5" fmla="*/ 103280 w 122247"/>
                <a:gd name="connsiteY5" fmla="*/ 112069 h 121736"/>
                <a:gd name="connsiteX6" fmla="*/ 112574 w 122247"/>
                <a:gd name="connsiteY6" fmla="*/ 121736 h 121736"/>
                <a:gd name="connsiteX7" fmla="*/ 112764 w 122247"/>
                <a:gd name="connsiteY7" fmla="*/ 121736 h 121736"/>
                <a:gd name="connsiteX8" fmla="*/ 122247 w 122247"/>
                <a:gd name="connsiteY8" fmla="*/ 112448 h 121736"/>
                <a:gd name="connsiteX9" fmla="*/ 122247 w 122247"/>
                <a:gd name="connsiteY9" fmla="*/ 107709 h 121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2247" h="121736">
                  <a:moveTo>
                    <a:pt x="122247" y="107709"/>
                  </a:moveTo>
                  <a:cubicBezTo>
                    <a:pt x="120825" y="46863"/>
                    <a:pt x="69897" y="-1662"/>
                    <a:pt x="9296" y="44"/>
                  </a:cubicBezTo>
                  <a:cubicBezTo>
                    <a:pt x="4080" y="138"/>
                    <a:pt x="-93" y="4498"/>
                    <a:pt x="2" y="9711"/>
                  </a:cubicBezTo>
                  <a:cubicBezTo>
                    <a:pt x="96" y="14923"/>
                    <a:pt x="4554" y="18999"/>
                    <a:pt x="9675" y="18999"/>
                  </a:cubicBezTo>
                  <a:cubicBezTo>
                    <a:pt x="60223" y="17862"/>
                    <a:pt x="102047" y="57857"/>
                    <a:pt x="103280" y="108183"/>
                  </a:cubicBezTo>
                  <a:cubicBezTo>
                    <a:pt x="103280" y="109510"/>
                    <a:pt x="103280" y="110837"/>
                    <a:pt x="103280" y="112069"/>
                  </a:cubicBezTo>
                  <a:cubicBezTo>
                    <a:pt x="103185" y="117282"/>
                    <a:pt x="107358" y="121641"/>
                    <a:pt x="112574" y="121736"/>
                  </a:cubicBezTo>
                  <a:cubicBezTo>
                    <a:pt x="112669" y="121736"/>
                    <a:pt x="112669" y="121736"/>
                    <a:pt x="112764" y="121736"/>
                  </a:cubicBezTo>
                  <a:cubicBezTo>
                    <a:pt x="117885" y="121736"/>
                    <a:pt x="122152" y="117566"/>
                    <a:pt x="122247" y="112448"/>
                  </a:cubicBezTo>
                  <a:cubicBezTo>
                    <a:pt x="122247" y="110837"/>
                    <a:pt x="122247" y="109320"/>
                    <a:pt x="122247" y="107709"/>
                  </a:cubicBezTo>
                  <a:close/>
                </a:path>
              </a:pathLst>
            </a:custGeom>
            <a:grpFill/>
            <a:ln w="9463" cap="flat">
              <a:noFill/>
              <a:prstDash val="solid"/>
              <a:miter/>
            </a:ln>
          </p:spPr>
          <p:txBody>
            <a:bodyPr rtlCol="0" anchor="ctr"/>
            <a:lstStyle/>
            <a:p>
              <a:endParaRPr lang="en-US"/>
            </a:p>
          </p:txBody>
        </p:sp>
        <p:sp>
          <p:nvSpPr>
            <p:cNvPr id="397" name="Freeform 396">
              <a:extLst>
                <a:ext uri="{FF2B5EF4-FFF2-40B4-BE49-F238E27FC236}">
                  <a16:creationId xmlns:a16="http://schemas.microsoft.com/office/drawing/2014/main" id="{FF0281DE-78EB-D943-911B-A2783E5B4DE0}"/>
                </a:ext>
              </a:extLst>
            </p:cNvPr>
            <p:cNvSpPr/>
            <p:nvPr/>
          </p:nvSpPr>
          <p:spPr>
            <a:xfrm>
              <a:off x="7000806" y="5004285"/>
              <a:ext cx="87179" cy="120555"/>
            </a:xfrm>
            <a:custGeom>
              <a:avLst/>
              <a:gdLst>
                <a:gd name="connsiteX0" fmla="*/ 36892 w 87179"/>
                <a:gd name="connsiteY0" fmla="*/ 117807 h 120555"/>
                <a:gd name="connsiteX1" fmla="*/ 36892 w 87179"/>
                <a:gd name="connsiteY1" fmla="*/ 117807 h 120555"/>
                <a:gd name="connsiteX2" fmla="*/ 36892 w 87179"/>
                <a:gd name="connsiteY2" fmla="*/ 117807 h 120555"/>
                <a:gd name="connsiteX3" fmla="*/ 43151 w 87179"/>
                <a:gd name="connsiteY3" fmla="*/ 120555 h 120555"/>
                <a:gd name="connsiteX4" fmla="*/ 43151 w 87179"/>
                <a:gd name="connsiteY4" fmla="*/ 120555 h 120555"/>
                <a:gd name="connsiteX5" fmla="*/ 43151 w 87179"/>
                <a:gd name="connsiteY5" fmla="*/ 120555 h 120555"/>
                <a:gd name="connsiteX6" fmla="*/ 43530 w 87179"/>
                <a:gd name="connsiteY6" fmla="*/ 120555 h 120555"/>
                <a:gd name="connsiteX7" fmla="*/ 43530 w 87179"/>
                <a:gd name="connsiteY7" fmla="*/ 120555 h 120555"/>
                <a:gd name="connsiteX8" fmla="*/ 43910 w 87179"/>
                <a:gd name="connsiteY8" fmla="*/ 120555 h 120555"/>
                <a:gd name="connsiteX9" fmla="*/ 43910 w 87179"/>
                <a:gd name="connsiteY9" fmla="*/ 120555 h 120555"/>
                <a:gd name="connsiteX10" fmla="*/ 43910 w 87179"/>
                <a:gd name="connsiteY10" fmla="*/ 120555 h 120555"/>
                <a:gd name="connsiteX11" fmla="*/ 43910 w 87179"/>
                <a:gd name="connsiteY11" fmla="*/ 120555 h 120555"/>
                <a:gd name="connsiteX12" fmla="*/ 50169 w 87179"/>
                <a:gd name="connsiteY12" fmla="*/ 117807 h 120555"/>
                <a:gd name="connsiteX13" fmla="*/ 50169 w 87179"/>
                <a:gd name="connsiteY13" fmla="*/ 117807 h 120555"/>
                <a:gd name="connsiteX14" fmla="*/ 84406 w 87179"/>
                <a:gd name="connsiteY14" fmla="*/ 83593 h 120555"/>
                <a:gd name="connsiteX15" fmla="*/ 84406 w 87179"/>
                <a:gd name="connsiteY15" fmla="*/ 70229 h 120555"/>
                <a:gd name="connsiteX16" fmla="*/ 71033 w 87179"/>
                <a:gd name="connsiteY16" fmla="*/ 70229 h 120555"/>
                <a:gd name="connsiteX17" fmla="*/ 53014 w 87179"/>
                <a:gd name="connsiteY17" fmla="*/ 88237 h 120555"/>
                <a:gd name="connsiteX18" fmla="*/ 53014 w 87179"/>
                <a:gd name="connsiteY18" fmla="*/ 9478 h 120555"/>
                <a:gd name="connsiteX19" fmla="*/ 43530 w 87179"/>
                <a:gd name="connsiteY19" fmla="*/ 0 h 120555"/>
                <a:gd name="connsiteX20" fmla="*/ 34047 w 87179"/>
                <a:gd name="connsiteY20" fmla="*/ 9478 h 120555"/>
                <a:gd name="connsiteX21" fmla="*/ 34047 w 87179"/>
                <a:gd name="connsiteY21" fmla="*/ 88142 h 120555"/>
                <a:gd name="connsiteX22" fmla="*/ 16122 w 87179"/>
                <a:gd name="connsiteY22" fmla="*/ 70134 h 120555"/>
                <a:gd name="connsiteX23" fmla="*/ 2750 w 87179"/>
                <a:gd name="connsiteY23" fmla="*/ 70134 h 120555"/>
                <a:gd name="connsiteX24" fmla="*/ 0 w 87179"/>
                <a:gd name="connsiteY24" fmla="*/ 76863 h 120555"/>
                <a:gd name="connsiteX25" fmla="*/ 2750 w 87179"/>
                <a:gd name="connsiteY25" fmla="*/ 83593 h 120555"/>
                <a:gd name="connsiteX26" fmla="*/ 36892 w 87179"/>
                <a:gd name="connsiteY26" fmla="*/ 117807 h 120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7179" h="120555">
                  <a:moveTo>
                    <a:pt x="36892" y="117807"/>
                  </a:moveTo>
                  <a:cubicBezTo>
                    <a:pt x="36892" y="117807"/>
                    <a:pt x="36892" y="117807"/>
                    <a:pt x="36892" y="117807"/>
                  </a:cubicBezTo>
                  <a:cubicBezTo>
                    <a:pt x="36987" y="117807"/>
                    <a:pt x="36987" y="117807"/>
                    <a:pt x="36892" y="117807"/>
                  </a:cubicBezTo>
                  <a:cubicBezTo>
                    <a:pt x="38694" y="119607"/>
                    <a:pt x="40875" y="120460"/>
                    <a:pt x="43151" y="120555"/>
                  </a:cubicBezTo>
                  <a:cubicBezTo>
                    <a:pt x="43151" y="120555"/>
                    <a:pt x="43151" y="120555"/>
                    <a:pt x="43151" y="120555"/>
                  </a:cubicBezTo>
                  <a:cubicBezTo>
                    <a:pt x="43151" y="120555"/>
                    <a:pt x="43151" y="120555"/>
                    <a:pt x="43151" y="120555"/>
                  </a:cubicBezTo>
                  <a:cubicBezTo>
                    <a:pt x="43246" y="120555"/>
                    <a:pt x="43436" y="120555"/>
                    <a:pt x="43530" y="120555"/>
                  </a:cubicBezTo>
                  <a:lnTo>
                    <a:pt x="43530" y="120555"/>
                  </a:lnTo>
                  <a:cubicBezTo>
                    <a:pt x="43625" y="120555"/>
                    <a:pt x="44005" y="120460"/>
                    <a:pt x="43910" y="120555"/>
                  </a:cubicBezTo>
                  <a:cubicBezTo>
                    <a:pt x="43910" y="120555"/>
                    <a:pt x="43910" y="120555"/>
                    <a:pt x="43910" y="120555"/>
                  </a:cubicBezTo>
                  <a:cubicBezTo>
                    <a:pt x="43910" y="120555"/>
                    <a:pt x="43910" y="120555"/>
                    <a:pt x="43910" y="120555"/>
                  </a:cubicBezTo>
                  <a:cubicBezTo>
                    <a:pt x="43910" y="120555"/>
                    <a:pt x="43910" y="120555"/>
                    <a:pt x="43910" y="120555"/>
                  </a:cubicBezTo>
                  <a:cubicBezTo>
                    <a:pt x="46186" y="120460"/>
                    <a:pt x="48367" y="119513"/>
                    <a:pt x="50169" y="117807"/>
                  </a:cubicBezTo>
                  <a:cubicBezTo>
                    <a:pt x="50169" y="117807"/>
                    <a:pt x="50169" y="117807"/>
                    <a:pt x="50169" y="117807"/>
                  </a:cubicBezTo>
                  <a:lnTo>
                    <a:pt x="84406" y="83593"/>
                  </a:lnTo>
                  <a:cubicBezTo>
                    <a:pt x="88104" y="79896"/>
                    <a:pt x="88104" y="73925"/>
                    <a:pt x="84406" y="70229"/>
                  </a:cubicBezTo>
                  <a:cubicBezTo>
                    <a:pt x="80707" y="66533"/>
                    <a:pt x="74732" y="66533"/>
                    <a:pt x="71033" y="70229"/>
                  </a:cubicBezTo>
                  <a:lnTo>
                    <a:pt x="53014" y="88237"/>
                  </a:lnTo>
                  <a:lnTo>
                    <a:pt x="53014" y="9478"/>
                  </a:lnTo>
                  <a:cubicBezTo>
                    <a:pt x="53014" y="4265"/>
                    <a:pt x="48747" y="0"/>
                    <a:pt x="43530" y="0"/>
                  </a:cubicBezTo>
                  <a:cubicBezTo>
                    <a:pt x="38314" y="0"/>
                    <a:pt x="34047" y="4265"/>
                    <a:pt x="34047" y="9478"/>
                  </a:cubicBezTo>
                  <a:lnTo>
                    <a:pt x="34047" y="88142"/>
                  </a:lnTo>
                  <a:lnTo>
                    <a:pt x="16122" y="70134"/>
                  </a:lnTo>
                  <a:cubicBezTo>
                    <a:pt x="12424" y="66438"/>
                    <a:pt x="6449" y="66438"/>
                    <a:pt x="2750" y="70134"/>
                  </a:cubicBezTo>
                  <a:cubicBezTo>
                    <a:pt x="854" y="71935"/>
                    <a:pt x="0" y="74399"/>
                    <a:pt x="0" y="76863"/>
                  </a:cubicBezTo>
                  <a:cubicBezTo>
                    <a:pt x="0" y="79328"/>
                    <a:pt x="948" y="81697"/>
                    <a:pt x="2750" y="83593"/>
                  </a:cubicBezTo>
                  <a:lnTo>
                    <a:pt x="36892" y="117807"/>
                  </a:lnTo>
                  <a:close/>
                </a:path>
              </a:pathLst>
            </a:custGeom>
            <a:grpFill/>
            <a:ln w="9463" cap="flat">
              <a:noFill/>
              <a:prstDash val="solid"/>
              <a:miter/>
            </a:ln>
          </p:spPr>
          <p:txBody>
            <a:bodyPr rtlCol="0" anchor="ctr"/>
            <a:lstStyle/>
            <a:p>
              <a:endParaRPr lang="en-US"/>
            </a:p>
          </p:txBody>
        </p:sp>
      </p:grpSp>
      <p:grpSp>
        <p:nvGrpSpPr>
          <p:cNvPr id="398" name="Graphic 9">
            <a:extLst>
              <a:ext uri="{FF2B5EF4-FFF2-40B4-BE49-F238E27FC236}">
                <a16:creationId xmlns:a16="http://schemas.microsoft.com/office/drawing/2014/main" id="{76A9A2D1-FEE3-2445-82EE-5FEAF66B4E80}"/>
              </a:ext>
            </a:extLst>
          </p:cNvPr>
          <p:cNvGrpSpPr>
            <a:grpSpLocks noChangeAspect="1"/>
          </p:cNvGrpSpPr>
          <p:nvPr/>
        </p:nvGrpSpPr>
        <p:grpSpPr>
          <a:xfrm>
            <a:off x="6147119" y="1893013"/>
            <a:ext cx="367200" cy="366962"/>
            <a:chOff x="7604448" y="4884868"/>
            <a:chExt cx="537729" cy="537380"/>
          </a:xfrm>
          <a:solidFill>
            <a:schemeClr val="accent2"/>
          </a:solidFill>
        </p:grpSpPr>
        <p:sp>
          <p:nvSpPr>
            <p:cNvPr id="399" name="Freeform 398">
              <a:extLst>
                <a:ext uri="{FF2B5EF4-FFF2-40B4-BE49-F238E27FC236}">
                  <a16:creationId xmlns:a16="http://schemas.microsoft.com/office/drawing/2014/main" id="{BE7E0F9E-9719-F647-8C47-678BA5B1D256}"/>
                </a:ext>
              </a:extLst>
            </p:cNvPr>
            <p:cNvSpPr/>
            <p:nvPr/>
          </p:nvSpPr>
          <p:spPr>
            <a:xfrm>
              <a:off x="7792416" y="5272786"/>
              <a:ext cx="11001" cy="10994"/>
            </a:xfrm>
            <a:custGeom>
              <a:avLst/>
              <a:gdLst>
                <a:gd name="connsiteX0" fmla="*/ 3414 w 11001"/>
                <a:gd name="connsiteY0" fmla="*/ 474 h 10994"/>
                <a:gd name="connsiteX1" fmla="*/ 3130 w 11001"/>
                <a:gd name="connsiteY1" fmla="*/ 663 h 10994"/>
                <a:gd name="connsiteX2" fmla="*/ 3035 w 11001"/>
                <a:gd name="connsiteY2" fmla="*/ 663 h 10994"/>
                <a:gd name="connsiteX3" fmla="*/ 0 w 11001"/>
                <a:gd name="connsiteY3" fmla="*/ 5497 h 10994"/>
                <a:gd name="connsiteX4" fmla="*/ 5501 w 11001"/>
                <a:gd name="connsiteY4" fmla="*/ 10994 h 10994"/>
                <a:gd name="connsiteX5" fmla="*/ 11001 w 11001"/>
                <a:gd name="connsiteY5" fmla="*/ 5497 h 10994"/>
                <a:gd name="connsiteX6" fmla="*/ 5501 w 11001"/>
                <a:gd name="connsiteY6" fmla="*/ 0 h 10994"/>
                <a:gd name="connsiteX7" fmla="*/ 3414 w 11001"/>
                <a:gd name="connsiteY7" fmla="*/ 474 h 10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01" h="10994">
                  <a:moveTo>
                    <a:pt x="3414" y="474"/>
                  </a:moveTo>
                  <a:cubicBezTo>
                    <a:pt x="3319" y="569"/>
                    <a:pt x="3224" y="663"/>
                    <a:pt x="3130" y="663"/>
                  </a:cubicBezTo>
                  <a:cubicBezTo>
                    <a:pt x="3130" y="663"/>
                    <a:pt x="3035" y="663"/>
                    <a:pt x="3035" y="663"/>
                  </a:cubicBezTo>
                  <a:cubicBezTo>
                    <a:pt x="1233" y="1611"/>
                    <a:pt x="0" y="3412"/>
                    <a:pt x="0" y="5497"/>
                  </a:cubicBezTo>
                  <a:cubicBezTo>
                    <a:pt x="0" y="8530"/>
                    <a:pt x="2466" y="10994"/>
                    <a:pt x="5501" y="10994"/>
                  </a:cubicBezTo>
                  <a:cubicBezTo>
                    <a:pt x="8535" y="10994"/>
                    <a:pt x="11001" y="8530"/>
                    <a:pt x="11001" y="5497"/>
                  </a:cubicBezTo>
                  <a:cubicBezTo>
                    <a:pt x="11001" y="2464"/>
                    <a:pt x="8535" y="0"/>
                    <a:pt x="5501" y="0"/>
                  </a:cubicBezTo>
                  <a:cubicBezTo>
                    <a:pt x="4742" y="95"/>
                    <a:pt x="4078" y="284"/>
                    <a:pt x="3414" y="474"/>
                  </a:cubicBezTo>
                  <a:close/>
                </a:path>
              </a:pathLst>
            </a:custGeom>
            <a:grpFill/>
            <a:ln w="9463" cap="flat">
              <a:noFill/>
              <a:prstDash val="solid"/>
              <a:miter/>
            </a:ln>
          </p:spPr>
          <p:txBody>
            <a:bodyPr rtlCol="0" anchor="ctr"/>
            <a:lstStyle/>
            <a:p>
              <a:endParaRPr lang="en-US"/>
            </a:p>
          </p:txBody>
        </p:sp>
        <p:sp>
          <p:nvSpPr>
            <p:cNvPr id="400" name="Freeform 399">
              <a:extLst>
                <a:ext uri="{FF2B5EF4-FFF2-40B4-BE49-F238E27FC236}">
                  <a16:creationId xmlns:a16="http://schemas.microsoft.com/office/drawing/2014/main" id="{E940D726-EB9E-714D-B66F-09BBD6F945B5}"/>
                </a:ext>
              </a:extLst>
            </p:cNvPr>
            <p:cNvSpPr/>
            <p:nvPr/>
          </p:nvSpPr>
          <p:spPr>
            <a:xfrm>
              <a:off x="7778380" y="5201799"/>
              <a:ext cx="121961" cy="22272"/>
            </a:xfrm>
            <a:custGeom>
              <a:avLst/>
              <a:gdLst>
                <a:gd name="connsiteX0" fmla="*/ 0 w 121961"/>
                <a:gd name="connsiteY0" fmla="*/ 0 h 22272"/>
                <a:gd name="connsiteX1" fmla="*/ 8441 w 121961"/>
                <a:gd name="connsiteY1" fmla="*/ 22272 h 22272"/>
                <a:gd name="connsiteX2" fmla="*/ 113331 w 121961"/>
                <a:gd name="connsiteY2" fmla="*/ 22272 h 22272"/>
                <a:gd name="connsiteX3" fmla="*/ 121961 w 121961"/>
                <a:gd name="connsiteY3" fmla="*/ 0 h 22272"/>
              </a:gdLst>
              <a:ahLst/>
              <a:cxnLst>
                <a:cxn ang="0">
                  <a:pos x="connsiteX0" y="connsiteY0"/>
                </a:cxn>
                <a:cxn ang="0">
                  <a:pos x="connsiteX1" y="connsiteY1"/>
                </a:cxn>
                <a:cxn ang="0">
                  <a:pos x="connsiteX2" y="connsiteY2"/>
                </a:cxn>
                <a:cxn ang="0">
                  <a:pos x="connsiteX3" y="connsiteY3"/>
                </a:cxn>
              </a:cxnLst>
              <a:rect l="l" t="t" r="r" b="b"/>
              <a:pathLst>
                <a:path w="121961" h="22272">
                  <a:moveTo>
                    <a:pt x="0" y="0"/>
                  </a:moveTo>
                  <a:lnTo>
                    <a:pt x="8441" y="22272"/>
                  </a:lnTo>
                  <a:lnTo>
                    <a:pt x="113331" y="22272"/>
                  </a:lnTo>
                  <a:lnTo>
                    <a:pt x="121961" y="0"/>
                  </a:lnTo>
                  <a:close/>
                </a:path>
              </a:pathLst>
            </a:custGeom>
            <a:grpFill/>
            <a:ln w="9463" cap="flat">
              <a:noFill/>
              <a:prstDash val="solid"/>
              <a:miter/>
            </a:ln>
          </p:spPr>
          <p:txBody>
            <a:bodyPr rtlCol="0" anchor="ctr"/>
            <a:lstStyle/>
            <a:p>
              <a:endParaRPr lang="en-US"/>
            </a:p>
          </p:txBody>
        </p:sp>
        <p:sp>
          <p:nvSpPr>
            <p:cNvPr id="401" name="Freeform 400">
              <a:extLst>
                <a:ext uri="{FF2B5EF4-FFF2-40B4-BE49-F238E27FC236}">
                  <a16:creationId xmlns:a16="http://schemas.microsoft.com/office/drawing/2014/main" id="{E47D0EF3-FB5D-484F-8EA6-93AA7756C72C}"/>
                </a:ext>
              </a:extLst>
            </p:cNvPr>
            <p:cNvSpPr/>
            <p:nvPr/>
          </p:nvSpPr>
          <p:spPr>
            <a:xfrm>
              <a:off x="7871226" y="5272881"/>
              <a:ext cx="10906" cy="10994"/>
            </a:xfrm>
            <a:custGeom>
              <a:avLst/>
              <a:gdLst>
                <a:gd name="connsiteX0" fmla="*/ 95 w 10906"/>
                <a:gd name="connsiteY0" fmla="*/ 5497 h 10994"/>
                <a:gd name="connsiteX1" fmla="*/ 0 w 10906"/>
                <a:gd name="connsiteY1" fmla="*/ 5781 h 10994"/>
                <a:gd name="connsiteX2" fmla="*/ 5406 w 10906"/>
                <a:gd name="connsiteY2" fmla="*/ 10994 h 10994"/>
                <a:gd name="connsiteX3" fmla="*/ 10906 w 10906"/>
                <a:gd name="connsiteY3" fmla="*/ 5497 h 10994"/>
                <a:gd name="connsiteX4" fmla="*/ 5406 w 10906"/>
                <a:gd name="connsiteY4" fmla="*/ 0 h 10994"/>
                <a:gd name="connsiteX5" fmla="*/ 0 w 10906"/>
                <a:gd name="connsiteY5" fmla="*/ 5213 h 10994"/>
                <a:gd name="connsiteX6" fmla="*/ 95 w 10906"/>
                <a:gd name="connsiteY6" fmla="*/ 5497 h 10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06" h="10994">
                  <a:moveTo>
                    <a:pt x="95" y="5497"/>
                  </a:moveTo>
                  <a:cubicBezTo>
                    <a:pt x="95" y="5592"/>
                    <a:pt x="0" y="5687"/>
                    <a:pt x="0" y="5781"/>
                  </a:cubicBezTo>
                  <a:cubicBezTo>
                    <a:pt x="95" y="8719"/>
                    <a:pt x="2466" y="10994"/>
                    <a:pt x="5406" y="10994"/>
                  </a:cubicBezTo>
                  <a:cubicBezTo>
                    <a:pt x="8441" y="10994"/>
                    <a:pt x="10906" y="8530"/>
                    <a:pt x="10906" y="5497"/>
                  </a:cubicBezTo>
                  <a:cubicBezTo>
                    <a:pt x="10906" y="2464"/>
                    <a:pt x="8441" y="0"/>
                    <a:pt x="5406" y="0"/>
                  </a:cubicBezTo>
                  <a:cubicBezTo>
                    <a:pt x="2466" y="0"/>
                    <a:pt x="95" y="2369"/>
                    <a:pt x="0" y="5213"/>
                  </a:cubicBezTo>
                  <a:cubicBezTo>
                    <a:pt x="95" y="5307"/>
                    <a:pt x="95" y="5402"/>
                    <a:pt x="95" y="5497"/>
                  </a:cubicBezTo>
                  <a:close/>
                </a:path>
              </a:pathLst>
            </a:custGeom>
            <a:grpFill/>
            <a:ln w="9463" cap="flat">
              <a:noFill/>
              <a:prstDash val="solid"/>
              <a:miter/>
            </a:ln>
          </p:spPr>
          <p:txBody>
            <a:bodyPr rtlCol="0" anchor="ctr"/>
            <a:lstStyle/>
            <a:p>
              <a:endParaRPr lang="en-US"/>
            </a:p>
          </p:txBody>
        </p:sp>
        <p:sp>
          <p:nvSpPr>
            <p:cNvPr id="402" name="Freeform 401">
              <a:extLst>
                <a:ext uri="{FF2B5EF4-FFF2-40B4-BE49-F238E27FC236}">
                  <a16:creationId xmlns:a16="http://schemas.microsoft.com/office/drawing/2014/main" id="{C4C94378-B250-8D44-9C9C-ECE1A490B1FE}"/>
                </a:ext>
              </a:extLst>
            </p:cNvPr>
            <p:cNvSpPr/>
            <p:nvPr/>
          </p:nvSpPr>
          <p:spPr>
            <a:xfrm>
              <a:off x="7763206" y="5161898"/>
              <a:ext cx="152593" cy="20945"/>
            </a:xfrm>
            <a:custGeom>
              <a:avLst/>
              <a:gdLst>
                <a:gd name="connsiteX0" fmla="*/ 144533 w 152593"/>
                <a:gd name="connsiteY0" fmla="*/ 20946 h 20945"/>
                <a:gd name="connsiteX1" fmla="*/ 152594 w 152593"/>
                <a:gd name="connsiteY1" fmla="*/ 0 h 20945"/>
                <a:gd name="connsiteX2" fmla="*/ 0 w 152593"/>
                <a:gd name="connsiteY2" fmla="*/ 0 h 20945"/>
                <a:gd name="connsiteX3" fmla="*/ 7966 w 152593"/>
                <a:gd name="connsiteY3" fmla="*/ 20946 h 20945"/>
              </a:gdLst>
              <a:ahLst/>
              <a:cxnLst>
                <a:cxn ang="0">
                  <a:pos x="connsiteX0" y="connsiteY0"/>
                </a:cxn>
                <a:cxn ang="0">
                  <a:pos x="connsiteX1" y="connsiteY1"/>
                </a:cxn>
                <a:cxn ang="0">
                  <a:pos x="connsiteX2" y="connsiteY2"/>
                </a:cxn>
                <a:cxn ang="0">
                  <a:pos x="connsiteX3" y="connsiteY3"/>
                </a:cxn>
              </a:cxnLst>
              <a:rect l="l" t="t" r="r" b="b"/>
              <a:pathLst>
                <a:path w="152593" h="20945">
                  <a:moveTo>
                    <a:pt x="144533" y="20946"/>
                  </a:moveTo>
                  <a:lnTo>
                    <a:pt x="152594" y="0"/>
                  </a:lnTo>
                  <a:lnTo>
                    <a:pt x="0" y="0"/>
                  </a:lnTo>
                  <a:lnTo>
                    <a:pt x="7966" y="20946"/>
                  </a:lnTo>
                  <a:close/>
                </a:path>
              </a:pathLst>
            </a:custGeom>
            <a:grpFill/>
            <a:ln w="9463" cap="flat">
              <a:noFill/>
              <a:prstDash val="solid"/>
              <a:miter/>
            </a:ln>
          </p:spPr>
          <p:txBody>
            <a:bodyPr rtlCol="0" anchor="ctr"/>
            <a:lstStyle/>
            <a:p>
              <a:endParaRPr lang="en-US"/>
            </a:p>
          </p:txBody>
        </p:sp>
        <p:sp>
          <p:nvSpPr>
            <p:cNvPr id="403" name="Freeform 402">
              <a:extLst>
                <a:ext uri="{FF2B5EF4-FFF2-40B4-BE49-F238E27FC236}">
                  <a16:creationId xmlns:a16="http://schemas.microsoft.com/office/drawing/2014/main" id="{7917F5C6-9FB3-274A-B943-205F989345CC}"/>
                </a:ext>
              </a:extLst>
            </p:cNvPr>
            <p:cNvSpPr/>
            <p:nvPr/>
          </p:nvSpPr>
          <p:spPr>
            <a:xfrm>
              <a:off x="7604448" y="4884868"/>
              <a:ext cx="537729" cy="537380"/>
            </a:xfrm>
            <a:custGeom>
              <a:avLst/>
              <a:gdLst>
                <a:gd name="connsiteX0" fmla="*/ 268865 w 537729"/>
                <a:gd name="connsiteY0" fmla="*/ 0 h 537380"/>
                <a:gd name="connsiteX1" fmla="*/ 0 w 537729"/>
                <a:gd name="connsiteY1" fmla="*/ 268690 h 537380"/>
                <a:gd name="connsiteX2" fmla="*/ 268865 w 537729"/>
                <a:gd name="connsiteY2" fmla="*/ 537381 h 537380"/>
                <a:gd name="connsiteX3" fmla="*/ 537730 w 537729"/>
                <a:gd name="connsiteY3" fmla="*/ 268690 h 537380"/>
                <a:gd name="connsiteX4" fmla="*/ 268865 w 537729"/>
                <a:gd name="connsiteY4" fmla="*/ 0 h 537380"/>
                <a:gd name="connsiteX5" fmla="*/ 191951 w 537729"/>
                <a:gd name="connsiteY5" fmla="*/ 189552 h 537380"/>
                <a:gd name="connsiteX6" fmla="*/ 205323 w 537729"/>
                <a:gd name="connsiteY6" fmla="*/ 189552 h 537380"/>
                <a:gd name="connsiteX7" fmla="*/ 223248 w 537729"/>
                <a:gd name="connsiteY7" fmla="*/ 207465 h 537380"/>
                <a:gd name="connsiteX8" fmla="*/ 223248 w 537729"/>
                <a:gd name="connsiteY8" fmla="*/ 128801 h 537380"/>
                <a:gd name="connsiteX9" fmla="*/ 232732 w 537729"/>
                <a:gd name="connsiteY9" fmla="*/ 119323 h 537380"/>
                <a:gd name="connsiteX10" fmla="*/ 242215 w 537729"/>
                <a:gd name="connsiteY10" fmla="*/ 128801 h 537380"/>
                <a:gd name="connsiteX11" fmla="*/ 242215 w 537729"/>
                <a:gd name="connsiteY11" fmla="*/ 207560 h 537380"/>
                <a:gd name="connsiteX12" fmla="*/ 260235 w 537729"/>
                <a:gd name="connsiteY12" fmla="*/ 189457 h 537380"/>
                <a:gd name="connsiteX13" fmla="*/ 273607 w 537729"/>
                <a:gd name="connsiteY13" fmla="*/ 189457 h 537380"/>
                <a:gd name="connsiteX14" fmla="*/ 273607 w 537729"/>
                <a:gd name="connsiteY14" fmla="*/ 202821 h 537380"/>
                <a:gd name="connsiteX15" fmla="*/ 239465 w 537729"/>
                <a:gd name="connsiteY15" fmla="*/ 237035 h 537380"/>
                <a:gd name="connsiteX16" fmla="*/ 239465 w 537729"/>
                <a:gd name="connsiteY16" fmla="*/ 237035 h 537380"/>
                <a:gd name="connsiteX17" fmla="*/ 239465 w 537729"/>
                <a:gd name="connsiteY17" fmla="*/ 237035 h 537380"/>
                <a:gd name="connsiteX18" fmla="*/ 239465 w 537729"/>
                <a:gd name="connsiteY18" fmla="*/ 237035 h 537380"/>
                <a:gd name="connsiteX19" fmla="*/ 239465 w 537729"/>
                <a:gd name="connsiteY19" fmla="*/ 237035 h 537380"/>
                <a:gd name="connsiteX20" fmla="*/ 239465 w 537729"/>
                <a:gd name="connsiteY20" fmla="*/ 237035 h 537380"/>
                <a:gd name="connsiteX21" fmla="*/ 239465 w 537729"/>
                <a:gd name="connsiteY21" fmla="*/ 237035 h 537380"/>
                <a:gd name="connsiteX22" fmla="*/ 233206 w 537729"/>
                <a:gd name="connsiteY22" fmla="*/ 239689 h 537380"/>
                <a:gd name="connsiteX23" fmla="*/ 233206 w 537729"/>
                <a:gd name="connsiteY23" fmla="*/ 239689 h 537380"/>
                <a:gd name="connsiteX24" fmla="*/ 233206 w 537729"/>
                <a:gd name="connsiteY24" fmla="*/ 239689 h 537380"/>
                <a:gd name="connsiteX25" fmla="*/ 233206 w 537729"/>
                <a:gd name="connsiteY25" fmla="*/ 239689 h 537380"/>
                <a:gd name="connsiteX26" fmla="*/ 233206 w 537729"/>
                <a:gd name="connsiteY26" fmla="*/ 239689 h 537380"/>
                <a:gd name="connsiteX27" fmla="*/ 233206 w 537729"/>
                <a:gd name="connsiteY27" fmla="*/ 239689 h 537380"/>
                <a:gd name="connsiteX28" fmla="*/ 233206 w 537729"/>
                <a:gd name="connsiteY28" fmla="*/ 239689 h 537380"/>
                <a:gd name="connsiteX29" fmla="*/ 232921 w 537729"/>
                <a:gd name="connsiteY29" fmla="*/ 239689 h 537380"/>
                <a:gd name="connsiteX30" fmla="*/ 232921 w 537729"/>
                <a:gd name="connsiteY30" fmla="*/ 239689 h 537380"/>
                <a:gd name="connsiteX31" fmla="*/ 232732 w 537729"/>
                <a:gd name="connsiteY31" fmla="*/ 239689 h 537380"/>
                <a:gd name="connsiteX32" fmla="*/ 232732 w 537729"/>
                <a:gd name="connsiteY32" fmla="*/ 239689 h 537380"/>
                <a:gd name="connsiteX33" fmla="*/ 232732 w 537729"/>
                <a:gd name="connsiteY33" fmla="*/ 239689 h 537380"/>
                <a:gd name="connsiteX34" fmla="*/ 232732 w 537729"/>
                <a:gd name="connsiteY34" fmla="*/ 239689 h 537380"/>
                <a:gd name="connsiteX35" fmla="*/ 232732 w 537729"/>
                <a:gd name="connsiteY35" fmla="*/ 239689 h 537380"/>
                <a:gd name="connsiteX36" fmla="*/ 232732 w 537729"/>
                <a:gd name="connsiteY36" fmla="*/ 239689 h 537380"/>
                <a:gd name="connsiteX37" fmla="*/ 226377 w 537729"/>
                <a:gd name="connsiteY37" fmla="*/ 236940 h 537380"/>
                <a:gd name="connsiteX38" fmla="*/ 226377 w 537729"/>
                <a:gd name="connsiteY38" fmla="*/ 236940 h 537380"/>
                <a:gd name="connsiteX39" fmla="*/ 192141 w 537729"/>
                <a:gd name="connsiteY39" fmla="*/ 202726 h 537380"/>
                <a:gd name="connsiteX40" fmla="*/ 189391 w 537729"/>
                <a:gd name="connsiteY40" fmla="*/ 195997 h 537380"/>
                <a:gd name="connsiteX41" fmla="*/ 191951 w 537729"/>
                <a:gd name="connsiteY41" fmla="*/ 189552 h 537380"/>
                <a:gd name="connsiteX42" fmla="*/ 334018 w 537729"/>
                <a:gd name="connsiteY42" fmla="*/ 270965 h 537380"/>
                <a:gd name="connsiteX43" fmla="*/ 302627 w 537729"/>
                <a:gd name="connsiteY43" fmla="*/ 352093 h 537380"/>
                <a:gd name="connsiteX44" fmla="*/ 293807 w 537729"/>
                <a:gd name="connsiteY44" fmla="*/ 358159 h 537380"/>
                <a:gd name="connsiteX45" fmla="*/ 189580 w 537729"/>
                <a:gd name="connsiteY45" fmla="*/ 358159 h 537380"/>
                <a:gd name="connsiteX46" fmla="*/ 193753 w 537729"/>
                <a:gd name="connsiteY46" fmla="*/ 369058 h 537380"/>
                <a:gd name="connsiteX47" fmla="*/ 215945 w 537729"/>
                <a:gd name="connsiteY47" fmla="*/ 384033 h 537380"/>
                <a:gd name="connsiteX48" fmla="*/ 249708 w 537729"/>
                <a:gd name="connsiteY48" fmla="*/ 384033 h 537380"/>
                <a:gd name="connsiteX49" fmla="*/ 272279 w 537729"/>
                <a:gd name="connsiteY49" fmla="*/ 369058 h 537380"/>
                <a:gd name="connsiteX50" fmla="*/ 296747 w 537729"/>
                <a:gd name="connsiteY50" fmla="*/ 393510 h 537380"/>
                <a:gd name="connsiteX51" fmla="*/ 272279 w 537729"/>
                <a:gd name="connsiteY51" fmla="*/ 417963 h 537380"/>
                <a:gd name="connsiteX52" fmla="*/ 249708 w 537729"/>
                <a:gd name="connsiteY52" fmla="*/ 402988 h 537380"/>
                <a:gd name="connsiteX53" fmla="*/ 215945 w 537729"/>
                <a:gd name="connsiteY53" fmla="*/ 402988 h 537380"/>
                <a:gd name="connsiteX54" fmla="*/ 193374 w 537729"/>
                <a:gd name="connsiteY54" fmla="*/ 417963 h 537380"/>
                <a:gd name="connsiteX55" fmla="*/ 168906 w 537729"/>
                <a:gd name="connsiteY55" fmla="*/ 393510 h 537380"/>
                <a:gd name="connsiteX56" fmla="*/ 176208 w 537729"/>
                <a:gd name="connsiteY56" fmla="*/ 376166 h 537380"/>
                <a:gd name="connsiteX57" fmla="*/ 114090 w 537729"/>
                <a:gd name="connsiteY57" fmla="*/ 213057 h 537380"/>
                <a:gd name="connsiteX58" fmla="*/ 96071 w 537729"/>
                <a:gd name="connsiteY58" fmla="*/ 213057 h 537380"/>
                <a:gd name="connsiteX59" fmla="*/ 86587 w 537729"/>
                <a:gd name="connsiteY59" fmla="*/ 203579 h 537380"/>
                <a:gd name="connsiteX60" fmla="*/ 96071 w 537729"/>
                <a:gd name="connsiteY60" fmla="*/ 194102 h 537380"/>
                <a:gd name="connsiteX61" fmla="*/ 120633 w 537729"/>
                <a:gd name="connsiteY61" fmla="*/ 194102 h 537380"/>
                <a:gd name="connsiteX62" fmla="*/ 129453 w 537729"/>
                <a:gd name="connsiteY62" fmla="*/ 200167 h 537380"/>
                <a:gd name="connsiteX63" fmla="*/ 151456 w 537729"/>
                <a:gd name="connsiteY63" fmla="*/ 258075 h 537380"/>
                <a:gd name="connsiteX64" fmla="*/ 325104 w 537729"/>
                <a:gd name="connsiteY64" fmla="*/ 258075 h 537380"/>
                <a:gd name="connsiteX65" fmla="*/ 332975 w 537729"/>
                <a:gd name="connsiteY65" fmla="*/ 262151 h 537380"/>
                <a:gd name="connsiteX66" fmla="*/ 334018 w 537729"/>
                <a:gd name="connsiteY66" fmla="*/ 270965 h 537380"/>
                <a:gd name="connsiteX67" fmla="*/ 375083 w 537729"/>
                <a:gd name="connsiteY67" fmla="*/ 273524 h 537380"/>
                <a:gd name="connsiteX68" fmla="*/ 374893 w 537729"/>
                <a:gd name="connsiteY68" fmla="*/ 273524 h 537380"/>
                <a:gd name="connsiteX69" fmla="*/ 365410 w 537729"/>
                <a:gd name="connsiteY69" fmla="*/ 264236 h 537380"/>
                <a:gd name="connsiteX70" fmla="*/ 334587 w 537729"/>
                <a:gd name="connsiteY70" fmla="*/ 233434 h 537380"/>
                <a:gd name="connsiteX71" fmla="*/ 325293 w 537729"/>
                <a:gd name="connsiteY71" fmla="*/ 223766 h 537380"/>
                <a:gd name="connsiteX72" fmla="*/ 334967 w 537729"/>
                <a:gd name="connsiteY72" fmla="*/ 214478 h 537380"/>
                <a:gd name="connsiteX73" fmla="*/ 384377 w 537729"/>
                <a:gd name="connsiteY73" fmla="*/ 263857 h 537380"/>
                <a:gd name="connsiteX74" fmla="*/ 375083 w 537729"/>
                <a:gd name="connsiteY74" fmla="*/ 273524 h 537380"/>
                <a:gd name="connsiteX75" fmla="*/ 410363 w 537729"/>
                <a:gd name="connsiteY75" fmla="*/ 272955 h 537380"/>
                <a:gd name="connsiteX76" fmla="*/ 410078 w 537729"/>
                <a:gd name="connsiteY76" fmla="*/ 272955 h 537380"/>
                <a:gd name="connsiteX77" fmla="*/ 400594 w 537729"/>
                <a:gd name="connsiteY77" fmla="*/ 263762 h 537380"/>
                <a:gd name="connsiteX78" fmla="*/ 380773 w 537729"/>
                <a:gd name="connsiteY78" fmla="*/ 217890 h 537380"/>
                <a:gd name="connsiteX79" fmla="*/ 338760 w 537729"/>
                <a:gd name="connsiteY79" fmla="*/ 201684 h 537380"/>
                <a:gd name="connsiteX80" fmla="*/ 337622 w 537729"/>
                <a:gd name="connsiteY80" fmla="*/ 201684 h 537380"/>
                <a:gd name="connsiteX81" fmla="*/ 328138 w 537729"/>
                <a:gd name="connsiteY81" fmla="*/ 192206 h 537380"/>
                <a:gd name="connsiteX82" fmla="*/ 337622 w 537729"/>
                <a:gd name="connsiteY82" fmla="*/ 182728 h 537380"/>
                <a:gd name="connsiteX83" fmla="*/ 394240 w 537729"/>
                <a:gd name="connsiteY83" fmla="*/ 204432 h 537380"/>
                <a:gd name="connsiteX84" fmla="*/ 419562 w 537729"/>
                <a:gd name="connsiteY84" fmla="*/ 263099 h 537380"/>
                <a:gd name="connsiteX85" fmla="*/ 410363 w 537729"/>
                <a:gd name="connsiteY85" fmla="*/ 272955 h 537380"/>
                <a:gd name="connsiteX86" fmla="*/ 441659 w 537729"/>
                <a:gd name="connsiteY86" fmla="*/ 269354 h 537380"/>
                <a:gd name="connsiteX87" fmla="*/ 441469 w 537729"/>
                <a:gd name="connsiteY87" fmla="*/ 269354 h 537380"/>
                <a:gd name="connsiteX88" fmla="*/ 432175 w 537729"/>
                <a:gd name="connsiteY88" fmla="*/ 259687 h 537380"/>
                <a:gd name="connsiteX89" fmla="*/ 432175 w 537729"/>
                <a:gd name="connsiteY89" fmla="*/ 255801 h 537380"/>
                <a:gd name="connsiteX90" fmla="*/ 338570 w 537729"/>
                <a:gd name="connsiteY90" fmla="*/ 166616 h 537380"/>
                <a:gd name="connsiteX91" fmla="*/ 328897 w 537729"/>
                <a:gd name="connsiteY91" fmla="*/ 157328 h 537380"/>
                <a:gd name="connsiteX92" fmla="*/ 338191 w 537729"/>
                <a:gd name="connsiteY92" fmla="*/ 147661 h 537380"/>
                <a:gd name="connsiteX93" fmla="*/ 451143 w 537729"/>
                <a:gd name="connsiteY93" fmla="*/ 255327 h 537380"/>
                <a:gd name="connsiteX94" fmla="*/ 451143 w 537729"/>
                <a:gd name="connsiteY94" fmla="*/ 260066 h 537380"/>
                <a:gd name="connsiteX95" fmla="*/ 441659 w 537729"/>
                <a:gd name="connsiteY95" fmla="*/ 269354 h 5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537729" h="537380">
                  <a:moveTo>
                    <a:pt x="268865" y="0"/>
                  </a:moveTo>
                  <a:cubicBezTo>
                    <a:pt x="120349" y="0"/>
                    <a:pt x="0" y="120271"/>
                    <a:pt x="0" y="268690"/>
                  </a:cubicBezTo>
                  <a:cubicBezTo>
                    <a:pt x="0" y="417110"/>
                    <a:pt x="120349" y="537381"/>
                    <a:pt x="268865" y="537381"/>
                  </a:cubicBezTo>
                  <a:cubicBezTo>
                    <a:pt x="417381" y="537381"/>
                    <a:pt x="537730" y="417110"/>
                    <a:pt x="537730" y="268690"/>
                  </a:cubicBezTo>
                  <a:cubicBezTo>
                    <a:pt x="537730" y="120271"/>
                    <a:pt x="417381" y="0"/>
                    <a:pt x="268865" y="0"/>
                  </a:cubicBezTo>
                  <a:close/>
                  <a:moveTo>
                    <a:pt x="191951" y="189552"/>
                  </a:moveTo>
                  <a:cubicBezTo>
                    <a:pt x="195650" y="185856"/>
                    <a:pt x="201625" y="185856"/>
                    <a:pt x="205323" y="189552"/>
                  </a:cubicBezTo>
                  <a:lnTo>
                    <a:pt x="223248" y="207465"/>
                  </a:lnTo>
                  <a:lnTo>
                    <a:pt x="223248" y="128801"/>
                  </a:lnTo>
                  <a:cubicBezTo>
                    <a:pt x="223248" y="123588"/>
                    <a:pt x="227516" y="119323"/>
                    <a:pt x="232732" y="119323"/>
                  </a:cubicBezTo>
                  <a:cubicBezTo>
                    <a:pt x="237948" y="119323"/>
                    <a:pt x="242215" y="123588"/>
                    <a:pt x="242215" y="128801"/>
                  </a:cubicBezTo>
                  <a:lnTo>
                    <a:pt x="242215" y="207560"/>
                  </a:lnTo>
                  <a:lnTo>
                    <a:pt x="260235" y="189457"/>
                  </a:lnTo>
                  <a:cubicBezTo>
                    <a:pt x="263933" y="185761"/>
                    <a:pt x="269908" y="185761"/>
                    <a:pt x="273607" y="189457"/>
                  </a:cubicBezTo>
                  <a:cubicBezTo>
                    <a:pt x="277305" y="193154"/>
                    <a:pt x="277305" y="199125"/>
                    <a:pt x="273607" y="202821"/>
                  </a:cubicBezTo>
                  <a:lnTo>
                    <a:pt x="239465" y="237035"/>
                  </a:lnTo>
                  <a:cubicBezTo>
                    <a:pt x="239465" y="237035"/>
                    <a:pt x="239465" y="237035"/>
                    <a:pt x="239465" y="237035"/>
                  </a:cubicBezTo>
                  <a:cubicBezTo>
                    <a:pt x="239465" y="237035"/>
                    <a:pt x="239465" y="237035"/>
                    <a:pt x="239465" y="237035"/>
                  </a:cubicBezTo>
                  <a:cubicBezTo>
                    <a:pt x="239465" y="237035"/>
                    <a:pt x="239465" y="237035"/>
                    <a:pt x="239465" y="237035"/>
                  </a:cubicBezTo>
                  <a:cubicBezTo>
                    <a:pt x="239465" y="237035"/>
                    <a:pt x="239465" y="237035"/>
                    <a:pt x="239465" y="237035"/>
                  </a:cubicBezTo>
                  <a:cubicBezTo>
                    <a:pt x="239465" y="237035"/>
                    <a:pt x="239465" y="237035"/>
                    <a:pt x="239465" y="237035"/>
                  </a:cubicBezTo>
                  <a:cubicBezTo>
                    <a:pt x="239465" y="237035"/>
                    <a:pt x="239465" y="237035"/>
                    <a:pt x="239465" y="237035"/>
                  </a:cubicBezTo>
                  <a:cubicBezTo>
                    <a:pt x="237758" y="238741"/>
                    <a:pt x="235482" y="239594"/>
                    <a:pt x="233206" y="239689"/>
                  </a:cubicBezTo>
                  <a:cubicBezTo>
                    <a:pt x="233206" y="239689"/>
                    <a:pt x="233206" y="239689"/>
                    <a:pt x="233206" y="239689"/>
                  </a:cubicBezTo>
                  <a:lnTo>
                    <a:pt x="233206" y="239689"/>
                  </a:lnTo>
                  <a:cubicBezTo>
                    <a:pt x="233206" y="239689"/>
                    <a:pt x="233206" y="239689"/>
                    <a:pt x="233206" y="239689"/>
                  </a:cubicBezTo>
                  <a:cubicBezTo>
                    <a:pt x="233206" y="239689"/>
                    <a:pt x="233206" y="239689"/>
                    <a:pt x="233206" y="239689"/>
                  </a:cubicBezTo>
                  <a:cubicBezTo>
                    <a:pt x="233206" y="239689"/>
                    <a:pt x="233206" y="239689"/>
                    <a:pt x="233206" y="239689"/>
                  </a:cubicBezTo>
                  <a:cubicBezTo>
                    <a:pt x="233206" y="239689"/>
                    <a:pt x="233206" y="239689"/>
                    <a:pt x="233206" y="239689"/>
                  </a:cubicBezTo>
                  <a:cubicBezTo>
                    <a:pt x="233111" y="239689"/>
                    <a:pt x="233016" y="239689"/>
                    <a:pt x="232921" y="239689"/>
                  </a:cubicBezTo>
                  <a:lnTo>
                    <a:pt x="232921" y="239689"/>
                  </a:lnTo>
                  <a:cubicBezTo>
                    <a:pt x="232826" y="239689"/>
                    <a:pt x="232732" y="239689"/>
                    <a:pt x="232732" y="239689"/>
                  </a:cubicBezTo>
                  <a:lnTo>
                    <a:pt x="232732" y="239689"/>
                  </a:lnTo>
                  <a:cubicBezTo>
                    <a:pt x="232732" y="239689"/>
                    <a:pt x="232732" y="239689"/>
                    <a:pt x="232732" y="239689"/>
                  </a:cubicBezTo>
                  <a:lnTo>
                    <a:pt x="232732" y="239689"/>
                  </a:lnTo>
                  <a:cubicBezTo>
                    <a:pt x="232732" y="239689"/>
                    <a:pt x="232732" y="239689"/>
                    <a:pt x="232732" y="239689"/>
                  </a:cubicBezTo>
                  <a:cubicBezTo>
                    <a:pt x="232732" y="239689"/>
                    <a:pt x="232732" y="239689"/>
                    <a:pt x="232732" y="239689"/>
                  </a:cubicBezTo>
                  <a:cubicBezTo>
                    <a:pt x="230455" y="239594"/>
                    <a:pt x="228085" y="238741"/>
                    <a:pt x="226377" y="236940"/>
                  </a:cubicBezTo>
                  <a:cubicBezTo>
                    <a:pt x="226377" y="236940"/>
                    <a:pt x="226377" y="236940"/>
                    <a:pt x="226377" y="236940"/>
                  </a:cubicBezTo>
                  <a:lnTo>
                    <a:pt x="192141" y="202726"/>
                  </a:lnTo>
                  <a:cubicBezTo>
                    <a:pt x="190244" y="200831"/>
                    <a:pt x="189391" y="198461"/>
                    <a:pt x="189391" y="195997"/>
                  </a:cubicBezTo>
                  <a:cubicBezTo>
                    <a:pt x="189391" y="193533"/>
                    <a:pt x="190149" y="191448"/>
                    <a:pt x="191951" y="189552"/>
                  </a:cubicBezTo>
                  <a:close/>
                  <a:moveTo>
                    <a:pt x="334018" y="270965"/>
                  </a:moveTo>
                  <a:lnTo>
                    <a:pt x="302627" y="352093"/>
                  </a:lnTo>
                  <a:cubicBezTo>
                    <a:pt x="301204" y="355790"/>
                    <a:pt x="297695" y="358159"/>
                    <a:pt x="293807" y="358159"/>
                  </a:cubicBezTo>
                  <a:lnTo>
                    <a:pt x="189580" y="358159"/>
                  </a:lnTo>
                  <a:lnTo>
                    <a:pt x="193753" y="369058"/>
                  </a:lnTo>
                  <a:cubicBezTo>
                    <a:pt x="203711" y="369248"/>
                    <a:pt x="212247" y="375313"/>
                    <a:pt x="215945" y="384033"/>
                  </a:cubicBezTo>
                  <a:lnTo>
                    <a:pt x="249708" y="384033"/>
                  </a:lnTo>
                  <a:cubicBezTo>
                    <a:pt x="253406" y="375219"/>
                    <a:pt x="262131" y="369058"/>
                    <a:pt x="272279" y="369058"/>
                  </a:cubicBezTo>
                  <a:cubicBezTo>
                    <a:pt x="285746" y="369058"/>
                    <a:pt x="296747" y="380052"/>
                    <a:pt x="296747" y="393510"/>
                  </a:cubicBezTo>
                  <a:cubicBezTo>
                    <a:pt x="296747" y="406969"/>
                    <a:pt x="285746" y="417963"/>
                    <a:pt x="272279" y="417963"/>
                  </a:cubicBezTo>
                  <a:cubicBezTo>
                    <a:pt x="262131" y="417963"/>
                    <a:pt x="253406" y="411802"/>
                    <a:pt x="249708" y="402988"/>
                  </a:cubicBezTo>
                  <a:lnTo>
                    <a:pt x="215945" y="402988"/>
                  </a:lnTo>
                  <a:cubicBezTo>
                    <a:pt x="212247" y="411802"/>
                    <a:pt x="203522" y="417963"/>
                    <a:pt x="193374" y="417963"/>
                  </a:cubicBezTo>
                  <a:cubicBezTo>
                    <a:pt x="179907" y="417963"/>
                    <a:pt x="168906" y="406969"/>
                    <a:pt x="168906" y="393510"/>
                  </a:cubicBezTo>
                  <a:cubicBezTo>
                    <a:pt x="168906" y="386687"/>
                    <a:pt x="171656" y="380621"/>
                    <a:pt x="176208" y="376166"/>
                  </a:cubicBezTo>
                  <a:lnTo>
                    <a:pt x="114090" y="213057"/>
                  </a:lnTo>
                  <a:lnTo>
                    <a:pt x="96071" y="213057"/>
                  </a:lnTo>
                  <a:cubicBezTo>
                    <a:pt x="90854" y="213057"/>
                    <a:pt x="86587" y="208792"/>
                    <a:pt x="86587" y="203579"/>
                  </a:cubicBezTo>
                  <a:cubicBezTo>
                    <a:pt x="86587" y="198366"/>
                    <a:pt x="90854" y="194102"/>
                    <a:pt x="96071" y="194102"/>
                  </a:cubicBezTo>
                  <a:lnTo>
                    <a:pt x="120633" y="194102"/>
                  </a:lnTo>
                  <a:cubicBezTo>
                    <a:pt x="124617" y="194102"/>
                    <a:pt x="128126" y="196566"/>
                    <a:pt x="129453" y="200167"/>
                  </a:cubicBezTo>
                  <a:lnTo>
                    <a:pt x="151456" y="258075"/>
                  </a:lnTo>
                  <a:lnTo>
                    <a:pt x="325104" y="258075"/>
                  </a:lnTo>
                  <a:cubicBezTo>
                    <a:pt x="328233" y="258075"/>
                    <a:pt x="331173" y="259592"/>
                    <a:pt x="332975" y="262151"/>
                  </a:cubicBezTo>
                  <a:cubicBezTo>
                    <a:pt x="334777" y="264710"/>
                    <a:pt x="335156" y="268027"/>
                    <a:pt x="334018" y="270965"/>
                  </a:cubicBezTo>
                  <a:close/>
                  <a:moveTo>
                    <a:pt x="375083" y="273524"/>
                  </a:moveTo>
                  <a:cubicBezTo>
                    <a:pt x="374988" y="273524"/>
                    <a:pt x="374988" y="273524"/>
                    <a:pt x="374893" y="273524"/>
                  </a:cubicBezTo>
                  <a:cubicBezTo>
                    <a:pt x="369772" y="273524"/>
                    <a:pt x="365504" y="269449"/>
                    <a:pt x="365410" y="264236"/>
                  </a:cubicBezTo>
                  <a:cubicBezTo>
                    <a:pt x="365030" y="247271"/>
                    <a:pt x="351563" y="233813"/>
                    <a:pt x="334587" y="233434"/>
                  </a:cubicBezTo>
                  <a:cubicBezTo>
                    <a:pt x="329371" y="233339"/>
                    <a:pt x="325198" y="228979"/>
                    <a:pt x="325293" y="223766"/>
                  </a:cubicBezTo>
                  <a:cubicBezTo>
                    <a:pt x="325388" y="218554"/>
                    <a:pt x="329656" y="214384"/>
                    <a:pt x="334967" y="214478"/>
                  </a:cubicBezTo>
                  <a:cubicBezTo>
                    <a:pt x="362090" y="215047"/>
                    <a:pt x="383808" y="236751"/>
                    <a:pt x="384377" y="263857"/>
                  </a:cubicBezTo>
                  <a:cubicBezTo>
                    <a:pt x="384472" y="269069"/>
                    <a:pt x="380299" y="273429"/>
                    <a:pt x="375083" y="273524"/>
                  </a:cubicBezTo>
                  <a:close/>
                  <a:moveTo>
                    <a:pt x="410363" y="272955"/>
                  </a:moveTo>
                  <a:cubicBezTo>
                    <a:pt x="410268" y="272955"/>
                    <a:pt x="410173" y="272955"/>
                    <a:pt x="410078" y="272955"/>
                  </a:cubicBezTo>
                  <a:cubicBezTo>
                    <a:pt x="404957" y="272955"/>
                    <a:pt x="400784" y="268880"/>
                    <a:pt x="400594" y="263762"/>
                  </a:cubicBezTo>
                  <a:cubicBezTo>
                    <a:pt x="400025" y="246418"/>
                    <a:pt x="393007" y="230211"/>
                    <a:pt x="380773" y="217890"/>
                  </a:cubicBezTo>
                  <a:cubicBezTo>
                    <a:pt x="369677" y="206896"/>
                    <a:pt x="354503" y="200925"/>
                    <a:pt x="338760" y="201684"/>
                  </a:cubicBezTo>
                  <a:cubicBezTo>
                    <a:pt x="338570" y="201684"/>
                    <a:pt x="337812" y="201684"/>
                    <a:pt x="337622" y="201684"/>
                  </a:cubicBezTo>
                  <a:cubicBezTo>
                    <a:pt x="332406" y="201684"/>
                    <a:pt x="328138" y="197419"/>
                    <a:pt x="328138" y="192206"/>
                  </a:cubicBezTo>
                  <a:cubicBezTo>
                    <a:pt x="328138" y="186993"/>
                    <a:pt x="332406" y="182728"/>
                    <a:pt x="337622" y="182728"/>
                  </a:cubicBezTo>
                  <a:cubicBezTo>
                    <a:pt x="358866" y="181686"/>
                    <a:pt x="379351" y="189647"/>
                    <a:pt x="394240" y="204432"/>
                  </a:cubicBezTo>
                  <a:cubicBezTo>
                    <a:pt x="409888" y="220165"/>
                    <a:pt x="418898" y="240921"/>
                    <a:pt x="419562" y="263099"/>
                  </a:cubicBezTo>
                  <a:cubicBezTo>
                    <a:pt x="419751" y="268406"/>
                    <a:pt x="415579" y="272766"/>
                    <a:pt x="410363" y="272955"/>
                  </a:cubicBezTo>
                  <a:close/>
                  <a:moveTo>
                    <a:pt x="441659" y="269354"/>
                  </a:moveTo>
                  <a:cubicBezTo>
                    <a:pt x="441564" y="269354"/>
                    <a:pt x="441564" y="269354"/>
                    <a:pt x="441469" y="269354"/>
                  </a:cubicBezTo>
                  <a:cubicBezTo>
                    <a:pt x="436253" y="269259"/>
                    <a:pt x="432080" y="264899"/>
                    <a:pt x="432175" y="259687"/>
                  </a:cubicBezTo>
                  <a:cubicBezTo>
                    <a:pt x="432175" y="258360"/>
                    <a:pt x="432175" y="257128"/>
                    <a:pt x="432175" y="255801"/>
                  </a:cubicBezTo>
                  <a:cubicBezTo>
                    <a:pt x="430942" y="205380"/>
                    <a:pt x="389403" y="165479"/>
                    <a:pt x="338570" y="166616"/>
                  </a:cubicBezTo>
                  <a:cubicBezTo>
                    <a:pt x="333070" y="166901"/>
                    <a:pt x="328992" y="162636"/>
                    <a:pt x="328897" y="157328"/>
                  </a:cubicBezTo>
                  <a:cubicBezTo>
                    <a:pt x="328802" y="152116"/>
                    <a:pt x="332880" y="147756"/>
                    <a:pt x="338191" y="147661"/>
                  </a:cubicBezTo>
                  <a:cubicBezTo>
                    <a:pt x="398982" y="146240"/>
                    <a:pt x="449720" y="194481"/>
                    <a:pt x="451143" y="255327"/>
                  </a:cubicBezTo>
                  <a:cubicBezTo>
                    <a:pt x="451143" y="256843"/>
                    <a:pt x="451143" y="258454"/>
                    <a:pt x="451143" y="260066"/>
                  </a:cubicBezTo>
                  <a:cubicBezTo>
                    <a:pt x="451048" y="265184"/>
                    <a:pt x="446780" y="269354"/>
                    <a:pt x="441659" y="269354"/>
                  </a:cubicBezTo>
                  <a:close/>
                </a:path>
              </a:pathLst>
            </a:custGeom>
            <a:grpFill/>
            <a:ln w="9463" cap="flat">
              <a:noFill/>
              <a:prstDash val="solid"/>
              <a:miter/>
            </a:ln>
          </p:spPr>
          <p:txBody>
            <a:bodyPr rtlCol="0" anchor="ctr"/>
            <a:lstStyle/>
            <a:p>
              <a:endParaRPr lang="en-US"/>
            </a:p>
          </p:txBody>
        </p:sp>
      </p:grpSp>
    </p:spTree>
    <p:extLst>
      <p:ext uri="{BB962C8B-B14F-4D97-AF65-F5344CB8AC3E}">
        <p14:creationId xmlns:p14="http://schemas.microsoft.com/office/powerpoint/2010/main" val="3054361963"/>
      </p:ext>
    </p:extLst>
  </p:cSld>
  <p:clrMapOvr>
    <a:masterClrMapping/>
  </p:clrMapOvr>
  <p:transition>
    <p:fade/>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0AB181-1E9F-2244-B53A-BC8E2F101DA6}"/>
              </a:ext>
            </a:extLst>
          </p:cNvPr>
          <p:cNvSpPr>
            <a:spLocks noGrp="1"/>
          </p:cNvSpPr>
          <p:nvPr>
            <p:ph type="title"/>
          </p:nvPr>
        </p:nvSpPr>
        <p:spPr/>
        <p:txBody>
          <a:bodyPr/>
          <a:lstStyle/>
          <a:p>
            <a:r>
              <a:rPr lang="en-US" dirty="0"/>
              <a:t>FINANCE &amp; ACCOUNTING</a:t>
            </a:r>
          </a:p>
        </p:txBody>
      </p:sp>
      <p:sp>
        <p:nvSpPr>
          <p:cNvPr id="4" name="Content Placeholder 3">
            <a:extLst>
              <a:ext uri="{FF2B5EF4-FFF2-40B4-BE49-F238E27FC236}">
                <a16:creationId xmlns:a16="http://schemas.microsoft.com/office/drawing/2014/main" id="{DB57E314-8EE4-694B-B268-A9071E1D395E}"/>
              </a:ext>
            </a:extLst>
          </p:cNvPr>
          <p:cNvSpPr>
            <a:spLocks noGrp="1"/>
          </p:cNvSpPr>
          <p:nvPr>
            <p:ph idx="10"/>
          </p:nvPr>
        </p:nvSpPr>
        <p:spPr>
          <a:xfrm>
            <a:off x="463297" y="5473209"/>
            <a:ext cx="2518028" cy="1114021"/>
          </a:xfrm>
        </p:spPr>
        <p:txBody>
          <a:bodyPr/>
          <a:lstStyle/>
          <a:p>
            <a:r>
              <a:rPr lang="en-US" dirty="0"/>
              <a:t>Accounting</a:t>
            </a:r>
          </a:p>
          <a:p>
            <a:r>
              <a:rPr lang="en-US" sz="900" dirty="0"/>
              <a:t>Keywords:</a:t>
            </a:r>
            <a:br>
              <a:rPr lang="en-US" sz="900" dirty="0"/>
            </a:br>
            <a:r>
              <a:rPr lang="en-US" sz="850" b="0" dirty="0"/>
              <a:t>Math, Addition, Add, Subtract, Subtraction, Multiplication, Multiply, Equal, Parallel, Purse, Pay, Savings, Percent, Discount, Safety Locker, Bill, Safety Vault, Calculation, Piggy Bank, Plus, Minus, Multiply, Divide, Equals to, Wallet, </a:t>
            </a:r>
            <a:r>
              <a:rPr lang="en-US" sz="850" b="0" dirty="0" err="1"/>
              <a:t>Precentage</a:t>
            </a:r>
            <a:r>
              <a:rPr lang="en-US" sz="850" b="0" dirty="0"/>
              <a:t>, Calculator, Financial Report, Abacus, Retirement Fund</a:t>
            </a:r>
          </a:p>
        </p:txBody>
      </p:sp>
      <p:sp>
        <p:nvSpPr>
          <p:cNvPr id="9" name="Content Placeholder 3">
            <a:extLst>
              <a:ext uri="{FF2B5EF4-FFF2-40B4-BE49-F238E27FC236}">
                <a16:creationId xmlns:a16="http://schemas.microsoft.com/office/drawing/2014/main" id="{55E798CF-E773-9D48-A06F-584A2DB95AC8}"/>
              </a:ext>
            </a:extLst>
          </p:cNvPr>
          <p:cNvSpPr txBox="1">
            <a:spLocks/>
          </p:cNvSpPr>
          <p:nvPr/>
        </p:nvSpPr>
        <p:spPr>
          <a:xfrm>
            <a:off x="7821227" y="5473209"/>
            <a:ext cx="3907476"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Currency</a:t>
            </a:r>
          </a:p>
          <a:p>
            <a:pPr>
              <a:spcAft>
                <a:spcPts val="0"/>
              </a:spcAft>
            </a:pPr>
            <a:r>
              <a:rPr lang="en-US" sz="900" dirty="0"/>
              <a:t>Keywords:</a:t>
            </a:r>
            <a:endParaRPr lang="en-US" sz="850" b="0" dirty="0"/>
          </a:p>
          <a:p>
            <a:r>
              <a:rPr lang="en-US" sz="850" b="0" dirty="0"/>
              <a:t>Money, Notes, Moolah, Bags of cash, Bag full of money, Sack of money, Payday, Salary, Payment, Reward, Bounty, Dollar, Pound, Euro, Yen, Bitcoin, Cryptocurrency, Moneybags, Fund, No Funds, Currency Notes</a:t>
            </a:r>
          </a:p>
        </p:txBody>
      </p:sp>
      <p:sp>
        <p:nvSpPr>
          <p:cNvPr id="10" name="Content Placeholder 3">
            <a:extLst>
              <a:ext uri="{FF2B5EF4-FFF2-40B4-BE49-F238E27FC236}">
                <a16:creationId xmlns:a16="http://schemas.microsoft.com/office/drawing/2014/main" id="{F6F1EA66-4F59-DE4A-ABF1-B392433220F7}"/>
              </a:ext>
            </a:extLst>
          </p:cNvPr>
          <p:cNvSpPr txBox="1">
            <a:spLocks/>
          </p:cNvSpPr>
          <p:nvPr/>
        </p:nvSpPr>
        <p:spPr>
          <a:xfrm>
            <a:off x="3648723" y="5473209"/>
            <a:ext cx="3116061"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Data &amp; Charts</a:t>
            </a:r>
          </a:p>
          <a:p>
            <a:r>
              <a:rPr lang="en-US" sz="900" dirty="0"/>
              <a:t>Keywords:</a:t>
            </a:r>
            <a:br>
              <a:rPr lang="en-US" sz="900" dirty="0"/>
            </a:br>
            <a:r>
              <a:rPr lang="en-US" sz="850" b="0" dirty="0"/>
              <a:t>Stocks, Listing, Numbering, Order, Ordering, Common Elements, Commonality, Line Chart, </a:t>
            </a:r>
            <a:r>
              <a:rPr lang="en-US" sz="850" b="0" dirty="0" err="1"/>
              <a:t>Decending</a:t>
            </a:r>
            <a:r>
              <a:rPr lang="en-US" sz="850" b="0" dirty="0"/>
              <a:t> Order, Trend Chart, Ascending List, Line Chart, Trend Chart, Bar Graphs, Pie Chart, Union, Intersection, Common, </a:t>
            </a:r>
            <a:r>
              <a:rPr lang="en-US" sz="850" b="0" dirty="0" err="1"/>
              <a:t>Decending</a:t>
            </a:r>
            <a:r>
              <a:rPr lang="en-US" sz="850" b="0" dirty="0"/>
              <a:t> List, Ascending List, Alphabetical Order, </a:t>
            </a:r>
            <a:r>
              <a:rPr lang="en-US" sz="850" b="0" dirty="0" err="1"/>
              <a:t>Desending</a:t>
            </a:r>
            <a:r>
              <a:rPr lang="en-US" sz="850" b="0" dirty="0"/>
              <a:t> Order</a:t>
            </a:r>
          </a:p>
        </p:txBody>
      </p:sp>
      <p:grpSp>
        <p:nvGrpSpPr>
          <p:cNvPr id="8" name="Graphic 4">
            <a:extLst>
              <a:ext uri="{FF2B5EF4-FFF2-40B4-BE49-F238E27FC236}">
                <a16:creationId xmlns:a16="http://schemas.microsoft.com/office/drawing/2014/main" id="{A5EAC60C-FEAB-824C-B218-9BD744441437}"/>
              </a:ext>
            </a:extLst>
          </p:cNvPr>
          <p:cNvGrpSpPr/>
          <p:nvPr/>
        </p:nvGrpSpPr>
        <p:grpSpPr>
          <a:xfrm>
            <a:off x="467743" y="2371173"/>
            <a:ext cx="361670" cy="361333"/>
            <a:chOff x="467743" y="2371173"/>
            <a:chExt cx="361670" cy="361333"/>
          </a:xfrm>
          <a:solidFill>
            <a:srgbClr val="004F59"/>
          </a:solidFill>
        </p:grpSpPr>
        <p:sp>
          <p:nvSpPr>
            <p:cNvPr id="479" name="Graphic 4">
              <a:extLst>
                <a:ext uri="{FF2B5EF4-FFF2-40B4-BE49-F238E27FC236}">
                  <a16:creationId xmlns:a16="http://schemas.microsoft.com/office/drawing/2014/main" id="{EB6FF399-4CE5-874F-A623-AE3A09E60801}"/>
                </a:ext>
              </a:extLst>
            </p:cNvPr>
            <p:cNvSpPr/>
            <p:nvPr/>
          </p:nvSpPr>
          <p:spPr>
            <a:xfrm>
              <a:off x="467743"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04F59"/>
            </a:solidFill>
            <a:ln w="6390" cap="flat">
              <a:noFill/>
              <a:prstDash val="solid"/>
              <a:miter/>
            </a:ln>
          </p:spPr>
          <p:txBody>
            <a:bodyPr rtlCol="0" anchor="ctr"/>
            <a:lstStyle/>
            <a:p>
              <a:endParaRPr lang="en-US"/>
            </a:p>
          </p:txBody>
        </p:sp>
        <p:sp>
          <p:nvSpPr>
            <p:cNvPr id="480" name="Graphic 4">
              <a:extLst>
                <a:ext uri="{FF2B5EF4-FFF2-40B4-BE49-F238E27FC236}">
                  <a16:creationId xmlns:a16="http://schemas.microsoft.com/office/drawing/2014/main" id="{02F5EB86-EA7E-A546-826A-43C4D18A126E}"/>
                </a:ext>
              </a:extLst>
            </p:cNvPr>
            <p:cNvSpPr/>
            <p:nvPr/>
          </p:nvSpPr>
          <p:spPr>
            <a:xfrm>
              <a:off x="552090" y="2456080"/>
              <a:ext cx="192337" cy="192157"/>
            </a:xfrm>
            <a:custGeom>
              <a:avLst/>
              <a:gdLst>
                <a:gd name="connsiteX0" fmla="*/ 185947 w 192337"/>
                <a:gd name="connsiteY0" fmla="*/ 179390 h 192157"/>
                <a:gd name="connsiteX1" fmla="*/ 184669 w 192337"/>
                <a:gd name="connsiteY1" fmla="*/ 179390 h 192157"/>
                <a:gd name="connsiteX2" fmla="*/ 184669 w 192337"/>
                <a:gd name="connsiteY2" fmla="*/ 6384 h 192157"/>
                <a:gd name="connsiteX3" fmla="*/ 178279 w 192337"/>
                <a:gd name="connsiteY3" fmla="*/ 0 h 192157"/>
                <a:gd name="connsiteX4" fmla="*/ 171889 w 192337"/>
                <a:gd name="connsiteY4" fmla="*/ 6384 h 192157"/>
                <a:gd name="connsiteX5" fmla="*/ 171889 w 192337"/>
                <a:gd name="connsiteY5" fmla="*/ 179390 h 192157"/>
                <a:gd name="connsiteX6" fmla="*/ 20448 w 192337"/>
                <a:gd name="connsiteY6" fmla="*/ 179390 h 192157"/>
                <a:gd name="connsiteX7" fmla="*/ 20448 w 192337"/>
                <a:gd name="connsiteY7" fmla="*/ 6384 h 192157"/>
                <a:gd name="connsiteX8" fmla="*/ 14058 w 192337"/>
                <a:gd name="connsiteY8" fmla="*/ 0 h 192157"/>
                <a:gd name="connsiteX9" fmla="*/ 7668 w 192337"/>
                <a:gd name="connsiteY9" fmla="*/ 6384 h 192157"/>
                <a:gd name="connsiteX10" fmla="*/ 7668 w 192337"/>
                <a:gd name="connsiteY10" fmla="*/ 179390 h 192157"/>
                <a:gd name="connsiteX11" fmla="*/ 6390 w 192337"/>
                <a:gd name="connsiteY11" fmla="*/ 179390 h 192157"/>
                <a:gd name="connsiteX12" fmla="*/ 0 w 192337"/>
                <a:gd name="connsiteY12" fmla="*/ 185774 h 192157"/>
                <a:gd name="connsiteX13" fmla="*/ 6390 w 192337"/>
                <a:gd name="connsiteY13" fmla="*/ 192158 h 192157"/>
                <a:gd name="connsiteX14" fmla="*/ 185947 w 192337"/>
                <a:gd name="connsiteY14" fmla="*/ 192158 h 192157"/>
                <a:gd name="connsiteX15" fmla="*/ 192337 w 192337"/>
                <a:gd name="connsiteY15" fmla="*/ 185774 h 192157"/>
                <a:gd name="connsiteX16" fmla="*/ 185947 w 192337"/>
                <a:gd name="connsiteY16" fmla="*/ 179390 h 192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2337" h="192157">
                  <a:moveTo>
                    <a:pt x="185947" y="179390"/>
                  </a:moveTo>
                  <a:lnTo>
                    <a:pt x="184669" y="179390"/>
                  </a:lnTo>
                  <a:lnTo>
                    <a:pt x="184669" y="6384"/>
                  </a:lnTo>
                  <a:cubicBezTo>
                    <a:pt x="184669" y="2554"/>
                    <a:pt x="182113" y="0"/>
                    <a:pt x="178279" y="0"/>
                  </a:cubicBezTo>
                  <a:cubicBezTo>
                    <a:pt x="174445" y="0"/>
                    <a:pt x="171889" y="2554"/>
                    <a:pt x="171889" y="6384"/>
                  </a:cubicBezTo>
                  <a:lnTo>
                    <a:pt x="171889" y="179390"/>
                  </a:lnTo>
                  <a:lnTo>
                    <a:pt x="20448" y="179390"/>
                  </a:lnTo>
                  <a:lnTo>
                    <a:pt x="20448" y="6384"/>
                  </a:lnTo>
                  <a:cubicBezTo>
                    <a:pt x="20448" y="2554"/>
                    <a:pt x="17892" y="0"/>
                    <a:pt x="14058" y="0"/>
                  </a:cubicBezTo>
                  <a:cubicBezTo>
                    <a:pt x="10224" y="0"/>
                    <a:pt x="7668" y="2554"/>
                    <a:pt x="7668" y="6384"/>
                  </a:cubicBezTo>
                  <a:lnTo>
                    <a:pt x="7668" y="179390"/>
                  </a:lnTo>
                  <a:lnTo>
                    <a:pt x="6390" y="179390"/>
                  </a:lnTo>
                  <a:cubicBezTo>
                    <a:pt x="2556" y="179390"/>
                    <a:pt x="0" y="181944"/>
                    <a:pt x="0" y="185774"/>
                  </a:cubicBezTo>
                  <a:cubicBezTo>
                    <a:pt x="0" y="189604"/>
                    <a:pt x="2556" y="192158"/>
                    <a:pt x="6390" y="192158"/>
                  </a:cubicBezTo>
                  <a:lnTo>
                    <a:pt x="185947" y="192158"/>
                  </a:lnTo>
                  <a:cubicBezTo>
                    <a:pt x="189781" y="192158"/>
                    <a:pt x="192337" y="189604"/>
                    <a:pt x="192337" y="185774"/>
                  </a:cubicBezTo>
                  <a:cubicBezTo>
                    <a:pt x="192337" y="181944"/>
                    <a:pt x="189781" y="179390"/>
                    <a:pt x="185947" y="179390"/>
                  </a:cubicBezTo>
                  <a:close/>
                </a:path>
              </a:pathLst>
            </a:custGeom>
            <a:solidFill>
              <a:srgbClr val="004F59"/>
            </a:solidFill>
            <a:ln w="6390" cap="flat">
              <a:noFill/>
              <a:prstDash val="solid"/>
              <a:miter/>
            </a:ln>
          </p:spPr>
          <p:txBody>
            <a:bodyPr rtlCol="0" anchor="ctr"/>
            <a:lstStyle/>
            <a:p>
              <a:endParaRPr lang="en-US"/>
            </a:p>
          </p:txBody>
        </p:sp>
        <p:sp>
          <p:nvSpPr>
            <p:cNvPr id="481" name="Graphic 4">
              <a:extLst>
                <a:ext uri="{FF2B5EF4-FFF2-40B4-BE49-F238E27FC236}">
                  <a16:creationId xmlns:a16="http://schemas.microsoft.com/office/drawing/2014/main" id="{9A4472D3-CC1F-D148-9EB1-FF047ECA77DE}"/>
                </a:ext>
              </a:extLst>
            </p:cNvPr>
            <p:cNvSpPr/>
            <p:nvPr/>
          </p:nvSpPr>
          <p:spPr>
            <a:xfrm>
              <a:off x="589791" y="2587590"/>
              <a:ext cx="117574" cy="30643"/>
            </a:xfrm>
            <a:custGeom>
              <a:avLst/>
              <a:gdLst>
                <a:gd name="connsiteX0" fmla="*/ 15336 w 117574"/>
                <a:gd name="connsiteY0" fmla="*/ 30643 h 30643"/>
                <a:gd name="connsiteX1" fmla="*/ 28755 w 117574"/>
                <a:gd name="connsiteY1" fmla="*/ 22344 h 30643"/>
                <a:gd name="connsiteX2" fmla="*/ 42174 w 117574"/>
                <a:gd name="connsiteY2" fmla="*/ 30643 h 30643"/>
                <a:gd name="connsiteX3" fmla="*/ 56231 w 117574"/>
                <a:gd name="connsiteY3" fmla="*/ 21706 h 30643"/>
                <a:gd name="connsiteX4" fmla="*/ 88181 w 117574"/>
                <a:gd name="connsiteY4" fmla="*/ 21706 h 30643"/>
                <a:gd name="connsiteX5" fmla="*/ 102239 w 117574"/>
                <a:gd name="connsiteY5" fmla="*/ 30643 h 30643"/>
                <a:gd name="connsiteX6" fmla="*/ 117575 w 117574"/>
                <a:gd name="connsiteY6" fmla="*/ 15322 h 30643"/>
                <a:gd name="connsiteX7" fmla="*/ 102239 w 117574"/>
                <a:gd name="connsiteY7" fmla="*/ 0 h 30643"/>
                <a:gd name="connsiteX8" fmla="*/ 88181 w 117574"/>
                <a:gd name="connsiteY8" fmla="*/ 8938 h 30643"/>
                <a:gd name="connsiteX9" fmla="*/ 56231 w 117574"/>
                <a:gd name="connsiteY9" fmla="*/ 8938 h 30643"/>
                <a:gd name="connsiteX10" fmla="*/ 42174 w 117574"/>
                <a:gd name="connsiteY10" fmla="*/ 0 h 30643"/>
                <a:gd name="connsiteX11" fmla="*/ 28755 w 117574"/>
                <a:gd name="connsiteY11" fmla="*/ 8299 h 30643"/>
                <a:gd name="connsiteX12" fmla="*/ 15336 w 117574"/>
                <a:gd name="connsiteY12" fmla="*/ 0 h 30643"/>
                <a:gd name="connsiteX13" fmla="*/ 0 w 117574"/>
                <a:gd name="connsiteY13" fmla="*/ 15322 h 30643"/>
                <a:gd name="connsiteX14" fmla="*/ 15336 w 117574"/>
                <a:gd name="connsiteY14" fmla="*/ 30643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7574" h="30643">
                  <a:moveTo>
                    <a:pt x="15336" y="30643"/>
                  </a:moveTo>
                  <a:cubicBezTo>
                    <a:pt x="21087" y="30643"/>
                    <a:pt x="26199" y="26813"/>
                    <a:pt x="28755" y="22344"/>
                  </a:cubicBezTo>
                  <a:cubicBezTo>
                    <a:pt x="31311" y="27451"/>
                    <a:pt x="36423" y="30643"/>
                    <a:pt x="42174" y="30643"/>
                  </a:cubicBezTo>
                  <a:cubicBezTo>
                    <a:pt x="48564" y="30643"/>
                    <a:pt x="53675" y="26813"/>
                    <a:pt x="56231" y="21706"/>
                  </a:cubicBezTo>
                  <a:lnTo>
                    <a:pt x="88181" y="21706"/>
                  </a:lnTo>
                  <a:cubicBezTo>
                    <a:pt x="90737" y="26813"/>
                    <a:pt x="95849" y="30643"/>
                    <a:pt x="102239" y="30643"/>
                  </a:cubicBezTo>
                  <a:cubicBezTo>
                    <a:pt x="110546" y="30643"/>
                    <a:pt x="117575" y="23621"/>
                    <a:pt x="117575" y="15322"/>
                  </a:cubicBezTo>
                  <a:cubicBezTo>
                    <a:pt x="117575" y="7022"/>
                    <a:pt x="110546" y="0"/>
                    <a:pt x="102239" y="0"/>
                  </a:cubicBezTo>
                  <a:cubicBezTo>
                    <a:pt x="95849" y="0"/>
                    <a:pt x="90737" y="3830"/>
                    <a:pt x="88181" y="8938"/>
                  </a:cubicBezTo>
                  <a:lnTo>
                    <a:pt x="56231" y="8938"/>
                  </a:lnTo>
                  <a:cubicBezTo>
                    <a:pt x="53675" y="3830"/>
                    <a:pt x="48564" y="0"/>
                    <a:pt x="42174" y="0"/>
                  </a:cubicBezTo>
                  <a:cubicBezTo>
                    <a:pt x="36423" y="0"/>
                    <a:pt x="31311" y="3830"/>
                    <a:pt x="28755" y="8299"/>
                  </a:cubicBezTo>
                  <a:cubicBezTo>
                    <a:pt x="26199" y="3192"/>
                    <a:pt x="21087" y="0"/>
                    <a:pt x="15336" y="0"/>
                  </a:cubicBezTo>
                  <a:cubicBezTo>
                    <a:pt x="7029" y="0"/>
                    <a:pt x="0" y="7022"/>
                    <a:pt x="0" y="15322"/>
                  </a:cubicBezTo>
                  <a:cubicBezTo>
                    <a:pt x="0" y="23621"/>
                    <a:pt x="7029" y="30643"/>
                    <a:pt x="15336" y="30643"/>
                  </a:cubicBezTo>
                  <a:close/>
                </a:path>
              </a:pathLst>
            </a:custGeom>
            <a:solidFill>
              <a:srgbClr val="004F59"/>
            </a:solidFill>
            <a:ln w="6390" cap="flat">
              <a:noFill/>
              <a:prstDash val="solid"/>
              <a:miter/>
            </a:ln>
          </p:spPr>
          <p:txBody>
            <a:bodyPr rtlCol="0" anchor="ctr"/>
            <a:lstStyle/>
            <a:p>
              <a:endParaRPr lang="en-US"/>
            </a:p>
          </p:txBody>
        </p:sp>
        <p:sp>
          <p:nvSpPr>
            <p:cNvPr id="482" name="Graphic 4">
              <a:extLst>
                <a:ext uri="{FF2B5EF4-FFF2-40B4-BE49-F238E27FC236}">
                  <a16:creationId xmlns:a16="http://schemas.microsoft.com/office/drawing/2014/main" id="{DD4757AD-682D-DC4F-AB8A-F2F651057BB7}"/>
                </a:ext>
              </a:extLst>
            </p:cNvPr>
            <p:cNvSpPr/>
            <p:nvPr/>
          </p:nvSpPr>
          <p:spPr>
            <a:xfrm>
              <a:off x="589791" y="2536518"/>
              <a:ext cx="117574" cy="30643"/>
            </a:xfrm>
            <a:custGeom>
              <a:avLst/>
              <a:gdLst>
                <a:gd name="connsiteX0" fmla="*/ 15336 w 117574"/>
                <a:gd name="connsiteY0" fmla="*/ 30643 h 30643"/>
                <a:gd name="connsiteX1" fmla="*/ 29394 w 117574"/>
                <a:gd name="connsiteY1" fmla="*/ 21706 h 30643"/>
                <a:gd name="connsiteX2" fmla="*/ 61343 w 117574"/>
                <a:gd name="connsiteY2" fmla="*/ 21706 h 30643"/>
                <a:gd name="connsiteX3" fmla="*/ 75401 w 117574"/>
                <a:gd name="connsiteY3" fmla="*/ 30643 h 30643"/>
                <a:gd name="connsiteX4" fmla="*/ 88820 w 117574"/>
                <a:gd name="connsiteY4" fmla="*/ 22344 h 30643"/>
                <a:gd name="connsiteX5" fmla="*/ 102239 w 117574"/>
                <a:gd name="connsiteY5" fmla="*/ 30643 h 30643"/>
                <a:gd name="connsiteX6" fmla="*/ 117575 w 117574"/>
                <a:gd name="connsiteY6" fmla="*/ 15322 h 30643"/>
                <a:gd name="connsiteX7" fmla="*/ 102239 w 117574"/>
                <a:gd name="connsiteY7" fmla="*/ 0 h 30643"/>
                <a:gd name="connsiteX8" fmla="*/ 88820 w 117574"/>
                <a:gd name="connsiteY8" fmla="*/ 8299 h 30643"/>
                <a:gd name="connsiteX9" fmla="*/ 75401 w 117574"/>
                <a:gd name="connsiteY9" fmla="*/ 0 h 30643"/>
                <a:gd name="connsiteX10" fmla="*/ 61343 w 117574"/>
                <a:gd name="connsiteY10" fmla="*/ 8938 h 30643"/>
                <a:gd name="connsiteX11" fmla="*/ 29394 w 117574"/>
                <a:gd name="connsiteY11" fmla="*/ 8938 h 30643"/>
                <a:gd name="connsiteX12" fmla="*/ 15336 w 117574"/>
                <a:gd name="connsiteY12" fmla="*/ 0 h 30643"/>
                <a:gd name="connsiteX13" fmla="*/ 0 w 117574"/>
                <a:gd name="connsiteY13" fmla="*/ 15322 h 30643"/>
                <a:gd name="connsiteX14" fmla="*/ 15336 w 117574"/>
                <a:gd name="connsiteY14" fmla="*/ 30643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7574" h="30643">
                  <a:moveTo>
                    <a:pt x="15336" y="30643"/>
                  </a:moveTo>
                  <a:cubicBezTo>
                    <a:pt x="21726" y="30643"/>
                    <a:pt x="26838" y="26813"/>
                    <a:pt x="29394" y="21706"/>
                  </a:cubicBezTo>
                  <a:lnTo>
                    <a:pt x="61343" y="21706"/>
                  </a:lnTo>
                  <a:cubicBezTo>
                    <a:pt x="63899" y="26813"/>
                    <a:pt x="69011" y="30643"/>
                    <a:pt x="75401" y="30643"/>
                  </a:cubicBezTo>
                  <a:cubicBezTo>
                    <a:pt x="81152" y="30643"/>
                    <a:pt x="86264" y="26813"/>
                    <a:pt x="88820" y="22344"/>
                  </a:cubicBezTo>
                  <a:cubicBezTo>
                    <a:pt x="91376" y="27451"/>
                    <a:pt x="96488" y="30643"/>
                    <a:pt x="102239" y="30643"/>
                  </a:cubicBezTo>
                  <a:cubicBezTo>
                    <a:pt x="110546" y="30643"/>
                    <a:pt x="117575" y="23621"/>
                    <a:pt x="117575" y="15322"/>
                  </a:cubicBezTo>
                  <a:cubicBezTo>
                    <a:pt x="117575" y="7022"/>
                    <a:pt x="110546" y="0"/>
                    <a:pt x="102239" y="0"/>
                  </a:cubicBezTo>
                  <a:cubicBezTo>
                    <a:pt x="96488" y="0"/>
                    <a:pt x="91376" y="3830"/>
                    <a:pt x="88820" y="8299"/>
                  </a:cubicBezTo>
                  <a:cubicBezTo>
                    <a:pt x="86264" y="3192"/>
                    <a:pt x="81152" y="0"/>
                    <a:pt x="75401" y="0"/>
                  </a:cubicBezTo>
                  <a:cubicBezTo>
                    <a:pt x="69011" y="0"/>
                    <a:pt x="63899" y="3830"/>
                    <a:pt x="61343" y="8938"/>
                  </a:cubicBezTo>
                  <a:lnTo>
                    <a:pt x="29394" y="8938"/>
                  </a:lnTo>
                  <a:cubicBezTo>
                    <a:pt x="26838" y="3830"/>
                    <a:pt x="21726" y="0"/>
                    <a:pt x="15336" y="0"/>
                  </a:cubicBezTo>
                  <a:cubicBezTo>
                    <a:pt x="7029" y="0"/>
                    <a:pt x="0" y="7022"/>
                    <a:pt x="0" y="15322"/>
                  </a:cubicBezTo>
                  <a:cubicBezTo>
                    <a:pt x="0" y="23621"/>
                    <a:pt x="7029" y="30643"/>
                    <a:pt x="15336" y="30643"/>
                  </a:cubicBezTo>
                  <a:close/>
                </a:path>
              </a:pathLst>
            </a:custGeom>
            <a:solidFill>
              <a:srgbClr val="004F59"/>
            </a:solidFill>
            <a:ln w="6390" cap="flat">
              <a:noFill/>
              <a:prstDash val="solid"/>
              <a:miter/>
            </a:ln>
          </p:spPr>
          <p:txBody>
            <a:bodyPr rtlCol="0" anchor="ctr"/>
            <a:lstStyle/>
            <a:p>
              <a:endParaRPr lang="en-US"/>
            </a:p>
          </p:txBody>
        </p:sp>
        <p:sp>
          <p:nvSpPr>
            <p:cNvPr id="483" name="Graphic 4">
              <a:extLst>
                <a:ext uri="{FF2B5EF4-FFF2-40B4-BE49-F238E27FC236}">
                  <a16:creationId xmlns:a16="http://schemas.microsoft.com/office/drawing/2014/main" id="{48D6A320-1C50-6E4A-B889-C736779028C1}"/>
                </a:ext>
              </a:extLst>
            </p:cNvPr>
            <p:cNvSpPr/>
            <p:nvPr/>
          </p:nvSpPr>
          <p:spPr>
            <a:xfrm>
              <a:off x="589791" y="2485446"/>
              <a:ext cx="117574" cy="30643"/>
            </a:xfrm>
            <a:custGeom>
              <a:avLst/>
              <a:gdLst>
                <a:gd name="connsiteX0" fmla="*/ 15336 w 117574"/>
                <a:gd name="connsiteY0" fmla="*/ 30643 h 30643"/>
                <a:gd name="connsiteX1" fmla="*/ 28755 w 117574"/>
                <a:gd name="connsiteY1" fmla="*/ 22344 h 30643"/>
                <a:gd name="connsiteX2" fmla="*/ 42174 w 117574"/>
                <a:gd name="connsiteY2" fmla="*/ 30643 h 30643"/>
                <a:gd name="connsiteX3" fmla="*/ 56231 w 117574"/>
                <a:gd name="connsiteY3" fmla="*/ 21706 h 30643"/>
                <a:gd name="connsiteX4" fmla="*/ 88181 w 117574"/>
                <a:gd name="connsiteY4" fmla="*/ 21706 h 30643"/>
                <a:gd name="connsiteX5" fmla="*/ 102239 w 117574"/>
                <a:gd name="connsiteY5" fmla="*/ 30643 h 30643"/>
                <a:gd name="connsiteX6" fmla="*/ 117575 w 117574"/>
                <a:gd name="connsiteY6" fmla="*/ 15322 h 30643"/>
                <a:gd name="connsiteX7" fmla="*/ 102239 w 117574"/>
                <a:gd name="connsiteY7" fmla="*/ 0 h 30643"/>
                <a:gd name="connsiteX8" fmla="*/ 88181 w 117574"/>
                <a:gd name="connsiteY8" fmla="*/ 8938 h 30643"/>
                <a:gd name="connsiteX9" fmla="*/ 56231 w 117574"/>
                <a:gd name="connsiteY9" fmla="*/ 8938 h 30643"/>
                <a:gd name="connsiteX10" fmla="*/ 42174 w 117574"/>
                <a:gd name="connsiteY10" fmla="*/ 0 h 30643"/>
                <a:gd name="connsiteX11" fmla="*/ 28755 w 117574"/>
                <a:gd name="connsiteY11" fmla="*/ 8299 h 30643"/>
                <a:gd name="connsiteX12" fmla="*/ 15336 w 117574"/>
                <a:gd name="connsiteY12" fmla="*/ 0 h 30643"/>
                <a:gd name="connsiteX13" fmla="*/ 0 w 117574"/>
                <a:gd name="connsiteY13" fmla="*/ 15322 h 30643"/>
                <a:gd name="connsiteX14" fmla="*/ 15336 w 117574"/>
                <a:gd name="connsiteY14" fmla="*/ 30643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7574" h="30643">
                  <a:moveTo>
                    <a:pt x="15336" y="30643"/>
                  </a:moveTo>
                  <a:cubicBezTo>
                    <a:pt x="21087" y="30643"/>
                    <a:pt x="26199" y="26813"/>
                    <a:pt x="28755" y="22344"/>
                  </a:cubicBezTo>
                  <a:cubicBezTo>
                    <a:pt x="31311" y="27451"/>
                    <a:pt x="36423" y="30643"/>
                    <a:pt x="42174" y="30643"/>
                  </a:cubicBezTo>
                  <a:cubicBezTo>
                    <a:pt x="48564" y="30643"/>
                    <a:pt x="53675" y="26813"/>
                    <a:pt x="56231" y="21706"/>
                  </a:cubicBezTo>
                  <a:lnTo>
                    <a:pt x="88181" y="21706"/>
                  </a:lnTo>
                  <a:cubicBezTo>
                    <a:pt x="90737" y="26813"/>
                    <a:pt x="95849" y="30643"/>
                    <a:pt x="102239" y="30643"/>
                  </a:cubicBezTo>
                  <a:cubicBezTo>
                    <a:pt x="110546" y="30643"/>
                    <a:pt x="117575" y="23621"/>
                    <a:pt x="117575" y="15322"/>
                  </a:cubicBezTo>
                  <a:cubicBezTo>
                    <a:pt x="117575" y="7022"/>
                    <a:pt x="110546" y="0"/>
                    <a:pt x="102239" y="0"/>
                  </a:cubicBezTo>
                  <a:cubicBezTo>
                    <a:pt x="95849" y="0"/>
                    <a:pt x="90737" y="3830"/>
                    <a:pt x="88181" y="8938"/>
                  </a:cubicBezTo>
                  <a:lnTo>
                    <a:pt x="56231" y="8938"/>
                  </a:lnTo>
                  <a:cubicBezTo>
                    <a:pt x="53675" y="3830"/>
                    <a:pt x="48564" y="0"/>
                    <a:pt x="42174" y="0"/>
                  </a:cubicBezTo>
                  <a:cubicBezTo>
                    <a:pt x="36423" y="0"/>
                    <a:pt x="31311" y="3830"/>
                    <a:pt x="28755" y="8299"/>
                  </a:cubicBezTo>
                  <a:cubicBezTo>
                    <a:pt x="26199" y="3192"/>
                    <a:pt x="21087" y="0"/>
                    <a:pt x="15336" y="0"/>
                  </a:cubicBezTo>
                  <a:cubicBezTo>
                    <a:pt x="7029" y="0"/>
                    <a:pt x="0" y="7022"/>
                    <a:pt x="0" y="15322"/>
                  </a:cubicBezTo>
                  <a:cubicBezTo>
                    <a:pt x="0" y="23621"/>
                    <a:pt x="7029" y="30643"/>
                    <a:pt x="15336" y="30643"/>
                  </a:cubicBezTo>
                  <a:close/>
                </a:path>
              </a:pathLst>
            </a:custGeom>
            <a:solidFill>
              <a:srgbClr val="004F59"/>
            </a:solidFill>
            <a:ln w="6390" cap="flat">
              <a:noFill/>
              <a:prstDash val="solid"/>
              <a:miter/>
            </a:ln>
          </p:spPr>
          <p:txBody>
            <a:bodyPr rtlCol="0" anchor="ctr"/>
            <a:lstStyle/>
            <a:p>
              <a:endParaRPr lang="en-US"/>
            </a:p>
          </p:txBody>
        </p:sp>
      </p:grpSp>
      <p:grpSp>
        <p:nvGrpSpPr>
          <p:cNvPr id="484" name="Graphic 4">
            <a:extLst>
              <a:ext uri="{FF2B5EF4-FFF2-40B4-BE49-F238E27FC236}">
                <a16:creationId xmlns:a16="http://schemas.microsoft.com/office/drawing/2014/main" id="{411FFD67-4ADC-154B-8027-C06F4A2B04F6}"/>
              </a:ext>
            </a:extLst>
          </p:cNvPr>
          <p:cNvGrpSpPr/>
          <p:nvPr/>
        </p:nvGrpSpPr>
        <p:grpSpPr>
          <a:xfrm>
            <a:off x="7802113" y="2855717"/>
            <a:ext cx="361670" cy="361333"/>
            <a:chOff x="7802113" y="2855717"/>
            <a:chExt cx="361670" cy="361333"/>
          </a:xfrm>
          <a:solidFill>
            <a:srgbClr val="007680"/>
          </a:solidFill>
        </p:grpSpPr>
        <p:sp>
          <p:nvSpPr>
            <p:cNvPr id="485" name="Graphic 4">
              <a:extLst>
                <a:ext uri="{FF2B5EF4-FFF2-40B4-BE49-F238E27FC236}">
                  <a16:creationId xmlns:a16="http://schemas.microsoft.com/office/drawing/2014/main" id="{1075DA6E-99CF-8346-AFF5-494C9B07EFAC}"/>
                </a:ext>
              </a:extLst>
            </p:cNvPr>
            <p:cNvSpPr/>
            <p:nvPr/>
          </p:nvSpPr>
          <p:spPr>
            <a:xfrm>
              <a:off x="7802113" y="2855717"/>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6"/>
                    <a:pt x="0" y="180667"/>
                  </a:cubicBezTo>
                  <a:cubicBezTo>
                    <a:pt x="0" y="280257"/>
                    <a:pt x="81152" y="361333"/>
                    <a:pt x="180836" y="361333"/>
                  </a:cubicBezTo>
                  <a:cubicBezTo>
                    <a:pt x="281157" y="361333"/>
                    <a:pt x="361670" y="280257"/>
                    <a:pt x="361670" y="180667"/>
                  </a:cubicBezTo>
                  <a:cubicBezTo>
                    <a:pt x="361670" y="81076"/>
                    <a:pt x="280518"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873"/>
                    <a:pt x="273490" y="349204"/>
                    <a:pt x="180836" y="349204"/>
                  </a:cubicBezTo>
                  <a:close/>
                </a:path>
              </a:pathLst>
            </a:custGeom>
            <a:solidFill>
              <a:srgbClr val="007680"/>
            </a:solidFill>
            <a:ln w="6390" cap="flat">
              <a:noFill/>
              <a:prstDash val="solid"/>
              <a:miter/>
            </a:ln>
          </p:spPr>
          <p:txBody>
            <a:bodyPr rtlCol="0" anchor="ctr"/>
            <a:lstStyle/>
            <a:p>
              <a:endParaRPr lang="en-US"/>
            </a:p>
          </p:txBody>
        </p:sp>
        <p:sp>
          <p:nvSpPr>
            <p:cNvPr id="486" name="Graphic 4">
              <a:extLst>
                <a:ext uri="{FF2B5EF4-FFF2-40B4-BE49-F238E27FC236}">
                  <a16:creationId xmlns:a16="http://schemas.microsoft.com/office/drawing/2014/main" id="{68C41470-719C-F647-BD96-A6B124C23A10}"/>
                </a:ext>
              </a:extLst>
            </p:cNvPr>
            <p:cNvSpPr/>
            <p:nvPr/>
          </p:nvSpPr>
          <p:spPr>
            <a:xfrm>
              <a:off x="7924160" y="2908704"/>
              <a:ext cx="115657" cy="255359"/>
            </a:xfrm>
            <a:custGeom>
              <a:avLst/>
              <a:gdLst>
                <a:gd name="connsiteX0" fmla="*/ 68373 w 115657"/>
                <a:gd name="connsiteY0" fmla="*/ 127680 h 255359"/>
                <a:gd name="connsiteX1" fmla="*/ 95210 w 115657"/>
                <a:gd name="connsiteY1" fmla="*/ 112358 h 255359"/>
                <a:gd name="connsiteX2" fmla="*/ 109907 w 115657"/>
                <a:gd name="connsiteY2" fmla="*/ 76608 h 255359"/>
                <a:gd name="connsiteX3" fmla="*/ 95210 w 115657"/>
                <a:gd name="connsiteY3" fmla="*/ 43411 h 255359"/>
                <a:gd name="connsiteX4" fmla="*/ 73484 w 115657"/>
                <a:gd name="connsiteY4" fmla="*/ 31281 h 255359"/>
                <a:gd name="connsiteX5" fmla="*/ 73484 w 115657"/>
                <a:gd name="connsiteY5" fmla="*/ 6384 h 255359"/>
                <a:gd name="connsiteX6" fmla="*/ 67094 w 115657"/>
                <a:gd name="connsiteY6" fmla="*/ 0 h 255359"/>
                <a:gd name="connsiteX7" fmla="*/ 60704 w 115657"/>
                <a:gd name="connsiteY7" fmla="*/ 6384 h 255359"/>
                <a:gd name="connsiteX8" fmla="*/ 60704 w 115657"/>
                <a:gd name="connsiteY8" fmla="*/ 28089 h 255359"/>
                <a:gd name="connsiteX9" fmla="*/ 38978 w 115657"/>
                <a:gd name="connsiteY9" fmla="*/ 25536 h 255359"/>
                <a:gd name="connsiteX10" fmla="*/ 38978 w 115657"/>
                <a:gd name="connsiteY10" fmla="*/ 6384 h 255359"/>
                <a:gd name="connsiteX11" fmla="*/ 32589 w 115657"/>
                <a:gd name="connsiteY11" fmla="*/ 0 h 255359"/>
                <a:gd name="connsiteX12" fmla="*/ 26199 w 115657"/>
                <a:gd name="connsiteY12" fmla="*/ 6384 h 255359"/>
                <a:gd name="connsiteX13" fmla="*/ 26199 w 115657"/>
                <a:gd name="connsiteY13" fmla="*/ 24897 h 255359"/>
                <a:gd name="connsiteX14" fmla="*/ 5751 w 115657"/>
                <a:gd name="connsiteY14" fmla="*/ 26174 h 255359"/>
                <a:gd name="connsiteX15" fmla="*/ 0 w 115657"/>
                <a:gd name="connsiteY15" fmla="*/ 32558 h 255359"/>
                <a:gd name="connsiteX16" fmla="*/ 0 w 115657"/>
                <a:gd name="connsiteY16" fmla="*/ 223439 h 255359"/>
                <a:gd name="connsiteX17" fmla="*/ 5751 w 115657"/>
                <a:gd name="connsiteY17" fmla="*/ 229823 h 255359"/>
                <a:gd name="connsiteX18" fmla="*/ 25560 w 115657"/>
                <a:gd name="connsiteY18" fmla="*/ 230462 h 255359"/>
                <a:gd name="connsiteX19" fmla="*/ 25560 w 115657"/>
                <a:gd name="connsiteY19" fmla="*/ 230462 h 255359"/>
                <a:gd name="connsiteX20" fmla="*/ 25560 w 115657"/>
                <a:gd name="connsiteY20" fmla="*/ 248975 h 255359"/>
                <a:gd name="connsiteX21" fmla="*/ 31950 w 115657"/>
                <a:gd name="connsiteY21" fmla="*/ 255359 h 255359"/>
                <a:gd name="connsiteX22" fmla="*/ 38340 w 115657"/>
                <a:gd name="connsiteY22" fmla="*/ 248975 h 255359"/>
                <a:gd name="connsiteX23" fmla="*/ 38340 w 115657"/>
                <a:gd name="connsiteY23" fmla="*/ 229823 h 255359"/>
                <a:gd name="connsiteX24" fmla="*/ 60066 w 115657"/>
                <a:gd name="connsiteY24" fmla="*/ 227270 h 255359"/>
                <a:gd name="connsiteX25" fmla="*/ 60066 w 115657"/>
                <a:gd name="connsiteY25" fmla="*/ 248337 h 255359"/>
                <a:gd name="connsiteX26" fmla="*/ 66456 w 115657"/>
                <a:gd name="connsiteY26" fmla="*/ 254721 h 255359"/>
                <a:gd name="connsiteX27" fmla="*/ 72845 w 115657"/>
                <a:gd name="connsiteY27" fmla="*/ 248337 h 255359"/>
                <a:gd name="connsiteX28" fmla="*/ 72845 w 115657"/>
                <a:gd name="connsiteY28" fmla="*/ 224078 h 255359"/>
                <a:gd name="connsiteX29" fmla="*/ 100961 w 115657"/>
                <a:gd name="connsiteY29" fmla="*/ 209395 h 255359"/>
                <a:gd name="connsiteX30" fmla="*/ 115658 w 115657"/>
                <a:gd name="connsiteY30" fmla="*/ 174921 h 255359"/>
                <a:gd name="connsiteX31" fmla="*/ 102878 w 115657"/>
                <a:gd name="connsiteY31" fmla="*/ 144916 h 255359"/>
                <a:gd name="connsiteX32" fmla="*/ 68373 w 115657"/>
                <a:gd name="connsiteY32" fmla="*/ 127680 h 255359"/>
                <a:gd name="connsiteX33" fmla="*/ 12780 w 115657"/>
                <a:gd name="connsiteY33" fmla="*/ 38304 h 255359"/>
                <a:gd name="connsiteX34" fmla="*/ 86903 w 115657"/>
                <a:gd name="connsiteY34" fmla="*/ 53625 h 255359"/>
                <a:gd name="connsiteX35" fmla="*/ 97128 w 115657"/>
                <a:gd name="connsiteY35" fmla="*/ 77246 h 255359"/>
                <a:gd name="connsiteX36" fmla="*/ 86264 w 115657"/>
                <a:gd name="connsiteY36" fmla="*/ 103421 h 255359"/>
                <a:gd name="connsiteX37" fmla="*/ 24921 w 115657"/>
                <a:gd name="connsiteY37" fmla="*/ 121934 h 255359"/>
                <a:gd name="connsiteX38" fmla="*/ 14058 w 115657"/>
                <a:gd name="connsiteY38" fmla="*/ 121934 h 255359"/>
                <a:gd name="connsiteX39" fmla="*/ 12780 w 115657"/>
                <a:gd name="connsiteY39" fmla="*/ 121934 h 255359"/>
                <a:gd name="connsiteX40" fmla="*/ 12780 w 115657"/>
                <a:gd name="connsiteY40" fmla="*/ 38304 h 255359"/>
                <a:gd name="connsiteX41" fmla="*/ 93293 w 115657"/>
                <a:gd name="connsiteY41" fmla="*/ 200457 h 255359"/>
                <a:gd name="connsiteX42" fmla="*/ 12780 w 115657"/>
                <a:gd name="connsiteY42" fmla="*/ 217694 h 255359"/>
                <a:gd name="connsiteX43" fmla="*/ 12780 w 115657"/>
                <a:gd name="connsiteY43" fmla="*/ 134702 h 255359"/>
                <a:gd name="connsiteX44" fmla="*/ 13419 w 115657"/>
                <a:gd name="connsiteY44" fmla="*/ 134702 h 255359"/>
                <a:gd name="connsiteX45" fmla="*/ 14058 w 115657"/>
                <a:gd name="connsiteY45" fmla="*/ 134702 h 255359"/>
                <a:gd name="connsiteX46" fmla="*/ 24282 w 115657"/>
                <a:gd name="connsiteY46" fmla="*/ 134702 h 255359"/>
                <a:gd name="connsiteX47" fmla="*/ 94571 w 115657"/>
                <a:gd name="connsiteY47" fmla="*/ 155131 h 255359"/>
                <a:gd name="connsiteX48" fmla="*/ 103517 w 115657"/>
                <a:gd name="connsiteY48" fmla="*/ 176198 h 255359"/>
                <a:gd name="connsiteX49" fmla="*/ 93293 w 115657"/>
                <a:gd name="connsiteY49" fmla="*/ 200457 h 255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15657" h="255359">
                  <a:moveTo>
                    <a:pt x="68373" y="127680"/>
                  </a:moveTo>
                  <a:cubicBezTo>
                    <a:pt x="78597" y="124488"/>
                    <a:pt x="88181" y="119381"/>
                    <a:pt x="95210" y="112358"/>
                  </a:cubicBezTo>
                  <a:cubicBezTo>
                    <a:pt x="105434" y="102782"/>
                    <a:pt x="109907" y="91291"/>
                    <a:pt x="109907" y="76608"/>
                  </a:cubicBezTo>
                  <a:cubicBezTo>
                    <a:pt x="109907" y="63201"/>
                    <a:pt x="104795" y="51710"/>
                    <a:pt x="95210" y="43411"/>
                  </a:cubicBezTo>
                  <a:cubicBezTo>
                    <a:pt x="88820" y="38304"/>
                    <a:pt x="81792" y="34473"/>
                    <a:pt x="73484" y="31281"/>
                  </a:cubicBezTo>
                  <a:lnTo>
                    <a:pt x="73484" y="6384"/>
                  </a:lnTo>
                  <a:cubicBezTo>
                    <a:pt x="73484" y="2554"/>
                    <a:pt x="70928" y="0"/>
                    <a:pt x="67094" y="0"/>
                  </a:cubicBezTo>
                  <a:cubicBezTo>
                    <a:pt x="63261" y="0"/>
                    <a:pt x="60704" y="2554"/>
                    <a:pt x="60704" y="6384"/>
                  </a:cubicBezTo>
                  <a:lnTo>
                    <a:pt x="60704" y="28089"/>
                  </a:lnTo>
                  <a:cubicBezTo>
                    <a:pt x="53037" y="26813"/>
                    <a:pt x="46008" y="25536"/>
                    <a:pt x="38978" y="25536"/>
                  </a:cubicBezTo>
                  <a:lnTo>
                    <a:pt x="38978" y="6384"/>
                  </a:lnTo>
                  <a:cubicBezTo>
                    <a:pt x="38978" y="2554"/>
                    <a:pt x="36423" y="0"/>
                    <a:pt x="32589" y="0"/>
                  </a:cubicBezTo>
                  <a:cubicBezTo>
                    <a:pt x="28755" y="0"/>
                    <a:pt x="26199" y="2554"/>
                    <a:pt x="26199" y="6384"/>
                  </a:cubicBezTo>
                  <a:lnTo>
                    <a:pt x="26199" y="24897"/>
                  </a:lnTo>
                  <a:cubicBezTo>
                    <a:pt x="14697" y="24897"/>
                    <a:pt x="7029" y="25536"/>
                    <a:pt x="5751" y="26174"/>
                  </a:cubicBezTo>
                  <a:cubicBezTo>
                    <a:pt x="2556" y="26813"/>
                    <a:pt x="0" y="29366"/>
                    <a:pt x="0" y="32558"/>
                  </a:cubicBezTo>
                  <a:lnTo>
                    <a:pt x="0" y="223439"/>
                  </a:lnTo>
                  <a:cubicBezTo>
                    <a:pt x="0" y="226631"/>
                    <a:pt x="2556" y="229185"/>
                    <a:pt x="5751" y="229823"/>
                  </a:cubicBezTo>
                  <a:cubicBezTo>
                    <a:pt x="6390" y="229823"/>
                    <a:pt x="14697" y="230462"/>
                    <a:pt x="25560" y="230462"/>
                  </a:cubicBezTo>
                  <a:cubicBezTo>
                    <a:pt x="25560" y="230462"/>
                    <a:pt x="25560" y="230462"/>
                    <a:pt x="25560" y="230462"/>
                  </a:cubicBezTo>
                  <a:lnTo>
                    <a:pt x="25560" y="248975"/>
                  </a:lnTo>
                  <a:cubicBezTo>
                    <a:pt x="25560" y="252806"/>
                    <a:pt x="28116" y="255359"/>
                    <a:pt x="31950" y="255359"/>
                  </a:cubicBezTo>
                  <a:cubicBezTo>
                    <a:pt x="35783" y="255359"/>
                    <a:pt x="38340" y="252806"/>
                    <a:pt x="38340" y="248975"/>
                  </a:cubicBezTo>
                  <a:lnTo>
                    <a:pt x="38340" y="229823"/>
                  </a:lnTo>
                  <a:cubicBezTo>
                    <a:pt x="45368" y="229185"/>
                    <a:pt x="52398" y="228546"/>
                    <a:pt x="60066" y="227270"/>
                  </a:cubicBezTo>
                  <a:lnTo>
                    <a:pt x="60066" y="248337"/>
                  </a:lnTo>
                  <a:cubicBezTo>
                    <a:pt x="60066" y="252167"/>
                    <a:pt x="62622" y="254721"/>
                    <a:pt x="66456" y="254721"/>
                  </a:cubicBezTo>
                  <a:cubicBezTo>
                    <a:pt x="70289" y="254721"/>
                    <a:pt x="72845" y="252167"/>
                    <a:pt x="72845" y="248337"/>
                  </a:cubicBezTo>
                  <a:lnTo>
                    <a:pt x="72845" y="224078"/>
                  </a:lnTo>
                  <a:cubicBezTo>
                    <a:pt x="83708" y="220886"/>
                    <a:pt x="93293" y="216417"/>
                    <a:pt x="100961" y="209395"/>
                  </a:cubicBezTo>
                  <a:cubicBezTo>
                    <a:pt x="111185" y="200457"/>
                    <a:pt x="115658" y="188966"/>
                    <a:pt x="115658" y="174921"/>
                  </a:cubicBezTo>
                  <a:cubicBezTo>
                    <a:pt x="115658" y="163430"/>
                    <a:pt x="111185" y="153216"/>
                    <a:pt x="102878" y="144916"/>
                  </a:cubicBezTo>
                  <a:cubicBezTo>
                    <a:pt x="94571" y="136617"/>
                    <a:pt x="81792" y="130872"/>
                    <a:pt x="68373" y="127680"/>
                  </a:cubicBezTo>
                  <a:close/>
                  <a:moveTo>
                    <a:pt x="12780" y="38304"/>
                  </a:moveTo>
                  <a:cubicBezTo>
                    <a:pt x="27477" y="37027"/>
                    <a:pt x="67733" y="36389"/>
                    <a:pt x="86903" y="53625"/>
                  </a:cubicBezTo>
                  <a:cubicBezTo>
                    <a:pt x="93933" y="60009"/>
                    <a:pt x="97128" y="67670"/>
                    <a:pt x="97128" y="77246"/>
                  </a:cubicBezTo>
                  <a:cubicBezTo>
                    <a:pt x="97128" y="88099"/>
                    <a:pt x="93293" y="96398"/>
                    <a:pt x="86264" y="103421"/>
                  </a:cubicBezTo>
                  <a:cubicBezTo>
                    <a:pt x="70289" y="118742"/>
                    <a:pt x="40257" y="121296"/>
                    <a:pt x="24921" y="121934"/>
                  </a:cubicBezTo>
                  <a:cubicBezTo>
                    <a:pt x="21087" y="121934"/>
                    <a:pt x="17253" y="121934"/>
                    <a:pt x="14058" y="121934"/>
                  </a:cubicBezTo>
                  <a:cubicBezTo>
                    <a:pt x="13419" y="121934"/>
                    <a:pt x="13419" y="121934"/>
                    <a:pt x="12780" y="121934"/>
                  </a:cubicBezTo>
                  <a:lnTo>
                    <a:pt x="12780" y="38304"/>
                  </a:lnTo>
                  <a:close/>
                  <a:moveTo>
                    <a:pt x="93293" y="200457"/>
                  </a:moveTo>
                  <a:cubicBezTo>
                    <a:pt x="72845" y="218971"/>
                    <a:pt x="28755" y="218332"/>
                    <a:pt x="12780" y="217694"/>
                  </a:cubicBezTo>
                  <a:lnTo>
                    <a:pt x="12780" y="134702"/>
                  </a:lnTo>
                  <a:cubicBezTo>
                    <a:pt x="12780" y="134702"/>
                    <a:pt x="12780" y="134702"/>
                    <a:pt x="13419" y="134702"/>
                  </a:cubicBezTo>
                  <a:cubicBezTo>
                    <a:pt x="13419" y="134702"/>
                    <a:pt x="14058" y="134702"/>
                    <a:pt x="14058" y="134702"/>
                  </a:cubicBezTo>
                  <a:cubicBezTo>
                    <a:pt x="14697" y="134702"/>
                    <a:pt x="18531" y="134702"/>
                    <a:pt x="24282" y="134702"/>
                  </a:cubicBezTo>
                  <a:cubicBezTo>
                    <a:pt x="44730" y="135341"/>
                    <a:pt x="78597" y="139809"/>
                    <a:pt x="94571" y="155131"/>
                  </a:cubicBezTo>
                  <a:cubicBezTo>
                    <a:pt x="100961" y="160876"/>
                    <a:pt x="103517" y="167899"/>
                    <a:pt x="103517" y="176198"/>
                  </a:cubicBezTo>
                  <a:cubicBezTo>
                    <a:pt x="104156" y="185774"/>
                    <a:pt x="100961" y="194073"/>
                    <a:pt x="93293" y="200457"/>
                  </a:cubicBezTo>
                  <a:close/>
                </a:path>
              </a:pathLst>
            </a:custGeom>
            <a:solidFill>
              <a:srgbClr val="007680"/>
            </a:solidFill>
            <a:ln w="6390" cap="flat">
              <a:noFill/>
              <a:prstDash val="solid"/>
              <a:miter/>
            </a:ln>
          </p:spPr>
          <p:txBody>
            <a:bodyPr rtlCol="0" anchor="ctr"/>
            <a:lstStyle/>
            <a:p>
              <a:endParaRPr lang="en-US"/>
            </a:p>
          </p:txBody>
        </p:sp>
      </p:grpSp>
      <p:grpSp>
        <p:nvGrpSpPr>
          <p:cNvPr id="487" name="Graphic 4">
            <a:extLst>
              <a:ext uri="{FF2B5EF4-FFF2-40B4-BE49-F238E27FC236}">
                <a16:creationId xmlns:a16="http://schemas.microsoft.com/office/drawing/2014/main" id="{87649DD7-C5ED-CE4B-A7A2-9715502489FA}"/>
              </a:ext>
            </a:extLst>
          </p:cNvPr>
          <p:cNvGrpSpPr/>
          <p:nvPr/>
        </p:nvGrpSpPr>
        <p:grpSpPr>
          <a:xfrm>
            <a:off x="467743" y="3339623"/>
            <a:ext cx="361670" cy="361333"/>
            <a:chOff x="467743" y="3339623"/>
            <a:chExt cx="361670" cy="361333"/>
          </a:xfrm>
          <a:solidFill>
            <a:srgbClr val="004F59"/>
          </a:solidFill>
        </p:grpSpPr>
        <p:sp>
          <p:nvSpPr>
            <p:cNvPr id="488" name="Graphic 4">
              <a:extLst>
                <a:ext uri="{FF2B5EF4-FFF2-40B4-BE49-F238E27FC236}">
                  <a16:creationId xmlns:a16="http://schemas.microsoft.com/office/drawing/2014/main" id="{59494337-0667-F44A-AB5F-072560F8B5C6}"/>
                </a:ext>
              </a:extLst>
            </p:cNvPr>
            <p:cNvSpPr/>
            <p:nvPr/>
          </p:nvSpPr>
          <p:spPr>
            <a:xfrm>
              <a:off x="467743"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04F59"/>
            </a:solidFill>
            <a:ln w="6390" cap="flat">
              <a:noFill/>
              <a:prstDash val="solid"/>
              <a:miter/>
            </a:ln>
          </p:spPr>
          <p:txBody>
            <a:bodyPr rtlCol="0" anchor="ctr"/>
            <a:lstStyle/>
            <a:p>
              <a:endParaRPr lang="en-US"/>
            </a:p>
          </p:txBody>
        </p:sp>
        <p:sp>
          <p:nvSpPr>
            <p:cNvPr id="489" name="Graphic 4">
              <a:extLst>
                <a:ext uri="{FF2B5EF4-FFF2-40B4-BE49-F238E27FC236}">
                  <a16:creationId xmlns:a16="http://schemas.microsoft.com/office/drawing/2014/main" id="{9CCD70ED-83DC-184C-94AF-8CFAE201FA9E}"/>
                </a:ext>
              </a:extLst>
            </p:cNvPr>
            <p:cNvSpPr/>
            <p:nvPr/>
          </p:nvSpPr>
          <p:spPr>
            <a:xfrm>
              <a:off x="570621" y="3414954"/>
              <a:ext cx="155275" cy="211948"/>
            </a:xfrm>
            <a:custGeom>
              <a:avLst/>
              <a:gdLst>
                <a:gd name="connsiteX0" fmla="*/ 148886 w 155275"/>
                <a:gd name="connsiteY0" fmla="*/ 0 h 211948"/>
                <a:gd name="connsiteX1" fmla="*/ 6390 w 155275"/>
                <a:gd name="connsiteY1" fmla="*/ 0 h 211948"/>
                <a:gd name="connsiteX2" fmla="*/ 0 w 155275"/>
                <a:gd name="connsiteY2" fmla="*/ 6384 h 211948"/>
                <a:gd name="connsiteX3" fmla="*/ 0 w 155275"/>
                <a:gd name="connsiteY3" fmla="*/ 205564 h 211948"/>
                <a:gd name="connsiteX4" fmla="*/ 6390 w 155275"/>
                <a:gd name="connsiteY4" fmla="*/ 211948 h 211948"/>
                <a:gd name="connsiteX5" fmla="*/ 148886 w 155275"/>
                <a:gd name="connsiteY5" fmla="*/ 211948 h 211948"/>
                <a:gd name="connsiteX6" fmla="*/ 155275 w 155275"/>
                <a:gd name="connsiteY6" fmla="*/ 205564 h 211948"/>
                <a:gd name="connsiteX7" fmla="*/ 155275 w 155275"/>
                <a:gd name="connsiteY7" fmla="*/ 6384 h 211948"/>
                <a:gd name="connsiteX8" fmla="*/ 148886 w 155275"/>
                <a:gd name="connsiteY8" fmla="*/ 0 h 211948"/>
                <a:gd name="connsiteX9" fmla="*/ 142496 w 155275"/>
                <a:gd name="connsiteY9" fmla="*/ 199180 h 211948"/>
                <a:gd name="connsiteX10" fmla="*/ 12780 w 155275"/>
                <a:gd name="connsiteY10" fmla="*/ 199180 h 211948"/>
                <a:gd name="connsiteX11" fmla="*/ 12780 w 155275"/>
                <a:gd name="connsiteY11" fmla="*/ 12768 h 211948"/>
                <a:gd name="connsiteX12" fmla="*/ 142496 w 155275"/>
                <a:gd name="connsiteY12" fmla="*/ 12768 h 211948"/>
                <a:gd name="connsiteX13" fmla="*/ 142496 w 155275"/>
                <a:gd name="connsiteY13" fmla="*/ 199180 h 211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5275" h="211948">
                  <a:moveTo>
                    <a:pt x="148886" y="0"/>
                  </a:moveTo>
                  <a:lnTo>
                    <a:pt x="6390" y="0"/>
                  </a:lnTo>
                  <a:cubicBezTo>
                    <a:pt x="2556" y="0"/>
                    <a:pt x="0" y="2554"/>
                    <a:pt x="0" y="6384"/>
                  </a:cubicBezTo>
                  <a:lnTo>
                    <a:pt x="0" y="205564"/>
                  </a:lnTo>
                  <a:cubicBezTo>
                    <a:pt x="0" y="209395"/>
                    <a:pt x="2556" y="211948"/>
                    <a:pt x="6390" y="211948"/>
                  </a:cubicBezTo>
                  <a:lnTo>
                    <a:pt x="148886" y="211948"/>
                  </a:lnTo>
                  <a:cubicBezTo>
                    <a:pt x="152719" y="211948"/>
                    <a:pt x="155275" y="209395"/>
                    <a:pt x="155275" y="205564"/>
                  </a:cubicBezTo>
                  <a:lnTo>
                    <a:pt x="155275" y="6384"/>
                  </a:lnTo>
                  <a:cubicBezTo>
                    <a:pt x="155275" y="2554"/>
                    <a:pt x="152719" y="0"/>
                    <a:pt x="148886" y="0"/>
                  </a:cubicBezTo>
                  <a:close/>
                  <a:moveTo>
                    <a:pt x="142496" y="199180"/>
                  </a:moveTo>
                  <a:lnTo>
                    <a:pt x="12780" y="199180"/>
                  </a:lnTo>
                  <a:lnTo>
                    <a:pt x="12780" y="12768"/>
                  </a:lnTo>
                  <a:lnTo>
                    <a:pt x="142496" y="12768"/>
                  </a:lnTo>
                  <a:lnTo>
                    <a:pt x="142496" y="199180"/>
                  </a:lnTo>
                  <a:close/>
                </a:path>
              </a:pathLst>
            </a:custGeom>
            <a:solidFill>
              <a:srgbClr val="004F59"/>
            </a:solidFill>
            <a:ln w="6390" cap="flat">
              <a:noFill/>
              <a:prstDash val="solid"/>
              <a:miter/>
            </a:ln>
          </p:spPr>
          <p:txBody>
            <a:bodyPr rtlCol="0" anchor="ctr"/>
            <a:lstStyle/>
            <a:p>
              <a:endParaRPr lang="en-US"/>
            </a:p>
          </p:txBody>
        </p:sp>
        <p:sp>
          <p:nvSpPr>
            <p:cNvPr id="490" name="Graphic 4">
              <a:extLst>
                <a:ext uri="{FF2B5EF4-FFF2-40B4-BE49-F238E27FC236}">
                  <a16:creationId xmlns:a16="http://schemas.microsoft.com/office/drawing/2014/main" id="{CB727B61-2047-1146-B295-946C06D07061}"/>
                </a:ext>
              </a:extLst>
            </p:cNvPr>
            <p:cNvSpPr/>
            <p:nvPr/>
          </p:nvSpPr>
          <p:spPr>
            <a:xfrm>
              <a:off x="599376" y="3443044"/>
              <a:ext cx="98404" cy="41495"/>
            </a:xfrm>
            <a:custGeom>
              <a:avLst/>
              <a:gdLst>
                <a:gd name="connsiteX0" fmla="*/ 6390 w 98404"/>
                <a:gd name="connsiteY0" fmla="*/ 41496 h 41495"/>
                <a:gd name="connsiteX1" fmla="*/ 92015 w 98404"/>
                <a:gd name="connsiteY1" fmla="*/ 41496 h 41495"/>
                <a:gd name="connsiteX2" fmla="*/ 98405 w 98404"/>
                <a:gd name="connsiteY2" fmla="*/ 35112 h 41495"/>
                <a:gd name="connsiteX3" fmla="*/ 98405 w 98404"/>
                <a:gd name="connsiteY3" fmla="*/ 6384 h 41495"/>
                <a:gd name="connsiteX4" fmla="*/ 92015 w 98404"/>
                <a:gd name="connsiteY4" fmla="*/ 0 h 41495"/>
                <a:gd name="connsiteX5" fmla="*/ 6390 w 98404"/>
                <a:gd name="connsiteY5" fmla="*/ 0 h 41495"/>
                <a:gd name="connsiteX6" fmla="*/ 0 w 98404"/>
                <a:gd name="connsiteY6" fmla="*/ 6384 h 41495"/>
                <a:gd name="connsiteX7" fmla="*/ 0 w 98404"/>
                <a:gd name="connsiteY7" fmla="*/ 35112 h 41495"/>
                <a:gd name="connsiteX8" fmla="*/ 6390 w 98404"/>
                <a:gd name="connsiteY8" fmla="*/ 41496 h 41495"/>
                <a:gd name="connsiteX9" fmla="*/ 12780 w 98404"/>
                <a:gd name="connsiteY9" fmla="*/ 12768 h 41495"/>
                <a:gd name="connsiteX10" fmla="*/ 85625 w 98404"/>
                <a:gd name="connsiteY10" fmla="*/ 12768 h 41495"/>
                <a:gd name="connsiteX11" fmla="*/ 85625 w 98404"/>
                <a:gd name="connsiteY11" fmla="*/ 28728 h 41495"/>
                <a:gd name="connsiteX12" fmla="*/ 12780 w 98404"/>
                <a:gd name="connsiteY12" fmla="*/ 28728 h 41495"/>
                <a:gd name="connsiteX13" fmla="*/ 12780 w 98404"/>
                <a:gd name="connsiteY13" fmla="*/ 12768 h 41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404" h="41495">
                  <a:moveTo>
                    <a:pt x="6390" y="41496"/>
                  </a:moveTo>
                  <a:lnTo>
                    <a:pt x="92015" y="41496"/>
                  </a:lnTo>
                  <a:cubicBezTo>
                    <a:pt x="95849" y="41496"/>
                    <a:pt x="98405" y="38942"/>
                    <a:pt x="98405" y="35112"/>
                  </a:cubicBezTo>
                  <a:lnTo>
                    <a:pt x="98405" y="6384"/>
                  </a:lnTo>
                  <a:cubicBezTo>
                    <a:pt x="98405" y="2553"/>
                    <a:pt x="95849" y="0"/>
                    <a:pt x="92015" y="0"/>
                  </a:cubicBezTo>
                  <a:lnTo>
                    <a:pt x="6390" y="0"/>
                  </a:lnTo>
                  <a:cubicBezTo>
                    <a:pt x="2556" y="0"/>
                    <a:pt x="0" y="2553"/>
                    <a:pt x="0" y="6384"/>
                  </a:cubicBezTo>
                  <a:lnTo>
                    <a:pt x="0" y="35112"/>
                  </a:lnTo>
                  <a:cubicBezTo>
                    <a:pt x="0" y="38304"/>
                    <a:pt x="3195" y="41496"/>
                    <a:pt x="6390" y="41496"/>
                  </a:cubicBezTo>
                  <a:close/>
                  <a:moveTo>
                    <a:pt x="12780" y="12768"/>
                  </a:moveTo>
                  <a:lnTo>
                    <a:pt x="85625" y="12768"/>
                  </a:lnTo>
                  <a:lnTo>
                    <a:pt x="85625" y="28728"/>
                  </a:lnTo>
                  <a:lnTo>
                    <a:pt x="12780" y="28728"/>
                  </a:lnTo>
                  <a:lnTo>
                    <a:pt x="12780" y="12768"/>
                  </a:lnTo>
                  <a:close/>
                </a:path>
              </a:pathLst>
            </a:custGeom>
            <a:solidFill>
              <a:srgbClr val="004F59"/>
            </a:solidFill>
            <a:ln w="6390" cap="flat">
              <a:noFill/>
              <a:prstDash val="solid"/>
              <a:miter/>
            </a:ln>
          </p:spPr>
          <p:txBody>
            <a:bodyPr rtlCol="0" anchor="ctr"/>
            <a:lstStyle/>
            <a:p>
              <a:endParaRPr lang="en-US"/>
            </a:p>
          </p:txBody>
        </p:sp>
        <p:sp>
          <p:nvSpPr>
            <p:cNvPr id="491" name="Graphic 4">
              <a:extLst>
                <a:ext uri="{FF2B5EF4-FFF2-40B4-BE49-F238E27FC236}">
                  <a16:creationId xmlns:a16="http://schemas.microsoft.com/office/drawing/2014/main" id="{36AF1762-C13B-C04A-AEF2-5B8CD65F4D9B}"/>
                </a:ext>
              </a:extLst>
            </p:cNvPr>
            <p:cNvSpPr/>
            <p:nvPr/>
          </p:nvSpPr>
          <p:spPr>
            <a:xfrm>
              <a:off x="685001" y="3556040"/>
              <a:ext cx="12779" cy="43411"/>
            </a:xfrm>
            <a:custGeom>
              <a:avLst/>
              <a:gdLst>
                <a:gd name="connsiteX0" fmla="*/ 6390 w 12779"/>
                <a:gd name="connsiteY0" fmla="*/ 0 h 43411"/>
                <a:gd name="connsiteX1" fmla="*/ 0 w 12779"/>
                <a:gd name="connsiteY1" fmla="*/ 6384 h 43411"/>
                <a:gd name="connsiteX2" fmla="*/ 0 w 12779"/>
                <a:gd name="connsiteY2" fmla="*/ 37027 h 43411"/>
                <a:gd name="connsiteX3" fmla="*/ 6390 w 12779"/>
                <a:gd name="connsiteY3" fmla="*/ 43411 h 43411"/>
                <a:gd name="connsiteX4" fmla="*/ 12780 w 12779"/>
                <a:gd name="connsiteY4" fmla="*/ 37027 h 43411"/>
                <a:gd name="connsiteX5" fmla="*/ 12780 w 12779"/>
                <a:gd name="connsiteY5" fmla="*/ 6384 h 43411"/>
                <a:gd name="connsiteX6" fmla="*/ 6390 w 12779"/>
                <a:gd name="connsiteY6" fmla="*/ 0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43411">
                  <a:moveTo>
                    <a:pt x="6390" y="0"/>
                  </a:moveTo>
                  <a:cubicBezTo>
                    <a:pt x="2556" y="0"/>
                    <a:pt x="0" y="2553"/>
                    <a:pt x="0" y="6384"/>
                  </a:cubicBezTo>
                  <a:lnTo>
                    <a:pt x="0" y="37027"/>
                  </a:lnTo>
                  <a:cubicBezTo>
                    <a:pt x="0" y="40857"/>
                    <a:pt x="2556" y="43411"/>
                    <a:pt x="6390" y="43411"/>
                  </a:cubicBezTo>
                  <a:cubicBezTo>
                    <a:pt x="10224" y="43411"/>
                    <a:pt x="12780" y="40857"/>
                    <a:pt x="12780" y="37027"/>
                  </a:cubicBezTo>
                  <a:lnTo>
                    <a:pt x="12780" y="6384"/>
                  </a:lnTo>
                  <a:cubicBezTo>
                    <a:pt x="12780" y="2553"/>
                    <a:pt x="9585" y="0"/>
                    <a:pt x="6390" y="0"/>
                  </a:cubicBezTo>
                  <a:close/>
                </a:path>
              </a:pathLst>
            </a:custGeom>
            <a:solidFill>
              <a:srgbClr val="004F59"/>
            </a:solidFill>
            <a:ln w="6390" cap="flat">
              <a:noFill/>
              <a:prstDash val="solid"/>
              <a:miter/>
            </a:ln>
          </p:spPr>
          <p:txBody>
            <a:bodyPr rtlCol="0" anchor="ctr"/>
            <a:lstStyle/>
            <a:p>
              <a:endParaRPr lang="en-US"/>
            </a:p>
          </p:txBody>
        </p:sp>
        <p:sp>
          <p:nvSpPr>
            <p:cNvPr id="492" name="Graphic 4">
              <a:extLst>
                <a:ext uri="{FF2B5EF4-FFF2-40B4-BE49-F238E27FC236}">
                  <a16:creationId xmlns:a16="http://schemas.microsoft.com/office/drawing/2014/main" id="{D9AAE5E3-17AB-2F4F-B02F-93E14B9D1614}"/>
                </a:ext>
              </a:extLst>
            </p:cNvPr>
            <p:cNvSpPr/>
            <p:nvPr/>
          </p:nvSpPr>
          <p:spPr>
            <a:xfrm>
              <a:off x="598737" y="3499861"/>
              <a:ext cx="14057" cy="14044"/>
            </a:xfrm>
            <a:custGeom>
              <a:avLst/>
              <a:gdLst>
                <a:gd name="connsiteX0" fmla="*/ 7029 w 14057"/>
                <a:gd name="connsiteY0" fmla="*/ 14045 h 14044"/>
                <a:gd name="connsiteX1" fmla="*/ 14058 w 14057"/>
                <a:gd name="connsiteY1" fmla="*/ 7023 h 14044"/>
                <a:gd name="connsiteX2" fmla="*/ 7029 w 14057"/>
                <a:gd name="connsiteY2" fmla="*/ 0 h 14044"/>
                <a:gd name="connsiteX3" fmla="*/ 0 w 14057"/>
                <a:gd name="connsiteY3" fmla="*/ 7023 h 14044"/>
                <a:gd name="connsiteX4" fmla="*/ 7029 w 14057"/>
                <a:gd name="connsiteY4" fmla="*/ 14045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14045"/>
                  </a:moveTo>
                  <a:cubicBezTo>
                    <a:pt x="10863" y="14045"/>
                    <a:pt x="14058" y="10853"/>
                    <a:pt x="14058" y="7023"/>
                  </a:cubicBezTo>
                  <a:cubicBezTo>
                    <a:pt x="14058" y="3192"/>
                    <a:pt x="10863" y="0"/>
                    <a:pt x="7029" y="0"/>
                  </a:cubicBezTo>
                  <a:cubicBezTo>
                    <a:pt x="3195" y="0"/>
                    <a:pt x="0" y="3192"/>
                    <a:pt x="0" y="7023"/>
                  </a:cubicBezTo>
                  <a:cubicBezTo>
                    <a:pt x="0" y="10853"/>
                    <a:pt x="3195" y="14045"/>
                    <a:pt x="7029" y="14045"/>
                  </a:cubicBezTo>
                  <a:close/>
                </a:path>
              </a:pathLst>
            </a:custGeom>
            <a:solidFill>
              <a:srgbClr val="004F59"/>
            </a:solidFill>
            <a:ln w="6390" cap="flat">
              <a:noFill/>
              <a:prstDash val="solid"/>
              <a:miter/>
            </a:ln>
          </p:spPr>
          <p:txBody>
            <a:bodyPr rtlCol="0" anchor="ctr"/>
            <a:lstStyle/>
            <a:p>
              <a:endParaRPr lang="en-US"/>
            </a:p>
          </p:txBody>
        </p:sp>
        <p:sp>
          <p:nvSpPr>
            <p:cNvPr id="493" name="Graphic 4">
              <a:extLst>
                <a:ext uri="{FF2B5EF4-FFF2-40B4-BE49-F238E27FC236}">
                  <a16:creationId xmlns:a16="http://schemas.microsoft.com/office/drawing/2014/main" id="{17973C45-E6BE-4A47-94F2-D820FC6E3DB6}"/>
                </a:ext>
              </a:extLst>
            </p:cNvPr>
            <p:cNvSpPr/>
            <p:nvPr/>
          </p:nvSpPr>
          <p:spPr>
            <a:xfrm>
              <a:off x="627491" y="3499223"/>
              <a:ext cx="14057" cy="14044"/>
            </a:xfrm>
            <a:custGeom>
              <a:avLst/>
              <a:gdLst>
                <a:gd name="connsiteX0" fmla="*/ 7029 w 14057"/>
                <a:gd name="connsiteY0" fmla="*/ 0 h 14044"/>
                <a:gd name="connsiteX1" fmla="*/ 0 w 14057"/>
                <a:gd name="connsiteY1" fmla="*/ 7022 h 14044"/>
                <a:gd name="connsiteX2" fmla="*/ 7029 w 14057"/>
                <a:gd name="connsiteY2" fmla="*/ 14045 h 14044"/>
                <a:gd name="connsiteX3" fmla="*/ 14058 w 14057"/>
                <a:gd name="connsiteY3" fmla="*/ 7022 h 14044"/>
                <a:gd name="connsiteX4" fmla="*/ 7029 w 14057"/>
                <a:gd name="connsiteY4" fmla="*/ 0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0"/>
                  </a:moveTo>
                  <a:cubicBezTo>
                    <a:pt x="3195" y="0"/>
                    <a:pt x="0" y="3192"/>
                    <a:pt x="0" y="7022"/>
                  </a:cubicBezTo>
                  <a:cubicBezTo>
                    <a:pt x="0" y="10853"/>
                    <a:pt x="3195" y="14045"/>
                    <a:pt x="7029" y="14045"/>
                  </a:cubicBezTo>
                  <a:cubicBezTo>
                    <a:pt x="10863" y="14045"/>
                    <a:pt x="14058" y="10853"/>
                    <a:pt x="14058" y="7022"/>
                  </a:cubicBezTo>
                  <a:cubicBezTo>
                    <a:pt x="14058" y="3192"/>
                    <a:pt x="10863" y="0"/>
                    <a:pt x="7029" y="0"/>
                  </a:cubicBezTo>
                  <a:close/>
                </a:path>
              </a:pathLst>
            </a:custGeom>
            <a:solidFill>
              <a:srgbClr val="004F59"/>
            </a:solidFill>
            <a:ln w="6390" cap="flat">
              <a:noFill/>
              <a:prstDash val="solid"/>
              <a:miter/>
            </a:ln>
          </p:spPr>
          <p:txBody>
            <a:bodyPr rtlCol="0" anchor="ctr"/>
            <a:lstStyle/>
            <a:p>
              <a:endParaRPr lang="en-US"/>
            </a:p>
          </p:txBody>
        </p:sp>
        <p:sp>
          <p:nvSpPr>
            <p:cNvPr id="494" name="Graphic 4">
              <a:extLst>
                <a:ext uri="{FF2B5EF4-FFF2-40B4-BE49-F238E27FC236}">
                  <a16:creationId xmlns:a16="http://schemas.microsoft.com/office/drawing/2014/main" id="{406D4238-1F2C-4B44-B297-78D90934AE9D}"/>
                </a:ext>
              </a:extLst>
            </p:cNvPr>
            <p:cNvSpPr/>
            <p:nvPr/>
          </p:nvSpPr>
          <p:spPr>
            <a:xfrm>
              <a:off x="655607" y="3499223"/>
              <a:ext cx="14057" cy="14044"/>
            </a:xfrm>
            <a:custGeom>
              <a:avLst/>
              <a:gdLst>
                <a:gd name="connsiteX0" fmla="*/ 7029 w 14057"/>
                <a:gd name="connsiteY0" fmla="*/ 0 h 14044"/>
                <a:gd name="connsiteX1" fmla="*/ 0 w 14057"/>
                <a:gd name="connsiteY1" fmla="*/ 7022 h 14044"/>
                <a:gd name="connsiteX2" fmla="*/ 7029 w 14057"/>
                <a:gd name="connsiteY2" fmla="*/ 14045 h 14044"/>
                <a:gd name="connsiteX3" fmla="*/ 14058 w 14057"/>
                <a:gd name="connsiteY3" fmla="*/ 7022 h 14044"/>
                <a:gd name="connsiteX4" fmla="*/ 7029 w 14057"/>
                <a:gd name="connsiteY4" fmla="*/ 0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0"/>
                  </a:moveTo>
                  <a:cubicBezTo>
                    <a:pt x="3195" y="0"/>
                    <a:pt x="0" y="3192"/>
                    <a:pt x="0" y="7022"/>
                  </a:cubicBezTo>
                  <a:cubicBezTo>
                    <a:pt x="0" y="10853"/>
                    <a:pt x="3195" y="14045"/>
                    <a:pt x="7029" y="14045"/>
                  </a:cubicBezTo>
                  <a:cubicBezTo>
                    <a:pt x="10863" y="14045"/>
                    <a:pt x="14058" y="10853"/>
                    <a:pt x="14058" y="7022"/>
                  </a:cubicBezTo>
                  <a:cubicBezTo>
                    <a:pt x="14058" y="3192"/>
                    <a:pt x="10863" y="0"/>
                    <a:pt x="7029" y="0"/>
                  </a:cubicBezTo>
                  <a:close/>
                </a:path>
              </a:pathLst>
            </a:custGeom>
            <a:solidFill>
              <a:srgbClr val="004F59"/>
            </a:solidFill>
            <a:ln w="6390" cap="flat">
              <a:noFill/>
              <a:prstDash val="solid"/>
              <a:miter/>
            </a:ln>
          </p:spPr>
          <p:txBody>
            <a:bodyPr rtlCol="0" anchor="ctr"/>
            <a:lstStyle/>
            <a:p>
              <a:endParaRPr lang="en-US"/>
            </a:p>
          </p:txBody>
        </p:sp>
        <p:sp>
          <p:nvSpPr>
            <p:cNvPr id="495" name="Graphic 4">
              <a:extLst>
                <a:ext uri="{FF2B5EF4-FFF2-40B4-BE49-F238E27FC236}">
                  <a16:creationId xmlns:a16="http://schemas.microsoft.com/office/drawing/2014/main" id="{BCEE7AA1-542A-5741-B9AD-A3A3F0611B67}"/>
                </a:ext>
              </a:extLst>
            </p:cNvPr>
            <p:cNvSpPr/>
            <p:nvPr/>
          </p:nvSpPr>
          <p:spPr>
            <a:xfrm>
              <a:off x="684362" y="3499223"/>
              <a:ext cx="14057" cy="14044"/>
            </a:xfrm>
            <a:custGeom>
              <a:avLst/>
              <a:gdLst>
                <a:gd name="connsiteX0" fmla="*/ 7029 w 14057"/>
                <a:gd name="connsiteY0" fmla="*/ 0 h 14044"/>
                <a:gd name="connsiteX1" fmla="*/ 0 w 14057"/>
                <a:gd name="connsiteY1" fmla="*/ 7022 h 14044"/>
                <a:gd name="connsiteX2" fmla="*/ 7029 w 14057"/>
                <a:gd name="connsiteY2" fmla="*/ 14045 h 14044"/>
                <a:gd name="connsiteX3" fmla="*/ 14058 w 14057"/>
                <a:gd name="connsiteY3" fmla="*/ 7022 h 14044"/>
                <a:gd name="connsiteX4" fmla="*/ 7029 w 14057"/>
                <a:gd name="connsiteY4" fmla="*/ 0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0"/>
                  </a:moveTo>
                  <a:cubicBezTo>
                    <a:pt x="3195" y="0"/>
                    <a:pt x="0" y="3192"/>
                    <a:pt x="0" y="7022"/>
                  </a:cubicBezTo>
                  <a:cubicBezTo>
                    <a:pt x="0" y="10853"/>
                    <a:pt x="3195" y="14045"/>
                    <a:pt x="7029" y="14045"/>
                  </a:cubicBezTo>
                  <a:cubicBezTo>
                    <a:pt x="10863" y="14045"/>
                    <a:pt x="14058" y="10853"/>
                    <a:pt x="14058" y="7022"/>
                  </a:cubicBezTo>
                  <a:cubicBezTo>
                    <a:pt x="14058" y="3192"/>
                    <a:pt x="10863" y="0"/>
                    <a:pt x="7029" y="0"/>
                  </a:cubicBezTo>
                  <a:close/>
                </a:path>
              </a:pathLst>
            </a:custGeom>
            <a:solidFill>
              <a:srgbClr val="004F59"/>
            </a:solidFill>
            <a:ln w="6390" cap="flat">
              <a:noFill/>
              <a:prstDash val="solid"/>
              <a:miter/>
            </a:ln>
          </p:spPr>
          <p:txBody>
            <a:bodyPr rtlCol="0" anchor="ctr"/>
            <a:lstStyle/>
            <a:p>
              <a:endParaRPr lang="en-US"/>
            </a:p>
          </p:txBody>
        </p:sp>
        <p:sp>
          <p:nvSpPr>
            <p:cNvPr id="496" name="Graphic 4">
              <a:extLst>
                <a:ext uri="{FF2B5EF4-FFF2-40B4-BE49-F238E27FC236}">
                  <a16:creationId xmlns:a16="http://schemas.microsoft.com/office/drawing/2014/main" id="{DBDE8913-3DC8-F240-9756-FF71C7472034}"/>
                </a:ext>
              </a:extLst>
            </p:cNvPr>
            <p:cNvSpPr/>
            <p:nvPr/>
          </p:nvSpPr>
          <p:spPr>
            <a:xfrm>
              <a:off x="598737" y="3527951"/>
              <a:ext cx="14057" cy="14044"/>
            </a:xfrm>
            <a:custGeom>
              <a:avLst/>
              <a:gdLst>
                <a:gd name="connsiteX0" fmla="*/ 14058 w 14057"/>
                <a:gd name="connsiteY0" fmla="*/ 7022 h 14044"/>
                <a:gd name="connsiteX1" fmla="*/ 7029 w 14057"/>
                <a:gd name="connsiteY1" fmla="*/ 14044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0"/>
                    <a:pt x="10911" y="14044"/>
                    <a:pt x="7029" y="14044"/>
                  </a:cubicBezTo>
                  <a:cubicBezTo>
                    <a:pt x="3147" y="14044"/>
                    <a:pt x="0" y="10900"/>
                    <a:pt x="0" y="7022"/>
                  </a:cubicBezTo>
                  <a:cubicBezTo>
                    <a:pt x="0" y="3144"/>
                    <a:pt x="3147" y="0"/>
                    <a:pt x="7029" y="0"/>
                  </a:cubicBezTo>
                  <a:cubicBezTo>
                    <a:pt x="10911" y="0"/>
                    <a:pt x="14058" y="3144"/>
                    <a:pt x="14058" y="7022"/>
                  </a:cubicBezTo>
                  <a:close/>
                </a:path>
              </a:pathLst>
            </a:custGeom>
            <a:solidFill>
              <a:srgbClr val="004F59"/>
            </a:solidFill>
            <a:ln w="6390" cap="flat">
              <a:noFill/>
              <a:prstDash val="solid"/>
              <a:miter/>
            </a:ln>
          </p:spPr>
          <p:txBody>
            <a:bodyPr rtlCol="0" anchor="ctr"/>
            <a:lstStyle/>
            <a:p>
              <a:endParaRPr lang="en-US"/>
            </a:p>
          </p:txBody>
        </p:sp>
        <p:sp>
          <p:nvSpPr>
            <p:cNvPr id="497" name="Graphic 4">
              <a:extLst>
                <a:ext uri="{FF2B5EF4-FFF2-40B4-BE49-F238E27FC236}">
                  <a16:creationId xmlns:a16="http://schemas.microsoft.com/office/drawing/2014/main" id="{967FCEDF-B7E5-6044-B278-7D8722F05CF2}"/>
                </a:ext>
              </a:extLst>
            </p:cNvPr>
            <p:cNvSpPr/>
            <p:nvPr/>
          </p:nvSpPr>
          <p:spPr>
            <a:xfrm>
              <a:off x="627491" y="3527951"/>
              <a:ext cx="14057" cy="14044"/>
            </a:xfrm>
            <a:custGeom>
              <a:avLst/>
              <a:gdLst>
                <a:gd name="connsiteX0" fmla="*/ 14058 w 14057"/>
                <a:gd name="connsiteY0" fmla="*/ 7022 h 14044"/>
                <a:gd name="connsiteX1" fmla="*/ 7029 w 14057"/>
                <a:gd name="connsiteY1" fmla="*/ 14044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0"/>
                    <a:pt x="10911" y="14044"/>
                    <a:pt x="7029" y="14044"/>
                  </a:cubicBezTo>
                  <a:cubicBezTo>
                    <a:pt x="3147" y="14044"/>
                    <a:pt x="0" y="10900"/>
                    <a:pt x="0" y="7022"/>
                  </a:cubicBezTo>
                  <a:cubicBezTo>
                    <a:pt x="0" y="3144"/>
                    <a:pt x="3147" y="0"/>
                    <a:pt x="7029" y="0"/>
                  </a:cubicBezTo>
                  <a:cubicBezTo>
                    <a:pt x="10911" y="0"/>
                    <a:pt x="14058" y="3144"/>
                    <a:pt x="14058" y="7022"/>
                  </a:cubicBezTo>
                  <a:close/>
                </a:path>
              </a:pathLst>
            </a:custGeom>
            <a:solidFill>
              <a:srgbClr val="004F59"/>
            </a:solidFill>
            <a:ln w="6390" cap="flat">
              <a:noFill/>
              <a:prstDash val="solid"/>
              <a:miter/>
            </a:ln>
          </p:spPr>
          <p:txBody>
            <a:bodyPr rtlCol="0" anchor="ctr"/>
            <a:lstStyle/>
            <a:p>
              <a:endParaRPr lang="en-US"/>
            </a:p>
          </p:txBody>
        </p:sp>
        <p:sp>
          <p:nvSpPr>
            <p:cNvPr id="498" name="Graphic 4">
              <a:extLst>
                <a:ext uri="{FF2B5EF4-FFF2-40B4-BE49-F238E27FC236}">
                  <a16:creationId xmlns:a16="http://schemas.microsoft.com/office/drawing/2014/main" id="{1589F787-60CB-DA45-A8B2-7F07D376E525}"/>
                </a:ext>
              </a:extLst>
            </p:cNvPr>
            <p:cNvSpPr/>
            <p:nvPr/>
          </p:nvSpPr>
          <p:spPr>
            <a:xfrm>
              <a:off x="655607" y="3527951"/>
              <a:ext cx="14057" cy="14044"/>
            </a:xfrm>
            <a:custGeom>
              <a:avLst/>
              <a:gdLst>
                <a:gd name="connsiteX0" fmla="*/ 14058 w 14057"/>
                <a:gd name="connsiteY0" fmla="*/ 7022 h 14044"/>
                <a:gd name="connsiteX1" fmla="*/ 7029 w 14057"/>
                <a:gd name="connsiteY1" fmla="*/ 14044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0"/>
                    <a:pt x="10911" y="14044"/>
                    <a:pt x="7029" y="14044"/>
                  </a:cubicBezTo>
                  <a:cubicBezTo>
                    <a:pt x="3147" y="14044"/>
                    <a:pt x="0" y="10900"/>
                    <a:pt x="0" y="7022"/>
                  </a:cubicBezTo>
                  <a:cubicBezTo>
                    <a:pt x="0" y="3144"/>
                    <a:pt x="3147" y="0"/>
                    <a:pt x="7029" y="0"/>
                  </a:cubicBezTo>
                  <a:cubicBezTo>
                    <a:pt x="10911" y="0"/>
                    <a:pt x="14058" y="3144"/>
                    <a:pt x="14058" y="7022"/>
                  </a:cubicBezTo>
                  <a:close/>
                </a:path>
              </a:pathLst>
            </a:custGeom>
            <a:solidFill>
              <a:srgbClr val="004F59"/>
            </a:solidFill>
            <a:ln w="6390" cap="flat">
              <a:noFill/>
              <a:prstDash val="solid"/>
              <a:miter/>
            </a:ln>
          </p:spPr>
          <p:txBody>
            <a:bodyPr rtlCol="0" anchor="ctr"/>
            <a:lstStyle/>
            <a:p>
              <a:endParaRPr lang="en-US"/>
            </a:p>
          </p:txBody>
        </p:sp>
        <p:sp>
          <p:nvSpPr>
            <p:cNvPr id="499" name="Graphic 4">
              <a:extLst>
                <a:ext uri="{FF2B5EF4-FFF2-40B4-BE49-F238E27FC236}">
                  <a16:creationId xmlns:a16="http://schemas.microsoft.com/office/drawing/2014/main" id="{FD4A20B9-CFD6-0B41-9FB6-9FB7E800C521}"/>
                </a:ext>
              </a:extLst>
            </p:cNvPr>
            <p:cNvSpPr/>
            <p:nvPr/>
          </p:nvSpPr>
          <p:spPr>
            <a:xfrm>
              <a:off x="684362" y="3527951"/>
              <a:ext cx="14057" cy="14044"/>
            </a:xfrm>
            <a:custGeom>
              <a:avLst/>
              <a:gdLst>
                <a:gd name="connsiteX0" fmla="*/ 14058 w 14057"/>
                <a:gd name="connsiteY0" fmla="*/ 7022 h 14044"/>
                <a:gd name="connsiteX1" fmla="*/ 7029 w 14057"/>
                <a:gd name="connsiteY1" fmla="*/ 14044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0"/>
                    <a:pt x="10911" y="14044"/>
                    <a:pt x="7029" y="14044"/>
                  </a:cubicBezTo>
                  <a:cubicBezTo>
                    <a:pt x="3147" y="14044"/>
                    <a:pt x="0" y="10900"/>
                    <a:pt x="0" y="7022"/>
                  </a:cubicBezTo>
                  <a:cubicBezTo>
                    <a:pt x="0" y="3144"/>
                    <a:pt x="3147" y="0"/>
                    <a:pt x="7029" y="0"/>
                  </a:cubicBezTo>
                  <a:cubicBezTo>
                    <a:pt x="10911" y="0"/>
                    <a:pt x="14058" y="3144"/>
                    <a:pt x="14058" y="7022"/>
                  </a:cubicBezTo>
                  <a:close/>
                </a:path>
              </a:pathLst>
            </a:custGeom>
            <a:solidFill>
              <a:srgbClr val="004F59"/>
            </a:solidFill>
            <a:ln w="6390" cap="flat">
              <a:noFill/>
              <a:prstDash val="solid"/>
              <a:miter/>
            </a:ln>
          </p:spPr>
          <p:txBody>
            <a:bodyPr rtlCol="0" anchor="ctr"/>
            <a:lstStyle/>
            <a:p>
              <a:endParaRPr lang="en-US"/>
            </a:p>
          </p:txBody>
        </p:sp>
        <p:sp>
          <p:nvSpPr>
            <p:cNvPr id="500" name="Graphic 4">
              <a:extLst>
                <a:ext uri="{FF2B5EF4-FFF2-40B4-BE49-F238E27FC236}">
                  <a16:creationId xmlns:a16="http://schemas.microsoft.com/office/drawing/2014/main" id="{266D1F08-357D-B54B-95F2-B170CCA78B4E}"/>
                </a:ext>
              </a:extLst>
            </p:cNvPr>
            <p:cNvSpPr/>
            <p:nvPr/>
          </p:nvSpPr>
          <p:spPr>
            <a:xfrm>
              <a:off x="598737" y="3556679"/>
              <a:ext cx="14057" cy="14044"/>
            </a:xfrm>
            <a:custGeom>
              <a:avLst/>
              <a:gdLst>
                <a:gd name="connsiteX0" fmla="*/ 7029 w 14057"/>
                <a:gd name="connsiteY0" fmla="*/ 14045 h 14044"/>
                <a:gd name="connsiteX1" fmla="*/ 14058 w 14057"/>
                <a:gd name="connsiteY1" fmla="*/ 7022 h 14044"/>
                <a:gd name="connsiteX2" fmla="*/ 7029 w 14057"/>
                <a:gd name="connsiteY2" fmla="*/ 0 h 14044"/>
                <a:gd name="connsiteX3" fmla="*/ 0 w 14057"/>
                <a:gd name="connsiteY3" fmla="*/ 7022 h 14044"/>
                <a:gd name="connsiteX4" fmla="*/ 7029 w 14057"/>
                <a:gd name="connsiteY4" fmla="*/ 14045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14045"/>
                  </a:moveTo>
                  <a:cubicBezTo>
                    <a:pt x="10863" y="14045"/>
                    <a:pt x="14058" y="10853"/>
                    <a:pt x="14058" y="7022"/>
                  </a:cubicBezTo>
                  <a:cubicBezTo>
                    <a:pt x="14058" y="3192"/>
                    <a:pt x="10863" y="0"/>
                    <a:pt x="7029" y="0"/>
                  </a:cubicBezTo>
                  <a:cubicBezTo>
                    <a:pt x="3195" y="0"/>
                    <a:pt x="0" y="3192"/>
                    <a:pt x="0" y="7022"/>
                  </a:cubicBezTo>
                  <a:cubicBezTo>
                    <a:pt x="0" y="10853"/>
                    <a:pt x="3195" y="14045"/>
                    <a:pt x="7029" y="14045"/>
                  </a:cubicBezTo>
                  <a:close/>
                </a:path>
              </a:pathLst>
            </a:custGeom>
            <a:solidFill>
              <a:srgbClr val="004F59"/>
            </a:solidFill>
            <a:ln w="6390" cap="flat">
              <a:noFill/>
              <a:prstDash val="solid"/>
              <a:miter/>
            </a:ln>
          </p:spPr>
          <p:txBody>
            <a:bodyPr rtlCol="0" anchor="ctr"/>
            <a:lstStyle/>
            <a:p>
              <a:endParaRPr lang="en-US"/>
            </a:p>
          </p:txBody>
        </p:sp>
        <p:sp>
          <p:nvSpPr>
            <p:cNvPr id="501" name="Graphic 4">
              <a:extLst>
                <a:ext uri="{FF2B5EF4-FFF2-40B4-BE49-F238E27FC236}">
                  <a16:creationId xmlns:a16="http://schemas.microsoft.com/office/drawing/2014/main" id="{8FA40BCC-A27A-384B-A3F4-E85FA5A69019}"/>
                </a:ext>
              </a:extLst>
            </p:cNvPr>
            <p:cNvSpPr/>
            <p:nvPr/>
          </p:nvSpPr>
          <p:spPr>
            <a:xfrm>
              <a:off x="627491" y="3556040"/>
              <a:ext cx="14057" cy="14044"/>
            </a:xfrm>
            <a:custGeom>
              <a:avLst/>
              <a:gdLst>
                <a:gd name="connsiteX0" fmla="*/ 7029 w 14057"/>
                <a:gd name="connsiteY0" fmla="*/ 0 h 14044"/>
                <a:gd name="connsiteX1" fmla="*/ 0 w 14057"/>
                <a:gd name="connsiteY1" fmla="*/ 7022 h 14044"/>
                <a:gd name="connsiteX2" fmla="*/ 7029 w 14057"/>
                <a:gd name="connsiteY2" fmla="*/ 14044 h 14044"/>
                <a:gd name="connsiteX3" fmla="*/ 14058 w 14057"/>
                <a:gd name="connsiteY3" fmla="*/ 7022 h 14044"/>
                <a:gd name="connsiteX4" fmla="*/ 7029 w 14057"/>
                <a:gd name="connsiteY4" fmla="*/ 0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0"/>
                  </a:moveTo>
                  <a:cubicBezTo>
                    <a:pt x="3195" y="0"/>
                    <a:pt x="0" y="3192"/>
                    <a:pt x="0" y="7022"/>
                  </a:cubicBezTo>
                  <a:cubicBezTo>
                    <a:pt x="0" y="10852"/>
                    <a:pt x="3195" y="14044"/>
                    <a:pt x="7029" y="14044"/>
                  </a:cubicBezTo>
                  <a:cubicBezTo>
                    <a:pt x="10863" y="14044"/>
                    <a:pt x="14058" y="10852"/>
                    <a:pt x="14058" y="7022"/>
                  </a:cubicBezTo>
                  <a:cubicBezTo>
                    <a:pt x="14058" y="3192"/>
                    <a:pt x="10863" y="0"/>
                    <a:pt x="7029" y="0"/>
                  </a:cubicBezTo>
                  <a:close/>
                </a:path>
              </a:pathLst>
            </a:custGeom>
            <a:solidFill>
              <a:srgbClr val="004F59"/>
            </a:solidFill>
            <a:ln w="6390" cap="flat">
              <a:noFill/>
              <a:prstDash val="solid"/>
              <a:miter/>
            </a:ln>
          </p:spPr>
          <p:txBody>
            <a:bodyPr rtlCol="0" anchor="ctr"/>
            <a:lstStyle/>
            <a:p>
              <a:endParaRPr lang="en-US"/>
            </a:p>
          </p:txBody>
        </p:sp>
        <p:sp>
          <p:nvSpPr>
            <p:cNvPr id="502" name="Graphic 4">
              <a:extLst>
                <a:ext uri="{FF2B5EF4-FFF2-40B4-BE49-F238E27FC236}">
                  <a16:creationId xmlns:a16="http://schemas.microsoft.com/office/drawing/2014/main" id="{18875670-AC39-C14D-B291-4C5FBF0B1CA0}"/>
                </a:ext>
              </a:extLst>
            </p:cNvPr>
            <p:cNvSpPr/>
            <p:nvPr/>
          </p:nvSpPr>
          <p:spPr>
            <a:xfrm>
              <a:off x="655607" y="3556040"/>
              <a:ext cx="14057" cy="14044"/>
            </a:xfrm>
            <a:custGeom>
              <a:avLst/>
              <a:gdLst>
                <a:gd name="connsiteX0" fmla="*/ 7029 w 14057"/>
                <a:gd name="connsiteY0" fmla="*/ 0 h 14044"/>
                <a:gd name="connsiteX1" fmla="*/ 0 w 14057"/>
                <a:gd name="connsiteY1" fmla="*/ 7022 h 14044"/>
                <a:gd name="connsiteX2" fmla="*/ 7029 w 14057"/>
                <a:gd name="connsiteY2" fmla="*/ 14044 h 14044"/>
                <a:gd name="connsiteX3" fmla="*/ 14058 w 14057"/>
                <a:gd name="connsiteY3" fmla="*/ 7022 h 14044"/>
                <a:gd name="connsiteX4" fmla="*/ 7029 w 14057"/>
                <a:gd name="connsiteY4" fmla="*/ 0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0"/>
                  </a:moveTo>
                  <a:cubicBezTo>
                    <a:pt x="3195" y="0"/>
                    <a:pt x="0" y="3192"/>
                    <a:pt x="0" y="7022"/>
                  </a:cubicBezTo>
                  <a:cubicBezTo>
                    <a:pt x="0" y="10852"/>
                    <a:pt x="3195" y="14044"/>
                    <a:pt x="7029" y="14044"/>
                  </a:cubicBezTo>
                  <a:cubicBezTo>
                    <a:pt x="10863" y="14044"/>
                    <a:pt x="14058" y="10852"/>
                    <a:pt x="14058" y="7022"/>
                  </a:cubicBezTo>
                  <a:cubicBezTo>
                    <a:pt x="14058" y="3192"/>
                    <a:pt x="10863" y="0"/>
                    <a:pt x="7029" y="0"/>
                  </a:cubicBezTo>
                  <a:close/>
                </a:path>
              </a:pathLst>
            </a:custGeom>
            <a:solidFill>
              <a:srgbClr val="004F59"/>
            </a:solidFill>
            <a:ln w="6390" cap="flat">
              <a:noFill/>
              <a:prstDash val="solid"/>
              <a:miter/>
            </a:ln>
          </p:spPr>
          <p:txBody>
            <a:bodyPr rtlCol="0" anchor="ctr"/>
            <a:lstStyle/>
            <a:p>
              <a:endParaRPr lang="en-US"/>
            </a:p>
          </p:txBody>
        </p:sp>
        <p:sp>
          <p:nvSpPr>
            <p:cNvPr id="503" name="Graphic 4">
              <a:extLst>
                <a:ext uri="{FF2B5EF4-FFF2-40B4-BE49-F238E27FC236}">
                  <a16:creationId xmlns:a16="http://schemas.microsoft.com/office/drawing/2014/main" id="{B6386280-6DC3-D14C-8371-CFBFEAB3ED1B}"/>
                </a:ext>
              </a:extLst>
            </p:cNvPr>
            <p:cNvSpPr/>
            <p:nvPr/>
          </p:nvSpPr>
          <p:spPr>
            <a:xfrm>
              <a:off x="598737" y="3584768"/>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4F59"/>
            </a:solidFill>
            <a:ln w="6390" cap="flat">
              <a:noFill/>
              <a:prstDash val="solid"/>
              <a:miter/>
            </a:ln>
          </p:spPr>
          <p:txBody>
            <a:bodyPr rtlCol="0" anchor="ctr"/>
            <a:lstStyle/>
            <a:p>
              <a:endParaRPr lang="en-US"/>
            </a:p>
          </p:txBody>
        </p:sp>
        <p:sp>
          <p:nvSpPr>
            <p:cNvPr id="504" name="Graphic 4">
              <a:extLst>
                <a:ext uri="{FF2B5EF4-FFF2-40B4-BE49-F238E27FC236}">
                  <a16:creationId xmlns:a16="http://schemas.microsoft.com/office/drawing/2014/main" id="{3765F6C6-4F45-C347-A3B1-1C80ABDA8A4F}"/>
                </a:ext>
              </a:extLst>
            </p:cNvPr>
            <p:cNvSpPr/>
            <p:nvPr/>
          </p:nvSpPr>
          <p:spPr>
            <a:xfrm>
              <a:off x="627491" y="3584768"/>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4F59"/>
            </a:solidFill>
            <a:ln w="6390" cap="flat">
              <a:noFill/>
              <a:prstDash val="solid"/>
              <a:miter/>
            </a:ln>
          </p:spPr>
          <p:txBody>
            <a:bodyPr rtlCol="0" anchor="ctr"/>
            <a:lstStyle/>
            <a:p>
              <a:endParaRPr lang="en-US"/>
            </a:p>
          </p:txBody>
        </p:sp>
        <p:sp>
          <p:nvSpPr>
            <p:cNvPr id="505" name="Graphic 4">
              <a:extLst>
                <a:ext uri="{FF2B5EF4-FFF2-40B4-BE49-F238E27FC236}">
                  <a16:creationId xmlns:a16="http://schemas.microsoft.com/office/drawing/2014/main" id="{FC327F4E-2459-9345-95B0-FC760A64370B}"/>
                </a:ext>
              </a:extLst>
            </p:cNvPr>
            <p:cNvSpPr/>
            <p:nvPr/>
          </p:nvSpPr>
          <p:spPr>
            <a:xfrm>
              <a:off x="655607" y="3584768"/>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4F59"/>
            </a:solidFill>
            <a:ln w="6390" cap="flat">
              <a:noFill/>
              <a:prstDash val="solid"/>
              <a:miter/>
            </a:ln>
          </p:spPr>
          <p:txBody>
            <a:bodyPr rtlCol="0" anchor="ctr"/>
            <a:lstStyle/>
            <a:p>
              <a:endParaRPr lang="en-US"/>
            </a:p>
          </p:txBody>
        </p:sp>
      </p:grpSp>
      <p:grpSp>
        <p:nvGrpSpPr>
          <p:cNvPr id="506" name="Graphic 4">
            <a:extLst>
              <a:ext uri="{FF2B5EF4-FFF2-40B4-BE49-F238E27FC236}">
                <a16:creationId xmlns:a16="http://schemas.microsoft.com/office/drawing/2014/main" id="{4317A1A8-959E-CA4C-932A-CDC4595CB6A9}"/>
              </a:ext>
            </a:extLst>
          </p:cNvPr>
          <p:cNvGrpSpPr/>
          <p:nvPr/>
        </p:nvGrpSpPr>
        <p:grpSpPr>
          <a:xfrm>
            <a:off x="9887149" y="3339623"/>
            <a:ext cx="361670" cy="361333"/>
            <a:chOff x="9887149" y="3339623"/>
            <a:chExt cx="361670" cy="361333"/>
          </a:xfrm>
          <a:solidFill>
            <a:srgbClr val="007680"/>
          </a:solidFill>
        </p:grpSpPr>
        <p:sp>
          <p:nvSpPr>
            <p:cNvPr id="507" name="Graphic 4">
              <a:extLst>
                <a:ext uri="{FF2B5EF4-FFF2-40B4-BE49-F238E27FC236}">
                  <a16:creationId xmlns:a16="http://schemas.microsoft.com/office/drawing/2014/main" id="{95BA9EA0-8693-C540-A261-09CF3289F042}"/>
                </a:ext>
              </a:extLst>
            </p:cNvPr>
            <p:cNvSpPr/>
            <p:nvPr/>
          </p:nvSpPr>
          <p:spPr>
            <a:xfrm>
              <a:off x="9887149"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508" name="Graphic 4">
              <a:extLst>
                <a:ext uri="{FF2B5EF4-FFF2-40B4-BE49-F238E27FC236}">
                  <a16:creationId xmlns:a16="http://schemas.microsoft.com/office/drawing/2014/main" id="{7C0EF9C1-4C4D-C54D-944F-6AF318DB56E7}"/>
                </a:ext>
              </a:extLst>
            </p:cNvPr>
            <p:cNvSpPr/>
            <p:nvPr/>
          </p:nvSpPr>
          <p:spPr>
            <a:xfrm>
              <a:off x="9974052" y="3403463"/>
              <a:ext cx="187307" cy="234930"/>
            </a:xfrm>
            <a:custGeom>
              <a:avLst/>
              <a:gdLst>
                <a:gd name="connsiteX0" fmla="*/ 181474 w 187307"/>
                <a:gd name="connsiteY0" fmla="*/ 190243 h 234930"/>
                <a:gd name="connsiteX1" fmla="*/ 171889 w 187307"/>
                <a:gd name="connsiteY1" fmla="*/ 190243 h 234930"/>
                <a:gd name="connsiteX2" fmla="*/ 171889 w 187307"/>
                <a:gd name="connsiteY2" fmla="*/ 164707 h 234930"/>
                <a:gd name="connsiteX3" fmla="*/ 165500 w 187307"/>
                <a:gd name="connsiteY3" fmla="*/ 158323 h 234930"/>
                <a:gd name="connsiteX4" fmla="*/ 138661 w 187307"/>
                <a:gd name="connsiteY4" fmla="*/ 158323 h 234930"/>
                <a:gd name="connsiteX5" fmla="*/ 179557 w 187307"/>
                <a:gd name="connsiteY5" fmla="*/ 85546 h 234930"/>
                <a:gd name="connsiteX6" fmla="*/ 93932 w 187307"/>
                <a:gd name="connsiteY6" fmla="*/ 0 h 234930"/>
                <a:gd name="connsiteX7" fmla="*/ 8306 w 187307"/>
                <a:gd name="connsiteY7" fmla="*/ 85546 h 234930"/>
                <a:gd name="connsiteX8" fmla="*/ 49202 w 187307"/>
                <a:gd name="connsiteY8" fmla="*/ 158323 h 234930"/>
                <a:gd name="connsiteX9" fmla="*/ 6390 w 187307"/>
                <a:gd name="connsiteY9" fmla="*/ 158323 h 234930"/>
                <a:gd name="connsiteX10" fmla="*/ 0 w 187307"/>
                <a:gd name="connsiteY10" fmla="*/ 164707 h 234930"/>
                <a:gd name="connsiteX11" fmla="*/ 0 w 187307"/>
                <a:gd name="connsiteY11" fmla="*/ 196627 h 234930"/>
                <a:gd name="connsiteX12" fmla="*/ 6390 w 187307"/>
                <a:gd name="connsiteY12" fmla="*/ 203011 h 234930"/>
                <a:gd name="connsiteX13" fmla="*/ 15975 w 187307"/>
                <a:gd name="connsiteY13" fmla="*/ 203011 h 234930"/>
                <a:gd name="connsiteX14" fmla="*/ 15975 w 187307"/>
                <a:gd name="connsiteY14" fmla="*/ 228546 h 234930"/>
                <a:gd name="connsiteX15" fmla="*/ 22365 w 187307"/>
                <a:gd name="connsiteY15" fmla="*/ 234930 h 234930"/>
                <a:gd name="connsiteX16" fmla="*/ 180835 w 187307"/>
                <a:gd name="connsiteY16" fmla="*/ 234930 h 234930"/>
                <a:gd name="connsiteX17" fmla="*/ 187225 w 187307"/>
                <a:gd name="connsiteY17" fmla="*/ 228546 h 234930"/>
                <a:gd name="connsiteX18" fmla="*/ 187225 w 187307"/>
                <a:gd name="connsiteY18" fmla="*/ 196627 h 234930"/>
                <a:gd name="connsiteX19" fmla="*/ 181474 w 187307"/>
                <a:gd name="connsiteY19" fmla="*/ 190243 h 234930"/>
                <a:gd name="connsiteX20" fmla="*/ 159110 w 187307"/>
                <a:gd name="connsiteY20" fmla="*/ 190243 h 234930"/>
                <a:gd name="connsiteX21" fmla="*/ 139940 w 187307"/>
                <a:gd name="connsiteY21" fmla="*/ 190243 h 234930"/>
                <a:gd name="connsiteX22" fmla="*/ 139940 w 187307"/>
                <a:gd name="connsiteY22" fmla="*/ 188966 h 234930"/>
                <a:gd name="connsiteX23" fmla="*/ 139940 w 187307"/>
                <a:gd name="connsiteY23" fmla="*/ 171729 h 234930"/>
                <a:gd name="connsiteX24" fmla="*/ 159110 w 187307"/>
                <a:gd name="connsiteY24" fmla="*/ 171729 h 234930"/>
                <a:gd name="connsiteX25" fmla="*/ 159110 w 187307"/>
                <a:gd name="connsiteY25" fmla="*/ 190243 h 234930"/>
                <a:gd name="connsiteX26" fmla="*/ 95210 w 187307"/>
                <a:gd name="connsiteY26" fmla="*/ 171091 h 234930"/>
                <a:gd name="connsiteX27" fmla="*/ 95210 w 187307"/>
                <a:gd name="connsiteY27" fmla="*/ 188327 h 234930"/>
                <a:gd name="connsiteX28" fmla="*/ 95210 w 187307"/>
                <a:gd name="connsiteY28" fmla="*/ 189604 h 234930"/>
                <a:gd name="connsiteX29" fmla="*/ 76040 w 187307"/>
                <a:gd name="connsiteY29" fmla="*/ 189604 h 234930"/>
                <a:gd name="connsiteX30" fmla="*/ 76040 w 187307"/>
                <a:gd name="connsiteY30" fmla="*/ 170452 h 234930"/>
                <a:gd name="connsiteX31" fmla="*/ 95210 w 187307"/>
                <a:gd name="connsiteY31" fmla="*/ 170452 h 234930"/>
                <a:gd name="connsiteX32" fmla="*/ 107990 w 187307"/>
                <a:gd name="connsiteY32" fmla="*/ 190243 h 234930"/>
                <a:gd name="connsiteX33" fmla="*/ 107990 w 187307"/>
                <a:gd name="connsiteY33" fmla="*/ 188966 h 234930"/>
                <a:gd name="connsiteX34" fmla="*/ 107990 w 187307"/>
                <a:gd name="connsiteY34" fmla="*/ 171729 h 234930"/>
                <a:gd name="connsiteX35" fmla="*/ 127160 w 187307"/>
                <a:gd name="connsiteY35" fmla="*/ 171729 h 234930"/>
                <a:gd name="connsiteX36" fmla="*/ 127160 w 187307"/>
                <a:gd name="connsiteY36" fmla="*/ 188966 h 234930"/>
                <a:gd name="connsiteX37" fmla="*/ 127160 w 187307"/>
                <a:gd name="connsiteY37" fmla="*/ 190243 h 234930"/>
                <a:gd name="connsiteX38" fmla="*/ 107990 w 187307"/>
                <a:gd name="connsiteY38" fmla="*/ 190243 h 234930"/>
                <a:gd name="connsiteX39" fmla="*/ 63899 w 187307"/>
                <a:gd name="connsiteY39" fmla="*/ 190243 h 234930"/>
                <a:gd name="connsiteX40" fmla="*/ 44730 w 187307"/>
                <a:gd name="connsiteY40" fmla="*/ 190243 h 234930"/>
                <a:gd name="connsiteX41" fmla="*/ 44730 w 187307"/>
                <a:gd name="connsiteY41" fmla="*/ 171091 h 234930"/>
                <a:gd name="connsiteX42" fmla="*/ 63899 w 187307"/>
                <a:gd name="connsiteY42" fmla="*/ 171091 h 234930"/>
                <a:gd name="connsiteX43" fmla="*/ 63899 w 187307"/>
                <a:gd name="connsiteY43" fmla="*/ 190243 h 234930"/>
                <a:gd name="connsiteX44" fmla="*/ 79874 w 187307"/>
                <a:gd name="connsiteY44" fmla="*/ 203011 h 234930"/>
                <a:gd name="connsiteX45" fmla="*/ 79874 w 187307"/>
                <a:gd name="connsiteY45" fmla="*/ 220247 h 234930"/>
                <a:gd name="connsiteX46" fmla="*/ 79874 w 187307"/>
                <a:gd name="connsiteY46" fmla="*/ 221524 h 234930"/>
                <a:gd name="connsiteX47" fmla="*/ 60704 w 187307"/>
                <a:gd name="connsiteY47" fmla="*/ 221524 h 234930"/>
                <a:gd name="connsiteX48" fmla="*/ 60704 w 187307"/>
                <a:gd name="connsiteY48" fmla="*/ 202372 h 234930"/>
                <a:gd name="connsiteX49" fmla="*/ 79874 w 187307"/>
                <a:gd name="connsiteY49" fmla="*/ 202372 h 234930"/>
                <a:gd name="connsiteX50" fmla="*/ 92654 w 187307"/>
                <a:gd name="connsiteY50" fmla="*/ 220247 h 234930"/>
                <a:gd name="connsiteX51" fmla="*/ 92654 w 187307"/>
                <a:gd name="connsiteY51" fmla="*/ 203011 h 234930"/>
                <a:gd name="connsiteX52" fmla="*/ 111824 w 187307"/>
                <a:gd name="connsiteY52" fmla="*/ 203011 h 234930"/>
                <a:gd name="connsiteX53" fmla="*/ 111824 w 187307"/>
                <a:gd name="connsiteY53" fmla="*/ 222163 h 234930"/>
                <a:gd name="connsiteX54" fmla="*/ 92654 w 187307"/>
                <a:gd name="connsiteY54" fmla="*/ 222163 h 234930"/>
                <a:gd name="connsiteX55" fmla="*/ 92654 w 187307"/>
                <a:gd name="connsiteY55" fmla="*/ 220247 h 234930"/>
                <a:gd name="connsiteX56" fmla="*/ 123965 w 187307"/>
                <a:gd name="connsiteY56" fmla="*/ 203011 h 234930"/>
                <a:gd name="connsiteX57" fmla="*/ 143135 w 187307"/>
                <a:gd name="connsiteY57" fmla="*/ 203011 h 234930"/>
                <a:gd name="connsiteX58" fmla="*/ 143135 w 187307"/>
                <a:gd name="connsiteY58" fmla="*/ 222163 h 234930"/>
                <a:gd name="connsiteX59" fmla="*/ 123965 w 187307"/>
                <a:gd name="connsiteY59" fmla="*/ 222163 h 234930"/>
                <a:gd name="connsiteX60" fmla="*/ 123965 w 187307"/>
                <a:gd name="connsiteY60" fmla="*/ 203011 h 234930"/>
                <a:gd name="connsiteX61" fmla="*/ 21086 w 187307"/>
                <a:gd name="connsiteY61" fmla="*/ 85546 h 234930"/>
                <a:gd name="connsiteX62" fmla="*/ 93932 w 187307"/>
                <a:gd name="connsiteY62" fmla="*/ 12768 h 234930"/>
                <a:gd name="connsiteX63" fmla="*/ 166777 w 187307"/>
                <a:gd name="connsiteY63" fmla="*/ 85546 h 234930"/>
                <a:gd name="connsiteX64" fmla="*/ 93932 w 187307"/>
                <a:gd name="connsiteY64" fmla="*/ 158323 h 234930"/>
                <a:gd name="connsiteX65" fmla="*/ 21086 w 187307"/>
                <a:gd name="connsiteY65" fmla="*/ 85546 h 234930"/>
                <a:gd name="connsiteX66" fmla="*/ 12780 w 187307"/>
                <a:gd name="connsiteY66" fmla="*/ 171091 h 234930"/>
                <a:gd name="connsiteX67" fmla="*/ 31950 w 187307"/>
                <a:gd name="connsiteY67" fmla="*/ 171091 h 234930"/>
                <a:gd name="connsiteX68" fmla="*/ 31950 w 187307"/>
                <a:gd name="connsiteY68" fmla="*/ 190243 h 234930"/>
                <a:gd name="connsiteX69" fmla="*/ 22365 w 187307"/>
                <a:gd name="connsiteY69" fmla="*/ 190243 h 234930"/>
                <a:gd name="connsiteX70" fmla="*/ 12780 w 187307"/>
                <a:gd name="connsiteY70" fmla="*/ 190243 h 234930"/>
                <a:gd name="connsiteX71" fmla="*/ 12780 w 187307"/>
                <a:gd name="connsiteY71" fmla="*/ 171091 h 234930"/>
                <a:gd name="connsiteX72" fmla="*/ 28755 w 187307"/>
                <a:gd name="connsiteY72" fmla="*/ 203011 h 234930"/>
                <a:gd name="connsiteX73" fmla="*/ 47925 w 187307"/>
                <a:gd name="connsiteY73" fmla="*/ 203011 h 234930"/>
                <a:gd name="connsiteX74" fmla="*/ 47925 w 187307"/>
                <a:gd name="connsiteY74" fmla="*/ 222163 h 234930"/>
                <a:gd name="connsiteX75" fmla="*/ 28755 w 187307"/>
                <a:gd name="connsiteY75" fmla="*/ 222163 h 234930"/>
                <a:gd name="connsiteX76" fmla="*/ 28755 w 187307"/>
                <a:gd name="connsiteY76" fmla="*/ 203011 h 234930"/>
                <a:gd name="connsiteX77" fmla="*/ 175084 w 187307"/>
                <a:gd name="connsiteY77" fmla="*/ 222163 h 234930"/>
                <a:gd name="connsiteX78" fmla="*/ 155915 w 187307"/>
                <a:gd name="connsiteY78" fmla="*/ 222163 h 234930"/>
                <a:gd name="connsiteX79" fmla="*/ 155915 w 187307"/>
                <a:gd name="connsiteY79" fmla="*/ 203011 h 234930"/>
                <a:gd name="connsiteX80" fmla="*/ 165500 w 187307"/>
                <a:gd name="connsiteY80" fmla="*/ 203011 h 234930"/>
                <a:gd name="connsiteX81" fmla="*/ 175084 w 187307"/>
                <a:gd name="connsiteY81" fmla="*/ 203011 h 234930"/>
                <a:gd name="connsiteX82" fmla="*/ 175084 w 187307"/>
                <a:gd name="connsiteY82" fmla="*/ 222163 h 234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87307" h="234930">
                  <a:moveTo>
                    <a:pt x="181474" y="190243"/>
                  </a:moveTo>
                  <a:lnTo>
                    <a:pt x="171889" y="190243"/>
                  </a:lnTo>
                  <a:lnTo>
                    <a:pt x="171889" y="164707"/>
                  </a:lnTo>
                  <a:cubicBezTo>
                    <a:pt x="171889" y="160876"/>
                    <a:pt x="169333" y="158323"/>
                    <a:pt x="165500" y="158323"/>
                  </a:cubicBezTo>
                  <a:lnTo>
                    <a:pt x="138661" y="158323"/>
                  </a:lnTo>
                  <a:cubicBezTo>
                    <a:pt x="162943" y="143001"/>
                    <a:pt x="179557" y="116189"/>
                    <a:pt x="179557" y="85546"/>
                  </a:cubicBezTo>
                  <a:cubicBezTo>
                    <a:pt x="179557" y="38304"/>
                    <a:pt x="141217" y="0"/>
                    <a:pt x="93932" y="0"/>
                  </a:cubicBezTo>
                  <a:cubicBezTo>
                    <a:pt x="46646" y="0"/>
                    <a:pt x="8306" y="38304"/>
                    <a:pt x="8306" y="85546"/>
                  </a:cubicBezTo>
                  <a:cubicBezTo>
                    <a:pt x="8306" y="116189"/>
                    <a:pt x="24921" y="143640"/>
                    <a:pt x="49202" y="158323"/>
                  </a:cubicBezTo>
                  <a:lnTo>
                    <a:pt x="6390" y="158323"/>
                  </a:lnTo>
                  <a:cubicBezTo>
                    <a:pt x="2556" y="158323"/>
                    <a:pt x="0" y="160876"/>
                    <a:pt x="0" y="164707"/>
                  </a:cubicBezTo>
                  <a:lnTo>
                    <a:pt x="0" y="196627"/>
                  </a:lnTo>
                  <a:cubicBezTo>
                    <a:pt x="0" y="200457"/>
                    <a:pt x="2556" y="203011"/>
                    <a:pt x="6390" y="203011"/>
                  </a:cubicBezTo>
                  <a:lnTo>
                    <a:pt x="15975" y="203011"/>
                  </a:lnTo>
                  <a:lnTo>
                    <a:pt x="15975" y="228546"/>
                  </a:lnTo>
                  <a:cubicBezTo>
                    <a:pt x="15975" y="232377"/>
                    <a:pt x="18531" y="234930"/>
                    <a:pt x="22365" y="234930"/>
                  </a:cubicBezTo>
                  <a:lnTo>
                    <a:pt x="180835" y="234930"/>
                  </a:lnTo>
                  <a:cubicBezTo>
                    <a:pt x="184669" y="234930"/>
                    <a:pt x="187225" y="232377"/>
                    <a:pt x="187225" y="228546"/>
                  </a:cubicBezTo>
                  <a:lnTo>
                    <a:pt x="187225" y="196627"/>
                  </a:lnTo>
                  <a:cubicBezTo>
                    <a:pt x="187864" y="192796"/>
                    <a:pt x="184669" y="190243"/>
                    <a:pt x="181474" y="190243"/>
                  </a:cubicBezTo>
                  <a:close/>
                  <a:moveTo>
                    <a:pt x="159110" y="190243"/>
                  </a:moveTo>
                  <a:lnTo>
                    <a:pt x="139940" y="190243"/>
                  </a:lnTo>
                  <a:cubicBezTo>
                    <a:pt x="139940" y="189604"/>
                    <a:pt x="139940" y="188966"/>
                    <a:pt x="139940" y="188966"/>
                  </a:cubicBezTo>
                  <a:lnTo>
                    <a:pt x="139940" y="171729"/>
                  </a:lnTo>
                  <a:lnTo>
                    <a:pt x="159110" y="171729"/>
                  </a:lnTo>
                  <a:lnTo>
                    <a:pt x="159110" y="190243"/>
                  </a:lnTo>
                  <a:close/>
                  <a:moveTo>
                    <a:pt x="95210" y="171091"/>
                  </a:moveTo>
                  <a:lnTo>
                    <a:pt x="95210" y="188327"/>
                  </a:lnTo>
                  <a:cubicBezTo>
                    <a:pt x="95210" y="188966"/>
                    <a:pt x="95210" y="189604"/>
                    <a:pt x="95210" y="189604"/>
                  </a:cubicBezTo>
                  <a:lnTo>
                    <a:pt x="76040" y="189604"/>
                  </a:lnTo>
                  <a:lnTo>
                    <a:pt x="76040" y="170452"/>
                  </a:lnTo>
                  <a:lnTo>
                    <a:pt x="95210" y="170452"/>
                  </a:lnTo>
                  <a:close/>
                  <a:moveTo>
                    <a:pt x="107990" y="190243"/>
                  </a:moveTo>
                  <a:cubicBezTo>
                    <a:pt x="107990" y="189604"/>
                    <a:pt x="107990" y="188966"/>
                    <a:pt x="107990" y="188966"/>
                  </a:cubicBezTo>
                  <a:lnTo>
                    <a:pt x="107990" y="171729"/>
                  </a:lnTo>
                  <a:lnTo>
                    <a:pt x="127160" y="171729"/>
                  </a:lnTo>
                  <a:lnTo>
                    <a:pt x="127160" y="188966"/>
                  </a:lnTo>
                  <a:cubicBezTo>
                    <a:pt x="127160" y="189604"/>
                    <a:pt x="127160" y="190243"/>
                    <a:pt x="127160" y="190243"/>
                  </a:cubicBezTo>
                  <a:lnTo>
                    <a:pt x="107990" y="190243"/>
                  </a:lnTo>
                  <a:close/>
                  <a:moveTo>
                    <a:pt x="63899" y="190243"/>
                  </a:moveTo>
                  <a:lnTo>
                    <a:pt x="44730" y="190243"/>
                  </a:lnTo>
                  <a:lnTo>
                    <a:pt x="44730" y="171091"/>
                  </a:lnTo>
                  <a:lnTo>
                    <a:pt x="63899" y="171091"/>
                  </a:lnTo>
                  <a:lnTo>
                    <a:pt x="63899" y="190243"/>
                  </a:lnTo>
                  <a:close/>
                  <a:moveTo>
                    <a:pt x="79874" y="203011"/>
                  </a:moveTo>
                  <a:lnTo>
                    <a:pt x="79874" y="220247"/>
                  </a:lnTo>
                  <a:cubicBezTo>
                    <a:pt x="79874" y="220886"/>
                    <a:pt x="79874" y="221524"/>
                    <a:pt x="79874" y="221524"/>
                  </a:cubicBezTo>
                  <a:lnTo>
                    <a:pt x="60704" y="221524"/>
                  </a:lnTo>
                  <a:lnTo>
                    <a:pt x="60704" y="202372"/>
                  </a:lnTo>
                  <a:lnTo>
                    <a:pt x="79874" y="202372"/>
                  </a:lnTo>
                  <a:close/>
                  <a:moveTo>
                    <a:pt x="92654" y="220247"/>
                  </a:moveTo>
                  <a:lnTo>
                    <a:pt x="92654" y="203011"/>
                  </a:lnTo>
                  <a:lnTo>
                    <a:pt x="111824" y="203011"/>
                  </a:lnTo>
                  <a:lnTo>
                    <a:pt x="111824" y="222163"/>
                  </a:lnTo>
                  <a:lnTo>
                    <a:pt x="92654" y="222163"/>
                  </a:lnTo>
                  <a:cubicBezTo>
                    <a:pt x="92015" y="221524"/>
                    <a:pt x="92654" y="220886"/>
                    <a:pt x="92654" y="220247"/>
                  </a:cubicBezTo>
                  <a:close/>
                  <a:moveTo>
                    <a:pt x="123965" y="203011"/>
                  </a:moveTo>
                  <a:lnTo>
                    <a:pt x="143135" y="203011"/>
                  </a:lnTo>
                  <a:lnTo>
                    <a:pt x="143135" y="222163"/>
                  </a:lnTo>
                  <a:lnTo>
                    <a:pt x="123965" y="222163"/>
                  </a:lnTo>
                  <a:lnTo>
                    <a:pt x="123965" y="203011"/>
                  </a:lnTo>
                  <a:close/>
                  <a:moveTo>
                    <a:pt x="21086" y="85546"/>
                  </a:moveTo>
                  <a:cubicBezTo>
                    <a:pt x="21086" y="45326"/>
                    <a:pt x="53676" y="12768"/>
                    <a:pt x="93932" y="12768"/>
                  </a:cubicBezTo>
                  <a:cubicBezTo>
                    <a:pt x="134189" y="12768"/>
                    <a:pt x="166777" y="45326"/>
                    <a:pt x="166777" y="85546"/>
                  </a:cubicBezTo>
                  <a:cubicBezTo>
                    <a:pt x="166777" y="125765"/>
                    <a:pt x="134189" y="158323"/>
                    <a:pt x="93932" y="158323"/>
                  </a:cubicBezTo>
                  <a:cubicBezTo>
                    <a:pt x="53676" y="158323"/>
                    <a:pt x="21086" y="125765"/>
                    <a:pt x="21086" y="85546"/>
                  </a:cubicBezTo>
                  <a:close/>
                  <a:moveTo>
                    <a:pt x="12780" y="171091"/>
                  </a:moveTo>
                  <a:lnTo>
                    <a:pt x="31950" y="171091"/>
                  </a:lnTo>
                  <a:lnTo>
                    <a:pt x="31950" y="190243"/>
                  </a:lnTo>
                  <a:lnTo>
                    <a:pt x="22365" y="190243"/>
                  </a:lnTo>
                  <a:lnTo>
                    <a:pt x="12780" y="190243"/>
                  </a:lnTo>
                  <a:lnTo>
                    <a:pt x="12780" y="171091"/>
                  </a:lnTo>
                  <a:close/>
                  <a:moveTo>
                    <a:pt x="28755" y="203011"/>
                  </a:moveTo>
                  <a:lnTo>
                    <a:pt x="47925" y="203011"/>
                  </a:lnTo>
                  <a:lnTo>
                    <a:pt x="47925" y="222163"/>
                  </a:lnTo>
                  <a:lnTo>
                    <a:pt x="28755" y="222163"/>
                  </a:lnTo>
                  <a:lnTo>
                    <a:pt x="28755" y="203011"/>
                  </a:lnTo>
                  <a:close/>
                  <a:moveTo>
                    <a:pt x="175084" y="222163"/>
                  </a:moveTo>
                  <a:lnTo>
                    <a:pt x="155915" y="222163"/>
                  </a:lnTo>
                  <a:lnTo>
                    <a:pt x="155915" y="203011"/>
                  </a:lnTo>
                  <a:lnTo>
                    <a:pt x="165500" y="203011"/>
                  </a:lnTo>
                  <a:lnTo>
                    <a:pt x="175084" y="203011"/>
                  </a:lnTo>
                  <a:lnTo>
                    <a:pt x="175084" y="222163"/>
                  </a:lnTo>
                  <a:close/>
                </a:path>
              </a:pathLst>
            </a:custGeom>
            <a:solidFill>
              <a:srgbClr val="007680"/>
            </a:solidFill>
            <a:ln w="6390" cap="flat">
              <a:noFill/>
              <a:prstDash val="solid"/>
              <a:miter/>
            </a:ln>
          </p:spPr>
          <p:txBody>
            <a:bodyPr rtlCol="0" anchor="ctr"/>
            <a:lstStyle/>
            <a:p>
              <a:endParaRPr lang="en-US"/>
            </a:p>
          </p:txBody>
        </p:sp>
        <p:sp>
          <p:nvSpPr>
            <p:cNvPr id="509" name="Graphic 4">
              <a:extLst>
                <a:ext uri="{FF2B5EF4-FFF2-40B4-BE49-F238E27FC236}">
                  <a16:creationId xmlns:a16="http://schemas.microsoft.com/office/drawing/2014/main" id="{F7C9DF1F-6C46-6A41-AD9E-5BB1BA782A00}"/>
                </a:ext>
              </a:extLst>
            </p:cNvPr>
            <p:cNvSpPr/>
            <p:nvPr/>
          </p:nvSpPr>
          <p:spPr>
            <a:xfrm>
              <a:off x="10043063" y="3432829"/>
              <a:ext cx="49841" cy="111719"/>
            </a:xfrm>
            <a:custGeom>
              <a:avLst/>
              <a:gdLst>
                <a:gd name="connsiteX0" fmla="*/ 31311 w 49841"/>
                <a:gd name="connsiteY0" fmla="*/ 105336 h 111719"/>
                <a:gd name="connsiteX1" fmla="*/ 31311 w 49841"/>
                <a:gd name="connsiteY1" fmla="*/ 98313 h 111719"/>
                <a:gd name="connsiteX2" fmla="*/ 49842 w 49841"/>
                <a:gd name="connsiteY2" fmla="*/ 74693 h 111719"/>
                <a:gd name="connsiteX3" fmla="*/ 24921 w 49841"/>
                <a:gd name="connsiteY3" fmla="*/ 49795 h 111719"/>
                <a:gd name="connsiteX4" fmla="*/ 12780 w 49841"/>
                <a:gd name="connsiteY4" fmla="*/ 37666 h 111719"/>
                <a:gd name="connsiteX5" fmla="*/ 24921 w 49841"/>
                <a:gd name="connsiteY5" fmla="*/ 25536 h 111719"/>
                <a:gd name="connsiteX6" fmla="*/ 37062 w 49841"/>
                <a:gd name="connsiteY6" fmla="*/ 37666 h 111719"/>
                <a:gd name="connsiteX7" fmla="*/ 43452 w 49841"/>
                <a:gd name="connsiteY7" fmla="*/ 44050 h 111719"/>
                <a:gd name="connsiteX8" fmla="*/ 49842 w 49841"/>
                <a:gd name="connsiteY8" fmla="*/ 37666 h 111719"/>
                <a:gd name="connsiteX9" fmla="*/ 31311 w 49841"/>
                <a:gd name="connsiteY9" fmla="*/ 13407 h 111719"/>
                <a:gd name="connsiteX10" fmla="*/ 31311 w 49841"/>
                <a:gd name="connsiteY10" fmla="*/ 6384 h 111719"/>
                <a:gd name="connsiteX11" fmla="*/ 24921 w 49841"/>
                <a:gd name="connsiteY11" fmla="*/ 0 h 111719"/>
                <a:gd name="connsiteX12" fmla="*/ 18531 w 49841"/>
                <a:gd name="connsiteY12" fmla="*/ 6384 h 111719"/>
                <a:gd name="connsiteX13" fmla="*/ 18531 w 49841"/>
                <a:gd name="connsiteY13" fmla="*/ 13407 h 111719"/>
                <a:gd name="connsiteX14" fmla="*/ 0 w 49841"/>
                <a:gd name="connsiteY14" fmla="*/ 37666 h 111719"/>
                <a:gd name="connsiteX15" fmla="*/ 24921 w 49841"/>
                <a:gd name="connsiteY15" fmla="*/ 62563 h 111719"/>
                <a:gd name="connsiteX16" fmla="*/ 37062 w 49841"/>
                <a:gd name="connsiteY16" fmla="*/ 74693 h 111719"/>
                <a:gd name="connsiteX17" fmla="*/ 24921 w 49841"/>
                <a:gd name="connsiteY17" fmla="*/ 86822 h 111719"/>
                <a:gd name="connsiteX18" fmla="*/ 12780 w 49841"/>
                <a:gd name="connsiteY18" fmla="*/ 74693 h 111719"/>
                <a:gd name="connsiteX19" fmla="*/ 6390 w 49841"/>
                <a:gd name="connsiteY19" fmla="*/ 68309 h 111719"/>
                <a:gd name="connsiteX20" fmla="*/ 0 w 49841"/>
                <a:gd name="connsiteY20" fmla="*/ 74693 h 111719"/>
                <a:gd name="connsiteX21" fmla="*/ 18531 w 49841"/>
                <a:gd name="connsiteY21" fmla="*/ 98313 h 111719"/>
                <a:gd name="connsiteX22" fmla="*/ 18531 w 49841"/>
                <a:gd name="connsiteY22" fmla="*/ 105336 h 111719"/>
                <a:gd name="connsiteX23" fmla="*/ 24921 w 49841"/>
                <a:gd name="connsiteY23" fmla="*/ 111720 h 111719"/>
                <a:gd name="connsiteX24" fmla="*/ 31311 w 49841"/>
                <a:gd name="connsiteY24" fmla="*/ 105336 h 11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9841" h="111719">
                  <a:moveTo>
                    <a:pt x="31311" y="105336"/>
                  </a:moveTo>
                  <a:lnTo>
                    <a:pt x="31311" y="98313"/>
                  </a:lnTo>
                  <a:cubicBezTo>
                    <a:pt x="42174" y="95760"/>
                    <a:pt x="49842" y="86184"/>
                    <a:pt x="49842" y="74693"/>
                  </a:cubicBezTo>
                  <a:cubicBezTo>
                    <a:pt x="49842" y="60648"/>
                    <a:pt x="38340" y="49795"/>
                    <a:pt x="24921" y="49795"/>
                  </a:cubicBezTo>
                  <a:cubicBezTo>
                    <a:pt x="17892" y="49795"/>
                    <a:pt x="12780" y="44688"/>
                    <a:pt x="12780" y="37666"/>
                  </a:cubicBezTo>
                  <a:cubicBezTo>
                    <a:pt x="12780" y="30643"/>
                    <a:pt x="17892" y="25536"/>
                    <a:pt x="24921" y="25536"/>
                  </a:cubicBezTo>
                  <a:cubicBezTo>
                    <a:pt x="31950" y="25536"/>
                    <a:pt x="37062" y="31282"/>
                    <a:pt x="37062" y="37666"/>
                  </a:cubicBezTo>
                  <a:cubicBezTo>
                    <a:pt x="37062" y="41496"/>
                    <a:pt x="39618" y="44050"/>
                    <a:pt x="43452" y="44050"/>
                  </a:cubicBezTo>
                  <a:cubicBezTo>
                    <a:pt x="47286" y="44050"/>
                    <a:pt x="49842" y="41496"/>
                    <a:pt x="49842" y="37666"/>
                  </a:cubicBezTo>
                  <a:cubicBezTo>
                    <a:pt x="49842" y="26175"/>
                    <a:pt x="42174" y="16599"/>
                    <a:pt x="31311" y="13407"/>
                  </a:cubicBezTo>
                  <a:lnTo>
                    <a:pt x="31311" y="6384"/>
                  </a:lnTo>
                  <a:cubicBezTo>
                    <a:pt x="31311" y="2554"/>
                    <a:pt x="28755" y="0"/>
                    <a:pt x="24921" y="0"/>
                  </a:cubicBezTo>
                  <a:cubicBezTo>
                    <a:pt x="21087" y="0"/>
                    <a:pt x="18531" y="2554"/>
                    <a:pt x="18531" y="6384"/>
                  </a:cubicBezTo>
                  <a:lnTo>
                    <a:pt x="18531" y="13407"/>
                  </a:lnTo>
                  <a:cubicBezTo>
                    <a:pt x="8307" y="15960"/>
                    <a:pt x="0" y="26175"/>
                    <a:pt x="0" y="37666"/>
                  </a:cubicBezTo>
                  <a:cubicBezTo>
                    <a:pt x="0" y="51072"/>
                    <a:pt x="10863" y="62563"/>
                    <a:pt x="24921" y="62563"/>
                  </a:cubicBezTo>
                  <a:cubicBezTo>
                    <a:pt x="31950" y="62563"/>
                    <a:pt x="37062" y="68309"/>
                    <a:pt x="37062" y="74693"/>
                  </a:cubicBezTo>
                  <a:cubicBezTo>
                    <a:pt x="37062" y="81715"/>
                    <a:pt x="31950" y="86822"/>
                    <a:pt x="24921" y="86822"/>
                  </a:cubicBezTo>
                  <a:cubicBezTo>
                    <a:pt x="17892" y="86822"/>
                    <a:pt x="12780" y="81715"/>
                    <a:pt x="12780" y="74693"/>
                  </a:cubicBezTo>
                  <a:cubicBezTo>
                    <a:pt x="12780" y="70862"/>
                    <a:pt x="10225" y="68309"/>
                    <a:pt x="6390" y="68309"/>
                  </a:cubicBezTo>
                  <a:cubicBezTo>
                    <a:pt x="2556" y="68309"/>
                    <a:pt x="0" y="70862"/>
                    <a:pt x="0" y="74693"/>
                  </a:cubicBezTo>
                  <a:cubicBezTo>
                    <a:pt x="0" y="86184"/>
                    <a:pt x="7668" y="95760"/>
                    <a:pt x="18531" y="98313"/>
                  </a:cubicBezTo>
                  <a:lnTo>
                    <a:pt x="18531" y="105336"/>
                  </a:lnTo>
                  <a:cubicBezTo>
                    <a:pt x="18531" y="109166"/>
                    <a:pt x="21087" y="111720"/>
                    <a:pt x="24921" y="111720"/>
                  </a:cubicBezTo>
                  <a:cubicBezTo>
                    <a:pt x="28755" y="111720"/>
                    <a:pt x="31311" y="109166"/>
                    <a:pt x="31311" y="105336"/>
                  </a:cubicBezTo>
                  <a:close/>
                </a:path>
              </a:pathLst>
            </a:custGeom>
            <a:solidFill>
              <a:srgbClr val="007680"/>
            </a:solidFill>
            <a:ln w="6390" cap="flat">
              <a:noFill/>
              <a:prstDash val="solid"/>
              <a:miter/>
            </a:ln>
          </p:spPr>
          <p:txBody>
            <a:bodyPr rtlCol="0" anchor="ctr"/>
            <a:lstStyle/>
            <a:p>
              <a:endParaRPr lang="en-US"/>
            </a:p>
          </p:txBody>
        </p:sp>
      </p:grpSp>
      <p:grpSp>
        <p:nvGrpSpPr>
          <p:cNvPr id="510" name="Graphic 4">
            <a:extLst>
              <a:ext uri="{FF2B5EF4-FFF2-40B4-BE49-F238E27FC236}">
                <a16:creationId xmlns:a16="http://schemas.microsoft.com/office/drawing/2014/main" id="{B485AE66-A1B6-7441-9E07-BAF0C4A3542A}"/>
              </a:ext>
            </a:extLst>
          </p:cNvPr>
          <p:cNvGrpSpPr/>
          <p:nvPr/>
        </p:nvGrpSpPr>
        <p:grpSpPr>
          <a:xfrm>
            <a:off x="9887149" y="1402085"/>
            <a:ext cx="361670" cy="361333"/>
            <a:chOff x="9887149" y="1402085"/>
            <a:chExt cx="361670" cy="361333"/>
          </a:xfrm>
          <a:solidFill>
            <a:srgbClr val="007680"/>
          </a:solidFill>
        </p:grpSpPr>
        <p:sp>
          <p:nvSpPr>
            <p:cNvPr id="511" name="Graphic 4">
              <a:extLst>
                <a:ext uri="{FF2B5EF4-FFF2-40B4-BE49-F238E27FC236}">
                  <a16:creationId xmlns:a16="http://schemas.microsoft.com/office/drawing/2014/main" id="{B337CA85-1CD1-0542-A663-FA660B7FD073}"/>
                </a:ext>
              </a:extLst>
            </p:cNvPr>
            <p:cNvSpPr/>
            <p:nvPr/>
          </p:nvSpPr>
          <p:spPr>
            <a:xfrm>
              <a:off x="9887149"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89" name="Graphic 4">
              <a:extLst>
                <a:ext uri="{FF2B5EF4-FFF2-40B4-BE49-F238E27FC236}">
                  <a16:creationId xmlns:a16="http://schemas.microsoft.com/office/drawing/2014/main" id="{7F521876-A4E4-E14B-8BC5-F4E6301C0D51}"/>
                </a:ext>
              </a:extLst>
            </p:cNvPr>
            <p:cNvSpPr/>
            <p:nvPr/>
          </p:nvSpPr>
          <p:spPr>
            <a:xfrm>
              <a:off x="9952965" y="1507420"/>
              <a:ext cx="230676" cy="151300"/>
            </a:xfrm>
            <a:custGeom>
              <a:avLst/>
              <a:gdLst>
                <a:gd name="connsiteX0" fmla="*/ 223648 w 230676"/>
                <a:gd name="connsiteY0" fmla="*/ 0 h 151300"/>
                <a:gd name="connsiteX1" fmla="*/ 40896 w 230676"/>
                <a:gd name="connsiteY1" fmla="*/ 0 h 151300"/>
                <a:gd name="connsiteX2" fmla="*/ 34506 w 230676"/>
                <a:gd name="connsiteY2" fmla="*/ 6384 h 151300"/>
                <a:gd name="connsiteX3" fmla="*/ 34506 w 230676"/>
                <a:gd name="connsiteY3" fmla="*/ 34473 h 151300"/>
                <a:gd name="connsiteX4" fmla="*/ 6390 w 230676"/>
                <a:gd name="connsiteY4" fmla="*/ 34473 h 151300"/>
                <a:gd name="connsiteX5" fmla="*/ 0 w 230676"/>
                <a:gd name="connsiteY5" fmla="*/ 40857 h 151300"/>
                <a:gd name="connsiteX6" fmla="*/ 0 w 230676"/>
                <a:gd name="connsiteY6" fmla="*/ 144916 h 151300"/>
                <a:gd name="connsiteX7" fmla="*/ 6390 w 230676"/>
                <a:gd name="connsiteY7" fmla="*/ 151300 h 151300"/>
                <a:gd name="connsiteX8" fmla="*/ 189142 w 230676"/>
                <a:gd name="connsiteY8" fmla="*/ 151300 h 151300"/>
                <a:gd name="connsiteX9" fmla="*/ 195532 w 230676"/>
                <a:gd name="connsiteY9" fmla="*/ 144916 h 151300"/>
                <a:gd name="connsiteX10" fmla="*/ 195532 w 230676"/>
                <a:gd name="connsiteY10" fmla="*/ 116188 h 151300"/>
                <a:gd name="connsiteX11" fmla="*/ 198088 w 230676"/>
                <a:gd name="connsiteY11" fmla="*/ 116827 h 151300"/>
                <a:gd name="connsiteX12" fmla="*/ 224287 w 230676"/>
                <a:gd name="connsiteY12" fmla="*/ 116827 h 151300"/>
                <a:gd name="connsiteX13" fmla="*/ 230677 w 230676"/>
                <a:gd name="connsiteY13" fmla="*/ 110443 h 151300"/>
                <a:gd name="connsiteX14" fmla="*/ 230677 w 230676"/>
                <a:gd name="connsiteY14" fmla="*/ 6384 h 151300"/>
                <a:gd name="connsiteX15" fmla="*/ 223648 w 230676"/>
                <a:gd name="connsiteY15" fmla="*/ 0 h 151300"/>
                <a:gd name="connsiteX16" fmla="*/ 182752 w 230676"/>
                <a:gd name="connsiteY16" fmla="*/ 139171 h 151300"/>
                <a:gd name="connsiteX17" fmla="*/ 12780 w 230676"/>
                <a:gd name="connsiteY17" fmla="*/ 139171 h 151300"/>
                <a:gd name="connsiteX18" fmla="*/ 12780 w 230676"/>
                <a:gd name="connsiteY18" fmla="*/ 47880 h 151300"/>
                <a:gd name="connsiteX19" fmla="*/ 182752 w 230676"/>
                <a:gd name="connsiteY19" fmla="*/ 47880 h 151300"/>
                <a:gd name="connsiteX20" fmla="*/ 182752 w 230676"/>
                <a:gd name="connsiteY20" fmla="*/ 139171 h 151300"/>
                <a:gd name="connsiteX21" fmla="*/ 217258 w 230676"/>
                <a:gd name="connsiteY21" fmla="*/ 104059 h 151300"/>
                <a:gd name="connsiteX22" fmla="*/ 197449 w 230676"/>
                <a:gd name="connsiteY22" fmla="*/ 104059 h 151300"/>
                <a:gd name="connsiteX23" fmla="*/ 194893 w 230676"/>
                <a:gd name="connsiteY23" fmla="*/ 104697 h 151300"/>
                <a:gd name="connsiteX24" fmla="*/ 194893 w 230676"/>
                <a:gd name="connsiteY24" fmla="*/ 40857 h 151300"/>
                <a:gd name="connsiteX25" fmla="*/ 188503 w 230676"/>
                <a:gd name="connsiteY25" fmla="*/ 34473 h 151300"/>
                <a:gd name="connsiteX26" fmla="*/ 47286 w 230676"/>
                <a:gd name="connsiteY26" fmla="*/ 34473 h 151300"/>
                <a:gd name="connsiteX27" fmla="*/ 47286 w 230676"/>
                <a:gd name="connsiteY27" fmla="*/ 12768 h 151300"/>
                <a:gd name="connsiteX28" fmla="*/ 217258 w 230676"/>
                <a:gd name="connsiteY28" fmla="*/ 12768 h 151300"/>
                <a:gd name="connsiteX29" fmla="*/ 217258 w 230676"/>
                <a:gd name="connsiteY29" fmla="*/ 104059 h 151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30676" h="151300">
                  <a:moveTo>
                    <a:pt x="223648" y="0"/>
                  </a:moveTo>
                  <a:lnTo>
                    <a:pt x="40896" y="0"/>
                  </a:lnTo>
                  <a:cubicBezTo>
                    <a:pt x="37062" y="0"/>
                    <a:pt x="34506" y="2554"/>
                    <a:pt x="34506" y="6384"/>
                  </a:cubicBezTo>
                  <a:lnTo>
                    <a:pt x="34506" y="34473"/>
                  </a:lnTo>
                  <a:lnTo>
                    <a:pt x="6390" y="34473"/>
                  </a:lnTo>
                  <a:cubicBezTo>
                    <a:pt x="2556" y="34473"/>
                    <a:pt x="0" y="37027"/>
                    <a:pt x="0" y="40857"/>
                  </a:cubicBezTo>
                  <a:lnTo>
                    <a:pt x="0" y="144916"/>
                  </a:lnTo>
                  <a:cubicBezTo>
                    <a:pt x="0" y="148747"/>
                    <a:pt x="2556" y="151300"/>
                    <a:pt x="6390" y="151300"/>
                  </a:cubicBezTo>
                  <a:lnTo>
                    <a:pt x="189142" y="151300"/>
                  </a:lnTo>
                  <a:cubicBezTo>
                    <a:pt x="192977" y="151300"/>
                    <a:pt x="195532" y="148747"/>
                    <a:pt x="195532" y="144916"/>
                  </a:cubicBezTo>
                  <a:lnTo>
                    <a:pt x="195532" y="116188"/>
                  </a:lnTo>
                  <a:cubicBezTo>
                    <a:pt x="196172" y="116188"/>
                    <a:pt x="196810" y="116827"/>
                    <a:pt x="198088" y="116827"/>
                  </a:cubicBezTo>
                  <a:lnTo>
                    <a:pt x="224287" y="116827"/>
                  </a:lnTo>
                  <a:cubicBezTo>
                    <a:pt x="228121" y="116827"/>
                    <a:pt x="230677" y="114273"/>
                    <a:pt x="230677" y="110443"/>
                  </a:cubicBezTo>
                  <a:lnTo>
                    <a:pt x="230677" y="6384"/>
                  </a:lnTo>
                  <a:cubicBezTo>
                    <a:pt x="230038" y="3192"/>
                    <a:pt x="227482" y="0"/>
                    <a:pt x="223648" y="0"/>
                  </a:cubicBezTo>
                  <a:close/>
                  <a:moveTo>
                    <a:pt x="182752" y="139171"/>
                  </a:moveTo>
                  <a:lnTo>
                    <a:pt x="12780" y="139171"/>
                  </a:lnTo>
                  <a:lnTo>
                    <a:pt x="12780" y="47880"/>
                  </a:lnTo>
                  <a:lnTo>
                    <a:pt x="182752" y="47880"/>
                  </a:lnTo>
                  <a:lnTo>
                    <a:pt x="182752" y="139171"/>
                  </a:lnTo>
                  <a:close/>
                  <a:moveTo>
                    <a:pt x="217258" y="104059"/>
                  </a:moveTo>
                  <a:lnTo>
                    <a:pt x="197449" y="104059"/>
                  </a:lnTo>
                  <a:cubicBezTo>
                    <a:pt x="196810" y="104059"/>
                    <a:pt x="196172" y="104059"/>
                    <a:pt x="194893" y="104697"/>
                  </a:cubicBezTo>
                  <a:lnTo>
                    <a:pt x="194893" y="40857"/>
                  </a:lnTo>
                  <a:cubicBezTo>
                    <a:pt x="194893" y="37027"/>
                    <a:pt x="192337" y="34473"/>
                    <a:pt x="188503" y="34473"/>
                  </a:cubicBezTo>
                  <a:lnTo>
                    <a:pt x="47286" y="34473"/>
                  </a:lnTo>
                  <a:lnTo>
                    <a:pt x="47286" y="12768"/>
                  </a:lnTo>
                  <a:lnTo>
                    <a:pt x="217258" y="12768"/>
                  </a:lnTo>
                  <a:lnTo>
                    <a:pt x="217258" y="104059"/>
                  </a:lnTo>
                  <a:close/>
                </a:path>
              </a:pathLst>
            </a:custGeom>
            <a:solidFill>
              <a:srgbClr val="007680"/>
            </a:solidFill>
            <a:ln w="6390" cap="flat">
              <a:noFill/>
              <a:prstDash val="solid"/>
              <a:miter/>
            </a:ln>
          </p:spPr>
          <p:txBody>
            <a:bodyPr rtlCol="0" anchor="ctr"/>
            <a:lstStyle/>
            <a:p>
              <a:endParaRPr lang="en-US"/>
            </a:p>
          </p:txBody>
        </p:sp>
        <p:sp>
          <p:nvSpPr>
            <p:cNvPr id="90" name="Graphic 4">
              <a:extLst>
                <a:ext uri="{FF2B5EF4-FFF2-40B4-BE49-F238E27FC236}">
                  <a16:creationId xmlns:a16="http://schemas.microsoft.com/office/drawing/2014/main" id="{2119D0A9-5139-164F-A9CF-C00391E63A88}"/>
                </a:ext>
              </a:extLst>
            </p:cNvPr>
            <p:cNvSpPr/>
            <p:nvPr/>
          </p:nvSpPr>
          <p:spPr>
            <a:xfrm>
              <a:off x="10033478" y="1564238"/>
              <a:ext cx="35144" cy="73415"/>
            </a:xfrm>
            <a:custGeom>
              <a:avLst/>
              <a:gdLst>
                <a:gd name="connsiteX0" fmla="*/ 17253 w 35144"/>
                <a:gd name="connsiteY0" fmla="*/ 55541 h 73415"/>
                <a:gd name="connsiteX1" fmla="*/ 10225 w 35144"/>
                <a:gd name="connsiteY1" fmla="*/ 48518 h 73415"/>
                <a:gd name="connsiteX2" fmla="*/ 5112 w 35144"/>
                <a:gd name="connsiteY2" fmla="*/ 43411 h 73415"/>
                <a:gd name="connsiteX3" fmla="*/ 0 w 35144"/>
                <a:gd name="connsiteY3" fmla="*/ 48518 h 73415"/>
                <a:gd name="connsiteX4" fmla="*/ 12141 w 35144"/>
                <a:gd name="connsiteY4" fmla="*/ 64478 h 73415"/>
                <a:gd name="connsiteX5" fmla="*/ 12141 w 35144"/>
                <a:gd name="connsiteY5" fmla="*/ 68309 h 73415"/>
                <a:gd name="connsiteX6" fmla="*/ 17253 w 35144"/>
                <a:gd name="connsiteY6" fmla="*/ 73416 h 73415"/>
                <a:gd name="connsiteX7" fmla="*/ 22365 w 35144"/>
                <a:gd name="connsiteY7" fmla="*/ 68309 h 73415"/>
                <a:gd name="connsiteX8" fmla="*/ 22365 w 35144"/>
                <a:gd name="connsiteY8" fmla="*/ 64478 h 73415"/>
                <a:gd name="connsiteX9" fmla="*/ 34506 w 35144"/>
                <a:gd name="connsiteY9" fmla="*/ 48518 h 73415"/>
                <a:gd name="connsiteX10" fmla="*/ 17892 w 35144"/>
                <a:gd name="connsiteY10" fmla="*/ 31920 h 73415"/>
                <a:gd name="connsiteX11" fmla="*/ 10863 w 35144"/>
                <a:gd name="connsiteY11" fmla="*/ 24898 h 73415"/>
                <a:gd name="connsiteX12" fmla="*/ 17892 w 35144"/>
                <a:gd name="connsiteY12" fmla="*/ 17875 h 73415"/>
                <a:gd name="connsiteX13" fmla="*/ 24921 w 35144"/>
                <a:gd name="connsiteY13" fmla="*/ 24898 h 73415"/>
                <a:gd name="connsiteX14" fmla="*/ 30033 w 35144"/>
                <a:gd name="connsiteY14" fmla="*/ 30005 h 73415"/>
                <a:gd name="connsiteX15" fmla="*/ 35145 w 35144"/>
                <a:gd name="connsiteY15" fmla="*/ 24898 h 73415"/>
                <a:gd name="connsiteX16" fmla="*/ 23004 w 35144"/>
                <a:gd name="connsiteY16" fmla="*/ 8938 h 73415"/>
                <a:gd name="connsiteX17" fmla="*/ 23004 w 35144"/>
                <a:gd name="connsiteY17" fmla="*/ 5107 h 73415"/>
                <a:gd name="connsiteX18" fmla="*/ 17892 w 35144"/>
                <a:gd name="connsiteY18" fmla="*/ 0 h 73415"/>
                <a:gd name="connsiteX19" fmla="*/ 12780 w 35144"/>
                <a:gd name="connsiteY19" fmla="*/ 5107 h 73415"/>
                <a:gd name="connsiteX20" fmla="*/ 12780 w 35144"/>
                <a:gd name="connsiteY20" fmla="*/ 8938 h 73415"/>
                <a:gd name="connsiteX21" fmla="*/ 640 w 35144"/>
                <a:gd name="connsiteY21" fmla="*/ 24898 h 73415"/>
                <a:gd name="connsiteX22" fmla="*/ 17253 w 35144"/>
                <a:gd name="connsiteY22" fmla="*/ 41496 h 73415"/>
                <a:gd name="connsiteX23" fmla="*/ 24282 w 35144"/>
                <a:gd name="connsiteY23" fmla="*/ 48518 h 73415"/>
                <a:gd name="connsiteX24" fmla="*/ 17253 w 35144"/>
                <a:gd name="connsiteY24" fmla="*/ 55541 h 7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44" h="73415">
                  <a:moveTo>
                    <a:pt x="17253" y="55541"/>
                  </a:moveTo>
                  <a:cubicBezTo>
                    <a:pt x="13419" y="55541"/>
                    <a:pt x="10225" y="52349"/>
                    <a:pt x="10225" y="48518"/>
                  </a:cubicBezTo>
                  <a:cubicBezTo>
                    <a:pt x="10225" y="45965"/>
                    <a:pt x="8307" y="43411"/>
                    <a:pt x="5112" y="43411"/>
                  </a:cubicBezTo>
                  <a:cubicBezTo>
                    <a:pt x="1917" y="43411"/>
                    <a:pt x="0" y="45326"/>
                    <a:pt x="0" y="48518"/>
                  </a:cubicBezTo>
                  <a:cubicBezTo>
                    <a:pt x="0" y="56179"/>
                    <a:pt x="5112" y="62563"/>
                    <a:pt x="12141" y="64478"/>
                  </a:cubicBezTo>
                  <a:lnTo>
                    <a:pt x="12141" y="68309"/>
                  </a:lnTo>
                  <a:cubicBezTo>
                    <a:pt x="12141" y="70862"/>
                    <a:pt x="14058" y="73416"/>
                    <a:pt x="17253" y="73416"/>
                  </a:cubicBezTo>
                  <a:cubicBezTo>
                    <a:pt x="20448" y="73416"/>
                    <a:pt x="22365" y="71501"/>
                    <a:pt x="22365" y="68309"/>
                  </a:cubicBezTo>
                  <a:lnTo>
                    <a:pt x="22365" y="64478"/>
                  </a:lnTo>
                  <a:cubicBezTo>
                    <a:pt x="29394" y="62563"/>
                    <a:pt x="34506" y="56179"/>
                    <a:pt x="34506" y="48518"/>
                  </a:cubicBezTo>
                  <a:cubicBezTo>
                    <a:pt x="34506" y="38942"/>
                    <a:pt x="26838" y="31920"/>
                    <a:pt x="17892" y="31920"/>
                  </a:cubicBezTo>
                  <a:cubicBezTo>
                    <a:pt x="14058" y="31920"/>
                    <a:pt x="10863" y="28728"/>
                    <a:pt x="10863" y="24898"/>
                  </a:cubicBezTo>
                  <a:cubicBezTo>
                    <a:pt x="10863" y="21067"/>
                    <a:pt x="14058" y="17875"/>
                    <a:pt x="17892" y="17875"/>
                  </a:cubicBezTo>
                  <a:cubicBezTo>
                    <a:pt x="21726" y="17875"/>
                    <a:pt x="24921" y="21067"/>
                    <a:pt x="24921" y="24898"/>
                  </a:cubicBezTo>
                  <a:cubicBezTo>
                    <a:pt x="24921" y="27451"/>
                    <a:pt x="26838" y="30005"/>
                    <a:pt x="30033" y="30005"/>
                  </a:cubicBezTo>
                  <a:cubicBezTo>
                    <a:pt x="33228" y="30005"/>
                    <a:pt x="35145" y="28090"/>
                    <a:pt x="35145" y="24898"/>
                  </a:cubicBezTo>
                  <a:cubicBezTo>
                    <a:pt x="35145" y="17237"/>
                    <a:pt x="30033" y="10853"/>
                    <a:pt x="23004" y="8938"/>
                  </a:cubicBezTo>
                  <a:lnTo>
                    <a:pt x="23004" y="5107"/>
                  </a:lnTo>
                  <a:cubicBezTo>
                    <a:pt x="23004" y="2554"/>
                    <a:pt x="21087" y="0"/>
                    <a:pt x="17892" y="0"/>
                  </a:cubicBezTo>
                  <a:cubicBezTo>
                    <a:pt x="14697" y="0"/>
                    <a:pt x="12780" y="1915"/>
                    <a:pt x="12780" y="5107"/>
                  </a:cubicBezTo>
                  <a:lnTo>
                    <a:pt x="12780" y="8938"/>
                  </a:lnTo>
                  <a:cubicBezTo>
                    <a:pt x="5751" y="10853"/>
                    <a:pt x="640" y="17237"/>
                    <a:pt x="640" y="24898"/>
                  </a:cubicBezTo>
                  <a:cubicBezTo>
                    <a:pt x="640" y="33835"/>
                    <a:pt x="8307" y="41496"/>
                    <a:pt x="17253" y="41496"/>
                  </a:cubicBezTo>
                  <a:cubicBezTo>
                    <a:pt x="21087" y="41496"/>
                    <a:pt x="24282" y="44688"/>
                    <a:pt x="24282" y="48518"/>
                  </a:cubicBezTo>
                  <a:cubicBezTo>
                    <a:pt x="24282" y="52349"/>
                    <a:pt x="21087" y="55541"/>
                    <a:pt x="17253" y="55541"/>
                  </a:cubicBezTo>
                  <a:close/>
                </a:path>
              </a:pathLst>
            </a:custGeom>
            <a:solidFill>
              <a:srgbClr val="007680"/>
            </a:solidFill>
            <a:ln w="6390" cap="flat">
              <a:noFill/>
              <a:prstDash val="solid"/>
              <a:miter/>
            </a:ln>
          </p:spPr>
          <p:txBody>
            <a:bodyPr rtlCol="0" anchor="ctr"/>
            <a:lstStyle/>
            <a:p>
              <a:endParaRPr lang="en-US"/>
            </a:p>
          </p:txBody>
        </p:sp>
      </p:grpSp>
      <p:grpSp>
        <p:nvGrpSpPr>
          <p:cNvPr id="91" name="Graphic 4">
            <a:extLst>
              <a:ext uri="{FF2B5EF4-FFF2-40B4-BE49-F238E27FC236}">
                <a16:creationId xmlns:a16="http://schemas.microsoft.com/office/drawing/2014/main" id="{7B02A717-786A-2F47-894F-3E2E62E331CE}"/>
              </a:ext>
            </a:extLst>
          </p:cNvPr>
          <p:cNvGrpSpPr/>
          <p:nvPr/>
        </p:nvGrpSpPr>
        <p:grpSpPr>
          <a:xfrm>
            <a:off x="7802113" y="918179"/>
            <a:ext cx="361670" cy="361333"/>
            <a:chOff x="7802113" y="918179"/>
            <a:chExt cx="361670" cy="361333"/>
          </a:xfrm>
          <a:solidFill>
            <a:srgbClr val="007680"/>
          </a:solidFill>
        </p:grpSpPr>
        <p:sp>
          <p:nvSpPr>
            <p:cNvPr id="92" name="Graphic 4">
              <a:extLst>
                <a:ext uri="{FF2B5EF4-FFF2-40B4-BE49-F238E27FC236}">
                  <a16:creationId xmlns:a16="http://schemas.microsoft.com/office/drawing/2014/main" id="{8DF4991E-2681-BC47-919D-12DFFFC4BC46}"/>
                </a:ext>
              </a:extLst>
            </p:cNvPr>
            <p:cNvSpPr/>
            <p:nvPr/>
          </p:nvSpPr>
          <p:spPr>
            <a:xfrm>
              <a:off x="7802113" y="918179"/>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2" y="361333"/>
                    <a:pt x="180836" y="361333"/>
                  </a:cubicBezTo>
                  <a:cubicBezTo>
                    <a:pt x="281157" y="361333"/>
                    <a:pt x="361670" y="280257"/>
                    <a:pt x="361670" y="180667"/>
                  </a:cubicBezTo>
                  <a:cubicBezTo>
                    <a:pt x="361670" y="81077"/>
                    <a:pt x="280518"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234"/>
                    <a:pt x="273490" y="349204"/>
                    <a:pt x="180836" y="349204"/>
                  </a:cubicBezTo>
                  <a:close/>
                </a:path>
              </a:pathLst>
            </a:custGeom>
            <a:solidFill>
              <a:srgbClr val="007680"/>
            </a:solidFill>
            <a:ln w="6390" cap="flat">
              <a:noFill/>
              <a:prstDash val="solid"/>
              <a:miter/>
            </a:ln>
          </p:spPr>
          <p:txBody>
            <a:bodyPr rtlCol="0" anchor="ctr"/>
            <a:lstStyle/>
            <a:p>
              <a:endParaRPr lang="en-US"/>
            </a:p>
          </p:txBody>
        </p:sp>
        <p:sp>
          <p:nvSpPr>
            <p:cNvPr id="93" name="Graphic 4">
              <a:extLst>
                <a:ext uri="{FF2B5EF4-FFF2-40B4-BE49-F238E27FC236}">
                  <a16:creationId xmlns:a16="http://schemas.microsoft.com/office/drawing/2014/main" id="{82998A52-A207-E94D-8AA8-2B11704B8652}"/>
                </a:ext>
              </a:extLst>
            </p:cNvPr>
            <p:cNvSpPr/>
            <p:nvPr/>
          </p:nvSpPr>
          <p:spPr>
            <a:xfrm>
              <a:off x="7931189" y="980742"/>
              <a:ext cx="104795" cy="236845"/>
            </a:xfrm>
            <a:custGeom>
              <a:avLst/>
              <a:gdLst>
                <a:gd name="connsiteX0" fmla="*/ 58149 w 104795"/>
                <a:gd name="connsiteY0" fmla="*/ 108528 h 236845"/>
                <a:gd name="connsiteX1" fmla="*/ 58149 w 104795"/>
                <a:gd name="connsiteY1" fmla="*/ 28728 h 236845"/>
                <a:gd name="connsiteX2" fmla="*/ 86264 w 104795"/>
                <a:gd name="connsiteY2" fmla="*/ 47880 h 236845"/>
                <a:gd name="connsiteX3" fmla="*/ 95210 w 104795"/>
                <a:gd name="connsiteY3" fmla="*/ 50433 h 236845"/>
                <a:gd name="connsiteX4" fmla="*/ 97766 w 104795"/>
                <a:gd name="connsiteY4" fmla="*/ 41496 h 236845"/>
                <a:gd name="connsiteX5" fmla="*/ 58788 w 104795"/>
                <a:gd name="connsiteY5" fmla="*/ 15322 h 236845"/>
                <a:gd name="connsiteX6" fmla="*/ 58788 w 104795"/>
                <a:gd name="connsiteY6" fmla="*/ 6384 h 236845"/>
                <a:gd name="connsiteX7" fmla="*/ 52398 w 104795"/>
                <a:gd name="connsiteY7" fmla="*/ 0 h 236845"/>
                <a:gd name="connsiteX8" fmla="*/ 46008 w 104795"/>
                <a:gd name="connsiteY8" fmla="*/ 6384 h 236845"/>
                <a:gd name="connsiteX9" fmla="*/ 46008 w 104795"/>
                <a:gd name="connsiteY9" fmla="*/ 15960 h 236845"/>
                <a:gd name="connsiteX10" fmla="*/ 0 w 104795"/>
                <a:gd name="connsiteY10" fmla="*/ 68309 h 236845"/>
                <a:gd name="connsiteX11" fmla="*/ 46008 w 104795"/>
                <a:gd name="connsiteY11" fmla="*/ 120657 h 236845"/>
                <a:gd name="connsiteX12" fmla="*/ 46008 w 104795"/>
                <a:gd name="connsiteY12" fmla="*/ 200457 h 236845"/>
                <a:gd name="connsiteX13" fmla="*/ 14697 w 104795"/>
                <a:gd name="connsiteY13" fmla="*/ 174283 h 236845"/>
                <a:gd name="connsiteX14" fmla="*/ 6390 w 104795"/>
                <a:gd name="connsiteY14" fmla="*/ 170452 h 236845"/>
                <a:gd name="connsiteX15" fmla="*/ 2556 w 104795"/>
                <a:gd name="connsiteY15" fmla="*/ 178752 h 236845"/>
                <a:gd name="connsiteX16" fmla="*/ 46008 w 104795"/>
                <a:gd name="connsiteY16" fmla="*/ 213225 h 236845"/>
                <a:gd name="connsiteX17" fmla="*/ 46008 w 104795"/>
                <a:gd name="connsiteY17" fmla="*/ 230462 h 236845"/>
                <a:gd name="connsiteX18" fmla="*/ 52398 w 104795"/>
                <a:gd name="connsiteY18" fmla="*/ 236846 h 236845"/>
                <a:gd name="connsiteX19" fmla="*/ 58788 w 104795"/>
                <a:gd name="connsiteY19" fmla="*/ 230462 h 236845"/>
                <a:gd name="connsiteX20" fmla="*/ 58788 w 104795"/>
                <a:gd name="connsiteY20" fmla="*/ 213225 h 236845"/>
                <a:gd name="connsiteX21" fmla="*/ 104795 w 104795"/>
                <a:gd name="connsiteY21" fmla="*/ 160876 h 236845"/>
                <a:gd name="connsiteX22" fmla="*/ 58149 w 104795"/>
                <a:gd name="connsiteY22" fmla="*/ 108528 h 236845"/>
                <a:gd name="connsiteX23" fmla="*/ 11502 w 104795"/>
                <a:gd name="connsiteY23" fmla="*/ 68309 h 236845"/>
                <a:gd name="connsiteX24" fmla="*/ 44730 w 104795"/>
                <a:gd name="connsiteY24" fmla="*/ 28728 h 236845"/>
                <a:gd name="connsiteX25" fmla="*/ 44730 w 104795"/>
                <a:gd name="connsiteY25" fmla="*/ 107251 h 236845"/>
                <a:gd name="connsiteX26" fmla="*/ 11502 w 104795"/>
                <a:gd name="connsiteY26" fmla="*/ 68309 h 236845"/>
                <a:gd name="connsiteX27" fmla="*/ 58149 w 104795"/>
                <a:gd name="connsiteY27" fmla="*/ 199819 h 236845"/>
                <a:gd name="connsiteX28" fmla="*/ 58149 w 104795"/>
                <a:gd name="connsiteY28" fmla="*/ 121296 h 236845"/>
                <a:gd name="connsiteX29" fmla="*/ 91376 w 104795"/>
                <a:gd name="connsiteY29" fmla="*/ 160876 h 236845"/>
                <a:gd name="connsiteX30" fmla="*/ 58149 w 104795"/>
                <a:gd name="connsiteY30" fmla="*/ 199819 h 23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4795" h="236845">
                  <a:moveTo>
                    <a:pt x="58149" y="108528"/>
                  </a:moveTo>
                  <a:lnTo>
                    <a:pt x="58149" y="28728"/>
                  </a:lnTo>
                  <a:cubicBezTo>
                    <a:pt x="69650" y="30643"/>
                    <a:pt x="80514" y="37665"/>
                    <a:pt x="86264" y="47880"/>
                  </a:cubicBezTo>
                  <a:cubicBezTo>
                    <a:pt x="88181" y="51072"/>
                    <a:pt x="92015" y="51710"/>
                    <a:pt x="95210" y="50433"/>
                  </a:cubicBezTo>
                  <a:cubicBezTo>
                    <a:pt x="98405" y="48518"/>
                    <a:pt x="99044" y="44688"/>
                    <a:pt x="97766" y="41496"/>
                  </a:cubicBezTo>
                  <a:cubicBezTo>
                    <a:pt x="89459" y="26813"/>
                    <a:pt x="74763" y="17875"/>
                    <a:pt x="58788" y="15322"/>
                  </a:cubicBezTo>
                  <a:lnTo>
                    <a:pt x="58788" y="6384"/>
                  </a:lnTo>
                  <a:cubicBezTo>
                    <a:pt x="58788" y="2554"/>
                    <a:pt x="56232" y="0"/>
                    <a:pt x="52398" y="0"/>
                  </a:cubicBezTo>
                  <a:cubicBezTo>
                    <a:pt x="48564" y="0"/>
                    <a:pt x="46008" y="2554"/>
                    <a:pt x="46008" y="6384"/>
                  </a:cubicBezTo>
                  <a:lnTo>
                    <a:pt x="46008" y="15960"/>
                  </a:lnTo>
                  <a:cubicBezTo>
                    <a:pt x="19809" y="19152"/>
                    <a:pt x="0" y="41496"/>
                    <a:pt x="0" y="68309"/>
                  </a:cubicBezTo>
                  <a:cubicBezTo>
                    <a:pt x="0" y="95121"/>
                    <a:pt x="20448" y="117465"/>
                    <a:pt x="46008" y="120657"/>
                  </a:cubicBezTo>
                  <a:lnTo>
                    <a:pt x="46008" y="200457"/>
                  </a:lnTo>
                  <a:cubicBezTo>
                    <a:pt x="31950" y="197903"/>
                    <a:pt x="19809" y="188327"/>
                    <a:pt x="14697" y="174283"/>
                  </a:cubicBezTo>
                  <a:cubicBezTo>
                    <a:pt x="13419" y="171091"/>
                    <a:pt x="9585" y="169176"/>
                    <a:pt x="6390" y="170452"/>
                  </a:cubicBezTo>
                  <a:cubicBezTo>
                    <a:pt x="3195" y="171729"/>
                    <a:pt x="1278" y="175560"/>
                    <a:pt x="2556" y="178752"/>
                  </a:cubicBezTo>
                  <a:cubicBezTo>
                    <a:pt x="8946" y="197903"/>
                    <a:pt x="26199" y="210671"/>
                    <a:pt x="46008" y="213225"/>
                  </a:cubicBezTo>
                  <a:lnTo>
                    <a:pt x="46008" y="230462"/>
                  </a:lnTo>
                  <a:cubicBezTo>
                    <a:pt x="46008" y="234292"/>
                    <a:pt x="48564" y="236846"/>
                    <a:pt x="52398" y="236846"/>
                  </a:cubicBezTo>
                  <a:cubicBezTo>
                    <a:pt x="56232" y="236846"/>
                    <a:pt x="58788" y="234292"/>
                    <a:pt x="58788" y="230462"/>
                  </a:cubicBezTo>
                  <a:lnTo>
                    <a:pt x="58788" y="213225"/>
                  </a:lnTo>
                  <a:cubicBezTo>
                    <a:pt x="84986" y="210033"/>
                    <a:pt x="104795" y="187689"/>
                    <a:pt x="104795" y="160876"/>
                  </a:cubicBezTo>
                  <a:cubicBezTo>
                    <a:pt x="104795" y="134064"/>
                    <a:pt x="83709" y="111720"/>
                    <a:pt x="58149" y="108528"/>
                  </a:cubicBezTo>
                  <a:close/>
                  <a:moveTo>
                    <a:pt x="11502" y="68309"/>
                  </a:moveTo>
                  <a:cubicBezTo>
                    <a:pt x="11502" y="48518"/>
                    <a:pt x="26199" y="31920"/>
                    <a:pt x="44730" y="28728"/>
                  </a:cubicBezTo>
                  <a:lnTo>
                    <a:pt x="44730" y="107251"/>
                  </a:lnTo>
                  <a:cubicBezTo>
                    <a:pt x="26199" y="104059"/>
                    <a:pt x="11502" y="88099"/>
                    <a:pt x="11502" y="68309"/>
                  </a:cubicBezTo>
                  <a:close/>
                  <a:moveTo>
                    <a:pt x="58149" y="199819"/>
                  </a:moveTo>
                  <a:lnTo>
                    <a:pt x="58149" y="121296"/>
                  </a:lnTo>
                  <a:cubicBezTo>
                    <a:pt x="77319" y="124488"/>
                    <a:pt x="91376" y="141086"/>
                    <a:pt x="91376" y="160876"/>
                  </a:cubicBezTo>
                  <a:cubicBezTo>
                    <a:pt x="91376" y="180667"/>
                    <a:pt x="76679" y="196627"/>
                    <a:pt x="58149" y="199819"/>
                  </a:cubicBezTo>
                  <a:close/>
                </a:path>
              </a:pathLst>
            </a:custGeom>
            <a:solidFill>
              <a:srgbClr val="007680"/>
            </a:solidFill>
            <a:ln w="6390" cap="flat">
              <a:noFill/>
              <a:prstDash val="solid"/>
              <a:miter/>
            </a:ln>
          </p:spPr>
          <p:txBody>
            <a:bodyPr rtlCol="0" anchor="ctr"/>
            <a:lstStyle/>
            <a:p>
              <a:endParaRPr lang="en-US"/>
            </a:p>
          </p:txBody>
        </p:sp>
      </p:grpSp>
      <p:grpSp>
        <p:nvGrpSpPr>
          <p:cNvPr id="94" name="Graphic 4">
            <a:extLst>
              <a:ext uri="{FF2B5EF4-FFF2-40B4-BE49-F238E27FC236}">
                <a16:creationId xmlns:a16="http://schemas.microsoft.com/office/drawing/2014/main" id="{D938FA4F-AD54-8241-B5A9-D1A00CFA6422}"/>
              </a:ext>
            </a:extLst>
          </p:cNvPr>
          <p:cNvGrpSpPr/>
          <p:nvPr/>
        </p:nvGrpSpPr>
        <p:grpSpPr>
          <a:xfrm>
            <a:off x="7802113" y="1402085"/>
            <a:ext cx="361670" cy="361333"/>
            <a:chOff x="7802113" y="1402085"/>
            <a:chExt cx="361670" cy="361333"/>
          </a:xfrm>
          <a:solidFill>
            <a:srgbClr val="007680"/>
          </a:solidFill>
        </p:grpSpPr>
        <p:sp>
          <p:nvSpPr>
            <p:cNvPr id="95" name="Graphic 4">
              <a:extLst>
                <a:ext uri="{FF2B5EF4-FFF2-40B4-BE49-F238E27FC236}">
                  <a16:creationId xmlns:a16="http://schemas.microsoft.com/office/drawing/2014/main" id="{4A628EDA-089A-3E49-B051-E520CB4808A9}"/>
                </a:ext>
              </a:extLst>
            </p:cNvPr>
            <p:cNvSpPr/>
            <p:nvPr/>
          </p:nvSpPr>
          <p:spPr>
            <a:xfrm>
              <a:off x="7802113" y="1402085"/>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2" y="361333"/>
                    <a:pt x="180836" y="361333"/>
                  </a:cubicBezTo>
                  <a:cubicBezTo>
                    <a:pt x="281157" y="361333"/>
                    <a:pt x="361670" y="280257"/>
                    <a:pt x="361670" y="180667"/>
                  </a:cubicBezTo>
                  <a:cubicBezTo>
                    <a:pt x="361670" y="81077"/>
                    <a:pt x="280518"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873"/>
                    <a:pt x="273490" y="349204"/>
                    <a:pt x="180836" y="349204"/>
                  </a:cubicBezTo>
                  <a:close/>
                </a:path>
              </a:pathLst>
            </a:custGeom>
            <a:solidFill>
              <a:srgbClr val="007680"/>
            </a:solidFill>
            <a:ln w="6390" cap="flat">
              <a:noFill/>
              <a:prstDash val="solid"/>
              <a:miter/>
            </a:ln>
          </p:spPr>
          <p:txBody>
            <a:bodyPr rtlCol="0" anchor="ctr"/>
            <a:lstStyle/>
            <a:p>
              <a:endParaRPr lang="en-US"/>
            </a:p>
          </p:txBody>
        </p:sp>
        <p:sp>
          <p:nvSpPr>
            <p:cNvPr id="96" name="Graphic 4">
              <a:extLst>
                <a:ext uri="{FF2B5EF4-FFF2-40B4-BE49-F238E27FC236}">
                  <a16:creationId xmlns:a16="http://schemas.microsoft.com/office/drawing/2014/main" id="{44F546D6-0C96-D94C-B40E-3665209E223E}"/>
                </a:ext>
              </a:extLst>
            </p:cNvPr>
            <p:cNvSpPr/>
            <p:nvPr/>
          </p:nvSpPr>
          <p:spPr>
            <a:xfrm>
              <a:off x="7882626" y="1469755"/>
              <a:ext cx="173606" cy="227269"/>
            </a:xfrm>
            <a:custGeom>
              <a:avLst/>
              <a:gdLst>
                <a:gd name="connsiteX0" fmla="*/ 121409 w 173606"/>
                <a:gd name="connsiteY0" fmla="*/ 12768 h 227269"/>
                <a:gd name="connsiteX1" fmla="*/ 163582 w 173606"/>
                <a:gd name="connsiteY1" fmla="*/ 26174 h 227269"/>
                <a:gd name="connsiteX2" fmla="*/ 172528 w 173606"/>
                <a:gd name="connsiteY2" fmla="*/ 24259 h 227269"/>
                <a:gd name="connsiteX3" fmla="*/ 170612 w 173606"/>
                <a:gd name="connsiteY3" fmla="*/ 15322 h 227269"/>
                <a:gd name="connsiteX4" fmla="*/ 121409 w 173606"/>
                <a:gd name="connsiteY4" fmla="*/ 0 h 227269"/>
                <a:gd name="connsiteX5" fmla="*/ 24921 w 173606"/>
                <a:gd name="connsiteY5" fmla="*/ 91929 h 227269"/>
                <a:gd name="connsiteX6" fmla="*/ 6390 w 173606"/>
                <a:gd name="connsiteY6" fmla="*/ 91929 h 227269"/>
                <a:gd name="connsiteX7" fmla="*/ 0 w 173606"/>
                <a:gd name="connsiteY7" fmla="*/ 98313 h 227269"/>
                <a:gd name="connsiteX8" fmla="*/ 6390 w 173606"/>
                <a:gd name="connsiteY8" fmla="*/ 104697 h 227269"/>
                <a:gd name="connsiteX9" fmla="*/ 23004 w 173606"/>
                <a:gd name="connsiteY9" fmla="*/ 104697 h 227269"/>
                <a:gd name="connsiteX10" fmla="*/ 22365 w 173606"/>
                <a:gd name="connsiteY10" fmla="*/ 113635 h 227269"/>
                <a:gd name="connsiteX11" fmla="*/ 23004 w 173606"/>
                <a:gd name="connsiteY11" fmla="*/ 122572 h 227269"/>
                <a:gd name="connsiteX12" fmla="*/ 6390 w 173606"/>
                <a:gd name="connsiteY12" fmla="*/ 122572 h 227269"/>
                <a:gd name="connsiteX13" fmla="*/ 0 w 173606"/>
                <a:gd name="connsiteY13" fmla="*/ 128956 h 227269"/>
                <a:gd name="connsiteX14" fmla="*/ 6390 w 173606"/>
                <a:gd name="connsiteY14" fmla="*/ 135340 h 227269"/>
                <a:gd name="connsiteX15" fmla="*/ 24921 w 173606"/>
                <a:gd name="connsiteY15" fmla="*/ 135340 h 227269"/>
                <a:gd name="connsiteX16" fmla="*/ 121409 w 173606"/>
                <a:gd name="connsiteY16" fmla="*/ 227270 h 227269"/>
                <a:gd name="connsiteX17" fmla="*/ 170612 w 173606"/>
                <a:gd name="connsiteY17" fmla="*/ 211948 h 227269"/>
                <a:gd name="connsiteX18" fmla="*/ 172528 w 173606"/>
                <a:gd name="connsiteY18" fmla="*/ 203011 h 227269"/>
                <a:gd name="connsiteX19" fmla="*/ 163582 w 173606"/>
                <a:gd name="connsiteY19" fmla="*/ 201095 h 227269"/>
                <a:gd name="connsiteX20" fmla="*/ 121409 w 173606"/>
                <a:gd name="connsiteY20" fmla="*/ 214502 h 227269"/>
                <a:gd name="connsiteX21" fmla="*/ 38340 w 173606"/>
                <a:gd name="connsiteY21" fmla="*/ 135340 h 227269"/>
                <a:gd name="connsiteX22" fmla="*/ 136745 w 173606"/>
                <a:gd name="connsiteY22" fmla="*/ 135340 h 227269"/>
                <a:gd name="connsiteX23" fmla="*/ 143135 w 173606"/>
                <a:gd name="connsiteY23" fmla="*/ 128956 h 227269"/>
                <a:gd name="connsiteX24" fmla="*/ 136745 w 173606"/>
                <a:gd name="connsiteY24" fmla="*/ 122572 h 227269"/>
                <a:gd name="connsiteX25" fmla="*/ 36423 w 173606"/>
                <a:gd name="connsiteY25" fmla="*/ 122572 h 227269"/>
                <a:gd name="connsiteX26" fmla="*/ 35783 w 173606"/>
                <a:gd name="connsiteY26" fmla="*/ 113635 h 227269"/>
                <a:gd name="connsiteX27" fmla="*/ 36423 w 173606"/>
                <a:gd name="connsiteY27" fmla="*/ 104697 h 227269"/>
                <a:gd name="connsiteX28" fmla="*/ 136745 w 173606"/>
                <a:gd name="connsiteY28" fmla="*/ 104697 h 227269"/>
                <a:gd name="connsiteX29" fmla="*/ 143135 w 173606"/>
                <a:gd name="connsiteY29" fmla="*/ 98313 h 227269"/>
                <a:gd name="connsiteX30" fmla="*/ 136745 w 173606"/>
                <a:gd name="connsiteY30" fmla="*/ 91929 h 227269"/>
                <a:gd name="connsiteX31" fmla="*/ 38340 w 173606"/>
                <a:gd name="connsiteY31" fmla="*/ 91929 h 227269"/>
                <a:gd name="connsiteX32" fmla="*/ 121409 w 173606"/>
                <a:gd name="connsiteY32" fmla="*/ 12768 h 22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3606" h="227269">
                  <a:moveTo>
                    <a:pt x="121409" y="12768"/>
                  </a:moveTo>
                  <a:cubicBezTo>
                    <a:pt x="136106" y="12768"/>
                    <a:pt x="150802" y="17237"/>
                    <a:pt x="163582" y="26174"/>
                  </a:cubicBezTo>
                  <a:cubicBezTo>
                    <a:pt x="166777" y="28089"/>
                    <a:pt x="170612" y="27451"/>
                    <a:pt x="172528" y="24259"/>
                  </a:cubicBezTo>
                  <a:cubicBezTo>
                    <a:pt x="174446" y="21067"/>
                    <a:pt x="173807" y="17237"/>
                    <a:pt x="170612" y="15322"/>
                  </a:cubicBezTo>
                  <a:cubicBezTo>
                    <a:pt x="155915" y="5107"/>
                    <a:pt x="138662" y="0"/>
                    <a:pt x="121409" y="0"/>
                  </a:cubicBezTo>
                  <a:cubicBezTo>
                    <a:pt x="73484" y="0"/>
                    <a:pt x="33867" y="39581"/>
                    <a:pt x="24921" y="91929"/>
                  </a:cubicBezTo>
                  <a:lnTo>
                    <a:pt x="6390" y="91929"/>
                  </a:lnTo>
                  <a:cubicBezTo>
                    <a:pt x="2556" y="91929"/>
                    <a:pt x="0" y="94483"/>
                    <a:pt x="0" y="98313"/>
                  </a:cubicBezTo>
                  <a:cubicBezTo>
                    <a:pt x="0" y="102144"/>
                    <a:pt x="2556" y="104697"/>
                    <a:pt x="6390" y="104697"/>
                  </a:cubicBezTo>
                  <a:lnTo>
                    <a:pt x="23004" y="104697"/>
                  </a:lnTo>
                  <a:cubicBezTo>
                    <a:pt x="23004" y="107889"/>
                    <a:pt x="22365" y="110443"/>
                    <a:pt x="22365" y="113635"/>
                  </a:cubicBezTo>
                  <a:cubicBezTo>
                    <a:pt x="22365" y="116827"/>
                    <a:pt x="22365" y="119380"/>
                    <a:pt x="23004" y="122572"/>
                  </a:cubicBezTo>
                  <a:lnTo>
                    <a:pt x="6390" y="122572"/>
                  </a:lnTo>
                  <a:cubicBezTo>
                    <a:pt x="2556" y="122572"/>
                    <a:pt x="0" y="125126"/>
                    <a:pt x="0" y="128956"/>
                  </a:cubicBezTo>
                  <a:cubicBezTo>
                    <a:pt x="0" y="132787"/>
                    <a:pt x="2556" y="135340"/>
                    <a:pt x="6390" y="135340"/>
                  </a:cubicBezTo>
                  <a:lnTo>
                    <a:pt x="24921" y="135340"/>
                  </a:lnTo>
                  <a:cubicBezTo>
                    <a:pt x="33867" y="187689"/>
                    <a:pt x="73484" y="227270"/>
                    <a:pt x="121409" y="227270"/>
                  </a:cubicBezTo>
                  <a:cubicBezTo>
                    <a:pt x="138662" y="227270"/>
                    <a:pt x="155915" y="222163"/>
                    <a:pt x="170612" y="211948"/>
                  </a:cubicBezTo>
                  <a:cubicBezTo>
                    <a:pt x="173807" y="210033"/>
                    <a:pt x="174446" y="206203"/>
                    <a:pt x="172528" y="203011"/>
                  </a:cubicBezTo>
                  <a:cubicBezTo>
                    <a:pt x="170612" y="199819"/>
                    <a:pt x="166777" y="199180"/>
                    <a:pt x="163582" y="201095"/>
                  </a:cubicBezTo>
                  <a:cubicBezTo>
                    <a:pt x="150802" y="210033"/>
                    <a:pt x="136106" y="214502"/>
                    <a:pt x="121409" y="214502"/>
                  </a:cubicBezTo>
                  <a:cubicBezTo>
                    <a:pt x="80513" y="214502"/>
                    <a:pt x="46647" y="180667"/>
                    <a:pt x="38340" y="135340"/>
                  </a:cubicBezTo>
                  <a:lnTo>
                    <a:pt x="136745" y="135340"/>
                  </a:lnTo>
                  <a:cubicBezTo>
                    <a:pt x="140579" y="135340"/>
                    <a:pt x="143135" y="132787"/>
                    <a:pt x="143135" y="128956"/>
                  </a:cubicBezTo>
                  <a:cubicBezTo>
                    <a:pt x="143135" y="125126"/>
                    <a:pt x="140579" y="122572"/>
                    <a:pt x="136745" y="122572"/>
                  </a:cubicBezTo>
                  <a:lnTo>
                    <a:pt x="36423" y="122572"/>
                  </a:lnTo>
                  <a:cubicBezTo>
                    <a:pt x="36423" y="119380"/>
                    <a:pt x="35783" y="116827"/>
                    <a:pt x="35783" y="113635"/>
                  </a:cubicBezTo>
                  <a:cubicBezTo>
                    <a:pt x="35783" y="110443"/>
                    <a:pt x="35783" y="107889"/>
                    <a:pt x="36423" y="104697"/>
                  </a:cubicBezTo>
                  <a:lnTo>
                    <a:pt x="136745" y="104697"/>
                  </a:lnTo>
                  <a:cubicBezTo>
                    <a:pt x="140579" y="104697"/>
                    <a:pt x="143135" y="102144"/>
                    <a:pt x="143135" y="98313"/>
                  </a:cubicBezTo>
                  <a:cubicBezTo>
                    <a:pt x="143135" y="94483"/>
                    <a:pt x="140579" y="91929"/>
                    <a:pt x="136745" y="91929"/>
                  </a:cubicBezTo>
                  <a:lnTo>
                    <a:pt x="38340" y="91929"/>
                  </a:lnTo>
                  <a:cubicBezTo>
                    <a:pt x="46647" y="46603"/>
                    <a:pt x="81153" y="12768"/>
                    <a:pt x="121409" y="12768"/>
                  </a:cubicBezTo>
                  <a:close/>
                </a:path>
              </a:pathLst>
            </a:custGeom>
            <a:solidFill>
              <a:srgbClr val="007680"/>
            </a:solidFill>
            <a:ln w="6390" cap="flat">
              <a:noFill/>
              <a:prstDash val="solid"/>
              <a:miter/>
            </a:ln>
          </p:spPr>
          <p:txBody>
            <a:bodyPr rtlCol="0" anchor="ctr"/>
            <a:lstStyle/>
            <a:p>
              <a:endParaRPr lang="en-US"/>
            </a:p>
          </p:txBody>
        </p:sp>
      </p:grpSp>
      <p:grpSp>
        <p:nvGrpSpPr>
          <p:cNvPr id="97" name="Graphic 4">
            <a:extLst>
              <a:ext uri="{FF2B5EF4-FFF2-40B4-BE49-F238E27FC236}">
                <a16:creationId xmlns:a16="http://schemas.microsoft.com/office/drawing/2014/main" id="{3455E0D9-1382-FF41-B9A3-4993A26623F4}"/>
              </a:ext>
            </a:extLst>
          </p:cNvPr>
          <p:cNvGrpSpPr/>
          <p:nvPr/>
        </p:nvGrpSpPr>
        <p:grpSpPr>
          <a:xfrm>
            <a:off x="8841116" y="918179"/>
            <a:ext cx="361670" cy="361333"/>
            <a:chOff x="8841116" y="918179"/>
            <a:chExt cx="361670" cy="361333"/>
          </a:xfrm>
          <a:solidFill>
            <a:srgbClr val="007680"/>
          </a:solidFill>
        </p:grpSpPr>
        <p:sp>
          <p:nvSpPr>
            <p:cNvPr id="98" name="Graphic 4">
              <a:extLst>
                <a:ext uri="{FF2B5EF4-FFF2-40B4-BE49-F238E27FC236}">
                  <a16:creationId xmlns:a16="http://schemas.microsoft.com/office/drawing/2014/main" id="{B3C6E194-383E-F442-B6B4-2C25F05E5418}"/>
                </a:ext>
              </a:extLst>
            </p:cNvPr>
            <p:cNvSpPr/>
            <p:nvPr/>
          </p:nvSpPr>
          <p:spPr>
            <a:xfrm>
              <a:off x="8841116" y="918179"/>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3" y="361333"/>
                    <a:pt x="180836" y="361333"/>
                  </a:cubicBezTo>
                  <a:cubicBezTo>
                    <a:pt x="281157" y="361333"/>
                    <a:pt x="361670" y="280257"/>
                    <a:pt x="361670" y="180667"/>
                  </a:cubicBezTo>
                  <a:cubicBezTo>
                    <a:pt x="361670"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873"/>
                    <a:pt x="274128" y="349204"/>
                    <a:pt x="180836" y="349204"/>
                  </a:cubicBezTo>
                  <a:close/>
                </a:path>
              </a:pathLst>
            </a:custGeom>
            <a:solidFill>
              <a:srgbClr val="007680"/>
            </a:solidFill>
            <a:ln w="6390" cap="flat">
              <a:noFill/>
              <a:prstDash val="solid"/>
              <a:miter/>
            </a:ln>
          </p:spPr>
          <p:txBody>
            <a:bodyPr rtlCol="0" anchor="ctr"/>
            <a:lstStyle/>
            <a:p>
              <a:endParaRPr lang="en-US"/>
            </a:p>
          </p:txBody>
        </p:sp>
        <p:sp>
          <p:nvSpPr>
            <p:cNvPr id="99" name="Graphic 4">
              <a:extLst>
                <a:ext uri="{FF2B5EF4-FFF2-40B4-BE49-F238E27FC236}">
                  <a16:creationId xmlns:a16="http://schemas.microsoft.com/office/drawing/2014/main" id="{391262F2-C7A1-E543-A1CA-64A3A4583E86}"/>
                </a:ext>
              </a:extLst>
            </p:cNvPr>
            <p:cNvSpPr/>
            <p:nvPr/>
          </p:nvSpPr>
          <p:spPr>
            <a:xfrm>
              <a:off x="8938463" y="990497"/>
              <a:ext cx="163143" cy="216876"/>
            </a:xfrm>
            <a:custGeom>
              <a:avLst/>
              <a:gdLst>
                <a:gd name="connsiteX0" fmla="*/ 150583 w 163143"/>
                <a:gd name="connsiteY0" fmla="*/ 166443 h 216876"/>
                <a:gd name="connsiteX1" fmla="*/ 156334 w 163143"/>
                <a:gd name="connsiteY1" fmla="*/ 126862 h 216876"/>
                <a:gd name="connsiteX2" fmla="*/ 109687 w 163143"/>
                <a:gd name="connsiteY2" fmla="*/ 43870 h 216876"/>
                <a:gd name="connsiteX3" fmla="*/ 133330 w 163143"/>
                <a:gd name="connsiteY3" fmla="*/ 18334 h 216876"/>
                <a:gd name="connsiteX4" fmla="*/ 134608 w 163143"/>
                <a:gd name="connsiteY4" fmla="*/ 12589 h 216876"/>
                <a:gd name="connsiteX5" fmla="*/ 125023 w 163143"/>
                <a:gd name="connsiteY5" fmla="*/ 2374 h 216876"/>
                <a:gd name="connsiteX6" fmla="*/ 82850 w 163143"/>
                <a:gd name="connsiteY6" fmla="*/ 7481 h 216876"/>
                <a:gd name="connsiteX7" fmla="*/ 40676 w 163143"/>
                <a:gd name="connsiteY7" fmla="*/ 2374 h 216876"/>
                <a:gd name="connsiteX8" fmla="*/ 31091 w 163143"/>
                <a:gd name="connsiteY8" fmla="*/ 12589 h 216876"/>
                <a:gd name="connsiteX9" fmla="*/ 32369 w 163143"/>
                <a:gd name="connsiteY9" fmla="*/ 18334 h 216876"/>
                <a:gd name="connsiteX10" fmla="*/ 56012 w 163143"/>
                <a:gd name="connsiteY10" fmla="*/ 43870 h 216876"/>
                <a:gd name="connsiteX11" fmla="*/ 15116 w 163143"/>
                <a:gd name="connsiteY11" fmla="*/ 165804 h 216876"/>
                <a:gd name="connsiteX12" fmla="*/ 420 w 163143"/>
                <a:gd name="connsiteY12" fmla="*/ 207300 h 216876"/>
                <a:gd name="connsiteX13" fmla="*/ 1058 w 163143"/>
                <a:gd name="connsiteY13" fmla="*/ 213684 h 216876"/>
                <a:gd name="connsiteX14" fmla="*/ 6171 w 163143"/>
                <a:gd name="connsiteY14" fmla="*/ 216876 h 216876"/>
                <a:gd name="connsiteX15" fmla="*/ 156973 w 163143"/>
                <a:gd name="connsiteY15" fmla="*/ 216876 h 216876"/>
                <a:gd name="connsiteX16" fmla="*/ 162085 w 163143"/>
                <a:gd name="connsiteY16" fmla="*/ 213684 h 216876"/>
                <a:gd name="connsiteX17" fmla="*/ 162724 w 163143"/>
                <a:gd name="connsiteY17" fmla="*/ 207300 h 216876"/>
                <a:gd name="connsiteX18" fmla="*/ 150583 w 163143"/>
                <a:gd name="connsiteY18" fmla="*/ 166443 h 216876"/>
                <a:gd name="connsiteX19" fmla="*/ 47705 w 163143"/>
                <a:gd name="connsiteY19" fmla="*/ 13865 h 216876"/>
                <a:gd name="connsiteX20" fmla="*/ 80933 w 163143"/>
                <a:gd name="connsiteY20" fmla="*/ 20249 h 216876"/>
                <a:gd name="connsiteX21" fmla="*/ 80933 w 163143"/>
                <a:gd name="connsiteY21" fmla="*/ 20249 h 216876"/>
                <a:gd name="connsiteX22" fmla="*/ 82210 w 163143"/>
                <a:gd name="connsiteY22" fmla="*/ 20249 h 216876"/>
                <a:gd name="connsiteX23" fmla="*/ 83489 w 163143"/>
                <a:gd name="connsiteY23" fmla="*/ 20249 h 216876"/>
                <a:gd name="connsiteX24" fmla="*/ 84766 w 163143"/>
                <a:gd name="connsiteY24" fmla="*/ 20249 h 216876"/>
                <a:gd name="connsiteX25" fmla="*/ 86045 w 163143"/>
                <a:gd name="connsiteY25" fmla="*/ 20249 h 216876"/>
                <a:gd name="connsiteX26" fmla="*/ 86045 w 163143"/>
                <a:gd name="connsiteY26" fmla="*/ 20249 h 216876"/>
                <a:gd name="connsiteX27" fmla="*/ 119272 w 163143"/>
                <a:gd name="connsiteY27" fmla="*/ 13865 h 216876"/>
                <a:gd name="connsiteX28" fmla="*/ 119911 w 163143"/>
                <a:gd name="connsiteY28" fmla="*/ 13865 h 216876"/>
                <a:gd name="connsiteX29" fmla="*/ 96908 w 163143"/>
                <a:gd name="connsiteY29" fmla="*/ 38125 h 216876"/>
                <a:gd name="connsiteX30" fmla="*/ 69430 w 163143"/>
                <a:gd name="connsiteY30" fmla="*/ 38125 h 216876"/>
                <a:gd name="connsiteX31" fmla="*/ 47705 w 163143"/>
                <a:gd name="connsiteY31" fmla="*/ 13865 h 216876"/>
                <a:gd name="connsiteX32" fmla="*/ 47705 w 163143"/>
                <a:gd name="connsiteY32" fmla="*/ 13865 h 216876"/>
                <a:gd name="connsiteX33" fmla="*/ 18311 w 163143"/>
                <a:gd name="connsiteY33" fmla="*/ 204108 h 216876"/>
                <a:gd name="connsiteX34" fmla="*/ 29813 w 163143"/>
                <a:gd name="connsiteY34" fmla="*/ 165166 h 216876"/>
                <a:gd name="connsiteX35" fmla="*/ 29174 w 163143"/>
                <a:gd name="connsiteY35" fmla="*/ 162612 h 216876"/>
                <a:gd name="connsiteX36" fmla="*/ 69430 w 163143"/>
                <a:gd name="connsiteY36" fmla="*/ 51531 h 216876"/>
                <a:gd name="connsiteX37" fmla="*/ 98185 w 163143"/>
                <a:gd name="connsiteY37" fmla="*/ 51531 h 216876"/>
                <a:gd name="connsiteX38" fmla="*/ 138442 w 163143"/>
                <a:gd name="connsiteY38" fmla="*/ 162612 h 216876"/>
                <a:gd name="connsiteX39" fmla="*/ 137803 w 163143"/>
                <a:gd name="connsiteY39" fmla="*/ 165166 h 216876"/>
                <a:gd name="connsiteX40" fmla="*/ 149305 w 163143"/>
                <a:gd name="connsiteY40" fmla="*/ 204108 h 216876"/>
                <a:gd name="connsiteX41" fmla="*/ 18311 w 163143"/>
                <a:gd name="connsiteY41" fmla="*/ 204108 h 216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63143" h="216876">
                  <a:moveTo>
                    <a:pt x="150583" y="166443"/>
                  </a:moveTo>
                  <a:cubicBezTo>
                    <a:pt x="152500" y="161974"/>
                    <a:pt x="157612" y="147291"/>
                    <a:pt x="156334" y="126862"/>
                  </a:cubicBezTo>
                  <a:cubicBezTo>
                    <a:pt x="155056" y="105795"/>
                    <a:pt x="145471" y="75152"/>
                    <a:pt x="109687" y="43870"/>
                  </a:cubicBezTo>
                  <a:lnTo>
                    <a:pt x="133330" y="18334"/>
                  </a:lnTo>
                  <a:cubicBezTo>
                    <a:pt x="134608" y="16419"/>
                    <a:pt x="135247" y="14504"/>
                    <a:pt x="134608" y="12589"/>
                  </a:cubicBezTo>
                  <a:cubicBezTo>
                    <a:pt x="134608" y="11312"/>
                    <a:pt x="132691" y="5566"/>
                    <a:pt x="125023" y="2374"/>
                  </a:cubicBezTo>
                  <a:cubicBezTo>
                    <a:pt x="115438" y="-2095"/>
                    <a:pt x="101380" y="-179"/>
                    <a:pt x="82850" y="7481"/>
                  </a:cubicBezTo>
                  <a:cubicBezTo>
                    <a:pt x="64319" y="-179"/>
                    <a:pt x="50261" y="-2095"/>
                    <a:pt x="40676" y="2374"/>
                  </a:cubicBezTo>
                  <a:cubicBezTo>
                    <a:pt x="33647" y="5566"/>
                    <a:pt x="31730" y="11312"/>
                    <a:pt x="31091" y="12589"/>
                  </a:cubicBezTo>
                  <a:cubicBezTo>
                    <a:pt x="30452" y="14504"/>
                    <a:pt x="31091" y="17057"/>
                    <a:pt x="32369" y="18334"/>
                  </a:cubicBezTo>
                  <a:lnTo>
                    <a:pt x="56012" y="43870"/>
                  </a:lnTo>
                  <a:cubicBezTo>
                    <a:pt x="-7888" y="99411"/>
                    <a:pt x="11282" y="155590"/>
                    <a:pt x="15116" y="165804"/>
                  </a:cubicBezTo>
                  <a:cubicBezTo>
                    <a:pt x="14477" y="176657"/>
                    <a:pt x="4892" y="199001"/>
                    <a:pt x="420" y="207300"/>
                  </a:cubicBezTo>
                  <a:cubicBezTo>
                    <a:pt x="-219" y="209215"/>
                    <a:pt x="-219" y="211769"/>
                    <a:pt x="1058" y="213684"/>
                  </a:cubicBezTo>
                  <a:cubicBezTo>
                    <a:pt x="2336" y="215599"/>
                    <a:pt x="4253" y="216876"/>
                    <a:pt x="6171" y="216876"/>
                  </a:cubicBezTo>
                  <a:lnTo>
                    <a:pt x="156973" y="216876"/>
                  </a:lnTo>
                  <a:cubicBezTo>
                    <a:pt x="158890" y="216876"/>
                    <a:pt x="161446" y="215599"/>
                    <a:pt x="162085" y="213684"/>
                  </a:cubicBezTo>
                  <a:cubicBezTo>
                    <a:pt x="163363" y="211769"/>
                    <a:pt x="163363" y="209215"/>
                    <a:pt x="162724" y="207300"/>
                  </a:cubicBezTo>
                  <a:cubicBezTo>
                    <a:pt x="160807" y="199639"/>
                    <a:pt x="151222" y="177295"/>
                    <a:pt x="150583" y="166443"/>
                  </a:cubicBezTo>
                  <a:close/>
                  <a:moveTo>
                    <a:pt x="47705" y="13865"/>
                  </a:moveTo>
                  <a:cubicBezTo>
                    <a:pt x="51539" y="12589"/>
                    <a:pt x="60485" y="11312"/>
                    <a:pt x="80933" y="20249"/>
                  </a:cubicBezTo>
                  <a:cubicBezTo>
                    <a:pt x="80933" y="20249"/>
                    <a:pt x="80933" y="20249"/>
                    <a:pt x="80933" y="20249"/>
                  </a:cubicBezTo>
                  <a:cubicBezTo>
                    <a:pt x="81572" y="20249"/>
                    <a:pt x="82210" y="20249"/>
                    <a:pt x="82210" y="20249"/>
                  </a:cubicBezTo>
                  <a:cubicBezTo>
                    <a:pt x="82850" y="20249"/>
                    <a:pt x="82850" y="20249"/>
                    <a:pt x="83489" y="20249"/>
                  </a:cubicBezTo>
                  <a:cubicBezTo>
                    <a:pt x="84128" y="20249"/>
                    <a:pt x="84128" y="20249"/>
                    <a:pt x="84766" y="20249"/>
                  </a:cubicBezTo>
                  <a:cubicBezTo>
                    <a:pt x="85405" y="20249"/>
                    <a:pt x="86045" y="20249"/>
                    <a:pt x="86045" y="20249"/>
                  </a:cubicBezTo>
                  <a:cubicBezTo>
                    <a:pt x="86045" y="20249"/>
                    <a:pt x="86045" y="20249"/>
                    <a:pt x="86045" y="20249"/>
                  </a:cubicBezTo>
                  <a:cubicBezTo>
                    <a:pt x="106492" y="11312"/>
                    <a:pt x="116077" y="12589"/>
                    <a:pt x="119272" y="13865"/>
                  </a:cubicBezTo>
                  <a:cubicBezTo>
                    <a:pt x="119272" y="13865"/>
                    <a:pt x="119911" y="13865"/>
                    <a:pt x="119911" y="13865"/>
                  </a:cubicBezTo>
                  <a:lnTo>
                    <a:pt x="96908" y="38125"/>
                  </a:lnTo>
                  <a:lnTo>
                    <a:pt x="69430" y="38125"/>
                  </a:lnTo>
                  <a:lnTo>
                    <a:pt x="47705" y="13865"/>
                  </a:lnTo>
                  <a:cubicBezTo>
                    <a:pt x="47066" y="14504"/>
                    <a:pt x="47705" y="13865"/>
                    <a:pt x="47705" y="13865"/>
                  </a:cubicBezTo>
                  <a:close/>
                  <a:moveTo>
                    <a:pt x="18311" y="204108"/>
                  </a:moveTo>
                  <a:cubicBezTo>
                    <a:pt x="22784" y="193255"/>
                    <a:pt x="29813" y="175380"/>
                    <a:pt x="29813" y="165166"/>
                  </a:cubicBezTo>
                  <a:cubicBezTo>
                    <a:pt x="29813" y="163889"/>
                    <a:pt x="29813" y="163251"/>
                    <a:pt x="29174" y="162612"/>
                  </a:cubicBezTo>
                  <a:cubicBezTo>
                    <a:pt x="27896" y="160059"/>
                    <a:pt x="2976" y="107072"/>
                    <a:pt x="69430" y="51531"/>
                  </a:cubicBezTo>
                  <a:lnTo>
                    <a:pt x="98185" y="51531"/>
                  </a:lnTo>
                  <a:cubicBezTo>
                    <a:pt x="164641" y="107072"/>
                    <a:pt x="139720" y="160697"/>
                    <a:pt x="138442" y="162612"/>
                  </a:cubicBezTo>
                  <a:cubicBezTo>
                    <a:pt x="137803" y="163251"/>
                    <a:pt x="137803" y="164527"/>
                    <a:pt x="137803" y="165166"/>
                  </a:cubicBezTo>
                  <a:cubicBezTo>
                    <a:pt x="137803" y="175380"/>
                    <a:pt x="144832" y="193255"/>
                    <a:pt x="149305" y="204108"/>
                  </a:cubicBezTo>
                  <a:lnTo>
                    <a:pt x="18311" y="204108"/>
                  </a:lnTo>
                  <a:close/>
                </a:path>
              </a:pathLst>
            </a:custGeom>
            <a:solidFill>
              <a:srgbClr val="007680"/>
            </a:solidFill>
            <a:ln w="6390" cap="flat">
              <a:noFill/>
              <a:prstDash val="solid"/>
              <a:miter/>
            </a:ln>
          </p:spPr>
          <p:txBody>
            <a:bodyPr rtlCol="0" anchor="ctr"/>
            <a:lstStyle/>
            <a:p>
              <a:endParaRPr lang="en-US"/>
            </a:p>
          </p:txBody>
        </p:sp>
        <p:sp>
          <p:nvSpPr>
            <p:cNvPr id="100" name="Graphic 4">
              <a:extLst>
                <a:ext uri="{FF2B5EF4-FFF2-40B4-BE49-F238E27FC236}">
                  <a16:creationId xmlns:a16="http://schemas.microsoft.com/office/drawing/2014/main" id="{3668E2FC-37C4-6944-B2B5-C3EF48288658}"/>
                </a:ext>
              </a:extLst>
            </p:cNvPr>
            <p:cNvSpPr/>
            <p:nvPr/>
          </p:nvSpPr>
          <p:spPr>
            <a:xfrm>
              <a:off x="8999587" y="1070756"/>
              <a:ext cx="44729" cy="97674"/>
            </a:xfrm>
            <a:custGeom>
              <a:avLst/>
              <a:gdLst>
                <a:gd name="connsiteX0" fmla="*/ 22365 w 44729"/>
                <a:gd name="connsiteY0" fmla="*/ 23621 h 97674"/>
                <a:gd name="connsiteX1" fmla="*/ 31950 w 44729"/>
                <a:gd name="connsiteY1" fmla="*/ 33197 h 97674"/>
                <a:gd name="connsiteX2" fmla="*/ 38340 w 44729"/>
                <a:gd name="connsiteY2" fmla="*/ 39581 h 97674"/>
                <a:gd name="connsiteX3" fmla="*/ 44730 w 44729"/>
                <a:gd name="connsiteY3" fmla="*/ 33197 h 97674"/>
                <a:gd name="connsiteX4" fmla="*/ 28755 w 44729"/>
                <a:gd name="connsiteY4" fmla="*/ 11491 h 97674"/>
                <a:gd name="connsiteX5" fmla="*/ 28755 w 44729"/>
                <a:gd name="connsiteY5" fmla="*/ 6384 h 97674"/>
                <a:gd name="connsiteX6" fmla="*/ 22365 w 44729"/>
                <a:gd name="connsiteY6" fmla="*/ 0 h 97674"/>
                <a:gd name="connsiteX7" fmla="*/ 15975 w 44729"/>
                <a:gd name="connsiteY7" fmla="*/ 6384 h 97674"/>
                <a:gd name="connsiteX8" fmla="*/ 15975 w 44729"/>
                <a:gd name="connsiteY8" fmla="*/ 11491 h 97674"/>
                <a:gd name="connsiteX9" fmla="*/ 0 w 44729"/>
                <a:gd name="connsiteY9" fmla="*/ 33197 h 97674"/>
                <a:gd name="connsiteX10" fmla="*/ 22365 w 44729"/>
                <a:gd name="connsiteY10" fmla="*/ 55541 h 97674"/>
                <a:gd name="connsiteX11" fmla="*/ 31950 w 44729"/>
                <a:gd name="connsiteY11" fmla="*/ 65117 h 97674"/>
                <a:gd name="connsiteX12" fmla="*/ 22365 w 44729"/>
                <a:gd name="connsiteY12" fmla="*/ 74693 h 97674"/>
                <a:gd name="connsiteX13" fmla="*/ 12780 w 44729"/>
                <a:gd name="connsiteY13" fmla="*/ 65117 h 97674"/>
                <a:gd name="connsiteX14" fmla="*/ 6390 w 44729"/>
                <a:gd name="connsiteY14" fmla="*/ 58733 h 97674"/>
                <a:gd name="connsiteX15" fmla="*/ 0 w 44729"/>
                <a:gd name="connsiteY15" fmla="*/ 65117 h 97674"/>
                <a:gd name="connsiteX16" fmla="*/ 15975 w 44729"/>
                <a:gd name="connsiteY16" fmla="*/ 86184 h 97674"/>
                <a:gd name="connsiteX17" fmla="*/ 15975 w 44729"/>
                <a:gd name="connsiteY17" fmla="*/ 91291 h 97674"/>
                <a:gd name="connsiteX18" fmla="*/ 22365 w 44729"/>
                <a:gd name="connsiteY18" fmla="*/ 97675 h 97674"/>
                <a:gd name="connsiteX19" fmla="*/ 28755 w 44729"/>
                <a:gd name="connsiteY19" fmla="*/ 91291 h 97674"/>
                <a:gd name="connsiteX20" fmla="*/ 28755 w 44729"/>
                <a:gd name="connsiteY20" fmla="*/ 86184 h 97674"/>
                <a:gd name="connsiteX21" fmla="*/ 44730 w 44729"/>
                <a:gd name="connsiteY21" fmla="*/ 65117 h 97674"/>
                <a:gd name="connsiteX22" fmla="*/ 22365 w 44729"/>
                <a:gd name="connsiteY22" fmla="*/ 42773 h 97674"/>
                <a:gd name="connsiteX23" fmla="*/ 12780 w 44729"/>
                <a:gd name="connsiteY23" fmla="*/ 33197 h 97674"/>
                <a:gd name="connsiteX24" fmla="*/ 22365 w 44729"/>
                <a:gd name="connsiteY24" fmla="*/ 23621 h 97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4729" h="97674">
                  <a:moveTo>
                    <a:pt x="22365" y="23621"/>
                  </a:moveTo>
                  <a:cubicBezTo>
                    <a:pt x="28116" y="23621"/>
                    <a:pt x="31950" y="28089"/>
                    <a:pt x="31950" y="33197"/>
                  </a:cubicBezTo>
                  <a:cubicBezTo>
                    <a:pt x="31950" y="37027"/>
                    <a:pt x="34506" y="39581"/>
                    <a:pt x="38340" y="39581"/>
                  </a:cubicBezTo>
                  <a:cubicBezTo>
                    <a:pt x="42173" y="39581"/>
                    <a:pt x="44730" y="37027"/>
                    <a:pt x="44730" y="33197"/>
                  </a:cubicBezTo>
                  <a:cubicBezTo>
                    <a:pt x="44730" y="22982"/>
                    <a:pt x="37701" y="14683"/>
                    <a:pt x="28755" y="11491"/>
                  </a:cubicBezTo>
                  <a:lnTo>
                    <a:pt x="28755" y="6384"/>
                  </a:lnTo>
                  <a:cubicBezTo>
                    <a:pt x="28755" y="2554"/>
                    <a:pt x="26199" y="0"/>
                    <a:pt x="22365" y="0"/>
                  </a:cubicBezTo>
                  <a:cubicBezTo>
                    <a:pt x="18531" y="0"/>
                    <a:pt x="15975" y="2554"/>
                    <a:pt x="15975" y="6384"/>
                  </a:cubicBezTo>
                  <a:lnTo>
                    <a:pt x="15975" y="11491"/>
                  </a:lnTo>
                  <a:cubicBezTo>
                    <a:pt x="7029" y="14045"/>
                    <a:pt x="0" y="22982"/>
                    <a:pt x="0" y="33197"/>
                  </a:cubicBezTo>
                  <a:cubicBezTo>
                    <a:pt x="0" y="45326"/>
                    <a:pt x="10224" y="55541"/>
                    <a:pt x="22365" y="55541"/>
                  </a:cubicBezTo>
                  <a:cubicBezTo>
                    <a:pt x="28116" y="55541"/>
                    <a:pt x="31950" y="60009"/>
                    <a:pt x="31950" y="65117"/>
                  </a:cubicBezTo>
                  <a:cubicBezTo>
                    <a:pt x="31950" y="70224"/>
                    <a:pt x="27476" y="74693"/>
                    <a:pt x="22365" y="74693"/>
                  </a:cubicBezTo>
                  <a:cubicBezTo>
                    <a:pt x="17253" y="74693"/>
                    <a:pt x="12780" y="70224"/>
                    <a:pt x="12780" y="65117"/>
                  </a:cubicBezTo>
                  <a:cubicBezTo>
                    <a:pt x="12780" y="61286"/>
                    <a:pt x="10224" y="58733"/>
                    <a:pt x="6390" y="58733"/>
                  </a:cubicBezTo>
                  <a:cubicBezTo>
                    <a:pt x="2556" y="58733"/>
                    <a:pt x="0" y="61286"/>
                    <a:pt x="0" y="65117"/>
                  </a:cubicBezTo>
                  <a:cubicBezTo>
                    <a:pt x="0" y="75331"/>
                    <a:pt x="7029" y="83630"/>
                    <a:pt x="15975" y="86184"/>
                  </a:cubicBezTo>
                  <a:lnTo>
                    <a:pt x="15975" y="91291"/>
                  </a:lnTo>
                  <a:cubicBezTo>
                    <a:pt x="15975" y="95121"/>
                    <a:pt x="18531" y="97675"/>
                    <a:pt x="22365" y="97675"/>
                  </a:cubicBezTo>
                  <a:cubicBezTo>
                    <a:pt x="26199" y="97675"/>
                    <a:pt x="28755" y="95121"/>
                    <a:pt x="28755" y="91291"/>
                  </a:cubicBezTo>
                  <a:lnTo>
                    <a:pt x="28755" y="86184"/>
                  </a:lnTo>
                  <a:cubicBezTo>
                    <a:pt x="38340" y="83630"/>
                    <a:pt x="44730" y="75331"/>
                    <a:pt x="44730" y="65117"/>
                  </a:cubicBezTo>
                  <a:cubicBezTo>
                    <a:pt x="44730" y="52349"/>
                    <a:pt x="34506" y="42773"/>
                    <a:pt x="22365" y="42773"/>
                  </a:cubicBezTo>
                  <a:cubicBezTo>
                    <a:pt x="17253" y="42773"/>
                    <a:pt x="12780" y="38304"/>
                    <a:pt x="12780" y="33197"/>
                  </a:cubicBezTo>
                  <a:cubicBezTo>
                    <a:pt x="12780" y="28089"/>
                    <a:pt x="17253" y="23621"/>
                    <a:pt x="22365" y="23621"/>
                  </a:cubicBezTo>
                  <a:close/>
                </a:path>
              </a:pathLst>
            </a:custGeom>
            <a:solidFill>
              <a:srgbClr val="007680"/>
            </a:solidFill>
            <a:ln w="6390" cap="flat">
              <a:noFill/>
              <a:prstDash val="solid"/>
              <a:miter/>
            </a:ln>
          </p:spPr>
          <p:txBody>
            <a:bodyPr rtlCol="0" anchor="ctr"/>
            <a:lstStyle/>
            <a:p>
              <a:endParaRPr lang="en-US"/>
            </a:p>
          </p:txBody>
        </p:sp>
      </p:grpSp>
      <p:grpSp>
        <p:nvGrpSpPr>
          <p:cNvPr id="101" name="Graphic 4">
            <a:extLst>
              <a:ext uri="{FF2B5EF4-FFF2-40B4-BE49-F238E27FC236}">
                <a16:creationId xmlns:a16="http://schemas.microsoft.com/office/drawing/2014/main" id="{3CE8040B-5A1D-DE4B-AC3B-F4DFB74D332A}"/>
              </a:ext>
            </a:extLst>
          </p:cNvPr>
          <p:cNvGrpSpPr/>
          <p:nvPr/>
        </p:nvGrpSpPr>
        <p:grpSpPr>
          <a:xfrm>
            <a:off x="467743" y="3824168"/>
            <a:ext cx="361670" cy="361333"/>
            <a:chOff x="467743" y="3824168"/>
            <a:chExt cx="361670" cy="361333"/>
          </a:xfrm>
          <a:solidFill>
            <a:srgbClr val="004F59"/>
          </a:solidFill>
        </p:grpSpPr>
        <p:sp>
          <p:nvSpPr>
            <p:cNvPr id="102" name="Graphic 4">
              <a:extLst>
                <a:ext uri="{FF2B5EF4-FFF2-40B4-BE49-F238E27FC236}">
                  <a16:creationId xmlns:a16="http://schemas.microsoft.com/office/drawing/2014/main" id="{9E450AA1-07BE-DF4B-9F1F-92A4BA1ADECD}"/>
                </a:ext>
              </a:extLst>
            </p:cNvPr>
            <p:cNvSpPr/>
            <p:nvPr/>
          </p:nvSpPr>
          <p:spPr>
            <a:xfrm>
              <a:off x="467743"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257"/>
                    <a:pt x="361670" y="180667"/>
                  </a:cubicBezTo>
                  <a:cubicBezTo>
                    <a:pt x="361670" y="81076"/>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4F59"/>
            </a:solidFill>
            <a:ln w="6390" cap="flat">
              <a:noFill/>
              <a:prstDash val="solid"/>
              <a:miter/>
            </a:ln>
          </p:spPr>
          <p:txBody>
            <a:bodyPr rtlCol="0" anchor="ctr"/>
            <a:lstStyle/>
            <a:p>
              <a:endParaRPr lang="en-US"/>
            </a:p>
          </p:txBody>
        </p:sp>
        <p:sp>
          <p:nvSpPr>
            <p:cNvPr id="103" name="Graphic 4">
              <a:extLst>
                <a:ext uri="{FF2B5EF4-FFF2-40B4-BE49-F238E27FC236}">
                  <a16:creationId xmlns:a16="http://schemas.microsoft.com/office/drawing/2014/main" id="{5FEDDF57-866F-5F4C-A6AE-D623FD6B5086}"/>
                </a:ext>
              </a:extLst>
            </p:cNvPr>
            <p:cNvSpPr/>
            <p:nvPr/>
          </p:nvSpPr>
          <p:spPr>
            <a:xfrm>
              <a:off x="561675" y="3918012"/>
              <a:ext cx="173806" cy="173644"/>
            </a:xfrm>
            <a:custGeom>
              <a:avLst/>
              <a:gdLst>
                <a:gd name="connsiteX0" fmla="*/ 162943 w 173806"/>
                <a:gd name="connsiteY0" fmla="*/ 1915 h 173644"/>
                <a:gd name="connsiteX1" fmla="*/ 1917 w 173806"/>
                <a:gd name="connsiteY1" fmla="*/ 162791 h 173644"/>
                <a:gd name="connsiteX2" fmla="*/ 1917 w 173806"/>
                <a:gd name="connsiteY2" fmla="*/ 171729 h 173644"/>
                <a:gd name="connsiteX3" fmla="*/ 6390 w 173806"/>
                <a:gd name="connsiteY3" fmla="*/ 173644 h 173644"/>
                <a:gd name="connsiteX4" fmla="*/ 10863 w 173806"/>
                <a:gd name="connsiteY4" fmla="*/ 171729 h 173644"/>
                <a:gd name="connsiteX5" fmla="*/ 171889 w 173806"/>
                <a:gd name="connsiteY5" fmla="*/ 10853 h 173644"/>
                <a:gd name="connsiteX6" fmla="*/ 171889 w 173806"/>
                <a:gd name="connsiteY6" fmla="*/ 1915 h 173644"/>
                <a:gd name="connsiteX7" fmla="*/ 162943 w 173806"/>
                <a:gd name="connsiteY7" fmla="*/ 1915 h 173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806" h="173644">
                  <a:moveTo>
                    <a:pt x="162943" y="1915"/>
                  </a:moveTo>
                  <a:lnTo>
                    <a:pt x="1917" y="162791"/>
                  </a:lnTo>
                  <a:cubicBezTo>
                    <a:pt x="-639" y="165345"/>
                    <a:pt x="-639" y="169175"/>
                    <a:pt x="1917" y="171729"/>
                  </a:cubicBezTo>
                  <a:cubicBezTo>
                    <a:pt x="3195" y="173006"/>
                    <a:pt x="5112" y="173644"/>
                    <a:pt x="6390" y="173644"/>
                  </a:cubicBezTo>
                  <a:cubicBezTo>
                    <a:pt x="7668" y="173644"/>
                    <a:pt x="9585" y="173006"/>
                    <a:pt x="10863" y="171729"/>
                  </a:cubicBezTo>
                  <a:lnTo>
                    <a:pt x="171889" y="10853"/>
                  </a:lnTo>
                  <a:cubicBezTo>
                    <a:pt x="174445" y="8299"/>
                    <a:pt x="174445" y="4469"/>
                    <a:pt x="171889" y="1915"/>
                  </a:cubicBezTo>
                  <a:cubicBezTo>
                    <a:pt x="169333" y="-638"/>
                    <a:pt x="165499" y="-638"/>
                    <a:pt x="162943" y="1915"/>
                  </a:cubicBezTo>
                  <a:close/>
                </a:path>
              </a:pathLst>
            </a:custGeom>
            <a:solidFill>
              <a:srgbClr val="004F59"/>
            </a:solidFill>
            <a:ln w="6390" cap="flat">
              <a:noFill/>
              <a:prstDash val="solid"/>
              <a:miter/>
            </a:ln>
          </p:spPr>
          <p:txBody>
            <a:bodyPr rtlCol="0" anchor="ctr"/>
            <a:lstStyle/>
            <a:p>
              <a:endParaRPr lang="en-US"/>
            </a:p>
          </p:txBody>
        </p:sp>
        <p:sp>
          <p:nvSpPr>
            <p:cNvPr id="104" name="Graphic 4">
              <a:extLst>
                <a:ext uri="{FF2B5EF4-FFF2-40B4-BE49-F238E27FC236}">
                  <a16:creationId xmlns:a16="http://schemas.microsoft.com/office/drawing/2014/main" id="{72EC0ADF-60CE-5941-B63B-7E104A100D5C}"/>
                </a:ext>
              </a:extLst>
            </p:cNvPr>
            <p:cNvSpPr/>
            <p:nvPr/>
          </p:nvSpPr>
          <p:spPr>
            <a:xfrm>
              <a:off x="688835" y="4046968"/>
              <a:ext cx="35783" cy="35750"/>
            </a:xfrm>
            <a:custGeom>
              <a:avLst/>
              <a:gdLst>
                <a:gd name="connsiteX0" fmla="*/ 17892 w 35783"/>
                <a:gd name="connsiteY0" fmla="*/ 0 h 35750"/>
                <a:gd name="connsiteX1" fmla="*/ 0 w 35783"/>
                <a:gd name="connsiteY1" fmla="*/ 17875 h 35750"/>
                <a:gd name="connsiteX2" fmla="*/ 17892 w 35783"/>
                <a:gd name="connsiteY2" fmla="*/ 35751 h 35750"/>
                <a:gd name="connsiteX3" fmla="*/ 35784 w 35783"/>
                <a:gd name="connsiteY3" fmla="*/ 17875 h 35750"/>
                <a:gd name="connsiteX4" fmla="*/ 17892 w 35783"/>
                <a:gd name="connsiteY4" fmla="*/ 0 h 35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83" h="35750">
                  <a:moveTo>
                    <a:pt x="17892" y="0"/>
                  </a:moveTo>
                  <a:cubicBezTo>
                    <a:pt x="7668" y="0"/>
                    <a:pt x="0" y="8299"/>
                    <a:pt x="0" y="17875"/>
                  </a:cubicBezTo>
                  <a:cubicBezTo>
                    <a:pt x="0" y="27451"/>
                    <a:pt x="8307" y="35751"/>
                    <a:pt x="17892" y="35751"/>
                  </a:cubicBezTo>
                  <a:cubicBezTo>
                    <a:pt x="27477" y="35751"/>
                    <a:pt x="35784" y="27451"/>
                    <a:pt x="35784" y="17875"/>
                  </a:cubicBezTo>
                  <a:cubicBezTo>
                    <a:pt x="35784" y="8299"/>
                    <a:pt x="28116" y="0"/>
                    <a:pt x="17892" y="0"/>
                  </a:cubicBezTo>
                  <a:close/>
                </a:path>
              </a:pathLst>
            </a:custGeom>
            <a:solidFill>
              <a:srgbClr val="004F59"/>
            </a:solidFill>
            <a:ln w="6390" cap="flat">
              <a:noFill/>
              <a:prstDash val="solid"/>
              <a:miter/>
            </a:ln>
          </p:spPr>
          <p:txBody>
            <a:bodyPr rtlCol="0" anchor="ctr"/>
            <a:lstStyle/>
            <a:p>
              <a:endParaRPr lang="en-US"/>
            </a:p>
          </p:txBody>
        </p:sp>
        <p:sp>
          <p:nvSpPr>
            <p:cNvPr id="105" name="Graphic 4">
              <a:extLst>
                <a:ext uri="{FF2B5EF4-FFF2-40B4-BE49-F238E27FC236}">
                  <a16:creationId xmlns:a16="http://schemas.microsoft.com/office/drawing/2014/main" id="{F912F4E4-6B47-184D-B985-BE9D0E92358E}"/>
                </a:ext>
              </a:extLst>
            </p:cNvPr>
            <p:cNvSpPr/>
            <p:nvPr/>
          </p:nvSpPr>
          <p:spPr>
            <a:xfrm>
              <a:off x="578289" y="3926311"/>
              <a:ext cx="35783" cy="35750"/>
            </a:xfrm>
            <a:custGeom>
              <a:avLst/>
              <a:gdLst>
                <a:gd name="connsiteX0" fmla="*/ 35784 w 35783"/>
                <a:gd name="connsiteY0" fmla="*/ 17875 h 35750"/>
                <a:gd name="connsiteX1" fmla="*/ 17892 w 35783"/>
                <a:gd name="connsiteY1" fmla="*/ 35750 h 35750"/>
                <a:gd name="connsiteX2" fmla="*/ 0 w 35783"/>
                <a:gd name="connsiteY2" fmla="*/ 17875 h 35750"/>
                <a:gd name="connsiteX3" fmla="*/ 17892 w 35783"/>
                <a:gd name="connsiteY3" fmla="*/ 0 h 35750"/>
                <a:gd name="connsiteX4" fmla="*/ 35784 w 35783"/>
                <a:gd name="connsiteY4" fmla="*/ 17875 h 35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83" h="35750">
                  <a:moveTo>
                    <a:pt x="35784" y="17875"/>
                  </a:moveTo>
                  <a:cubicBezTo>
                    <a:pt x="35784" y="27747"/>
                    <a:pt x="27773" y="35750"/>
                    <a:pt x="17892" y="35750"/>
                  </a:cubicBezTo>
                  <a:cubicBezTo>
                    <a:pt x="8010" y="35750"/>
                    <a:pt x="0" y="27747"/>
                    <a:pt x="0" y="17875"/>
                  </a:cubicBezTo>
                  <a:cubicBezTo>
                    <a:pt x="0" y="8003"/>
                    <a:pt x="8010" y="0"/>
                    <a:pt x="17892" y="0"/>
                  </a:cubicBezTo>
                  <a:cubicBezTo>
                    <a:pt x="27773" y="0"/>
                    <a:pt x="35784" y="8003"/>
                    <a:pt x="35784" y="17875"/>
                  </a:cubicBezTo>
                  <a:close/>
                </a:path>
              </a:pathLst>
            </a:custGeom>
            <a:solidFill>
              <a:srgbClr val="004F59"/>
            </a:solidFill>
            <a:ln w="6390" cap="flat">
              <a:noFill/>
              <a:prstDash val="solid"/>
              <a:miter/>
            </a:ln>
          </p:spPr>
          <p:txBody>
            <a:bodyPr rtlCol="0" anchor="ctr"/>
            <a:lstStyle/>
            <a:p>
              <a:endParaRPr lang="en-US"/>
            </a:p>
          </p:txBody>
        </p:sp>
      </p:grpSp>
      <p:grpSp>
        <p:nvGrpSpPr>
          <p:cNvPr id="106" name="Graphic 4">
            <a:extLst>
              <a:ext uri="{FF2B5EF4-FFF2-40B4-BE49-F238E27FC236}">
                <a16:creationId xmlns:a16="http://schemas.microsoft.com/office/drawing/2014/main" id="{C86CD1BB-C643-BB4C-BD4F-AF16397F64CB}"/>
              </a:ext>
            </a:extLst>
          </p:cNvPr>
          <p:cNvGrpSpPr/>
          <p:nvPr/>
        </p:nvGrpSpPr>
        <p:grpSpPr>
          <a:xfrm>
            <a:off x="467743" y="1402085"/>
            <a:ext cx="361670" cy="361333"/>
            <a:chOff x="467743" y="1402085"/>
            <a:chExt cx="361670" cy="361333"/>
          </a:xfrm>
          <a:solidFill>
            <a:srgbClr val="004F59"/>
          </a:solidFill>
        </p:grpSpPr>
        <p:sp>
          <p:nvSpPr>
            <p:cNvPr id="107" name="Graphic 4">
              <a:extLst>
                <a:ext uri="{FF2B5EF4-FFF2-40B4-BE49-F238E27FC236}">
                  <a16:creationId xmlns:a16="http://schemas.microsoft.com/office/drawing/2014/main" id="{1FEDC77D-AE6C-E04B-B96A-133094DFB553}"/>
                </a:ext>
              </a:extLst>
            </p:cNvPr>
            <p:cNvSpPr/>
            <p:nvPr/>
          </p:nvSpPr>
          <p:spPr>
            <a:xfrm>
              <a:off x="467743"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4F59"/>
            </a:solidFill>
            <a:ln w="6390" cap="flat">
              <a:noFill/>
              <a:prstDash val="solid"/>
              <a:miter/>
            </a:ln>
          </p:spPr>
          <p:txBody>
            <a:bodyPr rtlCol="0" anchor="ctr"/>
            <a:lstStyle/>
            <a:p>
              <a:endParaRPr lang="en-US"/>
            </a:p>
          </p:txBody>
        </p:sp>
        <p:sp>
          <p:nvSpPr>
            <p:cNvPr id="108" name="Graphic 4">
              <a:extLst>
                <a:ext uri="{FF2B5EF4-FFF2-40B4-BE49-F238E27FC236}">
                  <a16:creationId xmlns:a16="http://schemas.microsoft.com/office/drawing/2014/main" id="{21230708-D5DB-B945-A720-912F8CEC59F9}"/>
                </a:ext>
              </a:extLst>
            </p:cNvPr>
            <p:cNvSpPr/>
            <p:nvPr/>
          </p:nvSpPr>
          <p:spPr>
            <a:xfrm>
              <a:off x="539310" y="1485076"/>
              <a:ext cx="217896" cy="195988"/>
            </a:xfrm>
            <a:custGeom>
              <a:avLst/>
              <a:gdLst>
                <a:gd name="connsiteX0" fmla="*/ 211507 w 217896"/>
                <a:gd name="connsiteY0" fmla="*/ 66393 h 195988"/>
                <a:gd name="connsiteX1" fmla="*/ 200644 w 217896"/>
                <a:gd name="connsiteY1" fmla="*/ 66393 h 195988"/>
                <a:gd name="connsiteX2" fmla="*/ 174445 w 217896"/>
                <a:gd name="connsiteY2" fmla="*/ 33197 h 195988"/>
                <a:gd name="connsiteX3" fmla="*/ 180835 w 217896"/>
                <a:gd name="connsiteY3" fmla="*/ 8299 h 195988"/>
                <a:gd name="connsiteX4" fmla="*/ 179557 w 217896"/>
                <a:gd name="connsiteY4" fmla="*/ 2554 h 195988"/>
                <a:gd name="connsiteX5" fmla="*/ 174445 w 217896"/>
                <a:gd name="connsiteY5" fmla="*/ 0 h 195988"/>
                <a:gd name="connsiteX6" fmla="*/ 135467 w 217896"/>
                <a:gd name="connsiteY6" fmla="*/ 20429 h 195988"/>
                <a:gd name="connsiteX7" fmla="*/ 94571 w 217896"/>
                <a:gd name="connsiteY7" fmla="*/ 14683 h 195988"/>
                <a:gd name="connsiteX8" fmla="*/ 0 w 217896"/>
                <a:gd name="connsiteY8" fmla="*/ 109166 h 195988"/>
                <a:gd name="connsiteX9" fmla="*/ 12780 w 217896"/>
                <a:gd name="connsiteY9" fmla="*/ 156408 h 195988"/>
                <a:gd name="connsiteX10" fmla="*/ 17892 w 217896"/>
                <a:gd name="connsiteY10" fmla="*/ 159600 h 195988"/>
                <a:gd name="connsiteX11" fmla="*/ 44091 w 217896"/>
                <a:gd name="connsiteY11" fmla="*/ 189604 h 195988"/>
                <a:gd name="connsiteX12" fmla="*/ 50481 w 217896"/>
                <a:gd name="connsiteY12" fmla="*/ 195988 h 195988"/>
                <a:gd name="connsiteX13" fmla="*/ 86903 w 217896"/>
                <a:gd name="connsiteY13" fmla="*/ 195988 h 195988"/>
                <a:gd name="connsiteX14" fmla="*/ 93293 w 217896"/>
                <a:gd name="connsiteY14" fmla="*/ 189604 h 195988"/>
                <a:gd name="connsiteX15" fmla="*/ 93293 w 217896"/>
                <a:gd name="connsiteY15" fmla="*/ 181305 h 195988"/>
                <a:gd name="connsiteX16" fmla="*/ 109907 w 217896"/>
                <a:gd name="connsiteY16" fmla="*/ 181305 h 195988"/>
                <a:gd name="connsiteX17" fmla="*/ 109907 w 217896"/>
                <a:gd name="connsiteY17" fmla="*/ 189604 h 195988"/>
                <a:gd name="connsiteX18" fmla="*/ 116297 w 217896"/>
                <a:gd name="connsiteY18" fmla="*/ 195988 h 195988"/>
                <a:gd name="connsiteX19" fmla="*/ 152720 w 217896"/>
                <a:gd name="connsiteY19" fmla="*/ 195988 h 195988"/>
                <a:gd name="connsiteX20" fmla="*/ 159109 w 217896"/>
                <a:gd name="connsiteY20" fmla="*/ 189604 h 195988"/>
                <a:gd name="connsiteX21" fmla="*/ 159109 w 217896"/>
                <a:gd name="connsiteY21" fmla="*/ 176836 h 195988"/>
                <a:gd name="connsiteX22" fmla="*/ 187225 w 217896"/>
                <a:gd name="connsiteY22" fmla="*/ 122572 h 195988"/>
                <a:gd name="connsiteX23" fmla="*/ 211507 w 217896"/>
                <a:gd name="connsiteY23" fmla="*/ 122572 h 195988"/>
                <a:gd name="connsiteX24" fmla="*/ 217897 w 217896"/>
                <a:gd name="connsiteY24" fmla="*/ 116188 h 195988"/>
                <a:gd name="connsiteX25" fmla="*/ 217897 w 217896"/>
                <a:gd name="connsiteY25" fmla="*/ 72139 h 195988"/>
                <a:gd name="connsiteX26" fmla="*/ 211507 w 217896"/>
                <a:gd name="connsiteY26" fmla="*/ 66393 h 195988"/>
                <a:gd name="connsiteX27" fmla="*/ 205117 w 217896"/>
                <a:gd name="connsiteY27" fmla="*/ 110443 h 195988"/>
                <a:gd name="connsiteX28" fmla="*/ 182113 w 217896"/>
                <a:gd name="connsiteY28" fmla="*/ 110443 h 195988"/>
                <a:gd name="connsiteX29" fmla="*/ 175723 w 217896"/>
                <a:gd name="connsiteY29" fmla="*/ 116188 h 195988"/>
                <a:gd name="connsiteX30" fmla="*/ 148247 w 217896"/>
                <a:gd name="connsiteY30" fmla="*/ 169814 h 195988"/>
                <a:gd name="connsiteX31" fmla="*/ 146330 w 217896"/>
                <a:gd name="connsiteY31" fmla="*/ 174283 h 195988"/>
                <a:gd name="connsiteX32" fmla="*/ 146330 w 217896"/>
                <a:gd name="connsiteY32" fmla="*/ 183220 h 195988"/>
                <a:gd name="connsiteX33" fmla="*/ 122687 w 217896"/>
                <a:gd name="connsiteY33" fmla="*/ 183220 h 195988"/>
                <a:gd name="connsiteX34" fmla="*/ 122687 w 217896"/>
                <a:gd name="connsiteY34" fmla="*/ 174921 h 195988"/>
                <a:gd name="connsiteX35" fmla="*/ 116297 w 217896"/>
                <a:gd name="connsiteY35" fmla="*/ 168537 h 195988"/>
                <a:gd name="connsiteX36" fmla="*/ 86903 w 217896"/>
                <a:gd name="connsiteY36" fmla="*/ 168537 h 195988"/>
                <a:gd name="connsiteX37" fmla="*/ 80513 w 217896"/>
                <a:gd name="connsiteY37" fmla="*/ 174921 h 195988"/>
                <a:gd name="connsiteX38" fmla="*/ 80513 w 217896"/>
                <a:gd name="connsiteY38" fmla="*/ 183220 h 195988"/>
                <a:gd name="connsiteX39" fmla="*/ 56231 w 217896"/>
                <a:gd name="connsiteY39" fmla="*/ 183220 h 195988"/>
                <a:gd name="connsiteX40" fmla="*/ 21726 w 217896"/>
                <a:gd name="connsiteY40" fmla="*/ 146832 h 195988"/>
                <a:gd name="connsiteX41" fmla="*/ 12141 w 217896"/>
                <a:gd name="connsiteY41" fmla="*/ 109166 h 195988"/>
                <a:gd name="connsiteX42" fmla="*/ 93932 w 217896"/>
                <a:gd name="connsiteY42" fmla="*/ 27451 h 195988"/>
                <a:gd name="connsiteX43" fmla="*/ 135467 w 217896"/>
                <a:gd name="connsiteY43" fmla="*/ 34473 h 195988"/>
                <a:gd name="connsiteX44" fmla="*/ 143135 w 217896"/>
                <a:gd name="connsiteY44" fmla="*/ 31281 h 195988"/>
                <a:gd name="connsiteX45" fmla="*/ 165499 w 217896"/>
                <a:gd name="connsiteY45" fmla="*/ 14683 h 195988"/>
                <a:gd name="connsiteX46" fmla="*/ 160387 w 217896"/>
                <a:gd name="connsiteY46" fmla="*/ 34473 h 195988"/>
                <a:gd name="connsiteX47" fmla="*/ 163582 w 217896"/>
                <a:gd name="connsiteY47" fmla="*/ 41496 h 195988"/>
                <a:gd name="connsiteX48" fmla="*/ 190420 w 217896"/>
                <a:gd name="connsiteY48" fmla="*/ 75331 h 195988"/>
                <a:gd name="connsiteX49" fmla="*/ 196171 w 217896"/>
                <a:gd name="connsiteY49" fmla="*/ 79161 h 195988"/>
                <a:gd name="connsiteX50" fmla="*/ 204478 w 217896"/>
                <a:gd name="connsiteY50" fmla="*/ 79161 h 195988"/>
                <a:gd name="connsiteX51" fmla="*/ 204478 w 217896"/>
                <a:gd name="connsiteY51" fmla="*/ 110443 h 195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17896" h="195988">
                  <a:moveTo>
                    <a:pt x="211507" y="66393"/>
                  </a:moveTo>
                  <a:lnTo>
                    <a:pt x="200644" y="66393"/>
                  </a:lnTo>
                  <a:cubicBezTo>
                    <a:pt x="196810" y="59371"/>
                    <a:pt x="187225" y="42773"/>
                    <a:pt x="174445" y="33197"/>
                  </a:cubicBezTo>
                  <a:lnTo>
                    <a:pt x="180835" y="8299"/>
                  </a:lnTo>
                  <a:cubicBezTo>
                    <a:pt x="181474" y="6384"/>
                    <a:pt x="180835" y="4469"/>
                    <a:pt x="179557" y="2554"/>
                  </a:cubicBezTo>
                  <a:cubicBezTo>
                    <a:pt x="178279" y="1277"/>
                    <a:pt x="176362" y="0"/>
                    <a:pt x="174445" y="0"/>
                  </a:cubicBezTo>
                  <a:cubicBezTo>
                    <a:pt x="173167" y="0"/>
                    <a:pt x="148247" y="1277"/>
                    <a:pt x="135467" y="20429"/>
                  </a:cubicBezTo>
                  <a:cubicBezTo>
                    <a:pt x="122687" y="16598"/>
                    <a:pt x="109907" y="14683"/>
                    <a:pt x="94571" y="14683"/>
                  </a:cubicBezTo>
                  <a:cubicBezTo>
                    <a:pt x="42813" y="14683"/>
                    <a:pt x="0" y="56817"/>
                    <a:pt x="0" y="109166"/>
                  </a:cubicBezTo>
                  <a:cubicBezTo>
                    <a:pt x="0" y="125764"/>
                    <a:pt x="4473" y="141724"/>
                    <a:pt x="12780" y="156408"/>
                  </a:cubicBezTo>
                  <a:cubicBezTo>
                    <a:pt x="14058" y="158323"/>
                    <a:pt x="15975" y="159600"/>
                    <a:pt x="17892" y="159600"/>
                  </a:cubicBezTo>
                  <a:cubicBezTo>
                    <a:pt x="19170" y="159600"/>
                    <a:pt x="44091" y="160876"/>
                    <a:pt x="44091" y="189604"/>
                  </a:cubicBezTo>
                  <a:cubicBezTo>
                    <a:pt x="44091" y="193435"/>
                    <a:pt x="46647" y="195988"/>
                    <a:pt x="50481" y="195988"/>
                  </a:cubicBezTo>
                  <a:lnTo>
                    <a:pt x="86903" y="195988"/>
                  </a:lnTo>
                  <a:cubicBezTo>
                    <a:pt x="90737" y="195988"/>
                    <a:pt x="93293" y="193435"/>
                    <a:pt x="93293" y="189604"/>
                  </a:cubicBezTo>
                  <a:lnTo>
                    <a:pt x="93293" y="181305"/>
                  </a:lnTo>
                  <a:lnTo>
                    <a:pt x="109907" y="181305"/>
                  </a:lnTo>
                  <a:lnTo>
                    <a:pt x="109907" y="189604"/>
                  </a:lnTo>
                  <a:cubicBezTo>
                    <a:pt x="109907" y="193435"/>
                    <a:pt x="112463" y="195988"/>
                    <a:pt x="116297" y="195988"/>
                  </a:cubicBezTo>
                  <a:lnTo>
                    <a:pt x="152720" y="195988"/>
                  </a:lnTo>
                  <a:cubicBezTo>
                    <a:pt x="156553" y="195988"/>
                    <a:pt x="159109" y="193435"/>
                    <a:pt x="159109" y="189604"/>
                  </a:cubicBezTo>
                  <a:lnTo>
                    <a:pt x="159109" y="176836"/>
                  </a:lnTo>
                  <a:cubicBezTo>
                    <a:pt x="168694" y="166622"/>
                    <a:pt x="183391" y="147470"/>
                    <a:pt x="187225" y="122572"/>
                  </a:cubicBezTo>
                  <a:lnTo>
                    <a:pt x="211507" y="122572"/>
                  </a:lnTo>
                  <a:cubicBezTo>
                    <a:pt x="215341" y="122572"/>
                    <a:pt x="217897" y="120019"/>
                    <a:pt x="217897" y="116188"/>
                  </a:cubicBezTo>
                  <a:lnTo>
                    <a:pt x="217897" y="72139"/>
                  </a:lnTo>
                  <a:cubicBezTo>
                    <a:pt x="217897" y="68947"/>
                    <a:pt x="215341" y="66393"/>
                    <a:pt x="211507" y="66393"/>
                  </a:cubicBezTo>
                  <a:close/>
                  <a:moveTo>
                    <a:pt x="205117" y="110443"/>
                  </a:moveTo>
                  <a:lnTo>
                    <a:pt x="182113" y="110443"/>
                  </a:lnTo>
                  <a:cubicBezTo>
                    <a:pt x="178918" y="110443"/>
                    <a:pt x="175723" y="112996"/>
                    <a:pt x="175723" y="116188"/>
                  </a:cubicBezTo>
                  <a:cubicBezTo>
                    <a:pt x="174445" y="134702"/>
                    <a:pt x="164221" y="154492"/>
                    <a:pt x="148247" y="169814"/>
                  </a:cubicBezTo>
                  <a:cubicBezTo>
                    <a:pt x="146969" y="171091"/>
                    <a:pt x="146330" y="172368"/>
                    <a:pt x="146330" y="174283"/>
                  </a:cubicBezTo>
                  <a:lnTo>
                    <a:pt x="146330" y="183220"/>
                  </a:lnTo>
                  <a:lnTo>
                    <a:pt x="122687" y="183220"/>
                  </a:lnTo>
                  <a:lnTo>
                    <a:pt x="122687" y="174921"/>
                  </a:lnTo>
                  <a:cubicBezTo>
                    <a:pt x="122687" y="171091"/>
                    <a:pt x="120131" y="168537"/>
                    <a:pt x="116297" y="168537"/>
                  </a:cubicBezTo>
                  <a:lnTo>
                    <a:pt x="86903" y="168537"/>
                  </a:lnTo>
                  <a:cubicBezTo>
                    <a:pt x="83069" y="168537"/>
                    <a:pt x="80513" y="171091"/>
                    <a:pt x="80513" y="174921"/>
                  </a:cubicBezTo>
                  <a:lnTo>
                    <a:pt x="80513" y="183220"/>
                  </a:lnTo>
                  <a:lnTo>
                    <a:pt x="56231" y="183220"/>
                  </a:lnTo>
                  <a:cubicBezTo>
                    <a:pt x="53675" y="158323"/>
                    <a:pt x="34506" y="148747"/>
                    <a:pt x="21726" y="146832"/>
                  </a:cubicBezTo>
                  <a:cubicBezTo>
                    <a:pt x="15336" y="135340"/>
                    <a:pt x="12141" y="121934"/>
                    <a:pt x="12141" y="109166"/>
                  </a:cubicBezTo>
                  <a:cubicBezTo>
                    <a:pt x="12141" y="64478"/>
                    <a:pt x="48564" y="27451"/>
                    <a:pt x="93932" y="27451"/>
                  </a:cubicBezTo>
                  <a:cubicBezTo>
                    <a:pt x="109907" y="27451"/>
                    <a:pt x="122687" y="29366"/>
                    <a:pt x="135467" y="34473"/>
                  </a:cubicBezTo>
                  <a:cubicBezTo>
                    <a:pt x="138662" y="35750"/>
                    <a:pt x="141857" y="34473"/>
                    <a:pt x="143135" y="31281"/>
                  </a:cubicBezTo>
                  <a:cubicBezTo>
                    <a:pt x="148247" y="21067"/>
                    <a:pt x="157831" y="16598"/>
                    <a:pt x="165499" y="14683"/>
                  </a:cubicBezTo>
                  <a:lnTo>
                    <a:pt x="160387" y="34473"/>
                  </a:lnTo>
                  <a:cubicBezTo>
                    <a:pt x="159748" y="37027"/>
                    <a:pt x="161026" y="40219"/>
                    <a:pt x="163582" y="41496"/>
                  </a:cubicBezTo>
                  <a:cubicBezTo>
                    <a:pt x="178918" y="50433"/>
                    <a:pt x="190420" y="75331"/>
                    <a:pt x="190420" y="75331"/>
                  </a:cubicBezTo>
                  <a:cubicBezTo>
                    <a:pt x="191698" y="77885"/>
                    <a:pt x="193615" y="79161"/>
                    <a:pt x="196171" y="79161"/>
                  </a:cubicBezTo>
                  <a:lnTo>
                    <a:pt x="204478" y="79161"/>
                  </a:lnTo>
                  <a:lnTo>
                    <a:pt x="204478" y="110443"/>
                  </a:lnTo>
                  <a:close/>
                </a:path>
              </a:pathLst>
            </a:custGeom>
            <a:solidFill>
              <a:srgbClr val="004F59"/>
            </a:solidFill>
            <a:ln w="6390" cap="flat">
              <a:noFill/>
              <a:prstDash val="solid"/>
              <a:miter/>
            </a:ln>
          </p:spPr>
          <p:txBody>
            <a:bodyPr rtlCol="0" anchor="ctr"/>
            <a:lstStyle/>
            <a:p>
              <a:endParaRPr lang="en-US"/>
            </a:p>
          </p:txBody>
        </p:sp>
        <p:sp>
          <p:nvSpPr>
            <p:cNvPr id="109" name="Graphic 4">
              <a:extLst>
                <a:ext uri="{FF2B5EF4-FFF2-40B4-BE49-F238E27FC236}">
                  <a16:creationId xmlns:a16="http://schemas.microsoft.com/office/drawing/2014/main" id="{B84DBFC8-E1FD-A94D-B41D-6868EE5CBC1C}"/>
                </a:ext>
              </a:extLst>
            </p:cNvPr>
            <p:cNvSpPr/>
            <p:nvPr/>
          </p:nvSpPr>
          <p:spPr>
            <a:xfrm>
              <a:off x="583691" y="1524535"/>
              <a:ext cx="49887" cy="31403"/>
            </a:xfrm>
            <a:custGeom>
              <a:avLst/>
              <a:gdLst>
                <a:gd name="connsiteX0" fmla="*/ 41245 w 49887"/>
                <a:gd name="connsiteY0" fmla="*/ 122 h 31403"/>
                <a:gd name="connsiteX1" fmla="*/ 2266 w 49887"/>
                <a:gd name="connsiteY1" fmla="*/ 20551 h 31403"/>
                <a:gd name="connsiteX2" fmla="*/ 1627 w 49887"/>
                <a:gd name="connsiteY2" fmla="*/ 29489 h 31403"/>
                <a:gd name="connsiteX3" fmla="*/ 6739 w 49887"/>
                <a:gd name="connsiteY3" fmla="*/ 31404 h 31403"/>
                <a:gd name="connsiteX4" fmla="*/ 11212 w 49887"/>
                <a:gd name="connsiteY4" fmla="*/ 30127 h 31403"/>
                <a:gd name="connsiteX5" fmla="*/ 45079 w 49887"/>
                <a:gd name="connsiteY5" fmla="*/ 12252 h 31403"/>
                <a:gd name="connsiteX6" fmla="*/ 49552 w 49887"/>
                <a:gd name="connsiteY6" fmla="*/ 4591 h 31403"/>
                <a:gd name="connsiteX7" fmla="*/ 41245 w 49887"/>
                <a:gd name="connsiteY7" fmla="*/ 122 h 3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887" h="31403">
                  <a:moveTo>
                    <a:pt x="41245" y="122"/>
                  </a:moveTo>
                  <a:cubicBezTo>
                    <a:pt x="27187" y="3953"/>
                    <a:pt x="13768" y="10975"/>
                    <a:pt x="2266" y="20551"/>
                  </a:cubicBezTo>
                  <a:cubicBezTo>
                    <a:pt x="-290" y="23105"/>
                    <a:pt x="-929" y="26935"/>
                    <a:pt x="1627" y="29489"/>
                  </a:cubicBezTo>
                  <a:cubicBezTo>
                    <a:pt x="2905" y="30765"/>
                    <a:pt x="4822" y="31404"/>
                    <a:pt x="6739" y="31404"/>
                  </a:cubicBezTo>
                  <a:cubicBezTo>
                    <a:pt x="8017" y="31404"/>
                    <a:pt x="9934" y="30765"/>
                    <a:pt x="11212" y="30127"/>
                  </a:cubicBezTo>
                  <a:cubicBezTo>
                    <a:pt x="20797" y="21828"/>
                    <a:pt x="32299" y="15444"/>
                    <a:pt x="45079" y="12252"/>
                  </a:cubicBezTo>
                  <a:cubicBezTo>
                    <a:pt x="48274" y="11613"/>
                    <a:pt x="50830" y="7783"/>
                    <a:pt x="49552" y="4591"/>
                  </a:cubicBezTo>
                  <a:cubicBezTo>
                    <a:pt x="48274" y="1399"/>
                    <a:pt x="44440" y="-516"/>
                    <a:pt x="41245" y="122"/>
                  </a:cubicBezTo>
                  <a:close/>
                </a:path>
              </a:pathLst>
            </a:custGeom>
            <a:solidFill>
              <a:srgbClr val="004F59"/>
            </a:solidFill>
            <a:ln w="6390" cap="flat">
              <a:noFill/>
              <a:prstDash val="solid"/>
              <a:miter/>
            </a:ln>
          </p:spPr>
          <p:txBody>
            <a:bodyPr rtlCol="0" anchor="ctr"/>
            <a:lstStyle/>
            <a:p>
              <a:endParaRPr lang="en-US"/>
            </a:p>
          </p:txBody>
        </p:sp>
      </p:grpSp>
      <p:grpSp>
        <p:nvGrpSpPr>
          <p:cNvPr id="110" name="Graphic 4">
            <a:extLst>
              <a:ext uri="{FF2B5EF4-FFF2-40B4-BE49-F238E27FC236}">
                <a16:creationId xmlns:a16="http://schemas.microsoft.com/office/drawing/2014/main" id="{56F3A973-1838-8542-9437-F83504E61DE7}"/>
              </a:ext>
            </a:extLst>
          </p:cNvPr>
          <p:cNvGrpSpPr/>
          <p:nvPr/>
        </p:nvGrpSpPr>
        <p:grpSpPr>
          <a:xfrm>
            <a:off x="7802113" y="1893013"/>
            <a:ext cx="361670" cy="361333"/>
            <a:chOff x="7802113" y="1893013"/>
            <a:chExt cx="361670" cy="361333"/>
          </a:xfrm>
          <a:solidFill>
            <a:srgbClr val="007680"/>
          </a:solidFill>
        </p:grpSpPr>
        <p:sp>
          <p:nvSpPr>
            <p:cNvPr id="111" name="Graphic 4">
              <a:extLst>
                <a:ext uri="{FF2B5EF4-FFF2-40B4-BE49-F238E27FC236}">
                  <a16:creationId xmlns:a16="http://schemas.microsoft.com/office/drawing/2014/main" id="{A11B9633-360A-F644-91DD-7072028ACFDC}"/>
                </a:ext>
              </a:extLst>
            </p:cNvPr>
            <p:cNvSpPr/>
            <p:nvPr/>
          </p:nvSpPr>
          <p:spPr>
            <a:xfrm>
              <a:off x="7802113" y="189301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2" y="361333"/>
                    <a:pt x="180836" y="361333"/>
                  </a:cubicBezTo>
                  <a:cubicBezTo>
                    <a:pt x="281157" y="361333"/>
                    <a:pt x="361670" y="280257"/>
                    <a:pt x="361670" y="180667"/>
                  </a:cubicBezTo>
                  <a:cubicBezTo>
                    <a:pt x="361670" y="81077"/>
                    <a:pt x="280518"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873"/>
                    <a:pt x="273490" y="349204"/>
                    <a:pt x="180836" y="349204"/>
                  </a:cubicBezTo>
                  <a:close/>
                </a:path>
              </a:pathLst>
            </a:custGeom>
            <a:solidFill>
              <a:srgbClr val="007680"/>
            </a:solidFill>
            <a:ln w="6390" cap="flat">
              <a:noFill/>
              <a:prstDash val="solid"/>
              <a:miter/>
            </a:ln>
          </p:spPr>
          <p:txBody>
            <a:bodyPr rtlCol="0" anchor="ctr"/>
            <a:lstStyle/>
            <a:p>
              <a:endParaRPr lang="en-US"/>
            </a:p>
          </p:txBody>
        </p:sp>
        <p:sp>
          <p:nvSpPr>
            <p:cNvPr id="112" name="Graphic 4">
              <a:extLst>
                <a:ext uri="{FF2B5EF4-FFF2-40B4-BE49-F238E27FC236}">
                  <a16:creationId xmlns:a16="http://schemas.microsoft.com/office/drawing/2014/main" id="{F165CEC0-9471-144F-81C8-A50C23804BFA}"/>
                </a:ext>
              </a:extLst>
            </p:cNvPr>
            <p:cNvSpPr/>
            <p:nvPr/>
          </p:nvSpPr>
          <p:spPr>
            <a:xfrm>
              <a:off x="7918409" y="1977281"/>
              <a:ext cx="129077" cy="193434"/>
            </a:xfrm>
            <a:custGeom>
              <a:avLst/>
              <a:gdLst>
                <a:gd name="connsiteX0" fmla="*/ 70929 w 129077"/>
                <a:gd name="connsiteY0" fmla="*/ 12768 h 193434"/>
                <a:gd name="connsiteX1" fmla="*/ 116297 w 129077"/>
                <a:gd name="connsiteY1" fmla="*/ 58094 h 193434"/>
                <a:gd name="connsiteX2" fmla="*/ 122687 w 129077"/>
                <a:gd name="connsiteY2" fmla="*/ 64478 h 193434"/>
                <a:gd name="connsiteX3" fmla="*/ 129077 w 129077"/>
                <a:gd name="connsiteY3" fmla="*/ 58094 h 193434"/>
                <a:gd name="connsiteX4" fmla="*/ 70929 w 129077"/>
                <a:gd name="connsiteY4" fmla="*/ 0 h 193434"/>
                <a:gd name="connsiteX5" fmla="*/ 12780 w 129077"/>
                <a:gd name="connsiteY5" fmla="*/ 58094 h 193434"/>
                <a:gd name="connsiteX6" fmla="*/ 24282 w 129077"/>
                <a:gd name="connsiteY6" fmla="*/ 90652 h 193434"/>
                <a:gd name="connsiteX7" fmla="*/ 6390 w 129077"/>
                <a:gd name="connsiteY7" fmla="*/ 90652 h 193434"/>
                <a:gd name="connsiteX8" fmla="*/ 0 w 129077"/>
                <a:gd name="connsiteY8" fmla="*/ 97036 h 193434"/>
                <a:gd name="connsiteX9" fmla="*/ 6390 w 129077"/>
                <a:gd name="connsiteY9" fmla="*/ 103420 h 193434"/>
                <a:gd name="connsiteX10" fmla="*/ 35145 w 129077"/>
                <a:gd name="connsiteY10" fmla="*/ 103420 h 193434"/>
                <a:gd name="connsiteX11" fmla="*/ 10863 w 129077"/>
                <a:gd name="connsiteY11" fmla="*/ 179390 h 193434"/>
                <a:gd name="connsiteX12" fmla="*/ 7668 w 129077"/>
                <a:gd name="connsiteY12" fmla="*/ 183859 h 193434"/>
                <a:gd name="connsiteX13" fmla="*/ 7668 w 129077"/>
                <a:gd name="connsiteY13" fmla="*/ 190243 h 193434"/>
                <a:gd name="connsiteX14" fmla="*/ 13419 w 129077"/>
                <a:gd name="connsiteY14" fmla="*/ 193435 h 193434"/>
                <a:gd name="connsiteX15" fmla="*/ 122687 w 129077"/>
                <a:gd name="connsiteY15" fmla="*/ 193435 h 193434"/>
                <a:gd name="connsiteX16" fmla="*/ 129077 w 129077"/>
                <a:gd name="connsiteY16" fmla="*/ 187051 h 193434"/>
                <a:gd name="connsiteX17" fmla="*/ 122687 w 129077"/>
                <a:gd name="connsiteY17" fmla="*/ 180667 h 193434"/>
                <a:gd name="connsiteX18" fmla="*/ 26199 w 129077"/>
                <a:gd name="connsiteY18" fmla="*/ 180667 h 193434"/>
                <a:gd name="connsiteX19" fmla="*/ 49842 w 129077"/>
                <a:gd name="connsiteY19" fmla="*/ 103420 h 193434"/>
                <a:gd name="connsiteX20" fmla="*/ 84348 w 129077"/>
                <a:gd name="connsiteY20" fmla="*/ 103420 h 193434"/>
                <a:gd name="connsiteX21" fmla="*/ 90738 w 129077"/>
                <a:gd name="connsiteY21" fmla="*/ 97036 h 193434"/>
                <a:gd name="connsiteX22" fmla="*/ 84348 w 129077"/>
                <a:gd name="connsiteY22" fmla="*/ 90652 h 193434"/>
                <a:gd name="connsiteX23" fmla="*/ 41535 w 129077"/>
                <a:gd name="connsiteY23" fmla="*/ 90652 h 193434"/>
                <a:gd name="connsiteX24" fmla="*/ 26199 w 129077"/>
                <a:gd name="connsiteY24" fmla="*/ 58094 h 193434"/>
                <a:gd name="connsiteX25" fmla="*/ 70929 w 129077"/>
                <a:gd name="connsiteY25" fmla="*/ 12768 h 19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9077" h="193434">
                  <a:moveTo>
                    <a:pt x="70929" y="12768"/>
                  </a:moveTo>
                  <a:cubicBezTo>
                    <a:pt x="95849" y="12768"/>
                    <a:pt x="116297" y="33197"/>
                    <a:pt x="116297" y="58094"/>
                  </a:cubicBezTo>
                  <a:cubicBezTo>
                    <a:pt x="116297" y="61925"/>
                    <a:pt x="118853" y="64478"/>
                    <a:pt x="122687" y="64478"/>
                  </a:cubicBezTo>
                  <a:cubicBezTo>
                    <a:pt x="126521" y="64478"/>
                    <a:pt x="129077" y="61925"/>
                    <a:pt x="129077" y="58094"/>
                  </a:cubicBezTo>
                  <a:cubicBezTo>
                    <a:pt x="129077" y="26174"/>
                    <a:pt x="102879" y="0"/>
                    <a:pt x="70929" y="0"/>
                  </a:cubicBezTo>
                  <a:cubicBezTo>
                    <a:pt x="38979" y="0"/>
                    <a:pt x="12780" y="26174"/>
                    <a:pt x="12780" y="58094"/>
                  </a:cubicBezTo>
                  <a:cubicBezTo>
                    <a:pt x="12780" y="68947"/>
                    <a:pt x="16614" y="80438"/>
                    <a:pt x="24282" y="90652"/>
                  </a:cubicBezTo>
                  <a:lnTo>
                    <a:pt x="6390" y="90652"/>
                  </a:lnTo>
                  <a:cubicBezTo>
                    <a:pt x="2556" y="90652"/>
                    <a:pt x="0" y="93206"/>
                    <a:pt x="0" y="97036"/>
                  </a:cubicBezTo>
                  <a:cubicBezTo>
                    <a:pt x="0" y="100867"/>
                    <a:pt x="2556" y="103420"/>
                    <a:pt x="6390" y="103420"/>
                  </a:cubicBezTo>
                  <a:lnTo>
                    <a:pt x="35145" y="103420"/>
                  </a:lnTo>
                  <a:cubicBezTo>
                    <a:pt x="45369" y="120019"/>
                    <a:pt x="37062" y="145555"/>
                    <a:pt x="10863" y="179390"/>
                  </a:cubicBezTo>
                  <a:cubicBezTo>
                    <a:pt x="9585" y="181305"/>
                    <a:pt x="8307" y="182582"/>
                    <a:pt x="7668" y="183859"/>
                  </a:cubicBezTo>
                  <a:cubicBezTo>
                    <a:pt x="6390" y="185774"/>
                    <a:pt x="6390" y="188327"/>
                    <a:pt x="7668" y="190243"/>
                  </a:cubicBezTo>
                  <a:cubicBezTo>
                    <a:pt x="8946" y="192158"/>
                    <a:pt x="10863" y="193435"/>
                    <a:pt x="13419" y="193435"/>
                  </a:cubicBezTo>
                  <a:lnTo>
                    <a:pt x="122687" y="193435"/>
                  </a:lnTo>
                  <a:cubicBezTo>
                    <a:pt x="126521" y="193435"/>
                    <a:pt x="129077" y="190881"/>
                    <a:pt x="129077" y="187051"/>
                  </a:cubicBezTo>
                  <a:cubicBezTo>
                    <a:pt x="129077" y="183220"/>
                    <a:pt x="126521" y="180667"/>
                    <a:pt x="122687" y="180667"/>
                  </a:cubicBezTo>
                  <a:lnTo>
                    <a:pt x="26199" y="180667"/>
                  </a:lnTo>
                  <a:cubicBezTo>
                    <a:pt x="38979" y="163430"/>
                    <a:pt x="60704" y="130872"/>
                    <a:pt x="49842" y="103420"/>
                  </a:cubicBezTo>
                  <a:lnTo>
                    <a:pt x="84348" y="103420"/>
                  </a:lnTo>
                  <a:cubicBezTo>
                    <a:pt x="88181" y="103420"/>
                    <a:pt x="90738" y="100867"/>
                    <a:pt x="90738" y="97036"/>
                  </a:cubicBezTo>
                  <a:cubicBezTo>
                    <a:pt x="90738" y="93206"/>
                    <a:pt x="88181" y="90652"/>
                    <a:pt x="84348" y="90652"/>
                  </a:cubicBezTo>
                  <a:lnTo>
                    <a:pt x="41535" y="90652"/>
                  </a:lnTo>
                  <a:cubicBezTo>
                    <a:pt x="31950" y="81076"/>
                    <a:pt x="26199" y="69585"/>
                    <a:pt x="26199" y="58094"/>
                  </a:cubicBezTo>
                  <a:cubicBezTo>
                    <a:pt x="25560" y="33197"/>
                    <a:pt x="46008" y="12768"/>
                    <a:pt x="70929" y="12768"/>
                  </a:cubicBezTo>
                  <a:close/>
                </a:path>
              </a:pathLst>
            </a:custGeom>
            <a:solidFill>
              <a:srgbClr val="007680"/>
            </a:solidFill>
            <a:ln w="6390" cap="flat">
              <a:noFill/>
              <a:prstDash val="solid"/>
              <a:miter/>
            </a:ln>
          </p:spPr>
          <p:txBody>
            <a:bodyPr rtlCol="0" anchor="ctr"/>
            <a:lstStyle/>
            <a:p>
              <a:endParaRPr lang="en-US"/>
            </a:p>
          </p:txBody>
        </p:sp>
      </p:grpSp>
      <p:grpSp>
        <p:nvGrpSpPr>
          <p:cNvPr id="113" name="Graphic 4">
            <a:extLst>
              <a:ext uri="{FF2B5EF4-FFF2-40B4-BE49-F238E27FC236}">
                <a16:creationId xmlns:a16="http://schemas.microsoft.com/office/drawing/2014/main" id="{966E4441-E14A-2A41-B89D-507120C6BA10}"/>
              </a:ext>
            </a:extLst>
          </p:cNvPr>
          <p:cNvGrpSpPr/>
          <p:nvPr/>
        </p:nvGrpSpPr>
        <p:grpSpPr>
          <a:xfrm>
            <a:off x="467743" y="918179"/>
            <a:ext cx="361670" cy="361333"/>
            <a:chOff x="467743" y="918179"/>
            <a:chExt cx="361670" cy="361333"/>
          </a:xfrm>
          <a:solidFill>
            <a:srgbClr val="004F59"/>
          </a:solidFill>
        </p:grpSpPr>
        <p:sp>
          <p:nvSpPr>
            <p:cNvPr id="114" name="Graphic 4">
              <a:extLst>
                <a:ext uri="{FF2B5EF4-FFF2-40B4-BE49-F238E27FC236}">
                  <a16:creationId xmlns:a16="http://schemas.microsoft.com/office/drawing/2014/main" id="{4EA92181-36EE-6143-96BF-516BD0099D1E}"/>
                </a:ext>
              </a:extLst>
            </p:cNvPr>
            <p:cNvSpPr/>
            <p:nvPr/>
          </p:nvSpPr>
          <p:spPr>
            <a:xfrm>
              <a:off x="467743"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4F59"/>
            </a:solidFill>
            <a:ln w="6390" cap="flat">
              <a:noFill/>
              <a:prstDash val="solid"/>
              <a:miter/>
            </a:ln>
          </p:spPr>
          <p:txBody>
            <a:bodyPr rtlCol="0" anchor="ctr"/>
            <a:lstStyle/>
            <a:p>
              <a:endParaRPr lang="en-US"/>
            </a:p>
          </p:txBody>
        </p:sp>
        <p:sp>
          <p:nvSpPr>
            <p:cNvPr id="115" name="Graphic 4">
              <a:extLst>
                <a:ext uri="{FF2B5EF4-FFF2-40B4-BE49-F238E27FC236}">
                  <a16:creationId xmlns:a16="http://schemas.microsoft.com/office/drawing/2014/main" id="{73EE1A66-1384-CF4D-87F3-B010568273EF}"/>
                </a:ext>
              </a:extLst>
            </p:cNvPr>
            <p:cNvSpPr/>
            <p:nvPr/>
          </p:nvSpPr>
          <p:spPr>
            <a:xfrm>
              <a:off x="541866" y="1016492"/>
              <a:ext cx="214062" cy="165345"/>
            </a:xfrm>
            <a:custGeom>
              <a:avLst/>
              <a:gdLst>
                <a:gd name="connsiteX0" fmla="*/ 206395 w 214062"/>
                <a:gd name="connsiteY0" fmla="*/ 0 h 165345"/>
                <a:gd name="connsiteX1" fmla="*/ 6390 w 214062"/>
                <a:gd name="connsiteY1" fmla="*/ 0 h 165345"/>
                <a:gd name="connsiteX2" fmla="*/ 0 w 214062"/>
                <a:gd name="connsiteY2" fmla="*/ 6384 h 165345"/>
                <a:gd name="connsiteX3" fmla="*/ 0 w 214062"/>
                <a:gd name="connsiteY3" fmla="*/ 149385 h 165345"/>
                <a:gd name="connsiteX4" fmla="*/ 6390 w 214062"/>
                <a:gd name="connsiteY4" fmla="*/ 155769 h 165345"/>
                <a:gd name="connsiteX5" fmla="*/ 29394 w 214062"/>
                <a:gd name="connsiteY5" fmla="*/ 155769 h 165345"/>
                <a:gd name="connsiteX6" fmla="*/ 28755 w 214062"/>
                <a:gd name="connsiteY6" fmla="*/ 158961 h 165345"/>
                <a:gd name="connsiteX7" fmla="*/ 35145 w 214062"/>
                <a:gd name="connsiteY7" fmla="*/ 165345 h 165345"/>
                <a:gd name="connsiteX8" fmla="*/ 63899 w 214062"/>
                <a:gd name="connsiteY8" fmla="*/ 165345 h 165345"/>
                <a:gd name="connsiteX9" fmla="*/ 70289 w 214062"/>
                <a:gd name="connsiteY9" fmla="*/ 158961 h 165345"/>
                <a:gd name="connsiteX10" fmla="*/ 69650 w 214062"/>
                <a:gd name="connsiteY10" fmla="*/ 155769 h 165345"/>
                <a:gd name="connsiteX11" fmla="*/ 144413 w 214062"/>
                <a:gd name="connsiteY11" fmla="*/ 155769 h 165345"/>
                <a:gd name="connsiteX12" fmla="*/ 143774 w 214062"/>
                <a:gd name="connsiteY12" fmla="*/ 158961 h 165345"/>
                <a:gd name="connsiteX13" fmla="*/ 150164 w 214062"/>
                <a:gd name="connsiteY13" fmla="*/ 165345 h 165345"/>
                <a:gd name="connsiteX14" fmla="*/ 178918 w 214062"/>
                <a:gd name="connsiteY14" fmla="*/ 165345 h 165345"/>
                <a:gd name="connsiteX15" fmla="*/ 185308 w 214062"/>
                <a:gd name="connsiteY15" fmla="*/ 158961 h 165345"/>
                <a:gd name="connsiteX16" fmla="*/ 184669 w 214062"/>
                <a:gd name="connsiteY16" fmla="*/ 155769 h 165345"/>
                <a:gd name="connsiteX17" fmla="*/ 207673 w 214062"/>
                <a:gd name="connsiteY17" fmla="*/ 155769 h 165345"/>
                <a:gd name="connsiteX18" fmla="*/ 214063 w 214062"/>
                <a:gd name="connsiteY18" fmla="*/ 149385 h 165345"/>
                <a:gd name="connsiteX19" fmla="*/ 214063 w 214062"/>
                <a:gd name="connsiteY19" fmla="*/ 6384 h 165345"/>
                <a:gd name="connsiteX20" fmla="*/ 206395 w 214062"/>
                <a:gd name="connsiteY20" fmla="*/ 0 h 165345"/>
                <a:gd name="connsiteX21" fmla="*/ 12780 w 214062"/>
                <a:gd name="connsiteY21" fmla="*/ 12768 h 165345"/>
                <a:gd name="connsiteX22" fmla="*/ 35784 w 214062"/>
                <a:gd name="connsiteY22" fmla="*/ 12768 h 165345"/>
                <a:gd name="connsiteX23" fmla="*/ 35784 w 214062"/>
                <a:gd name="connsiteY23" fmla="*/ 28728 h 165345"/>
                <a:gd name="connsiteX24" fmla="*/ 35145 w 214062"/>
                <a:gd name="connsiteY24" fmla="*/ 28728 h 165345"/>
                <a:gd name="connsiteX25" fmla="*/ 28755 w 214062"/>
                <a:gd name="connsiteY25" fmla="*/ 35112 h 165345"/>
                <a:gd name="connsiteX26" fmla="*/ 35145 w 214062"/>
                <a:gd name="connsiteY26" fmla="*/ 41496 h 165345"/>
                <a:gd name="connsiteX27" fmla="*/ 35784 w 214062"/>
                <a:gd name="connsiteY27" fmla="*/ 41496 h 165345"/>
                <a:gd name="connsiteX28" fmla="*/ 35784 w 214062"/>
                <a:gd name="connsiteY28" fmla="*/ 114273 h 165345"/>
                <a:gd name="connsiteX29" fmla="*/ 35145 w 214062"/>
                <a:gd name="connsiteY29" fmla="*/ 114273 h 165345"/>
                <a:gd name="connsiteX30" fmla="*/ 28755 w 214062"/>
                <a:gd name="connsiteY30" fmla="*/ 120657 h 165345"/>
                <a:gd name="connsiteX31" fmla="*/ 35145 w 214062"/>
                <a:gd name="connsiteY31" fmla="*/ 127041 h 165345"/>
                <a:gd name="connsiteX32" fmla="*/ 35784 w 214062"/>
                <a:gd name="connsiteY32" fmla="*/ 127041 h 165345"/>
                <a:gd name="connsiteX33" fmla="*/ 35784 w 214062"/>
                <a:gd name="connsiteY33" fmla="*/ 143001 h 165345"/>
                <a:gd name="connsiteX34" fmla="*/ 12780 w 214062"/>
                <a:gd name="connsiteY34" fmla="*/ 143001 h 165345"/>
                <a:gd name="connsiteX35" fmla="*/ 12780 w 214062"/>
                <a:gd name="connsiteY35" fmla="*/ 12768 h 165345"/>
                <a:gd name="connsiteX36" fmla="*/ 200005 w 214062"/>
                <a:gd name="connsiteY36" fmla="*/ 143001 h 165345"/>
                <a:gd name="connsiteX37" fmla="*/ 48564 w 214062"/>
                <a:gd name="connsiteY37" fmla="*/ 143001 h 165345"/>
                <a:gd name="connsiteX38" fmla="*/ 48564 w 214062"/>
                <a:gd name="connsiteY38" fmla="*/ 127041 h 165345"/>
                <a:gd name="connsiteX39" fmla="*/ 49202 w 214062"/>
                <a:gd name="connsiteY39" fmla="*/ 127041 h 165345"/>
                <a:gd name="connsiteX40" fmla="*/ 55592 w 214062"/>
                <a:gd name="connsiteY40" fmla="*/ 120657 h 165345"/>
                <a:gd name="connsiteX41" fmla="*/ 49202 w 214062"/>
                <a:gd name="connsiteY41" fmla="*/ 114273 h 165345"/>
                <a:gd name="connsiteX42" fmla="*/ 48564 w 214062"/>
                <a:gd name="connsiteY42" fmla="*/ 114273 h 165345"/>
                <a:gd name="connsiteX43" fmla="*/ 48564 w 214062"/>
                <a:gd name="connsiteY43" fmla="*/ 41496 h 165345"/>
                <a:gd name="connsiteX44" fmla="*/ 49202 w 214062"/>
                <a:gd name="connsiteY44" fmla="*/ 41496 h 165345"/>
                <a:gd name="connsiteX45" fmla="*/ 55592 w 214062"/>
                <a:gd name="connsiteY45" fmla="*/ 35112 h 165345"/>
                <a:gd name="connsiteX46" fmla="*/ 49202 w 214062"/>
                <a:gd name="connsiteY46" fmla="*/ 28728 h 165345"/>
                <a:gd name="connsiteX47" fmla="*/ 48564 w 214062"/>
                <a:gd name="connsiteY47" fmla="*/ 28728 h 165345"/>
                <a:gd name="connsiteX48" fmla="*/ 48564 w 214062"/>
                <a:gd name="connsiteY48" fmla="*/ 12768 h 165345"/>
                <a:gd name="connsiteX49" fmla="*/ 200005 w 214062"/>
                <a:gd name="connsiteY49" fmla="*/ 12768 h 165345"/>
                <a:gd name="connsiteX50" fmla="*/ 200005 w 214062"/>
                <a:gd name="connsiteY50" fmla="*/ 143001 h 165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14062" h="165345">
                  <a:moveTo>
                    <a:pt x="206395" y="0"/>
                  </a:moveTo>
                  <a:lnTo>
                    <a:pt x="6390" y="0"/>
                  </a:lnTo>
                  <a:cubicBezTo>
                    <a:pt x="2556" y="0"/>
                    <a:pt x="0" y="2554"/>
                    <a:pt x="0" y="6384"/>
                  </a:cubicBezTo>
                  <a:lnTo>
                    <a:pt x="0" y="149385"/>
                  </a:lnTo>
                  <a:cubicBezTo>
                    <a:pt x="0" y="153216"/>
                    <a:pt x="2556" y="155769"/>
                    <a:pt x="6390" y="155769"/>
                  </a:cubicBezTo>
                  <a:lnTo>
                    <a:pt x="29394" y="155769"/>
                  </a:lnTo>
                  <a:cubicBezTo>
                    <a:pt x="28755" y="156408"/>
                    <a:pt x="28755" y="157684"/>
                    <a:pt x="28755" y="158961"/>
                  </a:cubicBezTo>
                  <a:cubicBezTo>
                    <a:pt x="28755" y="162792"/>
                    <a:pt x="31311" y="165345"/>
                    <a:pt x="35145" y="165345"/>
                  </a:cubicBezTo>
                  <a:lnTo>
                    <a:pt x="63899" y="165345"/>
                  </a:lnTo>
                  <a:cubicBezTo>
                    <a:pt x="67733" y="165345"/>
                    <a:pt x="70289" y="162792"/>
                    <a:pt x="70289" y="158961"/>
                  </a:cubicBezTo>
                  <a:cubicBezTo>
                    <a:pt x="70289" y="157684"/>
                    <a:pt x="69650" y="157046"/>
                    <a:pt x="69650" y="155769"/>
                  </a:cubicBezTo>
                  <a:lnTo>
                    <a:pt x="144413" y="155769"/>
                  </a:lnTo>
                  <a:cubicBezTo>
                    <a:pt x="143774" y="156408"/>
                    <a:pt x="143774" y="157684"/>
                    <a:pt x="143774" y="158961"/>
                  </a:cubicBezTo>
                  <a:cubicBezTo>
                    <a:pt x="143774" y="162792"/>
                    <a:pt x="146330" y="165345"/>
                    <a:pt x="150164" y="165345"/>
                  </a:cubicBezTo>
                  <a:lnTo>
                    <a:pt x="178918" y="165345"/>
                  </a:lnTo>
                  <a:cubicBezTo>
                    <a:pt x="182752" y="165345"/>
                    <a:pt x="185308" y="162792"/>
                    <a:pt x="185308" y="158961"/>
                  </a:cubicBezTo>
                  <a:cubicBezTo>
                    <a:pt x="185308" y="157684"/>
                    <a:pt x="184669" y="157046"/>
                    <a:pt x="184669" y="155769"/>
                  </a:cubicBezTo>
                  <a:lnTo>
                    <a:pt x="207673" y="155769"/>
                  </a:lnTo>
                  <a:cubicBezTo>
                    <a:pt x="211507" y="155769"/>
                    <a:pt x="214063" y="153216"/>
                    <a:pt x="214063" y="149385"/>
                  </a:cubicBezTo>
                  <a:lnTo>
                    <a:pt x="214063" y="6384"/>
                  </a:lnTo>
                  <a:cubicBezTo>
                    <a:pt x="212785" y="2554"/>
                    <a:pt x="210229" y="0"/>
                    <a:pt x="206395" y="0"/>
                  </a:cubicBezTo>
                  <a:close/>
                  <a:moveTo>
                    <a:pt x="12780" y="12768"/>
                  </a:moveTo>
                  <a:lnTo>
                    <a:pt x="35784" y="12768"/>
                  </a:lnTo>
                  <a:lnTo>
                    <a:pt x="35784" y="28728"/>
                  </a:lnTo>
                  <a:lnTo>
                    <a:pt x="35145" y="28728"/>
                  </a:lnTo>
                  <a:cubicBezTo>
                    <a:pt x="31311" y="28728"/>
                    <a:pt x="28755" y="31281"/>
                    <a:pt x="28755" y="35112"/>
                  </a:cubicBezTo>
                  <a:cubicBezTo>
                    <a:pt x="28755" y="38942"/>
                    <a:pt x="31311" y="41496"/>
                    <a:pt x="35145" y="41496"/>
                  </a:cubicBezTo>
                  <a:lnTo>
                    <a:pt x="35784" y="41496"/>
                  </a:lnTo>
                  <a:lnTo>
                    <a:pt x="35784" y="114273"/>
                  </a:lnTo>
                  <a:lnTo>
                    <a:pt x="35145" y="114273"/>
                  </a:lnTo>
                  <a:cubicBezTo>
                    <a:pt x="31311" y="114273"/>
                    <a:pt x="28755" y="116827"/>
                    <a:pt x="28755" y="120657"/>
                  </a:cubicBezTo>
                  <a:cubicBezTo>
                    <a:pt x="28755" y="124488"/>
                    <a:pt x="31311" y="127041"/>
                    <a:pt x="35145" y="127041"/>
                  </a:cubicBezTo>
                  <a:lnTo>
                    <a:pt x="35784" y="127041"/>
                  </a:lnTo>
                  <a:lnTo>
                    <a:pt x="35784" y="143001"/>
                  </a:lnTo>
                  <a:lnTo>
                    <a:pt x="12780" y="143001"/>
                  </a:lnTo>
                  <a:lnTo>
                    <a:pt x="12780" y="12768"/>
                  </a:lnTo>
                  <a:close/>
                  <a:moveTo>
                    <a:pt x="200005" y="143001"/>
                  </a:moveTo>
                  <a:lnTo>
                    <a:pt x="48564" y="143001"/>
                  </a:lnTo>
                  <a:lnTo>
                    <a:pt x="48564" y="127041"/>
                  </a:lnTo>
                  <a:lnTo>
                    <a:pt x="49202" y="127041"/>
                  </a:lnTo>
                  <a:cubicBezTo>
                    <a:pt x="53036" y="127041"/>
                    <a:pt x="55592" y="124488"/>
                    <a:pt x="55592" y="120657"/>
                  </a:cubicBezTo>
                  <a:cubicBezTo>
                    <a:pt x="55592" y="116827"/>
                    <a:pt x="53036" y="114273"/>
                    <a:pt x="49202" y="114273"/>
                  </a:cubicBezTo>
                  <a:lnTo>
                    <a:pt x="48564" y="114273"/>
                  </a:lnTo>
                  <a:lnTo>
                    <a:pt x="48564" y="41496"/>
                  </a:lnTo>
                  <a:lnTo>
                    <a:pt x="49202" y="41496"/>
                  </a:lnTo>
                  <a:cubicBezTo>
                    <a:pt x="53036" y="41496"/>
                    <a:pt x="55592" y="38942"/>
                    <a:pt x="55592" y="35112"/>
                  </a:cubicBezTo>
                  <a:cubicBezTo>
                    <a:pt x="55592" y="31281"/>
                    <a:pt x="53036" y="28728"/>
                    <a:pt x="49202" y="28728"/>
                  </a:cubicBezTo>
                  <a:lnTo>
                    <a:pt x="48564" y="28728"/>
                  </a:lnTo>
                  <a:lnTo>
                    <a:pt x="48564" y="12768"/>
                  </a:lnTo>
                  <a:lnTo>
                    <a:pt x="200005" y="12768"/>
                  </a:lnTo>
                  <a:lnTo>
                    <a:pt x="200005" y="143001"/>
                  </a:lnTo>
                  <a:close/>
                </a:path>
              </a:pathLst>
            </a:custGeom>
            <a:solidFill>
              <a:srgbClr val="004F59"/>
            </a:solidFill>
            <a:ln w="6390" cap="flat">
              <a:noFill/>
              <a:prstDash val="solid"/>
              <a:miter/>
            </a:ln>
          </p:spPr>
          <p:txBody>
            <a:bodyPr rtlCol="0" anchor="ctr"/>
            <a:lstStyle/>
            <a:p>
              <a:endParaRPr lang="en-US"/>
            </a:p>
          </p:txBody>
        </p:sp>
        <p:sp>
          <p:nvSpPr>
            <p:cNvPr id="116" name="Graphic 4">
              <a:extLst>
                <a:ext uri="{FF2B5EF4-FFF2-40B4-BE49-F238E27FC236}">
                  <a16:creationId xmlns:a16="http://schemas.microsoft.com/office/drawing/2014/main" id="{F505F960-69BB-5B47-A098-54055179CDE4}"/>
                </a:ext>
              </a:extLst>
            </p:cNvPr>
            <p:cNvSpPr/>
            <p:nvPr/>
          </p:nvSpPr>
          <p:spPr>
            <a:xfrm>
              <a:off x="656246" y="1059265"/>
              <a:ext cx="70289" cy="70223"/>
            </a:xfrm>
            <a:custGeom>
              <a:avLst/>
              <a:gdLst>
                <a:gd name="connsiteX0" fmla="*/ 35145 w 70289"/>
                <a:gd name="connsiteY0" fmla="*/ 70224 h 70223"/>
                <a:gd name="connsiteX1" fmla="*/ 70289 w 70289"/>
                <a:gd name="connsiteY1" fmla="*/ 35112 h 70223"/>
                <a:gd name="connsiteX2" fmla="*/ 35145 w 70289"/>
                <a:gd name="connsiteY2" fmla="*/ 0 h 70223"/>
                <a:gd name="connsiteX3" fmla="*/ 0 w 70289"/>
                <a:gd name="connsiteY3" fmla="*/ 35112 h 70223"/>
                <a:gd name="connsiteX4" fmla="*/ 35145 w 70289"/>
                <a:gd name="connsiteY4" fmla="*/ 70224 h 70223"/>
                <a:gd name="connsiteX5" fmla="*/ 35145 w 70289"/>
                <a:gd name="connsiteY5" fmla="*/ 12768 h 70223"/>
                <a:gd name="connsiteX6" fmla="*/ 57509 w 70289"/>
                <a:gd name="connsiteY6" fmla="*/ 35112 h 70223"/>
                <a:gd name="connsiteX7" fmla="*/ 35145 w 70289"/>
                <a:gd name="connsiteY7" fmla="*/ 57456 h 70223"/>
                <a:gd name="connsiteX8" fmla="*/ 12780 w 70289"/>
                <a:gd name="connsiteY8" fmla="*/ 35112 h 70223"/>
                <a:gd name="connsiteX9" fmla="*/ 35145 w 70289"/>
                <a:gd name="connsiteY9" fmla="*/ 12768 h 7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89" h="70223">
                  <a:moveTo>
                    <a:pt x="35145" y="70224"/>
                  </a:moveTo>
                  <a:cubicBezTo>
                    <a:pt x="54314" y="70224"/>
                    <a:pt x="70289" y="54264"/>
                    <a:pt x="70289" y="35112"/>
                  </a:cubicBezTo>
                  <a:cubicBezTo>
                    <a:pt x="70289" y="15960"/>
                    <a:pt x="54314" y="0"/>
                    <a:pt x="35145" y="0"/>
                  </a:cubicBezTo>
                  <a:cubicBezTo>
                    <a:pt x="15975" y="0"/>
                    <a:pt x="0" y="15960"/>
                    <a:pt x="0" y="35112"/>
                  </a:cubicBezTo>
                  <a:cubicBezTo>
                    <a:pt x="0" y="54264"/>
                    <a:pt x="15975" y="70224"/>
                    <a:pt x="35145" y="70224"/>
                  </a:cubicBezTo>
                  <a:close/>
                  <a:moveTo>
                    <a:pt x="35145" y="12768"/>
                  </a:moveTo>
                  <a:cubicBezTo>
                    <a:pt x="47286" y="12768"/>
                    <a:pt x="57509" y="22982"/>
                    <a:pt x="57509" y="35112"/>
                  </a:cubicBezTo>
                  <a:cubicBezTo>
                    <a:pt x="57509" y="47241"/>
                    <a:pt x="47286" y="57456"/>
                    <a:pt x="35145" y="57456"/>
                  </a:cubicBezTo>
                  <a:cubicBezTo>
                    <a:pt x="23004" y="57456"/>
                    <a:pt x="12780" y="47241"/>
                    <a:pt x="12780" y="35112"/>
                  </a:cubicBezTo>
                  <a:cubicBezTo>
                    <a:pt x="12780" y="22982"/>
                    <a:pt x="23004" y="12768"/>
                    <a:pt x="35145" y="12768"/>
                  </a:cubicBezTo>
                  <a:close/>
                </a:path>
              </a:pathLst>
            </a:custGeom>
            <a:solidFill>
              <a:srgbClr val="004F59"/>
            </a:solidFill>
            <a:ln w="6390" cap="flat">
              <a:noFill/>
              <a:prstDash val="solid"/>
              <a:miter/>
            </a:ln>
          </p:spPr>
          <p:txBody>
            <a:bodyPr rtlCol="0" anchor="ctr"/>
            <a:lstStyle/>
            <a:p>
              <a:endParaRPr lang="en-US"/>
            </a:p>
          </p:txBody>
        </p:sp>
        <p:sp>
          <p:nvSpPr>
            <p:cNvPr id="117" name="Graphic 4">
              <a:extLst>
                <a:ext uri="{FF2B5EF4-FFF2-40B4-BE49-F238E27FC236}">
                  <a16:creationId xmlns:a16="http://schemas.microsoft.com/office/drawing/2014/main" id="{0E7A7C82-0C2B-4A42-8D07-E79E95B8B21F}"/>
                </a:ext>
              </a:extLst>
            </p:cNvPr>
            <p:cNvSpPr/>
            <p:nvPr/>
          </p:nvSpPr>
          <p:spPr>
            <a:xfrm>
              <a:off x="685001" y="1087993"/>
              <a:ext cx="12779" cy="12767"/>
            </a:xfrm>
            <a:custGeom>
              <a:avLst/>
              <a:gdLst>
                <a:gd name="connsiteX0" fmla="*/ 6390 w 12779"/>
                <a:gd name="connsiteY0" fmla="*/ 12768 h 12767"/>
                <a:gd name="connsiteX1" fmla="*/ 12780 w 12779"/>
                <a:gd name="connsiteY1" fmla="*/ 6384 h 12767"/>
                <a:gd name="connsiteX2" fmla="*/ 6390 w 12779"/>
                <a:gd name="connsiteY2" fmla="*/ 0 h 12767"/>
                <a:gd name="connsiteX3" fmla="*/ 6390 w 12779"/>
                <a:gd name="connsiteY3" fmla="*/ 0 h 12767"/>
                <a:gd name="connsiteX4" fmla="*/ 0 w 12779"/>
                <a:gd name="connsiteY4" fmla="*/ 6384 h 12767"/>
                <a:gd name="connsiteX5" fmla="*/ 6390 w 12779"/>
                <a:gd name="connsiteY5"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79" h="12767">
                  <a:moveTo>
                    <a:pt x="6390" y="12768"/>
                  </a:moveTo>
                  <a:cubicBezTo>
                    <a:pt x="10224" y="12768"/>
                    <a:pt x="12780" y="10214"/>
                    <a:pt x="12780" y="6384"/>
                  </a:cubicBezTo>
                  <a:cubicBezTo>
                    <a:pt x="12780" y="2554"/>
                    <a:pt x="10224" y="0"/>
                    <a:pt x="6390" y="0"/>
                  </a:cubicBezTo>
                  <a:lnTo>
                    <a:pt x="6390" y="0"/>
                  </a:lnTo>
                  <a:cubicBezTo>
                    <a:pt x="2556" y="0"/>
                    <a:pt x="0" y="2554"/>
                    <a:pt x="0" y="6384"/>
                  </a:cubicBezTo>
                  <a:cubicBezTo>
                    <a:pt x="0" y="10214"/>
                    <a:pt x="3195" y="12768"/>
                    <a:pt x="6390" y="12768"/>
                  </a:cubicBezTo>
                  <a:close/>
                </a:path>
              </a:pathLst>
            </a:custGeom>
            <a:solidFill>
              <a:srgbClr val="004F59"/>
            </a:solidFill>
            <a:ln w="6390" cap="flat">
              <a:noFill/>
              <a:prstDash val="solid"/>
              <a:miter/>
            </a:ln>
          </p:spPr>
          <p:txBody>
            <a:bodyPr rtlCol="0" anchor="ctr"/>
            <a:lstStyle/>
            <a:p>
              <a:endParaRPr lang="en-US"/>
            </a:p>
          </p:txBody>
        </p:sp>
      </p:grpSp>
      <p:grpSp>
        <p:nvGrpSpPr>
          <p:cNvPr id="118" name="Graphic 4">
            <a:extLst>
              <a:ext uri="{FF2B5EF4-FFF2-40B4-BE49-F238E27FC236}">
                <a16:creationId xmlns:a16="http://schemas.microsoft.com/office/drawing/2014/main" id="{F930E364-3D3B-8044-83F8-54BF2E979F95}"/>
              </a:ext>
            </a:extLst>
          </p:cNvPr>
          <p:cNvGrpSpPr/>
          <p:nvPr/>
        </p:nvGrpSpPr>
        <p:grpSpPr>
          <a:xfrm>
            <a:off x="7802113" y="2371173"/>
            <a:ext cx="361670" cy="361333"/>
            <a:chOff x="7802113" y="2371173"/>
            <a:chExt cx="361670" cy="361333"/>
          </a:xfrm>
          <a:solidFill>
            <a:srgbClr val="007680"/>
          </a:solidFill>
        </p:grpSpPr>
        <p:sp>
          <p:nvSpPr>
            <p:cNvPr id="119" name="Graphic 4">
              <a:extLst>
                <a:ext uri="{FF2B5EF4-FFF2-40B4-BE49-F238E27FC236}">
                  <a16:creationId xmlns:a16="http://schemas.microsoft.com/office/drawing/2014/main" id="{3BFD680D-6C09-DA44-A757-35241AFA1BCD}"/>
                </a:ext>
              </a:extLst>
            </p:cNvPr>
            <p:cNvSpPr/>
            <p:nvPr/>
          </p:nvSpPr>
          <p:spPr>
            <a:xfrm>
              <a:off x="7802113" y="237117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2" y="361333"/>
                    <a:pt x="180836" y="361333"/>
                  </a:cubicBezTo>
                  <a:cubicBezTo>
                    <a:pt x="281157" y="361333"/>
                    <a:pt x="361670" y="280257"/>
                    <a:pt x="361670" y="180667"/>
                  </a:cubicBezTo>
                  <a:cubicBezTo>
                    <a:pt x="361670" y="81077"/>
                    <a:pt x="280518" y="0"/>
                    <a:pt x="180836" y="0"/>
                  </a:cubicBezTo>
                  <a:close/>
                  <a:moveTo>
                    <a:pt x="180836" y="349204"/>
                  </a:moveTo>
                  <a:cubicBezTo>
                    <a:pt x="88181" y="349204"/>
                    <a:pt x="12780" y="273873"/>
                    <a:pt x="12780" y="181305"/>
                  </a:cubicBezTo>
                  <a:cubicBezTo>
                    <a:pt x="12780" y="88738"/>
                    <a:pt x="88181" y="13406"/>
                    <a:pt x="180836" y="13406"/>
                  </a:cubicBezTo>
                  <a:cubicBezTo>
                    <a:pt x="273490" y="13406"/>
                    <a:pt x="348890" y="88738"/>
                    <a:pt x="348890" y="181305"/>
                  </a:cubicBezTo>
                  <a:cubicBezTo>
                    <a:pt x="348890" y="273873"/>
                    <a:pt x="273490" y="349204"/>
                    <a:pt x="180836" y="349204"/>
                  </a:cubicBezTo>
                  <a:close/>
                </a:path>
              </a:pathLst>
            </a:custGeom>
            <a:solidFill>
              <a:srgbClr val="007680"/>
            </a:solidFill>
            <a:ln w="6390" cap="flat">
              <a:noFill/>
              <a:prstDash val="solid"/>
              <a:miter/>
            </a:ln>
          </p:spPr>
          <p:txBody>
            <a:bodyPr rtlCol="0" anchor="ctr"/>
            <a:lstStyle/>
            <a:p>
              <a:endParaRPr lang="en-US"/>
            </a:p>
          </p:txBody>
        </p:sp>
        <p:sp>
          <p:nvSpPr>
            <p:cNvPr id="120" name="Graphic 4">
              <a:extLst>
                <a:ext uri="{FF2B5EF4-FFF2-40B4-BE49-F238E27FC236}">
                  <a16:creationId xmlns:a16="http://schemas.microsoft.com/office/drawing/2014/main" id="{EA15EEA5-F6B0-4A4B-B0CE-2907DA5F7FDB}"/>
                </a:ext>
              </a:extLst>
            </p:cNvPr>
            <p:cNvSpPr/>
            <p:nvPr/>
          </p:nvSpPr>
          <p:spPr>
            <a:xfrm>
              <a:off x="7899879" y="2453816"/>
              <a:ext cx="164570" cy="209104"/>
            </a:xfrm>
            <a:custGeom>
              <a:avLst/>
              <a:gdLst>
                <a:gd name="connsiteX0" fmla="*/ 158470 w 164570"/>
                <a:gd name="connsiteY0" fmla="*/ 98024 h 209104"/>
                <a:gd name="connsiteX1" fmla="*/ 90098 w 164570"/>
                <a:gd name="connsiteY1" fmla="*/ 98024 h 209104"/>
                <a:gd name="connsiteX2" fmla="*/ 162943 w 164570"/>
                <a:gd name="connsiteY2" fmla="*/ 10563 h 209104"/>
                <a:gd name="connsiteX3" fmla="*/ 162304 w 164570"/>
                <a:gd name="connsiteY3" fmla="*/ 1626 h 209104"/>
                <a:gd name="connsiteX4" fmla="*/ 153358 w 164570"/>
                <a:gd name="connsiteY4" fmla="*/ 2264 h 209104"/>
                <a:gd name="connsiteX5" fmla="*/ 82430 w 164570"/>
                <a:gd name="connsiteY5" fmla="*/ 87171 h 209104"/>
                <a:gd name="connsiteX6" fmla="*/ 11501 w 164570"/>
                <a:gd name="connsiteY6" fmla="*/ 2264 h 209104"/>
                <a:gd name="connsiteX7" fmla="*/ 2555 w 164570"/>
                <a:gd name="connsiteY7" fmla="*/ 1626 h 209104"/>
                <a:gd name="connsiteX8" fmla="*/ 1917 w 164570"/>
                <a:gd name="connsiteY8" fmla="*/ 10563 h 209104"/>
                <a:gd name="connsiteX9" fmla="*/ 74762 w 164570"/>
                <a:gd name="connsiteY9" fmla="*/ 98024 h 209104"/>
                <a:gd name="connsiteX10" fmla="*/ 6390 w 164570"/>
                <a:gd name="connsiteY10" fmla="*/ 98024 h 209104"/>
                <a:gd name="connsiteX11" fmla="*/ 0 w 164570"/>
                <a:gd name="connsiteY11" fmla="*/ 104408 h 209104"/>
                <a:gd name="connsiteX12" fmla="*/ 6390 w 164570"/>
                <a:gd name="connsiteY12" fmla="*/ 110792 h 209104"/>
                <a:gd name="connsiteX13" fmla="*/ 75401 w 164570"/>
                <a:gd name="connsiteY13" fmla="*/ 110792 h 209104"/>
                <a:gd name="connsiteX14" fmla="*/ 75401 w 164570"/>
                <a:gd name="connsiteY14" fmla="*/ 202721 h 209104"/>
                <a:gd name="connsiteX15" fmla="*/ 81791 w 164570"/>
                <a:gd name="connsiteY15" fmla="*/ 209105 h 209104"/>
                <a:gd name="connsiteX16" fmla="*/ 88181 w 164570"/>
                <a:gd name="connsiteY16" fmla="*/ 202721 h 209104"/>
                <a:gd name="connsiteX17" fmla="*/ 88181 w 164570"/>
                <a:gd name="connsiteY17" fmla="*/ 110792 h 209104"/>
                <a:gd name="connsiteX18" fmla="*/ 157192 w 164570"/>
                <a:gd name="connsiteY18" fmla="*/ 110792 h 209104"/>
                <a:gd name="connsiteX19" fmla="*/ 163582 w 164570"/>
                <a:gd name="connsiteY19" fmla="*/ 104408 h 209104"/>
                <a:gd name="connsiteX20" fmla="*/ 158470 w 164570"/>
                <a:gd name="connsiteY20" fmla="*/ 98024 h 209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4570" h="209104">
                  <a:moveTo>
                    <a:pt x="158470" y="98024"/>
                  </a:moveTo>
                  <a:lnTo>
                    <a:pt x="90098" y="98024"/>
                  </a:lnTo>
                  <a:lnTo>
                    <a:pt x="162943" y="10563"/>
                  </a:lnTo>
                  <a:cubicBezTo>
                    <a:pt x="165499" y="8010"/>
                    <a:pt x="164860" y="3541"/>
                    <a:pt x="162304" y="1626"/>
                  </a:cubicBezTo>
                  <a:cubicBezTo>
                    <a:pt x="159748" y="-928"/>
                    <a:pt x="155275" y="-290"/>
                    <a:pt x="153358" y="2264"/>
                  </a:cubicBezTo>
                  <a:lnTo>
                    <a:pt x="82430" y="87171"/>
                  </a:lnTo>
                  <a:lnTo>
                    <a:pt x="11501" y="2264"/>
                  </a:lnTo>
                  <a:cubicBezTo>
                    <a:pt x="8945" y="-290"/>
                    <a:pt x="5111" y="-928"/>
                    <a:pt x="2555" y="1626"/>
                  </a:cubicBezTo>
                  <a:cubicBezTo>
                    <a:pt x="0" y="4179"/>
                    <a:pt x="-640" y="8010"/>
                    <a:pt x="1917" y="10563"/>
                  </a:cubicBezTo>
                  <a:lnTo>
                    <a:pt x="74762" y="98024"/>
                  </a:lnTo>
                  <a:lnTo>
                    <a:pt x="6390" y="98024"/>
                  </a:lnTo>
                  <a:cubicBezTo>
                    <a:pt x="2555" y="98024"/>
                    <a:pt x="0" y="100577"/>
                    <a:pt x="0" y="104408"/>
                  </a:cubicBezTo>
                  <a:cubicBezTo>
                    <a:pt x="0" y="108238"/>
                    <a:pt x="2555" y="110792"/>
                    <a:pt x="6390" y="110792"/>
                  </a:cubicBezTo>
                  <a:lnTo>
                    <a:pt x="75401" y="110792"/>
                  </a:lnTo>
                  <a:lnTo>
                    <a:pt x="75401" y="202721"/>
                  </a:lnTo>
                  <a:cubicBezTo>
                    <a:pt x="75401" y="206551"/>
                    <a:pt x="77957" y="209105"/>
                    <a:pt x="81791" y="209105"/>
                  </a:cubicBezTo>
                  <a:cubicBezTo>
                    <a:pt x="85625" y="209105"/>
                    <a:pt x="88181" y="206551"/>
                    <a:pt x="88181" y="202721"/>
                  </a:cubicBezTo>
                  <a:lnTo>
                    <a:pt x="88181" y="110792"/>
                  </a:lnTo>
                  <a:lnTo>
                    <a:pt x="157192" y="110792"/>
                  </a:lnTo>
                  <a:cubicBezTo>
                    <a:pt x="161026" y="110792"/>
                    <a:pt x="163582" y="108238"/>
                    <a:pt x="163582" y="104408"/>
                  </a:cubicBezTo>
                  <a:cubicBezTo>
                    <a:pt x="163582" y="100577"/>
                    <a:pt x="161665" y="98024"/>
                    <a:pt x="158470" y="98024"/>
                  </a:cubicBezTo>
                  <a:close/>
                </a:path>
              </a:pathLst>
            </a:custGeom>
            <a:solidFill>
              <a:srgbClr val="007680"/>
            </a:solidFill>
            <a:ln w="6390" cap="flat">
              <a:noFill/>
              <a:prstDash val="solid"/>
              <a:miter/>
            </a:ln>
          </p:spPr>
          <p:txBody>
            <a:bodyPr rtlCol="0" anchor="ctr"/>
            <a:lstStyle/>
            <a:p>
              <a:endParaRPr lang="en-US"/>
            </a:p>
          </p:txBody>
        </p:sp>
      </p:grpSp>
      <p:grpSp>
        <p:nvGrpSpPr>
          <p:cNvPr id="121" name="Graphic 4">
            <a:extLst>
              <a:ext uri="{FF2B5EF4-FFF2-40B4-BE49-F238E27FC236}">
                <a16:creationId xmlns:a16="http://schemas.microsoft.com/office/drawing/2014/main" id="{1DEE4CDA-BD35-9247-BE36-BA6313ACBFB7}"/>
              </a:ext>
            </a:extLst>
          </p:cNvPr>
          <p:cNvGrpSpPr/>
          <p:nvPr/>
        </p:nvGrpSpPr>
        <p:grpSpPr>
          <a:xfrm>
            <a:off x="467743" y="2855717"/>
            <a:ext cx="361670" cy="361333"/>
            <a:chOff x="467743" y="2855717"/>
            <a:chExt cx="361670" cy="361333"/>
          </a:xfrm>
          <a:solidFill>
            <a:srgbClr val="004F59"/>
          </a:solidFill>
        </p:grpSpPr>
        <p:sp>
          <p:nvSpPr>
            <p:cNvPr id="122" name="Graphic 4">
              <a:extLst>
                <a:ext uri="{FF2B5EF4-FFF2-40B4-BE49-F238E27FC236}">
                  <a16:creationId xmlns:a16="http://schemas.microsoft.com/office/drawing/2014/main" id="{E4B067D8-6324-D14B-8369-81ACBD8655D2}"/>
                </a:ext>
              </a:extLst>
            </p:cNvPr>
            <p:cNvSpPr/>
            <p:nvPr/>
          </p:nvSpPr>
          <p:spPr>
            <a:xfrm>
              <a:off x="467743"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8565 h 361333"/>
                <a:gd name="connsiteX6" fmla="*/ 12780 w 361670"/>
                <a:gd name="connsiteY6" fmla="*/ 180667 h 361333"/>
                <a:gd name="connsiteX7" fmla="*/ 180835 w 361670"/>
                <a:gd name="connsiteY7" fmla="*/ 12768 h 361333"/>
                <a:gd name="connsiteX8" fmla="*/ 348891 w 361670"/>
                <a:gd name="connsiteY8" fmla="*/ 180667 h 361333"/>
                <a:gd name="connsiteX9" fmla="*/ 180835 w 361670"/>
                <a:gd name="connsiteY9" fmla="*/ 3485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0518" y="0"/>
                    <a:pt x="180835" y="0"/>
                  </a:cubicBezTo>
                  <a:close/>
                  <a:moveTo>
                    <a:pt x="180835" y="348565"/>
                  </a:moveTo>
                  <a:cubicBezTo>
                    <a:pt x="88181" y="348565"/>
                    <a:pt x="12780" y="273234"/>
                    <a:pt x="12780" y="180667"/>
                  </a:cubicBezTo>
                  <a:cubicBezTo>
                    <a:pt x="12780" y="88099"/>
                    <a:pt x="88181" y="12768"/>
                    <a:pt x="180835" y="12768"/>
                  </a:cubicBezTo>
                  <a:cubicBezTo>
                    <a:pt x="273489" y="12768"/>
                    <a:pt x="348891" y="88099"/>
                    <a:pt x="348891" y="180667"/>
                  </a:cubicBezTo>
                  <a:cubicBezTo>
                    <a:pt x="348891" y="273234"/>
                    <a:pt x="273489" y="348565"/>
                    <a:pt x="180835" y="348565"/>
                  </a:cubicBezTo>
                  <a:close/>
                </a:path>
              </a:pathLst>
            </a:custGeom>
            <a:solidFill>
              <a:srgbClr val="004F59"/>
            </a:solidFill>
            <a:ln w="6390" cap="flat">
              <a:noFill/>
              <a:prstDash val="solid"/>
              <a:miter/>
            </a:ln>
          </p:spPr>
          <p:txBody>
            <a:bodyPr rtlCol="0" anchor="ctr"/>
            <a:lstStyle/>
            <a:p>
              <a:endParaRPr lang="en-US"/>
            </a:p>
          </p:txBody>
        </p:sp>
        <p:sp>
          <p:nvSpPr>
            <p:cNvPr id="123" name="Graphic 4">
              <a:extLst>
                <a:ext uri="{FF2B5EF4-FFF2-40B4-BE49-F238E27FC236}">
                  <a16:creationId xmlns:a16="http://schemas.microsoft.com/office/drawing/2014/main" id="{32996E0A-99D4-3E42-B4A1-8681B7E1BE4D}"/>
                </a:ext>
              </a:extLst>
            </p:cNvPr>
            <p:cNvSpPr/>
            <p:nvPr/>
          </p:nvSpPr>
          <p:spPr>
            <a:xfrm>
              <a:off x="577011" y="2936794"/>
              <a:ext cx="146968" cy="199818"/>
            </a:xfrm>
            <a:custGeom>
              <a:avLst/>
              <a:gdLst>
                <a:gd name="connsiteX0" fmla="*/ 140579 w 146968"/>
                <a:gd name="connsiteY0" fmla="*/ 168537 h 199818"/>
                <a:gd name="connsiteX1" fmla="*/ 134189 w 146968"/>
                <a:gd name="connsiteY1" fmla="*/ 174921 h 199818"/>
                <a:gd name="connsiteX2" fmla="*/ 134189 w 146968"/>
                <a:gd name="connsiteY2" fmla="*/ 186412 h 199818"/>
                <a:gd name="connsiteX3" fmla="*/ 12780 w 146968"/>
                <a:gd name="connsiteY3" fmla="*/ 186412 h 199818"/>
                <a:gd name="connsiteX4" fmla="*/ 12780 w 146968"/>
                <a:gd name="connsiteY4" fmla="*/ 12130 h 199818"/>
                <a:gd name="connsiteX5" fmla="*/ 94571 w 146968"/>
                <a:gd name="connsiteY5" fmla="*/ 12130 h 199818"/>
                <a:gd name="connsiteX6" fmla="*/ 94571 w 146968"/>
                <a:gd name="connsiteY6" fmla="*/ 45326 h 199818"/>
                <a:gd name="connsiteX7" fmla="*/ 100961 w 146968"/>
                <a:gd name="connsiteY7" fmla="*/ 51710 h 199818"/>
                <a:gd name="connsiteX8" fmla="*/ 134189 w 146968"/>
                <a:gd name="connsiteY8" fmla="*/ 51710 h 199818"/>
                <a:gd name="connsiteX9" fmla="*/ 134189 w 146968"/>
                <a:gd name="connsiteY9" fmla="*/ 65117 h 199818"/>
                <a:gd name="connsiteX10" fmla="*/ 140579 w 146968"/>
                <a:gd name="connsiteY10" fmla="*/ 71501 h 199818"/>
                <a:gd name="connsiteX11" fmla="*/ 146969 w 146968"/>
                <a:gd name="connsiteY11" fmla="*/ 65117 h 199818"/>
                <a:gd name="connsiteX12" fmla="*/ 146969 w 146968"/>
                <a:gd name="connsiteY12" fmla="*/ 45326 h 199818"/>
                <a:gd name="connsiteX13" fmla="*/ 146330 w 146968"/>
                <a:gd name="connsiteY13" fmla="*/ 42773 h 199818"/>
                <a:gd name="connsiteX14" fmla="*/ 145052 w 146968"/>
                <a:gd name="connsiteY14" fmla="*/ 40857 h 199818"/>
                <a:gd name="connsiteX15" fmla="*/ 106073 w 146968"/>
                <a:gd name="connsiteY15" fmla="*/ 1915 h 199818"/>
                <a:gd name="connsiteX16" fmla="*/ 104156 w 146968"/>
                <a:gd name="connsiteY16" fmla="*/ 638 h 199818"/>
                <a:gd name="connsiteX17" fmla="*/ 102239 w 146968"/>
                <a:gd name="connsiteY17" fmla="*/ 0 h 199818"/>
                <a:gd name="connsiteX18" fmla="*/ 101600 w 146968"/>
                <a:gd name="connsiteY18" fmla="*/ 0 h 199818"/>
                <a:gd name="connsiteX19" fmla="*/ 101600 w 146968"/>
                <a:gd name="connsiteY19" fmla="*/ 0 h 199818"/>
                <a:gd name="connsiteX20" fmla="*/ 101600 w 146968"/>
                <a:gd name="connsiteY20" fmla="*/ 0 h 199818"/>
                <a:gd name="connsiteX21" fmla="*/ 6390 w 146968"/>
                <a:gd name="connsiteY21" fmla="*/ 0 h 199818"/>
                <a:gd name="connsiteX22" fmla="*/ 0 w 146968"/>
                <a:gd name="connsiteY22" fmla="*/ 6384 h 199818"/>
                <a:gd name="connsiteX23" fmla="*/ 0 w 146968"/>
                <a:gd name="connsiteY23" fmla="*/ 193435 h 199818"/>
                <a:gd name="connsiteX24" fmla="*/ 6390 w 146968"/>
                <a:gd name="connsiteY24" fmla="*/ 199819 h 199818"/>
                <a:gd name="connsiteX25" fmla="*/ 140579 w 146968"/>
                <a:gd name="connsiteY25" fmla="*/ 199819 h 199818"/>
                <a:gd name="connsiteX26" fmla="*/ 146969 w 146968"/>
                <a:gd name="connsiteY26" fmla="*/ 193435 h 199818"/>
                <a:gd name="connsiteX27" fmla="*/ 146969 w 146968"/>
                <a:gd name="connsiteY27" fmla="*/ 175560 h 199818"/>
                <a:gd name="connsiteX28" fmla="*/ 140579 w 146968"/>
                <a:gd name="connsiteY28" fmla="*/ 168537 h 199818"/>
                <a:gd name="connsiteX29" fmla="*/ 107351 w 146968"/>
                <a:gd name="connsiteY29" fmla="*/ 21706 h 199818"/>
                <a:gd name="connsiteX30" fmla="*/ 124604 w 146968"/>
                <a:gd name="connsiteY30" fmla="*/ 38942 h 199818"/>
                <a:gd name="connsiteX31" fmla="*/ 107351 w 146968"/>
                <a:gd name="connsiteY31" fmla="*/ 38942 h 199818"/>
                <a:gd name="connsiteX32" fmla="*/ 107351 w 146968"/>
                <a:gd name="connsiteY32" fmla="*/ 21706 h 19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46968" h="199818">
                  <a:moveTo>
                    <a:pt x="140579" y="168537"/>
                  </a:moveTo>
                  <a:cubicBezTo>
                    <a:pt x="136745" y="168537"/>
                    <a:pt x="134189" y="171091"/>
                    <a:pt x="134189" y="174921"/>
                  </a:cubicBezTo>
                  <a:lnTo>
                    <a:pt x="134189" y="186412"/>
                  </a:lnTo>
                  <a:lnTo>
                    <a:pt x="12780" y="186412"/>
                  </a:lnTo>
                  <a:lnTo>
                    <a:pt x="12780" y="12130"/>
                  </a:lnTo>
                  <a:lnTo>
                    <a:pt x="94571" y="12130"/>
                  </a:lnTo>
                  <a:lnTo>
                    <a:pt x="94571" y="45326"/>
                  </a:lnTo>
                  <a:cubicBezTo>
                    <a:pt x="94571" y="49157"/>
                    <a:pt x="97127" y="51710"/>
                    <a:pt x="100961" y="51710"/>
                  </a:cubicBezTo>
                  <a:lnTo>
                    <a:pt x="134189" y="51710"/>
                  </a:lnTo>
                  <a:lnTo>
                    <a:pt x="134189" y="65117"/>
                  </a:lnTo>
                  <a:cubicBezTo>
                    <a:pt x="134189" y="68947"/>
                    <a:pt x="136745" y="71501"/>
                    <a:pt x="140579" y="71501"/>
                  </a:cubicBezTo>
                  <a:cubicBezTo>
                    <a:pt x="144413" y="71501"/>
                    <a:pt x="146969" y="68947"/>
                    <a:pt x="146969" y="65117"/>
                  </a:cubicBezTo>
                  <a:lnTo>
                    <a:pt x="146969" y="45326"/>
                  </a:lnTo>
                  <a:cubicBezTo>
                    <a:pt x="146969" y="44688"/>
                    <a:pt x="146969" y="43411"/>
                    <a:pt x="146330" y="42773"/>
                  </a:cubicBezTo>
                  <a:cubicBezTo>
                    <a:pt x="145691" y="42134"/>
                    <a:pt x="145691" y="41496"/>
                    <a:pt x="145052" y="40857"/>
                  </a:cubicBezTo>
                  <a:lnTo>
                    <a:pt x="106073" y="1915"/>
                  </a:lnTo>
                  <a:cubicBezTo>
                    <a:pt x="105434" y="1277"/>
                    <a:pt x="104795" y="638"/>
                    <a:pt x="104156" y="638"/>
                  </a:cubicBezTo>
                  <a:cubicBezTo>
                    <a:pt x="103517" y="638"/>
                    <a:pt x="102878" y="0"/>
                    <a:pt x="102239" y="0"/>
                  </a:cubicBezTo>
                  <a:cubicBezTo>
                    <a:pt x="102239" y="0"/>
                    <a:pt x="102239" y="0"/>
                    <a:pt x="101600" y="0"/>
                  </a:cubicBezTo>
                  <a:cubicBezTo>
                    <a:pt x="101600" y="0"/>
                    <a:pt x="101600" y="0"/>
                    <a:pt x="101600" y="0"/>
                  </a:cubicBezTo>
                  <a:cubicBezTo>
                    <a:pt x="101600" y="0"/>
                    <a:pt x="101600" y="0"/>
                    <a:pt x="101600" y="0"/>
                  </a:cubicBezTo>
                  <a:lnTo>
                    <a:pt x="6390" y="0"/>
                  </a:lnTo>
                  <a:cubicBezTo>
                    <a:pt x="2556" y="0"/>
                    <a:pt x="0" y="2554"/>
                    <a:pt x="0" y="6384"/>
                  </a:cubicBezTo>
                  <a:lnTo>
                    <a:pt x="0" y="193435"/>
                  </a:lnTo>
                  <a:cubicBezTo>
                    <a:pt x="0" y="197265"/>
                    <a:pt x="2556" y="199819"/>
                    <a:pt x="6390" y="199819"/>
                  </a:cubicBezTo>
                  <a:lnTo>
                    <a:pt x="140579" y="199819"/>
                  </a:lnTo>
                  <a:cubicBezTo>
                    <a:pt x="144413" y="199819"/>
                    <a:pt x="146969" y="197265"/>
                    <a:pt x="146969" y="193435"/>
                  </a:cubicBezTo>
                  <a:lnTo>
                    <a:pt x="146969" y="175560"/>
                  </a:lnTo>
                  <a:cubicBezTo>
                    <a:pt x="146969" y="171729"/>
                    <a:pt x="144413" y="168537"/>
                    <a:pt x="140579" y="168537"/>
                  </a:cubicBezTo>
                  <a:close/>
                  <a:moveTo>
                    <a:pt x="107351" y="21706"/>
                  </a:moveTo>
                  <a:lnTo>
                    <a:pt x="124604" y="38942"/>
                  </a:lnTo>
                  <a:lnTo>
                    <a:pt x="107351" y="38942"/>
                  </a:lnTo>
                  <a:lnTo>
                    <a:pt x="107351" y="21706"/>
                  </a:lnTo>
                  <a:close/>
                </a:path>
              </a:pathLst>
            </a:custGeom>
            <a:solidFill>
              <a:srgbClr val="004F59"/>
            </a:solidFill>
            <a:ln w="6390" cap="flat">
              <a:noFill/>
              <a:prstDash val="solid"/>
              <a:miter/>
            </a:ln>
          </p:spPr>
          <p:txBody>
            <a:bodyPr rtlCol="0" anchor="ctr"/>
            <a:lstStyle/>
            <a:p>
              <a:endParaRPr lang="en-US"/>
            </a:p>
          </p:txBody>
        </p:sp>
        <p:sp>
          <p:nvSpPr>
            <p:cNvPr id="124" name="Graphic 4">
              <a:extLst>
                <a:ext uri="{FF2B5EF4-FFF2-40B4-BE49-F238E27FC236}">
                  <a16:creationId xmlns:a16="http://schemas.microsoft.com/office/drawing/2014/main" id="{790E83FC-0873-C44B-8941-FABCE2B6A1C3}"/>
                </a:ext>
              </a:extLst>
            </p:cNvPr>
            <p:cNvSpPr/>
            <p:nvPr/>
          </p:nvSpPr>
          <p:spPr>
            <a:xfrm>
              <a:off x="602571" y="3009571"/>
              <a:ext cx="143134" cy="95759"/>
            </a:xfrm>
            <a:custGeom>
              <a:avLst/>
              <a:gdLst>
                <a:gd name="connsiteX0" fmla="*/ 95210 w 143134"/>
                <a:gd name="connsiteY0" fmla="*/ 0 h 95759"/>
                <a:gd name="connsiteX1" fmla="*/ 81791 w 143134"/>
                <a:gd name="connsiteY1" fmla="*/ 1915 h 95759"/>
                <a:gd name="connsiteX2" fmla="*/ 81152 w 143134"/>
                <a:gd name="connsiteY2" fmla="*/ 1915 h 95759"/>
                <a:gd name="connsiteX3" fmla="*/ 6390 w 143134"/>
                <a:gd name="connsiteY3" fmla="*/ 1915 h 95759"/>
                <a:gd name="connsiteX4" fmla="*/ 0 w 143134"/>
                <a:gd name="connsiteY4" fmla="*/ 8299 h 95759"/>
                <a:gd name="connsiteX5" fmla="*/ 6390 w 143134"/>
                <a:gd name="connsiteY5" fmla="*/ 14683 h 95759"/>
                <a:gd name="connsiteX6" fmla="*/ 60704 w 143134"/>
                <a:gd name="connsiteY6" fmla="*/ 14683 h 95759"/>
                <a:gd name="connsiteX7" fmla="*/ 51758 w 143134"/>
                <a:gd name="connsiteY7" fmla="*/ 28728 h 95759"/>
                <a:gd name="connsiteX8" fmla="*/ 6390 w 143134"/>
                <a:gd name="connsiteY8" fmla="*/ 28728 h 95759"/>
                <a:gd name="connsiteX9" fmla="*/ 0 w 143134"/>
                <a:gd name="connsiteY9" fmla="*/ 35112 h 95759"/>
                <a:gd name="connsiteX10" fmla="*/ 6390 w 143134"/>
                <a:gd name="connsiteY10" fmla="*/ 41496 h 95759"/>
                <a:gd name="connsiteX11" fmla="*/ 48564 w 143134"/>
                <a:gd name="connsiteY11" fmla="*/ 41496 h 95759"/>
                <a:gd name="connsiteX12" fmla="*/ 47925 w 143134"/>
                <a:gd name="connsiteY12" fmla="*/ 47880 h 95759"/>
                <a:gd name="connsiteX13" fmla="*/ 48564 w 143134"/>
                <a:gd name="connsiteY13" fmla="*/ 56179 h 95759"/>
                <a:gd name="connsiteX14" fmla="*/ 6390 w 143134"/>
                <a:gd name="connsiteY14" fmla="*/ 56179 h 95759"/>
                <a:gd name="connsiteX15" fmla="*/ 6390 w 143134"/>
                <a:gd name="connsiteY15" fmla="*/ 56179 h 95759"/>
                <a:gd name="connsiteX16" fmla="*/ 0 w 143134"/>
                <a:gd name="connsiteY16" fmla="*/ 62563 h 95759"/>
                <a:gd name="connsiteX17" fmla="*/ 6390 w 143134"/>
                <a:gd name="connsiteY17" fmla="*/ 68947 h 95759"/>
                <a:gd name="connsiteX18" fmla="*/ 53036 w 143134"/>
                <a:gd name="connsiteY18" fmla="*/ 68947 h 95759"/>
                <a:gd name="connsiteX19" fmla="*/ 63899 w 143134"/>
                <a:gd name="connsiteY19" fmla="*/ 82992 h 95759"/>
                <a:gd name="connsiteX20" fmla="*/ 7029 w 143134"/>
                <a:gd name="connsiteY20" fmla="*/ 82992 h 95759"/>
                <a:gd name="connsiteX21" fmla="*/ 639 w 143134"/>
                <a:gd name="connsiteY21" fmla="*/ 89376 h 95759"/>
                <a:gd name="connsiteX22" fmla="*/ 7029 w 143134"/>
                <a:gd name="connsiteY22" fmla="*/ 95760 h 95759"/>
                <a:gd name="connsiteX23" fmla="*/ 92654 w 143134"/>
                <a:gd name="connsiteY23" fmla="*/ 95760 h 95759"/>
                <a:gd name="connsiteX24" fmla="*/ 95210 w 143134"/>
                <a:gd name="connsiteY24" fmla="*/ 95121 h 95759"/>
                <a:gd name="connsiteX25" fmla="*/ 95849 w 143134"/>
                <a:gd name="connsiteY25" fmla="*/ 95121 h 95759"/>
                <a:gd name="connsiteX26" fmla="*/ 143135 w 143134"/>
                <a:gd name="connsiteY26" fmla="*/ 47880 h 95759"/>
                <a:gd name="connsiteX27" fmla="*/ 95210 w 143134"/>
                <a:gd name="connsiteY27" fmla="*/ 0 h 95759"/>
                <a:gd name="connsiteX28" fmla="*/ 95210 w 143134"/>
                <a:gd name="connsiteY28" fmla="*/ 82354 h 95759"/>
                <a:gd name="connsiteX29" fmla="*/ 60704 w 143134"/>
                <a:gd name="connsiteY29" fmla="*/ 47880 h 95759"/>
                <a:gd name="connsiteX30" fmla="*/ 95210 w 143134"/>
                <a:gd name="connsiteY30" fmla="*/ 13406 h 95759"/>
                <a:gd name="connsiteX31" fmla="*/ 129716 w 143134"/>
                <a:gd name="connsiteY31" fmla="*/ 47880 h 95759"/>
                <a:gd name="connsiteX32" fmla="*/ 95210 w 143134"/>
                <a:gd name="connsiteY32" fmla="*/ 82354 h 95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43134" h="95759">
                  <a:moveTo>
                    <a:pt x="95210" y="0"/>
                  </a:moveTo>
                  <a:cubicBezTo>
                    <a:pt x="90737" y="0"/>
                    <a:pt x="85625" y="638"/>
                    <a:pt x="81791" y="1915"/>
                  </a:cubicBezTo>
                  <a:cubicBezTo>
                    <a:pt x="81791" y="1915"/>
                    <a:pt x="81152" y="1915"/>
                    <a:pt x="81152" y="1915"/>
                  </a:cubicBezTo>
                  <a:lnTo>
                    <a:pt x="6390" y="1915"/>
                  </a:lnTo>
                  <a:cubicBezTo>
                    <a:pt x="2556" y="1915"/>
                    <a:pt x="0" y="4469"/>
                    <a:pt x="0" y="8299"/>
                  </a:cubicBezTo>
                  <a:cubicBezTo>
                    <a:pt x="0" y="12130"/>
                    <a:pt x="2556" y="14683"/>
                    <a:pt x="6390" y="14683"/>
                  </a:cubicBezTo>
                  <a:lnTo>
                    <a:pt x="60704" y="14683"/>
                  </a:lnTo>
                  <a:cubicBezTo>
                    <a:pt x="56870" y="18514"/>
                    <a:pt x="53675" y="23621"/>
                    <a:pt x="51758" y="28728"/>
                  </a:cubicBezTo>
                  <a:lnTo>
                    <a:pt x="6390" y="28728"/>
                  </a:lnTo>
                  <a:cubicBezTo>
                    <a:pt x="2556" y="28728"/>
                    <a:pt x="0" y="31282"/>
                    <a:pt x="0" y="35112"/>
                  </a:cubicBezTo>
                  <a:cubicBezTo>
                    <a:pt x="0" y="38942"/>
                    <a:pt x="2556" y="41496"/>
                    <a:pt x="6390" y="41496"/>
                  </a:cubicBezTo>
                  <a:lnTo>
                    <a:pt x="48564" y="41496"/>
                  </a:lnTo>
                  <a:cubicBezTo>
                    <a:pt x="48564" y="43411"/>
                    <a:pt x="47925" y="45326"/>
                    <a:pt x="47925" y="47880"/>
                  </a:cubicBezTo>
                  <a:cubicBezTo>
                    <a:pt x="47925" y="50434"/>
                    <a:pt x="47925" y="53626"/>
                    <a:pt x="48564" y="56179"/>
                  </a:cubicBezTo>
                  <a:lnTo>
                    <a:pt x="6390" y="56179"/>
                  </a:lnTo>
                  <a:cubicBezTo>
                    <a:pt x="6390" y="56179"/>
                    <a:pt x="6390" y="56179"/>
                    <a:pt x="6390" y="56179"/>
                  </a:cubicBezTo>
                  <a:cubicBezTo>
                    <a:pt x="2556" y="56179"/>
                    <a:pt x="0" y="58733"/>
                    <a:pt x="0" y="62563"/>
                  </a:cubicBezTo>
                  <a:cubicBezTo>
                    <a:pt x="0" y="66394"/>
                    <a:pt x="2556" y="68947"/>
                    <a:pt x="6390" y="68947"/>
                  </a:cubicBezTo>
                  <a:lnTo>
                    <a:pt x="53036" y="68947"/>
                  </a:lnTo>
                  <a:cubicBezTo>
                    <a:pt x="55592" y="74054"/>
                    <a:pt x="59426" y="79162"/>
                    <a:pt x="63899" y="82992"/>
                  </a:cubicBezTo>
                  <a:lnTo>
                    <a:pt x="7029" y="82992"/>
                  </a:lnTo>
                  <a:cubicBezTo>
                    <a:pt x="3195" y="82992"/>
                    <a:pt x="639" y="85546"/>
                    <a:pt x="639" y="89376"/>
                  </a:cubicBezTo>
                  <a:cubicBezTo>
                    <a:pt x="639" y="93206"/>
                    <a:pt x="3195" y="95760"/>
                    <a:pt x="7029" y="95760"/>
                  </a:cubicBezTo>
                  <a:lnTo>
                    <a:pt x="92654" y="95760"/>
                  </a:lnTo>
                  <a:cubicBezTo>
                    <a:pt x="93293" y="95760"/>
                    <a:pt x="94571" y="95760"/>
                    <a:pt x="95210" y="95121"/>
                  </a:cubicBezTo>
                  <a:cubicBezTo>
                    <a:pt x="95210" y="95121"/>
                    <a:pt x="95210" y="95121"/>
                    <a:pt x="95849" y="95121"/>
                  </a:cubicBezTo>
                  <a:cubicBezTo>
                    <a:pt x="122048" y="95121"/>
                    <a:pt x="143135" y="74054"/>
                    <a:pt x="143135" y="47880"/>
                  </a:cubicBezTo>
                  <a:cubicBezTo>
                    <a:pt x="143135" y="21706"/>
                    <a:pt x="121409" y="0"/>
                    <a:pt x="95210" y="0"/>
                  </a:cubicBezTo>
                  <a:close/>
                  <a:moveTo>
                    <a:pt x="95210" y="82354"/>
                  </a:moveTo>
                  <a:cubicBezTo>
                    <a:pt x="76040" y="82354"/>
                    <a:pt x="60704" y="67032"/>
                    <a:pt x="60704" y="47880"/>
                  </a:cubicBezTo>
                  <a:cubicBezTo>
                    <a:pt x="60704" y="28728"/>
                    <a:pt x="76040" y="13406"/>
                    <a:pt x="95210" y="13406"/>
                  </a:cubicBezTo>
                  <a:cubicBezTo>
                    <a:pt x="114380" y="13406"/>
                    <a:pt x="129716" y="28728"/>
                    <a:pt x="129716" y="47880"/>
                  </a:cubicBezTo>
                  <a:cubicBezTo>
                    <a:pt x="129716" y="67032"/>
                    <a:pt x="114380" y="82354"/>
                    <a:pt x="95210" y="82354"/>
                  </a:cubicBezTo>
                  <a:close/>
                </a:path>
              </a:pathLst>
            </a:custGeom>
            <a:solidFill>
              <a:srgbClr val="004F59"/>
            </a:solidFill>
            <a:ln w="6390" cap="flat">
              <a:noFill/>
              <a:prstDash val="solid"/>
              <a:miter/>
            </a:ln>
          </p:spPr>
          <p:txBody>
            <a:bodyPr rtlCol="0" anchor="ctr"/>
            <a:lstStyle/>
            <a:p>
              <a:endParaRPr lang="en-US"/>
            </a:p>
          </p:txBody>
        </p:sp>
        <p:sp>
          <p:nvSpPr>
            <p:cNvPr id="125" name="Graphic 4">
              <a:extLst>
                <a:ext uri="{FF2B5EF4-FFF2-40B4-BE49-F238E27FC236}">
                  <a16:creationId xmlns:a16="http://schemas.microsoft.com/office/drawing/2014/main" id="{11BA96E6-8C96-A44A-9DE1-EC3ED6AEF2EF}"/>
                </a:ext>
              </a:extLst>
            </p:cNvPr>
            <p:cNvSpPr/>
            <p:nvPr/>
          </p:nvSpPr>
          <p:spPr>
            <a:xfrm>
              <a:off x="683723" y="3028723"/>
              <a:ext cx="28754" cy="58094"/>
            </a:xfrm>
            <a:custGeom>
              <a:avLst/>
              <a:gdLst>
                <a:gd name="connsiteX0" fmla="*/ 14058 w 28754"/>
                <a:gd name="connsiteY0" fmla="*/ 15322 h 58094"/>
                <a:gd name="connsiteX1" fmla="*/ 18531 w 28754"/>
                <a:gd name="connsiteY1" fmla="*/ 19790 h 58094"/>
                <a:gd name="connsiteX2" fmla="*/ 23643 w 28754"/>
                <a:gd name="connsiteY2" fmla="*/ 24898 h 58094"/>
                <a:gd name="connsiteX3" fmla="*/ 28755 w 28754"/>
                <a:gd name="connsiteY3" fmla="*/ 19790 h 58094"/>
                <a:gd name="connsiteX4" fmla="*/ 19809 w 28754"/>
                <a:gd name="connsiteY4" fmla="*/ 7022 h 58094"/>
                <a:gd name="connsiteX5" fmla="*/ 19809 w 28754"/>
                <a:gd name="connsiteY5" fmla="*/ 5107 h 58094"/>
                <a:gd name="connsiteX6" fmla="*/ 14697 w 28754"/>
                <a:gd name="connsiteY6" fmla="*/ 0 h 58094"/>
                <a:gd name="connsiteX7" fmla="*/ 9585 w 28754"/>
                <a:gd name="connsiteY7" fmla="*/ 5107 h 58094"/>
                <a:gd name="connsiteX8" fmla="*/ 9585 w 28754"/>
                <a:gd name="connsiteY8" fmla="*/ 7022 h 58094"/>
                <a:gd name="connsiteX9" fmla="*/ 639 w 28754"/>
                <a:gd name="connsiteY9" fmla="*/ 19790 h 58094"/>
                <a:gd name="connsiteX10" fmla="*/ 14697 w 28754"/>
                <a:gd name="connsiteY10" fmla="*/ 33835 h 58094"/>
                <a:gd name="connsiteX11" fmla="*/ 19170 w 28754"/>
                <a:gd name="connsiteY11" fmla="*/ 38304 h 58094"/>
                <a:gd name="connsiteX12" fmla="*/ 14697 w 28754"/>
                <a:gd name="connsiteY12" fmla="*/ 42773 h 58094"/>
                <a:gd name="connsiteX13" fmla="*/ 10224 w 28754"/>
                <a:gd name="connsiteY13" fmla="*/ 38304 h 58094"/>
                <a:gd name="connsiteX14" fmla="*/ 5112 w 28754"/>
                <a:gd name="connsiteY14" fmla="*/ 33197 h 58094"/>
                <a:gd name="connsiteX15" fmla="*/ 0 w 28754"/>
                <a:gd name="connsiteY15" fmla="*/ 38304 h 58094"/>
                <a:gd name="connsiteX16" fmla="*/ 8946 w 28754"/>
                <a:gd name="connsiteY16" fmla="*/ 51072 h 58094"/>
                <a:gd name="connsiteX17" fmla="*/ 8946 w 28754"/>
                <a:gd name="connsiteY17" fmla="*/ 52987 h 58094"/>
                <a:gd name="connsiteX18" fmla="*/ 14058 w 28754"/>
                <a:gd name="connsiteY18" fmla="*/ 58094 h 58094"/>
                <a:gd name="connsiteX19" fmla="*/ 19170 w 28754"/>
                <a:gd name="connsiteY19" fmla="*/ 52987 h 58094"/>
                <a:gd name="connsiteX20" fmla="*/ 19170 w 28754"/>
                <a:gd name="connsiteY20" fmla="*/ 51072 h 58094"/>
                <a:gd name="connsiteX21" fmla="*/ 28116 w 28754"/>
                <a:gd name="connsiteY21" fmla="*/ 38304 h 58094"/>
                <a:gd name="connsiteX22" fmla="*/ 14058 w 28754"/>
                <a:gd name="connsiteY22" fmla="*/ 24259 h 58094"/>
                <a:gd name="connsiteX23" fmla="*/ 9585 w 28754"/>
                <a:gd name="connsiteY23" fmla="*/ 19790 h 58094"/>
                <a:gd name="connsiteX24" fmla="*/ 14058 w 28754"/>
                <a:gd name="connsiteY24" fmla="*/ 15322 h 58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754" h="58094">
                  <a:moveTo>
                    <a:pt x="14058" y="15322"/>
                  </a:moveTo>
                  <a:cubicBezTo>
                    <a:pt x="16614" y="15322"/>
                    <a:pt x="18531" y="17237"/>
                    <a:pt x="18531" y="19790"/>
                  </a:cubicBezTo>
                  <a:cubicBezTo>
                    <a:pt x="18531" y="22344"/>
                    <a:pt x="20448" y="24898"/>
                    <a:pt x="23643" y="24898"/>
                  </a:cubicBezTo>
                  <a:cubicBezTo>
                    <a:pt x="26838" y="24898"/>
                    <a:pt x="28755" y="22982"/>
                    <a:pt x="28755" y="19790"/>
                  </a:cubicBezTo>
                  <a:cubicBezTo>
                    <a:pt x="28755" y="14045"/>
                    <a:pt x="24921" y="8938"/>
                    <a:pt x="19809" y="7022"/>
                  </a:cubicBezTo>
                  <a:lnTo>
                    <a:pt x="19809" y="5107"/>
                  </a:lnTo>
                  <a:cubicBezTo>
                    <a:pt x="19809" y="2554"/>
                    <a:pt x="17892" y="0"/>
                    <a:pt x="14697" y="0"/>
                  </a:cubicBezTo>
                  <a:cubicBezTo>
                    <a:pt x="11502" y="0"/>
                    <a:pt x="9585" y="1915"/>
                    <a:pt x="9585" y="5107"/>
                  </a:cubicBezTo>
                  <a:lnTo>
                    <a:pt x="9585" y="7022"/>
                  </a:lnTo>
                  <a:cubicBezTo>
                    <a:pt x="4473" y="8938"/>
                    <a:pt x="639" y="14045"/>
                    <a:pt x="639" y="19790"/>
                  </a:cubicBezTo>
                  <a:cubicBezTo>
                    <a:pt x="639" y="27451"/>
                    <a:pt x="7029" y="33835"/>
                    <a:pt x="14697" y="33835"/>
                  </a:cubicBezTo>
                  <a:cubicBezTo>
                    <a:pt x="17253" y="33835"/>
                    <a:pt x="19170" y="35750"/>
                    <a:pt x="19170" y="38304"/>
                  </a:cubicBezTo>
                  <a:cubicBezTo>
                    <a:pt x="19170" y="40858"/>
                    <a:pt x="17253" y="42773"/>
                    <a:pt x="14697" y="42773"/>
                  </a:cubicBezTo>
                  <a:cubicBezTo>
                    <a:pt x="12141" y="42773"/>
                    <a:pt x="10224" y="40858"/>
                    <a:pt x="10224" y="38304"/>
                  </a:cubicBezTo>
                  <a:cubicBezTo>
                    <a:pt x="10224" y="35750"/>
                    <a:pt x="8307" y="33197"/>
                    <a:pt x="5112" y="33197"/>
                  </a:cubicBezTo>
                  <a:cubicBezTo>
                    <a:pt x="1917" y="33197"/>
                    <a:pt x="0" y="35112"/>
                    <a:pt x="0" y="38304"/>
                  </a:cubicBezTo>
                  <a:cubicBezTo>
                    <a:pt x="0" y="44050"/>
                    <a:pt x="3834" y="49157"/>
                    <a:pt x="8946" y="51072"/>
                  </a:cubicBezTo>
                  <a:lnTo>
                    <a:pt x="8946" y="52987"/>
                  </a:lnTo>
                  <a:cubicBezTo>
                    <a:pt x="8946" y="55541"/>
                    <a:pt x="10863" y="58094"/>
                    <a:pt x="14058" y="58094"/>
                  </a:cubicBezTo>
                  <a:cubicBezTo>
                    <a:pt x="17253" y="58094"/>
                    <a:pt x="19170" y="56179"/>
                    <a:pt x="19170" y="52987"/>
                  </a:cubicBezTo>
                  <a:lnTo>
                    <a:pt x="19170" y="51072"/>
                  </a:lnTo>
                  <a:cubicBezTo>
                    <a:pt x="24282" y="49157"/>
                    <a:pt x="28116" y="44050"/>
                    <a:pt x="28116" y="38304"/>
                  </a:cubicBezTo>
                  <a:cubicBezTo>
                    <a:pt x="28116" y="30643"/>
                    <a:pt x="21726" y="24259"/>
                    <a:pt x="14058" y="24259"/>
                  </a:cubicBezTo>
                  <a:cubicBezTo>
                    <a:pt x="11502" y="24259"/>
                    <a:pt x="9585" y="22344"/>
                    <a:pt x="9585" y="19790"/>
                  </a:cubicBezTo>
                  <a:cubicBezTo>
                    <a:pt x="10224" y="17237"/>
                    <a:pt x="12141" y="15322"/>
                    <a:pt x="14058" y="15322"/>
                  </a:cubicBezTo>
                  <a:close/>
                </a:path>
              </a:pathLst>
            </a:custGeom>
            <a:solidFill>
              <a:srgbClr val="004F59"/>
            </a:solidFill>
            <a:ln w="6390" cap="flat">
              <a:noFill/>
              <a:prstDash val="solid"/>
              <a:miter/>
            </a:ln>
          </p:spPr>
          <p:txBody>
            <a:bodyPr rtlCol="0" anchor="ctr"/>
            <a:lstStyle/>
            <a:p>
              <a:endParaRPr lang="en-US"/>
            </a:p>
          </p:txBody>
        </p:sp>
      </p:grpSp>
      <p:grpSp>
        <p:nvGrpSpPr>
          <p:cNvPr id="126" name="Graphic 4">
            <a:extLst>
              <a:ext uri="{FF2B5EF4-FFF2-40B4-BE49-F238E27FC236}">
                <a16:creationId xmlns:a16="http://schemas.microsoft.com/office/drawing/2014/main" id="{9C8F36CA-74D0-7740-B8A2-B43C01A69440}"/>
              </a:ext>
            </a:extLst>
          </p:cNvPr>
          <p:cNvGrpSpPr/>
          <p:nvPr/>
        </p:nvGrpSpPr>
        <p:grpSpPr>
          <a:xfrm>
            <a:off x="467743" y="1893013"/>
            <a:ext cx="361670" cy="361333"/>
            <a:chOff x="467743" y="1893013"/>
            <a:chExt cx="361670" cy="361333"/>
          </a:xfrm>
          <a:solidFill>
            <a:srgbClr val="004F59"/>
          </a:solidFill>
        </p:grpSpPr>
        <p:sp>
          <p:nvSpPr>
            <p:cNvPr id="127" name="Graphic 4">
              <a:extLst>
                <a:ext uri="{FF2B5EF4-FFF2-40B4-BE49-F238E27FC236}">
                  <a16:creationId xmlns:a16="http://schemas.microsoft.com/office/drawing/2014/main" id="{1833C08F-BAC9-194F-AE48-7C2909D60C7F}"/>
                </a:ext>
              </a:extLst>
            </p:cNvPr>
            <p:cNvSpPr/>
            <p:nvPr/>
          </p:nvSpPr>
          <p:spPr>
            <a:xfrm>
              <a:off x="467743"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4F59"/>
            </a:solidFill>
            <a:ln w="6390" cap="flat">
              <a:noFill/>
              <a:prstDash val="solid"/>
              <a:miter/>
            </a:ln>
          </p:spPr>
          <p:txBody>
            <a:bodyPr rtlCol="0" anchor="ctr"/>
            <a:lstStyle/>
            <a:p>
              <a:endParaRPr lang="en-US"/>
            </a:p>
          </p:txBody>
        </p:sp>
        <p:sp>
          <p:nvSpPr>
            <p:cNvPr id="245" name="Graphic 4">
              <a:extLst>
                <a:ext uri="{FF2B5EF4-FFF2-40B4-BE49-F238E27FC236}">
                  <a16:creationId xmlns:a16="http://schemas.microsoft.com/office/drawing/2014/main" id="{8C4F6285-D211-CE40-8F50-6EF2946557B9}"/>
                </a:ext>
              </a:extLst>
            </p:cNvPr>
            <p:cNvSpPr/>
            <p:nvPr/>
          </p:nvSpPr>
          <p:spPr>
            <a:xfrm>
              <a:off x="538432" y="1950145"/>
              <a:ext cx="222144" cy="245468"/>
            </a:xfrm>
            <a:custGeom>
              <a:avLst/>
              <a:gdLst>
                <a:gd name="connsiteX0" fmla="*/ 220692 w 222144"/>
                <a:gd name="connsiteY0" fmla="*/ 157370 h 245468"/>
                <a:gd name="connsiteX1" fmla="*/ 220692 w 222144"/>
                <a:gd name="connsiteY1" fmla="*/ 152263 h 245468"/>
                <a:gd name="connsiteX2" fmla="*/ 190659 w 222144"/>
                <a:gd name="connsiteY2" fmla="*/ 124173 h 245468"/>
                <a:gd name="connsiteX3" fmla="*/ 181713 w 222144"/>
                <a:gd name="connsiteY3" fmla="*/ 60972 h 245468"/>
                <a:gd name="connsiteX4" fmla="*/ 103756 w 222144"/>
                <a:gd name="connsiteY4" fmla="*/ 324 h 245468"/>
                <a:gd name="connsiteX5" fmla="*/ 39217 w 222144"/>
                <a:gd name="connsiteY5" fmla="*/ 67356 h 245468"/>
                <a:gd name="connsiteX6" fmla="*/ 32827 w 222144"/>
                <a:gd name="connsiteY6" fmla="*/ 123535 h 245468"/>
                <a:gd name="connsiteX7" fmla="*/ 2156 w 222144"/>
                <a:gd name="connsiteY7" fmla="*/ 150986 h 245468"/>
                <a:gd name="connsiteX8" fmla="*/ 2795 w 222144"/>
                <a:gd name="connsiteY8" fmla="*/ 159923 h 245468"/>
                <a:gd name="connsiteX9" fmla="*/ 9824 w 222144"/>
                <a:gd name="connsiteY9" fmla="*/ 197589 h 245468"/>
                <a:gd name="connsiteX10" fmla="*/ 10463 w 222144"/>
                <a:gd name="connsiteY10" fmla="*/ 198227 h 245468"/>
                <a:gd name="connsiteX11" fmla="*/ 20048 w 222144"/>
                <a:gd name="connsiteY11" fmla="*/ 204611 h 245468"/>
                <a:gd name="connsiteX12" fmla="*/ 71806 w 222144"/>
                <a:gd name="connsiteY12" fmla="*/ 239723 h 245468"/>
                <a:gd name="connsiteX13" fmla="*/ 111424 w 222144"/>
                <a:gd name="connsiteY13" fmla="*/ 245469 h 245468"/>
                <a:gd name="connsiteX14" fmla="*/ 126759 w 222144"/>
                <a:gd name="connsiteY14" fmla="*/ 241638 h 245468"/>
                <a:gd name="connsiteX15" fmla="*/ 126759 w 222144"/>
                <a:gd name="connsiteY15" fmla="*/ 241638 h 245468"/>
                <a:gd name="connsiteX16" fmla="*/ 135705 w 222144"/>
                <a:gd name="connsiteY16" fmla="*/ 242915 h 245468"/>
                <a:gd name="connsiteX17" fmla="*/ 138900 w 222144"/>
                <a:gd name="connsiteY17" fmla="*/ 242915 h 245468"/>
                <a:gd name="connsiteX18" fmla="*/ 205356 w 222144"/>
                <a:gd name="connsiteY18" fmla="*/ 202058 h 245468"/>
                <a:gd name="connsiteX19" fmla="*/ 208551 w 222144"/>
                <a:gd name="connsiteY19" fmla="*/ 200142 h 245468"/>
                <a:gd name="connsiteX20" fmla="*/ 221331 w 222144"/>
                <a:gd name="connsiteY20" fmla="*/ 156731 h 245468"/>
                <a:gd name="connsiteX21" fmla="*/ 220692 w 222144"/>
                <a:gd name="connsiteY21" fmla="*/ 157370 h 245468"/>
                <a:gd name="connsiteX22" fmla="*/ 50080 w 222144"/>
                <a:gd name="connsiteY22" fmla="*/ 72463 h 245468"/>
                <a:gd name="connsiteX23" fmla="*/ 103756 w 222144"/>
                <a:gd name="connsiteY23" fmla="*/ 13730 h 245468"/>
                <a:gd name="connsiteX24" fmla="*/ 168933 w 222144"/>
                <a:gd name="connsiteY24" fmla="*/ 66079 h 245468"/>
                <a:gd name="connsiteX25" fmla="*/ 170211 w 222144"/>
                <a:gd name="connsiteY25" fmla="*/ 149709 h 245468"/>
                <a:gd name="connsiteX26" fmla="*/ 51997 w 222144"/>
                <a:gd name="connsiteY26" fmla="*/ 150347 h 245468"/>
                <a:gd name="connsiteX27" fmla="*/ 50080 w 222144"/>
                <a:gd name="connsiteY27" fmla="*/ 72463 h 245468"/>
                <a:gd name="connsiteX28" fmla="*/ 201522 w 222144"/>
                <a:gd name="connsiteY28" fmla="*/ 190567 h 245468"/>
                <a:gd name="connsiteX29" fmla="*/ 151680 w 222144"/>
                <a:gd name="connsiteY29" fmla="*/ 191205 h 245468"/>
                <a:gd name="connsiteX30" fmla="*/ 142734 w 222144"/>
                <a:gd name="connsiteY30" fmla="*/ 191843 h 245468"/>
                <a:gd name="connsiteX31" fmla="*/ 143373 w 222144"/>
                <a:gd name="connsiteY31" fmla="*/ 200781 h 245468"/>
                <a:gd name="connsiteX32" fmla="*/ 174684 w 222144"/>
                <a:gd name="connsiteY32" fmla="*/ 211634 h 245468"/>
                <a:gd name="connsiteX33" fmla="*/ 186186 w 222144"/>
                <a:gd name="connsiteY33" fmla="*/ 210357 h 245468"/>
                <a:gd name="connsiteX34" fmla="*/ 136344 w 222144"/>
                <a:gd name="connsiteY34" fmla="*/ 231424 h 245468"/>
                <a:gd name="connsiteX35" fmla="*/ 112063 w 222144"/>
                <a:gd name="connsiteY35" fmla="*/ 204611 h 245468"/>
                <a:gd name="connsiteX36" fmla="*/ 105034 w 222144"/>
                <a:gd name="connsiteY36" fmla="*/ 198866 h 245468"/>
                <a:gd name="connsiteX37" fmla="*/ 99283 w 222144"/>
                <a:gd name="connsiteY37" fmla="*/ 205888 h 245468"/>
                <a:gd name="connsiteX38" fmla="*/ 111424 w 222144"/>
                <a:gd name="connsiteY38" fmla="*/ 233339 h 245468"/>
                <a:gd name="connsiteX39" fmla="*/ 73084 w 222144"/>
                <a:gd name="connsiteY39" fmla="*/ 227594 h 245468"/>
                <a:gd name="connsiteX40" fmla="*/ 37939 w 222144"/>
                <a:gd name="connsiteY40" fmla="*/ 212910 h 245468"/>
                <a:gd name="connsiteX41" fmla="*/ 74362 w 222144"/>
                <a:gd name="connsiteY41" fmla="*/ 221848 h 245468"/>
                <a:gd name="connsiteX42" fmla="*/ 75640 w 222144"/>
                <a:gd name="connsiteY42" fmla="*/ 221848 h 245468"/>
                <a:gd name="connsiteX43" fmla="*/ 82030 w 222144"/>
                <a:gd name="connsiteY43" fmla="*/ 216741 h 245468"/>
                <a:gd name="connsiteX44" fmla="*/ 76918 w 222144"/>
                <a:gd name="connsiteY44" fmla="*/ 209718 h 245468"/>
                <a:gd name="connsiteX45" fmla="*/ 18770 w 222144"/>
                <a:gd name="connsiteY45" fmla="*/ 189928 h 245468"/>
                <a:gd name="connsiteX46" fmla="*/ 11741 w 222144"/>
                <a:gd name="connsiteY46" fmla="*/ 172691 h 245468"/>
                <a:gd name="connsiteX47" fmla="*/ 11741 w 222144"/>
                <a:gd name="connsiteY47" fmla="*/ 172691 h 245468"/>
                <a:gd name="connsiteX48" fmla="*/ 66694 w 222144"/>
                <a:gd name="connsiteY48" fmla="*/ 189290 h 245468"/>
                <a:gd name="connsiteX49" fmla="*/ 66694 w 222144"/>
                <a:gd name="connsiteY49" fmla="*/ 189290 h 245468"/>
                <a:gd name="connsiteX50" fmla="*/ 73084 w 222144"/>
                <a:gd name="connsiteY50" fmla="*/ 182906 h 245468"/>
                <a:gd name="connsiteX51" fmla="*/ 66694 w 222144"/>
                <a:gd name="connsiteY51" fmla="*/ 176522 h 245468"/>
                <a:gd name="connsiteX52" fmla="*/ 18770 w 222144"/>
                <a:gd name="connsiteY52" fmla="*/ 161839 h 245468"/>
                <a:gd name="connsiteX53" fmla="*/ 13658 w 222144"/>
                <a:gd name="connsiteY53" fmla="*/ 153539 h 245468"/>
                <a:gd name="connsiteX54" fmla="*/ 34105 w 222144"/>
                <a:gd name="connsiteY54" fmla="*/ 136303 h 245468"/>
                <a:gd name="connsiteX55" fmla="*/ 42412 w 222144"/>
                <a:gd name="connsiteY55" fmla="*/ 157370 h 245468"/>
                <a:gd name="connsiteX56" fmla="*/ 44329 w 222144"/>
                <a:gd name="connsiteY56" fmla="*/ 159285 h 245468"/>
                <a:gd name="connsiteX57" fmla="*/ 107590 w 222144"/>
                <a:gd name="connsiteY57" fmla="*/ 175883 h 245468"/>
                <a:gd name="connsiteX58" fmla="*/ 178518 w 222144"/>
                <a:gd name="connsiteY58" fmla="*/ 159923 h 245468"/>
                <a:gd name="connsiteX59" fmla="*/ 181713 w 222144"/>
                <a:gd name="connsiteY59" fmla="*/ 157370 h 245468"/>
                <a:gd name="connsiteX60" fmla="*/ 189381 w 222144"/>
                <a:gd name="connsiteY60" fmla="*/ 136941 h 245468"/>
                <a:gd name="connsiteX61" fmla="*/ 209190 w 222144"/>
                <a:gd name="connsiteY61" fmla="*/ 154816 h 245468"/>
                <a:gd name="connsiteX62" fmla="*/ 179157 w 222144"/>
                <a:gd name="connsiteY62" fmla="*/ 170776 h 245468"/>
                <a:gd name="connsiteX63" fmla="*/ 174684 w 222144"/>
                <a:gd name="connsiteY63" fmla="*/ 178437 h 245468"/>
                <a:gd name="connsiteX64" fmla="*/ 181074 w 222144"/>
                <a:gd name="connsiteY64" fmla="*/ 182906 h 245468"/>
                <a:gd name="connsiteX65" fmla="*/ 182991 w 222144"/>
                <a:gd name="connsiteY65" fmla="*/ 182906 h 245468"/>
                <a:gd name="connsiteX66" fmla="*/ 209829 w 222144"/>
                <a:gd name="connsiteY66" fmla="*/ 171415 h 245468"/>
                <a:gd name="connsiteX67" fmla="*/ 201522 w 222144"/>
                <a:gd name="connsiteY67" fmla="*/ 190567 h 245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22144" h="245468">
                  <a:moveTo>
                    <a:pt x="220692" y="157370"/>
                  </a:moveTo>
                  <a:cubicBezTo>
                    <a:pt x="220692" y="155455"/>
                    <a:pt x="221331" y="154178"/>
                    <a:pt x="220692" y="152263"/>
                  </a:cubicBezTo>
                  <a:cubicBezTo>
                    <a:pt x="217497" y="136303"/>
                    <a:pt x="205995" y="130557"/>
                    <a:pt x="190659" y="124173"/>
                  </a:cubicBezTo>
                  <a:cubicBezTo>
                    <a:pt x="192576" y="108213"/>
                    <a:pt x="191298" y="86507"/>
                    <a:pt x="181713" y="60972"/>
                  </a:cubicBezTo>
                  <a:cubicBezTo>
                    <a:pt x="165099" y="17561"/>
                    <a:pt x="138900" y="-2868"/>
                    <a:pt x="103756" y="324"/>
                  </a:cubicBezTo>
                  <a:cubicBezTo>
                    <a:pt x="88420" y="1601"/>
                    <a:pt x="57109" y="17561"/>
                    <a:pt x="39217" y="67356"/>
                  </a:cubicBezTo>
                  <a:cubicBezTo>
                    <a:pt x="31549" y="89061"/>
                    <a:pt x="30910" y="108213"/>
                    <a:pt x="32827" y="123535"/>
                  </a:cubicBezTo>
                  <a:cubicBezTo>
                    <a:pt x="20687" y="127365"/>
                    <a:pt x="4712" y="138218"/>
                    <a:pt x="2156" y="150986"/>
                  </a:cubicBezTo>
                  <a:cubicBezTo>
                    <a:pt x="1517" y="152901"/>
                    <a:pt x="1517" y="156093"/>
                    <a:pt x="2795" y="159923"/>
                  </a:cubicBezTo>
                  <a:cubicBezTo>
                    <a:pt x="-6151" y="177160"/>
                    <a:pt x="9185" y="196950"/>
                    <a:pt x="9824" y="197589"/>
                  </a:cubicBezTo>
                  <a:cubicBezTo>
                    <a:pt x="9824" y="197589"/>
                    <a:pt x="10463" y="198227"/>
                    <a:pt x="10463" y="198227"/>
                  </a:cubicBezTo>
                  <a:cubicBezTo>
                    <a:pt x="13019" y="200781"/>
                    <a:pt x="16214" y="202696"/>
                    <a:pt x="20048" y="204611"/>
                  </a:cubicBezTo>
                  <a:cubicBezTo>
                    <a:pt x="20687" y="212272"/>
                    <a:pt x="27715" y="229509"/>
                    <a:pt x="71806" y="239723"/>
                  </a:cubicBezTo>
                  <a:cubicBezTo>
                    <a:pt x="90976" y="244192"/>
                    <a:pt x="103117" y="245469"/>
                    <a:pt x="111424" y="245469"/>
                  </a:cubicBezTo>
                  <a:cubicBezTo>
                    <a:pt x="120370" y="245469"/>
                    <a:pt x="124843" y="243553"/>
                    <a:pt x="126759" y="241638"/>
                  </a:cubicBezTo>
                  <a:cubicBezTo>
                    <a:pt x="126759" y="241638"/>
                    <a:pt x="126759" y="241638"/>
                    <a:pt x="126759" y="241638"/>
                  </a:cubicBezTo>
                  <a:cubicBezTo>
                    <a:pt x="129315" y="242277"/>
                    <a:pt x="132510" y="242915"/>
                    <a:pt x="135705" y="242915"/>
                  </a:cubicBezTo>
                  <a:cubicBezTo>
                    <a:pt x="136983" y="242915"/>
                    <a:pt x="138261" y="242915"/>
                    <a:pt x="138900" y="242915"/>
                  </a:cubicBezTo>
                  <a:cubicBezTo>
                    <a:pt x="164460" y="240361"/>
                    <a:pt x="201522" y="224402"/>
                    <a:pt x="205356" y="202058"/>
                  </a:cubicBezTo>
                  <a:cubicBezTo>
                    <a:pt x="206634" y="201419"/>
                    <a:pt x="207273" y="200781"/>
                    <a:pt x="208551" y="200142"/>
                  </a:cubicBezTo>
                  <a:cubicBezTo>
                    <a:pt x="210468" y="198866"/>
                    <a:pt x="225803" y="189290"/>
                    <a:pt x="221331" y="156731"/>
                  </a:cubicBezTo>
                  <a:cubicBezTo>
                    <a:pt x="220692" y="158008"/>
                    <a:pt x="220692" y="158008"/>
                    <a:pt x="220692" y="157370"/>
                  </a:cubicBezTo>
                  <a:close/>
                  <a:moveTo>
                    <a:pt x="50080" y="72463"/>
                  </a:moveTo>
                  <a:cubicBezTo>
                    <a:pt x="66055" y="28413"/>
                    <a:pt x="92254" y="15007"/>
                    <a:pt x="103756" y="13730"/>
                  </a:cubicBezTo>
                  <a:cubicBezTo>
                    <a:pt x="133149" y="11177"/>
                    <a:pt x="154236" y="28413"/>
                    <a:pt x="168933" y="66079"/>
                  </a:cubicBezTo>
                  <a:cubicBezTo>
                    <a:pt x="186186" y="112043"/>
                    <a:pt x="174045" y="142048"/>
                    <a:pt x="170211" y="149709"/>
                  </a:cubicBezTo>
                  <a:cubicBezTo>
                    <a:pt x="103117" y="179075"/>
                    <a:pt x="59665" y="154816"/>
                    <a:pt x="51997" y="150347"/>
                  </a:cubicBezTo>
                  <a:cubicBezTo>
                    <a:pt x="49441" y="143963"/>
                    <a:pt x="35383" y="113959"/>
                    <a:pt x="50080" y="72463"/>
                  </a:cubicBezTo>
                  <a:close/>
                  <a:moveTo>
                    <a:pt x="201522" y="190567"/>
                  </a:moveTo>
                  <a:cubicBezTo>
                    <a:pt x="172128" y="209080"/>
                    <a:pt x="152958" y="191843"/>
                    <a:pt x="151680" y="191205"/>
                  </a:cubicBezTo>
                  <a:cubicBezTo>
                    <a:pt x="149124" y="188651"/>
                    <a:pt x="145290" y="189290"/>
                    <a:pt x="142734" y="191843"/>
                  </a:cubicBezTo>
                  <a:cubicBezTo>
                    <a:pt x="140178" y="194397"/>
                    <a:pt x="140817" y="198227"/>
                    <a:pt x="143373" y="200781"/>
                  </a:cubicBezTo>
                  <a:cubicBezTo>
                    <a:pt x="149124" y="205888"/>
                    <a:pt x="160626" y="211634"/>
                    <a:pt x="174684" y="211634"/>
                  </a:cubicBezTo>
                  <a:cubicBezTo>
                    <a:pt x="178518" y="211634"/>
                    <a:pt x="182352" y="210995"/>
                    <a:pt x="186186" y="210357"/>
                  </a:cubicBezTo>
                  <a:cubicBezTo>
                    <a:pt x="176601" y="219933"/>
                    <a:pt x="155514" y="229509"/>
                    <a:pt x="136344" y="231424"/>
                  </a:cubicBezTo>
                  <a:cubicBezTo>
                    <a:pt x="115897" y="233339"/>
                    <a:pt x="112063" y="205888"/>
                    <a:pt x="112063" y="204611"/>
                  </a:cubicBezTo>
                  <a:cubicBezTo>
                    <a:pt x="111424" y="201419"/>
                    <a:pt x="108229" y="198866"/>
                    <a:pt x="105034" y="198866"/>
                  </a:cubicBezTo>
                  <a:cubicBezTo>
                    <a:pt x="101839" y="199504"/>
                    <a:pt x="99283" y="202696"/>
                    <a:pt x="99283" y="205888"/>
                  </a:cubicBezTo>
                  <a:cubicBezTo>
                    <a:pt x="100561" y="213549"/>
                    <a:pt x="103756" y="225040"/>
                    <a:pt x="111424" y="233339"/>
                  </a:cubicBezTo>
                  <a:cubicBezTo>
                    <a:pt x="105673" y="233339"/>
                    <a:pt x="94171" y="232701"/>
                    <a:pt x="73084" y="227594"/>
                  </a:cubicBezTo>
                  <a:cubicBezTo>
                    <a:pt x="54553" y="223125"/>
                    <a:pt x="43690" y="217379"/>
                    <a:pt x="37939" y="212910"/>
                  </a:cubicBezTo>
                  <a:cubicBezTo>
                    <a:pt x="54553" y="218656"/>
                    <a:pt x="71806" y="221210"/>
                    <a:pt x="74362" y="221848"/>
                  </a:cubicBezTo>
                  <a:cubicBezTo>
                    <a:pt x="75001" y="221848"/>
                    <a:pt x="75001" y="221848"/>
                    <a:pt x="75640" y="221848"/>
                  </a:cubicBezTo>
                  <a:cubicBezTo>
                    <a:pt x="78835" y="221848"/>
                    <a:pt x="81391" y="219933"/>
                    <a:pt x="82030" y="216741"/>
                  </a:cubicBezTo>
                  <a:cubicBezTo>
                    <a:pt x="82669" y="213549"/>
                    <a:pt x="80113" y="209718"/>
                    <a:pt x="76918" y="209718"/>
                  </a:cubicBezTo>
                  <a:cubicBezTo>
                    <a:pt x="64777" y="207803"/>
                    <a:pt x="30271" y="200142"/>
                    <a:pt x="18770" y="189928"/>
                  </a:cubicBezTo>
                  <a:cubicBezTo>
                    <a:pt x="17492" y="188013"/>
                    <a:pt x="12380" y="180352"/>
                    <a:pt x="11741" y="172691"/>
                  </a:cubicBezTo>
                  <a:cubicBezTo>
                    <a:pt x="11741" y="172691"/>
                    <a:pt x="11741" y="172691"/>
                    <a:pt x="11741" y="172691"/>
                  </a:cubicBezTo>
                  <a:cubicBezTo>
                    <a:pt x="34744" y="188013"/>
                    <a:pt x="65416" y="189290"/>
                    <a:pt x="66694" y="189290"/>
                  </a:cubicBezTo>
                  <a:cubicBezTo>
                    <a:pt x="66694" y="189290"/>
                    <a:pt x="66694" y="189290"/>
                    <a:pt x="66694" y="189290"/>
                  </a:cubicBezTo>
                  <a:cubicBezTo>
                    <a:pt x="69889" y="189290"/>
                    <a:pt x="73084" y="186736"/>
                    <a:pt x="73084" y="182906"/>
                  </a:cubicBezTo>
                  <a:cubicBezTo>
                    <a:pt x="73084" y="179075"/>
                    <a:pt x="70528" y="176522"/>
                    <a:pt x="66694" y="176522"/>
                  </a:cubicBezTo>
                  <a:cubicBezTo>
                    <a:pt x="66694" y="176522"/>
                    <a:pt x="38578" y="175245"/>
                    <a:pt x="18770" y="161839"/>
                  </a:cubicBezTo>
                  <a:cubicBezTo>
                    <a:pt x="13019" y="158008"/>
                    <a:pt x="13658" y="154816"/>
                    <a:pt x="13658" y="153539"/>
                  </a:cubicBezTo>
                  <a:cubicBezTo>
                    <a:pt x="14936" y="147155"/>
                    <a:pt x="25159" y="139495"/>
                    <a:pt x="34105" y="136303"/>
                  </a:cubicBezTo>
                  <a:cubicBezTo>
                    <a:pt x="37300" y="149071"/>
                    <a:pt x="41773" y="156731"/>
                    <a:pt x="42412" y="157370"/>
                  </a:cubicBezTo>
                  <a:cubicBezTo>
                    <a:pt x="43051" y="158008"/>
                    <a:pt x="43690" y="158647"/>
                    <a:pt x="44329" y="159285"/>
                  </a:cubicBezTo>
                  <a:cubicBezTo>
                    <a:pt x="45607" y="160562"/>
                    <a:pt x="68611" y="175883"/>
                    <a:pt x="107590" y="175883"/>
                  </a:cubicBezTo>
                  <a:cubicBezTo>
                    <a:pt x="127398" y="175883"/>
                    <a:pt x="151041" y="172053"/>
                    <a:pt x="178518" y="159923"/>
                  </a:cubicBezTo>
                  <a:cubicBezTo>
                    <a:pt x="179796" y="159285"/>
                    <a:pt x="180435" y="158647"/>
                    <a:pt x="181713" y="157370"/>
                  </a:cubicBezTo>
                  <a:cubicBezTo>
                    <a:pt x="182352" y="156731"/>
                    <a:pt x="186186" y="149709"/>
                    <a:pt x="189381" y="136941"/>
                  </a:cubicBezTo>
                  <a:cubicBezTo>
                    <a:pt x="203439" y="142687"/>
                    <a:pt x="207273" y="146517"/>
                    <a:pt x="209190" y="154816"/>
                  </a:cubicBezTo>
                  <a:cubicBezTo>
                    <a:pt x="209190" y="158008"/>
                    <a:pt x="195771" y="166307"/>
                    <a:pt x="179157" y="170776"/>
                  </a:cubicBezTo>
                  <a:cubicBezTo>
                    <a:pt x="175962" y="172053"/>
                    <a:pt x="174045" y="175245"/>
                    <a:pt x="174684" y="178437"/>
                  </a:cubicBezTo>
                  <a:cubicBezTo>
                    <a:pt x="175323" y="180991"/>
                    <a:pt x="177879" y="182906"/>
                    <a:pt x="181074" y="182906"/>
                  </a:cubicBezTo>
                  <a:cubicBezTo>
                    <a:pt x="181713" y="182906"/>
                    <a:pt x="182352" y="182906"/>
                    <a:pt x="182991" y="182906"/>
                  </a:cubicBezTo>
                  <a:cubicBezTo>
                    <a:pt x="190020" y="180991"/>
                    <a:pt x="201522" y="177160"/>
                    <a:pt x="209829" y="171415"/>
                  </a:cubicBezTo>
                  <a:cubicBezTo>
                    <a:pt x="207912" y="186098"/>
                    <a:pt x="201522" y="190567"/>
                    <a:pt x="201522" y="190567"/>
                  </a:cubicBezTo>
                  <a:close/>
                </a:path>
              </a:pathLst>
            </a:custGeom>
            <a:solidFill>
              <a:srgbClr val="004F59"/>
            </a:solidFill>
            <a:ln w="6390" cap="flat">
              <a:noFill/>
              <a:prstDash val="solid"/>
              <a:miter/>
            </a:ln>
          </p:spPr>
          <p:txBody>
            <a:bodyPr rtlCol="0" anchor="ctr"/>
            <a:lstStyle/>
            <a:p>
              <a:endParaRPr lang="en-US"/>
            </a:p>
          </p:txBody>
        </p:sp>
        <p:sp>
          <p:nvSpPr>
            <p:cNvPr id="246" name="Graphic 4">
              <a:extLst>
                <a:ext uri="{FF2B5EF4-FFF2-40B4-BE49-F238E27FC236}">
                  <a16:creationId xmlns:a16="http://schemas.microsoft.com/office/drawing/2014/main" id="{C4E4AD85-199A-EA43-8142-7494950E87E4}"/>
                </a:ext>
              </a:extLst>
            </p:cNvPr>
            <p:cNvSpPr/>
            <p:nvPr/>
          </p:nvSpPr>
          <p:spPr>
            <a:xfrm>
              <a:off x="627491" y="1993880"/>
              <a:ext cx="44090" cy="96397"/>
            </a:xfrm>
            <a:custGeom>
              <a:avLst/>
              <a:gdLst>
                <a:gd name="connsiteX0" fmla="*/ 21726 w 44090"/>
                <a:gd name="connsiteY0" fmla="*/ 72777 h 96397"/>
                <a:gd name="connsiteX1" fmla="*/ 12780 w 44090"/>
                <a:gd name="connsiteY1" fmla="*/ 63840 h 96397"/>
                <a:gd name="connsiteX2" fmla="*/ 6390 w 44090"/>
                <a:gd name="connsiteY2" fmla="*/ 57456 h 96397"/>
                <a:gd name="connsiteX3" fmla="*/ 0 w 44090"/>
                <a:gd name="connsiteY3" fmla="*/ 63840 h 96397"/>
                <a:gd name="connsiteX4" fmla="*/ 15336 w 44090"/>
                <a:gd name="connsiteY4" fmla="*/ 84907 h 96397"/>
                <a:gd name="connsiteX5" fmla="*/ 15336 w 44090"/>
                <a:gd name="connsiteY5" fmla="*/ 90014 h 96397"/>
                <a:gd name="connsiteX6" fmla="*/ 21726 w 44090"/>
                <a:gd name="connsiteY6" fmla="*/ 96398 h 96397"/>
                <a:gd name="connsiteX7" fmla="*/ 28116 w 44090"/>
                <a:gd name="connsiteY7" fmla="*/ 90014 h 96397"/>
                <a:gd name="connsiteX8" fmla="*/ 28116 w 44090"/>
                <a:gd name="connsiteY8" fmla="*/ 84907 h 96397"/>
                <a:gd name="connsiteX9" fmla="*/ 44091 w 44090"/>
                <a:gd name="connsiteY9" fmla="*/ 63840 h 96397"/>
                <a:gd name="connsiteX10" fmla="*/ 21726 w 44090"/>
                <a:gd name="connsiteY10" fmla="*/ 41496 h 96397"/>
                <a:gd name="connsiteX11" fmla="*/ 12780 w 44090"/>
                <a:gd name="connsiteY11" fmla="*/ 32558 h 96397"/>
                <a:gd name="connsiteX12" fmla="*/ 21726 w 44090"/>
                <a:gd name="connsiteY12" fmla="*/ 22982 h 96397"/>
                <a:gd name="connsiteX13" fmla="*/ 31311 w 44090"/>
                <a:gd name="connsiteY13" fmla="*/ 32558 h 96397"/>
                <a:gd name="connsiteX14" fmla="*/ 37701 w 44090"/>
                <a:gd name="connsiteY14" fmla="*/ 38942 h 96397"/>
                <a:gd name="connsiteX15" fmla="*/ 44091 w 44090"/>
                <a:gd name="connsiteY15" fmla="*/ 32558 h 96397"/>
                <a:gd name="connsiteX16" fmla="*/ 28116 w 44090"/>
                <a:gd name="connsiteY16" fmla="*/ 11491 h 96397"/>
                <a:gd name="connsiteX17" fmla="*/ 28116 w 44090"/>
                <a:gd name="connsiteY17" fmla="*/ 6384 h 96397"/>
                <a:gd name="connsiteX18" fmla="*/ 21726 w 44090"/>
                <a:gd name="connsiteY18" fmla="*/ 0 h 96397"/>
                <a:gd name="connsiteX19" fmla="*/ 15336 w 44090"/>
                <a:gd name="connsiteY19" fmla="*/ 6384 h 96397"/>
                <a:gd name="connsiteX20" fmla="*/ 15336 w 44090"/>
                <a:gd name="connsiteY20" fmla="*/ 11491 h 96397"/>
                <a:gd name="connsiteX21" fmla="*/ 0 w 44090"/>
                <a:gd name="connsiteY21" fmla="*/ 32558 h 96397"/>
                <a:gd name="connsiteX22" fmla="*/ 21726 w 44090"/>
                <a:gd name="connsiteY22" fmla="*/ 54264 h 96397"/>
                <a:gd name="connsiteX23" fmla="*/ 31311 w 44090"/>
                <a:gd name="connsiteY23" fmla="*/ 63840 h 96397"/>
                <a:gd name="connsiteX24" fmla="*/ 21726 w 44090"/>
                <a:gd name="connsiteY24" fmla="*/ 72777 h 9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4090" h="96397">
                  <a:moveTo>
                    <a:pt x="21726" y="72777"/>
                  </a:moveTo>
                  <a:cubicBezTo>
                    <a:pt x="16614" y="72777"/>
                    <a:pt x="12780" y="68947"/>
                    <a:pt x="12780" y="63840"/>
                  </a:cubicBezTo>
                  <a:cubicBezTo>
                    <a:pt x="12780" y="60009"/>
                    <a:pt x="10224" y="57456"/>
                    <a:pt x="6390" y="57456"/>
                  </a:cubicBezTo>
                  <a:cubicBezTo>
                    <a:pt x="2556" y="57456"/>
                    <a:pt x="0" y="60009"/>
                    <a:pt x="0" y="63840"/>
                  </a:cubicBezTo>
                  <a:cubicBezTo>
                    <a:pt x="0" y="73416"/>
                    <a:pt x="6390" y="81715"/>
                    <a:pt x="15336" y="84907"/>
                  </a:cubicBezTo>
                  <a:lnTo>
                    <a:pt x="15336" y="90014"/>
                  </a:lnTo>
                  <a:cubicBezTo>
                    <a:pt x="15336" y="93844"/>
                    <a:pt x="17892" y="96398"/>
                    <a:pt x="21726" y="96398"/>
                  </a:cubicBezTo>
                  <a:cubicBezTo>
                    <a:pt x="25560" y="96398"/>
                    <a:pt x="28116" y="93844"/>
                    <a:pt x="28116" y="90014"/>
                  </a:cubicBezTo>
                  <a:lnTo>
                    <a:pt x="28116" y="84907"/>
                  </a:lnTo>
                  <a:cubicBezTo>
                    <a:pt x="37062" y="82353"/>
                    <a:pt x="44091" y="74054"/>
                    <a:pt x="44091" y="63840"/>
                  </a:cubicBezTo>
                  <a:cubicBezTo>
                    <a:pt x="44091" y="51710"/>
                    <a:pt x="33867" y="41496"/>
                    <a:pt x="21726" y="41496"/>
                  </a:cubicBezTo>
                  <a:cubicBezTo>
                    <a:pt x="16614" y="41496"/>
                    <a:pt x="12780" y="37665"/>
                    <a:pt x="12780" y="32558"/>
                  </a:cubicBezTo>
                  <a:cubicBezTo>
                    <a:pt x="12780" y="27451"/>
                    <a:pt x="16614" y="22982"/>
                    <a:pt x="21726" y="22982"/>
                  </a:cubicBezTo>
                  <a:cubicBezTo>
                    <a:pt x="26838" y="22982"/>
                    <a:pt x="31311" y="26813"/>
                    <a:pt x="31311" y="32558"/>
                  </a:cubicBezTo>
                  <a:cubicBezTo>
                    <a:pt x="31311" y="36389"/>
                    <a:pt x="33867" y="38942"/>
                    <a:pt x="37701" y="38942"/>
                  </a:cubicBezTo>
                  <a:cubicBezTo>
                    <a:pt x="41535" y="38942"/>
                    <a:pt x="44091" y="36389"/>
                    <a:pt x="44091" y="32558"/>
                  </a:cubicBezTo>
                  <a:cubicBezTo>
                    <a:pt x="44091" y="22344"/>
                    <a:pt x="37701" y="14045"/>
                    <a:pt x="28116" y="11491"/>
                  </a:cubicBezTo>
                  <a:lnTo>
                    <a:pt x="28116" y="6384"/>
                  </a:lnTo>
                  <a:cubicBezTo>
                    <a:pt x="28116" y="2554"/>
                    <a:pt x="25560" y="0"/>
                    <a:pt x="21726" y="0"/>
                  </a:cubicBezTo>
                  <a:cubicBezTo>
                    <a:pt x="17892" y="0"/>
                    <a:pt x="15336" y="2554"/>
                    <a:pt x="15336" y="6384"/>
                  </a:cubicBezTo>
                  <a:lnTo>
                    <a:pt x="15336" y="11491"/>
                  </a:lnTo>
                  <a:cubicBezTo>
                    <a:pt x="6390" y="14045"/>
                    <a:pt x="0" y="22344"/>
                    <a:pt x="0" y="32558"/>
                  </a:cubicBezTo>
                  <a:cubicBezTo>
                    <a:pt x="0" y="44688"/>
                    <a:pt x="9585" y="54264"/>
                    <a:pt x="21726" y="54264"/>
                  </a:cubicBezTo>
                  <a:cubicBezTo>
                    <a:pt x="26838" y="54264"/>
                    <a:pt x="31311" y="58094"/>
                    <a:pt x="31311" y="63840"/>
                  </a:cubicBezTo>
                  <a:cubicBezTo>
                    <a:pt x="31311" y="68947"/>
                    <a:pt x="26838" y="72777"/>
                    <a:pt x="21726" y="72777"/>
                  </a:cubicBezTo>
                  <a:close/>
                </a:path>
              </a:pathLst>
            </a:custGeom>
            <a:solidFill>
              <a:srgbClr val="004F59"/>
            </a:solidFill>
            <a:ln w="6390" cap="flat">
              <a:noFill/>
              <a:prstDash val="solid"/>
              <a:miter/>
            </a:ln>
          </p:spPr>
          <p:txBody>
            <a:bodyPr rtlCol="0" anchor="ctr"/>
            <a:lstStyle/>
            <a:p>
              <a:endParaRPr lang="en-US"/>
            </a:p>
          </p:txBody>
        </p:sp>
      </p:grpSp>
      <p:sp>
        <p:nvSpPr>
          <p:cNvPr id="247" name="Graphic 4">
            <a:extLst>
              <a:ext uri="{FF2B5EF4-FFF2-40B4-BE49-F238E27FC236}">
                <a16:creationId xmlns:a16="http://schemas.microsoft.com/office/drawing/2014/main" id="{BBF5FB91-CFBD-C847-BC60-C9F3FE678637}"/>
              </a:ext>
            </a:extLst>
          </p:cNvPr>
          <p:cNvSpPr/>
          <p:nvPr/>
        </p:nvSpPr>
        <p:spPr>
          <a:xfrm>
            <a:off x="90545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37384 w 361670"/>
              <a:gd name="connsiteY5" fmla="*/ 114273 h 361333"/>
              <a:gd name="connsiteX6" fmla="*/ 150803 w 361670"/>
              <a:gd name="connsiteY6" fmla="*/ 122573 h 361333"/>
              <a:gd name="connsiteX7" fmla="*/ 164221 w 361670"/>
              <a:gd name="connsiteY7" fmla="*/ 114273 h 361333"/>
              <a:gd name="connsiteX8" fmla="*/ 178279 w 361670"/>
              <a:gd name="connsiteY8" fmla="*/ 123211 h 361333"/>
              <a:gd name="connsiteX9" fmla="*/ 210229 w 361670"/>
              <a:gd name="connsiteY9" fmla="*/ 123211 h 361333"/>
              <a:gd name="connsiteX10" fmla="*/ 224287 w 361670"/>
              <a:gd name="connsiteY10" fmla="*/ 114273 h 361333"/>
              <a:gd name="connsiteX11" fmla="*/ 239623 w 361670"/>
              <a:gd name="connsiteY11" fmla="*/ 129595 h 361333"/>
              <a:gd name="connsiteX12" fmla="*/ 224287 w 361670"/>
              <a:gd name="connsiteY12" fmla="*/ 144916 h 361333"/>
              <a:gd name="connsiteX13" fmla="*/ 210229 w 361670"/>
              <a:gd name="connsiteY13" fmla="*/ 135979 h 361333"/>
              <a:gd name="connsiteX14" fmla="*/ 178279 w 361670"/>
              <a:gd name="connsiteY14" fmla="*/ 135979 h 361333"/>
              <a:gd name="connsiteX15" fmla="*/ 164221 w 361670"/>
              <a:gd name="connsiteY15" fmla="*/ 144916 h 361333"/>
              <a:gd name="connsiteX16" fmla="*/ 150803 w 361670"/>
              <a:gd name="connsiteY16" fmla="*/ 136617 h 361333"/>
              <a:gd name="connsiteX17" fmla="*/ 137384 w 361670"/>
              <a:gd name="connsiteY17" fmla="*/ 144916 h 361333"/>
              <a:gd name="connsiteX18" fmla="*/ 122048 w 361670"/>
              <a:gd name="connsiteY18" fmla="*/ 129595 h 361333"/>
              <a:gd name="connsiteX19" fmla="*/ 137384 w 361670"/>
              <a:gd name="connsiteY19" fmla="*/ 114273 h 361333"/>
              <a:gd name="connsiteX20" fmla="*/ 137384 w 361670"/>
              <a:gd name="connsiteY20" fmla="*/ 165345 h 361333"/>
              <a:gd name="connsiteX21" fmla="*/ 151441 w 361670"/>
              <a:gd name="connsiteY21" fmla="*/ 174283 h 361333"/>
              <a:gd name="connsiteX22" fmla="*/ 183391 w 361670"/>
              <a:gd name="connsiteY22" fmla="*/ 174283 h 361333"/>
              <a:gd name="connsiteX23" fmla="*/ 197449 w 361670"/>
              <a:gd name="connsiteY23" fmla="*/ 165345 h 361333"/>
              <a:gd name="connsiteX24" fmla="*/ 210868 w 361670"/>
              <a:gd name="connsiteY24" fmla="*/ 173644 h 361333"/>
              <a:gd name="connsiteX25" fmla="*/ 224287 w 361670"/>
              <a:gd name="connsiteY25" fmla="*/ 165345 h 361333"/>
              <a:gd name="connsiteX26" fmla="*/ 239623 w 361670"/>
              <a:gd name="connsiteY26" fmla="*/ 180667 h 361333"/>
              <a:gd name="connsiteX27" fmla="*/ 224287 w 361670"/>
              <a:gd name="connsiteY27" fmla="*/ 195988 h 361333"/>
              <a:gd name="connsiteX28" fmla="*/ 210868 w 361670"/>
              <a:gd name="connsiteY28" fmla="*/ 187689 h 361333"/>
              <a:gd name="connsiteX29" fmla="*/ 197449 w 361670"/>
              <a:gd name="connsiteY29" fmla="*/ 195988 h 361333"/>
              <a:gd name="connsiteX30" fmla="*/ 183391 w 361670"/>
              <a:gd name="connsiteY30" fmla="*/ 187051 h 361333"/>
              <a:gd name="connsiteX31" fmla="*/ 151441 w 361670"/>
              <a:gd name="connsiteY31" fmla="*/ 187051 h 361333"/>
              <a:gd name="connsiteX32" fmla="*/ 137384 w 361670"/>
              <a:gd name="connsiteY32" fmla="*/ 195988 h 361333"/>
              <a:gd name="connsiteX33" fmla="*/ 122048 w 361670"/>
              <a:gd name="connsiteY33" fmla="*/ 180667 h 361333"/>
              <a:gd name="connsiteX34" fmla="*/ 137384 w 361670"/>
              <a:gd name="connsiteY34" fmla="*/ 165345 h 361333"/>
              <a:gd name="connsiteX35" fmla="*/ 137384 w 361670"/>
              <a:gd name="connsiteY35" fmla="*/ 217055 h 361333"/>
              <a:gd name="connsiteX36" fmla="*/ 150803 w 361670"/>
              <a:gd name="connsiteY36" fmla="*/ 225355 h 361333"/>
              <a:gd name="connsiteX37" fmla="*/ 164221 w 361670"/>
              <a:gd name="connsiteY37" fmla="*/ 217055 h 361333"/>
              <a:gd name="connsiteX38" fmla="*/ 178279 w 361670"/>
              <a:gd name="connsiteY38" fmla="*/ 225993 h 361333"/>
              <a:gd name="connsiteX39" fmla="*/ 210229 w 361670"/>
              <a:gd name="connsiteY39" fmla="*/ 225993 h 361333"/>
              <a:gd name="connsiteX40" fmla="*/ 224287 w 361670"/>
              <a:gd name="connsiteY40" fmla="*/ 217055 h 361333"/>
              <a:gd name="connsiteX41" fmla="*/ 239623 w 361670"/>
              <a:gd name="connsiteY41" fmla="*/ 232377 h 361333"/>
              <a:gd name="connsiteX42" fmla="*/ 224287 w 361670"/>
              <a:gd name="connsiteY42" fmla="*/ 247699 h 361333"/>
              <a:gd name="connsiteX43" fmla="*/ 210229 w 361670"/>
              <a:gd name="connsiteY43" fmla="*/ 238761 h 361333"/>
              <a:gd name="connsiteX44" fmla="*/ 178279 w 361670"/>
              <a:gd name="connsiteY44" fmla="*/ 238761 h 361333"/>
              <a:gd name="connsiteX45" fmla="*/ 164221 w 361670"/>
              <a:gd name="connsiteY45" fmla="*/ 247699 h 361333"/>
              <a:gd name="connsiteX46" fmla="*/ 150803 w 361670"/>
              <a:gd name="connsiteY46" fmla="*/ 239399 h 361333"/>
              <a:gd name="connsiteX47" fmla="*/ 137384 w 361670"/>
              <a:gd name="connsiteY47" fmla="*/ 247699 h 361333"/>
              <a:gd name="connsiteX48" fmla="*/ 122048 w 361670"/>
              <a:gd name="connsiteY48" fmla="*/ 232377 h 361333"/>
              <a:gd name="connsiteX49" fmla="*/ 137384 w 361670"/>
              <a:gd name="connsiteY49" fmla="*/ 217055 h 361333"/>
              <a:gd name="connsiteX50" fmla="*/ 270933 w 361670"/>
              <a:gd name="connsiteY50" fmla="*/ 277065 h 361333"/>
              <a:gd name="connsiteX51" fmla="*/ 91376 w 361670"/>
              <a:gd name="connsiteY51" fmla="*/ 277065 h 361333"/>
              <a:gd name="connsiteX52" fmla="*/ 84986 w 361670"/>
              <a:gd name="connsiteY52" fmla="*/ 270681 h 361333"/>
              <a:gd name="connsiteX53" fmla="*/ 91376 w 361670"/>
              <a:gd name="connsiteY53" fmla="*/ 264297 h 361333"/>
              <a:gd name="connsiteX54" fmla="*/ 92654 w 361670"/>
              <a:gd name="connsiteY54" fmla="*/ 264297 h 361333"/>
              <a:gd name="connsiteX55" fmla="*/ 92654 w 361670"/>
              <a:gd name="connsiteY55" fmla="*/ 91291 h 361333"/>
              <a:gd name="connsiteX56" fmla="*/ 99044 w 361670"/>
              <a:gd name="connsiteY56" fmla="*/ 84907 h 361333"/>
              <a:gd name="connsiteX57" fmla="*/ 105434 w 361670"/>
              <a:gd name="connsiteY57" fmla="*/ 91291 h 361333"/>
              <a:gd name="connsiteX58" fmla="*/ 105434 w 361670"/>
              <a:gd name="connsiteY58" fmla="*/ 264297 h 361333"/>
              <a:gd name="connsiteX59" fmla="*/ 256875 w 361670"/>
              <a:gd name="connsiteY59" fmla="*/ 264297 h 361333"/>
              <a:gd name="connsiteX60" fmla="*/ 256875 w 361670"/>
              <a:gd name="connsiteY60" fmla="*/ 91291 h 361333"/>
              <a:gd name="connsiteX61" fmla="*/ 263265 w 361670"/>
              <a:gd name="connsiteY61" fmla="*/ 84907 h 361333"/>
              <a:gd name="connsiteX62" fmla="*/ 269655 w 361670"/>
              <a:gd name="connsiteY62" fmla="*/ 91291 h 361333"/>
              <a:gd name="connsiteX63" fmla="*/ 269655 w 361670"/>
              <a:gd name="connsiteY63" fmla="*/ 264297 h 361333"/>
              <a:gd name="connsiteX64" fmla="*/ 270933 w 361670"/>
              <a:gd name="connsiteY64" fmla="*/ 264297 h 361333"/>
              <a:gd name="connsiteX65" fmla="*/ 277323 w 361670"/>
              <a:gd name="connsiteY65" fmla="*/ 270681 h 361333"/>
              <a:gd name="connsiteX66" fmla="*/ 270933 w 361670"/>
              <a:gd name="connsiteY66" fmla="*/ 2770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137384" y="114273"/>
                </a:moveTo>
                <a:cubicBezTo>
                  <a:pt x="143135" y="114273"/>
                  <a:pt x="148247" y="118104"/>
                  <a:pt x="150803" y="122573"/>
                </a:cubicBezTo>
                <a:cubicBezTo>
                  <a:pt x="153358" y="117465"/>
                  <a:pt x="158470" y="114273"/>
                  <a:pt x="164221" y="114273"/>
                </a:cubicBezTo>
                <a:cubicBezTo>
                  <a:pt x="170611" y="114273"/>
                  <a:pt x="175723" y="118104"/>
                  <a:pt x="178279" y="123211"/>
                </a:cubicBezTo>
                <a:lnTo>
                  <a:pt x="210229" y="123211"/>
                </a:lnTo>
                <a:cubicBezTo>
                  <a:pt x="212785" y="118104"/>
                  <a:pt x="217897" y="114273"/>
                  <a:pt x="224287" y="114273"/>
                </a:cubicBezTo>
                <a:cubicBezTo>
                  <a:pt x="232594" y="114273"/>
                  <a:pt x="239623" y="121296"/>
                  <a:pt x="239623" y="129595"/>
                </a:cubicBezTo>
                <a:cubicBezTo>
                  <a:pt x="239623" y="137894"/>
                  <a:pt x="232594" y="144916"/>
                  <a:pt x="224287" y="144916"/>
                </a:cubicBezTo>
                <a:cubicBezTo>
                  <a:pt x="217897" y="144916"/>
                  <a:pt x="212785" y="141086"/>
                  <a:pt x="210229" y="135979"/>
                </a:cubicBezTo>
                <a:lnTo>
                  <a:pt x="178279" y="135979"/>
                </a:lnTo>
                <a:cubicBezTo>
                  <a:pt x="175723" y="141086"/>
                  <a:pt x="170611" y="144916"/>
                  <a:pt x="164221" y="144916"/>
                </a:cubicBezTo>
                <a:cubicBezTo>
                  <a:pt x="158470" y="144916"/>
                  <a:pt x="153358" y="141086"/>
                  <a:pt x="150803" y="136617"/>
                </a:cubicBezTo>
                <a:cubicBezTo>
                  <a:pt x="148247" y="141724"/>
                  <a:pt x="143135" y="144916"/>
                  <a:pt x="137384" y="144916"/>
                </a:cubicBezTo>
                <a:cubicBezTo>
                  <a:pt x="129077" y="144916"/>
                  <a:pt x="122048" y="137894"/>
                  <a:pt x="122048" y="129595"/>
                </a:cubicBezTo>
                <a:cubicBezTo>
                  <a:pt x="122048" y="121296"/>
                  <a:pt x="129077" y="114273"/>
                  <a:pt x="137384" y="114273"/>
                </a:cubicBezTo>
                <a:close/>
                <a:moveTo>
                  <a:pt x="137384" y="165345"/>
                </a:moveTo>
                <a:cubicBezTo>
                  <a:pt x="143774" y="165345"/>
                  <a:pt x="148886" y="169176"/>
                  <a:pt x="151441" y="174283"/>
                </a:cubicBezTo>
                <a:lnTo>
                  <a:pt x="183391" y="174283"/>
                </a:lnTo>
                <a:cubicBezTo>
                  <a:pt x="185947" y="169176"/>
                  <a:pt x="191059" y="165345"/>
                  <a:pt x="197449" y="165345"/>
                </a:cubicBezTo>
                <a:cubicBezTo>
                  <a:pt x="203200" y="165345"/>
                  <a:pt x="208312" y="169176"/>
                  <a:pt x="210868" y="173644"/>
                </a:cubicBezTo>
                <a:cubicBezTo>
                  <a:pt x="213424" y="168537"/>
                  <a:pt x="218536" y="165345"/>
                  <a:pt x="224287" y="165345"/>
                </a:cubicBezTo>
                <a:cubicBezTo>
                  <a:pt x="232594" y="165345"/>
                  <a:pt x="239623" y="172368"/>
                  <a:pt x="239623" y="180667"/>
                </a:cubicBezTo>
                <a:cubicBezTo>
                  <a:pt x="239623" y="188966"/>
                  <a:pt x="232594" y="195988"/>
                  <a:pt x="224287" y="195988"/>
                </a:cubicBezTo>
                <a:cubicBezTo>
                  <a:pt x="218536" y="195988"/>
                  <a:pt x="213424" y="192158"/>
                  <a:pt x="210868" y="187689"/>
                </a:cubicBezTo>
                <a:cubicBezTo>
                  <a:pt x="208312" y="192796"/>
                  <a:pt x="203200" y="195988"/>
                  <a:pt x="197449" y="195988"/>
                </a:cubicBezTo>
                <a:cubicBezTo>
                  <a:pt x="191059" y="195988"/>
                  <a:pt x="185947" y="192158"/>
                  <a:pt x="183391" y="187051"/>
                </a:cubicBezTo>
                <a:lnTo>
                  <a:pt x="151441" y="187051"/>
                </a:lnTo>
                <a:cubicBezTo>
                  <a:pt x="148886" y="192158"/>
                  <a:pt x="143774" y="195988"/>
                  <a:pt x="137384" y="195988"/>
                </a:cubicBezTo>
                <a:cubicBezTo>
                  <a:pt x="129077" y="195988"/>
                  <a:pt x="122048" y="188966"/>
                  <a:pt x="122048" y="180667"/>
                </a:cubicBezTo>
                <a:cubicBezTo>
                  <a:pt x="122048" y="172368"/>
                  <a:pt x="129077" y="165345"/>
                  <a:pt x="137384" y="165345"/>
                </a:cubicBezTo>
                <a:close/>
                <a:moveTo>
                  <a:pt x="137384" y="217055"/>
                </a:moveTo>
                <a:cubicBezTo>
                  <a:pt x="143135" y="217055"/>
                  <a:pt x="148247" y="220886"/>
                  <a:pt x="150803" y="225355"/>
                </a:cubicBezTo>
                <a:cubicBezTo>
                  <a:pt x="153358" y="220247"/>
                  <a:pt x="158470" y="217055"/>
                  <a:pt x="164221" y="217055"/>
                </a:cubicBezTo>
                <a:cubicBezTo>
                  <a:pt x="170611" y="217055"/>
                  <a:pt x="175723" y="220886"/>
                  <a:pt x="178279" y="225993"/>
                </a:cubicBezTo>
                <a:lnTo>
                  <a:pt x="210229" y="225993"/>
                </a:lnTo>
                <a:cubicBezTo>
                  <a:pt x="212785" y="220886"/>
                  <a:pt x="217897" y="217055"/>
                  <a:pt x="224287" y="217055"/>
                </a:cubicBezTo>
                <a:cubicBezTo>
                  <a:pt x="232594" y="217055"/>
                  <a:pt x="239623" y="224078"/>
                  <a:pt x="239623" y="232377"/>
                </a:cubicBezTo>
                <a:cubicBezTo>
                  <a:pt x="239623" y="240676"/>
                  <a:pt x="232594" y="247699"/>
                  <a:pt x="224287" y="247699"/>
                </a:cubicBezTo>
                <a:cubicBezTo>
                  <a:pt x="217897" y="247699"/>
                  <a:pt x="212785" y="243868"/>
                  <a:pt x="210229" y="238761"/>
                </a:cubicBezTo>
                <a:lnTo>
                  <a:pt x="178279" y="238761"/>
                </a:lnTo>
                <a:cubicBezTo>
                  <a:pt x="175723" y="243868"/>
                  <a:pt x="170611" y="247699"/>
                  <a:pt x="164221" y="247699"/>
                </a:cubicBezTo>
                <a:cubicBezTo>
                  <a:pt x="158470" y="247699"/>
                  <a:pt x="153358" y="243868"/>
                  <a:pt x="150803" y="239399"/>
                </a:cubicBezTo>
                <a:cubicBezTo>
                  <a:pt x="148247" y="244507"/>
                  <a:pt x="143135" y="247699"/>
                  <a:pt x="137384" y="247699"/>
                </a:cubicBezTo>
                <a:cubicBezTo>
                  <a:pt x="129077" y="247699"/>
                  <a:pt x="122048" y="240676"/>
                  <a:pt x="122048" y="232377"/>
                </a:cubicBezTo>
                <a:cubicBezTo>
                  <a:pt x="122048" y="223439"/>
                  <a:pt x="129077" y="217055"/>
                  <a:pt x="137384" y="217055"/>
                </a:cubicBezTo>
                <a:close/>
                <a:moveTo>
                  <a:pt x="270933" y="277065"/>
                </a:moveTo>
                <a:lnTo>
                  <a:pt x="91376" y="277065"/>
                </a:lnTo>
                <a:cubicBezTo>
                  <a:pt x="87542" y="277065"/>
                  <a:pt x="84986" y="274511"/>
                  <a:pt x="84986" y="270681"/>
                </a:cubicBezTo>
                <a:cubicBezTo>
                  <a:pt x="84986" y="266851"/>
                  <a:pt x="87542" y="264297"/>
                  <a:pt x="91376" y="264297"/>
                </a:cubicBezTo>
                <a:lnTo>
                  <a:pt x="92654" y="264297"/>
                </a:lnTo>
                <a:lnTo>
                  <a:pt x="92654" y="91291"/>
                </a:lnTo>
                <a:cubicBezTo>
                  <a:pt x="92654" y="87461"/>
                  <a:pt x="95210" y="84907"/>
                  <a:pt x="99044" y="84907"/>
                </a:cubicBezTo>
                <a:cubicBezTo>
                  <a:pt x="102878" y="84907"/>
                  <a:pt x="105434" y="87461"/>
                  <a:pt x="105434" y="91291"/>
                </a:cubicBezTo>
                <a:lnTo>
                  <a:pt x="105434" y="264297"/>
                </a:lnTo>
                <a:lnTo>
                  <a:pt x="256875" y="264297"/>
                </a:lnTo>
                <a:lnTo>
                  <a:pt x="256875" y="91291"/>
                </a:lnTo>
                <a:cubicBezTo>
                  <a:pt x="256875" y="87461"/>
                  <a:pt x="259431" y="84907"/>
                  <a:pt x="263265" y="84907"/>
                </a:cubicBezTo>
                <a:cubicBezTo>
                  <a:pt x="267099" y="84907"/>
                  <a:pt x="269655" y="87461"/>
                  <a:pt x="269655" y="91291"/>
                </a:cubicBezTo>
                <a:lnTo>
                  <a:pt x="269655" y="264297"/>
                </a:lnTo>
                <a:lnTo>
                  <a:pt x="270933" y="264297"/>
                </a:lnTo>
                <a:cubicBezTo>
                  <a:pt x="274767" y="264297"/>
                  <a:pt x="277323" y="266851"/>
                  <a:pt x="277323" y="270681"/>
                </a:cubicBezTo>
                <a:cubicBezTo>
                  <a:pt x="277323" y="274511"/>
                  <a:pt x="274128" y="277065"/>
                  <a:pt x="270933" y="277065"/>
                </a:cubicBezTo>
                <a:close/>
              </a:path>
            </a:pathLst>
          </a:custGeom>
          <a:solidFill>
            <a:srgbClr val="004F59"/>
          </a:solidFill>
          <a:ln w="6390" cap="flat">
            <a:noFill/>
            <a:prstDash val="solid"/>
            <a:miter/>
          </a:ln>
        </p:spPr>
        <p:txBody>
          <a:bodyPr rtlCol="0" anchor="ctr"/>
          <a:lstStyle/>
          <a:p>
            <a:endParaRPr lang="en-US"/>
          </a:p>
        </p:txBody>
      </p:sp>
      <p:grpSp>
        <p:nvGrpSpPr>
          <p:cNvPr id="248" name="Graphic 4">
            <a:extLst>
              <a:ext uri="{FF2B5EF4-FFF2-40B4-BE49-F238E27FC236}">
                <a16:creationId xmlns:a16="http://schemas.microsoft.com/office/drawing/2014/main" id="{BE6E5374-E3C8-7844-8E83-84885A2E3969}"/>
              </a:ext>
            </a:extLst>
          </p:cNvPr>
          <p:cNvGrpSpPr/>
          <p:nvPr/>
        </p:nvGrpSpPr>
        <p:grpSpPr>
          <a:xfrm>
            <a:off x="8239823" y="2855717"/>
            <a:ext cx="361670" cy="361333"/>
            <a:chOff x="8239823" y="2855717"/>
            <a:chExt cx="361670" cy="361333"/>
          </a:xfrm>
          <a:solidFill>
            <a:srgbClr val="007680"/>
          </a:solidFill>
        </p:grpSpPr>
        <p:sp>
          <p:nvSpPr>
            <p:cNvPr id="249" name="Graphic 4">
              <a:extLst>
                <a:ext uri="{FF2B5EF4-FFF2-40B4-BE49-F238E27FC236}">
                  <a16:creationId xmlns:a16="http://schemas.microsoft.com/office/drawing/2014/main" id="{6946A6E3-E8F7-434F-A1CC-DCEDC1A478E4}"/>
                </a:ext>
              </a:extLst>
            </p:cNvPr>
            <p:cNvSpPr/>
            <p:nvPr/>
          </p:nvSpPr>
          <p:spPr>
            <a:xfrm>
              <a:off x="8375290" y="3042768"/>
              <a:ext cx="91376" cy="83224"/>
            </a:xfrm>
            <a:custGeom>
              <a:avLst/>
              <a:gdLst>
                <a:gd name="connsiteX0" fmla="*/ 12141 w 91376"/>
                <a:gd name="connsiteY0" fmla="*/ 0 h 83224"/>
                <a:gd name="connsiteX1" fmla="*/ 1278 w 91376"/>
                <a:gd name="connsiteY1" fmla="*/ 0 h 83224"/>
                <a:gd name="connsiteX2" fmla="*/ 640 w 91376"/>
                <a:gd name="connsiteY2" fmla="*/ 0 h 83224"/>
                <a:gd name="connsiteX3" fmla="*/ 0 w 91376"/>
                <a:gd name="connsiteY3" fmla="*/ 0 h 83224"/>
                <a:gd name="connsiteX4" fmla="*/ 0 w 91376"/>
                <a:gd name="connsiteY4" fmla="*/ 82992 h 83224"/>
                <a:gd name="connsiteX5" fmla="*/ 80514 w 91376"/>
                <a:gd name="connsiteY5" fmla="*/ 65755 h 83224"/>
                <a:gd name="connsiteX6" fmla="*/ 91376 w 91376"/>
                <a:gd name="connsiteY6" fmla="*/ 40857 h 83224"/>
                <a:gd name="connsiteX7" fmla="*/ 82430 w 91376"/>
                <a:gd name="connsiteY7" fmla="*/ 19790 h 83224"/>
                <a:gd name="connsiteX8" fmla="*/ 12141 w 91376"/>
                <a:gd name="connsiteY8" fmla="*/ 0 h 83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76" h="83224">
                  <a:moveTo>
                    <a:pt x="12141" y="0"/>
                  </a:moveTo>
                  <a:cubicBezTo>
                    <a:pt x="5751" y="0"/>
                    <a:pt x="1917" y="0"/>
                    <a:pt x="1278" y="0"/>
                  </a:cubicBezTo>
                  <a:cubicBezTo>
                    <a:pt x="1278" y="0"/>
                    <a:pt x="640" y="0"/>
                    <a:pt x="640" y="0"/>
                  </a:cubicBezTo>
                  <a:cubicBezTo>
                    <a:pt x="640" y="0"/>
                    <a:pt x="640" y="0"/>
                    <a:pt x="0" y="0"/>
                  </a:cubicBezTo>
                  <a:lnTo>
                    <a:pt x="0" y="82992"/>
                  </a:lnTo>
                  <a:cubicBezTo>
                    <a:pt x="15975" y="83630"/>
                    <a:pt x="59427" y="84269"/>
                    <a:pt x="80514" y="65755"/>
                  </a:cubicBezTo>
                  <a:cubicBezTo>
                    <a:pt x="87543" y="59371"/>
                    <a:pt x="91376" y="51072"/>
                    <a:pt x="91376" y="40857"/>
                  </a:cubicBezTo>
                  <a:cubicBezTo>
                    <a:pt x="91376" y="32558"/>
                    <a:pt x="88181" y="25536"/>
                    <a:pt x="82430" y="19790"/>
                  </a:cubicBezTo>
                  <a:cubicBezTo>
                    <a:pt x="65817" y="5107"/>
                    <a:pt x="32589" y="1277"/>
                    <a:pt x="12141" y="0"/>
                  </a:cubicBezTo>
                  <a:close/>
                </a:path>
              </a:pathLst>
            </a:custGeom>
            <a:solidFill>
              <a:srgbClr val="007680"/>
            </a:solidFill>
            <a:ln w="6390" cap="flat">
              <a:noFill/>
              <a:prstDash val="solid"/>
              <a:miter/>
            </a:ln>
          </p:spPr>
          <p:txBody>
            <a:bodyPr rtlCol="0" anchor="ctr"/>
            <a:lstStyle/>
            <a:p>
              <a:endParaRPr lang="en-US"/>
            </a:p>
          </p:txBody>
        </p:sp>
        <p:sp>
          <p:nvSpPr>
            <p:cNvPr id="250" name="Graphic 4">
              <a:extLst>
                <a:ext uri="{FF2B5EF4-FFF2-40B4-BE49-F238E27FC236}">
                  <a16:creationId xmlns:a16="http://schemas.microsoft.com/office/drawing/2014/main" id="{F5D73D10-CD0C-A649-A763-151ADC1A1721}"/>
                </a:ext>
              </a:extLst>
            </p:cNvPr>
            <p:cNvSpPr/>
            <p:nvPr/>
          </p:nvSpPr>
          <p:spPr>
            <a:xfrm>
              <a:off x="8375290" y="2946060"/>
              <a:ext cx="84347" cy="83940"/>
            </a:xfrm>
            <a:custGeom>
              <a:avLst/>
              <a:gdLst>
                <a:gd name="connsiteX0" fmla="*/ 12141 w 84347"/>
                <a:gd name="connsiteY0" fmla="*/ 83940 h 83940"/>
                <a:gd name="connsiteX1" fmla="*/ 73484 w 84347"/>
                <a:gd name="connsiteY1" fmla="*/ 65427 h 83940"/>
                <a:gd name="connsiteX2" fmla="*/ 84348 w 84347"/>
                <a:gd name="connsiteY2" fmla="*/ 39252 h 83940"/>
                <a:gd name="connsiteX3" fmla="*/ 74124 w 84347"/>
                <a:gd name="connsiteY3" fmla="*/ 15632 h 83940"/>
                <a:gd name="connsiteX4" fmla="*/ 0 w 84347"/>
                <a:gd name="connsiteY4" fmla="*/ 310 h 83940"/>
                <a:gd name="connsiteX5" fmla="*/ 0 w 84347"/>
                <a:gd name="connsiteY5" fmla="*/ 83302 h 83940"/>
                <a:gd name="connsiteX6" fmla="*/ 1278 w 84347"/>
                <a:gd name="connsiteY6" fmla="*/ 83302 h 83940"/>
                <a:gd name="connsiteX7" fmla="*/ 12141 w 84347"/>
                <a:gd name="connsiteY7" fmla="*/ 83940 h 8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347" h="83940">
                  <a:moveTo>
                    <a:pt x="12141" y="83940"/>
                  </a:moveTo>
                  <a:cubicBezTo>
                    <a:pt x="27477" y="83302"/>
                    <a:pt x="57509" y="80748"/>
                    <a:pt x="73484" y="65427"/>
                  </a:cubicBezTo>
                  <a:cubicBezTo>
                    <a:pt x="80514" y="58404"/>
                    <a:pt x="84348" y="50105"/>
                    <a:pt x="84348" y="39252"/>
                  </a:cubicBezTo>
                  <a:cubicBezTo>
                    <a:pt x="84348" y="29676"/>
                    <a:pt x="81153" y="21377"/>
                    <a:pt x="74124" y="15632"/>
                  </a:cubicBezTo>
                  <a:cubicBezTo>
                    <a:pt x="54954" y="-1605"/>
                    <a:pt x="14697" y="-328"/>
                    <a:pt x="0" y="310"/>
                  </a:cubicBezTo>
                  <a:lnTo>
                    <a:pt x="0" y="83302"/>
                  </a:lnTo>
                  <a:cubicBezTo>
                    <a:pt x="640" y="83302"/>
                    <a:pt x="640" y="83302"/>
                    <a:pt x="1278" y="83302"/>
                  </a:cubicBezTo>
                  <a:cubicBezTo>
                    <a:pt x="3835" y="83940"/>
                    <a:pt x="7668" y="83940"/>
                    <a:pt x="12141" y="83940"/>
                  </a:cubicBezTo>
                  <a:close/>
                </a:path>
              </a:pathLst>
            </a:custGeom>
            <a:solidFill>
              <a:srgbClr val="007680"/>
            </a:solidFill>
            <a:ln w="6390" cap="flat">
              <a:noFill/>
              <a:prstDash val="solid"/>
              <a:miter/>
            </a:ln>
          </p:spPr>
          <p:txBody>
            <a:bodyPr rtlCol="0" anchor="ctr"/>
            <a:lstStyle/>
            <a:p>
              <a:endParaRPr lang="en-US"/>
            </a:p>
          </p:txBody>
        </p:sp>
        <p:sp>
          <p:nvSpPr>
            <p:cNvPr id="251" name="Graphic 4">
              <a:extLst>
                <a:ext uri="{FF2B5EF4-FFF2-40B4-BE49-F238E27FC236}">
                  <a16:creationId xmlns:a16="http://schemas.microsoft.com/office/drawing/2014/main" id="{0C8DF828-6B3F-784C-B855-0B697215459B}"/>
                </a:ext>
              </a:extLst>
            </p:cNvPr>
            <p:cNvSpPr/>
            <p:nvPr/>
          </p:nvSpPr>
          <p:spPr>
            <a:xfrm>
              <a:off x="8239823" y="2855717"/>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224287 w 361670"/>
                <a:gd name="connsiteY5" fmla="*/ 263020 h 361333"/>
                <a:gd name="connsiteX6" fmla="*/ 196171 w 361670"/>
                <a:gd name="connsiteY6" fmla="*/ 277703 h 361333"/>
                <a:gd name="connsiteX7" fmla="*/ 196171 w 361670"/>
                <a:gd name="connsiteY7" fmla="*/ 301962 h 361333"/>
                <a:gd name="connsiteX8" fmla="*/ 189781 w 361670"/>
                <a:gd name="connsiteY8" fmla="*/ 308346 h 361333"/>
                <a:gd name="connsiteX9" fmla="*/ 183391 w 361670"/>
                <a:gd name="connsiteY9" fmla="*/ 301962 h 361333"/>
                <a:gd name="connsiteX10" fmla="*/ 183391 w 361670"/>
                <a:gd name="connsiteY10" fmla="*/ 280895 h 361333"/>
                <a:gd name="connsiteX11" fmla="*/ 161666 w 361670"/>
                <a:gd name="connsiteY11" fmla="*/ 283449 h 361333"/>
                <a:gd name="connsiteX12" fmla="*/ 161666 w 361670"/>
                <a:gd name="connsiteY12" fmla="*/ 301962 h 361333"/>
                <a:gd name="connsiteX13" fmla="*/ 155276 w 361670"/>
                <a:gd name="connsiteY13" fmla="*/ 308346 h 361333"/>
                <a:gd name="connsiteX14" fmla="*/ 148886 w 361670"/>
                <a:gd name="connsiteY14" fmla="*/ 301962 h 361333"/>
                <a:gd name="connsiteX15" fmla="*/ 148886 w 361670"/>
                <a:gd name="connsiteY15" fmla="*/ 283449 h 361333"/>
                <a:gd name="connsiteX16" fmla="*/ 148246 w 361670"/>
                <a:gd name="connsiteY16" fmla="*/ 283449 h 361333"/>
                <a:gd name="connsiteX17" fmla="*/ 128438 w 361670"/>
                <a:gd name="connsiteY17" fmla="*/ 282810 h 361333"/>
                <a:gd name="connsiteX18" fmla="*/ 122686 w 361670"/>
                <a:gd name="connsiteY18" fmla="*/ 276426 h 361333"/>
                <a:gd name="connsiteX19" fmla="*/ 122686 w 361670"/>
                <a:gd name="connsiteY19" fmla="*/ 180667 h 361333"/>
                <a:gd name="connsiteX20" fmla="*/ 122686 w 361670"/>
                <a:gd name="connsiteY20" fmla="*/ 180667 h 361333"/>
                <a:gd name="connsiteX21" fmla="*/ 122686 w 361670"/>
                <a:gd name="connsiteY21" fmla="*/ 85545 h 361333"/>
                <a:gd name="connsiteX22" fmla="*/ 128438 w 361670"/>
                <a:gd name="connsiteY22" fmla="*/ 79161 h 361333"/>
                <a:gd name="connsiteX23" fmla="*/ 148886 w 361670"/>
                <a:gd name="connsiteY23" fmla="*/ 77884 h 361333"/>
                <a:gd name="connsiteX24" fmla="*/ 148886 w 361670"/>
                <a:gd name="connsiteY24" fmla="*/ 59371 h 361333"/>
                <a:gd name="connsiteX25" fmla="*/ 155276 w 361670"/>
                <a:gd name="connsiteY25" fmla="*/ 52987 h 361333"/>
                <a:gd name="connsiteX26" fmla="*/ 161666 w 361670"/>
                <a:gd name="connsiteY26" fmla="*/ 59371 h 361333"/>
                <a:gd name="connsiteX27" fmla="*/ 161666 w 361670"/>
                <a:gd name="connsiteY27" fmla="*/ 77884 h 361333"/>
                <a:gd name="connsiteX28" fmla="*/ 183391 w 361670"/>
                <a:gd name="connsiteY28" fmla="*/ 80438 h 361333"/>
                <a:gd name="connsiteX29" fmla="*/ 183391 w 361670"/>
                <a:gd name="connsiteY29" fmla="*/ 59371 h 361333"/>
                <a:gd name="connsiteX30" fmla="*/ 189781 w 361670"/>
                <a:gd name="connsiteY30" fmla="*/ 52987 h 361333"/>
                <a:gd name="connsiteX31" fmla="*/ 196171 w 361670"/>
                <a:gd name="connsiteY31" fmla="*/ 59371 h 361333"/>
                <a:gd name="connsiteX32" fmla="*/ 196171 w 361670"/>
                <a:gd name="connsiteY32" fmla="*/ 84268 h 361333"/>
                <a:gd name="connsiteX33" fmla="*/ 217897 w 361670"/>
                <a:gd name="connsiteY33" fmla="*/ 96398 h 361333"/>
                <a:gd name="connsiteX34" fmla="*/ 232594 w 361670"/>
                <a:gd name="connsiteY34" fmla="*/ 129595 h 361333"/>
                <a:gd name="connsiteX35" fmla="*/ 217897 w 361670"/>
                <a:gd name="connsiteY35" fmla="*/ 165345 h 361333"/>
                <a:gd name="connsiteX36" fmla="*/ 191059 w 361670"/>
                <a:gd name="connsiteY36" fmla="*/ 180667 h 361333"/>
                <a:gd name="connsiteX37" fmla="*/ 226843 w 361670"/>
                <a:gd name="connsiteY37" fmla="*/ 198542 h 361333"/>
                <a:gd name="connsiteX38" fmla="*/ 239623 w 361670"/>
                <a:gd name="connsiteY38" fmla="*/ 228546 h 361333"/>
                <a:gd name="connsiteX39" fmla="*/ 224287 w 361670"/>
                <a:gd name="connsiteY39" fmla="*/ 26302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1670" h="361333">
                  <a:moveTo>
                    <a:pt x="180836" y="0"/>
                  </a:moveTo>
                  <a:cubicBezTo>
                    <a:pt x="80513" y="0"/>
                    <a:pt x="0" y="81076"/>
                    <a:pt x="0" y="180667"/>
                  </a:cubicBezTo>
                  <a:cubicBezTo>
                    <a:pt x="0" y="280257"/>
                    <a:pt x="81152" y="361333"/>
                    <a:pt x="180836" y="361333"/>
                  </a:cubicBezTo>
                  <a:cubicBezTo>
                    <a:pt x="281157" y="361333"/>
                    <a:pt x="361670" y="280257"/>
                    <a:pt x="361670" y="180667"/>
                  </a:cubicBezTo>
                  <a:cubicBezTo>
                    <a:pt x="361670" y="81076"/>
                    <a:pt x="281157" y="0"/>
                    <a:pt x="180836" y="0"/>
                  </a:cubicBezTo>
                  <a:close/>
                  <a:moveTo>
                    <a:pt x="224287" y="263020"/>
                  </a:moveTo>
                  <a:cubicBezTo>
                    <a:pt x="216619" y="270042"/>
                    <a:pt x="206395" y="274511"/>
                    <a:pt x="196171" y="277703"/>
                  </a:cubicBezTo>
                  <a:lnTo>
                    <a:pt x="196171" y="301962"/>
                  </a:lnTo>
                  <a:cubicBezTo>
                    <a:pt x="196171" y="305793"/>
                    <a:pt x="193615" y="308346"/>
                    <a:pt x="189781" y="308346"/>
                  </a:cubicBezTo>
                  <a:cubicBezTo>
                    <a:pt x="185947" y="308346"/>
                    <a:pt x="183391" y="305793"/>
                    <a:pt x="183391" y="301962"/>
                  </a:cubicBezTo>
                  <a:lnTo>
                    <a:pt x="183391" y="280895"/>
                  </a:lnTo>
                  <a:cubicBezTo>
                    <a:pt x="175723" y="282172"/>
                    <a:pt x="168695" y="282810"/>
                    <a:pt x="161666" y="283449"/>
                  </a:cubicBezTo>
                  <a:lnTo>
                    <a:pt x="161666" y="301962"/>
                  </a:lnTo>
                  <a:cubicBezTo>
                    <a:pt x="161666" y="305793"/>
                    <a:pt x="159110" y="308346"/>
                    <a:pt x="155276" y="308346"/>
                  </a:cubicBezTo>
                  <a:cubicBezTo>
                    <a:pt x="151441" y="308346"/>
                    <a:pt x="148886" y="305793"/>
                    <a:pt x="148886" y="301962"/>
                  </a:cubicBezTo>
                  <a:lnTo>
                    <a:pt x="148886" y="283449"/>
                  </a:lnTo>
                  <a:cubicBezTo>
                    <a:pt x="148886" y="283449"/>
                    <a:pt x="148886" y="283449"/>
                    <a:pt x="148246" y="283449"/>
                  </a:cubicBezTo>
                  <a:cubicBezTo>
                    <a:pt x="137384" y="283449"/>
                    <a:pt x="129076" y="282810"/>
                    <a:pt x="128438" y="282810"/>
                  </a:cubicBezTo>
                  <a:cubicBezTo>
                    <a:pt x="125243" y="282172"/>
                    <a:pt x="122686" y="279618"/>
                    <a:pt x="122686" y="276426"/>
                  </a:cubicBezTo>
                  <a:lnTo>
                    <a:pt x="122686" y="180667"/>
                  </a:lnTo>
                  <a:cubicBezTo>
                    <a:pt x="122686" y="180667"/>
                    <a:pt x="122686" y="180667"/>
                    <a:pt x="122686" y="180667"/>
                  </a:cubicBezTo>
                  <a:lnTo>
                    <a:pt x="122686" y="85545"/>
                  </a:lnTo>
                  <a:cubicBezTo>
                    <a:pt x="122686" y="82353"/>
                    <a:pt x="125243" y="79800"/>
                    <a:pt x="128438" y="79161"/>
                  </a:cubicBezTo>
                  <a:cubicBezTo>
                    <a:pt x="129076" y="79161"/>
                    <a:pt x="137384" y="77884"/>
                    <a:pt x="148886" y="77884"/>
                  </a:cubicBezTo>
                  <a:lnTo>
                    <a:pt x="148886" y="59371"/>
                  </a:lnTo>
                  <a:cubicBezTo>
                    <a:pt x="148886" y="55541"/>
                    <a:pt x="151441" y="52987"/>
                    <a:pt x="155276" y="52987"/>
                  </a:cubicBezTo>
                  <a:cubicBezTo>
                    <a:pt x="159110" y="52987"/>
                    <a:pt x="161666" y="55541"/>
                    <a:pt x="161666" y="59371"/>
                  </a:cubicBezTo>
                  <a:lnTo>
                    <a:pt x="161666" y="77884"/>
                  </a:lnTo>
                  <a:cubicBezTo>
                    <a:pt x="168695" y="78523"/>
                    <a:pt x="176362" y="79161"/>
                    <a:pt x="183391" y="80438"/>
                  </a:cubicBezTo>
                  <a:lnTo>
                    <a:pt x="183391" y="59371"/>
                  </a:lnTo>
                  <a:cubicBezTo>
                    <a:pt x="183391" y="55541"/>
                    <a:pt x="185947" y="52987"/>
                    <a:pt x="189781" y="52987"/>
                  </a:cubicBezTo>
                  <a:cubicBezTo>
                    <a:pt x="193615" y="52987"/>
                    <a:pt x="196171" y="55541"/>
                    <a:pt x="196171" y="59371"/>
                  </a:cubicBezTo>
                  <a:lnTo>
                    <a:pt x="196171" y="84268"/>
                  </a:lnTo>
                  <a:cubicBezTo>
                    <a:pt x="204478" y="86822"/>
                    <a:pt x="212146" y="90652"/>
                    <a:pt x="217897" y="96398"/>
                  </a:cubicBezTo>
                  <a:cubicBezTo>
                    <a:pt x="227482" y="104697"/>
                    <a:pt x="232594" y="116188"/>
                    <a:pt x="232594" y="129595"/>
                  </a:cubicBezTo>
                  <a:cubicBezTo>
                    <a:pt x="232594" y="143640"/>
                    <a:pt x="227482" y="155769"/>
                    <a:pt x="217897" y="165345"/>
                  </a:cubicBezTo>
                  <a:cubicBezTo>
                    <a:pt x="210229" y="172368"/>
                    <a:pt x="200644" y="177475"/>
                    <a:pt x="191059" y="180667"/>
                  </a:cubicBezTo>
                  <a:cubicBezTo>
                    <a:pt x="204478" y="184497"/>
                    <a:pt x="217897" y="189604"/>
                    <a:pt x="226843" y="198542"/>
                  </a:cubicBezTo>
                  <a:cubicBezTo>
                    <a:pt x="235789" y="206841"/>
                    <a:pt x="239623" y="217055"/>
                    <a:pt x="239623" y="228546"/>
                  </a:cubicBezTo>
                  <a:cubicBezTo>
                    <a:pt x="238984" y="242591"/>
                    <a:pt x="234510" y="254082"/>
                    <a:pt x="224287" y="263020"/>
                  </a:cubicBezTo>
                  <a:close/>
                </a:path>
              </a:pathLst>
            </a:custGeom>
            <a:solidFill>
              <a:srgbClr val="007680"/>
            </a:solidFill>
            <a:ln w="6390" cap="flat">
              <a:noFill/>
              <a:prstDash val="solid"/>
              <a:miter/>
            </a:ln>
          </p:spPr>
          <p:txBody>
            <a:bodyPr rtlCol="0" anchor="ctr"/>
            <a:lstStyle/>
            <a:p>
              <a:endParaRPr lang="en-US"/>
            </a:p>
          </p:txBody>
        </p:sp>
      </p:grpSp>
      <p:grpSp>
        <p:nvGrpSpPr>
          <p:cNvPr id="252" name="Graphic 4">
            <a:extLst>
              <a:ext uri="{FF2B5EF4-FFF2-40B4-BE49-F238E27FC236}">
                <a16:creationId xmlns:a16="http://schemas.microsoft.com/office/drawing/2014/main" id="{34900A27-D7B7-2F46-AD19-E58F79911328}"/>
              </a:ext>
            </a:extLst>
          </p:cNvPr>
          <p:cNvGrpSpPr/>
          <p:nvPr/>
        </p:nvGrpSpPr>
        <p:grpSpPr>
          <a:xfrm>
            <a:off x="905454" y="3339623"/>
            <a:ext cx="361670" cy="361333"/>
            <a:chOff x="905454" y="3339623"/>
            <a:chExt cx="361670" cy="361333"/>
          </a:xfrm>
          <a:solidFill>
            <a:srgbClr val="004F59"/>
          </a:solidFill>
        </p:grpSpPr>
        <p:sp>
          <p:nvSpPr>
            <p:cNvPr id="253" name="Graphic 4">
              <a:extLst>
                <a:ext uri="{FF2B5EF4-FFF2-40B4-BE49-F238E27FC236}">
                  <a16:creationId xmlns:a16="http://schemas.microsoft.com/office/drawing/2014/main" id="{C1F50DF0-F142-6043-93BD-BB759DB0DDB5}"/>
                </a:ext>
              </a:extLst>
            </p:cNvPr>
            <p:cNvSpPr/>
            <p:nvPr/>
          </p:nvSpPr>
          <p:spPr>
            <a:xfrm>
              <a:off x="905454"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58792 w 361670"/>
                <a:gd name="connsiteY5" fmla="*/ 280895 h 361333"/>
                <a:gd name="connsiteX6" fmla="*/ 252403 w 361670"/>
                <a:gd name="connsiteY6" fmla="*/ 287279 h 361333"/>
                <a:gd name="connsiteX7" fmla="*/ 109907 w 361670"/>
                <a:gd name="connsiteY7" fmla="*/ 287279 h 361333"/>
                <a:gd name="connsiteX8" fmla="*/ 103517 w 361670"/>
                <a:gd name="connsiteY8" fmla="*/ 280895 h 361333"/>
                <a:gd name="connsiteX9" fmla="*/ 103517 w 361670"/>
                <a:gd name="connsiteY9" fmla="*/ 81715 h 361333"/>
                <a:gd name="connsiteX10" fmla="*/ 109907 w 361670"/>
                <a:gd name="connsiteY10" fmla="*/ 75331 h 361333"/>
                <a:gd name="connsiteX11" fmla="*/ 252403 w 361670"/>
                <a:gd name="connsiteY11" fmla="*/ 75331 h 361333"/>
                <a:gd name="connsiteX12" fmla="*/ 258792 w 361670"/>
                <a:gd name="connsiteY12" fmla="*/ 81715 h 361333"/>
                <a:gd name="connsiteX13" fmla="*/ 258792 w 361670"/>
                <a:gd name="connsiteY13" fmla="*/ 28089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258792" y="280895"/>
                  </a:moveTo>
                  <a:cubicBezTo>
                    <a:pt x="258792" y="284725"/>
                    <a:pt x="256237" y="287279"/>
                    <a:pt x="252403" y="287279"/>
                  </a:cubicBezTo>
                  <a:lnTo>
                    <a:pt x="109907" y="287279"/>
                  </a:lnTo>
                  <a:cubicBezTo>
                    <a:pt x="106073" y="287279"/>
                    <a:pt x="103517" y="284725"/>
                    <a:pt x="103517" y="280895"/>
                  </a:cubicBezTo>
                  <a:lnTo>
                    <a:pt x="103517" y="81715"/>
                  </a:lnTo>
                  <a:cubicBezTo>
                    <a:pt x="103517" y="77885"/>
                    <a:pt x="106073" y="75331"/>
                    <a:pt x="109907" y="75331"/>
                  </a:cubicBezTo>
                  <a:lnTo>
                    <a:pt x="252403" y="75331"/>
                  </a:lnTo>
                  <a:cubicBezTo>
                    <a:pt x="256237" y="75331"/>
                    <a:pt x="258792" y="77885"/>
                    <a:pt x="258792" y="81715"/>
                  </a:cubicBezTo>
                  <a:lnTo>
                    <a:pt x="258792" y="280895"/>
                  </a:lnTo>
                  <a:close/>
                </a:path>
              </a:pathLst>
            </a:custGeom>
            <a:solidFill>
              <a:srgbClr val="004F59"/>
            </a:solidFill>
            <a:ln w="6390" cap="flat">
              <a:noFill/>
              <a:prstDash val="solid"/>
              <a:miter/>
            </a:ln>
          </p:spPr>
          <p:txBody>
            <a:bodyPr rtlCol="0" anchor="ctr"/>
            <a:lstStyle/>
            <a:p>
              <a:endParaRPr lang="en-US"/>
            </a:p>
          </p:txBody>
        </p:sp>
        <p:sp>
          <p:nvSpPr>
            <p:cNvPr id="254" name="Graphic 4">
              <a:extLst>
                <a:ext uri="{FF2B5EF4-FFF2-40B4-BE49-F238E27FC236}">
                  <a16:creationId xmlns:a16="http://schemas.microsoft.com/office/drawing/2014/main" id="{46D7D2CD-7593-FD4D-AB4D-93342C5EFAC5}"/>
                </a:ext>
              </a:extLst>
            </p:cNvPr>
            <p:cNvSpPr/>
            <p:nvPr/>
          </p:nvSpPr>
          <p:spPr>
            <a:xfrm>
              <a:off x="1021750" y="3427722"/>
              <a:ext cx="129715" cy="186412"/>
            </a:xfrm>
            <a:custGeom>
              <a:avLst/>
              <a:gdLst>
                <a:gd name="connsiteX0" fmla="*/ 0 w 129715"/>
                <a:gd name="connsiteY0" fmla="*/ 186412 h 186412"/>
                <a:gd name="connsiteX1" fmla="*/ 129716 w 129715"/>
                <a:gd name="connsiteY1" fmla="*/ 186412 h 186412"/>
                <a:gd name="connsiteX2" fmla="*/ 129716 w 129715"/>
                <a:gd name="connsiteY2" fmla="*/ 0 h 186412"/>
                <a:gd name="connsiteX3" fmla="*/ 0 w 129715"/>
                <a:gd name="connsiteY3" fmla="*/ 0 h 186412"/>
                <a:gd name="connsiteX4" fmla="*/ 0 w 129715"/>
                <a:gd name="connsiteY4" fmla="*/ 186412 h 186412"/>
                <a:gd name="connsiteX5" fmla="*/ 50481 w 129715"/>
                <a:gd name="connsiteY5" fmla="*/ 171091 h 186412"/>
                <a:gd name="connsiteX6" fmla="*/ 43452 w 129715"/>
                <a:gd name="connsiteY6" fmla="*/ 164068 h 186412"/>
                <a:gd name="connsiteX7" fmla="*/ 50481 w 129715"/>
                <a:gd name="connsiteY7" fmla="*/ 157046 h 186412"/>
                <a:gd name="connsiteX8" fmla="*/ 57509 w 129715"/>
                <a:gd name="connsiteY8" fmla="*/ 164068 h 186412"/>
                <a:gd name="connsiteX9" fmla="*/ 50481 w 129715"/>
                <a:gd name="connsiteY9" fmla="*/ 171091 h 186412"/>
                <a:gd name="connsiteX10" fmla="*/ 50481 w 129715"/>
                <a:gd name="connsiteY10" fmla="*/ 143001 h 186412"/>
                <a:gd name="connsiteX11" fmla="*/ 43452 w 129715"/>
                <a:gd name="connsiteY11" fmla="*/ 135979 h 186412"/>
                <a:gd name="connsiteX12" fmla="*/ 50481 w 129715"/>
                <a:gd name="connsiteY12" fmla="*/ 128957 h 186412"/>
                <a:gd name="connsiteX13" fmla="*/ 57509 w 129715"/>
                <a:gd name="connsiteY13" fmla="*/ 135979 h 186412"/>
                <a:gd name="connsiteX14" fmla="*/ 50481 w 129715"/>
                <a:gd name="connsiteY14" fmla="*/ 143001 h 186412"/>
                <a:gd name="connsiteX15" fmla="*/ 50481 w 129715"/>
                <a:gd name="connsiteY15" fmla="*/ 114273 h 186412"/>
                <a:gd name="connsiteX16" fmla="*/ 43452 w 129715"/>
                <a:gd name="connsiteY16" fmla="*/ 107251 h 186412"/>
                <a:gd name="connsiteX17" fmla="*/ 50481 w 129715"/>
                <a:gd name="connsiteY17" fmla="*/ 100229 h 186412"/>
                <a:gd name="connsiteX18" fmla="*/ 57509 w 129715"/>
                <a:gd name="connsiteY18" fmla="*/ 107251 h 186412"/>
                <a:gd name="connsiteX19" fmla="*/ 50481 w 129715"/>
                <a:gd name="connsiteY19" fmla="*/ 114273 h 186412"/>
                <a:gd name="connsiteX20" fmla="*/ 50481 w 129715"/>
                <a:gd name="connsiteY20" fmla="*/ 86184 h 186412"/>
                <a:gd name="connsiteX21" fmla="*/ 43452 w 129715"/>
                <a:gd name="connsiteY21" fmla="*/ 79162 h 186412"/>
                <a:gd name="connsiteX22" fmla="*/ 50481 w 129715"/>
                <a:gd name="connsiteY22" fmla="*/ 72139 h 186412"/>
                <a:gd name="connsiteX23" fmla="*/ 57509 w 129715"/>
                <a:gd name="connsiteY23" fmla="*/ 79162 h 186412"/>
                <a:gd name="connsiteX24" fmla="*/ 50481 w 129715"/>
                <a:gd name="connsiteY24" fmla="*/ 86184 h 186412"/>
                <a:gd name="connsiteX25" fmla="*/ 79235 w 129715"/>
                <a:gd name="connsiteY25" fmla="*/ 171091 h 186412"/>
                <a:gd name="connsiteX26" fmla="*/ 72206 w 129715"/>
                <a:gd name="connsiteY26" fmla="*/ 164068 h 186412"/>
                <a:gd name="connsiteX27" fmla="*/ 79235 w 129715"/>
                <a:gd name="connsiteY27" fmla="*/ 157046 h 186412"/>
                <a:gd name="connsiteX28" fmla="*/ 86264 w 129715"/>
                <a:gd name="connsiteY28" fmla="*/ 164068 h 186412"/>
                <a:gd name="connsiteX29" fmla="*/ 79235 w 129715"/>
                <a:gd name="connsiteY29" fmla="*/ 171091 h 186412"/>
                <a:gd name="connsiteX30" fmla="*/ 79235 w 129715"/>
                <a:gd name="connsiteY30" fmla="*/ 143001 h 186412"/>
                <a:gd name="connsiteX31" fmla="*/ 72206 w 129715"/>
                <a:gd name="connsiteY31" fmla="*/ 135979 h 186412"/>
                <a:gd name="connsiteX32" fmla="*/ 79235 w 129715"/>
                <a:gd name="connsiteY32" fmla="*/ 128957 h 186412"/>
                <a:gd name="connsiteX33" fmla="*/ 86264 w 129715"/>
                <a:gd name="connsiteY33" fmla="*/ 135979 h 186412"/>
                <a:gd name="connsiteX34" fmla="*/ 79235 w 129715"/>
                <a:gd name="connsiteY34" fmla="*/ 143001 h 186412"/>
                <a:gd name="connsiteX35" fmla="*/ 79235 w 129715"/>
                <a:gd name="connsiteY35" fmla="*/ 114273 h 186412"/>
                <a:gd name="connsiteX36" fmla="*/ 72206 w 129715"/>
                <a:gd name="connsiteY36" fmla="*/ 107251 h 186412"/>
                <a:gd name="connsiteX37" fmla="*/ 79235 w 129715"/>
                <a:gd name="connsiteY37" fmla="*/ 100229 h 186412"/>
                <a:gd name="connsiteX38" fmla="*/ 86264 w 129715"/>
                <a:gd name="connsiteY38" fmla="*/ 107251 h 186412"/>
                <a:gd name="connsiteX39" fmla="*/ 79235 w 129715"/>
                <a:gd name="connsiteY39" fmla="*/ 114273 h 186412"/>
                <a:gd name="connsiteX40" fmla="*/ 79235 w 129715"/>
                <a:gd name="connsiteY40" fmla="*/ 86184 h 186412"/>
                <a:gd name="connsiteX41" fmla="*/ 72206 w 129715"/>
                <a:gd name="connsiteY41" fmla="*/ 79162 h 186412"/>
                <a:gd name="connsiteX42" fmla="*/ 79235 w 129715"/>
                <a:gd name="connsiteY42" fmla="*/ 72139 h 186412"/>
                <a:gd name="connsiteX43" fmla="*/ 86264 w 129715"/>
                <a:gd name="connsiteY43" fmla="*/ 79162 h 186412"/>
                <a:gd name="connsiteX44" fmla="*/ 79235 w 129715"/>
                <a:gd name="connsiteY44" fmla="*/ 86184 h 186412"/>
                <a:gd name="connsiteX45" fmla="*/ 113741 w 129715"/>
                <a:gd name="connsiteY45" fmla="*/ 165345 h 186412"/>
                <a:gd name="connsiteX46" fmla="*/ 107351 w 129715"/>
                <a:gd name="connsiteY46" fmla="*/ 171729 h 186412"/>
                <a:gd name="connsiteX47" fmla="*/ 100961 w 129715"/>
                <a:gd name="connsiteY47" fmla="*/ 165345 h 186412"/>
                <a:gd name="connsiteX48" fmla="*/ 100961 w 129715"/>
                <a:gd name="connsiteY48" fmla="*/ 134702 h 186412"/>
                <a:gd name="connsiteX49" fmla="*/ 107351 w 129715"/>
                <a:gd name="connsiteY49" fmla="*/ 128318 h 186412"/>
                <a:gd name="connsiteX50" fmla="*/ 113741 w 129715"/>
                <a:gd name="connsiteY50" fmla="*/ 134702 h 186412"/>
                <a:gd name="connsiteX51" fmla="*/ 113741 w 129715"/>
                <a:gd name="connsiteY51" fmla="*/ 165345 h 186412"/>
                <a:gd name="connsiteX52" fmla="*/ 107351 w 129715"/>
                <a:gd name="connsiteY52" fmla="*/ 114273 h 186412"/>
                <a:gd name="connsiteX53" fmla="*/ 100322 w 129715"/>
                <a:gd name="connsiteY53" fmla="*/ 107251 h 186412"/>
                <a:gd name="connsiteX54" fmla="*/ 107351 w 129715"/>
                <a:gd name="connsiteY54" fmla="*/ 100229 h 186412"/>
                <a:gd name="connsiteX55" fmla="*/ 114380 w 129715"/>
                <a:gd name="connsiteY55" fmla="*/ 107251 h 186412"/>
                <a:gd name="connsiteX56" fmla="*/ 107351 w 129715"/>
                <a:gd name="connsiteY56" fmla="*/ 114273 h 186412"/>
                <a:gd name="connsiteX57" fmla="*/ 107351 w 129715"/>
                <a:gd name="connsiteY57" fmla="*/ 86184 h 186412"/>
                <a:gd name="connsiteX58" fmla="*/ 100322 w 129715"/>
                <a:gd name="connsiteY58" fmla="*/ 79162 h 186412"/>
                <a:gd name="connsiteX59" fmla="*/ 107351 w 129715"/>
                <a:gd name="connsiteY59" fmla="*/ 72139 h 186412"/>
                <a:gd name="connsiteX60" fmla="*/ 114380 w 129715"/>
                <a:gd name="connsiteY60" fmla="*/ 79162 h 186412"/>
                <a:gd name="connsiteX61" fmla="*/ 107351 w 129715"/>
                <a:gd name="connsiteY61" fmla="*/ 86184 h 186412"/>
                <a:gd name="connsiteX62" fmla="*/ 15975 w 129715"/>
                <a:gd name="connsiteY62" fmla="*/ 21706 h 186412"/>
                <a:gd name="connsiteX63" fmla="*/ 22365 w 129715"/>
                <a:gd name="connsiteY63" fmla="*/ 15322 h 186412"/>
                <a:gd name="connsiteX64" fmla="*/ 107990 w 129715"/>
                <a:gd name="connsiteY64" fmla="*/ 15322 h 186412"/>
                <a:gd name="connsiteX65" fmla="*/ 114380 w 129715"/>
                <a:gd name="connsiteY65" fmla="*/ 21706 h 186412"/>
                <a:gd name="connsiteX66" fmla="*/ 114380 w 129715"/>
                <a:gd name="connsiteY66" fmla="*/ 50434 h 186412"/>
                <a:gd name="connsiteX67" fmla="*/ 107990 w 129715"/>
                <a:gd name="connsiteY67" fmla="*/ 56818 h 186412"/>
                <a:gd name="connsiteX68" fmla="*/ 22365 w 129715"/>
                <a:gd name="connsiteY68" fmla="*/ 56818 h 186412"/>
                <a:gd name="connsiteX69" fmla="*/ 15975 w 129715"/>
                <a:gd name="connsiteY69" fmla="*/ 50434 h 186412"/>
                <a:gd name="connsiteX70" fmla="*/ 15975 w 129715"/>
                <a:gd name="connsiteY70" fmla="*/ 21706 h 186412"/>
                <a:gd name="connsiteX71" fmla="*/ 21726 w 129715"/>
                <a:gd name="connsiteY71" fmla="*/ 71501 h 186412"/>
                <a:gd name="connsiteX72" fmla="*/ 28755 w 129715"/>
                <a:gd name="connsiteY72" fmla="*/ 78523 h 186412"/>
                <a:gd name="connsiteX73" fmla="*/ 21726 w 129715"/>
                <a:gd name="connsiteY73" fmla="*/ 85546 h 186412"/>
                <a:gd name="connsiteX74" fmla="*/ 14697 w 129715"/>
                <a:gd name="connsiteY74" fmla="*/ 78523 h 186412"/>
                <a:gd name="connsiteX75" fmla="*/ 21726 w 129715"/>
                <a:gd name="connsiteY75" fmla="*/ 71501 h 186412"/>
                <a:gd name="connsiteX76" fmla="*/ 21726 w 129715"/>
                <a:gd name="connsiteY76" fmla="*/ 100229 h 186412"/>
                <a:gd name="connsiteX77" fmla="*/ 28755 w 129715"/>
                <a:gd name="connsiteY77" fmla="*/ 107251 h 186412"/>
                <a:gd name="connsiteX78" fmla="*/ 21726 w 129715"/>
                <a:gd name="connsiteY78" fmla="*/ 114273 h 186412"/>
                <a:gd name="connsiteX79" fmla="*/ 14697 w 129715"/>
                <a:gd name="connsiteY79" fmla="*/ 107251 h 186412"/>
                <a:gd name="connsiteX80" fmla="*/ 21726 w 129715"/>
                <a:gd name="connsiteY80" fmla="*/ 100229 h 186412"/>
                <a:gd name="connsiteX81" fmla="*/ 21726 w 129715"/>
                <a:gd name="connsiteY81" fmla="*/ 128318 h 186412"/>
                <a:gd name="connsiteX82" fmla="*/ 28755 w 129715"/>
                <a:gd name="connsiteY82" fmla="*/ 135341 h 186412"/>
                <a:gd name="connsiteX83" fmla="*/ 21726 w 129715"/>
                <a:gd name="connsiteY83" fmla="*/ 142363 h 186412"/>
                <a:gd name="connsiteX84" fmla="*/ 14697 w 129715"/>
                <a:gd name="connsiteY84" fmla="*/ 135341 h 186412"/>
                <a:gd name="connsiteX85" fmla="*/ 21726 w 129715"/>
                <a:gd name="connsiteY85" fmla="*/ 128318 h 186412"/>
                <a:gd name="connsiteX86" fmla="*/ 21726 w 129715"/>
                <a:gd name="connsiteY86" fmla="*/ 157046 h 186412"/>
                <a:gd name="connsiteX87" fmla="*/ 28755 w 129715"/>
                <a:gd name="connsiteY87" fmla="*/ 164068 h 186412"/>
                <a:gd name="connsiteX88" fmla="*/ 21726 w 129715"/>
                <a:gd name="connsiteY88" fmla="*/ 171091 h 186412"/>
                <a:gd name="connsiteX89" fmla="*/ 14697 w 129715"/>
                <a:gd name="connsiteY89" fmla="*/ 164068 h 186412"/>
                <a:gd name="connsiteX90" fmla="*/ 21726 w 129715"/>
                <a:gd name="connsiteY90" fmla="*/ 157046 h 18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29715" h="186412">
                  <a:moveTo>
                    <a:pt x="0" y="186412"/>
                  </a:moveTo>
                  <a:lnTo>
                    <a:pt x="129716" y="186412"/>
                  </a:lnTo>
                  <a:lnTo>
                    <a:pt x="129716" y="0"/>
                  </a:lnTo>
                  <a:lnTo>
                    <a:pt x="0" y="0"/>
                  </a:lnTo>
                  <a:lnTo>
                    <a:pt x="0" y="186412"/>
                  </a:lnTo>
                  <a:close/>
                  <a:moveTo>
                    <a:pt x="50481" y="171091"/>
                  </a:moveTo>
                  <a:cubicBezTo>
                    <a:pt x="46647" y="171091"/>
                    <a:pt x="43452" y="167899"/>
                    <a:pt x="43452" y="164068"/>
                  </a:cubicBezTo>
                  <a:cubicBezTo>
                    <a:pt x="43452" y="160238"/>
                    <a:pt x="46647" y="157046"/>
                    <a:pt x="50481" y="157046"/>
                  </a:cubicBezTo>
                  <a:cubicBezTo>
                    <a:pt x="54314" y="157046"/>
                    <a:pt x="57509" y="160238"/>
                    <a:pt x="57509" y="164068"/>
                  </a:cubicBezTo>
                  <a:cubicBezTo>
                    <a:pt x="57509" y="167899"/>
                    <a:pt x="54314" y="171091"/>
                    <a:pt x="50481" y="171091"/>
                  </a:cubicBezTo>
                  <a:close/>
                  <a:moveTo>
                    <a:pt x="50481" y="143001"/>
                  </a:moveTo>
                  <a:cubicBezTo>
                    <a:pt x="46647" y="143001"/>
                    <a:pt x="43452" y="139809"/>
                    <a:pt x="43452" y="135979"/>
                  </a:cubicBezTo>
                  <a:cubicBezTo>
                    <a:pt x="43452" y="132149"/>
                    <a:pt x="46647" y="128957"/>
                    <a:pt x="50481" y="128957"/>
                  </a:cubicBezTo>
                  <a:cubicBezTo>
                    <a:pt x="54314" y="128957"/>
                    <a:pt x="57509" y="132149"/>
                    <a:pt x="57509" y="135979"/>
                  </a:cubicBezTo>
                  <a:cubicBezTo>
                    <a:pt x="57509" y="139809"/>
                    <a:pt x="54314" y="143001"/>
                    <a:pt x="50481" y="143001"/>
                  </a:cubicBezTo>
                  <a:close/>
                  <a:moveTo>
                    <a:pt x="50481" y="114273"/>
                  </a:moveTo>
                  <a:cubicBezTo>
                    <a:pt x="46647" y="114273"/>
                    <a:pt x="43452" y="111081"/>
                    <a:pt x="43452" y="107251"/>
                  </a:cubicBezTo>
                  <a:cubicBezTo>
                    <a:pt x="43452" y="103421"/>
                    <a:pt x="46647" y="100229"/>
                    <a:pt x="50481" y="100229"/>
                  </a:cubicBezTo>
                  <a:cubicBezTo>
                    <a:pt x="54314" y="100229"/>
                    <a:pt x="57509" y="103421"/>
                    <a:pt x="57509" y="107251"/>
                  </a:cubicBezTo>
                  <a:cubicBezTo>
                    <a:pt x="57509" y="111081"/>
                    <a:pt x="54314" y="114273"/>
                    <a:pt x="50481" y="114273"/>
                  </a:cubicBezTo>
                  <a:close/>
                  <a:moveTo>
                    <a:pt x="50481" y="86184"/>
                  </a:moveTo>
                  <a:cubicBezTo>
                    <a:pt x="46647" y="86184"/>
                    <a:pt x="43452" y="82992"/>
                    <a:pt x="43452" y="79162"/>
                  </a:cubicBezTo>
                  <a:cubicBezTo>
                    <a:pt x="43452" y="75331"/>
                    <a:pt x="46647" y="72139"/>
                    <a:pt x="50481" y="72139"/>
                  </a:cubicBezTo>
                  <a:cubicBezTo>
                    <a:pt x="54314" y="72139"/>
                    <a:pt x="57509" y="75331"/>
                    <a:pt x="57509" y="79162"/>
                  </a:cubicBezTo>
                  <a:cubicBezTo>
                    <a:pt x="57509" y="82992"/>
                    <a:pt x="54314" y="86184"/>
                    <a:pt x="50481" y="86184"/>
                  </a:cubicBezTo>
                  <a:close/>
                  <a:moveTo>
                    <a:pt x="79235" y="171091"/>
                  </a:moveTo>
                  <a:cubicBezTo>
                    <a:pt x="75401" y="171091"/>
                    <a:pt x="72206" y="167899"/>
                    <a:pt x="72206" y="164068"/>
                  </a:cubicBezTo>
                  <a:cubicBezTo>
                    <a:pt x="72206" y="160238"/>
                    <a:pt x="75401" y="157046"/>
                    <a:pt x="79235" y="157046"/>
                  </a:cubicBezTo>
                  <a:cubicBezTo>
                    <a:pt x="83069" y="157046"/>
                    <a:pt x="86264" y="160238"/>
                    <a:pt x="86264" y="164068"/>
                  </a:cubicBezTo>
                  <a:cubicBezTo>
                    <a:pt x="86264" y="167899"/>
                    <a:pt x="83069" y="171091"/>
                    <a:pt x="79235" y="171091"/>
                  </a:cubicBezTo>
                  <a:close/>
                  <a:moveTo>
                    <a:pt x="79235" y="143001"/>
                  </a:moveTo>
                  <a:cubicBezTo>
                    <a:pt x="75401" y="143001"/>
                    <a:pt x="72206" y="139809"/>
                    <a:pt x="72206" y="135979"/>
                  </a:cubicBezTo>
                  <a:cubicBezTo>
                    <a:pt x="72206" y="132149"/>
                    <a:pt x="75401" y="128957"/>
                    <a:pt x="79235" y="128957"/>
                  </a:cubicBezTo>
                  <a:cubicBezTo>
                    <a:pt x="83069" y="128957"/>
                    <a:pt x="86264" y="132149"/>
                    <a:pt x="86264" y="135979"/>
                  </a:cubicBezTo>
                  <a:cubicBezTo>
                    <a:pt x="86264" y="139809"/>
                    <a:pt x="83069" y="143001"/>
                    <a:pt x="79235" y="143001"/>
                  </a:cubicBezTo>
                  <a:close/>
                  <a:moveTo>
                    <a:pt x="79235" y="114273"/>
                  </a:moveTo>
                  <a:cubicBezTo>
                    <a:pt x="75401" y="114273"/>
                    <a:pt x="72206" y="111081"/>
                    <a:pt x="72206" y="107251"/>
                  </a:cubicBezTo>
                  <a:cubicBezTo>
                    <a:pt x="72206" y="103421"/>
                    <a:pt x="75401" y="100229"/>
                    <a:pt x="79235" y="100229"/>
                  </a:cubicBezTo>
                  <a:cubicBezTo>
                    <a:pt x="83069" y="100229"/>
                    <a:pt x="86264" y="103421"/>
                    <a:pt x="86264" y="107251"/>
                  </a:cubicBezTo>
                  <a:cubicBezTo>
                    <a:pt x="86264" y="111081"/>
                    <a:pt x="83069" y="114273"/>
                    <a:pt x="79235" y="114273"/>
                  </a:cubicBezTo>
                  <a:close/>
                  <a:moveTo>
                    <a:pt x="79235" y="86184"/>
                  </a:moveTo>
                  <a:cubicBezTo>
                    <a:pt x="75401" y="86184"/>
                    <a:pt x="72206" y="82992"/>
                    <a:pt x="72206" y="79162"/>
                  </a:cubicBezTo>
                  <a:cubicBezTo>
                    <a:pt x="72206" y="75331"/>
                    <a:pt x="75401" y="72139"/>
                    <a:pt x="79235" y="72139"/>
                  </a:cubicBezTo>
                  <a:cubicBezTo>
                    <a:pt x="83069" y="72139"/>
                    <a:pt x="86264" y="75331"/>
                    <a:pt x="86264" y="79162"/>
                  </a:cubicBezTo>
                  <a:cubicBezTo>
                    <a:pt x="86264" y="82992"/>
                    <a:pt x="83069" y="86184"/>
                    <a:pt x="79235" y="86184"/>
                  </a:cubicBezTo>
                  <a:close/>
                  <a:moveTo>
                    <a:pt x="113741" y="165345"/>
                  </a:moveTo>
                  <a:cubicBezTo>
                    <a:pt x="113741" y="169176"/>
                    <a:pt x="111185" y="171729"/>
                    <a:pt x="107351" y="171729"/>
                  </a:cubicBezTo>
                  <a:cubicBezTo>
                    <a:pt x="103517" y="171729"/>
                    <a:pt x="100961" y="169176"/>
                    <a:pt x="100961" y="165345"/>
                  </a:cubicBezTo>
                  <a:lnTo>
                    <a:pt x="100961" y="134702"/>
                  </a:lnTo>
                  <a:cubicBezTo>
                    <a:pt x="100961" y="130872"/>
                    <a:pt x="103517" y="128318"/>
                    <a:pt x="107351" y="128318"/>
                  </a:cubicBezTo>
                  <a:cubicBezTo>
                    <a:pt x="111185" y="128318"/>
                    <a:pt x="113741" y="130872"/>
                    <a:pt x="113741" y="134702"/>
                  </a:cubicBezTo>
                  <a:lnTo>
                    <a:pt x="113741" y="165345"/>
                  </a:lnTo>
                  <a:close/>
                  <a:moveTo>
                    <a:pt x="107351" y="114273"/>
                  </a:moveTo>
                  <a:cubicBezTo>
                    <a:pt x="103517" y="114273"/>
                    <a:pt x="100322" y="111081"/>
                    <a:pt x="100322" y="107251"/>
                  </a:cubicBezTo>
                  <a:cubicBezTo>
                    <a:pt x="100322" y="103421"/>
                    <a:pt x="103517" y="100229"/>
                    <a:pt x="107351" y="100229"/>
                  </a:cubicBezTo>
                  <a:cubicBezTo>
                    <a:pt x="111185" y="100229"/>
                    <a:pt x="114380" y="103421"/>
                    <a:pt x="114380" y="107251"/>
                  </a:cubicBezTo>
                  <a:cubicBezTo>
                    <a:pt x="114380" y="111081"/>
                    <a:pt x="111185" y="114273"/>
                    <a:pt x="107351" y="114273"/>
                  </a:cubicBezTo>
                  <a:close/>
                  <a:moveTo>
                    <a:pt x="107351" y="86184"/>
                  </a:moveTo>
                  <a:cubicBezTo>
                    <a:pt x="103517" y="86184"/>
                    <a:pt x="100322" y="82992"/>
                    <a:pt x="100322" y="79162"/>
                  </a:cubicBezTo>
                  <a:cubicBezTo>
                    <a:pt x="100322" y="75331"/>
                    <a:pt x="103517" y="72139"/>
                    <a:pt x="107351" y="72139"/>
                  </a:cubicBezTo>
                  <a:cubicBezTo>
                    <a:pt x="111185" y="72139"/>
                    <a:pt x="114380" y="75331"/>
                    <a:pt x="114380" y="79162"/>
                  </a:cubicBezTo>
                  <a:cubicBezTo>
                    <a:pt x="114380" y="82992"/>
                    <a:pt x="111185" y="86184"/>
                    <a:pt x="107351" y="86184"/>
                  </a:cubicBezTo>
                  <a:close/>
                  <a:moveTo>
                    <a:pt x="15975" y="21706"/>
                  </a:moveTo>
                  <a:cubicBezTo>
                    <a:pt x="15975" y="17875"/>
                    <a:pt x="18531" y="15322"/>
                    <a:pt x="22365" y="15322"/>
                  </a:cubicBezTo>
                  <a:lnTo>
                    <a:pt x="107990" y="15322"/>
                  </a:lnTo>
                  <a:cubicBezTo>
                    <a:pt x="111824" y="15322"/>
                    <a:pt x="114380" y="17875"/>
                    <a:pt x="114380" y="21706"/>
                  </a:cubicBezTo>
                  <a:lnTo>
                    <a:pt x="114380" y="50434"/>
                  </a:lnTo>
                  <a:cubicBezTo>
                    <a:pt x="114380" y="54264"/>
                    <a:pt x="111824" y="56818"/>
                    <a:pt x="107990" y="56818"/>
                  </a:cubicBezTo>
                  <a:lnTo>
                    <a:pt x="22365" y="56818"/>
                  </a:lnTo>
                  <a:cubicBezTo>
                    <a:pt x="18531" y="56818"/>
                    <a:pt x="15975" y="54264"/>
                    <a:pt x="15975" y="50434"/>
                  </a:cubicBezTo>
                  <a:lnTo>
                    <a:pt x="15975" y="21706"/>
                  </a:lnTo>
                  <a:close/>
                  <a:moveTo>
                    <a:pt x="21726" y="71501"/>
                  </a:moveTo>
                  <a:cubicBezTo>
                    <a:pt x="25560" y="71501"/>
                    <a:pt x="28755" y="74693"/>
                    <a:pt x="28755" y="78523"/>
                  </a:cubicBezTo>
                  <a:cubicBezTo>
                    <a:pt x="28755" y="82354"/>
                    <a:pt x="25560" y="85546"/>
                    <a:pt x="21726" y="85546"/>
                  </a:cubicBezTo>
                  <a:cubicBezTo>
                    <a:pt x="17892" y="85546"/>
                    <a:pt x="14697" y="82354"/>
                    <a:pt x="14697" y="78523"/>
                  </a:cubicBezTo>
                  <a:cubicBezTo>
                    <a:pt x="14697" y="74693"/>
                    <a:pt x="17892" y="71501"/>
                    <a:pt x="21726" y="71501"/>
                  </a:cubicBezTo>
                  <a:close/>
                  <a:moveTo>
                    <a:pt x="21726" y="100229"/>
                  </a:moveTo>
                  <a:cubicBezTo>
                    <a:pt x="25560" y="100229"/>
                    <a:pt x="28755" y="103421"/>
                    <a:pt x="28755" y="107251"/>
                  </a:cubicBezTo>
                  <a:cubicBezTo>
                    <a:pt x="28755" y="111081"/>
                    <a:pt x="25560" y="114273"/>
                    <a:pt x="21726" y="114273"/>
                  </a:cubicBezTo>
                  <a:cubicBezTo>
                    <a:pt x="17892" y="114273"/>
                    <a:pt x="14697" y="111081"/>
                    <a:pt x="14697" y="107251"/>
                  </a:cubicBezTo>
                  <a:cubicBezTo>
                    <a:pt x="14697" y="103421"/>
                    <a:pt x="17892" y="100229"/>
                    <a:pt x="21726" y="100229"/>
                  </a:cubicBezTo>
                  <a:close/>
                  <a:moveTo>
                    <a:pt x="21726" y="128318"/>
                  </a:moveTo>
                  <a:cubicBezTo>
                    <a:pt x="25560" y="128318"/>
                    <a:pt x="28755" y="131510"/>
                    <a:pt x="28755" y="135341"/>
                  </a:cubicBezTo>
                  <a:cubicBezTo>
                    <a:pt x="28755" y="139171"/>
                    <a:pt x="25560" y="142363"/>
                    <a:pt x="21726" y="142363"/>
                  </a:cubicBezTo>
                  <a:cubicBezTo>
                    <a:pt x="17892" y="142363"/>
                    <a:pt x="14697" y="139171"/>
                    <a:pt x="14697" y="135341"/>
                  </a:cubicBezTo>
                  <a:cubicBezTo>
                    <a:pt x="14697" y="131510"/>
                    <a:pt x="17892" y="128318"/>
                    <a:pt x="21726" y="128318"/>
                  </a:cubicBezTo>
                  <a:close/>
                  <a:moveTo>
                    <a:pt x="21726" y="157046"/>
                  </a:moveTo>
                  <a:cubicBezTo>
                    <a:pt x="25560" y="157046"/>
                    <a:pt x="28755" y="160238"/>
                    <a:pt x="28755" y="164068"/>
                  </a:cubicBezTo>
                  <a:cubicBezTo>
                    <a:pt x="28755" y="167899"/>
                    <a:pt x="25560" y="171091"/>
                    <a:pt x="21726" y="171091"/>
                  </a:cubicBezTo>
                  <a:cubicBezTo>
                    <a:pt x="17892" y="171091"/>
                    <a:pt x="14697" y="167899"/>
                    <a:pt x="14697" y="164068"/>
                  </a:cubicBezTo>
                  <a:cubicBezTo>
                    <a:pt x="14697" y="160238"/>
                    <a:pt x="17892" y="157046"/>
                    <a:pt x="21726" y="157046"/>
                  </a:cubicBezTo>
                  <a:close/>
                </a:path>
              </a:pathLst>
            </a:custGeom>
            <a:solidFill>
              <a:srgbClr val="004F59"/>
            </a:solidFill>
            <a:ln w="6390" cap="flat">
              <a:noFill/>
              <a:prstDash val="solid"/>
              <a:miter/>
            </a:ln>
          </p:spPr>
          <p:txBody>
            <a:bodyPr rtlCol="0" anchor="ctr"/>
            <a:lstStyle/>
            <a:p>
              <a:endParaRPr lang="en-US"/>
            </a:p>
          </p:txBody>
        </p:sp>
        <p:sp>
          <p:nvSpPr>
            <p:cNvPr id="255" name="Graphic 4">
              <a:extLst>
                <a:ext uri="{FF2B5EF4-FFF2-40B4-BE49-F238E27FC236}">
                  <a16:creationId xmlns:a16="http://schemas.microsoft.com/office/drawing/2014/main" id="{75D292C7-C0E5-4A46-B6EF-F05E49599C2B}"/>
                </a:ext>
              </a:extLst>
            </p:cNvPr>
            <p:cNvSpPr/>
            <p:nvPr/>
          </p:nvSpPr>
          <p:spPr>
            <a:xfrm>
              <a:off x="1050505" y="3455812"/>
              <a:ext cx="72845" cy="15959"/>
            </a:xfrm>
            <a:custGeom>
              <a:avLst/>
              <a:gdLst>
                <a:gd name="connsiteX0" fmla="*/ 0 w 72845"/>
                <a:gd name="connsiteY0" fmla="*/ 0 h 15959"/>
                <a:gd name="connsiteX1" fmla="*/ 72845 w 72845"/>
                <a:gd name="connsiteY1" fmla="*/ 0 h 15959"/>
                <a:gd name="connsiteX2" fmla="*/ 72845 w 72845"/>
                <a:gd name="connsiteY2" fmla="*/ 15960 h 15959"/>
                <a:gd name="connsiteX3" fmla="*/ 0 w 72845"/>
                <a:gd name="connsiteY3" fmla="*/ 15960 h 15959"/>
              </a:gdLst>
              <a:ahLst/>
              <a:cxnLst>
                <a:cxn ang="0">
                  <a:pos x="connsiteX0" y="connsiteY0"/>
                </a:cxn>
                <a:cxn ang="0">
                  <a:pos x="connsiteX1" y="connsiteY1"/>
                </a:cxn>
                <a:cxn ang="0">
                  <a:pos x="connsiteX2" y="connsiteY2"/>
                </a:cxn>
                <a:cxn ang="0">
                  <a:pos x="connsiteX3" y="connsiteY3"/>
                </a:cxn>
              </a:cxnLst>
              <a:rect l="l" t="t" r="r" b="b"/>
              <a:pathLst>
                <a:path w="72845" h="15959">
                  <a:moveTo>
                    <a:pt x="0" y="0"/>
                  </a:moveTo>
                  <a:lnTo>
                    <a:pt x="72845" y="0"/>
                  </a:lnTo>
                  <a:lnTo>
                    <a:pt x="72845" y="15960"/>
                  </a:lnTo>
                  <a:lnTo>
                    <a:pt x="0" y="15960"/>
                  </a:lnTo>
                  <a:close/>
                </a:path>
              </a:pathLst>
            </a:custGeom>
            <a:solidFill>
              <a:srgbClr val="004F59"/>
            </a:solidFill>
            <a:ln w="6390" cap="flat">
              <a:noFill/>
              <a:prstDash val="solid"/>
              <a:miter/>
            </a:ln>
          </p:spPr>
          <p:txBody>
            <a:bodyPr rtlCol="0" anchor="ctr"/>
            <a:lstStyle/>
            <a:p>
              <a:endParaRPr lang="en-US"/>
            </a:p>
          </p:txBody>
        </p:sp>
      </p:grpSp>
      <p:grpSp>
        <p:nvGrpSpPr>
          <p:cNvPr id="320" name="Graphic 4">
            <a:extLst>
              <a:ext uri="{FF2B5EF4-FFF2-40B4-BE49-F238E27FC236}">
                <a16:creationId xmlns:a16="http://schemas.microsoft.com/office/drawing/2014/main" id="{937C71E2-16D2-0544-A054-0B3A533EB0A5}"/>
              </a:ext>
            </a:extLst>
          </p:cNvPr>
          <p:cNvGrpSpPr/>
          <p:nvPr/>
        </p:nvGrpSpPr>
        <p:grpSpPr>
          <a:xfrm>
            <a:off x="10324860" y="3339623"/>
            <a:ext cx="361670" cy="361333"/>
            <a:chOff x="10324860" y="3339623"/>
            <a:chExt cx="361670" cy="361333"/>
          </a:xfrm>
          <a:solidFill>
            <a:srgbClr val="007680"/>
          </a:solidFill>
        </p:grpSpPr>
        <p:sp>
          <p:nvSpPr>
            <p:cNvPr id="321" name="Graphic 4">
              <a:extLst>
                <a:ext uri="{FF2B5EF4-FFF2-40B4-BE49-F238E27FC236}">
                  <a16:creationId xmlns:a16="http://schemas.microsoft.com/office/drawing/2014/main" id="{D9826B0A-FB12-5643-8C9D-0FF2CA9477BE}"/>
                </a:ext>
              </a:extLst>
            </p:cNvPr>
            <p:cNvSpPr/>
            <p:nvPr/>
          </p:nvSpPr>
          <p:spPr>
            <a:xfrm>
              <a:off x="10473106" y="3607112"/>
              <a:ext cx="19169" cy="19151"/>
            </a:xfrm>
            <a:custGeom>
              <a:avLst/>
              <a:gdLst>
                <a:gd name="connsiteX0" fmla="*/ 19170 w 19169"/>
                <a:gd name="connsiteY0" fmla="*/ 18513 h 19151"/>
                <a:gd name="connsiteX1" fmla="*/ 19170 w 19169"/>
                <a:gd name="connsiteY1" fmla="*/ 17236 h 19151"/>
                <a:gd name="connsiteX2" fmla="*/ 19170 w 19169"/>
                <a:gd name="connsiteY2" fmla="*/ 0 h 19151"/>
                <a:gd name="connsiteX3" fmla="*/ 0 w 19169"/>
                <a:gd name="connsiteY3" fmla="*/ 0 h 19151"/>
                <a:gd name="connsiteX4" fmla="*/ 0 w 19169"/>
                <a:gd name="connsiteY4" fmla="*/ 19152 h 19151"/>
                <a:gd name="connsiteX5" fmla="*/ 19170 w 19169"/>
                <a:gd name="connsiteY5" fmla="*/ 19152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9151">
                  <a:moveTo>
                    <a:pt x="19170" y="18513"/>
                  </a:moveTo>
                  <a:cubicBezTo>
                    <a:pt x="19170" y="17875"/>
                    <a:pt x="19170" y="17236"/>
                    <a:pt x="19170" y="17236"/>
                  </a:cubicBezTo>
                  <a:lnTo>
                    <a:pt x="19170" y="0"/>
                  </a:lnTo>
                  <a:lnTo>
                    <a:pt x="0" y="0"/>
                  </a:lnTo>
                  <a:lnTo>
                    <a:pt x="0" y="19152"/>
                  </a:lnTo>
                  <a:lnTo>
                    <a:pt x="19170" y="19152"/>
                  </a:lnTo>
                  <a:close/>
                </a:path>
              </a:pathLst>
            </a:custGeom>
            <a:solidFill>
              <a:srgbClr val="007680"/>
            </a:solidFill>
            <a:ln w="6390" cap="flat">
              <a:noFill/>
              <a:prstDash val="solid"/>
              <a:miter/>
            </a:ln>
          </p:spPr>
          <p:txBody>
            <a:bodyPr rtlCol="0" anchor="ctr"/>
            <a:lstStyle/>
            <a:p>
              <a:endParaRPr lang="en-US"/>
            </a:p>
          </p:txBody>
        </p:sp>
        <p:sp>
          <p:nvSpPr>
            <p:cNvPr id="322" name="Graphic 4">
              <a:extLst>
                <a:ext uri="{FF2B5EF4-FFF2-40B4-BE49-F238E27FC236}">
                  <a16:creationId xmlns:a16="http://schemas.microsoft.com/office/drawing/2014/main" id="{8FB190B5-80D8-6E4D-90FA-FE974B5390E8}"/>
                </a:ext>
              </a:extLst>
            </p:cNvPr>
            <p:cNvSpPr/>
            <p:nvPr/>
          </p:nvSpPr>
          <p:spPr>
            <a:xfrm>
              <a:off x="10504417" y="3606474"/>
              <a:ext cx="19169" cy="18513"/>
            </a:xfrm>
            <a:custGeom>
              <a:avLst/>
              <a:gdLst>
                <a:gd name="connsiteX0" fmla="*/ 19170 w 19169"/>
                <a:gd name="connsiteY0" fmla="*/ 0 h 18513"/>
                <a:gd name="connsiteX1" fmla="*/ 0 w 19169"/>
                <a:gd name="connsiteY1" fmla="*/ 0 h 18513"/>
                <a:gd name="connsiteX2" fmla="*/ 0 w 19169"/>
                <a:gd name="connsiteY2" fmla="*/ 17237 h 18513"/>
                <a:gd name="connsiteX3" fmla="*/ 0 w 19169"/>
                <a:gd name="connsiteY3" fmla="*/ 18514 h 18513"/>
                <a:gd name="connsiteX4" fmla="*/ 19170 w 19169"/>
                <a:gd name="connsiteY4" fmla="*/ 18514 h 18513"/>
                <a:gd name="connsiteX5" fmla="*/ 19170 w 19169"/>
                <a:gd name="connsiteY5" fmla="*/ 0 h 1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8513">
                  <a:moveTo>
                    <a:pt x="19170" y="0"/>
                  </a:moveTo>
                  <a:lnTo>
                    <a:pt x="0" y="0"/>
                  </a:lnTo>
                  <a:lnTo>
                    <a:pt x="0" y="17237"/>
                  </a:lnTo>
                  <a:cubicBezTo>
                    <a:pt x="0" y="17875"/>
                    <a:pt x="0" y="18514"/>
                    <a:pt x="0" y="18514"/>
                  </a:cubicBezTo>
                  <a:lnTo>
                    <a:pt x="19170" y="18514"/>
                  </a:lnTo>
                  <a:lnTo>
                    <a:pt x="19170" y="0"/>
                  </a:lnTo>
                  <a:close/>
                </a:path>
              </a:pathLst>
            </a:custGeom>
            <a:solidFill>
              <a:srgbClr val="007680"/>
            </a:solidFill>
            <a:ln w="6390" cap="flat">
              <a:noFill/>
              <a:prstDash val="solid"/>
              <a:miter/>
            </a:ln>
          </p:spPr>
          <p:txBody>
            <a:bodyPr rtlCol="0" anchor="ctr"/>
            <a:lstStyle/>
            <a:p>
              <a:endParaRPr lang="en-US"/>
            </a:p>
          </p:txBody>
        </p:sp>
        <p:sp>
          <p:nvSpPr>
            <p:cNvPr id="512" name="Graphic 4">
              <a:extLst>
                <a:ext uri="{FF2B5EF4-FFF2-40B4-BE49-F238E27FC236}">
                  <a16:creationId xmlns:a16="http://schemas.microsoft.com/office/drawing/2014/main" id="{CAD14BAE-1750-2043-8E7C-FD6C39F99DFA}"/>
                </a:ext>
              </a:extLst>
            </p:cNvPr>
            <p:cNvSpPr/>
            <p:nvPr/>
          </p:nvSpPr>
          <p:spPr>
            <a:xfrm>
              <a:off x="10520392" y="3575192"/>
              <a:ext cx="19808" cy="18513"/>
            </a:xfrm>
            <a:custGeom>
              <a:avLst/>
              <a:gdLst>
                <a:gd name="connsiteX0" fmla="*/ 19170 w 19808"/>
                <a:gd name="connsiteY0" fmla="*/ 17236 h 18513"/>
                <a:gd name="connsiteX1" fmla="*/ 19170 w 19808"/>
                <a:gd name="connsiteY1" fmla="*/ 0 h 18513"/>
                <a:gd name="connsiteX2" fmla="*/ 0 w 19808"/>
                <a:gd name="connsiteY2" fmla="*/ 0 h 18513"/>
                <a:gd name="connsiteX3" fmla="*/ 0 w 19808"/>
                <a:gd name="connsiteY3" fmla="*/ 17236 h 18513"/>
                <a:gd name="connsiteX4" fmla="*/ 0 w 19808"/>
                <a:gd name="connsiteY4" fmla="*/ 18513 h 18513"/>
                <a:gd name="connsiteX5" fmla="*/ 19809 w 19808"/>
                <a:gd name="connsiteY5" fmla="*/ 18513 h 18513"/>
                <a:gd name="connsiteX6" fmla="*/ 19170 w 19808"/>
                <a:gd name="connsiteY6" fmla="*/ 17236 h 1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808" h="18513">
                  <a:moveTo>
                    <a:pt x="19170" y="17236"/>
                  </a:moveTo>
                  <a:lnTo>
                    <a:pt x="19170" y="0"/>
                  </a:lnTo>
                  <a:lnTo>
                    <a:pt x="0" y="0"/>
                  </a:lnTo>
                  <a:lnTo>
                    <a:pt x="0" y="17236"/>
                  </a:lnTo>
                  <a:cubicBezTo>
                    <a:pt x="0" y="17875"/>
                    <a:pt x="0" y="18513"/>
                    <a:pt x="0" y="18513"/>
                  </a:cubicBezTo>
                  <a:lnTo>
                    <a:pt x="19809" y="18513"/>
                  </a:lnTo>
                  <a:cubicBezTo>
                    <a:pt x="19170" y="17875"/>
                    <a:pt x="19170" y="17236"/>
                    <a:pt x="19170" y="17236"/>
                  </a:cubicBezTo>
                  <a:close/>
                </a:path>
              </a:pathLst>
            </a:custGeom>
            <a:solidFill>
              <a:srgbClr val="007680"/>
            </a:solidFill>
            <a:ln w="6390" cap="flat">
              <a:noFill/>
              <a:prstDash val="solid"/>
              <a:miter/>
            </a:ln>
          </p:spPr>
          <p:txBody>
            <a:bodyPr rtlCol="0" anchor="ctr"/>
            <a:lstStyle/>
            <a:p>
              <a:endParaRPr lang="en-US"/>
            </a:p>
          </p:txBody>
        </p:sp>
        <p:sp>
          <p:nvSpPr>
            <p:cNvPr id="513" name="Graphic 4">
              <a:extLst>
                <a:ext uri="{FF2B5EF4-FFF2-40B4-BE49-F238E27FC236}">
                  <a16:creationId xmlns:a16="http://schemas.microsoft.com/office/drawing/2014/main" id="{5987A4A3-2A07-7E4B-9956-E22D3A00206B}"/>
                </a:ext>
              </a:extLst>
            </p:cNvPr>
            <p:cNvSpPr/>
            <p:nvPr/>
          </p:nvSpPr>
          <p:spPr>
            <a:xfrm>
              <a:off x="10536367" y="3606474"/>
              <a:ext cx="19169" cy="19151"/>
            </a:xfrm>
            <a:custGeom>
              <a:avLst/>
              <a:gdLst>
                <a:gd name="connsiteX0" fmla="*/ 0 w 19169"/>
                <a:gd name="connsiteY0" fmla="*/ 0 h 19151"/>
                <a:gd name="connsiteX1" fmla="*/ 19170 w 19169"/>
                <a:gd name="connsiteY1" fmla="*/ 0 h 19151"/>
                <a:gd name="connsiteX2" fmla="*/ 19170 w 19169"/>
                <a:gd name="connsiteY2" fmla="*/ 19152 h 19151"/>
                <a:gd name="connsiteX3" fmla="*/ 0 w 19169"/>
                <a:gd name="connsiteY3" fmla="*/ 19152 h 19151"/>
              </a:gdLst>
              <a:ahLst/>
              <a:cxnLst>
                <a:cxn ang="0">
                  <a:pos x="connsiteX0" y="connsiteY0"/>
                </a:cxn>
                <a:cxn ang="0">
                  <a:pos x="connsiteX1" y="connsiteY1"/>
                </a:cxn>
                <a:cxn ang="0">
                  <a:pos x="connsiteX2" y="connsiteY2"/>
                </a:cxn>
                <a:cxn ang="0">
                  <a:pos x="connsiteX3" y="connsiteY3"/>
                </a:cxn>
              </a:cxnLst>
              <a:rect l="l" t="t" r="r" b="b"/>
              <a:pathLst>
                <a:path w="19169" h="19151">
                  <a:moveTo>
                    <a:pt x="0" y="0"/>
                  </a:moveTo>
                  <a:lnTo>
                    <a:pt x="19170" y="0"/>
                  </a:lnTo>
                  <a:lnTo>
                    <a:pt x="19170" y="19152"/>
                  </a:lnTo>
                  <a:lnTo>
                    <a:pt x="0" y="19152"/>
                  </a:lnTo>
                  <a:close/>
                </a:path>
              </a:pathLst>
            </a:custGeom>
            <a:solidFill>
              <a:srgbClr val="007680"/>
            </a:solidFill>
            <a:ln w="6390" cap="flat">
              <a:noFill/>
              <a:prstDash val="solid"/>
              <a:miter/>
            </a:ln>
          </p:spPr>
          <p:txBody>
            <a:bodyPr rtlCol="0" anchor="ctr"/>
            <a:lstStyle/>
            <a:p>
              <a:endParaRPr lang="en-US"/>
            </a:p>
          </p:txBody>
        </p:sp>
        <p:sp>
          <p:nvSpPr>
            <p:cNvPr id="514" name="Graphic 4">
              <a:extLst>
                <a:ext uri="{FF2B5EF4-FFF2-40B4-BE49-F238E27FC236}">
                  <a16:creationId xmlns:a16="http://schemas.microsoft.com/office/drawing/2014/main" id="{936D3727-3F67-8842-A9D5-786DA17C01A5}"/>
                </a:ext>
              </a:extLst>
            </p:cNvPr>
            <p:cNvSpPr/>
            <p:nvPr/>
          </p:nvSpPr>
          <p:spPr>
            <a:xfrm>
              <a:off x="10552342" y="3574554"/>
              <a:ext cx="19169" cy="19151"/>
            </a:xfrm>
            <a:custGeom>
              <a:avLst/>
              <a:gdLst>
                <a:gd name="connsiteX0" fmla="*/ 0 w 19169"/>
                <a:gd name="connsiteY0" fmla="*/ 17875 h 19151"/>
                <a:gd name="connsiteX1" fmla="*/ 0 w 19169"/>
                <a:gd name="connsiteY1" fmla="*/ 19152 h 19151"/>
                <a:gd name="connsiteX2" fmla="*/ 19170 w 19169"/>
                <a:gd name="connsiteY2" fmla="*/ 19152 h 19151"/>
                <a:gd name="connsiteX3" fmla="*/ 19170 w 19169"/>
                <a:gd name="connsiteY3" fmla="*/ 0 h 19151"/>
                <a:gd name="connsiteX4" fmla="*/ 0 w 19169"/>
                <a:gd name="connsiteY4" fmla="*/ 0 h 19151"/>
                <a:gd name="connsiteX5" fmla="*/ 0 w 19169"/>
                <a:gd name="connsiteY5" fmla="*/ 17875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9151">
                  <a:moveTo>
                    <a:pt x="0" y="17875"/>
                  </a:moveTo>
                  <a:cubicBezTo>
                    <a:pt x="0" y="18514"/>
                    <a:pt x="0" y="19152"/>
                    <a:pt x="0" y="19152"/>
                  </a:cubicBezTo>
                  <a:lnTo>
                    <a:pt x="19170" y="19152"/>
                  </a:lnTo>
                  <a:lnTo>
                    <a:pt x="19170" y="0"/>
                  </a:lnTo>
                  <a:lnTo>
                    <a:pt x="0" y="0"/>
                  </a:lnTo>
                  <a:lnTo>
                    <a:pt x="0" y="17875"/>
                  </a:lnTo>
                  <a:close/>
                </a:path>
              </a:pathLst>
            </a:custGeom>
            <a:solidFill>
              <a:srgbClr val="007680"/>
            </a:solidFill>
            <a:ln w="6390" cap="flat">
              <a:noFill/>
              <a:prstDash val="solid"/>
              <a:miter/>
            </a:ln>
          </p:spPr>
          <p:txBody>
            <a:bodyPr rtlCol="0" anchor="ctr"/>
            <a:lstStyle/>
            <a:p>
              <a:endParaRPr lang="en-US"/>
            </a:p>
          </p:txBody>
        </p:sp>
        <p:sp>
          <p:nvSpPr>
            <p:cNvPr id="515" name="Graphic 4">
              <a:extLst>
                <a:ext uri="{FF2B5EF4-FFF2-40B4-BE49-F238E27FC236}">
                  <a16:creationId xmlns:a16="http://schemas.microsoft.com/office/drawing/2014/main" id="{F631B435-FF43-3E4C-9DE5-BD771192A36E}"/>
                </a:ext>
              </a:extLst>
            </p:cNvPr>
            <p:cNvSpPr/>
            <p:nvPr/>
          </p:nvSpPr>
          <p:spPr>
            <a:xfrm>
              <a:off x="10488442" y="3575192"/>
              <a:ext cx="19169" cy="19151"/>
            </a:xfrm>
            <a:custGeom>
              <a:avLst/>
              <a:gdLst>
                <a:gd name="connsiteX0" fmla="*/ 19170 w 19169"/>
                <a:gd name="connsiteY0" fmla="*/ 18513 h 19151"/>
                <a:gd name="connsiteX1" fmla="*/ 19170 w 19169"/>
                <a:gd name="connsiteY1" fmla="*/ 17236 h 19151"/>
                <a:gd name="connsiteX2" fmla="*/ 19170 w 19169"/>
                <a:gd name="connsiteY2" fmla="*/ 0 h 19151"/>
                <a:gd name="connsiteX3" fmla="*/ 0 w 19169"/>
                <a:gd name="connsiteY3" fmla="*/ 0 h 19151"/>
                <a:gd name="connsiteX4" fmla="*/ 0 w 19169"/>
                <a:gd name="connsiteY4" fmla="*/ 19152 h 19151"/>
                <a:gd name="connsiteX5" fmla="*/ 19170 w 19169"/>
                <a:gd name="connsiteY5" fmla="*/ 19152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9151">
                  <a:moveTo>
                    <a:pt x="19170" y="18513"/>
                  </a:moveTo>
                  <a:cubicBezTo>
                    <a:pt x="19170" y="17875"/>
                    <a:pt x="19170" y="17236"/>
                    <a:pt x="19170" y="17236"/>
                  </a:cubicBezTo>
                  <a:lnTo>
                    <a:pt x="19170" y="0"/>
                  </a:lnTo>
                  <a:lnTo>
                    <a:pt x="0" y="0"/>
                  </a:lnTo>
                  <a:lnTo>
                    <a:pt x="0" y="19152"/>
                  </a:lnTo>
                  <a:lnTo>
                    <a:pt x="19170" y="19152"/>
                  </a:lnTo>
                  <a:close/>
                </a:path>
              </a:pathLst>
            </a:custGeom>
            <a:solidFill>
              <a:srgbClr val="007680"/>
            </a:solidFill>
            <a:ln w="6390" cap="flat">
              <a:noFill/>
              <a:prstDash val="solid"/>
              <a:miter/>
            </a:ln>
          </p:spPr>
          <p:txBody>
            <a:bodyPr rtlCol="0" anchor="ctr"/>
            <a:lstStyle/>
            <a:p>
              <a:endParaRPr lang="en-US"/>
            </a:p>
          </p:txBody>
        </p:sp>
        <p:sp>
          <p:nvSpPr>
            <p:cNvPr id="516" name="Graphic 4">
              <a:extLst>
                <a:ext uri="{FF2B5EF4-FFF2-40B4-BE49-F238E27FC236}">
                  <a16:creationId xmlns:a16="http://schemas.microsoft.com/office/drawing/2014/main" id="{105D19E6-0D4B-7E43-A335-3B7DA2D6A31B}"/>
                </a:ext>
              </a:extLst>
            </p:cNvPr>
            <p:cNvSpPr/>
            <p:nvPr/>
          </p:nvSpPr>
          <p:spPr>
            <a:xfrm>
              <a:off x="10456493" y="3574554"/>
              <a:ext cx="19169" cy="19151"/>
            </a:xfrm>
            <a:custGeom>
              <a:avLst/>
              <a:gdLst>
                <a:gd name="connsiteX0" fmla="*/ 0 w 19169"/>
                <a:gd name="connsiteY0" fmla="*/ 0 h 19151"/>
                <a:gd name="connsiteX1" fmla="*/ 19170 w 19169"/>
                <a:gd name="connsiteY1" fmla="*/ 0 h 19151"/>
                <a:gd name="connsiteX2" fmla="*/ 19170 w 19169"/>
                <a:gd name="connsiteY2" fmla="*/ 19152 h 19151"/>
                <a:gd name="connsiteX3" fmla="*/ 0 w 19169"/>
                <a:gd name="connsiteY3" fmla="*/ 19152 h 19151"/>
              </a:gdLst>
              <a:ahLst/>
              <a:cxnLst>
                <a:cxn ang="0">
                  <a:pos x="connsiteX0" y="connsiteY0"/>
                </a:cxn>
                <a:cxn ang="0">
                  <a:pos x="connsiteX1" y="connsiteY1"/>
                </a:cxn>
                <a:cxn ang="0">
                  <a:pos x="connsiteX2" y="connsiteY2"/>
                </a:cxn>
                <a:cxn ang="0">
                  <a:pos x="connsiteX3" y="connsiteY3"/>
                </a:cxn>
              </a:cxnLst>
              <a:rect l="l" t="t" r="r" b="b"/>
              <a:pathLst>
                <a:path w="19169" h="19151">
                  <a:moveTo>
                    <a:pt x="0" y="0"/>
                  </a:moveTo>
                  <a:lnTo>
                    <a:pt x="19170" y="0"/>
                  </a:lnTo>
                  <a:lnTo>
                    <a:pt x="19170" y="19152"/>
                  </a:lnTo>
                  <a:lnTo>
                    <a:pt x="0" y="19152"/>
                  </a:lnTo>
                  <a:close/>
                </a:path>
              </a:pathLst>
            </a:custGeom>
            <a:solidFill>
              <a:srgbClr val="007680"/>
            </a:solidFill>
            <a:ln w="6390" cap="flat">
              <a:noFill/>
              <a:prstDash val="solid"/>
              <a:miter/>
            </a:ln>
          </p:spPr>
          <p:txBody>
            <a:bodyPr rtlCol="0" anchor="ctr"/>
            <a:lstStyle/>
            <a:p>
              <a:endParaRPr lang="en-US"/>
            </a:p>
          </p:txBody>
        </p:sp>
        <p:sp>
          <p:nvSpPr>
            <p:cNvPr id="517" name="Graphic 4">
              <a:extLst>
                <a:ext uri="{FF2B5EF4-FFF2-40B4-BE49-F238E27FC236}">
                  <a16:creationId xmlns:a16="http://schemas.microsoft.com/office/drawing/2014/main" id="{1F677050-63E9-D14D-A5F0-5A5B0AA90438}"/>
                </a:ext>
              </a:extLst>
            </p:cNvPr>
            <p:cNvSpPr/>
            <p:nvPr/>
          </p:nvSpPr>
          <p:spPr>
            <a:xfrm>
              <a:off x="10441157" y="3606474"/>
              <a:ext cx="19169" cy="19151"/>
            </a:xfrm>
            <a:custGeom>
              <a:avLst/>
              <a:gdLst>
                <a:gd name="connsiteX0" fmla="*/ 0 w 19169"/>
                <a:gd name="connsiteY0" fmla="*/ 0 h 19151"/>
                <a:gd name="connsiteX1" fmla="*/ 19170 w 19169"/>
                <a:gd name="connsiteY1" fmla="*/ 0 h 19151"/>
                <a:gd name="connsiteX2" fmla="*/ 19170 w 19169"/>
                <a:gd name="connsiteY2" fmla="*/ 19152 h 19151"/>
                <a:gd name="connsiteX3" fmla="*/ 0 w 19169"/>
                <a:gd name="connsiteY3" fmla="*/ 19152 h 19151"/>
              </a:gdLst>
              <a:ahLst/>
              <a:cxnLst>
                <a:cxn ang="0">
                  <a:pos x="connsiteX0" y="connsiteY0"/>
                </a:cxn>
                <a:cxn ang="0">
                  <a:pos x="connsiteX1" y="connsiteY1"/>
                </a:cxn>
                <a:cxn ang="0">
                  <a:pos x="connsiteX2" y="connsiteY2"/>
                </a:cxn>
                <a:cxn ang="0">
                  <a:pos x="connsiteX3" y="connsiteY3"/>
                </a:cxn>
              </a:cxnLst>
              <a:rect l="l" t="t" r="r" b="b"/>
              <a:pathLst>
                <a:path w="19169" h="19151">
                  <a:moveTo>
                    <a:pt x="0" y="0"/>
                  </a:moveTo>
                  <a:lnTo>
                    <a:pt x="19170" y="0"/>
                  </a:lnTo>
                  <a:lnTo>
                    <a:pt x="19170" y="19152"/>
                  </a:lnTo>
                  <a:lnTo>
                    <a:pt x="0" y="19152"/>
                  </a:lnTo>
                  <a:close/>
                </a:path>
              </a:pathLst>
            </a:custGeom>
            <a:solidFill>
              <a:srgbClr val="007680"/>
            </a:solidFill>
            <a:ln w="6390" cap="flat">
              <a:noFill/>
              <a:prstDash val="solid"/>
              <a:miter/>
            </a:ln>
          </p:spPr>
          <p:txBody>
            <a:bodyPr rtlCol="0" anchor="ctr"/>
            <a:lstStyle/>
            <a:p>
              <a:endParaRPr lang="en-US"/>
            </a:p>
          </p:txBody>
        </p:sp>
        <p:sp>
          <p:nvSpPr>
            <p:cNvPr id="518" name="Graphic 4">
              <a:extLst>
                <a:ext uri="{FF2B5EF4-FFF2-40B4-BE49-F238E27FC236}">
                  <a16:creationId xmlns:a16="http://schemas.microsoft.com/office/drawing/2014/main" id="{104D4866-3304-FE47-9F3D-FF0B7260FFFD}"/>
                </a:ext>
              </a:extLst>
            </p:cNvPr>
            <p:cNvSpPr/>
            <p:nvPr/>
          </p:nvSpPr>
          <p:spPr>
            <a:xfrm>
              <a:off x="10567678" y="3606474"/>
              <a:ext cx="19169" cy="19151"/>
            </a:xfrm>
            <a:custGeom>
              <a:avLst/>
              <a:gdLst>
                <a:gd name="connsiteX0" fmla="*/ 0 w 19169"/>
                <a:gd name="connsiteY0" fmla="*/ 0 h 19151"/>
                <a:gd name="connsiteX1" fmla="*/ 0 w 19169"/>
                <a:gd name="connsiteY1" fmla="*/ 19152 h 19151"/>
                <a:gd name="connsiteX2" fmla="*/ 19170 w 19169"/>
                <a:gd name="connsiteY2" fmla="*/ 19152 h 19151"/>
                <a:gd name="connsiteX3" fmla="*/ 19170 w 19169"/>
                <a:gd name="connsiteY3" fmla="*/ 0 h 19151"/>
                <a:gd name="connsiteX4" fmla="*/ 9585 w 19169"/>
                <a:gd name="connsiteY4" fmla="*/ 0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0" y="0"/>
                  </a:moveTo>
                  <a:lnTo>
                    <a:pt x="0" y="19152"/>
                  </a:lnTo>
                  <a:lnTo>
                    <a:pt x="19170" y="19152"/>
                  </a:lnTo>
                  <a:lnTo>
                    <a:pt x="19170" y="0"/>
                  </a:lnTo>
                  <a:lnTo>
                    <a:pt x="9585" y="0"/>
                  </a:lnTo>
                  <a:close/>
                </a:path>
              </a:pathLst>
            </a:custGeom>
            <a:solidFill>
              <a:srgbClr val="007680"/>
            </a:solidFill>
            <a:ln w="6390" cap="flat">
              <a:noFill/>
              <a:prstDash val="solid"/>
              <a:miter/>
            </a:ln>
          </p:spPr>
          <p:txBody>
            <a:bodyPr rtlCol="0" anchor="ctr"/>
            <a:lstStyle/>
            <a:p>
              <a:endParaRPr lang="en-US"/>
            </a:p>
          </p:txBody>
        </p:sp>
        <p:sp>
          <p:nvSpPr>
            <p:cNvPr id="519" name="Graphic 4">
              <a:extLst>
                <a:ext uri="{FF2B5EF4-FFF2-40B4-BE49-F238E27FC236}">
                  <a16:creationId xmlns:a16="http://schemas.microsoft.com/office/drawing/2014/main" id="{4B5E24CF-FD46-8B46-8290-C462760B373A}"/>
                </a:ext>
              </a:extLst>
            </p:cNvPr>
            <p:cNvSpPr/>
            <p:nvPr/>
          </p:nvSpPr>
          <p:spPr>
            <a:xfrm>
              <a:off x="10324860"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74767 w 361670"/>
                <a:gd name="connsiteY5" fmla="*/ 292386 h 361333"/>
                <a:gd name="connsiteX6" fmla="*/ 268377 w 361670"/>
                <a:gd name="connsiteY6" fmla="*/ 298770 h 361333"/>
                <a:gd name="connsiteX7" fmla="*/ 109907 w 361670"/>
                <a:gd name="connsiteY7" fmla="*/ 298770 h 361333"/>
                <a:gd name="connsiteX8" fmla="*/ 103517 w 361670"/>
                <a:gd name="connsiteY8" fmla="*/ 292386 h 361333"/>
                <a:gd name="connsiteX9" fmla="*/ 103517 w 361670"/>
                <a:gd name="connsiteY9" fmla="*/ 266850 h 361333"/>
                <a:gd name="connsiteX10" fmla="*/ 93932 w 361670"/>
                <a:gd name="connsiteY10" fmla="*/ 266850 h 361333"/>
                <a:gd name="connsiteX11" fmla="*/ 87542 w 361670"/>
                <a:gd name="connsiteY11" fmla="*/ 260466 h 361333"/>
                <a:gd name="connsiteX12" fmla="*/ 87542 w 361670"/>
                <a:gd name="connsiteY12" fmla="*/ 228546 h 361333"/>
                <a:gd name="connsiteX13" fmla="*/ 93932 w 361670"/>
                <a:gd name="connsiteY13" fmla="*/ 222163 h 361333"/>
                <a:gd name="connsiteX14" fmla="*/ 136744 w 361670"/>
                <a:gd name="connsiteY14" fmla="*/ 222163 h 361333"/>
                <a:gd name="connsiteX15" fmla="*/ 95849 w 361670"/>
                <a:gd name="connsiteY15" fmla="*/ 149385 h 361333"/>
                <a:gd name="connsiteX16" fmla="*/ 181474 w 361670"/>
                <a:gd name="connsiteY16" fmla="*/ 63840 h 361333"/>
                <a:gd name="connsiteX17" fmla="*/ 267099 w 361670"/>
                <a:gd name="connsiteY17" fmla="*/ 149385 h 361333"/>
                <a:gd name="connsiteX18" fmla="*/ 226203 w 361670"/>
                <a:gd name="connsiteY18" fmla="*/ 222163 h 361333"/>
                <a:gd name="connsiteX19" fmla="*/ 253041 w 361670"/>
                <a:gd name="connsiteY19" fmla="*/ 222163 h 361333"/>
                <a:gd name="connsiteX20" fmla="*/ 259431 w 361670"/>
                <a:gd name="connsiteY20" fmla="*/ 228546 h 361333"/>
                <a:gd name="connsiteX21" fmla="*/ 259431 w 361670"/>
                <a:gd name="connsiteY21" fmla="*/ 254082 h 361333"/>
                <a:gd name="connsiteX22" fmla="*/ 269016 w 361670"/>
                <a:gd name="connsiteY22" fmla="*/ 254082 h 361333"/>
                <a:gd name="connsiteX23" fmla="*/ 275406 w 361670"/>
                <a:gd name="connsiteY23" fmla="*/ 260466 h 361333"/>
                <a:gd name="connsiteX24" fmla="*/ 275406 w 361670"/>
                <a:gd name="connsiteY24" fmla="*/ 29238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274767" y="292386"/>
                  </a:moveTo>
                  <a:cubicBezTo>
                    <a:pt x="274767" y="296217"/>
                    <a:pt x="272211" y="298770"/>
                    <a:pt x="268377" y="298770"/>
                  </a:cubicBezTo>
                  <a:lnTo>
                    <a:pt x="109907" y="298770"/>
                  </a:lnTo>
                  <a:cubicBezTo>
                    <a:pt x="106073" y="298770"/>
                    <a:pt x="103517" y="296217"/>
                    <a:pt x="103517" y="292386"/>
                  </a:cubicBezTo>
                  <a:lnTo>
                    <a:pt x="103517" y="266850"/>
                  </a:lnTo>
                  <a:lnTo>
                    <a:pt x="93932" y="266850"/>
                  </a:lnTo>
                  <a:cubicBezTo>
                    <a:pt x="90098" y="266850"/>
                    <a:pt x="87542" y="264297"/>
                    <a:pt x="87542" y="260466"/>
                  </a:cubicBezTo>
                  <a:lnTo>
                    <a:pt x="87542" y="228546"/>
                  </a:lnTo>
                  <a:cubicBezTo>
                    <a:pt x="87542" y="224716"/>
                    <a:pt x="90098" y="222163"/>
                    <a:pt x="93932" y="222163"/>
                  </a:cubicBezTo>
                  <a:lnTo>
                    <a:pt x="136744" y="222163"/>
                  </a:lnTo>
                  <a:cubicBezTo>
                    <a:pt x="112463" y="206841"/>
                    <a:pt x="95849" y="180028"/>
                    <a:pt x="95849" y="149385"/>
                  </a:cubicBezTo>
                  <a:cubicBezTo>
                    <a:pt x="95849" y="102144"/>
                    <a:pt x="134189" y="63840"/>
                    <a:pt x="181474" y="63840"/>
                  </a:cubicBezTo>
                  <a:cubicBezTo>
                    <a:pt x="228759" y="63840"/>
                    <a:pt x="267099" y="102144"/>
                    <a:pt x="267099" y="149385"/>
                  </a:cubicBezTo>
                  <a:cubicBezTo>
                    <a:pt x="267099" y="180028"/>
                    <a:pt x="250485" y="207479"/>
                    <a:pt x="226203" y="222163"/>
                  </a:cubicBezTo>
                  <a:lnTo>
                    <a:pt x="253041" y="222163"/>
                  </a:lnTo>
                  <a:cubicBezTo>
                    <a:pt x="256875" y="222163"/>
                    <a:pt x="259431" y="224716"/>
                    <a:pt x="259431" y="228546"/>
                  </a:cubicBezTo>
                  <a:lnTo>
                    <a:pt x="259431" y="254082"/>
                  </a:lnTo>
                  <a:lnTo>
                    <a:pt x="269016" y="254082"/>
                  </a:lnTo>
                  <a:cubicBezTo>
                    <a:pt x="272850" y="254082"/>
                    <a:pt x="275406" y="256636"/>
                    <a:pt x="275406" y="260466"/>
                  </a:cubicBezTo>
                  <a:lnTo>
                    <a:pt x="275406" y="292386"/>
                  </a:lnTo>
                  <a:close/>
                </a:path>
              </a:pathLst>
            </a:custGeom>
            <a:solidFill>
              <a:srgbClr val="007680"/>
            </a:solidFill>
            <a:ln w="6390" cap="flat">
              <a:noFill/>
              <a:prstDash val="solid"/>
              <a:miter/>
            </a:ln>
          </p:spPr>
          <p:txBody>
            <a:bodyPr rtlCol="0" anchor="ctr"/>
            <a:lstStyle/>
            <a:p>
              <a:endParaRPr lang="en-US"/>
            </a:p>
          </p:txBody>
        </p:sp>
        <p:sp>
          <p:nvSpPr>
            <p:cNvPr id="520" name="Graphic 4">
              <a:extLst>
                <a:ext uri="{FF2B5EF4-FFF2-40B4-BE49-F238E27FC236}">
                  <a16:creationId xmlns:a16="http://schemas.microsoft.com/office/drawing/2014/main" id="{974522D1-BB91-E14D-B96E-211EACD16BE6}"/>
                </a:ext>
              </a:extLst>
            </p:cNvPr>
            <p:cNvSpPr/>
            <p:nvPr/>
          </p:nvSpPr>
          <p:spPr>
            <a:xfrm>
              <a:off x="10425182" y="3574554"/>
              <a:ext cx="18530" cy="19151"/>
            </a:xfrm>
            <a:custGeom>
              <a:avLst/>
              <a:gdLst>
                <a:gd name="connsiteX0" fmla="*/ 18531 w 18530"/>
                <a:gd name="connsiteY0" fmla="*/ 19152 h 19151"/>
                <a:gd name="connsiteX1" fmla="*/ 18531 w 18530"/>
                <a:gd name="connsiteY1" fmla="*/ 0 h 19151"/>
                <a:gd name="connsiteX2" fmla="*/ 0 w 18530"/>
                <a:gd name="connsiteY2" fmla="*/ 0 h 19151"/>
                <a:gd name="connsiteX3" fmla="*/ 0 w 18530"/>
                <a:gd name="connsiteY3" fmla="*/ 19152 h 19151"/>
                <a:gd name="connsiteX4" fmla="*/ 9585 w 18530"/>
                <a:gd name="connsiteY4" fmla="*/ 19152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30" h="19151">
                  <a:moveTo>
                    <a:pt x="18531" y="19152"/>
                  </a:moveTo>
                  <a:lnTo>
                    <a:pt x="18531" y="0"/>
                  </a:lnTo>
                  <a:lnTo>
                    <a:pt x="0" y="0"/>
                  </a:lnTo>
                  <a:lnTo>
                    <a:pt x="0" y="19152"/>
                  </a:lnTo>
                  <a:lnTo>
                    <a:pt x="9585" y="19152"/>
                  </a:lnTo>
                  <a:close/>
                </a:path>
              </a:pathLst>
            </a:custGeom>
            <a:solidFill>
              <a:srgbClr val="007680"/>
            </a:solidFill>
            <a:ln w="6390" cap="flat">
              <a:noFill/>
              <a:prstDash val="solid"/>
              <a:miter/>
            </a:ln>
          </p:spPr>
          <p:txBody>
            <a:bodyPr rtlCol="0" anchor="ctr"/>
            <a:lstStyle/>
            <a:p>
              <a:endParaRPr lang="en-US"/>
            </a:p>
          </p:txBody>
        </p:sp>
        <p:sp>
          <p:nvSpPr>
            <p:cNvPr id="521" name="Graphic 4">
              <a:extLst>
                <a:ext uri="{FF2B5EF4-FFF2-40B4-BE49-F238E27FC236}">
                  <a16:creationId xmlns:a16="http://schemas.microsoft.com/office/drawing/2014/main" id="{79393066-1A33-E947-BF1B-F062E92CD6F5}"/>
                </a:ext>
              </a:extLst>
            </p:cNvPr>
            <p:cNvSpPr/>
            <p:nvPr/>
          </p:nvSpPr>
          <p:spPr>
            <a:xfrm>
              <a:off x="10433489" y="3416231"/>
              <a:ext cx="145690" cy="145554"/>
            </a:xfrm>
            <a:custGeom>
              <a:avLst/>
              <a:gdLst>
                <a:gd name="connsiteX0" fmla="*/ 145690 w 145690"/>
                <a:gd name="connsiteY0" fmla="*/ 72778 h 145554"/>
                <a:gd name="connsiteX1" fmla="*/ 72845 w 145690"/>
                <a:gd name="connsiteY1" fmla="*/ 0 h 145554"/>
                <a:gd name="connsiteX2" fmla="*/ 0 w 145690"/>
                <a:gd name="connsiteY2" fmla="*/ 72778 h 145554"/>
                <a:gd name="connsiteX3" fmla="*/ 72845 w 145690"/>
                <a:gd name="connsiteY3" fmla="*/ 145555 h 145554"/>
                <a:gd name="connsiteX4" fmla="*/ 145690 w 145690"/>
                <a:gd name="connsiteY4" fmla="*/ 72778 h 145554"/>
                <a:gd name="connsiteX5" fmla="*/ 65816 w 145690"/>
                <a:gd name="connsiteY5" fmla="*/ 121934 h 145554"/>
                <a:gd name="connsiteX6" fmla="*/ 65816 w 145690"/>
                <a:gd name="connsiteY6" fmla="*/ 114912 h 145554"/>
                <a:gd name="connsiteX7" fmla="*/ 47285 w 145690"/>
                <a:gd name="connsiteY7" fmla="*/ 91291 h 145554"/>
                <a:gd name="connsiteX8" fmla="*/ 53675 w 145690"/>
                <a:gd name="connsiteY8" fmla="*/ 84907 h 145554"/>
                <a:gd name="connsiteX9" fmla="*/ 60065 w 145690"/>
                <a:gd name="connsiteY9" fmla="*/ 91291 h 145554"/>
                <a:gd name="connsiteX10" fmla="*/ 72206 w 145690"/>
                <a:gd name="connsiteY10" fmla="*/ 103421 h 145554"/>
                <a:gd name="connsiteX11" fmla="*/ 84347 w 145690"/>
                <a:gd name="connsiteY11" fmla="*/ 91291 h 145554"/>
                <a:gd name="connsiteX12" fmla="*/ 72206 w 145690"/>
                <a:gd name="connsiteY12" fmla="*/ 79162 h 145554"/>
                <a:gd name="connsiteX13" fmla="*/ 47285 w 145690"/>
                <a:gd name="connsiteY13" fmla="*/ 54264 h 145554"/>
                <a:gd name="connsiteX14" fmla="*/ 65816 w 145690"/>
                <a:gd name="connsiteY14" fmla="*/ 30005 h 145554"/>
                <a:gd name="connsiteX15" fmla="*/ 65816 w 145690"/>
                <a:gd name="connsiteY15" fmla="*/ 22982 h 145554"/>
                <a:gd name="connsiteX16" fmla="*/ 72206 w 145690"/>
                <a:gd name="connsiteY16" fmla="*/ 16598 h 145554"/>
                <a:gd name="connsiteX17" fmla="*/ 78596 w 145690"/>
                <a:gd name="connsiteY17" fmla="*/ 22982 h 145554"/>
                <a:gd name="connsiteX18" fmla="*/ 78596 w 145690"/>
                <a:gd name="connsiteY18" fmla="*/ 30005 h 145554"/>
                <a:gd name="connsiteX19" fmla="*/ 97127 w 145690"/>
                <a:gd name="connsiteY19" fmla="*/ 54264 h 145554"/>
                <a:gd name="connsiteX20" fmla="*/ 90737 w 145690"/>
                <a:gd name="connsiteY20" fmla="*/ 60648 h 145554"/>
                <a:gd name="connsiteX21" fmla="*/ 84347 w 145690"/>
                <a:gd name="connsiteY21" fmla="*/ 54264 h 145554"/>
                <a:gd name="connsiteX22" fmla="*/ 72206 w 145690"/>
                <a:gd name="connsiteY22" fmla="*/ 42134 h 145554"/>
                <a:gd name="connsiteX23" fmla="*/ 60065 w 145690"/>
                <a:gd name="connsiteY23" fmla="*/ 54264 h 145554"/>
                <a:gd name="connsiteX24" fmla="*/ 72206 w 145690"/>
                <a:gd name="connsiteY24" fmla="*/ 66394 h 145554"/>
                <a:gd name="connsiteX25" fmla="*/ 97127 w 145690"/>
                <a:gd name="connsiteY25" fmla="*/ 91291 h 145554"/>
                <a:gd name="connsiteX26" fmla="*/ 78596 w 145690"/>
                <a:gd name="connsiteY26" fmla="*/ 114912 h 145554"/>
                <a:gd name="connsiteX27" fmla="*/ 78596 w 145690"/>
                <a:gd name="connsiteY27" fmla="*/ 121934 h 145554"/>
                <a:gd name="connsiteX28" fmla="*/ 72206 w 145690"/>
                <a:gd name="connsiteY28" fmla="*/ 128318 h 145554"/>
                <a:gd name="connsiteX29" fmla="*/ 65816 w 145690"/>
                <a:gd name="connsiteY29" fmla="*/ 121934 h 145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5690" h="145554">
                  <a:moveTo>
                    <a:pt x="145690" y="72778"/>
                  </a:moveTo>
                  <a:cubicBezTo>
                    <a:pt x="145690" y="32558"/>
                    <a:pt x="113102" y="0"/>
                    <a:pt x="72845" y="0"/>
                  </a:cubicBezTo>
                  <a:cubicBezTo>
                    <a:pt x="32589" y="0"/>
                    <a:pt x="0" y="32558"/>
                    <a:pt x="0" y="72778"/>
                  </a:cubicBezTo>
                  <a:cubicBezTo>
                    <a:pt x="0" y="112997"/>
                    <a:pt x="32589" y="145555"/>
                    <a:pt x="72845" y="145555"/>
                  </a:cubicBezTo>
                  <a:cubicBezTo>
                    <a:pt x="113102" y="145555"/>
                    <a:pt x="145690" y="112997"/>
                    <a:pt x="145690" y="72778"/>
                  </a:cubicBezTo>
                  <a:close/>
                  <a:moveTo>
                    <a:pt x="65816" y="121934"/>
                  </a:moveTo>
                  <a:lnTo>
                    <a:pt x="65816" y="114912"/>
                  </a:lnTo>
                  <a:cubicBezTo>
                    <a:pt x="55592" y="112358"/>
                    <a:pt x="47285" y="102782"/>
                    <a:pt x="47285" y="91291"/>
                  </a:cubicBezTo>
                  <a:cubicBezTo>
                    <a:pt x="47285" y="87461"/>
                    <a:pt x="49841" y="84907"/>
                    <a:pt x="53675" y="84907"/>
                  </a:cubicBezTo>
                  <a:cubicBezTo>
                    <a:pt x="57509" y="84907"/>
                    <a:pt x="60065" y="87461"/>
                    <a:pt x="60065" y="91291"/>
                  </a:cubicBezTo>
                  <a:cubicBezTo>
                    <a:pt x="60065" y="98313"/>
                    <a:pt x="65177" y="103421"/>
                    <a:pt x="72206" y="103421"/>
                  </a:cubicBezTo>
                  <a:cubicBezTo>
                    <a:pt x="79235" y="103421"/>
                    <a:pt x="84347" y="98313"/>
                    <a:pt x="84347" y="91291"/>
                  </a:cubicBezTo>
                  <a:cubicBezTo>
                    <a:pt x="84347" y="84269"/>
                    <a:pt x="78596" y="79162"/>
                    <a:pt x="72206" y="79162"/>
                  </a:cubicBezTo>
                  <a:cubicBezTo>
                    <a:pt x="58787" y="79162"/>
                    <a:pt x="47285" y="68309"/>
                    <a:pt x="47285" y="54264"/>
                  </a:cubicBezTo>
                  <a:cubicBezTo>
                    <a:pt x="47285" y="42773"/>
                    <a:pt x="54953" y="33197"/>
                    <a:pt x="65816" y="30005"/>
                  </a:cubicBezTo>
                  <a:lnTo>
                    <a:pt x="65816" y="22982"/>
                  </a:lnTo>
                  <a:cubicBezTo>
                    <a:pt x="65816" y="19152"/>
                    <a:pt x="68372" y="16598"/>
                    <a:pt x="72206" y="16598"/>
                  </a:cubicBezTo>
                  <a:cubicBezTo>
                    <a:pt x="76040" y="16598"/>
                    <a:pt x="78596" y="19152"/>
                    <a:pt x="78596" y="22982"/>
                  </a:cubicBezTo>
                  <a:lnTo>
                    <a:pt x="78596" y="30005"/>
                  </a:lnTo>
                  <a:cubicBezTo>
                    <a:pt x="89459" y="32558"/>
                    <a:pt x="97127" y="42773"/>
                    <a:pt x="97127" y="54264"/>
                  </a:cubicBezTo>
                  <a:cubicBezTo>
                    <a:pt x="97127" y="58094"/>
                    <a:pt x="94571" y="60648"/>
                    <a:pt x="90737" y="60648"/>
                  </a:cubicBezTo>
                  <a:cubicBezTo>
                    <a:pt x="86903" y="60648"/>
                    <a:pt x="84347" y="58094"/>
                    <a:pt x="84347" y="54264"/>
                  </a:cubicBezTo>
                  <a:cubicBezTo>
                    <a:pt x="84347" y="47242"/>
                    <a:pt x="78596" y="42134"/>
                    <a:pt x="72206" y="42134"/>
                  </a:cubicBezTo>
                  <a:cubicBezTo>
                    <a:pt x="65816" y="42134"/>
                    <a:pt x="60065" y="47880"/>
                    <a:pt x="60065" y="54264"/>
                  </a:cubicBezTo>
                  <a:cubicBezTo>
                    <a:pt x="60065" y="61286"/>
                    <a:pt x="65177" y="66394"/>
                    <a:pt x="72206" y="66394"/>
                  </a:cubicBezTo>
                  <a:cubicBezTo>
                    <a:pt x="86264" y="66394"/>
                    <a:pt x="97127" y="77885"/>
                    <a:pt x="97127" y="91291"/>
                  </a:cubicBezTo>
                  <a:cubicBezTo>
                    <a:pt x="97127" y="102782"/>
                    <a:pt x="89459" y="112358"/>
                    <a:pt x="78596" y="114912"/>
                  </a:cubicBezTo>
                  <a:lnTo>
                    <a:pt x="78596" y="121934"/>
                  </a:lnTo>
                  <a:cubicBezTo>
                    <a:pt x="78596" y="125765"/>
                    <a:pt x="76040" y="128318"/>
                    <a:pt x="72206" y="128318"/>
                  </a:cubicBezTo>
                  <a:cubicBezTo>
                    <a:pt x="68372" y="128318"/>
                    <a:pt x="65816" y="125765"/>
                    <a:pt x="65816" y="121934"/>
                  </a:cubicBezTo>
                  <a:close/>
                </a:path>
              </a:pathLst>
            </a:custGeom>
            <a:solidFill>
              <a:srgbClr val="007680"/>
            </a:solidFill>
            <a:ln w="6390" cap="flat">
              <a:noFill/>
              <a:prstDash val="solid"/>
              <a:miter/>
            </a:ln>
          </p:spPr>
          <p:txBody>
            <a:bodyPr rtlCol="0" anchor="ctr"/>
            <a:lstStyle/>
            <a:p>
              <a:endParaRPr lang="en-US"/>
            </a:p>
          </p:txBody>
        </p:sp>
      </p:grpSp>
      <p:grpSp>
        <p:nvGrpSpPr>
          <p:cNvPr id="522" name="Graphic 4">
            <a:extLst>
              <a:ext uri="{FF2B5EF4-FFF2-40B4-BE49-F238E27FC236}">
                <a16:creationId xmlns:a16="http://schemas.microsoft.com/office/drawing/2014/main" id="{98F10F58-0880-B645-810C-4DFCEF3F6F3D}"/>
              </a:ext>
            </a:extLst>
          </p:cNvPr>
          <p:cNvGrpSpPr/>
          <p:nvPr/>
        </p:nvGrpSpPr>
        <p:grpSpPr>
          <a:xfrm>
            <a:off x="10324860" y="1402085"/>
            <a:ext cx="361670" cy="361333"/>
            <a:chOff x="10324860" y="1402085"/>
            <a:chExt cx="361670" cy="361333"/>
          </a:xfrm>
          <a:solidFill>
            <a:srgbClr val="007680"/>
          </a:solidFill>
        </p:grpSpPr>
        <p:sp>
          <p:nvSpPr>
            <p:cNvPr id="523" name="Graphic 4">
              <a:extLst>
                <a:ext uri="{FF2B5EF4-FFF2-40B4-BE49-F238E27FC236}">
                  <a16:creationId xmlns:a16="http://schemas.microsoft.com/office/drawing/2014/main" id="{CEEC9286-3078-FA45-AB80-9135C5DEA4ED}"/>
                </a:ext>
              </a:extLst>
            </p:cNvPr>
            <p:cNvSpPr/>
            <p:nvPr/>
          </p:nvSpPr>
          <p:spPr>
            <a:xfrm>
              <a:off x="10403456" y="1554662"/>
              <a:ext cx="169972" cy="91291"/>
            </a:xfrm>
            <a:custGeom>
              <a:avLst/>
              <a:gdLst>
                <a:gd name="connsiteX0" fmla="*/ 0 w 169972"/>
                <a:gd name="connsiteY0" fmla="*/ 0 h 91291"/>
                <a:gd name="connsiteX1" fmla="*/ 0 w 169972"/>
                <a:gd name="connsiteY1" fmla="*/ 91291 h 91291"/>
                <a:gd name="connsiteX2" fmla="*/ 169972 w 169972"/>
                <a:gd name="connsiteY2" fmla="*/ 91291 h 91291"/>
                <a:gd name="connsiteX3" fmla="*/ 169972 w 169972"/>
                <a:gd name="connsiteY3" fmla="*/ 0 h 91291"/>
                <a:gd name="connsiteX4" fmla="*/ 0 w 169972"/>
                <a:gd name="connsiteY4" fmla="*/ 0 h 91291"/>
                <a:gd name="connsiteX5" fmla="*/ 84986 w 169972"/>
                <a:gd name="connsiteY5" fmla="*/ 51072 h 91291"/>
                <a:gd name="connsiteX6" fmla="*/ 68373 w 169972"/>
                <a:gd name="connsiteY6" fmla="*/ 34474 h 91291"/>
                <a:gd name="connsiteX7" fmla="*/ 80513 w 169972"/>
                <a:gd name="connsiteY7" fmla="*/ 18514 h 91291"/>
                <a:gd name="connsiteX8" fmla="*/ 80513 w 169972"/>
                <a:gd name="connsiteY8" fmla="*/ 14683 h 91291"/>
                <a:gd name="connsiteX9" fmla="*/ 85625 w 169972"/>
                <a:gd name="connsiteY9" fmla="*/ 9576 h 91291"/>
                <a:gd name="connsiteX10" fmla="*/ 90738 w 169972"/>
                <a:gd name="connsiteY10" fmla="*/ 14683 h 91291"/>
                <a:gd name="connsiteX11" fmla="*/ 90738 w 169972"/>
                <a:gd name="connsiteY11" fmla="*/ 18514 h 91291"/>
                <a:gd name="connsiteX12" fmla="*/ 102878 w 169972"/>
                <a:gd name="connsiteY12" fmla="*/ 34474 h 91291"/>
                <a:gd name="connsiteX13" fmla="*/ 97766 w 169972"/>
                <a:gd name="connsiteY13" fmla="*/ 39581 h 91291"/>
                <a:gd name="connsiteX14" fmla="*/ 92654 w 169972"/>
                <a:gd name="connsiteY14" fmla="*/ 34474 h 91291"/>
                <a:gd name="connsiteX15" fmla="*/ 85625 w 169972"/>
                <a:gd name="connsiteY15" fmla="*/ 27451 h 91291"/>
                <a:gd name="connsiteX16" fmla="*/ 78597 w 169972"/>
                <a:gd name="connsiteY16" fmla="*/ 34474 h 91291"/>
                <a:gd name="connsiteX17" fmla="*/ 85625 w 169972"/>
                <a:gd name="connsiteY17" fmla="*/ 41496 h 91291"/>
                <a:gd name="connsiteX18" fmla="*/ 102239 w 169972"/>
                <a:gd name="connsiteY18" fmla="*/ 58094 h 91291"/>
                <a:gd name="connsiteX19" fmla="*/ 90098 w 169972"/>
                <a:gd name="connsiteY19" fmla="*/ 74054 h 91291"/>
                <a:gd name="connsiteX20" fmla="*/ 90098 w 169972"/>
                <a:gd name="connsiteY20" fmla="*/ 77885 h 91291"/>
                <a:gd name="connsiteX21" fmla="*/ 84986 w 169972"/>
                <a:gd name="connsiteY21" fmla="*/ 82992 h 91291"/>
                <a:gd name="connsiteX22" fmla="*/ 79874 w 169972"/>
                <a:gd name="connsiteY22" fmla="*/ 77885 h 91291"/>
                <a:gd name="connsiteX23" fmla="*/ 79874 w 169972"/>
                <a:gd name="connsiteY23" fmla="*/ 74054 h 91291"/>
                <a:gd name="connsiteX24" fmla="*/ 67733 w 169972"/>
                <a:gd name="connsiteY24" fmla="*/ 58094 h 91291"/>
                <a:gd name="connsiteX25" fmla="*/ 72845 w 169972"/>
                <a:gd name="connsiteY25" fmla="*/ 52987 h 91291"/>
                <a:gd name="connsiteX26" fmla="*/ 77958 w 169972"/>
                <a:gd name="connsiteY26" fmla="*/ 58094 h 91291"/>
                <a:gd name="connsiteX27" fmla="*/ 84986 w 169972"/>
                <a:gd name="connsiteY27" fmla="*/ 65117 h 91291"/>
                <a:gd name="connsiteX28" fmla="*/ 92015 w 169972"/>
                <a:gd name="connsiteY28" fmla="*/ 58094 h 91291"/>
                <a:gd name="connsiteX29" fmla="*/ 84986 w 169972"/>
                <a:gd name="connsiteY29" fmla="*/ 51072 h 9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9972" h="91291">
                  <a:moveTo>
                    <a:pt x="0" y="0"/>
                  </a:moveTo>
                  <a:lnTo>
                    <a:pt x="0" y="91291"/>
                  </a:lnTo>
                  <a:lnTo>
                    <a:pt x="169972" y="91291"/>
                  </a:lnTo>
                  <a:lnTo>
                    <a:pt x="169972" y="0"/>
                  </a:lnTo>
                  <a:lnTo>
                    <a:pt x="0" y="0"/>
                  </a:lnTo>
                  <a:close/>
                  <a:moveTo>
                    <a:pt x="84986" y="51072"/>
                  </a:moveTo>
                  <a:cubicBezTo>
                    <a:pt x="76040" y="51072"/>
                    <a:pt x="68373" y="43411"/>
                    <a:pt x="68373" y="34474"/>
                  </a:cubicBezTo>
                  <a:cubicBezTo>
                    <a:pt x="68373" y="26813"/>
                    <a:pt x="73484" y="20429"/>
                    <a:pt x="80513" y="18514"/>
                  </a:cubicBezTo>
                  <a:lnTo>
                    <a:pt x="80513" y="14683"/>
                  </a:lnTo>
                  <a:cubicBezTo>
                    <a:pt x="80513" y="12130"/>
                    <a:pt x="82430" y="9576"/>
                    <a:pt x="85625" y="9576"/>
                  </a:cubicBezTo>
                  <a:cubicBezTo>
                    <a:pt x="88820" y="9576"/>
                    <a:pt x="90738" y="11491"/>
                    <a:pt x="90738" y="14683"/>
                  </a:cubicBezTo>
                  <a:lnTo>
                    <a:pt x="90738" y="18514"/>
                  </a:lnTo>
                  <a:cubicBezTo>
                    <a:pt x="97766" y="20429"/>
                    <a:pt x="102878" y="26813"/>
                    <a:pt x="102878" y="34474"/>
                  </a:cubicBezTo>
                  <a:cubicBezTo>
                    <a:pt x="102878" y="37027"/>
                    <a:pt x="100961" y="39581"/>
                    <a:pt x="97766" y="39581"/>
                  </a:cubicBezTo>
                  <a:cubicBezTo>
                    <a:pt x="94571" y="39581"/>
                    <a:pt x="92654" y="37666"/>
                    <a:pt x="92654" y="34474"/>
                  </a:cubicBezTo>
                  <a:cubicBezTo>
                    <a:pt x="92654" y="30643"/>
                    <a:pt x="89459" y="27451"/>
                    <a:pt x="85625" y="27451"/>
                  </a:cubicBezTo>
                  <a:cubicBezTo>
                    <a:pt x="81792" y="27451"/>
                    <a:pt x="78597" y="30643"/>
                    <a:pt x="78597" y="34474"/>
                  </a:cubicBezTo>
                  <a:cubicBezTo>
                    <a:pt x="78597" y="38304"/>
                    <a:pt x="81792" y="41496"/>
                    <a:pt x="85625" y="41496"/>
                  </a:cubicBezTo>
                  <a:cubicBezTo>
                    <a:pt x="95210" y="41496"/>
                    <a:pt x="102239" y="49157"/>
                    <a:pt x="102239" y="58094"/>
                  </a:cubicBezTo>
                  <a:cubicBezTo>
                    <a:pt x="102239" y="65755"/>
                    <a:pt x="97128" y="72139"/>
                    <a:pt x="90098" y="74054"/>
                  </a:cubicBezTo>
                  <a:lnTo>
                    <a:pt x="90098" y="77885"/>
                  </a:lnTo>
                  <a:cubicBezTo>
                    <a:pt x="90098" y="80438"/>
                    <a:pt x="88181" y="82992"/>
                    <a:pt x="84986" y="82992"/>
                  </a:cubicBezTo>
                  <a:cubicBezTo>
                    <a:pt x="81792" y="82992"/>
                    <a:pt x="79874" y="81077"/>
                    <a:pt x="79874" y="77885"/>
                  </a:cubicBezTo>
                  <a:lnTo>
                    <a:pt x="79874" y="74054"/>
                  </a:lnTo>
                  <a:cubicBezTo>
                    <a:pt x="72845" y="72139"/>
                    <a:pt x="67733" y="65755"/>
                    <a:pt x="67733" y="58094"/>
                  </a:cubicBezTo>
                  <a:cubicBezTo>
                    <a:pt x="67733" y="55541"/>
                    <a:pt x="69650" y="52987"/>
                    <a:pt x="72845" y="52987"/>
                  </a:cubicBezTo>
                  <a:cubicBezTo>
                    <a:pt x="76040" y="52987"/>
                    <a:pt x="77958" y="54902"/>
                    <a:pt x="77958" y="58094"/>
                  </a:cubicBezTo>
                  <a:cubicBezTo>
                    <a:pt x="77958" y="61925"/>
                    <a:pt x="81153" y="65117"/>
                    <a:pt x="84986" y="65117"/>
                  </a:cubicBezTo>
                  <a:cubicBezTo>
                    <a:pt x="88820" y="65117"/>
                    <a:pt x="92015" y="61925"/>
                    <a:pt x="92015" y="58094"/>
                  </a:cubicBezTo>
                  <a:cubicBezTo>
                    <a:pt x="92654" y="54264"/>
                    <a:pt x="88820" y="51072"/>
                    <a:pt x="84986" y="51072"/>
                  </a:cubicBezTo>
                  <a:close/>
                </a:path>
              </a:pathLst>
            </a:custGeom>
            <a:solidFill>
              <a:srgbClr val="007680"/>
            </a:solidFill>
            <a:ln w="6390" cap="flat">
              <a:noFill/>
              <a:prstDash val="solid"/>
              <a:miter/>
            </a:ln>
          </p:spPr>
          <p:txBody>
            <a:bodyPr rtlCol="0" anchor="ctr"/>
            <a:lstStyle/>
            <a:p>
              <a:endParaRPr lang="en-US"/>
            </a:p>
          </p:txBody>
        </p:sp>
        <p:sp>
          <p:nvSpPr>
            <p:cNvPr id="524" name="Graphic 4">
              <a:extLst>
                <a:ext uri="{FF2B5EF4-FFF2-40B4-BE49-F238E27FC236}">
                  <a16:creationId xmlns:a16="http://schemas.microsoft.com/office/drawing/2014/main" id="{267743F3-9178-6C47-8DCD-C8824573431A}"/>
                </a:ext>
              </a:extLst>
            </p:cNvPr>
            <p:cNvSpPr/>
            <p:nvPr/>
          </p:nvSpPr>
          <p:spPr>
            <a:xfrm>
              <a:off x="10438601" y="1520188"/>
              <a:ext cx="169972" cy="91929"/>
            </a:xfrm>
            <a:custGeom>
              <a:avLst/>
              <a:gdLst>
                <a:gd name="connsiteX0" fmla="*/ 0 w 169972"/>
                <a:gd name="connsiteY0" fmla="*/ 21706 h 91929"/>
                <a:gd name="connsiteX1" fmla="*/ 141217 w 169972"/>
                <a:gd name="connsiteY1" fmla="*/ 21706 h 91929"/>
                <a:gd name="connsiteX2" fmla="*/ 147607 w 169972"/>
                <a:gd name="connsiteY2" fmla="*/ 28089 h 91929"/>
                <a:gd name="connsiteX3" fmla="*/ 147607 w 169972"/>
                <a:gd name="connsiteY3" fmla="*/ 91929 h 91929"/>
                <a:gd name="connsiteX4" fmla="*/ 150164 w 169972"/>
                <a:gd name="connsiteY4" fmla="*/ 91291 h 91929"/>
                <a:gd name="connsiteX5" fmla="*/ 169972 w 169972"/>
                <a:gd name="connsiteY5" fmla="*/ 91291 h 91929"/>
                <a:gd name="connsiteX6" fmla="*/ 169972 w 169972"/>
                <a:gd name="connsiteY6" fmla="*/ 0 h 91929"/>
                <a:gd name="connsiteX7" fmla="*/ 0 w 169972"/>
                <a:gd name="connsiteY7" fmla="*/ 0 h 91929"/>
                <a:gd name="connsiteX8" fmla="*/ 0 w 169972"/>
                <a:gd name="connsiteY8" fmla="*/ 21706 h 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972" h="91929">
                  <a:moveTo>
                    <a:pt x="0" y="21706"/>
                  </a:moveTo>
                  <a:lnTo>
                    <a:pt x="141217" y="21706"/>
                  </a:lnTo>
                  <a:cubicBezTo>
                    <a:pt x="145052" y="21706"/>
                    <a:pt x="147607" y="24259"/>
                    <a:pt x="147607" y="28089"/>
                  </a:cubicBezTo>
                  <a:lnTo>
                    <a:pt x="147607" y="91929"/>
                  </a:lnTo>
                  <a:cubicBezTo>
                    <a:pt x="148247" y="91929"/>
                    <a:pt x="148886" y="91291"/>
                    <a:pt x="150164" y="91291"/>
                  </a:cubicBezTo>
                  <a:lnTo>
                    <a:pt x="169972" y="91291"/>
                  </a:lnTo>
                  <a:lnTo>
                    <a:pt x="169972" y="0"/>
                  </a:lnTo>
                  <a:lnTo>
                    <a:pt x="0" y="0"/>
                  </a:lnTo>
                  <a:lnTo>
                    <a:pt x="0" y="21706"/>
                  </a:lnTo>
                  <a:close/>
                </a:path>
              </a:pathLst>
            </a:custGeom>
            <a:solidFill>
              <a:srgbClr val="007680"/>
            </a:solidFill>
            <a:ln w="6390" cap="flat">
              <a:noFill/>
              <a:prstDash val="solid"/>
              <a:miter/>
            </a:ln>
          </p:spPr>
          <p:txBody>
            <a:bodyPr rtlCol="0" anchor="ctr"/>
            <a:lstStyle/>
            <a:p>
              <a:endParaRPr lang="en-US"/>
            </a:p>
          </p:txBody>
        </p:sp>
        <p:sp>
          <p:nvSpPr>
            <p:cNvPr id="525" name="Graphic 4">
              <a:extLst>
                <a:ext uri="{FF2B5EF4-FFF2-40B4-BE49-F238E27FC236}">
                  <a16:creationId xmlns:a16="http://schemas.microsoft.com/office/drawing/2014/main" id="{6FB3EA68-1B79-FD45-9B46-3AE6BFB7A039}"/>
                </a:ext>
              </a:extLst>
            </p:cNvPr>
            <p:cNvSpPr/>
            <p:nvPr/>
          </p:nvSpPr>
          <p:spPr>
            <a:xfrm>
              <a:off x="10324860"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96492 w 361670"/>
                <a:gd name="connsiteY5" fmla="*/ 215779 h 361333"/>
                <a:gd name="connsiteX6" fmla="*/ 290103 w 361670"/>
                <a:gd name="connsiteY6" fmla="*/ 222163 h 361333"/>
                <a:gd name="connsiteX7" fmla="*/ 263904 w 361670"/>
                <a:gd name="connsiteY7" fmla="*/ 222163 h 361333"/>
                <a:gd name="connsiteX8" fmla="*/ 261348 w 361670"/>
                <a:gd name="connsiteY8" fmla="*/ 221524 h 361333"/>
                <a:gd name="connsiteX9" fmla="*/ 261348 w 361670"/>
                <a:gd name="connsiteY9" fmla="*/ 250252 h 361333"/>
                <a:gd name="connsiteX10" fmla="*/ 254958 w 361670"/>
                <a:gd name="connsiteY10" fmla="*/ 256636 h 361333"/>
                <a:gd name="connsiteX11" fmla="*/ 72206 w 361670"/>
                <a:gd name="connsiteY11" fmla="*/ 256636 h 361333"/>
                <a:gd name="connsiteX12" fmla="*/ 65816 w 361670"/>
                <a:gd name="connsiteY12" fmla="*/ 250252 h 361333"/>
                <a:gd name="connsiteX13" fmla="*/ 65816 w 361670"/>
                <a:gd name="connsiteY13" fmla="*/ 146193 h 361333"/>
                <a:gd name="connsiteX14" fmla="*/ 72206 w 361670"/>
                <a:gd name="connsiteY14" fmla="*/ 139809 h 361333"/>
                <a:gd name="connsiteX15" fmla="*/ 100322 w 361670"/>
                <a:gd name="connsiteY15" fmla="*/ 139809 h 361333"/>
                <a:gd name="connsiteX16" fmla="*/ 100322 w 361670"/>
                <a:gd name="connsiteY16" fmla="*/ 111720 h 361333"/>
                <a:gd name="connsiteX17" fmla="*/ 106712 w 361670"/>
                <a:gd name="connsiteY17" fmla="*/ 105336 h 361333"/>
                <a:gd name="connsiteX18" fmla="*/ 289464 w 361670"/>
                <a:gd name="connsiteY18" fmla="*/ 105336 h 361333"/>
                <a:gd name="connsiteX19" fmla="*/ 295854 w 361670"/>
                <a:gd name="connsiteY19" fmla="*/ 111720 h 361333"/>
                <a:gd name="connsiteX20" fmla="*/ 295854 w 361670"/>
                <a:gd name="connsiteY20" fmla="*/ 21577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296492" y="215779"/>
                  </a:moveTo>
                  <a:cubicBezTo>
                    <a:pt x="296492" y="219609"/>
                    <a:pt x="293937" y="222163"/>
                    <a:pt x="290103" y="222163"/>
                  </a:cubicBezTo>
                  <a:lnTo>
                    <a:pt x="263904" y="222163"/>
                  </a:lnTo>
                  <a:cubicBezTo>
                    <a:pt x="263265" y="222163"/>
                    <a:pt x="262626" y="222163"/>
                    <a:pt x="261348" y="221524"/>
                  </a:cubicBezTo>
                  <a:lnTo>
                    <a:pt x="261348" y="250252"/>
                  </a:lnTo>
                  <a:cubicBezTo>
                    <a:pt x="261348" y="254082"/>
                    <a:pt x="258792" y="256636"/>
                    <a:pt x="254958" y="256636"/>
                  </a:cubicBezTo>
                  <a:lnTo>
                    <a:pt x="72206" y="256636"/>
                  </a:lnTo>
                  <a:cubicBezTo>
                    <a:pt x="68372" y="256636"/>
                    <a:pt x="65816" y="254082"/>
                    <a:pt x="65816" y="250252"/>
                  </a:cubicBezTo>
                  <a:lnTo>
                    <a:pt x="65816" y="146193"/>
                  </a:lnTo>
                  <a:cubicBezTo>
                    <a:pt x="65816" y="142363"/>
                    <a:pt x="68372" y="139809"/>
                    <a:pt x="72206" y="139809"/>
                  </a:cubicBezTo>
                  <a:lnTo>
                    <a:pt x="100322" y="139809"/>
                  </a:lnTo>
                  <a:lnTo>
                    <a:pt x="100322" y="111720"/>
                  </a:lnTo>
                  <a:cubicBezTo>
                    <a:pt x="100322" y="107889"/>
                    <a:pt x="102878" y="105336"/>
                    <a:pt x="106712" y="105336"/>
                  </a:cubicBezTo>
                  <a:lnTo>
                    <a:pt x="289464" y="105336"/>
                  </a:lnTo>
                  <a:cubicBezTo>
                    <a:pt x="293298" y="105336"/>
                    <a:pt x="295854" y="107889"/>
                    <a:pt x="295854" y="111720"/>
                  </a:cubicBezTo>
                  <a:lnTo>
                    <a:pt x="295854" y="215779"/>
                  </a:lnTo>
                  <a:close/>
                </a:path>
              </a:pathLst>
            </a:custGeom>
            <a:solidFill>
              <a:srgbClr val="007680"/>
            </a:solidFill>
            <a:ln w="6390" cap="flat">
              <a:noFill/>
              <a:prstDash val="solid"/>
              <a:miter/>
            </a:ln>
          </p:spPr>
          <p:txBody>
            <a:bodyPr rtlCol="0" anchor="ctr"/>
            <a:lstStyle/>
            <a:p>
              <a:endParaRPr lang="en-US"/>
            </a:p>
          </p:txBody>
        </p:sp>
      </p:grpSp>
      <p:grpSp>
        <p:nvGrpSpPr>
          <p:cNvPr id="526" name="Graphic 4">
            <a:extLst>
              <a:ext uri="{FF2B5EF4-FFF2-40B4-BE49-F238E27FC236}">
                <a16:creationId xmlns:a16="http://schemas.microsoft.com/office/drawing/2014/main" id="{C5F0CCD5-D6B9-964F-BF61-33C85F9A4FC5}"/>
              </a:ext>
            </a:extLst>
          </p:cNvPr>
          <p:cNvGrpSpPr/>
          <p:nvPr/>
        </p:nvGrpSpPr>
        <p:grpSpPr>
          <a:xfrm>
            <a:off x="8239823" y="918179"/>
            <a:ext cx="361670" cy="361333"/>
            <a:chOff x="8239823" y="918179"/>
            <a:chExt cx="361670" cy="361333"/>
          </a:xfrm>
          <a:solidFill>
            <a:srgbClr val="007680"/>
          </a:solidFill>
        </p:grpSpPr>
        <p:sp>
          <p:nvSpPr>
            <p:cNvPr id="527" name="Graphic 4">
              <a:extLst>
                <a:ext uri="{FF2B5EF4-FFF2-40B4-BE49-F238E27FC236}">
                  <a16:creationId xmlns:a16="http://schemas.microsoft.com/office/drawing/2014/main" id="{02B1FA73-0803-024C-B7A3-F6021ED3176C}"/>
                </a:ext>
              </a:extLst>
            </p:cNvPr>
            <p:cNvSpPr/>
            <p:nvPr/>
          </p:nvSpPr>
          <p:spPr>
            <a:xfrm>
              <a:off x="8427049" y="1102037"/>
              <a:ext cx="33227" cy="78523"/>
            </a:xfrm>
            <a:custGeom>
              <a:avLst/>
              <a:gdLst>
                <a:gd name="connsiteX0" fmla="*/ 0 w 33227"/>
                <a:gd name="connsiteY0" fmla="*/ 0 h 78523"/>
                <a:gd name="connsiteX1" fmla="*/ 0 w 33227"/>
                <a:gd name="connsiteY1" fmla="*/ 78523 h 78523"/>
                <a:gd name="connsiteX2" fmla="*/ 33227 w 33227"/>
                <a:gd name="connsiteY2" fmla="*/ 38942 h 78523"/>
                <a:gd name="connsiteX3" fmla="*/ 0 w 33227"/>
                <a:gd name="connsiteY3" fmla="*/ 0 h 78523"/>
              </a:gdLst>
              <a:ahLst/>
              <a:cxnLst>
                <a:cxn ang="0">
                  <a:pos x="connsiteX0" y="connsiteY0"/>
                </a:cxn>
                <a:cxn ang="0">
                  <a:pos x="connsiteX1" y="connsiteY1"/>
                </a:cxn>
                <a:cxn ang="0">
                  <a:pos x="connsiteX2" y="connsiteY2"/>
                </a:cxn>
                <a:cxn ang="0">
                  <a:pos x="connsiteX3" y="connsiteY3"/>
                </a:cxn>
              </a:cxnLst>
              <a:rect l="l" t="t" r="r" b="b"/>
              <a:pathLst>
                <a:path w="33227" h="78523">
                  <a:moveTo>
                    <a:pt x="0" y="0"/>
                  </a:moveTo>
                  <a:lnTo>
                    <a:pt x="0" y="78523"/>
                  </a:lnTo>
                  <a:cubicBezTo>
                    <a:pt x="19170" y="75331"/>
                    <a:pt x="33227" y="58733"/>
                    <a:pt x="33227" y="38942"/>
                  </a:cubicBezTo>
                  <a:cubicBezTo>
                    <a:pt x="33227" y="19152"/>
                    <a:pt x="19170" y="3192"/>
                    <a:pt x="0" y="0"/>
                  </a:cubicBezTo>
                  <a:close/>
                </a:path>
              </a:pathLst>
            </a:custGeom>
            <a:solidFill>
              <a:srgbClr val="007680"/>
            </a:solidFill>
            <a:ln w="6390" cap="flat">
              <a:noFill/>
              <a:prstDash val="solid"/>
              <a:miter/>
            </a:ln>
          </p:spPr>
          <p:txBody>
            <a:bodyPr rtlCol="0" anchor="ctr"/>
            <a:lstStyle/>
            <a:p>
              <a:endParaRPr lang="en-US"/>
            </a:p>
          </p:txBody>
        </p:sp>
        <p:sp>
          <p:nvSpPr>
            <p:cNvPr id="528" name="Graphic 4">
              <a:extLst>
                <a:ext uri="{FF2B5EF4-FFF2-40B4-BE49-F238E27FC236}">
                  <a16:creationId xmlns:a16="http://schemas.microsoft.com/office/drawing/2014/main" id="{CCA31109-DED6-1F43-91A8-088C05BE014A}"/>
                </a:ext>
              </a:extLst>
            </p:cNvPr>
            <p:cNvSpPr/>
            <p:nvPr/>
          </p:nvSpPr>
          <p:spPr>
            <a:xfrm>
              <a:off x="8381041" y="1009470"/>
              <a:ext cx="33228" cy="79161"/>
            </a:xfrm>
            <a:custGeom>
              <a:avLst/>
              <a:gdLst>
                <a:gd name="connsiteX0" fmla="*/ 33228 w 33228"/>
                <a:gd name="connsiteY0" fmla="*/ 0 h 79161"/>
                <a:gd name="connsiteX1" fmla="*/ 0 w 33228"/>
                <a:gd name="connsiteY1" fmla="*/ 39581 h 79161"/>
                <a:gd name="connsiteX2" fmla="*/ 33228 w 33228"/>
                <a:gd name="connsiteY2" fmla="*/ 79161 h 79161"/>
                <a:gd name="connsiteX3" fmla="*/ 33228 w 33228"/>
                <a:gd name="connsiteY3" fmla="*/ 0 h 79161"/>
              </a:gdLst>
              <a:ahLst/>
              <a:cxnLst>
                <a:cxn ang="0">
                  <a:pos x="connsiteX0" y="connsiteY0"/>
                </a:cxn>
                <a:cxn ang="0">
                  <a:pos x="connsiteX1" y="connsiteY1"/>
                </a:cxn>
                <a:cxn ang="0">
                  <a:pos x="connsiteX2" y="connsiteY2"/>
                </a:cxn>
                <a:cxn ang="0">
                  <a:pos x="connsiteX3" y="connsiteY3"/>
                </a:cxn>
              </a:cxnLst>
              <a:rect l="l" t="t" r="r" b="b"/>
              <a:pathLst>
                <a:path w="33228" h="79161">
                  <a:moveTo>
                    <a:pt x="33228" y="0"/>
                  </a:moveTo>
                  <a:cubicBezTo>
                    <a:pt x="14058" y="3192"/>
                    <a:pt x="0" y="19790"/>
                    <a:pt x="0" y="39581"/>
                  </a:cubicBezTo>
                  <a:cubicBezTo>
                    <a:pt x="0" y="59371"/>
                    <a:pt x="14697" y="75969"/>
                    <a:pt x="33228" y="79161"/>
                  </a:cubicBezTo>
                  <a:lnTo>
                    <a:pt x="33228" y="0"/>
                  </a:lnTo>
                  <a:close/>
                </a:path>
              </a:pathLst>
            </a:custGeom>
            <a:solidFill>
              <a:srgbClr val="007680"/>
            </a:solidFill>
            <a:ln w="6390" cap="flat">
              <a:noFill/>
              <a:prstDash val="solid"/>
              <a:miter/>
            </a:ln>
          </p:spPr>
          <p:txBody>
            <a:bodyPr rtlCol="0" anchor="ctr"/>
            <a:lstStyle/>
            <a:p>
              <a:endParaRPr lang="en-US"/>
            </a:p>
          </p:txBody>
        </p:sp>
        <p:sp>
          <p:nvSpPr>
            <p:cNvPr id="529" name="Graphic 4">
              <a:extLst>
                <a:ext uri="{FF2B5EF4-FFF2-40B4-BE49-F238E27FC236}">
                  <a16:creationId xmlns:a16="http://schemas.microsoft.com/office/drawing/2014/main" id="{C15BAB6C-6BEE-D141-AAAA-4E5E9A359209}"/>
                </a:ext>
              </a:extLst>
            </p:cNvPr>
            <p:cNvSpPr/>
            <p:nvPr/>
          </p:nvSpPr>
          <p:spPr>
            <a:xfrm>
              <a:off x="8239823" y="918179"/>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7225 w 361670"/>
                <a:gd name="connsiteY5" fmla="*/ 275150 h 361333"/>
                <a:gd name="connsiteX6" fmla="*/ 187225 w 361670"/>
                <a:gd name="connsiteY6" fmla="*/ 292386 h 361333"/>
                <a:gd name="connsiteX7" fmla="*/ 180836 w 361670"/>
                <a:gd name="connsiteY7" fmla="*/ 298770 h 361333"/>
                <a:gd name="connsiteX8" fmla="*/ 174446 w 361670"/>
                <a:gd name="connsiteY8" fmla="*/ 292386 h 361333"/>
                <a:gd name="connsiteX9" fmla="*/ 174446 w 361670"/>
                <a:gd name="connsiteY9" fmla="*/ 275150 h 361333"/>
                <a:gd name="connsiteX10" fmla="*/ 130994 w 361670"/>
                <a:gd name="connsiteY10" fmla="*/ 240676 h 361333"/>
                <a:gd name="connsiteX11" fmla="*/ 134828 w 361670"/>
                <a:gd name="connsiteY11" fmla="*/ 232377 h 361333"/>
                <a:gd name="connsiteX12" fmla="*/ 143135 w 361670"/>
                <a:gd name="connsiteY12" fmla="*/ 236207 h 361333"/>
                <a:gd name="connsiteX13" fmla="*/ 174446 w 361670"/>
                <a:gd name="connsiteY13" fmla="*/ 262382 h 361333"/>
                <a:gd name="connsiteX14" fmla="*/ 174446 w 361670"/>
                <a:gd name="connsiteY14" fmla="*/ 182582 h 361333"/>
                <a:gd name="connsiteX15" fmla="*/ 128438 w 361670"/>
                <a:gd name="connsiteY15" fmla="*/ 130233 h 361333"/>
                <a:gd name="connsiteX16" fmla="*/ 174446 w 361670"/>
                <a:gd name="connsiteY16" fmla="*/ 77885 h 361333"/>
                <a:gd name="connsiteX17" fmla="*/ 174446 w 361670"/>
                <a:gd name="connsiteY17" fmla="*/ 68947 h 361333"/>
                <a:gd name="connsiteX18" fmla="*/ 180836 w 361670"/>
                <a:gd name="connsiteY18" fmla="*/ 62563 h 361333"/>
                <a:gd name="connsiteX19" fmla="*/ 187225 w 361670"/>
                <a:gd name="connsiteY19" fmla="*/ 68947 h 361333"/>
                <a:gd name="connsiteX20" fmla="*/ 187225 w 361670"/>
                <a:gd name="connsiteY20" fmla="*/ 78523 h 361333"/>
                <a:gd name="connsiteX21" fmla="*/ 226204 w 361670"/>
                <a:gd name="connsiteY21" fmla="*/ 104697 h 361333"/>
                <a:gd name="connsiteX22" fmla="*/ 223648 w 361670"/>
                <a:gd name="connsiteY22" fmla="*/ 113635 h 361333"/>
                <a:gd name="connsiteX23" fmla="*/ 214702 w 361670"/>
                <a:gd name="connsiteY23" fmla="*/ 111081 h 361333"/>
                <a:gd name="connsiteX24" fmla="*/ 186586 w 361670"/>
                <a:gd name="connsiteY24" fmla="*/ 91929 h 361333"/>
                <a:gd name="connsiteX25" fmla="*/ 186586 w 361670"/>
                <a:gd name="connsiteY25" fmla="*/ 171091 h 361333"/>
                <a:gd name="connsiteX26" fmla="*/ 232594 w 361670"/>
                <a:gd name="connsiteY26" fmla="*/ 223439 h 361333"/>
                <a:gd name="connsiteX27" fmla="*/ 187225 w 361670"/>
                <a:gd name="connsiteY27" fmla="*/ 27515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1670" h="361333">
                  <a:moveTo>
                    <a:pt x="180836" y="0"/>
                  </a:moveTo>
                  <a:cubicBezTo>
                    <a:pt x="80513" y="0"/>
                    <a:pt x="0" y="81077"/>
                    <a:pt x="0" y="180667"/>
                  </a:cubicBezTo>
                  <a:cubicBezTo>
                    <a:pt x="0" y="280257"/>
                    <a:pt x="81152" y="361333"/>
                    <a:pt x="180836" y="361333"/>
                  </a:cubicBezTo>
                  <a:cubicBezTo>
                    <a:pt x="280518" y="361333"/>
                    <a:pt x="361670" y="280257"/>
                    <a:pt x="361670" y="180667"/>
                  </a:cubicBezTo>
                  <a:cubicBezTo>
                    <a:pt x="361670" y="81077"/>
                    <a:pt x="281157" y="0"/>
                    <a:pt x="180836" y="0"/>
                  </a:cubicBezTo>
                  <a:close/>
                  <a:moveTo>
                    <a:pt x="187225" y="275150"/>
                  </a:moveTo>
                  <a:lnTo>
                    <a:pt x="187225" y="292386"/>
                  </a:lnTo>
                  <a:cubicBezTo>
                    <a:pt x="187225" y="296217"/>
                    <a:pt x="184669" y="298770"/>
                    <a:pt x="180836" y="298770"/>
                  </a:cubicBezTo>
                  <a:cubicBezTo>
                    <a:pt x="177001" y="298770"/>
                    <a:pt x="174446" y="296217"/>
                    <a:pt x="174446" y="292386"/>
                  </a:cubicBezTo>
                  <a:lnTo>
                    <a:pt x="174446" y="275150"/>
                  </a:lnTo>
                  <a:cubicBezTo>
                    <a:pt x="154636" y="272596"/>
                    <a:pt x="138022" y="259828"/>
                    <a:pt x="130994" y="240676"/>
                  </a:cubicBezTo>
                  <a:cubicBezTo>
                    <a:pt x="129716" y="237484"/>
                    <a:pt x="131633" y="233654"/>
                    <a:pt x="134828" y="232377"/>
                  </a:cubicBezTo>
                  <a:cubicBezTo>
                    <a:pt x="138022" y="231100"/>
                    <a:pt x="141856" y="233015"/>
                    <a:pt x="143135" y="236207"/>
                  </a:cubicBezTo>
                  <a:cubicBezTo>
                    <a:pt x="148246" y="250252"/>
                    <a:pt x="160387" y="259828"/>
                    <a:pt x="174446" y="262382"/>
                  </a:cubicBezTo>
                  <a:lnTo>
                    <a:pt x="174446" y="182582"/>
                  </a:lnTo>
                  <a:cubicBezTo>
                    <a:pt x="148246" y="179390"/>
                    <a:pt x="128438" y="157046"/>
                    <a:pt x="128438" y="130233"/>
                  </a:cubicBezTo>
                  <a:cubicBezTo>
                    <a:pt x="128438" y="103420"/>
                    <a:pt x="148886" y="81077"/>
                    <a:pt x="174446" y="77885"/>
                  </a:cubicBezTo>
                  <a:lnTo>
                    <a:pt x="174446" y="68947"/>
                  </a:lnTo>
                  <a:cubicBezTo>
                    <a:pt x="174446" y="65117"/>
                    <a:pt x="177001" y="62563"/>
                    <a:pt x="180836" y="62563"/>
                  </a:cubicBezTo>
                  <a:cubicBezTo>
                    <a:pt x="184669" y="62563"/>
                    <a:pt x="187225" y="65117"/>
                    <a:pt x="187225" y="68947"/>
                  </a:cubicBezTo>
                  <a:lnTo>
                    <a:pt x="187225" y="78523"/>
                  </a:lnTo>
                  <a:cubicBezTo>
                    <a:pt x="203200" y="80438"/>
                    <a:pt x="217897" y="90014"/>
                    <a:pt x="226204" y="104697"/>
                  </a:cubicBezTo>
                  <a:cubicBezTo>
                    <a:pt x="228120" y="107889"/>
                    <a:pt x="226843" y="111720"/>
                    <a:pt x="223648" y="113635"/>
                  </a:cubicBezTo>
                  <a:cubicBezTo>
                    <a:pt x="220453" y="115550"/>
                    <a:pt x="216619" y="114273"/>
                    <a:pt x="214702" y="111081"/>
                  </a:cubicBezTo>
                  <a:cubicBezTo>
                    <a:pt x="208951" y="100867"/>
                    <a:pt x="198088" y="93845"/>
                    <a:pt x="186586" y="91929"/>
                  </a:cubicBezTo>
                  <a:lnTo>
                    <a:pt x="186586" y="171091"/>
                  </a:lnTo>
                  <a:cubicBezTo>
                    <a:pt x="212785" y="174283"/>
                    <a:pt x="232594" y="196627"/>
                    <a:pt x="232594" y="223439"/>
                  </a:cubicBezTo>
                  <a:cubicBezTo>
                    <a:pt x="232594" y="250252"/>
                    <a:pt x="213424" y="271958"/>
                    <a:pt x="187225" y="275150"/>
                  </a:cubicBezTo>
                  <a:close/>
                </a:path>
              </a:pathLst>
            </a:custGeom>
            <a:solidFill>
              <a:srgbClr val="007680"/>
            </a:solidFill>
            <a:ln w="6390" cap="flat">
              <a:noFill/>
              <a:prstDash val="solid"/>
              <a:miter/>
            </a:ln>
          </p:spPr>
          <p:txBody>
            <a:bodyPr rtlCol="0" anchor="ctr"/>
            <a:lstStyle/>
            <a:p>
              <a:endParaRPr lang="en-US"/>
            </a:p>
          </p:txBody>
        </p:sp>
      </p:grpSp>
      <p:sp>
        <p:nvSpPr>
          <p:cNvPr id="530" name="Graphic 4">
            <a:extLst>
              <a:ext uri="{FF2B5EF4-FFF2-40B4-BE49-F238E27FC236}">
                <a16:creationId xmlns:a16="http://schemas.microsoft.com/office/drawing/2014/main" id="{C1E53FF3-BB0B-D042-9DA3-2F884FAF9AFF}"/>
              </a:ext>
            </a:extLst>
          </p:cNvPr>
          <p:cNvSpPr/>
          <p:nvPr/>
        </p:nvSpPr>
        <p:spPr>
          <a:xfrm>
            <a:off x="8239823" y="1402085"/>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217897 w 361670"/>
              <a:gd name="connsiteY5" fmla="*/ 159600 h 361333"/>
              <a:gd name="connsiteX6" fmla="*/ 224287 w 361670"/>
              <a:gd name="connsiteY6" fmla="*/ 165984 h 361333"/>
              <a:gd name="connsiteX7" fmla="*/ 217897 w 361670"/>
              <a:gd name="connsiteY7" fmla="*/ 172368 h 361333"/>
              <a:gd name="connsiteX8" fmla="*/ 117575 w 361670"/>
              <a:gd name="connsiteY8" fmla="*/ 172368 h 361333"/>
              <a:gd name="connsiteX9" fmla="*/ 116936 w 361670"/>
              <a:gd name="connsiteY9" fmla="*/ 181305 h 361333"/>
              <a:gd name="connsiteX10" fmla="*/ 117575 w 361670"/>
              <a:gd name="connsiteY10" fmla="*/ 190243 h 361333"/>
              <a:gd name="connsiteX11" fmla="*/ 217897 w 361670"/>
              <a:gd name="connsiteY11" fmla="*/ 190243 h 361333"/>
              <a:gd name="connsiteX12" fmla="*/ 224287 w 361670"/>
              <a:gd name="connsiteY12" fmla="*/ 196627 h 361333"/>
              <a:gd name="connsiteX13" fmla="*/ 217897 w 361670"/>
              <a:gd name="connsiteY13" fmla="*/ 203011 h 361333"/>
              <a:gd name="connsiteX14" fmla="*/ 119492 w 361670"/>
              <a:gd name="connsiteY14" fmla="*/ 203011 h 361333"/>
              <a:gd name="connsiteX15" fmla="*/ 202561 w 361670"/>
              <a:gd name="connsiteY15" fmla="*/ 282172 h 361333"/>
              <a:gd name="connsiteX16" fmla="*/ 244735 w 361670"/>
              <a:gd name="connsiteY16" fmla="*/ 268766 h 361333"/>
              <a:gd name="connsiteX17" fmla="*/ 253680 w 361670"/>
              <a:gd name="connsiteY17" fmla="*/ 270681 h 361333"/>
              <a:gd name="connsiteX18" fmla="*/ 251764 w 361670"/>
              <a:gd name="connsiteY18" fmla="*/ 279618 h 361333"/>
              <a:gd name="connsiteX19" fmla="*/ 202561 w 361670"/>
              <a:gd name="connsiteY19" fmla="*/ 294940 h 361333"/>
              <a:gd name="connsiteX20" fmla="*/ 106073 w 361670"/>
              <a:gd name="connsiteY20" fmla="*/ 203011 h 361333"/>
              <a:gd name="connsiteX21" fmla="*/ 87542 w 361670"/>
              <a:gd name="connsiteY21" fmla="*/ 203011 h 361333"/>
              <a:gd name="connsiteX22" fmla="*/ 81152 w 361670"/>
              <a:gd name="connsiteY22" fmla="*/ 196627 h 361333"/>
              <a:gd name="connsiteX23" fmla="*/ 87542 w 361670"/>
              <a:gd name="connsiteY23" fmla="*/ 190243 h 361333"/>
              <a:gd name="connsiteX24" fmla="*/ 104156 w 361670"/>
              <a:gd name="connsiteY24" fmla="*/ 190243 h 361333"/>
              <a:gd name="connsiteX25" fmla="*/ 103517 w 361670"/>
              <a:gd name="connsiteY25" fmla="*/ 181305 h 361333"/>
              <a:gd name="connsiteX26" fmla="*/ 104156 w 361670"/>
              <a:gd name="connsiteY26" fmla="*/ 172368 h 361333"/>
              <a:gd name="connsiteX27" fmla="*/ 87542 w 361670"/>
              <a:gd name="connsiteY27" fmla="*/ 172368 h 361333"/>
              <a:gd name="connsiteX28" fmla="*/ 81152 w 361670"/>
              <a:gd name="connsiteY28" fmla="*/ 165984 h 361333"/>
              <a:gd name="connsiteX29" fmla="*/ 87542 w 361670"/>
              <a:gd name="connsiteY29" fmla="*/ 159600 h 361333"/>
              <a:gd name="connsiteX30" fmla="*/ 106073 w 361670"/>
              <a:gd name="connsiteY30" fmla="*/ 159600 h 361333"/>
              <a:gd name="connsiteX31" fmla="*/ 202561 w 361670"/>
              <a:gd name="connsiteY31" fmla="*/ 67670 h 361333"/>
              <a:gd name="connsiteX32" fmla="*/ 251764 w 361670"/>
              <a:gd name="connsiteY32" fmla="*/ 82992 h 361333"/>
              <a:gd name="connsiteX33" fmla="*/ 253680 w 361670"/>
              <a:gd name="connsiteY33" fmla="*/ 91929 h 361333"/>
              <a:gd name="connsiteX34" fmla="*/ 244735 w 361670"/>
              <a:gd name="connsiteY34" fmla="*/ 93845 h 361333"/>
              <a:gd name="connsiteX35" fmla="*/ 202561 w 361670"/>
              <a:gd name="connsiteY35" fmla="*/ 80438 h 361333"/>
              <a:gd name="connsiteX36" fmla="*/ 119492 w 361670"/>
              <a:gd name="connsiteY36" fmla="*/ 159600 h 361333"/>
              <a:gd name="connsiteX37" fmla="*/ 217897 w 361670"/>
              <a:gd name="connsiteY37" fmla="*/ 15960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1670" h="361333">
                <a:moveTo>
                  <a:pt x="180836" y="0"/>
                </a:moveTo>
                <a:cubicBezTo>
                  <a:pt x="80513" y="0"/>
                  <a:pt x="0" y="81077"/>
                  <a:pt x="0" y="180667"/>
                </a:cubicBezTo>
                <a:cubicBezTo>
                  <a:pt x="0" y="280257"/>
                  <a:pt x="81152" y="361333"/>
                  <a:pt x="180836" y="361333"/>
                </a:cubicBezTo>
                <a:cubicBezTo>
                  <a:pt x="280518" y="361333"/>
                  <a:pt x="361670" y="280257"/>
                  <a:pt x="361670" y="180667"/>
                </a:cubicBezTo>
                <a:cubicBezTo>
                  <a:pt x="361670" y="81077"/>
                  <a:pt x="281157" y="0"/>
                  <a:pt x="180836" y="0"/>
                </a:cubicBezTo>
                <a:close/>
                <a:moveTo>
                  <a:pt x="217897" y="159600"/>
                </a:moveTo>
                <a:cubicBezTo>
                  <a:pt x="221731" y="159600"/>
                  <a:pt x="224287" y="162153"/>
                  <a:pt x="224287" y="165984"/>
                </a:cubicBezTo>
                <a:cubicBezTo>
                  <a:pt x="224287" y="169814"/>
                  <a:pt x="221731" y="172368"/>
                  <a:pt x="217897" y="172368"/>
                </a:cubicBezTo>
                <a:lnTo>
                  <a:pt x="117575" y="172368"/>
                </a:lnTo>
                <a:cubicBezTo>
                  <a:pt x="117575" y="175560"/>
                  <a:pt x="116936" y="178113"/>
                  <a:pt x="116936" y="181305"/>
                </a:cubicBezTo>
                <a:cubicBezTo>
                  <a:pt x="116936" y="184497"/>
                  <a:pt x="116936" y="187051"/>
                  <a:pt x="117575" y="190243"/>
                </a:cubicBezTo>
                <a:lnTo>
                  <a:pt x="217897" y="190243"/>
                </a:lnTo>
                <a:cubicBezTo>
                  <a:pt x="221731" y="190243"/>
                  <a:pt x="224287" y="192796"/>
                  <a:pt x="224287" y="196627"/>
                </a:cubicBezTo>
                <a:cubicBezTo>
                  <a:pt x="224287" y="200457"/>
                  <a:pt x="221731" y="203011"/>
                  <a:pt x="217897" y="203011"/>
                </a:cubicBezTo>
                <a:lnTo>
                  <a:pt x="119492" y="203011"/>
                </a:lnTo>
                <a:cubicBezTo>
                  <a:pt x="127799" y="248337"/>
                  <a:pt x="162305" y="282172"/>
                  <a:pt x="202561" y="282172"/>
                </a:cubicBezTo>
                <a:cubicBezTo>
                  <a:pt x="217258" y="282172"/>
                  <a:pt x="231955" y="277703"/>
                  <a:pt x="244735" y="268766"/>
                </a:cubicBezTo>
                <a:cubicBezTo>
                  <a:pt x="247930" y="266850"/>
                  <a:pt x="251764" y="267489"/>
                  <a:pt x="253680" y="270681"/>
                </a:cubicBezTo>
                <a:cubicBezTo>
                  <a:pt x="255597" y="273873"/>
                  <a:pt x="254959" y="277703"/>
                  <a:pt x="251764" y="279618"/>
                </a:cubicBezTo>
                <a:cubicBezTo>
                  <a:pt x="237067" y="289833"/>
                  <a:pt x="219814" y="294940"/>
                  <a:pt x="202561" y="294940"/>
                </a:cubicBezTo>
                <a:cubicBezTo>
                  <a:pt x="154636" y="294940"/>
                  <a:pt x="115019" y="255359"/>
                  <a:pt x="106073" y="203011"/>
                </a:cubicBezTo>
                <a:lnTo>
                  <a:pt x="87542" y="203011"/>
                </a:lnTo>
                <a:cubicBezTo>
                  <a:pt x="83708" y="203011"/>
                  <a:pt x="81152" y="200457"/>
                  <a:pt x="81152" y="196627"/>
                </a:cubicBezTo>
                <a:cubicBezTo>
                  <a:pt x="81152" y="192796"/>
                  <a:pt x="83708" y="190243"/>
                  <a:pt x="87542" y="190243"/>
                </a:cubicBezTo>
                <a:lnTo>
                  <a:pt x="104156" y="190243"/>
                </a:lnTo>
                <a:cubicBezTo>
                  <a:pt x="104156" y="187051"/>
                  <a:pt x="103517" y="184497"/>
                  <a:pt x="103517" y="181305"/>
                </a:cubicBezTo>
                <a:cubicBezTo>
                  <a:pt x="103517" y="178113"/>
                  <a:pt x="103517" y="175560"/>
                  <a:pt x="104156" y="172368"/>
                </a:cubicBezTo>
                <a:lnTo>
                  <a:pt x="87542" y="172368"/>
                </a:lnTo>
                <a:cubicBezTo>
                  <a:pt x="83708" y="172368"/>
                  <a:pt x="81152" y="169814"/>
                  <a:pt x="81152" y="165984"/>
                </a:cubicBezTo>
                <a:cubicBezTo>
                  <a:pt x="81152" y="162153"/>
                  <a:pt x="83708" y="159600"/>
                  <a:pt x="87542" y="159600"/>
                </a:cubicBezTo>
                <a:lnTo>
                  <a:pt x="106073" y="159600"/>
                </a:lnTo>
                <a:cubicBezTo>
                  <a:pt x="115019" y="107251"/>
                  <a:pt x="154636" y="67670"/>
                  <a:pt x="202561" y="67670"/>
                </a:cubicBezTo>
                <a:cubicBezTo>
                  <a:pt x="219814" y="67670"/>
                  <a:pt x="237067" y="72777"/>
                  <a:pt x="251764" y="82992"/>
                </a:cubicBezTo>
                <a:cubicBezTo>
                  <a:pt x="254959" y="84907"/>
                  <a:pt x="255597" y="88737"/>
                  <a:pt x="253680" y="91929"/>
                </a:cubicBezTo>
                <a:cubicBezTo>
                  <a:pt x="251764" y="95121"/>
                  <a:pt x="247930" y="95760"/>
                  <a:pt x="244735" y="93845"/>
                </a:cubicBezTo>
                <a:cubicBezTo>
                  <a:pt x="231955" y="84907"/>
                  <a:pt x="217258" y="80438"/>
                  <a:pt x="202561" y="80438"/>
                </a:cubicBezTo>
                <a:cubicBezTo>
                  <a:pt x="161666" y="80438"/>
                  <a:pt x="127799" y="114273"/>
                  <a:pt x="119492" y="159600"/>
                </a:cubicBezTo>
                <a:lnTo>
                  <a:pt x="217897" y="159600"/>
                </a:lnTo>
                <a:close/>
              </a:path>
            </a:pathLst>
          </a:custGeom>
          <a:solidFill>
            <a:srgbClr val="007680"/>
          </a:solidFill>
          <a:ln w="6390" cap="flat">
            <a:noFill/>
            <a:prstDash val="solid"/>
            <a:miter/>
          </a:ln>
        </p:spPr>
        <p:txBody>
          <a:bodyPr rtlCol="0" anchor="ctr"/>
          <a:lstStyle/>
          <a:p>
            <a:endParaRPr lang="en-US"/>
          </a:p>
        </p:txBody>
      </p:sp>
      <p:grpSp>
        <p:nvGrpSpPr>
          <p:cNvPr id="531" name="Graphic 4">
            <a:extLst>
              <a:ext uri="{FF2B5EF4-FFF2-40B4-BE49-F238E27FC236}">
                <a16:creationId xmlns:a16="http://schemas.microsoft.com/office/drawing/2014/main" id="{63C78DBE-9D0A-6C45-BFAB-BB188BB4D639}"/>
              </a:ext>
            </a:extLst>
          </p:cNvPr>
          <p:cNvGrpSpPr/>
          <p:nvPr/>
        </p:nvGrpSpPr>
        <p:grpSpPr>
          <a:xfrm>
            <a:off x="9279466" y="918179"/>
            <a:ext cx="361671" cy="361333"/>
            <a:chOff x="9279466" y="918179"/>
            <a:chExt cx="361671" cy="361333"/>
          </a:xfrm>
          <a:solidFill>
            <a:srgbClr val="007680"/>
          </a:solidFill>
        </p:grpSpPr>
        <p:sp>
          <p:nvSpPr>
            <p:cNvPr id="532" name="Graphic 4">
              <a:extLst>
                <a:ext uri="{FF2B5EF4-FFF2-40B4-BE49-F238E27FC236}">
                  <a16:creationId xmlns:a16="http://schemas.microsoft.com/office/drawing/2014/main" id="{67C02126-BE77-084A-8BD7-967B9D40432D}"/>
                </a:ext>
              </a:extLst>
            </p:cNvPr>
            <p:cNvSpPr/>
            <p:nvPr/>
          </p:nvSpPr>
          <p:spPr>
            <a:xfrm>
              <a:off x="9423879" y="1003460"/>
              <a:ext cx="72844" cy="25161"/>
            </a:xfrm>
            <a:custGeom>
              <a:avLst/>
              <a:gdLst>
                <a:gd name="connsiteX0" fmla="*/ 49841 w 72844"/>
                <a:gd name="connsiteY0" fmla="*/ 25162 h 25161"/>
                <a:gd name="connsiteX1" fmla="*/ 72845 w 72844"/>
                <a:gd name="connsiteY1" fmla="*/ 903 h 25161"/>
                <a:gd name="connsiteX2" fmla="*/ 72206 w 72844"/>
                <a:gd name="connsiteY2" fmla="*/ 903 h 25161"/>
                <a:gd name="connsiteX3" fmla="*/ 38978 w 72844"/>
                <a:gd name="connsiteY3" fmla="*/ 7287 h 25161"/>
                <a:gd name="connsiteX4" fmla="*/ 38978 w 72844"/>
                <a:gd name="connsiteY4" fmla="*/ 7287 h 25161"/>
                <a:gd name="connsiteX5" fmla="*/ 37700 w 72844"/>
                <a:gd name="connsiteY5" fmla="*/ 7287 h 25161"/>
                <a:gd name="connsiteX6" fmla="*/ 36422 w 72844"/>
                <a:gd name="connsiteY6" fmla="*/ 7287 h 25161"/>
                <a:gd name="connsiteX7" fmla="*/ 35145 w 72844"/>
                <a:gd name="connsiteY7" fmla="*/ 7287 h 25161"/>
                <a:gd name="connsiteX8" fmla="*/ 33866 w 72844"/>
                <a:gd name="connsiteY8" fmla="*/ 7287 h 25161"/>
                <a:gd name="connsiteX9" fmla="*/ 33866 w 72844"/>
                <a:gd name="connsiteY9" fmla="*/ 7287 h 25161"/>
                <a:gd name="connsiteX10" fmla="*/ 639 w 72844"/>
                <a:gd name="connsiteY10" fmla="*/ 903 h 25161"/>
                <a:gd name="connsiteX11" fmla="*/ 0 w 72844"/>
                <a:gd name="connsiteY11" fmla="*/ 903 h 25161"/>
                <a:gd name="connsiteX12" fmla="*/ 23004 w 72844"/>
                <a:gd name="connsiteY12" fmla="*/ 25162 h 25161"/>
                <a:gd name="connsiteX13" fmla="*/ 49841 w 72844"/>
                <a:gd name="connsiteY13" fmla="*/ 25162 h 25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844" h="25161">
                  <a:moveTo>
                    <a:pt x="49841" y="25162"/>
                  </a:moveTo>
                  <a:lnTo>
                    <a:pt x="72845" y="903"/>
                  </a:lnTo>
                  <a:cubicBezTo>
                    <a:pt x="72845" y="903"/>
                    <a:pt x="72206" y="903"/>
                    <a:pt x="72206" y="903"/>
                  </a:cubicBezTo>
                  <a:cubicBezTo>
                    <a:pt x="68372" y="-374"/>
                    <a:pt x="59426" y="-1651"/>
                    <a:pt x="38978" y="7287"/>
                  </a:cubicBezTo>
                  <a:cubicBezTo>
                    <a:pt x="38978" y="7287"/>
                    <a:pt x="38978" y="7287"/>
                    <a:pt x="38978" y="7287"/>
                  </a:cubicBezTo>
                  <a:cubicBezTo>
                    <a:pt x="38340" y="7287"/>
                    <a:pt x="38340" y="7287"/>
                    <a:pt x="37700" y="7287"/>
                  </a:cubicBezTo>
                  <a:cubicBezTo>
                    <a:pt x="37061" y="7287"/>
                    <a:pt x="37061" y="7287"/>
                    <a:pt x="36422" y="7287"/>
                  </a:cubicBezTo>
                  <a:cubicBezTo>
                    <a:pt x="35783" y="7287"/>
                    <a:pt x="35783" y="7287"/>
                    <a:pt x="35145" y="7287"/>
                  </a:cubicBezTo>
                  <a:cubicBezTo>
                    <a:pt x="34505" y="7287"/>
                    <a:pt x="33866" y="7287"/>
                    <a:pt x="33866" y="7287"/>
                  </a:cubicBezTo>
                  <a:cubicBezTo>
                    <a:pt x="33866" y="7287"/>
                    <a:pt x="33866" y="7287"/>
                    <a:pt x="33866" y="7287"/>
                  </a:cubicBezTo>
                  <a:cubicBezTo>
                    <a:pt x="13419" y="-1651"/>
                    <a:pt x="3834" y="-374"/>
                    <a:pt x="639" y="903"/>
                  </a:cubicBezTo>
                  <a:cubicBezTo>
                    <a:pt x="639" y="903"/>
                    <a:pt x="0" y="903"/>
                    <a:pt x="0" y="903"/>
                  </a:cubicBezTo>
                  <a:lnTo>
                    <a:pt x="23004" y="25162"/>
                  </a:lnTo>
                  <a:lnTo>
                    <a:pt x="49841" y="25162"/>
                  </a:lnTo>
                  <a:close/>
                </a:path>
              </a:pathLst>
            </a:custGeom>
            <a:solidFill>
              <a:srgbClr val="007680"/>
            </a:solidFill>
            <a:ln w="6390" cap="flat">
              <a:noFill/>
              <a:prstDash val="solid"/>
              <a:miter/>
            </a:ln>
          </p:spPr>
          <p:txBody>
            <a:bodyPr rtlCol="0" anchor="ctr"/>
            <a:lstStyle/>
            <a:p>
              <a:endParaRPr lang="en-US"/>
            </a:p>
          </p:txBody>
        </p:sp>
        <p:sp>
          <p:nvSpPr>
            <p:cNvPr id="533" name="Graphic 4">
              <a:extLst>
                <a:ext uri="{FF2B5EF4-FFF2-40B4-BE49-F238E27FC236}">
                  <a16:creationId xmlns:a16="http://schemas.microsoft.com/office/drawing/2014/main" id="{EE369C64-6D81-8C46-A131-09579061317F}"/>
                </a:ext>
              </a:extLst>
            </p:cNvPr>
            <p:cNvSpPr/>
            <p:nvPr/>
          </p:nvSpPr>
          <p:spPr>
            <a:xfrm>
              <a:off x="9394485" y="1041390"/>
              <a:ext cx="130993" cy="152577"/>
            </a:xfrm>
            <a:custGeom>
              <a:avLst/>
              <a:gdLst>
                <a:gd name="connsiteX0" fmla="*/ 120131 w 130993"/>
                <a:gd name="connsiteY0" fmla="*/ 111081 h 152577"/>
                <a:gd name="connsiteX1" fmla="*/ 79874 w 130993"/>
                <a:gd name="connsiteY1" fmla="*/ 0 h 152577"/>
                <a:gd name="connsiteX2" fmla="*/ 51119 w 130993"/>
                <a:gd name="connsiteY2" fmla="*/ 0 h 152577"/>
                <a:gd name="connsiteX3" fmla="*/ 10863 w 130993"/>
                <a:gd name="connsiteY3" fmla="*/ 111081 h 152577"/>
                <a:gd name="connsiteX4" fmla="*/ 11502 w 130993"/>
                <a:gd name="connsiteY4" fmla="*/ 113635 h 152577"/>
                <a:gd name="connsiteX5" fmla="*/ 0 w 130993"/>
                <a:gd name="connsiteY5" fmla="*/ 152577 h 152577"/>
                <a:gd name="connsiteX6" fmla="*/ 130994 w 130993"/>
                <a:gd name="connsiteY6" fmla="*/ 152577 h 152577"/>
                <a:gd name="connsiteX7" fmla="*/ 119492 w 130993"/>
                <a:gd name="connsiteY7" fmla="*/ 113635 h 152577"/>
                <a:gd name="connsiteX8" fmla="*/ 120131 w 130993"/>
                <a:gd name="connsiteY8" fmla="*/ 111081 h 152577"/>
                <a:gd name="connsiteX9" fmla="*/ 65817 w 130993"/>
                <a:gd name="connsiteY9" fmla="*/ 72777 h 152577"/>
                <a:gd name="connsiteX10" fmla="*/ 88181 w 130993"/>
                <a:gd name="connsiteY10" fmla="*/ 95121 h 152577"/>
                <a:gd name="connsiteX11" fmla="*/ 72207 w 130993"/>
                <a:gd name="connsiteY11" fmla="*/ 116188 h 152577"/>
                <a:gd name="connsiteX12" fmla="*/ 72207 w 130993"/>
                <a:gd name="connsiteY12" fmla="*/ 121296 h 152577"/>
                <a:gd name="connsiteX13" fmla="*/ 65817 w 130993"/>
                <a:gd name="connsiteY13" fmla="*/ 127680 h 152577"/>
                <a:gd name="connsiteX14" fmla="*/ 59427 w 130993"/>
                <a:gd name="connsiteY14" fmla="*/ 121296 h 152577"/>
                <a:gd name="connsiteX15" fmla="*/ 59427 w 130993"/>
                <a:gd name="connsiteY15" fmla="*/ 116188 h 152577"/>
                <a:gd name="connsiteX16" fmla="*/ 43452 w 130993"/>
                <a:gd name="connsiteY16" fmla="*/ 95121 h 152577"/>
                <a:gd name="connsiteX17" fmla="*/ 49842 w 130993"/>
                <a:gd name="connsiteY17" fmla="*/ 88737 h 152577"/>
                <a:gd name="connsiteX18" fmla="*/ 56232 w 130993"/>
                <a:gd name="connsiteY18" fmla="*/ 95121 h 152577"/>
                <a:gd name="connsiteX19" fmla="*/ 65817 w 130993"/>
                <a:gd name="connsiteY19" fmla="*/ 104697 h 152577"/>
                <a:gd name="connsiteX20" fmla="*/ 75402 w 130993"/>
                <a:gd name="connsiteY20" fmla="*/ 95121 h 152577"/>
                <a:gd name="connsiteX21" fmla="*/ 65817 w 130993"/>
                <a:gd name="connsiteY21" fmla="*/ 85545 h 152577"/>
                <a:gd name="connsiteX22" fmla="*/ 43452 w 130993"/>
                <a:gd name="connsiteY22" fmla="*/ 63201 h 152577"/>
                <a:gd name="connsiteX23" fmla="*/ 59427 w 130993"/>
                <a:gd name="connsiteY23" fmla="*/ 41496 h 152577"/>
                <a:gd name="connsiteX24" fmla="*/ 59427 w 130993"/>
                <a:gd name="connsiteY24" fmla="*/ 36389 h 152577"/>
                <a:gd name="connsiteX25" fmla="*/ 65817 w 130993"/>
                <a:gd name="connsiteY25" fmla="*/ 30005 h 152577"/>
                <a:gd name="connsiteX26" fmla="*/ 72207 w 130993"/>
                <a:gd name="connsiteY26" fmla="*/ 36389 h 152577"/>
                <a:gd name="connsiteX27" fmla="*/ 72207 w 130993"/>
                <a:gd name="connsiteY27" fmla="*/ 41496 h 152577"/>
                <a:gd name="connsiteX28" fmla="*/ 88181 w 130993"/>
                <a:gd name="connsiteY28" fmla="*/ 63201 h 152577"/>
                <a:gd name="connsiteX29" fmla="*/ 81792 w 130993"/>
                <a:gd name="connsiteY29" fmla="*/ 69585 h 152577"/>
                <a:gd name="connsiteX30" fmla="*/ 75402 w 130993"/>
                <a:gd name="connsiteY30" fmla="*/ 63201 h 152577"/>
                <a:gd name="connsiteX31" fmla="*/ 65817 w 130993"/>
                <a:gd name="connsiteY31" fmla="*/ 53625 h 152577"/>
                <a:gd name="connsiteX32" fmla="*/ 56232 w 130993"/>
                <a:gd name="connsiteY32" fmla="*/ 63201 h 152577"/>
                <a:gd name="connsiteX33" fmla="*/ 65817 w 130993"/>
                <a:gd name="connsiteY33" fmla="*/ 72777 h 15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0993" h="152577">
                  <a:moveTo>
                    <a:pt x="120131" y="111081"/>
                  </a:moveTo>
                  <a:cubicBezTo>
                    <a:pt x="121409" y="108528"/>
                    <a:pt x="146330" y="55541"/>
                    <a:pt x="79874" y="0"/>
                  </a:cubicBezTo>
                  <a:lnTo>
                    <a:pt x="51119" y="0"/>
                  </a:lnTo>
                  <a:cubicBezTo>
                    <a:pt x="-15335" y="55541"/>
                    <a:pt x="9585" y="109166"/>
                    <a:pt x="10863" y="111081"/>
                  </a:cubicBezTo>
                  <a:cubicBezTo>
                    <a:pt x="11502" y="111720"/>
                    <a:pt x="11502" y="112996"/>
                    <a:pt x="11502" y="113635"/>
                  </a:cubicBezTo>
                  <a:cubicBezTo>
                    <a:pt x="11502" y="123849"/>
                    <a:pt x="4473" y="141724"/>
                    <a:pt x="0" y="152577"/>
                  </a:cubicBezTo>
                  <a:lnTo>
                    <a:pt x="130994" y="152577"/>
                  </a:lnTo>
                  <a:cubicBezTo>
                    <a:pt x="126521" y="141724"/>
                    <a:pt x="119492" y="123849"/>
                    <a:pt x="119492" y="113635"/>
                  </a:cubicBezTo>
                  <a:cubicBezTo>
                    <a:pt x="119492" y="112996"/>
                    <a:pt x="119492" y="112358"/>
                    <a:pt x="120131" y="111081"/>
                  </a:cubicBezTo>
                  <a:close/>
                  <a:moveTo>
                    <a:pt x="65817" y="72777"/>
                  </a:moveTo>
                  <a:cubicBezTo>
                    <a:pt x="78597" y="72777"/>
                    <a:pt x="88181" y="82992"/>
                    <a:pt x="88181" y="95121"/>
                  </a:cubicBezTo>
                  <a:cubicBezTo>
                    <a:pt x="88181" y="105336"/>
                    <a:pt x="81153" y="113635"/>
                    <a:pt x="72207" y="116188"/>
                  </a:cubicBezTo>
                  <a:lnTo>
                    <a:pt x="72207" y="121296"/>
                  </a:lnTo>
                  <a:cubicBezTo>
                    <a:pt x="72207" y="125126"/>
                    <a:pt x="69650" y="127680"/>
                    <a:pt x="65817" y="127680"/>
                  </a:cubicBezTo>
                  <a:cubicBezTo>
                    <a:pt x="61983" y="127680"/>
                    <a:pt x="59427" y="125126"/>
                    <a:pt x="59427" y="121296"/>
                  </a:cubicBezTo>
                  <a:lnTo>
                    <a:pt x="59427" y="116188"/>
                  </a:lnTo>
                  <a:cubicBezTo>
                    <a:pt x="50481" y="113635"/>
                    <a:pt x="43452" y="104697"/>
                    <a:pt x="43452" y="95121"/>
                  </a:cubicBezTo>
                  <a:cubicBezTo>
                    <a:pt x="43452" y="91291"/>
                    <a:pt x="46008" y="88737"/>
                    <a:pt x="49842" y="88737"/>
                  </a:cubicBezTo>
                  <a:cubicBezTo>
                    <a:pt x="53676" y="88737"/>
                    <a:pt x="56232" y="91291"/>
                    <a:pt x="56232" y="95121"/>
                  </a:cubicBezTo>
                  <a:cubicBezTo>
                    <a:pt x="56232" y="100229"/>
                    <a:pt x="60704" y="104697"/>
                    <a:pt x="65817" y="104697"/>
                  </a:cubicBezTo>
                  <a:cubicBezTo>
                    <a:pt x="71568" y="104697"/>
                    <a:pt x="75402" y="100229"/>
                    <a:pt x="75402" y="95121"/>
                  </a:cubicBezTo>
                  <a:cubicBezTo>
                    <a:pt x="75402" y="89376"/>
                    <a:pt x="70929" y="85545"/>
                    <a:pt x="65817" y="85545"/>
                  </a:cubicBezTo>
                  <a:cubicBezTo>
                    <a:pt x="53676" y="85545"/>
                    <a:pt x="43452" y="75331"/>
                    <a:pt x="43452" y="63201"/>
                  </a:cubicBezTo>
                  <a:cubicBezTo>
                    <a:pt x="43452" y="52987"/>
                    <a:pt x="50481" y="44688"/>
                    <a:pt x="59427" y="41496"/>
                  </a:cubicBezTo>
                  <a:lnTo>
                    <a:pt x="59427" y="36389"/>
                  </a:lnTo>
                  <a:cubicBezTo>
                    <a:pt x="59427" y="32558"/>
                    <a:pt x="61983" y="30005"/>
                    <a:pt x="65817" y="30005"/>
                  </a:cubicBezTo>
                  <a:cubicBezTo>
                    <a:pt x="69650" y="30005"/>
                    <a:pt x="72207" y="32558"/>
                    <a:pt x="72207" y="36389"/>
                  </a:cubicBezTo>
                  <a:lnTo>
                    <a:pt x="72207" y="41496"/>
                  </a:lnTo>
                  <a:cubicBezTo>
                    <a:pt x="81792" y="44049"/>
                    <a:pt x="88181" y="52987"/>
                    <a:pt x="88181" y="63201"/>
                  </a:cubicBezTo>
                  <a:cubicBezTo>
                    <a:pt x="88181" y="67032"/>
                    <a:pt x="85625" y="69585"/>
                    <a:pt x="81792" y="69585"/>
                  </a:cubicBezTo>
                  <a:cubicBezTo>
                    <a:pt x="77958" y="69585"/>
                    <a:pt x="75402" y="67032"/>
                    <a:pt x="75402" y="63201"/>
                  </a:cubicBezTo>
                  <a:cubicBezTo>
                    <a:pt x="75402" y="57456"/>
                    <a:pt x="70929" y="53625"/>
                    <a:pt x="65817" y="53625"/>
                  </a:cubicBezTo>
                  <a:cubicBezTo>
                    <a:pt x="60704" y="53625"/>
                    <a:pt x="56232" y="58094"/>
                    <a:pt x="56232" y="63201"/>
                  </a:cubicBezTo>
                  <a:cubicBezTo>
                    <a:pt x="56232" y="68309"/>
                    <a:pt x="60066" y="72777"/>
                    <a:pt x="65817" y="72777"/>
                  </a:cubicBezTo>
                  <a:close/>
                </a:path>
              </a:pathLst>
            </a:custGeom>
            <a:solidFill>
              <a:srgbClr val="007680"/>
            </a:solidFill>
            <a:ln w="6390" cap="flat">
              <a:noFill/>
              <a:prstDash val="solid"/>
              <a:miter/>
            </a:ln>
          </p:spPr>
          <p:txBody>
            <a:bodyPr rtlCol="0" anchor="ctr"/>
            <a:lstStyle/>
            <a:p>
              <a:endParaRPr lang="en-US"/>
            </a:p>
          </p:txBody>
        </p:sp>
        <p:sp>
          <p:nvSpPr>
            <p:cNvPr id="534" name="Graphic 4">
              <a:extLst>
                <a:ext uri="{FF2B5EF4-FFF2-40B4-BE49-F238E27FC236}">
                  <a16:creationId xmlns:a16="http://schemas.microsoft.com/office/drawing/2014/main" id="{813A7104-089F-2741-B86C-AC4DE1FD09B3}"/>
                </a:ext>
              </a:extLst>
            </p:cNvPr>
            <p:cNvSpPr/>
            <p:nvPr/>
          </p:nvSpPr>
          <p:spPr>
            <a:xfrm>
              <a:off x="9279466" y="918179"/>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261349 w 361671"/>
                <a:gd name="connsiteY5" fmla="*/ 286002 h 361333"/>
                <a:gd name="connsiteX6" fmla="*/ 256237 w 361671"/>
                <a:gd name="connsiteY6" fmla="*/ 289194 h 361333"/>
                <a:gd name="connsiteX7" fmla="*/ 105434 w 361671"/>
                <a:gd name="connsiteY7" fmla="*/ 289194 h 361333"/>
                <a:gd name="connsiteX8" fmla="*/ 100322 w 361671"/>
                <a:gd name="connsiteY8" fmla="*/ 286002 h 361333"/>
                <a:gd name="connsiteX9" fmla="*/ 99684 w 361671"/>
                <a:gd name="connsiteY9" fmla="*/ 279618 h 361333"/>
                <a:gd name="connsiteX10" fmla="*/ 114380 w 361671"/>
                <a:gd name="connsiteY10" fmla="*/ 238123 h 361333"/>
                <a:gd name="connsiteX11" fmla="*/ 155276 w 361671"/>
                <a:gd name="connsiteY11" fmla="*/ 116188 h 361333"/>
                <a:gd name="connsiteX12" fmla="*/ 131633 w 361671"/>
                <a:gd name="connsiteY12" fmla="*/ 90653 h 361333"/>
                <a:gd name="connsiteX13" fmla="*/ 130355 w 361671"/>
                <a:gd name="connsiteY13" fmla="*/ 84907 h 361333"/>
                <a:gd name="connsiteX14" fmla="*/ 139940 w 361671"/>
                <a:gd name="connsiteY14" fmla="*/ 74693 h 361333"/>
                <a:gd name="connsiteX15" fmla="*/ 182113 w 361671"/>
                <a:gd name="connsiteY15" fmla="*/ 79800 h 361333"/>
                <a:gd name="connsiteX16" fmla="*/ 224287 w 361671"/>
                <a:gd name="connsiteY16" fmla="*/ 74693 h 361333"/>
                <a:gd name="connsiteX17" fmla="*/ 233872 w 361671"/>
                <a:gd name="connsiteY17" fmla="*/ 84907 h 361333"/>
                <a:gd name="connsiteX18" fmla="*/ 232594 w 361671"/>
                <a:gd name="connsiteY18" fmla="*/ 90653 h 361333"/>
                <a:gd name="connsiteX19" fmla="*/ 208951 w 361671"/>
                <a:gd name="connsiteY19" fmla="*/ 116188 h 361333"/>
                <a:gd name="connsiteX20" fmla="*/ 255597 w 361671"/>
                <a:gd name="connsiteY20" fmla="*/ 199180 h 361333"/>
                <a:gd name="connsiteX21" fmla="*/ 249847 w 361671"/>
                <a:gd name="connsiteY21" fmla="*/ 238761 h 361333"/>
                <a:gd name="connsiteX22" fmla="*/ 264544 w 361671"/>
                <a:gd name="connsiteY22" fmla="*/ 279618 h 361333"/>
                <a:gd name="connsiteX23" fmla="*/ 261349 w 361671"/>
                <a:gd name="connsiteY23" fmla="*/ 28600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1671" h="361333">
                  <a:moveTo>
                    <a:pt x="180836" y="0"/>
                  </a:moveTo>
                  <a:cubicBezTo>
                    <a:pt x="80514" y="0"/>
                    <a:pt x="0" y="81077"/>
                    <a:pt x="0" y="180667"/>
                  </a:cubicBezTo>
                  <a:cubicBezTo>
                    <a:pt x="0" y="280257"/>
                    <a:pt x="81153" y="361333"/>
                    <a:pt x="180836" y="361333"/>
                  </a:cubicBezTo>
                  <a:cubicBezTo>
                    <a:pt x="281157" y="361333"/>
                    <a:pt x="361671" y="280257"/>
                    <a:pt x="361671" y="180667"/>
                  </a:cubicBezTo>
                  <a:cubicBezTo>
                    <a:pt x="361671" y="81077"/>
                    <a:pt x="280518" y="0"/>
                    <a:pt x="180836" y="0"/>
                  </a:cubicBezTo>
                  <a:close/>
                  <a:moveTo>
                    <a:pt x="261349" y="286002"/>
                  </a:moveTo>
                  <a:cubicBezTo>
                    <a:pt x="260071" y="287918"/>
                    <a:pt x="258154" y="289194"/>
                    <a:pt x="256237" y="289194"/>
                  </a:cubicBezTo>
                  <a:lnTo>
                    <a:pt x="105434" y="289194"/>
                  </a:lnTo>
                  <a:cubicBezTo>
                    <a:pt x="103517" y="289194"/>
                    <a:pt x="100961" y="287918"/>
                    <a:pt x="100322" y="286002"/>
                  </a:cubicBezTo>
                  <a:cubicBezTo>
                    <a:pt x="99044" y="284087"/>
                    <a:pt x="99044" y="281534"/>
                    <a:pt x="99684" y="279618"/>
                  </a:cubicBezTo>
                  <a:cubicBezTo>
                    <a:pt x="103517" y="271319"/>
                    <a:pt x="113102" y="248975"/>
                    <a:pt x="114380" y="238123"/>
                  </a:cubicBezTo>
                  <a:cubicBezTo>
                    <a:pt x="109907" y="227908"/>
                    <a:pt x="91376" y="171729"/>
                    <a:pt x="155276" y="116188"/>
                  </a:cubicBezTo>
                  <a:lnTo>
                    <a:pt x="131633" y="90653"/>
                  </a:lnTo>
                  <a:cubicBezTo>
                    <a:pt x="130355" y="88737"/>
                    <a:pt x="129716" y="86822"/>
                    <a:pt x="130355" y="84907"/>
                  </a:cubicBezTo>
                  <a:cubicBezTo>
                    <a:pt x="130355" y="83630"/>
                    <a:pt x="132272" y="77885"/>
                    <a:pt x="139940" y="74693"/>
                  </a:cubicBezTo>
                  <a:cubicBezTo>
                    <a:pt x="149525" y="70224"/>
                    <a:pt x="163583" y="72139"/>
                    <a:pt x="182113" y="79800"/>
                  </a:cubicBezTo>
                  <a:cubicBezTo>
                    <a:pt x="200644" y="72139"/>
                    <a:pt x="214703" y="70224"/>
                    <a:pt x="224287" y="74693"/>
                  </a:cubicBezTo>
                  <a:cubicBezTo>
                    <a:pt x="231316" y="77885"/>
                    <a:pt x="233233" y="83630"/>
                    <a:pt x="233872" y="84907"/>
                  </a:cubicBezTo>
                  <a:cubicBezTo>
                    <a:pt x="234511" y="86822"/>
                    <a:pt x="233872" y="89376"/>
                    <a:pt x="232594" y="90653"/>
                  </a:cubicBezTo>
                  <a:lnTo>
                    <a:pt x="208951" y="116188"/>
                  </a:lnTo>
                  <a:cubicBezTo>
                    <a:pt x="244735" y="147470"/>
                    <a:pt x="254320" y="178113"/>
                    <a:pt x="255597" y="199180"/>
                  </a:cubicBezTo>
                  <a:cubicBezTo>
                    <a:pt x="256876" y="218971"/>
                    <a:pt x="251764" y="233654"/>
                    <a:pt x="249847" y="238761"/>
                  </a:cubicBezTo>
                  <a:cubicBezTo>
                    <a:pt x="250486" y="249614"/>
                    <a:pt x="260071" y="271958"/>
                    <a:pt x="264544" y="279618"/>
                  </a:cubicBezTo>
                  <a:cubicBezTo>
                    <a:pt x="262627" y="281534"/>
                    <a:pt x="262627" y="284087"/>
                    <a:pt x="261349" y="286002"/>
                  </a:cubicBezTo>
                  <a:close/>
                </a:path>
              </a:pathLst>
            </a:custGeom>
            <a:solidFill>
              <a:srgbClr val="007680"/>
            </a:solidFill>
            <a:ln w="6390" cap="flat">
              <a:noFill/>
              <a:prstDash val="solid"/>
              <a:miter/>
            </a:ln>
          </p:spPr>
          <p:txBody>
            <a:bodyPr rtlCol="0" anchor="ctr"/>
            <a:lstStyle/>
            <a:p>
              <a:endParaRPr lang="en-US"/>
            </a:p>
          </p:txBody>
        </p:sp>
      </p:grpSp>
      <p:sp>
        <p:nvSpPr>
          <p:cNvPr id="535" name="Graphic 4">
            <a:extLst>
              <a:ext uri="{FF2B5EF4-FFF2-40B4-BE49-F238E27FC236}">
                <a16:creationId xmlns:a16="http://schemas.microsoft.com/office/drawing/2014/main" id="{382DF1DC-1523-2A49-9EBD-CBB77ED357E7}"/>
              </a:ext>
            </a:extLst>
          </p:cNvPr>
          <p:cNvSpPr/>
          <p:nvPr/>
        </p:nvSpPr>
        <p:spPr>
          <a:xfrm>
            <a:off x="905454"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28438 w 361670"/>
              <a:gd name="connsiteY5" fmla="*/ 102144 h 361333"/>
              <a:gd name="connsiteX6" fmla="*/ 146330 w 361670"/>
              <a:gd name="connsiteY6" fmla="*/ 120019 h 361333"/>
              <a:gd name="connsiteX7" fmla="*/ 128438 w 361670"/>
              <a:gd name="connsiteY7" fmla="*/ 137894 h 361333"/>
              <a:gd name="connsiteX8" fmla="*/ 110546 w 361670"/>
              <a:gd name="connsiteY8" fmla="*/ 120019 h 361333"/>
              <a:gd name="connsiteX9" fmla="*/ 128438 w 361670"/>
              <a:gd name="connsiteY9" fmla="*/ 102144 h 361333"/>
              <a:gd name="connsiteX10" fmla="*/ 239623 w 361670"/>
              <a:gd name="connsiteY10" fmla="*/ 258551 h 361333"/>
              <a:gd name="connsiteX11" fmla="*/ 221731 w 361670"/>
              <a:gd name="connsiteY11" fmla="*/ 240676 h 361333"/>
              <a:gd name="connsiteX12" fmla="*/ 239623 w 361670"/>
              <a:gd name="connsiteY12" fmla="*/ 222801 h 361333"/>
              <a:gd name="connsiteX13" fmla="*/ 257514 w 361670"/>
              <a:gd name="connsiteY13" fmla="*/ 240676 h 361333"/>
              <a:gd name="connsiteX14" fmla="*/ 239623 w 361670"/>
              <a:gd name="connsiteY14" fmla="*/ 258551 h 361333"/>
              <a:gd name="connsiteX15" fmla="*/ 265821 w 361670"/>
              <a:gd name="connsiteY15" fmla="*/ 104697 h 361333"/>
              <a:gd name="connsiteX16" fmla="*/ 104795 w 361670"/>
              <a:gd name="connsiteY16" fmla="*/ 265574 h 361333"/>
              <a:gd name="connsiteX17" fmla="*/ 100322 w 361670"/>
              <a:gd name="connsiteY17" fmla="*/ 267489 h 361333"/>
              <a:gd name="connsiteX18" fmla="*/ 95849 w 361670"/>
              <a:gd name="connsiteY18" fmla="*/ 265574 h 361333"/>
              <a:gd name="connsiteX19" fmla="*/ 95849 w 361670"/>
              <a:gd name="connsiteY19" fmla="*/ 256636 h 361333"/>
              <a:gd name="connsiteX20" fmla="*/ 256875 w 361670"/>
              <a:gd name="connsiteY20" fmla="*/ 95760 h 361333"/>
              <a:gd name="connsiteX21" fmla="*/ 265821 w 361670"/>
              <a:gd name="connsiteY21" fmla="*/ 95760 h 361333"/>
              <a:gd name="connsiteX22" fmla="*/ 265821 w 361670"/>
              <a:gd name="connsiteY22" fmla="*/ 10469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257"/>
                  <a:pt x="361670" y="180667"/>
                </a:cubicBezTo>
                <a:cubicBezTo>
                  <a:pt x="361670" y="81076"/>
                  <a:pt x="281157" y="0"/>
                  <a:pt x="180835" y="0"/>
                </a:cubicBezTo>
                <a:close/>
                <a:moveTo>
                  <a:pt x="128438" y="102144"/>
                </a:moveTo>
                <a:cubicBezTo>
                  <a:pt x="138662" y="102144"/>
                  <a:pt x="146330" y="110443"/>
                  <a:pt x="146330" y="120019"/>
                </a:cubicBezTo>
                <a:cubicBezTo>
                  <a:pt x="146330" y="129595"/>
                  <a:pt x="138023" y="137894"/>
                  <a:pt x="128438" y="137894"/>
                </a:cubicBezTo>
                <a:cubicBezTo>
                  <a:pt x="118853" y="137894"/>
                  <a:pt x="110546" y="129595"/>
                  <a:pt x="110546" y="120019"/>
                </a:cubicBezTo>
                <a:cubicBezTo>
                  <a:pt x="110546" y="110443"/>
                  <a:pt x="118853" y="102144"/>
                  <a:pt x="128438" y="102144"/>
                </a:cubicBezTo>
                <a:close/>
                <a:moveTo>
                  <a:pt x="239623" y="258551"/>
                </a:moveTo>
                <a:cubicBezTo>
                  <a:pt x="229399" y="258551"/>
                  <a:pt x="221731" y="250252"/>
                  <a:pt x="221731" y="240676"/>
                </a:cubicBezTo>
                <a:cubicBezTo>
                  <a:pt x="221731" y="231100"/>
                  <a:pt x="230038" y="222801"/>
                  <a:pt x="239623" y="222801"/>
                </a:cubicBezTo>
                <a:cubicBezTo>
                  <a:pt x="249208" y="222801"/>
                  <a:pt x="257514" y="231100"/>
                  <a:pt x="257514" y="240676"/>
                </a:cubicBezTo>
                <a:cubicBezTo>
                  <a:pt x="257514" y="250252"/>
                  <a:pt x="249208" y="258551"/>
                  <a:pt x="239623" y="258551"/>
                </a:cubicBezTo>
                <a:close/>
                <a:moveTo>
                  <a:pt x="265821" y="104697"/>
                </a:moveTo>
                <a:lnTo>
                  <a:pt x="104795" y="265574"/>
                </a:lnTo>
                <a:cubicBezTo>
                  <a:pt x="103517" y="266850"/>
                  <a:pt x="101600" y="267489"/>
                  <a:pt x="100322" y="267489"/>
                </a:cubicBezTo>
                <a:cubicBezTo>
                  <a:pt x="99044" y="267489"/>
                  <a:pt x="97127" y="266850"/>
                  <a:pt x="95849" y="265574"/>
                </a:cubicBezTo>
                <a:cubicBezTo>
                  <a:pt x="93293" y="263020"/>
                  <a:pt x="93293" y="259190"/>
                  <a:pt x="95849" y="256636"/>
                </a:cubicBezTo>
                <a:lnTo>
                  <a:pt x="256875" y="95760"/>
                </a:lnTo>
                <a:cubicBezTo>
                  <a:pt x="259431" y="93206"/>
                  <a:pt x="263265" y="93206"/>
                  <a:pt x="265821" y="95760"/>
                </a:cubicBezTo>
                <a:cubicBezTo>
                  <a:pt x="268377" y="98313"/>
                  <a:pt x="268377" y="102782"/>
                  <a:pt x="265821" y="104697"/>
                </a:cubicBezTo>
                <a:close/>
              </a:path>
            </a:pathLst>
          </a:custGeom>
          <a:solidFill>
            <a:srgbClr val="004F59"/>
          </a:solidFill>
          <a:ln w="6390" cap="flat">
            <a:noFill/>
            <a:prstDash val="solid"/>
            <a:miter/>
          </a:ln>
        </p:spPr>
        <p:txBody>
          <a:bodyPr rtlCol="0" anchor="ctr"/>
          <a:lstStyle/>
          <a:p>
            <a:endParaRPr lang="en-US"/>
          </a:p>
        </p:txBody>
      </p:sp>
      <p:grpSp>
        <p:nvGrpSpPr>
          <p:cNvPr id="536" name="Graphic 4">
            <a:extLst>
              <a:ext uri="{FF2B5EF4-FFF2-40B4-BE49-F238E27FC236}">
                <a16:creationId xmlns:a16="http://schemas.microsoft.com/office/drawing/2014/main" id="{1C49D3F8-085D-2942-BDF1-91063221C0AF}"/>
              </a:ext>
            </a:extLst>
          </p:cNvPr>
          <p:cNvGrpSpPr/>
          <p:nvPr/>
        </p:nvGrpSpPr>
        <p:grpSpPr>
          <a:xfrm>
            <a:off x="905454" y="1402085"/>
            <a:ext cx="361670" cy="361333"/>
            <a:chOff x="905454" y="1402085"/>
            <a:chExt cx="361670" cy="361333"/>
          </a:xfrm>
          <a:solidFill>
            <a:srgbClr val="004F59"/>
          </a:solidFill>
        </p:grpSpPr>
        <p:sp>
          <p:nvSpPr>
            <p:cNvPr id="537" name="Graphic 4">
              <a:extLst>
                <a:ext uri="{FF2B5EF4-FFF2-40B4-BE49-F238E27FC236}">
                  <a16:creationId xmlns:a16="http://schemas.microsoft.com/office/drawing/2014/main" id="{58C12559-C9EE-D148-852A-1287D7A2B2C5}"/>
                </a:ext>
              </a:extLst>
            </p:cNvPr>
            <p:cNvSpPr/>
            <p:nvPr/>
          </p:nvSpPr>
          <p:spPr>
            <a:xfrm>
              <a:off x="990440" y="1499760"/>
              <a:ext cx="192976" cy="168537"/>
            </a:xfrm>
            <a:custGeom>
              <a:avLst/>
              <a:gdLst>
                <a:gd name="connsiteX0" fmla="*/ 178279 w 192976"/>
                <a:gd name="connsiteY0" fmla="*/ 60648 h 168537"/>
                <a:gd name="connsiteX1" fmla="*/ 151441 w 192976"/>
                <a:gd name="connsiteY1" fmla="*/ 26813 h 168537"/>
                <a:gd name="connsiteX2" fmla="*/ 148247 w 192976"/>
                <a:gd name="connsiteY2" fmla="*/ 19790 h 168537"/>
                <a:gd name="connsiteX3" fmla="*/ 153358 w 192976"/>
                <a:gd name="connsiteY3" fmla="*/ 0 h 168537"/>
                <a:gd name="connsiteX4" fmla="*/ 130994 w 192976"/>
                <a:gd name="connsiteY4" fmla="*/ 16598 h 168537"/>
                <a:gd name="connsiteX5" fmla="*/ 123326 w 192976"/>
                <a:gd name="connsiteY5" fmla="*/ 19790 h 168537"/>
                <a:gd name="connsiteX6" fmla="*/ 81791 w 192976"/>
                <a:gd name="connsiteY6" fmla="*/ 12768 h 168537"/>
                <a:gd name="connsiteX7" fmla="*/ 0 w 192976"/>
                <a:gd name="connsiteY7" fmla="*/ 94483 h 168537"/>
                <a:gd name="connsiteX8" fmla="*/ 9585 w 192976"/>
                <a:gd name="connsiteY8" fmla="*/ 132148 h 168537"/>
                <a:gd name="connsiteX9" fmla="*/ 44091 w 192976"/>
                <a:gd name="connsiteY9" fmla="*/ 168537 h 168537"/>
                <a:gd name="connsiteX10" fmla="*/ 68372 w 192976"/>
                <a:gd name="connsiteY10" fmla="*/ 168537 h 168537"/>
                <a:gd name="connsiteX11" fmla="*/ 68372 w 192976"/>
                <a:gd name="connsiteY11" fmla="*/ 160238 h 168537"/>
                <a:gd name="connsiteX12" fmla="*/ 74762 w 192976"/>
                <a:gd name="connsiteY12" fmla="*/ 153854 h 168537"/>
                <a:gd name="connsiteX13" fmla="*/ 104156 w 192976"/>
                <a:gd name="connsiteY13" fmla="*/ 153854 h 168537"/>
                <a:gd name="connsiteX14" fmla="*/ 110546 w 192976"/>
                <a:gd name="connsiteY14" fmla="*/ 160238 h 168537"/>
                <a:gd name="connsiteX15" fmla="*/ 110546 w 192976"/>
                <a:gd name="connsiteY15" fmla="*/ 168537 h 168537"/>
                <a:gd name="connsiteX16" fmla="*/ 134189 w 192976"/>
                <a:gd name="connsiteY16" fmla="*/ 168537 h 168537"/>
                <a:gd name="connsiteX17" fmla="*/ 134189 w 192976"/>
                <a:gd name="connsiteY17" fmla="*/ 159599 h 168537"/>
                <a:gd name="connsiteX18" fmla="*/ 136106 w 192976"/>
                <a:gd name="connsiteY18" fmla="*/ 155131 h 168537"/>
                <a:gd name="connsiteX19" fmla="*/ 163582 w 192976"/>
                <a:gd name="connsiteY19" fmla="*/ 101505 h 168537"/>
                <a:gd name="connsiteX20" fmla="*/ 169972 w 192976"/>
                <a:gd name="connsiteY20" fmla="*/ 95760 h 168537"/>
                <a:gd name="connsiteX21" fmla="*/ 192976 w 192976"/>
                <a:gd name="connsiteY21" fmla="*/ 95760 h 168537"/>
                <a:gd name="connsiteX22" fmla="*/ 192976 w 192976"/>
                <a:gd name="connsiteY22" fmla="*/ 64478 h 168537"/>
                <a:gd name="connsiteX23" fmla="*/ 184669 w 192976"/>
                <a:gd name="connsiteY23" fmla="*/ 64478 h 168537"/>
                <a:gd name="connsiteX24" fmla="*/ 178279 w 192976"/>
                <a:gd name="connsiteY24" fmla="*/ 60648 h 168537"/>
                <a:gd name="connsiteX25" fmla="*/ 75401 w 192976"/>
                <a:gd name="connsiteY25" fmla="*/ 37665 h 168537"/>
                <a:gd name="connsiteX26" fmla="*/ 41535 w 192976"/>
                <a:gd name="connsiteY26" fmla="*/ 55541 h 168537"/>
                <a:gd name="connsiteX27" fmla="*/ 37062 w 192976"/>
                <a:gd name="connsiteY27" fmla="*/ 56817 h 168537"/>
                <a:gd name="connsiteX28" fmla="*/ 31950 w 192976"/>
                <a:gd name="connsiteY28" fmla="*/ 54902 h 168537"/>
                <a:gd name="connsiteX29" fmla="*/ 32589 w 192976"/>
                <a:gd name="connsiteY29" fmla="*/ 45965 h 168537"/>
                <a:gd name="connsiteX30" fmla="*/ 71567 w 192976"/>
                <a:gd name="connsiteY30" fmla="*/ 25536 h 168537"/>
                <a:gd name="connsiteX31" fmla="*/ 79235 w 192976"/>
                <a:gd name="connsiteY31" fmla="*/ 30005 h 168537"/>
                <a:gd name="connsiteX32" fmla="*/ 75401 w 192976"/>
                <a:gd name="connsiteY32" fmla="*/ 37665 h 168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92976" h="168537">
                  <a:moveTo>
                    <a:pt x="178279" y="60648"/>
                  </a:moveTo>
                  <a:cubicBezTo>
                    <a:pt x="178279" y="60648"/>
                    <a:pt x="166777" y="35750"/>
                    <a:pt x="151441" y="26813"/>
                  </a:cubicBezTo>
                  <a:cubicBezTo>
                    <a:pt x="148886" y="25536"/>
                    <a:pt x="147608" y="22344"/>
                    <a:pt x="148247" y="19790"/>
                  </a:cubicBezTo>
                  <a:lnTo>
                    <a:pt x="153358" y="0"/>
                  </a:lnTo>
                  <a:cubicBezTo>
                    <a:pt x="145691" y="1915"/>
                    <a:pt x="136106" y="6384"/>
                    <a:pt x="130994" y="16598"/>
                  </a:cubicBezTo>
                  <a:cubicBezTo>
                    <a:pt x="129716" y="19790"/>
                    <a:pt x="125882" y="21067"/>
                    <a:pt x="123326" y="19790"/>
                  </a:cubicBezTo>
                  <a:cubicBezTo>
                    <a:pt x="110546" y="14683"/>
                    <a:pt x="97766" y="12768"/>
                    <a:pt x="81791" y="12768"/>
                  </a:cubicBezTo>
                  <a:cubicBezTo>
                    <a:pt x="37062" y="12768"/>
                    <a:pt x="0" y="49157"/>
                    <a:pt x="0" y="94483"/>
                  </a:cubicBezTo>
                  <a:cubicBezTo>
                    <a:pt x="0" y="107889"/>
                    <a:pt x="3195" y="120657"/>
                    <a:pt x="9585" y="132148"/>
                  </a:cubicBezTo>
                  <a:cubicBezTo>
                    <a:pt x="22365" y="134064"/>
                    <a:pt x="40896" y="143001"/>
                    <a:pt x="44091" y="168537"/>
                  </a:cubicBezTo>
                  <a:lnTo>
                    <a:pt x="68372" y="168537"/>
                  </a:lnTo>
                  <a:lnTo>
                    <a:pt x="68372" y="160238"/>
                  </a:lnTo>
                  <a:cubicBezTo>
                    <a:pt x="68372" y="156407"/>
                    <a:pt x="70928" y="153854"/>
                    <a:pt x="74762" y="153854"/>
                  </a:cubicBezTo>
                  <a:lnTo>
                    <a:pt x="104156" y="153854"/>
                  </a:lnTo>
                  <a:cubicBezTo>
                    <a:pt x="107990" y="153854"/>
                    <a:pt x="110546" y="156407"/>
                    <a:pt x="110546" y="160238"/>
                  </a:cubicBezTo>
                  <a:lnTo>
                    <a:pt x="110546" y="168537"/>
                  </a:lnTo>
                  <a:lnTo>
                    <a:pt x="134189" y="168537"/>
                  </a:lnTo>
                  <a:lnTo>
                    <a:pt x="134189" y="159599"/>
                  </a:lnTo>
                  <a:cubicBezTo>
                    <a:pt x="134189" y="157684"/>
                    <a:pt x="134828" y="156407"/>
                    <a:pt x="136106" y="155131"/>
                  </a:cubicBezTo>
                  <a:cubicBezTo>
                    <a:pt x="152081" y="139171"/>
                    <a:pt x="161665" y="120019"/>
                    <a:pt x="163582" y="101505"/>
                  </a:cubicBezTo>
                  <a:cubicBezTo>
                    <a:pt x="163582" y="98313"/>
                    <a:pt x="166777" y="95760"/>
                    <a:pt x="169972" y="95760"/>
                  </a:cubicBezTo>
                  <a:lnTo>
                    <a:pt x="192976" y="95760"/>
                  </a:lnTo>
                  <a:lnTo>
                    <a:pt x="192976" y="64478"/>
                  </a:lnTo>
                  <a:lnTo>
                    <a:pt x="184669" y="64478"/>
                  </a:lnTo>
                  <a:cubicBezTo>
                    <a:pt x="181474" y="64478"/>
                    <a:pt x="179557" y="62563"/>
                    <a:pt x="178279" y="60648"/>
                  </a:cubicBezTo>
                  <a:close/>
                  <a:moveTo>
                    <a:pt x="75401" y="37665"/>
                  </a:moveTo>
                  <a:cubicBezTo>
                    <a:pt x="63260" y="40857"/>
                    <a:pt x="51759" y="47241"/>
                    <a:pt x="41535" y="55541"/>
                  </a:cubicBezTo>
                  <a:cubicBezTo>
                    <a:pt x="40257" y="56817"/>
                    <a:pt x="38979" y="56817"/>
                    <a:pt x="37062" y="56817"/>
                  </a:cubicBezTo>
                  <a:cubicBezTo>
                    <a:pt x="35145" y="56817"/>
                    <a:pt x="33228" y="56179"/>
                    <a:pt x="31950" y="54902"/>
                  </a:cubicBezTo>
                  <a:cubicBezTo>
                    <a:pt x="29394" y="52349"/>
                    <a:pt x="30033" y="48518"/>
                    <a:pt x="32589" y="45965"/>
                  </a:cubicBezTo>
                  <a:cubicBezTo>
                    <a:pt x="43452" y="36389"/>
                    <a:pt x="56870" y="28728"/>
                    <a:pt x="71567" y="25536"/>
                  </a:cubicBezTo>
                  <a:cubicBezTo>
                    <a:pt x="74762" y="24897"/>
                    <a:pt x="78596" y="26813"/>
                    <a:pt x="79235" y="30005"/>
                  </a:cubicBezTo>
                  <a:cubicBezTo>
                    <a:pt x="81152" y="33197"/>
                    <a:pt x="79235" y="36389"/>
                    <a:pt x="75401" y="37665"/>
                  </a:cubicBezTo>
                  <a:close/>
                </a:path>
              </a:pathLst>
            </a:custGeom>
            <a:solidFill>
              <a:srgbClr val="004F59"/>
            </a:solidFill>
            <a:ln w="6390" cap="flat">
              <a:noFill/>
              <a:prstDash val="solid"/>
              <a:miter/>
            </a:ln>
          </p:spPr>
          <p:txBody>
            <a:bodyPr rtlCol="0" anchor="ctr"/>
            <a:lstStyle/>
            <a:p>
              <a:endParaRPr lang="en-US"/>
            </a:p>
          </p:txBody>
        </p:sp>
        <p:sp>
          <p:nvSpPr>
            <p:cNvPr id="538" name="Graphic 4">
              <a:extLst>
                <a:ext uri="{FF2B5EF4-FFF2-40B4-BE49-F238E27FC236}">
                  <a16:creationId xmlns:a16="http://schemas.microsoft.com/office/drawing/2014/main" id="{033B826E-B6ED-A34E-9548-BBB3F1D3B387}"/>
                </a:ext>
              </a:extLst>
            </p:cNvPr>
            <p:cNvSpPr/>
            <p:nvPr/>
          </p:nvSpPr>
          <p:spPr>
            <a:xfrm>
              <a:off x="905454"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90103 w 361670"/>
                <a:gd name="connsiteY5" fmla="*/ 199819 h 361333"/>
                <a:gd name="connsiteX6" fmla="*/ 283713 w 361670"/>
                <a:gd name="connsiteY6" fmla="*/ 206203 h 361333"/>
                <a:gd name="connsiteX7" fmla="*/ 259431 w 361670"/>
                <a:gd name="connsiteY7" fmla="*/ 206203 h 361333"/>
                <a:gd name="connsiteX8" fmla="*/ 231316 w 361670"/>
                <a:gd name="connsiteY8" fmla="*/ 260466 h 361333"/>
                <a:gd name="connsiteX9" fmla="*/ 231316 w 361670"/>
                <a:gd name="connsiteY9" fmla="*/ 273234 h 361333"/>
                <a:gd name="connsiteX10" fmla="*/ 224926 w 361670"/>
                <a:gd name="connsiteY10" fmla="*/ 279618 h 361333"/>
                <a:gd name="connsiteX11" fmla="*/ 188503 w 361670"/>
                <a:gd name="connsiteY11" fmla="*/ 279618 h 361333"/>
                <a:gd name="connsiteX12" fmla="*/ 182113 w 361670"/>
                <a:gd name="connsiteY12" fmla="*/ 273234 h 361333"/>
                <a:gd name="connsiteX13" fmla="*/ 182113 w 361670"/>
                <a:gd name="connsiteY13" fmla="*/ 264935 h 361333"/>
                <a:gd name="connsiteX14" fmla="*/ 165499 w 361670"/>
                <a:gd name="connsiteY14" fmla="*/ 264935 h 361333"/>
                <a:gd name="connsiteX15" fmla="*/ 165499 w 361670"/>
                <a:gd name="connsiteY15" fmla="*/ 273234 h 361333"/>
                <a:gd name="connsiteX16" fmla="*/ 159110 w 361670"/>
                <a:gd name="connsiteY16" fmla="*/ 279618 h 361333"/>
                <a:gd name="connsiteX17" fmla="*/ 122687 w 361670"/>
                <a:gd name="connsiteY17" fmla="*/ 279618 h 361333"/>
                <a:gd name="connsiteX18" fmla="*/ 116297 w 361670"/>
                <a:gd name="connsiteY18" fmla="*/ 273234 h 361333"/>
                <a:gd name="connsiteX19" fmla="*/ 90098 w 361670"/>
                <a:gd name="connsiteY19" fmla="*/ 243230 h 361333"/>
                <a:gd name="connsiteX20" fmla="*/ 84986 w 361670"/>
                <a:gd name="connsiteY20" fmla="*/ 240038 h 361333"/>
                <a:gd name="connsiteX21" fmla="*/ 72206 w 361670"/>
                <a:gd name="connsiteY21" fmla="*/ 192796 h 361333"/>
                <a:gd name="connsiteX22" fmla="*/ 166777 w 361670"/>
                <a:gd name="connsiteY22" fmla="*/ 98313 h 361333"/>
                <a:gd name="connsiteX23" fmla="*/ 207673 w 361670"/>
                <a:gd name="connsiteY23" fmla="*/ 104059 h 361333"/>
                <a:gd name="connsiteX24" fmla="*/ 246652 w 361670"/>
                <a:gd name="connsiteY24" fmla="*/ 83630 h 361333"/>
                <a:gd name="connsiteX25" fmla="*/ 251764 w 361670"/>
                <a:gd name="connsiteY25" fmla="*/ 86184 h 361333"/>
                <a:gd name="connsiteX26" fmla="*/ 253042 w 361670"/>
                <a:gd name="connsiteY26" fmla="*/ 91929 h 361333"/>
                <a:gd name="connsiteX27" fmla="*/ 246652 w 361670"/>
                <a:gd name="connsiteY27" fmla="*/ 116827 h 361333"/>
                <a:gd name="connsiteX28" fmla="*/ 272850 w 361670"/>
                <a:gd name="connsiteY28" fmla="*/ 150024 h 361333"/>
                <a:gd name="connsiteX29" fmla="*/ 283713 w 361670"/>
                <a:gd name="connsiteY29" fmla="*/ 150024 h 361333"/>
                <a:gd name="connsiteX30" fmla="*/ 290103 w 361670"/>
                <a:gd name="connsiteY30" fmla="*/ 156408 h 361333"/>
                <a:gd name="connsiteX31" fmla="*/ 290103 w 361670"/>
                <a:gd name="connsiteY31" fmla="*/ 19981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290103" y="199819"/>
                  </a:moveTo>
                  <a:cubicBezTo>
                    <a:pt x="290103" y="203649"/>
                    <a:pt x="287547" y="206203"/>
                    <a:pt x="283713" y="206203"/>
                  </a:cubicBezTo>
                  <a:lnTo>
                    <a:pt x="259431" y="206203"/>
                  </a:lnTo>
                  <a:cubicBezTo>
                    <a:pt x="255597" y="231100"/>
                    <a:pt x="240901" y="249614"/>
                    <a:pt x="231316" y="260466"/>
                  </a:cubicBezTo>
                  <a:lnTo>
                    <a:pt x="231316" y="273234"/>
                  </a:lnTo>
                  <a:cubicBezTo>
                    <a:pt x="231316" y="277065"/>
                    <a:pt x="228760" y="279618"/>
                    <a:pt x="224926" y="279618"/>
                  </a:cubicBezTo>
                  <a:lnTo>
                    <a:pt x="188503" y="279618"/>
                  </a:lnTo>
                  <a:cubicBezTo>
                    <a:pt x="184669" y="279618"/>
                    <a:pt x="182113" y="277065"/>
                    <a:pt x="182113" y="273234"/>
                  </a:cubicBezTo>
                  <a:lnTo>
                    <a:pt x="182113" y="264935"/>
                  </a:lnTo>
                  <a:lnTo>
                    <a:pt x="165499" y="264935"/>
                  </a:lnTo>
                  <a:lnTo>
                    <a:pt x="165499" y="273234"/>
                  </a:lnTo>
                  <a:cubicBezTo>
                    <a:pt x="165499" y="277065"/>
                    <a:pt x="162943" y="279618"/>
                    <a:pt x="159110" y="279618"/>
                  </a:cubicBezTo>
                  <a:lnTo>
                    <a:pt x="122687" y="279618"/>
                  </a:lnTo>
                  <a:cubicBezTo>
                    <a:pt x="118853" y="279618"/>
                    <a:pt x="116297" y="277065"/>
                    <a:pt x="116297" y="273234"/>
                  </a:cubicBezTo>
                  <a:cubicBezTo>
                    <a:pt x="116297" y="244506"/>
                    <a:pt x="91376" y="243230"/>
                    <a:pt x="90098" y="243230"/>
                  </a:cubicBezTo>
                  <a:cubicBezTo>
                    <a:pt x="88181" y="243230"/>
                    <a:pt x="85625" y="241953"/>
                    <a:pt x="84986" y="240038"/>
                  </a:cubicBezTo>
                  <a:cubicBezTo>
                    <a:pt x="76679" y="225993"/>
                    <a:pt x="72206" y="209395"/>
                    <a:pt x="72206" y="192796"/>
                  </a:cubicBezTo>
                  <a:cubicBezTo>
                    <a:pt x="72206" y="141086"/>
                    <a:pt x="114380" y="98313"/>
                    <a:pt x="166777" y="98313"/>
                  </a:cubicBezTo>
                  <a:cubicBezTo>
                    <a:pt x="182113" y="98313"/>
                    <a:pt x="195532" y="100229"/>
                    <a:pt x="207673" y="104059"/>
                  </a:cubicBezTo>
                  <a:cubicBezTo>
                    <a:pt x="220453" y="84907"/>
                    <a:pt x="246013" y="83630"/>
                    <a:pt x="246652" y="83630"/>
                  </a:cubicBezTo>
                  <a:cubicBezTo>
                    <a:pt x="248569" y="83630"/>
                    <a:pt x="250486" y="84269"/>
                    <a:pt x="251764" y="86184"/>
                  </a:cubicBezTo>
                  <a:cubicBezTo>
                    <a:pt x="253042" y="87461"/>
                    <a:pt x="253680" y="90014"/>
                    <a:pt x="253042" y="91929"/>
                  </a:cubicBezTo>
                  <a:lnTo>
                    <a:pt x="246652" y="116827"/>
                  </a:lnTo>
                  <a:cubicBezTo>
                    <a:pt x="259431" y="126403"/>
                    <a:pt x="269016" y="142363"/>
                    <a:pt x="272850" y="150024"/>
                  </a:cubicBezTo>
                  <a:lnTo>
                    <a:pt x="283713" y="150024"/>
                  </a:lnTo>
                  <a:cubicBezTo>
                    <a:pt x="287547" y="150024"/>
                    <a:pt x="290103" y="152577"/>
                    <a:pt x="290103" y="156408"/>
                  </a:cubicBezTo>
                  <a:lnTo>
                    <a:pt x="290103" y="199819"/>
                  </a:lnTo>
                  <a:close/>
                </a:path>
              </a:pathLst>
            </a:custGeom>
            <a:solidFill>
              <a:srgbClr val="004F59"/>
            </a:solidFill>
            <a:ln w="6390" cap="flat">
              <a:noFill/>
              <a:prstDash val="solid"/>
              <a:miter/>
            </a:ln>
          </p:spPr>
          <p:txBody>
            <a:bodyPr rtlCol="0" anchor="ctr"/>
            <a:lstStyle/>
            <a:p>
              <a:endParaRPr lang="en-US"/>
            </a:p>
          </p:txBody>
        </p:sp>
      </p:grpSp>
      <p:sp>
        <p:nvSpPr>
          <p:cNvPr id="539" name="Graphic 4">
            <a:extLst>
              <a:ext uri="{FF2B5EF4-FFF2-40B4-BE49-F238E27FC236}">
                <a16:creationId xmlns:a16="http://schemas.microsoft.com/office/drawing/2014/main" id="{C49CA748-E110-3640-A1F9-2C2B40B73914}"/>
              </a:ext>
            </a:extLst>
          </p:cNvPr>
          <p:cNvSpPr/>
          <p:nvPr/>
        </p:nvSpPr>
        <p:spPr>
          <a:xfrm>
            <a:off x="8239823" y="189301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57831 w 361670"/>
              <a:gd name="connsiteY5" fmla="*/ 174283 h 361333"/>
              <a:gd name="connsiteX6" fmla="*/ 200644 w 361670"/>
              <a:gd name="connsiteY6" fmla="*/ 174283 h 361333"/>
              <a:gd name="connsiteX7" fmla="*/ 207034 w 361670"/>
              <a:gd name="connsiteY7" fmla="*/ 180667 h 361333"/>
              <a:gd name="connsiteX8" fmla="*/ 200644 w 361670"/>
              <a:gd name="connsiteY8" fmla="*/ 187051 h 361333"/>
              <a:gd name="connsiteX9" fmla="*/ 166138 w 361670"/>
              <a:gd name="connsiteY9" fmla="*/ 187051 h 361333"/>
              <a:gd name="connsiteX10" fmla="*/ 142496 w 361670"/>
              <a:gd name="connsiteY10" fmla="*/ 264297 h 361333"/>
              <a:gd name="connsiteX11" fmla="*/ 238984 w 361670"/>
              <a:gd name="connsiteY11" fmla="*/ 264297 h 361333"/>
              <a:gd name="connsiteX12" fmla="*/ 245374 w 361670"/>
              <a:gd name="connsiteY12" fmla="*/ 270681 h 361333"/>
              <a:gd name="connsiteX13" fmla="*/ 238984 w 361670"/>
              <a:gd name="connsiteY13" fmla="*/ 277065 h 361333"/>
              <a:gd name="connsiteX14" fmla="*/ 129716 w 361670"/>
              <a:gd name="connsiteY14" fmla="*/ 277065 h 361333"/>
              <a:gd name="connsiteX15" fmla="*/ 123965 w 361670"/>
              <a:gd name="connsiteY15" fmla="*/ 273873 h 361333"/>
              <a:gd name="connsiteX16" fmla="*/ 123965 w 361670"/>
              <a:gd name="connsiteY16" fmla="*/ 267489 h 361333"/>
              <a:gd name="connsiteX17" fmla="*/ 127160 w 361670"/>
              <a:gd name="connsiteY17" fmla="*/ 263020 h 361333"/>
              <a:gd name="connsiteX18" fmla="*/ 151441 w 361670"/>
              <a:gd name="connsiteY18" fmla="*/ 187051 h 361333"/>
              <a:gd name="connsiteX19" fmla="*/ 122686 w 361670"/>
              <a:gd name="connsiteY19" fmla="*/ 187051 h 361333"/>
              <a:gd name="connsiteX20" fmla="*/ 116297 w 361670"/>
              <a:gd name="connsiteY20" fmla="*/ 180667 h 361333"/>
              <a:gd name="connsiteX21" fmla="*/ 122686 w 361670"/>
              <a:gd name="connsiteY21" fmla="*/ 174283 h 361333"/>
              <a:gd name="connsiteX22" fmla="*/ 140579 w 361670"/>
              <a:gd name="connsiteY22" fmla="*/ 174283 h 361333"/>
              <a:gd name="connsiteX23" fmla="*/ 129076 w 361670"/>
              <a:gd name="connsiteY23" fmla="*/ 141724 h 361333"/>
              <a:gd name="connsiteX24" fmla="*/ 187225 w 361670"/>
              <a:gd name="connsiteY24" fmla="*/ 83630 h 361333"/>
              <a:gd name="connsiteX25" fmla="*/ 245374 w 361670"/>
              <a:gd name="connsiteY25" fmla="*/ 141724 h 361333"/>
              <a:gd name="connsiteX26" fmla="*/ 238984 w 361670"/>
              <a:gd name="connsiteY26" fmla="*/ 148108 h 361333"/>
              <a:gd name="connsiteX27" fmla="*/ 232594 w 361670"/>
              <a:gd name="connsiteY27" fmla="*/ 141724 h 361333"/>
              <a:gd name="connsiteX28" fmla="*/ 187225 w 361670"/>
              <a:gd name="connsiteY28" fmla="*/ 96398 h 361333"/>
              <a:gd name="connsiteX29" fmla="*/ 141856 w 361670"/>
              <a:gd name="connsiteY29" fmla="*/ 141724 h 361333"/>
              <a:gd name="connsiteX30" fmla="*/ 157831 w 361670"/>
              <a:gd name="connsiteY30" fmla="*/ 17428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1670" h="361333">
                <a:moveTo>
                  <a:pt x="180836" y="0"/>
                </a:moveTo>
                <a:cubicBezTo>
                  <a:pt x="80513" y="0"/>
                  <a:pt x="0" y="81077"/>
                  <a:pt x="0" y="180667"/>
                </a:cubicBezTo>
                <a:cubicBezTo>
                  <a:pt x="0" y="280257"/>
                  <a:pt x="81152" y="361333"/>
                  <a:pt x="180836" y="361333"/>
                </a:cubicBezTo>
                <a:cubicBezTo>
                  <a:pt x="281157" y="361333"/>
                  <a:pt x="361670" y="280257"/>
                  <a:pt x="361670" y="180667"/>
                </a:cubicBezTo>
                <a:cubicBezTo>
                  <a:pt x="361670" y="81077"/>
                  <a:pt x="281157" y="0"/>
                  <a:pt x="180836" y="0"/>
                </a:cubicBezTo>
                <a:close/>
                <a:moveTo>
                  <a:pt x="157831" y="174283"/>
                </a:moveTo>
                <a:lnTo>
                  <a:pt x="200644" y="174283"/>
                </a:lnTo>
                <a:cubicBezTo>
                  <a:pt x="204478" y="174283"/>
                  <a:pt x="207034" y="176836"/>
                  <a:pt x="207034" y="180667"/>
                </a:cubicBezTo>
                <a:cubicBezTo>
                  <a:pt x="207034" y="184497"/>
                  <a:pt x="204478" y="187051"/>
                  <a:pt x="200644" y="187051"/>
                </a:cubicBezTo>
                <a:lnTo>
                  <a:pt x="166138" y="187051"/>
                </a:lnTo>
                <a:cubicBezTo>
                  <a:pt x="177001" y="214502"/>
                  <a:pt x="155276" y="247060"/>
                  <a:pt x="142496" y="264297"/>
                </a:cubicBezTo>
                <a:lnTo>
                  <a:pt x="238984" y="264297"/>
                </a:lnTo>
                <a:cubicBezTo>
                  <a:pt x="242818" y="264297"/>
                  <a:pt x="245374" y="266851"/>
                  <a:pt x="245374" y="270681"/>
                </a:cubicBezTo>
                <a:cubicBezTo>
                  <a:pt x="245374" y="274511"/>
                  <a:pt x="242818" y="277065"/>
                  <a:pt x="238984" y="277065"/>
                </a:cubicBezTo>
                <a:lnTo>
                  <a:pt x="129716" y="277065"/>
                </a:lnTo>
                <a:cubicBezTo>
                  <a:pt x="127160" y="277065"/>
                  <a:pt x="125243" y="275788"/>
                  <a:pt x="123965" y="273873"/>
                </a:cubicBezTo>
                <a:cubicBezTo>
                  <a:pt x="122686" y="271958"/>
                  <a:pt x="122686" y="269404"/>
                  <a:pt x="123965" y="267489"/>
                </a:cubicBezTo>
                <a:cubicBezTo>
                  <a:pt x="124604" y="266851"/>
                  <a:pt x="125243" y="265574"/>
                  <a:pt x="127160" y="263020"/>
                </a:cubicBezTo>
                <a:cubicBezTo>
                  <a:pt x="153997" y="229185"/>
                  <a:pt x="162305" y="203649"/>
                  <a:pt x="151441" y="187051"/>
                </a:cubicBezTo>
                <a:lnTo>
                  <a:pt x="122686" y="187051"/>
                </a:lnTo>
                <a:cubicBezTo>
                  <a:pt x="118853" y="187051"/>
                  <a:pt x="116297" y="184497"/>
                  <a:pt x="116297" y="180667"/>
                </a:cubicBezTo>
                <a:cubicBezTo>
                  <a:pt x="116297" y="176836"/>
                  <a:pt x="118853" y="174283"/>
                  <a:pt x="122686" y="174283"/>
                </a:cubicBezTo>
                <a:lnTo>
                  <a:pt x="140579" y="174283"/>
                </a:lnTo>
                <a:cubicBezTo>
                  <a:pt x="133550" y="164068"/>
                  <a:pt x="129076" y="153216"/>
                  <a:pt x="129076" y="141724"/>
                </a:cubicBezTo>
                <a:cubicBezTo>
                  <a:pt x="129076" y="109805"/>
                  <a:pt x="155276" y="83630"/>
                  <a:pt x="187225" y="83630"/>
                </a:cubicBezTo>
                <a:cubicBezTo>
                  <a:pt x="219175" y="83630"/>
                  <a:pt x="245374" y="109805"/>
                  <a:pt x="245374" y="141724"/>
                </a:cubicBezTo>
                <a:cubicBezTo>
                  <a:pt x="245374" y="145555"/>
                  <a:pt x="242818" y="148108"/>
                  <a:pt x="238984" y="148108"/>
                </a:cubicBezTo>
                <a:cubicBezTo>
                  <a:pt x="235150" y="148108"/>
                  <a:pt x="232594" y="145555"/>
                  <a:pt x="232594" y="141724"/>
                </a:cubicBezTo>
                <a:cubicBezTo>
                  <a:pt x="232594" y="116827"/>
                  <a:pt x="212146" y="96398"/>
                  <a:pt x="187225" y="96398"/>
                </a:cubicBezTo>
                <a:cubicBezTo>
                  <a:pt x="162305" y="96398"/>
                  <a:pt x="141856" y="116827"/>
                  <a:pt x="141856" y="141724"/>
                </a:cubicBezTo>
                <a:cubicBezTo>
                  <a:pt x="142496" y="153854"/>
                  <a:pt x="147607" y="165345"/>
                  <a:pt x="157831" y="174283"/>
                </a:cubicBezTo>
                <a:close/>
              </a:path>
            </a:pathLst>
          </a:custGeom>
          <a:solidFill>
            <a:srgbClr val="007680"/>
          </a:solidFill>
          <a:ln w="6390" cap="flat">
            <a:noFill/>
            <a:prstDash val="solid"/>
            <a:miter/>
          </a:ln>
        </p:spPr>
        <p:txBody>
          <a:bodyPr rtlCol="0" anchor="ctr"/>
          <a:lstStyle/>
          <a:p>
            <a:endParaRPr lang="en-US"/>
          </a:p>
        </p:txBody>
      </p:sp>
      <p:grpSp>
        <p:nvGrpSpPr>
          <p:cNvPr id="540" name="Graphic 4">
            <a:extLst>
              <a:ext uri="{FF2B5EF4-FFF2-40B4-BE49-F238E27FC236}">
                <a16:creationId xmlns:a16="http://schemas.microsoft.com/office/drawing/2014/main" id="{AC13D1CC-F25B-A54A-882E-948251C0491F}"/>
              </a:ext>
            </a:extLst>
          </p:cNvPr>
          <p:cNvGrpSpPr/>
          <p:nvPr/>
        </p:nvGrpSpPr>
        <p:grpSpPr>
          <a:xfrm>
            <a:off x="905454" y="918179"/>
            <a:ext cx="361670" cy="361333"/>
            <a:chOff x="905454" y="918179"/>
            <a:chExt cx="361670" cy="361333"/>
          </a:xfrm>
          <a:solidFill>
            <a:srgbClr val="004F59"/>
          </a:solidFill>
        </p:grpSpPr>
        <p:sp>
          <p:nvSpPr>
            <p:cNvPr id="541" name="Graphic 4">
              <a:extLst>
                <a:ext uri="{FF2B5EF4-FFF2-40B4-BE49-F238E27FC236}">
                  <a16:creationId xmlns:a16="http://schemas.microsoft.com/office/drawing/2014/main" id="{C8BA636D-6D96-924E-9891-6CEBAC73FBF1}"/>
                </a:ext>
              </a:extLst>
            </p:cNvPr>
            <p:cNvSpPr/>
            <p:nvPr/>
          </p:nvSpPr>
          <p:spPr>
            <a:xfrm>
              <a:off x="1106737" y="1072033"/>
              <a:ext cx="44729" cy="44687"/>
            </a:xfrm>
            <a:custGeom>
              <a:avLst/>
              <a:gdLst>
                <a:gd name="connsiteX0" fmla="*/ 22365 w 44729"/>
                <a:gd name="connsiteY0" fmla="*/ 44688 h 44687"/>
                <a:gd name="connsiteX1" fmla="*/ 44730 w 44729"/>
                <a:gd name="connsiteY1" fmla="*/ 22344 h 44687"/>
                <a:gd name="connsiteX2" fmla="*/ 22365 w 44729"/>
                <a:gd name="connsiteY2" fmla="*/ 0 h 44687"/>
                <a:gd name="connsiteX3" fmla="*/ 0 w 44729"/>
                <a:gd name="connsiteY3" fmla="*/ 22344 h 44687"/>
                <a:gd name="connsiteX4" fmla="*/ 22365 w 44729"/>
                <a:gd name="connsiteY4" fmla="*/ 44688 h 44687"/>
                <a:gd name="connsiteX5" fmla="*/ 23004 w 44729"/>
                <a:gd name="connsiteY5" fmla="*/ 15960 h 44687"/>
                <a:gd name="connsiteX6" fmla="*/ 23004 w 44729"/>
                <a:gd name="connsiteY6" fmla="*/ 15960 h 44687"/>
                <a:gd name="connsiteX7" fmla="*/ 29394 w 44729"/>
                <a:gd name="connsiteY7" fmla="*/ 22344 h 44687"/>
                <a:gd name="connsiteX8" fmla="*/ 23004 w 44729"/>
                <a:gd name="connsiteY8" fmla="*/ 28728 h 44687"/>
                <a:gd name="connsiteX9" fmla="*/ 16614 w 44729"/>
                <a:gd name="connsiteY9" fmla="*/ 22344 h 44687"/>
                <a:gd name="connsiteX10" fmla="*/ 23004 w 44729"/>
                <a:gd name="connsiteY10" fmla="*/ 15960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729" h="44687">
                  <a:moveTo>
                    <a:pt x="22365" y="44688"/>
                  </a:moveTo>
                  <a:cubicBezTo>
                    <a:pt x="34506" y="44688"/>
                    <a:pt x="44730" y="34473"/>
                    <a:pt x="44730" y="22344"/>
                  </a:cubicBezTo>
                  <a:cubicBezTo>
                    <a:pt x="44730" y="10214"/>
                    <a:pt x="34506" y="0"/>
                    <a:pt x="22365" y="0"/>
                  </a:cubicBezTo>
                  <a:cubicBezTo>
                    <a:pt x="10224" y="0"/>
                    <a:pt x="0" y="10214"/>
                    <a:pt x="0" y="22344"/>
                  </a:cubicBezTo>
                  <a:cubicBezTo>
                    <a:pt x="0" y="34473"/>
                    <a:pt x="10224" y="44688"/>
                    <a:pt x="22365" y="44688"/>
                  </a:cubicBezTo>
                  <a:close/>
                  <a:moveTo>
                    <a:pt x="23004" y="15960"/>
                  </a:moveTo>
                  <a:lnTo>
                    <a:pt x="23004" y="15960"/>
                  </a:lnTo>
                  <a:cubicBezTo>
                    <a:pt x="26838" y="15960"/>
                    <a:pt x="29394" y="18514"/>
                    <a:pt x="29394" y="22344"/>
                  </a:cubicBezTo>
                  <a:cubicBezTo>
                    <a:pt x="29394" y="26174"/>
                    <a:pt x="26838" y="28728"/>
                    <a:pt x="23004" y="28728"/>
                  </a:cubicBezTo>
                  <a:cubicBezTo>
                    <a:pt x="19170" y="28728"/>
                    <a:pt x="16614" y="26174"/>
                    <a:pt x="16614" y="22344"/>
                  </a:cubicBezTo>
                  <a:cubicBezTo>
                    <a:pt x="16614" y="18514"/>
                    <a:pt x="19170" y="15960"/>
                    <a:pt x="23004" y="15960"/>
                  </a:cubicBezTo>
                  <a:close/>
                </a:path>
              </a:pathLst>
            </a:custGeom>
            <a:solidFill>
              <a:srgbClr val="004F59"/>
            </a:solidFill>
            <a:ln w="6390" cap="flat">
              <a:noFill/>
              <a:prstDash val="solid"/>
              <a:miter/>
            </a:ln>
          </p:spPr>
          <p:txBody>
            <a:bodyPr rtlCol="0" anchor="ctr"/>
            <a:lstStyle/>
            <a:p>
              <a:endParaRPr lang="en-US"/>
            </a:p>
          </p:txBody>
        </p:sp>
        <p:sp>
          <p:nvSpPr>
            <p:cNvPr id="542" name="Graphic 4">
              <a:extLst>
                <a:ext uri="{FF2B5EF4-FFF2-40B4-BE49-F238E27FC236}">
                  <a16:creationId xmlns:a16="http://schemas.microsoft.com/office/drawing/2014/main" id="{F8B18183-96BE-154D-B28E-359477CE8F41}"/>
                </a:ext>
              </a:extLst>
            </p:cNvPr>
            <p:cNvSpPr/>
            <p:nvPr/>
          </p:nvSpPr>
          <p:spPr>
            <a:xfrm>
              <a:off x="992996" y="1029260"/>
              <a:ext cx="23003" cy="130233"/>
            </a:xfrm>
            <a:custGeom>
              <a:avLst/>
              <a:gdLst>
                <a:gd name="connsiteX0" fmla="*/ 23004 w 23003"/>
                <a:gd name="connsiteY0" fmla="*/ 114273 h 130233"/>
                <a:gd name="connsiteX1" fmla="*/ 22365 w 23003"/>
                <a:gd name="connsiteY1" fmla="*/ 114273 h 130233"/>
                <a:gd name="connsiteX2" fmla="*/ 15975 w 23003"/>
                <a:gd name="connsiteY2" fmla="*/ 107889 h 130233"/>
                <a:gd name="connsiteX3" fmla="*/ 22365 w 23003"/>
                <a:gd name="connsiteY3" fmla="*/ 101505 h 130233"/>
                <a:gd name="connsiteX4" fmla="*/ 23004 w 23003"/>
                <a:gd name="connsiteY4" fmla="*/ 101505 h 130233"/>
                <a:gd name="connsiteX5" fmla="*/ 23004 w 23003"/>
                <a:gd name="connsiteY5" fmla="*/ 28728 h 130233"/>
                <a:gd name="connsiteX6" fmla="*/ 22365 w 23003"/>
                <a:gd name="connsiteY6" fmla="*/ 28728 h 130233"/>
                <a:gd name="connsiteX7" fmla="*/ 15975 w 23003"/>
                <a:gd name="connsiteY7" fmla="*/ 22344 h 130233"/>
                <a:gd name="connsiteX8" fmla="*/ 22365 w 23003"/>
                <a:gd name="connsiteY8" fmla="*/ 15960 h 130233"/>
                <a:gd name="connsiteX9" fmla="*/ 23004 w 23003"/>
                <a:gd name="connsiteY9" fmla="*/ 15960 h 130233"/>
                <a:gd name="connsiteX10" fmla="*/ 23004 w 23003"/>
                <a:gd name="connsiteY10" fmla="*/ 0 h 130233"/>
                <a:gd name="connsiteX11" fmla="*/ 0 w 23003"/>
                <a:gd name="connsiteY11" fmla="*/ 0 h 130233"/>
                <a:gd name="connsiteX12" fmla="*/ 0 w 23003"/>
                <a:gd name="connsiteY12" fmla="*/ 130233 h 130233"/>
                <a:gd name="connsiteX13" fmla="*/ 23004 w 23003"/>
                <a:gd name="connsiteY13" fmla="*/ 130233 h 130233"/>
                <a:gd name="connsiteX14" fmla="*/ 23004 w 23003"/>
                <a:gd name="connsiteY14" fmla="*/ 114273 h 13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003" h="130233">
                  <a:moveTo>
                    <a:pt x="23004" y="114273"/>
                  </a:moveTo>
                  <a:lnTo>
                    <a:pt x="22365" y="114273"/>
                  </a:lnTo>
                  <a:cubicBezTo>
                    <a:pt x="18531" y="114273"/>
                    <a:pt x="15975" y="111720"/>
                    <a:pt x="15975" y="107889"/>
                  </a:cubicBezTo>
                  <a:cubicBezTo>
                    <a:pt x="15975" y="104059"/>
                    <a:pt x="18531" y="101505"/>
                    <a:pt x="22365" y="101505"/>
                  </a:cubicBezTo>
                  <a:lnTo>
                    <a:pt x="23004" y="101505"/>
                  </a:lnTo>
                  <a:lnTo>
                    <a:pt x="23004" y="28728"/>
                  </a:lnTo>
                  <a:lnTo>
                    <a:pt x="22365" y="28728"/>
                  </a:lnTo>
                  <a:cubicBezTo>
                    <a:pt x="18531" y="28728"/>
                    <a:pt x="15975" y="26174"/>
                    <a:pt x="15975" y="22344"/>
                  </a:cubicBezTo>
                  <a:cubicBezTo>
                    <a:pt x="15975" y="18514"/>
                    <a:pt x="18531" y="15960"/>
                    <a:pt x="22365" y="15960"/>
                  </a:cubicBezTo>
                  <a:lnTo>
                    <a:pt x="23004" y="15960"/>
                  </a:lnTo>
                  <a:lnTo>
                    <a:pt x="23004" y="0"/>
                  </a:lnTo>
                  <a:lnTo>
                    <a:pt x="0" y="0"/>
                  </a:lnTo>
                  <a:lnTo>
                    <a:pt x="0" y="130233"/>
                  </a:lnTo>
                  <a:lnTo>
                    <a:pt x="23004" y="130233"/>
                  </a:lnTo>
                  <a:lnTo>
                    <a:pt x="23004" y="114273"/>
                  </a:lnTo>
                  <a:close/>
                </a:path>
              </a:pathLst>
            </a:custGeom>
            <a:solidFill>
              <a:srgbClr val="004F59"/>
            </a:solidFill>
            <a:ln w="6390" cap="flat">
              <a:noFill/>
              <a:prstDash val="solid"/>
              <a:miter/>
            </a:ln>
          </p:spPr>
          <p:txBody>
            <a:bodyPr rtlCol="0" anchor="ctr"/>
            <a:lstStyle/>
            <a:p>
              <a:endParaRPr lang="en-US"/>
            </a:p>
          </p:txBody>
        </p:sp>
        <p:sp>
          <p:nvSpPr>
            <p:cNvPr id="543" name="Graphic 4">
              <a:extLst>
                <a:ext uri="{FF2B5EF4-FFF2-40B4-BE49-F238E27FC236}">
                  <a16:creationId xmlns:a16="http://schemas.microsoft.com/office/drawing/2014/main" id="{BBD3940D-B4BA-3C46-A12E-D22B18DDF691}"/>
                </a:ext>
              </a:extLst>
            </p:cNvPr>
            <p:cNvSpPr/>
            <p:nvPr/>
          </p:nvSpPr>
          <p:spPr>
            <a:xfrm>
              <a:off x="1028779" y="1029260"/>
              <a:ext cx="151441" cy="130233"/>
            </a:xfrm>
            <a:custGeom>
              <a:avLst/>
              <a:gdLst>
                <a:gd name="connsiteX0" fmla="*/ 0 w 151441"/>
                <a:gd name="connsiteY0" fmla="*/ 15960 h 130233"/>
                <a:gd name="connsiteX1" fmla="*/ 639 w 151441"/>
                <a:gd name="connsiteY1" fmla="*/ 15960 h 130233"/>
                <a:gd name="connsiteX2" fmla="*/ 7029 w 151441"/>
                <a:gd name="connsiteY2" fmla="*/ 22344 h 130233"/>
                <a:gd name="connsiteX3" fmla="*/ 639 w 151441"/>
                <a:gd name="connsiteY3" fmla="*/ 28728 h 130233"/>
                <a:gd name="connsiteX4" fmla="*/ 0 w 151441"/>
                <a:gd name="connsiteY4" fmla="*/ 28728 h 130233"/>
                <a:gd name="connsiteX5" fmla="*/ 0 w 151441"/>
                <a:gd name="connsiteY5" fmla="*/ 101505 h 130233"/>
                <a:gd name="connsiteX6" fmla="*/ 639 w 151441"/>
                <a:gd name="connsiteY6" fmla="*/ 101505 h 130233"/>
                <a:gd name="connsiteX7" fmla="*/ 7029 w 151441"/>
                <a:gd name="connsiteY7" fmla="*/ 107889 h 130233"/>
                <a:gd name="connsiteX8" fmla="*/ 639 w 151441"/>
                <a:gd name="connsiteY8" fmla="*/ 114273 h 130233"/>
                <a:gd name="connsiteX9" fmla="*/ 0 w 151441"/>
                <a:gd name="connsiteY9" fmla="*/ 114273 h 130233"/>
                <a:gd name="connsiteX10" fmla="*/ 0 w 151441"/>
                <a:gd name="connsiteY10" fmla="*/ 130233 h 130233"/>
                <a:gd name="connsiteX11" fmla="*/ 151441 w 151441"/>
                <a:gd name="connsiteY11" fmla="*/ 130233 h 130233"/>
                <a:gd name="connsiteX12" fmla="*/ 151441 w 151441"/>
                <a:gd name="connsiteY12" fmla="*/ 0 h 130233"/>
                <a:gd name="connsiteX13" fmla="*/ 0 w 151441"/>
                <a:gd name="connsiteY13" fmla="*/ 0 h 130233"/>
                <a:gd name="connsiteX14" fmla="*/ 0 w 151441"/>
                <a:gd name="connsiteY14" fmla="*/ 15960 h 130233"/>
                <a:gd name="connsiteX15" fmla="*/ 100322 w 151441"/>
                <a:gd name="connsiteY15" fmla="*/ 30005 h 130233"/>
                <a:gd name="connsiteX16" fmla="*/ 135467 w 151441"/>
                <a:gd name="connsiteY16" fmla="*/ 65117 h 130233"/>
                <a:gd name="connsiteX17" fmla="*/ 100322 w 151441"/>
                <a:gd name="connsiteY17" fmla="*/ 100229 h 130233"/>
                <a:gd name="connsiteX18" fmla="*/ 65177 w 151441"/>
                <a:gd name="connsiteY18" fmla="*/ 65117 h 130233"/>
                <a:gd name="connsiteX19" fmla="*/ 100322 w 151441"/>
                <a:gd name="connsiteY19" fmla="*/ 30005 h 13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1441" h="130233">
                  <a:moveTo>
                    <a:pt x="0" y="15960"/>
                  </a:moveTo>
                  <a:lnTo>
                    <a:pt x="639" y="15960"/>
                  </a:lnTo>
                  <a:cubicBezTo>
                    <a:pt x="4473" y="15960"/>
                    <a:pt x="7029" y="18514"/>
                    <a:pt x="7029" y="22344"/>
                  </a:cubicBezTo>
                  <a:cubicBezTo>
                    <a:pt x="7029" y="26174"/>
                    <a:pt x="4473" y="28728"/>
                    <a:pt x="639" y="28728"/>
                  </a:cubicBezTo>
                  <a:lnTo>
                    <a:pt x="0" y="28728"/>
                  </a:lnTo>
                  <a:lnTo>
                    <a:pt x="0" y="101505"/>
                  </a:lnTo>
                  <a:lnTo>
                    <a:pt x="639" y="101505"/>
                  </a:lnTo>
                  <a:cubicBezTo>
                    <a:pt x="4473" y="101505"/>
                    <a:pt x="7029" y="104059"/>
                    <a:pt x="7029" y="107889"/>
                  </a:cubicBezTo>
                  <a:cubicBezTo>
                    <a:pt x="7029" y="111720"/>
                    <a:pt x="4473" y="114273"/>
                    <a:pt x="639" y="114273"/>
                  </a:cubicBezTo>
                  <a:lnTo>
                    <a:pt x="0" y="114273"/>
                  </a:lnTo>
                  <a:lnTo>
                    <a:pt x="0" y="130233"/>
                  </a:lnTo>
                  <a:lnTo>
                    <a:pt x="151441" y="130233"/>
                  </a:lnTo>
                  <a:lnTo>
                    <a:pt x="151441" y="0"/>
                  </a:lnTo>
                  <a:lnTo>
                    <a:pt x="0" y="0"/>
                  </a:lnTo>
                  <a:lnTo>
                    <a:pt x="0" y="15960"/>
                  </a:lnTo>
                  <a:close/>
                  <a:moveTo>
                    <a:pt x="100322" y="30005"/>
                  </a:moveTo>
                  <a:cubicBezTo>
                    <a:pt x="119492" y="30005"/>
                    <a:pt x="135467" y="45965"/>
                    <a:pt x="135467" y="65117"/>
                  </a:cubicBezTo>
                  <a:cubicBezTo>
                    <a:pt x="135467" y="84269"/>
                    <a:pt x="119492" y="100229"/>
                    <a:pt x="100322" y="100229"/>
                  </a:cubicBezTo>
                  <a:cubicBezTo>
                    <a:pt x="81152" y="100229"/>
                    <a:pt x="65177" y="84269"/>
                    <a:pt x="65177" y="65117"/>
                  </a:cubicBezTo>
                  <a:cubicBezTo>
                    <a:pt x="65177" y="45965"/>
                    <a:pt x="81152" y="30005"/>
                    <a:pt x="100322" y="30005"/>
                  </a:cubicBezTo>
                  <a:close/>
                </a:path>
              </a:pathLst>
            </a:custGeom>
            <a:solidFill>
              <a:srgbClr val="004F59"/>
            </a:solidFill>
            <a:ln w="6390" cap="flat">
              <a:noFill/>
              <a:prstDash val="solid"/>
              <a:miter/>
            </a:ln>
          </p:spPr>
          <p:txBody>
            <a:bodyPr rtlCol="0" anchor="ctr"/>
            <a:lstStyle/>
            <a:p>
              <a:endParaRPr lang="en-US"/>
            </a:p>
          </p:txBody>
        </p:sp>
        <p:sp>
          <p:nvSpPr>
            <p:cNvPr id="544" name="Graphic 4">
              <a:extLst>
                <a:ext uri="{FF2B5EF4-FFF2-40B4-BE49-F238E27FC236}">
                  <a16:creationId xmlns:a16="http://schemas.microsoft.com/office/drawing/2014/main" id="{C0AFFD75-CB4B-6F45-8F93-A3B38A1ADB22}"/>
                </a:ext>
              </a:extLst>
            </p:cNvPr>
            <p:cNvSpPr/>
            <p:nvPr/>
          </p:nvSpPr>
          <p:spPr>
            <a:xfrm>
              <a:off x="905454"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87547 w 361670"/>
                <a:gd name="connsiteY5" fmla="*/ 247699 h 361333"/>
                <a:gd name="connsiteX6" fmla="*/ 281157 w 361670"/>
                <a:gd name="connsiteY6" fmla="*/ 254083 h 361333"/>
                <a:gd name="connsiteX7" fmla="*/ 258154 w 361670"/>
                <a:gd name="connsiteY7" fmla="*/ 254083 h 361333"/>
                <a:gd name="connsiteX8" fmla="*/ 258792 w 361670"/>
                <a:gd name="connsiteY8" fmla="*/ 257275 h 361333"/>
                <a:gd name="connsiteX9" fmla="*/ 252403 w 361670"/>
                <a:gd name="connsiteY9" fmla="*/ 263659 h 361333"/>
                <a:gd name="connsiteX10" fmla="*/ 223648 w 361670"/>
                <a:gd name="connsiteY10" fmla="*/ 263659 h 361333"/>
                <a:gd name="connsiteX11" fmla="*/ 217258 w 361670"/>
                <a:gd name="connsiteY11" fmla="*/ 257275 h 361333"/>
                <a:gd name="connsiteX12" fmla="*/ 217897 w 361670"/>
                <a:gd name="connsiteY12" fmla="*/ 254083 h 361333"/>
                <a:gd name="connsiteX13" fmla="*/ 143135 w 361670"/>
                <a:gd name="connsiteY13" fmla="*/ 254083 h 361333"/>
                <a:gd name="connsiteX14" fmla="*/ 143774 w 361670"/>
                <a:gd name="connsiteY14" fmla="*/ 257275 h 361333"/>
                <a:gd name="connsiteX15" fmla="*/ 137384 w 361670"/>
                <a:gd name="connsiteY15" fmla="*/ 263659 h 361333"/>
                <a:gd name="connsiteX16" fmla="*/ 108629 w 361670"/>
                <a:gd name="connsiteY16" fmla="*/ 263659 h 361333"/>
                <a:gd name="connsiteX17" fmla="*/ 102239 w 361670"/>
                <a:gd name="connsiteY17" fmla="*/ 257275 h 361333"/>
                <a:gd name="connsiteX18" fmla="*/ 102878 w 361670"/>
                <a:gd name="connsiteY18" fmla="*/ 254083 h 361333"/>
                <a:gd name="connsiteX19" fmla="*/ 79874 w 361670"/>
                <a:gd name="connsiteY19" fmla="*/ 254083 h 361333"/>
                <a:gd name="connsiteX20" fmla="*/ 73484 w 361670"/>
                <a:gd name="connsiteY20" fmla="*/ 247699 h 361333"/>
                <a:gd name="connsiteX21" fmla="*/ 73484 w 361670"/>
                <a:gd name="connsiteY21" fmla="*/ 104697 h 361333"/>
                <a:gd name="connsiteX22" fmla="*/ 79874 w 361670"/>
                <a:gd name="connsiteY22" fmla="*/ 98313 h 361333"/>
                <a:gd name="connsiteX23" fmla="*/ 279879 w 361670"/>
                <a:gd name="connsiteY23" fmla="*/ 98313 h 361333"/>
                <a:gd name="connsiteX24" fmla="*/ 286269 w 361670"/>
                <a:gd name="connsiteY24" fmla="*/ 104697 h 361333"/>
                <a:gd name="connsiteX25" fmla="*/ 286269 w 361670"/>
                <a:gd name="connsiteY25" fmla="*/ 24769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287547" y="247699"/>
                  </a:moveTo>
                  <a:cubicBezTo>
                    <a:pt x="287547" y="251529"/>
                    <a:pt x="284991" y="254083"/>
                    <a:pt x="281157" y="254083"/>
                  </a:cubicBezTo>
                  <a:lnTo>
                    <a:pt x="258154" y="254083"/>
                  </a:lnTo>
                  <a:cubicBezTo>
                    <a:pt x="258792" y="254721"/>
                    <a:pt x="258792" y="255998"/>
                    <a:pt x="258792" y="257275"/>
                  </a:cubicBezTo>
                  <a:cubicBezTo>
                    <a:pt x="258792" y="261105"/>
                    <a:pt x="256237" y="263659"/>
                    <a:pt x="252403" y="263659"/>
                  </a:cubicBezTo>
                  <a:lnTo>
                    <a:pt x="223648" y="263659"/>
                  </a:lnTo>
                  <a:cubicBezTo>
                    <a:pt x="219814" y="263659"/>
                    <a:pt x="217258" y="261105"/>
                    <a:pt x="217258" y="257275"/>
                  </a:cubicBezTo>
                  <a:cubicBezTo>
                    <a:pt x="217258" y="255998"/>
                    <a:pt x="217897" y="255359"/>
                    <a:pt x="217897" y="254083"/>
                  </a:cubicBezTo>
                  <a:lnTo>
                    <a:pt x="143135" y="254083"/>
                  </a:lnTo>
                  <a:cubicBezTo>
                    <a:pt x="143774" y="254721"/>
                    <a:pt x="143774" y="255998"/>
                    <a:pt x="143774" y="257275"/>
                  </a:cubicBezTo>
                  <a:cubicBezTo>
                    <a:pt x="143774" y="261105"/>
                    <a:pt x="141218" y="263659"/>
                    <a:pt x="137384" y="263659"/>
                  </a:cubicBezTo>
                  <a:lnTo>
                    <a:pt x="108629" y="263659"/>
                  </a:lnTo>
                  <a:cubicBezTo>
                    <a:pt x="104795" y="263659"/>
                    <a:pt x="102239" y="261105"/>
                    <a:pt x="102239" y="257275"/>
                  </a:cubicBezTo>
                  <a:cubicBezTo>
                    <a:pt x="102239" y="255998"/>
                    <a:pt x="102878" y="255359"/>
                    <a:pt x="102878" y="254083"/>
                  </a:cubicBezTo>
                  <a:lnTo>
                    <a:pt x="79874" y="254083"/>
                  </a:lnTo>
                  <a:cubicBezTo>
                    <a:pt x="76040" y="254083"/>
                    <a:pt x="73484" y="251529"/>
                    <a:pt x="73484" y="247699"/>
                  </a:cubicBezTo>
                  <a:lnTo>
                    <a:pt x="73484" y="104697"/>
                  </a:lnTo>
                  <a:cubicBezTo>
                    <a:pt x="73484" y="100867"/>
                    <a:pt x="76040" y="98313"/>
                    <a:pt x="79874" y="98313"/>
                  </a:cubicBezTo>
                  <a:lnTo>
                    <a:pt x="279879" y="98313"/>
                  </a:lnTo>
                  <a:cubicBezTo>
                    <a:pt x="283713" y="98313"/>
                    <a:pt x="286269" y="100867"/>
                    <a:pt x="286269" y="104697"/>
                  </a:cubicBezTo>
                  <a:lnTo>
                    <a:pt x="286269" y="247699"/>
                  </a:lnTo>
                  <a:close/>
                </a:path>
              </a:pathLst>
            </a:custGeom>
            <a:solidFill>
              <a:srgbClr val="004F59"/>
            </a:solidFill>
            <a:ln w="6390" cap="flat">
              <a:noFill/>
              <a:prstDash val="solid"/>
              <a:miter/>
            </a:ln>
          </p:spPr>
          <p:txBody>
            <a:bodyPr rtlCol="0" anchor="ctr"/>
            <a:lstStyle/>
            <a:p>
              <a:endParaRPr lang="en-US"/>
            </a:p>
          </p:txBody>
        </p:sp>
      </p:grpSp>
      <p:sp>
        <p:nvSpPr>
          <p:cNvPr id="545" name="Graphic 4">
            <a:extLst>
              <a:ext uri="{FF2B5EF4-FFF2-40B4-BE49-F238E27FC236}">
                <a16:creationId xmlns:a16="http://schemas.microsoft.com/office/drawing/2014/main" id="{28E53062-BC7D-E44D-90D2-38872D9E8964}"/>
              </a:ext>
            </a:extLst>
          </p:cNvPr>
          <p:cNvSpPr/>
          <p:nvPr/>
        </p:nvSpPr>
        <p:spPr>
          <a:xfrm>
            <a:off x="8239823" y="237117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256236 w 361670"/>
              <a:gd name="connsiteY5" fmla="*/ 193435 h 361333"/>
              <a:gd name="connsiteX6" fmla="*/ 187225 w 361670"/>
              <a:gd name="connsiteY6" fmla="*/ 193435 h 361333"/>
              <a:gd name="connsiteX7" fmla="*/ 187225 w 361670"/>
              <a:gd name="connsiteY7" fmla="*/ 285364 h 361333"/>
              <a:gd name="connsiteX8" fmla="*/ 180836 w 361670"/>
              <a:gd name="connsiteY8" fmla="*/ 291748 h 361333"/>
              <a:gd name="connsiteX9" fmla="*/ 174446 w 361670"/>
              <a:gd name="connsiteY9" fmla="*/ 285364 h 361333"/>
              <a:gd name="connsiteX10" fmla="*/ 174446 w 361670"/>
              <a:gd name="connsiteY10" fmla="*/ 193435 h 361333"/>
              <a:gd name="connsiteX11" fmla="*/ 105434 w 361670"/>
              <a:gd name="connsiteY11" fmla="*/ 193435 h 361333"/>
              <a:gd name="connsiteX12" fmla="*/ 99044 w 361670"/>
              <a:gd name="connsiteY12" fmla="*/ 187051 h 361333"/>
              <a:gd name="connsiteX13" fmla="*/ 105434 w 361670"/>
              <a:gd name="connsiteY13" fmla="*/ 180667 h 361333"/>
              <a:gd name="connsiteX14" fmla="*/ 173806 w 361670"/>
              <a:gd name="connsiteY14" fmla="*/ 180667 h 361333"/>
              <a:gd name="connsiteX15" fmla="*/ 100961 w 361670"/>
              <a:gd name="connsiteY15" fmla="*/ 93206 h 361333"/>
              <a:gd name="connsiteX16" fmla="*/ 101600 w 361670"/>
              <a:gd name="connsiteY16" fmla="*/ 84269 h 361333"/>
              <a:gd name="connsiteX17" fmla="*/ 110546 w 361670"/>
              <a:gd name="connsiteY17" fmla="*/ 84907 h 361333"/>
              <a:gd name="connsiteX18" fmla="*/ 181474 w 361670"/>
              <a:gd name="connsiteY18" fmla="*/ 169814 h 361333"/>
              <a:gd name="connsiteX19" fmla="*/ 252403 w 361670"/>
              <a:gd name="connsiteY19" fmla="*/ 84907 h 361333"/>
              <a:gd name="connsiteX20" fmla="*/ 261349 w 361670"/>
              <a:gd name="connsiteY20" fmla="*/ 84269 h 361333"/>
              <a:gd name="connsiteX21" fmla="*/ 261987 w 361670"/>
              <a:gd name="connsiteY21" fmla="*/ 93206 h 361333"/>
              <a:gd name="connsiteX22" fmla="*/ 189142 w 361670"/>
              <a:gd name="connsiteY22" fmla="*/ 180667 h 361333"/>
              <a:gd name="connsiteX23" fmla="*/ 257515 w 361670"/>
              <a:gd name="connsiteY23" fmla="*/ 180667 h 361333"/>
              <a:gd name="connsiteX24" fmla="*/ 263905 w 361670"/>
              <a:gd name="connsiteY24" fmla="*/ 187051 h 361333"/>
              <a:gd name="connsiteX25" fmla="*/ 256236 w 361670"/>
              <a:gd name="connsiteY25" fmla="*/ 19343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1670" h="361333">
                <a:moveTo>
                  <a:pt x="180836" y="0"/>
                </a:moveTo>
                <a:cubicBezTo>
                  <a:pt x="80513" y="0"/>
                  <a:pt x="0" y="81077"/>
                  <a:pt x="0" y="180667"/>
                </a:cubicBezTo>
                <a:cubicBezTo>
                  <a:pt x="0" y="280257"/>
                  <a:pt x="81152" y="361333"/>
                  <a:pt x="180836" y="361333"/>
                </a:cubicBezTo>
                <a:cubicBezTo>
                  <a:pt x="280518" y="361333"/>
                  <a:pt x="361670" y="280257"/>
                  <a:pt x="361670" y="180667"/>
                </a:cubicBezTo>
                <a:cubicBezTo>
                  <a:pt x="361670" y="81077"/>
                  <a:pt x="281157" y="0"/>
                  <a:pt x="180836" y="0"/>
                </a:cubicBezTo>
                <a:close/>
                <a:moveTo>
                  <a:pt x="256236" y="193435"/>
                </a:moveTo>
                <a:lnTo>
                  <a:pt x="187225" y="193435"/>
                </a:lnTo>
                <a:lnTo>
                  <a:pt x="187225" y="285364"/>
                </a:lnTo>
                <a:cubicBezTo>
                  <a:pt x="187225" y="289195"/>
                  <a:pt x="184669" y="291748"/>
                  <a:pt x="180836" y="291748"/>
                </a:cubicBezTo>
                <a:cubicBezTo>
                  <a:pt x="177001" y="291748"/>
                  <a:pt x="174446" y="289195"/>
                  <a:pt x="174446" y="285364"/>
                </a:cubicBezTo>
                <a:lnTo>
                  <a:pt x="174446" y="193435"/>
                </a:lnTo>
                <a:lnTo>
                  <a:pt x="105434" y="193435"/>
                </a:lnTo>
                <a:cubicBezTo>
                  <a:pt x="101600" y="193435"/>
                  <a:pt x="99044" y="190881"/>
                  <a:pt x="99044" y="187051"/>
                </a:cubicBezTo>
                <a:cubicBezTo>
                  <a:pt x="99044" y="183220"/>
                  <a:pt x="101600" y="180667"/>
                  <a:pt x="105434" y="180667"/>
                </a:cubicBezTo>
                <a:lnTo>
                  <a:pt x="173806" y="180667"/>
                </a:lnTo>
                <a:lnTo>
                  <a:pt x="100961" y="93206"/>
                </a:lnTo>
                <a:cubicBezTo>
                  <a:pt x="98405" y="90653"/>
                  <a:pt x="99044" y="86184"/>
                  <a:pt x="101600" y="84269"/>
                </a:cubicBezTo>
                <a:cubicBezTo>
                  <a:pt x="104156" y="81715"/>
                  <a:pt x="108629" y="82354"/>
                  <a:pt x="110546" y="84907"/>
                </a:cubicBezTo>
                <a:lnTo>
                  <a:pt x="181474" y="169814"/>
                </a:lnTo>
                <a:lnTo>
                  <a:pt x="252403" y="84907"/>
                </a:lnTo>
                <a:cubicBezTo>
                  <a:pt x="254959" y="82354"/>
                  <a:pt x="258792" y="81715"/>
                  <a:pt x="261349" y="84269"/>
                </a:cubicBezTo>
                <a:cubicBezTo>
                  <a:pt x="263905" y="86822"/>
                  <a:pt x="264544" y="90653"/>
                  <a:pt x="261987" y="93206"/>
                </a:cubicBezTo>
                <a:lnTo>
                  <a:pt x="189142" y="180667"/>
                </a:lnTo>
                <a:lnTo>
                  <a:pt x="257515" y="180667"/>
                </a:lnTo>
                <a:cubicBezTo>
                  <a:pt x="261349" y="180667"/>
                  <a:pt x="263905" y="183220"/>
                  <a:pt x="263905" y="187051"/>
                </a:cubicBezTo>
                <a:cubicBezTo>
                  <a:pt x="263905" y="190881"/>
                  <a:pt x="260070" y="193435"/>
                  <a:pt x="256236" y="193435"/>
                </a:cubicBezTo>
                <a:close/>
              </a:path>
            </a:pathLst>
          </a:custGeom>
          <a:solidFill>
            <a:srgbClr val="007680"/>
          </a:solidFill>
          <a:ln w="6390" cap="flat">
            <a:noFill/>
            <a:prstDash val="solid"/>
            <a:miter/>
          </a:ln>
        </p:spPr>
        <p:txBody>
          <a:bodyPr rtlCol="0" anchor="ctr"/>
          <a:lstStyle/>
          <a:p>
            <a:endParaRPr lang="en-US"/>
          </a:p>
        </p:txBody>
      </p:sp>
      <p:grpSp>
        <p:nvGrpSpPr>
          <p:cNvPr id="546" name="Graphic 4">
            <a:extLst>
              <a:ext uri="{FF2B5EF4-FFF2-40B4-BE49-F238E27FC236}">
                <a16:creationId xmlns:a16="http://schemas.microsoft.com/office/drawing/2014/main" id="{8509514C-45C8-294F-9028-8691262B3F11}"/>
              </a:ext>
            </a:extLst>
          </p:cNvPr>
          <p:cNvGrpSpPr/>
          <p:nvPr/>
        </p:nvGrpSpPr>
        <p:grpSpPr>
          <a:xfrm>
            <a:off x="905454" y="2855717"/>
            <a:ext cx="361670" cy="361333"/>
            <a:chOff x="905454" y="2855717"/>
            <a:chExt cx="361670" cy="361333"/>
          </a:xfrm>
          <a:solidFill>
            <a:srgbClr val="004F59"/>
          </a:solidFill>
        </p:grpSpPr>
        <p:sp>
          <p:nvSpPr>
            <p:cNvPr id="547" name="Graphic 4">
              <a:extLst>
                <a:ext uri="{FF2B5EF4-FFF2-40B4-BE49-F238E27FC236}">
                  <a16:creationId xmlns:a16="http://schemas.microsoft.com/office/drawing/2014/main" id="{113828D3-0DD5-C34C-9ADB-D6FA8F801179}"/>
                </a:ext>
              </a:extLst>
            </p:cNvPr>
            <p:cNvSpPr/>
            <p:nvPr/>
          </p:nvSpPr>
          <p:spPr>
            <a:xfrm>
              <a:off x="1122711" y="2958499"/>
              <a:ext cx="17252" cy="17236"/>
            </a:xfrm>
            <a:custGeom>
              <a:avLst/>
              <a:gdLst>
                <a:gd name="connsiteX0" fmla="*/ 0 w 17252"/>
                <a:gd name="connsiteY0" fmla="*/ 0 h 17236"/>
                <a:gd name="connsiteX1" fmla="*/ 0 w 17252"/>
                <a:gd name="connsiteY1" fmla="*/ 17237 h 17236"/>
                <a:gd name="connsiteX2" fmla="*/ 17253 w 17252"/>
                <a:gd name="connsiteY2" fmla="*/ 17237 h 17236"/>
              </a:gdLst>
              <a:ahLst/>
              <a:cxnLst>
                <a:cxn ang="0">
                  <a:pos x="connsiteX0" y="connsiteY0"/>
                </a:cxn>
                <a:cxn ang="0">
                  <a:pos x="connsiteX1" y="connsiteY1"/>
                </a:cxn>
                <a:cxn ang="0">
                  <a:pos x="connsiteX2" y="connsiteY2"/>
                </a:cxn>
              </a:cxnLst>
              <a:rect l="l" t="t" r="r" b="b"/>
              <a:pathLst>
                <a:path w="17252" h="17236">
                  <a:moveTo>
                    <a:pt x="0" y="0"/>
                  </a:moveTo>
                  <a:lnTo>
                    <a:pt x="0" y="17237"/>
                  </a:lnTo>
                  <a:lnTo>
                    <a:pt x="17253" y="17237"/>
                  </a:lnTo>
                  <a:close/>
                </a:path>
              </a:pathLst>
            </a:custGeom>
            <a:solidFill>
              <a:srgbClr val="004F59"/>
            </a:solidFill>
            <a:ln w="6390" cap="flat">
              <a:noFill/>
              <a:prstDash val="solid"/>
              <a:miter/>
            </a:ln>
          </p:spPr>
          <p:txBody>
            <a:bodyPr rtlCol="0" anchor="ctr"/>
            <a:lstStyle/>
            <a:p>
              <a:endParaRPr lang="en-US"/>
            </a:p>
          </p:txBody>
        </p:sp>
        <p:sp>
          <p:nvSpPr>
            <p:cNvPr id="548" name="Graphic 4">
              <a:extLst>
                <a:ext uri="{FF2B5EF4-FFF2-40B4-BE49-F238E27FC236}">
                  <a16:creationId xmlns:a16="http://schemas.microsoft.com/office/drawing/2014/main" id="{7CADC544-7D3D-3F49-BD7A-4640916AEC0B}"/>
                </a:ext>
              </a:extLst>
            </p:cNvPr>
            <p:cNvSpPr/>
            <p:nvPr/>
          </p:nvSpPr>
          <p:spPr>
            <a:xfrm>
              <a:off x="905454"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56237 w 361670"/>
                <a:gd name="connsiteY5" fmla="*/ 273873 h 361333"/>
                <a:gd name="connsiteX6" fmla="*/ 249847 w 361670"/>
                <a:gd name="connsiteY6" fmla="*/ 280257 h 361333"/>
                <a:gd name="connsiteX7" fmla="*/ 115658 w 361670"/>
                <a:gd name="connsiteY7" fmla="*/ 280257 h 361333"/>
                <a:gd name="connsiteX8" fmla="*/ 109268 w 361670"/>
                <a:gd name="connsiteY8" fmla="*/ 273873 h 361333"/>
                <a:gd name="connsiteX9" fmla="*/ 109268 w 361670"/>
                <a:gd name="connsiteY9" fmla="*/ 86822 h 361333"/>
                <a:gd name="connsiteX10" fmla="*/ 115658 w 361670"/>
                <a:gd name="connsiteY10" fmla="*/ 80438 h 361333"/>
                <a:gd name="connsiteX11" fmla="*/ 210229 w 361670"/>
                <a:gd name="connsiteY11" fmla="*/ 80438 h 361333"/>
                <a:gd name="connsiteX12" fmla="*/ 210229 w 361670"/>
                <a:gd name="connsiteY12" fmla="*/ 80438 h 361333"/>
                <a:gd name="connsiteX13" fmla="*/ 210229 w 361670"/>
                <a:gd name="connsiteY13" fmla="*/ 80438 h 361333"/>
                <a:gd name="connsiteX14" fmla="*/ 210868 w 361670"/>
                <a:gd name="connsiteY14" fmla="*/ 80438 h 361333"/>
                <a:gd name="connsiteX15" fmla="*/ 212785 w 361670"/>
                <a:gd name="connsiteY15" fmla="*/ 81076 h 361333"/>
                <a:gd name="connsiteX16" fmla="*/ 214702 w 361670"/>
                <a:gd name="connsiteY16" fmla="*/ 82353 h 361333"/>
                <a:gd name="connsiteX17" fmla="*/ 253680 w 361670"/>
                <a:gd name="connsiteY17" fmla="*/ 121296 h 361333"/>
                <a:gd name="connsiteX18" fmla="*/ 254959 w 361670"/>
                <a:gd name="connsiteY18" fmla="*/ 123211 h 361333"/>
                <a:gd name="connsiteX19" fmla="*/ 255597 w 361670"/>
                <a:gd name="connsiteY19" fmla="*/ 125764 h 361333"/>
                <a:gd name="connsiteX20" fmla="*/ 255597 w 361670"/>
                <a:gd name="connsiteY20" fmla="*/ 145555 h 361333"/>
                <a:gd name="connsiteX21" fmla="*/ 249208 w 361670"/>
                <a:gd name="connsiteY21" fmla="*/ 151939 h 361333"/>
                <a:gd name="connsiteX22" fmla="*/ 242818 w 361670"/>
                <a:gd name="connsiteY22" fmla="*/ 145555 h 361333"/>
                <a:gd name="connsiteX23" fmla="*/ 242818 w 361670"/>
                <a:gd name="connsiteY23" fmla="*/ 132148 h 361333"/>
                <a:gd name="connsiteX24" fmla="*/ 210229 w 361670"/>
                <a:gd name="connsiteY24" fmla="*/ 132148 h 361333"/>
                <a:gd name="connsiteX25" fmla="*/ 203839 w 361670"/>
                <a:gd name="connsiteY25" fmla="*/ 125764 h 361333"/>
                <a:gd name="connsiteX26" fmla="*/ 203839 w 361670"/>
                <a:gd name="connsiteY26" fmla="*/ 92568 h 361333"/>
                <a:gd name="connsiteX27" fmla="*/ 122048 w 361670"/>
                <a:gd name="connsiteY27" fmla="*/ 92568 h 361333"/>
                <a:gd name="connsiteX28" fmla="*/ 122048 w 361670"/>
                <a:gd name="connsiteY28" fmla="*/ 266850 h 361333"/>
                <a:gd name="connsiteX29" fmla="*/ 243457 w 361670"/>
                <a:gd name="connsiteY29" fmla="*/ 266850 h 361333"/>
                <a:gd name="connsiteX30" fmla="*/ 243457 w 361670"/>
                <a:gd name="connsiteY30" fmla="*/ 255359 h 361333"/>
                <a:gd name="connsiteX31" fmla="*/ 249847 w 361670"/>
                <a:gd name="connsiteY31" fmla="*/ 248975 h 361333"/>
                <a:gd name="connsiteX32" fmla="*/ 256237 w 361670"/>
                <a:gd name="connsiteY32" fmla="*/ 255359 h 361333"/>
                <a:gd name="connsiteX33" fmla="*/ 256237 w 361670"/>
                <a:gd name="connsiteY33" fmla="*/ 273873 h 361333"/>
                <a:gd name="connsiteX34" fmla="*/ 230677 w 361670"/>
                <a:gd name="connsiteY34" fmla="*/ 248975 h 361333"/>
                <a:gd name="connsiteX35" fmla="*/ 230677 w 361670"/>
                <a:gd name="connsiteY35" fmla="*/ 248975 h 361333"/>
                <a:gd name="connsiteX36" fmla="*/ 227482 w 361670"/>
                <a:gd name="connsiteY36" fmla="*/ 249614 h 361333"/>
                <a:gd name="connsiteX37" fmla="*/ 141857 w 361670"/>
                <a:gd name="connsiteY37" fmla="*/ 249614 h 361333"/>
                <a:gd name="connsiteX38" fmla="*/ 135467 w 361670"/>
                <a:gd name="connsiteY38" fmla="*/ 243230 h 361333"/>
                <a:gd name="connsiteX39" fmla="*/ 141857 w 361670"/>
                <a:gd name="connsiteY39" fmla="*/ 236846 h 361333"/>
                <a:gd name="connsiteX40" fmla="*/ 198727 w 361670"/>
                <a:gd name="connsiteY40" fmla="*/ 236846 h 361333"/>
                <a:gd name="connsiteX41" fmla="*/ 187864 w 361670"/>
                <a:gd name="connsiteY41" fmla="*/ 222801 h 361333"/>
                <a:gd name="connsiteX42" fmla="*/ 141218 w 361670"/>
                <a:gd name="connsiteY42" fmla="*/ 222801 h 361333"/>
                <a:gd name="connsiteX43" fmla="*/ 134828 w 361670"/>
                <a:gd name="connsiteY43" fmla="*/ 216417 h 361333"/>
                <a:gd name="connsiteX44" fmla="*/ 141218 w 361670"/>
                <a:gd name="connsiteY44" fmla="*/ 210033 h 361333"/>
                <a:gd name="connsiteX45" fmla="*/ 141218 w 361670"/>
                <a:gd name="connsiteY45" fmla="*/ 210033 h 361333"/>
                <a:gd name="connsiteX46" fmla="*/ 183391 w 361670"/>
                <a:gd name="connsiteY46" fmla="*/ 210033 h 361333"/>
                <a:gd name="connsiteX47" fmla="*/ 182752 w 361670"/>
                <a:gd name="connsiteY47" fmla="*/ 201734 h 361333"/>
                <a:gd name="connsiteX48" fmla="*/ 183391 w 361670"/>
                <a:gd name="connsiteY48" fmla="*/ 195350 h 361333"/>
                <a:gd name="connsiteX49" fmla="*/ 141218 w 361670"/>
                <a:gd name="connsiteY49" fmla="*/ 195350 h 361333"/>
                <a:gd name="connsiteX50" fmla="*/ 134828 w 361670"/>
                <a:gd name="connsiteY50" fmla="*/ 188966 h 361333"/>
                <a:gd name="connsiteX51" fmla="*/ 141218 w 361670"/>
                <a:gd name="connsiteY51" fmla="*/ 182582 h 361333"/>
                <a:gd name="connsiteX52" fmla="*/ 186586 w 361670"/>
                <a:gd name="connsiteY52" fmla="*/ 182582 h 361333"/>
                <a:gd name="connsiteX53" fmla="*/ 195532 w 361670"/>
                <a:gd name="connsiteY53" fmla="*/ 168537 h 361333"/>
                <a:gd name="connsiteX54" fmla="*/ 141218 w 361670"/>
                <a:gd name="connsiteY54" fmla="*/ 168537 h 361333"/>
                <a:gd name="connsiteX55" fmla="*/ 134828 w 361670"/>
                <a:gd name="connsiteY55" fmla="*/ 162153 h 361333"/>
                <a:gd name="connsiteX56" fmla="*/ 141218 w 361670"/>
                <a:gd name="connsiteY56" fmla="*/ 155769 h 361333"/>
                <a:gd name="connsiteX57" fmla="*/ 215980 w 361670"/>
                <a:gd name="connsiteY57" fmla="*/ 155769 h 361333"/>
                <a:gd name="connsiteX58" fmla="*/ 216619 w 361670"/>
                <a:gd name="connsiteY58" fmla="*/ 155769 h 361333"/>
                <a:gd name="connsiteX59" fmla="*/ 230038 w 361670"/>
                <a:gd name="connsiteY59" fmla="*/ 153854 h 361333"/>
                <a:gd name="connsiteX60" fmla="*/ 277323 w 361670"/>
                <a:gd name="connsiteY60" fmla="*/ 201095 h 361333"/>
                <a:gd name="connsiteX61" fmla="*/ 230677 w 361670"/>
                <a:gd name="connsiteY61" fmla="*/ 24897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1157" y="0"/>
                    <a:pt x="180835" y="0"/>
                  </a:cubicBezTo>
                  <a:close/>
                  <a:moveTo>
                    <a:pt x="256237" y="273873"/>
                  </a:moveTo>
                  <a:cubicBezTo>
                    <a:pt x="256237" y="277703"/>
                    <a:pt x="253680" y="280257"/>
                    <a:pt x="249847" y="280257"/>
                  </a:cubicBezTo>
                  <a:lnTo>
                    <a:pt x="115658" y="280257"/>
                  </a:lnTo>
                  <a:cubicBezTo>
                    <a:pt x="111824" y="280257"/>
                    <a:pt x="109268" y="277703"/>
                    <a:pt x="109268" y="273873"/>
                  </a:cubicBezTo>
                  <a:lnTo>
                    <a:pt x="109268" y="86822"/>
                  </a:lnTo>
                  <a:cubicBezTo>
                    <a:pt x="109268" y="82992"/>
                    <a:pt x="111824" y="80438"/>
                    <a:pt x="115658" y="80438"/>
                  </a:cubicBezTo>
                  <a:lnTo>
                    <a:pt x="210229" y="80438"/>
                  </a:lnTo>
                  <a:cubicBezTo>
                    <a:pt x="210229" y="80438"/>
                    <a:pt x="210229" y="80438"/>
                    <a:pt x="210229" y="80438"/>
                  </a:cubicBezTo>
                  <a:cubicBezTo>
                    <a:pt x="210229" y="80438"/>
                    <a:pt x="210229" y="80438"/>
                    <a:pt x="210229" y="80438"/>
                  </a:cubicBezTo>
                  <a:cubicBezTo>
                    <a:pt x="210229" y="80438"/>
                    <a:pt x="210229" y="80438"/>
                    <a:pt x="210868" y="80438"/>
                  </a:cubicBezTo>
                  <a:cubicBezTo>
                    <a:pt x="211507" y="80438"/>
                    <a:pt x="212146" y="80438"/>
                    <a:pt x="212785" y="81076"/>
                  </a:cubicBezTo>
                  <a:cubicBezTo>
                    <a:pt x="213424" y="81715"/>
                    <a:pt x="214063" y="81715"/>
                    <a:pt x="214702" y="82353"/>
                  </a:cubicBezTo>
                  <a:lnTo>
                    <a:pt x="253680" y="121296"/>
                  </a:lnTo>
                  <a:cubicBezTo>
                    <a:pt x="254320" y="121934"/>
                    <a:pt x="254959" y="122572"/>
                    <a:pt x="254959" y="123211"/>
                  </a:cubicBezTo>
                  <a:cubicBezTo>
                    <a:pt x="255597" y="123849"/>
                    <a:pt x="255597" y="125126"/>
                    <a:pt x="255597" y="125764"/>
                  </a:cubicBezTo>
                  <a:lnTo>
                    <a:pt x="255597" y="145555"/>
                  </a:lnTo>
                  <a:cubicBezTo>
                    <a:pt x="255597" y="149385"/>
                    <a:pt x="253042" y="151939"/>
                    <a:pt x="249208" y="151939"/>
                  </a:cubicBezTo>
                  <a:cubicBezTo>
                    <a:pt x="245374" y="151939"/>
                    <a:pt x="242818" y="149385"/>
                    <a:pt x="242818" y="145555"/>
                  </a:cubicBezTo>
                  <a:lnTo>
                    <a:pt x="242818" y="132148"/>
                  </a:lnTo>
                  <a:lnTo>
                    <a:pt x="210229" y="132148"/>
                  </a:lnTo>
                  <a:cubicBezTo>
                    <a:pt x="206395" y="132148"/>
                    <a:pt x="203839" y="129595"/>
                    <a:pt x="203839" y="125764"/>
                  </a:cubicBezTo>
                  <a:lnTo>
                    <a:pt x="203839" y="92568"/>
                  </a:lnTo>
                  <a:lnTo>
                    <a:pt x="122048" y="92568"/>
                  </a:lnTo>
                  <a:lnTo>
                    <a:pt x="122048" y="266850"/>
                  </a:lnTo>
                  <a:lnTo>
                    <a:pt x="243457" y="266850"/>
                  </a:lnTo>
                  <a:lnTo>
                    <a:pt x="243457" y="255359"/>
                  </a:lnTo>
                  <a:cubicBezTo>
                    <a:pt x="243457" y="251529"/>
                    <a:pt x="246013" y="248975"/>
                    <a:pt x="249847" y="248975"/>
                  </a:cubicBezTo>
                  <a:cubicBezTo>
                    <a:pt x="253680" y="248975"/>
                    <a:pt x="256237" y="251529"/>
                    <a:pt x="256237" y="255359"/>
                  </a:cubicBezTo>
                  <a:lnTo>
                    <a:pt x="256237" y="273873"/>
                  </a:lnTo>
                  <a:close/>
                  <a:moveTo>
                    <a:pt x="230677" y="248975"/>
                  </a:moveTo>
                  <a:cubicBezTo>
                    <a:pt x="230677" y="248975"/>
                    <a:pt x="230038" y="248975"/>
                    <a:pt x="230677" y="248975"/>
                  </a:cubicBezTo>
                  <a:cubicBezTo>
                    <a:pt x="229399" y="248975"/>
                    <a:pt x="228760" y="249614"/>
                    <a:pt x="227482" y="249614"/>
                  </a:cubicBezTo>
                  <a:lnTo>
                    <a:pt x="141857" y="249614"/>
                  </a:lnTo>
                  <a:cubicBezTo>
                    <a:pt x="138023" y="249614"/>
                    <a:pt x="135467" y="247060"/>
                    <a:pt x="135467" y="243230"/>
                  </a:cubicBezTo>
                  <a:cubicBezTo>
                    <a:pt x="135467" y="239399"/>
                    <a:pt x="138023" y="236846"/>
                    <a:pt x="141857" y="236846"/>
                  </a:cubicBezTo>
                  <a:lnTo>
                    <a:pt x="198727" y="236846"/>
                  </a:lnTo>
                  <a:cubicBezTo>
                    <a:pt x="194254" y="233015"/>
                    <a:pt x="190420" y="227908"/>
                    <a:pt x="187864" y="222801"/>
                  </a:cubicBezTo>
                  <a:lnTo>
                    <a:pt x="141218" y="222801"/>
                  </a:lnTo>
                  <a:cubicBezTo>
                    <a:pt x="137384" y="222801"/>
                    <a:pt x="134828" y="220247"/>
                    <a:pt x="134828" y="216417"/>
                  </a:cubicBezTo>
                  <a:cubicBezTo>
                    <a:pt x="134828" y="212587"/>
                    <a:pt x="137384" y="210033"/>
                    <a:pt x="141218" y="210033"/>
                  </a:cubicBezTo>
                  <a:cubicBezTo>
                    <a:pt x="141218" y="210033"/>
                    <a:pt x="141218" y="210033"/>
                    <a:pt x="141218" y="210033"/>
                  </a:cubicBezTo>
                  <a:lnTo>
                    <a:pt x="183391" y="210033"/>
                  </a:lnTo>
                  <a:cubicBezTo>
                    <a:pt x="182752" y="207479"/>
                    <a:pt x="182752" y="204926"/>
                    <a:pt x="182752" y="201734"/>
                  </a:cubicBezTo>
                  <a:cubicBezTo>
                    <a:pt x="182752" y="199819"/>
                    <a:pt x="182752" y="197903"/>
                    <a:pt x="183391" y="195350"/>
                  </a:cubicBezTo>
                  <a:lnTo>
                    <a:pt x="141218" y="195350"/>
                  </a:lnTo>
                  <a:cubicBezTo>
                    <a:pt x="137384" y="195350"/>
                    <a:pt x="134828" y="192796"/>
                    <a:pt x="134828" y="188966"/>
                  </a:cubicBezTo>
                  <a:cubicBezTo>
                    <a:pt x="134828" y="185135"/>
                    <a:pt x="137384" y="182582"/>
                    <a:pt x="141218" y="182582"/>
                  </a:cubicBezTo>
                  <a:lnTo>
                    <a:pt x="186586" y="182582"/>
                  </a:lnTo>
                  <a:cubicBezTo>
                    <a:pt x="189142" y="177475"/>
                    <a:pt x="191698" y="173006"/>
                    <a:pt x="195532" y="168537"/>
                  </a:cubicBezTo>
                  <a:lnTo>
                    <a:pt x="141218" y="168537"/>
                  </a:lnTo>
                  <a:cubicBezTo>
                    <a:pt x="137384" y="168537"/>
                    <a:pt x="134828" y="165984"/>
                    <a:pt x="134828" y="162153"/>
                  </a:cubicBezTo>
                  <a:cubicBezTo>
                    <a:pt x="134828" y="158323"/>
                    <a:pt x="137384" y="155769"/>
                    <a:pt x="141218" y="155769"/>
                  </a:cubicBezTo>
                  <a:lnTo>
                    <a:pt x="215980" y="155769"/>
                  </a:lnTo>
                  <a:cubicBezTo>
                    <a:pt x="215980" y="155769"/>
                    <a:pt x="216619" y="155769"/>
                    <a:pt x="216619" y="155769"/>
                  </a:cubicBezTo>
                  <a:cubicBezTo>
                    <a:pt x="221092" y="154492"/>
                    <a:pt x="225565" y="153854"/>
                    <a:pt x="230038" y="153854"/>
                  </a:cubicBezTo>
                  <a:cubicBezTo>
                    <a:pt x="256237" y="153854"/>
                    <a:pt x="277323" y="174921"/>
                    <a:pt x="277323" y="201095"/>
                  </a:cubicBezTo>
                  <a:cubicBezTo>
                    <a:pt x="277323" y="227270"/>
                    <a:pt x="256875" y="248975"/>
                    <a:pt x="230677" y="248975"/>
                  </a:cubicBezTo>
                  <a:close/>
                </a:path>
              </a:pathLst>
            </a:custGeom>
            <a:solidFill>
              <a:srgbClr val="004F59"/>
            </a:solidFill>
            <a:ln w="6390" cap="flat">
              <a:noFill/>
              <a:prstDash val="solid"/>
              <a:miter/>
            </a:ln>
          </p:spPr>
          <p:txBody>
            <a:bodyPr rtlCol="0" anchor="ctr"/>
            <a:lstStyle/>
            <a:p>
              <a:endParaRPr lang="en-US"/>
            </a:p>
          </p:txBody>
        </p:sp>
        <p:sp>
          <p:nvSpPr>
            <p:cNvPr id="549" name="Graphic 4">
              <a:extLst>
                <a:ext uri="{FF2B5EF4-FFF2-40B4-BE49-F238E27FC236}">
                  <a16:creationId xmlns:a16="http://schemas.microsoft.com/office/drawing/2014/main" id="{3F1CA538-EE8A-9149-B208-A38E4E0D2C21}"/>
                </a:ext>
              </a:extLst>
            </p:cNvPr>
            <p:cNvSpPr/>
            <p:nvPr/>
          </p:nvSpPr>
          <p:spPr>
            <a:xfrm>
              <a:off x="1101625" y="3022339"/>
              <a:ext cx="69011" cy="68947"/>
            </a:xfrm>
            <a:custGeom>
              <a:avLst/>
              <a:gdLst>
                <a:gd name="connsiteX0" fmla="*/ 34506 w 69011"/>
                <a:gd name="connsiteY0" fmla="*/ 0 h 68947"/>
                <a:gd name="connsiteX1" fmla="*/ 0 w 69011"/>
                <a:gd name="connsiteY1" fmla="*/ 34474 h 68947"/>
                <a:gd name="connsiteX2" fmla="*/ 34506 w 69011"/>
                <a:gd name="connsiteY2" fmla="*/ 68947 h 68947"/>
                <a:gd name="connsiteX3" fmla="*/ 69011 w 69011"/>
                <a:gd name="connsiteY3" fmla="*/ 34474 h 68947"/>
                <a:gd name="connsiteX4" fmla="*/ 34506 w 69011"/>
                <a:gd name="connsiteY4" fmla="*/ 0 h 68947"/>
                <a:gd name="connsiteX5" fmla="*/ 34506 w 69011"/>
                <a:gd name="connsiteY5" fmla="*/ 30005 h 68947"/>
                <a:gd name="connsiteX6" fmla="*/ 48564 w 69011"/>
                <a:gd name="connsiteY6" fmla="*/ 44050 h 68947"/>
                <a:gd name="connsiteX7" fmla="*/ 39618 w 69011"/>
                <a:gd name="connsiteY7" fmla="*/ 56818 h 68947"/>
                <a:gd name="connsiteX8" fmla="*/ 39618 w 69011"/>
                <a:gd name="connsiteY8" fmla="*/ 58733 h 68947"/>
                <a:gd name="connsiteX9" fmla="*/ 34506 w 69011"/>
                <a:gd name="connsiteY9" fmla="*/ 63840 h 68947"/>
                <a:gd name="connsiteX10" fmla="*/ 29394 w 69011"/>
                <a:gd name="connsiteY10" fmla="*/ 58733 h 68947"/>
                <a:gd name="connsiteX11" fmla="*/ 29394 w 69011"/>
                <a:gd name="connsiteY11" fmla="*/ 56818 h 68947"/>
                <a:gd name="connsiteX12" fmla="*/ 20448 w 69011"/>
                <a:gd name="connsiteY12" fmla="*/ 44050 h 68947"/>
                <a:gd name="connsiteX13" fmla="*/ 25560 w 69011"/>
                <a:gd name="connsiteY13" fmla="*/ 38942 h 68947"/>
                <a:gd name="connsiteX14" fmla="*/ 30672 w 69011"/>
                <a:gd name="connsiteY14" fmla="*/ 44050 h 68947"/>
                <a:gd name="connsiteX15" fmla="*/ 35145 w 69011"/>
                <a:gd name="connsiteY15" fmla="*/ 48518 h 68947"/>
                <a:gd name="connsiteX16" fmla="*/ 39618 w 69011"/>
                <a:gd name="connsiteY16" fmla="*/ 44050 h 68947"/>
                <a:gd name="connsiteX17" fmla="*/ 35145 w 69011"/>
                <a:gd name="connsiteY17" fmla="*/ 39581 h 68947"/>
                <a:gd name="connsiteX18" fmla="*/ 21087 w 69011"/>
                <a:gd name="connsiteY18" fmla="*/ 25536 h 68947"/>
                <a:gd name="connsiteX19" fmla="*/ 30033 w 69011"/>
                <a:gd name="connsiteY19" fmla="*/ 12768 h 68947"/>
                <a:gd name="connsiteX20" fmla="*/ 30033 w 69011"/>
                <a:gd name="connsiteY20" fmla="*/ 10853 h 68947"/>
                <a:gd name="connsiteX21" fmla="*/ 35145 w 69011"/>
                <a:gd name="connsiteY21" fmla="*/ 5746 h 68947"/>
                <a:gd name="connsiteX22" fmla="*/ 40257 w 69011"/>
                <a:gd name="connsiteY22" fmla="*/ 10853 h 68947"/>
                <a:gd name="connsiteX23" fmla="*/ 40257 w 69011"/>
                <a:gd name="connsiteY23" fmla="*/ 12768 h 68947"/>
                <a:gd name="connsiteX24" fmla="*/ 49203 w 69011"/>
                <a:gd name="connsiteY24" fmla="*/ 25536 h 68947"/>
                <a:gd name="connsiteX25" fmla="*/ 44091 w 69011"/>
                <a:gd name="connsiteY25" fmla="*/ 30643 h 68947"/>
                <a:gd name="connsiteX26" fmla="*/ 38979 w 69011"/>
                <a:gd name="connsiteY26" fmla="*/ 25536 h 68947"/>
                <a:gd name="connsiteX27" fmla="*/ 34506 w 69011"/>
                <a:gd name="connsiteY27" fmla="*/ 21067 h 68947"/>
                <a:gd name="connsiteX28" fmla="*/ 30033 w 69011"/>
                <a:gd name="connsiteY28" fmla="*/ 25536 h 68947"/>
                <a:gd name="connsiteX29" fmla="*/ 34506 w 69011"/>
                <a:gd name="connsiteY29" fmla="*/ 30005 h 68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69011" h="68947">
                  <a:moveTo>
                    <a:pt x="34506" y="0"/>
                  </a:moveTo>
                  <a:cubicBezTo>
                    <a:pt x="15336" y="0"/>
                    <a:pt x="0" y="15322"/>
                    <a:pt x="0" y="34474"/>
                  </a:cubicBezTo>
                  <a:cubicBezTo>
                    <a:pt x="0" y="53626"/>
                    <a:pt x="15336" y="68947"/>
                    <a:pt x="34506" y="68947"/>
                  </a:cubicBezTo>
                  <a:cubicBezTo>
                    <a:pt x="53676" y="68947"/>
                    <a:pt x="69011" y="53626"/>
                    <a:pt x="69011" y="34474"/>
                  </a:cubicBezTo>
                  <a:cubicBezTo>
                    <a:pt x="69011" y="15322"/>
                    <a:pt x="53676" y="0"/>
                    <a:pt x="34506" y="0"/>
                  </a:cubicBezTo>
                  <a:close/>
                  <a:moveTo>
                    <a:pt x="34506" y="30005"/>
                  </a:moveTo>
                  <a:cubicBezTo>
                    <a:pt x="42174" y="30005"/>
                    <a:pt x="48564" y="36389"/>
                    <a:pt x="48564" y="44050"/>
                  </a:cubicBezTo>
                  <a:cubicBezTo>
                    <a:pt x="48564" y="49795"/>
                    <a:pt x="44730" y="54902"/>
                    <a:pt x="39618" y="56818"/>
                  </a:cubicBezTo>
                  <a:lnTo>
                    <a:pt x="39618" y="58733"/>
                  </a:lnTo>
                  <a:cubicBezTo>
                    <a:pt x="39618" y="61286"/>
                    <a:pt x="37701" y="63840"/>
                    <a:pt x="34506" y="63840"/>
                  </a:cubicBezTo>
                  <a:cubicBezTo>
                    <a:pt x="31311" y="63840"/>
                    <a:pt x="29394" y="61925"/>
                    <a:pt x="29394" y="58733"/>
                  </a:cubicBezTo>
                  <a:lnTo>
                    <a:pt x="29394" y="56818"/>
                  </a:lnTo>
                  <a:cubicBezTo>
                    <a:pt x="24282" y="54902"/>
                    <a:pt x="20448" y="49795"/>
                    <a:pt x="20448" y="44050"/>
                  </a:cubicBezTo>
                  <a:cubicBezTo>
                    <a:pt x="20448" y="41496"/>
                    <a:pt x="22365" y="38942"/>
                    <a:pt x="25560" y="38942"/>
                  </a:cubicBezTo>
                  <a:cubicBezTo>
                    <a:pt x="28755" y="38942"/>
                    <a:pt x="30672" y="40858"/>
                    <a:pt x="30672" y="44050"/>
                  </a:cubicBezTo>
                  <a:cubicBezTo>
                    <a:pt x="30672" y="46603"/>
                    <a:pt x="32589" y="48518"/>
                    <a:pt x="35145" y="48518"/>
                  </a:cubicBezTo>
                  <a:cubicBezTo>
                    <a:pt x="37701" y="48518"/>
                    <a:pt x="39618" y="46603"/>
                    <a:pt x="39618" y="44050"/>
                  </a:cubicBezTo>
                  <a:cubicBezTo>
                    <a:pt x="39618" y="41496"/>
                    <a:pt x="37701" y="39581"/>
                    <a:pt x="35145" y="39581"/>
                  </a:cubicBezTo>
                  <a:cubicBezTo>
                    <a:pt x="27477" y="39581"/>
                    <a:pt x="21087" y="33197"/>
                    <a:pt x="21087" y="25536"/>
                  </a:cubicBezTo>
                  <a:cubicBezTo>
                    <a:pt x="21087" y="19790"/>
                    <a:pt x="24921" y="14683"/>
                    <a:pt x="30033" y="12768"/>
                  </a:cubicBezTo>
                  <a:lnTo>
                    <a:pt x="30033" y="10853"/>
                  </a:lnTo>
                  <a:cubicBezTo>
                    <a:pt x="30033" y="8299"/>
                    <a:pt x="31950" y="5746"/>
                    <a:pt x="35145" y="5746"/>
                  </a:cubicBezTo>
                  <a:cubicBezTo>
                    <a:pt x="38340" y="5746"/>
                    <a:pt x="40257" y="7661"/>
                    <a:pt x="40257" y="10853"/>
                  </a:cubicBezTo>
                  <a:lnTo>
                    <a:pt x="40257" y="12768"/>
                  </a:lnTo>
                  <a:cubicBezTo>
                    <a:pt x="45369" y="14683"/>
                    <a:pt x="49203" y="19790"/>
                    <a:pt x="49203" y="25536"/>
                  </a:cubicBezTo>
                  <a:cubicBezTo>
                    <a:pt x="49203" y="28090"/>
                    <a:pt x="47286" y="30643"/>
                    <a:pt x="44091" y="30643"/>
                  </a:cubicBezTo>
                  <a:cubicBezTo>
                    <a:pt x="40896" y="30643"/>
                    <a:pt x="38979" y="28728"/>
                    <a:pt x="38979" y="25536"/>
                  </a:cubicBezTo>
                  <a:cubicBezTo>
                    <a:pt x="38979" y="22982"/>
                    <a:pt x="37062" y="21067"/>
                    <a:pt x="34506" y="21067"/>
                  </a:cubicBezTo>
                  <a:cubicBezTo>
                    <a:pt x="31950" y="21067"/>
                    <a:pt x="30033" y="22982"/>
                    <a:pt x="30033" y="25536"/>
                  </a:cubicBezTo>
                  <a:cubicBezTo>
                    <a:pt x="30033" y="28090"/>
                    <a:pt x="31950" y="30005"/>
                    <a:pt x="34506" y="30005"/>
                  </a:cubicBezTo>
                  <a:close/>
                </a:path>
              </a:pathLst>
            </a:custGeom>
            <a:solidFill>
              <a:srgbClr val="004F59"/>
            </a:solidFill>
            <a:ln w="6390" cap="flat">
              <a:noFill/>
              <a:prstDash val="solid"/>
              <a:miter/>
            </a:ln>
          </p:spPr>
          <p:txBody>
            <a:bodyPr rtlCol="0" anchor="ctr"/>
            <a:lstStyle/>
            <a:p>
              <a:endParaRPr lang="en-US"/>
            </a:p>
          </p:txBody>
        </p:sp>
      </p:grpSp>
      <p:grpSp>
        <p:nvGrpSpPr>
          <p:cNvPr id="550" name="Graphic 4">
            <a:extLst>
              <a:ext uri="{FF2B5EF4-FFF2-40B4-BE49-F238E27FC236}">
                <a16:creationId xmlns:a16="http://schemas.microsoft.com/office/drawing/2014/main" id="{B059426D-02DB-324A-9F60-271DF5787CF0}"/>
              </a:ext>
            </a:extLst>
          </p:cNvPr>
          <p:cNvGrpSpPr/>
          <p:nvPr/>
        </p:nvGrpSpPr>
        <p:grpSpPr>
          <a:xfrm>
            <a:off x="905454" y="1893013"/>
            <a:ext cx="361670" cy="361333"/>
            <a:chOff x="905454" y="1893013"/>
            <a:chExt cx="361670" cy="361333"/>
          </a:xfrm>
          <a:solidFill>
            <a:srgbClr val="004F59"/>
          </a:solidFill>
        </p:grpSpPr>
        <p:sp>
          <p:nvSpPr>
            <p:cNvPr id="551" name="Graphic 4">
              <a:extLst>
                <a:ext uri="{FF2B5EF4-FFF2-40B4-BE49-F238E27FC236}">
                  <a16:creationId xmlns:a16="http://schemas.microsoft.com/office/drawing/2014/main" id="{E9E4AC10-AC25-9B4F-958D-2F624CE8F767}"/>
                </a:ext>
              </a:extLst>
            </p:cNvPr>
            <p:cNvSpPr/>
            <p:nvPr/>
          </p:nvSpPr>
          <p:spPr>
            <a:xfrm>
              <a:off x="986606" y="2087086"/>
              <a:ext cx="197449" cy="97036"/>
            </a:xfrm>
            <a:custGeom>
              <a:avLst/>
              <a:gdLst>
                <a:gd name="connsiteX0" fmla="*/ 171250 w 197449"/>
                <a:gd name="connsiteY0" fmla="*/ 46603 h 97036"/>
                <a:gd name="connsiteX1" fmla="*/ 169333 w 197449"/>
                <a:gd name="connsiteY1" fmla="*/ 46603 h 97036"/>
                <a:gd name="connsiteX2" fmla="*/ 162943 w 197449"/>
                <a:gd name="connsiteY2" fmla="*/ 42134 h 97036"/>
                <a:gd name="connsiteX3" fmla="*/ 167416 w 197449"/>
                <a:gd name="connsiteY3" fmla="*/ 34474 h 97036"/>
                <a:gd name="connsiteX4" fmla="*/ 197449 w 197449"/>
                <a:gd name="connsiteY4" fmla="*/ 18514 h 97036"/>
                <a:gd name="connsiteX5" fmla="*/ 177640 w 197449"/>
                <a:gd name="connsiteY5" fmla="*/ 638 h 97036"/>
                <a:gd name="connsiteX6" fmla="*/ 169972 w 197449"/>
                <a:gd name="connsiteY6" fmla="*/ 21067 h 97036"/>
                <a:gd name="connsiteX7" fmla="*/ 166777 w 197449"/>
                <a:gd name="connsiteY7" fmla="*/ 23621 h 97036"/>
                <a:gd name="connsiteX8" fmla="*/ 95849 w 197449"/>
                <a:gd name="connsiteY8" fmla="*/ 39581 h 97036"/>
                <a:gd name="connsiteX9" fmla="*/ 32589 w 197449"/>
                <a:gd name="connsiteY9" fmla="*/ 22982 h 97036"/>
                <a:gd name="connsiteX10" fmla="*/ 30672 w 197449"/>
                <a:gd name="connsiteY10" fmla="*/ 21067 h 97036"/>
                <a:gd name="connsiteX11" fmla="*/ 22365 w 197449"/>
                <a:gd name="connsiteY11" fmla="*/ 0 h 97036"/>
                <a:gd name="connsiteX12" fmla="*/ 1917 w 197449"/>
                <a:gd name="connsiteY12" fmla="*/ 17237 h 97036"/>
                <a:gd name="connsiteX13" fmla="*/ 7029 w 197449"/>
                <a:gd name="connsiteY13" fmla="*/ 25536 h 97036"/>
                <a:gd name="connsiteX14" fmla="*/ 54954 w 197449"/>
                <a:gd name="connsiteY14" fmla="*/ 40219 h 97036"/>
                <a:gd name="connsiteX15" fmla="*/ 61343 w 197449"/>
                <a:gd name="connsiteY15" fmla="*/ 46603 h 97036"/>
                <a:gd name="connsiteX16" fmla="*/ 54954 w 197449"/>
                <a:gd name="connsiteY16" fmla="*/ 52987 h 97036"/>
                <a:gd name="connsiteX17" fmla="*/ 54954 w 197449"/>
                <a:gd name="connsiteY17" fmla="*/ 52987 h 97036"/>
                <a:gd name="connsiteX18" fmla="*/ 0 w 197449"/>
                <a:gd name="connsiteY18" fmla="*/ 36389 h 97036"/>
                <a:gd name="connsiteX19" fmla="*/ 0 w 197449"/>
                <a:gd name="connsiteY19" fmla="*/ 36389 h 97036"/>
                <a:gd name="connsiteX20" fmla="*/ 7029 w 197449"/>
                <a:gd name="connsiteY20" fmla="*/ 53626 h 97036"/>
                <a:gd name="connsiteX21" fmla="*/ 65177 w 197449"/>
                <a:gd name="connsiteY21" fmla="*/ 73416 h 97036"/>
                <a:gd name="connsiteX22" fmla="*/ 70289 w 197449"/>
                <a:gd name="connsiteY22" fmla="*/ 80438 h 97036"/>
                <a:gd name="connsiteX23" fmla="*/ 63899 w 197449"/>
                <a:gd name="connsiteY23" fmla="*/ 85546 h 97036"/>
                <a:gd name="connsiteX24" fmla="*/ 62621 w 197449"/>
                <a:gd name="connsiteY24" fmla="*/ 85546 h 97036"/>
                <a:gd name="connsiteX25" fmla="*/ 26199 w 197449"/>
                <a:gd name="connsiteY25" fmla="*/ 76608 h 97036"/>
                <a:gd name="connsiteX26" fmla="*/ 61343 w 197449"/>
                <a:gd name="connsiteY26" fmla="*/ 91291 h 97036"/>
                <a:gd name="connsiteX27" fmla="*/ 99683 w 197449"/>
                <a:gd name="connsiteY27" fmla="*/ 97037 h 97036"/>
                <a:gd name="connsiteX28" fmla="*/ 87542 w 197449"/>
                <a:gd name="connsiteY28" fmla="*/ 69586 h 97036"/>
                <a:gd name="connsiteX29" fmla="*/ 93293 w 197449"/>
                <a:gd name="connsiteY29" fmla="*/ 62563 h 97036"/>
                <a:gd name="connsiteX30" fmla="*/ 100322 w 197449"/>
                <a:gd name="connsiteY30" fmla="*/ 68309 h 97036"/>
                <a:gd name="connsiteX31" fmla="*/ 124604 w 197449"/>
                <a:gd name="connsiteY31" fmla="*/ 95121 h 97036"/>
                <a:gd name="connsiteX32" fmla="*/ 174445 w 197449"/>
                <a:gd name="connsiteY32" fmla="*/ 74054 h 97036"/>
                <a:gd name="connsiteX33" fmla="*/ 162943 w 197449"/>
                <a:gd name="connsiteY33" fmla="*/ 75331 h 97036"/>
                <a:gd name="connsiteX34" fmla="*/ 131633 w 197449"/>
                <a:gd name="connsiteY34" fmla="*/ 64478 h 97036"/>
                <a:gd name="connsiteX35" fmla="*/ 130994 w 197449"/>
                <a:gd name="connsiteY35" fmla="*/ 55541 h 97036"/>
                <a:gd name="connsiteX36" fmla="*/ 139940 w 197449"/>
                <a:gd name="connsiteY36" fmla="*/ 54902 h 97036"/>
                <a:gd name="connsiteX37" fmla="*/ 189781 w 197449"/>
                <a:gd name="connsiteY37" fmla="*/ 54264 h 97036"/>
                <a:gd name="connsiteX38" fmla="*/ 196810 w 197449"/>
                <a:gd name="connsiteY38" fmla="*/ 35750 h 97036"/>
                <a:gd name="connsiteX39" fmla="*/ 171250 w 197449"/>
                <a:gd name="connsiteY39" fmla="*/ 46603 h 97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7449" h="97036">
                  <a:moveTo>
                    <a:pt x="171250" y="46603"/>
                  </a:moveTo>
                  <a:cubicBezTo>
                    <a:pt x="170611" y="46603"/>
                    <a:pt x="169972" y="46603"/>
                    <a:pt x="169333" y="46603"/>
                  </a:cubicBezTo>
                  <a:cubicBezTo>
                    <a:pt x="166777" y="46603"/>
                    <a:pt x="164221" y="44688"/>
                    <a:pt x="162943" y="42134"/>
                  </a:cubicBezTo>
                  <a:cubicBezTo>
                    <a:pt x="161665" y="38942"/>
                    <a:pt x="164221" y="35112"/>
                    <a:pt x="167416" y="34474"/>
                  </a:cubicBezTo>
                  <a:cubicBezTo>
                    <a:pt x="184030" y="29366"/>
                    <a:pt x="197449" y="21706"/>
                    <a:pt x="197449" y="18514"/>
                  </a:cubicBezTo>
                  <a:cubicBezTo>
                    <a:pt x="195532" y="10214"/>
                    <a:pt x="191698" y="6384"/>
                    <a:pt x="177640" y="638"/>
                  </a:cubicBezTo>
                  <a:cubicBezTo>
                    <a:pt x="174445" y="13406"/>
                    <a:pt x="170611" y="20429"/>
                    <a:pt x="169972" y="21067"/>
                  </a:cubicBezTo>
                  <a:cubicBezTo>
                    <a:pt x="169333" y="22344"/>
                    <a:pt x="168055" y="22982"/>
                    <a:pt x="166777" y="23621"/>
                  </a:cubicBezTo>
                  <a:cubicBezTo>
                    <a:pt x="139301" y="35750"/>
                    <a:pt x="115658" y="39581"/>
                    <a:pt x="95849" y="39581"/>
                  </a:cubicBezTo>
                  <a:cubicBezTo>
                    <a:pt x="56871" y="39581"/>
                    <a:pt x="34506" y="23621"/>
                    <a:pt x="32589" y="22982"/>
                  </a:cubicBezTo>
                  <a:cubicBezTo>
                    <a:pt x="31950" y="22344"/>
                    <a:pt x="31311" y="21706"/>
                    <a:pt x="30672" y="21067"/>
                  </a:cubicBezTo>
                  <a:cubicBezTo>
                    <a:pt x="30033" y="20429"/>
                    <a:pt x="25560" y="12768"/>
                    <a:pt x="22365" y="0"/>
                  </a:cubicBezTo>
                  <a:cubicBezTo>
                    <a:pt x="13419" y="3192"/>
                    <a:pt x="3195" y="10853"/>
                    <a:pt x="1917" y="17237"/>
                  </a:cubicBezTo>
                  <a:cubicBezTo>
                    <a:pt x="1917" y="18514"/>
                    <a:pt x="1278" y="21706"/>
                    <a:pt x="7029" y="25536"/>
                  </a:cubicBezTo>
                  <a:cubicBezTo>
                    <a:pt x="26838" y="38942"/>
                    <a:pt x="54954" y="40219"/>
                    <a:pt x="54954" y="40219"/>
                  </a:cubicBezTo>
                  <a:cubicBezTo>
                    <a:pt x="58788" y="40219"/>
                    <a:pt x="61343" y="43411"/>
                    <a:pt x="61343" y="46603"/>
                  </a:cubicBezTo>
                  <a:cubicBezTo>
                    <a:pt x="61343" y="49795"/>
                    <a:pt x="58148" y="52987"/>
                    <a:pt x="54954" y="52987"/>
                  </a:cubicBezTo>
                  <a:cubicBezTo>
                    <a:pt x="54954" y="52987"/>
                    <a:pt x="54954" y="52987"/>
                    <a:pt x="54954" y="52987"/>
                  </a:cubicBezTo>
                  <a:cubicBezTo>
                    <a:pt x="53676" y="52987"/>
                    <a:pt x="23004" y="51710"/>
                    <a:pt x="0" y="36389"/>
                  </a:cubicBezTo>
                  <a:cubicBezTo>
                    <a:pt x="0" y="36389"/>
                    <a:pt x="0" y="36389"/>
                    <a:pt x="0" y="36389"/>
                  </a:cubicBezTo>
                  <a:cubicBezTo>
                    <a:pt x="0" y="44050"/>
                    <a:pt x="5751" y="51710"/>
                    <a:pt x="7029" y="53626"/>
                  </a:cubicBezTo>
                  <a:cubicBezTo>
                    <a:pt x="18531" y="63840"/>
                    <a:pt x="53036" y="71501"/>
                    <a:pt x="65177" y="73416"/>
                  </a:cubicBezTo>
                  <a:cubicBezTo>
                    <a:pt x="68372" y="74054"/>
                    <a:pt x="70928" y="77246"/>
                    <a:pt x="70289" y="80438"/>
                  </a:cubicBezTo>
                  <a:cubicBezTo>
                    <a:pt x="69650" y="83630"/>
                    <a:pt x="67094" y="85546"/>
                    <a:pt x="63899" y="85546"/>
                  </a:cubicBezTo>
                  <a:cubicBezTo>
                    <a:pt x="63260" y="85546"/>
                    <a:pt x="63260" y="85546"/>
                    <a:pt x="62621" y="85546"/>
                  </a:cubicBezTo>
                  <a:cubicBezTo>
                    <a:pt x="59426" y="84907"/>
                    <a:pt x="42813" y="82354"/>
                    <a:pt x="26199" y="76608"/>
                  </a:cubicBezTo>
                  <a:cubicBezTo>
                    <a:pt x="31950" y="81715"/>
                    <a:pt x="42813" y="86822"/>
                    <a:pt x="61343" y="91291"/>
                  </a:cubicBezTo>
                  <a:cubicBezTo>
                    <a:pt x="83069" y="96398"/>
                    <a:pt x="93932" y="97037"/>
                    <a:pt x="99683" y="97037"/>
                  </a:cubicBezTo>
                  <a:cubicBezTo>
                    <a:pt x="92015" y="88738"/>
                    <a:pt x="88820" y="77246"/>
                    <a:pt x="87542" y="69586"/>
                  </a:cubicBezTo>
                  <a:cubicBezTo>
                    <a:pt x="86903" y="66394"/>
                    <a:pt x="89459" y="63202"/>
                    <a:pt x="93293" y="62563"/>
                  </a:cubicBezTo>
                  <a:cubicBezTo>
                    <a:pt x="97127" y="61925"/>
                    <a:pt x="99683" y="64478"/>
                    <a:pt x="100322" y="68309"/>
                  </a:cubicBezTo>
                  <a:cubicBezTo>
                    <a:pt x="100322" y="69586"/>
                    <a:pt x="104156" y="97037"/>
                    <a:pt x="124604" y="95121"/>
                  </a:cubicBezTo>
                  <a:cubicBezTo>
                    <a:pt x="143774" y="93206"/>
                    <a:pt x="164860" y="84269"/>
                    <a:pt x="174445" y="74054"/>
                  </a:cubicBezTo>
                  <a:cubicBezTo>
                    <a:pt x="170611" y="74693"/>
                    <a:pt x="166138" y="75331"/>
                    <a:pt x="162943" y="75331"/>
                  </a:cubicBezTo>
                  <a:cubicBezTo>
                    <a:pt x="148247" y="75331"/>
                    <a:pt x="136745" y="69586"/>
                    <a:pt x="131633" y="64478"/>
                  </a:cubicBezTo>
                  <a:cubicBezTo>
                    <a:pt x="129077" y="61925"/>
                    <a:pt x="129077" y="58094"/>
                    <a:pt x="130994" y="55541"/>
                  </a:cubicBezTo>
                  <a:cubicBezTo>
                    <a:pt x="133550" y="52987"/>
                    <a:pt x="137384" y="52987"/>
                    <a:pt x="139940" y="54902"/>
                  </a:cubicBezTo>
                  <a:cubicBezTo>
                    <a:pt x="140579" y="55541"/>
                    <a:pt x="160387" y="72778"/>
                    <a:pt x="189781" y="54264"/>
                  </a:cubicBezTo>
                  <a:cubicBezTo>
                    <a:pt x="189781" y="54264"/>
                    <a:pt x="196171" y="49795"/>
                    <a:pt x="196810" y="35750"/>
                  </a:cubicBezTo>
                  <a:cubicBezTo>
                    <a:pt x="189781" y="40858"/>
                    <a:pt x="178279" y="44688"/>
                    <a:pt x="171250" y="46603"/>
                  </a:cubicBezTo>
                  <a:close/>
                </a:path>
              </a:pathLst>
            </a:custGeom>
            <a:solidFill>
              <a:srgbClr val="004F59"/>
            </a:solidFill>
            <a:ln w="6390" cap="flat">
              <a:noFill/>
              <a:prstDash val="solid"/>
              <a:miter/>
            </a:ln>
          </p:spPr>
          <p:txBody>
            <a:bodyPr rtlCol="0" anchor="ctr"/>
            <a:lstStyle/>
            <a:p>
              <a:endParaRPr lang="en-US"/>
            </a:p>
          </p:txBody>
        </p:sp>
        <p:sp>
          <p:nvSpPr>
            <p:cNvPr id="552" name="Graphic 4">
              <a:extLst>
                <a:ext uri="{FF2B5EF4-FFF2-40B4-BE49-F238E27FC236}">
                  <a16:creationId xmlns:a16="http://schemas.microsoft.com/office/drawing/2014/main" id="{FF5AEC2B-0156-454B-8D65-FAD42D0FC51D}"/>
                </a:ext>
              </a:extLst>
            </p:cNvPr>
            <p:cNvSpPr/>
            <p:nvPr/>
          </p:nvSpPr>
          <p:spPr>
            <a:xfrm>
              <a:off x="1020115" y="1963620"/>
              <a:ext cx="134610" cy="150526"/>
            </a:xfrm>
            <a:custGeom>
              <a:avLst/>
              <a:gdLst>
                <a:gd name="connsiteX0" fmla="*/ 126878 w 134610"/>
                <a:gd name="connsiteY0" fmla="*/ 136233 h 150526"/>
                <a:gd name="connsiteX1" fmla="*/ 125600 w 134610"/>
                <a:gd name="connsiteY1" fmla="*/ 52603 h 150526"/>
                <a:gd name="connsiteX2" fmla="*/ 60423 w 134610"/>
                <a:gd name="connsiteY2" fmla="*/ 255 h 150526"/>
                <a:gd name="connsiteX3" fmla="*/ 6747 w 134610"/>
                <a:gd name="connsiteY3" fmla="*/ 58987 h 150526"/>
                <a:gd name="connsiteX4" fmla="*/ 8664 w 134610"/>
                <a:gd name="connsiteY4" fmla="*/ 136872 h 150526"/>
                <a:gd name="connsiteX5" fmla="*/ 126878 w 134610"/>
                <a:gd name="connsiteY5" fmla="*/ 136233 h 150526"/>
                <a:gd name="connsiteX6" fmla="*/ 66813 w 134610"/>
                <a:gd name="connsiteY6" fmla="*/ 84523 h 150526"/>
                <a:gd name="connsiteX7" fmla="*/ 45087 w 134610"/>
                <a:gd name="connsiteY7" fmla="*/ 62818 h 150526"/>
                <a:gd name="connsiteX8" fmla="*/ 60423 w 134610"/>
                <a:gd name="connsiteY8" fmla="*/ 41750 h 150526"/>
                <a:gd name="connsiteX9" fmla="*/ 60423 w 134610"/>
                <a:gd name="connsiteY9" fmla="*/ 36643 h 150526"/>
                <a:gd name="connsiteX10" fmla="*/ 66813 w 134610"/>
                <a:gd name="connsiteY10" fmla="*/ 30259 h 150526"/>
                <a:gd name="connsiteX11" fmla="*/ 73203 w 134610"/>
                <a:gd name="connsiteY11" fmla="*/ 36643 h 150526"/>
                <a:gd name="connsiteX12" fmla="*/ 73203 w 134610"/>
                <a:gd name="connsiteY12" fmla="*/ 41750 h 150526"/>
                <a:gd name="connsiteX13" fmla="*/ 89177 w 134610"/>
                <a:gd name="connsiteY13" fmla="*/ 62818 h 150526"/>
                <a:gd name="connsiteX14" fmla="*/ 82787 w 134610"/>
                <a:gd name="connsiteY14" fmla="*/ 69202 h 150526"/>
                <a:gd name="connsiteX15" fmla="*/ 76398 w 134610"/>
                <a:gd name="connsiteY15" fmla="*/ 62818 h 150526"/>
                <a:gd name="connsiteX16" fmla="*/ 66813 w 134610"/>
                <a:gd name="connsiteY16" fmla="*/ 53242 h 150526"/>
                <a:gd name="connsiteX17" fmla="*/ 57867 w 134610"/>
                <a:gd name="connsiteY17" fmla="*/ 62818 h 150526"/>
                <a:gd name="connsiteX18" fmla="*/ 66813 w 134610"/>
                <a:gd name="connsiteY18" fmla="*/ 71755 h 150526"/>
                <a:gd name="connsiteX19" fmla="*/ 89177 w 134610"/>
                <a:gd name="connsiteY19" fmla="*/ 94099 h 150526"/>
                <a:gd name="connsiteX20" fmla="*/ 73203 w 134610"/>
                <a:gd name="connsiteY20" fmla="*/ 115166 h 150526"/>
                <a:gd name="connsiteX21" fmla="*/ 73203 w 134610"/>
                <a:gd name="connsiteY21" fmla="*/ 120273 h 150526"/>
                <a:gd name="connsiteX22" fmla="*/ 66813 w 134610"/>
                <a:gd name="connsiteY22" fmla="*/ 126657 h 150526"/>
                <a:gd name="connsiteX23" fmla="*/ 60423 w 134610"/>
                <a:gd name="connsiteY23" fmla="*/ 120273 h 150526"/>
                <a:gd name="connsiteX24" fmla="*/ 60423 w 134610"/>
                <a:gd name="connsiteY24" fmla="*/ 115166 h 150526"/>
                <a:gd name="connsiteX25" fmla="*/ 45087 w 134610"/>
                <a:gd name="connsiteY25" fmla="*/ 94099 h 150526"/>
                <a:gd name="connsiteX26" fmla="*/ 51477 w 134610"/>
                <a:gd name="connsiteY26" fmla="*/ 87715 h 150526"/>
                <a:gd name="connsiteX27" fmla="*/ 57867 w 134610"/>
                <a:gd name="connsiteY27" fmla="*/ 94099 h 150526"/>
                <a:gd name="connsiteX28" fmla="*/ 66813 w 134610"/>
                <a:gd name="connsiteY28" fmla="*/ 103037 h 150526"/>
                <a:gd name="connsiteX29" fmla="*/ 76398 w 134610"/>
                <a:gd name="connsiteY29" fmla="*/ 94099 h 150526"/>
                <a:gd name="connsiteX30" fmla="*/ 66813 w 134610"/>
                <a:gd name="connsiteY30" fmla="*/ 84523 h 150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4610" h="150526">
                  <a:moveTo>
                    <a:pt x="126878" y="136233"/>
                  </a:moveTo>
                  <a:cubicBezTo>
                    <a:pt x="130712" y="129211"/>
                    <a:pt x="142853" y="98568"/>
                    <a:pt x="125600" y="52603"/>
                  </a:cubicBezTo>
                  <a:cubicBezTo>
                    <a:pt x="111542" y="14299"/>
                    <a:pt x="89816" y="-2299"/>
                    <a:pt x="60423" y="255"/>
                  </a:cubicBezTo>
                  <a:cubicBezTo>
                    <a:pt x="48921" y="1531"/>
                    <a:pt x="22722" y="14938"/>
                    <a:pt x="6747" y="58987"/>
                  </a:cubicBezTo>
                  <a:cubicBezTo>
                    <a:pt x="-7950" y="100483"/>
                    <a:pt x="5469" y="130488"/>
                    <a:pt x="8664" y="136872"/>
                  </a:cubicBezTo>
                  <a:cubicBezTo>
                    <a:pt x="16332" y="141341"/>
                    <a:pt x="59784" y="165600"/>
                    <a:pt x="126878" y="136233"/>
                  </a:cubicBezTo>
                  <a:close/>
                  <a:moveTo>
                    <a:pt x="66813" y="84523"/>
                  </a:moveTo>
                  <a:cubicBezTo>
                    <a:pt x="54672" y="84523"/>
                    <a:pt x="45087" y="74947"/>
                    <a:pt x="45087" y="62818"/>
                  </a:cubicBezTo>
                  <a:cubicBezTo>
                    <a:pt x="45087" y="52603"/>
                    <a:pt x="51477" y="44304"/>
                    <a:pt x="60423" y="41750"/>
                  </a:cubicBezTo>
                  <a:lnTo>
                    <a:pt x="60423" y="36643"/>
                  </a:lnTo>
                  <a:cubicBezTo>
                    <a:pt x="60423" y="32813"/>
                    <a:pt x="62979" y="30259"/>
                    <a:pt x="66813" y="30259"/>
                  </a:cubicBezTo>
                  <a:cubicBezTo>
                    <a:pt x="70647" y="30259"/>
                    <a:pt x="73203" y="32813"/>
                    <a:pt x="73203" y="36643"/>
                  </a:cubicBezTo>
                  <a:lnTo>
                    <a:pt x="73203" y="41750"/>
                  </a:lnTo>
                  <a:cubicBezTo>
                    <a:pt x="82148" y="44304"/>
                    <a:pt x="89177" y="52603"/>
                    <a:pt x="89177" y="62818"/>
                  </a:cubicBezTo>
                  <a:cubicBezTo>
                    <a:pt x="89177" y="66648"/>
                    <a:pt x="86621" y="69202"/>
                    <a:pt x="82787" y="69202"/>
                  </a:cubicBezTo>
                  <a:cubicBezTo>
                    <a:pt x="78953" y="69202"/>
                    <a:pt x="76398" y="66648"/>
                    <a:pt x="76398" y="62818"/>
                  </a:cubicBezTo>
                  <a:cubicBezTo>
                    <a:pt x="76398" y="57710"/>
                    <a:pt x="72564" y="53242"/>
                    <a:pt x="66813" y="53242"/>
                  </a:cubicBezTo>
                  <a:cubicBezTo>
                    <a:pt x="61701" y="53242"/>
                    <a:pt x="57867" y="57710"/>
                    <a:pt x="57867" y="62818"/>
                  </a:cubicBezTo>
                  <a:cubicBezTo>
                    <a:pt x="57867" y="67925"/>
                    <a:pt x="61701" y="71755"/>
                    <a:pt x="66813" y="71755"/>
                  </a:cubicBezTo>
                  <a:cubicBezTo>
                    <a:pt x="78953" y="71755"/>
                    <a:pt x="89177" y="81969"/>
                    <a:pt x="89177" y="94099"/>
                  </a:cubicBezTo>
                  <a:cubicBezTo>
                    <a:pt x="89177" y="104313"/>
                    <a:pt x="82787" y="112613"/>
                    <a:pt x="73203" y="115166"/>
                  </a:cubicBezTo>
                  <a:lnTo>
                    <a:pt x="73203" y="120273"/>
                  </a:lnTo>
                  <a:cubicBezTo>
                    <a:pt x="73203" y="124104"/>
                    <a:pt x="70647" y="126657"/>
                    <a:pt x="66813" y="126657"/>
                  </a:cubicBezTo>
                  <a:cubicBezTo>
                    <a:pt x="62979" y="126657"/>
                    <a:pt x="60423" y="124104"/>
                    <a:pt x="60423" y="120273"/>
                  </a:cubicBezTo>
                  <a:lnTo>
                    <a:pt x="60423" y="115166"/>
                  </a:lnTo>
                  <a:cubicBezTo>
                    <a:pt x="51477" y="112613"/>
                    <a:pt x="45087" y="104313"/>
                    <a:pt x="45087" y="94099"/>
                  </a:cubicBezTo>
                  <a:cubicBezTo>
                    <a:pt x="45087" y="90269"/>
                    <a:pt x="47643" y="87715"/>
                    <a:pt x="51477" y="87715"/>
                  </a:cubicBezTo>
                  <a:cubicBezTo>
                    <a:pt x="55311" y="87715"/>
                    <a:pt x="57867" y="90269"/>
                    <a:pt x="57867" y="94099"/>
                  </a:cubicBezTo>
                  <a:cubicBezTo>
                    <a:pt x="57867" y="99206"/>
                    <a:pt x="61701" y="103037"/>
                    <a:pt x="66813" y="103037"/>
                  </a:cubicBezTo>
                  <a:cubicBezTo>
                    <a:pt x="71925" y="103037"/>
                    <a:pt x="76398" y="99206"/>
                    <a:pt x="76398" y="94099"/>
                  </a:cubicBezTo>
                  <a:cubicBezTo>
                    <a:pt x="76398" y="88992"/>
                    <a:pt x="72564" y="84523"/>
                    <a:pt x="66813" y="84523"/>
                  </a:cubicBezTo>
                  <a:close/>
                </a:path>
              </a:pathLst>
            </a:custGeom>
            <a:solidFill>
              <a:srgbClr val="004F59"/>
            </a:solidFill>
            <a:ln w="6390" cap="flat">
              <a:noFill/>
              <a:prstDash val="solid"/>
              <a:miter/>
            </a:ln>
          </p:spPr>
          <p:txBody>
            <a:bodyPr rtlCol="0" anchor="ctr"/>
            <a:lstStyle/>
            <a:p>
              <a:endParaRPr lang="en-US"/>
            </a:p>
          </p:txBody>
        </p:sp>
        <p:sp>
          <p:nvSpPr>
            <p:cNvPr id="553" name="Graphic 4">
              <a:extLst>
                <a:ext uri="{FF2B5EF4-FFF2-40B4-BE49-F238E27FC236}">
                  <a16:creationId xmlns:a16="http://schemas.microsoft.com/office/drawing/2014/main" id="{894E64EA-85E2-4441-945B-ED53C870F3D2}"/>
                </a:ext>
              </a:extLst>
            </p:cNvPr>
            <p:cNvSpPr/>
            <p:nvPr/>
          </p:nvSpPr>
          <p:spPr>
            <a:xfrm>
              <a:off x="905454"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78601 w 361670"/>
                <a:gd name="connsiteY5" fmla="*/ 258551 h 361333"/>
                <a:gd name="connsiteX6" fmla="*/ 275406 w 361670"/>
                <a:gd name="connsiteY6" fmla="*/ 260467 h 361333"/>
                <a:gd name="connsiteX7" fmla="*/ 208312 w 361670"/>
                <a:gd name="connsiteY7" fmla="*/ 301324 h 361333"/>
                <a:gd name="connsiteX8" fmla="*/ 205117 w 361670"/>
                <a:gd name="connsiteY8" fmla="*/ 301324 h 361333"/>
                <a:gd name="connsiteX9" fmla="*/ 196171 w 361670"/>
                <a:gd name="connsiteY9" fmla="*/ 300047 h 361333"/>
                <a:gd name="connsiteX10" fmla="*/ 196171 w 361670"/>
                <a:gd name="connsiteY10" fmla="*/ 300047 h 361333"/>
                <a:gd name="connsiteX11" fmla="*/ 180835 w 361670"/>
                <a:gd name="connsiteY11" fmla="*/ 303878 h 361333"/>
                <a:gd name="connsiteX12" fmla="*/ 141218 w 361670"/>
                <a:gd name="connsiteY12" fmla="*/ 298132 h 361333"/>
                <a:gd name="connsiteX13" fmla="*/ 89459 w 361670"/>
                <a:gd name="connsiteY13" fmla="*/ 263020 h 361333"/>
                <a:gd name="connsiteX14" fmla="*/ 79874 w 361670"/>
                <a:gd name="connsiteY14" fmla="*/ 256636 h 361333"/>
                <a:gd name="connsiteX15" fmla="*/ 79235 w 361670"/>
                <a:gd name="connsiteY15" fmla="*/ 255998 h 361333"/>
                <a:gd name="connsiteX16" fmla="*/ 72206 w 361670"/>
                <a:gd name="connsiteY16" fmla="*/ 218332 h 361333"/>
                <a:gd name="connsiteX17" fmla="*/ 71567 w 361670"/>
                <a:gd name="connsiteY17" fmla="*/ 209395 h 361333"/>
                <a:gd name="connsiteX18" fmla="*/ 102239 w 361670"/>
                <a:gd name="connsiteY18" fmla="*/ 181944 h 361333"/>
                <a:gd name="connsiteX19" fmla="*/ 108629 w 361670"/>
                <a:gd name="connsiteY19" fmla="*/ 125765 h 361333"/>
                <a:gd name="connsiteX20" fmla="*/ 173167 w 361670"/>
                <a:gd name="connsiteY20" fmla="*/ 58733 h 361333"/>
                <a:gd name="connsiteX21" fmla="*/ 251125 w 361670"/>
                <a:gd name="connsiteY21" fmla="*/ 119381 h 361333"/>
                <a:gd name="connsiteX22" fmla="*/ 260070 w 361670"/>
                <a:gd name="connsiteY22" fmla="*/ 182582 h 361333"/>
                <a:gd name="connsiteX23" fmla="*/ 290103 w 361670"/>
                <a:gd name="connsiteY23" fmla="*/ 210671 h 361333"/>
                <a:gd name="connsiteX24" fmla="*/ 290103 w 361670"/>
                <a:gd name="connsiteY24" fmla="*/ 215779 h 361333"/>
                <a:gd name="connsiteX25" fmla="*/ 290103 w 361670"/>
                <a:gd name="connsiteY25" fmla="*/ 216417 h 361333"/>
                <a:gd name="connsiteX26" fmla="*/ 278601 w 361670"/>
                <a:gd name="connsiteY26" fmla="*/ 25855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278601" y="258551"/>
                  </a:moveTo>
                  <a:cubicBezTo>
                    <a:pt x="277323" y="259190"/>
                    <a:pt x="276684" y="259828"/>
                    <a:pt x="275406" y="260467"/>
                  </a:cubicBezTo>
                  <a:cubicBezTo>
                    <a:pt x="271572" y="282811"/>
                    <a:pt x="233872" y="298771"/>
                    <a:pt x="208312" y="301324"/>
                  </a:cubicBezTo>
                  <a:cubicBezTo>
                    <a:pt x="207034" y="301324"/>
                    <a:pt x="205756" y="301324"/>
                    <a:pt x="205117" y="301324"/>
                  </a:cubicBezTo>
                  <a:cubicBezTo>
                    <a:pt x="201922" y="301324"/>
                    <a:pt x="198727" y="300686"/>
                    <a:pt x="196171" y="300047"/>
                  </a:cubicBezTo>
                  <a:cubicBezTo>
                    <a:pt x="196171" y="300047"/>
                    <a:pt x="196171" y="300047"/>
                    <a:pt x="196171" y="300047"/>
                  </a:cubicBezTo>
                  <a:cubicBezTo>
                    <a:pt x="193615" y="301962"/>
                    <a:pt x="189781" y="303878"/>
                    <a:pt x="180835" y="303878"/>
                  </a:cubicBezTo>
                  <a:cubicBezTo>
                    <a:pt x="172528" y="303878"/>
                    <a:pt x="160387" y="302601"/>
                    <a:pt x="141218" y="298132"/>
                  </a:cubicBezTo>
                  <a:cubicBezTo>
                    <a:pt x="97127" y="287918"/>
                    <a:pt x="90098" y="270681"/>
                    <a:pt x="89459" y="263020"/>
                  </a:cubicBezTo>
                  <a:cubicBezTo>
                    <a:pt x="85625" y="261105"/>
                    <a:pt x="82430" y="258551"/>
                    <a:pt x="79874" y="256636"/>
                  </a:cubicBezTo>
                  <a:cubicBezTo>
                    <a:pt x="79874" y="256636"/>
                    <a:pt x="79235" y="255998"/>
                    <a:pt x="79235" y="255998"/>
                  </a:cubicBezTo>
                  <a:cubicBezTo>
                    <a:pt x="78596" y="255359"/>
                    <a:pt x="63260" y="234931"/>
                    <a:pt x="72206" y="218332"/>
                  </a:cubicBezTo>
                  <a:cubicBezTo>
                    <a:pt x="70928" y="215140"/>
                    <a:pt x="71567" y="211948"/>
                    <a:pt x="71567" y="209395"/>
                  </a:cubicBezTo>
                  <a:cubicBezTo>
                    <a:pt x="74123" y="196627"/>
                    <a:pt x="90098" y="185774"/>
                    <a:pt x="102239" y="181944"/>
                  </a:cubicBezTo>
                  <a:cubicBezTo>
                    <a:pt x="100322" y="167260"/>
                    <a:pt x="100961" y="148108"/>
                    <a:pt x="108629" y="125765"/>
                  </a:cubicBezTo>
                  <a:cubicBezTo>
                    <a:pt x="126521" y="75969"/>
                    <a:pt x="157831" y="60009"/>
                    <a:pt x="173167" y="58733"/>
                  </a:cubicBezTo>
                  <a:cubicBezTo>
                    <a:pt x="208951" y="55541"/>
                    <a:pt x="235150" y="75969"/>
                    <a:pt x="251125" y="119381"/>
                  </a:cubicBezTo>
                  <a:cubicBezTo>
                    <a:pt x="260709" y="144916"/>
                    <a:pt x="261987" y="165984"/>
                    <a:pt x="260070" y="182582"/>
                  </a:cubicBezTo>
                  <a:cubicBezTo>
                    <a:pt x="275406" y="188327"/>
                    <a:pt x="286908" y="194711"/>
                    <a:pt x="290103" y="210671"/>
                  </a:cubicBezTo>
                  <a:cubicBezTo>
                    <a:pt x="290742" y="212587"/>
                    <a:pt x="290103" y="213863"/>
                    <a:pt x="290103" y="215779"/>
                  </a:cubicBezTo>
                  <a:cubicBezTo>
                    <a:pt x="290103" y="215779"/>
                    <a:pt x="290103" y="216417"/>
                    <a:pt x="290103" y="216417"/>
                  </a:cubicBezTo>
                  <a:cubicBezTo>
                    <a:pt x="295854" y="248337"/>
                    <a:pt x="280518" y="257913"/>
                    <a:pt x="278601" y="258551"/>
                  </a:cubicBezTo>
                  <a:close/>
                </a:path>
              </a:pathLst>
            </a:custGeom>
            <a:solidFill>
              <a:srgbClr val="004F59"/>
            </a:solidFill>
            <a:ln w="6390" cap="flat">
              <a:noFill/>
              <a:prstDash val="solid"/>
              <a:miter/>
            </a:ln>
          </p:spPr>
          <p:txBody>
            <a:bodyPr rtlCol="0" anchor="ctr"/>
            <a:lstStyle/>
            <a:p>
              <a:endParaRPr lang="en-US"/>
            </a:p>
          </p:txBody>
        </p:sp>
      </p:grpSp>
      <p:grpSp>
        <p:nvGrpSpPr>
          <p:cNvPr id="554" name="Graphic 4">
            <a:extLst>
              <a:ext uri="{FF2B5EF4-FFF2-40B4-BE49-F238E27FC236}">
                <a16:creationId xmlns:a16="http://schemas.microsoft.com/office/drawing/2014/main" id="{F563784B-DE35-0447-86B1-DB519FD54D88}"/>
              </a:ext>
            </a:extLst>
          </p:cNvPr>
          <p:cNvGrpSpPr/>
          <p:nvPr/>
        </p:nvGrpSpPr>
        <p:grpSpPr>
          <a:xfrm>
            <a:off x="9887149" y="2855717"/>
            <a:ext cx="361670" cy="361333"/>
            <a:chOff x="9887149" y="2855717"/>
            <a:chExt cx="361670" cy="361333"/>
          </a:xfrm>
          <a:solidFill>
            <a:srgbClr val="007680"/>
          </a:solidFill>
        </p:grpSpPr>
        <p:sp>
          <p:nvSpPr>
            <p:cNvPr id="555" name="Graphic 4">
              <a:extLst>
                <a:ext uri="{FF2B5EF4-FFF2-40B4-BE49-F238E27FC236}">
                  <a16:creationId xmlns:a16="http://schemas.microsoft.com/office/drawing/2014/main" id="{94FE0C6A-DFF3-1545-9CAD-4C97E48A71D8}"/>
                </a:ext>
              </a:extLst>
            </p:cNvPr>
            <p:cNvSpPr/>
            <p:nvPr/>
          </p:nvSpPr>
          <p:spPr>
            <a:xfrm>
              <a:off x="9887149"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0438"/>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234"/>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556" name="Graphic 4">
              <a:extLst>
                <a:ext uri="{FF2B5EF4-FFF2-40B4-BE49-F238E27FC236}">
                  <a16:creationId xmlns:a16="http://schemas.microsoft.com/office/drawing/2014/main" id="{EED9280D-8CF2-444F-B650-729C1E95BBED}"/>
                </a:ext>
              </a:extLst>
            </p:cNvPr>
            <p:cNvSpPr/>
            <p:nvPr/>
          </p:nvSpPr>
          <p:spPr>
            <a:xfrm>
              <a:off x="9956160" y="2964883"/>
              <a:ext cx="223647" cy="143001"/>
            </a:xfrm>
            <a:custGeom>
              <a:avLst/>
              <a:gdLst>
                <a:gd name="connsiteX0" fmla="*/ 217258 w 223647"/>
                <a:gd name="connsiteY0" fmla="*/ 0 h 143001"/>
                <a:gd name="connsiteX1" fmla="*/ 37701 w 223647"/>
                <a:gd name="connsiteY1" fmla="*/ 0 h 143001"/>
                <a:gd name="connsiteX2" fmla="*/ 31311 w 223647"/>
                <a:gd name="connsiteY2" fmla="*/ 6384 h 143001"/>
                <a:gd name="connsiteX3" fmla="*/ 31311 w 223647"/>
                <a:gd name="connsiteY3" fmla="*/ 31282 h 143001"/>
                <a:gd name="connsiteX4" fmla="*/ 6390 w 223647"/>
                <a:gd name="connsiteY4" fmla="*/ 31282 h 143001"/>
                <a:gd name="connsiteX5" fmla="*/ 0 w 223647"/>
                <a:gd name="connsiteY5" fmla="*/ 37666 h 143001"/>
                <a:gd name="connsiteX6" fmla="*/ 0 w 223647"/>
                <a:gd name="connsiteY6" fmla="*/ 136617 h 143001"/>
                <a:gd name="connsiteX7" fmla="*/ 6390 w 223647"/>
                <a:gd name="connsiteY7" fmla="*/ 143001 h 143001"/>
                <a:gd name="connsiteX8" fmla="*/ 185947 w 223647"/>
                <a:gd name="connsiteY8" fmla="*/ 143001 h 143001"/>
                <a:gd name="connsiteX9" fmla="*/ 192337 w 223647"/>
                <a:gd name="connsiteY9" fmla="*/ 136617 h 143001"/>
                <a:gd name="connsiteX10" fmla="*/ 192337 w 223647"/>
                <a:gd name="connsiteY10" fmla="*/ 111720 h 143001"/>
                <a:gd name="connsiteX11" fmla="*/ 217258 w 223647"/>
                <a:gd name="connsiteY11" fmla="*/ 111720 h 143001"/>
                <a:gd name="connsiteX12" fmla="*/ 223648 w 223647"/>
                <a:gd name="connsiteY12" fmla="*/ 105336 h 143001"/>
                <a:gd name="connsiteX13" fmla="*/ 223648 w 223647"/>
                <a:gd name="connsiteY13" fmla="*/ 6384 h 143001"/>
                <a:gd name="connsiteX14" fmla="*/ 217258 w 223647"/>
                <a:gd name="connsiteY14" fmla="*/ 0 h 143001"/>
                <a:gd name="connsiteX15" fmla="*/ 179557 w 223647"/>
                <a:gd name="connsiteY15" fmla="*/ 67670 h 143001"/>
                <a:gd name="connsiteX16" fmla="*/ 156553 w 223647"/>
                <a:gd name="connsiteY16" fmla="*/ 44688 h 143001"/>
                <a:gd name="connsiteX17" fmla="*/ 179557 w 223647"/>
                <a:gd name="connsiteY17" fmla="*/ 44688 h 143001"/>
                <a:gd name="connsiteX18" fmla="*/ 179557 w 223647"/>
                <a:gd name="connsiteY18" fmla="*/ 67670 h 143001"/>
                <a:gd name="connsiteX19" fmla="*/ 143135 w 223647"/>
                <a:gd name="connsiteY19" fmla="*/ 44050 h 143001"/>
                <a:gd name="connsiteX20" fmla="*/ 179557 w 223647"/>
                <a:gd name="connsiteY20" fmla="*/ 80438 h 143001"/>
                <a:gd name="connsiteX21" fmla="*/ 179557 w 223647"/>
                <a:gd name="connsiteY21" fmla="*/ 93845 h 143001"/>
                <a:gd name="connsiteX22" fmla="*/ 142496 w 223647"/>
                <a:gd name="connsiteY22" fmla="*/ 130233 h 143001"/>
                <a:gd name="connsiteX23" fmla="*/ 48563 w 223647"/>
                <a:gd name="connsiteY23" fmla="*/ 130233 h 143001"/>
                <a:gd name="connsiteX24" fmla="*/ 12141 w 223647"/>
                <a:gd name="connsiteY24" fmla="*/ 93845 h 143001"/>
                <a:gd name="connsiteX25" fmla="*/ 12141 w 223647"/>
                <a:gd name="connsiteY25" fmla="*/ 80438 h 143001"/>
                <a:gd name="connsiteX26" fmla="*/ 49203 w 223647"/>
                <a:gd name="connsiteY26" fmla="*/ 44050 h 143001"/>
                <a:gd name="connsiteX27" fmla="*/ 143135 w 223647"/>
                <a:gd name="connsiteY27" fmla="*/ 44050 h 143001"/>
                <a:gd name="connsiteX28" fmla="*/ 36423 w 223647"/>
                <a:gd name="connsiteY28" fmla="*/ 44050 h 143001"/>
                <a:gd name="connsiteX29" fmla="*/ 12780 w 223647"/>
                <a:gd name="connsiteY29" fmla="*/ 67670 h 143001"/>
                <a:gd name="connsiteX30" fmla="*/ 12780 w 223647"/>
                <a:gd name="connsiteY30" fmla="*/ 44050 h 143001"/>
                <a:gd name="connsiteX31" fmla="*/ 36423 w 223647"/>
                <a:gd name="connsiteY31" fmla="*/ 44050 h 143001"/>
                <a:gd name="connsiteX32" fmla="*/ 12780 w 223647"/>
                <a:gd name="connsiteY32" fmla="*/ 107251 h 143001"/>
                <a:gd name="connsiteX33" fmla="*/ 35783 w 223647"/>
                <a:gd name="connsiteY33" fmla="*/ 130233 h 143001"/>
                <a:gd name="connsiteX34" fmla="*/ 12780 w 223647"/>
                <a:gd name="connsiteY34" fmla="*/ 130233 h 143001"/>
                <a:gd name="connsiteX35" fmla="*/ 12780 w 223647"/>
                <a:gd name="connsiteY35" fmla="*/ 107251 h 143001"/>
                <a:gd name="connsiteX36" fmla="*/ 155276 w 223647"/>
                <a:gd name="connsiteY36" fmla="*/ 130233 h 143001"/>
                <a:gd name="connsiteX37" fmla="*/ 178918 w 223647"/>
                <a:gd name="connsiteY37" fmla="*/ 106613 h 143001"/>
                <a:gd name="connsiteX38" fmla="*/ 178918 w 223647"/>
                <a:gd name="connsiteY38" fmla="*/ 130233 h 143001"/>
                <a:gd name="connsiteX39" fmla="*/ 155276 w 223647"/>
                <a:gd name="connsiteY39" fmla="*/ 130233 h 143001"/>
                <a:gd name="connsiteX40" fmla="*/ 210868 w 223647"/>
                <a:gd name="connsiteY40" fmla="*/ 98952 h 143001"/>
                <a:gd name="connsiteX41" fmla="*/ 192337 w 223647"/>
                <a:gd name="connsiteY41" fmla="*/ 98952 h 143001"/>
                <a:gd name="connsiteX42" fmla="*/ 192337 w 223647"/>
                <a:gd name="connsiteY42" fmla="*/ 38304 h 143001"/>
                <a:gd name="connsiteX43" fmla="*/ 185947 w 223647"/>
                <a:gd name="connsiteY43" fmla="*/ 31920 h 143001"/>
                <a:gd name="connsiteX44" fmla="*/ 44091 w 223647"/>
                <a:gd name="connsiteY44" fmla="*/ 31920 h 143001"/>
                <a:gd name="connsiteX45" fmla="*/ 44091 w 223647"/>
                <a:gd name="connsiteY45" fmla="*/ 13406 h 143001"/>
                <a:gd name="connsiteX46" fmla="*/ 210868 w 223647"/>
                <a:gd name="connsiteY46" fmla="*/ 13406 h 143001"/>
                <a:gd name="connsiteX47" fmla="*/ 210868 w 223647"/>
                <a:gd name="connsiteY47" fmla="*/ 98952 h 143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3647" h="143001">
                  <a:moveTo>
                    <a:pt x="217258" y="0"/>
                  </a:moveTo>
                  <a:lnTo>
                    <a:pt x="37701" y="0"/>
                  </a:lnTo>
                  <a:cubicBezTo>
                    <a:pt x="33867" y="0"/>
                    <a:pt x="31311" y="2554"/>
                    <a:pt x="31311" y="6384"/>
                  </a:cubicBezTo>
                  <a:lnTo>
                    <a:pt x="31311" y="31282"/>
                  </a:lnTo>
                  <a:lnTo>
                    <a:pt x="6390" y="31282"/>
                  </a:lnTo>
                  <a:cubicBezTo>
                    <a:pt x="2556" y="31282"/>
                    <a:pt x="0" y="33835"/>
                    <a:pt x="0" y="37666"/>
                  </a:cubicBezTo>
                  <a:lnTo>
                    <a:pt x="0" y="136617"/>
                  </a:lnTo>
                  <a:cubicBezTo>
                    <a:pt x="0" y="140448"/>
                    <a:pt x="2556" y="143001"/>
                    <a:pt x="6390" y="143001"/>
                  </a:cubicBezTo>
                  <a:lnTo>
                    <a:pt x="185947" y="143001"/>
                  </a:lnTo>
                  <a:cubicBezTo>
                    <a:pt x="189782" y="143001"/>
                    <a:pt x="192337" y="140448"/>
                    <a:pt x="192337" y="136617"/>
                  </a:cubicBezTo>
                  <a:lnTo>
                    <a:pt x="192337" y="111720"/>
                  </a:lnTo>
                  <a:lnTo>
                    <a:pt x="217258" y="111720"/>
                  </a:lnTo>
                  <a:cubicBezTo>
                    <a:pt x="221092" y="111720"/>
                    <a:pt x="223648" y="109166"/>
                    <a:pt x="223648" y="105336"/>
                  </a:cubicBezTo>
                  <a:lnTo>
                    <a:pt x="223648" y="6384"/>
                  </a:lnTo>
                  <a:cubicBezTo>
                    <a:pt x="223648" y="3192"/>
                    <a:pt x="221092" y="0"/>
                    <a:pt x="217258" y="0"/>
                  </a:cubicBezTo>
                  <a:close/>
                  <a:moveTo>
                    <a:pt x="179557" y="67670"/>
                  </a:moveTo>
                  <a:cubicBezTo>
                    <a:pt x="168056" y="65117"/>
                    <a:pt x="158471" y="56179"/>
                    <a:pt x="156553" y="44688"/>
                  </a:cubicBezTo>
                  <a:lnTo>
                    <a:pt x="179557" y="44688"/>
                  </a:lnTo>
                  <a:lnTo>
                    <a:pt x="179557" y="67670"/>
                  </a:lnTo>
                  <a:close/>
                  <a:moveTo>
                    <a:pt x="143135" y="44050"/>
                  </a:moveTo>
                  <a:cubicBezTo>
                    <a:pt x="145691" y="62563"/>
                    <a:pt x="160387" y="77246"/>
                    <a:pt x="179557" y="80438"/>
                  </a:cubicBezTo>
                  <a:lnTo>
                    <a:pt x="179557" y="93845"/>
                  </a:lnTo>
                  <a:cubicBezTo>
                    <a:pt x="160387" y="96398"/>
                    <a:pt x="145691" y="111081"/>
                    <a:pt x="142496" y="130233"/>
                  </a:cubicBezTo>
                  <a:lnTo>
                    <a:pt x="48563" y="130233"/>
                  </a:lnTo>
                  <a:cubicBezTo>
                    <a:pt x="46008" y="111720"/>
                    <a:pt x="31311" y="97037"/>
                    <a:pt x="12141" y="93845"/>
                  </a:cubicBezTo>
                  <a:lnTo>
                    <a:pt x="12141" y="80438"/>
                  </a:lnTo>
                  <a:cubicBezTo>
                    <a:pt x="31311" y="77885"/>
                    <a:pt x="46008" y="63202"/>
                    <a:pt x="49203" y="44050"/>
                  </a:cubicBezTo>
                  <a:lnTo>
                    <a:pt x="143135" y="44050"/>
                  </a:lnTo>
                  <a:close/>
                  <a:moveTo>
                    <a:pt x="36423" y="44050"/>
                  </a:moveTo>
                  <a:cubicBezTo>
                    <a:pt x="33867" y="55541"/>
                    <a:pt x="24282" y="65117"/>
                    <a:pt x="12780" y="67670"/>
                  </a:cubicBezTo>
                  <a:lnTo>
                    <a:pt x="12780" y="44050"/>
                  </a:lnTo>
                  <a:lnTo>
                    <a:pt x="36423" y="44050"/>
                  </a:lnTo>
                  <a:close/>
                  <a:moveTo>
                    <a:pt x="12780" y="107251"/>
                  </a:moveTo>
                  <a:cubicBezTo>
                    <a:pt x="24282" y="109805"/>
                    <a:pt x="33867" y="118742"/>
                    <a:pt x="35783" y="130233"/>
                  </a:cubicBezTo>
                  <a:lnTo>
                    <a:pt x="12780" y="130233"/>
                  </a:lnTo>
                  <a:lnTo>
                    <a:pt x="12780" y="107251"/>
                  </a:lnTo>
                  <a:close/>
                  <a:moveTo>
                    <a:pt x="155276" y="130233"/>
                  </a:moveTo>
                  <a:cubicBezTo>
                    <a:pt x="157832" y="118742"/>
                    <a:pt x="167417" y="109166"/>
                    <a:pt x="178918" y="106613"/>
                  </a:cubicBezTo>
                  <a:lnTo>
                    <a:pt x="178918" y="130233"/>
                  </a:lnTo>
                  <a:lnTo>
                    <a:pt x="155276" y="130233"/>
                  </a:lnTo>
                  <a:close/>
                  <a:moveTo>
                    <a:pt x="210868" y="98952"/>
                  </a:moveTo>
                  <a:lnTo>
                    <a:pt x="192337" y="98952"/>
                  </a:lnTo>
                  <a:lnTo>
                    <a:pt x="192337" y="38304"/>
                  </a:lnTo>
                  <a:cubicBezTo>
                    <a:pt x="192337" y="34474"/>
                    <a:pt x="189782" y="31920"/>
                    <a:pt x="185947" y="31920"/>
                  </a:cubicBezTo>
                  <a:lnTo>
                    <a:pt x="44091" y="31920"/>
                  </a:lnTo>
                  <a:lnTo>
                    <a:pt x="44091" y="13406"/>
                  </a:lnTo>
                  <a:lnTo>
                    <a:pt x="210868" y="13406"/>
                  </a:lnTo>
                  <a:lnTo>
                    <a:pt x="210868" y="98952"/>
                  </a:lnTo>
                  <a:close/>
                </a:path>
              </a:pathLst>
            </a:custGeom>
            <a:solidFill>
              <a:srgbClr val="007680"/>
            </a:solidFill>
            <a:ln w="6390" cap="flat">
              <a:noFill/>
              <a:prstDash val="solid"/>
              <a:miter/>
            </a:ln>
          </p:spPr>
          <p:txBody>
            <a:bodyPr rtlCol="0" anchor="ctr"/>
            <a:lstStyle/>
            <a:p>
              <a:endParaRPr lang="en-US"/>
            </a:p>
          </p:txBody>
        </p:sp>
      </p:grpSp>
      <p:grpSp>
        <p:nvGrpSpPr>
          <p:cNvPr id="557" name="Graphic 4">
            <a:extLst>
              <a:ext uri="{FF2B5EF4-FFF2-40B4-BE49-F238E27FC236}">
                <a16:creationId xmlns:a16="http://schemas.microsoft.com/office/drawing/2014/main" id="{2812AC7B-AF92-7848-A25E-7F7314C264B2}"/>
              </a:ext>
            </a:extLst>
          </p:cNvPr>
          <p:cNvGrpSpPr/>
          <p:nvPr/>
        </p:nvGrpSpPr>
        <p:grpSpPr>
          <a:xfrm>
            <a:off x="8841116" y="4308712"/>
            <a:ext cx="361670" cy="361333"/>
            <a:chOff x="8841116" y="4308712"/>
            <a:chExt cx="361670" cy="361333"/>
          </a:xfrm>
          <a:solidFill>
            <a:srgbClr val="007680"/>
          </a:solidFill>
        </p:grpSpPr>
        <p:sp>
          <p:nvSpPr>
            <p:cNvPr id="558" name="Graphic 4">
              <a:extLst>
                <a:ext uri="{FF2B5EF4-FFF2-40B4-BE49-F238E27FC236}">
                  <a16:creationId xmlns:a16="http://schemas.microsoft.com/office/drawing/2014/main" id="{028F1D0F-0A79-E448-AD7B-0678AE7F02C7}"/>
                </a:ext>
              </a:extLst>
            </p:cNvPr>
            <p:cNvSpPr/>
            <p:nvPr/>
          </p:nvSpPr>
          <p:spPr>
            <a:xfrm>
              <a:off x="8841116" y="4308712"/>
              <a:ext cx="361670" cy="361333"/>
            </a:xfrm>
            <a:custGeom>
              <a:avLst/>
              <a:gdLst>
                <a:gd name="connsiteX0" fmla="*/ 180836 w 361670"/>
                <a:gd name="connsiteY0" fmla="*/ 0 h 361333"/>
                <a:gd name="connsiteX1" fmla="*/ 0 w 361670"/>
                <a:gd name="connsiteY1" fmla="*/ 180667 h 361333"/>
                <a:gd name="connsiteX2" fmla="*/ 180836 w 361670"/>
                <a:gd name="connsiteY2" fmla="*/ 361334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7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3" y="361334"/>
                    <a:pt x="180836" y="361334"/>
                  </a:cubicBezTo>
                  <a:cubicBezTo>
                    <a:pt x="281157" y="361334"/>
                    <a:pt x="361670" y="280257"/>
                    <a:pt x="361670" y="180667"/>
                  </a:cubicBezTo>
                  <a:cubicBezTo>
                    <a:pt x="361670" y="81077"/>
                    <a:pt x="281157" y="0"/>
                    <a:pt x="180836" y="0"/>
                  </a:cubicBezTo>
                  <a:close/>
                  <a:moveTo>
                    <a:pt x="180836" y="349204"/>
                  </a:moveTo>
                  <a:cubicBezTo>
                    <a:pt x="88181" y="349204"/>
                    <a:pt x="12780" y="273873"/>
                    <a:pt x="12780" y="181305"/>
                  </a:cubicBezTo>
                  <a:cubicBezTo>
                    <a:pt x="12780" y="88738"/>
                    <a:pt x="88181" y="13407"/>
                    <a:pt x="180836" y="13407"/>
                  </a:cubicBezTo>
                  <a:cubicBezTo>
                    <a:pt x="273490" y="13407"/>
                    <a:pt x="348890" y="88738"/>
                    <a:pt x="348890" y="181305"/>
                  </a:cubicBezTo>
                  <a:cubicBezTo>
                    <a:pt x="348890" y="273873"/>
                    <a:pt x="274128" y="349204"/>
                    <a:pt x="180836" y="349204"/>
                  </a:cubicBezTo>
                  <a:close/>
                </a:path>
              </a:pathLst>
            </a:custGeom>
            <a:solidFill>
              <a:srgbClr val="007680"/>
            </a:solidFill>
            <a:ln w="6390" cap="flat">
              <a:noFill/>
              <a:prstDash val="solid"/>
              <a:miter/>
            </a:ln>
          </p:spPr>
          <p:txBody>
            <a:bodyPr rtlCol="0" anchor="ctr"/>
            <a:lstStyle/>
            <a:p>
              <a:endParaRPr lang="en-US"/>
            </a:p>
          </p:txBody>
        </p:sp>
        <p:sp>
          <p:nvSpPr>
            <p:cNvPr id="559" name="Graphic 4">
              <a:extLst>
                <a:ext uri="{FF2B5EF4-FFF2-40B4-BE49-F238E27FC236}">
                  <a16:creationId xmlns:a16="http://schemas.microsoft.com/office/drawing/2014/main" id="{46EFE8CF-737F-8B46-A82B-AFA81DFC8949}"/>
                </a:ext>
              </a:extLst>
            </p:cNvPr>
            <p:cNvSpPr/>
            <p:nvPr/>
          </p:nvSpPr>
          <p:spPr>
            <a:xfrm>
              <a:off x="8983612" y="4418516"/>
              <a:ext cx="69650" cy="81739"/>
            </a:xfrm>
            <a:custGeom>
              <a:avLst/>
              <a:gdLst>
                <a:gd name="connsiteX0" fmla="*/ 69011 w 69650"/>
                <a:gd name="connsiteY0" fmla="*/ 55541 h 81739"/>
                <a:gd name="connsiteX1" fmla="*/ 62621 w 69650"/>
                <a:gd name="connsiteY1" fmla="*/ 49157 h 81739"/>
                <a:gd name="connsiteX2" fmla="*/ 56231 w 69650"/>
                <a:gd name="connsiteY2" fmla="*/ 55541 h 81739"/>
                <a:gd name="connsiteX3" fmla="*/ 42173 w 69650"/>
                <a:gd name="connsiteY3" fmla="*/ 69586 h 81739"/>
                <a:gd name="connsiteX4" fmla="*/ 38340 w 69650"/>
                <a:gd name="connsiteY4" fmla="*/ 69586 h 81739"/>
                <a:gd name="connsiteX5" fmla="*/ 24921 w 69650"/>
                <a:gd name="connsiteY5" fmla="*/ 58094 h 81739"/>
                <a:gd name="connsiteX6" fmla="*/ 42812 w 69650"/>
                <a:gd name="connsiteY6" fmla="*/ 58094 h 81739"/>
                <a:gd name="connsiteX7" fmla="*/ 49202 w 69650"/>
                <a:gd name="connsiteY7" fmla="*/ 51710 h 81739"/>
                <a:gd name="connsiteX8" fmla="*/ 42812 w 69650"/>
                <a:gd name="connsiteY8" fmla="*/ 45326 h 81739"/>
                <a:gd name="connsiteX9" fmla="*/ 24921 w 69650"/>
                <a:gd name="connsiteY9" fmla="*/ 45326 h 81739"/>
                <a:gd name="connsiteX10" fmla="*/ 24921 w 69650"/>
                <a:gd name="connsiteY10" fmla="*/ 41496 h 81739"/>
                <a:gd name="connsiteX11" fmla="*/ 42812 w 69650"/>
                <a:gd name="connsiteY11" fmla="*/ 41496 h 81739"/>
                <a:gd name="connsiteX12" fmla="*/ 49202 w 69650"/>
                <a:gd name="connsiteY12" fmla="*/ 35112 h 81739"/>
                <a:gd name="connsiteX13" fmla="*/ 42812 w 69650"/>
                <a:gd name="connsiteY13" fmla="*/ 28728 h 81739"/>
                <a:gd name="connsiteX14" fmla="*/ 24921 w 69650"/>
                <a:gd name="connsiteY14" fmla="*/ 28728 h 81739"/>
                <a:gd name="connsiteX15" fmla="*/ 24921 w 69650"/>
                <a:gd name="connsiteY15" fmla="*/ 26813 h 81739"/>
                <a:gd name="connsiteX16" fmla="*/ 38978 w 69650"/>
                <a:gd name="connsiteY16" fmla="*/ 12768 h 81739"/>
                <a:gd name="connsiteX17" fmla="*/ 42812 w 69650"/>
                <a:gd name="connsiteY17" fmla="*/ 12768 h 81739"/>
                <a:gd name="connsiteX18" fmla="*/ 56871 w 69650"/>
                <a:gd name="connsiteY18" fmla="*/ 26813 h 81739"/>
                <a:gd name="connsiteX19" fmla="*/ 63261 w 69650"/>
                <a:gd name="connsiteY19" fmla="*/ 33197 h 81739"/>
                <a:gd name="connsiteX20" fmla="*/ 69650 w 69650"/>
                <a:gd name="connsiteY20" fmla="*/ 26813 h 81739"/>
                <a:gd name="connsiteX21" fmla="*/ 42812 w 69650"/>
                <a:gd name="connsiteY21" fmla="*/ 0 h 81739"/>
                <a:gd name="connsiteX22" fmla="*/ 38978 w 69650"/>
                <a:gd name="connsiteY22" fmla="*/ 0 h 81739"/>
                <a:gd name="connsiteX23" fmla="*/ 12141 w 69650"/>
                <a:gd name="connsiteY23" fmla="*/ 26813 h 81739"/>
                <a:gd name="connsiteX24" fmla="*/ 12141 w 69650"/>
                <a:gd name="connsiteY24" fmla="*/ 28728 h 81739"/>
                <a:gd name="connsiteX25" fmla="*/ 6390 w 69650"/>
                <a:gd name="connsiteY25" fmla="*/ 28728 h 81739"/>
                <a:gd name="connsiteX26" fmla="*/ 0 w 69650"/>
                <a:gd name="connsiteY26" fmla="*/ 35112 h 81739"/>
                <a:gd name="connsiteX27" fmla="*/ 6390 w 69650"/>
                <a:gd name="connsiteY27" fmla="*/ 41496 h 81739"/>
                <a:gd name="connsiteX28" fmla="*/ 12141 w 69650"/>
                <a:gd name="connsiteY28" fmla="*/ 41496 h 81739"/>
                <a:gd name="connsiteX29" fmla="*/ 12141 w 69650"/>
                <a:gd name="connsiteY29" fmla="*/ 44688 h 81739"/>
                <a:gd name="connsiteX30" fmla="*/ 6390 w 69650"/>
                <a:gd name="connsiteY30" fmla="*/ 44688 h 81739"/>
                <a:gd name="connsiteX31" fmla="*/ 0 w 69650"/>
                <a:gd name="connsiteY31" fmla="*/ 51072 h 81739"/>
                <a:gd name="connsiteX32" fmla="*/ 6390 w 69650"/>
                <a:gd name="connsiteY32" fmla="*/ 57456 h 81739"/>
                <a:gd name="connsiteX33" fmla="*/ 12141 w 69650"/>
                <a:gd name="connsiteY33" fmla="*/ 57456 h 81739"/>
                <a:gd name="connsiteX34" fmla="*/ 38340 w 69650"/>
                <a:gd name="connsiteY34" fmla="*/ 81715 h 81739"/>
                <a:gd name="connsiteX35" fmla="*/ 42173 w 69650"/>
                <a:gd name="connsiteY35" fmla="*/ 81715 h 81739"/>
                <a:gd name="connsiteX36" fmla="*/ 69011 w 69650"/>
                <a:gd name="connsiteY36" fmla="*/ 55541 h 8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9650" h="81739">
                  <a:moveTo>
                    <a:pt x="69011" y="55541"/>
                  </a:moveTo>
                  <a:cubicBezTo>
                    <a:pt x="69011" y="51710"/>
                    <a:pt x="66456" y="49157"/>
                    <a:pt x="62621" y="49157"/>
                  </a:cubicBezTo>
                  <a:cubicBezTo>
                    <a:pt x="58787" y="49157"/>
                    <a:pt x="56231" y="51710"/>
                    <a:pt x="56231" y="55541"/>
                  </a:cubicBezTo>
                  <a:cubicBezTo>
                    <a:pt x="56231" y="63202"/>
                    <a:pt x="49841" y="69586"/>
                    <a:pt x="42173" y="69586"/>
                  </a:cubicBezTo>
                  <a:lnTo>
                    <a:pt x="38340" y="69586"/>
                  </a:lnTo>
                  <a:cubicBezTo>
                    <a:pt x="31311" y="69586"/>
                    <a:pt x="25560" y="64478"/>
                    <a:pt x="24921" y="58094"/>
                  </a:cubicBezTo>
                  <a:lnTo>
                    <a:pt x="42812" y="58094"/>
                  </a:lnTo>
                  <a:cubicBezTo>
                    <a:pt x="46646" y="58094"/>
                    <a:pt x="49202" y="55541"/>
                    <a:pt x="49202" y="51710"/>
                  </a:cubicBezTo>
                  <a:cubicBezTo>
                    <a:pt x="49202" y="47880"/>
                    <a:pt x="46646" y="45326"/>
                    <a:pt x="42812" y="45326"/>
                  </a:cubicBezTo>
                  <a:lnTo>
                    <a:pt x="24921" y="45326"/>
                  </a:lnTo>
                  <a:lnTo>
                    <a:pt x="24921" y="41496"/>
                  </a:lnTo>
                  <a:lnTo>
                    <a:pt x="42812" y="41496"/>
                  </a:lnTo>
                  <a:cubicBezTo>
                    <a:pt x="46646" y="41496"/>
                    <a:pt x="49202" y="38942"/>
                    <a:pt x="49202" y="35112"/>
                  </a:cubicBezTo>
                  <a:cubicBezTo>
                    <a:pt x="49202" y="31282"/>
                    <a:pt x="46646" y="28728"/>
                    <a:pt x="42812" y="28728"/>
                  </a:cubicBezTo>
                  <a:lnTo>
                    <a:pt x="24921" y="28728"/>
                  </a:lnTo>
                  <a:lnTo>
                    <a:pt x="24921" y="26813"/>
                  </a:lnTo>
                  <a:cubicBezTo>
                    <a:pt x="24921" y="19152"/>
                    <a:pt x="31311" y="12768"/>
                    <a:pt x="38978" y="12768"/>
                  </a:cubicBezTo>
                  <a:lnTo>
                    <a:pt x="42812" y="12768"/>
                  </a:lnTo>
                  <a:cubicBezTo>
                    <a:pt x="50481" y="12768"/>
                    <a:pt x="56871" y="19152"/>
                    <a:pt x="56871" y="26813"/>
                  </a:cubicBezTo>
                  <a:cubicBezTo>
                    <a:pt x="56871" y="30643"/>
                    <a:pt x="59426" y="33197"/>
                    <a:pt x="63261" y="33197"/>
                  </a:cubicBezTo>
                  <a:cubicBezTo>
                    <a:pt x="67094" y="33197"/>
                    <a:pt x="69650" y="30643"/>
                    <a:pt x="69650" y="26813"/>
                  </a:cubicBezTo>
                  <a:cubicBezTo>
                    <a:pt x="69650" y="12130"/>
                    <a:pt x="57509" y="0"/>
                    <a:pt x="42812" y="0"/>
                  </a:cubicBezTo>
                  <a:lnTo>
                    <a:pt x="38978" y="0"/>
                  </a:lnTo>
                  <a:cubicBezTo>
                    <a:pt x="24281" y="0"/>
                    <a:pt x="12141" y="12130"/>
                    <a:pt x="12141" y="26813"/>
                  </a:cubicBezTo>
                  <a:lnTo>
                    <a:pt x="12141" y="28728"/>
                  </a:lnTo>
                  <a:lnTo>
                    <a:pt x="6390" y="28728"/>
                  </a:lnTo>
                  <a:cubicBezTo>
                    <a:pt x="2556" y="28728"/>
                    <a:pt x="0" y="31282"/>
                    <a:pt x="0" y="35112"/>
                  </a:cubicBezTo>
                  <a:cubicBezTo>
                    <a:pt x="0" y="38942"/>
                    <a:pt x="2556" y="41496"/>
                    <a:pt x="6390" y="41496"/>
                  </a:cubicBezTo>
                  <a:lnTo>
                    <a:pt x="12141" y="41496"/>
                  </a:lnTo>
                  <a:lnTo>
                    <a:pt x="12141" y="44688"/>
                  </a:lnTo>
                  <a:lnTo>
                    <a:pt x="6390" y="44688"/>
                  </a:lnTo>
                  <a:cubicBezTo>
                    <a:pt x="2556" y="44688"/>
                    <a:pt x="0" y="47242"/>
                    <a:pt x="0" y="51072"/>
                  </a:cubicBezTo>
                  <a:cubicBezTo>
                    <a:pt x="0" y="54902"/>
                    <a:pt x="2556" y="57456"/>
                    <a:pt x="6390" y="57456"/>
                  </a:cubicBezTo>
                  <a:lnTo>
                    <a:pt x="12141" y="57456"/>
                  </a:lnTo>
                  <a:cubicBezTo>
                    <a:pt x="13419" y="70862"/>
                    <a:pt x="24921" y="81715"/>
                    <a:pt x="38340" y="81715"/>
                  </a:cubicBezTo>
                  <a:lnTo>
                    <a:pt x="42173" y="81715"/>
                  </a:lnTo>
                  <a:cubicBezTo>
                    <a:pt x="56871" y="82354"/>
                    <a:pt x="69011" y="70224"/>
                    <a:pt x="69011" y="55541"/>
                  </a:cubicBezTo>
                  <a:close/>
                </a:path>
              </a:pathLst>
            </a:custGeom>
            <a:solidFill>
              <a:srgbClr val="007680"/>
            </a:solidFill>
            <a:ln w="6390" cap="flat">
              <a:noFill/>
              <a:prstDash val="solid"/>
              <a:miter/>
            </a:ln>
          </p:spPr>
          <p:txBody>
            <a:bodyPr rtlCol="0" anchor="ctr"/>
            <a:lstStyle/>
            <a:p>
              <a:endParaRPr lang="en-US"/>
            </a:p>
          </p:txBody>
        </p:sp>
        <p:sp>
          <p:nvSpPr>
            <p:cNvPr id="560" name="Graphic 4">
              <a:extLst>
                <a:ext uri="{FF2B5EF4-FFF2-40B4-BE49-F238E27FC236}">
                  <a16:creationId xmlns:a16="http://schemas.microsoft.com/office/drawing/2014/main" id="{C351D7BA-0E81-844A-9A45-65420A879D17}"/>
                </a:ext>
              </a:extLst>
            </p:cNvPr>
            <p:cNvSpPr/>
            <p:nvPr/>
          </p:nvSpPr>
          <p:spPr>
            <a:xfrm>
              <a:off x="8935049" y="4379574"/>
              <a:ext cx="173805" cy="220247"/>
            </a:xfrm>
            <a:custGeom>
              <a:avLst/>
              <a:gdLst>
                <a:gd name="connsiteX0" fmla="*/ 167416 w 173805"/>
                <a:gd name="connsiteY0" fmla="*/ 178113 h 220247"/>
                <a:gd name="connsiteX1" fmla="*/ 159748 w 173805"/>
                <a:gd name="connsiteY1" fmla="*/ 178113 h 220247"/>
                <a:gd name="connsiteX2" fmla="*/ 159748 w 173805"/>
                <a:gd name="connsiteY2" fmla="*/ 154492 h 220247"/>
                <a:gd name="connsiteX3" fmla="*/ 153358 w 173805"/>
                <a:gd name="connsiteY3" fmla="*/ 148108 h 220247"/>
                <a:gd name="connsiteX4" fmla="*/ 130354 w 173805"/>
                <a:gd name="connsiteY4" fmla="*/ 148108 h 220247"/>
                <a:gd name="connsiteX5" fmla="*/ 167416 w 173805"/>
                <a:gd name="connsiteY5" fmla="*/ 80438 h 220247"/>
                <a:gd name="connsiteX6" fmla="*/ 86903 w 173805"/>
                <a:gd name="connsiteY6" fmla="*/ 0 h 220247"/>
                <a:gd name="connsiteX7" fmla="*/ 6390 w 173805"/>
                <a:gd name="connsiteY7" fmla="*/ 80438 h 220247"/>
                <a:gd name="connsiteX8" fmla="*/ 43451 w 173805"/>
                <a:gd name="connsiteY8" fmla="*/ 148108 h 220247"/>
                <a:gd name="connsiteX9" fmla="*/ 35783 w 173805"/>
                <a:gd name="connsiteY9" fmla="*/ 148108 h 220247"/>
                <a:gd name="connsiteX10" fmla="*/ 35145 w 173805"/>
                <a:gd name="connsiteY10" fmla="*/ 148108 h 220247"/>
                <a:gd name="connsiteX11" fmla="*/ 34505 w 173805"/>
                <a:gd name="connsiteY11" fmla="*/ 148108 h 220247"/>
                <a:gd name="connsiteX12" fmla="*/ 6390 w 173805"/>
                <a:gd name="connsiteY12" fmla="*/ 148108 h 220247"/>
                <a:gd name="connsiteX13" fmla="*/ 0 w 173805"/>
                <a:gd name="connsiteY13" fmla="*/ 154492 h 220247"/>
                <a:gd name="connsiteX14" fmla="*/ 0 w 173805"/>
                <a:gd name="connsiteY14" fmla="*/ 183859 h 220247"/>
                <a:gd name="connsiteX15" fmla="*/ 6390 w 173805"/>
                <a:gd name="connsiteY15" fmla="*/ 190243 h 220247"/>
                <a:gd name="connsiteX16" fmla="*/ 14058 w 173805"/>
                <a:gd name="connsiteY16" fmla="*/ 190243 h 220247"/>
                <a:gd name="connsiteX17" fmla="*/ 14058 w 173805"/>
                <a:gd name="connsiteY17" fmla="*/ 213863 h 220247"/>
                <a:gd name="connsiteX18" fmla="*/ 20447 w 173805"/>
                <a:gd name="connsiteY18" fmla="*/ 220247 h 220247"/>
                <a:gd name="connsiteX19" fmla="*/ 167416 w 173805"/>
                <a:gd name="connsiteY19" fmla="*/ 220247 h 220247"/>
                <a:gd name="connsiteX20" fmla="*/ 173806 w 173805"/>
                <a:gd name="connsiteY20" fmla="*/ 213863 h 220247"/>
                <a:gd name="connsiteX21" fmla="*/ 173806 w 173805"/>
                <a:gd name="connsiteY21" fmla="*/ 184497 h 220247"/>
                <a:gd name="connsiteX22" fmla="*/ 167416 w 173805"/>
                <a:gd name="connsiteY22" fmla="*/ 178113 h 220247"/>
                <a:gd name="connsiteX23" fmla="*/ 88181 w 173805"/>
                <a:gd name="connsiteY23" fmla="*/ 160876 h 220247"/>
                <a:gd name="connsiteX24" fmla="*/ 88181 w 173805"/>
                <a:gd name="connsiteY24" fmla="*/ 177475 h 220247"/>
                <a:gd name="connsiteX25" fmla="*/ 71567 w 173805"/>
                <a:gd name="connsiteY25" fmla="*/ 177475 h 220247"/>
                <a:gd name="connsiteX26" fmla="*/ 71567 w 173805"/>
                <a:gd name="connsiteY26" fmla="*/ 160876 h 220247"/>
                <a:gd name="connsiteX27" fmla="*/ 88181 w 173805"/>
                <a:gd name="connsiteY27" fmla="*/ 160876 h 220247"/>
                <a:gd name="connsiteX28" fmla="*/ 100961 w 173805"/>
                <a:gd name="connsiteY28" fmla="*/ 177475 h 220247"/>
                <a:gd name="connsiteX29" fmla="*/ 100961 w 173805"/>
                <a:gd name="connsiteY29" fmla="*/ 160876 h 220247"/>
                <a:gd name="connsiteX30" fmla="*/ 117574 w 173805"/>
                <a:gd name="connsiteY30" fmla="*/ 160876 h 220247"/>
                <a:gd name="connsiteX31" fmla="*/ 117574 w 173805"/>
                <a:gd name="connsiteY31" fmla="*/ 177475 h 220247"/>
                <a:gd name="connsiteX32" fmla="*/ 100961 w 173805"/>
                <a:gd name="connsiteY32" fmla="*/ 177475 h 220247"/>
                <a:gd name="connsiteX33" fmla="*/ 58148 w 173805"/>
                <a:gd name="connsiteY33" fmla="*/ 177475 h 220247"/>
                <a:gd name="connsiteX34" fmla="*/ 41535 w 173805"/>
                <a:gd name="connsiteY34" fmla="*/ 177475 h 220247"/>
                <a:gd name="connsiteX35" fmla="*/ 41535 w 173805"/>
                <a:gd name="connsiteY35" fmla="*/ 160876 h 220247"/>
                <a:gd name="connsiteX36" fmla="*/ 58148 w 173805"/>
                <a:gd name="connsiteY36" fmla="*/ 160876 h 220247"/>
                <a:gd name="connsiteX37" fmla="*/ 58148 w 173805"/>
                <a:gd name="connsiteY37" fmla="*/ 177475 h 220247"/>
                <a:gd name="connsiteX38" fmla="*/ 72845 w 173805"/>
                <a:gd name="connsiteY38" fmla="*/ 190881 h 220247"/>
                <a:gd name="connsiteX39" fmla="*/ 72845 w 173805"/>
                <a:gd name="connsiteY39" fmla="*/ 207479 h 220247"/>
                <a:gd name="connsiteX40" fmla="*/ 56231 w 173805"/>
                <a:gd name="connsiteY40" fmla="*/ 207479 h 220247"/>
                <a:gd name="connsiteX41" fmla="*/ 56231 w 173805"/>
                <a:gd name="connsiteY41" fmla="*/ 190881 h 220247"/>
                <a:gd name="connsiteX42" fmla="*/ 72845 w 173805"/>
                <a:gd name="connsiteY42" fmla="*/ 190881 h 220247"/>
                <a:gd name="connsiteX43" fmla="*/ 85625 w 173805"/>
                <a:gd name="connsiteY43" fmla="*/ 190881 h 220247"/>
                <a:gd name="connsiteX44" fmla="*/ 102239 w 173805"/>
                <a:gd name="connsiteY44" fmla="*/ 190881 h 220247"/>
                <a:gd name="connsiteX45" fmla="*/ 102239 w 173805"/>
                <a:gd name="connsiteY45" fmla="*/ 207479 h 220247"/>
                <a:gd name="connsiteX46" fmla="*/ 85625 w 173805"/>
                <a:gd name="connsiteY46" fmla="*/ 207479 h 220247"/>
                <a:gd name="connsiteX47" fmla="*/ 85625 w 173805"/>
                <a:gd name="connsiteY47" fmla="*/ 190881 h 220247"/>
                <a:gd name="connsiteX48" fmla="*/ 115019 w 173805"/>
                <a:gd name="connsiteY48" fmla="*/ 190881 h 220247"/>
                <a:gd name="connsiteX49" fmla="*/ 131633 w 173805"/>
                <a:gd name="connsiteY49" fmla="*/ 190881 h 220247"/>
                <a:gd name="connsiteX50" fmla="*/ 131633 w 173805"/>
                <a:gd name="connsiteY50" fmla="*/ 207479 h 220247"/>
                <a:gd name="connsiteX51" fmla="*/ 115019 w 173805"/>
                <a:gd name="connsiteY51" fmla="*/ 207479 h 220247"/>
                <a:gd name="connsiteX52" fmla="*/ 115019 w 173805"/>
                <a:gd name="connsiteY52" fmla="*/ 190881 h 220247"/>
                <a:gd name="connsiteX53" fmla="*/ 146969 w 173805"/>
                <a:gd name="connsiteY53" fmla="*/ 177475 h 220247"/>
                <a:gd name="connsiteX54" fmla="*/ 130354 w 173805"/>
                <a:gd name="connsiteY54" fmla="*/ 177475 h 220247"/>
                <a:gd name="connsiteX55" fmla="*/ 130354 w 173805"/>
                <a:gd name="connsiteY55" fmla="*/ 160876 h 220247"/>
                <a:gd name="connsiteX56" fmla="*/ 146969 w 173805"/>
                <a:gd name="connsiteY56" fmla="*/ 160876 h 220247"/>
                <a:gd name="connsiteX57" fmla="*/ 146969 w 173805"/>
                <a:gd name="connsiteY57" fmla="*/ 177475 h 220247"/>
                <a:gd name="connsiteX58" fmla="*/ 19170 w 173805"/>
                <a:gd name="connsiteY58" fmla="*/ 80438 h 220247"/>
                <a:gd name="connsiteX59" fmla="*/ 86903 w 173805"/>
                <a:gd name="connsiteY59" fmla="*/ 12768 h 220247"/>
                <a:gd name="connsiteX60" fmla="*/ 154636 w 173805"/>
                <a:gd name="connsiteY60" fmla="*/ 80438 h 220247"/>
                <a:gd name="connsiteX61" fmla="*/ 86903 w 173805"/>
                <a:gd name="connsiteY61" fmla="*/ 148108 h 220247"/>
                <a:gd name="connsiteX62" fmla="*/ 19170 w 173805"/>
                <a:gd name="connsiteY62" fmla="*/ 80438 h 220247"/>
                <a:gd name="connsiteX63" fmla="*/ 12780 w 173805"/>
                <a:gd name="connsiteY63" fmla="*/ 160876 h 220247"/>
                <a:gd name="connsiteX64" fmla="*/ 28755 w 173805"/>
                <a:gd name="connsiteY64" fmla="*/ 160876 h 220247"/>
                <a:gd name="connsiteX65" fmla="*/ 28755 w 173805"/>
                <a:gd name="connsiteY65" fmla="*/ 177475 h 220247"/>
                <a:gd name="connsiteX66" fmla="*/ 12780 w 173805"/>
                <a:gd name="connsiteY66" fmla="*/ 177475 h 220247"/>
                <a:gd name="connsiteX67" fmla="*/ 12780 w 173805"/>
                <a:gd name="connsiteY67" fmla="*/ 160876 h 220247"/>
                <a:gd name="connsiteX68" fmla="*/ 27476 w 173805"/>
                <a:gd name="connsiteY68" fmla="*/ 190881 h 220247"/>
                <a:gd name="connsiteX69" fmla="*/ 43451 w 173805"/>
                <a:gd name="connsiteY69" fmla="*/ 190881 h 220247"/>
                <a:gd name="connsiteX70" fmla="*/ 43451 w 173805"/>
                <a:gd name="connsiteY70" fmla="*/ 207479 h 220247"/>
                <a:gd name="connsiteX71" fmla="*/ 27476 w 173805"/>
                <a:gd name="connsiteY71" fmla="*/ 207479 h 220247"/>
                <a:gd name="connsiteX72" fmla="*/ 27476 w 173805"/>
                <a:gd name="connsiteY72" fmla="*/ 190881 h 220247"/>
                <a:gd name="connsiteX73" fmla="*/ 161026 w 173805"/>
                <a:gd name="connsiteY73" fmla="*/ 207479 h 220247"/>
                <a:gd name="connsiteX74" fmla="*/ 144412 w 173805"/>
                <a:gd name="connsiteY74" fmla="*/ 207479 h 220247"/>
                <a:gd name="connsiteX75" fmla="*/ 144412 w 173805"/>
                <a:gd name="connsiteY75" fmla="*/ 190881 h 220247"/>
                <a:gd name="connsiteX76" fmla="*/ 161026 w 173805"/>
                <a:gd name="connsiteY76" fmla="*/ 190881 h 220247"/>
                <a:gd name="connsiteX77" fmla="*/ 161026 w 173805"/>
                <a:gd name="connsiteY77" fmla="*/ 207479 h 2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73805" h="220247">
                  <a:moveTo>
                    <a:pt x="167416" y="178113"/>
                  </a:moveTo>
                  <a:lnTo>
                    <a:pt x="159748" y="178113"/>
                  </a:lnTo>
                  <a:lnTo>
                    <a:pt x="159748" y="154492"/>
                  </a:lnTo>
                  <a:cubicBezTo>
                    <a:pt x="159748" y="150662"/>
                    <a:pt x="157192" y="148108"/>
                    <a:pt x="153358" y="148108"/>
                  </a:cubicBezTo>
                  <a:lnTo>
                    <a:pt x="130354" y="148108"/>
                  </a:lnTo>
                  <a:cubicBezTo>
                    <a:pt x="152719" y="134064"/>
                    <a:pt x="167416" y="108528"/>
                    <a:pt x="167416" y="80438"/>
                  </a:cubicBezTo>
                  <a:cubicBezTo>
                    <a:pt x="167416" y="35750"/>
                    <a:pt x="130994" y="0"/>
                    <a:pt x="86903" y="0"/>
                  </a:cubicBezTo>
                  <a:cubicBezTo>
                    <a:pt x="42812" y="0"/>
                    <a:pt x="6390" y="36388"/>
                    <a:pt x="6390" y="80438"/>
                  </a:cubicBezTo>
                  <a:cubicBezTo>
                    <a:pt x="6390" y="109166"/>
                    <a:pt x="21086" y="134064"/>
                    <a:pt x="43451" y="148108"/>
                  </a:cubicBezTo>
                  <a:lnTo>
                    <a:pt x="35783" y="148108"/>
                  </a:lnTo>
                  <a:cubicBezTo>
                    <a:pt x="35783" y="148108"/>
                    <a:pt x="35145" y="148108"/>
                    <a:pt x="35145" y="148108"/>
                  </a:cubicBezTo>
                  <a:cubicBezTo>
                    <a:pt x="35145" y="148108"/>
                    <a:pt x="34505" y="148108"/>
                    <a:pt x="34505" y="148108"/>
                  </a:cubicBezTo>
                  <a:lnTo>
                    <a:pt x="6390" y="148108"/>
                  </a:lnTo>
                  <a:cubicBezTo>
                    <a:pt x="2555" y="148108"/>
                    <a:pt x="0" y="150662"/>
                    <a:pt x="0" y="154492"/>
                  </a:cubicBezTo>
                  <a:lnTo>
                    <a:pt x="0" y="183859"/>
                  </a:lnTo>
                  <a:cubicBezTo>
                    <a:pt x="0" y="187689"/>
                    <a:pt x="2555" y="190243"/>
                    <a:pt x="6390" y="190243"/>
                  </a:cubicBezTo>
                  <a:lnTo>
                    <a:pt x="14058" y="190243"/>
                  </a:lnTo>
                  <a:lnTo>
                    <a:pt x="14058" y="213863"/>
                  </a:lnTo>
                  <a:cubicBezTo>
                    <a:pt x="14058" y="217694"/>
                    <a:pt x="16614" y="220247"/>
                    <a:pt x="20447" y="220247"/>
                  </a:cubicBezTo>
                  <a:lnTo>
                    <a:pt x="167416" y="220247"/>
                  </a:lnTo>
                  <a:cubicBezTo>
                    <a:pt x="171250" y="220247"/>
                    <a:pt x="173806" y="217694"/>
                    <a:pt x="173806" y="213863"/>
                  </a:cubicBezTo>
                  <a:lnTo>
                    <a:pt x="173806" y="184497"/>
                  </a:lnTo>
                  <a:cubicBezTo>
                    <a:pt x="173806" y="180667"/>
                    <a:pt x="171250" y="178113"/>
                    <a:pt x="167416" y="178113"/>
                  </a:cubicBezTo>
                  <a:close/>
                  <a:moveTo>
                    <a:pt x="88181" y="160876"/>
                  </a:moveTo>
                  <a:lnTo>
                    <a:pt x="88181" y="177475"/>
                  </a:lnTo>
                  <a:lnTo>
                    <a:pt x="71567" y="177475"/>
                  </a:lnTo>
                  <a:lnTo>
                    <a:pt x="71567" y="160876"/>
                  </a:lnTo>
                  <a:lnTo>
                    <a:pt x="88181" y="160876"/>
                  </a:lnTo>
                  <a:close/>
                  <a:moveTo>
                    <a:pt x="100961" y="177475"/>
                  </a:moveTo>
                  <a:lnTo>
                    <a:pt x="100961" y="160876"/>
                  </a:lnTo>
                  <a:lnTo>
                    <a:pt x="117574" y="160876"/>
                  </a:lnTo>
                  <a:lnTo>
                    <a:pt x="117574" y="177475"/>
                  </a:lnTo>
                  <a:lnTo>
                    <a:pt x="100961" y="177475"/>
                  </a:lnTo>
                  <a:close/>
                  <a:moveTo>
                    <a:pt x="58148" y="177475"/>
                  </a:moveTo>
                  <a:lnTo>
                    <a:pt x="41535" y="177475"/>
                  </a:lnTo>
                  <a:lnTo>
                    <a:pt x="41535" y="160876"/>
                  </a:lnTo>
                  <a:lnTo>
                    <a:pt x="58148" y="160876"/>
                  </a:lnTo>
                  <a:lnTo>
                    <a:pt x="58148" y="177475"/>
                  </a:lnTo>
                  <a:close/>
                  <a:moveTo>
                    <a:pt x="72845" y="190881"/>
                  </a:moveTo>
                  <a:lnTo>
                    <a:pt x="72845" y="207479"/>
                  </a:lnTo>
                  <a:lnTo>
                    <a:pt x="56231" y="207479"/>
                  </a:lnTo>
                  <a:lnTo>
                    <a:pt x="56231" y="190881"/>
                  </a:lnTo>
                  <a:lnTo>
                    <a:pt x="72845" y="190881"/>
                  </a:lnTo>
                  <a:close/>
                  <a:moveTo>
                    <a:pt x="85625" y="190881"/>
                  </a:moveTo>
                  <a:lnTo>
                    <a:pt x="102239" y="190881"/>
                  </a:lnTo>
                  <a:lnTo>
                    <a:pt x="102239" y="207479"/>
                  </a:lnTo>
                  <a:lnTo>
                    <a:pt x="85625" y="207479"/>
                  </a:lnTo>
                  <a:lnTo>
                    <a:pt x="85625" y="190881"/>
                  </a:lnTo>
                  <a:close/>
                  <a:moveTo>
                    <a:pt x="115019" y="190881"/>
                  </a:moveTo>
                  <a:lnTo>
                    <a:pt x="131633" y="190881"/>
                  </a:lnTo>
                  <a:lnTo>
                    <a:pt x="131633" y="207479"/>
                  </a:lnTo>
                  <a:lnTo>
                    <a:pt x="115019" y="207479"/>
                  </a:lnTo>
                  <a:lnTo>
                    <a:pt x="115019" y="190881"/>
                  </a:lnTo>
                  <a:close/>
                  <a:moveTo>
                    <a:pt x="146969" y="177475"/>
                  </a:moveTo>
                  <a:lnTo>
                    <a:pt x="130354" y="177475"/>
                  </a:lnTo>
                  <a:lnTo>
                    <a:pt x="130354" y="160876"/>
                  </a:lnTo>
                  <a:lnTo>
                    <a:pt x="146969" y="160876"/>
                  </a:lnTo>
                  <a:lnTo>
                    <a:pt x="146969" y="177475"/>
                  </a:lnTo>
                  <a:close/>
                  <a:moveTo>
                    <a:pt x="19170" y="80438"/>
                  </a:moveTo>
                  <a:cubicBezTo>
                    <a:pt x="19170" y="42772"/>
                    <a:pt x="49841" y="12768"/>
                    <a:pt x="86903" y="12768"/>
                  </a:cubicBezTo>
                  <a:cubicBezTo>
                    <a:pt x="123964" y="12768"/>
                    <a:pt x="154636" y="43411"/>
                    <a:pt x="154636" y="80438"/>
                  </a:cubicBezTo>
                  <a:cubicBezTo>
                    <a:pt x="154636" y="117465"/>
                    <a:pt x="123964" y="148108"/>
                    <a:pt x="86903" y="148108"/>
                  </a:cubicBezTo>
                  <a:cubicBezTo>
                    <a:pt x="49841" y="148108"/>
                    <a:pt x="19170" y="117465"/>
                    <a:pt x="19170" y="80438"/>
                  </a:cubicBezTo>
                  <a:close/>
                  <a:moveTo>
                    <a:pt x="12780" y="160876"/>
                  </a:moveTo>
                  <a:lnTo>
                    <a:pt x="28755" y="160876"/>
                  </a:lnTo>
                  <a:lnTo>
                    <a:pt x="28755" y="177475"/>
                  </a:lnTo>
                  <a:lnTo>
                    <a:pt x="12780" y="177475"/>
                  </a:lnTo>
                  <a:lnTo>
                    <a:pt x="12780" y="160876"/>
                  </a:lnTo>
                  <a:close/>
                  <a:moveTo>
                    <a:pt x="27476" y="190881"/>
                  </a:moveTo>
                  <a:lnTo>
                    <a:pt x="43451" y="190881"/>
                  </a:lnTo>
                  <a:lnTo>
                    <a:pt x="43451" y="207479"/>
                  </a:lnTo>
                  <a:lnTo>
                    <a:pt x="27476" y="207479"/>
                  </a:lnTo>
                  <a:lnTo>
                    <a:pt x="27476" y="190881"/>
                  </a:lnTo>
                  <a:close/>
                  <a:moveTo>
                    <a:pt x="161026" y="207479"/>
                  </a:moveTo>
                  <a:lnTo>
                    <a:pt x="144412" y="207479"/>
                  </a:lnTo>
                  <a:lnTo>
                    <a:pt x="144412" y="190881"/>
                  </a:lnTo>
                  <a:lnTo>
                    <a:pt x="161026" y="190881"/>
                  </a:lnTo>
                  <a:lnTo>
                    <a:pt x="161026" y="207479"/>
                  </a:lnTo>
                  <a:close/>
                </a:path>
              </a:pathLst>
            </a:custGeom>
            <a:solidFill>
              <a:srgbClr val="007680"/>
            </a:solidFill>
            <a:ln w="6390" cap="flat">
              <a:noFill/>
              <a:prstDash val="solid"/>
              <a:miter/>
            </a:ln>
          </p:spPr>
          <p:txBody>
            <a:bodyPr rtlCol="0" anchor="ctr"/>
            <a:lstStyle/>
            <a:p>
              <a:endParaRPr lang="en-US"/>
            </a:p>
          </p:txBody>
        </p:sp>
      </p:grpSp>
      <p:grpSp>
        <p:nvGrpSpPr>
          <p:cNvPr id="561" name="Graphic 4">
            <a:extLst>
              <a:ext uri="{FF2B5EF4-FFF2-40B4-BE49-F238E27FC236}">
                <a16:creationId xmlns:a16="http://schemas.microsoft.com/office/drawing/2014/main" id="{8CC2F52C-72B6-C047-91B3-60D851270A7F}"/>
              </a:ext>
            </a:extLst>
          </p:cNvPr>
          <p:cNvGrpSpPr/>
          <p:nvPr/>
        </p:nvGrpSpPr>
        <p:grpSpPr>
          <a:xfrm>
            <a:off x="9887149" y="918179"/>
            <a:ext cx="361670" cy="361333"/>
            <a:chOff x="9887149" y="918179"/>
            <a:chExt cx="361670" cy="361333"/>
          </a:xfrm>
          <a:solidFill>
            <a:srgbClr val="007680"/>
          </a:solidFill>
        </p:grpSpPr>
        <p:sp>
          <p:nvSpPr>
            <p:cNvPr id="562" name="Graphic 4">
              <a:extLst>
                <a:ext uri="{FF2B5EF4-FFF2-40B4-BE49-F238E27FC236}">
                  <a16:creationId xmlns:a16="http://schemas.microsoft.com/office/drawing/2014/main" id="{AD363577-E051-2A45-8262-5CF6FBB3B4D1}"/>
                </a:ext>
              </a:extLst>
            </p:cNvPr>
            <p:cNvSpPr/>
            <p:nvPr/>
          </p:nvSpPr>
          <p:spPr>
            <a:xfrm>
              <a:off x="9887149"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234"/>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563" name="Graphic 4">
              <a:extLst>
                <a:ext uri="{FF2B5EF4-FFF2-40B4-BE49-F238E27FC236}">
                  <a16:creationId xmlns:a16="http://schemas.microsoft.com/office/drawing/2014/main" id="{3AEC0BA5-EBC7-B24E-8A06-D92EE81CD9B0}"/>
                </a:ext>
              </a:extLst>
            </p:cNvPr>
            <p:cNvSpPr/>
            <p:nvPr/>
          </p:nvSpPr>
          <p:spPr>
            <a:xfrm>
              <a:off x="10025172" y="1086716"/>
              <a:ext cx="57509" cy="57455"/>
            </a:xfrm>
            <a:custGeom>
              <a:avLst/>
              <a:gdLst>
                <a:gd name="connsiteX0" fmla="*/ 28755 w 57509"/>
                <a:gd name="connsiteY0" fmla="*/ 0 h 57455"/>
                <a:gd name="connsiteX1" fmla="*/ 0 w 57509"/>
                <a:gd name="connsiteY1" fmla="*/ 28728 h 57455"/>
                <a:gd name="connsiteX2" fmla="*/ 28755 w 57509"/>
                <a:gd name="connsiteY2" fmla="*/ 57456 h 57455"/>
                <a:gd name="connsiteX3" fmla="*/ 57509 w 57509"/>
                <a:gd name="connsiteY3" fmla="*/ 28728 h 57455"/>
                <a:gd name="connsiteX4" fmla="*/ 28755 w 57509"/>
                <a:gd name="connsiteY4" fmla="*/ 0 h 57455"/>
                <a:gd name="connsiteX5" fmla="*/ 28755 w 57509"/>
                <a:gd name="connsiteY5" fmla="*/ 44688 h 57455"/>
                <a:gd name="connsiteX6" fmla="*/ 12780 w 57509"/>
                <a:gd name="connsiteY6" fmla="*/ 28728 h 57455"/>
                <a:gd name="connsiteX7" fmla="*/ 28755 w 57509"/>
                <a:gd name="connsiteY7" fmla="*/ 12768 h 57455"/>
                <a:gd name="connsiteX8" fmla="*/ 44730 w 57509"/>
                <a:gd name="connsiteY8" fmla="*/ 28728 h 57455"/>
                <a:gd name="connsiteX9" fmla="*/ 28755 w 57509"/>
                <a:gd name="connsiteY9" fmla="*/ 44688 h 5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509" h="57455">
                  <a:moveTo>
                    <a:pt x="28755" y="0"/>
                  </a:moveTo>
                  <a:cubicBezTo>
                    <a:pt x="12780" y="0"/>
                    <a:pt x="0" y="12768"/>
                    <a:pt x="0" y="28728"/>
                  </a:cubicBezTo>
                  <a:cubicBezTo>
                    <a:pt x="0" y="44688"/>
                    <a:pt x="12780" y="57456"/>
                    <a:pt x="28755" y="57456"/>
                  </a:cubicBezTo>
                  <a:cubicBezTo>
                    <a:pt x="44730" y="57456"/>
                    <a:pt x="57509" y="44688"/>
                    <a:pt x="57509" y="28728"/>
                  </a:cubicBezTo>
                  <a:cubicBezTo>
                    <a:pt x="57509" y="12768"/>
                    <a:pt x="44730" y="0"/>
                    <a:pt x="28755" y="0"/>
                  </a:cubicBezTo>
                  <a:close/>
                  <a:moveTo>
                    <a:pt x="28755" y="44688"/>
                  </a:moveTo>
                  <a:cubicBezTo>
                    <a:pt x="19809" y="44688"/>
                    <a:pt x="12780" y="37665"/>
                    <a:pt x="12780" y="28728"/>
                  </a:cubicBezTo>
                  <a:cubicBezTo>
                    <a:pt x="12780" y="19790"/>
                    <a:pt x="19809" y="12768"/>
                    <a:pt x="28755" y="12768"/>
                  </a:cubicBezTo>
                  <a:cubicBezTo>
                    <a:pt x="37701" y="12768"/>
                    <a:pt x="44730" y="19790"/>
                    <a:pt x="44730" y="28728"/>
                  </a:cubicBezTo>
                  <a:cubicBezTo>
                    <a:pt x="44730" y="37665"/>
                    <a:pt x="37701" y="44688"/>
                    <a:pt x="28755" y="44688"/>
                  </a:cubicBezTo>
                  <a:close/>
                </a:path>
              </a:pathLst>
            </a:custGeom>
            <a:solidFill>
              <a:srgbClr val="007680"/>
            </a:solidFill>
            <a:ln w="6390" cap="flat">
              <a:noFill/>
              <a:prstDash val="solid"/>
              <a:miter/>
            </a:ln>
          </p:spPr>
          <p:txBody>
            <a:bodyPr rtlCol="0" anchor="ctr"/>
            <a:lstStyle/>
            <a:p>
              <a:endParaRPr lang="en-US"/>
            </a:p>
          </p:txBody>
        </p:sp>
        <p:sp>
          <p:nvSpPr>
            <p:cNvPr id="564" name="Graphic 4">
              <a:extLst>
                <a:ext uri="{FF2B5EF4-FFF2-40B4-BE49-F238E27FC236}">
                  <a16:creationId xmlns:a16="http://schemas.microsoft.com/office/drawing/2014/main" id="{5B1C6B5D-22F9-1C45-A517-33A02CF4A006}"/>
                </a:ext>
              </a:extLst>
            </p:cNvPr>
            <p:cNvSpPr/>
            <p:nvPr/>
          </p:nvSpPr>
          <p:spPr>
            <a:xfrm>
              <a:off x="9963189" y="1027345"/>
              <a:ext cx="210229" cy="142362"/>
            </a:xfrm>
            <a:custGeom>
              <a:avLst/>
              <a:gdLst>
                <a:gd name="connsiteX0" fmla="*/ 201283 w 210229"/>
                <a:gd name="connsiteY0" fmla="*/ 34473 h 142362"/>
                <a:gd name="connsiteX1" fmla="*/ 201283 w 210229"/>
                <a:gd name="connsiteY1" fmla="*/ 34473 h 142362"/>
                <a:gd name="connsiteX2" fmla="*/ 197449 w 210229"/>
                <a:gd name="connsiteY2" fmla="*/ 5746 h 142362"/>
                <a:gd name="connsiteX3" fmla="*/ 190420 w 210229"/>
                <a:gd name="connsiteY3" fmla="*/ 0 h 142362"/>
                <a:gd name="connsiteX4" fmla="*/ 161666 w 210229"/>
                <a:gd name="connsiteY4" fmla="*/ 3830 h 142362"/>
                <a:gd name="connsiteX5" fmla="*/ 161666 w 210229"/>
                <a:gd name="connsiteY5" fmla="*/ 3830 h 142362"/>
                <a:gd name="connsiteX6" fmla="*/ 161666 w 210229"/>
                <a:gd name="connsiteY6" fmla="*/ 3830 h 142362"/>
                <a:gd name="connsiteX7" fmla="*/ 22365 w 210229"/>
                <a:gd name="connsiteY7" fmla="*/ 22344 h 142362"/>
                <a:gd name="connsiteX8" fmla="*/ 16614 w 210229"/>
                <a:gd name="connsiteY8" fmla="*/ 29366 h 142362"/>
                <a:gd name="connsiteX9" fmla="*/ 17253 w 210229"/>
                <a:gd name="connsiteY9" fmla="*/ 33197 h 142362"/>
                <a:gd name="connsiteX10" fmla="*/ 6390 w 210229"/>
                <a:gd name="connsiteY10" fmla="*/ 33197 h 142362"/>
                <a:gd name="connsiteX11" fmla="*/ 0 w 210229"/>
                <a:gd name="connsiteY11" fmla="*/ 39581 h 142362"/>
                <a:gd name="connsiteX12" fmla="*/ 0 w 210229"/>
                <a:gd name="connsiteY12" fmla="*/ 135979 h 142362"/>
                <a:gd name="connsiteX13" fmla="*/ 6390 w 210229"/>
                <a:gd name="connsiteY13" fmla="*/ 142363 h 142362"/>
                <a:gd name="connsiteX14" fmla="*/ 175723 w 210229"/>
                <a:gd name="connsiteY14" fmla="*/ 142363 h 142362"/>
                <a:gd name="connsiteX15" fmla="*/ 182113 w 210229"/>
                <a:gd name="connsiteY15" fmla="*/ 135979 h 142362"/>
                <a:gd name="connsiteX16" fmla="*/ 182113 w 210229"/>
                <a:gd name="connsiteY16" fmla="*/ 111720 h 142362"/>
                <a:gd name="connsiteX17" fmla="*/ 204478 w 210229"/>
                <a:gd name="connsiteY17" fmla="*/ 108528 h 142362"/>
                <a:gd name="connsiteX18" fmla="*/ 210229 w 210229"/>
                <a:gd name="connsiteY18" fmla="*/ 101505 h 142362"/>
                <a:gd name="connsiteX19" fmla="*/ 201283 w 210229"/>
                <a:gd name="connsiteY19" fmla="*/ 34473 h 142362"/>
                <a:gd name="connsiteX20" fmla="*/ 201283 w 210229"/>
                <a:gd name="connsiteY20" fmla="*/ 34473 h 142362"/>
                <a:gd name="connsiteX21" fmla="*/ 187225 w 210229"/>
                <a:gd name="connsiteY21" fmla="*/ 28728 h 142362"/>
                <a:gd name="connsiteX22" fmla="*/ 177002 w 210229"/>
                <a:gd name="connsiteY22" fmla="*/ 24259 h 142362"/>
                <a:gd name="connsiteX23" fmla="*/ 170612 w 210229"/>
                <a:gd name="connsiteY23" fmla="*/ 15960 h 142362"/>
                <a:gd name="connsiteX24" fmla="*/ 185308 w 210229"/>
                <a:gd name="connsiteY24" fmla="*/ 14045 h 142362"/>
                <a:gd name="connsiteX25" fmla="*/ 187225 w 210229"/>
                <a:gd name="connsiteY25" fmla="*/ 28728 h 142362"/>
                <a:gd name="connsiteX26" fmla="*/ 141218 w 210229"/>
                <a:gd name="connsiteY26" fmla="*/ 130233 h 142362"/>
                <a:gd name="connsiteX27" fmla="*/ 40896 w 210229"/>
                <a:gd name="connsiteY27" fmla="*/ 130233 h 142362"/>
                <a:gd name="connsiteX28" fmla="*/ 12780 w 210229"/>
                <a:gd name="connsiteY28" fmla="*/ 102144 h 142362"/>
                <a:gd name="connsiteX29" fmla="*/ 12780 w 210229"/>
                <a:gd name="connsiteY29" fmla="*/ 74693 h 142362"/>
                <a:gd name="connsiteX30" fmla="*/ 40896 w 210229"/>
                <a:gd name="connsiteY30" fmla="*/ 46603 h 142362"/>
                <a:gd name="connsiteX31" fmla="*/ 141218 w 210229"/>
                <a:gd name="connsiteY31" fmla="*/ 46603 h 142362"/>
                <a:gd name="connsiteX32" fmla="*/ 169333 w 210229"/>
                <a:gd name="connsiteY32" fmla="*/ 74693 h 142362"/>
                <a:gd name="connsiteX33" fmla="*/ 169333 w 210229"/>
                <a:gd name="connsiteY33" fmla="*/ 102144 h 142362"/>
                <a:gd name="connsiteX34" fmla="*/ 141218 w 210229"/>
                <a:gd name="connsiteY34" fmla="*/ 130233 h 142362"/>
                <a:gd name="connsiteX35" fmla="*/ 168056 w 210229"/>
                <a:gd name="connsiteY35" fmla="*/ 33197 h 142362"/>
                <a:gd name="connsiteX36" fmla="*/ 57509 w 210229"/>
                <a:gd name="connsiteY36" fmla="*/ 33197 h 142362"/>
                <a:gd name="connsiteX37" fmla="*/ 57509 w 210229"/>
                <a:gd name="connsiteY37" fmla="*/ 30643 h 142362"/>
                <a:gd name="connsiteX38" fmla="*/ 157193 w 210229"/>
                <a:gd name="connsiteY38" fmla="*/ 17875 h 142362"/>
                <a:gd name="connsiteX39" fmla="*/ 168056 w 210229"/>
                <a:gd name="connsiteY39" fmla="*/ 33197 h 142362"/>
                <a:gd name="connsiteX40" fmla="*/ 169333 w 210229"/>
                <a:gd name="connsiteY40" fmla="*/ 61286 h 142362"/>
                <a:gd name="connsiteX41" fmla="*/ 154637 w 210229"/>
                <a:gd name="connsiteY41" fmla="*/ 46603 h 142362"/>
                <a:gd name="connsiteX42" fmla="*/ 169333 w 210229"/>
                <a:gd name="connsiteY42" fmla="*/ 46603 h 142362"/>
                <a:gd name="connsiteX43" fmla="*/ 169333 w 210229"/>
                <a:gd name="connsiteY43" fmla="*/ 61286 h 142362"/>
                <a:gd name="connsiteX44" fmla="*/ 44730 w 210229"/>
                <a:gd name="connsiteY44" fmla="*/ 33197 h 142362"/>
                <a:gd name="connsiteX45" fmla="*/ 37062 w 210229"/>
                <a:gd name="connsiteY45" fmla="*/ 33197 h 142362"/>
                <a:gd name="connsiteX46" fmla="*/ 45369 w 210229"/>
                <a:gd name="connsiteY46" fmla="*/ 31920 h 142362"/>
                <a:gd name="connsiteX47" fmla="*/ 44730 w 210229"/>
                <a:gd name="connsiteY47" fmla="*/ 33197 h 142362"/>
                <a:gd name="connsiteX48" fmla="*/ 27477 w 210229"/>
                <a:gd name="connsiteY48" fmla="*/ 45965 h 142362"/>
                <a:gd name="connsiteX49" fmla="*/ 12780 w 210229"/>
                <a:gd name="connsiteY49" fmla="*/ 60648 h 142362"/>
                <a:gd name="connsiteX50" fmla="*/ 12780 w 210229"/>
                <a:gd name="connsiteY50" fmla="*/ 45965 h 142362"/>
                <a:gd name="connsiteX51" fmla="*/ 27477 w 210229"/>
                <a:gd name="connsiteY51" fmla="*/ 45965 h 142362"/>
                <a:gd name="connsiteX52" fmla="*/ 12780 w 210229"/>
                <a:gd name="connsiteY52" fmla="*/ 114912 h 142362"/>
                <a:gd name="connsiteX53" fmla="*/ 27477 w 210229"/>
                <a:gd name="connsiteY53" fmla="*/ 129595 h 142362"/>
                <a:gd name="connsiteX54" fmla="*/ 12780 w 210229"/>
                <a:gd name="connsiteY54" fmla="*/ 129595 h 142362"/>
                <a:gd name="connsiteX55" fmla="*/ 12780 w 210229"/>
                <a:gd name="connsiteY55" fmla="*/ 114912 h 142362"/>
                <a:gd name="connsiteX56" fmla="*/ 153998 w 210229"/>
                <a:gd name="connsiteY56" fmla="*/ 130233 h 142362"/>
                <a:gd name="connsiteX57" fmla="*/ 168695 w 210229"/>
                <a:gd name="connsiteY57" fmla="*/ 115550 h 142362"/>
                <a:gd name="connsiteX58" fmla="*/ 168695 w 210229"/>
                <a:gd name="connsiteY58" fmla="*/ 130233 h 142362"/>
                <a:gd name="connsiteX59" fmla="*/ 153998 w 210229"/>
                <a:gd name="connsiteY59" fmla="*/ 130233 h 142362"/>
                <a:gd name="connsiteX60" fmla="*/ 182113 w 210229"/>
                <a:gd name="connsiteY60" fmla="*/ 98952 h 142362"/>
                <a:gd name="connsiteX61" fmla="*/ 182113 w 210229"/>
                <a:gd name="connsiteY61" fmla="*/ 40857 h 142362"/>
                <a:gd name="connsiteX62" fmla="*/ 189143 w 210229"/>
                <a:gd name="connsiteY62" fmla="*/ 42134 h 142362"/>
                <a:gd name="connsiteX63" fmla="*/ 196172 w 210229"/>
                <a:gd name="connsiteY63" fmla="*/ 97675 h 142362"/>
                <a:gd name="connsiteX64" fmla="*/ 182113 w 210229"/>
                <a:gd name="connsiteY64" fmla="*/ 98952 h 142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10229" h="142362">
                  <a:moveTo>
                    <a:pt x="201283" y="34473"/>
                  </a:moveTo>
                  <a:cubicBezTo>
                    <a:pt x="201283" y="34473"/>
                    <a:pt x="201283" y="34473"/>
                    <a:pt x="201283" y="34473"/>
                  </a:cubicBezTo>
                  <a:lnTo>
                    <a:pt x="197449" y="5746"/>
                  </a:lnTo>
                  <a:cubicBezTo>
                    <a:pt x="196810" y="2554"/>
                    <a:pt x="193615" y="0"/>
                    <a:pt x="190420" y="0"/>
                  </a:cubicBezTo>
                  <a:lnTo>
                    <a:pt x="161666" y="3830"/>
                  </a:lnTo>
                  <a:cubicBezTo>
                    <a:pt x="161666" y="3830"/>
                    <a:pt x="161666" y="3830"/>
                    <a:pt x="161666" y="3830"/>
                  </a:cubicBezTo>
                  <a:cubicBezTo>
                    <a:pt x="161666" y="3830"/>
                    <a:pt x="161666" y="3830"/>
                    <a:pt x="161666" y="3830"/>
                  </a:cubicBezTo>
                  <a:lnTo>
                    <a:pt x="22365" y="22344"/>
                  </a:lnTo>
                  <a:cubicBezTo>
                    <a:pt x="19170" y="22982"/>
                    <a:pt x="16614" y="26174"/>
                    <a:pt x="16614" y="29366"/>
                  </a:cubicBezTo>
                  <a:lnTo>
                    <a:pt x="17253" y="33197"/>
                  </a:lnTo>
                  <a:lnTo>
                    <a:pt x="6390" y="33197"/>
                  </a:lnTo>
                  <a:cubicBezTo>
                    <a:pt x="2556" y="33197"/>
                    <a:pt x="0" y="35750"/>
                    <a:pt x="0" y="39581"/>
                  </a:cubicBezTo>
                  <a:lnTo>
                    <a:pt x="0" y="135979"/>
                  </a:lnTo>
                  <a:cubicBezTo>
                    <a:pt x="0" y="139809"/>
                    <a:pt x="2556" y="142363"/>
                    <a:pt x="6390" y="142363"/>
                  </a:cubicBezTo>
                  <a:lnTo>
                    <a:pt x="175723" y="142363"/>
                  </a:lnTo>
                  <a:cubicBezTo>
                    <a:pt x="179558" y="142363"/>
                    <a:pt x="182113" y="139809"/>
                    <a:pt x="182113" y="135979"/>
                  </a:cubicBezTo>
                  <a:lnTo>
                    <a:pt x="182113" y="111720"/>
                  </a:lnTo>
                  <a:lnTo>
                    <a:pt x="204478" y="108528"/>
                  </a:lnTo>
                  <a:cubicBezTo>
                    <a:pt x="207673" y="107889"/>
                    <a:pt x="210229" y="104697"/>
                    <a:pt x="210229" y="101505"/>
                  </a:cubicBezTo>
                  <a:lnTo>
                    <a:pt x="201283" y="34473"/>
                  </a:lnTo>
                  <a:cubicBezTo>
                    <a:pt x="201283" y="34473"/>
                    <a:pt x="201283" y="34473"/>
                    <a:pt x="201283" y="34473"/>
                  </a:cubicBezTo>
                  <a:close/>
                  <a:moveTo>
                    <a:pt x="187225" y="28728"/>
                  </a:moveTo>
                  <a:cubicBezTo>
                    <a:pt x="183392" y="28089"/>
                    <a:pt x="180197" y="26813"/>
                    <a:pt x="177002" y="24259"/>
                  </a:cubicBezTo>
                  <a:cubicBezTo>
                    <a:pt x="173807" y="21706"/>
                    <a:pt x="171889" y="19152"/>
                    <a:pt x="170612" y="15960"/>
                  </a:cubicBezTo>
                  <a:lnTo>
                    <a:pt x="185308" y="14045"/>
                  </a:lnTo>
                  <a:lnTo>
                    <a:pt x="187225" y="28728"/>
                  </a:lnTo>
                  <a:close/>
                  <a:moveTo>
                    <a:pt x="141218" y="130233"/>
                  </a:moveTo>
                  <a:lnTo>
                    <a:pt x="40896" y="130233"/>
                  </a:lnTo>
                  <a:cubicBezTo>
                    <a:pt x="38340" y="116188"/>
                    <a:pt x="26838" y="104697"/>
                    <a:pt x="12780" y="102144"/>
                  </a:cubicBezTo>
                  <a:lnTo>
                    <a:pt x="12780" y="74693"/>
                  </a:lnTo>
                  <a:cubicBezTo>
                    <a:pt x="26838" y="72139"/>
                    <a:pt x="38340" y="60648"/>
                    <a:pt x="40896" y="46603"/>
                  </a:cubicBezTo>
                  <a:lnTo>
                    <a:pt x="141218" y="46603"/>
                  </a:lnTo>
                  <a:cubicBezTo>
                    <a:pt x="143774" y="60648"/>
                    <a:pt x="155276" y="72139"/>
                    <a:pt x="169333" y="74693"/>
                  </a:cubicBezTo>
                  <a:lnTo>
                    <a:pt x="169333" y="102144"/>
                  </a:lnTo>
                  <a:cubicBezTo>
                    <a:pt x="154637" y="104697"/>
                    <a:pt x="143774" y="115550"/>
                    <a:pt x="141218" y="130233"/>
                  </a:cubicBezTo>
                  <a:close/>
                  <a:moveTo>
                    <a:pt x="168056" y="33197"/>
                  </a:moveTo>
                  <a:lnTo>
                    <a:pt x="57509" y="33197"/>
                  </a:lnTo>
                  <a:cubicBezTo>
                    <a:pt x="57509" y="32558"/>
                    <a:pt x="57509" y="31281"/>
                    <a:pt x="57509" y="30643"/>
                  </a:cubicBezTo>
                  <a:lnTo>
                    <a:pt x="157193" y="17875"/>
                  </a:lnTo>
                  <a:cubicBezTo>
                    <a:pt x="159748" y="23621"/>
                    <a:pt x="162943" y="29366"/>
                    <a:pt x="168056" y="33197"/>
                  </a:cubicBezTo>
                  <a:close/>
                  <a:moveTo>
                    <a:pt x="169333" y="61286"/>
                  </a:moveTo>
                  <a:cubicBezTo>
                    <a:pt x="162305" y="59371"/>
                    <a:pt x="156553" y="53625"/>
                    <a:pt x="154637" y="46603"/>
                  </a:cubicBezTo>
                  <a:lnTo>
                    <a:pt x="169333" y="46603"/>
                  </a:lnTo>
                  <a:lnTo>
                    <a:pt x="169333" y="61286"/>
                  </a:lnTo>
                  <a:close/>
                  <a:moveTo>
                    <a:pt x="44730" y="33197"/>
                  </a:moveTo>
                  <a:lnTo>
                    <a:pt x="37062" y="33197"/>
                  </a:lnTo>
                  <a:lnTo>
                    <a:pt x="45369" y="31920"/>
                  </a:lnTo>
                  <a:cubicBezTo>
                    <a:pt x="44730" y="32558"/>
                    <a:pt x="44730" y="33197"/>
                    <a:pt x="44730" y="33197"/>
                  </a:cubicBezTo>
                  <a:close/>
                  <a:moveTo>
                    <a:pt x="27477" y="45965"/>
                  </a:moveTo>
                  <a:cubicBezTo>
                    <a:pt x="25560" y="52987"/>
                    <a:pt x="19809" y="58733"/>
                    <a:pt x="12780" y="60648"/>
                  </a:cubicBezTo>
                  <a:lnTo>
                    <a:pt x="12780" y="45965"/>
                  </a:lnTo>
                  <a:lnTo>
                    <a:pt x="27477" y="45965"/>
                  </a:lnTo>
                  <a:close/>
                  <a:moveTo>
                    <a:pt x="12780" y="114912"/>
                  </a:moveTo>
                  <a:cubicBezTo>
                    <a:pt x="19809" y="116827"/>
                    <a:pt x="25560" y="122572"/>
                    <a:pt x="27477" y="129595"/>
                  </a:cubicBezTo>
                  <a:lnTo>
                    <a:pt x="12780" y="129595"/>
                  </a:lnTo>
                  <a:lnTo>
                    <a:pt x="12780" y="114912"/>
                  </a:lnTo>
                  <a:close/>
                  <a:moveTo>
                    <a:pt x="153998" y="130233"/>
                  </a:moveTo>
                  <a:cubicBezTo>
                    <a:pt x="155915" y="123211"/>
                    <a:pt x="161666" y="117465"/>
                    <a:pt x="168695" y="115550"/>
                  </a:cubicBezTo>
                  <a:lnTo>
                    <a:pt x="168695" y="130233"/>
                  </a:lnTo>
                  <a:lnTo>
                    <a:pt x="153998" y="130233"/>
                  </a:lnTo>
                  <a:close/>
                  <a:moveTo>
                    <a:pt x="182113" y="98952"/>
                  </a:moveTo>
                  <a:lnTo>
                    <a:pt x="182113" y="40857"/>
                  </a:lnTo>
                  <a:cubicBezTo>
                    <a:pt x="184669" y="41496"/>
                    <a:pt x="186587" y="42134"/>
                    <a:pt x="189143" y="42134"/>
                  </a:cubicBezTo>
                  <a:lnTo>
                    <a:pt x="196172" y="97675"/>
                  </a:lnTo>
                  <a:lnTo>
                    <a:pt x="182113" y="98952"/>
                  </a:lnTo>
                  <a:close/>
                </a:path>
              </a:pathLst>
            </a:custGeom>
            <a:solidFill>
              <a:srgbClr val="007680"/>
            </a:solidFill>
            <a:ln w="6390" cap="flat">
              <a:noFill/>
              <a:prstDash val="solid"/>
              <a:miter/>
            </a:ln>
          </p:spPr>
          <p:txBody>
            <a:bodyPr rtlCol="0" anchor="ctr"/>
            <a:lstStyle/>
            <a:p>
              <a:endParaRPr lang="en-US"/>
            </a:p>
          </p:txBody>
        </p:sp>
      </p:grpSp>
      <p:grpSp>
        <p:nvGrpSpPr>
          <p:cNvPr id="565" name="Graphic 4">
            <a:extLst>
              <a:ext uri="{FF2B5EF4-FFF2-40B4-BE49-F238E27FC236}">
                <a16:creationId xmlns:a16="http://schemas.microsoft.com/office/drawing/2014/main" id="{8C568DA3-82AC-E44F-89B5-DCAF45A4409F}"/>
              </a:ext>
            </a:extLst>
          </p:cNvPr>
          <p:cNvGrpSpPr/>
          <p:nvPr/>
        </p:nvGrpSpPr>
        <p:grpSpPr>
          <a:xfrm>
            <a:off x="8841116" y="3339623"/>
            <a:ext cx="361670" cy="361333"/>
            <a:chOff x="8841116" y="3339623"/>
            <a:chExt cx="361670" cy="361333"/>
          </a:xfrm>
          <a:solidFill>
            <a:srgbClr val="007680"/>
          </a:solidFill>
        </p:grpSpPr>
        <p:sp>
          <p:nvSpPr>
            <p:cNvPr id="566" name="Graphic 4">
              <a:extLst>
                <a:ext uri="{FF2B5EF4-FFF2-40B4-BE49-F238E27FC236}">
                  <a16:creationId xmlns:a16="http://schemas.microsoft.com/office/drawing/2014/main" id="{1AE0F8C9-1FF4-054F-8289-78EF6F7E827A}"/>
                </a:ext>
              </a:extLst>
            </p:cNvPr>
            <p:cNvSpPr/>
            <p:nvPr/>
          </p:nvSpPr>
          <p:spPr>
            <a:xfrm>
              <a:off x="8841116" y="333962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3" y="361333"/>
                    <a:pt x="180836" y="361333"/>
                  </a:cubicBezTo>
                  <a:cubicBezTo>
                    <a:pt x="281157" y="361333"/>
                    <a:pt x="361670" y="280257"/>
                    <a:pt x="361670" y="180667"/>
                  </a:cubicBezTo>
                  <a:cubicBezTo>
                    <a:pt x="361670" y="81077"/>
                    <a:pt x="281157" y="0"/>
                    <a:pt x="180836" y="0"/>
                  </a:cubicBezTo>
                  <a:close/>
                  <a:moveTo>
                    <a:pt x="180836" y="349204"/>
                  </a:moveTo>
                  <a:cubicBezTo>
                    <a:pt x="88181" y="349204"/>
                    <a:pt x="12780" y="273873"/>
                    <a:pt x="12780" y="181305"/>
                  </a:cubicBezTo>
                  <a:cubicBezTo>
                    <a:pt x="12780" y="88738"/>
                    <a:pt x="88181" y="13406"/>
                    <a:pt x="180836" y="13406"/>
                  </a:cubicBezTo>
                  <a:cubicBezTo>
                    <a:pt x="273490" y="13406"/>
                    <a:pt x="348890" y="88738"/>
                    <a:pt x="348890" y="181305"/>
                  </a:cubicBezTo>
                  <a:cubicBezTo>
                    <a:pt x="348890" y="273873"/>
                    <a:pt x="274128" y="349204"/>
                    <a:pt x="180836" y="349204"/>
                  </a:cubicBezTo>
                  <a:close/>
                </a:path>
              </a:pathLst>
            </a:custGeom>
            <a:solidFill>
              <a:srgbClr val="007680"/>
            </a:solidFill>
            <a:ln w="6390" cap="flat">
              <a:noFill/>
              <a:prstDash val="solid"/>
              <a:miter/>
            </a:ln>
          </p:spPr>
          <p:txBody>
            <a:bodyPr rtlCol="0" anchor="ctr"/>
            <a:lstStyle/>
            <a:p>
              <a:endParaRPr lang="en-US"/>
            </a:p>
          </p:txBody>
        </p:sp>
        <p:sp>
          <p:nvSpPr>
            <p:cNvPr id="567" name="Graphic 4">
              <a:extLst>
                <a:ext uri="{FF2B5EF4-FFF2-40B4-BE49-F238E27FC236}">
                  <a16:creationId xmlns:a16="http://schemas.microsoft.com/office/drawing/2014/main" id="{970A945B-32CE-F84B-A4DA-E65B406CF7E3}"/>
                </a:ext>
              </a:extLst>
            </p:cNvPr>
            <p:cNvSpPr/>
            <p:nvPr/>
          </p:nvSpPr>
          <p:spPr>
            <a:xfrm>
              <a:off x="8935049" y="3410485"/>
              <a:ext cx="173805" cy="220247"/>
            </a:xfrm>
            <a:custGeom>
              <a:avLst/>
              <a:gdLst>
                <a:gd name="connsiteX0" fmla="*/ 167416 w 173805"/>
                <a:gd name="connsiteY0" fmla="*/ 178113 h 220247"/>
                <a:gd name="connsiteX1" fmla="*/ 159748 w 173805"/>
                <a:gd name="connsiteY1" fmla="*/ 178113 h 220247"/>
                <a:gd name="connsiteX2" fmla="*/ 159748 w 173805"/>
                <a:gd name="connsiteY2" fmla="*/ 154492 h 220247"/>
                <a:gd name="connsiteX3" fmla="*/ 153358 w 173805"/>
                <a:gd name="connsiteY3" fmla="*/ 148108 h 220247"/>
                <a:gd name="connsiteX4" fmla="*/ 130354 w 173805"/>
                <a:gd name="connsiteY4" fmla="*/ 148108 h 220247"/>
                <a:gd name="connsiteX5" fmla="*/ 167416 w 173805"/>
                <a:gd name="connsiteY5" fmla="*/ 80438 h 220247"/>
                <a:gd name="connsiteX6" fmla="*/ 86903 w 173805"/>
                <a:gd name="connsiteY6" fmla="*/ 0 h 220247"/>
                <a:gd name="connsiteX7" fmla="*/ 6390 w 173805"/>
                <a:gd name="connsiteY7" fmla="*/ 80438 h 220247"/>
                <a:gd name="connsiteX8" fmla="*/ 43451 w 173805"/>
                <a:gd name="connsiteY8" fmla="*/ 148108 h 220247"/>
                <a:gd name="connsiteX9" fmla="*/ 35783 w 173805"/>
                <a:gd name="connsiteY9" fmla="*/ 148108 h 220247"/>
                <a:gd name="connsiteX10" fmla="*/ 35145 w 173805"/>
                <a:gd name="connsiteY10" fmla="*/ 148108 h 220247"/>
                <a:gd name="connsiteX11" fmla="*/ 34505 w 173805"/>
                <a:gd name="connsiteY11" fmla="*/ 148108 h 220247"/>
                <a:gd name="connsiteX12" fmla="*/ 6390 w 173805"/>
                <a:gd name="connsiteY12" fmla="*/ 148108 h 220247"/>
                <a:gd name="connsiteX13" fmla="*/ 0 w 173805"/>
                <a:gd name="connsiteY13" fmla="*/ 154492 h 220247"/>
                <a:gd name="connsiteX14" fmla="*/ 0 w 173805"/>
                <a:gd name="connsiteY14" fmla="*/ 183859 h 220247"/>
                <a:gd name="connsiteX15" fmla="*/ 6390 w 173805"/>
                <a:gd name="connsiteY15" fmla="*/ 190243 h 220247"/>
                <a:gd name="connsiteX16" fmla="*/ 14058 w 173805"/>
                <a:gd name="connsiteY16" fmla="*/ 190243 h 220247"/>
                <a:gd name="connsiteX17" fmla="*/ 14058 w 173805"/>
                <a:gd name="connsiteY17" fmla="*/ 213863 h 220247"/>
                <a:gd name="connsiteX18" fmla="*/ 20447 w 173805"/>
                <a:gd name="connsiteY18" fmla="*/ 220247 h 220247"/>
                <a:gd name="connsiteX19" fmla="*/ 167416 w 173805"/>
                <a:gd name="connsiteY19" fmla="*/ 220247 h 220247"/>
                <a:gd name="connsiteX20" fmla="*/ 173806 w 173805"/>
                <a:gd name="connsiteY20" fmla="*/ 213863 h 220247"/>
                <a:gd name="connsiteX21" fmla="*/ 173806 w 173805"/>
                <a:gd name="connsiteY21" fmla="*/ 184497 h 220247"/>
                <a:gd name="connsiteX22" fmla="*/ 167416 w 173805"/>
                <a:gd name="connsiteY22" fmla="*/ 178113 h 220247"/>
                <a:gd name="connsiteX23" fmla="*/ 88181 w 173805"/>
                <a:gd name="connsiteY23" fmla="*/ 161515 h 220247"/>
                <a:gd name="connsiteX24" fmla="*/ 88181 w 173805"/>
                <a:gd name="connsiteY24" fmla="*/ 178113 h 220247"/>
                <a:gd name="connsiteX25" fmla="*/ 71567 w 173805"/>
                <a:gd name="connsiteY25" fmla="*/ 178113 h 220247"/>
                <a:gd name="connsiteX26" fmla="*/ 71567 w 173805"/>
                <a:gd name="connsiteY26" fmla="*/ 161515 h 220247"/>
                <a:gd name="connsiteX27" fmla="*/ 88181 w 173805"/>
                <a:gd name="connsiteY27" fmla="*/ 161515 h 220247"/>
                <a:gd name="connsiteX28" fmla="*/ 100961 w 173805"/>
                <a:gd name="connsiteY28" fmla="*/ 178113 h 220247"/>
                <a:gd name="connsiteX29" fmla="*/ 100961 w 173805"/>
                <a:gd name="connsiteY29" fmla="*/ 161515 h 220247"/>
                <a:gd name="connsiteX30" fmla="*/ 117574 w 173805"/>
                <a:gd name="connsiteY30" fmla="*/ 161515 h 220247"/>
                <a:gd name="connsiteX31" fmla="*/ 117574 w 173805"/>
                <a:gd name="connsiteY31" fmla="*/ 178113 h 220247"/>
                <a:gd name="connsiteX32" fmla="*/ 100961 w 173805"/>
                <a:gd name="connsiteY32" fmla="*/ 178113 h 220247"/>
                <a:gd name="connsiteX33" fmla="*/ 58148 w 173805"/>
                <a:gd name="connsiteY33" fmla="*/ 178113 h 220247"/>
                <a:gd name="connsiteX34" fmla="*/ 41535 w 173805"/>
                <a:gd name="connsiteY34" fmla="*/ 178113 h 220247"/>
                <a:gd name="connsiteX35" fmla="*/ 41535 w 173805"/>
                <a:gd name="connsiteY35" fmla="*/ 161515 h 220247"/>
                <a:gd name="connsiteX36" fmla="*/ 58148 w 173805"/>
                <a:gd name="connsiteY36" fmla="*/ 161515 h 220247"/>
                <a:gd name="connsiteX37" fmla="*/ 58148 w 173805"/>
                <a:gd name="connsiteY37" fmla="*/ 178113 h 220247"/>
                <a:gd name="connsiteX38" fmla="*/ 72845 w 173805"/>
                <a:gd name="connsiteY38" fmla="*/ 190881 h 220247"/>
                <a:gd name="connsiteX39" fmla="*/ 72845 w 173805"/>
                <a:gd name="connsiteY39" fmla="*/ 207479 h 220247"/>
                <a:gd name="connsiteX40" fmla="*/ 56231 w 173805"/>
                <a:gd name="connsiteY40" fmla="*/ 207479 h 220247"/>
                <a:gd name="connsiteX41" fmla="*/ 56231 w 173805"/>
                <a:gd name="connsiteY41" fmla="*/ 190881 h 220247"/>
                <a:gd name="connsiteX42" fmla="*/ 72845 w 173805"/>
                <a:gd name="connsiteY42" fmla="*/ 190881 h 220247"/>
                <a:gd name="connsiteX43" fmla="*/ 85625 w 173805"/>
                <a:gd name="connsiteY43" fmla="*/ 190881 h 220247"/>
                <a:gd name="connsiteX44" fmla="*/ 102239 w 173805"/>
                <a:gd name="connsiteY44" fmla="*/ 190881 h 220247"/>
                <a:gd name="connsiteX45" fmla="*/ 102239 w 173805"/>
                <a:gd name="connsiteY45" fmla="*/ 207479 h 220247"/>
                <a:gd name="connsiteX46" fmla="*/ 85625 w 173805"/>
                <a:gd name="connsiteY46" fmla="*/ 207479 h 220247"/>
                <a:gd name="connsiteX47" fmla="*/ 85625 w 173805"/>
                <a:gd name="connsiteY47" fmla="*/ 190881 h 220247"/>
                <a:gd name="connsiteX48" fmla="*/ 115019 w 173805"/>
                <a:gd name="connsiteY48" fmla="*/ 190881 h 220247"/>
                <a:gd name="connsiteX49" fmla="*/ 131633 w 173805"/>
                <a:gd name="connsiteY49" fmla="*/ 190881 h 220247"/>
                <a:gd name="connsiteX50" fmla="*/ 131633 w 173805"/>
                <a:gd name="connsiteY50" fmla="*/ 207479 h 220247"/>
                <a:gd name="connsiteX51" fmla="*/ 115019 w 173805"/>
                <a:gd name="connsiteY51" fmla="*/ 207479 h 220247"/>
                <a:gd name="connsiteX52" fmla="*/ 115019 w 173805"/>
                <a:gd name="connsiteY52" fmla="*/ 190881 h 220247"/>
                <a:gd name="connsiteX53" fmla="*/ 146969 w 173805"/>
                <a:gd name="connsiteY53" fmla="*/ 178113 h 220247"/>
                <a:gd name="connsiteX54" fmla="*/ 130354 w 173805"/>
                <a:gd name="connsiteY54" fmla="*/ 178113 h 220247"/>
                <a:gd name="connsiteX55" fmla="*/ 130354 w 173805"/>
                <a:gd name="connsiteY55" fmla="*/ 161515 h 220247"/>
                <a:gd name="connsiteX56" fmla="*/ 146969 w 173805"/>
                <a:gd name="connsiteY56" fmla="*/ 161515 h 220247"/>
                <a:gd name="connsiteX57" fmla="*/ 146969 w 173805"/>
                <a:gd name="connsiteY57" fmla="*/ 178113 h 220247"/>
                <a:gd name="connsiteX58" fmla="*/ 19170 w 173805"/>
                <a:gd name="connsiteY58" fmla="*/ 80438 h 220247"/>
                <a:gd name="connsiteX59" fmla="*/ 86903 w 173805"/>
                <a:gd name="connsiteY59" fmla="*/ 12768 h 220247"/>
                <a:gd name="connsiteX60" fmla="*/ 154636 w 173805"/>
                <a:gd name="connsiteY60" fmla="*/ 80438 h 220247"/>
                <a:gd name="connsiteX61" fmla="*/ 86903 w 173805"/>
                <a:gd name="connsiteY61" fmla="*/ 148108 h 220247"/>
                <a:gd name="connsiteX62" fmla="*/ 19170 w 173805"/>
                <a:gd name="connsiteY62" fmla="*/ 80438 h 220247"/>
                <a:gd name="connsiteX63" fmla="*/ 12780 w 173805"/>
                <a:gd name="connsiteY63" fmla="*/ 161515 h 220247"/>
                <a:gd name="connsiteX64" fmla="*/ 28755 w 173805"/>
                <a:gd name="connsiteY64" fmla="*/ 161515 h 220247"/>
                <a:gd name="connsiteX65" fmla="*/ 28755 w 173805"/>
                <a:gd name="connsiteY65" fmla="*/ 178113 h 220247"/>
                <a:gd name="connsiteX66" fmla="*/ 12780 w 173805"/>
                <a:gd name="connsiteY66" fmla="*/ 178113 h 220247"/>
                <a:gd name="connsiteX67" fmla="*/ 12780 w 173805"/>
                <a:gd name="connsiteY67" fmla="*/ 161515 h 220247"/>
                <a:gd name="connsiteX68" fmla="*/ 27476 w 173805"/>
                <a:gd name="connsiteY68" fmla="*/ 190881 h 220247"/>
                <a:gd name="connsiteX69" fmla="*/ 43451 w 173805"/>
                <a:gd name="connsiteY69" fmla="*/ 190881 h 220247"/>
                <a:gd name="connsiteX70" fmla="*/ 43451 w 173805"/>
                <a:gd name="connsiteY70" fmla="*/ 207479 h 220247"/>
                <a:gd name="connsiteX71" fmla="*/ 27476 w 173805"/>
                <a:gd name="connsiteY71" fmla="*/ 207479 h 220247"/>
                <a:gd name="connsiteX72" fmla="*/ 27476 w 173805"/>
                <a:gd name="connsiteY72" fmla="*/ 190881 h 220247"/>
                <a:gd name="connsiteX73" fmla="*/ 161026 w 173805"/>
                <a:gd name="connsiteY73" fmla="*/ 208118 h 220247"/>
                <a:gd name="connsiteX74" fmla="*/ 144412 w 173805"/>
                <a:gd name="connsiteY74" fmla="*/ 208118 h 220247"/>
                <a:gd name="connsiteX75" fmla="*/ 144412 w 173805"/>
                <a:gd name="connsiteY75" fmla="*/ 191519 h 220247"/>
                <a:gd name="connsiteX76" fmla="*/ 161026 w 173805"/>
                <a:gd name="connsiteY76" fmla="*/ 191519 h 220247"/>
                <a:gd name="connsiteX77" fmla="*/ 161026 w 173805"/>
                <a:gd name="connsiteY77" fmla="*/ 208118 h 2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73805" h="220247">
                  <a:moveTo>
                    <a:pt x="167416" y="178113"/>
                  </a:moveTo>
                  <a:lnTo>
                    <a:pt x="159748" y="178113"/>
                  </a:lnTo>
                  <a:lnTo>
                    <a:pt x="159748" y="154492"/>
                  </a:lnTo>
                  <a:cubicBezTo>
                    <a:pt x="159748" y="150662"/>
                    <a:pt x="157192" y="148108"/>
                    <a:pt x="153358" y="148108"/>
                  </a:cubicBezTo>
                  <a:lnTo>
                    <a:pt x="130354" y="148108"/>
                  </a:lnTo>
                  <a:cubicBezTo>
                    <a:pt x="152719" y="134064"/>
                    <a:pt x="167416" y="108528"/>
                    <a:pt x="167416" y="80438"/>
                  </a:cubicBezTo>
                  <a:cubicBezTo>
                    <a:pt x="167416" y="35751"/>
                    <a:pt x="130994" y="0"/>
                    <a:pt x="86903" y="0"/>
                  </a:cubicBezTo>
                  <a:cubicBezTo>
                    <a:pt x="42812" y="0"/>
                    <a:pt x="6390" y="36389"/>
                    <a:pt x="6390" y="80438"/>
                  </a:cubicBezTo>
                  <a:cubicBezTo>
                    <a:pt x="6390" y="109166"/>
                    <a:pt x="21086" y="134064"/>
                    <a:pt x="43451" y="148108"/>
                  </a:cubicBezTo>
                  <a:lnTo>
                    <a:pt x="35783" y="148108"/>
                  </a:lnTo>
                  <a:cubicBezTo>
                    <a:pt x="35783" y="148108"/>
                    <a:pt x="35145" y="148108"/>
                    <a:pt x="35145" y="148108"/>
                  </a:cubicBezTo>
                  <a:cubicBezTo>
                    <a:pt x="35145" y="148108"/>
                    <a:pt x="34505" y="148108"/>
                    <a:pt x="34505" y="148108"/>
                  </a:cubicBezTo>
                  <a:lnTo>
                    <a:pt x="6390" y="148108"/>
                  </a:lnTo>
                  <a:cubicBezTo>
                    <a:pt x="2555" y="148108"/>
                    <a:pt x="0" y="150662"/>
                    <a:pt x="0" y="154492"/>
                  </a:cubicBezTo>
                  <a:lnTo>
                    <a:pt x="0" y="183859"/>
                  </a:lnTo>
                  <a:cubicBezTo>
                    <a:pt x="0" y="187689"/>
                    <a:pt x="2555" y="190243"/>
                    <a:pt x="6390" y="190243"/>
                  </a:cubicBezTo>
                  <a:lnTo>
                    <a:pt x="14058" y="190243"/>
                  </a:lnTo>
                  <a:lnTo>
                    <a:pt x="14058" y="213863"/>
                  </a:lnTo>
                  <a:cubicBezTo>
                    <a:pt x="14058" y="217694"/>
                    <a:pt x="16614" y="220247"/>
                    <a:pt x="20447" y="220247"/>
                  </a:cubicBezTo>
                  <a:lnTo>
                    <a:pt x="167416" y="220247"/>
                  </a:lnTo>
                  <a:cubicBezTo>
                    <a:pt x="171250" y="220247"/>
                    <a:pt x="173806" y="217694"/>
                    <a:pt x="173806" y="213863"/>
                  </a:cubicBezTo>
                  <a:lnTo>
                    <a:pt x="173806" y="184497"/>
                  </a:lnTo>
                  <a:cubicBezTo>
                    <a:pt x="173806" y="181305"/>
                    <a:pt x="171250" y="178113"/>
                    <a:pt x="167416" y="178113"/>
                  </a:cubicBezTo>
                  <a:close/>
                  <a:moveTo>
                    <a:pt x="88181" y="161515"/>
                  </a:moveTo>
                  <a:lnTo>
                    <a:pt x="88181" y="178113"/>
                  </a:lnTo>
                  <a:lnTo>
                    <a:pt x="71567" y="178113"/>
                  </a:lnTo>
                  <a:lnTo>
                    <a:pt x="71567" y="161515"/>
                  </a:lnTo>
                  <a:lnTo>
                    <a:pt x="88181" y="161515"/>
                  </a:lnTo>
                  <a:close/>
                  <a:moveTo>
                    <a:pt x="100961" y="178113"/>
                  </a:moveTo>
                  <a:lnTo>
                    <a:pt x="100961" y="161515"/>
                  </a:lnTo>
                  <a:lnTo>
                    <a:pt x="117574" y="161515"/>
                  </a:lnTo>
                  <a:lnTo>
                    <a:pt x="117574" y="178113"/>
                  </a:lnTo>
                  <a:lnTo>
                    <a:pt x="100961" y="178113"/>
                  </a:lnTo>
                  <a:close/>
                  <a:moveTo>
                    <a:pt x="58148" y="178113"/>
                  </a:moveTo>
                  <a:lnTo>
                    <a:pt x="41535" y="178113"/>
                  </a:lnTo>
                  <a:lnTo>
                    <a:pt x="41535" y="161515"/>
                  </a:lnTo>
                  <a:lnTo>
                    <a:pt x="58148" y="161515"/>
                  </a:lnTo>
                  <a:lnTo>
                    <a:pt x="58148" y="178113"/>
                  </a:lnTo>
                  <a:close/>
                  <a:moveTo>
                    <a:pt x="72845" y="190881"/>
                  </a:moveTo>
                  <a:lnTo>
                    <a:pt x="72845" y="207479"/>
                  </a:lnTo>
                  <a:lnTo>
                    <a:pt x="56231" y="207479"/>
                  </a:lnTo>
                  <a:lnTo>
                    <a:pt x="56231" y="190881"/>
                  </a:lnTo>
                  <a:lnTo>
                    <a:pt x="72845" y="190881"/>
                  </a:lnTo>
                  <a:close/>
                  <a:moveTo>
                    <a:pt x="85625" y="190881"/>
                  </a:moveTo>
                  <a:lnTo>
                    <a:pt x="102239" y="190881"/>
                  </a:lnTo>
                  <a:lnTo>
                    <a:pt x="102239" y="207479"/>
                  </a:lnTo>
                  <a:lnTo>
                    <a:pt x="85625" y="207479"/>
                  </a:lnTo>
                  <a:lnTo>
                    <a:pt x="85625" y="190881"/>
                  </a:lnTo>
                  <a:close/>
                  <a:moveTo>
                    <a:pt x="115019" y="190881"/>
                  </a:moveTo>
                  <a:lnTo>
                    <a:pt x="131633" y="190881"/>
                  </a:lnTo>
                  <a:lnTo>
                    <a:pt x="131633" y="207479"/>
                  </a:lnTo>
                  <a:lnTo>
                    <a:pt x="115019" y="207479"/>
                  </a:lnTo>
                  <a:lnTo>
                    <a:pt x="115019" y="190881"/>
                  </a:lnTo>
                  <a:close/>
                  <a:moveTo>
                    <a:pt x="146969" y="178113"/>
                  </a:moveTo>
                  <a:lnTo>
                    <a:pt x="130354" y="178113"/>
                  </a:lnTo>
                  <a:lnTo>
                    <a:pt x="130354" y="161515"/>
                  </a:lnTo>
                  <a:lnTo>
                    <a:pt x="146969" y="161515"/>
                  </a:lnTo>
                  <a:lnTo>
                    <a:pt x="146969" y="178113"/>
                  </a:lnTo>
                  <a:close/>
                  <a:moveTo>
                    <a:pt x="19170" y="80438"/>
                  </a:moveTo>
                  <a:cubicBezTo>
                    <a:pt x="19170" y="42773"/>
                    <a:pt x="49841" y="12768"/>
                    <a:pt x="86903" y="12768"/>
                  </a:cubicBezTo>
                  <a:cubicBezTo>
                    <a:pt x="123964" y="12768"/>
                    <a:pt x="154636" y="43411"/>
                    <a:pt x="154636" y="80438"/>
                  </a:cubicBezTo>
                  <a:cubicBezTo>
                    <a:pt x="154636" y="117465"/>
                    <a:pt x="123964" y="148108"/>
                    <a:pt x="86903" y="148108"/>
                  </a:cubicBezTo>
                  <a:cubicBezTo>
                    <a:pt x="49841" y="148108"/>
                    <a:pt x="19170" y="118104"/>
                    <a:pt x="19170" y="80438"/>
                  </a:cubicBezTo>
                  <a:close/>
                  <a:moveTo>
                    <a:pt x="12780" y="161515"/>
                  </a:moveTo>
                  <a:lnTo>
                    <a:pt x="28755" y="161515"/>
                  </a:lnTo>
                  <a:lnTo>
                    <a:pt x="28755" y="178113"/>
                  </a:lnTo>
                  <a:lnTo>
                    <a:pt x="12780" y="178113"/>
                  </a:lnTo>
                  <a:lnTo>
                    <a:pt x="12780" y="161515"/>
                  </a:lnTo>
                  <a:close/>
                  <a:moveTo>
                    <a:pt x="27476" y="190881"/>
                  </a:moveTo>
                  <a:lnTo>
                    <a:pt x="43451" y="190881"/>
                  </a:lnTo>
                  <a:lnTo>
                    <a:pt x="43451" y="207479"/>
                  </a:lnTo>
                  <a:lnTo>
                    <a:pt x="27476" y="207479"/>
                  </a:lnTo>
                  <a:lnTo>
                    <a:pt x="27476" y="190881"/>
                  </a:lnTo>
                  <a:close/>
                  <a:moveTo>
                    <a:pt x="161026" y="208118"/>
                  </a:moveTo>
                  <a:lnTo>
                    <a:pt x="144412" y="208118"/>
                  </a:lnTo>
                  <a:lnTo>
                    <a:pt x="144412" y="191519"/>
                  </a:lnTo>
                  <a:lnTo>
                    <a:pt x="161026" y="191519"/>
                  </a:lnTo>
                  <a:lnTo>
                    <a:pt x="161026" y="208118"/>
                  </a:lnTo>
                  <a:close/>
                </a:path>
              </a:pathLst>
            </a:custGeom>
            <a:solidFill>
              <a:srgbClr val="007680"/>
            </a:solidFill>
            <a:ln w="6390" cap="flat">
              <a:noFill/>
              <a:prstDash val="solid"/>
              <a:miter/>
            </a:ln>
          </p:spPr>
          <p:txBody>
            <a:bodyPr rtlCol="0" anchor="ctr"/>
            <a:lstStyle/>
            <a:p>
              <a:endParaRPr lang="en-US"/>
            </a:p>
          </p:txBody>
        </p:sp>
        <p:sp>
          <p:nvSpPr>
            <p:cNvPr id="568" name="Graphic 4">
              <a:extLst>
                <a:ext uri="{FF2B5EF4-FFF2-40B4-BE49-F238E27FC236}">
                  <a16:creationId xmlns:a16="http://schemas.microsoft.com/office/drawing/2014/main" id="{EA0C3205-A933-F744-A8E5-1A1F547B937B}"/>
                </a:ext>
              </a:extLst>
            </p:cNvPr>
            <p:cNvSpPr/>
            <p:nvPr/>
          </p:nvSpPr>
          <p:spPr>
            <a:xfrm>
              <a:off x="9000865" y="3444959"/>
              <a:ext cx="42813" cy="92567"/>
            </a:xfrm>
            <a:custGeom>
              <a:avLst/>
              <a:gdLst>
                <a:gd name="connsiteX0" fmla="*/ 27477 w 42813"/>
                <a:gd name="connsiteY0" fmla="*/ 86184 h 92567"/>
                <a:gd name="connsiteX1" fmla="*/ 27477 w 42813"/>
                <a:gd name="connsiteY1" fmla="*/ 81715 h 92567"/>
                <a:gd name="connsiteX2" fmla="*/ 42813 w 42813"/>
                <a:gd name="connsiteY2" fmla="*/ 61286 h 92567"/>
                <a:gd name="connsiteX3" fmla="*/ 21087 w 42813"/>
                <a:gd name="connsiteY3" fmla="*/ 39581 h 92567"/>
                <a:gd name="connsiteX4" fmla="*/ 12780 w 42813"/>
                <a:gd name="connsiteY4" fmla="*/ 31282 h 92567"/>
                <a:gd name="connsiteX5" fmla="*/ 21087 w 42813"/>
                <a:gd name="connsiteY5" fmla="*/ 22344 h 92567"/>
                <a:gd name="connsiteX6" fmla="*/ 30033 w 42813"/>
                <a:gd name="connsiteY6" fmla="*/ 31282 h 92567"/>
                <a:gd name="connsiteX7" fmla="*/ 36423 w 42813"/>
                <a:gd name="connsiteY7" fmla="*/ 37666 h 92567"/>
                <a:gd name="connsiteX8" fmla="*/ 42813 w 42813"/>
                <a:gd name="connsiteY8" fmla="*/ 31282 h 92567"/>
                <a:gd name="connsiteX9" fmla="*/ 27477 w 42813"/>
                <a:gd name="connsiteY9" fmla="*/ 10853 h 92567"/>
                <a:gd name="connsiteX10" fmla="*/ 27477 w 42813"/>
                <a:gd name="connsiteY10" fmla="*/ 6384 h 92567"/>
                <a:gd name="connsiteX11" fmla="*/ 21087 w 42813"/>
                <a:gd name="connsiteY11" fmla="*/ 0 h 92567"/>
                <a:gd name="connsiteX12" fmla="*/ 14697 w 42813"/>
                <a:gd name="connsiteY12" fmla="*/ 6384 h 92567"/>
                <a:gd name="connsiteX13" fmla="*/ 14697 w 42813"/>
                <a:gd name="connsiteY13" fmla="*/ 10853 h 92567"/>
                <a:gd name="connsiteX14" fmla="*/ 0 w 42813"/>
                <a:gd name="connsiteY14" fmla="*/ 31282 h 92567"/>
                <a:gd name="connsiteX15" fmla="*/ 21087 w 42813"/>
                <a:gd name="connsiteY15" fmla="*/ 52349 h 92567"/>
                <a:gd name="connsiteX16" fmla="*/ 30033 w 42813"/>
                <a:gd name="connsiteY16" fmla="*/ 61286 h 92567"/>
                <a:gd name="connsiteX17" fmla="*/ 21087 w 42813"/>
                <a:gd name="connsiteY17" fmla="*/ 69586 h 92567"/>
                <a:gd name="connsiteX18" fmla="*/ 12780 w 42813"/>
                <a:gd name="connsiteY18" fmla="*/ 61286 h 92567"/>
                <a:gd name="connsiteX19" fmla="*/ 6390 w 42813"/>
                <a:gd name="connsiteY19" fmla="*/ 54902 h 92567"/>
                <a:gd name="connsiteX20" fmla="*/ 0 w 42813"/>
                <a:gd name="connsiteY20" fmla="*/ 61286 h 92567"/>
                <a:gd name="connsiteX21" fmla="*/ 14697 w 42813"/>
                <a:gd name="connsiteY21" fmla="*/ 81715 h 92567"/>
                <a:gd name="connsiteX22" fmla="*/ 14697 w 42813"/>
                <a:gd name="connsiteY22" fmla="*/ 86184 h 92567"/>
                <a:gd name="connsiteX23" fmla="*/ 21087 w 42813"/>
                <a:gd name="connsiteY23" fmla="*/ 92568 h 92567"/>
                <a:gd name="connsiteX24" fmla="*/ 27477 w 42813"/>
                <a:gd name="connsiteY24" fmla="*/ 86184 h 92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2813" h="92567">
                  <a:moveTo>
                    <a:pt x="27477" y="86184"/>
                  </a:moveTo>
                  <a:lnTo>
                    <a:pt x="27477" y="81715"/>
                  </a:lnTo>
                  <a:cubicBezTo>
                    <a:pt x="36423" y="79162"/>
                    <a:pt x="42813" y="70862"/>
                    <a:pt x="42813" y="61286"/>
                  </a:cubicBezTo>
                  <a:cubicBezTo>
                    <a:pt x="42813" y="49157"/>
                    <a:pt x="33228" y="39581"/>
                    <a:pt x="21087" y="39581"/>
                  </a:cubicBezTo>
                  <a:cubicBezTo>
                    <a:pt x="15975" y="39581"/>
                    <a:pt x="12780" y="35750"/>
                    <a:pt x="12780" y="31282"/>
                  </a:cubicBezTo>
                  <a:cubicBezTo>
                    <a:pt x="12780" y="26174"/>
                    <a:pt x="16614" y="22344"/>
                    <a:pt x="21087" y="22344"/>
                  </a:cubicBezTo>
                  <a:cubicBezTo>
                    <a:pt x="26199" y="22344"/>
                    <a:pt x="30033" y="26174"/>
                    <a:pt x="30033" y="31282"/>
                  </a:cubicBezTo>
                  <a:cubicBezTo>
                    <a:pt x="30033" y="35112"/>
                    <a:pt x="32589" y="37666"/>
                    <a:pt x="36423" y="37666"/>
                  </a:cubicBezTo>
                  <a:cubicBezTo>
                    <a:pt x="40257" y="37666"/>
                    <a:pt x="42813" y="35112"/>
                    <a:pt x="42813" y="31282"/>
                  </a:cubicBezTo>
                  <a:cubicBezTo>
                    <a:pt x="42813" y="21706"/>
                    <a:pt x="36423" y="13406"/>
                    <a:pt x="27477" y="10853"/>
                  </a:cubicBezTo>
                  <a:lnTo>
                    <a:pt x="27477" y="6384"/>
                  </a:lnTo>
                  <a:cubicBezTo>
                    <a:pt x="27477" y="2554"/>
                    <a:pt x="24921" y="0"/>
                    <a:pt x="21087" y="0"/>
                  </a:cubicBezTo>
                  <a:cubicBezTo>
                    <a:pt x="17253" y="0"/>
                    <a:pt x="14697" y="2554"/>
                    <a:pt x="14697" y="6384"/>
                  </a:cubicBezTo>
                  <a:lnTo>
                    <a:pt x="14697" y="10853"/>
                  </a:lnTo>
                  <a:cubicBezTo>
                    <a:pt x="5751" y="13406"/>
                    <a:pt x="0" y="21706"/>
                    <a:pt x="0" y="31282"/>
                  </a:cubicBezTo>
                  <a:cubicBezTo>
                    <a:pt x="0" y="42773"/>
                    <a:pt x="9585" y="52349"/>
                    <a:pt x="21087" y="52349"/>
                  </a:cubicBezTo>
                  <a:cubicBezTo>
                    <a:pt x="26199" y="52349"/>
                    <a:pt x="30033" y="56179"/>
                    <a:pt x="30033" y="61286"/>
                  </a:cubicBezTo>
                  <a:cubicBezTo>
                    <a:pt x="30033" y="66394"/>
                    <a:pt x="26199" y="69586"/>
                    <a:pt x="21087" y="69586"/>
                  </a:cubicBezTo>
                  <a:cubicBezTo>
                    <a:pt x="15975" y="69586"/>
                    <a:pt x="12780" y="65755"/>
                    <a:pt x="12780" y="61286"/>
                  </a:cubicBezTo>
                  <a:cubicBezTo>
                    <a:pt x="12780" y="57456"/>
                    <a:pt x="10224" y="54902"/>
                    <a:pt x="6390" y="54902"/>
                  </a:cubicBezTo>
                  <a:cubicBezTo>
                    <a:pt x="2556" y="54902"/>
                    <a:pt x="0" y="57456"/>
                    <a:pt x="0" y="61286"/>
                  </a:cubicBezTo>
                  <a:cubicBezTo>
                    <a:pt x="0" y="70862"/>
                    <a:pt x="6390" y="78523"/>
                    <a:pt x="14697" y="81715"/>
                  </a:cubicBezTo>
                  <a:lnTo>
                    <a:pt x="14697" y="86184"/>
                  </a:lnTo>
                  <a:cubicBezTo>
                    <a:pt x="14697" y="90014"/>
                    <a:pt x="17253" y="92568"/>
                    <a:pt x="21087" y="92568"/>
                  </a:cubicBezTo>
                  <a:cubicBezTo>
                    <a:pt x="24921" y="92568"/>
                    <a:pt x="27477" y="90014"/>
                    <a:pt x="27477" y="86184"/>
                  </a:cubicBezTo>
                  <a:close/>
                </a:path>
              </a:pathLst>
            </a:custGeom>
            <a:solidFill>
              <a:srgbClr val="007680"/>
            </a:solidFill>
            <a:ln w="6390" cap="flat">
              <a:noFill/>
              <a:prstDash val="solid"/>
              <a:miter/>
            </a:ln>
          </p:spPr>
          <p:txBody>
            <a:bodyPr rtlCol="0" anchor="ctr"/>
            <a:lstStyle/>
            <a:p>
              <a:endParaRPr lang="en-US"/>
            </a:p>
          </p:txBody>
        </p:sp>
      </p:grpSp>
      <p:grpSp>
        <p:nvGrpSpPr>
          <p:cNvPr id="569" name="Graphic 4">
            <a:extLst>
              <a:ext uri="{FF2B5EF4-FFF2-40B4-BE49-F238E27FC236}">
                <a16:creationId xmlns:a16="http://schemas.microsoft.com/office/drawing/2014/main" id="{21704E8E-A1AB-7D44-A97A-777FDCB44060}"/>
              </a:ext>
            </a:extLst>
          </p:cNvPr>
          <p:cNvGrpSpPr/>
          <p:nvPr/>
        </p:nvGrpSpPr>
        <p:grpSpPr>
          <a:xfrm>
            <a:off x="8841116" y="3824168"/>
            <a:ext cx="361670" cy="361333"/>
            <a:chOff x="8841116" y="3824168"/>
            <a:chExt cx="361670" cy="361333"/>
          </a:xfrm>
          <a:solidFill>
            <a:srgbClr val="007680"/>
          </a:solidFill>
        </p:grpSpPr>
        <p:sp>
          <p:nvSpPr>
            <p:cNvPr id="570" name="Graphic 4">
              <a:extLst>
                <a:ext uri="{FF2B5EF4-FFF2-40B4-BE49-F238E27FC236}">
                  <a16:creationId xmlns:a16="http://schemas.microsoft.com/office/drawing/2014/main" id="{99174C37-B290-FD48-8FF7-3FB927205842}"/>
                </a:ext>
              </a:extLst>
            </p:cNvPr>
            <p:cNvSpPr/>
            <p:nvPr/>
          </p:nvSpPr>
          <p:spPr>
            <a:xfrm>
              <a:off x="8841116" y="3824168"/>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6"/>
                    <a:pt x="0" y="180667"/>
                  </a:cubicBezTo>
                  <a:cubicBezTo>
                    <a:pt x="0" y="280257"/>
                    <a:pt x="81153" y="361333"/>
                    <a:pt x="180836" y="361333"/>
                  </a:cubicBezTo>
                  <a:cubicBezTo>
                    <a:pt x="280518" y="361333"/>
                    <a:pt x="361670" y="280257"/>
                    <a:pt x="361670" y="180667"/>
                  </a:cubicBezTo>
                  <a:cubicBezTo>
                    <a:pt x="361670" y="81076"/>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873"/>
                    <a:pt x="274128" y="349204"/>
                    <a:pt x="180836" y="349204"/>
                  </a:cubicBezTo>
                  <a:close/>
                </a:path>
              </a:pathLst>
            </a:custGeom>
            <a:solidFill>
              <a:srgbClr val="007680"/>
            </a:solidFill>
            <a:ln w="6390" cap="flat">
              <a:noFill/>
              <a:prstDash val="solid"/>
              <a:miter/>
            </a:ln>
          </p:spPr>
          <p:txBody>
            <a:bodyPr rtlCol="0" anchor="ctr"/>
            <a:lstStyle/>
            <a:p>
              <a:endParaRPr lang="en-US"/>
            </a:p>
          </p:txBody>
        </p:sp>
        <p:sp>
          <p:nvSpPr>
            <p:cNvPr id="571" name="Graphic 4">
              <a:extLst>
                <a:ext uri="{FF2B5EF4-FFF2-40B4-BE49-F238E27FC236}">
                  <a16:creationId xmlns:a16="http://schemas.microsoft.com/office/drawing/2014/main" id="{D2EB0C33-1434-294B-A353-ACC9E8EC950E}"/>
                </a:ext>
              </a:extLst>
            </p:cNvPr>
            <p:cNvSpPr/>
            <p:nvPr/>
          </p:nvSpPr>
          <p:spPr>
            <a:xfrm>
              <a:off x="8935049" y="3895030"/>
              <a:ext cx="173805" cy="220247"/>
            </a:xfrm>
            <a:custGeom>
              <a:avLst/>
              <a:gdLst>
                <a:gd name="connsiteX0" fmla="*/ 167416 w 173805"/>
                <a:gd name="connsiteY0" fmla="*/ 178113 h 220247"/>
                <a:gd name="connsiteX1" fmla="*/ 159748 w 173805"/>
                <a:gd name="connsiteY1" fmla="*/ 178113 h 220247"/>
                <a:gd name="connsiteX2" fmla="*/ 159748 w 173805"/>
                <a:gd name="connsiteY2" fmla="*/ 154492 h 220247"/>
                <a:gd name="connsiteX3" fmla="*/ 153358 w 173805"/>
                <a:gd name="connsiteY3" fmla="*/ 148108 h 220247"/>
                <a:gd name="connsiteX4" fmla="*/ 130354 w 173805"/>
                <a:gd name="connsiteY4" fmla="*/ 148108 h 220247"/>
                <a:gd name="connsiteX5" fmla="*/ 167416 w 173805"/>
                <a:gd name="connsiteY5" fmla="*/ 80438 h 220247"/>
                <a:gd name="connsiteX6" fmla="*/ 86903 w 173805"/>
                <a:gd name="connsiteY6" fmla="*/ 0 h 220247"/>
                <a:gd name="connsiteX7" fmla="*/ 6390 w 173805"/>
                <a:gd name="connsiteY7" fmla="*/ 80438 h 220247"/>
                <a:gd name="connsiteX8" fmla="*/ 43451 w 173805"/>
                <a:gd name="connsiteY8" fmla="*/ 148108 h 220247"/>
                <a:gd name="connsiteX9" fmla="*/ 35783 w 173805"/>
                <a:gd name="connsiteY9" fmla="*/ 148108 h 220247"/>
                <a:gd name="connsiteX10" fmla="*/ 35145 w 173805"/>
                <a:gd name="connsiteY10" fmla="*/ 148108 h 220247"/>
                <a:gd name="connsiteX11" fmla="*/ 34505 w 173805"/>
                <a:gd name="connsiteY11" fmla="*/ 148108 h 220247"/>
                <a:gd name="connsiteX12" fmla="*/ 6390 w 173805"/>
                <a:gd name="connsiteY12" fmla="*/ 148108 h 220247"/>
                <a:gd name="connsiteX13" fmla="*/ 0 w 173805"/>
                <a:gd name="connsiteY13" fmla="*/ 154492 h 220247"/>
                <a:gd name="connsiteX14" fmla="*/ 0 w 173805"/>
                <a:gd name="connsiteY14" fmla="*/ 183859 h 220247"/>
                <a:gd name="connsiteX15" fmla="*/ 6390 w 173805"/>
                <a:gd name="connsiteY15" fmla="*/ 190243 h 220247"/>
                <a:gd name="connsiteX16" fmla="*/ 14058 w 173805"/>
                <a:gd name="connsiteY16" fmla="*/ 190243 h 220247"/>
                <a:gd name="connsiteX17" fmla="*/ 14058 w 173805"/>
                <a:gd name="connsiteY17" fmla="*/ 213863 h 220247"/>
                <a:gd name="connsiteX18" fmla="*/ 20447 w 173805"/>
                <a:gd name="connsiteY18" fmla="*/ 220247 h 220247"/>
                <a:gd name="connsiteX19" fmla="*/ 167416 w 173805"/>
                <a:gd name="connsiteY19" fmla="*/ 220247 h 220247"/>
                <a:gd name="connsiteX20" fmla="*/ 173806 w 173805"/>
                <a:gd name="connsiteY20" fmla="*/ 213863 h 220247"/>
                <a:gd name="connsiteX21" fmla="*/ 173806 w 173805"/>
                <a:gd name="connsiteY21" fmla="*/ 184497 h 220247"/>
                <a:gd name="connsiteX22" fmla="*/ 167416 w 173805"/>
                <a:gd name="connsiteY22" fmla="*/ 178113 h 220247"/>
                <a:gd name="connsiteX23" fmla="*/ 88181 w 173805"/>
                <a:gd name="connsiteY23" fmla="*/ 160876 h 220247"/>
                <a:gd name="connsiteX24" fmla="*/ 88181 w 173805"/>
                <a:gd name="connsiteY24" fmla="*/ 177475 h 220247"/>
                <a:gd name="connsiteX25" fmla="*/ 71567 w 173805"/>
                <a:gd name="connsiteY25" fmla="*/ 177475 h 220247"/>
                <a:gd name="connsiteX26" fmla="*/ 71567 w 173805"/>
                <a:gd name="connsiteY26" fmla="*/ 160876 h 220247"/>
                <a:gd name="connsiteX27" fmla="*/ 88181 w 173805"/>
                <a:gd name="connsiteY27" fmla="*/ 160876 h 220247"/>
                <a:gd name="connsiteX28" fmla="*/ 100961 w 173805"/>
                <a:gd name="connsiteY28" fmla="*/ 178113 h 220247"/>
                <a:gd name="connsiteX29" fmla="*/ 100961 w 173805"/>
                <a:gd name="connsiteY29" fmla="*/ 161515 h 220247"/>
                <a:gd name="connsiteX30" fmla="*/ 117574 w 173805"/>
                <a:gd name="connsiteY30" fmla="*/ 161515 h 220247"/>
                <a:gd name="connsiteX31" fmla="*/ 117574 w 173805"/>
                <a:gd name="connsiteY31" fmla="*/ 178113 h 220247"/>
                <a:gd name="connsiteX32" fmla="*/ 100961 w 173805"/>
                <a:gd name="connsiteY32" fmla="*/ 178113 h 220247"/>
                <a:gd name="connsiteX33" fmla="*/ 58148 w 173805"/>
                <a:gd name="connsiteY33" fmla="*/ 178113 h 220247"/>
                <a:gd name="connsiteX34" fmla="*/ 41535 w 173805"/>
                <a:gd name="connsiteY34" fmla="*/ 178113 h 220247"/>
                <a:gd name="connsiteX35" fmla="*/ 41535 w 173805"/>
                <a:gd name="connsiteY35" fmla="*/ 161515 h 220247"/>
                <a:gd name="connsiteX36" fmla="*/ 58148 w 173805"/>
                <a:gd name="connsiteY36" fmla="*/ 161515 h 220247"/>
                <a:gd name="connsiteX37" fmla="*/ 58148 w 173805"/>
                <a:gd name="connsiteY37" fmla="*/ 178113 h 220247"/>
                <a:gd name="connsiteX38" fmla="*/ 72845 w 173805"/>
                <a:gd name="connsiteY38" fmla="*/ 190881 h 220247"/>
                <a:gd name="connsiteX39" fmla="*/ 72845 w 173805"/>
                <a:gd name="connsiteY39" fmla="*/ 207479 h 220247"/>
                <a:gd name="connsiteX40" fmla="*/ 56231 w 173805"/>
                <a:gd name="connsiteY40" fmla="*/ 207479 h 220247"/>
                <a:gd name="connsiteX41" fmla="*/ 56231 w 173805"/>
                <a:gd name="connsiteY41" fmla="*/ 190881 h 220247"/>
                <a:gd name="connsiteX42" fmla="*/ 72845 w 173805"/>
                <a:gd name="connsiteY42" fmla="*/ 190881 h 220247"/>
                <a:gd name="connsiteX43" fmla="*/ 85625 w 173805"/>
                <a:gd name="connsiteY43" fmla="*/ 190881 h 220247"/>
                <a:gd name="connsiteX44" fmla="*/ 102239 w 173805"/>
                <a:gd name="connsiteY44" fmla="*/ 190881 h 220247"/>
                <a:gd name="connsiteX45" fmla="*/ 102239 w 173805"/>
                <a:gd name="connsiteY45" fmla="*/ 207479 h 220247"/>
                <a:gd name="connsiteX46" fmla="*/ 85625 w 173805"/>
                <a:gd name="connsiteY46" fmla="*/ 207479 h 220247"/>
                <a:gd name="connsiteX47" fmla="*/ 85625 w 173805"/>
                <a:gd name="connsiteY47" fmla="*/ 190881 h 220247"/>
                <a:gd name="connsiteX48" fmla="*/ 115019 w 173805"/>
                <a:gd name="connsiteY48" fmla="*/ 190881 h 220247"/>
                <a:gd name="connsiteX49" fmla="*/ 131633 w 173805"/>
                <a:gd name="connsiteY49" fmla="*/ 190881 h 220247"/>
                <a:gd name="connsiteX50" fmla="*/ 131633 w 173805"/>
                <a:gd name="connsiteY50" fmla="*/ 207479 h 220247"/>
                <a:gd name="connsiteX51" fmla="*/ 115019 w 173805"/>
                <a:gd name="connsiteY51" fmla="*/ 207479 h 220247"/>
                <a:gd name="connsiteX52" fmla="*/ 115019 w 173805"/>
                <a:gd name="connsiteY52" fmla="*/ 190881 h 220247"/>
                <a:gd name="connsiteX53" fmla="*/ 146969 w 173805"/>
                <a:gd name="connsiteY53" fmla="*/ 178113 h 220247"/>
                <a:gd name="connsiteX54" fmla="*/ 130354 w 173805"/>
                <a:gd name="connsiteY54" fmla="*/ 178113 h 220247"/>
                <a:gd name="connsiteX55" fmla="*/ 130354 w 173805"/>
                <a:gd name="connsiteY55" fmla="*/ 161515 h 220247"/>
                <a:gd name="connsiteX56" fmla="*/ 146969 w 173805"/>
                <a:gd name="connsiteY56" fmla="*/ 161515 h 220247"/>
                <a:gd name="connsiteX57" fmla="*/ 146969 w 173805"/>
                <a:gd name="connsiteY57" fmla="*/ 178113 h 220247"/>
                <a:gd name="connsiteX58" fmla="*/ 19170 w 173805"/>
                <a:gd name="connsiteY58" fmla="*/ 80438 h 220247"/>
                <a:gd name="connsiteX59" fmla="*/ 86903 w 173805"/>
                <a:gd name="connsiteY59" fmla="*/ 12768 h 220247"/>
                <a:gd name="connsiteX60" fmla="*/ 154636 w 173805"/>
                <a:gd name="connsiteY60" fmla="*/ 80438 h 220247"/>
                <a:gd name="connsiteX61" fmla="*/ 86903 w 173805"/>
                <a:gd name="connsiteY61" fmla="*/ 148108 h 220247"/>
                <a:gd name="connsiteX62" fmla="*/ 19170 w 173805"/>
                <a:gd name="connsiteY62" fmla="*/ 80438 h 220247"/>
                <a:gd name="connsiteX63" fmla="*/ 12780 w 173805"/>
                <a:gd name="connsiteY63" fmla="*/ 160876 h 220247"/>
                <a:gd name="connsiteX64" fmla="*/ 28755 w 173805"/>
                <a:gd name="connsiteY64" fmla="*/ 160876 h 220247"/>
                <a:gd name="connsiteX65" fmla="*/ 28755 w 173805"/>
                <a:gd name="connsiteY65" fmla="*/ 177475 h 220247"/>
                <a:gd name="connsiteX66" fmla="*/ 12780 w 173805"/>
                <a:gd name="connsiteY66" fmla="*/ 177475 h 220247"/>
                <a:gd name="connsiteX67" fmla="*/ 12780 w 173805"/>
                <a:gd name="connsiteY67" fmla="*/ 160876 h 220247"/>
                <a:gd name="connsiteX68" fmla="*/ 27476 w 173805"/>
                <a:gd name="connsiteY68" fmla="*/ 190881 h 220247"/>
                <a:gd name="connsiteX69" fmla="*/ 43451 w 173805"/>
                <a:gd name="connsiteY69" fmla="*/ 190881 h 220247"/>
                <a:gd name="connsiteX70" fmla="*/ 43451 w 173805"/>
                <a:gd name="connsiteY70" fmla="*/ 207479 h 220247"/>
                <a:gd name="connsiteX71" fmla="*/ 27476 w 173805"/>
                <a:gd name="connsiteY71" fmla="*/ 207479 h 220247"/>
                <a:gd name="connsiteX72" fmla="*/ 27476 w 173805"/>
                <a:gd name="connsiteY72" fmla="*/ 190881 h 220247"/>
                <a:gd name="connsiteX73" fmla="*/ 161026 w 173805"/>
                <a:gd name="connsiteY73" fmla="*/ 207479 h 220247"/>
                <a:gd name="connsiteX74" fmla="*/ 144412 w 173805"/>
                <a:gd name="connsiteY74" fmla="*/ 207479 h 220247"/>
                <a:gd name="connsiteX75" fmla="*/ 144412 w 173805"/>
                <a:gd name="connsiteY75" fmla="*/ 190881 h 220247"/>
                <a:gd name="connsiteX76" fmla="*/ 161026 w 173805"/>
                <a:gd name="connsiteY76" fmla="*/ 190881 h 220247"/>
                <a:gd name="connsiteX77" fmla="*/ 161026 w 173805"/>
                <a:gd name="connsiteY77" fmla="*/ 207479 h 2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73805" h="220247">
                  <a:moveTo>
                    <a:pt x="167416" y="178113"/>
                  </a:moveTo>
                  <a:lnTo>
                    <a:pt x="159748" y="178113"/>
                  </a:lnTo>
                  <a:lnTo>
                    <a:pt x="159748" y="154492"/>
                  </a:lnTo>
                  <a:cubicBezTo>
                    <a:pt x="159748" y="150662"/>
                    <a:pt x="157192" y="148108"/>
                    <a:pt x="153358" y="148108"/>
                  </a:cubicBezTo>
                  <a:lnTo>
                    <a:pt x="130354" y="148108"/>
                  </a:lnTo>
                  <a:cubicBezTo>
                    <a:pt x="152719" y="134064"/>
                    <a:pt x="167416" y="108528"/>
                    <a:pt x="167416" y="80438"/>
                  </a:cubicBezTo>
                  <a:cubicBezTo>
                    <a:pt x="167416" y="35750"/>
                    <a:pt x="130994" y="0"/>
                    <a:pt x="86903" y="0"/>
                  </a:cubicBezTo>
                  <a:cubicBezTo>
                    <a:pt x="42812" y="0"/>
                    <a:pt x="6390" y="36389"/>
                    <a:pt x="6390" y="80438"/>
                  </a:cubicBezTo>
                  <a:cubicBezTo>
                    <a:pt x="6390" y="109166"/>
                    <a:pt x="21086" y="134064"/>
                    <a:pt x="43451" y="148108"/>
                  </a:cubicBezTo>
                  <a:lnTo>
                    <a:pt x="35783" y="148108"/>
                  </a:lnTo>
                  <a:cubicBezTo>
                    <a:pt x="35783" y="148108"/>
                    <a:pt x="35145" y="148108"/>
                    <a:pt x="35145" y="148108"/>
                  </a:cubicBezTo>
                  <a:cubicBezTo>
                    <a:pt x="35145" y="148108"/>
                    <a:pt x="34505" y="148108"/>
                    <a:pt x="34505" y="148108"/>
                  </a:cubicBezTo>
                  <a:lnTo>
                    <a:pt x="6390" y="148108"/>
                  </a:lnTo>
                  <a:cubicBezTo>
                    <a:pt x="2555" y="148108"/>
                    <a:pt x="0" y="150662"/>
                    <a:pt x="0" y="154492"/>
                  </a:cubicBezTo>
                  <a:lnTo>
                    <a:pt x="0" y="183859"/>
                  </a:lnTo>
                  <a:cubicBezTo>
                    <a:pt x="0" y="187689"/>
                    <a:pt x="2555" y="190243"/>
                    <a:pt x="6390" y="190243"/>
                  </a:cubicBezTo>
                  <a:lnTo>
                    <a:pt x="14058" y="190243"/>
                  </a:lnTo>
                  <a:lnTo>
                    <a:pt x="14058" y="213863"/>
                  </a:lnTo>
                  <a:cubicBezTo>
                    <a:pt x="14058" y="217694"/>
                    <a:pt x="16614" y="220247"/>
                    <a:pt x="20447" y="220247"/>
                  </a:cubicBezTo>
                  <a:lnTo>
                    <a:pt x="167416" y="220247"/>
                  </a:lnTo>
                  <a:cubicBezTo>
                    <a:pt x="171250" y="220247"/>
                    <a:pt x="173806" y="217694"/>
                    <a:pt x="173806" y="213863"/>
                  </a:cubicBezTo>
                  <a:lnTo>
                    <a:pt x="173806" y="184497"/>
                  </a:lnTo>
                  <a:cubicBezTo>
                    <a:pt x="173806" y="180667"/>
                    <a:pt x="171250" y="178113"/>
                    <a:pt x="167416" y="178113"/>
                  </a:cubicBezTo>
                  <a:close/>
                  <a:moveTo>
                    <a:pt x="88181" y="160876"/>
                  </a:moveTo>
                  <a:lnTo>
                    <a:pt x="88181" y="177475"/>
                  </a:lnTo>
                  <a:lnTo>
                    <a:pt x="71567" y="177475"/>
                  </a:lnTo>
                  <a:lnTo>
                    <a:pt x="71567" y="160876"/>
                  </a:lnTo>
                  <a:lnTo>
                    <a:pt x="88181" y="160876"/>
                  </a:lnTo>
                  <a:close/>
                  <a:moveTo>
                    <a:pt x="100961" y="178113"/>
                  </a:moveTo>
                  <a:lnTo>
                    <a:pt x="100961" y="161515"/>
                  </a:lnTo>
                  <a:lnTo>
                    <a:pt x="117574" y="161515"/>
                  </a:lnTo>
                  <a:lnTo>
                    <a:pt x="117574" y="178113"/>
                  </a:lnTo>
                  <a:lnTo>
                    <a:pt x="100961" y="178113"/>
                  </a:lnTo>
                  <a:close/>
                  <a:moveTo>
                    <a:pt x="58148" y="178113"/>
                  </a:moveTo>
                  <a:lnTo>
                    <a:pt x="41535" y="178113"/>
                  </a:lnTo>
                  <a:lnTo>
                    <a:pt x="41535" y="161515"/>
                  </a:lnTo>
                  <a:lnTo>
                    <a:pt x="58148" y="161515"/>
                  </a:lnTo>
                  <a:lnTo>
                    <a:pt x="58148" y="178113"/>
                  </a:lnTo>
                  <a:close/>
                  <a:moveTo>
                    <a:pt x="72845" y="190881"/>
                  </a:moveTo>
                  <a:lnTo>
                    <a:pt x="72845" y="207479"/>
                  </a:lnTo>
                  <a:lnTo>
                    <a:pt x="56231" y="207479"/>
                  </a:lnTo>
                  <a:lnTo>
                    <a:pt x="56231" y="190881"/>
                  </a:lnTo>
                  <a:lnTo>
                    <a:pt x="72845" y="190881"/>
                  </a:lnTo>
                  <a:close/>
                  <a:moveTo>
                    <a:pt x="85625" y="190881"/>
                  </a:moveTo>
                  <a:lnTo>
                    <a:pt x="102239" y="190881"/>
                  </a:lnTo>
                  <a:lnTo>
                    <a:pt x="102239" y="207479"/>
                  </a:lnTo>
                  <a:lnTo>
                    <a:pt x="85625" y="207479"/>
                  </a:lnTo>
                  <a:lnTo>
                    <a:pt x="85625" y="190881"/>
                  </a:lnTo>
                  <a:close/>
                  <a:moveTo>
                    <a:pt x="115019" y="190881"/>
                  </a:moveTo>
                  <a:lnTo>
                    <a:pt x="131633" y="190881"/>
                  </a:lnTo>
                  <a:lnTo>
                    <a:pt x="131633" y="207479"/>
                  </a:lnTo>
                  <a:lnTo>
                    <a:pt x="115019" y="207479"/>
                  </a:lnTo>
                  <a:lnTo>
                    <a:pt x="115019" y="190881"/>
                  </a:lnTo>
                  <a:close/>
                  <a:moveTo>
                    <a:pt x="146969" y="178113"/>
                  </a:moveTo>
                  <a:lnTo>
                    <a:pt x="130354" y="178113"/>
                  </a:lnTo>
                  <a:lnTo>
                    <a:pt x="130354" y="161515"/>
                  </a:lnTo>
                  <a:lnTo>
                    <a:pt x="146969" y="161515"/>
                  </a:lnTo>
                  <a:lnTo>
                    <a:pt x="146969" y="178113"/>
                  </a:lnTo>
                  <a:close/>
                  <a:moveTo>
                    <a:pt x="19170" y="80438"/>
                  </a:moveTo>
                  <a:cubicBezTo>
                    <a:pt x="19170" y="42773"/>
                    <a:pt x="49841" y="12768"/>
                    <a:pt x="86903" y="12768"/>
                  </a:cubicBezTo>
                  <a:cubicBezTo>
                    <a:pt x="123964" y="12768"/>
                    <a:pt x="154636" y="43411"/>
                    <a:pt x="154636" y="80438"/>
                  </a:cubicBezTo>
                  <a:cubicBezTo>
                    <a:pt x="154636" y="117465"/>
                    <a:pt x="123964" y="148108"/>
                    <a:pt x="86903" y="148108"/>
                  </a:cubicBezTo>
                  <a:cubicBezTo>
                    <a:pt x="49841" y="148108"/>
                    <a:pt x="19170" y="118104"/>
                    <a:pt x="19170" y="80438"/>
                  </a:cubicBezTo>
                  <a:close/>
                  <a:moveTo>
                    <a:pt x="12780" y="160876"/>
                  </a:moveTo>
                  <a:lnTo>
                    <a:pt x="28755" y="160876"/>
                  </a:lnTo>
                  <a:lnTo>
                    <a:pt x="28755" y="177475"/>
                  </a:lnTo>
                  <a:lnTo>
                    <a:pt x="12780" y="177475"/>
                  </a:lnTo>
                  <a:lnTo>
                    <a:pt x="12780" y="160876"/>
                  </a:lnTo>
                  <a:close/>
                  <a:moveTo>
                    <a:pt x="27476" y="190881"/>
                  </a:moveTo>
                  <a:lnTo>
                    <a:pt x="43451" y="190881"/>
                  </a:lnTo>
                  <a:lnTo>
                    <a:pt x="43451" y="207479"/>
                  </a:lnTo>
                  <a:lnTo>
                    <a:pt x="27476" y="207479"/>
                  </a:lnTo>
                  <a:lnTo>
                    <a:pt x="27476" y="190881"/>
                  </a:lnTo>
                  <a:close/>
                  <a:moveTo>
                    <a:pt x="161026" y="207479"/>
                  </a:moveTo>
                  <a:lnTo>
                    <a:pt x="144412" y="207479"/>
                  </a:lnTo>
                  <a:lnTo>
                    <a:pt x="144412" y="190881"/>
                  </a:lnTo>
                  <a:lnTo>
                    <a:pt x="161026" y="190881"/>
                  </a:lnTo>
                  <a:lnTo>
                    <a:pt x="161026" y="207479"/>
                  </a:lnTo>
                  <a:close/>
                </a:path>
              </a:pathLst>
            </a:custGeom>
            <a:solidFill>
              <a:srgbClr val="007680"/>
            </a:solidFill>
            <a:ln w="6390" cap="flat">
              <a:noFill/>
              <a:prstDash val="solid"/>
              <a:miter/>
            </a:ln>
          </p:spPr>
          <p:txBody>
            <a:bodyPr rtlCol="0" anchor="ctr"/>
            <a:lstStyle/>
            <a:p>
              <a:endParaRPr lang="en-US"/>
            </a:p>
          </p:txBody>
        </p:sp>
        <p:sp>
          <p:nvSpPr>
            <p:cNvPr id="572" name="Graphic 4">
              <a:extLst>
                <a:ext uri="{FF2B5EF4-FFF2-40B4-BE49-F238E27FC236}">
                  <a16:creationId xmlns:a16="http://schemas.microsoft.com/office/drawing/2014/main" id="{F34134BA-675E-454D-9096-DA413671748F}"/>
                </a:ext>
              </a:extLst>
            </p:cNvPr>
            <p:cNvSpPr/>
            <p:nvPr/>
          </p:nvSpPr>
          <p:spPr>
            <a:xfrm>
              <a:off x="8995753" y="3937802"/>
              <a:ext cx="52397" cy="73415"/>
            </a:xfrm>
            <a:custGeom>
              <a:avLst/>
              <a:gdLst>
                <a:gd name="connsiteX0" fmla="*/ 52397 w 52397"/>
                <a:gd name="connsiteY0" fmla="*/ 66393 h 73415"/>
                <a:gd name="connsiteX1" fmla="*/ 46007 w 52397"/>
                <a:gd name="connsiteY1" fmla="*/ 60009 h 73415"/>
                <a:gd name="connsiteX2" fmla="*/ 21725 w 52397"/>
                <a:gd name="connsiteY2" fmla="*/ 60009 h 73415"/>
                <a:gd name="connsiteX3" fmla="*/ 26837 w 52397"/>
                <a:gd name="connsiteY3" fmla="*/ 42773 h 73415"/>
                <a:gd name="connsiteX4" fmla="*/ 32589 w 52397"/>
                <a:gd name="connsiteY4" fmla="*/ 42773 h 73415"/>
                <a:gd name="connsiteX5" fmla="*/ 38978 w 52397"/>
                <a:gd name="connsiteY5" fmla="*/ 36389 h 73415"/>
                <a:gd name="connsiteX6" fmla="*/ 32589 w 52397"/>
                <a:gd name="connsiteY6" fmla="*/ 30005 h 73415"/>
                <a:gd name="connsiteX7" fmla="*/ 21725 w 52397"/>
                <a:gd name="connsiteY7" fmla="*/ 30005 h 73415"/>
                <a:gd name="connsiteX8" fmla="*/ 19809 w 52397"/>
                <a:gd name="connsiteY8" fmla="*/ 27451 h 73415"/>
                <a:gd name="connsiteX9" fmla="*/ 18530 w 52397"/>
                <a:gd name="connsiteY9" fmla="*/ 18513 h 73415"/>
                <a:gd name="connsiteX10" fmla="*/ 28115 w 52397"/>
                <a:gd name="connsiteY10" fmla="*/ 12768 h 73415"/>
                <a:gd name="connsiteX11" fmla="*/ 38978 w 52397"/>
                <a:gd name="connsiteY11" fmla="*/ 23621 h 73415"/>
                <a:gd name="connsiteX12" fmla="*/ 45368 w 52397"/>
                <a:gd name="connsiteY12" fmla="*/ 30005 h 73415"/>
                <a:gd name="connsiteX13" fmla="*/ 51758 w 52397"/>
                <a:gd name="connsiteY13" fmla="*/ 23621 h 73415"/>
                <a:gd name="connsiteX14" fmla="*/ 28115 w 52397"/>
                <a:gd name="connsiteY14" fmla="*/ 0 h 73415"/>
                <a:gd name="connsiteX15" fmla="*/ 6390 w 52397"/>
                <a:gd name="connsiteY15" fmla="*/ 13406 h 73415"/>
                <a:gd name="connsiteX16" fmla="*/ 5750 w 52397"/>
                <a:gd name="connsiteY16" fmla="*/ 30005 h 73415"/>
                <a:gd name="connsiteX17" fmla="*/ 0 w 52397"/>
                <a:gd name="connsiteY17" fmla="*/ 36389 h 73415"/>
                <a:gd name="connsiteX18" fmla="*/ 6390 w 52397"/>
                <a:gd name="connsiteY18" fmla="*/ 42773 h 73415"/>
                <a:gd name="connsiteX19" fmla="*/ 13419 w 52397"/>
                <a:gd name="connsiteY19" fmla="*/ 42773 h 73415"/>
                <a:gd name="connsiteX20" fmla="*/ 3834 w 52397"/>
                <a:gd name="connsiteY20" fmla="*/ 62563 h 73415"/>
                <a:gd name="connsiteX21" fmla="*/ 3195 w 52397"/>
                <a:gd name="connsiteY21" fmla="*/ 69585 h 73415"/>
                <a:gd name="connsiteX22" fmla="*/ 8945 w 52397"/>
                <a:gd name="connsiteY22" fmla="*/ 73416 h 73415"/>
                <a:gd name="connsiteX23" fmla="*/ 45368 w 52397"/>
                <a:gd name="connsiteY23" fmla="*/ 73416 h 73415"/>
                <a:gd name="connsiteX24" fmla="*/ 52397 w 52397"/>
                <a:gd name="connsiteY24" fmla="*/ 66393 h 7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2397" h="73415">
                  <a:moveTo>
                    <a:pt x="52397" y="66393"/>
                  </a:moveTo>
                  <a:cubicBezTo>
                    <a:pt x="52397" y="62563"/>
                    <a:pt x="49841" y="60009"/>
                    <a:pt x="46007" y="60009"/>
                  </a:cubicBezTo>
                  <a:lnTo>
                    <a:pt x="21725" y="60009"/>
                  </a:lnTo>
                  <a:cubicBezTo>
                    <a:pt x="24920" y="54264"/>
                    <a:pt x="27476" y="48518"/>
                    <a:pt x="26837" y="42773"/>
                  </a:cubicBezTo>
                  <a:lnTo>
                    <a:pt x="32589" y="42773"/>
                  </a:lnTo>
                  <a:cubicBezTo>
                    <a:pt x="36422" y="42773"/>
                    <a:pt x="38978" y="40219"/>
                    <a:pt x="38978" y="36389"/>
                  </a:cubicBezTo>
                  <a:cubicBezTo>
                    <a:pt x="38978" y="32558"/>
                    <a:pt x="36422" y="30005"/>
                    <a:pt x="32589" y="30005"/>
                  </a:cubicBezTo>
                  <a:lnTo>
                    <a:pt x="21725" y="30005"/>
                  </a:lnTo>
                  <a:cubicBezTo>
                    <a:pt x="21086" y="29366"/>
                    <a:pt x="20447" y="28089"/>
                    <a:pt x="19809" y="27451"/>
                  </a:cubicBezTo>
                  <a:cubicBezTo>
                    <a:pt x="17891" y="25536"/>
                    <a:pt x="17253" y="21705"/>
                    <a:pt x="18530" y="18513"/>
                  </a:cubicBezTo>
                  <a:cubicBezTo>
                    <a:pt x="19170" y="16598"/>
                    <a:pt x="21725" y="12768"/>
                    <a:pt x="28115" y="12768"/>
                  </a:cubicBezTo>
                  <a:cubicBezTo>
                    <a:pt x="38340" y="12768"/>
                    <a:pt x="38978" y="21067"/>
                    <a:pt x="38978" y="23621"/>
                  </a:cubicBezTo>
                  <a:cubicBezTo>
                    <a:pt x="38978" y="26813"/>
                    <a:pt x="42173" y="30005"/>
                    <a:pt x="45368" y="30005"/>
                  </a:cubicBezTo>
                  <a:cubicBezTo>
                    <a:pt x="49202" y="30005"/>
                    <a:pt x="51758" y="27451"/>
                    <a:pt x="51758" y="23621"/>
                  </a:cubicBezTo>
                  <a:cubicBezTo>
                    <a:pt x="51758" y="14683"/>
                    <a:pt x="45368" y="638"/>
                    <a:pt x="28115" y="0"/>
                  </a:cubicBezTo>
                  <a:cubicBezTo>
                    <a:pt x="17891" y="0"/>
                    <a:pt x="10224" y="5107"/>
                    <a:pt x="6390" y="13406"/>
                  </a:cubicBezTo>
                  <a:cubicBezTo>
                    <a:pt x="3834" y="19152"/>
                    <a:pt x="3834" y="24897"/>
                    <a:pt x="5750" y="30005"/>
                  </a:cubicBezTo>
                  <a:cubicBezTo>
                    <a:pt x="2555" y="30005"/>
                    <a:pt x="0" y="33197"/>
                    <a:pt x="0" y="36389"/>
                  </a:cubicBezTo>
                  <a:cubicBezTo>
                    <a:pt x="0" y="40219"/>
                    <a:pt x="2555" y="42773"/>
                    <a:pt x="6390" y="42773"/>
                  </a:cubicBezTo>
                  <a:lnTo>
                    <a:pt x="13419" y="42773"/>
                  </a:lnTo>
                  <a:cubicBezTo>
                    <a:pt x="13419" y="46603"/>
                    <a:pt x="11501" y="52349"/>
                    <a:pt x="3834" y="62563"/>
                  </a:cubicBezTo>
                  <a:cubicBezTo>
                    <a:pt x="2555" y="64478"/>
                    <a:pt x="1917" y="67032"/>
                    <a:pt x="3195" y="69585"/>
                  </a:cubicBezTo>
                  <a:cubicBezTo>
                    <a:pt x="4473" y="71501"/>
                    <a:pt x="6390" y="73416"/>
                    <a:pt x="8945" y="73416"/>
                  </a:cubicBezTo>
                  <a:lnTo>
                    <a:pt x="45368" y="73416"/>
                  </a:lnTo>
                  <a:cubicBezTo>
                    <a:pt x="49202" y="72777"/>
                    <a:pt x="52397" y="70224"/>
                    <a:pt x="52397" y="66393"/>
                  </a:cubicBezTo>
                  <a:close/>
                </a:path>
              </a:pathLst>
            </a:custGeom>
            <a:solidFill>
              <a:srgbClr val="007680"/>
            </a:solidFill>
            <a:ln w="6390" cap="flat">
              <a:noFill/>
              <a:prstDash val="solid"/>
              <a:miter/>
            </a:ln>
          </p:spPr>
          <p:txBody>
            <a:bodyPr rtlCol="0" anchor="ctr"/>
            <a:lstStyle/>
            <a:p>
              <a:endParaRPr lang="en-US"/>
            </a:p>
          </p:txBody>
        </p:sp>
      </p:grpSp>
      <p:grpSp>
        <p:nvGrpSpPr>
          <p:cNvPr id="573" name="Graphic 4">
            <a:extLst>
              <a:ext uri="{FF2B5EF4-FFF2-40B4-BE49-F238E27FC236}">
                <a16:creationId xmlns:a16="http://schemas.microsoft.com/office/drawing/2014/main" id="{FB0A49B9-E981-3D4F-B5ED-D3746BF76302}"/>
              </a:ext>
            </a:extLst>
          </p:cNvPr>
          <p:cNvGrpSpPr/>
          <p:nvPr/>
        </p:nvGrpSpPr>
        <p:grpSpPr>
          <a:xfrm>
            <a:off x="9887149" y="1893013"/>
            <a:ext cx="361670" cy="361333"/>
            <a:chOff x="9887149" y="1893013"/>
            <a:chExt cx="361670" cy="361333"/>
          </a:xfrm>
          <a:solidFill>
            <a:srgbClr val="007680"/>
          </a:solidFill>
        </p:grpSpPr>
        <p:sp>
          <p:nvSpPr>
            <p:cNvPr id="574" name="Graphic 4">
              <a:extLst>
                <a:ext uri="{FF2B5EF4-FFF2-40B4-BE49-F238E27FC236}">
                  <a16:creationId xmlns:a16="http://schemas.microsoft.com/office/drawing/2014/main" id="{ED9A9C3B-6990-F34F-808D-0D0D2196F1B5}"/>
                </a:ext>
              </a:extLst>
            </p:cNvPr>
            <p:cNvSpPr/>
            <p:nvPr/>
          </p:nvSpPr>
          <p:spPr>
            <a:xfrm>
              <a:off x="9887149"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575" name="Graphic 4">
              <a:extLst>
                <a:ext uri="{FF2B5EF4-FFF2-40B4-BE49-F238E27FC236}">
                  <a16:creationId xmlns:a16="http://schemas.microsoft.com/office/drawing/2014/main" id="{12C12A4F-5361-884C-85C9-FBDCD6B21BDB}"/>
                </a:ext>
              </a:extLst>
            </p:cNvPr>
            <p:cNvSpPr/>
            <p:nvPr/>
          </p:nvSpPr>
          <p:spPr>
            <a:xfrm>
              <a:off x="10023894" y="2058358"/>
              <a:ext cx="49841" cy="59371"/>
            </a:xfrm>
            <a:custGeom>
              <a:avLst/>
              <a:gdLst>
                <a:gd name="connsiteX0" fmla="*/ 5112 w 49841"/>
                <a:gd name="connsiteY0" fmla="*/ 31920 h 59371"/>
                <a:gd name="connsiteX1" fmla="*/ 0 w 49841"/>
                <a:gd name="connsiteY1" fmla="*/ 37027 h 59371"/>
                <a:gd name="connsiteX2" fmla="*/ 5112 w 49841"/>
                <a:gd name="connsiteY2" fmla="*/ 42134 h 59371"/>
                <a:gd name="connsiteX3" fmla="*/ 8946 w 49841"/>
                <a:gd name="connsiteY3" fmla="*/ 42134 h 59371"/>
                <a:gd name="connsiteX4" fmla="*/ 28116 w 49841"/>
                <a:gd name="connsiteY4" fmla="*/ 59371 h 59371"/>
                <a:gd name="connsiteX5" fmla="*/ 30672 w 49841"/>
                <a:gd name="connsiteY5" fmla="*/ 59371 h 59371"/>
                <a:gd name="connsiteX6" fmla="*/ 49842 w 49841"/>
                <a:gd name="connsiteY6" fmla="*/ 40219 h 59371"/>
                <a:gd name="connsiteX7" fmla="*/ 44730 w 49841"/>
                <a:gd name="connsiteY7" fmla="*/ 35112 h 59371"/>
                <a:gd name="connsiteX8" fmla="*/ 39618 w 49841"/>
                <a:gd name="connsiteY8" fmla="*/ 40219 h 59371"/>
                <a:gd name="connsiteX9" fmla="*/ 30033 w 49841"/>
                <a:gd name="connsiteY9" fmla="*/ 49795 h 59371"/>
                <a:gd name="connsiteX10" fmla="*/ 27477 w 49841"/>
                <a:gd name="connsiteY10" fmla="*/ 49795 h 59371"/>
                <a:gd name="connsiteX11" fmla="*/ 17892 w 49841"/>
                <a:gd name="connsiteY11" fmla="*/ 42134 h 59371"/>
                <a:gd name="connsiteX12" fmla="*/ 30033 w 49841"/>
                <a:gd name="connsiteY12" fmla="*/ 42134 h 59371"/>
                <a:gd name="connsiteX13" fmla="*/ 35145 w 49841"/>
                <a:gd name="connsiteY13" fmla="*/ 37027 h 59371"/>
                <a:gd name="connsiteX14" fmla="*/ 30033 w 49841"/>
                <a:gd name="connsiteY14" fmla="*/ 31920 h 59371"/>
                <a:gd name="connsiteX15" fmla="*/ 17892 w 49841"/>
                <a:gd name="connsiteY15" fmla="*/ 31920 h 59371"/>
                <a:gd name="connsiteX16" fmla="*/ 17892 w 49841"/>
                <a:gd name="connsiteY16" fmla="*/ 30005 h 59371"/>
                <a:gd name="connsiteX17" fmla="*/ 30033 w 49841"/>
                <a:gd name="connsiteY17" fmla="*/ 30005 h 59371"/>
                <a:gd name="connsiteX18" fmla="*/ 35145 w 49841"/>
                <a:gd name="connsiteY18" fmla="*/ 24898 h 59371"/>
                <a:gd name="connsiteX19" fmla="*/ 30033 w 49841"/>
                <a:gd name="connsiteY19" fmla="*/ 19790 h 59371"/>
                <a:gd name="connsiteX20" fmla="*/ 17892 w 49841"/>
                <a:gd name="connsiteY20" fmla="*/ 19790 h 59371"/>
                <a:gd name="connsiteX21" fmla="*/ 17892 w 49841"/>
                <a:gd name="connsiteY21" fmla="*/ 19152 h 59371"/>
                <a:gd name="connsiteX22" fmla="*/ 27477 w 49841"/>
                <a:gd name="connsiteY22" fmla="*/ 9576 h 59371"/>
                <a:gd name="connsiteX23" fmla="*/ 30033 w 49841"/>
                <a:gd name="connsiteY23" fmla="*/ 9576 h 59371"/>
                <a:gd name="connsiteX24" fmla="*/ 39618 w 49841"/>
                <a:gd name="connsiteY24" fmla="*/ 19152 h 59371"/>
                <a:gd name="connsiteX25" fmla="*/ 44730 w 49841"/>
                <a:gd name="connsiteY25" fmla="*/ 24259 h 59371"/>
                <a:gd name="connsiteX26" fmla="*/ 49842 w 49841"/>
                <a:gd name="connsiteY26" fmla="*/ 19152 h 59371"/>
                <a:gd name="connsiteX27" fmla="*/ 30672 w 49841"/>
                <a:gd name="connsiteY27" fmla="*/ 0 h 59371"/>
                <a:gd name="connsiteX28" fmla="*/ 28116 w 49841"/>
                <a:gd name="connsiteY28" fmla="*/ 0 h 59371"/>
                <a:gd name="connsiteX29" fmla="*/ 8946 w 49841"/>
                <a:gd name="connsiteY29" fmla="*/ 19152 h 59371"/>
                <a:gd name="connsiteX30" fmla="*/ 8946 w 49841"/>
                <a:gd name="connsiteY30" fmla="*/ 19790 h 59371"/>
                <a:gd name="connsiteX31" fmla="*/ 5112 w 49841"/>
                <a:gd name="connsiteY31" fmla="*/ 19790 h 59371"/>
                <a:gd name="connsiteX32" fmla="*/ 0 w 49841"/>
                <a:gd name="connsiteY32" fmla="*/ 24898 h 59371"/>
                <a:gd name="connsiteX33" fmla="*/ 5112 w 49841"/>
                <a:gd name="connsiteY33" fmla="*/ 30005 h 59371"/>
                <a:gd name="connsiteX34" fmla="*/ 8946 w 49841"/>
                <a:gd name="connsiteY34" fmla="*/ 30005 h 59371"/>
                <a:gd name="connsiteX35" fmla="*/ 8946 w 49841"/>
                <a:gd name="connsiteY35" fmla="*/ 31920 h 59371"/>
                <a:gd name="connsiteX36" fmla="*/ 5112 w 49841"/>
                <a:gd name="connsiteY36" fmla="*/ 31920 h 59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9841" h="59371">
                  <a:moveTo>
                    <a:pt x="5112" y="31920"/>
                  </a:moveTo>
                  <a:cubicBezTo>
                    <a:pt x="2556" y="31920"/>
                    <a:pt x="0" y="33835"/>
                    <a:pt x="0" y="37027"/>
                  </a:cubicBezTo>
                  <a:cubicBezTo>
                    <a:pt x="0" y="40219"/>
                    <a:pt x="1917" y="42134"/>
                    <a:pt x="5112" y="42134"/>
                  </a:cubicBezTo>
                  <a:lnTo>
                    <a:pt x="8946" y="42134"/>
                  </a:lnTo>
                  <a:cubicBezTo>
                    <a:pt x="10225" y="51710"/>
                    <a:pt x="17892" y="59371"/>
                    <a:pt x="28116" y="59371"/>
                  </a:cubicBezTo>
                  <a:lnTo>
                    <a:pt x="30672" y="59371"/>
                  </a:lnTo>
                  <a:cubicBezTo>
                    <a:pt x="40896" y="59371"/>
                    <a:pt x="49842" y="51072"/>
                    <a:pt x="49842" y="40219"/>
                  </a:cubicBezTo>
                  <a:cubicBezTo>
                    <a:pt x="49842" y="37666"/>
                    <a:pt x="47925" y="35112"/>
                    <a:pt x="44730" y="35112"/>
                  </a:cubicBezTo>
                  <a:cubicBezTo>
                    <a:pt x="41535" y="35112"/>
                    <a:pt x="39618" y="37027"/>
                    <a:pt x="39618" y="40219"/>
                  </a:cubicBezTo>
                  <a:cubicBezTo>
                    <a:pt x="39618" y="45326"/>
                    <a:pt x="35145" y="49795"/>
                    <a:pt x="30033" y="49795"/>
                  </a:cubicBezTo>
                  <a:lnTo>
                    <a:pt x="27477" y="49795"/>
                  </a:lnTo>
                  <a:cubicBezTo>
                    <a:pt x="23004" y="49795"/>
                    <a:pt x="19170" y="46603"/>
                    <a:pt x="17892" y="42134"/>
                  </a:cubicBezTo>
                  <a:lnTo>
                    <a:pt x="30033" y="42134"/>
                  </a:lnTo>
                  <a:cubicBezTo>
                    <a:pt x="32589" y="42134"/>
                    <a:pt x="35145" y="40219"/>
                    <a:pt x="35145" y="37027"/>
                  </a:cubicBezTo>
                  <a:cubicBezTo>
                    <a:pt x="35145" y="33835"/>
                    <a:pt x="33228" y="31920"/>
                    <a:pt x="30033" y="31920"/>
                  </a:cubicBezTo>
                  <a:lnTo>
                    <a:pt x="17892" y="31920"/>
                  </a:lnTo>
                  <a:lnTo>
                    <a:pt x="17892" y="30005"/>
                  </a:lnTo>
                  <a:lnTo>
                    <a:pt x="30033" y="30005"/>
                  </a:lnTo>
                  <a:cubicBezTo>
                    <a:pt x="32589" y="30005"/>
                    <a:pt x="35145" y="28090"/>
                    <a:pt x="35145" y="24898"/>
                  </a:cubicBezTo>
                  <a:cubicBezTo>
                    <a:pt x="35145" y="21706"/>
                    <a:pt x="33228" y="19790"/>
                    <a:pt x="30033" y="19790"/>
                  </a:cubicBezTo>
                  <a:lnTo>
                    <a:pt x="17892" y="19790"/>
                  </a:lnTo>
                  <a:lnTo>
                    <a:pt x="17892" y="19152"/>
                  </a:lnTo>
                  <a:cubicBezTo>
                    <a:pt x="17892" y="14045"/>
                    <a:pt x="22365" y="9576"/>
                    <a:pt x="27477" y="9576"/>
                  </a:cubicBezTo>
                  <a:lnTo>
                    <a:pt x="30033" y="9576"/>
                  </a:lnTo>
                  <a:cubicBezTo>
                    <a:pt x="35145" y="9576"/>
                    <a:pt x="39618" y="14045"/>
                    <a:pt x="39618" y="19152"/>
                  </a:cubicBezTo>
                  <a:cubicBezTo>
                    <a:pt x="39618" y="21706"/>
                    <a:pt x="41535" y="24259"/>
                    <a:pt x="44730" y="24259"/>
                  </a:cubicBezTo>
                  <a:cubicBezTo>
                    <a:pt x="47925" y="24259"/>
                    <a:pt x="49842" y="22344"/>
                    <a:pt x="49842" y="19152"/>
                  </a:cubicBezTo>
                  <a:cubicBezTo>
                    <a:pt x="49842" y="8938"/>
                    <a:pt x="41535" y="0"/>
                    <a:pt x="30672" y="0"/>
                  </a:cubicBezTo>
                  <a:lnTo>
                    <a:pt x="28116" y="0"/>
                  </a:lnTo>
                  <a:cubicBezTo>
                    <a:pt x="17892" y="0"/>
                    <a:pt x="8946" y="8299"/>
                    <a:pt x="8946" y="19152"/>
                  </a:cubicBezTo>
                  <a:lnTo>
                    <a:pt x="8946" y="19790"/>
                  </a:lnTo>
                  <a:lnTo>
                    <a:pt x="5112" y="19790"/>
                  </a:lnTo>
                  <a:cubicBezTo>
                    <a:pt x="2556" y="19790"/>
                    <a:pt x="0" y="21706"/>
                    <a:pt x="0" y="24898"/>
                  </a:cubicBezTo>
                  <a:cubicBezTo>
                    <a:pt x="0" y="28090"/>
                    <a:pt x="1917" y="30005"/>
                    <a:pt x="5112" y="30005"/>
                  </a:cubicBezTo>
                  <a:lnTo>
                    <a:pt x="8946" y="30005"/>
                  </a:lnTo>
                  <a:lnTo>
                    <a:pt x="8946" y="31920"/>
                  </a:lnTo>
                  <a:lnTo>
                    <a:pt x="5112" y="31920"/>
                  </a:lnTo>
                  <a:close/>
                </a:path>
              </a:pathLst>
            </a:custGeom>
            <a:solidFill>
              <a:srgbClr val="007680"/>
            </a:solidFill>
            <a:ln w="6390" cap="flat">
              <a:noFill/>
              <a:prstDash val="solid"/>
              <a:miter/>
            </a:ln>
          </p:spPr>
          <p:txBody>
            <a:bodyPr rtlCol="0" anchor="ctr"/>
            <a:lstStyle/>
            <a:p>
              <a:endParaRPr lang="en-US"/>
            </a:p>
          </p:txBody>
        </p:sp>
        <p:sp>
          <p:nvSpPr>
            <p:cNvPr id="576" name="Graphic 4">
              <a:extLst>
                <a:ext uri="{FF2B5EF4-FFF2-40B4-BE49-F238E27FC236}">
                  <a16:creationId xmlns:a16="http://schemas.microsoft.com/office/drawing/2014/main" id="{1E384BBA-C71A-454F-A043-4D6006AF1B9F}"/>
                </a:ext>
              </a:extLst>
            </p:cNvPr>
            <p:cNvSpPr/>
            <p:nvPr/>
          </p:nvSpPr>
          <p:spPr>
            <a:xfrm>
              <a:off x="9967663" y="2007286"/>
              <a:ext cx="201283" cy="134063"/>
            </a:xfrm>
            <a:custGeom>
              <a:avLst/>
              <a:gdLst>
                <a:gd name="connsiteX0" fmla="*/ 194893 w 201283"/>
                <a:gd name="connsiteY0" fmla="*/ 0 h 134063"/>
                <a:gd name="connsiteX1" fmla="*/ 35145 w 201283"/>
                <a:gd name="connsiteY1" fmla="*/ 0 h 134063"/>
                <a:gd name="connsiteX2" fmla="*/ 28755 w 201283"/>
                <a:gd name="connsiteY2" fmla="*/ 6384 h 134063"/>
                <a:gd name="connsiteX3" fmla="*/ 28755 w 201283"/>
                <a:gd name="connsiteY3" fmla="*/ 30005 h 134063"/>
                <a:gd name="connsiteX4" fmla="*/ 6390 w 201283"/>
                <a:gd name="connsiteY4" fmla="*/ 30005 h 134063"/>
                <a:gd name="connsiteX5" fmla="*/ 0 w 201283"/>
                <a:gd name="connsiteY5" fmla="*/ 36389 h 134063"/>
                <a:gd name="connsiteX6" fmla="*/ 0 w 201283"/>
                <a:gd name="connsiteY6" fmla="*/ 127680 h 134063"/>
                <a:gd name="connsiteX7" fmla="*/ 6390 w 201283"/>
                <a:gd name="connsiteY7" fmla="*/ 134064 h 134063"/>
                <a:gd name="connsiteX8" fmla="*/ 164860 w 201283"/>
                <a:gd name="connsiteY8" fmla="*/ 134064 h 134063"/>
                <a:gd name="connsiteX9" fmla="*/ 171250 w 201283"/>
                <a:gd name="connsiteY9" fmla="*/ 127680 h 134063"/>
                <a:gd name="connsiteX10" fmla="*/ 171250 w 201283"/>
                <a:gd name="connsiteY10" fmla="*/ 103421 h 134063"/>
                <a:gd name="connsiteX11" fmla="*/ 194893 w 201283"/>
                <a:gd name="connsiteY11" fmla="*/ 103421 h 134063"/>
                <a:gd name="connsiteX12" fmla="*/ 201283 w 201283"/>
                <a:gd name="connsiteY12" fmla="*/ 97037 h 134063"/>
                <a:gd name="connsiteX13" fmla="*/ 201283 w 201283"/>
                <a:gd name="connsiteY13" fmla="*/ 6384 h 134063"/>
                <a:gd name="connsiteX14" fmla="*/ 194893 w 201283"/>
                <a:gd name="connsiteY14" fmla="*/ 0 h 134063"/>
                <a:gd name="connsiteX15" fmla="*/ 158470 w 201283"/>
                <a:gd name="connsiteY15" fmla="*/ 120657 h 134063"/>
                <a:gd name="connsiteX16" fmla="*/ 12780 w 201283"/>
                <a:gd name="connsiteY16" fmla="*/ 120657 h 134063"/>
                <a:gd name="connsiteX17" fmla="*/ 12780 w 201283"/>
                <a:gd name="connsiteY17" fmla="*/ 42134 h 134063"/>
                <a:gd name="connsiteX18" fmla="*/ 158470 w 201283"/>
                <a:gd name="connsiteY18" fmla="*/ 42134 h 134063"/>
                <a:gd name="connsiteX19" fmla="*/ 158470 w 201283"/>
                <a:gd name="connsiteY19" fmla="*/ 120657 h 134063"/>
                <a:gd name="connsiteX20" fmla="*/ 188503 w 201283"/>
                <a:gd name="connsiteY20" fmla="*/ 90653 h 134063"/>
                <a:gd name="connsiteX21" fmla="*/ 171250 w 201283"/>
                <a:gd name="connsiteY21" fmla="*/ 90653 h 134063"/>
                <a:gd name="connsiteX22" fmla="*/ 171250 w 201283"/>
                <a:gd name="connsiteY22" fmla="*/ 35750 h 134063"/>
                <a:gd name="connsiteX23" fmla="*/ 164860 w 201283"/>
                <a:gd name="connsiteY23" fmla="*/ 29366 h 134063"/>
                <a:gd name="connsiteX24" fmla="*/ 41535 w 201283"/>
                <a:gd name="connsiteY24" fmla="*/ 29366 h 134063"/>
                <a:gd name="connsiteX25" fmla="*/ 41535 w 201283"/>
                <a:gd name="connsiteY25" fmla="*/ 12130 h 134063"/>
                <a:gd name="connsiteX26" fmla="*/ 188503 w 201283"/>
                <a:gd name="connsiteY26" fmla="*/ 12130 h 134063"/>
                <a:gd name="connsiteX27" fmla="*/ 188503 w 201283"/>
                <a:gd name="connsiteY27" fmla="*/ 90653 h 134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1283" h="134063">
                  <a:moveTo>
                    <a:pt x="194893" y="0"/>
                  </a:moveTo>
                  <a:lnTo>
                    <a:pt x="35145" y="0"/>
                  </a:lnTo>
                  <a:cubicBezTo>
                    <a:pt x="31311" y="0"/>
                    <a:pt x="28755" y="2554"/>
                    <a:pt x="28755" y="6384"/>
                  </a:cubicBezTo>
                  <a:lnTo>
                    <a:pt x="28755" y="30005"/>
                  </a:lnTo>
                  <a:lnTo>
                    <a:pt x="6390" y="30005"/>
                  </a:lnTo>
                  <a:cubicBezTo>
                    <a:pt x="2556" y="30005"/>
                    <a:pt x="0" y="32558"/>
                    <a:pt x="0" y="36389"/>
                  </a:cubicBezTo>
                  <a:lnTo>
                    <a:pt x="0" y="127680"/>
                  </a:lnTo>
                  <a:cubicBezTo>
                    <a:pt x="0" y="131510"/>
                    <a:pt x="2556" y="134064"/>
                    <a:pt x="6390" y="134064"/>
                  </a:cubicBezTo>
                  <a:lnTo>
                    <a:pt x="164860" y="134064"/>
                  </a:lnTo>
                  <a:cubicBezTo>
                    <a:pt x="168695" y="134064"/>
                    <a:pt x="171250" y="131510"/>
                    <a:pt x="171250" y="127680"/>
                  </a:cubicBezTo>
                  <a:lnTo>
                    <a:pt x="171250" y="103421"/>
                  </a:lnTo>
                  <a:lnTo>
                    <a:pt x="194893" y="103421"/>
                  </a:lnTo>
                  <a:cubicBezTo>
                    <a:pt x="198727" y="103421"/>
                    <a:pt x="201283" y="100867"/>
                    <a:pt x="201283" y="97037"/>
                  </a:cubicBezTo>
                  <a:lnTo>
                    <a:pt x="201283" y="6384"/>
                  </a:lnTo>
                  <a:cubicBezTo>
                    <a:pt x="201283" y="2554"/>
                    <a:pt x="198088" y="0"/>
                    <a:pt x="194893" y="0"/>
                  </a:cubicBezTo>
                  <a:close/>
                  <a:moveTo>
                    <a:pt x="158470" y="120657"/>
                  </a:moveTo>
                  <a:lnTo>
                    <a:pt x="12780" y="120657"/>
                  </a:lnTo>
                  <a:lnTo>
                    <a:pt x="12780" y="42134"/>
                  </a:lnTo>
                  <a:lnTo>
                    <a:pt x="158470" y="42134"/>
                  </a:lnTo>
                  <a:lnTo>
                    <a:pt x="158470" y="120657"/>
                  </a:lnTo>
                  <a:close/>
                  <a:moveTo>
                    <a:pt x="188503" y="90653"/>
                  </a:moveTo>
                  <a:lnTo>
                    <a:pt x="171250" y="90653"/>
                  </a:lnTo>
                  <a:lnTo>
                    <a:pt x="171250" y="35750"/>
                  </a:lnTo>
                  <a:cubicBezTo>
                    <a:pt x="171250" y="31920"/>
                    <a:pt x="168695" y="29366"/>
                    <a:pt x="164860" y="29366"/>
                  </a:cubicBezTo>
                  <a:lnTo>
                    <a:pt x="41535" y="29366"/>
                  </a:lnTo>
                  <a:lnTo>
                    <a:pt x="41535" y="12130"/>
                  </a:lnTo>
                  <a:lnTo>
                    <a:pt x="188503" y="12130"/>
                  </a:lnTo>
                  <a:lnTo>
                    <a:pt x="188503" y="90653"/>
                  </a:lnTo>
                  <a:close/>
                </a:path>
              </a:pathLst>
            </a:custGeom>
            <a:solidFill>
              <a:srgbClr val="007680"/>
            </a:solidFill>
            <a:ln w="6390" cap="flat">
              <a:noFill/>
              <a:prstDash val="solid"/>
              <a:miter/>
            </a:ln>
          </p:spPr>
          <p:txBody>
            <a:bodyPr rtlCol="0" anchor="ctr"/>
            <a:lstStyle/>
            <a:p>
              <a:endParaRPr lang="en-US"/>
            </a:p>
          </p:txBody>
        </p:sp>
      </p:grpSp>
      <p:grpSp>
        <p:nvGrpSpPr>
          <p:cNvPr id="577" name="Graphic 4">
            <a:extLst>
              <a:ext uri="{FF2B5EF4-FFF2-40B4-BE49-F238E27FC236}">
                <a16:creationId xmlns:a16="http://schemas.microsoft.com/office/drawing/2014/main" id="{97FAA1A6-D3E6-264F-AC02-28245A1874AB}"/>
              </a:ext>
            </a:extLst>
          </p:cNvPr>
          <p:cNvGrpSpPr/>
          <p:nvPr/>
        </p:nvGrpSpPr>
        <p:grpSpPr>
          <a:xfrm>
            <a:off x="9887149" y="2371173"/>
            <a:ext cx="361670" cy="361333"/>
            <a:chOff x="9887149" y="2371173"/>
            <a:chExt cx="361670" cy="361333"/>
          </a:xfrm>
          <a:solidFill>
            <a:srgbClr val="007680"/>
          </a:solidFill>
        </p:grpSpPr>
        <p:sp>
          <p:nvSpPr>
            <p:cNvPr id="578" name="Graphic 4">
              <a:extLst>
                <a:ext uri="{FF2B5EF4-FFF2-40B4-BE49-F238E27FC236}">
                  <a16:creationId xmlns:a16="http://schemas.microsoft.com/office/drawing/2014/main" id="{38C99DA0-B46F-E04C-950C-71B5D99F3288}"/>
                </a:ext>
              </a:extLst>
            </p:cNvPr>
            <p:cNvSpPr/>
            <p:nvPr/>
          </p:nvSpPr>
          <p:spPr>
            <a:xfrm>
              <a:off x="9887149"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579" name="Graphic 4">
              <a:extLst>
                <a:ext uri="{FF2B5EF4-FFF2-40B4-BE49-F238E27FC236}">
                  <a16:creationId xmlns:a16="http://schemas.microsoft.com/office/drawing/2014/main" id="{F25CCF0B-8A51-254F-A6CE-F736853AC2B4}"/>
                </a:ext>
              </a:extLst>
            </p:cNvPr>
            <p:cNvSpPr/>
            <p:nvPr/>
          </p:nvSpPr>
          <p:spPr>
            <a:xfrm>
              <a:off x="10035615" y="2539710"/>
              <a:ext cx="36842" cy="53625"/>
            </a:xfrm>
            <a:custGeom>
              <a:avLst/>
              <a:gdLst>
                <a:gd name="connsiteX0" fmla="*/ 3615 w 36842"/>
                <a:gd name="connsiteY0" fmla="*/ 32558 h 53625"/>
                <a:gd name="connsiteX1" fmla="*/ 8088 w 36842"/>
                <a:gd name="connsiteY1" fmla="*/ 32558 h 53625"/>
                <a:gd name="connsiteX2" fmla="*/ 1058 w 36842"/>
                <a:gd name="connsiteY2" fmla="*/ 45965 h 53625"/>
                <a:gd name="connsiteX3" fmla="*/ 420 w 36842"/>
                <a:gd name="connsiteY3" fmla="*/ 51072 h 53625"/>
                <a:gd name="connsiteX4" fmla="*/ 4893 w 36842"/>
                <a:gd name="connsiteY4" fmla="*/ 53625 h 53625"/>
                <a:gd name="connsiteX5" fmla="*/ 31092 w 36842"/>
                <a:gd name="connsiteY5" fmla="*/ 53625 h 53625"/>
                <a:gd name="connsiteX6" fmla="*/ 36203 w 36842"/>
                <a:gd name="connsiteY6" fmla="*/ 48518 h 53625"/>
                <a:gd name="connsiteX7" fmla="*/ 31092 w 36842"/>
                <a:gd name="connsiteY7" fmla="*/ 43411 h 53625"/>
                <a:gd name="connsiteX8" fmla="*/ 14478 w 36842"/>
                <a:gd name="connsiteY8" fmla="*/ 43411 h 53625"/>
                <a:gd name="connsiteX9" fmla="*/ 18312 w 36842"/>
                <a:gd name="connsiteY9" fmla="*/ 31920 h 53625"/>
                <a:gd name="connsiteX10" fmla="*/ 22146 w 36842"/>
                <a:gd name="connsiteY10" fmla="*/ 31920 h 53625"/>
                <a:gd name="connsiteX11" fmla="*/ 27258 w 36842"/>
                <a:gd name="connsiteY11" fmla="*/ 26813 h 53625"/>
                <a:gd name="connsiteX12" fmla="*/ 22146 w 36842"/>
                <a:gd name="connsiteY12" fmla="*/ 21706 h 53625"/>
                <a:gd name="connsiteX13" fmla="*/ 14478 w 36842"/>
                <a:gd name="connsiteY13" fmla="*/ 21706 h 53625"/>
                <a:gd name="connsiteX14" fmla="*/ 13199 w 36842"/>
                <a:gd name="connsiteY14" fmla="*/ 19790 h 53625"/>
                <a:gd name="connsiteX15" fmla="*/ 12561 w 36842"/>
                <a:gd name="connsiteY15" fmla="*/ 14045 h 53625"/>
                <a:gd name="connsiteX16" fmla="*/ 18951 w 36842"/>
                <a:gd name="connsiteY16" fmla="*/ 10214 h 53625"/>
                <a:gd name="connsiteX17" fmla="*/ 26618 w 36842"/>
                <a:gd name="connsiteY17" fmla="*/ 17237 h 53625"/>
                <a:gd name="connsiteX18" fmla="*/ 31730 w 36842"/>
                <a:gd name="connsiteY18" fmla="*/ 21706 h 53625"/>
                <a:gd name="connsiteX19" fmla="*/ 36843 w 36842"/>
                <a:gd name="connsiteY19" fmla="*/ 16598 h 53625"/>
                <a:gd name="connsiteX20" fmla="*/ 20228 w 36842"/>
                <a:gd name="connsiteY20" fmla="*/ 0 h 53625"/>
                <a:gd name="connsiteX21" fmla="*/ 4893 w 36842"/>
                <a:gd name="connsiteY21" fmla="*/ 9576 h 53625"/>
                <a:gd name="connsiteX22" fmla="*/ 4893 w 36842"/>
                <a:gd name="connsiteY22" fmla="*/ 21067 h 53625"/>
                <a:gd name="connsiteX23" fmla="*/ 420 w 36842"/>
                <a:gd name="connsiteY23" fmla="*/ 25536 h 53625"/>
                <a:gd name="connsiteX24" fmla="*/ 3615 w 36842"/>
                <a:gd name="connsiteY24" fmla="*/ 32558 h 5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842" h="53625">
                  <a:moveTo>
                    <a:pt x="3615" y="32558"/>
                  </a:moveTo>
                  <a:lnTo>
                    <a:pt x="8088" y="32558"/>
                  </a:lnTo>
                  <a:cubicBezTo>
                    <a:pt x="8088" y="35112"/>
                    <a:pt x="6810" y="39581"/>
                    <a:pt x="1058" y="45965"/>
                  </a:cubicBezTo>
                  <a:cubicBezTo>
                    <a:pt x="-219" y="47241"/>
                    <a:pt x="-219" y="49157"/>
                    <a:pt x="420" y="51072"/>
                  </a:cubicBezTo>
                  <a:cubicBezTo>
                    <a:pt x="1058" y="52987"/>
                    <a:pt x="2976" y="53625"/>
                    <a:pt x="4893" y="53625"/>
                  </a:cubicBezTo>
                  <a:lnTo>
                    <a:pt x="31092" y="53625"/>
                  </a:lnTo>
                  <a:cubicBezTo>
                    <a:pt x="33648" y="53625"/>
                    <a:pt x="36203" y="51710"/>
                    <a:pt x="36203" y="48518"/>
                  </a:cubicBezTo>
                  <a:cubicBezTo>
                    <a:pt x="36203" y="45326"/>
                    <a:pt x="34287" y="43411"/>
                    <a:pt x="31092" y="43411"/>
                  </a:cubicBezTo>
                  <a:lnTo>
                    <a:pt x="14478" y="43411"/>
                  </a:lnTo>
                  <a:cubicBezTo>
                    <a:pt x="16394" y="39581"/>
                    <a:pt x="18312" y="35750"/>
                    <a:pt x="18312" y="31920"/>
                  </a:cubicBezTo>
                  <a:lnTo>
                    <a:pt x="22146" y="31920"/>
                  </a:lnTo>
                  <a:cubicBezTo>
                    <a:pt x="24702" y="31920"/>
                    <a:pt x="27258" y="30005"/>
                    <a:pt x="27258" y="26813"/>
                  </a:cubicBezTo>
                  <a:cubicBezTo>
                    <a:pt x="27258" y="23621"/>
                    <a:pt x="25341" y="21706"/>
                    <a:pt x="22146" y="21706"/>
                  </a:cubicBezTo>
                  <a:lnTo>
                    <a:pt x="14478" y="21706"/>
                  </a:lnTo>
                  <a:cubicBezTo>
                    <a:pt x="13838" y="21067"/>
                    <a:pt x="13838" y="20429"/>
                    <a:pt x="13199" y="19790"/>
                  </a:cubicBezTo>
                  <a:cubicBezTo>
                    <a:pt x="11922" y="18514"/>
                    <a:pt x="11922" y="15960"/>
                    <a:pt x="12561" y="14045"/>
                  </a:cubicBezTo>
                  <a:cubicBezTo>
                    <a:pt x="13199" y="12768"/>
                    <a:pt x="15117" y="10214"/>
                    <a:pt x="18951" y="10214"/>
                  </a:cubicBezTo>
                  <a:cubicBezTo>
                    <a:pt x="25341" y="10214"/>
                    <a:pt x="26618" y="15322"/>
                    <a:pt x="26618" y="17237"/>
                  </a:cubicBezTo>
                  <a:cubicBezTo>
                    <a:pt x="26618" y="19790"/>
                    <a:pt x="28536" y="21706"/>
                    <a:pt x="31730" y="21706"/>
                  </a:cubicBezTo>
                  <a:cubicBezTo>
                    <a:pt x="34287" y="21706"/>
                    <a:pt x="36843" y="19790"/>
                    <a:pt x="36843" y="16598"/>
                  </a:cubicBezTo>
                  <a:cubicBezTo>
                    <a:pt x="36843" y="10214"/>
                    <a:pt x="32369" y="0"/>
                    <a:pt x="20228" y="0"/>
                  </a:cubicBezTo>
                  <a:cubicBezTo>
                    <a:pt x="13199" y="0"/>
                    <a:pt x="7448" y="3192"/>
                    <a:pt x="4893" y="9576"/>
                  </a:cubicBezTo>
                  <a:cubicBezTo>
                    <a:pt x="2976" y="13406"/>
                    <a:pt x="3615" y="17237"/>
                    <a:pt x="4893" y="21067"/>
                  </a:cubicBezTo>
                  <a:cubicBezTo>
                    <a:pt x="2337" y="21067"/>
                    <a:pt x="420" y="22982"/>
                    <a:pt x="420" y="25536"/>
                  </a:cubicBezTo>
                  <a:cubicBezTo>
                    <a:pt x="-858" y="30643"/>
                    <a:pt x="1058" y="32558"/>
                    <a:pt x="3615" y="32558"/>
                  </a:cubicBezTo>
                  <a:close/>
                </a:path>
              </a:pathLst>
            </a:custGeom>
            <a:solidFill>
              <a:srgbClr val="007680"/>
            </a:solidFill>
            <a:ln w="6390" cap="flat">
              <a:noFill/>
              <a:prstDash val="solid"/>
              <a:miter/>
            </a:ln>
          </p:spPr>
          <p:txBody>
            <a:bodyPr rtlCol="0" anchor="ctr"/>
            <a:lstStyle/>
            <a:p>
              <a:endParaRPr lang="en-US"/>
            </a:p>
          </p:txBody>
        </p:sp>
        <p:sp>
          <p:nvSpPr>
            <p:cNvPr id="580" name="Graphic 4">
              <a:extLst>
                <a:ext uri="{FF2B5EF4-FFF2-40B4-BE49-F238E27FC236}">
                  <a16:creationId xmlns:a16="http://schemas.microsoft.com/office/drawing/2014/main" id="{060A2DED-342E-F04C-92AD-85CF11092AD8}"/>
                </a:ext>
              </a:extLst>
            </p:cNvPr>
            <p:cNvSpPr/>
            <p:nvPr/>
          </p:nvSpPr>
          <p:spPr>
            <a:xfrm>
              <a:off x="9967663" y="2485446"/>
              <a:ext cx="201283" cy="134063"/>
            </a:xfrm>
            <a:custGeom>
              <a:avLst/>
              <a:gdLst>
                <a:gd name="connsiteX0" fmla="*/ 194893 w 201283"/>
                <a:gd name="connsiteY0" fmla="*/ 0 h 134063"/>
                <a:gd name="connsiteX1" fmla="*/ 35145 w 201283"/>
                <a:gd name="connsiteY1" fmla="*/ 0 h 134063"/>
                <a:gd name="connsiteX2" fmla="*/ 28755 w 201283"/>
                <a:gd name="connsiteY2" fmla="*/ 6384 h 134063"/>
                <a:gd name="connsiteX3" fmla="*/ 28755 w 201283"/>
                <a:gd name="connsiteY3" fmla="*/ 30005 h 134063"/>
                <a:gd name="connsiteX4" fmla="*/ 6390 w 201283"/>
                <a:gd name="connsiteY4" fmla="*/ 30005 h 134063"/>
                <a:gd name="connsiteX5" fmla="*/ 0 w 201283"/>
                <a:gd name="connsiteY5" fmla="*/ 36389 h 134063"/>
                <a:gd name="connsiteX6" fmla="*/ 0 w 201283"/>
                <a:gd name="connsiteY6" fmla="*/ 127680 h 134063"/>
                <a:gd name="connsiteX7" fmla="*/ 6390 w 201283"/>
                <a:gd name="connsiteY7" fmla="*/ 134064 h 134063"/>
                <a:gd name="connsiteX8" fmla="*/ 164860 w 201283"/>
                <a:gd name="connsiteY8" fmla="*/ 134064 h 134063"/>
                <a:gd name="connsiteX9" fmla="*/ 171250 w 201283"/>
                <a:gd name="connsiteY9" fmla="*/ 127680 h 134063"/>
                <a:gd name="connsiteX10" fmla="*/ 171250 w 201283"/>
                <a:gd name="connsiteY10" fmla="*/ 104059 h 134063"/>
                <a:gd name="connsiteX11" fmla="*/ 194893 w 201283"/>
                <a:gd name="connsiteY11" fmla="*/ 104059 h 134063"/>
                <a:gd name="connsiteX12" fmla="*/ 201283 w 201283"/>
                <a:gd name="connsiteY12" fmla="*/ 97675 h 134063"/>
                <a:gd name="connsiteX13" fmla="*/ 201283 w 201283"/>
                <a:gd name="connsiteY13" fmla="*/ 7022 h 134063"/>
                <a:gd name="connsiteX14" fmla="*/ 194893 w 201283"/>
                <a:gd name="connsiteY14" fmla="*/ 0 h 134063"/>
                <a:gd name="connsiteX15" fmla="*/ 158470 w 201283"/>
                <a:gd name="connsiteY15" fmla="*/ 120657 h 134063"/>
                <a:gd name="connsiteX16" fmla="*/ 12780 w 201283"/>
                <a:gd name="connsiteY16" fmla="*/ 120657 h 134063"/>
                <a:gd name="connsiteX17" fmla="*/ 12780 w 201283"/>
                <a:gd name="connsiteY17" fmla="*/ 42134 h 134063"/>
                <a:gd name="connsiteX18" fmla="*/ 158470 w 201283"/>
                <a:gd name="connsiteY18" fmla="*/ 42134 h 134063"/>
                <a:gd name="connsiteX19" fmla="*/ 158470 w 201283"/>
                <a:gd name="connsiteY19" fmla="*/ 120657 h 134063"/>
                <a:gd name="connsiteX20" fmla="*/ 188503 w 201283"/>
                <a:gd name="connsiteY20" fmla="*/ 90652 h 134063"/>
                <a:gd name="connsiteX21" fmla="*/ 171250 w 201283"/>
                <a:gd name="connsiteY21" fmla="*/ 90652 h 134063"/>
                <a:gd name="connsiteX22" fmla="*/ 171250 w 201283"/>
                <a:gd name="connsiteY22" fmla="*/ 35750 h 134063"/>
                <a:gd name="connsiteX23" fmla="*/ 164860 w 201283"/>
                <a:gd name="connsiteY23" fmla="*/ 29366 h 134063"/>
                <a:gd name="connsiteX24" fmla="*/ 41535 w 201283"/>
                <a:gd name="connsiteY24" fmla="*/ 29366 h 134063"/>
                <a:gd name="connsiteX25" fmla="*/ 41535 w 201283"/>
                <a:gd name="connsiteY25" fmla="*/ 12130 h 134063"/>
                <a:gd name="connsiteX26" fmla="*/ 188503 w 201283"/>
                <a:gd name="connsiteY26" fmla="*/ 12130 h 134063"/>
                <a:gd name="connsiteX27" fmla="*/ 188503 w 201283"/>
                <a:gd name="connsiteY27" fmla="*/ 90652 h 134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1283" h="134063">
                  <a:moveTo>
                    <a:pt x="194893" y="0"/>
                  </a:moveTo>
                  <a:lnTo>
                    <a:pt x="35145" y="0"/>
                  </a:lnTo>
                  <a:cubicBezTo>
                    <a:pt x="31311" y="0"/>
                    <a:pt x="28755" y="2554"/>
                    <a:pt x="28755" y="6384"/>
                  </a:cubicBezTo>
                  <a:lnTo>
                    <a:pt x="28755" y="30005"/>
                  </a:lnTo>
                  <a:lnTo>
                    <a:pt x="6390" y="30005"/>
                  </a:lnTo>
                  <a:cubicBezTo>
                    <a:pt x="2556" y="30005"/>
                    <a:pt x="0" y="32558"/>
                    <a:pt x="0" y="36389"/>
                  </a:cubicBezTo>
                  <a:lnTo>
                    <a:pt x="0" y="127680"/>
                  </a:lnTo>
                  <a:cubicBezTo>
                    <a:pt x="0" y="131510"/>
                    <a:pt x="2556" y="134064"/>
                    <a:pt x="6390" y="134064"/>
                  </a:cubicBezTo>
                  <a:lnTo>
                    <a:pt x="164860" y="134064"/>
                  </a:lnTo>
                  <a:cubicBezTo>
                    <a:pt x="168695" y="134064"/>
                    <a:pt x="171250" y="131510"/>
                    <a:pt x="171250" y="127680"/>
                  </a:cubicBezTo>
                  <a:lnTo>
                    <a:pt x="171250" y="104059"/>
                  </a:lnTo>
                  <a:lnTo>
                    <a:pt x="194893" y="104059"/>
                  </a:lnTo>
                  <a:cubicBezTo>
                    <a:pt x="198727" y="104059"/>
                    <a:pt x="201283" y="101505"/>
                    <a:pt x="201283" y="97675"/>
                  </a:cubicBezTo>
                  <a:lnTo>
                    <a:pt x="201283" y="7022"/>
                  </a:lnTo>
                  <a:cubicBezTo>
                    <a:pt x="201283" y="2554"/>
                    <a:pt x="198088" y="0"/>
                    <a:pt x="194893" y="0"/>
                  </a:cubicBezTo>
                  <a:close/>
                  <a:moveTo>
                    <a:pt x="158470" y="120657"/>
                  </a:moveTo>
                  <a:lnTo>
                    <a:pt x="12780" y="120657"/>
                  </a:lnTo>
                  <a:lnTo>
                    <a:pt x="12780" y="42134"/>
                  </a:lnTo>
                  <a:lnTo>
                    <a:pt x="158470" y="42134"/>
                  </a:lnTo>
                  <a:lnTo>
                    <a:pt x="158470" y="120657"/>
                  </a:lnTo>
                  <a:close/>
                  <a:moveTo>
                    <a:pt x="188503" y="90652"/>
                  </a:moveTo>
                  <a:lnTo>
                    <a:pt x="171250" y="90652"/>
                  </a:lnTo>
                  <a:lnTo>
                    <a:pt x="171250" y="35750"/>
                  </a:lnTo>
                  <a:cubicBezTo>
                    <a:pt x="171250" y="31920"/>
                    <a:pt x="168695" y="29366"/>
                    <a:pt x="164860" y="29366"/>
                  </a:cubicBezTo>
                  <a:lnTo>
                    <a:pt x="41535" y="29366"/>
                  </a:lnTo>
                  <a:lnTo>
                    <a:pt x="41535" y="12130"/>
                  </a:lnTo>
                  <a:lnTo>
                    <a:pt x="188503" y="12130"/>
                  </a:lnTo>
                  <a:lnTo>
                    <a:pt x="188503" y="90652"/>
                  </a:lnTo>
                  <a:close/>
                </a:path>
              </a:pathLst>
            </a:custGeom>
            <a:solidFill>
              <a:srgbClr val="007680"/>
            </a:solidFill>
            <a:ln w="6390" cap="flat">
              <a:noFill/>
              <a:prstDash val="solid"/>
              <a:miter/>
            </a:ln>
          </p:spPr>
          <p:txBody>
            <a:bodyPr rtlCol="0" anchor="ctr"/>
            <a:lstStyle/>
            <a:p>
              <a:endParaRPr lang="en-US"/>
            </a:p>
          </p:txBody>
        </p:sp>
      </p:grpSp>
      <p:grpSp>
        <p:nvGrpSpPr>
          <p:cNvPr id="581" name="Graphic 4">
            <a:extLst>
              <a:ext uri="{FF2B5EF4-FFF2-40B4-BE49-F238E27FC236}">
                <a16:creationId xmlns:a16="http://schemas.microsoft.com/office/drawing/2014/main" id="{51B557C6-6863-5C42-9EB5-3B8D10E2341B}"/>
              </a:ext>
            </a:extLst>
          </p:cNvPr>
          <p:cNvGrpSpPr/>
          <p:nvPr/>
        </p:nvGrpSpPr>
        <p:grpSpPr>
          <a:xfrm>
            <a:off x="7802113" y="3339623"/>
            <a:ext cx="361670" cy="361333"/>
            <a:chOff x="7802113" y="3339623"/>
            <a:chExt cx="361670" cy="361333"/>
          </a:xfrm>
          <a:solidFill>
            <a:srgbClr val="007680"/>
          </a:solidFill>
        </p:grpSpPr>
        <p:sp>
          <p:nvSpPr>
            <p:cNvPr id="582" name="Graphic 4">
              <a:extLst>
                <a:ext uri="{FF2B5EF4-FFF2-40B4-BE49-F238E27FC236}">
                  <a16:creationId xmlns:a16="http://schemas.microsoft.com/office/drawing/2014/main" id="{0E78A0FF-CD9F-4F44-A47B-2315D636FB39}"/>
                </a:ext>
              </a:extLst>
            </p:cNvPr>
            <p:cNvSpPr/>
            <p:nvPr/>
          </p:nvSpPr>
          <p:spPr>
            <a:xfrm>
              <a:off x="7802113" y="333962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895"/>
                    <a:pt x="81152" y="361333"/>
                    <a:pt x="180836" y="361333"/>
                  </a:cubicBezTo>
                  <a:cubicBezTo>
                    <a:pt x="281157" y="361333"/>
                    <a:pt x="361670" y="280257"/>
                    <a:pt x="361670" y="180667"/>
                  </a:cubicBezTo>
                  <a:cubicBezTo>
                    <a:pt x="361670" y="81077"/>
                    <a:pt x="280518" y="0"/>
                    <a:pt x="180836" y="0"/>
                  </a:cubicBezTo>
                  <a:close/>
                  <a:moveTo>
                    <a:pt x="180836" y="349204"/>
                  </a:moveTo>
                  <a:cubicBezTo>
                    <a:pt x="88181" y="349204"/>
                    <a:pt x="12780" y="273873"/>
                    <a:pt x="12780" y="181305"/>
                  </a:cubicBezTo>
                  <a:cubicBezTo>
                    <a:pt x="12780" y="88738"/>
                    <a:pt x="88181" y="13406"/>
                    <a:pt x="180836" y="13406"/>
                  </a:cubicBezTo>
                  <a:cubicBezTo>
                    <a:pt x="273490" y="13406"/>
                    <a:pt x="348890" y="88738"/>
                    <a:pt x="348890" y="181305"/>
                  </a:cubicBezTo>
                  <a:cubicBezTo>
                    <a:pt x="348890" y="273873"/>
                    <a:pt x="273490" y="349204"/>
                    <a:pt x="180836" y="349204"/>
                  </a:cubicBezTo>
                  <a:close/>
                </a:path>
              </a:pathLst>
            </a:custGeom>
            <a:solidFill>
              <a:srgbClr val="007680"/>
            </a:solidFill>
            <a:ln w="6390" cap="flat">
              <a:noFill/>
              <a:prstDash val="solid"/>
              <a:miter/>
            </a:ln>
          </p:spPr>
          <p:txBody>
            <a:bodyPr rtlCol="0" anchor="ctr"/>
            <a:lstStyle/>
            <a:p>
              <a:endParaRPr lang="en-US"/>
            </a:p>
          </p:txBody>
        </p:sp>
        <p:sp>
          <p:nvSpPr>
            <p:cNvPr id="583" name="Graphic 4">
              <a:extLst>
                <a:ext uri="{FF2B5EF4-FFF2-40B4-BE49-F238E27FC236}">
                  <a16:creationId xmlns:a16="http://schemas.microsoft.com/office/drawing/2014/main" id="{B81484C0-D7BD-7842-BDE4-74AFAE912FE7}"/>
                </a:ext>
              </a:extLst>
            </p:cNvPr>
            <p:cNvSpPr/>
            <p:nvPr/>
          </p:nvSpPr>
          <p:spPr>
            <a:xfrm>
              <a:off x="7956749" y="3479433"/>
              <a:ext cx="144413" cy="144277"/>
            </a:xfrm>
            <a:custGeom>
              <a:avLst/>
              <a:gdLst>
                <a:gd name="connsiteX0" fmla="*/ 72207 w 144413"/>
                <a:gd name="connsiteY0" fmla="*/ 0 h 144277"/>
                <a:gd name="connsiteX1" fmla="*/ 0 w 144413"/>
                <a:gd name="connsiteY1" fmla="*/ 72139 h 144277"/>
                <a:gd name="connsiteX2" fmla="*/ 72207 w 144413"/>
                <a:gd name="connsiteY2" fmla="*/ 144278 h 144277"/>
                <a:gd name="connsiteX3" fmla="*/ 144413 w 144413"/>
                <a:gd name="connsiteY3" fmla="*/ 72139 h 144277"/>
                <a:gd name="connsiteX4" fmla="*/ 72207 w 144413"/>
                <a:gd name="connsiteY4" fmla="*/ 0 h 144277"/>
                <a:gd name="connsiteX5" fmla="*/ 72207 w 144413"/>
                <a:gd name="connsiteY5" fmla="*/ 131510 h 144277"/>
                <a:gd name="connsiteX6" fmla="*/ 12780 w 144413"/>
                <a:gd name="connsiteY6" fmla="*/ 72139 h 144277"/>
                <a:gd name="connsiteX7" fmla="*/ 72207 w 144413"/>
                <a:gd name="connsiteY7" fmla="*/ 12768 h 144277"/>
                <a:gd name="connsiteX8" fmla="*/ 131633 w 144413"/>
                <a:gd name="connsiteY8" fmla="*/ 72139 h 144277"/>
                <a:gd name="connsiteX9" fmla="*/ 72207 w 144413"/>
                <a:gd name="connsiteY9" fmla="*/ 131510 h 144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413" h="144277">
                  <a:moveTo>
                    <a:pt x="72207" y="0"/>
                  </a:moveTo>
                  <a:cubicBezTo>
                    <a:pt x="32589" y="0"/>
                    <a:pt x="0" y="32558"/>
                    <a:pt x="0" y="72139"/>
                  </a:cubicBezTo>
                  <a:cubicBezTo>
                    <a:pt x="0" y="111720"/>
                    <a:pt x="32589" y="144278"/>
                    <a:pt x="72207" y="144278"/>
                  </a:cubicBezTo>
                  <a:cubicBezTo>
                    <a:pt x="111824" y="144278"/>
                    <a:pt x="144413" y="111720"/>
                    <a:pt x="144413" y="72139"/>
                  </a:cubicBezTo>
                  <a:cubicBezTo>
                    <a:pt x="144413" y="32558"/>
                    <a:pt x="112464" y="0"/>
                    <a:pt x="72207" y="0"/>
                  </a:cubicBezTo>
                  <a:close/>
                  <a:moveTo>
                    <a:pt x="72207" y="131510"/>
                  </a:moveTo>
                  <a:cubicBezTo>
                    <a:pt x="39618" y="131510"/>
                    <a:pt x="12780" y="104697"/>
                    <a:pt x="12780" y="72139"/>
                  </a:cubicBezTo>
                  <a:cubicBezTo>
                    <a:pt x="12780" y="39580"/>
                    <a:pt x="39618" y="12768"/>
                    <a:pt x="72207" y="12768"/>
                  </a:cubicBezTo>
                  <a:cubicBezTo>
                    <a:pt x="104795" y="12768"/>
                    <a:pt x="131633" y="39580"/>
                    <a:pt x="131633" y="72139"/>
                  </a:cubicBezTo>
                  <a:cubicBezTo>
                    <a:pt x="131633" y="104697"/>
                    <a:pt x="105434" y="131510"/>
                    <a:pt x="72207" y="131510"/>
                  </a:cubicBezTo>
                  <a:close/>
                </a:path>
              </a:pathLst>
            </a:custGeom>
            <a:solidFill>
              <a:srgbClr val="007680"/>
            </a:solidFill>
            <a:ln w="6390" cap="flat">
              <a:noFill/>
              <a:prstDash val="solid"/>
              <a:miter/>
            </a:ln>
          </p:spPr>
          <p:txBody>
            <a:bodyPr rtlCol="0" anchor="ctr"/>
            <a:lstStyle/>
            <a:p>
              <a:endParaRPr lang="en-US"/>
            </a:p>
          </p:txBody>
        </p:sp>
        <p:sp>
          <p:nvSpPr>
            <p:cNvPr id="584" name="Graphic 4">
              <a:extLst>
                <a:ext uri="{FF2B5EF4-FFF2-40B4-BE49-F238E27FC236}">
                  <a16:creationId xmlns:a16="http://schemas.microsoft.com/office/drawing/2014/main" id="{FEEAD881-45D5-004C-9409-ED36FD8AB927}"/>
                </a:ext>
              </a:extLst>
            </p:cNvPr>
            <p:cNvSpPr/>
            <p:nvPr/>
          </p:nvSpPr>
          <p:spPr>
            <a:xfrm>
              <a:off x="8005952" y="3501777"/>
              <a:ext cx="46007" cy="100866"/>
            </a:xfrm>
            <a:custGeom>
              <a:avLst/>
              <a:gdLst>
                <a:gd name="connsiteX0" fmla="*/ 23004 w 46007"/>
                <a:gd name="connsiteY0" fmla="*/ 23620 h 100866"/>
                <a:gd name="connsiteX1" fmla="*/ 33227 w 46007"/>
                <a:gd name="connsiteY1" fmla="*/ 33835 h 100866"/>
                <a:gd name="connsiteX2" fmla="*/ 39617 w 46007"/>
                <a:gd name="connsiteY2" fmla="*/ 40219 h 100866"/>
                <a:gd name="connsiteX3" fmla="*/ 46007 w 46007"/>
                <a:gd name="connsiteY3" fmla="*/ 33835 h 100866"/>
                <a:gd name="connsiteX4" fmla="*/ 29394 w 46007"/>
                <a:gd name="connsiteY4" fmla="*/ 12129 h 100866"/>
                <a:gd name="connsiteX5" fmla="*/ 29394 w 46007"/>
                <a:gd name="connsiteY5" fmla="*/ 6384 h 100866"/>
                <a:gd name="connsiteX6" fmla="*/ 23004 w 46007"/>
                <a:gd name="connsiteY6" fmla="*/ 0 h 100866"/>
                <a:gd name="connsiteX7" fmla="*/ 16614 w 46007"/>
                <a:gd name="connsiteY7" fmla="*/ 6384 h 100866"/>
                <a:gd name="connsiteX8" fmla="*/ 16614 w 46007"/>
                <a:gd name="connsiteY8" fmla="*/ 12129 h 100866"/>
                <a:gd name="connsiteX9" fmla="*/ 0 w 46007"/>
                <a:gd name="connsiteY9" fmla="*/ 33835 h 100866"/>
                <a:gd name="connsiteX10" fmla="*/ 23004 w 46007"/>
                <a:gd name="connsiteY10" fmla="*/ 56817 h 100866"/>
                <a:gd name="connsiteX11" fmla="*/ 33227 w 46007"/>
                <a:gd name="connsiteY11" fmla="*/ 67032 h 100866"/>
                <a:gd name="connsiteX12" fmla="*/ 23004 w 46007"/>
                <a:gd name="connsiteY12" fmla="*/ 77246 h 100866"/>
                <a:gd name="connsiteX13" fmla="*/ 12780 w 46007"/>
                <a:gd name="connsiteY13" fmla="*/ 67032 h 100866"/>
                <a:gd name="connsiteX14" fmla="*/ 6390 w 46007"/>
                <a:gd name="connsiteY14" fmla="*/ 60648 h 100866"/>
                <a:gd name="connsiteX15" fmla="*/ 0 w 46007"/>
                <a:gd name="connsiteY15" fmla="*/ 67032 h 100866"/>
                <a:gd name="connsiteX16" fmla="*/ 16614 w 46007"/>
                <a:gd name="connsiteY16" fmla="*/ 88737 h 100866"/>
                <a:gd name="connsiteX17" fmla="*/ 16614 w 46007"/>
                <a:gd name="connsiteY17" fmla="*/ 94483 h 100866"/>
                <a:gd name="connsiteX18" fmla="*/ 23004 w 46007"/>
                <a:gd name="connsiteY18" fmla="*/ 100867 h 100866"/>
                <a:gd name="connsiteX19" fmla="*/ 29394 w 46007"/>
                <a:gd name="connsiteY19" fmla="*/ 94483 h 100866"/>
                <a:gd name="connsiteX20" fmla="*/ 29394 w 46007"/>
                <a:gd name="connsiteY20" fmla="*/ 88737 h 100866"/>
                <a:gd name="connsiteX21" fmla="*/ 46007 w 46007"/>
                <a:gd name="connsiteY21" fmla="*/ 67032 h 100866"/>
                <a:gd name="connsiteX22" fmla="*/ 23004 w 46007"/>
                <a:gd name="connsiteY22" fmla="*/ 44049 h 100866"/>
                <a:gd name="connsiteX23" fmla="*/ 12780 w 46007"/>
                <a:gd name="connsiteY23" fmla="*/ 33835 h 100866"/>
                <a:gd name="connsiteX24" fmla="*/ 23004 w 46007"/>
                <a:gd name="connsiteY24" fmla="*/ 23620 h 10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007" h="100866">
                  <a:moveTo>
                    <a:pt x="23004" y="23620"/>
                  </a:moveTo>
                  <a:cubicBezTo>
                    <a:pt x="28755" y="23620"/>
                    <a:pt x="33227" y="28089"/>
                    <a:pt x="33227" y="33835"/>
                  </a:cubicBezTo>
                  <a:cubicBezTo>
                    <a:pt x="33227" y="37665"/>
                    <a:pt x="35783" y="40219"/>
                    <a:pt x="39617" y="40219"/>
                  </a:cubicBezTo>
                  <a:cubicBezTo>
                    <a:pt x="43451" y="40219"/>
                    <a:pt x="46007" y="37665"/>
                    <a:pt x="46007" y="33835"/>
                  </a:cubicBezTo>
                  <a:cubicBezTo>
                    <a:pt x="46007" y="23620"/>
                    <a:pt x="38978" y="14683"/>
                    <a:pt x="29394" y="12129"/>
                  </a:cubicBezTo>
                  <a:lnTo>
                    <a:pt x="29394" y="6384"/>
                  </a:lnTo>
                  <a:cubicBezTo>
                    <a:pt x="29394" y="2553"/>
                    <a:pt x="26837" y="0"/>
                    <a:pt x="23004" y="0"/>
                  </a:cubicBezTo>
                  <a:cubicBezTo>
                    <a:pt x="19170" y="0"/>
                    <a:pt x="16614" y="2553"/>
                    <a:pt x="16614" y="6384"/>
                  </a:cubicBezTo>
                  <a:lnTo>
                    <a:pt x="16614" y="12129"/>
                  </a:lnTo>
                  <a:cubicBezTo>
                    <a:pt x="7029" y="14683"/>
                    <a:pt x="0" y="23620"/>
                    <a:pt x="0" y="33835"/>
                  </a:cubicBezTo>
                  <a:cubicBezTo>
                    <a:pt x="0" y="46603"/>
                    <a:pt x="10224" y="56817"/>
                    <a:pt x="23004" y="56817"/>
                  </a:cubicBezTo>
                  <a:cubicBezTo>
                    <a:pt x="28755" y="56817"/>
                    <a:pt x="33227" y="61286"/>
                    <a:pt x="33227" y="67032"/>
                  </a:cubicBezTo>
                  <a:cubicBezTo>
                    <a:pt x="33227" y="72777"/>
                    <a:pt x="28755" y="77246"/>
                    <a:pt x="23004" y="77246"/>
                  </a:cubicBezTo>
                  <a:cubicBezTo>
                    <a:pt x="17253" y="77246"/>
                    <a:pt x="12780" y="72777"/>
                    <a:pt x="12780" y="67032"/>
                  </a:cubicBezTo>
                  <a:cubicBezTo>
                    <a:pt x="12780" y="63201"/>
                    <a:pt x="10224" y="60648"/>
                    <a:pt x="6390" y="60648"/>
                  </a:cubicBezTo>
                  <a:cubicBezTo>
                    <a:pt x="2556" y="60648"/>
                    <a:pt x="0" y="63201"/>
                    <a:pt x="0" y="67032"/>
                  </a:cubicBezTo>
                  <a:cubicBezTo>
                    <a:pt x="0" y="77246"/>
                    <a:pt x="7029" y="86184"/>
                    <a:pt x="16614" y="88737"/>
                  </a:cubicBezTo>
                  <a:lnTo>
                    <a:pt x="16614" y="94483"/>
                  </a:lnTo>
                  <a:cubicBezTo>
                    <a:pt x="16614" y="98313"/>
                    <a:pt x="19170" y="100867"/>
                    <a:pt x="23004" y="100867"/>
                  </a:cubicBezTo>
                  <a:cubicBezTo>
                    <a:pt x="26837" y="100867"/>
                    <a:pt x="29394" y="98313"/>
                    <a:pt x="29394" y="94483"/>
                  </a:cubicBezTo>
                  <a:lnTo>
                    <a:pt x="29394" y="88737"/>
                  </a:lnTo>
                  <a:cubicBezTo>
                    <a:pt x="38978" y="86184"/>
                    <a:pt x="46007" y="77246"/>
                    <a:pt x="46007" y="67032"/>
                  </a:cubicBezTo>
                  <a:cubicBezTo>
                    <a:pt x="46007" y="54264"/>
                    <a:pt x="35783" y="44049"/>
                    <a:pt x="23004" y="44049"/>
                  </a:cubicBezTo>
                  <a:cubicBezTo>
                    <a:pt x="17253" y="44049"/>
                    <a:pt x="12780" y="39580"/>
                    <a:pt x="12780" y="33835"/>
                  </a:cubicBezTo>
                  <a:cubicBezTo>
                    <a:pt x="13419" y="28089"/>
                    <a:pt x="17891" y="23620"/>
                    <a:pt x="23004" y="23620"/>
                  </a:cubicBezTo>
                  <a:close/>
                </a:path>
              </a:pathLst>
            </a:custGeom>
            <a:solidFill>
              <a:srgbClr val="007680"/>
            </a:solidFill>
            <a:ln w="6390" cap="flat">
              <a:noFill/>
              <a:prstDash val="solid"/>
              <a:miter/>
            </a:ln>
          </p:spPr>
          <p:txBody>
            <a:bodyPr rtlCol="0" anchor="ctr"/>
            <a:lstStyle/>
            <a:p>
              <a:endParaRPr lang="en-US"/>
            </a:p>
          </p:txBody>
        </p:sp>
        <p:sp>
          <p:nvSpPr>
            <p:cNvPr id="585" name="Graphic 4">
              <a:extLst>
                <a:ext uri="{FF2B5EF4-FFF2-40B4-BE49-F238E27FC236}">
                  <a16:creationId xmlns:a16="http://schemas.microsoft.com/office/drawing/2014/main" id="{EF15D8F6-3A58-6148-AA0F-482BBE821C96}"/>
                </a:ext>
              </a:extLst>
            </p:cNvPr>
            <p:cNvSpPr/>
            <p:nvPr/>
          </p:nvSpPr>
          <p:spPr>
            <a:xfrm>
              <a:off x="7876875" y="3417508"/>
              <a:ext cx="144413" cy="177474"/>
            </a:xfrm>
            <a:custGeom>
              <a:avLst/>
              <a:gdLst>
                <a:gd name="connsiteX0" fmla="*/ 72207 w 144413"/>
                <a:gd name="connsiteY0" fmla="*/ 95121 h 177474"/>
                <a:gd name="connsiteX1" fmla="*/ 78597 w 144413"/>
                <a:gd name="connsiteY1" fmla="*/ 88737 h 177474"/>
                <a:gd name="connsiteX2" fmla="*/ 72207 w 144413"/>
                <a:gd name="connsiteY2" fmla="*/ 82353 h 177474"/>
                <a:gd name="connsiteX3" fmla="*/ 12780 w 144413"/>
                <a:gd name="connsiteY3" fmla="*/ 61286 h 177474"/>
                <a:gd name="connsiteX4" fmla="*/ 12780 w 144413"/>
                <a:gd name="connsiteY4" fmla="*/ 53625 h 177474"/>
                <a:gd name="connsiteX5" fmla="*/ 72207 w 144413"/>
                <a:gd name="connsiteY5" fmla="*/ 67670 h 177474"/>
                <a:gd name="connsiteX6" fmla="*/ 144413 w 144413"/>
                <a:gd name="connsiteY6" fmla="*/ 33835 h 177474"/>
                <a:gd name="connsiteX7" fmla="*/ 72207 w 144413"/>
                <a:gd name="connsiteY7" fmla="*/ 0 h 177474"/>
                <a:gd name="connsiteX8" fmla="*/ 0 w 144413"/>
                <a:gd name="connsiteY8" fmla="*/ 33835 h 177474"/>
                <a:gd name="connsiteX9" fmla="*/ 0 w 144413"/>
                <a:gd name="connsiteY9" fmla="*/ 143640 h 177474"/>
                <a:gd name="connsiteX10" fmla="*/ 72207 w 144413"/>
                <a:gd name="connsiteY10" fmla="*/ 177475 h 177474"/>
                <a:gd name="connsiteX11" fmla="*/ 78597 w 144413"/>
                <a:gd name="connsiteY11" fmla="*/ 171091 h 177474"/>
                <a:gd name="connsiteX12" fmla="*/ 72207 w 144413"/>
                <a:gd name="connsiteY12" fmla="*/ 164707 h 177474"/>
                <a:gd name="connsiteX13" fmla="*/ 12780 w 144413"/>
                <a:gd name="connsiteY13" fmla="*/ 143640 h 177474"/>
                <a:gd name="connsiteX14" fmla="*/ 12780 w 144413"/>
                <a:gd name="connsiteY14" fmla="*/ 135979 h 177474"/>
                <a:gd name="connsiteX15" fmla="*/ 66456 w 144413"/>
                <a:gd name="connsiteY15" fmla="*/ 150024 h 177474"/>
                <a:gd name="connsiteX16" fmla="*/ 66456 w 144413"/>
                <a:gd name="connsiteY16" fmla="*/ 150024 h 177474"/>
                <a:gd name="connsiteX17" fmla="*/ 72845 w 144413"/>
                <a:gd name="connsiteY17" fmla="*/ 143640 h 177474"/>
                <a:gd name="connsiteX18" fmla="*/ 66456 w 144413"/>
                <a:gd name="connsiteY18" fmla="*/ 137256 h 177474"/>
                <a:gd name="connsiteX19" fmla="*/ 12141 w 144413"/>
                <a:gd name="connsiteY19" fmla="*/ 116189 h 177474"/>
                <a:gd name="connsiteX20" fmla="*/ 12141 w 144413"/>
                <a:gd name="connsiteY20" fmla="*/ 108528 h 177474"/>
                <a:gd name="connsiteX21" fmla="*/ 65817 w 144413"/>
                <a:gd name="connsiteY21" fmla="*/ 122573 h 177474"/>
                <a:gd name="connsiteX22" fmla="*/ 65817 w 144413"/>
                <a:gd name="connsiteY22" fmla="*/ 122573 h 177474"/>
                <a:gd name="connsiteX23" fmla="*/ 72207 w 144413"/>
                <a:gd name="connsiteY23" fmla="*/ 116189 h 177474"/>
                <a:gd name="connsiteX24" fmla="*/ 65817 w 144413"/>
                <a:gd name="connsiteY24" fmla="*/ 109805 h 177474"/>
                <a:gd name="connsiteX25" fmla="*/ 11502 w 144413"/>
                <a:gd name="connsiteY25" fmla="*/ 88737 h 177474"/>
                <a:gd name="connsiteX26" fmla="*/ 11502 w 144413"/>
                <a:gd name="connsiteY26" fmla="*/ 81077 h 177474"/>
                <a:gd name="connsiteX27" fmla="*/ 72207 w 144413"/>
                <a:gd name="connsiteY27" fmla="*/ 95121 h 177474"/>
                <a:gd name="connsiteX28" fmla="*/ 72207 w 144413"/>
                <a:gd name="connsiteY28" fmla="*/ 12768 h 177474"/>
                <a:gd name="connsiteX29" fmla="*/ 131633 w 144413"/>
                <a:gd name="connsiteY29" fmla="*/ 33835 h 177474"/>
                <a:gd name="connsiteX30" fmla="*/ 72207 w 144413"/>
                <a:gd name="connsiteY30" fmla="*/ 54902 h 177474"/>
                <a:gd name="connsiteX31" fmla="*/ 12780 w 144413"/>
                <a:gd name="connsiteY31" fmla="*/ 33835 h 177474"/>
                <a:gd name="connsiteX32" fmla="*/ 72207 w 144413"/>
                <a:gd name="connsiteY32" fmla="*/ 12768 h 177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44413" h="177474">
                  <a:moveTo>
                    <a:pt x="72207" y="95121"/>
                  </a:moveTo>
                  <a:cubicBezTo>
                    <a:pt x="76040" y="95121"/>
                    <a:pt x="78597" y="92568"/>
                    <a:pt x="78597" y="88737"/>
                  </a:cubicBezTo>
                  <a:cubicBezTo>
                    <a:pt x="78597" y="84907"/>
                    <a:pt x="76040" y="82353"/>
                    <a:pt x="72207" y="82353"/>
                  </a:cubicBezTo>
                  <a:cubicBezTo>
                    <a:pt x="35145" y="82353"/>
                    <a:pt x="12780" y="70224"/>
                    <a:pt x="12780" y="61286"/>
                  </a:cubicBezTo>
                  <a:lnTo>
                    <a:pt x="12780" y="53625"/>
                  </a:lnTo>
                  <a:cubicBezTo>
                    <a:pt x="26838" y="62563"/>
                    <a:pt x="49842" y="67670"/>
                    <a:pt x="72207" y="67670"/>
                  </a:cubicBezTo>
                  <a:cubicBezTo>
                    <a:pt x="107351" y="67670"/>
                    <a:pt x="144413" y="55541"/>
                    <a:pt x="144413" y="33835"/>
                  </a:cubicBezTo>
                  <a:cubicBezTo>
                    <a:pt x="144413" y="12129"/>
                    <a:pt x="107351" y="0"/>
                    <a:pt x="72207" y="0"/>
                  </a:cubicBezTo>
                  <a:cubicBezTo>
                    <a:pt x="37062" y="0"/>
                    <a:pt x="0" y="12129"/>
                    <a:pt x="0" y="33835"/>
                  </a:cubicBezTo>
                  <a:lnTo>
                    <a:pt x="0" y="143640"/>
                  </a:lnTo>
                  <a:cubicBezTo>
                    <a:pt x="0" y="165345"/>
                    <a:pt x="37062" y="177475"/>
                    <a:pt x="72207" y="177475"/>
                  </a:cubicBezTo>
                  <a:cubicBezTo>
                    <a:pt x="76040" y="177475"/>
                    <a:pt x="78597" y="174921"/>
                    <a:pt x="78597" y="171091"/>
                  </a:cubicBezTo>
                  <a:cubicBezTo>
                    <a:pt x="78597" y="167260"/>
                    <a:pt x="76040" y="164707"/>
                    <a:pt x="72207" y="164707"/>
                  </a:cubicBezTo>
                  <a:cubicBezTo>
                    <a:pt x="35784" y="164707"/>
                    <a:pt x="12780" y="152577"/>
                    <a:pt x="12780" y="143640"/>
                  </a:cubicBezTo>
                  <a:lnTo>
                    <a:pt x="12780" y="135979"/>
                  </a:lnTo>
                  <a:cubicBezTo>
                    <a:pt x="24282" y="144278"/>
                    <a:pt x="43452" y="149385"/>
                    <a:pt x="66456" y="150024"/>
                  </a:cubicBezTo>
                  <a:cubicBezTo>
                    <a:pt x="66456" y="150024"/>
                    <a:pt x="66456" y="150024"/>
                    <a:pt x="66456" y="150024"/>
                  </a:cubicBezTo>
                  <a:cubicBezTo>
                    <a:pt x="69650" y="150024"/>
                    <a:pt x="72845" y="147470"/>
                    <a:pt x="72845" y="143640"/>
                  </a:cubicBezTo>
                  <a:cubicBezTo>
                    <a:pt x="72845" y="139809"/>
                    <a:pt x="70289" y="137256"/>
                    <a:pt x="66456" y="137256"/>
                  </a:cubicBezTo>
                  <a:cubicBezTo>
                    <a:pt x="31311" y="135979"/>
                    <a:pt x="12141" y="124488"/>
                    <a:pt x="12141" y="116189"/>
                  </a:cubicBezTo>
                  <a:lnTo>
                    <a:pt x="12141" y="108528"/>
                  </a:lnTo>
                  <a:cubicBezTo>
                    <a:pt x="23643" y="116827"/>
                    <a:pt x="42813" y="121934"/>
                    <a:pt x="65817" y="122573"/>
                  </a:cubicBezTo>
                  <a:cubicBezTo>
                    <a:pt x="65817" y="122573"/>
                    <a:pt x="65817" y="122573"/>
                    <a:pt x="65817" y="122573"/>
                  </a:cubicBezTo>
                  <a:cubicBezTo>
                    <a:pt x="69012" y="122573"/>
                    <a:pt x="72207" y="120019"/>
                    <a:pt x="72207" y="116189"/>
                  </a:cubicBezTo>
                  <a:cubicBezTo>
                    <a:pt x="72207" y="112358"/>
                    <a:pt x="69650" y="109805"/>
                    <a:pt x="65817" y="109805"/>
                  </a:cubicBezTo>
                  <a:cubicBezTo>
                    <a:pt x="30672" y="108528"/>
                    <a:pt x="11502" y="97037"/>
                    <a:pt x="11502" y="88737"/>
                  </a:cubicBezTo>
                  <a:lnTo>
                    <a:pt x="11502" y="81077"/>
                  </a:lnTo>
                  <a:cubicBezTo>
                    <a:pt x="26838" y="90653"/>
                    <a:pt x="49842" y="95121"/>
                    <a:pt x="72207" y="95121"/>
                  </a:cubicBezTo>
                  <a:close/>
                  <a:moveTo>
                    <a:pt x="72207" y="12768"/>
                  </a:moveTo>
                  <a:cubicBezTo>
                    <a:pt x="108629" y="12768"/>
                    <a:pt x="131633" y="25536"/>
                    <a:pt x="131633" y="33835"/>
                  </a:cubicBezTo>
                  <a:cubicBezTo>
                    <a:pt x="131633" y="42773"/>
                    <a:pt x="109269" y="54902"/>
                    <a:pt x="72207" y="54902"/>
                  </a:cubicBezTo>
                  <a:cubicBezTo>
                    <a:pt x="35145" y="54902"/>
                    <a:pt x="12780" y="42773"/>
                    <a:pt x="12780" y="33835"/>
                  </a:cubicBezTo>
                  <a:cubicBezTo>
                    <a:pt x="12780" y="25536"/>
                    <a:pt x="35784" y="12768"/>
                    <a:pt x="72207" y="12768"/>
                  </a:cubicBezTo>
                  <a:close/>
                </a:path>
              </a:pathLst>
            </a:custGeom>
            <a:solidFill>
              <a:srgbClr val="007680"/>
            </a:solidFill>
            <a:ln w="6390" cap="flat">
              <a:noFill/>
              <a:prstDash val="solid"/>
              <a:miter/>
            </a:ln>
          </p:spPr>
          <p:txBody>
            <a:bodyPr rtlCol="0" anchor="ctr"/>
            <a:lstStyle/>
            <a:p>
              <a:endParaRPr lang="en-US"/>
            </a:p>
          </p:txBody>
        </p:sp>
      </p:grpSp>
      <p:grpSp>
        <p:nvGrpSpPr>
          <p:cNvPr id="586" name="Graphic 4">
            <a:extLst>
              <a:ext uri="{FF2B5EF4-FFF2-40B4-BE49-F238E27FC236}">
                <a16:creationId xmlns:a16="http://schemas.microsoft.com/office/drawing/2014/main" id="{C0ECF393-8F34-3B49-8877-10A26DDC4769}"/>
              </a:ext>
            </a:extLst>
          </p:cNvPr>
          <p:cNvGrpSpPr/>
          <p:nvPr/>
        </p:nvGrpSpPr>
        <p:grpSpPr>
          <a:xfrm>
            <a:off x="8841116" y="1402085"/>
            <a:ext cx="361670" cy="361333"/>
            <a:chOff x="8841116" y="1402085"/>
            <a:chExt cx="361670" cy="361333"/>
          </a:xfrm>
          <a:solidFill>
            <a:srgbClr val="007680"/>
          </a:solidFill>
        </p:grpSpPr>
        <p:sp>
          <p:nvSpPr>
            <p:cNvPr id="587" name="Graphic 4">
              <a:extLst>
                <a:ext uri="{FF2B5EF4-FFF2-40B4-BE49-F238E27FC236}">
                  <a16:creationId xmlns:a16="http://schemas.microsoft.com/office/drawing/2014/main" id="{20C33CB0-A966-8B45-AF7B-6367C13776CA}"/>
                </a:ext>
              </a:extLst>
            </p:cNvPr>
            <p:cNvSpPr/>
            <p:nvPr/>
          </p:nvSpPr>
          <p:spPr>
            <a:xfrm>
              <a:off x="8841116" y="1402085"/>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3" y="361333"/>
                    <a:pt x="180836" y="361333"/>
                  </a:cubicBezTo>
                  <a:cubicBezTo>
                    <a:pt x="280518" y="361333"/>
                    <a:pt x="361670" y="280257"/>
                    <a:pt x="361670" y="180667"/>
                  </a:cubicBezTo>
                  <a:cubicBezTo>
                    <a:pt x="361670"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9530" y="273873"/>
                    <a:pt x="274128" y="349204"/>
                    <a:pt x="180836" y="349204"/>
                  </a:cubicBezTo>
                  <a:close/>
                </a:path>
              </a:pathLst>
            </a:custGeom>
            <a:solidFill>
              <a:srgbClr val="007680"/>
            </a:solidFill>
            <a:ln w="6390" cap="flat">
              <a:noFill/>
              <a:prstDash val="solid"/>
              <a:miter/>
            </a:ln>
          </p:spPr>
          <p:txBody>
            <a:bodyPr rtlCol="0" anchor="ctr"/>
            <a:lstStyle/>
            <a:p>
              <a:endParaRPr lang="en-US"/>
            </a:p>
          </p:txBody>
        </p:sp>
        <p:sp>
          <p:nvSpPr>
            <p:cNvPr id="588" name="Graphic 4">
              <a:extLst>
                <a:ext uri="{FF2B5EF4-FFF2-40B4-BE49-F238E27FC236}">
                  <a16:creationId xmlns:a16="http://schemas.microsoft.com/office/drawing/2014/main" id="{4EDF8829-34CE-8043-83A6-05B9AC6A7E20}"/>
                </a:ext>
              </a:extLst>
            </p:cNvPr>
            <p:cNvSpPr/>
            <p:nvPr/>
          </p:nvSpPr>
          <p:spPr>
            <a:xfrm>
              <a:off x="8977861" y="1560407"/>
              <a:ext cx="77318" cy="90652"/>
            </a:xfrm>
            <a:custGeom>
              <a:avLst/>
              <a:gdLst>
                <a:gd name="connsiteX0" fmla="*/ 43452 w 77318"/>
                <a:gd name="connsiteY0" fmla="*/ 12768 h 90652"/>
                <a:gd name="connsiteX1" fmla="*/ 47925 w 77318"/>
                <a:gd name="connsiteY1" fmla="*/ 12768 h 90652"/>
                <a:gd name="connsiteX2" fmla="*/ 64538 w 77318"/>
                <a:gd name="connsiteY2" fmla="*/ 29366 h 90652"/>
                <a:gd name="connsiteX3" fmla="*/ 70928 w 77318"/>
                <a:gd name="connsiteY3" fmla="*/ 35750 h 90652"/>
                <a:gd name="connsiteX4" fmla="*/ 77318 w 77318"/>
                <a:gd name="connsiteY4" fmla="*/ 29366 h 90652"/>
                <a:gd name="connsiteX5" fmla="*/ 47925 w 77318"/>
                <a:gd name="connsiteY5" fmla="*/ 0 h 90652"/>
                <a:gd name="connsiteX6" fmla="*/ 43452 w 77318"/>
                <a:gd name="connsiteY6" fmla="*/ 0 h 90652"/>
                <a:gd name="connsiteX7" fmla="*/ 14058 w 77318"/>
                <a:gd name="connsiteY7" fmla="*/ 29366 h 90652"/>
                <a:gd name="connsiteX8" fmla="*/ 14058 w 77318"/>
                <a:gd name="connsiteY8" fmla="*/ 31920 h 90652"/>
                <a:gd name="connsiteX9" fmla="*/ 6390 w 77318"/>
                <a:gd name="connsiteY9" fmla="*/ 31920 h 90652"/>
                <a:gd name="connsiteX10" fmla="*/ 0 w 77318"/>
                <a:gd name="connsiteY10" fmla="*/ 38304 h 90652"/>
                <a:gd name="connsiteX11" fmla="*/ 6390 w 77318"/>
                <a:gd name="connsiteY11" fmla="*/ 44688 h 90652"/>
                <a:gd name="connsiteX12" fmla="*/ 14058 w 77318"/>
                <a:gd name="connsiteY12" fmla="*/ 44688 h 90652"/>
                <a:gd name="connsiteX13" fmla="*/ 14058 w 77318"/>
                <a:gd name="connsiteY13" fmla="*/ 50433 h 90652"/>
                <a:gd name="connsiteX14" fmla="*/ 6390 w 77318"/>
                <a:gd name="connsiteY14" fmla="*/ 50433 h 90652"/>
                <a:gd name="connsiteX15" fmla="*/ 0 w 77318"/>
                <a:gd name="connsiteY15" fmla="*/ 56817 h 90652"/>
                <a:gd name="connsiteX16" fmla="*/ 6390 w 77318"/>
                <a:gd name="connsiteY16" fmla="*/ 63201 h 90652"/>
                <a:gd name="connsiteX17" fmla="*/ 14058 w 77318"/>
                <a:gd name="connsiteY17" fmla="*/ 63201 h 90652"/>
                <a:gd name="connsiteX18" fmla="*/ 43452 w 77318"/>
                <a:gd name="connsiteY18" fmla="*/ 90653 h 90652"/>
                <a:gd name="connsiteX19" fmla="*/ 47925 w 77318"/>
                <a:gd name="connsiteY19" fmla="*/ 90653 h 90652"/>
                <a:gd name="connsiteX20" fmla="*/ 77318 w 77318"/>
                <a:gd name="connsiteY20" fmla="*/ 61286 h 90652"/>
                <a:gd name="connsiteX21" fmla="*/ 70928 w 77318"/>
                <a:gd name="connsiteY21" fmla="*/ 54902 h 90652"/>
                <a:gd name="connsiteX22" fmla="*/ 64538 w 77318"/>
                <a:gd name="connsiteY22" fmla="*/ 61286 h 90652"/>
                <a:gd name="connsiteX23" fmla="*/ 47925 w 77318"/>
                <a:gd name="connsiteY23" fmla="*/ 77885 h 90652"/>
                <a:gd name="connsiteX24" fmla="*/ 43452 w 77318"/>
                <a:gd name="connsiteY24" fmla="*/ 77885 h 90652"/>
                <a:gd name="connsiteX25" fmla="*/ 26837 w 77318"/>
                <a:gd name="connsiteY25" fmla="*/ 63201 h 90652"/>
                <a:gd name="connsiteX26" fmla="*/ 47925 w 77318"/>
                <a:gd name="connsiteY26" fmla="*/ 63201 h 90652"/>
                <a:gd name="connsiteX27" fmla="*/ 54314 w 77318"/>
                <a:gd name="connsiteY27" fmla="*/ 56817 h 90652"/>
                <a:gd name="connsiteX28" fmla="*/ 47925 w 77318"/>
                <a:gd name="connsiteY28" fmla="*/ 50433 h 90652"/>
                <a:gd name="connsiteX29" fmla="*/ 26837 w 77318"/>
                <a:gd name="connsiteY29" fmla="*/ 50433 h 90652"/>
                <a:gd name="connsiteX30" fmla="*/ 26837 w 77318"/>
                <a:gd name="connsiteY30" fmla="*/ 44688 h 90652"/>
                <a:gd name="connsiteX31" fmla="*/ 47925 w 77318"/>
                <a:gd name="connsiteY31" fmla="*/ 44688 h 90652"/>
                <a:gd name="connsiteX32" fmla="*/ 54314 w 77318"/>
                <a:gd name="connsiteY32" fmla="*/ 38304 h 90652"/>
                <a:gd name="connsiteX33" fmla="*/ 47925 w 77318"/>
                <a:gd name="connsiteY33" fmla="*/ 31920 h 90652"/>
                <a:gd name="connsiteX34" fmla="*/ 26837 w 77318"/>
                <a:gd name="connsiteY34" fmla="*/ 31920 h 90652"/>
                <a:gd name="connsiteX35" fmla="*/ 26837 w 77318"/>
                <a:gd name="connsiteY35" fmla="*/ 29366 h 90652"/>
                <a:gd name="connsiteX36" fmla="*/ 43452 w 77318"/>
                <a:gd name="connsiteY36" fmla="*/ 12768 h 90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7318" h="90652">
                  <a:moveTo>
                    <a:pt x="43452" y="12768"/>
                  </a:moveTo>
                  <a:lnTo>
                    <a:pt x="47925" y="12768"/>
                  </a:lnTo>
                  <a:cubicBezTo>
                    <a:pt x="56871" y="12768"/>
                    <a:pt x="64538" y="20429"/>
                    <a:pt x="64538" y="29366"/>
                  </a:cubicBezTo>
                  <a:cubicBezTo>
                    <a:pt x="64538" y="33197"/>
                    <a:pt x="67094" y="35750"/>
                    <a:pt x="70928" y="35750"/>
                  </a:cubicBezTo>
                  <a:cubicBezTo>
                    <a:pt x="74762" y="35750"/>
                    <a:pt x="77318" y="33197"/>
                    <a:pt x="77318" y="29366"/>
                  </a:cubicBezTo>
                  <a:cubicBezTo>
                    <a:pt x="77318" y="13406"/>
                    <a:pt x="63899" y="0"/>
                    <a:pt x="47925" y="0"/>
                  </a:cubicBezTo>
                  <a:lnTo>
                    <a:pt x="43452" y="0"/>
                  </a:lnTo>
                  <a:cubicBezTo>
                    <a:pt x="27477" y="0"/>
                    <a:pt x="14058" y="13406"/>
                    <a:pt x="14058" y="29366"/>
                  </a:cubicBezTo>
                  <a:lnTo>
                    <a:pt x="14058" y="31920"/>
                  </a:lnTo>
                  <a:lnTo>
                    <a:pt x="6390" y="31920"/>
                  </a:lnTo>
                  <a:cubicBezTo>
                    <a:pt x="2556" y="31920"/>
                    <a:pt x="0" y="34473"/>
                    <a:pt x="0" y="38304"/>
                  </a:cubicBezTo>
                  <a:cubicBezTo>
                    <a:pt x="0" y="42134"/>
                    <a:pt x="2556" y="44688"/>
                    <a:pt x="6390" y="44688"/>
                  </a:cubicBezTo>
                  <a:lnTo>
                    <a:pt x="14058" y="44688"/>
                  </a:lnTo>
                  <a:lnTo>
                    <a:pt x="14058" y="50433"/>
                  </a:lnTo>
                  <a:lnTo>
                    <a:pt x="6390" y="50433"/>
                  </a:lnTo>
                  <a:cubicBezTo>
                    <a:pt x="2556" y="50433"/>
                    <a:pt x="0" y="52987"/>
                    <a:pt x="0" y="56817"/>
                  </a:cubicBezTo>
                  <a:cubicBezTo>
                    <a:pt x="0" y="60648"/>
                    <a:pt x="2556" y="63201"/>
                    <a:pt x="6390" y="63201"/>
                  </a:cubicBezTo>
                  <a:lnTo>
                    <a:pt x="14058" y="63201"/>
                  </a:lnTo>
                  <a:cubicBezTo>
                    <a:pt x="14697" y="78523"/>
                    <a:pt x="27477" y="90653"/>
                    <a:pt x="43452" y="90653"/>
                  </a:cubicBezTo>
                  <a:lnTo>
                    <a:pt x="47925" y="90653"/>
                  </a:lnTo>
                  <a:cubicBezTo>
                    <a:pt x="63899" y="90653"/>
                    <a:pt x="77318" y="77246"/>
                    <a:pt x="77318" y="61286"/>
                  </a:cubicBezTo>
                  <a:cubicBezTo>
                    <a:pt x="77318" y="57456"/>
                    <a:pt x="74762" y="54902"/>
                    <a:pt x="70928" y="54902"/>
                  </a:cubicBezTo>
                  <a:cubicBezTo>
                    <a:pt x="67094" y="54902"/>
                    <a:pt x="64538" y="57456"/>
                    <a:pt x="64538" y="61286"/>
                  </a:cubicBezTo>
                  <a:cubicBezTo>
                    <a:pt x="64538" y="70224"/>
                    <a:pt x="56871" y="77885"/>
                    <a:pt x="47925" y="77885"/>
                  </a:cubicBezTo>
                  <a:lnTo>
                    <a:pt x="43452" y="77885"/>
                  </a:lnTo>
                  <a:cubicBezTo>
                    <a:pt x="35145" y="77885"/>
                    <a:pt x="28116" y="71501"/>
                    <a:pt x="26837" y="63201"/>
                  </a:cubicBezTo>
                  <a:lnTo>
                    <a:pt x="47925" y="63201"/>
                  </a:lnTo>
                  <a:cubicBezTo>
                    <a:pt x="51758" y="63201"/>
                    <a:pt x="54314" y="60648"/>
                    <a:pt x="54314" y="56817"/>
                  </a:cubicBezTo>
                  <a:cubicBezTo>
                    <a:pt x="54314" y="52987"/>
                    <a:pt x="51758" y="50433"/>
                    <a:pt x="47925" y="50433"/>
                  </a:cubicBezTo>
                  <a:lnTo>
                    <a:pt x="26837" y="50433"/>
                  </a:lnTo>
                  <a:lnTo>
                    <a:pt x="26837" y="44688"/>
                  </a:lnTo>
                  <a:lnTo>
                    <a:pt x="47925" y="44688"/>
                  </a:lnTo>
                  <a:cubicBezTo>
                    <a:pt x="51758" y="44688"/>
                    <a:pt x="54314" y="42134"/>
                    <a:pt x="54314" y="38304"/>
                  </a:cubicBezTo>
                  <a:cubicBezTo>
                    <a:pt x="54314" y="34473"/>
                    <a:pt x="51758" y="31920"/>
                    <a:pt x="47925" y="31920"/>
                  </a:cubicBezTo>
                  <a:lnTo>
                    <a:pt x="26837" y="31920"/>
                  </a:lnTo>
                  <a:lnTo>
                    <a:pt x="26837" y="29366"/>
                  </a:lnTo>
                  <a:cubicBezTo>
                    <a:pt x="26837" y="20429"/>
                    <a:pt x="34506" y="12768"/>
                    <a:pt x="43452" y="12768"/>
                  </a:cubicBezTo>
                  <a:close/>
                </a:path>
              </a:pathLst>
            </a:custGeom>
            <a:solidFill>
              <a:srgbClr val="007680"/>
            </a:solidFill>
            <a:ln w="6390" cap="flat">
              <a:noFill/>
              <a:prstDash val="solid"/>
              <a:miter/>
            </a:ln>
          </p:spPr>
          <p:txBody>
            <a:bodyPr rtlCol="0" anchor="ctr"/>
            <a:lstStyle/>
            <a:p>
              <a:endParaRPr lang="en-US"/>
            </a:p>
          </p:txBody>
        </p:sp>
        <p:sp>
          <p:nvSpPr>
            <p:cNvPr id="589" name="Graphic 4">
              <a:extLst>
                <a:ext uri="{FF2B5EF4-FFF2-40B4-BE49-F238E27FC236}">
                  <a16:creationId xmlns:a16="http://schemas.microsoft.com/office/drawing/2014/main" id="{1046B22C-DAF7-3A4A-9D07-C504D63AC098}"/>
                </a:ext>
              </a:extLst>
            </p:cNvPr>
            <p:cNvSpPr/>
            <p:nvPr/>
          </p:nvSpPr>
          <p:spPr>
            <a:xfrm>
              <a:off x="8939741" y="1476301"/>
              <a:ext cx="160587" cy="215616"/>
            </a:xfrm>
            <a:custGeom>
              <a:avLst/>
              <a:gdLst>
                <a:gd name="connsiteX0" fmla="*/ 147388 w 160587"/>
                <a:gd name="connsiteY0" fmla="*/ 167098 h 215616"/>
                <a:gd name="connsiteX1" fmla="*/ 148667 w 160587"/>
                <a:gd name="connsiteY1" fmla="*/ 162630 h 215616"/>
                <a:gd name="connsiteX2" fmla="*/ 149305 w 160587"/>
                <a:gd name="connsiteY2" fmla="*/ 160076 h 215616"/>
                <a:gd name="connsiteX3" fmla="*/ 150583 w 160587"/>
                <a:gd name="connsiteY3" fmla="*/ 156246 h 215616"/>
                <a:gd name="connsiteX4" fmla="*/ 153139 w 160587"/>
                <a:gd name="connsiteY4" fmla="*/ 146031 h 215616"/>
                <a:gd name="connsiteX5" fmla="*/ 106492 w 160587"/>
                <a:gd name="connsiteY5" fmla="*/ 44526 h 215616"/>
                <a:gd name="connsiteX6" fmla="*/ 129497 w 160587"/>
                <a:gd name="connsiteY6" fmla="*/ 18352 h 215616"/>
                <a:gd name="connsiteX7" fmla="*/ 130136 w 160587"/>
                <a:gd name="connsiteY7" fmla="*/ 11329 h 215616"/>
                <a:gd name="connsiteX8" fmla="*/ 105215 w 160587"/>
                <a:gd name="connsiteY8" fmla="*/ 477 h 215616"/>
                <a:gd name="connsiteX9" fmla="*/ 81572 w 160587"/>
                <a:gd name="connsiteY9" fmla="*/ 7499 h 215616"/>
                <a:gd name="connsiteX10" fmla="*/ 57929 w 160587"/>
                <a:gd name="connsiteY10" fmla="*/ 477 h 215616"/>
                <a:gd name="connsiteX11" fmla="*/ 33008 w 160587"/>
                <a:gd name="connsiteY11" fmla="*/ 11329 h 215616"/>
                <a:gd name="connsiteX12" fmla="*/ 33648 w 160587"/>
                <a:gd name="connsiteY12" fmla="*/ 18352 h 215616"/>
                <a:gd name="connsiteX13" fmla="*/ 56651 w 160587"/>
                <a:gd name="connsiteY13" fmla="*/ 44526 h 215616"/>
                <a:gd name="connsiteX14" fmla="*/ 10005 w 160587"/>
                <a:gd name="connsiteY14" fmla="*/ 146031 h 215616"/>
                <a:gd name="connsiteX15" fmla="*/ 12561 w 160587"/>
                <a:gd name="connsiteY15" fmla="*/ 156246 h 215616"/>
                <a:gd name="connsiteX16" fmla="*/ 13838 w 160587"/>
                <a:gd name="connsiteY16" fmla="*/ 160076 h 215616"/>
                <a:gd name="connsiteX17" fmla="*/ 14478 w 160587"/>
                <a:gd name="connsiteY17" fmla="*/ 162630 h 215616"/>
                <a:gd name="connsiteX18" fmla="*/ 15756 w 160587"/>
                <a:gd name="connsiteY18" fmla="*/ 167098 h 215616"/>
                <a:gd name="connsiteX19" fmla="*/ 420 w 160587"/>
                <a:gd name="connsiteY19" fmla="*/ 207318 h 215616"/>
                <a:gd name="connsiteX20" fmla="*/ 1058 w 160587"/>
                <a:gd name="connsiteY20" fmla="*/ 213063 h 215616"/>
                <a:gd name="connsiteX21" fmla="*/ 6171 w 160587"/>
                <a:gd name="connsiteY21" fmla="*/ 215617 h 215616"/>
                <a:gd name="connsiteX22" fmla="*/ 154417 w 160587"/>
                <a:gd name="connsiteY22" fmla="*/ 215617 h 215616"/>
                <a:gd name="connsiteX23" fmla="*/ 159529 w 160587"/>
                <a:gd name="connsiteY23" fmla="*/ 213063 h 215616"/>
                <a:gd name="connsiteX24" fmla="*/ 160168 w 160587"/>
                <a:gd name="connsiteY24" fmla="*/ 207318 h 215616"/>
                <a:gd name="connsiteX25" fmla="*/ 147388 w 160587"/>
                <a:gd name="connsiteY25" fmla="*/ 167098 h 215616"/>
                <a:gd name="connsiteX26" fmla="*/ 47705 w 160587"/>
                <a:gd name="connsiteY26" fmla="*/ 13245 h 215616"/>
                <a:gd name="connsiteX27" fmla="*/ 56013 w 160587"/>
                <a:gd name="connsiteY27" fmla="*/ 11968 h 215616"/>
                <a:gd name="connsiteX28" fmla="*/ 79655 w 160587"/>
                <a:gd name="connsiteY28" fmla="*/ 19629 h 215616"/>
                <a:gd name="connsiteX29" fmla="*/ 84767 w 160587"/>
                <a:gd name="connsiteY29" fmla="*/ 19629 h 215616"/>
                <a:gd name="connsiteX30" fmla="*/ 108410 w 160587"/>
                <a:gd name="connsiteY30" fmla="*/ 11968 h 215616"/>
                <a:gd name="connsiteX31" fmla="*/ 116717 w 160587"/>
                <a:gd name="connsiteY31" fmla="*/ 13245 h 215616"/>
                <a:gd name="connsiteX32" fmla="*/ 94352 w 160587"/>
                <a:gd name="connsiteY32" fmla="*/ 38142 h 215616"/>
                <a:gd name="connsiteX33" fmla="*/ 69431 w 160587"/>
                <a:gd name="connsiteY33" fmla="*/ 38142 h 215616"/>
                <a:gd name="connsiteX34" fmla="*/ 47705 w 160587"/>
                <a:gd name="connsiteY34" fmla="*/ 13245 h 215616"/>
                <a:gd name="connsiteX35" fmla="*/ 17673 w 160587"/>
                <a:gd name="connsiteY35" fmla="*/ 202849 h 215616"/>
                <a:gd name="connsiteX36" fmla="*/ 29813 w 160587"/>
                <a:gd name="connsiteY36" fmla="*/ 170290 h 215616"/>
                <a:gd name="connsiteX37" fmla="*/ 30453 w 160587"/>
                <a:gd name="connsiteY37" fmla="*/ 167737 h 215616"/>
                <a:gd name="connsiteX38" fmla="*/ 27897 w 160587"/>
                <a:gd name="connsiteY38" fmla="*/ 158161 h 215616"/>
                <a:gd name="connsiteX39" fmla="*/ 27258 w 160587"/>
                <a:gd name="connsiteY39" fmla="*/ 155607 h 215616"/>
                <a:gd name="connsiteX40" fmla="*/ 25979 w 160587"/>
                <a:gd name="connsiteY40" fmla="*/ 151139 h 215616"/>
                <a:gd name="connsiteX41" fmla="*/ 23423 w 160587"/>
                <a:gd name="connsiteY41" fmla="*/ 143478 h 215616"/>
                <a:gd name="connsiteX42" fmla="*/ 68792 w 160587"/>
                <a:gd name="connsiteY42" fmla="*/ 50910 h 215616"/>
                <a:gd name="connsiteX43" fmla="*/ 94991 w 160587"/>
                <a:gd name="connsiteY43" fmla="*/ 50910 h 215616"/>
                <a:gd name="connsiteX44" fmla="*/ 140359 w 160587"/>
                <a:gd name="connsiteY44" fmla="*/ 143478 h 215616"/>
                <a:gd name="connsiteX45" fmla="*/ 137803 w 160587"/>
                <a:gd name="connsiteY45" fmla="*/ 151139 h 215616"/>
                <a:gd name="connsiteX46" fmla="*/ 136526 w 160587"/>
                <a:gd name="connsiteY46" fmla="*/ 155607 h 215616"/>
                <a:gd name="connsiteX47" fmla="*/ 135887 w 160587"/>
                <a:gd name="connsiteY47" fmla="*/ 158161 h 215616"/>
                <a:gd name="connsiteX48" fmla="*/ 133331 w 160587"/>
                <a:gd name="connsiteY48" fmla="*/ 167737 h 215616"/>
                <a:gd name="connsiteX49" fmla="*/ 133969 w 160587"/>
                <a:gd name="connsiteY49" fmla="*/ 170290 h 215616"/>
                <a:gd name="connsiteX50" fmla="*/ 146111 w 160587"/>
                <a:gd name="connsiteY50" fmla="*/ 202849 h 215616"/>
                <a:gd name="connsiteX51" fmla="*/ 17673 w 160587"/>
                <a:gd name="connsiteY51" fmla="*/ 202849 h 21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0587" h="215616">
                  <a:moveTo>
                    <a:pt x="147388" y="167098"/>
                  </a:moveTo>
                  <a:cubicBezTo>
                    <a:pt x="147388" y="165822"/>
                    <a:pt x="148027" y="163906"/>
                    <a:pt x="148667" y="162630"/>
                  </a:cubicBezTo>
                  <a:cubicBezTo>
                    <a:pt x="149305" y="161353"/>
                    <a:pt x="149305" y="160715"/>
                    <a:pt x="149305" y="160076"/>
                  </a:cubicBezTo>
                  <a:cubicBezTo>
                    <a:pt x="149944" y="158799"/>
                    <a:pt x="149944" y="157523"/>
                    <a:pt x="150583" y="156246"/>
                  </a:cubicBezTo>
                  <a:cubicBezTo>
                    <a:pt x="151862" y="153054"/>
                    <a:pt x="152500" y="149862"/>
                    <a:pt x="153139" y="146031"/>
                  </a:cubicBezTo>
                  <a:cubicBezTo>
                    <a:pt x="159529" y="109004"/>
                    <a:pt x="135247" y="68147"/>
                    <a:pt x="106492" y="44526"/>
                  </a:cubicBezTo>
                  <a:lnTo>
                    <a:pt x="129497" y="18352"/>
                  </a:lnTo>
                  <a:cubicBezTo>
                    <a:pt x="131413" y="16437"/>
                    <a:pt x="131413" y="13245"/>
                    <a:pt x="130136" y="11329"/>
                  </a:cubicBezTo>
                  <a:cubicBezTo>
                    <a:pt x="127580" y="6222"/>
                    <a:pt x="118633" y="-2077"/>
                    <a:pt x="105215" y="477"/>
                  </a:cubicBezTo>
                  <a:cubicBezTo>
                    <a:pt x="95630" y="2392"/>
                    <a:pt x="86045" y="5584"/>
                    <a:pt x="81572" y="7499"/>
                  </a:cubicBezTo>
                  <a:cubicBezTo>
                    <a:pt x="77099" y="5584"/>
                    <a:pt x="67514" y="2392"/>
                    <a:pt x="57929" y="477"/>
                  </a:cubicBezTo>
                  <a:cubicBezTo>
                    <a:pt x="44510" y="-2077"/>
                    <a:pt x="35564" y="6861"/>
                    <a:pt x="33008" y="11329"/>
                  </a:cubicBezTo>
                  <a:cubicBezTo>
                    <a:pt x="31730" y="13883"/>
                    <a:pt x="32369" y="16437"/>
                    <a:pt x="33648" y="18352"/>
                  </a:cubicBezTo>
                  <a:lnTo>
                    <a:pt x="56651" y="44526"/>
                  </a:lnTo>
                  <a:cubicBezTo>
                    <a:pt x="27897" y="68147"/>
                    <a:pt x="3615" y="109004"/>
                    <a:pt x="10005" y="146031"/>
                  </a:cubicBezTo>
                  <a:cubicBezTo>
                    <a:pt x="10643" y="149862"/>
                    <a:pt x="11922" y="153054"/>
                    <a:pt x="12561" y="156246"/>
                  </a:cubicBezTo>
                  <a:cubicBezTo>
                    <a:pt x="13199" y="157523"/>
                    <a:pt x="13199" y="158799"/>
                    <a:pt x="13838" y="160076"/>
                  </a:cubicBezTo>
                  <a:cubicBezTo>
                    <a:pt x="13838" y="160715"/>
                    <a:pt x="14478" y="161991"/>
                    <a:pt x="14478" y="162630"/>
                  </a:cubicBezTo>
                  <a:cubicBezTo>
                    <a:pt x="15117" y="163906"/>
                    <a:pt x="15756" y="165822"/>
                    <a:pt x="15756" y="167098"/>
                  </a:cubicBezTo>
                  <a:lnTo>
                    <a:pt x="420" y="207318"/>
                  </a:lnTo>
                  <a:cubicBezTo>
                    <a:pt x="-219" y="209233"/>
                    <a:pt x="-219" y="211786"/>
                    <a:pt x="1058" y="213063"/>
                  </a:cubicBezTo>
                  <a:cubicBezTo>
                    <a:pt x="2337" y="214978"/>
                    <a:pt x="4253" y="215617"/>
                    <a:pt x="6171" y="215617"/>
                  </a:cubicBezTo>
                  <a:lnTo>
                    <a:pt x="154417" y="215617"/>
                  </a:lnTo>
                  <a:cubicBezTo>
                    <a:pt x="156334" y="215617"/>
                    <a:pt x="158252" y="214340"/>
                    <a:pt x="159529" y="213063"/>
                  </a:cubicBezTo>
                  <a:cubicBezTo>
                    <a:pt x="160807" y="211148"/>
                    <a:pt x="160807" y="209233"/>
                    <a:pt x="160168" y="207318"/>
                  </a:cubicBezTo>
                  <a:lnTo>
                    <a:pt x="147388" y="167098"/>
                  </a:lnTo>
                  <a:close/>
                  <a:moveTo>
                    <a:pt x="47705" y="13245"/>
                  </a:moveTo>
                  <a:cubicBezTo>
                    <a:pt x="49623" y="11968"/>
                    <a:pt x="52178" y="11329"/>
                    <a:pt x="56013" y="11968"/>
                  </a:cubicBezTo>
                  <a:cubicBezTo>
                    <a:pt x="67514" y="14521"/>
                    <a:pt x="79655" y="18990"/>
                    <a:pt x="79655" y="19629"/>
                  </a:cubicBezTo>
                  <a:cubicBezTo>
                    <a:pt x="81572" y="20267"/>
                    <a:pt x="82850" y="20267"/>
                    <a:pt x="84767" y="19629"/>
                  </a:cubicBezTo>
                  <a:cubicBezTo>
                    <a:pt x="84767" y="19629"/>
                    <a:pt x="96908" y="14521"/>
                    <a:pt x="108410" y="11968"/>
                  </a:cubicBezTo>
                  <a:cubicBezTo>
                    <a:pt x="112244" y="11329"/>
                    <a:pt x="114800" y="11968"/>
                    <a:pt x="116717" y="13245"/>
                  </a:cubicBezTo>
                  <a:lnTo>
                    <a:pt x="94352" y="38142"/>
                  </a:lnTo>
                  <a:lnTo>
                    <a:pt x="69431" y="38142"/>
                  </a:lnTo>
                  <a:lnTo>
                    <a:pt x="47705" y="13245"/>
                  </a:lnTo>
                  <a:close/>
                  <a:moveTo>
                    <a:pt x="17673" y="202849"/>
                  </a:moveTo>
                  <a:lnTo>
                    <a:pt x="29813" y="170290"/>
                  </a:lnTo>
                  <a:cubicBezTo>
                    <a:pt x="29813" y="169652"/>
                    <a:pt x="30453" y="168375"/>
                    <a:pt x="30453" y="167737"/>
                  </a:cubicBezTo>
                  <a:cubicBezTo>
                    <a:pt x="30453" y="164545"/>
                    <a:pt x="29174" y="161353"/>
                    <a:pt x="27897" y="158161"/>
                  </a:cubicBezTo>
                  <a:cubicBezTo>
                    <a:pt x="27897" y="157523"/>
                    <a:pt x="27258" y="156246"/>
                    <a:pt x="27258" y="155607"/>
                  </a:cubicBezTo>
                  <a:cubicBezTo>
                    <a:pt x="26618" y="154331"/>
                    <a:pt x="25979" y="152415"/>
                    <a:pt x="25979" y="151139"/>
                  </a:cubicBezTo>
                  <a:cubicBezTo>
                    <a:pt x="25341" y="148585"/>
                    <a:pt x="24063" y="146031"/>
                    <a:pt x="23423" y="143478"/>
                  </a:cubicBezTo>
                  <a:cubicBezTo>
                    <a:pt x="17673" y="109643"/>
                    <a:pt x="41954" y="71977"/>
                    <a:pt x="68792" y="50910"/>
                  </a:cubicBezTo>
                  <a:lnTo>
                    <a:pt x="94991" y="50910"/>
                  </a:lnTo>
                  <a:cubicBezTo>
                    <a:pt x="121828" y="71339"/>
                    <a:pt x="146111" y="109643"/>
                    <a:pt x="140359" y="143478"/>
                  </a:cubicBezTo>
                  <a:cubicBezTo>
                    <a:pt x="139721" y="146031"/>
                    <a:pt x="139082" y="148585"/>
                    <a:pt x="137803" y="151139"/>
                  </a:cubicBezTo>
                  <a:cubicBezTo>
                    <a:pt x="137164" y="152415"/>
                    <a:pt x="136526" y="154331"/>
                    <a:pt x="136526" y="155607"/>
                  </a:cubicBezTo>
                  <a:cubicBezTo>
                    <a:pt x="136526" y="156246"/>
                    <a:pt x="135887" y="156884"/>
                    <a:pt x="135887" y="158161"/>
                  </a:cubicBezTo>
                  <a:cubicBezTo>
                    <a:pt x="134608" y="160715"/>
                    <a:pt x="133969" y="164545"/>
                    <a:pt x="133331" y="167737"/>
                  </a:cubicBezTo>
                  <a:cubicBezTo>
                    <a:pt x="133331" y="168375"/>
                    <a:pt x="133331" y="169652"/>
                    <a:pt x="133969" y="170290"/>
                  </a:cubicBezTo>
                  <a:lnTo>
                    <a:pt x="146111" y="202849"/>
                  </a:lnTo>
                  <a:lnTo>
                    <a:pt x="17673" y="202849"/>
                  </a:lnTo>
                  <a:close/>
                </a:path>
              </a:pathLst>
            </a:custGeom>
            <a:solidFill>
              <a:srgbClr val="007680"/>
            </a:solidFill>
            <a:ln w="6390" cap="flat">
              <a:noFill/>
              <a:prstDash val="solid"/>
              <a:miter/>
            </a:ln>
          </p:spPr>
          <p:txBody>
            <a:bodyPr rtlCol="0" anchor="ctr"/>
            <a:lstStyle/>
            <a:p>
              <a:endParaRPr lang="en-US"/>
            </a:p>
          </p:txBody>
        </p:sp>
      </p:grpSp>
      <p:grpSp>
        <p:nvGrpSpPr>
          <p:cNvPr id="590" name="Graphic 4">
            <a:extLst>
              <a:ext uri="{FF2B5EF4-FFF2-40B4-BE49-F238E27FC236}">
                <a16:creationId xmlns:a16="http://schemas.microsoft.com/office/drawing/2014/main" id="{AD21570E-F9B4-7D44-B94D-B26C6AEB1BAC}"/>
              </a:ext>
            </a:extLst>
          </p:cNvPr>
          <p:cNvGrpSpPr/>
          <p:nvPr/>
        </p:nvGrpSpPr>
        <p:grpSpPr>
          <a:xfrm>
            <a:off x="8841116" y="2855717"/>
            <a:ext cx="361670" cy="361333"/>
            <a:chOff x="8841116" y="2855717"/>
            <a:chExt cx="361670" cy="361333"/>
          </a:xfrm>
          <a:solidFill>
            <a:srgbClr val="007680"/>
          </a:solidFill>
        </p:grpSpPr>
        <p:sp>
          <p:nvSpPr>
            <p:cNvPr id="591" name="Graphic 4">
              <a:extLst>
                <a:ext uri="{FF2B5EF4-FFF2-40B4-BE49-F238E27FC236}">
                  <a16:creationId xmlns:a16="http://schemas.microsoft.com/office/drawing/2014/main" id="{48A74FE0-F929-AE46-9C5D-B5BD516EC52D}"/>
                </a:ext>
              </a:extLst>
            </p:cNvPr>
            <p:cNvSpPr/>
            <p:nvPr/>
          </p:nvSpPr>
          <p:spPr>
            <a:xfrm>
              <a:off x="8841116" y="2855717"/>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8565 h 361333"/>
                <a:gd name="connsiteX6" fmla="*/ 12780 w 361670"/>
                <a:gd name="connsiteY6" fmla="*/ 180667 h 361333"/>
                <a:gd name="connsiteX7" fmla="*/ 180836 w 361670"/>
                <a:gd name="connsiteY7" fmla="*/ 12768 h 361333"/>
                <a:gd name="connsiteX8" fmla="*/ 348890 w 361670"/>
                <a:gd name="connsiteY8" fmla="*/ 180667 h 361333"/>
                <a:gd name="connsiteX9" fmla="*/ 180836 w 361670"/>
                <a:gd name="connsiteY9" fmla="*/ 3485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6"/>
                    <a:pt x="0" y="180667"/>
                  </a:cubicBezTo>
                  <a:cubicBezTo>
                    <a:pt x="0" y="280257"/>
                    <a:pt x="81153" y="361333"/>
                    <a:pt x="180836" y="361333"/>
                  </a:cubicBezTo>
                  <a:cubicBezTo>
                    <a:pt x="280518" y="361333"/>
                    <a:pt x="361670" y="280257"/>
                    <a:pt x="361670" y="180667"/>
                  </a:cubicBezTo>
                  <a:cubicBezTo>
                    <a:pt x="361670" y="81076"/>
                    <a:pt x="281157" y="0"/>
                    <a:pt x="180836" y="0"/>
                  </a:cubicBezTo>
                  <a:close/>
                  <a:moveTo>
                    <a:pt x="180836" y="348565"/>
                  </a:moveTo>
                  <a:cubicBezTo>
                    <a:pt x="88181" y="348565"/>
                    <a:pt x="12780" y="273234"/>
                    <a:pt x="12780" y="180667"/>
                  </a:cubicBezTo>
                  <a:cubicBezTo>
                    <a:pt x="12780" y="88099"/>
                    <a:pt x="88181" y="12768"/>
                    <a:pt x="180836" y="12768"/>
                  </a:cubicBezTo>
                  <a:cubicBezTo>
                    <a:pt x="273490" y="12768"/>
                    <a:pt x="348890" y="88099"/>
                    <a:pt x="348890" y="180667"/>
                  </a:cubicBezTo>
                  <a:cubicBezTo>
                    <a:pt x="348890" y="273234"/>
                    <a:pt x="274128" y="348565"/>
                    <a:pt x="180836" y="348565"/>
                  </a:cubicBezTo>
                  <a:close/>
                </a:path>
              </a:pathLst>
            </a:custGeom>
            <a:solidFill>
              <a:srgbClr val="007680"/>
            </a:solidFill>
            <a:ln w="6390" cap="flat">
              <a:noFill/>
              <a:prstDash val="solid"/>
              <a:miter/>
            </a:ln>
          </p:spPr>
          <p:txBody>
            <a:bodyPr rtlCol="0" anchor="ctr"/>
            <a:lstStyle/>
            <a:p>
              <a:endParaRPr lang="en-US"/>
            </a:p>
          </p:txBody>
        </p:sp>
        <p:sp>
          <p:nvSpPr>
            <p:cNvPr id="592" name="Graphic 4">
              <a:extLst>
                <a:ext uri="{FF2B5EF4-FFF2-40B4-BE49-F238E27FC236}">
                  <a16:creationId xmlns:a16="http://schemas.microsoft.com/office/drawing/2014/main" id="{27C5662A-F4A3-C546-9EF6-26020C9A5C79}"/>
                </a:ext>
              </a:extLst>
            </p:cNvPr>
            <p:cNvSpPr/>
            <p:nvPr/>
          </p:nvSpPr>
          <p:spPr>
            <a:xfrm>
              <a:off x="8939741" y="2929295"/>
              <a:ext cx="160587" cy="215616"/>
            </a:xfrm>
            <a:custGeom>
              <a:avLst/>
              <a:gdLst>
                <a:gd name="connsiteX0" fmla="*/ 147388 w 160587"/>
                <a:gd name="connsiteY0" fmla="*/ 167099 h 215616"/>
                <a:gd name="connsiteX1" fmla="*/ 148667 w 160587"/>
                <a:gd name="connsiteY1" fmla="*/ 162630 h 215616"/>
                <a:gd name="connsiteX2" fmla="*/ 149305 w 160587"/>
                <a:gd name="connsiteY2" fmla="*/ 160076 h 215616"/>
                <a:gd name="connsiteX3" fmla="*/ 150583 w 160587"/>
                <a:gd name="connsiteY3" fmla="*/ 156246 h 215616"/>
                <a:gd name="connsiteX4" fmla="*/ 153139 w 160587"/>
                <a:gd name="connsiteY4" fmla="*/ 146032 h 215616"/>
                <a:gd name="connsiteX5" fmla="*/ 106492 w 160587"/>
                <a:gd name="connsiteY5" fmla="*/ 44526 h 215616"/>
                <a:gd name="connsiteX6" fmla="*/ 129497 w 160587"/>
                <a:gd name="connsiteY6" fmla="*/ 18352 h 215616"/>
                <a:gd name="connsiteX7" fmla="*/ 130136 w 160587"/>
                <a:gd name="connsiteY7" fmla="*/ 11329 h 215616"/>
                <a:gd name="connsiteX8" fmla="*/ 105215 w 160587"/>
                <a:gd name="connsiteY8" fmla="*/ 477 h 215616"/>
                <a:gd name="connsiteX9" fmla="*/ 81572 w 160587"/>
                <a:gd name="connsiteY9" fmla="*/ 7499 h 215616"/>
                <a:gd name="connsiteX10" fmla="*/ 57929 w 160587"/>
                <a:gd name="connsiteY10" fmla="*/ 477 h 215616"/>
                <a:gd name="connsiteX11" fmla="*/ 33008 w 160587"/>
                <a:gd name="connsiteY11" fmla="*/ 11329 h 215616"/>
                <a:gd name="connsiteX12" fmla="*/ 33648 w 160587"/>
                <a:gd name="connsiteY12" fmla="*/ 18352 h 215616"/>
                <a:gd name="connsiteX13" fmla="*/ 56651 w 160587"/>
                <a:gd name="connsiteY13" fmla="*/ 44526 h 215616"/>
                <a:gd name="connsiteX14" fmla="*/ 10005 w 160587"/>
                <a:gd name="connsiteY14" fmla="*/ 146032 h 215616"/>
                <a:gd name="connsiteX15" fmla="*/ 12561 w 160587"/>
                <a:gd name="connsiteY15" fmla="*/ 156246 h 215616"/>
                <a:gd name="connsiteX16" fmla="*/ 13838 w 160587"/>
                <a:gd name="connsiteY16" fmla="*/ 160076 h 215616"/>
                <a:gd name="connsiteX17" fmla="*/ 14478 w 160587"/>
                <a:gd name="connsiteY17" fmla="*/ 162630 h 215616"/>
                <a:gd name="connsiteX18" fmla="*/ 15756 w 160587"/>
                <a:gd name="connsiteY18" fmla="*/ 167099 h 215616"/>
                <a:gd name="connsiteX19" fmla="*/ 420 w 160587"/>
                <a:gd name="connsiteY19" fmla="*/ 207318 h 215616"/>
                <a:gd name="connsiteX20" fmla="*/ 1058 w 160587"/>
                <a:gd name="connsiteY20" fmla="*/ 213063 h 215616"/>
                <a:gd name="connsiteX21" fmla="*/ 6171 w 160587"/>
                <a:gd name="connsiteY21" fmla="*/ 215617 h 215616"/>
                <a:gd name="connsiteX22" fmla="*/ 154417 w 160587"/>
                <a:gd name="connsiteY22" fmla="*/ 215617 h 215616"/>
                <a:gd name="connsiteX23" fmla="*/ 159529 w 160587"/>
                <a:gd name="connsiteY23" fmla="*/ 213063 h 215616"/>
                <a:gd name="connsiteX24" fmla="*/ 160168 w 160587"/>
                <a:gd name="connsiteY24" fmla="*/ 207318 h 215616"/>
                <a:gd name="connsiteX25" fmla="*/ 147388 w 160587"/>
                <a:gd name="connsiteY25" fmla="*/ 167099 h 215616"/>
                <a:gd name="connsiteX26" fmla="*/ 47705 w 160587"/>
                <a:gd name="connsiteY26" fmla="*/ 13245 h 215616"/>
                <a:gd name="connsiteX27" fmla="*/ 56013 w 160587"/>
                <a:gd name="connsiteY27" fmla="*/ 11968 h 215616"/>
                <a:gd name="connsiteX28" fmla="*/ 79655 w 160587"/>
                <a:gd name="connsiteY28" fmla="*/ 19629 h 215616"/>
                <a:gd name="connsiteX29" fmla="*/ 84767 w 160587"/>
                <a:gd name="connsiteY29" fmla="*/ 19629 h 215616"/>
                <a:gd name="connsiteX30" fmla="*/ 108410 w 160587"/>
                <a:gd name="connsiteY30" fmla="*/ 11968 h 215616"/>
                <a:gd name="connsiteX31" fmla="*/ 116717 w 160587"/>
                <a:gd name="connsiteY31" fmla="*/ 13245 h 215616"/>
                <a:gd name="connsiteX32" fmla="*/ 94352 w 160587"/>
                <a:gd name="connsiteY32" fmla="*/ 38142 h 215616"/>
                <a:gd name="connsiteX33" fmla="*/ 69431 w 160587"/>
                <a:gd name="connsiteY33" fmla="*/ 38142 h 215616"/>
                <a:gd name="connsiteX34" fmla="*/ 47705 w 160587"/>
                <a:gd name="connsiteY34" fmla="*/ 13245 h 215616"/>
                <a:gd name="connsiteX35" fmla="*/ 17673 w 160587"/>
                <a:gd name="connsiteY35" fmla="*/ 202849 h 215616"/>
                <a:gd name="connsiteX36" fmla="*/ 29813 w 160587"/>
                <a:gd name="connsiteY36" fmla="*/ 170291 h 215616"/>
                <a:gd name="connsiteX37" fmla="*/ 30453 w 160587"/>
                <a:gd name="connsiteY37" fmla="*/ 167737 h 215616"/>
                <a:gd name="connsiteX38" fmla="*/ 27897 w 160587"/>
                <a:gd name="connsiteY38" fmla="*/ 158161 h 215616"/>
                <a:gd name="connsiteX39" fmla="*/ 27258 w 160587"/>
                <a:gd name="connsiteY39" fmla="*/ 155607 h 215616"/>
                <a:gd name="connsiteX40" fmla="*/ 25979 w 160587"/>
                <a:gd name="connsiteY40" fmla="*/ 151139 h 215616"/>
                <a:gd name="connsiteX41" fmla="*/ 23423 w 160587"/>
                <a:gd name="connsiteY41" fmla="*/ 143478 h 215616"/>
                <a:gd name="connsiteX42" fmla="*/ 68792 w 160587"/>
                <a:gd name="connsiteY42" fmla="*/ 50910 h 215616"/>
                <a:gd name="connsiteX43" fmla="*/ 94991 w 160587"/>
                <a:gd name="connsiteY43" fmla="*/ 50910 h 215616"/>
                <a:gd name="connsiteX44" fmla="*/ 140359 w 160587"/>
                <a:gd name="connsiteY44" fmla="*/ 143478 h 215616"/>
                <a:gd name="connsiteX45" fmla="*/ 137803 w 160587"/>
                <a:gd name="connsiteY45" fmla="*/ 151139 h 215616"/>
                <a:gd name="connsiteX46" fmla="*/ 136526 w 160587"/>
                <a:gd name="connsiteY46" fmla="*/ 155607 h 215616"/>
                <a:gd name="connsiteX47" fmla="*/ 135887 w 160587"/>
                <a:gd name="connsiteY47" fmla="*/ 158161 h 215616"/>
                <a:gd name="connsiteX48" fmla="*/ 133331 w 160587"/>
                <a:gd name="connsiteY48" fmla="*/ 167737 h 215616"/>
                <a:gd name="connsiteX49" fmla="*/ 133969 w 160587"/>
                <a:gd name="connsiteY49" fmla="*/ 170291 h 215616"/>
                <a:gd name="connsiteX50" fmla="*/ 146111 w 160587"/>
                <a:gd name="connsiteY50" fmla="*/ 202849 h 215616"/>
                <a:gd name="connsiteX51" fmla="*/ 17673 w 160587"/>
                <a:gd name="connsiteY51" fmla="*/ 202849 h 21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0587" h="215616">
                  <a:moveTo>
                    <a:pt x="147388" y="167099"/>
                  </a:moveTo>
                  <a:cubicBezTo>
                    <a:pt x="147388" y="165822"/>
                    <a:pt x="148027" y="163907"/>
                    <a:pt x="148667" y="162630"/>
                  </a:cubicBezTo>
                  <a:cubicBezTo>
                    <a:pt x="149305" y="161353"/>
                    <a:pt x="149305" y="160715"/>
                    <a:pt x="149305" y="160076"/>
                  </a:cubicBezTo>
                  <a:cubicBezTo>
                    <a:pt x="149944" y="158799"/>
                    <a:pt x="149944" y="157523"/>
                    <a:pt x="150583" y="156246"/>
                  </a:cubicBezTo>
                  <a:cubicBezTo>
                    <a:pt x="151862" y="153054"/>
                    <a:pt x="152500" y="149862"/>
                    <a:pt x="153139" y="146032"/>
                  </a:cubicBezTo>
                  <a:cubicBezTo>
                    <a:pt x="159529" y="109004"/>
                    <a:pt x="135247" y="68147"/>
                    <a:pt x="106492" y="44526"/>
                  </a:cubicBezTo>
                  <a:lnTo>
                    <a:pt x="129497" y="18352"/>
                  </a:lnTo>
                  <a:cubicBezTo>
                    <a:pt x="131413" y="16437"/>
                    <a:pt x="131413" y="13245"/>
                    <a:pt x="130136" y="11329"/>
                  </a:cubicBezTo>
                  <a:cubicBezTo>
                    <a:pt x="127580" y="6222"/>
                    <a:pt x="118633" y="-2077"/>
                    <a:pt x="105215" y="477"/>
                  </a:cubicBezTo>
                  <a:cubicBezTo>
                    <a:pt x="95630" y="2392"/>
                    <a:pt x="86045" y="5584"/>
                    <a:pt x="81572" y="7499"/>
                  </a:cubicBezTo>
                  <a:cubicBezTo>
                    <a:pt x="77099" y="5584"/>
                    <a:pt x="67514" y="2392"/>
                    <a:pt x="57929" y="477"/>
                  </a:cubicBezTo>
                  <a:cubicBezTo>
                    <a:pt x="44510" y="-2077"/>
                    <a:pt x="35564" y="6861"/>
                    <a:pt x="33008" y="11329"/>
                  </a:cubicBezTo>
                  <a:cubicBezTo>
                    <a:pt x="31730" y="13883"/>
                    <a:pt x="32369" y="16437"/>
                    <a:pt x="33648" y="18352"/>
                  </a:cubicBezTo>
                  <a:lnTo>
                    <a:pt x="56651" y="44526"/>
                  </a:lnTo>
                  <a:cubicBezTo>
                    <a:pt x="27897" y="68147"/>
                    <a:pt x="3615" y="109004"/>
                    <a:pt x="10005" y="146032"/>
                  </a:cubicBezTo>
                  <a:cubicBezTo>
                    <a:pt x="10643" y="149862"/>
                    <a:pt x="11922" y="153054"/>
                    <a:pt x="12561" y="156246"/>
                  </a:cubicBezTo>
                  <a:cubicBezTo>
                    <a:pt x="13199" y="157523"/>
                    <a:pt x="13199" y="158799"/>
                    <a:pt x="13838" y="160076"/>
                  </a:cubicBezTo>
                  <a:cubicBezTo>
                    <a:pt x="13838" y="160715"/>
                    <a:pt x="14478" y="161991"/>
                    <a:pt x="14478" y="162630"/>
                  </a:cubicBezTo>
                  <a:cubicBezTo>
                    <a:pt x="15117" y="163907"/>
                    <a:pt x="15756" y="165822"/>
                    <a:pt x="15756" y="167099"/>
                  </a:cubicBezTo>
                  <a:lnTo>
                    <a:pt x="420" y="207318"/>
                  </a:lnTo>
                  <a:cubicBezTo>
                    <a:pt x="-219" y="209233"/>
                    <a:pt x="-219" y="211786"/>
                    <a:pt x="1058" y="213063"/>
                  </a:cubicBezTo>
                  <a:cubicBezTo>
                    <a:pt x="2337" y="214978"/>
                    <a:pt x="4253" y="215617"/>
                    <a:pt x="6171" y="215617"/>
                  </a:cubicBezTo>
                  <a:lnTo>
                    <a:pt x="154417" y="215617"/>
                  </a:lnTo>
                  <a:cubicBezTo>
                    <a:pt x="156334" y="215617"/>
                    <a:pt x="158252" y="214340"/>
                    <a:pt x="159529" y="213063"/>
                  </a:cubicBezTo>
                  <a:cubicBezTo>
                    <a:pt x="160807" y="211148"/>
                    <a:pt x="160807" y="209233"/>
                    <a:pt x="160168" y="207318"/>
                  </a:cubicBezTo>
                  <a:lnTo>
                    <a:pt x="147388" y="167099"/>
                  </a:lnTo>
                  <a:close/>
                  <a:moveTo>
                    <a:pt x="47705" y="13245"/>
                  </a:moveTo>
                  <a:cubicBezTo>
                    <a:pt x="49623" y="11968"/>
                    <a:pt x="52178" y="11329"/>
                    <a:pt x="56013" y="11968"/>
                  </a:cubicBezTo>
                  <a:cubicBezTo>
                    <a:pt x="67514" y="14521"/>
                    <a:pt x="79655" y="18990"/>
                    <a:pt x="79655" y="19629"/>
                  </a:cubicBezTo>
                  <a:cubicBezTo>
                    <a:pt x="81572" y="20267"/>
                    <a:pt x="82850" y="20267"/>
                    <a:pt x="84767" y="19629"/>
                  </a:cubicBezTo>
                  <a:cubicBezTo>
                    <a:pt x="84767" y="19629"/>
                    <a:pt x="96908" y="14521"/>
                    <a:pt x="108410" y="11968"/>
                  </a:cubicBezTo>
                  <a:cubicBezTo>
                    <a:pt x="112244" y="11329"/>
                    <a:pt x="114800" y="11968"/>
                    <a:pt x="116717" y="13245"/>
                  </a:cubicBezTo>
                  <a:lnTo>
                    <a:pt x="94352" y="38142"/>
                  </a:lnTo>
                  <a:lnTo>
                    <a:pt x="69431" y="38142"/>
                  </a:lnTo>
                  <a:lnTo>
                    <a:pt x="47705" y="13245"/>
                  </a:lnTo>
                  <a:close/>
                  <a:moveTo>
                    <a:pt x="17673" y="202849"/>
                  </a:moveTo>
                  <a:lnTo>
                    <a:pt x="29813" y="170291"/>
                  </a:lnTo>
                  <a:cubicBezTo>
                    <a:pt x="29813" y="169652"/>
                    <a:pt x="30453" y="168375"/>
                    <a:pt x="30453" y="167737"/>
                  </a:cubicBezTo>
                  <a:cubicBezTo>
                    <a:pt x="30453" y="164545"/>
                    <a:pt x="29174" y="161353"/>
                    <a:pt x="27897" y="158161"/>
                  </a:cubicBezTo>
                  <a:cubicBezTo>
                    <a:pt x="27897" y="157523"/>
                    <a:pt x="27258" y="156246"/>
                    <a:pt x="27258" y="155607"/>
                  </a:cubicBezTo>
                  <a:cubicBezTo>
                    <a:pt x="26618" y="154331"/>
                    <a:pt x="25979" y="152415"/>
                    <a:pt x="25979" y="151139"/>
                  </a:cubicBezTo>
                  <a:cubicBezTo>
                    <a:pt x="25341" y="148585"/>
                    <a:pt x="24063" y="146032"/>
                    <a:pt x="23423" y="143478"/>
                  </a:cubicBezTo>
                  <a:cubicBezTo>
                    <a:pt x="17673" y="109643"/>
                    <a:pt x="41954" y="71977"/>
                    <a:pt x="68792" y="50910"/>
                  </a:cubicBezTo>
                  <a:lnTo>
                    <a:pt x="94991" y="50910"/>
                  </a:lnTo>
                  <a:cubicBezTo>
                    <a:pt x="121828" y="71339"/>
                    <a:pt x="146111" y="109643"/>
                    <a:pt x="140359" y="143478"/>
                  </a:cubicBezTo>
                  <a:cubicBezTo>
                    <a:pt x="139721" y="146032"/>
                    <a:pt x="139082" y="148585"/>
                    <a:pt x="137803" y="151139"/>
                  </a:cubicBezTo>
                  <a:cubicBezTo>
                    <a:pt x="137164" y="152415"/>
                    <a:pt x="136526" y="154331"/>
                    <a:pt x="136526" y="155607"/>
                  </a:cubicBezTo>
                  <a:cubicBezTo>
                    <a:pt x="136526" y="156246"/>
                    <a:pt x="135887" y="156884"/>
                    <a:pt x="135887" y="158161"/>
                  </a:cubicBezTo>
                  <a:cubicBezTo>
                    <a:pt x="134608" y="160715"/>
                    <a:pt x="133969" y="164545"/>
                    <a:pt x="133331" y="167737"/>
                  </a:cubicBezTo>
                  <a:cubicBezTo>
                    <a:pt x="133331" y="168375"/>
                    <a:pt x="133331" y="169652"/>
                    <a:pt x="133969" y="170291"/>
                  </a:cubicBezTo>
                  <a:lnTo>
                    <a:pt x="146111" y="202849"/>
                  </a:lnTo>
                  <a:lnTo>
                    <a:pt x="17673" y="202849"/>
                  </a:lnTo>
                  <a:close/>
                </a:path>
              </a:pathLst>
            </a:custGeom>
            <a:solidFill>
              <a:srgbClr val="007680"/>
            </a:solidFill>
            <a:ln w="6390" cap="flat">
              <a:noFill/>
              <a:prstDash val="solid"/>
              <a:miter/>
            </a:ln>
          </p:spPr>
          <p:txBody>
            <a:bodyPr rtlCol="0" anchor="ctr"/>
            <a:lstStyle/>
            <a:p>
              <a:endParaRPr lang="en-US"/>
            </a:p>
          </p:txBody>
        </p:sp>
      </p:grpSp>
      <p:grpSp>
        <p:nvGrpSpPr>
          <p:cNvPr id="593" name="Graphic 4">
            <a:extLst>
              <a:ext uri="{FF2B5EF4-FFF2-40B4-BE49-F238E27FC236}">
                <a16:creationId xmlns:a16="http://schemas.microsoft.com/office/drawing/2014/main" id="{66EA273B-733A-B447-A1A7-81CD059B3172}"/>
              </a:ext>
            </a:extLst>
          </p:cNvPr>
          <p:cNvGrpSpPr/>
          <p:nvPr/>
        </p:nvGrpSpPr>
        <p:grpSpPr>
          <a:xfrm>
            <a:off x="7802113" y="3824168"/>
            <a:ext cx="361670" cy="361333"/>
            <a:chOff x="7802113" y="3824168"/>
            <a:chExt cx="361670" cy="361333"/>
          </a:xfrm>
          <a:solidFill>
            <a:srgbClr val="007680"/>
          </a:solidFill>
        </p:grpSpPr>
        <p:sp>
          <p:nvSpPr>
            <p:cNvPr id="594" name="Graphic 4">
              <a:extLst>
                <a:ext uri="{FF2B5EF4-FFF2-40B4-BE49-F238E27FC236}">
                  <a16:creationId xmlns:a16="http://schemas.microsoft.com/office/drawing/2014/main" id="{4288CF4D-970A-7541-A1C4-EA48B49D2C17}"/>
                </a:ext>
              </a:extLst>
            </p:cNvPr>
            <p:cNvSpPr/>
            <p:nvPr/>
          </p:nvSpPr>
          <p:spPr>
            <a:xfrm>
              <a:off x="7802113" y="3824168"/>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6"/>
                    <a:pt x="0" y="180667"/>
                  </a:cubicBezTo>
                  <a:cubicBezTo>
                    <a:pt x="0" y="280895"/>
                    <a:pt x="81152" y="361333"/>
                    <a:pt x="180836" y="361333"/>
                  </a:cubicBezTo>
                  <a:cubicBezTo>
                    <a:pt x="281157" y="361333"/>
                    <a:pt x="361670" y="280257"/>
                    <a:pt x="361670" y="180667"/>
                  </a:cubicBezTo>
                  <a:cubicBezTo>
                    <a:pt x="361670" y="81076"/>
                    <a:pt x="280518"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873"/>
                    <a:pt x="273490" y="349204"/>
                    <a:pt x="180836" y="349204"/>
                  </a:cubicBezTo>
                  <a:close/>
                </a:path>
              </a:pathLst>
            </a:custGeom>
            <a:solidFill>
              <a:srgbClr val="007680"/>
            </a:solidFill>
            <a:ln w="6390" cap="flat">
              <a:noFill/>
              <a:prstDash val="solid"/>
              <a:miter/>
            </a:ln>
          </p:spPr>
          <p:txBody>
            <a:bodyPr rtlCol="0" anchor="ctr"/>
            <a:lstStyle/>
            <a:p>
              <a:endParaRPr lang="en-US"/>
            </a:p>
          </p:txBody>
        </p:sp>
        <p:sp>
          <p:nvSpPr>
            <p:cNvPr id="595" name="Graphic 4">
              <a:extLst>
                <a:ext uri="{FF2B5EF4-FFF2-40B4-BE49-F238E27FC236}">
                  <a16:creationId xmlns:a16="http://schemas.microsoft.com/office/drawing/2014/main" id="{E74E4361-AD31-354E-9736-97363EEB9A59}"/>
                </a:ext>
              </a:extLst>
            </p:cNvPr>
            <p:cNvSpPr/>
            <p:nvPr/>
          </p:nvSpPr>
          <p:spPr>
            <a:xfrm>
              <a:off x="7875597" y="3902052"/>
              <a:ext cx="144412" cy="177475"/>
            </a:xfrm>
            <a:custGeom>
              <a:avLst/>
              <a:gdLst>
                <a:gd name="connsiteX0" fmla="*/ 72207 w 144412"/>
                <a:gd name="connsiteY0" fmla="*/ 95121 h 177475"/>
                <a:gd name="connsiteX1" fmla="*/ 78597 w 144412"/>
                <a:gd name="connsiteY1" fmla="*/ 88738 h 177475"/>
                <a:gd name="connsiteX2" fmla="*/ 72207 w 144412"/>
                <a:gd name="connsiteY2" fmla="*/ 82354 h 177475"/>
                <a:gd name="connsiteX3" fmla="*/ 12780 w 144412"/>
                <a:gd name="connsiteY3" fmla="*/ 61286 h 177475"/>
                <a:gd name="connsiteX4" fmla="*/ 12780 w 144412"/>
                <a:gd name="connsiteY4" fmla="*/ 53626 h 177475"/>
                <a:gd name="connsiteX5" fmla="*/ 72207 w 144412"/>
                <a:gd name="connsiteY5" fmla="*/ 67670 h 177475"/>
                <a:gd name="connsiteX6" fmla="*/ 144412 w 144412"/>
                <a:gd name="connsiteY6" fmla="*/ 33835 h 177475"/>
                <a:gd name="connsiteX7" fmla="*/ 72207 w 144412"/>
                <a:gd name="connsiteY7" fmla="*/ 0 h 177475"/>
                <a:gd name="connsiteX8" fmla="*/ 0 w 144412"/>
                <a:gd name="connsiteY8" fmla="*/ 33835 h 177475"/>
                <a:gd name="connsiteX9" fmla="*/ 0 w 144412"/>
                <a:gd name="connsiteY9" fmla="*/ 143640 h 177475"/>
                <a:gd name="connsiteX10" fmla="*/ 72207 w 144412"/>
                <a:gd name="connsiteY10" fmla="*/ 177475 h 177475"/>
                <a:gd name="connsiteX11" fmla="*/ 78597 w 144412"/>
                <a:gd name="connsiteY11" fmla="*/ 171091 h 177475"/>
                <a:gd name="connsiteX12" fmla="*/ 72207 w 144412"/>
                <a:gd name="connsiteY12" fmla="*/ 164707 h 177475"/>
                <a:gd name="connsiteX13" fmla="*/ 12780 w 144412"/>
                <a:gd name="connsiteY13" fmla="*/ 143640 h 177475"/>
                <a:gd name="connsiteX14" fmla="*/ 12780 w 144412"/>
                <a:gd name="connsiteY14" fmla="*/ 135979 h 177475"/>
                <a:gd name="connsiteX15" fmla="*/ 66456 w 144412"/>
                <a:gd name="connsiteY15" fmla="*/ 150024 h 177475"/>
                <a:gd name="connsiteX16" fmla="*/ 66456 w 144412"/>
                <a:gd name="connsiteY16" fmla="*/ 150024 h 177475"/>
                <a:gd name="connsiteX17" fmla="*/ 72845 w 144412"/>
                <a:gd name="connsiteY17" fmla="*/ 143640 h 177475"/>
                <a:gd name="connsiteX18" fmla="*/ 66456 w 144412"/>
                <a:gd name="connsiteY18" fmla="*/ 137256 h 177475"/>
                <a:gd name="connsiteX19" fmla="*/ 12141 w 144412"/>
                <a:gd name="connsiteY19" fmla="*/ 116189 h 177475"/>
                <a:gd name="connsiteX20" fmla="*/ 12141 w 144412"/>
                <a:gd name="connsiteY20" fmla="*/ 108528 h 177475"/>
                <a:gd name="connsiteX21" fmla="*/ 65817 w 144412"/>
                <a:gd name="connsiteY21" fmla="*/ 122573 h 177475"/>
                <a:gd name="connsiteX22" fmla="*/ 65817 w 144412"/>
                <a:gd name="connsiteY22" fmla="*/ 122573 h 177475"/>
                <a:gd name="connsiteX23" fmla="*/ 72207 w 144412"/>
                <a:gd name="connsiteY23" fmla="*/ 116189 h 177475"/>
                <a:gd name="connsiteX24" fmla="*/ 65817 w 144412"/>
                <a:gd name="connsiteY24" fmla="*/ 109805 h 177475"/>
                <a:gd name="connsiteX25" fmla="*/ 11502 w 144412"/>
                <a:gd name="connsiteY25" fmla="*/ 88738 h 177475"/>
                <a:gd name="connsiteX26" fmla="*/ 11502 w 144412"/>
                <a:gd name="connsiteY26" fmla="*/ 81077 h 177475"/>
                <a:gd name="connsiteX27" fmla="*/ 72207 w 144412"/>
                <a:gd name="connsiteY27" fmla="*/ 95121 h 177475"/>
                <a:gd name="connsiteX28" fmla="*/ 72207 w 144412"/>
                <a:gd name="connsiteY28" fmla="*/ 12768 h 177475"/>
                <a:gd name="connsiteX29" fmla="*/ 131633 w 144412"/>
                <a:gd name="connsiteY29" fmla="*/ 33835 h 177475"/>
                <a:gd name="connsiteX30" fmla="*/ 72207 w 144412"/>
                <a:gd name="connsiteY30" fmla="*/ 54902 h 177475"/>
                <a:gd name="connsiteX31" fmla="*/ 12780 w 144412"/>
                <a:gd name="connsiteY31" fmla="*/ 33835 h 177475"/>
                <a:gd name="connsiteX32" fmla="*/ 72207 w 144412"/>
                <a:gd name="connsiteY32" fmla="*/ 12768 h 177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44412" h="177475">
                  <a:moveTo>
                    <a:pt x="72207" y="95121"/>
                  </a:moveTo>
                  <a:cubicBezTo>
                    <a:pt x="76040" y="95121"/>
                    <a:pt x="78597" y="92568"/>
                    <a:pt x="78597" y="88738"/>
                  </a:cubicBezTo>
                  <a:cubicBezTo>
                    <a:pt x="78597" y="84907"/>
                    <a:pt x="76040" y="82354"/>
                    <a:pt x="72207" y="82354"/>
                  </a:cubicBezTo>
                  <a:cubicBezTo>
                    <a:pt x="35145" y="82354"/>
                    <a:pt x="12780" y="70224"/>
                    <a:pt x="12780" y="61286"/>
                  </a:cubicBezTo>
                  <a:lnTo>
                    <a:pt x="12780" y="53626"/>
                  </a:lnTo>
                  <a:cubicBezTo>
                    <a:pt x="26837" y="62563"/>
                    <a:pt x="49842" y="67670"/>
                    <a:pt x="72207" y="67670"/>
                  </a:cubicBezTo>
                  <a:cubicBezTo>
                    <a:pt x="107351" y="67670"/>
                    <a:pt x="144412" y="55541"/>
                    <a:pt x="144412" y="33835"/>
                  </a:cubicBezTo>
                  <a:cubicBezTo>
                    <a:pt x="144412" y="12130"/>
                    <a:pt x="107351" y="0"/>
                    <a:pt x="72207" y="0"/>
                  </a:cubicBezTo>
                  <a:cubicBezTo>
                    <a:pt x="37062" y="0"/>
                    <a:pt x="0" y="12130"/>
                    <a:pt x="0" y="33835"/>
                  </a:cubicBezTo>
                  <a:lnTo>
                    <a:pt x="0" y="143640"/>
                  </a:lnTo>
                  <a:cubicBezTo>
                    <a:pt x="0" y="165345"/>
                    <a:pt x="37062" y="177475"/>
                    <a:pt x="72207" y="177475"/>
                  </a:cubicBezTo>
                  <a:cubicBezTo>
                    <a:pt x="76040" y="177475"/>
                    <a:pt x="78597" y="174921"/>
                    <a:pt x="78597" y="171091"/>
                  </a:cubicBezTo>
                  <a:cubicBezTo>
                    <a:pt x="78597" y="167260"/>
                    <a:pt x="76040" y="164707"/>
                    <a:pt x="72207" y="164707"/>
                  </a:cubicBezTo>
                  <a:cubicBezTo>
                    <a:pt x="35783" y="164707"/>
                    <a:pt x="12780" y="152577"/>
                    <a:pt x="12780" y="143640"/>
                  </a:cubicBezTo>
                  <a:lnTo>
                    <a:pt x="12780" y="135979"/>
                  </a:lnTo>
                  <a:cubicBezTo>
                    <a:pt x="24282" y="144278"/>
                    <a:pt x="43452" y="149385"/>
                    <a:pt x="66456" y="150024"/>
                  </a:cubicBezTo>
                  <a:cubicBezTo>
                    <a:pt x="66456" y="150024"/>
                    <a:pt x="66456" y="150024"/>
                    <a:pt x="66456" y="150024"/>
                  </a:cubicBezTo>
                  <a:cubicBezTo>
                    <a:pt x="69650" y="150024"/>
                    <a:pt x="72845" y="147470"/>
                    <a:pt x="72845" y="143640"/>
                  </a:cubicBezTo>
                  <a:cubicBezTo>
                    <a:pt x="72845" y="139809"/>
                    <a:pt x="70289" y="137256"/>
                    <a:pt x="66456" y="137256"/>
                  </a:cubicBezTo>
                  <a:cubicBezTo>
                    <a:pt x="31311" y="135979"/>
                    <a:pt x="12141" y="124488"/>
                    <a:pt x="12141" y="116189"/>
                  </a:cubicBezTo>
                  <a:lnTo>
                    <a:pt x="12141" y="108528"/>
                  </a:lnTo>
                  <a:cubicBezTo>
                    <a:pt x="23642" y="116827"/>
                    <a:pt x="42812" y="121934"/>
                    <a:pt x="65817" y="122573"/>
                  </a:cubicBezTo>
                  <a:cubicBezTo>
                    <a:pt x="65817" y="122573"/>
                    <a:pt x="65817" y="122573"/>
                    <a:pt x="65817" y="122573"/>
                  </a:cubicBezTo>
                  <a:cubicBezTo>
                    <a:pt x="69012" y="122573"/>
                    <a:pt x="72207" y="120019"/>
                    <a:pt x="72207" y="116189"/>
                  </a:cubicBezTo>
                  <a:cubicBezTo>
                    <a:pt x="72207" y="112358"/>
                    <a:pt x="69650" y="109805"/>
                    <a:pt x="65817" y="109805"/>
                  </a:cubicBezTo>
                  <a:cubicBezTo>
                    <a:pt x="30672" y="108528"/>
                    <a:pt x="11502" y="97037"/>
                    <a:pt x="11502" y="88738"/>
                  </a:cubicBezTo>
                  <a:lnTo>
                    <a:pt x="11502" y="81077"/>
                  </a:lnTo>
                  <a:cubicBezTo>
                    <a:pt x="26837" y="90014"/>
                    <a:pt x="49842" y="95121"/>
                    <a:pt x="72207" y="95121"/>
                  </a:cubicBezTo>
                  <a:close/>
                  <a:moveTo>
                    <a:pt x="72207" y="12768"/>
                  </a:moveTo>
                  <a:cubicBezTo>
                    <a:pt x="108629" y="12768"/>
                    <a:pt x="131633" y="25536"/>
                    <a:pt x="131633" y="33835"/>
                  </a:cubicBezTo>
                  <a:cubicBezTo>
                    <a:pt x="131633" y="42773"/>
                    <a:pt x="109268" y="54902"/>
                    <a:pt x="72207" y="54902"/>
                  </a:cubicBezTo>
                  <a:cubicBezTo>
                    <a:pt x="35145" y="54902"/>
                    <a:pt x="12780" y="42773"/>
                    <a:pt x="12780" y="33835"/>
                  </a:cubicBezTo>
                  <a:cubicBezTo>
                    <a:pt x="12780" y="25536"/>
                    <a:pt x="35783" y="12768"/>
                    <a:pt x="72207" y="12768"/>
                  </a:cubicBezTo>
                  <a:close/>
                </a:path>
              </a:pathLst>
            </a:custGeom>
            <a:solidFill>
              <a:srgbClr val="007680"/>
            </a:solidFill>
            <a:ln w="6390" cap="flat">
              <a:noFill/>
              <a:prstDash val="solid"/>
              <a:miter/>
            </a:ln>
          </p:spPr>
          <p:txBody>
            <a:bodyPr rtlCol="0" anchor="ctr"/>
            <a:lstStyle/>
            <a:p>
              <a:endParaRPr lang="en-US"/>
            </a:p>
          </p:txBody>
        </p:sp>
        <p:sp>
          <p:nvSpPr>
            <p:cNvPr id="596" name="Graphic 4">
              <a:extLst>
                <a:ext uri="{FF2B5EF4-FFF2-40B4-BE49-F238E27FC236}">
                  <a16:creationId xmlns:a16="http://schemas.microsoft.com/office/drawing/2014/main" id="{A083A284-C45D-9B45-A81B-59FC3706EDD8}"/>
                </a:ext>
              </a:extLst>
            </p:cNvPr>
            <p:cNvSpPr/>
            <p:nvPr/>
          </p:nvSpPr>
          <p:spPr>
            <a:xfrm>
              <a:off x="7958027" y="3963977"/>
              <a:ext cx="144412" cy="144278"/>
            </a:xfrm>
            <a:custGeom>
              <a:avLst/>
              <a:gdLst>
                <a:gd name="connsiteX0" fmla="*/ 72206 w 144412"/>
                <a:gd name="connsiteY0" fmla="*/ 0 h 144278"/>
                <a:gd name="connsiteX1" fmla="*/ 0 w 144412"/>
                <a:gd name="connsiteY1" fmla="*/ 72139 h 144278"/>
                <a:gd name="connsiteX2" fmla="*/ 72206 w 144412"/>
                <a:gd name="connsiteY2" fmla="*/ 144278 h 144278"/>
                <a:gd name="connsiteX3" fmla="*/ 144412 w 144412"/>
                <a:gd name="connsiteY3" fmla="*/ 72139 h 144278"/>
                <a:gd name="connsiteX4" fmla="*/ 72206 w 144412"/>
                <a:gd name="connsiteY4" fmla="*/ 0 h 144278"/>
                <a:gd name="connsiteX5" fmla="*/ 72206 w 144412"/>
                <a:gd name="connsiteY5" fmla="*/ 131510 h 144278"/>
                <a:gd name="connsiteX6" fmla="*/ 12780 w 144412"/>
                <a:gd name="connsiteY6" fmla="*/ 72139 h 144278"/>
                <a:gd name="connsiteX7" fmla="*/ 72206 w 144412"/>
                <a:gd name="connsiteY7" fmla="*/ 12768 h 144278"/>
                <a:gd name="connsiteX8" fmla="*/ 131633 w 144412"/>
                <a:gd name="connsiteY8" fmla="*/ 72139 h 144278"/>
                <a:gd name="connsiteX9" fmla="*/ 72206 w 144412"/>
                <a:gd name="connsiteY9" fmla="*/ 131510 h 14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412" h="144278">
                  <a:moveTo>
                    <a:pt x="72206" y="0"/>
                  </a:moveTo>
                  <a:cubicBezTo>
                    <a:pt x="32589" y="0"/>
                    <a:pt x="0" y="32559"/>
                    <a:pt x="0" y="72139"/>
                  </a:cubicBezTo>
                  <a:cubicBezTo>
                    <a:pt x="0" y="111720"/>
                    <a:pt x="32589" y="144278"/>
                    <a:pt x="72206" y="144278"/>
                  </a:cubicBezTo>
                  <a:cubicBezTo>
                    <a:pt x="111824" y="144278"/>
                    <a:pt x="144412" y="111720"/>
                    <a:pt x="144412" y="72139"/>
                  </a:cubicBezTo>
                  <a:cubicBezTo>
                    <a:pt x="144412" y="31920"/>
                    <a:pt x="111824" y="0"/>
                    <a:pt x="72206" y="0"/>
                  </a:cubicBezTo>
                  <a:close/>
                  <a:moveTo>
                    <a:pt x="72206" y="131510"/>
                  </a:moveTo>
                  <a:cubicBezTo>
                    <a:pt x="39617" y="131510"/>
                    <a:pt x="12780" y="104697"/>
                    <a:pt x="12780" y="72139"/>
                  </a:cubicBezTo>
                  <a:cubicBezTo>
                    <a:pt x="12780" y="39581"/>
                    <a:pt x="39617" y="12768"/>
                    <a:pt x="72206" y="12768"/>
                  </a:cubicBezTo>
                  <a:cubicBezTo>
                    <a:pt x="104795" y="12768"/>
                    <a:pt x="131633" y="39581"/>
                    <a:pt x="131633" y="72139"/>
                  </a:cubicBezTo>
                  <a:cubicBezTo>
                    <a:pt x="131633" y="104697"/>
                    <a:pt x="104795" y="131510"/>
                    <a:pt x="72206" y="131510"/>
                  </a:cubicBezTo>
                  <a:close/>
                </a:path>
              </a:pathLst>
            </a:custGeom>
            <a:solidFill>
              <a:srgbClr val="007680"/>
            </a:solidFill>
            <a:ln w="6390" cap="flat">
              <a:noFill/>
              <a:prstDash val="solid"/>
              <a:miter/>
            </a:ln>
          </p:spPr>
          <p:txBody>
            <a:bodyPr rtlCol="0" anchor="ctr"/>
            <a:lstStyle/>
            <a:p>
              <a:endParaRPr lang="en-US"/>
            </a:p>
          </p:txBody>
        </p:sp>
        <p:sp>
          <p:nvSpPr>
            <p:cNvPr id="597" name="Graphic 4">
              <a:extLst>
                <a:ext uri="{FF2B5EF4-FFF2-40B4-BE49-F238E27FC236}">
                  <a16:creationId xmlns:a16="http://schemas.microsoft.com/office/drawing/2014/main" id="{95EFB84E-DD66-5149-B59B-CCC11FBFD97B}"/>
                </a:ext>
              </a:extLst>
            </p:cNvPr>
            <p:cNvSpPr/>
            <p:nvPr/>
          </p:nvSpPr>
          <p:spPr>
            <a:xfrm>
              <a:off x="8001478" y="3995258"/>
              <a:ext cx="57509" cy="82353"/>
            </a:xfrm>
            <a:custGeom>
              <a:avLst/>
              <a:gdLst>
                <a:gd name="connsiteX0" fmla="*/ 51119 w 57509"/>
                <a:gd name="connsiteY0" fmla="*/ 68947 h 82353"/>
                <a:gd name="connsiteX1" fmla="*/ 21087 w 57509"/>
                <a:gd name="connsiteY1" fmla="*/ 68947 h 82353"/>
                <a:gd name="connsiteX2" fmla="*/ 28116 w 57509"/>
                <a:gd name="connsiteY2" fmla="*/ 47241 h 82353"/>
                <a:gd name="connsiteX3" fmla="*/ 35784 w 57509"/>
                <a:gd name="connsiteY3" fmla="*/ 47241 h 82353"/>
                <a:gd name="connsiteX4" fmla="*/ 42174 w 57509"/>
                <a:gd name="connsiteY4" fmla="*/ 40857 h 82353"/>
                <a:gd name="connsiteX5" fmla="*/ 35784 w 57509"/>
                <a:gd name="connsiteY5" fmla="*/ 34473 h 82353"/>
                <a:gd name="connsiteX6" fmla="*/ 23004 w 57509"/>
                <a:gd name="connsiteY6" fmla="*/ 34473 h 82353"/>
                <a:gd name="connsiteX7" fmla="*/ 20448 w 57509"/>
                <a:gd name="connsiteY7" fmla="*/ 31281 h 82353"/>
                <a:gd name="connsiteX8" fmla="*/ 19170 w 57509"/>
                <a:gd name="connsiteY8" fmla="*/ 19790 h 82353"/>
                <a:gd name="connsiteX9" fmla="*/ 30672 w 57509"/>
                <a:gd name="connsiteY9" fmla="*/ 12768 h 82353"/>
                <a:gd name="connsiteX10" fmla="*/ 31311 w 57509"/>
                <a:gd name="connsiteY10" fmla="*/ 12768 h 82353"/>
                <a:gd name="connsiteX11" fmla="*/ 44730 w 57509"/>
                <a:gd name="connsiteY11" fmla="*/ 26174 h 82353"/>
                <a:gd name="connsiteX12" fmla="*/ 51119 w 57509"/>
                <a:gd name="connsiteY12" fmla="*/ 32558 h 82353"/>
                <a:gd name="connsiteX13" fmla="*/ 57509 w 57509"/>
                <a:gd name="connsiteY13" fmla="*/ 26174 h 82353"/>
                <a:gd name="connsiteX14" fmla="*/ 31311 w 57509"/>
                <a:gd name="connsiteY14" fmla="*/ 0 h 82353"/>
                <a:gd name="connsiteX15" fmla="*/ 7030 w 57509"/>
                <a:gd name="connsiteY15" fmla="*/ 14683 h 82353"/>
                <a:gd name="connsiteX16" fmla="*/ 7030 w 57509"/>
                <a:gd name="connsiteY16" fmla="*/ 34473 h 82353"/>
                <a:gd name="connsiteX17" fmla="*/ 6390 w 57509"/>
                <a:gd name="connsiteY17" fmla="*/ 34473 h 82353"/>
                <a:gd name="connsiteX18" fmla="*/ 0 w 57509"/>
                <a:gd name="connsiteY18" fmla="*/ 40857 h 82353"/>
                <a:gd name="connsiteX19" fmla="*/ 6390 w 57509"/>
                <a:gd name="connsiteY19" fmla="*/ 47241 h 82353"/>
                <a:gd name="connsiteX20" fmla="*/ 15336 w 57509"/>
                <a:gd name="connsiteY20" fmla="*/ 47241 h 82353"/>
                <a:gd name="connsiteX21" fmla="*/ 3835 w 57509"/>
                <a:gd name="connsiteY21" fmla="*/ 71501 h 82353"/>
                <a:gd name="connsiteX22" fmla="*/ 3195 w 57509"/>
                <a:gd name="connsiteY22" fmla="*/ 78523 h 82353"/>
                <a:gd name="connsiteX23" fmla="*/ 8946 w 57509"/>
                <a:gd name="connsiteY23" fmla="*/ 82353 h 82353"/>
                <a:gd name="connsiteX24" fmla="*/ 51119 w 57509"/>
                <a:gd name="connsiteY24" fmla="*/ 82353 h 82353"/>
                <a:gd name="connsiteX25" fmla="*/ 57509 w 57509"/>
                <a:gd name="connsiteY25" fmla="*/ 75969 h 82353"/>
                <a:gd name="connsiteX26" fmla="*/ 51119 w 57509"/>
                <a:gd name="connsiteY26" fmla="*/ 68947 h 8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509" h="82353">
                  <a:moveTo>
                    <a:pt x="51119" y="68947"/>
                  </a:moveTo>
                  <a:lnTo>
                    <a:pt x="21087" y="68947"/>
                  </a:lnTo>
                  <a:cubicBezTo>
                    <a:pt x="25560" y="61925"/>
                    <a:pt x="28755" y="54264"/>
                    <a:pt x="28116" y="47241"/>
                  </a:cubicBezTo>
                  <a:lnTo>
                    <a:pt x="35784" y="47241"/>
                  </a:lnTo>
                  <a:cubicBezTo>
                    <a:pt x="39618" y="47241"/>
                    <a:pt x="42174" y="44688"/>
                    <a:pt x="42174" y="40857"/>
                  </a:cubicBezTo>
                  <a:cubicBezTo>
                    <a:pt x="42174" y="37027"/>
                    <a:pt x="39618" y="34473"/>
                    <a:pt x="35784" y="34473"/>
                  </a:cubicBezTo>
                  <a:lnTo>
                    <a:pt x="23004" y="34473"/>
                  </a:lnTo>
                  <a:cubicBezTo>
                    <a:pt x="22365" y="33197"/>
                    <a:pt x="21087" y="32558"/>
                    <a:pt x="20448" y="31281"/>
                  </a:cubicBezTo>
                  <a:cubicBezTo>
                    <a:pt x="17892" y="28728"/>
                    <a:pt x="17253" y="24259"/>
                    <a:pt x="19170" y="19790"/>
                  </a:cubicBezTo>
                  <a:cubicBezTo>
                    <a:pt x="20448" y="17237"/>
                    <a:pt x="23643" y="12768"/>
                    <a:pt x="30672" y="12768"/>
                  </a:cubicBezTo>
                  <a:cubicBezTo>
                    <a:pt x="30672" y="12768"/>
                    <a:pt x="30672" y="12768"/>
                    <a:pt x="31311" y="12768"/>
                  </a:cubicBezTo>
                  <a:cubicBezTo>
                    <a:pt x="43452" y="12768"/>
                    <a:pt x="44730" y="22982"/>
                    <a:pt x="44730" y="26174"/>
                  </a:cubicBezTo>
                  <a:cubicBezTo>
                    <a:pt x="44730" y="29366"/>
                    <a:pt x="47925" y="32558"/>
                    <a:pt x="51119" y="32558"/>
                  </a:cubicBezTo>
                  <a:cubicBezTo>
                    <a:pt x="54954" y="32558"/>
                    <a:pt x="57509" y="30005"/>
                    <a:pt x="57509" y="26174"/>
                  </a:cubicBezTo>
                  <a:cubicBezTo>
                    <a:pt x="57509" y="15960"/>
                    <a:pt x="50481" y="638"/>
                    <a:pt x="31311" y="0"/>
                  </a:cubicBezTo>
                  <a:cubicBezTo>
                    <a:pt x="20448" y="0"/>
                    <a:pt x="11502" y="5107"/>
                    <a:pt x="7030" y="14683"/>
                  </a:cubicBezTo>
                  <a:cubicBezTo>
                    <a:pt x="4473" y="21067"/>
                    <a:pt x="4473" y="28089"/>
                    <a:pt x="7030" y="34473"/>
                  </a:cubicBezTo>
                  <a:lnTo>
                    <a:pt x="6390" y="34473"/>
                  </a:lnTo>
                  <a:cubicBezTo>
                    <a:pt x="2556" y="34473"/>
                    <a:pt x="0" y="37027"/>
                    <a:pt x="0" y="40857"/>
                  </a:cubicBezTo>
                  <a:cubicBezTo>
                    <a:pt x="0" y="44688"/>
                    <a:pt x="2556" y="47241"/>
                    <a:pt x="6390" y="47241"/>
                  </a:cubicBezTo>
                  <a:lnTo>
                    <a:pt x="15336" y="47241"/>
                  </a:lnTo>
                  <a:cubicBezTo>
                    <a:pt x="15975" y="51710"/>
                    <a:pt x="14058" y="59371"/>
                    <a:pt x="3835" y="71501"/>
                  </a:cubicBezTo>
                  <a:cubicBezTo>
                    <a:pt x="2556" y="73416"/>
                    <a:pt x="1917" y="75969"/>
                    <a:pt x="3195" y="78523"/>
                  </a:cubicBezTo>
                  <a:cubicBezTo>
                    <a:pt x="4473" y="80438"/>
                    <a:pt x="6390" y="82353"/>
                    <a:pt x="8946" y="82353"/>
                  </a:cubicBezTo>
                  <a:lnTo>
                    <a:pt x="51119" y="82353"/>
                  </a:lnTo>
                  <a:cubicBezTo>
                    <a:pt x="54954" y="82353"/>
                    <a:pt x="57509" y="79800"/>
                    <a:pt x="57509" y="75969"/>
                  </a:cubicBezTo>
                  <a:cubicBezTo>
                    <a:pt x="57509" y="72139"/>
                    <a:pt x="54954" y="68947"/>
                    <a:pt x="51119" y="68947"/>
                  </a:cubicBezTo>
                  <a:close/>
                </a:path>
              </a:pathLst>
            </a:custGeom>
            <a:solidFill>
              <a:srgbClr val="007680"/>
            </a:solidFill>
            <a:ln w="6390" cap="flat">
              <a:noFill/>
              <a:prstDash val="solid"/>
              <a:miter/>
            </a:ln>
          </p:spPr>
          <p:txBody>
            <a:bodyPr rtlCol="0" anchor="ctr"/>
            <a:lstStyle/>
            <a:p>
              <a:endParaRPr lang="en-US"/>
            </a:p>
          </p:txBody>
        </p:sp>
      </p:grpSp>
      <p:grpSp>
        <p:nvGrpSpPr>
          <p:cNvPr id="598" name="Graphic 4">
            <a:extLst>
              <a:ext uri="{FF2B5EF4-FFF2-40B4-BE49-F238E27FC236}">
                <a16:creationId xmlns:a16="http://schemas.microsoft.com/office/drawing/2014/main" id="{813D56A0-1ECB-2940-BFAA-B6023F32D71C}"/>
              </a:ext>
            </a:extLst>
          </p:cNvPr>
          <p:cNvGrpSpPr/>
          <p:nvPr/>
        </p:nvGrpSpPr>
        <p:grpSpPr>
          <a:xfrm>
            <a:off x="8841116" y="1893013"/>
            <a:ext cx="361670" cy="361333"/>
            <a:chOff x="8841116" y="1893013"/>
            <a:chExt cx="361670" cy="361333"/>
          </a:xfrm>
          <a:solidFill>
            <a:srgbClr val="007680"/>
          </a:solidFill>
        </p:grpSpPr>
        <p:sp>
          <p:nvSpPr>
            <p:cNvPr id="599" name="Graphic 4">
              <a:extLst>
                <a:ext uri="{FF2B5EF4-FFF2-40B4-BE49-F238E27FC236}">
                  <a16:creationId xmlns:a16="http://schemas.microsoft.com/office/drawing/2014/main" id="{23E63744-C753-0943-AFAB-B6D78648EA60}"/>
                </a:ext>
              </a:extLst>
            </p:cNvPr>
            <p:cNvSpPr/>
            <p:nvPr/>
          </p:nvSpPr>
          <p:spPr>
            <a:xfrm>
              <a:off x="8841116" y="189301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3" y="361333"/>
                    <a:pt x="180836" y="361333"/>
                  </a:cubicBezTo>
                  <a:cubicBezTo>
                    <a:pt x="280518" y="361333"/>
                    <a:pt x="361670" y="280257"/>
                    <a:pt x="361670" y="180667"/>
                  </a:cubicBezTo>
                  <a:cubicBezTo>
                    <a:pt x="361670"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873"/>
                    <a:pt x="274128" y="349204"/>
                    <a:pt x="180836" y="349204"/>
                  </a:cubicBezTo>
                  <a:close/>
                </a:path>
              </a:pathLst>
            </a:custGeom>
            <a:solidFill>
              <a:srgbClr val="007680"/>
            </a:solidFill>
            <a:ln w="6390" cap="flat">
              <a:noFill/>
              <a:prstDash val="solid"/>
              <a:miter/>
            </a:ln>
          </p:spPr>
          <p:txBody>
            <a:bodyPr rtlCol="0" anchor="ctr"/>
            <a:lstStyle/>
            <a:p>
              <a:endParaRPr lang="en-US"/>
            </a:p>
          </p:txBody>
        </p:sp>
        <p:sp>
          <p:nvSpPr>
            <p:cNvPr id="600" name="Graphic 4">
              <a:extLst>
                <a:ext uri="{FF2B5EF4-FFF2-40B4-BE49-F238E27FC236}">
                  <a16:creationId xmlns:a16="http://schemas.microsoft.com/office/drawing/2014/main" id="{DCE65CD8-9028-8141-8521-AE31D9F5D87C}"/>
                </a:ext>
              </a:extLst>
            </p:cNvPr>
            <p:cNvSpPr/>
            <p:nvPr/>
          </p:nvSpPr>
          <p:spPr>
            <a:xfrm>
              <a:off x="8991919" y="2057720"/>
              <a:ext cx="61344" cy="86822"/>
            </a:xfrm>
            <a:custGeom>
              <a:avLst/>
              <a:gdLst>
                <a:gd name="connsiteX0" fmla="*/ 54314 w 61344"/>
                <a:gd name="connsiteY0" fmla="*/ 74054 h 86822"/>
                <a:gd name="connsiteX1" fmla="*/ 21726 w 61344"/>
                <a:gd name="connsiteY1" fmla="*/ 74054 h 86822"/>
                <a:gd name="connsiteX2" fmla="*/ 29394 w 61344"/>
                <a:gd name="connsiteY2" fmla="*/ 49795 h 86822"/>
                <a:gd name="connsiteX3" fmla="*/ 38340 w 61344"/>
                <a:gd name="connsiteY3" fmla="*/ 49795 h 86822"/>
                <a:gd name="connsiteX4" fmla="*/ 44730 w 61344"/>
                <a:gd name="connsiteY4" fmla="*/ 43411 h 86822"/>
                <a:gd name="connsiteX5" fmla="*/ 38340 w 61344"/>
                <a:gd name="connsiteY5" fmla="*/ 37027 h 86822"/>
                <a:gd name="connsiteX6" fmla="*/ 24282 w 61344"/>
                <a:gd name="connsiteY6" fmla="*/ 37027 h 86822"/>
                <a:gd name="connsiteX7" fmla="*/ 21087 w 61344"/>
                <a:gd name="connsiteY7" fmla="*/ 33197 h 86822"/>
                <a:gd name="connsiteX8" fmla="*/ 19809 w 61344"/>
                <a:gd name="connsiteY8" fmla="*/ 20429 h 86822"/>
                <a:gd name="connsiteX9" fmla="*/ 33228 w 61344"/>
                <a:gd name="connsiteY9" fmla="*/ 12768 h 86822"/>
                <a:gd name="connsiteX10" fmla="*/ 47925 w 61344"/>
                <a:gd name="connsiteY10" fmla="*/ 27451 h 86822"/>
                <a:gd name="connsiteX11" fmla="*/ 54314 w 61344"/>
                <a:gd name="connsiteY11" fmla="*/ 33835 h 86822"/>
                <a:gd name="connsiteX12" fmla="*/ 60704 w 61344"/>
                <a:gd name="connsiteY12" fmla="*/ 27451 h 86822"/>
                <a:gd name="connsiteX13" fmla="*/ 33228 w 61344"/>
                <a:gd name="connsiteY13" fmla="*/ 0 h 86822"/>
                <a:gd name="connsiteX14" fmla="*/ 7668 w 61344"/>
                <a:gd name="connsiteY14" fmla="*/ 15322 h 86822"/>
                <a:gd name="connsiteX15" fmla="*/ 8307 w 61344"/>
                <a:gd name="connsiteY15" fmla="*/ 36389 h 86822"/>
                <a:gd name="connsiteX16" fmla="*/ 6390 w 61344"/>
                <a:gd name="connsiteY16" fmla="*/ 36389 h 86822"/>
                <a:gd name="connsiteX17" fmla="*/ 0 w 61344"/>
                <a:gd name="connsiteY17" fmla="*/ 42773 h 86822"/>
                <a:gd name="connsiteX18" fmla="*/ 6390 w 61344"/>
                <a:gd name="connsiteY18" fmla="*/ 49157 h 86822"/>
                <a:gd name="connsiteX19" fmla="*/ 16614 w 61344"/>
                <a:gd name="connsiteY19" fmla="*/ 49157 h 86822"/>
                <a:gd name="connsiteX20" fmla="*/ 4473 w 61344"/>
                <a:gd name="connsiteY20" fmla="*/ 75969 h 86822"/>
                <a:gd name="connsiteX21" fmla="*/ 3835 w 61344"/>
                <a:gd name="connsiteY21" fmla="*/ 82992 h 86822"/>
                <a:gd name="connsiteX22" fmla="*/ 9585 w 61344"/>
                <a:gd name="connsiteY22" fmla="*/ 86822 h 86822"/>
                <a:gd name="connsiteX23" fmla="*/ 54954 w 61344"/>
                <a:gd name="connsiteY23" fmla="*/ 86822 h 86822"/>
                <a:gd name="connsiteX24" fmla="*/ 61344 w 61344"/>
                <a:gd name="connsiteY24" fmla="*/ 80438 h 86822"/>
                <a:gd name="connsiteX25" fmla="*/ 54314 w 61344"/>
                <a:gd name="connsiteY25" fmla="*/ 74054 h 86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1344" h="86822">
                  <a:moveTo>
                    <a:pt x="54314" y="74054"/>
                  </a:moveTo>
                  <a:lnTo>
                    <a:pt x="21726" y="74054"/>
                  </a:lnTo>
                  <a:cubicBezTo>
                    <a:pt x="26838" y="66393"/>
                    <a:pt x="30033" y="58094"/>
                    <a:pt x="29394" y="49795"/>
                  </a:cubicBezTo>
                  <a:lnTo>
                    <a:pt x="38340" y="49795"/>
                  </a:lnTo>
                  <a:cubicBezTo>
                    <a:pt x="42174" y="49795"/>
                    <a:pt x="44730" y="47241"/>
                    <a:pt x="44730" y="43411"/>
                  </a:cubicBezTo>
                  <a:cubicBezTo>
                    <a:pt x="44730" y="39581"/>
                    <a:pt x="42174" y="37027"/>
                    <a:pt x="38340" y="37027"/>
                  </a:cubicBezTo>
                  <a:lnTo>
                    <a:pt x="24282" y="37027"/>
                  </a:lnTo>
                  <a:cubicBezTo>
                    <a:pt x="23643" y="35750"/>
                    <a:pt x="22365" y="34473"/>
                    <a:pt x="21087" y="33197"/>
                  </a:cubicBezTo>
                  <a:cubicBezTo>
                    <a:pt x="18531" y="30643"/>
                    <a:pt x="17892" y="24897"/>
                    <a:pt x="19809" y="20429"/>
                  </a:cubicBezTo>
                  <a:cubicBezTo>
                    <a:pt x="21087" y="17237"/>
                    <a:pt x="24921" y="12130"/>
                    <a:pt x="33228" y="12768"/>
                  </a:cubicBezTo>
                  <a:cubicBezTo>
                    <a:pt x="47286" y="12768"/>
                    <a:pt x="47925" y="24897"/>
                    <a:pt x="47925" y="27451"/>
                  </a:cubicBezTo>
                  <a:cubicBezTo>
                    <a:pt x="47925" y="30643"/>
                    <a:pt x="50481" y="33835"/>
                    <a:pt x="54314" y="33835"/>
                  </a:cubicBezTo>
                  <a:cubicBezTo>
                    <a:pt x="58149" y="33835"/>
                    <a:pt x="60704" y="31281"/>
                    <a:pt x="60704" y="27451"/>
                  </a:cubicBezTo>
                  <a:cubicBezTo>
                    <a:pt x="60704" y="16598"/>
                    <a:pt x="53676" y="638"/>
                    <a:pt x="33228" y="0"/>
                  </a:cubicBezTo>
                  <a:cubicBezTo>
                    <a:pt x="21726" y="0"/>
                    <a:pt x="12141" y="5746"/>
                    <a:pt x="7668" y="15322"/>
                  </a:cubicBezTo>
                  <a:cubicBezTo>
                    <a:pt x="4473" y="22344"/>
                    <a:pt x="5112" y="30005"/>
                    <a:pt x="8307" y="36389"/>
                  </a:cubicBezTo>
                  <a:lnTo>
                    <a:pt x="6390" y="36389"/>
                  </a:lnTo>
                  <a:cubicBezTo>
                    <a:pt x="2556" y="36389"/>
                    <a:pt x="0" y="38942"/>
                    <a:pt x="0" y="42773"/>
                  </a:cubicBezTo>
                  <a:cubicBezTo>
                    <a:pt x="0" y="46603"/>
                    <a:pt x="2556" y="49157"/>
                    <a:pt x="6390" y="49157"/>
                  </a:cubicBezTo>
                  <a:lnTo>
                    <a:pt x="16614" y="49157"/>
                  </a:lnTo>
                  <a:cubicBezTo>
                    <a:pt x="17892" y="54264"/>
                    <a:pt x="15336" y="61925"/>
                    <a:pt x="4473" y="75969"/>
                  </a:cubicBezTo>
                  <a:cubicBezTo>
                    <a:pt x="3195" y="77884"/>
                    <a:pt x="2556" y="80438"/>
                    <a:pt x="3835" y="82992"/>
                  </a:cubicBezTo>
                  <a:cubicBezTo>
                    <a:pt x="5112" y="84907"/>
                    <a:pt x="7030" y="86822"/>
                    <a:pt x="9585" y="86822"/>
                  </a:cubicBezTo>
                  <a:lnTo>
                    <a:pt x="54954" y="86822"/>
                  </a:lnTo>
                  <a:cubicBezTo>
                    <a:pt x="58788" y="86822"/>
                    <a:pt x="61344" y="84268"/>
                    <a:pt x="61344" y="80438"/>
                  </a:cubicBezTo>
                  <a:cubicBezTo>
                    <a:pt x="61344" y="76608"/>
                    <a:pt x="57509" y="74054"/>
                    <a:pt x="54314" y="74054"/>
                  </a:cubicBezTo>
                  <a:close/>
                </a:path>
              </a:pathLst>
            </a:custGeom>
            <a:solidFill>
              <a:srgbClr val="007680"/>
            </a:solidFill>
            <a:ln w="6390" cap="flat">
              <a:noFill/>
              <a:prstDash val="solid"/>
              <a:miter/>
            </a:ln>
          </p:spPr>
          <p:txBody>
            <a:bodyPr rtlCol="0" anchor="ctr"/>
            <a:lstStyle/>
            <a:p>
              <a:endParaRPr lang="en-US"/>
            </a:p>
          </p:txBody>
        </p:sp>
        <p:sp>
          <p:nvSpPr>
            <p:cNvPr id="601" name="Graphic 4">
              <a:extLst>
                <a:ext uri="{FF2B5EF4-FFF2-40B4-BE49-F238E27FC236}">
                  <a16:creationId xmlns:a16="http://schemas.microsoft.com/office/drawing/2014/main" id="{BED7A72E-DD9F-5A41-AA4A-97C8D0D030A6}"/>
                </a:ext>
              </a:extLst>
            </p:cNvPr>
            <p:cNvSpPr/>
            <p:nvPr/>
          </p:nvSpPr>
          <p:spPr>
            <a:xfrm>
              <a:off x="8939741" y="1966590"/>
              <a:ext cx="160587" cy="215616"/>
            </a:xfrm>
            <a:custGeom>
              <a:avLst/>
              <a:gdLst>
                <a:gd name="connsiteX0" fmla="*/ 147388 w 160587"/>
                <a:gd name="connsiteY0" fmla="*/ 167099 h 215616"/>
                <a:gd name="connsiteX1" fmla="*/ 148667 w 160587"/>
                <a:gd name="connsiteY1" fmla="*/ 162630 h 215616"/>
                <a:gd name="connsiteX2" fmla="*/ 149305 w 160587"/>
                <a:gd name="connsiteY2" fmla="*/ 160076 h 215616"/>
                <a:gd name="connsiteX3" fmla="*/ 150583 w 160587"/>
                <a:gd name="connsiteY3" fmla="*/ 156246 h 215616"/>
                <a:gd name="connsiteX4" fmla="*/ 153139 w 160587"/>
                <a:gd name="connsiteY4" fmla="*/ 146031 h 215616"/>
                <a:gd name="connsiteX5" fmla="*/ 106492 w 160587"/>
                <a:gd name="connsiteY5" fmla="*/ 44526 h 215616"/>
                <a:gd name="connsiteX6" fmla="*/ 129497 w 160587"/>
                <a:gd name="connsiteY6" fmla="*/ 18352 h 215616"/>
                <a:gd name="connsiteX7" fmla="*/ 130136 w 160587"/>
                <a:gd name="connsiteY7" fmla="*/ 11329 h 215616"/>
                <a:gd name="connsiteX8" fmla="*/ 105215 w 160587"/>
                <a:gd name="connsiteY8" fmla="*/ 477 h 215616"/>
                <a:gd name="connsiteX9" fmla="*/ 81572 w 160587"/>
                <a:gd name="connsiteY9" fmla="*/ 7499 h 215616"/>
                <a:gd name="connsiteX10" fmla="*/ 57929 w 160587"/>
                <a:gd name="connsiteY10" fmla="*/ 477 h 215616"/>
                <a:gd name="connsiteX11" fmla="*/ 33008 w 160587"/>
                <a:gd name="connsiteY11" fmla="*/ 11329 h 215616"/>
                <a:gd name="connsiteX12" fmla="*/ 33648 w 160587"/>
                <a:gd name="connsiteY12" fmla="*/ 18352 h 215616"/>
                <a:gd name="connsiteX13" fmla="*/ 56651 w 160587"/>
                <a:gd name="connsiteY13" fmla="*/ 44526 h 215616"/>
                <a:gd name="connsiteX14" fmla="*/ 10005 w 160587"/>
                <a:gd name="connsiteY14" fmla="*/ 146031 h 215616"/>
                <a:gd name="connsiteX15" fmla="*/ 12561 w 160587"/>
                <a:gd name="connsiteY15" fmla="*/ 156246 h 215616"/>
                <a:gd name="connsiteX16" fmla="*/ 13838 w 160587"/>
                <a:gd name="connsiteY16" fmla="*/ 160076 h 215616"/>
                <a:gd name="connsiteX17" fmla="*/ 14478 w 160587"/>
                <a:gd name="connsiteY17" fmla="*/ 162630 h 215616"/>
                <a:gd name="connsiteX18" fmla="*/ 15756 w 160587"/>
                <a:gd name="connsiteY18" fmla="*/ 167099 h 215616"/>
                <a:gd name="connsiteX19" fmla="*/ 420 w 160587"/>
                <a:gd name="connsiteY19" fmla="*/ 207318 h 215616"/>
                <a:gd name="connsiteX20" fmla="*/ 1058 w 160587"/>
                <a:gd name="connsiteY20" fmla="*/ 213063 h 215616"/>
                <a:gd name="connsiteX21" fmla="*/ 6171 w 160587"/>
                <a:gd name="connsiteY21" fmla="*/ 215617 h 215616"/>
                <a:gd name="connsiteX22" fmla="*/ 154417 w 160587"/>
                <a:gd name="connsiteY22" fmla="*/ 215617 h 215616"/>
                <a:gd name="connsiteX23" fmla="*/ 159529 w 160587"/>
                <a:gd name="connsiteY23" fmla="*/ 213063 h 215616"/>
                <a:gd name="connsiteX24" fmla="*/ 160168 w 160587"/>
                <a:gd name="connsiteY24" fmla="*/ 207318 h 215616"/>
                <a:gd name="connsiteX25" fmla="*/ 147388 w 160587"/>
                <a:gd name="connsiteY25" fmla="*/ 167099 h 215616"/>
                <a:gd name="connsiteX26" fmla="*/ 47705 w 160587"/>
                <a:gd name="connsiteY26" fmla="*/ 13245 h 215616"/>
                <a:gd name="connsiteX27" fmla="*/ 56013 w 160587"/>
                <a:gd name="connsiteY27" fmla="*/ 11968 h 215616"/>
                <a:gd name="connsiteX28" fmla="*/ 79655 w 160587"/>
                <a:gd name="connsiteY28" fmla="*/ 19629 h 215616"/>
                <a:gd name="connsiteX29" fmla="*/ 84767 w 160587"/>
                <a:gd name="connsiteY29" fmla="*/ 19629 h 215616"/>
                <a:gd name="connsiteX30" fmla="*/ 108410 w 160587"/>
                <a:gd name="connsiteY30" fmla="*/ 11968 h 215616"/>
                <a:gd name="connsiteX31" fmla="*/ 116717 w 160587"/>
                <a:gd name="connsiteY31" fmla="*/ 13245 h 215616"/>
                <a:gd name="connsiteX32" fmla="*/ 94352 w 160587"/>
                <a:gd name="connsiteY32" fmla="*/ 38142 h 215616"/>
                <a:gd name="connsiteX33" fmla="*/ 69431 w 160587"/>
                <a:gd name="connsiteY33" fmla="*/ 38142 h 215616"/>
                <a:gd name="connsiteX34" fmla="*/ 47705 w 160587"/>
                <a:gd name="connsiteY34" fmla="*/ 13245 h 215616"/>
                <a:gd name="connsiteX35" fmla="*/ 17673 w 160587"/>
                <a:gd name="connsiteY35" fmla="*/ 202849 h 215616"/>
                <a:gd name="connsiteX36" fmla="*/ 29813 w 160587"/>
                <a:gd name="connsiteY36" fmla="*/ 170291 h 215616"/>
                <a:gd name="connsiteX37" fmla="*/ 30453 w 160587"/>
                <a:gd name="connsiteY37" fmla="*/ 167737 h 215616"/>
                <a:gd name="connsiteX38" fmla="*/ 27897 w 160587"/>
                <a:gd name="connsiteY38" fmla="*/ 158161 h 215616"/>
                <a:gd name="connsiteX39" fmla="*/ 27258 w 160587"/>
                <a:gd name="connsiteY39" fmla="*/ 155607 h 215616"/>
                <a:gd name="connsiteX40" fmla="*/ 25979 w 160587"/>
                <a:gd name="connsiteY40" fmla="*/ 151139 h 215616"/>
                <a:gd name="connsiteX41" fmla="*/ 23423 w 160587"/>
                <a:gd name="connsiteY41" fmla="*/ 143478 h 215616"/>
                <a:gd name="connsiteX42" fmla="*/ 68792 w 160587"/>
                <a:gd name="connsiteY42" fmla="*/ 50910 h 215616"/>
                <a:gd name="connsiteX43" fmla="*/ 94991 w 160587"/>
                <a:gd name="connsiteY43" fmla="*/ 50910 h 215616"/>
                <a:gd name="connsiteX44" fmla="*/ 140359 w 160587"/>
                <a:gd name="connsiteY44" fmla="*/ 143478 h 215616"/>
                <a:gd name="connsiteX45" fmla="*/ 137803 w 160587"/>
                <a:gd name="connsiteY45" fmla="*/ 151139 h 215616"/>
                <a:gd name="connsiteX46" fmla="*/ 136526 w 160587"/>
                <a:gd name="connsiteY46" fmla="*/ 155607 h 215616"/>
                <a:gd name="connsiteX47" fmla="*/ 135887 w 160587"/>
                <a:gd name="connsiteY47" fmla="*/ 158161 h 215616"/>
                <a:gd name="connsiteX48" fmla="*/ 133331 w 160587"/>
                <a:gd name="connsiteY48" fmla="*/ 167737 h 215616"/>
                <a:gd name="connsiteX49" fmla="*/ 133969 w 160587"/>
                <a:gd name="connsiteY49" fmla="*/ 170291 h 215616"/>
                <a:gd name="connsiteX50" fmla="*/ 146111 w 160587"/>
                <a:gd name="connsiteY50" fmla="*/ 202849 h 215616"/>
                <a:gd name="connsiteX51" fmla="*/ 17673 w 160587"/>
                <a:gd name="connsiteY51" fmla="*/ 202849 h 21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0587" h="215616">
                  <a:moveTo>
                    <a:pt x="147388" y="167099"/>
                  </a:moveTo>
                  <a:cubicBezTo>
                    <a:pt x="147388" y="165822"/>
                    <a:pt x="148027" y="163907"/>
                    <a:pt x="148667" y="162630"/>
                  </a:cubicBezTo>
                  <a:cubicBezTo>
                    <a:pt x="149305" y="161353"/>
                    <a:pt x="149305" y="160715"/>
                    <a:pt x="149305" y="160076"/>
                  </a:cubicBezTo>
                  <a:cubicBezTo>
                    <a:pt x="149944" y="158799"/>
                    <a:pt x="149944" y="157523"/>
                    <a:pt x="150583" y="156246"/>
                  </a:cubicBezTo>
                  <a:cubicBezTo>
                    <a:pt x="151862" y="153054"/>
                    <a:pt x="152500" y="149862"/>
                    <a:pt x="153139" y="146031"/>
                  </a:cubicBezTo>
                  <a:cubicBezTo>
                    <a:pt x="159529" y="109004"/>
                    <a:pt x="135247" y="68147"/>
                    <a:pt x="106492" y="44526"/>
                  </a:cubicBezTo>
                  <a:lnTo>
                    <a:pt x="129497" y="18352"/>
                  </a:lnTo>
                  <a:cubicBezTo>
                    <a:pt x="131413" y="16437"/>
                    <a:pt x="131413" y="13245"/>
                    <a:pt x="130136" y="11329"/>
                  </a:cubicBezTo>
                  <a:cubicBezTo>
                    <a:pt x="127580" y="6222"/>
                    <a:pt x="118633" y="-2077"/>
                    <a:pt x="105215" y="477"/>
                  </a:cubicBezTo>
                  <a:cubicBezTo>
                    <a:pt x="95630" y="2392"/>
                    <a:pt x="86045" y="5584"/>
                    <a:pt x="81572" y="7499"/>
                  </a:cubicBezTo>
                  <a:cubicBezTo>
                    <a:pt x="77099" y="5584"/>
                    <a:pt x="67514" y="2392"/>
                    <a:pt x="57929" y="477"/>
                  </a:cubicBezTo>
                  <a:cubicBezTo>
                    <a:pt x="44510" y="-2077"/>
                    <a:pt x="35564" y="6861"/>
                    <a:pt x="33008" y="11329"/>
                  </a:cubicBezTo>
                  <a:cubicBezTo>
                    <a:pt x="31730" y="13883"/>
                    <a:pt x="32369" y="16437"/>
                    <a:pt x="33648" y="18352"/>
                  </a:cubicBezTo>
                  <a:lnTo>
                    <a:pt x="56651" y="44526"/>
                  </a:lnTo>
                  <a:cubicBezTo>
                    <a:pt x="27897" y="68147"/>
                    <a:pt x="3615" y="109004"/>
                    <a:pt x="10005" y="146031"/>
                  </a:cubicBezTo>
                  <a:cubicBezTo>
                    <a:pt x="10643" y="149862"/>
                    <a:pt x="11922" y="153054"/>
                    <a:pt x="12561" y="156246"/>
                  </a:cubicBezTo>
                  <a:cubicBezTo>
                    <a:pt x="13199" y="157523"/>
                    <a:pt x="13199" y="158799"/>
                    <a:pt x="13838" y="160076"/>
                  </a:cubicBezTo>
                  <a:cubicBezTo>
                    <a:pt x="13838" y="160715"/>
                    <a:pt x="14478" y="161991"/>
                    <a:pt x="14478" y="162630"/>
                  </a:cubicBezTo>
                  <a:cubicBezTo>
                    <a:pt x="15117" y="163907"/>
                    <a:pt x="15756" y="165822"/>
                    <a:pt x="15756" y="167099"/>
                  </a:cubicBezTo>
                  <a:lnTo>
                    <a:pt x="420" y="207318"/>
                  </a:lnTo>
                  <a:cubicBezTo>
                    <a:pt x="-219" y="209233"/>
                    <a:pt x="-219" y="211786"/>
                    <a:pt x="1058" y="213063"/>
                  </a:cubicBezTo>
                  <a:cubicBezTo>
                    <a:pt x="2337" y="214978"/>
                    <a:pt x="4253" y="215617"/>
                    <a:pt x="6171" y="215617"/>
                  </a:cubicBezTo>
                  <a:lnTo>
                    <a:pt x="154417" y="215617"/>
                  </a:lnTo>
                  <a:cubicBezTo>
                    <a:pt x="156334" y="215617"/>
                    <a:pt x="158252" y="214340"/>
                    <a:pt x="159529" y="213063"/>
                  </a:cubicBezTo>
                  <a:cubicBezTo>
                    <a:pt x="160807" y="211148"/>
                    <a:pt x="160807" y="209233"/>
                    <a:pt x="160168" y="207318"/>
                  </a:cubicBezTo>
                  <a:lnTo>
                    <a:pt x="147388" y="167099"/>
                  </a:lnTo>
                  <a:close/>
                  <a:moveTo>
                    <a:pt x="47705" y="13245"/>
                  </a:moveTo>
                  <a:cubicBezTo>
                    <a:pt x="49623" y="11968"/>
                    <a:pt x="52178" y="11329"/>
                    <a:pt x="56013" y="11968"/>
                  </a:cubicBezTo>
                  <a:cubicBezTo>
                    <a:pt x="67514" y="14521"/>
                    <a:pt x="79655" y="18990"/>
                    <a:pt x="79655" y="19629"/>
                  </a:cubicBezTo>
                  <a:cubicBezTo>
                    <a:pt x="81572" y="20267"/>
                    <a:pt x="82850" y="20267"/>
                    <a:pt x="84767" y="19629"/>
                  </a:cubicBezTo>
                  <a:cubicBezTo>
                    <a:pt x="84767" y="19629"/>
                    <a:pt x="96908" y="14521"/>
                    <a:pt x="108410" y="11968"/>
                  </a:cubicBezTo>
                  <a:cubicBezTo>
                    <a:pt x="112244" y="11329"/>
                    <a:pt x="114800" y="11968"/>
                    <a:pt x="116717" y="13245"/>
                  </a:cubicBezTo>
                  <a:lnTo>
                    <a:pt x="94352" y="38142"/>
                  </a:lnTo>
                  <a:lnTo>
                    <a:pt x="69431" y="38142"/>
                  </a:lnTo>
                  <a:lnTo>
                    <a:pt x="47705" y="13245"/>
                  </a:lnTo>
                  <a:close/>
                  <a:moveTo>
                    <a:pt x="17673" y="202849"/>
                  </a:moveTo>
                  <a:lnTo>
                    <a:pt x="29813" y="170291"/>
                  </a:lnTo>
                  <a:cubicBezTo>
                    <a:pt x="29813" y="169652"/>
                    <a:pt x="30453" y="168375"/>
                    <a:pt x="30453" y="167737"/>
                  </a:cubicBezTo>
                  <a:cubicBezTo>
                    <a:pt x="30453" y="164545"/>
                    <a:pt x="29174" y="161353"/>
                    <a:pt x="27897" y="158161"/>
                  </a:cubicBezTo>
                  <a:cubicBezTo>
                    <a:pt x="27897" y="157523"/>
                    <a:pt x="27258" y="156246"/>
                    <a:pt x="27258" y="155607"/>
                  </a:cubicBezTo>
                  <a:cubicBezTo>
                    <a:pt x="26618" y="154331"/>
                    <a:pt x="25979" y="152415"/>
                    <a:pt x="25979" y="151139"/>
                  </a:cubicBezTo>
                  <a:cubicBezTo>
                    <a:pt x="25341" y="148585"/>
                    <a:pt x="24063" y="146031"/>
                    <a:pt x="23423" y="143478"/>
                  </a:cubicBezTo>
                  <a:cubicBezTo>
                    <a:pt x="17673" y="109643"/>
                    <a:pt x="41954" y="71977"/>
                    <a:pt x="68792" y="50910"/>
                  </a:cubicBezTo>
                  <a:lnTo>
                    <a:pt x="94991" y="50910"/>
                  </a:lnTo>
                  <a:cubicBezTo>
                    <a:pt x="121828" y="71339"/>
                    <a:pt x="146111" y="109643"/>
                    <a:pt x="140359" y="143478"/>
                  </a:cubicBezTo>
                  <a:cubicBezTo>
                    <a:pt x="139721" y="146031"/>
                    <a:pt x="139082" y="148585"/>
                    <a:pt x="137803" y="151139"/>
                  </a:cubicBezTo>
                  <a:cubicBezTo>
                    <a:pt x="137164" y="152415"/>
                    <a:pt x="136526" y="154331"/>
                    <a:pt x="136526" y="155607"/>
                  </a:cubicBezTo>
                  <a:cubicBezTo>
                    <a:pt x="136526" y="156246"/>
                    <a:pt x="135887" y="156884"/>
                    <a:pt x="135887" y="158161"/>
                  </a:cubicBezTo>
                  <a:cubicBezTo>
                    <a:pt x="134608" y="160715"/>
                    <a:pt x="133969" y="164545"/>
                    <a:pt x="133331" y="167737"/>
                  </a:cubicBezTo>
                  <a:cubicBezTo>
                    <a:pt x="133331" y="168375"/>
                    <a:pt x="133331" y="169652"/>
                    <a:pt x="133969" y="170291"/>
                  </a:cubicBezTo>
                  <a:lnTo>
                    <a:pt x="146111" y="202849"/>
                  </a:lnTo>
                  <a:lnTo>
                    <a:pt x="17673" y="202849"/>
                  </a:lnTo>
                  <a:close/>
                </a:path>
              </a:pathLst>
            </a:custGeom>
            <a:solidFill>
              <a:srgbClr val="007680"/>
            </a:solidFill>
            <a:ln w="6390" cap="flat">
              <a:noFill/>
              <a:prstDash val="solid"/>
              <a:miter/>
            </a:ln>
          </p:spPr>
          <p:txBody>
            <a:bodyPr rtlCol="0" anchor="ctr"/>
            <a:lstStyle/>
            <a:p>
              <a:endParaRPr lang="en-US"/>
            </a:p>
          </p:txBody>
        </p:sp>
      </p:grpSp>
      <p:grpSp>
        <p:nvGrpSpPr>
          <p:cNvPr id="602" name="Graphic 4">
            <a:extLst>
              <a:ext uri="{FF2B5EF4-FFF2-40B4-BE49-F238E27FC236}">
                <a16:creationId xmlns:a16="http://schemas.microsoft.com/office/drawing/2014/main" id="{1A36551F-2368-C44B-8AC1-82470E6D56E6}"/>
              </a:ext>
            </a:extLst>
          </p:cNvPr>
          <p:cNvGrpSpPr/>
          <p:nvPr/>
        </p:nvGrpSpPr>
        <p:grpSpPr>
          <a:xfrm>
            <a:off x="8841116" y="2371173"/>
            <a:ext cx="361670" cy="361333"/>
            <a:chOff x="8841116" y="2371173"/>
            <a:chExt cx="361670" cy="361333"/>
          </a:xfrm>
          <a:solidFill>
            <a:srgbClr val="007680"/>
          </a:solidFill>
        </p:grpSpPr>
        <p:sp>
          <p:nvSpPr>
            <p:cNvPr id="603" name="Graphic 4">
              <a:extLst>
                <a:ext uri="{FF2B5EF4-FFF2-40B4-BE49-F238E27FC236}">
                  <a16:creationId xmlns:a16="http://schemas.microsoft.com/office/drawing/2014/main" id="{A207B2AF-112C-AD45-84A9-AAA5DD66B2A1}"/>
                </a:ext>
              </a:extLst>
            </p:cNvPr>
            <p:cNvSpPr/>
            <p:nvPr/>
          </p:nvSpPr>
          <p:spPr>
            <a:xfrm>
              <a:off x="8841116" y="237117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3" y="361333"/>
                    <a:pt x="180836" y="361333"/>
                  </a:cubicBezTo>
                  <a:cubicBezTo>
                    <a:pt x="281157" y="361333"/>
                    <a:pt x="361670" y="280257"/>
                    <a:pt x="361670" y="180667"/>
                  </a:cubicBezTo>
                  <a:cubicBezTo>
                    <a:pt x="361670" y="81077"/>
                    <a:pt x="281157" y="0"/>
                    <a:pt x="180836" y="0"/>
                  </a:cubicBezTo>
                  <a:close/>
                  <a:moveTo>
                    <a:pt x="180836" y="349204"/>
                  </a:moveTo>
                  <a:cubicBezTo>
                    <a:pt x="88181" y="349204"/>
                    <a:pt x="12780" y="273873"/>
                    <a:pt x="12780" y="181305"/>
                  </a:cubicBezTo>
                  <a:cubicBezTo>
                    <a:pt x="12780" y="88738"/>
                    <a:pt x="88181" y="13406"/>
                    <a:pt x="180836" y="13406"/>
                  </a:cubicBezTo>
                  <a:cubicBezTo>
                    <a:pt x="273490" y="13406"/>
                    <a:pt x="348890" y="88738"/>
                    <a:pt x="348890" y="181305"/>
                  </a:cubicBezTo>
                  <a:cubicBezTo>
                    <a:pt x="348890" y="273873"/>
                    <a:pt x="274128" y="349204"/>
                    <a:pt x="180836" y="349204"/>
                  </a:cubicBezTo>
                  <a:close/>
                </a:path>
              </a:pathLst>
            </a:custGeom>
            <a:solidFill>
              <a:srgbClr val="007680"/>
            </a:solidFill>
            <a:ln w="6390" cap="flat">
              <a:noFill/>
              <a:prstDash val="solid"/>
              <a:miter/>
            </a:ln>
          </p:spPr>
          <p:txBody>
            <a:bodyPr rtlCol="0" anchor="ctr"/>
            <a:lstStyle/>
            <a:p>
              <a:endParaRPr lang="en-US"/>
            </a:p>
          </p:txBody>
        </p:sp>
        <p:sp>
          <p:nvSpPr>
            <p:cNvPr id="604" name="Graphic 4">
              <a:extLst>
                <a:ext uri="{FF2B5EF4-FFF2-40B4-BE49-F238E27FC236}">
                  <a16:creationId xmlns:a16="http://schemas.microsoft.com/office/drawing/2014/main" id="{E7D47D48-D958-5443-8D15-F79AA4A16DB2}"/>
                </a:ext>
              </a:extLst>
            </p:cNvPr>
            <p:cNvSpPr/>
            <p:nvPr/>
          </p:nvSpPr>
          <p:spPr>
            <a:xfrm>
              <a:off x="8990002" y="2543541"/>
              <a:ext cx="63899" cy="63839"/>
            </a:xfrm>
            <a:custGeom>
              <a:avLst/>
              <a:gdLst>
                <a:gd name="connsiteX0" fmla="*/ 40896 w 63899"/>
                <a:gd name="connsiteY0" fmla="*/ 31920 h 63839"/>
                <a:gd name="connsiteX1" fmla="*/ 61982 w 63899"/>
                <a:gd name="connsiteY1" fmla="*/ 10853 h 63839"/>
                <a:gd name="connsiteX2" fmla="*/ 61982 w 63899"/>
                <a:gd name="connsiteY2" fmla="*/ 1915 h 63839"/>
                <a:gd name="connsiteX3" fmla="*/ 53036 w 63899"/>
                <a:gd name="connsiteY3" fmla="*/ 1915 h 63839"/>
                <a:gd name="connsiteX4" fmla="*/ 31950 w 63899"/>
                <a:gd name="connsiteY4" fmla="*/ 22982 h 63839"/>
                <a:gd name="connsiteX5" fmla="*/ 10863 w 63899"/>
                <a:gd name="connsiteY5" fmla="*/ 1915 h 63839"/>
                <a:gd name="connsiteX6" fmla="*/ 1917 w 63899"/>
                <a:gd name="connsiteY6" fmla="*/ 1915 h 63839"/>
                <a:gd name="connsiteX7" fmla="*/ 1917 w 63899"/>
                <a:gd name="connsiteY7" fmla="*/ 10853 h 63839"/>
                <a:gd name="connsiteX8" fmla="*/ 23004 w 63899"/>
                <a:gd name="connsiteY8" fmla="*/ 31920 h 63839"/>
                <a:gd name="connsiteX9" fmla="*/ 1917 w 63899"/>
                <a:gd name="connsiteY9" fmla="*/ 52987 h 63839"/>
                <a:gd name="connsiteX10" fmla="*/ 1917 w 63899"/>
                <a:gd name="connsiteY10" fmla="*/ 61925 h 63839"/>
                <a:gd name="connsiteX11" fmla="*/ 6390 w 63899"/>
                <a:gd name="connsiteY11" fmla="*/ 63840 h 63839"/>
                <a:gd name="connsiteX12" fmla="*/ 10863 w 63899"/>
                <a:gd name="connsiteY12" fmla="*/ 61925 h 63839"/>
                <a:gd name="connsiteX13" fmla="*/ 31950 w 63899"/>
                <a:gd name="connsiteY13" fmla="*/ 40857 h 63839"/>
                <a:gd name="connsiteX14" fmla="*/ 53036 w 63899"/>
                <a:gd name="connsiteY14" fmla="*/ 61925 h 63839"/>
                <a:gd name="connsiteX15" fmla="*/ 57509 w 63899"/>
                <a:gd name="connsiteY15" fmla="*/ 63840 h 63839"/>
                <a:gd name="connsiteX16" fmla="*/ 61982 w 63899"/>
                <a:gd name="connsiteY16" fmla="*/ 61925 h 63839"/>
                <a:gd name="connsiteX17" fmla="*/ 61982 w 63899"/>
                <a:gd name="connsiteY17" fmla="*/ 52987 h 63839"/>
                <a:gd name="connsiteX18" fmla="*/ 40896 w 63899"/>
                <a:gd name="connsiteY18" fmla="*/ 31920 h 6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899" h="63839">
                  <a:moveTo>
                    <a:pt x="40896" y="31920"/>
                  </a:moveTo>
                  <a:lnTo>
                    <a:pt x="61982" y="10853"/>
                  </a:lnTo>
                  <a:cubicBezTo>
                    <a:pt x="64538" y="8299"/>
                    <a:pt x="64538" y="4469"/>
                    <a:pt x="61982" y="1915"/>
                  </a:cubicBezTo>
                  <a:cubicBezTo>
                    <a:pt x="59426" y="-638"/>
                    <a:pt x="55592" y="-638"/>
                    <a:pt x="53036" y="1915"/>
                  </a:cubicBezTo>
                  <a:lnTo>
                    <a:pt x="31950" y="22982"/>
                  </a:lnTo>
                  <a:lnTo>
                    <a:pt x="10863" y="1915"/>
                  </a:lnTo>
                  <a:cubicBezTo>
                    <a:pt x="8306" y="-638"/>
                    <a:pt x="4473" y="-638"/>
                    <a:pt x="1917" y="1915"/>
                  </a:cubicBezTo>
                  <a:cubicBezTo>
                    <a:pt x="-639" y="4469"/>
                    <a:pt x="-639" y="8299"/>
                    <a:pt x="1917" y="10853"/>
                  </a:cubicBezTo>
                  <a:lnTo>
                    <a:pt x="23004" y="31920"/>
                  </a:lnTo>
                  <a:lnTo>
                    <a:pt x="1917" y="52987"/>
                  </a:lnTo>
                  <a:cubicBezTo>
                    <a:pt x="-639" y="55541"/>
                    <a:pt x="-639" y="59371"/>
                    <a:pt x="1917" y="61925"/>
                  </a:cubicBezTo>
                  <a:cubicBezTo>
                    <a:pt x="3195" y="63201"/>
                    <a:pt x="4473" y="63840"/>
                    <a:pt x="6390" y="63840"/>
                  </a:cubicBezTo>
                  <a:cubicBezTo>
                    <a:pt x="8306" y="63840"/>
                    <a:pt x="9585" y="63201"/>
                    <a:pt x="10863" y="61925"/>
                  </a:cubicBezTo>
                  <a:lnTo>
                    <a:pt x="31950" y="40857"/>
                  </a:lnTo>
                  <a:lnTo>
                    <a:pt x="53036" y="61925"/>
                  </a:lnTo>
                  <a:cubicBezTo>
                    <a:pt x="54314" y="63201"/>
                    <a:pt x="55592" y="63840"/>
                    <a:pt x="57509" y="63840"/>
                  </a:cubicBezTo>
                  <a:cubicBezTo>
                    <a:pt x="59426" y="63840"/>
                    <a:pt x="60704" y="63201"/>
                    <a:pt x="61982" y="61925"/>
                  </a:cubicBezTo>
                  <a:cubicBezTo>
                    <a:pt x="64538" y="59371"/>
                    <a:pt x="64538" y="55541"/>
                    <a:pt x="61982" y="52987"/>
                  </a:cubicBezTo>
                  <a:lnTo>
                    <a:pt x="40896" y="31920"/>
                  </a:lnTo>
                  <a:close/>
                </a:path>
              </a:pathLst>
            </a:custGeom>
            <a:solidFill>
              <a:srgbClr val="007680"/>
            </a:solidFill>
            <a:ln w="6390" cap="flat">
              <a:noFill/>
              <a:prstDash val="solid"/>
              <a:miter/>
            </a:ln>
          </p:spPr>
          <p:txBody>
            <a:bodyPr rtlCol="0" anchor="ctr"/>
            <a:lstStyle/>
            <a:p>
              <a:endParaRPr lang="en-US"/>
            </a:p>
          </p:txBody>
        </p:sp>
        <p:sp>
          <p:nvSpPr>
            <p:cNvPr id="605" name="Graphic 4">
              <a:extLst>
                <a:ext uri="{FF2B5EF4-FFF2-40B4-BE49-F238E27FC236}">
                  <a16:creationId xmlns:a16="http://schemas.microsoft.com/office/drawing/2014/main" id="{DB6F7A1F-F94C-2A48-B3BE-2021C5531D45}"/>
                </a:ext>
              </a:extLst>
            </p:cNvPr>
            <p:cNvSpPr/>
            <p:nvPr/>
          </p:nvSpPr>
          <p:spPr>
            <a:xfrm>
              <a:off x="8939741" y="2444751"/>
              <a:ext cx="160587" cy="215616"/>
            </a:xfrm>
            <a:custGeom>
              <a:avLst/>
              <a:gdLst>
                <a:gd name="connsiteX0" fmla="*/ 147388 w 160587"/>
                <a:gd name="connsiteY0" fmla="*/ 167099 h 215616"/>
                <a:gd name="connsiteX1" fmla="*/ 148667 w 160587"/>
                <a:gd name="connsiteY1" fmla="*/ 162630 h 215616"/>
                <a:gd name="connsiteX2" fmla="*/ 149305 w 160587"/>
                <a:gd name="connsiteY2" fmla="*/ 160076 h 215616"/>
                <a:gd name="connsiteX3" fmla="*/ 150583 w 160587"/>
                <a:gd name="connsiteY3" fmla="*/ 156246 h 215616"/>
                <a:gd name="connsiteX4" fmla="*/ 153139 w 160587"/>
                <a:gd name="connsiteY4" fmla="*/ 146032 h 215616"/>
                <a:gd name="connsiteX5" fmla="*/ 106492 w 160587"/>
                <a:gd name="connsiteY5" fmla="*/ 44526 h 215616"/>
                <a:gd name="connsiteX6" fmla="*/ 129497 w 160587"/>
                <a:gd name="connsiteY6" fmla="*/ 18352 h 215616"/>
                <a:gd name="connsiteX7" fmla="*/ 130136 w 160587"/>
                <a:gd name="connsiteY7" fmla="*/ 11329 h 215616"/>
                <a:gd name="connsiteX8" fmla="*/ 105215 w 160587"/>
                <a:gd name="connsiteY8" fmla="*/ 477 h 215616"/>
                <a:gd name="connsiteX9" fmla="*/ 81572 w 160587"/>
                <a:gd name="connsiteY9" fmla="*/ 7499 h 215616"/>
                <a:gd name="connsiteX10" fmla="*/ 57929 w 160587"/>
                <a:gd name="connsiteY10" fmla="*/ 477 h 215616"/>
                <a:gd name="connsiteX11" fmla="*/ 33008 w 160587"/>
                <a:gd name="connsiteY11" fmla="*/ 11329 h 215616"/>
                <a:gd name="connsiteX12" fmla="*/ 33648 w 160587"/>
                <a:gd name="connsiteY12" fmla="*/ 18352 h 215616"/>
                <a:gd name="connsiteX13" fmla="*/ 56651 w 160587"/>
                <a:gd name="connsiteY13" fmla="*/ 44526 h 215616"/>
                <a:gd name="connsiteX14" fmla="*/ 10005 w 160587"/>
                <a:gd name="connsiteY14" fmla="*/ 146032 h 215616"/>
                <a:gd name="connsiteX15" fmla="*/ 12561 w 160587"/>
                <a:gd name="connsiteY15" fmla="*/ 156246 h 215616"/>
                <a:gd name="connsiteX16" fmla="*/ 13838 w 160587"/>
                <a:gd name="connsiteY16" fmla="*/ 160076 h 215616"/>
                <a:gd name="connsiteX17" fmla="*/ 14478 w 160587"/>
                <a:gd name="connsiteY17" fmla="*/ 162630 h 215616"/>
                <a:gd name="connsiteX18" fmla="*/ 15756 w 160587"/>
                <a:gd name="connsiteY18" fmla="*/ 167099 h 215616"/>
                <a:gd name="connsiteX19" fmla="*/ 420 w 160587"/>
                <a:gd name="connsiteY19" fmla="*/ 207318 h 215616"/>
                <a:gd name="connsiteX20" fmla="*/ 1058 w 160587"/>
                <a:gd name="connsiteY20" fmla="*/ 213063 h 215616"/>
                <a:gd name="connsiteX21" fmla="*/ 6171 w 160587"/>
                <a:gd name="connsiteY21" fmla="*/ 215617 h 215616"/>
                <a:gd name="connsiteX22" fmla="*/ 154417 w 160587"/>
                <a:gd name="connsiteY22" fmla="*/ 215617 h 215616"/>
                <a:gd name="connsiteX23" fmla="*/ 159529 w 160587"/>
                <a:gd name="connsiteY23" fmla="*/ 213063 h 215616"/>
                <a:gd name="connsiteX24" fmla="*/ 160168 w 160587"/>
                <a:gd name="connsiteY24" fmla="*/ 207318 h 215616"/>
                <a:gd name="connsiteX25" fmla="*/ 147388 w 160587"/>
                <a:gd name="connsiteY25" fmla="*/ 167099 h 215616"/>
                <a:gd name="connsiteX26" fmla="*/ 47705 w 160587"/>
                <a:gd name="connsiteY26" fmla="*/ 13245 h 215616"/>
                <a:gd name="connsiteX27" fmla="*/ 56013 w 160587"/>
                <a:gd name="connsiteY27" fmla="*/ 11968 h 215616"/>
                <a:gd name="connsiteX28" fmla="*/ 79655 w 160587"/>
                <a:gd name="connsiteY28" fmla="*/ 19629 h 215616"/>
                <a:gd name="connsiteX29" fmla="*/ 84767 w 160587"/>
                <a:gd name="connsiteY29" fmla="*/ 19629 h 215616"/>
                <a:gd name="connsiteX30" fmla="*/ 108410 w 160587"/>
                <a:gd name="connsiteY30" fmla="*/ 11968 h 215616"/>
                <a:gd name="connsiteX31" fmla="*/ 116717 w 160587"/>
                <a:gd name="connsiteY31" fmla="*/ 13245 h 215616"/>
                <a:gd name="connsiteX32" fmla="*/ 94352 w 160587"/>
                <a:gd name="connsiteY32" fmla="*/ 38142 h 215616"/>
                <a:gd name="connsiteX33" fmla="*/ 69431 w 160587"/>
                <a:gd name="connsiteY33" fmla="*/ 38142 h 215616"/>
                <a:gd name="connsiteX34" fmla="*/ 47705 w 160587"/>
                <a:gd name="connsiteY34" fmla="*/ 13245 h 215616"/>
                <a:gd name="connsiteX35" fmla="*/ 17673 w 160587"/>
                <a:gd name="connsiteY35" fmla="*/ 202849 h 215616"/>
                <a:gd name="connsiteX36" fmla="*/ 29813 w 160587"/>
                <a:gd name="connsiteY36" fmla="*/ 170291 h 215616"/>
                <a:gd name="connsiteX37" fmla="*/ 30453 w 160587"/>
                <a:gd name="connsiteY37" fmla="*/ 167737 h 215616"/>
                <a:gd name="connsiteX38" fmla="*/ 27897 w 160587"/>
                <a:gd name="connsiteY38" fmla="*/ 158161 h 215616"/>
                <a:gd name="connsiteX39" fmla="*/ 27258 w 160587"/>
                <a:gd name="connsiteY39" fmla="*/ 155607 h 215616"/>
                <a:gd name="connsiteX40" fmla="*/ 25979 w 160587"/>
                <a:gd name="connsiteY40" fmla="*/ 151139 h 215616"/>
                <a:gd name="connsiteX41" fmla="*/ 23423 w 160587"/>
                <a:gd name="connsiteY41" fmla="*/ 143478 h 215616"/>
                <a:gd name="connsiteX42" fmla="*/ 68792 w 160587"/>
                <a:gd name="connsiteY42" fmla="*/ 50910 h 215616"/>
                <a:gd name="connsiteX43" fmla="*/ 94991 w 160587"/>
                <a:gd name="connsiteY43" fmla="*/ 50910 h 215616"/>
                <a:gd name="connsiteX44" fmla="*/ 140359 w 160587"/>
                <a:gd name="connsiteY44" fmla="*/ 143478 h 215616"/>
                <a:gd name="connsiteX45" fmla="*/ 137803 w 160587"/>
                <a:gd name="connsiteY45" fmla="*/ 151139 h 215616"/>
                <a:gd name="connsiteX46" fmla="*/ 136526 w 160587"/>
                <a:gd name="connsiteY46" fmla="*/ 155607 h 215616"/>
                <a:gd name="connsiteX47" fmla="*/ 135887 w 160587"/>
                <a:gd name="connsiteY47" fmla="*/ 158161 h 215616"/>
                <a:gd name="connsiteX48" fmla="*/ 133331 w 160587"/>
                <a:gd name="connsiteY48" fmla="*/ 167737 h 215616"/>
                <a:gd name="connsiteX49" fmla="*/ 133969 w 160587"/>
                <a:gd name="connsiteY49" fmla="*/ 170291 h 215616"/>
                <a:gd name="connsiteX50" fmla="*/ 146111 w 160587"/>
                <a:gd name="connsiteY50" fmla="*/ 202849 h 215616"/>
                <a:gd name="connsiteX51" fmla="*/ 17673 w 160587"/>
                <a:gd name="connsiteY51" fmla="*/ 202849 h 21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0587" h="215616">
                  <a:moveTo>
                    <a:pt x="147388" y="167099"/>
                  </a:moveTo>
                  <a:cubicBezTo>
                    <a:pt x="147388" y="165822"/>
                    <a:pt x="148027" y="163907"/>
                    <a:pt x="148667" y="162630"/>
                  </a:cubicBezTo>
                  <a:cubicBezTo>
                    <a:pt x="149305" y="161353"/>
                    <a:pt x="149305" y="160715"/>
                    <a:pt x="149305" y="160076"/>
                  </a:cubicBezTo>
                  <a:cubicBezTo>
                    <a:pt x="149944" y="158799"/>
                    <a:pt x="149944" y="157523"/>
                    <a:pt x="150583" y="156246"/>
                  </a:cubicBezTo>
                  <a:cubicBezTo>
                    <a:pt x="151862" y="153054"/>
                    <a:pt x="152500" y="149862"/>
                    <a:pt x="153139" y="146032"/>
                  </a:cubicBezTo>
                  <a:cubicBezTo>
                    <a:pt x="159529" y="109004"/>
                    <a:pt x="135247" y="68147"/>
                    <a:pt x="106492" y="44526"/>
                  </a:cubicBezTo>
                  <a:lnTo>
                    <a:pt x="129497" y="18352"/>
                  </a:lnTo>
                  <a:cubicBezTo>
                    <a:pt x="131413" y="16437"/>
                    <a:pt x="131413" y="13245"/>
                    <a:pt x="130136" y="11329"/>
                  </a:cubicBezTo>
                  <a:cubicBezTo>
                    <a:pt x="127580" y="6222"/>
                    <a:pt x="118633" y="-2077"/>
                    <a:pt x="105215" y="477"/>
                  </a:cubicBezTo>
                  <a:cubicBezTo>
                    <a:pt x="95630" y="2392"/>
                    <a:pt x="86045" y="5584"/>
                    <a:pt x="81572" y="7499"/>
                  </a:cubicBezTo>
                  <a:cubicBezTo>
                    <a:pt x="77099" y="5584"/>
                    <a:pt x="67514" y="2392"/>
                    <a:pt x="57929" y="477"/>
                  </a:cubicBezTo>
                  <a:cubicBezTo>
                    <a:pt x="44510" y="-2077"/>
                    <a:pt x="35564" y="6861"/>
                    <a:pt x="33008" y="11329"/>
                  </a:cubicBezTo>
                  <a:cubicBezTo>
                    <a:pt x="31730" y="13883"/>
                    <a:pt x="32369" y="16437"/>
                    <a:pt x="33648" y="18352"/>
                  </a:cubicBezTo>
                  <a:lnTo>
                    <a:pt x="56651" y="44526"/>
                  </a:lnTo>
                  <a:cubicBezTo>
                    <a:pt x="27897" y="68147"/>
                    <a:pt x="3615" y="109004"/>
                    <a:pt x="10005" y="146032"/>
                  </a:cubicBezTo>
                  <a:cubicBezTo>
                    <a:pt x="10643" y="149862"/>
                    <a:pt x="11922" y="153054"/>
                    <a:pt x="12561" y="156246"/>
                  </a:cubicBezTo>
                  <a:cubicBezTo>
                    <a:pt x="13199" y="157523"/>
                    <a:pt x="13199" y="158799"/>
                    <a:pt x="13838" y="160076"/>
                  </a:cubicBezTo>
                  <a:cubicBezTo>
                    <a:pt x="13838" y="160715"/>
                    <a:pt x="14478" y="161991"/>
                    <a:pt x="14478" y="162630"/>
                  </a:cubicBezTo>
                  <a:cubicBezTo>
                    <a:pt x="15117" y="163907"/>
                    <a:pt x="15756" y="165822"/>
                    <a:pt x="15756" y="167099"/>
                  </a:cubicBezTo>
                  <a:lnTo>
                    <a:pt x="420" y="207318"/>
                  </a:lnTo>
                  <a:cubicBezTo>
                    <a:pt x="-219" y="209233"/>
                    <a:pt x="-219" y="211786"/>
                    <a:pt x="1058" y="213063"/>
                  </a:cubicBezTo>
                  <a:cubicBezTo>
                    <a:pt x="2337" y="214978"/>
                    <a:pt x="4253" y="215617"/>
                    <a:pt x="6171" y="215617"/>
                  </a:cubicBezTo>
                  <a:lnTo>
                    <a:pt x="154417" y="215617"/>
                  </a:lnTo>
                  <a:cubicBezTo>
                    <a:pt x="156334" y="215617"/>
                    <a:pt x="158252" y="214340"/>
                    <a:pt x="159529" y="213063"/>
                  </a:cubicBezTo>
                  <a:cubicBezTo>
                    <a:pt x="160807" y="211148"/>
                    <a:pt x="160807" y="209233"/>
                    <a:pt x="160168" y="207318"/>
                  </a:cubicBezTo>
                  <a:lnTo>
                    <a:pt x="147388" y="167099"/>
                  </a:lnTo>
                  <a:close/>
                  <a:moveTo>
                    <a:pt x="47705" y="13245"/>
                  </a:moveTo>
                  <a:cubicBezTo>
                    <a:pt x="49623" y="11968"/>
                    <a:pt x="52178" y="11329"/>
                    <a:pt x="56013" y="11968"/>
                  </a:cubicBezTo>
                  <a:cubicBezTo>
                    <a:pt x="67514" y="14521"/>
                    <a:pt x="79655" y="18990"/>
                    <a:pt x="79655" y="19629"/>
                  </a:cubicBezTo>
                  <a:cubicBezTo>
                    <a:pt x="81572" y="20267"/>
                    <a:pt x="82850" y="20267"/>
                    <a:pt x="84767" y="19629"/>
                  </a:cubicBezTo>
                  <a:cubicBezTo>
                    <a:pt x="84767" y="19629"/>
                    <a:pt x="96908" y="14521"/>
                    <a:pt x="108410" y="11968"/>
                  </a:cubicBezTo>
                  <a:cubicBezTo>
                    <a:pt x="112244" y="11329"/>
                    <a:pt x="114800" y="11968"/>
                    <a:pt x="116717" y="13245"/>
                  </a:cubicBezTo>
                  <a:lnTo>
                    <a:pt x="94352" y="38142"/>
                  </a:lnTo>
                  <a:lnTo>
                    <a:pt x="69431" y="38142"/>
                  </a:lnTo>
                  <a:lnTo>
                    <a:pt x="47705" y="13245"/>
                  </a:lnTo>
                  <a:close/>
                  <a:moveTo>
                    <a:pt x="17673" y="202849"/>
                  </a:moveTo>
                  <a:lnTo>
                    <a:pt x="29813" y="170291"/>
                  </a:lnTo>
                  <a:cubicBezTo>
                    <a:pt x="29813" y="169652"/>
                    <a:pt x="30453" y="168375"/>
                    <a:pt x="30453" y="167737"/>
                  </a:cubicBezTo>
                  <a:cubicBezTo>
                    <a:pt x="30453" y="164545"/>
                    <a:pt x="29174" y="161353"/>
                    <a:pt x="27897" y="158161"/>
                  </a:cubicBezTo>
                  <a:cubicBezTo>
                    <a:pt x="27897" y="157523"/>
                    <a:pt x="27258" y="156884"/>
                    <a:pt x="27258" y="155607"/>
                  </a:cubicBezTo>
                  <a:cubicBezTo>
                    <a:pt x="26618" y="154331"/>
                    <a:pt x="25979" y="152415"/>
                    <a:pt x="25979" y="151139"/>
                  </a:cubicBezTo>
                  <a:cubicBezTo>
                    <a:pt x="25341" y="148585"/>
                    <a:pt x="24063" y="146032"/>
                    <a:pt x="23423" y="143478"/>
                  </a:cubicBezTo>
                  <a:cubicBezTo>
                    <a:pt x="17673" y="109643"/>
                    <a:pt x="41954" y="71977"/>
                    <a:pt x="68792" y="50910"/>
                  </a:cubicBezTo>
                  <a:lnTo>
                    <a:pt x="94991" y="50910"/>
                  </a:lnTo>
                  <a:cubicBezTo>
                    <a:pt x="121828" y="71339"/>
                    <a:pt x="146111" y="109643"/>
                    <a:pt x="140359" y="143478"/>
                  </a:cubicBezTo>
                  <a:cubicBezTo>
                    <a:pt x="139721" y="146032"/>
                    <a:pt x="139082" y="148585"/>
                    <a:pt x="137803" y="151139"/>
                  </a:cubicBezTo>
                  <a:cubicBezTo>
                    <a:pt x="137164" y="152415"/>
                    <a:pt x="136526" y="154331"/>
                    <a:pt x="136526" y="155607"/>
                  </a:cubicBezTo>
                  <a:cubicBezTo>
                    <a:pt x="136526" y="156246"/>
                    <a:pt x="135887" y="156884"/>
                    <a:pt x="135887" y="158161"/>
                  </a:cubicBezTo>
                  <a:cubicBezTo>
                    <a:pt x="134608" y="160715"/>
                    <a:pt x="133969" y="164545"/>
                    <a:pt x="133331" y="167737"/>
                  </a:cubicBezTo>
                  <a:cubicBezTo>
                    <a:pt x="133331" y="168375"/>
                    <a:pt x="133331" y="169652"/>
                    <a:pt x="133969" y="170291"/>
                  </a:cubicBezTo>
                  <a:lnTo>
                    <a:pt x="146111" y="202849"/>
                  </a:lnTo>
                  <a:lnTo>
                    <a:pt x="17673" y="202849"/>
                  </a:lnTo>
                  <a:close/>
                </a:path>
              </a:pathLst>
            </a:custGeom>
            <a:solidFill>
              <a:srgbClr val="007680"/>
            </a:solidFill>
            <a:ln w="6390" cap="flat">
              <a:noFill/>
              <a:prstDash val="solid"/>
              <a:miter/>
            </a:ln>
          </p:spPr>
          <p:txBody>
            <a:bodyPr rtlCol="0" anchor="ctr"/>
            <a:lstStyle/>
            <a:p>
              <a:endParaRPr lang="en-US"/>
            </a:p>
          </p:txBody>
        </p:sp>
      </p:grpSp>
      <p:grpSp>
        <p:nvGrpSpPr>
          <p:cNvPr id="606" name="Graphic 4">
            <a:extLst>
              <a:ext uri="{FF2B5EF4-FFF2-40B4-BE49-F238E27FC236}">
                <a16:creationId xmlns:a16="http://schemas.microsoft.com/office/drawing/2014/main" id="{B2A2A2DE-409E-4847-8F9C-7714E023ACAA}"/>
              </a:ext>
            </a:extLst>
          </p:cNvPr>
          <p:cNvGrpSpPr/>
          <p:nvPr/>
        </p:nvGrpSpPr>
        <p:grpSpPr>
          <a:xfrm>
            <a:off x="4661459" y="3824168"/>
            <a:ext cx="361674" cy="361333"/>
            <a:chOff x="4661459" y="3824168"/>
            <a:chExt cx="361674" cy="361333"/>
          </a:xfrm>
          <a:solidFill>
            <a:srgbClr val="00ABAB"/>
          </a:solidFill>
        </p:grpSpPr>
        <p:sp>
          <p:nvSpPr>
            <p:cNvPr id="607" name="Graphic 4">
              <a:extLst>
                <a:ext uri="{FF2B5EF4-FFF2-40B4-BE49-F238E27FC236}">
                  <a16:creationId xmlns:a16="http://schemas.microsoft.com/office/drawing/2014/main" id="{176FF813-FC42-4743-AC1B-6F70614C021A}"/>
                </a:ext>
              </a:extLst>
            </p:cNvPr>
            <p:cNvSpPr/>
            <p:nvPr/>
          </p:nvSpPr>
          <p:spPr>
            <a:xfrm>
              <a:off x="4661459" y="3824168"/>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6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2310" y="81076"/>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30" y="273873"/>
                    <a:pt x="273489" y="349204"/>
                    <a:pt x="180835" y="349204"/>
                  </a:cubicBezTo>
                  <a:close/>
                </a:path>
              </a:pathLst>
            </a:custGeom>
            <a:solidFill>
              <a:srgbClr val="00ABAB"/>
            </a:solidFill>
            <a:ln w="6390" cap="flat">
              <a:noFill/>
              <a:prstDash val="solid"/>
              <a:miter/>
            </a:ln>
          </p:spPr>
          <p:txBody>
            <a:bodyPr rtlCol="0" anchor="ctr"/>
            <a:lstStyle/>
            <a:p>
              <a:endParaRPr lang="en-US"/>
            </a:p>
          </p:txBody>
        </p:sp>
        <p:sp>
          <p:nvSpPr>
            <p:cNvPr id="608" name="Graphic 4">
              <a:extLst>
                <a:ext uri="{FF2B5EF4-FFF2-40B4-BE49-F238E27FC236}">
                  <a16:creationId xmlns:a16="http://schemas.microsoft.com/office/drawing/2014/main" id="{8B1C6D12-2E7E-134D-AA34-D9A54CB0E357}"/>
                </a:ext>
              </a:extLst>
            </p:cNvPr>
            <p:cNvSpPr/>
            <p:nvPr/>
          </p:nvSpPr>
          <p:spPr>
            <a:xfrm>
              <a:off x="4729831" y="3907159"/>
              <a:ext cx="224948" cy="196626"/>
            </a:xfrm>
            <a:custGeom>
              <a:avLst/>
              <a:gdLst>
                <a:gd name="connsiteX0" fmla="*/ 197449 w 224948"/>
                <a:gd name="connsiteY0" fmla="*/ 0 h 196626"/>
                <a:gd name="connsiteX1" fmla="*/ 28115 w 224948"/>
                <a:gd name="connsiteY1" fmla="*/ 0 h 196626"/>
                <a:gd name="connsiteX2" fmla="*/ 0 w 224948"/>
                <a:gd name="connsiteY2" fmla="*/ 28728 h 196626"/>
                <a:gd name="connsiteX3" fmla="*/ 0 w 224948"/>
                <a:gd name="connsiteY3" fmla="*/ 128318 h 196626"/>
                <a:gd name="connsiteX4" fmla="*/ 28115 w 224948"/>
                <a:gd name="connsiteY4" fmla="*/ 157046 h 196626"/>
                <a:gd name="connsiteX5" fmla="*/ 84986 w 224948"/>
                <a:gd name="connsiteY5" fmla="*/ 157046 h 196626"/>
                <a:gd name="connsiteX6" fmla="*/ 83069 w 224948"/>
                <a:gd name="connsiteY6" fmla="*/ 171091 h 196626"/>
                <a:gd name="connsiteX7" fmla="*/ 67733 w 224948"/>
                <a:gd name="connsiteY7" fmla="*/ 171091 h 196626"/>
                <a:gd name="connsiteX8" fmla="*/ 54953 w 224948"/>
                <a:gd name="connsiteY8" fmla="*/ 183859 h 196626"/>
                <a:gd name="connsiteX9" fmla="*/ 67733 w 224948"/>
                <a:gd name="connsiteY9" fmla="*/ 196627 h 196626"/>
                <a:gd name="connsiteX10" fmla="*/ 157192 w 224948"/>
                <a:gd name="connsiteY10" fmla="*/ 196627 h 196626"/>
                <a:gd name="connsiteX11" fmla="*/ 169972 w 224948"/>
                <a:gd name="connsiteY11" fmla="*/ 183859 h 196626"/>
                <a:gd name="connsiteX12" fmla="*/ 157192 w 224948"/>
                <a:gd name="connsiteY12" fmla="*/ 171091 h 196626"/>
                <a:gd name="connsiteX13" fmla="*/ 141857 w 224948"/>
                <a:gd name="connsiteY13" fmla="*/ 171091 h 196626"/>
                <a:gd name="connsiteX14" fmla="*/ 139939 w 224948"/>
                <a:gd name="connsiteY14" fmla="*/ 157046 h 196626"/>
                <a:gd name="connsiteX15" fmla="*/ 196810 w 224948"/>
                <a:gd name="connsiteY15" fmla="*/ 157046 h 196626"/>
                <a:gd name="connsiteX16" fmla="*/ 224926 w 224948"/>
                <a:gd name="connsiteY16" fmla="*/ 128318 h 196626"/>
                <a:gd name="connsiteX17" fmla="*/ 224926 w 224948"/>
                <a:gd name="connsiteY17" fmla="*/ 28728 h 196626"/>
                <a:gd name="connsiteX18" fmla="*/ 197449 w 224948"/>
                <a:gd name="connsiteY18" fmla="*/ 0 h 196626"/>
                <a:gd name="connsiteX19" fmla="*/ 157192 w 224948"/>
                <a:gd name="connsiteY19" fmla="*/ 182582 h 196626"/>
                <a:gd name="connsiteX20" fmla="*/ 157192 w 224948"/>
                <a:gd name="connsiteY20" fmla="*/ 182582 h 196626"/>
                <a:gd name="connsiteX21" fmla="*/ 157192 w 224948"/>
                <a:gd name="connsiteY21" fmla="*/ 188966 h 196626"/>
                <a:gd name="connsiteX22" fmla="*/ 157192 w 224948"/>
                <a:gd name="connsiteY22" fmla="*/ 182582 h 196626"/>
                <a:gd name="connsiteX23" fmla="*/ 129077 w 224948"/>
                <a:gd name="connsiteY23" fmla="*/ 168537 h 196626"/>
                <a:gd name="connsiteX24" fmla="*/ 96488 w 224948"/>
                <a:gd name="connsiteY24" fmla="*/ 168537 h 196626"/>
                <a:gd name="connsiteX25" fmla="*/ 97766 w 224948"/>
                <a:gd name="connsiteY25" fmla="*/ 156408 h 196626"/>
                <a:gd name="connsiteX26" fmla="*/ 127160 w 224948"/>
                <a:gd name="connsiteY26" fmla="*/ 156408 h 196626"/>
                <a:gd name="connsiteX27" fmla="*/ 129077 w 224948"/>
                <a:gd name="connsiteY27" fmla="*/ 168537 h 196626"/>
                <a:gd name="connsiteX28" fmla="*/ 212785 w 224948"/>
                <a:gd name="connsiteY28" fmla="*/ 127680 h 196626"/>
                <a:gd name="connsiteX29" fmla="*/ 197449 w 224948"/>
                <a:gd name="connsiteY29" fmla="*/ 143640 h 196626"/>
                <a:gd name="connsiteX30" fmla="*/ 132911 w 224948"/>
                <a:gd name="connsiteY30" fmla="*/ 143640 h 196626"/>
                <a:gd name="connsiteX31" fmla="*/ 92015 w 224948"/>
                <a:gd name="connsiteY31" fmla="*/ 143640 h 196626"/>
                <a:gd name="connsiteX32" fmla="*/ 27477 w 224948"/>
                <a:gd name="connsiteY32" fmla="*/ 143640 h 196626"/>
                <a:gd name="connsiteX33" fmla="*/ 12141 w 224948"/>
                <a:gd name="connsiteY33" fmla="*/ 127680 h 196626"/>
                <a:gd name="connsiteX34" fmla="*/ 12141 w 224948"/>
                <a:gd name="connsiteY34" fmla="*/ 28089 h 196626"/>
                <a:gd name="connsiteX35" fmla="*/ 27477 w 224948"/>
                <a:gd name="connsiteY35" fmla="*/ 12129 h 196626"/>
                <a:gd name="connsiteX36" fmla="*/ 196810 w 224948"/>
                <a:gd name="connsiteY36" fmla="*/ 12129 h 196626"/>
                <a:gd name="connsiteX37" fmla="*/ 212146 w 224948"/>
                <a:gd name="connsiteY37" fmla="*/ 28089 h 196626"/>
                <a:gd name="connsiteX38" fmla="*/ 212146 w 224948"/>
                <a:gd name="connsiteY38" fmla="*/ 127680 h 196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24948" h="196626">
                  <a:moveTo>
                    <a:pt x="197449" y="0"/>
                  </a:moveTo>
                  <a:lnTo>
                    <a:pt x="28115" y="0"/>
                  </a:lnTo>
                  <a:cubicBezTo>
                    <a:pt x="12141" y="0"/>
                    <a:pt x="0" y="12768"/>
                    <a:pt x="0" y="28728"/>
                  </a:cubicBezTo>
                  <a:lnTo>
                    <a:pt x="0" y="128318"/>
                  </a:lnTo>
                  <a:cubicBezTo>
                    <a:pt x="0" y="144278"/>
                    <a:pt x="12780" y="157046"/>
                    <a:pt x="28115" y="157046"/>
                  </a:cubicBezTo>
                  <a:lnTo>
                    <a:pt x="84986" y="157046"/>
                  </a:lnTo>
                  <a:lnTo>
                    <a:pt x="83069" y="171091"/>
                  </a:lnTo>
                  <a:lnTo>
                    <a:pt x="67733" y="171091"/>
                  </a:lnTo>
                  <a:cubicBezTo>
                    <a:pt x="60704" y="171091"/>
                    <a:pt x="54953" y="176836"/>
                    <a:pt x="54953" y="183859"/>
                  </a:cubicBezTo>
                  <a:cubicBezTo>
                    <a:pt x="54953" y="190881"/>
                    <a:pt x="60704" y="196627"/>
                    <a:pt x="67733" y="196627"/>
                  </a:cubicBezTo>
                  <a:lnTo>
                    <a:pt x="157192" y="196627"/>
                  </a:lnTo>
                  <a:cubicBezTo>
                    <a:pt x="164221" y="196627"/>
                    <a:pt x="169972" y="190881"/>
                    <a:pt x="169972" y="183859"/>
                  </a:cubicBezTo>
                  <a:cubicBezTo>
                    <a:pt x="169972" y="176836"/>
                    <a:pt x="164221" y="171091"/>
                    <a:pt x="157192" y="171091"/>
                  </a:cubicBezTo>
                  <a:lnTo>
                    <a:pt x="141857" y="171091"/>
                  </a:lnTo>
                  <a:lnTo>
                    <a:pt x="139939" y="157046"/>
                  </a:lnTo>
                  <a:lnTo>
                    <a:pt x="196810" y="157046"/>
                  </a:lnTo>
                  <a:cubicBezTo>
                    <a:pt x="212785" y="157046"/>
                    <a:pt x="224926" y="144278"/>
                    <a:pt x="224926" y="128318"/>
                  </a:cubicBezTo>
                  <a:lnTo>
                    <a:pt x="224926" y="28728"/>
                  </a:lnTo>
                  <a:cubicBezTo>
                    <a:pt x="225565" y="12768"/>
                    <a:pt x="212785" y="0"/>
                    <a:pt x="197449" y="0"/>
                  </a:cubicBezTo>
                  <a:close/>
                  <a:moveTo>
                    <a:pt x="157192" y="182582"/>
                  </a:moveTo>
                  <a:lnTo>
                    <a:pt x="157192" y="182582"/>
                  </a:lnTo>
                  <a:lnTo>
                    <a:pt x="157192" y="188966"/>
                  </a:lnTo>
                  <a:lnTo>
                    <a:pt x="157192" y="182582"/>
                  </a:lnTo>
                  <a:close/>
                  <a:moveTo>
                    <a:pt x="129077" y="168537"/>
                  </a:moveTo>
                  <a:lnTo>
                    <a:pt x="96488" y="168537"/>
                  </a:lnTo>
                  <a:lnTo>
                    <a:pt x="97766" y="156408"/>
                  </a:lnTo>
                  <a:lnTo>
                    <a:pt x="127160" y="156408"/>
                  </a:lnTo>
                  <a:lnTo>
                    <a:pt x="129077" y="168537"/>
                  </a:lnTo>
                  <a:close/>
                  <a:moveTo>
                    <a:pt x="212785" y="127680"/>
                  </a:moveTo>
                  <a:cubicBezTo>
                    <a:pt x="212785" y="136617"/>
                    <a:pt x="205756" y="143640"/>
                    <a:pt x="197449" y="143640"/>
                  </a:cubicBezTo>
                  <a:lnTo>
                    <a:pt x="132911" y="143640"/>
                  </a:lnTo>
                  <a:lnTo>
                    <a:pt x="92015" y="143640"/>
                  </a:lnTo>
                  <a:lnTo>
                    <a:pt x="27477" y="143640"/>
                  </a:lnTo>
                  <a:cubicBezTo>
                    <a:pt x="18531" y="143640"/>
                    <a:pt x="12141" y="136617"/>
                    <a:pt x="12141" y="127680"/>
                  </a:cubicBezTo>
                  <a:lnTo>
                    <a:pt x="12141" y="28089"/>
                  </a:lnTo>
                  <a:cubicBezTo>
                    <a:pt x="12141" y="19152"/>
                    <a:pt x="19170" y="12129"/>
                    <a:pt x="27477" y="12129"/>
                  </a:cubicBezTo>
                  <a:lnTo>
                    <a:pt x="196810" y="12129"/>
                  </a:lnTo>
                  <a:cubicBezTo>
                    <a:pt x="205756" y="12129"/>
                    <a:pt x="212146" y="19152"/>
                    <a:pt x="212146" y="28089"/>
                  </a:cubicBezTo>
                  <a:lnTo>
                    <a:pt x="212146" y="127680"/>
                  </a:lnTo>
                  <a:close/>
                </a:path>
              </a:pathLst>
            </a:custGeom>
            <a:solidFill>
              <a:srgbClr val="00ABAB"/>
            </a:solidFill>
            <a:ln w="6390" cap="flat">
              <a:noFill/>
              <a:prstDash val="solid"/>
              <a:miter/>
            </a:ln>
          </p:spPr>
          <p:txBody>
            <a:bodyPr rtlCol="0" anchor="ctr"/>
            <a:lstStyle/>
            <a:p>
              <a:endParaRPr lang="en-US"/>
            </a:p>
          </p:txBody>
        </p:sp>
        <p:sp>
          <p:nvSpPr>
            <p:cNvPr id="609" name="Graphic 4">
              <a:extLst>
                <a:ext uri="{FF2B5EF4-FFF2-40B4-BE49-F238E27FC236}">
                  <a16:creationId xmlns:a16="http://schemas.microsoft.com/office/drawing/2014/main" id="{2B3DD1FA-B893-4745-BD02-D4F4EF369B28}"/>
                </a:ext>
              </a:extLst>
            </p:cNvPr>
            <p:cNvSpPr/>
            <p:nvPr/>
          </p:nvSpPr>
          <p:spPr>
            <a:xfrm>
              <a:off x="4750017" y="3922383"/>
              <a:ext cx="183652" cy="79897"/>
            </a:xfrm>
            <a:custGeom>
              <a:avLst/>
              <a:gdLst>
                <a:gd name="connsiteX0" fmla="*/ 6652 w 183652"/>
                <a:gd name="connsiteY0" fmla="*/ 79898 h 79897"/>
                <a:gd name="connsiteX1" fmla="*/ 9847 w 183652"/>
                <a:gd name="connsiteY1" fmla="*/ 79259 h 79897"/>
                <a:gd name="connsiteX2" fmla="*/ 83970 w 183652"/>
                <a:gd name="connsiteY2" fmla="*/ 39679 h 79897"/>
                <a:gd name="connsiteX3" fmla="*/ 105057 w 183652"/>
                <a:gd name="connsiteY3" fmla="*/ 57554 h 79897"/>
                <a:gd name="connsiteX4" fmla="*/ 112725 w 183652"/>
                <a:gd name="connsiteY4" fmla="*/ 58192 h 79897"/>
                <a:gd name="connsiteX5" fmla="*/ 166400 w 183652"/>
                <a:gd name="connsiteY5" fmla="*/ 23080 h 79897"/>
                <a:gd name="connsiteX6" fmla="*/ 170873 w 183652"/>
                <a:gd name="connsiteY6" fmla="*/ 28826 h 79897"/>
                <a:gd name="connsiteX7" fmla="*/ 172790 w 183652"/>
                <a:gd name="connsiteY7" fmla="*/ 29464 h 79897"/>
                <a:gd name="connsiteX8" fmla="*/ 178541 w 183652"/>
                <a:gd name="connsiteY8" fmla="*/ 24995 h 79897"/>
                <a:gd name="connsiteX9" fmla="*/ 183653 w 183652"/>
                <a:gd name="connsiteY9" fmla="*/ 10312 h 79897"/>
                <a:gd name="connsiteX10" fmla="*/ 183653 w 183652"/>
                <a:gd name="connsiteY10" fmla="*/ 9674 h 79897"/>
                <a:gd name="connsiteX11" fmla="*/ 183653 w 183652"/>
                <a:gd name="connsiteY11" fmla="*/ 7759 h 79897"/>
                <a:gd name="connsiteX12" fmla="*/ 183653 w 183652"/>
                <a:gd name="connsiteY12" fmla="*/ 7120 h 79897"/>
                <a:gd name="connsiteX13" fmla="*/ 183014 w 183652"/>
                <a:gd name="connsiteY13" fmla="*/ 5205 h 79897"/>
                <a:gd name="connsiteX14" fmla="*/ 183014 w 183652"/>
                <a:gd name="connsiteY14" fmla="*/ 4567 h 79897"/>
                <a:gd name="connsiteX15" fmla="*/ 183014 w 183652"/>
                <a:gd name="connsiteY15" fmla="*/ 4567 h 79897"/>
                <a:gd name="connsiteX16" fmla="*/ 183014 w 183652"/>
                <a:gd name="connsiteY16" fmla="*/ 4567 h 79897"/>
                <a:gd name="connsiteX17" fmla="*/ 181097 w 183652"/>
                <a:gd name="connsiteY17" fmla="*/ 2651 h 79897"/>
                <a:gd name="connsiteX18" fmla="*/ 180458 w 183652"/>
                <a:gd name="connsiteY18" fmla="*/ 2651 h 79897"/>
                <a:gd name="connsiteX19" fmla="*/ 178541 w 183652"/>
                <a:gd name="connsiteY19" fmla="*/ 2013 h 79897"/>
                <a:gd name="connsiteX20" fmla="*/ 178541 w 183652"/>
                <a:gd name="connsiteY20" fmla="*/ 2013 h 79897"/>
                <a:gd name="connsiteX21" fmla="*/ 163205 w 183652"/>
                <a:gd name="connsiteY21" fmla="*/ 98 h 79897"/>
                <a:gd name="connsiteX22" fmla="*/ 156176 w 183652"/>
                <a:gd name="connsiteY22" fmla="*/ 5843 h 79897"/>
                <a:gd name="connsiteX23" fmla="*/ 160010 w 183652"/>
                <a:gd name="connsiteY23" fmla="*/ 12227 h 79897"/>
                <a:gd name="connsiteX24" fmla="*/ 109530 w 183652"/>
                <a:gd name="connsiteY24" fmla="*/ 44786 h 79897"/>
                <a:gd name="connsiteX25" fmla="*/ 88443 w 183652"/>
                <a:gd name="connsiteY25" fmla="*/ 26911 h 79897"/>
                <a:gd name="connsiteX26" fmla="*/ 81414 w 183652"/>
                <a:gd name="connsiteY26" fmla="*/ 26272 h 79897"/>
                <a:gd name="connsiteX27" fmla="*/ 3457 w 183652"/>
                <a:gd name="connsiteY27" fmla="*/ 67768 h 79897"/>
                <a:gd name="connsiteX28" fmla="*/ 901 w 183652"/>
                <a:gd name="connsiteY28" fmla="*/ 76706 h 79897"/>
                <a:gd name="connsiteX29" fmla="*/ 6652 w 183652"/>
                <a:gd name="connsiteY29" fmla="*/ 79898 h 7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3652" h="79897">
                  <a:moveTo>
                    <a:pt x="6652" y="79898"/>
                  </a:moveTo>
                  <a:cubicBezTo>
                    <a:pt x="7929" y="79898"/>
                    <a:pt x="8569" y="79898"/>
                    <a:pt x="9847" y="79259"/>
                  </a:cubicBezTo>
                  <a:lnTo>
                    <a:pt x="83970" y="39679"/>
                  </a:lnTo>
                  <a:lnTo>
                    <a:pt x="105057" y="57554"/>
                  </a:lnTo>
                  <a:cubicBezTo>
                    <a:pt x="106973" y="59469"/>
                    <a:pt x="110168" y="59469"/>
                    <a:pt x="112725" y="58192"/>
                  </a:cubicBezTo>
                  <a:lnTo>
                    <a:pt x="166400" y="23080"/>
                  </a:lnTo>
                  <a:cubicBezTo>
                    <a:pt x="166400" y="25634"/>
                    <a:pt x="168317" y="27549"/>
                    <a:pt x="170873" y="28826"/>
                  </a:cubicBezTo>
                  <a:cubicBezTo>
                    <a:pt x="171512" y="28826"/>
                    <a:pt x="172151" y="29464"/>
                    <a:pt x="172790" y="29464"/>
                  </a:cubicBezTo>
                  <a:cubicBezTo>
                    <a:pt x="175346" y="29464"/>
                    <a:pt x="177902" y="27549"/>
                    <a:pt x="178541" y="24995"/>
                  </a:cubicBezTo>
                  <a:lnTo>
                    <a:pt x="183653" y="10312"/>
                  </a:lnTo>
                  <a:cubicBezTo>
                    <a:pt x="183653" y="10312"/>
                    <a:pt x="183653" y="10312"/>
                    <a:pt x="183653" y="9674"/>
                  </a:cubicBezTo>
                  <a:cubicBezTo>
                    <a:pt x="183653" y="9035"/>
                    <a:pt x="183653" y="8397"/>
                    <a:pt x="183653" y="7759"/>
                  </a:cubicBezTo>
                  <a:cubicBezTo>
                    <a:pt x="183653" y="7759"/>
                    <a:pt x="183653" y="7120"/>
                    <a:pt x="183653" y="7120"/>
                  </a:cubicBezTo>
                  <a:cubicBezTo>
                    <a:pt x="183653" y="6482"/>
                    <a:pt x="183014" y="5843"/>
                    <a:pt x="183014" y="5205"/>
                  </a:cubicBezTo>
                  <a:cubicBezTo>
                    <a:pt x="183014" y="5205"/>
                    <a:pt x="183014" y="5205"/>
                    <a:pt x="183014" y="4567"/>
                  </a:cubicBezTo>
                  <a:cubicBezTo>
                    <a:pt x="183014" y="4567"/>
                    <a:pt x="183014" y="4567"/>
                    <a:pt x="183014" y="4567"/>
                  </a:cubicBezTo>
                  <a:cubicBezTo>
                    <a:pt x="183014" y="4567"/>
                    <a:pt x="183014" y="4567"/>
                    <a:pt x="183014" y="4567"/>
                  </a:cubicBezTo>
                  <a:cubicBezTo>
                    <a:pt x="182375" y="3928"/>
                    <a:pt x="181736" y="3290"/>
                    <a:pt x="181097" y="2651"/>
                  </a:cubicBezTo>
                  <a:cubicBezTo>
                    <a:pt x="181097" y="2651"/>
                    <a:pt x="180458" y="2651"/>
                    <a:pt x="180458" y="2651"/>
                  </a:cubicBezTo>
                  <a:cubicBezTo>
                    <a:pt x="179819" y="2013"/>
                    <a:pt x="179180" y="2013"/>
                    <a:pt x="178541" y="2013"/>
                  </a:cubicBezTo>
                  <a:cubicBezTo>
                    <a:pt x="178541" y="2013"/>
                    <a:pt x="178541" y="2013"/>
                    <a:pt x="178541" y="2013"/>
                  </a:cubicBezTo>
                  <a:lnTo>
                    <a:pt x="163205" y="98"/>
                  </a:lnTo>
                  <a:cubicBezTo>
                    <a:pt x="160010" y="-541"/>
                    <a:pt x="156815" y="2013"/>
                    <a:pt x="156176" y="5843"/>
                  </a:cubicBezTo>
                  <a:cubicBezTo>
                    <a:pt x="155537" y="8397"/>
                    <a:pt x="157454" y="10951"/>
                    <a:pt x="160010" y="12227"/>
                  </a:cubicBezTo>
                  <a:lnTo>
                    <a:pt x="109530" y="44786"/>
                  </a:lnTo>
                  <a:lnTo>
                    <a:pt x="88443" y="26911"/>
                  </a:lnTo>
                  <a:cubicBezTo>
                    <a:pt x="86526" y="24995"/>
                    <a:pt x="83331" y="24995"/>
                    <a:pt x="81414" y="26272"/>
                  </a:cubicBezTo>
                  <a:lnTo>
                    <a:pt x="3457" y="67768"/>
                  </a:lnTo>
                  <a:cubicBezTo>
                    <a:pt x="262" y="69683"/>
                    <a:pt x="-1016" y="73514"/>
                    <a:pt x="901" y="76706"/>
                  </a:cubicBezTo>
                  <a:cubicBezTo>
                    <a:pt x="2179" y="78621"/>
                    <a:pt x="4096" y="79898"/>
                    <a:pt x="6652" y="79898"/>
                  </a:cubicBezTo>
                  <a:close/>
                </a:path>
              </a:pathLst>
            </a:custGeom>
            <a:solidFill>
              <a:srgbClr val="00ABAB"/>
            </a:solidFill>
            <a:ln w="6390" cap="flat">
              <a:noFill/>
              <a:prstDash val="solid"/>
              <a:miter/>
            </a:ln>
          </p:spPr>
          <p:txBody>
            <a:bodyPr rtlCol="0" anchor="ctr"/>
            <a:lstStyle/>
            <a:p>
              <a:endParaRPr lang="en-US"/>
            </a:p>
          </p:txBody>
        </p:sp>
        <p:sp>
          <p:nvSpPr>
            <p:cNvPr id="610" name="Graphic 4">
              <a:extLst>
                <a:ext uri="{FF2B5EF4-FFF2-40B4-BE49-F238E27FC236}">
                  <a16:creationId xmlns:a16="http://schemas.microsoft.com/office/drawing/2014/main" id="{93862A7C-6132-D040-B1E2-DD451AF3DCB0}"/>
                </a:ext>
              </a:extLst>
            </p:cNvPr>
            <p:cNvSpPr/>
            <p:nvPr/>
          </p:nvSpPr>
          <p:spPr>
            <a:xfrm>
              <a:off x="4750279" y="4015048"/>
              <a:ext cx="28115" cy="33196"/>
            </a:xfrm>
            <a:custGeom>
              <a:avLst/>
              <a:gdLst>
                <a:gd name="connsiteX0" fmla="*/ 21726 w 28115"/>
                <a:gd name="connsiteY0" fmla="*/ 0 h 33196"/>
                <a:gd name="connsiteX1" fmla="*/ 6390 w 28115"/>
                <a:gd name="connsiteY1" fmla="*/ 0 h 33196"/>
                <a:gd name="connsiteX2" fmla="*/ 0 w 28115"/>
                <a:gd name="connsiteY2" fmla="*/ 6384 h 33196"/>
                <a:gd name="connsiteX3" fmla="*/ 0 w 28115"/>
                <a:gd name="connsiteY3" fmla="*/ 26813 h 33196"/>
                <a:gd name="connsiteX4" fmla="*/ 6390 w 28115"/>
                <a:gd name="connsiteY4" fmla="*/ 33197 h 33196"/>
                <a:gd name="connsiteX5" fmla="*/ 21726 w 28115"/>
                <a:gd name="connsiteY5" fmla="*/ 33197 h 33196"/>
                <a:gd name="connsiteX6" fmla="*/ 28115 w 28115"/>
                <a:gd name="connsiteY6" fmla="*/ 26813 h 33196"/>
                <a:gd name="connsiteX7" fmla="*/ 28115 w 28115"/>
                <a:gd name="connsiteY7" fmla="*/ 6384 h 33196"/>
                <a:gd name="connsiteX8" fmla="*/ 21726 w 28115"/>
                <a:gd name="connsiteY8" fmla="*/ 0 h 33196"/>
                <a:gd name="connsiteX9" fmla="*/ 15336 w 28115"/>
                <a:gd name="connsiteY9" fmla="*/ 21067 h 33196"/>
                <a:gd name="connsiteX10" fmla="*/ 12780 w 28115"/>
                <a:gd name="connsiteY10" fmla="*/ 21067 h 33196"/>
                <a:gd name="connsiteX11" fmla="*/ 12780 w 28115"/>
                <a:gd name="connsiteY11" fmla="*/ 13407 h 33196"/>
                <a:gd name="connsiteX12" fmla="*/ 15336 w 28115"/>
                <a:gd name="connsiteY12" fmla="*/ 13407 h 33196"/>
                <a:gd name="connsiteX13" fmla="*/ 15336 w 28115"/>
                <a:gd name="connsiteY13" fmla="*/ 21067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115" h="33196">
                  <a:moveTo>
                    <a:pt x="21726" y="0"/>
                  </a:moveTo>
                  <a:lnTo>
                    <a:pt x="6390" y="0"/>
                  </a:lnTo>
                  <a:cubicBezTo>
                    <a:pt x="2556" y="0"/>
                    <a:pt x="0" y="2554"/>
                    <a:pt x="0" y="6384"/>
                  </a:cubicBezTo>
                  <a:lnTo>
                    <a:pt x="0" y="26813"/>
                  </a:lnTo>
                  <a:cubicBezTo>
                    <a:pt x="0" y="30643"/>
                    <a:pt x="2556" y="33197"/>
                    <a:pt x="6390" y="33197"/>
                  </a:cubicBezTo>
                  <a:lnTo>
                    <a:pt x="21726" y="33197"/>
                  </a:lnTo>
                  <a:cubicBezTo>
                    <a:pt x="25560" y="33197"/>
                    <a:pt x="28115" y="30643"/>
                    <a:pt x="28115" y="26813"/>
                  </a:cubicBezTo>
                  <a:lnTo>
                    <a:pt x="28115" y="6384"/>
                  </a:lnTo>
                  <a:cubicBezTo>
                    <a:pt x="28115" y="3192"/>
                    <a:pt x="24921" y="0"/>
                    <a:pt x="21726" y="0"/>
                  </a:cubicBezTo>
                  <a:close/>
                  <a:moveTo>
                    <a:pt x="15336" y="21067"/>
                  </a:moveTo>
                  <a:lnTo>
                    <a:pt x="12780" y="21067"/>
                  </a:lnTo>
                  <a:lnTo>
                    <a:pt x="12780" y="13407"/>
                  </a:lnTo>
                  <a:lnTo>
                    <a:pt x="15336" y="13407"/>
                  </a:lnTo>
                  <a:lnTo>
                    <a:pt x="15336" y="21067"/>
                  </a:lnTo>
                  <a:close/>
                </a:path>
              </a:pathLst>
            </a:custGeom>
            <a:solidFill>
              <a:srgbClr val="00ABAB"/>
            </a:solidFill>
            <a:ln w="6390" cap="flat">
              <a:noFill/>
              <a:prstDash val="solid"/>
              <a:miter/>
            </a:ln>
          </p:spPr>
          <p:txBody>
            <a:bodyPr rtlCol="0" anchor="ctr"/>
            <a:lstStyle/>
            <a:p>
              <a:endParaRPr lang="en-US"/>
            </a:p>
          </p:txBody>
        </p:sp>
        <p:sp>
          <p:nvSpPr>
            <p:cNvPr id="611" name="Graphic 4">
              <a:extLst>
                <a:ext uri="{FF2B5EF4-FFF2-40B4-BE49-F238E27FC236}">
                  <a16:creationId xmlns:a16="http://schemas.microsoft.com/office/drawing/2014/main" id="{7C68F8C9-45EB-F149-90C9-17185DF6EA38}"/>
                </a:ext>
              </a:extLst>
            </p:cNvPr>
            <p:cNvSpPr/>
            <p:nvPr/>
          </p:nvSpPr>
          <p:spPr>
            <a:xfrm>
              <a:off x="4781589" y="3998450"/>
              <a:ext cx="28115" cy="49794"/>
            </a:xfrm>
            <a:custGeom>
              <a:avLst/>
              <a:gdLst>
                <a:gd name="connsiteX0" fmla="*/ 21726 w 28115"/>
                <a:gd name="connsiteY0" fmla="*/ 0 h 49794"/>
                <a:gd name="connsiteX1" fmla="*/ 6390 w 28115"/>
                <a:gd name="connsiteY1" fmla="*/ 0 h 49794"/>
                <a:gd name="connsiteX2" fmla="*/ 0 w 28115"/>
                <a:gd name="connsiteY2" fmla="*/ 6384 h 49794"/>
                <a:gd name="connsiteX3" fmla="*/ 0 w 28115"/>
                <a:gd name="connsiteY3" fmla="*/ 43411 h 49794"/>
                <a:gd name="connsiteX4" fmla="*/ 6390 w 28115"/>
                <a:gd name="connsiteY4" fmla="*/ 49795 h 49794"/>
                <a:gd name="connsiteX5" fmla="*/ 21726 w 28115"/>
                <a:gd name="connsiteY5" fmla="*/ 49795 h 49794"/>
                <a:gd name="connsiteX6" fmla="*/ 28116 w 28115"/>
                <a:gd name="connsiteY6" fmla="*/ 43411 h 49794"/>
                <a:gd name="connsiteX7" fmla="*/ 28116 w 28115"/>
                <a:gd name="connsiteY7" fmla="*/ 6384 h 49794"/>
                <a:gd name="connsiteX8" fmla="*/ 21726 w 28115"/>
                <a:gd name="connsiteY8" fmla="*/ 0 h 49794"/>
                <a:gd name="connsiteX9" fmla="*/ 15336 w 28115"/>
                <a:gd name="connsiteY9" fmla="*/ 37665 h 49794"/>
                <a:gd name="connsiteX10" fmla="*/ 12780 w 28115"/>
                <a:gd name="connsiteY10" fmla="*/ 37665 h 49794"/>
                <a:gd name="connsiteX11" fmla="*/ 12780 w 28115"/>
                <a:gd name="connsiteY11" fmla="*/ 13406 h 49794"/>
                <a:gd name="connsiteX12" fmla="*/ 15336 w 28115"/>
                <a:gd name="connsiteY12" fmla="*/ 13406 h 49794"/>
                <a:gd name="connsiteX13" fmla="*/ 15336 w 28115"/>
                <a:gd name="connsiteY13" fmla="*/ 37665 h 49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115" h="49794">
                  <a:moveTo>
                    <a:pt x="21726" y="0"/>
                  </a:moveTo>
                  <a:lnTo>
                    <a:pt x="6390" y="0"/>
                  </a:lnTo>
                  <a:cubicBezTo>
                    <a:pt x="2556" y="0"/>
                    <a:pt x="0" y="2553"/>
                    <a:pt x="0" y="6384"/>
                  </a:cubicBezTo>
                  <a:lnTo>
                    <a:pt x="0" y="43411"/>
                  </a:lnTo>
                  <a:cubicBezTo>
                    <a:pt x="0" y="47241"/>
                    <a:pt x="2556" y="49795"/>
                    <a:pt x="6390" y="49795"/>
                  </a:cubicBezTo>
                  <a:lnTo>
                    <a:pt x="21726" y="49795"/>
                  </a:lnTo>
                  <a:cubicBezTo>
                    <a:pt x="25560" y="49795"/>
                    <a:pt x="28116" y="47241"/>
                    <a:pt x="28116" y="43411"/>
                  </a:cubicBezTo>
                  <a:lnTo>
                    <a:pt x="28116" y="6384"/>
                  </a:lnTo>
                  <a:cubicBezTo>
                    <a:pt x="28116" y="3192"/>
                    <a:pt x="24921" y="0"/>
                    <a:pt x="21726" y="0"/>
                  </a:cubicBezTo>
                  <a:close/>
                  <a:moveTo>
                    <a:pt x="15336" y="37665"/>
                  </a:moveTo>
                  <a:lnTo>
                    <a:pt x="12780" y="37665"/>
                  </a:lnTo>
                  <a:lnTo>
                    <a:pt x="12780" y="13406"/>
                  </a:lnTo>
                  <a:lnTo>
                    <a:pt x="15336" y="13406"/>
                  </a:lnTo>
                  <a:lnTo>
                    <a:pt x="15336" y="37665"/>
                  </a:lnTo>
                  <a:close/>
                </a:path>
              </a:pathLst>
            </a:custGeom>
            <a:solidFill>
              <a:srgbClr val="00ABAB"/>
            </a:solidFill>
            <a:ln w="6390" cap="flat">
              <a:noFill/>
              <a:prstDash val="solid"/>
              <a:miter/>
            </a:ln>
          </p:spPr>
          <p:txBody>
            <a:bodyPr rtlCol="0" anchor="ctr"/>
            <a:lstStyle/>
            <a:p>
              <a:endParaRPr lang="en-US"/>
            </a:p>
          </p:txBody>
        </p:sp>
        <p:sp>
          <p:nvSpPr>
            <p:cNvPr id="612" name="Graphic 4">
              <a:extLst>
                <a:ext uri="{FF2B5EF4-FFF2-40B4-BE49-F238E27FC236}">
                  <a16:creationId xmlns:a16="http://schemas.microsoft.com/office/drawing/2014/main" id="{8E6CCE2C-3EE0-834B-B959-F267A659F3E8}"/>
                </a:ext>
              </a:extLst>
            </p:cNvPr>
            <p:cNvSpPr/>
            <p:nvPr/>
          </p:nvSpPr>
          <p:spPr>
            <a:xfrm>
              <a:off x="4812900" y="3981852"/>
              <a:ext cx="28115" cy="67031"/>
            </a:xfrm>
            <a:custGeom>
              <a:avLst/>
              <a:gdLst>
                <a:gd name="connsiteX0" fmla="*/ 21726 w 28115"/>
                <a:gd name="connsiteY0" fmla="*/ 0 h 67031"/>
                <a:gd name="connsiteX1" fmla="*/ 6390 w 28115"/>
                <a:gd name="connsiteY1" fmla="*/ 0 h 67031"/>
                <a:gd name="connsiteX2" fmla="*/ 0 w 28115"/>
                <a:gd name="connsiteY2" fmla="*/ 6384 h 67031"/>
                <a:gd name="connsiteX3" fmla="*/ 0 w 28115"/>
                <a:gd name="connsiteY3" fmla="*/ 60648 h 67031"/>
                <a:gd name="connsiteX4" fmla="*/ 6390 w 28115"/>
                <a:gd name="connsiteY4" fmla="*/ 67032 h 67031"/>
                <a:gd name="connsiteX5" fmla="*/ 21726 w 28115"/>
                <a:gd name="connsiteY5" fmla="*/ 67032 h 67031"/>
                <a:gd name="connsiteX6" fmla="*/ 28115 w 28115"/>
                <a:gd name="connsiteY6" fmla="*/ 60648 h 67031"/>
                <a:gd name="connsiteX7" fmla="*/ 28115 w 28115"/>
                <a:gd name="connsiteY7" fmla="*/ 6384 h 67031"/>
                <a:gd name="connsiteX8" fmla="*/ 21726 w 28115"/>
                <a:gd name="connsiteY8" fmla="*/ 0 h 67031"/>
                <a:gd name="connsiteX9" fmla="*/ 15336 w 28115"/>
                <a:gd name="connsiteY9" fmla="*/ 54264 h 67031"/>
                <a:gd name="connsiteX10" fmla="*/ 12780 w 28115"/>
                <a:gd name="connsiteY10" fmla="*/ 54264 h 67031"/>
                <a:gd name="connsiteX11" fmla="*/ 12780 w 28115"/>
                <a:gd name="connsiteY11" fmla="*/ 12768 h 67031"/>
                <a:gd name="connsiteX12" fmla="*/ 15336 w 28115"/>
                <a:gd name="connsiteY12" fmla="*/ 12768 h 67031"/>
                <a:gd name="connsiteX13" fmla="*/ 15336 w 28115"/>
                <a:gd name="connsiteY13" fmla="*/ 54264 h 67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115" h="67031">
                  <a:moveTo>
                    <a:pt x="21726" y="0"/>
                  </a:moveTo>
                  <a:lnTo>
                    <a:pt x="6390" y="0"/>
                  </a:lnTo>
                  <a:cubicBezTo>
                    <a:pt x="2556" y="0"/>
                    <a:pt x="0" y="2554"/>
                    <a:pt x="0" y="6384"/>
                  </a:cubicBezTo>
                  <a:lnTo>
                    <a:pt x="0" y="60648"/>
                  </a:lnTo>
                  <a:cubicBezTo>
                    <a:pt x="0" y="64478"/>
                    <a:pt x="2556" y="67032"/>
                    <a:pt x="6390" y="67032"/>
                  </a:cubicBezTo>
                  <a:lnTo>
                    <a:pt x="21726" y="67032"/>
                  </a:lnTo>
                  <a:cubicBezTo>
                    <a:pt x="25560" y="67032"/>
                    <a:pt x="28115" y="64478"/>
                    <a:pt x="28115" y="60648"/>
                  </a:cubicBezTo>
                  <a:lnTo>
                    <a:pt x="28115" y="6384"/>
                  </a:lnTo>
                  <a:cubicBezTo>
                    <a:pt x="28115" y="2554"/>
                    <a:pt x="24921" y="0"/>
                    <a:pt x="21726" y="0"/>
                  </a:cubicBezTo>
                  <a:close/>
                  <a:moveTo>
                    <a:pt x="15336" y="54264"/>
                  </a:moveTo>
                  <a:lnTo>
                    <a:pt x="12780" y="54264"/>
                  </a:lnTo>
                  <a:lnTo>
                    <a:pt x="12780" y="12768"/>
                  </a:lnTo>
                  <a:lnTo>
                    <a:pt x="15336" y="12768"/>
                  </a:lnTo>
                  <a:lnTo>
                    <a:pt x="15336" y="54264"/>
                  </a:lnTo>
                  <a:close/>
                </a:path>
              </a:pathLst>
            </a:custGeom>
            <a:solidFill>
              <a:srgbClr val="00ABAB"/>
            </a:solidFill>
            <a:ln w="6390" cap="flat">
              <a:noFill/>
              <a:prstDash val="solid"/>
              <a:miter/>
            </a:ln>
          </p:spPr>
          <p:txBody>
            <a:bodyPr rtlCol="0" anchor="ctr"/>
            <a:lstStyle/>
            <a:p>
              <a:endParaRPr lang="en-US"/>
            </a:p>
          </p:txBody>
        </p:sp>
        <p:sp>
          <p:nvSpPr>
            <p:cNvPr id="613" name="Graphic 4">
              <a:extLst>
                <a:ext uri="{FF2B5EF4-FFF2-40B4-BE49-F238E27FC236}">
                  <a16:creationId xmlns:a16="http://schemas.microsoft.com/office/drawing/2014/main" id="{E697E794-208A-7749-90A8-267E0193C909}"/>
                </a:ext>
              </a:extLst>
            </p:cNvPr>
            <p:cNvSpPr/>
            <p:nvPr/>
          </p:nvSpPr>
          <p:spPr>
            <a:xfrm>
              <a:off x="4843572" y="3993981"/>
              <a:ext cx="28115" cy="54263"/>
            </a:xfrm>
            <a:custGeom>
              <a:avLst/>
              <a:gdLst>
                <a:gd name="connsiteX0" fmla="*/ 21726 w 28115"/>
                <a:gd name="connsiteY0" fmla="*/ 0 h 54263"/>
                <a:gd name="connsiteX1" fmla="*/ 6390 w 28115"/>
                <a:gd name="connsiteY1" fmla="*/ 0 h 54263"/>
                <a:gd name="connsiteX2" fmla="*/ 0 w 28115"/>
                <a:gd name="connsiteY2" fmla="*/ 6384 h 54263"/>
                <a:gd name="connsiteX3" fmla="*/ 0 w 28115"/>
                <a:gd name="connsiteY3" fmla="*/ 47880 h 54263"/>
                <a:gd name="connsiteX4" fmla="*/ 6390 w 28115"/>
                <a:gd name="connsiteY4" fmla="*/ 54264 h 54263"/>
                <a:gd name="connsiteX5" fmla="*/ 21726 w 28115"/>
                <a:gd name="connsiteY5" fmla="*/ 54264 h 54263"/>
                <a:gd name="connsiteX6" fmla="*/ 28116 w 28115"/>
                <a:gd name="connsiteY6" fmla="*/ 47880 h 54263"/>
                <a:gd name="connsiteX7" fmla="*/ 28116 w 28115"/>
                <a:gd name="connsiteY7" fmla="*/ 6384 h 54263"/>
                <a:gd name="connsiteX8" fmla="*/ 21726 w 28115"/>
                <a:gd name="connsiteY8" fmla="*/ 0 h 54263"/>
                <a:gd name="connsiteX9" fmla="*/ 15336 w 28115"/>
                <a:gd name="connsiteY9" fmla="*/ 42134 h 54263"/>
                <a:gd name="connsiteX10" fmla="*/ 12780 w 28115"/>
                <a:gd name="connsiteY10" fmla="*/ 42134 h 54263"/>
                <a:gd name="connsiteX11" fmla="*/ 12780 w 28115"/>
                <a:gd name="connsiteY11" fmla="*/ 12768 h 54263"/>
                <a:gd name="connsiteX12" fmla="*/ 15336 w 28115"/>
                <a:gd name="connsiteY12" fmla="*/ 12768 h 54263"/>
                <a:gd name="connsiteX13" fmla="*/ 15336 w 28115"/>
                <a:gd name="connsiteY13" fmla="*/ 42134 h 5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115" h="54263">
                  <a:moveTo>
                    <a:pt x="21726" y="0"/>
                  </a:moveTo>
                  <a:lnTo>
                    <a:pt x="6390" y="0"/>
                  </a:lnTo>
                  <a:cubicBezTo>
                    <a:pt x="2556" y="0"/>
                    <a:pt x="0" y="2554"/>
                    <a:pt x="0" y="6384"/>
                  </a:cubicBezTo>
                  <a:lnTo>
                    <a:pt x="0" y="47880"/>
                  </a:lnTo>
                  <a:cubicBezTo>
                    <a:pt x="0" y="51710"/>
                    <a:pt x="2556" y="54264"/>
                    <a:pt x="6390" y="54264"/>
                  </a:cubicBezTo>
                  <a:lnTo>
                    <a:pt x="21726" y="54264"/>
                  </a:lnTo>
                  <a:cubicBezTo>
                    <a:pt x="25560" y="54264"/>
                    <a:pt x="28116" y="51710"/>
                    <a:pt x="28116" y="47880"/>
                  </a:cubicBezTo>
                  <a:lnTo>
                    <a:pt x="28116" y="6384"/>
                  </a:lnTo>
                  <a:cubicBezTo>
                    <a:pt x="28116" y="3192"/>
                    <a:pt x="25560" y="0"/>
                    <a:pt x="21726" y="0"/>
                  </a:cubicBezTo>
                  <a:close/>
                  <a:moveTo>
                    <a:pt x="15336" y="42134"/>
                  </a:moveTo>
                  <a:lnTo>
                    <a:pt x="12780" y="42134"/>
                  </a:lnTo>
                  <a:lnTo>
                    <a:pt x="12780" y="12768"/>
                  </a:lnTo>
                  <a:lnTo>
                    <a:pt x="15336" y="12768"/>
                  </a:lnTo>
                  <a:lnTo>
                    <a:pt x="15336" y="42134"/>
                  </a:lnTo>
                  <a:close/>
                </a:path>
              </a:pathLst>
            </a:custGeom>
            <a:solidFill>
              <a:srgbClr val="00ABAB"/>
            </a:solidFill>
            <a:ln w="6390" cap="flat">
              <a:noFill/>
              <a:prstDash val="solid"/>
              <a:miter/>
            </a:ln>
          </p:spPr>
          <p:txBody>
            <a:bodyPr rtlCol="0" anchor="ctr"/>
            <a:lstStyle/>
            <a:p>
              <a:endParaRPr lang="en-US"/>
            </a:p>
          </p:txBody>
        </p:sp>
        <p:sp>
          <p:nvSpPr>
            <p:cNvPr id="614" name="Graphic 4">
              <a:extLst>
                <a:ext uri="{FF2B5EF4-FFF2-40B4-BE49-F238E27FC236}">
                  <a16:creationId xmlns:a16="http://schemas.microsoft.com/office/drawing/2014/main" id="{5E57C9F8-00CF-5046-B450-90127D4416C8}"/>
                </a:ext>
              </a:extLst>
            </p:cNvPr>
            <p:cNvSpPr/>
            <p:nvPr/>
          </p:nvSpPr>
          <p:spPr>
            <a:xfrm>
              <a:off x="4875522" y="3979937"/>
              <a:ext cx="28115" cy="68308"/>
            </a:xfrm>
            <a:custGeom>
              <a:avLst/>
              <a:gdLst>
                <a:gd name="connsiteX0" fmla="*/ 21087 w 28115"/>
                <a:gd name="connsiteY0" fmla="*/ 0 h 68308"/>
                <a:gd name="connsiteX1" fmla="*/ 6390 w 28115"/>
                <a:gd name="connsiteY1" fmla="*/ 0 h 68308"/>
                <a:gd name="connsiteX2" fmla="*/ 0 w 28115"/>
                <a:gd name="connsiteY2" fmla="*/ 6384 h 68308"/>
                <a:gd name="connsiteX3" fmla="*/ 0 w 28115"/>
                <a:gd name="connsiteY3" fmla="*/ 61925 h 68308"/>
                <a:gd name="connsiteX4" fmla="*/ 6390 w 28115"/>
                <a:gd name="connsiteY4" fmla="*/ 68309 h 68308"/>
                <a:gd name="connsiteX5" fmla="*/ 21726 w 28115"/>
                <a:gd name="connsiteY5" fmla="*/ 68309 h 68308"/>
                <a:gd name="connsiteX6" fmla="*/ 28116 w 28115"/>
                <a:gd name="connsiteY6" fmla="*/ 61925 h 68308"/>
                <a:gd name="connsiteX7" fmla="*/ 28116 w 28115"/>
                <a:gd name="connsiteY7" fmla="*/ 6384 h 68308"/>
                <a:gd name="connsiteX8" fmla="*/ 21087 w 28115"/>
                <a:gd name="connsiteY8" fmla="*/ 0 h 68308"/>
                <a:gd name="connsiteX9" fmla="*/ 14697 w 28115"/>
                <a:gd name="connsiteY9" fmla="*/ 56179 h 68308"/>
                <a:gd name="connsiteX10" fmla="*/ 12780 w 28115"/>
                <a:gd name="connsiteY10" fmla="*/ 56179 h 68308"/>
                <a:gd name="connsiteX11" fmla="*/ 12780 w 28115"/>
                <a:gd name="connsiteY11" fmla="*/ 13407 h 68308"/>
                <a:gd name="connsiteX12" fmla="*/ 15336 w 28115"/>
                <a:gd name="connsiteY12" fmla="*/ 13407 h 68308"/>
                <a:gd name="connsiteX13" fmla="*/ 15336 w 28115"/>
                <a:gd name="connsiteY13" fmla="*/ 56179 h 6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115" h="68308">
                  <a:moveTo>
                    <a:pt x="21087" y="0"/>
                  </a:moveTo>
                  <a:lnTo>
                    <a:pt x="6390" y="0"/>
                  </a:lnTo>
                  <a:cubicBezTo>
                    <a:pt x="2556" y="0"/>
                    <a:pt x="0" y="2554"/>
                    <a:pt x="0" y="6384"/>
                  </a:cubicBezTo>
                  <a:lnTo>
                    <a:pt x="0" y="61925"/>
                  </a:lnTo>
                  <a:cubicBezTo>
                    <a:pt x="0" y="65755"/>
                    <a:pt x="2556" y="68309"/>
                    <a:pt x="6390" y="68309"/>
                  </a:cubicBezTo>
                  <a:lnTo>
                    <a:pt x="21726" y="68309"/>
                  </a:lnTo>
                  <a:cubicBezTo>
                    <a:pt x="25560" y="68309"/>
                    <a:pt x="28116" y="65755"/>
                    <a:pt x="28116" y="61925"/>
                  </a:cubicBezTo>
                  <a:lnTo>
                    <a:pt x="28116" y="6384"/>
                  </a:lnTo>
                  <a:cubicBezTo>
                    <a:pt x="27477" y="3192"/>
                    <a:pt x="24921" y="0"/>
                    <a:pt x="21087" y="0"/>
                  </a:cubicBezTo>
                  <a:close/>
                  <a:moveTo>
                    <a:pt x="14697" y="56179"/>
                  </a:moveTo>
                  <a:lnTo>
                    <a:pt x="12780" y="56179"/>
                  </a:lnTo>
                  <a:lnTo>
                    <a:pt x="12780" y="13407"/>
                  </a:lnTo>
                  <a:lnTo>
                    <a:pt x="15336" y="13407"/>
                  </a:lnTo>
                  <a:lnTo>
                    <a:pt x="15336" y="56179"/>
                  </a:lnTo>
                  <a:close/>
                </a:path>
              </a:pathLst>
            </a:custGeom>
            <a:solidFill>
              <a:srgbClr val="00ABAB"/>
            </a:solidFill>
            <a:ln w="6390" cap="flat">
              <a:noFill/>
              <a:prstDash val="solid"/>
              <a:miter/>
            </a:ln>
          </p:spPr>
          <p:txBody>
            <a:bodyPr rtlCol="0" anchor="ctr"/>
            <a:lstStyle/>
            <a:p>
              <a:endParaRPr lang="en-US"/>
            </a:p>
          </p:txBody>
        </p:sp>
        <p:sp>
          <p:nvSpPr>
            <p:cNvPr id="615" name="Graphic 4">
              <a:extLst>
                <a:ext uri="{FF2B5EF4-FFF2-40B4-BE49-F238E27FC236}">
                  <a16:creationId xmlns:a16="http://schemas.microsoft.com/office/drawing/2014/main" id="{3FA78255-E32E-9742-8F43-8E7AC75C8A6B}"/>
                </a:ext>
              </a:extLst>
            </p:cNvPr>
            <p:cNvSpPr/>
            <p:nvPr/>
          </p:nvSpPr>
          <p:spPr>
            <a:xfrm>
              <a:off x="4906193" y="3960146"/>
              <a:ext cx="28115" cy="88737"/>
            </a:xfrm>
            <a:custGeom>
              <a:avLst/>
              <a:gdLst>
                <a:gd name="connsiteX0" fmla="*/ 21726 w 28115"/>
                <a:gd name="connsiteY0" fmla="*/ 0 h 88737"/>
                <a:gd name="connsiteX1" fmla="*/ 6390 w 28115"/>
                <a:gd name="connsiteY1" fmla="*/ 0 h 88737"/>
                <a:gd name="connsiteX2" fmla="*/ 0 w 28115"/>
                <a:gd name="connsiteY2" fmla="*/ 6384 h 88737"/>
                <a:gd name="connsiteX3" fmla="*/ 0 w 28115"/>
                <a:gd name="connsiteY3" fmla="*/ 82353 h 88737"/>
                <a:gd name="connsiteX4" fmla="*/ 6390 w 28115"/>
                <a:gd name="connsiteY4" fmla="*/ 88737 h 88737"/>
                <a:gd name="connsiteX5" fmla="*/ 21726 w 28115"/>
                <a:gd name="connsiteY5" fmla="*/ 88737 h 88737"/>
                <a:gd name="connsiteX6" fmla="*/ 28116 w 28115"/>
                <a:gd name="connsiteY6" fmla="*/ 82353 h 88737"/>
                <a:gd name="connsiteX7" fmla="*/ 28116 w 28115"/>
                <a:gd name="connsiteY7" fmla="*/ 6384 h 88737"/>
                <a:gd name="connsiteX8" fmla="*/ 21726 w 28115"/>
                <a:gd name="connsiteY8" fmla="*/ 0 h 88737"/>
                <a:gd name="connsiteX9" fmla="*/ 15336 w 28115"/>
                <a:gd name="connsiteY9" fmla="*/ 75969 h 88737"/>
                <a:gd name="connsiteX10" fmla="*/ 12780 w 28115"/>
                <a:gd name="connsiteY10" fmla="*/ 75969 h 88737"/>
                <a:gd name="connsiteX11" fmla="*/ 12780 w 28115"/>
                <a:gd name="connsiteY11" fmla="*/ 12768 h 88737"/>
                <a:gd name="connsiteX12" fmla="*/ 15336 w 28115"/>
                <a:gd name="connsiteY12" fmla="*/ 12768 h 88737"/>
                <a:gd name="connsiteX13" fmla="*/ 15336 w 28115"/>
                <a:gd name="connsiteY13" fmla="*/ 75969 h 88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115" h="88737">
                  <a:moveTo>
                    <a:pt x="21726" y="0"/>
                  </a:moveTo>
                  <a:lnTo>
                    <a:pt x="6390" y="0"/>
                  </a:lnTo>
                  <a:cubicBezTo>
                    <a:pt x="2556" y="0"/>
                    <a:pt x="0" y="2553"/>
                    <a:pt x="0" y="6384"/>
                  </a:cubicBezTo>
                  <a:lnTo>
                    <a:pt x="0" y="82353"/>
                  </a:lnTo>
                  <a:cubicBezTo>
                    <a:pt x="0" y="86184"/>
                    <a:pt x="2556" y="88737"/>
                    <a:pt x="6390" y="88737"/>
                  </a:cubicBezTo>
                  <a:lnTo>
                    <a:pt x="21726" y="88737"/>
                  </a:lnTo>
                  <a:cubicBezTo>
                    <a:pt x="25560" y="88737"/>
                    <a:pt x="28116" y="86184"/>
                    <a:pt x="28116" y="82353"/>
                  </a:cubicBezTo>
                  <a:lnTo>
                    <a:pt x="28116" y="6384"/>
                  </a:lnTo>
                  <a:cubicBezTo>
                    <a:pt x="28116" y="2553"/>
                    <a:pt x="25560" y="0"/>
                    <a:pt x="21726" y="0"/>
                  </a:cubicBezTo>
                  <a:close/>
                  <a:moveTo>
                    <a:pt x="15336" y="75969"/>
                  </a:moveTo>
                  <a:lnTo>
                    <a:pt x="12780" y="75969"/>
                  </a:lnTo>
                  <a:lnTo>
                    <a:pt x="12780" y="12768"/>
                  </a:lnTo>
                  <a:lnTo>
                    <a:pt x="15336" y="12768"/>
                  </a:lnTo>
                  <a:lnTo>
                    <a:pt x="15336" y="75969"/>
                  </a:lnTo>
                  <a:close/>
                </a:path>
              </a:pathLst>
            </a:custGeom>
            <a:solidFill>
              <a:srgbClr val="00ABAB"/>
            </a:solidFill>
            <a:ln w="6390" cap="flat">
              <a:noFill/>
              <a:prstDash val="solid"/>
              <a:miter/>
            </a:ln>
          </p:spPr>
          <p:txBody>
            <a:bodyPr rtlCol="0" anchor="ctr"/>
            <a:lstStyle/>
            <a:p>
              <a:endParaRPr lang="en-US"/>
            </a:p>
          </p:txBody>
        </p:sp>
      </p:grpSp>
      <p:grpSp>
        <p:nvGrpSpPr>
          <p:cNvPr id="616" name="Graphic 4">
            <a:extLst>
              <a:ext uri="{FF2B5EF4-FFF2-40B4-BE49-F238E27FC236}">
                <a16:creationId xmlns:a16="http://schemas.microsoft.com/office/drawing/2014/main" id="{1911A3B7-C6C9-7F48-8E5A-02F1445DE2D5}"/>
              </a:ext>
            </a:extLst>
          </p:cNvPr>
          <p:cNvGrpSpPr/>
          <p:nvPr/>
        </p:nvGrpSpPr>
        <p:grpSpPr>
          <a:xfrm>
            <a:off x="9887149" y="3824168"/>
            <a:ext cx="361670" cy="361333"/>
            <a:chOff x="9887149" y="3824168"/>
            <a:chExt cx="361670" cy="361333"/>
          </a:xfrm>
          <a:solidFill>
            <a:srgbClr val="007680"/>
          </a:solidFill>
        </p:grpSpPr>
        <p:sp>
          <p:nvSpPr>
            <p:cNvPr id="617" name="Graphic 4">
              <a:extLst>
                <a:ext uri="{FF2B5EF4-FFF2-40B4-BE49-F238E27FC236}">
                  <a16:creationId xmlns:a16="http://schemas.microsoft.com/office/drawing/2014/main" id="{37EE0BAA-04EF-284D-A5A3-8A412822B031}"/>
                </a:ext>
              </a:extLst>
            </p:cNvPr>
            <p:cNvSpPr/>
            <p:nvPr/>
          </p:nvSpPr>
          <p:spPr>
            <a:xfrm>
              <a:off x="9887149"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618" name="Graphic 4">
              <a:extLst>
                <a:ext uri="{FF2B5EF4-FFF2-40B4-BE49-F238E27FC236}">
                  <a16:creationId xmlns:a16="http://schemas.microsoft.com/office/drawing/2014/main" id="{7ADED572-A113-DF46-93D9-5505709E7392}"/>
                </a:ext>
              </a:extLst>
            </p:cNvPr>
            <p:cNvSpPr/>
            <p:nvPr/>
          </p:nvSpPr>
          <p:spPr>
            <a:xfrm>
              <a:off x="9981081" y="3895030"/>
              <a:ext cx="173805" cy="220247"/>
            </a:xfrm>
            <a:custGeom>
              <a:avLst/>
              <a:gdLst>
                <a:gd name="connsiteX0" fmla="*/ 167416 w 173805"/>
                <a:gd name="connsiteY0" fmla="*/ 178113 h 220247"/>
                <a:gd name="connsiteX1" fmla="*/ 159748 w 173805"/>
                <a:gd name="connsiteY1" fmla="*/ 178113 h 220247"/>
                <a:gd name="connsiteX2" fmla="*/ 159748 w 173805"/>
                <a:gd name="connsiteY2" fmla="*/ 154492 h 220247"/>
                <a:gd name="connsiteX3" fmla="*/ 153358 w 173805"/>
                <a:gd name="connsiteY3" fmla="*/ 148108 h 220247"/>
                <a:gd name="connsiteX4" fmla="*/ 130355 w 173805"/>
                <a:gd name="connsiteY4" fmla="*/ 148108 h 220247"/>
                <a:gd name="connsiteX5" fmla="*/ 167416 w 173805"/>
                <a:gd name="connsiteY5" fmla="*/ 80438 h 220247"/>
                <a:gd name="connsiteX6" fmla="*/ 86903 w 173805"/>
                <a:gd name="connsiteY6" fmla="*/ 0 h 220247"/>
                <a:gd name="connsiteX7" fmla="*/ 6390 w 173805"/>
                <a:gd name="connsiteY7" fmla="*/ 80438 h 220247"/>
                <a:gd name="connsiteX8" fmla="*/ 43452 w 173805"/>
                <a:gd name="connsiteY8" fmla="*/ 148108 h 220247"/>
                <a:gd name="connsiteX9" fmla="*/ 35783 w 173805"/>
                <a:gd name="connsiteY9" fmla="*/ 148108 h 220247"/>
                <a:gd name="connsiteX10" fmla="*/ 35145 w 173805"/>
                <a:gd name="connsiteY10" fmla="*/ 148108 h 220247"/>
                <a:gd name="connsiteX11" fmla="*/ 34506 w 173805"/>
                <a:gd name="connsiteY11" fmla="*/ 148108 h 220247"/>
                <a:gd name="connsiteX12" fmla="*/ 6390 w 173805"/>
                <a:gd name="connsiteY12" fmla="*/ 148108 h 220247"/>
                <a:gd name="connsiteX13" fmla="*/ 0 w 173805"/>
                <a:gd name="connsiteY13" fmla="*/ 154492 h 220247"/>
                <a:gd name="connsiteX14" fmla="*/ 0 w 173805"/>
                <a:gd name="connsiteY14" fmla="*/ 183859 h 220247"/>
                <a:gd name="connsiteX15" fmla="*/ 6390 w 173805"/>
                <a:gd name="connsiteY15" fmla="*/ 190243 h 220247"/>
                <a:gd name="connsiteX16" fmla="*/ 14058 w 173805"/>
                <a:gd name="connsiteY16" fmla="*/ 190243 h 220247"/>
                <a:gd name="connsiteX17" fmla="*/ 14058 w 173805"/>
                <a:gd name="connsiteY17" fmla="*/ 213863 h 220247"/>
                <a:gd name="connsiteX18" fmla="*/ 20447 w 173805"/>
                <a:gd name="connsiteY18" fmla="*/ 220247 h 220247"/>
                <a:gd name="connsiteX19" fmla="*/ 167416 w 173805"/>
                <a:gd name="connsiteY19" fmla="*/ 220247 h 220247"/>
                <a:gd name="connsiteX20" fmla="*/ 173806 w 173805"/>
                <a:gd name="connsiteY20" fmla="*/ 213863 h 220247"/>
                <a:gd name="connsiteX21" fmla="*/ 173806 w 173805"/>
                <a:gd name="connsiteY21" fmla="*/ 184497 h 220247"/>
                <a:gd name="connsiteX22" fmla="*/ 167416 w 173805"/>
                <a:gd name="connsiteY22" fmla="*/ 178113 h 220247"/>
                <a:gd name="connsiteX23" fmla="*/ 87542 w 173805"/>
                <a:gd name="connsiteY23" fmla="*/ 160876 h 220247"/>
                <a:gd name="connsiteX24" fmla="*/ 87542 w 173805"/>
                <a:gd name="connsiteY24" fmla="*/ 177475 h 220247"/>
                <a:gd name="connsiteX25" fmla="*/ 70928 w 173805"/>
                <a:gd name="connsiteY25" fmla="*/ 177475 h 220247"/>
                <a:gd name="connsiteX26" fmla="*/ 70928 w 173805"/>
                <a:gd name="connsiteY26" fmla="*/ 160876 h 220247"/>
                <a:gd name="connsiteX27" fmla="*/ 87542 w 173805"/>
                <a:gd name="connsiteY27" fmla="*/ 160876 h 220247"/>
                <a:gd name="connsiteX28" fmla="*/ 100322 w 173805"/>
                <a:gd name="connsiteY28" fmla="*/ 178113 h 220247"/>
                <a:gd name="connsiteX29" fmla="*/ 100322 w 173805"/>
                <a:gd name="connsiteY29" fmla="*/ 161515 h 220247"/>
                <a:gd name="connsiteX30" fmla="*/ 116936 w 173805"/>
                <a:gd name="connsiteY30" fmla="*/ 161515 h 220247"/>
                <a:gd name="connsiteX31" fmla="*/ 116936 w 173805"/>
                <a:gd name="connsiteY31" fmla="*/ 178113 h 220247"/>
                <a:gd name="connsiteX32" fmla="*/ 100322 w 173805"/>
                <a:gd name="connsiteY32" fmla="*/ 178113 h 220247"/>
                <a:gd name="connsiteX33" fmla="*/ 58148 w 173805"/>
                <a:gd name="connsiteY33" fmla="*/ 178113 h 220247"/>
                <a:gd name="connsiteX34" fmla="*/ 41535 w 173805"/>
                <a:gd name="connsiteY34" fmla="*/ 178113 h 220247"/>
                <a:gd name="connsiteX35" fmla="*/ 41535 w 173805"/>
                <a:gd name="connsiteY35" fmla="*/ 161515 h 220247"/>
                <a:gd name="connsiteX36" fmla="*/ 58148 w 173805"/>
                <a:gd name="connsiteY36" fmla="*/ 161515 h 220247"/>
                <a:gd name="connsiteX37" fmla="*/ 58148 w 173805"/>
                <a:gd name="connsiteY37" fmla="*/ 178113 h 220247"/>
                <a:gd name="connsiteX38" fmla="*/ 72845 w 173805"/>
                <a:gd name="connsiteY38" fmla="*/ 190881 h 220247"/>
                <a:gd name="connsiteX39" fmla="*/ 72845 w 173805"/>
                <a:gd name="connsiteY39" fmla="*/ 207479 h 220247"/>
                <a:gd name="connsiteX40" fmla="*/ 56232 w 173805"/>
                <a:gd name="connsiteY40" fmla="*/ 207479 h 220247"/>
                <a:gd name="connsiteX41" fmla="*/ 56232 w 173805"/>
                <a:gd name="connsiteY41" fmla="*/ 190881 h 220247"/>
                <a:gd name="connsiteX42" fmla="*/ 72845 w 173805"/>
                <a:gd name="connsiteY42" fmla="*/ 190881 h 220247"/>
                <a:gd name="connsiteX43" fmla="*/ 85625 w 173805"/>
                <a:gd name="connsiteY43" fmla="*/ 190881 h 220247"/>
                <a:gd name="connsiteX44" fmla="*/ 102239 w 173805"/>
                <a:gd name="connsiteY44" fmla="*/ 190881 h 220247"/>
                <a:gd name="connsiteX45" fmla="*/ 102239 w 173805"/>
                <a:gd name="connsiteY45" fmla="*/ 207479 h 220247"/>
                <a:gd name="connsiteX46" fmla="*/ 85625 w 173805"/>
                <a:gd name="connsiteY46" fmla="*/ 207479 h 220247"/>
                <a:gd name="connsiteX47" fmla="*/ 85625 w 173805"/>
                <a:gd name="connsiteY47" fmla="*/ 190881 h 220247"/>
                <a:gd name="connsiteX48" fmla="*/ 115019 w 173805"/>
                <a:gd name="connsiteY48" fmla="*/ 190881 h 220247"/>
                <a:gd name="connsiteX49" fmla="*/ 131633 w 173805"/>
                <a:gd name="connsiteY49" fmla="*/ 190881 h 220247"/>
                <a:gd name="connsiteX50" fmla="*/ 131633 w 173805"/>
                <a:gd name="connsiteY50" fmla="*/ 207479 h 220247"/>
                <a:gd name="connsiteX51" fmla="*/ 115019 w 173805"/>
                <a:gd name="connsiteY51" fmla="*/ 207479 h 220247"/>
                <a:gd name="connsiteX52" fmla="*/ 115019 w 173805"/>
                <a:gd name="connsiteY52" fmla="*/ 190881 h 220247"/>
                <a:gd name="connsiteX53" fmla="*/ 146969 w 173805"/>
                <a:gd name="connsiteY53" fmla="*/ 178113 h 220247"/>
                <a:gd name="connsiteX54" fmla="*/ 130355 w 173805"/>
                <a:gd name="connsiteY54" fmla="*/ 178113 h 220247"/>
                <a:gd name="connsiteX55" fmla="*/ 130355 w 173805"/>
                <a:gd name="connsiteY55" fmla="*/ 161515 h 220247"/>
                <a:gd name="connsiteX56" fmla="*/ 146969 w 173805"/>
                <a:gd name="connsiteY56" fmla="*/ 161515 h 220247"/>
                <a:gd name="connsiteX57" fmla="*/ 146969 w 173805"/>
                <a:gd name="connsiteY57" fmla="*/ 178113 h 220247"/>
                <a:gd name="connsiteX58" fmla="*/ 18531 w 173805"/>
                <a:gd name="connsiteY58" fmla="*/ 80438 h 220247"/>
                <a:gd name="connsiteX59" fmla="*/ 86264 w 173805"/>
                <a:gd name="connsiteY59" fmla="*/ 12768 h 220247"/>
                <a:gd name="connsiteX60" fmla="*/ 153997 w 173805"/>
                <a:gd name="connsiteY60" fmla="*/ 80438 h 220247"/>
                <a:gd name="connsiteX61" fmla="*/ 86264 w 173805"/>
                <a:gd name="connsiteY61" fmla="*/ 148108 h 220247"/>
                <a:gd name="connsiteX62" fmla="*/ 18531 w 173805"/>
                <a:gd name="connsiteY62" fmla="*/ 80438 h 220247"/>
                <a:gd name="connsiteX63" fmla="*/ 12780 w 173805"/>
                <a:gd name="connsiteY63" fmla="*/ 160876 h 220247"/>
                <a:gd name="connsiteX64" fmla="*/ 28755 w 173805"/>
                <a:gd name="connsiteY64" fmla="*/ 160876 h 220247"/>
                <a:gd name="connsiteX65" fmla="*/ 28755 w 173805"/>
                <a:gd name="connsiteY65" fmla="*/ 177475 h 220247"/>
                <a:gd name="connsiteX66" fmla="*/ 12780 w 173805"/>
                <a:gd name="connsiteY66" fmla="*/ 177475 h 220247"/>
                <a:gd name="connsiteX67" fmla="*/ 12780 w 173805"/>
                <a:gd name="connsiteY67" fmla="*/ 160876 h 220247"/>
                <a:gd name="connsiteX68" fmla="*/ 26837 w 173805"/>
                <a:gd name="connsiteY68" fmla="*/ 190881 h 220247"/>
                <a:gd name="connsiteX69" fmla="*/ 42812 w 173805"/>
                <a:gd name="connsiteY69" fmla="*/ 190881 h 220247"/>
                <a:gd name="connsiteX70" fmla="*/ 42812 w 173805"/>
                <a:gd name="connsiteY70" fmla="*/ 207479 h 220247"/>
                <a:gd name="connsiteX71" fmla="*/ 26837 w 173805"/>
                <a:gd name="connsiteY71" fmla="*/ 207479 h 220247"/>
                <a:gd name="connsiteX72" fmla="*/ 26837 w 173805"/>
                <a:gd name="connsiteY72" fmla="*/ 190881 h 220247"/>
                <a:gd name="connsiteX73" fmla="*/ 161026 w 173805"/>
                <a:gd name="connsiteY73" fmla="*/ 207479 h 220247"/>
                <a:gd name="connsiteX74" fmla="*/ 144412 w 173805"/>
                <a:gd name="connsiteY74" fmla="*/ 207479 h 220247"/>
                <a:gd name="connsiteX75" fmla="*/ 144412 w 173805"/>
                <a:gd name="connsiteY75" fmla="*/ 190881 h 220247"/>
                <a:gd name="connsiteX76" fmla="*/ 161026 w 173805"/>
                <a:gd name="connsiteY76" fmla="*/ 190881 h 220247"/>
                <a:gd name="connsiteX77" fmla="*/ 161026 w 173805"/>
                <a:gd name="connsiteY77" fmla="*/ 207479 h 2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73805" h="220247">
                  <a:moveTo>
                    <a:pt x="167416" y="178113"/>
                  </a:moveTo>
                  <a:lnTo>
                    <a:pt x="159748" y="178113"/>
                  </a:lnTo>
                  <a:lnTo>
                    <a:pt x="159748" y="154492"/>
                  </a:lnTo>
                  <a:cubicBezTo>
                    <a:pt x="159748" y="150662"/>
                    <a:pt x="157192" y="148108"/>
                    <a:pt x="153358" y="148108"/>
                  </a:cubicBezTo>
                  <a:lnTo>
                    <a:pt x="130355" y="148108"/>
                  </a:lnTo>
                  <a:cubicBezTo>
                    <a:pt x="152720" y="134064"/>
                    <a:pt x="167416" y="108528"/>
                    <a:pt x="167416" y="80438"/>
                  </a:cubicBezTo>
                  <a:cubicBezTo>
                    <a:pt x="167416" y="35750"/>
                    <a:pt x="130994" y="0"/>
                    <a:pt x="86903" y="0"/>
                  </a:cubicBezTo>
                  <a:cubicBezTo>
                    <a:pt x="42812" y="0"/>
                    <a:pt x="6390" y="36389"/>
                    <a:pt x="6390" y="80438"/>
                  </a:cubicBezTo>
                  <a:cubicBezTo>
                    <a:pt x="6390" y="109166"/>
                    <a:pt x="21087" y="134064"/>
                    <a:pt x="43452" y="148108"/>
                  </a:cubicBezTo>
                  <a:lnTo>
                    <a:pt x="35783" y="148108"/>
                  </a:lnTo>
                  <a:cubicBezTo>
                    <a:pt x="35783" y="148108"/>
                    <a:pt x="35145" y="148108"/>
                    <a:pt x="35145" y="148108"/>
                  </a:cubicBezTo>
                  <a:cubicBezTo>
                    <a:pt x="35145" y="148108"/>
                    <a:pt x="34506" y="148108"/>
                    <a:pt x="34506" y="148108"/>
                  </a:cubicBezTo>
                  <a:lnTo>
                    <a:pt x="6390" y="148108"/>
                  </a:lnTo>
                  <a:cubicBezTo>
                    <a:pt x="2556" y="148108"/>
                    <a:pt x="0" y="150662"/>
                    <a:pt x="0" y="154492"/>
                  </a:cubicBezTo>
                  <a:lnTo>
                    <a:pt x="0" y="183859"/>
                  </a:lnTo>
                  <a:cubicBezTo>
                    <a:pt x="0" y="187689"/>
                    <a:pt x="2556" y="190243"/>
                    <a:pt x="6390" y="190243"/>
                  </a:cubicBezTo>
                  <a:lnTo>
                    <a:pt x="14058" y="190243"/>
                  </a:lnTo>
                  <a:lnTo>
                    <a:pt x="14058" y="213863"/>
                  </a:lnTo>
                  <a:cubicBezTo>
                    <a:pt x="14058" y="217694"/>
                    <a:pt x="16614" y="220247"/>
                    <a:pt x="20447" y="220247"/>
                  </a:cubicBezTo>
                  <a:lnTo>
                    <a:pt x="167416" y="220247"/>
                  </a:lnTo>
                  <a:cubicBezTo>
                    <a:pt x="171251" y="220247"/>
                    <a:pt x="173806" y="217694"/>
                    <a:pt x="173806" y="213863"/>
                  </a:cubicBezTo>
                  <a:lnTo>
                    <a:pt x="173806" y="184497"/>
                  </a:lnTo>
                  <a:cubicBezTo>
                    <a:pt x="173806" y="180667"/>
                    <a:pt x="171251" y="178113"/>
                    <a:pt x="167416" y="178113"/>
                  </a:cubicBezTo>
                  <a:close/>
                  <a:moveTo>
                    <a:pt x="87542" y="160876"/>
                  </a:moveTo>
                  <a:lnTo>
                    <a:pt x="87542" y="177475"/>
                  </a:lnTo>
                  <a:lnTo>
                    <a:pt x="70928" y="177475"/>
                  </a:lnTo>
                  <a:lnTo>
                    <a:pt x="70928" y="160876"/>
                  </a:lnTo>
                  <a:lnTo>
                    <a:pt x="87542" y="160876"/>
                  </a:lnTo>
                  <a:close/>
                  <a:moveTo>
                    <a:pt x="100322" y="178113"/>
                  </a:moveTo>
                  <a:lnTo>
                    <a:pt x="100322" y="161515"/>
                  </a:lnTo>
                  <a:lnTo>
                    <a:pt x="116936" y="161515"/>
                  </a:lnTo>
                  <a:lnTo>
                    <a:pt x="116936" y="178113"/>
                  </a:lnTo>
                  <a:lnTo>
                    <a:pt x="100322" y="178113"/>
                  </a:lnTo>
                  <a:close/>
                  <a:moveTo>
                    <a:pt x="58148" y="178113"/>
                  </a:moveTo>
                  <a:lnTo>
                    <a:pt x="41535" y="178113"/>
                  </a:lnTo>
                  <a:lnTo>
                    <a:pt x="41535" y="161515"/>
                  </a:lnTo>
                  <a:lnTo>
                    <a:pt x="58148" y="161515"/>
                  </a:lnTo>
                  <a:lnTo>
                    <a:pt x="58148" y="178113"/>
                  </a:lnTo>
                  <a:close/>
                  <a:moveTo>
                    <a:pt x="72845" y="190881"/>
                  </a:moveTo>
                  <a:lnTo>
                    <a:pt x="72845" y="207479"/>
                  </a:lnTo>
                  <a:lnTo>
                    <a:pt x="56232" y="207479"/>
                  </a:lnTo>
                  <a:lnTo>
                    <a:pt x="56232" y="190881"/>
                  </a:lnTo>
                  <a:lnTo>
                    <a:pt x="72845" y="190881"/>
                  </a:lnTo>
                  <a:close/>
                  <a:moveTo>
                    <a:pt x="85625" y="190881"/>
                  </a:moveTo>
                  <a:lnTo>
                    <a:pt x="102239" y="190881"/>
                  </a:lnTo>
                  <a:lnTo>
                    <a:pt x="102239" y="207479"/>
                  </a:lnTo>
                  <a:lnTo>
                    <a:pt x="85625" y="207479"/>
                  </a:lnTo>
                  <a:lnTo>
                    <a:pt x="85625" y="190881"/>
                  </a:lnTo>
                  <a:close/>
                  <a:moveTo>
                    <a:pt x="115019" y="190881"/>
                  </a:moveTo>
                  <a:lnTo>
                    <a:pt x="131633" y="190881"/>
                  </a:lnTo>
                  <a:lnTo>
                    <a:pt x="131633" y="207479"/>
                  </a:lnTo>
                  <a:lnTo>
                    <a:pt x="115019" y="207479"/>
                  </a:lnTo>
                  <a:lnTo>
                    <a:pt x="115019" y="190881"/>
                  </a:lnTo>
                  <a:close/>
                  <a:moveTo>
                    <a:pt x="146969" y="178113"/>
                  </a:moveTo>
                  <a:lnTo>
                    <a:pt x="130355" y="178113"/>
                  </a:lnTo>
                  <a:lnTo>
                    <a:pt x="130355" y="161515"/>
                  </a:lnTo>
                  <a:lnTo>
                    <a:pt x="146969" y="161515"/>
                  </a:lnTo>
                  <a:lnTo>
                    <a:pt x="146969" y="178113"/>
                  </a:lnTo>
                  <a:close/>
                  <a:moveTo>
                    <a:pt x="18531" y="80438"/>
                  </a:moveTo>
                  <a:cubicBezTo>
                    <a:pt x="18531" y="42773"/>
                    <a:pt x="49202" y="12768"/>
                    <a:pt x="86264" y="12768"/>
                  </a:cubicBezTo>
                  <a:cubicBezTo>
                    <a:pt x="123326" y="12768"/>
                    <a:pt x="153997" y="43411"/>
                    <a:pt x="153997" y="80438"/>
                  </a:cubicBezTo>
                  <a:cubicBezTo>
                    <a:pt x="153997" y="117465"/>
                    <a:pt x="123326" y="148108"/>
                    <a:pt x="86264" y="148108"/>
                  </a:cubicBezTo>
                  <a:cubicBezTo>
                    <a:pt x="49202" y="148108"/>
                    <a:pt x="18531" y="118104"/>
                    <a:pt x="18531" y="80438"/>
                  </a:cubicBezTo>
                  <a:close/>
                  <a:moveTo>
                    <a:pt x="12780" y="160876"/>
                  </a:moveTo>
                  <a:lnTo>
                    <a:pt x="28755" y="160876"/>
                  </a:lnTo>
                  <a:lnTo>
                    <a:pt x="28755" y="177475"/>
                  </a:lnTo>
                  <a:lnTo>
                    <a:pt x="12780" y="177475"/>
                  </a:lnTo>
                  <a:lnTo>
                    <a:pt x="12780" y="160876"/>
                  </a:lnTo>
                  <a:close/>
                  <a:moveTo>
                    <a:pt x="26837" y="190881"/>
                  </a:moveTo>
                  <a:lnTo>
                    <a:pt x="42812" y="190881"/>
                  </a:lnTo>
                  <a:lnTo>
                    <a:pt x="42812" y="207479"/>
                  </a:lnTo>
                  <a:lnTo>
                    <a:pt x="26837" y="207479"/>
                  </a:lnTo>
                  <a:lnTo>
                    <a:pt x="26837" y="190881"/>
                  </a:lnTo>
                  <a:close/>
                  <a:moveTo>
                    <a:pt x="161026" y="207479"/>
                  </a:moveTo>
                  <a:lnTo>
                    <a:pt x="144412" y="207479"/>
                  </a:lnTo>
                  <a:lnTo>
                    <a:pt x="144412" y="190881"/>
                  </a:lnTo>
                  <a:lnTo>
                    <a:pt x="161026" y="190881"/>
                  </a:lnTo>
                  <a:lnTo>
                    <a:pt x="161026" y="207479"/>
                  </a:lnTo>
                  <a:close/>
                </a:path>
              </a:pathLst>
            </a:custGeom>
            <a:solidFill>
              <a:srgbClr val="007680"/>
            </a:solidFill>
            <a:ln w="6390" cap="flat">
              <a:noFill/>
              <a:prstDash val="solid"/>
              <a:miter/>
            </a:ln>
          </p:spPr>
          <p:txBody>
            <a:bodyPr rtlCol="0" anchor="ctr"/>
            <a:lstStyle/>
            <a:p>
              <a:endParaRPr lang="en-US"/>
            </a:p>
          </p:txBody>
        </p:sp>
      </p:grpSp>
      <p:grpSp>
        <p:nvGrpSpPr>
          <p:cNvPr id="619" name="Graphic 4">
            <a:extLst>
              <a:ext uri="{FF2B5EF4-FFF2-40B4-BE49-F238E27FC236}">
                <a16:creationId xmlns:a16="http://schemas.microsoft.com/office/drawing/2014/main" id="{2527A632-D136-194A-85ED-939EDDC741C4}"/>
              </a:ext>
            </a:extLst>
          </p:cNvPr>
          <p:cNvGrpSpPr/>
          <p:nvPr/>
        </p:nvGrpSpPr>
        <p:grpSpPr>
          <a:xfrm>
            <a:off x="7802113" y="4308712"/>
            <a:ext cx="361670" cy="361333"/>
            <a:chOff x="7802113" y="4308712"/>
            <a:chExt cx="361670" cy="361333"/>
          </a:xfrm>
          <a:solidFill>
            <a:srgbClr val="007680"/>
          </a:solidFill>
        </p:grpSpPr>
        <p:sp>
          <p:nvSpPr>
            <p:cNvPr id="620" name="Graphic 4">
              <a:extLst>
                <a:ext uri="{FF2B5EF4-FFF2-40B4-BE49-F238E27FC236}">
                  <a16:creationId xmlns:a16="http://schemas.microsoft.com/office/drawing/2014/main" id="{BD378B94-738C-8541-B9C6-C0FD435D9B70}"/>
                </a:ext>
              </a:extLst>
            </p:cNvPr>
            <p:cNvSpPr/>
            <p:nvPr/>
          </p:nvSpPr>
          <p:spPr>
            <a:xfrm>
              <a:off x="7802113" y="4308712"/>
              <a:ext cx="361670" cy="361333"/>
            </a:xfrm>
            <a:custGeom>
              <a:avLst/>
              <a:gdLst>
                <a:gd name="connsiteX0" fmla="*/ 180836 w 361670"/>
                <a:gd name="connsiteY0" fmla="*/ 0 h 361333"/>
                <a:gd name="connsiteX1" fmla="*/ 0 w 361670"/>
                <a:gd name="connsiteY1" fmla="*/ 180667 h 361333"/>
                <a:gd name="connsiteX2" fmla="*/ 180836 w 361670"/>
                <a:gd name="connsiteY2" fmla="*/ 361334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7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895"/>
                    <a:pt x="81152" y="361334"/>
                    <a:pt x="180836" y="361334"/>
                  </a:cubicBezTo>
                  <a:cubicBezTo>
                    <a:pt x="281157" y="361334"/>
                    <a:pt x="361670" y="280257"/>
                    <a:pt x="361670" y="180667"/>
                  </a:cubicBezTo>
                  <a:cubicBezTo>
                    <a:pt x="361670" y="81077"/>
                    <a:pt x="280518" y="0"/>
                    <a:pt x="180836" y="0"/>
                  </a:cubicBezTo>
                  <a:close/>
                  <a:moveTo>
                    <a:pt x="180836" y="349204"/>
                  </a:moveTo>
                  <a:cubicBezTo>
                    <a:pt x="88181" y="349204"/>
                    <a:pt x="12780" y="273873"/>
                    <a:pt x="12780" y="181305"/>
                  </a:cubicBezTo>
                  <a:cubicBezTo>
                    <a:pt x="12780" y="88738"/>
                    <a:pt x="88181" y="13407"/>
                    <a:pt x="180836" y="13407"/>
                  </a:cubicBezTo>
                  <a:cubicBezTo>
                    <a:pt x="273490" y="13407"/>
                    <a:pt x="348890" y="88738"/>
                    <a:pt x="348890" y="181305"/>
                  </a:cubicBezTo>
                  <a:cubicBezTo>
                    <a:pt x="348890" y="273234"/>
                    <a:pt x="273490" y="349204"/>
                    <a:pt x="180836" y="349204"/>
                  </a:cubicBezTo>
                  <a:close/>
                </a:path>
              </a:pathLst>
            </a:custGeom>
            <a:solidFill>
              <a:srgbClr val="007680"/>
            </a:solidFill>
            <a:ln w="6390" cap="flat">
              <a:noFill/>
              <a:prstDash val="solid"/>
              <a:miter/>
            </a:ln>
          </p:spPr>
          <p:txBody>
            <a:bodyPr rtlCol="0" anchor="ctr"/>
            <a:lstStyle/>
            <a:p>
              <a:endParaRPr lang="en-US"/>
            </a:p>
          </p:txBody>
        </p:sp>
        <p:sp>
          <p:nvSpPr>
            <p:cNvPr id="621" name="Graphic 4">
              <a:extLst>
                <a:ext uri="{FF2B5EF4-FFF2-40B4-BE49-F238E27FC236}">
                  <a16:creationId xmlns:a16="http://schemas.microsoft.com/office/drawing/2014/main" id="{F4A2512E-CFDE-8B4A-B924-578AC2803823}"/>
                </a:ext>
              </a:extLst>
            </p:cNvPr>
            <p:cNvSpPr/>
            <p:nvPr/>
          </p:nvSpPr>
          <p:spPr>
            <a:xfrm>
              <a:off x="7956749" y="4447882"/>
              <a:ext cx="144413" cy="144278"/>
            </a:xfrm>
            <a:custGeom>
              <a:avLst/>
              <a:gdLst>
                <a:gd name="connsiteX0" fmla="*/ 72207 w 144413"/>
                <a:gd name="connsiteY0" fmla="*/ 0 h 144278"/>
                <a:gd name="connsiteX1" fmla="*/ 0 w 144413"/>
                <a:gd name="connsiteY1" fmla="*/ 72139 h 144278"/>
                <a:gd name="connsiteX2" fmla="*/ 72207 w 144413"/>
                <a:gd name="connsiteY2" fmla="*/ 144278 h 144278"/>
                <a:gd name="connsiteX3" fmla="*/ 144413 w 144413"/>
                <a:gd name="connsiteY3" fmla="*/ 72139 h 144278"/>
                <a:gd name="connsiteX4" fmla="*/ 72207 w 144413"/>
                <a:gd name="connsiteY4" fmla="*/ 0 h 144278"/>
                <a:gd name="connsiteX5" fmla="*/ 72207 w 144413"/>
                <a:gd name="connsiteY5" fmla="*/ 132149 h 144278"/>
                <a:gd name="connsiteX6" fmla="*/ 12780 w 144413"/>
                <a:gd name="connsiteY6" fmla="*/ 72778 h 144278"/>
                <a:gd name="connsiteX7" fmla="*/ 72207 w 144413"/>
                <a:gd name="connsiteY7" fmla="*/ 13407 h 144278"/>
                <a:gd name="connsiteX8" fmla="*/ 131633 w 144413"/>
                <a:gd name="connsiteY8" fmla="*/ 72778 h 144278"/>
                <a:gd name="connsiteX9" fmla="*/ 72207 w 144413"/>
                <a:gd name="connsiteY9" fmla="*/ 132149 h 14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413" h="144278">
                  <a:moveTo>
                    <a:pt x="72207" y="0"/>
                  </a:moveTo>
                  <a:cubicBezTo>
                    <a:pt x="32589" y="0"/>
                    <a:pt x="0" y="32559"/>
                    <a:pt x="0" y="72139"/>
                  </a:cubicBezTo>
                  <a:cubicBezTo>
                    <a:pt x="0" y="111720"/>
                    <a:pt x="32589" y="144278"/>
                    <a:pt x="72207" y="144278"/>
                  </a:cubicBezTo>
                  <a:cubicBezTo>
                    <a:pt x="111824" y="144278"/>
                    <a:pt x="144413" y="111720"/>
                    <a:pt x="144413" y="72139"/>
                  </a:cubicBezTo>
                  <a:cubicBezTo>
                    <a:pt x="144413" y="32559"/>
                    <a:pt x="112464" y="0"/>
                    <a:pt x="72207" y="0"/>
                  </a:cubicBezTo>
                  <a:close/>
                  <a:moveTo>
                    <a:pt x="72207" y="132149"/>
                  </a:moveTo>
                  <a:cubicBezTo>
                    <a:pt x="39618" y="132149"/>
                    <a:pt x="12780" y="105336"/>
                    <a:pt x="12780" y="72778"/>
                  </a:cubicBezTo>
                  <a:cubicBezTo>
                    <a:pt x="12780" y="40219"/>
                    <a:pt x="39618" y="13407"/>
                    <a:pt x="72207" y="13407"/>
                  </a:cubicBezTo>
                  <a:cubicBezTo>
                    <a:pt x="104795" y="13407"/>
                    <a:pt x="131633" y="40219"/>
                    <a:pt x="131633" y="72778"/>
                  </a:cubicBezTo>
                  <a:cubicBezTo>
                    <a:pt x="131633" y="105336"/>
                    <a:pt x="105434" y="132149"/>
                    <a:pt x="72207" y="132149"/>
                  </a:cubicBezTo>
                  <a:close/>
                </a:path>
              </a:pathLst>
            </a:custGeom>
            <a:solidFill>
              <a:srgbClr val="007680"/>
            </a:solidFill>
            <a:ln w="6390" cap="flat">
              <a:noFill/>
              <a:prstDash val="solid"/>
              <a:miter/>
            </a:ln>
          </p:spPr>
          <p:txBody>
            <a:bodyPr rtlCol="0" anchor="ctr"/>
            <a:lstStyle/>
            <a:p>
              <a:endParaRPr lang="en-US"/>
            </a:p>
          </p:txBody>
        </p:sp>
        <p:sp>
          <p:nvSpPr>
            <p:cNvPr id="622" name="Graphic 4">
              <a:extLst>
                <a:ext uri="{FF2B5EF4-FFF2-40B4-BE49-F238E27FC236}">
                  <a16:creationId xmlns:a16="http://schemas.microsoft.com/office/drawing/2014/main" id="{9E9ED825-0710-0040-9C6D-78F7F4F319F0}"/>
                </a:ext>
              </a:extLst>
            </p:cNvPr>
            <p:cNvSpPr/>
            <p:nvPr/>
          </p:nvSpPr>
          <p:spPr>
            <a:xfrm>
              <a:off x="7876875" y="4386596"/>
              <a:ext cx="144413" cy="177474"/>
            </a:xfrm>
            <a:custGeom>
              <a:avLst/>
              <a:gdLst>
                <a:gd name="connsiteX0" fmla="*/ 72207 w 144413"/>
                <a:gd name="connsiteY0" fmla="*/ 95121 h 177474"/>
                <a:gd name="connsiteX1" fmla="*/ 78597 w 144413"/>
                <a:gd name="connsiteY1" fmla="*/ 88738 h 177474"/>
                <a:gd name="connsiteX2" fmla="*/ 72207 w 144413"/>
                <a:gd name="connsiteY2" fmla="*/ 82354 h 177474"/>
                <a:gd name="connsiteX3" fmla="*/ 12780 w 144413"/>
                <a:gd name="connsiteY3" fmla="*/ 61286 h 177474"/>
                <a:gd name="connsiteX4" fmla="*/ 12780 w 144413"/>
                <a:gd name="connsiteY4" fmla="*/ 53626 h 177474"/>
                <a:gd name="connsiteX5" fmla="*/ 72207 w 144413"/>
                <a:gd name="connsiteY5" fmla="*/ 67670 h 177474"/>
                <a:gd name="connsiteX6" fmla="*/ 144413 w 144413"/>
                <a:gd name="connsiteY6" fmla="*/ 33835 h 177474"/>
                <a:gd name="connsiteX7" fmla="*/ 72207 w 144413"/>
                <a:gd name="connsiteY7" fmla="*/ 0 h 177474"/>
                <a:gd name="connsiteX8" fmla="*/ 0 w 144413"/>
                <a:gd name="connsiteY8" fmla="*/ 33835 h 177474"/>
                <a:gd name="connsiteX9" fmla="*/ 0 w 144413"/>
                <a:gd name="connsiteY9" fmla="*/ 143640 h 177474"/>
                <a:gd name="connsiteX10" fmla="*/ 72207 w 144413"/>
                <a:gd name="connsiteY10" fmla="*/ 177475 h 177474"/>
                <a:gd name="connsiteX11" fmla="*/ 78597 w 144413"/>
                <a:gd name="connsiteY11" fmla="*/ 171091 h 177474"/>
                <a:gd name="connsiteX12" fmla="*/ 72207 w 144413"/>
                <a:gd name="connsiteY12" fmla="*/ 164707 h 177474"/>
                <a:gd name="connsiteX13" fmla="*/ 12780 w 144413"/>
                <a:gd name="connsiteY13" fmla="*/ 143640 h 177474"/>
                <a:gd name="connsiteX14" fmla="*/ 12780 w 144413"/>
                <a:gd name="connsiteY14" fmla="*/ 135979 h 177474"/>
                <a:gd name="connsiteX15" fmla="*/ 66456 w 144413"/>
                <a:gd name="connsiteY15" fmla="*/ 150024 h 177474"/>
                <a:gd name="connsiteX16" fmla="*/ 66456 w 144413"/>
                <a:gd name="connsiteY16" fmla="*/ 150024 h 177474"/>
                <a:gd name="connsiteX17" fmla="*/ 72845 w 144413"/>
                <a:gd name="connsiteY17" fmla="*/ 143640 h 177474"/>
                <a:gd name="connsiteX18" fmla="*/ 66456 w 144413"/>
                <a:gd name="connsiteY18" fmla="*/ 137256 h 177474"/>
                <a:gd name="connsiteX19" fmla="*/ 12141 w 144413"/>
                <a:gd name="connsiteY19" fmla="*/ 116189 h 177474"/>
                <a:gd name="connsiteX20" fmla="*/ 12141 w 144413"/>
                <a:gd name="connsiteY20" fmla="*/ 108528 h 177474"/>
                <a:gd name="connsiteX21" fmla="*/ 65817 w 144413"/>
                <a:gd name="connsiteY21" fmla="*/ 122573 h 177474"/>
                <a:gd name="connsiteX22" fmla="*/ 65817 w 144413"/>
                <a:gd name="connsiteY22" fmla="*/ 122573 h 177474"/>
                <a:gd name="connsiteX23" fmla="*/ 72207 w 144413"/>
                <a:gd name="connsiteY23" fmla="*/ 116189 h 177474"/>
                <a:gd name="connsiteX24" fmla="*/ 65817 w 144413"/>
                <a:gd name="connsiteY24" fmla="*/ 109805 h 177474"/>
                <a:gd name="connsiteX25" fmla="*/ 11502 w 144413"/>
                <a:gd name="connsiteY25" fmla="*/ 88738 h 177474"/>
                <a:gd name="connsiteX26" fmla="*/ 11502 w 144413"/>
                <a:gd name="connsiteY26" fmla="*/ 81077 h 177474"/>
                <a:gd name="connsiteX27" fmla="*/ 72207 w 144413"/>
                <a:gd name="connsiteY27" fmla="*/ 95121 h 177474"/>
                <a:gd name="connsiteX28" fmla="*/ 72207 w 144413"/>
                <a:gd name="connsiteY28" fmla="*/ 12768 h 177474"/>
                <a:gd name="connsiteX29" fmla="*/ 131633 w 144413"/>
                <a:gd name="connsiteY29" fmla="*/ 33835 h 177474"/>
                <a:gd name="connsiteX30" fmla="*/ 72207 w 144413"/>
                <a:gd name="connsiteY30" fmla="*/ 54902 h 177474"/>
                <a:gd name="connsiteX31" fmla="*/ 12780 w 144413"/>
                <a:gd name="connsiteY31" fmla="*/ 33835 h 177474"/>
                <a:gd name="connsiteX32" fmla="*/ 72207 w 144413"/>
                <a:gd name="connsiteY32" fmla="*/ 12768 h 177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44413" h="177474">
                  <a:moveTo>
                    <a:pt x="72207" y="95121"/>
                  </a:moveTo>
                  <a:cubicBezTo>
                    <a:pt x="76040" y="95121"/>
                    <a:pt x="78597" y="92568"/>
                    <a:pt x="78597" y="88738"/>
                  </a:cubicBezTo>
                  <a:cubicBezTo>
                    <a:pt x="78597" y="84907"/>
                    <a:pt x="76040" y="82354"/>
                    <a:pt x="72207" y="82354"/>
                  </a:cubicBezTo>
                  <a:cubicBezTo>
                    <a:pt x="35145" y="82354"/>
                    <a:pt x="12780" y="70224"/>
                    <a:pt x="12780" y="61286"/>
                  </a:cubicBezTo>
                  <a:lnTo>
                    <a:pt x="12780" y="53626"/>
                  </a:lnTo>
                  <a:cubicBezTo>
                    <a:pt x="26838" y="62563"/>
                    <a:pt x="49842" y="67670"/>
                    <a:pt x="72207" y="67670"/>
                  </a:cubicBezTo>
                  <a:cubicBezTo>
                    <a:pt x="107351" y="67670"/>
                    <a:pt x="144413" y="55541"/>
                    <a:pt x="144413" y="33835"/>
                  </a:cubicBezTo>
                  <a:cubicBezTo>
                    <a:pt x="144413" y="12130"/>
                    <a:pt x="107351" y="0"/>
                    <a:pt x="72207" y="0"/>
                  </a:cubicBezTo>
                  <a:cubicBezTo>
                    <a:pt x="37062" y="0"/>
                    <a:pt x="0" y="12130"/>
                    <a:pt x="0" y="33835"/>
                  </a:cubicBezTo>
                  <a:lnTo>
                    <a:pt x="0" y="143640"/>
                  </a:lnTo>
                  <a:cubicBezTo>
                    <a:pt x="0" y="165345"/>
                    <a:pt x="37062" y="177475"/>
                    <a:pt x="72207" y="177475"/>
                  </a:cubicBezTo>
                  <a:cubicBezTo>
                    <a:pt x="76040" y="177475"/>
                    <a:pt x="78597" y="174921"/>
                    <a:pt x="78597" y="171091"/>
                  </a:cubicBezTo>
                  <a:cubicBezTo>
                    <a:pt x="78597" y="167260"/>
                    <a:pt x="76040" y="164707"/>
                    <a:pt x="72207" y="164707"/>
                  </a:cubicBezTo>
                  <a:cubicBezTo>
                    <a:pt x="35784" y="164707"/>
                    <a:pt x="12780" y="152577"/>
                    <a:pt x="12780" y="143640"/>
                  </a:cubicBezTo>
                  <a:lnTo>
                    <a:pt x="12780" y="135979"/>
                  </a:lnTo>
                  <a:cubicBezTo>
                    <a:pt x="24282" y="144278"/>
                    <a:pt x="43452" y="149385"/>
                    <a:pt x="66456" y="150024"/>
                  </a:cubicBezTo>
                  <a:cubicBezTo>
                    <a:pt x="66456" y="150024"/>
                    <a:pt x="66456" y="150024"/>
                    <a:pt x="66456" y="150024"/>
                  </a:cubicBezTo>
                  <a:cubicBezTo>
                    <a:pt x="69650" y="150024"/>
                    <a:pt x="72845" y="147470"/>
                    <a:pt x="72845" y="143640"/>
                  </a:cubicBezTo>
                  <a:cubicBezTo>
                    <a:pt x="72845" y="139809"/>
                    <a:pt x="70289" y="137256"/>
                    <a:pt x="66456" y="137256"/>
                  </a:cubicBezTo>
                  <a:cubicBezTo>
                    <a:pt x="31311" y="135979"/>
                    <a:pt x="12141" y="124488"/>
                    <a:pt x="12141" y="116189"/>
                  </a:cubicBezTo>
                  <a:lnTo>
                    <a:pt x="12141" y="108528"/>
                  </a:lnTo>
                  <a:cubicBezTo>
                    <a:pt x="23643" y="116827"/>
                    <a:pt x="42813" y="121934"/>
                    <a:pt x="65817" y="122573"/>
                  </a:cubicBezTo>
                  <a:cubicBezTo>
                    <a:pt x="65817" y="122573"/>
                    <a:pt x="65817" y="122573"/>
                    <a:pt x="65817" y="122573"/>
                  </a:cubicBezTo>
                  <a:cubicBezTo>
                    <a:pt x="69012" y="122573"/>
                    <a:pt x="72207" y="120019"/>
                    <a:pt x="72207" y="116189"/>
                  </a:cubicBezTo>
                  <a:cubicBezTo>
                    <a:pt x="72207" y="112358"/>
                    <a:pt x="69650" y="109805"/>
                    <a:pt x="65817" y="109805"/>
                  </a:cubicBezTo>
                  <a:cubicBezTo>
                    <a:pt x="30672" y="108528"/>
                    <a:pt x="11502" y="97037"/>
                    <a:pt x="11502" y="88738"/>
                  </a:cubicBezTo>
                  <a:lnTo>
                    <a:pt x="11502" y="81077"/>
                  </a:lnTo>
                  <a:cubicBezTo>
                    <a:pt x="26838" y="90014"/>
                    <a:pt x="49842" y="95121"/>
                    <a:pt x="72207" y="95121"/>
                  </a:cubicBezTo>
                  <a:close/>
                  <a:moveTo>
                    <a:pt x="72207" y="12768"/>
                  </a:moveTo>
                  <a:cubicBezTo>
                    <a:pt x="108629" y="12768"/>
                    <a:pt x="131633" y="25536"/>
                    <a:pt x="131633" y="33835"/>
                  </a:cubicBezTo>
                  <a:cubicBezTo>
                    <a:pt x="131633" y="42773"/>
                    <a:pt x="109269" y="54902"/>
                    <a:pt x="72207" y="54902"/>
                  </a:cubicBezTo>
                  <a:cubicBezTo>
                    <a:pt x="35145" y="54902"/>
                    <a:pt x="12780" y="42773"/>
                    <a:pt x="12780" y="33835"/>
                  </a:cubicBezTo>
                  <a:cubicBezTo>
                    <a:pt x="12780" y="24898"/>
                    <a:pt x="35784" y="12768"/>
                    <a:pt x="72207" y="12768"/>
                  </a:cubicBezTo>
                  <a:close/>
                </a:path>
              </a:pathLst>
            </a:custGeom>
            <a:solidFill>
              <a:srgbClr val="007680"/>
            </a:solidFill>
            <a:ln w="6390" cap="flat">
              <a:noFill/>
              <a:prstDash val="solid"/>
              <a:miter/>
            </a:ln>
          </p:spPr>
          <p:txBody>
            <a:bodyPr rtlCol="0" anchor="ctr"/>
            <a:lstStyle/>
            <a:p>
              <a:endParaRPr lang="en-US"/>
            </a:p>
          </p:txBody>
        </p:sp>
        <p:sp>
          <p:nvSpPr>
            <p:cNvPr id="623" name="Graphic 4">
              <a:extLst>
                <a:ext uri="{FF2B5EF4-FFF2-40B4-BE49-F238E27FC236}">
                  <a16:creationId xmlns:a16="http://schemas.microsoft.com/office/drawing/2014/main" id="{73B516FC-DE2F-3F4A-9448-9D02A06E4438}"/>
                </a:ext>
              </a:extLst>
            </p:cNvPr>
            <p:cNvSpPr/>
            <p:nvPr/>
          </p:nvSpPr>
          <p:spPr>
            <a:xfrm>
              <a:off x="7986143" y="4475972"/>
              <a:ext cx="75400" cy="88737"/>
            </a:xfrm>
            <a:custGeom>
              <a:avLst/>
              <a:gdLst>
                <a:gd name="connsiteX0" fmla="*/ 42173 w 75400"/>
                <a:gd name="connsiteY0" fmla="*/ 12768 h 88737"/>
                <a:gd name="connsiteX1" fmla="*/ 46646 w 75400"/>
                <a:gd name="connsiteY1" fmla="*/ 12768 h 88737"/>
                <a:gd name="connsiteX2" fmla="*/ 62621 w 75400"/>
                <a:gd name="connsiteY2" fmla="*/ 28728 h 88737"/>
                <a:gd name="connsiteX3" fmla="*/ 69011 w 75400"/>
                <a:gd name="connsiteY3" fmla="*/ 35112 h 88737"/>
                <a:gd name="connsiteX4" fmla="*/ 75401 w 75400"/>
                <a:gd name="connsiteY4" fmla="*/ 28728 h 88737"/>
                <a:gd name="connsiteX5" fmla="*/ 46646 w 75400"/>
                <a:gd name="connsiteY5" fmla="*/ 0 h 88737"/>
                <a:gd name="connsiteX6" fmla="*/ 42173 w 75400"/>
                <a:gd name="connsiteY6" fmla="*/ 0 h 88737"/>
                <a:gd name="connsiteX7" fmla="*/ 13419 w 75400"/>
                <a:gd name="connsiteY7" fmla="*/ 28728 h 88737"/>
                <a:gd name="connsiteX8" fmla="*/ 13419 w 75400"/>
                <a:gd name="connsiteY8" fmla="*/ 31282 h 88737"/>
                <a:gd name="connsiteX9" fmla="*/ 6390 w 75400"/>
                <a:gd name="connsiteY9" fmla="*/ 31282 h 88737"/>
                <a:gd name="connsiteX10" fmla="*/ 0 w 75400"/>
                <a:gd name="connsiteY10" fmla="*/ 37666 h 88737"/>
                <a:gd name="connsiteX11" fmla="*/ 6390 w 75400"/>
                <a:gd name="connsiteY11" fmla="*/ 44050 h 88737"/>
                <a:gd name="connsiteX12" fmla="*/ 13419 w 75400"/>
                <a:gd name="connsiteY12" fmla="*/ 44050 h 88737"/>
                <a:gd name="connsiteX13" fmla="*/ 13419 w 75400"/>
                <a:gd name="connsiteY13" fmla="*/ 49157 h 88737"/>
                <a:gd name="connsiteX14" fmla="*/ 6390 w 75400"/>
                <a:gd name="connsiteY14" fmla="*/ 49157 h 88737"/>
                <a:gd name="connsiteX15" fmla="*/ 0 w 75400"/>
                <a:gd name="connsiteY15" fmla="*/ 55541 h 88737"/>
                <a:gd name="connsiteX16" fmla="*/ 6390 w 75400"/>
                <a:gd name="connsiteY16" fmla="*/ 61925 h 88737"/>
                <a:gd name="connsiteX17" fmla="*/ 13419 w 75400"/>
                <a:gd name="connsiteY17" fmla="*/ 61925 h 88737"/>
                <a:gd name="connsiteX18" fmla="*/ 42173 w 75400"/>
                <a:gd name="connsiteY18" fmla="*/ 88738 h 88737"/>
                <a:gd name="connsiteX19" fmla="*/ 46646 w 75400"/>
                <a:gd name="connsiteY19" fmla="*/ 88738 h 88737"/>
                <a:gd name="connsiteX20" fmla="*/ 75401 w 75400"/>
                <a:gd name="connsiteY20" fmla="*/ 60010 h 88737"/>
                <a:gd name="connsiteX21" fmla="*/ 69011 w 75400"/>
                <a:gd name="connsiteY21" fmla="*/ 53626 h 88737"/>
                <a:gd name="connsiteX22" fmla="*/ 62621 w 75400"/>
                <a:gd name="connsiteY22" fmla="*/ 60010 h 88737"/>
                <a:gd name="connsiteX23" fmla="*/ 46646 w 75400"/>
                <a:gd name="connsiteY23" fmla="*/ 75970 h 88737"/>
                <a:gd name="connsiteX24" fmla="*/ 42173 w 75400"/>
                <a:gd name="connsiteY24" fmla="*/ 75970 h 88737"/>
                <a:gd name="connsiteX25" fmla="*/ 26199 w 75400"/>
                <a:gd name="connsiteY25" fmla="*/ 61925 h 88737"/>
                <a:gd name="connsiteX26" fmla="*/ 46646 w 75400"/>
                <a:gd name="connsiteY26" fmla="*/ 61925 h 88737"/>
                <a:gd name="connsiteX27" fmla="*/ 53036 w 75400"/>
                <a:gd name="connsiteY27" fmla="*/ 55541 h 88737"/>
                <a:gd name="connsiteX28" fmla="*/ 46646 w 75400"/>
                <a:gd name="connsiteY28" fmla="*/ 49157 h 88737"/>
                <a:gd name="connsiteX29" fmla="*/ 26199 w 75400"/>
                <a:gd name="connsiteY29" fmla="*/ 49157 h 88737"/>
                <a:gd name="connsiteX30" fmla="*/ 26199 w 75400"/>
                <a:gd name="connsiteY30" fmla="*/ 44050 h 88737"/>
                <a:gd name="connsiteX31" fmla="*/ 46646 w 75400"/>
                <a:gd name="connsiteY31" fmla="*/ 44050 h 88737"/>
                <a:gd name="connsiteX32" fmla="*/ 53036 w 75400"/>
                <a:gd name="connsiteY32" fmla="*/ 37666 h 88737"/>
                <a:gd name="connsiteX33" fmla="*/ 46646 w 75400"/>
                <a:gd name="connsiteY33" fmla="*/ 31282 h 88737"/>
                <a:gd name="connsiteX34" fmla="*/ 26199 w 75400"/>
                <a:gd name="connsiteY34" fmla="*/ 31282 h 88737"/>
                <a:gd name="connsiteX35" fmla="*/ 26199 w 75400"/>
                <a:gd name="connsiteY35" fmla="*/ 28728 h 88737"/>
                <a:gd name="connsiteX36" fmla="*/ 42173 w 75400"/>
                <a:gd name="connsiteY36" fmla="*/ 12768 h 88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5400" h="88737">
                  <a:moveTo>
                    <a:pt x="42173" y="12768"/>
                  </a:moveTo>
                  <a:lnTo>
                    <a:pt x="46646" y="12768"/>
                  </a:lnTo>
                  <a:cubicBezTo>
                    <a:pt x="55592" y="12768"/>
                    <a:pt x="62621" y="19790"/>
                    <a:pt x="62621" y="28728"/>
                  </a:cubicBezTo>
                  <a:cubicBezTo>
                    <a:pt x="62621" y="32558"/>
                    <a:pt x="65177" y="35112"/>
                    <a:pt x="69011" y="35112"/>
                  </a:cubicBezTo>
                  <a:cubicBezTo>
                    <a:pt x="72845" y="35112"/>
                    <a:pt x="75401" y="32558"/>
                    <a:pt x="75401" y="28728"/>
                  </a:cubicBezTo>
                  <a:cubicBezTo>
                    <a:pt x="75401" y="12768"/>
                    <a:pt x="62621" y="0"/>
                    <a:pt x="46646" y="0"/>
                  </a:cubicBezTo>
                  <a:lnTo>
                    <a:pt x="42173" y="0"/>
                  </a:lnTo>
                  <a:cubicBezTo>
                    <a:pt x="26199" y="0"/>
                    <a:pt x="13419" y="12768"/>
                    <a:pt x="13419" y="28728"/>
                  </a:cubicBezTo>
                  <a:lnTo>
                    <a:pt x="13419" y="31282"/>
                  </a:lnTo>
                  <a:lnTo>
                    <a:pt x="6390" y="31282"/>
                  </a:lnTo>
                  <a:cubicBezTo>
                    <a:pt x="2555" y="31282"/>
                    <a:pt x="0" y="33835"/>
                    <a:pt x="0" y="37666"/>
                  </a:cubicBezTo>
                  <a:cubicBezTo>
                    <a:pt x="0" y="41496"/>
                    <a:pt x="2555" y="44050"/>
                    <a:pt x="6390" y="44050"/>
                  </a:cubicBezTo>
                  <a:lnTo>
                    <a:pt x="13419" y="44050"/>
                  </a:lnTo>
                  <a:lnTo>
                    <a:pt x="13419" y="49157"/>
                  </a:lnTo>
                  <a:lnTo>
                    <a:pt x="6390" y="49157"/>
                  </a:lnTo>
                  <a:cubicBezTo>
                    <a:pt x="2555" y="49157"/>
                    <a:pt x="0" y="51710"/>
                    <a:pt x="0" y="55541"/>
                  </a:cubicBezTo>
                  <a:cubicBezTo>
                    <a:pt x="0" y="59371"/>
                    <a:pt x="2555" y="61925"/>
                    <a:pt x="6390" y="61925"/>
                  </a:cubicBezTo>
                  <a:lnTo>
                    <a:pt x="13419" y="61925"/>
                  </a:lnTo>
                  <a:cubicBezTo>
                    <a:pt x="14696" y="76608"/>
                    <a:pt x="26837" y="88738"/>
                    <a:pt x="42173" y="88738"/>
                  </a:cubicBezTo>
                  <a:lnTo>
                    <a:pt x="46646" y="88738"/>
                  </a:lnTo>
                  <a:cubicBezTo>
                    <a:pt x="62621" y="88738"/>
                    <a:pt x="75401" y="75970"/>
                    <a:pt x="75401" y="60010"/>
                  </a:cubicBezTo>
                  <a:cubicBezTo>
                    <a:pt x="75401" y="56179"/>
                    <a:pt x="72845" y="53626"/>
                    <a:pt x="69011" y="53626"/>
                  </a:cubicBezTo>
                  <a:cubicBezTo>
                    <a:pt x="65177" y="53626"/>
                    <a:pt x="62621" y="56179"/>
                    <a:pt x="62621" y="60010"/>
                  </a:cubicBezTo>
                  <a:cubicBezTo>
                    <a:pt x="62621" y="68947"/>
                    <a:pt x="55592" y="75970"/>
                    <a:pt x="46646" y="75970"/>
                  </a:cubicBezTo>
                  <a:lnTo>
                    <a:pt x="42173" y="75970"/>
                  </a:lnTo>
                  <a:cubicBezTo>
                    <a:pt x="33866" y="75970"/>
                    <a:pt x="27476" y="69586"/>
                    <a:pt x="26199" y="61925"/>
                  </a:cubicBezTo>
                  <a:lnTo>
                    <a:pt x="46646" y="61925"/>
                  </a:lnTo>
                  <a:cubicBezTo>
                    <a:pt x="50480" y="61925"/>
                    <a:pt x="53036" y="59371"/>
                    <a:pt x="53036" y="55541"/>
                  </a:cubicBezTo>
                  <a:cubicBezTo>
                    <a:pt x="53036" y="51710"/>
                    <a:pt x="50480" y="49157"/>
                    <a:pt x="46646" y="49157"/>
                  </a:cubicBezTo>
                  <a:lnTo>
                    <a:pt x="26199" y="49157"/>
                  </a:lnTo>
                  <a:lnTo>
                    <a:pt x="26199" y="44050"/>
                  </a:lnTo>
                  <a:lnTo>
                    <a:pt x="46646" y="44050"/>
                  </a:lnTo>
                  <a:cubicBezTo>
                    <a:pt x="50480" y="44050"/>
                    <a:pt x="53036" y="41496"/>
                    <a:pt x="53036" y="37666"/>
                  </a:cubicBezTo>
                  <a:cubicBezTo>
                    <a:pt x="53036" y="33835"/>
                    <a:pt x="50480" y="31282"/>
                    <a:pt x="46646" y="31282"/>
                  </a:cubicBezTo>
                  <a:lnTo>
                    <a:pt x="26199" y="31282"/>
                  </a:lnTo>
                  <a:lnTo>
                    <a:pt x="26199" y="28728"/>
                  </a:lnTo>
                  <a:cubicBezTo>
                    <a:pt x="26199" y="19790"/>
                    <a:pt x="33227" y="12768"/>
                    <a:pt x="42173" y="12768"/>
                  </a:cubicBezTo>
                  <a:close/>
                </a:path>
              </a:pathLst>
            </a:custGeom>
            <a:solidFill>
              <a:srgbClr val="007680"/>
            </a:solidFill>
            <a:ln w="6390" cap="flat">
              <a:noFill/>
              <a:prstDash val="solid"/>
              <a:miter/>
            </a:ln>
          </p:spPr>
          <p:txBody>
            <a:bodyPr rtlCol="0" anchor="ctr"/>
            <a:lstStyle/>
            <a:p>
              <a:endParaRPr lang="en-US"/>
            </a:p>
          </p:txBody>
        </p:sp>
      </p:grpSp>
      <p:grpSp>
        <p:nvGrpSpPr>
          <p:cNvPr id="624" name="Graphic 4">
            <a:extLst>
              <a:ext uri="{FF2B5EF4-FFF2-40B4-BE49-F238E27FC236}">
                <a16:creationId xmlns:a16="http://schemas.microsoft.com/office/drawing/2014/main" id="{0FA4A6AF-A628-9F48-8217-4F9A92CBBDC2}"/>
              </a:ext>
            </a:extLst>
          </p:cNvPr>
          <p:cNvGrpSpPr/>
          <p:nvPr/>
        </p:nvGrpSpPr>
        <p:grpSpPr>
          <a:xfrm>
            <a:off x="10324860" y="2855717"/>
            <a:ext cx="361674" cy="361333"/>
            <a:chOff x="10324860" y="2855717"/>
            <a:chExt cx="361674" cy="361333"/>
          </a:xfrm>
          <a:solidFill>
            <a:srgbClr val="007680"/>
          </a:solidFill>
        </p:grpSpPr>
        <p:sp>
          <p:nvSpPr>
            <p:cNvPr id="625" name="Graphic 4">
              <a:extLst>
                <a:ext uri="{FF2B5EF4-FFF2-40B4-BE49-F238E27FC236}">
                  <a16:creationId xmlns:a16="http://schemas.microsoft.com/office/drawing/2014/main" id="{E82C4079-76E7-5340-9470-2662B033FAB4}"/>
                </a:ext>
              </a:extLst>
            </p:cNvPr>
            <p:cNvSpPr/>
            <p:nvPr/>
          </p:nvSpPr>
          <p:spPr>
            <a:xfrm>
              <a:off x="10407290" y="3008933"/>
              <a:ext cx="23643" cy="23620"/>
            </a:xfrm>
            <a:custGeom>
              <a:avLst/>
              <a:gdLst>
                <a:gd name="connsiteX0" fmla="*/ 23643 w 23643"/>
                <a:gd name="connsiteY0" fmla="*/ 0 h 23620"/>
                <a:gd name="connsiteX1" fmla="*/ 0 w 23643"/>
                <a:gd name="connsiteY1" fmla="*/ 0 h 23620"/>
                <a:gd name="connsiteX2" fmla="*/ 0 w 23643"/>
                <a:gd name="connsiteY2" fmla="*/ 23621 h 23620"/>
                <a:gd name="connsiteX3" fmla="*/ 23643 w 23643"/>
                <a:gd name="connsiteY3" fmla="*/ 0 h 23620"/>
              </a:gdLst>
              <a:ahLst/>
              <a:cxnLst>
                <a:cxn ang="0">
                  <a:pos x="connsiteX0" y="connsiteY0"/>
                </a:cxn>
                <a:cxn ang="0">
                  <a:pos x="connsiteX1" y="connsiteY1"/>
                </a:cxn>
                <a:cxn ang="0">
                  <a:pos x="connsiteX2" y="connsiteY2"/>
                </a:cxn>
                <a:cxn ang="0">
                  <a:pos x="connsiteX3" y="connsiteY3"/>
                </a:cxn>
              </a:cxnLst>
              <a:rect l="l" t="t" r="r" b="b"/>
              <a:pathLst>
                <a:path w="23643" h="23620">
                  <a:moveTo>
                    <a:pt x="23643" y="0"/>
                  </a:moveTo>
                  <a:lnTo>
                    <a:pt x="0" y="0"/>
                  </a:lnTo>
                  <a:lnTo>
                    <a:pt x="0" y="23621"/>
                  </a:lnTo>
                  <a:cubicBezTo>
                    <a:pt x="11502" y="21067"/>
                    <a:pt x="21087" y="12130"/>
                    <a:pt x="23643" y="0"/>
                  </a:cubicBezTo>
                  <a:close/>
                </a:path>
              </a:pathLst>
            </a:custGeom>
            <a:solidFill>
              <a:srgbClr val="007680"/>
            </a:solidFill>
            <a:ln w="6390" cap="flat">
              <a:noFill/>
              <a:prstDash val="solid"/>
              <a:miter/>
            </a:ln>
          </p:spPr>
          <p:txBody>
            <a:bodyPr rtlCol="0" anchor="ctr"/>
            <a:lstStyle/>
            <a:p>
              <a:endParaRPr lang="en-US"/>
            </a:p>
          </p:txBody>
        </p:sp>
        <p:sp>
          <p:nvSpPr>
            <p:cNvPr id="626" name="Graphic 4">
              <a:extLst>
                <a:ext uri="{FF2B5EF4-FFF2-40B4-BE49-F238E27FC236}">
                  <a16:creationId xmlns:a16="http://schemas.microsoft.com/office/drawing/2014/main" id="{9818BE8A-27E5-1A48-A49B-F6B84A701799}"/>
                </a:ext>
              </a:extLst>
            </p:cNvPr>
            <p:cNvSpPr/>
            <p:nvPr/>
          </p:nvSpPr>
          <p:spPr>
            <a:xfrm>
              <a:off x="10550425" y="3009571"/>
              <a:ext cx="23003" cy="22982"/>
            </a:xfrm>
            <a:custGeom>
              <a:avLst/>
              <a:gdLst>
                <a:gd name="connsiteX0" fmla="*/ 23004 w 23003"/>
                <a:gd name="connsiteY0" fmla="*/ 22982 h 22982"/>
                <a:gd name="connsiteX1" fmla="*/ 23004 w 23003"/>
                <a:gd name="connsiteY1" fmla="*/ 0 h 22982"/>
                <a:gd name="connsiteX2" fmla="*/ 0 w 23003"/>
                <a:gd name="connsiteY2" fmla="*/ 0 h 22982"/>
                <a:gd name="connsiteX3" fmla="*/ 23004 w 23003"/>
                <a:gd name="connsiteY3" fmla="*/ 22982 h 22982"/>
              </a:gdLst>
              <a:ahLst/>
              <a:cxnLst>
                <a:cxn ang="0">
                  <a:pos x="connsiteX0" y="connsiteY0"/>
                </a:cxn>
                <a:cxn ang="0">
                  <a:pos x="connsiteX1" y="connsiteY1"/>
                </a:cxn>
                <a:cxn ang="0">
                  <a:pos x="connsiteX2" y="connsiteY2"/>
                </a:cxn>
                <a:cxn ang="0">
                  <a:pos x="connsiteX3" y="connsiteY3"/>
                </a:cxn>
              </a:cxnLst>
              <a:rect l="l" t="t" r="r" b="b"/>
              <a:pathLst>
                <a:path w="23003" h="22982">
                  <a:moveTo>
                    <a:pt x="23004" y="22982"/>
                  </a:moveTo>
                  <a:lnTo>
                    <a:pt x="23004" y="0"/>
                  </a:lnTo>
                  <a:lnTo>
                    <a:pt x="0" y="0"/>
                  </a:lnTo>
                  <a:cubicBezTo>
                    <a:pt x="2556" y="11491"/>
                    <a:pt x="11502" y="20429"/>
                    <a:pt x="23004" y="22982"/>
                  </a:cubicBezTo>
                  <a:close/>
                </a:path>
              </a:pathLst>
            </a:custGeom>
            <a:solidFill>
              <a:srgbClr val="007680"/>
            </a:solidFill>
            <a:ln w="6390" cap="flat">
              <a:noFill/>
              <a:prstDash val="solid"/>
              <a:miter/>
            </a:ln>
          </p:spPr>
          <p:txBody>
            <a:bodyPr rtlCol="0" anchor="ctr"/>
            <a:lstStyle/>
            <a:p>
              <a:endParaRPr lang="en-US"/>
            </a:p>
          </p:txBody>
        </p:sp>
        <p:sp>
          <p:nvSpPr>
            <p:cNvPr id="627" name="Graphic 4">
              <a:extLst>
                <a:ext uri="{FF2B5EF4-FFF2-40B4-BE49-F238E27FC236}">
                  <a16:creationId xmlns:a16="http://schemas.microsoft.com/office/drawing/2014/main" id="{A34C1337-BF79-F749-BFC8-0181438AB175}"/>
                </a:ext>
              </a:extLst>
            </p:cNvPr>
            <p:cNvSpPr/>
            <p:nvPr/>
          </p:nvSpPr>
          <p:spPr>
            <a:xfrm>
              <a:off x="10406651" y="3008933"/>
              <a:ext cx="166777" cy="86183"/>
            </a:xfrm>
            <a:custGeom>
              <a:avLst/>
              <a:gdLst>
                <a:gd name="connsiteX0" fmla="*/ 0 w 166777"/>
                <a:gd name="connsiteY0" fmla="*/ 36389 h 86183"/>
                <a:gd name="connsiteX1" fmla="*/ 0 w 166777"/>
                <a:gd name="connsiteY1" fmla="*/ 49795 h 86183"/>
                <a:gd name="connsiteX2" fmla="*/ 36423 w 166777"/>
                <a:gd name="connsiteY2" fmla="*/ 86184 h 86183"/>
                <a:gd name="connsiteX3" fmla="*/ 129716 w 166777"/>
                <a:gd name="connsiteY3" fmla="*/ 86184 h 86183"/>
                <a:gd name="connsiteX4" fmla="*/ 166777 w 166777"/>
                <a:gd name="connsiteY4" fmla="*/ 49795 h 86183"/>
                <a:gd name="connsiteX5" fmla="*/ 166777 w 166777"/>
                <a:gd name="connsiteY5" fmla="*/ 36389 h 86183"/>
                <a:gd name="connsiteX6" fmla="*/ 130355 w 166777"/>
                <a:gd name="connsiteY6" fmla="*/ 0 h 86183"/>
                <a:gd name="connsiteX7" fmla="*/ 36423 w 166777"/>
                <a:gd name="connsiteY7" fmla="*/ 0 h 86183"/>
                <a:gd name="connsiteX8" fmla="*/ 0 w 166777"/>
                <a:gd name="connsiteY8" fmla="*/ 36389 h 86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777" h="86183">
                  <a:moveTo>
                    <a:pt x="0" y="36389"/>
                  </a:moveTo>
                  <a:lnTo>
                    <a:pt x="0" y="49795"/>
                  </a:lnTo>
                  <a:cubicBezTo>
                    <a:pt x="18531" y="52349"/>
                    <a:pt x="33228" y="67032"/>
                    <a:pt x="36423" y="86184"/>
                  </a:cubicBezTo>
                  <a:lnTo>
                    <a:pt x="129716" y="86184"/>
                  </a:lnTo>
                  <a:cubicBezTo>
                    <a:pt x="132272" y="67032"/>
                    <a:pt x="147607" y="52349"/>
                    <a:pt x="166777" y="49795"/>
                  </a:cubicBezTo>
                  <a:lnTo>
                    <a:pt x="166777" y="36389"/>
                  </a:lnTo>
                  <a:cubicBezTo>
                    <a:pt x="148247" y="33835"/>
                    <a:pt x="133550" y="19152"/>
                    <a:pt x="130355" y="0"/>
                  </a:cubicBezTo>
                  <a:lnTo>
                    <a:pt x="36423" y="0"/>
                  </a:lnTo>
                  <a:cubicBezTo>
                    <a:pt x="34506" y="19152"/>
                    <a:pt x="19170" y="33835"/>
                    <a:pt x="0" y="36389"/>
                  </a:cubicBezTo>
                  <a:close/>
                </a:path>
              </a:pathLst>
            </a:custGeom>
            <a:solidFill>
              <a:srgbClr val="007680"/>
            </a:solidFill>
            <a:ln w="6390" cap="flat">
              <a:noFill/>
              <a:prstDash val="solid"/>
              <a:miter/>
            </a:ln>
          </p:spPr>
          <p:txBody>
            <a:bodyPr rtlCol="0" anchor="ctr"/>
            <a:lstStyle/>
            <a:p>
              <a:endParaRPr lang="en-US"/>
            </a:p>
          </p:txBody>
        </p:sp>
        <p:sp>
          <p:nvSpPr>
            <p:cNvPr id="628" name="Graphic 4">
              <a:extLst>
                <a:ext uri="{FF2B5EF4-FFF2-40B4-BE49-F238E27FC236}">
                  <a16:creationId xmlns:a16="http://schemas.microsoft.com/office/drawing/2014/main" id="{38203B78-8B0C-794A-8399-8B8A0D86E09F}"/>
                </a:ext>
              </a:extLst>
            </p:cNvPr>
            <p:cNvSpPr/>
            <p:nvPr/>
          </p:nvSpPr>
          <p:spPr>
            <a:xfrm>
              <a:off x="10406651" y="3072134"/>
              <a:ext cx="23003" cy="22982"/>
            </a:xfrm>
            <a:custGeom>
              <a:avLst/>
              <a:gdLst>
                <a:gd name="connsiteX0" fmla="*/ 0 w 23003"/>
                <a:gd name="connsiteY0" fmla="*/ 0 h 22982"/>
                <a:gd name="connsiteX1" fmla="*/ 0 w 23003"/>
                <a:gd name="connsiteY1" fmla="*/ 22982 h 22982"/>
                <a:gd name="connsiteX2" fmla="*/ 23004 w 23003"/>
                <a:gd name="connsiteY2" fmla="*/ 22982 h 22982"/>
                <a:gd name="connsiteX3" fmla="*/ 0 w 23003"/>
                <a:gd name="connsiteY3" fmla="*/ 0 h 22982"/>
              </a:gdLst>
              <a:ahLst/>
              <a:cxnLst>
                <a:cxn ang="0">
                  <a:pos x="connsiteX0" y="connsiteY0"/>
                </a:cxn>
                <a:cxn ang="0">
                  <a:pos x="connsiteX1" y="connsiteY1"/>
                </a:cxn>
                <a:cxn ang="0">
                  <a:pos x="connsiteX2" y="connsiteY2"/>
                </a:cxn>
                <a:cxn ang="0">
                  <a:pos x="connsiteX3" y="connsiteY3"/>
                </a:cxn>
              </a:cxnLst>
              <a:rect l="l" t="t" r="r" b="b"/>
              <a:pathLst>
                <a:path w="23003" h="22982">
                  <a:moveTo>
                    <a:pt x="0" y="0"/>
                  </a:moveTo>
                  <a:lnTo>
                    <a:pt x="0" y="22982"/>
                  </a:lnTo>
                  <a:lnTo>
                    <a:pt x="23004" y="22982"/>
                  </a:lnTo>
                  <a:cubicBezTo>
                    <a:pt x="21087" y="11491"/>
                    <a:pt x="12141" y="1915"/>
                    <a:pt x="0" y="0"/>
                  </a:cubicBezTo>
                  <a:close/>
                </a:path>
              </a:pathLst>
            </a:custGeom>
            <a:solidFill>
              <a:srgbClr val="007680"/>
            </a:solidFill>
            <a:ln w="6390" cap="flat">
              <a:noFill/>
              <a:prstDash val="solid"/>
              <a:miter/>
            </a:ln>
          </p:spPr>
          <p:txBody>
            <a:bodyPr rtlCol="0" anchor="ctr"/>
            <a:lstStyle/>
            <a:p>
              <a:endParaRPr lang="en-US"/>
            </a:p>
          </p:txBody>
        </p:sp>
        <p:sp>
          <p:nvSpPr>
            <p:cNvPr id="629" name="Graphic 4">
              <a:extLst>
                <a:ext uri="{FF2B5EF4-FFF2-40B4-BE49-F238E27FC236}">
                  <a16:creationId xmlns:a16="http://schemas.microsoft.com/office/drawing/2014/main" id="{51967F63-6A2D-3842-8063-C8E1FE7CA757}"/>
                </a:ext>
              </a:extLst>
            </p:cNvPr>
            <p:cNvSpPr/>
            <p:nvPr/>
          </p:nvSpPr>
          <p:spPr>
            <a:xfrm>
              <a:off x="10549786" y="3071496"/>
              <a:ext cx="23642" cy="23620"/>
            </a:xfrm>
            <a:custGeom>
              <a:avLst/>
              <a:gdLst>
                <a:gd name="connsiteX0" fmla="*/ 0 w 23642"/>
                <a:gd name="connsiteY0" fmla="*/ 23621 h 23620"/>
                <a:gd name="connsiteX1" fmla="*/ 23642 w 23642"/>
                <a:gd name="connsiteY1" fmla="*/ 23621 h 23620"/>
                <a:gd name="connsiteX2" fmla="*/ 23642 w 23642"/>
                <a:gd name="connsiteY2" fmla="*/ 0 h 23620"/>
                <a:gd name="connsiteX3" fmla="*/ 0 w 23642"/>
                <a:gd name="connsiteY3" fmla="*/ 23621 h 23620"/>
              </a:gdLst>
              <a:ahLst/>
              <a:cxnLst>
                <a:cxn ang="0">
                  <a:pos x="connsiteX0" y="connsiteY0"/>
                </a:cxn>
                <a:cxn ang="0">
                  <a:pos x="connsiteX1" y="connsiteY1"/>
                </a:cxn>
                <a:cxn ang="0">
                  <a:pos x="connsiteX2" y="connsiteY2"/>
                </a:cxn>
                <a:cxn ang="0">
                  <a:pos x="connsiteX3" y="connsiteY3"/>
                </a:cxn>
              </a:cxnLst>
              <a:rect l="l" t="t" r="r" b="b"/>
              <a:pathLst>
                <a:path w="23642" h="23620">
                  <a:moveTo>
                    <a:pt x="0" y="23621"/>
                  </a:moveTo>
                  <a:lnTo>
                    <a:pt x="23642" y="23621"/>
                  </a:lnTo>
                  <a:lnTo>
                    <a:pt x="23642" y="0"/>
                  </a:lnTo>
                  <a:cubicBezTo>
                    <a:pt x="12141" y="2554"/>
                    <a:pt x="2556" y="11491"/>
                    <a:pt x="0" y="23621"/>
                  </a:cubicBezTo>
                  <a:close/>
                </a:path>
              </a:pathLst>
            </a:custGeom>
            <a:solidFill>
              <a:srgbClr val="007680"/>
            </a:solidFill>
            <a:ln w="6390" cap="flat">
              <a:noFill/>
              <a:prstDash val="solid"/>
              <a:miter/>
            </a:ln>
          </p:spPr>
          <p:txBody>
            <a:bodyPr rtlCol="0" anchor="ctr"/>
            <a:lstStyle/>
            <a:p>
              <a:endParaRPr lang="en-US"/>
            </a:p>
          </p:txBody>
        </p:sp>
        <p:sp>
          <p:nvSpPr>
            <p:cNvPr id="630" name="Graphic 4">
              <a:extLst>
                <a:ext uri="{FF2B5EF4-FFF2-40B4-BE49-F238E27FC236}">
                  <a16:creationId xmlns:a16="http://schemas.microsoft.com/office/drawing/2014/main" id="{6B67F432-72A7-A74D-BF64-5590C08C0BF5}"/>
                </a:ext>
              </a:extLst>
            </p:cNvPr>
            <p:cNvSpPr/>
            <p:nvPr/>
          </p:nvSpPr>
          <p:spPr>
            <a:xfrm>
              <a:off x="10438601" y="2977013"/>
              <a:ext cx="166777" cy="86183"/>
            </a:xfrm>
            <a:custGeom>
              <a:avLst/>
              <a:gdLst>
                <a:gd name="connsiteX0" fmla="*/ 0 w 166777"/>
                <a:gd name="connsiteY0" fmla="*/ 19152 h 86183"/>
                <a:gd name="connsiteX1" fmla="*/ 141857 w 166777"/>
                <a:gd name="connsiteY1" fmla="*/ 19152 h 86183"/>
                <a:gd name="connsiteX2" fmla="*/ 148247 w 166777"/>
                <a:gd name="connsiteY2" fmla="*/ 25536 h 86183"/>
                <a:gd name="connsiteX3" fmla="*/ 148247 w 166777"/>
                <a:gd name="connsiteY3" fmla="*/ 86184 h 86183"/>
                <a:gd name="connsiteX4" fmla="*/ 166777 w 166777"/>
                <a:gd name="connsiteY4" fmla="*/ 86184 h 86183"/>
                <a:gd name="connsiteX5" fmla="*/ 166777 w 166777"/>
                <a:gd name="connsiteY5" fmla="*/ 0 h 86183"/>
                <a:gd name="connsiteX6" fmla="*/ 0 w 166777"/>
                <a:gd name="connsiteY6" fmla="*/ 0 h 86183"/>
                <a:gd name="connsiteX7" fmla="*/ 0 w 166777"/>
                <a:gd name="connsiteY7" fmla="*/ 19152 h 86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6777" h="86183">
                  <a:moveTo>
                    <a:pt x="0" y="19152"/>
                  </a:moveTo>
                  <a:lnTo>
                    <a:pt x="141857" y="19152"/>
                  </a:lnTo>
                  <a:cubicBezTo>
                    <a:pt x="145691" y="19152"/>
                    <a:pt x="148247" y="21706"/>
                    <a:pt x="148247" y="25536"/>
                  </a:cubicBezTo>
                  <a:lnTo>
                    <a:pt x="148247" y="86184"/>
                  </a:lnTo>
                  <a:lnTo>
                    <a:pt x="166777" y="86184"/>
                  </a:lnTo>
                  <a:lnTo>
                    <a:pt x="166777" y="0"/>
                  </a:lnTo>
                  <a:lnTo>
                    <a:pt x="0" y="0"/>
                  </a:lnTo>
                  <a:lnTo>
                    <a:pt x="0" y="19152"/>
                  </a:lnTo>
                  <a:close/>
                </a:path>
              </a:pathLst>
            </a:custGeom>
            <a:solidFill>
              <a:srgbClr val="007680"/>
            </a:solidFill>
            <a:ln w="6390" cap="flat">
              <a:noFill/>
              <a:prstDash val="solid"/>
              <a:miter/>
            </a:ln>
          </p:spPr>
          <p:txBody>
            <a:bodyPr rtlCol="0" anchor="ctr"/>
            <a:lstStyle/>
            <a:p>
              <a:endParaRPr lang="en-US"/>
            </a:p>
          </p:txBody>
        </p:sp>
        <p:sp>
          <p:nvSpPr>
            <p:cNvPr id="631" name="Graphic 4">
              <a:extLst>
                <a:ext uri="{FF2B5EF4-FFF2-40B4-BE49-F238E27FC236}">
                  <a16:creationId xmlns:a16="http://schemas.microsoft.com/office/drawing/2014/main" id="{81E060B1-2205-B044-A209-1E782E5CB140}"/>
                </a:ext>
              </a:extLst>
            </p:cNvPr>
            <p:cNvSpPr/>
            <p:nvPr/>
          </p:nvSpPr>
          <p:spPr>
            <a:xfrm>
              <a:off x="10324860" y="2855717"/>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93298 w 361674"/>
                <a:gd name="connsiteY5" fmla="*/ 214502 h 361333"/>
                <a:gd name="connsiteX6" fmla="*/ 286908 w 361674"/>
                <a:gd name="connsiteY6" fmla="*/ 220886 h 361333"/>
                <a:gd name="connsiteX7" fmla="*/ 261987 w 361674"/>
                <a:gd name="connsiteY7" fmla="*/ 220886 h 361333"/>
                <a:gd name="connsiteX8" fmla="*/ 261987 w 361674"/>
                <a:gd name="connsiteY8" fmla="*/ 245783 h 361333"/>
                <a:gd name="connsiteX9" fmla="*/ 255597 w 361674"/>
                <a:gd name="connsiteY9" fmla="*/ 252167 h 361333"/>
                <a:gd name="connsiteX10" fmla="*/ 76040 w 361674"/>
                <a:gd name="connsiteY10" fmla="*/ 252167 h 361333"/>
                <a:gd name="connsiteX11" fmla="*/ 69650 w 361674"/>
                <a:gd name="connsiteY11" fmla="*/ 245783 h 361333"/>
                <a:gd name="connsiteX12" fmla="*/ 69650 w 361674"/>
                <a:gd name="connsiteY12" fmla="*/ 146832 h 361333"/>
                <a:gd name="connsiteX13" fmla="*/ 76040 w 361674"/>
                <a:gd name="connsiteY13" fmla="*/ 140448 h 361333"/>
                <a:gd name="connsiteX14" fmla="*/ 100961 w 361674"/>
                <a:gd name="connsiteY14" fmla="*/ 140448 h 361333"/>
                <a:gd name="connsiteX15" fmla="*/ 100961 w 361674"/>
                <a:gd name="connsiteY15" fmla="*/ 115550 h 361333"/>
                <a:gd name="connsiteX16" fmla="*/ 107350 w 361674"/>
                <a:gd name="connsiteY16" fmla="*/ 109166 h 361333"/>
                <a:gd name="connsiteX17" fmla="*/ 286908 w 361674"/>
                <a:gd name="connsiteY17" fmla="*/ 109166 h 361333"/>
                <a:gd name="connsiteX18" fmla="*/ 293298 w 361674"/>
                <a:gd name="connsiteY18" fmla="*/ 115550 h 361333"/>
                <a:gd name="connsiteX19" fmla="*/ 293298 w 361674"/>
                <a:gd name="connsiteY19" fmla="*/ 21450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674"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2309" y="80438"/>
                    <a:pt x="281157" y="0"/>
                    <a:pt x="180835" y="0"/>
                  </a:cubicBezTo>
                  <a:close/>
                  <a:moveTo>
                    <a:pt x="293298" y="214502"/>
                  </a:moveTo>
                  <a:cubicBezTo>
                    <a:pt x="293298" y="218332"/>
                    <a:pt x="290742" y="220886"/>
                    <a:pt x="286908" y="220886"/>
                  </a:cubicBezTo>
                  <a:lnTo>
                    <a:pt x="261987" y="220886"/>
                  </a:lnTo>
                  <a:lnTo>
                    <a:pt x="261987" y="245783"/>
                  </a:lnTo>
                  <a:cubicBezTo>
                    <a:pt x="261987" y="249614"/>
                    <a:pt x="259431" y="252167"/>
                    <a:pt x="255597" y="252167"/>
                  </a:cubicBezTo>
                  <a:lnTo>
                    <a:pt x="76040" y="252167"/>
                  </a:lnTo>
                  <a:cubicBezTo>
                    <a:pt x="72206" y="252167"/>
                    <a:pt x="69650" y="249614"/>
                    <a:pt x="69650" y="245783"/>
                  </a:cubicBezTo>
                  <a:lnTo>
                    <a:pt x="69650" y="146832"/>
                  </a:lnTo>
                  <a:cubicBezTo>
                    <a:pt x="69650" y="143001"/>
                    <a:pt x="72206" y="140448"/>
                    <a:pt x="76040" y="140448"/>
                  </a:cubicBezTo>
                  <a:lnTo>
                    <a:pt x="100961" y="140448"/>
                  </a:lnTo>
                  <a:lnTo>
                    <a:pt x="100961" y="115550"/>
                  </a:lnTo>
                  <a:cubicBezTo>
                    <a:pt x="100961" y="111720"/>
                    <a:pt x="103517" y="109166"/>
                    <a:pt x="107350" y="109166"/>
                  </a:cubicBezTo>
                  <a:lnTo>
                    <a:pt x="286908" y="109166"/>
                  </a:lnTo>
                  <a:cubicBezTo>
                    <a:pt x="290742" y="109166"/>
                    <a:pt x="293298" y="111720"/>
                    <a:pt x="293298" y="115550"/>
                  </a:cubicBezTo>
                  <a:lnTo>
                    <a:pt x="293298" y="214502"/>
                  </a:lnTo>
                  <a:close/>
                </a:path>
              </a:pathLst>
            </a:custGeom>
            <a:solidFill>
              <a:srgbClr val="007680"/>
            </a:solidFill>
            <a:ln w="6390" cap="flat">
              <a:noFill/>
              <a:prstDash val="solid"/>
              <a:miter/>
            </a:ln>
          </p:spPr>
          <p:txBody>
            <a:bodyPr rtlCol="0" anchor="ctr"/>
            <a:lstStyle/>
            <a:p>
              <a:endParaRPr lang="en-US"/>
            </a:p>
          </p:txBody>
        </p:sp>
      </p:grpSp>
      <p:grpSp>
        <p:nvGrpSpPr>
          <p:cNvPr id="632" name="Graphic 4">
            <a:extLst>
              <a:ext uri="{FF2B5EF4-FFF2-40B4-BE49-F238E27FC236}">
                <a16:creationId xmlns:a16="http://schemas.microsoft.com/office/drawing/2014/main" id="{48A0BFBD-3839-CA46-9C74-18FC1FCD5026}"/>
              </a:ext>
            </a:extLst>
          </p:cNvPr>
          <p:cNvGrpSpPr/>
          <p:nvPr/>
        </p:nvGrpSpPr>
        <p:grpSpPr>
          <a:xfrm>
            <a:off x="9279466" y="4308712"/>
            <a:ext cx="361671" cy="361333"/>
            <a:chOff x="9279466" y="4308712"/>
            <a:chExt cx="361671" cy="361333"/>
          </a:xfrm>
          <a:solidFill>
            <a:srgbClr val="007680"/>
          </a:solidFill>
        </p:grpSpPr>
        <p:sp>
          <p:nvSpPr>
            <p:cNvPr id="633" name="Graphic 4">
              <a:extLst>
                <a:ext uri="{FF2B5EF4-FFF2-40B4-BE49-F238E27FC236}">
                  <a16:creationId xmlns:a16="http://schemas.microsoft.com/office/drawing/2014/main" id="{FA6D259D-184A-494C-944D-B01397E706D3}"/>
                </a:ext>
              </a:extLst>
            </p:cNvPr>
            <p:cNvSpPr/>
            <p:nvPr/>
          </p:nvSpPr>
          <p:spPr>
            <a:xfrm>
              <a:off x="9503114" y="4540450"/>
              <a:ext cx="16613" cy="16598"/>
            </a:xfrm>
            <a:custGeom>
              <a:avLst/>
              <a:gdLst>
                <a:gd name="connsiteX0" fmla="*/ 0 w 16613"/>
                <a:gd name="connsiteY0" fmla="*/ 0 h 16598"/>
                <a:gd name="connsiteX1" fmla="*/ 16613 w 16613"/>
                <a:gd name="connsiteY1" fmla="*/ 0 h 16598"/>
                <a:gd name="connsiteX2" fmla="*/ 16613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3" y="0"/>
                  </a:lnTo>
                  <a:lnTo>
                    <a:pt x="16613"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34" name="Graphic 4">
              <a:extLst>
                <a:ext uri="{FF2B5EF4-FFF2-40B4-BE49-F238E27FC236}">
                  <a16:creationId xmlns:a16="http://schemas.microsoft.com/office/drawing/2014/main" id="{57EAE9F9-C9B7-C946-87DD-6B50B6A11B8B}"/>
                </a:ext>
              </a:extLst>
            </p:cNvPr>
            <p:cNvSpPr/>
            <p:nvPr/>
          </p:nvSpPr>
          <p:spPr>
            <a:xfrm>
              <a:off x="9487778" y="4570455"/>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35" name="Graphic 4">
              <a:extLst>
                <a:ext uri="{FF2B5EF4-FFF2-40B4-BE49-F238E27FC236}">
                  <a16:creationId xmlns:a16="http://schemas.microsoft.com/office/drawing/2014/main" id="{F8CD6D29-0C0F-194E-84D4-6E154FA3ABA3}"/>
                </a:ext>
              </a:extLst>
            </p:cNvPr>
            <p:cNvSpPr/>
            <p:nvPr/>
          </p:nvSpPr>
          <p:spPr>
            <a:xfrm>
              <a:off x="9473720" y="4540450"/>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36" name="Graphic 4">
              <a:extLst>
                <a:ext uri="{FF2B5EF4-FFF2-40B4-BE49-F238E27FC236}">
                  <a16:creationId xmlns:a16="http://schemas.microsoft.com/office/drawing/2014/main" id="{FA696838-D00F-E546-B20E-7ED20B17EBFE}"/>
                </a:ext>
              </a:extLst>
            </p:cNvPr>
            <p:cNvSpPr/>
            <p:nvPr/>
          </p:nvSpPr>
          <p:spPr>
            <a:xfrm>
              <a:off x="9414933" y="4540450"/>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37" name="Graphic 4">
              <a:extLst>
                <a:ext uri="{FF2B5EF4-FFF2-40B4-BE49-F238E27FC236}">
                  <a16:creationId xmlns:a16="http://schemas.microsoft.com/office/drawing/2014/main" id="{E3145628-D6DD-D840-8BB1-ED2AA21D6F3A}"/>
                </a:ext>
              </a:extLst>
            </p:cNvPr>
            <p:cNvSpPr/>
            <p:nvPr/>
          </p:nvSpPr>
          <p:spPr>
            <a:xfrm>
              <a:off x="9458384" y="4570455"/>
              <a:ext cx="16613" cy="16598"/>
            </a:xfrm>
            <a:custGeom>
              <a:avLst/>
              <a:gdLst>
                <a:gd name="connsiteX0" fmla="*/ 0 w 16613"/>
                <a:gd name="connsiteY0" fmla="*/ 0 h 16598"/>
                <a:gd name="connsiteX1" fmla="*/ 16613 w 16613"/>
                <a:gd name="connsiteY1" fmla="*/ 0 h 16598"/>
                <a:gd name="connsiteX2" fmla="*/ 16613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3" y="0"/>
                  </a:lnTo>
                  <a:lnTo>
                    <a:pt x="16613"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38" name="Graphic 4">
              <a:extLst>
                <a:ext uri="{FF2B5EF4-FFF2-40B4-BE49-F238E27FC236}">
                  <a16:creationId xmlns:a16="http://schemas.microsoft.com/office/drawing/2014/main" id="{C40343E7-9A48-9448-88A2-E3EC7E8A986F}"/>
                </a:ext>
              </a:extLst>
            </p:cNvPr>
            <p:cNvSpPr/>
            <p:nvPr/>
          </p:nvSpPr>
          <p:spPr>
            <a:xfrm>
              <a:off x="9428991" y="4570455"/>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39" name="Graphic 4">
              <a:extLst>
                <a:ext uri="{FF2B5EF4-FFF2-40B4-BE49-F238E27FC236}">
                  <a16:creationId xmlns:a16="http://schemas.microsoft.com/office/drawing/2014/main" id="{30DB904F-5DB1-F541-8B92-7F38D183AF06}"/>
                </a:ext>
              </a:extLst>
            </p:cNvPr>
            <p:cNvSpPr/>
            <p:nvPr/>
          </p:nvSpPr>
          <p:spPr>
            <a:xfrm>
              <a:off x="9392568" y="4392342"/>
              <a:ext cx="135466" cy="135340"/>
            </a:xfrm>
            <a:custGeom>
              <a:avLst/>
              <a:gdLst>
                <a:gd name="connsiteX0" fmla="*/ 135466 w 135466"/>
                <a:gd name="connsiteY0" fmla="*/ 67670 h 135340"/>
                <a:gd name="connsiteX1" fmla="*/ 67733 w 135466"/>
                <a:gd name="connsiteY1" fmla="*/ 0 h 135340"/>
                <a:gd name="connsiteX2" fmla="*/ 0 w 135466"/>
                <a:gd name="connsiteY2" fmla="*/ 67670 h 135340"/>
                <a:gd name="connsiteX3" fmla="*/ 67733 w 135466"/>
                <a:gd name="connsiteY3" fmla="*/ 135340 h 135340"/>
                <a:gd name="connsiteX4" fmla="*/ 135466 w 135466"/>
                <a:gd name="connsiteY4" fmla="*/ 67670 h 135340"/>
                <a:gd name="connsiteX5" fmla="*/ 40256 w 135466"/>
                <a:gd name="connsiteY5" fmla="*/ 84268 h 135340"/>
                <a:gd name="connsiteX6" fmla="*/ 34506 w 135466"/>
                <a:gd name="connsiteY6" fmla="*/ 84268 h 135340"/>
                <a:gd name="connsiteX7" fmla="*/ 28116 w 135466"/>
                <a:gd name="connsiteY7" fmla="*/ 77884 h 135340"/>
                <a:gd name="connsiteX8" fmla="*/ 34506 w 135466"/>
                <a:gd name="connsiteY8" fmla="*/ 71500 h 135340"/>
                <a:gd name="connsiteX9" fmla="*/ 40256 w 135466"/>
                <a:gd name="connsiteY9" fmla="*/ 71500 h 135340"/>
                <a:gd name="connsiteX10" fmla="*/ 40256 w 135466"/>
                <a:gd name="connsiteY10" fmla="*/ 67670 h 135340"/>
                <a:gd name="connsiteX11" fmla="*/ 34506 w 135466"/>
                <a:gd name="connsiteY11" fmla="*/ 67670 h 135340"/>
                <a:gd name="connsiteX12" fmla="*/ 28116 w 135466"/>
                <a:gd name="connsiteY12" fmla="*/ 61286 h 135340"/>
                <a:gd name="connsiteX13" fmla="*/ 34506 w 135466"/>
                <a:gd name="connsiteY13" fmla="*/ 54902 h 135340"/>
                <a:gd name="connsiteX14" fmla="*/ 40256 w 135466"/>
                <a:gd name="connsiteY14" fmla="*/ 54902 h 135340"/>
                <a:gd name="connsiteX15" fmla="*/ 40256 w 135466"/>
                <a:gd name="connsiteY15" fmla="*/ 52987 h 135340"/>
                <a:gd name="connsiteX16" fmla="*/ 67094 w 135466"/>
                <a:gd name="connsiteY16" fmla="*/ 26174 h 135340"/>
                <a:gd name="connsiteX17" fmla="*/ 70928 w 135466"/>
                <a:gd name="connsiteY17" fmla="*/ 26174 h 135340"/>
                <a:gd name="connsiteX18" fmla="*/ 97766 w 135466"/>
                <a:gd name="connsiteY18" fmla="*/ 52987 h 135340"/>
                <a:gd name="connsiteX19" fmla="*/ 91376 w 135466"/>
                <a:gd name="connsiteY19" fmla="*/ 59371 h 135340"/>
                <a:gd name="connsiteX20" fmla="*/ 84986 w 135466"/>
                <a:gd name="connsiteY20" fmla="*/ 52987 h 135340"/>
                <a:gd name="connsiteX21" fmla="*/ 70928 w 135466"/>
                <a:gd name="connsiteY21" fmla="*/ 38942 h 135340"/>
                <a:gd name="connsiteX22" fmla="*/ 67094 w 135466"/>
                <a:gd name="connsiteY22" fmla="*/ 38942 h 135340"/>
                <a:gd name="connsiteX23" fmla="*/ 53036 w 135466"/>
                <a:gd name="connsiteY23" fmla="*/ 52987 h 135340"/>
                <a:gd name="connsiteX24" fmla="*/ 53036 w 135466"/>
                <a:gd name="connsiteY24" fmla="*/ 54902 h 135340"/>
                <a:gd name="connsiteX25" fmla="*/ 70928 w 135466"/>
                <a:gd name="connsiteY25" fmla="*/ 54902 h 135340"/>
                <a:gd name="connsiteX26" fmla="*/ 77318 w 135466"/>
                <a:gd name="connsiteY26" fmla="*/ 61286 h 135340"/>
                <a:gd name="connsiteX27" fmla="*/ 70928 w 135466"/>
                <a:gd name="connsiteY27" fmla="*/ 67670 h 135340"/>
                <a:gd name="connsiteX28" fmla="*/ 53036 w 135466"/>
                <a:gd name="connsiteY28" fmla="*/ 67670 h 135340"/>
                <a:gd name="connsiteX29" fmla="*/ 53036 w 135466"/>
                <a:gd name="connsiteY29" fmla="*/ 70862 h 135340"/>
                <a:gd name="connsiteX30" fmla="*/ 70928 w 135466"/>
                <a:gd name="connsiteY30" fmla="*/ 70862 h 135340"/>
                <a:gd name="connsiteX31" fmla="*/ 77318 w 135466"/>
                <a:gd name="connsiteY31" fmla="*/ 77246 h 135340"/>
                <a:gd name="connsiteX32" fmla="*/ 70928 w 135466"/>
                <a:gd name="connsiteY32" fmla="*/ 83630 h 135340"/>
                <a:gd name="connsiteX33" fmla="*/ 53036 w 135466"/>
                <a:gd name="connsiteY33" fmla="*/ 83630 h 135340"/>
                <a:gd name="connsiteX34" fmla="*/ 66456 w 135466"/>
                <a:gd name="connsiteY34" fmla="*/ 95121 h 135340"/>
                <a:gd name="connsiteX35" fmla="*/ 70289 w 135466"/>
                <a:gd name="connsiteY35" fmla="*/ 95121 h 135340"/>
                <a:gd name="connsiteX36" fmla="*/ 84347 w 135466"/>
                <a:gd name="connsiteY36" fmla="*/ 81076 h 135340"/>
                <a:gd name="connsiteX37" fmla="*/ 90737 w 135466"/>
                <a:gd name="connsiteY37" fmla="*/ 74692 h 135340"/>
                <a:gd name="connsiteX38" fmla="*/ 97127 w 135466"/>
                <a:gd name="connsiteY38" fmla="*/ 81076 h 135340"/>
                <a:gd name="connsiteX39" fmla="*/ 70289 w 135466"/>
                <a:gd name="connsiteY39" fmla="*/ 107889 h 135340"/>
                <a:gd name="connsiteX40" fmla="*/ 66456 w 135466"/>
                <a:gd name="connsiteY40" fmla="*/ 107889 h 135340"/>
                <a:gd name="connsiteX41" fmla="*/ 40256 w 135466"/>
                <a:gd name="connsiteY41" fmla="*/ 84268 h 135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35466" h="135340">
                  <a:moveTo>
                    <a:pt x="135466" y="67670"/>
                  </a:moveTo>
                  <a:cubicBezTo>
                    <a:pt x="135466" y="30004"/>
                    <a:pt x="104795" y="0"/>
                    <a:pt x="67733" y="0"/>
                  </a:cubicBezTo>
                  <a:cubicBezTo>
                    <a:pt x="30671" y="0"/>
                    <a:pt x="0" y="30643"/>
                    <a:pt x="0" y="67670"/>
                  </a:cubicBezTo>
                  <a:cubicBezTo>
                    <a:pt x="0" y="104697"/>
                    <a:pt x="30671" y="135340"/>
                    <a:pt x="67733" y="135340"/>
                  </a:cubicBezTo>
                  <a:cubicBezTo>
                    <a:pt x="104795" y="135340"/>
                    <a:pt x="135466" y="104697"/>
                    <a:pt x="135466" y="67670"/>
                  </a:cubicBezTo>
                  <a:close/>
                  <a:moveTo>
                    <a:pt x="40256" y="84268"/>
                  </a:moveTo>
                  <a:lnTo>
                    <a:pt x="34506" y="84268"/>
                  </a:lnTo>
                  <a:cubicBezTo>
                    <a:pt x="30671" y="84268"/>
                    <a:pt x="28116" y="81715"/>
                    <a:pt x="28116" y="77884"/>
                  </a:cubicBezTo>
                  <a:cubicBezTo>
                    <a:pt x="28116" y="74054"/>
                    <a:pt x="30671" y="71500"/>
                    <a:pt x="34506" y="71500"/>
                  </a:cubicBezTo>
                  <a:lnTo>
                    <a:pt x="40256" y="71500"/>
                  </a:lnTo>
                  <a:lnTo>
                    <a:pt x="40256" y="67670"/>
                  </a:lnTo>
                  <a:lnTo>
                    <a:pt x="34506" y="67670"/>
                  </a:lnTo>
                  <a:cubicBezTo>
                    <a:pt x="30671" y="67670"/>
                    <a:pt x="28116" y="65116"/>
                    <a:pt x="28116" y="61286"/>
                  </a:cubicBezTo>
                  <a:cubicBezTo>
                    <a:pt x="28116" y="57456"/>
                    <a:pt x="30671" y="54902"/>
                    <a:pt x="34506" y="54902"/>
                  </a:cubicBezTo>
                  <a:lnTo>
                    <a:pt x="40256" y="54902"/>
                  </a:lnTo>
                  <a:lnTo>
                    <a:pt x="40256" y="52987"/>
                  </a:lnTo>
                  <a:cubicBezTo>
                    <a:pt x="40256" y="38304"/>
                    <a:pt x="52397" y="26174"/>
                    <a:pt x="67094" y="26174"/>
                  </a:cubicBezTo>
                  <a:lnTo>
                    <a:pt x="70928" y="26174"/>
                  </a:lnTo>
                  <a:cubicBezTo>
                    <a:pt x="85625" y="26174"/>
                    <a:pt x="97766" y="38304"/>
                    <a:pt x="97766" y="52987"/>
                  </a:cubicBezTo>
                  <a:cubicBezTo>
                    <a:pt x="97766" y="56817"/>
                    <a:pt x="95210" y="59371"/>
                    <a:pt x="91376" y="59371"/>
                  </a:cubicBezTo>
                  <a:cubicBezTo>
                    <a:pt x="87542" y="59371"/>
                    <a:pt x="84986" y="56817"/>
                    <a:pt x="84986" y="52987"/>
                  </a:cubicBezTo>
                  <a:cubicBezTo>
                    <a:pt x="84986" y="45326"/>
                    <a:pt x="78596" y="38942"/>
                    <a:pt x="70928" y="38942"/>
                  </a:cubicBezTo>
                  <a:lnTo>
                    <a:pt x="67094" y="38942"/>
                  </a:lnTo>
                  <a:cubicBezTo>
                    <a:pt x="59426" y="38942"/>
                    <a:pt x="53036" y="45326"/>
                    <a:pt x="53036" y="52987"/>
                  </a:cubicBezTo>
                  <a:lnTo>
                    <a:pt x="53036" y="54902"/>
                  </a:lnTo>
                  <a:lnTo>
                    <a:pt x="70928" y="54902"/>
                  </a:lnTo>
                  <a:cubicBezTo>
                    <a:pt x="74762" y="54902"/>
                    <a:pt x="77318" y="57456"/>
                    <a:pt x="77318" y="61286"/>
                  </a:cubicBezTo>
                  <a:cubicBezTo>
                    <a:pt x="77318" y="65116"/>
                    <a:pt x="74762" y="67670"/>
                    <a:pt x="70928" y="67670"/>
                  </a:cubicBezTo>
                  <a:lnTo>
                    <a:pt x="53036" y="67670"/>
                  </a:lnTo>
                  <a:lnTo>
                    <a:pt x="53036" y="70862"/>
                  </a:lnTo>
                  <a:lnTo>
                    <a:pt x="70928" y="70862"/>
                  </a:lnTo>
                  <a:cubicBezTo>
                    <a:pt x="74762" y="70862"/>
                    <a:pt x="77318" y="73416"/>
                    <a:pt x="77318" y="77246"/>
                  </a:cubicBezTo>
                  <a:cubicBezTo>
                    <a:pt x="77318" y="81076"/>
                    <a:pt x="74762" y="83630"/>
                    <a:pt x="70928" y="83630"/>
                  </a:cubicBezTo>
                  <a:lnTo>
                    <a:pt x="53036" y="83630"/>
                  </a:lnTo>
                  <a:cubicBezTo>
                    <a:pt x="54314" y="90014"/>
                    <a:pt x="60066" y="95121"/>
                    <a:pt x="66456" y="95121"/>
                  </a:cubicBezTo>
                  <a:lnTo>
                    <a:pt x="70289" y="95121"/>
                  </a:lnTo>
                  <a:cubicBezTo>
                    <a:pt x="77957" y="95121"/>
                    <a:pt x="84347" y="88737"/>
                    <a:pt x="84347" y="81076"/>
                  </a:cubicBezTo>
                  <a:cubicBezTo>
                    <a:pt x="84347" y="77246"/>
                    <a:pt x="86903" y="74692"/>
                    <a:pt x="90737" y="74692"/>
                  </a:cubicBezTo>
                  <a:cubicBezTo>
                    <a:pt x="94571" y="74692"/>
                    <a:pt x="97127" y="77246"/>
                    <a:pt x="97127" y="81076"/>
                  </a:cubicBezTo>
                  <a:cubicBezTo>
                    <a:pt x="97127" y="95760"/>
                    <a:pt x="84986" y="107889"/>
                    <a:pt x="70289" y="107889"/>
                  </a:cubicBezTo>
                  <a:lnTo>
                    <a:pt x="66456" y="107889"/>
                  </a:lnTo>
                  <a:cubicBezTo>
                    <a:pt x="53036" y="108528"/>
                    <a:pt x="41535" y="97675"/>
                    <a:pt x="40256" y="84268"/>
                  </a:cubicBezTo>
                  <a:close/>
                </a:path>
              </a:pathLst>
            </a:custGeom>
            <a:solidFill>
              <a:srgbClr val="007680"/>
            </a:solidFill>
            <a:ln w="6390" cap="flat">
              <a:noFill/>
              <a:prstDash val="solid"/>
              <a:miter/>
            </a:ln>
          </p:spPr>
          <p:txBody>
            <a:bodyPr rtlCol="0" anchor="ctr"/>
            <a:lstStyle/>
            <a:p>
              <a:endParaRPr lang="en-US"/>
            </a:p>
          </p:txBody>
        </p:sp>
        <p:sp>
          <p:nvSpPr>
            <p:cNvPr id="640" name="Graphic 4">
              <a:extLst>
                <a:ext uri="{FF2B5EF4-FFF2-40B4-BE49-F238E27FC236}">
                  <a16:creationId xmlns:a16="http://schemas.microsoft.com/office/drawing/2014/main" id="{CD034EBE-31D1-9641-A560-36EA14075CFF}"/>
                </a:ext>
              </a:extLst>
            </p:cNvPr>
            <p:cNvSpPr/>
            <p:nvPr/>
          </p:nvSpPr>
          <p:spPr>
            <a:xfrm>
              <a:off x="9279466" y="4308712"/>
              <a:ext cx="361671" cy="361333"/>
            </a:xfrm>
            <a:custGeom>
              <a:avLst/>
              <a:gdLst>
                <a:gd name="connsiteX0" fmla="*/ 180836 w 361671"/>
                <a:gd name="connsiteY0" fmla="*/ 0 h 361333"/>
                <a:gd name="connsiteX1" fmla="*/ 0 w 361671"/>
                <a:gd name="connsiteY1" fmla="*/ 180667 h 361333"/>
                <a:gd name="connsiteX2" fmla="*/ 180836 w 361671"/>
                <a:gd name="connsiteY2" fmla="*/ 361334 h 361333"/>
                <a:gd name="connsiteX3" fmla="*/ 361671 w 361671"/>
                <a:gd name="connsiteY3" fmla="*/ 180667 h 361333"/>
                <a:gd name="connsiteX4" fmla="*/ 180836 w 361671"/>
                <a:gd name="connsiteY4" fmla="*/ 0 h 361333"/>
                <a:gd name="connsiteX5" fmla="*/ 267739 w 361671"/>
                <a:gd name="connsiteY5" fmla="*/ 284726 h 361333"/>
                <a:gd name="connsiteX6" fmla="*/ 261349 w 361671"/>
                <a:gd name="connsiteY6" fmla="*/ 291110 h 361333"/>
                <a:gd name="connsiteX7" fmla="*/ 114380 w 361671"/>
                <a:gd name="connsiteY7" fmla="*/ 291110 h 361333"/>
                <a:gd name="connsiteX8" fmla="*/ 107990 w 361671"/>
                <a:gd name="connsiteY8" fmla="*/ 284726 h 361333"/>
                <a:gd name="connsiteX9" fmla="*/ 107990 w 361671"/>
                <a:gd name="connsiteY9" fmla="*/ 261105 h 361333"/>
                <a:gd name="connsiteX10" fmla="*/ 100322 w 361671"/>
                <a:gd name="connsiteY10" fmla="*/ 261105 h 361333"/>
                <a:gd name="connsiteX11" fmla="*/ 93933 w 361671"/>
                <a:gd name="connsiteY11" fmla="*/ 254721 h 361333"/>
                <a:gd name="connsiteX12" fmla="*/ 93933 w 361671"/>
                <a:gd name="connsiteY12" fmla="*/ 225355 h 361333"/>
                <a:gd name="connsiteX13" fmla="*/ 100322 w 361671"/>
                <a:gd name="connsiteY13" fmla="*/ 218971 h 361333"/>
                <a:gd name="connsiteX14" fmla="*/ 128438 w 361671"/>
                <a:gd name="connsiteY14" fmla="*/ 218971 h 361333"/>
                <a:gd name="connsiteX15" fmla="*/ 129077 w 361671"/>
                <a:gd name="connsiteY15" fmla="*/ 218971 h 361333"/>
                <a:gd name="connsiteX16" fmla="*/ 129716 w 361671"/>
                <a:gd name="connsiteY16" fmla="*/ 218971 h 361333"/>
                <a:gd name="connsiteX17" fmla="*/ 137384 w 361671"/>
                <a:gd name="connsiteY17" fmla="*/ 218971 h 361333"/>
                <a:gd name="connsiteX18" fmla="*/ 100322 w 361671"/>
                <a:gd name="connsiteY18" fmla="*/ 151300 h 361333"/>
                <a:gd name="connsiteX19" fmla="*/ 180836 w 361671"/>
                <a:gd name="connsiteY19" fmla="*/ 70862 h 361333"/>
                <a:gd name="connsiteX20" fmla="*/ 261349 w 361671"/>
                <a:gd name="connsiteY20" fmla="*/ 151300 h 361333"/>
                <a:gd name="connsiteX21" fmla="*/ 224287 w 361671"/>
                <a:gd name="connsiteY21" fmla="*/ 218971 h 361333"/>
                <a:gd name="connsiteX22" fmla="*/ 247291 w 361671"/>
                <a:gd name="connsiteY22" fmla="*/ 218971 h 361333"/>
                <a:gd name="connsiteX23" fmla="*/ 253681 w 361671"/>
                <a:gd name="connsiteY23" fmla="*/ 225355 h 361333"/>
                <a:gd name="connsiteX24" fmla="*/ 253681 w 361671"/>
                <a:gd name="connsiteY24" fmla="*/ 248975 h 361333"/>
                <a:gd name="connsiteX25" fmla="*/ 261349 w 361671"/>
                <a:gd name="connsiteY25" fmla="*/ 248975 h 361333"/>
                <a:gd name="connsiteX26" fmla="*/ 267739 w 361671"/>
                <a:gd name="connsiteY26" fmla="*/ 255359 h 361333"/>
                <a:gd name="connsiteX27" fmla="*/ 267739 w 361671"/>
                <a:gd name="connsiteY27" fmla="*/ 28472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1671" h="361333">
                  <a:moveTo>
                    <a:pt x="180836" y="0"/>
                  </a:moveTo>
                  <a:cubicBezTo>
                    <a:pt x="80514" y="0"/>
                    <a:pt x="0" y="81077"/>
                    <a:pt x="0" y="180667"/>
                  </a:cubicBezTo>
                  <a:cubicBezTo>
                    <a:pt x="0" y="280895"/>
                    <a:pt x="81153" y="361334"/>
                    <a:pt x="180836" y="361334"/>
                  </a:cubicBezTo>
                  <a:cubicBezTo>
                    <a:pt x="281157" y="361334"/>
                    <a:pt x="361671" y="280257"/>
                    <a:pt x="361671" y="180667"/>
                  </a:cubicBezTo>
                  <a:cubicBezTo>
                    <a:pt x="361671" y="81077"/>
                    <a:pt x="280518" y="0"/>
                    <a:pt x="180836" y="0"/>
                  </a:cubicBezTo>
                  <a:close/>
                  <a:moveTo>
                    <a:pt x="267739" y="284726"/>
                  </a:moveTo>
                  <a:cubicBezTo>
                    <a:pt x="267739" y="288556"/>
                    <a:pt x="265182" y="291110"/>
                    <a:pt x="261349" y="291110"/>
                  </a:cubicBezTo>
                  <a:lnTo>
                    <a:pt x="114380" y="291110"/>
                  </a:lnTo>
                  <a:cubicBezTo>
                    <a:pt x="110546" y="291110"/>
                    <a:pt x="107990" y="288556"/>
                    <a:pt x="107990" y="284726"/>
                  </a:cubicBezTo>
                  <a:lnTo>
                    <a:pt x="107990" y="261105"/>
                  </a:lnTo>
                  <a:lnTo>
                    <a:pt x="100322" y="261105"/>
                  </a:lnTo>
                  <a:cubicBezTo>
                    <a:pt x="96489" y="261105"/>
                    <a:pt x="93933" y="258551"/>
                    <a:pt x="93933" y="254721"/>
                  </a:cubicBezTo>
                  <a:lnTo>
                    <a:pt x="93933" y="225355"/>
                  </a:lnTo>
                  <a:cubicBezTo>
                    <a:pt x="93933" y="221524"/>
                    <a:pt x="96489" y="218971"/>
                    <a:pt x="100322" y="218971"/>
                  </a:cubicBezTo>
                  <a:lnTo>
                    <a:pt x="128438" y="218971"/>
                  </a:lnTo>
                  <a:cubicBezTo>
                    <a:pt x="128438" y="218971"/>
                    <a:pt x="129077" y="218971"/>
                    <a:pt x="129077" y="218971"/>
                  </a:cubicBezTo>
                  <a:cubicBezTo>
                    <a:pt x="129077" y="218971"/>
                    <a:pt x="129716" y="218971"/>
                    <a:pt x="129716" y="218971"/>
                  </a:cubicBezTo>
                  <a:lnTo>
                    <a:pt x="137384" y="218971"/>
                  </a:lnTo>
                  <a:cubicBezTo>
                    <a:pt x="115019" y="204926"/>
                    <a:pt x="100322" y="179390"/>
                    <a:pt x="100322" y="151300"/>
                  </a:cubicBezTo>
                  <a:cubicBezTo>
                    <a:pt x="100322" y="106613"/>
                    <a:pt x="136745" y="70862"/>
                    <a:pt x="180836" y="70862"/>
                  </a:cubicBezTo>
                  <a:cubicBezTo>
                    <a:pt x="224926" y="70862"/>
                    <a:pt x="261349" y="107251"/>
                    <a:pt x="261349" y="151300"/>
                  </a:cubicBezTo>
                  <a:cubicBezTo>
                    <a:pt x="261349" y="180028"/>
                    <a:pt x="246652" y="204926"/>
                    <a:pt x="224287" y="218971"/>
                  </a:cubicBezTo>
                  <a:lnTo>
                    <a:pt x="247291" y="218971"/>
                  </a:lnTo>
                  <a:cubicBezTo>
                    <a:pt x="251125" y="218971"/>
                    <a:pt x="253681" y="221524"/>
                    <a:pt x="253681" y="225355"/>
                  </a:cubicBezTo>
                  <a:lnTo>
                    <a:pt x="253681" y="248975"/>
                  </a:lnTo>
                  <a:lnTo>
                    <a:pt x="261349" y="248975"/>
                  </a:lnTo>
                  <a:cubicBezTo>
                    <a:pt x="265182" y="248975"/>
                    <a:pt x="267739" y="251529"/>
                    <a:pt x="267739" y="255359"/>
                  </a:cubicBezTo>
                  <a:lnTo>
                    <a:pt x="267739" y="284726"/>
                  </a:lnTo>
                  <a:close/>
                </a:path>
              </a:pathLst>
            </a:custGeom>
            <a:solidFill>
              <a:srgbClr val="007680"/>
            </a:solidFill>
            <a:ln w="6390" cap="flat">
              <a:noFill/>
              <a:prstDash val="solid"/>
              <a:miter/>
            </a:ln>
          </p:spPr>
          <p:txBody>
            <a:bodyPr rtlCol="0" anchor="ctr"/>
            <a:lstStyle/>
            <a:p>
              <a:endParaRPr lang="en-US"/>
            </a:p>
          </p:txBody>
        </p:sp>
        <p:sp>
          <p:nvSpPr>
            <p:cNvPr id="641" name="Graphic 4">
              <a:extLst>
                <a:ext uri="{FF2B5EF4-FFF2-40B4-BE49-F238E27FC236}">
                  <a16:creationId xmlns:a16="http://schemas.microsoft.com/office/drawing/2014/main" id="{3ACC46BE-CB4C-9547-8D56-2E4EFC307BC7}"/>
                </a:ext>
              </a:extLst>
            </p:cNvPr>
            <p:cNvSpPr/>
            <p:nvPr/>
          </p:nvSpPr>
          <p:spPr>
            <a:xfrm>
              <a:off x="9386178" y="4540450"/>
              <a:ext cx="15974" cy="16598"/>
            </a:xfrm>
            <a:custGeom>
              <a:avLst/>
              <a:gdLst>
                <a:gd name="connsiteX0" fmla="*/ 0 w 15974"/>
                <a:gd name="connsiteY0" fmla="*/ 0 h 16598"/>
                <a:gd name="connsiteX1" fmla="*/ 15975 w 15974"/>
                <a:gd name="connsiteY1" fmla="*/ 0 h 16598"/>
                <a:gd name="connsiteX2" fmla="*/ 15975 w 15974"/>
                <a:gd name="connsiteY2" fmla="*/ 16598 h 16598"/>
                <a:gd name="connsiteX3" fmla="*/ 0 w 15974"/>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5974" h="16598">
                  <a:moveTo>
                    <a:pt x="0" y="0"/>
                  </a:moveTo>
                  <a:lnTo>
                    <a:pt x="15975" y="0"/>
                  </a:lnTo>
                  <a:lnTo>
                    <a:pt x="15975"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42" name="Graphic 4">
              <a:extLst>
                <a:ext uri="{FF2B5EF4-FFF2-40B4-BE49-F238E27FC236}">
                  <a16:creationId xmlns:a16="http://schemas.microsoft.com/office/drawing/2014/main" id="{38580FBF-1616-AE48-B91D-7E8353ABF39A}"/>
                </a:ext>
              </a:extLst>
            </p:cNvPr>
            <p:cNvSpPr/>
            <p:nvPr/>
          </p:nvSpPr>
          <p:spPr>
            <a:xfrm>
              <a:off x="9444327" y="4540450"/>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43" name="Graphic 4">
              <a:extLst>
                <a:ext uri="{FF2B5EF4-FFF2-40B4-BE49-F238E27FC236}">
                  <a16:creationId xmlns:a16="http://schemas.microsoft.com/office/drawing/2014/main" id="{9DE112A8-4061-E14F-A8D6-C9B53C99C1AF}"/>
                </a:ext>
              </a:extLst>
            </p:cNvPr>
            <p:cNvSpPr/>
            <p:nvPr/>
          </p:nvSpPr>
          <p:spPr>
            <a:xfrm>
              <a:off x="9400236" y="4570455"/>
              <a:ext cx="15974" cy="16598"/>
            </a:xfrm>
            <a:custGeom>
              <a:avLst/>
              <a:gdLst>
                <a:gd name="connsiteX0" fmla="*/ 0 w 15974"/>
                <a:gd name="connsiteY0" fmla="*/ 0 h 16598"/>
                <a:gd name="connsiteX1" fmla="*/ 15975 w 15974"/>
                <a:gd name="connsiteY1" fmla="*/ 0 h 16598"/>
                <a:gd name="connsiteX2" fmla="*/ 15975 w 15974"/>
                <a:gd name="connsiteY2" fmla="*/ 16598 h 16598"/>
                <a:gd name="connsiteX3" fmla="*/ 0 w 15974"/>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5974" h="16598">
                  <a:moveTo>
                    <a:pt x="0" y="0"/>
                  </a:moveTo>
                  <a:lnTo>
                    <a:pt x="15975" y="0"/>
                  </a:lnTo>
                  <a:lnTo>
                    <a:pt x="15975"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44" name="Graphic 4">
              <a:extLst>
                <a:ext uri="{FF2B5EF4-FFF2-40B4-BE49-F238E27FC236}">
                  <a16:creationId xmlns:a16="http://schemas.microsoft.com/office/drawing/2014/main" id="{404D863E-3487-AB4B-944A-71A605BA5519}"/>
                </a:ext>
              </a:extLst>
            </p:cNvPr>
            <p:cNvSpPr/>
            <p:nvPr/>
          </p:nvSpPr>
          <p:spPr>
            <a:xfrm>
              <a:off x="9517811" y="4570455"/>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007680"/>
            </a:solidFill>
            <a:ln w="6390" cap="flat">
              <a:noFill/>
              <a:prstDash val="solid"/>
              <a:miter/>
            </a:ln>
          </p:spPr>
          <p:txBody>
            <a:bodyPr rtlCol="0" anchor="ctr"/>
            <a:lstStyle/>
            <a:p>
              <a:endParaRPr lang="en-US"/>
            </a:p>
          </p:txBody>
        </p:sp>
      </p:grpSp>
      <p:grpSp>
        <p:nvGrpSpPr>
          <p:cNvPr id="645" name="Graphic 4">
            <a:extLst>
              <a:ext uri="{FF2B5EF4-FFF2-40B4-BE49-F238E27FC236}">
                <a16:creationId xmlns:a16="http://schemas.microsoft.com/office/drawing/2014/main" id="{E42D091B-60ED-BF40-AE69-56F5B3D3E76B}"/>
              </a:ext>
            </a:extLst>
          </p:cNvPr>
          <p:cNvGrpSpPr/>
          <p:nvPr/>
        </p:nvGrpSpPr>
        <p:grpSpPr>
          <a:xfrm>
            <a:off x="10324860" y="918179"/>
            <a:ext cx="361674" cy="361333"/>
            <a:chOff x="10324860" y="918179"/>
            <a:chExt cx="361674" cy="361333"/>
          </a:xfrm>
          <a:solidFill>
            <a:srgbClr val="007680"/>
          </a:solidFill>
        </p:grpSpPr>
        <p:sp>
          <p:nvSpPr>
            <p:cNvPr id="646" name="Graphic 4">
              <a:extLst>
                <a:ext uri="{FF2B5EF4-FFF2-40B4-BE49-F238E27FC236}">
                  <a16:creationId xmlns:a16="http://schemas.microsoft.com/office/drawing/2014/main" id="{2038D591-DAAB-334E-982C-E4DCA9A544CC}"/>
                </a:ext>
              </a:extLst>
            </p:cNvPr>
            <p:cNvSpPr/>
            <p:nvPr/>
          </p:nvSpPr>
          <p:spPr>
            <a:xfrm>
              <a:off x="10437962" y="1059265"/>
              <a:ext cx="8307" cy="1276"/>
            </a:xfrm>
            <a:custGeom>
              <a:avLst/>
              <a:gdLst>
                <a:gd name="connsiteX0" fmla="*/ 8307 w 8307"/>
                <a:gd name="connsiteY0" fmla="*/ 1277 h 1276"/>
                <a:gd name="connsiteX1" fmla="*/ 8307 w 8307"/>
                <a:gd name="connsiteY1" fmla="*/ 0 h 1276"/>
                <a:gd name="connsiteX2" fmla="*/ 0 w 8307"/>
                <a:gd name="connsiteY2" fmla="*/ 1277 h 1276"/>
                <a:gd name="connsiteX3" fmla="*/ 8307 w 8307"/>
                <a:gd name="connsiteY3" fmla="*/ 1277 h 1276"/>
              </a:gdLst>
              <a:ahLst/>
              <a:cxnLst>
                <a:cxn ang="0">
                  <a:pos x="connsiteX0" y="connsiteY0"/>
                </a:cxn>
                <a:cxn ang="0">
                  <a:pos x="connsiteX1" y="connsiteY1"/>
                </a:cxn>
                <a:cxn ang="0">
                  <a:pos x="connsiteX2" y="connsiteY2"/>
                </a:cxn>
                <a:cxn ang="0">
                  <a:pos x="connsiteX3" y="connsiteY3"/>
                </a:cxn>
              </a:cxnLst>
              <a:rect l="l" t="t" r="r" b="b"/>
              <a:pathLst>
                <a:path w="8307" h="1276">
                  <a:moveTo>
                    <a:pt x="8307" y="1277"/>
                  </a:moveTo>
                  <a:cubicBezTo>
                    <a:pt x="8307" y="638"/>
                    <a:pt x="8307" y="638"/>
                    <a:pt x="8307" y="0"/>
                  </a:cubicBezTo>
                  <a:lnTo>
                    <a:pt x="0" y="1277"/>
                  </a:lnTo>
                  <a:lnTo>
                    <a:pt x="8307" y="1277"/>
                  </a:lnTo>
                  <a:close/>
                </a:path>
              </a:pathLst>
            </a:custGeom>
            <a:solidFill>
              <a:srgbClr val="007680"/>
            </a:solidFill>
            <a:ln w="6390" cap="flat">
              <a:noFill/>
              <a:prstDash val="solid"/>
              <a:miter/>
            </a:ln>
          </p:spPr>
          <p:txBody>
            <a:bodyPr rtlCol="0" anchor="ctr"/>
            <a:lstStyle/>
            <a:p>
              <a:endParaRPr lang="en-US"/>
            </a:p>
          </p:txBody>
        </p:sp>
        <p:sp>
          <p:nvSpPr>
            <p:cNvPr id="647" name="Graphic 4">
              <a:extLst>
                <a:ext uri="{FF2B5EF4-FFF2-40B4-BE49-F238E27FC236}">
                  <a16:creationId xmlns:a16="http://schemas.microsoft.com/office/drawing/2014/main" id="{E6E54A58-3767-C549-9ECE-F8D8426E8176}"/>
                </a:ext>
              </a:extLst>
            </p:cNvPr>
            <p:cNvSpPr/>
            <p:nvPr/>
          </p:nvSpPr>
          <p:spPr>
            <a:xfrm>
              <a:off x="10555537" y="1073948"/>
              <a:ext cx="14696" cy="14683"/>
            </a:xfrm>
            <a:custGeom>
              <a:avLst/>
              <a:gdLst>
                <a:gd name="connsiteX0" fmla="*/ 14696 w 14696"/>
                <a:gd name="connsiteY0" fmla="*/ 14683 h 14683"/>
                <a:gd name="connsiteX1" fmla="*/ 14696 w 14696"/>
                <a:gd name="connsiteY1" fmla="*/ 0 h 14683"/>
                <a:gd name="connsiteX2" fmla="*/ 0 w 14696"/>
                <a:gd name="connsiteY2" fmla="*/ 0 h 14683"/>
                <a:gd name="connsiteX3" fmla="*/ 14696 w 14696"/>
                <a:gd name="connsiteY3" fmla="*/ 14683 h 14683"/>
              </a:gdLst>
              <a:ahLst/>
              <a:cxnLst>
                <a:cxn ang="0">
                  <a:pos x="connsiteX0" y="connsiteY0"/>
                </a:cxn>
                <a:cxn ang="0">
                  <a:pos x="connsiteX1" y="connsiteY1"/>
                </a:cxn>
                <a:cxn ang="0">
                  <a:pos x="connsiteX2" y="connsiteY2"/>
                </a:cxn>
                <a:cxn ang="0">
                  <a:pos x="connsiteX3" y="connsiteY3"/>
                </a:cxn>
              </a:cxnLst>
              <a:rect l="l" t="t" r="r" b="b"/>
              <a:pathLst>
                <a:path w="14696" h="14683">
                  <a:moveTo>
                    <a:pt x="14696" y="14683"/>
                  </a:moveTo>
                  <a:lnTo>
                    <a:pt x="14696" y="0"/>
                  </a:lnTo>
                  <a:lnTo>
                    <a:pt x="0" y="0"/>
                  </a:lnTo>
                  <a:cubicBezTo>
                    <a:pt x="1917" y="7022"/>
                    <a:pt x="7668" y="12130"/>
                    <a:pt x="14696" y="14683"/>
                  </a:cubicBezTo>
                  <a:close/>
                </a:path>
              </a:pathLst>
            </a:custGeom>
            <a:solidFill>
              <a:srgbClr val="007680"/>
            </a:solidFill>
            <a:ln w="6390" cap="flat">
              <a:noFill/>
              <a:prstDash val="solid"/>
              <a:miter/>
            </a:ln>
          </p:spPr>
          <p:txBody>
            <a:bodyPr rtlCol="0" anchor="ctr"/>
            <a:lstStyle/>
            <a:p>
              <a:endParaRPr lang="en-US"/>
            </a:p>
          </p:txBody>
        </p:sp>
        <p:sp>
          <p:nvSpPr>
            <p:cNvPr id="648" name="Graphic 4">
              <a:extLst>
                <a:ext uri="{FF2B5EF4-FFF2-40B4-BE49-F238E27FC236}">
                  <a16:creationId xmlns:a16="http://schemas.microsoft.com/office/drawing/2014/main" id="{A71B81EA-115C-5A4B-BF03-8C66267F401E}"/>
                </a:ext>
              </a:extLst>
            </p:cNvPr>
            <p:cNvSpPr/>
            <p:nvPr/>
          </p:nvSpPr>
          <p:spPr>
            <a:xfrm>
              <a:off x="10459049" y="1044582"/>
              <a:ext cx="110545" cy="15959"/>
            </a:xfrm>
            <a:custGeom>
              <a:avLst/>
              <a:gdLst>
                <a:gd name="connsiteX0" fmla="*/ 0 w 110545"/>
                <a:gd name="connsiteY0" fmla="*/ 15960 h 15959"/>
                <a:gd name="connsiteX1" fmla="*/ 110545 w 110545"/>
                <a:gd name="connsiteY1" fmla="*/ 15960 h 15959"/>
                <a:gd name="connsiteX2" fmla="*/ 99683 w 110545"/>
                <a:gd name="connsiteY2" fmla="*/ 0 h 15959"/>
                <a:gd name="connsiteX3" fmla="*/ 0 w 110545"/>
                <a:gd name="connsiteY3" fmla="*/ 12768 h 15959"/>
                <a:gd name="connsiteX4" fmla="*/ 0 w 110545"/>
                <a:gd name="connsiteY4" fmla="*/ 15960 h 15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45" h="15959">
                  <a:moveTo>
                    <a:pt x="0" y="15960"/>
                  </a:moveTo>
                  <a:lnTo>
                    <a:pt x="110545" y="15960"/>
                  </a:lnTo>
                  <a:cubicBezTo>
                    <a:pt x="105434" y="11491"/>
                    <a:pt x="101599" y="6384"/>
                    <a:pt x="99683" y="0"/>
                  </a:cubicBezTo>
                  <a:lnTo>
                    <a:pt x="0" y="12768"/>
                  </a:lnTo>
                  <a:cubicBezTo>
                    <a:pt x="0" y="14045"/>
                    <a:pt x="0" y="15322"/>
                    <a:pt x="0" y="15960"/>
                  </a:cubicBezTo>
                  <a:close/>
                </a:path>
              </a:pathLst>
            </a:custGeom>
            <a:solidFill>
              <a:srgbClr val="007680"/>
            </a:solidFill>
            <a:ln w="6390" cap="flat">
              <a:noFill/>
              <a:prstDash val="solid"/>
              <a:miter/>
            </a:ln>
          </p:spPr>
          <p:txBody>
            <a:bodyPr rtlCol="0" anchor="ctr"/>
            <a:lstStyle/>
            <a:p>
              <a:endParaRPr lang="en-US"/>
            </a:p>
          </p:txBody>
        </p:sp>
        <p:sp>
          <p:nvSpPr>
            <p:cNvPr id="649" name="Graphic 4">
              <a:extLst>
                <a:ext uri="{FF2B5EF4-FFF2-40B4-BE49-F238E27FC236}">
                  <a16:creationId xmlns:a16="http://schemas.microsoft.com/office/drawing/2014/main" id="{664A146E-9CC2-5C46-BB03-E2929B28A93D}"/>
                </a:ext>
              </a:extLst>
            </p:cNvPr>
            <p:cNvSpPr/>
            <p:nvPr/>
          </p:nvSpPr>
          <p:spPr>
            <a:xfrm>
              <a:off x="10572150" y="1041390"/>
              <a:ext cx="16613" cy="14683"/>
            </a:xfrm>
            <a:custGeom>
              <a:avLst/>
              <a:gdLst>
                <a:gd name="connsiteX0" fmla="*/ 6390 w 16613"/>
                <a:gd name="connsiteY0" fmla="*/ 10214 h 14683"/>
                <a:gd name="connsiteX1" fmla="*/ 16614 w 16613"/>
                <a:gd name="connsiteY1" fmla="*/ 14683 h 14683"/>
                <a:gd name="connsiteX2" fmla="*/ 14697 w 16613"/>
                <a:gd name="connsiteY2" fmla="*/ 0 h 14683"/>
                <a:gd name="connsiteX3" fmla="*/ 0 w 16613"/>
                <a:gd name="connsiteY3" fmla="*/ 1915 h 14683"/>
                <a:gd name="connsiteX4" fmla="*/ 6390 w 16613"/>
                <a:gd name="connsiteY4" fmla="*/ 10214 h 14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14683">
                  <a:moveTo>
                    <a:pt x="6390" y="10214"/>
                  </a:moveTo>
                  <a:cubicBezTo>
                    <a:pt x="9585" y="12768"/>
                    <a:pt x="12780" y="14045"/>
                    <a:pt x="16614" y="14683"/>
                  </a:cubicBezTo>
                  <a:lnTo>
                    <a:pt x="14697" y="0"/>
                  </a:lnTo>
                  <a:lnTo>
                    <a:pt x="0" y="1915"/>
                  </a:lnTo>
                  <a:cubicBezTo>
                    <a:pt x="1278" y="5107"/>
                    <a:pt x="3195" y="8299"/>
                    <a:pt x="6390" y="10214"/>
                  </a:cubicBezTo>
                  <a:close/>
                </a:path>
              </a:pathLst>
            </a:custGeom>
            <a:solidFill>
              <a:srgbClr val="007680"/>
            </a:solidFill>
            <a:ln w="6390" cap="flat">
              <a:noFill/>
              <a:prstDash val="solid"/>
              <a:miter/>
            </a:ln>
          </p:spPr>
          <p:txBody>
            <a:bodyPr rtlCol="0" anchor="ctr"/>
            <a:lstStyle/>
            <a:p>
              <a:endParaRPr lang="en-US"/>
            </a:p>
          </p:txBody>
        </p:sp>
        <p:sp>
          <p:nvSpPr>
            <p:cNvPr id="650" name="Graphic 4">
              <a:extLst>
                <a:ext uri="{FF2B5EF4-FFF2-40B4-BE49-F238E27FC236}">
                  <a16:creationId xmlns:a16="http://schemas.microsoft.com/office/drawing/2014/main" id="{AA9D3650-4F21-1747-8BE9-ADE35A1C588E}"/>
                </a:ext>
              </a:extLst>
            </p:cNvPr>
            <p:cNvSpPr/>
            <p:nvPr/>
          </p:nvSpPr>
          <p:spPr>
            <a:xfrm>
              <a:off x="10476301" y="1099484"/>
              <a:ext cx="31949" cy="31919"/>
            </a:xfrm>
            <a:custGeom>
              <a:avLst/>
              <a:gdLst>
                <a:gd name="connsiteX0" fmla="*/ 15975 w 31949"/>
                <a:gd name="connsiteY0" fmla="*/ 0 h 31919"/>
                <a:gd name="connsiteX1" fmla="*/ 0 w 31949"/>
                <a:gd name="connsiteY1" fmla="*/ 15960 h 31919"/>
                <a:gd name="connsiteX2" fmla="*/ 15975 w 31949"/>
                <a:gd name="connsiteY2" fmla="*/ 31920 h 31919"/>
                <a:gd name="connsiteX3" fmla="*/ 31950 w 31949"/>
                <a:gd name="connsiteY3" fmla="*/ 15960 h 31919"/>
                <a:gd name="connsiteX4" fmla="*/ 15975 w 31949"/>
                <a:gd name="connsiteY4" fmla="*/ 0 h 3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49" h="31919">
                  <a:moveTo>
                    <a:pt x="15975" y="0"/>
                  </a:moveTo>
                  <a:cubicBezTo>
                    <a:pt x="7029" y="0"/>
                    <a:pt x="0" y="7022"/>
                    <a:pt x="0" y="15960"/>
                  </a:cubicBezTo>
                  <a:cubicBezTo>
                    <a:pt x="0" y="24897"/>
                    <a:pt x="7029" y="31920"/>
                    <a:pt x="15975" y="31920"/>
                  </a:cubicBezTo>
                  <a:cubicBezTo>
                    <a:pt x="24921" y="31920"/>
                    <a:pt x="31950" y="24897"/>
                    <a:pt x="31950" y="15960"/>
                  </a:cubicBezTo>
                  <a:cubicBezTo>
                    <a:pt x="31950" y="7022"/>
                    <a:pt x="24282" y="0"/>
                    <a:pt x="15975" y="0"/>
                  </a:cubicBezTo>
                  <a:close/>
                </a:path>
              </a:pathLst>
            </a:custGeom>
            <a:solidFill>
              <a:srgbClr val="007680"/>
            </a:solidFill>
            <a:ln w="6390" cap="flat">
              <a:noFill/>
              <a:prstDash val="solid"/>
              <a:miter/>
            </a:ln>
          </p:spPr>
          <p:txBody>
            <a:bodyPr rtlCol="0" anchor="ctr"/>
            <a:lstStyle/>
            <a:p>
              <a:endParaRPr lang="en-US"/>
            </a:p>
          </p:txBody>
        </p:sp>
        <p:sp>
          <p:nvSpPr>
            <p:cNvPr id="651" name="Graphic 4">
              <a:extLst>
                <a:ext uri="{FF2B5EF4-FFF2-40B4-BE49-F238E27FC236}">
                  <a16:creationId xmlns:a16="http://schemas.microsoft.com/office/drawing/2014/main" id="{E20CC47D-C207-B940-A15E-FE573FA4581C}"/>
                </a:ext>
              </a:extLst>
            </p:cNvPr>
            <p:cNvSpPr/>
            <p:nvPr/>
          </p:nvSpPr>
          <p:spPr>
            <a:xfrm>
              <a:off x="10413680" y="1073310"/>
              <a:ext cx="156553" cy="83630"/>
            </a:xfrm>
            <a:custGeom>
              <a:avLst/>
              <a:gdLst>
                <a:gd name="connsiteX0" fmla="*/ 156553 w 156553"/>
                <a:gd name="connsiteY0" fmla="*/ 28089 h 83630"/>
                <a:gd name="connsiteX1" fmla="*/ 128438 w 156553"/>
                <a:gd name="connsiteY1" fmla="*/ 0 h 83630"/>
                <a:gd name="connsiteX2" fmla="*/ 28116 w 156553"/>
                <a:gd name="connsiteY2" fmla="*/ 0 h 83630"/>
                <a:gd name="connsiteX3" fmla="*/ 0 w 156553"/>
                <a:gd name="connsiteY3" fmla="*/ 28089 h 83630"/>
                <a:gd name="connsiteX4" fmla="*/ 0 w 156553"/>
                <a:gd name="connsiteY4" fmla="*/ 55541 h 83630"/>
                <a:gd name="connsiteX5" fmla="*/ 28116 w 156553"/>
                <a:gd name="connsiteY5" fmla="*/ 83630 h 83630"/>
                <a:gd name="connsiteX6" fmla="*/ 128438 w 156553"/>
                <a:gd name="connsiteY6" fmla="*/ 83630 h 83630"/>
                <a:gd name="connsiteX7" fmla="*/ 156553 w 156553"/>
                <a:gd name="connsiteY7" fmla="*/ 55541 h 83630"/>
                <a:gd name="connsiteX8" fmla="*/ 156553 w 156553"/>
                <a:gd name="connsiteY8" fmla="*/ 28089 h 83630"/>
                <a:gd name="connsiteX9" fmla="*/ 78597 w 156553"/>
                <a:gd name="connsiteY9" fmla="*/ 70862 h 83630"/>
                <a:gd name="connsiteX10" fmla="*/ 49842 w 156553"/>
                <a:gd name="connsiteY10" fmla="*/ 42134 h 83630"/>
                <a:gd name="connsiteX11" fmla="*/ 78597 w 156553"/>
                <a:gd name="connsiteY11" fmla="*/ 13406 h 83630"/>
                <a:gd name="connsiteX12" fmla="*/ 107351 w 156553"/>
                <a:gd name="connsiteY12" fmla="*/ 42134 h 83630"/>
                <a:gd name="connsiteX13" fmla="*/ 78597 w 156553"/>
                <a:gd name="connsiteY13" fmla="*/ 70862 h 83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553" h="83630">
                  <a:moveTo>
                    <a:pt x="156553" y="28089"/>
                  </a:moveTo>
                  <a:cubicBezTo>
                    <a:pt x="142496" y="25536"/>
                    <a:pt x="130994" y="14045"/>
                    <a:pt x="128438" y="0"/>
                  </a:cubicBezTo>
                  <a:lnTo>
                    <a:pt x="28116" y="0"/>
                  </a:lnTo>
                  <a:cubicBezTo>
                    <a:pt x="25560" y="14045"/>
                    <a:pt x="14058" y="25536"/>
                    <a:pt x="0" y="28089"/>
                  </a:cubicBezTo>
                  <a:lnTo>
                    <a:pt x="0" y="55541"/>
                  </a:lnTo>
                  <a:cubicBezTo>
                    <a:pt x="14058" y="58094"/>
                    <a:pt x="25560" y="69585"/>
                    <a:pt x="28116" y="83630"/>
                  </a:cubicBezTo>
                  <a:lnTo>
                    <a:pt x="128438" y="83630"/>
                  </a:lnTo>
                  <a:cubicBezTo>
                    <a:pt x="130994" y="69585"/>
                    <a:pt x="142496" y="58094"/>
                    <a:pt x="156553" y="55541"/>
                  </a:cubicBezTo>
                  <a:lnTo>
                    <a:pt x="156553" y="28089"/>
                  </a:lnTo>
                  <a:close/>
                  <a:moveTo>
                    <a:pt x="78597" y="70862"/>
                  </a:moveTo>
                  <a:cubicBezTo>
                    <a:pt x="62622" y="70862"/>
                    <a:pt x="49842" y="58094"/>
                    <a:pt x="49842" y="42134"/>
                  </a:cubicBezTo>
                  <a:cubicBezTo>
                    <a:pt x="49842" y="26174"/>
                    <a:pt x="62622" y="13406"/>
                    <a:pt x="78597" y="13406"/>
                  </a:cubicBezTo>
                  <a:cubicBezTo>
                    <a:pt x="94571" y="13406"/>
                    <a:pt x="107351" y="26174"/>
                    <a:pt x="107351" y="42134"/>
                  </a:cubicBezTo>
                  <a:cubicBezTo>
                    <a:pt x="107351" y="58094"/>
                    <a:pt x="93933" y="70862"/>
                    <a:pt x="78597" y="70862"/>
                  </a:cubicBezTo>
                  <a:close/>
                </a:path>
              </a:pathLst>
            </a:custGeom>
            <a:solidFill>
              <a:srgbClr val="007680"/>
            </a:solidFill>
            <a:ln w="6390" cap="flat">
              <a:noFill/>
              <a:prstDash val="solid"/>
              <a:miter/>
            </a:ln>
          </p:spPr>
          <p:txBody>
            <a:bodyPr rtlCol="0" anchor="ctr"/>
            <a:lstStyle/>
            <a:p>
              <a:endParaRPr lang="en-US"/>
            </a:p>
          </p:txBody>
        </p:sp>
        <p:sp>
          <p:nvSpPr>
            <p:cNvPr id="652" name="Graphic 4">
              <a:extLst>
                <a:ext uri="{FF2B5EF4-FFF2-40B4-BE49-F238E27FC236}">
                  <a16:creationId xmlns:a16="http://schemas.microsoft.com/office/drawing/2014/main" id="{259845B2-4FCA-564B-8A88-568D8BD49545}"/>
                </a:ext>
              </a:extLst>
            </p:cNvPr>
            <p:cNvSpPr/>
            <p:nvPr/>
          </p:nvSpPr>
          <p:spPr>
            <a:xfrm>
              <a:off x="10555537" y="1142895"/>
              <a:ext cx="14696" cy="14683"/>
            </a:xfrm>
            <a:custGeom>
              <a:avLst/>
              <a:gdLst>
                <a:gd name="connsiteX0" fmla="*/ 0 w 14696"/>
                <a:gd name="connsiteY0" fmla="*/ 14683 h 14683"/>
                <a:gd name="connsiteX1" fmla="*/ 14696 w 14696"/>
                <a:gd name="connsiteY1" fmla="*/ 14683 h 14683"/>
                <a:gd name="connsiteX2" fmla="*/ 14696 w 14696"/>
                <a:gd name="connsiteY2" fmla="*/ 0 h 14683"/>
                <a:gd name="connsiteX3" fmla="*/ 0 w 14696"/>
                <a:gd name="connsiteY3" fmla="*/ 14683 h 14683"/>
              </a:gdLst>
              <a:ahLst/>
              <a:cxnLst>
                <a:cxn ang="0">
                  <a:pos x="connsiteX0" y="connsiteY0"/>
                </a:cxn>
                <a:cxn ang="0">
                  <a:pos x="connsiteX1" y="connsiteY1"/>
                </a:cxn>
                <a:cxn ang="0">
                  <a:pos x="connsiteX2" y="connsiteY2"/>
                </a:cxn>
                <a:cxn ang="0">
                  <a:pos x="connsiteX3" y="connsiteY3"/>
                </a:cxn>
              </a:cxnLst>
              <a:rect l="l" t="t" r="r" b="b"/>
              <a:pathLst>
                <a:path w="14696" h="14683">
                  <a:moveTo>
                    <a:pt x="0" y="14683"/>
                  </a:moveTo>
                  <a:lnTo>
                    <a:pt x="14696" y="14683"/>
                  </a:lnTo>
                  <a:lnTo>
                    <a:pt x="14696" y="0"/>
                  </a:lnTo>
                  <a:cubicBezTo>
                    <a:pt x="7668" y="1915"/>
                    <a:pt x="1917" y="7022"/>
                    <a:pt x="0" y="14683"/>
                  </a:cubicBezTo>
                  <a:close/>
                </a:path>
              </a:pathLst>
            </a:custGeom>
            <a:solidFill>
              <a:srgbClr val="007680"/>
            </a:solidFill>
            <a:ln w="6390" cap="flat">
              <a:noFill/>
              <a:prstDash val="solid"/>
              <a:miter/>
            </a:ln>
          </p:spPr>
          <p:txBody>
            <a:bodyPr rtlCol="0" anchor="ctr"/>
            <a:lstStyle/>
            <a:p>
              <a:endParaRPr lang="en-US"/>
            </a:p>
          </p:txBody>
        </p:sp>
        <p:sp>
          <p:nvSpPr>
            <p:cNvPr id="653" name="Graphic 4">
              <a:extLst>
                <a:ext uri="{FF2B5EF4-FFF2-40B4-BE49-F238E27FC236}">
                  <a16:creationId xmlns:a16="http://schemas.microsoft.com/office/drawing/2014/main" id="{9675EDE1-9B0B-734C-B855-17CE318775A2}"/>
                </a:ext>
              </a:extLst>
            </p:cNvPr>
            <p:cNvSpPr/>
            <p:nvPr/>
          </p:nvSpPr>
          <p:spPr>
            <a:xfrm>
              <a:off x="10413680" y="1073310"/>
              <a:ext cx="14697" cy="14683"/>
            </a:xfrm>
            <a:custGeom>
              <a:avLst/>
              <a:gdLst>
                <a:gd name="connsiteX0" fmla="*/ 14697 w 14697"/>
                <a:gd name="connsiteY0" fmla="*/ 0 h 14683"/>
                <a:gd name="connsiteX1" fmla="*/ 0 w 14697"/>
                <a:gd name="connsiteY1" fmla="*/ 0 h 14683"/>
                <a:gd name="connsiteX2" fmla="*/ 0 w 14697"/>
                <a:gd name="connsiteY2" fmla="*/ 14683 h 14683"/>
                <a:gd name="connsiteX3" fmla="*/ 14697 w 14697"/>
                <a:gd name="connsiteY3" fmla="*/ 0 h 14683"/>
              </a:gdLst>
              <a:ahLst/>
              <a:cxnLst>
                <a:cxn ang="0">
                  <a:pos x="connsiteX0" y="connsiteY0"/>
                </a:cxn>
                <a:cxn ang="0">
                  <a:pos x="connsiteX1" y="connsiteY1"/>
                </a:cxn>
                <a:cxn ang="0">
                  <a:pos x="connsiteX2" y="connsiteY2"/>
                </a:cxn>
                <a:cxn ang="0">
                  <a:pos x="connsiteX3" y="connsiteY3"/>
                </a:cxn>
              </a:cxnLst>
              <a:rect l="l" t="t" r="r" b="b"/>
              <a:pathLst>
                <a:path w="14697" h="14683">
                  <a:moveTo>
                    <a:pt x="14697" y="0"/>
                  </a:moveTo>
                  <a:lnTo>
                    <a:pt x="0" y="0"/>
                  </a:lnTo>
                  <a:lnTo>
                    <a:pt x="0" y="14683"/>
                  </a:lnTo>
                  <a:cubicBezTo>
                    <a:pt x="7030" y="12768"/>
                    <a:pt x="12780" y="7661"/>
                    <a:pt x="14697" y="0"/>
                  </a:cubicBezTo>
                  <a:close/>
                </a:path>
              </a:pathLst>
            </a:custGeom>
            <a:solidFill>
              <a:srgbClr val="007680"/>
            </a:solidFill>
            <a:ln w="6390" cap="flat">
              <a:noFill/>
              <a:prstDash val="solid"/>
              <a:miter/>
            </a:ln>
          </p:spPr>
          <p:txBody>
            <a:bodyPr rtlCol="0" anchor="ctr"/>
            <a:lstStyle/>
            <a:p>
              <a:endParaRPr lang="en-US"/>
            </a:p>
          </p:txBody>
        </p:sp>
        <p:sp>
          <p:nvSpPr>
            <p:cNvPr id="654" name="Graphic 4">
              <a:extLst>
                <a:ext uri="{FF2B5EF4-FFF2-40B4-BE49-F238E27FC236}">
                  <a16:creationId xmlns:a16="http://schemas.microsoft.com/office/drawing/2014/main" id="{D565FE3A-426D-2447-B9EB-E4DBBE70551B}"/>
                </a:ext>
              </a:extLst>
            </p:cNvPr>
            <p:cNvSpPr/>
            <p:nvPr/>
          </p:nvSpPr>
          <p:spPr>
            <a:xfrm>
              <a:off x="10583013" y="1068202"/>
              <a:ext cx="14697" cy="58094"/>
            </a:xfrm>
            <a:custGeom>
              <a:avLst/>
              <a:gdLst>
                <a:gd name="connsiteX0" fmla="*/ 0 w 14697"/>
                <a:gd name="connsiteY0" fmla="*/ 0 h 58094"/>
                <a:gd name="connsiteX1" fmla="*/ 0 w 14697"/>
                <a:gd name="connsiteY1" fmla="*/ 58094 h 58094"/>
                <a:gd name="connsiteX2" fmla="*/ 14697 w 14697"/>
                <a:gd name="connsiteY2" fmla="*/ 56179 h 58094"/>
                <a:gd name="connsiteX3" fmla="*/ 7668 w 14697"/>
                <a:gd name="connsiteY3" fmla="*/ 638 h 58094"/>
                <a:gd name="connsiteX4" fmla="*/ 0 w 14697"/>
                <a:gd name="connsiteY4" fmla="*/ 0 h 58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97" h="58094">
                  <a:moveTo>
                    <a:pt x="0" y="0"/>
                  </a:moveTo>
                  <a:lnTo>
                    <a:pt x="0" y="58094"/>
                  </a:lnTo>
                  <a:lnTo>
                    <a:pt x="14697" y="56179"/>
                  </a:lnTo>
                  <a:lnTo>
                    <a:pt x="7668" y="638"/>
                  </a:lnTo>
                  <a:cubicBezTo>
                    <a:pt x="5112" y="638"/>
                    <a:pt x="2556" y="638"/>
                    <a:pt x="0" y="0"/>
                  </a:cubicBezTo>
                  <a:close/>
                </a:path>
              </a:pathLst>
            </a:custGeom>
            <a:solidFill>
              <a:srgbClr val="007680"/>
            </a:solidFill>
            <a:ln w="6390" cap="flat">
              <a:noFill/>
              <a:prstDash val="solid"/>
              <a:miter/>
            </a:ln>
          </p:spPr>
          <p:txBody>
            <a:bodyPr rtlCol="0" anchor="ctr"/>
            <a:lstStyle/>
            <a:p>
              <a:endParaRPr lang="en-US"/>
            </a:p>
          </p:txBody>
        </p:sp>
        <p:sp>
          <p:nvSpPr>
            <p:cNvPr id="655" name="Graphic 4">
              <a:extLst>
                <a:ext uri="{FF2B5EF4-FFF2-40B4-BE49-F238E27FC236}">
                  <a16:creationId xmlns:a16="http://schemas.microsoft.com/office/drawing/2014/main" id="{CCEC1FC0-5211-5540-A7E1-3AC1D81EA5E0}"/>
                </a:ext>
              </a:extLst>
            </p:cNvPr>
            <p:cNvSpPr/>
            <p:nvPr/>
          </p:nvSpPr>
          <p:spPr>
            <a:xfrm>
              <a:off x="10324860" y="918179"/>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80518 w 361674"/>
                <a:gd name="connsiteY5" fmla="*/ 218332 h 361333"/>
                <a:gd name="connsiteX6" fmla="*/ 258153 w 361674"/>
                <a:gd name="connsiteY6" fmla="*/ 221524 h 361333"/>
                <a:gd name="connsiteX7" fmla="*/ 258153 w 361674"/>
                <a:gd name="connsiteY7" fmla="*/ 245783 h 361333"/>
                <a:gd name="connsiteX8" fmla="*/ 251763 w 361674"/>
                <a:gd name="connsiteY8" fmla="*/ 252167 h 361333"/>
                <a:gd name="connsiteX9" fmla="*/ 82430 w 361674"/>
                <a:gd name="connsiteY9" fmla="*/ 252167 h 361333"/>
                <a:gd name="connsiteX10" fmla="*/ 76040 w 361674"/>
                <a:gd name="connsiteY10" fmla="*/ 245783 h 361333"/>
                <a:gd name="connsiteX11" fmla="*/ 76040 w 361674"/>
                <a:gd name="connsiteY11" fmla="*/ 149385 h 361333"/>
                <a:gd name="connsiteX12" fmla="*/ 82430 w 361674"/>
                <a:gd name="connsiteY12" fmla="*/ 143001 h 361333"/>
                <a:gd name="connsiteX13" fmla="*/ 93293 w 361674"/>
                <a:gd name="connsiteY13" fmla="*/ 143001 h 361333"/>
                <a:gd name="connsiteX14" fmla="*/ 92654 w 361674"/>
                <a:gd name="connsiteY14" fmla="*/ 139171 h 361333"/>
                <a:gd name="connsiteX15" fmla="*/ 98404 w 361674"/>
                <a:gd name="connsiteY15" fmla="*/ 132148 h 361333"/>
                <a:gd name="connsiteX16" fmla="*/ 237705 w 361674"/>
                <a:gd name="connsiteY16" fmla="*/ 113635 h 361333"/>
                <a:gd name="connsiteX17" fmla="*/ 237705 w 361674"/>
                <a:gd name="connsiteY17" fmla="*/ 113635 h 361333"/>
                <a:gd name="connsiteX18" fmla="*/ 237705 w 361674"/>
                <a:gd name="connsiteY18" fmla="*/ 113635 h 361333"/>
                <a:gd name="connsiteX19" fmla="*/ 266460 w 361674"/>
                <a:gd name="connsiteY19" fmla="*/ 109804 h 361333"/>
                <a:gd name="connsiteX20" fmla="*/ 273489 w 361674"/>
                <a:gd name="connsiteY20" fmla="*/ 115550 h 361333"/>
                <a:gd name="connsiteX21" fmla="*/ 277323 w 361674"/>
                <a:gd name="connsiteY21" fmla="*/ 144278 h 361333"/>
                <a:gd name="connsiteX22" fmla="*/ 277323 w 361674"/>
                <a:gd name="connsiteY22" fmla="*/ 144278 h 361333"/>
                <a:gd name="connsiteX23" fmla="*/ 277323 w 361674"/>
                <a:gd name="connsiteY23" fmla="*/ 144278 h 361333"/>
                <a:gd name="connsiteX24" fmla="*/ 286269 w 361674"/>
                <a:gd name="connsiteY24" fmla="*/ 211310 h 361333"/>
                <a:gd name="connsiteX25" fmla="*/ 280518 w 361674"/>
                <a:gd name="connsiteY25" fmla="*/ 21833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1674"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09" y="81077"/>
                    <a:pt x="281157" y="0"/>
                    <a:pt x="180835" y="0"/>
                  </a:cubicBezTo>
                  <a:close/>
                  <a:moveTo>
                    <a:pt x="280518" y="218332"/>
                  </a:moveTo>
                  <a:lnTo>
                    <a:pt x="258153" y="221524"/>
                  </a:lnTo>
                  <a:lnTo>
                    <a:pt x="258153" y="245783"/>
                  </a:lnTo>
                  <a:cubicBezTo>
                    <a:pt x="258153" y="249614"/>
                    <a:pt x="255597" y="252167"/>
                    <a:pt x="251763" y="252167"/>
                  </a:cubicBezTo>
                  <a:lnTo>
                    <a:pt x="82430" y="252167"/>
                  </a:lnTo>
                  <a:cubicBezTo>
                    <a:pt x="78596" y="252167"/>
                    <a:pt x="76040" y="249614"/>
                    <a:pt x="76040" y="245783"/>
                  </a:cubicBezTo>
                  <a:lnTo>
                    <a:pt x="76040" y="149385"/>
                  </a:lnTo>
                  <a:cubicBezTo>
                    <a:pt x="76040" y="145555"/>
                    <a:pt x="78596" y="143001"/>
                    <a:pt x="82430" y="143001"/>
                  </a:cubicBezTo>
                  <a:lnTo>
                    <a:pt x="93293" y="143001"/>
                  </a:lnTo>
                  <a:lnTo>
                    <a:pt x="92654" y="139171"/>
                  </a:lnTo>
                  <a:cubicBezTo>
                    <a:pt x="92014" y="135979"/>
                    <a:pt x="94571" y="132787"/>
                    <a:pt x="98404" y="132148"/>
                  </a:cubicBezTo>
                  <a:lnTo>
                    <a:pt x="237705" y="113635"/>
                  </a:lnTo>
                  <a:cubicBezTo>
                    <a:pt x="237705" y="113635"/>
                    <a:pt x="237705" y="113635"/>
                    <a:pt x="237705" y="113635"/>
                  </a:cubicBezTo>
                  <a:cubicBezTo>
                    <a:pt x="237705" y="113635"/>
                    <a:pt x="237705" y="113635"/>
                    <a:pt x="237705" y="113635"/>
                  </a:cubicBezTo>
                  <a:lnTo>
                    <a:pt x="266460" y="109804"/>
                  </a:lnTo>
                  <a:cubicBezTo>
                    <a:pt x="269655" y="109166"/>
                    <a:pt x="272850" y="111720"/>
                    <a:pt x="273489" y="115550"/>
                  </a:cubicBezTo>
                  <a:lnTo>
                    <a:pt x="277323" y="144278"/>
                  </a:lnTo>
                  <a:cubicBezTo>
                    <a:pt x="277323" y="144278"/>
                    <a:pt x="277323" y="144278"/>
                    <a:pt x="277323" y="144278"/>
                  </a:cubicBezTo>
                  <a:cubicBezTo>
                    <a:pt x="277323" y="144278"/>
                    <a:pt x="277323" y="144278"/>
                    <a:pt x="277323" y="144278"/>
                  </a:cubicBezTo>
                  <a:lnTo>
                    <a:pt x="286269" y="211310"/>
                  </a:lnTo>
                  <a:cubicBezTo>
                    <a:pt x="286269" y="214502"/>
                    <a:pt x="284352" y="217694"/>
                    <a:pt x="280518" y="218332"/>
                  </a:cubicBezTo>
                  <a:close/>
                </a:path>
              </a:pathLst>
            </a:custGeom>
            <a:solidFill>
              <a:srgbClr val="007680"/>
            </a:solidFill>
            <a:ln w="6390" cap="flat">
              <a:noFill/>
              <a:prstDash val="solid"/>
              <a:miter/>
            </a:ln>
          </p:spPr>
          <p:txBody>
            <a:bodyPr rtlCol="0" anchor="ctr"/>
            <a:lstStyle/>
            <a:p>
              <a:endParaRPr lang="en-US"/>
            </a:p>
          </p:txBody>
        </p:sp>
        <p:sp>
          <p:nvSpPr>
            <p:cNvPr id="656" name="Graphic 4">
              <a:extLst>
                <a:ext uri="{FF2B5EF4-FFF2-40B4-BE49-F238E27FC236}">
                  <a16:creationId xmlns:a16="http://schemas.microsoft.com/office/drawing/2014/main" id="{4A8AFD6D-B401-074B-9BB5-81925A9BA1DF}"/>
                </a:ext>
              </a:extLst>
            </p:cNvPr>
            <p:cNvSpPr/>
            <p:nvPr/>
          </p:nvSpPr>
          <p:spPr>
            <a:xfrm>
              <a:off x="10413680" y="1142257"/>
              <a:ext cx="14697" cy="14683"/>
            </a:xfrm>
            <a:custGeom>
              <a:avLst/>
              <a:gdLst>
                <a:gd name="connsiteX0" fmla="*/ 0 w 14697"/>
                <a:gd name="connsiteY0" fmla="*/ 0 h 14683"/>
                <a:gd name="connsiteX1" fmla="*/ 0 w 14697"/>
                <a:gd name="connsiteY1" fmla="*/ 14683 h 14683"/>
                <a:gd name="connsiteX2" fmla="*/ 14697 w 14697"/>
                <a:gd name="connsiteY2" fmla="*/ 14683 h 14683"/>
                <a:gd name="connsiteX3" fmla="*/ 0 w 14697"/>
                <a:gd name="connsiteY3" fmla="*/ 0 h 14683"/>
              </a:gdLst>
              <a:ahLst/>
              <a:cxnLst>
                <a:cxn ang="0">
                  <a:pos x="connsiteX0" y="connsiteY0"/>
                </a:cxn>
                <a:cxn ang="0">
                  <a:pos x="connsiteX1" y="connsiteY1"/>
                </a:cxn>
                <a:cxn ang="0">
                  <a:pos x="connsiteX2" y="connsiteY2"/>
                </a:cxn>
                <a:cxn ang="0">
                  <a:pos x="connsiteX3" y="connsiteY3"/>
                </a:cxn>
              </a:cxnLst>
              <a:rect l="l" t="t" r="r" b="b"/>
              <a:pathLst>
                <a:path w="14697" h="14683">
                  <a:moveTo>
                    <a:pt x="0" y="0"/>
                  </a:moveTo>
                  <a:lnTo>
                    <a:pt x="0" y="14683"/>
                  </a:lnTo>
                  <a:lnTo>
                    <a:pt x="14697" y="14683"/>
                  </a:lnTo>
                  <a:cubicBezTo>
                    <a:pt x="12780" y="7661"/>
                    <a:pt x="7030" y="2554"/>
                    <a:pt x="0" y="0"/>
                  </a:cubicBezTo>
                  <a:close/>
                </a:path>
              </a:pathLst>
            </a:custGeom>
            <a:solidFill>
              <a:srgbClr val="007680"/>
            </a:solidFill>
            <a:ln w="6390" cap="flat">
              <a:noFill/>
              <a:prstDash val="solid"/>
              <a:miter/>
            </a:ln>
          </p:spPr>
          <p:txBody>
            <a:bodyPr rtlCol="0" anchor="ctr"/>
            <a:lstStyle/>
            <a:p>
              <a:endParaRPr lang="en-US"/>
            </a:p>
          </p:txBody>
        </p:sp>
      </p:grpSp>
      <p:grpSp>
        <p:nvGrpSpPr>
          <p:cNvPr id="657" name="Graphic 4">
            <a:extLst>
              <a:ext uri="{FF2B5EF4-FFF2-40B4-BE49-F238E27FC236}">
                <a16:creationId xmlns:a16="http://schemas.microsoft.com/office/drawing/2014/main" id="{A42688EB-FD6F-C940-A5FF-24CF76FCFA46}"/>
              </a:ext>
            </a:extLst>
          </p:cNvPr>
          <p:cNvGrpSpPr/>
          <p:nvPr/>
        </p:nvGrpSpPr>
        <p:grpSpPr>
          <a:xfrm>
            <a:off x="9279466" y="3339623"/>
            <a:ext cx="361671" cy="361333"/>
            <a:chOff x="9279466" y="3339623"/>
            <a:chExt cx="361671" cy="361333"/>
          </a:xfrm>
          <a:solidFill>
            <a:srgbClr val="007680"/>
          </a:solidFill>
        </p:grpSpPr>
        <p:sp>
          <p:nvSpPr>
            <p:cNvPr id="658" name="Graphic 4">
              <a:extLst>
                <a:ext uri="{FF2B5EF4-FFF2-40B4-BE49-F238E27FC236}">
                  <a16:creationId xmlns:a16="http://schemas.microsoft.com/office/drawing/2014/main" id="{02E3BD4F-DE26-F146-B2D0-F9694614B83E}"/>
                </a:ext>
              </a:extLst>
            </p:cNvPr>
            <p:cNvSpPr/>
            <p:nvPr/>
          </p:nvSpPr>
          <p:spPr>
            <a:xfrm>
              <a:off x="9473720" y="3572000"/>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59" name="Graphic 4">
              <a:extLst>
                <a:ext uri="{FF2B5EF4-FFF2-40B4-BE49-F238E27FC236}">
                  <a16:creationId xmlns:a16="http://schemas.microsoft.com/office/drawing/2014/main" id="{5AA34572-1614-6342-81F7-5BC7C884D7FF}"/>
                </a:ext>
              </a:extLst>
            </p:cNvPr>
            <p:cNvSpPr/>
            <p:nvPr/>
          </p:nvSpPr>
          <p:spPr>
            <a:xfrm>
              <a:off x="9414933" y="3572000"/>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60" name="Graphic 4">
              <a:extLst>
                <a:ext uri="{FF2B5EF4-FFF2-40B4-BE49-F238E27FC236}">
                  <a16:creationId xmlns:a16="http://schemas.microsoft.com/office/drawing/2014/main" id="{31A55989-3B1A-5545-8171-C3EB62A3B24B}"/>
                </a:ext>
              </a:extLst>
            </p:cNvPr>
            <p:cNvSpPr/>
            <p:nvPr/>
          </p:nvSpPr>
          <p:spPr>
            <a:xfrm>
              <a:off x="9503114" y="3572000"/>
              <a:ext cx="16613" cy="16598"/>
            </a:xfrm>
            <a:custGeom>
              <a:avLst/>
              <a:gdLst>
                <a:gd name="connsiteX0" fmla="*/ 0 w 16613"/>
                <a:gd name="connsiteY0" fmla="*/ 0 h 16598"/>
                <a:gd name="connsiteX1" fmla="*/ 16613 w 16613"/>
                <a:gd name="connsiteY1" fmla="*/ 0 h 16598"/>
                <a:gd name="connsiteX2" fmla="*/ 16613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3" y="0"/>
                  </a:lnTo>
                  <a:lnTo>
                    <a:pt x="16613"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61" name="Graphic 4">
              <a:extLst>
                <a:ext uri="{FF2B5EF4-FFF2-40B4-BE49-F238E27FC236}">
                  <a16:creationId xmlns:a16="http://schemas.microsoft.com/office/drawing/2014/main" id="{3A176CF4-37C6-5041-8B5D-57E2D1148601}"/>
                </a:ext>
              </a:extLst>
            </p:cNvPr>
            <p:cNvSpPr/>
            <p:nvPr/>
          </p:nvSpPr>
          <p:spPr>
            <a:xfrm>
              <a:off x="9487778" y="3601367"/>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62" name="Graphic 4">
              <a:extLst>
                <a:ext uri="{FF2B5EF4-FFF2-40B4-BE49-F238E27FC236}">
                  <a16:creationId xmlns:a16="http://schemas.microsoft.com/office/drawing/2014/main" id="{132A2109-D74B-5147-8148-A27B244B4562}"/>
                </a:ext>
              </a:extLst>
            </p:cNvPr>
            <p:cNvSpPr/>
            <p:nvPr/>
          </p:nvSpPr>
          <p:spPr>
            <a:xfrm>
              <a:off x="9428991" y="3601367"/>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63" name="Graphic 4">
              <a:extLst>
                <a:ext uri="{FF2B5EF4-FFF2-40B4-BE49-F238E27FC236}">
                  <a16:creationId xmlns:a16="http://schemas.microsoft.com/office/drawing/2014/main" id="{2B92525B-4965-E041-8428-17004B56739F}"/>
                </a:ext>
              </a:extLst>
            </p:cNvPr>
            <p:cNvSpPr/>
            <p:nvPr/>
          </p:nvSpPr>
          <p:spPr>
            <a:xfrm>
              <a:off x="9444327" y="3572000"/>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64" name="Graphic 4">
              <a:extLst>
                <a:ext uri="{FF2B5EF4-FFF2-40B4-BE49-F238E27FC236}">
                  <a16:creationId xmlns:a16="http://schemas.microsoft.com/office/drawing/2014/main" id="{53E51EF4-588B-0949-BD5D-3551AE280D25}"/>
                </a:ext>
              </a:extLst>
            </p:cNvPr>
            <p:cNvSpPr/>
            <p:nvPr/>
          </p:nvSpPr>
          <p:spPr>
            <a:xfrm>
              <a:off x="9458384" y="3601367"/>
              <a:ext cx="16613" cy="16598"/>
            </a:xfrm>
            <a:custGeom>
              <a:avLst/>
              <a:gdLst>
                <a:gd name="connsiteX0" fmla="*/ 0 w 16613"/>
                <a:gd name="connsiteY0" fmla="*/ 0 h 16598"/>
                <a:gd name="connsiteX1" fmla="*/ 16613 w 16613"/>
                <a:gd name="connsiteY1" fmla="*/ 0 h 16598"/>
                <a:gd name="connsiteX2" fmla="*/ 16613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3" y="0"/>
                  </a:lnTo>
                  <a:lnTo>
                    <a:pt x="16613"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65" name="Graphic 4">
              <a:extLst>
                <a:ext uri="{FF2B5EF4-FFF2-40B4-BE49-F238E27FC236}">
                  <a16:creationId xmlns:a16="http://schemas.microsoft.com/office/drawing/2014/main" id="{741D9BDD-D4E6-8040-B105-D9D07F29A961}"/>
                </a:ext>
              </a:extLst>
            </p:cNvPr>
            <p:cNvSpPr/>
            <p:nvPr/>
          </p:nvSpPr>
          <p:spPr>
            <a:xfrm>
              <a:off x="9279466" y="3339623"/>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267739 w 361671"/>
                <a:gd name="connsiteY5" fmla="*/ 285364 h 361333"/>
                <a:gd name="connsiteX6" fmla="*/ 261349 w 361671"/>
                <a:gd name="connsiteY6" fmla="*/ 291748 h 361333"/>
                <a:gd name="connsiteX7" fmla="*/ 114380 w 361671"/>
                <a:gd name="connsiteY7" fmla="*/ 291748 h 361333"/>
                <a:gd name="connsiteX8" fmla="*/ 107990 w 361671"/>
                <a:gd name="connsiteY8" fmla="*/ 285364 h 361333"/>
                <a:gd name="connsiteX9" fmla="*/ 107990 w 361671"/>
                <a:gd name="connsiteY9" fmla="*/ 261743 h 361333"/>
                <a:gd name="connsiteX10" fmla="*/ 100322 w 361671"/>
                <a:gd name="connsiteY10" fmla="*/ 261743 h 361333"/>
                <a:gd name="connsiteX11" fmla="*/ 93933 w 361671"/>
                <a:gd name="connsiteY11" fmla="*/ 255359 h 361333"/>
                <a:gd name="connsiteX12" fmla="*/ 93933 w 361671"/>
                <a:gd name="connsiteY12" fmla="*/ 225993 h 361333"/>
                <a:gd name="connsiteX13" fmla="*/ 100322 w 361671"/>
                <a:gd name="connsiteY13" fmla="*/ 219609 h 361333"/>
                <a:gd name="connsiteX14" fmla="*/ 128438 w 361671"/>
                <a:gd name="connsiteY14" fmla="*/ 219609 h 361333"/>
                <a:gd name="connsiteX15" fmla="*/ 129077 w 361671"/>
                <a:gd name="connsiteY15" fmla="*/ 219609 h 361333"/>
                <a:gd name="connsiteX16" fmla="*/ 129716 w 361671"/>
                <a:gd name="connsiteY16" fmla="*/ 219609 h 361333"/>
                <a:gd name="connsiteX17" fmla="*/ 137384 w 361671"/>
                <a:gd name="connsiteY17" fmla="*/ 219609 h 361333"/>
                <a:gd name="connsiteX18" fmla="*/ 100322 w 361671"/>
                <a:gd name="connsiteY18" fmla="*/ 151939 h 361333"/>
                <a:gd name="connsiteX19" fmla="*/ 180836 w 361671"/>
                <a:gd name="connsiteY19" fmla="*/ 71501 h 361333"/>
                <a:gd name="connsiteX20" fmla="*/ 261349 w 361671"/>
                <a:gd name="connsiteY20" fmla="*/ 151939 h 361333"/>
                <a:gd name="connsiteX21" fmla="*/ 224287 w 361671"/>
                <a:gd name="connsiteY21" fmla="*/ 219609 h 361333"/>
                <a:gd name="connsiteX22" fmla="*/ 247291 w 361671"/>
                <a:gd name="connsiteY22" fmla="*/ 219609 h 361333"/>
                <a:gd name="connsiteX23" fmla="*/ 253681 w 361671"/>
                <a:gd name="connsiteY23" fmla="*/ 225993 h 361333"/>
                <a:gd name="connsiteX24" fmla="*/ 253681 w 361671"/>
                <a:gd name="connsiteY24" fmla="*/ 249614 h 361333"/>
                <a:gd name="connsiteX25" fmla="*/ 261349 w 361671"/>
                <a:gd name="connsiteY25" fmla="*/ 249614 h 361333"/>
                <a:gd name="connsiteX26" fmla="*/ 267739 w 361671"/>
                <a:gd name="connsiteY26" fmla="*/ 255998 h 361333"/>
                <a:gd name="connsiteX27" fmla="*/ 267739 w 361671"/>
                <a:gd name="connsiteY27" fmla="*/ 28536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1671" h="361333">
                  <a:moveTo>
                    <a:pt x="180836" y="0"/>
                  </a:moveTo>
                  <a:cubicBezTo>
                    <a:pt x="80514" y="0"/>
                    <a:pt x="0" y="81077"/>
                    <a:pt x="0" y="180667"/>
                  </a:cubicBezTo>
                  <a:cubicBezTo>
                    <a:pt x="0" y="280895"/>
                    <a:pt x="81153" y="361333"/>
                    <a:pt x="180836" y="361333"/>
                  </a:cubicBezTo>
                  <a:cubicBezTo>
                    <a:pt x="280518" y="361333"/>
                    <a:pt x="361671" y="280257"/>
                    <a:pt x="361671" y="180667"/>
                  </a:cubicBezTo>
                  <a:cubicBezTo>
                    <a:pt x="361671" y="81077"/>
                    <a:pt x="280518" y="0"/>
                    <a:pt x="180836" y="0"/>
                  </a:cubicBezTo>
                  <a:close/>
                  <a:moveTo>
                    <a:pt x="267739" y="285364"/>
                  </a:moveTo>
                  <a:cubicBezTo>
                    <a:pt x="267739" y="289194"/>
                    <a:pt x="265182" y="291748"/>
                    <a:pt x="261349" y="291748"/>
                  </a:cubicBezTo>
                  <a:lnTo>
                    <a:pt x="114380" y="291748"/>
                  </a:lnTo>
                  <a:cubicBezTo>
                    <a:pt x="110546" y="291748"/>
                    <a:pt x="107990" y="289194"/>
                    <a:pt x="107990" y="285364"/>
                  </a:cubicBezTo>
                  <a:lnTo>
                    <a:pt x="107990" y="261743"/>
                  </a:lnTo>
                  <a:lnTo>
                    <a:pt x="100322" y="261743"/>
                  </a:lnTo>
                  <a:cubicBezTo>
                    <a:pt x="96489" y="261743"/>
                    <a:pt x="93933" y="259190"/>
                    <a:pt x="93933" y="255359"/>
                  </a:cubicBezTo>
                  <a:lnTo>
                    <a:pt x="93933" y="225993"/>
                  </a:lnTo>
                  <a:cubicBezTo>
                    <a:pt x="93933" y="222163"/>
                    <a:pt x="96489" y="219609"/>
                    <a:pt x="100322" y="219609"/>
                  </a:cubicBezTo>
                  <a:lnTo>
                    <a:pt x="128438" y="219609"/>
                  </a:lnTo>
                  <a:cubicBezTo>
                    <a:pt x="128438" y="219609"/>
                    <a:pt x="129077" y="219609"/>
                    <a:pt x="129077" y="219609"/>
                  </a:cubicBezTo>
                  <a:cubicBezTo>
                    <a:pt x="129077" y="219609"/>
                    <a:pt x="129716" y="219609"/>
                    <a:pt x="129716" y="219609"/>
                  </a:cubicBezTo>
                  <a:lnTo>
                    <a:pt x="137384" y="219609"/>
                  </a:lnTo>
                  <a:cubicBezTo>
                    <a:pt x="115019" y="205564"/>
                    <a:pt x="100322" y="180028"/>
                    <a:pt x="100322" y="151939"/>
                  </a:cubicBezTo>
                  <a:cubicBezTo>
                    <a:pt x="100322" y="107251"/>
                    <a:pt x="136745" y="71501"/>
                    <a:pt x="180836" y="71501"/>
                  </a:cubicBezTo>
                  <a:cubicBezTo>
                    <a:pt x="224926" y="71501"/>
                    <a:pt x="261349" y="107889"/>
                    <a:pt x="261349" y="151939"/>
                  </a:cubicBezTo>
                  <a:cubicBezTo>
                    <a:pt x="261349" y="180667"/>
                    <a:pt x="246652" y="205564"/>
                    <a:pt x="224287" y="219609"/>
                  </a:cubicBezTo>
                  <a:lnTo>
                    <a:pt x="247291" y="219609"/>
                  </a:lnTo>
                  <a:cubicBezTo>
                    <a:pt x="251125" y="219609"/>
                    <a:pt x="253681" y="222163"/>
                    <a:pt x="253681" y="225993"/>
                  </a:cubicBezTo>
                  <a:lnTo>
                    <a:pt x="253681" y="249614"/>
                  </a:lnTo>
                  <a:lnTo>
                    <a:pt x="261349" y="249614"/>
                  </a:lnTo>
                  <a:cubicBezTo>
                    <a:pt x="265182" y="249614"/>
                    <a:pt x="267739" y="252167"/>
                    <a:pt x="267739" y="255998"/>
                  </a:cubicBezTo>
                  <a:lnTo>
                    <a:pt x="267739" y="285364"/>
                  </a:lnTo>
                  <a:close/>
                </a:path>
              </a:pathLst>
            </a:custGeom>
            <a:solidFill>
              <a:srgbClr val="007680"/>
            </a:solidFill>
            <a:ln w="6390" cap="flat">
              <a:noFill/>
              <a:prstDash val="solid"/>
              <a:miter/>
            </a:ln>
          </p:spPr>
          <p:txBody>
            <a:bodyPr rtlCol="0" anchor="ctr"/>
            <a:lstStyle/>
            <a:p>
              <a:endParaRPr lang="en-US"/>
            </a:p>
          </p:txBody>
        </p:sp>
        <p:sp>
          <p:nvSpPr>
            <p:cNvPr id="666" name="Graphic 4">
              <a:extLst>
                <a:ext uri="{FF2B5EF4-FFF2-40B4-BE49-F238E27FC236}">
                  <a16:creationId xmlns:a16="http://schemas.microsoft.com/office/drawing/2014/main" id="{04885AC2-A911-2F41-BFB1-5C37F0928749}"/>
                </a:ext>
              </a:extLst>
            </p:cNvPr>
            <p:cNvSpPr/>
            <p:nvPr/>
          </p:nvSpPr>
          <p:spPr>
            <a:xfrm>
              <a:off x="9517811" y="3601367"/>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67" name="Graphic 4">
              <a:extLst>
                <a:ext uri="{FF2B5EF4-FFF2-40B4-BE49-F238E27FC236}">
                  <a16:creationId xmlns:a16="http://schemas.microsoft.com/office/drawing/2014/main" id="{19184D33-162F-5A4E-9007-3B463357DA6A}"/>
                </a:ext>
              </a:extLst>
            </p:cNvPr>
            <p:cNvSpPr/>
            <p:nvPr/>
          </p:nvSpPr>
          <p:spPr>
            <a:xfrm>
              <a:off x="9392568" y="3423253"/>
              <a:ext cx="135466" cy="135350"/>
            </a:xfrm>
            <a:custGeom>
              <a:avLst/>
              <a:gdLst>
                <a:gd name="connsiteX0" fmla="*/ 135466 w 135466"/>
                <a:gd name="connsiteY0" fmla="*/ 67670 h 135350"/>
                <a:gd name="connsiteX1" fmla="*/ 67733 w 135466"/>
                <a:gd name="connsiteY1" fmla="*/ 0 h 135350"/>
                <a:gd name="connsiteX2" fmla="*/ 0 w 135466"/>
                <a:gd name="connsiteY2" fmla="*/ 67670 h 135350"/>
                <a:gd name="connsiteX3" fmla="*/ 67733 w 135466"/>
                <a:gd name="connsiteY3" fmla="*/ 135341 h 135350"/>
                <a:gd name="connsiteX4" fmla="*/ 135466 w 135466"/>
                <a:gd name="connsiteY4" fmla="*/ 67670 h 135350"/>
                <a:gd name="connsiteX5" fmla="*/ 61343 w 135466"/>
                <a:gd name="connsiteY5" fmla="*/ 107889 h 135350"/>
                <a:gd name="connsiteX6" fmla="*/ 61343 w 135466"/>
                <a:gd name="connsiteY6" fmla="*/ 103421 h 135350"/>
                <a:gd name="connsiteX7" fmla="*/ 46646 w 135466"/>
                <a:gd name="connsiteY7" fmla="*/ 82992 h 135350"/>
                <a:gd name="connsiteX8" fmla="*/ 53036 w 135466"/>
                <a:gd name="connsiteY8" fmla="*/ 76608 h 135350"/>
                <a:gd name="connsiteX9" fmla="*/ 59426 w 135466"/>
                <a:gd name="connsiteY9" fmla="*/ 82992 h 135350"/>
                <a:gd name="connsiteX10" fmla="*/ 67733 w 135466"/>
                <a:gd name="connsiteY10" fmla="*/ 91291 h 135350"/>
                <a:gd name="connsiteX11" fmla="*/ 76679 w 135466"/>
                <a:gd name="connsiteY11" fmla="*/ 82992 h 135350"/>
                <a:gd name="connsiteX12" fmla="*/ 67733 w 135466"/>
                <a:gd name="connsiteY12" fmla="*/ 74054 h 135350"/>
                <a:gd name="connsiteX13" fmla="*/ 46646 w 135466"/>
                <a:gd name="connsiteY13" fmla="*/ 52987 h 135350"/>
                <a:gd name="connsiteX14" fmla="*/ 61343 w 135466"/>
                <a:gd name="connsiteY14" fmla="*/ 32559 h 135350"/>
                <a:gd name="connsiteX15" fmla="*/ 61343 w 135466"/>
                <a:gd name="connsiteY15" fmla="*/ 28090 h 135350"/>
                <a:gd name="connsiteX16" fmla="*/ 67733 w 135466"/>
                <a:gd name="connsiteY16" fmla="*/ 21706 h 135350"/>
                <a:gd name="connsiteX17" fmla="*/ 74123 w 135466"/>
                <a:gd name="connsiteY17" fmla="*/ 28090 h 135350"/>
                <a:gd name="connsiteX18" fmla="*/ 74123 w 135466"/>
                <a:gd name="connsiteY18" fmla="*/ 32559 h 135350"/>
                <a:gd name="connsiteX19" fmla="*/ 89459 w 135466"/>
                <a:gd name="connsiteY19" fmla="*/ 52987 h 135350"/>
                <a:gd name="connsiteX20" fmla="*/ 83069 w 135466"/>
                <a:gd name="connsiteY20" fmla="*/ 59371 h 135350"/>
                <a:gd name="connsiteX21" fmla="*/ 76679 w 135466"/>
                <a:gd name="connsiteY21" fmla="*/ 52987 h 135350"/>
                <a:gd name="connsiteX22" fmla="*/ 67733 w 135466"/>
                <a:gd name="connsiteY22" fmla="*/ 44050 h 135350"/>
                <a:gd name="connsiteX23" fmla="*/ 59426 w 135466"/>
                <a:gd name="connsiteY23" fmla="*/ 52987 h 135350"/>
                <a:gd name="connsiteX24" fmla="*/ 67733 w 135466"/>
                <a:gd name="connsiteY24" fmla="*/ 61286 h 135350"/>
                <a:gd name="connsiteX25" fmla="*/ 89459 w 135466"/>
                <a:gd name="connsiteY25" fmla="*/ 82992 h 135350"/>
                <a:gd name="connsiteX26" fmla="*/ 74123 w 135466"/>
                <a:gd name="connsiteY26" fmla="*/ 103421 h 135350"/>
                <a:gd name="connsiteX27" fmla="*/ 74123 w 135466"/>
                <a:gd name="connsiteY27" fmla="*/ 107889 h 135350"/>
                <a:gd name="connsiteX28" fmla="*/ 67733 w 135466"/>
                <a:gd name="connsiteY28" fmla="*/ 114273 h 135350"/>
                <a:gd name="connsiteX29" fmla="*/ 61343 w 135466"/>
                <a:gd name="connsiteY29" fmla="*/ 107889 h 13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5466" h="135350">
                  <a:moveTo>
                    <a:pt x="135466" y="67670"/>
                  </a:moveTo>
                  <a:cubicBezTo>
                    <a:pt x="135466" y="30005"/>
                    <a:pt x="104795" y="0"/>
                    <a:pt x="67733" y="0"/>
                  </a:cubicBezTo>
                  <a:cubicBezTo>
                    <a:pt x="30032" y="0"/>
                    <a:pt x="0" y="30643"/>
                    <a:pt x="0" y="67670"/>
                  </a:cubicBezTo>
                  <a:cubicBezTo>
                    <a:pt x="0" y="104697"/>
                    <a:pt x="30671" y="135341"/>
                    <a:pt x="67733" y="135341"/>
                  </a:cubicBezTo>
                  <a:cubicBezTo>
                    <a:pt x="104795" y="135979"/>
                    <a:pt x="135466" y="105336"/>
                    <a:pt x="135466" y="67670"/>
                  </a:cubicBezTo>
                  <a:close/>
                  <a:moveTo>
                    <a:pt x="61343" y="107889"/>
                  </a:moveTo>
                  <a:lnTo>
                    <a:pt x="61343" y="103421"/>
                  </a:lnTo>
                  <a:cubicBezTo>
                    <a:pt x="52397" y="100867"/>
                    <a:pt x="46646" y="92568"/>
                    <a:pt x="46646" y="82992"/>
                  </a:cubicBezTo>
                  <a:cubicBezTo>
                    <a:pt x="46646" y="79162"/>
                    <a:pt x="49202" y="76608"/>
                    <a:pt x="53036" y="76608"/>
                  </a:cubicBezTo>
                  <a:cubicBezTo>
                    <a:pt x="56871" y="76608"/>
                    <a:pt x="59426" y="79162"/>
                    <a:pt x="59426" y="82992"/>
                  </a:cubicBezTo>
                  <a:cubicBezTo>
                    <a:pt x="59426" y="88099"/>
                    <a:pt x="63261" y="91291"/>
                    <a:pt x="67733" y="91291"/>
                  </a:cubicBezTo>
                  <a:cubicBezTo>
                    <a:pt x="72845" y="91291"/>
                    <a:pt x="76679" y="87461"/>
                    <a:pt x="76679" y="82992"/>
                  </a:cubicBezTo>
                  <a:cubicBezTo>
                    <a:pt x="76679" y="77885"/>
                    <a:pt x="72845" y="74054"/>
                    <a:pt x="67733" y="74054"/>
                  </a:cubicBezTo>
                  <a:cubicBezTo>
                    <a:pt x="56231" y="74054"/>
                    <a:pt x="46646" y="64478"/>
                    <a:pt x="46646" y="52987"/>
                  </a:cubicBezTo>
                  <a:cubicBezTo>
                    <a:pt x="46646" y="43411"/>
                    <a:pt x="53036" y="35112"/>
                    <a:pt x="61343" y="32559"/>
                  </a:cubicBezTo>
                  <a:lnTo>
                    <a:pt x="61343" y="28090"/>
                  </a:lnTo>
                  <a:cubicBezTo>
                    <a:pt x="61343" y="24259"/>
                    <a:pt x="63899" y="21706"/>
                    <a:pt x="67733" y="21706"/>
                  </a:cubicBezTo>
                  <a:cubicBezTo>
                    <a:pt x="71567" y="21706"/>
                    <a:pt x="74123" y="24259"/>
                    <a:pt x="74123" y="28090"/>
                  </a:cubicBezTo>
                  <a:lnTo>
                    <a:pt x="74123" y="32559"/>
                  </a:lnTo>
                  <a:cubicBezTo>
                    <a:pt x="83069" y="35112"/>
                    <a:pt x="89459" y="43411"/>
                    <a:pt x="89459" y="52987"/>
                  </a:cubicBezTo>
                  <a:cubicBezTo>
                    <a:pt x="89459" y="56818"/>
                    <a:pt x="86903" y="59371"/>
                    <a:pt x="83069" y="59371"/>
                  </a:cubicBezTo>
                  <a:cubicBezTo>
                    <a:pt x="79235" y="59371"/>
                    <a:pt x="76679" y="56818"/>
                    <a:pt x="76679" y="52987"/>
                  </a:cubicBezTo>
                  <a:cubicBezTo>
                    <a:pt x="76679" y="47880"/>
                    <a:pt x="72845" y="44050"/>
                    <a:pt x="67733" y="44050"/>
                  </a:cubicBezTo>
                  <a:cubicBezTo>
                    <a:pt x="63261" y="44050"/>
                    <a:pt x="59426" y="47880"/>
                    <a:pt x="59426" y="52987"/>
                  </a:cubicBezTo>
                  <a:cubicBezTo>
                    <a:pt x="59426" y="58094"/>
                    <a:pt x="63261" y="61286"/>
                    <a:pt x="67733" y="61286"/>
                  </a:cubicBezTo>
                  <a:cubicBezTo>
                    <a:pt x="79874" y="61286"/>
                    <a:pt x="89459" y="70862"/>
                    <a:pt x="89459" y="82992"/>
                  </a:cubicBezTo>
                  <a:cubicBezTo>
                    <a:pt x="89459" y="92568"/>
                    <a:pt x="83069" y="100867"/>
                    <a:pt x="74123" y="103421"/>
                  </a:cubicBezTo>
                  <a:lnTo>
                    <a:pt x="74123" y="107889"/>
                  </a:lnTo>
                  <a:cubicBezTo>
                    <a:pt x="74123" y="111720"/>
                    <a:pt x="71567" y="114273"/>
                    <a:pt x="67733" y="114273"/>
                  </a:cubicBezTo>
                  <a:cubicBezTo>
                    <a:pt x="63899" y="114273"/>
                    <a:pt x="61343" y="111720"/>
                    <a:pt x="61343" y="107889"/>
                  </a:cubicBezTo>
                  <a:close/>
                </a:path>
              </a:pathLst>
            </a:custGeom>
            <a:solidFill>
              <a:srgbClr val="007680"/>
            </a:solidFill>
            <a:ln w="6390" cap="flat">
              <a:noFill/>
              <a:prstDash val="solid"/>
              <a:miter/>
            </a:ln>
          </p:spPr>
          <p:txBody>
            <a:bodyPr rtlCol="0" anchor="ctr"/>
            <a:lstStyle/>
            <a:p>
              <a:endParaRPr lang="en-US"/>
            </a:p>
          </p:txBody>
        </p:sp>
        <p:sp>
          <p:nvSpPr>
            <p:cNvPr id="668" name="Graphic 4">
              <a:extLst>
                <a:ext uri="{FF2B5EF4-FFF2-40B4-BE49-F238E27FC236}">
                  <a16:creationId xmlns:a16="http://schemas.microsoft.com/office/drawing/2014/main" id="{7CDB9791-B760-4F4E-9105-FCCD698151AC}"/>
                </a:ext>
              </a:extLst>
            </p:cNvPr>
            <p:cNvSpPr/>
            <p:nvPr/>
          </p:nvSpPr>
          <p:spPr>
            <a:xfrm>
              <a:off x="9400236" y="3601367"/>
              <a:ext cx="15974" cy="16598"/>
            </a:xfrm>
            <a:custGeom>
              <a:avLst/>
              <a:gdLst>
                <a:gd name="connsiteX0" fmla="*/ 0 w 15974"/>
                <a:gd name="connsiteY0" fmla="*/ 0 h 16598"/>
                <a:gd name="connsiteX1" fmla="*/ 15975 w 15974"/>
                <a:gd name="connsiteY1" fmla="*/ 0 h 16598"/>
                <a:gd name="connsiteX2" fmla="*/ 15975 w 15974"/>
                <a:gd name="connsiteY2" fmla="*/ 16598 h 16598"/>
                <a:gd name="connsiteX3" fmla="*/ 0 w 15974"/>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5974" h="16598">
                  <a:moveTo>
                    <a:pt x="0" y="0"/>
                  </a:moveTo>
                  <a:lnTo>
                    <a:pt x="15975" y="0"/>
                  </a:lnTo>
                  <a:lnTo>
                    <a:pt x="15975"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69" name="Graphic 4">
              <a:extLst>
                <a:ext uri="{FF2B5EF4-FFF2-40B4-BE49-F238E27FC236}">
                  <a16:creationId xmlns:a16="http://schemas.microsoft.com/office/drawing/2014/main" id="{D2B12F6F-71E3-5645-A0A0-4BE309943794}"/>
                </a:ext>
              </a:extLst>
            </p:cNvPr>
            <p:cNvSpPr/>
            <p:nvPr/>
          </p:nvSpPr>
          <p:spPr>
            <a:xfrm>
              <a:off x="9386178" y="3572000"/>
              <a:ext cx="15974" cy="16598"/>
            </a:xfrm>
            <a:custGeom>
              <a:avLst/>
              <a:gdLst>
                <a:gd name="connsiteX0" fmla="*/ 0 w 15974"/>
                <a:gd name="connsiteY0" fmla="*/ 0 h 16598"/>
                <a:gd name="connsiteX1" fmla="*/ 15975 w 15974"/>
                <a:gd name="connsiteY1" fmla="*/ 0 h 16598"/>
                <a:gd name="connsiteX2" fmla="*/ 15975 w 15974"/>
                <a:gd name="connsiteY2" fmla="*/ 16598 h 16598"/>
                <a:gd name="connsiteX3" fmla="*/ 0 w 15974"/>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5974" h="16598">
                  <a:moveTo>
                    <a:pt x="0" y="0"/>
                  </a:moveTo>
                  <a:lnTo>
                    <a:pt x="15975" y="0"/>
                  </a:lnTo>
                  <a:lnTo>
                    <a:pt x="15975" y="16598"/>
                  </a:lnTo>
                  <a:lnTo>
                    <a:pt x="0" y="16598"/>
                  </a:lnTo>
                  <a:close/>
                </a:path>
              </a:pathLst>
            </a:custGeom>
            <a:solidFill>
              <a:srgbClr val="007680"/>
            </a:solidFill>
            <a:ln w="6390" cap="flat">
              <a:noFill/>
              <a:prstDash val="solid"/>
              <a:miter/>
            </a:ln>
          </p:spPr>
          <p:txBody>
            <a:bodyPr rtlCol="0" anchor="ctr"/>
            <a:lstStyle/>
            <a:p>
              <a:endParaRPr lang="en-US"/>
            </a:p>
          </p:txBody>
        </p:sp>
      </p:grpSp>
      <p:grpSp>
        <p:nvGrpSpPr>
          <p:cNvPr id="670" name="Graphic 4">
            <a:extLst>
              <a:ext uri="{FF2B5EF4-FFF2-40B4-BE49-F238E27FC236}">
                <a16:creationId xmlns:a16="http://schemas.microsoft.com/office/drawing/2014/main" id="{5C19920E-7E7C-7749-A40B-A908D9BC7213}"/>
              </a:ext>
            </a:extLst>
          </p:cNvPr>
          <p:cNvGrpSpPr/>
          <p:nvPr/>
        </p:nvGrpSpPr>
        <p:grpSpPr>
          <a:xfrm>
            <a:off x="9279466" y="3824168"/>
            <a:ext cx="361671" cy="361333"/>
            <a:chOff x="9279466" y="3824168"/>
            <a:chExt cx="361671" cy="361333"/>
          </a:xfrm>
          <a:solidFill>
            <a:srgbClr val="007680"/>
          </a:solidFill>
        </p:grpSpPr>
        <p:sp>
          <p:nvSpPr>
            <p:cNvPr id="671" name="Graphic 4">
              <a:extLst>
                <a:ext uri="{FF2B5EF4-FFF2-40B4-BE49-F238E27FC236}">
                  <a16:creationId xmlns:a16="http://schemas.microsoft.com/office/drawing/2014/main" id="{C4139608-6D80-A84B-B17C-9BF4AFEE92F6}"/>
                </a:ext>
              </a:extLst>
            </p:cNvPr>
            <p:cNvSpPr/>
            <p:nvPr/>
          </p:nvSpPr>
          <p:spPr>
            <a:xfrm>
              <a:off x="9458384" y="4085911"/>
              <a:ext cx="16613" cy="16598"/>
            </a:xfrm>
            <a:custGeom>
              <a:avLst/>
              <a:gdLst>
                <a:gd name="connsiteX0" fmla="*/ 0 w 16613"/>
                <a:gd name="connsiteY0" fmla="*/ 0 h 16598"/>
                <a:gd name="connsiteX1" fmla="*/ 16613 w 16613"/>
                <a:gd name="connsiteY1" fmla="*/ 0 h 16598"/>
                <a:gd name="connsiteX2" fmla="*/ 16613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3" y="0"/>
                  </a:lnTo>
                  <a:lnTo>
                    <a:pt x="16613"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72" name="Graphic 4">
              <a:extLst>
                <a:ext uri="{FF2B5EF4-FFF2-40B4-BE49-F238E27FC236}">
                  <a16:creationId xmlns:a16="http://schemas.microsoft.com/office/drawing/2014/main" id="{69C4D5F3-FCB4-A240-AC61-12A880686DA1}"/>
                </a:ext>
              </a:extLst>
            </p:cNvPr>
            <p:cNvSpPr/>
            <p:nvPr/>
          </p:nvSpPr>
          <p:spPr>
            <a:xfrm>
              <a:off x="9444327" y="4055906"/>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73" name="Graphic 4">
              <a:extLst>
                <a:ext uri="{FF2B5EF4-FFF2-40B4-BE49-F238E27FC236}">
                  <a16:creationId xmlns:a16="http://schemas.microsoft.com/office/drawing/2014/main" id="{6778F8EF-3959-A248-9808-CE1C3E7744EC}"/>
                </a:ext>
              </a:extLst>
            </p:cNvPr>
            <p:cNvSpPr/>
            <p:nvPr/>
          </p:nvSpPr>
          <p:spPr>
            <a:xfrm>
              <a:off x="9503114" y="4055906"/>
              <a:ext cx="16613" cy="16598"/>
            </a:xfrm>
            <a:custGeom>
              <a:avLst/>
              <a:gdLst>
                <a:gd name="connsiteX0" fmla="*/ 0 w 16613"/>
                <a:gd name="connsiteY0" fmla="*/ 0 h 16598"/>
                <a:gd name="connsiteX1" fmla="*/ 16613 w 16613"/>
                <a:gd name="connsiteY1" fmla="*/ 0 h 16598"/>
                <a:gd name="connsiteX2" fmla="*/ 16613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3" y="0"/>
                  </a:lnTo>
                  <a:lnTo>
                    <a:pt x="16613"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74" name="Graphic 4">
              <a:extLst>
                <a:ext uri="{FF2B5EF4-FFF2-40B4-BE49-F238E27FC236}">
                  <a16:creationId xmlns:a16="http://schemas.microsoft.com/office/drawing/2014/main" id="{80B34584-B147-3046-9F74-451EC33AA2AE}"/>
                </a:ext>
              </a:extLst>
            </p:cNvPr>
            <p:cNvSpPr/>
            <p:nvPr/>
          </p:nvSpPr>
          <p:spPr>
            <a:xfrm>
              <a:off x="9487778" y="4085911"/>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75" name="Graphic 4">
              <a:extLst>
                <a:ext uri="{FF2B5EF4-FFF2-40B4-BE49-F238E27FC236}">
                  <a16:creationId xmlns:a16="http://schemas.microsoft.com/office/drawing/2014/main" id="{B1E7F43D-9B9E-7346-9FB2-11AFAD299753}"/>
                </a:ext>
              </a:extLst>
            </p:cNvPr>
            <p:cNvSpPr/>
            <p:nvPr/>
          </p:nvSpPr>
          <p:spPr>
            <a:xfrm>
              <a:off x="9414933" y="4055906"/>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76" name="Graphic 4">
              <a:extLst>
                <a:ext uri="{FF2B5EF4-FFF2-40B4-BE49-F238E27FC236}">
                  <a16:creationId xmlns:a16="http://schemas.microsoft.com/office/drawing/2014/main" id="{644F41E8-29E7-9C44-B0D7-E8A1242EDB66}"/>
                </a:ext>
              </a:extLst>
            </p:cNvPr>
            <p:cNvSpPr/>
            <p:nvPr/>
          </p:nvSpPr>
          <p:spPr>
            <a:xfrm>
              <a:off x="9428991" y="4085911"/>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77" name="Graphic 4">
              <a:extLst>
                <a:ext uri="{FF2B5EF4-FFF2-40B4-BE49-F238E27FC236}">
                  <a16:creationId xmlns:a16="http://schemas.microsoft.com/office/drawing/2014/main" id="{0021895A-9082-E84A-B7E2-9984D046D64B}"/>
                </a:ext>
              </a:extLst>
            </p:cNvPr>
            <p:cNvSpPr/>
            <p:nvPr/>
          </p:nvSpPr>
          <p:spPr>
            <a:xfrm>
              <a:off x="9400236" y="4085911"/>
              <a:ext cx="15974" cy="16598"/>
            </a:xfrm>
            <a:custGeom>
              <a:avLst/>
              <a:gdLst>
                <a:gd name="connsiteX0" fmla="*/ 0 w 15974"/>
                <a:gd name="connsiteY0" fmla="*/ 0 h 16598"/>
                <a:gd name="connsiteX1" fmla="*/ 15975 w 15974"/>
                <a:gd name="connsiteY1" fmla="*/ 0 h 16598"/>
                <a:gd name="connsiteX2" fmla="*/ 15975 w 15974"/>
                <a:gd name="connsiteY2" fmla="*/ 16598 h 16598"/>
                <a:gd name="connsiteX3" fmla="*/ 0 w 15974"/>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5974" h="16598">
                  <a:moveTo>
                    <a:pt x="0" y="0"/>
                  </a:moveTo>
                  <a:lnTo>
                    <a:pt x="15975" y="0"/>
                  </a:lnTo>
                  <a:lnTo>
                    <a:pt x="15975"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78" name="Graphic 4">
              <a:extLst>
                <a:ext uri="{FF2B5EF4-FFF2-40B4-BE49-F238E27FC236}">
                  <a16:creationId xmlns:a16="http://schemas.microsoft.com/office/drawing/2014/main" id="{7F306E01-2DFF-674A-92A7-ADAFFC281CF1}"/>
                </a:ext>
              </a:extLst>
            </p:cNvPr>
            <p:cNvSpPr/>
            <p:nvPr/>
          </p:nvSpPr>
          <p:spPr>
            <a:xfrm>
              <a:off x="9517811" y="4085911"/>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79" name="Graphic 4">
              <a:extLst>
                <a:ext uri="{FF2B5EF4-FFF2-40B4-BE49-F238E27FC236}">
                  <a16:creationId xmlns:a16="http://schemas.microsoft.com/office/drawing/2014/main" id="{0766617A-3610-DA4E-85F1-8A9375FBE4BB}"/>
                </a:ext>
              </a:extLst>
            </p:cNvPr>
            <p:cNvSpPr/>
            <p:nvPr/>
          </p:nvSpPr>
          <p:spPr>
            <a:xfrm>
              <a:off x="9279466" y="3824168"/>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267739 w 361671"/>
                <a:gd name="connsiteY5" fmla="*/ 284725 h 361333"/>
                <a:gd name="connsiteX6" fmla="*/ 261349 w 361671"/>
                <a:gd name="connsiteY6" fmla="*/ 291109 h 361333"/>
                <a:gd name="connsiteX7" fmla="*/ 114380 w 361671"/>
                <a:gd name="connsiteY7" fmla="*/ 291109 h 361333"/>
                <a:gd name="connsiteX8" fmla="*/ 107990 w 361671"/>
                <a:gd name="connsiteY8" fmla="*/ 284725 h 361333"/>
                <a:gd name="connsiteX9" fmla="*/ 107990 w 361671"/>
                <a:gd name="connsiteY9" fmla="*/ 261105 h 361333"/>
                <a:gd name="connsiteX10" fmla="*/ 100322 w 361671"/>
                <a:gd name="connsiteY10" fmla="*/ 261105 h 361333"/>
                <a:gd name="connsiteX11" fmla="*/ 93933 w 361671"/>
                <a:gd name="connsiteY11" fmla="*/ 254721 h 361333"/>
                <a:gd name="connsiteX12" fmla="*/ 93933 w 361671"/>
                <a:gd name="connsiteY12" fmla="*/ 225355 h 361333"/>
                <a:gd name="connsiteX13" fmla="*/ 100322 w 361671"/>
                <a:gd name="connsiteY13" fmla="*/ 218971 h 361333"/>
                <a:gd name="connsiteX14" fmla="*/ 128438 w 361671"/>
                <a:gd name="connsiteY14" fmla="*/ 218971 h 361333"/>
                <a:gd name="connsiteX15" fmla="*/ 129077 w 361671"/>
                <a:gd name="connsiteY15" fmla="*/ 218971 h 361333"/>
                <a:gd name="connsiteX16" fmla="*/ 129716 w 361671"/>
                <a:gd name="connsiteY16" fmla="*/ 218971 h 361333"/>
                <a:gd name="connsiteX17" fmla="*/ 137384 w 361671"/>
                <a:gd name="connsiteY17" fmla="*/ 218971 h 361333"/>
                <a:gd name="connsiteX18" fmla="*/ 100322 w 361671"/>
                <a:gd name="connsiteY18" fmla="*/ 151300 h 361333"/>
                <a:gd name="connsiteX19" fmla="*/ 180836 w 361671"/>
                <a:gd name="connsiteY19" fmla="*/ 70862 h 361333"/>
                <a:gd name="connsiteX20" fmla="*/ 261349 w 361671"/>
                <a:gd name="connsiteY20" fmla="*/ 151300 h 361333"/>
                <a:gd name="connsiteX21" fmla="*/ 224287 w 361671"/>
                <a:gd name="connsiteY21" fmla="*/ 218971 h 361333"/>
                <a:gd name="connsiteX22" fmla="*/ 247291 w 361671"/>
                <a:gd name="connsiteY22" fmla="*/ 218971 h 361333"/>
                <a:gd name="connsiteX23" fmla="*/ 253681 w 361671"/>
                <a:gd name="connsiteY23" fmla="*/ 225355 h 361333"/>
                <a:gd name="connsiteX24" fmla="*/ 253681 w 361671"/>
                <a:gd name="connsiteY24" fmla="*/ 248975 h 361333"/>
                <a:gd name="connsiteX25" fmla="*/ 261349 w 361671"/>
                <a:gd name="connsiteY25" fmla="*/ 248975 h 361333"/>
                <a:gd name="connsiteX26" fmla="*/ 267739 w 361671"/>
                <a:gd name="connsiteY26" fmla="*/ 255359 h 361333"/>
                <a:gd name="connsiteX27" fmla="*/ 267739 w 361671"/>
                <a:gd name="connsiteY27" fmla="*/ 28472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1671" h="361333">
                  <a:moveTo>
                    <a:pt x="180836" y="0"/>
                  </a:moveTo>
                  <a:cubicBezTo>
                    <a:pt x="80514" y="0"/>
                    <a:pt x="0" y="81076"/>
                    <a:pt x="0" y="180667"/>
                  </a:cubicBezTo>
                  <a:cubicBezTo>
                    <a:pt x="0" y="280895"/>
                    <a:pt x="81153" y="361333"/>
                    <a:pt x="180836" y="361333"/>
                  </a:cubicBezTo>
                  <a:cubicBezTo>
                    <a:pt x="280518" y="361333"/>
                    <a:pt x="361671" y="280257"/>
                    <a:pt x="361671" y="180667"/>
                  </a:cubicBezTo>
                  <a:cubicBezTo>
                    <a:pt x="361671" y="81076"/>
                    <a:pt x="280518" y="0"/>
                    <a:pt x="180836" y="0"/>
                  </a:cubicBezTo>
                  <a:close/>
                  <a:moveTo>
                    <a:pt x="267739" y="284725"/>
                  </a:moveTo>
                  <a:cubicBezTo>
                    <a:pt x="267739" y="288556"/>
                    <a:pt x="265182" y="291109"/>
                    <a:pt x="261349" y="291109"/>
                  </a:cubicBezTo>
                  <a:lnTo>
                    <a:pt x="114380" y="291109"/>
                  </a:lnTo>
                  <a:cubicBezTo>
                    <a:pt x="110546" y="291109"/>
                    <a:pt x="107990" y="288556"/>
                    <a:pt x="107990" y="284725"/>
                  </a:cubicBezTo>
                  <a:lnTo>
                    <a:pt x="107990" y="261105"/>
                  </a:lnTo>
                  <a:lnTo>
                    <a:pt x="100322" y="261105"/>
                  </a:lnTo>
                  <a:cubicBezTo>
                    <a:pt x="96489" y="261105"/>
                    <a:pt x="93933" y="258551"/>
                    <a:pt x="93933" y="254721"/>
                  </a:cubicBezTo>
                  <a:lnTo>
                    <a:pt x="93933" y="225355"/>
                  </a:lnTo>
                  <a:cubicBezTo>
                    <a:pt x="93933" y="221524"/>
                    <a:pt x="96489" y="218971"/>
                    <a:pt x="100322" y="218971"/>
                  </a:cubicBezTo>
                  <a:lnTo>
                    <a:pt x="128438" y="218971"/>
                  </a:lnTo>
                  <a:cubicBezTo>
                    <a:pt x="128438" y="218971"/>
                    <a:pt x="129077" y="218971"/>
                    <a:pt x="129077" y="218971"/>
                  </a:cubicBezTo>
                  <a:cubicBezTo>
                    <a:pt x="129077" y="218971"/>
                    <a:pt x="129716" y="218971"/>
                    <a:pt x="129716" y="218971"/>
                  </a:cubicBezTo>
                  <a:lnTo>
                    <a:pt x="137384" y="218971"/>
                  </a:lnTo>
                  <a:cubicBezTo>
                    <a:pt x="115019" y="204926"/>
                    <a:pt x="100322" y="179390"/>
                    <a:pt x="100322" y="151300"/>
                  </a:cubicBezTo>
                  <a:cubicBezTo>
                    <a:pt x="100322" y="106612"/>
                    <a:pt x="136745" y="70862"/>
                    <a:pt x="180836" y="70862"/>
                  </a:cubicBezTo>
                  <a:cubicBezTo>
                    <a:pt x="224926" y="70862"/>
                    <a:pt x="261349" y="107251"/>
                    <a:pt x="261349" y="151300"/>
                  </a:cubicBezTo>
                  <a:cubicBezTo>
                    <a:pt x="261349" y="180028"/>
                    <a:pt x="246652" y="204926"/>
                    <a:pt x="224287" y="218971"/>
                  </a:cubicBezTo>
                  <a:lnTo>
                    <a:pt x="247291" y="218971"/>
                  </a:lnTo>
                  <a:cubicBezTo>
                    <a:pt x="251125" y="218971"/>
                    <a:pt x="253681" y="221524"/>
                    <a:pt x="253681" y="225355"/>
                  </a:cubicBezTo>
                  <a:lnTo>
                    <a:pt x="253681" y="248975"/>
                  </a:lnTo>
                  <a:lnTo>
                    <a:pt x="261349" y="248975"/>
                  </a:lnTo>
                  <a:cubicBezTo>
                    <a:pt x="265182" y="248975"/>
                    <a:pt x="267739" y="251529"/>
                    <a:pt x="267739" y="255359"/>
                  </a:cubicBezTo>
                  <a:lnTo>
                    <a:pt x="267739" y="284725"/>
                  </a:lnTo>
                  <a:close/>
                </a:path>
              </a:pathLst>
            </a:custGeom>
            <a:solidFill>
              <a:srgbClr val="007680"/>
            </a:solidFill>
            <a:ln w="6390" cap="flat">
              <a:noFill/>
              <a:prstDash val="solid"/>
              <a:miter/>
            </a:ln>
          </p:spPr>
          <p:txBody>
            <a:bodyPr rtlCol="0" anchor="ctr"/>
            <a:lstStyle/>
            <a:p>
              <a:endParaRPr lang="en-US"/>
            </a:p>
          </p:txBody>
        </p:sp>
        <p:sp>
          <p:nvSpPr>
            <p:cNvPr id="680" name="Graphic 4">
              <a:extLst>
                <a:ext uri="{FF2B5EF4-FFF2-40B4-BE49-F238E27FC236}">
                  <a16:creationId xmlns:a16="http://schemas.microsoft.com/office/drawing/2014/main" id="{4A530D0E-D8FB-1D4C-9B60-A84D8BEDCC3A}"/>
                </a:ext>
              </a:extLst>
            </p:cNvPr>
            <p:cNvSpPr/>
            <p:nvPr/>
          </p:nvSpPr>
          <p:spPr>
            <a:xfrm>
              <a:off x="9386178" y="4055906"/>
              <a:ext cx="15974" cy="16598"/>
            </a:xfrm>
            <a:custGeom>
              <a:avLst/>
              <a:gdLst>
                <a:gd name="connsiteX0" fmla="*/ 0 w 15974"/>
                <a:gd name="connsiteY0" fmla="*/ 0 h 16598"/>
                <a:gd name="connsiteX1" fmla="*/ 15975 w 15974"/>
                <a:gd name="connsiteY1" fmla="*/ 0 h 16598"/>
                <a:gd name="connsiteX2" fmla="*/ 15975 w 15974"/>
                <a:gd name="connsiteY2" fmla="*/ 16598 h 16598"/>
                <a:gd name="connsiteX3" fmla="*/ 0 w 15974"/>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5974" h="16598">
                  <a:moveTo>
                    <a:pt x="0" y="0"/>
                  </a:moveTo>
                  <a:lnTo>
                    <a:pt x="15975" y="0"/>
                  </a:lnTo>
                  <a:lnTo>
                    <a:pt x="15975"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81" name="Graphic 4">
              <a:extLst>
                <a:ext uri="{FF2B5EF4-FFF2-40B4-BE49-F238E27FC236}">
                  <a16:creationId xmlns:a16="http://schemas.microsoft.com/office/drawing/2014/main" id="{1D62BBFA-8243-0A45-8A7A-79CB4DC53096}"/>
                </a:ext>
              </a:extLst>
            </p:cNvPr>
            <p:cNvSpPr/>
            <p:nvPr/>
          </p:nvSpPr>
          <p:spPr>
            <a:xfrm>
              <a:off x="9473720" y="4055906"/>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007680"/>
            </a:solidFill>
            <a:ln w="6390" cap="flat">
              <a:noFill/>
              <a:prstDash val="solid"/>
              <a:miter/>
            </a:ln>
          </p:spPr>
          <p:txBody>
            <a:bodyPr rtlCol="0" anchor="ctr"/>
            <a:lstStyle/>
            <a:p>
              <a:endParaRPr lang="en-US"/>
            </a:p>
          </p:txBody>
        </p:sp>
        <p:sp>
          <p:nvSpPr>
            <p:cNvPr id="682" name="Graphic 4">
              <a:extLst>
                <a:ext uri="{FF2B5EF4-FFF2-40B4-BE49-F238E27FC236}">
                  <a16:creationId xmlns:a16="http://schemas.microsoft.com/office/drawing/2014/main" id="{6349B6BC-AB54-5549-8771-8600A5569333}"/>
                </a:ext>
              </a:extLst>
            </p:cNvPr>
            <p:cNvSpPr/>
            <p:nvPr/>
          </p:nvSpPr>
          <p:spPr>
            <a:xfrm>
              <a:off x="9392568" y="3907798"/>
              <a:ext cx="135466" cy="135340"/>
            </a:xfrm>
            <a:custGeom>
              <a:avLst/>
              <a:gdLst>
                <a:gd name="connsiteX0" fmla="*/ 135466 w 135466"/>
                <a:gd name="connsiteY0" fmla="*/ 67670 h 135340"/>
                <a:gd name="connsiteX1" fmla="*/ 67733 w 135466"/>
                <a:gd name="connsiteY1" fmla="*/ 0 h 135340"/>
                <a:gd name="connsiteX2" fmla="*/ 0 w 135466"/>
                <a:gd name="connsiteY2" fmla="*/ 67670 h 135340"/>
                <a:gd name="connsiteX3" fmla="*/ 67733 w 135466"/>
                <a:gd name="connsiteY3" fmla="*/ 135341 h 135340"/>
                <a:gd name="connsiteX4" fmla="*/ 135466 w 135466"/>
                <a:gd name="connsiteY4" fmla="*/ 67670 h 135340"/>
                <a:gd name="connsiteX5" fmla="*/ 44730 w 135466"/>
                <a:gd name="connsiteY5" fmla="*/ 98952 h 135340"/>
                <a:gd name="connsiteX6" fmla="*/ 45368 w 135466"/>
                <a:gd name="connsiteY6" fmla="*/ 91930 h 135340"/>
                <a:gd name="connsiteX7" fmla="*/ 54953 w 135466"/>
                <a:gd name="connsiteY7" fmla="*/ 72139 h 135340"/>
                <a:gd name="connsiteX8" fmla="*/ 47925 w 135466"/>
                <a:gd name="connsiteY8" fmla="*/ 72139 h 135340"/>
                <a:gd name="connsiteX9" fmla="*/ 41535 w 135466"/>
                <a:gd name="connsiteY9" fmla="*/ 65755 h 135340"/>
                <a:gd name="connsiteX10" fmla="*/ 47286 w 135466"/>
                <a:gd name="connsiteY10" fmla="*/ 59371 h 135340"/>
                <a:gd name="connsiteX11" fmla="*/ 47925 w 135466"/>
                <a:gd name="connsiteY11" fmla="*/ 42773 h 135340"/>
                <a:gd name="connsiteX12" fmla="*/ 69650 w 135466"/>
                <a:gd name="connsiteY12" fmla="*/ 29366 h 135340"/>
                <a:gd name="connsiteX13" fmla="*/ 93293 w 135466"/>
                <a:gd name="connsiteY13" fmla="*/ 52987 h 135340"/>
                <a:gd name="connsiteX14" fmla="*/ 86903 w 135466"/>
                <a:gd name="connsiteY14" fmla="*/ 59371 h 135340"/>
                <a:gd name="connsiteX15" fmla="*/ 80513 w 135466"/>
                <a:gd name="connsiteY15" fmla="*/ 52987 h 135340"/>
                <a:gd name="connsiteX16" fmla="*/ 69650 w 135466"/>
                <a:gd name="connsiteY16" fmla="*/ 42134 h 135340"/>
                <a:gd name="connsiteX17" fmla="*/ 60066 w 135466"/>
                <a:gd name="connsiteY17" fmla="*/ 47880 h 135340"/>
                <a:gd name="connsiteX18" fmla="*/ 61343 w 135466"/>
                <a:gd name="connsiteY18" fmla="*/ 56818 h 135340"/>
                <a:gd name="connsiteX19" fmla="*/ 63261 w 135466"/>
                <a:gd name="connsiteY19" fmla="*/ 59371 h 135340"/>
                <a:gd name="connsiteX20" fmla="*/ 74123 w 135466"/>
                <a:gd name="connsiteY20" fmla="*/ 59371 h 135340"/>
                <a:gd name="connsiteX21" fmla="*/ 80513 w 135466"/>
                <a:gd name="connsiteY21" fmla="*/ 65755 h 135340"/>
                <a:gd name="connsiteX22" fmla="*/ 74123 w 135466"/>
                <a:gd name="connsiteY22" fmla="*/ 72139 h 135340"/>
                <a:gd name="connsiteX23" fmla="*/ 68372 w 135466"/>
                <a:gd name="connsiteY23" fmla="*/ 72139 h 135340"/>
                <a:gd name="connsiteX24" fmla="*/ 63261 w 135466"/>
                <a:gd name="connsiteY24" fmla="*/ 89376 h 135340"/>
                <a:gd name="connsiteX25" fmla="*/ 87542 w 135466"/>
                <a:gd name="connsiteY25" fmla="*/ 89376 h 135340"/>
                <a:gd name="connsiteX26" fmla="*/ 93932 w 135466"/>
                <a:gd name="connsiteY26" fmla="*/ 95760 h 135340"/>
                <a:gd name="connsiteX27" fmla="*/ 87542 w 135466"/>
                <a:gd name="connsiteY27" fmla="*/ 102144 h 135340"/>
                <a:gd name="connsiteX28" fmla="*/ 51119 w 135466"/>
                <a:gd name="connsiteY28" fmla="*/ 102144 h 135340"/>
                <a:gd name="connsiteX29" fmla="*/ 44730 w 135466"/>
                <a:gd name="connsiteY29" fmla="*/ 98952 h 135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5466" h="135340">
                  <a:moveTo>
                    <a:pt x="135466" y="67670"/>
                  </a:moveTo>
                  <a:cubicBezTo>
                    <a:pt x="135466" y="30005"/>
                    <a:pt x="104795" y="0"/>
                    <a:pt x="67733" y="0"/>
                  </a:cubicBezTo>
                  <a:cubicBezTo>
                    <a:pt x="30671" y="0"/>
                    <a:pt x="0" y="30643"/>
                    <a:pt x="0" y="67670"/>
                  </a:cubicBezTo>
                  <a:cubicBezTo>
                    <a:pt x="0" y="104697"/>
                    <a:pt x="30671" y="135341"/>
                    <a:pt x="67733" y="135341"/>
                  </a:cubicBezTo>
                  <a:cubicBezTo>
                    <a:pt x="104795" y="135341"/>
                    <a:pt x="135466" y="105336"/>
                    <a:pt x="135466" y="67670"/>
                  </a:cubicBezTo>
                  <a:close/>
                  <a:moveTo>
                    <a:pt x="44730" y="98952"/>
                  </a:moveTo>
                  <a:cubicBezTo>
                    <a:pt x="43451" y="97037"/>
                    <a:pt x="44091" y="93845"/>
                    <a:pt x="45368" y="91930"/>
                  </a:cubicBezTo>
                  <a:cubicBezTo>
                    <a:pt x="53676" y="81715"/>
                    <a:pt x="55592" y="75970"/>
                    <a:pt x="54953" y="72139"/>
                  </a:cubicBezTo>
                  <a:lnTo>
                    <a:pt x="47925" y="72139"/>
                  </a:lnTo>
                  <a:cubicBezTo>
                    <a:pt x="44091" y="72139"/>
                    <a:pt x="41535" y="69586"/>
                    <a:pt x="41535" y="65755"/>
                  </a:cubicBezTo>
                  <a:cubicBezTo>
                    <a:pt x="41535" y="62563"/>
                    <a:pt x="44091" y="59371"/>
                    <a:pt x="47286" y="59371"/>
                  </a:cubicBezTo>
                  <a:cubicBezTo>
                    <a:pt x="45368" y="54264"/>
                    <a:pt x="45368" y="48518"/>
                    <a:pt x="47925" y="42773"/>
                  </a:cubicBezTo>
                  <a:cubicBezTo>
                    <a:pt x="51758" y="34474"/>
                    <a:pt x="59426" y="29366"/>
                    <a:pt x="69650" y="29366"/>
                  </a:cubicBezTo>
                  <a:cubicBezTo>
                    <a:pt x="86903" y="30005"/>
                    <a:pt x="93293" y="43411"/>
                    <a:pt x="93293" y="52987"/>
                  </a:cubicBezTo>
                  <a:cubicBezTo>
                    <a:pt x="93293" y="56818"/>
                    <a:pt x="90737" y="59371"/>
                    <a:pt x="86903" y="59371"/>
                  </a:cubicBezTo>
                  <a:cubicBezTo>
                    <a:pt x="83708" y="59371"/>
                    <a:pt x="80513" y="56818"/>
                    <a:pt x="80513" y="52987"/>
                  </a:cubicBezTo>
                  <a:cubicBezTo>
                    <a:pt x="80513" y="50434"/>
                    <a:pt x="79235" y="42134"/>
                    <a:pt x="69650" y="42134"/>
                  </a:cubicBezTo>
                  <a:cubicBezTo>
                    <a:pt x="63261" y="42134"/>
                    <a:pt x="60704" y="45326"/>
                    <a:pt x="60066" y="47880"/>
                  </a:cubicBezTo>
                  <a:cubicBezTo>
                    <a:pt x="58787" y="51072"/>
                    <a:pt x="59426" y="54902"/>
                    <a:pt x="61343" y="56818"/>
                  </a:cubicBezTo>
                  <a:cubicBezTo>
                    <a:pt x="61982" y="57456"/>
                    <a:pt x="62621" y="58733"/>
                    <a:pt x="63261" y="59371"/>
                  </a:cubicBezTo>
                  <a:lnTo>
                    <a:pt x="74123" y="59371"/>
                  </a:lnTo>
                  <a:cubicBezTo>
                    <a:pt x="77957" y="59371"/>
                    <a:pt x="80513" y="61925"/>
                    <a:pt x="80513" y="65755"/>
                  </a:cubicBezTo>
                  <a:cubicBezTo>
                    <a:pt x="80513" y="69586"/>
                    <a:pt x="77957" y="72139"/>
                    <a:pt x="74123" y="72139"/>
                  </a:cubicBezTo>
                  <a:lnTo>
                    <a:pt x="68372" y="72139"/>
                  </a:lnTo>
                  <a:cubicBezTo>
                    <a:pt x="68372" y="77885"/>
                    <a:pt x="66456" y="83630"/>
                    <a:pt x="63261" y="89376"/>
                  </a:cubicBezTo>
                  <a:lnTo>
                    <a:pt x="87542" y="89376"/>
                  </a:lnTo>
                  <a:cubicBezTo>
                    <a:pt x="91376" y="89376"/>
                    <a:pt x="93932" y="91930"/>
                    <a:pt x="93932" y="95760"/>
                  </a:cubicBezTo>
                  <a:cubicBezTo>
                    <a:pt x="93932" y="99590"/>
                    <a:pt x="91376" y="102144"/>
                    <a:pt x="87542" y="102144"/>
                  </a:cubicBezTo>
                  <a:lnTo>
                    <a:pt x="51119" y="102144"/>
                  </a:lnTo>
                  <a:cubicBezTo>
                    <a:pt x="47925" y="102782"/>
                    <a:pt x="46007" y="101505"/>
                    <a:pt x="44730" y="98952"/>
                  </a:cubicBezTo>
                  <a:close/>
                </a:path>
              </a:pathLst>
            </a:custGeom>
            <a:solidFill>
              <a:srgbClr val="007680"/>
            </a:solidFill>
            <a:ln w="6390" cap="flat">
              <a:noFill/>
              <a:prstDash val="solid"/>
              <a:miter/>
            </a:ln>
          </p:spPr>
          <p:txBody>
            <a:bodyPr rtlCol="0" anchor="ctr"/>
            <a:lstStyle/>
            <a:p>
              <a:endParaRPr lang="en-US"/>
            </a:p>
          </p:txBody>
        </p:sp>
      </p:grpSp>
      <p:grpSp>
        <p:nvGrpSpPr>
          <p:cNvPr id="683" name="Graphic 4">
            <a:extLst>
              <a:ext uri="{FF2B5EF4-FFF2-40B4-BE49-F238E27FC236}">
                <a16:creationId xmlns:a16="http://schemas.microsoft.com/office/drawing/2014/main" id="{F32E51A2-DE24-D54F-8F1C-DBC94AACE266}"/>
              </a:ext>
            </a:extLst>
          </p:cNvPr>
          <p:cNvGrpSpPr/>
          <p:nvPr/>
        </p:nvGrpSpPr>
        <p:grpSpPr>
          <a:xfrm>
            <a:off x="10324860" y="1893013"/>
            <a:ext cx="361674" cy="361333"/>
            <a:chOff x="10324860" y="1893013"/>
            <a:chExt cx="361674" cy="361333"/>
          </a:xfrm>
          <a:solidFill>
            <a:srgbClr val="007680"/>
          </a:solidFill>
        </p:grpSpPr>
        <p:sp>
          <p:nvSpPr>
            <p:cNvPr id="684" name="Graphic 4">
              <a:extLst>
                <a:ext uri="{FF2B5EF4-FFF2-40B4-BE49-F238E27FC236}">
                  <a16:creationId xmlns:a16="http://schemas.microsoft.com/office/drawing/2014/main" id="{7E3CC6EA-807F-7343-A846-8AF2053AFF44}"/>
                </a:ext>
              </a:extLst>
            </p:cNvPr>
            <p:cNvSpPr/>
            <p:nvPr/>
          </p:nvSpPr>
          <p:spPr>
            <a:xfrm>
              <a:off x="10446908" y="2020054"/>
              <a:ext cx="146968" cy="77884"/>
            </a:xfrm>
            <a:custGeom>
              <a:avLst/>
              <a:gdLst>
                <a:gd name="connsiteX0" fmla="*/ 0 w 146968"/>
                <a:gd name="connsiteY0" fmla="*/ 16598 h 77884"/>
                <a:gd name="connsiteX1" fmla="*/ 123325 w 146968"/>
                <a:gd name="connsiteY1" fmla="*/ 16598 h 77884"/>
                <a:gd name="connsiteX2" fmla="*/ 129715 w 146968"/>
                <a:gd name="connsiteY2" fmla="*/ 22982 h 77884"/>
                <a:gd name="connsiteX3" fmla="*/ 129715 w 146968"/>
                <a:gd name="connsiteY3" fmla="*/ 77885 h 77884"/>
                <a:gd name="connsiteX4" fmla="*/ 146969 w 146968"/>
                <a:gd name="connsiteY4" fmla="*/ 77885 h 77884"/>
                <a:gd name="connsiteX5" fmla="*/ 146969 w 146968"/>
                <a:gd name="connsiteY5" fmla="*/ 0 h 77884"/>
                <a:gd name="connsiteX6" fmla="*/ 0 w 146968"/>
                <a:gd name="connsiteY6" fmla="*/ 0 h 77884"/>
                <a:gd name="connsiteX7" fmla="*/ 0 w 146968"/>
                <a:gd name="connsiteY7" fmla="*/ 16598 h 77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968" h="77884">
                  <a:moveTo>
                    <a:pt x="0" y="16598"/>
                  </a:moveTo>
                  <a:lnTo>
                    <a:pt x="123325" y="16598"/>
                  </a:lnTo>
                  <a:cubicBezTo>
                    <a:pt x="127160" y="16598"/>
                    <a:pt x="129715" y="19152"/>
                    <a:pt x="129715" y="22982"/>
                  </a:cubicBezTo>
                  <a:lnTo>
                    <a:pt x="129715" y="77885"/>
                  </a:lnTo>
                  <a:lnTo>
                    <a:pt x="146969" y="77885"/>
                  </a:lnTo>
                  <a:lnTo>
                    <a:pt x="146969" y="0"/>
                  </a:lnTo>
                  <a:lnTo>
                    <a:pt x="0" y="0"/>
                  </a:lnTo>
                  <a:lnTo>
                    <a:pt x="0" y="16598"/>
                  </a:lnTo>
                  <a:close/>
                </a:path>
              </a:pathLst>
            </a:custGeom>
            <a:solidFill>
              <a:srgbClr val="007680"/>
            </a:solidFill>
            <a:ln w="6390" cap="flat">
              <a:noFill/>
              <a:prstDash val="solid"/>
              <a:miter/>
            </a:ln>
          </p:spPr>
          <p:txBody>
            <a:bodyPr rtlCol="0" anchor="ctr"/>
            <a:lstStyle/>
            <a:p>
              <a:endParaRPr lang="en-US"/>
            </a:p>
          </p:txBody>
        </p:sp>
        <p:sp>
          <p:nvSpPr>
            <p:cNvPr id="685" name="Graphic 4">
              <a:extLst>
                <a:ext uri="{FF2B5EF4-FFF2-40B4-BE49-F238E27FC236}">
                  <a16:creationId xmlns:a16="http://schemas.microsoft.com/office/drawing/2014/main" id="{0B22F1AF-44B6-A54B-BAB4-1347202B0934}"/>
                </a:ext>
              </a:extLst>
            </p:cNvPr>
            <p:cNvSpPr/>
            <p:nvPr/>
          </p:nvSpPr>
          <p:spPr>
            <a:xfrm>
              <a:off x="10418153" y="2049420"/>
              <a:ext cx="145690" cy="78523"/>
            </a:xfrm>
            <a:custGeom>
              <a:avLst/>
              <a:gdLst>
                <a:gd name="connsiteX0" fmla="*/ 0 w 145690"/>
                <a:gd name="connsiteY0" fmla="*/ 78523 h 78523"/>
                <a:gd name="connsiteX1" fmla="*/ 145690 w 145690"/>
                <a:gd name="connsiteY1" fmla="*/ 78523 h 78523"/>
                <a:gd name="connsiteX2" fmla="*/ 145690 w 145690"/>
                <a:gd name="connsiteY2" fmla="*/ 0 h 78523"/>
                <a:gd name="connsiteX3" fmla="*/ 0 w 145690"/>
                <a:gd name="connsiteY3" fmla="*/ 0 h 78523"/>
                <a:gd name="connsiteX4" fmla="*/ 0 w 145690"/>
                <a:gd name="connsiteY4" fmla="*/ 78523 h 78523"/>
                <a:gd name="connsiteX5" fmla="*/ 48563 w 145690"/>
                <a:gd name="connsiteY5" fmla="*/ 38942 h 78523"/>
                <a:gd name="connsiteX6" fmla="*/ 43451 w 145690"/>
                <a:gd name="connsiteY6" fmla="*/ 33835 h 78523"/>
                <a:gd name="connsiteX7" fmla="*/ 48563 w 145690"/>
                <a:gd name="connsiteY7" fmla="*/ 28728 h 78523"/>
                <a:gd name="connsiteX8" fmla="*/ 52397 w 145690"/>
                <a:gd name="connsiteY8" fmla="*/ 28728 h 78523"/>
                <a:gd name="connsiteX9" fmla="*/ 52397 w 145690"/>
                <a:gd name="connsiteY9" fmla="*/ 28089 h 78523"/>
                <a:gd name="connsiteX10" fmla="*/ 71567 w 145690"/>
                <a:gd name="connsiteY10" fmla="*/ 8938 h 78523"/>
                <a:gd name="connsiteX11" fmla="*/ 74123 w 145690"/>
                <a:gd name="connsiteY11" fmla="*/ 8938 h 78523"/>
                <a:gd name="connsiteX12" fmla="*/ 93293 w 145690"/>
                <a:gd name="connsiteY12" fmla="*/ 28089 h 78523"/>
                <a:gd name="connsiteX13" fmla="*/ 88181 w 145690"/>
                <a:gd name="connsiteY13" fmla="*/ 33197 h 78523"/>
                <a:gd name="connsiteX14" fmla="*/ 83069 w 145690"/>
                <a:gd name="connsiteY14" fmla="*/ 28089 h 78523"/>
                <a:gd name="connsiteX15" fmla="*/ 73484 w 145690"/>
                <a:gd name="connsiteY15" fmla="*/ 18514 h 78523"/>
                <a:gd name="connsiteX16" fmla="*/ 70928 w 145690"/>
                <a:gd name="connsiteY16" fmla="*/ 18514 h 78523"/>
                <a:gd name="connsiteX17" fmla="*/ 61343 w 145690"/>
                <a:gd name="connsiteY17" fmla="*/ 28089 h 78523"/>
                <a:gd name="connsiteX18" fmla="*/ 61343 w 145690"/>
                <a:gd name="connsiteY18" fmla="*/ 28728 h 78523"/>
                <a:gd name="connsiteX19" fmla="*/ 73484 w 145690"/>
                <a:gd name="connsiteY19" fmla="*/ 28728 h 78523"/>
                <a:gd name="connsiteX20" fmla="*/ 78596 w 145690"/>
                <a:gd name="connsiteY20" fmla="*/ 33835 h 78523"/>
                <a:gd name="connsiteX21" fmla="*/ 73484 w 145690"/>
                <a:gd name="connsiteY21" fmla="*/ 38942 h 78523"/>
                <a:gd name="connsiteX22" fmla="*/ 61343 w 145690"/>
                <a:gd name="connsiteY22" fmla="*/ 38942 h 78523"/>
                <a:gd name="connsiteX23" fmla="*/ 61343 w 145690"/>
                <a:gd name="connsiteY23" fmla="*/ 40857 h 78523"/>
                <a:gd name="connsiteX24" fmla="*/ 73484 w 145690"/>
                <a:gd name="connsiteY24" fmla="*/ 40857 h 78523"/>
                <a:gd name="connsiteX25" fmla="*/ 78596 w 145690"/>
                <a:gd name="connsiteY25" fmla="*/ 45965 h 78523"/>
                <a:gd name="connsiteX26" fmla="*/ 73484 w 145690"/>
                <a:gd name="connsiteY26" fmla="*/ 51072 h 78523"/>
                <a:gd name="connsiteX27" fmla="*/ 61343 w 145690"/>
                <a:gd name="connsiteY27" fmla="*/ 51072 h 78523"/>
                <a:gd name="connsiteX28" fmla="*/ 70928 w 145690"/>
                <a:gd name="connsiteY28" fmla="*/ 58733 h 78523"/>
                <a:gd name="connsiteX29" fmla="*/ 73484 w 145690"/>
                <a:gd name="connsiteY29" fmla="*/ 58733 h 78523"/>
                <a:gd name="connsiteX30" fmla="*/ 83069 w 145690"/>
                <a:gd name="connsiteY30" fmla="*/ 49157 h 78523"/>
                <a:gd name="connsiteX31" fmla="*/ 88181 w 145690"/>
                <a:gd name="connsiteY31" fmla="*/ 44049 h 78523"/>
                <a:gd name="connsiteX32" fmla="*/ 93293 w 145690"/>
                <a:gd name="connsiteY32" fmla="*/ 49157 h 78523"/>
                <a:gd name="connsiteX33" fmla="*/ 74123 w 145690"/>
                <a:gd name="connsiteY33" fmla="*/ 68309 h 78523"/>
                <a:gd name="connsiteX34" fmla="*/ 71567 w 145690"/>
                <a:gd name="connsiteY34" fmla="*/ 68309 h 78523"/>
                <a:gd name="connsiteX35" fmla="*/ 52397 w 145690"/>
                <a:gd name="connsiteY35" fmla="*/ 51072 h 78523"/>
                <a:gd name="connsiteX36" fmla="*/ 48563 w 145690"/>
                <a:gd name="connsiteY36" fmla="*/ 51072 h 78523"/>
                <a:gd name="connsiteX37" fmla="*/ 43451 w 145690"/>
                <a:gd name="connsiteY37" fmla="*/ 45965 h 78523"/>
                <a:gd name="connsiteX38" fmla="*/ 48563 w 145690"/>
                <a:gd name="connsiteY38" fmla="*/ 40857 h 78523"/>
                <a:gd name="connsiteX39" fmla="*/ 52397 w 145690"/>
                <a:gd name="connsiteY39" fmla="*/ 40857 h 78523"/>
                <a:gd name="connsiteX40" fmla="*/ 52397 w 145690"/>
                <a:gd name="connsiteY40" fmla="*/ 38942 h 78523"/>
                <a:gd name="connsiteX41" fmla="*/ 48563 w 145690"/>
                <a:gd name="connsiteY41" fmla="*/ 38942 h 78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5690" h="78523">
                  <a:moveTo>
                    <a:pt x="0" y="78523"/>
                  </a:moveTo>
                  <a:lnTo>
                    <a:pt x="145690" y="78523"/>
                  </a:lnTo>
                  <a:lnTo>
                    <a:pt x="145690" y="0"/>
                  </a:lnTo>
                  <a:lnTo>
                    <a:pt x="0" y="0"/>
                  </a:lnTo>
                  <a:lnTo>
                    <a:pt x="0" y="78523"/>
                  </a:lnTo>
                  <a:close/>
                  <a:moveTo>
                    <a:pt x="48563" y="38942"/>
                  </a:moveTo>
                  <a:cubicBezTo>
                    <a:pt x="46007" y="38942"/>
                    <a:pt x="43451" y="37027"/>
                    <a:pt x="43451" y="33835"/>
                  </a:cubicBezTo>
                  <a:cubicBezTo>
                    <a:pt x="43451" y="30643"/>
                    <a:pt x="45368" y="28728"/>
                    <a:pt x="48563" y="28728"/>
                  </a:cubicBezTo>
                  <a:lnTo>
                    <a:pt x="52397" y="28728"/>
                  </a:lnTo>
                  <a:lnTo>
                    <a:pt x="52397" y="28089"/>
                  </a:lnTo>
                  <a:cubicBezTo>
                    <a:pt x="52397" y="17875"/>
                    <a:pt x="60704" y="8938"/>
                    <a:pt x="71567" y="8938"/>
                  </a:cubicBezTo>
                  <a:lnTo>
                    <a:pt x="74123" y="8938"/>
                  </a:lnTo>
                  <a:cubicBezTo>
                    <a:pt x="84347" y="8938"/>
                    <a:pt x="93293" y="17237"/>
                    <a:pt x="93293" y="28089"/>
                  </a:cubicBezTo>
                  <a:cubicBezTo>
                    <a:pt x="93293" y="30643"/>
                    <a:pt x="91376" y="33197"/>
                    <a:pt x="88181" y="33197"/>
                  </a:cubicBezTo>
                  <a:cubicBezTo>
                    <a:pt x="84986" y="33197"/>
                    <a:pt x="83069" y="31281"/>
                    <a:pt x="83069" y="28089"/>
                  </a:cubicBezTo>
                  <a:cubicBezTo>
                    <a:pt x="83069" y="22982"/>
                    <a:pt x="78596" y="18514"/>
                    <a:pt x="73484" y="18514"/>
                  </a:cubicBezTo>
                  <a:lnTo>
                    <a:pt x="70928" y="18514"/>
                  </a:lnTo>
                  <a:cubicBezTo>
                    <a:pt x="65816" y="18514"/>
                    <a:pt x="61343" y="22982"/>
                    <a:pt x="61343" y="28089"/>
                  </a:cubicBezTo>
                  <a:lnTo>
                    <a:pt x="61343" y="28728"/>
                  </a:lnTo>
                  <a:lnTo>
                    <a:pt x="73484" y="28728"/>
                  </a:lnTo>
                  <a:cubicBezTo>
                    <a:pt x="76040" y="28728"/>
                    <a:pt x="78596" y="30643"/>
                    <a:pt x="78596" y="33835"/>
                  </a:cubicBezTo>
                  <a:cubicBezTo>
                    <a:pt x="78596" y="37027"/>
                    <a:pt x="76679" y="38942"/>
                    <a:pt x="73484" y="38942"/>
                  </a:cubicBezTo>
                  <a:lnTo>
                    <a:pt x="61343" y="38942"/>
                  </a:lnTo>
                  <a:lnTo>
                    <a:pt x="61343" y="40857"/>
                  </a:lnTo>
                  <a:lnTo>
                    <a:pt x="73484" y="40857"/>
                  </a:lnTo>
                  <a:cubicBezTo>
                    <a:pt x="76040" y="40857"/>
                    <a:pt x="78596" y="42773"/>
                    <a:pt x="78596" y="45965"/>
                  </a:cubicBezTo>
                  <a:cubicBezTo>
                    <a:pt x="78596" y="49157"/>
                    <a:pt x="76679" y="51072"/>
                    <a:pt x="73484" y="51072"/>
                  </a:cubicBezTo>
                  <a:lnTo>
                    <a:pt x="61343" y="51072"/>
                  </a:lnTo>
                  <a:cubicBezTo>
                    <a:pt x="61982" y="55541"/>
                    <a:pt x="65816" y="58733"/>
                    <a:pt x="70928" y="58733"/>
                  </a:cubicBezTo>
                  <a:lnTo>
                    <a:pt x="73484" y="58733"/>
                  </a:lnTo>
                  <a:cubicBezTo>
                    <a:pt x="78596" y="58733"/>
                    <a:pt x="83069" y="54264"/>
                    <a:pt x="83069" y="49157"/>
                  </a:cubicBezTo>
                  <a:cubicBezTo>
                    <a:pt x="83069" y="46603"/>
                    <a:pt x="84986" y="44049"/>
                    <a:pt x="88181" y="44049"/>
                  </a:cubicBezTo>
                  <a:cubicBezTo>
                    <a:pt x="91376" y="44049"/>
                    <a:pt x="93293" y="45965"/>
                    <a:pt x="93293" y="49157"/>
                  </a:cubicBezTo>
                  <a:cubicBezTo>
                    <a:pt x="93293" y="59371"/>
                    <a:pt x="84986" y="68309"/>
                    <a:pt x="74123" y="68309"/>
                  </a:cubicBezTo>
                  <a:lnTo>
                    <a:pt x="71567" y="68309"/>
                  </a:lnTo>
                  <a:cubicBezTo>
                    <a:pt x="61982" y="68309"/>
                    <a:pt x="53676" y="60648"/>
                    <a:pt x="52397" y="51072"/>
                  </a:cubicBezTo>
                  <a:lnTo>
                    <a:pt x="48563" y="51072"/>
                  </a:lnTo>
                  <a:cubicBezTo>
                    <a:pt x="46007" y="51072"/>
                    <a:pt x="43451" y="49157"/>
                    <a:pt x="43451" y="45965"/>
                  </a:cubicBezTo>
                  <a:cubicBezTo>
                    <a:pt x="43451" y="42773"/>
                    <a:pt x="45368" y="40857"/>
                    <a:pt x="48563" y="40857"/>
                  </a:cubicBezTo>
                  <a:lnTo>
                    <a:pt x="52397" y="40857"/>
                  </a:lnTo>
                  <a:lnTo>
                    <a:pt x="52397" y="38942"/>
                  </a:lnTo>
                  <a:lnTo>
                    <a:pt x="48563" y="38942"/>
                  </a:lnTo>
                  <a:close/>
                </a:path>
              </a:pathLst>
            </a:custGeom>
            <a:solidFill>
              <a:srgbClr val="007680"/>
            </a:solidFill>
            <a:ln w="6390" cap="flat">
              <a:noFill/>
              <a:prstDash val="solid"/>
              <a:miter/>
            </a:ln>
          </p:spPr>
          <p:txBody>
            <a:bodyPr rtlCol="0" anchor="ctr"/>
            <a:lstStyle/>
            <a:p>
              <a:endParaRPr lang="en-US"/>
            </a:p>
          </p:txBody>
        </p:sp>
        <p:sp>
          <p:nvSpPr>
            <p:cNvPr id="686" name="Graphic 4">
              <a:extLst>
                <a:ext uri="{FF2B5EF4-FFF2-40B4-BE49-F238E27FC236}">
                  <a16:creationId xmlns:a16="http://schemas.microsoft.com/office/drawing/2014/main" id="{94C913A7-A2FF-C348-ABE3-3DFDE509A829}"/>
                </a:ext>
              </a:extLst>
            </p:cNvPr>
            <p:cNvSpPr/>
            <p:nvPr/>
          </p:nvSpPr>
          <p:spPr>
            <a:xfrm>
              <a:off x="10324860" y="189301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81796 w 361674"/>
                <a:gd name="connsiteY5" fmla="*/ 211310 h 361333"/>
                <a:gd name="connsiteX6" fmla="*/ 275406 w 361674"/>
                <a:gd name="connsiteY6" fmla="*/ 217694 h 361333"/>
                <a:gd name="connsiteX7" fmla="*/ 251763 w 361674"/>
                <a:gd name="connsiteY7" fmla="*/ 217694 h 361333"/>
                <a:gd name="connsiteX8" fmla="*/ 251763 w 361674"/>
                <a:gd name="connsiteY8" fmla="*/ 241315 h 361333"/>
                <a:gd name="connsiteX9" fmla="*/ 245373 w 361674"/>
                <a:gd name="connsiteY9" fmla="*/ 247699 h 361333"/>
                <a:gd name="connsiteX10" fmla="*/ 86903 w 361674"/>
                <a:gd name="connsiteY10" fmla="*/ 247699 h 361333"/>
                <a:gd name="connsiteX11" fmla="*/ 80513 w 361674"/>
                <a:gd name="connsiteY11" fmla="*/ 241315 h 361333"/>
                <a:gd name="connsiteX12" fmla="*/ 80513 w 361674"/>
                <a:gd name="connsiteY12" fmla="*/ 150024 h 361333"/>
                <a:gd name="connsiteX13" fmla="*/ 86903 w 361674"/>
                <a:gd name="connsiteY13" fmla="*/ 143640 h 361333"/>
                <a:gd name="connsiteX14" fmla="*/ 109268 w 361674"/>
                <a:gd name="connsiteY14" fmla="*/ 143640 h 361333"/>
                <a:gd name="connsiteX15" fmla="*/ 109268 w 361674"/>
                <a:gd name="connsiteY15" fmla="*/ 120019 h 361333"/>
                <a:gd name="connsiteX16" fmla="*/ 115658 w 361674"/>
                <a:gd name="connsiteY16" fmla="*/ 113635 h 361333"/>
                <a:gd name="connsiteX17" fmla="*/ 275406 w 361674"/>
                <a:gd name="connsiteY17" fmla="*/ 113635 h 361333"/>
                <a:gd name="connsiteX18" fmla="*/ 281796 w 361674"/>
                <a:gd name="connsiteY18" fmla="*/ 120019 h 361333"/>
                <a:gd name="connsiteX19" fmla="*/ 281796 w 361674"/>
                <a:gd name="connsiteY19" fmla="*/ 21131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674"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09" y="81077"/>
                    <a:pt x="281157" y="0"/>
                    <a:pt x="180835" y="0"/>
                  </a:cubicBezTo>
                  <a:close/>
                  <a:moveTo>
                    <a:pt x="281796" y="211310"/>
                  </a:moveTo>
                  <a:cubicBezTo>
                    <a:pt x="281796" y="215140"/>
                    <a:pt x="279240" y="217694"/>
                    <a:pt x="275406" y="217694"/>
                  </a:cubicBezTo>
                  <a:lnTo>
                    <a:pt x="251763" y="217694"/>
                  </a:lnTo>
                  <a:lnTo>
                    <a:pt x="251763" y="241315"/>
                  </a:lnTo>
                  <a:cubicBezTo>
                    <a:pt x="251763" y="245145"/>
                    <a:pt x="249208" y="247699"/>
                    <a:pt x="245373" y="247699"/>
                  </a:cubicBezTo>
                  <a:lnTo>
                    <a:pt x="86903" y="247699"/>
                  </a:lnTo>
                  <a:cubicBezTo>
                    <a:pt x="83069" y="247699"/>
                    <a:pt x="80513" y="245145"/>
                    <a:pt x="80513" y="241315"/>
                  </a:cubicBezTo>
                  <a:lnTo>
                    <a:pt x="80513" y="150024"/>
                  </a:lnTo>
                  <a:cubicBezTo>
                    <a:pt x="80513" y="146193"/>
                    <a:pt x="83069" y="143640"/>
                    <a:pt x="86903" y="143640"/>
                  </a:cubicBezTo>
                  <a:lnTo>
                    <a:pt x="109268" y="143640"/>
                  </a:lnTo>
                  <a:lnTo>
                    <a:pt x="109268" y="120019"/>
                  </a:lnTo>
                  <a:cubicBezTo>
                    <a:pt x="109268" y="116189"/>
                    <a:pt x="111824" y="113635"/>
                    <a:pt x="115658" y="113635"/>
                  </a:cubicBezTo>
                  <a:lnTo>
                    <a:pt x="275406" y="113635"/>
                  </a:lnTo>
                  <a:cubicBezTo>
                    <a:pt x="279240" y="113635"/>
                    <a:pt x="281796" y="116189"/>
                    <a:pt x="281796" y="120019"/>
                  </a:cubicBezTo>
                  <a:lnTo>
                    <a:pt x="281796" y="211310"/>
                  </a:lnTo>
                  <a:close/>
                </a:path>
              </a:pathLst>
            </a:custGeom>
            <a:solidFill>
              <a:srgbClr val="007680"/>
            </a:solidFill>
            <a:ln w="6390" cap="flat">
              <a:noFill/>
              <a:prstDash val="solid"/>
              <a:miter/>
            </a:ln>
          </p:spPr>
          <p:txBody>
            <a:bodyPr rtlCol="0" anchor="ctr"/>
            <a:lstStyle/>
            <a:p>
              <a:endParaRPr lang="en-US"/>
            </a:p>
          </p:txBody>
        </p:sp>
      </p:grpSp>
      <p:grpSp>
        <p:nvGrpSpPr>
          <p:cNvPr id="687" name="Graphic 4">
            <a:extLst>
              <a:ext uri="{FF2B5EF4-FFF2-40B4-BE49-F238E27FC236}">
                <a16:creationId xmlns:a16="http://schemas.microsoft.com/office/drawing/2014/main" id="{8CF041EC-4BB5-274E-9D46-BFA7709D2E03}"/>
              </a:ext>
            </a:extLst>
          </p:cNvPr>
          <p:cNvGrpSpPr/>
          <p:nvPr/>
        </p:nvGrpSpPr>
        <p:grpSpPr>
          <a:xfrm>
            <a:off x="10324860" y="2371173"/>
            <a:ext cx="361674" cy="361333"/>
            <a:chOff x="10324860" y="2371173"/>
            <a:chExt cx="361674" cy="361333"/>
          </a:xfrm>
          <a:solidFill>
            <a:srgbClr val="007680"/>
          </a:solidFill>
        </p:grpSpPr>
        <p:sp>
          <p:nvSpPr>
            <p:cNvPr id="688" name="Graphic 4">
              <a:extLst>
                <a:ext uri="{FF2B5EF4-FFF2-40B4-BE49-F238E27FC236}">
                  <a16:creationId xmlns:a16="http://schemas.microsoft.com/office/drawing/2014/main" id="{7A56752F-96BC-B34F-AD2C-A5D932E0174E}"/>
                </a:ext>
              </a:extLst>
            </p:cNvPr>
            <p:cNvSpPr/>
            <p:nvPr/>
          </p:nvSpPr>
          <p:spPr>
            <a:xfrm>
              <a:off x="10446908" y="2498214"/>
              <a:ext cx="146968" cy="77884"/>
            </a:xfrm>
            <a:custGeom>
              <a:avLst/>
              <a:gdLst>
                <a:gd name="connsiteX0" fmla="*/ 0 w 146968"/>
                <a:gd name="connsiteY0" fmla="*/ 16598 h 77884"/>
                <a:gd name="connsiteX1" fmla="*/ 123325 w 146968"/>
                <a:gd name="connsiteY1" fmla="*/ 16598 h 77884"/>
                <a:gd name="connsiteX2" fmla="*/ 129715 w 146968"/>
                <a:gd name="connsiteY2" fmla="*/ 22982 h 77884"/>
                <a:gd name="connsiteX3" fmla="*/ 129715 w 146968"/>
                <a:gd name="connsiteY3" fmla="*/ 77884 h 77884"/>
                <a:gd name="connsiteX4" fmla="*/ 146969 w 146968"/>
                <a:gd name="connsiteY4" fmla="*/ 77884 h 77884"/>
                <a:gd name="connsiteX5" fmla="*/ 146969 w 146968"/>
                <a:gd name="connsiteY5" fmla="*/ 0 h 77884"/>
                <a:gd name="connsiteX6" fmla="*/ 0 w 146968"/>
                <a:gd name="connsiteY6" fmla="*/ 0 h 77884"/>
                <a:gd name="connsiteX7" fmla="*/ 0 w 146968"/>
                <a:gd name="connsiteY7" fmla="*/ 16598 h 77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968" h="77884">
                  <a:moveTo>
                    <a:pt x="0" y="16598"/>
                  </a:moveTo>
                  <a:lnTo>
                    <a:pt x="123325" y="16598"/>
                  </a:lnTo>
                  <a:cubicBezTo>
                    <a:pt x="127160" y="16598"/>
                    <a:pt x="129715" y="19152"/>
                    <a:pt x="129715" y="22982"/>
                  </a:cubicBezTo>
                  <a:lnTo>
                    <a:pt x="129715" y="77884"/>
                  </a:lnTo>
                  <a:lnTo>
                    <a:pt x="146969" y="77884"/>
                  </a:lnTo>
                  <a:lnTo>
                    <a:pt x="146969" y="0"/>
                  </a:lnTo>
                  <a:lnTo>
                    <a:pt x="0" y="0"/>
                  </a:lnTo>
                  <a:lnTo>
                    <a:pt x="0" y="16598"/>
                  </a:lnTo>
                  <a:close/>
                </a:path>
              </a:pathLst>
            </a:custGeom>
            <a:solidFill>
              <a:srgbClr val="007680"/>
            </a:solidFill>
            <a:ln w="6390" cap="flat">
              <a:noFill/>
              <a:prstDash val="solid"/>
              <a:miter/>
            </a:ln>
          </p:spPr>
          <p:txBody>
            <a:bodyPr rtlCol="0" anchor="ctr"/>
            <a:lstStyle/>
            <a:p>
              <a:endParaRPr lang="en-US"/>
            </a:p>
          </p:txBody>
        </p:sp>
        <p:sp>
          <p:nvSpPr>
            <p:cNvPr id="689" name="Graphic 4">
              <a:extLst>
                <a:ext uri="{FF2B5EF4-FFF2-40B4-BE49-F238E27FC236}">
                  <a16:creationId xmlns:a16="http://schemas.microsoft.com/office/drawing/2014/main" id="{3D444BF9-7D98-EB4E-A3F5-3A695F2D2C45}"/>
                </a:ext>
              </a:extLst>
            </p:cNvPr>
            <p:cNvSpPr/>
            <p:nvPr/>
          </p:nvSpPr>
          <p:spPr>
            <a:xfrm>
              <a:off x="10418153" y="2527581"/>
              <a:ext cx="145690" cy="78523"/>
            </a:xfrm>
            <a:custGeom>
              <a:avLst/>
              <a:gdLst>
                <a:gd name="connsiteX0" fmla="*/ 0 w 145690"/>
                <a:gd name="connsiteY0" fmla="*/ 78523 h 78523"/>
                <a:gd name="connsiteX1" fmla="*/ 145690 w 145690"/>
                <a:gd name="connsiteY1" fmla="*/ 78523 h 78523"/>
                <a:gd name="connsiteX2" fmla="*/ 145690 w 145690"/>
                <a:gd name="connsiteY2" fmla="*/ 0 h 78523"/>
                <a:gd name="connsiteX3" fmla="*/ 0 w 145690"/>
                <a:gd name="connsiteY3" fmla="*/ 0 h 78523"/>
                <a:gd name="connsiteX4" fmla="*/ 0 w 145690"/>
                <a:gd name="connsiteY4" fmla="*/ 78523 h 78523"/>
                <a:gd name="connsiteX5" fmla="*/ 58787 w 145690"/>
                <a:gd name="connsiteY5" fmla="*/ 35112 h 78523"/>
                <a:gd name="connsiteX6" fmla="*/ 58787 w 145690"/>
                <a:gd name="connsiteY6" fmla="*/ 23621 h 78523"/>
                <a:gd name="connsiteX7" fmla="*/ 74123 w 145690"/>
                <a:gd name="connsiteY7" fmla="*/ 14045 h 78523"/>
                <a:gd name="connsiteX8" fmla="*/ 90737 w 145690"/>
                <a:gd name="connsiteY8" fmla="*/ 30643 h 78523"/>
                <a:gd name="connsiteX9" fmla="*/ 85625 w 145690"/>
                <a:gd name="connsiteY9" fmla="*/ 35750 h 78523"/>
                <a:gd name="connsiteX10" fmla="*/ 80513 w 145690"/>
                <a:gd name="connsiteY10" fmla="*/ 31282 h 78523"/>
                <a:gd name="connsiteX11" fmla="*/ 72845 w 145690"/>
                <a:gd name="connsiteY11" fmla="*/ 24259 h 78523"/>
                <a:gd name="connsiteX12" fmla="*/ 66456 w 145690"/>
                <a:gd name="connsiteY12" fmla="*/ 28090 h 78523"/>
                <a:gd name="connsiteX13" fmla="*/ 67094 w 145690"/>
                <a:gd name="connsiteY13" fmla="*/ 33835 h 78523"/>
                <a:gd name="connsiteX14" fmla="*/ 68372 w 145690"/>
                <a:gd name="connsiteY14" fmla="*/ 35750 h 78523"/>
                <a:gd name="connsiteX15" fmla="*/ 76040 w 145690"/>
                <a:gd name="connsiteY15" fmla="*/ 35750 h 78523"/>
                <a:gd name="connsiteX16" fmla="*/ 81152 w 145690"/>
                <a:gd name="connsiteY16" fmla="*/ 40858 h 78523"/>
                <a:gd name="connsiteX17" fmla="*/ 76040 w 145690"/>
                <a:gd name="connsiteY17" fmla="*/ 45965 h 78523"/>
                <a:gd name="connsiteX18" fmla="*/ 72206 w 145690"/>
                <a:gd name="connsiteY18" fmla="*/ 45965 h 78523"/>
                <a:gd name="connsiteX19" fmla="*/ 68372 w 145690"/>
                <a:gd name="connsiteY19" fmla="*/ 57456 h 78523"/>
                <a:gd name="connsiteX20" fmla="*/ 84986 w 145690"/>
                <a:gd name="connsiteY20" fmla="*/ 57456 h 78523"/>
                <a:gd name="connsiteX21" fmla="*/ 90098 w 145690"/>
                <a:gd name="connsiteY21" fmla="*/ 62563 h 78523"/>
                <a:gd name="connsiteX22" fmla="*/ 84986 w 145690"/>
                <a:gd name="connsiteY22" fmla="*/ 67670 h 78523"/>
                <a:gd name="connsiteX23" fmla="*/ 58787 w 145690"/>
                <a:gd name="connsiteY23" fmla="*/ 67670 h 78523"/>
                <a:gd name="connsiteX24" fmla="*/ 54314 w 145690"/>
                <a:gd name="connsiteY24" fmla="*/ 65117 h 78523"/>
                <a:gd name="connsiteX25" fmla="*/ 54953 w 145690"/>
                <a:gd name="connsiteY25" fmla="*/ 60010 h 78523"/>
                <a:gd name="connsiteX26" fmla="*/ 61982 w 145690"/>
                <a:gd name="connsiteY26" fmla="*/ 46603 h 78523"/>
                <a:gd name="connsiteX27" fmla="*/ 57509 w 145690"/>
                <a:gd name="connsiteY27" fmla="*/ 46603 h 78523"/>
                <a:gd name="connsiteX28" fmla="*/ 52397 w 145690"/>
                <a:gd name="connsiteY28" fmla="*/ 41496 h 78523"/>
                <a:gd name="connsiteX29" fmla="*/ 58787 w 145690"/>
                <a:gd name="connsiteY29" fmla="*/ 35112 h 78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5690" h="78523">
                  <a:moveTo>
                    <a:pt x="0" y="78523"/>
                  </a:moveTo>
                  <a:lnTo>
                    <a:pt x="145690" y="78523"/>
                  </a:lnTo>
                  <a:lnTo>
                    <a:pt x="145690" y="0"/>
                  </a:lnTo>
                  <a:lnTo>
                    <a:pt x="0" y="0"/>
                  </a:lnTo>
                  <a:lnTo>
                    <a:pt x="0" y="78523"/>
                  </a:lnTo>
                  <a:close/>
                  <a:moveTo>
                    <a:pt x="58787" y="35112"/>
                  </a:moveTo>
                  <a:cubicBezTo>
                    <a:pt x="57509" y="31282"/>
                    <a:pt x="57509" y="27451"/>
                    <a:pt x="58787" y="23621"/>
                  </a:cubicBezTo>
                  <a:cubicBezTo>
                    <a:pt x="61343" y="17237"/>
                    <a:pt x="67094" y="14045"/>
                    <a:pt x="74123" y="14045"/>
                  </a:cubicBezTo>
                  <a:cubicBezTo>
                    <a:pt x="86264" y="14045"/>
                    <a:pt x="90737" y="24259"/>
                    <a:pt x="90737" y="30643"/>
                  </a:cubicBezTo>
                  <a:cubicBezTo>
                    <a:pt x="90737" y="33197"/>
                    <a:pt x="88820" y="35750"/>
                    <a:pt x="85625" y="35750"/>
                  </a:cubicBezTo>
                  <a:cubicBezTo>
                    <a:pt x="83069" y="35750"/>
                    <a:pt x="81152" y="33835"/>
                    <a:pt x="80513" y="31282"/>
                  </a:cubicBezTo>
                  <a:cubicBezTo>
                    <a:pt x="80513" y="29366"/>
                    <a:pt x="79874" y="24259"/>
                    <a:pt x="72845" y="24259"/>
                  </a:cubicBezTo>
                  <a:cubicBezTo>
                    <a:pt x="68372" y="24259"/>
                    <a:pt x="67094" y="26813"/>
                    <a:pt x="66456" y="28090"/>
                  </a:cubicBezTo>
                  <a:cubicBezTo>
                    <a:pt x="65816" y="30005"/>
                    <a:pt x="65816" y="32558"/>
                    <a:pt x="67094" y="33835"/>
                  </a:cubicBezTo>
                  <a:cubicBezTo>
                    <a:pt x="67733" y="34474"/>
                    <a:pt x="68372" y="35112"/>
                    <a:pt x="68372" y="35750"/>
                  </a:cubicBezTo>
                  <a:lnTo>
                    <a:pt x="76040" y="35750"/>
                  </a:lnTo>
                  <a:cubicBezTo>
                    <a:pt x="78596" y="35750"/>
                    <a:pt x="81152" y="37666"/>
                    <a:pt x="81152" y="40858"/>
                  </a:cubicBezTo>
                  <a:cubicBezTo>
                    <a:pt x="81152" y="44050"/>
                    <a:pt x="79235" y="45965"/>
                    <a:pt x="76040" y="45965"/>
                  </a:cubicBezTo>
                  <a:lnTo>
                    <a:pt x="72206" y="45965"/>
                  </a:lnTo>
                  <a:cubicBezTo>
                    <a:pt x="72206" y="49795"/>
                    <a:pt x="70928" y="54264"/>
                    <a:pt x="68372" y="57456"/>
                  </a:cubicBezTo>
                  <a:lnTo>
                    <a:pt x="84986" y="57456"/>
                  </a:lnTo>
                  <a:cubicBezTo>
                    <a:pt x="87542" y="57456"/>
                    <a:pt x="90098" y="59371"/>
                    <a:pt x="90098" y="62563"/>
                  </a:cubicBezTo>
                  <a:cubicBezTo>
                    <a:pt x="90098" y="65755"/>
                    <a:pt x="88181" y="67670"/>
                    <a:pt x="84986" y="67670"/>
                  </a:cubicBezTo>
                  <a:lnTo>
                    <a:pt x="58787" y="67670"/>
                  </a:lnTo>
                  <a:cubicBezTo>
                    <a:pt x="56871" y="67670"/>
                    <a:pt x="54953" y="66394"/>
                    <a:pt x="54314" y="65117"/>
                  </a:cubicBezTo>
                  <a:cubicBezTo>
                    <a:pt x="53676" y="63202"/>
                    <a:pt x="53676" y="61286"/>
                    <a:pt x="54953" y="60010"/>
                  </a:cubicBezTo>
                  <a:cubicBezTo>
                    <a:pt x="60704" y="52987"/>
                    <a:pt x="61982" y="49157"/>
                    <a:pt x="61982" y="46603"/>
                  </a:cubicBezTo>
                  <a:lnTo>
                    <a:pt x="57509" y="46603"/>
                  </a:lnTo>
                  <a:cubicBezTo>
                    <a:pt x="54953" y="46603"/>
                    <a:pt x="52397" y="44688"/>
                    <a:pt x="52397" y="41496"/>
                  </a:cubicBezTo>
                  <a:cubicBezTo>
                    <a:pt x="54314" y="37666"/>
                    <a:pt x="56231" y="35750"/>
                    <a:pt x="58787" y="35112"/>
                  </a:cubicBezTo>
                  <a:close/>
                </a:path>
              </a:pathLst>
            </a:custGeom>
            <a:solidFill>
              <a:srgbClr val="007680"/>
            </a:solidFill>
            <a:ln w="6390" cap="flat">
              <a:noFill/>
              <a:prstDash val="solid"/>
              <a:miter/>
            </a:ln>
          </p:spPr>
          <p:txBody>
            <a:bodyPr rtlCol="0" anchor="ctr"/>
            <a:lstStyle/>
            <a:p>
              <a:endParaRPr lang="en-US"/>
            </a:p>
          </p:txBody>
        </p:sp>
        <p:sp>
          <p:nvSpPr>
            <p:cNvPr id="690" name="Graphic 4">
              <a:extLst>
                <a:ext uri="{FF2B5EF4-FFF2-40B4-BE49-F238E27FC236}">
                  <a16:creationId xmlns:a16="http://schemas.microsoft.com/office/drawing/2014/main" id="{FE92C93C-8886-7A43-B2C0-B3DB5BF2BA27}"/>
                </a:ext>
              </a:extLst>
            </p:cNvPr>
            <p:cNvSpPr/>
            <p:nvPr/>
          </p:nvSpPr>
          <p:spPr>
            <a:xfrm>
              <a:off x="10324860" y="237117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81796 w 361674"/>
                <a:gd name="connsiteY5" fmla="*/ 211310 h 361333"/>
                <a:gd name="connsiteX6" fmla="*/ 275406 w 361674"/>
                <a:gd name="connsiteY6" fmla="*/ 217694 h 361333"/>
                <a:gd name="connsiteX7" fmla="*/ 251763 w 361674"/>
                <a:gd name="connsiteY7" fmla="*/ 217694 h 361333"/>
                <a:gd name="connsiteX8" fmla="*/ 251763 w 361674"/>
                <a:gd name="connsiteY8" fmla="*/ 241315 h 361333"/>
                <a:gd name="connsiteX9" fmla="*/ 245373 w 361674"/>
                <a:gd name="connsiteY9" fmla="*/ 247699 h 361333"/>
                <a:gd name="connsiteX10" fmla="*/ 86903 w 361674"/>
                <a:gd name="connsiteY10" fmla="*/ 247699 h 361333"/>
                <a:gd name="connsiteX11" fmla="*/ 80513 w 361674"/>
                <a:gd name="connsiteY11" fmla="*/ 241315 h 361333"/>
                <a:gd name="connsiteX12" fmla="*/ 80513 w 361674"/>
                <a:gd name="connsiteY12" fmla="*/ 150024 h 361333"/>
                <a:gd name="connsiteX13" fmla="*/ 86903 w 361674"/>
                <a:gd name="connsiteY13" fmla="*/ 143640 h 361333"/>
                <a:gd name="connsiteX14" fmla="*/ 109268 w 361674"/>
                <a:gd name="connsiteY14" fmla="*/ 143640 h 361333"/>
                <a:gd name="connsiteX15" fmla="*/ 109268 w 361674"/>
                <a:gd name="connsiteY15" fmla="*/ 120019 h 361333"/>
                <a:gd name="connsiteX16" fmla="*/ 115658 w 361674"/>
                <a:gd name="connsiteY16" fmla="*/ 113635 h 361333"/>
                <a:gd name="connsiteX17" fmla="*/ 275406 w 361674"/>
                <a:gd name="connsiteY17" fmla="*/ 113635 h 361333"/>
                <a:gd name="connsiteX18" fmla="*/ 281796 w 361674"/>
                <a:gd name="connsiteY18" fmla="*/ 120019 h 361333"/>
                <a:gd name="connsiteX19" fmla="*/ 281796 w 361674"/>
                <a:gd name="connsiteY19" fmla="*/ 21131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674"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09" y="81077"/>
                    <a:pt x="281157" y="0"/>
                    <a:pt x="180835" y="0"/>
                  </a:cubicBezTo>
                  <a:close/>
                  <a:moveTo>
                    <a:pt x="281796" y="211310"/>
                  </a:moveTo>
                  <a:cubicBezTo>
                    <a:pt x="281796" y="215140"/>
                    <a:pt x="279240" y="217694"/>
                    <a:pt x="275406" y="217694"/>
                  </a:cubicBezTo>
                  <a:lnTo>
                    <a:pt x="251763" y="217694"/>
                  </a:lnTo>
                  <a:lnTo>
                    <a:pt x="251763" y="241315"/>
                  </a:lnTo>
                  <a:cubicBezTo>
                    <a:pt x="251763" y="245145"/>
                    <a:pt x="249208" y="247699"/>
                    <a:pt x="245373" y="247699"/>
                  </a:cubicBezTo>
                  <a:lnTo>
                    <a:pt x="86903" y="247699"/>
                  </a:lnTo>
                  <a:cubicBezTo>
                    <a:pt x="83069" y="247699"/>
                    <a:pt x="80513" y="245145"/>
                    <a:pt x="80513" y="241315"/>
                  </a:cubicBezTo>
                  <a:lnTo>
                    <a:pt x="80513" y="150024"/>
                  </a:lnTo>
                  <a:cubicBezTo>
                    <a:pt x="80513" y="146193"/>
                    <a:pt x="83069" y="143640"/>
                    <a:pt x="86903" y="143640"/>
                  </a:cubicBezTo>
                  <a:lnTo>
                    <a:pt x="109268" y="143640"/>
                  </a:lnTo>
                  <a:lnTo>
                    <a:pt x="109268" y="120019"/>
                  </a:lnTo>
                  <a:cubicBezTo>
                    <a:pt x="109268" y="116189"/>
                    <a:pt x="111824" y="113635"/>
                    <a:pt x="115658" y="113635"/>
                  </a:cubicBezTo>
                  <a:lnTo>
                    <a:pt x="275406" y="113635"/>
                  </a:lnTo>
                  <a:cubicBezTo>
                    <a:pt x="279240" y="113635"/>
                    <a:pt x="281796" y="116189"/>
                    <a:pt x="281796" y="120019"/>
                  </a:cubicBezTo>
                  <a:lnTo>
                    <a:pt x="281796" y="211310"/>
                  </a:lnTo>
                  <a:close/>
                </a:path>
              </a:pathLst>
            </a:custGeom>
            <a:solidFill>
              <a:srgbClr val="007680"/>
            </a:solidFill>
            <a:ln w="6390" cap="flat">
              <a:noFill/>
              <a:prstDash val="solid"/>
              <a:miter/>
            </a:ln>
          </p:spPr>
          <p:txBody>
            <a:bodyPr rtlCol="0" anchor="ctr"/>
            <a:lstStyle/>
            <a:p>
              <a:endParaRPr lang="en-US"/>
            </a:p>
          </p:txBody>
        </p:sp>
      </p:grpSp>
      <p:grpSp>
        <p:nvGrpSpPr>
          <p:cNvPr id="691" name="Graphic 4">
            <a:extLst>
              <a:ext uri="{FF2B5EF4-FFF2-40B4-BE49-F238E27FC236}">
                <a16:creationId xmlns:a16="http://schemas.microsoft.com/office/drawing/2014/main" id="{AB3FE068-80B6-154F-84F3-5B138B1BE1AB}"/>
              </a:ext>
            </a:extLst>
          </p:cNvPr>
          <p:cNvGrpSpPr/>
          <p:nvPr/>
        </p:nvGrpSpPr>
        <p:grpSpPr>
          <a:xfrm>
            <a:off x="8239823" y="3339623"/>
            <a:ext cx="361670" cy="361333"/>
            <a:chOff x="8239823" y="3339623"/>
            <a:chExt cx="361670" cy="361333"/>
          </a:xfrm>
          <a:solidFill>
            <a:srgbClr val="007680"/>
          </a:solidFill>
        </p:grpSpPr>
        <p:sp>
          <p:nvSpPr>
            <p:cNvPr id="692" name="Graphic 4">
              <a:extLst>
                <a:ext uri="{FF2B5EF4-FFF2-40B4-BE49-F238E27FC236}">
                  <a16:creationId xmlns:a16="http://schemas.microsoft.com/office/drawing/2014/main" id="{C458160A-F2AC-D342-A96E-12EEE0CA4CFB}"/>
                </a:ext>
              </a:extLst>
            </p:cNvPr>
            <p:cNvSpPr/>
            <p:nvPr/>
          </p:nvSpPr>
          <p:spPr>
            <a:xfrm>
              <a:off x="8327365" y="3430276"/>
              <a:ext cx="118853" cy="42134"/>
            </a:xfrm>
            <a:custGeom>
              <a:avLst/>
              <a:gdLst>
                <a:gd name="connsiteX0" fmla="*/ 59427 w 118853"/>
                <a:gd name="connsiteY0" fmla="*/ 42134 h 42134"/>
                <a:gd name="connsiteX1" fmla="*/ 118853 w 118853"/>
                <a:gd name="connsiteY1" fmla="*/ 21067 h 42134"/>
                <a:gd name="connsiteX2" fmla="*/ 59427 w 118853"/>
                <a:gd name="connsiteY2" fmla="*/ 0 h 42134"/>
                <a:gd name="connsiteX3" fmla="*/ 0 w 118853"/>
                <a:gd name="connsiteY3" fmla="*/ 21067 h 42134"/>
                <a:gd name="connsiteX4" fmla="*/ 59427 w 118853"/>
                <a:gd name="connsiteY4" fmla="*/ 42134 h 42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53" h="42134">
                  <a:moveTo>
                    <a:pt x="59427" y="42134"/>
                  </a:moveTo>
                  <a:cubicBezTo>
                    <a:pt x="96489" y="42134"/>
                    <a:pt x="118853" y="30005"/>
                    <a:pt x="118853" y="21067"/>
                  </a:cubicBezTo>
                  <a:cubicBezTo>
                    <a:pt x="118853" y="12768"/>
                    <a:pt x="95849" y="0"/>
                    <a:pt x="59427" y="0"/>
                  </a:cubicBezTo>
                  <a:cubicBezTo>
                    <a:pt x="23004" y="0"/>
                    <a:pt x="0" y="12768"/>
                    <a:pt x="0" y="21067"/>
                  </a:cubicBezTo>
                  <a:cubicBezTo>
                    <a:pt x="0" y="30005"/>
                    <a:pt x="23004" y="42134"/>
                    <a:pt x="59427" y="42134"/>
                  </a:cubicBezTo>
                  <a:close/>
                </a:path>
              </a:pathLst>
            </a:custGeom>
            <a:solidFill>
              <a:srgbClr val="007680"/>
            </a:solidFill>
            <a:ln w="6390" cap="flat">
              <a:noFill/>
              <a:prstDash val="solid"/>
              <a:miter/>
            </a:ln>
          </p:spPr>
          <p:txBody>
            <a:bodyPr rtlCol="0" anchor="ctr"/>
            <a:lstStyle/>
            <a:p>
              <a:endParaRPr lang="en-US"/>
            </a:p>
          </p:txBody>
        </p:sp>
        <p:sp>
          <p:nvSpPr>
            <p:cNvPr id="693" name="Graphic 4">
              <a:extLst>
                <a:ext uri="{FF2B5EF4-FFF2-40B4-BE49-F238E27FC236}">
                  <a16:creationId xmlns:a16="http://schemas.microsoft.com/office/drawing/2014/main" id="{6C86C286-F891-7A41-B35C-806020B8481E}"/>
                </a:ext>
              </a:extLst>
            </p:cNvPr>
            <p:cNvSpPr/>
            <p:nvPr/>
          </p:nvSpPr>
          <p:spPr>
            <a:xfrm>
              <a:off x="8407879" y="3492201"/>
              <a:ext cx="118852" cy="118741"/>
            </a:xfrm>
            <a:custGeom>
              <a:avLst/>
              <a:gdLst>
                <a:gd name="connsiteX0" fmla="*/ 59426 w 118852"/>
                <a:gd name="connsiteY0" fmla="*/ 0 h 118741"/>
                <a:gd name="connsiteX1" fmla="*/ 0 w 118852"/>
                <a:gd name="connsiteY1" fmla="*/ 59371 h 118741"/>
                <a:gd name="connsiteX2" fmla="*/ 59426 w 118852"/>
                <a:gd name="connsiteY2" fmla="*/ 118742 h 118741"/>
                <a:gd name="connsiteX3" fmla="*/ 118853 w 118852"/>
                <a:gd name="connsiteY3" fmla="*/ 59371 h 118741"/>
                <a:gd name="connsiteX4" fmla="*/ 59426 w 118852"/>
                <a:gd name="connsiteY4" fmla="*/ 0 h 118741"/>
                <a:gd name="connsiteX5" fmla="*/ 59426 w 118852"/>
                <a:gd name="connsiteY5" fmla="*/ 52987 h 118741"/>
                <a:gd name="connsiteX6" fmla="*/ 82430 w 118852"/>
                <a:gd name="connsiteY6" fmla="*/ 75969 h 118741"/>
                <a:gd name="connsiteX7" fmla="*/ 65816 w 118852"/>
                <a:gd name="connsiteY7" fmla="*/ 97675 h 118741"/>
                <a:gd name="connsiteX8" fmla="*/ 65816 w 118852"/>
                <a:gd name="connsiteY8" fmla="*/ 103420 h 118741"/>
                <a:gd name="connsiteX9" fmla="*/ 59426 w 118852"/>
                <a:gd name="connsiteY9" fmla="*/ 109804 h 118741"/>
                <a:gd name="connsiteX10" fmla="*/ 53036 w 118852"/>
                <a:gd name="connsiteY10" fmla="*/ 103420 h 118741"/>
                <a:gd name="connsiteX11" fmla="*/ 53036 w 118852"/>
                <a:gd name="connsiteY11" fmla="*/ 97675 h 118741"/>
                <a:gd name="connsiteX12" fmla="*/ 36422 w 118852"/>
                <a:gd name="connsiteY12" fmla="*/ 75969 h 118741"/>
                <a:gd name="connsiteX13" fmla="*/ 42812 w 118852"/>
                <a:gd name="connsiteY13" fmla="*/ 69585 h 118741"/>
                <a:gd name="connsiteX14" fmla="*/ 49202 w 118852"/>
                <a:gd name="connsiteY14" fmla="*/ 75969 h 118741"/>
                <a:gd name="connsiteX15" fmla="*/ 59426 w 118852"/>
                <a:gd name="connsiteY15" fmla="*/ 86184 h 118741"/>
                <a:gd name="connsiteX16" fmla="*/ 69650 w 118852"/>
                <a:gd name="connsiteY16" fmla="*/ 75969 h 118741"/>
                <a:gd name="connsiteX17" fmla="*/ 59426 w 118852"/>
                <a:gd name="connsiteY17" fmla="*/ 65755 h 118741"/>
                <a:gd name="connsiteX18" fmla="*/ 36422 w 118852"/>
                <a:gd name="connsiteY18" fmla="*/ 42772 h 118741"/>
                <a:gd name="connsiteX19" fmla="*/ 53036 w 118852"/>
                <a:gd name="connsiteY19" fmla="*/ 21067 h 118741"/>
                <a:gd name="connsiteX20" fmla="*/ 53036 w 118852"/>
                <a:gd name="connsiteY20" fmla="*/ 15321 h 118741"/>
                <a:gd name="connsiteX21" fmla="*/ 59426 w 118852"/>
                <a:gd name="connsiteY21" fmla="*/ 8937 h 118741"/>
                <a:gd name="connsiteX22" fmla="*/ 65816 w 118852"/>
                <a:gd name="connsiteY22" fmla="*/ 15321 h 118741"/>
                <a:gd name="connsiteX23" fmla="*/ 65816 w 118852"/>
                <a:gd name="connsiteY23" fmla="*/ 21067 h 118741"/>
                <a:gd name="connsiteX24" fmla="*/ 82430 w 118852"/>
                <a:gd name="connsiteY24" fmla="*/ 42772 h 118741"/>
                <a:gd name="connsiteX25" fmla="*/ 76040 w 118852"/>
                <a:gd name="connsiteY25" fmla="*/ 49156 h 118741"/>
                <a:gd name="connsiteX26" fmla="*/ 69650 w 118852"/>
                <a:gd name="connsiteY26" fmla="*/ 42772 h 118741"/>
                <a:gd name="connsiteX27" fmla="*/ 59426 w 118852"/>
                <a:gd name="connsiteY27" fmla="*/ 32558 h 118741"/>
                <a:gd name="connsiteX28" fmla="*/ 49202 w 118852"/>
                <a:gd name="connsiteY28" fmla="*/ 42772 h 118741"/>
                <a:gd name="connsiteX29" fmla="*/ 59426 w 118852"/>
                <a:gd name="connsiteY29" fmla="*/ 52987 h 11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8852" h="118741">
                  <a:moveTo>
                    <a:pt x="59426" y="0"/>
                  </a:moveTo>
                  <a:cubicBezTo>
                    <a:pt x="26837" y="0"/>
                    <a:pt x="0" y="26812"/>
                    <a:pt x="0" y="59371"/>
                  </a:cubicBezTo>
                  <a:cubicBezTo>
                    <a:pt x="0" y="91929"/>
                    <a:pt x="26837" y="118742"/>
                    <a:pt x="59426" y="118742"/>
                  </a:cubicBezTo>
                  <a:cubicBezTo>
                    <a:pt x="92014" y="118742"/>
                    <a:pt x="118853" y="91929"/>
                    <a:pt x="118853" y="59371"/>
                  </a:cubicBezTo>
                  <a:cubicBezTo>
                    <a:pt x="118853" y="26812"/>
                    <a:pt x="92014" y="0"/>
                    <a:pt x="59426" y="0"/>
                  </a:cubicBezTo>
                  <a:close/>
                  <a:moveTo>
                    <a:pt x="59426" y="52987"/>
                  </a:moveTo>
                  <a:cubicBezTo>
                    <a:pt x="72206" y="52987"/>
                    <a:pt x="82430" y="63201"/>
                    <a:pt x="82430" y="75969"/>
                  </a:cubicBezTo>
                  <a:cubicBezTo>
                    <a:pt x="82430" y="86184"/>
                    <a:pt x="75401" y="95121"/>
                    <a:pt x="65816" y="97675"/>
                  </a:cubicBezTo>
                  <a:lnTo>
                    <a:pt x="65816" y="103420"/>
                  </a:lnTo>
                  <a:cubicBezTo>
                    <a:pt x="65816" y="107251"/>
                    <a:pt x="63260" y="109804"/>
                    <a:pt x="59426" y="109804"/>
                  </a:cubicBezTo>
                  <a:cubicBezTo>
                    <a:pt x="55592" y="109804"/>
                    <a:pt x="53036" y="107251"/>
                    <a:pt x="53036" y="103420"/>
                  </a:cubicBezTo>
                  <a:lnTo>
                    <a:pt x="53036" y="97675"/>
                  </a:lnTo>
                  <a:cubicBezTo>
                    <a:pt x="43451" y="95121"/>
                    <a:pt x="36422" y="86184"/>
                    <a:pt x="36422" y="75969"/>
                  </a:cubicBezTo>
                  <a:cubicBezTo>
                    <a:pt x="36422" y="72139"/>
                    <a:pt x="38978" y="69585"/>
                    <a:pt x="42812" y="69585"/>
                  </a:cubicBezTo>
                  <a:cubicBezTo>
                    <a:pt x="46646" y="69585"/>
                    <a:pt x="49202" y="72139"/>
                    <a:pt x="49202" y="75969"/>
                  </a:cubicBezTo>
                  <a:cubicBezTo>
                    <a:pt x="49202" y="81715"/>
                    <a:pt x="53675" y="86184"/>
                    <a:pt x="59426" y="86184"/>
                  </a:cubicBezTo>
                  <a:cubicBezTo>
                    <a:pt x="65177" y="86184"/>
                    <a:pt x="69650" y="81715"/>
                    <a:pt x="69650" y="75969"/>
                  </a:cubicBezTo>
                  <a:cubicBezTo>
                    <a:pt x="69650" y="70224"/>
                    <a:pt x="65177" y="65755"/>
                    <a:pt x="59426" y="65755"/>
                  </a:cubicBezTo>
                  <a:cubicBezTo>
                    <a:pt x="46646" y="65755"/>
                    <a:pt x="36422" y="55540"/>
                    <a:pt x="36422" y="42772"/>
                  </a:cubicBezTo>
                  <a:cubicBezTo>
                    <a:pt x="36422" y="32558"/>
                    <a:pt x="43451" y="23620"/>
                    <a:pt x="53036" y="21067"/>
                  </a:cubicBezTo>
                  <a:lnTo>
                    <a:pt x="53036" y="15321"/>
                  </a:lnTo>
                  <a:cubicBezTo>
                    <a:pt x="53036" y="11491"/>
                    <a:pt x="55592" y="8937"/>
                    <a:pt x="59426" y="8937"/>
                  </a:cubicBezTo>
                  <a:cubicBezTo>
                    <a:pt x="63260" y="8937"/>
                    <a:pt x="65816" y="11491"/>
                    <a:pt x="65816" y="15321"/>
                  </a:cubicBezTo>
                  <a:lnTo>
                    <a:pt x="65816" y="21067"/>
                  </a:lnTo>
                  <a:cubicBezTo>
                    <a:pt x="75401" y="23620"/>
                    <a:pt x="82430" y="32558"/>
                    <a:pt x="82430" y="42772"/>
                  </a:cubicBezTo>
                  <a:cubicBezTo>
                    <a:pt x="82430" y="46603"/>
                    <a:pt x="79874" y="49156"/>
                    <a:pt x="76040" y="49156"/>
                  </a:cubicBezTo>
                  <a:cubicBezTo>
                    <a:pt x="72206" y="49156"/>
                    <a:pt x="69650" y="46603"/>
                    <a:pt x="69650" y="42772"/>
                  </a:cubicBezTo>
                  <a:cubicBezTo>
                    <a:pt x="69650" y="37027"/>
                    <a:pt x="65177" y="32558"/>
                    <a:pt x="59426" y="32558"/>
                  </a:cubicBezTo>
                  <a:cubicBezTo>
                    <a:pt x="53675" y="32558"/>
                    <a:pt x="49202" y="37027"/>
                    <a:pt x="49202" y="42772"/>
                  </a:cubicBezTo>
                  <a:cubicBezTo>
                    <a:pt x="49202" y="48518"/>
                    <a:pt x="53675" y="52987"/>
                    <a:pt x="59426" y="52987"/>
                  </a:cubicBezTo>
                  <a:close/>
                </a:path>
              </a:pathLst>
            </a:custGeom>
            <a:solidFill>
              <a:srgbClr val="007680"/>
            </a:solidFill>
            <a:ln w="6390" cap="flat">
              <a:noFill/>
              <a:prstDash val="solid"/>
              <a:miter/>
            </a:ln>
          </p:spPr>
          <p:txBody>
            <a:bodyPr rtlCol="0" anchor="ctr"/>
            <a:lstStyle/>
            <a:p>
              <a:endParaRPr lang="en-US"/>
            </a:p>
          </p:txBody>
        </p:sp>
        <p:sp>
          <p:nvSpPr>
            <p:cNvPr id="694" name="Graphic 4">
              <a:extLst>
                <a:ext uri="{FF2B5EF4-FFF2-40B4-BE49-F238E27FC236}">
                  <a16:creationId xmlns:a16="http://schemas.microsoft.com/office/drawing/2014/main" id="{35A86838-B3BF-524A-8F52-9789CFDA8F22}"/>
                </a:ext>
              </a:extLst>
            </p:cNvPr>
            <p:cNvSpPr/>
            <p:nvPr/>
          </p:nvSpPr>
          <p:spPr>
            <a:xfrm>
              <a:off x="8239823" y="333962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41856 w 361670"/>
                <a:gd name="connsiteY5" fmla="*/ 187689 h 361333"/>
                <a:gd name="connsiteX6" fmla="*/ 148246 w 361670"/>
                <a:gd name="connsiteY6" fmla="*/ 194073 h 361333"/>
                <a:gd name="connsiteX7" fmla="*/ 141856 w 361670"/>
                <a:gd name="connsiteY7" fmla="*/ 200457 h 361333"/>
                <a:gd name="connsiteX8" fmla="*/ 141856 w 361670"/>
                <a:gd name="connsiteY8" fmla="*/ 200457 h 361333"/>
                <a:gd name="connsiteX9" fmla="*/ 88181 w 361670"/>
                <a:gd name="connsiteY9" fmla="*/ 186412 h 361333"/>
                <a:gd name="connsiteX10" fmla="*/ 88181 w 361670"/>
                <a:gd name="connsiteY10" fmla="*/ 194073 h 361333"/>
                <a:gd name="connsiteX11" fmla="*/ 142496 w 361670"/>
                <a:gd name="connsiteY11" fmla="*/ 215140 h 361333"/>
                <a:gd name="connsiteX12" fmla="*/ 148886 w 361670"/>
                <a:gd name="connsiteY12" fmla="*/ 221524 h 361333"/>
                <a:gd name="connsiteX13" fmla="*/ 142496 w 361670"/>
                <a:gd name="connsiteY13" fmla="*/ 227908 h 361333"/>
                <a:gd name="connsiteX14" fmla="*/ 142496 w 361670"/>
                <a:gd name="connsiteY14" fmla="*/ 227908 h 361333"/>
                <a:gd name="connsiteX15" fmla="*/ 88820 w 361670"/>
                <a:gd name="connsiteY15" fmla="*/ 213863 h 361333"/>
                <a:gd name="connsiteX16" fmla="*/ 88820 w 361670"/>
                <a:gd name="connsiteY16" fmla="*/ 221524 h 361333"/>
                <a:gd name="connsiteX17" fmla="*/ 148246 w 361670"/>
                <a:gd name="connsiteY17" fmla="*/ 242591 h 361333"/>
                <a:gd name="connsiteX18" fmla="*/ 154636 w 361670"/>
                <a:gd name="connsiteY18" fmla="*/ 248975 h 361333"/>
                <a:gd name="connsiteX19" fmla="*/ 148246 w 361670"/>
                <a:gd name="connsiteY19" fmla="*/ 255359 h 361333"/>
                <a:gd name="connsiteX20" fmla="*/ 76040 w 361670"/>
                <a:gd name="connsiteY20" fmla="*/ 221524 h 361333"/>
                <a:gd name="connsiteX21" fmla="*/ 76040 w 361670"/>
                <a:gd name="connsiteY21" fmla="*/ 111720 h 361333"/>
                <a:gd name="connsiteX22" fmla="*/ 148246 w 361670"/>
                <a:gd name="connsiteY22" fmla="*/ 77885 h 361333"/>
                <a:gd name="connsiteX23" fmla="*/ 220453 w 361670"/>
                <a:gd name="connsiteY23" fmla="*/ 111720 h 361333"/>
                <a:gd name="connsiteX24" fmla="*/ 148246 w 361670"/>
                <a:gd name="connsiteY24" fmla="*/ 145555 h 361333"/>
                <a:gd name="connsiteX25" fmla="*/ 88820 w 361670"/>
                <a:gd name="connsiteY25" fmla="*/ 131510 h 361333"/>
                <a:gd name="connsiteX26" fmla="*/ 88820 w 361670"/>
                <a:gd name="connsiteY26" fmla="*/ 139171 h 361333"/>
                <a:gd name="connsiteX27" fmla="*/ 148246 w 361670"/>
                <a:gd name="connsiteY27" fmla="*/ 160238 h 361333"/>
                <a:gd name="connsiteX28" fmla="*/ 154636 w 361670"/>
                <a:gd name="connsiteY28" fmla="*/ 166622 h 361333"/>
                <a:gd name="connsiteX29" fmla="*/ 148246 w 361670"/>
                <a:gd name="connsiteY29" fmla="*/ 173006 h 361333"/>
                <a:gd name="connsiteX30" fmla="*/ 88820 w 361670"/>
                <a:gd name="connsiteY30" fmla="*/ 158961 h 361333"/>
                <a:gd name="connsiteX31" fmla="*/ 88820 w 361670"/>
                <a:gd name="connsiteY31" fmla="*/ 166622 h 361333"/>
                <a:gd name="connsiteX32" fmla="*/ 141856 w 361670"/>
                <a:gd name="connsiteY32" fmla="*/ 187689 h 361333"/>
                <a:gd name="connsiteX33" fmla="*/ 227482 w 361670"/>
                <a:gd name="connsiteY33" fmla="*/ 284087 h 361333"/>
                <a:gd name="connsiteX34" fmla="*/ 155276 w 361670"/>
                <a:gd name="connsiteY34" fmla="*/ 211948 h 361333"/>
                <a:gd name="connsiteX35" fmla="*/ 227482 w 361670"/>
                <a:gd name="connsiteY35" fmla="*/ 139809 h 361333"/>
                <a:gd name="connsiteX36" fmla="*/ 299688 w 361670"/>
                <a:gd name="connsiteY36" fmla="*/ 211948 h 361333"/>
                <a:gd name="connsiteX37" fmla="*/ 227482 w 361670"/>
                <a:gd name="connsiteY37" fmla="*/ 28408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1670" h="361333">
                  <a:moveTo>
                    <a:pt x="180836" y="0"/>
                  </a:moveTo>
                  <a:cubicBezTo>
                    <a:pt x="80513" y="0"/>
                    <a:pt x="0" y="81077"/>
                    <a:pt x="0" y="180667"/>
                  </a:cubicBezTo>
                  <a:cubicBezTo>
                    <a:pt x="0" y="280257"/>
                    <a:pt x="81152" y="361333"/>
                    <a:pt x="180836" y="361333"/>
                  </a:cubicBezTo>
                  <a:cubicBezTo>
                    <a:pt x="281157" y="361333"/>
                    <a:pt x="361670" y="280257"/>
                    <a:pt x="361670" y="180667"/>
                  </a:cubicBezTo>
                  <a:cubicBezTo>
                    <a:pt x="361670" y="81077"/>
                    <a:pt x="281157" y="0"/>
                    <a:pt x="180836" y="0"/>
                  </a:cubicBezTo>
                  <a:close/>
                  <a:moveTo>
                    <a:pt x="141856" y="187689"/>
                  </a:moveTo>
                  <a:cubicBezTo>
                    <a:pt x="145691" y="187689"/>
                    <a:pt x="148246" y="190881"/>
                    <a:pt x="148246" y="194073"/>
                  </a:cubicBezTo>
                  <a:cubicBezTo>
                    <a:pt x="148246" y="197265"/>
                    <a:pt x="145051" y="200457"/>
                    <a:pt x="141856" y="200457"/>
                  </a:cubicBezTo>
                  <a:cubicBezTo>
                    <a:pt x="141856" y="200457"/>
                    <a:pt x="141856" y="200457"/>
                    <a:pt x="141856" y="200457"/>
                  </a:cubicBezTo>
                  <a:cubicBezTo>
                    <a:pt x="118853" y="199819"/>
                    <a:pt x="99683" y="194711"/>
                    <a:pt x="88181" y="186412"/>
                  </a:cubicBezTo>
                  <a:lnTo>
                    <a:pt x="88181" y="194073"/>
                  </a:lnTo>
                  <a:cubicBezTo>
                    <a:pt x="88181" y="201734"/>
                    <a:pt x="107351" y="213863"/>
                    <a:pt x="142496" y="215140"/>
                  </a:cubicBezTo>
                  <a:cubicBezTo>
                    <a:pt x="146330" y="215140"/>
                    <a:pt x="148886" y="218332"/>
                    <a:pt x="148886" y="221524"/>
                  </a:cubicBezTo>
                  <a:cubicBezTo>
                    <a:pt x="148886" y="224716"/>
                    <a:pt x="145691" y="227908"/>
                    <a:pt x="142496" y="227908"/>
                  </a:cubicBezTo>
                  <a:cubicBezTo>
                    <a:pt x="142496" y="227908"/>
                    <a:pt x="142496" y="227908"/>
                    <a:pt x="142496" y="227908"/>
                  </a:cubicBezTo>
                  <a:cubicBezTo>
                    <a:pt x="119492" y="227270"/>
                    <a:pt x="100322" y="222163"/>
                    <a:pt x="88820" y="213863"/>
                  </a:cubicBezTo>
                  <a:lnTo>
                    <a:pt x="88820" y="221524"/>
                  </a:lnTo>
                  <a:cubicBezTo>
                    <a:pt x="88820" y="229823"/>
                    <a:pt x="111824" y="242591"/>
                    <a:pt x="148246" y="242591"/>
                  </a:cubicBezTo>
                  <a:cubicBezTo>
                    <a:pt x="152081" y="242591"/>
                    <a:pt x="154636" y="245145"/>
                    <a:pt x="154636" y="248975"/>
                  </a:cubicBezTo>
                  <a:cubicBezTo>
                    <a:pt x="154636" y="252806"/>
                    <a:pt x="152081" y="255359"/>
                    <a:pt x="148246" y="255359"/>
                  </a:cubicBezTo>
                  <a:cubicBezTo>
                    <a:pt x="113102" y="255359"/>
                    <a:pt x="76040" y="243868"/>
                    <a:pt x="76040" y="221524"/>
                  </a:cubicBezTo>
                  <a:lnTo>
                    <a:pt x="76040" y="111720"/>
                  </a:lnTo>
                  <a:cubicBezTo>
                    <a:pt x="76040" y="90014"/>
                    <a:pt x="113102" y="77885"/>
                    <a:pt x="148246" y="77885"/>
                  </a:cubicBezTo>
                  <a:cubicBezTo>
                    <a:pt x="183391" y="77885"/>
                    <a:pt x="220453" y="90014"/>
                    <a:pt x="220453" y="111720"/>
                  </a:cubicBezTo>
                  <a:cubicBezTo>
                    <a:pt x="220453" y="133425"/>
                    <a:pt x="183391" y="145555"/>
                    <a:pt x="148246" y="145555"/>
                  </a:cubicBezTo>
                  <a:cubicBezTo>
                    <a:pt x="125881" y="145555"/>
                    <a:pt x="102878" y="140448"/>
                    <a:pt x="88820" y="131510"/>
                  </a:cubicBezTo>
                  <a:lnTo>
                    <a:pt x="88820" y="139171"/>
                  </a:lnTo>
                  <a:cubicBezTo>
                    <a:pt x="88820" y="148108"/>
                    <a:pt x="111185" y="160238"/>
                    <a:pt x="148246" y="160238"/>
                  </a:cubicBezTo>
                  <a:cubicBezTo>
                    <a:pt x="152081" y="160238"/>
                    <a:pt x="154636" y="162792"/>
                    <a:pt x="154636" y="166622"/>
                  </a:cubicBezTo>
                  <a:cubicBezTo>
                    <a:pt x="154636" y="170452"/>
                    <a:pt x="152081" y="173006"/>
                    <a:pt x="148246" y="173006"/>
                  </a:cubicBezTo>
                  <a:cubicBezTo>
                    <a:pt x="125881" y="173006"/>
                    <a:pt x="102878" y="167899"/>
                    <a:pt x="88820" y="158961"/>
                  </a:cubicBezTo>
                  <a:lnTo>
                    <a:pt x="88820" y="166622"/>
                  </a:lnTo>
                  <a:cubicBezTo>
                    <a:pt x="87542" y="174921"/>
                    <a:pt x="107351" y="186412"/>
                    <a:pt x="141856" y="187689"/>
                  </a:cubicBezTo>
                  <a:close/>
                  <a:moveTo>
                    <a:pt x="227482" y="284087"/>
                  </a:moveTo>
                  <a:cubicBezTo>
                    <a:pt x="187864" y="284087"/>
                    <a:pt x="155276" y="251529"/>
                    <a:pt x="155276" y="211948"/>
                  </a:cubicBezTo>
                  <a:cubicBezTo>
                    <a:pt x="155276" y="172368"/>
                    <a:pt x="187864" y="139809"/>
                    <a:pt x="227482" y="139809"/>
                  </a:cubicBezTo>
                  <a:cubicBezTo>
                    <a:pt x="267100" y="139809"/>
                    <a:pt x="299688" y="172368"/>
                    <a:pt x="299688" y="211948"/>
                  </a:cubicBezTo>
                  <a:cubicBezTo>
                    <a:pt x="299688" y="251529"/>
                    <a:pt x="267100" y="284087"/>
                    <a:pt x="227482" y="284087"/>
                  </a:cubicBezTo>
                  <a:close/>
                </a:path>
              </a:pathLst>
            </a:custGeom>
            <a:solidFill>
              <a:srgbClr val="007680"/>
            </a:solidFill>
            <a:ln w="6390" cap="flat">
              <a:noFill/>
              <a:prstDash val="solid"/>
              <a:miter/>
            </a:ln>
          </p:spPr>
          <p:txBody>
            <a:bodyPr rtlCol="0" anchor="ctr"/>
            <a:lstStyle/>
            <a:p>
              <a:endParaRPr lang="en-US"/>
            </a:p>
          </p:txBody>
        </p:sp>
      </p:grpSp>
      <p:grpSp>
        <p:nvGrpSpPr>
          <p:cNvPr id="695" name="Graphic 4">
            <a:extLst>
              <a:ext uri="{FF2B5EF4-FFF2-40B4-BE49-F238E27FC236}">
                <a16:creationId xmlns:a16="http://schemas.microsoft.com/office/drawing/2014/main" id="{7E54B600-9E83-B74A-BF91-44A9A2B33EAE}"/>
              </a:ext>
            </a:extLst>
          </p:cNvPr>
          <p:cNvGrpSpPr/>
          <p:nvPr/>
        </p:nvGrpSpPr>
        <p:grpSpPr>
          <a:xfrm>
            <a:off x="9279466" y="1402085"/>
            <a:ext cx="361671" cy="361333"/>
            <a:chOff x="9279466" y="1402085"/>
            <a:chExt cx="361671" cy="361333"/>
          </a:xfrm>
          <a:solidFill>
            <a:srgbClr val="007680"/>
          </a:solidFill>
        </p:grpSpPr>
        <p:sp>
          <p:nvSpPr>
            <p:cNvPr id="696" name="Graphic 4">
              <a:extLst>
                <a:ext uri="{FF2B5EF4-FFF2-40B4-BE49-F238E27FC236}">
                  <a16:creationId xmlns:a16="http://schemas.microsoft.com/office/drawing/2014/main" id="{EA21C67D-63B4-DA4E-BDE6-48667AE7AFAB}"/>
                </a:ext>
              </a:extLst>
            </p:cNvPr>
            <p:cNvSpPr/>
            <p:nvPr/>
          </p:nvSpPr>
          <p:spPr>
            <a:xfrm>
              <a:off x="9396402" y="1526572"/>
              <a:ext cx="129716" cy="151938"/>
            </a:xfrm>
            <a:custGeom>
              <a:avLst/>
              <a:gdLst>
                <a:gd name="connsiteX0" fmla="*/ 115658 w 129716"/>
                <a:gd name="connsiteY0" fmla="*/ 116827 h 151938"/>
                <a:gd name="connsiteX1" fmla="*/ 118214 w 129716"/>
                <a:gd name="connsiteY1" fmla="*/ 107251 h 151938"/>
                <a:gd name="connsiteX2" fmla="*/ 118853 w 129716"/>
                <a:gd name="connsiteY2" fmla="*/ 104697 h 151938"/>
                <a:gd name="connsiteX3" fmla="*/ 120131 w 129716"/>
                <a:gd name="connsiteY3" fmla="*/ 100229 h 151938"/>
                <a:gd name="connsiteX4" fmla="*/ 122686 w 129716"/>
                <a:gd name="connsiteY4" fmla="*/ 92568 h 151938"/>
                <a:gd name="connsiteX5" fmla="*/ 77318 w 129716"/>
                <a:gd name="connsiteY5" fmla="*/ 0 h 151938"/>
                <a:gd name="connsiteX6" fmla="*/ 51119 w 129716"/>
                <a:gd name="connsiteY6" fmla="*/ 0 h 151938"/>
                <a:gd name="connsiteX7" fmla="*/ 5751 w 129716"/>
                <a:gd name="connsiteY7" fmla="*/ 92568 h 151938"/>
                <a:gd name="connsiteX8" fmla="*/ 8307 w 129716"/>
                <a:gd name="connsiteY8" fmla="*/ 100229 h 151938"/>
                <a:gd name="connsiteX9" fmla="*/ 9585 w 129716"/>
                <a:gd name="connsiteY9" fmla="*/ 104697 h 151938"/>
                <a:gd name="connsiteX10" fmla="*/ 10224 w 129716"/>
                <a:gd name="connsiteY10" fmla="*/ 107251 h 151938"/>
                <a:gd name="connsiteX11" fmla="*/ 12780 w 129716"/>
                <a:gd name="connsiteY11" fmla="*/ 116827 h 151938"/>
                <a:gd name="connsiteX12" fmla="*/ 12141 w 129716"/>
                <a:gd name="connsiteY12" fmla="*/ 119381 h 151938"/>
                <a:gd name="connsiteX13" fmla="*/ 0 w 129716"/>
                <a:gd name="connsiteY13" fmla="*/ 151939 h 151938"/>
                <a:gd name="connsiteX14" fmla="*/ 129716 w 129716"/>
                <a:gd name="connsiteY14" fmla="*/ 151939 h 151938"/>
                <a:gd name="connsiteX15" fmla="*/ 117575 w 129716"/>
                <a:gd name="connsiteY15" fmla="*/ 119381 h 151938"/>
                <a:gd name="connsiteX16" fmla="*/ 115658 w 129716"/>
                <a:gd name="connsiteY16" fmla="*/ 116827 h 151938"/>
                <a:gd name="connsiteX17" fmla="*/ 67733 w 129716"/>
                <a:gd name="connsiteY17" fmla="*/ 66393 h 151938"/>
                <a:gd name="connsiteX18" fmla="*/ 74123 w 129716"/>
                <a:gd name="connsiteY18" fmla="*/ 72777 h 151938"/>
                <a:gd name="connsiteX19" fmla="*/ 67733 w 129716"/>
                <a:gd name="connsiteY19" fmla="*/ 79161 h 151938"/>
                <a:gd name="connsiteX20" fmla="*/ 46647 w 129716"/>
                <a:gd name="connsiteY20" fmla="*/ 79161 h 151938"/>
                <a:gd name="connsiteX21" fmla="*/ 46647 w 129716"/>
                <a:gd name="connsiteY21" fmla="*/ 84907 h 151938"/>
                <a:gd name="connsiteX22" fmla="*/ 67733 w 129716"/>
                <a:gd name="connsiteY22" fmla="*/ 84907 h 151938"/>
                <a:gd name="connsiteX23" fmla="*/ 74123 w 129716"/>
                <a:gd name="connsiteY23" fmla="*/ 91291 h 151938"/>
                <a:gd name="connsiteX24" fmla="*/ 67733 w 129716"/>
                <a:gd name="connsiteY24" fmla="*/ 97675 h 151938"/>
                <a:gd name="connsiteX25" fmla="*/ 46647 w 129716"/>
                <a:gd name="connsiteY25" fmla="*/ 97675 h 151938"/>
                <a:gd name="connsiteX26" fmla="*/ 63261 w 129716"/>
                <a:gd name="connsiteY26" fmla="*/ 112358 h 151938"/>
                <a:gd name="connsiteX27" fmla="*/ 67733 w 129716"/>
                <a:gd name="connsiteY27" fmla="*/ 112358 h 151938"/>
                <a:gd name="connsiteX28" fmla="*/ 84347 w 129716"/>
                <a:gd name="connsiteY28" fmla="*/ 95760 h 151938"/>
                <a:gd name="connsiteX29" fmla="*/ 90737 w 129716"/>
                <a:gd name="connsiteY29" fmla="*/ 89376 h 151938"/>
                <a:gd name="connsiteX30" fmla="*/ 97127 w 129716"/>
                <a:gd name="connsiteY30" fmla="*/ 95760 h 151938"/>
                <a:gd name="connsiteX31" fmla="*/ 67733 w 129716"/>
                <a:gd name="connsiteY31" fmla="*/ 125126 h 151938"/>
                <a:gd name="connsiteX32" fmla="*/ 63261 w 129716"/>
                <a:gd name="connsiteY32" fmla="*/ 125126 h 151938"/>
                <a:gd name="connsiteX33" fmla="*/ 33867 w 129716"/>
                <a:gd name="connsiteY33" fmla="*/ 97675 h 151938"/>
                <a:gd name="connsiteX34" fmla="*/ 26199 w 129716"/>
                <a:gd name="connsiteY34" fmla="*/ 97675 h 151938"/>
                <a:gd name="connsiteX35" fmla="*/ 19809 w 129716"/>
                <a:gd name="connsiteY35" fmla="*/ 91291 h 151938"/>
                <a:gd name="connsiteX36" fmla="*/ 26199 w 129716"/>
                <a:gd name="connsiteY36" fmla="*/ 84907 h 151938"/>
                <a:gd name="connsiteX37" fmla="*/ 33867 w 129716"/>
                <a:gd name="connsiteY37" fmla="*/ 84907 h 151938"/>
                <a:gd name="connsiteX38" fmla="*/ 33867 w 129716"/>
                <a:gd name="connsiteY38" fmla="*/ 79161 h 151938"/>
                <a:gd name="connsiteX39" fmla="*/ 26199 w 129716"/>
                <a:gd name="connsiteY39" fmla="*/ 79161 h 151938"/>
                <a:gd name="connsiteX40" fmla="*/ 19809 w 129716"/>
                <a:gd name="connsiteY40" fmla="*/ 72777 h 151938"/>
                <a:gd name="connsiteX41" fmla="*/ 26199 w 129716"/>
                <a:gd name="connsiteY41" fmla="*/ 66393 h 151938"/>
                <a:gd name="connsiteX42" fmla="*/ 33867 w 129716"/>
                <a:gd name="connsiteY42" fmla="*/ 66393 h 151938"/>
                <a:gd name="connsiteX43" fmla="*/ 33867 w 129716"/>
                <a:gd name="connsiteY43" fmla="*/ 63840 h 151938"/>
                <a:gd name="connsiteX44" fmla="*/ 63261 w 129716"/>
                <a:gd name="connsiteY44" fmla="*/ 34473 h 151938"/>
                <a:gd name="connsiteX45" fmla="*/ 67733 w 129716"/>
                <a:gd name="connsiteY45" fmla="*/ 34473 h 151938"/>
                <a:gd name="connsiteX46" fmla="*/ 97127 w 129716"/>
                <a:gd name="connsiteY46" fmla="*/ 63840 h 151938"/>
                <a:gd name="connsiteX47" fmla="*/ 90737 w 129716"/>
                <a:gd name="connsiteY47" fmla="*/ 70224 h 151938"/>
                <a:gd name="connsiteX48" fmla="*/ 84347 w 129716"/>
                <a:gd name="connsiteY48" fmla="*/ 63840 h 151938"/>
                <a:gd name="connsiteX49" fmla="*/ 67733 w 129716"/>
                <a:gd name="connsiteY49" fmla="*/ 47241 h 151938"/>
                <a:gd name="connsiteX50" fmla="*/ 63261 w 129716"/>
                <a:gd name="connsiteY50" fmla="*/ 47241 h 151938"/>
                <a:gd name="connsiteX51" fmla="*/ 46647 w 129716"/>
                <a:gd name="connsiteY51" fmla="*/ 63840 h 151938"/>
                <a:gd name="connsiteX52" fmla="*/ 46647 w 129716"/>
                <a:gd name="connsiteY52" fmla="*/ 66393 h 151938"/>
                <a:gd name="connsiteX53" fmla="*/ 67733 w 129716"/>
                <a:gd name="connsiteY53" fmla="*/ 66393 h 151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29716" h="151938">
                  <a:moveTo>
                    <a:pt x="115658" y="116827"/>
                  </a:moveTo>
                  <a:cubicBezTo>
                    <a:pt x="115658" y="113635"/>
                    <a:pt x="116936" y="110443"/>
                    <a:pt x="118214" y="107251"/>
                  </a:cubicBezTo>
                  <a:cubicBezTo>
                    <a:pt x="118214" y="106612"/>
                    <a:pt x="118853" y="105336"/>
                    <a:pt x="118853" y="104697"/>
                  </a:cubicBezTo>
                  <a:cubicBezTo>
                    <a:pt x="119492" y="103420"/>
                    <a:pt x="120131" y="101505"/>
                    <a:pt x="120131" y="100229"/>
                  </a:cubicBezTo>
                  <a:cubicBezTo>
                    <a:pt x="120770" y="97675"/>
                    <a:pt x="122048" y="95121"/>
                    <a:pt x="122686" y="92568"/>
                  </a:cubicBezTo>
                  <a:cubicBezTo>
                    <a:pt x="128438" y="58733"/>
                    <a:pt x="104156" y="21067"/>
                    <a:pt x="77318" y="0"/>
                  </a:cubicBezTo>
                  <a:lnTo>
                    <a:pt x="51119" y="0"/>
                  </a:lnTo>
                  <a:cubicBezTo>
                    <a:pt x="24282" y="20429"/>
                    <a:pt x="0" y="58733"/>
                    <a:pt x="5751" y="92568"/>
                  </a:cubicBezTo>
                  <a:cubicBezTo>
                    <a:pt x="6390" y="95121"/>
                    <a:pt x="7029" y="97675"/>
                    <a:pt x="8307" y="100229"/>
                  </a:cubicBezTo>
                  <a:cubicBezTo>
                    <a:pt x="8946" y="101505"/>
                    <a:pt x="9585" y="103420"/>
                    <a:pt x="9585" y="104697"/>
                  </a:cubicBezTo>
                  <a:cubicBezTo>
                    <a:pt x="9585" y="105336"/>
                    <a:pt x="10224" y="105974"/>
                    <a:pt x="10224" y="107251"/>
                  </a:cubicBezTo>
                  <a:cubicBezTo>
                    <a:pt x="11502" y="109804"/>
                    <a:pt x="12141" y="113635"/>
                    <a:pt x="12780" y="116827"/>
                  </a:cubicBezTo>
                  <a:cubicBezTo>
                    <a:pt x="12780" y="117465"/>
                    <a:pt x="12780" y="118742"/>
                    <a:pt x="12141" y="119381"/>
                  </a:cubicBezTo>
                  <a:lnTo>
                    <a:pt x="0" y="151939"/>
                  </a:lnTo>
                  <a:lnTo>
                    <a:pt x="129716" y="151939"/>
                  </a:lnTo>
                  <a:lnTo>
                    <a:pt x="117575" y="119381"/>
                  </a:lnTo>
                  <a:cubicBezTo>
                    <a:pt x="115658" y="118742"/>
                    <a:pt x="115658" y="118104"/>
                    <a:pt x="115658" y="116827"/>
                  </a:cubicBezTo>
                  <a:close/>
                  <a:moveTo>
                    <a:pt x="67733" y="66393"/>
                  </a:moveTo>
                  <a:cubicBezTo>
                    <a:pt x="71567" y="66393"/>
                    <a:pt x="74123" y="68947"/>
                    <a:pt x="74123" y="72777"/>
                  </a:cubicBezTo>
                  <a:cubicBezTo>
                    <a:pt x="74123" y="76608"/>
                    <a:pt x="71567" y="79161"/>
                    <a:pt x="67733" y="79161"/>
                  </a:cubicBezTo>
                  <a:lnTo>
                    <a:pt x="46647" y="79161"/>
                  </a:lnTo>
                  <a:lnTo>
                    <a:pt x="46647" y="84907"/>
                  </a:lnTo>
                  <a:lnTo>
                    <a:pt x="67733" y="84907"/>
                  </a:lnTo>
                  <a:cubicBezTo>
                    <a:pt x="71567" y="84907"/>
                    <a:pt x="74123" y="87461"/>
                    <a:pt x="74123" y="91291"/>
                  </a:cubicBezTo>
                  <a:cubicBezTo>
                    <a:pt x="74123" y="95121"/>
                    <a:pt x="71567" y="97675"/>
                    <a:pt x="67733" y="97675"/>
                  </a:cubicBezTo>
                  <a:lnTo>
                    <a:pt x="46647" y="97675"/>
                  </a:lnTo>
                  <a:cubicBezTo>
                    <a:pt x="47286" y="105974"/>
                    <a:pt x="54314" y="112358"/>
                    <a:pt x="63261" y="112358"/>
                  </a:cubicBezTo>
                  <a:lnTo>
                    <a:pt x="67733" y="112358"/>
                  </a:lnTo>
                  <a:cubicBezTo>
                    <a:pt x="76679" y="112358"/>
                    <a:pt x="84347" y="104697"/>
                    <a:pt x="84347" y="95760"/>
                  </a:cubicBezTo>
                  <a:cubicBezTo>
                    <a:pt x="84347" y="91929"/>
                    <a:pt x="86903" y="89376"/>
                    <a:pt x="90737" y="89376"/>
                  </a:cubicBezTo>
                  <a:cubicBezTo>
                    <a:pt x="94571" y="89376"/>
                    <a:pt x="97127" y="91929"/>
                    <a:pt x="97127" y="95760"/>
                  </a:cubicBezTo>
                  <a:cubicBezTo>
                    <a:pt x="97127" y="111720"/>
                    <a:pt x="83708" y="125126"/>
                    <a:pt x="67733" y="125126"/>
                  </a:cubicBezTo>
                  <a:lnTo>
                    <a:pt x="63261" y="125126"/>
                  </a:lnTo>
                  <a:cubicBezTo>
                    <a:pt x="47925" y="125126"/>
                    <a:pt x="35145" y="112997"/>
                    <a:pt x="33867" y="97675"/>
                  </a:cubicBezTo>
                  <a:lnTo>
                    <a:pt x="26199" y="97675"/>
                  </a:lnTo>
                  <a:cubicBezTo>
                    <a:pt x="22365" y="97675"/>
                    <a:pt x="19809" y="95121"/>
                    <a:pt x="19809" y="91291"/>
                  </a:cubicBezTo>
                  <a:cubicBezTo>
                    <a:pt x="19809" y="87461"/>
                    <a:pt x="22365" y="84907"/>
                    <a:pt x="26199" y="84907"/>
                  </a:cubicBezTo>
                  <a:lnTo>
                    <a:pt x="33867" y="84907"/>
                  </a:lnTo>
                  <a:lnTo>
                    <a:pt x="33867" y="79161"/>
                  </a:lnTo>
                  <a:lnTo>
                    <a:pt x="26199" y="79161"/>
                  </a:lnTo>
                  <a:cubicBezTo>
                    <a:pt x="22365" y="79161"/>
                    <a:pt x="19809" y="76608"/>
                    <a:pt x="19809" y="72777"/>
                  </a:cubicBezTo>
                  <a:cubicBezTo>
                    <a:pt x="19809" y="68947"/>
                    <a:pt x="22365" y="66393"/>
                    <a:pt x="26199" y="66393"/>
                  </a:cubicBezTo>
                  <a:lnTo>
                    <a:pt x="33867" y="66393"/>
                  </a:lnTo>
                  <a:lnTo>
                    <a:pt x="33867" y="63840"/>
                  </a:lnTo>
                  <a:cubicBezTo>
                    <a:pt x="33867" y="47880"/>
                    <a:pt x="47286" y="34473"/>
                    <a:pt x="63261" y="34473"/>
                  </a:cubicBezTo>
                  <a:lnTo>
                    <a:pt x="67733" y="34473"/>
                  </a:lnTo>
                  <a:cubicBezTo>
                    <a:pt x="83708" y="34473"/>
                    <a:pt x="97127" y="47880"/>
                    <a:pt x="97127" y="63840"/>
                  </a:cubicBezTo>
                  <a:cubicBezTo>
                    <a:pt x="97127" y="67670"/>
                    <a:pt x="94571" y="70224"/>
                    <a:pt x="90737" y="70224"/>
                  </a:cubicBezTo>
                  <a:cubicBezTo>
                    <a:pt x="86903" y="70224"/>
                    <a:pt x="84347" y="67670"/>
                    <a:pt x="84347" y="63840"/>
                  </a:cubicBezTo>
                  <a:cubicBezTo>
                    <a:pt x="84347" y="54902"/>
                    <a:pt x="76679" y="47241"/>
                    <a:pt x="67733" y="47241"/>
                  </a:cubicBezTo>
                  <a:lnTo>
                    <a:pt x="63261" y="47241"/>
                  </a:lnTo>
                  <a:cubicBezTo>
                    <a:pt x="54314" y="47241"/>
                    <a:pt x="46647" y="54902"/>
                    <a:pt x="46647" y="63840"/>
                  </a:cubicBezTo>
                  <a:lnTo>
                    <a:pt x="46647" y="66393"/>
                  </a:lnTo>
                  <a:lnTo>
                    <a:pt x="67733" y="66393"/>
                  </a:lnTo>
                  <a:close/>
                </a:path>
              </a:pathLst>
            </a:custGeom>
            <a:solidFill>
              <a:srgbClr val="007680"/>
            </a:solidFill>
            <a:ln w="6390" cap="flat">
              <a:noFill/>
              <a:prstDash val="solid"/>
              <a:miter/>
            </a:ln>
          </p:spPr>
          <p:txBody>
            <a:bodyPr rtlCol="0" anchor="ctr"/>
            <a:lstStyle/>
            <a:p>
              <a:endParaRPr lang="en-US"/>
            </a:p>
          </p:txBody>
        </p:sp>
        <p:sp>
          <p:nvSpPr>
            <p:cNvPr id="697" name="Graphic 4">
              <a:extLst>
                <a:ext uri="{FF2B5EF4-FFF2-40B4-BE49-F238E27FC236}">
                  <a16:creationId xmlns:a16="http://schemas.microsoft.com/office/drawing/2014/main" id="{8185374C-F9D1-6849-B45C-A0FF43D02BD9}"/>
                </a:ext>
              </a:extLst>
            </p:cNvPr>
            <p:cNvSpPr/>
            <p:nvPr/>
          </p:nvSpPr>
          <p:spPr>
            <a:xfrm>
              <a:off x="9425796" y="1488018"/>
              <a:ext cx="69011" cy="26424"/>
            </a:xfrm>
            <a:custGeom>
              <a:avLst/>
              <a:gdLst>
                <a:gd name="connsiteX0" fmla="*/ 46647 w 69011"/>
                <a:gd name="connsiteY0" fmla="*/ 26425 h 26424"/>
                <a:gd name="connsiteX1" fmla="*/ 69012 w 69011"/>
                <a:gd name="connsiteY1" fmla="*/ 1527 h 26424"/>
                <a:gd name="connsiteX2" fmla="*/ 60704 w 69011"/>
                <a:gd name="connsiteY2" fmla="*/ 250 h 26424"/>
                <a:gd name="connsiteX3" fmla="*/ 37062 w 69011"/>
                <a:gd name="connsiteY3" fmla="*/ 7911 h 26424"/>
                <a:gd name="connsiteX4" fmla="*/ 31950 w 69011"/>
                <a:gd name="connsiteY4" fmla="*/ 7911 h 26424"/>
                <a:gd name="connsiteX5" fmla="*/ 8307 w 69011"/>
                <a:gd name="connsiteY5" fmla="*/ 250 h 26424"/>
                <a:gd name="connsiteX6" fmla="*/ 0 w 69011"/>
                <a:gd name="connsiteY6" fmla="*/ 1527 h 26424"/>
                <a:gd name="connsiteX7" fmla="*/ 22365 w 69011"/>
                <a:gd name="connsiteY7" fmla="*/ 26425 h 26424"/>
                <a:gd name="connsiteX8" fmla="*/ 46647 w 69011"/>
                <a:gd name="connsiteY8" fmla="*/ 26425 h 2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011" h="26424">
                  <a:moveTo>
                    <a:pt x="46647" y="26425"/>
                  </a:moveTo>
                  <a:lnTo>
                    <a:pt x="69012" y="1527"/>
                  </a:lnTo>
                  <a:cubicBezTo>
                    <a:pt x="67094" y="250"/>
                    <a:pt x="64538" y="-388"/>
                    <a:pt x="60704" y="250"/>
                  </a:cubicBezTo>
                  <a:cubicBezTo>
                    <a:pt x="48563" y="2804"/>
                    <a:pt x="37062" y="7273"/>
                    <a:pt x="37062" y="7911"/>
                  </a:cubicBezTo>
                  <a:cubicBezTo>
                    <a:pt x="35145" y="8550"/>
                    <a:pt x="33867" y="8550"/>
                    <a:pt x="31950" y="7911"/>
                  </a:cubicBezTo>
                  <a:cubicBezTo>
                    <a:pt x="31950" y="7911"/>
                    <a:pt x="19809" y="2804"/>
                    <a:pt x="8307" y="250"/>
                  </a:cubicBezTo>
                  <a:cubicBezTo>
                    <a:pt x="4473" y="-388"/>
                    <a:pt x="1917" y="250"/>
                    <a:pt x="0" y="1527"/>
                  </a:cubicBezTo>
                  <a:lnTo>
                    <a:pt x="22365" y="26425"/>
                  </a:lnTo>
                  <a:lnTo>
                    <a:pt x="46647" y="26425"/>
                  </a:lnTo>
                  <a:close/>
                </a:path>
              </a:pathLst>
            </a:custGeom>
            <a:solidFill>
              <a:srgbClr val="007680"/>
            </a:solidFill>
            <a:ln w="6390" cap="flat">
              <a:noFill/>
              <a:prstDash val="solid"/>
              <a:miter/>
            </a:ln>
          </p:spPr>
          <p:txBody>
            <a:bodyPr rtlCol="0" anchor="ctr"/>
            <a:lstStyle/>
            <a:p>
              <a:endParaRPr lang="en-US"/>
            </a:p>
          </p:txBody>
        </p:sp>
        <p:sp>
          <p:nvSpPr>
            <p:cNvPr id="698" name="Graphic 4">
              <a:extLst>
                <a:ext uri="{FF2B5EF4-FFF2-40B4-BE49-F238E27FC236}">
                  <a16:creationId xmlns:a16="http://schemas.microsoft.com/office/drawing/2014/main" id="{A28915EB-3D8E-E24E-B2CB-836EF61555D3}"/>
                </a:ext>
              </a:extLst>
            </p:cNvPr>
            <p:cNvSpPr/>
            <p:nvPr/>
          </p:nvSpPr>
          <p:spPr>
            <a:xfrm>
              <a:off x="9279466" y="1402085"/>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260071 w 361671"/>
                <a:gd name="connsiteY5" fmla="*/ 286641 h 361333"/>
                <a:gd name="connsiteX6" fmla="*/ 254959 w 361671"/>
                <a:gd name="connsiteY6" fmla="*/ 289194 h 361333"/>
                <a:gd name="connsiteX7" fmla="*/ 106712 w 361671"/>
                <a:gd name="connsiteY7" fmla="*/ 289194 h 361333"/>
                <a:gd name="connsiteX8" fmla="*/ 101600 w 361671"/>
                <a:gd name="connsiteY8" fmla="*/ 286641 h 361333"/>
                <a:gd name="connsiteX9" fmla="*/ 100961 w 361671"/>
                <a:gd name="connsiteY9" fmla="*/ 280895 h 361333"/>
                <a:gd name="connsiteX10" fmla="*/ 116297 w 361671"/>
                <a:gd name="connsiteY10" fmla="*/ 240676 h 361333"/>
                <a:gd name="connsiteX11" fmla="*/ 115019 w 361671"/>
                <a:gd name="connsiteY11" fmla="*/ 236207 h 361333"/>
                <a:gd name="connsiteX12" fmla="*/ 114380 w 361671"/>
                <a:gd name="connsiteY12" fmla="*/ 233654 h 361333"/>
                <a:gd name="connsiteX13" fmla="*/ 113102 w 361671"/>
                <a:gd name="connsiteY13" fmla="*/ 229823 h 361333"/>
                <a:gd name="connsiteX14" fmla="*/ 110546 w 361671"/>
                <a:gd name="connsiteY14" fmla="*/ 219609 h 361333"/>
                <a:gd name="connsiteX15" fmla="*/ 157193 w 361671"/>
                <a:gd name="connsiteY15" fmla="*/ 118104 h 361333"/>
                <a:gd name="connsiteX16" fmla="*/ 134189 w 361671"/>
                <a:gd name="connsiteY16" fmla="*/ 91929 h 361333"/>
                <a:gd name="connsiteX17" fmla="*/ 133550 w 361671"/>
                <a:gd name="connsiteY17" fmla="*/ 84907 h 361333"/>
                <a:gd name="connsiteX18" fmla="*/ 158471 w 361671"/>
                <a:gd name="connsiteY18" fmla="*/ 74054 h 361333"/>
                <a:gd name="connsiteX19" fmla="*/ 182113 w 361671"/>
                <a:gd name="connsiteY19" fmla="*/ 81077 h 361333"/>
                <a:gd name="connsiteX20" fmla="*/ 205756 w 361671"/>
                <a:gd name="connsiteY20" fmla="*/ 74054 h 361333"/>
                <a:gd name="connsiteX21" fmla="*/ 230677 w 361671"/>
                <a:gd name="connsiteY21" fmla="*/ 84907 h 361333"/>
                <a:gd name="connsiteX22" fmla="*/ 230038 w 361671"/>
                <a:gd name="connsiteY22" fmla="*/ 91929 h 361333"/>
                <a:gd name="connsiteX23" fmla="*/ 207034 w 361671"/>
                <a:gd name="connsiteY23" fmla="*/ 118104 h 361333"/>
                <a:gd name="connsiteX24" fmla="*/ 253681 w 361671"/>
                <a:gd name="connsiteY24" fmla="*/ 219609 h 361333"/>
                <a:gd name="connsiteX25" fmla="*/ 251125 w 361671"/>
                <a:gd name="connsiteY25" fmla="*/ 229823 h 361333"/>
                <a:gd name="connsiteX26" fmla="*/ 249847 w 361671"/>
                <a:gd name="connsiteY26" fmla="*/ 233654 h 361333"/>
                <a:gd name="connsiteX27" fmla="*/ 249208 w 361671"/>
                <a:gd name="connsiteY27" fmla="*/ 236207 h 361333"/>
                <a:gd name="connsiteX28" fmla="*/ 247930 w 361671"/>
                <a:gd name="connsiteY28" fmla="*/ 240676 h 361333"/>
                <a:gd name="connsiteX29" fmla="*/ 263266 w 361671"/>
                <a:gd name="connsiteY29" fmla="*/ 280895 h 361333"/>
                <a:gd name="connsiteX30" fmla="*/ 260071 w 361671"/>
                <a:gd name="connsiteY30" fmla="*/ 28664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1671" h="361333">
                  <a:moveTo>
                    <a:pt x="180836" y="0"/>
                  </a:moveTo>
                  <a:cubicBezTo>
                    <a:pt x="80514" y="0"/>
                    <a:pt x="0" y="81077"/>
                    <a:pt x="0" y="180667"/>
                  </a:cubicBezTo>
                  <a:cubicBezTo>
                    <a:pt x="0" y="280895"/>
                    <a:pt x="81153" y="361333"/>
                    <a:pt x="180836" y="361333"/>
                  </a:cubicBezTo>
                  <a:cubicBezTo>
                    <a:pt x="280518" y="361333"/>
                    <a:pt x="361671" y="280257"/>
                    <a:pt x="361671" y="180667"/>
                  </a:cubicBezTo>
                  <a:cubicBezTo>
                    <a:pt x="361671" y="81077"/>
                    <a:pt x="280518" y="0"/>
                    <a:pt x="180836" y="0"/>
                  </a:cubicBezTo>
                  <a:close/>
                  <a:moveTo>
                    <a:pt x="260071" y="286641"/>
                  </a:moveTo>
                  <a:cubicBezTo>
                    <a:pt x="258792" y="288556"/>
                    <a:pt x="256876" y="289194"/>
                    <a:pt x="254959" y="289194"/>
                  </a:cubicBezTo>
                  <a:lnTo>
                    <a:pt x="106712" y="289194"/>
                  </a:lnTo>
                  <a:cubicBezTo>
                    <a:pt x="104795" y="289194"/>
                    <a:pt x="102879" y="287918"/>
                    <a:pt x="101600" y="286641"/>
                  </a:cubicBezTo>
                  <a:cubicBezTo>
                    <a:pt x="100322" y="284726"/>
                    <a:pt x="100322" y="282810"/>
                    <a:pt x="100961" y="280895"/>
                  </a:cubicBezTo>
                  <a:lnTo>
                    <a:pt x="116297" y="240676"/>
                  </a:lnTo>
                  <a:cubicBezTo>
                    <a:pt x="116297" y="239399"/>
                    <a:pt x="115658" y="237484"/>
                    <a:pt x="115019" y="236207"/>
                  </a:cubicBezTo>
                  <a:cubicBezTo>
                    <a:pt x="114380" y="234931"/>
                    <a:pt x="114380" y="234292"/>
                    <a:pt x="114380" y="233654"/>
                  </a:cubicBezTo>
                  <a:cubicBezTo>
                    <a:pt x="113741" y="232377"/>
                    <a:pt x="113741" y="231100"/>
                    <a:pt x="113102" y="229823"/>
                  </a:cubicBezTo>
                  <a:cubicBezTo>
                    <a:pt x="111824" y="226631"/>
                    <a:pt x="111185" y="223439"/>
                    <a:pt x="110546" y="219609"/>
                  </a:cubicBezTo>
                  <a:cubicBezTo>
                    <a:pt x="104156" y="182582"/>
                    <a:pt x="128438" y="141724"/>
                    <a:pt x="157193" y="118104"/>
                  </a:cubicBezTo>
                  <a:lnTo>
                    <a:pt x="134189" y="91929"/>
                  </a:lnTo>
                  <a:cubicBezTo>
                    <a:pt x="132272" y="90014"/>
                    <a:pt x="132272" y="86822"/>
                    <a:pt x="133550" y="84907"/>
                  </a:cubicBezTo>
                  <a:cubicBezTo>
                    <a:pt x="136106" y="79800"/>
                    <a:pt x="145052" y="71501"/>
                    <a:pt x="158471" y="74054"/>
                  </a:cubicBezTo>
                  <a:cubicBezTo>
                    <a:pt x="168056" y="75969"/>
                    <a:pt x="177641" y="79161"/>
                    <a:pt x="182113" y="81077"/>
                  </a:cubicBezTo>
                  <a:cubicBezTo>
                    <a:pt x="186587" y="79161"/>
                    <a:pt x="196172" y="75969"/>
                    <a:pt x="205756" y="74054"/>
                  </a:cubicBezTo>
                  <a:cubicBezTo>
                    <a:pt x="219175" y="71501"/>
                    <a:pt x="228121" y="80438"/>
                    <a:pt x="230677" y="84907"/>
                  </a:cubicBezTo>
                  <a:cubicBezTo>
                    <a:pt x="231955" y="87461"/>
                    <a:pt x="231316" y="90014"/>
                    <a:pt x="230038" y="91929"/>
                  </a:cubicBezTo>
                  <a:lnTo>
                    <a:pt x="207034" y="118104"/>
                  </a:lnTo>
                  <a:cubicBezTo>
                    <a:pt x="235789" y="141724"/>
                    <a:pt x="260071" y="182582"/>
                    <a:pt x="253681" y="219609"/>
                  </a:cubicBezTo>
                  <a:cubicBezTo>
                    <a:pt x="253042" y="223439"/>
                    <a:pt x="251764" y="226631"/>
                    <a:pt x="251125" y="229823"/>
                  </a:cubicBezTo>
                  <a:cubicBezTo>
                    <a:pt x="250486" y="231100"/>
                    <a:pt x="250486" y="232377"/>
                    <a:pt x="249847" y="233654"/>
                  </a:cubicBezTo>
                  <a:cubicBezTo>
                    <a:pt x="249847" y="234292"/>
                    <a:pt x="249208" y="235569"/>
                    <a:pt x="249208" y="236207"/>
                  </a:cubicBezTo>
                  <a:cubicBezTo>
                    <a:pt x="248569" y="237484"/>
                    <a:pt x="247930" y="239399"/>
                    <a:pt x="247930" y="240676"/>
                  </a:cubicBezTo>
                  <a:lnTo>
                    <a:pt x="263266" y="280895"/>
                  </a:lnTo>
                  <a:cubicBezTo>
                    <a:pt x="261349" y="282810"/>
                    <a:pt x="261349" y="285364"/>
                    <a:pt x="260071" y="286641"/>
                  </a:cubicBezTo>
                  <a:close/>
                </a:path>
              </a:pathLst>
            </a:custGeom>
            <a:solidFill>
              <a:srgbClr val="007680"/>
            </a:solidFill>
            <a:ln w="6390" cap="flat">
              <a:noFill/>
              <a:prstDash val="solid"/>
              <a:miter/>
            </a:ln>
          </p:spPr>
          <p:txBody>
            <a:bodyPr rtlCol="0" anchor="ctr"/>
            <a:lstStyle/>
            <a:p>
              <a:endParaRPr lang="en-US"/>
            </a:p>
          </p:txBody>
        </p:sp>
      </p:grpSp>
      <p:grpSp>
        <p:nvGrpSpPr>
          <p:cNvPr id="699" name="Graphic 4">
            <a:extLst>
              <a:ext uri="{FF2B5EF4-FFF2-40B4-BE49-F238E27FC236}">
                <a16:creationId xmlns:a16="http://schemas.microsoft.com/office/drawing/2014/main" id="{DF8E60AA-6899-B241-AF65-E2DD6BB3207A}"/>
              </a:ext>
            </a:extLst>
          </p:cNvPr>
          <p:cNvGrpSpPr/>
          <p:nvPr/>
        </p:nvGrpSpPr>
        <p:grpSpPr>
          <a:xfrm>
            <a:off x="9279466" y="2855717"/>
            <a:ext cx="361671" cy="361333"/>
            <a:chOff x="9279466" y="2855717"/>
            <a:chExt cx="361671" cy="361333"/>
          </a:xfrm>
          <a:solidFill>
            <a:srgbClr val="007680"/>
          </a:solidFill>
        </p:grpSpPr>
        <p:sp>
          <p:nvSpPr>
            <p:cNvPr id="700" name="Graphic 4">
              <a:extLst>
                <a:ext uri="{FF2B5EF4-FFF2-40B4-BE49-F238E27FC236}">
                  <a16:creationId xmlns:a16="http://schemas.microsoft.com/office/drawing/2014/main" id="{73323C7E-1004-3948-9EA9-A2AE566F830C}"/>
                </a:ext>
              </a:extLst>
            </p:cNvPr>
            <p:cNvSpPr/>
            <p:nvPr/>
          </p:nvSpPr>
          <p:spPr>
            <a:xfrm>
              <a:off x="9279466" y="2855717"/>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260071 w 361671"/>
                <a:gd name="connsiteY5" fmla="*/ 286641 h 361333"/>
                <a:gd name="connsiteX6" fmla="*/ 254959 w 361671"/>
                <a:gd name="connsiteY6" fmla="*/ 289194 h 361333"/>
                <a:gd name="connsiteX7" fmla="*/ 106712 w 361671"/>
                <a:gd name="connsiteY7" fmla="*/ 289194 h 361333"/>
                <a:gd name="connsiteX8" fmla="*/ 101600 w 361671"/>
                <a:gd name="connsiteY8" fmla="*/ 286641 h 361333"/>
                <a:gd name="connsiteX9" fmla="*/ 100961 w 361671"/>
                <a:gd name="connsiteY9" fmla="*/ 280895 h 361333"/>
                <a:gd name="connsiteX10" fmla="*/ 116297 w 361671"/>
                <a:gd name="connsiteY10" fmla="*/ 240676 h 361333"/>
                <a:gd name="connsiteX11" fmla="*/ 115019 w 361671"/>
                <a:gd name="connsiteY11" fmla="*/ 236207 h 361333"/>
                <a:gd name="connsiteX12" fmla="*/ 114380 w 361671"/>
                <a:gd name="connsiteY12" fmla="*/ 233654 h 361333"/>
                <a:gd name="connsiteX13" fmla="*/ 113102 w 361671"/>
                <a:gd name="connsiteY13" fmla="*/ 229823 h 361333"/>
                <a:gd name="connsiteX14" fmla="*/ 110546 w 361671"/>
                <a:gd name="connsiteY14" fmla="*/ 219609 h 361333"/>
                <a:gd name="connsiteX15" fmla="*/ 157193 w 361671"/>
                <a:gd name="connsiteY15" fmla="*/ 118104 h 361333"/>
                <a:gd name="connsiteX16" fmla="*/ 134189 w 361671"/>
                <a:gd name="connsiteY16" fmla="*/ 91929 h 361333"/>
                <a:gd name="connsiteX17" fmla="*/ 133550 w 361671"/>
                <a:gd name="connsiteY17" fmla="*/ 84907 h 361333"/>
                <a:gd name="connsiteX18" fmla="*/ 158471 w 361671"/>
                <a:gd name="connsiteY18" fmla="*/ 74054 h 361333"/>
                <a:gd name="connsiteX19" fmla="*/ 182113 w 361671"/>
                <a:gd name="connsiteY19" fmla="*/ 81076 h 361333"/>
                <a:gd name="connsiteX20" fmla="*/ 205756 w 361671"/>
                <a:gd name="connsiteY20" fmla="*/ 74054 h 361333"/>
                <a:gd name="connsiteX21" fmla="*/ 230677 w 361671"/>
                <a:gd name="connsiteY21" fmla="*/ 84907 h 361333"/>
                <a:gd name="connsiteX22" fmla="*/ 230038 w 361671"/>
                <a:gd name="connsiteY22" fmla="*/ 91929 h 361333"/>
                <a:gd name="connsiteX23" fmla="*/ 207034 w 361671"/>
                <a:gd name="connsiteY23" fmla="*/ 118104 h 361333"/>
                <a:gd name="connsiteX24" fmla="*/ 253681 w 361671"/>
                <a:gd name="connsiteY24" fmla="*/ 219609 h 361333"/>
                <a:gd name="connsiteX25" fmla="*/ 251125 w 361671"/>
                <a:gd name="connsiteY25" fmla="*/ 229823 h 361333"/>
                <a:gd name="connsiteX26" fmla="*/ 249847 w 361671"/>
                <a:gd name="connsiteY26" fmla="*/ 233654 h 361333"/>
                <a:gd name="connsiteX27" fmla="*/ 249208 w 361671"/>
                <a:gd name="connsiteY27" fmla="*/ 236207 h 361333"/>
                <a:gd name="connsiteX28" fmla="*/ 247930 w 361671"/>
                <a:gd name="connsiteY28" fmla="*/ 240676 h 361333"/>
                <a:gd name="connsiteX29" fmla="*/ 263266 w 361671"/>
                <a:gd name="connsiteY29" fmla="*/ 280895 h 361333"/>
                <a:gd name="connsiteX30" fmla="*/ 260071 w 361671"/>
                <a:gd name="connsiteY30" fmla="*/ 28664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1671" h="361333">
                  <a:moveTo>
                    <a:pt x="180836" y="0"/>
                  </a:moveTo>
                  <a:cubicBezTo>
                    <a:pt x="80514" y="0"/>
                    <a:pt x="0" y="81076"/>
                    <a:pt x="0" y="180667"/>
                  </a:cubicBezTo>
                  <a:cubicBezTo>
                    <a:pt x="0" y="280895"/>
                    <a:pt x="81153" y="361333"/>
                    <a:pt x="180836" y="361333"/>
                  </a:cubicBezTo>
                  <a:cubicBezTo>
                    <a:pt x="280518" y="361333"/>
                    <a:pt x="361671" y="280257"/>
                    <a:pt x="361671" y="180667"/>
                  </a:cubicBezTo>
                  <a:cubicBezTo>
                    <a:pt x="361671" y="80438"/>
                    <a:pt x="280518" y="0"/>
                    <a:pt x="180836" y="0"/>
                  </a:cubicBezTo>
                  <a:close/>
                  <a:moveTo>
                    <a:pt x="260071" y="286641"/>
                  </a:moveTo>
                  <a:cubicBezTo>
                    <a:pt x="258792" y="288556"/>
                    <a:pt x="256876" y="289194"/>
                    <a:pt x="254959" y="289194"/>
                  </a:cubicBezTo>
                  <a:lnTo>
                    <a:pt x="106712" y="289194"/>
                  </a:lnTo>
                  <a:cubicBezTo>
                    <a:pt x="104795" y="289194"/>
                    <a:pt x="102879" y="287917"/>
                    <a:pt x="101600" y="286641"/>
                  </a:cubicBezTo>
                  <a:cubicBezTo>
                    <a:pt x="100322" y="284725"/>
                    <a:pt x="100322" y="282810"/>
                    <a:pt x="100961" y="280895"/>
                  </a:cubicBezTo>
                  <a:lnTo>
                    <a:pt x="116297" y="240676"/>
                  </a:lnTo>
                  <a:cubicBezTo>
                    <a:pt x="116297" y="239399"/>
                    <a:pt x="115658" y="237484"/>
                    <a:pt x="115019" y="236207"/>
                  </a:cubicBezTo>
                  <a:cubicBezTo>
                    <a:pt x="114380" y="234930"/>
                    <a:pt x="114380" y="234292"/>
                    <a:pt x="114380" y="233654"/>
                  </a:cubicBezTo>
                  <a:cubicBezTo>
                    <a:pt x="113741" y="232377"/>
                    <a:pt x="113741" y="231100"/>
                    <a:pt x="113102" y="229823"/>
                  </a:cubicBezTo>
                  <a:cubicBezTo>
                    <a:pt x="111824" y="226631"/>
                    <a:pt x="111185" y="223439"/>
                    <a:pt x="110546" y="219609"/>
                  </a:cubicBezTo>
                  <a:cubicBezTo>
                    <a:pt x="104156" y="182582"/>
                    <a:pt x="128438" y="141724"/>
                    <a:pt x="157193" y="118104"/>
                  </a:cubicBezTo>
                  <a:lnTo>
                    <a:pt x="134189" y="91929"/>
                  </a:lnTo>
                  <a:cubicBezTo>
                    <a:pt x="132272" y="90014"/>
                    <a:pt x="132272" y="86822"/>
                    <a:pt x="133550" y="84907"/>
                  </a:cubicBezTo>
                  <a:cubicBezTo>
                    <a:pt x="136106" y="79800"/>
                    <a:pt x="145052" y="71500"/>
                    <a:pt x="158471" y="74054"/>
                  </a:cubicBezTo>
                  <a:cubicBezTo>
                    <a:pt x="168056" y="75969"/>
                    <a:pt x="177641" y="79161"/>
                    <a:pt x="182113" y="81076"/>
                  </a:cubicBezTo>
                  <a:cubicBezTo>
                    <a:pt x="186587" y="79161"/>
                    <a:pt x="196172" y="75969"/>
                    <a:pt x="205756" y="74054"/>
                  </a:cubicBezTo>
                  <a:cubicBezTo>
                    <a:pt x="219175" y="71500"/>
                    <a:pt x="228121" y="80438"/>
                    <a:pt x="230677" y="84907"/>
                  </a:cubicBezTo>
                  <a:cubicBezTo>
                    <a:pt x="231955" y="87460"/>
                    <a:pt x="231316" y="90014"/>
                    <a:pt x="230038" y="91929"/>
                  </a:cubicBezTo>
                  <a:lnTo>
                    <a:pt x="207034" y="118104"/>
                  </a:lnTo>
                  <a:cubicBezTo>
                    <a:pt x="235789" y="141724"/>
                    <a:pt x="260071" y="182582"/>
                    <a:pt x="253681" y="219609"/>
                  </a:cubicBezTo>
                  <a:cubicBezTo>
                    <a:pt x="253042" y="223439"/>
                    <a:pt x="251764" y="226631"/>
                    <a:pt x="251125" y="229823"/>
                  </a:cubicBezTo>
                  <a:cubicBezTo>
                    <a:pt x="250486" y="231100"/>
                    <a:pt x="250486" y="232377"/>
                    <a:pt x="249847" y="233654"/>
                  </a:cubicBezTo>
                  <a:cubicBezTo>
                    <a:pt x="249847" y="234292"/>
                    <a:pt x="249208" y="235569"/>
                    <a:pt x="249208" y="236207"/>
                  </a:cubicBezTo>
                  <a:cubicBezTo>
                    <a:pt x="248569" y="237484"/>
                    <a:pt x="247930" y="239399"/>
                    <a:pt x="247930" y="240676"/>
                  </a:cubicBezTo>
                  <a:lnTo>
                    <a:pt x="263266" y="280895"/>
                  </a:lnTo>
                  <a:cubicBezTo>
                    <a:pt x="261349" y="282172"/>
                    <a:pt x="261349" y="284725"/>
                    <a:pt x="260071" y="286641"/>
                  </a:cubicBezTo>
                  <a:close/>
                </a:path>
              </a:pathLst>
            </a:custGeom>
            <a:solidFill>
              <a:srgbClr val="007680"/>
            </a:solidFill>
            <a:ln w="6390" cap="flat">
              <a:noFill/>
              <a:prstDash val="solid"/>
              <a:miter/>
            </a:ln>
          </p:spPr>
          <p:txBody>
            <a:bodyPr rtlCol="0" anchor="ctr"/>
            <a:lstStyle/>
            <a:p>
              <a:endParaRPr lang="en-US"/>
            </a:p>
          </p:txBody>
        </p:sp>
        <p:sp>
          <p:nvSpPr>
            <p:cNvPr id="701" name="Graphic 4">
              <a:extLst>
                <a:ext uri="{FF2B5EF4-FFF2-40B4-BE49-F238E27FC236}">
                  <a16:creationId xmlns:a16="http://schemas.microsoft.com/office/drawing/2014/main" id="{71EEA51F-75F5-284B-8ECC-045239FDCFEC}"/>
                </a:ext>
              </a:extLst>
            </p:cNvPr>
            <p:cNvSpPr/>
            <p:nvPr/>
          </p:nvSpPr>
          <p:spPr>
            <a:xfrm>
              <a:off x="9396402" y="2980205"/>
              <a:ext cx="129716" cy="151938"/>
            </a:xfrm>
            <a:custGeom>
              <a:avLst/>
              <a:gdLst>
                <a:gd name="connsiteX0" fmla="*/ 115658 w 129716"/>
                <a:gd name="connsiteY0" fmla="*/ 116827 h 151938"/>
                <a:gd name="connsiteX1" fmla="*/ 118214 w 129716"/>
                <a:gd name="connsiteY1" fmla="*/ 107251 h 151938"/>
                <a:gd name="connsiteX2" fmla="*/ 118853 w 129716"/>
                <a:gd name="connsiteY2" fmla="*/ 104697 h 151938"/>
                <a:gd name="connsiteX3" fmla="*/ 120131 w 129716"/>
                <a:gd name="connsiteY3" fmla="*/ 100228 h 151938"/>
                <a:gd name="connsiteX4" fmla="*/ 122686 w 129716"/>
                <a:gd name="connsiteY4" fmla="*/ 92568 h 151938"/>
                <a:gd name="connsiteX5" fmla="*/ 77318 w 129716"/>
                <a:gd name="connsiteY5" fmla="*/ 0 h 151938"/>
                <a:gd name="connsiteX6" fmla="*/ 51119 w 129716"/>
                <a:gd name="connsiteY6" fmla="*/ 0 h 151938"/>
                <a:gd name="connsiteX7" fmla="*/ 5751 w 129716"/>
                <a:gd name="connsiteY7" fmla="*/ 92568 h 151938"/>
                <a:gd name="connsiteX8" fmla="*/ 8307 w 129716"/>
                <a:gd name="connsiteY8" fmla="*/ 100228 h 151938"/>
                <a:gd name="connsiteX9" fmla="*/ 9585 w 129716"/>
                <a:gd name="connsiteY9" fmla="*/ 104697 h 151938"/>
                <a:gd name="connsiteX10" fmla="*/ 10224 w 129716"/>
                <a:gd name="connsiteY10" fmla="*/ 107251 h 151938"/>
                <a:gd name="connsiteX11" fmla="*/ 12780 w 129716"/>
                <a:gd name="connsiteY11" fmla="*/ 116827 h 151938"/>
                <a:gd name="connsiteX12" fmla="*/ 12141 w 129716"/>
                <a:gd name="connsiteY12" fmla="*/ 119380 h 151938"/>
                <a:gd name="connsiteX13" fmla="*/ 0 w 129716"/>
                <a:gd name="connsiteY13" fmla="*/ 151939 h 151938"/>
                <a:gd name="connsiteX14" fmla="*/ 129716 w 129716"/>
                <a:gd name="connsiteY14" fmla="*/ 151939 h 151938"/>
                <a:gd name="connsiteX15" fmla="*/ 117575 w 129716"/>
                <a:gd name="connsiteY15" fmla="*/ 119380 h 151938"/>
                <a:gd name="connsiteX16" fmla="*/ 115658 w 129716"/>
                <a:gd name="connsiteY16" fmla="*/ 116827 h 151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9716" h="151938">
                  <a:moveTo>
                    <a:pt x="115658" y="116827"/>
                  </a:moveTo>
                  <a:cubicBezTo>
                    <a:pt x="115658" y="113635"/>
                    <a:pt x="116936" y="110443"/>
                    <a:pt x="118214" y="107251"/>
                  </a:cubicBezTo>
                  <a:cubicBezTo>
                    <a:pt x="118214" y="106612"/>
                    <a:pt x="118853" y="105336"/>
                    <a:pt x="118853" y="104697"/>
                  </a:cubicBezTo>
                  <a:cubicBezTo>
                    <a:pt x="119492" y="103420"/>
                    <a:pt x="120131" y="101505"/>
                    <a:pt x="120131" y="100228"/>
                  </a:cubicBezTo>
                  <a:cubicBezTo>
                    <a:pt x="120770" y="97675"/>
                    <a:pt x="122048" y="95121"/>
                    <a:pt x="122686" y="92568"/>
                  </a:cubicBezTo>
                  <a:cubicBezTo>
                    <a:pt x="128438" y="58733"/>
                    <a:pt x="104156" y="21067"/>
                    <a:pt x="77318" y="0"/>
                  </a:cubicBezTo>
                  <a:lnTo>
                    <a:pt x="51119" y="0"/>
                  </a:lnTo>
                  <a:cubicBezTo>
                    <a:pt x="24282" y="20429"/>
                    <a:pt x="0" y="58733"/>
                    <a:pt x="5751" y="92568"/>
                  </a:cubicBezTo>
                  <a:cubicBezTo>
                    <a:pt x="6390" y="95121"/>
                    <a:pt x="7029" y="97675"/>
                    <a:pt x="8307" y="100228"/>
                  </a:cubicBezTo>
                  <a:cubicBezTo>
                    <a:pt x="8946" y="101505"/>
                    <a:pt x="9585" y="103420"/>
                    <a:pt x="9585" y="104697"/>
                  </a:cubicBezTo>
                  <a:cubicBezTo>
                    <a:pt x="9585" y="105336"/>
                    <a:pt x="10224" y="105974"/>
                    <a:pt x="10224" y="107251"/>
                  </a:cubicBezTo>
                  <a:cubicBezTo>
                    <a:pt x="11502" y="109804"/>
                    <a:pt x="12141" y="113635"/>
                    <a:pt x="12780" y="116827"/>
                  </a:cubicBezTo>
                  <a:cubicBezTo>
                    <a:pt x="12780" y="117465"/>
                    <a:pt x="12780" y="118742"/>
                    <a:pt x="12141" y="119380"/>
                  </a:cubicBezTo>
                  <a:lnTo>
                    <a:pt x="0" y="151939"/>
                  </a:lnTo>
                  <a:lnTo>
                    <a:pt x="129716" y="151939"/>
                  </a:lnTo>
                  <a:lnTo>
                    <a:pt x="117575" y="119380"/>
                  </a:lnTo>
                  <a:cubicBezTo>
                    <a:pt x="115658" y="118104"/>
                    <a:pt x="115658" y="117465"/>
                    <a:pt x="115658" y="116827"/>
                  </a:cubicBezTo>
                  <a:close/>
                </a:path>
              </a:pathLst>
            </a:custGeom>
            <a:solidFill>
              <a:srgbClr val="007680"/>
            </a:solidFill>
            <a:ln w="6390" cap="flat">
              <a:noFill/>
              <a:prstDash val="solid"/>
              <a:miter/>
            </a:ln>
          </p:spPr>
          <p:txBody>
            <a:bodyPr rtlCol="0" anchor="ctr"/>
            <a:lstStyle/>
            <a:p>
              <a:endParaRPr lang="en-US"/>
            </a:p>
          </p:txBody>
        </p:sp>
        <p:sp>
          <p:nvSpPr>
            <p:cNvPr id="702" name="Graphic 4">
              <a:extLst>
                <a:ext uri="{FF2B5EF4-FFF2-40B4-BE49-F238E27FC236}">
                  <a16:creationId xmlns:a16="http://schemas.microsoft.com/office/drawing/2014/main" id="{4AF4E067-FDB5-524D-AC41-F50A3B6E8D6E}"/>
                </a:ext>
              </a:extLst>
            </p:cNvPr>
            <p:cNvSpPr/>
            <p:nvPr/>
          </p:nvSpPr>
          <p:spPr>
            <a:xfrm>
              <a:off x="9425796" y="2941012"/>
              <a:ext cx="69011" cy="26424"/>
            </a:xfrm>
            <a:custGeom>
              <a:avLst/>
              <a:gdLst>
                <a:gd name="connsiteX0" fmla="*/ 46647 w 69011"/>
                <a:gd name="connsiteY0" fmla="*/ 26425 h 26424"/>
                <a:gd name="connsiteX1" fmla="*/ 69012 w 69011"/>
                <a:gd name="connsiteY1" fmla="*/ 1527 h 26424"/>
                <a:gd name="connsiteX2" fmla="*/ 60704 w 69011"/>
                <a:gd name="connsiteY2" fmla="*/ 250 h 26424"/>
                <a:gd name="connsiteX3" fmla="*/ 37062 w 69011"/>
                <a:gd name="connsiteY3" fmla="*/ 7911 h 26424"/>
                <a:gd name="connsiteX4" fmla="*/ 31950 w 69011"/>
                <a:gd name="connsiteY4" fmla="*/ 7911 h 26424"/>
                <a:gd name="connsiteX5" fmla="*/ 8307 w 69011"/>
                <a:gd name="connsiteY5" fmla="*/ 250 h 26424"/>
                <a:gd name="connsiteX6" fmla="*/ 0 w 69011"/>
                <a:gd name="connsiteY6" fmla="*/ 1527 h 26424"/>
                <a:gd name="connsiteX7" fmla="*/ 22365 w 69011"/>
                <a:gd name="connsiteY7" fmla="*/ 26425 h 26424"/>
                <a:gd name="connsiteX8" fmla="*/ 46647 w 69011"/>
                <a:gd name="connsiteY8" fmla="*/ 26425 h 2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011" h="26424">
                  <a:moveTo>
                    <a:pt x="46647" y="26425"/>
                  </a:moveTo>
                  <a:lnTo>
                    <a:pt x="69012" y="1527"/>
                  </a:lnTo>
                  <a:cubicBezTo>
                    <a:pt x="67094" y="250"/>
                    <a:pt x="64538" y="-388"/>
                    <a:pt x="60704" y="250"/>
                  </a:cubicBezTo>
                  <a:cubicBezTo>
                    <a:pt x="48563" y="2804"/>
                    <a:pt x="37062" y="7273"/>
                    <a:pt x="37062" y="7911"/>
                  </a:cubicBezTo>
                  <a:cubicBezTo>
                    <a:pt x="35145" y="8550"/>
                    <a:pt x="33867" y="8550"/>
                    <a:pt x="31950" y="7911"/>
                  </a:cubicBezTo>
                  <a:cubicBezTo>
                    <a:pt x="31950" y="7911"/>
                    <a:pt x="19809" y="2804"/>
                    <a:pt x="8307" y="250"/>
                  </a:cubicBezTo>
                  <a:cubicBezTo>
                    <a:pt x="4473" y="-388"/>
                    <a:pt x="1917" y="250"/>
                    <a:pt x="0" y="1527"/>
                  </a:cubicBezTo>
                  <a:lnTo>
                    <a:pt x="22365" y="26425"/>
                  </a:lnTo>
                  <a:lnTo>
                    <a:pt x="46647" y="26425"/>
                  </a:lnTo>
                  <a:close/>
                </a:path>
              </a:pathLst>
            </a:custGeom>
            <a:solidFill>
              <a:srgbClr val="007680"/>
            </a:solidFill>
            <a:ln w="6390" cap="flat">
              <a:noFill/>
              <a:prstDash val="solid"/>
              <a:miter/>
            </a:ln>
          </p:spPr>
          <p:txBody>
            <a:bodyPr rtlCol="0" anchor="ctr"/>
            <a:lstStyle/>
            <a:p>
              <a:endParaRPr lang="en-US"/>
            </a:p>
          </p:txBody>
        </p:sp>
      </p:grpSp>
      <p:grpSp>
        <p:nvGrpSpPr>
          <p:cNvPr id="703" name="Graphic 4">
            <a:extLst>
              <a:ext uri="{FF2B5EF4-FFF2-40B4-BE49-F238E27FC236}">
                <a16:creationId xmlns:a16="http://schemas.microsoft.com/office/drawing/2014/main" id="{418CA594-5EE5-B945-B187-84C78337FE37}"/>
              </a:ext>
            </a:extLst>
          </p:cNvPr>
          <p:cNvGrpSpPr/>
          <p:nvPr/>
        </p:nvGrpSpPr>
        <p:grpSpPr>
          <a:xfrm>
            <a:off x="8239823" y="3824168"/>
            <a:ext cx="361670" cy="361333"/>
            <a:chOff x="8239823" y="3824168"/>
            <a:chExt cx="361670" cy="361333"/>
          </a:xfrm>
          <a:solidFill>
            <a:srgbClr val="007680"/>
          </a:solidFill>
        </p:grpSpPr>
        <p:sp>
          <p:nvSpPr>
            <p:cNvPr id="704" name="Graphic 4">
              <a:extLst>
                <a:ext uri="{FF2B5EF4-FFF2-40B4-BE49-F238E27FC236}">
                  <a16:creationId xmlns:a16="http://schemas.microsoft.com/office/drawing/2014/main" id="{2CD06A38-EEF2-A34C-87D8-2D25AF70C6C2}"/>
                </a:ext>
              </a:extLst>
            </p:cNvPr>
            <p:cNvSpPr/>
            <p:nvPr/>
          </p:nvSpPr>
          <p:spPr>
            <a:xfrm>
              <a:off x="8409157" y="3976745"/>
              <a:ext cx="118852" cy="118742"/>
            </a:xfrm>
            <a:custGeom>
              <a:avLst/>
              <a:gdLst>
                <a:gd name="connsiteX0" fmla="*/ 59427 w 118852"/>
                <a:gd name="connsiteY0" fmla="*/ 0 h 118742"/>
                <a:gd name="connsiteX1" fmla="*/ 0 w 118852"/>
                <a:gd name="connsiteY1" fmla="*/ 59371 h 118742"/>
                <a:gd name="connsiteX2" fmla="*/ 59427 w 118852"/>
                <a:gd name="connsiteY2" fmla="*/ 118742 h 118742"/>
                <a:gd name="connsiteX3" fmla="*/ 118853 w 118852"/>
                <a:gd name="connsiteY3" fmla="*/ 59371 h 118742"/>
                <a:gd name="connsiteX4" fmla="*/ 59427 w 118852"/>
                <a:gd name="connsiteY4" fmla="*/ 0 h 118742"/>
                <a:gd name="connsiteX5" fmla="*/ 81792 w 118852"/>
                <a:gd name="connsiteY5" fmla="*/ 100229 h 118742"/>
                <a:gd name="connsiteX6" fmla="*/ 39617 w 118852"/>
                <a:gd name="connsiteY6" fmla="*/ 100229 h 118742"/>
                <a:gd name="connsiteX7" fmla="*/ 33867 w 118852"/>
                <a:gd name="connsiteY7" fmla="*/ 96398 h 118742"/>
                <a:gd name="connsiteX8" fmla="*/ 34506 w 118852"/>
                <a:gd name="connsiteY8" fmla="*/ 89376 h 118742"/>
                <a:gd name="connsiteX9" fmla="*/ 46007 w 118852"/>
                <a:gd name="connsiteY9" fmla="*/ 65117 h 118742"/>
                <a:gd name="connsiteX10" fmla="*/ 37062 w 118852"/>
                <a:gd name="connsiteY10" fmla="*/ 65117 h 118742"/>
                <a:gd name="connsiteX11" fmla="*/ 30672 w 118852"/>
                <a:gd name="connsiteY11" fmla="*/ 58733 h 118742"/>
                <a:gd name="connsiteX12" fmla="*/ 37062 w 118852"/>
                <a:gd name="connsiteY12" fmla="*/ 52349 h 118742"/>
                <a:gd name="connsiteX13" fmla="*/ 37701 w 118852"/>
                <a:gd name="connsiteY13" fmla="*/ 52349 h 118742"/>
                <a:gd name="connsiteX14" fmla="*/ 37701 w 118852"/>
                <a:gd name="connsiteY14" fmla="*/ 32559 h 118742"/>
                <a:gd name="connsiteX15" fmla="*/ 61982 w 118852"/>
                <a:gd name="connsiteY15" fmla="*/ 17875 h 118742"/>
                <a:gd name="connsiteX16" fmla="*/ 88181 w 118852"/>
                <a:gd name="connsiteY16" fmla="*/ 44050 h 118742"/>
                <a:gd name="connsiteX17" fmla="*/ 81792 w 118852"/>
                <a:gd name="connsiteY17" fmla="*/ 50434 h 118742"/>
                <a:gd name="connsiteX18" fmla="*/ 75402 w 118852"/>
                <a:gd name="connsiteY18" fmla="*/ 44050 h 118742"/>
                <a:gd name="connsiteX19" fmla="*/ 61982 w 118852"/>
                <a:gd name="connsiteY19" fmla="*/ 30643 h 118742"/>
                <a:gd name="connsiteX20" fmla="*/ 49842 w 118852"/>
                <a:gd name="connsiteY20" fmla="*/ 37666 h 118742"/>
                <a:gd name="connsiteX21" fmla="*/ 51119 w 118852"/>
                <a:gd name="connsiteY21" fmla="*/ 49157 h 118742"/>
                <a:gd name="connsiteX22" fmla="*/ 53676 w 118852"/>
                <a:gd name="connsiteY22" fmla="*/ 52349 h 118742"/>
                <a:gd name="connsiteX23" fmla="*/ 66456 w 118852"/>
                <a:gd name="connsiteY23" fmla="*/ 52349 h 118742"/>
                <a:gd name="connsiteX24" fmla="*/ 72845 w 118852"/>
                <a:gd name="connsiteY24" fmla="*/ 58733 h 118742"/>
                <a:gd name="connsiteX25" fmla="*/ 66456 w 118852"/>
                <a:gd name="connsiteY25" fmla="*/ 65117 h 118742"/>
                <a:gd name="connsiteX26" fmla="*/ 58787 w 118852"/>
                <a:gd name="connsiteY26" fmla="*/ 65117 h 118742"/>
                <a:gd name="connsiteX27" fmla="*/ 51758 w 118852"/>
                <a:gd name="connsiteY27" fmla="*/ 86822 h 118742"/>
                <a:gd name="connsiteX28" fmla="*/ 81792 w 118852"/>
                <a:gd name="connsiteY28" fmla="*/ 86822 h 118742"/>
                <a:gd name="connsiteX29" fmla="*/ 88181 w 118852"/>
                <a:gd name="connsiteY29" fmla="*/ 93206 h 118742"/>
                <a:gd name="connsiteX30" fmla="*/ 81792 w 118852"/>
                <a:gd name="connsiteY30" fmla="*/ 100229 h 118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8852" h="118742">
                  <a:moveTo>
                    <a:pt x="59427" y="0"/>
                  </a:moveTo>
                  <a:cubicBezTo>
                    <a:pt x="26837" y="0"/>
                    <a:pt x="0" y="26813"/>
                    <a:pt x="0" y="59371"/>
                  </a:cubicBezTo>
                  <a:cubicBezTo>
                    <a:pt x="0" y="91930"/>
                    <a:pt x="26837" y="118742"/>
                    <a:pt x="59427" y="118742"/>
                  </a:cubicBezTo>
                  <a:cubicBezTo>
                    <a:pt x="92015" y="118742"/>
                    <a:pt x="118853" y="91930"/>
                    <a:pt x="118853" y="59371"/>
                  </a:cubicBezTo>
                  <a:cubicBezTo>
                    <a:pt x="118853" y="26175"/>
                    <a:pt x="92015" y="0"/>
                    <a:pt x="59427" y="0"/>
                  </a:cubicBezTo>
                  <a:close/>
                  <a:moveTo>
                    <a:pt x="81792" y="100229"/>
                  </a:moveTo>
                  <a:lnTo>
                    <a:pt x="39617" y="100229"/>
                  </a:lnTo>
                  <a:cubicBezTo>
                    <a:pt x="37062" y="100229"/>
                    <a:pt x="35145" y="98952"/>
                    <a:pt x="33867" y="96398"/>
                  </a:cubicBezTo>
                  <a:cubicBezTo>
                    <a:pt x="32589" y="94483"/>
                    <a:pt x="33227" y="91291"/>
                    <a:pt x="34506" y="89376"/>
                  </a:cubicBezTo>
                  <a:cubicBezTo>
                    <a:pt x="44730" y="76608"/>
                    <a:pt x="46647" y="69586"/>
                    <a:pt x="46007" y="65117"/>
                  </a:cubicBezTo>
                  <a:lnTo>
                    <a:pt x="37062" y="65117"/>
                  </a:lnTo>
                  <a:cubicBezTo>
                    <a:pt x="33227" y="65117"/>
                    <a:pt x="30672" y="62563"/>
                    <a:pt x="30672" y="58733"/>
                  </a:cubicBezTo>
                  <a:cubicBezTo>
                    <a:pt x="30672" y="54902"/>
                    <a:pt x="33227" y="52349"/>
                    <a:pt x="37062" y="52349"/>
                  </a:cubicBezTo>
                  <a:lnTo>
                    <a:pt x="37701" y="52349"/>
                  </a:lnTo>
                  <a:cubicBezTo>
                    <a:pt x="35145" y="46603"/>
                    <a:pt x="34506" y="39581"/>
                    <a:pt x="37701" y="32559"/>
                  </a:cubicBezTo>
                  <a:cubicBezTo>
                    <a:pt x="41535" y="22983"/>
                    <a:pt x="51119" y="17875"/>
                    <a:pt x="61982" y="17875"/>
                  </a:cubicBezTo>
                  <a:cubicBezTo>
                    <a:pt x="81152" y="18514"/>
                    <a:pt x="88181" y="33835"/>
                    <a:pt x="88181" y="44050"/>
                  </a:cubicBezTo>
                  <a:cubicBezTo>
                    <a:pt x="88181" y="47880"/>
                    <a:pt x="85625" y="50434"/>
                    <a:pt x="81792" y="50434"/>
                  </a:cubicBezTo>
                  <a:cubicBezTo>
                    <a:pt x="78597" y="50434"/>
                    <a:pt x="75402" y="47880"/>
                    <a:pt x="75402" y="44050"/>
                  </a:cubicBezTo>
                  <a:cubicBezTo>
                    <a:pt x="75402" y="40858"/>
                    <a:pt x="74123" y="30643"/>
                    <a:pt x="61982" y="30643"/>
                  </a:cubicBezTo>
                  <a:cubicBezTo>
                    <a:pt x="53676" y="30643"/>
                    <a:pt x="51119" y="35112"/>
                    <a:pt x="49842" y="37666"/>
                  </a:cubicBezTo>
                  <a:cubicBezTo>
                    <a:pt x="47925" y="41496"/>
                    <a:pt x="48563" y="46603"/>
                    <a:pt x="51119" y="49157"/>
                  </a:cubicBezTo>
                  <a:cubicBezTo>
                    <a:pt x="52397" y="50434"/>
                    <a:pt x="53037" y="51072"/>
                    <a:pt x="53676" y="52349"/>
                  </a:cubicBezTo>
                  <a:lnTo>
                    <a:pt x="66456" y="52349"/>
                  </a:lnTo>
                  <a:cubicBezTo>
                    <a:pt x="70289" y="52349"/>
                    <a:pt x="72845" y="54902"/>
                    <a:pt x="72845" y="58733"/>
                  </a:cubicBezTo>
                  <a:cubicBezTo>
                    <a:pt x="72845" y="62563"/>
                    <a:pt x="70289" y="65117"/>
                    <a:pt x="66456" y="65117"/>
                  </a:cubicBezTo>
                  <a:lnTo>
                    <a:pt x="58787" y="65117"/>
                  </a:lnTo>
                  <a:cubicBezTo>
                    <a:pt x="59427" y="72778"/>
                    <a:pt x="56232" y="80438"/>
                    <a:pt x="51758" y="86822"/>
                  </a:cubicBezTo>
                  <a:lnTo>
                    <a:pt x="81792" y="86822"/>
                  </a:lnTo>
                  <a:cubicBezTo>
                    <a:pt x="85625" y="86822"/>
                    <a:pt x="88181" y="89376"/>
                    <a:pt x="88181" y="93206"/>
                  </a:cubicBezTo>
                  <a:cubicBezTo>
                    <a:pt x="88181" y="97037"/>
                    <a:pt x="84986" y="100229"/>
                    <a:pt x="81792" y="100229"/>
                  </a:cubicBezTo>
                  <a:close/>
                </a:path>
              </a:pathLst>
            </a:custGeom>
            <a:solidFill>
              <a:srgbClr val="007680"/>
            </a:solidFill>
            <a:ln w="6390" cap="flat">
              <a:noFill/>
              <a:prstDash val="solid"/>
              <a:miter/>
            </a:ln>
          </p:spPr>
          <p:txBody>
            <a:bodyPr rtlCol="0" anchor="ctr"/>
            <a:lstStyle/>
            <a:p>
              <a:endParaRPr lang="en-US"/>
            </a:p>
          </p:txBody>
        </p:sp>
        <p:sp>
          <p:nvSpPr>
            <p:cNvPr id="705" name="Graphic 4">
              <a:extLst>
                <a:ext uri="{FF2B5EF4-FFF2-40B4-BE49-F238E27FC236}">
                  <a16:creationId xmlns:a16="http://schemas.microsoft.com/office/drawing/2014/main" id="{B65B2FB8-F2D7-B148-8C1D-583FE1ECCD56}"/>
                </a:ext>
              </a:extLst>
            </p:cNvPr>
            <p:cNvSpPr/>
            <p:nvPr/>
          </p:nvSpPr>
          <p:spPr>
            <a:xfrm>
              <a:off x="8239823" y="3824168"/>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41217 w 361670"/>
                <a:gd name="connsiteY5" fmla="*/ 187689 h 361333"/>
                <a:gd name="connsiteX6" fmla="*/ 147607 w 361670"/>
                <a:gd name="connsiteY6" fmla="*/ 194073 h 361333"/>
                <a:gd name="connsiteX7" fmla="*/ 141217 w 361670"/>
                <a:gd name="connsiteY7" fmla="*/ 200457 h 361333"/>
                <a:gd name="connsiteX8" fmla="*/ 141217 w 361670"/>
                <a:gd name="connsiteY8" fmla="*/ 200457 h 361333"/>
                <a:gd name="connsiteX9" fmla="*/ 87542 w 361670"/>
                <a:gd name="connsiteY9" fmla="*/ 186412 h 361333"/>
                <a:gd name="connsiteX10" fmla="*/ 87542 w 361670"/>
                <a:gd name="connsiteY10" fmla="*/ 194073 h 361333"/>
                <a:gd name="connsiteX11" fmla="*/ 141856 w 361670"/>
                <a:gd name="connsiteY11" fmla="*/ 215140 h 361333"/>
                <a:gd name="connsiteX12" fmla="*/ 148246 w 361670"/>
                <a:gd name="connsiteY12" fmla="*/ 221524 h 361333"/>
                <a:gd name="connsiteX13" fmla="*/ 141856 w 361670"/>
                <a:gd name="connsiteY13" fmla="*/ 227908 h 361333"/>
                <a:gd name="connsiteX14" fmla="*/ 141856 w 361670"/>
                <a:gd name="connsiteY14" fmla="*/ 227908 h 361333"/>
                <a:gd name="connsiteX15" fmla="*/ 88181 w 361670"/>
                <a:gd name="connsiteY15" fmla="*/ 213863 h 361333"/>
                <a:gd name="connsiteX16" fmla="*/ 88181 w 361670"/>
                <a:gd name="connsiteY16" fmla="*/ 221524 h 361333"/>
                <a:gd name="connsiteX17" fmla="*/ 147607 w 361670"/>
                <a:gd name="connsiteY17" fmla="*/ 242591 h 361333"/>
                <a:gd name="connsiteX18" fmla="*/ 153997 w 361670"/>
                <a:gd name="connsiteY18" fmla="*/ 248975 h 361333"/>
                <a:gd name="connsiteX19" fmla="*/ 147607 w 361670"/>
                <a:gd name="connsiteY19" fmla="*/ 255359 h 361333"/>
                <a:gd name="connsiteX20" fmla="*/ 75402 w 361670"/>
                <a:gd name="connsiteY20" fmla="*/ 221524 h 361333"/>
                <a:gd name="connsiteX21" fmla="*/ 75402 w 361670"/>
                <a:gd name="connsiteY21" fmla="*/ 111720 h 361333"/>
                <a:gd name="connsiteX22" fmla="*/ 147607 w 361670"/>
                <a:gd name="connsiteY22" fmla="*/ 77884 h 361333"/>
                <a:gd name="connsiteX23" fmla="*/ 219814 w 361670"/>
                <a:gd name="connsiteY23" fmla="*/ 111720 h 361333"/>
                <a:gd name="connsiteX24" fmla="*/ 147607 w 361670"/>
                <a:gd name="connsiteY24" fmla="*/ 145555 h 361333"/>
                <a:gd name="connsiteX25" fmla="*/ 88181 w 361670"/>
                <a:gd name="connsiteY25" fmla="*/ 131510 h 361333"/>
                <a:gd name="connsiteX26" fmla="*/ 88181 w 361670"/>
                <a:gd name="connsiteY26" fmla="*/ 139171 h 361333"/>
                <a:gd name="connsiteX27" fmla="*/ 147607 w 361670"/>
                <a:gd name="connsiteY27" fmla="*/ 160238 h 361333"/>
                <a:gd name="connsiteX28" fmla="*/ 153997 w 361670"/>
                <a:gd name="connsiteY28" fmla="*/ 166622 h 361333"/>
                <a:gd name="connsiteX29" fmla="*/ 147607 w 361670"/>
                <a:gd name="connsiteY29" fmla="*/ 173006 h 361333"/>
                <a:gd name="connsiteX30" fmla="*/ 88181 w 361670"/>
                <a:gd name="connsiteY30" fmla="*/ 158961 h 361333"/>
                <a:gd name="connsiteX31" fmla="*/ 88181 w 361670"/>
                <a:gd name="connsiteY31" fmla="*/ 166622 h 361333"/>
                <a:gd name="connsiteX32" fmla="*/ 141217 w 361670"/>
                <a:gd name="connsiteY32" fmla="*/ 187689 h 361333"/>
                <a:gd name="connsiteX33" fmla="*/ 228760 w 361670"/>
                <a:gd name="connsiteY33" fmla="*/ 284087 h 361333"/>
                <a:gd name="connsiteX34" fmla="*/ 156553 w 361670"/>
                <a:gd name="connsiteY34" fmla="*/ 211948 h 361333"/>
                <a:gd name="connsiteX35" fmla="*/ 228760 w 361670"/>
                <a:gd name="connsiteY35" fmla="*/ 139809 h 361333"/>
                <a:gd name="connsiteX36" fmla="*/ 300966 w 361670"/>
                <a:gd name="connsiteY36" fmla="*/ 211948 h 361333"/>
                <a:gd name="connsiteX37" fmla="*/ 228760 w 361670"/>
                <a:gd name="connsiteY37" fmla="*/ 28408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1670" h="361333">
                  <a:moveTo>
                    <a:pt x="180836" y="0"/>
                  </a:moveTo>
                  <a:cubicBezTo>
                    <a:pt x="80513" y="0"/>
                    <a:pt x="0" y="81076"/>
                    <a:pt x="0" y="180667"/>
                  </a:cubicBezTo>
                  <a:cubicBezTo>
                    <a:pt x="0" y="280257"/>
                    <a:pt x="81152" y="361333"/>
                    <a:pt x="180836" y="361333"/>
                  </a:cubicBezTo>
                  <a:cubicBezTo>
                    <a:pt x="281157" y="361333"/>
                    <a:pt x="361670" y="280257"/>
                    <a:pt x="361670" y="180667"/>
                  </a:cubicBezTo>
                  <a:cubicBezTo>
                    <a:pt x="361670" y="81076"/>
                    <a:pt x="281157" y="0"/>
                    <a:pt x="180836" y="0"/>
                  </a:cubicBezTo>
                  <a:close/>
                  <a:moveTo>
                    <a:pt x="141217" y="187689"/>
                  </a:moveTo>
                  <a:cubicBezTo>
                    <a:pt x="145051" y="187689"/>
                    <a:pt x="147607" y="190881"/>
                    <a:pt x="147607" y="194073"/>
                  </a:cubicBezTo>
                  <a:cubicBezTo>
                    <a:pt x="147607" y="197265"/>
                    <a:pt x="144412" y="200457"/>
                    <a:pt x="141217" y="200457"/>
                  </a:cubicBezTo>
                  <a:cubicBezTo>
                    <a:pt x="141217" y="200457"/>
                    <a:pt x="141217" y="200457"/>
                    <a:pt x="141217" y="200457"/>
                  </a:cubicBezTo>
                  <a:cubicBezTo>
                    <a:pt x="118214" y="199819"/>
                    <a:pt x="99044" y="194711"/>
                    <a:pt x="87542" y="186412"/>
                  </a:cubicBezTo>
                  <a:lnTo>
                    <a:pt x="87542" y="194073"/>
                  </a:lnTo>
                  <a:cubicBezTo>
                    <a:pt x="87542" y="201734"/>
                    <a:pt x="106712" y="213863"/>
                    <a:pt x="141856" y="215140"/>
                  </a:cubicBezTo>
                  <a:cubicBezTo>
                    <a:pt x="145691" y="215140"/>
                    <a:pt x="148246" y="218332"/>
                    <a:pt x="148246" y="221524"/>
                  </a:cubicBezTo>
                  <a:cubicBezTo>
                    <a:pt x="148246" y="224716"/>
                    <a:pt x="145051" y="227908"/>
                    <a:pt x="141856" y="227908"/>
                  </a:cubicBezTo>
                  <a:cubicBezTo>
                    <a:pt x="141856" y="227908"/>
                    <a:pt x="141856" y="227908"/>
                    <a:pt x="141856" y="227908"/>
                  </a:cubicBezTo>
                  <a:cubicBezTo>
                    <a:pt x="118853" y="227270"/>
                    <a:pt x="99683" y="222163"/>
                    <a:pt x="88181" y="213863"/>
                  </a:cubicBezTo>
                  <a:lnTo>
                    <a:pt x="88181" y="221524"/>
                  </a:lnTo>
                  <a:cubicBezTo>
                    <a:pt x="88181" y="229823"/>
                    <a:pt x="111185" y="242591"/>
                    <a:pt x="147607" y="242591"/>
                  </a:cubicBezTo>
                  <a:cubicBezTo>
                    <a:pt x="151441" y="242591"/>
                    <a:pt x="153997" y="245145"/>
                    <a:pt x="153997" y="248975"/>
                  </a:cubicBezTo>
                  <a:cubicBezTo>
                    <a:pt x="153997" y="252806"/>
                    <a:pt x="151441" y="255359"/>
                    <a:pt x="147607" y="255359"/>
                  </a:cubicBezTo>
                  <a:cubicBezTo>
                    <a:pt x="112463" y="255359"/>
                    <a:pt x="75402" y="243868"/>
                    <a:pt x="75402" y="221524"/>
                  </a:cubicBezTo>
                  <a:lnTo>
                    <a:pt x="75402" y="111720"/>
                  </a:lnTo>
                  <a:cubicBezTo>
                    <a:pt x="75402" y="90014"/>
                    <a:pt x="112463" y="77884"/>
                    <a:pt x="147607" y="77884"/>
                  </a:cubicBezTo>
                  <a:cubicBezTo>
                    <a:pt x="182752" y="77884"/>
                    <a:pt x="219814" y="90014"/>
                    <a:pt x="219814" y="111720"/>
                  </a:cubicBezTo>
                  <a:cubicBezTo>
                    <a:pt x="219814" y="133425"/>
                    <a:pt x="182752" y="145555"/>
                    <a:pt x="147607" y="145555"/>
                  </a:cubicBezTo>
                  <a:cubicBezTo>
                    <a:pt x="125243" y="145555"/>
                    <a:pt x="102239" y="140448"/>
                    <a:pt x="88181" y="131510"/>
                  </a:cubicBezTo>
                  <a:lnTo>
                    <a:pt x="88181" y="139171"/>
                  </a:lnTo>
                  <a:cubicBezTo>
                    <a:pt x="88181" y="148108"/>
                    <a:pt x="110546" y="160238"/>
                    <a:pt x="147607" y="160238"/>
                  </a:cubicBezTo>
                  <a:cubicBezTo>
                    <a:pt x="151441" y="160238"/>
                    <a:pt x="153997" y="162792"/>
                    <a:pt x="153997" y="166622"/>
                  </a:cubicBezTo>
                  <a:cubicBezTo>
                    <a:pt x="153997" y="170452"/>
                    <a:pt x="151441" y="173006"/>
                    <a:pt x="147607" y="173006"/>
                  </a:cubicBezTo>
                  <a:cubicBezTo>
                    <a:pt x="125243" y="173006"/>
                    <a:pt x="102239" y="167899"/>
                    <a:pt x="88181" y="158961"/>
                  </a:cubicBezTo>
                  <a:lnTo>
                    <a:pt x="88181" y="166622"/>
                  </a:lnTo>
                  <a:cubicBezTo>
                    <a:pt x="86903" y="174283"/>
                    <a:pt x="106073" y="186412"/>
                    <a:pt x="141217" y="187689"/>
                  </a:cubicBezTo>
                  <a:close/>
                  <a:moveTo>
                    <a:pt x="228760" y="284087"/>
                  </a:moveTo>
                  <a:cubicBezTo>
                    <a:pt x="189142" y="284087"/>
                    <a:pt x="156553" y="251529"/>
                    <a:pt x="156553" y="211948"/>
                  </a:cubicBezTo>
                  <a:cubicBezTo>
                    <a:pt x="156553" y="172368"/>
                    <a:pt x="189142" y="139809"/>
                    <a:pt x="228760" y="139809"/>
                  </a:cubicBezTo>
                  <a:cubicBezTo>
                    <a:pt x="268377" y="139809"/>
                    <a:pt x="300966" y="172368"/>
                    <a:pt x="300966" y="211948"/>
                  </a:cubicBezTo>
                  <a:cubicBezTo>
                    <a:pt x="300966" y="251529"/>
                    <a:pt x="268377" y="284087"/>
                    <a:pt x="228760" y="284087"/>
                  </a:cubicBezTo>
                  <a:close/>
                </a:path>
              </a:pathLst>
            </a:custGeom>
            <a:solidFill>
              <a:srgbClr val="007680"/>
            </a:solidFill>
            <a:ln w="6390" cap="flat">
              <a:noFill/>
              <a:prstDash val="solid"/>
              <a:miter/>
            </a:ln>
          </p:spPr>
          <p:txBody>
            <a:bodyPr rtlCol="0" anchor="ctr"/>
            <a:lstStyle/>
            <a:p>
              <a:endParaRPr lang="en-US"/>
            </a:p>
          </p:txBody>
        </p:sp>
        <p:sp>
          <p:nvSpPr>
            <p:cNvPr id="706" name="Graphic 4">
              <a:extLst>
                <a:ext uri="{FF2B5EF4-FFF2-40B4-BE49-F238E27FC236}">
                  <a16:creationId xmlns:a16="http://schemas.microsoft.com/office/drawing/2014/main" id="{65CF3E14-BAC8-924B-AA47-87A4DB4B88D5}"/>
                </a:ext>
              </a:extLst>
            </p:cNvPr>
            <p:cNvSpPr/>
            <p:nvPr/>
          </p:nvSpPr>
          <p:spPr>
            <a:xfrm>
              <a:off x="8326726" y="3914820"/>
              <a:ext cx="118852" cy="42134"/>
            </a:xfrm>
            <a:custGeom>
              <a:avLst/>
              <a:gdLst>
                <a:gd name="connsiteX0" fmla="*/ 59427 w 118852"/>
                <a:gd name="connsiteY0" fmla="*/ 42135 h 42134"/>
                <a:gd name="connsiteX1" fmla="*/ 118853 w 118852"/>
                <a:gd name="connsiteY1" fmla="*/ 21067 h 42134"/>
                <a:gd name="connsiteX2" fmla="*/ 59427 w 118852"/>
                <a:gd name="connsiteY2" fmla="*/ 0 h 42134"/>
                <a:gd name="connsiteX3" fmla="*/ 0 w 118852"/>
                <a:gd name="connsiteY3" fmla="*/ 21067 h 42134"/>
                <a:gd name="connsiteX4" fmla="*/ 59427 w 118852"/>
                <a:gd name="connsiteY4" fmla="*/ 42135 h 42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52" h="42134">
                  <a:moveTo>
                    <a:pt x="59427" y="42135"/>
                  </a:moveTo>
                  <a:cubicBezTo>
                    <a:pt x="96488" y="42135"/>
                    <a:pt x="118853" y="30005"/>
                    <a:pt x="118853" y="21067"/>
                  </a:cubicBezTo>
                  <a:cubicBezTo>
                    <a:pt x="118853" y="12768"/>
                    <a:pt x="95849" y="0"/>
                    <a:pt x="59427" y="0"/>
                  </a:cubicBezTo>
                  <a:cubicBezTo>
                    <a:pt x="23004" y="0"/>
                    <a:pt x="0" y="12768"/>
                    <a:pt x="0" y="21067"/>
                  </a:cubicBezTo>
                  <a:cubicBezTo>
                    <a:pt x="0" y="30005"/>
                    <a:pt x="22365" y="42135"/>
                    <a:pt x="59427" y="42135"/>
                  </a:cubicBezTo>
                  <a:close/>
                </a:path>
              </a:pathLst>
            </a:custGeom>
            <a:solidFill>
              <a:srgbClr val="007680"/>
            </a:solidFill>
            <a:ln w="6390" cap="flat">
              <a:noFill/>
              <a:prstDash val="solid"/>
              <a:miter/>
            </a:ln>
          </p:spPr>
          <p:txBody>
            <a:bodyPr rtlCol="0" anchor="ctr"/>
            <a:lstStyle/>
            <a:p>
              <a:endParaRPr lang="en-US"/>
            </a:p>
          </p:txBody>
        </p:sp>
      </p:grpSp>
      <p:grpSp>
        <p:nvGrpSpPr>
          <p:cNvPr id="707" name="Graphic 4">
            <a:extLst>
              <a:ext uri="{FF2B5EF4-FFF2-40B4-BE49-F238E27FC236}">
                <a16:creationId xmlns:a16="http://schemas.microsoft.com/office/drawing/2014/main" id="{3CBD8D91-B5DF-9C4C-B1FD-ACD348404F52}"/>
              </a:ext>
            </a:extLst>
          </p:cNvPr>
          <p:cNvGrpSpPr/>
          <p:nvPr/>
        </p:nvGrpSpPr>
        <p:grpSpPr>
          <a:xfrm>
            <a:off x="9279466" y="1893013"/>
            <a:ext cx="361671" cy="361333"/>
            <a:chOff x="9279466" y="1893013"/>
            <a:chExt cx="361671" cy="361333"/>
          </a:xfrm>
          <a:solidFill>
            <a:srgbClr val="007680"/>
          </a:solidFill>
        </p:grpSpPr>
        <p:sp>
          <p:nvSpPr>
            <p:cNvPr id="708" name="Graphic 4">
              <a:extLst>
                <a:ext uri="{FF2B5EF4-FFF2-40B4-BE49-F238E27FC236}">
                  <a16:creationId xmlns:a16="http://schemas.microsoft.com/office/drawing/2014/main" id="{E4D4B841-4DF5-B346-9EA7-33D6DBBFA67D}"/>
                </a:ext>
              </a:extLst>
            </p:cNvPr>
            <p:cNvSpPr/>
            <p:nvPr/>
          </p:nvSpPr>
          <p:spPr>
            <a:xfrm>
              <a:off x="9396402" y="2017500"/>
              <a:ext cx="129716" cy="151938"/>
            </a:xfrm>
            <a:custGeom>
              <a:avLst/>
              <a:gdLst>
                <a:gd name="connsiteX0" fmla="*/ 115658 w 129716"/>
                <a:gd name="connsiteY0" fmla="*/ 116827 h 151938"/>
                <a:gd name="connsiteX1" fmla="*/ 118214 w 129716"/>
                <a:gd name="connsiteY1" fmla="*/ 107251 h 151938"/>
                <a:gd name="connsiteX2" fmla="*/ 118853 w 129716"/>
                <a:gd name="connsiteY2" fmla="*/ 104697 h 151938"/>
                <a:gd name="connsiteX3" fmla="*/ 120131 w 129716"/>
                <a:gd name="connsiteY3" fmla="*/ 100229 h 151938"/>
                <a:gd name="connsiteX4" fmla="*/ 122686 w 129716"/>
                <a:gd name="connsiteY4" fmla="*/ 92568 h 151938"/>
                <a:gd name="connsiteX5" fmla="*/ 77318 w 129716"/>
                <a:gd name="connsiteY5" fmla="*/ 0 h 151938"/>
                <a:gd name="connsiteX6" fmla="*/ 51119 w 129716"/>
                <a:gd name="connsiteY6" fmla="*/ 0 h 151938"/>
                <a:gd name="connsiteX7" fmla="*/ 5751 w 129716"/>
                <a:gd name="connsiteY7" fmla="*/ 92568 h 151938"/>
                <a:gd name="connsiteX8" fmla="*/ 8307 w 129716"/>
                <a:gd name="connsiteY8" fmla="*/ 100229 h 151938"/>
                <a:gd name="connsiteX9" fmla="*/ 9585 w 129716"/>
                <a:gd name="connsiteY9" fmla="*/ 104697 h 151938"/>
                <a:gd name="connsiteX10" fmla="*/ 10224 w 129716"/>
                <a:gd name="connsiteY10" fmla="*/ 107251 h 151938"/>
                <a:gd name="connsiteX11" fmla="*/ 12780 w 129716"/>
                <a:gd name="connsiteY11" fmla="*/ 116827 h 151938"/>
                <a:gd name="connsiteX12" fmla="*/ 12141 w 129716"/>
                <a:gd name="connsiteY12" fmla="*/ 119381 h 151938"/>
                <a:gd name="connsiteX13" fmla="*/ 0 w 129716"/>
                <a:gd name="connsiteY13" fmla="*/ 151939 h 151938"/>
                <a:gd name="connsiteX14" fmla="*/ 129716 w 129716"/>
                <a:gd name="connsiteY14" fmla="*/ 151939 h 151938"/>
                <a:gd name="connsiteX15" fmla="*/ 117575 w 129716"/>
                <a:gd name="connsiteY15" fmla="*/ 119381 h 151938"/>
                <a:gd name="connsiteX16" fmla="*/ 115658 w 129716"/>
                <a:gd name="connsiteY16" fmla="*/ 116827 h 151938"/>
                <a:gd name="connsiteX17" fmla="*/ 87542 w 129716"/>
                <a:gd name="connsiteY17" fmla="*/ 127041 h 151938"/>
                <a:gd name="connsiteX18" fmla="*/ 42173 w 129716"/>
                <a:gd name="connsiteY18" fmla="*/ 127041 h 151938"/>
                <a:gd name="connsiteX19" fmla="*/ 36422 w 129716"/>
                <a:gd name="connsiteY19" fmla="*/ 123211 h 151938"/>
                <a:gd name="connsiteX20" fmla="*/ 37062 w 129716"/>
                <a:gd name="connsiteY20" fmla="*/ 116189 h 151938"/>
                <a:gd name="connsiteX21" fmla="*/ 49202 w 129716"/>
                <a:gd name="connsiteY21" fmla="*/ 89376 h 151938"/>
                <a:gd name="connsiteX22" fmla="*/ 38978 w 129716"/>
                <a:gd name="connsiteY22" fmla="*/ 89376 h 151938"/>
                <a:gd name="connsiteX23" fmla="*/ 32589 w 129716"/>
                <a:gd name="connsiteY23" fmla="*/ 82992 h 151938"/>
                <a:gd name="connsiteX24" fmla="*/ 38978 w 129716"/>
                <a:gd name="connsiteY24" fmla="*/ 76608 h 151938"/>
                <a:gd name="connsiteX25" fmla="*/ 40896 w 129716"/>
                <a:gd name="connsiteY25" fmla="*/ 76608 h 151938"/>
                <a:gd name="connsiteX26" fmla="*/ 40257 w 129716"/>
                <a:gd name="connsiteY26" fmla="*/ 55541 h 151938"/>
                <a:gd name="connsiteX27" fmla="*/ 65817 w 129716"/>
                <a:gd name="connsiteY27" fmla="*/ 40219 h 151938"/>
                <a:gd name="connsiteX28" fmla="*/ 93293 w 129716"/>
                <a:gd name="connsiteY28" fmla="*/ 67670 h 151938"/>
                <a:gd name="connsiteX29" fmla="*/ 86903 w 129716"/>
                <a:gd name="connsiteY29" fmla="*/ 74054 h 151938"/>
                <a:gd name="connsiteX30" fmla="*/ 80513 w 129716"/>
                <a:gd name="connsiteY30" fmla="*/ 67670 h 151938"/>
                <a:gd name="connsiteX31" fmla="*/ 65817 w 129716"/>
                <a:gd name="connsiteY31" fmla="*/ 52987 h 151938"/>
                <a:gd name="connsiteX32" fmla="*/ 52397 w 129716"/>
                <a:gd name="connsiteY32" fmla="*/ 60648 h 151938"/>
                <a:gd name="connsiteX33" fmla="*/ 53676 w 129716"/>
                <a:gd name="connsiteY33" fmla="*/ 73416 h 151938"/>
                <a:gd name="connsiteX34" fmla="*/ 56871 w 129716"/>
                <a:gd name="connsiteY34" fmla="*/ 77246 h 151938"/>
                <a:gd name="connsiteX35" fmla="*/ 70928 w 129716"/>
                <a:gd name="connsiteY35" fmla="*/ 77246 h 151938"/>
                <a:gd name="connsiteX36" fmla="*/ 77318 w 129716"/>
                <a:gd name="connsiteY36" fmla="*/ 83630 h 151938"/>
                <a:gd name="connsiteX37" fmla="*/ 70928 w 129716"/>
                <a:gd name="connsiteY37" fmla="*/ 90014 h 151938"/>
                <a:gd name="connsiteX38" fmla="*/ 61982 w 129716"/>
                <a:gd name="connsiteY38" fmla="*/ 90014 h 151938"/>
                <a:gd name="connsiteX39" fmla="*/ 54314 w 129716"/>
                <a:gd name="connsiteY39" fmla="*/ 114273 h 151938"/>
                <a:gd name="connsiteX40" fmla="*/ 86903 w 129716"/>
                <a:gd name="connsiteY40" fmla="*/ 114273 h 151938"/>
                <a:gd name="connsiteX41" fmla="*/ 93293 w 129716"/>
                <a:gd name="connsiteY41" fmla="*/ 120657 h 151938"/>
                <a:gd name="connsiteX42" fmla="*/ 87542 w 129716"/>
                <a:gd name="connsiteY42" fmla="*/ 127041 h 151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29716" h="151938">
                  <a:moveTo>
                    <a:pt x="115658" y="116827"/>
                  </a:moveTo>
                  <a:cubicBezTo>
                    <a:pt x="115658" y="113635"/>
                    <a:pt x="116936" y="110443"/>
                    <a:pt x="118214" y="107251"/>
                  </a:cubicBezTo>
                  <a:cubicBezTo>
                    <a:pt x="118214" y="106613"/>
                    <a:pt x="118853" y="105336"/>
                    <a:pt x="118853" y="104697"/>
                  </a:cubicBezTo>
                  <a:cubicBezTo>
                    <a:pt x="119492" y="103421"/>
                    <a:pt x="120131" y="101505"/>
                    <a:pt x="120131" y="100229"/>
                  </a:cubicBezTo>
                  <a:cubicBezTo>
                    <a:pt x="120770" y="97675"/>
                    <a:pt x="122048" y="95121"/>
                    <a:pt x="122686" y="92568"/>
                  </a:cubicBezTo>
                  <a:cubicBezTo>
                    <a:pt x="128438" y="58733"/>
                    <a:pt x="104156" y="21067"/>
                    <a:pt x="77318" y="0"/>
                  </a:cubicBezTo>
                  <a:lnTo>
                    <a:pt x="51119" y="0"/>
                  </a:lnTo>
                  <a:cubicBezTo>
                    <a:pt x="24282" y="20429"/>
                    <a:pt x="0" y="58733"/>
                    <a:pt x="5751" y="92568"/>
                  </a:cubicBezTo>
                  <a:cubicBezTo>
                    <a:pt x="6390" y="95121"/>
                    <a:pt x="7029" y="97675"/>
                    <a:pt x="8307" y="100229"/>
                  </a:cubicBezTo>
                  <a:cubicBezTo>
                    <a:pt x="8946" y="101505"/>
                    <a:pt x="9585" y="103421"/>
                    <a:pt x="9585" y="104697"/>
                  </a:cubicBezTo>
                  <a:cubicBezTo>
                    <a:pt x="9585" y="105336"/>
                    <a:pt x="10224" y="105974"/>
                    <a:pt x="10224" y="107251"/>
                  </a:cubicBezTo>
                  <a:cubicBezTo>
                    <a:pt x="11502" y="109805"/>
                    <a:pt x="12141" y="113635"/>
                    <a:pt x="12780" y="116827"/>
                  </a:cubicBezTo>
                  <a:cubicBezTo>
                    <a:pt x="12780" y="117465"/>
                    <a:pt x="12780" y="118742"/>
                    <a:pt x="12141" y="119381"/>
                  </a:cubicBezTo>
                  <a:lnTo>
                    <a:pt x="0" y="151939"/>
                  </a:lnTo>
                  <a:lnTo>
                    <a:pt x="129716" y="151939"/>
                  </a:lnTo>
                  <a:lnTo>
                    <a:pt x="117575" y="119381"/>
                  </a:lnTo>
                  <a:cubicBezTo>
                    <a:pt x="115658" y="118742"/>
                    <a:pt x="115658" y="117465"/>
                    <a:pt x="115658" y="116827"/>
                  </a:cubicBezTo>
                  <a:close/>
                  <a:moveTo>
                    <a:pt x="87542" y="127041"/>
                  </a:moveTo>
                  <a:lnTo>
                    <a:pt x="42173" y="127041"/>
                  </a:lnTo>
                  <a:cubicBezTo>
                    <a:pt x="39617" y="127041"/>
                    <a:pt x="37701" y="125765"/>
                    <a:pt x="36422" y="123211"/>
                  </a:cubicBezTo>
                  <a:cubicBezTo>
                    <a:pt x="35145" y="121296"/>
                    <a:pt x="35783" y="118104"/>
                    <a:pt x="37062" y="116189"/>
                  </a:cubicBezTo>
                  <a:cubicBezTo>
                    <a:pt x="48563" y="102144"/>
                    <a:pt x="50481" y="94483"/>
                    <a:pt x="49202" y="89376"/>
                  </a:cubicBezTo>
                  <a:lnTo>
                    <a:pt x="38978" y="89376"/>
                  </a:lnTo>
                  <a:cubicBezTo>
                    <a:pt x="35145" y="89376"/>
                    <a:pt x="32589" y="86822"/>
                    <a:pt x="32589" y="82992"/>
                  </a:cubicBezTo>
                  <a:cubicBezTo>
                    <a:pt x="32589" y="79161"/>
                    <a:pt x="35145" y="76608"/>
                    <a:pt x="38978" y="76608"/>
                  </a:cubicBezTo>
                  <a:lnTo>
                    <a:pt x="40896" y="76608"/>
                  </a:lnTo>
                  <a:cubicBezTo>
                    <a:pt x="37701" y="70224"/>
                    <a:pt x="37701" y="62563"/>
                    <a:pt x="40257" y="55541"/>
                  </a:cubicBezTo>
                  <a:cubicBezTo>
                    <a:pt x="44730" y="45326"/>
                    <a:pt x="54314" y="39581"/>
                    <a:pt x="65817" y="40219"/>
                  </a:cubicBezTo>
                  <a:cubicBezTo>
                    <a:pt x="86264" y="40857"/>
                    <a:pt x="93293" y="56817"/>
                    <a:pt x="93293" y="67670"/>
                  </a:cubicBezTo>
                  <a:cubicBezTo>
                    <a:pt x="93293" y="71501"/>
                    <a:pt x="90737" y="74054"/>
                    <a:pt x="86903" y="74054"/>
                  </a:cubicBezTo>
                  <a:cubicBezTo>
                    <a:pt x="83069" y="74054"/>
                    <a:pt x="80513" y="71501"/>
                    <a:pt x="80513" y="67670"/>
                  </a:cubicBezTo>
                  <a:cubicBezTo>
                    <a:pt x="80513" y="65117"/>
                    <a:pt x="79874" y="52987"/>
                    <a:pt x="65817" y="52987"/>
                  </a:cubicBezTo>
                  <a:cubicBezTo>
                    <a:pt x="57509" y="52987"/>
                    <a:pt x="53676" y="58094"/>
                    <a:pt x="52397" y="60648"/>
                  </a:cubicBezTo>
                  <a:cubicBezTo>
                    <a:pt x="50481" y="65117"/>
                    <a:pt x="51119" y="70224"/>
                    <a:pt x="53676" y="73416"/>
                  </a:cubicBezTo>
                  <a:cubicBezTo>
                    <a:pt x="54953" y="74693"/>
                    <a:pt x="55592" y="75969"/>
                    <a:pt x="56871" y="77246"/>
                  </a:cubicBezTo>
                  <a:lnTo>
                    <a:pt x="70928" y="77246"/>
                  </a:lnTo>
                  <a:cubicBezTo>
                    <a:pt x="74762" y="77246"/>
                    <a:pt x="77318" y="79800"/>
                    <a:pt x="77318" y="83630"/>
                  </a:cubicBezTo>
                  <a:cubicBezTo>
                    <a:pt x="77318" y="87461"/>
                    <a:pt x="74762" y="90014"/>
                    <a:pt x="70928" y="90014"/>
                  </a:cubicBezTo>
                  <a:lnTo>
                    <a:pt x="61982" y="90014"/>
                  </a:lnTo>
                  <a:cubicBezTo>
                    <a:pt x="62622" y="98313"/>
                    <a:pt x="59427" y="106613"/>
                    <a:pt x="54314" y="114273"/>
                  </a:cubicBezTo>
                  <a:lnTo>
                    <a:pt x="86903" y="114273"/>
                  </a:lnTo>
                  <a:cubicBezTo>
                    <a:pt x="90737" y="114273"/>
                    <a:pt x="93293" y="116827"/>
                    <a:pt x="93293" y="120657"/>
                  </a:cubicBezTo>
                  <a:cubicBezTo>
                    <a:pt x="93293" y="124488"/>
                    <a:pt x="91376" y="127041"/>
                    <a:pt x="87542" y="127041"/>
                  </a:cubicBezTo>
                  <a:close/>
                </a:path>
              </a:pathLst>
            </a:custGeom>
            <a:solidFill>
              <a:srgbClr val="007680"/>
            </a:solidFill>
            <a:ln w="6390" cap="flat">
              <a:noFill/>
              <a:prstDash val="solid"/>
              <a:miter/>
            </a:ln>
          </p:spPr>
          <p:txBody>
            <a:bodyPr rtlCol="0" anchor="ctr"/>
            <a:lstStyle/>
            <a:p>
              <a:endParaRPr lang="en-US"/>
            </a:p>
          </p:txBody>
        </p:sp>
        <p:sp>
          <p:nvSpPr>
            <p:cNvPr id="709" name="Graphic 4">
              <a:extLst>
                <a:ext uri="{FF2B5EF4-FFF2-40B4-BE49-F238E27FC236}">
                  <a16:creationId xmlns:a16="http://schemas.microsoft.com/office/drawing/2014/main" id="{DBF2E8FE-D901-584B-8429-74F9DA03A02B}"/>
                </a:ext>
              </a:extLst>
            </p:cNvPr>
            <p:cNvSpPr/>
            <p:nvPr/>
          </p:nvSpPr>
          <p:spPr>
            <a:xfrm>
              <a:off x="9279466" y="1893013"/>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260071 w 361671"/>
                <a:gd name="connsiteY5" fmla="*/ 286641 h 361333"/>
                <a:gd name="connsiteX6" fmla="*/ 254959 w 361671"/>
                <a:gd name="connsiteY6" fmla="*/ 289195 h 361333"/>
                <a:gd name="connsiteX7" fmla="*/ 106712 w 361671"/>
                <a:gd name="connsiteY7" fmla="*/ 289195 h 361333"/>
                <a:gd name="connsiteX8" fmla="*/ 101600 w 361671"/>
                <a:gd name="connsiteY8" fmla="*/ 286641 h 361333"/>
                <a:gd name="connsiteX9" fmla="*/ 100961 w 361671"/>
                <a:gd name="connsiteY9" fmla="*/ 280895 h 361333"/>
                <a:gd name="connsiteX10" fmla="*/ 116297 w 361671"/>
                <a:gd name="connsiteY10" fmla="*/ 240676 h 361333"/>
                <a:gd name="connsiteX11" fmla="*/ 115019 w 361671"/>
                <a:gd name="connsiteY11" fmla="*/ 236207 h 361333"/>
                <a:gd name="connsiteX12" fmla="*/ 114380 w 361671"/>
                <a:gd name="connsiteY12" fmla="*/ 233654 h 361333"/>
                <a:gd name="connsiteX13" fmla="*/ 113102 w 361671"/>
                <a:gd name="connsiteY13" fmla="*/ 229823 h 361333"/>
                <a:gd name="connsiteX14" fmla="*/ 110546 w 361671"/>
                <a:gd name="connsiteY14" fmla="*/ 219609 h 361333"/>
                <a:gd name="connsiteX15" fmla="*/ 157193 w 361671"/>
                <a:gd name="connsiteY15" fmla="*/ 118104 h 361333"/>
                <a:gd name="connsiteX16" fmla="*/ 134189 w 361671"/>
                <a:gd name="connsiteY16" fmla="*/ 91929 h 361333"/>
                <a:gd name="connsiteX17" fmla="*/ 133550 w 361671"/>
                <a:gd name="connsiteY17" fmla="*/ 84907 h 361333"/>
                <a:gd name="connsiteX18" fmla="*/ 158471 w 361671"/>
                <a:gd name="connsiteY18" fmla="*/ 74054 h 361333"/>
                <a:gd name="connsiteX19" fmla="*/ 182113 w 361671"/>
                <a:gd name="connsiteY19" fmla="*/ 81077 h 361333"/>
                <a:gd name="connsiteX20" fmla="*/ 205756 w 361671"/>
                <a:gd name="connsiteY20" fmla="*/ 74054 h 361333"/>
                <a:gd name="connsiteX21" fmla="*/ 230677 w 361671"/>
                <a:gd name="connsiteY21" fmla="*/ 84907 h 361333"/>
                <a:gd name="connsiteX22" fmla="*/ 230038 w 361671"/>
                <a:gd name="connsiteY22" fmla="*/ 91929 h 361333"/>
                <a:gd name="connsiteX23" fmla="*/ 207034 w 361671"/>
                <a:gd name="connsiteY23" fmla="*/ 118104 h 361333"/>
                <a:gd name="connsiteX24" fmla="*/ 253681 w 361671"/>
                <a:gd name="connsiteY24" fmla="*/ 219609 h 361333"/>
                <a:gd name="connsiteX25" fmla="*/ 251125 w 361671"/>
                <a:gd name="connsiteY25" fmla="*/ 229823 h 361333"/>
                <a:gd name="connsiteX26" fmla="*/ 249847 w 361671"/>
                <a:gd name="connsiteY26" fmla="*/ 233654 h 361333"/>
                <a:gd name="connsiteX27" fmla="*/ 249208 w 361671"/>
                <a:gd name="connsiteY27" fmla="*/ 236207 h 361333"/>
                <a:gd name="connsiteX28" fmla="*/ 247930 w 361671"/>
                <a:gd name="connsiteY28" fmla="*/ 240676 h 361333"/>
                <a:gd name="connsiteX29" fmla="*/ 263266 w 361671"/>
                <a:gd name="connsiteY29" fmla="*/ 280895 h 361333"/>
                <a:gd name="connsiteX30" fmla="*/ 260071 w 361671"/>
                <a:gd name="connsiteY30" fmla="*/ 28664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1671" h="361333">
                  <a:moveTo>
                    <a:pt x="180836" y="0"/>
                  </a:moveTo>
                  <a:cubicBezTo>
                    <a:pt x="80514" y="0"/>
                    <a:pt x="0" y="81077"/>
                    <a:pt x="0" y="180667"/>
                  </a:cubicBezTo>
                  <a:cubicBezTo>
                    <a:pt x="0" y="280895"/>
                    <a:pt x="81153" y="361333"/>
                    <a:pt x="180836" y="361333"/>
                  </a:cubicBezTo>
                  <a:cubicBezTo>
                    <a:pt x="281157" y="361333"/>
                    <a:pt x="361671" y="280257"/>
                    <a:pt x="361671" y="180667"/>
                  </a:cubicBezTo>
                  <a:cubicBezTo>
                    <a:pt x="361671" y="81077"/>
                    <a:pt x="280518" y="0"/>
                    <a:pt x="180836" y="0"/>
                  </a:cubicBezTo>
                  <a:close/>
                  <a:moveTo>
                    <a:pt x="260071" y="286641"/>
                  </a:moveTo>
                  <a:cubicBezTo>
                    <a:pt x="258792" y="288556"/>
                    <a:pt x="256876" y="289195"/>
                    <a:pt x="254959" y="289195"/>
                  </a:cubicBezTo>
                  <a:lnTo>
                    <a:pt x="106712" y="289195"/>
                  </a:lnTo>
                  <a:cubicBezTo>
                    <a:pt x="104795" y="289195"/>
                    <a:pt x="102879" y="287918"/>
                    <a:pt x="101600" y="286641"/>
                  </a:cubicBezTo>
                  <a:cubicBezTo>
                    <a:pt x="100322" y="284726"/>
                    <a:pt x="100322" y="282811"/>
                    <a:pt x="100961" y="280895"/>
                  </a:cubicBezTo>
                  <a:lnTo>
                    <a:pt x="116297" y="240676"/>
                  </a:lnTo>
                  <a:cubicBezTo>
                    <a:pt x="116297" y="239399"/>
                    <a:pt x="115658" y="237484"/>
                    <a:pt x="115019" y="236207"/>
                  </a:cubicBezTo>
                  <a:cubicBezTo>
                    <a:pt x="114380" y="234931"/>
                    <a:pt x="114380" y="234292"/>
                    <a:pt x="114380" y="233654"/>
                  </a:cubicBezTo>
                  <a:cubicBezTo>
                    <a:pt x="113741" y="232377"/>
                    <a:pt x="113741" y="231100"/>
                    <a:pt x="113102" y="229823"/>
                  </a:cubicBezTo>
                  <a:cubicBezTo>
                    <a:pt x="111824" y="226631"/>
                    <a:pt x="111185" y="223439"/>
                    <a:pt x="110546" y="219609"/>
                  </a:cubicBezTo>
                  <a:cubicBezTo>
                    <a:pt x="104156" y="182582"/>
                    <a:pt x="128438" y="141724"/>
                    <a:pt x="157193" y="118104"/>
                  </a:cubicBezTo>
                  <a:lnTo>
                    <a:pt x="134189" y="91929"/>
                  </a:lnTo>
                  <a:cubicBezTo>
                    <a:pt x="132272" y="90014"/>
                    <a:pt x="132272" y="86822"/>
                    <a:pt x="133550" y="84907"/>
                  </a:cubicBezTo>
                  <a:cubicBezTo>
                    <a:pt x="136106" y="79800"/>
                    <a:pt x="145052" y="71501"/>
                    <a:pt x="158471" y="74054"/>
                  </a:cubicBezTo>
                  <a:cubicBezTo>
                    <a:pt x="168056" y="75969"/>
                    <a:pt x="177641" y="79161"/>
                    <a:pt x="182113" y="81077"/>
                  </a:cubicBezTo>
                  <a:cubicBezTo>
                    <a:pt x="186587" y="79161"/>
                    <a:pt x="196172" y="75969"/>
                    <a:pt x="205756" y="74054"/>
                  </a:cubicBezTo>
                  <a:cubicBezTo>
                    <a:pt x="219175" y="71501"/>
                    <a:pt x="228121" y="80438"/>
                    <a:pt x="230677" y="84907"/>
                  </a:cubicBezTo>
                  <a:cubicBezTo>
                    <a:pt x="231955" y="87461"/>
                    <a:pt x="231316" y="90014"/>
                    <a:pt x="230038" y="91929"/>
                  </a:cubicBezTo>
                  <a:lnTo>
                    <a:pt x="207034" y="118104"/>
                  </a:lnTo>
                  <a:cubicBezTo>
                    <a:pt x="235789" y="141724"/>
                    <a:pt x="260071" y="182582"/>
                    <a:pt x="253681" y="219609"/>
                  </a:cubicBezTo>
                  <a:cubicBezTo>
                    <a:pt x="253042" y="223439"/>
                    <a:pt x="251764" y="226631"/>
                    <a:pt x="251125" y="229823"/>
                  </a:cubicBezTo>
                  <a:cubicBezTo>
                    <a:pt x="250486" y="231100"/>
                    <a:pt x="250486" y="232377"/>
                    <a:pt x="249847" y="233654"/>
                  </a:cubicBezTo>
                  <a:cubicBezTo>
                    <a:pt x="249847" y="234292"/>
                    <a:pt x="249208" y="235569"/>
                    <a:pt x="249208" y="236207"/>
                  </a:cubicBezTo>
                  <a:cubicBezTo>
                    <a:pt x="248569" y="237484"/>
                    <a:pt x="247930" y="239399"/>
                    <a:pt x="247930" y="240676"/>
                  </a:cubicBezTo>
                  <a:lnTo>
                    <a:pt x="263266" y="280895"/>
                  </a:lnTo>
                  <a:cubicBezTo>
                    <a:pt x="261349" y="282811"/>
                    <a:pt x="261349" y="284726"/>
                    <a:pt x="260071" y="286641"/>
                  </a:cubicBezTo>
                  <a:close/>
                </a:path>
              </a:pathLst>
            </a:custGeom>
            <a:solidFill>
              <a:srgbClr val="007680"/>
            </a:solidFill>
            <a:ln w="6390" cap="flat">
              <a:noFill/>
              <a:prstDash val="solid"/>
              <a:miter/>
            </a:ln>
          </p:spPr>
          <p:txBody>
            <a:bodyPr rtlCol="0" anchor="ctr"/>
            <a:lstStyle/>
            <a:p>
              <a:endParaRPr lang="en-US"/>
            </a:p>
          </p:txBody>
        </p:sp>
        <p:sp>
          <p:nvSpPr>
            <p:cNvPr id="710" name="Graphic 4">
              <a:extLst>
                <a:ext uri="{FF2B5EF4-FFF2-40B4-BE49-F238E27FC236}">
                  <a16:creationId xmlns:a16="http://schemas.microsoft.com/office/drawing/2014/main" id="{F55A31BA-A767-DC4A-A13F-61BA9F10399F}"/>
                </a:ext>
              </a:extLst>
            </p:cNvPr>
            <p:cNvSpPr/>
            <p:nvPr/>
          </p:nvSpPr>
          <p:spPr>
            <a:xfrm>
              <a:off x="9425796" y="1978946"/>
              <a:ext cx="69011" cy="26424"/>
            </a:xfrm>
            <a:custGeom>
              <a:avLst/>
              <a:gdLst>
                <a:gd name="connsiteX0" fmla="*/ 46647 w 69011"/>
                <a:gd name="connsiteY0" fmla="*/ 26425 h 26424"/>
                <a:gd name="connsiteX1" fmla="*/ 69012 w 69011"/>
                <a:gd name="connsiteY1" fmla="*/ 1527 h 26424"/>
                <a:gd name="connsiteX2" fmla="*/ 60704 w 69011"/>
                <a:gd name="connsiteY2" fmla="*/ 250 h 26424"/>
                <a:gd name="connsiteX3" fmla="*/ 37062 w 69011"/>
                <a:gd name="connsiteY3" fmla="*/ 7911 h 26424"/>
                <a:gd name="connsiteX4" fmla="*/ 31950 w 69011"/>
                <a:gd name="connsiteY4" fmla="*/ 7911 h 26424"/>
                <a:gd name="connsiteX5" fmla="*/ 8307 w 69011"/>
                <a:gd name="connsiteY5" fmla="*/ 250 h 26424"/>
                <a:gd name="connsiteX6" fmla="*/ 0 w 69011"/>
                <a:gd name="connsiteY6" fmla="*/ 1527 h 26424"/>
                <a:gd name="connsiteX7" fmla="*/ 22365 w 69011"/>
                <a:gd name="connsiteY7" fmla="*/ 26425 h 26424"/>
                <a:gd name="connsiteX8" fmla="*/ 46647 w 69011"/>
                <a:gd name="connsiteY8" fmla="*/ 26425 h 2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011" h="26424">
                  <a:moveTo>
                    <a:pt x="46647" y="26425"/>
                  </a:moveTo>
                  <a:lnTo>
                    <a:pt x="69012" y="1527"/>
                  </a:lnTo>
                  <a:cubicBezTo>
                    <a:pt x="67094" y="250"/>
                    <a:pt x="64538" y="-388"/>
                    <a:pt x="60704" y="250"/>
                  </a:cubicBezTo>
                  <a:cubicBezTo>
                    <a:pt x="49203" y="2804"/>
                    <a:pt x="37062" y="7273"/>
                    <a:pt x="37062" y="7911"/>
                  </a:cubicBezTo>
                  <a:cubicBezTo>
                    <a:pt x="35145" y="8550"/>
                    <a:pt x="33867" y="8550"/>
                    <a:pt x="31950" y="7911"/>
                  </a:cubicBezTo>
                  <a:cubicBezTo>
                    <a:pt x="31950" y="7911"/>
                    <a:pt x="19809" y="2804"/>
                    <a:pt x="8307" y="250"/>
                  </a:cubicBezTo>
                  <a:cubicBezTo>
                    <a:pt x="4473" y="-388"/>
                    <a:pt x="1917" y="250"/>
                    <a:pt x="0" y="1527"/>
                  </a:cubicBezTo>
                  <a:lnTo>
                    <a:pt x="22365" y="26425"/>
                  </a:lnTo>
                  <a:lnTo>
                    <a:pt x="46647" y="26425"/>
                  </a:lnTo>
                  <a:close/>
                </a:path>
              </a:pathLst>
            </a:custGeom>
            <a:solidFill>
              <a:srgbClr val="007680"/>
            </a:solidFill>
            <a:ln w="6390" cap="flat">
              <a:noFill/>
              <a:prstDash val="solid"/>
              <a:miter/>
            </a:ln>
          </p:spPr>
          <p:txBody>
            <a:bodyPr rtlCol="0" anchor="ctr"/>
            <a:lstStyle/>
            <a:p>
              <a:endParaRPr lang="en-US"/>
            </a:p>
          </p:txBody>
        </p:sp>
      </p:grpSp>
      <p:grpSp>
        <p:nvGrpSpPr>
          <p:cNvPr id="711" name="Graphic 4">
            <a:extLst>
              <a:ext uri="{FF2B5EF4-FFF2-40B4-BE49-F238E27FC236}">
                <a16:creationId xmlns:a16="http://schemas.microsoft.com/office/drawing/2014/main" id="{361B7784-FB67-D149-9DBA-B5AAA74BACBB}"/>
              </a:ext>
            </a:extLst>
          </p:cNvPr>
          <p:cNvGrpSpPr/>
          <p:nvPr/>
        </p:nvGrpSpPr>
        <p:grpSpPr>
          <a:xfrm>
            <a:off x="9279466" y="2371173"/>
            <a:ext cx="361671" cy="361333"/>
            <a:chOff x="9279466" y="2371173"/>
            <a:chExt cx="361671" cy="361333"/>
          </a:xfrm>
          <a:solidFill>
            <a:srgbClr val="007680"/>
          </a:solidFill>
        </p:grpSpPr>
        <p:sp>
          <p:nvSpPr>
            <p:cNvPr id="712" name="Graphic 4">
              <a:extLst>
                <a:ext uri="{FF2B5EF4-FFF2-40B4-BE49-F238E27FC236}">
                  <a16:creationId xmlns:a16="http://schemas.microsoft.com/office/drawing/2014/main" id="{93401EDC-7A4C-A34A-A60B-64B39A77C9F8}"/>
                </a:ext>
              </a:extLst>
            </p:cNvPr>
            <p:cNvSpPr/>
            <p:nvPr/>
          </p:nvSpPr>
          <p:spPr>
            <a:xfrm>
              <a:off x="9396402" y="2495661"/>
              <a:ext cx="129716" cy="151938"/>
            </a:xfrm>
            <a:custGeom>
              <a:avLst/>
              <a:gdLst>
                <a:gd name="connsiteX0" fmla="*/ 115658 w 129716"/>
                <a:gd name="connsiteY0" fmla="*/ 116827 h 151938"/>
                <a:gd name="connsiteX1" fmla="*/ 118214 w 129716"/>
                <a:gd name="connsiteY1" fmla="*/ 107251 h 151938"/>
                <a:gd name="connsiteX2" fmla="*/ 118853 w 129716"/>
                <a:gd name="connsiteY2" fmla="*/ 104697 h 151938"/>
                <a:gd name="connsiteX3" fmla="*/ 120131 w 129716"/>
                <a:gd name="connsiteY3" fmla="*/ 100229 h 151938"/>
                <a:gd name="connsiteX4" fmla="*/ 122686 w 129716"/>
                <a:gd name="connsiteY4" fmla="*/ 92568 h 151938"/>
                <a:gd name="connsiteX5" fmla="*/ 77318 w 129716"/>
                <a:gd name="connsiteY5" fmla="*/ 0 h 151938"/>
                <a:gd name="connsiteX6" fmla="*/ 51119 w 129716"/>
                <a:gd name="connsiteY6" fmla="*/ 0 h 151938"/>
                <a:gd name="connsiteX7" fmla="*/ 5751 w 129716"/>
                <a:gd name="connsiteY7" fmla="*/ 92568 h 151938"/>
                <a:gd name="connsiteX8" fmla="*/ 8307 w 129716"/>
                <a:gd name="connsiteY8" fmla="*/ 100229 h 151938"/>
                <a:gd name="connsiteX9" fmla="*/ 9585 w 129716"/>
                <a:gd name="connsiteY9" fmla="*/ 104697 h 151938"/>
                <a:gd name="connsiteX10" fmla="*/ 10224 w 129716"/>
                <a:gd name="connsiteY10" fmla="*/ 107251 h 151938"/>
                <a:gd name="connsiteX11" fmla="*/ 12780 w 129716"/>
                <a:gd name="connsiteY11" fmla="*/ 116827 h 151938"/>
                <a:gd name="connsiteX12" fmla="*/ 12141 w 129716"/>
                <a:gd name="connsiteY12" fmla="*/ 119381 h 151938"/>
                <a:gd name="connsiteX13" fmla="*/ 0 w 129716"/>
                <a:gd name="connsiteY13" fmla="*/ 151939 h 151938"/>
                <a:gd name="connsiteX14" fmla="*/ 129716 w 129716"/>
                <a:gd name="connsiteY14" fmla="*/ 151939 h 151938"/>
                <a:gd name="connsiteX15" fmla="*/ 117575 w 129716"/>
                <a:gd name="connsiteY15" fmla="*/ 119381 h 151938"/>
                <a:gd name="connsiteX16" fmla="*/ 115658 w 129716"/>
                <a:gd name="connsiteY16" fmla="*/ 116827 h 151938"/>
                <a:gd name="connsiteX17" fmla="*/ 93932 w 129716"/>
                <a:gd name="connsiteY17" fmla="*/ 109805 h 151938"/>
                <a:gd name="connsiteX18" fmla="*/ 89459 w 129716"/>
                <a:gd name="connsiteY18" fmla="*/ 111720 h 151938"/>
                <a:gd name="connsiteX19" fmla="*/ 84986 w 129716"/>
                <a:gd name="connsiteY19" fmla="*/ 109805 h 151938"/>
                <a:gd name="connsiteX20" fmla="*/ 63899 w 129716"/>
                <a:gd name="connsiteY20" fmla="*/ 88738 h 151938"/>
                <a:gd name="connsiteX21" fmla="*/ 42812 w 129716"/>
                <a:gd name="connsiteY21" fmla="*/ 109805 h 151938"/>
                <a:gd name="connsiteX22" fmla="*/ 38340 w 129716"/>
                <a:gd name="connsiteY22" fmla="*/ 111720 h 151938"/>
                <a:gd name="connsiteX23" fmla="*/ 33867 w 129716"/>
                <a:gd name="connsiteY23" fmla="*/ 109805 h 151938"/>
                <a:gd name="connsiteX24" fmla="*/ 33867 w 129716"/>
                <a:gd name="connsiteY24" fmla="*/ 100867 h 151938"/>
                <a:gd name="connsiteX25" fmla="*/ 54953 w 129716"/>
                <a:gd name="connsiteY25" fmla="*/ 79800 h 151938"/>
                <a:gd name="connsiteX26" fmla="*/ 33867 w 129716"/>
                <a:gd name="connsiteY26" fmla="*/ 58733 h 151938"/>
                <a:gd name="connsiteX27" fmla="*/ 33867 w 129716"/>
                <a:gd name="connsiteY27" fmla="*/ 49795 h 151938"/>
                <a:gd name="connsiteX28" fmla="*/ 42812 w 129716"/>
                <a:gd name="connsiteY28" fmla="*/ 49795 h 151938"/>
                <a:gd name="connsiteX29" fmla="*/ 63899 w 129716"/>
                <a:gd name="connsiteY29" fmla="*/ 70862 h 151938"/>
                <a:gd name="connsiteX30" fmla="*/ 84986 w 129716"/>
                <a:gd name="connsiteY30" fmla="*/ 49795 h 151938"/>
                <a:gd name="connsiteX31" fmla="*/ 93932 w 129716"/>
                <a:gd name="connsiteY31" fmla="*/ 49795 h 151938"/>
                <a:gd name="connsiteX32" fmla="*/ 93932 w 129716"/>
                <a:gd name="connsiteY32" fmla="*/ 58733 h 151938"/>
                <a:gd name="connsiteX33" fmla="*/ 72845 w 129716"/>
                <a:gd name="connsiteY33" fmla="*/ 79800 h 151938"/>
                <a:gd name="connsiteX34" fmla="*/ 93932 w 129716"/>
                <a:gd name="connsiteY34" fmla="*/ 100867 h 151938"/>
                <a:gd name="connsiteX35" fmla="*/ 93932 w 129716"/>
                <a:gd name="connsiteY35" fmla="*/ 109805 h 151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9716" h="151938">
                  <a:moveTo>
                    <a:pt x="115658" y="116827"/>
                  </a:moveTo>
                  <a:cubicBezTo>
                    <a:pt x="115658" y="113635"/>
                    <a:pt x="116936" y="110443"/>
                    <a:pt x="118214" y="107251"/>
                  </a:cubicBezTo>
                  <a:cubicBezTo>
                    <a:pt x="118214" y="106613"/>
                    <a:pt x="118853" y="105336"/>
                    <a:pt x="118853" y="104697"/>
                  </a:cubicBezTo>
                  <a:cubicBezTo>
                    <a:pt x="119492" y="103421"/>
                    <a:pt x="120131" y="101505"/>
                    <a:pt x="120131" y="100229"/>
                  </a:cubicBezTo>
                  <a:cubicBezTo>
                    <a:pt x="120770" y="97675"/>
                    <a:pt x="122048" y="95121"/>
                    <a:pt x="122686" y="92568"/>
                  </a:cubicBezTo>
                  <a:cubicBezTo>
                    <a:pt x="128438" y="58733"/>
                    <a:pt x="104156" y="21067"/>
                    <a:pt x="77318" y="0"/>
                  </a:cubicBezTo>
                  <a:lnTo>
                    <a:pt x="51119" y="0"/>
                  </a:lnTo>
                  <a:cubicBezTo>
                    <a:pt x="24282" y="20429"/>
                    <a:pt x="0" y="58733"/>
                    <a:pt x="5751" y="92568"/>
                  </a:cubicBezTo>
                  <a:cubicBezTo>
                    <a:pt x="6390" y="95121"/>
                    <a:pt x="7029" y="97675"/>
                    <a:pt x="8307" y="100229"/>
                  </a:cubicBezTo>
                  <a:cubicBezTo>
                    <a:pt x="8946" y="101505"/>
                    <a:pt x="9585" y="103421"/>
                    <a:pt x="9585" y="104697"/>
                  </a:cubicBezTo>
                  <a:cubicBezTo>
                    <a:pt x="9585" y="105336"/>
                    <a:pt x="10224" y="105974"/>
                    <a:pt x="10224" y="107251"/>
                  </a:cubicBezTo>
                  <a:cubicBezTo>
                    <a:pt x="11502" y="109805"/>
                    <a:pt x="12141" y="113635"/>
                    <a:pt x="12780" y="116827"/>
                  </a:cubicBezTo>
                  <a:cubicBezTo>
                    <a:pt x="12780" y="117465"/>
                    <a:pt x="12780" y="118742"/>
                    <a:pt x="12141" y="119381"/>
                  </a:cubicBezTo>
                  <a:lnTo>
                    <a:pt x="0" y="151939"/>
                  </a:lnTo>
                  <a:lnTo>
                    <a:pt x="129716" y="151939"/>
                  </a:lnTo>
                  <a:lnTo>
                    <a:pt x="117575" y="119381"/>
                  </a:lnTo>
                  <a:cubicBezTo>
                    <a:pt x="115658" y="118742"/>
                    <a:pt x="115658" y="117465"/>
                    <a:pt x="115658" y="116827"/>
                  </a:cubicBezTo>
                  <a:close/>
                  <a:moveTo>
                    <a:pt x="93932" y="109805"/>
                  </a:moveTo>
                  <a:cubicBezTo>
                    <a:pt x="92654" y="111081"/>
                    <a:pt x="90737" y="111720"/>
                    <a:pt x="89459" y="111720"/>
                  </a:cubicBezTo>
                  <a:cubicBezTo>
                    <a:pt x="87542" y="111720"/>
                    <a:pt x="86264" y="111081"/>
                    <a:pt x="84986" y="109805"/>
                  </a:cubicBezTo>
                  <a:lnTo>
                    <a:pt x="63899" y="88738"/>
                  </a:lnTo>
                  <a:lnTo>
                    <a:pt x="42812" y="109805"/>
                  </a:lnTo>
                  <a:cubicBezTo>
                    <a:pt x="41535" y="111081"/>
                    <a:pt x="39617" y="111720"/>
                    <a:pt x="38340" y="111720"/>
                  </a:cubicBezTo>
                  <a:cubicBezTo>
                    <a:pt x="36422" y="111720"/>
                    <a:pt x="35145" y="111081"/>
                    <a:pt x="33867" y="109805"/>
                  </a:cubicBezTo>
                  <a:cubicBezTo>
                    <a:pt x="31311" y="107251"/>
                    <a:pt x="31311" y="103421"/>
                    <a:pt x="33867" y="100867"/>
                  </a:cubicBezTo>
                  <a:lnTo>
                    <a:pt x="54953" y="79800"/>
                  </a:lnTo>
                  <a:lnTo>
                    <a:pt x="33867" y="58733"/>
                  </a:lnTo>
                  <a:cubicBezTo>
                    <a:pt x="31311" y="56179"/>
                    <a:pt x="31311" y="52349"/>
                    <a:pt x="33867" y="49795"/>
                  </a:cubicBezTo>
                  <a:cubicBezTo>
                    <a:pt x="36422" y="47242"/>
                    <a:pt x="40257" y="47242"/>
                    <a:pt x="42812" y="49795"/>
                  </a:cubicBezTo>
                  <a:lnTo>
                    <a:pt x="63899" y="70862"/>
                  </a:lnTo>
                  <a:lnTo>
                    <a:pt x="84986" y="49795"/>
                  </a:lnTo>
                  <a:cubicBezTo>
                    <a:pt x="87542" y="47242"/>
                    <a:pt x="91376" y="47242"/>
                    <a:pt x="93932" y="49795"/>
                  </a:cubicBezTo>
                  <a:cubicBezTo>
                    <a:pt x="96488" y="52349"/>
                    <a:pt x="96488" y="56179"/>
                    <a:pt x="93932" y="58733"/>
                  </a:cubicBezTo>
                  <a:lnTo>
                    <a:pt x="72845" y="79800"/>
                  </a:lnTo>
                  <a:lnTo>
                    <a:pt x="93932" y="100867"/>
                  </a:lnTo>
                  <a:cubicBezTo>
                    <a:pt x="96488" y="103421"/>
                    <a:pt x="96488" y="107251"/>
                    <a:pt x="93932" y="109805"/>
                  </a:cubicBezTo>
                  <a:close/>
                </a:path>
              </a:pathLst>
            </a:custGeom>
            <a:solidFill>
              <a:srgbClr val="007680"/>
            </a:solidFill>
            <a:ln w="6390" cap="flat">
              <a:noFill/>
              <a:prstDash val="solid"/>
              <a:miter/>
            </a:ln>
          </p:spPr>
          <p:txBody>
            <a:bodyPr rtlCol="0" anchor="ctr"/>
            <a:lstStyle/>
            <a:p>
              <a:endParaRPr lang="en-US"/>
            </a:p>
          </p:txBody>
        </p:sp>
        <p:sp>
          <p:nvSpPr>
            <p:cNvPr id="713" name="Graphic 4">
              <a:extLst>
                <a:ext uri="{FF2B5EF4-FFF2-40B4-BE49-F238E27FC236}">
                  <a16:creationId xmlns:a16="http://schemas.microsoft.com/office/drawing/2014/main" id="{71E86406-91BD-8B4A-91F7-6D824DE3B00A}"/>
                </a:ext>
              </a:extLst>
            </p:cNvPr>
            <p:cNvSpPr/>
            <p:nvPr/>
          </p:nvSpPr>
          <p:spPr>
            <a:xfrm>
              <a:off x="9425796" y="2456468"/>
              <a:ext cx="69011" cy="26424"/>
            </a:xfrm>
            <a:custGeom>
              <a:avLst/>
              <a:gdLst>
                <a:gd name="connsiteX0" fmla="*/ 46647 w 69011"/>
                <a:gd name="connsiteY0" fmla="*/ 26425 h 26424"/>
                <a:gd name="connsiteX1" fmla="*/ 69012 w 69011"/>
                <a:gd name="connsiteY1" fmla="*/ 1527 h 26424"/>
                <a:gd name="connsiteX2" fmla="*/ 60704 w 69011"/>
                <a:gd name="connsiteY2" fmla="*/ 250 h 26424"/>
                <a:gd name="connsiteX3" fmla="*/ 37062 w 69011"/>
                <a:gd name="connsiteY3" fmla="*/ 7911 h 26424"/>
                <a:gd name="connsiteX4" fmla="*/ 31950 w 69011"/>
                <a:gd name="connsiteY4" fmla="*/ 7911 h 26424"/>
                <a:gd name="connsiteX5" fmla="*/ 8307 w 69011"/>
                <a:gd name="connsiteY5" fmla="*/ 250 h 26424"/>
                <a:gd name="connsiteX6" fmla="*/ 0 w 69011"/>
                <a:gd name="connsiteY6" fmla="*/ 1527 h 26424"/>
                <a:gd name="connsiteX7" fmla="*/ 22365 w 69011"/>
                <a:gd name="connsiteY7" fmla="*/ 26425 h 26424"/>
                <a:gd name="connsiteX8" fmla="*/ 46647 w 69011"/>
                <a:gd name="connsiteY8" fmla="*/ 26425 h 2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011" h="26424">
                  <a:moveTo>
                    <a:pt x="46647" y="26425"/>
                  </a:moveTo>
                  <a:lnTo>
                    <a:pt x="69012" y="1527"/>
                  </a:lnTo>
                  <a:cubicBezTo>
                    <a:pt x="67094" y="250"/>
                    <a:pt x="64538" y="-388"/>
                    <a:pt x="60704" y="250"/>
                  </a:cubicBezTo>
                  <a:cubicBezTo>
                    <a:pt x="49203" y="2804"/>
                    <a:pt x="37062" y="7273"/>
                    <a:pt x="37062" y="7911"/>
                  </a:cubicBezTo>
                  <a:cubicBezTo>
                    <a:pt x="35145" y="8550"/>
                    <a:pt x="33867" y="8550"/>
                    <a:pt x="31950" y="7911"/>
                  </a:cubicBezTo>
                  <a:cubicBezTo>
                    <a:pt x="31950" y="7911"/>
                    <a:pt x="19809" y="2804"/>
                    <a:pt x="8307" y="250"/>
                  </a:cubicBezTo>
                  <a:cubicBezTo>
                    <a:pt x="4473" y="-388"/>
                    <a:pt x="1917" y="250"/>
                    <a:pt x="0" y="1527"/>
                  </a:cubicBezTo>
                  <a:lnTo>
                    <a:pt x="22365" y="26425"/>
                  </a:lnTo>
                  <a:lnTo>
                    <a:pt x="46647" y="26425"/>
                  </a:lnTo>
                  <a:close/>
                </a:path>
              </a:pathLst>
            </a:custGeom>
            <a:solidFill>
              <a:srgbClr val="007680"/>
            </a:solidFill>
            <a:ln w="6390" cap="flat">
              <a:noFill/>
              <a:prstDash val="solid"/>
              <a:miter/>
            </a:ln>
          </p:spPr>
          <p:txBody>
            <a:bodyPr rtlCol="0" anchor="ctr"/>
            <a:lstStyle/>
            <a:p>
              <a:endParaRPr lang="en-US"/>
            </a:p>
          </p:txBody>
        </p:sp>
        <p:sp>
          <p:nvSpPr>
            <p:cNvPr id="714" name="Graphic 4">
              <a:extLst>
                <a:ext uri="{FF2B5EF4-FFF2-40B4-BE49-F238E27FC236}">
                  <a16:creationId xmlns:a16="http://schemas.microsoft.com/office/drawing/2014/main" id="{7B4C0CDA-9BEB-3745-BC95-BC6F67AEB65F}"/>
                </a:ext>
              </a:extLst>
            </p:cNvPr>
            <p:cNvSpPr/>
            <p:nvPr/>
          </p:nvSpPr>
          <p:spPr>
            <a:xfrm>
              <a:off x="9279466" y="2371173"/>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260071 w 361671"/>
                <a:gd name="connsiteY5" fmla="*/ 286641 h 361333"/>
                <a:gd name="connsiteX6" fmla="*/ 254959 w 361671"/>
                <a:gd name="connsiteY6" fmla="*/ 289195 h 361333"/>
                <a:gd name="connsiteX7" fmla="*/ 106712 w 361671"/>
                <a:gd name="connsiteY7" fmla="*/ 289195 h 361333"/>
                <a:gd name="connsiteX8" fmla="*/ 101600 w 361671"/>
                <a:gd name="connsiteY8" fmla="*/ 286641 h 361333"/>
                <a:gd name="connsiteX9" fmla="*/ 100961 w 361671"/>
                <a:gd name="connsiteY9" fmla="*/ 280895 h 361333"/>
                <a:gd name="connsiteX10" fmla="*/ 116297 w 361671"/>
                <a:gd name="connsiteY10" fmla="*/ 240676 h 361333"/>
                <a:gd name="connsiteX11" fmla="*/ 115019 w 361671"/>
                <a:gd name="connsiteY11" fmla="*/ 236207 h 361333"/>
                <a:gd name="connsiteX12" fmla="*/ 114380 w 361671"/>
                <a:gd name="connsiteY12" fmla="*/ 233654 h 361333"/>
                <a:gd name="connsiteX13" fmla="*/ 113102 w 361671"/>
                <a:gd name="connsiteY13" fmla="*/ 229823 h 361333"/>
                <a:gd name="connsiteX14" fmla="*/ 110546 w 361671"/>
                <a:gd name="connsiteY14" fmla="*/ 219609 h 361333"/>
                <a:gd name="connsiteX15" fmla="*/ 157193 w 361671"/>
                <a:gd name="connsiteY15" fmla="*/ 118104 h 361333"/>
                <a:gd name="connsiteX16" fmla="*/ 134189 w 361671"/>
                <a:gd name="connsiteY16" fmla="*/ 91930 h 361333"/>
                <a:gd name="connsiteX17" fmla="*/ 133550 w 361671"/>
                <a:gd name="connsiteY17" fmla="*/ 84907 h 361333"/>
                <a:gd name="connsiteX18" fmla="*/ 158471 w 361671"/>
                <a:gd name="connsiteY18" fmla="*/ 74054 h 361333"/>
                <a:gd name="connsiteX19" fmla="*/ 182113 w 361671"/>
                <a:gd name="connsiteY19" fmla="*/ 81077 h 361333"/>
                <a:gd name="connsiteX20" fmla="*/ 205756 w 361671"/>
                <a:gd name="connsiteY20" fmla="*/ 74054 h 361333"/>
                <a:gd name="connsiteX21" fmla="*/ 230677 w 361671"/>
                <a:gd name="connsiteY21" fmla="*/ 84907 h 361333"/>
                <a:gd name="connsiteX22" fmla="*/ 230038 w 361671"/>
                <a:gd name="connsiteY22" fmla="*/ 91930 h 361333"/>
                <a:gd name="connsiteX23" fmla="*/ 207034 w 361671"/>
                <a:gd name="connsiteY23" fmla="*/ 118104 h 361333"/>
                <a:gd name="connsiteX24" fmla="*/ 253681 w 361671"/>
                <a:gd name="connsiteY24" fmla="*/ 219609 h 361333"/>
                <a:gd name="connsiteX25" fmla="*/ 251125 w 361671"/>
                <a:gd name="connsiteY25" fmla="*/ 229823 h 361333"/>
                <a:gd name="connsiteX26" fmla="*/ 249847 w 361671"/>
                <a:gd name="connsiteY26" fmla="*/ 233654 h 361333"/>
                <a:gd name="connsiteX27" fmla="*/ 249208 w 361671"/>
                <a:gd name="connsiteY27" fmla="*/ 236207 h 361333"/>
                <a:gd name="connsiteX28" fmla="*/ 247930 w 361671"/>
                <a:gd name="connsiteY28" fmla="*/ 240676 h 361333"/>
                <a:gd name="connsiteX29" fmla="*/ 263266 w 361671"/>
                <a:gd name="connsiteY29" fmla="*/ 280895 h 361333"/>
                <a:gd name="connsiteX30" fmla="*/ 260071 w 361671"/>
                <a:gd name="connsiteY30" fmla="*/ 28664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1671" h="361333">
                  <a:moveTo>
                    <a:pt x="180836" y="0"/>
                  </a:moveTo>
                  <a:cubicBezTo>
                    <a:pt x="80514" y="0"/>
                    <a:pt x="0" y="81077"/>
                    <a:pt x="0" y="180667"/>
                  </a:cubicBezTo>
                  <a:cubicBezTo>
                    <a:pt x="0" y="280895"/>
                    <a:pt x="81153" y="361333"/>
                    <a:pt x="180836" y="361333"/>
                  </a:cubicBezTo>
                  <a:cubicBezTo>
                    <a:pt x="280518" y="361333"/>
                    <a:pt x="361671" y="280257"/>
                    <a:pt x="361671" y="180667"/>
                  </a:cubicBezTo>
                  <a:cubicBezTo>
                    <a:pt x="361671" y="81077"/>
                    <a:pt x="280518" y="0"/>
                    <a:pt x="180836" y="0"/>
                  </a:cubicBezTo>
                  <a:close/>
                  <a:moveTo>
                    <a:pt x="260071" y="286641"/>
                  </a:moveTo>
                  <a:cubicBezTo>
                    <a:pt x="258792" y="288556"/>
                    <a:pt x="256876" y="289195"/>
                    <a:pt x="254959" y="289195"/>
                  </a:cubicBezTo>
                  <a:lnTo>
                    <a:pt x="106712" y="289195"/>
                  </a:lnTo>
                  <a:cubicBezTo>
                    <a:pt x="104795" y="289195"/>
                    <a:pt x="102879" y="287918"/>
                    <a:pt x="101600" y="286641"/>
                  </a:cubicBezTo>
                  <a:cubicBezTo>
                    <a:pt x="100322" y="284726"/>
                    <a:pt x="100322" y="282811"/>
                    <a:pt x="100961" y="280895"/>
                  </a:cubicBezTo>
                  <a:lnTo>
                    <a:pt x="116297" y="240676"/>
                  </a:lnTo>
                  <a:cubicBezTo>
                    <a:pt x="116297" y="239399"/>
                    <a:pt x="115658" y="237484"/>
                    <a:pt x="115019" y="236207"/>
                  </a:cubicBezTo>
                  <a:cubicBezTo>
                    <a:pt x="114380" y="234931"/>
                    <a:pt x="114380" y="234292"/>
                    <a:pt x="114380" y="233654"/>
                  </a:cubicBezTo>
                  <a:cubicBezTo>
                    <a:pt x="113741" y="232377"/>
                    <a:pt x="113741" y="231100"/>
                    <a:pt x="113102" y="229823"/>
                  </a:cubicBezTo>
                  <a:cubicBezTo>
                    <a:pt x="111824" y="226631"/>
                    <a:pt x="111185" y="223439"/>
                    <a:pt x="110546" y="219609"/>
                  </a:cubicBezTo>
                  <a:cubicBezTo>
                    <a:pt x="104156" y="182582"/>
                    <a:pt x="128438" y="141724"/>
                    <a:pt x="157193" y="118104"/>
                  </a:cubicBezTo>
                  <a:lnTo>
                    <a:pt x="134189" y="91930"/>
                  </a:lnTo>
                  <a:cubicBezTo>
                    <a:pt x="132272" y="90014"/>
                    <a:pt x="132272" y="86822"/>
                    <a:pt x="133550" y="84907"/>
                  </a:cubicBezTo>
                  <a:cubicBezTo>
                    <a:pt x="136106" y="79800"/>
                    <a:pt x="145052" y="71501"/>
                    <a:pt x="158471" y="74054"/>
                  </a:cubicBezTo>
                  <a:cubicBezTo>
                    <a:pt x="168056" y="75970"/>
                    <a:pt x="177641" y="79162"/>
                    <a:pt x="182113" y="81077"/>
                  </a:cubicBezTo>
                  <a:cubicBezTo>
                    <a:pt x="186587" y="79162"/>
                    <a:pt x="196172" y="75970"/>
                    <a:pt x="205756" y="74054"/>
                  </a:cubicBezTo>
                  <a:cubicBezTo>
                    <a:pt x="219175" y="71501"/>
                    <a:pt x="228121" y="80438"/>
                    <a:pt x="230677" y="84907"/>
                  </a:cubicBezTo>
                  <a:cubicBezTo>
                    <a:pt x="231955" y="87461"/>
                    <a:pt x="231316" y="90014"/>
                    <a:pt x="230038" y="91930"/>
                  </a:cubicBezTo>
                  <a:lnTo>
                    <a:pt x="207034" y="118104"/>
                  </a:lnTo>
                  <a:cubicBezTo>
                    <a:pt x="235789" y="141724"/>
                    <a:pt x="260071" y="182582"/>
                    <a:pt x="253681" y="219609"/>
                  </a:cubicBezTo>
                  <a:cubicBezTo>
                    <a:pt x="253042" y="223439"/>
                    <a:pt x="251764" y="226631"/>
                    <a:pt x="251125" y="229823"/>
                  </a:cubicBezTo>
                  <a:cubicBezTo>
                    <a:pt x="250486" y="231100"/>
                    <a:pt x="250486" y="232377"/>
                    <a:pt x="249847" y="233654"/>
                  </a:cubicBezTo>
                  <a:cubicBezTo>
                    <a:pt x="249847" y="234292"/>
                    <a:pt x="249208" y="235569"/>
                    <a:pt x="249208" y="236207"/>
                  </a:cubicBezTo>
                  <a:cubicBezTo>
                    <a:pt x="248569" y="237484"/>
                    <a:pt x="247930" y="239399"/>
                    <a:pt x="247930" y="240676"/>
                  </a:cubicBezTo>
                  <a:lnTo>
                    <a:pt x="263266" y="280895"/>
                  </a:lnTo>
                  <a:cubicBezTo>
                    <a:pt x="261349" y="282811"/>
                    <a:pt x="261349" y="284726"/>
                    <a:pt x="260071" y="286641"/>
                  </a:cubicBezTo>
                  <a:close/>
                </a:path>
              </a:pathLst>
            </a:custGeom>
            <a:solidFill>
              <a:srgbClr val="007680"/>
            </a:solidFill>
            <a:ln w="6390" cap="flat">
              <a:noFill/>
              <a:prstDash val="solid"/>
              <a:miter/>
            </a:ln>
          </p:spPr>
          <p:txBody>
            <a:bodyPr rtlCol="0" anchor="ctr"/>
            <a:lstStyle/>
            <a:p>
              <a:endParaRPr lang="en-US"/>
            </a:p>
          </p:txBody>
        </p:sp>
      </p:grpSp>
      <p:grpSp>
        <p:nvGrpSpPr>
          <p:cNvPr id="715" name="Graphic 4">
            <a:extLst>
              <a:ext uri="{FF2B5EF4-FFF2-40B4-BE49-F238E27FC236}">
                <a16:creationId xmlns:a16="http://schemas.microsoft.com/office/drawing/2014/main" id="{13207A2C-C9FC-484E-B2EE-4D017692B9AA}"/>
              </a:ext>
            </a:extLst>
          </p:cNvPr>
          <p:cNvGrpSpPr/>
          <p:nvPr/>
        </p:nvGrpSpPr>
        <p:grpSpPr>
          <a:xfrm>
            <a:off x="5099808" y="3824168"/>
            <a:ext cx="361670" cy="361333"/>
            <a:chOff x="5099808" y="3824168"/>
            <a:chExt cx="361670" cy="361333"/>
          </a:xfrm>
          <a:solidFill>
            <a:srgbClr val="00ABAB"/>
          </a:solidFill>
        </p:grpSpPr>
        <p:sp>
          <p:nvSpPr>
            <p:cNvPr id="716" name="Graphic 4">
              <a:extLst>
                <a:ext uri="{FF2B5EF4-FFF2-40B4-BE49-F238E27FC236}">
                  <a16:creationId xmlns:a16="http://schemas.microsoft.com/office/drawing/2014/main" id="{03DE6709-A0D4-A943-B79C-98CD2AC47024}"/>
                </a:ext>
              </a:extLst>
            </p:cNvPr>
            <p:cNvSpPr/>
            <p:nvPr/>
          </p:nvSpPr>
          <p:spPr>
            <a:xfrm>
              <a:off x="5232080" y="4011218"/>
              <a:ext cx="2555" cy="24259"/>
            </a:xfrm>
            <a:custGeom>
              <a:avLst/>
              <a:gdLst>
                <a:gd name="connsiteX0" fmla="*/ 0 w 2555"/>
                <a:gd name="connsiteY0" fmla="*/ 0 h 24259"/>
                <a:gd name="connsiteX1" fmla="*/ 2556 w 2555"/>
                <a:gd name="connsiteY1" fmla="*/ 0 h 24259"/>
                <a:gd name="connsiteX2" fmla="*/ 2556 w 2555"/>
                <a:gd name="connsiteY2" fmla="*/ 24259 h 24259"/>
                <a:gd name="connsiteX3" fmla="*/ 0 w 2555"/>
                <a:gd name="connsiteY3" fmla="*/ 24259 h 24259"/>
              </a:gdLst>
              <a:ahLst/>
              <a:cxnLst>
                <a:cxn ang="0">
                  <a:pos x="connsiteX0" y="connsiteY0"/>
                </a:cxn>
                <a:cxn ang="0">
                  <a:pos x="connsiteX1" y="connsiteY1"/>
                </a:cxn>
                <a:cxn ang="0">
                  <a:pos x="connsiteX2" y="connsiteY2"/>
                </a:cxn>
                <a:cxn ang="0">
                  <a:pos x="connsiteX3" y="connsiteY3"/>
                </a:cxn>
              </a:cxnLst>
              <a:rect l="l" t="t" r="r" b="b"/>
              <a:pathLst>
                <a:path w="2555" h="24259">
                  <a:moveTo>
                    <a:pt x="0" y="0"/>
                  </a:moveTo>
                  <a:lnTo>
                    <a:pt x="2556" y="0"/>
                  </a:lnTo>
                  <a:lnTo>
                    <a:pt x="2556" y="24259"/>
                  </a:lnTo>
                  <a:lnTo>
                    <a:pt x="0" y="24259"/>
                  </a:lnTo>
                  <a:close/>
                </a:path>
              </a:pathLst>
            </a:custGeom>
            <a:solidFill>
              <a:srgbClr val="00ABAB"/>
            </a:solidFill>
            <a:ln w="6390" cap="flat">
              <a:noFill/>
              <a:prstDash val="solid"/>
              <a:miter/>
            </a:ln>
          </p:spPr>
          <p:txBody>
            <a:bodyPr rtlCol="0" anchor="ctr"/>
            <a:lstStyle/>
            <a:p>
              <a:endParaRPr lang="en-US"/>
            </a:p>
          </p:txBody>
        </p:sp>
        <p:sp>
          <p:nvSpPr>
            <p:cNvPr id="717" name="Graphic 4">
              <a:extLst>
                <a:ext uri="{FF2B5EF4-FFF2-40B4-BE49-F238E27FC236}">
                  <a16:creationId xmlns:a16="http://schemas.microsoft.com/office/drawing/2014/main" id="{64EAE7AB-4D98-9B4C-A1FB-2648242BC0B2}"/>
                </a:ext>
              </a:extLst>
            </p:cNvPr>
            <p:cNvSpPr/>
            <p:nvPr/>
          </p:nvSpPr>
          <p:spPr>
            <a:xfrm>
              <a:off x="5294701" y="4006749"/>
              <a:ext cx="2555" cy="28727"/>
            </a:xfrm>
            <a:custGeom>
              <a:avLst/>
              <a:gdLst>
                <a:gd name="connsiteX0" fmla="*/ 0 w 2555"/>
                <a:gd name="connsiteY0" fmla="*/ 0 h 28727"/>
                <a:gd name="connsiteX1" fmla="*/ 2556 w 2555"/>
                <a:gd name="connsiteY1" fmla="*/ 0 h 28727"/>
                <a:gd name="connsiteX2" fmla="*/ 2556 w 2555"/>
                <a:gd name="connsiteY2" fmla="*/ 28728 h 28727"/>
                <a:gd name="connsiteX3" fmla="*/ 0 w 2555"/>
                <a:gd name="connsiteY3" fmla="*/ 28728 h 28727"/>
              </a:gdLst>
              <a:ahLst/>
              <a:cxnLst>
                <a:cxn ang="0">
                  <a:pos x="connsiteX0" y="connsiteY0"/>
                </a:cxn>
                <a:cxn ang="0">
                  <a:pos x="connsiteX1" y="connsiteY1"/>
                </a:cxn>
                <a:cxn ang="0">
                  <a:pos x="connsiteX2" y="connsiteY2"/>
                </a:cxn>
                <a:cxn ang="0">
                  <a:pos x="connsiteX3" y="connsiteY3"/>
                </a:cxn>
              </a:cxnLst>
              <a:rect l="l" t="t" r="r" b="b"/>
              <a:pathLst>
                <a:path w="2555" h="28727">
                  <a:moveTo>
                    <a:pt x="0" y="0"/>
                  </a:moveTo>
                  <a:lnTo>
                    <a:pt x="2556" y="0"/>
                  </a:lnTo>
                  <a:lnTo>
                    <a:pt x="2556" y="28728"/>
                  </a:lnTo>
                  <a:lnTo>
                    <a:pt x="0" y="28728"/>
                  </a:lnTo>
                  <a:close/>
                </a:path>
              </a:pathLst>
            </a:custGeom>
            <a:solidFill>
              <a:srgbClr val="00ABAB"/>
            </a:solidFill>
            <a:ln w="6390" cap="flat">
              <a:noFill/>
              <a:prstDash val="solid"/>
              <a:miter/>
            </a:ln>
          </p:spPr>
          <p:txBody>
            <a:bodyPr rtlCol="0" anchor="ctr"/>
            <a:lstStyle/>
            <a:p>
              <a:endParaRPr lang="en-US"/>
            </a:p>
          </p:txBody>
        </p:sp>
        <p:sp>
          <p:nvSpPr>
            <p:cNvPr id="718" name="Graphic 4">
              <a:extLst>
                <a:ext uri="{FF2B5EF4-FFF2-40B4-BE49-F238E27FC236}">
                  <a16:creationId xmlns:a16="http://schemas.microsoft.com/office/drawing/2014/main" id="{F52469E7-BAEA-8E46-B0D5-BA4FD77BFFF0}"/>
                </a:ext>
              </a:extLst>
            </p:cNvPr>
            <p:cNvSpPr/>
            <p:nvPr/>
          </p:nvSpPr>
          <p:spPr>
            <a:xfrm>
              <a:off x="5325373" y="4089741"/>
              <a:ext cx="6389" cy="6383"/>
            </a:xfrm>
            <a:custGeom>
              <a:avLst/>
              <a:gdLst>
                <a:gd name="connsiteX0" fmla="*/ 0 w 6389"/>
                <a:gd name="connsiteY0" fmla="*/ 0 h 6383"/>
                <a:gd name="connsiteX1" fmla="*/ 0 w 6389"/>
                <a:gd name="connsiteY1" fmla="*/ 6384 h 6383"/>
                <a:gd name="connsiteX2" fmla="*/ 0 w 6389"/>
                <a:gd name="connsiteY2" fmla="*/ 0 h 6383"/>
              </a:gdLst>
              <a:ahLst/>
              <a:cxnLst>
                <a:cxn ang="0">
                  <a:pos x="connsiteX0" y="connsiteY0"/>
                </a:cxn>
                <a:cxn ang="0">
                  <a:pos x="connsiteX1" y="connsiteY1"/>
                </a:cxn>
                <a:cxn ang="0">
                  <a:pos x="connsiteX2" y="connsiteY2"/>
                </a:cxn>
              </a:cxnLst>
              <a:rect l="l" t="t" r="r" b="b"/>
              <a:pathLst>
                <a:path w="6389" h="6383">
                  <a:moveTo>
                    <a:pt x="0" y="0"/>
                  </a:moveTo>
                  <a:lnTo>
                    <a:pt x="0" y="6384"/>
                  </a:lnTo>
                  <a:lnTo>
                    <a:pt x="0" y="0"/>
                  </a:lnTo>
                  <a:close/>
                </a:path>
              </a:pathLst>
            </a:custGeom>
            <a:solidFill>
              <a:srgbClr val="00ABAB"/>
            </a:solidFill>
            <a:ln w="6390" cap="flat">
              <a:noFill/>
              <a:prstDash val="solid"/>
              <a:miter/>
            </a:ln>
          </p:spPr>
          <p:txBody>
            <a:bodyPr rtlCol="0" anchor="ctr"/>
            <a:lstStyle/>
            <a:p>
              <a:endParaRPr lang="en-US"/>
            </a:p>
          </p:txBody>
        </p:sp>
        <p:sp>
          <p:nvSpPr>
            <p:cNvPr id="719" name="Graphic 4">
              <a:extLst>
                <a:ext uri="{FF2B5EF4-FFF2-40B4-BE49-F238E27FC236}">
                  <a16:creationId xmlns:a16="http://schemas.microsoft.com/office/drawing/2014/main" id="{7914ACCE-5CE7-6D44-BC18-63475BE4B737}"/>
                </a:ext>
              </a:extLst>
            </p:cNvPr>
            <p:cNvSpPr/>
            <p:nvPr/>
          </p:nvSpPr>
          <p:spPr>
            <a:xfrm>
              <a:off x="5326012" y="3992705"/>
              <a:ext cx="2555" cy="42772"/>
            </a:xfrm>
            <a:custGeom>
              <a:avLst/>
              <a:gdLst>
                <a:gd name="connsiteX0" fmla="*/ 0 w 2555"/>
                <a:gd name="connsiteY0" fmla="*/ 0 h 42772"/>
                <a:gd name="connsiteX1" fmla="*/ 2556 w 2555"/>
                <a:gd name="connsiteY1" fmla="*/ 0 h 42772"/>
                <a:gd name="connsiteX2" fmla="*/ 2556 w 2555"/>
                <a:gd name="connsiteY2" fmla="*/ 42773 h 42772"/>
                <a:gd name="connsiteX3" fmla="*/ 0 w 2555"/>
                <a:gd name="connsiteY3" fmla="*/ 42773 h 42772"/>
              </a:gdLst>
              <a:ahLst/>
              <a:cxnLst>
                <a:cxn ang="0">
                  <a:pos x="connsiteX0" y="connsiteY0"/>
                </a:cxn>
                <a:cxn ang="0">
                  <a:pos x="connsiteX1" y="connsiteY1"/>
                </a:cxn>
                <a:cxn ang="0">
                  <a:pos x="connsiteX2" y="connsiteY2"/>
                </a:cxn>
                <a:cxn ang="0">
                  <a:pos x="connsiteX3" y="connsiteY3"/>
                </a:cxn>
              </a:cxnLst>
              <a:rect l="l" t="t" r="r" b="b"/>
              <a:pathLst>
                <a:path w="2555" h="42772">
                  <a:moveTo>
                    <a:pt x="0" y="0"/>
                  </a:moveTo>
                  <a:lnTo>
                    <a:pt x="2556" y="0"/>
                  </a:lnTo>
                  <a:lnTo>
                    <a:pt x="2556" y="42773"/>
                  </a:lnTo>
                  <a:lnTo>
                    <a:pt x="0" y="42773"/>
                  </a:lnTo>
                  <a:close/>
                </a:path>
              </a:pathLst>
            </a:custGeom>
            <a:solidFill>
              <a:srgbClr val="00ABAB"/>
            </a:solidFill>
            <a:ln w="6390" cap="flat">
              <a:noFill/>
              <a:prstDash val="solid"/>
              <a:miter/>
            </a:ln>
          </p:spPr>
          <p:txBody>
            <a:bodyPr rtlCol="0" anchor="ctr"/>
            <a:lstStyle/>
            <a:p>
              <a:endParaRPr lang="en-US"/>
            </a:p>
          </p:txBody>
        </p:sp>
        <p:sp>
          <p:nvSpPr>
            <p:cNvPr id="720" name="Graphic 4">
              <a:extLst>
                <a:ext uri="{FF2B5EF4-FFF2-40B4-BE49-F238E27FC236}">
                  <a16:creationId xmlns:a16="http://schemas.microsoft.com/office/drawing/2014/main" id="{23F0A3A1-C694-F749-B57D-935E2B5CF434}"/>
                </a:ext>
              </a:extLst>
            </p:cNvPr>
            <p:cNvSpPr/>
            <p:nvPr/>
          </p:nvSpPr>
          <p:spPr>
            <a:xfrm>
              <a:off x="5264030" y="4063567"/>
              <a:ext cx="32588" cy="12129"/>
            </a:xfrm>
            <a:custGeom>
              <a:avLst/>
              <a:gdLst>
                <a:gd name="connsiteX0" fmla="*/ 0 w 32588"/>
                <a:gd name="connsiteY0" fmla="*/ 12129 h 12129"/>
                <a:gd name="connsiteX1" fmla="*/ 32589 w 32588"/>
                <a:gd name="connsiteY1" fmla="*/ 12129 h 12129"/>
                <a:gd name="connsiteX2" fmla="*/ 31311 w 32588"/>
                <a:gd name="connsiteY2" fmla="*/ 0 h 12129"/>
                <a:gd name="connsiteX3" fmla="*/ 1278 w 32588"/>
                <a:gd name="connsiteY3" fmla="*/ 0 h 12129"/>
              </a:gdLst>
              <a:ahLst/>
              <a:cxnLst>
                <a:cxn ang="0">
                  <a:pos x="connsiteX0" y="connsiteY0"/>
                </a:cxn>
                <a:cxn ang="0">
                  <a:pos x="connsiteX1" y="connsiteY1"/>
                </a:cxn>
                <a:cxn ang="0">
                  <a:pos x="connsiteX2" y="connsiteY2"/>
                </a:cxn>
                <a:cxn ang="0">
                  <a:pos x="connsiteX3" y="connsiteY3"/>
                </a:cxn>
              </a:cxnLst>
              <a:rect l="l" t="t" r="r" b="b"/>
              <a:pathLst>
                <a:path w="32588" h="12129">
                  <a:moveTo>
                    <a:pt x="0" y="12129"/>
                  </a:moveTo>
                  <a:lnTo>
                    <a:pt x="32589" y="12129"/>
                  </a:lnTo>
                  <a:lnTo>
                    <a:pt x="31311" y="0"/>
                  </a:lnTo>
                  <a:lnTo>
                    <a:pt x="1278" y="0"/>
                  </a:lnTo>
                  <a:close/>
                </a:path>
              </a:pathLst>
            </a:custGeom>
            <a:solidFill>
              <a:srgbClr val="00ABAB"/>
            </a:solidFill>
            <a:ln w="6390" cap="flat">
              <a:noFill/>
              <a:prstDash val="solid"/>
              <a:miter/>
            </a:ln>
          </p:spPr>
          <p:txBody>
            <a:bodyPr rtlCol="0" anchor="ctr"/>
            <a:lstStyle/>
            <a:p>
              <a:endParaRPr lang="en-US"/>
            </a:p>
          </p:txBody>
        </p:sp>
        <p:sp>
          <p:nvSpPr>
            <p:cNvPr id="721" name="Graphic 4">
              <a:extLst>
                <a:ext uri="{FF2B5EF4-FFF2-40B4-BE49-F238E27FC236}">
                  <a16:creationId xmlns:a16="http://schemas.microsoft.com/office/drawing/2014/main" id="{B5D9624E-695A-DB4C-9570-1A6219AB810B}"/>
                </a:ext>
              </a:extLst>
            </p:cNvPr>
            <p:cNvSpPr/>
            <p:nvPr/>
          </p:nvSpPr>
          <p:spPr>
            <a:xfrm>
              <a:off x="5200769" y="4027817"/>
              <a:ext cx="2555" cy="7660"/>
            </a:xfrm>
            <a:custGeom>
              <a:avLst/>
              <a:gdLst>
                <a:gd name="connsiteX0" fmla="*/ 0 w 2555"/>
                <a:gd name="connsiteY0" fmla="*/ 0 h 7660"/>
                <a:gd name="connsiteX1" fmla="*/ 2556 w 2555"/>
                <a:gd name="connsiteY1" fmla="*/ 0 h 7660"/>
                <a:gd name="connsiteX2" fmla="*/ 2556 w 2555"/>
                <a:gd name="connsiteY2" fmla="*/ 7661 h 7660"/>
                <a:gd name="connsiteX3" fmla="*/ 0 w 2555"/>
                <a:gd name="connsiteY3" fmla="*/ 7661 h 7660"/>
              </a:gdLst>
              <a:ahLst/>
              <a:cxnLst>
                <a:cxn ang="0">
                  <a:pos x="connsiteX0" y="connsiteY0"/>
                </a:cxn>
                <a:cxn ang="0">
                  <a:pos x="connsiteX1" y="connsiteY1"/>
                </a:cxn>
                <a:cxn ang="0">
                  <a:pos x="connsiteX2" y="connsiteY2"/>
                </a:cxn>
                <a:cxn ang="0">
                  <a:pos x="connsiteX3" y="connsiteY3"/>
                </a:cxn>
              </a:cxnLst>
              <a:rect l="l" t="t" r="r" b="b"/>
              <a:pathLst>
                <a:path w="2555" h="7660">
                  <a:moveTo>
                    <a:pt x="0" y="0"/>
                  </a:moveTo>
                  <a:lnTo>
                    <a:pt x="2556" y="0"/>
                  </a:lnTo>
                  <a:lnTo>
                    <a:pt x="2556" y="7661"/>
                  </a:lnTo>
                  <a:lnTo>
                    <a:pt x="0" y="7661"/>
                  </a:lnTo>
                  <a:close/>
                </a:path>
              </a:pathLst>
            </a:custGeom>
            <a:solidFill>
              <a:srgbClr val="00ABAB"/>
            </a:solidFill>
            <a:ln w="6390" cap="flat">
              <a:noFill/>
              <a:prstDash val="solid"/>
              <a:miter/>
            </a:ln>
          </p:spPr>
          <p:txBody>
            <a:bodyPr rtlCol="0" anchor="ctr"/>
            <a:lstStyle/>
            <a:p>
              <a:endParaRPr lang="en-US"/>
            </a:p>
          </p:txBody>
        </p:sp>
        <p:sp>
          <p:nvSpPr>
            <p:cNvPr id="722" name="Graphic 4">
              <a:extLst>
                <a:ext uri="{FF2B5EF4-FFF2-40B4-BE49-F238E27FC236}">
                  <a16:creationId xmlns:a16="http://schemas.microsoft.com/office/drawing/2014/main" id="{FA9CDD07-7059-CD4F-AA38-BE8B033EBB28}"/>
                </a:ext>
              </a:extLst>
            </p:cNvPr>
            <p:cNvSpPr/>
            <p:nvPr/>
          </p:nvSpPr>
          <p:spPr>
            <a:xfrm>
              <a:off x="5263391" y="3994620"/>
              <a:ext cx="2555" cy="41495"/>
            </a:xfrm>
            <a:custGeom>
              <a:avLst/>
              <a:gdLst>
                <a:gd name="connsiteX0" fmla="*/ 0 w 2555"/>
                <a:gd name="connsiteY0" fmla="*/ 0 h 41495"/>
                <a:gd name="connsiteX1" fmla="*/ 2556 w 2555"/>
                <a:gd name="connsiteY1" fmla="*/ 0 h 41495"/>
                <a:gd name="connsiteX2" fmla="*/ 2556 w 2555"/>
                <a:gd name="connsiteY2" fmla="*/ 41496 h 41495"/>
                <a:gd name="connsiteX3" fmla="*/ 0 w 2555"/>
                <a:gd name="connsiteY3" fmla="*/ 41496 h 41495"/>
              </a:gdLst>
              <a:ahLst/>
              <a:cxnLst>
                <a:cxn ang="0">
                  <a:pos x="connsiteX0" y="connsiteY0"/>
                </a:cxn>
                <a:cxn ang="0">
                  <a:pos x="connsiteX1" y="connsiteY1"/>
                </a:cxn>
                <a:cxn ang="0">
                  <a:pos x="connsiteX2" y="connsiteY2"/>
                </a:cxn>
                <a:cxn ang="0">
                  <a:pos x="connsiteX3" y="connsiteY3"/>
                </a:cxn>
              </a:cxnLst>
              <a:rect l="l" t="t" r="r" b="b"/>
              <a:pathLst>
                <a:path w="2555" h="41495">
                  <a:moveTo>
                    <a:pt x="0" y="0"/>
                  </a:moveTo>
                  <a:lnTo>
                    <a:pt x="2556" y="0"/>
                  </a:lnTo>
                  <a:lnTo>
                    <a:pt x="2556" y="41496"/>
                  </a:lnTo>
                  <a:lnTo>
                    <a:pt x="0" y="41496"/>
                  </a:lnTo>
                  <a:close/>
                </a:path>
              </a:pathLst>
            </a:custGeom>
            <a:solidFill>
              <a:srgbClr val="00ABAB"/>
            </a:solidFill>
            <a:ln w="6390" cap="flat">
              <a:noFill/>
              <a:prstDash val="solid"/>
              <a:miter/>
            </a:ln>
          </p:spPr>
          <p:txBody>
            <a:bodyPr rtlCol="0" anchor="ctr"/>
            <a:lstStyle/>
            <a:p>
              <a:endParaRPr lang="en-US"/>
            </a:p>
          </p:txBody>
        </p:sp>
        <p:sp>
          <p:nvSpPr>
            <p:cNvPr id="723" name="Graphic 4">
              <a:extLst>
                <a:ext uri="{FF2B5EF4-FFF2-40B4-BE49-F238E27FC236}">
                  <a16:creationId xmlns:a16="http://schemas.microsoft.com/office/drawing/2014/main" id="{6F03C0E7-980E-5C4A-86A8-378F6B74FAD2}"/>
                </a:ext>
              </a:extLst>
            </p:cNvPr>
            <p:cNvSpPr/>
            <p:nvPr/>
          </p:nvSpPr>
          <p:spPr>
            <a:xfrm>
              <a:off x="5357323" y="3972914"/>
              <a:ext cx="2555" cy="63201"/>
            </a:xfrm>
            <a:custGeom>
              <a:avLst/>
              <a:gdLst>
                <a:gd name="connsiteX0" fmla="*/ 0 w 2555"/>
                <a:gd name="connsiteY0" fmla="*/ 0 h 63201"/>
                <a:gd name="connsiteX1" fmla="*/ 2556 w 2555"/>
                <a:gd name="connsiteY1" fmla="*/ 0 h 63201"/>
                <a:gd name="connsiteX2" fmla="*/ 2556 w 2555"/>
                <a:gd name="connsiteY2" fmla="*/ 63202 h 63201"/>
                <a:gd name="connsiteX3" fmla="*/ 0 w 2555"/>
                <a:gd name="connsiteY3" fmla="*/ 63202 h 63201"/>
              </a:gdLst>
              <a:ahLst/>
              <a:cxnLst>
                <a:cxn ang="0">
                  <a:pos x="connsiteX0" y="connsiteY0"/>
                </a:cxn>
                <a:cxn ang="0">
                  <a:pos x="connsiteX1" y="connsiteY1"/>
                </a:cxn>
                <a:cxn ang="0">
                  <a:pos x="connsiteX2" y="connsiteY2"/>
                </a:cxn>
                <a:cxn ang="0">
                  <a:pos x="connsiteX3" y="connsiteY3"/>
                </a:cxn>
              </a:cxnLst>
              <a:rect l="l" t="t" r="r" b="b"/>
              <a:pathLst>
                <a:path w="2555" h="63201">
                  <a:moveTo>
                    <a:pt x="0" y="0"/>
                  </a:moveTo>
                  <a:lnTo>
                    <a:pt x="2556" y="0"/>
                  </a:lnTo>
                  <a:lnTo>
                    <a:pt x="2556" y="63202"/>
                  </a:lnTo>
                  <a:lnTo>
                    <a:pt x="0" y="63202"/>
                  </a:lnTo>
                  <a:close/>
                </a:path>
              </a:pathLst>
            </a:custGeom>
            <a:solidFill>
              <a:srgbClr val="00ABAB"/>
            </a:solidFill>
            <a:ln w="6390" cap="flat">
              <a:noFill/>
              <a:prstDash val="solid"/>
              <a:miter/>
            </a:ln>
          </p:spPr>
          <p:txBody>
            <a:bodyPr rtlCol="0" anchor="ctr"/>
            <a:lstStyle/>
            <a:p>
              <a:endParaRPr lang="en-US"/>
            </a:p>
          </p:txBody>
        </p:sp>
        <p:sp>
          <p:nvSpPr>
            <p:cNvPr id="724" name="Graphic 4">
              <a:extLst>
                <a:ext uri="{FF2B5EF4-FFF2-40B4-BE49-F238E27FC236}">
                  <a16:creationId xmlns:a16="http://schemas.microsoft.com/office/drawing/2014/main" id="{DC48DEBE-ADCB-7142-8FE0-348284F34742}"/>
                </a:ext>
              </a:extLst>
            </p:cNvPr>
            <p:cNvSpPr/>
            <p:nvPr/>
          </p:nvSpPr>
          <p:spPr>
            <a:xfrm>
              <a:off x="5180322" y="3919927"/>
              <a:ext cx="200643" cy="131509"/>
            </a:xfrm>
            <a:custGeom>
              <a:avLst/>
              <a:gdLst>
                <a:gd name="connsiteX0" fmla="*/ 184669 w 200643"/>
                <a:gd name="connsiteY0" fmla="*/ 0 h 131509"/>
                <a:gd name="connsiteX1" fmla="*/ 15336 w 200643"/>
                <a:gd name="connsiteY1" fmla="*/ 0 h 131509"/>
                <a:gd name="connsiteX2" fmla="*/ 0 w 200643"/>
                <a:gd name="connsiteY2" fmla="*/ 15960 h 131509"/>
                <a:gd name="connsiteX3" fmla="*/ 0 w 200643"/>
                <a:gd name="connsiteY3" fmla="*/ 115550 h 131509"/>
                <a:gd name="connsiteX4" fmla="*/ 15336 w 200643"/>
                <a:gd name="connsiteY4" fmla="*/ 131510 h 131509"/>
                <a:gd name="connsiteX5" fmla="*/ 79874 w 200643"/>
                <a:gd name="connsiteY5" fmla="*/ 131510 h 131509"/>
                <a:gd name="connsiteX6" fmla="*/ 120770 w 200643"/>
                <a:gd name="connsiteY6" fmla="*/ 131510 h 131509"/>
                <a:gd name="connsiteX7" fmla="*/ 185308 w 200643"/>
                <a:gd name="connsiteY7" fmla="*/ 131510 h 131509"/>
                <a:gd name="connsiteX8" fmla="*/ 200644 w 200643"/>
                <a:gd name="connsiteY8" fmla="*/ 115550 h 131509"/>
                <a:gd name="connsiteX9" fmla="*/ 200644 w 200643"/>
                <a:gd name="connsiteY9" fmla="*/ 15960 h 131509"/>
                <a:gd name="connsiteX10" fmla="*/ 184669 w 200643"/>
                <a:gd name="connsiteY10" fmla="*/ 0 h 131509"/>
                <a:gd name="connsiteX11" fmla="*/ 11502 w 200643"/>
                <a:gd name="connsiteY11" fmla="*/ 70224 h 131509"/>
                <a:gd name="connsiteX12" fmla="*/ 89459 w 200643"/>
                <a:gd name="connsiteY12" fmla="*/ 28728 h 131509"/>
                <a:gd name="connsiteX13" fmla="*/ 96488 w 200643"/>
                <a:gd name="connsiteY13" fmla="*/ 29366 h 131509"/>
                <a:gd name="connsiteX14" fmla="*/ 117575 w 200643"/>
                <a:gd name="connsiteY14" fmla="*/ 47241 h 131509"/>
                <a:gd name="connsiteX15" fmla="*/ 168055 w 200643"/>
                <a:gd name="connsiteY15" fmla="*/ 14683 h 131509"/>
                <a:gd name="connsiteX16" fmla="*/ 164221 w 200643"/>
                <a:gd name="connsiteY16" fmla="*/ 8299 h 131509"/>
                <a:gd name="connsiteX17" fmla="*/ 171250 w 200643"/>
                <a:gd name="connsiteY17" fmla="*/ 2553 h 131509"/>
                <a:gd name="connsiteX18" fmla="*/ 186586 w 200643"/>
                <a:gd name="connsiteY18" fmla="*/ 4468 h 131509"/>
                <a:gd name="connsiteX19" fmla="*/ 186586 w 200643"/>
                <a:gd name="connsiteY19" fmla="*/ 4468 h 131509"/>
                <a:gd name="connsiteX20" fmla="*/ 188503 w 200643"/>
                <a:gd name="connsiteY20" fmla="*/ 5107 h 131509"/>
                <a:gd name="connsiteX21" fmla="*/ 189142 w 200643"/>
                <a:gd name="connsiteY21" fmla="*/ 5107 h 131509"/>
                <a:gd name="connsiteX22" fmla="*/ 191059 w 200643"/>
                <a:gd name="connsiteY22" fmla="*/ 7022 h 131509"/>
                <a:gd name="connsiteX23" fmla="*/ 191059 w 200643"/>
                <a:gd name="connsiteY23" fmla="*/ 7022 h 131509"/>
                <a:gd name="connsiteX24" fmla="*/ 191059 w 200643"/>
                <a:gd name="connsiteY24" fmla="*/ 7022 h 131509"/>
                <a:gd name="connsiteX25" fmla="*/ 191059 w 200643"/>
                <a:gd name="connsiteY25" fmla="*/ 7660 h 131509"/>
                <a:gd name="connsiteX26" fmla="*/ 191698 w 200643"/>
                <a:gd name="connsiteY26" fmla="*/ 9576 h 131509"/>
                <a:gd name="connsiteX27" fmla="*/ 191698 w 200643"/>
                <a:gd name="connsiteY27" fmla="*/ 10214 h 131509"/>
                <a:gd name="connsiteX28" fmla="*/ 191698 w 200643"/>
                <a:gd name="connsiteY28" fmla="*/ 12129 h 131509"/>
                <a:gd name="connsiteX29" fmla="*/ 191698 w 200643"/>
                <a:gd name="connsiteY29" fmla="*/ 12768 h 131509"/>
                <a:gd name="connsiteX30" fmla="*/ 186586 w 200643"/>
                <a:gd name="connsiteY30" fmla="*/ 27451 h 131509"/>
                <a:gd name="connsiteX31" fmla="*/ 180835 w 200643"/>
                <a:gd name="connsiteY31" fmla="*/ 31920 h 131509"/>
                <a:gd name="connsiteX32" fmla="*/ 178918 w 200643"/>
                <a:gd name="connsiteY32" fmla="*/ 31281 h 131509"/>
                <a:gd name="connsiteX33" fmla="*/ 174445 w 200643"/>
                <a:gd name="connsiteY33" fmla="*/ 25536 h 131509"/>
                <a:gd name="connsiteX34" fmla="*/ 120770 w 200643"/>
                <a:gd name="connsiteY34" fmla="*/ 60648 h 131509"/>
                <a:gd name="connsiteX35" fmla="*/ 113102 w 200643"/>
                <a:gd name="connsiteY35" fmla="*/ 60009 h 131509"/>
                <a:gd name="connsiteX36" fmla="*/ 92015 w 200643"/>
                <a:gd name="connsiteY36" fmla="*/ 42134 h 131509"/>
                <a:gd name="connsiteX37" fmla="*/ 17892 w 200643"/>
                <a:gd name="connsiteY37" fmla="*/ 81715 h 131509"/>
                <a:gd name="connsiteX38" fmla="*/ 14697 w 200643"/>
                <a:gd name="connsiteY38" fmla="*/ 82353 h 131509"/>
                <a:gd name="connsiteX39" fmla="*/ 8946 w 200643"/>
                <a:gd name="connsiteY39" fmla="*/ 79161 h 131509"/>
                <a:gd name="connsiteX40" fmla="*/ 11502 w 200643"/>
                <a:gd name="connsiteY40" fmla="*/ 70224 h 131509"/>
                <a:gd name="connsiteX41" fmla="*/ 35783 w 200643"/>
                <a:gd name="connsiteY41" fmla="*/ 122572 h 131509"/>
                <a:gd name="connsiteX42" fmla="*/ 29394 w 200643"/>
                <a:gd name="connsiteY42" fmla="*/ 128956 h 131509"/>
                <a:gd name="connsiteX43" fmla="*/ 14058 w 200643"/>
                <a:gd name="connsiteY43" fmla="*/ 128956 h 131509"/>
                <a:gd name="connsiteX44" fmla="*/ 7668 w 200643"/>
                <a:gd name="connsiteY44" fmla="*/ 122572 h 131509"/>
                <a:gd name="connsiteX45" fmla="*/ 7668 w 200643"/>
                <a:gd name="connsiteY45" fmla="*/ 102144 h 131509"/>
                <a:gd name="connsiteX46" fmla="*/ 14058 w 200643"/>
                <a:gd name="connsiteY46" fmla="*/ 95760 h 131509"/>
                <a:gd name="connsiteX47" fmla="*/ 29394 w 200643"/>
                <a:gd name="connsiteY47" fmla="*/ 95760 h 131509"/>
                <a:gd name="connsiteX48" fmla="*/ 35783 w 200643"/>
                <a:gd name="connsiteY48" fmla="*/ 102144 h 131509"/>
                <a:gd name="connsiteX49" fmla="*/ 35783 w 200643"/>
                <a:gd name="connsiteY49" fmla="*/ 122572 h 131509"/>
                <a:gd name="connsiteX50" fmla="*/ 67094 w 200643"/>
                <a:gd name="connsiteY50" fmla="*/ 122572 h 131509"/>
                <a:gd name="connsiteX51" fmla="*/ 60704 w 200643"/>
                <a:gd name="connsiteY51" fmla="*/ 128956 h 131509"/>
                <a:gd name="connsiteX52" fmla="*/ 45368 w 200643"/>
                <a:gd name="connsiteY52" fmla="*/ 128956 h 131509"/>
                <a:gd name="connsiteX53" fmla="*/ 38978 w 200643"/>
                <a:gd name="connsiteY53" fmla="*/ 122572 h 131509"/>
                <a:gd name="connsiteX54" fmla="*/ 38978 w 200643"/>
                <a:gd name="connsiteY54" fmla="*/ 85545 h 131509"/>
                <a:gd name="connsiteX55" fmla="*/ 45368 w 200643"/>
                <a:gd name="connsiteY55" fmla="*/ 79161 h 131509"/>
                <a:gd name="connsiteX56" fmla="*/ 60704 w 200643"/>
                <a:gd name="connsiteY56" fmla="*/ 79161 h 131509"/>
                <a:gd name="connsiteX57" fmla="*/ 67094 w 200643"/>
                <a:gd name="connsiteY57" fmla="*/ 85545 h 131509"/>
                <a:gd name="connsiteX58" fmla="*/ 67094 w 200643"/>
                <a:gd name="connsiteY58" fmla="*/ 122572 h 131509"/>
                <a:gd name="connsiteX59" fmla="*/ 98405 w 200643"/>
                <a:gd name="connsiteY59" fmla="*/ 122572 h 131509"/>
                <a:gd name="connsiteX60" fmla="*/ 92015 w 200643"/>
                <a:gd name="connsiteY60" fmla="*/ 128956 h 131509"/>
                <a:gd name="connsiteX61" fmla="*/ 76679 w 200643"/>
                <a:gd name="connsiteY61" fmla="*/ 128956 h 131509"/>
                <a:gd name="connsiteX62" fmla="*/ 70289 w 200643"/>
                <a:gd name="connsiteY62" fmla="*/ 122572 h 131509"/>
                <a:gd name="connsiteX63" fmla="*/ 70289 w 200643"/>
                <a:gd name="connsiteY63" fmla="*/ 68308 h 131509"/>
                <a:gd name="connsiteX64" fmla="*/ 76679 w 200643"/>
                <a:gd name="connsiteY64" fmla="*/ 61924 h 131509"/>
                <a:gd name="connsiteX65" fmla="*/ 92015 w 200643"/>
                <a:gd name="connsiteY65" fmla="*/ 61924 h 131509"/>
                <a:gd name="connsiteX66" fmla="*/ 98405 w 200643"/>
                <a:gd name="connsiteY66" fmla="*/ 68308 h 131509"/>
                <a:gd name="connsiteX67" fmla="*/ 98405 w 200643"/>
                <a:gd name="connsiteY67" fmla="*/ 122572 h 131509"/>
                <a:gd name="connsiteX68" fmla="*/ 129716 w 200643"/>
                <a:gd name="connsiteY68" fmla="*/ 122572 h 131509"/>
                <a:gd name="connsiteX69" fmla="*/ 123326 w 200643"/>
                <a:gd name="connsiteY69" fmla="*/ 128956 h 131509"/>
                <a:gd name="connsiteX70" fmla="*/ 107990 w 200643"/>
                <a:gd name="connsiteY70" fmla="*/ 128956 h 131509"/>
                <a:gd name="connsiteX71" fmla="*/ 101600 w 200643"/>
                <a:gd name="connsiteY71" fmla="*/ 122572 h 131509"/>
                <a:gd name="connsiteX72" fmla="*/ 101600 w 200643"/>
                <a:gd name="connsiteY72" fmla="*/ 80438 h 131509"/>
                <a:gd name="connsiteX73" fmla="*/ 107990 w 200643"/>
                <a:gd name="connsiteY73" fmla="*/ 74054 h 131509"/>
                <a:gd name="connsiteX74" fmla="*/ 123326 w 200643"/>
                <a:gd name="connsiteY74" fmla="*/ 74054 h 131509"/>
                <a:gd name="connsiteX75" fmla="*/ 129716 w 200643"/>
                <a:gd name="connsiteY75" fmla="*/ 80438 h 131509"/>
                <a:gd name="connsiteX76" fmla="*/ 129716 w 200643"/>
                <a:gd name="connsiteY76" fmla="*/ 122572 h 131509"/>
                <a:gd name="connsiteX77" fmla="*/ 161027 w 200643"/>
                <a:gd name="connsiteY77" fmla="*/ 122572 h 131509"/>
                <a:gd name="connsiteX78" fmla="*/ 154637 w 200643"/>
                <a:gd name="connsiteY78" fmla="*/ 128956 h 131509"/>
                <a:gd name="connsiteX79" fmla="*/ 139301 w 200643"/>
                <a:gd name="connsiteY79" fmla="*/ 128956 h 131509"/>
                <a:gd name="connsiteX80" fmla="*/ 132911 w 200643"/>
                <a:gd name="connsiteY80" fmla="*/ 122572 h 131509"/>
                <a:gd name="connsiteX81" fmla="*/ 132911 w 200643"/>
                <a:gd name="connsiteY81" fmla="*/ 67032 h 131509"/>
                <a:gd name="connsiteX82" fmla="*/ 139301 w 200643"/>
                <a:gd name="connsiteY82" fmla="*/ 60648 h 131509"/>
                <a:gd name="connsiteX83" fmla="*/ 154637 w 200643"/>
                <a:gd name="connsiteY83" fmla="*/ 60648 h 131509"/>
                <a:gd name="connsiteX84" fmla="*/ 161027 w 200643"/>
                <a:gd name="connsiteY84" fmla="*/ 67032 h 131509"/>
                <a:gd name="connsiteX85" fmla="*/ 161027 w 200643"/>
                <a:gd name="connsiteY85" fmla="*/ 122572 h 131509"/>
                <a:gd name="connsiteX86" fmla="*/ 192337 w 200643"/>
                <a:gd name="connsiteY86" fmla="*/ 122572 h 131509"/>
                <a:gd name="connsiteX87" fmla="*/ 185947 w 200643"/>
                <a:gd name="connsiteY87" fmla="*/ 128956 h 131509"/>
                <a:gd name="connsiteX88" fmla="*/ 170611 w 200643"/>
                <a:gd name="connsiteY88" fmla="*/ 128956 h 131509"/>
                <a:gd name="connsiteX89" fmla="*/ 164221 w 200643"/>
                <a:gd name="connsiteY89" fmla="*/ 122572 h 131509"/>
                <a:gd name="connsiteX90" fmla="*/ 164221 w 200643"/>
                <a:gd name="connsiteY90" fmla="*/ 46603 h 131509"/>
                <a:gd name="connsiteX91" fmla="*/ 170611 w 200643"/>
                <a:gd name="connsiteY91" fmla="*/ 40219 h 131509"/>
                <a:gd name="connsiteX92" fmla="*/ 185947 w 200643"/>
                <a:gd name="connsiteY92" fmla="*/ 40219 h 131509"/>
                <a:gd name="connsiteX93" fmla="*/ 192337 w 200643"/>
                <a:gd name="connsiteY93" fmla="*/ 46603 h 131509"/>
                <a:gd name="connsiteX94" fmla="*/ 192337 w 200643"/>
                <a:gd name="connsiteY94" fmla="*/ 122572 h 131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200643" h="131509">
                  <a:moveTo>
                    <a:pt x="184669" y="0"/>
                  </a:moveTo>
                  <a:lnTo>
                    <a:pt x="15336" y="0"/>
                  </a:lnTo>
                  <a:cubicBezTo>
                    <a:pt x="6390" y="0"/>
                    <a:pt x="0" y="7022"/>
                    <a:pt x="0" y="15960"/>
                  </a:cubicBezTo>
                  <a:lnTo>
                    <a:pt x="0" y="115550"/>
                  </a:lnTo>
                  <a:cubicBezTo>
                    <a:pt x="0" y="124488"/>
                    <a:pt x="7029" y="131510"/>
                    <a:pt x="15336" y="131510"/>
                  </a:cubicBezTo>
                  <a:lnTo>
                    <a:pt x="79874" y="131510"/>
                  </a:lnTo>
                  <a:lnTo>
                    <a:pt x="120770" y="131510"/>
                  </a:lnTo>
                  <a:lnTo>
                    <a:pt x="185308" y="131510"/>
                  </a:lnTo>
                  <a:cubicBezTo>
                    <a:pt x="194254" y="131510"/>
                    <a:pt x="200644" y="124488"/>
                    <a:pt x="200644" y="115550"/>
                  </a:cubicBezTo>
                  <a:lnTo>
                    <a:pt x="200644" y="15960"/>
                  </a:lnTo>
                  <a:cubicBezTo>
                    <a:pt x="200644" y="7022"/>
                    <a:pt x="193615" y="0"/>
                    <a:pt x="184669" y="0"/>
                  </a:cubicBezTo>
                  <a:close/>
                  <a:moveTo>
                    <a:pt x="11502" y="70224"/>
                  </a:moveTo>
                  <a:lnTo>
                    <a:pt x="89459" y="28728"/>
                  </a:lnTo>
                  <a:cubicBezTo>
                    <a:pt x="92015" y="27451"/>
                    <a:pt x="94571" y="28089"/>
                    <a:pt x="96488" y="29366"/>
                  </a:cubicBezTo>
                  <a:lnTo>
                    <a:pt x="117575" y="47241"/>
                  </a:lnTo>
                  <a:lnTo>
                    <a:pt x="168055" y="14683"/>
                  </a:lnTo>
                  <a:cubicBezTo>
                    <a:pt x="165499" y="13406"/>
                    <a:pt x="164221" y="10852"/>
                    <a:pt x="164221" y="8299"/>
                  </a:cubicBezTo>
                  <a:cubicBezTo>
                    <a:pt x="164860" y="5107"/>
                    <a:pt x="168055" y="1915"/>
                    <a:pt x="171250" y="2553"/>
                  </a:cubicBezTo>
                  <a:lnTo>
                    <a:pt x="186586" y="4468"/>
                  </a:lnTo>
                  <a:cubicBezTo>
                    <a:pt x="186586" y="4468"/>
                    <a:pt x="186586" y="4468"/>
                    <a:pt x="186586" y="4468"/>
                  </a:cubicBezTo>
                  <a:cubicBezTo>
                    <a:pt x="187225" y="4468"/>
                    <a:pt x="187864" y="5107"/>
                    <a:pt x="188503" y="5107"/>
                  </a:cubicBezTo>
                  <a:cubicBezTo>
                    <a:pt x="188503" y="5107"/>
                    <a:pt x="189142" y="5107"/>
                    <a:pt x="189142" y="5107"/>
                  </a:cubicBezTo>
                  <a:cubicBezTo>
                    <a:pt x="189781" y="5745"/>
                    <a:pt x="190420" y="6384"/>
                    <a:pt x="191059" y="7022"/>
                  </a:cubicBezTo>
                  <a:cubicBezTo>
                    <a:pt x="191059" y="7022"/>
                    <a:pt x="191059" y="7022"/>
                    <a:pt x="191059" y="7022"/>
                  </a:cubicBezTo>
                  <a:cubicBezTo>
                    <a:pt x="191059" y="7022"/>
                    <a:pt x="191059" y="7022"/>
                    <a:pt x="191059" y="7022"/>
                  </a:cubicBezTo>
                  <a:cubicBezTo>
                    <a:pt x="191059" y="7022"/>
                    <a:pt x="191059" y="7022"/>
                    <a:pt x="191059" y="7660"/>
                  </a:cubicBezTo>
                  <a:cubicBezTo>
                    <a:pt x="191698" y="8299"/>
                    <a:pt x="191698" y="8937"/>
                    <a:pt x="191698" y="9576"/>
                  </a:cubicBezTo>
                  <a:cubicBezTo>
                    <a:pt x="191698" y="9576"/>
                    <a:pt x="191698" y="10214"/>
                    <a:pt x="191698" y="10214"/>
                  </a:cubicBezTo>
                  <a:cubicBezTo>
                    <a:pt x="191698" y="10852"/>
                    <a:pt x="191698" y="11491"/>
                    <a:pt x="191698" y="12129"/>
                  </a:cubicBezTo>
                  <a:cubicBezTo>
                    <a:pt x="191698" y="12129"/>
                    <a:pt x="191698" y="12129"/>
                    <a:pt x="191698" y="12768"/>
                  </a:cubicBezTo>
                  <a:lnTo>
                    <a:pt x="186586" y="27451"/>
                  </a:lnTo>
                  <a:cubicBezTo>
                    <a:pt x="185947" y="30004"/>
                    <a:pt x="183391" y="31920"/>
                    <a:pt x="180835" y="31920"/>
                  </a:cubicBezTo>
                  <a:cubicBezTo>
                    <a:pt x="180196" y="31920"/>
                    <a:pt x="179557" y="31920"/>
                    <a:pt x="178918" y="31281"/>
                  </a:cubicBezTo>
                  <a:cubicBezTo>
                    <a:pt x="176362" y="30643"/>
                    <a:pt x="175084" y="28089"/>
                    <a:pt x="174445" y="25536"/>
                  </a:cubicBezTo>
                  <a:lnTo>
                    <a:pt x="120770" y="60648"/>
                  </a:lnTo>
                  <a:cubicBezTo>
                    <a:pt x="118214" y="61924"/>
                    <a:pt x="115019" y="61924"/>
                    <a:pt x="113102" y="60009"/>
                  </a:cubicBezTo>
                  <a:lnTo>
                    <a:pt x="92015" y="42134"/>
                  </a:lnTo>
                  <a:lnTo>
                    <a:pt x="17892" y="81715"/>
                  </a:lnTo>
                  <a:cubicBezTo>
                    <a:pt x="17253" y="82353"/>
                    <a:pt x="15975" y="82353"/>
                    <a:pt x="14697" y="82353"/>
                  </a:cubicBezTo>
                  <a:cubicBezTo>
                    <a:pt x="12141" y="82353"/>
                    <a:pt x="10224" y="81076"/>
                    <a:pt x="8946" y="79161"/>
                  </a:cubicBezTo>
                  <a:cubicBezTo>
                    <a:pt x="7029" y="75969"/>
                    <a:pt x="8307" y="72139"/>
                    <a:pt x="11502" y="70224"/>
                  </a:cubicBezTo>
                  <a:close/>
                  <a:moveTo>
                    <a:pt x="35783" y="122572"/>
                  </a:moveTo>
                  <a:cubicBezTo>
                    <a:pt x="35783" y="126403"/>
                    <a:pt x="33228" y="128956"/>
                    <a:pt x="29394" y="128956"/>
                  </a:cubicBezTo>
                  <a:lnTo>
                    <a:pt x="14058" y="128956"/>
                  </a:lnTo>
                  <a:cubicBezTo>
                    <a:pt x="10224" y="128956"/>
                    <a:pt x="7668" y="126403"/>
                    <a:pt x="7668" y="122572"/>
                  </a:cubicBezTo>
                  <a:lnTo>
                    <a:pt x="7668" y="102144"/>
                  </a:lnTo>
                  <a:cubicBezTo>
                    <a:pt x="7668" y="98313"/>
                    <a:pt x="10224" y="95760"/>
                    <a:pt x="14058" y="95760"/>
                  </a:cubicBezTo>
                  <a:lnTo>
                    <a:pt x="29394" y="95760"/>
                  </a:lnTo>
                  <a:cubicBezTo>
                    <a:pt x="33228" y="95760"/>
                    <a:pt x="35783" y="98313"/>
                    <a:pt x="35783" y="102144"/>
                  </a:cubicBezTo>
                  <a:lnTo>
                    <a:pt x="35783" y="122572"/>
                  </a:lnTo>
                  <a:close/>
                  <a:moveTo>
                    <a:pt x="67094" y="122572"/>
                  </a:moveTo>
                  <a:cubicBezTo>
                    <a:pt x="67094" y="126403"/>
                    <a:pt x="64538" y="128956"/>
                    <a:pt x="60704" y="128956"/>
                  </a:cubicBezTo>
                  <a:lnTo>
                    <a:pt x="45368" y="128956"/>
                  </a:lnTo>
                  <a:cubicBezTo>
                    <a:pt x="41535" y="128956"/>
                    <a:pt x="38978" y="126403"/>
                    <a:pt x="38978" y="122572"/>
                  </a:cubicBezTo>
                  <a:lnTo>
                    <a:pt x="38978" y="85545"/>
                  </a:lnTo>
                  <a:cubicBezTo>
                    <a:pt x="38978" y="81715"/>
                    <a:pt x="41535" y="79161"/>
                    <a:pt x="45368" y="79161"/>
                  </a:cubicBezTo>
                  <a:lnTo>
                    <a:pt x="60704" y="79161"/>
                  </a:lnTo>
                  <a:cubicBezTo>
                    <a:pt x="64538" y="79161"/>
                    <a:pt x="67094" y="81715"/>
                    <a:pt x="67094" y="85545"/>
                  </a:cubicBezTo>
                  <a:lnTo>
                    <a:pt x="67094" y="122572"/>
                  </a:lnTo>
                  <a:close/>
                  <a:moveTo>
                    <a:pt x="98405" y="122572"/>
                  </a:moveTo>
                  <a:cubicBezTo>
                    <a:pt x="98405" y="126403"/>
                    <a:pt x="95849" y="128956"/>
                    <a:pt x="92015" y="128956"/>
                  </a:cubicBezTo>
                  <a:lnTo>
                    <a:pt x="76679" y="128956"/>
                  </a:lnTo>
                  <a:cubicBezTo>
                    <a:pt x="72845" y="128956"/>
                    <a:pt x="70289" y="126403"/>
                    <a:pt x="70289" y="122572"/>
                  </a:cubicBezTo>
                  <a:lnTo>
                    <a:pt x="70289" y="68308"/>
                  </a:lnTo>
                  <a:cubicBezTo>
                    <a:pt x="70289" y="64478"/>
                    <a:pt x="72845" y="61924"/>
                    <a:pt x="76679" y="61924"/>
                  </a:cubicBezTo>
                  <a:lnTo>
                    <a:pt x="92015" y="61924"/>
                  </a:lnTo>
                  <a:cubicBezTo>
                    <a:pt x="95849" y="61924"/>
                    <a:pt x="98405" y="64478"/>
                    <a:pt x="98405" y="68308"/>
                  </a:cubicBezTo>
                  <a:lnTo>
                    <a:pt x="98405" y="122572"/>
                  </a:lnTo>
                  <a:close/>
                  <a:moveTo>
                    <a:pt x="129716" y="122572"/>
                  </a:moveTo>
                  <a:cubicBezTo>
                    <a:pt x="129716" y="126403"/>
                    <a:pt x="127160" y="128956"/>
                    <a:pt x="123326" y="128956"/>
                  </a:cubicBezTo>
                  <a:lnTo>
                    <a:pt x="107990" y="128956"/>
                  </a:lnTo>
                  <a:cubicBezTo>
                    <a:pt x="104156" y="128956"/>
                    <a:pt x="101600" y="126403"/>
                    <a:pt x="101600" y="122572"/>
                  </a:cubicBezTo>
                  <a:lnTo>
                    <a:pt x="101600" y="80438"/>
                  </a:lnTo>
                  <a:cubicBezTo>
                    <a:pt x="101600" y="76608"/>
                    <a:pt x="104156" y="74054"/>
                    <a:pt x="107990" y="74054"/>
                  </a:cubicBezTo>
                  <a:lnTo>
                    <a:pt x="123326" y="74054"/>
                  </a:lnTo>
                  <a:cubicBezTo>
                    <a:pt x="127160" y="74054"/>
                    <a:pt x="129716" y="76608"/>
                    <a:pt x="129716" y="80438"/>
                  </a:cubicBezTo>
                  <a:lnTo>
                    <a:pt x="129716" y="122572"/>
                  </a:lnTo>
                  <a:close/>
                  <a:moveTo>
                    <a:pt x="161027" y="122572"/>
                  </a:moveTo>
                  <a:cubicBezTo>
                    <a:pt x="161027" y="126403"/>
                    <a:pt x="158470" y="128956"/>
                    <a:pt x="154637" y="128956"/>
                  </a:cubicBezTo>
                  <a:lnTo>
                    <a:pt x="139301" y="128956"/>
                  </a:lnTo>
                  <a:cubicBezTo>
                    <a:pt x="135467" y="128956"/>
                    <a:pt x="132911" y="126403"/>
                    <a:pt x="132911" y="122572"/>
                  </a:cubicBezTo>
                  <a:lnTo>
                    <a:pt x="132911" y="67032"/>
                  </a:lnTo>
                  <a:cubicBezTo>
                    <a:pt x="132911" y="63201"/>
                    <a:pt x="135467" y="60648"/>
                    <a:pt x="139301" y="60648"/>
                  </a:cubicBezTo>
                  <a:lnTo>
                    <a:pt x="154637" y="60648"/>
                  </a:lnTo>
                  <a:cubicBezTo>
                    <a:pt x="158470" y="60648"/>
                    <a:pt x="161027" y="63201"/>
                    <a:pt x="161027" y="67032"/>
                  </a:cubicBezTo>
                  <a:lnTo>
                    <a:pt x="161027" y="122572"/>
                  </a:lnTo>
                  <a:close/>
                  <a:moveTo>
                    <a:pt x="192337" y="122572"/>
                  </a:moveTo>
                  <a:cubicBezTo>
                    <a:pt x="192337" y="126403"/>
                    <a:pt x="189781" y="128956"/>
                    <a:pt x="185947" y="128956"/>
                  </a:cubicBezTo>
                  <a:lnTo>
                    <a:pt x="170611" y="128956"/>
                  </a:lnTo>
                  <a:cubicBezTo>
                    <a:pt x="166777" y="128956"/>
                    <a:pt x="164221" y="126403"/>
                    <a:pt x="164221" y="122572"/>
                  </a:cubicBezTo>
                  <a:lnTo>
                    <a:pt x="164221" y="46603"/>
                  </a:lnTo>
                  <a:cubicBezTo>
                    <a:pt x="164221" y="42772"/>
                    <a:pt x="166777" y="40219"/>
                    <a:pt x="170611" y="40219"/>
                  </a:cubicBezTo>
                  <a:lnTo>
                    <a:pt x="185947" y="40219"/>
                  </a:lnTo>
                  <a:cubicBezTo>
                    <a:pt x="189781" y="40219"/>
                    <a:pt x="192337" y="42772"/>
                    <a:pt x="192337" y="46603"/>
                  </a:cubicBezTo>
                  <a:lnTo>
                    <a:pt x="192337" y="122572"/>
                  </a:lnTo>
                  <a:close/>
                </a:path>
              </a:pathLst>
            </a:custGeom>
            <a:solidFill>
              <a:srgbClr val="00ABAB"/>
            </a:solidFill>
            <a:ln w="6390" cap="flat">
              <a:noFill/>
              <a:prstDash val="solid"/>
              <a:miter/>
            </a:ln>
          </p:spPr>
          <p:txBody>
            <a:bodyPr rtlCol="0" anchor="ctr"/>
            <a:lstStyle/>
            <a:p>
              <a:endParaRPr lang="en-US"/>
            </a:p>
          </p:txBody>
        </p:sp>
        <p:sp>
          <p:nvSpPr>
            <p:cNvPr id="725" name="Graphic 4">
              <a:extLst>
                <a:ext uri="{FF2B5EF4-FFF2-40B4-BE49-F238E27FC236}">
                  <a16:creationId xmlns:a16="http://schemas.microsoft.com/office/drawing/2014/main" id="{A65A10DF-2365-AC49-8D1D-2D9A192715F8}"/>
                </a:ext>
              </a:extLst>
            </p:cNvPr>
            <p:cNvSpPr/>
            <p:nvPr/>
          </p:nvSpPr>
          <p:spPr>
            <a:xfrm>
              <a:off x="5099808" y="3824168"/>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293937 w 361670"/>
                <a:gd name="connsiteY5" fmla="*/ 210671 h 361333"/>
                <a:gd name="connsiteX6" fmla="*/ 265822 w 361670"/>
                <a:gd name="connsiteY6" fmla="*/ 239399 h 361333"/>
                <a:gd name="connsiteX7" fmla="*/ 208951 w 361670"/>
                <a:gd name="connsiteY7" fmla="*/ 239399 h 361333"/>
                <a:gd name="connsiteX8" fmla="*/ 210868 w 361670"/>
                <a:gd name="connsiteY8" fmla="*/ 253444 h 361333"/>
                <a:gd name="connsiteX9" fmla="*/ 226204 w 361670"/>
                <a:gd name="connsiteY9" fmla="*/ 253444 h 361333"/>
                <a:gd name="connsiteX10" fmla="*/ 238984 w 361670"/>
                <a:gd name="connsiteY10" fmla="*/ 266212 h 361333"/>
                <a:gd name="connsiteX11" fmla="*/ 226204 w 361670"/>
                <a:gd name="connsiteY11" fmla="*/ 278980 h 361333"/>
                <a:gd name="connsiteX12" fmla="*/ 136745 w 361670"/>
                <a:gd name="connsiteY12" fmla="*/ 278980 h 361333"/>
                <a:gd name="connsiteX13" fmla="*/ 123965 w 361670"/>
                <a:gd name="connsiteY13" fmla="*/ 266212 h 361333"/>
                <a:gd name="connsiteX14" fmla="*/ 136745 w 361670"/>
                <a:gd name="connsiteY14" fmla="*/ 253444 h 361333"/>
                <a:gd name="connsiteX15" fmla="*/ 152081 w 361670"/>
                <a:gd name="connsiteY15" fmla="*/ 253444 h 361333"/>
                <a:gd name="connsiteX16" fmla="*/ 153998 w 361670"/>
                <a:gd name="connsiteY16" fmla="*/ 239399 h 361333"/>
                <a:gd name="connsiteX17" fmla="*/ 97127 w 361670"/>
                <a:gd name="connsiteY17" fmla="*/ 239399 h 361333"/>
                <a:gd name="connsiteX18" fmla="*/ 69012 w 361670"/>
                <a:gd name="connsiteY18" fmla="*/ 210671 h 361333"/>
                <a:gd name="connsiteX19" fmla="*/ 69012 w 361670"/>
                <a:gd name="connsiteY19" fmla="*/ 111081 h 361333"/>
                <a:gd name="connsiteX20" fmla="*/ 97127 w 361670"/>
                <a:gd name="connsiteY20" fmla="*/ 82353 h 361333"/>
                <a:gd name="connsiteX21" fmla="*/ 266460 w 361670"/>
                <a:gd name="connsiteY21" fmla="*/ 82353 h 361333"/>
                <a:gd name="connsiteX22" fmla="*/ 294576 w 361670"/>
                <a:gd name="connsiteY22" fmla="*/ 111081 h 361333"/>
                <a:gd name="connsiteX23" fmla="*/ 294576 w 361670"/>
                <a:gd name="connsiteY23" fmla="*/ 21067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1670" h="361333">
                  <a:moveTo>
                    <a:pt x="180836" y="0"/>
                  </a:moveTo>
                  <a:cubicBezTo>
                    <a:pt x="80513" y="0"/>
                    <a:pt x="0" y="81076"/>
                    <a:pt x="0" y="180667"/>
                  </a:cubicBezTo>
                  <a:cubicBezTo>
                    <a:pt x="0" y="280895"/>
                    <a:pt x="81152" y="361333"/>
                    <a:pt x="180836" y="361333"/>
                  </a:cubicBezTo>
                  <a:cubicBezTo>
                    <a:pt x="281157" y="361333"/>
                    <a:pt x="361671" y="280257"/>
                    <a:pt x="361671" y="180667"/>
                  </a:cubicBezTo>
                  <a:cubicBezTo>
                    <a:pt x="361671" y="81076"/>
                    <a:pt x="280518" y="0"/>
                    <a:pt x="180836" y="0"/>
                  </a:cubicBezTo>
                  <a:close/>
                  <a:moveTo>
                    <a:pt x="293937" y="210671"/>
                  </a:moveTo>
                  <a:cubicBezTo>
                    <a:pt x="293937" y="226631"/>
                    <a:pt x="281157" y="239399"/>
                    <a:pt x="265822" y="239399"/>
                  </a:cubicBezTo>
                  <a:lnTo>
                    <a:pt x="208951" y="239399"/>
                  </a:lnTo>
                  <a:lnTo>
                    <a:pt x="210868" y="253444"/>
                  </a:lnTo>
                  <a:lnTo>
                    <a:pt x="226204" y="253444"/>
                  </a:lnTo>
                  <a:cubicBezTo>
                    <a:pt x="233233" y="253444"/>
                    <a:pt x="238984" y="259190"/>
                    <a:pt x="238984" y="266212"/>
                  </a:cubicBezTo>
                  <a:cubicBezTo>
                    <a:pt x="238984" y="273234"/>
                    <a:pt x="233233" y="278980"/>
                    <a:pt x="226204" y="278980"/>
                  </a:cubicBezTo>
                  <a:lnTo>
                    <a:pt x="136745" y="278980"/>
                  </a:lnTo>
                  <a:cubicBezTo>
                    <a:pt x="129716" y="278980"/>
                    <a:pt x="123965" y="273234"/>
                    <a:pt x="123965" y="266212"/>
                  </a:cubicBezTo>
                  <a:cubicBezTo>
                    <a:pt x="123965" y="259190"/>
                    <a:pt x="129716" y="253444"/>
                    <a:pt x="136745" y="253444"/>
                  </a:cubicBezTo>
                  <a:lnTo>
                    <a:pt x="152081" y="253444"/>
                  </a:lnTo>
                  <a:lnTo>
                    <a:pt x="153998" y="239399"/>
                  </a:lnTo>
                  <a:lnTo>
                    <a:pt x="97127" y="239399"/>
                  </a:lnTo>
                  <a:cubicBezTo>
                    <a:pt x="81152" y="239399"/>
                    <a:pt x="69012" y="226631"/>
                    <a:pt x="69012" y="210671"/>
                  </a:cubicBezTo>
                  <a:lnTo>
                    <a:pt x="69012" y="111081"/>
                  </a:lnTo>
                  <a:cubicBezTo>
                    <a:pt x="69012" y="95121"/>
                    <a:pt x="81792" y="82353"/>
                    <a:pt x="97127" y="82353"/>
                  </a:cubicBezTo>
                  <a:lnTo>
                    <a:pt x="266460" y="82353"/>
                  </a:lnTo>
                  <a:cubicBezTo>
                    <a:pt x="282435" y="82353"/>
                    <a:pt x="294576" y="95121"/>
                    <a:pt x="294576" y="111081"/>
                  </a:cubicBezTo>
                  <a:lnTo>
                    <a:pt x="294576" y="210671"/>
                  </a:lnTo>
                  <a:close/>
                </a:path>
              </a:pathLst>
            </a:custGeom>
            <a:solidFill>
              <a:srgbClr val="00ABAB"/>
            </a:solidFill>
            <a:ln w="6390" cap="flat">
              <a:noFill/>
              <a:prstDash val="solid"/>
              <a:miter/>
            </a:ln>
          </p:spPr>
          <p:txBody>
            <a:bodyPr rtlCol="0" anchor="ctr"/>
            <a:lstStyle/>
            <a:p>
              <a:endParaRPr lang="en-US"/>
            </a:p>
          </p:txBody>
        </p:sp>
      </p:grpSp>
      <p:grpSp>
        <p:nvGrpSpPr>
          <p:cNvPr id="726" name="Graphic 4">
            <a:extLst>
              <a:ext uri="{FF2B5EF4-FFF2-40B4-BE49-F238E27FC236}">
                <a16:creationId xmlns:a16="http://schemas.microsoft.com/office/drawing/2014/main" id="{4F11A469-B9C0-F04F-9C4D-9FEC22EE9FE0}"/>
              </a:ext>
            </a:extLst>
          </p:cNvPr>
          <p:cNvGrpSpPr/>
          <p:nvPr/>
        </p:nvGrpSpPr>
        <p:grpSpPr>
          <a:xfrm>
            <a:off x="10324860" y="3824168"/>
            <a:ext cx="361674" cy="361333"/>
            <a:chOff x="10324860" y="3824168"/>
            <a:chExt cx="361674" cy="361333"/>
          </a:xfrm>
          <a:solidFill>
            <a:srgbClr val="007680"/>
          </a:solidFill>
        </p:grpSpPr>
        <p:sp>
          <p:nvSpPr>
            <p:cNvPr id="727" name="Graphic 4">
              <a:extLst>
                <a:ext uri="{FF2B5EF4-FFF2-40B4-BE49-F238E27FC236}">
                  <a16:creationId xmlns:a16="http://schemas.microsoft.com/office/drawing/2014/main" id="{BDB08D92-AE8B-744B-BBBF-A58563D1AB13}"/>
                </a:ext>
              </a:extLst>
            </p:cNvPr>
            <p:cNvSpPr/>
            <p:nvPr/>
          </p:nvSpPr>
          <p:spPr>
            <a:xfrm>
              <a:off x="10475023" y="4085911"/>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007680"/>
            </a:solidFill>
            <a:ln w="6390" cap="flat">
              <a:noFill/>
              <a:prstDash val="solid"/>
              <a:miter/>
            </a:ln>
          </p:spPr>
          <p:txBody>
            <a:bodyPr rtlCol="0" anchor="ctr"/>
            <a:lstStyle/>
            <a:p>
              <a:endParaRPr lang="en-US"/>
            </a:p>
          </p:txBody>
        </p:sp>
        <p:sp>
          <p:nvSpPr>
            <p:cNvPr id="728" name="Graphic 4">
              <a:extLst>
                <a:ext uri="{FF2B5EF4-FFF2-40B4-BE49-F238E27FC236}">
                  <a16:creationId xmlns:a16="http://schemas.microsoft.com/office/drawing/2014/main" id="{728811A2-3C95-944D-BCBE-A4A870367928}"/>
                </a:ext>
              </a:extLst>
            </p:cNvPr>
            <p:cNvSpPr/>
            <p:nvPr/>
          </p:nvSpPr>
          <p:spPr>
            <a:xfrm>
              <a:off x="10504417" y="4085911"/>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007680"/>
            </a:solidFill>
            <a:ln w="6390" cap="flat">
              <a:noFill/>
              <a:prstDash val="solid"/>
              <a:miter/>
            </a:ln>
          </p:spPr>
          <p:txBody>
            <a:bodyPr rtlCol="0" anchor="ctr"/>
            <a:lstStyle/>
            <a:p>
              <a:endParaRPr lang="en-US"/>
            </a:p>
          </p:txBody>
        </p:sp>
        <p:sp>
          <p:nvSpPr>
            <p:cNvPr id="729" name="Graphic 4">
              <a:extLst>
                <a:ext uri="{FF2B5EF4-FFF2-40B4-BE49-F238E27FC236}">
                  <a16:creationId xmlns:a16="http://schemas.microsoft.com/office/drawing/2014/main" id="{5AFF336A-200F-384C-B76F-6E0CEBD3AACF}"/>
                </a:ext>
              </a:extLst>
            </p:cNvPr>
            <p:cNvSpPr/>
            <p:nvPr/>
          </p:nvSpPr>
          <p:spPr>
            <a:xfrm>
              <a:off x="10533811" y="4085911"/>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007680"/>
            </a:solidFill>
            <a:ln w="6390" cap="flat">
              <a:noFill/>
              <a:prstDash val="solid"/>
              <a:miter/>
            </a:ln>
          </p:spPr>
          <p:txBody>
            <a:bodyPr rtlCol="0" anchor="ctr"/>
            <a:lstStyle/>
            <a:p>
              <a:endParaRPr lang="en-US"/>
            </a:p>
          </p:txBody>
        </p:sp>
        <p:sp>
          <p:nvSpPr>
            <p:cNvPr id="730" name="Graphic 4">
              <a:extLst>
                <a:ext uri="{FF2B5EF4-FFF2-40B4-BE49-F238E27FC236}">
                  <a16:creationId xmlns:a16="http://schemas.microsoft.com/office/drawing/2014/main" id="{A0BCA451-A965-7849-9412-6E8B8A65B48E}"/>
                </a:ext>
              </a:extLst>
            </p:cNvPr>
            <p:cNvSpPr/>
            <p:nvPr/>
          </p:nvSpPr>
          <p:spPr>
            <a:xfrm>
              <a:off x="10460327" y="4055906"/>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007680"/>
            </a:solidFill>
            <a:ln w="6390" cap="flat">
              <a:noFill/>
              <a:prstDash val="solid"/>
              <a:miter/>
            </a:ln>
          </p:spPr>
          <p:txBody>
            <a:bodyPr rtlCol="0" anchor="ctr"/>
            <a:lstStyle/>
            <a:p>
              <a:endParaRPr lang="en-US"/>
            </a:p>
          </p:txBody>
        </p:sp>
        <p:sp>
          <p:nvSpPr>
            <p:cNvPr id="731" name="Graphic 4">
              <a:extLst>
                <a:ext uri="{FF2B5EF4-FFF2-40B4-BE49-F238E27FC236}">
                  <a16:creationId xmlns:a16="http://schemas.microsoft.com/office/drawing/2014/main" id="{7449103C-7EF5-DC4F-AB86-214C7249BB7B}"/>
                </a:ext>
              </a:extLst>
            </p:cNvPr>
            <p:cNvSpPr/>
            <p:nvPr/>
          </p:nvSpPr>
          <p:spPr>
            <a:xfrm>
              <a:off x="10519753" y="4055906"/>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007680"/>
            </a:solidFill>
            <a:ln w="6390" cap="flat">
              <a:noFill/>
              <a:prstDash val="solid"/>
              <a:miter/>
            </a:ln>
          </p:spPr>
          <p:txBody>
            <a:bodyPr rtlCol="0" anchor="ctr"/>
            <a:lstStyle/>
            <a:p>
              <a:endParaRPr lang="en-US"/>
            </a:p>
          </p:txBody>
        </p:sp>
        <p:sp>
          <p:nvSpPr>
            <p:cNvPr id="732" name="Graphic 4">
              <a:extLst>
                <a:ext uri="{FF2B5EF4-FFF2-40B4-BE49-F238E27FC236}">
                  <a16:creationId xmlns:a16="http://schemas.microsoft.com/office/drawing/2014/main" id="{C47F2A25-9C30-B54D-83E5-C664E884DC9F}"/>
                </a:ext>
              </a:extLst>
            </p:cNvPr>
            <p:cNvSpPr/>
            <p:nvPr/>
          </p:nvSpPr>
          <p:spPr>
            <a:xfrm>
              <a:off x="10490359" y="4055906"/>
              <a:ext cx="16613" cy="16598"/>
            </a:xfrm>
            <a:custGeom>
              <a:avLst/>
              <a:gdLst>
                <a:gd name="connsiteX0" fmla="*/ 0 w 16613"/>
                <a:gd name="connsiteY0" fmla="*/ 0 h 16598"/>
                <a:gd name="connsiteX1" fmla="*/ 16613 w 16613"/>
                <a:gd name="connsiteY1" fmla="*/ 0 h 16598"/>
                <a:gd name="connsiteX2" fmla="*/ 16613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3" y="0"/>
                  </a:lnTo>
                  <a:lnTo>
                    <a:pt x="16613" y="16598"/>
                  </a:lnTo>
                  <a:lnTo>
                    <a:pt x="0" y="16598"/>
                  </a:lnTo>
                  <a:close/>
                </a:path>
              </a:pathLst>
            </a:custGeom>
            <a:solidFill>
              <a:srgbClr val="007680"/>
            </a:solidFill>
            <a:ln w="6390" cap="flat">
              <a:noFill/>
              <a:prstDash val="solid"/>
              <a:miter/>
            </a:ln>
          </p:spPr>
          <p:txBody>
            <a:bodyPr rtlCol="0" anchor="ctr"/>
            <a:lstStyle/>
            <a:p>
              <a:endParaRPr lang="en-US"/>
            </a:p>
          </p:txBody>
        </p:sp>
        <p:sp>
          <p:nvSpPr>
            <p:cNvPr id="733" name="Graphic 4">
              <a:extLst>
                <a:ext uri="{FF2B5EF4-FFF2-40B4-BE49-F238E27FC236}">
                  <a16:creationId xmlns:a16="http://schemas.microsoft.com/office/drawing/2014/main" id="{07C28411-5084-9842-A27A-B5FD1F33B83C}"/>
                </a:ext>
              </a:extLst>
            </p:cNvPr>
            <p:cNvSpPr/>
            <p:nvPr/>
          </p:nvSpPr>
          <p:spPr>
            <a:xfrm>
              <a:off x="10549147" y="4055906"/>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007680"/>
            </a:solidFill>
            <a:ln w="6390" cap="flat">
              <a:noFill/>
              <a:prstDash val="solid"/>
              <a:miter/>
            </a:ln>
          </p:spPr>
          <p:txBody>
            <a:bodyPr rtlCol="0" anchor="ctr"/>
            <a:lstStyle/>
            <a:p>
              <a:endParaRPr lang="en-US"/>
            </a:p>
          </p:txBody>
        </p:sp>
        <p:sp>
          <p:nvSpPr>
            <p:cNvPr id="734" name="Graphic 4">
              <a:extLst>
                <a:ext uri="{FF2B5EF4-FFF2-40B4-BE49-F238E27FC236}">
                  <a16:creationId xmlns:a16="http://schemas.microsoft.com/office/drawing/2014/main" id="{3B9BB258-D41D-9A40-8D48-8A61BFB00BB9}"/>
                </a:ext>
              </a:extLst>
            </p:cNvPr>
            <p:cNvSpPr/>
            <p:nvPr/>
          </p:nvSpPr>
          <p:spPr>
            <a:xfrm>
              <a:off x="10437962" y="3907798"/>
              <a:ext cx="135466" cy="135340"/>
            </a:xfrm>
            <a:custGeom>
              <a:avLst/>
              <a:gdLst>
                <a:gd name="connsiteX0" fmla="*/ 135466 w 135466"/>
                <a:gd name="connsiteY0" fmla="*/ 67670 h 135340"/>
                <a:gd name="connsiteX1" fmla="*/ 67733 w 135466"/>
                <a:gd name="connsiteY1" fmla="*/ 135340 h 135340"/>
                <a:gd name="connsiteX2" fmla="*/ 0 w 135466"/>
                <a:gd name="connsiteY2" fmla="*/ 67670 h 135340"/>
                <a:gd name="connsiteX3" fmla="*/ 67733 w 135466"/>
                <a:gd name="connsiteY3" fmla="*/ 0 h 135340"/>
                <a:gd name="connsiteX4" fmla="*/ 135466 w 135466"/>
                <a:gd name="connsiteY4" fmla="*/ 67670 h 135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466" h="135340">
                  <a:moveTo>
                    <a:pt x="135466" y="67670"/>
                  </a:moveTo>
                  <a:cubicBezTo>
                    <a:pt x="135466" y="105043"/>
                    <a:pt x="105141" y="135340"/>
                    <a:pt x="67733" y="135340"/>
                  </a:cubicBezTo>
                  <a:cubicBezTo>
                    <a:pt x="30325" y="135340"/>
                    <a:pt x="0" y="105043"/>
                    <a:pt x="0" y="67670"/>
                  </a:cubicBezTo>
                  <a:cubicBezTo>
                    <a:pt x="0" y="30297"/>
                    <a:pt x="30325" y="0"/>
                    <a:pt x="67733" y="0"/>
                  </a:cubicBezTo>
                  <a:cubicBezTo>
                    <a:pt x="105141" y="0"/>
                    <a:pt x="135466" y="30297"/>
                    <a:pt x="135466" y="67670"/>
                  </a:cubicBezTo>
                  <a:close/>
                </a:path>
              </a:pathLst>
            </a:custGeom>
            <a:solidFill>
              <a:srgbClr val="007680"/>
            </a:solidFill>
            <a:ln w="6390" cap="flat">
              <a:noFill/>
              <a:prstDash val="solid"/>
              <a:miter/>
            </a:ln>
          </p:spPr>
          <p:txBody>
            <a:bodyPr rtlCol="0" anchor="ctr"/>
            <a:lstStyle/>
            <a:p>
              <a:endParaRPr lang="en-US"/>
            </a:p>
          </p:txBody>
        </p:sp>
        <p:sp>
          <p:nvSpPr>
            <p:cNvPr id="735" name="Graphic 4">
              <a:extLst>
                <a:ext uri="{FF2B5EF4-FFF2-40B4-BE49-F238E27FC236}">
                  <a16:creationId xmlns:a16="http://schemas.microsoft.com/office/drawing/2014/main" id="{B400EAC3-3A68-4749-AB59-A4C9FF3C32F6}"/>
                </a:ext>
              </a:extLst>
            </p:cNvPr>
            <p:cNvSpPr/>
            <p:nvPr/>
          </p:nvSpPr>
          <p:spPr>
            <a:xfrm>
              <a:off x="10563205" y="4085911"/>
              <a:ext cx="16613" cy="16598"/>
            </a:xfrm>
            <a:custGeom>
              <a:avLst/>
              <a:gdLst>
                <a:gd name="connsiteX0" fmla="*/ 0 w 16613"/>
                <a:gd name="connsiteY0" fmla="*/ 0 h 16598"/>
                <a:gd name="connsiteX1" fmla="*/ 16614 w 16613"/>
                <a:gd name="connsiteY1" fmla="*/ 0 h 16598"/>
                <a:gd name="connsiteX2" fmla="*/ 16614 w 16613"/>
                <a:gd name="connsiteY2" fmla="*/ 16598 h 16598"/>
                <a:gd name="connsiteX3" fmla="*/ 0 w 1661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6613" h="16598">
                  <a:moveTo>
                    <a:pt x="0" y="0"/>
                  </a:moveTo>
                  <a:lnTo>
                    <a:pt x="16614" y="0"/>
                  </a:lnTo>
                  <a:lnTo>
                    <a:pt x="16614" y="16598"/>
                  </a:lnTo>
                  <a:lnTo>
                    <a:pt x="0" y="16598"/>
                  </a:lnTo>
                  <a:close/>
                </a:path>
              </a:pathLst>
            </a:custGeom>
            <a:solidFill>
              <a:srgbClr val="007680"/>
            </a:solidFill>
            <a:ln w="6390" cap="flat">
              <a:noFill/>
              <a:prstDash val="solid"/>
              <a:miter/>
            </a:ln>
          </p:spPr>
          <p:txBody>
            <a:bodyPr rtlCol="0" anchor="ctr"/>
            <a:lstStyle/>
            <a:p>
              <a:endParaRPr lang="en-US"/>
            </a:p>
          </p:txBody>
        </p:sp>
        <p:sp>
          <p:nvSpPr>
            <p:cNvPr id="736" name="Graphic 4">
              <a:extLst>
                <a:ext uri="{FF2B5EF4-FFF2-40B4-BE49-F238E27FC236}">
                  <a16:creationId xmlns:a16="http://schemas.microsoft.com/office/drawing/2014/main" id="{60E36715-BB36-1E47-846C-4113084BD836}"/>
                </a:ext>
              </a:extLst>
            </p:cNvPr>
            <p:cNvSpPr/>
            <p:nvPr/>
          </p:nvSpPr>
          <p:spPr>
            <a:xfrm>
              <a:off x="10431572" y="4055906"/>
              <a:ext cx="15974" cy="16598"/>
            </a:xfrm>
            <a:custGeom>
              <a:avLst/>
              <a:gdLst>
                <a:gd name="connsiteX0" fmla="*/ 0 w 15974"/>
                <a:gd name="connsiteY0" fmla="*/ 0 h 16598"/>
                <a:gd name="connsiteX1" fmla="*/ 15975 w 15974"/>
                <a:gd name="connsiteY1" fmla="*/ 0 h 16598"/>
                <a:gd name="connsiteX2" fmla="*/ 15975 w 15974"/>
                <a:gd name="connsiteY2" fmla="*/ 16598 h 16598"/>
                <a:gd name="connsiteX3" fmla="*/ 0 w 15974"/>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5974" h="16598">
                  <a:moveTo>
                    <a:pt x="0" y="0"/>
                  </a:moveTo>
                  <a:lnTo>
                    <a:pt x="15975" y="0"/>
                  </a:lnTo>
                  <a:lnTo>
                    <a:pt x="15975" y="16598"/>
                  </a:lnTo>
                  <a:lnTo>
                    <a:pt x="0" y="16598"/>
                  </a:lnTo>
                  <a:close/>
                </a:path>
              </a:pathLst>
            </a:custGeom>
            <a:solidFill>
              <a:srgbClr val="007680"/>
            </a:solidFill>
            <a:ln w="6390" cap="flat">
              <a:noFill/>
              <a:prstDash val="solid"/>
              <a:miter/>
            </a:ln>
          </p:spPr>
          <p:txBody>
            <a:bodyPr rtlCol="0" anchor="ctr"/>
            <a:lstStyle/>
            <a:p>
              <a:endParaRPr lang="en-US"/>
            </a:p>
          </p:txBody>
        </p:sp>
        <p:sp>
          <p:nvSpPr>
            <p:cNvPr id="737" name="Graphic 4">
              <a:extLst>
                <a:ext uri="{FF2B5EF4-FFF2-40B4-BE49-F238E27FC236}">
                  <a16:creationId xmlns:a16="http://schemas.microsoft.com/office/drawing/2014/main" id="{72922EAE-139B-9746-8448-34E9E39191EE}"/>
                </a:ext>
              </a:extLst>
            </p:cNvPr>
            <p:cNvSpPr/>
            <p:nvPr/>
          </p:nvSpPr>
          <p:spPr>
            <a:xfrm>
              <a:off x="10324860" y="3824168"/>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68377 w 361674"/>
                <a:gd name="connsiteY5" fmla="*/ 284725 h 361333"/>
                <a:gd name="connsiteX6" fmla="*/ 261987 w 361674"/>
                <a:gd name="connsiteY6" fmla="*/ 291109 h 361333"/>
                <a:gd name="connsiteX7" fmla="*/ 115019 w 361674"/>
                <a:gd name="connsiteY7" fmla="*/ 291109 h 361333"/>
                <a:gd name="connsiteX8" fmla="*/ 108629 w 361674"/>
                <a:gd name="connsiteY8" fmla="*/ 284725 h 361333"/>
                <a:gd name="connsiteX9" fmla="*/ 108629 w 361674"/>
                <a:gd name="connsiteY9" fmla="*/ 261105 h 361333"/>
                <a:gd name="connsiteX10" fmla="*/ 100961 w 361674"/>
                <a:gd name="connsiteY10" fmla="*/ 261105 h 361333"/>
                <a:gd name="connsiteX11" fmla="*/ 94571 w 361674"/>
                <a:gd name="connsiteY11" fmla="*/ 254721 h 361333"/>
                <a:gd name="connsiteX12" fmla="*/ 94571 w 361674"/>
                <a:gd name="connsiteY12" fmla="*/ 225355 h 361333"/>
                <a:gd name="connsiteX13" fmla="*/ 100961 w 361674"/>
                <a:gd name="connsiteY13" fmla="*/ 218971 h 361333"/>
                <a:gd name="connsiteX14" fmla="*/ 129076 w 361674"/>
                <a:gd name="connsiteY14" fmla="*/ 218971 h 361333"/>
                <a:gd name="connsiteX15" fmla="*/ 129715 w 361674"/>
                <a:gd name="connsiteY15" fmla="*/ 218971 h 361333"/>
                <a:gd name="connsiteX16" fmla="*/ 130354 w 361674"/>
                <a:gd name="connsiteY16" fmla="*/ 218971 h 361333"/>
                <a:gd name="connsiteX17" fmla="*/ 138022 w 361674"/>
                <a:gd name="connsiteY17" fmla="*/ 218971 h 361333"/>
                <a:gd name="connsiteX18" fmla="*/ 100961 w 361674"/>
                <a:gd name="connsiteY18" fmla="*/ 151300 h 361333"/>
                <a:gd name="connsiteX19" fmla="*/ 181474 w 361674"/>
                <a:gd name="connsiteY19" fmla="*/ 70862 h 361333"/>
                <a:gd name="connsiteX20" fmla="*/ 261987 w 361674"/>
                <a:gd name="connsiteY20" fmla="*/ 151300 h 361333"/>
                <a:gd name="connsiteX21" fmla="*/ 224925 w 361674"/>
                <a:gd name="connsiteY21" fmla="*/ 218971 h 361333"/>
                <a:gd name="connsiteX22" fmla="*/ 247929 w 361674"/>
                <a:gd name="connsiteY22" fmla="*/ 218971 h 361333"/>
                <a:gd name="connsiteX23" fmla="*/ 254319 w 361674"/>
                <a:gd name="connsiteY23" fmla="*/ 225355 h 361333"/>
                <a:gd name="connsiteX24" fmla="*/ 254319 w 361674"/>
                <a:gd name="connsiteY24" fmla="*/ 248975 h 361333"/>
                <a:gd name="connsiteX25" fmla="*/ 261987 w 361674"/>
                <a:gd name="connsiteY25" fmla="*/ 248975 h 361333"/>
                <a:gd name="connsiteX26" fmla="*/ 268377 w 361674"/>
                <a:gd name="connsiteY26" fmla="*/ 255359 h 361333"/>
                <a:gd name="connsiteX27" fmla="*/ 268377 w 361674"/>
                <a:gd name="connsiteY27" fmla="*/ 28472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1674"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2309" y="81076"/>
                    <a:pt x="281157" y="0"/>
                    <a:pt x="180835" y="0"/>
                  </a:cubicBezTo>
                  <a:close/>
                  <a:moveTo>
                    <a:pt x="268377" y="284725"/>
                  </a:moveTo>
                  <a:cubicBezTo>
                    <a:pt x="268377" y="288556"/>
                    <a:pt x="265821" y="291109"/>
                    <a:pt x="261987" y="291109"/>
                  </a:cubicBezTo>
                  <a:lnTo>
                    <a:pt x="115019" y="291109"/>
                  </a:lnTo>
                  <a:cubicBezTo>
                    <a:pt x="111184" y="291109"/>
                    <a:pt x="108629" y="288556"/>
                    <a:pt x="108629" y="284725"/>
                  </a:cubicBezTo>
                  <a:lnTo>
                    <a:pt x="108629" y="261105"/>
                  </a:lnTo>
                  <a:lnTo>
                    <a:pt x="100961" y="261105"/>
                  </a:lnTo>
                  <a:cubicBezTo>
                    <a:pt x="97127" y="261105"/>
                    <a:pt x="94571" y="258551"/>
                    <a:pt x="94571" y="254721"/>
                  </a:cubicBezTo>
                  <a:lnTo>
                    <a:pt x="94571" y="225355"/>
                  </a:lnTo>
                  <a:cubicBezTo>
                    <a:pt x="94571" y="221524"/>
                    <a:pt x="97127" y="218971"/>
                    <a:pt x="100961" y="218971"/>
                  </a:cubicBezTo>
                  <a:lnTo>
                    <a:pt x="129076" y="218971"/>
                  </a:lnTo>
                  <a:cubicBezTo>
                    <a:pt x="129076" y="218971"/>
                    <a:pt x="129715" y="218971"/>
                    <a:pt x="129715" y="218971"/>
                  </a:cubicBezTo>
                  <a:cubicBezTo>
                    <a:pt x="129715" y="218971"/>
                    <a:pt x="130354" y="218971"/>
                    <a:pt x="130354" y="218971"/>
                  </a:cubicBezTo>
                  <a:lnTo>
                    <a:pt x="138022" y="218971"/>
                  </a:lnTo>
                  <a:cubicBezTo>
                    <a:pt x="115658" y="204926"/>
                    <a:pt x="100961" y="179390"/>
                    <a:pt x="100961" y="151300"/>
                  </a:cubicBezTo>
                  <a:cubicBezTo>
                    <a:pt x="100961" y="106612"/>
                    <a:pt x="137384" y="70862"/>
                    <a:pt x="181474" y="70862"/>
                  </a:cubicBezTo>
                  <a:cubicBezTo>
                    <a:pt x="225564" y="70862"/>
                    <a:pt x="261987" y="107251"/>
                    <a:pt x="261987" y="151300"/>
                  </a:cubicBezTo>
                  <a:cubicBezTo>
                    <a:pt x="261987" y="180028"/>
                    <a:pt x="247290" y="204926"/>
                    <a:pt x="224925" y="218971"/>
                  </a:cubicBezTo>
                  <a:lnTo>
                    <a:pt x="247929" y="218971"/>
                  </a:lnTo>
                  <a:cubicBezTo>
                    <a:pt x="251763" y="218971"/>
                    <a:pt x="254319" y="221524"/>
                    <a:pt x="254319" y="225355"/>
                  </a:cubicBezTo>
                  <a:lnTo>
                    <a:pt x="254319" y="248975"/>
                  </a:lnTo>
                  <a:lnTo>
                    <a:pt x="261987" y="248975"/>
                  </a:lnTo>
                  <a:cubicBezTo>
                    <a:pt x="265821" y="248975"/>
                    <a:pt x="268377" y="251529"/>
                    <a:pt x="268377" y="255359"/>
                  </a:cubicBezTo>
                  <a:lnTo>
                    <a:pt x="268377" y="284725"/>
                  </a:lnTo>
                  <a:close/>
                </a:path>
              </a:pathLst>
            </a:custGeom>
            <a:solidFill>
              <a:srgbClr val="007680"/>
            </a:solidFill>
            <a:ln w="6390" cap="flat">
              <a:noFill/>
              <a:prstDash val="solid"/>
              <a:miter/>
            </a:ln>
          </p:spPr>
          <p:txBody>
            <a:bodyPr rtlCol="0" anchor="ctr"/>
            <a:lstStyle/>
            <a:p>
              <a:endParaRPr lang="en-US"/>
            </a:p>
          </p:txBody>
        </p:sp>
        <p:sp>
          <p:nvSpPr>
            <p:cNvPr id="738" name="Graphic 4">
              <a:extLst>
                <a:ext uri="{FF2B5EF4-FFF2-40B4-BE49-F238E27FC236}">
                  <a16:creationId xmlns:a16="http://schemas.microsoft.com/office/drawing/2014/main" id="{D102EF30-1471-AC4A-8275-F23A6D38A2BB}"/>
                </a:ext>
              </a:extLst>
            </p:cNvPr>
            <p:cNvSpPr/>
            <p:nvPr/>
          </p:nvSpPr>
          <p:spPr>
            <a:xfrm>
              <a:off x="10446269" y="4085911"/>
              <a:ext cx="15974" cy="16598"/>
            </a:xfrm>
            <a:custGeom>
              <a:avLst/>
              <a:gdLst>
                <a:gd name="connsiteX0" fmla="*/ 0 w 15974"/>
                <a:gd name="connsiteY0" fmla="*/ 0 h 16598"/>
                <a:gd name="connsiteX1" fmla="*/ 15975 w 15974"/>
                <a:gd name="connsiteY1" fmla="*/ 0 h 16598"/>
                <a:gd name="connsiteX2" fmla="*/ 15975 w 15974"/>
                <a:gd name="connsiteY2" fmla="*/ 16598 h 16598"/>
                <a:gd name="connsiteX3" fmla="*/ 0 w 15974"/>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5974" h="16598">
                  <a:moveTo>
                    <a:pt x="0" y="0"/>
                  </a:moveTo>
                  <a:lnTo>
                    <a:pt x="15975" y="0"/>
                  </a:lnTo>
                  <a:lnTo>
                    <a:pt x="15975" y="16598"/>
                  </a:lnTo>
                  <a:lnTo>
                    <a:pt x="0" y="16598"/>
                  </a:lnTo>
                  <a:close/>
                </a:path>
              </a:pathLst>
            </a:custGeom>
            <a:solidFill>
              <a:srgbClr val="007680"/>
            </a:solidFill>
            <a:ln w="6390" cap="flat">
              <a:noFill/>
              <a:prstDash val="solid"/>
              <a:miter/>
            </a:ln>
          </p:spPr>
          <p:txBody>
            <a:bodyPr rtlCol="0" anchor="ctr"/>
            <a:lstStyle/>
            <a:p>
              <a:endParaRPr lang="en-US"/>
            </a:p>
          </p:txBody>
        </p:sp>
      </p:grpSp>
      <p:grpSp>
        <p:nvGrpSpPr>
          <p:cNvPr id="739" name="Graphic 4">
            <a:extLst>
              <a:ext uri="{FF2B5EF4-FFF2-40B4-BE49-F238E27FC236}">
                <a16:creationId xmlns:a16="http://schemas.microsoft.com/office/drawing/2014/main" id="{0D41FDAF-CE88-6341-8EDD-2DD2424839DD}"/>
              </a:ext>
            </a:extLst>
          </p:cNvPr>
          <p:cNvGrpSpPr/>
          <p:nvPr/>
        </p:nvGrpSpPr>
        <p:grpSpPr>
          <a:xfrm>
            <a:off x="8239823" y="4308712"/>
            <a:ext cx="361670" cy="361333"/>
            <a:chOff x="8239823" y="4308712"/>
            <a:chExt cx="361670" cy="361333"/>
          </a:xfrm>
          <a:solidFill>
            <a:srgbClr val="007680"/>
          </a:solidFill>
        </p:grpSpPr>
        <p:sp>
          <p:nvSpPr>
            <p:cNvPr id="740" name="Graphic 4">
              <a:extLst>
                <a:ext uri="{FF2B5EF4-FFF2-40B4-BE49-F238E27FC236}">
                  <a16:creationId xmlns:a16="http://schemas.microsoft.com/office/drawing/2014/main" id="{CC42E816-EA1E-C14F-B0DC-0AA57BE53A26}"/>
                </a:ext>
              </a:extLst>
            </p:cNvPr>
            <p:cNvSpPr/>
            <p:nvPr/>
          </p:nvSpPr>
          <p:spPr>
            <a:xfrm>
              <a:off x="8407879" y="4460650"/>
              <a:ext cx="118852" cy="118742"/>
            </a:xfrm>
            <a:custGeom>
              <a:avLst/>
              <a:gdLst>
                <a:gd name="connsiteX0" fmla="*/ 59426 w 118852"/>
                <a:gd name="connsiteY0" fmla="*/ 0 h 118742"/>
                <a:gd name="connsiteX1" fmla="*/ 0 w 118852"/>
                <a:gd name="connsiteY1" fmla="*/ 59371 h 118742"/>
                <a:gd name="connsiteX2" fmla="*/ 59426 w 118852"/>
                <a:gd name="connsiteY2" fmla="*/ 118742 h 118742"/>
                <a:gd name="connsiteX3" fmla="*/ 118853 w 118852"/>
                <a:gd name="connsiteY3" fmla="*/ 59371 h 118742"/>
                <a:gd name="connsiteX4" fmla="*/ 59426 w 118852"/>
                <a:gd name="connsiteY4" fmla="*/ 0 h 118742"/>
                <a:gd name="connsiteX5" fmla="*/ 63260 w 118852"/>
                <a:gd name="connsiteY5" fmla="*/ 46603 h 118742"/>
                <a:gd name="connsiteX6" fmla="*/ 69650 w 118852"/>
                <a:gd name="connsiteY6" fmla="*/ 52987 h 118742"/>
                <a:gd name="connsiteX7" fmla="*/ 63260 w 118852"/>
                <a:gd name="connsiteY7" fmla="*/ 59371 h 118742"/>
                <a:gd name="connsiteX8" fmla="*/ 42812 w 118852"/>
                <a:gd name="connsiteY8" fmla="*/ 59371 h 118742"/>
                <a:gd name="connsiteX9" fmla="*/ 42812 w 118852"/>
                <a:gd name="connsiteY9" fmla="*/ 64478 h 118742"/>
                <a:gd name="connsiteX10" fmla="*/ 63260 w 118852"/>
                <a:gd name="connsiteY10" fmla="*/ 64478 h 118742"/>
                <a:gd name="connsiteX11" fmla="*/ 69650 w 118852"/>
                <a:gd name="connsiteY11" fmla="*/ 70862 h 118742"/>
                <a:gd name="connsiteX12" fmla="*/ 63260 w 118852"/>
                <a:gd name="connsiteY12" fmla="*/ 77246 h 118742"/>
                <a:gd name="connsiteX13" fmla="*/ 42812 w 118852"/>
                <a:gd name="connsiteY13" fmla="*/ 77246 h 118742"/>
                <a:gd name="connsiteX14" fmla="*/ 58787 w 118852"/>
                <a:gd name="connsiteY14" fmla="*/ 91291 h 118742"/>
                <a:gd name="connsiteX15" fmla="*/ 63260 w 118852"/>
                <a:gd name="connsiteY15" fmla="*/ 91291 h 118742"/>
                <a:gd name="connsiteX16" fmla="*/ 79235 w 118852"/>
                <a:gd name="connsiteY16" fmla="*/ 75331 h 118742"/>
                <a:gd name="connsiteX17" fmla="*/ 85625 w 118852"/>
                <a:gd name="connsiteY17" fmla="*/ 68947 h 118742"/>
                <a:gd name="connsiteX18" fmla="*/ 92014 w 118852"/>
                <a:gd name="connsiteY18" fmla="*/ 75331 h 118742"/>
                <a:gd name="connsiteX19" fmla="*/ 63260 w 118852"/>
                <a:gd name="connsiteY19" fmla="*/ 104059 h 118742"/>
                <a:gd name="connsiteX20" fmla="*/ 58787 w 118852"/>
                <a:gd name="connsiteY20" fmla="*/ 104059 h 118742"/>
                <a:gd name="connsiteX21" fmla="*/ 30032 w 118852"/>
                <a:gd name="connsiteY21" fmla="*/ 77246 h 118742"/>
                <a:gd name="connsiteX22" fmla="*/ 23004 w 118852"/>
                <a:gd name="connsiteY22" fmla="*/ 77246 h 118742"/>
                <a:gd name="connsiteX23" fmla="*/ 16614 w 118852"/>
                <a:gd name="connsiteY23" fmla="*/ 70862 h 118742"/>
                <a:gd name="connsiteX24" fmla="*/ 23004 w 118852"/>
                <a:gd name="connsiteY24" fmla="*/ 64478 h 118742"/>
                <a:gd name="connsiteX25" fmla="*/ 30032 w 118852"/>
                <a:gd name="connsiteY25" fmla="*/ 64478 h 118742"/>
                <a:gd name="connsiteX26" fmla="*/ 30032 w 118852"/>
                <a:gd name="connsiteY26" fmla="*/ 59371 h 118742"/>
                <a:gd name="connsiteX27" fmla="*/ 23004 w 118852"/>
                <a:gd name="connsiteY27" fmla="*/ 59371 h 118742"/>
                <a:gd name="connsiteX28" fmla="*/ 16614 w 118852"/>
                <a:gd name="connsiteY28" fmla="*/ 52987 h 118742"/>
                <a:gd name="connsiteX29" fmla="*/ 23004 w 118852"/>
                <a:gd name="connsiteY29" fmla="*/ 46603 h 118742"/>
                <a:gd name="connsiteX30" fmla="*/ 30032 w 118852"/>
                <a:gd name="connsiteY30" fmla="*/ 46603 h 118742"/>
                <a:gd name="connsiteX31" fmla="*/ 30032 w 118852"/>
                <a:gd name="connsiteY31" fmla="*/ 44050 h 118742"/>
                <a:gd name="connsiteX32" fmla="*/ 58787 w 118852"/>
                <a:gd name="connsiteY32" fmla="*/ 15322 h 118742"/>
                <a:gd name="connsiteX33" fmla="*/ 63260 w 118852"/>
                <a:gd name="connsiteY33" fmla="*/ 15322 h 118742"/>
                <a:gd name="connsiteX34" fmla="*/ 92014 w 118852"/>
                <a:gd name="connsiteY34" fmla="*/ 44050 h 118742"/>
                <a:gd name="connsiteX35" fmla="*/ 85625 w 118852"/>
                <a:gd name="connsiteY35" fmla="*/ 50434 h 118742"/>
                <a:gd name="connsiteX36" fmla="*/ 79235 w 118852"/>
                <a:gd name="connsiteY36" fmla="*/ 44050 h 118742"/>
                <a:gd name="connsiteX37" fmla="*/ 63260 w 118852"/>
                <a:gd name="connsiteY37" fmla="*/ 28090 h 118742"/>
                <a:gd name="connsiteX38" fmla="*/ 58787 w 118852"/>
                <a:gd name="connsiteY38" fmla="*/ 28090 h 118742"/>
                <a:gd name="connsiteX39" fmla="*/ 42812 w 118852"/>
                <a:gd name="connsiteY39" fmla="*/ 44050 h 118742"/>
                <a:gd name="connsiteX40" fmla="*/ 42812 w 118852"/>
                <a:gd name="connsiteY40" fmla="*/ 46603 h 118742"/>
                <a:gd name="connsiteX41" fmla="*/ 63260 w 118852"/>
                <a:gd name="connsiteY41" fmla="*/ 46603 h 118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8852" h="118742">
                  <a:moveTo>
                    <a:pt x="59426" y="0"/>
                  </a:moveTo>
                  <a:cubicBezTo>
                    <a:pt x="26837" y="0"/>
                    <a:pt x="0" y="26813"/>
                    <a:pt x="0" y="59371"/>
                  </a:cubicBezTo>
                  <a:cubicBezTo>
                    <a:pt x="0" y="91930"/>
                    <a:pt x="26837" y="118742"/>
                    <a:pt x="59426" y="118742"/>
                  </a:cubicBezTo>
                  <a:cubicBezTo>
                    <a:pt x="92014" y="118742"/>
                    <a:pt x="118853" y="91930"/>
                    <a:pt x="118853" y="59371"/>
                  </a:cubicBezTo>
                  <a:cubicBezTo>
                    <a:pt x="118853" y="26813"/>
                    <a:pt x="92014" y="0"/>
                    <a:pt x="59426" y="0"/>
                  </a:cubicBezTo>
                  <a:close/>
                  <a:moveTo>
                    <a:pt x="63260" y="46603"/>
                  </a:moveTo>
                  <a:cubicBezTo>
                    <a:pt x="67094" y="46603"/>
                    <a:pt x="69650" y="49157"/>
                    <a:pt x="69650" y="52987"/>
                  </a:cubicBezTo>
                  <a:cubicBezTo>
                    <a:pt x="69650" y="56818"/>
                    <a:pt x="67094" y="59371"/>
                    <a:pt x="63260" y="59371"/>
                  </a:cubicBezTo>
                  <a:lnTo>
                    <a:pt x="42812" y="59371"/>
                  </a:lnTo>
                  <a:lnTo>
                    <a:pt x="42812" y="64478"/>
                  </a:lnTo>
                  <a:lnTo>
                    <a:pt x="63260" y="64478"/>
                  </a:lnTo>
                  <a:cubicBezTo>
                    <a:pt x="67094" y="64478"/>
                    <a:pt x="69650" y="67032"/>
                    <a:pt x="69650" y="70862"/>
                  </a:cubicBezTo>
                  <a:cubicBezTo>
                    <a:pt x="69650" y="74693"/>
                    <a:pt x="67094" y="77246"/>
                    <a:pt x="63260" y="77246"/>
                  </a:cubicBezTo>
                  <a:lnTo>
                    <a:pt x="42812" y="77246"/>
                  </a:lnTo>
                  <a:cubicBezTo>
                    <a:pt x="43451" y="84907"/>
                    <a:pt x="50480" y="91291"/>
                    <a:pt x="58787" y="91291"/>
                  </a:cubicBezTo>
                  <a:lnTo>
                    <a:pt x="63260" y="91291"/>
                  </a:lnTo>
                  <a:cubicBezTo>
                    <a:pt x="72206" y="91291"/>
                    <a:pt x="79235" y="84269"/>
                    <a:pt x="79235" y="75331"/>
                  </a:cubicBezTo>
                  <a:cubicBezTo>
                    <a:pt x="79235" y="71501"/>
                    <a:pt x="81791" y="68947"/>
                    <a:pt x="85625" y="68947"/>
                  </a:cubicBezTo>
                  <a:cubicBezTo>
                    <a:pt x="89459" y="68947"/>
                    <a:pt x="92014" y="71501"/>
                    <a:pt x="92014" y="75331"/>
                  </a:cubicBezTo>
                  <a:cubicBezTo>
                    <a:pt x="92014" y="91291"/>
                    <a:pt x="79235" y="104059"/>
                    <a:pt x="63260" y="104059"/>
                  </a:cubicBezTo>
                  <a:lnTo>
                    <a:pt x="58787" y="104059"/>
                  </a:lnTo>
                  <a:cubicBezTo>
                    <a:pt x="43451" y="104059"/>
                    <a:pt x="31310" y="91930"/>
                    <a:pt x="30032" y="77246"/>
                  </a:cubicBezTo>
                  <a:lnTo>
                    <a:pt x="23004" y="77246"/>
                  </a:lnTo>
                  <a:cubicBezTo>
                    <a:pt x="19170" y="77246"/>
                    <a:pt x="16614" y="74693"/>
                    <a:pt x="16614" y="70862"/>
                  </a:cubicBezTo>
                  <a:cubicBezTo>
                    <a:pt x="16614" y="67032"/>
                    <a:pt x="19170" y="64478"/>
                    <a:pt x="23004" y="64478"/>
                  </a:cubicBezTo>
                  <a:lnTo>
                    <a:pt x="30032" y="64478"/>
                  </a:lnTo>
                  <a:lnTo>
                    <a:pt x="30032" y="59371"/>
                  </a:lnTo>
                  <a:lnTo>
                    <a:pt x="23004" y="59371"/>
                  </a:lnTo>
                  <a:cubicBezTo>
                    <a:pt x="19170" y="59371"/>
                    <a:pt x="16614" y="56818"/>
                    <a:pt x="16614" y="52987"/>
                  </a:cubicBezTo>
                  <a:cubicBezTo>
                    <a:pt x="16614" y="49157"/>
                    <a:pt x="19170" y="46603"/>
                    <a:pt x="23004" y="46603"/>
                  </a:cubicBezTo>
                  <a:lnTo>
                    <a:pt x="30032" y="46603"/>
                  </a:lnTo>
                  <a:lnTo>
                    <a:pt x="30032" y="44050"/>
                  </a:lnTo>
                  <a:cubicBezTo>
                    <a:pt x="30032" y="28090"/>
                    <a:pt x="42812" y="15322"/>
                    <a:pt x="58787" y="15322"/>
                  </a:cubicBezTo>
                  <a:lnTo>
                    <a:pt x="63260" y="15322"/>
                  </a:lnTo>
                  <a:cubicBezTo>
                    <a:pt x="79235" y="15322"/>
                    <a:pt x="92014" y="28090"/>
                    <a:pt x="92014" y="44050"/>
                  </a:cubicBezTo>
                  <a:cubicBezTo>
                    <a:pt x="92014" y="47880"/>
                    <a:pt x="89459" y="50434"/>
                    <a:pt x="85625" y="50434"/>
                  </a:cubicBezTo>
                  <a:cubicBezTo>
                    <a:pt x="81791" y="50434"/>
                    <a:pt x="79235" y="47880"/>
                    <a:pt x="79235" y="44050"/>
                  </a:cubicBezTo>
                  <a:cubicBezTo>
                    <a:pt x="79235" y="35112"/>
                    <a:pt x="72206" y="28090"/>
                    <a:pt x="63260" y="28090"/>
                  </a:cubicBezTo>
                  <a:lnTo>
                    <a:pt x="58787" y="28090"/>
                  </a:lnTo>
                  <a:cubicBezTo>
                    <a:pt x="49841" y="28090"/>
                    <a:pt x="42812" y="35112"/>
                    <a:pt x="42812" y="44050"/>
                  </a:cubicBezTo>
                  <a:lnTo>
                    <a:pt x="42812" y="46603"/>
                  </a:lnTo>
                  <a:lnTo>
                    <a:pt x="63260" y="46603"/>
                  </a:lnTo>
                  <a:close/>
                </a:path>
              </a:pathLst>
            </a:custGeom>
            <a:solidFill>
              <a:srgbClr val="007680"/>
            </a:solidFill>
            <a:ln w="6390" cap="flat">
              <a:noFill/>
              <a:prstDash val="solid"/>
              <a:miter/>
            </a:ln>
          </p:spPr>
          <p:txBody>
            <a:bodyPr rtlCol="0" anchor="ctr"/>
            <a:lstStyle/>
            <a:p>
              <a:endParaRPr lang="en-US"/>
            </a:p>
          </p:txBody>
        </p:sp>
        <p:sp>
          <p:nvSpPr>
            <p:cNvPr id="741" name="Graphic 4">
              <a:extLst>
                <a:ext uri="{FF2B5EF4-FFF2-40B4-BE49-F238E27FC236}">
                  <a16:creationId xmlns:a16="http://schemas.microsoft.com/office/drawing/2014/main" id="{BEC837AD-F23D-C948-8BC8-A594DDBA5688}"/>
                </a:ext>
              </a:extLst>
            </p:cNvPr>
            <p:cNvSpPr/>
            <p:nvPr/>
          </p:nvSpPr>
          <p:spPr>
            <a:xfrm>
              <a:off x="8327365" y="4399364"/>
              <a:ext cx="118853" cy="42134"/>
            </a:xfrm>
            <a:custGeom>
              <a:avLst/>
              <a:gdLst>
                <a:gd name="connsiteX0" fmla="*/ 59427 w 118853"/>
                <a:gd name="connsiteY0" fmla="*/ 42134 h 42134"/>
                <a:gd name="connsiteX1" fmla="*/ 118853 w 118853"/>
                <a:gd name="connsiteY1" fmla="*/ 21067 h 42134"/>
                <a:gd name="connsiteX2" fmla="*/ 59427 w 118853"/>
                <a:gd name="connsiteY2" fmla="*/ 0 h 42134"/>
                <a:gd name="connsiteX3" fmla="*/ 0 w 118853"/>
                <a:gd name="connsiteY3" fmla="*/ 21067 h 42134"/>
                <a:gd name="connsiteX4" fmla="*/ 59427 w 118853"/>
                <a:gd name="connsiteY4" fmla="*/ 42134 h 42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53" h="42134">
                  <a:moveTo>
                    <a:pt x="59427" y="42134"/>
                  </a:moveTo>
                  <a:cubicBezTo>
                    <a:pt x="96489" y="42134"/>
                    <a:pt x="118853" y="30005"/>
                    <a:pt x="118853" y="21067"/>
                  </a:cubicBezTo>
                  <a:cubicBezTo>
                    <a:pt x="118853" y="12768"/>
                    <a:pt x="95849" y="0"/>
                    <a:pt x="59427" y="0"/>
                  </a:cubicBezTo>
                  <a:cubicBezTo>
                    <a:pt x="23004" y="0"/>
                    <a:pt x="0" y="12768"/>
                    <a:pt x="0" y="21067"/>
                  </a:cubicBezTo>
                  <a:cubicBezTo>
                    <a:pt x="0" y="30005"/>
                    <a:pt x="23004" y="42134"/>
                    <a:pt x="59427" y="42134"/>
                  </a:cubicBezTo>
                  <a:close/>
                </a:path>
              </a:pathLst>
            </a:custGeom>
            <a:solidFill>
              <a:srgbClr val="007680"/>
            </a:solidFill>
            <a:ln w="6390" cap="flat">
              <a:noFill/>
              <a:prstDash val="solid"/>
              <a:miter/>
            </a:ln>
          </p:spPr>
          <p:txBody>
            <a:bodyPr rtlCol="0" anchor="ctr"/>
            <a:lstStyle/>
            <a:p>
              <a:endParaRPr lang="en-US"/>
            </a:p>
          </p:txBody>
        </p:sp>
        <p:sp>
          <p:nvSpPr>
            <p:cNvPr id="742" name="Graphic 4">
              <a:extLst>
                <a:ext uri="{FF2B5EF4-FFF2-40B4-BE49-F238E27FC236}">
                  <a16:creationId xmlns:a16="http://schemas.microsoft.com/office/drawing/2014/main" id="{AE416F3E-ED1B-0A4E-8544-C75935386310}"/>
                </a:ext>
              </a:extLst>
            </p:cNvPr>
            <p:cNvSpPr/>
            <p:nvPr/>
          </p:nvSpPr>
          <p:spPr>
            <a:xfrm>
              <a:off x="8239823" y="4308712"/>
              <a:ext cx="361670" cy="361333"/>
            </a:xfrm>
            <a:custGeom>
              <a:avLst/>
              <a:gdLst>
                <a:gd name="connsiteX0" fmla="*/ 180836 w 361670"/>
                <a:gd name="connsiteY0" fmla="*/ 0 h 361333"/>
                <a:gd name="connsiteX1" fmla="*/ 0 w 361670"/>
                <a:gd name="connsiteY1" fmla="*/ 180667 h 361333"/>
                <a:gd name="connsiteX2" fmla="*/ 180836 w 361670"/>
                <a:gd name="connsiteY2" fmla="*/ 361334 h 361333"/>
                <a:gd name="connsiteX3" fmla="*/ 361670 w 361670"/>
                <a:gd name="connsiteY3" fmla="*/ 180667 h 361333"/>
                <a:gd name="connsiteX4" fmla="*/ 180836 w 361670"/>
                <a:gd name="connsiteY4" fmla="*/ 0 h 361333"/>
                <a:gd name="connsiteX5" fmla="*/ 141856 w 361670"/>
                <a:gd name="connsiteY5" fmla="*/ 187051 h 361333"/>
                <a:gd name="connsiteX6" fmla="*/ 148246 w 361670"/>
                <a:gd name="connsiteY6" fmla="*/ 193435 h 361333"/>
                <a:gd name="connsiteX7" fmla="*/ 141856 w 361670"/>
                <a:gd name="connsiteY7" fmla="*/ 199819 h 361333"/>
                <a:gd name="connsiteX8" fmla="*/ 141856 w 361670"/>
                <a:gd name="connsiteY8" fmla="*/ 199819 h 361333"/>
                <a:gd name="connsiteX9" fmla="*/ 88181 w 361670"/>
                <a:gd name="connsiteY9" fmla="*/ 185774 h 361333"/>
                <a:gd name="connsiteX10" fmla="*/ 88181 w 361670"/>
                <a:gd name="connsiteY10" fmla="*/ 193435 h 361333"/>
                <a:gd name="connsiteX11" fmla="*/ 142496 w 361670"/>
                <a:gd name="connsiteY11" fmla="*/ 214502 h 361333"/>
                <a:gd name="connsiteX12" fmla="*/ 148886 w 361670"/>
                <a:gd name="connsiteY12" fmla="*/ 220886 h 361333"/>
                <a:gd name="connsiteX13" fmla="*/ 142496 w 361670"/>
                <a:gd name="connsiteY13" fmla="*/ 227270 h 361333"/>
                <a:gd name="connsiteX14" fmla="*/ 142496 w 361670"/>
                <a:gd name="connsiteY14" fmla="*/ 227270 h 361333"/>
                <a:gd name="connsiteX15" fmla="*/ 88820 w 361670"/>
                <a:gd name="connsiteY15" fmla="*/ 213225 h 361333"/>
                <a:gd name="connsiteX16" fmla="*/ 88820 w 361670"/>
                <a:gd name="connsiteY16" fmla="*/ 220886 h 361333"/>
                <a:gd name="connsiteX17" fmla="*/ 148246 w 361670"/>
                <a:gd name="connsiteY17" fmla="*/ 241953 h 361333"/>
                <a:gd name="connsiteX18" fmla="*/ 154636 w 361670"/>
                <a:gd name="connsiteY18" fmla="*/ 248337 h 361333"/>
                <a:gd name="connsiteX19" fmla="*/ 148246 w 361670"/>
                <a:gd name="connsiteY19" fmla="*/ 254721 h 361333"/>
                <a:gd name="connsiteX20" fmla="*/ 76040 w 361670"/>
                <a:gd name="connsiteY20" fmla="*/ 220886 h 361333"/>
                <a:gd name="connsiteX21" fmla="*/ 76040 w 361670"/>
                <a:gd name="connsiteY21" fmla="*/ 111081 h 361333"/>
                <a:gd name="connsiteX22" fmla="*/ 148246 w 361670"/>
                <a:gd name="connsiteY22" fmla="*/ 77246 h 361333"/>
                <a:gd name="connsiteX23" fmla="*/ 220453 w 361670"/>
                <a:gd name="connsiteY23" fmla="*/ 111081 h 361333"/>
                <a:gd name="connsiteX24" fmla="*/ 148246 w 361670"/>
                <a:gd name="connsiteY24" fmla="*/ 144916 h 361333"/>
                <a:gd name="connsiteX25" fmla="*/ 88820 w 361670"/>
                <a:gd name="connsiteY25" fmla="*/ 130872 h 361333"/>
                <a:gd name="connsiteX26" fmla="*/ 88820 w 361670"/>
                <a:gd name="connsiteY26" fmla="*/ 138533 h 361333"/>
                <a:gd name="connsiteX27" fmla="*/ 148246 w 361670"/>
                <a:gd name="connsiteY27" fmla="*/ 159600 h 361333"/>
                <a:gd name="connsiteX28" fmla="*/ 154636 w 361670"/>
                <a:gd name="connsiteY28" fmla="*/ 165984 h 361333"/>
                <a:gd name="connsiteX29" fmla="*/ 148246 w 361670"/>
                <a:gd name="connsiteY29" fmla="*/ 172368 h 361333"/>
                <a:gd name="connsiteX30" fmla="*/ 88820 w 361670"/>
                <a:gd name="connsiteY30" fmla="*/ 158323 h 361333"/>
                <a:gd name="connsiteX31" fmla="*/ 88820 w 361670"/>
                <a:gd name="connsiteY31" fmla="*/ 165984 h 361333"/>
                <a:gd name="connsiteX32" fmla="*/ 141856 w 361670"/>
                <a:gd name="connsiteY32" fmla="*/ 187051 h 361333"/>
                <a:gd name="connsiteX33" fmla="*/ 227482 w 361670"/>
                <a:gd name="connsiteY33" fmla="*/ 284087 h 361333"/>
                <a:gd name="connsiteX34" fmla="*/ 155276 w 361670"/>
                <a:gd name="connsiteY34" fmla="*/ 211948 h 361333"/>
                <a:gd name="connsiteX35" fmla="*/ 227482 w 361670"/>
                <a:gd name="connsiteY35" fmla="*/ 139809 h 361333"/>
                <a:gd name="connsiteX36" fmla="*/ 299688 w 361670"/>
                <a:gd name="connsiteY36" fmla="*/ 211948 h 361333"/>
                <a:gd name="connsiteX37" fmla="*/ 227482 w 361670"/>
                <a:gd name="connsiteY37" fmla="*/ 28408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1670" h="361333">
                  <a:moveTo>
                    <a:pt x="180836" y="0"/>
                  </a:moveTo>
                  <a:cubicBezTo>
                    <a:pt x="80513" y="0"/>
                    <a:pt x="0" y="81077"/>
                    <a:pt x="0" y="180667"/>
                  </a:cubicBezTo>
                  <a:cubicBezTo>
                    <a:pt x="0" y="280257"/>
                    <a:pt x="81152" y="361334"/>
                    <a:pt x="180836" y="361334"/>
                  </a:cubicBezTo>
                  <a:cubicBezTo>
                    <a:pt x="281157" y="361334"/>
                    <a:pt x="361670" y="280257"/>
                    <a:pt x="361670" y="180667"/>
                  </a:cubicBezTo>
                  <a:cubicBezTo>
                    <a:pt x="361670" y="81077"/>
                    <a:pt x="281157" y="0"/>
                    <a:pt x="180836" y="0"/>
                  </a:cubicBezTo>
                  <a:close/>
                  <a:moveTo>
                    <a:pt x="141856" y="187051"/>
                  </a:moveTo>
                  <a:cubicBezTo>
                    <a:pt x="145691" y="187051"/>
                    <a:pt x="148246" y="190243"/>
                    <a:pt x="148246" y="193435"/>
                  </a:cubicBezTo>
                  <a:cubicBezTo>
                    <a:pt x="148246" y="196627"/>
                    <a:pt x="145051" y="199819"/>
                    <a:pt x="141856" y="199819"/>
                  </a:cubicBezTo>
                  <a:cubicBezTo>
                    <a:pt x="141856" y="199819"/>
                    <a:pt x="141856" y="199819"/>
                    <a:pt x="141856" y="199819"/>
                  </a:cubicBezTo>
                  <a:cubicBezTo>
                    <a:pt x="118853" y="199180"/>
                    <a:pt x="99683" y="194073"/>
                    <a:pt x="88181" y="185774"/>
                  </a:cubicBezTo>
                  <a:lnTo>
                    <a:pt x="88181" y="193435"/>
                  </a:lnTo>
                  <a:cubicBezTo>
                    <a:pt x="88181" y="201095"/>
                    <a:pt x="107351" y="213225"/>
                    <a:pt x="142496" y="214502"/>
                  </a:cubicBezTo>
                  <a:cubicBezTo>
                    <a:pt x="146330" y="214502"/>
                    <a:pt x="148886" y="217694"/>
                    <a:pt x="148886" y="220886"/>
                  </a:cubicBezTo>
                  <a:cubicBezTo>
                    <a:pt x="148886" y="224078"/>
                    <a:pt x="145691" y="227270"/>
                    <a:pt x="142496" y="227270"/>
                  </a:cubicBezTo>
                  <a:cubicBezTo>
                    <a:pt x="142496" y="227270"/>
                    <a:pt x="142496" y="227270"/>
                    <a:pt x="142496" y="227270"/>
                  </a:cubicBezTo>
                  <a:cubicBezTo>
                    <a:pt x="119492" y="226631"/>
                    <a:pt x="100322" y="221524"/>
                    <a:pt x="88820" y="213225"/>
                  </a:cubicBezTo>
                  <a:lnTo>
                    <a:pt x="88820" y="220886"/>
                  </a:lnTo>
                  <a:cubicBezTo>
                    <a:pt x="88820" y="229185"/>
                    <a:pt x="111824" y="241953"/>
                    <a:pt x="148246" y="241953"/>
                  </a:cubicBezTo>
                  <a:cubicBezTo>
                    <a:pt x="152081" y="241953"/>
                    <a:pt x="154636" y="244506"/>
                    <a:pt x="154636" y="248337"/>
                  </a:cubicBezTo>
                  <a:cubicBezTo>
                    <a:pt x="154636" y="252167"/>
                    <a:pt x="152081" y="254721"/>
                    <a:pt x="148246" y="254721"/>
                  </a:cubicBezTo>
                  <a:cubicBezTo>
                    <a:pt x="113102" y="254721"/>
                    <a:pt x="76040" y="243230"/>
                    <a:pt x="76040" y="220886"/>
                  </a:cubicBezTo>
                  <a:lnTo>
                    <a:pt x="76040" y="111081"/>
                  </a:lnTo>
                  <a:cubicBezTo>
                    <a:pt x="76040" y="89376"/>
                    <a:pt x="113102" y="77246"/>
                    <a:pt x="148246" y="77246"/>
                  </a:cubicBezTo>
                  <a:cubicBezTo>
                    <a:pt x="183391" y="77246"/>
                    <a:pt x="220453" y="89376"/>
                    <a:pt x="220453" y="111081"/>
                  </a:cubicBezTo>
                  <a:cubicBezTo>
                    <a:pt x="220453" y="132787"/>
                    <a:pt x="183391" y="144916"/>
                    <a:pt x="148246" y="144916"/>
                  </a:cubicBezTo>
                  <a:cubicBezTo>
                    <a:pt x="125881" y="144916"/>
                    <a:pt x="102878" y="139809"/>
                    <a:pt x="88820" y="130872"/>
                  </a:cubicBezTo>
                  <a:lnTo>
                    <a:pt x="88820" y="138533"/>
                  </a:lnTo>
                  <a:cubicBezTo>
                    <a:pt x="88820" y="147470"/>
                    <a:pt x="111185" y="159600"/>
                    <a:pt x="148246" y="159600"/>
                  </a:cubicBezTo>
                  <a:cubicBezTo>
                    <a:pt x="152081" y="159600"/>
                    <a:pt x="154636" y="162153"/>
                    <a:pt x="154636" y="165984"/>
                  </a:cubicBezTo>
                  <a:cubicBezTo>
                    <a:pt x="154636" y="169814"/>
                    <a:pt x="152081" y="172368"/>
                    <a:pt x="148246" y="172368"/>
                  </a:cubicBezTo>
                  <a:cubicBezTo>
                    <a:pt x="125881" y="172368"/>
                    <a:pt x="102878" y="167260"/>
                    <a:pt x="88820" y="158323"/>
                  </a:cubicBezTo>
                  <a:lnTo>
                    <a:pt x="88820" y="165984"/>
                  </a:lnTo>
                  <a:cubicBezTo>
                    <a:pt x="87542" y="174283"/>
                    <a:pt x="107351" y="186412"/>
                    <a:pt x="141856" y="187051"/>
                  </a:cubicBezTo>
                  <a:close/>
                  <a:moveTo>
                    <a:pt x="227482" y="284087"/>
                  </a:moveTo>
                  <a:cubicBezTo>
                    <a:pt x="187864" y="284087"/>
                    <a:pt x="155276" y="251529"/>
                    <a:pt x="155276" y="211948"/>
                  </a:cubicBezTo>
                  <a:cubicBezTo>
                    <a:pt x="155276" y="172368"/>
                    <a:pt x="187864" y="139809"/>
                    <a:pt x="227482" y="139809"/>
                  </a:cubicBezTo>
                  <a:cubicBezTo>
                    <a:pt x="267100" y="139809"/>
                    <a:pt x="299688" y="172368"/>
                    <a:pt x="299688" y="211948"/>
                  </a:cubicBezTo>
                  <a:cubicBezTo>
                    <a:pt x="299688" y="251529"/>
                    <a:pt x="267100" y="284087"/>
                    <a:pt x="227482" y="284087"/>
                  </a:cubicBezTo>
                  <a:close/>
                </a:path>
              </a:pathLst>
            </a:custGeom>
            <a:solidFill>
              <a:srgbClr val="007680"/>
            </a:solidFill>
            <a:ln w="6390" cap="flat">
              <a:noFill/>
              <a:prstDash val="solid"/>
              <a:miter/>
            </a:ln>
          </p:spPr>
          <p:txBody>
            <a:bodyPr rtlCol="0" anchor="ctr"/>
            <a:lstStyle/>
            <a:p>
              <a:endParaRPr lang="en-US"/>
            </a:p>
          </p:txBody>
        </p:sp>
      </p:grpSp>
      <p:grpSp>
        <p:nvGrpSpPr>
          <p:cNvPr id="743" name="Graphic 4">
            <a:extLst>
              <a:ext uri="{FF2B5EF4-FFF2-40B4-BE49-F238E27FC236}">
                <a16:creationId xmlns:a16="http://schemas.microsoft.com/office/drawing/2014/main" id="{FFA6F73F-8554-FB4D-B65A-695ACD819F34}"/>
              </a:ext>
            </a:extLst>
          </p:cNvPr>
          <p:cNvGrpSpPr/>
          <p:nvPr/>
        </p:nvGrpSpPr>
        <p:grpSpPr>
          <a:xfrm>
            <a:off x="4661459" y="2371173"/>
            <a:ext cx="361670" cy="361333"/>
            <a:chOff x="4661459" y="2371173"/>
            <a:chExt cx="361670" cy="361333"/>
          </a:xfrm>
          <a:solidFill>
            <a:srgbClr val="00ABAB"/>
          </a:solidFill>
        </p:grpSpPr>
        <p:sp>
          <p:nvSpPr>
            <p:cNvPr id="744" name="Graphic 4">
              <a:extLst>
                <a:ext uri="{FF2B5EF4-FFF2-40B4-BE49-F238E27FC236}">
                  <a16:creationId xmlns:a16="http://schemas.microsoft.com/office/drawing/2014/main" id="{3B183433-BB30-044A-82FF-51213410DE31}"/>
                </a:ext>
              </a:extLst>
            </p:cNvPr>
            <p:cNvSpPr/>
            <p:nvPr/>
          </p:nvSpPr>
          <p:spPr>
            <a:xfrm>
              <a:off x="4661459"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3489" y="349204"/>
                    <a:pt x="180835" y="349204"/>
                  </a:cubicBezTo>
                  <a:close/>
                </a:path>
              </a:pathLst>
            </a:custGeom>
            <a:solidFill>
              <a:srgbClr val="00ABAB"/>
            </a:solidFill>
            <a:ln w="6390" cap="flat">
              <a:noFill/>
              <a:prstDash val="solid"/>
              <a:miter/>
            </a:ln>
          </p:spPr>
          <p:txBody>
            <a:bodyPr rtlCol="0" anchor="ctr"/>
            <a:lstStyle/>
            <a:p>
              <a:endParaRPr lang="en-US"/>
            </a:p>
          </p:txBody>
        </p:sp>
        <p:sp>
          <p:nvSpPr>
            <p:cNvPr id="745" name="Graphic 4">
              <a:extLst>
                <a:ext uri="{FF2B5EF4-FFF2-40B4-BE49-F238E27FC236}">
                  <a16:creationId xmlns:a16="http://schemas.microsoft.com/office/drawing/2014/main" id="{C2F4CE4A-56F3-2145-A48D-0A6BC13ED7F7}"/>
                </a:ext>
              </a:extLst>
            </p:cNvPr>
            <p:cNvSpPr/>
            <p:nvPr/>
          </p:nvSpPr>
          <p:spPr>
            <a:xfrm>
              <a:off x="4731748" y="2471402"/>
              <a:ext cx="221091" cy="160876"/>
            </a:xfrm>
            <a:custGeom>
              <a:avLst/>
              <a:gdLst>
                <a:gd name="connsiteX0" fmla="*/ 214702 w 221091"/>
                <a:gd name="connsiteY0" fmla="*/ 148108 h 160876"/>
                <a:gd name="connsiteX1" fmla="*/ 12780 w 221091"/>
                <a:gd name="connsiteY1" fmla="*/ 148108 h 160876"/>
                <a:gd name="connsiteX2" fmla="*/ 12780 w 221091"/>
                <a:gd name="connsiteY2" fmla="*/ 6384 h 160876"/>
                <a:gd name="connsiteX3" fmla="*/ 6390 w 221091"/>
                <a:gd name="connsiteY3" fmla="*/ 0 h 160876"/>
                <a:gd name="connsiteX4" fmla="*/ 0 w 221091"/>
                <a:gd name="connsiteY4" fmla="*/ 6384 h 160876"/>
                <a:gd name="connsiteX5" fmla="*/ 0 w 221091"/>
                <a:gd name="connsiteY5" fmla="*/ 154492 h 160876"/>
                <a:gd name="connsiteX6" fmla="*/ 6390 w 221091"/>
                <a:gd name="connsiteY6" fmla="*/ 160876 h 160876"/>
                <a:gd name="connsiteX7" fmla="*/ 214702 w 221091"/>
                <a:gd name="connsiteY7" fmla="*/ 160876 h 160876"/>
                <a:gd name="connsiteX8" fmla="*/ 221092 w 221091"/>
                <a:gd name="connsiteY8" fmla="*/ 154492 h 160876"/>
                <a:gd name="connsiteX9" fmla="*/ 214702 w 221091"/>
                <a:gd name="connsiteY9" fmla="*/ 148108 h 16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091" h="160876">
                  <a:moveTo>
                    <a:pt x="214702" y="148108"/>
                  </a:moveTo>
                  <a:lnTo>
                    <a:pt x="12780" y="148108"/>
                  </a:lnTo>
                  <a:lnTo>
                    <a:pt x="12780" y="6384"/>
                  </a:lnTo>
                  <a:cubicBezTo>
                    <a:pt x="12780" y="2554"/>
                    <a:pt x="10224" y="0"/>
                    <a:pt x="6390" y="0"/>
                  </a:cubicBezTo>
                  <a:cubicBezTo>
                    <a:pt x="2556" y="0"/>
                    <a:pt x="0" y="2554"/>
                    <a:pt x="0" y="6384"/>
                  </a:cubicBezTo>
                  <a:lnTo>
                    <a:pt x="0" y="154492"/>
                  </a:lnTo>
                  <a:cubicBezTo>
                    <a:pt x="0" y="158323"/>
                    <a:pt x="2556" y="160876"/>
                    <a:pt x="6390" y="160876"/>
                  </a:cubicBezTo>
                  <a:lnTo>
                    <a:pt x="214702" y="160876"/>
                  </a:lnTo>
                  <a:cubicBezTo>
                    <a:pt x="218536" y="160876"/>
                    <a:pt x="221092" y="158323"/>
                    <a:pt x="221092" y="154492"/>
                  </a:cubicBezTo>
                  <a:cubicBezTo>
                    <a:pt x="221092" y="150662"/>
                    <a:pt x="217897" y="148108"/>
                    <a:pt x="214702" y="148108"/>
                  </a:cubicBezTo>
                  <a:close/>
                </a:path>
              </a:pathLst>
            </a:custGeom>
            <a:solidFill>
              <a:srgbClr val="00ABAB"/>
            </a:solidFill>
            <a:ln w="6390" cap="flat">
              <a:noFill/>
              <a:prstDash val="solid"/>
              <a:miter/>
            </a:ln>
          </p:spPr>
          <p:txBody>
            <a:bodyPr rtlCol="0" anchor="ctr"/>
            <a:lstStyle/>
            <a:p>
              <a:endParaRPr lang="en-US"/>
            </a:p>
          </p:txBody>
        </p:sp>
        <p:sp>
          <p:nvSpPr>
            <p:cNvPr id="746" name="Graphic 4">
              <a:extLst>
                <a:ext uri="{FF2B5EF4-FFF2-40B4-BE49-F238E27FC236}">
                  <a16:creationId xmlns:a16="http://schemas.microsoft.com/office/drawing/2014/main" id="{9490AB87-CF59-B14F-A37F-4C376730A782}"/>
                </a:ext>
              </a:extLst>
            </p:cNvPr>
            <p:cNvSpPr/>
            <p:nvPr/>
          </p:nvSpPr>
          <p:spPr>
            <a:xfrm>
              <a:off x="4761142" y="2486723"/>
              <a:ext cx="190420" cy="101505"/>
            </a:xfrm>
            <a:custGeom>
              <a:avLst/>
              <a:gdLst>
                <a:gd name="connsiteX0" fmla="*/ 83708 w 190420"/>
                <a:gd name="connsiteY0" fmla="*/ 92568 h 101505"/>
                <a:gd name="connsiteX1" fmla="*/ 88181 w 190420"/>
                <a:gd name="connsiteY1" fmla="*/ 94483 h 101505"/>
                <a:gd name="connsiteX2" fmla="*/ 88181 w 190420"/>
                <a:gd name="connsiteY2" fmla="*/ 94483 h 101505"/>
                <a:gd name="connsiteX3" fmla="*/ 92654 w 190420"/>
                <a:gd name="connsiteY3" fmla="*/ 92568 h 101505"/>
                <a:gd name="connsiteX4" fmla="*/ 132272 w 190420"/>
                <a:gd name="connsiteY4" fmla="*/ 52349 h 101505"/>
                <a:gd name="connsiteX5" fmla="*/ 179557 w 190420"/>
                <a:gd name="connsiteY5" fmla="*/ 99590 h 101505"/>
                <a:gd name="connsiteX6" fmla="*/ 184030 w 190420"/>
                <a:gd name="connsiteY6" fmla="*/ 101505 h 101505"/>
                <a:gd name="connsiteX7" fmla="*/ 188503 w 190420"/>
                <a:gd name="connsiteY7" fmla="*/ 99590 h 101505"/>
                <a:gd name="connsiteX8" fmla="*/ 188503 w 190420"/>
                <a:gd name="connsiteY8" fmla="*/ 90653 h 101505"/>
                <a:gd name="connsiteX9" fmla="*/ 136745 w 190420"/>
                <a:gd name="connsiteY9" fmla="*/ 38942 h 101505"/>
                <a:gd name="connsiteX10" fmla="*/ 132272 w 190420"/>
                <a:gd name="connsiteY10" fmla="*/ 37027 h 101505"/>
                <a:gd name="connsiteX11" fmla="*/ 132272 w 190420"/>
                <a:gd name="connsiteY11" fmla="*/ 37027 h 101505"/>
                <a:gd name="connsiteX12" fmla="*/ 127799 w 190420"/>
                <a:gd name="connsiteY12" fmla="*/ 38942 h 101505"/>
                <a:gd name="connsiteX13" fmla="*/ 88181 w 190420"/>
                <a:gd name="connsiteY13" fmla="*/ 79161 h 101505"/>
                <a:gd name="connsiteX14" fmla="*/ 10863 w 190420"/>
                <a:gd name="connsiteY14" fmla="*/ 1915 h 101505"/>
                <a:gd name="connsiteX15" fmla="*/ 1917 w 190420"/>
                <a:gd name="connsiteY15" fmla="*/ 1915 h 101505"/>
                <a:gd name="connsiteX16" fmla="*/ 1917 w 190420"/>
                <a:gd name="connsiteY16" fmla="*/ 10853 h 101505"/>
                <a:gd name="connsiteX17" fmla="*/ 83708 w 190420"/>
                <a:gd name="connsiteY17" fmla="*/ 92568 h 101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0420" h="101505">
                  <a:moveTo>
                    <a:pt x="83708" y="92568"/>
                  </a:moveTo>
                  <a:cubicBezTo>
                    <a:pt x="84986" y="93845"/>
                    <a:pt x="86264" y="94483"/>
                    <a:pt x="88181" y="94483"/>
                  </a:cubicBezTo>
                  <a:cubicBezTo>
                    <a:pt x="88181" y="94483"/>
                    <a:pt x="88181" y="94483"/>
                    <a:pt x="88181" y="94483"/>
                  </a:cubicBezTo>
                  <a:cubicBezTo>
                    <a:pt x="90098" y="94483"/>
                    <a:pt x="91376" y="93845"/>
                    <a:pt x="92654" y="92568"/>
                  </a:cubicBezTo>
                  <a:lnTo>
                    <a:pt x="132272" y="52349"/>
                  </a:lnTo>
                  <a:lnTo>
                    <a:pt x="179557" y="99590"/>
                  </a:lnTo>
                  <a:cubicBezTo>
                    <a:pt x="180835" y="100867"/>
                    <a:pt x="182752" y="101505"/>
                    <a:pt x="184030" y="101505"/>
                  </a:cubicBezTo>
                  <a:cubicBezTo>
                    <a:pt x="185308" y="101505"/>
                    <a:pt x="187225" y="100867"/>
                    <a:pt x="188503" y="99590"/>
                  </a:cubicBezTo>
                  <a:cubicBezTo>
                    <a:pt x="191059" y="97037"/>
                    <a:pt x="191059" y="93206"/>
                    <a:pt x="188503" y="90653"/>
                  </a:cubicBezTo>
                  <a:lnTo>
                    <a:pt x="136745" y="38942"/>
                  </a:lnTo>
                  <a:cubicBezTo>
                    <a:pt x="135467" y="37665"/>
                    <a:pt x="134188" y="37027"/>
                    <a:pt x="132272" y="37027"/>
                  </a:cubicBezTo>
                  <a:cubicBezTo>
                    <a:pt x="132272" y="37027"/>
                    <a:pt x="132272" y="37027"/>
                    <a:pt x="132272" y="37027"/>
                  </a:cubicBezTo>
                  <a:cubicBezTo>
                    <a:pt x="130355" y="37027"/>
                    <a:pt x="129077" y="37665"/>
                    <a:pt x="127799" y="38942"/>
                  </a:cubicBezTo>
                  <a:lnTo>
                    <a:pt x="88181" y="79161"/>
                  </a:lnTo>
                  <a:lnTo>
                    <a:pt x="10863" y="1915"/>
                  </a:lnTo>
                  <a:cubicBezTo>
                    <a:pt x="8307" y="-638"/>
                    <a:pt x="4473" y="-638"/>
                    <a:pt x="1917" y="1915"/>
                  </a:cubicBezTo>
                  <a:cubicBezTo>
                    <a:pt x="-639" y="4469"/>
                    <a:pt x="-639" y="8299"/>
                    <a:pt x="1917" y="10853"/>
                  </a:cubicBezTo>
                  <a:lnTo>
                    <a:pt x="83708" y="92568"/>
                  </a:lnTo>
                  <a:close/>
                </a:path>
              </a:pathLst>
            </a:custGeom>
            <a:solidFill>
              <a:srgbClr val="00ABAB"/>
            </a:solidFill>
            <a:ln w="6390" cap="flat">
              <a:noFill/>
              <a:prstDash val="solid"/>
              <a:miter/>
            </a:ln>
          </p:spPr>
          <p:txBody>
            <a:bodyPr rtlCol="0" anchor="ctr"/>
            <a:lstStyle/>
            <a:p>
              <a:endParaRPr lang="en-US"/>
            </a:p>
          </p:txBody>
        </p:sp>
      </p:grpSp>
      <p:grpSp>
        <p:nvGrpSpPr>
          <p:cNvPr id="747" name="Graphic 4">
            <a:extLst>
              <a:ext uri="{FF2B5EF4-FFF2-40B4-BE49-F238E27FC236}">
                <a16:creationId xmlns:a16="http://schemas.microsoft.com/office/drawing/2014/main" id="{C21A6880-0075-4847-B1FB-3512BDB55DDD}"/>
              </a:ext>
            </a:extLst>
          </p:cNvPr>
          <p:cNvGrpSpPr/>
          <p:nvPr/>
        </p:nvGrpSpPr>
        <p:grpSpPr>
          <a:xfrm>
            <a:off x="4661459" y="1893013"/>
            <a:ext cx="361670" cy="361333"/>
            <a:chOff x="4661459" y="1893013"/>
            <a:chExt cx="361670" cy="361333"/>
          </a:xfrm>
          <a:solidFill>
            <a:srgbClr val="00ABAB"/>
          </a:solidFill>
        </p:grpSpPr>
        <p:sp>
          <p:nvSpPr>
            <p:cNvPr id="748" name="Graphic 4">
              <a:extLst>
                <a:ext uri="{FF2B5EF4-FFF2-40B4-BE49-F238E27FC236}">
                  <a16:creationId xmlns:a16="http://schemas.microsoft.com/office/drawing/2014/main" id="{022B90A1-E69C-0F40-9F90-075937ECF2C2}"/>
                </a:ext>
              </a:extLst>
            </p:cNvPr>
            <p:cNvSpPr/>
            <p:nvPr/>
          </p:nvSpPr>
          <p:spPr>
            <a:xfrm>
              <a:off x="4661459"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ABAB"/>
            </a:solidFill>
            <a:ln w="6390" cap="flat">
              <a:noFill/>
              <a:prstDash val="solid"/>
              <a:miter/>
            </a:ln>
          </p:spPr>
          <p:txBody>
            <a:bodyPr rtlCol="0" anchor="ctr"/>
            <a:lstStyle/>
            <a:p>
              <a:endParaRPr lang="en-US"/>
            </a:p>
          </p:txBody>
        </p:sp>
        <p:sp>
          <p:nvSpPr>
            <p:cNvPr id="749" name="Graphic 4">
              <a:extLst>
                <a:ext uri="{FF2B5EF4-FFF2-40B4-BE49-F238E27FC236}">
                  <a16:creationId xmlns:a16="http://schemas.microsoft.com/office/drawing/2014/main" id="{D8557898-37FB-E14F-92A7-FF15ACE39A9C}"/>
                </a:ext>
              </a:extLst>
            </p:cNvPr>
            <p:cNvSpPr/>
            <p:nvPr/>
          </p:nvSpPr>
          <p:spPr>
            <a:xfrm>
              <a:off x="4774560" y="2022897"/>
              <a:ext cx="134188" cy="72487"/>
            </a:xfrm>
            <a:custGeom>
              <a:avLst/>
              <a:gdLst>
                <a:gd name="connsiteX0" fmla="*/ 123965 w 134188"/>
                <a:gd name="connsiteY0" fmla="*/ 2264 h 72487"/>
                <a:gd name="connsiteX1" fmla="*/ 77318 w 134188"/>
                <a:gd name="connsiteY1" fmla="*/ 48867 h 72487"/>
                <a:gd name="connsiteX2" fmla="*/ 54315 w 134188"/>
                <a:gd name="connsiteY2" fmla="*/ 25885 h 72487"/>
                <a:gd name="connsiteX3" fmla="*/ 37701 w 134188"/>
                <a:gd name="connsiteY3" fmla="*/ 25885 h 72487"/>
                <a:gd name="connsiteX4" fmla="*/ 1917 w 134188"/>
                <a:gd name="connsiteY4" fmla="*/ 61635 h 72487"/>
                <a:gd name="connsiteX5" fmla="*/ 1917 w 134188"/>
                <a:gd name="connsiteY5" fmla="*/ 70573 h 72487"/>
                <a:gd name="connsiteX6" fmla="*/ 6390 w 134188"/>
                <a:gd name="connsiteY6" fmla="*/ 72488 h 72487"/>
                <a:gd name="connsiteX7" fmla="*/ 10863 w 134188"/>
                <a:gd name="connsiteY7" fmla="*/ 70573 h 72487"/>
                <a:gd name="connsiteX8" fmla="*/ 46008 w 134188"/>
                <a:gd name="connsiteY8" fmla="*/ 35461 h 72487"/>
                <a:gd name="connsiteX9" fmla="*/ 72206 w 134188"/>
                <a:gd name="connsiteY9" fmla="*/ 61635 h 72487"/>
                <a:gd name="connsiteX10" fmla="*/ 81152 w 134188"/>
                <a:gd name="connsiteY10" fmla="*/ 61635 h 72487"/>
                <a:gd name="connsiteX11" fmla="*/ 132272 w 134188"/>
                <a:gd name="connsiteY11" fmla="*/ 10563 h 72487"/>
                <a:gd name="connsiteX12" fmla="*/ 132272 w 134188"/>
                <a:gd name="connsiteY12" fmla="*/ 1626 h 72487"/>
                <a:gd name="connsiteX13" fmla="*/ 123965 w 134188"/>
                <a:gd name="connsiteY13" fmla="*/ 2264 h 72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4188" h="72487">
                  <a:moveTo>
                    <a:pt x="123965" y="2264"/>
                  </a:moveTo>
                  <a:lnTo>
                    <a:pt x="77318" y="48867"/>
                  </a:lnTo>
                  <a:lnTo>
                    <a:pt x="54315" y="25885"/>
                  </a:lnTo>
                  <a:cubicBezTo>
                    <a:pt x="49842" y="21416"/>
                    <a:pt x="42174" y="21416"/>
                    <a:pt x="37701" y="25885"/>
                  </a:cubicBezTo>
                  <a:cubicBezTo>
                    <a:pt x="37701" y="25885"/>
                    <a:pt x="3834" y="59720"/>
                    <a:pt x="1917" y="61635"/>
                  </a:cubicBezTo>
                  <a:cubicBezTo>
                    <a:pt x="-639" y="64189"/>
                    <a:pt x="-639" y="68019"/>
                    <a:pt x="1917" y="70573"/>
                  </a:cubicBezTo>
                  <a:cubicBezTo>
                    <a:pt x="3195" y="71849"/>
                    <a:pt x="5112" y="72488"/>
                    <a:pt x="6390" y="72488"/>
                  </a:cubicBezTo>
                  <a:cubicBezTo>
                    <a:pt x="8307" y="72488"/>
                    <a:pt x="9585" y="71849"/>
                    <a:pt x="10863" y="70573"/>
                  </a:cubicBezTo>
                  <a:cubicBezTo>
                    <a:pt x="12780" y="68657"/>
                    <a:pt x="40896" y="40568"/>
                    <a:pt x="46008" y="35461"/>
                  </a:cubicBezTo>
                  <a:lnTo>
                    <a:pt x="72206" y="61635"/>
                  </a:lnTo>
                  <a:cubicBezTo>
                    <a:pt x="74763" y="64189"/>
                    <a:pt x="78596" y="64189"/>
                    <a:pt x="81152" y="61635"/>
                  </a:cubicBezTo>
                  <a:lnTo>
                    <a:pt x="132272" y="10563"/>
                  </a:lnTo>
                  <a:cubicBezTo>
                    <a:pt x="134828" y="8010"/>
                    <a:pt x="134828" y="4179"/>
                    <a:pt x="132272" y="1626"/>
                  </a:cubicBezTo>
                  <a:cubicBezTo>
                    <a:pt x="129716" y="-928"/>
                    <a:pt x="126521" y="-290"/>
                    <a:pt x="123965" y="2264"/>
                  </a:cubicBezTo>
                  <a:close/>
                </a:path>
              </a:pathLst>
            </a:custGeom>
            <a:solidFill>
              <a:srgbClr val="00ABAB"/>
            </a:solidFill>
            <a:ln w="6390" cap="flat">
              <a:noFill/>
              <a:prstDash val="solid"/>
              <a:miter/>
            </a:ln>
          </p:spPr>
          <p:txBody>
            <a:bodyPr rtlCol="0" anchor="ctr"/>
            <a:lstStyle/>
            <a:p>
              <a:endParaRPr lang="en-US"/>
            </a:p>
          </p:txBody>
        </p:sp>
        <p:sp>
          <p:nvSpPr>
            <p:cNvPr id="750" name="Graphic 4">
              <a:extLst>
                <a:ext uri="{FF2B5EF4-FFF2-40B4-BE49-F238E27FC236}">
                  <a16:creationId xmlns:a16="http://schemas.microsoft.com/office/drawing/2014/main" id="{23273F96-3127-1C4A-B025-F412B2AC7632}"/>
                </a:ext>
              </a:extLst>
            </p:cNvPr>
            <p:cNvSpPr/>
            <p:nvPr/>
          </p:nvSpPr>
          <p:spPr>
            <a:xfrm>
              <a:off x="4745806" y="2000264"/>
              <a:ext cx="192976" cy="115549"/>
            </a:xfrm>
            <a:custGeom>
              <a:avLst/>
              <a:gdLst>
                <a:gd name="connsiteX0" fmla="*/ 6390 w 192976"/>
                <a:gd name="connsiteY0" fmla="*/ 115550 h 115549"/>
                <a:gd name="connsiteX1" fmla="*/ 186586 w 192976"/>
                <a:gd name="connsiteY1" fmla="*/ 115550 h 115549"/>
                <a:gd name="connsiteX2" fmla="*/ 192976 w 192976"/>
                <a:gd name="connsiteY2" fmla="*/ 109166 h 115549"/>
                <a:gd name="connsiteX3" fmla="*/ 192976 w 192976"/>
                <a:gd name="connsiteY3" fmla="*/ 6384 h 115549"/>
                <a:gd name="connsiteX4" fmla="*/ 186586 w 192976"/>
                <a:gd name="connsiteY4" fmla="*/ 0 h 115549"/>
                <a:gd name="connsiteX5" fmla="*/ 6390 w 192976"/>
                <a:gd name="connsiteY5" fmla="*/ 0 h 115549"/>
                <a:gd name="connsiteX6" fmla="*/ 0 w 192976"/>
                <a:gd name="connsiteY6" fmla="*/ 6384 h 115549"/>
                <a:gd name="connsiteX7" fmla="*/ 0 w 192976"/>
                <a:gd name="connsiteY7" fmla="*/ 109166 h 115549"/>
                <a:gd name="connsiteX8" fmla="*/ 6390 w 192976"/>
                <a:gd name="connsiteY8" fmla="*/ 115550 h 115549"/>
                <a:gd name="connsiteX9" fmla="*/ 12780 w 192976"/>
                <a:gd name="connsiteY9" fmla="*/ 12768 h 115549"/>
                <a:gd name="connsiteX10" fmla="*/ 180196 w 192976"/>
                <a:gd name="connsiteY10" fmla="*/ 12768 h 115549"/>
                <a:gd name="connsiteX11" fmla="*/ 180196 w 192976"/>
                <a:gd name="connsiteY11" fmla="*/ 102782 h 115549"/>
                <a:gd name="connsiteX12" fmla="*/ 12780 w 192976"/>
                <a:gd name="connsiteY12" fmla="*/ 102782 h 115549"/>
                <a:gd name="connsiteX13" fmla="*/ 12780 w 192976"/>
                <a:gd name="connsiteY13" fmla="*/ 12768 h 115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2976" h="115549">
                  <a:moveTo>
                    <a:pt x="6390" y="115550"/>
                  </a:moveTo>
                  <a:lnTo>
                    <a:pt x="186586" y="115550"/>
                  </a:lnTo>
                  <a:cubicBezTo>
                    <a:pt x="190420" y="115550"/>
                    <a:pt x="192976" y="112996"/>
                    <a:pt x="192976" y="109166"/>
                  </a:cubicBezTo>
                  <a:lnTo>
                    <a:pt x="192976" y="6384"/>
                  </a:lnTo>
                  <a:cubicBezTo>
                    <a:pt x="192976" y="2554"/>
                    <a:pt x="190420" y="0"/>
                    <a:pt x="186586" y="0"/>
                  </a:cubicBezTo>
                  <a:lnTo>
                    <a:pt x="6390" y="0"/>
                  </a:lnTo>
                  <a:cubicBezTo>
                    <a:pt x="2556" y="0"/>
                    <a:pt x="0" y="2554"/>
                    <a:pt x="0" y="6384"/>
                  </a:cubicBezTo>
                  <a:lnTo>
                    <a:pt x="0" y="109166"/>
                  </a:lnTo>
                  <a:cubicBezTo>
                    <a:pt x="0" y="112996"/>
                    <a:pt x="2556" y="115550"/>
                    <a:pt x="6390" y="115550"/>
                  </a:cubicBezTo>
                  <a:close/>
                  <a:moveTo>
                    <a:pt x="12780" y="12768"/>
                  </a:moveTo>
                  <a:lnTo>
                    <a:pt x="180196" y="12768"/>
                  </a:lnTo>
                  <a:lnTo>
                    <a:pt x="180196" y="102782"/>
                  </a:lnTo>
                  <a:lnTo>
                    <a:pt x="12780" y="102782"/>
                  </a:lnTo>
                  <a:lnTo>
                    <a:pt x="12780" y="12768"/>
                  </a:lnTo>
                  <a:close/>
                </a:path>
              </a:pathLst>
            </a:custGeom>
            <a:solidFill>
              <a:srgbClr val="00ABAB"/>
            </a:solidFill>
            <a:ln w="6390" cap="flat">
              <a:noFill/>
              <a:prstDash val="solid"/>
              <a:miter/>
            </a:ln>
          </p:spPr>
          <p:txBody>
            <a:bodyPr rtlCol="0" anchor="ctr"/>
            <a:lstStyle/>
            <a:p>
              <a:endParaRPr lang="en-US"/>
            </a:p>
          </p:txBody>
        </p:sp>
        <p:sp>
          <p:nvSpPr>
            <p:cNvPr id="751" name="Graphic 4">
              <a:extLst>
                <a:ext uri="{FF2B5EF4-FFF2-40B4-BE49-F238E27FC236}">
                  <a16:creationId xmlns:a16="http://schemas.microsoft.com/office/drawing/2014/main" id="{BBF36FA4-3447-3547-B3DF-0D553D7C3A13}"/>
                </a:ext>
              </a:extLst>
            </p:cNvPr>
            <p:cNvSpPr/>
            <p:nvPr/>
          </p:nvSpPr>
          <p:spPr>
            <a:xfrm>
              <a:off x="4731109" y="2134327"/>
              <a:ext cx="222369" cy="12767"/>
            </a:xfrm>
            <a:custGeom>
              <a:avLst/>
              <a:gdLst>
                <a:gd name="connsiteX0" fmla="*/ 215980 w 222369"/>
                <a:gd name="connsiteY0" fmla="*/ 0 h 12767"/>
                <a:gd name="connsiteX1" fmla="*/ 6390 w 222369"/>
                <a:gd name="connsiteY1" fmla="*/ 0 h 12767"/>
                <a:gd name="connsiteX2" fmla="*/ 0 w 222369"/>
                <a:gd name="connsiteY2" fmla="*/ 6384 h 12767"/>
                <a:gd name="connsiteX3" fmla="*/ 6390 w 222369"/>
                <a:gd name="connsiteY3" fmla="*/ 12768 h 12767"/>
                <a:gd name="connsiteX4" fmla="*/ 215980 w 222369"/>
                <a:gd name="connsiteY4" fmla="*/ 12768 h 12767"/>
                <a:gd name="connsiteX5" fmla="*/ 222370 w 222369"/>
                <a:gd name="connsiteY5" fmla="*/ 6384 h 12767"/>
                <a:gd name="connsiteX6" fmla="*/ 215980 w 22236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369" h="12767">
                  <a:moveTo>
                    <a:pt x="215980" y="0"/>
                  </a:moveTo>
                  <a:lnTo>
                    <a:pt x="6390" y="0"/>
                  </a:lnTo>
                  <a:cubicBezTo>
                    <a:pt x="2556" y="0"/>
                    <a:pt x="0" y="2554"/>
                    <a:pt x="0" y="6384"/>
                  </a:cubicBezTo>
                  <a:cubicBezTo>
                    <a:pt x="0" y="10214"/>
                    <a:pt x="2556" y="12768"/>
                    <a:pt x="6390" y="12768"/>
                  </a:cubicBezTo>
                  <a:lnTo>
                    <a:pt x="215980" y="12768"/>
                  </a:lnTo>
                  <a:cubicBezTo>
                    <a:pt x="219814" y="12768"/>
                    <a:pt x="222370" y="10214"/>
                    <a:pt x="222370" y="6384"/>
                  </a:cubicBezTo>
                  <a:cubicBezTo>
                    <a:pt x="222370" y="2554"/>
                    <a:pt x="219814" y="0"/>
                    <a:pt x="215980" y="0"/>
                  </a:cubicBezTo>
                  <a:close/>
                </a:path>
              </a:pathLst>
            </a:custGeom>
            <a:solidFill>
              <a:srgbClr val="00ABAB"/>
            </a:solidFill>
            <a:ln w="6390" cap="flat">
              <a:noFill/>
              <a:prstDash val="solid"/>
              <a:miter/>
            </a:ln>
          </p:spPr>
          <p:txBody>
            <a:bodyPr rtlCol="0" anchor="ctr"/>
            <a:lstStyle/>
            <a:p>
              <a:endParaRPr lang="en-US"/>
            </a:p>
          </p:txBody>
        </p:sp>
      </p:grpSp>
      <p:sp>
        <p:nvSpPr>
          <p:cNvPr id="752" name="Graphic 4">
            <a:extLst>
              <a:ext uri="{FF2B5EF4-FFF2-40B4-BE49-F238E27FC236}">
                <a16:creationId xmlns:a16="http://schemas.microsoft.com/office/drawing/2014/main" id="{51932720-EF84-A444-B6CD-2E5D0CC45B95}"/>
              </a:ext>
            </a:extLst>
          </p:cNvPr>
          <p:cNvSpPr/>
          <p:nvPr/>
        </p:nvSpPr>
        <p:spPr>
          <a:xfrm>
            <a:off x="5099808" y="237117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101600 w 361670"/>
              <a:gd name="connsiteY5" fmla="*/ 117465 h 361333"/>
              <a:gd name="connsiteX6" fmla="*/ 110546 w 361670"/>
              <a:gd name="connsiteY6" fmla="*/ 117465 h 361333"/>
              <a:gd name="connsiteX7" fmla="*/ 187864 w 361670"/>
              <a:gd name="connsiteY7" fmla="*/ 194711 h 361333"/>
              <a:gd name="connsiteX8" fmla="*/ 227482 w 361670"/>
              <a:gd name="connsiteY8" fmla="*/ 154492 h 361333"/>
              <a:gd name="connsiteX9" fmla="*/ 231955 w 361670"/>
              <a:gd name="connsiteY9" fmla="*/ 152577 h 361333"/>
              <a:gd name="connsiteX10" fmla="*/ 231955 w 361670"/>
              <a:gd name="connsiteY10" fmla="*/ 152577 h 361333"/>
              <a:gd name="connsiteX11" fmla="*/ 236428 w 361670"/>
              <a:gd name="connsiteY11" fmla="*/ 154492 h 361333"/>
              <a:gd name="connsiteX12" fmla="*/ 288186 w 361670"/>
              <a:gd name="connsiteY12" fmla="*/ 206203 h 361333"/>
              <a:gd name="connsiteX13" fmla="*/ 288186 w 361670"/>
              <a:gd name="connsiteY13" fmla="*/ 215140 h 361333"/>
              <a:gd name="connsiteX14" fmla="*/ 283713 w 361670"/>
              <a:gd name="connsiteY14" fmla="*/ 217055 h 361333"/>
              <a:gd name="connsiteX15" fmla="*/ 279240 w 361670"/>
              <a:gd name="connsiteY15" fmla="*/ 215140 h 361333"/>
              <a:gd name="connsiteX16" fmla="*/ 231955 w 361670"/>
              <a:gd name="connsiteY16" fmla="*/ 167899 h 361333"/>
              <a:gd name="connsiteX17" fmla="*/ 192337 w 361670"/>
              <a:gd name="connsiteY17" fmla="*/ 208118 h 361333"/>
              <a:gd name="connsiteX18" fmla="*/ 187864 w 361670"/>
              <a:gd name="connsiteY18" fmla="*/ 210033 h 361333"/>
              <a:gd name="connsiteX19" fmla="*/ 187864 w 361670"/>
              <a:gd name="connsiteY19" fmla="*/ 210033 h 361333"/>
              <a:gd name="connsiteX20" fmla="*/ 183391 w 361670"/>
              <a:gd name="connsiteY20" fmla="*/ 208118 h 361333"/>
              <a:gd name="connsiteX21" fmla="*/ 101600 w 361670"/>
              <a:gd name="connsiteY21" fmla="*/ 126403 h 361333"/>
              <a:gd name="connsiteX22" fmla="*/ 101600 w 361670"/>
              <a:gd name="connsiteY22" fmla="*/ 117465 h 361333"/>
              <a:gd name="connsiteX23" fmla="*/ 284352 w 361670"/>
              <a:gd name="connsiteY23" fmla="*/ 261105 h 361333"/>
              <a:gd name="connsiteX24" fmla="*/ 76040 w 361670"/>
              <a:gd name="connsiteY24" fmla="*/ 261105 h 361333"/>
              <a:gd name="connsiteX25" fmla="*/ 69650 w 361670"/>
              <a:gd name="connsiteY25" fmla="*/ 254721 h 361333"/>
              <a:gd name="connsiteX26" fmla="*/ 69650 w 361670"/>
              <a:gd name="connsiteY26" fmla="*/ 106613 h 361333"/>
              <a:gd name="connsiteX27" fmla="*/ 76040 w 361670"/>
              <a:gd name="connsiteY27" fmla="*/ 100229 h 361333"/>
              <a:gd name="connsiteX28" fmla="*/ 82430 w 361670"/>
              <a:gd name="connsiteY28" fmla="*/ 106613 h 361333"/>
              <a:gd name="connsiteX29" fmla="*/ 82430 w 361670"/>
              <a:gd name="connsiteY29" fmla="*/ 248337 h 361333"/>
              <a:gd name="connsiteX30" fmla="*/ 284352 w 361670"/>
              <a:gd name="connsiteY30" fmla="*/ 248337 h 361333"/>
              <a:gd name="connsiteX31" fmla="*/ 290742 w 361670"/>
              <a:gd name="connsiteY31" fmla="*/ 254721 h 361333"/>
              <a:gd name="connsiteX32" fmla="*/ 284352 w 361670"/>
              <a:gd name="connsiteY32" fmla="*/ 26110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1670" h="361333">
                <a:moveTo>
                  <a:pt x="180836" y="0"/>
                </a:moveTo>
                <a:cubicBezTo>
                  <a:pt x="80513" y="0"/>
                  <a:pt x="0" y="81077"/>
                  <a:pt x="0" y="180667"/>
                </a:cubicBezTo>
                <a:cubicBezTo>
                  <a:pt x="0" y="280257"/>
                  <a:pt x="81152" y="361333"/>
                  <a:pt x="180836" y="361333"/>
                </a:cubicBezTo>
                <a:cubicBezTo>
                  <a:pt x="281157" y="361333"/>
                  <a:pt x="361671" y="280257"/>
                  <a:pt x="361671" y="180667"/>
                </a:cubicBezTo>
                <a:cubicBezTo>
                  <a:pt x="361671" y="81077"/>
                  <a:pt x="280518" y="0"/>
                  <a:pt x="180836" y="0"/>
                </a:cubicBezTo>
                <a:close/>
                <a:moveTo>
                  <a:pt x="101600" y="117465"/>
                </a:moveTo>
                <a:cubicBezTo>
                  <a:pt x="104156" y="114912"/>
                  <a:pt x="107990" y="114912"/>
                  <a:pt x="110546" y="117465"/>
                </a:cubicBezTo>
                <a:lnTo>
                  <a:pt x="187864" y="194711"/>
                </a:lnTo>
                <a:lnTo>
                  <a:pt x="227482" y="154492"/>
                </a:lnTo>
                <a:cubicBezTo>
                  <a:pt x="228760" y="153216"/>
                  <a:pt x="230038" y="152577"/>
                  <a:pt x="231955" y="152577"/>
                </a:cubicBezTo>
                <a:cubicBezTo>
                  <a:pt x="231955" y="152577"/>
                  <a:pt x="231955" y="152577"/>
                  <a:pt x="231955" y="152577"/>
                </a:cubicBezTo>
                <a:cubicBezTo>
                  <a:pt x="233872" y="152577"/>
                  <a:pt x="235150" y="153216"/>
                  <a:pt x="236428" y="154492"/>
                </a:cubicBezTo>
                <a:lnTo>
                  <a:pt x="288186" y="206203"/>
                </a:lnTo>
                <a:cubicBezTo>
                  <a:pt x="290742" y="208756"/>
                  <a:pt x="290742" y="212587"/>
                  <a:pt x="288186" y="215140"/>
                </a:cubicBezTo>
                <a:cubicBezTo>
                  <a:pt x="286908" y="216417"/>
                  <a:pt x="284991" y="217055"/>
                  <a:pt x="283713" y="217055"/>
                </a:cubicBezTo>
                <a:cubicBezTo>
                  <a:pt x="282435" y="217055"/>
                  <a:pt x="280518" y="216417"/>
                  <a:pt x="279240" y="215140"/>
                </a:cubicBezTo>
                <a:lnTo>
                  <a:pt x="231955" y="167899"/>
                </a:lnTo>
                <a:lnTo>
                  <a:pt x="192337" y="208118"/>
                </a:lnTo>
                <a:cubicBezTo>
                  <a:pt x="191059" y="209395"/>
                  <a:pt x="189781" y="210033"/>
                  <a:pt x="187864" y="210033"/>
                </a:cubicBezTo>
                <a:cubicBezTo>
                  <a:pt x="187864" y="210033"/>
                  <a:pt x="187864" y="210033"/>
                  <a:pt x="187864" y="210033"/>
                </a:cubicBezTo>
                <a:cubicBezTo>
                  <a:pt x="185947" y="210033"/>
                  <a:pt x="184669" y="209395"/>
                  <a:pt x="183391" y="208118"/>
                </a:cubicBezTo>
                <a:lnTo>
                  <a:pt x="101600" y="126403"/>
                </a:lnTo>
                <a:cubicBezTo>
                  <a:pt x="99044" y="123849"/>
                  <a:pt x="99044" y="120019"/>
                  <a:pt x="101600" y="117465"/>
                </a:cubicBezTo>
                <a:close/>
                <a:moveTo>
                  <a:pt x="284352" y="261105"/>
                </a:moveTo>
                <a:lnTo>
                  <a:pt x="76040" y="261105"/>
                </a:lnTo>
                <a:cubicBezTo>
                  <a:pt x="72207" y="261105"/>
                  <a:pt x="69650" y="258551"/>
                  <a:pt x="69650" y="254721"/>
                </a:cubicBezTo>
                <a:lnTo>
                  <a:pt x="69650" y="106613"/>
                </a:lnTo>
                <a:cubicBezTo>
                  <a:pt x="69650" y="102782"/>
                  <a:pt x="72207" y="100229"/>
                  <a:pt x="76040" y="100229"/>
                </a:cubicBezTo>
                <a:cubicBezTo>
                  <a:pt x="79874" y="100229"/>
                  <a:pt x="82430" y="102782"/>
                  <a:pt x="82430" y="106613"/>
                </a:cubicBezTo>
                <a:lnTo>
                  <a:pt x="82430" y="248337"/>
                </a:lnTo>
                <a:lnTo>
                  <a:pt x="284352" y="248337"/>
                </a:lnTo>
                <a:cubicBezTo>
                  <a:pt x="288186" y="248337"/>
                  <a:pt x="290742" y="250891"/>
                  <a:pt x="290742" y="254721"/>
                </a:cubicBezTo>
                <a:cubicBezTo>
                  <a:pt x="290742" y="258551"/>
                  <a:pt x="288186" y="261105"/>
                  <a:pt x="284352" y="261105"/>
                </a:cubicBezTo>
                <a:close/>
              </a:path>
            </a:pathLst>
          </a:custGeom>
          <a:solidFill>
            <a:srgbClr val="00ABAB"/>
          </a:solidFill>
          <a:ln w="6390" cap="flat">
            <a:noFill/>
            <a:prstDash val="solid"/>
            <a:miter/>
          </a:ln>
        </p:spPr>
        <p:txBody>
          <a:bodyPr rtlCol="0" anchor="ctr"/>
          <a:lstStyle/>
          <a:p>
            <a:endParaRPr lang="en-US"/>
          </a:p>
        </p:txBody>
      </p:sp>
      <p:grpSp>
        <p:nvGrpSpPr>
          <p:cNvPr id="753" name="Graphic 4">
            <a:extLst>
              <a:ext uri="{FF2B5EF4-FFF2-40B4-BE49-F238E27FC236}">
                <a16:creationId xmlns:a16="http://schemas.microsoft.com/office/drawing/2014/main" id="{E1058584-45DE-4544-B0E0-8969E7F83A03}"/>
              </a:ext>
            </a:extLst>
          </p:cNvPr>
          <p:cNvGrpSpPr/>
          <p:nvPr/>
        </p:nvGrpSpPr>
        <p:grpSpPr>
          <a:xfrm>
            <a:off x="5099808" y="1893013"/>
            <a:ext cx="361670" cy="361333"/>
            <a:chOff x="5099808" y="1893013"/>
            <a:chExt cx="361670" cy="361333"/>
          </a:xfrm>
          <a:solidFill>
            <a:srgbClr val="00ABAB"/>
          </a:solidFill>
        </p:grpSpPr>
        <p:sp>
          <p:nvSpPr>
            <p:cNvPr id="754" name="Graphic 4">
              <a:extLst>
                <a:ext uri="{FF2B5EF4-FFF2-40B4-BE49-F238E27FC236}">
                  <a16:creationId xmlns:a16="http://schemas.microsoft.com/office/drawing/2014/main" id="{7BBE481E-99FB-DE4C-A4CE-ADBA54FBB9A4}"/>
                </a:ext>
              </a:extLst>
            </p:cNvPr>
            <p:cNvSpPr/>
            <p:nvPr/>
          </p:nvSpPr>
          <p:spPr>
            <a:xfrm>
              <a:off x="5196935" y="2013032"/>
              <a:ext cx="167416" cy="90013"/>
            </a:xfrm>
            <a:custGeom>
              <a:avLst/>
              <a:gdLst>
                <a:gd name="connsiteX0" fmla="*/ 167416 w 167416"/>
                <a:gd name="connsiteY0" fmla="*/ 0 h 90013"/>
                <a:gd name="connsiteX1" fmla="*/ 0 w 167416"/>
                <a:gd name="connsiteY1" fmla="*/ 0 h 90013"/>
                <a:gd name="connsiteX2" fmla="*/ 0 w 167416"/>
                <a:gd name="connsiteY2" fmla="*/ 90014 h 90013"/>
                <a:gd name="connsiteX3" fmla="*/ 167416 w 167416"/>
                <a:gd name="connsiteY3" fmla="*/ 90014 h 90013"/>
                <a:gd name="connsiteX4" fmla="*/ 167416 w 167416"/>
                <a:gd name="connsiteY4" fmla="*/ 0 h 90013"/>
                <a:gd name="connsiteX5" fmla="*/ 148885 w 167416"/>
                <a:gd name="connsiteY5" fmla="*/ 21067 h 90013"/>
                <a:gd name="connsiteX6" fmla="*/ 97766 w 167416"/>
                <a:gd name="connsiteY6" fmla="*/ 72139 h 90013"/>
                <a:gd name="connsiteX7" fmla="*/ 88820 w 167416"/>
                <a:gd name="connsiteY7" fmla="*/ 72139 h 90013"/>
                <a:gd name="connsiteX8" fmla="*/ 62621 w 167416"/>
                <a:gd name="connsiteY8" fmla="*/ 45965 h 90013"/>
                <a:gd name="connsiteX9" fmla="*/ 27477 w 167416"/>
                <a:gd name="connsiteY9" fmla="*/ 81076 h 90013"/>
                <a:gd name="connsiteX10" fmla="*/ 23004 w 167416"/>
                <a:gd name="connsiteY10" fmla="*/ 82992 h 90013"/>
                <a:gd name="connsiteX11" fmla="*/ 18531 w 167416"/>
                <a:gd name="connsiteY11" fmla="*/ 81076 h 90013"/>
                <a:gd name="connsiteX12" fmla="*/ 18531 w 167416"/>
                <a:gd name="connsiteY12" fmla="*/ 72139 h 90013"/>
                <a:gd name="connsiteX13" fmla="*/ 54314 w 167416"/>
                <a:gd name="connsiteY13" fmla="*/ 36389 h 90013"/>
                <a:gd name="connsiteX14" fmla="*/ 70929 w 167416"/>
                <a:gd name="connsiteY14" fmla="*/ 36389 h 90013"/>
                <a:gd name="connsiteX15" fmla="*/ 93932 w 167416"/>
                <a:gd name="connsiteY15" fmla="*/ 59371 h 90013"/>
                <a:gd name="connsiteX16" fmla="*/ 140579 w 167416"/>
                <a:gd name="connsiteY16" fmla="*/ 12768 h 90013"/>
                <a:gd name="connsiteX17" fmla="*/ 149525 w 167416"/>
                <a:gd name="connsiteY17" fmla="*/ 12768 h 90013"/>
                <a:gd name="connsiteX18" fmla="*/ 148885 w 167416"/>
                <a:gd name="connsiteY18" fmla="*/ 21067 h 90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7416" h="90013">
                  <a:moveTo>
                    <a:pt x="167416" y="0"/>
                  </a:moveTo>
                  <a:lnTo>
                    <a:pt x="0" y="0"/>
                  </a:lnTo>
                  <a:lnTo>
                    <a:pt x="0" y="90014"/>
                  </a:lnTo>
                  <a:lnTo>
                    <a:pt x="167416" y="90014"/>
                  </a:lnTo>
                  <a:lnTo>
                    <a:pt x="167416" y="0"/>
                  </a:lnTo>
                  <a:close/>
                  <a:moveTo>
                    <a:pt x="148885" y="21067"/>
                  </a:moveTo>
                  <a:lnTo>
                    <a:pt x="97766" y="72139"/>
                  </a:lnTo>
                  <a:cubicBezTo>
                    <a:pt x="95210" y="74692"/>
                    <a:pt x="91376" y="74692"/>
                    <a:pt x="88820" y="72139"/>
                  </a:cubicBezTo>
                  <a:lnTo>
                    <a:pt x="62621" y="45965"/>
                  </a:lnTo>
                  <a:lnTo>
                    <a:pt x="27477" y="81076"/>
                  </a:lnTo>
                  <a:cubicBezTo>
                    <a:pt x="26199" y="82353"/>
                    <a:pt x="24282" y="82992"/>
                    <a:pt x="23004" y="82992"/>
                  </a:cubicBezTo>
                  <a:cubicBezTo>
                    <a:pt x="21087" y="82992"/>
                    <a:pt x="19809" y="82353"/>
                    <a:pt x="18531" y="81076"/>
                  </a:cubicBezTo>
                  <a:cubicBezTo>
                    <a:pt x="15975" y="78523"/>
                    <a:pt x="15975" y="74692"/>
                    <a:pt x="18531" y="72139"/>
                  </a:cubicBezTo>
                  <a:lnTo>
                    <a:pt x="54314" y="36389"/>
                  </a:lnTo>
                  <a:cubicBezTo>
                    <a:pt x="58788" y="31920"/>
                    <a:pt x="66456" y="31920"/>
                    <a:pt x="70929" y="36389"/>
                  </a:cubicBezTo>
                  <a:lnTo>
                    <a:pt x="93932" y="59371"/>
                  </a:lnTo>
                  <a:lnTo>
                    <a:pt x="140579" y="12768"/>
                  </a:lnTo>
                  <a:cubicBezTo>
                    <a:pt x="143135" y="10214"/>
                    <a:pt x="146969" y="10214"/>
                    <a:pt x="149525" y="12768"/>
                  </a:cubicBezTo>
                  <a:cubicBezTo>
                    <a:pt x="152080" y="15322"/>
                    <a:pt x="151442" y="18514"/>
                    <a:pt x="148885" y="21067"/>
                  </a:cubicBezTo>
                  <a:close/>
                </a:path>
              </a:pathLst>
            </a:custGeom>
            <a:solidFill>
              <a:srgbClr val="00ABAB"/>
            </a:solidFill>
            <a:ln w="6390" cap="flat">
              <a:noFill/>
              <a:prstDash val="solid"/>
              <a:miter/>
            </a:ln>
          </p:spPr>
          <p:txBody>
            <a:bodyPr rtlCol="0" anchor="ctr"/>
            <a:lstStyle/>
            <a:p>
              <a:endParaRPr lang="en-US"/>
            </a:p>
          </p:txBody>
        </p:sp>
        <p:sp>
          <p:nvSpPr>
            <p:cNvPr id="755" name="Graphic 4">
              <a:extLst>
                <a:ext uri="{FF2B5EF4-FFF2-40B4-BE49-F238E27FC236}">
                  <a16:creationId xmlns:a16="http://schemas.microsoft.com/office/drawing/2014/main" id="{115288FD-380B-734D-8278-F1E8FD3E7CE7}"/>
                </a:ext>
              </a:extLst>
            </p:cNvPr>
            <p:cNvSpPr/>
            <p:nvPr/>
          </p:nvSpPr>
          <p:spPr>
            <a:xfrm>
              <a:off x="5099808" y="189301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83708 w 361670"/>
                <a:gd name="connsiteY5" fmla="*/ 113635 h 361333"/>
                <a:gd name="connsiteX6" fmla="*/ 90098 w 361670"/>
                <a:gd name="connsiteY6" fmla="*/ 107251 h 361333"/>
                <a:gd name="connsiteX7" fmla="*/ 270295 w 361670"/>
                <a:gd name="connsiteY7" fmla="*/ 107251 h 361333"/>
                <a:gd name="connsiteX8" fmla="*/ 276685 w 361670"/>
                <a:gd name="connsiteY8" fmla="*/ 113635 h 361333"/>
                <a:gd name="connsiteX9" fmla="*/ 276685 w 361670"/>
                <a:gd name="connsiteY9" fmla="*/ 216417 h 361333"/>
                <a:gd name="connsiteX10" fmla="*/ 270295 w 361670"/>
                <a:gd name="connsiteY10" fmla="*/ 222801 h 361333"/>
                <a:gd name="connsiteX11" fmla="*/ 90098 w 361670"/>
                <a:gd name="connsiteY11" fmla="*/ 222801 h 361333"/>
                <a:gd name="connsiteX12" fmla="*/ 83708 w 361670"/>
                <a:gd name="connsiteY12" fmla="*/ 216417 h 361333"/>
                <a:gd name="connsiteX13" fmla="*/ 83708 w 361670"/>
                <a:gd name="connsiteY13" fmla="*/ 113635 h 361333"/>
                <a:gd name="connsiteX14" fmla="*/ 285630 w 361670"/>
                <a:gd name="connsiteY14" fmla="*/ 254083 h 361333"/>
                <a:gd name="connsiteX15" fmla="*/ 76040 w 361670"/>
                <a:gd name="connsiteY15" fmla="*/ 254083 h 361333"/>
                <a:gd name="connsiteX16" fmla="*/ 69650 w 361670"/>
                <a:gd name="connsiteY16" fmla="*/ 247699 h 361333"/>
                <a:gd name="connsiteX17" fmla="*/ 76040 w 361670"/>
                <a:gd name="connsiteY17" fmla="*/ 241315 h 361333"/>
                <a:gd name="connsiteX18" fmla="*/ 285630 w 361670"/>
                <a:gd name="connsiteY18" fmla="*/ 241315 h 361333"/>
                <a:gd name="connsiteX19" fmla="*/ 292020 w 361670"/>
                <a:gd name="connsiteY19" fmla="*/ 247699 h 361333"/>
                <a:gd name="connsiteX20" fmla="*/ 285630 w 361670"/>
                <a:gd name="connsiteY20" fmla="*/ 25408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1670" h="361333">
                  <a:moveTo>
                    <a:pt x="180836" y="0"/>
                  </a:moveTo>
                  <a:cubicBezTo>
                    <a:pt x="80513" y="0"/>
                    <a:pt x="0" y="81077"/>
                    <a:pt x="0" y="180667"/>
                  </a:cubicBezTo>
                  <a:cubicBezTo>
                    <a:pt x="0" y="280257"/>
                    <a:pt x="81152" y="361333"/>
                    <a:pt x="180836" y="361333"/>
                  </a:cubicBezTo>
                  <a:cubicBezTo>
                    <a:pt x="280518" y="361333"/>
                    <a:pt x="361671" y="280257"/>
                    <a:pt x="361671" y="180667"/>
                  </a:cubicBezTo>
                  <a:cubicBezTo>
                    <a:pt x="361671" y="81077"/>
                    <a:pt x="280518" y="0"/>
                    <a:pt x="180836" y="0"/>
                  </a:cubicBezTo>
                  <a:close/>
                  <a:moveTo>
                    <a:pt x="83708" y="113635"/>
                  </a:moveTo>
                  <a:cubicBezTo>
                    <a:pt x="83708" y="109805"/>
                    <a:pt x="86264" y="107251"/>
                    <a:pt x="90098" y="107251"/>
                  </a:cubicBezTo>
                  <a:lnTo>
                    <a:pt x="270295" y="107251"/>
                  </a:lnTo>
                  <a:cubicBezTo>
                    <a:pt x="274128" y="107251"/>
                    <a:pt x="276685" y="109805"/>
                    <a:pt x="276685" y="113635"/>
                  </a:cubicBezTo>
                  <a:lnTo>
                    <a:pt x="276685" y="216417"/>
                  </a:lnTo>
                  <a:cubicBezTo>
                    <a:pt x="276685" y="220247"/>
                    <a:pt x="274128" y="222801"/>
                    <a:pt x="270295" y="222801"/>
                  </a:cubicBezTo>
                  <a:lnTo>
                    <a:pt x="90098" y="222801"/>
                  </a:lnTo>
                  <a:cubicBezTo>
                    <a:pt x="86264" y="222801"/>
                    <a:pt x="83708" y="220247"/>
                    <a:pt x="83708" y="216417"/>
                  </a:cubicBezTo>
                  <a:lnTo>
                    <a:pt x="83708" y="113635"/>
                  </a:lnTo>
                  <a:close/>
                  <a:moveTo>
                    <a:pt x="285630" y="254083"/>
                  </a:moveTo>
                  <a:lnTo>
                    <a:pt x="76040" y="254083"/>
                  </a:lnTo>
                  <a:cubicBezTo>
                    <a:pt x="72207" y="254083"/>
                    <a:pt x="69650" y="251529"/>
                    <a:pt x="69650" y="247699"/>
                  </a:cubicBezTo>
                  <a:cubicBezTo>
                    <a:pt x="69650" y="243868"/>
                    <a:pt x="72207" y="241315"/>
                    <a:pt x="76040" y="241315"/>
                  </a:cubicBezTo>
                  <a:lnTo>
                    <a:pt x="285630" y="241315"/>
                  </a:lnTo>
                  <a:cubicBezTo>
                    <a:pt x="289464" y="241315"/>
                    <a:pt x="292020" y="243868"/>
                    <a:pt x="292020" y="247699"/>
                  </a:cubicBezTo>
                  <a:cubicBezTo>
                    <a:pt x="292020" y="251529"/>
                    <a:pt x="288825" y="254083"/>
                    <a:pt x="285630" y="254083"/>
                  </a:cubicBezTo>
                  <a:close/>
                </a:path>
              </a:pathLst>
            </a:custGeom>
            <a:solidFill>
              <a:srgbClr val="00ABAB"/>
            </a:solidFill>
            <a:ln w="6390" cap="flat">
              <a:noFill/>
              <a:prstDash val="solid"/>
              <a:miter/>
            </a:ln>
          </p:spPr>
          <p:txBody>
            <a:bodyPr rtlCol="0" anchor="ctr"/>
            <a:lstStyle/>
            <a:p>
              <a:endParaRPr lang="en-US"/>
            </a:p>
          </p:txBody>
        </p:sp>
      </p:grpSp>
      <p:grpSp>
        <p:nvGrpSpPr>
          <p:cNvPr id="756" name="Graphic 4">
            <a:extLst>
              <a:ext uri="{FF2B5EF4-FFF2-40B4-BE49-F238E27FC236}">
                <a16:creationId xmlns:a16="http://schemas.microsoft.com/office/drawing/2014/main" id="{6D5C2101-72CE-3F4F-A2C8-2A89D88D153A}"/>
              </a:ext>
            </a:extLst>
          </p:cNvPr>
          <p:cNvGrpSpPr/>
          <p:nvPr/>
        </p:nvGrpSpPr>
        <p:grpSpPr>
          <a:xfrm>
            <a:off x="10934460" y="918179"/>
            <a:ext cx="361671" cy="361333"/>
            <a:chOff x="10934460" y="918179"/>
            <a:chExt cx="361671" cy="361333"/>
          </a:xfrm>
          <a:solidFill>
            <a:srgbClr val="007680"/>
          </a:solidFill>
        </p:grpSpPr>
        <p:sp>
          <p:nvSpPr>
            <p:cNvPr id="757" name="Graphic 4">
              <a:extLst>
                <a:ext uri="{FF2B5EF4-FFF2-40B4-BE49-F238E27FC236}">
                  <a16:creationId xmlns:a16="http://schemas.microsoft.com/office/drawing/2014/main" id="{61C82F6D-1F64-7144-B8B6-00B12B42FD0F}"/>
                </a:ext>
              </a:extLst>
            </p:cNvPr>
            <p:cNvSpPr/>
            <p:nvPr/>
          </p:nvSpPr>
          <p:spPr>
            <a:xfrm>
              <a:off x="10934460" y="918179"/>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180836 w 361671"/>
                <a:gd name="connsiteY5" fmla="*/ 349204 h 361333"/>
                <a:gd name="connsiteX6" fmla="*/ 12780 w 361671"/>
                <a:gd name="connsiteY6" fmla="*/ 181305 h 361333"/>
                <a:gd name="connsiteX7" fmla="*/ 180836 w 361671"/>
                <a:gd name="connsiteY7" fmla="*/ 13406 h 361333"/>
                <a:gd name="connsiteX8" fmla="*/ 348891 w 361671"/>
                <a:gd name="connsiteY8" fmla="*/ 181305 h 361333"/>
                <a:gd name="connsiteX9" fmla="*/ 180836 w 361671"/>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1" h="361333">
                  <a:moveTo>
                    <a:pt x="180836" y="0"/>
                  </a:moveTo>
                  <a:cubicBezTo>
                    <a:pt x="80514" y="0"/>
                    <a:pt x="0" y="81077"/>
                    <a:pt x="0" y="180667"/>
                  </a:cubicBezTo>
                  <a:cubicBezTo>
                    <a:pt x="0" y="280257"/>
                    <a:pt x="81153" y="361333"/>
                    <a:pt x="180836" y="361333"/>
                  </a:cubicBezTo>
                  <a:cubicBezTo>
                    <a:pt x="281157" y="361333"/>
                    <a:pt x="361671" y="280257"/>
                    <a:pt x="361671" y="180667"/>
                  </a:cubicBezTo>
                  <a:cubicBezTo>
                    <a:pt x="361671"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8891" y="273234"/>
                    <a:pt x="273490" y="349204"/>
                    <a:pt x="180836" y="349204"/>
                  </a:cubicBezTo>
                  <a:close/>
                </a:path>
              </a:pathLst>
            </a:custGeom>
            <a:solidFill>
              <a:srgbClr val="007680"/>
            </a:solidFill>
            <a:ln w="6390" cap="flat">
              <a:noFill/>
              <a:prstDash val="solid"/>
              <a:miter/>
            </a:ln>
          </p:spPr>
          <p:txBody>
            <a:bodyPr rtlCol="0" anchor="ctr"/>
            <a:lstStyle/>
            <a:p>
              <a:endParaRPr lang="en-US"/>
            </a:p>
          </p:txBody>
        </p:sp>
        <p:sp>
          <p:nvSpPr>
            <p:cNvPr id="758" name="Graphic 4">
              <a:extLst>
                <a:ext uri="{FF2B5EF4-FFF2-40B4-BE49-F238E27FC236}">
                  <a16:creationId xmlns:a16="http://schemas.microsoft.com/office/drawing/2014/main" id="{380244AE-0F9C-5C46-A7B6-C04FC8047C56}"/>
                </a:ext>
              </a:extLst>
            </p:cNvPr>
            <p:cNvSpPr/>
            <p:nvPr/>
          </p:nvSpPr>
          <p:spPr>
            <a:xfrm>
              <a:off x="11023280" y="1001809"/>
              <a:ext cx="184669" cy="194073"/>
            </a:xfrm>
            <a:custGeom>
              <a:avLst/>
              <a:gdLst>
                <a:gd name="connsiteX0" fmla="*/ 128438 w 184669"/>
                <a:gd name="connsiteY0" fmla="*/ 128956 h 194073"/>
                <a:gd name="connsiteX1" fmla="*/ 150802 w 184669"/>
                <a:gd name="connsiteY1" fmla="*/ 75331 h 194073"/>
                <a:gd name="connsiteX2" fmla="*/ 75402 w 184669"/>
                <a:gd name="connsiteY2" fmla="*/ 0 h 194073"/>
                <a:gd name="connsiteX3" fmla="*/ 0 w 184669"/>
                <a:gd name="connsiteY3" fmla="*/ 75331 h 194073"/>
                <a:gd name="connsiteX4" fmla="*/ 75402 w 184669"/>
                <a:gd name="connsiteY4" fmla="*/ 150662 h 194073"/>
                <a:gd name="connsiteX5" fmla="*/ 118853 w 184669"/>
                <a:gd name="connsiteY5" fmla="*/ 136617 h 194073"/>
                <a:gd name="connsiteX6" fmla="*/ 173807 w 184669"/>
                <a:gd name="connsiteY6" fmla="*/ 192158 h 194073"/>
                <a:gd name="connsiteX7" fmla="*/ 178279 w 184669"/>
                <a:gd name="connsiteY7" fmla="*/ 194073 h 194073"/>
                <a:gd name="connsiteX8" fmla="*/ 182752 w 184669"/>
                <a:gd name="connsiteY8" fmla="*/ 192158 h 194073"/>
                <a:gd name="connsiteX9" fmla="*/ 182752 w 184669"/>
                <a:gd name="connsiteY9" fmla="*/ 183220 h 194073"/>
                <a:gd name="connsiteX10" fmla="*/ 128438 w 184669"/>
                <a:gd name="connsiteY10" fmla="*/ 128956 h 194073"/>
                <a:gd name="connsiteX11" fmla="*/ 74763 w 184669"/>
                <a:gd name="connsiteY11" fmla="*/ 137894 h 194073"/>
                <a:gd name="connsiteX12" fmla="*/ 12141 w 184669"/>
                <a:gd name="connsiteY12" fmla="*/ 75331 h 194073"/>
                <a:gd name="connsiteX13" fmla="*/ 74763 w 184669"/>
                <a:gd name="connsiteY13" fmla="*/ 12768 h 194073"/>
                <a:gd name="connsiteX14" fmla="*/ 137384 w 184669"/>
                <a:gd name="connsiteY14" fmla="*/ 75331 h 194073"/>
                <a:gd name="connsiteX15" fmla="*/ 74763 w 184669"/>
                <a:gd name="connsiteY15" fmla="*/ 137894 h 19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4669" h="194073">
                  <a:moveTo>
                    <a:pt x="128438" y="128956"/>
                  </a:moveTo>
                  <a:cubicBezTo>
                    <a:pt x="141857" y="115550"/>
                    <a:pt x="150802" y="96398"/>
                    <a:pt x="150802" y="75331"/>
                  </a:cubicBezTo>
                  <a:cubicBezTo>
                    <a:pt x="150802" y="33835"/>
                    <a:pt x="116936" y="0"/>
                    <a:pt x="75402" y="0"/>
                  </a:cubicBezTo>
                  <a:cubicBezTo>
                    <a:pt x="33867" y="0"/>
                    <a:pt x="0" y="33835"/>
                    <a:pt x="0" y="75331"/>
                  </a:cubicBezTo>
                  <a:cubicBezTo>
                    <a:pt x="0" y="116827"/>
                    <a:pt x="33867" y="150662"/>
                    <a:pt x="75402" y="150662"/>
                  </a:cubicBezTo>
                  <a:cubicBezTo>
                    <a:pt x="91376" y="150662"/>
                    <a:pt x="106712" y="145555"/>
                    <a:pt x="118853" y="136617"/>
                  </a:cubicBezTo>
                  <a:lnTo>
                    <a:pt x="173807" y="192158"/>
                  </a:lnTo>
                  <a:cubicBezTo>
                    <a:pt x="175084" y="193435"/>
                    <a:pt x="177002" y="194073"/>
                    <a:pt x="178279" y="194073"/>
                  </a:cubicBezTo>
                  <a:cubicBezTo>
                    <a:pt x="180197" y="194073"/>
                    <a:pt x="181474" y="193435"/>
                    <a:pt x="182752" y="192158"/>
                  </a:cubicBezTo>
                  <a:cubicBezTo>
                    <a:pt x="185308" y="189604"/>
                    <a:pt x="185308" y="185774"/>
                    <a:pt x="182752" y="183220"/>
                  </a:cubicBezTo>
                  <a:lnTo>
                    <a:pt x="128438" y="128956"/>
                  </a:lnTo>
                  <a:close/>
                  <a:moveTo>
                    <a:pt x="74763" y="137894"/>
                  </a:moveTo>
                  <a:cubicBezTo>
                    <a:pt x="40257" y="137894"/>
                    <a:pt x="12141" y="109804"/>
                    <a:pt x="12141" y="75331"/>
                  </a:cubicBezTo>
                  <a:cubicBezTo>
                    <a:pt x="12141" y="40857"/>
                    <a:pt x="40257" y="12768"/>
                    <a:pt x="74763" y="12768"/>
                  </a:cubicBezTo>
                  <a:cubicBezTo>
                    <a:pt x="109268" y="12768"/>
                    <a:pt x="137384" y="40857"/>
                    <a:pt x="137384" y="75331"/>
                  </a:cubicBezTo>
                  <a:cubicBezTo>
                    <a:pt x="137384" y="109804"/>
                    <a:pt x="109907" y="137894"/>
                    <a:pt x="74763" y="137894"/>
                  </a:cubicBezTo>
                  <a:close/>
                </a:path>
              </a:pathLst>
            </a:custGeom>
            <a:solidFill>
              <a:srgbClr val="007680"/>
            </a:solidFill>
            <a:ln w="6390" cap="flat">
              <a:noFill/>
              <a:prstDash val="solid"/>
              <a:miter/>
            </a:ln>
          </p:spPr>
          <p:txBody>
            <a:bodyPr rtlCol="0" anchor="ctr"/>
            <a:lstStyle/>
            <a:p>
              <a:endParaRPr lang="en-US"/>
            </a:p>
          </p:txBody>
        </p:sp>
        <p:sp>
          <p:nvSpPr>
            <p:cNvPr id="759" name="Graphic 4">
              <a:extLst>
                <a:ext uri="{FF2B5EF4-FFF2-40B4-BE49-F238E27FC236}">
                  <a16:creationId xmlns:a16="http://schemas.microsoft.com/office/drawing/2014/main" id="{63223E4A-4657-6B49-B563-1DF6C19121DF}"/>
                </a:ext>
              </a:extLst>
            </p:cNvPr>
            <p:cNvSpPr/>
            <p:nvPr/>
          </p:nvSpPr>
          <p:spPr>
            <a:xfrm>
              <a:off x="11074138" y="1037559"/>
              <a:ext cx="46553" cy="79161"/>
            </a:xfrm>
            <a:custGeom>
              <a:avLst/>
              <a:gdLst>
                <a:gd name="connsiteX0" fmla="*/ 30934 w 46553"/>
                <a:gd name="connsiteY0" fmla="*/ 34474 h 79161"/>
                <a:gd name="connsiteX1" fmla="*/ 30934 w 46553"/>
                <a:gd name="connsiteY1" fmla="*/ 22344 h 79161"/>
                <a:gd name="connsiteX2" fmla="*/ 36045 w 46553"/>
                <a:gd name="connsiteY2" fmla="*/ 24259 h 79161"/>
                <a:gd name="connsiteX3" fmla="*/ 44352 w 46553"/>
                <a:gd name="connsiteY3" fmla="*/ 21067 h 79161"/>
                <a:gd name="connsiteX4" fmla="*/ 41157 w 46553"/>
                <a:gd name="connsiteY4" fmla="*/ 12768 h 79161"/>
                <a:gd name="connsiteX5" fmla="*/ 30934 w 46553"/>
                <a:gd name="connsiteY5" fmla="*/ 9576 h 79161"/>
                <a:gd name="connsiteX6" fmla="*/ 30934 w 46553"/>
                <a:gd name="connsiteY6" fmla="*/ 6384 h 79161"/>
                <a:gd name="connsiteX7" fmla="*/ 24544 w 46553"/>
                <a:gd name="connsiteY7" fmla="*/ 0 h 79161"/>
                <a:gd name="connsiteX8" fmla="*/ 18154 w 46553"/>
                <a:gd name="connsiteY8" fmla="*/ 6384 h 79161"/>
                <a:gd name="connsiteX9" fmla="*/ 18154 w 46553"/>
                <a:gd name="connsiteY9" fmla="*/ 9576 h 79161"/>
                <a:gd name="connsiteX10" fmla="*/ 13041 w 46553"/>
                <a:gd name="connsiteY10" fmla="*/ 11491 h 79161"/>
                <a:gd name="connsiteX11" fmla="*/ 2179 w 46553"/>
                <a:gd name="connsiteY11" fmla="*/ 25536 h 79161"/>
                <a:gd name="connsiteX12" fmla="*/ 6013 w 46553"/>
                <a:gd name="connsiteY12" fmla="*/ 39581 h 79161"/>
                <a:gd name="connsiteX13" fmla="*/ 17515 w 46553"/>
                <a:gd name="connsiteY13" fmla="*/ 45965 h 79161"/>
                <a:gd name="connsiteX14" fmla="*/ 17515 w 46553"/>
                <a:gd name="connsiteY14" fmla="*/ 57456 h 79161"/>
                <a:gd name="connsiteX15" fmla="*/ 9847 w 46553"/>
                <a:gd name="connsiteY15" fmla="*/ 54264 h 79161"/>
                <a:gd name="connsiteX16" fmla="*/ 900 w 46553"/>
                <a:gd name="connsiteY16" fmla="*/ 56818 h 79161"/>
                <a:gd name="connsiteX17" fmla="*/ 3457 w 46553"/>
                <a:gd name="connsiteY17" fmla="*/ 65755 h 79161"/>
                <a:gd name="connsiteX18" fmla="*/ 17515 w 46553"/>
                <a:gd name="connsiteY18" fmla="*/ 71501 h 79161"/>
                <a:gd name="connsiteX19" fmla="*/ 17515 w 46553"/>
                <a:gd name="connsiteY19" fmla="*/ 72777 h 79161"/>
                <a:gd name="connsiteX20" fmla="*/ 23905 w 46553"/>
                <a:gd name="connsiteY20" fmla="*/ 79161 h 79161"/>
                <a:gd name="connsiteX21" fmla="*/ 30295 w 46553"/>
                <a:gd name="connsiteY21" fmla="*/ 72777 h 79161"/>
                <a:gd name="connsiteX22" fmla="*/ 30295 w 46553"/>
                <a:gd name="connsiteY22" fmla="*/ 72139 h 79161"/>
                <a:gd name="connsiteX23" fmla="*/ 41157 w 46553"/>
                <a:gd name="connsiteY23" fmla="*/ 67032 h 79161"/>
                <a:gd name="connsiteX24" fmla="*/ 44991 w 46553"/>
                <a:gd name="connsiteY24" fmla="*/ 47242 h 79161"/>
                <a:gd name="connsiteX25" fmla="*/ 30934 w 46553"/>
                <a:gd name="connsiteY25" fmla="*/ 34474 h 79161"/>
                <a:gd name="connsiteX26" fmla="*/ 18154 w 46553"/>
                <a:gd name="connsiteY26" fmla="*/ 31920 h 79161"/>
                <a:gd name="connsiteX27" fmla="*/ 16236 w 46553"/>
                <a:gd name="connsiteY27" fmla="*/ 30643 h 79161"/>
                <a:gd name="connsiteX28" fmla="*/ 14959 w 46553"/>
                <a:gd name="connsiteY28" fmla="*/ 27451 h 79161"/>
                <a:gd name="connsiteX29" fmla="*/ 17515 w 46553"/>
                <a:gd name="connsiteY29" fmla="*/ 22982 h 79161"/>
                <a:gd name="connsiteX30" fmla="*/ 17515 w 46553"/>
                <a:gd name="connsiteY30" fmla="*/ 31920 h 79161"/>
                <a:gd name="connsiteX31" fmla="*/ 32211 w 46553"/>
                <a:gd name="connsiteY31" fmla="*/ 57456 h 79161"/>
                <a:gd name="connsiteX32" fmla="*/ 30934 w 46553"/>
                <a:gd name="connsiteY32" fmla="*/ 58094 h 79161"/>
                <a:gd name="connsiteX33" fmla="*/ 30934 w 46553"/>
                <a:gd name="connsiteY33" fmla="*/ 48518 h 79161"/>
                <a:gd name="connsiteX34" fmla="*/ 33490 w 46553"/>
                <a:gd name="connsiteY34" fmla="*/ 51710 h 79161"/>
                <a:gd name="connsiteX35" fmla="*/ 32211 w 46553"/>
                <a:gd name="connsiteY35" fmla="*/ 57456 h 7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6553" h="79161">
                  <a:moveTo>
                    <a:pt x="30934" y="34474"/>
                  </a:moveTo>
                  <a:lnTo>
                    <a:pt x="30934" y="22344"/>
                  </a:lnTo>
                  <a:cubicBezTo>
                    <a:pt x="32211" y="22982"/>
                    <a:pt x="34129" y="23621"/>
                    <a:pt x="36045" y="24259"/>
                  </a:cubicBezTo>
                  <a:cubicBezTo>
                    <a:pt x="39240" y="25536"/>
                    <a:pt x="43075" y="24259"/>
                    <a:pt x="44352" y="21067"/>
                  </a:cubicBezTo>
                  <a:cubicBezTo>
                    <a:pt x="45630" y="17875"/>
                    <a:pt x="44352" y="14045"/>
                    <a:pt x="41157" y="12768"/>
                  </a:cubicBezTo>
                  <a:cubicBezTo>
                    <a:pt x="37962" y="11491"/>
                    <a:pt x="34129" y="10214"/>
                    <a:pt x="30934" y="9576"/>
                  </a:cubicBezTo>
                  <a:lnTo>
                    <a:pt x="30934" y="6384"/>
                  </a:lnTo>
                  <a:cubicBezTo>
                    <a:pt x="30934" y="2554"/>
                    <a:pt x="28377" y="0"/>
                    <a:pt x="24544" y="0"/>
                  </a:cubicBezTo>
                  <a:cubicBezTo>
                    <a:pt x="20710" y="0"/>
                    <a:pt x="18154" y="2554"/>
                    <a:pt x="18154" y="6384"/>
                  </a:cubicBezTo>
                  <a:lnTo>
                    <a:pt x="18154" y="9576"/>
                  </a:lnTo>
                  <a:cubicBezTo>
                    <a:pt x="16236" y="10214"/>
                    <a:pt x="14959" y="10853"/>
                    <a:pt x="13041" y="11491"/>
                  </a:cubicBezTo>
                  <a:cubicBezTo>
                    <a:pt x="6652" y="14683"/>
                    <a:pt x="3457" y="21067"/>
                    <a:pt x="2179" y="25536"/>
                  </a:cubicBezTo>
                  <a:cubicBezTo>
                    <a:pt x="1540" y="30643"/>
                    <a:pt x="2818" y="35750"/>
                    <a:pt x="6013" y="39581"/>
                  </a:cubicBezTo>
                  <a:cubicBezTo>
                    <a:pt x="8569" y="42773"/>
                    <a:pt x="13041" y="45326"/>
                    <a:pt x="17515" y="45965"/>
                  </a:cubicBezTo>
                  <a:lnTo>
                    <a:pt x="17515" y="57456"/>
                  </a:lnTo>
                  <a:cubicBezTo>
                    <a:pt x="14320" y="56179"/>
                    <a:pt x="11764" y="54902"/>
                    <a:pt x="9847" y="54264"/>
                  </a:cubicBezTo>
                  <a:cubicBezTo>
                    <a:pt x="6652" y="52349"/>
                    <a:pt x="2818" y="53626"/>
                    <a:pt x="900" y="56818"/>
                  </a:cubicBezTo>
                  <a:cubicBezTo>
                    <a:pt x="-1016" y="60009"/>
                    <a:pt x="262" y="63840"/>
                    <a:pt x="3457" y="65755"/>
                  </a:cubicBezTo>
                  <a:cubicBezTo>
                    <a:pt x="4735" y="66393"/>
                    <a:pt x="10485" y="69585"/>
                    <a:pt x="17515" y="71501"/>
                  </a:cubicBezTo>
                  <a:lnTo>
                    <a:pt x="17515" y="72777"/>
                  </a:lnTo>
                  <a:cubicBezTo>
                    <a:pt x="17515" y="76608"/>
                    <a:pt x="20070" y="79161"/>
                    <a:pt x="23905" y="79161"/>
                  </a:cubicBezTo>
                  <a:cubicBezTo>
                    <a:pt x="27739" y="79161"/>
                    <a:pt x="30295" y="76608"/>
                    <a:pt x="30295" y="72777"/>
                  </a:cubicBezTo>
                  <a:lnTo>
                    <a:pt x="30295" y="72139"/>
                  </a:lnTo>
                  <a:cubicBezTo>
                    <a:pt x="34129" y="71501"/>
                    <a:pt x="37962" y="70224"/>
                    <a:pt x="41157" y="67032"/>
                  </a:cubicBezTo>
                  <a:cubicBezTo>
                    <a:pt x="46270" y="61286"/>
                    <a:pt x="48186" y="54264"/>
                    <a:pt x="44991" y="47242"/>
                  </a:cubicBezTo>
                  <a:cubicBezTo>
                    <a:pt x="43075" y="40858"/>
                    <a:pt x="37324" y="36389"/>
                    <a:pt x="30934" y="34474"/>
                  </a:cubicBezTo>
                  <a:close/>
                  <a:moveTo>
                    <a:pt x="18154" y="31920"/>
                  </a:moveTo>
                  <a:cubicBezTo>
                    <a:pt x="17515" y="31282"/>
                    <a:pt x="16875" y="31282"/>
                    <a:pt x="16236" y="30643"/>
                  </a:cubicBezTo>
                  <a:cubicBezTo>
                    <a:pt x="15598" y="29366"/>
                    <a:pt x="14959" y="28090"/>
                    <a:pt x="14959" y="27451"/>
                  </a:cubicBezTo>
                  <a:cubicBezTo>
                    <a:pt x="14959" y="26813"/>
                    <a:pt x="16236" y="24898"/>
                    <a:pt x="17515" y="22982"/>
                  </a:cubicBezTo>
                  <a:lnTo>
                    <a:pt x="17515" y="31920"/>
                  </a:lnTo>
                  <a:close/>
                  <a:moveTo>
                    <a:pt x="32211" y="57456"/>
                  </a:moveTo>
                  <a:cubicBezTo>
                    <a:pt x="31572" y="58094"/>
                    <a:pt x="31572" y="58094"/>
                    <a:pt x="30934" y="58094"/>
                  </a:cubicBezTo>
                  <a:lnTo>
                    <a:pt x="30934" y="48518"/>
                  </a:lnTo>
                  <a:cubicBezTo>
                    <a:pt x="32211" y="49157"/>
                    <a:pt x="32850" y="50434"/>
                    <a:pt x="33490" y="51710"/>
                  </a:cubicBezTo>
                  <a:cubicBezTo>
                    <a:pt x="34767" y="53626"/>
                    <a:pt x="34129" y="55541"/>
                    <a:pt x="32211" y="57456"/>
                  </a:cubicBezTo>
                  <a:close/>
                </a:path>
              </a:pathLst>
            </a:custGeom>
            <a:solidFill>
              <a:srgbClr val="007680"/>
            </a:solidFill>
            <a:ln w="6390" cap="flat">
              <a:noFill/>
              <a:prstDash val="solid"/>
              <a:miter/>
            </a:ln>
          </p:spPr>
          <p:txBody>
            <a:bodyPr rtlCol="0" anchor="ctr"/>
            <a:lstStyle/>
            <a:p>
              <a:endParaRPr lang="en-US"/>
            </a:p>
          </p:txBody>
        </p:sp>
      </p:grpSp>
      <p:grpSp>
        <p:nvGrpSpPr>
          <p:cNvPr id="760" name="Graphic 4">
            <a:extLst>
              <a:ext uri="{FF2B5EF4-FFF2-40B4-BE49-F238E27FC236}">
                <a16:creationId xmlns:a16="http://schemas.microsoft.com/office/drawing/2014/main" id="{34CE7023-D5F3-6644-ACA9-229680470B73}"/>
              </a:ext>
            </a:extLst>
          </p:cNvPr>
          <p:cNvGrpSpPr/>
          <p:nvPr/>
        </p:nvGrpSpPr>
        <p:grpSpPr>
          <a:xfrm>
            <a:off x="10934460" y="1402085"/>
            <a:ext cx="361671" cy="361333"/>
            <a:chOff x="10934460" y="1402085"/>
            <a:chExt cx="361671" cy="361333"/>
          </a:xfrm>
          <a:solidFill>
            <a:srgbClr val="007680"/>
          </a:solidFill>
        </p:grpSpPr>
        <p:sp>
          <p:nvSpPr>
            <p:cNvPr id="761" name="Graphic 4">
              <a:extLst>
                <a:ext uri="{FF2B5EF4-FFF2-40B4-BE49-F238E27FC236}">
                  <a16:creationId xmlns:a16="http://schemas.microsoft.com/office/drawing/2014/main" id="{F9DFBBD9-16C2-9D4D-BE97-514EDFFCD5EE}"/>
                </a:ext>
              </a:extLst>
            </p:cNvPr>
            <p:cNvSpPr/>
            <p:nvPr/>
          </p:nvSpPr>
          <p:spPr>
            <a:xfrm>
              <a:off x="10934460" y="1402085"/>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180836 w 361671"/>
                <a:gd name="connsiteY5" fmla="*/ 349204 h 361333"/>
                <a:gd name="connsiteX6" fmla="*/ 12780 w 361671"/>
                <a:gd name="connsiteY6" fmla="*/ 181305 h 361333"/>
                <a:gd name="connsiteX7" fmla="*/ 180836 w 361671"/>
                <a:gd name="connsiteY7" fmla="*/ 13406 h 361333"/>
                <a:gd name="connsiteX8" fmla="*/ 348891 w 361671"/>
                <a:gd name="connsiteY8" fmla="*/ 181305 h 361333"/>
                <a:gd name="connsiteX9" fmla="*/ 180836 w 361671"/>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1" h="361333">
                  <a:moveTo>
                    <a:pt x="180836" y="0"/>
                  </a:moveTo>
                  <a:cubicBezTo>
                    <a:pt x="80514" y="0"/>
                    <a:pt x="0" y="81077"/>
                    <a:pt x="0" y="180667"/>
                  </a:cubicBezTo>
                  <a:cubicBezTo>
                    <a:pt x="0" y="280257"/>
                    <a:pt x="81153" y="361333"/>
                    <a:pt x="180836" y="361333"/>
                  </a:cubicBezTo>
                  <a:cubicBezTo>
                    <a:pt x="281157" y="361333"/>
                    <a:pt x="361671" y="280257"/>
                    <a:pt x="361671" y="180667"/>
                  </a:cubicBezTo>
                  <a:cubicBezTo>
                    <a:pt x="361671"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8891" y="273873"/>
                    <a:pt x="273490" y="349204"/>
                    <a:pt x="180836" y="349204"/>
                  </a:cubicBezTo>
                  <a:close/>
                </a:path>
              </a:pathLst>
            </a:custGeom>
            <a:solidFill>
              <a:srgbClr val="007680"/>
            </a:solidFill>
            <a:ln w="6390" cap="flat">
              <a:noFill/>
              <a:prstDash val="solid"/>
              <a:miter/>
            </a:ln>
          </p:spPr>
          <p:txBody>
            <a:bodyPr rtlCol="0" anchor="ctr"/>
            <a:lstStyle/>
            <a:p>
              <a:endParaRPr lang="en-US"/>
            </a:p>
          </p:txBody>
        </p:sp>
        <p:sp>
          <p:nvSpPr>
            <p:cNvPr id="762" name="Graphic 4">
              <a:extLst>
                <a:ext uri="{FF2B5EF4-FFF2-40B4-BE49-F238E27FC236}">
                  <a16:creationId xmlns:a16="http://schemas.microsoft.com/office/drawing/2014/main" id="{4D1F2B03-692B-BD41-B6BE-1E6A9C48E99B}"/>
                </a:ext>
              </a:extLst>
            </p:cNvPr>
            <p:cNvSpPr/>
            <p:nvPr/>
          </p:nvSpPr>
          <p:spPr>
            <a:xfrm>
              <a:off x="11023280" y="1486353"/>
              <a:ext cx="184669" cy="194073"/>
            </a:xfrm>
            <a:custGeom>
              <a:avLst/>
              <a:gdLst>
                <a:gd name="connsiteX0" fmla="*/ 128438 w 184669"/>
                <a:gd name="connsiteY0" fmla="*/ 128956 h 194073"/>
                <a:gd name="connsiteX1" fmla="*/ 150802 w 184669"/>
                <a:gd name="connsiteY1" fmla="*/ 75331 h 194073"/>
                <a:gd name="connsiteX2" fmla="*/ 75402 w 184669"/>
                <a:gd name="connsiteY2" fmla="*/ 0 h 194073"/>
                <a:gd name="connsiteX3" fmla="*/ 0 w 184669"/>
                <a:gd name="connsiteY3" fmla="*/ 75331 h 194073"/>
                <a:gd name="connsiteX4" fmla="*/ 75402 w 184669"/>
                <a:gd name="connsiteY4" fmla="*/ 150662 h 194073"/>
                <a:gd name="connsiteX5" fmla="*/ 118853 w 184669"/>
                <a:gd name="connsiteY5" fmla="*/ 136617 h 194073"/>
                <a:gd name="connsiteX6" fmla="*/ 173807 w 184669"/>
                <a:gd name="connsiteY6" fmla="*/ 192158 h 194073"/>
                <a:gd name="connsiteX7" fmla="*/ 178279 w 184669"/>
                <a:gd name="connsiteY7" fmla="*/ 194073 h 194073"/>
                <a:gd name="connsiteX8" fmla="*/ 182752 w 184669"/>
                <a:gd name="connsiteY8" fmla="*/ 192158 h 194073"/>
                <a:gd name="connsiteX9" fmla="*/ 182752 w 184669"/>
                <a:gd name="connsiteY9" fmla="*/ 183220 h 194073"/>
                <a:gd name="connsiteX10" fmla="*/ 128438 w 184669"/>
                <a:gd name="connsiteY10" fmla="*/ 128956 h 194073"/>
                <a:gd name="connsiteX11" fmla="*/ 12141 w 184669"/>
                <a:gd name="connsiteY11" fmla="*/ 75331 h 194073"/>
                <a:gd name="connsiteX12" fmla="*/ 74763 w 184669"/>
                <a:gd name="connsiteY12" fmla="*/ 12768 h 194073"/>
                <a:gd name="connsiteX13" fmla="*/ 137384 w 184669"/>
                <a:gd name="connsiteY13" fmla="*/ 75331 h 194073"/>
                <a:gd name="connsiteX14" fmla="*/ 74763 w 184669"/>
                <a:gd name="connsiteY14" fmla="*/ 137894 h 194073"/>
                <a:gd name="connsiteX15" fmla="*/ 12141 w 184669"/>
                <a:gd name="connsiteY15" fmla="*/ 75331 h 19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4669" h="194073">
                  <a:moveTo>
                    <a:pt x="128438" y="128956"/>
                  </a:moveTo>
                  <a:cubicBezTo>
                    <a:pt x="141857" y="115550"/>
                    <a:pt x="150802" y="96398"/>
                    <a:pt x="150802" y="75331"/>
                  </a:cubicBezTo>
                  <a:cubicBezTo>
                    <a:pt x="150802" y="33835"/>
                    <a:pt x="116936" y="0"/>
                    <a:pt x="75402" y="0"/>
                  </a:cubicBezTo>
                  <a:cubicBezTo>
                    <a:pt x="33867" y="0"/>
                    <a:pt x="0" y="33835"/>
                    <a:pt x="0" y="75331"/>
                  </a:cubicBezTo>
                  <a:cubicBezTo>
                    <a:pt x="0" y="116827"/>
                    <a:pt x="33867" y="150662"/>
                    <a:pt x="75402" y="150662"/>
                  </a:cubicBezTo>
                  <a:cubicBezTo>
                    <a:pt x="91376" y="150662"/>
                    <a:pt x="106712" y="145555"/>
                    <a:pt x="118853" y="136617"/>
                  </a:cubicBezTo>
                  <a:lnTo>
                    <a:pt x="173807" y="192158"/>
                  </a:lnTo>
                  <a:cubicBezTo>
                    <a:pt x="175084" y="193435"/>
                    <a:pt x="177002" y="194073"/>
                    <a:pt x="178279" y="194073"/>
                  </a:cubicBezTo>
                  <a:cubicBezTo>
                    <a:pt x="180197" y="194073"/>
                    <a:pt x="181474" y="193435"/>
                    <a:pt x="182752" y="192158"/>
                  </a:cubicBezTo>
                  <a:cubicBezTo>
                    <a:pt x="185308" y="189604"/>
                    <a:pt x="185308" y="185774"/>
                    <a:pt x="182752" y="183220"/>
                  </a:cubicBezTo>
                  <a:lnTo>
                    <a:pt x="128438" y="128956"/>
                  </a:lnTo>
                  <a:close/>
                  <a:moveTo>
                    <a:pt x="12141" y="75331"/>
                  </a:moveTo>
                  <a:cubicBezTo>
                    <a:pt x="12141" y="40858"/>
                    <a:pt x="40257" y="12768"/>
                    <a:pt x="74763" y="12768"/>
                  </a:cubicBezTo>
                  <a:cubicBezTo>
                    <a:pt x="109268" y="12768"/>
                    <a:pt x="137384" y="40858"/>
                    <a:pt x="137384" y="75331"/>
                  </a:cubicBezTo>
                  <a:cubicBezTo>
                    <a:pt x="137384" y="109804"/>
                    <a:pt x="109268" y="137894"/>
                    <a:pt x="74763" y="137894"/>
                  </a:cubicBezTo>
                  <a:cubicBezTo>
                    <a:pt x="40257" y="137894"/>
                    <a:pt x="12141" y="109804"/>
                    <a:pt x="12141" y="75331"/>
                  </a:cubicBezTo>
                  <a:close/>
                </a:path>
              </a:pathLst>
            </a:custGeom>
            <a:solidFill>
              <a:srgbClr val="007680"/>
            </a:solidFill>
            <a:ln w="6390" cap="flat">
              <a:noFill/>
              <a:prstDash val="solid"/>
              <a:miter/>
            </a:ln>
          </p:spPr>
          <p:txBody>
            <a:bodyPr rtlCol="0" anchor="ctr"/>
            <a:lstStyle/>
            <a:p>
              <a:endParaRPr lang="en-US"/>
            </a:p>
          </p:txBody>
        </p:sp>
        <p:sp>
          <p:nvSpPr>
            <p:cNvPr id="763" name="Graphic 4">
              <a:extLst>
                <a:ext uri="{FF2B5EF4-FFF2-40B4-BE49-F238E27FC236}">
                  <a16:creationId xmlns:a16="http://schemas.microsoft.com/office/drawing/2014/main" id="{0E8E4FF2-C216-D243-A264-3FAF9D8CE2E2}"/>
                </a:ext>
              </a:extLst>
            </p:cNvPr>
            <p:cNvSpPr/>
            <p:nvPr/>
          </p:nvSpPr>
          <p:spPr>
            <a:xfrm>
              <a:off x="11059063" y="1519550"/>
              <a:ext cx="68372" cy="79799"/>
            </a:xfrm>
            <a:custGeom>
              <a:avLst/>
              <a:gdLst>
                <a:gd name="connsiteX0" fmla="*/ 38340 w 68372"/>
                <a:gd name="connsiteY0" fmla="*/ 12768 h 79799"/>
                <a:gd name="connsiteX1" fmla="*/ 42174 w 68372"/>
                <a:gd name="connsiteY1" fmla="*/ 12768 h 79799"/>
                <a:gd name="connsiteX2" fmla="*/ 55593 w 68372"/>
                <a:gd name="connsiteY2" fmla="*/ 26174 h 79799"/>
                <a:gd name="connsiteX3" fmla="*/ 61983 w 68372"/>
                <a:gd name="connsiteY3" fmla="*/ 32558 h 79799"/>
                <a:gd name="connsiteX4" fmla="*/ 68373 w 68372"/>
                <a:gd name="connsiteY4" fmla="*/ 26174 h 79799"/>
                <a:gd name="connsiteX5" fmla="*/ 42174 w 68372"/>
                <a:gd name="connsiteY5" fmla="*/ 0 h 79799"/>
                <a:gd name="connsiteX6" fmla="*/ 38340 w 68372"/>
                <a:gd name="connsiteY6" fmla="*/ 0 h 79799"/>
                <a:gd name="connsiteX7" fmla="*/ 12141 w 68372"/>
                <a:gd name="connsiteY7" fmla="*/ 26174 h 79799"/>
                <a:gd name="connsiteX8" fmla="*/ 12141 w 68372"/>
                <a:gd name="connsiteY8" fmla="*/ 27451 h 79799"/>
                <a:gd name="connsiteX9" fmla="*/ 6390 w 68372"/>
                <a:gd name="connsiteY9" fmla="*/ 27451 h 79799"/>
                <a:gd name="connsiteX10" fmla="*/ 0 w 68372"/>
                <a:gd name="connsiteY10" fmla="*/ 33835 h 79799"/>
                <a:gd name="connsiteX11" fmla="*/ 6390 w 68372"/>
                <a:gd name="connsiteY11" fmla="*/ 40219 h 79799"/>
                <a:gd name="connsiteX12" fmla="*/ 12141 w 68372"/>
                <a:gd name="connsiteY12" fmla="*/ 40219 h 79799"/>
                <a:gd name="connsiteX13" fmla="*/ 12141 w 68372"/>
                <a:gd name="connsiteY13" fmla="*/ 43411 h 79799"/>
                <a:gd name="connsiteX14" fmla="*/ 6390 w 68372"/>
                <a:gd name="connsiteY14" fmla="*/ 43411 h 79799"/>
                <a:gd name="connsiteX15" fmla="*/ 0 w 68372"/>
                <a:gd name="connsiteY15" fmla="*/ 49795 h 79799"/>
                <a:gd name="connsiteX16" fmla="*/ 6390 w 68372"/>
                <a:gd name="connsiteY16" fmla="*/ 56179 h 79799"/>
                <a:gd name="connsiteX17" fmla="*/ 12141 w 68372"/>
                <a:gd name="connsiteY17" fmla="*/ 56179 h 79799"/>
                <a:gd name="connsiteX18" fmla="*/ 38340 w 68372"/>
                <a:gd name="connsiteY18" fmla="*/ 79800 h 79799"/>
                <a:gd name="connsiteX19" fmla="*/ 42174 w 68372"/>
                <a:gd name="connsiteY19" fmla="*/ 79800 h 79799"/>
                <a:gd name="connsiteX20" fmla="*/ 68373 w 68372"/>
                <a:gd name="connsiteY20" fmla="*/ 53626 h 79799"/>
                <a:gd name="connsiteX21" fmla="*/ 61983 w 68372"/>
                <a:gd name="connsiteY21" fmla="*/ 47242 h 79799"/>
                <a:gd name="connsiteX22" fmla="*/ 55593 w 68372"/>
                <a:gd name="connsiteY22" fmla="*/ 53626 h 79799"/>
                <a:gd name="connsiteX23" fmla="*/ 42174 w 68372"/>
                <a:gd name="connsiteY23" fmla="*/ 67032 h 79799"/>
                <a:gd name="connsiteX24" fmla="*/ 38340 w 68372"/>
                <a:gd name="connsiteY24" fmla="*/ 67032 h 79799"/>
                <a:gd name="connsiteX25" fmla="*/ 24921 w 68372"/>
                <a:gd name="connsiteY25" fmla="*/ 56179 h 79799"/>
                <a:gd name="connsiteX26" fmla="*/ 42174 w 68372"/>
                <a:gd name="connsiteY26" fmla="*/ 56179 h 79799"/>
                <a:gd name="connsiteX27" fmla="*/ 48564 w 68372"/>
                <a:gd name="connsiteY27" fmla="*/ 49795 h 79799"/>
                <a:gd name="connsiteX28" fmla="*/ 42174 w 68372"/>
                <a:gd name="connsiteY28" fmla="*/ 43411 h 79799"/>
                <a:gd name="connsiteX29" fmla="*/ 24921 w 68372"/>
                <a:gd name="connsiteY29" fmla="*/ 43411 h 79799"/>
                <a:gd name="connsiteX30" fmla="*/ 24921 w 68372"/>
                <a:gd name="connsiteY30" fmla="*/ 40219 h 79799"/>
                <a:gd name="connsiteX31" fmla="*/ 42174 w 68372"/>
                <a:gd name="connsiteY31" fmla="*/ 40219 h 79799"/>
                <a:gd name="connsiteX32" fmla="*/ 48564 w 68372"/>
                <a:gd name="connsiteY32" fmla="*/ 33835 h 79799"/>
                <a:gd name="connsiteX33" fmla="*/ 42174 w 68372"/>
                <a:gd name="connsiteY33" fmla="*/ 27451 h 79799"/>
                <a:gd name="connsiteX34" fmla="*/ 24921 w 68372"/>
                <a:gd name="connsiteY34" fmla="*/ 27451 h 79799"/>
                <a:gd name="connsiteX35" fmla="*/ 24921 w 68372"/>
                <a:gd name="connsiteY35" fmla="*/ 26174 h 79799"/>
                <a:gd name="connsiteX36" fmla="*/ 38340 w 68372"/>
                <a:gd name="connsiteY36" fmla="*/ 12768 h 79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8372" h="79799">
                  <a:moveTo>
                    <a:pt x="38340" y="12768"/>
                  </a:moveTo>
                  <a:lnTo>
                    <a:pt x="42174" y="12768"/>
                  </a:lnTo>
                  <a:cubicBezTo>
                    <a:pt x="49842" y="12768"/>
                    <a:pt x="55593" y="18514"/>
                    <a:pt x="55593" y="26174"/>
                  </a:cubicBezTo>
                  <a:cubicBezTo>
                    <a:pt x="55593" y="30005"/>
                    <a:pt x="58149" y="32558"/>
                    <a:pt x="61983" y="32558"/>
                  </a:cubicBezTo>
                  <a:cubicBezTo>
                    <a:pt x="65817" y="32558"/>
                    <a:pt x="68373" y="30005"/>
                    <a:pt x="68373" y="26174"/>
                  </a:cubicBezTo>
                  <a:cubicBezTo>
                    <a:pt x="68373" y="11491"/>
                    <a:pt x="56871" y="0"/>
                    <a:pt x="42174" y="0"/>
                  </a:cubicBezTo>
                  <a:lnTo>
                    <a:pt x="38340" y="0"/>
                  </a:lnTo>
                  <a:cubicBezTo>
                    <a:pt x="23643" y="0"/>
                    <a:pt x="12141" y="11491"/>
                    <a:pt x="12141" y="26174"/>
                  </a:cubicBezTo>
                  <a:lnTo>
                    <a:pt x="12141" y="27451"/>
                  </a:lnTo>
                  <a:lnTo>
                    <a:pt x="6390" y="27451"/>
                  </a:lnTo>
                  <a:cubicBezTo>
                    <a:pt x="2556" y="27451"/>
                    <a:pt x="0" y="30005"/>
                    <a:pt x="0" y="33835"/>
                  </a:cubicBezTo>
                  <a:cubicBezTo>
                    <a:pt x="0" y="37666"/>
                    <a:pt x="2556" y="40219"/>
                    <a:pt x="6390" y="40219"/>
                  </a:cubicBezTo>
                  <a:lnTo>
                    <a:pt x="12141" y="40219"/>
                  </a:lnTo>
                  <a:lnTo>
                    <a:pt x="12141" y="43411"/>
                  </a:lnTo>
                  <a:lnTo>
                    <a:pt x="6390" y="43411"/>
                  </a:lnTo>
                  <a:cubicBezTo>
                    <a:pt x="2556" y="43411"/>
                    <a:pt x="0" y="45965"/>
                    <a:pt x="0" y="49795"/>
                  </a:cubicBezTo>
                  <a:cubicBezTo>
                    <a:pt x="0" y="53626"/>
                    <a:pt x="2556" y="56179"/>
                    <a:pt x="6390" y="56179"/>
                  </a:cubicBezTo>
                  <a:lnTo>
                    <a:pt x="12141" y="56179"/>
                  </a:lnTo>
                  <a:cubicBezTo>
                    <a:pt x="13419" y="69585"/>
                    <a:pt x="24282" y="79800"/>
                    <a:pt x="38340" y="79800"/>
                  </a:cubicBezTo>
                  <a:lnTo>
                    <a:pt x="42174" y="79800"/>
                  </a:lnTo>
                  <a:cubicBezTo>
                    <a:pt x="56871" y="79800"/>
                    <a:pt x="68373" y="68309"/>
                    <a:pt x="68373" y="53626"/>
                  </a:cubicBezTo>
                  <a:cubicBezTo>
                    <a:pt x="68373" y="49795"/>
                    <a:pt x="65817" y="47242"/>
                    <a:pt x="61983" y="47242"/>
                  </a:cubicBezTo>
                  <a:cubicBezTo>
                    <a:pt x="58149" y="47242"/>
                    <a:pt x="55593" y="49795"/>
                    <a:pt x="55593" y="53626"/>
                  </a:cubicBezTo>
                  <a:cubicBezTo>
                    <a:pt x="55593" y="61286"/>
                    <a:pt x="49842" y="67032"/>
                    <a:pt x="42174" y="67032"/>
                  </a:cubicBezTo>
                  <a:lnTo>
                    <a:pt x="38340" y="67032"/>
                  </a:lnTo>
                  <a:cubicBezTo>
                    <a:pt x="31950" y="67032"/>
                    <a:pt x="26199" y="62563"/>
                    <a:pt x="24921" y="56179"/>
                  </a:cubicBezTo>
                  <a:lnTo>
                    <a:pt x="42174" y="56179"/>
                  </a:lnTo>
                  <a:cubicBezTo>
                    <a:pt x="46008" y="56179"/>
                    <a:pt x="48564" y="53626"/>
                    <a:pt x="48564" y="49795"/>
                  </a:cubicBezTo>
                  <a:cubicBezTo>
                    <a:pt x="48564" y="45965"/>
                    <a:pt x="46008" y="43411"/>
                    <a:pt x="42174" y="43411"/>
                  </a:cubicBezTo>
                  <a:lnTo>
                    <a:pt x="24921" y="43411"/>
                  </a:lnTo>
                  <a:lnTo>
                    <a:pt x="24921" y="40219"/>
                  </a:lnTo>
                  <a:lnTo>
                    <a:pt x="42174" y="40219"/>
                  </a:lnTo>
                  <a:cubicBezTo>
                    <a:pt x="46008" y="40219"/>
                    <a:pt x="48564" y="37666"/>
                    <a:pt x="48564" y="33835"/>
                  </a:cubicBezTo>
                  <a:cubicBezTo>
                    <a:pt x="48564" y="30005"/>
                    <a:pt x="46008" y="27451"/>
                    <a:pt x="42174" y="27451"/>
                  </a:cubicBezTo>
                  <a:lnTo>
                    <a:pt x="24921" y="27451"/>
                  </a:lnTo>
                  <a:lnTo>
                    <a:pt x="24921" y="26174"/>
                  </a:lnTo>
                  <a:cubicBezTo>
                    <a:pt x="24921" y="19152"/>
                    <a:pt x="31311" y="12768"/>
                    <a:pt x="38340" y="12768"/>
                  </a:cubicBezTo>
                  <a:close/>
                </a:path>
              </a:pathLst>
            </a:custGeom>
            <a:solidFill>
              <a:srgbClr val="007680"/>
            </a:solidFill>
            <a:ln w="6390" cap="flat">
              <a:noFill/>
              <a:prstDash val="solid"/>
              <a:miter/>
            </a:ln>
          </p:spPr>
          <p:txBody>
            <a:bodyPr rtlCol="0" anchor="ctr"/>
            <a:lstStyle/>
            <a:p>
              <a:endParaRPr lang="en-US"/>
            </a:p>
          </p:txBody>
        </p:sp>
      </p:grpSp>
      <p:grpSp>
        <p:nvGrpSpPr>
          <p:cNvPr id="764" name="Graphic 4">
            <a:extLst>
              <a:ext uri="{FF2B5EF4-FFF2-40B4-BE49-F238E27FC236}">
                <a16:creationId xmlns:a16="http://schemas.microsoft.com/office/drawing/2014/main" id="{418A478D-2706-2740-9F56-70370F161D3C}"/>
              </a:ext>
            </a:extLst>
          </p:cNvPr>
          <p:cNvGrpSpPr/>
          <p:nvPr/>
        </p:nvGrpSpPr>
        <p:grpSpPr>
          <a:xfrm>
            <a:off x="10934460" y="1893013"/>
            <a:ext cx="361671" cy="361333"/>
            <a:chOff x="10934460" y="1893013"/>
            <a:chExt cx="361671" cy="361333"/>
          </a:xfrm>
          <a:solidFill>
            <a:srgbClr val="007680"/>
          </a:solidFill>
        </p:grpSpPr>
        <p:sp>
          <p:nvSpPr>
            <p:cNvPr id="765" name="Graphic 4">
              <a:extLst>
                <a:ext uri="{FF2B5EF4-FFF2-40B4-BE49-F238E27FC236}">
                  <a16:creationId xmlns:a16="http://schemas.microsoft.com/office/drawing/2014/main" id="{98BED3F8-7968-4142-A0AC-0E8556A88CED}"/>
                </a:ext>
              </a:extLst>
            </p:cNvPr>
            <p:cNvSpPr/>
            <p:nvPr/>
          </p:nvSpPr>
          <p:spPr>
            <a:xfrm>
              <a:off x="10934460" y="1893013"/>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180836 w 361671"/>
                <a:gd name="connsiteY5" fmla="*/ 349204 h 361333"/>
                <a:gd name="connsiteX6" fmla="*/ 12780 w 361671"/>
                <a:gd name="connsiteY6" fmla="*/ 181305 h 361333"/>
                <a:gd name="connsiteX7" fmla="*/ 180836 w 361671"/>
                <a:gd name="connsiteY7" fmla="*/ 13406 h 361333"/>
                <a:gd name="connsiteX8" fmla="*/ 348891 w 361671"/>
                <a:gd name="connsiteY8" fmla="*/ 181305 h 361333"/>
                <a:gd name="connsiteX9" fmla="*/ 180836 w 361671"/>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1" h="361333">
                  <a:moveTo>
                    <a:pt x="180836" y="0"/>
                  </a:moveTo>
                  <a:cubicBezTo>
                    <a:pt x="80514" y="0"/>
                    <a:pt x="0" y="81077"/>
                    <a:pt x="0" y="180667"/>
                  </a:cubicBezTo>
                  <a:cubicBezTo>
                    <a:pt x="0" y="280257"/>
                    <a:pt x="81153" y="361333"/>
                    <a:pt x="180836" y="361333"/>
                  </a:cubicBezTo>
                  <a:cubicBezTo>
                    <a:pt x="281157" y="361333"/>
                    <a:pt x="361671" y="280257"/>
                    <a:pt x="361671" y="180667"/>
                  </a:cubicBezTo>
                  <a:cubicBezTo>
                    <a:pt x="361671"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8891" y="273873"/>
                    <a:pt x="273490" y="349204"/>
                    <a:pt x="180836" y="349204"/>
                  </a:cubicBezTo>
                  <a:close/>
                </a:path>
              </a:pathLst>
            </a:custGeom>
            <a:solidFill>
              <a:srgbClr val="007680"/>
            </a:solidFill>
            <a:ln w="6390" cap="flat">
              <a:noFill/>
              <a:prstDash val="solid"/>
              <a:miter/>
            </a:ln>
          </p:spPr>
          <p:txBody>
            <a:bodyPr rtlCol="0" anchor="ctr"/>
            <a:lstStyle/>
            <a:p>
              <a:endParaRPr lang="en-US"/>
            </a:p>
          </p:txBody>
        </p:sp>
        <p:sp>
          <p:nvSpPr>
            <p:cNvPr id="766" name="Graphic 4">
              <a:extLst>
                <a:ext uri="{FF2B5EF4-FFF2-40B4-BE49-F238E27FC236}">
                  <a16:creationId xmlns:a16="http://schemas.microsoft.com/office/drawing/2014/main" id="{B78B96F2-E098-CD46-9990-1AE5469220DB}"/>
                </a:ext>
              </a:extLst>
            </p:cNvPr>
            <p:cNvSpPr/>
            <p:nvPr/>
          </p:nvSpPr>
          <p:spPr>
            <a:xfrm>
              <a:off x="11023280" y="1976643"/>
              <a:ext cx="184669" cy="194073"/>
            </a:xfrm>
            <a:custGeom>
              <a:avLst/>
              <a:gdLst>
                <a:gd name="connsiteX0" fmla="*/ 128438 w 184669"/>
                <a:gd name="connsiteY0" fmla="*/ 128957 h 194073"/>
                <a:gd name="connsiteX1" fmla="*/ 150802 w 184669"/>
                <a:gd name="connsiteY1" fmla="*/ 75331 h 194073"/>
                <a:gd name="connsiteX2" fmla="*/ 75402 w 184669"/>
                <a:gd name="connsiteY2" fmla="*/ 0 h 194073"/>
                <a:gd name="connsiteX3" fmla="*/ 0 w 184669"/>
                <a:gd name="connsiteY3" fmla="*/ 75331 h 194073"/>
                <a:gd name="connsiteX4" fmla="*/ 75402 w 184669"/>
                <a:gd name="connsiteY4" fmla="*/ 150662 h 194073"/>
                <a:gd name="connsiteX5" fmla="*/ 118853 w 184669"/>
                <a:gd name="connsiteY5" fmla="*/ 136617 h 194073"/>
                <a:gd name="connsiteX6" fmla="*/ 173807 w 184669"/>
                <a:gd name="connsiteY6" fmla="*/ 192158 h 194073"/>
                <a:gd name="connsiteX7" fmla="*/ 178279 w 184669"/>
                <a:gd name="connsiteY7" fmla="*/ 194073 h 194073"/>
                <a:gd name="connsiteX8" fmla="*/ 182752 w 184669"/>
                <a:gd name="connsiteY8" fmla="*/ 192158 h 194073"/>
                <a:gd name="connsiteX9" fmla="*/ 182752 w 184669"/>
                <a:gd name="connsiteY9" fmla="*/ 183220 h 194073"/>
                <a:gd name="connsiteX10" fmla="*/ 128438 w 184669"/>
                <a:gd name="connsiteY10" fmla="*/ 128957 h 194073"/>
                <a:gd name="connsiteX11" fmla="*/ 12141 w 184669"/>
                <a:gd name="connsiteY11" fmla="*/ 75969 h 194073"/>
                <a:gd name="connsiteX12" fmla="*/ 74763 w 184669"/>
                <a:gd name="connsiteY12" fmla="*/ 13406 h 194073"/>
                <a:gd name="connsiteX13" fmla="*/ 137384 w 184669"/>
                <a:gd name="connsiteY13" fmla="*/ 75969 h 194073"/>
                <a:gd name="connsiteX14" fmla="*/ 74763 w 184669"/>
                <a:gd name="connsiteY14" fmla="*/ 138533 h 194073"/>
                <a:gd name="connsiteX15" fmla="*/ 12141 w 184669"/>
                <a:gd name="connsiteY15" fmla="*/ 75969 h 19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4669" h="194073">
                  <a:moveTo>
                    <a:pt x="128438" y="128957"/>
                  </a:moveTo>
                  <a:cubicBezTo>
                    <a:pt x="141857" y="115550"/>
                    <a:pt x="150802" y="96398"/>
                    <a:pt x="150802" y="75331"/>
                  </a:cubicBezTo>
                  <a:cubicBezTo>
                    <a:pt x="150802" y="33835"/>
                    <a:pt x="116936" y="0"/>
                    <a:pt x="75402" y="0"/>
                  </a:cubicBezTo>
                  <a:cubicBezTo>
                    <a:pt x="33867" y="0"/>
                    <a:pt x="0" y="33835"/>
                    <a:pt x="0" y="75331"/>
                  </a:cubicBezTo>
                  <a:cubicBezTo>
                    <a:pt x="0" y="116827"/>
                    <a:pt x="33867" y="150662"/>
                    <a:pt x="75402" y="150662"/>
                  </a:cubicBezTo>
                  <a:cubicBezTo>
                    <a:pt x="91376" y="150662"/>
                    <a:pt x="106712" y="145555"/>
                    <a:pt x="118853" y="136617"/>
                  </a:cubicBezTo>
                  <a:lnTo>
                    <a:pt x="173807" y="192158"/>
                  </a:lnTo>
                  <a:cubicBezTo>
                    <a:pt x="175084" y="193435"/>
                    <a:pt x="177002" y="194073"/>
                    <a:pt x="178279" y="194073"/>
                  </a:cubicBezTo>
                  <a:cubicBezTo>
                    <a:pt x="180197" y="194073"/>
                    <a:pt x="181474" y="193435"/>
                    <a:pt x="182752" y="192158"/>
                  </a:cubicBezTo>
                  <a:cubicBezTo>
                    <a:pt x="185308" y="189604"/>
                    <a:pt x="185308" y="185774"/>
                    <a:pt x="182752" y="183220"/>
                  </a:cubicBezTo>
                  <a:lnTo>
                    <a:pt x="128438" y="128957"/>
                  </a:lnTo>
                  <a:close/>
                  <a:moveTo>
                    <a:pt x="12141" y="75969"/>
                  </a:moveTo>
                  <a:cubicBezTo>
                    <a:pt x="12141" y="41496"/>
                    <a:pt x="40257" y="13406"/>
                    <a:pt x="74763" y="13406"/>
                  </a:cubicBezTo>
                  <a:cubicBezTo>
                    <a:pt x="109268" y="13406"/>
                    <a:pt x="137384" y="41496"/>
                    <a:pt x="137384" y="75969"/>
                  </a:cubicBezTo>
                  <a:cubicBezTo>
                    <a:pt x="137384" y="110443"/>
                    <a:pt x="109268" y="138533"/>
                    <a:pt x="74763" y="138533"/>
                  </a:cubicBezTo>
                  <a:cubicBezTo>
                    <a:pt x="40257" y="138533"/>
                    <a:pt x="12141" y="110443"/>
                    <a:pt x="12141" y="75969"/>
                  </a:cubicBezTo>
                  <a:close/>
                </a:path>
              </a:pathLst>
            </a:custGeom>
            <a:solidFill>
              <a:srgbClr val="007680"/>
            </a:solidFill>
            <a:ln w="6390" cap="flat">
              <a:noFill/>
              <a:prstDash val="solid"/>
              <a:miter/>
            </a:ln>
          </p:spPr>
          <p:txBody>
            <a:bodyPr rtlCol="0" anchor="ctr"/>
            <a:lstStyle/>
            <a:p>
              <a:endParaRPr lang="en-US"/>
            </a:p>
          </p:txBody>
        </p:sp>
        <p:sp>
          <p:nvSpPr>
            <p:cNvPr id="767" name="Graphic 4">
              <a:extLst>
                <a:ext uri="{FF2B5EF4-FFF2-40B4-BE49-F238E27FC236}">
                  <a16:creationId xmlns:a16="http://schemas.microsoft.com/office/drawing/2014/main" id="{0796F8F3-BD6C-CE4C-A587-3B59A93E5822}"/>
                </a:ext>
              </a:extLst>
            </p:cNvPr>
            <p:cNvSpPr/>
            <p:nvPr/>
          </p:nvSpPr>
          <p:spPr>
            <a:xfrm>
              <a:off x="11068648" y="2014308"/>
              <a:ext cx="53036" cy="75331"/>
            </a:xfrm>
            <a:custGeom>
              <a:avLst/>
              <a:gdLst>
                <a:gd name="connsiteX0" fmla="*/ 47286 w 53036"/>
                <a:gd name="connsiteY0" fmla="*/ 61925 h 75331"/>
                <a:gd name="connsiteX1" fmla="*/ 21726 w 53036"/>
                <a:gd name="connsiteY1" fmla="*/ 61925 h 75331"/>
                <a:gd name="connsiteX2" fmla="*/ 27477 w 53036"/>
                <a:gd name="connsiteY2" fmla="*/ 43411 h 75331"/>
                <a:gd name="connsiteX3" fmla="*/ 33867 w 53036"/>
                <a:gd name="connsiteY3" fmla="*/ 43411 h 75331"/>
                <a:gd name="connsiteX4" fmla="*/ 40257 w 53036"/>
                <a:gd name="connsiteY4" fmla="*/ 37027 h 75331"/>
                <a:gd name="connsiteX5" fmla="*/ 33867 w 53036"/>
                <a:gd name="connsiteY5" fmla="*/ 30643 h 75331"/>
                <a:gd name="connsiteX6" fmla="*/ 22365 w 53036"/>
                <a:gd name="connsiteY6" fmla="*/ 30643 h 75331"/>
                <a:gd name="connsiteX7" fmla="*/ 19809 w 53036"/>
                <a:gd name="connsiteY7" fmla="*/ 28089 h 75331"/>
                <a:gd name="connsiteX8" fmla="*/ 18531 w 53036"/>
                <a:gd name="connsiteY8" fmla="*/ 18514 h 75331"/>
                <a:gd name="connsiteX9" fmla="*/ 28755 w 53036"/>
                <a:gd name="connsiteY9" fmla="*/ 12768 h 75331"/>
                <a:gd name="connsiteX10" fmla="*/ 40257 w 53036"/>
                <a:gd name="connsiteY10" fmla="*/ 24259 h 75331"/>
                <a:gd name="connsiteX11" fmla="*/ 46647 w 53036"/>
                <a:gd name="connsiteY11" fmla="*/ 30643 h 75331"/>
                <a:gd name="connsiteX12" fmla="*/ 53037 w 53036"/>
                <a:gd name="connsiteY12" fmla="*/ 24259 h 75331"/>
                <a:gd name="connsiteX13" fmla="*/ 28755 w 53036"/>
                <a:gd name="connsiteY13" fmla="*/ 0 h 75331"/>
                <a:gd name="connsiteX14" fmla="*/ 6390 w 53036"/>
                <a:gd name="connsiteY14" fmla="*/ 13406 h 75331"/>
                <a:gd name="connsiteX15" fmla="*/ 6390 w 53036"/>
                <a:gd name="connsiteY15" fmla="*/ 30643 h 75331"/>
                <a:gd name="connsiteX16" fmla="*/ 0 w 53036"/>
                <a:gd name="connsiteY16" fmla="*/ 37027 h 75331"/>
                <a:gd name="connsiteX17" fmla="*/ 6390 w 53036"/>
                <a:gd name="connsiteY17" fmla="*/ 43411 h 75331"/>
                <a:gd name="connsiteX18" fmla="*/ 14058 w 53036"/>
                <a:gd name="connsiteY18" fmla="*/ 43411 h 75331"/>
                <a:gd name="connsiteX19" fmla="*/ 3835 w 53036"/>
                <a:gd name="connsiteY19" fmla="*/ 64478 h 75331"/>
                <a:gd name="connsiteX20" fmla="*/ 3195 w 53036"/>
                <a:gd name="connsiteY20" fmla="*/ 71501 h 75331"/>
                <a:gd name="connsiteX21" fmla="*/ 8946 w 53036"/>
                <a:gd name="connsiteY21" fmla="*/ 75331 h 75331"/>
                <a:gd name="connsiteX22" fmla="*/ 46647 w 53036"/>
                <a:gd name="connsiteY22" fmla="*/ 75331 h 75331"/>
                <a:gd name="connsiteX23" fmla="*/ 53037 w 53036"/>
                <a:gd name="connsiteY23" fmla="*/ 68947 h 75331"/>
                <a:gd name="connsiteX24" fmla="*/ 47286 w 53036"/>
                <a:gd name="connsiteY24" fmla="*/ 61925 h 75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3036" h="75331">
                  <a:moveTo>
                    <a:pt x="47286" y="61925"/>
                  </a:moveTo>
                  <a:lnTo>
                    <a:pt x="21726" y="61925"/>
                  </a:lnTo>
                  <a:cubicBezTo>
                    <a:pt x="25560" y="56179"/>
                    <a:pt x="27477" y="49795"/>
                    <a:pt x="27477" y="43411"/>
                  </a:cubicBezTo>
                  <a:lnTo>
                    <a:pt x="33867" y="43411"/>
                  </a:lnTo>
                  <a:cubicBezTo>
                    <a:pt x="37701" y="43411"/>
                    <a:pt x="40257" y="40857"/>
                    <a:pt x="40257" y="37027"/>
                  </a:cubicBezTo>
                  <a:cubicBezTo>
                    <a:pt x="40257" y="33197"/>
                    <a:pt x="37701" y="30643"/>
                    <a:pt x="33867" y="30643"/>
                  </a:cubicBezTo>
                  <a:lnTo>
                    <a:pt x="22365" y="30643"/>
                  </a:lnTo>
                  <a:cubicBezTo>
                    <a:pt x="21726" y="30005"/>
                    <a:pt x="21087" y="28728"/>
                    <a:pt x="19809" y="28089"/>
                  </a:cubicBezTo>
                  <a:cubicBezTo>
                    <a:pt x="17892" y="26174"/>
                    <a:pt x="17253" y="22344"/>
                    <a:pt x="18531" y="18514"/>
                  </a:cubicBezTo>
                  <a:cubicBezTo>
                    <a:pt x="19809" y="15960"/>
                    <a:pt x="22365" y="12130"/>
                    <a:pt x="28755" y="12768"/>
                  </a:cubicBezTo>
                  <a:cubicBezTo>
                    <a:pt x="38979" y="12768"/>
                    <a:pt x="40257" y="21706"/>
                    <a:pt x="40257" y="24259"/>
                  </a:cubicBezTo>
                  <a:cubicBezTo>
                    <a:pt x="40257" y="27451"/>
                    <a:pt x="43452" y="30643"/>
                    <a:pt x="46647" y="30643"/>
                  </a:cubicBezTo>
                  <a:cubicBezTo>
                    <a:pt x="50481" y="30643"/>
                    <a:pt x="53037" y="28089"/>
                    <a:pt x="53037" y="24259"/>
                  </a:cubicBezTo>
                  <a:cubicBezTo>
                    <a:pt x="53037" y="14683"/>
                    <a:pt x="46647" y="638"/>
                    <a:pt x="28755" y="0"/>
                  </a:cubicBezTo>
                  <a:cubicBezTo>
                    <a:pt x="18531" y="0"/>
                    <a:pt x="10225" y="5107"/>
                    <a:pt x="6390" y="13406"/>
                  </a:cubicBezTo>
                  <a:cubicBezTo>
                    <a:pt x="3835" y="19152"/>
                    <a:pt x="3835" y="25536"/>
                    <a:pt x="6390" y="30643"/>
                  </a:cubicBezTo>
                  <a:cubicBezTo>
                    <a:pt x="3195" y="30643"/>
                    <a:pt x="0" y="33835"/>
                    <a:pt x="0" y="37027"/>
                  </a:cubicBezTo>
                  <a:cubicBezTo>
                    <a:pt x="0" y="40857"/>
                    <a:pt x="2556" y="43411"/>
                    <a:pt x="6390" y="43411"/>
                  </a:cubicBezTo>
                  <a:lnTo>
                    <a:pt x="14058" y="43411"/>
                  </a:lnTo>
                  <a:cubicBezTo>
                    <a:pt x="14697" y="47241"/>
                    <a:pt x="12141" y="53625"/>
                    <a:pt x="3835" y="64478"/>
                  </a:cubicBezTo>
                  <a:cubicBezTo>
                    <a:pt x="2556" y="66393"/>
                    <a:pt x="1917" y="68947"/>
                    <a:pt x="3195" y="71501"/>
                  </a:cubicBezTo>
                  <a:cubicBezTo>
                    <a:pt x="4473" y="73416"/>
                    <a:pt x="6390" y="75331"/>
                    <a:pt x="8946" y="75331"/>
                  </a:cubicBezTo>
                  <a:lnTo>
                    <a:pt x="46647" y="75331"/>
                  </a:lnTo>
                  <a:cubicBezTo>
                    <a:pt x="50481" y="75331"/>
                    <a:pt x="53037" y="72777"/>
                    <a:pt x="53037" y="68947"/>
                  </a:cubicBezTo>
                  <a:cubicBezTo>
                    <a:pt x="53037" y="65117"/>
                    <a:pt x="51119" y="61925"/>
                    <a:pt x="47286" y="61925"/>
                  </a:cubicBezTo>
                  <a:close/>
                </a:path>
              </a:pathLst>
            </a:custGeom>
            <a:solidFill>
              <a:srgbClr val="007680"/>
            </a:solidFill>
            <a:ln w="6390" cap="flat">
              <a:noFill/>
              <a:prstDash val="solid"/>
              <a:miter/>
            </a:ln>
          </p:spPr>
          <p:txBody>
            <a:bodyPr rtlCol="0" anchor="ctr"/>
            <a:lstStyle/>
            <a:p>
              <a:endParaRPr lang="en-US"/>
            </a:p>
          </p:txBody>
        </p:sp>
      </p:grpSp>
      <p:grpSp>
        <p:nvGrpSpPr>
          <p:cNvPr id="2" name="Group 1">
            <a:extLst>
              <a:ext uri="{FF2B5EF4-FFF2-40B4-BE49-F238E27FC236}">
                <a16:creationId xmlns:a16="http://schemas.microsoft.com/office/drawing/2014/main" id="{4BA54F9D-0FDA-A642-8FFE-BB904CB881D2}"/>
              </a:ext>
            </a:extLst>
          </p:cNvPr>
          <p:cNvGrpSpPr/>
          <p:nvPr/>
        </p:nvGrpSpPr>
        <p:grpSpPr>
          <a:xfrm>
            <a:off x="11372170" y="918179"/>
            <a:ext cx="361671" cy="361333"/>
            <a:chOff x="11372170" y="918179"/>
            <a:chExt cx="361671" cy="361333"/>
          </a:xfrm>
        </p:grpSpPr>
        <p:sp>
          <p:nvSpPr>
            <p:cNvPr id="6" name="Graphic 4">
              <a:extLst>
                <a:ext uri="{FF2B5EF4-FFF2-40B4-BE49-F238E27FC236}">
                  <a16:creationId xmlns:a16="http://schemas.microsoft.com/office/drawing/2014/main" id="{AABEF3CD-2B59-A742-B3F6-1EF6E250D686}"/>
                </a:ext>
              </a:extLst>
            </p:cNvPr>
            <p:cNvSpPr/>
            <p:nvPr/>
          </p:nvSpPr>
          <p:spPr>
            <a:xfrm>
              <a:off x="11527446" y="1060542"/>
              <a:ext cx="3194" cy="8937"/>
            </a:xfrm>
            <a:custGeom>
              <a:avLst/>
              <a:gdLst>
                <a:gd name="connsiteX0" fmla="*/ 0 w 3194"/>
                <a:gd name="connsiteY0" fmla="*/ 4469 h 8937"/>
                <a:gd name="connsiteX1" fmla="*/ 1278 w 3194"/>
                <a:gd name="connsiteY1" fmla="*/ 7661 h 8937"/>
                <a:gd name="connsiteX2" fmla="*/ 3195 w 3194"/>
                <a:gd name="connsiteY2" fmla="*/ 8938 h 8937"/>
                <a:gd name="connsiteX3" fmla="*/ 3195 w 3194"/>
                <a:gd name="connsiteY3" fmla="*/ 0 h 8937"/>
                <a:gd name="connsiteX4" fmla="*/ 0 w 3194"/>
                <a:gd name="connsiteY4" fmla="*/ 4469 h 8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4" h="8937">
                  <a:moveTo>
                    <a:pt x="0" y="4469"/>
                  </a:moveTo>
                  <a:cubicBezTo>
                    <a:pt x="0" y="5746"/>
                    <a:pt x="0" y="7022"/>
                    <a:pt x="1278" y="7661"/>
                  </a:cubicBezTo>
                  <a:cubicBezTo>
                    <a:pt x="1917" y="8299"/>
                    <a:pt x="2556" y="8938"/>
                    <a:pt x="3195" y="8938"/>
                  </a:cubicBezTo>
                  <a:lnTo>
                    <a:pt x="3195" y="0"/>
                  </a:lnTo>
                  <a:cubicBezTo>
                    <a:pt x="1278" y="1277"/>
                    <a:pt x="639" y="2554"/>
                    <a:pt x="0" y="4469"/>
                  </a:cubicBezTo>
                  <a:close/>
                </a:path>
              </a:pathLst>
            </a:custGeom>
            <a:solidFill>
              <a:srgbClr val="007680"/>
            </a:solidFill>
            <a:ln w="6390" cap="flat">
              <a:noFill/>
              <a:prstDash val="solid"/>
              <a:miter/>
            </a:ln>
          </p:spPr>
          <p:txBody>
            <a:bodyPr rtlCol="0" anchor="ctr"/>
            <a:lstStyle/>
            <a:p>
              <a:endParaRPr lang="en-US"/>
            </a:p>
          </p:txBody>
        </p:sp>
        <p:sp>
          <p:nvSpPr>
            <p:cNvPr id="7" name="Graphic 4">
              <a:extLst>
                <a:ext uri="{FF2B5EF4-FFF2-40B4-BE49-F238E27FC236}">
                  <a16:creationId xmlns:a16="http://schemas.microsoft.com/office/drawing/2014/main" id="{AABEF3CD-2B59-A742-B3F6-1EF6E250D686}"/>
                </a:ext>
              </a:extLst>
            </p:cNvPr>
            <p:cNvSpPr/>
            <p:nvPr/>
          </p:nvSpPr>
          <p:spPr>
            <a:xfrm>
              <a:off x="11543421" y="1086077"/>
              <a:ext cx="2938" cy="10214"/>
            </a:xfrm>
            <a:custGeom>
              <a:avLst/>
              <a:gdLst>
                <a:gd name="connsiteX0" fmla="*/ 0 w 2938"/>
                <a:gd name="connsiteY0" fmla="*/ 0 h 10214"/>
                <a:gd name="connsiteX1" fmla="*/ 0 w 2938"/>
                <a:gd name="connsiteY1" fmla="*/ 10214 h 10214"/>
                <a:gd name="connsiteX2" fmla="*/ 1278 w 2938"/>
                <a:gd name="connsiteY2" fmla="*/ 9576 h 10214"/>
                <a:gd name="connsiteX3" fmla="*/ 2556 w 2938"/>
                <a:gd name="connsiteY3" fmla="*/ 3830 h 10214"/>
                <a:gd name="connsiteX4" fmla="*/ 0 w 2938"/>
                <a:gd name="connsiteY4" fmla="*/ 0 h 10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8" h="10214">
                  <a:moveTo>
                    <a:pt x="0" y="0"/>
                  </a:moveTo>
                  <a:lnTo>
                    <a:pt x="0" y="10214"/>
                  </a:lnTo>
                  <a:cubicBezTo>
                    <a:pt x="639" y="10214"/>
                    <a:pt x="1278" y="9576"/>
                    <a:pt x="1278" y="9576"/>
                  </a:cubicBezTo>
                  <a:cubicBezTo>
                    <a:pt x="3195" y="8299"/>
                    <a:pt x="3195" y="5746"/>
                    <a:pt x="2556" y="3830"/>
                  </a:cubicBezTo>
                  <a:cubicBezTo>
                    <a:pt x="1917" y="1915"/>
                    <a:pt x="1278" y="638"/>
                    <a:pt x="0" y="0"/>
                  </a:cubicBezTo>
                  <a:close/>
                </a:path>
              </a:pathLst>
            </a:custGeom>
            <a:solidFill>
              <a:srgbClr val="007680"/>
            </a:solidFill>
            <a:ln w="6390" cap="flat">
              <a:noFill/>
              <a:prstDash val="solid"/>
              <a:miter/>
            </a:ln>
          </p:spPr>
          <p:txBody>
            <a:bodyPr rtlCol="0" anchor="ctr"/>
            <a:lstStyle/>
            <a:p>
              <a:endParaRPr lang="en-US"/>
            </a:p>
          </p:txBody>
        </p:sp>
        <p:grpSp>
          <p:nvGrpSpPr>
            <p:cNvPr id="768" name="Graphic 4">
              <a:extLst>
                <a:ext uri="{FF2B5EF4-FFF2-40B4-BE49-F238E27FC236}">
                  <a16:creationId xmlns:a16="http://schemas.microsoft.com/office/drawing/2014/main" id="{6306F843-4D67-9D45-BFD6-6ECC03143689}"/>
                </a:ext>
              </a:extLst>
            </p:cNvPr>
            <p:cNvGrpSpPr/>
            <p:nvPr/>
          </p:nvGrpSpPr>
          <p:grpSpPr>
            <a:xfrm>
              <a:off x="11372170" y="918179"/>
              <a:ext cx="361671" cy="361333"/>
              <a:chOff x="11372170" y="918179"/>
              <a:chExt cx="361671" cy="361333"/>
            </a:xfrm>
            <a:solidFill>
              <a:srgbClr val="007680"/>
            </a:solidFill>
          </p:grpSpPr>
          <p:sp>
            <p:nvSpPr>
              <p:cNvPr id="769" name="Graphic 4">
                <a:extLst>
                  <a:ext uri="{FF2B5EF4-FFF2-40B4-BE49-F238E27FC236}">
                    <a16:creationId xmlns:a16="http://schemas.microsoft.com/office/drawing/2014/main" id="{CD4D85D4-DFBC-6142-AB0A-CB6BA784C5D5}"/>
                  </a:ext>
                </a:extLst>
              </p:cNvPr>
              <p:cNvSpPr/>
              <p:nvPr/>
            </p:nvSpPr>
            <p:spPr>
              <a:xfrm>
                <a:off x="11527446" y="1060542"/>
                <a:ext cx="3194" cy="8937"/>
              </a:xfrm>
              <a:custGeom>
                <a:avLst/>
                <a:gdLst>
                  <a:gd name="connsiteX0" fmla="*/ 0 w 3194"/>
                  <a:gd name="connsiteY0" fmla="*/ 4469 h 8937"/>
                  <a:gd name="connsiteX1" fmla="*/ 1278 w 3194"/>
                  <a:gd name="connsiteY1" fmla="*/ 7661 h 8937"/>
                  <a:gd name="connsiteX2" fmla="*/ 3195 w 3194"/>
                  <a:gd name="connsiteY2" fmla="*/ 8938 h 8937"/>
                  <a:gd name="connsiteX3" fmla="*/ 3195 w 3194"/>
                  <a:gd name="connsiteY3" fmla="*/ 0 h 8937"/>
                  <a:gd name="connsiteX4" fmla="*/ 0 w 3194"/>
                  <a:gd name="connsiteY4" fmla="*/ 4469 h 8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4" h="8937">
                    <a:moveTo>
                      <a:pt x="0" y="4469"/>
                    </a:moveTo>
                    <a:cubicBezTo>
                      <a:pt x="0" y="5746"/>
                      <a:pt x="0" y="7022"/>
                      <a:pt x="1278" y="7661"/>
                    </a:cubicBezTo>
                    <a:cubicBezTo>
                      <a:pt x="1917" y="8299"/>
                      <a:pt x="2556" y="8938"/>
                      <a:pt x="3195" y="8938"/>
                    </a:cubicBezTo>
                    <a:lnTo>
                      <a:pt x="3195" y="0"/>
                    </a:lnTo>
                    <a:cubicBezTo>
                      <a:pt x="1278" y="1915"/>
                      <a:pt x="639" y="3830"/>
                      <a:pt x="0" y="4469"/>
                    </a:cubicBezTo>
                    <a:close/>
                  </a:path>
                </a:pathLst>
              </a:custGeom>
              <a:solidFill>
                <a:srgbClr val="007680"/>
              </a:solidFill>
              <a:ln w="6390" cap="flat">
                <a:noFill/>
                <a:prstDash val="solid"/>
                <a:miter/>
              </a:ln>
            </p:spPr>
            <p:txBody>
              <a:bodyPr rtlCol="0" anchor="ctr"/>
              <a:lstStyle/>
              <a:p>
                <a:endParaRPr lang="en-US"/>
              </a:p>
            </p:txBody>
          </p:sp>
          <p:sp>
            <p:nvSpPr>
              <p:cNvPr id="770" name="Graphic 4">
                <a:extLst>
                  <a:ext uri="{FF2B5EF4-FFF2-40B4-BE49-F238E27FC236}">
                    <a16:creationId xmlns:a16="http://schemas.microsoft.com/office/drawing/2014/main" id="{BD260E3C-E6F6-BA4C-9826-EF29985C6CD5}"/>
                  </a:ext>
                </a:extLst>
              </p:cNvPr>
              <p:cNvSpPr/>
              <p:nvPr/>
            </p:nvSpPr>
            <p:spPr>
              <a:xfrm>
                <a:off x="11473770" y="1014577"/>
                <a:ext cx="125242" cy="125125"/>
              </a:xfrm>
              <a:custGeom>
                <a:avLst/>
                <a:gdLst>
                  <a:gd name="connsiteX0" fmla="*/ 125243 w 125242"/>
                  <a:gd name="connsiteY0" fmla="*/ 62563 h 125125"/>
                  <a:gd name="connsiteX1" fmla="*/ 62622 w 125242"/>
                  <a:gd name="connsiteY1" fmla="*/ 0 h 125125"/>
                  <a:gd name="connsiteX2" fmla="*/ 0 w 125242"/>
                  <a:gd name="connsiteY2" fmla="*/ 62563 h 125125"/>
                  <a:gd name="connsiteX3" fmla="*/ 62622 w 125242"/>
                  <a:gd name="connsiteY3" fmla="*/ 125126 h 125125"/>
                  <a:gd name="connsiteX4" fmla="*/ 125243 w 125242"/>
                  <a:gd name="connsiteY4" fmla="*/ 62563 h 125125"/>
                  <a:gd name="connsiteX5" fmla="*/ 79874 w 125242"/>
                  <a:gd name="connsiteY5" fmla="*/ 89376 h 125125"/>
                  <a:gd name="connsiteX6" fmla="*/ 69012 w 125242"/>
                  <a:gd name="connsiteY6" fmla="*/ 94483 h 125125"/>
                  <a:gd name="connsiteX7" fmla="*/ 69012 w 125242"/>
                  <a:gd name="connsiteY7" fmla="*/ 95121 h 125125"/>
                  <a:gd name="connsiteX8" fmla="*/ 62622 w 125242"/>
                  <a:gd name="connsiteY8" fmla="*/ 101505 h 125125"/>
                  <a:gd name="connsiteX9" fmla="*/ 56232 w 125242"/>
                  <a:gd name="connsiteY9" fmla="*/ 95121 h 125125"/>
                  <a:gd name="connsiteX10" fmla="*/ 56232 w 125242"/>
                  <a:gd name="connsiteY10" fmla="*/ 93845 h 125125"/>
                  <a:gd name="connsiteX11" fmla="*/ 42173 w 125242"/>
                  <a:gd name="connsiteY11" fmla="*/ 88099 h 125125"/>
                  <a:gd name="connsiteX12" fmla="*/ 39618 w 125242"/>
                  <a:gd name="connsiteY12" fmla="*/ 79161 h 125125"/>
                  <a:gd name="connsiteX13" fmla="*/ 48563 w 125242"/>
                  <a:gd name="connsiteY13" fmla="*/ 76608 h 125125"/>
                  <a:gd name="connsiteX14" fmla="*/ 56232 w 125242"/>
                  <a:gd name="connsiteY14" fmla="*/ 79800 h 125125"/>
                  <a:gd name="connsiteX15" fmla="*/ 56232 w 125242"/>
                  <a:gd name="connsiteY15" fmla="*/ 68309 h 125125"/>
                  <a:gd name="connsiteX16" fmla="*/ 44730 w 125242"/>
                  <a:gd name="connsiteY16" fmla="*/ 61925 h 125125"/>
                  <a:gd name="connsiteX17" fmla="*/ 40896 w 125242"/>
                  <a:gd name="connsiteY17" fmla="*/ 47880 h 125125"/>
                  <a:gd name="connsiteX18" fmla="*/ 51758 w 125242"/>
                  <a:gd name="connsiteY18" fmla="*/ 33835 h 125125"/>
                  <a:gd name="connsiteX19" fmla="*/ 56871 w 125242"/>
                  <a:gd name="connsiteY19" fmla="*/ 31920 h 125125"/>
                  <a:gd name="connsiteX20" fmla="*/ 56871 w 125242"/>
                  <a:gd name="connsiteY20" fmla="*/ 28728 h 125125"/>
                  <a:gd name="connsiteX21" fmla="*/ 63261 w 125242"/>
                  <a:gd name="connsiteY21" fmla="*/ 22344 h 125125"/>
                  <a:gd name="connsiteX22" fmla="*/ 69650 w 125242"/>
                  <a:gd name="connsiteY22" fmla="*/ 28728 h 125125"/>
                  <a:gd name="connsiteX23" fmla="*/ 69650 w 125242"/>
                  <a:gd name="connsiteY23" fmla="*/ 31920 h 125125"/>
                  <a:gd name="connsiteX24" fmla="*/ 79874 w 125242"/>
                  <a:gd name="connsiteY24" fmla="*/ 35112 h 125125"/>
                  <a:gd name="connsiteX25" fmla="*/ 83069 w 125242"/>
                  <a:gd name="connsiteY25" fmla="*/ 43411 h 125125"/>
                  <a:gd name="connsiteX26" fmla="*/ 74763 w 125242"/>
                  <a:gd name="connsiteY26" fmla="*/ 46603 h 125125"/>
                  <a:gd name="connsiteX27" fmla="*/ 69650 w 125242"/>
                  <a:gd name="connsiteY27" fmla="*/ 44688 h 125125"/>
                  <a:gd name="connsiteX28" fmla="*/ 69650 w 125242"/>
                  <a:gd name="connsiteY28" fmla="*/ 56817 h 125125"/>
                  <a:gd name="connsiteX29" fmla="*/ 84348 w 125242"/>
                  <a:gd name="connsiteY29" fmla="*/ 68947 h 125125"/>
                  <a:gd name="connsiteX30" fmla="*/ 79874 w 125242"/>
                  <a:gd name="connsiteY30" fmla="*/ 89376 h 12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5242" h="125125">
                    <a:moveTo>
                      <a:pt x="125243" y="62563"/>
                    </a:moveTo>
                    <a:cubicBezTo>
                      <a:pt x="125243" y="28089"/>
                      <a:pt x="97128" y="0"/>
                      <a:pt x="62622" y="0"/>
                    </a:cubicBezTo>
                    <a:cubicBezTo>
                      <a:pt x="28116" y="0"/>
                      <a:pt x="0" y="28089"/>
                      <a:pt x="0" y="62563"/>
                    </a:cubicBezTo>
                    <a:cubicBezTo>
                      <a:pt x="0" y="97037"/>
                      <a:pt x="28116" y="125126"/>
                      <a:pt x="62622" y="125126"/>
                    </a:cubicBezTo>
                    <a:cubicBezTo>
                      <a:pt x="97128" y="125126"/>
                      <a:pt x="125243" y="97037"/>
                      <a:pt x="125243" y="62563"/>
                    </a:cubicBezTo>
                    <a:close/>
                    <a:moveTo>
                      <a:pt x="79874" y="89376"/>
                    </a:moveTo>
                    <a:cubicBezTo>
                      <a:pt x="76679" y="92568"/>
                      <a:pt x="72845" y="93845"/>
                      <a:pt x="69012" y="94483"/>
                    </a:cubicBezTo>
                    <a:lnTo>
                      <a:pt x="69012" y="95121"/>
                    </a:lnTo>
                    <a:cubicBezTo>
                      <a:pt x="69012" y="98952"/>
                      <a:pt x="66456" y="101505"/>
                      <a:pt x="62622" y="101505"/>
                    </a:cubicBezTo>
                    <a:cubicBezTo>
                      <a:pt x="58788" y="101505"/>
                      <a:pt x="56232" y="98952"/>
                      <a:pt x="56232" y="95121"/>
                    </a:cubicBezTo>
                    <a:lnTo>
                      <a:pt x="56232" y="93845"/>
                    </a:lnTo>
                    <a:cubicBezTo>
                      <a:pt x="49203" y="91929"/>
                      <a:pt x="43452" y="88737"/>
                      <a:pt x="42173" y="88099"/>
                    </a:cubicBezTo>
                    <a:cubicBezTo>
                      <a:pt x="38978" y="86184"/>
                      <a:pt x="38340" y="82353"/>
                      <a:pt x="39618" y="79161"/>
                    </a:cubicBezTo>
                    <a:cubicBezTo>
                      <a:pt x="41535" y="75969"/>
                      <a:pt x="45368" y="75331"/>
                      <a:pt x="48563" y="76608"/>
                    </a:cubicBezTo>
                    <a:cubicBezTo>
                      <a:pt x="50481" y="77885"/>
                      <a:pt x="53037" y="79161"/>
                      <a:pt x="56232" y="79800"/>
                    </a:cubicBezTo>
                    <a:lnTo>
                      <a:pt x="56232" y="68309"/>
                    </a:lnTo>
                    <a:cubicBezTo>
                      <a:pt x="51758" y="67032"/>
                      <a:pt x="47286" y="65117"/>
                      <a:pt x="44730" y="61925"/>
                    </a:cubicBezTo>
                    <a:cubicBezTo>
                      <a:pt x="41535" y="58094"/>
                      <a:pt x="40257" y="52987"/>
                      <a:pt x="40896" y="47880"/>
                    </a:cubicBezTo>
                    <a:cubicBezTo>
                      <a:pt x="41535" y="43411"/>
                      <a:pt x="44730" y="37665"/>
                      <a:pt x="51758" y="33835"/>
                    </a:cubicBezTo>
                    <a:cubicBezTo>
                      <a:pt x="53037" y="33197"/>
                      <a:pt x="54953" y="32558"/>
                      <a:pt x="56871" y="31920"/>
                    </a:cubicBezTo>
                    <a:lnTo>
                      <a:pt x="56871" y="28728"/>
                    </a:lnTo>
                    <a:cubicBezTo>
                      <a:pt x="56871" y="24897"/>
                      <a:pt x="59427" y="22344"/>
                      <a:pt x="63261" y="22344"/>
                    </a:cubicBezTo>
                    <a:cubicBezTo>
                      <a:pt x="67094" y="22344"/>
                      <a:pt x="69650" y="24897"/>
                      <a:pt x="69650" y="28728"/>
                    </a:cubicBezTo>
                    <a:lnTo>
                      <a:pt x="69650" y="31920"/>
                    </a:lnTo>
                    <a:cubicBezTo>
                      <a:pt x="72845" y="32558"/>
                      <a:pt x="76040" y="33835"/>
                      <a:pt x="79874" y="35112"/>
                    </a:cubicBezTo>
                    <a:cubicBezTo>
                      <a:pt x="83069" y="36389"/>
                      <a:pt x="84348" y="40219"/>
                      <a:pt x="83069" y="43411"/>
                    </a:cubicBezTo>
                    <a:cubicBezTo>
                      <a:pt x="81792" y="46603"/>
                      <a:pt x="77958" y="47880"/>
                      <a:pt x="74763" y="46603"/>
                    </a:cubicBezTo>
                    <a:cubicBezTo>
                      <a:pt x="72845" y="45965"/>
                      <a:pt x="71568" y="45326"/>
                      <a:pt x="69650" y="44688"/>
                    </a:cubicBezTo>
                    <a:lnTo>
                      <a:pt x="69650" y="56817"/>
                    </a:lnTo>
                    <a:cubicBezTo>
                      <a:pt x="76040" y="58733"/>
                      <a:pt x="81792" y="63201"/>
                      <a:pt x="84348" y="68947"/>
                    </a:cubicBezTo>
                    <a:cubicBezTo>
                      <a:pt x="86903" y="76608"/>
                      <a:pt x="85625" y="83630"/>
                      <a:pt x="79874" y="89376"/>
                    </a:cubicBezTo>
                    <a:close/>
                  </a:path>
                </a:pathLst>
              </a:custGeom>
              <a:solidFill>
                <a:srgbClr val="007680"/>
              </a:solidFill>
              <a:ln w="6390" cap="flat">
                <a:noFill/>
                <a:prstDash val="solid"/>
                <a:miter/>
              </a:ln>
            </p:spPr>
            <p:txBody>
              <a:bodyPr rtlCol="0" anchor="ctr"/>
              <a:lstStyle/>
              <a:p>
                <a:endParaRPr lang="en-US"/>
              </a:p>
            </p:txBody>
          </p:sp>
          <p:sp>
            <p:nvSpPr>
              <p:cNvPr id="771" name="Graphic 4">
                <a:extLst>
                  <a:ext uri="{FF2B5EF4-FFF2-40B4-BE49-F238E27FC236}">
                    <a16:creationId xmlns:a16="http://schemas.microsoft.com/office/drawing/2014/main" id="{650D5FE2-89BE-2145-8AE0-91C2F670EA62}"/>
                  </a:ext>
                </a:extLst>
              </p:cNvPr>
              <p:cNvSpPr/>
              <p:nvPr/>
            </p:nvSpPr>
            <p:spPr>
              <a:xfrm>
                <a:off x="11372170" y="918179"/>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271572 w 361671"/>
                  <a:gd name="connsiteY5" fmla="*/ 275788 h 361333"/>
                  <a:gd name="connsiteX6" fmla="*/ 267100 w 361671"/>
                  <a:gd name="connsiteY6" fmla="*/ 277703 h 361333"/>
                  <a:gd name="connsiteX7" fmla="*/ 262627 w 361671"/>
                  <a:gd name="connsiteY7" fmla="*/ 275788 h 361333"/>
                  <a:gd name="connsiteX8" fmla="*/ 207673 w 361671"/>
                  <a:gd name="connsiteY8" fmla="*/ 220247 h 361333"/>
                  <a:gd name="connsiteX9" fmla="*/ 164222 w 361671"/>
                  <a:gd name="connsiteY9" fmla="*/ 234292 h 361333"/>
                  <a:gd name="connsiteX10" fmla="*/ 88820 w 361671"/>
                  <a:gd name="connsiteY10" fmla="*/ 158961 h 361333"/>
                  <a:gd name="connsiteX11" fmla="*/ 164222 w 361671"/>
                  <a:gd name="connsiteY11" fmla="*/ 83630 h 361333"/>
                  <a:gd name="connsiteX12" fmla="*/ 239623 w 361671"/>
                  <a:gd name="connsiteY12" fmla="*/ 158961 h 361333"/>
                  <a:gd name="connsiteX13" fmla="*/ 217258 w 361671"/>
                  <a:gd name="connsiteY13" fmla="*/ 212587 h 361333"/>
                  <a:gd name="connsiteX14" fmla="*/ 271572 w 361671"/>
                  <a:gd name="connsiteY14" fmla="*/ 266850 h 361333"/>
                  <a:gd name="connsiteX15" fmla="*/ 271572 w 361671"/>
                  <a:gd name="connsiteY15" fmla="*/ 27578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1671" h="361333">
                    <a:moveTo>
                      <a:pt x="180836" y="0"/>
                    </a:moveTo>
                    <a:cubicBezTo>
                      <a:pt x="80514" y="0"/>
                      <a:pt x="0" y="81077"/>
                      <a:pt x="0" y="180667"/>
                    </a:cubicBezTo>
                    <a:cubicBezTo>
                      <a:pt x="0" y="280257"/>
                      <a:pt x="81153" y="361333"/>
                      <a:pt x="180836" y="361333"/>
                    </a:cubicBezTo>
                    <a:cubicBezTo>
                      <a:pt x="281157" y="361333"/>
                      <a:pt x="361671" y="280257"/>
                      <a:pt x="361671" y="180667"/>
                    </a:cubicBezTo>
                    <a:cubicBezTo>
                      <a:pt x="361671" y="81077"/>
                      <a:pt x="281157" y="0"/>
                      <a:pt x="180836" y="0"/>
                    </a:cubicBezTo>
                    <a:close/>
                    <a:moveTo>
                      <a:pt x="271572" y="275788"/>
                    </a:moveTo>
                    <a:cubicBezTo>
                      <a:pt x="270295" y="277065"/>
                      <a:pt x="268377" y="277703"/>
                      <a:pt x="267100" y="277703"/>
                    </a:cubicBezTo>
                    <a:cubicBezTo>
                      <a:pt x="265182" y="277703"/>
                      <a:pt x="263905" y="277065"/>
                      <a:pt x="262627" y="275788"/>
                    </a:cubicBezTo>
                    <a:lnTo>
                      <a:pt x="207673" y="220247"/>
                    </a:lnTo>
                    <a:cubicBezTo>
                      <a:pt x="195533" y="229185"/>
                      <a:pt x="180197" y="234292"/>
                      <a:pt x="164222" y="234292"/>
                    </a:cubicBezTo>
                    <a:cubicBezTo>
                      <a:pt x="122687" y="234292"/>
                      <a:pt x="88820" y="200457"/>
                      <a:pt x="88820" y="158961"/>
                    </a:cubicBezTo>
                    <a:cubicBezTo>
                      <a:pt x="88820" y="117465"/>
                      <a:pt x="122687" y="83630"/>
                      <a:pt x="164222" y="83630"/>
                    </a:cubicBezTo>
                    <a:cubicBezTo>
                      <a:pt x="205756" y="83630"/>
                      <a:pt x="239623" y="117465"/>
                      <a:pt x="239623" y="158961"/>
                    </a:cubicBezTo>
                    <a:cubicBezTo>
                      <a:pt x="239623" y="180028"/>
                      <a:pt x="231316" y="198542"/>
                      <a:pt x="217258" y="212587"/>
                    </a:cubicBezTo>
                    <a:lnTo>
                      <a:pt x="271572" y="266850"/>
                    </a:lnTo>
                    <a:cubicBezTo>
                      <a:pt x="274128" y="269404"/>
                      <a:pt x="274128" y="273234"/>
                      <a:pt x="271572" y="275788"/>
                    </a:cubicBezTo>
                    <a:close/>
                  </a:path>
                </a:pathLst>
              </a:custGeom>
              <a:solidFill>
                <a:srgbClr val="007680"/>
              </a:solidFill>
              <a:ln w="6390" cap="flat">
                <a:noFill/>
                <a:prstDash val="solid"/>
                <a:miter/>
              </a:ln>
            </p:spPr>
            <p:txBody>
              <a:bodyPr rtlCol="0" anchor="ctr"/>
              <a:lstStyle/>
              <a:p>
                <a:endParaRPr lang="en-US"/>
              </a:p>
            </p:txBody>
          </p:sp>
          <p:sp>
            <p:nvSpPr>
              <p:cNvPr id="772" name="Graphic 4">
                <a:extLst>
                  <a:ext uri="{FF2B5EF4-FFF2-40B4-BE49-F238E27FC236}">
                    <a16:creationId xmlns:a16="http://schemas.microsoft.com/office/drawing/2014/main" id="{5C2B9821-A764-4C49-B387-D05B2EE59B68}"/>
                  </a:ext>
                </a:extLst>
              </p:cNvPr>
              <p:cNvSpPr/>
              <p:nvPr/>
            </p:nvSpPr>
            <p:spPr>
              <a:xfrm>
                <a:off x="11543421" y="1086077"/>
                <a:ext cx="2938" cy="10214"/>
              </a:xfrm>
              <a:custGeom>
                <a:avLst/>
                <a:gdLst>
                  <a:gd name="connsiteX0" fmla="*/ 0 w 2938"/>
                  <a:gd name="connsiteY0" fmla="*/ 0 h 10214"/>
                  <a:gd name="connsiteX1" fmla="*/ 0 w 2938"/>
                  <a:gd name="connsiteY1" fmla="*/ 10214 h 10214"/>
                  <a:gd name="connsiteX2" fmla="*/ 1278 w 2938"/>
                  <a:gd name="connsiteY2" fmla="*/ 9576 h 10214"/>
                  <a:gd name="connsiteX3" fmla="*/ 2556 w 2938"/>
                  <a:gd name="connsiteY3" fmla="*/ 3830 h 10214"/>
                  <a:gd name="connsiteX4" fmla="*/ 0 w 2938"/>
                  <a:gd name="connsiteY4" fmla="*/ 0 h 10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8" h="10214">
                    <a:moveTo>
                      <a:pt x="0" y="0"/>
                    </a:moveTo>
                    <a:lnTo>
                      <a:pt x="0" y="10214"/>
                    </a:lnTo>
                    <a:cubicBezTo>
                      <a:pt x="639" y="10214"/>
                      <a:pt x="1278" y="9576"/>
                      <a:pt x="1278" y="9576"/>
                    </a:cubicBezTo>
                    <a:cubicBezTo>
                      <a:pt x="3195" y="7661"/>
                      <a:pt x="3195" y="5746"/>
                      <a:pt x="2556" y="3830"/>
                    </a:cubicBezTo>
                    <a:cubicBezTo>
                      <a:pt x="1917" y="1915"/>
                      <a:pt x="1278" y="1277"/>
                      <a:pt x="0" y="0"/>
                    </a:cubicBezTo>
                    <a:close/>
                  </a:path>
                </a:pathLst>
              </a:custGeom>
              <a:solidFill>
                <a:srgbClr val="007680"/>
              </a:solidFill>
              <a:ln w="6390" cap="flat">
                <a:noFill/>
                <a:prstDash val="solid"/>
                <a:miter/>
              </a:ln>
            </p:spPr>
            <p:txBody>
              <a:bodyPr rtlCol="0" anchor="ctr"/>
              <a:lstStyle/>
              <a:p>
                <a:endParaRPr lang="en-US"/>
              </a:p>
            </p:txBody>
          </p:sp>
        </p:grpSp>
      </p:grpSp>
      <p:grpSp>
        <p:nvGrpSpPr>
          <p:cNvPr id="773" name="Graphic 4">
            <a:extLst>
              <a:ext uri="{FF2B5EF4-FFF2-40B4-BE49-F238E27FC236}">
                <a16:creationId xmlns:a16="http://schemas.microsoft.com/office/drawing/2014/main" id="{233F0784-EB85-294B-87FB-DDC77204DEF0}"/>
              </a:ext>
            </a:extLst>
          </p:cNvPr>
          <p:cNvGrpSpPr/>
          <p:nvPr/>
        </p:nvGrpSpPr>
        <p:grpSpPr>
          <a:xfrm>
            <a:off x="11372170" y="1402085"/>
            <a:ext cx="361671" cy="361333"/>
            <a:chOff x="11372170" y="1402085"/>
            <a:chExt cx="361671" cy="361333"/>
          </a:xfrm>
          <a:solidFill>
            <a:srgbClr val="007680"/>
          </a:solidFill>
        </p:grpSpPr>
        <p:sp>
          <p:nvSpPr>
            <p:cNvPr id="774" name="Graphic 4">
              <a:extLst>
                <a:ext uri="{FF2B5EF4-FFF2-40B4-BE49-F238E27FC236}">
                  <a16:creationId xmlns:a16="http://schemas.microsoft.com/office/drawing/2014/main" id="{895581EA-1820-AA47-A9D8-A9BF75B30079}"/>
                </a:ext>
              </a:extLst>
            </p:cNvPr>
            <p:cNvSpPr/>
            <p:nvPr/>
          </p:nvSpPr>
          <p:spPr>
            <a:xfrm>
              <a:off x="11372170" y="1402085"/>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271572 w 361671"/>
                <a:gd name="connsiteY5" fmla="*/ 276426 h 361333"/>
                <a:gd name="connsiteX6" fmla="*/ 267100 w 361671"/>
                <a:gd name="connsiteY6" fmla="*/ 278342 h 361333"/>
                <a:gd name="connsiteX7" fmla="*/ 262627 w 361671"/>
                <a:gd name="connsiteY7" fmla="*/ 276426 h 361333"/>
                <a:gd name="connsiteX8" fmla="*/ 207673 w 361671"/>
                <a:gd name="connsiteY8" fmla="*/ 220886 h 361333"/>
                <a:gd name="connsiteX9" fmla="*/ 164222 w 361671"/>
                <a:gd name="connsiteY9" fmla="*/ 234931 h 361333"/>
                <a:gd name="connsiteX10" fmla="*/ 88820 w 361671"/>
                <a:gd name="connsiteY10" fmla="*/ 159600 h 361333"/>
                <a:gd name="connsiteX11" fmla="*/ 164222 w 361671"/>
                <a:gd name="connsiteY11" fmla="*/ 84269 h 361333"/>
                <a:gd name="connsiteX12" fmla="*/ 239623 w 361671"/>
                <a:gd name="connsiteY12" fmla="*/ 159600 h 361333"/>
                <a:gd name="connsiteX13" fmla="*/ 217258 w 361671"/>
                <a:gd name="connsiteY13" fmla="*/ 213225 h 361333"/>
                <a:gd name="connsiteX14" fmla="*/ 271572 w 361671"/>
                <a:gd name="connsiteY14" fmla="*/ 267489 h 361333"/>
                <a:gd name="connsiteX15" fmla="*/ 271572 w 361671"/>
                <a:gd name="connsiteY15" fmla="*/ 27642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1671" h="361333">
                  <a:moveTo>
                    <a:pt x="180836" y="0"/>
                  </a:moveTo>
                  <a:cubicBezTo>
                    <a:pt x="80514" y="0"/>
                    <a:pt x="0" y="81077"/>
                    <a:pt x="0" y="180667"/>
                  </a:cubicBezTo>
                  <a:cubicBezTo>
                    <a:pt x="0" y="280257"/>
                    <a:pt x="81153" y="361333"/>
                    <a:pt x="180836" y="361333"/>
                  </a:cubicBezTo>
                  <a:cubicBezTo>
                    <a:pt x="281157" y="361333"/>
                    <a:pt x="361671" y="280257"/>
                    <a:pt x="361671" y="180667"/>
                  </a:cubicBezTo>
                  <a:cubicBezTo>
                    <a:pt x="361671" y="81077"/>
                    <a:pt x="281157" y="0"/>
                    <a:pt x="180836" y="0"/>
                  </a:cubicBezTo>
                  <a:close/>
                  <a:moveTo>
                    <a:pt x="271572" y="276426"/>
                  </a:moveTo>
                  <a:cubicBezTo>
                    <a:pt x="270295" y="277703"/>
                    <a:pt x="268377" y="278342"/>
                    <a:pt x="267100" y="278342"/>
                  </a:cubicBezTo>
                  <a:cubicBezTo>
                    <a:pt x="265182" y="278342"/>
                    <a:pt x="263905" y="277703"/>
                    <a:pt x="262627" y="276426"/>
                  </a:cubicBezTo>
                  <a:lnTo>
                    <a:pt x="207673" y="220886"/>
                  </a:lnTo>
                  <a:cubicBezTo>
                    <a:pt x="195533" y="229823"/>
                    <a:pt x="180197" y="234931"/>
                    <a:pt x="164222" y="234931"/>
                  </a:cubicBezTo>
                  <a:cubicBezTo>
                    <a:pt x="122687" y="234931"/>
                    <a:pt x="88820" y="201095"/>
                    <a:pt x="88820" y="159600"/>
                  </a:cubicBezTo>
                  <a:cubicBezTo>
                    <a:pt x="88820" y="118104"/>
                    <a:pt x="122687" y="84269"/>
                    <a:pt x="164222" y="84269"/>
                  </a:cubicBezTo>
                  <a:cubicBezTo>
                    <a:pt x="205756" y="84269"/>
                    <a:pt x="239623" y="118104"/>
                    <a:pt x="239623" y="159600"/>
                  </a:cubicBezTo>
                  <a:cubicBezTo>
                    <a:pt x="239623" y="180667"/>
                    <a:pt x="231316" y="199180"/>
                    <a:pt x="217258" y="213225"/>
                  </a:cubicBezTo>
                  <a:lnTo>
                    <a:pt x="271572" y="267489"/>
                  </a:lnTo>
                  <a:cubicBezTo>
                    <a:pt x="274128" y="270042"/>
                    <a:pt x="274128" y="273873"/>
                    <a:pt x="271572" y="276426"/>
                  </a:cubicBezTo>
                  <a:close/>
                </a:path>
              </a:pathLst>
            </a:custGeom>
            <a:solidFill>
              <a:srgbClr val="007680"/>
            </a:solidFill>
            <a:ln w="6390" cap="flat">
              <a:noFill/>
              <a:prstDash val="solid"/>
              <a:miter/>
            </a:ln>
          </p:spPr>
          <p:txBody>
            <a:bodyPr rtlCol="0" anchor="ctr"/>
            <a:lstStyle/>
            <a:p>
              <a:endParaRPr lang="en-US"/>
            </a:p>
          </p:txBody>
        </p:sp>
        <p:sp>
          <p:nvSpPr>
            <p:cNvPr id="775" name="Graphic 4">
              <a:extLst>
                <a:ext uri="{FF2B5EF4-FFF2-40B4-BE49-F238E27FC236}">
                  <a16:creationId xmlns:a16="http://schemas.microsoft.com/office/drawing/2014/main" id="{8019F408-E555-5E41-B5EE-D371439E7F17}"/>
                </a:ext>
              </a:extLst>
            </p:cNvPr>
            <p:cNvSpPr/>
            <p:nvPr/>
          </p:nvSpPr>
          <p:spPr>
            <a:xfrm>
              <a:off x="11473770" y="1499121"/>
              <a:ext cx="125242" cy="125126"/>
            </a:xfrm>
            <a:custGeom>
              <a:avLst/>
              <a:gdLst>
                <a:gd name="connsiteX0" fmla="*/ 125243 w 125242"/>
                <a:gd name="connsiteY0" fmla="*/ 62563 h 125126"/>
                <a:gd name="connsiteX1" fmla="*/ 62622 w 125242"/>
                <a:gd name="connsiteY1" fmla="*/ 0 h 125126"/>
                <a:gd name="connsiteX2" fmla="*/ 0 w 125242"/>
                <a:gd name="connsiteY2" fmla="*/ 62563 h 125126"/>
                <a:gd name="connsiteX3" fmla="*/ 62622 w 125242"/>
                <a:gd name="connsiteY3" fmla="*/ 125126 h 125126"/>
                <a:gd name="connsiteX4" fmla="*/ 125243 w 125242"/>
                <a:gd name="connsiteY4" fmla="*/ 62563 h 125126"/>
                <a:gd name="connsiteX5" fmla="*/ 65817 w 125242"/>
                <a:gd name="connsiteY5" fmla="*/ 48518 h 125126"/>
                <a:gd name="connsiteX6" fmla="*/ 72207 w 125242"/>
                <a:gd name="connsiteY6" fmla="*/ 54902 h 125126"/>
                <a:gd name="connsiteX7" fmla="*/ 65817 w 125242"/>
                <a:gd name="connsiteY7" fmla="*/ 61286 h 125126"/>
                <a:gd name="connsiteX8" fmla="*/ 48563 w 125242"/>
                <a:gd name="connsiteY8" fmla="*/ 61286 h 125126"/>
                <a:gd name="connsiteX9" fmla="*/ 48563 w 125242"/>
                <a:gd name="connsiteY9" fmla="*/ 64478 h 125126"/>
                <a:gd name="connsiteX10" fmla="*/ 65817 w 125242"/>
                <a:gd name="connsiteY10" fmla="*/ 64478 h 125126"/>
                <a:gd name="connsiteX11" fmla="*/ 72207 w 125242"/>
                <a:gd name="connsiteY11" fmla="*/ 70862 h 125126"/>
                <a:gd name="connsiteX12" fmla="*/ 65817 w 125242"/>
                <a:gd name="connsiteY12" fmla="*/ 77246 h 125126"/>
                <a:gd name="connsiteX13" fmla="*/ 48563 w 125242"/>
                <a:gd name="connsiteY13" fmla="*/ 77246 h 125126"/>
                <a:gd name="connsiteX14" fmla="*/ 61983 w 125242"/>
                <a:gd name="connsiteY14" fmla="*/ 88099 h 125126"/>
                <a:gd name="connsiteX15" fmla="*/ 65817 w 125242"/>
                <a:gd name="connsiteY15" fmla="*/ 88099 h 125126"/>
                <a:gd name="connsiteX16" fmla="*/ 79235 w 125242"/>
                <a:gd name="connsiteY16" fmla="*/ 74693 h 125126"/>
                <a:gd name="connsiteX17" fmla="*/ 85625 w 125242"/>
                <a:gd name="connsiteY17" fmla="*/ 68309 h 125126"/>
                <a:gd name="connsiteX18" fmla="*/ 92015 w 125242"/>
                <a:gd name="connsiteY18" fmla="*/ 74693 h 125126"/>
                <a:gd name="connsiteX19" fmla="*/ 65817 w 125242"/>
                <a:gd name="connsiteY19" fmla="*/ 100867 h 125126"/>
                <a:gd name="connsiteX20" fmla="*/ 61983 w 125242"/>
                <a:gd name="connsiteY20" fmla="*/ 100867 h 125126"/>
                <a:gd name="connsiteX21" fmla="*/ 35783 w 125242"/>
                <a:gd name="connsiteY21" fmla="*/ 77246 h 125126"/>
                <a:gd name="connsiteX22" fmla="*/ 30033 w 125242"/>
                <a:gd name="connsiteY22" fmla="*/ 77246 h 125126"/>
                <a:gd name="connsiteX23" fmla="*/ 23643 w 125242"/>
                <a:gd name="connsiteY23" fmla="*/ 70862 h 125126"/>
                <a:gd name="connsiteX24" fmla="*/ 30033 w 125242"/>
                <a:gd name="connsiteY24" fmla="*/ 64478 h 125126"/>
                <a:gd name="connsiteX25" fmla="*/ 35783 w 125242"/>
                <a:gd name="connsiteY25" fmla="*/ 64478 h 125126"/>
                <a:gd name="connsiteX26" fmla="*/ 35783 w 125242"/>
                <a:gd name="connsiteY26" fmla="*/ 61286 h 125126"/>
                <a:gd name="connsiteX27" fmla="*/ 30033 w 125242"/>
                <a:gd name="connsiteY27" fmla="*/ 61286 h 125126"/>
                <a:gd name="connsiteX28" fmla="*/ 23643 w 125242"/>
                <a:gd name="connsiteY28" fmla="*/ 54902 h 125126"/>
                <a:gd name="connsiteX29" fmla="*/ 30033 w 125242"/>
                <a:gd name="connsiteY29" fmla="*/ 48518 h 125126"/>
                <a:gd name="connsiteX30" fmla="*/ 35783 w 125242"/>
                <a:gd name="connsiteY30" fmla="*/ 48518 h 125126"/>
                <a:gd name="connsiteX31" fmla="*/ 35783 w 125242"/>
                <a:gd name="connsiteY31" fmla="*/ 47242 h 125126"/>
                <a:gd name="connsiteX32" fmla="*/ 61983 w 125242"/>
                <a:gd name="connsiteY32" fmla="*/ 21067 h 125126"/>
                <a:gd name="connsiteX33" fmla="*/ 65817 w 125242"/>
                <a:gd name="connsiteY33" fmla="*/ 21067 h 125126"/>
                <a:gd name="connsiteX34" fmla="*/ 92015 w 125242"/>
                <a:gd name="connsiteY34" fmla="*/ 47242 h 125126"/>
                <a:gd name="connsiteX35" fmla="*/ 85625 w 125242"/>
                <a:gd name="connsiteY35" fmla="*/ 53626 h 125126"/>
                <a:gd name="connsiteX36" fmla="*/ 79235 w 125242"/>
                <a:gd name="connsiteY36" fmla="*/ 47242 h 125126"/>
                <a:gd name="connsiteX37" fmla="*/ 65817 w 125242"/>
                <a:gd name="connsiteY37" fmla="*/ 33835 h 125126"/>
                <a:gd name="connsiteX38" fmla="*/ 61983 w 125242"/>
                <a:gd name="connsiteY38" fmla="*/ 33835 h 125126"/>
                <a:gd name="connsiteX39" fmla="*/ 48563 w 125242"/>
                <a:gd name="connsiteY39" fmla="*/ 47242 h 125126"/>
                <a:gd name="connsiteX40" fmla="*/ 48563 w 125242"/>
                <a:gd name="connsiteY40" fmla="*/ 48518 h 125126"/>
                <a:gd name="connsiteX41" fmla="*/ 65817 w 125242"/>
                <a:gd name="connsiteY41" fmla="*/ 48518 h 125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25242" h="125126">
                  <a:moveTo>
                    <a:pt x="125243" y="62563"/>
                  </a:moveTo>
                  <a:cubicBezTo>
                    <a:pt x="125243" y="28090"/>
                    <a:pt x="97128" y="0"/>
                    <a:pt x="62622" y="0"/>
                  </a:cubicBezTo>
                  <a:cubicBezTo>
                    <a:pt x="28116" y="0"/>
                    <a:pt x="0" y="28090"/>
                    <a:pt x="0" y="62563"/>
                  </a:cubicBezTo>
                  <a:cubicBezTo>
                    <a:pt x="0" y="97037"/>
                    <a:pt x="28116" y="125126"/>
                    <a:pt x="62622" y="125126"/>
                  </a:cubicBezTo>
                  <a:cubicBezTo>
                    <a:pt x="97128" y="125126"/>
                    <a:pt x="125243" y="97037"/>
                    <a:pt x="125243" y="62563"/>
                  </a:cubicBezTo>
                  <a:close/>
                  <a:moveTo>
                    <a:pt x="65817" y="48518"/>
                  </a:moveTo>
                  <a:cubicBezTo>
                    <a:pt x="69650" y="48518"/>
                    <a:pt x="72207" y="51072"/>
                    <a:pt x="72207" y="54902"/>
                  </a:cubicBezTo>
                  <a:cubicBezTo>
                    <a:pt x="72207" y="58733"/>
                    <a:pt x="69650" y="61286"/>
                    <a:pt x="65817" y="61286"/>
                  </a:cubicBezTo>
                  <a:lnTo>
                    <a:pt x="48563" y="61286"/>
                  </a:lnTo>
                  <a:lnTo>
                    <a:pt x="48563" y="64478"/>
                  </a:lnTo>
                  <a:lnTo>
                    <a:pt x="65817" y="64478"/>
                  </a:lnTo>
                  <a:cubicBezTo>
                    <a:pt x="69650" y="64478"/>
                    <a:pt x="72207" y="67032"/>
                    <a:pt x="72207" y="70862"/>
                  </a:cubicBezTo>
                  <a:cubicBezTo>
                    <a:pt x="72207" y="74693"/>
                    <a:pt x="69650" y="77246"/>
                    <a:pt x="65817" y="77246"/>
                  </a:cubicBezTo>
                  <a:lnTo>
                    <a:pt x="48563" y="77246"/>
                  </a:lnTo>
                  <a:cubicBezTo>
                    <a:pt x="49842" y="83630"/>
                    <a:pt x="54953" y="88099"/>
                    <a:pt x="61983" y="88099"/>
                  </a:cubicBezTo>
                  <a:lnTo>
                    <a:pt x="65817" y="88099"/>
                  </a:lnTo>
                  <a:cubicBezTo>
                    <a:pt x="73484" y="88099"/>
                    <a:pt x="79235" y="82353"/>
                    <a:pt x="79235" y="74693"/>
                  </a:cubicBezTo>
                  <a:cubicBezTo>
                    <a:pt x="79235" y="70862"/>
                    <a:pt x="81792" y="68309"/>
                    <a:pt x="85625" y="68309"/>
                  </a:cubicBezTo>
                  <a:cubicBezTo>
                    <a:pt x="89459" y="68309"/>
                    <a:pt x="92015" y="70862"/>
                    <a:pt x="92015" y="74693"/>
                  </a:cubicBezTo>
                  <a:cubicBezTo>
                    <a:pt x="92015" y="89376"/>
                    <a:pt x="80513" y="100867"/>
                    <a:pt x="65817" y="100867"/>
                  </a:cubicBezTo>
                  <a:lnTo>
                    <a:pt x="61983" y="100867"/>
                  </a:lnTo>
                  <a:cubicBezTo>
                    <a:pt x="48563" y="100867"/>
                    <a:pt x="37062" y="90653"/>
                    <a:pt x="35783" y="77246"/>
                  </a:cubicBezTo>
                  <a:lnTo>
                    <a:pt x="30033" y="77246"/>
                  </a:lnTo>
                  <a:cubicBezTo>
                    <a:pt x="26199" y="77246"/>
                    <a:pt x="23643" y="74693"/>
                    <a:pt x="23643" y="70862"/>
                  </a:cubicBezTo>
                  <a:cubicBezTo>
                    <a:pt x="23643" y="67032"/>
                    <a:pt x="26199" y="64478"/>
                    <a:pt x="30033" y="64478"/>
                  </a:cubicBezTo>
                  <a:lnTo>
                    <a:pt x="35783" y="64478"/>
                  </a:lnTo>
                  <a:lnTo>
                    <a:pt x="35783" y="61286"/>
                  </a:lnTo>
                  <a:lnTo>
                    <a:pt x="30033" y="61286"/>
                  </a:lnTo>
                  <a:cubicBezTo>
                    <a:pt x="26199" y="61286"/>
                    <a:pt x="23643" y="58733"/>
                    <a:pt x="23643" y="54902"/>
                  </a:cubicBezTo>
                  <a:cubicBezTo>
                    <a:pt x="23643" y="51072"/>
                    <a:pt x="26199" y="48518"/>
                    <a:pt x="30033" y="48518"/>
                  </a:cubicBezTo>
                  <a:lnTo>
                    <a:pt x="35783" y="48518"/>
                  </a:lnTo>
                  <a:lnTo>
                    <a:pt x="35783" y="47242"/>
                  </a:lnTo>
                  <a:cubicBezTo>
                    <a:pt x="35783" y="32558"/>
                    <a:pt x="47286" y="21067"/>
                    <a:pt x="61983" y="21067"/>
                  </a:cubicBezTo>
                  <a:lnTo>
                    <a:pt x="65817" y="21067"/>
                  </a:lnTo>
                  <a:cubicBezTo>
                    <a:pt x="80513" y="21067"/>
                    <a:pt x="92015" y="32558"/>
                    <a:pt x="92015" y="47242"/>
                  </a:cubicBezTo>
                  <a:cubicBezTo>
                    <a:pt x="92015" y="51072"/>
                    <a:pt x="89459" y="53626"/>
                    <a:pt x="85625" y="53626"/>
                  </a:cubicBezTo>
                  <a:cubicBezTo>
                    <a:pt x="81792" y="53626"/>
                    <a:pt x="79235" y="51072"/>
                    <a:pt x="79235" y="47242"/>
                  </a:cubicBezTo>
                  <a:cubicBezTo>
                    <a:pt x="79235" y="39581"/>
                    <a:pt x="73484" y="33835"/>
                    <a:pt x="65817" y="33835"/>
                  </a:cubicBezTo>
                  <a:lnTo>
                    <a:pt x="61983" y="33835"/>
                  </a:lnTo>
                  <a:cubicBezTo>
                    <a:pt x="54314" y="33835"/>
                    <a:pt x="48563" y="39581"/>
                    <a:pt x="48563" y="47242"/>
                  </a:cubicBezTo>
                  <a:lnTo>
                    <a:pt x="48563" y="48518"/>
                  </a:lnTo>
                  <a:lnTo>
                    <a:pt x="65817" y="48518"/>
                  </a:lnTo>
                  <a:close/>
                </a:path>
              </a:pathLst>
            </a:custGeom>
            <a:solidFill>
              <a:srgbClr val="007680"/>
            </a:solidFill>
            <a:ln w="6390" cap="flat">
              <a:noFill/>
              <a:prstDash val="solid"/>
              <a:miter/>
            </a:ln>
          </p:spPr>
          <p:txBody>
            <a:bodyPr rtlCol="0" anchor="ctr"/>
            <a:lstStyle/>
            <a:p>
              <a:endParaRPr lang="en-US"/>
            </a:p>
          </p:txBody>
        </p:sp>
      </p:grpSp>
      <p:grpSp>
        <p:nvGrpSpPr>
          <p:cNvPr id="776" name="Graphic 4">
            <a:extLst>
              <a:ext uri="{FF2B5EF4-FFF2-40B4-BE49-F238E27FC236}">
                <a16:creationId xmlns:a16="http://schemas.microsoft.com/office/drawing/2014/main" id="{C2679B82-DA08-6F47-9797-E0F279196BC4}"/>
              </a:ext>
            </a:extLst>
          </p:cNvPr>
          <p:cNvGrpSpPr/>
          <p:nvPr/>
        </p:nvGrpSpPr>
        <p:grpSpPr>
          <a:xfrm>
            <a:off x="11372170" y="1893013"/>
            <a:ext cx="361671" cy="361333"/>
            <a:chOff x="11372170" y="1893013"/>
            <a:chExt cx="361671" cy="361333"/>
          </a:xfrm>
          <a:solidFill>
            <a:srgbClr val="007680"/>
          </a:solidFill>
        </p:grpSpPr>
        <p:sp>
          <p:nvSpPr>
            <p:cNvPr id="777" name="Graphic 4">
              <a:extLst>
                <a:ext uri="{FF2B5EF4-FFF2-40B4-BE49-F238E27FC236}">
                  <a16:creationId xmlns:a16="http://schemas.microsoft.com/office/drawing/2014/main" id="{6CF7CD45-9D5D-B042-9119-32593511D5E9}"/>
                </a:ext>
              </a:extLst>
            </p:cNvPr>
            <p:cNvSpPr/>
            <p:nvPr/>
          </p:nvSpPr>
          <p:spPr>
            <a:xfrm>
              <a:off x="11473770" y="1990049"/>
              <a:ext cx="125242" cy="125126"/>
            </a:xfrm>
            <a:custGeom>
              <a:avLst/>
              <a:gdLst>
                <a:gd name="connsiteX0" fmla="*/ 125243 w 125242"/>
                <a:gd name="connsiteY0" fmla="*/ 62563 h 125126"/>
                <a:gd name="connsiteX1" fmla="*/ 62622 w 125242"/>
                <a:gd name="connsiteY1" fmla="*/ 0 h 125126"/>
                <a:gd name="connsiteX2" fmla="*/ 0 w 125242"/>
                <a:gd name="connsiteY2" fmla="*/ 62563 h 125126"/>
                <a:gd name="connsiteX3" fmla="*/ 62622 w 125242"/>
                <a:gd name="connsiteY3" fmla="*/ 125126 h 125126"/>
                <a:gd name="connsiteX4" fmla="*/ 125243 w 125242"/>
                <a:gd name="connsiteY4" fmla="*/ 62563 h 125126"/>
                <a:gd name="connsiteX5" fmla="*/ 80513 w 125242"/>
                <a:gd name="connsiteY5" fmla="*/ 98952 h 125126"/>
                <a:gd name="connsiteX6" fmla="*/ 42813 w 125242"/>
                <a:gd name="connsiteY6" fmla="*/ 98952 h 125126"/>
                <a:gd name="connsiteX7" fmla="*/ 37062 w 125242"/>
                <a:gd name="connsiteY7" fmla="*/ 95121 h 125126"/>
                <a:gd name="connsiteX8" fmla="*/ 37701 w 125242"/>
                <a:gd name="connsiteY8" fmla="*/ 88099 h 125126"/>
                <a:gd name="connsiteX9" fmla="*/ 47925 w 125242"/>
                <a:gd name="connsiteY9" fmla="*/ 67032 h 125126"/>
                <a:gd name="connsiteX10" fmla="*/ 40257 w 125242"/>
                <a:gd name="connsiteY10" fmla="*/ 67032 h 125126"/>
                <a:gd name="connsiteX11" fmla="*/ 33867 w 125242"/>
                <a:gd name="connsiteY11" fmla="*/ 60648 h 125126"/>
                <a:gd name="connsiteX12" fmla="*/ 40257 w 125242"/>
                <a:gd name="connsiteY12" fmla="*/ 54264 h 125126"/>
                <a:gd name="connsiteX13" fmla="*/ 40257 w 125242"/>
                <a:gd name="connsiteY13" fmla="*/ 37027 h 125126"/>
                <a:gd name="connsiteX14" fmla="*/ 62622 w 125242"/>
                <a:gd name="connsiteY14" fmla="*/ 23621 h 125126"/>
                <a:gd name="connsiteX15" fmla="*/ 86903 w 125242"/>
                <a:gd name="connsiteY15" fmla="*/ 47880 h 125126"/>
                <a:gd name="connsiteX16" fmla="*/ 80513 w 125242"/>
                <a:gd name="connsiteY16" fmla="*/ 54264 h 125126"/>
                <a:gd name="connsiteX17" fmla="*/ 74123 w 125242"/>
                <a:gd name="connsiteY17" fmla="*/ 47880 h 125126"/>
                <a:gd name="connsiteX18" fmla="*/ 62622 w 125242"/>
                <a:gd name="connsiteY18" fmla="*/ 36389 h 125126"/>
                <a:gd name="connsiteX19" fmla="*/ 52398 w 125242"/>
                <a:gd name="connsiteY19" fmla="*/ 42134 h 125126"/>
                <a:gd name="connsiteX20" fmla="*/ 53676 w 125242"/>
                <a:gd name="connsiteY20" fmla="*/ 51710 h 125126"/>
                <a:gd name="connsiteX21" fmla="*/ 56232 w 125242"/>
                <a:gd name="connsiteY21" fmla="*/ 54264 h 125126"/>
                <a:gd name="connsiteX22" fmla="*/ 67733 w 125242"/>
                <a:gd name="connsiteY22" fmla="*/ 54264 h 125126"/>
                <a:gd name="connsiteX23" fmla="*/ 74123 w 125242"/>
                <a:gd name="connsiteY23" fmla="*/ 60648 h 125126"/>
                <a:gd name="connsiteX24" fmla="*/ 67733 w 125242"/>
                <a:gd name="connsiteY24" fmla="*/ 67032 h 125126"/>
                <a:gd name="connsiteX25" fmla="*/ 61343 w 125242"/>
                <a:gd name="connsiteY25" fmla="*/ 67032 h 125126"/>
                <a:gd name="connsiteX26" fmla="*/ 55593 w 125242"/>
                <a:gd name="connsiteY26" fmla="*/ 85545 h 125126"/>
                <a:gd name="connsiteX27" fmla="*/ 81153 w 125242"/>
                <a:gd name="connsiteY27" fmla="*/ 85545 h 125126"/>
                <a:gd name="connsiteX28" fmla="*/ 87543 w 125242"/>
                <a:gd name="connsiteY28" fmla="*/ 91929 h 125126"/>
                <a:gd name="connsiteX29" fmla="*/ 80513 w 125242"/>
                <a:gd name="connsiteY29" fmla="*/ 98952 h 125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5242" h="125126">
                  <a:moveTo>
                    <a:pt x="125243" y="62563"/>
                  </a:moveTo>
                  <a:cubicBezTo>
                    <a:pt x="125243" y="28089"/>
                    <a:pt x="97128" y="0"/>
                    <a:pt x="62622" y="0"/>
                  </a:cubicBezTo>
                  <a:cubicBezTo>
                    <a:pt x="28116" y="0"/>
                    <a:pt x="0" y="28089"/>
                    <a:pt x="0" y="62563"/>
                  </a:cubicBezTo>
                  <a:cubicBezTo>
                    <a:pt x="0" y="97036"/>
                    <a:pt x="28116" y="125126"/>
                    <a:pt x="62622" y="125126"/>
                  </a:cubicBezTo>
                  <a:cubicBezTo>
                    <a:pt x="97128" y="125126"/>
                    <a:pt x="125243" y="97036"/>
                    <a:pt x="125243" y="62563"/>
                  </a:cubicBezTo>
                  <a:close/>
                  <a:moveTo>
                    <a:pt x="80513" y="98952"/>
                  </a:moveTo>
                  <a:lnTo>
                    <a:pt x="42813" y="98952"/>
                  </a:lnTo>
                  <a:cubicBezTo>
                    <a:pt x="40257" y="98952"/>
                    <a:pt x="38340" y="97675"/>
                    <a:pt x="37062" y="95121"/>
                  </a:cubicBezTo>
                  <a:cubicBezTo>
                    <a:pt x="35783" y="93206"/>
                    <a:pt x="36423" y="90014"/>
                    <a:pt x="37701" y="88099"/>
                  </a:cubicBezTo>
                  <a:cubicBezTo>
                    <a:pt x="46008" y="77246"/>
                    <a:pt x="48563" y="71500"/>
                    <a:pt x="47925" y="67032"/>
                  </a:cubicBezTo>
                  <a:lnTo>
                    <a:pt x="40257" y="67032"/>
                  </a:lnTo>
                  <a:cubicBezTo>
                    <a:pt x="36423" y="67032"/>
                    <a:pt x="33867" y="64478"/>
                    <a:pt x="33867" y="60648"/>
                  </a:cubicBezTo>
                  <a:cubicBezTo>
                    <a:pt x="33867" y="57456"/>
                    <a:pt x="36423" y="54264"/>
                    <a:pt x="40257" y="54264"/>
                  </a:cubicBezTo>
                  <a:cubicBezTo>
                    <a:pt x="38340" y="49157"/>
                    <a:pt x="38340" y="42773"/>
                    <a:pt x="40257" y="37027"/>
                  </a:cubicBezTo>
                  <a:cubicBezTo>
                    <a:pt x="44091" y="28089"/>
                    <a:pt x="52398" y="22982"/>
                    <a:pt x="62622" y="23621"/>
                  </a:cubicBezTo>
                  <a:cubicBezTo>
                    <a:pt x="80513" y="24259"/>
                    <a:pt x="86903" y="38304"/>
                    <a:pt x="86903" y="47880"/>
                  </a:cubicBezTo>
                  <a:cubicBezTo>
                    <a:pt x="86903" y="51710"/>
                    <a:pt x="84348" y="54264"/>
                    <a:pt x="80513" y="54264"/>
                  </a:cubicBezTo>
                  <a:cubicBezTo>
                    <a:pt x="77318" y="54264"/>
                    <a:pt x="74123" y="51710"/>
                    <a:pt x="74123" y="47880"/>
                  </a:cubicBezTo>
                  <a:cubicBezTo>
                    <a:pt x="74123" y="45326"/>
                    <a:pt x="72845" y="37027"/>
                    <a:pt x="62622" y="36389"/>
                  </a:cubicBezTo>
                  <a:cubicBezTo>
                    <a:pt x="56232" y="36389"/>
                    <a:pt x="53037" y="40219"/>
                    <a:pt x="52398" y="42134"/>
                  </a:cubicBezTo>
                  <a:cubicBezTo>
                    <a:pt x="51119" y="45326"/>
                    <a:pt x="51119" y="49157"/>
                    <a:pt x="53676" y="51710"/>
                  </a:cubicBezTo>
                  <a:cubicBezTo>
                    <a:pt x="54314" y="52349"/>
                    <a:pt x="54953" y="53625"/>
                    <a:pt x="56232" y="54264"/>
                  </a:cubicBezTo>
                  <a:lnTo>
                    <a:pt x="67733" y="54264"/>
                  </a:lnTo>
                  <a:cubicBezTo>
                    <a:pt x="71568" y="54264"/>
                    <a:pt x="74123" y="56817"/>
                    <a:pt x="74123" y="60648"/>
                  </a:cubicBezTo>
                  <a:cubicBezTo>
                    <a:pt x="74123" y="64478"/>
                    <a:pt x="71568" y="67032"/>
                    <a:pt x="67733" y="67032"/>
                  </a:cubicBezTo>
                  <a:lnTo>
                    <a:pt x="61343" y="67032"/>
                  </a:lnTo>
                  <a:cubicBezTo>
                    <a:pt x="61343" y="73416"/>
                    <a:pt x="59427" y="79800"/>
                    <a:pt x="55593" y="85545"/>
                  </a:cubicBezTo>
                  <a:lnTo>
                    <a:pt x="81153" y="85545"/>
                  </a:lnTo>
                  <a:cubicBezTo>
                    <a:pt x="84986" y="85545"/>
                    <a:pt x="87543" y="88099"/>
                    <a:pt x="87543" y="91929"/>
                  </a:cubicBezTo>
                  <a:cubicBezTo>
                    <a:pt x="87543" y="95760"/>
                    <a:pt x="83708" y="98952"/>
                    <a:pt x="80513" y="98952"/>
                  </a:cubicBezTo>
                  <a:close/>
                </a:path>
              </a:pathLst>
            </a:custGeom>
            <a:solidFill>
              <a:srgbClr val="007680"/>
            </a:solidFill>
            <a:ln w="6390" cap="flat">
              <a:noFill/>
              <a:prstDash val="solid"/>
              <a:miter/>
            </a:ln>
          </p:spPr>
          <p:txBody>
            <a:bodyPr rtlCol="0" anchor="ctr"/>
            <a:lstStyle/>
            <a:p>
              <a:endParaRPr lang="en-US"/>
            </a:p>
          </p:txBody>
        </p:sp>
        <p:sp>
          <p:nvSpPr>
            <p:cNvPr id="778" name="Graphic 4">
              <a:extLst>
                <a:ext uri="{FF2B5EF4-FFF2-40B4-BE49-F238E27FC236}">
                  <a16:creationId xmlns:a16="http://schemas.microsoft.com/office/drawing/2014/main" id="{5EF9AEDA-E8DD-294C-947B-42E6B2FB3FBB}"/>
                </a:ext>
              </a:extLst>
            </p:cNvPr>
            <p:cNvSpPr/>
            <p:nvPr/>
          </p:nvSpPr>
          <p:spPr>
            <a:xfrm>
              <a:off x="11372170" y="1893013"/>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271572 w 361671"/>
                <a:gd name="connsiteY5" fmla="*/ 276427 h 361333"/>
                <a:gd name="connsiteX6" fmla="*/ 267100 w 361671"/>
                <a:gd name="connsiteY6" fmla="*/ 278342 h 361333"/>
                <a:gd name="connsiteX7" fmla="*/ 262627 w 361671"/>
                <a:gd name="connsiteY7" fmla="*/ 276427 h 361333"/>
                <a:gd name="connsiteX8" fmla="*/ 207673 w 361671"/>
                <a:gd name="connsiteY8" fmla="*/ 220886 h 361333"/>
                <a:gd name="connsiteX9" fmla="*/ 164222 w 361671"/>
                <a:gd name="connsiteY9" fmla="*/ 234931 h 361333"/>
                <a:gd name="connsiteX10" fmla="*/ 88820 w 361671"/>
                <a:gd name="connsiteY10" fmla="*/ 159600 h 361333"/>
                <a:gd name="connsiteX11" fmla="*/ 164222 w 361671"/>
                <a:gd name="connsiteY11" fmla="*/ 84269 h 361333"/>
                <a:gd name="connsiteX12" fmla="*/ 239623 w 361671"/>
                <a:gd name="connsiteY12" fmla="*/ 159600 h 361333"/>
                <a:gd name="connsiteX13" fmla="*/ 217258 w 361671"/>
                <a:gd name="connsiteY13" fmla="*/ 213225 h 361333"/>
                <a:gd name="connsiteX14" fmla="*/ 271572 w 361671"/>
                <a:gd name="connsiteY14" fmla="*/ 267489 h 361333"/>
                <a:gd name="connsiteX15" fmla="*/ 271572 w 361671"/>
                <a:gd name="connsiteY15" fmla="*/ 27642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1671" h="361333">
                  <a:moveTo>
                    <a:pt x="180836" y="0"/>
                  </a:moveTo>
                  <a:cubicBezTo>
                    <a:pt x="80514" y="0"/>
                    <a:pt x="0" y="81077"/>
                    <a:pt x="0" y="180667"/>
                  </a:cubicBezTo>
                  <a:cubicBezTo>
                    <a:pt x="0" y="280257"/>
                    <a:pt x="81153" y="361333"/>
                    <a:pt x="180836" y="361333"/>
                  </a:cubicBezTo>
                  <a:cubicBezTo>
                    <a:pt x="281157" y="361333"/>
                    <a:pt x="361671" y="280257"/>
                    <a:pt x="361671" y="180667"/>
                  </a:cubicBezTo>
                  <a:cubicBezTo>
                    <a:pt x="361671" y="81077"/>
                    <a:pt x="281157" y="0"/>
                    <a:pt x="180836" y="0"/>
                  </a:cubicBezTo>
                  <a:close/>
                  <a:moveTo>
                    <a:pt x="271572" y="276427"/>
                  </a:moveTo>
                  <a:cubicBezTo>
                    <a:pt x="270295" y="277703"/>
                    <a:pt x="268377" y="278342"/>
                    <a:pt x="267100" y="278342"/>
                  </a:cubicBezTo>
                  <a:cubicBezTo>
                    <a:pt x="265182" y="278342"/>
                    <a:pt x="263905" y="277703"/>
                    <a:pt x="262627" y="276427"/>
                  </a:cubicBezTo>
                  <a:lnTo>
                    <a:pt x="207673" y="220886"/>
                  </a:lnTo>
                  <a:cubicBezTo>
                    <a:pt x="195533" y="229823"/>
                    <a:pt x="180197" y="234931"/>
                    <a:pt x="164222" y="234931"/>
                  </a:cubicBezTo>
                  <a:cubicBezTo>
                    <a:pt x="122687" y="234931"/>
                    <a:pt x="88820" y="201095"/>
                    <a:pt x="88820" y="159600"/>
                  </a:cubicBezTo>
                  <a:cubicBezTo>
                    <a:pt x="88820" y="118104"/>
                    <a:pt x="122687" y="84269"/>
                    <a:pt x="164222" y="84269"/>
                  </a:cubicBezTo>
                  <a:cubicBezTo>
                    <a:pt x="205756" y="84269"/>
                    <a:pt x="239623" y="118104"/>
                    <a:pt x="239623" y="159600"/>
                  </a:cubicBezTo>
                  <a:cubicBezTo>
                    <a:pt x="239623" y="180667"/>
                    <a:pt x="231316" y="199180"/>
                    <a:pt x="217258" y="213225"/>
                  </a:cubicBezTo>
                  <a:lnTo>
                    <a:pt x="271572" y="267489"/>
                  </a:lnTo>
                  <a:cubicBezTo>
                    <a:pt x="274128" y="269404"/>
                    <a:pt x="274128" y="273873"/>
                    <a:pt x="271572" y="276427"/>
                  </a:cubicBezTo>
                  <a:close/>
                </a:path>
              </a:pathLst>
            </a:custGeom>
            <a:solidFill>
              <a:srgbClr val="007680"/>
            </a:solidFill>
            <a:ln w="6390" cap="flat">
              <a:noFill/>
              <a:prstDash val="solid"/>
              <a:miter/>
            </a:ln>
          </p:spPr>
          <p:txBody>
            <a:bodyPr rtlCol="0" anchor="ctr"/>
            <a:lstStyle/>
            <a:p>
              <a:endParaRPr lang="en-US"/>
            </a:p>
          </p:txBody>
        </p:sp>
      </p:grpSp>
      <p:grpSp>
        <p:nvGrpSpPr>
          <p:cNvPr id="779" name="Graphic 4">
            <a:extLst>
              <a:ext uri="{FF2B5EF4-FFF2-40B4-BE49-F238E27FC236}">
                <a16:creationId xmlns:a16="http://schemas.microsoft.com/office/drawing/2014/main" id="{541F259D-1092-1D4E-BD33-A13F2BC572FD}"/>
              </a:ext>
            </a:extLst>
          </p:cNvPr>
          <p:cNvGrpSpPr/>
          <p:nvPr/>
        </p:nvGrpSpPr>
        <p:grpSpPr>
          <a:xfrm>
            <a:off x="3607758" y="1893013"/>
            <a:ext cx="361674" cy="361333"/>
            <a:chOff x="3607758" y="1893013"/>
            <a:chExt cx="361674" cy="361333"/>
          </a:xfrm>
          <a:solidFill>
            <a:srgbClr val="00ABAB"/>
          </a:solidFill>
        </p:grpSpPr>
        <p:sp>
          <p:nvSpPr>
            <p:cNvPr id="780" name="Graphic 4">
              <a:extLst>
                <a:ext uri="{FF2B5EF4-FFF2-40B4-BE49-F238E27FC236}">
                  <a16:creationId xmlns:a16="http://schemas.microsoft.com/office/drawing/2014/main" id="{50249C52-AE01-8542-8768-FA00A9E90C69}"/>
                </a:ext>
              </a:extLst>
            </p:cNvPr>
            <p:cNvSpPr/>
            <p:nvPr/>
          </p:nvSpPr>
          <p:spPr>
            <a:xfrm>
              <a:off x="3607758" y="1893013"/>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2" y="361333"/>
                    <a:pt x="180836" y="361333"/>
                  </a:cubicBezTo>
                  <a:cubicBezTo>
                    <a:pt x="281157" y="361333"/>
                    <a:pt x="361671" y="280257"/>
                    <a:pt x="361671" y="180667"/>
                  </a:cubicBezTo>
                  <a:cubicBezTo>
                    <a:pt x="362310"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9530" y="273873"/>
                    <a:pt x="274128" y="349204"/>
                    <a:pt x="180836" y="349204"/>
                  </a:cubicBezTo>
                  <a:close/>
                </a:path>
              </a:pathLst>
            </a:custGeom>
            <a:solidFill>
              <a:srgbClr val="00ABAB"/>
            </a:solidFill>
            <a:ln w="6390" cap="flat">
              <a:noFill/>
              <a:prstDash val="solid"/>
              <a:miter/>
            </a:ln>
          </p:spPr>
          <p:txBody>
            <a:bodyPr rtlCol="0" anchor="ctr"/>
            <a:lstStyle/>
            <a:p>
              <a:endParaRPr lang="en-US"/>
            </a:p>
          </p:txBody>
        </p:sp>
        <p:sp>
          <p:nvSpPr>
            <p:cNvPr id="781" name="Graphic 4">
              <a:extLst>
                <a:ext uri="{FF2B5EF4-FFF2-40B4-BE49-F238E27FC236}">
                  <a16:creationId xmlns:a16="http://schemas.microsoft.com/office/drawing/2014/main" id="{4089A590-41F1-DC4F-86DE-55E650500A09}"/>
                </a:ext>
              </a:extLst>
            </p:cNvPr>
            <p:cNvSpPr/>
            <p:nvPr/>
          </p:nvSpPr>
          <p:spPr>
            <a:xfrm>
              <a:off x="3684437" y="1997710"/>
              <a:ext cx="208951" cy="152577"/>
            </a:xfrm>
            <a:custGeom>
              <a:avLst/>
              <a:gdLst>
                <a:gd name="connsiteX0" fmla="*/ 202561 w 208951"/>
                <a:gd name="connsiteY0" fmla="*/ 139809 h 152577"/>
                <a:gd name="connsiteX1" fmla="*/ 12780 w 208951"/>
                <a:gd name="connsiteY1" fmla="*/ 139809 h 152577"/>
                <a:gd name="connsiteX2" fmla="*/ 12780 w 208951"/>
                <a:gd name="connsiteY2" fmla="*/ 6384 h 152577"/>
                <a:gd name="connsiteX3" fmla="*/ 6390 w 208951"/>
                <a:gd name="connsiteY3" fmla="*/ 0 h 152577"/>
                <a:gd name="connsiteX4" fmla="*/ 0 w 208951"/>
                <a:gd name="connsiteY4" fmla="*/ 6384 h 152577"/>
                <a:gd name="connsiteX5" fmla="*/ 0 w 208951"/>
                <a:gd name="connsiteY5" fmla="*/ 146193 h 152577"/>
                <a:gd name="connsiteX6" fmla="*/ 6390 w 208951"/>
                <a:gd name="connsiteY6" fmla="*/ 152577 h 152577"/>
                <a:gd name="connsiteX7" fmla="*/ 202561 w 208951"/>
                <a:gd name="connsiteY7" fmla="*/ 152577 h 152577"/>
                <a:gd name="connsiteX8" fmla="*/ 208951 w 208951"/>
                <a:gd name="connsiteY8" fmla="*/ 146193 h 152577"/>
                <a:gd name="connsiteX9" fmla="*/ 202561 w 208951"/>
                <a:gd name="connsiteY9" fmla="*/ 139809 h 15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951" h="152577">
                  <a:moveTo>
                    <a:pt x="202561" y="139809"/>
                  </a:moveTo>
                  <a:lnTo>
                    <a:pt x="12780" y="139809"/>
                  </a:lnTo>
                  <a:lnTo>
                    <a:pt x="12780" y="6384"/>
                  </a:lnTo>
                  <a:cubicBezTo>
                    <a:pt x="12780" y="2554"/>
                    <a:pt x="10224" y="0"/>
                    <a:pt x="6390" y="0"/>
                  </a:cubicBezTo>
                  <a:cubicBezTo>
                    <a:pt x="2556" y="0"/>
                    <a:pt x="0" y="2554"/>
                    <a:pt x="0" y="6384"/>
                  </a:cubicBezTo>
                  <a:lnTo>
                    <a:pt x="0" y="146193"/>
                  </a:lnTo>
                  <a:cubicBezTo>
                    <a:pt x="0" y="150024"/>
                    <a:pt x="2556" y="152577"/>
                    <a:pt x="6390" y="152577"/>
                  </a:cubicBezTo>
                  <a:lnTo>
                    <a:pt x="202561" y="152577"/>
                  </a:lnTo>
                  <a:cubicBezTo>
                    <a:pt x="206395" y="152577"/>
                    <a:pt x="208951" y="150024"/>
                    <a:pt x="208951" y="146193"/>
                  </a:cubicBezTo>
                  <a:cubicBezTo>
                    <a:pt x="208951" y="142363"/>
                    <a:pt x="206395" y="139809"/>
                    <a:pt x="202561" y="139809"/>
                  </a:cubicBezTo>
                  <a:close/>
                </a:path>
              </a:pathLst>
            </a:custGeom>
            <a:solidFill>
              <a:srgbClr val="00ABAB"/>
            </a:solidFill>
            <a:ln w="6390" cap="flat">
              <a:noFill/>
              <a:prstDash val="solid"/>
              <a:miter/>
            </a:ln>
          </p:spPr>
          <p:txBody>
            <a:bodyPr rtlCol="0" anchor="ctr"/>
            <a:lstStyle/>
            <a:p>
              <a:endParaRPr lang="en-US"/>
            </a:p>
          </p:txBody>
        </p:sp>
        <p:sp>
          <p:nvSpPr>
            <p:cNvPr id="782" name="Graphic 4">
              <a:extLst>
                <a:ext uri="{FF2B5EF4-FFF2-40B4-BE49-F238E27FC236}">
                  <a16:creationId xmlns:a16="http://schemas.microsoft.com/office/drawing/2014/main" id="{0C844448-CBE9-8246-9177-32CEEA0E530D}"/>
                </a:ext>
              </a:extLst>
            </p:cNvPr>
            <p:cNvSpPr/>
            <p:nvPr/>
          </p:nvSpPr>
          <p:spPr>
            <a:xfrm>
              <a:off x="3712553" y="2081340"/>
              <a:ext cx="12779" cy="40857"/>
            </a:xfrm>
            <a:custGeom>
              <a:avLst/>
              <a:gdLst>
                <a:gd name="connsiteX0" fmla="*/ 6390 w 12779"/>
                <a:gd name="connsiteY0" fmla="*/ 40857 h 40857"/>
                <a:gd name="connsiteX1" fmla="*/ 12780 w 12779"/>
                <a:gd name="connsiteY1" fmla="*/ 34473 h 40857"/>
                <a:gd name="connsiteX2" fmla="*/ 12780 w 12779"/>
                <a:gd name="connsiteY2" fmla="*/ 6384 h 40857"/>
                <a:gd name="connsiteX3" fmla="*/ 6390 w 12779"/>
                <a:gd name="connsiteY3" fmla="*/ 0 h 40857"/>
                <a:gd name="connsiteX4" fmla="*/ 0 w 12779"/>
                <a:gd name="connsiteY4" fmla="*/ 6384 h 40857"/>
                <a:gd name="connsiteX5" fmla="*/ 0 w 12779"/>
                <a:gd name="connsiteY5" fmla="*/ 34473 h 40857"/>
                <a:gd name="connsiteX6" fmla="*/ 6390 w 12779"/>
                <a:gd name="connsiteY6" fmla="*/ 40857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40857">
                  <a:moveTo>
                    <a:pt x="6390" y="40857"/>
                  </a:moveTo>
                  <a:cubicBezTo>
                    <a:pt x="10224" y="40857"/>
                    <a:pt x="12780" y="38304"/>
                    <a:pt x="12780" y="34473"/>
                  </a:cubicBezTo>
                  <a:lnTo>
                    <a:pt x="12780" y="6384"/>
                  </a:lnTo>
                  <a:cubicBezTo>
                    <a:pt x="12780" y="2554"/>
                    <a:pt x="10224" y="0"/>
                    <a:pt x="6390" y="0"/>
                  </a:cubicBezTo>
                  <a:cubicBezTo>
                    <a:pt x="2556" y="0"/>
                    <a:pt x="0" y="2554"/>
                    <a:pt x="0" y="6384"/>
                  </a:cubicBezTo>
                  <a:lnTo>
                    <a:pt x="0" y="34473"/>
                  </a:lnTo>
                  <a:cubicBezTo>
                    <a:pt x="0" y="38304"/>
                    <a:pt x="2556" y="40857"/>
                    <a:pt x="6390" y="40857"/>
                  </a:cubicBezTo>
                  <a:close/>
                </a:path>
              </a:pathLst>
            </a:custGeom>
            <a:solidFill>
              <a:srgbClr val="00ABAB"/>
            </a:solidFill>
            <a:ln w="6390" cap="flat">
              <a:noFill/>
              <a:prstDash val="solid"/>
              <a:miter/>
            </a:ln>
          </p:spPr>
          <p:txBody>
            <a:bodyPr rtlCol="0" anchor="ctr"/>
            <a:lstStyle/>
            <a:p>
              <a:endParaRPr lang="en-US"/>
            </a:p>
          </p:txBody>
        </p:sp>
        <p:sp>
          <p:nvSpPr>
            <p:cNvPr id="783" name="Graphic 4">
              <a:extLst>
                <a:ext uri="{FF2B5EF4-FFF2-40B4-BE49-F238E27FC236}">
                  <a16:creationId xmlns:a16="http://schemas.microsoft.com/office/drawing/2014/main" id="{C19028E7-DD48-1848-8FE1-B860032CBC9C}"/>
                </a:ext>
              </a:extLst>
            </p:cNvPr>
            <p:cNvSpPr/>
            <p:nvPr/>
          </p:nvSpPr>
          <p:spPr>
            <a:xfrm>
              <a:off x="3740669" y="2060273"/>
              <a:ext cx="12779" cy="61924"/>
            </a:xfrm>
            <a:custGeom>
              <a:avLst/>
              <a:gdLst>
                <a:gd name="connsiteX0" fmla="*/ 6390 w 12779"/>
                <a:gd name="connsiteY0" fmla="*/ 61925 h 61924"/>
                <a:gd name="connsiteX1" fmla="*/ 12780 w 12779"/>
                <a:gd name="connsiteY1" fmla="*/ 55541 h 61924"/>
                <a:gd name="connsiteX2" fmla="*/ 12780 w 12779"/>
                <a:gd name="connsiteY2" fmla="*/ 6384 h 61924"/>
                <a:gd name="connsiteX3" fmla="*/ 6390 w 12779"/>
                <a:gd name="connsiteY3" fmla="*/ 0 h 61924"/>
                <a:gd name="connsiteX4" fmla="*/ 0 w 12779"/>
                <a:gd name="connsiteY4" fmla="*/ 6384 h 61924"/>
                <a:gd name="connsiteX5" fmla="*/ 0 w 12779"/>
                <a:gd name="connsiteY5" fmla="*/ 55541 h 61924"/>
                <a:gd name="connsiteX6" fmla="*/ 6390 w 12779"/>
                <a:gd name="connsiteY6" fmla="*/ 61925 h 6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61924">
                  <a:moveTo>
                    <a:pt x="6390" y="61925"/>
                  </a:moveTo>
                  <a:cubicBezTo>
                    <a:pt x="10224" y="61925"/>
                    <a:pt x="12780" y="59371"/>
                    <a:pt x="12780" y="55541"/>
                  </a:cubicBezTo>
                  <a:lnTo>
                    <a:pt x="12780" y="6384"/>
                  </a:lnTo>
                  <a:cubicBezTo>
                    <a:pt x="12780" y="2554"/>
                    <a:pt x="10224" y="0"/>
                    <a:pt x="6390" y="0"/>
                  </a:cubicBezTo>
                  <a:cubicBezTo>
                    <a:pt x="2556" y="0"/>
                    <a:pt x="0" y="2554"/>
                    <a:pt x="0" y="6384"/>
                  </a:cubicBezTo>
                  <a:lnTo>
                    <a:pt x="0" y="55541"/>
                  </a:lnTo>
                  <a:cubicBezTo>
                    <a:pt x="0" y="59371"/>
                    <a:pt x="2556" y="61925"/>
                    <a:pt x="6390" y="61925"/>
                  </a:cubicBezTo>
                  <a:close/>
                </a:path>
              </a:pathLst>
            </a:custGeom>
            <a:solidFill>
              <a:srgbClr val="00ABAB"/>
            </a:solidFill>
            <a:ln w="6390" cap="flat">
              <a:noFill/>
              <a:prstDash val="solid"/>
              <a:miter/>
            </a:ln>
          </p:spPr>
          <p:txBody>
            <a:bodyPr rtlCol="0" anchor="ctr"/>
            <a:lstStyle/>
            <a:p>
              <a:endParaRPr lang="en-US"/>
            </a:p>
          </p:txBody>
        </p:sp>
        <p:sp>
          <p:nvSpPr>
            <p:cNvPr id="784" name="Graphic 4">
              <a:extLst>
                <a:ext uri="{FF2B5EF4-FFF2-40B4-BE49-F238E27FC236}">
                  <a16:creationId xmlns:a16="http://schemas.microsoft.com/office/drawing/2014/main" id="{C2762AB6-F096-C547-84F0-31AC3D04B1C1}"/>
                </a:ext>
              </a:extLst>
            </p:cNvPr>
            <p:cNvSpPr/>
            <p:nvPr/>
          </p:nvSpPr>
          <p:spPr>
            <a:xfrm>
              <a:off x="3768784" y="1997072"/>
              <a:ext cx="12779" cy="125125"/>
            </a:xfrm>
            <a:custGeom>
              <a:avLst/>
              <a:gdLst>
                <a:gd name="connsiteX0" fmla="*/ 6390 w 12779"/>
                <a:gd name="connsiteY0" fmla="*/ 125126 h 125125"/>
                <a:gd name="connsiteX1" fmla="*/ 12780 w 12779"/>
                <a:gd name="connsiteY1" fmla="*/ 118742 h 125125"/>
                <a:gd name="connsiteX2" fmla="*/ 12780 w 12779"/>
                <a:gd name="connsiteY2" fmla="*/ 6384 h 125125"/>
                <a:gd name="connsiteX3" fmla="*/ 6390 w 12779"/>
                <a:gd name="connsiteY3" fmla="*/ 0 h 125125"/>
                <a:gd name="connsiteX4" fmla="*/ 0 w 12779"/>
                <a:gd name="connsiteY4" fmla="*/ 6384 h 125125"/>
                <a:gd name="connsiteX5" fmla="*/ 0 w 12779"/>
                <a:gd name="connsiteY5" fmla="*/ 118742 h 125125"/>
                <a:gd name="connsiteX6" fmla="*/ 6390 w 12779"/>
                <a:gd name="connsiteY6" fmla="*/ 125126 h 12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125125">
                  <a:moveTo>
                    <a:pt x="6390" y="125126"/>
                  </a:moveTo>
                  <a:cubicBezTo>
                    <a:pt x="10224" y="125126"/>
                    <a:pt x="12780" y="122572"/>
                    <a:pt x="12780" y="118742"/>
                  </a:cubicBezTo>
                  <a:lnTo>
                    <a:pt x="12780" y="6384"/>
                  </a:lnTo>
                  <a:cubicBezTo>
                    <a:pt x="12780" y="2554"/>
                    <a:pt x="10224" y="0"/>
                    <a:pt x="6390" y="0"/>
                  </a:cubicBezTo>
                  <a:cubicBezTo>
                    <a:pt x="2556" y="0"/>
                    <a:pt x="0" y="2554"/>
                    <a:pt x="0" y="6384"/>
                  </a:cubicBezTo>
                  <a:lnTo>
                    <a:pt x="0" y="118742"/>
                  </a:lnTo>
                  <a:cubicBezTo>
                    <a:pt x="0" y="122572"/>
                    <a:pt x="2556" y="125126"/>
                    <a:pt x="6390" y="125126"/>
                  </a:cubicBezTo>
                  <a:close/>
                </a:path>
              </a:pathLst>
            </a:custGeom>
            <a:solidFill>
              <a:srgbClr val="00ABAB"/>
            </a:solidFill>
            <a:ln w="6390" cap="flat">
              <a:noFill/>
              <a:prstDash val="solid"/>
              <a:miter/>
            </a:ln>
          </p:spPr>
          <p:txBody>
            <a:bodyPr rtlCol="0" anchor="ctr"/>
            <a:lstStyle/>
            <a:p>
              <a:endParaRPr lang="en-US"/>
            </a:p>
          </p:txBody>
        </p:sp>
        <p:sp>
          <p:nvSpPr>
            <p:cNvPr id="785" name="Graphic 4">
              <a:extLst>
                <a:ext uri="{FF2B5EF4-FFF2-40B4-BE49-F238E27FC236}">
                  <a16:creationId xmlns:a16="http://schemas.microsoft.com/office/drawing/2014/main" id="{3FA730A3-85F5-CD40-987E-2029B7144B40}"/>
                </a:ext>
              </a:extLst>
            </p:cNvPr>
            <p:cNvSpPr/>
            <p:nvPr/>
          </p:nvSpPr>
          <p:spPr>
            <a:xfrm>
              <a:off x="3796261" y="2032184"/>
              <a:ext cx="12779" cy="90013"/>
            </a:xfrm>
            <a:custGeom>
              <a:avLst/>
              <a:gdLst>
                <a:gd name="connsiteX0" fmla="*/ 6390 w 12779"/>
                <a:gd name="connsiteY0" fmla="*/ 90014 h 90013"/>
                <a:gd name="connsiteX1" fmla="*/ 12780 w 12779"/>
                <a:gd name="connsiteY1" fmla="*/ 83630 h 90013"/>
                <a:gd name="connsiteX2" fmla="*/ 12780 w 12779"/>
                <a:gd name="connsiteY2" fmla="*/ 6384 h 90013"/>
                <a:gd name="connsiteX3" fmla="*/ 6390 w 12779"/>
                <a:gd name="connsiteY3" fmla="*/ 0 h 90013"/>
                <a:gd name="connsiteX4" fmla="*/ 0 w 12779"/>
                <a:gd name="connsiteY4" fmla="*/ 6384 h 90013"/>
                <a:gd name="connsiteX5" fmla="*/ 0 w 12779"/>
                <a:gd name="connsiteY5" fmla="*/ 83630 h 90013"/>
                <a:gd name="connsiteX6" fmla="*/ 6390 w 12779"/>
                <a:gd name="connsiteY6" fmla="*/ 90014 h 90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90013">
                  <a:moveTo>
                    <a:pt x="6390" y="90014"/>
                  </a:moveTo>
                  <a:cubicBezTo>
                    <a:pt x="10224" y="90014"/>
                    <a:pt x="12780" y="87460"/>
                    <a:pt x="12780" y="83630"/>
                  </a:cubicBezTo>
                  <a:lnTo>
                    <a:pt x="12780" y="6384"/>
                  </a:lnTo>
                  <a:cubicBezTo>
                    <a:pt x="12780" y="2554"/>
                    <a:pt x="10224" y="0"/>
                    <a:pt x="6390" y="0"/>
                  </a:cubicBezTo>
                  <a:cubicBezTo>
                    <a:pt x="2556" y="0"/>
                    <a:pt x="0" y="2554"/>
                    <a:pt x="0" y="6384"/>
                  </a:cubicBezTo>
                  <a:lnTo>
                    <a:pt x="0" y="83630"/>
                  </a:lnTo>
                  <a:cubicBezTo>
                    <a:pt x="0" y="87460"/>
                    <a:pt x="3195" y="90014"/>
                    <a:pt x="6390" y="90014"/>
                  </a:cubicBezTo>
                  <a:close/>
                </a:path>
              </a:pathLst>
            </a:custGeom>
            <a:solidFill>
              <a:srgbClr val="00ABAB"/>
            </a:solidFill>
            <a:ln w="6390" cap="flat">
              <a:noFill/>
              <a:prstDash val="solid"/>
              <a:miter/>
            </a:ln>
          </p:spPr>
          <p:txBody>
            <a:bodyPr rtlCol="0" anchor="ctr"/>
            <a:lstStyle/>
            <a:p>
              <a:endParaRPr lang="en-US"/>
            </a:p>
          </p:txBody>
        </p:sp>
        <p:sp>
          <p:nvSpPr>
            <p:cNvPr id="786" name="Graphic 4">
              <a:extLst>
                <a:ext uri="{FF2B5EF4-FFF2-40B4-BE49-F238E27FC236}">
                  <a16:creationId xmlns:a16="http://schemas.microsoft.com/office/drawing/2014/main" id="{051FBDBD-BDAE-384F-9074-7C3F3206FA88}"/>
                </a:ext>
              </a:extLst>
            </p:cNvPr>
            <p:cNvSpPr/>
            <p:nvPr/>
          </p:nvSpPr>
          <p:spPr>
            <a:xfrm>
              <a:off x="3824377" y="2011116"/>
              <a:ext cx="12779" cy="111081"/>
            </a:xfrm>
            <a:custGeom>
              <a:avLst/>
              <a:gdLst>
                <a:gd name="connsiteX0" fmla="*/ 6390 w 12779"/>
                <a:gd name="connsiteY0" fmla="*/ 111081 h 111081"/>
                <a:gd name="connsiteX1" fmla="*/ 12780 w 12779"/>
                <a:gd name="connsiteY1" fmla="*/ 104697 h 111081"/>
                <a:gd name="connsiteX2" fmla="*/ 12780 w 12779"/>
                <a:gd name="connsiteY2" fmla="*/ 6384 h 111081"/>
                <a:gd name="connsiteX3" fmla="*/ 6390 w 12779"/>
                <a:gd name="connsiteY3" fmla="*/ 0 h 111081"/>
                <a:gd name="connsiteX4" fmla="*/ 0 w 12779"/>
                <a:gd name="connsiteY4" fmla="*/ 6384 h 111081"/>
                <a:gd name="connsiteX5" fmla="*/ 0 w 12779"/>
                <a:gd name="connsiteY5" fmla="*/ 104697 h 111081"/>
                <a:gd name="connsiteX6" fmla="*/ 6390 w 12779"/>
                <a:gd name="connsiteY6" fmla="*/ 111081 h 111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111081">
                  <a:moveTo>
                    <a:pt x="6390" y="111081"/>
                  </a:moveTo>
                  <a:cubicBezTo>
                    <a:pt x="10224" y="111081"/>
                    <a:pt x="12780" y="108528"/>
                    <a:pt x="12780" y="104697"/>
                  </a:cubicBezTo>
                  <a:lnTo>
                    <a:pt x="12780" y="6384"/>
                  </a:lnTo>
                  <a:cubicBezTo>
                    <a:pt x="12780" y="2554"/>
                    <a:pt x="10224" y="0"/>
                    <a:pt x="6390" y="0"/>
                  </a:cubicBezTo>
                  <a:cubicBezTo>
                    <a:pt x="2556" y="0"/>
                    <a:pt x="0" y="2554"/>
                    <a:pt x="0" y="6384"/>
                  </a:cubicBezTo>
                  <a:lnTo>
                    <a:pt x="0" y="104697"/>
                  </a:lnTo>
                  <a:cubicBezTo>
                    <a:pt x="0" y="108528"/>
                    <a:pt x="3195" y="111081"/>
                    <a:pt x="6390" y="111081"/>
                  </a:cubicBezTo>
                  <a:close/>
                </a:path>
              </a:pathLst>
            </a:custGeom>
            <a:solidFill>
              <a:srgbClr val="00ABAB"/>
            </a:solidFill>
            <a:ln w="6390" cap="flat">
              <a:noFill/>
              <a:prstDash val="solid"/>
              <a:miter/>
            </a:ln>
          </p:spPr>
          <p:txBody>
            <a:bodyPr rtlCol="0" anchor="ctr"/>
            <a:lstStyle/>
            <a:p>
              <a:endParaRPr lang="en-US"/>
            </a:p>
          </p:txBody>
        </p:sp>
        <p:sp>
          <p:nvSpPr>
            <p:cNvPr id="787" name="Graphic 4">
              <a:extLst>
                <a:ext uri="{FF2B5EF4-FFF2-40B4-BE49-F238E27FC236}">
                  <a16:creationId xmlns:a16="http://schemas.microsoft.com/office/drawing/2014/main" id="{2C23848B-8709-1E41-99F0-77D94407F9B8}"/>
                </a:ext>
              </a:extLst>
            </p:cNvPr>
            <p:cNvSpPr/>
            <p:nvPr/>
          </p:nvSpPr>
          <p:spPr>
            <a:xfrm>
              <a:off x="3852493" y="2067296"/>
              <a:ext cx="12779" cy="54902"/>
            </a:xfrm>
            <a:custGeom>
              <a:avLst/>
              <a:gdLst>
                <a:gd name="connsiteX0" fmla="*/ 6390 w 12779"/>
                <a:gd name="connsiteY0" fmla="*/ 54902 h 54902"/>
                <a:gd name="connsiteX1" fmla="*/ 12780 w 12779"/>
                <a:gd name="connsiteY1" fmla="*/ 48518 h 54902"/>
                <a:gd name="connsiteX2" fmla="*/ 12780 w 12779"/>
                <a:gd name="connsiteY2" fmla="*/ 6384 h 54902"/>
                <a:gd name="connsiteX3" fmla="*/ 6390 w 12779"/>
                <a:gd name="connsiteY3" fmla="*/ 0 h 54902"/>
                <a:gd name="connsiteX4" fmla="*/ 0 w 12779"/>
                <a:gd name="connsiteY4" fmla="*/ 6384 h 54902"/>
                <a:gd name="connsiteX5" fmla="*/ 0 w 12779"/>
                <a:gd name="connsiteY5" fmla="*/ 48518 h 54902"/>
                <a:gd name="connsiteX6" fmla="*/ 6390 w 12779"/>
                <a:gd name="connsiteY6" fmla="*/ 54902 h 5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54902">
                  <a:moveTo>
                    <a:pt x="6390" y="54902"/>
                  </a:moveTo>
                  <a:cubicBezTo>
                    <a:pt x="10224" y="54902"/>
                    <a:pt x="12780" y="52349"/>
                    <a:pt x="12780" y="48518"/>
                  </a:cubicBezTo>
                  <a:lnTo>
                    <a:pt x="12780" y="6384"/>
                  </a:lnTo>
                  <a:cubicBezTo>
                    <a:pt x="12780" y="2554"/>
                    <a:pt x="10224" y="0"/>
                    <a:pt x="6390" y="0"/>
                  </a:cubicBezTo>
                  <a:cubicBezTo>
                    <a:pt x="2556" y="0"/>
                    <a:pt x="0" y="2554"/>
                    <a:pt x="0" y="6384"/>
                  </a:cubicBezTo>
                  <a:lnTo>
                    <a:pt x="0" y="48518"/>
                  </a:lnTo>
                  <a:cubicBezTo>
                    <a:pt x="0" y="52349"/>
                    <a:pt x="3195" y="54902"/>
                    <a:pt x="6390" y="54902"/>
                  </a:cubicBezTo>
                  <a:close/>
                </a:path>
              </a:pathLst>
            </a:custGeom>
            <a:solidFill>
              <a:srgbClr val="00ABAB"/>
            </a:solidFill>
            <a:ln w="6390" cap="flat">
              <a:noFill/>
              <a:prstDash val="solid"/>
              <a:miter/>
            </a:ln>
          </p:spPr>
          <p:txBody>
            <a:bodyPr rtlCol="0" anchor="ctr"/>
            <a:lstStyle/>
            <a:p>
              <a:endParaRPr lang="en-US"/>
            </a:p>
          </p:txBody>
        </p:sp>
      </p:grpSp>
      <p:grpSp>
        <p:nvGrpSpPr>
          <p:cNvPr id="788" name="Graphic 4">
            <a:extLst>
              <a:ext uri="{FF2B5EF4-FFF2-40B4-BE49-F238E27FC236}">
                <a16:creationId xmlns:a16="http://schemas.microsoft.com/office/drawing/2014/main" id="{882360BA-BB55-8145-84EE-3512F8E5C9E0}"/>
              </a:ext>
            </a:extLst>
          </p:cNvPr>
          <p:cNvGrpSpPr/>
          <p:nvPr/>
        </p:nvGrpSpPr>
        <p:grpSpPr>
          <a:xfrm>
            <a:off x="3607758" y="1402085"/>
            <a:ext cx="361674" cy="361333"/>
            <a:chOff x="3607758" y="1402085"/>
            <a:chExt cx="361674" cy="361333"/>
          </a:xfrm>
          <a:solidFill>
            <a:srgbClr val="00ABAB"/>
          </a:solidFill>
        </p:grpSpPr>
        <p:sp>
          <p:nvSpPr>
            <p:cNvPr id="789" name="Graphic 4">
              <a:extLst>
                <a:ext uri="{FF2B5EF4-FFF2-40B4-BE49-F238E27FC236}">
                  <a16:creationId xmlns:a16="http://schemas.microsoft.com/office/drawing/2014/main" id="{4931712B-F6F2-E64D-9338-FC560316FA19}"/>
                </a:ext>
              </a:extLst>
            </p:cNvPr>
            <p:cNvSpPr/>
            <p:nvPr/>
          </p:nvSpPr>
          <p:spPr>
            <a:xfrm>
              <a:off x="3607758" y="1402085"/>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2" y="361333"/>
                    <a:pt x="180836" y="361333"/>
                  </a:cubicBezTo>
                  <a:cubicBezTo>
                    <a:pt x="281157" y="361333"/>
                    <a:pt x="361671" y="280257"/>
                    <a:pt x="361671" y="180667"/>
                  </a:cubicBezTo>
                  <a:cubicBezTo>
                    <a:pt x="362310"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9530" y="273873"/>
                    <a:pt x="274128" y="349204"/>
                    <a:pt x="180836" y="349204"/>
                  </a:cubicBezTo>
                  <a:close/>
                </a:path>
              </a:pathLst>
            </a:custGeom>
            <a:solidFill>
              <a:srgbClr val="00ABAB"/>
            </a:solidFill>
            <a:ln w="6390" cap="flat">
              <a:noFill/>
              <a:prstDash val="solid"/>
              <a:miter/>
            </a:ln>
          </p:spPr>
          <p:txBody>
            <a:bodyPr rtlCol="0" anchor="ctr"/>
            <a:lstStyle/>
            <a:p>
              <a:endParaRPr lang="en-US"/>
            </a:p>
          </p:txBody>
        </p:sp>
        <p:sp>
          <p:nvSpPr>
            <p:cNvPr id="790" name="Graphic 4">
              <a:extLst>
                <a:ext uri="{FF2B5EF4-FFF2-40B4-BE49-F238E27FC236}">
                  <a16:creationId xmlns:a16="http://schemas.microsoft.com/office/drawing/2014/main" id="{E44F2B19-E5BA-6544-B0D9-2F5181FF9920}"/>
                </a:ext>
              </a:extLst>
            </p:cNvPr>
            <p:cNvSpPr/>
            <p:nvPr/>
          </p:nvSpPr>
          <p:spPr>
            <a:xfrm>
              <a:off x="3688271" y="1642122"/>
              <a:ext cx="12779" cy="27451"/>
            </a:xfrm>
            <a:custGeom>
              <a:avLst/>
              <a:gdLst>
                <a:gd name="connsiteX0" fmla="*/ 6390 w 12779"/>
                <a:gd name="connsiteY0" fmla="*/ 0 h 27451"/>
                <a:gd name="connsiteX1" fmla="*/ 0 w 12779"/>
                <a:gd name="connsiteY1" fmla="*/ 6384 h 27451"/>
                <a:gd name="connsiteX2" fmla="*/ 0 w 12779"/>
                <a:gd name="connsiteY2" fmla="*/ 21067 h 27451"/>
                <a:gd name="connsiteX3" fmla="*/ 6390 w 12779"/>
                <a:gd name="connsiteY3" fmla="*/ 27451 h 27451"/>
                <a:gd name="connsiteX4" fmla="*/ 12780 w 12779"/>
                <a:gd name="connsiteY4" fmla="*/ 21067 h 27451"/>
                <a:gd name="connsiteX5" fmla="*/ 12780 w 12779"/>
                <a:gd name="connsiteY5" fmla="*/ 6384 h 27451"/>
                <a:gd name="connsiteX6" fmla="*/ 6390 w 12779"/>
                <a:gd name="connsiteY6" fmla="*/ 0 h 27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7451">
                  <a:moveTo>
                    <a:pt x="6390" y="0"/>
                  </a:moveTo>
                  <a:cubicBezTo>
                    <a:pt x="2556" y="0"/>
                    <a:pt x="0" y="2554"/>
                    <a:pt x="0" y="6384"/>
                  </a:cubicBezTo>
                  <a:lnTo>
                    <a:pt x="0" y="21067"/>
                  </a:lnTo>
                  <a:cubicBezTo>
                    <a:pt x="0" y="24897"/>
                    <a:pt x="2556" y="27451"/>
                    <a:pt x="6390" y="27451"/>
                  </a:cubicBezTo>
                  <a:cubicBezTo>
                    <a:pt x="10224" y="27451"/>
                    <a:pt x="12780" y="24897"/>
                    <a:pt x="12780" y="21067"/>
                  </a:cubicBezTo>
                  <a:lnTo>
                    <a:pt x="12780" y="6384"/>
                  </a:lnTo>
                  <a:cubicBezTo>
                    <a:pt x="12780" y="3192"/>
                    <a:pt x="9585" y="0"/>
                    <a:pt x="6390" y="0"/>
                  </a:cubicBezTo>
                  <a:close/>
                </a:path>
              </a:pathLst>
            </a:custGeom>
            <a:solidFill>
              <a:srgbClr val="00ABAB"/>
            </a:solidFill>
            <a:ln w="6390" cap="flat">
              <a:noFill/>
              <a:prstDash val="solid"/>
              <a:miter/>
            </a:ln>
          </p:spPr>
          <p:txBody>
            <a:bodyPr rtlCol="0" anchor="ctr"/>
            <a:lstStyle/>
            <a:p>
              <a:endParaRPr lang="en-US"/>
            </a:p>
          </p:txBody>
        </p:sp>
        <p:sp>
          <p:nvSpPr>
            <p:cNvPr id="791" name="Graphic 4">
              <a:extLst>
                <a:ext uri="{FF2B5EF4-FFF2-40B4-BE49-F238E27FC236}">
                  <a16:creationId xmlns:a16="http://schemas.microsoft.com/office/drawing/2014/main" id="{C38549AE-2497-654C-899E-537921C31732}"/>
                </a:ext>
              </a:extLst>
            </p:cNvPr>
            <p:cNvSpPr/>
            <p:nvPr/>
          </p:nvSpPr>
          <p:spPr>
            <a:xfrm>
              <a:off x="3717026" y="1628078"/>
              <a:ext cx="12779" cy="42134"/>
            </a:xfrm>
            <a:custGeom>
              <a:avLst/>
              <a:gdLst>
                <a:gd name="connsiteX0" fmla="*/ 6390 w 12779"/>
                <a:gd name="connsiteY0" fmla="*/ 0 h 42134"/>
                <a:gd name="connsiteX1" fmla="*/ 0 w 12779"/>
                <a:gd name="connsiteY1" fmla="*/ 6384 h 42134"/>
                <a:gd name="connsiteX2" fmla="*/ 0 w 12779"/>
                <a:gd name="connsiteY2" fmla="*/ 35750 h 42134"/>
                <a:gd name="connsiteX3" fmla="*/ 6390 w 12779"/>
                <a:gd name="connsiteY3" fmla="*/ 42134 h 42134"/>
                <a:gd name="connsiteX4" fmla="*/ 12780 w 12779"/>
                <a:gd name="connsiteY4" fmla="*/ 35750 h 42134"/>
                <a:gd name="connsiteX5" fmla="*/ 12780 w 12779"/>
                <a:gd name="connsiteY5" fmla="*/ 6384 h 42134"/>
                <a:gd name="connsiteX6" fmla="*/ 6390 w 12779"/>
                <a:gd name="connsiteY6" fmla="*/ 0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42134">
                  <a:moveTo>
                    <a:pt x="6390" y="0"/>
                  </a:moveTo>
                  <a:cubicBezTo>
                    <a:pt x="2556" y="0"/>
                    <a:pt x="0" y="2554"/>
                    <a:pt x="0" y="6384"/>
                  </a:cubicBezTo>
                  <a:lnTo>
                    <a:pt x="0" y="35750"/>
                  </a:lnTo>
                  <a:cubicBezTo>
                    <a:pt x="0" y="39581"/>
                    <a:pt x="2556" y="42134"/>
                    <a:pt x="6390" y="42134"/>
                  </a:cubicBezTo>
                  <a:cubicBezTo>
                    <a:pt x="10224" y="42134"/>
                    <a:pt x="12780" y="39581"/>
                    <a:pt x="12780" y="35750"/>
                  </a:cubicBezTo>
                  <a:lnTo>
                    <a:pt x="12780" y="6384"/>
                  </a:lnTo>
                  <a:cubicBezTo>
                    <a:pt x="12780" y="2554"/>
                    <a:pt x="10224" y="0"/>
                    <a:pt x="6390" y="0"/>
                  </a:cubicBezTo>
                  <a:close/>
                </a:path>
              </a:pathLst>
            </a:custGeom>
            <a:solidFill>
              <a:srgbClr val="00ABAB"/>
            </a:solidFill>
            <a:ln w="6390" cap="flat">
              <a:noFill/>
              <a:prstDash val="solid"/>
              <a:miter/>
            </a:ln>
          </p:spPr>
          <p:txBody>
            <a:bodyPr rtlCol="0" anchor="ctr"/>
            <a:lstStyle/>
            <a:p>
              <a:endParaRPr lang="en-US"/>
            </a:p>
          </p:txBody>
        </p:sp>
        <p:sp>
          <p:nvSpPr>
            <p:cNvPr id="792" name="Graphic 4">
              <a:extLst>
                <a:ext uri="{FF2B5EF4-FFF2-40B4-BE49-F238E27FC236}">
                  <a16:creationId xmlns:a16="http://schemas.microsoft.com/office/drawing/2014/main" id="{6B99A07A-6537-AB45-A686-B41DBAC2DC0B}"/>
                </a:ext>
              </a:extLst>
            </p:cNvPr>
            <p:cNvSpPr/>
            <p:nvPr/>
          </p:nvSpPr>
          <p:spPr>
            <a:xfrm>
              <a:off x="3746420" y="1605734"/>
              <a:ext cx="12779" cy="63839"/>
            </a:xfrm>
            <a:custGeom>
              <a:avLst/>
              <a:gdLst>
                <a:gd name="connsiteX0" fmla="*/ 6390 w 12779"/>
                <a:gd name="connsiteY0" fmla="*/ 0 h 63839"/>
                <a:gd name="connsiteX1" fmla="*/ 0 w 12779"/>
                <a:gd name="connsiteY1" fmla="*/ 6384 h 63839"/>
                <a:gd name="connsiteX2" fmla="*/ 0 w 12779"/>
                <a:gd name="connsiteY2" fmla="*/ 57456 h 63839"/>
                <a:gd name="connsiteX3" fmla="*/ 6390 w 12779"/>
                <a:gd name="connsiteY3" fmla="*/ 63840 h 63839"/>
                <a:gd name="connsiteX4" fmla="*/ 12780 w 12779"/>
                <a:gd name="connsiteY4" fmla="*/ 57456 h 63839"/>
                <a:gd name="connsiteX5" fmla="*/ 12780 w 12779"/>
                <a:gd name="connsiteY5" fmla="*/ 6384 h 63839"/>
                <a:gd name="connsiteX6" fmla="*/ 6390 w 12779"/>
                <a:gd name="connsiteY6" fmla="*/ 0 h 6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63839">
                  <a:moveTo>
                    <a:pt x="6390" y="0"/>
                  </a:moveTo>
                  <a:cubicBezTo>
                    <a:pt x="2556" y="0"/>
                    <a:pt x="0" y="2554"/>
                    <a:pt x="0" y="6384"/>
                  </a:cubicBezTo>
                  <a:lnTo>
                    <a:pt x="0" y="57456"/>
                  </a:lnTo>
                  <a:cubicBezTo>
                    <a:pt x="0" y="61286"/>
                    <a:pt x="2556" y="63840"/>
                    <a:pt x="6390" y="63840"/>
                  </a:cubicBezTo>
                  <a:cubicBezTo>
                    <a:pt x="10224" y="63840"/>
                    <a:pt x="12780" y="61286"/>
                    <a:pt x="12780" y="57456"/>
                  </a:cubicBezTo>
                  <a:lnTo>
                    <a:pt x="12780" y="6384"/>
                  </a:lnTo>
                  <a:cubicBezTo>
                    <a:pt x="12780" y="3192"/>
                    <a:pt x="9585" y="0"/>
                    <a:pt x="6390" y="0"/>
                  </a:cubicBezTo>
                  <a:close/>
                </a:path>
              </a:pathLst>
            </a:custGeom>
            <a:solidFill>
              <a:srgbClr val="00ABAB"/>
            </a:solidFill>
            <a:ln w="6390" cap="flat">
              <a:noFill/>
              <a:prstDash val="solid"/>
              <a:miter/>
            </a:ln>
          </p:spPr>
          <p:txBody>
            <a:bodyPr rtlCol="0" anchor="ctr"/>
            <a:lstStyle/>
            <a:p>
              <a:endParaRPr lang="en-US"/>
            </a:p>
          </p:txBody>
        </p:sp>
        <p:sp>
          <p:nvSpPr>
            <p:cNvPr id="793" name="Graphic 4">
              <a:extLst>
                <a:ext uri="{FF2B5EF4-FFF2-40B4-BE49-F238E27FC236}">
                  <a16:creationId xmlns:a16="http://schemas.microsoft.com/office/drawing/2014/main" id="{55ACB0A3-8741-144F-901F-94E16467477E}"/>
                </a:ext>
              </a:extLst>
            </p:cNvPr>
            <p:cNvSpPr/>
            <p:nvPr/>
          </p:nvSpPr>
          <p:spPr>
            <a:xfrm>
              <a:off x="3775174" y="1598711"/>
              <a:ext cx="12779" cy="70862"/>
            </a:xfrm>
            <a:custGeom>
              <a:avLst/>
              <a:gdLst>
                <a:gd name="connsiteX0" fmla="*/ 6390 w 12779"/>
                <a:gd name="connsiteY0" fmla="*/ 0 h 70862"/>
                <a:gd name="connsiteX1" fmla="*/ 0 w 12779"/>
                <a:gd name="connsiteY1" fmla="*/ 6384 h 70862"/>
                <a:gd name="connsiteX2" fmla="*/ 0 w 12779"/>
                <a:gd name="connsiteY2" fmla="*/ 64478 h 70862"/>
                <a:gd name="connsiteX3" fmla="*/ 6390 w 12779"/>
                <a:gd name="connsiteY3" fmla="*/ 70862 h 70862"/>
                <a:gd name="connsiteX4" fmla="*/ 12780 w 12779"/>
                <a:gd name="connsiteY4" fmla="*/ 64478 h 70862"/>
                <a:gd name="connsiteX5" fmla="*/ 12780 w 12779"/>
                <a:gd name="connsiteY5" fmla="*/ 6384 h 70862"/>
                <a:gd name="connsiteX6" fmla="*/ 6390 w 12779"/>
                <a:gd name="connsiteY6" fmla="*/ 0 h 7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0862">
                  <a:moveTo>
                    <a:pt x="6390" y="0"/>
                  </a:moveTo>
                  <a:cubicBezTo>
                    <a:pt x="2556" y="0"/>
                    <a:pt x="0" y="2554"/>
                    <a:pt x="0" y="6384"/>
                  </a:cubicBezTo>
                  <a:lnTo>
                    <a:pt x="0" y="64478"/>
                  </a:lnTo>
                  <a:cubicBezTo>
                    <a:pt x="0" y="68309"/>
                    <a:pt x="2556" y="70862"/>
                    <a:pt x="6390" y="70862"/>
                  </a:cubicBezTo>
                  <a:cubicBezTo>
                    <a:pt x="10224" y="70862"/>
                    <a:pt x="12780" y="68309"/>
                    <a:pt x="12780" y="64478"/>
                  </a:cubicBezTo>
                  <a:lnTo>
                    <a:pt x="12780" y="6384"/>
                  </a:lnTo>
                  <a:cubicBezTo>
                    <a:pt x="12780" y="3192"/>
                    <a:pt x="10224" y="0"/>
                    <a:pt x="6390" y="0"/>
                  </a:cubicBezTo>
                  <a:close/>
                </a:path>
              </a:pathLst>
            </a:custGeom>
            <a:solidFill>
              <a:srgbClr val="00ABAB"/>
            </a:solidFill>
            <a:ln w="6390" cap="flat">
              <a:noFill/>
              <a:prstDash val="solid"/>
              <a:miter/>
            </a:ln>
          </p:spPr>
          <p:txBody>
            <a:bodyPr rtlCol="0" anchor="ctr"/>
            <a:lstStyle/>
            <a:p>
              <a:endParaRPr lang="en-US"/>
            </a:p>
          </p:txBody>
        </p:sp>
        <p:sp>
          <p:nvSpPr>
            <p:cNvPr id="794" name="Graphic 4">
              <a:extLst>
                <a:ext uri="{FF2B5EF4-FFF2-40B4-BE49-F238E27FC236}">
                  <a16:creationId xmlns:a16="http://schemas.microsoft.com/office/drawing/2014/main" id="{61AE1C6B-74E4-F948-B4D4-29344911367E}"/>
                </a:ext>
              </a:extLst>
            </p:cNvPr>
            <p:cNvSpPr/>
            <p:nvPr/>
          </p:nvSpPr>
          <p:spPr>
            <a:xfrm>
              <a:off x="3804568" y="1598711"/>
              <a:ext cx="12779" cy="70862"/>
            </a:xfrm>
            <a:custGeom>
              <a:avLst/>
              <a:gdLst>
                <a:gd name="connsiteX0" fmla="*/ 6390 w 12779"/>
                <a:gd name="connsiteY0" fmla="*/ 0 h 70862"/>
                <a:gd name="connsiteX1" fmla="*/ 0 w 12779"/>
                <a:gd name="connsiteY1" fmla="*/ 6384 h 70862"/>
                <a:gd name="connsiteX2" fmla="*/ 0 w 12779"/>
                <a:gd name="connsiteY2" fmla="*/ 64478 h 70862"/>
                <a:gd name="connsiteX3" fmla="*/ 6390 w 12779"/>
                <a:gd name="connsiteY3" fmla="*/ 70862 h 70862"/>
                <a:gd name="connsiteX4" fmla="*/ 12780 w 12779"/>
                <a:gd name="connsiteY4" fmla="*/ 64478 h 70862"/>
                <a:gd name="connsiteX5" fmla="*/ 12780 w 12779"/>
                <a:gd name="connsiteY5" fmla="*/ 6384 h 70862"/>
                <a:gd name="connsiteX6" fmla="*/ 6390 w 12779"/>
                <a:gd name="connsiteY6" fmla="*/ 0 h 7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0862">
                  <a:moveTo>
                    <a:pt x="6390" y="0"/>
                  </a:moveTo>
                  <a:cubicBezTo>
                    <a:pt x="2556" y="0"/>
                    <a:pt x="0" y="2554"/>
                    <a:pt x="0" y="6384"/>
                  </a:cubicBezTo>
                  <a:lnTo>
                    <a:pt x="0" y="64478"/>
                  </a:lnTo>
                  <a:cubicBezTo>
                    <a:pt x="0" y="68309"/>
                    <a:pt x="2556" y="70862"/>
                    <a:pt x="6390" y="70862"/>
                  </a:cubicBezTo>
                  <a:cubicBezTo>
                    <a:pt x="10224" y="70862"/>
                    <a:pt x="12780" y="68309"/>
                    <a:pt x="12780" y="64478"/>
                  </a:cubicBezTo>
                  <a:lnTo>
                    <a:pt x="12780" y="6384"/>
                  </a:lnTo>
                  <a:cubicBezTo>
                    <a:pt x="12780" y="3192"/>
                    <a:pt x="9585" y="0"/>
                    <a:pt x="6390" y="0"/>
                  </a:cubicBezTo>
                  <a:close/>
                </a:path>
              </a:pathLst>
            </a:custGeom>
            <a:solidFill>
              <a:srgbClr val="00ABAB"/>
            </a:solidFill>
            <a:ln w="6390" cap="flat">
              <a:noFill/>
              <a:prstDash val="solid"/>
              <a:miter/>
            </a:ln>
          </p:spPr>
          <p:txBody>
            <a:bodyPr rtlCol="0" anchor="ctr"/>
            <a:lstStyle/>
            <a:p>
              <a:endParaRPr lang="en-US"/>
            </a:p>
          </p:txBody>
        </p:sp>
        <p:sp>
          <p:nvSpPr>
            <p:cNvPr id="795" name="Graphic 4">
              <a:extLst>
                <a:ext uri="{FF2B5EF4-FFF2-40B4-BE49-F238E27FC236}">
                  <a16:creationId xmlns:a16="http://schemas.microsoft.com/office/drawing/2014/main" id="{47799953-42AF-DE41-8CD0-C773935D1452}"/>
                </a:ext>
              </a:extLst>
            </p:cNvPr>
            <p:cNvSpPr/>
            <p:nvPr/>
          </p:nvSpPr>
          <p:spPr>
            <a:xfrm>
              <a:off x="3833323" y="1577006"/>
              <a:ext cx="12779" cy="92567"/>
            </a:xfrm>
            <a:custGeom>
              <a:avLst/>
              <a:gdLst>
                <a:gd name="connsiteX0" fmla="*/ 6390 w 12779"/>
                <a:gd name="connsiteY0" fmla="*/ 0 h 92567"/>
                <a:gd name="connsiteX1" fmla="*/ 0 w 12779"/>
                <a:gd name="connsiteY1" fmla="*/ 6384 h 92567"/>
                <a:gd name="connsiteX2" fmla="*/ 0 w 12779"/>
                <a:gd name="connsiteY2" fmla="*/ 86184 h 92567"/>
                <a:gd name="connsiteX3" fmla="*/ 6390 w 12779"/>
                <a:gd name="connsiteY3" fmla="*/ 92568 h 92567"/>
                <a:gd name="connsiteX4" fmla="*/ 12780 w 12779"/>
                <a:gd name="connsiteY4" fmla="*/ 86184 h 92567"/>
                <a:gd name="connsiteX5" fmla="*/ 12780 w 12779"/>
                <a:gd name="connsiteY5" fmla="*/ 6384 h 92567"/>
                <a:gd name="connsiteX6" fmla="*/ 6390 w 12779"/>
                <a:gd name="connsiteY6" fmla="*/ 0 h 92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92567">
                  <a:moveTo>
                    <a:pt x="6390" y="0"/>
                  </a:moveTo>
                  <a:cubicBezTo>
                    <a:pt x="2556" y="0"/>
                    <a:pt x="0" y="2554"/>
                    <a:pt x="0" y="6384"/>
                  </a:cubicBezTo>
                  <a:lnTo>
                    <a:pt x="0" y="86184"/>
                  </a:lnTo>
                  <a:cubicBezTo>
                    <a:pt x="0" y="90014"/>
                    <a:pt x="2556" y="92568"/>
                    <a:pt x="6390" y="92568"/>
                  </a:cubicBezTo>
                  <a:cubicBezTo>
                    <a:pt x="10224" y="92568"/>
                    <a:pt x="12780" y="90014"/>
                    <a:pt x="12780" y="86184"/>
                  </a:cubicBezTo>
                  <a:lnTo>
                    <a:pt x="12780" y="6384"/>
                  </a:lnTo>
                  <a:cubicBezTo>
                    <a:pt x="12780" y="2554"/>
                    <a:pt x="10224" y="0"/>
                    <a:pt x="6390" y="0"/>
                  </a:cubicBezTo>
                  <a:close/>
                </a:path>
              </a:pathLst>
            </a:custGeom>
            <a:solidFill>
              <a:srgbClr val="00ABAB"/>
            </a:solidFill>
            <a:ln w="6390" cap="flat">
              <a:noFill/>
              <a:prstDash val="solid"/>
              <a:miter/>
            </a:ln>
          </p:spPr>
          <p:txBody>
            <a:bodyPr rtlCol="0" anchor="ctr"/>
            <a:lstStyle/>
            <a:p>
              <a:endParaRPr lang="en-US"/>
            </a:p>
          </p:txBody>
        </p:sp>
        <p:sp>
          <p:nvSpPr>
            <p:cNvPr id="796" name="Graphic 4">
              <a:extLst>
                <a:ext uri="{FF2B5EF4-FFF2-40B4-BE49-F238E27FC236}">
                  <a16:creationId xmlns:a16="http://schemas.microsoft.com/office/drawing/2014/main" id="{5B743C12-BF85-6341-8BF2-8E7DDA8707F7}"/>
                </a:ext>
              </a:extLst>
            </p:cNvPr>
            <p:cNvSpPr/>
            <p:nvPr/>
          </p:nvSpPr>
          <p:spPr>
            <a:xfrm>
              <a:off x="3862716" y="1555300"/>
              <a:ext cx="12779" cy="114273"/>
            </a:xfrm>
            <a:custGeom>
              <a:avLst/>
              <a:gdLst>
                <a:gd name="connsiteX0" fmla="*/ 6390 w 12779"/>
                <a:gd name="connsiteY0" fmla="*/ 0 h 114273"/>
                <a:gd name="connsiteX1" fmla="*/ 0 w 12779"/>
                <a:gd name="connsiteY1" fmla="*/ 6384 h 114273"/>
                <a:gd name="connsiteX2" fmla="*/ 0 w 12779"/>
                <a:gd name="connsiteY2" fmla="*/ 107889 h 114273"/>
                <a:gd name="connsiteX3" fmla="*/ 6390 w 12779"/>
                <a:gd name="connsiteY3" fmla="*/ 114273 h 114273"/>
                <a:gd name="connsiteX4" fmla="*/ 12780 w 12779"/>
                <a:gd name="connsiteY4" fmla="*/ 107889 h 114273"/>
                <a:gd name="connsiteX5" fmla="*/ 12780 w 12779"/>
                <a:gd name="connsiteY5" fmla="*/ 6384 h 114273"/>
                <a:gd name="connsiteX6" fmla="*/ 6390 w 12779"/>
                <a:gd name="connsiteY6" fmla="*/ 0 h 114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114273">
                  <a:moveTo>
                    <a:pt x="6390" y="0"/>
                  </a:moveTo>
                  <a:cubicBezTo>
                    <a:pt x="2556" y="0"/>
                    <a:pt x="0" y="2554"/>
                    <a:pt x="0" y="6384"/>
                  </a:cubicBezTo>
                  <a:lnTo>
                    <a:pt x="0" y="107889"/>
                  </a:lnTo>
                  <a:cubicBezTo>
                    <a:pt x="0" y="111720"/>
                    <a:pt x="2556" y="114273"/>
                    <a:pt x="6390" y="114273"/>
                  </a:cubicBezTo>
                  <a:cubicBezTo>
                    <a:pt x="10224" y="114273"/>
                    <a:pt x="12780" y="111720"/>
                    <a:pt x="12780" y="107889"/>
                  </a:cubicBezTo>
                  <a:lnTo>
                    <a:pt x="12780" y="6384"/>
                  </a:lnTo>
                  <a:cubicBezTo>
                    <a:pt x="12780" y="2554"/>
                    <a:pt x="9585" y="0"/>
                    <a:pt x="6390" y="0"/>
                  </a:cubicBezTo>
                  <a:close/>
                </a:path>
              </a:pathLst>
            </a:custGeom>
            <a:solidFill>
              <a:srgbClr val="00ABAB"/>
            </a:solidFill>
            <a:ln w="6390" cap="flat">
              <a:noFill/>
              <a:prstDash val="solid"/>
              <a:miter/>
            </a:ln>
          </p:spPr>
          <p:txBody>
            <a:bodyPr rtlCol="0" anchor="ctr"/>
            <a:lstStyle/>
            <a:p>
              <a:endParaRPr lang="en-US"/>
            </a:p>
          </p:txBody>
        </p:sp>
        <p:sp>
          <p:nvSpPr>
            <p:cNvPr id="797" name="Graphic 4">
              <a:extLst>
                <a:ext uri="{FF2B5EF4-FFF2-40B4-BE49-F238E27FC236}">
                  <a16:creationId xmlns:a16="http://schemas.microsoft.com/office/drawing/2014/main" id="{99C43914-2D30-F442-8AFF-E1E95AA4A8F9}"/>
                </a:ext>
              </a:extLst>
            </p:cNvPr>
            <p:cNvSpPr/>
            <p:nvPr/>
          </p:nvSpPr>
          <p:spPr>
            <a:xfrm>
              <a:off x="3687157" y="1496568"/>
              <a:ext cx="201758" cy="128956"/>
            </a:xfrm>
            <a:custGeom>
              <a:avLst/>
              <a:gdLst>
                <a:gd name="connsiteX0" fmla="*/ 198563 w 201758"/>
                <a:gd name="connsiteY0" fmla="*/ 638 h 128956"/>
                <a:gd name="connsiteX1" fmla="*/ 196008 w 201758"/>
                <a:gd name="connsiteY1" fmla="*/ 0 h 128956"/>
                <a:gd name="connsiteX2" fmla="*/ 166614 w 201758"/>
                <a:gd name="connsiteY2" fmla="*/ 0 h 128956"/>
                <a:gd name="connsiteX3" fmla="*/ 160224 w 201758"/>
                <a:gd name="connsiteY3" fmla="*/ 6384 h 128956"/>
                <a:gd name="connsiteX4" fmla="*/ 166614 w 201758"/>
                <a:gd name="connsiteY4" fmla="*/ 12768 h 128956"/>
                <a:gd name="connsiteX5" fmla="*/ 180033 w 201758"/>
                <a:gd name="connsiteY5" fmla="*/ 12768 h 128956"/>
                <a:gd name="connsiteX6" fmla="*/ 119967 w 201758"/>
                <a:gd name="connsiteY6" fmla="*/ 72777 h 128956"/>
                <a:gd name="connsiteX7" fmla="*/ 64375 w 201758"/>
                <a:gd name="connsiteY7" fmla="*/ 72777 h 128956"/>
                <a:gd name="connsiteX8" fmla="*/ 60541 w 201758"/>
                <a:gd name="connsiteY8" fmla="*/ 74054 h 128956"/>
                <a:gd name="connsiteX9" fmla="*/ 2393 w 201758"/>
                <a:gd name="connsiteY9" fmla="*/ 117465 h 128956"/>
                <a:gd name="connsiteX10" fmla="*/ 1115 w 201758"/>
                <a:gd name="connsiteY10" fmla="*/ 126403 h 128956"/>
                <a:gd name="connsiteX11" fmla="*/ 6226 w 201758"/>
                <a:gd name="connsiteY11" fmla="*/ 128956 h 128956"/>
                <a:gd name="connsiteX12" fmla="*/ 10060 w 201758"/>
                <a:gd name="connsiteY12" fmla="*/ 127680 h 128956"/>
                <a:gd name="connsiteX13" fmla="*/ 66292 w 201758"/>
                <a:gd name="connsiteY13" fmla="*/ 85545 h 128956"/>
                <a:gd name="connsiteX14" fmla="*/ 122523 w 201758"/>
                <a:gd name="connsiteY14" fmla="*/ 85545 h 128956"/>
                <a:gd name="connsiteX15" fmla="*/ 126996 w 201758"/>
                <a:gd name="connsiteY15" fmla="*/ 83630 h 128956"/>
                <a:gd name="connsiteX16" fmla="*/ 188979 w 201758"/>
                <a:gd name="connsiteY16" fmla="*/ 21706 h 128956"/>
                <a:gd name="connsiteX17" fmla="*/ 188979 w 201758"/>
                <a:gd name="connsiteY17" fmla="*/ 35112 h 128956"/>
                <a:gd name="connsiteX18" fmla="*/ 195368 w 201758"/>
                <a:gd name="connsiteY18" fmla="*/ 41496 h 128956"/>
                <a:gd name="connsiteX19" fmla="*/ 201758 w 201758"/>
                <a:gd name="connsiteY19" fmla="*/ 35112 h 128956"/>
                <a:gd name="connsiteX20" fmla="*/ 201758 w 201758"/>
                <a:gd name="connsiteY20" fmla="*/ 5746 h 128956"/>
                <a:gd name="connsiteX21" fmla="*/ 201120 w 201758"/>
                <a:gd name="connsiteY21" fmla="*/ 3192 h 128956"/>
                <a:gd name="connsiteX22" fmla="*/ 198563 w 201758"/>
                <a:gd name="connsiteY22" fmla="*/ 638 h 128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1758" h="128956">
                  <a:moveTo>
                    <a:pt x="198563" y="638"/>
                  </a:moveTo>
                  <a:cubicBezTo>
                    <a:pt x="197925" y="0"/>
                    <a:pt x="196647" y="0"/>
                    <a:pt x="196008" y="0"/>
                  </a:cubicBezTo>
                  <a:lnTo>
                    <a:pt x="166614" y="0"/>
                  </a:lnTo>
                  <a:cubicBezTo>
                    <a:pt x="162780" y="0"/>
                    <a:pt x="160224" y="2554"/>
                    <a:pt x="160224" y="6384"/>
                  </a:cubicBezTo>
                  <a:cubicBezTo>
                    <a:pt x="160224" y="10214"/>
                    <a:pt x="162780" y="12768"/>
                    <a:pt x="166614" y="12768"/>
                  </a:cubicBezTo>
                  <a:lnTo>
                    <a:pt x="180033" y="12768"/>
                  </a:lnTo>
                  <a:lnTo>
                    <a:pt x="119967" y="72777"/>
                  </a:lnTo>
                  <a:lnTo>
                    <a:pt x="64375" y="72777"/>
                  </a:lnTo>
                  <a:cubicBezTo>
                    <a:pt x="63097" y="72777"/>
                    <a:pt x="61819" y="73416"/>
                    <a:pt x="60541" y="74054"/>
                  </a:cubicBezTo>
                  <a:lnTo>
                    <a:pt x="2393" y="117465"/>
                  </a:lnTo>
                  <a:cubicBezTo>
                    <a:pt x="-163" y="119380"/>
                    <a:pt x="-802" y="123849"/>
                    <a:pt x="1115" y="126403"/>
                  </a:cubicBezTo>
                  <a:cubicBezTo>
                    <a:pt x="2393" y="128318"/>
                    <a:pt x="4310" y="128956"/>
                    <a:pt x="6226" y="128956"/>
                  </a:cubicBezTo>
                  <a:cubicBezTo>
                    <a:pt x="7505" y="128956"/>
                    <a:pt x="8783" y="128318"/>
                    <a:pt x="10060" y="127680"/>
                  </a:cubicBezTo>
                  <a:lnTo>
                    <a:pt x="66292" y="85545"/>
                  </a:lnTo>
                  <a:lnTo>
                    <a:pt x="122523" y="85545"/>
                  </a:lnTo>
                  <a:cubicBezTo>
                    <a:pt x="124440" y="85545"/>
                    <a:pt x="125718" y="84907"/>
                    <a:pt x="126996" y="83630"/>
                  </a:cubicBezTo>
                  <a:lnTo>
                    <a:pt x="188979" y="21706"/>
                  </a:lnTo>
                  <a:lnTo>
                    <a:pt x="188979" y="35112"/>
                  </a:lnTo>
                  <a:cubicBezTo>
                    <a:pt x="188979" y="38942"/>
                    <a:pt x="191535" y="41496"/>
                    <a:pt x="195368" y="41496"/>
                  </a:cubicBezTo>
                  <a:cubicBezTo>
                    <a:pt x="199203" y="41496"/>
                    <a:pt x="201758" y="38942"/>
                    <a:pt x="201758" y="35112"/>
                  </a:cubicBezTo>
                  <a:lnTo>
                    <a:pt x="201758" y="5746"/>
                  </a:lnTo>
                  <a:cubicBezTo>
                    <a:pt x="201758" y="5107"/>
                    <a:pt x="201758" y="3830"/>
                    <a:pt x="201120" y="3192"/>
                  </a:cubicBezTo>
                  <a:cubicBezTo>
                    <a:pt x="201758" y="2554"/>
                    <a:pt x="200481" y="1277"/>
                    <a:pt x="198563" y="638"/>
                  </a:cubicBezTo>
                  <a:close/>
                </a:path>
              </a:pathLst>
            </a:custGeom>
            <a:solidFill>
              <a:srgbClr val="00ABAB"/>
            </a:solidFill>
            <a:ln w="6390" cap="flat">
              <a:noFill/>
              <a:prstDash val="solid"/>
              <a:miter/>
            </a:ln>
          </p:spPr>
          <p:txBody>
            <a:bodyPr rtlCol="0" anchor="ctr"/>
            <a:lstStyle/>
            <a:p>
              <a:endParaRPr lang="en-US"/>
            </a:p>
          </p:txBody>
        </p:sp>
      </p:grpSp>
      <p:grpSp>
        <p:nvGrpSpPr>
          <p:cNvPr id="798" name="Graphic 4">
            <a:extLst>
              <a:ext uri="{FF2B5EF4-FFF2-40B4-BE49-F238E27FC236}">
                <a16:creationId xmlns:a16="http://schemas.microsoft.com/office/drawing/2014/main" id="{476A2805-8D4B-194F-9007-CFFB5A5BE05D}"/>
              </a:ext>
            </a:extLst>
          </p:cNvPr>
          <p:cNvGrpSpPr/>
          <p:nvPr/>
        </p:nvGrpSpPr>
        <p:grpSpPr>
          <a:xfrm>
            <a:off x="3607758" y="918179"/>
            <a:ext cx="361674" cy="361333"/>
            <a:chOff x="3607758" y="918179"/>
            <a:chExt cx="361674" cy="361333"/>
          </a:xfrm>
          <a:solidFill>
            <a:srgbClr val="00ABAB"/>
          </a:solidFill>
        </p:grpSpPr>
        <p:sp>
          <p:nvSpPr>
            <p:cNvPr id="799" name="Graphic 4">
              <a:extLst>
                <a:ext uri="{FF2B5EF4-FFF2-40B4-BE49-F238E27FC236}">
                  <a16:creationId xmlns:a16="http://schemas.microsoft.com/office/drawing/2014/main" id="{C63DDBBC-016F-7E4B-8945-EA518EE74C60}"/>
                </a:ext>
              </a:extLst>
            </p:cNvPr>
            <p:cNvSpPr/>
            <p:nvPr/>
          </p:nvSpPr>
          <p:spPr>
            <a:xfrm>
              <a:off x="3607758" y="918179"/>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2" y="361333"/>
                    <a:pt x="180836" y="361333"/>
                  </a:cubicBezTo>
                  <a:cubicBezTo>
                    <a:pt x="281157" y="361333"/>
                    <a:pt x="361671" y="280257"/>
                    <a:pt x="361671" y="180667"/>
                  </a:cubicBezTo>
                  <a:cubicBezTo>
                    <a:pt x="362310"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9530" y="273234"/>
                    <a:pt x="274128" y="349204"/>
                    <a:pt x="180836" y="349204"/>
                  </a:cubicBezTo>
                  <a:close/>
                </a:path>
              </a:pathLst>
            </a:custGeom>
            <a:solidFill>
              <a:srgbClr val="00ABAB"/>
            </a:solidFill>
            <a:ln w="6390" cap="flat">
              <a:noFill/>
              <a:prstDash val="solid"/>
              <a:miter/>
            </a:ln>
          </p:spPr>
          <p:txBody>
            <a:bodyPr rtlCol="0" anchor="ctr"/>
            <a:lstStyle/>
            <a:p>
              <a:endParaRPr lang="en-US"/>
            </a:p>
          </p:txBody>
        </p:sp>
        <p:sp>
          <p:nvSpPr>
            <p:cNvPr id="800" name="Graphic 4">
              <a:extLst>
                <a:ext uri="{FF2B5EF4-FFF2-40B4-BE49-F238E27FC236}">
                  <a16:creationId xmlns:a16="http://schemas.microsoft.com/office/drawing/2014/main" id="{5BAD25BC-FFEF-EF4F-9B77-119956D41551}"/>
                </a:ext>
              </a:extLst>
            </p:cNvPr>
            <p:cNvSpPr/>
            <p:nvPr/>
          </p:nvSpPr>
          <p:spPr>
            <a:xfrm>
              <a:off x="3683798" y="1021599"/>
              <a:ext cx="210229" cy="153854"/>
            </a:xfrm>
            <a:custGeom>
              <a:avLst/>
              <a:gdLst>
                <a:gd name="connsiteX0" fmla="*/ 203839 w 210229"/>
                <a:gd name="connsiteY0" fmla="*/ 141086 h 153854"/>
                <a:gd name="connsiteX1" fmla="*/ 12780 w 210229"/>
                <a:gd name="connsiteY1" fmla="*/ 141086 h 153854"/>
                <a:gd name="connsiteX2" fmla="*/ 12780 w 210229"/>
                <a:gd name="connsiteY2" fmla="*/ 6384 h 153854"/>
                <a:gd name="connsiteX3" fmla="*/ 6390 w 210229"/>
                <a:gd name="connsiteY3" fmla="*/ 0 h 153854"/>
                <a:gd name="connsiteX4" fmla="*/ 0 w 210229"/>
                <a:gd name="connsiteY4" fmla="*/ 6384 h 153854"/>
                <a:gd name="connsiteX5" fmla="*/ 0 w 210229"/>
                <a:gd name="connsiteY5" fmla="*/ 147470 h 153854"/>
                <a:gd name="connsiteX6" fmla="*/ 6390 w 210229"/>
                <a:gd name="connsiteY6" fmla="*/ 153854 h 153854"/>
                <a:gd name="connsiteX7" fmla="*/ 203839 w 210229"/>
                <a:gd name="connsiteY7" fmla="*/ 153854 h 153854"/>
                <a:gd name="connsiteX8" fmla="*/ 210229 w 210229"/>
                <a:gd name="connsiteY8" fmla="*/ 147470 h 153854"/>
                <a:gd name="connsiteX9" fmla="*/ 203839 w 210229"/>
                <a:gd name="connsiteY9" fmla="*/ 141086 h 153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229" h="153854">
                  <a:moveTo>
                    <a:pt x="203839" y="141086"/>
                  </a:moveTo>
                  <a:lnTo>
                    <a:pt x="12780" y="141086"/>
                  </a:lnTo>
                  <a:lnTo>
                    <a:pt x="12780" y="6384"/>
                  </a:lnTo>
                  <a:cubicBezTo>
                    <a:pt x="12780" y="2554"/>
                    <a:pt x="10224" y="0"/>
                    <a:pt x="6390" y="0"/>
                  </a:cubicBezTo>
                  <a:cubicBezTo>
                    <a:pt x="2556" y="0"/>
                    <a:pt x="0" y="2554"/>
                    <a:pt x="0" y="6384"/>
                  </a:cubicBezTo>
                  <a:lnTo>
                    <a:pt x="0" y="147470"/>
                  </a:lnTo>
                  <a:cubicBezTo>
                    <a:pt x="0" y="151300"/>
                    <a:pt x="2556" y="153854"/>
                    <a:pt x="6390" y="153854"/>
                  </a:cubicBezTo>
                  <a:lnTo>
                    <a:pt x="203839" y="153854"/>
                  </a:lnTo>
                  <a:cubicBezTo>
                    <a:pt x="207673" y="153854"/>
                    <a:pt x="210229" y="151300"/>
                    <a:pt x="210229" y="147470"/>
                  </a:cubicBezTo>
                  <a:cubicBezTo>
                    <a:pt x="210229" y="143640"/>
                    <a:pt x="207034" y="141086"/>
                    <a:pt x="203839" y="141086"/>
                  </a:cubicBezTo>
                  <a:close/>
                </a:path>
              </a:pathLst>
            </a:custGeom>
            <a:solidFill>
              <a:srgbClr val="00ABAB"/>
            </a:solidFill>
            <a:ln w="6390" cap="flat">
              <a:noFill/>
              <a:prstDash val="solid"/>
              <a:miter/>
            </a:ln>
          </p:spPr>
          <p:txBody>
            <a:bodyPr rtlCol="0" anchor="ctr"/>
            <a:lstStyle/>
            <a:p>
              <a:endParaRPr lang="en-US"/>
            </a:p>
          </p:txBody>
        </p:sp>
        <p:sp>
          <p:nvSpPr>
            <p:cNvPr id="801" name="Graphic 4">
              <a:extLst>
                <a:ext uri="{FF2B5EF4-FFF2-40B4-BE49-F238E27FC236}">
                  <a16:creationId xmlns:a16="http://schemas.microsoft.com/office/drawing/2014/main" id="{F71E9E0D-08F9-C94C-91C4-A5B601F42761}"/>
                </a:ext>
              </a:extLst>
            </p:cNvPr>
            <p:cNvSpPr/>
            <p:nvPr/>
          </p:nvSpPr>
          <p:spPr>
            <a:xfrm>
              <a:off x="3712553" y="1036282"/>
              <a:ext cx="181474" cy="97036"/>
            </a:xfrm>
            <a:custGeom>
              <a:avLst/>
              <a:gdLst>
                <a:gd name="connsiteX0" fmla="*/ 170611 w 181474"/>
                <a:gd name="connsiteY0" fmla="*/ 1915 h 97036"/>
                <a:gd name="connsiteX1" fmla="*/ 97766 w 181474"/>
                <a:gd name="connsiteY1" fmla="*/ 74693 h 97036"/>
                <a:gd name="connsiteX2" fmla="*/ 60065 w 181474"/>
                <a:gd name="connsiteY2" fmla="*/ 37027 h 97036"/>
                <a:gd name="connsiteX3" fmla="*/ 51119 w 181474"/>
                <a:gd name="connsiteY3" fmla="*/ 37027 h 97036"/>
                <a:gd name="connsiteX4" fmla="*/ 1917 w 181474"/>
                <a:gd name="connsiteY4" fmla="*/ 86184 h 97036"/>
                <a:gd name="connsiteX5" fmla="*/ 1917 w 181474"/>
                <a:gd name="connsiteY5" fmla="*/ 95121 h 97036"/>
                <a:gd name="connsiteX6" fmla="*/ 6390 w 181474"/>
                <a:gd name="connsiteY6" fmla="*/ 97036 h 97036"/>
                <a:gd name="connsiteX7" fmla="*/ 10863 w 181474"/>
                <a:gd name="connsiteY7" fmla="*/ 95121 h 97036"/>
                <a:gd name="connsiteX8" fmla="*/ 55592 w 181474"/>
                <a:gd name="connsiteY8" fmla="*/ 50433 h 97036"/>
                <a:gd name="connsiteX9" fmla="*/ 93293 w 181474"/>
                <a:gd name="connsiteY9" fmla="*/ 88099 h 97036"/>
                <a:gd name="connsiteX10" fmla="*/ 102239 w 181474"/>
                <a:gd name="connsiteY10" fmla="*/ 88099 h 97036"/>
                <a:gd name="connsiteX11" fmla="*/ 179557 w 181474"/>
                <a:gd name="connsiteY11" fmla="*/ 10853 h 97036"/>
                <a:gd name="connsiteX12" fmla="*/ 179557 w 181474"/>
                <a:gd name="connsiteY12" fmla="*/ 1915 h 97036"/>
                <a:gd name="connsiteX13" fmla="*/ 170611 w 181474"/>
                <a:gd name="connsiteY13" fmla="*/ 1915 h 97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1474" h="97036">
                  <a:moveTo>
                    <a:pt x="170611" y="1915"/>
                  </a:moveTo>
                  <a:lnTo>
                    <a:pt x="97766" y="74693"/>
                  </a:lnTo>
                  <a:lnTo>
                    <a:pt x="60065" y="37027"/>
                  </a:lnTo>
                  <a:cubicBezTo>
                    <a:pt x="57509" y="34474"/>
                    <a:pt x="53676" y="34474"/>
                    <a:pt x="51119" y="37027"/>
                  </a:cubicBezTo>
                  <a:lnTo>
                    <a:pt x="1917" y="86184"/>
                  </a:lnTo>
                  <a:cubicBezTo>
                    <a:pt x="-639" y="88737"/>
                    <a:pt x="-639" y="92568"/>
                    <a:pt x="1917" y="95121"/>
                  </a:cubicBezTo>
                  <a:cubicBezTo>
                    <a:pt x="3195" y="96398"/>
                    <a:pt x="5112" y="97036"/>
                    <a:pt x="6390" y="97036"/>
                  </a:cubicBezTo>
                  <a:cubicBezTo>
                    <a:pt x="7668" y="97036"/>
                    <a:pt x="9585" y="96398"/>
                    <a:pt x="10863" y="95121"/>
                  </a:cubicBezTo>
                  <a:lnTo>
                    <a:pt x="55592" y="50433"/>
                  </a:lnTo>
                  <a:lnTo>
                    <a:pt x="93293" y="88099"/>
                  </a:lnTo>
                  <a:cubicBezTo>
                    <a:pt x="95849" y="90652"/>
                    <a:pt x="99683" y="90652"/>
                    <a:pt x="102239" y="88099"/>
                  </a:cubicBezTo>
                  <a:lnTo>
                    <a:pt x="179557" y="10853"/>
                  </a:lnTo>
                  <a:cubicBezTo>
                    <a:pt x="182113" y="8299"/>
                    <a:pt x="182113" y="4469"/>
                    <a:pt x="179557" y="1915"/>
                  </a:cubicBezTo>
                  <a:cubicBezTo>
                    <a:pt x="177001" y="-638"/>
                    <a:pt x="173167" y="-638"/>
                    <a:pt x="170611" y="1915"/>
                  </a:cubicBezTo>
                  <a:close/>
                </a:path>
              </a:pathLst>
            </a:custGeom>
            <a:solidFill>
              <a:srgbClr val="00ABAB"/>
            </a:solidFill>
            <a:ln w="6390" cap="flat">
              <a:noFill/>
              <a:prstDash val="solid"/>
              <a:miter/>
            </a:ln>
          </p:spPr>
          <p:txBody>
            <a:bodyPr rtlCol="0" anchor="ctr"/>
            <a:lstStyle/>
            <a:p>
              <a:endParaRPr lang="en-US"/>
            </a:p>
          </p:txBody>
        </p:sp>
      </p:grpSp>
      <p:grpSp>
        <p:nvGrpSpPr>
          <p:cNvPr id="802" name="Graphic 4">
            <a:extLst>
              <a:ext uri="{FF2B5EF4-FFF2-40B4-BE49-F238E27FC236}">
                <a16:creationId xmlns:a16="http://schemas.microsoft.com/office/drawing/2014/main" id="{86D717AF-6ADE-E044-9FA0-60723546D11E}"/>
              </a:ext>
            </a:extLst>
          </p:cNvPr>
          <p:cNvGrpSpPr/>
          <p:nvPr/>
        </p:nvGrpSpPr>
        <p:grpSpPr>
          <a:xfrm>
            <a:off x="3607758" y="2371173"/>
            <a:ext cx="361674" cy="361333"/>
            <a:chOff x="3607758" y="2371173"/>
            <a:chExt cx="361674" cy="361333"/>
          </a:xfrm>
          <a:solidFill>
            <a:srgbClr val="00ABAB"/>
          </a:solidFill>
        </p:grpSpPr>
        <p:sp>
          <p:nvSpPr>
            <p:cNvPr id="803" name="Graphic 4">
              <a:extLst>
                <a:ext uri="{FF2B5EF4-FFF2-40B4-BE49-F238E27FC236}">
                  <a16:creationId xmlns:a16="http://schemas.microsoft.com/office/drawing/2014/main" id="{ABC6B6C7-F1BE-BB4D-9F75-C83209EC1E12}"/>
                </a:ext>
              </a:extLst>
            </p:cNvPr>
            <p:cNvSpPr/>
            <p:nvPr/>
          </p:nvSpPr>
          <p:spPr>
            <a:xfrm>
              <a:off x="3607758" y="2371173"/>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2" y="361333"/>
                    <a:pt x="180836" y="361333"/>
                  </a:cubicBezTo>
                  <a:cubicBezTo>
                    <a:pt x="281157" y="361333"/>
                    <a:pt x="361671" y="280257"/>
                    <a:pt x="361671" y="180667"/>
                  </a:cubicBezTo>
                  <a:cubicBezTo>
                    <a:pt x="362310" y="81077"/>
                    <a:pt x="281157" y="0"/>
                    <a:pt x="180836" y="0"/>
                  </a:cubicBezTo>
                  <a:close/>
                  <a:moveTo>
                    <a:pt x="180836" y="349204"/>
                  </a:moveTo>
                  <a:cubicBezTo>
                    <a:pt x="88181" y="349204"/>
                    <a:pt x="12780" y="273873"/>
                    <a:pt x="12780" y="181305"/>
                  </a:cubicBezTo>
                  <a:cubicBezTo>
                    <a:pt x="12780" y="88738"/>
                    <a:pt x="88181" y="13406"/>
                    <a:pt x="180836" y="13406"/>
                  </a:cubicBezTo>
                  <a:cubicBezTo>
                    <a:pt x="273490" y="13406"/>
                    <a:pt x="348891" y="88738"/>
                    <a:pt x="348891" y="181305"/>
                  </a:cubicBezTo>
                  <a:cubicBezTo>
                    <a:pt x="349530" y="273873"/>
                    <a:pt x="274128" y="349204"/>
                    <a:pt x="180836" y="349204"/>
                  </a:cubicBezTo>
                  <a:close/>
                </a:path>
              </a:pathLst>
            </a:custGeom>
            <a:solidFill>
              <a:srgbClr val="00ABAB"/>
            </a:solidFill>
            <a:ln w="6390" cap="flat">
              <a:noFill/>
              <a:prstDash val="solid"/>
              <a:miter/>
            </a:ln>
          </p:spPr>
          <p:txBody>
            <a:bodyPr rtlCol="0" anchor="ctr"/>
            <a:lstStyle/>
            <a:p>
              <a:endParaRPr lang="en-US"/>
            </a:p>
          </p:txBody>
        </p:sp>
        <p:sp>
          <p:nvSpPr>
            <p:cNvPr id="804" name="Graphic 4">
              <a:extLst>
                <a:ext uri="{FF2B5EF4-FFF2-40B4-BE49-F238E27FC236}">
                  <a16:creationId xmlns:a16="http://schemas.microsoft.com/office/drawing/2014/main" id="{E745E49A-B9F8-C642-BBC9-CE71C266FCB6}"/>
                </a:ext>
              </a:extLst>
            </p:cNvPr>
            <p:cNvSpPr/>
            <p:nvPr/>
          </p:nvSpPr>
          <p:spPr>
            <a:xfrm>
              <a:off x="3682520" y="2456719"/>
              <a:ext cx="201922" cy="201733"/>
            </a:xfrm>
            <a:custGeom>
              <a:avLst/>
              <a:gdLst>
                <a:gd name="connsiteX0" fmla="*/ 195532 w 201922"/>
                <a:gd name="connsiteY0" fmla="*/ 94483 h 201733"/>
                <a:gd name="connsiteX1" fmla="*/ 107351 w 201922"/>
                <a:gd name="connsiteY1" fmla="*/ 94483 h 201733"/>
                <a:gd name="connsiteX2" fmla="*/ 107351 w 201922"/>
                <a:gd name="connsiteY2" fmla="*/ 6384 h 201733"/>
                <a:gd name="connsiteX3" fmla="*/ 100961 w 201922"/>
                <a:gd name="connsiteY3" fmla="*/ 0 h 201733"/>
                <a:gd name="connsiteX4" fmla="*/ 0 w 201922"/>
                <a:gd name="connsiteY4" fmla="*/ 100867 h 201733"/>
                <a:gd name="connsiteX5" fmla="*/ 100961 w 201922"/>
                <a:gd name="connsiteY5" fmla="*/ 201734 h 201733"/>
                <a:gd name="connsiteX6" fmla="*/ 201922 w 201922"/>
                <a:gd name="connsiteY6" fmla="*/ 100867 h 201733"/>
                <a:gd name="connsiteX7" fmla="*/ 195532 w 201922"/>
                <a:gd name="connsiteY7" fmla="*/ 94483 h 201733"/>
                <a:gd name="connsiteX8" fmla="*/ 100961 w 201922"/>
                <a:gd name="connsiteY8" fmla="*/ 188966 h 201733"/>
                <a:gd name="connsiteX9" fmla="*/ 12780 w 201922"/>
                <a:gd name="connsiteY9" fmla="*/ 100867 h 201733"/>
                <a:gd name="connsiteX10" fmla="*/ 94571 w 201922"/>
                <a:gd name="connsiteY10" fmla="*/ 12768 h 201733"/>
                <a:gd name="connsiteX11" fmla="*/ 94571 w 201922"/>
                <a:gd name="connsiteY11" fmla="*/ 100867 h 201733"/>
                <a:gd name="connsiteX12" fmla="*/ 100961 w 201922"/>
                <a:gd name="connsiteY12" fmla="*/ 107251 h 201733"/>
                <a:gd name="connsiteX13" fmla="*/ 189142 w 201922"/>
                <a:gd name="connsiteY13" fmla="*/ 107251 h 201733"/>
                <a:gd name="connsiteX14" fmla="*/ 100961 w 201922"/>
                <a:gd name="connsiteY14" fmla="*/ 188966 h 201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1922" h="201733">
                  <a:moveTo>
                    <a:pt x="195532" y="94483"/>
                  </a:moveTo>
                  <a:lnTo>
                    <a:pt x="107351" y="94483"/>
                  </a:lnTo>
                  <a:lnTo>
                    <a:pt x="107351" y="6384"/>
                  </a:lnTo>
                  <a:cubicBezTo>
                    <a:pt x="107351" y="2554"/>
                    <a:pt x="104795" y="0"/>
                    <a:pt x="100961" y="0"/>
                  </a:cubicBezTo>
                  <a:cubicBezTo>
                    <a:pt x="45369" y="0"/>
                    <a:pt x="0" y="45326"/>
                    <a:pt x="0" y="100867"/>
                  </a:cubicBezTo>
                  <a:cubicBezTo>
                    <a:pt x="0" y="156408"/>
                    <a:pt x="45369" y="201734"/>
                    <a:pt x="100961" y="201734"/>
                  </a:cubicBezTo>
                  <a:cubicBezTo>
                    <a:pt x="156553" y="201734"/>
                    <a:pt x="201922" y="156408"/>
                    <a:pt x="201922" y="100867"/>
                  </a:cubicBezTo>
                  <a:cubicBezTo>
                    <a:pt x="201922" y="97036"/>
                    <a:pt x="199366" y="94483"/>
                    <a:pt x="195532" y="94483"/>
                  </a:cubicBezTo>
                  <a:close/>
                  <a:moveTo>
                    <a:pt x="100961" y="188966"/>
                  </a:moveTo>
                  <a:cubicBezTo>
                    <a:pt x="52398" y="188966"/>
                    <a:pt x="12780" y="149385"/>
                    <a:pt x="12780" y="100867"/>
                  </a:cubicBezTo>
                  <a:cubicBezTo>
                    <a:pt x="12780" y="54264"/>
                    <a:pt x="49203" y="15960"/>
                    <a:pt x="94571" y="12768"/>
                  </a:cubicBezTo>
                  <a:lnTo>
                    <a:pt x="94571" y="100867"/>
                  </a:lnTo>
                  <a:cubicBezTo>
                    <a:pt x="94571" y="104697"/>
                    <a:pt x="97127" y="107251"/>
                    <a:pt x="100961" y="107251"/>
                  </a:cubicBezTo>
                  <a:lnTo>
                    <a:pt x="189142" y="107251"/>
                  </a:lnTo>
                  <a:cubicBezTo>
                    <a:pt x="185947" y="152577"/>
                    <a:pt x="147608" y="188966"/>
                    <a:pt x="100961" y="188966"/>
                  </a:cubicBezTo>
                  <a:close/>
                </a:path>
              </a:pathLst>
            </a:custGeom>
            <a:solidFill>
              <a:srgbClr val="00ABAB"/>
            </a:solidFill>
            <a:ln w="6390" cap="flat">
              <a:noFill/>
              <a:prstDash val="solid"/>
              <a:miter/>
            </a:ln>
          </p:spPr>
          <p:txBody>
            <a:bodyPr rtlCol="0" anchor="ctr"/>
            <a:lstStyle/>
            <a:p>
              <a:endParaRPr lang="en-US"/>
            </a:p>
          </p:txBody>
        </p:sp>
        <p:sp>
          <p:nvSpPr>
            <p:cNvPr id="805" name="Graphic 4">
              <a:extLst>
                <a:ext uri="{FF2B5EF4-FFF2-40B4-BE49-F238E27FC236}">
                  <a16:creationId xmlns:a16="http://schemas.microsoft.com/office/drawing/2014/main" id="{2E4F531B-B767-6B46-B48E-2DA083EFECD9}"/>
                </a:ext>
              </a:extLst>
            </p:cNvPr>
            <p:cNvSpPr/>
            <p:nvPr/>
          </p:nvSpPr>
          <p:spPr>
            <a:xfrm>
              <a:off x="3811597" y="2445601"/>
              <a:ext cx="83488" cy="83256"/>
            </a:xfrm>
            <a:custGeom>
              <a:avLst/>
              <a:gdLst>
                <a:gd name="connsiteX0" fmla="*/ 8307 w 83488"/>
                <a:gd name="connsiteY0" fmla="*/ 264 h 83256"/>
                <a:gd name="connsiteX1" fmla="*/ 2556 w 83488"/>
                <a:gd name="connsiteY1" fmla="*/ 903 h 83256"/>
                <a:gd name="connsiteX2" fmla="*/ 0 w 83488"/>
                <a:gd name="connsiteY2" fmla="*/ 6010 h 83256"/>
                <a:gd name="connsiteX3" fmla="*/ 0 w 83488"/>
                <a:gd name="connsiteY3" fmla="*/ 76872 h 83256"/>
                <a:gd name="connsiteX4" fmla="*/ 6390 w 83488"/>
                <a:gd name="connsiteY4" fmla="*/ 83256 h 83256"/>
                <a:gd name="connsiteX5" fmla="*/ 77318 w 83488"/>
                <a:gd name="connsiteY5" fmla="*/ 83256 h 83256"/>
                <a:gd name="connsiteX6" fmla="*/ 82430 w 83488"/>
                <a:gd name="connsiteY6" fmla="*/ 80703 h 83256"/>
                <a:gd name="connsiteX7" fmla="*/ 83069 w 83488"/>
                <a:gd name="connsiteY7" fmla="*/ 74957 h 83256"/>
                <a:gd name="connsiteX8" fmla="*/ 8307 w 83488"/>
                <a:gd name="connsiteY8" fmla="*/ 264 h 83256"/>
                <a:gd name="connsiteX9" fmla="*/ 12780 w 83488"/>
                <a:gd name="connsiteY9" fmla="*/ 71127 h 83256"/>
                <a:gd name="connsiteX10" fmla="*/ 12780 w 83488"/>
                <a:gd name="connsiteY10" fmla="*/ 15586 h 83256"/>
                <a:gd name="connsiteX11" fmla="*/ 68372 w 83488"/>
                <a:gd name="connsiteY11" fmla="*/ 71127 h 83256"/>
                <a:gd name="connsiteX12" fmla="*/ 12780 w 83488"/>
                <a:gd name="connsiteY12" fmla="*/ 71127 h 83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488" h="83256">
                  <a:moveTo>
                    <a:pt x="8307" y="264"/>
                  </a:moveTo>
                  <a:cubicBezTo>
                    <a:pt x="6390" y="-374"/>
                    <a:pt x="4473" y="264"/>
                    <a:pt x="2556" y="903"/>
                  </a:cubicBezTo>
                  <a:cubicBezTo>
                    <a:pt x="639" y="2180"/>
                    <a:pt x="0" y="4095"/>
                    <a:pt x="0" y="6010"/>
                  </a:cubicBezTo>
                  <a:lnTo>
                    <a:pt x="0" y="76872"/>
                  </a:lnTo>
                  <a:cubicBezTo>
                    <a:pt x="0" y="80703"/>
                    <a:pt x="2556" y="83256"/>
                    <a:pt x="6390" y="83256"/>
                  </a:cubicBezTo>
                  <a:lnTo>
                    <a:pt x="77318" y="83256"/>
                  </a:lnTo>
                  <a:cubicBezTo>
                    <a:pt x="79235" y="83256"/>
                    <a:pt x="81152" y="81979"/>
                    <a:pt x="82430" y="80703"/>
                  </a:cubicBezTo>
                  <a:cubicBezTo>
                    <a:pt x="83708" y="79426"/>
                    <a:pt x="83708" y="76872"/>
                    <a:pt x="83069" y="74957"/>
                  </a:cubicBezTo>
                  <a:cubicBezTo>
                    <a:pt x="72206" y="39845"/>
                    <a:pt x="44091" y="11756"/>
                    <a:pt x="8307" y="264"/>
                  </a:cubicBezTo>
                  <a:close/>
                  <a:moveTo>
                    <a:pt x="12780" y="71127"/>
                  </a:moveTo>
                  <a:lnTo>
                    <a:pt x="12780" y="15586"/>
                  </a:lnTo>
                  <a:cubicBezTo>
                    <a:pt x="37701" y="25800"/>
                    <a:pt x="58148" y="46229"/>
                    <a:pt x="68372" y="71127"/>
                  </a:cubicBezTo>
                  <a:lnTo>
                    <a:pt x="12780" y="71127"/>
                  </a:lnTo>
                  <a:close/>
                </a:path>
              </a:pathLst>
            </a:custGeom>
            <a:solidFill>
              <a:srgbClr val="00ABAB"/>
            </a:solidFill>
            <a:ln w="6390" cap="flat">
              <a:noFill/>
              <a:prstDash val="solid"/>
              <a:miter/>
            </a:ln>
          </p:spPr>
          <p:txBody>
            <a:bodyPr rtlCol="0" anchor="ctr"/>
            <a:lstStyle/>
            <a:p>
              <a:endParaRPr lang="en-US"/>
            </a:p>
          </p:txBody>
        </p:sp>
      </p:grpSp>
      <p:grpSp>
        <p:nvGrpSpPr>
          <p:cNvPr id="806" name="Graphic 4">
            <a:extLst>
              <a:ext uri="{FF2B5EF4-FFF2-40B4-BE49-F238E27FC236}">
                <a16:creationId xmlns:a16="http://schemas.microsoft.com/office/drawing/2014/main" id="{BFAF4947-BACB-7E45-AA49-A53F10219222}"/>
              </a:ext>
            </a:extLst>
          </p:cNvPr>
          <p:cNvGrpSpPr/>
          <p:nvPr/>
        </p:nvGrpSpPr>
        <p:grpSpPr>
          <a:xfrm>
            <a:off x="3607758" y="2855717"/>
            <a:ext cx="361674" cy="361333"/>
            <a:chOff x="3607758" y="2855717"/>
            <a:chExt cx="361674" cy="361333"/>
          </a:xfrm>
          <a:solidFill>
            <a:srgbClr val="00ABAB"/>
          </a:solidFill>
        </p:grpSpPr>
        <p:sp>
          <p:nvSpPr>
            <p:cNvPr id="807" name="Graphic 4">
              <a:extLst>
                <a:ext uri="{FF2B5EF4-FFF2-40B4-BE49-F238E27FC236}">
                  <a16:creationId xmlns:a16="http://schemas.microsoft.com/office/drawing/2014/main" id="{0A3131CA-29B7-2342-9305-BEEE0CB0AB8F}"/>
                </a:ext>
              </a:extLst>
            </p:cNvPr>
            <p:cNvSpPr/>
            <p:nvPr/>
          </p:nvSpPr>
          <p:spPr>
            <a:xfrm>
              <a:off x="3607758" y="2855717"/>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6"/>
                    <a:pt x="0" y="180667"/>
                  </a:cubicBezTo>
                  <a:cubicBezTo>
                    <a:pt x="0" y="280895"/>
                    <a:pt x="81152" y="361333"/>
                    <a:pt x="180836" y="361333"/>
                  </a:cubicBezTo>
                  <a:cubicBezTo>
                    <a:pt x="280518" y="361333"/>
                    <a:pt x="361671" y="280257"/>
                    <a:pt x="361671" y="180667"/>
                  </a:cubicBezTo>
                  <a:cubicBezTo>
                    <a:pt x="362310" y="80438"/>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9530" y="273234"/>
                    <a:pt x="274128" y="349204"/>
                    <a:pt x="180836" y="349204"/>
                  </a:cubicBezTo>
                  <a:close/>
                </a:path>
              </a:pathLst>
            </a:custGeom>
            <a:solidFill>
              <a:srgbClr val="00ABAB"/>
            </a:solidFill>
            <a:ln w="6390" cap="flat">
              <a:noFill/>
              <a:prstDash val="solid"/>
              <a:miter/>
            </a:ln>
          </p:spPr>
          <p:txBody>
            <a:bodyPr rtlCol="0" anchor="ctr"/>
            <a:lstStyle/>
            <a:p>
              <a:endParaRPr lang="en-US"/>
            </a:p>
          </p:txBody>
        </p:sp>
        <p:sp>
          <p:nvSpPr>
            <p:cNvPr id="808" name="Graphic 4">
              <a:extLst>
                <a:ext uri="{FF2B5EF4-FFF2-40B4-BE49-F238E27FC236}">
                  <a16:creationId xmlns:a16="http://schemas.microsoft.com/office/drawing/2014/main" id="{E8DB4644-BF66-B644-AB8A-EEEBC66C14E2}"/>
                </a:ext>
              </a:extLst>
            </p:cNvPr>
            <p:cNvSpPr/>
            <p:nvPr/>
          </p:nvSpPr>
          <p:spPr>
            <a:xfrm>
              <a:off x="3683798" y="2931687"/>
              <a:ext cx="209589" cy="209394"/>
            </a:xfrm>
            <a:custGeom>
              <a:avLst/>
              <a:gdLst>
                <a:gd name="connsiteX0" fmla="*/ 104795 w 209589"/>
                <a:gd name="connsiteY0" fmla="*/ 0 h 209394"/>
                <a:gd name="connsiteX1" fmla="*/ 0 w 209589"/>
                <a:gd name="connsiteY1" fmla="*/ 104697 h 209394"/>
                <a:gd name="connsiteX2" fmla="*/ 104795 w 209589"/>
                <a:gd name="connsiteY2" fmla="*/ 209395 h 209394"/>
                <a:gd name="connsiteX3" fmla="*/ 209590 w 209589"/>
                <a:gd name="connsiteY3" fmla="*/ 104697 h 209394"/>
                <a:gd name="connsiteX4" fmla="*/ 104795 w 209589"/>
                <a:gd name="connsiteY4" fmla="*/ 0 h 209394"/>
                <a:gd name="connsiteX5" fmla="*/ 196810 w 209589"/>
                <a:gd name="connsiteY5" fmla="*/ 98313 h 209394"/>
                <a:gd name="connsiteX6" fmla="*/ 111185 w 209589"/>
                <a:gd name="connsiteY6" fmla="*/ 98313 h 209394"/>
                <a:gd name="connsiteX7" fmla="*/ 111185 w 209589"/>
                <a:gd name="connsiteY7" fmla="*/ 12768 h 209394"/>
                <a:gd name="connsiteX8" fmla="*/ 196810 w 209589"/>
                <a:gd name="connsiteY8" fmla="*/ 98313 h 209394"/>
                <a:gd name="connsiteX9" fmla="*/ 120770 w 209589"/>
                <a:gd name="connsiteY9" fmla="*/ 111081 h 209394"/>
                <a:gd name="connsiteX10" fmla="*/ 196810 w 209589"/>
                <a:gd name="connsiteY10" fmla="*/ 111081 h 209394"/>
                <a:gd name="connsiteX11" fmla="*/ 174445 w 209589"/>
                <a:gd name="connsiteY11" fmla="*/ 164707 h 209394"/>
                <a:gd name="connsiteX12" fmla="*/ 120770 w 209589"/>
                <a:gd name="connsiteY12" fmla="*/ 111081 h 209394"/>
                <a:gd name="connsiteX13" fmla="*/ 12780 w 209589"/>
                <a:gd name="connsiteY13" fmla="*/ 104697 h 209394"/>
                <a:gd name="connsiteX14" fmla="*/ 98405 w 209589"/>
                <a:gd name="connsiteY14" fmla="*/ 12768 h 209394"/>
                <a:gd name="connsiteX15" fmla="*/ 98405 w 209589"/>
                <a:gd name="connsiteY15" fmla="*/ 104697 h 209394"/>
                <a:gd name="connsiteX16" fmla="*/ 100322 w 209589"/>
                <a:gd name="connsiteY16" fmla="*/ 109166 h 209394"/>
                <a:gd name="connsiteX17" fmla="*/ 165500 w 209589"/>
                <a:gd name="connsiteY17" fmla="*/ 174283 h 209394"/>
                <a:gd name="connsiteX18" fmla="*/ 105434 w 209589"/>
                <a:gd name="connsiteY18" fmla="*/ 197265 h 209394"/>
                <a:gd name="connsiteX19" fmla="*/ 12780 w 209589"/>
                <a:gd name="connsiteY19" fmla="*/ 104697 h 20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9589" h="209394">
                  <a:moveTo>
                    <a:pt x="104795" y="0"/>
                  </a:moveTo>
                  <a:cubicBezTo>
                    <a:pt x="47286" y="0"/>
                    <a:pt x="0" y="47241"/>
                    <a:pt x="0" y="104697"/>
                  </a:cubicBezTo>
                  <a:cubicBezTo>
                    <a:pt x="0" y="162153"/>
                    <a:pt x="47286" y="209395"/>
                    <a:pt x="104795" y="209395"/>
                  </a:cubicBezTo>
                  <a:cubicBezTo>
                    <a:pt x="162305" y="209395"/>
                    <a:pt x="209590" y="162153"/>
                    <a:pt x="209590" y="104697"/>
                  </a:cubicBezTo>
                  <a:cubicBezTo>
                    <a:pt x="209590" y="47241"/>
                    <a:pt x="162943" y="0"/>
                    <a:pt x="104795" y="0"/>
                  </a:cubicBezTo>
                  <a:close/>
                  <a:moveTo>
                    <a:pt x="196810" y="98313"/>
                  </a:moveTo>
                  <a:lnTo>
                    <a:pt x="111185" y="98313"/>
                  </a:lnTo>
                  <a:lnTo>
                    <a:pt x="111185" y="12768"/>
                  </a:lnTo>
                  <a:cubicBezTo>
                    <a:pt x="157192" y="15960"/>
                    <a:pt x="193615" y="52987"/>
                    <a:pt x="196810" y="98313"/>
                  </a:cubicBezTo>
                  <a:close/>
                  <a:moveTo>
                    <a:pt x="120770" y="111081"/>
                  </a:moveTo>
                  <a:lnTo>
                    <a:pt x="196810" y="111081"/>
                  </a:lnTo>
                  <a:cubicBezTo>
                    <a:pt x="195532" y="131510"/>
                    <a:pt x="187225" y="150024"/>
                    <a:pt x="174445" y="164707"/>
                  </a:cubicBezTo>
                  <a:lnTo>
                    <a:pt x="120770" y="111081"/>
                  </a:lnTo>
                  <a:close/>
                  <a:moveTo>
                    <a:pt x="12780" y="104697"/>
                  </a:moveTo>
                  <a:cubicBezTo>
                    <a:pt x="12780" y="56179"/>
                    <a:pt x="50481" y="16598"/>
                    <a:pt x="98405" y="12768"/>
                  </a:cubicBezTo>
                  <a:lnTo>
                    <a:pt x="98405" y="104697"/>
                  </a:lnTo>
                  <a:cubicBezTo>
                    <a:pt x="98405" y="106612"/>
                    <a:pt x="99044" y="107889"/>
                    <a:pt x="100322" y="109166"/>
                  </a:cubicBezTo>
                  <a:lnTo>
                    <a:pt x="165500" y="174283"/>
                  </a:lnTo>
                  <a:cubicBezTo>
                    <a:pt x="149525" y="188327"/>
                    <a:pt x="128438" y="197265"/>
                    <a:pt x="105434" y="197265"/>
                  </a:cubicBezTo>
                  <a:cubicBezTo>
                    <a:pt x="54314" y="196627"/>
                    <a:pt x="12780" y="155769"/>
                    <a:pt x="12780" y="104697"/>
                  </a:cubicBezTo>
                  <a:close/>
                </a:path>
              </a:pathLst>
            </a:custGeom>
            <a:solidFill>
              <a:srgbClr val="00ABAB"/>
            </a:solidFill>
            <a:ln w="6390" cap="flat">
              <a:noFill/>
              <a:prstDash val="solid"/>
              <a:miter/>
            </a:ln>
          </p:spPr>
          <p:txBody>
            <a:bodyPr rtlCol="0" anchor="ctr"/>
            <a:lstStyle/>
            <a:p>
              <a:endParaRPr lang="en-US"/>
            </a:p>
          </p:txBody>
        </p:sp>
      </p:grpSp>
      <p:grpSp>
        <p:nvGrpSpPr>
          <p:cNvPr id="809" name="Graphic 4">
            <a:extLst>
              <a:ext uri="{FF2B5EF4-FFF2-40B4-BE49-F238E27FC236}">
                <a16:creationId xmlns:a16="http://schemas.microsoft.com/office/drawing/2014/main" id="{DD34A90F-376D-344A-915E-59C0B0E64F90}"/>
              </a:ext>
            </a:extLst>
          </p:cNvPr>
          <p:cNvGrpSpPr/>
          <p:nvPr/>
        </p:nvGrpSpPr>
        <p:grpSpPr>
          <a:xfrm>
            <a:off x="3607758" y="3339623"/>
            <a:ext cx="361674" cy="361333"/>
            <a:chOff x="3607758" y="3339623"/>
            <a:chExt cx="361674" cy="361333"/>
          </a:xfrm>
          <a:solidFill>
            <a:srgbClr val="00ABAB"/>
          </a:solidFill>
        </p:grpSpPr>
        <p:sp>
          <p:nvSpPr>
            <p:cNvPr id="810" name="Graphic 4">
              <a:extLst>
                <a:ext uri="{FF2B5EF4-FFF2-40B4-BE49-F238E27FC236}">
                  <a16:creationId xmlns:a16="http://schemas.microsoft.com/office/drawing/2014/main" id="{085EE848-DC38-FC4B-8EA1-073D56ED7456}"/>
                </a:ext>
              </a:extLst>
            </p:cNvPr>
            <p:cNvSpPr/>
            <p:nvPr/>
          </p:nvSpPr>
          <p:spPr>
            <a:xfrm>
              <a:off x="3607758" y="3339623"/>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2" y="361333"/>
                    <a:pt x="180836" y="361333"/>
                  </a:cubicBezTo>
                  <a:cubicBezTo>
                    <a:pt x="280518" y="361333"/>
                    <a:pt x="361671" y="280257"/>
                    <a:pt x="361671" y="180667"/>
                  </a:cubicBezTo>
                  <a:cubicBezTo>
                    <a:pt x="362310" y="81077"/>
                    <a:pt x="281157" y="0"/>
                    <a:pt x="180836" y="0"/>
                  </a:cubicBezTo>
                  <a:close/>
                  <a:moveTo>
                    <a:pt x="180836" y="349204"/>
                  </a:moveTo>
                  <a:cubicBezTo>
                    <a:pt x="88181" y="349204"/>
                    <a:pt x="12780" y="273873"/>
                    <a:pt x="12780" y="181305"/>
                  </a:cubicBezTo>
                  <a:cubicBezTo>
                    <a:pt x="12780" y="88738"/>
                    <a:pt x="88181" y="13406"/>
                    <a:pt x="180836" y="13406"/>
                  </a:cubicBezTo>
                  <a:cubicBezTo>
                    <a:pt x="273490" y="13406"/>
                    <a:pt x="348891" y="88738"/>
                    <a:pt x="348891" y="181305"/>
                  </a:cubicBezTo>
                  <a:cubicBezTo>
                    <a:pt x="349530" y="273873"/>
                    <a:pt x="274128" y="349204"/>
                    <a:pt x="180836" y="349204"/>
                  </a:cubicBezTo>
                  <a:close/>
                </a:path>
              </a:pathLst>
            </a:custGeom>
            <a:solidFill>
              <a:srgbClr val="00ABAB"/>
            </a:solidFill>
            <a:ln w="6390" cap="flat">
              <a:noFill/>
              <a:prstDash val="solid"/>
              <a:miter/>
            </a:ln>
          </p:spPr>
          <p:txBody>
            <a:bodyPr rtlCol="0" anchor="ctr"/>
            <a:lstStyle/>
            <a:p>
              <a:endParaRPr lang="en-US"/>
            </a:p>
          </p:txBody>
        </p:sp>
        <p:sp>
          <p:nvSpPr>
            <p:cNvPr id="811" name="Graphic 4">
              <a:extLst>
                <a:ext uri="{FF2B5EF4-FFF2-40B4-BE49-F238E27FC236}">
                  <a16:creationId xmlns:a16="http://schemas.microsoft.com/office/drawing/2014/main" id="{C0AEC91A-D224-E744-8193-3CF0781418A7}"/>
                </a:ext>
              </a:extLst>
            </p:cNvPr>
            <p:cNvSpPr/>
            <p:nvPr/>
          </p:nvSpPr>
          <p:spPr>
            <a:xfrm>
              <a:off x="3680603" y="3444959"/>
              <a:ext cx="217257" cy="151938"/>
            </a:xfrm>
            <a:custGeom>
              <a:avLst/>
              <a:gdLst>
                <a:gd name="connsiteX0" fmla="*/ 189142 w 217257"/>
                <a:gd name="connsiteY0" fmla="*/ 0 h 151938"/>
                <a:gd name="connsiteX1" fmla="*/ 161027 w 217257"/>
                <a:gd name="connsiteY1" fmla="*/ 28090 h 151938"/>
                <a:gd name="connsiteX2" fmla="*/ 169333 w 217257"/>
                <a:gd name="connsiteY2" fmla="*/ 48518 h 151938"/>
                <a:gd name="connsiteX3" fmla="*/ 139301 w 217257"/>
                <a:gd name="connsiteY3" fmla="*/ 97037 h 151938"/>
                <a:gd name="connsiteX4" fmla="*/ 130355 w 217257"/>
                <a:gd name="connsiteY4" fmla="*/ 95760 h 151938"/>
                <a:gd name="connsiteX5" fmla="*/ 122687 w 217257"/>
                <a:gd name="connsiteY5" fmla="*/ 97037 h 151938"/>
                <a:gd name="connsiteX6" fmla="*/ 97766 w 217257"/>
                <a:gd name="connsiteY6" fmla="*/ 50434 h 151938"/>
                <a:gd name="connsiteX7" fmla="*/ 107351 w 217257"/>
                <a:gd name="connsiteY7" fmla="*/ 29366 h 151938"/>
                <a:gd name="connsiteX8" fmla="*/ 79235 w 217257"/>
                <a:gd name="connsiteY8" fmla="*/ 1277 h 151938"/>
                <a:gd name="connsiteX9" fmla="*/ 51119 w 217257"/>
                <a:gd name="connsiteY9" fmla="*/ 29366 h 151938"/>
                <a:gd name="connsiteX10" fmla="*/ 60704 w 217257"/>
                <a:gd name="connsiteY10" fmla="*/ 50434 h 151938"/>
                <a:gd name="connsiteX11" fmla="*/ 35783 w 217257"/>
                <a:gd name="connsiteY11" fmla="*/ 97037 h 151938"/>
                <a:gd name="connsiteX12" fmla="*/ 28116 w 217257"/>
                <a:gd name="connsiteY12" fmla="*/ 95760 h 151938"/>
                <a:gd name="connsiteX13" fmla="*/ 0 w 217257"/>
                <a:gd name="connsiteY13" fmla="*/ 123849 h 151938"/>
                <a:gd name="connsiteX14" fmla="*/ 28116 w 217257"/>
                <a:gd name="connsiteY14" fmla="*/ 151939 h 151938"/>
                <a:gd name="connsiteX15" fmla="*/ 56231 w 217257"/>
                <a:gd name="connsiteY15" fmla="*/ 123849 h 151938"/>
                <a:gd name="connsiteX16" fmla="*/ 46646 w 217257"/>
                <a:gd name="connsiteY16" fmla="*/ 102782 h 151938"/>
                <a:gd name="connsiteX17" fmla="*/ 71567 w 217257"/>
                <a:gd name="connsiteY17" fmla="*/ 56179 h 151938"/>
                <a:gd name="connsiteX18" fmla="*/ 79235 w 217257"/>
                <a:gd name="connsiteY18" fmla="*/ 57456 h 151938"/>
                <a:gd name="connsiteX19" fmla="*/ 86903 w 217257"/>
                <a:gd name="connsiteY19" fmla="*/ 56179 h 151938"/>
                <a:gd name="connsiteX20" fmla="*/ 111824 w 217257"/>
                <a:gd name="connsiteY20" fmla="*/ 102782 h 151938"/>
                <a:gd name="connsiteX21" fmla="*/ 102239 w 217257"/>
                <a:gd name="connsiteY21" fmla="*/ 123849 h 151938"/>
                <a:gd name="connsiteX22" fmla="*/ 130355 w 217257"/>
                <a:gd name="connsiteY22" fmla="*/ 151939 h 151938"/>
                <a:gd name="connsiteX23" fmla="*/ 158470 w 217257"/>
                <a:gd name="connsiteY23" fmla="*/ 123849 h 151938"/>
                <a:gd name="connsiteX24" fmla="*/ 150164 w 217257"/>
                <a:gd name="connsiteY24" fmla="*/ 103421 h 151938"/>
                <a:gd name="connsiteX25" fmla="*/ 180196 w 217257"/>
                <a:gd name="connsiteY25" fmla="*/ 54902 h 151938"/>
                <a:gd name="connsiteX26" fmla="*/ 189142 w 217257"/>
                <a:gd name="connsiteY26" fmla="*/ 56179 h 151938"/>
                <a:gd name="connsiteX27" fmla="*/ 217258 w 217257"/>
                <a:gd name="connsiteY27" fmla="*/ 28090 h 151938"/>
                <a:gd name="connsiteX28" fmla="*/ 189142 w 217257"/>
                <a:gd name="connsiteY28" fmla="*/ 0 h 151938"/>
                <a:gd name="connsiteX29" fmla="*/ 27477 w 217257"/>
                <a:gd name="connsiteY29" fmla="*/ 139171 h 151938"/>
                <a:gd name="connsiteX30" fmla="*/ 12141 w 217257"/>
                <a:gd name="connsiteY30" fmla="*/ 123849 h 151938"/>
                <a:gd name="connsiteX31" fmla="*/ 27477 w 217257"/>
                <a:gd name="connsiteY31" fmla="*/ 108528 h 151938"/>
                <a:gd name="connsiteX32" fmla="*/ 42813 w 217257"/>
                <a:gd name="connsiteY32" fmla="*/ 123849 h 151938"/>
                <a:gd name="connsiteX33" fmla="*/ 27477 w 217257"/>
                <a:gd name="connsiteY33" fmla="*/ 139171 h 151938"/>
                <a:gd name="connsiteX34" fmla="*/ 63261 w 217257"/>
                <a:gd name="connsiteY34" fmla="*/ 28090 h 151938"/>
                <a:gd name="connsiteX35" fmla="*/ 78596 w 217257"/>
                <a:gd name="connsiteY35" fmla="*/ 12768 h 151938"/>
                <a:gd name="connsiteX36" fmla="*/ 93932 w 217257"/>
                <a:gd name="connsiteY36" fmla="*/ 28090 h 151938"/>
                <a:gd name="connsiteX37" fmla="*/ 78596 w 217257"/>
                <a:gd name="connsiteY37" fmla="*/ 43411 h 151938"/>
                <a:gd name="connsiteX38" fmla="*/ 63261 w 217257"/>
                <a:gd name="connsiteY38" fmla="*/ 28090 h 151938"/>
                <a:gd name="connsiteX39" fmla="*/ 130355 w 217257"/>
                <a:gd name="connsiteY39" fmla="*/ 139171 h 151938"/>
                <a:gd name="connsiteX40" fmla="*/ 115019 w 217257"/>
                <a:gd name="connsiteY40" fmla="*/ 123849 h 151938"/>
                <a:gd name="connsiteX41" fmla="*/ 130355 w 217257"/>
                <a:gd name="connsiteY41" fmla="*/ 108528 h 151938"/>
                <a:gd name="connsiteX42" fmla="*/ 145690 w 217257"/>
                <a:gd name="connsiteY42" fmla="*/ 123849 h 151938"/>
                <a:gd name="connsiteX43" fmla="*/ 130355 w 217257"/>
                <a:gd name="connsiteY43" fmla="*/ 139171 h 151938"/>
                <a:gd name="connsiteX44" fmla="*/ 189142 w 217257"/>
                <a:gd name="connsiteY44" fmla="*/ 44050 h 151938"/>
                <a:gd name="connsiteX45" fmla="*/ 173806 w 217257"/>
                <a:gd name="connsiteY45" fmla="*/ 28728 h 151938"/>
                <a:gd name="connsiteX46" fmla="*/ 189142 w 217257"/>
                <a:gd name="connsiteY46" fmla="*/ 13406 h 151938"/>
                <a:gd name="connsiteX47" fmla="*/ 204478 w 217257"/>
                <a:gd name="connsiteY47" fmla="*/ 28728 h 151938"/>
                <a:gd name="connsiteX48" fmla="*/ 189142 w 217257"/>
                <a:gd name="connsiteY48" fmla="*/ 44050 h 151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17257" h="151938">
                  <a:moveTo>
                    <a:pt x="189142" y="0"/>
                  </a:moveTo>
                  <a:cubicBezTo>
                    <a:pt x="173167" y="0"/>
                    <a:pt x="161027" y="12768"/>
                    <a:pt x="161027" y="28090"/>
                  </a:cubicBezTo>
                  <a:cubicBezTo>
                    <a:pt x="161027" y="35750"/>
                    <a:pt x="164221" y="43411"/>
                    <a:pt x="169333" y="48518"/>
                  </a:cubicBezTo>
                  <a:lnTo>
                    <a:pt x="139301" y="97037"/>
                  </a:lnTo>
                  <a:cubicBezTo>
                    <a:pt x="136745" y="96398"/>
                    <a:pt x="133550" y="95760"/>
                    <a:pt x="130355" y="95760"/>
                  </a:cubicBezTo>
                  <a:cubicBezTo>
                    <a:pt x="127799" y="95760"/>
                    <a:pt x="125243" y="96398"/>
                    <a:pt x="122687" y="97037"/>
                  </a:cubicBezTo>
                  <a:lnTo>
                    <a:pt x="97766" y="50434"/>
                  </a:lnTo>
                  <a:cubicBezTo>
                    <a:pt x="103517" y="45326"/>
                    <a:pt x="107351" y="37666"/>
                    <a:pt x="107351" y="29366"/>
                  </a:cubicBezTo>
                  <a:cubicBezTo>
                    <a:pt x="107351" y="13406"/>
                    <a:pt x="94571" y="1277"/>
                    <a:pt x="79235" y="1277"/>
                  </a:cubicBezTo>
                  <a:cubicBezTo>
                    <a:pt x="63899" y="1277"/>
                    <a:pt x="51119" y="14045"/>
                    <a:pt x="51119" y="29366"/>
                  </a:cubicBezTo>
                  <a:cubicBezTo>
                    <a:pt x="51119" y="37666"/>
                    <a:pt x="54953" y="45326"/>
                    <a:pt x="60704" y="50434"/>
                  </a:cubicBezTo>
                  <a:lnTo>
                    <a:pt x="35783" y="97037"/>
                  </a:lnTo>
                  <a:cubicBezTo>
                    <a:pt x="33228" y="96398"/>
                    <a:pt x="30672" y="95760"/>
                    <a:pt x="28116" y="95760"/>
                  </a:cubicBezTo>
                  <a:cubicBezTo>
                    <a:pt x="12141" y="95760"/>
                    <a:pt x="0" y="108528"/>
                    <a:pt x="0" y="123849"/>
                  </a:cubicBezTo>
                  <a:cubicBezTo>
                    <a:pt x="0" y="139171"/>
                    <a:pt x="12780" y="151939"/>
                    <a:pt x="28116" y="151939"/>
                  </a:cubicBezTo>
                  <a:cubicBezTo>
                    <a:pt x="43451" y="151939"/>
                    <a:pt x="56231" y="139171"/>
                    <a:pt x="56231" y="123849"/>
                  </a:cubicBezTo>
                  <a:cubicBezTo>
                    <a:pt x="56231" y="115550"/>
                    <a:pt x="52398" y="107889"/>
                    <a:pt x="46646" y="102782"/>
                  </a:cubicBezTo>
                  <a:lnTo>
                    <a:pt x="71567" y="56179"/>
                  </a:lnTo>
                  <a:cubicBezTo>
                    <a:pt x="74123" y="56818"/>
                    <a:pt x="76679" y="57456"/>
                    <a:pt x="79235" y="57456"/>
                  </a:cubicBezTo>
                  <a:cubicBezTo>
                    <a:pt x="81791" y="57456"/>
                    <a:pt x="84347" y="56818"/>
                    <a:pt x="86903" y="56179"/>
                  </a:cubicBezTo>
                  <a:lnTo>
                    <a:pt x="111824" y="102782"/>
                  </a:lnTo>
                  <a:cubicBezTo>
                    <a:pt x="106073" y="107889"/>
                    <a:pt x="102239" y="115550"/>
                    <a:pt x="102239" y="123849"/>
                  </a:cubicBezTo>
                  <a:cubicBezTo>
                    <a:pt x="102239" y="139809"/>
                    <a:pt x="115019" y="151939"/>
                    <a:pt x="130355" y="151939"/>
                  </a:cubicBezTo>
                  <a:cubicBezTo>
                    <a:pt x="145690" y="151939"/>
                    <a:pt x="158470" y="139171"/>
                    <a:pt x="158470" y="123849"/>
                  </a:cubicBezTo>
                  <a:cubicBezTo>
                    <a:pt x="158470" y="116189"/>
                    <a:pt x="155275" y="108528"/>
                    <a:pt x="150164" y="103421"/>
                  </a:cubicBezTo>
                  <a:lnTo>
                    <a:pt x="180196" y="54902"/>
                  </a:lnTo>
                  <a:cubicBezTo>
                    <a:pt x="182752" y="55541"/>
                    <a:pt x="185947" y="56179"/>
                    <a:pt x="189142" y="56179"/>
                  </a:cubicBezTo>
                  <a:cubicBezTo>
                    <a:pt x="204478" y="56179"/>
                    <a:pt x="217258" y="43411"/>
                    <a:pt x="217258" y="28090"/>
                  </a:cubicBezTo>
                  <a:cubicBezTo>
                    <a:pt x="217258" y="12768"/>
                    <a:pt x="204478" y="0"/>
                    <a:pt x="189142" y="0"/>
                  </a:cubicBezTo>
                  <a:close/>
                  <a:moveTo>
                    <a:pt x="27477" y="139171"/>
                  </a:moveTo>
                  <a:cubicBezTo>
                    <a:pt x="19170" y="139171"/>
                    <a:pt x="12141" y="132149"/>
                    <a:pt x="12141" y="123849"/>
                  </a:cubicBezTo>
                  <a:cubicBezTo>
                    <a:pt x="12141" y="115550"/>
                    <a:pt x="19170" y="108528"/>
                    <a:pt x="27477" y="108528"/>
                  </a:cubicBezTo>
                  <a:cubicBezTo>
                    <a:pt x="35783" y="108528"/>
                    <a:pt x="42813" y="115550"/>
                    <a:pt x="42813" y="123849"/>
                  </a:cubicBezTo>
                  <a:cubicBezTo>
                    <a:pt x="42813" y="132149"/>
                    <a:pt x="36423" y="139171"/>
                    <a:pt x="27477" y="139171"/>
                  </a:cubicBezTo>
                  <a:close/>
                  <a:moveTo>
                    <a:pt x="63261" y="28090"/>
                  </a:moveTo>
                  <a:cubicBezTo>
                    <a:pt x="63261" y="19790"/>
                    <a:pt x="70289" y="12768"/>
                    <a:pt x="78596" y="12768"/>
                  </a:cubicBezTo>
                  <a:cubicBezTo>
                    <a:pt x="86903" y="12768"/>
                    <a:pt x="93932" y="19790"/>
                    <a:pt x="93932" y="28090"/>
                  </a:cubicBezTo>
                  <a:cubicBezTo>
                    <a:pt x="93932" y="36389"/>
                    <a:pt x="86903" y="43411"/>
                    <a:pt x="78596" y="43411"/>
                  </a:cubicBezTo>
                  <a:cubicBezTo>
                    <a:pt x="70289" y="43411"/>
                    <a:pt x="63261" y="37027"/>
                    <a:pt x="63261" y="28090"/>
                  </a:cubicBezTo>
                  <a:close/>
                  <a:moveTo>
                    <a:pt x="130355" y="139171"/>
                  </a:moveTo>
                  <a:cubicBezTo>
                    <a:pt x="122048" y="139171"/>
                    <a:pt x="115019" y="132149"/>
                    <a:pt x="115019" y="123849"/>
                  </a:cubicBezTo>
                  <a:cubicBezTo>
                    <a:pt x="115019" y="115550"/>
                    <a:pt x="122048" y="108528"/>
                    <a:pt x="130355" y="108528"/>
                  </a:cubicBezTo>
                  <a:cubicBezTo>
                    <a:pt x="138662" y="108528"/>
                    <a:pt x="145690" y="115550"/>
                    <a:pt x="145690" y="123849"/>
                  </a:cubicBezTo>
                  <a:cubicBezTo>
                    <a:pt x="145690" y="132149"/>
                    <a:pt x="138662" y="139171"/>
                    <a:pt x="130355" y="139171"/>
                  </a:cubicBezTo>
                  <a:close/>
                  <a:moveTo>
                    <a:pt x="189142" y="44050"/>
                  </a:moveTo>
                  <a:cubicBezTo>
                    <a:pt x="180835" y="44050"/>
                    <a:pt x="173806" y="37027"/>
                    <a:pt x="173806" y="28728"/>
                  </a:cubicBezTo>
                  <a:cubicBezTo>
                    <a:pt x="173806" y="20429"/>
                    <a:pt x="180835" y="13406"/>
                    <a:pt x="189142" y="13406"/>
                  </a:cubicBezTo>
                  <a:cubicBezTo>
                    <a:pt x="197449" y="13406"/>
                    <a:pt x="204478" y="20429"/>
                    <a:pt x="204478" y="28728"/>
                  </a:cubicBezTo>
                  <a:cubicBezTo>
                    <a:pt x="204478" y="37027"/>
                    <a:pt x="197449" y="44050"/>
                    <a:pt x="189142" y="44050"/>
                  </a:cubicBezTo>
                  <a:close/>
                </a:path>
              </a:pathLst>
            </a:custGeom>
            <a:solidFill>
              <a:srgbClr val="00ABAB"/>
            </a:solidFill>
            <a:ln w="6390" cap="flat">
              <a:noFill/>
              <a:prstDash val="solid"/>
              <a:miter/>
            </a:ln>
          </p:spPr>
          <p:txBody>
            <a:bodyPr rtlCol="0" anchor="ctr"/>
            <a:lstStyle/>
            <a:p>
              <a:endParaRPr lang="en-US"/>
            </a:p>
          </p:txBody>
        </p:sp>
      </p:grpSp>
      <p:sp>
        <p:nvSpPr>
          <p:cNvPr id="812" name="Graphic 4">
            <a:extLst>
              <a:ext uri="{FF2B5EF4-FFF2-40B4-BE49-F238E27FC236}">
                <a16:creationId xmlns:a16="http://schemas.microsoft.com/office/drawing/2014/main" id="{2EB1C894-20EC-6D4E-B383-95AEBEF434D6}"/>
              </a:ext>
            </a:extLst>
          </p:cNvPr>
          <p:cNvSpPr/>
          <p:nvPr/>
        </p:nvSpPr>
        <p:spPr>
          <a:xfrm>
            <a:off x="4046108"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44735 w 361670"/>
              <a:gd name="connsiteY5" fmla="*/ 180667 h 361333"/>
              <a:gd name="connsiteX6" fmla="*/ 251124 w 361670"/>
              <a:gd name="connsiteY6" fmla="*/ 174283 h 361333"/>
              <a:gd name="connsiteX7" fmla="*/ 257514 w 361670"/>
              <a:gd name="connsiteY7" fmla="*/ 180667 h 361333"/>
              <a:gd name="connsiteX8" fmla="*/ 257514 w 361670"/>
              <a:gd name="connsiteY8" fmla="*/ 222801 h 361333"/>
              <a:gd name="connsiteX9" fmla="*/ 251124 w 361670"/>
              <a:gd name="connsiteY9" fmla="*/ 229185 h 361333"/>
              <a:gd name="connsiteX10" fmla="*/ 244735 w 361670"/>
              <a:gd name="connsiteY10" fmla="*/ 222801 h 361333"/>
              <a:gd name="connsiteX11" fmla="*/ 244735 w 361670"/>
              <a:gd name="connsiteY11" fmla="*/ 180667 h 361333"/>
              <a:gd name="connsiteX12" fmla="*/ 216619 w 361670"/>
              <a:gd name="connsiteY12" fmla="*/ 125126 h 361333"/>
              <a:gd name="connsiteX13" fmla="*/ 223009 w 361670"/>
              <a:gd name="connsiteY13" fmla="*/ 118742 h 361333"/>
              <a:gd name="connsiteX14" fmla="*/ 229399 w 361670"/>
              <a:gd name="connsiteY14" fmla="*/ 125126 h 361333"/>
              <a:gd name="connsiteX15" fmla="*/ 229399 w 361670"/>
              <a:gd name="connsiteY15" fmla="*/ 223439 h 361333"/>
              <a:gd name="connsiteX16" fmla="*/ 223009 w 361670"/>
              <a:gd name="connsiteY16" fmla="*/ 229823 h 361333"/>
              <a:gd name="connsiteX17" fmla="*/ 216619 w 361670"/>
              <a:gd name="connsiteY17" fmla="*/ 223439 h 361333"/>
              <a:gd name="connsiteX18" fmla="*/ 216619 w 361670"/>
              <a:gd name="connsiteY18" fmla="*/ 125126 h 361333"/>
              <a:gd name="connsiteX19" fmla="*/ 188503 w 361670"/>
              <a:gd name="connsiteY19" fmla="*/ 146193 h 361333"/>
              <a:gd name="connsiteX20" fmla="*/ 194893 w 361670"/>
              <a:gd name="connsiteY20" fmla="*/ 139809 h 361333"/>
              <a:gd name="connsiteX21" fmla="*/ 201283 w 361670"/>
              <a:gd name="connsiteY21" fmla="*/ 146193 h 361333"/>
              <a:gd name="connsiteX22" fmla="*/ 201283 w 361670"/>
              <a:gd name="connsiteY22" fmla="*/ 223439 h 361333"/>
              <a:gd name="connsiteX23" fmla="*/ 194893 w 361670"/>
              <a:gd name="connsiteY23" fmla="*/ 229823 h 361333"/>
              <a:gd name="connsiteX24" fmla="*/ 188503 w 361670"/>
              <a:gd name="connsiteY24" fmla="*/ 223439 h 361333"/>
              <a:gd name="connsiteX25" fmla="*/ 188503 w 361670"/>
              <a:gd name="connsiteY25" fmla="*/ 146193 h 361333"/>
              <a:gd name="connsiteX26" fmla="*/ 160387 w 361670"/>
              <a:gd name="connsiteY26" fmla="*/ 111081 h 361333"/>
              <a:gd name="connsiteX27" fmla="*/ 166777 w 361670"/>
              <a:gd name="connsiteY27" fmla="*/ 104697 h 361333"/>
              <a:gd name="connsiteX28" fmla="*/ 173167 w 361670"/>
              <a:gd name="connsiteY28" fmla="*/ 111081 h 361333"/>
              <a:gd name="connsiteX29" fmla="*/ 173167 w 361670"/>
              <a:gd name="connsiteY29" fmla="*/ 223439 h 361333"/>
              <a:gd name="connsiteX30" fmla="*/ 166777 w 361670"/>
              <a:gd name="connsiteY30" fmla="*/ 229823 h 361333"/>
              <a:gd name="connsiteX31" fmla="*/ 160387 w 361670"/>
              <a:gd name="connsiteY31" fmla="*/ 223439 h 361333"/>
              <a:gd name="connsiteX32" fmla="*/ 160387 w 361670"/>
              <a:gd name="connsiteY32" fmla="*/ 111081 h 361333"/>
              <a:gd name="connsiteX33" fmla="*/ 132272 w 361670"/>
              <a:gd name="connsiteY33" fmla="*/ 173644 h 361333"/>
              <a:gd name="connsiteX34" fmla="*/ 138662 w 361670"/>
              <a:gd name="connsiteY34" fmla="*/ 167260 h 361333"/>
              <a:gd name="connsiteX35" fmla="*/ 145052 w 361670"/>
              <a:gd name="connsiteY35" fmla="*/ 173644 h 361333"/>
              <a:gd name="connsiteX36" fmla="*/ 145052 w 361670"/>
              <a:gd name="connsiteY36" fmla="*/ 222801 h 361333"/>
              <a:gd name="connsiteX37" fmla="*/ 138662 w 361670"/>
              <a:gd name="connsiteY37" fmla="*/ 229185 h 361333"/>
              <a:gd name="connsiteX38" fmla="*/ 132272 w 361670"/>
              <a:gd name="connsiteY38" fmla="*/ 222801 h 361333"/>
              <a:gd name="connsiteX39" fmla="*/ 132272 w 361670"/>
              <a:gd name="connsiteY39" fmla="*/ 173644 h 361333"/>
              <a:gd name="connsiteX40" fmla="*/ 104156 w 361670"/>
              <a:gd name="connsiteY40" fmla="*/ 194711 h 361333"/>
              <a:gd name="connsiteX41" fmla="*/ 110546 w 361670"/>
              <a:gd name="connsiteY41" fmla="*/ 188327 h 361333"/>
              <a:gd name="connsiteX42" fmla="*/ 116936 w 361670"/>
              <a:gd name="connsiteY42" fmla="*/ 194711 h 361333"/>
              <a:gd name="connsiteX43" fmla="*/ 116936 w 361670"/>
              <a:gd name="connsiteY43" fmla="*/ 222801 h 361333"/>
              <a:gd name="connsiteX44" fmla="*/ 110546 w 361670"/>
              <a:gd name="connsiteY44" fmla="*/ 229185 h 361333"/>
              <a:gd name="connsiteX45" fmla="*/ 104156 w 361670"/>
              <a:gd name="connsiteY45" fmla="*/ 222801 h 361333"/>
              <a:gd name="connsiteX46" fmla="*/ 104156 w 361670"/>
              <a:gd name="connsiteY46" fmla="*/ 194711 h 361333"/>
              <a:gd name="connsiteX47" fmla="*/ 279240 w 361670"/>
              <a:gd name="connsiteY47" fmla="*/ 257275 h 361333"/>
              <a:gd name="connsiteX48" fmla="*/ 83069 w 361670"/>
              <a:gd name="connsiteY48" fmla="*/ 257275 h 361333"/>
              <a:gd name="connsiteX49" fmla="*/ 76679 w 361670"/>
              <a:gd name="connsiteY49" fmla="*/ 250891 h 361333"/>
              <a:gd name="connsiteX50" fmla="*/ 76679 w 361670"/>
              <a:gd name="connsiteY50" fmla="*/ 111081 h 361333"/>
              <a:gd name="connsiteX51" fmla="*/ 83069 w 361670"/>
              <a:gd name="connsiteY51" fmla="*/ 104697 h 361333"/>
              <a:gd name="connsiteX52" fmla="*/ 89459 w 361670"/>
              <a:gd name="connsiteY52" fmla="*/ 111081 h 361333"/>
              <a:gd name="connsiteX53" fmla="*/ 89459 w 361670"/>
              <a:gd name="connsiteY53" fmla="*/ 244507 h 361333"/>
              <a:gd name="connsiteX54" fmla="*/ 279240 w 361670"/>
              <a:gd name="connsiteY54" fmla="*/ 244507 h 361333"/>
              <a:gd name="connsiteX55" fmla="*/ 285630 w 361670"/>
              <a:gd name="connsiteY55" fmla="*/ 250891 h 361333"/>
              <a:gd name="connsiteX56" fmla="*/ 279240 w 361670"/>
              <a:gd name="connsiteY56" fmla="*/ 25727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244735" y="180667"/>
                </a:moveTo>
                <a:cubicBezTo>
                  <a:pt x="244735" y="176836"/>
                  <a:pt x="247291" y="174283"/>
                  <a:pt x="251124" y="174283"/>
                </a:cubicBezTo>
                <a:cubicBezTo>
                  <a:pt x="254958" y="174283"/>
                  <a:pt x="257514" y="176836"/>
                  <a:pt x="257514" y="180667"/>
                </a:cubicBezTo>
                <a:lnTo>
                  <a:pt x="257514" y="222801"/>
                </a:lnTo>
                <a:cubicBezTo>
                  <a:pt x="257514" y="226631"/>
                  <a:pt x="254958" y="229185"/>
                  <a:pt x="251124" y="229185"/>
                </a:cubicBezTo>
                <a:cubicBezTo>
                  <a:pt x="247291" y="229185"/>
                  <a:pt x="244735" y="226631"/>
                  <a:pt x="244735" y="222801"/>
                </a:cubicBezTo>
                <a:lnTo>
                  <a:pt x="244735" y="180667"/>
                </a:lnTo>
                <a:close/>
                <a:moveTo>
                  <a:pt x="216619" y="125126"/>
                </a:moveTo>
                <a:cubicBezTo>
                  <a:pt x="216619" y="121296"/>
                  <a:pt x="219175" y="118742"/>
                  <a:pt x="223009" y="118742"/>
                </a:cubicBezTo>
                <a:cubicBezTo>
                  <a:pt x="226843" y="118742"/>
                  <a:pt x="229399" y="121296"/>
                  <a:pt x="229399" y="125126"/>
                </a:cubicBezTo>
                <a:lnTo>
                  <a:pt x="229399" y="223439"/>
                </a:lnTo>
                <a:cubicBezTo>
                  <a:pt x="229399" y="227270"/>
                  <a:pt x="226843" y="229823"/>
                  <a:pt x="223009" y="229823"/>
                </a:cubicBezTo>
                <a:cubicBezTo>
                  <a:pt x="219175" y="229823"/>
                  <a:pt x="216619" y="227270"/>
                  <a:pt x="216619" y="223439"/>
                </a:cubicBezTo>
                <a:lnTo>
                  <a:pt x="216619" y="125126"/>
                </a:lnTo>
                <a:close/>
                <a:moveTo>
                  <a:pt x="188503" y="146193"/>
                </a:moveTo>
                <a:cubicBezTo>
                  <a:pt x="188503" y="142363"/>
                  <a:pt x="191059" y="139809"/>
                  <a:pt x="194893" y="139809"/>
                </a:cubicBezTo>
                <a:cubicBezTo>
                  <a:pt x="198727" y="139809"/>
                  <a:pt x="201283" y="142363"/>
                  <a:pt x="201283" y="146193"/>
                </a:cubicBezTo>
                <a:lnTo>
                  <a:pt x="201283" y="223439"/>
                </a:lnTo>
                <a:cubicBezTo>
                  <a:pt x="201283" y="227270"/>
                  <a:pt x="198727" y="229823"/>
                  <a:pt x="194893" y="229823"/>
                </a:cubicBezTo>
                <a:cubicBezTo>
                  <a:pt x="191059" y="229823"/>
                  <a:pt x="188503" y="227270"/>
                  <a:pt x="188503" y="223439"/>
                </a:cubicBezTo>
                <a:lnTo>
                  <a:pt x="188503" y="146193"/>
                </a:lnTo>
                <a:close/>
                <a:moveTo>
                  <a:pt x="160387" y="111081"/>
                </a:moveTo>
                <a:cubicBezTo>
                  <a:pt x="160387" y="107251"/>
                  <a:pt x="162943" y="104697"/>
                  <a:pt x="166777" y="104697"/>
                </a:cubicBezTo>
                <a:cubicBezTo>
                  <a:pt x="170611" y="104697"/>
                  <a:pt x="173167" y="107251"/>
                  <a:pt x="173167" y="111081"/>
                </a:cubicBezTo>
                <a:lnTo>
                  <a:pt x="173167" y="223439"/>
                </a:lnTo>
                <a:cubicBezTo>
                  <a:pt x="173167" y="227270"/>
                  <a:pt x="170611" y="229823"/>
                  <a:pt x="166777" y="229823"/>
                </a:cubicBezTo>
                <a:cubicBezTo>
                  <a:pt x="162943" y="229823"/>
                  <a:pt x="160387" y="227270"/>
                  <a:pt x="160387" y="223439"/>
                </a:cubicBezTo>
                <a:lnTo>
                  <a:pt x="160387" y="111081"/>
                </a:lnTo>
                <a:close/>
                <a:moveTo>
                  <a:pt x="132272" y="173644"/>
                </a:moveTo>
                <a:cubicBezTo>
                  <a:pt x="132272" y="169814"/>
                  <a:pt x="134828" y="167260"/>
                  <a:pt x="138662" y="167260"/>
                </a:cubicBezTo>
                <a:cubicBezTo>
                  <a:pt x="142496" y="167260"/>
                  <a:pt x="145052" y="169814"/>
                  <a:pt x="145052" y="173644"/>
                </a:cubicBezTo>
                <a:lnTo>
                  <a:pt x="145052" y="222801"/>
                </a:lnTo>
                <a:cubicBezTo>
                  <a:pt x="145052" y="226631"/>
                  <a:pt x="142496" y="229185"/>
                  <a:pt x="138662" y="229185"/>
                </a:cubicBezTo>
                <a:cubicBezTo>
                  <a:pt x="134828" y="229185"/>
                  <a:pt x="132272" y="226631"/>
                  <a:pt x="132272" y="222801"/>
                </a:cubicBezTo>
                <a:lnTo>
                  <a:pt x="132272" y="173644"/>
                </a:lnTo>
                <a:close/>
                <a:moveTo>
                  <a:pt x="104156" y="194711"/>
                </a:moveTo>
                <a:cubicBezTo>
                  <a:pt x="104156" y="190881"/>
                  <a:pt x="106712" y="188327"/>
                  <a:pt x="110546" y="188327"/>
                </a:cubicBezTo>
                <a:cubicBezTo>
                  <a:pt x="114380" y="188327"/>
                  <a:pt x="116936" y="190881"/>
                  <a:pt x="116936" y="194711"/>
                </a:cubicBezTo>
                <a:lnTo>
                  <a:pt x="116936" y="222801"/>
                </a:lnTo>
                <a:cubicBezTo>
                  <a:pt x="116936" y="226631"/>
                  <a:pt x="114380" y="229185"/>
                  <a:pt x="110546" y="229185"/>
                </a:cubicBezTo>
                <a:cubicBezTo>
                  <a:pt x="106712" y="229185"/>
                  <a:pt x="104156" y="226631"/>
                  <a:pt x="104156" y="222801"/>
                </a:cubicBezTo>
                <a:lnTo>
                  <a:pt x="104156" y="194711"/>
                </a:lnTo>
                <a:close/>
                <a:moveTo>
                  <a:pt x="279240" y="257275"/>
                </a:moveTo>
                <a:lnTo>
                  <a:pt x="83069" y="257275"/>
                </a:lnTo>
                <a:cubicBezTo>
                  <a:pt x="79235" y="257275"/>
                  <a:pt x="76679" y="254721"/>
                  <a:pt x="76679" y="250891"/>
                </a:cubicBezTo>
                <a:lnTo>
                  <a:pt x="76679" y="111081"/>
                </a:lnTo>
                <a:cubicBezTo>
                  <a:pt x="76679" y="107251"/>
                  <a:pt x="79235" y="104697"/>
                  <a:pt x="83069" y="104697"/>
                </a:cubicBezTo>
                <a:cubicBezTo>
                  <a:pt x="86903" y="104697"/>
                  <a:pt x="89459" y="107251"/>
                  <a:pt x="89459" y="111081"/>
                </a:cubicBezTo>
                <a:lnTo>
                  <a:pt x="89459" y="244507"/>
                </a:lnTo>
                <a:lnTo>
                  <a:pt x="279240" y="244507"/>
                </a:lnTo>
                <a:cubicBezTo>
                  <a:pt x="283074" y="244507"/>
                  <a:pt x="285630" y="247060"/>
                  <a:pt x="285630" y="250891"/>
                </a:cubicBezTo>
                <a:cubicBezTo>
                  <a:pt x="285630" y="254721"/>
                  <a:pt x="282435" y="257275"/>
                  <a:pt x="279240" y="257275"/>
                </a:cubicBezTo>
                <a:close/>
              </a:path>
            </a:pathLst>
          </a:custGeom>
          <a:solidFill>
            <a:srgbClr val="00ABAB"/>
          </a:solidFill>
          <a:ln w="6390" cap="flat">
            <a:noFill/>
            <a:prstDash val="solid"/>
            <a:miter/>
          </a:ln>
        </p:spPr>
        <p:txBody>
          <a:bodyPr rtlCol="0" anchor="ctr"/>
          <a:lstStyle/>
          <a:p>
            <a:endParaRPr lang="en-US"/>
          </a:p>
        </p:txBody>
      </p:sp>
      <p:sp>
        <p:nvSpPr>
          <p:cNvPr id="813" name="Graphic 4">
            <a:extLst>
              <a:ext uri="{FF2B5EF4-FFF2-40B4-BE49-F238E27FC236}">
                <a16:creationId xmlns:a16="http://schemas.microsoft.com/office/drawing/2014/main" id="{74453648-DED1-C643-A311-FB6826BF0B45}"/>
              </a:ext>
            </a:extLst>
          </p:cNvPr>
          <p:cNvSpPr/>
          <p:nvPr/>
        </p:nvSpPr>
        <p:spPr>
          <a:xfrm>
            <a:off x="4046108"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92654 w 361670"/>
              <a:gd name="connsiteY5" fmla="*/ 261105 h 361333"/>
              <a:gd name="connsiteX6" fmla="*/ 86264 w 361670"/>
              <a:gd name="connsiteY6" fmla="*/ 267489 h 361333"/>
              <a:gd name="connsiteX7" fmla="*/ 79874 w 361670"/>
              <a:gd name="connsiteY7" fmla="*/ 261105 h 361333"/>
              <a:gd name="connsiteX8" fmla="*/ 79874 w 361670"/>
              <a:gd name="connsiteY8" fmla="*/ 246422 h 361333"/>
              <a:gd name="connsiteX9" fmla="*/ 86264 w 361670"/>
              <a:gd name="connsiteY9" fmla="*/ 240038 h 361333"/>
              <a:gd name="connsiteX10" fmla="*/ 92654 w 361670"/>
              <a:gd name="connsiteY10" fmla="*/ 246422 h 361333"/>
              <a:gd name="connsiteX11" fmla="*/ 92654 w 361670"/>
              <a:gd name="connsiteY11" fmla="*/ 261105 h 361333"/>
              <a:gd name="connsiteX12" fmla="*/ 122048 w 361670"/>
              <a:gd name="connsiteY12" fmla="*/ 261105 h 361333"/>
              <a:gd name="connsiteX13" fmla="*/ 115658 w 361670"/>
              <a:gd name="connsiteY13" fmla="*/ 267489 h 361333"/>
              <a:gd name="connsiteX14" fmla="*/ 109268 w 361670"/>
              <a:gd name="connsiteY14" fmla="*/ 261105 h 361333"/>
              <a:gd name="connsiteX15" fmla="*/ 109268 w 361670"/>
              <a:gd name="connsiteY15" fmla="*/ 231739 h 361333"/>
              <a:gd name="connsiteX16" fmla="*/ 115658 w 361670"/>
              <a:gd name="connsiteY16" fmla="*/ 225355 h 361333"/>
              <a:gd name="connsiteX17" fmla="*/ 122048 w 361670"/>
              <a:gd name="connsiteY17" fmla="*/ 231739 h 361333"/>
              <a:gd name="connsiteX18" fmla="*/ 122048 w 361670"/>
              <a:gd name="connsiteY18" fmla="*/ 261105 h 361333"/>
              <a:gd name="connsiteX19" fmla="*/ 150802 w 361670"/>
              <a:gd name="connsiteY19" fmla="*/ 261105 h 361333"/>
              <a:gd name="connsiteX20" fmla="*/ 144412 w 361670"/>
              <a:gd name="connsiteY20" fmla="*/ 267489 h 361333"/>
              <a:gd name="connsiteX21" fmla="*/ 138022 w 361670"/>
              <a:gd name="connsiteY21" fmla="*/ 261105 h 361333"/>
              <a:gd name="connsiteX22" fmla="*/ 138022 w 361670"/>
              <a:gd name="connsiteY22" fmla="*/ 210033 h 361333"/>
              <a:gd name="connsiteX23" fmla="*/ 144412 w 361670"/>
              <a:gd name="connsiteY23" fmla="*/ 203649 h 361333"/>
              <a:gd name="connsiteX24" fmla="*/ 150802 w 361670"/>
              <a:gd name="connsiteY24" fmla="*/ 210033 h 361333"/>
              <a:gd name="connsiteX25" fmla="*/ 150802 w 361670"/>
              <a:gd name="connsiteY25" fmla="*/ 261105 h 361333"/>
              <a:gd name="connsiteX26" fmla="*/ 180196 w 361670"/>
              <a:gd name="connsiteY26" fmla="*/ 261105 h 361333"/>
              <a:gd name="connsiteX27" fmla="*/ 173806 w 361670"/>
              <a:gd name="connsiteY27" fmla="*/ 267489 h 361333"/>
              <a:gd name="connsiteX28" fmla="*/ 167416 w 361670"/>
              <a:gd name="connsiteY28" fmla="*/ 261105 h 361333"/>
              <a:gd name="connsiteX29" fmla="*/ 167416 w 361670"/>
              <a:gd name="connsiteY29" fmla="*/ 203011 h 361333"/>
              <a:gd name="connsiteX30" fmla="*/ 173806 w 361670"/>
              <a:gd name="connsiteY30" fmla="*/ 196627 h 361333"/>
              <a:gd name="connsiteX31" fmla="*/ 180196 w 361670"/>
              <a:gd name="connsiteY31" fmla="*/ 203011 h 361333"/>
              <a:gd name="connsiteX32" fmla="*/ 180196 w 361670"/>
              <a:gd name="connsiteY32" fmla="*/ 261105 h 361333"/>
              <a:gd name="connsiteX33" fmla="*/ 208951 w 361670"/>
              <a:gd name="connsiteY33" fmla="*/ 261105 h 361333"/>
              <a:gd name="connsiteX34" fmla="*/ 202561 w 361670"/>
              <a:gd name="connsiteY34" fmla="*/ 267489 h 361333"/>
              <a:gd name="connsiteX35" fmla="*/ 196171 w 361670"/>
              <a:gd name="connsiteY35" fmla="*/ 261105 h 361333"/>
              <a:gd name="connsiteX36" fmla="*/ 196171 w 361670"/>
              <a:gd name="connsiteY36" fmla="*/ 203011 h 361333"/>
              <a:gd name="connsiteX37" fmla="*/ 202561 w 361670"/>
              <a:gd name="connsiteY37" fmla="*/ 196627 h 361333"/>
              <a:gd name="connsiteX38" fmla="*/ 208951 w 361670"/>
              <a:gd name="connsiteY38" fmla="*/ 203011 h 361333"/>
              <a:gd name="connsiteX39" fmla="*/ 208951 w 361670"/>
              <a:gd name="connsiteY39" fmla="*/ 261105 h 361333"/>
              <a:gd name="connsiteX40" fmla="*/ 238345 w 361670"/>
              <a:gd name="connsiteY40" fmla="*/ 261105 h 361333"/>
              <a:gd name="connsiteX41" fmla="*/ 231955 w 361670"/>
              <a:gd name="connsiteY41" fmla="*/ 267489 h 361333"/>
              <a:gd name="connsiteX42" fmla="*/ 225565 w 361670"/>
              <a:gd name="connsiteY42" fmla="*/ 261105 h 361333"/>
              <a:gd name="connsiteX43" fmla="*/ 225565 w 361670"/>
              <a:gd name="connsiteY43" fmla="*/ 181305 h 361333"/>
              <a:gd name="connsiteX44" fmla="*/ 231955 w 361670"/>
              <a:gd name="connsiteY44" fmla="*/ 174921 h 361333"/>
              <a:gd name="connsiteX45" fmla="*/ 238345 w 361670"/>
              <a:gd name="connsiteY45" fmla="*/ 181305 h 361333"/>
              <a:gd name="connsiteX46" fmla="*/ 238345 w 361670"/>
              <a:gd name="connsiteY46" fmla="*/ 261105 h 361333"/>
              <a:gd name="connsiteX47" fmla="*/ 267099 w 361670"/>
              <a:gd name="connsiteY47" fmla="*/ 261105 h 361333"/>
              <a:gd name="connsiteX48" fmla="*/ 260709 w 361670"/>
              <a:gd name="connsiteY48" fmla="*/ 267489 h 361333"/>
              <a:gd name="connsiteX49" fmla="*/ 254319 w 361670"/>
              <a:gd name="connsiteY49" fmla="*/ 261105 h 361333"/>
              <a:gd name="connsiteX50" fmla="*/ 254319 w 361670"/>
              <a:gd name="connsiteY50" fmla="*/ 159600 h 361333"/>
              <a:gd name="connsiteX51" fmla="*/ 260709 w 361670"/>
              <a:gd name="connsiteY51" fmla="*/ 153216 h 361333"/>
              <a:gd name="connsiteX52" fmla="*/ 267099 w 361670"/>
              <a:gd name="connsiteY52" fmla="*/ 159600 h 361333"/>
              <a:gd name="connsiteX53" fmla="*/ 267099 w 361670"/>
              <a:gd name="connsiteY53" fmla="*/ 261105 h 361333"/>
              <a:gd name="connsiteX54" fmla="*/ 281796 w 361670"/>
              <a:gd name="connsiteY54" fmla="*/ 130233 h 361333"/>
              <a:gd name="connsiteX55" fmla="*/ 275406 w 361670"/>
              <a:gd name="connsiteY55" fmla="*/ 136617 h 361333"/>
              <a:gd name="connsiteX56" fmla="*/ 269016 w 361670"/>
              <a:gd name="connsiteY56" fmla="*/ 130233 h 361333"/>
              <a:gd name="connsiteX57" fmla="*/ 269016 w 361670"/>
              <a:gd name="connsiteY57" fmla="*/ 116827 h 361333"/>
              <a:gd name="connsiteX58" fmla="*/ 207034 w 361670"/>
              <a:gd name="connsiteY58" fmla="*/ 178752 h 361333"/>
              <a:gd name="connsiteX59" fmla="*/ 202561 w 361670"/>
              <a:gd name="connsiteY59" fmla="*/ 180667 h 361333"/>
              <a:gd name="connsiteX60" fmla="*/ 146329 w 361670"/>
              <a:gd name="connsiteY60" fmla="*/ 180667 h 361333"/>
              <a:gd name="connsiteX61" fmla="*/ 90098 w 361670"/>
              <a:gd name="connsiteY61" fmla="*/ 222801 h 361333"/>
              <a:gd name="connsiteX62" fmla="*/ 86264 w 361670"/>
              <a:gd name="connsiteY62" fmla="*/ 224078 h 361333"/>
              <a:gd name="connsiteX63" fmla="*/ 81152 w 361670"/>
              <a:gd name="connsiteY63" fmla="*/ 221524 h 361333"/>
              <a:gd name="connsiteX64" fmla="*/ 82430 w 361670"/>
              <a:gd name="connsiteY64" fmla="*/ 212587 h 361333"/>
              <a:gd name="connsiteX65" fmla="*/ 140579 w 361670"/>
              <a:gd name="connsiteY65" fmla="*/ 169176 h 361333"/>
              <a:gd name="connsiteX66" fmla="*/ 144412 w 361670"/>
              <a:gd name="connsiteY66" fmla="*/ 167899 h 361333"/>
              <a:gd name="connsiteX67" fmla="*/ 200005 w 361670"/>
              <a:gd name="connsiteY67" fmla="*/ 167899 h 361333"/>
              <a:gd name="connsiteX68" fmla="*/ 260071 w 361670"/>
              <a:gd name="connsiteY68" fmla="*/ 107889 h 361333"/>
              <a:gd name="connsiteX69" fmla="*/ 246651 w 361670"/>
              <a:gd name="connsiteY69" fmla="*/ 107889 h 361333"/>
              <a:gd name="connsiteX70" fmla="*/ 240261 w 361670"/>
              <a:gd name="connsiteY70" fmla="*/ 101505 h 361333"/>
              <a:gd name="connsiteX71" fmla="*/ 246651 w 361670"/>
              <a:gd name="connsiteY71" fmla="*/ 95121 h 361333"/>
              <a:gd name="connsiteX72" fmla="*/ 276045 w 361670"/>
              <a:gd name="connsiteY72" fmla="*/ 95121 h 361333"/>
              <a:gd name="connsiteX73" fmla="*/ 278601 w 361670"/>
              <a:gd name="connsiteY73" fmla="*/ 95760 h 361333"/>
              <a:gd name="connsiteX74" fmla="*/ 281796 w 361670"/>
              <a:gd name="connsiteY74" fmla="*/ 98952 h 361333"/>
              <a:gd name="connsiteX75" fmla="*/ 282435 w 361670"/>
              <a:gd name="connsiteY75" fmla="*/ 101505 h 361333"/>
              <a:gd name="connsiteX76" fmla="*/ 282435 w 361670"/>
              <a:gd name="connsiteY76" fmla="*/ 13023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close/>
                <a:moveTo>
                  <a:pt x="92654" y="261105"/>
                </a:moveTo>
                <a:cubicBezTo>
                  <a:pt x="92654" y="264935"/>
                  <a:pt x="90098" y="267489"/>
                  <a:pt x="86264" y="267489"/>
                </a:cubicBezTo>
                <a:cubicBezTo>
                  <a:pt x="82430" y="267489"/>
                  <a:pt x="79874" y="264935"/>
                  <a:pt x="79874" y="261105"/>
                </a:cubicBezTo>
                <a:lnTo>
                  <a:pt x="79874" y="246422"/>
                </a:lnTo>
                <a:cubicBezTo>
                  <a:pt x="79874" y="242591"/>
                  <a:pt x="82430" y="240038"/>
                  <a:pt x="86264" y="240038"/>
                </a:cubicBezTo>
                <a:cubicBezTo>
                  <a:pt x="90098" y="240038"/>
                  <a:pt x="92654" y="242591"/>
                  <a:pt x="92654" y="246422"/>
                </a:cubicBezTo>
                <a:lnTo>
                  <a:pt x="92654" y="261105"/>
                </a:lnTo>
                <a:close/>
                <a:moveTo>
                  <a:pt x="122048" y="261105"/>
                </a:moveTo>
                <a:cubicBezTo>
                  <a:pt x="122048" y="264935"/>
                  <a:pt x="119492" y="267489"/>
                  <a:pt x="115658" y="267489"/>
                </a:cubicBezTo>
                <a:cubicBezTo>
                  <a:pt x="111824" y="267489"/>
                  <a:pt x="109268" y="264935"/>
                  <a:pt x="109268" y="261105"/>
                </a:cubicBezTo>
                <a:lnTo>
                  <a:pt x="109268" y="231739"/>
                </a:lnTo>
                <a:cubicBezTo>
                  <a:pt x="109268" y="227908"/>
                  <a:pt x="111824" y="225355"/>
                  <a:pt x="115658" y="225355"/>
                </a:cubicBezTo>
                <a:cubicBezTo>
                  <a:pt x="119492" y="225355"/>
                  <a:pt x="122048" y="227908"/>
                  <a:pt x="122048" y="231739"/>
                </a:cubicBezTo>
                <a:lnTo>
                  <a:pt x="122048" y="261105"/>
                </a:lnTo>
                <a:close/>
                <a:moveTo>
                  <a:pt x="150802" y="261105"/>
                </a:moveTo>
                <a:cubicBezTo>
                  <a:pt x="150802" y="264935"/>
                  <a:pt x="148247" y="267489"/>
                  <a:pt x="144412" y="267489"/>
                </a:cubicBezTo>
                <a:cubicBezTo>
                  <a:pt x="140579" y="267489"/>
                  <a:pt x="138022" y="264935"/>
                  <a:pt x="138022" y="261105"/>
                </a:cubicBezTo>
                <a:lnTo>
                  <a:pt x="138022" y="210033"/>
                </a:lnTo>
                <a:cubicBezTo>
                  <a:pt x="138022" y="206203"/>
                  <a:pt x="140579" y="203649"/>
                  <a:pt x="144412" y="203649"/>
                </a:cubicBezTo>
                <a:cubicBezTo>
                  <a:pt x="148247" y="203649"/>
                  <a:pt x="150802" y="206203"/>
                  <a:pt x="150802" y="210033"/>
                </a:cubicBezTo>
                <a:lnTo>
                  <a:pt x="150802" y="261105"/>
                </a:lnTo>
                <a:close/>
                <a:moveTo>
                  <a:pt x="180196" y="261105"/>
                </a:moveTo>
                <a:cubicBezTo>
                  <a:pt x="180196" y="264935"/>
                  <a:pt x="177640" y="267489"/>
                  <a:pt x="173806" y="267489"/>
                </a:cubicBezTo>
                <a:cubicBezTo>
                  <a:pt x="169972" y="267489"/>
                  <a:pt x="167416" y="264935"/>
                  <a:pt x="167416" y="261105"/>
                </a:cubicBezTo>
                <a:lnTo>
                  <a:pt x="167416" y="203011"/>
                </a:lnTo>
                <a:cubicBezTo>
                  <a:pt x="167416" y="199180"/>
                  <a:pt x="169972" y="196627"/>
                  <a:pt x="173806" y="196627"/>
                </a:cubicBezTo>
                <a:cubicBezTo>
                  <a:pt x="177640" y="196627"/>
                  <a:pt x="180196" y="199180"/>
                  <a:pt x="180196" y="203011"/>
                </a:cubicBezTo>
                <a:lnTo>
                  <a:pt x="180196" y="261105"/>
                </a:lnTo>
                <a:close/>
                <a:moveTo>
                  <a:pt x="208951" y="261105"/>
                </a:moveTo>
                <a:cubicBezTo>
                  <a:pt x="208951" y="264935"/>
                  <a:pt x="206395" y="267489"/>
                  <a:pt x="202561" y="267489"/>
                </a:cubicBezTo>
                <a:cubicBezTo>
                  <a:pt x="198727" y="267489"/>
                  <a:pt x="196171" y="264935"/>
                  <a:pt x="196171" y="261105"/>
                </a:cubicBezTo>
                <a:lnTo>
                  <a:pt x="196171" y="203011"/>
                </a:lnTo>
                <a:cubicBezTo>
                  <a:pt x="196171" y="199180"/>
                  <a:pt x="198727" y="196627"/>
                  <a:pt x="202561" y="196627"/>
                </a:cubicBezTo>
                <a:cubicBezTo>
                  <a:pt x="206395" y="196627"/>
                  <a:pt x="208951" y="199180"/>
                  <a:pt x="208951" y="203011"/>
                </a:cubicBezTo>
                <a:lnTo>
                  <a:pt x="208951" y="261105"/>
                </a:lnTo>
                <a:close/>
                <a:moveTo>
                  <a:pt x="238345" y="261105"/>
                </a:moveTo>
                <a:cubicBezTo>
                  <a:pt x="238345" y="264935"/>
                  <a:pt x="235788" y="267489"/>
                  <a:pt x="231955" y="267489"/>
                </a:cubicBezTo>
                <a:cubicBezTo>
                  <a:pt x="228121" y="267489"/>
                  <a:pt x="225565" y="264935"/>
                  <a:pt x="225565" y="261105"/>
                </a:cubicBezTo>
                <a:lnTo>
                  <a:pt x="225565" y="181305"/>
                </a:lnTo>
                <a:cubicBezTo>
                  <a:pt x="225565" y="177475"/>
                  <a:pt x="228121" y="174921"/>
                  <a:pt x="231955" y="174921"/>
                </a:cubicBezTo>
                <a:cubicBezTo>
                  <a:pt x="235788" y="174921"/>
                  <a:pt x="238345" y="177475"/>
                  <a:pt x="238345" y="181305"/>
                </a:cubicBezTo>
                <a:lnTo>
                  <a:pt x="238345" y="261105"/>
                </a:lnTo>
                <a:close/>
                <a:moveTo>
                  <a:pt x="267099" y="261105"/>
                </a:moveTo>
                <a:cubicBezTo>
                  <a:pt x="267099" y="264935"/>
                  <a:pt x="264543" y="267489"/>
                  <a:pt x="260709" y="267489"/>
                </a:cubicBezTo>
                <a:cubicBezTo>
                  <a:pt x="256876" y="267489"/>
                  <a:pt x="254319" y="264935"/>
                  <a:pt x="254319" y="261105"/>
                </a:cubicBezTo>
                <a:lnTo>
                  <a:pt x="254319" y="159600"/>
                </a:lnTo>
                <a:cubicBezTo>
                  <a:pt x="254319" y="155769"/>
                  <a:pt x="256876" y="153216"/>
                  <a:pt x="260709" y="153216"/>
                </a:cubicBezTo>
                <a:cubicBezTo>
                  <a:pt x="264543" y="153216"/>
                  <a:pt x="267099" y="155769"/>
                  <a:pt x="267099" y="159600"/>
                </a:cubicBezTo>
                <a:lnTo>
                  <a:pt x="267099" y="261105"/>
                </a:lnTo>
                <a:close/>
                <a:moveTo>
                  <a:pt x="281796" y="130233"/>
                </a:moveTo>
                <a:cubicBezTo>
                  <a:pt x="281796" y="134064"/>
                  <a:pt x="279240" y="136617"/>
                  <a:pt x="275406" y="136617"/>
                </a:cubicBezTo>
                <a:cubicBezTo>
                  <a:pt x="271572" y="136617"/>
                  <a:pt x="269016" y="134064"/>
                  <a:pt x="269016" y="130233"/>
                </a:cubicBezTo>
                <a:lnTo>
                  <a:pt x="269016" y="116827"/>
                </a:lnTo>
                <a:lnTo>
                  <a:pt x="207034" y="178752"/>
                </a:lnTo>
                <a:cubicBezTo>
                  <a:pt x="205756" y="180028"/>
                  <a:pt x="204478" y="180667"/>
                  <a:pt x="202561" y="180667"/>
                </a:cubicBezTo>
                <a:lnTo>
                  <a:pt x="146329" y="180667"/>
                </a:lnTo>
                <a:lnTo>
                  <a:pt x="90098" y="222801"/>
                </a:lnTo>
                <a:cubicBezTo>
                  <a:pt x="88820" y="223439"/>
                  <a:pt x="87542" y="224078"/>
                  <a:pt x="86264" y="224078"/>
                </a:cubicBezTo>
                <a:cubicBezTo>
                  <a:pt x="84347" y="224078"/>
                  <a:pt x="82430" y="223439"/>
                  <a:pt x="81152" y="221524"/>
                </a:cubicBezTo>
                <a:cubicBezTo>
                  <a:pt x="79235" y="218971"/>
                  <a:pt x="79874" y="214502"/>
                  <a:pt x="82430" y="212587"/>
                </a:cubicBezTo>
                <a:lnTo>
                  <a:pt x="140579" y="169176"/>
                </a:lnTo>
                <a:cubicBezTo>
                  <a:pt x="141857" y="168537"/>
                  <a:pt x="143134" y="167899"/>
                  <a:pt x="144412" y="167899"/>
                </a:cubicBezTo>
                <a:lnTo>
                  <a:pt x="200005" y="167899"/>
                </a:lnTo>
                <a:lnTo>
                  <a:pt x="260071" y="107889"/>
                </a:lnTo>
                <a:lnTo>
                  <a:pt x="246651" y="107889"/>
                </a:lnTo>
                <a:cubicBezTo>
                  <a:pt x="242818" y="107889"/>
                  <a:pt x="240261" y="105336"/>
                  <a:pt x="240261" y="101505"/>
                </a:cubicBezTo>
                <a:cubicBezTo>
                  <a:pt x="240261" y="97675"/>
                  <a:pt x="242818" y="95121"/>
                  <a:pt x="246651" y="95121"/>
                </a:cubicBezTo>
                <a:lnTo>
                  <a:pt x="276045" y="95121"/>
                </a:lnTo>
                <a:cubicBezTo>
                  <a:pt x="276684" y="95121"/>
                  <a:pt x="277962" y="95121"/>
                  <a:pt x="278601" y="95760"/>
                </a:cubicBezTo>
                <a:cubicBezTo>
                  <a:pt x="279879" y="96398"/>
                  <a:pt x="281157" y="97675"/>
                  <a:pt x="281796" y="98952"/>
                </a:cubicBezTo>
                <a:cubicBezTo>
                  <a:pt x="282435" y="99590"/>
                  <a:pt x="282435" y="100867"/>
                  <a:pt x="282435" y="101505"/>
                </a:cubicBezTo>
                <a:lnTo>
                  <a:pt x="282435" y="130233"/>
                </a:lnTo>
                <a:close/>
              </a:path>
            </a:pathLst>
          </a:custGeom>
          <a:solidFill>
            <a:srgbClr val="00ABAB"/>
          </a:solidFill>
          <a:ln w="6390" cap="flat">
            <a:noFill/>
            <a:prstDash val="solid"/>
            <a:miter/>
          </a:ln>
        </p:spPr>
        <p:txBody>
          <a:bodyPr rtlCol="0" anchor="ctr"/>
          <a:lstStyle/>
          <a:p>
            <a:endParaRPr lang="en-US"/>
          </a:p>
        </p:txBody>
      </p:sp>
      <p:sp>
        <p:nvSpPr>
          <p:cNvPr id="814" name="Graphic 4">
            <a:extLst>
              <a:ext uri="{FF2B5EF4-FFF2-40B4-BE49-F238E27FC236}">
                <a16:creationId xmlns:a16="http://schemas.microsoft.com/office/drawing/2014/main" id="{D2A6078F-21C5-D64B-962D-D9D90464271B}"/>
              </a:ext>
            </a:extLst>
          </p:cNvPr>
          <p:cNvSpPr/>
          <p:nvPr/>
        </p:nvSpPr>
        <p:spPr>
          <a:xfrm>
            <a:off x="4046108"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79240 w 361670"/>
              <a:gd name="connsiteY5" fmla="*/ 257275 h 361333"/>
              <a:gd name="connsiteX6" fmla="*/ 81791 w 361670"/>
              <a:gd name="connsiteY6" fmla="*/ 257275 h 361333"/>
              <a:gd name="connsiteX7" fmla="*/ 75401 w 361670"/>
              <a:gd name="connsiteY7" fmla="*/ 250891 h 361333"/>
              <a:gd name="connsiteX8" fmla="*/ 75401 w 361670"/>
              <a:gd name="connsiteY8" fmla="*/ 109804 h 361333"/>
              <a:gd name="connsiteX9" fmla="*/ 81791 w 361670"/>
              <a:gd name="connsiteY9" fmla="*/ 103420 h 361333"/>
              <a:gd name="connsiteX10" fmla="*/ 88181 w 361670"/>
              <a:gd name="connsiteY10" fmla="*/ 109804 h 361333"/>
              <a:gd name="connsiteX11" fmla="*/ 88181 w 361670"/>
              <a:gd name="connsiteY11" fmla="*/ 244507 h 361333"/>
              <a:gd name="connsiteX12" fmla="*/ 279240 w 361670"/>
              <a:gd name="connsiteY12" fmla="*/ 244507 h 361333"/>
              <a:gd name="connsiteX13" fmla="*/ 285630 w 361670"/>
              <a:gd name="connsiteY13" fmla="*/ 250891 h 361333"/>
              <a:gd name="connsiteX14" fmla="*/ 279240 w 361670"/>
              <a:gd name="connsiteY14" fmla="*/ 257275 h 361333"/>
              <a:gd name="connsiteX15" fmla="*/ 283713 w 361670"/>
              <a:gd name="connsiteY15" fmla="*/ 128956 h 361333"/>
              <a:gd name="connsiteX16" fmla="*/ 206395 w 361670"/>
              <a:gd name="connsiteY16" fmla="*/ 206203 h 361333"/>
              <a:gd name="connsiteX17" fmla="*/ 201922 w 361670"/>
              <a:gd name="connsiteY17" fmla="*/ 208118 h 361333"/>
              <a:gd name="connsiteX18" fmla="*/ 197449 w 361670"/>
              <a:gd name="connsiteY18" fmla="*/ 206203 h 361333"/>
              <a:gd name="connsiteX19" fmla="*/ 159748 w 361670"/>
              <a:gd name="connsiteY19" fmla="*/ 168537 h 361333"/>
              <a:gd name="connsiteX20" fmla="*/ 115019 w 361670"/>
              <a:gd name="connsiteY20" fmla="*/ 213225 h 361333"/>
              <a:gd name="connsiteX21" fmla="*/ 110546 w 361670"/>
              <a:gd name="connsiteY21" fmla="*/ 215140 h 361333"/>
              <a:gd name="connsiteX22" fmla="*/ 106073 w 361670"/>
              <a:gd name="connsiteY22" fmla="*/ 213225 h 361333"/>
              <a:gd name="connsiteX23" fmla="*/ 106073 w 361670"/>
              <a:gd name="connsiteY23" fmla="*/ 204287 h 361333"/>
              <a:gd name="connsiteX24" fmla="*/ 155275 w 361670"/>
              <a:gd name="connsiteY24" fmla="*/ 155131 h 361333"/>
              <a:gd name="connsiteX25" fmla="*/ 159748 w 361670"/>
              <a:gd name="connsiteY25" fmla="*/ 153216 h 361333"/>
              <a:gd name="connsiteX26" fmla="*/ 164221 w 361670"/>
              <a:gd name="connsiteY26" fmla="*/ 155131 h 361333"/>
              <a:gd name="connsiteX27" fmla="*/ 201922 w 361670"/>
              <a:gd name="connsiteY27" fmla="*/ 192796 h 361333"/>
              <a:gd name="connsiteX28" fmla="*/ 274767 w 361670"/>
              <a:gd name="connsiteY28" fmla="*/ 120019 h 361333"/>
              <a:gd name="connsiteX29" fmla="*/ 283713 w 361670"/>
              <a:gd name="connsiteY29" fmla="*/ 120019 h 361333"/>
              <a:gd name="connsiteX30" fmla="*/ 283713 w 361670"/>
              <a:gd name="connsiteY30" fmla="*/ 12895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close/>
                <a:moveTo>
                  <a:pt x="279240" y="257275"/>
                </a:moveTo>
                <a:lnTo>
                  <a:pt x="81791" y="257275"/>
                </a:lnTo>
                <a:cubicBezTo>
                  <a:pt x="77957" y="257275"/>
                  <a:pt x="75401" y="254721"/>
                  <a:pt x="75401" y="250891"/>
                </a:cubicBezTo>
                <a:lnTo>
                  <a:pt x="75401" y="109804"/>
                </a:lnTo>
                <a:cubicBezTo>
                  <a:pt x="75401" y="105974"/>
                  <a:pt x="77957" y="103420"/>
                  <a:pt x="81791" y="103420"/>
                </a:cubicBezTo>
                <a:cubicBezTo>
                  <a:pt x="85625" y="103420"/>
                  <a:pt x="88181" y="105974"/>
                  <a:pt x="88181" y="109804"/>
                </a:cubicBezTo>
                <a:lnTo>
                  <a:pt x="88181" y="244507"/>
                </a:lnTo>
                <a:lnTo>
                  <a:pt x="279240" y="244507"/>
                </a:lnTo>
                <a:cubicBezTo>
                  <a:pt x="283074" y="244507"/>
                  <a:pt x="285630" y="247060"/>
                  <a:pt x="285630" y="250891"/>
                </a:cubicBezTo>
                <a:cubicBezTo>
                  <a:pt x="285630" y="254721"/>
                  <a:pt x="283074" y="257275"/>
                  <a:pt x="279240" y="257275"/>
                </a:cubicBezTo>
                <a:close/>
                <a:moveTo>
                  <a:pt x="283713" y="128956"/>
                </a:moveTo>
                <a:lnTo>
                  <a:pt x="206395" y="206203"/>
                </a:lnTo>
                <a:cubicBezTo>
                  <a:pt x="205117" y="207479"/>
                  <a:pt x="203839" y="208118"/>
                  <a:pt x="201922" y="208118"/>
                </a:cubicBezTo>
                <a:cubicBezTo>
                  <a:pt x="200005" y="208118"/>
                  <a:pt x="198727" y="207479"/>
                  <a:pt x="197449" y="206203"/>
                </a:cubicBezTo>
                <a:lnTo>
                  <a:pt x="159748" y="168537"/>
                </a:lnTo>
                <a:lnTo>
                  <a:pt x="115019" y="213225"/>
                </a:lnTo>
                <a:cubicBezTo>
                  <a:pt x="113741" y="214502"/>
                  <a:pt x="111824" y="215140"/>
                  <a:pt x="110546" y="215140"/>
                </a:cubicBezTo>
                <a:cubicBezTo>
                  <a:pt x="109268" y="215140"/>
                  <a:pt x="107351" y="214502"/>
                  <a:pt x="106073" y="213225"/>
                </a:cubicBezTo>
                <a:cubicBezTo>
                  <a:pt x="103517" y="210671"/>
                  <a:pt x="103517" y="206841"/>
                  <a:pt x="106073" y="204287"/>
                </a:cubicBezTo>
                <a:lnTo>
                  <a:pt x="155275" y="155131"/>
                </a:lnTo>
                <a:cubicBezTo>
                  <a:pt x="156553" y="153854"/>
                  <a:pt x="157832" y="153216"/>
                  <a:pt x="159748" y="153216"/>
                </a:cubicBezTo>
                <a:cubicBezTo>
                  <a:pt x="161665" y="153216"/>
                  <a:pt x="162943" y="153854"/>
                  <a:pt x="164221" y="155131"/>
                </a:cubicBezTo>
                <a:lnTo>
                  <a:pt x="201922" y="192796"/>
                </a:lnTo>
                <a:lnTo>
                  <a:pt x="274767" y="120019"/>
                </a:lnTo>
                <a:cubicBezTo>
                  <a:pt x="277323" y="117465"/>
                  <a:pt x="281157" y="117465"/>
                  <a:pt x="283713" y="120019"/>
                </a:cubicBezTo>
                <a:cubicBezTo>
                  <a:pt x="286269" y="122572"/>
                  <a:pt x="286269" y="126403"/>
                  <a:pt x="283713" y="128956"/>
                </a:cubicBezTo>
                <a:close/>
              </a:path>
            </a:pathLst>
          </a:custGeom>
          <a:solidFill>
            <a:srgbClr val="00ABAB"/>
          </a:solidFill>
          <a:ln w="6390" cap="flat">
            <a:noFill/>
            <a:prstDash val="solid"/>
            <a:miter/>
          </a:ln>
        </p:spPr>
        <p:txBody>
          <a:bodyPr rtlCol="0" anchor="ctr"/>
          <a:lstStyle/>
          <a:p>
            <a:endParaRPr lang="en-US"/>
          </a:p>
        </p:txBody>
      </p:sp>
      <p:grpSp>
        <p:nvGrpSpPr>
          <p:cNvPr id="815" name="Graphic 4">
            <a:extLst>
              <a:ext uri="{FF2B5EF4-FFF2-40B4-BE49-F238E27FC236}">
                <a16:creationId xmlns:a16="http://schemas.microsoft.com/office/drawing/2014/main" id="{0B998C74-3FAE-9A43-9149-AAB419B9547A}"/>
              </a:ext>
            </a:extLst>
          </p:cNvPr>
          <p:cNvGrpSpPr/>
          <p:nvPr/>
        </p:nvGrpSpPr>
        <p:grpSpPr>
          <a:xfrm>
            <a:off x="4046108" y="2371173"/>
            <a:ext cx="361670" cy="361333"/>
            <a:chOff x="4046108" y="2371173"/>
            <a:chExt cx="361670" cy="361333"/>
          </a:xfrm>
          <a:solidFill>
            <a:srgbClr val="00ABAB"/>
          </a:solidFill>
        </p:grpSpPr>
        <p:sp>
          <p:nvSpPr>
            <p:cNvPr id="816" name="Graphic 4">
              <a:extLst>
                <a:ext uri="{FF2B5EF4-FFF2-40B4-BE49-F238E27FC236}">
                  <a16:creationId xmlns:a16="http://schemas.microsoft.com/office/drawing/2014/main" id="{A7292C12-239F-0F4B-953D-677A7FDC0660}"/>
                </a:ext>
              </a:extLst>
            </p:cNvPr>
            <p:cNvSpPr/>
            <p:nvPr/>
          </p:nvSpPr>
          <p:spPr>
            <a:xfrm>
              <a:off x="4262088" y="2461187"/>
              <a:ext cx="55592" cy="55540"/>
            </a:xfrm>
            <a:custGeom>
              <a:avLst/>
              <a:gdLst>
                <a:gd name="connsiteX0" fmla="*/ 0 w 55592"/>
                <a:gd name="connsiteY0" fmla="*/ 0 h 55540"/>
                <a:gd name="connsiteX1" fmla="*/ 0 w 55592"/>
                <a:gd name="connsiteY1" fmla="*/ 55541 h 55540"/>
                <a:gd name="connsiteX2" fmla="*/ 55593 w 55592"/>
                <a:gd name="connsiteY2" fmla="*/ 55541 h 55540"/>
                <a:gd name="connsiteX3" fmla="*/ 0 w 55592"/>
                <a:gd name="connsiteY3" fmla="*/ 0 h 55540"/>
              </a:gdLst>
              <a:ahLst/>
              <a:cxnLst>
                <a:cxn ang="0">
                  <a:pos x="connsiteX0" y="connsiteY0"/>
                </a:cxn>
                <a:cxn ang="0">
                  <a:pos x="connsiteX1" y="connsiteY1"/>
                </a:cxn>
                <a:cxn ang="0">
                  <a:pos x="connsiteX2" y="connsiteY2"/>
                </a:cxn>
                <a:cxn ang="0">
                  <a:pos x="connsiteX3" y="connsiteY3"/>
                </a:cxn>
              </a:cxnLst>
              <a:rect l="l" t="t" r="r" b="b"/>
              <a:pathLst>
                <a:path w="55592" h="55540">
                  <a:moveTo>
                    <a:pt x="0" y="0"/>
                  </a:moveTo>
                  <a:lnTo>
                    <a:pt x="0" y="55541"/>
                  </a:lnTo>
                  <a:lnTo>
                    <a:pt x="55593" y="55541"/>
                  </a:lnTo>
                  <a:cubicBezTo>
                    <a:pt x="45368" y="30643"/>
                    <a:pt x="25560" y="10214"/>
                    <a:pt x="0" y="0"/>
                  </a:cubicBezTo>
                  <a:close/>
                </a:path>
              </a:pathLst>
            </a:custGeom>
            <a:solidFill>
              <a:srgbClr val="00ABAB"/>
            </a:solidFill>
            <a:ln w="6390" cap="flat">
              <a:noFill/>
              <a:prstDash val="solid"/>
              <a:miter/>
            </a:ln>
          </p:spPr>
          <p:txBody>
            <a:bodyPr rtlCol="0" anchor="ctr"/>
            <a:lstStyle/>
            <a:p>
              <a:endParaRPr lang="en-US"/>
            </a:p>
          </p:txBody>
        </p:sp>
        <p:sp>
          <p:nvSpPr>
            <p:cNvPr id="817" name="Graphic 4">
              <a:extLst>
                <a:ext uri="{FF2B5EF4-FFF2-40B4-BE49-F238E27FC236}">
                  <a16:creationId xmlns:a16="http://schemas.microsoft.com/office/drawing/2014/main" id="{FA671FFF-E62C-6F4E-9CAF-231A57559617}"/>
                </a:ext>
              </a:extLst>
            </p:cNvPr>
            <p:cNvSpPr/>
            <p:nvPr/>
          </p:nvSpPr>
          <p:spPr>
            <a:xfrm>
              <a:off x="4046108"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75723 w 361670"/>
                <a:gd name="connsiteY5" fmla="*/ 287279 h 361333"/>
                <a:gd name="connsiteX6" fmla="*/ 74762 w 361670"/>
                <a:gd name="connsiteY6" fmla="*/ 186412 h 361333"/>
                <a:gd name="connsiteX7" fmla="*/ 175723 w 361670"/>
                <a:gd name="connsiteY7" fmla="*/ 85546 h 361333"/>
                <a:gd name="connsiteX8" fmla="*/ 182113 w 361670"/>
                <a:gd name="connsiteY8" fmla="*/ 91930 h 361333"/>
                <a:gd name="connsiteX9" fmla="*/ 182113 w 361670"/>
                <a:gd name="connsiteY9" fmla="*/ 180028 h 361333"/>
                <a:gd name="connsiteX10" fmla="*/ 270294 w 361670"/>
                <a:gd name="connsiteY10" fmla="*/ 180028 h 361333"/>
                <a:gd name="connsiteX11" fmla="*/ 276684 w 361670"/>
                <a:gd name="connsiteY11" fmla="*/ 186412 h 361333"/>
                <a:gd name="connsiteX12" fmla="*/ 175723 w 361670"/>
                <a:gd name="connsiteY12" fmla="*/ 287279 h 361333"/>
                <a:gd name="connsiteX13" fmla="*/ 286269 w 361670"/>
                <a:gd name="connsiteY13" fmla="*/ 155769 h 361333"/>
                <a:gd name="connsiteX14" fmla="*/ 281157 w 361670"/>
                <a:gd name="connsiteY14" fmla="*/ 158323 h 361333"/>
                <a:gd name="connsiteX15" fmla="*/ 209590 w 361670"/>
                <a:gd name="connsiteY15" fmla="*/ 158323 h 361333"/>
                <a:gd name="connsiteX16" fmla="*/ 203200 w 361670"/>
                <a:gd name="connsiteY16" fmla="*/ 151939 h 361333"/>
                <a:gd name="connsiteX17" fmla="*/ 203200 w 361670"/>
                <a:gd name="connsiteY17" fmla="*/ 81077 h 361333"/>
                <a:gd name="connsiteX18" fmla="*/ 205756 w 361670"/>
                <a:gd name="connsiteY18" fmla="*/ 75970 h 361333"/>
                <a:gd name="connsiteX19" fmla="*/ 211507 w 361670"/>
                <a:gd name="connsiteY19" fmla="*/ 75331 h 361333"/>
                <a:gd name="connsiteX20" fmla="*/ 286908 w 361670"/>
                <a:gd name="connsiteY20" fmla="*/ 150662 h 361333"/>
                <a:gd name="connsiteX21" fmla="*/ 286269 w 361670"/>
                <a:gd name="connsiteY21" fmla="*/ 15576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75723" y="287279"/>
                  </a:moveTo>
                  <a:cubicBezTo>
                    <a:pt x="120131" y="287279"/>
                    <a:pt x="74762" y="241953"/>
                    <a:pt x="74762" y="186412"/>
                  </a:cubicBezTo>
                  <a:cubicBezTo>
                    <a:pt x="74762" y="130872"/>
                    <a:pt x="120131" y="85546"/>
                    <a:pt x="175723" y="85546"/>
                  </a:cubicBezTo>
                  <a:cubicBezTo>
                    <a:pt x="179557" y="85546"/>
                    <a:pt x="182113" y="88099"/>
                    <a:pt x="182113" y="91930"/>
                  </a:cubicBezTo>
                  <a:lnTo>
                    <a:pt x="182113" y="180028"/>
                  </a:lnTo>
                  <a:lnTo>
                    <a:pt x="270294" y="180028"/>
                  </a:lnTo>
                  <a:cubicBezTo>
                    <a:pt x="274128" y="180028"/>
                    <a:pt x="276684" y="182582"/>
                    <a:pt x="276684" y="186412"/>
                  </a:cubicBezTo>
                  <a:cubicBezTo>
                    <a:pt x="276684" y="241953"/>
                    <a:pt x="231316" y="287279"/>
                    <a:pt x="175723" y="287279"/>
                  </a:cubicBezTo>
                  <a:close/>
                  <a:moveTo>
                    <a:pt x="286269" y="155769"/>
                  </a:moveTo>
                  <a:cubicBezTo>
                    <a:pt x="284991" y="157684"/>
                    <a:pt x="283074" y="158323"/>
                    <a:pt x="281157" y="158323"/>
                  </a:cubicBezTo>
                  <a:lnTo>
                    <a:pt x="209590" y="158323"/>
                  </a:lnTo>
                  <a:cubicBezTo>
                    <a:pt x="205756" y="158323"/>
                    <a:pt x="203200" y="155769"/>
                    <a:pt x="203200" y="151939"/>
                  </a:cubicBezTo>
                  <a:lnTo>
                    <a:pt x="203200" y="81077"/>
                  </a:lnTo>
                  <a:cubicBezTo>
                    <a:pt x="203200" y="79162"/>
                    <a:pt x="204478" y="77246"/>
                    <a:pt x="205756" y="75970"/>
                  </a:cubicBezTo>
                  <a:cubicBezTo>
                    <a:pt x="207673" y="74693"/>
                    <a:pt x="209590" y="74693"/>
                    <a:pt x="211507" y="75331"/>
                  </a:cubicBezTo>
                  <a:cubicBezTo>
                    <a:pt x="247291" y="86822"/>
                    <a:pt x="275406" y="114912"/>
                    <a:pt x="286908" y="150662"/>
                  </a:cubicBezTo>
                  <a:cubicBezTo>
                    <a:pt x="287547" y="151939"/>
                    <a:pt x="286908" y="153854"/>
                    <a:pt x="286269" y="155769"/>
                  </a:cubicBezTo>
                  <a:close/>
                </a:path>
              </a:pathLst>
            </a:custGeom>
            <a:solidFill>
              <a:srgbClr val="00ABAB"/>
            </a:solidFill>
            <a:ln w="6390" cap="flat">
              <a:noFill/>
              <a:prstDash val="solid"/>
              <a:miter/>
            </a:ln>
          </p:spPr>
          <p:txBody>
            <a:bodyPr rtlCol="0" anchor="ctr"/>
            <a:lstStyle/>
            <a:p>
              <a:endParaRPr lang="en-US"/>
            </a:p>
          </p:txBody>
        </p:sp>
        <p:sp>
          <p:nvSpPr>
            <p:cNvPr id="818" name="Graphic 4">
              <a:extLst>
                <a:ext uri="{FF2B5EF4-FFF2-40B4-BE49-F238E27FC236}">
                  <a16:creationId xmlns:a16="http://schemas.microsoft.com/office/drawing/2014/main" id="{766AE2E2-557E-F24B-9A8F-1DE5485177FF}"/>
                </a:ext>
              </a:extLst>
            </p:cNvPr>
            <p:cNvSpPr/>
            <p:nvPr/>
          </p:nvSpPr>
          <p:spPr>
            <a:xfrm>
              <a:off x="4133650" y="2469487"/>
              <a:ext cx="176362" cy="176197"/>
            </a:xfrm>
            <a:custGeom>
              <a:avLst/>
              <a:gdLst>
                <a:gd name="connsiteX0" fmla="*/ 81791 w 176362"/>
                <a:gd name="connsiteY0" fmla="*/ 88099 h 176197"/>
                <a:gd name="connsiteX1" fmla="*/ 81791 w 176362"/>
                <a:gd name="connsiteY1" fmla="*/ 0 h 176197"/>
                <a:gd name="connsiteX2" fmla="*/ 0 w 176362"/>
                <a:gd name="connsiteY2" fmla="*/ 88099 h 176197"/>
                <a:gd name="connsiteX3" fmla="*/ 88181 w 176362"/>
                <a:gd name="connsiteY3" fmla="*/ 176198 h 176197"/>
                <a:gd name="connsiteX4" fmla="*/ 176362 w 176362"/>
                <a:gd name="connsiteY4" fmla="*/ 94483 h 176197"/>
                <a:gd name="connsiteX5" fmla="*/ 88181 w 176362"/>
                <a:gd name="connsiteY5" fmla="*/ 94483 h 176197"/>
                <a:gd name="connsiteX6" fmla="*/ 81791 w 176362"/>
                <a:gd name="connsiteY6" fmla="*/ 88099 h 176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362" h="176197">
                  <a:moveTo>
                    <a:pt x="81791" y="88099"/>
                  </a:moveTo>
                  <a:lnTo>
                    <a:pt x="81791" y="0"/>
                  </a:lnTo>
                  <a:cubicBezTo>
                    <a:pt x="35783" y="3192"/>
                    <a:pt x="0" y="41496"/>
                    <a:pt x="0" y="88099"/>
                  </a:cubicBezTo>
                  <a:cubicBezTo>
                    <a:pt x="0" y="136617"/>
                    <a:pt x="39617" y="176198"/>
                    <a:pt x="88181" y="176198"/>
                  </a:cubicBezTo>
                  <a:cubicBezTo>
                    <a:pt x="134828" y="176198"/>
                    <a:pt x="173167" y="139809"/>
                    <a:pt x="176362" y="94483"/>
                  </a:cubicBezTo>
                  <a:lnTo>
                    <a:pt x="88181" y="94483"/>
                  </a:lnTo>
                  <a:cubicBezTo>
                    <a:pt x="84347" y="94483"/>
                    <a:pt x="81791" y="91291"/>
                    <a:pt x="81791" y="88099"/>
                  </a:cubicBezTo>
                  <a:close/>
                </a:path>
              </a:pathLst>
            </a:custGeom>
            <a:solidFill>
              <a:srgbClr val="00ABAB"/>
            </a:solidFill>
            <a:ln w="6390" cap="flat">
              <a:noFill/>
              <a:prstDash val="solid"/>
              <a:miter/>
            </a:ln>
          </p:spPr>
          <p:txBody>
            <a:bodyPr rtlCol="0" anchor="ctr"/>
            <a:lstStyle/>
            <a:p>
              <a:endParaRPr lang="en-US"/>
            </a:p>
          </p:txBody>
        </p:sp>
      </p:grpSp>
      <p:grpSp>
        <p:nvGrpSpPr>
          <p:cNvPr id="819" name="Graphic 4">
            <a:extLst>
              <a:ext uri="{FF2B5EF4-FFF2-40B4-BE49-F238E27FC236}">
                <a16:creationId xmlns:a16="http://schemas.microsoft.com/office/drawing/2014/main" id="{BCE8BA03-CC72-594E-B39A-A00DDD428FF1}"/>
              </a:ext>
            </a:extLst>
          </p:cNvPr>
          <p:cNvGrpSpPr/>
          <p:nvPr/>
        </p:nvGrpSpPr>
        <p:grpSpPr>
          <a:xfrm>
            <a:off x="4046108" y="2855717"/>
            <a:ext cx="361670" cy="361333"/>
            <a:chOff x="4046108" y="2855717"/>
            <a:chExt cx="361670" cy="361333"/>
          </a:xfrm>
          <a:solidFill>
            <a:srgbClr val="00ABAB"/>
          </a:solidFill>
        </p:grpSpPr>
        <p:sp>
          <p:nvSpPr>
            <p:cNvPr id="820" name="Graphic 4">
              <a:extLst>
                <a:ext uri="{FF2B5EF4-FFF2-40B4-BE49-F238E27FC236}">
                  <a16:creationId xmlns:a16="http://schemas.microsoft.com/office/drawing/2014/main" id="{31ED27B7-1C25-6241-AF6D-519CE349C61C}"/>
                </a:ext>
              </a:extLst>
            </p:cNvPr>
            <p:cNvSpPr/>
            <p:nvPr/>
          </p:nvSpPr>
          <p:spPr>
            <a:xfrm>
              <a:off x="4233333" y="2944455"/>
              <a:ext cx="85625" cy="85545"/>
            </a:xfrm>
            <a:custGeom>
              <a:avLst/>
              <a:gdLst>
                <a:gd name="connsiteX0" fmla="*/ 0 w 85625"/>
                <a:gd name="connsiteY0" fmla="*/ 85545 h 85545"/>
                <a:gd name="connsiteX1" fmla="*/ 85625 w 85625"/>
                <a:gd name="connsiteY1" fmla="*/ 85545 h 85545"/>
                <a:gd name="connsiteX2" fmla="*/ 0 w 85625"/>
                <a:gd name="connsiteY2" fmla="*/ 0 h 85545"/>
                <a:gd name="connsiteX3" fmla="*/ 0 w 85625"/>
                <a:gd name="connsiteY3" fmla="*/ 85545 h 85545"/>
              </a:gdLst>
              <a:ahLst/>
              <a:cxnLst>
                <a:cxn ang="0">
                  <a:pos x="connsiteX0" y="connsiteY0"/>
                </a:cxn>
                <a:cxn ang="0">
                  <a:pos x="connsiteX1" y="connsiteY1"/>
                </a:cxn>
                <a:cxn ang="0">
                  <a:pos x="connsiteX2" y="connsiteY2"/>
                </a:cxn>
                <a:cxn ang="0">
                  <a:pos x="connsiteX3" y="connsiteY3"/>
                </a:cxn>
              </a:cxnLst>
              <a:rect l="l" t="t" r="r" b="b"/>
              <a:pathLst>
                <a:path w="85625" h="85545">
                  <a:moveTo>
                    <a:pt x="0" y="85545"/>
                  </a:moveTo>
                  <a:lnTo>
                    <a:pt x="85625" y="85545"/>
                  </a:lnTo>
                  <a:cubicBezTo>
                    <a:pt x="82430" y="40219"/>
                    <a:pt x="46008" y="3192"/>
                    <a:pt x="0" y="0"/>
                  </a:cubicBezTo>
                  <a:lnTo>
                    <a:pt x="0" y="85545"/>
                  </a:lnTo>
                  <a:close/>
                </a:path>
              </a:pathLst>
            </a:custGeom>
            <a:solidFill>
              <a:srgbClr val="00ABAB"/>
            </a:solidFill>
            <a:ln w="6390" cap="flat">
              <a:noFill/>
              <a:prstDash val="solid"/>
              <a:miter/>
            </a:ln>
          </p:spPr>
          <p:txBody>
            <a:bodyPr rtlCol="0" anchor="ctr"/>
            <a:lstStyle/>
            <a:p>
              <a:endParaRPr lang="en-US"/>
            </a:p>
          </p:txBody>
        </p:sp>
        <p:sp>
          <p:nvSpPr>
            <p:cNvPr id="821" name="Graphic 4">
              <a:extLst>
                <a:ext uri="{FF2B5EF4-FFF2-40B4-BE49-F238E27FC236}">
                  <a16:creationId xmlns:a16="http://schemas.microsoft.com/office/drawing/2014/main" id="{A4BE7561-40E0-494B-A936-0BC03072BDC4}"/>
                </a:ext>
              </a:extLst>
            </p:cNvPr>
            <p:cNvSpPr/>
            <p:nvPr/>
          </p:nvSpPr>
          <p:spPr>
            <a:xfrm>
              <a:off x="4242279" y="3042768"/>
              <a:ext cx="76040" cy="53625"/>
            </a:xfrm>
            <a:custGeom>
              <a:avLst/>
              <a:gdLst>
                <a:gd name="connsiteX0" fmla="*/ 0 w 76040"/>
                <a:gd name="connsiteY0" fmla="*/ 0 h 53625"/>
                <a:gd name="connsiteX1" fmla="*/ 53675 w 76040"/>
                <a:gd name="connsiteY1" fmla="*/ 53625 h 53625"/>
                <a:gd name="connsiteX2" fmla="*/ 76040 w 76040"/>
                <a:gd name="connsiteY2" fmla="*/ 0 h 53625"/>
                <a:gd name="connsiteX3" fmla="*/ 0 w 76040"/>
                <a:gd name="connsiteY3" fmla="*/ 0 h 53625"/>
              </a:gdLst>
              <a:ahLst/>
              <a:cxnLst>
                <a:cxn ang="0">
                  <a:pos x="connsiteX0" y="connsiteY0"/>
                </a:cxn>
                <a:cxn ang="0">
                  <a:pos x="connsiteX1" y="connsiteY1"/>
                </a:cxn>
                <a:cxn ang="0">
                  <a:pos x="connsiteX2" y="connsiteY2"/>
                </a:cxn>
                <a:cxn ang="0">
                  <a:pos x="connsiteX3" y="connsiteY3"/>
                </a:cxn>
              </a:cxnLst>
              <a:rect l="l" t="t" r="r" b="b"/>
              <a:pathLst>
                <a:path w="76040" h="53625">
                  <a:moveTo>
                    <a:pt x="0" y="0"/>
                  </a:moveTo>
                  <a:lnTo>
                    <a:pt x="53675" y="53625"/>
                  </a:lnTo>
                  <a:cubicBezTo>
                    <a:pt x="66455" y="38942"/>
                    <a:pt x="74762" y="20429"/>
                    <a:pt x="76040" y="0"/>
                  </a:cubicBezTo>
                  <a:lnTo>
                    <a:pt x="0" y="0"/>
                  </a:lnTo>
                  <a:close/>
                </a:path>
              </a:pathLst>
            </a:custGeom>
            <a:solidFill>
              <a:srgbClr val="00ABAB"/>
            </a:solidFill>
            <a:ln w="6390" cap="flat">
              <a:noFill/>
              <a:prstDash val="solid"/>
              <a:miter/>
            </a:ln>
          </p:spPr>
          <p:txBody>
            <a:bodyPr rtlCol="0" anchor="ctr"/>
            <a:lstStyle/>
            <a:p>
              <a:endParaRPr lang="en-US"/>
            </a:p>
          </p:txBody>
        </p:sp>
        <p:sp>
          <p:nvSpPr>
            <p:cNvPr id="822" name="Graphic 4">
              <a:extLst>
                <a:ext uri="{FF2B5EF4-FFF2-40B4-BE49-F238E27FC236}">
                  <a16:creationId xmlns:a16="http://schemas.microsoft.com/office/drawing/2014/main" id="{E6A62DCF-B119-E240-9737-1F6D76726D84}"/>
                </a:ext>
              </a:extLst>
            </p:cNvPr>
            <p:cNvSpPr/>
            <p:nvPr/>
          </p:nvSpPr>
          <p:spPr>
            <a:xfrm>
              <a:off x="4046108"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285364 h 361333"/>
                <a:gd name="connsiteX6" fmla="*/ 76040 w 361670"/>
                <a:gd name="connsiteY6" fmla="*/ 180667 h 361333"/>
                <a:gd name="connsiteX7" fmla="*/ 180835 w 361670"/>
                <a:gd name="connsiteY7" fmla="*/ 75969 h 361333"/>
                <a:gd name="connsiteX8" fmla="*/ 285630 w 361670"/>
                <a:gd name="connsiteY8" fmla="*/ 180667 h 361333"/>
                <a:gd name="connsiteX9" fmla="*/ 180835 w 361670"/>
                <a:gd name="connsiteY9" fmla="*/ 28536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0438"/>
                    <a:pt x="280518" y="0"/>
                    <a:pt x="180835" y="0"/>
                  </a:cubicBezTo>
                  <a:close/>
                  <a:moveTo>
                    <a:pt x="180835" y="285364"/>
                  </a:moveTo>
                  <a:cubicBezTo>
                    <a:pt x="123326" y="285364"/>
                    <a:pt x="76040" y="238122"/>
                    <a:pt x="76040" y="180667"/>
                  </a:cubicBezTo>
                  <a:cubicBezTo>
                    <a:pt x="76040" y="123211"/>
                    <a:pt x="123326" y="75969"/>
                    <a:pt x="180835" y="75969"/>
                  </a:cubicBezTo>
                  <a:cubicBezTo>
                    <a:pt x="238345" y="75969"/>
                    <a:pt x="285630" y="123211"/>
                    <a:pt x="285630" y="180667"/>
                  </a:cubicBezTo>
                  <a:cubicBezTo>
                    <a:pt x="285630" y="238122"/>
                    <a:pt x="238345" y="285364"/>
                    <a:pt x="180835" y="285364"/>
                  </a:cubicBezTo>
                  <a:close/>
                </a:path>
              </a:pathLst>
            </a:custGeom>
            <a:solidFill>
              <a:srgbClr val="00ABAB"/>
            </a:solidFill>
            <a:ln w="6390" cap="flat">
              <a:noFill/>
              <a:prstDash val="solid"/>
              <a:miter/>
            </a:ln>
          </p:spPr>
          <p:txBody>
            <a:bodyPr rtlCol="0" anchor="ctr"/>
            <a:lstStyle/>
            <a:p>
              <a:endParaRPr lang="en-US"/>
            </a:p>
          </p:txBody>
        </p:sp>
        <p:sp>
          <p:nvSpPr>
            <p:cNvPr id="823" name="Graphic 4">
              <a:extLst>
                <a:ext uri="{FF2B5EF4-FFF2-40B4-BE49-F238E27FC236}">
                  <a16:creationId xmlns:a16="http://schemas.microsoft.com/office/drawing/2014/main" id="{F995F690-DAA5-F544-B97F-050D3B5C52C8}"/>
                </a:ext>
              </a:extLst>
            </p:cNvPr>
            <p:cNvSpPr/>
            <p:nvPr/>
          </p:nvSpPr>
          <p:spPr>
            <a:xfrm>
              <a:off x="4134928" y="2944455"/>
              <a:ext cx="152080" cy="183858"/>
            </a:xfrm>
            <a:custGeom>
              <a:avLst/>
              <a:gdLst>
                <a:gd name="connsiteX0" fmla="*/ 87542 w 152080"/>
                <a:gd name="connsiteY0" fmla="*/ 96398 h 183858"/>
                <a:gd name="connsiteX1" fmla="*/ 85625 w 152080"/>
                <a:gd name="connsiteY1" fmla="*/ 91929 h 183858"/>
                <a:gd name="connsiteX2" fmla="*/ 85625 w 152080"/>
                <a:gd name="connsiteY2" fmla="*/ 0 h 183858"/>
                <a:gd name="connsiteX3" fmla="*/ 0 w 152080"/>
                <a:gd name="connsiteY3" fmla="*/ 91929 h 183858"/>
                <a:gd name="connsiteX4" fmla="*/ 92015 w 152080"/>
                <a:gd name="connsiteY4" fmla="*/ 183859 h 183858"/>
                <a:gd name="connsiteX5" fmla="*/ 152081 w 152080"/>
                <a:gd name="connsiteY5" fmla="*/ 160876 h 183858"/>
                <a:gd name="connsiteX6" fmla="*/ 87542 w 152080"/>
                <a:gd name="connsiteY6" fmla="*/ 96398 h 18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080" h="183858">
                  <a:moveTo>
                    <a:pt x="87542" y="96398"/>
                  </a:moveTo>
                  <a:cubicBezTo>
                    <a:pt x="86264" y="95121"/>
                    <a:pt x="85625" y="93844"/>
                    <a:pt x="85625" y="91929"/>
                  </a:cubicBezTo>
                  <a:lnTo>
                    <a:pt x="85625" y="0"/>
                  </a:lnTo>
                  <a:cubicBezTo>
                    <a:pt x="37701" y="3192"/>
                    <a:pt x="0" y="43411"/>
                    <a:pt x="0" y="91929"/>
                  </a:cubicBezTo>
                  <a:cubicBezTo>
                    <a:pt x="0" y="142363"/>
                    <a:pt x="41535" y="183859"/>
                    <a:pt x="92015" y="183859"/>
                  </a:cubicBezTo>
                  <a:cubicBezTo>
                    <a:pt x="115019" y="183859"/>
                    <a:pt x="136106" y="175560"/>
                    <a:pt x="152081" y="160876"/>
                  </a:cubicBezTo>
                  <a:lnTo>
                    <a:pt x="87542" y="96398"/>
                  </a:lnTo>
                  <a:close/>
                </a:path>
              </a:pathLst>
            </a:custGeom>
            <a:solidFill>
              <a:srgbClr val="00ABAB"/>
            </a:solidFill>
            <a:ln w="6390" cap="flat">
              <a:noFill/>
              <a:prstDash val="solid"/>
              <a:miter/>
            </a:ln>
          </p:spPr>
          <p:txBody>
            <a:bodyPr rtlCol="0" anchor="ctr"/>
            <a:lstStyle/>
            <a:p>
              <a:endParaRPr lang="en-US"/>
            </a:p>
          </p:txBody>
        </p:sp>
      </p:grpSp>
      <p:grpSp>
        <p:nvGrpSpPr>
          <p:cNvPr id="824" name="Graphic 4">
            <a:extLst>
              <a:ext uri="{FF2B5EF4-FFF2-40B4-BE49-F238E27FC236}">
                <a16:creationId xmlns:a16="http://schemas.microsoft.com/office/drawing/2014/main" id="{E46CA830-C24A-7D43-85E6-66FD81B7FB95}"/>
              </a:ext>
            </a:extLst>
          </p:cNvPr>
          <p:cNvGrpSpPr/>
          <p:nvPr/>
        </p:nvGrpSpPr>
        <p:grpSpPr>
          <a:xfrm>
            <a:off x="4046108" y="3339623"/>
            <a:ext cx="361670" cy="361333"/>
            <a:chOff x="4046108" y="3339623"/>
            <a:chExt cx="361670" cy="361333"/>
          </a:xfrm>
          <a:solidFill>
            <a:srgbClr val="00ABAB"/>
          </a:solidFill>
        </p:grpSpPr>
        <p:sp>
          <p:nvSpPr>
            <p:cNvPr id="825" name="Graphic 4">
              <a:extLst>
                <a:ext uri="{FF2B5EF4-FFF2-40B4-BE49-F238E27FC236}">
                  <a16:creationId xmlns:a16="http://schemas.microsoft.com/office/drawing/2014/main" id="{BB311B7A-DF93-6D4D-8BA1-A0B437E000CA}"/>
                </a:ext>
              </a:extLst>
            </p:cNvPr>
            <p:cNvSpPr/>
            <p:nvPr/>
          </p:nvSpPr>
          <p:spPr>
            <a:xfrm>
              <a:off x="4233333" y="3552848"/>
              <a:ext cx="30671" cy="30643"/>
            </a:xfrm>
            <a:custGeom>
              <a:avLst/>
              <a:gdLst>
                <a:gd name="connsiteX0" fmla="*/ 30672 w 30671"/>
                <a:gd name="connsiteY0" fmla="*/ 15321 h 30643"/>
                <a:gd name="connsiteX1" fmla="*/ 15336 w 30671"/>
                <a:gd name="connsiteY1" fmla="*/ 30643 h 30643"/>
                <a:gd name="connsiteX2" fmla="*/ 0 w 30671"/>
                <a:gd name="connsiteY2" fmla="*/ 15321 h 30643"/>
                <a:gd name="connsiteX3" fmla="*/ 15336 w 30671"/>
                <a:gd name="connsiteY3" fmla="*/ 0 h 30643"/>
                <a:gd name="connsiteX4" fmla="*/ 30672 w 30671"/>
                <a:gd name="connsiteY4" fmla="*/ 15321 h 3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71" h="30643">
                  <a:moveTo>
                    <a:pt x="30672" y="15321"/>
                  </a:moveTo>
                  <a:cubicBezTo>
                    <a:pt x="30672" y="23783"/>
                    <a:pt x="23805" y="30643"/>
                    <a:pt x="15336" y="30643"/>
                  </a:cubicBezTo>
                  <a:cubicBezTo>
                    <a:pt x="6866" y="30643"/>
                    <a:pt x="0" y="23783"/>
                    <a:pt x="0" y="15321"/>
                  </a:cubicBezTo>
                  <a:cubicBezTo>
                    <a:pt x="0" y="6860"/>
                    <a:pt x="6866" y="0"/>
                    <a:pt x="15336" y="0"/>
                  </a:cubicBezTo>
                  <a:cubicBezTo>
                    <a:pt x="23805" y="0"/>
                    <a:pt x="30672" y="6860"/>
                    <a:pt x="30672" y="15321"/>
                  </a:cubicBezTo>
                  <a:close/>
                </a:path>
              </a:pathLst>
            </a:custGeom>
            <a:solidFill>
              <a:srgbClr val="00ABAB"/>
            </a:solidFill>
            <a:ln w="6390" cap="flat">
              <a:noFill/>
              <a:prstDash val="solid"/>
              <a:miter/>
            </a:ln>
          </p:spPr>
          <p:txBody>
            <a:bodyPr rtlCol="0" anchor="ctr"/>
            <a:lstStyle/>
            <a:p>
              <a:endParaRPr lang="en-US"/>
            </a:p>
          </p:txBody>
        </p:sp>
        <p:sp>
          <p:nvSpPr>
            <p:cNvPr id="826" name="Graphic 4">
              <a:extLst>
                <a:ext uri="{FF2B5EF4-FFF2-40B4-BE49-F238E27FC236}">
                  <a16:creationId xmlns:a16="http://schemas.microsoft.com/office/drawing/2014/main" id="{D71C2CC7-288E-6345-A6E9-622F9C117CF5}"/>
                </a:ext>
              </a:extLst>
            </p:cNvPr>
            <p:cNvSpPr/>
            <p:nvPr/>
          </p:nvSpPr>
          <p:spPr>
            <a:xfrm>
              <a:off x="4182213" y="3457727"/>
              <a:ext cx="30671" cy="30643"/>
            </a:xfrm>
            <a:custGeom>
              <a:avLst/>
              <a:gdLst>
                <a:gd name="connsiteX0" fmla="*/ 30672 w 30671"/>
                <a:gd name="connsiteY0" fmla="*/ 15322 h 30643"/>
                <a:gd name="connsiteX1" fmla="*/ 15336 w 30671"/>
                <a:gd name="connsiteY1" fmla="*/ 30643 h 30643"/>
                <a:gd name="connsiteX2" fmla="*/ 0 w 30671"/>
                <a:gd name="connsiteY2" fmla="*/ 15322 h 30643"/>
                <a:gd name="connsiteX3" fmla="*/ 15336 w 30671"/>
                <a:gd name="connsiteY3" fmla="*/ 0 h 30643"/>
                <a:gd name="connsiteX4" fmla="*/ 30672 w 30671"/>
                <a:gd name="connsiteY4" fmla="*/ 15322 h 3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71" h="30643">
                  <a:moveTo>
                    <a:pt x="30672" y="15322"/>
                  </a:moveTo>
                  <a:cubicBezTo>
                    <a:pt x="30672" y="23784"/>
                    <a:pt x="23805" y="30643"/>
                    <a:pt x="15336" y="30643"/>
                  </a:cubicBezTo>
                  <a:cubicBezTo>
                    <a:pt x="6866" y="30643"/>
                    <a:pt x="0" y="23784"/>
                    <a:pt x="0" y="15322"/>
                  </a:cubicBezTo>
                  <a:cubicBezTo>
                    <a:pt x="0" y="6860"/>
                    <a:pt x="6866" y="0"/>
                    <a:pt x="15336" y="0"/>
                  </a:cubicBezTo>
                  <a:cubicBezTo>
                    <a:pt x="23805" y="0"/>
                    <a:pt x="30672" y="6860"/>
                    <a:pt x="30672" y="15322"/>
                  </a:cubicBezTo>
                  <a:close/>
                </a:path>
              </a:pathLst>
            </a:custGeom>
            <a:solidFill>
              <a:srgbClr val="00ABAB"/>
            </a:solidFill>
            <a:ln w="6390" cap="flat">
              <a:noFill/>
              <a:prstDash val="solid"/>
              <a:miter/>
            </a:ln>
          </p:spPr>
          <p:txBody>
            <a:bodyPr rtlCol="0" anchor="ctr"/>
            <a:lstStyle/>
            <a:p>
              <a:endParaRPr lang="en-US"/>
            </a:p>
          </p:txBody>
        </p:sp>
        <p:sp>
          <p:nvSpPr>
            <p:cNvPr id="827" name="Graphic 4">
              <a:extLst>
                <a:ext uri="{FF2B5EF4-FFF2-40B4-BE49-F238E27FC236}">
                  <a16:creationId xmlns:a16="http://schemas.microsoft.com/office/drawing/2014/main" id="{53946BEE-3BF0-EF43-A39E-40B6792754C3}"/>
                </a:ext>
              </a:extLst>
            </p:cNvPr>
            <p:cNvSpPr/>
            <p:nvPr/>
          </p:nvSpPr>
          <p:spPr>
            <a:xfrm>
              <a:off x="4131094" y="3552848"/>
              <a:ext cx="30671" cy="30643"/>
            </a:xfrm>
            <a:custGeom>
              <a:avLst/>
              <a:gdLst>
                <a:gd name="connsiteX0" fmla="*/ 30672 w 30671"/>
                <a:gd name="connsiteY0" fmla="*/ 15321 h 30643"/>
                <a:gd name="connsiteX1" fmla="*/ 15336 w 30671"/>
                <a:gd name="connsiteY1" fmla="*/ 30643 h 30643"/>
                <a:gd name="connsiteX2" fmla="*/ 0 w 30671"/>
                <a:gd name="connsiteY2" fmla="*/ 15321 h 30643"/>
                <a:gd name="connsiteX3" fmla="*/ 15336 w 30671"/>
                <a:gd name="connsiteY3" fmla="*/ 0 h 30643"/>
                <a:gd name="connsiteX4" fmla="*/ 30672 w 30671"/>
                <a:gd name="connsiteY4" fmla="*/ 15321 h 3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71" h="30643">
                  <a:moveTo>
                    <a:pt x="30672" y="15321"/>
                  </a:moveTo>
                  <a:cubicBezTo>
                    <a:pt x="30672" y="23783"/>
                    <a:pt x="23805" y="30643"/>
                    <a:pt x="15336" y="30643"/>
                  </a:cubicBezTo>
                  <a:cubicBezTo>
                    <a:pt x="6866" y="30643"/>
                    <a:pt x="0" y="23783"/>
                    <a:pt x="0" y="15321"/>
                  </a:cubicBezTo>
                  <a:cubicBezTo>
                    <a:pt x="0" y="6860"/>
                    <a:pt x="6866" y="0"/>
                    <a:pt x="15336" y="0"/>
                  </a:cubicBezTo>
                  <a:cubicBezTo>
                    <a:pt x="23805" y="0"/>
                    <a:pt x="30672" y="6860"/>
                    <a:pt x="30672" y="15321"/>
                  </a:cubicBezTo>
                  <a:close/>
                </a:path>
              </a:pathLst>
            </a:custGeom>
            <a:solidFill>
              <a:srgbClr val="00ABAB"/>
            </a:solidFill>
            <a:ln w="6390" cap="flat">
              <a:noFill/>
              <a:prstDash val="solid"/>
              <a:miter/>
            </a:ln>
          </p:spPr>
          <p:txBody>
            <a:bodyPr rtlCol="0" anchor="ctr"/>
            <a:lstStyle/>
            <a:p>
              <a:endParaRPr lang="en-US"/>
            </a:p>
          </p:txBody>
        </p:sp>
        <p:sp>
          <p:nvSpPr>
            <p:cNvPr id="828" name="Graphic 4">
              <a:extLst>
                <a:ext uri="{FF2B5EF4-FFF2-40B4-BE49-F238E27FC236}">
                  <a16:creationId xmlns:a16="http://schemas.microsoft.com/office/drawing/2014/main" id="{7522F725-798A-0D46-8EB5-6ED990A3A937}"/>
                </a:ext>
              </a:extLst>
            </p:cNvPr>
            <p:cNvSpPr/>
            <p:nvPr/>
          </p:nvSpPr>
          <p:spPr>
            <a:xfrm>
              <a:off x="4292120" y="3457727"/>
              <a:ext cx="30671" cy="30643"/>
            </a:xfrm>
            <a:custGeom>
              <a:avLst/>
              <a:gdLst>
                <a:gd name="connsiteX0" fmla="*/ 30672 w 30671"/>
                <a:gd name="connsiteY0" fmla="*/ 15322 h 30643"/>
                <a:gd name="connsiteX1" fmla="*/ 15336 w 30671"/>
                <a:gd name="connsiteY1" fmla="*/ 30643 h 30643"/>
                <a:gd name="connsiteX2" fmla="*/ 0 w 30671"/>
                <a:gd name="connsiteY2" fmla="*/ 15322 h 30643"/>
                <a:gd name="connsiteX3" fmla="*/ 15336 w 30671"/>
                <a:gd name="connsiteY3" fmla="*/ 0 h 30643"/>
                <a:gd name="connsiteX4" fmla="*/ 30672 w 30671"/>
                <a:gd name="connsiteY4" fmla="*/ 15322 h 3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71" h="30643">
                  <a:moveTo>
                    <a:pt x="30672" y="15322"/>
                  </a:moveTo>
                  <a:cubicBezTo>
                    <a:pt x="30672" y="23784"/>
                    <a:pt x="23806" y="30643"/>
                    <a:pt x="15336" y="30643"/>
                  </a:cubicBezTo>
                  <a:cubicBezTo>
                    <a:pt x="6866" y="30643"/>
                    <a:pt x="0" y="23784"/>
                    <a:pt x="0" y="15322"/>
                  </a:cubicBezTo>
                  <a:cubicBezTo>
                    <a:pt x="0" y="6860"/>
                    <a:pt x="6866" y="0"/>
                    <a:pt x="15336" y="0"/>
                  </a:cubicBezTo>
                  <a:cubicBezTo>
                    <a:pt x="23806" y="0"/>
                    <a:pt x="30672" y="6860"/>
                    <a:pt x="30672" y="15322"/>
                  </a:cubicBezTo>
                  <a:close/>
                </a:path>
              </a:pathLst>
            </a:custGeom>
            <a:solidFill>
              <a:srgbClr val="00ABAB"/>
            </a:solidFill>
            <a:ln w="6390" cap="flat">
              <a:noFill/>
              <a:prstDash val="solid"/>
              <a:miter/>
            </a:ln>
          </p:spPr>
          <p:txBody>
            <a:bodyPr rtlCol="0" anchor="ctr"/>
            <a:lstStyle/>
            <a:p>
              <a:endParaRPr lang="en-US"/>
            </a:p>
          </p:txBody>
        </p:sp>
        <p:sp>
          <p:nvSpPr>
            <p:cNvPr id="829" name="Graphic 4">
              <a:extLst>
                <a:ext uri="{FF2B5EF4-FFF2-40B4-BE49-F238E27FC236}">
                  <a16:creationId xmlns:a16="http://schemas.microsoft.com/office/drawing/2014/main" id="{EEF72FAE-11F8-7D4A-A284-7627334E73E5}"/>
                </a:ext>
              </a:extLst>
            </p:cNvPr>
            <p:cNvSpPr/>
            <p:nvPr/>
          </p:nvSpPr>
          <p:spPr>
            <a:xfrm>
              <a:off x="4046108"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61348 w 361670"/>
                <a:gd name="connsiteY5" fmla="*/ 162153 h 361333"/>
                <a:gd name="connsiteX6" fmla="*/ 252403 w 361670"/>
                <a:gd name="connsiteY6" fmla="*/ 160876 h 361333"/>
                <a:gd name="connsiteX7" fmla="*/ 222370 w 361670"/>
                <a:gd name="connsiteY7" fmla="*/ 209395 h 361333"/>
                <a:gd name="connsiteX8" fmla="*/ 230677 w 361670"/>
                <a:gd name="connsiteY8" fmla="*/ 229823 h 361333"/>
                <a:gd name="connsiteX9" fmla="*/ 202561 w 361670"/>
                <a:gd name="connsiteY9" fmla="*/ 257913 h 361333"/>
                <a:gd name="connsiteX10" fmla="*/ 174445 w 361670"/>
                <a:gd name="connsiteY10" fmla="*/ 229823 h 361333"/>
                <a:gd name="connsiteX11" fmla="*/ 184030 w 361670"/>
                <a:gd name="connsiteY11" fmla="*/ 208756 h 361333"/>
                <a:gd name="connsiteX12" fmla="*/ 159109 w 361670"/>
                <a:gd name="connsiteY12" fmla="*/ 162153 h 361333"/>
                <a:gd name="connsiteX13" fmla="*/ 151442 w 361670"/>
                <a:gd name="connsiteY13" fmla="*/ 163430 h 361333"/>
                <a:gd name="connsiteX14" fmla="*/ 143774 w 361670"/>
                <a:gd name="connsiteY14" fmla="*/ 162153 h 361333"/>
                <a:gd name="connsiteX15" fmla="*/ 118853 w 361670"/>
                <a:gd name="connsiteY15" fmla="*/ 208756 h 361333"/>
                <a:gd name="connsiteX16" fmla="*/ 128438 w 361670"/>
                <a:gd name="connsiteY16" fmla="*/ 229823 h 361333"/>
                <a:gd name="connsiteX17" fmla="*/ 100322 w 361670"/>
                <a:gd name="connsiteY17" fmla="*/ 257913 h 361333"/>
                <a:gd name="connsiteX18" fmla="*/ 72206 w 361670"/>
                <a:gd name="connsiteY18" fmla="*/ 229823 h 361333"/>
                <a:gd name="connsiteX19" fmla="*/ 100322 w 361670"/>
                <a:gd name="connsiteY19" fmla="*/ 201734 h 361333"/>
                <a:gd name="connsiteX20" fmla="*/ 107990 w 361670"/>
                <a:gd name="connsiteY20" fmla="*/ 203011 h 361333"/>
                <a:gd name="connsiteX21" fmla="*/ 132911 w 361670"/>
                <a:gd name="connsiteY21" fmla="*/ 156408 h 361333"/>
                <a:gd name="connsiteX22" fmla="*/ 123326 w 361670"/>
                <a:gd name="connsiteY22" fmla="*/ 135341 h 361333"/>
                <a:gd name="connsiteX23" fmla="*/ 151442 w 361670"/>
                <a:gd name="connsiteY23" fmla="*/ 107251 h 361333"/>
                <a:gd name="connsiteX24" fmla="*/ 179557 w 361670"/>
                <a:gd name="connsiteY24" fmla="*/ 135341 h 361333"/>
                <a:gd name="connsiteX25" fmla="*/ 169972 w 361670"/>
                <a:gd name="connsiteY25" fmla="*/ 156408 h 361333"/>
                <a:gd name="connsiteX26" fmla="*/ 194893 w 361670"/>
                <a:gd name="connsiteY26" fmla="*/ 203011 h 361333"/>
                <a:gd name="connsiteX27" fmla="*/ 202561 w 361670"/>
                <a:gd name="connsiteY27" fmla="*/ 201734 h 361333"/>
                <a:gd name="connsiteX28" fmla="*/ 211507 w 361670"/>
                <a:gd name="connsiteY28" fmla="*/ 203011 h 361333"/>
                <a:gd name="connsiteX29" fmla="*/ 241540 w 361670"/>
                <a:gd name="connsiteY29" fmla="*/ 154492 h 361333"/>
                <a:gd name="connsiteX30" fmla="*/ 233233 w 361670"/>
                <a:gd name="connsiteY30" fmla="*/ 134064 h 361333"/>
                <a:gd name="connsiteX31" fmla="*/ 261348 w 361670"/>
                <a:gd name="connsiteY31" fmla="*/ 105974 h 361333"/>
                <a:gd name="connsiteX32" fmla="*/ 289464 w 361670"/>
                <a:gd name="connsiteY32" fmla="*/ 134064 h 361333"/>
                <a:gd name="connsiteX33" fmla="*/ 261348 w 361670"/>
                <a:gd name="connsiteY33" fmla="*/ 16215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261348" y="162153"/>
                  </a:moveTo>
                  <a:cubicBezTo>
                    <a:pt x="258153" y="162153"/>
                    <a:pt x="254958" y="161515"/>
                    <a:pt x="252403" y="160876"/>
                  </a:cubicBezTo>
                  <a:lnTo>
                    <a:pt x="222370" y="209395"/>
                  </a:lnTo>
                  <a:cubicBezTo>
                    <a:pt x="227482" y="214502"/>
                    <a:pt x="230677" y="221524"/>
                    <a:pt x="230677" y="229823"/>
                  </a:cubicBezTo>
                  <a:cubicBezTo>
                    <a:pt x="230677" y="245783"/>
                    <a:pt x="217897" y="257913"/>
                    <a:pt x="202561" y="257913"/>
                  </a:cubicBezTo>
                  <a:cubicBezTo>
                    <a:pt x="187225" y="257913"/>
                    <a:pt x="174445" y="245145"/>
                    <a:pt x="174445" y="229823"/>
                  </a:cubicBezTo>
                  <a:cubicBezTo>
                    <a:pt x="174445" y="221524"/>
                    <a:pt x="178279" y="213863"/>
                    <a:pt x="184030" y="208756"/>
                  </a:cubicBezTo>
                  <a:lnTo>
                    <a:pt x="159109" y="162153"/>
                  </a:lnTo>
                  <a:cubicBezTo>
                    <a:pt x="156553" y="162792"/>
                    <a:pt x="153997" y="163430"/>
                    <a:pt x="151442" y="163430"/>
                  </a:cubicBezTo>
                  <a:cubicBezTo>
                    <a:pt x="148885" y="163430"/>
                    <a:pt x="146329" y="162792"/>
                    <a:pt x="143774" y="162153"/>
                  </a:cubicBezTo>
                  <a:lnTo>
                    <a:pt x="118853" y="208756"/>
                  </a:lnTo>
                  <a:cubicBezTo>
                    <a:pt x="124604" y="213863"/>
                    <a:pt x="128438" y="221524"/>
                    <a:pt x="128438" y="229823"/>
                  </a:cubicBezTo>
                  <a:cubicBezTo>
                    <a:pt x="128438" y="245783"/>
                    <a:pt x="115658" y="257913"/>
                    <a:pt x="100322" y="257913"/>
                  </a:cubicBezTo>
                  <a:cubicBezTo>
                    <a:pt x="84986" y="257913"/>
                    <a:pt x="72206" y="245145"/>
                    <a:pt x="72206" y="229823"/>
                  </a:cubicBezTo>
                  <a:cubicBezTo>
                    <a:pt x="72206" y="214502"/>
                    <a:pt x="84986" y="201734"/>
                    <a:pt x="100322" y="201734"/>
                  </a:cubicBezTo>
                  <a:cubicBezTo>
                    <a:pt x="102878" y="201734"/>
                    <a:pt x="105434" y="202372"/>
                    <a:pt x="107990" y="203011"/>
                  </a:cubicBezTo>
                  <a:lnTo>
                    <a:pt x="132911" y="156408"/>
                  </a:lnTo>
                  <a:cubicBezTo>
                    <a:pt x="127160" y="151300"/>
                    <a:pt x="123326" y="143640"/>
                    <a:pt x="123326" y="135341"/>
                  </a:cubicBezTo>
                  <a:cubicBezTo>
                    <a:pt x="123326" y="119381"/>
                    <a:pt x="136106" y="107251"/>
                    <a:pt x="151442" y="107251"/>
                  </a:cubicBezTo>
                  <a:cubicBezTo>
                    <a:pt x="166777" y="107251"/>
                    <a:pt x="179557" y="120019"/>
                    <a:pt x="179557" y="135341"/>
                  </a:cubicBezTo>
                  <a:cubicBezTo>
                    <a:pt x="179557" y="143640"/>
                    <a:pt x="175723" y="151300"/>
                    <a:pt x="169972" y="156408"/>
                  </a:cubicBezTo>
                  <a:lnTo>
                    <a:pt x="194893" y="203011"/>
                  </a:lnTo>
                  <a:cubicBezTo>
                    <a:pt x="197449" y="202372"/>
                    <a:pt x="200005" y="201734"/>
                    <a:pt x="202561" y="201734"/>
                  </a:cubicBezTo>
                  <a:cubicBezTo>
                    <a:pt x="205756" y="201734"/>
                    <a:pt x="208951" y="202372"/>
                    <a:pt x="211507" y="203011"/>
                  </a:cubicBezTo>
                  <a:lnTo>
                    <a:pt x="241540" y="154492"/>
                  </a:lnTo>
                  <a:cubicBezTo>
                    <a:pt x="236428" y="149385"/>
                    <a:pt x="233233" y="142363"/>
                    <a:pt x="233233" y="134064"/>
                  </a:cubicBezTo>
                  <a:cubicBezTo>
                    <a:pt x="233233" y="118104"/>
                    <a:pt x="246013" y="105974"/>
                    <a:pt x="261348" y="105974"/>
                  </a:cubicBezTo>
                  <a:cubicBezTo>
                    <a:pt x="276684" y="105974"/>
                    <a:pt x="289464" y="118742"/>
                    <a:pt x="289464" y="134064"/>
                  </a:cubicBezTo>
                  <a:cubicBezTo>
                    <a:pt x="289464" y="149385"/>
                    <a:pt x="277323" y="162153"/>
                    <a:pt x="261348" y="162153"/>
                  </a:cubicBezTo>
                  <a:close/>
                </a:path>
              </a:pathLst>
            </a:custGeom>
            <a:solidFill>
              <a:srgbClr val="00ABAB"/>
            </a:solidFill>
            <a:ln w="6390" cap="flat">
              <a:noFill/>
              <a:prstDash val="solid"/>
              <a:miter/>
            </a:ln>
          </p:spPr>
          <p:txBody>
            <a:bodyPr rtlCol="0" anchor="ctr"/>
            <a:lstStyle/>
            <a:p>
              <a:endParaRPr lang="en-US"/>
            </a:p>
          </p:txBody>
        </p:sp>
      </p:grpSp>
      <p:grpSp>
        <p:nvGrpSpPr>
          <p:cNvPr id="830" name="Graphic 4">
            <a:extLst>
              <a:ext uri="{FF2B5EF4-FFF2-40B4-BE49-F238E27FC236}">
                <a16:creationId xmlns:a16="http://schemas.microsoft.com/office/drawing/2014/main" id="{81FC6D9F-9430-D540-8834-C6E373AF1C7D}"/>
              </a:ext>
            </a:extLst>
          </p:cNvPr>
          <p:cNvGrpSpPr/>
          <p:nvPr/>
        </p:nvGrpSpPr>
        <p:grpSpPr>
          <a:xfrm>
            <a:off x="5708769" y="1893013"/>
            <a:ext cx="361670" cy="361333"/>
            <a:chOff x="5708769" y="1893013"/>
            <a:chExt cx="361670" cy="361333"/>
          </a:xfrm>
          <a:solidFill>
            <a:srgbClr val="00ABAB"/>
          </a:solidFill>
        </p:grpSpPr>
        <p:sp>
          <p:nvSpPr>
            <p:cNvPr id="831" name="Graphic 4">
              <a:extLst>
                <a:ext uri="{FF2B5EF4-FFF2-40B4-BE49-F238E27FC236}">
                  <a16:creationId xmlns:a16="http://schemas.microsoft.com/office/drawing/2014/main" id="{D4954DDA-CA9B-744D-8AFE-F074E6B1398C}"/>
                </a:ext>
              </a:extLst>
            </p:cNvPr>
            <p:cNvSpPr/>
            <p:nvPr/>
          </p:nvSpPr>
          <p:spPr>
            <a:xfrm>
              <a:off x="5708769"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ABAB"/>
            </a:solidFill>
            <a:ln w="6390" cap="flat">
              <a:noFill/>
              <a:prstDash val="solid"/>
              <a:miter/>
            </a:ln>
          </p:spPr>
          <p:txBody>
            <a:bodyPr rtlCol="0" anchor="ctr"/>
            <a:lstStyle/>
            <a:p>
              <a:endParaRPr lang="en-US"/>
            </a:p>
          </p:txBody>
        </p:sp>
        <p:sp>
          <p:nvSpPr>
            <p:cNvPr id="832" name="Graphic 4">
              <a:extLst>
                <a:ext uri="{FF2B5EF4-FFF2-40B4-BE49-F238E27FC236}">
                  <a16:creationId xmlns:a16="http://schemas.microsoft.com/office/drawing/2014/main" id="{B279D7EF-2FAD-FD4F-B9F8-168C58BCF63F}"/>
                </a:ext>
              </a:extLst>
            </p:cNvPr>
            <p:cNvSpPr/>
            <p:nvPr/>
          </p:nvSpPr>
          <p:spPr>
            <a:xfrm>
              <a:off x="5811008" y="1967067"/>
              <a:ext cx="65177" cy="213863"/>
            </a:xfrm>
            <a:custGeom>
              <a:avLst/>
              <a:gdLst>
                <a:gd name="connsiteX0" fmla="*/ 54315 w 65177"/>
                <a:gd name="connsiteY0" fmla="*/ 176836 h 213863"/>
                <a:gd name="connsiteX1" fmla="*/ 38979 w 65177"/>
                <a:gd name="connsiteY1" fmla="*/ 192158 h 213863"/>
                <a:gd name="connsiteX2" fmla="*/ 38979 w 65177"/>
                <a:gd name="connsiteY2" fmla="*/ 6384 h 213863"/>
                <a:gd name="connsiteX3" fmla="*/ 32589 w 65177"/>
                <a:gd name="connsiteY3" fmla="*/ 0 h 213863"/>
                <a:gd name="connsiteX4" fmla="*/ 26199 w 65177"/>
                <a:gd name="connsiteY4" fmla="*/ 6384 h 213863"/>
                <a:gd name="connsiteX5" fmla="*/ 26199 w 65177"/>
                <a:gd name="connsiteY5" fmla="*/ 192158 h 213863"/>
                <a:gd name="connsiteX6" fmla="*/ 10863 w 65177"/>
                <a:gd name="connsiteY6" fmla="*/ 176836 h 213863"/>
                <a:gd name="connsiteX7" fmla="*/ 1917 w 65177"/>
                <a:gd name="connsiteY7" fmla="*/ 176836 h 213863"/>
                <a:gd name="connsiteX8" fmla="*/ 1917 w 65177"/>
                <a:gd name="connsiteY8" fmla="*/ 185774 h 213863"/>
                <a:gd name="connsiteX9" fmla="*/ 28116 w 65177"/>
                <a:gd name="connsiteY9" fmla="*/ 211948 h 213863"/>
                <a:gd name="connsiteX10" fmla="*/ 30033 w 65177"/>
                <a:gd name="connsiteY10" fmla="*/ 213225 h 213863"/>
                <a:gd name="connsiteX11" fmla="*/ 32589 w 65177"/>
                <a:gd name="connsiteY11" fmla="*/ 213863 h 213863"/>
                <a:gd name="connsiteX12" fmla="*/ 35145 w 65177"/>
                <a:gd name="connsiteY12" fmla="*/ 213225 h 213863"/>
                <a:gd name="connsiteX13" fmla="*/ 37062 w 65177"/>
                <a:gd name="connsiteY13" fmla="*/ 211948 h 213863"/>
                <a:gd name="connsiteX14" fmla="*/ 63260 w 65177"/>
                <a:gd name="connsiteY14" fmla="*/ 185774 h 213863"/>
                <a:gd name="connsiteX15" fmla="*/ 63260 w 65177"/>
                <a:gd name="connsiteY15" fmla="*/ 176836 h 213863"/>
                <a:gd name="connsiteX16" fmla="*/ 54315 w 65177"/>
                <a:gd name="connsiteY16" fmla="*/ 176836 h 21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177" h="213863">
                  <a:moveTo>
                    <a:pt x="54315" y="176836"/>
                  </a:moveTo>
                  <a:lnTo>
                    <a:pt x="38979" y="192158"/>
                  </a:lnTo>
                  <a:lnTo>
                    <a:pt x="38979" y="6384"/>
                  </a:lnTo>
                  <a:cubicBezTo>
                    <a:pt x="38979" y="2554"/>
                    <a:pt x="36423" y="0"/>
                    <a:pt x="32589" y="0"/>
                  </a:cubicBezTo>
                  <a:cubicBezTo>
                    <a:pt x="28755" y="0"/>
                    <a:pt x="26199" y="2554"/>
                    <a:pt x="26199" y="6384"/>
                  </a:cubicBezTo>
                  <a:lnTo>
                    <a:pt x="26199" y="192158"/>
                  </a:lnTo>
                  <a:lnTo>
                    <a:pt x="10863" y="176836"/>
                  </a:lnTo>
                  <a:cubicBezTo>
                    <a:pt x="8307" y="174283"/>
                    <a:pt x="4473" y="174283"/>
                    <a:pt x="1917" y="176836"/>
                  </a:cubicBezTo>
                  <a:cubicBezTo>
                    <a:pt x="-639" y="179390"/>
                    <a:pt x="-639" y="183220"/>
                    <a:pt x="1917" y="185774"/>
                  </a:cubicBezTo>
                  <a:lnTo>
                    <a:pt x="28116" y="211948"/>
                  </a:lnTo>
                  <a:cubicBezTo>
                    <a:pt x="28755" y="212587"/>
                    <a:pt x="29394" y="213225"/>
                    <a:pt x="30033" y="213225"/>
                  </a:cubicBezTo>
                  <a:cubicBezTo>
                    <a:pt x="30672" y="213863"/>
                    <a:pt x="31950" y="213863"/>
                    <a:pt x="32589" y="213863"/>
                  </a:cubicBezTo>
                  <a:cubicBezTo>
                    <a:pt x="33228" y="213863"/>
                    <a:pt x="34506" y="213863"/>
                    <a:pt x="35145" y="213225"/>
                  </a:cubicBezTo>
                  <a:cubicBezTo>
                    <a:pt x="35784" y="212587"/>
                    <a:pt x="36423" y="212587"/>
                    <a:pt x="37062" y="211948"/>
                  </a:cubicBezTo>
                  <a:lnTo>
                    <a:pt x="63260" y="185774"/>
                  </a:lnTo>
                  <a:cubicBezTo>
                    <a:pt x="65816" y="183220"/>
                    <a:pt x="65816" y="179390"/>
                    <a:pt x="63260" y="176836"/>
                  </a:cubicBezTo>
                  <a:cubicBezTo>
                    <a:pt x="60705" y="174283"/>
                    <a:pt x="56870" y="174283"/>
                    <a:pt x="54315" y="176836"/>
                  </a:cubicBezTo>
                  <a:close/>
                </a:path>
              </a:pathLst>
            </a:custGeom>
            <a:solidFill>
              <a:srgbClr val="00ABAB"/>
            </a:solidFill>
            <a:ln w="6390" cap="flat">
              <a:noFill/>
              <a:prstDash val="solid"/>
              <a:miter/>
            </a:ln>
          </p:spPr>
          <p:txBody>
            <a:bodyPr rtlCol="0" anchor="ctr"/>
            <a:lstStyle/>
            <a:p>
              <a:endParaRPr lang="en-US"/>
            </a:p>
          </p:txBody>
        </p:sp>
        <p:sp>
          <p:nvSpPr>
            <p:cNvPr id="833" name="Graphic 4">
              <a:extLst>
                <a:ext uri="{FF2B5EF4-FFF2-40B4-BE49-F238E27FC236}">
                  <a16:creationId xmlns:a16="http://schemas.microsoft.com/office/drawing/2014/main" id="{45E8C140-02F8-7D43-B8A1-F7A31049427D}"/>
                </a:ext>
              </a:extLst>
            </p:cNvPr>
            <p:cNvSpPr/>
            <p:nvPr/>
          </p:nvSpPr>
          <p:spPr>
            <a:xfrm>
              <a:off x="5905160" y="2103046"/>
              <a:ext cx="60485" cy="77884"/>
            </a:xfrm>
            <a:custGeom>
              <a:avLst/>
              <a:gdLst>
                <a:gd name="connsiteX0" fmla="*/ 54095 w 60485"/>
                <a:gd name="connsiteY0" fmla="*/ 65117 h 77884"/>
                <a:gd name="connsiteX1" fmla="*/ 18312 w 60485"/>
                <a:gd name="connsiteY1" fmla="*/ 65117 h 77884"/>
                <a:gd name="connsiteX2" fmla="*/ 56012 w 60485"/>
                <a:gd name="connsiteY2" fmla="*/ 9576 h 77884"/>
                <a:gd name="connsiteX3" fmla="*/ 56651 w 60485"/>
                <a:gd name="connsiteY3" fmla="*/ 3192 h 77884"/>
                <a:gd name="connsiteX4" fmla="*/ 50900 w 60485"/>
                <a:gd name="connsiteY4" fmla="*/ 0 h 77884"/>
                <a:gd name="connsiteX5" fmla="*/ 7449 w 60485"/>
                <a:gd name="connsiteY5" fmla="*/ 0 h 77884"/>
                <a:gd name="connsiteX6" fmla="*/ 1059 w 60485"/>
                <a:gd name="connsiteY6" fmla="*/ 6384 h 77884"/>
                <a:gd name="connsiteX7" fmla="*/ 7449 w 60485"/>
                <a:gd name="connsiteY7" fmla="*/ 12768 h 77884"/>
                <a:gd name="connsiteX8" fmla="*/ 38760 w 60485"/>
                <a:gd name="connsiteY8" fmla="*/ 12768 h 77884"/>
                <a:gd name="connsiteX9" fmla="*/ 1059 w 60485"/>
                <a:gd name="connsiteY9" fmla="*/ 68309 h 77884"/>
                <a:gd name="connsiteX10" fmla="*/ 420 w 60485"/>
                <a:gd name="connsiteY10" fmla="*/ 74693 h 77884"/>
                <a:gd name="connsiteX11" fmla="*/ 6171 w 60485"/>
                <a:gd name="connsiteY11" fmla="*/ 77885 h 77884"/>
                <a:gd name="connsiteX12" fmla="*/ 54095 w 60485"/>
                <a:gd name="connsiteY12" fmla="*/ 77885 h 77884"/>
                <a:gd name="connsiteX13" fmla="*/ 60485 w 60485"/>
                <a:gd name="connsiteY13" fmla="*/ 71501 h 77884"/>
                <a:gd name="connsiteX14" fmla="*/ 54095 w 60485"/>
                <a:gd name="connsiteY14" fmla="*/ 65117 h 77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485" h="77884">
                  <a:moveTo>
                    <a:pt x="54095" y="65117"/>
                  </a:moveTo>
                  <a:lnTo>
                    <a:pt x="18312" y="65117"/>
                  </a:lnTo>
                  <a:lnTo>
                    <a:pt x="56012" y="9576"/>
                  </a:lnTo>
                  <a:cubicBezTo>
                    <a:pt x="57290" y="7661"/>
                    <a:pt x="57290" y="5107"/>
                    <a:pt x="56651" y="3192"/>
                  </a:cubicBezTo>
                  <a:cubicBezTo>
                    <a:pt x="55373" y="1277"/>
                    <a:pt x="53456" y="0"/>
                    <a:pt x="50900" y="0"/>
                  </a:cubicBezTo>
                  <a:lnTo>
                    <a:pt x="7449" y="0"/>
                  </a:lnTo>
                  <a:cubicBezTo>
                    <a:pt x="3615" y="0"/>
                    <a:pt x="1059" y="2554"/>
                    <a:pt x="1059" y="6384"/>
                  </a:cubicBezTo>
                  <a:cubicBezTo>
                    <a:pt x="1059" y="10214"/>
                    <a:pt x="3615" y="12768"/>
                    <a:pt x="7449" y="12768"/>
                  </a:cubicBezTo>
                  <a:lnTo>
                    <a:pt x="38760" y="12768"/>
                  </a:lnTo>
                  <a:lnTo>
                    <a:pt x="1059" y="68309"/>
                  </a:lnTo>
                  <a:cubicBezTo>
                    <a:pt x="-219" y="70224"/>
                    <a:pt x="-219" y="72778"/>
                    <a:pt x="420" y="74693"/>
                  </a:cubicBezTo>
                  <a:cubicBezTo>
                    <a:pt x="1698" y="76608"/>
                    <a:pt x="3615" y="77885"/>
                    <a:pt x="6171" y="77885"/>
                  </a:cubicBezTo>
                  <a:lnTo>
                    <a:pt x="54095" y="77885"/>
                  </a:lnTo>
                  <a:cubicBezTo>
                    <a:pt x="57929" y="77885"/>
                    <a:pt x="60485" y="75331"/>
                    <a:pt x="60485" y="71501"/>
                  </a:cubicBezTo>
                  <a:cubicBezTo>
                    <a:pt x="60485" y="67670"/>
                    <a:pt x="57929" y="65117"/>
                    <a:pt x="54095" y="65117"/>
                  </a:cubicBezTo>
                  <a:close/>
                </a:path>
              </a:pathLst>
            </a:custGeom>
            <a:solidFill>
              <a:srgbClr val="00ABAB"/>
            </a:solidFill>
            <a:ln w="6390" cap="flat">
              <a:noFill/>
              <a:prstDash val="solid"/>
              <a:miter/>
            </a:ln>
          </p:spPr>
          <p:txBody>
            <a:bodyPr rtlCol="0" anchor="ctr"/>
            <a:lstStyle/>
            <a:p>
              <a:endParaRPr lang="en-US"/>
            </a:p>
          </p:txBody>
        </p:sp>
        <p:sp>
          <p:nvSpPr>
            <p:cNvPr id="834" name="Graphic 4">
              <a:extLst>
                <a:ext uri="{FF2B5EF4-FFF2-40B4-BE49-F238E27FC236}">
                  <a16:creationId xmlns:a16="http://schemas.microsoft.com/office/drawing/2014/main" id="{BE4CDD17-A0BE-3A47-89C2-B2619D9E2BAE}"/>
                </a:ext>
              </a:extLst>
            </p:cNvPr>
            <p:cNvSpPr/>
            <p:nvPr/>
          </p:nvSpPr>
          <p:spPr>
            <a:xfrm>
              <a:off x="5900073" y="1966429"/>
              <a:ext cx="68527" cy="82108"/>
            </a:xfrm>
            <a:custGeom>
              <a:avLst/>
              <a:gdLst>
                <a:gd name="connsiteX0" fmla="*/ 43846 w 68527"/>
                <a:gd name="connsiteY0" fmla="*/ 4469 h 82108"/>
                <a:gd name="connsiteX1" fmla="*/ 38095 w 68527"/>
                <a:gd name="connsiteY1" fmla="*/ 0 h 82108"/>
                <a:gd name="connsiteX2" fmla="*/ 28510 w 68527"/>
                <a:gd name="connsiteY2" fmla="*/ 0 h 82108"/>
                <a:gd name="connsiteX3" fmla="*/ 22120 w 68527"/>
                <a:gd name="connsiteY3" fmla="*/ 4469 h 82108"/>
                <a:gd name="connsiteX4" fmla="*/ 394 w 68527"/>
                <a:gd name="connsiteY4" fmla="*/ 73416 h 82108"/>
                <a:gd name="connsiteX5" fmla="*/ 4867 w 68527"/>
                <a:gd name="connsiteY5" fmla="*/ 81715 h 82108"/>
                <a:gd name="connsiteX6" fmla="*/ 13174 w 68527"/>
                <a:gd name="connsiteY6" fmla="*/ 77246 h 82108"/>
                <a:gd name="connsiteX7" fmla="*/ 18925 w 68527"/>
                <a:gd name="connsiteY7" fmla="*/ 59371 h 82108"/>
                <a:gd name="connsiteX8" fmla="*/ 50236 w 68527"/>
                <a:gd name="connsiteY8" fmla="*/ 59371 h 82108"/>
                <a:gd name="connsiteX9" fmla="*/ 56626 w 68527"/>
                <a:gd name="connsiteY9" fmla="*/ 77246 h 82108"/>
                <a:gd name="connsiteX10" fmla="*/ 62376 w 68527"/>
                <a:gd name="connsiteY10" fmla="*/ 81715 h 82108"/>
                <a:gd name="connsiteX11" fmla="*/ 64294 w 68527"/>
                <a:gd name="connsiteY11" fmla="*/ 81077 h 82108"/>
                <a:gd name="connsiteX12" fmla="*/ 68128 w 68527"/>
                <a:gd name="connsiteY12" fmla="*/ 72777 h 82108"/>
                <a:gd name="connsiteX13" fmla="*/ 43846 w 68527"/>
                <a:gd name="connsiteY13" fmla="*/ 4469 h 82108"/>
                <a:gd name="connsiteX14" fmla="*/ 22120 w 68527"/>
                <a:gd name="connsiteY14" fmla="*/ 46603 h 82108"/>
                <a:gd name="connsiteX15" fmla="*/ 32983 w 68527"/>
                <a:gd name="connsiteY15" fmla="*/ 12768 h 82108"/>
                <a:gd name="connsiteX16" fmla="*/ 33622 w 68527"/>
                <a:gd name="connsiteY16" fmla="*/ 12768 h 82108"/>
                <a:gd name="connsiteX17" fmla="*/ 45124 w 68527"/>
                <a:gd name="connsiteY17" fmla="*/ 46603 h 82108"/>
                <a:gd name="connsiteX18" fmla="*/ 22120 w 68527"/>
                <a:gd name="connsiteY18" fmla="*/ 46603 h 8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8527" h="82108">
                  <a:moveTo>
                    <a:pt x="43846" y="4469"/>
                  </a:moveTo>
                  <a:cubicBezTo>
                    <a:pt x="43207" y="1915"/>
                    <a:pt x="40651" y="0"/>
                    <a:pt x="38095" y="0"/>
                  </a:cubicBezTo>
                  <a:lnTo>
                    <a:pt x="28510" y="0"/>
                  </a:lnTo>
                  <a:cubicBezTo>
                    <a:pt x="25954" y="0"/>
                    <a:pt x="23398" y="1915"/>
                    <a:pt x="22120" y="4469"/>
                  </a:cubicBezTo>
                  <a:lnTo>
                    <a:pt x="394" y="73416"/>
                  </a:lnTo>
                  <a:cubicBezTo>
                    <a:pt x="-884" y="76608"/>
                    <a:pt x="1033" y="80438"/>
                    <a:pt x="4867" y="81715"/>
                  </a:cubicBezTo>
                  <a:cubicBezTo>
                    <a:pt x="8062" y="82992"/>
                    <a:pt x="11896" y="81077"/>
                    <a:pt x="13174" y="77246"/>
                  </a:cubicBezTo>
                  <a:lnTo>
                    <a:pt x="18925" y="59371"/>
                  </a:lnTo>
                  <a:lnTo>
                    <a:pt x="50236" y="59371"/>
                  </a:lnTo>
                  <a:lnTo>
                    <a:pt x="56626" y="77246"/>
                  </a:lnTo>
                  <a:cubicBezTo>
                    <a:pt x="57265" y="79800"/>
                    <a:pt x="59821" y="81715"/>
                    <a:pt x="62376" y="81715"/>
                  </a:cubicBezTo>
                  <a:cubicBezTo>
                    <a:pt x="63016" y="81715"/>
                    <a:pt x="63654" y="81715"/>
                    <a:pt x="64294" y="81077"/>
                  </a:cubicBezTo>
                  <a:cubicBezTo>
                    <a:pt x="67489" y="79800"/>
                    <a:pt x="69406" y="76608"/>
                    <a:pt x="68128" y="72777"/>
                  </a:cubicBezTo>
                  <a:lnTo>
                    <a:pt x="43846" y="4469"/>
                  </a:lnTo>
                  <a:close/>
                  <a:moveTo>
                    <a:pt x="22120" y="46603"/>
                  </a:moveTo>
                  <a:lnTo>
                    <a:pt x="32983" y="12768"/>
                  </a:lnTo>
                  <a:lnTo>
                    <a:pt x="33622" y="12768"/>
                  </a:lnTo>
                  <a:lnTo>
                    <a:pt x="45124" y="46603"/>
                  </a:lnTo>
                  <a:lnTo>
                    <a:pt x="22120" y="46603"/>
                  </a:lnTo>
                  <a:close/>
                </a:path>
              </a:pathLst>
            </a:custGeom>
            <a:solidFill>
              <a:srgbClr val="00ABAB"/>
            </a:solidFill>
            <a:ln w="6390" cap="flat">
              <a:noFill/>
              <a:prstDash val="solid"/>
              <a:miter/>
            </a:ln>
          </p:spPr>
          <p:txBody>
            <a:bodyPr rtlCol="0" anchor="ctr"/>
            <a:lstStyle/>
            <a:p>
              <a:endParaRPr lang="en-US"/>
            </a:p>
          </p:txBody>
        </p:sp>
      </p:grpSp>
      <p:grpSp>
        <p:nvGrpSpPr>
          <p:cNvPr id="835" name="Graphic 4">
            <a:extLst>
              <a:ext uri="{FF2B5EF4-FFF2-40B4-BE49-F238E27FC236}">
                <a16:creationId xmlns:a16="http://schemas.microsoft.com/office/drawing/2014/main" id="{D9979CEF-B1B3-1E45-AF1C-526C825E8549}"/>
              </a:ext>
            </a:extLst>
          </p:cNvPr>
          <p:cNvGrpSpPr/>
          <p:nvPr/>
        </p:nvGrpSpPr>
        <p:grpSpPr>
          <a:xfrm>
            <a:off x="5708769" y="2371173"/>
            <a:ext cx="361670" cy="361333"/>
            <a:chOff x="5708769" y="2371173"/>
            <a:chExt cx="361670" cy="361333"/>
          </a:xfrm>
          <a:solidFill>
            <a:srgbClr val="00ABAB"/>
          </a:solidFill>
        </p:grpSpPr>
        <p:sp>
          <p:nvSpPr>
            <p:cNvPr id="836" name="Graphic 4">
              <a:extLst>
                <a:ext uri="{FF2B5EF4-FFF2-40B4-BE49-F238E27FC236}">
                  <a16:creationId xmlns:a16="http://schemas.microsoft.com/office/drawing/2014/main" id="{7CFD7436-9735-6C4F-8CDF-5814B52A58EF}"/>
                </a:ext>
              </a:extLst>
            </p:cNvPr>
            <p:cNvSpPr/>
            <p:nvPr/>
          </p:nvSpPr>
          <p:spPr>
            <a:xfrm>
              <a:off x="5708769"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3489" y="349204"/>
                    <a:pt x="180835" y="349204"/>
                  </a:cubicBezTo>
                  <a:close/>
                </a:path>
              </a:pathLst>
            </a:custGeom>
            <a:solidFill>
              <a:srgbClr val="00ABAB"/>
            </a:solidFill>
            <a:ln w="6390" cap="flat">
              <a:noFill/>
              <a:prstDash val="solid"/>
              <a:miter/>
            </a:ln>
          </p:spPr>
          <p:txBody>
            <a:bodyPr rtlCol="0" anchor="ctr"/>
            <a:lstStyle/>
            <a:p>
              <a:endParaRPr lang="en-US"/>
            </a:p>
          </p:txBody>
        </p:sp>
        <p:sp>
          <p:nvSpPr>
            <p:cNvPr id="837" name="Graphic 4">
              <a:extLst>
                <a:ext uri="{FF2B5EF4-FFF2-40B4-BE49-F238E27FC236}">
                  <a16:creationId xmlns:a16="http://schemas.microsoft.com/office/drawing/2014/main" id="{639FD84E-B9CF-9349-96E0-15E5F5712A44}"/>
                </a:ext>
              </a:extLst>
            </p:cNvPr>
            <p:cNvSpPr/>
            <p:nvPr/>
          </p:nvSpPr>
          <p:spPr>
            <a:xfrm>
              <a:off x="5811008" y="2445227"/>
              <a:ext cx="65177" cy="213863"/>
            </a:xfrm>
            <a:custGeom>
              <a:avLst/>
              <a:gdLst>
                <a:gd name="connsiteX0" fmla="*/ 54315 w 65177"/>
                <a:gd name="connsiteY0" fmla="*/ 176836 h 213863"/>
                <a:gd name="connsiteX1" fmla="*/ 38979 w 65177"/>
                <a:gd name="connsiteY1" fmla="*/ 192158 h 213863"/>
                <a:gd name="connsiteX2" fmla="*/ 38979 w 65177"/>
                <a:gd name="connsiteY2" fmla="*/ 6384 h 213863"/>
                <a:gd name="connsiteX3" fmla="*/ 32589 w 65177"/>
                <a:gd name="connsiteY3" fmla="*/ 0 h 213863"/>
                <a:gd name="connsiteX4" fmla="*/ 26199 w 65177"/>
                <a:gd name="connsiteY4" fmla="*/ 6384 h 213863"/>
                <a:gd name="connsiteX5" fmla="*/ 26199 w 65177"/>
                <a:gd name="connsiteY5" fmla="*/ 192158 h 213863"/>
                <a:gd name="connsiteX6" fmla="*/ 10863 w 65177"/>
                <a:gd name="connsiteY6" fmla="*/ 176836 h 213863"/>
                <a:gd name="connsiteX7" fmla="*/ 1917 w 65177"/>
                <a:gd name="connsiteY7" fmla="*/ 176836 h 213863"/>
                <a:gd name="connsiteX8" fmla="*/ 1917 w 65177"/>
                <a:gd name="connsiteY8" fmla="*/ 185774 h 213863"/>
                <a:gd name="connsiteX9" fmla="*/ 28116 w 65177"/>
                <a:gd name="connsiteY9" fmla="*/ 211948 h 213863"/>
                <a:gd name="connsiteX10" fmla="*/ 30033 w 65177"/>
                <a:gd name="connsiteY10" fmla="*/ 213225 h 213863"/>
                <a:gd name="connsiteX11" fmla="*/ 32589 w 65177"/>
                <a:gd name="connsiteY11" fmla="*/ 213863 h 213863"/>
                <a:gd name="connsiteX12" fmla="*/ 35145 w 65177"/>
                <a:gd name="connsiteY12" fmla="*/ 213225 h 213863"/>
                <a:gd name="connsiteX13" fmla="*/ 37062 w 65177"/>
                <a:gd name="connsiteY13" fmla="*/ 211948 h 213863"/>
                <a:gd name="connsiteX14" fmla="*/ 63260 w 65177"/>
                <a:gd name="connsiteY14" fmla="*/ 185774 h 213863"/>
                <a:gd name="connsiteX15" fmla="*/ 63260 w 65177"/>
                <a:gd name="connsiteY15" fmla="*/ 176836 h 213863"/>
                <a:gd name="connsiteX16" fmla="*/ 54315 w 65177"/>
                <a:gd name="connsiteY16" fmla="*/ 176836 h 21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177" h="213863">
                  <a:moveTo>
                    <a:pt x="54315" y="176836"/>
                  </a:moveTo>
                  <a:lnTo>
                    <a:pt x="38979" y="192158"/>
                  </a:lnTo>
                  <a:lnTo>
                    <a:pt x="38979" y="6384"/>
                  </a:lnTo>
                  <a:cubicBezTo>
                    <a:pt x="38979" y="2554"/>
                    <a:pt x="36423" y="0"/>
                    <a:pt x="32589" y="0"/>
                  </a:cubicBezTo>
                  <a:cubicBezTo>
                    <a:pt x="28755" y="0"/>
                    <a:pt x="26199" y="2554"/>
                    <a:pt x="26199" y="6384"/>
                  </a:cubicBezTo>
                  <a:lnTo>
                    <a:pt x="26199" y="192158"/>
                  </a:lnTo>
                  <a:lnTo>
                    <a:pt x="10863" y="176836"/>
                  </a:lnTo>
                  <a:cubicBezTo>
                    <a:pt x="8307" y="174283"/>
                    <a:pt x="4473" y="174283"/>
                    <a:pt x="1917" y="176836"/>
                  </a:cubicBezTo>
                  <a:cubicBezTo>
                    <a:pt x="-639" y="179390"/>
                    <a:pt x="-639" y="183220"/>
                    <a:pt x="1917" y="185774"/>
                  </a:cubicBezTo>
                  <a:lnTo>
                    <a:pt x="28116" y="211948"/>
                  </a:lnTo>
                  <a:cubicBezTo>
                    <a:pt x="28755" y="212587"/>
                    <a:pt x="29394" y="213225"/>
                    <a:pt x="30033" y="213225"/>
                  </a:cubicBezTo>
                  <a:cubicBezTo>
                    <a:pt x="30672" y="213863"/>
                    <a:pt x="31950" y="213863"/>
                    <a:pt x="32589" y="213863"/>
                  </a:cubicBezTo>
                  <a:cubicBezTo>
                    <a:pt x="33228" y="213863"/>
                    <a:pt x="34506" y="213863"/>
                    <a:pt x="35145" y="213225"/>
                  </a:cubicBezTo>
                  <a:cubicBezTo>
                    <a:pt x="35784" y="212587"/>
                    <a:pt x="36423" y="212587"/>
                    <a:pt x="37062" y="211948"/>
                  </a:cubicBezTo>
                  <a:lnTo>
                    <a:pt x="63260" y="185774"/>
                  </a:lnTo>
                  <a:cubicBezTo>
                    <a:pt x="65816" y="183220"/>
                    <a:pt x="65816" y="179390"/>
                    <a:pt x="63260" y="176836"/>
                  </a:cubicBezTo>
                  <a:cubicBezTo>
                    <a:pt x="60705" y="174283"/>
                    <a:pt x="56870" y="174283"/>
                    <a:pt x="54315" y="176836"/>
                  </a:cubicBezTo>
                  <a:close/>
                </a:path>
              </a:pathLst>
            </a:custGeom>
            <a:solidFill>
              <a:srgbClr val="00ABAB"/>
            </a:solidFill>
            <a:ln w="6390" cap="flat">
              <a:noFill/>
              <a:prstDash val="solid"/>
              <a:miter/>
            </a:ln>
          </p:spPr>
          <p:txBody>
            <a:bodyPr rtlCol="0" anchor="ctr"/>
            <a:lstStyle/>
            <a:p>
              <a:endParaRPr lang="en-US"/>
            </a:p>
          </p:txBody>
        </p:sp>
        <p:sp>
          <p:nvSpPr>
            <p:cNvPr id="838" name="Graphic 4">
              <a:extLst>
                <a:ext uri="{FF2B5EF4-FFF2-40B4-BE49-F238E27FC236}">
                  <a16:creationId xmlns:a16="http://schemas.microsoft.com/office/drawing/2014/main" id="{AA705D8B-5E45-2E48-8754-8BB869A5D716}"/>
                </a:ext>
              </a:extLst>
            </p:cNvPr>
            <p:cNvSpPr/>
            <p:nvPr/>
          </p:nvSpPr>
          <p:spPr>
            <a:xfrm>
              <a:off x="5905260" y="2445227"/>
              <a:ext cx="61024" cy="77884"/>
            </a:xfrm>
            <a:custGeom>
              <a:avLst/>
              <a:gdLst>
                <a:gd name="connsiteX0" fmla="*/ 959 w 61024"/>
                <a:gd name="connsiteY0" fmla="*/ 74693 h 77884"/>
                <a:gd name="connsiteX1" fmla="*/ 6710 w 61024"/>
                <a:gd name="connsiteY1" fmla="*/ 77885 h 77884"/>
                <a:gd name="connsiteX2" fmla="*/ 54634 w 61024"/>
                <a:gd name="connsiteY2" fmla="*/ 77885 h 77884"/>
                <a:gd name="connsiteX3" fmla="*/ 61024 w 61024"/>
                <a:gd name="connsiteY3" fmla="*/ 71501 h 77884"/>
                <a:gd name="connsiteX4" fmla="*/ 54634 w 61024"/>
                <a:gd name="connsiteY4" fmla="*/ 65117 h 77884"/>
                <a:gd name="connsiteX5" fmla="*/ 18211 w 61024"/>
                <a:gd name="connsiteY5" fmla="*/ 65117 h 77884"/>
                <a:gd name="connsiteX6" fmla="*/ 55912 w 61024"/>
                <a:gd name="connsiteY6" fmla="*/ 9576 h 77884"/>
                <a:gd name="connsiteX7" fmla="*/ 56551 w 61024"/>
                <a:gd name="connsiteY7" fmla="*/ 3192 h 77884"/>
                <a:gd name="connsiteX8" fmla="*/ 50800 w 61024"/>
                <a:gd name="connsiteY8" fmla="*/ 0 h 77884"/>
                <a:gd name="connsiteX9" fmla="*/ 7348 w 61024"/>
                <a:gd name="connsiteY9" fmla="*/ 0 h 77884"/>
                <a:gd name="connsiteX10" fmla="*/ 959 w 61024"/>
                <a:gd name="connsiteY10" fmla="*/ 6384 h 77884"/>
                <a:gd name="connsiteX11" fmla="*/ 7348 w 61024"/>
                <a:gd name="connsiteY11" fmla="*/ 12768 h 77884"/>
                <a:gd name="connsiteX12" fmla="*/ 38659 w 61024"/>
                <a:gd name="connsiteY12" fmla="*/ 12768 h 77884"/>
                <a:gd name="connsiteX13" fmla="*/ 959 w 61024"/>
                <a:gd name="connsiteY13" fmla="*/ 68309 h 77884"/>
                <a:gd name="connsiteX14" fmla="*/ 959 w 61024"/>
                <a:gd name="connsiteY14" fmla="*/ 74693 h 77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1024" h="77884">
                  <a:moveTo>
                    <a:pt x="959" y="74693"/>
                  </a:moveTo>
                  <a:cubicBezTo>
                    <a:pt x="2237" y="76608"/>
                    <a:pt x="4154" y="77885"/>
                    <a:pt x="6710" y="77885"/>
                  </a:cubicBezTo>
                  <a:lnTo>
                    <a:pt x="54634" y="77885"/>
                  </a:lnTo>
                  <a:cubicBezTo>
                    <a:pt x="58468" y="77885"/>
                    <a:pt x="61024" y="75331"/>
                    <a:pt x="61024" y="71501"/>
                  </a:cubicBezTo>
                  <a:cubicBezTo>
                    <a:pt x="61024" y="67670"/>
                    <a:pt x="58468" y="65117"/>
                    <a:pt x="54634" y="65117"/>
                  </a:cubicBezTo>
                  <a:lnTo>
                    <a:pt x="18211" y="65117"/>
                  </a:lnTo>
                  <a:lnTo>
                    <a:pt x="55912" y="9576"/>
                  </a:lnTo>
                  <a:cubicBezTo>
                    <a:pt x="57190" y="7661"/>
                    <a:pt x="57190" y="5107"/>
                    <a:pt x="56551" y="3192"/>
                  </a:cubicBezTo>
                  <a:cubicBezTo>
                    <a:pt x="55273" y="1277"/>
                    <a:pt x="53356" y="0"/>
                    <a:pt x="50800" y="0"/>
                  </a:cubicBezTo>
                  <a:lnTo>
                    <a:pt x="7348" y="0"/>
                  </a:lnTo>
                  <a:cubicBezTo>
                    <a:pt x="3515" y="0"/>
                    <a:pt x="959" y="2554"/>
                    <a:pt x="959" y="6384"/>
                  </a:cubicBezTo>
                  <a:cubicBezTo>
                    <a:pt x="959" y="10214"/>
                    <a:pt x="3515" y="12768"/>
                    <a:pt x="7348" y="12768"/>
                  </a:cubicBezTo>
                  <a:lnTo>
                    <a:pt x="38659" y="12768"/>
                  </a:lnTo>
                  <a:lnTo>
                    <a:pt x="959" y="68309"/>
                  </a:lnTo>
                  <a:cubicBezTo>
                    <a:pt x="-320" y="70224"/>
                    <a:pt x="-320" y="72777"/>
                    <a:pt x="959" y="74693"/>
                  </a:cubicBezTo>
                  <a:close/>
                </a:path>
              </a:pathLst>
            </a:custGeom>
            <a:solidFill>
              <a:srgbClr val="00ABAB"/>
            </a:solidFill>
            <a:ln w="6390" cap="flat">
              <a:noFill/>
              <a:prstDash val="solid"/>
              <a:miter/>
            </a:ln>
          </p:spPr>
          <p:txBody>
            <a:bodyPr rtlCol="0" anchor="ctr"/>
            <a:lstStyle/>
            <a:p>
              <a:endParaRPr lang="en-US"/>
            </a:p>
          </p:txBody>
        </p:sp>
        <p:sp>
          <p:nvSpPr>
            <p:cNvPr id="839" name="Graphic 4">
              <a:extLst>
                <a:ext uri="{FF2B5EF4-FFF2-40B4-BE49-F238E27FC236}">
                  <a16:creationId xmlns:a16="http://schemas.microsoft.com/office/drawing/2014/main" id="{EC3CB26C-C67D-A34D-B69F-807617B36C3F}"/>
                </a:ext>
              </a:extLst>
            </p:cNvPr>
            <p:cNvSpPr/>
            <p:nvPr/>
          </p:nvSpPr>
          <p:spPr>
            <a:xfrm>
              <a:off x="5900073" y="2577376"/>
              <a:ext cx="68527" cy="82108"/>
            </a:xfrm>
            <a:custGeom>
              <a:avLst/>
              <a:gdLst>
                <a:gd name="connsiteX0" fmla="*/ 43846 w 68527"/>
                <a:gd name="connsiteY0" fmla="*/ 4469 h 82108"/>
                <a:gd name="connsiteX1" fmla="*/ 38095 w 68527"/>
                <a:gd name="connsiteY1" fmla="*/ 0 h 82108"/>
                <a:gd name="connsiteX2" fmla="*/ 28510 w 68527"/>
                <a:gd name="connsiteY2" fmla="*/ 0 h 82108"/>
                <a:gd name="connsiteX3" fmla="*/ 22120 w 68527"/>
                <a:gd name="connsiteY3" fmla="*/ 4469 h 82108"/>
                <a:gd name="connsiteX4" fmla="*/ 394 w 68527"/>
                <a:gd name="connsiteY4" fmla="*/ 73416 h 82108"/>
                <a:gd name="connsiteX5" fmla="*/ 4867 w 68527"/>
                <a:gd name="connsiteY5" fmla="*/ 81715 h 82108"/>
                <a:gd name="connsiteX6" fmla="*/ 13174 w 68527"/>
                <a:gd name="connsiteY6" fmla="*/ 77246 h 82108"/>
                <a:gd name="connsiteX7" fmla="*/ 18925 w 68527"/>
                <a:gd name="connsiteY7" fmla="*/ 59371 h 82108"/>
                <a:gd name="connsiteX8" fmla="*/ 50236 w 68527"/>
                <a:gd name="connsiteY8" fmla="*/ 59371 h 82108"/>
                <a:gd name="connsiteX9" fmla="*/ 56626 w 68527"/>
                <a:gd name="connsiteY9" fmla="*/ 77246 h 82108"/>
                <a:gd name="connsiteX10" fmla="*/ 62376 w 68527"/>
                <a:gd name="connsiteY10" fmla="*/ 81715 h 82108"/>
                <a:gd name="connsiteX11" fmla="*/ 64294 w 68527"/>
                <a:gd name="connsiteY11" fmla="*/ 81076 h 82108"/>
                <a:gd name="connsiteX12" fmla="*/ 68128 w 68527"/>
                <a:gd name="connsiteY12" fmla="*/ 72777 h 82108"/>
                <a:gd name="connsiteX13" fmla="*/ 43846 w 68527"/>
                <a:gd name="connsiteY13" fmla="*/ 4469 h 82108"/>
                <a:gd name="connsiteX14" fmla="*/ 22120 w 68527"/>
                <a:gd name="connsiteY14" fmla="*/ 46603 h 82108"/>
                <a:gd name="connsiteX15" fmla="*/ 32983 w 68527"/>
                <a:gd name="connsiteY15" fmla="*/ 12768 h 82108"/>
                <a:gd name="connsiteX16" fmla="*/ 33622 w 68527"/>
                <a:gd name="connsiteY16" fmla="*/ 12768 h 82108"/>
                <a:gd name="connsiteX17" fmla="*/ 45124 w 68527"/>
                <a:gd name="connsiteY17" fmla="*/ 46603 h 82108"/>
                <a:gd name="connsiteX18" fmla="*/ 22120 w 68527"/>
                <a:gd name="connsiteY18" fmla="*/ 46603 h 8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8527" h="82108">
                  <a:moveTo>
                    <a:pt x="43846" y="4469"/>
                  </a:moveTo>
                  <a:cubicBezTo>
                    <a:pt x="43207" y="1915"/>
                    <a:pt x="40651" y="0"/>
                    <a:pt x="38095" y="0"/>
                  </a:cubicBezTo>
                  <a:lnTo>
                    <a:pt x="28510" y="0"/>
                  </a:lnTo>
                  <a:cubicBezTo>
                    <a:pt x="25954" y="0"/>
                    <a:pt x="23398" y="1915"/>
                    <a:pt x="22120" y="4469"/>
                  </a:cubicBezTo>
                  <a:lnTo>
                    <a:pt x="394" y="73416"/>
                  </a:lnTo>
                  <a:cubicBezTo>
                    <a:pt x="-884" y="76608"/>
                    <a:pt x="1033" y="80438"/>
                    <a:pt x="4867" y="81715"/>
                  </a:cubicBezTo>
                  <a:cubicBezTo>
                    <a:pt x="8062" y="82992"/>
                    <a:pt x="11896" y="81076"/>
                    <a:pt x="13174" y="77246"/>
                  </a:cubicBezTo>
                  <a:lnTo>
                    <a:pt x="18925" y="59371"/>
                  </a:lnTo>
                  <a:lnTo>
                    <a:pt x="50236" y="59371"/>
                  </a:lnTo>
                  <a:lnTo>
                    <a:pt x="56626" y="77246"/>
                  </a:lnTo>
                  <a:cubicBezTo>
                    <a:pt x="57265" y="79800"/>
                    <a:pt x="59821" y="81715"/>
                    <a:pt x="62376" y="81715"/>
                  </a:cubicBezTo>
                  <a:cubicBezTo>
                    <a:pt x="63016" y="81715"/>
                    <a:pt x="63654" y="81715"/>
                    <a:pt x="64294" y="81076"/>
                  </a:cubicBezTo>
                  <a:cubicBezTo>
                    <a:pt x="67489" y="79800"/>
                    <a:pt x="69406" y="76608"/>
                    <a:pt x="68128" y="72777"/>
                  </a:cubicBezTo>
                  <a:lnTo>
                    <a:pt x="43846" y="4469"/>
                  </a:lnTo>
                  <a:close/>
                  <a:moveTo>
                    <a:pt x="22120" y="46603"/>
                  </a:moveTo>
                  <a:lnTo>
                    <a:pt x="32983" y="12768"/>
                  </a:lnTo>
                  <a:lnTo>
                    <a:pt x="33622" y="12768"/>
                  </a:lnTo>
                  <a:lnTo>
                    <a:pt x="45124" y="46603"/>
                  </a:lnTo>
                  <a:lnTo>
                    <a:pt x="22120" y="46603"/>
                  </a:lnTo>
                  <a:close/>
                </a:path>
              </a:pathLst>
            </a:custGeom>
            <a:solidFill>
              <a:srgbClr val="00ABAB"/>
            </a:solidFill>
            <a:ln w="6390" cap="flat">
              <a:noFill/>
              <a:prstDash val="solid"/>
              <a:miter/>
            </a:ln>
          </p:spPr>
          <p:txBody>
            <a:bodyPr rtlCol="0" anchor="ctr"/>
            <a:lstStyle/>
            <a:p>
              <a:endParaRPr lang="en-US"/>
            </a:p>
          </p:txBody>
        </p:sp>
      </p:grpSp>
      <p:grpSp>
        <p:nvGrpSpPr>
          <p:cNvPr id="840" name="Graphic 4">
            <a:extLst>
              <a:ext uri="{FF2B5EF4-FFF2-40B4-BE49-F238E27FC236}">
                <a16:creationId xmlns:a16="http://schemas.microsoft.com/office/drawing/2014/main" id="{7297CAC0-FC3B-C847-BD56-91E27C18D676}"/>
              </a:ext>
            </a:extLst>
          </p:cNvPr>
          <p:cNvGrpSpPr/>
          <p:nvPr/>
        </p:nvGrpSpPr>
        <p:grpSpPr>
          <a:xfrm>
            <a:off x="5708769" y="3339623"/>
            <a:ext cx="361674" cy="361333"/>
            <a:chOff x="5708769" y="3339623"/>
            <a:chExt cx="361674" cy="361333"/>
          </a:xfrm>
          <a:solidFill>
            <a:srgbClr val="00ABAB"/>
          </a:solidFill>
        </p:grpSpPr>
        <p:sp>
          <p:nvSpPr>
            <p:cNvPr id="841" name="Graphic 4">
              <a:extLst>
                <a:ext uri="{FF2B5EF4-FFF2-40B4-BE49-F238E27FC236}">
                  <a16:creationId xmlns:a16="http://schemas.microsoft.com/office/drawing/2014/main" id="{22A12A17-C6C4-3C45-A08D-1B0D6513D0CE}"/>
                </a:ext>
              </a:extLst>
            </p:cNvPr>
            <p:cNvSpPr/>
            <p:nvPr/>
          </p:nvSpPr>
          <p:spPr>
            <a:xfrm>
              <a:off x="5708769" y="333962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6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09"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9529" y="273873"/>
                    <a:pt x="273489" y="349204"/>
                    <a:pt x="180835" y="349204"/>
                  </a:cubicBezTo>
                  <a:close/>
                </a:path>
              </a:pathLst>
            </a:custGeom>
            <a:solidFill>
              <a:srgbClr val="00ABAB"/>
            </a:solidFill>
            <a:ln w="6390" cap="flat">
              <a:noFill/>
              <a:prstDash val="solid"/>
              <a:miter/>
            </a:ln>
          </p:spPr>
          <p:txBody>
            <a:bodyPr rtlCol="0" anchor="ctr"/>
            <a:lstStyle/>
            <a:p>
              <a:endParaRPr lang="en-US"/>
            </a:p>
          </p:txBody>
        </p:sp>
        <p:sp>
          <p:nvSpPr>
            <p:cNvPr id="842" name="Graphic 4">
              <a:extLst>
                <a:ext uri="{FF2B5EF4-FFF2-40B4-BE49-F238E27FC236}">
                  <a16:creationId xmlns:a16="http://schemas.microsoft.com/office/drawing/2014/main" id="{2DF0A946-EDE8-1A48-91D2-1F36D15E94AA}"/>
                </a:ext>
              </a:extLst>
            </p:cNvPr>
            <p:cNvSpPr/>
            <p:nvPr/>
          </p:nvSpPr>
          <p:spPr>
            <a:xfrm>
              <a:off x="5821232" y="3414316"/>
              <a:ext cx="65177" cy="213863"/>
            </a:xfrm>
            <a:custGeom>
              <a:avLst/>
              <a:gdLst>
                <a:gd name="connsiteX0" fmla="*/ 54314 w 65177"/>
                <a:gd name="connsiteY0" fmla="*/ 176836 h 213863"/>
                <a:gd name="connsiteX1" fmla="*/ 38978 w 65177"/>
                <a:gd name="connsiteY1" fmla="*/ 192158 h 213863"/>
                <a:gd name="connsiteX2" fmla="*/ 38978 w 65177"/>
                <a:gd name="connsiteY2" fmla="*/ 6384 h 213863"/>
                <a:gd name="connsiteX3" fmla="*/ 32588 w 65177"/>
                <a:gd name="connsiteY3" fmla="*/ 0 h 213863"/>
                <a:gd name="connsiteX4" fmla="*/ 26198 w 65177"/>
                <a:gd name="connsiteY4" fmla="*/ 6384 h 213863"/>
                <a:gd name="connsiteX5" fmla="*/ 26198 w 65177"/>
                <a:gd name="connsiteY5" fmla="*/ 192158 h 213863"/>
                <a:gd name="connsiteX6" fmla="*/ 10863 w 65177"/>
                <a:gd name="connsiteY6" fmla="*/ 176836 h 213863"/>
                <a:gd name="connsiteX7" fmla="*/ 1917 w 65177"/>
                <a:gd name="connsiteY7" fmla="*/ 176836 h 213863"/>
                <a:gd name="connsiteX8" fmla="*/ 1917 w 65177"/>
                <a:gd name="connsiteY8" fmla="*/ 185774 h 213863"/>
                <a:gd name="connsiteX9" fmla="*/ 28116 w 65177"/>
                <a:gd name="connsiteY9" fmla="*/ 211948 h 213863"/>
                <a:gd name="connsiteX10" fmla="*/ 30033 w 65177"/>
                <a:gd name="connsiteY10" fmla="*/ 213225 h 213863"/>
                <a:gd name="connsiteX11" fmla="*/ 32588 w 65177"/>
                <a:gd name="connsiteY11" fmla="*/ 213863 h 213863"/>
                <a:gd name="connsiteX12" fmla="*/ 35145 w 65177"/>
                <a:gd name="connsiteY12" fmla="*/ 213225 h 213863"/>
                <a:gd name="connsiteX13" fmla="*/ 37061 w 65177"/>
                <a:gd name="connsiteY13" fmla="*/ 211948 h 213863"/>
                <a:gd name="connsiteX14" fmla="*/ 63260 w 65177"/>
                <a:gd name="connsiteY14" fmla="*/ 185774 h 213863"/>
                <a:gd name="connsiteX15" fmla="*/ 63260 w 65177"/>
                <a:gd name="connsiteY15" fmla="*/ 176836 h 213863"/>
                <a:gd name="connsiteX16" fmla="*/ 54314 w 65177"/>
                <a:gd name="connsiteY16" fmla="*/ 176836 h 21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177" h="213863">
                  <a:moveTo>
                    <a:pt x="54314" y="176836"/>
                  </a:moveTo>
                  <a:lnTo>
                    <a:pt x="38978" y="192158"/>
                  </a:lnTo>
                  <a:lnTo>
                    <a:pt x="38978" y="6384"/>
                  </a:lnTo>
                  <a:cubicBezTo>
                    <a:pt x="38978" y="2553"/>
                    <a:pt x="36423" y="0"/>
                    <a:pt x="32588" y="0"/>
                  </a:cubicBezTo>
                  <a:cubicBezTo>
                    <a:pt x="28755" y="0"/>
                    <a:pt x="26198" y="2553"/>
                    <a:pt x="26198" y="6384"/>
                  </a:cubicBezTo>
                  <a:lnTo>
                    <a:pt x="26198" y="192158"/>
                  </a:lnTo>
                  <a:lnTo>
                    <a:pt x="10863" y="176836"/>
                  </a:lnTo>
                  <a:cubicBezTo>
                    <a:pt x="8307" y="174283"/>
                    <a:pt x="4473" y="174283"/>
                    <a:pt x="1917" y="176836"/>
                  </a:cubicBezTo>
                  <a:cubicBezTo>
                    <a:pt x="-639" y="179390"/>
                    <a:pt x="-639" y="183220"/>
                    <a:pt x="1917" y="185774"/>
                  </a:cubicBezTo>
                  <a:lnTo>
                    <a:pt x="28116" y="211948"/>
                  </a:lnTo>
                  <a:cubicBezTo>
                    <a:pt x="28755" y="212587"/>
                    <a:pt x="29393" y="213225"/>
                    <a:pt x="30033" y="213225"/>
                  </a:cubicBezTo>
                  <a:cubicBezTo>
                    <a:pt x="30672" y="213863"/>
                    <a:pt x="31950" y="213863"/>
                    <a:pt x="32588" y="213863"/>
                  </a:cubicBezTo>
                  <a:cubicBezTo>
                    <a:pt x="33228" y="213863"/>
                    <a:pt x="34506" y="213863"/>
                    <a:pt x="35145" y="213225"/>
                  </a:cubicBezTo>
                  <a:cubicBezTo>
                    <a:pt x="35783" y="212587"/>
                    <a:pt x="36423" y="212587"/>
                    <a:pt x="37061" y="211948"/>
                  </a:cubicBezTo>
                  <a:lnTo>
                    <a:pt x="63260" y="185774"/>
                  </a:lnTo>
                  <a:cubicBezTo>
                    <a:pt x="65816" y="183220"/>
                    <a:pt x="65816" y="179390"/>
                    <a:pt x="63260" y="176836"/>
                  </a:cubicBezTo>
                  <a:cubicBezTo>
                    <a:pt x="60704" y="174283"/>
                    <a:pt x="56871" y="174283"/>
                    <a:pt x="54314" y="176836"/>
                  </a:cubicBezTo>
                  <a:close/>
                </a:path>
              </a:pathLst>
            </a:custGeom>
            <a:solidFill>
              <a:srgbClr val="00ABAB"/>
            </a:solidFill>
            <a:ln w="6390" cap="flat">
              <a:noFill/>
              <a:prstDash val="solid"/>
              <a:miter/>
            </a:ln>
          </p:spPr>
          <p:txBody>
            <a:bodyPr rtlCol="0" anchor="ctr"/>
            <a:lstStyle/>
            <a:p>
              <a:endParaRPr lang="en-US"/>
            </a:p>
          </p:txBody>
        </p:sp>
        <p:sp>
          <p:nvSpPr>
            <p:cNvPr id="843" name="Graphic 4">
              <a:extLst>
                <a:ext uri="{FF2B5EF4-FFF2-40B4-BE49-F238E27FC236}">
                  <a16:creationId xmlns:a16="http://schemas.microsoft.com/office/drawing/2014/main" id="{A2998E5E-E771-C84C-BB73-210FE124D208}"/>
                </a:ext>
              </a:extLst>
            </p:cNvPr>
            <p:cNvSpPr/>
            <p:nvPr/>
          </p:nvSpPr>
          <p:spPr>
            <a:xfrm>
              <a:off x="5907660" y="3413677"/>
              <a:ext cx="36259" cy="81715"/>
            </a:xfrm>
            <a:custGeom>
              <a:avLst/>
              <a:gdLst>
                <a:gd name="connsiteX0" fmla="*/ 10060 w 36259"/>
                <a:gd name="connsiteY0" fmla="*/ 26175 h 81715"/>
                <a:gd name="connsiteX1" fmla="*/ 23479 w 36259"/>
                <a:gd name="connsiteY1" fmla="*/ 15960 h 81715"/>
                <a:gd name="connsiteX2" fmla="*/ 23479 w 36259"/>
                <a:gd name="connsiteY2" fmla="*/ 75331 h 81715"/>
                <a:gd name="connsiteX3" fmla="*/ 29869 w 36259"/>
                <a:gd name="connsiteY3" fmla="*/ 81715 h 81715"/>
                <a:gd name="connsiteX4" fmla="*/ 36259 w 36259"/>
                <a:gd name="connsiteY4" fmla="*/ 75331 h 81715"/>
                <a:gd name="connsiteX5" fmla="*/ 36259 w 36259"/>
                <a:gd name="connsiteY5" fmla="*/ 6384 h 81715"/>
                <a:gd name="connsiteX6" fmla="*/ 29869 w 36259"/>
                <a:gd name="connsiteY6" fmla="*/ 0 h 81715"/>
                <a:gd name="connsiteX7" fmla="*/ 25396 w 36259"/>
                <a:gd name="connsiteY7" fmla="*/ 0 h 81715"/>
                <a:gd name="connsiteX8" fmla="*/ 21562 w 36259"/>
                <a:gd name="connsiteY8" fmla="*/ 1277 h 81715"/>
                <a:gd name="connsiteX9" fmla="*/ 2393 w 36259"/>
                <a:gd name="connsiteY9" fmla="*/ 15960 h 81715"/>
                <a:gd name="connsiteX10" fmla="*/ 1115 w 36259"/>
                <a:gd name="connsiteY10" fmla="*/ 24898 h 81715"/>
                <a:gd name="connsiteX11" fmla="*/ 10060 w 36259"/>
                <a:gd name="connsiteY11" fmla="*/ 26175 h 81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59" h="81715">
                  <a:moveTo>
                    <a:pt x="10060" y="26175"/>
                  </a:moveTo>
                  <a:lnTo>
                    <a:pt x="23479" y="15960"/>
                  </a:lnTo>
                  <a:lnTo>
                    <a:pt x="23479" y="75331"/>
                  </a:lnTo>
                  <a:cubicBezTo>
                    <a:pt x="23479" y="79162"/>
                    <a:pt x="26035" y="81715"/>
                    <a:pt x="29869" y="81715"/>
                  </a:cubicBezTo>
                  <a:cubicBezTo>
                    <a:pt x="33703" y="81715"/>
                    <a:pt x="36259" y="79162"/>
                    <a:pt x="36259" y="75331"/>
                  </a:cubicBezTo>
                  <a:lnTo>
                    <a:pt x="36259" y="6384"/>
                  </a:lnTo>
                  <a:cubicBezTo>
                    <a:pt x="36259" y="2554"/>
                    <a:pt x="33703" y="0"/>
                    <a:pt x="29869" y="0"/>
                  </a:cubicBezTo>
                  <a:lnTo>
                    <a:pt x="25396" y="0"/>
                  </a:lnTo>
                  <a:cubicBezTo>
                    <a:pt x="24118" y="0"/>
                    <a:pt x="22840" y="639"/>
                    <a:pt x="21562" y="1277"/>
                  </a:cubicBezTo>
                  <a:lnTo>
                    <a:pt x="2393" y="15960"/>
                  </a:lnTo>
                  <a:cubicBezTo>
                    <a:pt x="-163" y="17875"/>
                    <a:pt x="-802" y="22344"/>
                    <a:pt x="1115" y="24898"/>
                  </a:cubicBezTo>
                  <a:cubicBezTo>
                    <a:pt x="3032" y="27451"/>
                    <a:pt x="7505" y="28090"/>
                    <a:pt x="10060" y="26175"/>
                  </a:cubicBezTo>
                  <a:close/>
                </a:path>
              </a:pathLst>
            </a:custGeom>
            <a:solidFill>
              <a:srgbClr val="00ABAB"/>
            </a:solidFill>
            <a:ln w="6390" cap="flat">
              <a:noFill/>
              <a:prstDash val="solid"/>
              <a:miter/>
            </a:ln>
          </p:spPr>
          <p:txBody>
            <a:bodyPr rtlCol="0" anchor="ctr"/>
            <a:lstStyle/>
            <a:p>
              <a:endParaRPr lang="en-US"/>
            </a:p>
          </p:txBody>
        </p:sp>
        <p:sp>
          <p:nvSpPr>
            <p:cNvPr id="844" name="Graphic 4">
              <a:extLst>
                <a:ext uri="{FF2B5EF4-FFF2-40B4-BE49-F238E27FC236}">
                  <a16:creationId xmlns:a16="http://schemas.microsoft.com/office/drawing/2014/main" id="{EDE4E295-0B33-2E4F-B6F2-94585BBC62D0}"/>
                </a:ext>
              </a:extLst>
            </p:cNvPr>
            <p:cNvSpPr/>
            <p:nvPr/>
          </p:nvSpPr>
          <p:spPr>
            <a:xfrm>
              <a:off x="5904688" y="3548251"/>
              <a:ext cx="52669" cy="78651"/>
            </a:xfrm>
            <a:custGeom>
              <a:avLst/>
              <a:gdLst>
                <a:gd name="connsiteX0" fmla="*/ 48816 w 52669"/>
                <a:gd name="connsiteY0" fmla="*/ 16089 h 78651"/>
                <a:gd name="connsiteX1" fmla="*/ 36036 w 52669"/>
                <a:gd name="connsiteY1" fmla="*/ 2044 h 78651"/>
                <a:gd name="connsiteX2" fmla="*/ 11754 w 52669"/>
                <a:gd name="connsiteY2" fmla="*/ 3321 h 78651"/>
                <a:gd name="connsiteX3" fmla="*/ 252 w 52669"/>
                <a:gd name="connsiteY3" fmla="*/ 21834 h 78651"/>
                <a:gd name="connsiteX4" fmla="*/ 6003 w 52669"/>
                <a:gd name="connsiteY4" fmla="*/ 42901 h 78651"/>
                <a:gd name="connsiteX5" fmla="*/ 23895 w 52669"/>
                <a:gd name="connsiteY5" fmla="*/ 49924 h 78651"/>
                <a:gd name="connsiteX6" fmla="*/ 39231 w 52669"/>
                <a:gd name="connsiteY6" fmla="*/ 44817 h 78651"/>
                <a:gd name="connsiteX7" fmla="*/ 37953 w 52669"/>
                <a:gd name="connsiteY7" fmla="*/ 51839 h 78651"/>
                <a:gd name="connsiteX8" fmla="*/ 29007 w 52669"/>
                <a:gd name="connsiteY8" fmla="*/ 63969 h 78651"/>
                <a:gd name="connsiteX9" fmla="*/ 11115 w 52669"/>
                <a:gd name="connsiteY9" fmla="*/ 64607 h 78651"/>
                <a:gd name="connsiteX10" fmla="*/ 2808 w 52669"/>
                <a:gd name="connsiteY10" fmla="*/ 68437 h 78651"/>
                <a:gd name="connsiteX11" fmla="*/ 6642 w 52669"/>
                <a:gd name="connsiteY11" fmla="*/ 76736 h 78651"/>
                <a:gd name="connsiteX12" fmla="*/ 19422 w 52669"/>
                <a:gd name="connsiteY12" fmla="*/ 78652 h 78651"/>
                <a:gd name="connsiteX13" fmla="*/ 34758 w 52669"/>
                <a:gd name="connsiteY13" fmla="*/ 75460 h 78651"/>
                <a:gd name="connsiteX14" fmla="*/ 50094 w 52669"/>
                <a:gd name="connsiteY14" fmla="*/ 55031 h 78651"/>
                <a:gd name="connsiteX15" fmla="*/ 49455 w 52669"/>
                <a:gd name="connsiteY15" fmla="*/ 17366 h 78651"/>
                <a:gd name="connsiteX16" fmla="*/ 48816 w 52669"/>
                <a:gd name="connsiteY16" fmla="*/ 16089 h 78651"/>
                <a:gd name="connsiteX17" fmla="*/ 35397 w 52669"/>
                <a:gd name="connsiteY17" fmla="*/ 32687 h 78651"/>
                <a:gd name="connsiteX18" fmla="*/ 23895 w 52669"/>
                <a:gd name="connsiteY18" fmla="*/ 37794 h 78651"/>
                <a:gd name="connsiteX19" fmla="*/ 16227 w 52669"/>
                <a:gd name="connsiteY19" fmla="*/ 34602 h 78651"/>
                <a:gd name="connsiteX20" fmla="*/ 13671 w 52669"/>
                <a:gd name="connsiteY20" fmla="*/ 23750 h 78651"/>
                <a:gd name="connsiteX21" fmla="*/ 19422 w 52669"/>
                <a:gd name="connsiteY21" fmla="*/ 14812 h 78651"/>
                <a:gd name="connsiteX22" fmla="*/ 26451 w 52669"/>
                <a:gd name="connsiteY22" fmla="*/ 12897 h 78651"/>
                <a:gd name="connsiteX23" fmla="*/ 32202 w 52669"/>
                <a:gd name="connsiteY23" fmla="*/ 14174 h 78651"/>
                <a:gd name="connsiteX24" fmla="*/ 38592 w 52669"/>
                <a:gd name="connsiteY24" fmla="*/ 21834 h 78651"/>
                <a:gd name="connsiteX25" fmla="*/ 35397 w 52669"/>
                <a:gd name="connsiteY25" fmla="*/ 32687 h 78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2669" h="78651">
                  <a:moveTo>
                    <a:pt x="48816" y="16089"/>
                  </a:moveTo>
                  <a:cubicBezTo>
                    <a:pt x="45621" y="9066"/>
                    <a:pt x="41148" y="3959"/>
                    <a:pt x="36036" y="2044"/>
                  </a:cubicBezTo>
                  <a:cubicBezTo>
                    <a:pt x="28368" y="-1148"/>
                    <a:pt x="18783" y="-510"/>
                    <a:pt x="11754" y="3321"/>
                  </a:cubicBezTo>
                  <a:cubicBezTo>
                    <a:pt x="5364" y="7151"/>
                    <a:pt x="891" y="13535"/>
                    <a:pt x="252" y="21834"/>
                  </a:cubicBezTo>
                  <a:cubicBezTo>
                    <a:pt x="-1026" y="32687"/>
                    <a:pt x="2808" y="39709"/>
                    <a:pt x="6003" y="42901"/>
                  </a:cubicBezTo>
                  <a:cubicBezTo>
                    <a:pt x="10476" y="48009"/>
                    <a:pt x="17505" y="50562"/>
                    <a:pt x="23895" y="49924"/>
                  </a:cubicBezTo>
                  <a:cubicBezTo>
                    <a:pt x="26451" y="49924"/>
                    <a:pt x="32841" y="49285"/>
                    <a:pt x="39231" y="44817"/>
                  </a:cubicBezTo>
                  <a:cubicBezTo>
                    <a:pt x="38592" y="46732"/>
                    <a:pt x="38592" y="49285"/>
                    <a:pt x="37953" y="51839"/>
                  </a:cubicBezTo>
                  <a:cubicBezTo>
                    <a:pt x="36036" y="57585"/>
                    <a:pt x="33480" y="62053"/>
                    <a:pt x="29007" y="63969"/>
                  </a:cubicBezTo>
                  <a:cubicBezTo>
                    <a:pt x="21339" y="67799"/>
                    <a:pt x="11115" y="64607"/>
                    <a:pt x="11115" y="64607"/>
                  </a:cubicBezTo>
                  <a:cubicBezTo>
                    <a:pt x="7920" y="63330"/>
                    <a:pt x="4086" y="65245"/>
                    <a:pt x="2808" y="68437"/>
                  </a:cubicBezTo>
                  <a:cubicBezTo>
                    <a:pt x="1530" y="71629"/>
                    <a:pt x="3447" y="75460"/>
                    <a:pt x="6642" y="76736"/>
                  </a:cubicBezTo>
                  <a:cubicBezTo>
                    <a:pt x="7281" y="76736"/>
                    <a:pt x="12393" y="78652"/>
                    <a:pt x="19422" y="78652"/>
                  </a:cubicBezTo>
                  <a:cubicBezTo>
                    <a:pt x="23895" y="78652"/>
                    <a:pt x="29646" y="78013"/>
                    <a:pt x="34758" y="75460"/>
                  </a:cubicBezTo>
                  <a:cubicBezTo>
                    <a:pt x="42426" y="71629"/>
                    <a:pt x="47538" y="64607"/>
                    <a:pt x="50094" y="55031"/>
                  </a:cubicBezTo>
                  <a:cubicBezTo>
                    <a:pt x="53928" y="40348"/>
                    <a:pt x="53289" y="27580"/>
                    <a:pt x="49455" y="17366"/>
                  </a:cubicBezTo>
                  <a:cubicBezTo>
                    <a:pt x="50094" y="17366"/>
                    <a:pt x="49455" y="16727"/>
                    <a:pt x="48816" y="16089"/>
                  </a:cubicBezTo>
                  <a:close/>
                  <a:moveTo>
                    <a:pt x="35397" y="32687"/>
                  </a:moveTo>
                  <a:cubicBezTo>
                    <a:pt x="32841" y="35879"/>
                    <a:pt x="27729" y="37794"/>
                    <a:pt x="23895" y="37794"/>
                  </a:cubicBezTo>
                  <a:cubicBezTo>
                    <a:pt x="21339" y="37794"/>
                    <a:pt x="18144" y="37156"/>
                    <a:pt x="16227" y="34602"/>
                  </a:cubicBezTo>
                  <a:cubicBezTo>
                    <a:pt x="13671" y="32049"/>
                    <a:pt x="13032" y="28218"/>
                    <a:pt x="13671" y="23750"/>
                  </a:cubicBezTo>
                  <a:cubicBezTo>
                    <a:pt x="14310" y="19281"/>
                    <a:pt x="16227" y="16727"/>
                    <a:pt x="19422" y="14812"/>
                  </a:cubicBezTo>
                  <a:cubicBezTo>
                    <a:pt x="21339" y="13535"/>
                    <a:pt x="23895" y="12897"/>
                    <a:pt x="26451" y="12897"/>
                  </a:cubicBezTo>
                  <a:cubicBezTo>
                    <a:pt x="28368" y="12897"/>
                    <a:pt x="30285" y="13535"/>
                    <a:pt x="32202" y="14174"/>
                  </a:cubicBezTo>
                  <a:cubicBezTo>
                    <a:pt x="34119" y="14812"/>
                    <a:pt x="36675" y="17366"/>
                    <a:pt x="38592" y="21834"/>
                  </a:cubicBezTo>
                  <a:cubicBezTo>
                    <a:pt x="37953" y="26303"/>
                    <a:pt x="37314" y="30133"/>
                    <a:pt x="35397" y="32687"/>
                  </a:cubicBezTo>
                  <a:close/>
                </a:path>
              </a:pathLst>
            </a:custGeom>
            <a:solidFill>
              <a:srgbClr val="00ABAB"/>
            </a:solidFill>
            <a:ln w="6390" cap="flat">
              <a:noFill/>
              <a:prstDash val="solid"/>
              <a:miter/>
            </a:ln>
          </p:spPr>
          <p:txBody>
            <a:bodyPr rtlCol="0" anchor="ctr"/>
            <a:lstStyle/>
            <a:p>
              <a:endParaRPr lang="en-US"/>
            </a:p>
          </p:txBody>
        </p:sp>
      </p:grpSp>
      <p:grpSp>
        <p:nvGrpSpPr>
          <p:cNvPr id="845" name="Graphic 4">
            <a:extLst>
              <a:ext uri="{FF2B5EF4-FFF2-40B4-BE49-F238E27FC236}">
                <a16:creationId xmlns:a16="http://schemas.microsoft.com/office/drawing/2014/main" id="{134ED693-A73F-3042-9816-D843722D8D79}"/>
              </a:ext>
            </a:extLst>
          </p:cNvPr>
          <p:cNvGrpSpPr/>
          <p:nvPr/>
        </p:nvGrpSpPr>
        <p:grpSpPr>
          <a:xfrm>
            <a:off x="5708769" y="2855717"/>
            <a:ext cx="361670" cy="361333"/>
            <a:chOff x="5708769" y="2855717"/>
            <a:chExt cx="361670" cy="361333"/>
          </a:xfrm>
          <a:solidFill>
            <a:srgbClr val="00ABAB"/>
          </a:solidFill>
        </p:grpSpPr>
        <p:sp>
          <p:nvSpPr>
            <p:cNvPr id="846" name="Graphic 4">
              <a:extLst>
                <a:ext uri="{FF2B5EF4-FFF2-40B4-BE49-F238E27FC236}">
                  <a16:creationId xmlns:a16="http://schemas.microsoft.com/office/drawing/2014/main" id="{CE9235E7-8352-8949-9116-26F6C5703FE3}"/>
                </a:ext>
              </a:extLst>
            </p:cNvPr>
            <p:cNvSpPr/>
            <p:nvPr/>
          </p:nvSpPr>
          <p:spPr>
            <a:xfrm>
              <a:off x="5708769"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0667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0" y="280895"/>
                    <a:pt x="361670" y="180667"/>
                  </a:cubicBezTo>
                  <a:cubicBezTo>
                    <a:pt x="361670" y="80438"/>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099"/>
                    <a:pt x="348890" y="180667"/>
                  </a:cubicBezTo>
                  <a:cubicBezTo>
                    <a:pt x="348890" y="273234"/>
                    <a:pt x="273489" y="349204"/>
                    <a:pt x="180835" y="349204"/>
                  </a:cubicBezTo>
                  <a:close/>
                </a:path>
              </a:pathLst>
            </a:custGeom>
            <a:solidFill>
              <a:srgbClr val="00ABAB"/>
            </a:solidFill>
            <a:ln w="6390" cap="flat">
              <a:noFill/>
              <a:prstDash val="solid"/>
              <a:miter/>
            </a:ln>
          </p:spPr>
          <p:txBody>
            <a:bodyPr rtlCol="0" anchor="ctr"/>
            <a:lstStyle/>
            <a:p>
              <a:endParaRPr lang="en-US"/>
            </a:p>
          </p:txBody>
        </p:sp>
        <p:sp>
          <p:nvSpPr>
            <p:cNvPr id="847" name="Graphic 4">
              <a:extLst>
                <a:ext uri="{FF2B5EF4-FFF2-40B4-BE49-F238E27FC236}">
                  <a16:creationId xmlns:a16="http://schemas.microsoft.com/office/drawing/2014/main" id="{360ABF1E-A067-8E4F-ACA5-26D26E934748}"/>
                </a:ext>
              </a:extLst>
            </p:cNvPr>
            <p:cNvSpPr/>
            <p:nvPr/>
          </p:nvSpPr>
          <p:spPr>
            <a:xfrm>
              <a:off x="5821232" y="2929772"/>
              <a:ext cx="65177" cy="213863"/>
            </a:xfrm>
            <a:custGeom>
              <a:avLst/>
              <a:gdLst>
                <a:gd name="connsiteX0" fmla="*/ 54314 w 65177"/>
                <a:gd name="connsiteY0" fmla="*/ 176836 h 213863"/>
                <a:gd name="connsiteX1" fmla="*/ 38978 w 65177"/>
                <a:gd name="connsiteY1" fmla="*/ 192158 h 213863"/>
                <a:gd name="connsiteX2" fmla="*/ 38978 w 65177"/>
                <a:gd name="connsiteY2" fmla="*/ 6384 h 213863"/>
                <a:gd name="connsiteX3" fmla="*/ 32588 w 65177"/>
                <a:gd name="connsiteY3" fmla="*/ 0 h 213863"/>
                <a:gd name="connsiteX4" fmla="*/ 26198 w 65177"/>
                <a:gd name="connsiteY4" fmla="*/ 6384 h 213863"/>
                <a:gd name="connsiteX5" fmla="*/ 26198 w 65177"/>
                <a:gd name="connsiteY5" fmla="*/ 192158 h 213863"/>
                <a:gd name="connsiteX6" fmla="*/ 10863 w 65177"/>
                <a:gd name="connsiteY6" fmla="*/ 176836 h 213863"/>
                <a:gd name="connsiteX7" fmla="*/ 1917 w 65177"/>
                <a:gd name="connsiteY7" fmla="*/ 176836 h 213863"/>
                <a:gd name="connsiteX8" fmla="*/ 1917 w 65177"/>
                <a:gd name="connsiteY8" fmla="*/ 185774 h 213863"/>
                <a:gd name="connsiteX9" fmla="*/ 28116 w 65177"/>
                <a:gd name="connsiteY9" fmla="*/ 211948 h 213863"/>
                <a:gd name="connsiteX10" fmla="*/ 30033 w 65177"/>
                <a:gd name="connsiteY10" fmla="*/ 213225 h 213863"/>
                <a:gd name="connsiteX11" fmla="*/ 32588 w 65177"/>
                <a:gd name="connsiteY11" fmla="*/ 213863 h 213863"/>
                <a:gd name="connsiteX12" fmla="*/ 35145 w 65177"/>
                <a:gd name="connsiteY12" fmla="*/ 213225 h 213863"/>
                <a:gd name="connsiteX13" fmla="*/ 37061 w 65177"/>
                <a:gd name="connsiteY13" fmla="*/ 211948 h 213863"/>
                <a:gd name="connsiteX14" fmla="*/ 63260 w 65177"/>
                <a:gd name="connsiteY14" fmla="*/ 185774 h 213863"/>
                <a:gd name="connsiteX15" fmla="*/ 63260 w 65177"/>
                <a:gd name="connsiteY15" fmla="*/ 176836 h 213863"/>
                <a:gd name="connsiteX16" fmla="*/ 54314 w 65177"/>
                <a:gd name="connsiteY16" fmla="*/ 176836 h 21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177" h="213863">
                  <a:moveTo>
                    <a:pt x="54314" y="176836"/>
                  </a:moveTo>
                  <a:lnTo>
                    <a:pt x="38978" y="192158"/>
                  </a:lnTo>
                  <a:lnTo>
                    <a:pt x="38978" y="6384"/>
                  </a:lnTo>
                  <a:cubicBezTo>
                    <a:pt x="38978" y="2554"/>
                    <a:pt x="36423" y="0"/>
                    <a:pt x="32588" y="0"/>
                  </a:cubicBezTo>
                  <a:cubicBezTo>
                    <a:pt x="28755" y="0"/>
                    <a:pt x="26198" y="2554"/>
                    <a:pt x="26198" y="6384"/>
                  </a:cubicBezTo>
                  <a:lnTo>
                    <a:pt x="26198" y="192158"/>
                  </a:lnTo>
                  <a:lnTo>
                    <a:pt x="10863" y="176836"/>
                  </a:lnTo>
                  <a:cubicBezTo>
                    <a:pt x="8307" y="174283"/>
                    <a:pt x="4473" y="174283"/>
                    <a:pt x="1917" y="176836"/>
                  </a:cubicBezTo>
                  <a:cubicBezTo>
                    <a:pt x="-639" y="179390"/>
                    <a:pt x="-639" y="183220"/>
                    <a:pt x="1917" y="185774"/>
                  </a:cubicBezTo>
                  <a:lnTo>
                    <a:pt x="28116" y="211948"/>
                  </a:lnTo>
                  <a:cubicBezTo>
                    <a:pt x="28755" y="212587"/>
                    <a:pt x="29393" y="213225"/>
                    <a:pt x="30033" y="213225"/>
                  </a:cubicBezTo>
                  <a:cubicBezTo>
                    <a:pt x="30672" y="213863"/>
                    <a:pt x="31950" y="213863"/>
                    <a:pt x="32588" y="213863"/>
                  </a:cubicBezTo>
                  <a:cubicBezTo>
                    <a:pt x="33228" y="213863"/>
                    <a:pt x="34506" y="213863"/>
                    <a:pt x="35145" y="213225"/>
                  </a:cubicBezTo>
                  <a:cubicBezTo>
                    <a:pt x="35783" y="212587"/>
                    <a:pt x="36423" y="212587"/>
                    <a:pt x="37061" y="211948"/>
                  </a:cubicBezTo>
                  <a:lnTo>
                    <a:pt x="63260" y="185774"/>
                  </a:lnTo>
                  <a:cubicBezTo>
                    <a:pt x="65816" y="183220"/>
                    <a:pt x="65816" y="179390"/>
                    <a:pt x="63260" y="176836"/>
                  </a:cubicBezTo>
                  <a:cubicBezTo>
                    <a:pt x="60704" y="174283"/>
                    <a:pt x="56871" y="174283"/>
                    <a:pt x="54314" y="176836"/>
                  </a:cubicBezTo>
                  <a:close/>
                </a:path>
              </a:pathLst>
            </a:custGeom>
            <a:solidFill>
              <a:srgbClr val="00ABAB"/>
            </a:solidFill>
            <a:ln w="6390" cap="flat">
              <a:noFill/>
              <a:prstDash val="solid"/>
              <a:miter/>
            </a:ln>
          </p:spPr>
          <p:txBody>
            <a:bodyPr rtlCol="0" anchor="ctr"/>
            <a:lstStyle/>
            <a:p>
              <a:endParaRPr lang="en-US"/>
            </a:p>
          </p:txBody>
        </p:sp>
        <p:sp>
          <p:nvSpPr>
            <p:cNvPr id="848" name="Graphic 4">
              <a:extLst>
                <a:ext uri="{FF2B5EF4-FFF2-40B4-BE49-F238E27FC236}">
                  <a16:creationId xmlns:a16="http://schemas.microsoft.com/office/drawing/2014/main" id="{F3ED3A84-F8BE-9441-BF28-47C5786185E4}"/>
                </a:ext>
              </a:extLst>
            </p:cNvPr>
            <p:cNvSpPr/>
            <p:nvPr/>
          </p:nvSpPr>
          <p:spPr>
            <a:xfrm>
              <a:off x="5910216" y="3061282"/>
              <a:ext cx="36259" cy="81715"/>
            </a:xfrm>
            <a:custGeom>
              <a:avLst/>
              <a:gdLst>
                <a:gd name="connsiteX0" fmla="*/ 29869 w 36259"/>
                <a:gd name="connsiteY0" fmla="*/ 0 h 81715"/>
                <a:gd name="connsiteX1" fmla="*/ 25397 w 36259"/>
                <a:gd name="connsiteY1" fmla="*/ 0 h 81715"/>
                <a:gd name="connsiteX2" fmla="*/ 21562 w 36259"/>
                <a:gd name="connsiteY2" fmla="*/ 1277 h 81715"/>
                <a:gd name="connsiteX3" fmla="*/ 2393 w 36259"/>
                <a:gd name="connsiteY3" fmla="*/ 15960 h 81715"/>
                <a:gd name="connsiteX4" fmla="*/ 1114 w 36259"/>
                <a:gd name="connsiteY4" fmla="*/ 24897 h 81715"/>
                <a:gd name="connsiteX5" fmla="*/ 10061 w 36259"/>
                <a:gd name="connsiteY5" fmla="*/ 26174 h 81715"/>
                <a:gd name="connsiteX6" fmla="*/ 23479 w 36259"/>
                <a:gd name="connsiteY6" fmla="*/ 15960 h 81715"/>
                <a:gd name="connsiteX7" fmla="*/ 23479 w 36259"/>
                <a:gd name="connsiteY7" fmla="*/ 75331 h 81715"/>
                <a:gd name="connsiteX8" fmla="*/ 29869 w 36259"/>
                <a:gd name="connsiteY8" fmla="*/ 81715 h 81715"/>
                <a:gd name="connsiteX9" fmla="*/ 36259 w 36259"/>
                <a:gd name="connsiteY9" fmla="*/ 75331 h 81715"/>
                <a:gd name="connsiteX10" fmla="*/ 36259 w 36259"/>
                <a:gd name="connsiteY10" fmla="*/ 6384 h 81715"/>
                <a:gd name="connsiteX11" fmla="*/ 29869 w 36259"/>
                <a:gd name="connsiteY11" fmla="*/ 0 h 81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59" h="81715">
                  <a:moveTo>
                    <a:pt x="29869" y="0"/>
                  </a:moveTo>
                  <a:lnTo>
                    <a:pt x="25397" y="0"/>
                  </a:lnTo>
                  <a:cubicBezTo>
                    <a:pt x="24118" y="0"/>
                    <a:pt x="22840" y="638"/>
                    <a:pt x="21562" y="1277"/>
                  </a:cubicBezTo>
                  <a:lnTo>
                    <a:pt x="2393" y="15960"/>
                  </a:lnTo>
                  <a:cubicBezTo>
                    <a:pt x="-163" y="17875"/>
                    <a:pt x="-802" y="22344"/>
                    <a:pt x="1114" y="24897"/>
                  </a:cubicBezTo>
                  <a:cubicBezTo>
                    <a:pt x="3032" y="27451"/>
                    <a:pt x="7504" y="28089"/>
                    <a:pt x="10061" y="26174"/>
                  </a:cubicBezTo>
                  <a:lnTo>
                    <a:pt x="23479" y="15960"/>
                  </a:lnTo>
                  <a:lnTo>
                    <a:pt x="23479" y="75331"/>
                  </a:lnTo>
                  <a:cubicBezTo>
                    <a:pt x="23479" y="79161"/>
                    <a:pt x="26035" y="81715"/>
                    <a:pt x="29869" y="81715"/>
                  </a:cubicBezTo>
                  <a:cubicBezTo>
                    <a:pt x="33703" y="81715"/>
                    <a:pt x="36259" y="79161"/>
                    <a:pt x="36259" y="75331"/>
                  </a:cubicBezTo>
                  <a:lnTo>
                    <a:pt x="36259" y="6384"/>
                  </a:lnTo>
                  <a:cubicBezTo>
                    <a:pt x="36259" y="2554"/>
                    <a:pt x="33703" y="0"/>
                    <a:pt x="29869" y="0"/>
                  </a:cubicBezTo>
                  <a:close/>
                </a:path>
              </a:pathLst>
            </a:custGeom>
            <a:solidFill>
              <a:srgbClr val="00ABAB"/>
            </a:solidFill>
            <a:ln w="6390" cap="flat">
              <a:noFill/>
              <a:prstDash val="solid"/>
              <a:miter/>
            </a:ln>
          </p:spPr>
          <p:txBody>
            <a:bodyPr rtlCol="0" anchor="ctr"/>
            <a:lstStyle/>
            <a:p>
              <a:endParaRPr lang="en-US"/>
            </a:p>
          </p:txBody>
        </p:sp>
        <p:sp>
          <p:nvSpPr>
            <p:cNvPr id="849" name="Graphic 4">
              <a:extLst>
                <a:ext uri="{FF2B5EF4-FFF2-40B4-BE49-F238E27FC236}">
                  <a16:creationId xmlns:a16="http://schemas.microsoft.com/office/drawing/2014/main" id="{1426EF8A-354B-1747-B446-DFAF5A1C035D}"/>
                </a:ext>
              </a:extLst>
            </p:cNvPr>
            <p:cNvSpPr/>
            <p:nvPr/>
          </p:nvSpPr>
          <p:spPr>
            <a:xfrm>
              <a:off x="5904688" y="2929643"/>
              <a:ext cx="52669" cy="78651"/>
            </a:xfrm>
            <a:custGeom>
              <a:avLst/>
              <a:gdLst>
                <a:gd name="connsiteX0" fmla="*/ 48816 w 52669"/>
                <a:gd name="connsiteY0" fmla="*/ 16088 h 78651"/>
                <a:gd name="connsiteX1" fmla="*/ 36036 w 52669"/>
                <a:gd name="connsiteY1" fmla="*/ 2044 h 78651"/>
                <a:gd name="connsiteX2" fmla="*/ 11754 w 52669"/>
                <a:gd name="connsiteY2" fmla="*/ 3320 h 78651"/>
                <a:gd name="connsiteX3" fmla="*/ 252 w 52669"/>
                <a:gd name="connsiteY3" fmla="*/ 21834 h 78651"/>
                <a:gd name="connsiteX4" fmla="*/ 6003 w 52669"/>
                <a:gd name="connsiteY4" fmla="*/ 42901 h 78651"/>
                <a:gd name="connsiteX5" fmla="*/ 23895 w 52669"/>
                <a:gd name="connsiteY5" fmla="*/ 49924 h 78651"/>
                <a:gd name="connsiteX6" fmla="*/ 39231 w 52669"/>
                <a:gd name="connsiteY6" fmla="*/ 44816 h 78651"/>
                <a:gd name="connsiteX7" fmla="*/ 37953 w 52669"/>
                <a:gd name="connsiteY7" fmla="*/ 51839 h 78651"/>
                <a:gd name="connsiteX8" fmla="*/ 29007 w 52669"/>
                <a:gd name="connsiteY8" fmla="*/ 63968 h 78651"/>
                <a:gd name="connsiteX9" fmla="*/ 11115 w 52669"/>
                <a:gd name="connsiteY9" fmla="*/ 64607 h 78651"/>
                <a:gd name="connsiteX10" fmla="*/ 2808 w 52669"/>
                <a:gd name="connsiteY10" fmla="*/ 68437 h 78651"/>
                <a:gd name="connsiteX11" fmla="*/ 6642 w 52669"/>
                <a:gd name="connsiteY11" fmla="*/ 76736 h 78651"/>
                <a:gd name="connsiteX12" fmla="*/ 19422 w 52669"/>
                <a:gd name="connsiteY12" fmla="*/ 78652 h 78651"/>
                <a:gd name="connsiteX13" fmla="*/ 34758 w 52669"/>
                <a:gd name="connsiteY13" fmla="*/ 75460 h 78651"/>
                <a:gd name="connsiteX14" fmla="*/ 50094 w 52669"/>
                <a:gd name="connsiteY14" fmla="*/ 55031 h 78651"/>
                <a:gd name="connsiteX15" fmla="*/ 49455 w 52669"/>
                <a:gd name="connsiteY15" fmla="*/ 17365 h 78651"/>
                <a:gd name="connsiteX16" fmla="*/ 48816 w 52669"/>
                <a:gd name="connsiteY16" fmla="*/ 16088 h 78651"/>
                <a:gd name="connsiteX17" fmla="*/ 35397 w 52669"/>
                <a:gd name="connsiteY17" fmla="*/ 32048 h 78651"/>
                <a:gd name="connsiteX18" fmla="*/ 23895 w 52669"/>
                <a:gd name="connsiteY18" fmla="*/ 37156 h 78651"/>
                <a:gd name="connsiteX19" fmla="*/ 16227 w 52669"/>
                <a:gd name="connsiteY19" fmla="*/ 33964 h 78651"/>
                <a:gd name="connsiteX20" fmla="*/ 13671 w 52669"/>
                <a:gd name="connsiteY20" fmla="*/ 23111 h 78651"/>
                <a:gd name="connsiteX21" fmla="*/ 19422 w 52669"/>
                <a:gd name="connsiteY21" fmla="*/ 14173 h 78651"/>
                <a:gd name="connsiteX22" fmla="*/ 26451 w 52669"/>
                <a:gd name="connsiteY22" fmla="*/ 12258 h 78651"/>
                <a:gd name="connsiteX23" fmla="*/ 32202 w 52669"/>
                <a:gd name="connsiteY23" fmla="*/ 13535 h 78651"/>
                <a:gd name="connsiteX24" fmla="*/ 38592 w 52669"/>
                <a:gd name="connsiteY24" fmla="*/ 21196 h 78651"/>
                <a:gd name="connsiteX25" fmla="*/ 35397 w 52669"/>
                <a:gd name="connsiteY25" fmla="*/ 32048 h 78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2669" h="78651">
                  <a:moveTo>
                    <a:pt x="48816" y="16088"/>
                  </a:moveTo>
                  <a:cubicBezTo>
                    <a:pt x="45621" y="9066"/>
                    <a:pt x="41148" y="3959"/>
                    <a:pt x="36036" y="2044"/>
                  </a:cubicBezTo>
                  <a:cubicBezTo>
                    <a:pt x="28368" y="-1148"/>
                    <a:pt x="18783" y="-510"/>
                    <a:pt x="11754" y="3320"/>
                  </a:cubicBezTo>
                  <a:cubicBezTo>
                    <a:pt x="5364" y="7151"/>
                    <a:pt x="891" y="13535"/>
                    <a:pt x="252" y="21834"/>
                  </a:cubicBezTo>
                  <a:cubicBezTo>
                    <a:pt x="-1026" y="32687"/>
                    <a:pt x="2808" y="39709"/>
                    <a:pt x="6003" y="42901"/>
                  </a:cubicBezTo>
                  <a:cubicBezTo>
                    <a:pt x="10476" y="48008"/>
                    <a:pt x="17505" y="50562"/>
                    <a:pt x="23895" y="49924"/>
                  </a:cubicBezTo>
                  <a:cubicBezTo>
                    <a:pt x="26451" y="49924"/>
                    <a:pt x="32841" y="49285"/>
                    <a:pt x="39231" y="44816"/>
                  </a:cubicBezTo>
                  <a:cubicBezTo>
                    <a:pt x="38592" y="47370"/>
                    <a:pt x="38592" y="49285"/>
                    <a:pt x="37953" y="51839"/>
                  </a:cubicBezTo>
                  <a:cubicBezTo>
                    <a:pt x="36036" y="57584"/>
                    <a:pt x="33480" y="62053"/>
                    <a:pt x="29007" y="63968"/>
                  </a:cubicBezTo>
                  <a:cubicBezTo>
                    <a:pt x="21339" y="67799"/>
                    <a:pt x="11115" y="64607"/>
                    <a:pt x="11115" y="64607"/>
                  </a:cubicBezTo>
                  <a:cubicBezTo>
                    <a:pt x="7920" y="63330"/>
                    <a:pt x="4086" y="65245"/>
                    <a:pt x="2808" y="68437"/>
                  </a:cubicBezTo>
                  <a:cubicBezTo>
                    <a:pt x="1530" y="71629"/>
                    <a:pt x="3447" y="75460"/>
                    <a:pt x="6642" y="76736"/>
                  </a:cubicBezTo>
                  <a:cubicBezTo>
                    <a:pt x="7281" y="76736"/>
                    <a:pt x="12393" y="78652"/>
                    <a:pt x="19422" y="78652"/>
                  </a:cubicBezTo>
                  <a:cubicBezTo>
                    <a:pt x="23895" y="78652"/>
                    <a:pt x="29646" y="78013"/>
                    <a:pt x="34758" y="75460"/>
                  </a:cubicBezTo>
                  <a:cubicBezTo>
                    <a:pt x="42426" y="71629"/>
                    <a:pt x="47538" y="64607"/>
                    <a:pt x="50094" y="55031"/>
                  </a:cubicBezTo>
                  <a:cubicBezTo>
                    <a:pt x="53928" y="40348"/>
                    <a:pt x="53289" y="27580"/>
                    <a:pt x="49455" y="17365"/>
                  </a:cubicBezTo>
                  <a:cubicBezTo>
                    <a:pt x="50094" y="17365"/>
                    <a:pt x="49455" y="16727"/>
                    <a:pt x="48816" y="16088"/>
                  </a:cubicBezTo>
                  <a:close/>
                  <a:moveTo>
                    <a:pt x="35397" y="32048"/>
                  </a:moveTo>
                  <a:cubicBezTo>
                    <a:pt x="32841" y="35240"/>
                    <a:pt x="27729" y="37156"/>
                    <a:pt x="23895" y="37156"/>
                  </a:cubicBezTo>
                  <a:cubicBezTo>
                    <a:pt x="21339" y="37156"/>
                    <a:pt x="18144" y="36517"/>
                    <a:pt x="16227" y="33964"/>
                  </a:cubicBezTo>
                  <a:cubicBezTo>
                    <a:pt x="13671" y="31410"/>
                    <a:pt x="13032" y="27580"/>
                    <a:pt x="13671" y="23111"/>
                  </a:cubicBezTo>
                  <a:cubicBezTo>
                    <a:pt x="14310" y="18642"/>
                    <a:pt x="16227" y="16088"/>
                    <a:pt x="19422" y="14173"/>
                  </a:cubicBezTo>
                  <a:cubicBezTo>
                    <a:pt x="21339" y="12896"/>
                    <a:pt x="23895" y="12258"/>
                    <a:pt x="26451" y="12258"/>
                  </a:cubicBezTo>
                  <a:cubicBezTo>
                    <a:pt x="28368" y="12258"/>
                    <a:pt x="30285" y="12896"/>
                    <a:pt x="32202" y="13535"/>
                  </a:cubicBezTo>
                  <a:cubicBezTo>
                    <a:pt x="34119" y="14173"/>
                    <a:pt x="36675" y="16727"/>
                    <a:pt x="38592" y="21196"/>
                  </a:cubicBezTo>
                  <a:cubicBezTo>
                    <a:pt x="37953" y="25664"/>
                    <a:pt x="37314" y="29495"/>
                    <a:pt x="35397" y="32048"/>
                  </a:cubicBezTo>
                  <a:close/>
                </a:path>
              </a:pathLst>
            </a:custGeom>
            <a:solidFill>
              <a:srgbClr val="00ABAB"/>
            </a:solidFill>
            <a:ln w="6390" cap="flat">
              <a:noFill/>
              <a:prstDash val="solid"/>
              <a:miter/>
            </a:ln>
          </p:spPr>
          <p:txBody>
            <a:bodyPr rtlCol="0" anchor="ctr"/>
            <a:lstStyle/>
            <a:p>
              <a:endParaRPr lang="en-US"/>
            </a:p>
          </p:txBody>
        </p:sp>
      </p:grpSp>
      <p:grpSp>
        <p:nvGrpSpPr>
          <p:cNvPr id="850" name="Graphic 4">
            <a:extLst>
              <a:ext uri="{FF2B5EF4-FFF2-40B4-BE49-F238E27FC236}">
                <a16:creationId xmlns:a16="http://schemas.microsoft.com/office/drawing/2014/main" id="{6BE1D15F-5316-8846-8622-30CF4B102441}"/>
              </a:ext>
            </a:extLst>
          </p:cNvPr>
          <p:cNvGrpSpPr/>
          <p:nvPr/>
        </p:nvGrpSpPr>
        <p:grpSpPr>
          <a:xfrm>
            <a:off x="5708769" y="918179"/>
            <a:ext cx="361670" cy="361333"/>
            <a:chOff x="5708769" y="918179"/>
            <a:chExt cx="361670" cy="361333"/>
          </a:xfrm>
          <a:solidFill>
            <a:srgbClr val="00ABAB"/>
          </a:solidFill>
        </p:grpSpPr>
        <p:sp>
          <p:nvSpPr>
            <p:cNvPr id="851" name="Graphic 4">
              <a:extLst>
                <a:ext uri="{FF2B5EF4-FFF2-40B4-BE49-F238E27FC236}">
                  <a16:creationId xmlns:a16="http://schemas.microsoft.com/office/drawing/2014/main" id="{E7F734B7-18EC-CA4F-88A7-DC71CDF4F676}"/>
                </a:ext>
              </a:extLst>
            </p:cNvPr>
            <p:cNvSpPr/>
            <p:nvPr/>
          </p:nvSpPr>
          <p:spPr>
            <a:xfrm>
              <a:off x="5708769"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0667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099"/>
                    <a:pt x="348890" y="180667"/>
                  </a:cubicBezTo>
                  <a:cubicBezTo>
                    <a:pt x="348890" y="273234"/>
                    <a:pt x="273489" y="349204"/>
                    <a:pt x="180835" y="349204"/>
                  </a:cubicBezTo>
                  <a:close/>
                </a:path>
              </a:pathLst>
            </a:custGeom>
            <a:solidFill>
              <a:srgbClr val="00ABAB"/>
            </a:solidFill>
            <a:ln w="6390" cap="flat">
              <a:noFill/>
              <a:prstDash val="solid"/>
              <a:miter/>
            </a:ln>
          </p:spPr>
          <p:txBody>
            <a:bodyPr rtlCol="0" anchor="ctr"/>
            <a:lstStyle/>
            <a:p>
              <a:endParaRPr lang="en-US"/>
            </a:p>
          </p:txBody>
        </p:sp>
        <p:sp>
          <p:nvSpPr>
            <p:cNvPr id="852" name="Graphic 4">
              <a:extLst>
                <a:ext uri="{FF2B5EF4-FFF2-40B4-BE49-F238E27FC236}">
                  <a16:creationId xmlns:a16="http://schemas.microsoft.com/office/drawing/2014/main" id="{B2D8825A-172F-9A4E-9FA0-A7453C8BC63B}"/>
                </a:ext>
              </a:extLst>
            </p:cNvPr>
            <p:cNvSpPr/>
            <p:nvPr/>
          </p:nvSpPr>
          <p:spPr>
            <a:xfrm>
              <a:off x="5800145" y="1005639"/>
              <a:ext cx="57509" cy="186412"/>
            </a:xfrm>
            <a:custGeom>
              <a:avLst/>
              <a:gdLst>
                <a:gd name="connsiteX0" fmla="*/ 46647 w 57509"/>
                <a:gd name="connsiteY0" fmla="*/ 153216 h 186412"/>
                <a:gd name="connsiteX1" fmla="*/ 35145 w 57509"/>
                <a:gd name="connsiteY1" fmla="*/ 164707 h 186412"/>
                <a:gd name="connsiteX2" fmla="*/ 35145 w 57509"/>
                <a:gd name="connsiteY2" fmla="*/ 6384 h 186412"/>
                <a:gd name="connsiteX3" fmla="*/ 28755 w 57509"/>
                <a:gd name="connsiteY3" fmla="*/ 0 h 186412"/>
                <a:gd name="connsiteX4" fmla="*/ 22365 w 57509"/>
                <a:gd name="connsiteY4" fmla="*/ 6384 h 186412"/>
                <a:gd name="connsiteX5" fmla="*/ 22365 w 57509"/>
                <a:gd name="connsiteY5" fmla="*/ 164707 h 186412"/>
                <a:gd name="connsiteX6" fmla="*/ 10863 w 57509"/>
                <a:gd name="connsiteY6" fmla="*/ 153216 h 186412"/>
                <a:gd name="connsiteX7" fmla="*/ 1917 w 57509"/>
                <a:gd name="connsiteY7" fmla="*/ 153216 h 186412"/>
                <a:gd name="connsiteX8" fmla="*/ 1917 w 57509"/>
                <a:gd name="connsiteY8" fmla="*/ 162153 h 186412"/>
                <a:gd name="connsiteX9" fmla="*/ 24282 w 57509"/>
                <a:gd name="connsiteY9" fmla="*/ 184497 h 186412"/>
                <a:gd name="connsiteX10" fmla="*/ 26199 w 57509"/>
                <a:gd name="connsiteY10" fmla="*/ 185774 h 186412"/>
                <a:gd name="connsiteX11" fmla="*/ 28755 w 57509"/>
                <a:gd name="connsiteY11" fmla="*/ 186412 h 186412"/>
                <a:gd name="connsiteX12" fmla="*/ 31311 w 57509"/>
                <a:gd name="connsiteY12" fmla="*/ 185774 h 186412"/>
                <a:gd name="connsiteX13" fmla="*/ 33228 w 57509"/>
                <a:gd name="connsiteY13" fmla="*/ 184497 h 186412"/>
                <a:gd name="connsiteX14" fmla="*/ 55593 w 57509"/>
                <a:gd name="connsiteY14" fmla="*/ 162153 h 186412"/>
                <a:gd name="connsiteX15" fmla="*/ 55593 w 57509"/>
                <a:gd name="connsiteY15" fmla="*/ 153216 h 186412"/>
                <a:gd name="connsiteX16" fmla="*/ 46647 w 57509"/>
                <a:gd name="connsiteY16" fmla="*/ 153216 h 18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7509" h="186412">
                  <a:moveTo>
                    <a:pt x="46647" y="153216"/>
                  </a:moveTo>
                  <a:lnTo>
                    <a:pt x="35145" y="164707"/>
                  </a:lnTo>
                  <a:lnTo>
                    <a:pt x="35145" y="6384"/>
                  </a:lnTo>
                  <a:cubicBezTo>
                    <a:pt x="35145" y="2554"/>
                    <a:pt x="32589" y="0"/>
                    <a:pt x="28755" y="0"/>
                  </a:cubicBezTo>
                  <a:cubicBezTo>
                    <a:pt x="24921" y="0"/>
                    <a:pt x="22365" y="2554"/>
                    <a:pt x="22365" y="6384"/>
                  </a:cubicBezTo>
                  <a:lnTo>
                    <a:pt x="22365" y="164707"/>
                  </a:lnTo>
                  <a:lnTo>
                    <a:pt x="10863" y="153216"/>
                  </a:lnTo>
                  <a:cubicBezTo>
                    <a:pt x="8307" y="150662"/>
                    <a:pt x="4473" y="150662"/>
                    <a:pt x="1917" y="153216"/>
                  </a:cubicBezTo>
                  <a:cubicBezTo>
                    <a:pt x="-639" y="155769"/>
                    <a:pt x="-639" y="159600"/>
                    <a:pt x="1917" y="162153"/>
                  </a:cubicBezTo>
                  <a:lnTo>
                    <a:pt x="24282" y="184497"/>
                  </a:lnTo>
                  <a:cubicBezTo>
                    <a:pt x="24921" y="185135"/>
                    <a:pt x="25560" y="185774"/>
                    <a:pt x="26199" y="185774"/>
                  </a:cubicBezTo>
                  <a:cubicBezTo>
                    <a:pt x="26838" y="186412"/>
                    <a:pt x="28116" y="186412"/>
                    <a:pt x="28755" y="186412"/>
                  </a:cubicBezTo>
                  <a:cubicBezTo>
                    <a:pt x="29394" y="186412"/>
                    <a:pt x="30672" y="186412"/>
                    <a:pt x="31311" y="185774"/>
                  </a:cubicBezTo>
                  <a:cubicBezTo>
                    <a:pt x="31950" y="185135"/>
                    <a:pt x="32589" y="185135"/>
                    <a:pt x="33228" y="184497"/>
                  </a:cubicBezTo>
                  <a:lnTo>
                    <a:pt x="55593" y="162153"/>
                  </a:lnTo>
                  <a:cubicBezTo>
                    <a:pt x="58148" y="159600"/>
                    <a:pt x="58148" y="155769"/>
                    <a:pt x="55593" y="153216"/>
                  </a:cubicBezTo>
                  <a:cubicBezTo>
                    <a:pt x="53037" y="150662"/>
                    <a:pt x="49203" y="150662"/>
                    <a:pt x="46647" y="153216"/>
                  </a:cubicBezTo>
                  <a:close/>
                </a:path>
              </a:pathLst>
            </a:custGeom>
            <a:solidFill>
              <a:srgbClr val="00ABAB"/>
            </a:solidFill>
            <a:ln w="6390" cap="flat">
              <a:noFill/>
              <a:prstDash val="solid"/>
              <a:miter/>
            </a:ln>
          </p:spPr>
          <p:txBody>
            <a:bodyPr rtlCol="0" anchor="ctr"/>
            <a:lstStyle/>
            <a:p>
              <a:endParaRPr lang="en-US"/>
            </a:p>
          </p:txBody>
        </p:sp>
        <p:sp>
          <p:nvSpPr>
            <p:cNvPr id="853" name="Graphic 4">
              <a:extLst>
                <a:ext uri="{FF2B5EF4-FFF2-40B4-BE49-F238E27FC236}">
                  <a16:creationId xmlns:a16="http://schemas.microsoft.com/office/drawing/2014/main" id="{839BB98C-913F-6842-971E-CAD1FF8E9EEE}"/>
                </a:ext>
              </a:extLst>
            </p:cNvPr>
            <p:cNvSpPr/>
            <p:nvPr/>
          </p:nvSpPr>
          <p:spPr>
            <a:xfrm>
              <a:off x="5874908" y="1179284"/>
              <a:ext cx="104155" cy="12767"/>
            </a:xfrm>
            <a:custGeom>
              <a:avLst/>
              <a:gdLst>
                <a:gd name="connsiteX0" fmla="*/ 97766 w 104155"/>
                <a:gd name="connsiteY0" fmla="*/ 0 h 12767"/>
                <a:gd name="connsiteX1" fmla="*/ 6390 w 104155"/>
                <a:gd name="connsiteY1" fmla="*/ 0 h 12767"/>
                <a:gd name="connsiteX2" fmla="*/ 0 w 104155"/>
                <a:gd name="connsiteY2" fmla="*/ 6384 h 12767"/>
                <a:gd name="connsiteX3" fmla="*/ 6390 w 104155"/>
                <a:gd name="connsiteY3" fmla="*/ 12768 h 12767"/>
                <a:gd name="connsiteX4" fmla="*/ 97766 w 104155"/>
                <a:gd name="connsiteY4" fmla="*/ 12768 h 12767"/>
                <a:gd name="connsiteX5" fmla="*/ 104156 w 104155"/>
                <a:gd name="connsiteY5" fmla="*/ 6384 h 12767"/>
                <a:gd name="connsiteX6" fmla="*/ 97766 w 104155"/>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55" h="12767">
                  <a:moveTo>
                    <a:pt x="97766" y="0"/>
                  </a:moveTo>
                  <a:lnTo>
                    <a:pt x="6390" y="0"/>
                  </a:lnTo>
                  <a:cubicBezTo>
                    <a:pt x="2556" y="0"/>
                    <a:pt x="0" y="2554"/>
                    <a:pt x="0" y="6384"/>
                  </a:cubicBezTo>
                  <a:cubicBezTo>
                    <a:pt x="0" y="10214"/>
                    <a:pt x="2556" y="12768"/>
                    <a:pt x="6390" y="12768"/>
                  </a:cubicBezTo>
                  <a:lnTo>
                    <a:pt x="97766" y="12768"/>
                  </a:lnTo>
                  <a:cubicBezTo>
                    <a:pt x="101600" y="12768"/>
                    <a:pt x="104156" y="10214"/>
                    <a:pt x="104156" y="6384"/>
                  </a:cubicBezTo>
                  <a:cubicBezTo>
                    <a:pt x="104156" y="2554"/>
                    <a:pt x="101600" y="0"/>
                    <a:pt x="97766" y="0"/>
                  </a:cubicBezTo>
                  <a:close/>
                </a:path>
              </a:pathLst>
            </a:custGeom>
            <a:solidFill>
              <a:srgbClr val="00ABAB"/>
            </a:solidFill>
            <a:ln w="6390" cap="flat">
              <a:noFill/>
              <a:prstDash val="solid"/>
              <a:miter/>
            </a:ln>
          </p:spPr>
          <p:txBody>
            <a:bodyPr rtlCol="0" anchor="ctr"/>
            <a:lstStyle/>
            <a:p>
              <a:endParaRPr lang="en-US"/>
            </a:p>
          </p:txBody>
        </p:sp>
        <p:sp>
          <p:nvSpPr>
            <p:cNvPr id="854" name="Graphic 4">
              <a:extLst>
                <a:ext uri="{FF2B5EF4-FFF2-40B4-BE49-F238E27FC236}">
                  <a16:creationId xmlns:a16="http://schemas.microsoft.com/office/drawing/2014/main" id="{D549428C-CB25-D94B-A852-684FC9042ABA}"/>
                </a:ext>
              </a:extLst>
            </p:cNvPr>
            <p:cNvSpPr/>
            <p:nvPr/>
          </p:nvSpPr>
          <p:spPr>
            <a:xfrm>
              <a:off x="5874908" y="1144810"/>
              <a:ext cx="91376" cy="12767"/>
            </a:xfrm>
            <a:custGeom>
              <a:avLst/>
              <a:gdLst>
                <a:gd name="connsiteX0" fmla="*/ 6390 w 91376"/>
                <a:gd name="connsiteY0" fmla="*/ 12768 h 12767"/>
                <a:gd name="connsiteX1" fmla="*/ 84986 w 91376"/>
                <a:gd name="connsiteY1" fmla="*/ 12768 h 12767"/>
                <a:gd name="connsiteX2" fmla="*/ 91376 w 91376"/>
                <a:gd name="connsiteY2" fmla="*/ 6384 h 12767"/>
                <a:gd name="connsiteX3" fmla="*/ 84986 w 91376"/>
                <a:gd name="connsiteY3" fmla="*/ 0 h 12767"/>
                <a:gd name="connsiteX4" fmla="*/ 6390 w 91376"/>
                <a:gd name="connsiteY4" fmla="*/ 0 h 12767"/>
                <a:gd name="connsiteX5" fmla="*/ 0 w 91376"/>
                <a:gd name="connsiteY5" fmla="*/ 6384 h 12767"/>
                <a:gd name="connsiteX6" fmla="*/ 6390 w 91376"/>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376" h="12767">
                  <a:moveTo>
                    <a:pt x="6390" y="12768"/>
                  </a:moveTo>
                  <a:lnTo>
                    <a:pt x="84986" y="12768"/>
                  </a:lnTo>
                  <a:cubicBezTo>
                    <a:pt x="88820" y="12768"/>
                    <a:pt x="91376" y="10214"/>
                    <a:pt x="91376" y="6384"/>
                  </a:cubicBezTo>
                  <a:cubicBezTo>
                    <a:pt x="91376" y="2554"/>
                    <a:pt x="88820" y="0"/>
                    <a:pt x="84986" y="0"/>
                  </a:cubicBezTo>
                  <a:lnTo>
                    <a:pt x="6390" y="0"/>
                  </a:lnTo>
                  <a:cubicBezTo>
                    <a:pt x="2556" y="0"/>
                    <a:pt x="0" y="2554"/>
                    <a:pt x="0" y="6384"/>
                  </a:cubicBezTo>
                  <a:cubicBezTo>
                    <a:pt x="0" y="10214"/>
                    <a:pt x="2556" y="12768"/>
                    <a:pt x="6390" y="12768"/>
                  </a:cubicBezTo>
                  <a:close/>
                </a:path>
              </a:pathLst>
            </a:custGeom>
            <a:solidFill>
              <a:srgbClr val="00ABAB"/>
            </a:solidFill>
            <a:ln w="6390" cap="flat">
              <a:noFill/>
              <a:prstDash val="solid"/>
              <a:miter/>
            </a:ln>
          </p:spPr>
          <p:txBody>
            <a:bodyPr rtlCol="0" anchor="ctr"/>
            <a:lstStyle/>
            <a:p>
              <a:endParaRPr lang="en-US"/>
            </a:p>
          </p:txBody>
        </p:sp>
        <p:sp>
          <p:nvSpPr>
            <p:cNvPr id="855" name="Graphic 4">
              <a:extLst>
                <a:ext uri="{FF2B5EF4-FFF2-40B4-BE49-F238E27FC236}">
                  <a16:creationId xmlns:a16="http://schemas.microsoft.com/office/drawing/2014/main" id="{1D17D493-6534-B54B-AD59-9966D6F1F632}"/>
                </a:ext>
              </a:extLst>
            </p:cNvPr>
            <p:cNvSpPr/>
            <p:nvPr/>
          </p:nvSpPr>
          <p:spPr>
            <a:xfrm>
              <a:off x="5874908" y="1109698"/>
              <a:ext cx="73484" cy="12767"/>
            </a:xfrm>
            <a:custGeom>
              <a:avLst/>
              <a:gdLst>
                <a:gd name="connsiteX0" fmla="*/ 6390 w 73484"/>
                <a:gd name="connsiteY0" fmla="*/ 12768 h 12767"/>
                <a:gd name="connsiteX1" fmla="*/ 67094 w 73484"/>
                <a:gd name="connsiteY1" fmla="*/ 12768 h 12767"/>
                <a:gd name="connsiteX2" fmla="*/ 73484 w 73484"/>
                <a:gd name="connsiteY2" fmla="*/ 6384 h 12767"/>
                <a:gd name="connsiteX3" fmla="*/ 67094 w 73484"/>
                <a:gd name="connsiteY3" fmla="*/ 0 h 12767"/>
                <a:gd name="connsiteX4" fmla="*/ 6390 w 73484"/>
                <a:gd name="connsiteY4" fmla="*/ 0 h 12767"/>
                <a:gd name="connsiteX5" fmla="*/ 0 w 73484"/>
                <a:gd name="connsiteY5" fmla="*/ 6384 h 12767"/>
                <a:gd name="connsiteX6" fmla="*/ 6390 w 73484"/>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484" h="12767">
                  <a:moveTo>
                    <a:pt x="6390" y="12768"/>
                  </a:moveTo>
                  <a:lnTo>
                    <a:pt x="67094" y="12768"/>
                  </a:lnTo>
                  <a:cubicBezTo>
                    <a:pt x="70928" y="12768"/>
                    <a:pt x="73484" y="10214"/>
                    <a:pt x="73484" y="6384"/>
                  </a:cubicBezTo>
                  <a:cubicBezTo>
                    <a:pt x="73484" y="2554"/>
                    <a:pt x="70928" y="0"/>
                    <a:pt x="67094" y="0"/>
                  </a:cubicBezTo>
                  <a:lnTo>
                    <a:pt x="6390" y="0"/>
                  </a:lnTo>
                  <a:cubicBezTo>
                    <a:pt x="2556" y="0"/>
                    <a:pt x="0" y="2554"/>
                    <a:pt x="0" y="6384"/>
                  </a:cubicBezTo>
                  <a:cubicBezTo>
                    <a:pt x="0" y="10214"/>
                    <a:pt x="2556" y="12768"/>
                    <a:pt x="6390" y="12768"/>
                  </a:cubicBezTo>
                  <a:close/>
                </a:path>
              </a:pathLst>
            </a:custGeom>
            <a:solidFill>
              <a:srgbClr val="00ABAB"/>
            </a:solidFill>
            <a:ln w="6390" cap="flat">
              <a:noFill/>
              <a:prstDash val="solid"/>
              <a:miter/>
            </a:ln>
          </p:spPr>
          <p:txBody>
            <a:bodyPr rtlCol="0" anchor="ctr"/>
            <a:lstStyle/>
            <a:p>
              <a:endParaRPr lang="en-US"/>
            </a:p>
          </p:txBody>
        </p:sp>
        <p:sp>
          <p:nvSpPr>
            <p:cNvPr id="856" name="Graphic 4">
              <a:extLst>
                <a:ext uri="{FF2B5EF4-FFF2-40B4-BE49-F238E27FC236}">
                  <a16:creationId xmlns:a16="http://schemas.microsoft.com/office/drawing/2014/main" id="{8E998C90-77A0-B84E-93D7-8CAC008B242C}"/>
                </a:ext>
              </a:extLst>
            </p:cNvPr>
            <p:cNvSpPr/>
            <p:nvPr/>
          </p:nvSpPr>
          <p:spPr>
            <a:xfrm>
              <a:off x="5874908" y="1075225"/>
              <a:ext cx="56231" cy="12767"/>
            </a:xfrm>
            <a:custGeom>
              <a:avLst/>
              <a:gdLst>
                <a:gd name="connsiteX0" fmla="*/ 6390 w 56231"/>
                <a:gd name="connsiteY0" fmla="*/ 12768 h 12767"/>
                <a:gd name="connsiteX1" fmla="*/ 49841 w 56231"/>
                <a:gd name="connsiteY1" fmla="*/ 12768 h 12767"/>
                <a:gd name="connsiteX2" fmla="*/ 56231 w 56231"/>
                <a:gd name="connsiteY2" fmla="*/ 6384 h 12767"/>
                <a:gd name="connsiteX3" fmla="*/ 49841 w 56231"/>
                <a:gd name="connsiteY3" fmla="*/ 0 h 12767"/>
                <a:gd name="connsiteX4" fmla="*/ 6390 w 56231"/>
                <a:gd name="connsiteY4" fmla="*/ 0 h 12767"/>
                <a:gd name="connsiteX5" fmla="*/ 0 w 56231"/>
                <a:gd name="connsiteY5" fmla="*/ 6384 h 12767"/>
                <a:gd name="connsiteX6" fmla="*/ 6390 w 56231"/>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231" h="12767">
                  <a:moveTo>
                    <a:pt x="6390" y="12768"/>
                  </a:moveTo>
                  <a:lnTo>
                    <a:pt x="49841" y="12768"/>
                  </a:lnTo>
                  <a:cubicBezTo>
                    <a:pt x="53675" y="12768"/>
                    <a:pt x="56231" y="10214"/>
                    <a:pt x="56231" y="6384"/>
                  </a:cubicBezTo>
                  <a:cubicBezTo>
                    <a:pt x="56231" y="2554"/>
                    <a:pt x="53675" y="0"/>
                    <a:pt x="49841" y="0"/>
                  </a:cubicBezTo>
                  <a:lnTo>
                    <a:pt x="6390" y="0"/>
                  </a:lnTo>
                  <a:cubicBezTo>
                    <a:pt x="2556" y="0"/>
                    <a:pt x="0" y="2554"/>
                    <a:pt x="0" y="6384"/>
                  </a:cubicBezTo>
                  <a:cubicBezTo>
                    <a:pt x="0" y="10214"/>
                    <a:pt x="2556" y="12768"/>
                    <a:pt x="6390" y="12768"/>
                  </a:cubicBezTo>
                  <a:close/>
                </a:path>
              </a:pathLst>
            </a:custGeom>
            <a:solidFill>
              <a:srgbClr val="00ABAB"/>
            </a:solidFill>
            <a:ln w="6390" cap="flat">
              <a:noFill/>
              <a:prstDash val="solid"/>
              <a:miter/>
            </a:ln>
          </p:spPr>
          <p:txBody>
            <a:bodyPr rtlCol="0" anchor="ctr"/>
            <a:lstStyle/>
            <a:p>
              <a:endParaRPr lang="en-US"/>
            </a:p>
          </p:txBody>
        </p:sp>
        <p:sp>
          <p:nvSpPr>
            <p:cNvPr id="857" name="Graphic 4">
              <a:extLst>
                <a:ext uri="{FF2B5EF4-FFF2-40B4-BE49-F238E27FC236}">
                  <a16:creationId xmlns:a16="http://schemas.microsoft.com/office/drawing/2014/main" id="{F247528C-88F6-D943-99D3-2E2292413F7D}"/>
                </a:ext>
              </a:extLst>
            </p:cNvPr>
            <p:cNvSpPr/>
            <p:nvPr/>
          </p:nvSpPr>
          <p:spPr>
            <a:xfrm>
              <a:off x="5874908" y="1040113"/>
              <a:ext cx="38978" cy="12767"/>
            </a:xfrm>
            <a:custGeom>
              <a:avLst/>
              <a:gdLst>
                <a:gd name="connsiteX0" fmla="*/ 6390 w 38978"/>
                <a:gd name="connsiteY0" fmla="*/ 12768 h 12767"/>
                <a:gd name="connsiteX1" fmla="*/ 32589 w 38978"/>
                <a:gd name="connsiteY1" fmla="*/ 12768 h 12767"/>
                <a:gd name="connsiteX2" fmla="*/ 38978 w 38978"/>
                <a:gd name="connsiteY2" fmla="*/ 6384 h 12767"/>
                <a:gd name="connsiteX3" fmla="*/ 32589 w 38978"/>
                <a:gd name="connsiteY3" fmla="*/ 0 h 12767"/>
                <a:gd name="connsiteX4" fmla="*/ 6390 w 38978"/>
                <a:gd name="connsiteY4" fmla="*/ 0 h 12767"/>
                <a:gd name="connsiteX5" fmla="*/ 0 w 38978"/>
                <a:gd name="connsiteY5" fmla="*/ 6384 h 12767"/>
                <a:gd name="connsiteX6" fmla="*/ 6390 w 38978"/>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978" h="12767">
                  <a:moveTo>
                    <a:pt x="6390" y="12768"/>
                  </a:moveTo>
                  <a:lnTo>
                    <a:pt x="32589" y="12768"/>
                  </a:lnTo>
                  <a:cubicBezTo>
                    <a:pt x="36422" y="12768"/>
                    <a:pt x="38978" y="10214"/>
                    <a:pt x="38978" y="6384"/>
                  </a:cubicBezTo>
                  <a:cubicBezTo>
                    <a:pt x="38978" y="2554"/>
                    <a:pt x="36422" y="0"/>
                    <a:pt x="32589" y="0"/>
                  </a:cubicBezTo>
                  <a:lnTo>
                    <a:pt x="6390" y="0"/>
                  </a:lnTo>
                  <a:cubicBezTo>
                    <a:pt x="2556" y="0"/>
                    <a:pt x="0" y="2554"/>
                    <a:pt x="0" y="6384"/>
                  </a:cubicBezTo>
                  <a:cubicBezTo>
                    <a:pt x="0" y="10214"/>
                    <a:pt x="2556" y="12768"/>
                    <a:pt x="6390" y="12768"/>
                  </a:cubicBezTo>
                  <a:close/>
                </a:path>
              </a:pathLst>
            </a:custGeom>
            <a:solidFill>
              <a:srgbClr val="00ABAB"/>
            </a:solidFill>
            <a:ln w="6390" cap="flat">
              <a:noFill/>
              <a:prstDash val="solid"/>
              <a:miter/>
            </a:ln>
          </p:spPr>
          <p:txBody>
            <a:bodyPr rtlCol="0" anchor="ctr"/>
            <a:lstStyle/>
            <a:p>
              <a:endParaRPr lang="en-US"/>
            </a:p>
          </p:txBody>
        </p:sp>
        <p:sp>
          <p:nvSpPr>
            <p:cNvPr id="858" name="Graphic 4">
              <a:extLst>
                <a:ext uri="{FF2B5EF4-FFF2-40B4-BE49-F238E27FC236}">
                  <a16:creationId xmlns:a16="http://schemas.microsoft.com/office/drawing/2014/main" id="{2A042A9D-E9E1-2541-9870-F8329B6D9FBB}"/>
                </a:ext>
              </a:extLst>
            </p:cNvPr>
            <p:cNvSpPr/>
            <p:nvPr/>
          </p:nvSpPr>
          <p:spPr>
            <a:xfrm>
              <a:off x="5874908" y="1005639"/>
              <a:ext cx="21725" cy="12767"/>
            </a:xfrm>
            <a:custGeom>
              <a:avLst/>
              <a:gdLst>
                <a:gd name="connsiteX0" fmla="*/ 6390 w 21725"/>
                <a:gd name="connsiteY0" fmla="*/ 12768 h 12767"/>
                <a:gd name="connsiteX1" fmla="*/ 15336 w 21725"/>
                <a:gd name="connsiteY1" fmla="*/ 12768 h 12767"/>
                <a:gd name="connsiteX2" fmla="*/ 21726 w 21725"/>
                <a:gd name="connsiteY2" fmla="*/ 6384 h 12767"/>
                <a:gd name="connsiteX3" fmla="*/ 15336 w 21725"/>
                <a:gd name="connsiteY3" fmla="*/ 0 h 12767"/>
                <a:gd name="connsiteX4" fmla="*/ 6390 w 21725"/>
                <a:gd name="connsiteY4" fmla="*/ 0 h 12767"/>
                <a:gd name="connsiteX5" fmla="*/ 0 w 21725"/>
                <a:gd name="connsiteY5" fmla="*/ 6384 h 12767"/>
                <a:gd name="connsiteX6" fmla="*/ 6390 w 21725"/>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25" h="12767">
                  <a:moveTo>
                    <a:pt x="6390" y="12768"/>
                  </a:moveTo>
                  <a:lnTo>
                    <a:pt x="15336" y="12768"/>
                  </a:lnTo>
                  <a:cubicBezTo>
                    <a:pt x="19170" y="12768"/>
                    <a:pt x="21726" y="10214"/>
                    <a:pt x="21726" y="6384"/>
                  </a:cubicBezTo>
                  <a:cubicBezTo>
                    <a:pt x="21726" y="2554"/>
                    <a:pt x="19170" y="0"/>
                    <a:pt x="15336" y="0"/>
                  </a:cubicBezTo>
                  <a:lnTo>
                    <a:pt x="6390" y="0"/>
                  </a:lnTo>
                  <a:cubicBezTo>
                    <a:pt x="2556" y="0"/>
                    <a:pt x="0" y="2554"/>
                    <a:pt x="0" y="6384"/>
                  </a:cubicBezTo>
                  <a:cubicBezTo>
                    <a:pt x="0" y="10214"/>
                    <a:pt x="2556" y="12768"/>
                    <a:pt x="6390" y="12768"/>
                  </a:cubicBezTo>
                  <a:close/>
                </a:path>
              </a:pathLst>
            </a:custGeom>
            <a:solidFill>
              <a:srgbClr val="00ABAB"/>
            </a:solidFill>
            <a:ln w="6390" cap="flat">
              <a:noFill/>
              <a:prstDash val="solid"/>
              <a:miter/>
            </a:ln>
          </p:spPr>
          <p:txBody>
            <a:bodyPr rtlCol="0" anchor="ctr"/>
            <a:lstStyle/>
            <a:p>
              <a:endParaRPr lang="en-US"/>
            </a:p>
          </p:txBody>
        </p:sp>
      </p:grpSp>
      <p:grpSp>
        <p:nvGrpSpPr>
          <p:cNvPr id="859" name="Graphic 4">
            <a:extLst>
              <a:ext uri="{FF2B5EF4-FFF2-40B4-BE49-F238E27FC236}">
                <a16:creationId xmlns:a16="http://schemas.microsoft.com/office/drawing/2014/main" id="{717B34B3-4626-BD44-B0C0-FB6273D81C9A}"/>
              </a:ext>
            </a:extLst>
          </p:cNvPr>
          <p:cNvGrpSpPr/>
          <p:nvPr/>
        </p:nvGrpSpPr>
        <p:grpSpPr>
          <a:xfrm>
            <a:off x="5708769" y="1402085"/>
            <a:ext cx="361674" cy="361333"/>
            <a:chOff x="5708769" y="1402085"/>
            <a:chExt cx="361674" cy="361333"/>
          </a:xfrm>
          <a:solidFill>
            <a:srgbClr val="00ABAB"/>
          </a:solidFill>
        </p:grpSpPr>
        <p:sp>
          <p:nvSpPr>
            <p:cNvPr id="860" name="Graphic 4">
              <a:extLst>
                <a:ext uri="{FF2B5EF4-FFF2-40B4-BE49-F238E27FC236}">
                  <a16:creationId xmlns:a16="http://schemas.microsoft.com/office/drawing/2014/main" id="{8187735C-A489-9E49-B77C-4CC9060C378D}"/>
                </a:ext>
              </a:extLst>
            </p:cNvPr>
            <p:cNvSpPr/>
            <p:nvPr/>
          </p:nvSpPr>
          <p:spPr>
            <a:xfrm>
              <a:off x="5708769" y="1402085"/>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6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09"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29" y="273873"/>
                    <a:pt x="273489" y="349204"/>
                    <a:pt x="180835" y="349204"/>
                  </a:cubicBezTo>
                  <a:close/>
                </a:path>
              </a:pathLst>
            </a:custGeom>
            <a:solidFill>
              <a:srgbClr val="00ABAB"/>
            </a:solidFill>
            <a:ln w="6390" cap="flat">
              <a:noFill/>
              <a:prstDash val="solid"/>
              <a:miter/>
            </a:ln>
          </p:spPr>
          <p:txBody>
            <a:bodyPr rtlCol="0" anchor="ctr"/>
            <a:lstStyle/>
            <a:p>
              <a:endParaRPr lang="en-US"/>
            </a:p>
          </p:txBody>
        </p:sp>
        <p:sp>
          <p:nvSpPr>
            <p:cNvPr id="861" name="Graphic 4">
              <a:extLst>
                <a:ext uri="{FF2B5EF4-FFF2-40B4-BE49-F238E27FC236}">
                  <a16:creationId xmlns:a16="http://schemas.microsoft.com/office/drawing/2014/main" id="{7136894D-9466-B44F-8E63-76B4D4FC5766}"/>
                </a:ext>
              </a:extLst>
            </p:cNvPr>
            <p:cNvSpPr/>
            <p:nvPr/>
          </p:nvSpPr>
          <p:spPr>
            <a:xfrm>
              <a:off x="5800145" y="1490184"/>
              <a:ext cx="57509" cy="186412"/>
            </a:xfrm>
            <a:custGeom>
              <a:avLst/>
              <a:gdLst>
                <a:gd name="connsiteX0" fmla="*/ 46647 w 57509"/>
                <a:gd name="connsiteY0" fmla="*/ 153215 h 186412"/>
                <a:gd name="connsiteX1" fmla="*/ 35145 w 57509"/>
                <a:gd name="connsiteY1" fmla="*/ 164707 h 186412"/>
                <a:gd name="connsiteX2" fmla="*/ 35145 w 57509"/>
                <a:gd name="connsiteY2" fmla="*/ 6384 h 186412"/>
                <a:gd name="connsiteX3" fmla="*/ 28755 w 57509"/>
                <a:gd name="connsiteY3" fmla="*/ 0 h 186412"/>
                <a:gd name="connsiteX4" fmla="*/ 22365 w 57509"/>
                <a:gd name="connsiteY4" fmla="*/ 6384 h 186412"/>
                <a:gd name="connsiteX5" fmla="*/ 22365 w 57509"/>
                <a:gd name="connsiteY5" fmla="*/ 164707 h 186412"/>
                <a:gd name="connsiteX6" fmla="*/ 10863 w 57509"/>
                <a:gd name="connsiteY6" fmla="*/ 153215 h 186412"/>
                <a:gd name="connsiteX7" fmla="*/ 1917 w 57509"/>
                <a:gd name="connsiteY7" fmla="*/ 153215 h 186412"/>
                <a:gd name="connsiteX8" fmla="*/ 1917 w 57509"/>
                <a:gd name="connsiteY8" fmla="*/ 162153 h 186412"/>
                <a:gd name="connsiteX9" fmla="*/ 24282 w 57509"/>
                <a:gd name="connsiteY9" fmla="*/ 184497 h 186412"/>
                <a:gd name="connsiteX10" fmla="*/ 26199 w 57509"/>
                <a:gd name="connsiteY10" fmla="*/ 185774 h 186412"/>
                <a:gd name="connsiteX11" fmla="*/ 28755 w 57509"/>
                <a:gd name="connsiteY11" fmla="*/ 186412 h 186412"/>
                <a:gd name="connsiteX12" fmla="*/ 31311 w 57509"/>
                <a:gd name="connsiteY12" fmla="*/ 185774 h 186412"/>
                <a:gd name="connsiteX13" fmla="*/ 33228 w 57509"/>
                <a:gd name="connsiteY13" fmla="*/ 184497 h 186412"/>
                <a:gd name="connsiteX14" fmla="*/ 55593 w 57509"/>
                <a:gd name="connsiteY14" fmla="*/ 162153 h 186412"/>
                <a:gd name="connsiteX15" fmla="*/ 55593 w 57509"/>
                <a:gd name="connsiteY15" fmla="*/ 153215 h 186412"/>
                <a:gd name="connsiteX16" fmla="*/ 46647 w 57509"/>
                <a:gd name="connsiteY16" fmla="*/ 153215 h 18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7509" h="186412">
                  <a:moveTo>
                    <a:pt x="46647" y="153215"/>
                  </a:moveTo>
                  <a:lnTo>
                    <a:pt x="35145" y="164707"/>
                  </a:lnTo>
                  <a:lnTo>
                    <a:pt x="35145" y="6384"/>
                  </a:lnTo>
                  <a:cubicBezTo>
                    <a:pt x="35145" y="2554"/>
                    <a:pt x="32589" y="0"/>
                    <a:pt x="28755" y="0"/>
                  </a:cubicBezTo>
                  <a:cubicBezTo>
                    <a:pt x="24921" y="0"/>
                    <a:pt x="22365" y="2554"/>
                    <a:pt x="22365" y="6384"/>
                  </a:cubicBezTo>
                  <a:lnTo>
                    <a:pt x="22365" y="164707"/>
                  </a:lnTo>
                  <a:lnTo>
                    <a:pt x="10863" y="153215"/>
                  </a:lnTo>
                  <a:cubicBezTo>
                    <a:pt x="8307" y="150662"/>
                    <a:pt x="4473" y="150662"/>
                    <a:pt x="1917" y="153215"/>
                  </a:cubicBezTo>
                  <a:cubicBezTo>
                    <a:pt x="-639" y="155769"/>
                    <a:pt x="-639" y="159599"/>
                    <a:pt x="1917" y="162153"/>
                  </a:cubicBezTo>
                  <a:lnTo>
                    <a:pt x="24282" y="184497"/>
                  </a:lnTo>
                  <a:cubicBezTo>
                    <a:pt x="24921" y="185135"/>
                    <a:pt x="25560" y="185774"/>
                    <a:pt x="26199" y="185774"/>
                  </a:cubicBezTo>
                  <a:cubicBezTo>
                    <a:pt x="26838" y="186412"/>
                    <a:pt x="28116" y="186412"/>
                    <a:pt x="28755" y="186412"/>
                  </a:cubicBezTo>
                  <a:cubicBezTo>
                    <a:pt x="29394" y="186412"/>
                    <a:pt x="30672" y="186412"/>
                    <a:pt x="31311" y="185774"/>
                  </a:cubicBezTo>
                  <a:cubicBezTo>
                    <a:pt x="31950" y="185135"/>
                    <a:pt x="32589" y="185135"/>
                    <a:pt x="33228" y="184497"/>
                  </a:cubicBezTo>
                  <a:lnTo>
                    <a:pt x="55593" y="162153"/>
                  </a:lnTo>
                  <a:cubicBezTo>
                    <a:pt x="58148" y="159599"/>
                    <a:pt x="58148" y="155769"/>
                    <a:pt x="55593" y="153215"/>
                  </a:cubicBezTo>
                  <a:cubicBezTo>
                    <a:pt x="53037" y="150662"/>
                    <a:pt x="49203" y="150662"/>
                    <a:pt x="46647" y="153215"/>
                  </a:cubicBezTo>
                  <a:close/>
                </a:path>
              </a:pathLst>
            </a:custGeom>
            <a:solidFill>
              <a:srgbClr val="00ABAB"/>
            </a:solidFill>
            <a:ln w="6390" cap="flat">
              <a:noFill/>
              <a:prstDash val="solid"/>
              <a:miter/>
            </a:ln>
          </p:spPr>
          <p:txBody>
            <a:bodyPr rtlCol="0" anchor="ctr"/>
            <a:lstStyle/>
            <a:p>
              <a:endParaRPr lang="en-US"/>
            </a:p>
          </p:txBody>
        </p:sp>
        <p:sp>
          <p:nvSpPr>
            <p:cNvPr id="862" name="Graphic 4">
              <a:extLst>
                <a:ext uri="{FF2B5EF4-FFF2-40B4-BE49-F238E27FC236}">
                  <a16:creationId xmlns:a16="http://schemas.microsoft.com/office/drawing/2014/main" id="{7BA3B6B0-9BFE-E14C-A8EC-2F418CB355E1}"/>
                </a:ext>
              </a:extLst>
            </p:cNvPr>
            <p:cNvSpPr/>
            <p:nvPr/>
          </p:nvSpPr>
          <p:spPr>
            <a:xfrm>
              <a:off x="5874908" y="1490184"/>
              <a:ext cx="104155" cy="12767"/>
            </a:xfrm>
            <a:custGeom>
              <a:avLst/>
              <a:gdLst>
                <a:gd name="connsiteX0" fmla="*/ 97766 w 104155"/>
                <a:gd name="connsiteY0" fmla="*/ 0 h 12767"/>
                <a:gd name="connsiteX1" fmla="*/ 6390 w 104155"/>
                <a:gd name="connsiteY1" fmla="*/ 0 h 12767"/>
                <a:gd name="connsiteX2" fmla="*/ 0 w 104155"/>
                <a:gd name="connsiteY2" fmla="*/ 6384 h 12767"/>
                <a:gd name="connsiteX3" fmla="*/ 6390 w 104155"/>
                <a:gd name="connsiteY3" fmla="*/ 12768 h 12767"/>
                <a:gd name="connsiteX4" fmla="*/ 97766 w 104155"/>
                <a:gd name="connsiteY4" fmla="*/ 12768 h 12767"/>
                <a:gd name="connsiteX5" fmla="*/ 104156 w 104155"/>
                <a:gd name="connsiteY5" fmla="*/ 6384 h 12767"/>
                <a:gd name="connsiteX6" fmla="*/ 97766 w 104155"/>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55" h="12767">
                  <a:moveTo>
                    <a:pt x="97766" y="0"/>
                  </a:moveTo>
                  <a:lnTo>
                    <a:pt x="6390" y="0"/>
                  </a:lnTo>
                  <a:cubicBezTo>
                    <a:pt x="2556" y="0"/>
                    <a:pt x="0" y="2554"/>
                    <a:pt x="0" y="6384"/>
                  </a:cubicBezTo>
                  <a:cubicBezTo>
                    <a:pt x="0" y="10214"/>
                    <a:pt x="2556" y="12768"/>
                    <a:pt x="6390" y="12768"/>
                  </a:cubicBezTo>
                  <a:lnTo>
                    <a:pt x="97766" y="12768"/>
                  </a:lnTo>
                  <a:cubicBezTo>
                    <a:pt x="101600" y="12768"/>
                    <a:pt x="104156" y="10214"/>
                    <a:pt x="104156" y="6384"/>
                  </a:cubicBezTo>
                  <a:cubicBezTo>
                    <a:pt x="104156" y="2554"/>
                    <a:pt x="101600" y="0"/>
                    <a:pt x="97766" y="0"/>
                  </a:cubicBezTo>
                  <a:close/>
                </a:path>
              </a:pathLst>
            </a:custGeom>
            <a:solidFill>
              <a:srgbClr val="00ABAB"/>
            </a:solidFill>
            <a:ln w="6390" cap="flat">
              <a:noFill/>
              <a:prstDash val="solid"/>
              <a:miter/>
            </a:ln>
          </p:spPr>
          <p:txBody>
            <a:bodyPr rtlCol="0" anchor="ctr"/>
            <a:lstStyle/>
            <a:p>
              <a:endParaRPr lang="en-US"/>
            </a:p>
          </p:txBody>
        </p:sp>
        <p:sp>
          <p:nvSpPr>
            <p:cNvPr id="863" name="Graphic 4">
              <a:extLst>
                <a:ext uri="{FF2B5EF4-FFF2-40B4-BE49-F238E27FC236}">
                  <a16:creationId xmlns:a16="http://schemas.microsoft.com/office/drawing/2014/main" id="{40A83A1D-40F7-AB45-9F5F-C673C04F1B8D}"/>
                </a:ext>
              </a:extLst>
            </p:cNvPr>
            <p:cNvSpPr/>
            <p:nvPr/>
          </p:nvSpPr>
          <p:spPr>
            <a:xfrm>
              <a:off x="5874908" y="1524657"/>
              <a:ext cx="91376" cy="12767"/>
            </a:xfrm>
            <a:custGeom>
              <a:avLst/>
              <a:gdLst>
                <a:gd name="connsiteX0" fmla="*/ 84986 w 91376"/>
                <a:gd name="connsiteY0" fmla="*/ 0 h 12767"/>
                <a:gd name="connsiteX1" fmla="*/ 6390 w 91376"/>
                <a:gd name="connsiteY1" fmla="*/ 0 h 12767"/>
                <a:gd name="connsiteX2" fmla="*/ 0 w 91376"/>
                <a:gd name="connsiteY2" fmla="*/ 6384 h 12767"/>
                <a:gd name="connsiteX3" fmla="*/ 6390 w 91376"/>
                <a:gd name="connsiteY3" fmla="*/ 12768 h 12767"/>
                <a:gd name="connsiteX4" fmla="*/ 84986 w 91376"/>
                <a:gd name="connsiteY4" fmla="*/ 12768 h 12767"/>
                <a:gd name="connsiteX5" fmla="*/ 91376 w 91376"/>
                <a:gd name="connsiteY5" fmla="*/ 6384 h 12767"/>
                <a:gd name="connsiteX6" fmla="*/ 84986 w 91376"/>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376" h="12767">
                  <a:moveTo>
                    <a:pt x="84986" y="0"/>
                  </a:moveTo>
                  <a:lnTo>
                    <a:pt x="6390" y="0"/>
                  </a:lnTo>
                  <a:cubicBezTo>
                    <a:pt x="2556" y="0"/>
                    <a:pt x="0" y="2554"/>
                    <a:pt x="0" y="6384"/>
                  </a:cubicBezTo>
                  <a:cubicBezTo>
                    <a:pt x="0" y="10214"/>
                    <a:pt x="2556" y="12768"/>
                    <a:pt x="6390" y="12768"/>
                  </a:cubicBezTo>
                  <a:lnTo>
                    <a:pt x="84986" y="12768"/>
                  </a:lnTo>
                  <a:cubicBezTo>
                    <a:pt x="88820" y="12768"/>
                    <a:pt x="91376" y="10214"/>
                    <a:pt x="91376" y="6384"/>
                  </a:cubicBezTo>
                  <a:cubicBezTo>
                    <a:pt x="91376" y="2554"/>
                    <a:pt x="88181" y="0"/>
                    <a:pt x="84986" y="0"/>
                  </a:cubicBezTo>
                  <a:close/>
                </a:path>
              </a:pathLst>
            </a:custGeom>
            <a:solidFill>
              <a:srgbClr val="00ABAB"/>
            </a:solidFill>
            <a:ln w="6390" cap="flat">
              <a:noFill/>
              <a:prstDash val="solid"/>
              <a:miter/>
            </a:ln>
          </p:spPr>
          <p:txBody>
            <a:bodyPr rtlCol="0" anchor="ctr"/>
            <a:lstStyle/>
            <a:p>
              <a:endParaRPr lang="en-US"/>
            </a:p>
          </p:txBody>
        </p:sp>
        <p:sp>
          <p:nvSpPr>
            <p:cNvPr id="864" name="Graphic 4">
              <a:extLst>
                <a:ext uri="{FF2B5EF4-FFF2-40B4-BE49-F238E27FC236}">
                  <a16:creationId xmlns:a16="http://schemas.microsoft.com/office/drawing/2014/main" id="{76FE53FB-C510-EB40-924D-D5729DB740B8}"/>
                </a:ext>
              </a:extLst>
            </p:cNvPr>
            <p:cNvSpPr/>
            <p:nvPr/>
          </p:nvSpPr>
          <p:spPr>
            <a:xfrm>
              <a:off x="5874908" y="1559769"/>
              <a:ext cx="73484" cy="12767"/>
            </a:xfrm>
            <a:custGeom>
              <a:avLst/>
              <a:gdLst>
                <a:gd name="connsiteX0" fmla="*/ 67094 w 73484"/>
                <a:gd name="connsiteY0" fmla="*/ 0 h 12767"/>
                <a:gd name="connsiteX1" fmla="*/ 6390 w 73484"/>
                <a:gd name="connsiteY1" fmla="*/ 0 h 12767"/>
                <a:gd name="connsiteX2" fmla="*/ 0 w 73484"/>
                <a:gd name="connsiteY2" fmla="*/ 6384 h 12767"/>
                <a:gd name="connsiteX3" fmla="*/ 6390 w 73484"/>
                <a:gd name="connsiteY3" fmla="*/ 12768 h 12767"/>
                <a:gd name="connsiteX4" fmla="*/ 67094 w 73484"/>
                <a:gd name="connsiteY4" fmla="*/ 12768 h 12767"/>
                <a:gd name="connsiteX5" fmla="*/ 73484 w 73484"/>
                <a:gd name="connsiteY5" fmla="*/ 6384 h 12767"/>
                <a:gd name="connsiteX6" fmla="*/ 67094 w 7348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484" h="12767">
                  <a:moveTo>
                    <a:pt x="67094" y="0"/>
                  </a:moveTo>
                  <a:lnTo>
                    <a:pt x="6390" y="0"/>
                  </a:lnTo>
                  <a:cubicBezTo>
                    <a:pt x="2556" y="0"/>
                    <a:pt x="0" y="2554"/>
                    <a:pt x="0" y="6384"/>
                  </a:cubicBezTo>
                  <a:cubicBezTo>
                    <a:pt x="0" y="10214"/>
                    <a:pt x="2556" y="12768"/>
                    <a:pt x="6390" y="12768"/>
                  </a:cubicBezTo>
                  <a:lnTo>
                    <a:pt x="67094" y="12768"/>
                  </a:lnTo>
                  <a:cubicBezTo>
                    <a:pt x="70928" y="12768"/>
                    <a:pt x="73484" y="10214"/>
                    <a:pt x="73484" y="6384"/>
                  </a:cubicBezTo>
                  <a:cubicBezTo>
                    <a:pt x="73484" y="2554"/>
                    <a:pt x="70928" y="0"/>
                    <a:pt x="67094" y="0"/>
                  </a:cubicBezTo>
                  <a:close/>
                </a:path>
              </a:pathLst>
            </a:custGeom>
            <a:solidFill>
              <a:srgbClr val="00ABAB"/>
            </a:solidFill>
            <a:ln w="6390" cap="flat">
              <a:noFill/>
              <a:prstDash val="solid"/>
              <a:miter/>
            </a:ln>
          </p:spPr>
          <p:txBody>
            <a:bodyPr rtlCol="0" anchor="ctr"/>
            <a:lstStyle/>
            <a:p>
              <a:endParaRPr lang="en-US"/>
            </a:p>
          </p:txBody>
        </p:sp>
        <p:sp>
          <p:nvSpPr>
            <p:cNvPr id="865" name="Graphic 4">
              <a:extLst>
                <a:ext uri="{FF2B5EF4-FFF2-40B4-BE49-F238E27FC236}">
                  <a16:creationId xmlns:a16="http://schemas.microsoft.com/office/drawing/2014/main" id="{C952C58E-676B-6945-B939-152C96DD7519}"/>
                </a:ext>
              </a:extLst>
            </p:cNvPr>
            <p:cNvSpPr/>
            <p:nvPr/>
          </p:nvSpPr>
          <p:spPr>
            <a:xfrm>
              <a:off x="5874908" y="1594243"/>
              <a:ext cx="56231" cy="12767"/>
            </a:xfrm>
            <a:custGeom>
              <a:avLst/>
              <a:gdLst>
                <a:gd name="connsiteX0" fmla="*/ 49841 w 56231"/>
                <a:gd name="connsiteY0" fmla="*/ 0 h 12767"/>
                <a:gd name="connsiteX1" fmla="*/ 6390 w 56231"/>
                <a:gd name="connsiteY1" fmla="*/ 0 h 12767"/>
                <a:gd name="connsiteX2" fmla="*/ 0 w 56231"/>
                <a:gd name="connsiteY2" fmla="*/ 6384 h 12767"/>
                <a:gd name="connsiteX3" fmla="*/ 6390 w 56231"/>
                <a:gd name="connsiteY3" fmla="*/ 12768 h 12767"/>
                <a:gd name="connsiteX4" fmla="*/ 49841 w 56231"/>
                <a:gd name="connsiteY4" fmla="*/ 12768 h 12767"/>
                <a:gd name="connsiteX5" fmla="*/ 56231 w 56231"/>
                <a:gd name="connsiteY5" fmla="*/ 6384 h 12767"/>
                <a:gd name="connsiteX6" fmla="*/ 49841 w 56231"/>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231" h="12767">
                  <a:moveTo>
                    <a:pt x="49841" y="0"/>
                  </a:moveTo>
                  <a:lnTo>
                    <a:pt x="6390" y="0"/>
                  </a:lnTo>
                  <a:cubicBezTo>
                    <a:pt x="2556" y="0"/>
                    <a:pt x="0" y="2554"/>
                    <a:pt x="0" y="6384"/>
                  </a:cubicBezTo>
                  <a:cubicBezTo>
                    <a:pt x="0" y="10214"/>
                    <a:pt x="2556" y="12768"/>
                    <a:pt x="6390" y="12768"/>
                  </a:cubicBezTo>
                  <a:lnTo>
                    <a:pt x="49841" y="12768"/>
                  </a:lnTo>
                  <a:cubicBezTo>
                    <a:pt x="53675" y="12768"/>
                    <a:pt x="56231" y="10214"/>
                    <a:pt x="56231" y="6384"/>
                  </a:cubicBezTo>
                  <a:cubicBezTo>
                    <a:pt x="56231" y="2554"/>
                    <a:pt x="53675" y="0"/>
                    <a:pt x="49841" y="0"/>
                  </a:cubicBezTo>
                  <a:close/>
                </a:path>
              </a:pathLst>
            </a:custGeom>
            <a:solidFill>
              <a:srgbClr val="00ABAB"/>
            </a:solidFill>
            <a:ln w="6390" cap="flat">
              <a:noFill/>
              <a:prstDash val="solid"/>
              <a:miter/>
            </a:ln>
          </p:spPr>
          <p:txBody>
            <a:bodyPr rtlCol="0" anchor="ctr"/>
            <a:lstStyle/>
            <a:p>
              <a:endParaRPr lang="en-US"/>
            </a:p>
          </p:txBody>
        </p:sp>
        <p:sp>
          <p:nvSpPr>
            <p:cNvPr id="866" name="Graphic 4">
              <a:extLst>
                <a:ext uri="{FF2B5EF4-FFF2-40B4-BE49-F238E27FC236}">
                  <a16:creationId xmlns:a16="http://schemas.microsoft.com/office/drawing/2014/main" id="{ED2F448B-6BB2-F54B-A39D-E0BDEF7D2C9C}"/>
                </a:ext>
              </a:extLst>
            </p:cNvPr>
            <p:cNvSpPr/>
            <p:nvPr/>
          </p:nvSpPr>
          <p:spPr>
            <a:xfrm>
              <a:off x="5874908" y="1629354"/>
              <a:ext cx="38978" cy="12767"/>
            </a:xfrm>
            <a:custGeom>
              <a:avLst/>
              <a:gdLst>
                <a:gd name="connsiteX0" fmla="*/ 32589 w 38978"/>
                <a:gd name="connsiteY0" fmla="*/ 0 h 12767"/>
                <a:gd name="connsiteX1" fmla="*/ 6390 w 38978"/>
                <a:gd name="connsiteY1" fmla="*/ 0 h 12767"/>
                <a:gd name="connsiteX2" fmla="*/ 0 w 38978"/>
                <a:gd name="connsiteY2" fmla="*/ 6384 h 12767"/>
                <a:gd name="connsiteX3" fmla="*/ 6390 w 38978"/>
                <a:gd name="connsiteY3" fmla="*/ 12768 h 12767"/>
                <a:gd name="connsiteX4" fmla="*/ 32589 w 38978"/>
                <a:gd name="connsiteY4" fmla="*/ 12768 h 12767"/>
                <a:gd name="connsiteX5" fmla="*/ 38978 w 38978"/>
                <a:gd name="connsiteY5" fmla="*/ 6384 h 12767"/>
                <a:gd name="connsiteX6" fmla="*/ 32589 w 38978"/>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978" h="12767">
                  <a:moveTo>
                    <a:pt x="32589" y="0"/>
                  </a:moveTo>
                  <a:lnTo>
                    <a:pt x="6390" y="0"/>
                  </a:lnTo>
                  <a:cubicBezTo>
                    <a:pt x="2556" y="0"/>
                    <a:pt x="0" y="2554"/>
                    <a:pt x="0" y="6384"/>
                  </a:cubicBezTo>
                  <a:cubicBezTo>
                    <a:pt x="0" y="10214"/>
                    <a:pt x="2556" y="12768"/>
                    <a:pt x="6390" y="12768"/>
                  </a:cubicBezTo>
                  <a:lnTo>
                    <a:pt x="32589" y="12768"/>
                  </a:lnTo>
                  <a:cubicBezTo>
                    <a:pt x="36422" y="12768"/>
                    <a:pt x="38978" y="10214"/>
                    <a:pt x="38978" y="6384"/>
                  </a:cubicBezTo>
                  <a:cubicBezTo>
                    <a:pt x="38978" y="2554"/>
                    <a:pt x="35783" y="0"/>
                    <a:pt x="32589" y="0"/>
                  </a:cubicBezTo>
                  <a:close/>
                </a:path>
              </a:pathLst>
            </a:custGeom>
            <a:solidFill>
              <a:srgbClr val="00ABAB"/>
            </a:solidFill>
            <a:ln w="6390" cap="flat">
              <a:noFill/>
              <a:prstDash val="solid"/>
              <a:miter/>
            </a:ln>
          </p:spPr>
          <p:txBody>
            <a:bodyPr rtlCol="0" anchor="ctr"/>
            <a:lstStyle/>
            <a:p>
              <a:endParaRPr lang="en-US"/>
            </a:p>
          </p:txBody>
        </p:sp>
        <p:sp>
          <p:nvSpPr>
            <p:cNvPr id="867" name="Graphic 4">
              <a:extLst>
                <a:ext uri="{FF2B5EF4-FFF2-40B4-BE49-F238E27FC236}">
                  <a16:creationId xmlns:a16="http://schemas.microsoft.com/office/drawing/2014/main" id="{E70BE3C9-C241-4547-92F5-E2D7AFC20A18}"/>
                </a:ext>
              </a:extLst>
            </p:cNvPr>
            <p:cNvSpPr/>
            <p:nvPr/>
          </p:nvSpPr>
          <p:spPr>
            <a:xfrm>
              <a:off x="5874908" y="1663828"/>
              <a:ext cx="21725" cy="12767"/>
            </a:xfrm>
            <a:custGeom>
              <a:avLst/>
              <a:gdLst>
                <a:gd name="connsiteX0" fmla="*/ 15336 w 21725"/>
                <a:gd name="connsiteY0" fmla="*/ 0 h 12767"/>
                <a:gd name="connsiteX1" fmla="*/ 6390 w 21725"/>
                <a:gd name="connsiteY1" fmla="*/ 0 h 12767"/>
                <a:gd name="connsiteX2" fmla="*/ 0 w 21725"/>
                <a:gd name="connsiteY2" fmla="*/ 6384 h 12767"/>
                <a:gd name="connsiteX3" fmla="*/ 6390 w 21725"/>
                <a:gd name="connsiteY3" fmla="*/ 12768 h 12767"/>
                <a:gd name="connsiteX4" fmla="*/ 15336 w 21725"/>
                <a:gd name="connsiteY4" fmla="*/ 12768 h 12767"/>
                <a:gd name="connsiteX5" fmla="*/ 21726 w 21725"/>
                <a:gd name="connsiteY5" fmla="*/ 6384 h 12767"/>
                <a:gd name="connsiteX6" fmla="*/ 15336 w 21725"/>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25" h="12767">
                  <a:moveTo>
                    <a:pt x="15336" y="0"/>
                  </a:moveTo>
                  <a:lnTo>
                    <a:pt x="6390" y="0"/>
                  </a:lnTo>
                  <a:cubicBezTo>
                    <a:pt x="2556" y="0"/>
                    <a:pt x="0" y="2554"/>
                    <a:pt x="0" y="6384"/>
                  </a:cubicBezTo>
                  <a:cubicBezTo>
                    <a:pt x="0" y="10214"/>
                    <a:pt x="2556" y="12768"/>
                    <a:pt x="6390" y="12768"/>
                  </a:cubicBezTo>
                  <a:lnTo>
                    <a:pt x="15336" y="12768"/>
                  </a:lnTo>
                  <a:cubicBezTo>
                    <a:pt x="19170" y="12768"/>
                    <a:pt x="21726" y="10214"/>
                    <a:pt x="21726" y="6384"/>
                  </a:cubicBezTo>
                  <a:cubicBezTo>
                    <a:pt x="21726" y="2554"/>
                    <a:pt x="18531" y="0"/>
                    <a:pt x="15336" y="0"/>
                  </a:cubicBezTo>
                  <a:close/>
                </a:path>
              </a:pathLst>
            </a:custGeom>
            <a:solidFill>
              <a:srgbClr val="00ABAB"/>
            </a:solidFill>
            <a:ln w="6390" cap="flat">
              <a:noFill/>
              <a:prstDash val="solid"/>
              <a:miter/>
            </a:ln>
          </p:spPr>
          <p:txBody>
            <a:bodyPr rtlCol="0" anchor="ctr"/>
            <a:lstStyle/>
            <a:p>
              <a:endParaRPr lang="en-US"/>
            </a:p>
          </p:txBody>
        </p:sp>
      </p:grpSp>
      <p:grpSp>
        <p:nvGrpSpPr>
          <p:cNvPr id="868" name="Graphic 4">
            <a:extLst>
              <a:ext uri="{FF2B5EF4-FFF2-40B4-BE49-F238E27FC236}">
                <a16:creationId xmlns:a16="http://schemas.microsoft.com/office/drawing/2014/main" id="{C56FA889-7652-6742-B249-B330C9E30BD8}"/>
              </a:ext>
            </a:extLst>
          </p:cNvPr>
          <p:cNvGrpSpPr/>
          <p:nvPr/>
        </p:nvGrpSpPr>
        <p:grpSpPr>
          <a:xfrm>
            <a:off x="6147119" y="1893013"/>
            <a:ext cx="361670" cy="361333"/>
            <a:chOff x="6147119" y="1893013"/>
            <a:chExt cx="361670" cy="361333"/>
          </a:xfrm>
          <a:solidFill>
            <a:srgbClr val="00ABAB"/>
          </a:solidFill>
        </p:grpSpPr>
        <p:sp>
          <p:nvSpPr>
            <p:cNvPr id="869" name="Graphic 4">
              <a:extLst>
                <a:ext uri="{FF2B5EF4-FFF2-40B4-BE49-F238E27FC236}">
                  <a16:creationId xmlns:a16="http://schemas.microsoft.com/office/drawing/2014/main" id="{6FC4A880-7800-D94E-85DE-A1B4D0D1CC60}"/>
                </a:ext>
              </a:extLst>
            </p:cNvPr>
            <p:cNvSpPr/>
            <p:nvPr/>
          </p:nvSpPr>
          <p:spPr>
            <a:xfrm>
              <a:off x="6147119"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65500 w 361670"/>
                <a:gd name="connsiteY5" fmla="*/ 259828 h 361333"/>
                <a:gd name="connsiteX6" fmla="*/ 139301 w 361670"/>
                <a:gd name="connsiteY6" fmla="*/ 286003 h 361333"/>
                <a:gd name="connsiteX7" fmla="*/ 137384 w 361670"/>
                <a:gd name="connsiteY7" fmla="*/ 287279 h 361333"/>
                <a:gd name="connsiteX8" fmla="*/ 134828 w 361670"/>
                <a:gd name="connsiteY8" fmla="*/ 287918 h 361333"/>
                <a:gd name="connsiteX9" fmla="*/ 132272 w 361670"/>
                <a:gd name="connsiteY9" fmla="*/ 287279 h 361333"/>
                <a:gd name="connsiteX10" fmla="*/ 130355 w 361670"/>
                <a:gd name="connsiteY10" fmla="*/ 286003 h 361333"/>
                <a:gd name="connsiteX11" fmla="*/ 104156 w 361670"/>
                <a:gd name="connsiteY11" fmla="*/ 259828 h 361333"/>
                <a:gd name="connsiteX12" fmla="*/ 104156 w 361670"/>
                <a:gd name="connsiteY12" fmla="*/ 250891 h 361333"/>
                <a:gd name="connsiteX13" fmla="*/ 113102 w 361670"/>
                <a:gd name="connsiteY13" fmla="*/ 250891 h 361333"/>
                <a:gd name="connsiteX14" fmla="*/ 128438 w 361670"/>
                <a:gd name="connsiteY14" fmla="*/ 266212 h 361333"/>
                <a:gd name="connsiteX15" fmla="*/ 128438 w 361670"/>
                <a:gd name="connsiteY15" fmla="*/ 80438 h 361333"/>
                <a:gd name="connsiteX16" fmla="*/ 134828 w 361670"/>
                <a:gd name="connsiteY16" fmla="*/ 74054 h 361333"/>
                <a:gd name="connsiteX17" fmla="*/ 141217 w 361670"/>
                <a:gd name="connsiteY17" fmla="*/ 80438 h 361333"/>
                <a:gd name="connsiteX18" fmla="*/ 141217 w 361670"/>
                <a:gd name="connsiteY18" fmla="*/ 266212 h 361333"/>
                <a:gd name="connsiteX19" fmla="*/ 156553 w 361670"/>
                <a:gd name="connsiteY19" fmla="*/ 250891 h 361333"/>
                <a:gd name="connsiteX20" fmla="*/ 165500 w 361670"/>
                <a:gd name="connsiteY20" fmla="*/ 250891 h 361333"/>
                <a:gd name="connsiteX21" fmla="*/ 165500 w 361670"/>
                <a:gd name="connsiteY21" fmla="*/ 259828 h 361333"/>
                <a:gd name="connsiteX22" fmla="*/ 250486 w 361670"/>
                <a:gd name="connsiteY22" fmla="*/ 287918 h 361333"/>
                <a:gd name="connsiteX23" fmla="*/ 202561 w 361670"/>
                <a:gd name="connsiteY23" fmla="*/ 287918 h 361333"/>
                <a:gd name="connsiteX24" fmla="*/ 196810 w 361670"/>
                <a:gd name="connsiteY24" fmla="*/ 284726 h 361333"/>
                <a:gd name="connsiteX25" fmla="*/ 197449 w 361670"/>
                <a:gd name="connsiteY25" fmla="*/ 278342 h 361333"/>
                <a:gd name="connsiteX26" fmla="*/ 235150 w 361670"/>
                <a:gd name="connsiteY26" fmla="*/ 222801 h 361333"/>
                <a:gd name="connsiteX27" fmla="*/ 203839 w 361670"/>
                <a:gd name="connsiteY27" fmla="*/ 222801 h 361333"/>
                <a:gd name="connsiteX28" fmla="*/ 197449 w 361670"/>
                <a:gd name="connsiteY28" fmla="*/ 216417 h 361333"/>
                <a:gd name="connsiteX29" fmla="*/ 203839 w 361670"/>
                <a:gd name="connsiteY29" fmla="*/ 210033 h 361333"/>
                <a:gd name="connsiteX30" fmla="*/ 247291 w 361670"/>
                <a:gd name="connsiteY30" fmla="*/ 210033 h 361333"/>
                <a:gd name="connsiteX31" fmla="*/ 253041 w 361670"/>
                <a:gd name="connsiteY31" fmla="*/ 213225 h 361333"/>
                <a:gd name="connsiteX32" fmla="*/ 252403 w 361670"/>
                <a:gd name="connsiteY32" fmla="*/ 219609 h 361333"/>
                <a:gd name="connsiteX33" fmla="*/ 214702 w 361670"/>
                <a:gd name="connsiteY33" fmla="*/ 275150 h 361333"/>
                <a:gd name="connsiteX34" fmla="*/ 250486 w 361670"/>
                <a:gd name="connsiteY34" fmla="*/ 275150 h 361333"/>
                <a:gd name="connsiteX35" fmla="*/ 256876 w 361670"/>
                <a:gd name="connsiteY35" fmla="*/ 281534 h 361333"/>
                <a:gd name="connsiteX36" fmla="*/ 250486 w 361670"/>
                <a:gd name="connsiteY36" fmla="*/ 287918 h 361333"/>
                <a:gd name="connsiteX37" fmla="*/ 254319 w 361670"/>
                <a:gd name="connsiteY37" fmla="*/ 155131 h 361333"/>
                <a:gd name="connsiteX38" fmla="*/ 252403 w 361670"/>
                <a:gd name="connsiteY38" fmla="*/ 155769 h 361333"/>
                <a:gd name="connsiteX39" fmla="*/ 246651 w 361670"/>
                <a:gd name="connsiteY39" fmla="*/ 151300 h 361333"/>
                <a:gd name="connsiteX40" fmla="*/ 240261 w 361670"/>
                <a:gd name="connsiteY40" fmla="*/ 133425 h 361333"/>
                <a:gd name="connsiteX41" fmla="*/ 208951 w 361670"/>
                <a:gd name="connsiteY41" fmla="*/ 133425 h 361333"/>
                <a:gd name="connsiteX42" fmla="*/ 203200 w 361670"/>
                <a:gd name="connsiteY42" fmla="*/ 151300 h 361333"/>
                <a:gd name="connsiteX43" fmla="*/ 194893 w 361670"/>
                <a:gd name="connsiteY43" fmla="*/ 155769 h 361333"/>
                <a:gd name="connsiteX44" fmla="*/ 190420 w 361670"/>
                <a:gd name="connsiteY44" fmla="*/ 147470 h 361333"/>
                <a:gd name="connsiteX45" fmla="*/ 212146 w 361670"/>
                <a:gd name="connsiteY45" fmla="*/ 78523 h 361333"/>
                <a:gd name="connsiteX46" fmla="*/ 218536 w 361670"/>
                <a:gd name="connsiteY46" fmla="*/ 74054 h 361333"/>
                <a:gd name="connsiteX47" fmla="*/ 228121 w 361670"/>
                <a:gd name="connsiteY47" fmla="*/ 74054 h 361333"/>
                <a:gd name="connsiteX48" fmla="*/ 233872 w 361670"/>
                <a:gd name="connsiteY48" fmla="*/ 78523 h 361333"/>
                <a:gd name="connsiteX49" fmla="*/ 257514 w 361670"/>
                <a:gd name="connsiteY49" fmla="*/ 147470 h 361333"/>
                <a:gd name="connsiteX50" fmla="*/ 254319 w 361670"/>
                <a:gd name="connsiteY50" fmla="*/ 15513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close/>
                  <a:moveTo>
                    <a:pt x="165500" y="259828"/>
                  </a:moveTo>
                  <a:lnTo>
                    <a:pt x="139301" y="286003"/>
                  </a:lnTo>
                  <a:cubicBezTo>
                    <a:pt x="138662" y="286641"/>
                    <a:pt x="138022" y="287279"/>
                    <a:pt x="137384" y="287279"/>
                  </a:cubicBezTo>
                  <a:cubicBezTo>
                    <a:pt x="136745" y="287918"/>
                    <a:pt x="135467" y="287918"/>
                    <a:pt x="134828" y="287918"/>
                  </a:cubicBezTo>
                  <a:cubicBezTo>
                    <a:pt x="134189" y="287918"/>
                    <a:pt x="132911" y="287918"/>
                    <a:pt x="132272" y="287279"/>
                  </a:cubicBezTo>
                  <a:cubicBezTo>
                    <a:pt x="131633" y="286641"/>
                    <a:pt x="130994" y="286641"/>
                    <a:pt x="130355" y="286003"/>
                  </a:cubicBezTo>
                  <a:lnTo>
                    <a:pt x="104156" y="259828"/>
                  </a:lnTo>
                  <a:cubicBezTo>
                    <a:pt x="101600" y="257275"/>
                    <a:pt x="101600" y="253444"/>
                    <a:pt x="104156" y="250891"/>
                  </a:cubicBezTo>
                  <a:cubicBezTo>
                    <a:pt x="106712" y="248337"/>
                    <a:pt x="110546" y="248337"/>
                    <a:pt x="113102" y="250891"/>
                  </a:cubicBezTo>
                  <a:lnTo>
                    <a:pt x="128438" y="266212"/>
                  </a:lnTo>
                  <a:lnTo>
                    <a:pt x="128438" y="80438"/>
                  </a:lnTo>
                  <a:cubicBezTo>
                    <a:pt x="128438" y="76608"/>
                    <a:pt x="130994" y="74054"/>
                    <a:pt x="134828" y="74054"/>
                  </a:cubicBezTo>
                  <a:cubicBezTo>
                    <a:pt x="138662" y="74054"/>
                    <a:pt x="141217" y="76608"/>
                    <a:pt x="141217" y="80438"/>
                  </a:cubicBezTo>
                  <a:lnTo>
                    <a:pt x="141217" y="266212"/>
                  </a:lnTo>
                  <a:lnTo>
                    <a:pt x="156553" y="250891"/>
                  </a:lnTo>
                  <a:cubicBezTo>
                    <a:pt x="159110" y="248337"/>
                    <a:pt x="162943" y="248337"/>
                    <a:pt x="165500" y="250891"/>
                  </a:cubicBezTo>
                  <a:cubicBezTo>
                    <a:pt x="168055" y="253444"/>
                    <a:pt x="168055" y="257275"/>
                    <a:pt x="165500" y="259828"/>
                  </a:cubicBezTo>
                  <a:close/>
                  <a:moveTo>
                    <a:pt x="250486" y="287918"/>
                  </a:moveTo>
                  <a:lnTo>
                    <a:pt x="202561" y="287918"/>
                  </a:lnTo>
                  <a:cubicBezTo>
                    <a:pt x="200005" y="287918"/>
                    <a:pt x="198088" y="286641"/>
                    <a:pt x="196810" y="284726"/>
                  </a:cubicBezTo>
                  <a:cubicBezTo>
                    <a:pt x="195532" y="282811"/>
                    <a:pt x="195532" y="280257"/>
                    <a:pt x="197449" y="278342"/>
                  </a:cubicBezTo>
                  <a:lnTo>
                    <a:pt x="235150" y="222801"/>
                  </a:lnTo>
                  <a:lnTo>
                    <a:pt x="203839" y="222801"/>
                  </a:lnTo>
                  <a:cubicBezTo>
                    <a:pt x="200005" y="222801"/>
                    <a:pt x="197449" y="220247"/>
                    <a:pt x="197449" y="216417"/>
                  </a:cubicBezTo>
                  <a:cubicBezTo>
                    <a:pt x="197449" y="212587"/>
                    <a:pt x="200005" y="210033"/>
                    <a:pt x="203839" y="210033"/>
                  </a:cubicBezTo>
                  <a:lnTo>
                    <a:pt x="247291" y="210033"/>
                  </a:lnTo>
                  <a:cubicBezTo>
                    <a:pt x="249846" y="210033"/>
                    <a:pt x="251764" y="211310"/>
                    <a:pt x="253041" y="213225"/>
                  </a:cubicBezTo>
                  <a:cubicBezTo>
                    <a:pt x="254319" y="215140"/>
                    <a:pt x="254319" y="217694"/>
                    <a:pt x="252403" y="219609"/>
                  </a:cubicBezTo>
                  <a:lnTo>
                    <a:pt x="214702" y="275150"/>
                  </a:lnTo>
                  <a:lnTo>
                    <a:pt x="250486" y="275150"/>
                  </a:lnTo>
                  <a:cubicBezTo>
                    <a:pt x="254319" y="275150"/>
                    <a:pt x="256876" y="277703"/>
                    <a:pt x="256876" y="281534"/>
                  </a:cubicBezTo>
                  <a:cubicBezTo>
                    <a:pt x="256876" y="285364"/>
                    <a:pt x="253681" y="287918"/>
                    <a:pt x="250486" y="287918"/>
                  </a:cubicBezTo>
                  <a:close/>
                  <a:moveTo>
                    <a:pt x="254319" y="155131"/>
                  </a:moveTo>
                  <a:cubicBezTo>
                    <a:pt x="253681" y="155131"/>
                    <a:pt x="253041" y="155769"/>
                    <a:pt x="252403" y="155769"/>
                  </a:cubicBezTo>
                  <a:cubicBezTo>
                    <a:pt x="249846" y="155769"/>
                    <a:pt x="247291" y="153854"/>
                    <a:pt x="246651" y="151300"/>
                  </a:cubicBezTo>
                  <a:lnTo>
                    <a:pt x="240261" y="133425"/>
                  </a:lnTo>
                  <a:lnTo>
                    <a:pt x="208951" y="133425"/>
                  </a:lnTo>
                  <a:lnTo>
                    <a:pt x="203200" y="151300"/>
                  </a:lnTo>
                  <a:cubicBezTo>
                    <a:pt x="201922" y="154492"/>
                    <a:pt x="198727" y="156408"/>
                    <a:pt x="194893" y="155769"/>
                  </a:cubicBezTo>
                  <a:cubicBezTo>
                    <a:pt x="191698" y="154492"/>
                    <a:pt x="189781" y="151300"/>
                    <a:pt x="190420" y="147470"/>
                  </a:cubicBezTo>
                  <a:lnTo>
                    <a:pt x="212146" y="78523"/>
                  </a:lnTo>
                  <a:cubicBezTo>
                    <a:pt x="212785" y="75969"/>
                    <a:pt x="215341" y="74054"/>
                    <a:pt x="218536" y="74054"/>
                  </a:cubicBezTo>
                  <a:lnTo>
                    <a:pt x="228121" y="74054"/>
                  </a:lnTo>
                  <a:cubicBezTo>
                    <a:pt x="230677" y="74054"/>
                    <a:pt x="233233" y="75969"/>
                    <a:pt x="233872" y="78523"/>
                  </a:cubicBezTo>
                  <a:lnTo>
                    <a:pt x="257514" y="147470"/>
                  </a:lnTo>
                  <a:cubicBezTo>
                    <a:pt x="259431" y="150024"/>
                    <a:pt x="257514" y="153854"/>
                    <a:pt x="254319" y="155131"/>
                  </a:cubicBezTo>
                  <a:close/>
                </a:path>
              </a:pathLst>
            </a:custGeom>
            <a:solidFill>
              <a:srgbClr val="00ABAB"/>
            </a:solidFill>
            <a:ln w="6390" cap="flat">
              <a:noFill/>
              <a:prstDash val="solid"/>
              <a:miter/>
            </a:ln>
          </p:spPr>
          <p:txBody>
            <a:bodyPr rtlCol="0" anchor="ctr"/>
            <a:lstStyle/>
            <a:p>
              <a:endParaRPr lang="en-US"/>
            </a:p>
          </p:txBody>
        </p:sp>
        <p:sp>
          <p:nvSpPr>
            <p:cNvPr id="870" name="Graphic 4">
              <a:extLst>
                <a:ext uri="{FF2B5EF4-FFF2-40B4-BE49-F238E27FC236}">
                  <a16:creationId xmlns:a16="http://schemas.microsoft.com/office/drawing/2014/main" id="{DDE74F1D-F16F-7F46-87ED-64DB813D7294}"/>
                </a:ext>
              </a:extLst>
            </p:cNvPr>
            <p:cNvSpPr/>
            <p:nvPr/>
          </p:nvSpPr>
          <p:spPr>
            <a:xfrm>
              <a:off x="6359904" y="1979835"/>
              <a:ext cx="23004" cy="33196"/>
            </a:xfrm>
            <a:custGeom>
              <a:avLst/>
              <a:gdLst>
                <a:gd name="connsiteX0" fmla="*/ 10863 w 23004"/>
                <a:gd name="connsiteY0" fmla="*/ 0 h 33196"/>
                <a:gd name="connsiteX1" fmla="*/ 0 w 23004"/>
                <a:gd name="connsiteY1" fmla="*/ 33197 h 33196"/>
                <a:gd name="connsiteX2" fmla="*/ 23004 w 23004"/>
                <a:gd name="connsiteY2" fmla="*/ 33197 h 33196"/>
                <a:gd name="connsiteX3" fmla="*/ 11502 w 23004"/>
                <a:gd name="connsiteY3" fmla="*/ 0 h 33196"/>
              </a:gdLst>
              <a:ahLst/>
              <a:cxnLst>
                <a:cxn ang="0">
                  <a:pos x="connsiteX0" y="connsiteY0"/>
                </a:cxn>
                <a:cxn ang="0">
                  <a:pos x="connsiteX1" y="connsiteY1"/>
                </a:cxn>
                <a:cxn ang="0">
                  <a:pos x="connsiteX2" y="connsiteY2"/>
                </a:cxn>
                <a:cxn ang="0">
                  <a:pos x="connsiteX3" y="connsiteY3"/>
                </a:cxn>
              </a:cxnLst>
              <a:rect l="l" t="t" r="r" b="b"/>
              <a:pathLst>
                <a:path w="23004" h="33196">
                  <a:moveTo>
                    <a:pt x="10863" y="0"/>
                  </a:moveTo>
                  <a:lnTo>
                    <a:pt x="0" y="33197"/>
                  </a:lnTo>
                  <a:lnTo>
                    <a:pt x="23004" y="33197"/>
                  </a:lnTo>
                  <a:lnTo>
                    <a:pt x="11502" y="0"/>
                  </a:lnTo>
                  <a:close/>
                </a:path>
              </a:pathLst>
            </a:custGeom>
            <a:solidFill>
              <a:srgbClr val="00ABAB"/>
            </a:solidFill>
            <a:ln w="6390" cap="flat">
              <a:noFill/>
              <a:prstDash val="solid"/>
              <a:miter/>
            </a:ln>
          </p:spPr>
          <p:txBody>
            <a:bodyPr rtlCol="0" anchor="ctr"/>
            <a:lstStyle/>
            <a:p>
              <a:endParaRPr lang="en-US"/>
            </a:p>
          </p:txBody>
        </p:sp>
      </p:grpSp>
      <p:grpSp>
        <p:nvGrpSpPr>
          <p:cNvPr id="871" name="Graphic 4">
            <a:extLst>
              <a:ext uri="{FF2B5EF4-FFF2-40B4-BE49-F238E27FC236}">
                <a16:creationId xmlns:a16="http://schemas.microsoft.com/office/drawing/2014/main" id="{83356229-1FC4-6949-B208-C86895DAD9BD}"/>
              </a:ext>
            </a:extLst>
          </p:cNvPr>
          <p:cNvGrpSpPr/>
          <p:nvPr/>
        </p:nvGrpSpPr>
        <p:grpSpPr>
          <a:xfrm>
            <a:off x="6147119" y="2371173"/>
            <a:ext cx="361670" cy="361333"/>
            <a:chOff x="6147119" y="2371173"/>
            <a:chExt cx="361670" cy="361333"/>
          </a:xfrm>
          <a:solidFill>
            <a:srgbClr val="00ABAB"/>
          </a:solidFill>
        </p:grpSpPr>
        <p:sp>
          <p:nvSpPr>
            <p:cNvPr id="872" name="Graphic 4">
              <a:extLst>
                <a:ext uri="{FF2B5EF4-FFF2-40B4-BE49-F238E27FC236}">
                  <a16:creationId xmlns:a16="http://schemas.microsoft.com/office/drawing/2014/main" id="{7E28DEC0-789C-D247-A99B-77D570106023}"/>
                </a:ext>
              </a:extLst>
            </p:cNvPr>
            <p:cNvSpPr/>
            <p:nvPr/>
          </p:nvSpPr>
          <p:spPr>
            <a:xfrm>
              <a:off x="6359904" y="2590144"/>
              <a:ext cx="23004" cy="33835"/>
            </a:xfrm>
            <a:custGeom>
              <a:avLst/>
              <a:gdLst>
                <a:gd name="connsiteX0" fmla="*/ 10863 w 23004"/>
                <a:gd name="connsiteY0" fmla="*/ 0 h 33835"/>
                <a:gd name="connsiteX1" fmla="*/ 0 w 23004"/>
                <a:gd name="connsiteY1" fmla="*/ 33835 h 33835"/>
                <a:gd name="connsiteX2" fmla="*/ 23004 w 23004"/>
                <a:gd name="connsiteY2" fmla="*/ 33835 h 33835"/>
                <a:gd name="connsiteX3" fmla="*/ 11502 w 23004"/>
                <a:gd name="connsiteY3" fmla="*/ 0 h 33835"/>
              </a:gdLst>
              <a:ahLst/>
              <a:cxnLst>
                <a:cxn ang="0">
                  <a:pos x="connsiteX0" y="connsiteY0"/>
                </a:cxn>
                <a:cxn ang="0">
                  <a:pos x="connsiteX1" y="connsiteY1"/>
                </a:cxn>
                <a:cxn ang="0">
                  <a:pos x="connsiteX2" y="connsiteY2"/>
                </a:cxn>
                <a:cxn ang="0">
                  <a:pos x="connsiteX3" y="connsiteY3"/>
                </a:cxn>
              </a:cxnLst>
              <a:rect l="l" t="t" r="r" b="b"/>
              <a:pathLst>
                <a:path w="23004" h="33835">
                  <a:moveTo>
                    <a:pt x="10863" y="0"/>
                  </a:moveTo>
                  <a:lnTo>
                    <a:pt x="0" y="33835"/>
                  </a:lnTo>
                  <a:lnTo>
                    <a:pt x="23004" y="33835"/>
                  </a:lnTo>
                  <a:lnTo>
                    <a:pt x="11502" y="0"/>
                  </a:lnTo>
                  <a:close/>
                </a:path>
              </a:pathLst>
            </a:custGeom>
            <a:solidFill>
              <a:srgbClr val="00ABAB"/>
            </a:solidFill>
            <a:ln w="6390" cap="flat">
              <a:noFill/>
              <a:prstDash val="solid"/>
              <a:miter/>
            </a:ln>
          </p:spPr>
          <p:txBody>
            <a:bodyPr rtlCol="0" anchor="ctr"/>
            <a:lstStyle/>
            <a:p>
              <a:endParaRPr lang="en-US"/>
            </a:p>
          </p:txBody>
        </p:sp>
        <p:sp>
          <p:nvSpPr>
            <p:cNvPr id="873" name="Graphic 4">
              <a:extLst>
                <a:ext uri="{FF2B5EF4-FFF2-40B4-BE49-F238E27FC236}">
                  <a16:creationId xmlns:a16="http://schemas.microsoft.com/office/drawing/2014/main" id="{943CB643-3214-964E-A2A5-ED3BFB350C7F}"/>
                </a:ext>
              </a:extLst>
            </p:cNvPr>
            <p:cNvSpPr/>
            <p:nvPr/>
          </p:nvSpPr>
          <p:spPr>
            <a:xfrm>
              <a:off x="6147119"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65500 w 361670"/>
                <a:gd name="connsiteY5" fmla="*/ 259828 h 361333"/>
                <a:gd name="connsiteX6" fmla="*/ 139301 w 361670"/>
                <a:gd name="connsiteY6" fmla="*/ 286003 h 361333"/>
                <a:gd name="connsiteX7" fmla="*/ 137384 w 361670"/>
                <a:gd name="connsiteY7" fmla="*/ 287279 h 361333"/>
                <a:gd name="connsiteX8" fmla="*/ 134828 w 361670"/>
                <a:gd name="connsiteY8" fmla="*/ 287918 h 361333"/>
                <a:gd name="connsiteX9" fmla="*/ 132272 w 361670"/>
                <a:gd name="connsiteY9" fmla="*/ 287279 h 361333"/>
                <a:gd name="connsiteX10" fmla="*/ 130355 w 361670"/>
                <a:gd name="connsiteY10" fmla="*/ 286003 h 361333"/>
                <a:gd name="connsiteX11" fmla="*/ 104156 w 361670"/>
                <a:gd name="connsiteY11" fmla="*/ 259828 h 361333"/>
                <a:gd name="connsiteX12" fmla="*/ 104156 w 361670"/>
                <a:gd name="connsiteY12" fmla="*/ 250891 h 361333"/>
                <a:gd name="connsiteX13" fmla="*/ 113102 w 361670"/>
                <a:gd name="connsiteY13" fmla="*/ 250891 h 361333"/>
                <a:gd name="connsiteX14" fmla="*/ 128438 w 361670"/>
                <a:gd name="connsiteY14" fmla="*/ 266212 h 361333"/>
                <a:gd name="connsiteX15" fmla="*/ 128438 w 361670"/>
                <a:gd name="connsiteY15" fmla="*/ 80438 h 361333"/>
                <a:gd name="connsiteX16" fmla="*/ 134828 w 361670"/>
                <a:gd name="connsiteY16" fmla="*/ 74054 h 361333"/>
                <a:gd name="connsiteX17" fmla="*/ 141217 w 361670"/>
                <a:gd name="connsiteY17" fmla="*/ 80438 h 361333"/>
                <a:gd name="connsiteX18" fmla="*/ 141217 w 361670"/>
                <a:gd name="connsiteY18" fmla="*/ 266212 h 361333"/>
                <a:gd name="connsiteX19" fmla="*/ 156553 w 361670"/>
                <a:gd name="connsiteY19" fmla="*/ 250891 h 361333"/>
                <a:gd name="connsiteX20" fmla="*/ 165500 w 361670"/>
                <a:gd name="connsiteY20" fmla="*/ 250891 h 361333"/>
                <a:gd name="connsiteX21" fmla="*/ 165500 w 361670"/>
                <a:gd name="connsiteY21" fmla="*/ 259828 h 361333"/>
                <a:gd name="connsiteX22" fmla="*/ 203200 w 361670"/>
                <a:gd name="connsiteY22" fmla="*/ 86822 h 361333"/>
                <a:gd name="connsiteX23" fmla="*/ 196810 w 361670"/>
                <a:gd name="connsiteY23" fmla="*/ 80438 h 361333"/>
                <a:gd name="connsiteX24" fmla="*/ 203200 w 361670"/>
                <a:gd name="connsiteY24" fmla="*/ 74054 h 361333"/>
                <a:gd name="connsiteX25" fmla="*/ 246651 w 361670"/>
                <a:gd name="connsiteY25" fmla="*/ 74054 h 361333"/>
                <a:gd name="connsiteX26" fmla="*/ 252403 w 361670"/>
                <a:gd name="connsiteY26" fmla="*/ 77246 h 361333"/>
                <a:gd name="connsiteX27" fmla="*/ 251764 w 361670"/>
                <a:gd name="connsiteY27" fmla="*/ 83630 h 361333"/>
                <a:gd name="connsiteX28" fmla="*/ 214063 w 361670"/>
                <a:gd name="connsiteY28" fmla="*/ 139171 h 361333"/>
                <a:gd name="connsiteX29" fmla="*/ 249846 w 361670"/>
                <a:gd name="connsiteY29" fmla="*/ 139171 h 361333"/>
                <a:gd name="connsiteX30" fmla="*/ 256236 w 361670"/>
                <a:gd name="connsiteY30" fmla="*/ 145555 h 361333"/>
                <a:gd name="connsiteX31" fmla="*/ 249846 w 361670"/>
                <a:gd name="connsiteY31" fmla="*/ 151939 h 361333"/>
                <a:gd name="connsiteX32" fmla="*/ 201922 w 361670"/>
                <a:gd name="connsiteY32" fmla="*/ 151939 h 361333"/>
                <a:gd name="connsiteX33" fmla="*/ 196171 w 361670"/>
                <a:gd name="connsiteY33" fmla="*/ 148747 h 361333"/>
                <a:gd name="connsiteX34" fmla="*/ 196810 w 361670"/>
                <a:gd name="connsiteY34" fmla="*/ 142363 h 361333"/>
                <a:gd name="connsiteX35" fmla="*/ 234511 w 361670"/>
                <a:gd name="connsiteY35" fmla="*/ 86822 h 361333"/>
                <a:gd name="connsiteX36" fmla="*/ 203200 w 361670"/>
                <a:gd name="connsiteY36" fmla="*/ 86822 h 361333"/>
                <a:gd name="connsiteX37" fmla="*/ 254319 w 361670"/>
                <a:gd name="connsiteY37" fmla="*/ 287918 h 361333"/>
                <a:gd name="connsiteX38" fmla="*/ 252403 w 361670"/>
                <a:gd name="connsiteY38" fmla="*/ 288556 h 361333"/>
                <a:gd name="connsiteX39" fmla="*/ 246651 w 361670"/>
                <a:gd name="connsiteY39" fmla="*/ 284087 h 361333"/>
                <a:gd name="connsiteX40" fmla="*/ 240261 w 361670"/>
                <a:gd name="connsiteY40" fmla="*/ 266212 h 361333"/>
                <a:gd name="connsiteX41" fmla="*/ 208951 w 361670"/>
                <a:gd name="connsiteY41" fmla="*/ 266212 h 361333"/>
                <a:gd name="connsiteX42" fmla="*/ 203200 w 361670"/>
                <a:gd name="connsiteY42" fmla="*/ 284087 h 361333"/>
                <a:gd name="connsiteX43" fmla="*/ 194893 w 361670"/>
                <a:gd name="connsiteY43" fmla="*/ 288556 h 361333"/>
                <a:gd name="connsiteX44" fmla="*/ 190420 w 361670"/>
                <a:gd name="connsiteY44" fmla="*/ 280257 h 361333"/>
                <a:gd name="connsiteX45" fmla="*/ 212146 w 361670"/>
                <a:gd name="connsiteY45" fmla="*/ 211310 h 361333"/>
                <a:gd name="connsiteX46" fmla="*/ 218536 w 361670"/>
                <a:gd name="connsiteY46" fmla="*/ 206841 h 361333"/>
                <a:gd name="connsiteX47" fmla="*/ 228121 w 361670"/>
                <a:gd name="connsiteY47" fmla="*/ 206841 h 361333"/>
                <a:gd name="connsiteX48" fmla="*/ 233872 w 361670"/>
                <a:gd name="connsiteY48" fmla="*/ 211310 h 361333"/>
                <a:gd name="connsiteX49" fmla="*/ 257514 w 361670"/>
                <a:gd name="connsiteY49" fmla="*/ 280257 h 361333"/>
                <a:gd name="connsiteX50" fmla="*/ 254319 w 361670"/>
                <a:gd name="connsiteY50" fmla="*/ 28791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65500" y="259828"/>
                  </a:moveTo>
                  <a:lnTo>
                    <a:pt x="139301" y="286003"/>
                  </a:lnTo>
                  <a:cubicBezTo>
                    <a:pt x="138662" y="286641"/>
                    <a:pt x="138022" y="287279"/>
                    <a:pt x="137384" y="287279"/>
                  </a:cubicBezTo>
                  <a:cubicBezTo>
                    <a:pt x="136745" y="287918"/>
                    <a:pt x="135467" y="287918"/>
                    <a:pt x="134828" y="287918"/>
                  </a:cubicBezTo>
                  <a:cubicBezTo>
                    <a:pt x="134189" y="287918"/>
                    <a:pt x="132911" y="287918"/>
                    <a:pt x="132272" y="287279"/>
                  </a:cubicBezTo>
                  <a:cubicBezTo>
                    <a:pt x="131633" y="286641"/>
                    <a:pt x="130994" y="286641"/>
                    <a:pt x="130355" y="286003"/>
                  </a:cubicBezTo>
                  <a:lnTo>
                    <a:pt x="104156" y="259828"/>
                  </a:lnTo>
                  <a:cubicBezTo>
                    <a:pt x="101600" y="257275"/>
                    <a:pt x="101600" y="253444"/>
                    <a:pt x="104156" y="250891"/>
                  </a:cubicBezTo>
                  <a:cubicBezTo>
                    <a:pt x="106712" y="248337"/>
                    <a:pt x="110546" y="248337"/>
                    <a:pt x="113102" y="250891"/>
                  </a:cubicBezTo>
                  <a:lnTo>
                    <a:pt x="128438" y="266212"/>
                  </a:lnTo>
                  <a:lnTo>
                    <a:pt x="128438" y="80438"/>
                  </a:lnTo>
                  <a:cubicBezTo>
                    <a:pt x="128438" y="76608"/>
                    <a:pt x="130994" y="74054"/>
                    <a:pt x="134828" y="74054"/>
                  </a:cubicBezTo>
                  <a:cubicBezTo>
                    <a:pt x="138662" y="74054"/>
                    <a:pt x="141217" y="76608"/>
                    <a:pt x="141217" y="80438"/>
                  </a:cubicBezTo>
                  <a:lnTo>
                    <a:pt x="141217" y="266212"/>
                  </a:lnTo>
                  <a:lnTo>
                    <a:pt x="156553" y="250891"/>
                  </a:lnTo>
                  <a:cubicBezTo>
                    <a:pt x="159110" y="248337"/>
                    <a:pt x="162943" y="248337"/>
                    <a:pt x="165500" y="250891"/>
                  </a:cubicBezTo>
                  <a:cubicBezTo>
                    <a:pt x="168055" y="253444"/>
                    <a:pt x="168055" y="257275"/>
                    <a:pt x="165500" y="259828"/>
                  </a:cubicBezTo>
                  <a:close/>
                  <a:moveTo>
                    <a:pt x="203200" y="86822"/>
                  </a:moveTo>
                  <a:cubicBezTo>
                    <a:pt x="199366" y="86822"/>
                    <a:pt x="196810" y="84269"/>
                    <a:pt x="196810" y="80438"/>
                  </a:cubicBezTo>
                  <a:cubicBezTo>
                    <a:pt x="196810" y="76608"/>
                    <a:pt x="199366" y="74054"/>
                    <a:pt x="203200" y="74054"/>
                  </a:cubicBezTo>
                  <a:lnTo>
                    <a:pt x="246651" y="74054"/>
                  </a:lnTo>
                  <a:cubicBezTo>
                    <a:pt x="249208" y="74054"/>
                    <a:pt x="251124" y="75331"/>
                    <a:pt x="252403" y="77246"/>
                  </a:cubicBezTo>
                  <a:cubicBezTo>
                    <a:pt x="253681" y="79162"/>
                    <a:pt x="253681" y="81715"/>
                    <a:pt x="251764" y="83630"/>
                  </a:cubicBezTo>
                  <a:lnTo>
                    <a:pt x="214063" y="139171"/>
                  </a:lnTo>
                  <a:lnTo>
                    <a:pt x="249846" y="139171"/>
                  </a:lnTo>
                  <a:cubicBezTo>
                    <a:pt x="253681" y="139171"/>
                    <a:pt x="256236" y="141724"/>
                    <a:pt x="256236" y="145555"/>
                  </a:cubicBezTo>
                  <a:cubicBezTo>
                    <a:pt x="256236" y="149385"/>
                    <a:pt x="253681" y="151939"/>
                    <a:pt x="249846" y="151939"/>
                  </a:cubicBezTo>
                  <a:lnTo>
                    <a:pt x="201922" y="151939"/>
                  </a:lnTo>
                  <a:cubicBezTo>
                    <a:pt x="199366" y="151939"/>
                    <a:pt x="197449" y="150662"/>
                    <a:pt x="196171" y="148747"/>
                  </a:cubicBezTo>
                  <a:cubicBezTo>
                    <a:pt x="194893" y="146832"/>
                    <a:pt x="194893" y="144278"/>
                    <a:pt x="196810" y="142363"/>
                  </a:cubicBezTo>
                  <a:lnTo>
                    <a:pt x="234511" y="86822"/>
                  </a:lnTo>
                  <a:lnTo>
                    <a:pt x="203200" y="86822"/>
                  </a:lnTo>
                  <a:close/>
                  <a:moveTo>
                    <a:pt x="254319" y="287918"/>
                  </a:moveTo>
                  <a:cubicBezTo>
                    <a:pt x="253681" y="287918"/>
                    <a:pt x="253041" y="288556"/>
                    <a:pt x="252403" y="288556"/>
                  </a:cubicBezTo>
                  <a:cubicBezTo>
                    <a:pt x="249846" y="288556"/>
                    <a:pt x="247291" y="286641"/>
                    <a:pt x="246651" y="284087"/>
                  </a:cubicBezTo>
                  <a:lnTo>
                    <a:pt x="240261" y="266212"/>
                  </a:lnTo>
                  <a:lnTo>
                    <a:pt x="208951" y="266212"/>
                  </a:lnTo>
                  <a:lnTo>
                    <a:pt x="203200" y="284087"/>
                  </a:lnTo>
                  <a:cubicBezTo>
                    <a:pt x="201922" y="287279"/>
                    <a:pt x="198727" y="289195"/>
                    <a:pt x="194893" y="288556"/>
                  </a:cubicBezTo>
                  <a:cubicBezTo>
                    <a:pt x="191698" y="287279"/>
                    <a:pt x="189781" y="284087"/>
                    <a:pt x="190420" y="280257"/>
                  </a:cubicBezTo>
                  <a:lnTo>
                    <a:pt x="212146" y="211310"/>
                  </a:lnTo>
                  <a:cubicBezTo>
                    <a:pt x="212785" y="208756"/>
                    <a:pt x="215341" y="206841"/>
                    <a:pt x="218536" y="206841"/>
                  </a:cubicBezTo>
                  <a:lnTo>
                    <a:pt x="228121" y="206841"/>
                  </a:lnTo>
                  <a:cubicBezTo>
                    <a:pt x="230677" y="206841"/>
                    <a:pt x="233233" y="208756"/>
                    <a:pt x="233872" y="211310"/>
                  </a:cubicBezTo>
                  <a:lnTo>
                    <a:pt x="257514" y="280257"/>
                  </a:lnTo>
                  <a:cubicBezTo>
                    <a:pt x="259431" y="282811"/>
                    <a:pt x="257514" y="286641"/>
                    <a:pt x="254319" y="287918"/>
                  </a:cubicBezTo>
                  <a:close/>
                </a:path>
              </a:pathLst>
            </a:custGeom>
            <a:solidFill>
              <a:srgbClr val="00ABAB"/>
            </a:solidFill>
            <a:ln w="6390" cap="flat">
              <a:noFill/>
              <a:prstDash val="solid"/>
              <a:miter/>
            </a:ln>
          </p:spPr>
          <p:txBody>
            <a:bodyPr rtlCol="0" anchor="ctr"/>
            <a:lstStyle/>
            <a:p>
              <a:endParaRPr lang="en-US"/>
            </a:p>
          </p:txBody>
        </p:sp>
      </p:grpSp>
      <p:grpSp>
        <p:nvGrpSpPr>
          <p:cNvPr id="874" name="Graphic 4">
            <a:extLst>
              <a:ext uri="{FF2B5EF4-FFF2-40B4-BE49-F238E27FC236}">
                <a16:creationId xmlns:a16="http://schemas.microsoft.com/office/drawing/2014/main" id="{6D515DF8-B7FF-0E46-8B2C-F79186DF4329}"/>
              </a:ext>
            </a:extLst>
          </p:cNvPr>
          <p:cNvGrpSpPr/>
          <p:nvPr/>
        </p:nvGrpSpPr>
        <p:grpSpPr>
          <a:xfrm>
            <a:off x="6147119" y="3339623"/>
            <a:ext cx="361670" cy="361333"/>
            <a:chOff x="6147119" y="3339623"/>
            <a:chExt cx="361670" cy="361333"/>
          </a:xfrm>
          <a:solidFill>
            <a:srgbClr val="00ABAB"/>
          </a:solidFill>
        </p:grpSpPr>
        <p:sp>
          <p:nvSpPr>
            <p:cNvPr id="875" name="Graphic 4">
              <a:extLst>
                <a:ext uri="{FF2B5EF4-FFF2-40B4-BE49-F238E27FC236}">
                  <a16:creationId xmlns:a16="http://schemas.microsoft.com/office/drawing/2014/main" id="{8F890FA0-0C92-D84C-AB8E-FDF9F558A5DA}"/>
                </a:ext>
              </a:extLst>
            </p:cNvPr>
            <p:cNvSpPr/>
            <p:nvPr/>
          </p:nvSpPr>
          <p:spPr>
            <a:xfrm>
              <a:off x="6355200" y="3561148"/>
              <a:ext cx="24112" cy="24897"/>
            </a:xfrm>
            <a:custGeom>
              <a:avLst/>
              <a:gdLst>
                <a:gd name="connsiteX0" fmla="*/ 18761 w 24112"/>
                <a:gd name="connsiteY0" fmla="*/ 1277 h 24897"/>
                <a:gd name="connsiteX1" fmla="*/ 13010 w 24112"/>
                <a:gd name="connsiteY1" fmla="*/ 0 h 24897"/>
                <a:gd name="connsiteX2" fmla="*/ 5982 w 24112"/>
                <a:gd name="connsiteY2" fmla="*/ 1915 h 24897"/>
                <a:gd name="connsiteX3" fmla="*/ 230 w 24112"/>
                <a:gd name="connsiteY3" fmla="*/ 10853 h 24897"/>
                <a:gd name="connsiteX4" fmla="*/ 2787 w 24112"/>
                <a:gd name="connsiteY4" fmla="*/ 21705 h 24897"/>
                <a:gd name="connsiteX5" fmla="*/ 10455 w 24112"/>
                <a:gd name="connsiteY5" fmla="*/ 24897 h 24897"/>
                <a:gd name="connsiteX6" fmla="*/ 21956 w 24112"/>
                <a:gd name="connsiteY6" fmla="*/ 19790 h 24897"/>
                <a:gd name="connsiteX7" fmla="*/ 23873 w 24112"/>
                <a:gd name="connsiteY7" fmla="*/ 8937 h 24897"/>
                <a:gd name="connsiteX8" fmla="*/ 18761 w 24112"/>
                <a:gd name="connsiteY8" fmla="*/ 1277 h 24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12" h="24897">
                  <a:moveTo>
                    <a:pt x="18761" y="1277"/>
                  </a:moveTo>
                  <a:cubicBezTo>
                    <a:pt x="16844" y="638"/>
                    <a:pt x="14928" y="0"/>
                    <a:pt x="13010" y="0"/>
                  </a:cubicBezTo>
                  <a:cubicBezTo>
                    <a:pt x="10455" y="0"/>
                    <a:pt x="7898" y="638"/>
                    <a:pt x="5982" y="1915"/>
                  </a:cubicBezTo>
                  <a:cubicBezTo>
                    <a:pt x="2787" y="3830"/>
                    <a:pt x="870" y="7022"/>
                    <a:pt x="230" y="10853"/>
                  </a:cubicBezTo>
                  <a:cubicBezTo>
                    <a:pt x="-408" y="15960"/>
                    <a:pt x="230" y="19152"/>
                    <a:pt x="2787" y="21705"/>
                  </a:cubicBezTo>
                  <a:cubicBezTo>
                    <a:pt x="5343" y="24259"/>
                    <a:pt x="8538" y="24897"/>
                    <a:pt x="10455" y="24897"/>
                  </a:cubicBezTo>
                  <a:cubicBezTo>
                    <a:pt x="14288" y="24897"/>
                    <a:pt x="19400" y="22982"/>
                    <a:pt x="21956" y="19790"/>
                  </a:cubicBezTo>
                  <a:cubicBezTo>
                    <a:pt x="23873" y="17237"/>
                    <a:pt x="24512" y="13406"/>
                    <a:pt x="23873" y="8937"/>
                  </a:cubicBezTo>
                  <a:cubicBezTo>
                    <a:pt x="23234" y="4469"/>
                    <a:pt x="20678" y="1915"/>
                    <a:pt x="18761" y="1277"/>
                  </a:cubicBezTo>
                  <a:close/>
                </a:path>
              </a:pathLst>
            </a:custGeom>
            <a:solidFill>
              <a:srgbClr val="00ABAB"/>
            </a:solidFill>
            <a:ln w="6390" cap="flat">
              <a:noFill/>
              <a:prstDash val="solid"/>
              <a:miter/>
            </a:ln>
          </p:spPr>
          <p:txBody>
            <a:bodyPr rtlCol="0" anchor="ctr"/>
            <a:lstStyle/>
            <a:p>
              <a:endParaRPr lang="en-US"/>
            </a:p>
          </p:txBody>
        </p:sp>
        <p:sp>
          <p:nvSpPr>
            <p:cNvPr id="876" name="Graphic 4">
              <a:extLst>
                <a:ext uri="{FF2B5EF4-FFF2-40B4-BE49-F238E27FC236}">
                  <a16:creationId xmlns:a16="http://schemas.microsoft.com/office/drawing/2014/main" id="{5E512519-AAE8-9C47-8D15-14DE1CDC032E}"/>
                </a:ext>
              </a:extLst>
            </p:cNvPr>
            <p:cNvSpPr/>
            <p:nvPr/>
          </p:nvSpPr>
          <p:spPr>
            <a:xfrm>
              <a:off x="6147119"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75084 w 361670"/>
                <a:gd name="connsiteY5" fmla="*/ 260466 h 361333"/>
                <a:gd name="connsiteX6" fmla="*/ 148885 w 361670"/>
                <a:gd name="connsiteY6" fmla="*/ 286641 h 361333"/>
                <a:gd name="connsiteX7" fmla="*/ 146969 w 361670"/>
                <a:gd name="connsiteY7" fmla="*/ 287917 h 361333"/>
                <a:gd name="connsiteX8" fmla="*/ 144412 w 361670"/>
                <a:gd name="connsiteY8" fmla="*/ 288556 h 361333"/>
                <a:gd name="connsiteX9" fmla="*/ 141857 w 361670"/>
                <a:gd name="connsiteY9" fmla="*/ 287917 h 361333"/>
                <a:gd name="connsiteX10" fmla="*/ 139940 w 361670"/>
                <a:gd name="connsiteY10" fmla="*/ 286641 h 361333"/>
                <a:gd name="connsiteX11" fmla="*/ 113741 w 361670"/>
                <a:gd name="connsiteY11" fmla="*/ 260466 h 361333"/>
                <a:gd name="connsiteX12" fmla="*/ 113741 w 361670"/>
                <a:gd name="connsiteY12" fmla="*/ 251529 h 361333"/>
                <a:gd name="connsiteX13" fmla="*/ 122687 w 361670"/>
                <a:gd name="connsiteY13" fmla="*/ 251529 h 361333"/>
                <a:gd name="connsiteX14" fmla="*/ 138022 w 361670"/>
                <a:gd name="connsiteY14" fmla="*/ 266850 h 361333"/>
                <a:gd name="connsiteX15" fmla="*/ 138022 w 361670"/>
                <a:gd name="connsiteY15" fmla="*/ 81077 h 361333"/>
                <a:gd name="connsiteX16" fmla="*/ 144412 w 361670"/>
                <a:gd name="connsiteY16" fmla="*/ 74693 h 361333"/>
                <a:gd name="connsiteX17" fmla="*/ 150802 w 361670"/>
                <a:gd name="connsiteY17" fmla="*/ 81077 h 361333"/>
                <a:gd name="connsiteX18" fmla="*/ 150802 w 361670"/>
                <a:gd name="connsiteY18" fmla="*/ 266850 h 361333"/>
                <a:gd name="connsiteX19" fmla="*/ 166138 w 361670"/>
                <a:gd name="connsiteY19" fmla="*/ 251529 h 361333"/>
                <a:gd name="connsiteX20" fmla="*/ 175084 w 361670"/>
                <a:gd name="connsiteY20" fmla="*/ 251529 h 361333"/>
                <a:gd name="connsiteX21" fmla="*/ 175084 w 361670"/>
                <a:gd name="connsiteY21" fmla="*/ 260466 h 361333"/>
                <a:gd name="connsiteX22" fmla="*/ 200644 w 361670"/>
                <a:gd name="connsiteY22" fmla="*/ 90014 h 361333"/>
                <a:gd name="connsiteX23" fmla="*/ 219814 w 361670"/>
                <a:gd name="connsiteY23" fmla="*/ 75331 h 361333"/>
                <a:gd name="connsiteX24" fmla="*/ 223648 w 361670"/>
                <a:gd name="connsiteY24" fmla="*/ 74054 h 361333"/>
                <a:gd name="connsiteX25" fmla="*/ 228121 w 361670"/>
                <a:gd name="connsiteY25" fmla="*/ 74054 h 361333"/>
                <a:gd name="connsiteX26" fmla="*/ 234511 w 361670"/>
                <a:gd name="connsiteY26" fmla="*/ 80438 h 361333"/>
                <a:gd name="connsiteX27" fmla="*/ 234511 w 361670"/>
                <a:gd name="connsiteY27" fmla="*/ 149385 h 361333"/>
                <a:gd name="connsiteX28" fmla="*/ 228121 w 361670"/>
                <a:gd name="connsiteY28" fmla="*/ 155769 h 361333"/>
                <a:gd name="connsiteX29" fmla="*/ 221731 w 361670"/>
                <a:gd name="connsiteY29" fmla="*/ 149385 h 361333"/>
                <a:gd name="connsiteX30" fmla="*/ 221731 w 361670"/>
                <a:gd name="connsiteY30" fmla="*/ 90014 h 361333"/>
                <a:gd name="connsiteX31" fmla="*/ 208312 w 361670"/>
                <a:gd name="connsiteY31" fmla="*/ 100229 h 361333"/>
                <a:gd name="connsiteX32" fmla="*/ 199366 w 361670"/>
                <a:gd name="connsiteY32" fmla="*/ 98952 h 361333"/>
                <a:gd name="connsiteX33" fmla="*/ 200644 w 361670"/>
                <a:gd name="connsiteY33" fmla="*/ 90014 h 361333"/>
                <a:gd name="connsiteX34" fmla="*/ 246013 w 361670"/>
                <a:gd name="connsiteY34" fmla="*/ 264297 h 361333"/>
                <a:gd name="connsiteX35" fmla="*/ 230677 w 361670"/>
                <a:gd name="connsiteY35" fmla="*/ 284725 h 361333"/>
                <a:gd name="connsiteX36" fmla="*/ 215341 w 361670"/>
                <a:gd name="connsiteY36" fmla="*/ 287917 h 361333"/>
                <a:gd name="connsiteX37" fmla="*/ 202561 w 361670"/>
                <a:gd name="connsiteY37" fmla="*/ 286002 h 361333"/>
                <a:gd name="connsiteX38" fmla="*/ 198727 w 361670"/>
                <a:gd name="connsiteY38" fmla="*/ 277703 h 361333"/>
                <a:gd name="connsiteX39" fmla="*/ 207034 w 361670"/>
                <a:gd name="connsiteY39" fmla="*/ 273873 h 361333"/>
                <a:gd name="connsiteX40" fmla="*/ 224926 w 361670"/>
                <a:gd name="connsiteY40" fmla="*/ 273234 h 361333"/>
                <a:gd name="connsiteX41" fmla="*/ 233872 w 361670"/>
                <a:gd name="connsiteY41" fmla="*/ 261105 h 361333"/>
                <a:gd name="connsiteX42" fmla="*/ 235150 w 361670"/>
                <a:gd name="connsiteY42" fmla="*/ 254082 h 361333"/>
                <a:gd name="connsiteX43" fmla="*/ 219814 w 361670"/>
                <a:gd name="connsiteY43" fmla="*/ 259190 h 361333"/>
                <a:gd name="connsiteX44" fmla="*/ 201922 w 361670"/>
                <a:gd name="connsiteY44" fmla="*/ 252167 h 361333"/>
                <a:gd name="connsiteX45" fmla="*/ 196171 w 361670"/>
                <a:gd name="connsiteY45" fmla="*/ 231100 h 361333"/>
                <a:gd name="connsiteX46" fmla="*/ 207673 w 361670"/>
                <a:gd name="connsiteY46" fmla="*/ 212587 h 361333"/>
                <a:gd name="connsiteX47" fmla="*/ 231955 w 361670"/>
                <a:gd name="connsiteY47" fmla="*/ 211310 h 361333"/>
                <a:gd name="connsiteX48" fmla="*/ 244735 w 361670"/>
                <a:gd name="connsiteY48" fmla="*/ 225355 h 361333"/>
                <a:gd name="connsiteX49" fmla="*/ 245374 w 361670"/>
                <a:gd name="connsiteY49" fmla="*/ 227908 h 361333"/>
                <a:gd name="connsiteX50" fmla="*/ 246013 w 361670"/>
                <a:gd name="connsiteY50" fmla="*/ 26429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close/>
                  <a:moveTo>
                    <a:pt x="175084" y="260466"/>
                  </a:moveTo>
                  <a:lnTo>
                    <a:pt x="148885" y="286641"/>
                  </a:lnTo>
                  <a:cubicBezTo>
                    <a:pt x="148247" y="287279"/>
                    <a:pt x="147607" y="287917"/>
                    <a:pt x="146969" y="287917"/>
                  </a:cubicBezTo>
                  <a:cubicBezTo>
                    <a:pt x="146330" y="288556"/>
                    <a:pt x="145052" y="288556"/>
                    <a:pt x="144412" y="288556"/>
                  </a:cubicBezTo>
                  <a:cubicBezTo>
                    <a:pt x="143774" y="288556"/>
                    <a:pt x="142496" y="288556"/>
                    <a:pt x="141857" y="287917"/>
                  </a:cubicBezTo>
                  <a:cubicBezTo>
                    <a:pt x="141217" y="287279"/>
                    <a:pt x="140579" y="287279"/>
                    <a:pt x="139940" y="286641"/>
                  </a:cubicBezTo>
                  <a:lnTo>
                    <a:pt x="113741" y="260466"/>
                  </a:lnTo>
                  <a:cubicBezTo>
                    <a:pt x="111185" y="257913"/>
                    <a:pt x="111185" y="254082"/>
                    <a:pt x="113741" y="251529"/>
                  </a:cubicBezTo>
                  <a:cubicBezTo>
                    <a:pt x="116297" y="248975"/>
                    <a:pt x="120131" y="248975"/>
                    <a:pt x="122687" y="251529"/>
                  </a:cubicBezTo>
                  <a:lnTo>
                    <a:pt x="138022" y="266850"/>
                  </a:lnTo>
                  <a:lnTo>
                    <a:pt x="138022" y="81077"/>
                  </a:lnTo>
                  <a:cubicBezTo>
                    <a:pt x="138022" y="77246"/>
                    <a:pt x="140579" y="74693"/>
                    <a:pt x="144412" y="74693"/>
                  </a:cubicBezTo>
                  <a:cubicBezTo>
                    <a:pt x="148247" y="74693"/>
                    <a:pt x="150802" y="77246"/>
                    <a:pt x="150802" y="81077"/>
                  </a:cubicBezTo>
                  <a:lnTo>
                    <a:pt x="150802" y="266850"/>
                  </a:lnTo>
                  <a:lnTo>
                    <a:pt x="166138" y="251529"/>
                  </a:lnTo>
                  <a:cubicBezTo>
                    <a:pt x="168695" y="248975"/>
                    <a:pt x="172528" y="248975"/>
                    <a:pt x="175084" y="251529"/>
                  </a:cubicBezTo>
                  <a:cubicBezTo>
                    <a:pt x="177640" y="254082"/>
                    <a:pt x="177640" y="257913"/>
                    <a:pt x="175084" y="260466"/>
                  </a:cubicBezTo>
                  <a:close/>
                  <a:moveTo>
                    <a:pt x="200644" y="90014"/>
                  </a:moveTo>
                  <a:lnTo>
                    <a:pt x="219814" y="75331"/>
                  </a:lnTo>
                  <a:cubicBezTo>
                    <a:pt x="221092" y="74693"/>
                    <a:pt x="222370" y="74054"/>
                    <a:pt x="223648" y="74054"/>
                  </a:cubicBezTo>
                  <a:lnTo>
                    <a:pt x="228121" y="74054"/>
                  </a:lnTo>
                  <a:cubicBezTo>
                    <a:pt x="231955" y="74054"/>
                    <a:pt x="234511" y="76608"/>
                    <a:pt x="234511" y="80438"/>
                  </a:cubicBezTo>
                  <a:lnTo>
                    <a:pt x="234511" y="149385"/>
                  </a:lnTo>
                  <a:cubicBezTo>
                    <a:pt x="234511" y="153216"/>
                    <a:pt x="231955" y="155769"/>
                    <a:pt x="228121" y="155769"/>
                  </a:cubicBezTo>
                  <a:cubicBezTo>
                    <a:pt x="224287" y="155769"/>
                    <a:pt x="221731" y="153216"/>
                    <a:pt x="221731" y="149385"/>
                  </a:cubicBezTo>
                  <a:lnTo>
                    <a:pt x="221731" y="90014"/>
                  </a:lnTo>
                  <a:lnTo>
                    <a:pt x="208312" y="100229"/>
                  </a:lnTo>
                  <a:cubicBezTo>
                    <a:pt x="205756" y="102144"/>
                    <a:pt x="201283" y="101505"/>
                    <a:pt x="199366" y="98952"/>
                  </a:cubicBezTo>
                  <a:cubicBezTo>
                    <a:pt x="197449" y="95760"/>
                    <a:pt x="198088" y="91930"/>
                    <a:pt x="200644" y="90014"/>
                  </a:cubicBezTo>
                  <a:close/>
                  <a:moveTo>
                    <a:pt x="246013" y="264297"/>
                  </a:moveTo>
                  <a:cubicBezTo>
                    <a:pt x="243456" y="273873"/>
                    <a:pt x="238345" y="280895"/>
                    <a:pt x="230677" y="284725"/>
                  </a:cubicBezTo>
                  <a:cubicBezTo>
                    <a:pt x="225565" y="287279"/>
                    <a:pt x="220453" y="287917"/>
                    <a:pt x="215341" y="287917"/>
                  </a:cubicBezTo>
                  <a:cubicBezTo>
                    <a:pt x="208312" y="287917"/>
                    <a:pt x="202561" y="286002"/>
                    <a:pt x="202561" y="286002"/>
                  </a:cubicBezTo>
                  <a:cubicBezTo>
                    <a:pt x="199366" y="284725"/>
                    <a:pt x="197449" y="280895"/>
                    <a:pt x="198727" y="277703"/>
                  </a:cubicBezTo>
                  <a:cubicBezTo>
                    <a:pt x="200005" y="274511"/>
                    <a:pt x="203839" y="272596"/>
                    <a:pt x="207034" y="273873"/>
                  </a:cubicBezTo>
                  <a:cubicBezTo>
                    <a:pt x="207034" y="273873"/>
                    <a:pt x="217258" y="277065"/>
                    <a:pt x="224926" y="273234"/>
                  </a:cubicBezTo>
                  <a:cubicBezTo>
                    <a:pt x="229399" y="271319"/>
                    <a:pt x="231955" y="266850"/>
                    <a:pt x="233872" y="261105"/>
                  </a:cubicBezTo>
                  <a:cubicBezTo>
                    <a:pt x="234511" y="258551"/>
                    <a:pt x="235150" y="256636"/>
                    <a:pt x="235150" y="254082"/>
                  </a:cubicBezTo>
                  <a:cubicBezTo>
                    <a:pt x="228760" y="257913"/>
                    <a:pt x="222370" y="259190"/>
                    <a:pt x="219814" y="259190"/>
                  </a:cubicBezTo>
                  <a:cubicBezTo>
                    <a:pt x="212785" y="259828"/>
                    <a:pt x="206395" y="256636"/>
                    <a:pt x="201922" y="252167"/>
                  </a:cubicBezTo>
                  <a:cubicBezTo>
                    <a:pt x="198727" y="248337"/>
                    <a:pt x="194254" y="241953"/>
                    <a:pt x="196171" y="231100"/>
                  </a:cubicBezTo>
                  <a:cubicBezTo>
                    <a:pt x="197449" y="222801"/>
                    <a:pt x="201283" y="216417"/>
                    <a:pt x="207673" y="212587"/>
                  </a:cubicBezTo>
                  <a:cubicBezTo>
                    <a:pt x="214702" y="208756"/>
                    <a:pt x="223648" y="208118"/>
                    <a:pt x="231955" y="211310"/>
                  </a:cubicBezTo>
                  <a:cubicBezTo>
                    <a:pt x="237067" y="213225"/>
                    <a:pt x="241540" y="218332"/>
                    <a:pt x="244735" y="225355"/>
                  </a:cubicBezTo>
                  <a:cubicBezTo>
                    <a:pt x="245374" y="225993"/>
                    <a:pt x="245374" y="226631"/>
                    <a:pt x="245374" y="227908"/>
                  </a:cubicBezTo>
                  <a:cubicBezTo>
                    <a:pt x="249208" y="236846"/>
                    <a:pt x="250486" y="250252"/>
                    <a:pt x="246013" y="264297"/>
                  </a:cubicBezTo>
                  <a:close/>
                </a:path>
              </a:pathLst>
            </a:custGeom>
            <a:solidFill>
              <a:srgbClr val="00ABAB"/>
            </a:solidFill>
            <a:ln w="6390" cap="flat">
              <a:noFill/>
              <a:prstDash val="solid"/>
              <a:miter/>
            </a:ln>
          </p:spPr>
          <p:txBody>
            <a:bodyPr rtlCol="0" anchor="ctr"/>
            <a:lstStyle/>
            <a:p>
              <a:endParaRPr lang="en-US"/>
            </a:p>
          </p:txBody>
        </p:sp>
      </p:grpSp>
      <p:grpSp>
        <p:nvGrpSpPr>
          <p:cNvPr id="877" name="Graphic 4">
            <a:extLst>
              <a:ext uri="{FF2B5EF4-FFF2-40B4-BE49-F238E27FC236}">
                <a16:creationId xmlns:a16="http://schemas.microsoft.com/office/drawing/2014/main" id="{3AB8FFA6-086D-4F43-8C88-72EC12B3E632}"/>
              </a:ext>
            </a:extLst>
          </p:cNvPr>
          <p:cNvGrpSpPr/>
          <p:nvPr/>
        </p:nvGrpSpPr>
        <p:grpSpPr>
          <a:xfrm>
            <a:off x="6147119" y="2855717"/>
            <a:ext cx="361670" cy="361333"/>
            <a:chOff x="6147119" y="2855717"/>
            <a:chExt cx="361670" cy="361333"/>
          </a:xfrm>
          <a:solidFill>
            <a:srgbClr val="00ABAB"/>
          </a:solidFill>
        </p:grpSpPr>
        <p:sp>
          <p:nvSpPr>
            <p:cNvPr id="878" name="Graphic 4">
              <a:extLst>
                <a:ext uri="{FF2B5EF4-FFF2-40B4-BE49-F238E27FC236}">
                  <a16:creationId xmlns:a16="http://schemas.microsoft.com/office/drawing/2014/main" id="{E9E86333-1943-1546-B3A0-D156C6FE158D}"/>
                </a:ext>
              </a:extLst>
            </p:cNvPr>
            <p:cNvSpPr/>
            <p:nvPr/>
          </p:nvSpPr>
          <p:spPr>
            <a:xfrm>
              <a:off x="6355200" y="2941901"/>
              <a:ext cx="24112" cy="24897"/>
            </a:xfrm>
            <a:custGeom>
              <a:avLst/>
              <a:gdLst>
                <a:gd name="connsiteX0" fmla="*/ 18761 w 24112"/>
                <a:gd name="connsiteY0" fmla="*/ 1277 h 24897"/>
                <a:gd name="connsiteX1" fmla="*/ 13010 w 24112"/>
                <a:gd name="connsiteY1" fmla="*/ 0 h 24897"/>
                <a:gd name="connsiteX2" fmla="*/ 5982 w 24112"/>
                <a:gd name="connsiteY2" fmla="*/ 1915 h 24897"/>
                <a:gd name="connsiteX3" fmla="*/ 230 w 24112"/>
                <a:gd name="connsiteY3" fmla="*/ 10853 h 24897"/>
                <a:gd name="connsiteX4" fmla="*/ 2787 w 24112"/>
                <a:gd name="connsiteY4" fmla="*/ 21706 h 24897"/>
                <a:gd name="connsiteX5" fmla="*/ 10455 w 24112"/>
                <a:gd name="connsiteY5" fmla="*/ 24897 h 24897"/>
                <a:gd name="connsiteX6" fmla="*/ 21956 w 24112"/>
                <a:gd name="connsiteY6" fmla="*/ 19790 h 24897"/>
                <a:gd name="connsiteX7" fmla="*/ 23873 w 24112"/>
                <a:gd name="connsiteY7" fmla="*/ 8938 h 24897"/>
                <a:gd name="connsiteX8" fmla="*/ 18761 w 24112"/>
                <a:gd name="connsiteY8" fmla="*/ 1277 h 24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12" h="24897">
                  <a:moveTo>
                    <a:pt x="18761" y="1277"/>
                  </a:moveTo>
                  <a:cubicBezTo>
                    <a:pt x="16844" y="638"/>
                    <a:pt x="14928" y="0"/>
                    <a:pt x="13010" y="0"/>
                  </a:cubicBezTo>
                  <a:cubicBezTo>
                    <a:pt x="10455" y="0"/>
                    <a:pt x="7898" y="638"/>
                    <a:pt x="5982" y="1915"/>
                  </a:cubicBezTo>
                  <a:cubicBezTo>
                    <a:pt x="2787" y="3830"/>
                    <a:pt x="870" y="7022"/>
                    <a:pt x="230" y="10853"/>
                  </a:cubicBezTo>
                  <a:cubicBezTo>
                    <a:pt x="-408" y="15960"/>
                    <a:pt x="230" y="19152"/>
                    <a:pt x="2787" y="21706"/>
                  </a:cubicBezTo>
                  <a:cubicBezTo>
                    <a:pt x="5343" y="24259"/>
                    <a:pt x="8538" y="24897"/>
                    <a:pt x="10455" y="24897"/>
                  </a:cubicBezTo>
                  <a:cubicBezTo>
                    <a:pt x="14288" y="24897"/>
                    <a:pt x="19400" y="22982"/>
                    <a:pt x="21956" y="19790"/>
                  </a:cubicBezTo>
                  <a:cubicBezTo>
                    <a:pt x="23873" y="17237"/>
                    <a:pt x="24512" y="13406"/>
                    <a:pt x="23873" y="8938"/>
                  </a:cubicBezTo>
                  <a:cubicBezTo>
                    <a:pt x="23234" y="5107"/>
                    <a:pt x="20678" y="1915"/>
                    <a:pt x="18761" y="1277"/>
                  </a:cubicBezTo>
                  <a:close/>
                </a:path>
              </a:pathLst>
            </a:custGeom>
            <a:solidFill>
              <a:srgbClr val="00ABAB"/>
            </a:solidFill>
            <a:ln w="6390" cap="flat">
              <a:noFill/>
              <a:prstDash val="solid"/>
              <a:miter/>
            </a:ln>
          </p:spPr>
          <p:txBody>
            <a:bodyPr rtlCol="0" anchor="ctr"/>
            <a:lstStyle/>
            <a:p>
              <a:endParaRPr lang="en-US"/>
            </a:p>
          </p:txBody>
        </p:sp>
        <p:sp>
          <p:nvSpPr>
            <p:cNvPr id="879" name="Graphic 4">
              <a:extLst>
                <a:ext uri="{FF2B5EF4-FFF2-40B4-BE49-F238E27FC236}">
                  <a16:creationId xmlns:a16="http://schemas.microsoft.com/office/drawing/2014/main" id="{B13D2760-2950-0D43-8068-D6042D3F4ABF}"/>
                </a:ext>
              </a:extLst>
            </p:cNvPr>
            <p:cNvSpPr/>
            <p:nvPr/>
          </p:nvSpPr>
          <p:spPr>
            <a:xfrm>
              <a:off x="6147119"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75084 w 361670"/>
                <a:gd name="connsiteY5" fmla="*/ 259828 h 361333"/>
                <a:gd name="connsiteX6" fmla="*/ 148885 w 361670"/>
                <a:gd name="connsiteY6" fmla="*/ 286002 h 361333"/>
                <a:gd name="connsiteX7" fmla="*/ 146969 w 361670"/>
                <a:gd name="connsiteY7" fmla="*/ 287279 h 361333"/>
                <a:gd name="connsiteX8" fmla="*/ 144412 w 361670"/>
                <a:gd name="connsiteY8" fmla="*/ 287917 h 361333"/>
                <a:gd name="connsiteX9" fmla="*/ 141857 w 361670"/>
                <a:gd name="connsiteY9" fmla="*/ 287279 h 361333"/>
                <a:gd name="connsiteX10" fmla="*/ 139940 w 361670"/>
                <a:gd name="connsiteY10" fmla="*/ 286002 h 361333"/>
                <a:gd name="connsiteX11" fmla="*/ 113741 w 361670"/>
                <a:gd name="connsiteY11" fmla="*/ 259828 h 361333"/>
                <a:gd name="connsiteX12" fmla="*/ 113741 w 361670"/>
                <a:gd name="connsiteY12" fmla="*/ 250890 h 361333"/>
                <a:gd name="connsiteX13" fmla="*/ 122687 w 361670"/>
                <a:gd name="connsiteY13" fmla="*/ 250890 h 361333"/>
                <a:gd name="connsiteX14" fmla="*/ 138022 w 361670"/>
                <a:gd name="connsiteY14" fmla="*/ 266212 h 361333"/>
                <a:gd name="connsiteX15" fmla="*/ 138022 w 361670"/>
                <a:gd name="connsiteY15" fmla="*/ 80438 h 361333"/>
                <a:gd name="connsiteX16" fmla="*/ 144412 w 361670"/>
                <a:gd name="connsiteY16" fmla="*/ 74054 h 361333"/>
                <a:gd name="connsiteX17" fmla="*/ 150802 w 361670"/>
                <a:gd name="connsiteY17" fmla="*/ 80438 h 361333"/>
                <a:gd name="connsiteX18" fmla="*/ 150802 w 361670"/>
                <a:gd name="connsiteY18" fmla="*/ 266212 h 361333"/>
                <a:gd name="connsiteX19" fmla="*/ 166138 w 361670"/>
                <a:gd name="connsiteY19" fmla="*/ 250890 h 361333"/>
                <a:gd name="connsiteX20" fmla="*/ 175084 w 361670"/>
                <a:gd name="connsiteY20" fmla="*/ 250890 h 361333"/>
                <a:gd name="connsiteX21" fmla="*/ 175084 w 361670"/>
                <a:gd name="connsiteY21" fmla="*/ 259828 h 361333"/>
                <a:gd name="connsiteX22" fmla="*/ 237706 w 361670"/>
                <a:gd name="connsiteY22" fmla="*/ 280895 h 361333"/>
                <a:gd name="connsiteX23" fmla="*/ 231316 w 361670"/>
                <a:gd name="connsiteY23" fmla="*/ 287279 h 361333"/>
                <a:gd name="connsiteX24" fmla="*/ 224926 w 361670"/>
                <a:gd name="connsiteY24" fmla="*/ 280895 h 361333"/>
                <a:gd name="connsiteX25" fmla="*/ 224926 w 361670"/>
                <a:gd name="connsiteY25" fmla="*/ 221524 h 361333"/>
                <a:gd name="connsiteX26" fmla="*/ 210868 w 361670"/>
                <a:gd name="connsiteY26" fmla="*/ 231738 h 361333"/>
                <a:gd name="connsiteX27" fmla="*/ 201922 w 361670"/>
                <a:gd name="connsiteY27" fmla="*/ 230462 h 361333"/>
                <a:gd name="connsiteX28" fmla="*/ 203200 w 361670"/>
                <a:gd name="connsiteY28" fmla="*/ 221524 h 361333"/>
                <a:gd name="connsiteX29" fmla="*/ 222370 w 361670"/>
                <a:gd name="connsiteY29" fmla="*/ 206841 h 361333"/>
                <a:gd name="connsiteX30" fmla="*/ 226204 w 361670"/>
                <a:gd name="connsiteY30" fmla="*/ 205564 h 361333"/>
                <a:gd name="connsiteX31" fmla="*/ 230677 w 361670"/>
                <a:gd name="connsiteY31" fmla="*/ 205564 h 361333"/>
                <a:gd name="connsiteX32" fmla="*/ 237067 w 361670"/>
                <a:gd name="connsiteY32" fmla="*/ 211948 h 361333"/>
                <a:gd name="connsiteX33" fmla="*/ 237067 w 361670"/>
                <a:gd name="connsiteY33" fmla="*/ 280895 h 361333"/>
                <a:gd name="connsiteX34" fmla="*/ 246013 w 361670"/>
                <a:gd name="connsiteY34" fmla="*/ 129595 h 361333"/>
                <a:gd name="connsiteX35" fmla="*/ 230677 w 361670"/>
                <a:gd name="connsiteY35" fmla="*/ 150024 h 361333"/>
                <a:gd name="connsiteX36" fmla="*/ 215341 w 361670"/>
                <a:gd name="connsiteY36" fmla="*/ 153216 h 361333"/>
                <a:gd name="connsiteX37" fmla="*/ 202561 w 361670"/>
                <a:gd name="connsiteY37" fmla="*/ 151300 h 361333"/>
                <a:gd name="connsiteX38" fmla="*/ 198727 w 361670"/>
                <a:gd name="connsiteY38" fmla="*/ 143001 h 361333"/>
                <a:gd name="connsiteX39" fmla="*/ 207034 w 361670"/>
                <a:gd name="connsiteY39" fmla="*/ 139171 h 361333"/>
                <a:gd name="connsiteX40" fmla="*/ 224926 w 361670"/>
                <a:gd name="connsiteY40" fmla="*/ 138532 h 361333"/>
                <a:gd name="connsiteX41" fmla="*/ 233872 w 361670"/>
                <a:gd name="connsiteY41" fmla="*/ 126403 h 361333"/>
                <a:gd name="connsiteX42" fmla="*/ 235150 w 361670"/>
                <a:gd name="connsiteY42" fmla="*/ 119380 h 361333"/>
                <a:gd name="connsiteX43" fmla="*/ 219814 w 361670"/>
                <a:gd name="connsiteY43" fmla="*/ 124488 h 361333"/>
                <a:gd name="connsiteX44" fmla="*/ 201922 w 361670"/>
                <a:gd name="connsiteY44" fmla="*/ 117465 h 361333"/>
                <a:gd name="connsiteX45" fmla="*/ 196171 w 361670"/>
                <a:gd name="connsiteY45" fmla="*/ 96398 h 361333"/>
                <a:gd name="connsiteX46" fmla="*/ 207673 w 361670"/>
                <a:gd name="connsiteY46" fmla="*/ 77884 h 361333"/>
                <a:gd name="connsiteX47" fmla="*/ 231955 w 361670"/>
                <a:gd name="connsiteY47" fmla="*/ 76608 h 361333"/>
                <a:gd name="connsiteX48" fmla="*/ 244735 w 361670"/>
                <a:gd name="connsiteY48" fmla="*/ 90652 h 361333"/>
                <a:gd name="connsiteX49" fmla="*/ 245374 w 361670"/>
                <a:gd name="connsiteY49" fmla="*/ 93206 h 361333"/>
                <a:gd name="connsiteX50" fmla="*/ 246013 w 361670"/>
                <a:gd name="connsiteY50" fmla="*/ 12959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61670"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1670" y="80438"/>
                    <a:pt x="280518" y="0"/>
                    <a:pt x="180835" y="0"/>
                  </a:cubicBezTo>
                  <a:close/>
                  <a:moveTo>
                    <a:pt x="175084" y="259828"/>
                  </a:moveTo>
                  <a:lnTo>
                    <a:pt x="148885" y="286002"/>
                  </a:lnTo>
                  <a:cubicBezTo>
                    <a:pt x="148247" y="286641"/>
                    <a:pt x="147607" y="287279"/>
                    <a:pt x="146969" y="287279"/>
                  </a:cubicBezTo>
                  <a:cubicBezTo>
                    <a:pt x="146330" y="287917"/>
                    <a:pt x="145052" y="287917"/>
                    <a:pt x="144412" y="287917"/>
                  </a:cubicBezTo>
                  <a:cubicBezTo>
                    <a:pt x="143774" y="287917"/>
                    <a:pt x="142496" y="287917"/>
                    <a:pt x="141857" y="287279"/>
                  </a:cubicBezTo>
                  <a:cubicBezTo>
                    <a:pt x="141217" y="286641"/>
                    <a:pt x="140579" y="286641"/>
                    <a:pt x="139940" y="286002"/>
                  </a:cubicBezTo>
                  <a:lnTo>
                    <a:pt x="113741" y="259828"/>
                  </a:lnTo>
                  <a:cubicBezTo>
                    <a:pt x="111185" y="257274"/>
                    <a:pt x="111185" y="253444"/>
                    <a:pt x="113741" y="250890"/>
                  </a:cubicBezTo>
                  <a:cubicBezTo>
                    <a:pt x="116297" y="248337"/>
                    <a:pt x="120131" y="248337"/>
                    <a:pt x="122687" y="250890"/>
                  </a:cubicBezTo>
                  <a:lnTo>
                    <a:pt x="138022" y="266212"/>
                  </a:lnTo>
                  <a:lnTo>
                    <a:pt x="138022" y="80438"/>
                  </a:lnTo>
                  <a:cubicBezTo>
                    <a:pt x="138022" y="76608"/>
                    <a:pt x="140579" y="74054"/>
                    <a:pt x="144412" y="74054"/>
                  </a:cubicBezTo>
                  <a:cubicBezTo>
                    <a:pt x="148247" y="74054"/>
                    <a:pt x="150802" y="76608"/>
                    <a:pt x="150802" y="80438"/>
                  </a:cubicBezTo>
                  <a:lnTo>
                    <a:pt x="150802" y="266212"/>
                  </a:lnTo>
                  <a:lnTo>
                    <a:pt x="166138" y="250890"/>
                  </a:lnTo>
                  <a:cubicBezTo>
                    <a:pt x="168695" y="248337"/>
                    <a:pt x="172528" y="248337"/>
                    <a:pt x="175084" y="250890"/>
                  </a:cubicBezTo>
                  <a:cubicBezTo>
                    <a:pt x="177640" y="253444"/>
                    <a:pt x="177640" y="257274"/>
                    <a:pt x="175084" y="259828"/>
                  </a:cubicBezTo>
                  <a:close/>
                  <a:moveTo>
                    <a:pt x="237706" y="280895"/>
                  </a:moveTo>
                  <a:cubicBezTo>
                    <a:pt x="237706" y="284725"/>
                    <a:pt x="235150" y="287279"/>
                    <a:pt x="231316" y="287279"/>
                  </a:cubicBezTo>
                  <a:cubicBezTo>
                    <a:pt x="227482" y="287279"/>
                    <a:pt x="224926" y="284725"/>
                    <a:pt x="224926" y="280895"/>
                  </a:cubicBezTo>
                  <a:lnTo>
                    <a:pt x="224926" y="221524"/>
                  </a:lnTo>
                  <a:lnTo>
                    <a:pt x="210868" y="231738"/>
                  </a:lnTo>
                  <a:cubicBezTo>
                    <a:pt x="208312" y="233654"/>
                    <a:pt x="203839" y="233015"/>
                    <a:pt x="201922" y="230462"/>
                  </a:cubicBezTo>
                  <a:cubicBezTo>
                    <a:pt x="200005" y="227908"/>
                    <a:pt x="200644" y="223439"/>
                    <a:pt x="203200" y="221524"/>
                  </a:cubicBezTo>
                  <a:lnTo>
                    <a:pt x="222370" y="206841"/>
                  </a:lnTo>
                  <a:cubicBezTo>
                    <a:pt x="223648" y="206203"/>
                    <a:pt x="224926" y="205564"/>
                    <a:pt x="226204" y="205564"/>
                  </a:cubicBezTo>
                  <a:lnTo>
                    <a:pt x="230677" y="205564"/>
                  </a:lnTo>
                  <a:cubicBezTo>
                    <a:pt x="234511" y="205564"/>
                    <a:pt x="237067" y="208118"/>
                    <a:pt x="237067" y="211948"/>
                  </a:cubicBezTo>
                  <a:lnTo>
                    <a:pt x="237067" y="280895"/>
                  </a:lnTo>
                  <a:close/>
                  <a:moveTo>
                    <a:pt x="246013" y="129595"/>
                  </a:moveTo>
                  <a:cubicBezTo>
                    <a:pt x="243456" y="139171"/>
                    <a:pt x="238345" y="146193"/>
                    <a:pt x="230677" y="150024"/>
                  </a:cubicBezTo>
                  <a:cubicBezTo>
                    <a:pt x="225565" y="152577"/>
                    <a:pt x="220453" y="153216"/>
                    <a:pt x="215341" y="153216"/>
                  </a:cubicBezTo>
                  <a:cubicBezTo>
                    <a:pt x="208312" y="153216"/>
                    <a:pt x="202561" y="151300"/>
                    <a:pt x="202561" y="151300"/>
                  </a:cubicBezTo>
                  <a:cubicBezTo>
                    <a:pt x="199366" y="150024"/>
                    <a:pt x="197449" y="146193"/>
                    <a:pt x="198727" y="143001"/>
                  </a:cubicBezTo>
                  <a:cubicBezTo>
                    <a:pt x="200005" y="139809"/>
                    <a:pt x="203839" y="137894"/>
                    <a:pt x="207034" y="139171"/>
                  </a:cubicBezTo>
                  <a:cubicBezTo>
                    <a:pt x="207034" y="139171"/>
                    <a:pt x="217258" y="142363"/>
                    <a:pt x="224926" y="138532"/>
                  </a:cubicBezTo>
                  <a:cubicBezTo>
                    <a:pt x="229399" y="136617"/>
                    <a:pt x="231955" y="132148"/>
                    <a:pt x="233872" y="126403"/>
                  </a:cubicBezTo>
                  <a:cubicBezTo>
                    <a:pt x="234511" y="123849"/>
                    <a:pt x="235150" y="121934"/>
                    <a:pt x="235150" y="119380"/>
                  </a:cubicBezTo>
                  <a:cubicBezTo>
                    <a:pt x="228760" y="123211"/>
                    <a:pt x="222370" y="124488"/>
                    <a:pt x="219814" y="124488"/>
                  </a:cubicBezTo>
                  <a:cubicBezTo>
                    <a:pt x="213424" y="125126"/>
                    <a:pt x="206395" y="121934"/>
                    <a:pt x="201922" y="117465"/>
                  </a:cubicBezTo>
                  <a:cubicBezTo>
                    <a:pt x="198727" y="113635"/>
                    <a:pt x="194254" y="107251"/>
                    <a:pt x="196171" y="96398"/>
                  </a:cubicBezTo>
                  <a:cubicBezTo>
                    <a:pt x="197449" y="88099"/>
                    <a:pt x="201283" y="81715"/>
                    <a:pt x="207673" y="77884"/>
                  </a:cubicBezTo>
                  <a:cubicBezTo>
                    <a:pt x="214702" y="74054"/>
                    <a:pt x="223648" y="73416"/>
                    <a:pt x="231955" y="76608"/>
                  </a:cubicBezTo>
                  <a:cubicBezTo>
                    <a:pt x="237067" y="78523"/>
                    <a:pt x="241540" y="83630"/>
                    <a:pt x="244735" y="90652"/>
                  </a:cubicBezTo>
                  <a:cubicBezTo>
                    <a:pt x="245374" y="91291"/>
                    <a:pt x="245374" y="91929"/>
                    <a:pt x="245374" y="93206"/>
                  </a:cubicBezTo>
                  <a:cubicBezTo>
                    <a:pt x="249208" y="101505"/>
                    <a:pt x="250486" y="114912"/>
                    <a:pt x="246013" y="129595"/>
                  </a:cubicBezTo>
                  <a:close/>
                </a:path>
              </a:pathLst>
            </a:custGeom>
            <a:solidFill>
              <a:srgbClr val="00ABAB"/>
            </a:solidFill>
            <a:ln w="6390" cap="flat">
              <a:noFill/>
              <a:prstDash val="solid"/>
              <a:miter/>
            </a:ln>
          </p:spPr>
          <p:txBody>
            <a:bodyPr rtlCol="0" anchor="ctr"/>
            <a:lstStyle/>
            <a:p>
              <a:endParaRPr lang="en-US"/>
            </a:p>
          </p:txBody>
        </p:sp>
      </p:grpSp>
      <p:sp>
        <p:nvSpPr>
          <p:cNvPr id="880" name="Graphic 4">
            <a:extLst>
              <a:ext uri="{FF2B5EF4-FFF2-40B4-BE49-F238E27FC236}">
                <a16:creationId xmlns:a16="http://schemas.microsoft.com/office/drawing/2014/main" id="{8C26AABC-D60C-9340-A21F-E5435E4E007A}"/>
              </a:ext>
            </a:extLst>
          </p:cNvPr>
          <p:cNvSpPr/>
          <p:nvPr/>
        </p:nvSpPr>
        <p:spPr>
          <a:xfrm>
            <a:off x="6147119"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71889 w 361670"/>
              <a:gd name="connsiteY5" fmla="*/ 87461 h 361333"/>
              <a:gd name="connsiteX6" fmla="*/ 180835 w 361670"/>
              <a:gd name="connsiteY6" fmla="*/ 87461 h 361333"/>
              <a:gd name="connsiteX7" fmla="*/ 187225 w 361670"/>
              <a:gd name="connsiteY7" fmla="*/ 93845 h 361333"/>
              <a:gd name="connsiteX8" fmla="*/ 180835 w 361670"/>
              <a:gd name="connsiteY8" fmla="*/ 100229 h 361333"/>
              <a:gd name="connsiteX9" fmla="*/ 171889 w 361670"/>
              <a:gd name="connsiteY9" fmla="*/ 100229 h 361333"/>
              <a:gd name="connsiteX10" fmla="*/ 165500 w 361670"/>
              <a:gd name="connsiteY10" fmla="*/ 93845 h 361333"/>
              <a:gd name="connsiteX11" fmla="*/ 171889 w 361670"/>
              <a:gd name="connsiteY11" fmla="*/ 87461 h 361333"/>
              <a:gd name="connsiteX12" fmla="*/ 171889 w 361670"/>
              <a:gd name="connsiteY12" fmla="*/ 121934 h 361333"/>
              <a:gd name="connsiteX13" fmla="*/ 198088 w 361670"/>
              <a:gd name="connsiteY13" fmla="*/ 121934 h 361333"/>
              <a:gd name="connsiteX14" fmla="*/ 204478 w 361670"/>
              <a:gd name="connsiteY14" fmla="*/ 128318 h 361333"/>
              <a:gd name="connsiteX15" fmla="*/ 198088 w 361670"/>
              <a:gd name="connsiteY15" fmla="*/ 134702 h 361333"/>
              <a:gd name="connsiteX16" fmla="*/ 171889 w 361670"/>
              <a:gd name="connsiteY16" fmla="*/ 134702 h 361333"/>
              <a:gd name="connsiteX17" fmla="*/ 165500 w 361670"/>
              <a:gd name="connsiteY17" fmla="*/ 128318 h 361333"/>
              <a:gd name="connsiteX18" fmla="*/ 171889 w 361670"/>
              <a:gd name="connsiteY18" fmla="*/ 121934 h 361333"/>
              <a:gd name="connsiteX19" fmla="*/ 171889 w 361670"/>
              <a:gd name="connsiteY19" fmla="*/ 157046 h 361333"/>
              <a:gd name="connsiteX20" fmla="*/ 215341 w 361670"/>
              <a:gd name="connsiteY20" fmla="*/ 157046 h 361333"/>
              <a:gd name="connsiteX21" fmla="*/ 221731 w 361670"/>
              <a:gd name="connsiteY21" fmla="*/ 163430 h 361333"/>
              <a:gd name="connsiteX22" fmla="*/ 215341 w 361670"/>
              <a:gd name="connsiteY22" fmla="*/ 169814 h 361333"/>
              <a:gd name="connsiteX23" fmla="*/ 171889 w 361670"/>
              <a:gd name="connsiteY23" fmla="*/ 169814 h 361333"/>
              <a:gd name="connsiteX24" fmla="*/ 165500 w 361670"/>
              <a:gd name="connsiteY24" fmla="*/ 163430 h 361333"/>
              <a:gd name="connsiteX25" fmla="*/ 171889 w 361670"/>
              <a:gd name="connsiteY25" fmla="*/ 157046 h 361333"/>
              <a:gd name="connsiteX26" fmla="*/ 171889 w 361670"/>
              <a:gd name="connsiteY26" fmla="*/ 191519 h 361333"/>
              <a:gd name="connsiteX27" fmla="*/ 232594 w 361670"/>
              <a:gd name="connsiteY27" fmla="*/ 191519 h 361333"/>
              <a:gd name="connsiteX28" fmla="*/ 238984 w 361670"/>
              <a:gd name="connsiteY28" fmla="*/ 197903 h 361333"/>
              <a:gd name="connsiteX29" fmla="*/ 232594 w 361670"/>
              <a:gd name="connsiteY29" fmla="*/ 204287 h 361333"/>
              <a:gd name="connsiteX30" fmla="*/ 171889 w 361670"/>
              <a:gd name="connsiteY30" fmla="*/ 204287 h 361333"/>
              <a:gd name="connsiteX31" fmla="*/ 165500 w 361670"/>
              <a:gd name="connsiteY31" fmla="*/ 197903 h 361333"/>
              <a:gd name="connsiteX32" fmla="*/ 171889 w 361670"/>
              <a:gd name="connsiteY32" fmla="*/ 191519 h 361333"/>
              <a:gd name="connsiteX33" fmla="*/ 171889 w 361670"/>
              <a:gd name="connsiteY33" fmla="*/ 226631 h 361333"/>
              <a:gd name="connsiteX34" fmla="*/ 250486 w 361670"/>
              <a:gd name="connsiteY34" fmla="*/ 226631 h 361333"/>
              <a:gd name="connsiteX35" fmla="*/ 256876 w 361670"/>
              <a:gd name="connsiteY35" fmla="*/ 233015 h 361333"/>
              <a:gd name="connsiteX36" fmla="*/ 250486 w 361670"/>
              <a:gd name="connsiteY36" fmla="*/ 239399 h 361333"/>
              <a:gd name="connsiteX37" fmla="*/ 171889 w 361670"/>
              <a:gd name="connsiteY37" fmla="*/ 239399 h 361333"/>
              <a:gd name="connsiteX38" fmla="*/ 165500 w 361670"/>
              <a:gd name="connsiteY38" fmla="*/ 233015 h 361333"/>
              <a:gd name="connsiteX39" fmla="*/ 171889 w 361670"/>
              <a:gd name="connsiteY39" fmla="*/ 226631 h 361333"/>
              <a:gd name="connsiteX40" fmla="*/ 146969 w 361670"/>
              <a:gd name="connsiteY40" fmla="*/ 249614 h 361333"/>
              <a:gd name="connsiteX41" fmla="*/ 124604 w 361670"/>
              <a:gd name="connsiteY41" fmla="*/ 271958 h 361333"/>
              <a:gd name="connsiteX42" fmla="*/ 122687 w 361670"/>
              <a:gd name="connsiteY42" fmla="*/ 273234 h 361333"/>
              <a:gd name="connsiteX43" fmla="*/ 120131 w 361670"/>
              <a:gd name="connsiteY43" fmla="*/ 273873 h 361333"/>
              <a:gd name="connsiteX44" fmla="*/ 117575 w 361670"/>
              <a:gd name="connsiteY44" fmla="*/ 273234 h 361333"/>
              <a:gd name="connsiteX45" fmla="*/ 115658 w 361670"/>
              <a:gd name="connsiteY45" fmla="*/ 271958 h 361333"/>
              <a:gd name="connsiteX46" fmla="*/ 93293 w 361670"/>
              <a:gd name="connsiteY46" fmla="*/ 249614 h 361333"/>
              <a:gd name="connsiteX47" fmla="*/ 93293 w 361670"/>
              <a:gd name="connsiteY47" fmla="*/ 240676 h 361333"/>
              <a:gd name="connsiteX48" fmla="*/ 102239 w 361670"/>
              <a:gd name="connsiteY48" fmla="*/ 240676 h 361333"/>
              <a:gd name="connsiteX49" fmla="*/ 113741 w 361670"/>
              <a:gd name="connsiteY49" fmla="*/ 252167 h 361333"/>
              <a:gd name="connsiteX50" fmla="*/ 113741 w 361670"/>
              <a:gd name="connsiteY50" fmla="*/ 93845 h 361333"/>
              <a:gd name="connsiteX51" fmla="*/ 120131 w 361670"/>
              <a:gd name="connsiteY51" fmla="*/ 87461 h 361333"/>
              <a:gd name="connsiteX52" fmla="*/ 126521 w 361670"/>
              <a:gd name="connsiteY52" fmla="*/ 93845 h 361333"/>
              <a:gd name="connsiteX53" fmla="*/ 126521 w 361670"/>
              <a:gd name="connsiteY53" fmla="*/ 252167 h 361333"/>
              <a:gd name="connsiteX54" fmla="*/ 138022 w 361670"/>
              <a:gd name="connsiteY54" fmla="*/ 240676 h 361333"/>
              <a:gd name="connsiteX55" fmla="*/ 146969 w 361670"/>
              <a:gd name="connsiteY55" fmla="*/ 240676 h 361333"/>
              <a:gd name="connsiteX56" fmla="*/ 146969 w 361670"/>
              <a:gd name="connsiteY56" fmla="*/ 249614 h 361333"/>
              <a:gd name="connsiteX57" fmla="*/ 263904 w 361670"/>
              <a:gd name="connsiteY57" fmla="*/ 273873 h 361333"/>
              <a:gd name="connsiteX58" fmla="*/ 172528 w 361670"/>
              <a:gd name="connsiteY58" fmla="*/ 273873 h 361333"/>
              <a:gd name="connsiteX59" fmla="*/ 166138 w 361670"/>
              <a:gd name="connsiteY59" fmla="*/ 267489 h 361333"/>
              <a:gd name="connsiteX60" fmla="*/ 172528 w 361670"/>
              <a:gd name="connsiteY60" fmla="*/ 261105 h 361333"/>
              <a:gd name="connsiteX61" fmla="*/ 263904 w 361670"/>
              <a:gd name="connsiteY61" fmla="*/ 261105 h 361333"/>
              <a:gd name="connsiteX62" fmla="*/ 270294 w 361670"/>
              <a:gd name="connsiteY62" fmla="*/ 267489 h 361333"/>
              <a:gd name="connsiteX63" fmla="*/ 263904 w 361670"/>
              <a:gd name="connsiteY63" fmla="*/ 27387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71889" y="87461"/>
                </a:moveTo>
                <a:lnTo>
                  <a:pt x="180835" y="87461"/>
                </a:lnTo>
                <a:cubicBezTo>
                  <a:pt x="184669" y="87461"/>
                  <a:pt x="187225" y="90014"/>
                  <a:pt x="187225" y="93845"/>
                </a:cubicBezTo>
                <a:cubicBezTo>
                  <a:pt x="187225" y="97675"/>
                  <a:pt x="184669" y="100229"/>
                  <a:pt x="180835" y="100229"/>
                </a:cubicBezTo>
                <a:lnTo>
                  <a:pt x="171889" y="100229"/>
                </a:lnTo>
                <a:cubicBezTo>
                  <a:pt x="168055" y="100229"/>
                  <a:pt x="165500" y="97675"/>
                  <a:pt x="165500" y="93845"/>
                </a:cubicBezTo>
                <a:cubicBezTo>
                  <a:pt x="165500" y="90014"/>
                  <a:pt x="168695" y="87461"/>
                  <a:pt x="171889" y="87461"/>
                </a:cubicBezTo>
                <a:close/>
                <a:moveTo>
                  <a:pt x="171889" y="121934"/>
                </a:moveTo>
                <a:lnTo>
                  <a:pt x="198088" y="121934"/>
                </a:lnTo>
                <a:cubicBezTo>
                  <a:pt x="201922" y="121934"/>
                  <a:pt x="204478" y="124488"/>
                  <a:pt x="204478" y="128318"/>
                </a:cubicBezTo>
                <a:cubicBezTo>
                  <a:pt x="204478" y="132148"/>
                  <a:pt x="201922" y="134702"/>
                  <a:pt x="198088" y="134702"/>
                </a:cubicBezTo>
                <a:lnTo>
                  <a:pt x="171889" y="134702"/>
                </a:lnTo>
                <a:cubicBezTo>
                  <a:pt x="168055" y="134702"/>
                  <a:pt x="165500" y="132148"/>
                  <a:pt x="165500" y="128318"/>
                </a:cubicBezTo>
                <a:cubicBezTo>
                  <a:pt x="165500" y="124488"/>
                  <a:pt x="168695" y="121934"/>
                  <a:pt x="171889" y="121934"/>
                </a:cubicBezTo>
                <a:close/>
                <a:moveTo>
                  <a:pt x="171889" y="157046"/>
                </a:moveTo>
                <a:lnTo>
                  <a:pt x="215341" y="157046"/>
                </a:lnTo>
                <a:cubicBezTo>
                  <a:pt x="219175" y="157046"/>
                  <a:pt x="221731" y="159600"/>
                  <a:pt x="221731" y="163430"/>
                </a:cubicBezTo>
                <a:cubicBezTo>
                  <a:pt x="221731" y="167260"/>
                  <a:pt x="219175" y="169814"/>
                  <a:pt x="215341" y="169814"/>
                </a:cubicBezTo>
                <a:lnTo>
                  <a:pt x="171889" y="169814"/>
                </a:lnTo>
                <a:cubicBezTo>
                  <a:pt x="168055" y="169814"/>
                  <a:pt x="165500" y="167260"/>
                  <a:pt x="165500" y="163430"/>
                </a:cubicBezTo>
                <a:cubicBezTo>
                  <a:pt x="165500" y="159600"/>
                  <a:pt x="168695" y="157046"/>
                  <a:pt x="171889" y="157046"/>
                </a:cubicBezTo>
                <a:close/>
                <a:moveTo>
                  <a:pt x="171889" y="191519"/>
                </a:moveTo>
                <a:lnTo>
                  <a:pt x="232594" y="191519"/>
                </a:lnTo>
                <a:cubicBezTo>
                  <a:pt x="236428" y="191519"/>
                  <a:pt x="238984" y="194073"/>
                  <a:pt x="238984" y="197903"/>
                </a:cubicBezTo>
                <a:cubicBezTo>
                  <a:pt x="238984" y="201734"/>
                  <a:pt x="236428" y="204287"/>
                  <a:pt x="232594" y="204287"/>
                </a:cubicBezTo>
                <a:lnTo>
                  <a:pt x="171889" y="204287"/>
                </a:lnTo>
                <a:cubicBezTo>
                  <a:pt x="168055" y="204287"/>
                  <a:pt x="165500" y="201734"/>
                  <a:pt x="165500" y="197903"/>
                </a:cubicBezTo>
                <a:cubicBezTo>
                  <a:pt x="165500" y="194073"/>
                  <a:pt x="168695" y="191519"/>
                  <a:pt x="171889" y="191519"/>
                </a:cubicBezTo>
                <a:close/>
                <a:moveTo>
                  <a:pt x="171889" y="226631"/>
                </a:moveTo>
                <a:lnTo>
                  <a:pt x="250486" y="226631"/>
                </a:lnTo>
                <a:cubicBezTo>
                  <a:pt x="254319" y="226631"/>
                  <a:pt x="256876" y="229185"/>
                  <a:pt x="256876" y="233015"/>
                </a:cubicBezTo>
                <a:cubicBezTo>
                  <a:pt x="256876" y="236846"/>
                  <a:pt x="254319" y="239399"/>
                  <a:pt x="250486" y="239399"/>
                </a:cubicBezTo>
                <a:lnTo>
                  <a:pt x="171889" y="239399"/>
                </a:lnTo>
                <a:cubicBezTo>
                  <a:pt x="168055" y="239399"/>
                  <a:pt x="165500" y="236846"/>
                  <a:pt x="165500" y="233015"/>
                </a:cubicBezTo>
                <a:cubicBezTo>
                  <a:pt x="165500" y="229185"/>
                  <a:pt x="168695" y="226631"/>
                  <a:pt x="171889" y="226631"/>
                </a:cubicBezTo>
                <a:close/>
                <a:moveTo>
                  <a:pt x="146969" y="249614"/>
                </a:moveTo>
                <a:lnTo>
                  <a:pt x="124604" y="271958"/>
                </a:lnTo>
                <a:cubicBezTo>
                  <a:pt x="123965" y="272596"/>
                  <a:pt x="123326" y="273234"/>
                  <a:pt x="122687" y="273234"/>
                </a:cubicBezTo>
                <a:cubicBezTo>
                  <a:pt x="122048" y="273873"/>
                  <a:pt x="120770" y="273873"/>
                  <a:pt x="120131" y="273873"/>
                </a:cubicBezTo>
                <a:cubicBezTo>
                  <a:pt x="119492" y="273873"/>
                  <a:pt x="118214" y="273873"/>
                  <a:pt x="117575" y="273234"/>
                </a:cubicBezTo>
                <a:cubicBezTo>
                  <a:pt x="116936" y="272596"/>
                  <a:pt x="116297" y="272596"/>
                  <a:pt x="115658" y="271958"/>
                </a:cubicBezTo>
                <a:lnTo>
                  <a:pt x="93293" y="249614"/>
                </a:lnTo>
                <a:cubicBezTo>
                  <a:pt x="90737" y="247060"/>
                  <a:pt x="90737" y="243230"/>
                  <a:pt x="93293" y="240676"/>
                </a:cubicBezTo>
                <a:cubicBezTo>
                  <a:pt x="95849" y="238123"/>
                  <a:pt x="99683" y="238123"/>
                  <a:pt x="102239" y="240676"/>
                </a:cubicBezTo>
                <a:lnTo>
                  <a:pt x="113741" y="252167"/>
                </a:lnTo>
                <a:lnTo>
                  <a:pt x="113741" y="93845"/>
                </a:lnTo>
                <a:cubicBezTo>
                  <a:pt x="113741" y="90014"/>
                  <a:pt x="116297" y="87461"/>
                  <a:pt x="120131" y="87461"/>
                </a:cubicBezTo>
                <a:cubicBezTo>
                  <a:pt x="123965" y="87461"/>
                  <a:pt x="126521" y="90014"/>
                  <a:pt x="126521" y="93845"/>
                </a:cubicBezTo>
                <a:lnTo>
                  <a:pt x="126521" y="252167"/>
                </a:lnTo>
                <a:lnTo>
                  <a:pt x="138022" y="240676"/>
                </a:lnTo>
                <a:cubicBezTo>
                  <a:pt x="140579" y="238123"/>
                  <a:pt x="144412" y="238123"/>
                  <a:pt x="146969" y="240676"/>
                </a:cubicBezTo>
                <a:cubicBezTo>
                  <a:pt x="149525" y="243230"/>
                  <a:pt x="149525" y="247060"/>
                  <a:pt x="146969" y="249614"/>
                </a:cubicBezTo>
                <a:close/>
                <a:moveTo>
                  <a:pt x="263904" y="273873"/>
                </a:moveTo>
                <a:lnTo>
                  <a:pt x="172528" y="273873"/>
                </a:lnTo>
                <a:cubicBezTo>
                  <a:pt x="168695" y="273873"/>
                  <a:pt x="166138" y="271319"/>
                  <a:pt x="166138" y="267489"/>
                </a:cubicBezTo>
                <a:cubicBezTo>
                  <a:pt x="166138" y="263659"/>
                  <a:pt x="168695" y="261105"/>
                  <a:pt x="172528" y="261105"/>
                </a:cubicBezTo>
                <a:lnTo>
                  <a:pt x="263904" y="261105"/>
                </a:lnTo>
                <a:cubicBezTo>
                  <a:pt x="267739" y="261105"/>
                  <a:pt x="270294" y="263659"/>
                  <a:pt x="270294" y="267489"/>
                </a:cubicBezTo>
                <a:cubicBezTo>
                  <a:pt x="270294" y="271319"/>
                  <a:pt x="267099" y="273873"/>
                  <a:pt x="263904" y="273873"/>
                </a:cubicBezTo>
                <a:close/>
              </a:path>
            </a:pathLst>
          </a:custGeom>
          <a:solidFill>
            <a:srgbClr val="00ABAB"/>
          </a:solidFill>
          <a:ln w="6390" cap="flat">
            <a:noFill/>
            <a:prstDash val="solid"/>
            <a:miter/>
          </a:ln>
        </p:spPr>
        <p:txBody>
          <a:bodyPr rtlCol="0" anchor="ctr"/>
          <a:lstStyle/>
          <a:p>
            <a:endParaRPr lang="en-US"/>
          </a:p>
        </p:txBody>
      </p:sp>
      <p:sp>
        <p:nvSpPr>
          <p:cNvPr id="881" name="Graphic 4">
            <a:extLst>
              <a:ext uri="{FF2B5EF4-FFF2-40B4-BE49-F238E27FC236}">
                <a16:creationId xmlns:a16="http://schemas.microsoft.com/office/drawing/2014/main" id="{C2E54336-B2B3-DE44-84BA-0CE108AF0298}"/>
              </a:ext>
            </a:extLst>
          </p:cNvPr>
          <p:cNvSpPr/>
          <p:nvPr/>
        </p:nvSpPr>
        <p:spPr>
          <a:xfrm>
            <a:off x="6147119"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46969 w 361670"/>
              <a:gd name="connsiteY5" fmla="*/ 250252 h 361333"/>
              <a:gd name="connsiteX6" fmla="*/ 124604 w 361670"/>
              <a:gd name="connsiteY6" fmla="*/ 272596 h 361333"/>
              <a:gd name="connsiteX7" fmla="*/ 122687 w 361670"/>
              <a:gd name="connsiteY7" fmla="*/ 273873 h 361333"/>
              <a:gd name="connsiteX8" fmla="*/ 120131 w 361670"/>
              <a:gd name="connsiteY8" fmla="*/ 274511 h 361333"/>
              <a:gd name="connsiteX9" fmla="*/ 117575 w 361670"/>
              <a:gd name="connsiteY9" fmla="*/ 273873 h 361333"/>
              <a:gd name="connsiteX10" fmla="*/ 115658 w 361670"/>
              <a:gd name="connsiteY10" fmla="*/ 272596 h 361333"/>
              <a:gd name="connsiteX11" fmla="*/ 93293 w 361670"/>
              <a:gd name="connsiteY11" fmla="*/ 250252 h 361333"/>
              <a:gd name="connsiteX12" fmla="*/ 93293 w 361670"/>
              <a:gd name="connsiteY12" fmla="*/ 241314 h 361333"/>
              <a:gd name="connsiteX13" fmla="*/ 102239 w 361670"/>
              <a:gd name="connsiteY13" fmla="*/ 241314 h 361333"/>
              <a:gd name="connsiteX14" fmla="*/ 113741 w 361670"/>
              <a:gd name="connsiteY14" fmla="*/ 252806 h 361333"/>
              <a:gd name="connsiteX15" fmla="*/ 113741 w 361670"/>
              <a:gd name="connsiteY15" fmla="*/ 94483 h 361333"/>
              <a:gd name="connsiteX16" fmla="*/ 120131 w 361670"/>
              <a:gd name="connsiteY16" fmla="*/ 88099 h 361333"/>
              <a:gd name="connsiteX17" fmla="*/ 126521 w 361670"/>
              <a:gd name="connsiteY17" fmla="*/ 94483 h 361333"/>
              <a:gd name="connsiteX18" fmla="*/ 126521 w 361670"/>
              <a:gd name="connsiteY18" fmla="*/ 252806 h 361333"/>
              <a:gd name="connsiteX19" fmla="*/ 138022 w 361670"/>
              <a:gd name="connsiteY19" fmla="*/ 241314 h 361333"/>
              <a:gd name="connsiteX20" fmla="*/ 146969 w 361670"/>
              <a:gd name="connsiteY20" fmla="*/ 241314 h 361333"/>
              <a:gd name="connsiteX21" fmla="*/ 146969 w 361670"/>
              <a:gd name="connsiteY21" fmla="*/ 250252 h 361333"/>
              <a:gd name="connsiteX22" fmla="*/ 180835 w 361670"/>
              <a:gd name="connsiteY22" fmla="*/ 274511 h 361333"/>
              <a:gd name="connsiteX23" fmla="*/ 171889 w 361670"/>
              <a:gd name="connsiteY23" fmla="*/ 274511 h 361333"/>
              <a:gd name="connsiteX24" fmla="*/ 165500 w 361670"/>
              <a:gd name="connsiteY24" fmla="*/ 268127 h 361333"/>
              <a:gd name="connsiteX25" fmla="*/ 171889 w 361670"/>
              <a:gd name="connsiteY25" fmla="*/ 261743 h 361333"/>
              <a:gd name="connsiteX26" fmla="*/ 180835 w 361670"/>
              <a:gd name="connsiteY26" fmla="*/ 261743 h 361333"/>
              <a:gd name="connsiteX27" fmla="*/ 187225 w 361670"/>
              <a:gd name="connsiteY27" fmla="*/ 268127 h 361333"/>
              <a:gd name="connsiteX28" fmla="*/ 180835 w 361670"/>
              <a:gd name="connsiteY28" fmla="*/ 274511 h 361333"/>
              <a:gd name="connsiteX29" fmla="*/ 198088 w 361670"/>
              <a:gd name="connsiteY29" fmla="*/ 240038 h 361333"/>
              <a:gd name="connsiteX30" fmla="*/ 171889 w 361670"/>
              <a:gd name="connsiteY30" fmla="*/ 240038 h 361333"/>
              <a:gd name="connsiteX31" fmla="*/ 165500 w 361670"/>
              <a:gd name="connsiteY31" fmla="*/ 233654 h 361333"/>
              <a:gd name="connsiteX32" fmla="*/ 171889 w 361670"/>
              <a:gd name="connsiteY32" fmla="*/ 227270 h 361333"/>
              <a:gd name="connsiteX33" fmla="*/ 198088 w 361670"/>
              <a:gd name="connsiteY33" fmla="*/ 227270 h 361333"/>
              <a:gd name="connsiteX34" fmla="*/ 204478 w 361670"/>
              <a:gd name="connsiteY34" fmla="*/ 233654 h 361333"/>
              <a:gd name="connsiteX35" fmla="*/ 198088 w 361670"/>
              <a:gd name="connsiteY35" fmla="*/ 240038 h 361333"/>
              <a:gd name="connsiteX36" fmla="*/ 215980 w 361670"/>
              <a:gd name="connsiteY36" fmla="*/ 204926 h 361333"/>
              <a:gd name="connsiteX37" fmla="*/ 172528 w 361670"/>
              <a:gd name="connsiteY37" fmla="*/ 204926 h 361333"/>
              <a:gd name="connsiteX38" fmla="*/ 166138 w 361670"/>
              <a:gd name="connsiteY38" fmla="*/ 198542 h 361333"/>
              <a:gd name="connsiteX39" fmla="*/ 172528 w 361670"/>
              <a:gd name="connsiteY39" fmla="*/ 192158 h 361333"/>
              <a:gd name="connsiteX40" fmla="*/ 215980 w 361670"/>
              <a:gd name="connsiteY40" fmla="*/ 192158 h 361333"/>
              <a:gd name="connsiteX41" fmla="*/ 222370 w 361670"/>
              <a:gd name="connsiteY41" fmla="*/ 198542 h 361333"/>
              <a:gd name="connsiteX42" fmla="*/ 215980 w 361670"/>
              <a:gd name="connsiteY42" fmla="*/ 204926 h 361333"/>
              <a:gd name="connsiteX43" fmla="*/ 233233 w 361670"/>
              <a:gd name="connsiteY43" fmla="*/ 170452 h 361333"/>
              <a:gd name="connsiteX44" fmla="*/ 172528 w 361670"/>
              <a:gd name="connsiteY44" fmla="*/ 170452 h 361333"/>
              <a:gd name="connsiteX45" fmla="*/ 166138 w 361670"/>
              <a:gd name="connsiteY45" fmla="*/ 164068 h 361333"/>
              <a:gd name="connsiteX46" fmla="*/ 172528 w 361670"/>
              <a:gd name="connsiteY46" fmla="*/ 157684 h 361333"/>
              <a:gd name="connsiteX47" fmla="*/ 233233 w 361670"/>
              <a:gd name="connsiteY47" fmla="*/ 157684 h 361333"/>
              <a:gd name="connsiteX48" fmla="*/ 239623 w 361670"/>
              <a:gd name="connsiteY48" fmla="*/ 164068 h 361333"/>
              <a:gd name="connsiteX49" fmla="*/ 233233 w 361670"/>
              <a:gd name="connsiteY49" fmla="*/ 170452 h 361333"/>
              <a:gd name="connsiteX50" fmla="*/ 250486 w 361670"/>
              <a:gd name="connsiteY50" fmla="*/ 135340 h 361333"/>
              <a:gd name="connsiteX51" fmla="*/ 171889 w 361670"/>
              <a:gd name="connsiteY51" fmla="*/ 135340 h 361333"/>
              <a:gd name="connsiteX52" fmla="*/ 165500 w 361670"/>
              <a:gd name="connsiteY52" fmla="*/ 128956 h 361333"/>
              <a:gd name="connsiteX53" fmla="*/ 171889 w 361670"/>
              <a:gd name="connsiteY53" fmla="*/ 122572 h 361333"/>
              <a:gd name="connsiteX54" fmla="*/ 250486 w 361670"/>
              <a:gd name="connsiteY54" fmla="*/ 122572 h 361333"/>
              <a:gd name="connsiteX55" fmla="*/ 256876 w 361670"/>
              <a:gd name="connsiteY55" fmla="*/ 128956 h 361333"/>
              <a:gd name="connsiteX56" fmla="*/ 250486 w 361670"/>
              <a:gd name="connsiteY56" fmla="*/ 135340 h 361333"/>
              <a:gd name="connsiteX57" fmla="*/ 263904 w 361670"/>
              <a:gd name="connsiteY57" fmla="*/ 100867 h 361333"/>
              <a:gd name="connsiteX58" fmla="*/ 172528 w 361670"/>
              <a:gd name="connsiteY58" fmla="*/ 100867 h 361333"/>
              <a:gd name="connsiteX59" fmla="*/ 166138 w 361670"/>
              <a:gd name="connsiteY59" fmla="*/ 94483 h 361333"/>
              <a:gd name="connsiteX60" fmla="*/ 172528 w 361670"/>
              <a:gd name="connsiteY60" fmla="*/ 88099 h 361333"/>
              <a:gd name="connsiteX61" fmla="*/ 263904 w 361670"/>
              <a:gd name="connsiteY61" fmla="*/ 88099 h 361333"/>
              <a:gd name="connsiteX62" fmla="*/ 270294 w 361670"/>
              <a:gd name="connsiteY62" fmla="*/ 94483 h 361333"/>
              <a:gd name="connsiteX63" fmla="*/ 263904 w 361670"/>
              <a:gd name="connsiteY63" fmla="*/ 10086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46969" y="250252"/>
                </a:moveTo>
                <a:lnTo>
                  <a:pt x="124604" y="272596"/>
                </a:lnTo>
                <a:cubicBezTo>
                  <a:pt x="123965" y="273234"/>
                  <a:pt x="123326" y="273873"/>
                  <a:pt x="122687" y="273873"/>
                </a:cubicBezTo>
                <a:cubicBezTo>
                  <a:pt x="122048" y="274511"/>
                  <a:pt x="120770" y="274511"/>
                  <a:pt x="120131" y="274511"/>
                </a:cubicBezTo>
                <a:cubicBezTo>
                  <a:pt x="119492" y="274511"/>
                  <a:pt x="118214" y="274511"/>
                  <a:pt x="117575" y="273873"/>
                </a:cubicBezTo>
                <a:cubicBezTo>
                  <a:pt x="116936" y="273234"/>
                  <a:pt x="116297" y="273234"/>
                  <a:pt x="115658" y="272596"/>
                </a:cubicBezTo>
                <a:lnTo>
                  <a:pt x="93293" y="250252"/>
                </a:lnTo>
                <a:cubicBezTo>
                  <a:pt x="90737" y="247698"/>
                  <a:pt x="90737" y="243868"/>
                  <a:pt x="93293" y="241314"/>
                </a:cubicBezTo>
                <a:cubicBezTo>
                  <a:pt x="95849" y="238761"/>
                  <a:pt x="99683" y="238761"/>
                  <a:pt x="102239" y="241314"/>
                </a:cubicBezTo>
                <a:lnTo>
                  <a:pt x="113741" y="252806"/>
                </a:lnTo>
                <a:lnTo>
                  <a:pt x="113741" y="94483"/>
                </a:lnTo>
                <a:cubicBezTo>
                  <a:pt x="113741" y="90653"/>
                  <a:pt x="116297" y="88099"/>
                  <a:pt x="120131" y="88099"/>
                </a:cubicBezTo>
                <a:cubicBezTo>
                  <a:pt x="123965" y="88099"/>
                  <a:pt x="126521" y="90653"/>
                  <a:pt x="126521" y="94483"/>
                </a:cubicBezTo>
                <a:lnTo>
                  <a:pt x="126521" y="252806"/>
                </a:lnTo>
                <a:lnTo>
                  <a:pt x="138022" y="241314"/>
                </a:lnTo>
                <a:cubicBezTo>
                  <a:pt x="140579" y="238761"/>
                  <a:pt x="144412" y="238761"/>
                  <a:pt x="146969" y="241314"/>
                </a:cubicBezTo>
                <a:cubicBezTo>
                  <a:pt x="149525" y="243868"/>
                  <a:pt x="149525" y="247698"/>
                  <a:pt x="146969" y="250252"/>
                </a:cubicBezTo>
                <a:close/>
                <a:moveTo>
                  <a:pt x="180835" y="274511"/>
                </a:moveTo>
                <a:lnTo>
                  <a:pt x="171889" y="274511"/>
                </a:lnTo>
                <a:cubicBezTo>
                  <a:pt x="168055" y="274511"/>
                  <a:pt x="165500" y="271958"/>
                  <a:pt x="165500" y="268127"/>
                </a:cubicBezTo>
                <a:cubicBezTo>
                  <a:pt x="165500" y="264297"/>
                  <a:pt x="168055" y="261743"/>
                  <a:pt x="171889" y="261743"/>
                </a:cubicBezTo>
                <a:lnTo>
                  <a:pt x="180835" y="261743"/>
                </a:lnTo>
                <a:cubicBezTo>
                  <a:pt x="184669" y="261743"/>
                  <a:pt x="187225" y="264297"/>
                  <a:pt x="187225" y="268127"/>
                </a:cubicBezTo>
                <a:cubicBezTo>
                  <a:pt x="187225" y="271958"/>
                  <a:pt x="184669" y="274511"/>
                  <a:pt x="180835" y="274511"/>
                </a:cubicBezTo>
                <a:close/>
                <a:moveTo>
                  <a:pt x="198088" y="240038"/>
                </a:moveTo>
                <a:lnTo>
                  <a:pt x="171889" y="240038"/>
                </a:lnTo>
                <a:cubicBezTo>
                  <a:pt x="168055" y="240038"/>
                  <a:pt x="165500" y="237484"/>
                  <a:pt x="165500" y="233654"/>
                </a:cubicBezTo>
                <a:cubicBezTo>
                  <a:pt x="165500" y="229823"/>
                  <a:pt x="168055" y="227270"/>
                  <a:pt x="171889" y="227270"/>
                </a:cubicBezTo>
                <a:lnTo>
                  <a:pt x="198088" y="227270"/>
                </a:lnTo>
                <a:cubicBezTo>
                  <a:pt x="201922" y="227270"/>
                  <a:pt x="204478" y="229823"/>
                  <a:pt x="204478" y="233654"/>
                </a:cubicBezTo>
                <a:cubicBezTo>
                  <a:pt x="204478" y="236846"/>
                  <a:pt x="201922" y="240038"/>
                  <a:pt x="198088" y="240038"/>
                </a:cubicBezTo>
                <a:close/>
                <a:moveTo>
                  <a:pt x="215980" y="204926"/>
                </a:moveTo>
                <a:lnTo>
                  <a:pt x="172528" y="204926"/>
                </a:lnTo>
                <a:cubicBezTo>
                  <a:pt x="168695" y="204926"/>
                  <a:pt x="166138" y="202372"/>
                  <a:pt x="166138" y="198542"/>
                </a:cubicBezTo>
                <a:cubicBezTo>
                  <a:pt x="166138" y="194711"/>
                  <a:pt x="168695" y="192158"/>
                  <a:pt x="172528" y="192158"/>
                </a:cubicBezTo>
                <a:lnTo>
                  <a:pt x="215980" y="192158"/>
                </a:lnTo>
                <a:cubicBezTo>
                  <a:pt x="219814" y="192158"/>
                  <a:pt x="222370" y="194711"/>
                  <a:pt x="222370" y="198542"/>
                </a:cubicBezTo>
                <a:cubicBezTo>
                  <a:pt x="222370" y="202372"/>
                  <a:pt x="219175" y="204926"/>
                  <a:pt x="215980" y="204926"/>
                </a:cubicBezTo>
                <a:close/>
                <a:moveTo>
                  <a:pt x="233233" y="170452"/>
                </a:moveTo>
                <a:lnTo>
                  <a:pt x="172528" y="170452"/>
                </a:lnTo>
                <a:cubicBezTo>
                  <a:pt x="168695" y="170452"/>
                  <a:pt x="166138" y="167899"/>
                  <a:pt x="166138" y="164068"/>
                </a:cubicBezTo>
                <a:cubicBezTo>
                  <a:pt x="166138" y="160238"/>
                  <a:pt x="168695" y="157684"/>
                  <a:pt x="172528" y="157684"/>
                </a:cubicBezTo>
                <a:lnTo>
                  <a:pt x="233233" y="157684"/>
                </a:lnTo>
                <a:cubicBezTo>
                  <a:pt x="237067" y="157684"/>
                  <a:pt x="239623" y="160238"/>
                  <a:pt x="239623" y="164068"/>
                </a:cubicBezTo>
                <a:cubicBezTo>
                  <a:pt x="239623" y="167899"/>
                  <a:pt x="236428" y="170452"/>
                  <a:pt x="233233" y="170452"/>
                </a:cubicBezTo>
                <a:close/>
                <a:moveTo>
                  <a:pt x="250486" y="135340"/>
                </a:moveTo>
                <a:lnTo>
                  <a:pt x="171889" y="135340"/>
                </a:lnTo>
                <a:cubicBezTo>
                  <a:pt x="168055" y="135340"/>
                  <a:pt x="165500" y="132787"/>
                  <a:pt x="165500" y="128956"/>
                </a:cubicBezTo>
                <a:cubicBezTo>
                  <a:pt x="165500" y="125126"/>
                  <a:pt x="168055" y="122572"/>
                  <a:pt x="171889" y="122572"/>
                </a:cubicBezTo>
                <a:lnTo>
                  <a:pt x="250486" y="122572"/>
                </a:lnTo>
                <a:cubicBezTo>
                  <a:pt x="254319" y="122572"/>
                  <a:pt x="256876" y="125126"/>
                  <a:pt x="256876" y="128956"/>
                </a:cubicBezTo>
                <a:cubicBezTo>
                  <a:pt x="256876" y="132787"/>
                  <a:pt x="254319" y="135340"/>
                  <a:pt x="250486" y="135340"/>
                </a:cubicBezTo>
                <a:close/>
                <a:moveTo>
                  <a:pt x="263904" y="100867"/>
                </a:moveTo>
                <a:lnTo>
                  <a:pt x="172528" y="100867"/>
                </a:lnTo>
                <a:cubicBezTo>
                  <a:pt x="168695" y="100867"/>
                  <a:pt x="166138" y="98313"/>
                  <a:pt x="166138" y="94483"/>
                </a:cubicBezTo>
                <a:cubicBezTo>
                  <a:pt x="166138" y="90653"/>
                  <a:pt x="168695" y="88099"/>
                  <a:pt x="172528" y="88099"/>
                </a:cubicBezTo>
                <a:lnTo>
                  <a:pt x="263904" y="88099"/>
                </a:lnTo>
                <a:cubicBezTo>
                  <a:pt x="267739" y="88099"/>
                  <a:pt x="270294" y="90653"/>
                  <a:pt x="270294" y="94483"/>
                </a:cubicBezTo>
                <a:cubicBezTo>
                  <a:pt x="270294" y="98313"/>
                  <a:pt x="267099" y="100867"/>
                  <a:pt x="263904" y="100867"/>
                </a:cubicBezTo>
                <a:close/>
              </a:path>
            </a:pathLst>
          </a:custGeom>
          <a:solidFill>
            <a:srgbClr val="00ABAB"/>
          </a:solidFill>
          <a:ln w="6390" cap="flat">
            <a:noFill/>
            <a:prstDash val="solid"/>
            <a:miter/>
          </a:ln>
        </p:spPr>
        <p:txBody>
          <a:bodyPr rtlCol="0" anchor="ctr"/>
          <a:lstStyle/>
          <a:p>
            <a:endParaRPr lang="en-US"/>
          </a:p>
        </p:txBody>
      </p:sp>
      <p:grpSp>
        <p:nvGrpSpPr>
          <p:cNvPr id="882" name="Graphic 4">
            <a:extLst>
              <a:ext uri="{FF2B5EF4-FFF2-40B4-BE49-F238E27FC236}">
                <a16:creationId xmlns:a16="http://schemas.microsoft.com/office/drawing/2014/main" id="{2442D1B3-374A-774D-99F5-F37FD307A5BA}"/>
              </a:ext>
            </a:extLst>
          </p:cNvPr>
          <p:cNvGrpSpPr/>
          <p:nvPr/>
        </p:nvGrpSpPr>
        <p:grpSpPr>
          <a:xfrm>
            <a:off x="1515054" y="2371173"/>
            <a:ext cx="361670" cy="361333"/>
            <a:chOff x="1515054" y="2371173"/>
            <a:chExt cx="361670" cy="361333"/>
          </a:xfrm>
          <a:solidFill>
            <a:srgbClr val="004F59"/>
          </a:solidFill>
        </p:grpSpPr>
        <p:sp>
          <p:nvSpPr>
            <p:cNvPr id="883" name="Graphic 4">
              <a:extLst>
                <a:ext uri="{FF2B5EF4-FFF2-40B4-BE49-F238E27FC236}">
                  <a16:creationId xmlns:a16="http://schemas.microsoft.com/office/drawing/2014/main" id="{2CC02B33-C12E-1B42-A448-EEB0ADEEAE8C}"/>
                </a:ext>
              </a:extLst>
            </p:cNvPr>
            <p:cNvSpPr/>
            <p:nvPr/>
          </p:nvSpPr>
          <p:spPr>
            <a:xfrm>
              <a:off x="151505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04F59"/>
            </a:solidFill>
            <a:ln w="6390" cap="flat">
              <a:noFill/>
              <a:prstDash val="solid"/>
              <a:miter/>
            </a:ln>
          </p:spPr>
          <p:txBody>
            <a:bodyPr rtlCol="0" anchor="ctr"/>
            <a:lstStyle/>
            <a:p>
              <a:endParaRPr lang="en-US"/>
            </a:p>
          </p:txBody>
        </p:sp>
        <p:sp>
          <p:nvSpPr>
            <p:cNvPr id="884" name="Graphic 4">
              <a:extLst>
                <a:ext uri="{FF2B5EF4-FFF2-40B4-BE49-F238E27FC236}">
                  <a16:creationId xmlns:a16="http://schemas.microsoft.com/office/drawing/2014/main" id="{5C8B56EF-065C-5546-BC9F-97AA276B1F0B}"/>
                </a:ext>
              </a:extLst>
            </p:cNvPr>
            <p:cNvSpPr/>
            <p:nvPr/>
          </p:nvSpPr>
          <p:spPr>
            <a:xfrm>
              <a:off x="1613459" y="2469486"/>
              <a:ext cx="164860" cy="164706"/>
            </a:xfrm>
            <a:custGeom>
              <a:avLst/>
              <a:gdLst>
                <a:gd name="connsiteX0" fmla="*/ 162943 w 164860"/>
                <a:gd name="connsiteY0" fmla="*/ 1915 h 164706"/>
                <a:gd name="connsiteX1" fmla="*/ 153998 w 164860"/>
                <a:gd name="connsiteY1" fmla="*/ 1915 h 164706"/>
                <a:gd name="connsiteX2" fmla="*/ 82430 w 164860"/>
                <a:gd name="connsiteY2" fmla="*/ 73416 h 164706"/>
                <a:gd name="connsiteX3" fmla="*/ 10863 w 164860"/>
                <a:gd name="connsiteY3" fmla="*/ 1915 h 164706"/>
                <a:gd name="connsiteX4" fmla="*/ 1917 w 164860"/>
                <a:gd name="connsiteY4" fmla="*/ 1915 h 164706"/>
                <a:gd name="connsiteX5" fmla="*/ 1917 w 164860"/>
                <a:gd name="connsiteY5" fmla="*/ 10853 h 164706"/>
                <a:gd name="connsiteX6" fmla="*/ 73484 w 164860"/>
                <a:gd name="connsiteY6" fmla="*/ 82353 h 164706"/>
                <a:gd name="connsiteX7" fmla="*/ 1917 w 164860"/>
                <a:gd name="connsiteY7" fmla="*/ 153854 h 164706"/>
                <a:gd name="connsiteX8" fmla="*/ 1917 w 164860"/>
                <a:gd name="connsiteY8" fmla="*/ 162792 h 164706"/>
                <a:gd name="connsiteX9" fmla="*/ 6390 w 164860"/>
                <a:gd name="connsiteY9" fmla="*/ 164707 h 164706"/>
                <a:gd name="connsiteX10" fmla="*/ 10863 w 164860"/>
                <a:gd name="connsiteY10" fmla="*/ 162792 h 164706"/>
                <a:gd name="connsiteX11" fmla="*/ 82430 w 164860"/>
                <a:gd name="connsiteY11" fmla="*/ 91291 h 164706"/>
                <a:gd name="connsiteX12" fmla="*/ 153998 w 164860"/>
                <a:gd name="connsiteY12" fmla="*/ 162792 h 164706"/>
                <a:gd name="connsiteX13" fmla="*/ 158470 w 164860"/>
                <a:gd name="connsiteY13" fmla="*/ 164707 h 164706"/>
                <a:gd name="connsiteX14" fmla="*/ 162943 w 164860"/>
                <a:gd name="connsiteY14" fmla="*/ 162792 h 164706"/>
                <a:gd name="connsiteX15" fmla="*/ 162943 w 164860"/>
                <a:gd name="connsiteY15" fmla="*/ 153854 h 164706"/>
                <a:gd name="connsiteX16" fmla="*/ 91376 w 164860"/>
                <a:gd name="connsiteY16" fmla="*/ 82353 h 164706"/>
                <a:gd name="connsiteX17" fmla="*/ 162943 w 164860"/>
                <a:gd name="connsiteY17" fmla="*/ 10853 h 164706"/>
                <a:gd name="connsiteX18" fmla="*/ 162943 w 164860"/>
                <a:gd name="connsiteY18" fmla="*/ 1915 h 16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4860" h="164706">
                  <a:moveTo>
                    <a:pt x="162943" y="1915"/>
                  </a:moveTo>
                  <a:cubicBezTo>
                    <a:pt x="160387" y="-638"/>
                    <a:pt x="156553" y="-638"/>
                    <a:pt x="153998" y="1915"/>
                  </a:cubicBezTo>
                  <a:lnTo>
                    <a:pt x="82430" y="73416"/>
                  </a:lnTo>
                  <a:lnTo>
                    <a:pt x="10863" y="1915"/>
                  </a:lnTo>
                  <a:cubicBezTo>
                    <a:pt x="8307" y="-638"/>
                    <a:pt x="4473" y="-638"/>
                    <a:pt x="1917" y="1915"/>
                  </a:cubicBezTo>
                  <a:cubicBezTo>
                    <a:pt x="-639" y="4469"/>
                    <a:pt x="-639" y="8299"/>
                    <a:pt x="1917" y="10853"/>
                  </a:cubicBezTo>
                  <a:lnTo>
                    <a:pt x="73484" y="82353"/>
                  </a:lnTo>
                  <a:lnTo>
                    <a:pt x="1917" y="153854"/>
                  </a:lnTo>
                  <a:cubicBezTo>
                    <a:pt x="-639" y="156408"/>
                    <a:pt x="-639" y="160238"/>
                    <a:pt x="1917" y="162792"/>
                  </a:cubicBezTo>
                  <a:cubicBezTo>
                    <a:pt x="3195" y="164068"/>
                    <a:pt x="5112" y="164707"/>
                    <a:pt x="6390" y="164707"/>
                  </a:cubicBezTo>
                  <a:cubicBezTo>
                    <a:pt x="7668" y="164707"/>
                    <a:pt x="9585" y="164068"/>
                    <a:pt x="10863" y="162792"/>
                  </a:cubicBezTo>
                  <a:lnTo>
                    <a:pt x="82430" y="91291"/>
                  </a:lnTo>
                  <a:lnTo>
                    <a:pt x="153998" y="162792"/>
                  </a:lnTo>
                  <a:cubicBezTo>
                    <a:pt x="155275" y="164068"/>
                    <a:pt x="157193" y="164707"/>
                    <a:pt x="158470" y="164707"/>
                  </a:cubicBezTo>
                  <a:cubicBezTo>
                    <a:pt x="159748" y="164707"/>
                    <a:pt x="161665" y="164068"/>
                    <a:pt x="162943" y="162792"/>
                  </a:cubicBezTo>
                  <a:cubicBezTo>
                    <a:pt x="165499" y="160238"/>
                    <a:pt x="165499" y="156408"/>
                    <a:pt x="162943" y="153854"/>
                  </a:cubicBezTo>
                  <a:lnTo>
                    <a:pt x="91376" y="82353"/>
                  </a:lnTo>
                  <a:lnTo>
                    <a:pt x="162943" y="10853"/>
                  </a:lnTo>
                  <a:cubicBezTo>
                    <a:pt x="165499" y="8299"/>
                    <a:pt x="165499" y="4469"/>
                    <a:pt x="162943" y="1915"/>
                  </a:cubicBezTo>
                  <a:close/>
                </a:path>
              </a:pathLst>
            </a:custGeom>
            <a:solidFill>
              <a:srgbClr val="004F59"/>
            </a:solidFill>
            <a:ln w="6390" cap="flat">
              <a:noFill/>
              <a:prstDash val="solid"/>
              <a:miter/>
            </a:ln>
          </p:spPr>
          <p:txBody>
            <a:bodyPr rtlCol="0" anchor="ctr"/>
            <a:lstStyle/>
            <a:p>
              <a:endParaRPr lang="en-US"/>
            </a:p>
          </p:txBody>
        </p:sp>
      </p:grpSp>
      <p:grpSp>
        <p:nvGrpSpPr>
          <p:cNvPr id="885" name="Graphic 4">
            <a:extLst>
              <a:ext uri="{FF2B5EF4-FFF2-40B4-BE49-F238E27FC236}">
                <a16:creationId xmlns:a16="http://schemas.microsoft.com/office/drawing/2014/main" id="{5E831635-F887-F642-B3F7-DAC61CBB6FF7}"/>
              </a:ext>
            </a:extLst>
          </p:cNvPr>
          <p:cNvGrpSpPr/>
          <p:nvPr/>
        </p:nvGrpSpPr>
        <p:grpSpPr>
          <a:xfrm>
            <a:off x="1515054" y="2855717"/>
            <a:ext cx="361670" cy="361333"/>
            <a:chOff x="1515054" y="2855717"/>
            <a:chExt cx="361670" cy="361333"/>
          </a:xfrm>
          <a:solidFill>
            <a:srgbClr val="004F59"/>
          </a:solidFill>
        </p:grpSpPr>
        <p:sp>
          <p:nvSpPr>
            <p:cNvPr id="886" name="Graphic 4">
              <a:extLst>
                <a:ext uri="{FF2B5EF4-FFF2-40B4-BE49-F238E27FC236}">
                  <a16:creationId xmlns:a16="http://schemas.microsoft.com/office/drawing/2014/main" id="{CB9D8D3C-E1F3-0C4F-96ED-81C6372D6B77}"/>
                </a:ext>
              </a:extLst>
            </p:cNvPr>
            <p:cNvSpPr/>
            <p:nvPr/>
          </p:nvSpPr>
          <p:spPr>
            <a:xfrm>
              <a:off x="1515054"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1670" y="80438"/>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234"/>
                    <a:pt x="273489" y="349204"/>
                    <a:pt x="180835" y="349204"/>
                  </a:cubicBezTo>
                  <a:close/>
                </a:path>
              </a:pathLst>
            </a:custGeom>
            <a:solidFill>
              <a:srgbClr val="004F59"/>
            </a:solidFill>
            <a:ln w="6390" cap="flat">
              <a:noFill/>
              <a:prstDash val="solid"/>
              <a:miter/>
            </a:ln>
          </p:spPr>
          <p:txBody>
            <a:bodyPr rtlCol="0" anchor="ctr"/>
            <a:lstStyle/>
            <a:p>
              <a:endParaRPr lang="en-US"/>
            </a:p>
          </p:txBody>
        </p:sp>
        <p:sp>
          <p:nvSpPr>
            <p:cNvPr id="887" name="Graphic 4">
              <a:extLst>
                <a:ext uri="{FF2B5EF4-FFF2-40B4-BE49-F238E27FC236}">
                  <a16:creationId xmlns:a16="http://schemas.microsoft.com/office/drawing/2014/main" id="{21368301-01D0-984E-83D3-37F7181691D0}"/>
                </a:ext>
              </a:extLst>
            </p:cNvPr>
            <p:cNvSpPr/>
            <p:nvPr/>
          </p:nvSpPr>
          <p:spPr>
            <a:xfrm>
              <a:off x="1676719" y="2953392"/>
              <a:ext cx="38339" cy="38303"/>
            </a:xfrm>
            <a:custGeom>
              <a:avLst/>
              <a:gdLst>
                <a:gd name="connsiteX0" fmla="*/ 19170 w 38339"/>
                <a:gd name="connsiteY0" fmla="*/ 38304 h 38303"/>
                <a:gd name="connsiteX1" fmla="*/ 38340 w 38339"/>
                <a:gd name="connsiteY1" fmla="*/ 19152 h 38303"/>
                <a:gd name="connsiteX2" fmla="*/ 19170 w 38339"/>
                <a:gd name="connsiteY2" fmla="*/ 0 h 38303"/>
                <a:gd name="connsiteX3" fmla="*/ 0 w 38339"/>
                <a:gd name="connsiteY3" fmla="*/ 19152 h 38303"/>
                <a:gd name="connsiteX4" fmla="*/ 19170 w 38339"/>
                <a:gd name="connsiteY4" fmla="*/ 38304 h 38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39" h="38303">
                  <a:moveTo>
                    <a:pt x="19170" y="38304"/>
                  </a:moveTo>
                  <a:cubicBezTo>
                    <a:pt x="30033" y="38304"/>
                    <a:pt x="38340" y="30005"/>
                    <a:pt x="38340" y="19152"/>
                  </a:cubicBezTo>
                  <a:cubicBezTo>
                    <a:pt x="38340" y="8299"/>
                    <a:pt x="30033" y="0"/>
                    <a:pt x="19170" y="0"/>
                  </a:cubicBezTo>
                  <a:cubicBezTo>
                    <a:pt x="8307" y="0"/>
                    <a:pt x="0" y="8299"/>
                    <a:pt x="0" y="19152"/>
                  </a:cubicBezTo>
                  <a:cubicBezTo>
                    <a:pt x="0" y="30005"/>
                    <a:pt x="8307" y="38304"/>
                    <a:pt x="19170" y="38304"/>
                  </a:cubicBezTo>
                  <a:close/>
                </a:path>
              </a:pathLst>
            </a:custGeom>
            <a:solidFill>
              <a:srgbClr val="004F59"/>
            </a:solidFill>
            <a:ln w="6390" cap="flat">
              <a:noFill/>
              <a:prstDash val="solid"/>
              <a:miter/>
            </a:ln>
          </p:spPr>
          <p:txBody>
            <a:bodyPr rtlCol="0" anchor="ctr"/>
            <a:lstStyle/>
            <a:p>
              <a:endParaRPr lang="en-US"/>
            </a:p>
          </p:txBody>
        </p:sp>
        <p:sp>
          <p:nvSpPr>
            <p:cNvPr id="888" name="Graphic 4">
              <a:extLst>
                <a:ext uri="{FF2B5EF4-FFF2-40B4-BE49-F238E27FC236}">
                  <a16:creationId xmlns:a16="http://schemas.microsoft.com/office/drawing/2014/main" id="{783FA70E-2995-044C-8980-F15DA1324F81}"/>
                </a:ext>
              </a:extLst>
            </p:cNvPr>
            <p:cNvSpPr/>
            <p:nvPr/>
          </p:nvSpPr>
          <p:spPr>
            <a:xfrm>
              <a:off x="1676719" y="3081072"/>
              <a:ext cx="38339" cy="38303"/>
            </a:xfrm>
            <a:custGeom>
              <a:avLst/>
              <a:gdLst>
                <a:gd name="connsiteX0" fmla="*/ 19170 w 38339"/>
                <a:gd name="connsiteY0" fmla="*/ 0 h 38303"/>
                <a:gd name="connsiteX1" fmla="*/ 0 w 38339"/>
                <a:gd name="connsiteY1" fmla="*/ 19152 h 38303"/>
                <a:gd name="connsiteX2" fmla="*/ 19170 w 38339"/>
                <a:gd name="connsiteY2" fmla="*/ 38304 h 38303"/>
                <a:gd name="connsiteX3" fmla="*/ 38340 w 38339"/>
                <a:gd name="connsiteY3" fmla="*/ 19152 h 38303"/>
                <a:gd name="connsiteX4" fmla="*/ 19170 w 38339"/>
                <a:gd name="connsiteY4" fmla="*/ 0 h 38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39" h="38303">
                  <a:moveTo>
                    <a:pt x="19170" y="0"/>
                  </a:moveTo>
                  <a:cubicBezTo>
                    <a:pt x="8307" y="0"/>
                    <a:pt x="0" y="8299"/>
                    <a:pt x="0" y="19152"/>
                  </a:cubicBezTo>
                  <a:cubicBezTo>
                    <a:pt x="0" y="30005"/>
                    <a:pt x="8307" y="38304"/>
                    <a:pt x="19170" y="38304"/>
                  </a:cubicBezTo>
                  <a:cubicBezTo>
                    <a:pt x="30033" y="38304"/>
                    <a:pt x="38340" y="30005"/>
                    <a:pt x="38340" y="19152"/>
                  </a:cubicBezTo>
                  <a:cubicBezTo>
                    <a:pt x="38340" y="8299"/>
                    <a:pt x="29394" y="0"/>
                    <a:pt x="19170" y="0"/>
                  </a:cubicBezTo>
                  <a:close/>
                </a:path>
              </a:pathLst>
            </a:custGeom>
            <a:solidFill>
              <a:srgbClr val="004F59"/>
            </a:solidFill>
            <a:ln w="6390" cap="flat">
              <a:noFill/>
              <a:prstDash val="solid"/>
              <a:miter/>
            </a:ln>
          </p:spPr>
          <p:txBody>
            <a:bodyPr rtlCol="0" anchor="ctr"/>
            <a:lstStyle/>
            <a:p>
              <a:endParaRPr lang="en-US"/>
            </a:p>
          </p:txBody>
        </p:sp>
        <p:sp>
          <p:nvSpPr>
            <p:cNvPr id="889" name="Graphic 4">
              <a:extLst>
                <a:ext uri="{FF2B5EF4-FFF2-40B4-BE49-F238E27FC236}">
                  <a16:creationId xmlns:a16="http://schemas.microsoft.com/office/drawing/2014/main" id="{4ADFE6DD-FCF4-5B48-AF81-3849F50EEF56}"/>
                </a:ext>
              </a:extLst>
            </p:cNvPr>
            <p:cNvSpPr/>
            <p:nvPr/>
          </p:nvSpPr>
          <p:spPr>
            <a:xfrm>
              <a:off x="1577036" y="3030000"/>
              <a:ext cx="237066" cy="12767"/>
            </a:xfrm>
            <a:custGeom>
              <a:avLst/>
              <a:gdLst>
                <a:gd name="connsiteX0" fmla="*/ 230677 w 237066"/>
                <a:gd name="connsiteY0" fmla="*/ 0 h 12767"/>
                <a:gd name="connsiteX1" fmla="*/ 6390 w 237066"/>
                <a:gd name="connsiteY1" fmla="*/ 0 h 12767"/>
                <a:gd name="connsiteX2" fmla="*/ 0 w 237066"/>
                <a:gd name="connsiteY2" fmla="*/ 6384 h 12767"/>
                <a:gd name="connsiteX3" fmla="*/ 6390 w 237066"/>
                <a:gd name="connsiteY3" fmla="*/ 12768 h 12767"/>
                <a:gd name="connsiteX4" fmla="*/ 230677 w 237066"/>
                <a:gd name="connsiteY4" fmla="*/ 12768 h 12767"/>
                <a:gd name="connsiteX5" fmla="*/ 237067 w 237066"/>
                <a:gd name="connsiteY5" fmla="*/ 6384 h 12767"/>
                <a:gd name="connsiteX6" fmla="*/ 230677 w 237066"/>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066" h="12767">
                  <a:moveTo>
                    <a:pt x="230677" y="0"/>
                  </a:moveTo>
                  <a:lnTo>
                    <a:pt x="6390" y="0"/>
                  </a:lnTo>
                  <a:cubicBezTo>
                    <a:pt x="2556" y="0"/>
                    <a:pt x="0" y="2554"/>
                    <a:pt x="0" y="6384"/>
                  </a:cubicBezTo>
                  <a:cubicBezTo>
                    <a:pt x="0" y="10214"/>
                    <a:pt x="2556" y="12768"/>
                    <a:pt x="6390" y="12768"/>
                  </a:cubicBezTo>
                  <a:lnTo>
                    <a:pt x="230677" y="12768"/>
                  </a:lnTo>
                  <a:cubicBezTo>
                    <a:pt x="234511" y="12768"/>
                    <a:pt x="237067" y="10214"/>
                    <a:pt x="237067" y="6384"/>
                  </a:cubicBezTo>
                  <a:cubicBezTo>
                    <a:pt x="237067" y="2554"/>
                    <a:pt x="234511" y="0"/>
                    <a:pt x="230677" y="0"/>
                  </a:cubicBezTo>
                  <a:close/>
                </a:path>
              </a:pathLst>
            </a:custGeom>
            <a:solidFill>
              <a:srgbClr val="004F59"/>
            </a:solidFill>
            <a:ln w="6390" cap="flat">
              <a:noFill/>
              <a:prstDash val="solid"/>
              <a:miter/>
            </a:ln>
          </p:spPr>
          <p:txBody>
            <a:bodyPr rtlCol="0" anchor="ctr"/>
            <a:lstStyle/>
            <a:p>
              <a:endParaRPr lang="en-US"/>
            </a:p>
          </p:txBody>
        </p:sp>
      </p:grpSp>
      <p:grpSp>
        <p:nvGrpSpPr>
          <p:cNvPr id="890" name="Graphic 4">
            <a:extLst>
              <a:ext uri="{FF2B5EF4-FFF2-40B4-BE49-F238E27FC236}">
                <a16:creationId xmlns:a16="http://schemas.microsoft.com/office/drawing/2014/main" id="{1EDF064F-199E-9741-93FA-4A9D4DAD91FC}"/>
              </a:ext>
            </a:extLst>
          </p:cNvPr>
          <p:cNvGrpSpPr/>
          <p:nvPr/>
        </p:nvGrpSpPr>
        <p:grpSpPr>
          <a:xfrm>
            <a:off x="1515054" y="1893013"/>
            <a:ext cx="361670" cy="361333"/>
            <a:chOff x="1515054" y="1893013"/>
            <a:chExt cx="361670" cy="361333"/>
          </a:xfrm>
          <a:solidFill>
            <a:srgbClr val="004F59"/>
          </a:solidFill>
        </p:grpSpPr>
        <p:sp>
          <p:nvSpPr>
            <p:cNvPr id="891" name="Graphic 4">
              <a:extLst>
                <a:ext uri="{FF2B5EF4-FFF2-40B4-BE49-F238E27FC236}">
                  <a16:creationId xmlns:a16="http://schemas.microsoft.com/office/drawing/2014/main" id="{3525324D-4660-2141-9E7F-FCCBC4E788AA}"/>
                </a:ext>
              </a:extLst>
            </p:cNvPr>
            <p:cNvSpPr/>
            <p:nvPr/>
          </p:nvSpPr>
          <p:spPr>
            <a:xfrm>
              <a:off x="1515054"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4F59"/>
            </a:solidFill>
            <a:ln w="6390" cap="flat">
              <a:noFill/>
              <a:prstDash val="solid"/>
              <a:miter/>
            </a:ln>
          </p:spPr>
          <p:txBody>
            <a:bodyPr rtlCol="0" anchor="ctr"/>
            <a:lstStyle/>
            <a:p>
              <a:endParaRPr lang="en-US"/>
            </a:p>
          </p:txBody>
        </p:sp>
        <p:sp>
          <p:nvSpPr>
            <p:cNvPr id="892" name="Graphic 4">
              <a:extLst>
                <a:ext uri="{FF2B5EF4-FFF2-40B4-BE49-F238E27FC236}">
                  <a16:creationId xmlns:a16="http://schemas.microsoft.com/office/drawing/2014/main" id="{D7D564C9-3187-FE41-AC0A-21FC3F47F3C3}"/>
                </a:ext>
              </a:extLst>
            </p:cNvPr>
            <p:cNvSpPr/>
            <p:nvPr/>
          </p:nvSpPr>
          <p:spPr>
            <a:xfrm>
              <a:off x="1589816" y="2067296"/>
              <a:ext cx="212145" cy="12767"/>
            </a:xfrm>
            <a:custGeom>
              <a:avLst/>
              <a:gdLst>
                <a:gd name="connsiteX0" fmla="*/ 205756 w 212145"/>
                <a:gd name="connsiteY0" fmla="*/ 0 h 12767"/>
                <a:gd name="connsiteX1" fmla="*/ 6390 w 212145"/>
                <a:gd name="connsiteY1" fmla="*/ 0 h 12767"/>
                <a:gd name="connsiteX2" fmla="*/ 0 w 212145"/>
                <a:gd name="connsiteY2" fmla="*/ 6384 h 12767"/>
                <a:gd name="connsiteX3" fmla="*/ 6390 w 212145"/>
                <a:gd name="connsiteY3" fmla="*/ 12768 h 12767"/>
                <a:gd name="connsiteX4" fmla="*/ 205756 w 212145"/>
                <a:gd name="connsiteY4" fmla="*/ 12768 h 12767"/>
                <a:gd name="connsiteX5" fmla="*/ 212146 w 212145"/>
                <a:gd name="connsiteY5" fmla="*/ 6384 h 12767"/>
                <a:gd name="connsiteX6" fmla="*/ 205756 w 212145"/>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145" h="12767">
                  <a:moveTo>
                    <a:pt x="205756" y="0"/>
                  </a:moveTo>
                  <a:lnTo>
                    <a:pt x="6390" y="0"/>
                  </a:lnTo>
                  <a:cubicBezTo>
                    <a:pt x="2556" y="0"/>
                    <a:pt x="0" y="2554"/>
                    <a:pt x="0" y="6384"/>
                  </a:cubicBezTo>
                  <a:cubicBezTo>
                    <a:pt x="0" y="10214"/>
                    <a:pt x="2556" y="12768"/>
                    <a:pt x="6390" y="12768"/>
                  </a:cubicBezTo>
                  <a:lnTo>
                    <a:pt x="205756" y="12768"/>
                  </a:lnTo>
                  <a:cubicBezTo>
                    <a:pt x="209590" y="12768"/>
                    <a:pt x="212146" y="10214"/>
                    <a:pt x="212146" y="6384"/>
                  </a:cubicBezTo>
                  <a:cubicBezTo>
                    <a:pt x="212146" y="2554"/>
                    <a:pt x="208951" y="0"/>
                    <a:pt x="205756" y="0"/>
                  </a:cubicBezTo>
                  <a:close/>
                </a:path>
              </a:pathLst>
            </a:custGeom>
            <a:solidFill>
              <a:srgbClr val="004F59"/>
            </a:solidFill>
            <a:ln w="6390" cap="flat">
              <a:noFill/>
              <a:prstDash val="solid"/>
              <a:miter/>
            </a:ln>
          </p:spPr>
          <p:txBody>
            <a:bodyPr rtlCol="0" anchor="ctr"/>
            <a:lstStyle/>
            <a:p>
              <a:endParaRPr lang="en-US"/>
            </a:p>
          </p:txBody>
        </p:sp>
      </p:grpSp>
      <p:grpSp>
        <p:nvGrpSpPr>
          <p:cNvPr id="893" name="Graphic 4">
            <a:extLst>
              <a:ext uri="{FF2B5EF4-FFF2-40B4-BE49-F238E27FC236}">
                <a16:creationId xmlns:a16="http://schemas.microsoft.com/office/drawing/2014/main" id="{20420112-2B8B-AB41-9A0A-6D3CEBE3955E}"/>
              </a:ext>
            </a:extLst>
          </p:cNvPr>
          <p:cNvGrpSpPr/>
          <p:nvPr/>
        </p:nvGrpSpPr>
        <p:grpSpPr>
          <a:xfrm>
            <a:off x="1515054" y="1402085"/>
            <a:ext cx="361670" cy="361333"/>
            <a:chOff x="1515054" y="1402085"/>
            <a:chExt cx="361670" cy="361333"/>
          </a:xfrm>
          <a:solidFill>
            <a:srgbClr val="004F59"/>
          </a:solidFill>
        </p:grpSpPr>
        <p:sp>
          <p:nvSpPr>
            <p:cNvPr id="894" name="Graphic 4">
              <a:extLst>
                <a:ext uri="{FF2B5EF4-FFF2-40B4-BE49-F238E27FC236}">
                  <a16:creationId xmlns:a16="http://schemas.microsoft.com/office/drawing/2014/main" id="{9BCB2B1A-83DF-894B-AE23-FCA4FD8B743B}"/>
                </a:ext>
              </a:extLst>
            </p:cNvPr>
            <p:cNvSpPr/>
            <p:nvPr/>
          </p:nvSpPr>
          <p:spPr>
            <a:xfrm>
              <a:off x="1515054"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4F59"/>
            </a:solidFill>
            <a:ln w="6390" cap="flat">
              <a:noFill/>
              <a:prstDash val="solid"/>
              <a:miter/>
            </a:ln>
          </p:spPr>
          <p:txBody>
            <a:bodyPr rtlCol="0" anchor="ctr"/>
            <a:lstStyle/>
            <a:p>
              <a:endParaRPr lang="en-US"/>
            </a:p>
          </p:txBody>
        </p:sp>
        <p:sp>
          <p:nvSpPr>
            <p:cNvPr id="895" name="Graphic 4">
              <a:extLst>
                <a:ext uri="{FF2B5EF4-FFF2-40B4-BE49-F238E27FC236}">
                  <a16:creationId xmlns:a16="http://schemas.microsoft.com/office/drawing/2014/main" id="{622C684B-BB0F-7B4A-BB75-5C9D8DE79E6F}"/>
                </a:ext>
              </a:extLst>
            </p:cNvPr>
            <p:cNvSpPr/>
            <p:nvPr/>
          </p:nvSpPr>
          <p:spPr>
            <a:xfrm>
              <a:off x="1591094" y="1478692"/>
              <a:ext cx="209589" cy="209394"/>
            </a:xfrm>
            <a:custGeom>
              <a:avLst/>
              <a:gdLst>
                <a:gd name="connsiteX0" fmla="*/ 203200 w 209589"/>
                <a:gd name="connsiteY0" fmla="*/ 98313 h 209394"/>
                <a:gd name="connsiteX1" fmla="*/ 111185 w 209589"/>
                <a:gd name="connsiteY1" fmla="*/ 98313 h 209394"/>
                <a:gd name="connsiteX2" fmla="*/ 111185 w 209589"/>
                <a:gd name="connsiteY2" fmla="*/ 6384 h 209394"/>
                <a:gd name="connsiteX3" fmla="*/ 104795 w 209589"/>
                <a:gd name="connsiteY3" fmla="*/ 0 h 209394"/>
                <a:gd name="connsiteX4" fmla="*/ 98405 w 209589"/>
                <a:gd name="connsiteY4" fmla="*/ 6384 h 209394"/>
                <a:gd name="connsiteX5" fmla="*/ 98405 w 209589"/>
                <a:gd name="connsiteY5" fmla="*/ 98313 h 209394"/>
                <a:gd name="connsiteX6" fmla="*/ 6390 w 209589"/>
                <a:gd name="connsiteY6" fmla="*/ 98313 h 209394"/>
                <a:gd name="connsiteX7" fmla="*/ 0 w 209589"/>
                <a:gd name="connsiteY7" fmla="*/ 104697 h 209394"/>
                <a:gd name="connsiteX8" fmla="*/ 6390 w 209589"/>
                <a:gd name="connsiteY8" fmla="*/ 111081 h 209394"/>
                <a:gd name="connsiteX9" fmla="*/ 98405 w 209589"/>
                <a:gd name="connsiteY9" fmla="*/ 111081 h 209394"/>
                <a:gd name="connsiteX10" fmla="*/ 98405 w 209589"/>
                <a:gd name="connsiteY10" fmla="*/ 203011 h 209394"/>
                <a:gd name="connsiteX11" fmla="*/ 104795 w 209589"/>
                <a:gd name="connsiteY11" fmla="*/ 209395 h 209394"/>
                <a:gd name="connsiteX12" fmla="*/ 111185 w 209589"/>
                <a:gd name="connsiteY12" fmla="*/ 203011 h 209394"/>
                <a:gd name="connsiteX13" fmla="*/ 111185 w 209589"/>
                <a:gd name="connsiteY13" fmla="*/ 111081 h 209394"/>
                <a:gd name="connsiteX14" fmla="*/ 203200 w 209589"/>
                <a:gd name="connsiteY14" fmla="*/ 111081 h 209394"/>
                <a:gd name="connsiteX15" fmla="*/ 209590 w 209589"/>
                <a:gd name="connsiteY15" fmla="*/ 104697 h 209394"/>
                <a:gd name="connsiteX16" fmla="*/ 203200 w 209589"/>
                <a:gd name="connsiteY16" fmla="*/ 98313 h 20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9589" h="209394">
                  <a:moveTo>
                    <a:pt x="203200" y="98313"/>
                  </a:moveTo>
                  <a:lnTo>
                    <a:pt x="111185" y="98313"/>
                  </a:lnTo>
                  <a:lnTo>
                    <a:pt x="111185" y="6384"/>
                  </a:lnTo>
                  <a:cubicBezTo>
                    <a:pt x="111185" y="2554"/>
                    <a:pt x="108629" y="0"/>
                    <a:pt x="104795" y="0"/>
                  </a:cubicBezTo>
                  <a:cubicBezTo>
                    <a:pt x="100961" y="0"/>
                    <a:pt x="98405" y="2554"/>
                    <a:pt x="98405" y="6384"/>
                  </a:cubicBezTo>
                  <a:lnTo>
                    <a:pt x="98405" y="98313"/>
                  </a:lnTo>
                  <a:lnTo>
                    <a:pt x="6390" y="98313"/>
                  </a:lnTo>
                  <a:cubicBezTo>
                    <a:pt x="2556" y="98313"/>
                    <a:pt x="0" y="100867"/>
                    <a:pt x="0" y="104697"/>
                  </a:cubicBezTo>
                  <a:cubicBezTo>
                    <a:pt x="0" y="108528"/>
                    <a:pt x="2556" y="111081"/>
                    <a:pt x="6390" y="111081"/>
                  </a:cubicBezTo>
                  <a:lnTo>
                    <a:pt x="98405" y="111081"/>
                  </a:lnTo>
                  <a:lnTo>
                    <a:pt x="98405" y="203011"/>
                  </a:lnTo>
                  <a:cubicBezTo>
                    <a:pt x="98405" y="206841"/>
                    <a:pt x="100961" y="209395"/>
                    <a:pt x="104795" y="209395"/>
                  </a:cubicBezTo>
                  <a:cubicBezTo>
                    <a:pt x="108629" y="209395"/>
                    <a:pt x="111185" y="206841"/>
                    <a:pt x="111185" y="203011"/>
                  </a:cubicBezTo>
                  <a:lnTo>
                    <a:pt x="111185" y="111081"/>
                  </a:lnTo>
                  <a:lnTo>
                    <a:pt x="203200" y="111081"/>
                  </a:lnTo>
                  <a:cubicBezTo>
                    <a:pt x="207034" y="111081"/>
                    <a:pt x="209590" y="108528"/>
                    <a:pt x="209590" y="104697"/>
                  </a:cubicBezTo>
                  <a:cubicBezTo>
                    <a:pt x="209590" y="100867"/>
                    <a:pt x="207034" y="98313"/>
                    <a:pt x="203200" y="98313"/>
                  </a:cubicBezTo>
                  <a:close/>
                </a:path>
              </a:pathLst>
            </a:custGeom>
            <a:solidFill>
              <a:srgbClr val="004F59"/>
            </a:solidFill>
            <a:ln w="6390" cap="flat">
              <a:noFill/>
              <a:prstDash val="solid"/>
              <a:miter/>
            </a:ln>
          </p:spPr>
          <p:txBody>
            <a:bodyPr rtlCol="0" anchor="ctr"/>
            <a:lstStyle/>
            <a:p>
              <a:endParaRPr lang="en-US"/>
            </a:p>
          </p:txBody>
        </p:sp>
      </p:grpSp>
      <p:grpSp>
        <p:nvGrpSpPr>
          <p:cNvPr id="896" name="Graphic 4">
            <a:extLst>
              <a:ext uri="{FF2B5EF4-FFF2-40B4-BE49-F238E27FC236}">
                <a16:creationId xmlns:a16="http://schemas.microsoft.com/office/drawing/2014/main" id="{499DBAA4-498E-7E4A-9192-7969706D9D56}"/>
              </a:ext>
            </a:extLst>
          </p:cNvPr>
          <p:cNvGrpSpPr/>
          <p:nvPr/>
        </p:nvGrpSpPr>
        <p:grpSpPr>
          <a:xfrm>
            <a:off x="1515054" y="3339623"/>
            <a:ext cx="361670" cy="361333"/>
            <a:chOff x="1515054" y="3339623"/>
            <a:chExt cx="361670" cy="361333"/>
          </a:xfrm>
          <a:solidFill>
            <a:srgbClr val="004F59"/>
          </a:solidFill>
        </p:grpSpPr>
        <p:sp>
          <p:nvSpPr>
            <p:cNvPr id="897" name="Graphic 4">
              <a:extLst>
                <a:ext uri="{FF2B5EF4-FFF2-40B4-BE49-F238E27FC236}">
                  <a16:creationId xmlns:a16="http://schemas.microsoft.com/office/drawing/2014/main" id="{A7A4242B-80B1-5544-BF09-825DACCA53C4}"/>
                </a:ext>
              </a:extLst>
            </p:cNvPr>
            <p:cNvSpPr/>
            <p:nvPr/>
          </p:nvSpPr>
          <p:spPr>
            <a:xfrm>
              <a:off x="1515054"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04F59"/>
            </a:solidFill>
            <a:ln w="6390" cap="flat">
              <a:noFill/>
              <a:prstDash val="solid"/>
              <a:miter/>
            </a:ln>
          </p:spPr>
          <p:txBody>
            <a:bodyPr rtlCol="0" anchor="ctr"/>
            <a:lstStyle/>
            <a:p>
              <a:endParaRPr lang="en-US"/>
            </a:p>
          </p:txBody>
        </p:sp>
        <p:sp>
          <p:nvSpPr>
            <p:cNvPr id="898" name="Graphic 4">
              <a:extLst>
                <a:ext uri="{FF2B5EF4-FFF2-40B4-BE49-F238E27FC236}">
                  <a16:creationId xmlns:a16="http://schemas.microsoft.com/office/drawing/2014/main" id="{5CBEE1F0-F9C8-4740-BEBD-6F7E5837F406}"/>
                </a:ext>
              </a:extLst>
            </p:cNvPr>
            <p:cNvSpPr/>
            <p:nvPr/>
          </p:nvSpPr>
          <p:spPr>
            <a:xfrm>
              <a:off x="1604513" y="3472410"/>
              <a:ext cx="182113" cy="12767"/>
            </a:xfrm>
            <a:custGeom>
              <a:avLst/>
              <a:gdLst>
                <a:gd name="connsiteX0" fmla="*/ 175723 w 182113"/>
                <a:gd name="connsiteY0" fmla="*/ 0 h 12767"/>
                <a:gd name="connsiteX1" fmla="*/ 6390 w 182113"/>
                <a:gd name="connsiteY1" fmla="*/ 0 h 12767"/>
                <a:gd name="connsiteX2" fmla="*/ 0 w 182113"/>
                <a:gd name="connsiteY2" fmla="*/ 6384 h 12767"/>
                <a:gd name="connsiteX3" fmla="*/ 6390 w 182113"/>
                <a:gd name="connsiteY3" fmla="*/ 12768 h 12767"/>
                <a:gd name="connsiteX4" fmla="*/ 175723 w 182113"/>
                <a:gd name="connsiteY4" fmla="*/ 12768 h 12767"/>
                <a:gd name="connsiteX5" fmla="*/ 182113 w 182113"/>
                <a:gd name="connsiteY5" fmla="*/ 6384 h 12767"/>
                <a:gd name="connsiteX6" fmla="*/ 175723 w 182113"/>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2113" h="12767">
                  <a:moveTo>
                    <a:pt x="175723" y="0"/>
                  </a:moveTo>
                  <a:lnTo>
                    <a:pt x="6390" y="0"/>
                  </a:lnTo>
                  <a:cubicBezTo>
                    <a:pt x="2556" y="0"/>
                    <a:pt x="0" y="2554"/>
                    <a:pt x="0" y="6384"/>
                  </a:cubicBezTo>
                  <a:cubicBezTo>
                    <a:pt x="0" y="10215"/>
                    <a:pt x="2556" y="12768"/>
                    <a:pt x="6390" y="12768"/>
                  </a:cubicBezTo>
                  <a:lnTo>
                    <a:pt x="175723" y="12768"/>
                  </a:lnTo>
                  <a:cubicBezTo>
                    <a:pt x="179557" y="12768"/>
                    <a:pt x="182113" y="10215"/>
                    <a:pt x="182113" y="6384"/>
                  </a:cubicBezTo>
                  <a:cubicBezTo>
                    <a:pt x="182113" y="2554"/>
                    <a:pt x="179557" y="0"/>
                    <a:pt x="175723" y="0"/>
                  </a:cubicBezTo>
                  <a:close/>
                </a:path>
              </a:pathLst>
            </a:custGeom>
            <a:solidFill>
              <a:srgbClr val="004F59"/>
            </a:solidFill>
            <a:ln w="6390" cap="flat">
              <a:noFill/>
              <a:prstDash val="solid"/>
              <a:miter/>
            </a:ln>
          </p:spPr>
          <p:txBody>
            <a:bodyPr rtlCol="0" anchor="ctr"/>
            <a:lstStyle/>
            <a:p>
              <a:endParaRPr lang="en-US"/>
            </a:p>
          </p:txBody>
        </p:sp>
        <p:sp>
          <p:nvSpPr>
            <p:cNvPr id="899" name="Graphic 4">
              <a:extLst>
                <a:ext uri="{FF2B5EF4-FFF2-40B4-BE49-F238E27FC236}">
                  <a16:creationId xmlns:a16="http://schemas.microsoft.com/office/drawing/2014/main" id="{EFBAD805-3A83-6741-A43E-D056A3FAE6F5}"/>
                </a:ext>
              </a:extLst>
            </p:cNvPr>
            <p:cNvSpPr/>
            <p:nvPr/>
          </p:nvSpPr>
          <p:spPr>
            <a:xfrm>
              <a:off x="1604513" y="3556679"/>
              <a:ext cx="182113" cy="12767"/>
            </a:xfrm>
            <a:custGeom>
              <a:avLst/>
              <a:gdLst>
                <a:gd name="connsiteX0" fmla="*/ 175723 w 182113"/>
                <a:gd name="connsiteY0" fmla="*/ 0 h 12767"/>
                <a:gd name="connsiteX1" fmla="*/ 6390 w 182113"/>
                <a:gd name="connsiteY1" fmla="*/ 0 h 12767"/>
                <a:gd name="connsiteX2" fmla="*/ 0 w 182113"/>
                <a:gd name="connsiteY2" fmla="*/ 6384 h 12767"/>
                <a:gd name="connsiteX3" fmla="*/ 6390 w 182113"/>
                <a:gd name="connsiteY3" fmla="*/ 12768 h 12767"/>
                <a:gd name="connsiteX4" fmla="*/ 175723 w 182113"/>
                <a:gd name="connsiteY4" fmla="*/ 12768 h 12767"/>
                <a:gd name="connsiteX5" fmla="*/ 182113 w 182113"/>
                <a:gd name="connsiteY5" fmla="*/ 6384 h 12767"/>
                <a:gd name="connsiteX6" fmla="*/ 175723 w 182113"/>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2113" h="12767">
                  <a:moveTo>
                    <a:pt x="175723" y="0"/>
                  </a:moveTo>
                  <a:lnTo>
                    <a:pt x="6390" y="0"/>
                  </a:lnTo>
                  <a:cubicBezTo>
                    <a:pt x="2556" y="0"/>
                    <a:pt x="0" y="2554"/>
                    <a:pt x="0" y="6384"/>
                  </a:cubicBezTo>
                  <a:cubicBezTo>
                    <a:pt x="0" y="10214"/>
                    <a:pt x="2556" y="12768"/>
                    <a:pt x="6390" y="12768"/>
                  </a:cubicBezTo>
                  <a:lnTo>
                    <a:pt x="175723" y="12768"/>
                  </a:lnTo>
                  <a:cubicBezTo>
                    <a:pt x="179557" y="12768"/>
                    <a:pt x="182113" y="10214"/>
                    <a:pt x="182113" y="6384"/>
                  </a:cubicBezTo>
                  <a:cubicBezTo>
                    <a:pt x="182113" y="2554"/>
                    <a:pt x="179557" y="0"/>
                    <a:pt x="175723" y="0"/>
                  </a:cubicBezTo>
                  <a:close/>
                </a:path>
              </a:pathLst>
            </a:custGeom>
            <a:solidFill>
              <a:srgbClr val="004F59"/>
            </a:solidFill>
            <a:ln w="6390" cap="flat">
              <a:noFill/>
              <a:prstDash val="solid"/>
              <a:miter/>
            </a:ln>
          </p:spPr>
          <p:txBody>
            <a:bodyPr rtlCol="0" anchor="ctr"/>
            <a:lstStyle/>
            <a:p>
              <a:endParaRPr lang="en-US"/>
            </a:p>
          </p:txBody>
        </p:sp>
      </p:grpSp>
      <p:sp>
        <p:nvSpPr>
          <p:cNvPr id="900" name="Graphic 4">
            <a:extLst>
              <a:ext uri="{FF2B5EF4-FFF2-40B4-BE49-F238E27FC236}">
                <a16:creationId xmlns:a16="http://schemas.microsoft.com/office/drawing/2014/main" id="{D74BA278-2CD9-C044-8397-286580BF7981}"/>
              </a:ext>
            </a:extLst>
          </p:cNvPr>
          <p:cNvSpPr/>
          <p:nvPr/>
        </p:nvSpPr>
        <p:spPr>
          <a:xfrm>
            <a:off x="1952764" y="237117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61987 w 361674"/>
              <a:gd name="connsiteY5" fmla="*/ 252806 h 361333"/>
              <a:gd name="connsiteX6" fmla="*/ 261987 w 361674"/>
              <a:gd name="connsiteY6" fmla="*/ 261743 h 361333"/>
              <a:gd name="connsiteX7" fmla="*/ 257514 w 361674"/>
              <a:gd name="connsiteY7" fmla="*/ 263659 h 361333"/>
              <a:gd name="connsiteX8" fmla="*/ 253042 w 361674"/>
              <a:gd name="connsiteY8" fmla="*/ 261743 h 361333"/>
              <a:gd name="connsiteX9" fmla="*/ 181474 w 361674"/>
              <a:gd name="connsiteY9" fmla="*/ 190243 h 361333"/>
              <a:gd name="connsiteX10" fmla="*/ 109907 w 361674"/>
              <a:gd name="connsiteY10" fmla="*/ 261743 h 361333"/>
              <a:gd name="connsiteX11" fmla="*/ 105434 w 361674"/>
              <a:gd name="connsiteY11" fmla="*/ 263659 h 361333"/>
              <a:gd name="connsiteX12" fmla="*/ 100961 w 361674"/>
              <a:gd name="connsiteY12" fmla="*/ 261743 h 361333"/>
              <a:gd name="connsiteX13" fmla="*/ 100961 w 361674"/>
              <a:gd name="connsiteY13" fmla="*/ 252806 h 361333"/>
              <a:gd name="connsiteX14" fmla="*/ 172528 w 361674"/>
              <a:gd name="connsiteY14" fmla="*/ 181305 h 361333"/>
              <a:gd name="connsiteX15" fmla="*/ 100961 w 361674"/>
              <a:gd name="connsiteY15" fmla="*/ 109805 h 361333"/>
              <a:gd name="connsiteX16" fmla="*/ 100961 w 361674"/>
              <a:gd name="connsiteY16" fmla="*/ 100867 h 361333"/>
              <a:gd name="connsiteX17" fmla="*/ 109907 w 361674"/>
              <a:gd name="connsiteY17" fmla="*/ 100867 h 361333"/>
              <a:gd name="connsiteX18" fmla="*/ 181474 w 361674"/>
              <a:gd name="connsiteY18" fmla="*/ 172368 h 361333"/>
              <a:gd name="connsiteX19" fmla="*/ 253042 w 361674"/>
              <a:gd name="connsiteY19" fmla="*/ 100867 h 361333"/>
              <a:gd name="connsiteX20" fmla="*/ 261987 w 361674"/>
              <a:gd name="connsiteY20" fmla="*/ 100867 h 361333"/>
              <a:gd name="connsiteX21" fmla="*/ 261987 w 361674"/>
              <a:gd name="connsiteY21" fmla="*/ 109805 h 361333"/>
              <a:gd name="connsiteX22" fmla="*/ 190420 w 361674"/>
              <a:gd name="connsiteY22" fmla="*/ 181305 h 361333"/>
              <a:gd name="connsiteX23" fmla="*/ 261987 w 361674"/>
              <a:gd name="connsiteY23" fmla="*/ 25280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1674"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09" y="81077"/>
                  <a:pt x="281157" y="0"/>
                  <a:pt x="180835" y="0"/>
                </a:cubicBezTo>
                <a:close/>
                <a:moveTo>
                  <a:pt x="261987" y="252806"/>
                </a:moveTo>
                <a:cubicBezTo>
                  <a:pt x="264543" y="255359"/>
                  <a:pt x="264543" y="259190"/>
                  <a:pt x="261987" y="261743"/>
                </a:cubicBezTo>
                <a:cubicBezTo>
                  <a:pt x="260709" y="263020"/>
                  <a:pt x="258792" y="263659"/>
                  <a:pt x="257514" y="263659"/>
                </a:cubicBezTo>
                <a:cubicBezTo>
                  <a:pt x="256237" y="263659"/>
                  <a:pt x="254319" y="263020"/>
                  <a:pt x="253042" y="261743"/>
                </a:cubicBezTo>
                <a:lnTo>
                  <a:pt x="181474" y="190243"/>
                </a:lnTo>
                <a:lnTo>
                  <a:pt x="109907" y="261743"/>
                </a:lnTo>
                <a:cubicBezTo>
                  <a:pt x="108629" y="263020"/>
                  <a:pt x="106712" y="263659"/>
                  <a:pt x="105434" y="263659"/>
                </a:cubicBezTo>
                <a:cubicBezTo>
                  <a:pt x="104156" y="263659"/>
                  <a:pt x="102239" y="263020"/>
                  <a:pt x="100961" y="261743"/>
                </a:cubicBezTo>
                <a:cubicBezTo>
                  <a:pt x="98405" y="259190"/>
                  <a:pt x="98405" y="255359"/>
                  <a:pt x="100961" y="252806"/>
                </a:cubicBezTo>
                <a:lnTo>
                  <a:pt x="172528" y="181305"/>
                </a:lnTo>
                <a:lnTo>
                  <a:pt x="100961" y="109805"/>
                </a:lnTo>
                <a:cubicBezTo>
                  <a:pt x="98405" y="107251"/>
                  <a:pt x="98405" y="103421"/>
                  <a:pt x="100961" y="100867"/>
                </a:cubicBezTo>
                <a:cubicBezTo>
                  <a:pt x="103517" y="98313"/>
                  <a:pt x="107351" y="98313"/>
                  <a:pt x="109907" y="100867"/>
                </a:cubicBezTo>
                <a:lnTo>
                  <a:pt x="181474" y="172368"/>
                </a:lnTo>
                <a:lnTo>
                  <a:pt x="253042" y="100867"/>
                </a:lnTo>
                <a:cubicBezTo>
                  <a:pt x="255597" y="98313"/>
                  <a:pt x="259431" y="98313"/>
                  <a:pt x="261987" y="100867"/>
                </a:cubicBezTo>
                <a:cubicBezTo>
                  <a:pt x="264543" y="103421"/>
                  <a:pt x="264543" y="107251"/>
                  <a:pt x="261987" y="109805"/>
                </a:cubicBezTo>
                <a:lnTo>
                  <a:pt x="190420" y="181305"/>
                </a:lnTo>
                <a:lnTo>
                  <a:pt x="261987" y="252806"/>
                </a:lnTo>
                <a:close/>
              </a:path>
            </a:pathLst>
          </a:custGeom>
          <a:solidFill>
            <a:srgbClr val="004F59"/>
          </a:solidFill>
          <a:ln w="6390" cap="flat">
            <a:noFill/>
            <a:prstDash val="solid"/>
            <a:miter/>
          </a:ln>
        </p:spPr>
        <p:txBody>
          <a:bodyPr rtlCol="0" anchor="ctr"/>
          <a:lstStyle/>
          <a:p>
            <a:endParaRPr lang="en-US"/>
          </a:p>
        </p:txBody>
      </p:sp>
      <p:sp>
        <p:nvSpPr>
          <p:cNvPr id="901" name="Graphic 4">
            <a:extLst>
              <a:ext uri="{FF2B5EF4-FFF2-40B4-BE49-F238E27FC236}">
                <a16:creationId xmlns:a16="http://schemas.microsoft.com/office/drawing/2014/main" id="{0D91B224-02DB-1C45-939D-B10591D5F4F2}"/>
              </a:ext>
            </a:extLst>
          </p:cNvPr>
          <p:cNvSpPr/>
          <p:nvPr/>
        </p:nvSpPr>
        <p:spPr>
          <a:xfrm>
            <a:off x="1952764" y="2855717"/>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835 w 361674"/>
              <a:gd name="connsiteY5" fmla="*/ 97675 h 361333"/>
              <a:gd name="connsiteX6" fmla="*/ 200005 w 361674"/>
              <a:gd name="connsiteY6" fmla="*/ 116827 h 361333"/>
              <a:gd name="connsiteX7" fmla="*/ 180835 w 361674"/>
              <a:gd name="connsiteY7" fmla="*/ 135979 h 361333"/>
              <a:gd name="connsiteX8" fmla="*/ 161665 w 361674"/>
              <a:gd name="connsiteY8" fmla="*/ 116827 h 361333"/>
              <a:gd name="connsiteX9" fmla="*/ 180835 w 361674"/>
              <a:gd name="connsiteY9" fmla="*/ 97675 h 361333"/>
              <a:gd name="connsiteX10" fmla="*/ 180835 w 361674"/>
              <a:gd name="connsiteY10" fmla="*/ 263658 h 361333"/>
              <a:gd name="connsiteX11" fmla="*/ 161665 w 361674"/>
              <a:gd name="connsiteY11" fmla="*/ 244506 h 361333"/>
              <a:gd name="connsiteX12" fmla="*/ 180835 w 361674"/>
              <a:gd name="connsiteY12" fmla="*/ 225355 h 361333"/>
              <a:gd name="connsiteX13" fmla="*/ 200005 w 361674"/>
              <a:gd name="connsiteY13" fmla="*/ 244506 h 361333"/>
              <a:gd name="connsiteX14" fmla="*/ 180835 w 361674"/>
              <a:gd name="connsiteY14" fmla="*/ 263658 h 361333"/>
              <a:gd name="connsiteX15" fmla="*/ 293298 w 361674"/>
              <a:gd name="connsiteY15" fmla="*/ 187051 h 361333"/>
              <a:gd name="connsiteX16" fmla="*/ 69011 w 361674"/>
              <a:gd name="connsiteY16" fmla="*/ 187051 h 361333"/>
              <a:gd name="connsiteX17" fmla="*/ 62621 w 361674"/>
              <a:gd name="connsiteY17" fmla="*/ 180667 h 361333"/>
              <a:gd name="connsiteX18" fmla="*/ 69011 w 361674"/>
              <a:gd name="connsiteY18" fmla="*/ 174283 h 361333"/>
              <a:gd name="connsiteX19" fmla="*/ 293298 w 361674"/>
              <a:gd name="connsiteY19" fmla="*/ 174283 h 361333"/>
              <a:gd name="connsiteX20" fmla="*/ 299688 w 361674"/>
              <a:gd name="connsiteY20" fmla="*/ 180667 h 361333"/>
              <a:gd name="connsiteX21" fmla="*/ 293298 w 361674"/>
              <a:gd name="connsiteY21" fmla="*/ 18705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1674"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2309" y="80438"/>
                  <a:pt x="281157" y="0"/>
                  <a:pt x="180835" y="0"/>
                </a:cubicBezTo>
                <a:close/>
                <a:moveTo>
                  <a:pt x="180835" y="97675"/>
                </a:moveTo>
                <a:cubicBezTo>
                  <a:pt x="191698" y="97675"/>
                  <a:pt x="200005" y="105974"/>
                  <a:pt x="200005" y="116827"/>
                </a:cubicBezTo>
                <a:cubicBezTo>
                  <a:pt x="200005" y="127680"/>
                  <a:pt x="191698" y="135979"/>
                  <a:pt x="180835" y="135979"/>
                </a:cubicBezTo>
                <a:cubicBezTo>
                  <a:pt x="169972" y="135979"/>
                  <a:pt x="161665" y="127680"/>
                  <a:pt x="161665" y="116827"/>
                </a:cubicBezTo>
                <a:cubicBezTo>
                  <a:pt x="161665" y="105974"/>
                  <a:pt x="170611" y="97675"/>
                  <a:pt x="180835" y="97675"/>
                </a:cubicBezTo>
                <a:close/>
                <a:moveTo>
                  <a:pt x="180835" y="263658"/>
                </a:moveTo>
                <a:cubicBezTo>
                  <a:pt x="169972" y="263658"/>
                  <a:pt x="161665" y="255359"/>
                  <a:pt x="161665" y="244506"/>
                </a:cubicBezTo>
                <a:cubicBezTo>
                  <a:pt x="161665" y="233654"/>
                  <a:pt x="169972" y="225355"/>
                  <a:pt x="180835" y="225355"/>
                </a:cubicBezTo>
                <a:cubicBezTo>
                  <a:pt x="191698" y="225355"/>
                  <a:pt x="200005" y="233654"/>
                  <a:pt x="200005" y="244506"/>
                </a:cubicBezTo>
                <a:cubicBezTo>
                  <a:pt x="200005" y="255359"/>
                  <a:pt x="191698" y="263658"/>
                  <a:pt x="180835" y="263658"/>
                </a:cubicBezTo>
                <a:close/>
                <a:moveTo>
                  <a:pt x="293298" y="187051"/>
                </a:moveTo>
                <a:lnTo>
                  <a:pt x="69011" y="187051"/>
                </a:lnTo>
                <a:cubicBezTo>
                  <a:pt x="65177" y="187051"/>
                  <a:pt x="62621" y="184497"/>
                  <a:pt x="62621" y="180667"/>
                </a:cubicBezTo>
                <a:cubicBezTo>
                  <a:pt x="62621" y="176836"/>
                  <a:pt x="65177" y="174283"/>
                  <a:pt x="69011" y="174283"/>
                </a:cubicBezTo>
                <a:lnTo>
                  <a:pt x="293298" y="174283"/>
                </a:lnTo>
                <a:cubicBezTo>
                  <a:pt x="297132" y="174283"/>
                  <a:pt x="299688" y="176836"/>
                  <a:pt x="299688" y="180667"/>
                </a:cubicBezTo>
                <a:cubicBezTo>
                  <a:pt x="299688" y="184497"/>
                  <a:pt x="296493" y="187051"/>
                  <a:pt x="293298" y="187051"/>
                </a:cubicBezTo>
                <a:close/>
              </a:path>
            </a:pathLst>
          </a:custGeom>
          <a:solidFill>
            <a:srgbClr val="004F59"/>
          </a:solidFill>
          <a:ln w="6390" cap="flat">
            <a:noFill/>
            <a:prstDash val="solid"/>
            <a:miter/>
          </a:ln>
        </p:spPr>
        <p:txBody>
          <a:bodyPr rtlCol="0" anchor="ctr"/>
          <a:lstStyle/>
          <a:p>
            <a:endParaRPr lang="en-US"/>
          </a:p>
        </p:txBody>
      </p:sp>
      <p:sp>
        <p:nvSpPr>
          <p:cNvPr id="902" name="Graphic 4">
            <a:extLst>
              <a:ext uri="{FF2B5EF4-FFF2-40B4-BE49-F238E27FC236}">
                <a16:creationId xmlns:a16="http://schemas.microsoft.com/office/drawing/2014/main" id="{EE7AE736-D8F1-564A-AF7B-7750024D2C1C}"/>
              </a:ext>
            </a:extLst>
          </p:cNvPr>
          <p:cNvSpPr/>
          <p:nvPr/>
        </p:nvSpPr>
        <p:spPr>
          <a:xfrm>
            <a:off x="1952764" y="189301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80518 w 361674"/>
              <a:gd name="connsiteY5" fmla="*/ 187051 h 361333"/>
              <a:gd name="connsiteX6" fmla="*/ 81152 w 361674"/>
              <a:gd name="connsiteY6" fmla="*/ 187051 h 361333"/>
              <a:gd name="connsiteX7" fmla="*/ 74762 w 361674"/>
              <a:gd name="connsiteY7" fmla="*/ 180667 h 361333"/>
              <a:gd name="connsiteX8" fmla="*/ 81152 w 361674"/>
              <a:gd name="connsiteY8" fmla="*/ 174283 h 361333"/>
              <a:gd name="connsiteX9" fmla="*/ 280518 w 361674"/>
              <a:gd name="connsiteY9" fmla="*/ 174283 h 361333"/>
              <a:gd name="connsiteX10" fmla="*/ 286908 w 361674"/>
              <a:gd name="connsiteY10" fmla="*/ 180667 h 361333"/>
              <a:gd name="connsiteX11" fmla="*/ 280518 w 361674"/>
              <a:gd name="connsiteY11" fmla="*/ 18705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4"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09" y="81077"/>
                  <a:pt x="281157" y="0"/>
                  <a:pt x="180835" y="0"/>
                </a:cubicBezTo>
                <a:close/>
                <a:moveTo>
                  <a:pt x="280518" y="187051"/>
                </a:moveTo>
                <a:lnTo>
                  <a:pt x="81152" y="187051"/>
                </a:lnTo>
                <a:cubicBezTo>
                  <a:pt x="77318" y="187051"/>
                  <a:pt x="74762" y="184497"/>
                  <a:pt x="74762" y="180667"/>
                </a:cubicBezTo>
                <a:cubicBezTo>
                  <a:pt x="74762" y="176836"/>
                  <a:pt x="77318" y="174283"/>
                  <a:pt x="81152" y="174283"/>
                </a:cubicBezTo>
                <a:lnTo>
                  <a:pt x="280518" y="174283"/>
                </a:lnTo>
                <a:cubicBezTo>
                  <a:pt x="284352" y="174283"/>
                  <a:pt x="286908" y="176836"/>
                  <a:pt x="286908" y="180667"/>
                </a:cubicBezTo>
                <a:cubicBezTo>
                  <a:pt x="286908" y="184497"/>
                  <a:pt x="284352" y="187051"/>
                  <a:pt x="280518" y="187051"/>
                </a:cubicBezTo>
                <a:close/>
              </a:path>
            </a:pathLst>
          </a:custGeom>
          <a:solidFill>
            <a:srgbClr val="004F59"/>
          </a:solidFill>
          <a:ln w="6390" cap="flat">
            <a:noFill/>
            <a:prstDash val="solid"/>
            <a:miter/>
          </a:ln>
        </p:spPr>
        <p:txBody>
          <a:bodyPr rtlCol="0" anchor="ctr"/>
          <a:lstStyle/>
          <a:p>
            <a:endParaRPr lang="en-US"/>
          </a:p>
        </p:txBody>
      </p:sp>
      <p:sp>
        <p:nvSpPr>
          <p:cNvPr id="903" name="Graphic 4">
            <a:extLst>
              <a:ext uri="{FF2B5EF4-FFF2-40B4-BE49-F238E27FC236}">
                <a16:creationId xmlns:a16="http://schemas.microsoft.com/office/drawing/2014/main" id="{23FA9DDF-475C-C443-8040-9B0DCD8E54E0}"/>
              </a:ext>
            </a:extLst>
          </p:cNvPr>
          <p:cNvSpPr/>
          <p:nvPr/>
        </p:nvSpPr>
        <p:spPr>
          <a:xfrm>
            <a:off x="1952764" y="1402085"/>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79879 w 361674"/>
              <a:gd name="connsiteY5" fmla="*/ 187689 h 361333"/>
              <a:gd name="connsiteX6" fmla="*/ 187864 w 361674"/>
              <a:gd name="connsiteY6" fmla="*/ 187689 h 361333"/>
              <a:gd name="connsiteX7" fmla="*/ 187864 w 361674"/>
              <a:gd name="connsiteY7" fmla="*/ 279618 h 361333"/>
              <a:gd name="connsiteX8" fmla="*/ 181474 w 361674"/>
              <a:gd name="connsiteY8" fmla="*/ 286002 h 361333"/>
              <a:gd name="connsiteX9" fmla="*/ 175084 w 361674"/>
              <a:gd name="connsiteY9" fmla="*/ 279618 h 361333"/>
              <a:gd name="connsiteX10" fmla="*/ 175084 w 361674"/>
              <a:gd name="connsiteY10" fmla="*/ 187689 h 361333"/>
              <a:gd name="connsiteX11" fmla="*/ 83069 w 361674"/>
              <a:gd name="connsiteY11" fmla="*/ 187689 h 361333"/>
              <a:gd name="connsiteX12" fmla="*/ 76679 w 361674"/>
              <a:gd name="connsiteY12" fmla="*/ 181305 h 361333"/>
              <a:gd name="connsiteX13" fmla="*/ 83069 w 361674"/>
              <a:gd name="connsiteY13" fmla="*/ 174921 h 361333"/>
              <a:gd name="connsiteX14" fmla="*/ 175084 w 361674"/>
              <a:gd name="connsiteY14" fmla="*/ 174921 h 361333"/>
              <a:gd name="connsiteX15" fmla="*/ 175084 w 361674"/>
              <a:gd name="connsiteY15" fmla="*/ 82992 h 361333"/>
              <a:gd name="connsiteX16" fmla="*/ 181474 w 361674"/>
              <a:gd name="connsiteY16" fmla="*/ 76608 h 361333"/>
              <a:gd name="connsiteX17" fmla="*/ 187864 w 361674"/>
              <a:gd name="connsiteY17" fmla="*/ 82992 h 361333"/>
              <a:gd name="connsiteX18" fmla="*/ 187864 w 361674"/>
              <a:gd name="connsiteY18" fmla="*/ 174921 h 361333"/>
              <a:gd name="connsiteX19" fmla="*/ 279879 w 361674"/>
              <a:gd name="connsiteY19" fmla="*/ 174921 h 361333"/>
              <a:gd name="connsiteX20" fmla="*/ 286269 w 361674"/>
              <a:gd name="connsiteY20" fmla="*/ 181305 h 361333"/>
              <a:gd name="connsiteX21" fmla="*/ 279879 w 361674"/>
              <a:gd name="connsiteY21" fmla="*/ 18768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1674"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09" y="81077"/>
                  <a:pt x="281157" y="0"/>
                  <a:pt x="180835" y="0"/>
                </a:cubicBezTo>
                <a:close/>
                <a:moveTo>
                  <a:pt x="279879" y="187689"/>
                </a:moveTo>
                <a:lnTo>
                  <a:pt x="187864" y="187689"/>
                </a:lnTo>
                <a:lnTo>
                  <a:pt x="187864" y="279618"/>
                </a:lnTo>
                <a:cubicBezTo>
                  <a:pt x="187864" y="283449"/>
                  <a:pt x="185308" y="286002"/>
                  <a:pt x="181474" y="286002"/>
                </a:cubicBezTo>
                <a:cubicBezTo>
                  <a:pt x="177640" y="286002"/>
                  <a:pt x="175084" y="283449"/>
                  <a:pt x="175084" y="279618"/>
                </a:cubicBezTo>
                <a:lnTo>
                  <a:pt x="175084" y="187689"/>
                </a:lnTo>
                <a:lnTo>
                  <a:pt x="83069" y="187689"/>
                </a:lnTo>
                <a:cubicBezTo>
                  <a:pt x="79235" y="187689"/>
                  <a:pt x="76679" y="185135"/>
                  <a:pt x="76679" y="181305"/>
                </a:cubicBezTo>
                <a:cubicBezTo>
                  <a:pt x="76679" y="177475"/>
                  <a:pt x="79235" y="174921"/>
                  <a:pt x="83069" y="174921"/>
                </a:cubicBezTo>
                <a:lnTo>
                  <a:pt x="175084" y="174921"/>
                </a:lnTo>
                <a:lnTo>
                  <a:pt x="175084" y="82992"/>
                </a:lnTo>
                <a:cubicBezTo>
                  <a:pt x="175084" y="79161"/>
                  <a:pt x="177640" y="76608"/>
                  <a:pt x="181474" y="76608"/>
                </a:cubicBezTo>
                <a:cubicBezTo>
                  <a:pt x="185308" y="76608"/>
                  <a:pt x="187864" y="79161"/>
                  <a:pt x="187864" y="82992"/>
                </a:cubicBezTo>
                <a:lnTo>
                  <a:pt x="187864" y="174921"/>
                </a:lnTo>
                <a:lnTo>
                  <a:pt x="279879" y="174921"/>
                </a:lnTo>
                <a:cubicBezTo>
                  <a:pt x="283713" y="174921"/>
                  <a:pt x="286269" y="177475"/>
                  <a:pt x="286269" y="181305"/>
                </a:cubicBezTo>
                <a:cubicBezTo>
                  <a:pt x="286269" y="185135"/>
                  <a:pt x="283074" y="187689"/>
                  <a:pt x="279879" y="187689"/>
                </a:cubicBezTo>
                <a:close/>
              </a:path>
            </a:pathLst>
          </a:custGeom>
          <a:solidFill>
            <a:srgbClr val="004F59"/>
          </a:solidFill>
          <a:ln w="6390" cap="flat">
            <a:noFill/>
            <a:prstDash val="solid"/>
            <a:miter/>
          </a:ln>
        </p:spPr>
        <p:txBody>
          <a:bodyPr rtlCol="0" anchor="ctr"/>
          <a:lstStyle/>
          <a:p>
            <a:endParaRPr lang="en-US"/>
          </a:p>
        </p:txBody>
      </p:sp>
      <p:sp>
        <p:nvSpPr>
          <p:cNvPr id="904" name="Graphic 4">
            <a:extLst>
              <a:ext uri="{FF2B5EF4-FFF2-40B4-BE49-F238E27FC236}">
                <a16:creationId xmlns:a16="http://schemas.microsoft.com/office/drawing/2014/main" id="{1C08A6C1-B26E-CF4C-802B-F88B7A3501D9}"/>
              </a:ext>
            </a:extLst>
          </p:cNvPr>
          <p:cNvSpPr/>
          <p:nvPr/>
        </p:nvSpPr>
        <p:spPr>
          <a:xfrm>
            <a:off x="1952764" y="333962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65821 w 361674"/>
              <a:gd name="connsiteY5" fmla="*/ 229823 h 361333"/>
              <a:gd name="connsiteX6" fmla="*/ 96488 w 361674"/>
              <a:gd name="connsiteY6" fmla="*/ 229823 h 361333"/>
              <a:gd name="connsiteX7" fmla="*/ 90098 w 361674"/>
              <a:gd name="connsiteY7" fmla="*/ 223439 h 361333"/>
              <a:gd name="connsiteX8" fmla="*/ 96488 w 361674"/>
              <a:gd name="connsiteY8" fmla="*/ 217055 h 361333"/>
              <a:gd name="connsiteX9" fmla="*/ 265821 w 361674"/>
              <a:gd name="connsiteY9" fmla="*/ 217055 h 361333"/>
              <a:gd name="connsiteX10" fmla="*/ 272211 w 361674"/>
              <a:gd name="connsiteY10" fmla="*/ 223439 h 361333"/>
              <a:gd name="connsiteX11" fmla="*/ 265821 w 361674"/>
              <a:gd name="connsiteY11" fmla="*/ 229823 h 361333"/>
              <a:gd name="connsiteX12" fmla="*/ 265821 w 361674"/>
              <a:gd name="connsiteY12" fmla="*/ 145555 h 361333"/>
              <a:gd name="connsiteX13" fmla="*/ 96488 w 361674"/>
              <a:gd name="connsiteY13" fmla="*/ 145555 h 361333"/>
              <a:gd name="connsiteX14" fmla="*/ 90098 w 361674"/>
              <a:gd name="connsiteY14" fmla="*/ 139171 h 361333"/>
              <a:gd name="connsiteX15" fmla="*/ 96488 w 361674"/>
              <a:gd name="connsiteY15" fmla="*/ 132787 h 361333"/>
              <a:gd name="connsiteX16" fmla="*/ 265821 w 361674"/>
              <a:gd name="connsiteY16" fmla="*/ 132787 h 361333"/>
              <a:gd name="connsiteX17" fmla="*/ 272211 w 361674"/>
              <a:gd name="connsiteY17" fmla="*/ 139171 h 361333"/>
              <a:gd name="connsiteX18" fmla="*/ 265821 w 361674"/>
              <a:gd name="connsiteY18" fmla="*/ 14555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1674"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09" y="81077"/>
                  <a:pt x="281157" y="0"/>
                  <a:pt x="180835" y="0"/>
                </a:cubicBezTo>
                <a:close/>
                <a:moveTo>
                  <a:pt x="265821" y="229823"/>
                </a:moveTo>
                <a:lnTo>
                  <a:pt x="96488" y="229823"/>
                </a:lnTo>
                <a:cubicBezTo>
                  <a:pt x="92654" y="229823"/>
                  <a:pt x="90098" y="227270"/>
                  <a:pt x="90098" y="223439"/>
                </a:cubicBezTo>
                <a:cubicBezTo>
                  <a:pt x="90098" y="219609"/>
                  <a:pt x="92654" y="217055"/>
                  <a:pt x="96488" y="217055"/>
                </a:cubicBezTo>
                <a:lnTo>
                  <a:pt x="265821" y="217055"/>
                </a:lnTo>
                <a:cubicBezTo>
                  <a:pt x="269655" y="217055"/>
                  <a:pt x="272211" y="219609"/>
                  <a:pt x="272211" y="223439"/>
                </a:cubicBezTo>
                <a:cubicBezTo>
                  <a:pt x="272211" y="227270"/>
                  <a:pt x="269016" y="229823"/>
                  <a:pt x="265821" y="229823"/>
                </a:cubicBezTo>
                <a:close/>
                <a:moveTo>
                  <a:pt x="265821" y="145555"/>
                </a:moveTo>
                <a:lnTo>
                  <a:pt x="96488" y="145555"/>
                </a:lnTo>
                <a:cubicBezTo>
                  <a:pt x="92654" y="145555"/>
                  <a:pt x="90098" y="143001"/>
                  <a:pt x="90098" y="139171"/>
                </a:cubicBezTo>
                <a:cubicBezTo>
                  <a:pt x="90098" y="135341"/>
                  <a:pt x="92654" y="132787"/>
                  <a:pt x="96488" y="132787"/>
                </a:cubicBezTo>
                <a:lnTo>
                  <a:pt x="265821" y="132787"/>
                </a:lnTo>
                <a:cubicBezTo>
                  <a:pt x="269655" y="132787"/>
                  <a:pt x="272211" y="135341"/>
                  <a:pt x="272211" y="139171"/>
                </a:cubicBezTo>
                <a:cubicBezTo>
                  <a:pt x="272211" y="143001"/>
                  <a:pt x="269016" y="145555"/>
                  <a:pt x="265821" y="145555"/>
                </a:cubicBezTo>
                <a:close/>
              </a:path>
            </a:pathLst>
          </a:custGeom>
          <a:solidFill>
            <a:srgbClr val="004F59"/>
          </a:solidFill>
          <a:ln w="6390" cap="flat">
            <a:noFill/>
            <a:prstDash val="solid"/>
            <a:miter/>
          </a:ln>
        </p:spPr>
        <p:txBody>
          <a:bodyPr rtlCol="0" anchor="ctr"/>
          <a:lstStyle/>
          <a:p>
            <a:endParaRPr lang="en-US"/>
          </a:p>
        </p:txBody>
      </p:sp>
      <p:grpSp>
        <p:nvGrpSpPr>
          <p:cNvPr id="905" name="Graphic 4">
            <a:extLst>
              <a:ext uri="{FF2B5EF4-FFF2-40B4-BE49-F238E27FC236}">
                <a16:creationId xmlns:a16="http://schemas.microsoft.com/office/drawing/2014/main" id="{8A135C66-BCB1-3B42-9CB3-B74A72328583}"/>
              </a:ext>
            </a:extLst>
          </p:cNvPr>
          <p:cNvGrpSpPr/>
          <p:nvPr/>
        </p:nvGrpSpPr>
        <p:grpSpPr>
          <a:xfrm>
            <a:off x="1515054" y="918179"/>
            <a:ext cx="361670" cy="361333"/>
            <a:chOff x="1515054" y="918179"/>
            <a:chExt cx="361670" cy="361333"/>
          </a:xfrm>
          <a:solidFill>
            <a:srgbClr val="004F59"/>
          </a:solidFill>
        </p:grpSpPr>
        <p:sp>
          <p:nvSpPr>
            <p:cNvPr id="906" name="Graphic 4">
              <a:extLst>
                <a:ext uri="{FF2B5EF4-FFF2-40B4-BE49-F238E27FC236}">
                  <a16:creationId xmlns:a16="http://schemas.microsoft.com/office/drawing/2014/main" id="{47DE6FEE-7275-CE4A-8114-5B2B9C849862}"/>
                </a:ext>
              </a:extLst>
            </p:cNvPr>
            <p:cNvSpPr/>
            <p:nvPr/>
          </p:nvSpPr>
          <p:spPr>
            <a:xfrm>
              <a:off x="1515054" y="918179"/>
              <a:ext cx="361670" cy="361333"/>
            </a:xfrm>
            <a:custGeom>
              <a:avLst/>
              <a:gdLst>
                <a:gd name="connsiteX0" fmla="*/ 180835 w 361670"/>
                <a:gd name="connsiteY0" fmla="*/ 349204 h 361333"/>
                <a:gd name="connsiteX1" fmla="*/ 12780 w 361670"/>
                <a:gd name="connsiteY1" fmla="*/ 181305 h 361333"/>
                <a:gd name="connsiteX2" fmla="*/ 180835 w 361670"/>
                <a:gd name="connsiteY2" fmla="*/ 13406 h 361333"/>
                <a:gd name="connsiteX3" fmla="*/ 348891 w 361670"/>
                <a:gd name="connsiteY3" fmla="*/ 181305 h 361333"/>
                <a:gd name="connsiteX4" fmla="*/ 180835 w 361670"/>
                <a:gd name="connsiteY4" fmla="*/ 349204 h 361333"/>
                <a:gd name="connsiteX5" fmla="*/ 180835 w 361670"/>
                <a:gd name="connsiteY5" fmla="*/ 0 h 361333"/>
                <a:gd name="connsiteX6" fmla="*/ 0 w 361670"/>
                <a:gd name="connsiteY6" fmla="*/ 180667 h 361333"/>
                <a:gd name="connsiteX7" fmla="*/ 180835 w 361670"/>
                <a:gd name="connsiteY7" fmla="*/ 361333 h 361333"/>
                <a:gd name="connsiteX8" fmla="*/ 361670 w 361670"/>
                <a:gd name="connsiteY8" fmla="*/ 180667 h 361333"/>
                <a:gd name="connsiteX9" fmla="*/ 180835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234"/>
                    <a:pt x="273489" y="349204"/>
                    <a:pt x="180835" y="349204"/>
                  </a:cubicBezTo>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path>
              </a:pathLst>
            </a:custGeom>
            <a:solidFill>
              <a:srgbClr val="004F59"/>
            </a:solidFill>
            <a:ln w="6390" cap="flat">
              <a:noFill/>
              <a:prstDash val="solid"/>
              <a:miter/>
            </a:ln>
          </p:spPr>
          <p:txBody>
            <a:bodyPr rtlCol="0" anchor="ctr"/>
            <a:lstStyle/>
            <a:p>
              <a:endParaRPr lang="en-US"/>
            </a:p>
          </p:txBody>
        </p:sp>
        <p:sp>
          <p:nvSpPr>
            <p:cNvPr id="907" name="Graphic 4">
              <a:extLst>
                <a:ext uri="{FF2B5EF4-FFF2-40B4-BE49-F238E27FC236}">
                  <a16:creationId xmlns:a16="http://schemas.microsoft.com/office/drawing/2014/main" id="{81206933-F0C3-5E40-A15F-495E59A9CD0E}"/>
                </a:ext>
              </a:extLst>
            </p:cNvPr>
            <p:cNvSpPr/>
            <p:nvPr/>
          </p:nvSpPr>
          <p:spPr>
            <a:xfrm>
              <a:off x="1598762" y="1123105"/>
              <a:ext cx="72845" cy="72777"/>
            </a:xfrm>
            <a:custGeom>
              <a:avLst/>
              <a:gdLst>
                <a:gd name="connsiteX0" fmla="*/ 70928 w 72845"/>
                <a:gd name="connsiteY0" fmla="*/ 3192 h 72777"/>
                <a:gd name="connsiteX1" fmla="*/ 61982 w 72845"/>
                <a:gd name="connsiteY1" fmla="*/ 3192 h 72777"/>
                <a:gd name="connsiteX2" fmla="*/ 36423 w 72845"/>
                <a:gd name="connsiteY2" fmla="*/ 27451 h 72777"/>
                <a:gd name="connsiteX3" fmla="*/ 12141 w 72845"/>
                <a:gd name="connsiteY3" fmla="*/ 1915 h 72777"/>
                <a:gd name="connsiteX4" fmla="*/ 3195 w 72845"/>
                <a:gd name="connsiteY4" fmla="*/ 1915 h 72777"/>
                <a:gd name="connsiteX5" fmla="*/ 3195 w 72845"/>
                <a:gd name="connsiteY5" fmla="*/ 10853 h 72777"/>
                <a:gd name="connsiteX6" fmla="*/ 27477 w 72845"/>
                <a:gd name="connsiteY6" fmla="*/ 36389 h 72777"/>
                <a:gd name="connsiteX7" fmla="*/ 1917 w 72845"/>
                <a:gd name="connsiteY7" fmla="*/ 60648 h 72777"/>
                <a:gd name="connsiteX8" fmla="*/ 1917 w 72845"/>
                <a:gd name="connsiteY8" fmla="*/ 69585 h 72777"/>
                <a:gd name="connsiteX9" fmla="*/ 6390 w 72845"/>
                <a:gd name="connsiteY9" fmla="*/ 71501 h 72777"/>
                <a:gd name="connsiteX10" fmla="*/ 10863 w 72845"/>
                <a:gd name="connsiteY10" fmla="*/ 69585 h 72777"/>
                <a:gd name="connsiteX11" fmla="*/ 36423 w 72845"/>
                <a:gd name="connsiteY11" fmla="*/ 45326 h 72777"/>
                <a:gd name="connsiteX12" fmla="*/ 60704 w 72845"/>
                <a:gd name="connsiteY12" fmla="*/ 70862 h 72777"/>
                <a:gd name="connsiteX13" fmla="*/ 65177 w 72845"/>
                <a:gd name="connsiteY13" fmla="*/ 72777 h 72777"/>
                <a:gd name="connsiteX14" fmla="*/ 69650 w 72845"/>
                <a:gd name="connsiteY14" fmla="*/ 70862 h 72777"/>
                <a:gd name="connsiteX15" fmla="*/ 69650 w 72845"/>
                <a:gd name="connsiteY15" fmla="*/ 61925 h 72777"/>
                <a:gd name="connsiteX16" fmla="*/ 45368 w 72845"/>
                <a:gd name="connsiteY16" fmla="*/ 36389 h 72777"/>
                <a:gd name="connsiteX17" fmla="*/ 70928 w 72845"/>
                <a:gd name="connsiteY17" fmla="*/ 12130 h 72777"/>
                <a:gd name="connsiteX18" fmla="*/ 70928 w 72845"/>
                <a:gd name="connsiteY18" fmla="*/ 3192 h 72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2845" h="72777">
                  <a:moveTo>
                    <a:pt x="70928" y="3192"/>
                  </a:moveTo>
                  <a:cubicBezTo>
                    <a:pt x="68372" y="638"/>
                    <a:pt x="64538" y="638"/>
                    <a:pt x="61982" y="3192"/>
                  </a:cubicBezTo>
                  <a:lnTo>
                    <a:pt x="36423" y="27451"/>
                  </a:lnTo>
                  <a:lnTo>
                    <a:pt x="12141" y="1915"/>
                  </a:lnTo>
                  <a:cubicBezTo>
                    <a:pt x="9585" y="-638"/>
                    <a:pt x="5751" y="-638"/>
                    <a:pt x="3195" y="1915"/>
                  </a:cubicBezTo>
                  <a:cubicBezTo>
                    <a:pt x="639" y="4469"/>
                    <a:pt x="639" y="8299"/>
                    <a:pt x="3195" y="10853"/>
                  </a:cubicBezTo>
                  <a:lnTo>
                    <a:pt x="27477" y="36389"/>
                  </a:lnTo>
                  <a:lnTo>
                    <a:pt x="1917" y="60648"/>
                  </a:lnTo>
                  <a:cubicBezTo>
                    <a:pt x="-639" y="63201"/>
                    <a:pt x="-639" y="67032"/>
                    <a:pt x="1917" y="69585"/>
                  </a:cubicBezTo>
                  <a:cubicBezTo>
                    <a:pt x="3195" y="70862"/>
                    <a:pt x="5112" y="71501"/>
                    <a:pt x="6390" y="71501"/>
                  </a:cubicBezTo>
                  <a:cubicBezTo>
                    <a:pt x="7668" y="71501"/>
                    <a:pt x="9585" y="70862"/>
                    <a:pt x="10863" y="69585"/>
                  </a:cubicBezTo>
                  <a:lnTo>
                    <a:pt x="36423" y="45326"/>
                  </a:lnTo>
                  <a:lnTo>
                    <a:pt x="60704" y="70862"/>
                  </a:lnTo>
                  <a:cubicBezTo>
                    <a:pt x="61982" y="72139"/>
                    <a:pt x="63899" y="72777"/>
                    <a:pt x="65177" y="72777"/>
                  </a:cubicBezTo>
                  <a:cubicBezTo>
                    <a:pt x="66455" y="72777"/>
                    <a:pt x="68372" y="72139"/>
                    <a:pt x="69650" y="70862"/>
                  </a:cubicBezTo>
                  <a:cubicBezTo>
                    <a:pt x="72206" y="68309"/>
                    <a:pt x="72206" y="64478"/>
                    <a:pt x="69650" y="61925"/>
                  </a:cubicBezTo>
                  <a:lnTo>
                    <a:pt x="45368" y="36389"/>
                  </a:lnTo>
                  <a:lnTo>
                    <a:pt x="70928" y="12130"/>
                  </a:lnTo>
                  <a:cubicBezTo>
                    <a:pt x="73484" y="9576"/>
                    <a:pt x="73484" y="5746"/>
                    <a:pt x="70928" y="3192"/>
                  </a:cubicBezTo>
                </a:path>
              </a:pathLst>
            </a:custGeom>
            <a:solidFill>
              <a:srgbClr val="004F59"/>
            </a:solidFill>
            <a:ln w="6390" cap="flat">
              <a:noFill/>
              <a:prstDash val="solid"/>
              <a:miter/>
            </a:ln>
          </p:spPr>
          <p:txBody>
            <a:bodyPr rtlCol="0" anchor="ctr"/>
            <a:lstStyle/>
            <a:p>
              <a:endParaRPr lang="en-US"/>
            </a:p>
          </p:txBody>
        </p:sp>
        <p:sp>
          <p:nvSpPr>
            <p:cNvPr id="908" name="Graphic 4">
              <a:extLst>
                <a:ext uri="{FF2B5EF4-FFF2-40B4-BE49-F238E27FC236}">
                  <a16:creationId xmlns:a16="http://schemas.microsoft.com/office/drawing/2014/main" id="{29C4CBCF-8617-974A-B63C-9D21EB723F37}"/>
                </a:ext>
              </a:extLst>
            </p:cNvPr>
            <p:cNvSpPr/>
            <p:nvPr/>
          </p:nvSpPr>
          <p:spPr>
            <a:xfrm>
              <a:off x="1712503" y="1153109"/>
              <a:ext cx="88820" cy="12767"/>
            </a:xfrm>
            <a:custGeom>
              <a:avLst/>
              <a:gdLst>
                <a:gd name="connsiteX0" fmla="*/ 81791 w 88820"/>
                <a:gd name="connsiteY0" fmla="*/ 0 h 12767"/>
                <a:gd name="connsiteX1" fmla="*/ 6390 w 88820"/>
                <a:gd name="connsiteY1" fmla="*/ 0 h 12767"/>
                <a:gd name="connsiteX2" fmla="*/ 0 w 88820"/>
                <a:gd name="connsiteY2" fmla="*/ 6384 h 12767"/>
                <a:gd name="connsiteX3" fmla="*/ 6390 w 88820"/>
                <a:gd name="connsiteY3" fmla="*/ 12768 h 12767"/>
                <a:gd name="connsiteX4" fmla="*/ 82430 w 88820"/>
                <a:gd name="connsiteY4" fmla="*/ 12768 h 12767"/>
                <a:gd name="connsiteX5" fmla="*/ 88820 w 88820"/>
                <a:gd name="connsiteY5" fmla="*/ 6384 h 12767"/>
                <a:gd name="connsiteX6" fmla="*/ 81791 w 88820"/>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820" h="12767">
                  <a:moveTo>
                    <a:pt x="81791" y="0"/>
                  </a:moveTo>
                  <a:lnTo>
                    <a:pt x="6390" y="0"/>
                  </a:lnTo>
                  <a:cubicBezTo>
                    <a:pt x="2556" y="0"/>
                    <a:pt x="0" y="2554"/>
                    <a:pt x="0" y="6384"/>
                  </a:cubicBezTo>
                  <a:cubicBezTo>
                    <a:pt x="0" y="10214"/>
                    <a:pt x="2556" y="12768"/>
                    <a:pt x="6390" y="12768"/>
                  </a:cubicBezTo>
                  <a:lnTo>
                    <a:pt x="82430" y="12768"/>
                  </a:lnTo>
                  <a:cubicBezTo>
                    <a:pt x="86264" y="12768"/>
                    <a:pt x="88820" y="10214"/>
                    <a:pt x="88820" y="6384"/>
                  </a:cubicBezTo>
                  <a:cubicBezTo>
                    <a:pt x="88181" y="3192"/>
                    <a:pt x="85625" y="0"/>
                    <a:pt x="81791" y="0"/>
                  </a:cubicBezTo>
                </a:path>
              </a:pathLst>
            </a:custGeom>
            <a:solidFill>
              <a:srgbClr val="004F59"/>
            </a:solidFill>
            <a:ln w="6390" cap="flat">
              <a:noFill/>
              <a:prstDash val="solid"/>
              <a:miter/>
            </a:ln>
          </p:spPr>
          <p:txBody>
            <a:bodyPr rtlCol="0" anchor="ctr"/>
            <a:lstStyle/>
            <a:p>
              <a:endParaRPr lang="en-US"/>
            </a:p>
          </p:txBody>
        </p:sp>
        <p:sp>
          <p:nvSpPr>
            <p:cNvPr id="909" name="Graphic 4">
              <a:extLst>
                <a:ext uri="{FF2B5EF4-FFF2-40B4-BE49-F238E27FC236}">
                  <a16:creationId xmlns:a16="http://schemas.microsoft.com/office/drawing/2014/main" id="{D92555BE-DD50-AC44-B646-FAC1D98C3EF5}"/>
                </a:ext>
              </a:extLst>
            </p:cNvPr>
            <p:cNvSpPr/>
            <p:nvPr/>
          </p:nvSpPr>
          <p:spPr>
            <a:xfrm>
              <a:off x="1589816" y="1001809"/>
              <a:ext cx="88820" cy="88098"/>
            </a:xfrm>
            <a:custGeom>
              <a:avLst/>
              <a:gdLst>
                <a:gd name="connsiteX0" fmla="*/ 82430 w 88820"/>
                <a:gd name="connsiteY0" fmla="*/ 37665 h 88098"/>
                <a:gd name="connsiteX1" fmla="*/ 51119 w 88820"/>
                <a:gd name="connsiteY1" fmla="*/ 37665 h 88098"/>
                <a:gd name="connsiteX2" fmla="*/ 51119 w 88820"/>
                <a:gd name="connsiteY2" fmla="*/ 6384 h 88098"/>
                <a:gd name="connsiteX3" fmla="*/ 44730 w 88820"/>
                <a:gd name="connsiteY3" fmla="*/ 0 h 88098"/>
                <a:gd name="connsiteX4" fmla="*/ 38340 w 88820"/>
                <a:gd name="connsiteY4" fmla="*/ 6384 h 88098"/>
                <a:gd name="connsiteX5" fmla="*/ 38340 w 88820"/>
                <a:gd name="connsiteY5" fmla="*/ 37665 h 88098"/>
                <a:gd name="connsiteX6" fmla="*/ 6390 w 88820"/>
                <a:gd name="connsiteY6" fmla="*/ 37665 h 88098"/>
                <a:gd name="connsiteX7" fmla="*/ 0 w 88820"/>
                <a:gd name="connsiteY7" fmla="*/ 44049 h 88098"/>
                <a:gd name="connsiteX8" fmla="*/ 6390 w 88820"/>
                <a:gd name="connsiteY8" fmla="*/ 50433 h 88098"/>
                <a:gd name="connsiteX9" fmla="*/ 38340 w 88820"/>
                <a:gd name="connsiteY9" fmla="*/ 50433 h 88098"/>
                <a:gd name="connsiteX10" fmla="*/ 38340 w 88820"/>
                <a:gd name="connsiteY10" fmla="*/ 81715 h 88098"/>
                <a:gd name="connsiteX11" fmla="*/ 44730 w 88820"/>
                <a:gd name="connsiteY11" fmla="*/ 88099 h 88098"/>
                <a:gd name="connsiteX12" fmla="*/ 51119 w 88820"/>
                <a:gd name="connsiteY12" fmla="*/ 81715 h 88098"/>
                <a:gd name="connsiteX13" fmla="*/ 51119 w 88820"/>
                <a:gd name="connsiteY13" fmla="*/ 50433 h 88098"/>
                <a:gd name="connsiteX14" fmla="*/ 82430 w 88820"/>
                <a:gd name="connsiteY14" fmla="*/ 50433 h 88098"/>
                <a:gd name="connsiteX15" fmla="*/ 88820 w 88820"/>
                <a:gd name="connsiteY15" fmla="*/ 44049 h 88098"/>
                <a:gd name="connsiteX16" fmla="*/ 82430 w 88820"/>
                <a:gd name="connsiteY16" fmla="*/ 37665 h 8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8820" h="88098">
                  <a:moveTo>
                    <a:pt x="82430" y="37665"/>
                  </a:moveTo>
                  <a:lnTo>
                    <a:pt x="51119" y="37665"/>
                  </a:lnTo>
                  <a:lnTo>
                    <a:pt x="51119" y="6384"/>
                  </a:lnTo>
                  <a:cubicBezTo>
                    <a:pt x="51119" y="2554"/>
                    <a:pt x="48563" y="0"/>
                    <a:pt x="44730" y="0"/>
                  </a:cubicBezTo>
                  <a:cubicBezTo>
                    <a:pt x="40896" y="0"/>
                    <a:pt x="38340" y="2554"/>
                    <a:pt x="38340" y="6384"/>
                  </a:cubicBezTo>
                  <a:lnTo>
                    <a:pt x="38340" y="37665"/>
                  </a:lnTo>
                  <a:lnTo>
                    <a:pt x="6390" y="37665"/>
                  </a:lnTo>
                  <a:cubicBezTo>
                    <a:pt x="2556" y="37665"/>
                    <a:pt x="0" y="40219"/>
                    <a:pt x="0" y="44049"/>
                  </a:cubicBezTo>
                  <a:cubicBezTo>
                    <a:pt x="0" y="47880"/>
                    <a:pt x="2556" y="50433"/>
                    <a:pt x="6390" y="50433"/>
                  </a:cubicBezTo>
                  <a:lnTo>
                    <a:pt x="38340" y="50433"/>
                  </a:lnTo>
                  <a:lnTo>
                    <a:pt x="38340" y="81715"/>
                  </a:lnTo>
                  <a:cubicBezTo>
                    <a:pt x="38340" y="85545"/>
                    <a:pt x="40896" y="88099"/>
                    <a:pt x="44730" y="88099"/>
                  </a:cubicBezTo>
                  <a:cubicBezTo>
                    <a:pt x="48563" y="88099"/>
                    <a:pt x="51119" y="85545"/>
                    <a:pt x="51119" y="81715"/>
                  </a:cubicBezTo>
                  <a:lnTo>
                    <a:pt x="51119" y="50433"/>
                  </a:lnTo>
                  <a:lnTo>
                    <a:pt x="82430" y="50433"/>
                  </a:lnTo>
                  <a:cubicBezTo>
                    <a:pt x="86264" y="50433"/>
                    <a:pt x="88820" y="47880"/>
                    <a:pt x="88820" y="44049"/>
                  </a:cubicBezTo>
                  <a:cubicBezTo>
                    <a:pt x="88820" y="40219"/>
                    <a:pt x="86264" y="37665"/>
                    <a:pt x="82430" y="37665"/>
                  </a:cubicBezTo>
                </a:path>
              </a:pathLst>
            </a:custGeom>
            <a:solidFill>
              <a:srgbClr val="004F59"/>
            </a:solidFill>
            <a:ln w="6390" cap="flat">
              <a:noFill/>
              <a:prstDash val="solid"/>
              <a:miter/>
            </a:ln>
          </p:spPr>
          <p:txBody>
            <a:bodyPr rtlCol="0" anchor="ctr"/>
            <a:lstStyle/>
            <a:p>
              <a:endParaRPr lang="en-US"/>
            </a:p>
          </p:txBody>
        </p:sp>
        <p:sp>
          <p:nvSpPr>
            <p:cNvPr id="910" name="Graphic 4">
              <a:extLst>
                <a:ext uri="{FF2B5EF4-FFF2-40B4-BE49-F238E27FC236}">
                  <a16:creationId xmlns:a16="http://schemas.microsoft.com/office/drawing/2014/main" id="{7B018B93-BD56-D14C-91FD-7F0566FC3A82}"/>
                </a:ext>
              </a:extLst>
            </p:cNvPr>
            <p:cNvSpPr/>
            <p:nvPr/>
          </p:nvSpPr>
          <p:spPr>
            <a:xfrm>
              <a:off x="1712503" y="1039474"/>
              <a:ext cx="88820" cy="12767"/>
            </a:xfrm>
            <a:custGeom>
              <a:avLst/>
              <a:gdLst>
                <a:gd name="connsiteX0" fmla="*/ 82430 w 88820"/>
                <a:gd name="connsiteY0" fmla="*/ 0 h 12767"/>
                <a:gd name="connsiteX1" fmla="*/ 6390 w 88820"/>
                <a:gd name="connsiteY1" fmla="*/ 0 h 12767"/>
                <a:gd name="connsiteX2" fmla="*/ 0 w 88820"/>
                <a:gd name="connsiteY2" fmla="*/ 6384 h 12767"/>
                <a:gd name="connsiteX3" fmla="*/ 6390 w 88820"/>
                <a:gd name="connsiteY3" fmla="*/ 12768 h 12767"/>
                <a:gd name="connsiteX4" fmla="*/ 82430 w 88820"/>
                <a:gd name="connsiteY4" fmla="*/ 12768 h 12767"/>
                <a:gd name="connsiteX5" fmla="*/ 88820 w 88820"/>
                <a:gd name="connsiteY5" fmla="*/ 6384 h 12767"/>
                <a:gd name="connsiteX6" fmla="*/ 82430 w 88820"/>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820" h="12767">
                  <a:moveTo>
                    <a:pt x="82430" y="0"/>
                  </a:moveTo>
                  <a:lnTo>
                    <a:pt x="6390" y="0"/>
                  </a:lnTo>
                  <a:cubicBezTo>
                    <a:pt x="2556" y="0"/>
                    <a:pt x="0" y="2554"/>
                    <a:pt x="0" y="6384"/>
                  </a:cubicBezTo>
                  <a:cubicBezTo>
                    <a:pt x="0" y="10214"/>
                    <a:pt x="2556" y="12768"/>
                    <a:pt x="6390" y="12768"/>
                  </a:cubicBezTo>
                  <a:lnTo>
                    <a:pt x="82430" y="12768"/>
                  </a:lnTo>
                  <a:cubicBezTo>
                    <a:pt x="86264" y="12768"/>
                    <a:pt x="88820" y="10214"/>
                    <a:pt x="88820" y="6384"/>
                  </a:cubicBezTo>
                  <a:cubicBezTo>
                    <a:pt x="88820" y="2554"/>
                    <a:pt x="86264" y="0"/>
                    <a:pt x="82430" y="0"/>
                  </a:cubicBezTo>
                </a:path>
              </a:pathLst>
            </a:custGeom>
            <a:solidFill>
              <a:srgbClr val="004F59"/>
            </a:solidFill>
            <a:ln w="6390" cap="flat">
              <a:noFill/>
              <a:prstDash val="solid"/>
              <a:miter/>
            </a:ln>
          </p:spPr>
          <p:txBody>
            <a:bodyPr rtlCol="0" anchor="ctr"/>
            <a:lstStyle/>
            <a:p>
              <a:endParaRPr lang="en-US"/>
            </a:p>
          </p:txBody>
        </p:sp>
        <p:sp>
          <p:nvSpPr>
            <p:cNvPr id="911" name="Graphic 4">
              <a:extLst>
                <a:ext uri="{FF2B5EF4-FFF2-40B4-BE49-F238E27FC236}">
                  <a16:creationId xmlns:a16="http://schemas.microsoft.com/office/drawing/2014/main" id="{0FFE7F39-1561-AB49-A28F-E4750514AD5B}"/>
                </a:ext>
              </a:extLst>
            </p:cNvPr>
            <p:cNvSpPr/>
            <p:nvPr/>
          </p:nvSpPr>
          <p:spPr>
            <a:xfrm>
              <a:off x="1749564" y="1010108"/>
              <a:ext cx="14057" cy="14044"/>
            </a:xfrm>
            <a:custGeom>
              <a:avLst/>
              <a:gdLst>
                <a:gd name="connsiteX0" fmla="*/ 7029 w 14057"/>
                <a:gd name="connsiteY0" fmla="*/ 14045 h 14044"/>
                <a:gd name="connsiteX1" fmla="*/ 14058 w 14057"/>
                <a:gd name="connsiteY1" fmla="*/ 7022 h 14044"/>
                <a:gd name="connsiteX2" fmla="*/ 7029 w 14057"/>
                <a:gd name="connsiteY2" fmla="*/ 0 h 14044"/>
                <a:gd name="connsiteX3" fmla="*/ 0 w 14057"/>
                <a:gd name="connsiteY3" fmla="*/ 7022 h 14044"/>
                <a:gd name="connsiteX4" fmla="*/ 7029 w 14057"/>
                <a:gd name="connsiteY4" fmla="*/ 14045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14045"/>
                  </a:moveTo>
                  <a:cubicBezTo>
                    <a:pt x="10863" y="14045"/>
                    <a:pt x="14058" y="10853"/>
                    <a:pt x="14058" y="7022"/>
                  </a:cubicBezTo>
                  <a:cubicBezTo>
                    <a:pt x="14058" y="3192"/>
                    <a:pt x="10863" y="0"/>
                    <a:pt x="7029" y="0"/>
                  </a:cubicBezTo>
                  <a:cubicBezTo>
                    <a:pt x="3195" y="0"/>
                    <a:pt x="0" y="3192"/>
                    <a:pt x="0" y="7022"/>
                  </a:cubicBezTo>
                  <a:cubicBezTo>
                    <a:pt x="0" y="10853"/>
                    <a:pt x="3195" y="14045"/>
                    <a:pt x="7029" y="14045"/>
                  </a:cubicBezTo>
                </a:path>
              </a:pathLst>
            </a:custGeom>
            <a:solidFill>
              <a:srgbClr val="004F59"/>
            </a:solidFill>
            <a:ln w="6390" cap="flat">
              <a:noFill/>
              <a:prstDash val="solid"/>
              <a:miter/>
            </a:ln>
          </p:spPr>
          <p:txBody>
            <a:bodyPr rtlCol="0" anchor="ctr"/>
            <a:lstStyle/>
            <a:p>
              <a:endParaRPr lang="en-US"/>
            </a:p>
          </p:txBody>
        </p:sp>
        <p:sp>
          <p:nvSpPr>
            <p:cNvPr id="912" name="Graphic 4">
              <a:extLst>
                <a:ext uri="{FF2B5EF4-FFF2-40B4-BE49-F238E27FC236}">
                  <a16:creationId xmlns:a16="http://schemas.microsoft.com/office/drawing/2014/main" id="{8F0960F4-8456-614D-9A9A-E1114C073DB5}"/>
                </a:ext>
              </a:extLst>
            </p:cNvPr>
            <p:cNvSpPr/>
            <p:nvPr/>
          </p:nvSpPr>
          <p:spPr>
            <a:xfrm>
              <a:off x="1749564" y="1067564"/>
              <a:ext cx="14057" cy="14044"/>
            </a:xfrm>
            <a:custGeom>
              <a:avLst/>
              <a:gdLst>
                <a:gd name="connsiteX0" fmla="*/ 14058 w 14057"/>
                <a:gd name="connsiteY0" fmla="*/ 7022 h 14044"/>
                <a:gd name="connsiteX1" fmla="*/ 7029 w 14057"/>
                <a:gd name="connsiteY1" fmla="*/ 0 h 14044"/>
                <a:gd name="connsiteX2" fmla="*/ 0 w 14057"/>
                <a:gd name="connsiteY2" fmla="*/ 7022 h 14044"/>
                <a:gd name="connsiteX3" fmla="*/ 7029 w 14057"/>
                <a:gd name="connsiteY3" fmla="*/ 14045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3192"/>
                    <a:pt x="10863" y="0"/>
                    <a:pt x="7029" y="0"/>
                  </a:cubicBezTo>
                  <a:cubicBezTo>
                    <a:pt x="3195" y="0"/>
                    <a:pt x="0" y="3192"/>
                    <a:pt x="0" y="7022"/>
                  </a:cubicBezTo>
                  <a:cubicBezTo>
                    <a:pt x="0" y="10853"/>
                    <a:pt x="3195" y="14045"/>
                    <a:pt x="7029" y="14045"/>
                  </a:cubicBezTo>
                  <a:cubicBezTo>
                    <a:pt x="10863" y="14045"/>
                    <a:pt x="14058" y="10853"/>
                    <a:pt x="14058" y="7022"/>
                  </a:cubicBezTo>
                </a:path>
              </a:pathLst>
            </a:custGeom>
            <a:solidFill>
              <a:srgbClr val="004F59"/>
            </a:solidFill>
            <a:ln w="6390" cap="flat">
              <a:noFill/>
              <a:prstDash val="solid"/>
              <a:miter/>
            </a:ln>
          </p:spPr>
          <p:txBody>
            <a:bodyPr rtlCol="0" anchor="ctr"/>
            <a:lstStyle/>
            <a:p>
              <a:endParaRPr lang="en-US"/>
            </a:p>
          </p:txBody>
        </p:sp>
      </p:grpSp>
      <p:sp>
        <p:nvSpPr>
          <p:cNvPr id="913" name="Graphic 4">
            <a:extLst>
              <a:ext uri="{FF2B5EF4-FFF2-40B4-BE49-F238E27FC236}">
                <a16:creationId xmlns:a16="http://schemas.microsoft.com/office/drawing/2014/main" id="{DADE575C-01D8-AE4D-8136-AED09F90B943}"/>
              </a:ext>
            </a:extLst>
          </p:cNvPr>
          <p:cNvSpPr/>
          <p:nvPr/>
        </p:nvSpPr>
        <p:spPr>
          <a:xfrm>
            <a:off x="1952764" y="918179"/>
            <a:ext cx="361674" cy="361333"/>
          </a:xfrm>
          <a:custGeom>
            <a:avLst/>
            <a:gdLst>
              <a:gd name="connsiteX0" fmla="*/ 279879 w 361674"/>
              <a:gd name="connsiteY0" fmla="*/ 134064 h 361333"/>
              <a:gd name="connsiteX1" fmla="*/ 203839 w 361674"/>
              <a:gd name="connsiteY1" fmla="*/ 134064 h 361333"/>
              <a:gd name="connsiteX2" fmla="*/ 197449 w 361674"/>
              <a:gd name="connsiteY2" fmla="*/ 127680 h 361333"/>
              <a:gd name="connsiteX3" fmla="*/ 203839 w 361674"/>
              <a:gd name="connsiteY3" fmla="*/ 121296 h 361333"/>
              <a:gd name="connsiteX4" fmla="*/ 279879 w 361674"/>
              <a:gd name="connsiteY4" fmla="*/ 121296 h 361333"/>
              <a:gd name="connsiteX5" fmla="*/ 286269 w 361674"/>
              <a:gd name="connsiteY5" fmla="*/ 127680 h 361333"/>
              <a:gd name="connsiteX6" fmla="*/ 279879 w 361674"/>
              <a:gd name="connsiteY6" fmla="*/ 134064 h 361333"/>
              <a:gd name="connsiteX7" fmla="*/ 234511 w 361674"/>
              <a:gd name="connsiteY7" fmla="*/ 156408 h 361333"/>
              <a:gd name="connsiteX8" fmla="*/ 241540 w 361674"/>
              <a:gd name="connsiteY8" fmla="*/ 149385 h 361333"/>
              <a:gd name="connsiteX9" fmla="*/ 248569 w 361674"/>
              <a:gd name="connsiteY9" fmla="*/ 156408 h 361333"/>
              <a:gd name="connsiteX10" fmla="*/ 241540 w 361674"/>
              <a:gd name="connsiteY10" fmla="*/ 163430 h 361333"/>
              <a:gd name="connsiteX11" fmla="*/ 234511 w 361674"/>
              <a:gd name="connsiteY11" fmla="*/ 156408 h 361333"/>
              <a:gd name="connsiteX12" fmla="*/ 279879 w 361674"/>
              <a:gd name="connsiteY12" fmla="*/ 247699 h 361333"/>
              <a:gd name="connsiteX13" fmla="*/ 203839 w 361674"/>
              <a:gd name="connsiteY13" fmla="*/ 247699 h 361333"/>
              <a:gd name="connsiteX14" fmla="*/ 197449 w 361674"/>
              <a:gd name="connsiteY14" fmla="*/ 241315 h 361333"/>
              <a:gd name="connsiteX15" fmla="*/ 203839 w 361674"/>
              <a:gd name="connsiteY15" fmla="*/ 234931 h 361333"/>
              <a:gd name="connsiteX16" fmla="*/ 279879 w 361674"/>
              <a:gd name="connsiteY16" fmla="*/ 234931 h 361333"/>
              <a:gd name="connsiteX17" fmla="*/ 286269 w 361674"/>
              <a:gd name="connsiteY17" fmla="*/ 241315 h 361333"/>
              <a:gd name="connsiteX18" fmla="*/ 279879 w 361674"/>
              <a:gd name="connsiteY18" fmla="*/ 247699 h 361333"/>
              <a:gd name="connsiteX19" fmla="*/ 242179 w 361674"/>
              <a:gd name="connsiteY19" fmla="*/ 91929 h 361333"/>
              <a:gd name="connsiteX20" fmla="*/ 249208 w 361674"/>
              <a:gd name="connsiteY20" fmla="*/ 98952 h 361333"/>
              <a:gd name="connsiteX21" fmla="*/ 242179 w 361674"/>
              <a:gd name="connsiteY21" fmla="*/ 105974 h 361333"/>
              <a:gd name="connsiteX22" fmla="*/ 235150 w 361674"/>
              <a:gd name="connsiteY22" fmla="*/ 98952 h 361333"/>
              <a:gd name="connsiteX23" fmla="*/ 242179 w 361674"/>
              <a:gd name="connsiteY23" fmla="*/ 91929 h 361333"/>
              <a:gd name="connsiteX24" fmla="*/ 157831 w 361674"/>
              <a:gd name="connsiteY24" fmla="*/ 134064 h 361333"/>
              <a:gd name="connsiteX25" fmla="*/ 126521 w 361674"/>
              <a:gd name="connsiteY25" fmla="*/ 134064 h 361333"/>
              <a:gd name="connsiteX26" fmla="*/ 126521 w 361674"/>
              <a:gd name="connsiteY26" fmla="*/ 165345 h 361333"/>
              <a:gd name="connsiteX27" fmla="*/ 120131 w 361674"/>
              <a:gd name="connsiteY27" fmla="*/ 171729 h 361333"/>
              <a:gd name="connsiteX28" fmla="*/ 113741 w 361674"/>
              <a:gd name="connsiteY28" fmla="*/ 165345 h 361333"/>
              <a:gd name="connsiteX29" fmla="*/ 113741 w 361674"/>
              <a:gd name="connsiteY29" fmla="*/ 134064 h 361333"/>
              <a:gd name="connsiteX30" fmla="*/ 81791 w 361674"/>
              <a:gd name="connsiteY30" fmla="*/ 134064 h 361333"/>
              <a:gd name="connsiteX31" fmla="*/ 75401 w 361674"/>
              <a:gd name="connsiteY31" fmla="*/ 127680 h 361333"/>
              <a:gd name="connsiteX32" fmla="*/ 81791 w 361674"/>
              <a:gd name="connsiteY32" fmla="*/ 121296 h 361333"/>
              <a:gd name="connsiteX33" fmla="*/ 113741 w 361674"/>
              <a:gd name="connsiteY33" fmla="*/ 121296 h 361333"/>
              <a:gd name="connsiteX34" fmla="*/ 113741 w 361674"/>
              <a:gd name="connsiteY34" fmla="*/ 90014 h 361333"/>
              <a:gd name="connsiteX35" fmla="*/ 120131 w 361674"/>
              <a:gd name="connsiteY35" fmla="*/ 83630 h 361333"/>
              <a:gd name="connsiteX36" fmla="*/ 126521 w 361674"/>
              <a:gd name="connsiteY36" fmla="*/ 90014 h 361333"/>
              <a:gd name="connsiteX37" fmla="*/ 126521 w 361674"/>
              <a:gd name="connsiteY37" fmla="*/ 121296 h 361333"/>
              <a:gd name="connsiteX38" fmla="*/ 157831 w 361674"/>
              <a:gd name="connsiteY38" fmla="*/ 121296 h 361333"/>
              <a:gd name="connsiteX39" fmla="*/ 164221 w 361674"/>
              <a:gd name="connsiteY39" fmla="*/ 127680 h 361333"/>
              <a:gd name="connsiteX40" fmla="*/ 157831 w 361674"/>
              <a:gd name="connsiteY40" fmla="*/ 134064 h 361333"/>
              <a:gd name="connsiteX41" fmla="*/ 153358 w 361674"/>
              <a:gd name="connsiteY41" fmla="*/ 267489 h 361333"/>
              <a:gd name="connsiteX42" fmla="*/ 153358 w 361674"/>
              <a:gd name="connsiteY42" fmla="*/ 276426 h 361333"/>
              <a:gd name="connsiteX43" fmla="*/ 148885 w 361674"/>
              <a:gd name="connsiteY43" fmla="*/ 278342 h 361333"/>
              <a:gd name="connsiteX44" fmla="*/ 144413 w 361674"/>
              <a:gd name="connsiteY44" fmla="*/ 276426 h 361333"/>
              <a:gd name="connsiteX45" fmla="*/ 120131 w 361674"/>
              <a:gd name="connsiteY45" fmla="*/ 250891 h 361333"/>
              <a:gd name="connsiteX46" fmla="*/ 94571 w 361674"/>
              <a:gd name="connsiteY46" fmla="*/ 275150 h 361333"/>
              <a:gd name="connsiteX47" fmla="*/ 90098 w 361674"/>
              <a:gd name="connsiteY47" fmla="*/ 277065 h 361333"/>
              <a:gd name="connsiteX48" fmla="*/ 85625 w 361674"/>
              <a:gd name="connsiteY48" fmla="*/ 275150 h 361333"/>
              <a:gd name="connsiteX49" fmla="*/ 85625 w 361674"/>
              <a:gd name="connsiteY49" fmla="*/ 266212 h 361333"/>
              <a:gd name="connsiteX50" fmla="*/ 111185 w 361674"/>
              <a:gd name="connsiteY50" fmla="*/ 241953 h 361333"/>
              <a:gd name="connsiteX51" fmla="*/ 86903 w 361674"/>
              <a:gd name="connsiteY51" fmla="*/ 216417 h 361333"/>
              <a:gd name="connsiteX52" fmla="*/ 86903 w 361674"/>
              <a:gd name="connsiteY52" fmla="*/ 207479 h 361333"/>
              <a:gd name="connsiteX53" fmla="*/ 95849 w 361674"/>
              <a:gd name="connsiteY53" fmla="*/ 207479 h 361333"/>
              <a:gd name="connsiteX54" fmla="*/ 120131 w 361674"/>
              <a:gd name="connsiteY54" fmla="*/ 233015 h 361333"/>
              <a:gd name="connsiteX55" fmla="*/ 145690 w 361674"/>
              <a:gd name="connsiteY55" fmla="*/ 208756 h 361333"/>
              <a:gd name="connsiteX56" fmla="*/ 154636 w 361674"/>
              <a:gd name="connsiteY56" fmla="*/ 208756 h 361333"/>
              <a:gd name="connsiteX57" fmla="*/ 154636 w 361674"/>
              <a:gd name="connsiteY57" fmla="*/ 217694 h 361333"/>
              <a:gd name="connsiteX58" fmla="*/ 129077 w 361674"/>
              <a:gd name="connsiteY58" fmla="*/ 241953 h 361333"/>
              <a:gd name="connsiteX59" fmla="*/ 153358 w 361674"/>
              <a:gd name="connsiteY59" fmla="*/ 267489 h 361333"/>
              <a:gd name="connsiteX60" fmla="*/ 180835 w 361674"/>
              <a:gd name="connsiteY60" fmla="*/ 0 h 361333"/>
              <a:gd name="connsiteX61" fmla="*/ 0 w 361674"/>
              <a:gd name="connsiteY61" fmla="*/ 180667 h 361333"/>
              <a:gd name="connsiteX62" fmla="*/ 180835 w 361674"/>
              <a:gd name="connsiteY62" fmla="*/ 361333 h 361333"/>
              <a:gd name="connsiteX63" fmla="*/ 361670 w 361674"/>
              <a:gd name="connsiteY63" fmla="*/ 180667 h 361333"/>
              <a:gd name="connsiteX64" fmla="*/ 180835 w 361674"/>
              <a:gd name="connsiteY64"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1674" h="361333">
                <a:moveTo>
                  <a:pt x="279879" y="134064"/>
                </a:moveTo>
                <a:lnTo>
                  <a:pt x="203839" y="134064"/>
                </a:lnTo>
                <a:cubicBezTo>
                  <a:pt x="200005" y="134064"/>
                  <a:pt x="197449" y="131510"/>
                  <a:pt x="197449" y="127680"/>
                </a:cubicBezTo>
                <a:cubicBezTo>
                  <a:pt x="197449" y="123849"/>
                  <a:pt x="200005" y="121296"/>
                  <a:pt x="203839" y="121296"/>
                </a:cubicBezTo>
                <a:lnTo>
                  <a:pt x="279879" y="121296"/>
                </a:lnTo>
                <a:cubicBezTo>
                  <a:pt x="283713" y="121296"/>
                  <a:pt x="286269" y="123849"/>
                  <a:pt x="286269" y="127680"/>
                </a:cubicBezTo>
                <a:cubicBezTo>
                  <a:pt x="286269" y="130872"/>
                  <a:pt x="283713" y="134064"/>
                  <a:pt x="279879" y="134064"/>
                </a:cubicBezTo>
                <a:moveTo>
                  <a:pt x="234511" y="156408"/>
                </a:moveTo>
                <a:cubicBezTo>
                  <a:pt x="234511" y="152577"/>
                  <a:pt x="237706" y="149385"/>
                  <a:pt x="241540" y="149385"/>
                </a:cubicBezTo>
                <a:cubicBezTo>
                  <a:pt x="245374" y="149385"/>
                  <a:pt x="248569" y="152577"/>
                  <a:pt x="248569" y="156408"/>
                </a:cubicBezTo>
                <a:cubicBezTo>
                  <a:pt x="248569" y="160238"/>
                  <a:pt x="245374" y="163430"/>
                  <a:pt x="241540" y="163430"/>
                </a:cubicBezTo>
                <a:cubicBezTo>
                  <a:pt x="237706" y="163430"/>
                  <a:pt x="234511" y="160238"/>
                  <a:pt x="234511" y="156408"/>
                </a:cubicBezTo>
                <a:moveTo>
                  <a:pt x="279879" y="247699"/>
                </a:moveTo>
                <a:lnTo>
                  <a:pt x="203839" y="247699"/>
                </a:lnTo>
                <a:cubicBezTo>
                  <a:pt x="200005" y="247699"/>
                  <a:pt x="197449" y="245145"/>
                  <a:pt x="197449" y="241315"/>
                </a:cubicBezTo>
                <a:cubicBezTo>
                  <a:pt x="197449" y="237484"/>
                  <a:pt x="200005" y="234931"/>
                  <a:pt x="203839" y="234931"/>
                </a:cubicBezTo>
                <a:lnTo>
                  <a:pt x="279879" y="234931"/>
                </a:lnTo>
                <a:cubicBezTo>
                  <a:pt x="283713" y="234931"/>
                  <a:pt x="286269" y="237484"/>
                  <a:pt x="286269" y="241315"/>
                </a:cubicBezTo>
                <a:cubicBezTo>
                  <a:pt x="286269" y="245145"/>
                  <a:pt x="283074" y="247699"/>
                  <a:pt x="279879" y="247699"/>
                </a:cubicBezTo>
                <a:moveTo>
                  <a:pt x="242179" y="91929"/>
                </a:moveTo>
                <a:cubicBezTo>
                  <a:pt x="246013" y="91929"/>
                  <a:pt x="249208" y="95121"/>
                  <a:pt x="249208" y="98952"/>
                </a:cubicBezTo>
                <a:cubicBezTo>
                  <a:pt x="249208" y="102782"/>
                  <a:pt x="246013" y="105974"/>
                  <a:pt x="242179" y="105974"/>
                </a:cubicBezTo>
                <a:cubicBezTo>
                  <a:pt x="238345" y="105974"/>
                  <a:pt x="235150" y="102782"/>
                  <a:pt x="235150" y="98952"/>
                </a:cubicBezTo>
                <a:cubicBezTo>
                  <a:pt x="234511" y="95121"/>
                  <a:pt x="237706" y="91929"/>
                  <a:pt x="242179" y="91929"/>
                </a:cubicBezTo>
                <a:moveTo>
                  <a:pt x="157831" y="134064"/>
                </a:moveTo>
                <a:lnTo>
                  <a:pt x="126521" y="134064"/>
                </a:lnTo>
                <a:lnTo>
                  <a:pt x="126521" y="165345"/>
                </a:lnTo>
                <a:cubicBezTo>
                  <a:pt x="126521" y="169176"/>
                  <a:pt x="123965" y="171729"/>
                  <a:pt x="120131" y="171729"/>
                </a:cubicBezTo>
                <a:cubicBezTo>
                  <a:pt x="116297" y="171729"/>
                  <a:pt x="113741" y="169176"/>
                  <a:pt x="113741" y="165345"/>
                </a:cubicBezTo>
                <a:lnTo>
                  <a:pt x="113741" y="134064"/>
                </a:lnTo>
                <a:lnTo>
                  <a:pt x="81791" y="134064"/>
                </a:lnTo>
                <a:cubicBezTo>
                  <a:pt x="77957" y="134064"/>
                  <a:pt x="75401" y="131510"/>
                  <a:pt x="75401" y="127680"/>
                </a:cubicBezTo>
                <a:cubicBezTo>
                  <a:pt x="75401" y="123849"/>
                  <a:pt x="77957" y="121296"/>
                  <a:pt x="81791" y="121296"/>
                </a:cubicBezTo>
                <a:lnTo>
                  <a:pt x="113741" y="121296"/>
                </a:lnTo>
                <a:lnTo>
                  <a:pt x="113741" y="90014"/>
                </a:lnTo>
                <a:cubicBezTo>
                  <a:pt x="113741" y="86184"/>
                  <a:pt x="116297" y="83630"/>
                  <a:pt x="120131" y="83630"/>
                </a:cubicBezTo>
                <a:cubicBezTo>
                  <a:pt x="123965" y="83630"/>
                  <a:pt x="126521" y="86184"/>
                  <a:pt x="126521" y="90014"/>
                </a:cubicBezTo>
                <a:lnTo>
                  <a:pt x="126521" y="121296"/>
                </a:lnTo>
                <a:lnTo>
                  <a:pt x="157831" y="121296"/>
                </a:lnTo>
                <a:cubicBezTo>
                  <a:pt x="161665" y="121296"/>
                  <a:pt x="164221" y="123849"/>
                  <a:pt x="164221" y="127680"/>
                </a:cubicBezTo>
                <a:cubicBezTo>
                  <a:pt x="164221" y="130872"/>
                  <a:pt x="161026" y="134064"/>
                  <a:pt x="157831" y="134064"/>
                </a:cubicBezTo>
                <a:moveTo>
                  <a:pt x="153358" y="267489"/>
                </a:moveTo>
                <a:cubicBezTo>
                  <a:pt x="155914" y="270042"/>
                  <a:pt x="155914" y="273873"/>
                  <a:pt x="153358" y="276426"/>
                </a:cubicBezTo>
                <a:cubicBezTo>
                  <a:pt x="152080" y="277703"/>
                  <a:pt x="150803" y="278342"/>
                  <a:pt x="148885" y="278342"/>
                </a:cubicBezTo>
                <a:cubicBezTo>
                  <a:pt x="146969" y="278342"/>
                  <a:pt x="145690" y="277703"/>
                  <a:pt x="144413" y="276426"/>
                </a:cubicBezTo>
                <a:lnTo>
                  <a:pt x="120131" y="250891"/>
                </a:lnTo>
                <a:lnTo>
                  <a:pt x="94571" y="275150"/>
                </a:lnTo>
                <a:cubicBezTo>
                  <a:pt x="93293" y="276426"/>
                  <a:pt x="92015" y="277065"/>
                  <a:pt x="90098" y="277065"/>
                </a:cubicBezTo>
                <a:cubicBezTo>
                  <a:pt x="88181" y="277065"/>
                  <a:pt x="86903" y="276426"/>
                  <a:pt x="85625" y="275150"/>
                </a:cubicBezTo>
                <a:cubicBezTo>
                  <a:pt x="83069" y="272596"/>
                  <a:pt x="83069" y="268766"/>
                  <a:pt x="85625" y="266212"/>
                </a:cubicBezTo>
                <a:lnTo>
                  <a:pt x="111185" y="241953"/>
                </a:lnTo>
                <a:lnTo>
                  <a:pt x="86903" y="216417"/>
                </a:lnTo>
                <a:cubicBezTo>
                  <a:pt x="84347" y="213863"/>
                  <a:pt x="84347" y="210033"/>
                  <a:pt x="86903" y="207479"/>
                </a:cubicBezTo>
                <a:cubicBezTo>
                  <a:pt x="89459" y="204926"/>
                  <a:pt x="93293" y="204926"/>
                  <a:pt x="95849" y="207479"/>
                </a:cubicBezTo>
                <a:lnTo>
                  <a:pt x="120131" y="233015"/>
                </a:lnTo>
                <a:lnTo>
                  <a:pt x="145690" y="208756"/>
                </a:lnTo>
                <a:cubicBezTo>
                  <a:pt x="148246" y="206203"/>
                  <a:pt x="152080" y="206203"/>
                  <a:pt x="154636" y="208756"/>
                </a:cubicBezTo>
                <a:cubicBezTo>
                  <a:pt x="157192" y="211310"/>
                  <a:pt x="157192" y="215140"/>
                  <a:pt x="154636" y="217694"/>
                </a:cubicBezTo>
                <a:lnTo>
                  <a:pt x="129077" y="241953"/>
                </a:lnTo>
                <a:lnTo>
                  <a:pt x="153358" y="267489"/>
                </a:lnTo>
                <a:close/>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09" y="81077"/>
                  <a:pt x="281157" y="0"/>
                  <a:pt x="180835" y="0"/>
                </a:cubicBezTo>
              </a:path>
            </a:pathLst>
          </a:custGeom>
          <a:solidFill>
            <a:srgbClr val="004F59"/>
          </a:solidFill>
          <a:ln w="6390" cap="flat">
            <a:noFill/>
            <a:prstDash val="solid"/>
            <a:miter/>
          </a:ln>
        </p:spPr>
        <p:txBody>
          <a:bodyPr rtlCol="0" anchor="ctr"/>
          <a:lstStyle/>
          <a:p>
            <a:endParaRPr lang="en-US"/>
          </a:p>
        </p:txBody>
      </p:sp>
      <p:grpSp>
        <p:nvGrpSpPr>
          <p:cNvPr id="914" name="Graphic 4">
            <a:extLst>
              <a:ext uri="{FF2B5EF4-FFF2-40B4-BE49-F238E27FC236}">
                <a16:creationId xmlns:a16="http://schemas.microsoft.com/office/drawing/2014/main" id="{9ABE3644-D806-C44F-972F-EBB11835C168}"/>
              </a:ext>
            </a:extLst>
          </p:cNvPr>
          <p:cNvGrpSpPr/>
          <p:nvPr/>
        </p:nvGrpSpPr>
        <p:grpSpPr>
          <a:xfrm>
            <a:off x="3607758" y="3824806"/>
            <a:ext cx="361674" cy="361333"/>
            <a:chOff x="3607758" y="3824806"/>
            <a:chExt cx="361674" cy="361333"/>
          </a:xfrm>
          <a:solidFill>
            <a:srgbClr val="00ABAB"/>
          </a:solidFill>
        </p:grpSpPr>
        <p:sp>
          <p:nvSpPr>
            <p:cNvPr id="915" name="Graphic 4">
              <a:extLst>
                <a:ext uri="{FF2B5EF4-FFF2-40B4-BE49-F238E27FC236}">
                  <a16:creationId xmlns:a16="http://schemas.microsoft.com/office/drawing/2014/main" id="{FDA95133-208E-E144-8D2C-85BFF932DBCD}"/>
                </a:ext>
              </a:extLst>
            </p:cNvPr>
            <p:cNvSpPr/>
            <p:nvPr/>
          </p:nvSpPr>
          <p:spPr>
            <a:xfrm>
              <a:off x="3607758" y="3824806"/>
              <a:ext cx="361674" cy="361333"/>
            </a:xfrm>
            <a:custGeom>
              <a:avLst/>
              <a:gdLst>
                <a:gd name="connsiteX0" fmla="*/ 180836 w 361674"/>
                <a:gd name="connsiteY0" fmla="*/ 12130 h 361333"/>
                <a:gd name="connsiteX1" fmla="*/ 12780 w 361674"/>
                <a:gd name="connsiteY1" fmla="*/ 180028 h 361333"/>
                <a:gd name="connsiteX2" fmla="*/ 180836 w 361674"/>
                <a:gd name="connsiteY2" fmla="*/ 347927 h 361333"/>
                <a:gd name="connsiteX3" fmla="*/ 348891 w 361674"/>
                <a:gd name="connsiteY3" fmla="*/ 180028 h 361333"/>
                <a:gd name="connsiteX4" fmla="*/ 180836 w 361674"/>
                <a:gd name="connsiteY4" fmla="*/ 12130 h 361333"/>
                <a:gd name="connsiteX5" fmla="*/ 180836 w 361674"/>
                <a:gd name="connsiteY5" fmla="*/ 361333 h 361333"/>
                <a:gd name="connsiteX6" fmla="*/ 0 w 361674"/>
                <a:gd name="connsiteY6" fmla="*/ 180667 h 361333"/>
                <a:gd name="connsiteX7" fmla="*/ 180836 w 361674"/>
                <a:gd name="connsiteY7" fmla="*/ 0 h 361333"/>
                <a:gd name="connsiteX8" fmla="*/ 361671 w 361674"/>
                <a:gd name="connsiteY8" fmla="*/ 180667 h 361333"/>
                <a:gd name="connsiteX9" fmla="*/ 180836 w 361674"/>
                <a:gd name="connsiteY9" fmla="*/ 36133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12130"/>
                  </a:moveTo>
                  <a:cubicBezTo>
                    <a:pt x="88181" y="12130"/>
                    <a:pt x="12780" y="87461"/>
                    <a:pt x="12780" y="180028"/>
                  </a:cubicBezTo>
                  <a:cubicBezTo>
                    <a:pt x="12780" y="272596"/>
                    <a:pt x="88181" y="347927"/>
                    <a:pt x="180836" y="347927"/>
                  </a:cubicBezTo>
                  <a:cubicBezTo>
                    <a:pt x="273490" y="347927"/>
                    <a:pt x="348891" y="272596"/>
                    <a:pt x="348891" y="180028"/>
                  </a:cubicBezTo>
                  <a:cubicBezTo>
                    <a:pt x="349530" y="87461"/>
                    <a:pt x="274128" y="12130"/>
                    <a:pt x="180836" y="12130"/>
                  </a:cubicBezTo>
                  <a:moveTo>
                    <a:pt x="180836" y="361333"/>
                  </a:moveTo>
                  <a:cubicBezTo>
                    <a:pt x="81152" y="361333"/>
                    <a:pt x="0" y="280257"/>
                    <a:pt x="0" y="180667"/>
                  </a:cubicBezTo>
                  <a:cubicBezTo>
                    <a:pt x="0" y="81077"/>
                    <a:pt x="81152" y="0"/>
                    <a:pt x="180836" y="0"/>
                  </a:cubicBezTo>
                  <a:cubicBezTo>
                    <a:pt x="280518" y="0"/>
                    <a:pt x="361671" y="81077"/>
                    <a:pt x="361671" y="180667"/>
                  </a:cubicBezTo>
                  <a:cubicBezTo>
                    <a:pt x="362310" y="280257"/>
                    <a:pt x="281157" y="361333"/>
                    <a:pt x="180836" y="361333"/>
                  </a:cubicBezTo>
                </a:path>
              </a:pathLst>
            </a:custGeom>
            <a:solidFill>
              <a:srgbClr val="00ABAB"/>
            </a:solidFill>
            <a:ln w="6390" cap="flat">
              <a:noFill/>
              <a:prstDash val="solid"/>
              <a:miter/>
            </a:ln>
          </p:spPr>
          <p:txBody>
            <a:bodyPr rtlCol="0" anchor="ctr"/>
            <a:lstStyle/>
            <a:p>
              <a:endParaRPr lang="en-US"/>
            </a:p>
          </p:txBody>
        </p:sp>
        <p:sp>
          <p:nvSpPr>
            <p:cNvPr id="916" name="Graphic 4">
              <a:extLst>
                <a:ext uri="{FF2B5EF4-FFF2-40B4-BE49-F238E27FC236}">
                  <a16:creationId xmlns:a16="http://schemas.microsoft.com/office/drawing/2014/main" id="{3BCE2353-B16C-B942-A38A-004B173496BD}"/>
                </a:ext>
              </a:extLst>
            </p:cNvPr>
            <p:cNvSpPr/>
            <p:nvPr/>
          </p:nvSpPr>
          <p:spPr>
            <a:xfrm>
              <a:off x="3709358" y="4015687"/>
              <a:ext cx="12779" cy="33196"/>
            </a:xfrm>
            <a:custGeom>
              <a:avLst/>
              <a:gdLst>
                <a:gd name="connsiteX0" fmla="*/ 6390 w 12779"/>
                <a:gd name="connsiteY0" fmla="*/ 33196 h 33196"/>
                <a:gd name="connsiteX1" fmla="*/ 0 w 12779"/>
                <a:gd name="connsiteY1" fmla="*/ 26812 h 33196"/>
                <a:gd name="connsiteX2" fmla="*/ 0 w 12779"/>
                <a:gd name="connsiteY2" fmla="*/ 6384 h 33196"/>
                <a:gd name="connsiteX3" fmla="*/ 6390 w 12779"/>
                <a:gd name="connsiteY3" fmla="*/ 0 h 33196"/>
                <a:gd name="connsiteX4" fmla="*/ 12780 w 12779"/>
                <a:gd name="connsiteY4" fmla="*/ 6384 h 33196"/>
                <a:gd name="connsiteX5" fmla="*/ 12780 w 12779"/>
                <a:gd name="connsiteY5" fmla="*/ 26812 h 33196"/>
                <a:gd name="connsiteX6" fmla="*/ 6390 w 12779"/>
                <a:gd name="connsiteY6" fmla="*/ 33196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33196">
                  <a:moveTo>
                    <a:pt x="6390" y="33196"/>
                  </a:moveTo>
                  <a:cubicBezTo>
                    <a:pt x="2556" y="33196"/>
                    <a:pt x="0" y="30643"/>
                    <a:pt x="0" y="26812"/>
                  </a:cubicBezTo>
                  <a:lnTo>
                    <a:pt x="0" y="6384"/>
                  </a:lnTo>
                  <a:cubicBezTo>
                    <a:pt x="0" y="2553"/>
                    <a:pt x="2556" y="0"/>
                    <a:pt x="6390" y="0"/>
                  </a:cubicBezTo>
                  <a:cubicBezTo>
                    <a:pt x="10224" y="0"/>
                    <a:pt x="12780" y="2553"/>
                    <a:pt x="12780" y="6384"/>
                  </a:cubicBezTo>
                  <a:lnTo>
                    <a:pt x="12780" y="26812"/>
                  </a:lnTo>
                  <a:cubicBezTo>
                    <a:pt x="12780" y="30004"/>
                    <a:pt x="10224" y="33196"/>
                    <a:pt x="6390" y="33196"/>
                  </a:cubicBezTo>
                </a:path>
              </a:pathLst>
            </a:custGeom>
            <a:solidFill>
              <a:srgbClr val="00ABAB"/>
            </a:solidFill>
            <a:ln w="6390" cap="flat">
              <a:noFill/>
              <a:prstDash val="solid"/>
              <a:miter/>
            </a:ln>
          </p:spPr>
          <p:txBody>
            <a:bodyPr rtlCol="0" anchor="ctr"/>
            <a:lstStyle/>
            <a:p>
              <a:endParaRPr lang="en-US"/>
            </a:p>
          </p:txBody>
        </p:sp>
        <p:sp>
          <p:nvSpPr>
            <p:cNvPr id="917" name="Graphic 4">
              <a:extLst>
                <a:ext uri="{FF2B5EF4-FFF2-40B4-BE49-F238E27FC236}">
                  <a16:creationId xmlns:a16="http://schemas.microsoft.com/office/drawing/2014/main" id="{076FD63B-53BE-CD48-9E3A-C1783D59FF09}"/>
                </a:ext>
              </a:extLst>
            </p:cNvPr>
            <p:cNvSpPr/>
            <p:nvPr/>
          </p:nvSpPr>
          <p:spPr>
            <a:xfrm>
              <a:off x="3675491" y="3915459"/>
              <a:ext cx="226842" cy="157045"/>
            </a:xfrm>
            <a:custGeom>
              <a:avLst/>
              <a:gdLst>
                <a:gd name="connsiteX0" fmla="*/ 28755 w 226842"/>
                <a:gd name="connsiteY0" fmla="*/ 13406 h 157045"/>
                <a:gd name="connsiteX1" fmla="*/ 12780 w 226842"/>
                <a:gd name="connsiteY1" fmla="*/ 29366 h 157045"/>
                <a:gd name="connsiteX2" fmla="*/ 12780 w 226842"/>
                <a:gd name="connsiteY2" fmla="*/ 128957 h 157045"/>
                <a:gd name="connsiteX3" fmla="*/ 28755 w 226842"/>
                <a:gd name="connsiteY3" fmla="*/ 144916 h 157045"/>
                <a:gd name="connsiteX4" fmla="*/ 198088 w 226842"/>
                <a:gd name="connsiteY4" fmla="*/ 144916 h 157045"/>
                <a:gd name="connsiteX5" fmla="*/ 214063 w 226842"/>
                <a:gd name="connsiteY5" fmla="*/ 128957 h 157045"/>
                <a:gd name="connsiteX6" fmla="*/ 214063 w 226842"/>
                <a:gd name="connsiteY6" fmla="*/ 29366 h 157045"/>
                <a:gd name="connsiteX7" fmla="*/ 198088 w 226842"/>
                <a:gd name="connsiteY7" fmla="*/ 13406 h 157045"/>
                <a:gd name="connsiteX8" fmla="*/ 28755 w 226842"/>
                <a:gd name="connsiteY8" fmla="*/ 13406 h 157045"/>
                <a:gd name="connsiteX9" fmla="*/ 198088 w 226842"/>
                <a:gd name="connsiteY9" fmla="*/ 157046 h 157045"/>
                <a:gd name="connsiteX10" fmla="*/ 28755 w 226842"/>
                <a:gd name="connsiteY10" fmla="*/ 157046 h 157045"/>
                <a:gd name="connsiteX11" fmla="*/ 0 w 226842"/>
                <a:gd name="connsiteY11" fmla="*/ 128318 h 157045"/>
                <a:gd name="connsiteX12" fmla="*/ 0 w 226842"/>
                <a:gd name="connsiteY12" fmla="*/ 28728 h 157045"/>
                <a:gd name="connsiteX13" fmla="*/ 28755 w 226842"/>
                <a:gd name="connsiteY13" fmla="*/ 0 h 157045"/>
                <a:gd name="connsiteX14" fmla="*/ 198088 w 226842"/>
                <a:gd name="connsiteY14" fmla="*/ 0 h 157045"/>
                <a:gd name="connsiteX15" fmla="*/ 226843 w 226842"/>
                <a:gd name="connsiteY15" fmla="*/ 28728 h 157045"/>
                <a:gd name="connsiteX16" fmla="*/ 226843 w 226842"/>
                <a:gd name="connsiteY16" fmla="*/ 128318 h 157045"/>
                <a:gd name="connsiteX17" fmla="*/ 198088 w 226842"/>
                <a:gd name="connsiteY17" fmla="*/ 157046 h 15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6842" h="157045">
                  <a:moveTo>
                    <a:pt x="28755" y="13406"/>
                  </a:moveTo>
                  <a:cubicBezTo>
                    <a:pt x="19809" y="13406"/>
                    <a:pt x="12780" y="20429"/>
                    <a:pt x="12780" y="29366"/>
                  </a:cubicBezTo>
                  <a:lnTo>
                    <a:pt x="12780" y="128957"/>
                  </a:lnTo>
                  <a:cubicBezTo>
                    <a:pt x="12780" y="137256"/>
                    <a:pt x="19809" y="144916"/>
                    <a:pt x="28755" y="144916"/>
                  </a:cubicBezTo>
                  <a:lnTo>
                    <a:pt x="198088" y="144916"/>
                  </a:lnTo>
                  <a:cubicBezTo>
                    <a:pt x="207034" y="144916"/>
                    <a:pt x="214063" y="137894"/>
                    <a:pt x="214063" y="128957"/>
                  </a:cubicBezTo>
                  <a:lnTo>
                    <a:pt x="214063" y="29366"/>
                  </a:lnTo>
                  <a:cubicBezTo>
                    <a:pt x="214063" y="20429"/>
                    <a:pt x="207034" y="13406"/>
                    <a:pt x="198088" y="13406"/>
                  </a:cubicBezTo>
                  <a:lnTo>
                    <a:pt x="28755" y="13406"/>
                  </a:lnTo>
                  <a:close/>
                  <a:moveTo>
                    <a:pt x="198088" y="157046"/>
                  </a:moveTo>
                  <a:lnTo>
                    <a:pt x="28755" y="157046"/>
                  </a:lnTo>
                  <a:cubicBezTo>
                    <a:pt x="12780" y="157046"/>
                    <a:pt x="0" y="144278"/>
                    <a:pt x="0" y="128318"/>
                  </a:cubicBezTo>
                  <a:lnTo>
                    <a:pt x="0" y="28728"/>
                  </a:lnTo>
                  <a:cubicBezTo>
                    <a:pt x="0" y="12768"/>
                    <a:pt x="12780" y="0"/>
                    <a:pt x="28755" y="0"/>
                  </a:cubicBezTo>
                  <a:lnTo>
                    <a:pt x="198088" y="0"/>
                  </a:lnTo>
                  <a:cubicBezTo>
                    <a:pt x="214063" y="0"/>
                    <a:pt x="226843" y="12768"/>
                    <a:pt x="226843" y="28728"/>
                  </a:cubicBezTo>
                  <a:lnTo>
                    <a:pt x="226843" y="128318"/>
                  </a:lnTo>
                  <a:cubicBezTo>
                    <a:pt x="226843" y="144278"/>
                    <a:pt x="214063" y="157046"/>
                    <a:pt x="198088" y="157046"/>
                  </a:cubicBezTo>
                </a:path>
              </a:pathLst>
            </a:custGeom>
            <a:solidFill>
              <a:srgbClr val="00ABAB"/>
            </a:solidFill>
            <a:ln w="6390" cap="flat">
              <a:noFill/>
              <a:prstDash val="solid"/>
              <a:miter/>
            </a:ln>
          </p:spPr>
          <p:txBody>
            <a:bodyPr rtlCol="0" anchor="ctr"/>
            <a:lstStyle/>
            <a:p>
              <a:endParaRPr lang="en-US"/>
            </a:p>
          </p:txBody>
        </p:sp>
        <p:sp>
          <p:nvSpPr>
            <p:cNvPr id="918" name="Graphic 4">
              <a:extLst>
                <a:ext uri="{FF2B5EF4-FFF2-40B4-BE49-F238E27FC236}">
                  <a16:creationId xmlns:a16="http://schemas.microsoft.com/office/drawing/2014/main" id="{8A030637-162C-254F-92A1-09D9F97DE332}"/>
                </a:ext>
              </a:extLst>
            </p:cNvPr>
            <p:cNvSpPr/>
            <p:nvPr/>
          </p:nvSpPr>
          <p:spPr>
            <a:xfrm>
              <a:off x="3824377" y="3988874"/>
              <a:ext cx="12779" cy="61924"/>
            </a:xfrm>
            <a:custGeom>
              <a:avLst/>
              <a:gdLst>
                <a:gd name="connsiteX0" fmla="*/ 6390 w 12779"/>
                <a:gd name="connsiteY0" fmla="*/ 61925 h 61924"/>
                <a:gd name="connsiteX1" fmla="*/ 0 w 12779"/>
                <a:gd name="connsiteY1" fmla="*/ 55541 h 61924"/>
                <a:gd name="connsiteX2" fmla="*/ 0 w 12779"/>
                <a:gd name="connsiteY2" fmla="*/ 6384 h 61924"/>
                <a:gd name="connsiteX3" fmla="*/ 6390 w 12779"/>
                <a:gd name="connsiteY3" fmla="*/ 0 h 61924"/>
                <a:gd name="connsiteX4" fmla="*/ 12780 w 12779"/>
                <a:gd name="connsiteY4" fmla="*/ 6384 h 61924"/>
                <a:gd name="connsiteX5" fmla="*/ 12780 w 12779"/>
                <a:gd name="connsiteY5" fmla="*/ 55541 h 61924"/>
                <a:gd name="connsiteX6" fmla="*/ 6390 w 12779"/>
                <a:gd name="connsiteY6" fmla="*/ 61925 h 6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61924">
                  <a:moveTo>
                    <a:pt x="6390" y="61925"/>
                  </a:moveTo>
                  <a:cubicBezTo>
                    <a:pt x="2556" y="61925"/>
                    <a:pt x="0" y="59371"/>
                    <a:pt x="0" y="55541"/>
                  </a:cubicBezTo>
                  <a:lnTo>
                    <a:pt x="0" y="6384"/>
                  </a:lnTo>
                  <a:cubicBezTo>
                    <a:pt x="0" y="2553"/>
                    <a:pt x="2556" y="0"/>
                    <a:pt x="6390" y="0"/>
                  </a:cubicBezTo>
                  <a:cubicBezTo>
                    <a:pt x="10224" y="0"/>
                    <a:pt x="12780" y="2553"/>
                    <a:pt x="12780" y="6384"/>
                  </a:cubicBezTo>
                  <a:lnTo>
                    <a:pt x="12780" y="55541"/>
                  </a:lnTo>
                  <a:cubicBezTo>
                    <a:pt x="12780" y="59371"/>
                    <a:pt x="9585" y="61925"/>
                    <a:pt x="6390" y="61925"/>
                  </a:cubicBezTo>
                </a:path>
              </a:pathLst>
            </a:custGeom>
            <a:solidFill>
              <a:srgbClr val="00ABAB"/>
            </a:solidFill>
            <a:ln w="6390" cap="flat">
              <a:noFill/>
              <a:prstDash val="solid"/>
              <a:miter/>
            </a:ln>
          </p:spPr>
          <p:txBody>
            <a:bodyPr rtlCol="0" anchor="ctr"/>
            <a:lstStyle/>
            <a:p>
              <a:endParaRPr lang="en-US"/>
            </a:p>
          </p:txBody>
        </p:sp>
        <p:sp>
          <p:nvSpPr>
            <p:cNvPr id="919" name="Graphic 4">
              <a:extLst>
                <a:ext uri="{FF2B5EF4-FFF2-40B4-BE49-F238E27FC236}">
                  <a16:creationId xmlns:a16="http://schemas.microsoft.com/office/drawing/2014/main" id="{AA5BA0CB-DE74-DE42-A072-C592F45C3CEE}"/>
                </a:ext>
              </a:extLst>
            </p:cNvPr>
            <p:cNvSpPr/>
            <p:nvPr/>
          </p:nvSpPr>
          <p:spPr>
            <a:xfrm>
              <a:off x="3853132" y="3974829"/>
              <a:ext cx="12779" cy="75969"/>
            </a:xfrm>
            <a:custGeom>
              <a:avLst/>
              <a:gdLst>
                <a:gd name="connsiteX0" fmla="*/ 6390 w 12779"/>
                <a:gd name="connsiteY0" fmla="*/ 75970 h 75969"/>
                <a:gd name="connsiteX1" fmla="*/ 0 w 12779"/>
                <a:gd name="connsiteY1" fmla="*/ 69586 h 75969"/>
                <a:gd name="connsiteX2" fmla="*/ 0 w 12779"/>
                <a:gd name="connsiteY2" fmla="*/ 6384 h 75969"/>
                <a:gd name="connsiteX3" fmla="*/ 6390 w 12779"/>
                <a:gd name="connsiteY3" fmla="*/ 0 h 75969"/>
                <a:gd name="connsiteX4" fmla="*/ 12780 w 12779"/>
                <a:gd name="connsiteY4" fmla="*/ 6384 h 75969"/>
                <a:gd name="connsiteX5" fmla="*/ 12780 w 12779"/>
                <a:gd name="connsiteY5" fmla="*/ 69586 h 75969"/>
                <a:gd name="connsiteX6" fmla="*/ 6390 w 12779"/>
                <a:gd name="connsiteY6" fmla="*/ 75970 h 7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5969">
                  <a:moveTo>
                    <a:pt x="6390" y="75970"/>
                  </a:moveTo>
                  <a:cubicBezTo>
                    <a:pt x="2556" y="75970"/>
                    <a:pt x="0" y="73416"/>
                    <a:pt x="0" y="69586"/>
                  </a:cubicBezTo>
                  <a:lnTo>
                    <a:pt x="0" y="6384"/>
                  </a:lnTo>
                  <a:cubicBezTo>
                    <a:pt x="0" y="2554"/>
                    <a:pt x="2556" y="0"/>
                    <a:pt x="6390" y="0"/>
                  </a:cubicBezTo>
                  <a:cubicBezTo>
                    <a:pt x="10224" y="0"/>
                    <a:pt x="12780" y="2554"/>
                    <a:pt x="12780" y="6384"/>
                  </a:cubicBezTo>
                  <a:lnTo>
                    <a:pt x="12780" y="69586"/>
                  </a:lnTo>
                  <a:cubicBezTo>
                    <a:pt x="12780" y="73416"/>
                    <a:pt x="9585" y="75970"/>
                    <a:pt x="6390" y="75970"/>
                  </a:cubicBezTo>
                </a:path>
              </a:pathLst>
            </a:custGeom>
            <a:solidFill>
              <a:srgbClr val="00ABAB"/>
            </a:solidFill>
            <a:ln w="6390" cap="flat">
              <a:noFill/>
              <a:prstDash val="solid"/>
              <a:miter/>
            </a:ln>
          </p:spPr>
          <p:txBody>
            <a:bodyPr rtlCol="0" anchor="ctr"/>
            <a:lstStyle/>
            <a:p>
              <a:endParaRPr lang="en-US"/>
            </a:p>
          </p:txBody>
        </p:sp>
        <p:sp>
          <p:nvSpPr>
            <p:cNvPr id="920" name="Graphic 4">
              <a:extLst>
                <a:ext uri="{FF2B5EF4-FFF2-40B4-BE49-F238E27FC236}">
                  <a16:creationId xmlns:a16="http://schemas.microsoft.com/office/drawing/2014/main" id="{DC86CFFE-D2F3-C946-B865-2B8BF7409543}"/>
                </a:ext>
              </a:extLst>
            </p:cNvPr>
            <p:cNvSpPr/>
            <p:nvPr/>
          </p:nvSpPr>
          <p:spPr>
            <a:xfrm>
              <a:off x="3795622" y="4002919"/>
              <a:ext cx="12779" cy="47879"/>
            </a:xfrm>
            <a:custGeom>
              <a:avLst/>
              <a:gdLst>
                <a:gd name="connsiteX0" fmla="*/ 6390 w 12779"/>
                <a:gd name="connsiteY0" fmla="*/ 47880 h 47879"/>
                <a:gd name="connsiteX1" fmla="*/ 0 w 12779"/>
                <a:gd name="connsiteY1" fmla="*/ 41496 h 47879"/>
                <a:gd name="connsiteX2" fmla="*/ 0 w 12779"/>
                <a:gd name="connsiteY2" fmla="*/ 6384 h 47879"/>
                <a:gd name="connsiteX3" fmla="*/ 6390 w 12779"/>
                <a:gd name="connsiteY3" fmla="*/ 0 h 47879"/>
                <a:gd name="connsiteX4" fmla="*/ 12780 w 12779"/>
                <a:gd name="connsiteY4" fmla="*/ 6384 h 47879"/>
                <a:gd name="connsiteX5" fmla="*/ 12780 w 12779"/>
                <a:gd name="connsiteY5" fmla="*/ 41496 h 47879"/>
                <a:gd name="connsiteX6" fmla="*/ 6390 w 12779"/>
                <a:gd name="connsiteY6" fmla="*/ 47880 h 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47879">
                  <a:moveTo>
                    <a:pt x="6390" y="47880"/>
                  </a:moveTo>
                  <a:cubicBezTo>
                    <a:pt x="2556" y="47880"/>
                    <a:pt x="0" y="45326"/>
                    <a:pt x="0" y="41496"/>
                  </a:cubicBezTo>
                  <a:lnTo>
                    <a:pt x="0" y="6384"/>
                  </a:lnTo>
                  <a:cubicBezTo>
                    <a:pt x="0" y="2553"/>
                    <a:pt x="2556" y="0"/>
                    <a:pt x="6390" y="0"/>
                  </a:cubicBezTo>
                  <a:cubicBezTo>
                    <a:pt x="10224" y="0"/>
                    <a:pt x="12780" y="2553"/>
                    <a:pt x="12780" y="6384"/>
                  </a:cubicBezTo>
                  <a:lnTo>
                    <a:pt x="12780" y="41496"/>
                  </a:lnTo>
                  <a:cubicBezTo>
                    <a:pt x="12780" y="45326"/>
                    <a:pt x="10224" y="47880"/>
                    <a:pt x="6390" y="47880"/>
                  </a:cubicBezTo>
                </a:path>
              </a:pathLst>
            </a:custGeom>
            <a:solidFill>
              <a:srgbClr val="00ABAB"/>
            </a:solidFill>
            <a:ln w="6390" cap="flat">
              <a:noFill/>
              <a:prstDash val="solid"/>
              <a:miter/>
            </a:ln>
          </p:spPr>
          <p:txBody>
            <a:bodyPr rtlCol="0" anchor="ctr"/>
            <a:lstStyle/>
            <a:p>
              <a:endParaRPr lang="en-US"/>
            </a:p>
          </p:txBody>
        </p:sp>
        <p:sp>
          <p:nvSpPr>
            <p:cNvPr id="921" name="Graphic 4">
              <a:extLst>
                <a:ext uri="{FF2B5EF4-FFF2-40B4-BE49-F238E27FC236}">
                  <a16:creationId xmlns:a16="http://schemas.microsoft.com/office/drawing/2014/main" id="{5B599CAB-5914-FF48-B096-3239BA6DD56B}"/>
                </a:ext>
              </a:extLst>
            </p:cNvPr>
            <p:cNvSpPr/>
            <p:nvPr/>
          </p:nvSpPr>
          <p:spPr>
            <a:xfrm>
              <a:off x="3766867" y="3990151"/>
              <a:ext cx="12779" cy="60647"/>
            </a:xfrm>
            <a:custGeom>
              <a:avLst/>
              <a:gdLst>
                <a:gd name="connsiteX0" fmla="*/ 6390 w 12779"/>
                <a:gd name="connsiteY0" fmla="*/ 60648 h 60647"/>
                <a:gd name="connsiteX1" fmla="*/ 0 w 12779"/>
                <a:gd name="connsiteY1" fmla="*/ 54264 h 60647"/>
                <a:gd name="connsiteX2" fmla="*/ 0 w 12779"/>
                <a:gd name="connsiteY2" fmla="*/ 6384 h 60647"/>
                <a:gd name="connsiteX3" fmla="*/ 6390 w 12779"/>
                <a:gd name="connsiteY3" fmla="*/ 0 h 60647"/>
                <a:gd name="connsiteX4" fmla="*/ 12780 w 12779"/>
                <a:gd name="connsiteY4" fmla="*/ 6384 h 60647"/>
                <a:gd name="connsiteX5" fmla="*/ 12780 w 12779"/>
                <a:gd name="connsiteY5" fmla="*/ 54264 h 60647"/>
                <a:gd name="connsiteX6" fmla="*/ 6390 w 12779"/>
                <a:gd name="connsiteY6" fmla="*/ 60648 h 60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60647">
                  <a:moveTo>
                    <a:pt x="6390" y="60648"/>
                  </a:moveTo>
                  <a:cubicBezTo>
                    <a:pt x="2556" y="60648"/>
                    <a:pt x="0" y="58094"/>
                    <a:pt x="0" y="54264"/>
                  </a:cubicBezTo>
                  <a:lnTo>
                    <a:pt x="0" y="6384"/>
                  </a:lnTo>
                  <a:cubicBezTo>
                    <a:pt x="0" y="2553"/>
                    <a:pt x="2556" y="0"/>
                    <a:pt x="6390" y="0"/>
                  </a:cubicBezTo>
                  <a:cubicBezTo>
                    <a:pt x="10224" y="0"/>
                    <a:pt x="12780" y="2553"/>
                    <a:pt x="12780" y="6384"/>
                  </a:cubicBezTo>
                  <a:lnTo>
                    <a:pt x="12780" y="54264"/>
                  </a:lnTo>
                  <a:cubicBezTo>
                    <a:pt x="12780" y="58094"/>
                    <a:pt x="10224" y="60648"/>
                    <a:pt x="6390" y="60648"/>
                  </a:cubicBezTo>
                </a:path>
              </a:pathLst>
            </a:custGeom>
            <a:solidFill>
              <a:srgbClr val="00ABAB"/>
            </a:solidFill>
            <a:ln w="6390" cap="flat">
              <a:noFill/>
              <a:prstDash val="solid"/>
              <a:miter/>
            </a:ln>
          </p:spPr>
          <p:txBody>
            <a:bodyPr rtlCol="0" anchor="ctr"/>
            <a:lstStyle/>
            <a:p>
              <a:endParaRPr lang="en-US"/>
            </a:p>
          </p:txBody>
        </p:sp>
        <p:sp>
          <p:nvSpPr>
            <p:cNvPr id="922" name="Graphic 4">
              <a:extLst>
                <a:ext uri="{FF2B5EF4-FFF2-40B4-BE49-F238E27FC236}">
                  <a16:creationId xmlns:a16="http://schemas.microsoft.com/office/drawing/2014/main" id="{A6531E15-389F-B246-AA5E-9D077C37665F}"/>
                </a:ext>
              </a:extLst>
            </p:cNvPr>
            <p:cNvSpPr/>
            <p:nvPr/>
          </p:nvSpPr>
          <p:spPr>
            <a:xfrm>
              <a:off x="3738113" y="4007388"/>
              <a:ext cx="12779" cy="43411"/>
            </a:xfrm>
            <a:custGeom>
              <a:avLst/>
              <a:gdLst>
                <a:gd name="connsiteX0" fmla="*/ 6390 w 12779"/>
                <a:gd name="connsiteY0" fmla="*/ 43411 h 43411"/>
                <a:gd name="connsiteX1" fmla="*/ 0 w 12779"/>
                <a:gd name="connsiteY1" fmla="*/ 37027 h 43411"/>
                <a:gd name="connsiteX2" fmla="*/ 0 w 12779"/>
                <a:gd name="connsiteY2" fmla="*/ 6384 h 43411"/>
                <a:gd name="connsiteX3" fmla="*/ 6390 w 12779"/>
                <a:gd name="connsiteY3" fmla="*/ 0 h 43411"/>
                <a:gd name="connsiteX4" fmla="*/ 12780 w 12779"/>
                <a:gd name="connsiteY4" fmla="*/ 6384 h 43411"/>
                <a:gd name="connsiteX5" fmla="*/ 12780 w 12779"/>
                <a:gd name="connsiteY5" fmla="*/ 37027 h 43411"/>
                <a:gd name="connsiteX6" fmla="*/ 6390 w 12779"/>
                <a:gd name="connsiteY6" fmla="*/ 43411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43411">
                  <a:moveTo>
                    <a:pt x="6390" y="43411"/>
                  </a:moveTo>
                  <a:cubicBezTo>
                    <a:pt x="2556" y="43411"/>
                    <a:pt x="0" y="40858"/>
                    <a:pt x="0" y="37027"/>
                  </a:cubicBezTo>
                  <a:lnTo>
                    <a:pt x="0" y="6384"/>
                  </a:lnTo>
                  <a:cubicBezTo>
                    <a:pt x="0" y="2554"/>
                    <a:pt x="2556" y="0"/>
                    <a:pt x="6390" y="0"/>
                  </a:cubicBezTo>
                  <a:cubicBezTo>
                    <a:pt x="10224" y="0"/>
                    <a:pt x="12780" y="2554"/>
                    <a:pt x="12780" y="6384"/>
                  </a:cubicBezTo>
                  <a:lnTo>
                    <a:pt x="12780" y="37027"/>
                  </a:lnTo>
                  <a:cubicBezTo>
                    <a:pt x="12780" y="40858"/>
                    <a:pt x="10224" y="43411"/>
                    <a:pt x="6390" y="43411"/>
                  </a:cubicBezTo>
                </a:path>
              </a:pathLst>
            </a:custGeom>
            <a:solidFill>
              <a:srgbClr val="00ABAB"/>
            </a:solidFill>
            <a:ln w="6390" cap="flat">
              <a:noFill/>
              <a:prstDash val="solid"/>
              <a:miter/>
            </a:ln>
          </p:spPr>
          <p:txBody>
            <a:bodyPr rtlCol="0" anchor="ctr"/>
            <a:lstStyle/>
            <a:p>
              <a:endParaRPr lang="en-US"/>
            </a:p>
          </p:txBody>
        </p:sp>
        <p:sp>
          <p:nvSpPr>
            <p:cNvPr id="923" name="Graphic 4">
              <a:extLst>
                <a:ext uri="{FF2B5EF4-FFF2-40B4-BE49-F238E27FC236}">
                  <a16:creationId xmlns:a16="http://schemas.microsoft.com/office/drawing/2014/main" id="{0EF288AA-42A7-194A-AC09-421C95AAAE64}"/>
                </a:ext>
              </a:extLst>
            </p:cNvPr>
            <p:cNvSpPr/>
            <p:nvPr/>
          </p:nvSpPr>
          <p:spPr>
            <a:xfrm>
              <a:off x="3696716" y="3936526"/>
              <a:ext cx="179684" cy="74692"/>
            </a:xfrm>
            <a:custGeom>
              <a:avLst/>
              <a:gdLst>
                <a:gd name="connsiteX0" fmla="*/ 6252 w 179684"/>
                <a:gd name="connsiteY0" fmla="*/ 74693 h 74692"/>
                <a:gd name="connsiteX1" fmla="*/ 501 w 179684"/>
                <a:gd name="connsiteY1" fmla="*/ 70862 h 74692"/>
                <a:gd name="connsiteX2" fmla="*/ 3057 w 179684"/>
                <a:gd name="connsiteY2" fmla="*/ 62563 h 74692"/>
                <a:gd name="connsiteX3" fmla="*/ 79098 w 179684"/>
                <a:gd name="connsiteY3" fmla="*/ 24259 h 74692"/>
                <a:gd name="connsiteX4" fmla="*/ 86127 w 179684"/>
                <a:gd name="connsiteY4" fmla="*/ 24898 h 74692"/>
                <a:gd name="connsiteX5" fmla="*/ 106574 w 179684"/>
                <a:gd name="connsiteY5" fmla="*/ 40858 h 74692"/>
                <a:gd name="connsiteX6" fmla="*/ 154499 w 179684"/>
                <a:gd name="connsiteY6" fmla="*/ 11491 h 74692"/>
                <a:gd name="connsiteX7" fmla="*/ 151943 w 179684"/>
                <a:gd name="connsiteY7" fmla="*/ 5746 h 74692"/>
                <a:gd name="connsiteX8" fmla="*/ 158972 w 179684"/>
                <a:gd name="connsiteY8" fmla="*/ 0 h 74692"/>
                <a:gd name="connsiteX9" fmla="*/ 173669 w 179684"/>
                <a:gd name="connsiteY9" fmla="*/ 1277 h 74692"/>
                <a:gd name="connsiteX10" fmla="*/ 174308 w 179684"/>
                <a:gd name="connsiteY10" fmla="*/ 1277 h 74692"/>
                <a:gd name="connsiteX11" fmla="*/ 174308 w 179684"/>
                <a:gd name="connsiteY11" fmla="*/ 1277 h 74692"/>
                <a:gd name="connsiteX12" fmla="*/ 174308 w 179684"/>
                <a:gd name="connsiteY12" fmla="*/ 1277 h 74692"/>
                <a:gd name="connsiteX13" fmla="*/ 174947 w 179684"/>
                <a:gd name="connsiteY13" fmla="*/ 1277 h 74692"/>
                <a:gd name="connsiteX14" fmla="*/ 174947 w 179684"/>
                <a:gd name="connsiteY14" fmla="*/ 1277 h 74692"/>
                <a:gd name="connsiteX15" fmla="*/ 178781 w 179684"/>
                <a:gd name="connsiteY15" fmla="*/ 3830 h 74692"/>
                <a:gd name="connsiteX16" fmla="*/ 178781 w 179684"/>
                <a:gd name="connsiteY16" fmla="*/ 3830 h 74692"/>
                <a:gd name="connsiteX17" fmla="*/ 178781 w 179684"/>
                <a:gd name="connsiteY17" fmla="*/ 3830 h 74692"/>
                <a:gd name="connsiteX18" fmla="*/ 178781 w 179684"/>
                <a:gd name="connsiteY18" fmla="*/ 3830 h 74692"/>
                <a:gd name="connsiteX19" fmla="*/ 178781 w 179684"/>
                <a:gd name="connsiteY19" fmla="*/ 3830 h 74692"/>
                <a:gd name="connsiteX20" fmla="*/ 178781 w 179684"/>
                <a:gd name="connsiteY20" fmla="*/ 3830 h 74692"/>
                <a:gd name="connsiteX21" fmla="*/ 178781 w 179684"/>
                <a:gd name="connsiteY21" fmla="*/ 3830 h 74692"/>
                <a:gd name="connsiteX22" fmla="*/ 179419 w 179684"/>
                <a:gd name="connsiteY22" fmla="*/ 8299 h 74692"/>
                <a:gd name="connsiteX23" fmla="*/ 179419 w 179684"/>
                <a:gd name="connsiteY23" fmla="*/ 8938 h 74692"/>
                <a:gd name="connsiteX24" fmla="*/ 179419 w 179684"/>
                <a:gd name="connsiteY24" fmla="*/ 8938 h 74692"/>
                <a:gd name="connsiteX25" fmla="*/ 179419 w 179684"/>
                <a:gd name="connsiteY25" fmla="*/ 9576 h 74692"/>
                <a:gd name="connsiteX26" fmla="*/ 174947 w 179684"/>
                <a:gd name="connsiteY26" fmla="*/ 22982 h 74692"/>
                <a:gd name="connsiteX27" fmla="*/ 166640 w 179684"/>
                <a:gd name="connsiteY27" fmla="*/ 26813 h 74692"/>
                <a:gd name="connsiteX28" fmla="*/ 162806 w 179684"/>
                <a:gd name="connsiteY28" fmla="*/ 21706 h 74692"/>
                <a:gd name="connsiteX29" fmla="*/ 110408 w 179684"/>
                <a:gd name="connsiteY29" fmla="*/ 53626 h 74692"/>
                <a:gd name="connsiteX30" fmla="*/ 103379 w 179684"/>
                <a:gd name="connsiteY30" fmla="*/ 52987 h 74692"/>
                <a:gd name="connsiteX31" fmla="*/ 82293 w 179684"/>
                <a:gd name="connsiteY31" fmla="*/ 36389 h 74692"/>
                <a:gd name="connsiteX32" fmla="*/ 9447 w 179684"/>
                <a:gd name="connsiteY32" fmla="*/ 72778 h 74692"/>
                <a:gd name="connsiteX33" fmla="*/ 6252 w 179684"/>
                <a:gd name="connsiteY33" fmla="*/ 74693 h 74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79684" h="74692">
                  <a:moveTo>
                    <a:pt x="6252" y="74693"/>
                  </a:moveTo>
                  <a:cubicBezTo>
                    <a:pt x="3696" y="74693"/>
                    <a:pt x="1779" y="73416"/>
                    <a:pt x="501" y="70862"/>
                  </a:cubicBezTo>
                  <a:cubicBezTo>
                    <a:pt x="-776" y="67670"/>
                    <a:pt x="501" y="63840"/>
                    <a:pt x="3057" y="62563"/>
                  </a:cubicBezTo>
                  <a:lnTo>
                    <a:pt x="79098" y="24259"/>
                  </a:lnTo>
                  <a:cubicBezTo>
                    <a:pt x="81015" y="22982"/>
                    <a:pt x="84210" y="23621"/>
                    <a:pt x="86127" y="24898"/>
                  </a:cubicBezTo>
                  <a:lnTo>
                    <a:pt x="106574" y="40858"/>
                  </a:lnTo>
                  <a:lnTo>
                    <a:pt x="154499" y="11491"/>
                  </a:lnTo>
                  <a:cubicBezTo>
                    <a:pt x="152582" y="10214"/>
                    <a:pt x="151304" y="7661"/>
                    <a:pt x="151943" y="5746"/>
                  </a:cubicBezTo>
                  <a:cubicBezTo>
                    <a:pt x="152582" y="2554"/>
                    <a:pt x="155138" y="0"/>
                    <a:pt x="158972" y="0"/>
                  </a:cubicBezTo>
                  <a:lnTo>
                    <a:pt x="173669" y="1277"/>
                  </a:lnTo>
                  <a:cubicBezTo>
                    <a:pt x="173669" y="1277"/>
                    <a:pt x="174308" y="1277"/>
                    <a:pt x="174308" y="1277"/>
                  </a:cubicBezTo>
                  <a:cubicBezTo>
                    <a:pt x="174308" y="1277"/>
                    <a:pt x="174308" y="1277"/>
                    <a:pt x="174308" y="1277"/>
                  </a:cubicBezTo>
                  <a:lnTo>
                    <a:pt x="174308" y="1277"/>
                  </a:lnTo>
                  <a:cubicBezTo>
                    <a:pt x="174308" y="1277"/>
                    <a:pt x="174947" y="1277"/>
                    <a:pt x="174947" y="1277"/>
                  </a:cubicBezTo>
                  <a:cubicBezTo>
                    <a:pt x="174947" y="1277"/>
                    <a:pt x="174947" y="1277"/>
                    <a:pt x="174947" y="1277"/>
                  </a:cubicBezTo>
                  <a:cubicBezTo>
                    <a:pt x="176225" y="1915"/>
                    <a:pt x="177503" y="2554"/>
                    <a:pt x="178781" y="3830"/>
                  </a:cubicBezTo>
                  <a:lnTo>
                    <a:pt x="178781" y="3830"/>
                  </a:lnTo>
                  <a:cubicBezTo>
                    <a:pt x="178781" y="3830"/>
                    <a:pt x="178781" y="3830"/>
                    <a:pt x="178781" y="3830"/>
                  </a:cubicBezTo>
                  <a:cubicBezTo>
                    <a:pt x="178781" y="3830"/>
                    <a:pt x="178781" y="3830"/>
                    <a:pt x="178781" y="3830"/>
                  </a:cubicBezTo>
                  <a:lnTo>
                    <a:pt x="178781" y="3830"/>
                  </a:lnTo>
                  <a:lnTo>
                    <a:pt x="178781" y="3830"/>
                  </a:lnTo>
                  <a:cubicBezTo>
                    <a:pt x="178781" y="3830"/>
                    <a:pt x="178781" y="3830"/>
                    <a:pt x="178781" y="3830"/>
                  </a:cubicBezTo>
                  <a:cubicBezTo>
                    <a:pt x="179419" y="5107"/>
                    <a:pt x="180059" y="7022"/>
                    <a:pt x="179419" y="8299"/>
                  </a:cubicBezTo>
                  <a:cubicBezTo>
                    <a:pt x="179419" y="8299"/>
                    <a:pt x="179419" y="8938"/>
                    <a:pt x="179419" y="8938"/>
                  </a:cubicBezTo>
                  <a:cubicBezTo>
                    <a:pt x="179419" y="8938"/>
                    <a:pt x="179419" y="8938"/>
                    <a:pt x="179419" y="8938"/>
                  </a:cubicBezTo>
                  <a:cubicBezTo>
                    <a:pt x="179419" y="8938"/>
                    <a:pt x="179419" y="9576"/>
                    <a:pt x="179419" y="9576"/>
                  </a:cubicBezTo>
                  <a:lnTo>
                    <a:pt x="174947" y="22982"/>
                  </a:lnTo>
                  <a:cubicBezTo>
                    <a:pt x="173669" y="26174"/>
                    <a:pt x="169835" y="28090"/>
                    <a:pt x="166640" y="26813"/>
                  </a:cubicBezTo>
                  <a:cubicBezTo>
                    <a:pt x="164084" y="26174"/>
                    <a:pt x="162806" y="24259"/>
                    <a:pt x="162806" y="21706"/>
                  </a:cubicBezTo>
                  <a:lnTo>
                    <a:pt x="110408" y="53626"/>
                  </a:lnTo>
                  <a:cubicBezTo>
                    <a:pt x="107852" y="54902"/>
                    <a:pt x="105296" y="54902"/>
                    <a:pt x="103379" y="52987"/>
                  </a:cubicBezTo>
                  <a:lnTo>
                    <a:pt x="82293" y="36389"/>
                  </a:lnTo>
                  <a:lnTo>
                    <a:pt x="9447" y="72778"/>
                  </a:lnTo>
                  <a:cubicBezTo>
                    <a:pt x="8169" y="74054"/>
                    <a:pt x="7530" y="74693"/>
                    <a:pt x="6252" y="74693"/>
                  </a:cubicBezTo>
                </a:path>
              </a:pathLst>
            </a:custGeom>
            <a:solidFill>
              <a:srgbClr val="00ABAB"/>
            </a:solidFill>
            <a:ln w="6390" cap="flat">
              <a:noFill/>
              <a:prstDash val="solid"/>
              <a:miter/>
            </a:ln>
          </p:spPr>
          <p:txBody>
            <a:bodyPr rtlCol="0" anchor="ctr"/>
            <a:lstStyle/>
            <a:p>
              <a:endParaRPr lang="en-US"/>
            </a:p>
          </p:txBody>
        </p:sp>
        <p:sp>
          <p:nvSpPr>
            <p:cNvPr id="924" name="Graphic 4">
              <a:extLst>
                <a:ext uri="{FF2B5EF4-FFF2-40B4-BE49-F238E27FC236}">
                  <a16:creationId xmlns:a16="http://schemas.microsoft.com/office/drawing/2014/main" id="{2F764758-6814-7540-A80E-4A872DC0B598}"/>
                </a:ext>
              </a:extLst>
            </p:cNvPr>
            <p:cNvSpPr/>
            <p:nvPr/>
          </p:nvSpPr>
          <p:spPr>
            <a:xfrm>
              <a:off x="3709358" y="4081442"/>
              <a:ext cx="159109" cy="12767"/>
            </a:xfrm>
            <a:custGeom>
              <a:avLst/>
              <a:gdLst>
                <a:gd name="connsiteX0" fmla="*/ 152720 w 159109"/>
                <a:gd name="connsiteY0" fmla="*/ 12768 h 12767"/>
                <a:gd name="connsiteX1" fmla="*/ 6390 w 159109"/>
                <a:gd name="connsiteY1" fmla="*/ 12768 h 12767"/>
                <a:gd name="connsiteX2" fmla="*/ 0 w 159109"/>
                <a:gd name="connsiteY2" fmla="*/ 6384 h 12767"/>
                <a:gd name="connsiteX3" fmla="*/ 6390 w 159109"/>
                <a:gd name="connsiteY3" fmla="*/ 0 h 12767"/>
                <a:gd name="connsiteX4" fmla="*/ 152720 w 159109"/>
                <a:gd name="connsiteY4" fmla="*/ 0 h 12767"/>
                <a:gd name="connsiteX5" fmla="*/ 159110 w 159109"/>
                <a:gd name="connsiteY5" fmla="*/ 6384 h 12767"/>
                <a:gd name="connsiteX6" fmla="*/ 152720 w 159109"/>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109" h="12767">
                  <a:moveTo>
                    <a:pt x="152720" y="12768"/>
                  </a:moveTo>
                  <a:lnTo>
                    <a:pt x="6390" y="12768"/>
                  </a:lnTo>
                  <a:cubicBezTo>
                    <a:pt x="2556" y="12768"/>
                    <a:pt x="0" y="10214"/>
                    <a:pt x="0" y="6384"/>
                  </a:cubicBezTo>
                  <a:cubicBezTo>
                    <a:pt x="0" y="2553"/>
                    <a:pt x="2556" y="0"/>
                    <a:pt x="6390" y="0"/>
                  </a:cubicBezTo>
                  <a:lnTo>
                    <a:pt x="152720" y="0"/>
                  </a:lnTo>
                  <a:cubicBezTo>
                    <a:pt x="156553" y="0"/>
                    <a:pt x="159110" y="2553"/>
                    <a:pt x="159110" y="6384"/>
                  </a:cubicBezTo>
                  <a:cubicBezTo>
                    <a:pt x="159110" y="10214"/>
                    <a:pt x="156553" y="12768"/>
                    <a:pt x="152720" y="12768"/>
                  </a:cubicBezTo>
                </a:path>
              </a:pathLst>
            </a:custGeom>
            <a:solidFill>
              <a:srgbClr val="00ABAB"/>
            </a:solidFill>
            <a:ln w="6390" cap="flat">
              <a:noFill/>
              <a:prstDash val="solid"/>
              <a:miter/>
            </a:ln>
          </p:spPr>
          <p:txBody>
            <a:bodyPr rtlCol="0" anchor="ctr"/>
            <a:lstStyle/>
            <a:p>
              <a:endParaRPr lang="en-US"/>
            </a:p>
          </p:txBody>
        </p:sp>
      </p:grpSp>
      <p:grpSp>
        <p:nvGrpSpPr>
          <p:cNvPr id="925" name="Graphic 4">
            <a:extLst>
              <a:ext uri="{FF2B5EF4-FFF2-40B4-BE49-F238E27FC236}">
                <a16:creationId xmlns:a16="http://schemas.microsoft.com/office/drawing/2014/main" id="{F89B5EC4-D19C-1F4A-B8DB-288D200528B0}"/>
              </a:ext>
            </a:extLst>
          </p:cNvPr>
          <p:cNvGrpSpPr/>
          <p:nvPr/>
        </p:nvGrpSpPr>
        <p:grpSpPr>
          <a:xfrm>
            <a:off x="4046108" y="3824168"/>
            <a:ext cx="361670" cy="361333"/>
            <a:chOff x="4046108" y="3824168"/>
            <a:chExt cx="361670" cy="361333"/>
          </a:xfrm>
          <a:solidFill>
            <a:srgbClr val="00ABAB"/>
          </a:solidFill>
        </p:grpSpPr>
        <p:sp>
          <p:nvSpPr>
            <p:cNvPr id="926" name="Graphic 4">
              <a:extLst>
                <a:ext uri="{FF2B5EF4-FFF2-40B4-BE49-F238E27FC236}">
                  <a16:creationId xmlns:a16="http://schemas.microsoft.com/office/drawing/2014/main" id="{59FCF5C1-1CAB-8348-AE1D-48D198F17646}"/>
                </a:ext>
              </a:extLst>
            </p:cNvPr>
            <p:cNvSpPr/>
            <p:nvPr/>
          </p:nvSpPr>
          <p:spPr>
            <a:xfrm>
              <a:off x="4126621" y="3928865"/>
              <a:ext cx="201283" cy="131510"/>
            </a:xfrm>
            <a:custGeom>
              <a:avLst/>
              <a:gdLst>
                <a:gd name="connsiteX0" fmla="*/ 187864 w 201283"/>
                <a:gd name="connsiteY0" fmla="*/ 17237 h 131510"/>
                <a:gd name="connsiteX1" fmla="*/ 187864 w 201283"/>
                <a:gd name="connsiteY1" fmla="*/ 17237 h 131510"/>
                <a:gd name="connsiteX2" fmla="*/ 187864 w 201283"/>
                <a:gd name="connsiteY2" fmla="*/ 17237 h 131510"/>
                <a:gd name="connsiteX3" fmla="*/ 187864 w 201283"/>
                <a:gd name="connsiteY3" fmla="*/ 18514 h 131510"/>
                <a:gd name="connsiteX4" fmla="*/ 182752 w 201283"/>
                <a:gd name="connsiteY4" fmla="*/ 31920 h 131510"/>
                <a:gd name="connsiteX5" fmla="*/ 174445 w 201283"/>
                <a:gd name="connsiteY5" fmla="*/ 35751 h 131510"/>
                <a:gd name="connsiteX6" fmla="*/ 170611 w 201283"/>
                <a:gd name="connsiteY6" fmla="*/ 30643 h 131510"/>
                <a:gd name="connsiteX7" fmla="*/ 118214 w 201283"/>
                <a:gd name="connsiteY7" fmla="*/ 62563 h 131510"/>
                <a:gd name="connsiteX8" fmla="*/ 111185 w 201283"/>
                <a:gd name="connsiteY8" fmla="*/ 61925 h 131510"/>
                <a:gd name="connsiteX9" fmla="*/ 90098 w 201283"/>
                <a:gd name="connsiteY9" fmla="*/ 45327 h 131510"/>
                <a:gd name="connsiteX10" fmla="*/ 17253 w 201283"/>
                <a:gd name="connsiteY10" fmla="*/ 81715 h 131510"/>
                <a:gd name="connsiteX11" fmla="*/ 14697 w 201283"/>
                <a:gd name="connsiteY11" fmla="*/ 82354 h 131510"/>
                <a:gd name="connsiteX12" fmla="*/ 8946 w 201283"/>
                <a:gd name="connsiteY12" fmla="*/ 78523 h 131510"/>
                <a:gd name="connsiteX13" fmla="*/ 11502 w 201283"/>
                <a:gd name="connsiteY13" fmla="*/ 70224 h 131510"/>
                <a:gd name="connsiteX14" fmla="*/ 87542 w 201283"/>
                <a:gd name="connsiteY14" fmla="*/ 31920 h 131510"/>
                <a:gd name="connsiteX15" fmla="*/ 94571 w 201283"/>
                <a:gd name="connsiteY15" fmla="*/ 32559 h 131510"/>
                <a:gd name="connsiteX16" fmla="*/ 115019 w 201283"/>
                <a:gd name="connsiteY16" fmla="*/ 48519 h 131510"/>
                <a:gd name="connsiteX17" fmla="*/ 162943 w 201283"/>
                <a:gd name="connsiteY17" fmla="*/ 19152 h 131510"/>
                <a:gd name="connsiteX18" fmla="*/ 160388 w 201283"/>
                <a:gd name="connsiteY18" fmla="*/ 13407 h 131510"/>
                <a:gd name="connsiteX19" fmla="*/ 167416 w 201283"/>
                <a:gd name="connsiteY19" fmla="*/ 7661 h 131510"/>
                <a:gd name="connsiteX20" fmla="*/ 182113 w 201283"/>
                <a:gd name="connsiteY20" fmla="*/ 8938 h 131510"/>
                <a:gd name="connsiteX21" fmla="*/ 182752 w 201283"/>
                <a:gd name="connsiteY21" fmla="*/ 8938 h 131510"/>
                <a:gd name="connsiteX22" fmla="*/ 182752 w 201283"/>
                <a:gd name="connsiteY22" fmla="*/ 8938 h 131510"/>
                <a:gd name="connsiteX23" fmla="*/ 182752 w 201283"/>
                <a:gd name="connsiteY23" fmla="*/ 8938 h 131510"/>
                <a:gd name="connsiteX24" fmla="*/ 183391 w 201283"/>
                <a:gd name="connsiteY24" fmla="*/ 8938 h 131510"/>
                <a:gd name="connsiteX25" fmla="*/ 183391 w 201283"/>
                <a:gd name="connsiteY25" fmla="*/ 8938 h 131510"/>
                <a:gd name="connsiteX26" fmla="*/ 187225 w 201283"/>
                <a:gd name="connsiteY26" fmla="*/ 11491 h 131510"/>
                <a:gd name="connsiteX27" fmla="*/ 187225 w 201283"/>
                <a:gd name="connsiteY27" fmla="*/ 11491 h 131510"/>
                <a:gd name="connsiteX28" fmla="*/ 187225 w 201283"/>
                <a:gd name="connsiteY28" fmla="*/ 11491 h 131510"/>
                <a:gd name="connsiteX29" fmla="*/ 187225 w 201283"/>
                <a:gd name="connsiteY29" fmla="*/ 11491 h 131510"/>
                <a:gd name="connsiteX30" fmla="*/ 187225 w 201283"/>
                <a:gd name="connsiteY30" fmla="*/ 11491 h 131510"/>
                <a:gd name="connsiteX31" fmla="*/ 187225 w 201283"/>
                <a:gd name="connsiteY31" fmla="*/ 11491 h 131510"/>
                <a:gd name="connsiteX32" fmla="*/ 187225 w 201283"/>
                <a:gd name="connsiteY32" fmla="*/ 11491 h 131510"/>
                <a:gd name="connsiteX33" fmla="*/ 187864 w 201283"/>
                <a:gd name="connsiteY33" fmla="*/ 17237 h 131510"/>
                <a:gd name="connsiteX34" fmla="*/ 177001 w 201283"/>
                <a:gd name="connsiteY34" fmla="*/ 115550 h 131510"/>
                <a:gd name="connsiteX35" fmla="*/ 170611 w 201283"/>
                <a:gd name="connsiteY35" fmla="*/ 121934 h 131510"/>
                <a:gd name="connsiteX36" fmla="*/ 164221 w 201283"/>
                <a:gd name="connsiteY36" fmla="*/ 115550 h 131510"/>
                <a:gd name="connsiteX37" fmla="*/ 164221 w 201283"/>
                <a:gd name="connsiteY37" fmla="*/ 52349 h 131510"/>
                <a:gd name="connsiteX38" fmla="*/ 170611 w 201283"/>
                <a:gd name="connsiteY38" fmla="*/ 45965 h 131510"/>
                <a:gd name="connsiteX39" fmla="*/ 177001 w 201283"/>
                <a:gd name="connsiteY39" fmla="*/ 52349 h 131510"/>
                <a:gd name="connsiteX40" fmla="*/ 177001 w 201283"/>
                <a:gd name="connsiteY40" fmla="*/ 115550 h 131510"/>
                <a:gd name="connsiteX41" fmla="*/ 148247 w 201283"/>
                <a:gd name="connsiteY41" fmla="*/ 115550 h 131510"/>
                <a:gd name="connsiteX42" fmla="*/ 141857 w 201283"/>
                <a:gd name="connsiteY42" fmla="*/ 121934 h 131510"/>
                <a:gd name="connsiteX43" fmla="*/ 135467 w 201283"/>
                <a:gd name="connsiteY43" fmla="*/ 115550 h 131510"/>
                <a:gd name="connsiteX44" fmla="*/ 135467 w 201283"/>
                <a:gd name="connsiteY44" fmla="*/ 66394 h 131510"/>
                <a:gd name="connsiteX45" fmla="*/ 141857 w 201283"/>
                <a:gd name="connsiteY45" fmla="*/ 60010 h 131510"/>
                <a:gd name="connsiteX46" fmla="*/ 148247 w 201283"/>
                <a:gd name="connsiteY46" fmla="*/ 66394 h 131510"/>
                <a:gd name="connsiteX47" fmla="*/ 148247 w 201283"/>
                <a:gd name="connsiteY47" fmla="*/ 115550 h 131510"/>
                <a:gd name="connsiteX48" fmla="*/ 119492 w 201283"/>
                <a:gd name="connsiteY48" fmla="*/ 115550 h 131510"/>
                <a:gd name="connsiteX49" fmla="*/ 113102 w 201283"/>
                <a:gd name="connsiteY49" fmla="*/ 121934 h 131510"/>
                <a:gd name="connsiteX50" fmla="*/ 106712 w 201283"/>
                <a:gd name="connsiteY50" fmla="*/ 115550 h 131510"/>
                <a:gd name="connsiteX51" fmla="*/ 106712 w 201283"/>
                <a:gd name="connsiteY51" fmla="*/ 80438 h 131510"/>
                <a:gd name="connsiteX52" fmla="*/ 113102 w 201283"/>
                <a:gd name="connsiteY52" fmla="*/ 74054 h 131510"/>
                <a:gd name="connsiteX53" fmla="*/ 119492 w 201283"/>
                <a:gd name="connsiteY53" fmla="*/ 80438 h 131510"/>
                <a:gd name="connsiteX54" fmla="*/ 119492 w 201283"/>
                <a:gd name="connsiteY54" fmla="*/ 115550 h 131510"/>
                <a:gd name="connsiteX55" fmla="*/ 91376 w 201283"/>
                <a:gd name="connsiteY55" fmla="*/ 115550 h 131510"/>
                <a:gd name="connsiteX56" fmla="*/ 84986 w 201283"/>
                <a:gd name="connsiteY56" fmla="*/ 121934 h 131510"/>
                <a:gd name="connsiteX57" fmla="*/ 78596 w 201283"/>
                <a:gd name="connsiteY57" fmla="*/ 115550 h 131510"/>
                <a:gd name="connsiteX58" fmla="*/ 78596 w 201283"/>
                <a:gd name="connsiteY58" fmla="*/ 67670 h 131510"/>
                <a:gd name="connsiteX59" fmla="*/ 84986 w 201283"/>
                <a:gd name="connsiteY59" fmla="*/ 61286 h 131510"/>
                <a:gd name="connsiteX60" fmla="*/ 91376 w 201283"/>
                <a:gd name="connsiteY60" fmla="*/ 67670 h 131510"/>
                <a:gd name="connsiteX61" fmla="*/ 91376 w 201283"/>
                <a:gd name="connsiteY61" fmla="*/ 115550 h 131510"/>
                <a:gd name="connsiteX62" fmla="*/ 62621 w 201283"/>
                <a:gd name="connsiteY62" fmla="*/ 115550 h 131510"/>
                <a:gd name="connsiteX63" fmla="*/ 56231 w 201283"/>
                <a:gd name="connsiteY63" fmla="*/ 121934 h 131510"/>
                <a:gd name="connsiteX64" fmla="*/ 49841 w 201283"/>
                <a:gd name="connsiteY64" fmla="*/ 115550 h 131510"/>
                <a:gd name="connsiteX65" fmla="*/ 49841 w 201283"/>
                <a:gd name="connsiteY65" fmla="*/ 84907 h 131510"/>
                <a:gd name="connsiteX66" fmla="*/ 56231 w 201283"/>
                <a:gd name="connsiteY66" fmla="*/ 78523 h 131510"/>
                <a:gd name="connsiteX67" fmla="*/ 62621 w 201283"/>
                <a:gd name="connsiteY67" fmla="*/ 84907 h 131510"/>
                <a:gd name="connsiteX68" fmla="*/ 62621 w 201283"/>
                <a:gd name="connsiteY68" fmla="*/ 115550 h 131510"/>
                <a:gd name="connsiteX69" fmla="*/ 33867 w 201283"/>
                <a:gd name="connsiteY69" fmla="*/ 113635 h 131510"/>
                <a:gd name="connsiteX70" fmla="*/ 27477 w 201283"/>
                <a:gd name="connsiteY70" fmla="*/ 120019 h 131510"/>
                <a:gd name="connsiteX71" fmla="*/ 21087 w 201283"/>
                <a:gd name="connsiteY71" fmla="*/ 113635 h 131510"/>
                <a:gd name="connsiteX72" fmla="*/ 21087 w 201283"/>
                <a:gd name="connsiteY72" fmla="*/ 93206 h 131510"/>
                <a:gd name="connsiteX73" fmla="*/ 27477 w 201283"/>
                <a:gd name="connsiteY73" fmla="*/ 86822 h 131510"/>
                <a:gd name="connsiteX74" fmla="*/ 33867 w 201283"/>
                <a:gd name="connsiteY74" fmla="*/ 93206 h 131510"/>
                <a:gd name="connsiteX75" fmla="*/ 33867 w 201283"/>
                <a:gd name="connsiteY75" fmla="*/ 113635 h 131510"/>
                <a:gd name="connsiteX76" fmla="*/ 185308 w 201283"/>
                <a:gd name="connsiteY76" fmla="*/ 0 h 131510"/>
                <a:gd name="connsiteX77" fmla="*/ 15975 w 201283"/>
                <a:gd name="connsiteY77" fmla="*/ 0 h 131510"/>
                <a:gd name="connsiteX78" fmla="*/ 0 w 201283"/>
                <a:gd name="connsiteY78" fmla="*/ 15960 h 131510"/>
                <a:gd name="connsiteX79" fmla="*/ 0 w 201283"/>
                <a:gd name="connsiteY79" fmla="*/ 115550 h 131510"/>
                <a:gd name="connsiteX80" fmla="*/ 15975 w 201283"/>
                <a:gd name="connsiteY80" fmla="*/ 131510 h 131510"/>
                <a:gd name="connsiteX81" fmla="*/ 185308 w 201283"/>
                <a:gd name="connsiteY81" fmla="*/ 131510 h 131510"/>
                <a:gd name="connsiteX82" fmla="*/ 201283 w 201283"/>
                <a:gd name="connsiteY82" fmla="*/ 115550 h 131510"/>
                <a:gd name="connsiteX83" fmla="*/ 201283 w 201283"/>
                <a:gd name="connsiteY83" fmla="*/ 15960 h 131510"/>
                <a:gd name="connsiteX84" fmla="*/ 185308 w 201283"/>
                <a:gd name="connsiteY84" fmla="*/ 0 h 1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01283" h="131510">
                  <a:moveTo>
                    <a:pt x="187864" y="17237"/>
                  </a:moveTo>
                  <a:cubicBezTo>
                    <a:pt x="187864" y="17237"/>
                    <a:pt x="187864" y="17875"/>
                    <a:pt x="187864" y="17237"/>
                  </a:cubicBezTo>
                  <a:cubicBezTo>
                    <a:pt x="187864" y="17875"/>
                    <a:pt x="187864" y="17875"/>
                    <a:pt x="187864" y="17237"/>
                  </a:cubicBezTo>
                  <a:cubicBezTo>
                    <a:pt x="187864" y="17875"/>
                    <a:pt x="187864" y="17875"/>
                    <a:pt x="187864" y="18514"/>
                  </a:cubicBezTo>
                  <a:lnTo>
                    <a:pt x="182752" y="31920"/>
                  </a:lnTo>
                  <a:cubicBezTo>
                    <a:pt x="181474" y="35112"/>
                    <a:pt x="177640" y="37027"/>
                    <a:pt x="174445" y="35751"/>
                  </a:cubicBezTo>
                  <a:cubicBezTo>
                    <a:pt x="171889" y="35112"/>
                    <a:pt x="170611" y="33197"/>
                    <a:pt x="170611" y="30643"/>
                  </a:cubicBezTo>
                  <a:lnTo>
                    <a:pt x="118214" y="62563"/>
                  </a:lnTo>
                  <a:cubicBezTo>
                    <a:pt x="115658" y="63840"/>
                    <a:pt x="113102" y="63840"/>
                    <a:pt x="111185" y="61925"/>
                  </a:cubicBezTo>
                  <a:lnTo>
                    <a:pt x="90098" y="45327"/>
                  </a:lnTo>
                  <a:lnTo>
                    <a:pt x="17253" y="81715"/>
                  </a:lnTo>
                  <a:cubicBezTo>
                    <a:pt x="16614" y="82354"/>
                    <a:pt x="15336" y="82354"/>
                    <a:pt x="14697" y="82354"/>
                  </a:cubicBezTo>
                  <a:cubicBezTo>
                    <a:pt x="12141" y="82354"/>
                    <a:pt x="10224" y="81077"/>
                    <a:pt x="8946" y="78523"/>
                  </a:cubicBezTo>
                  <a:cubicBezTo>
                    <a:pt x="7668" y="75331"/>
                    <a:pt x="8946" y="71501"/>
                    <a:pt x="11502" y="70224"/>
                  </a:cubicBezTo>
                  <a:lnTo>
                    <a:pt x="87542" y="31920"/>
                  </a:lnTo>
                  <a:cubicBezTo>
                    <a:pt x="89459" y="30643"/>
                    <a:pt x="92654" y="31282"/>
                    <a:pt x="94571" y="32559"/>
                  </a:cubicBezTo>
                  <a:lnTo>
                    <a:pt x="115019" y="48519"/>
                  </a:lnTo>
                  <a:lnTo>
                    <a:pt x="162943" y="19152"/>
                  </a:lnTo>
                  <a:cubicBezTo>
                    <a:pt x="161027" y="17875"/>
                    <a:pt x="159748" y="15322"/>
                    <a:pt x="160388" y="13407"/>
                  </a:cubicBezTo>
                  <a:cubicBezTo>
                    <a:pt x="161027" y="10215"/>
                    <a:pt x="163583" y="7661"/>
                    <a:pt x="167416" y="7661"/>
                  </a:cubicBezTo>
                  <a:lnTo>
                    <a:pt x="182113" y="8938"/>
                  </a:lnTo>
                  <a:cubicBezTo>
                    <a:pt x="182113" y="8938"/>
                    <a:pt x="182752" y="8938"/>
                    <a:pt x="182752" y="8938"/>
                  </a:cubicBezTo>
                  <a:cubicBezTo>
                    <a:pt x="182752" y="8938"/>
                    <a:pt x="182752" y="8938"/>
                    <a:pt x="182752" y="8938"/>
                  </a:cubicBezTo>
                  <a:lnTo>
                    <a:pt x="182752" y="8938"/>
                  </a:lnTo>
                  <a:cubicBezTo>
                    <a:pt x="182752" y="8938"/>
                    <a:pt x="183391" y="8938"/>
                    <a:pt x="183391" y="8938"/>
                  </a:cubicBezTo>
                  <a:cubicBezTo>
                    <a:pt x="183391" y="8938"/>
                    <a:pt x="183391" y="8938"/>
                    <a:pt x="183391" y="8938"/>
                  </a:cubicBezTo>
                  <a:cubicBezTo>
                    <a:pt x="184669" y="9576"/>
                    <a:pt x="185947" y="10215"/>
                    <a:pt x="187225" y="11491"/>
                  </a:cubicBezTo>
                  <a:lnTo>
                    <a:pt x="187225" y="11491"/>
                  </a:lnTo>
                  <a:cubicBezTo>
                    <a:pt x="187225" y="11491"/>
                    <a:pt x="187225" y="11491"/>
                    <a:pt x="187225" y="11491"/>
                  </a:cubicBezTo>
                  <a:cubicBezTo>
                    <a:pt x="187225" y="11491"/>
                    <a:pt x="187225" y="11491"/>
                    <a:pt x="187225" y="11491"/>
                  </a:cubicBezTo>
                  <a:lnTo>
                    <a:pt x="187225" y="11491"/>
                  </a:lnTo>
                  <a:lnTo>
                    <a:pt x="187225" y="11491"/>
                  </a:lnTo>
                  <a:cubicBezTo>
                    <a:pt x="187225" y="11491"/>
                    <a:pt x="187225" y="11491"/>
                    <a:pt x="187225" y="11491"/>
                  </a:cubicBezTo>
                  <a:cubicBezTo>
                    <a:pt x="187864" y="14045"/>
                    <a:pt x="188503" y="15960"/>
                    <a:pt x="187864" y="17237"/>
                  </a:cubicBezTo>
                  <a:moveTo>
                    <a:pt x="177001" y="115550"/>
                  </a:moveTo>
                  <a:cubicBezTo>
                    <a:pt x="177001" y="119381"/>
                    <a:pt x="174445" y="121934"/>
                    <a:pt x="170611" y="121934"/>
                  </a:cubicBezTo>
                  <a:cubicBezTo>
                    <a:pt x="166778" y="121934"/>
                    <a:pt x="164221" y="119381"/>
                    <a:pt x="164221" y="115550"/>
                  </a:cubicBezTo>
                  <a:lnTo>
                    <a:pt x="164221" y="52349"/>
                  </a:lnTo>
                  <a:cubicBezTo>
                    <a:pt x="164221" y="48519"/>
                    <a:pt x="166778" y="45965"/>
                    <a:pt x="170611" y="45965"/>
                  </a:cubicBezTo>
                  <a:cubicBezTo>
                    <a:pt x="174445" y="45965"/>
                    <a:pt x="177001" y="48519"/>
                    <a:pt x="177001" y="52349"/>
                  </a:cubicBezTo>
                  <a:lnTo>
                    <a:pt x="177001" y="115550"/>
                  </a:lnTo>
                  <a:close/>
                  <a:moveTo>
                    <a:pt x="148247" y="115550"/>
                  </a:moveTo>
                  <a:cubicBezTo>
                    <a:pt x="148247" y="119381"/>
                    <a:pt x="145690" y="121934"/>
                    <a:pt x="141857" y="121934"/>
                  </a:cubicBezTo>
                  <a:cubicBezTo>
                    <a:pt x="138023" y="121934"/>
                    <a:pt x="135467" y="119381"/>
                    <a:pt x="135467" y="115550"/>
                  </a:cubicBezTo>
                  <a:lnTo>
                    <a:pt x="135467" y="66394"/>
                  </a:lnTo>
                  <a:cubicBezTo>
                    <a:pt x="135467" y="62563"/>
                    <a:pt x="138023" y="60010"/>
                    <a:pt x="141857" y="60010"/>
                  </a:cubicBezTo>
                  <a:cubicBezTo>
                    <a:pt x="145690" y="60010"/>
                    <a:pt x="148247" y="62563"/>
                    <a:pt x="148247" y="66394"/>
                  </a:cubicBezTo>
                  <a:lnTo>
                    <a:pt x="148247" y="115550"/>
                  </a:lnTo>
                  <a:close/>
                  <a:moveTo>
                    <a:pt x="119492" y="115550"/>
                  </a:moveTo>
                  <a:cubicBezTo>
                    <a:pt x="119492" y="119381"/>
                    <a:pt x="116936" y="121934"/>
                    <a:pt x="113102" y="121934"/>
                  </a:cubicBezTo>
                  <a:cubicBezTo>
                    <a:pt x="109268" y="121934"/>
                    <a:pt x="106712" y="119381"/>
                    <a:pt x="106712" y="115550"/>
                  </a:cubicBezTo>
                  <a:lnTo>
                    <a:pt x="106712" y="80438"/>
                  </a:lnTo>
                  <a:cubicBezTo>
                    <a:pt x="106712" y="76608"/>
                    <a:pt x="109268" y="74054"/>
                    <a:pt x="113102" y="74054"/>
                  </a:cubicBezTo>
                  <a:cubicBezTo>
                    <a:pt x="116936" y="74054"/>
                    <a:pt x="119492" y="76608"/>
                    <a:pt x="119492" y="80438"/>
                  </a:cubicBezTo>
                  <a:lnTo>
                    <a:pt x="119492" y="115550"/>
                  </a:lnTo>
                  <a:close/>
                  <a:moveTo>
                    <a:pt x="91376" y="115550"/>
                  </a:moveTo>
                  <a:cubicBezTo>
                    <a:pt x="91376" y="119381"/>
                    <a:pt x="88820" y="121934"/>
                    <a:pt x="84986" y="121934"/>
                  </a:cubicBezTo>
                  <a:cubicBezTo>
                    <a:pt x="81152" y="121934"/>
                    <a:pt x="78596" y="119381"/>
                    <a:pt x="78596" y="115550"/>
                  </a:cubicBezTo>
                  <a:lnTo>
                    <a:pt x="78596" y="67670"/>
                  </a:lnTo>
                  <a:cubicBezTo>
                    <a:pt x="78596" y="63840"/>
                    <a:pt x="81152" y="61286"/>
                    <a:pt x="84986" y="61286"/>
                  </a:cubicBezTo>
                  <a:cubicBezTo>
                    <a:pt x="88820" y="61286"/>
                    <a:pt x="91376" y="63840"/>
                    <a:pt x="91376" y="67670"/>
                  </a:cubicBezTo>
                  <a:lnTo>
                    <a:pt x="91376" y="115550"/>
                  </a:lnTo>
                  <a:close/>
                  <a:moveTo>
                    <a:pt x="62621" y="115550"/>
                  </a:moveTo>
                  <a:cubicBezTo>
                    <a:pt x="62621" y="119381"/>
                    <a:pt x="60066" y="121934"/>
                    <a:pt x="56231" y="121934"/>
                  </a:cubicBezTo>
                  <a:cubicBezTo>
                    <a:pt x="52398" y="121934"/>
                    <a:pt x="49841" y="119381"/>
                    <a:pt x="49841" y="115550"/>
                  </a:cubicBezTo>
                  <a:lnTo>
                    <a:pt x="49841" y="84907"/>
                  </a:lnTo>
                  <a:cubicBezTo>
                    <a:pt x="49841" y="81077"/>
                    <a:pt x="52398" y="78523"/>
                    <a:pt x="56231" y="78523"/>
                  </a:cubicBezTo>
                  <a:cubicBezTo>
                    <a:pt x="60066" y="78523"/>
                    <a:pt x="62621" y="81077"/>
                    <a:pt x="62621" y="84907"/>
                  </a:cubicBezTo>
                  <a:lnTo>
                    <a:pt x="62621" y="115550"/>
                  </a:lnTo>
                  <a:close/>
                  <a:moveTo>
                    <a:pt x="33867" y="113635"/>
                  </a:moveTo>
                  <a:cubicBezTo>
                    <a:pt x="33867" y="117465"/>
                    <a:pt x="31311" y="120019"/>
                    <a:pt x="27477" y="120019"/>
                  </a:cubicBezTo>
                  <a:cubicBezTo>
                    <a:pt x="23643" y="120019"/>
                    <a:pt x="21087" y="117465"/>
                    <a:pt x="21087" y="113635"/>
                  </a:cubicBezTo>
                  <a:lnTo>
                    <a:pt x="21087" y="93206"/>
                  </a:lnTo>
                  <a:cubicBezTo>
                    <a:pt x="21087" y="89376"/>
                    <a:pt x="23643" y="86822"/>
                    <a:pt x="27477" y="86822"/>
                  </a:cubicBezTo>
                  <a:cubicBezTo>
                    <a:pt x="31311" y="86822"/>
                    <a:pt x="33867" y="89376"/>
                    <a:pt x="33867" y="93206"/>
                  </a:cubicBezTo>
                  <a:lnTo>
                    <a:pt x="33867" y="113635"/>
                  </a:lnTo>
                  <a:close/>
                  <a:moveTo>
                    <a:pt x="185308" y="0"/>
                  </a:moveTo>
                  <a:lnTo>
                    <a:pt x="15975" y="0"/>
                  </a:lnTo>
                  <a:cubicBezTo>
                    <a:pt x="7029" y="0"/>
                    <a:pt x="0" y="7023"/>
                    <a:pt x="0" y="15960"/>
                  </a:cubicBezTo>
                  <a:lnTo>
                    <a:pt x="0" y="115550"/>
                  </a:lnTo>
                  <a:cubicBezTo>
                    <a:pt x="0" y="124488"/>
                    <a:pt x="7029" y="131510"/>
                    <a:pt x="15975" y="131510"/>
                  </a:cubicBezTo>
                  <a:lnTo>
                    <a:pt x="185308" y="131510"/>
                  </a:lnTo>
                  <a:cubicBezTo>
                    <a:pt x="194254" y="131510"/>
                    <a:pt x="201283" y="124488"/>
                    <a:pt x="201283" y="115550"/>
                  </a:cubicBezTo>
                  <a:lnTo>
                    <a:pt x="201283" y="15960"/>
                  </a:lnTo>
                  <a:cubicBezTo>
                    <a:pt x="200644" y="7023"/>
                    <a:pt x="193615" y="0"/>
                    <a:pt x="185308" y="0"/>
                  </a:cubicBezTo>
                </a:path>
              </a:pathLst>
            </a:custGeom>
            <a:solidFill>
              <a:srgbClr val="00ABAB"/>
            </a:solidFill>
            <a:ln w="6390" cap="flat">
              <a:noFill/>
              <a:prstDash val="solid"/>
              <a:miter/>
            </a:ln>
          </p:spPr>
          <p:txBody>
            <a:bodyPr rtlCol="0" anchor="ctr"/>
            <a:lstStyle/>
            <a:p>
              <a:endParaRPr lang="en-US"/>
            </a:p>
          </p:txBody>
        </p:sp>
        <p:sp>
          <p:nvSpPr>
            <p:cNvPr id="927" name="Graphic 4">
              <a:extLst>
                <a:ext uri="{FF2B5EF4-FFF2-40B4-BE49-F238E27FC236}">
                  <a16:creationId xmlns:a16="http://schemas.microsoft.com/office/drawing/2014/main" id="{C25287D3-84B4-994E-B179-BFA4C51F9661}"/>
                </a:ext>
              </a:extLst>
            </p:cNvPr>
            <p:cNvSpPr/>
            <p:nvPr/>
          </p:nvSpPr>
          <p:spPr>
            <a:xfrm>
              <a:off x="4046108" y="3824168"/>
              <a:ext cx="361670" cy="361333"/>
            </a:xfrm>
            <a:custGeom>
              <a:avLst/>
              <a:gdLst>
                <a:gd name="connsiteX0" fmla="*/ 293937 w 361670"/>
                <a:gd name="connsiteY0" fmla="*/ 219609 h 361333"/>
                <a:gd name="connsiteX1" fmla="*/ 265182 w 361670"/>
                <a:gd name="connsiteY1" fmla="*/ 248337 h 361333"/>
                <a:gd name="connsiteX2" fmla="*/ 95849 w 361670"/>
                <a:gd name="connsiteY2" fmla="*/ 248337 h 361333"/>
                <a:gd name="connsiteX3" fmla="*/ 67094 w 361670"/>
                <a:gd name="connsiteY3" fmla="*/ 219609 h 361333"/>
                <a:gd name="connsiteX4" fmla="*/ 67094 w 361670"/>
                <a:gd name="connsiteY4" fmla="*/ 120019 h 361333"/>
                <a:gd name="connsiteX5" fmla="*/ 95849 w 361670"/>
                <a:gd name="connsiteY5" fmla="*/ 91291 h 361333"/>
                <a:gd name="connsiteX6" fmla="*/ 265182 w 361670"/>
                <a:gd name="connsiteY6" fmla="*/ 91291 h 361333"/>
                <a:gd name="connsiteX7" fmla="*/ 293937 w 361670"/>
                <a:gd name="connsiteY7" fmla="*/ 120019 h 361333"/>
                <a:gd name="connsiteX8" fmla="*/ 293937 w 361670"/>
                <a:gd name="connsiteY8" fmla="*/ 219609 h 361333"/>
                <a:gd name="connsiteX9" fmla="*/ 253681 w 361670"/>
                <a:gd name="connsiteY9" fmla="*/ 270042 h 361333"/>
                <a:gd name="connsiteX10" fmla="*/ 107351 w 361670"/>
                <a:gd name="connsiteY10" fmla="*/ 270042 h 361333"/>
                <a:gd name="connsiteX11" fmla="*/ 100961 w 361670"/>
                <a:gd name="connsiteY11" fmla="*/ 263658 h 361333"/>
                <a:gd name="connsiteX12" fmla="*/ 107351 w 361670"/>
                <a:gd name="connsiteY12" fmla="*/ 257274 h 361333"/>
                <a:gd name="connsiteX13" fmla="*/ 253681 w 361670"/>
                <a:gd name="connsiteY13" fmla="*/ 257274 h 361333"/>
                <a:gd name="connsiteX14" fmla="*/ 260071 w 361670"/>
                <a:gd name="connsiteY14" fmla="*/ 263658 h 361333"/>
                <a:gd name="connsiteX15" fmla="*/ 253681 w 361670"/>
                <a:gd name="connsiteY15" fmla="*/ 270042 h 361333"/>
                <a:gd name="connsiteX16" fmla="*/ 180835 w 361670"/>
                <a:gd name="connsiteY16" fmla="*/ 0 h 361333"/>
                <a:gd name="connsiteX17" fmla="*/ 0 w 361670"/>
                <a:gd name="connsiteY17" fmla="*/ 180667 h 361333"/>
                <a:gd name="connsiteX18" fmla="*/ 180835 w 361670"/>
                <a:gd name="connsiteY18" fmla="*/ 361333 h 361333"/>
                <a:gd name="connsiteX19" fmla="*/ 361670 w 361670"/>
                <a:gd name="connsiteY19" fmla="*/ 180667 h 361333"/>
                <a:gd name="connsiteX20" fmla="*/ 180835 w 361670"/>
                <a:gd name="connsiteY20"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1670" h="361333">
                  <a:moveTo>
                    <a:pt x="293937" y="219609"/>
                  </a:moveTo>
                  <a:cubicBezTo>
                    <a:pt x="293937" y="235569"/>
                    <a:pt x="281157" y="248337"/>
                    <a:pt x="265182" y="248337"/>
                  </a:cubicBezTo>
                  <a:lnTo>
                    <a:pt x="95849" y="248337"/>
                  </a:lnTo>
                  <a:cubicBezTo>
                    <a:pt x="79874" y="248337"/>
                    <a:pt x="67094" y="235569"/>
                    <a:pt x="67094" y="219609"/>
                  </a:cubicBezTo>
                  <a:lnTo>
                    <a:pt x="67094" y="120019"/>
                  </a:lnTo>
                  <a:cubicBezTo>
                    <a:pt x="67094" y="104059"/>
                    <a:pt x="79874" y="91291"/>
                    <a:pt x="95849" y="91291"/>
                  </a:cubicBezTo>
                  <a:lnTo>
                    <a:pt x="265182" y="91291"/>
                  </a:lnTo>
                  <a:cubicBezTo>
                    <a:pt x="281157" y="91291"/>
                    <a:pt x="293937" y="104059"/>
                    <a:pt x="293937" y="120019"/>
                  </a:cubicBezTo>
                  <a:lnTo>
                    <a:pt x="293937" y="219609"/>
                  </a:lnTo>
                  <a:close/>
                  <a:moveTo>
                    <a:pt x="253681" y="270042"/>
                  </a:moveTo>
                  <a:lnTo>
                    <a:pt x="107351" y="270042"/>
                  </a:lnTo>
                  <a:cubicBezTo>
                    <a:pt x="103517" y="270042"/>
                    <a:pt x="100961" y="267489"/>
                    <a:pt x="100961" y="263658"/>
                  </a:cubicBezTo>
                  <a:cubicBezTo>
                    <a:pt x="100961" y="259828"/>
                    <a:pt x="103517" y="257274"/>
                    <a:pt x="107351" y="257274"/>
                  </a:cubicBezTo>
                  <a:lnTo>
                    <a:pt x="253681" y="257274"/>
                  </a:lnTo>
                  <a:cubicBezTo>
                    <a:pt x="257514" y="257274"/>
                    <a:pt x="260071" y="259828"/>
                    <a:pt x="260071" y="263658"/>
                  </a:cubicBezTo>
                  <a:cubicBezTo>
                    <a:pt x="260071" y="266850"/>
                    <a:pt x="257514" y="270042"/>
                    <a:pt x="253681" y="270042"/>
                  </a:cubicBezTo>
                  <a:moveTo>
                    <a:pt x="180835" y="0"/>
                  </a:moveTo>
                  <a:cubicBezTo>
                    <a:pt x="81152" y="0"/>
                    <a:pt x="0" y="81076"/>
                    <a:pt x="0" y="180667"/>
                  </a:cubicBezTo>
                  <a:cubicBezTo>
                    <a:pt x="0" y="280257"/>
                    <a:pt x="81152" y="361333"/>
                    <a:pt x="180835" y="361333"/>
                  </a:cubicBezTo>
                  <a:cubicBezTo>
                    <a:pt x="280518" y="361333"/>
                    <a:pt x="361670" y="280257"/>
                    <a:pt x="361670" y="180667"/>
                  </a:cubicBezTo>
                  <a:cubicBezTo>
                    <a:pt x="361670" y="81076"/>
                    <a:pt x="280518" y="0"/>
                    <a:pt x="180835" y="0"/>
                  </a:cubicBezTo>
                </a:path>
              </a:pathLst>
            </a:custGeom>
            <a:solidFill>
              <a:srgbClr val="00ABAB"/>
            </a:solidFill>
            <a:ln w="6390" cap="flat">
              <a:noFill/>
              <a:prstDash val="solid"/>
              <a:miter/>
            </a:ln>
          </p:spPr>
          <p:txBody>
            <a:bodyPr rtlCol="0" anchor="ctr"/>
            <a:lstStyle/>
            <a:p>
              <a:endParaRPr lang="en-US"/>
            </a:p>
          </p:txBody>
        </p:sp>
      </p:grpSp>
      <p:grpSp>
        <p:nvGrpSpPr>
          <p:cNvPr id="928" name="Graphic 4">
            <a:extLst>
              <a:ext uri="{FF2B5EF4-FFF2-40B4-BE49-F238E27FC236}">
                <a16:creationId xmlns:a16="http://schemas.microsoft.com/office/drawing/2014/main" id="{C8C04397-30FB-A049-A72D-C11BDB408574}"/>
              </a:ext>
            </a:extLst>
          </p:cNvPr>
          <p:cNvGrpSpPr/>
          <p:nvPr/>
        </p:nvGrpSpPr>
        <p:grpSpPr>
          <a:xfrm>
            <a:off x="4661459" y="1402085"/>
            <a:ext cx="361670" cy="361333"/>
            <a:chOff x="4661459" y="1402085"/>
            <a:chExt cx="361670" cy="361333"/>
          </a:xfrm>
          <a:solidFill>
            <a:srgbClr val="00ABAB"/>
          </a:solidFill>
        </p:grpSpPr>
        <p:sp>
          <p:nvSpPr>
            <p:cNvPr id="929" name="Graphic 4">
              <a:extLst>
                <a:ext uri="{FF2B5EF4-FFF2-40B4-BE49-F238E27FC236}">
                  <a16:creationId xmlns:a16="http://schemas.microsoft.com/office/drawing/2014/main" id="{593B210D-BF45-CA47-9E4F-396991BBD47F}"/>
                </a:ext>
              </a:extLst>
            </p:cNvPr>
            <p:cNvSpPr/>
            <p:nvPr/>
          </p:nvSpPr>
          <p:spPr>
            <a:xfrm>
              <a:off x="4661459"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30" y="273873"/>
                    <a:pt x="273489" y="349204"/>
                    <a:pt x="180835" y="349204"/>
                  </a:cubicBezTo>
                  <a:close/>
                </a:path>
              </a:pathLst>
            </a:custGeom>
            <a:solidFill>
              <a:srgbClr val="00ABAB"/>
            </a:solidFill>
            <a:ln w="6390" cap="flat">
              <a:noFill/>
              <a:prstDash val="solid"/>
              <a:miter/>
            </a:ln>
          </p:spPr>
          <p:txBody>
            <a:bodyPr rtlCol="0" anchor="ctr"/>
            <a:lstStyle/>
            <a:p>
              <a:endParaRPr lang="en-US"/>
            </a:p>
          </p:txBody>
        </p:sp>
        <p:sp>
          <p:nvSpPr>
            <p:cNvPr id="930" name="Graphic 4">
              <a:extLst>
                <a:ext uri="{FF2B5EF4-FFF2-40B4-BE49-F238E27FC236}">
                  <a16:creationId xmlns:a16="http://schemas.microsoft.com/office/drawing/2014/main" id="{6AE91C85-5D88-8148-9B2E-3B2A9DBD4B5A}"/>
                </a:ext>
              </a:extLst>
            </p:cNvPr>
            <p:cNvSpPr/>
            <p:nvPr/>
          </p:nvSpPr>
          <p:spPr>
            <a:xfrm>
              <a:off x="4732387" y="1488450"/>
              <a:ext cx="112159" cy="70680"/>
            </a:xfrm>
            <a:custGeom>
              <a:avLst/>
              <a:gdLst>
                <a:gd name="connsiteX0" fmla="*/ 107351 w 112159"/>
                <a:gd name="connsiteY0" fmla="*/ 70680 h 70680"/>
                <a:gd name="connsiteX1" fmla="*/ 111824 w 112159"/>
                <a:gd name="connsiteY1" fmla="*/ 63019 h 70680"/>
                <a:gd name="connsiteX2" fmla="*/ 88181 w 112159"/>
                <a:gd name="connsiteY2" fmla="*/ 22162 h 70680"/>
                <a:gd name="connsiteX3" fmla="*/ 53675 w 112159"/>
                <a:gd name="connsiteY3" fmla="*/ 1095 h 70680"/>
                <a:gd name="connsiteX4" fmla="*/ 1917 w 112159"/>
                <a:gd name="connsiteY4" fmla="*/ 17693 h 70680"/>
                <a:gd name="connsiteX5" fmla="*/ 1917 w 112159"/>
                <a:gd name="connsiteY5" fmla="*/ 26631 h 70680"/>
                <a:gd name="connsiteX6" fmla="*/ 10863 w 112159"/>
                <a:gd name="connsiteY6" fmla="*/ 26631 h 70680"/>
                <a:gd name="connsiteX7" fmla="*/ 51119 w 112159"/>
                <a:gd name="connsiteY7" fmla="*/ 13224 h 70680"/>
                <a:gd name="connsiteX8" fmla="*/ 78596 w 112159"/>
                <a:gd name="connsiteY8" fmla="*/ 29823 h 70680"/>
                <a:gd name="connsiteX9" fmla="*/ 99044 w 112159"/>
                <a:gd name="connsiteY9" fmla="*/ 64935 h 70680"/>
                <a:gd name="connsiteX10" fmla="*/ 105434 w 112159"/>
                <a:gd name="connsiteY10" fmla="*/ 70042 h 70680"/>
                <a:gd name="connsiteX11" fmla="*/ 107351 w 112159"/>
                <a:gd name="connsiteY11" fmla="*/ 70680 h 7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2159" h="70680">
                  <a:moveTo>
                    <a:pt x="107351" y="70680"/>
                  </a:moveTo>
                  <a:cubicBezTo>
                    <a:pt x="110546" y="70042"/>
                    <a:pt x="113102" y="66211"/>
                    <a:pt x="111824" y="63019"/>
                  </a:cubicBezTo>
                  <a:cubicBezTo>
                    <a:pt x="107351" y="45144"/>
                    <a:pt x="97766" y="32376"/>
                    <a:pt x="88181" y="22162"/>
                  </a:cubicBezTo>
                  <a:cubicBezTo>
                    <a:pt x="77957" y="11309"/>
                    <a:pt x="66455" y="3648"/>
                    <a:pt x="53675" y="1095"/>
                  </a:cubicBezTo>
                  <a:cubicBezTo>
                    <a:pt x="35784" y="-2736"/>
                    <a:pt x="16614" y="3648"/>
                    <a:pt x="1917" y="17693"/>
                  </a:cubicBezTo>
                  <a:cubicBezTo>
                    <a:pt x="-639" y="20247"/>
                    <a:pt x="-639" y="24077"/>
                    <a:pt x="1917" y="26631"/>
                  </a:cubicBezTo>
                  <a:cubicBezTo>
                    <a:pt x="4473" y="29184"/>
                    <a:pt x="8307" y="29184"/>
                    <a:pt x="10863" y="26631"/>
                  </a:cubicBezTo>
                  <a:cubicBezTo>
                    <a:pt x="22365" y="15778"/>
                    <a:pt x="37701" y="10671"/>
                    <a:pt x="51119" y="13224"/>
                  </a:cubicBezTo>
                  <a:cubicBezTo>
                    <a:pt x="60704" y="15139"/>
                    <a:pt x="70289" y="20885"/>
                    <a:pt x="78596" y="29823"/>
                  </a:cubicBezTo>
                  <a:cubicBezTo>
                    <a:pt x="90098" y="42591"/>
                    <a:pt x="95849" y="52805"/>
                    <a:pt x="99044" y="64935"/>
                  </a:cubicBezTo>
                  <a:cubicBezTo>
                    <a:pt x="99683" y="68127"/>
                    <a:pt x="102239" y="70042"/>
                    <a:pt x="105434" y="70042"/>
                  </a:cubicBezTo>
                  <a:cubicBezTo>
                    <a:pt x="106073" y="70680"/>
                    <a:pt x="106712" y="70680"/>
                    <a:pt x="107351" y="70680"/>
                  </a:cubicBezTo>
                  <a:close/>
                </a:path>
              </a:pathLst>
            </a:custGeom>
            <a:solidFill>
              <a:srgbClr val="00ABAB"/>
            </a:solidFill>
            <a:ln w="6390" cap="flat">
              <a:noFill/>
              <a:prstDash val="solid"/>
              <a:miter/>
            </a:ln>
          </p:spPr>
          <p:txBody>
            <a:bodyPr rtlCol="0" anchor="ctr"/>
            <a:lstStyle/>
            <a:p>
              <a:endParaRPr lang="en-US"/>
            </a:p>
          </p:txBody>
        </p:sp>
        <p:sp>
          <p:nvSpPr>
            <p:cNvPr id="931" name="Graphic 4">
              <a:extLst>
                <a:ext uri="{FF2B5EF4-FFF2-40B4-BE49-F238E27FC236}">
                  <a16:creationId xmlns:a16="http://schemas.microsoft.com/office/drawing/2014/main" id="{01CA0D79-82DC-5543-98F3-16477C49AC72}"/>
                </a:ext>
              </a:extLst>
            </p:cNvPr>
            <p:cNvSpPr/>
            <p:nvPr/>
          </p:nvSpPr>
          <p:spPr>
            <a:xfrm>
              <a:off x="4845792" y="1605398"/>
              <a:ext cx="111521" cy="73751"/>
            </a:xfrm>
            <a:custGeom>
              <a:avLst/>
              <a:gdLst>
                <a:gd name="connsiteX0" fmla="*/ 100658 w 111521"/>
                <a:gd name="connsiteY0" fmla="*/ 45024 h 73751"/>
                <a:gd name="connsiteX1" fmla="*/ 60401 w 111521"/>
                <a:gd name="connsiteY1" fmla="*/ 59068 h 73751"/>
                <a:gd name="connsiteX2" fmla="*/ 32925 w 111521"/>
                <a:gd name="connsiteY2" fmla="*/ 41832 h 73751"/>
                <a:gd name="connsiteX3" fmla="*/ 12477 w 111521"/>
                <a:gd name="connsiteY3" fmla="*/ 4805 h 73751"/>
                <a:gd name="connsiteX4" fmla="*/ 4809 w 111521"/>
                <a:gd name="connsiteY4" fmla="*/ 336 h 73751"/>
                <a:gd name="connsiteX5" fmla="*/ 336 w 111521"/>
                <a:gd name="connsiteY5" fmla="*/ 7997 h 73751"/>
                <a:gd name="connsiteX6" fmla="*/ 23340 w 111521"/>
                <a:gd name="connsiteY6" fmla="*/ 50769 h 73751"/>
                <a:gd name="connsiteX7" fmla="*/ 57846 w 111521"/>
                <a:gd name="connsiteY7" fmla="*/ 72475 h 73751"/>
                <a:gd name="connsiteX8" fmla="*/ 68069 w 111521"/>
                <a:gd name="connsiteY8" fmla="*/ 73752 h 73751"/>
                <a:gd name="connsiteX9" fmla="*/ 109604 w 111521"/>
                <a:gd name="connsiteY9" fmla="*/ 55238 h 73751"/>
                <a:gd name="connsiteX10" fmla="*/ 109604 w 111521"/>
                <a:gd name="connsiteY10" fmla="*/ 46301 h 73751"/>
                <a:gd name="connsiteX11" fmla="*/ 100658 w 111521"/>
                <a:gd name="connsiteY11" fmla="*/ 45024 h 7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521" h="73751">
                  <a:moveTo>
                    <a:pt x="100658" y="45024"/>
                  </a:moveTo>
                  <a:cubicBezTo>
                    <a:pt x="89156" y="56515"/>
                    <a:pt x="73820" y="61622"/>
                    <a:pt x="60401" y="59068"/>
                  </a:cubicBezTo>
                  <a:cubicBezTo>
                    <a:pt x="50816" y="57153"/>
                    <a:pt x="41232" y="50769"/>
                    <a:pt x="32925" y="41832"/>
                  </a:cubicBezTo>
                  <a:cubicBezTo>
                    <a:pt x="21423" y="28425"/>
                    <a:pt x="15672" y="17573"/>
                    <a:pt x="12477" y="4805"/>
                  </a:cubicBezTo>
                  <a:cubicBezTo>
                    <a:pt x="11838" y="1613"/>
                    <a:pt x="8004" y="-941"/>
                    <a:pt x="4809" y="336"/>
                  </a:cubicBezTo>
                  <a:cubicBezTo>
                    <a:pt x="1614" y="974"/>
                    <a:pt x="-942" y="4805"/>
                    <a:pt x="336" y="7997"/>
                  </a:cubicBezTo>
                  <a:cubicBezTo>
                    <a:pt x="4809" y="26510"/>
                    <a:pt x="14394" y="39917"/>
                    <a:pt x="23340" y="50769"/>
                  </a:cubicBezTo>
                  <a:cubicBezTo>
                    <a:pt x="33564" y="62260"/>
                    <a:pt x="45066" y="69921"/>
                    <a:pt x="57846" y="72475"/>
                  </a:cubicBezTo>
                  <a:cubicBezTo>
                    <a:pt x="61041" y="73113"/>
                    <a:pt x="64874" y="73752"/>
                    <a:pt x="68069" y="73752"/>
                  </a:cubicBezTo>
                  <a:cubicBezTo>
                    <a:pt x="82766" y="73752"/>
                    <a:pt x="97463" y="67368"/>
                    <a:pt x="109604" y="55238"/>
                  </a:cubicBezTo>
                  <a:cubicBezTo>
                    <a:pt x="112160" y="52684"/>
                    <a:pt x="112160" y="48854"/>
                    <a:pt x="109604" y="46301"/>
                  </a:cubicBezTo>
                  <a:cubicBezTo>
                    <a:pt x="107048" y="43109"/>
                    <a:pt x="103214" y="43109"/>
                    <a:pt x="100658" y="45024"/>
                  </a:cubicBezTo>
                  <a:close/>
                </a:path>
              </a:pathLst>
            </a:custGeom>
            <a:solidFill>
              <a:srgbClr val="00ABAB"/>
            </a:solidFill>
            <a:ln w="6390" cap="flat">
              <a:noFill/>
              <a:prstDash val="solid"/>
              <a:miter/>
            </a:ln>
          </p:spPr>
          <p:txBody>
            <a:bodyPr rtlCol="0" anchor="ctr"/>
            <a:lstStyle/>
            <a:p>
              <a:endParaRPr lang="en-US"/>
            </a:p>
          </p:txBody>
        </p:sp>
        <p:sp>
          <p:nvSpPr>
            <p:cNvPr id="932" name="Graphic 4">
              <a:extLst>
                <a:ext uri="{FF2B5EF4-FFF2-40B4-BE49-F238E27FC236}">
                  <a16:creationId xmlns:a16="http://schemas.microsoft.com/office/drawing/2014/main" id="{EF42ACE2-0023-B343-9002-F2A0994D21F0}"/>
                </a:ext>
              </a:extLst>
            </p:cNvPr>
            <p:cNvSpPr/>
            <p:nvPr/>
          </p:nvSpPr>
          <p:spPr>
            <a:xfrm>
              <a:off x="4727914" y="1577006"/>
              <a:ext cx="12779" cy="12767"/>
            </a:xfrm>
            <a:custGeom>
              <a:avLst/>
              <a:gdLst>
                <a:gd name="connsiteX0" fmla="*/ 6390 w 12779"/>
                <a:gd name="connsiteY0" fmla="*/ 0 h 12767"/>
                <a:gd name="connsiteX1" fmla="*/ 6390 w 12779"/>
                <a:gd name="connsiteY1" fmla="*/ 0 h 12767"/>
                <a:gd name="connsiteX2" fmla="*/ 0 w 12779"/>
                <a:gd name="connsiteY2" fmla="*/ 6384 h 12767"/>
                <a:gd name="connsiteX3" fmla="*/ 6390 w 12779"/>
                <a:gd name="connsiteY3" fmla="*/ 12768 h 12767"/>
                <a:gd name="connsiteX4" fmla="*/ 12780 w 12779"/>
                <a:gd name="connsiteY4" fmla="*/ 6384 h 12767"/>
                <a:gd name="connsiteX5" fmla="*/ 6390 w 12779"/>
                <a:gd name="connsiteY5"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79" h="12767">
                  <a:moveTo>
                    <a:pt x="6390" y="0"/>
                  </a:moveTo>
                  <a:lnTo>
                    <a:pt x="6390" y="0"/>
                  </a:lnTo>
                  <a:cubicBezTo>
                    <a:pt x="2556" y="0"/>
                    <a:pt x="0" y="2554"/>
                    <a:pt x="0" y="6384"/>
                  </a:cubicBezTo>
                  <a:cubicBezTo>
                    <a:pt x="0" y="10214"/>
                    <a:pt x="3195" y="12768"/>
                    <a:pt x="6390" y="12768"/>
                  </a:cubicBezTo>
                  <a:cubicBezTo>
                    <a:pt x="9585" y="12768"/>
                    <a:pt x="12780" y="10214"/>
                    <a:pt x="12780" y="6384"/>
                  </a:cubicBezTo>
                  <a:cubicBezTo>
                    <a:pt x="12780" y="2554"/>
                    <a:pt x="9585" y="0"/>
                    <a:pt x="6390" y="0"/>
                  </a:cubicBezTo>
                  <a:close/>
                </a:path>
              </a:pathLst>
            </a:custGeom>
            <a:solidFill>
              <a:srgbClr val="00ABAB"/>
            </a:solidFill>
            <a:ln w="6390" cap="flat">
              <a:noFill/>
              <a:prstDash val="solid"/>
              <a:miter/>
            </a:ln>
          </p:spPr>
          <p:txBody>
            <a:bodyPr rtlCol="0" anchor="ctr"/>
            <a:lstStyle/>
            <a:p>
              <a:endParaRPr lang="en-US"/>
            </a:p>
          </p:txBody>
        </p:sp>
        <p:sp>
          <p:nvSpPr>
            <p:cNvPr id="933" name="Graphic 4">
              <a:extLst>
                <a:ext uri="{FF2B5EF4-FFF2-40B4-BE49-F238E27FC236}">
                  <a16:creationId xmlns:a16="http://schemas.microsoft.com/office/drawing/2014/main" id="{C0A4B0AB-F641-C044-868E-4A92698B11FD}"/>
                </a:ext>
              </a:extLst>
            </p:cNvPr>
            <p:cNvSpPr/>
            <p:nvPr/>
          </p:nvSpPr>
          <p:spPr>
            <a:xfrm>
              <a:off x="4890218" y="1577006"/>
              <a:ext cx="13419" cy="12767"/>
            </a:xfrm>
            <a:custGeom>
              <a:avLst/>
              <a:gdLst>
                <a:gd name="connsiteX0" fmla="*/ 6390 w 13419"/>
                <a:gd name="connsiteY0" fmla="*/ 12768 h 12767"/>
                <a:gd name="connsiteX1" fmla="*/ 7029 w 13419"/>
                <a:gd name="connsiteY1" fmla="*/ 12768 h 12767"/>
                <a:gd name="connsiteX2" fmla="*/ 13419 w 13419"/>
                <a:gd name="connsiteY2" fmla="*/ 6384 h 12767"/>
                <a:gd name="connsiteX3" fmla="*/ 7029 w 13419"/>
                <a:gd name="connsiteY3" fmla="*/ 0 h 12767"/>
                <a:gd name="connsiteX4" fmla="*/ 6390 w 13419"/>
                <a:gd name="connsiteY4" fmla="*/ 0 h 12767"/>
                <a:gd name="connsiteX5" fmla="*/ 0 w 13419"/>
                <a:gd name="connsiteY5" fmla="*/ 6384 h 12767"/>
                <a:gd name="connsiteX6" fmla="*/ 6390 w 13419"/>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19" h="12767">
                  <a:moveTo>
                    <a:pt x="6390" y="12768"/>
                  </a:moveTo>
                  <a:lnTo>
                    <a:pt x="7029" y="12768"/>
                  </a:lnTo>
                  <a:cubicBezTo>
                    <a:pt x="10863" y="12768"/>
                    <a:pt x="13419" y="10214"/>
                    <a:pt x="13419" y="6384"/>
                  </a:cubicBezTo>
                  <a:cubicBezTo>
                    <a:pt x="13419" y="2554"/>
                    <a:pt x="10863" y="0"/>
                    <a:pt x="7029" y="0"/>
                  </a:cubicBezTo>
                  <a:lnTo>
                    <a:pt x="6390" y="0"/>
                  </a:lnTo>
                  <a:cubicBezTo>
                    <a:pt x="2556" y="0"/>
                    <a:pt x="0" y="2554"/>
                    <a:pt x="0" y="6384"/>
                  </a:cubicBezTo>
                  <a:cubicBezTo>
                    <a:pt x="0" y="10214"/>
                    <a:pt x="2556" y="12768"/>
                    <a:pt x="6390" y="12768"/>
                  </a:cubicBezTo>
                  <a:close/>
                </a:path>
              </a:pathLst>
            </a:custGeom>
            <a:solidFill>
              <a:srgbClr val="00ABAB"/>
            </a:solidFill>
            <a:ln w="6390" cap="flat">
              <a:noFill/>
              <a:prstDash val="solid"/>
              <a:miter/>
            </a:ln>
          </p:spPr>
          <p:txBody>
            <a:bodyPr rtlCol="0" anchor="ctr"/>
            <a:lstStyle/>
            <a:p>
              <a:endParaRPr lang="en-US"/>
            </a:p>
          </p:txBody>
        </p:sp>
        <p:sp>
          <p:nvSpPr>
            <p:cNvPr id="934" name="Graphic 4">
              <a:extLst>
                <a:ext uri="{FF2B5EF4-FFF2-40B4-BE49-F238E27FC236}">
                  <a16:creationId xmlns:a16="http://schemas.microsoft.com/office/drawing/2014/main" id="{AA23F8B1-6C07-BE45-AE85-4D5D7169D768}"/>
                </a:ext>
              </a:extLst>
            </p:cNvPr>
            <p:cNvSpPr/>
            <p:nvPr/>
          </p:nvSpPr>
          <p:spPr>
            <a:xfrm>
              <a:off x="4835904" y="1577006"/>
              <a:ext cx="13419" cy="12767"/>
            </a:xfrm>
            <a:custGeom>
              <a:avLst/>
              <a:gdLst>
                <a:gd name="connsiteX0" fmla="*/ 13419 w 13419"/>
                <a:gd name="connsiteY0" fmla="*/ 6384 h 12767"/>
                <a:gd name="connsiteX1" fmla="*/ 7029 w 13419"/>
                <a:gd name="connsiteY1" fmla="*/ 0 h 12767"/>
                <a:gd name="connsiteX2" fmla="*/ 6390 w 13419"/>
                <a:gd name="connsiteY2" fmla="*/ 0 h 12767"/>
                <a:gd name="connsiteX3" fmla="*/ 0 w 13419"/>
                <a:gd name="connsiteY3" fmla="*/ 6384 h 12767"/>
                <a:gd name="connsiteX4" fmla="*/ 6390 w 13419"/>
                <a:gd name="connsiteY4" fmla="*/ 12768 h 12767"/>
                <a:gd name="connsiteX5" fmla="*/ 7029 w 13419"/>
                <a:gd name="connsiteY5" fmla="*/ 12768 h 12767"/>
                <a:gd name="connsiteX6" fmla="*/ 13419 w 13419"/>
                <a:gd name="connsiteY6" fmla="*/ 638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19" h="12767">
                  <a:moveTo>
                    <a:pt x="13419" y="6384"/>
                  </a:moveTo>
                  <a:cubicBezTo>
                    <a:pt x="13419" y="2554"/>
                    <a:pt x="10863" y="0"/>
                    <a:pt x="7029" y="0"/>
                  </a:cubicBezTo>
                  <a:lnTo>
                    <a:pt x="6390" y="0"/>
                  </a:lnTo>
                  <a:cubicBezTo>
                    <a:pt x="2556" y="0"/>
                    <a:pt x="0" y="2554"/>
                    <a:pt x="0" y="6384"/>
                  </a:cubicBezTo>
                  <a:cubicBezTo>
                    <a:pt x="0" y="10214"/>
                    <a:pt x="2556" y="12768"/>
                    <a:pt x="6390" y="12768"/>
                  </a:cubicBezTo>
                  <a:lnTo>
                    <a:pt x="7029" y="12768"/>
                  </a:lnTo>
                  <a:cubicBezTo>
                    <a:pt x="10224" y="12768"/>
                    <a:pt x="13419" y="9576"/>
                    <a:pt x="13419" y="6384"/>
                  </a:cubicBezTo>
                  <a:close/>
                </a:path>
              </a:pathLst>
            </a:custGeom>
            <a:solidFill>
              <a:srgbClr val="00ABAB"/>
            </a:solidFill>
            <a:ln w="6390" cap="flat">
              <a:noFill/>
              <a:prstDash val="solid"/>
              <a:miter/>
            </a:ln>
          </p:spPr>
          <p:txBody>
            <a:bodyPr rtlCol="0" anchor="ctr"/>
            <a:lstStyle/>
            <a:p>
              <a:endParaRPr lang="en-US"/>
            </a:p>
          </p:txBody>
        </p:sp>
        <p:sp>
          <p:nvSpPr>
            <p:cNvPr id="935" name="Graphic 4">
              <a:extLst>
                <a:ext uri="{FF2B5EF4-FFF2-40B4-BE49-F238E27FC236}">
                  <a16:creationId xmlns:a16="http://schemas.microsoft.com/office/drawing/2014/main" id="{41187904-91C5-E244-87AB-566EE95AC40D}"/>
                </a:ext>
              </a:extLst>
            </p:cNvPr>
            <p:cNvSpPr/>
            <p:nvPr/>
          </p:nvSpPr>
          <p:spPr>
            <a:xfrm>
              <a:off x="4781589" y="1577006"/>
              <a:ext cx="13419" cy="12767"/>
            </a:xfrm>
            <a:custGeom>
              <a:avLst/>
              <a:gdLst>
                <a:gd name="connsiteX0" fmla="*/ 7029 w 13419"/>
                <a:gd name="connsiteY0" fmla="*/ 0 h 12767"/>
                <a:gd name="connsiteX1" fmla="*/ 6390 w 13419"/>
                <a:gd name="connsiteY1" fmla="*/ 0 h 12767"/>
                <a:gd name="connsiteX2" fmla="*/ 0 w 13419"/>
                <a:gd name="connsiteY2" fmla="*/ 6384 h 12767"/>
                <a:gd name="connsiteX3" fmla="*/ 6390 w 13419"/>
                <a:gd name="connsiteY3" fmla="*/ 12768 h 12767"/>
                <a:gd name="connsiteX4" fmla="*/ 7029 w 13419"/>
                <a:gd name="connsiteY4" fmla="*/ 12768 h 12767"/>
                <a:gd name="connsiteX5" fmla="*/ 13419 w 13419"/>
                <a:gd name="connsiteY5" fmla="*/ 6384 h 12767"/>
                <a:gd name="connsiteX6" fmla="*/ 7029 w 1341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19" h="12767">
                  <a:moveTo>
                    <a:pt x="7029" y="0"/>
                  </a:moveTo>
                  <a:lnTo>
                    <a:pt x="6390" y="0"/>
                  </a:lnTo>
                  <a:cubicBezTo>
                    <a:pt x="2556" y="0"/>
                    <a:pt x="0" y="2554"/>
                    <a:pt x="0" y="6384"/>
                  </a:cubicBezTo>
                  <a:cubicBezTo>
                    <a:pt x="0" y="10214"/>
                    <a:pt x="2556" y="12768"/>
                    <a:pt x="6390" y="12768"/>
                  </a:cubicBezTo>
                  <a:lnTo>
                    <a:pt x="7029" y="12768"/>
                  </a:lnTo>
                  <a:cubicBezTo>
                    <a:pt x="10863" y="12768"/>
                    <a:pt x="13419" y="10214"/>
                    <a:pt x="13419" y="6384"/>
                  </a:cubicBezTo>
                  <a:cubicBezTo>
                    <a:pt x="13419" y="2554"/>
                    <a:pt x="10224" y="0"/>
                    <a:pt x="7029" y="0"/>
                  </a:cubicBezTo>
                  <a:close/>
                </a:path>
              </a:pathLst>
            </a:custGeom>
            <a:solidFill>
              <a:srgbClr val="00ABAB"/>
            </a:solidFill>
            <a:ln w="6390" cap="flat">
              <a:noFill/>
              <a:prstDash val="solid"/>
              <a:miter/>
            </a:ln>
          </p:spPr>
          <p:txBody>
            <a:bodyPr rtlCol="0" anchor="ctr"/>
            <a:lstStyle/>
            <a:p>
              <a:endParaRPr lang="en-US"/>
            </a:p>
          </p:txBody>
        </p:sp>
        <p:sp>
          <p:nvSpPr>
            <p:cNvPr id="936" name="Graphic 4">
              <a:extLst>
                <a:ext uri="{FF2B5EF4-FFF2-40B4-BE49-F238E27FC236}">
                  <a16:creationId xmlns:a16="http://schemas.microsoft.com/office/drawing/2014/main" id="{D707FD76-0A06-024D-A220-895E30113580}"/>
                </a:ext>
              </a:extLst>
            </p:cNvPr>
            <p:cNvSpPr/>
            <p:nvPr/>
          </p:nvSpPr>
          <p:spPr>
            <a:xfrm>
              <a:off x="4944533" y="1577006"/>
              <a:ext cx="12779" cy="12767"/>
            </a:xfrm>
            <a:custGeom>
              <a:avLst/>
              <a:gdLst>
                <a:gd name="connsiteX0" fmla="*/ 6390 w 12779"/>
                <a:gd name="connsiteY0" fmla="*/ 12768 h 12767"/>
                <a:gd name="connsiteX1" fmla="*/ 12780 w 12779"/>
                <a:gd name="connsiteY1" fmla="*/ 6384 h 12767"/>
                <a:gd name="connsiteX2" fmla="*/ 6390 w 12779"/>
                <a:gd name="connsiteY2" fmla="*/ 0 h 12767"/>
                <a:gd name="connsiteX3" fmla="*/ 6390 w 12779"/>
                <a:gd name="connsiteY3" fmla="*/ 0 h 12767"/>
                <a:gd name="connsiteX4" fmla="*/ 0 w 12779"/>
                <a:gd name="connsiteY4" fmla="*/ 6384 h 12767"/>
                <a:gd name="connsiteX5" fmla="*/ 6390 w 12779"/>
                <a:gd name="connsiteY5"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79" h="12767">
                  <a:moveTo>
                    <a:pt x="6390" y="12768"/>
                  </a:moveTo>
                  <a:cubicBezTo>
                    <a:pt x="10224" y="12768"/>
                    <a:pt x="12780" y="10214"/>
                    <a:pt x="12780" y="6384"/>
                  </a:cubicBezTo>
                  <a:cubicBezTo>
                    <a:pt x="12780" y="2554"/>
                    <a:pt x="10224" y="0"/>
                    <a:pt x="6390" y="0"/>
                  </a:cubicBezTo>
                  <a:lnTo>
                    <a:pt x="6390" y="0"/>
                  </a:lnTo>
                  <a:cubicBezTo>
                    <a:pt x="2556" y="0"/>
                    <a:pt x="0" y="2554"/>
                    <a:pt x="0" y="6384"/>
                  </a:cubicBezTo>
                  <a:cubicBezTo>
                    <a:pt x="0" y="10214"/>
                    <a:pt x="3195" y="12768"/>
                    <a:pt x="6390" y="12768"/>
                  </a:cubicBezTo>
                  <a:close/>
                </a:path>
              </a:pathLst>
            </a:custGeom>
            <a:solidFill>
              <a:srgbClr val="00ABAB"/>
            </a:solidFill>
            <a:ln w="6390" cap="flat">
              <a:noFill/>
              <a:prstDash val="solid"/>
              <a:miter/>
            </a:ln>
          </p:spPr>
          <p:txBody>
            <a:bodyPr rtlCol="0" anchor="ctr"/>
            <a:lstStyle/>
            <a:p>
              <a:endParaRPr lang="en-US"/>
            </a:p>
          </p:txBody>
        </p:sp>
      </p:grpSp>
      <p:sp>
        <p:nvSpPr>
          <p:cNvPr id="937" name="Graphic 4">
            <a:extLst>
              <a:ext uri="{FF2B5EF4-FFF2-40B4-BE49-F238E27FC236}">
                <a16:creationId xmlns:a16="http://schemas.microsoft.com/office/drawing/2014/main" id="{267BC2BC-B9F7-8C44-978D-F83782BD515F}"/>
              </a:ext>
            </a:extLst>
          </p:cNvPr>
          <p:cNvSpPr/>
          <p:nvPr/>
        </p:nvSpPr>
        <p:spPr>
          <a:xfrm>
            <a:off x="5099808" y="1402085"/>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234511 w 361670"/>
              <a:gd name="connsiteY5" fmla="*/ 174921 h 361333"/>
              <a:gd name="connsiteX6" fmla="*/ 235150 w 361670"/>
              <a:gd name="connsiteY6" fmla="*/ 174921 h 361333"/>
              <a:gd name="connsiteX7" fmla="*/ 241540 w 361670"/>
              <a:gd name="connsiteY7" fmla="*/ 181305 h 361333"/>
              <a:gd name="connsiteX8" fmla="*/ 235150 w 361670"/>
              <a:gd name="connsiteY8" fmla="*/ 187689 h 361333"/>
              <a:gd name="connsiteX9" fmla="*/ 234511 w 361670"/>
              <a:gd name="connsiteY9" fmla="*/ 187689 h 361333"/>
              <a:gd name="connsiteX10" fmla="*/ 228121 w 361670"/>
              <a:gd name="connsiteY10" fmla="*/ 181305 h 361333"/>
              <a:gd name="connsiteX11" fmla="*/ 234511 w 361670"/>
              <a:gd name="connsiteY11" fmla="*/ 174921 h 361333"/>
              <a:gd name="connsiteX12" fmla="*/ 72207 w 361670"/>
              <a:gd name="connsiteY12" fmla="*/ 187689 h 361333"/>
              <a:gd name="connsiteX13" fmla="*/ 65817 w 361670"/>
              <a:gd name="connsiteY13" fmla="*/ 181305 h 361333"/>
              <a:gd name="connsiteX14" fmla="*/ 72207 w 361670"/>
              <a:gd name="connsiteY14" fmla="*/ 174921 h 361333"/>
              <a:gd name="connsiteX15" fmla="*/ 72207 w 361670"/>
              <a:gd name="connsiteY15" fmla="*/ 174921 h 361333"/>
              <a:gd name="connsiteX16" fmla="*/ 78597 w 361670"/>
              <a:gd name="connsiteY16" fmla="*/ 181305 h 361333"/>
              <a:gd name="connsiteX17" fmla="*/ 72207 w 361670"/>
              <a:gd name="connsiteY17" fmla="*/ 187689 h 361333"/>
              <a:gd name="connsiteX18" fmla="*/ 126521 w 361670"/>
              <a:gd name="connsiteY18" fmla="*/ 187689 h 361333"/>
              <a:gd name="connsiteX19" fmla="*/ 125882 w 361670"/>
              <a:gd name="connsiteY19" fmla="*/ 187689 h 361333"/>
              <a:gd name="connsiteX20" fmla="*/ 119492 w 361670"/>
              <a:gd name="connsiteY20" fmla="*/ 181305 h 361333"/>
              <a:gd name="connsiteX21" fmla="*/ 125882 w 361670"/>
              <a:gd name="connsiteY21" fmla="*/ 174921 h 361333"/>
              <a:gd name="connsiteX22" fmla="*/ 126521 w 361670"/>
              <a:gd name="connsiteY22" fmla="*/ 174921 h 361333"/>
              <a:gd name="connsiteX23" fmla="*/ 132911 w 361670"/>
              <a:gd name="connsiteY23" fmla="*/ 181305 h 361333"/>
              <a:gd name="connsiteX24" fmla="*/ 126521 w 361670"/>
              <a:gd name="connsiteY24" fmla="*/ 187689 h 361333"/>
              <a:gd name="connsiteX25" fmla="*/ 169973 w 361670"/>
              <a:gd name="connsiteY25" fmla="*/ 151939 h 361333"/>
              <a:gd name="connsiteX26" fmla="*/ 149525 w 361670"/>
              <a:gd name="connsiteY26" fmla="*/ 116827 h 361333"/>
              <a:gd name="connsiteX27" fmla="*/ 122048 w 361670"/>
              <a:gd name="connsiteY27" fmla="*/ 100229 h 361333"/>
              <a:gd name="connsiteX28" fmla="*/ 81792 w 361670"/>
              <a:gd name="connsiteY28" fmla="*/ 113635 h 361333"/>
              <a:gd name="connsiteX29" fmla="*/ 72845 w 361670"/>
              <a:gd name="connsiteY29" fmla="*/ 113635 h 361333"/>
              <a:gd name="connsiteX30" fmla="*/ 72845 w 361670"/>
              <a:gd name="connsiteY30" fmla="*/ 104697 h 361333"/>
              <a:gd name="connsiteX31" fmla="*/ 124604 w 361670"/>
              <a:gd name="connsiteY31" fmla="*/ 88099 h 361333"/>
              <a:gd name="connsiteX32" fmla="*/ 159110 w 361670"/>
              <a:gd name="connsiteY32" fmla="*/ 109166 h 361333"/>
              <a:gd name="connsiteX33" fmla="*/ 182752 w 361670"/>
              <a:gd name="connsiteY33" fmla="*/ 150024 h 361333"/>
              <a:gd name="connsiteX34" fmla="*/ 178279 w 361670"/>
              <a:gd name="connsiteY34" fmla="*/ 157684 h 361333"/>
              <a:gd name="connsiteX35" fmla="*/ 177001 w 361670"/>
              <a:gd name="connsiteY35" fmla="*/ 157684 h 361333"/>
              <a:gd name="connsiteX36" fmla="*/ 169973 w 361670"/>
              <a:gd name="connsiteY36" fmla="*/ 151939 h 361333"/>
              <a:gd name="connsiteX37" fmla="*/ 180196 w 361670"/>
              <a:gd name="connsiteY37" fmla="*/ 187689 h 361333"/>
              <a:gd name="connsiteX38" fmla="*/ 173806 w 361670"/>
              <a:gd name="connsiteY38" fmla="*/ 181305 h 361333"/>
              <a:gd name="connsiteX39" fmla="*/ 180196 w 361670"/>
              <a:gd name="connsiteY39" fmla="*/ 174921 h 361333"/>
              <a:gd name="connsiteX40" fmla="*/ 180836 w 361670"/>
              <a:gd name="connsiteY40" fmla="*/ 174921 h 361333"/>
              <a:gd name="connsiteX41" fmla="*/ 187225 w 361670"/>
              <a:gd name="connsiteY41" fmla="*/ 181305 h 361333"/>
              <a:gd name="connsiteX42" fmla="*/ 180836 w 361670"/>
              <a:gd name="connsiteY42" fmla="*/ 187689 h 361333"/>
              <a:gd name="connsiteX43" fmla="*/ 180196 w 361670"/>
              <a:gd name="connsiteY43" fmla="*/ 187689 h 361333"/>
              <a:gd name="connsiteX44" fmla="*/ 293937 w 361670"/>
              <a:gd name="connsiteY44" fmla="*/ 257913 h 361333"/>
              <a:gd name="connsiteX45" fmla="*/ 252403 w 361670"/>
              <a:gd name="connsiteY45" fmla="*/ 276426 h 361333"/>
              <a:gd name="connsiteX46" fmla="*/ 242179 w 361670"/>
              <a:gd name="connsiteY46" fmla="*/ 275150 h 361333"/>
              <a:gd name="connsiteX47" fmla="*/ 207673 w 361670"/>
              <a:gd name="connsiteY47" fmla="*/ 253444 h 361333"/>
              <a:gd name="connsiteX48" fmla="*/ 184669 w 361670"/>
              <a:gd name="connsiteY48" fmla="*/ 210671 h 361333"/>
              <a:gd name="connsiteX49" fmla="*/ 189142 w 361670"/>
              <a:gd name="connsiteY49" fmla="*/ 203011 h 361333"/>
              <a:gd name="connsiteX50" fmla="*/ 196810 w 361670"/>
              <a:gd name="connsiteY50" fmla="*/ 207479 h 361333"/>
              <a:gd name="connsiteX51" fmla="*/ 217258 w 361670"/>
              <a:gd name="connsiteY51" fmla="*/ 244506 h 361333"/>
              <a:gd name="connsiteX52" fmla="*/ 244735 w 361670"/>
              <a:gd name="connsiteY52" fmla="*/ 261743 h 361333"/>
              <a:gd name="connsiteX53" fmla="*/ 284991 w 361670"/>
              <a:gd name="connsiteY53" fmla="*/ 247698 h 361333"/>
              <a:gd name="connsiteX54" fmla="*/ 293937 w 361670"/>
              <a:gd name="connsiteY54" fmla="*/ 247698 h 361333"/>
              <a:gd name="connsiteX55" fmla="*/ 293937 w 361670"/>
              <a:gd name="connsiteY55" fmla="*/ 257913 h 361333"/>
              <a:gd name="connsiteX56" fmla="*/ 289464 w 361670"/>
              <a:gd name="connsiteY56" fmla="*/ 187689 h 361333"/>
              <a:gd name="connsiteX57" fmla="*/ 283075 w 361670"/>
              <a:gd name="connsiteY57" fmla="*/ 181305 h 361333"/>
              <a:gd name="connsiteX58" fmla="*/ 289464 w 361670"/>
              <a:gd name="connsiteY58" fmla="*/ 174921 h 361333"/>
              <a:gd name="connsiteX59" fmla="*/ 290103 w 361670"/>
              <a:gd name="connsiteY59" fmla="*/ 174921 h 361333"/>
              <a:gd name="connsiteX60" fmla="*/ 296493 w 361670"/>
              <a:gd name="connsiteY60" fmla="*/ 181305 h 361333"/>
              <a:gd name="connsiteX61" fmla="*/ 289464 w 361670"/>
              <a:gd name="connsiteY61" fmla="*/ 18768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1670" h="361333">
                <a:moveTo>
                  <a:pt x="180836" y="0"/>
                </a:moveTo>
                <a:cubicBezTo>
                  <a:pt x="80513" y="0"/>
                  <a:pt x="0" y="81077"/>
                  <a:pt x="0" y="180667"/>
                </a:cubicBezTo>
                <a:cubicBezTo>
                  <a:pt x="0" y="280257"/>
                  <a:pt x="81152" y="361333"/>
                  <a:pt x="180836" y="361333"/>
                </a:cubicBezTo>
                <a:cubicBezTo>
                  <a:pt x="280518" y="361333"/>
                  <a:pt x="361671" y="280257"/>
                  <a:pt x="361671" y="180667"/>
                </a:cubicBezTo>
                <a:cubicBezTo>
                  <a:pt x="361671" y="81077"/>
                  <a:pt x="280518" y="0"/>
                  <a:pt x="180836" y="0"/>
                </a:cubicBezTo>
                <a:close/>
                <a:moveTo>
                  <a:pt x="234511" y="174921"/>
                </a:moveTo>
                <a:lnTo>
                  <a:pt x="235150" y="174921"/>
                </a:lnTo>
                <a:cubicBezTo>
                  <a:pt x="238984" y="174921"/>
                  <a:pt x="241540" y="177475"/>
                  <a:pt x="241540" y="181305"/>
                </a:cubicBezTo>
                <a:cubicBezTo>
                  <a:pt x="241540" y="185135"/>
                  <a:pt x="238984" y="187689"/>
                  <a:pt x="235150" y="187689"/>
                </a:cubicBezTo>
                <a:lnTo>
                  <a:pt x="234511" y="187689"/>
                </a:lnTo>
                <a:cubicBezTo>
                  <a:pt x="230677" y="187689"/>
                  <a:pt x="228121" y="185135"/>
                  <a:pt x="228121" y="181305"/>
                </a:cubicBezTo>
                <a:cubicBezTo>
                  <a:pt x="228121" y="177475"/>
                  <a:pt x="231316" y="174921"/>
                  <a:pt x="234511" y="174921"/>
                </a:cubicBezTo>
                <a:close/>
                <a:moveTo>
                  <a:pt x="72207" y="187689"/>
                </a:moveTo>
                <a:cubicBezTo>
                  <a:pt x="68372" y="187689"/>
                  <a:pt x="65817" y="185135"/>
                  <a:pt x="65817" y="181305"/>
                </a:cubicBezTo>
                <a:cubicBezTo>
                  <a:pt x="65817" y="177475"/>
                  <a:pt x="68372" y="174921"/>
                  <a:pt x="72207" y="174921"/>
                </a:cubicBezTo>
                <a:lnTo>
                  <a:pt x="72207" y="174921"/>
                </a:lnTo>
                <a:cubicBezTo>
                  <a:pt x="76040" y="174921"/>
                  <a:pt x="78597" y="177475"/>
                  <a:pt x="78597" y="181305"/>
                </a:cubicBezTo>
                <a:cubicBezTo>
                  <a:pt x="78597" y="185135"/>
                  <a:pt x="76040" y="187689"/>
                  <a:pt x="72207" y="187689"/>
                </a:cubicBezTo>
                <a:close/>
                <a:moveTo>
                  <a:pt x="126521" y="187689"/>
                </a:moveTo>
                <a:lnTo>
                  <a:pt x="125882" y="187689"/>
                </a:lnTo>
                <a:cubicBezTo>
                  <a:pt x="122048" y="187689"/>
                  <a:pt x="119492" y="185135"/>
                  <a:pt x="119492" y="181305"/>
                </a:cubicBezTo>
                <a:cubicBezTo>
                  <a:pt x="119492" y="177475"/>
                  <a:pt x="122048" y="174921"/>
                  <a:pt x="125882" y="174921"/>
                </a:cubicBezTo>
                <a:lnTo>
                  <a:pt x="126521" y="174921"/>
                </a:lnTo>
                <a:cubicBezTo>
                  <a:pt x="130355" y="174921"/>
                  <a:pt x="132911" y="177475"/>
                  <a:pt x="132911" y="181305"/>
                </a:cubicBezTo>
                <a:cubicBezTo>
                  <a:pt x="132911" y="185135"/>
                  <a:pt x="130355" y="187689"/>
                  <a:pt x="126521" y="187689"/>
                </a:cubicBezTo>
                <a:close/>
                <a:moveTo>
                  <a:pt x="169973" y="151939"/>
                </a:moveTo>
                <a:cubicBezTo>
                  <a:pt x="166778" y="139809"/>
                  <a:pt x="161027" y="129595"/>
                  <a:pt x="149525" y="116827"/>
                </a:cubicBezTo>
                <a:cubicBezTo>
                  <a:pt x="141218" y="107889"/>
                  <a:pt x="131633" y="102144"/>
                  <a:pt x="122048" y="100229"/>
                </a:cubicBezTo>
                <a:cubicBezTo>
                  <a:pt x="108629" y="97675"/>
                  <a:pt x="93293" y="102144"/>
                  <a:pt x="81792" y="113635"/>
                </a:cubicBezTo>
                <a:cubicBezTo>
                  <a:pt x="79235" y="116188"/>
                  <a:pt x="75402" y="116188"/>
                  <a:pt x="72845" y="113635"/>
                </a:cubicBezTo>
                <a:cubicBezTo>
                  <a:pt x="70289" y="111081"/>
                  <a:pt x="70289" y="107251"/>
                  <a:pt x="72845" y="104697"/>
                </a:cubicBezTo>
                <a:cubicBezTo>
                  <a:pt x="87542" y="90653"/>
                  <a:pt x="106712" y="84269"/>
                  <a:pt x="124604" y="88099"/>
                </a:cubicBezTo>
                <a:cubicBezTo>
                  <a:pt x="136745" y="90653"/>
                  <a:pt x="148886" y="97675"/>
                  <a:pt x="159110" y="109166"/>
                </a:cubicBezTo>
                <a:cubicBezTo>
                  <a:pt x="168056" y="119380"/>
                  <a:pt x="178279" y="132148"/>
                  <a:pt x="182752" y="150024"/>
                </a:cubicBezTo>
                <a:cubicBezTo>
                  <a:pt x="183391" y="153216"/>
                  <a:pt x="181474" y="157046"/>
                  <a:pt x="178279" y="157684"/>
                </a:cubicBezTo>
                <a:cubicBezTo>
                  <a:pt x="177641" y="157684"/>
                  <a:pt x="177001" y="157684"/>
                  <a:pt x="177001" y="157684"/>
                </a:cubicBezTo>
                <a:cubicBezTo>
                  <a:pt x="173806" y="157046"/>
                  <a:pt x="171251" y="155131"/>
                  <a:pt x="169973" y="151939"/>
                </a:cubicBezTo>
                <a:close/>
                <a:moveTo>
                  <a:pt x="180196" y="187689"/>
                </a:moveTo>
                <a:cubicBezTo>
                  <a:pt x="176363" y="187689"/>
                  <a:pt x="173806" y="185135"/>
                  <a:pt x="173806" y="181305"/>
                </a:cubicBezTo>
                <a:cubicBezTo>
                  <a:pt x="173806" y="177475"/>
                  <a:pt x="176363" y="174921"/>
                  <a:pt x="180196" y="174921"/>
                </a:cubicBezTo>
                <a:lnTo>
                  <a:pt x="180836" y="174921"/>
                </a:lnTo>
                <a:cubicBezTo>
                  <a:pt x="184669" y="174921"/>
                  <a:pt x="187225" y="177475"/>
                  <a:pt x="187225" y="181305"/>
                </a:cubicBezTo>
                <a:cubicBezTo>
                  <a:pt x="187225" y="185135"/>
                  <a:pt x="184669" y="187689"/>
                  <a:pt x="180836" y="187689"/>
                </a:cubicBezTo>
                <a:lnTo>
                  <a:pt x="180196" y="187689"/>
                </a:lnTo>
                <a:close/>
                <a:moveTo>
                  <a:pt x="293937" y="257913"/>
                </a:moveTo>
                <a:cubicBezTo>
                  <a:pt x="281796" y="270042"/>
                  <a:pt x="267100" y="276426"/>
                  <a:pt x="252403" y="276426"/>
                </a:cubicBezTo>
                <a:cubicBezTo>
                  <a:pt x="249208" y="276426"/>
                  <a:pt x="245374" y="275788"/>
                  <a:pt x="242179" y="275150"/>
                </a:cubicBezTo>
                <a:cubicBezTo>
                  <a:pt x="230038" y="272596"/>
                  <a:pt x="217897" y="264935"/>
                  <a:pt x="207673" y="253444"/>
                </a:cubicBezTo>
                <a:cubicBezTo>
                  <a:pt x="198727" y="243230"/>
                  <a:pt x="188503" y="229823"/>
                  <a:pt x="184669" y="210671"/>
                </a:cubicBezTo>
                <a:cubicBezTo>
                  <a:pt x="184031" y="207479"/>
                  <a:pt x="185947" y="203649"/>
                  <a:pt x="189142" y="203011"/>
                </a:cubicBezTo>
                <a:cubicBezTo>
                  <a:pt x="192337" y="202372"/>
                  <a:pt x="196171" y="204287"/>
                  <a:pt x="196810" y="207479"/>
                </a:cubicBezTo>
                <a:cubicBezTo>
                  <a:pt x="200005" y="220247"/>
                  <a:pt x="205756" y="231100"/>
                  <a:pt x="217258" y="244506"/>
                </a:cubicBezTo>
                <a:cubicBezTo>
                  <a:pt x="225565" y="254082"/>
                  <a:pt x="235150" y="259828"/>
                  <a:pt x="244735" y="261743"/>
                </a:cubicBezTo>
                <a:cubicBezTo>
                  <a:pt x="258154" y="264935"/>
                  <a:pt x="273490" y="259190"/>
                  <a:pt x="284991" y="247698"/>
                </a:cubicBezTo>
                <a:cubicBezTo>
                  <a:pt x="287547" y="245145"/>
                  <a:pt x="291381" y="245145"/>
                  <a:pt x="293937" y="247698"/>
                </a:cubicBezTo>
                <a:cubicBezTo>
                  <a:pt x="296493" y="250890"/>
                  <a:pt x="296493" y="255359"/>
                  <a:pt x="293937" y="257913"/>
                </a:cubicBezTo>
                <a:close/>
                <a:moveTo>
                  <a:pt x="289464" y="187689"/>
                </a:moveTo>
                <a:cubicBezTo>
                  <a:pt x="285630" y="187689"/>
                  <a:pt x="283075" y="185135"/>
                  <a:pt x="283075" y="181305"/>
                </a:cubicBezTo>
                <a:cubicBezTo>
                  <a:pt x="283075" y="177475"/>
                  <a:pt x="285630" y="174921"/>
                  <a:pt x="289464" y="174921"/>
                </a:cubicBezTo>
                <a:lnTo>
                  <a:pt x="290103" y="174921"/>
                </a:lnTo>
                <a:cubicBezTo>
                  <a:pt x="293937" y="174921"/>
                  <a:pt x="296493" y="177475"/>
                  <a:pt x="296493" y="181305"/>
                </a:cubicBezTo>
                <a:cubicBezTo>
                  <a:pt x="296493" y="185135"/>
                  <a:pt x="292659" y="187689"/>
                  <a:pt x="289464" y="187689"/>
                </a:cubicBezTo>
                <a:close/>
              </a:path>
            </a:pathLst>
          </a:custGeom>
          <a:solidFill>
            <a:srgbClr val="00ABAB"/>
          </a:solidFill>
          <a:ln w="6390" cap="flat">
            <a:noFill/>
            <a:prstDash val="solid"/>
            <a:miter/>
          </a:ln>
        </p:spPr>
        <p:txBody>
          <a:bodyPr rtlCol="0" anchor="ctr"/>
          <a:lstStyle/>
          <a:p>
            <a:endParaRPr lang="en-US"/>
          </a:p>
        </p:txBody>
      </p:sp>
      <p:grpSp>
        <p:nvGrpSpPr>
          <p:cNvPr id="938" name="Graphic 4">
            <a:extLst>
              <a:ext uri="{FF2B5EF4-FFF2-40B4-BE49-F238E27FC236}">
                <a16:creationId xmlns:a16="http://schemas.microsoft.com/office/drawing/2014/main" id="{0DB2C6E5-16DF-2848-B388-77B8C00D97CB}"/>
              </a:ext>
            </a:extLst>
          </p:cNvPr>
          <p:cNvGrpSpPr/>
          <p:nvPr/>
        </p:nvGrpSpPr>
        <p:grpSpPr>
          <a:xfrm>
            <a:off x="4661459" y="918179"/>
            <a:ext cx="361674" cy="361333"/>
            <a:chOff x="4661459" y="918179"/>
            <a:chExt cx="361674" cy="361333"/>
          </a:xfrm>
          <a:solidFill>
            <a:srgbClr val="00ABAB"/>
          </a:solidFill>
        </p:grpSpPr>
        <p:sp>
          <p:nvSpPr>
            <p:cNvPr id="939" name="Graphic 4">
              <a:extLst>
                <a:ext uri="{FF2B5EF4-FFF2-40B4-BE49-F238E27FC236}">
                  <a16:creationId xmlns:a16="http://schemas.microsoft.com/office/drawing/2014/main" id="{99FCC6C1-B51B-CF44-85E8-B340C8D8F8A9}"/>
                </a:ext>
              </a:extLst>
            </p:cNvPr>
            <p:cNvSpPr/>
            <p:nvPr/>
          </p:nvSpPr>
          <p:spPr>
            <a:xfrm>
              <a:off x="4661459" y="918179"/>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6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1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ABAB"/>
            </a:solidFill>
            <a:ln w="6390" cap="flat">
              <a:noFill/>
              <a:prstDash val="solid"/>
              <a:miter/>
            </a:ln>
          </p:spPr>
          <p:txBody>
            <a:bodyPr rtlCol="0" anchor="ctr"/>
            <a:lstStyle/>
            <a:p>
              <a:endParaRPr lang="en-US"/>
            </a:p>
          </p:txBody>
        </p:sp>
        <p:sp>
          <p:nvSpPr>
            <p:cNvPr id="940" name="Graphic 4">
              <a:extLst>
                <a:ext uri="{FF2B5EF4-FFF2-40B4-BE49-F238E27FC236}">
                  <a16:creationId xmlns:a16="http://schemas.microsoft.com/office/drawing/2014/main" id="{523FA619-B515-054B-B95F-D4304D8AD107}"/>
                </a:ext>
              </a:extLst>
            </p:cNvPr>
            <p:cNvSpPr/>
            <p:nvPr/>
          </p:nvSpPr>
          <p:spPr>
            <a:xfrm>
              <a:off x="4746445" y="988403"/>
              <a:ext cx="58787" cy="220885"/>
            </a:xfrm>
            <a:custGeom>
              <a:avLst/>
              <a:gdLst>
                <a:gd name="connsiteX0" fmla="*/ 35784 w 58787"/>
                <a:gd name="connsiteY0" fmla="*/ 29366 h 220885"/>
                <a:gd name="connsiteX1" fmla="*/ 35784 w 58787"/>
                <a:gd name="connsiteY1" fmla="*/ 6384 h 220885"/>
                <a:gd name="connsiteX2" fmla="*/ 29394 w 58787"/>
                <a:gd name="connsiteY2" fmla="*/ 0 h 220885"/>
                <a:gd name="connsiteX3" fmla="*/ 23004 w 58787"/>
                <a:gd name="connsiteY3" fmla="*/ 6384 h 220885"/>
                <a:gd name="connsiteX4" fmla="*/ 23004 w 58787"/>
                <a:gd name="connsiteY4" fmla="*/ 29366 h 220885"/>
                <a:gd name="connsiteX5" fmla="*/ 0 w 58787"/>
                <a:gd name="connsiteY5" fmla="*/ 58094 h 220885"/>
                <a:gd name="connsiteX6" fmla="*/ 23004 w 58787"/>
                <a:gd name="connsiteY6" fmla="*/ 86822 h 220885"/>
                <a:gd name="connsiteX7" fmla="*/ 23004 w 58787"/>
                <a:gd name="connsiteY7" fmla="*/ 214502 h 220885"/>
                <a:gd name="connsiteX8" fmla="*/ 29394 w 58787"/>
                <a:gd name="connsiteY8" fmla="*/ 220886 h 220885"/>
                <a:gd name="connsiteX9" fmla="*/ 35784 w 58787"/>
                <a:gd name="connsiteY9" fmla="*/ 214502 h 220885"/>
                <a:gd name="connsiteX10" fmla="*/ 35784 w 58787"/>
                <a:gd name="connsiteY10" fmla="*/ 86822 h 220885"/>
                <a:gd name="connsiteX11" fmla="*/ 58788 w 58787"/>
                <a:gd name="connsiteY11" fmla="*/ 58094 h 220885"/>
                <a:gd name="connsiteX12" fmla="*/ 35784 w 58787"/>
                <a:gd name="connsiteY12" fmla="*/ 29366 h 220885"/>
                <a:gd name="connsiteX13" fmla="*/ 29394 w 58787"/>
                <a:gd name="connsiteY13" fmla="*/ 74693 h 220885"/>
                <a:gd name="connsiteX14" fmla="*/ 12780 w 58787"/>
                <a:gd name="connsiteY14" fmla="*/ 58094 h 220885"/>
                <a:gd name="connsiteX15" fmla="*/ 29394 w 58787"/>
                <a:gd name="connsiteY15" fmla="*/ 41496 h 220885"/>
                <a:gd name="connsiteX16" fmla="*/ 46008 w 58787"/>
                <a:gd name="connsiteY16" fmla="*/ 58094 h 220885"/>
                <a:gd name="connsiteX17" fmla="*/ 29394 w 58787"/>
                <a:gd name="connsiteY17" fmla="*/ 74693 h 22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787" h="220885">
                  <a:moveTo>
                    <a:pt x="35784" y="29366"/>
                  </a:moveTo>
                  <a:lnTo>
                    <a:pt x="35784" y="6384"/>
                  </a:lnTo>
                  <a:cubicBezTo>
                    <a:pt x="35784" y="2554"/>
                    <a:pt x="33228" y="0"/>
                    <a:pt x="29394" y="0"/>
                  </a:cubicBezTo>
                  <a:cubicBezTo>
                    <a:pt x="25560" y="0"/>
                    <a:pt x="23004" y="2554"/>
                    <a:pt x="23004" y="6384"/>
                  </a:cubicBezTo>
                  <a:lnTo>
                    <a:pt x="23004" y="29366"/>
                  </a:lnTo>
                  <a:cubicBezTo>
                    <a:pt x="9585" y="32558"/>
                    <a:pt x="0" y="44050"/>
                    <a:pt x="0" y="58094"/>
                  </a:cubicBezTo>
                  <a:cubicBezTo>
                    <a:pt x="0" y="72139"/>
                    <a:pt x="10224" y="84269"/>
                    <a:pt x="23004" y="86822"/>
                  </a:cubicBezTo>
                  <a:lnTo>
                    <a:pt x="23004" y="214502"/>
                  </a:lnTo>
                  <a:cubicBezTo>
                    <a:pt x="23004" y="218332"/>
                    <a:pt x="25560" y="220886"/>
                    <a:pt x="29394" y="220886"/>
                  </a:cubicBezTo>
                  <a:cubicBezTo>
                    <a:pt x="33228" y="220886"/>
                    <a:pt x="35784" y="218332"/>
                    <a:pt x="35784" y="214502"/>
                  </a:cubicBezTo>
                  <a:lnTo>
                    <a:pt x="35784" y="86822"/>
                  </a:lnTo>
                  <a:cubicBezTo>
                    <a:pt x="49203" y="83630"/>
                    <a:pt x="58788" y="72139"/>
                    <a:pt x="58788" y="58094"/>
                  </a:cubicBezTo>
                  <a:cubicBezTo>
                    <a:pt x="58788" y="44050"/>
                    <a:pt x="49203" y="32558"/>
                    <a:pt x="35784" y="29366"/>
                  </a:cubicBezTo>
                  <a:close/>
                  <a:moveTo>
                    <a:pt x="29394" y="74693"/>
                  </a:moveTo>
                  <a:cubicBezTo>
                    <a:pt x="20448" y="74693"/>
                    <a:pt x="12780" y="67032"/>
                    <a:pt x="12780" y="58094"/>
                  </a:cubicBezTo>
                  <a:cubicBezTo>
                    <a:pt x="12780" y="49157"/>
                    <a:pt x="20448" y="41496"/>
                    <a:pt x="29394" y="41496"/>
                  </a:cubicBezTo>
                  <a:cubicBezTo>
                    <a:pt x="38340" y="41496"/>
                    <a:pt x="46008" y="49157"/>
                    <a:pt x="46008" y="58094"/>
                  </a:cubicBezTo>
                  <a:cubicBezTo>
                    <a:pt x="46008" y="67032"/>
                    <a:pt x="38340" y="74693"/>
                    <a:pt x="29394" y="74693"/>
                  </a:cubicBezTo>
                  <a:close/>
                </a:path>
              </a:pathLst>
            </a:custGeom>
            <a:solidFill>
              <a:srgbClr val="00ABAB"/>
            </a:solidFill>
            <a:ln w="6390" cap="flat">
              <a:noFill/>
              <a:prstDash val="solid"/>
              <a:miter/>
            </a:ln>
          </p:spPr>
          <p:txBody>
            <a:bodyPr rtlCol="0" anchor="ctr"/>
            <a:lstStyle/>
            <a:p>
              <a:endParaRPr lang="en-US"/>
            </a:p>
          </p:txBody>
        </p:sp>
        <p:sp>
          <p:nvSpPr>
            <p:cNvPr id="941" name="Graphic 4">
              <a:extLst>
                <a:ext uri="{FF2B5EF4-FFF2-40B4-BE49-F238E27FC236}">
                  <a16:creationId xmlns:a16="http://schemas.microsoft.com/office/drawing/2014/main" id="{77400FAC-E4C8-6E41-A743-2FF00D1961E7}"/>
                </a:ext>
              </a:extLst>
            </p:cNvPr>
            <p:cNvSpPr/>
            <p:nvPr/>
          </p:nvSpPr>
          <p:spPr>
            <a:xfrm>
              <a:off x="4879355" y="988403"/>
              <a:ext cx="58787" cy="220885"/>
            </a:xfrm>
            <a:custGeom>
              <a:avLst/>
              <a:gdLst>
                <a:gd name="connsiteX0" fmla="*/ 35784 w 58787"/>
                <a:gd name="connsiteY0" fmla="*/ 66393 h 220885"/>
                <a:gd name="connsiteX1" fmla="*/ 35784 w 58787"/>
                <a:gd name="connsiteY1" fmla="*/ 6384 h 220885"/>
                <a:gd name="connsiteX2" fmla="*/ 29394 w 58787"/>
                <a:gd name="connsiteY2" fmla="*/ 0 h 220885"/>
                <a:gd name="connsiteX3" fmla="*/ 23004 w 58787"/>
                <a:gd name="connsiteY3" fmla="*/ 6384 h 220885"/>
                <a:gd name="connsiteX4" fmla="*/ 23004 w 58787"/>
                <a:gd name="connsiteY4" fmla="*/ 66393 h 220885"/>
                <a:gd name="connsiteX5" fmla="*/ 0 w 58787"/>
                <a:gd name="connsiteY5" fmla="*/ 95121 h 220885"/>
                <a:gd name="connsiteX6" fmla="*/ 23004 w 58787"/>
                <a:gd name="connsiteY6" fmla="*/ 123849 h 220885"/>
                <a:gd name="connsiteX7" fmla="*/ 23004 w 58787"/>
                <a:gd name="connsiteY7" fmla="*/ 214502 h 220885"/>
                <a:gd name="connsiteX8" fmla="*/ 29394 w 58787"/>
                <a:gd name="connsiteY8" fmla="*/ 220886 h 220885"/>
                <a:gd name="connsiteX9" fmla="*/ 35784 w 58787"/>
                <a:gd name="connsiteY9" fmla="*/ 214502 h 220885"/>
                <a:gd name="connsiteX10" fmla="*/ 35784 w 58787"/>
                <a:gd name="connsiteY10" fmla="*/ 123849 h 220885"/>
                <a:gd name="connsiteX11" fmla="*/ 58788 w 58787"/>
                <a:gd name="connsiteY11" fmla="*/ 95121 h 220885"/>
                <a:gd name="connsiteX12" fmla="*/ 35784 w 58787"/>
                <a:gd name="connsiteY12" fmla="*/ 66393 h 220885"/>
                <a:gd name="connsiteX13" fmla="*/ 29394 w 58787"/>
                <a:gd name="connsiteY13" fmla="*/ 111720 h 220885"/>
                <a:gd name="connsiteX14" fmla="*/ 12780 w 58787"/>
                <a:gd name="connsiteY14" fmla="*/ 95121 h 220885"/>
                <a:gd name="connsiteX15" fmla="*/ 29394 w 58787"/>
                <a:gd name="connsiteY15" fmla="*/ 78523 h 220885"/>
                <a:gd name="connsiteX16" fmla="*/ 46008 w 58787"/>
                <a:gd name="connsiteY16" fmla="*/ 95121 h 220885"/>
                <a:gd name="connsiteX17" fmla="*/ 29394 w 58787"/>
                <a:gd name="connsiteY17" fmla="*/ 111720 h 22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787" h="220885">
                  <a:moveTo>
                    <a:pt x="35784" y="66393"/>
                  </a:moveTo>
                  <a:lnTo>
                    <a:pt x="35784" y="6384"/>
                  </a:lnTo>
                  <a:cubicBezTo>
                    <a:pt x="35784" y="2554"/>
                    <a:pt x="33228" y="0"/>
                    <a:pt x="29394" y="0"/>
                  </a:cubicBezTo>
                  <a:cubicBezTo>
                    <a:pt x="25560" y="0"/>
                    <a:pt x="23004" y="2554"/>
                    <a:pt x="23004" y="6384"/>
                  </a:cubicBezTo>
                  <a:lnTo>
                    <a:pt x="23004" y="66393"/>
                  </a:lnTo>
                  <a:cubicBezTo>
                    <a:pt x="9585" y="69585"/>
                    <a:pt x="0" y="81077"/>
                    <a:pt x="0" y="95121"/>
                  </a:cubicBezTo>
                  <a:cubicBezTo>
                    <a:pt x="0" y="109166"/>
                    <a:pt x="10224" y="121296"/>
                    <a:pt x="23004" y="123849"/>
                  </a:cubicBezTo>
                  <a:lnTo>
                    <a:pt x="23004" y="214502"/>
                  </a:lnTo>
                  <a:cubicBezTo>
                    <a:pt x="23004" y="218332"/>
                    <a:pt x="25560" y="220886"/>
                    <a:pt x="29394" y="220886"/>
                  </a:cubicBezTo>
                  <a:cubicBezTo>
                    <a:pt x="33228" y="220886"/>
                    <a:pt x="35784" y="218332"/>
                    <a:pt x="35784" y="214502"/>
                  </a:cubicBezTo>
                  <a:lnTo>
                    <a:pt x="35784" y="123849"/>
                  </a:lnTo>
                  <a:cubicBezTo>
                    <a:pt x="49203" y="120657"/>
                    <a:pt x="58788" y="109166"/>
                    <a:pt x="58788" y="95121"/>
                  </a:cubicBezTo>
                  <a:cubicBezTo>
                    <a:pt x="58788" y="81077"/>
                    <a:pt x="49203" y="69585"/>
                    <a:pt x="35784" y="66393"/>
                  </a:cubicBezTo>
                  <a:close/>
                  <a:moveTo>
                    <a:pt x="29394" y="111720"/>
                  </a:moveTo>
                  <a:cubicBezTo>
                    <a:pt x="20448" y="111720"/>
                    <a:pt x="12780" y="104059"/>
                    <a:pt x="12780" y="95121"/>
                  </a:cubicBezTo>
                  <a:cubicBezTo>
                    <a:pt x="12780" y="86184"/>
                    <a:pt x="20448" y="78523"/>
                    <a:pt x="29394" y="78523"/>
                  </a:cubicBezTo>
                  <a:cubicBezTo>
                    <a:pt x="38340" y="78523"/>
                    <a:pt x="46008" y="86184"/>
                    <a:pt x="46008" y="95121"/>
                  </a:cubicBezTo>
                  <a:cubicBezTo>
                    <a:pt x="46647" y="104697"/>
                    <a:pt x="38979" y="111720"/>
                    <a:pt x="29394" y="111720"/>
                  </a:cubicBezTo>
                  <a:close/>
                </a:path>
              </a:pathLst>
            </a:custGeom>
            <a:solidFill>
              <a:srgbClr val="00ABAB"/>
            </a:solidFill>
            <a:ln w="6390" cap="flat">
              <a:noFill/>
              <a:prstDash val="solid"/>
              <a:miter/>
            </a:ln>
          </p:spPr>
          <p:txBody>
            <a:bodyPr rtlCol="0" anchor="ctr"/>
            <a:lstStyle/>
            <a:p>
              <a:endParaRPr lang="en-US"/>
            </a:p>
          </p:txBody>
        </p:sp>
        <p:sp>
          <p:nvSpPr>
            <p:cNvPr id="942" name="Graphic 4">
              <a:extLst>
                <a:ext uri="{FF2B5EF4-FFF2-40B4-BE49-F238E27FC236}">
                  <a16:creationId xmlns:a16="http://schemas.microsoft.com/office/drawing/2014/main" id="{1850A105-2A68-9342-870D-DEBCCA7F0F1F}"/>
                </a:ext>
              </a:extLst>
            </p:cNvPr>
            <p:cNvSpPr/>
            <p:nvPr/>
          </p:nvSpPr>
          <p:spPr>
            <a:xfrm>
              <a:off x="4812900" y="988403"/>
              <a:ext cx="58787" cy="220885"/>
            </a:xfrm>
            <a:custGeom>
              <a:avLst/>
              <a:gdLst>
                <a:gd name="connsiteX0" fmla="*/ 35783 w 58787"/>
                <a:gd name="connsiteY0" fmla="*/ 132787 h 220885"/>
                <a:gd name="connsiteX1" fmla="*/ 35783 w 58787"/>
                <a:gd name="connsiteY1" fmla="*/ 6384 h 220885"/>
                <a:gd name="connsiteX2" fmla="*/ 29394 w 58787"/>
                <a:gd name="connsiteY2" fmla="*/ 0 h 220885"/>
                <a:gd name="connsiteX3" fmla="*/ 23004 w 58787"/>
                <a:gd name="connsiteY3" fmla="*/ 6384 h 220885"/>
                <a:gd name="connsiteX4" fmla="*/ 23004 w 58787"/>
                <a:gd name="connsiteY4" fmla="*/ 132787 h 220885"/>
                <a:gd name="connsiteX5" fmla="*/ 0 w 58787"/>
                <a:gd name="connsiteY5" fmla="*/ 161515 h 220885"/>
                <a:gd name="connsiteX6" fmla="*/ 23004 w 58787"/>
                <a:gd name="connsiteY6" fmla="*/ 190243 h 220885"/>
                <a:gd name="connsiteX7" fmla="*/ 23004 w 58787"/>
                <a:gd name="connsiteY7" fmla="*/ 214502 h 220885"/>
                <a:gd name="connsiteX8" fmla="*/ 29394 w 58787"/>
                <a:gd name="connsiteY8" fmla="*/ 220886 h 220885"/>
                <a:gd name="connsiteX9" fmla="*/ 35783 w 58787"/>
                <a:gd name="connsiteY9" fmla="*/ 214502 h 220885"/>
                <a:gd name="connsiteX10" fmla="*/ 35783 w 58787"/>
                <a:gd name="connsiteY10" fmla="*/ 190243 h 220885"/>
                <a:gd name="connsiteX11" fmla="*/ 58788 w 58787"/>
                <a:gd name="connsiteY11" fmla="*/ 161515 h 220885"/>
                <a:gd name="connsiteX12" fmla="*/ 35783 w 58787"/>
                <a:gd name="connsiteY12" fmla="*/ 132787 h 220885"/>
                <a:gd name="connsiteX13" fmla="*/ 29394 w 58787"/>
                <a:gd name="connsiteY13" fmla="*/ 178752 h 220885"/>
                <a:gd name="connsiteX14" fmla="*/ 12780 w 58787"/>
                <a:gd name="connsiteY14" fmla="*/ 162153 h 220885"/>
                <a:gd name="connsiteX15" fmla="*/ 29394 w 58787"/>
                <a:gd name="connsiteY15" fmla="*/ 145555 h 220885"/>
                <a:gd name="connsiteX16" fmla="*/ 46008 w 58787"/>
                <a:gd name="connsiteY16" fmla="*/ 162153 h 220885"/>
                <a:gd name="connsiteX17" fmla="*/ 29394 w 58787"/>
                <a:gd name="connsiteY17" fmla="*/ 178752 h 22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787" h="220885">
                  <a:moveTo>
                    <a:pt x="35783" y="132787"/>
                  </a:moveTo>
                  <a:lnTo>
                    <a:pt x="35783" y="6384"/>
                  </a:lnTo>
                  <a:cubicBezTo>
                    <a:pt x="35783" y="2554"/>
                    <a:pt x="33228" y="0"/>
                    <a:pt x="29394" y="0"/>
                  </a:cubicBezTo>
                  <a:cubicBezTo>
                    <a:pt x="25560" y="0"/>
                    <a:pt x="23004" y="2554"/>
                    <a:pt x="23004" y="6384"/>
                  </a:cubicBezTo>
                  <a:lnTo>
                    <a:pt x="23004" y="132787"/>
                  </a:lnTo>
                  <a:cubicBezTo>
                    <a:pt x="9585" y="135979"/>
                    <a:pt x="0" y="147470"/>
                    <a:pt x="0" y="161515"/>
                  </a:cubicBezTo>
                  <a:cubicBezTo>
                    <a:pt x="0" y="175560"/>
                    <a:pt x="10224" y="187689"/>
                    <a:pt x="23004" y="190243"/>
                  </a:cubicBezTo>
                  <a:lnTo>
                    <a:pt x="23004" y="214502"/>
                  </a:lnTo>
                  <a:cubicBezTo>
                    <a:pt x="23004" y="218332"/>
                    <a:pt x="25560" y="220886"/>
                    <a:pt x="29394" y="220886"/>
                  </a:cubicBezTo>
                  <a:cubicBezTo>
                    <a:pt x="33228" y="220886"/>
                    <a:pt x="35783" y="218332"/>
                    <a:pt x="35783" y="214502"/>
                  </a:cubicBezTo>
                  <a:lnTo>
                    <a:pt x="35783" y="190243"/>
                  </a:lnTo>
                  <a:cubicBezTo>
                    <a:pt x="49203" y="187051"/>
                    <a:pt x="58788" y="175560"/>
                    <a:pt x="58788" y="161515"/>
                  </a:cubicBezTo>
                  <a:cubicBezTo>
                    <a:pt x="58788" y="147470"/>
                    <a:pt x="49203" y="135979"/>
                    <a:pt x="35783" y="132787"/>
                  </a:cubicBezTo>
                  <a:close/>
                  <a:moveTo>
                    <a:pt x="29394" y="178752"/>
                  </a:moveTo>
                  <a:cubicBezTo>
                    <a:pt x="20448" y="178752"/>
                    <a:pt x="12780" y="171091"/>
                    <a:pt x="12780" y="162153"/>
                  </a:cubicBezTo>
                  <a:cubicBezTo>
                    <a:pt x="12780" y="153216"/>
                    <a:pt x="20448" y="145555"/>
                    <a:pt x="29394" y="145555"/>
                  </a:cubicBezTo>
                  <a:cubicBezTo>
                    <a:pt x="38340" y="145555"/>
                    <a:pt x="46008" y="153216"/>
                    <a:pt x="46008" y="162153"/>
                  </a:cubicBezTo>
                  <a:cubicBezTo>
                    <a:pt x="46008" y="171091"/>
                    <a:pt x="38340" y="178752"/>
                    <a:pt x="29394" y="178752"/>
                  </a:cubicBezTo>
                  <a:close/>
                </a:path>
              </a:pathLst>
            </a:custGeom>
            <a:solidFill>
              <a:srgbClr val="00ABAB"/>
            </a:solidFill>
            <a:ln w="6390" cap="flat">
              <a:noFill/>
              <a:prstDash val="solid"/>
              <a:miter/>
            </a:ln>
          </p:spPr>
          <p:txBody>
            <a:bodyPr rtlCol="0" anchor="ctr"/>
            <a:lstStyle/>
            <a:p>
              <a:endParaRPr lang="en-US"/>
            </a:p>
          </p:txBody>
        </p:sp>
      </p:grpSp>
      <p:grpSp>
        <p:nvGrpSpPr>
          <p:cNvPr id="943" name="Graphic 4">
            <a:extLst>
              <a:ext uri="{FF2B5EF4-FFF2-40B4-BE49-F238E27FC236}">
                <a16:creationId xmlns:a16="http://schemas.microsoft.com/office/drawing/2014/main" id="{6278CF4F-C0FB-6340-8F85-F56CAB2579BB}"/>
              </a:ext>
            </a:extLst>
          </p:cNvPr>
          <p:cNvGrpSpPr/>
          <p:nvPr/>
        </p:nvGrpSpPr>
        <p:grpSpPr>
          <a:xfrm>
            <a:off x="5099808" y="918179"/>
            <a:ext cx="361670" cy="361333"/>
            <a:chOff x="5099808" y="918179"/>
            <a:chExt cx="361670" cy="361333"/>
          </a:xfrm>
          <a:solidFill>
            <a:srgbClr val="00ABAB"/>
          </a:solidFill>
        </p:grpSpPr>
        <p:sp>
          <p:nvSpPr>
            <p:cNvPr id="944" name="Graphic 4">
              <a:extLst>
                <a:ext uri="{FF2B5EF4-FFF2-40B4-BE49-F238E27FC236}">
                  <a16:creationId xmlns:a16="http://schemas.microsoft.com/office/drawing/2014/main" id="{F12790C4-B836-1E44-93EF-D8B5CFFEB2FA}"/>
                </a:ext>
              </a:extLst>
            </p:cNvPr>
            <p:cNvSpPr/>
            <p:nvPr/>
          </p:nvSpPr>
          <p:spPr>
            <a:xfrm>
              <a:off x="5196935" y="1029898"/>
              <a:ext cx="33227" cy="33196"/>
            </a:xfrm>
            <a:custGeom>
              <a:avLst/>
              <a:gdLst>
                <a:gd name="connsiteX0" fmla="*/ 16614 w 33227"/>
                <a:gd name="connsiteY0" fmla="*/ 0 h 33196"/>
                <a:gd name="connsiteX1" fmla="*/ 0 w 33227"/>
                <a:gd name="connsiteY1" fmla="*/ 16598 h 33196"/>
                <a:gd name="connsiteX2" fmla="*/ 16614 w 33227"/>
                <a:gd name="connsiteY2" fmla="*/ 33197 h 33196"/>
                <a:gd name="connsiteX3" fmla="*/ 33228 w 33227"/>
                <a:gd name="connsiteY3" fmla="*/ 16598 h 33196"/>
                <a:gd name="connsiteX4" fmla="*/ 16614 w 33227"/>
                <a:gd name="connsiteY4" fmla="*/ 0 h 33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27" h="33196">
                  <a:moveTo>
                    <a:pt x="16614" y="0"/>
                  </a:moveTo>
                  <a:cubicBezTo>
                    <a:pt x="7668" y="0"/>
                    <a:pt x="0" y="7661"/>
                    <a:pt x="0" y="16598"/>
                  </a:cubicBezTo>
                  <a:cubicBezTo>
                    <a:pt x="0" y="25536"/>
                    <a:pt x="7668" y="33197"/>
                    <a:pt x="16614" y="33197"/>
                  </a:cubicBezTo>
                  <a:cubicBezTo>
                    <a:pt x="25560" y="33197"/>
                    <a:pt x="33228" y="25536"/>
                    <a:pt x="33228" y="16598"/>
                  </a:cubicBezTo>
                  <a:cubicBezTo>
                    <a:pt x="33228" y="7661"/>
                    <a:pt x="26199" y="0"/>
                    <a:pt x="16614" y="0"/>
                  </a:cubicBezTo>
                  <a:close/>
                </a:path>
              </a:pathLst>
            </a:custGeom>
            <a:solidFill>
              <a:srgbClr val="00ABAB"/>
            </a:solidFill>
            <a:ln w="6390" cap="flat">
              <a:noFill/>
              <a:prstDash val="solid"/>
              <a:miter/>
            </a:ln>
          </p:spPr>
          <p:txBody>
            <a:bodyPr rtlCol="0" anchor="ctr"/>
            <a:lstStyle/>
            <a:p>
              <a:endParaRPr lang="en-US"/>
            </a:p>
          </p:txBody>
        </p:sp>
        <p:sp>
          <p:nvSpPr>
            <p:cNvPr id="945" name="Graphic 4">
              <a:extLst>
                <a:ext uri="{FF2B5EF4-FFF2-40B4-BE49-F238E27FC236}">
                  <a16:creationId xmlns:a16="http://schemas.microsoft.com/office/drawing/2014/main" id="{436B3C15-DDD5-4C41-9022-6A0A25C7DAE9}"/>
                </a:ext>
              </a:extLst>
            </p:cNvPr>
            <p:cNvSpPr/>
            <p:nvPr/>
          </p:nvSpPr>
          <p:spPr>
            <a:xfrm>
              <a:off x="5330485" y="1066926"/>
              <a:ext cx="33227" cy="33196"/>
            </a:xfrm>
            <a:custGeom>
              <a:avLst/>
              <a:gdLst>
                <a:gd name="connsiteX0" fmla="*/ 16614 w 33227"/>
                <a:gd name="connsiteY0" fmla="*/ 0 h 33196"/>
                <a:gd name="connsiteX1" fmla="*/ 0 w 33227"/>
                <a:gd name="connsiteY1" fmla="*/ 16598 h 33196"/>
                <a:gd name="connsiteX2" fmla="*/ 16614 w 33227"/>
                <a:gd name="connsiteY2" fmla="*/ 33197 h 33196"/>
                <a:gd name="connsiteX3" fmla="*/ 33228 w 33227"/>
                <a:gd name="connsiteY3" fmla="*/ 16598 h 33196"/>
                <a:gd name="connsiteX4" fmla="*/ 16614 w 33227"/>
                <a:gd name="connsiteY4" fmla="*/ 0 h 33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27" h="33196">
                  <a:moveTo>
                    <a:pt x="16614" y="0"/>
                  </a:moveTo>
                  <a:cubicBezTo>
                    <a:pt x="7668" y="0"/>
                    <a:pt x="0" y="7661"/>
                    <a:pt x="0" y="16598"/>
                  </a:cubicBezTo>
                  <a:cubicBezTo>
                    <a:pt x="0" y="25536"/>
                    <a:pt x="7668" y="33197"/>
                    <a:pt x="16614" y="33197"/>
                  </a:cubicBezTo>
                  <a:cubicBezTo>
                    <a:pt x="25560" y="33197"/>
                    <a:pt x="33228" y="25536"/>
                    <a:pt x="33228" y="16598"/>
                  </a:cubicBezTo>
                  <a:cubicBezTo>
                    <a:pt x="33228" y="7661"/>
                    <a:pt x="25560" y="0"/>
                    <a:pt x="16614" y="0"/>
                  </a:cubicBezTo>
                  <a:close/>
                </a:path>
              </a:pathLst>
            </a:custGeom>
            <a:solidFill>
              <a:srgbClr val="00ABAB"/>
            </a:solidFill>
            <a:ln w="6390" cap="flat">
              <a:noFill/>
              <a:prstDash val="solid"/>
              <a:miter/>
            </a:ln>
          </p:spPr>
          <p:txBody>
            <a:bodyPr rtlCol="0" anchor="ctr"/>
            <a:lstStyle/>
            <a:p>
              <a:endParaRPr lang="en-US"/>
            </a:p>
          </p:txBody>
        </p:sp>
        <p:sp>
          <p:nvSpPr>
            <p:cNvPr id="946" name="Graphic 4">
              <a:extLst>
                <a:ext uri="{FF2B5EF4-FFF2-40B4-BE49-F238E27FC236}">
                  <a16:creationId xmlns:a16="http://schemas.microsoft.com/office/drawing/2014/main" id="{27BE2007-1A9B-8145-8AE2-3AA60C3E927B}"/>
                </a:ext>
              </a:extLst>
            </p:cNvPr>
            <p:cNvSpPr/>
            <p:nvPr/>
          </p:nvSpPr>
          <p:spPr>
            <a:xfrm>
              <a:off x="5263391" y="1133319"/>
              <a:ext cx="33264" cy="33196"/>
            </a:xfrm>
            <a:custGeom>
              <a:avLst/>
              <a:gdLst>
                <a:gd name="connsiteX0" fmla="*/ 16614 w 33264"/>
                <a:gd name="connsiteY0" fmla="*/ 0 h 33196"/>
                <a:gd name="connsiteX1" fmla="*/ 0 w 33264"/>
                <a:gd name="connsiteY1" fmla="*/ 16598 h 33196"/>
                <a:gd name="connsiteX2" fmla="*/ 16614 w 33264"/>
                <a:gd name="connsiteY2" fmla="*/ 33197 h 33196"/>
                <a:gd name="connsiteX3" fmla="*/ 33228 w 33264"/>
                <a:gd name="connsiteY3" fmla="*/ 16598 h 33196"/>
                <a:gd name="connsiteX4" fmla="*/ 16614 w 33264"/>
                <a:gd name="connsiteY4" fmla="*/ 0 h 33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64" h="33196">
                  <a:moveTo>
                    <a:pt x="16614" y="0"/>
                  </a:moveTo>
                  <a:cubicBezTo>
                    <a:pt x="7668" y="0"/>
                    <a:pt x="0" y="7661"/>
                    <a:pt x="0" y="16598"/>
                  </a:cubicBezTo>
                  <a:cubicBezTo>
                    <a:pt x="0" y="25536"/>
                    <a:pt x="7668" y="33197"/>
                    <a:pt x="16614" y="33197"/>
                  </a:cubicBezTo>
                  <a:cubicBezTo>
                    <a:pt x="25560" y="33197"/>
                    <a:pt x="33228" y="25536"/>
                    <a:pt x="33228" y="16598"/>
                  </a:cubicBezTo>
                  <a:cubicBezTo>
                    <a:pt x="33867" y="7661"/>
                    <a:pt x="26199" y="0"/>
                    <a:pt x="16614" y="0"/>
                  </a:cubicBezTo>
                  <a:close/>
                </a:path>
              </a:pathLst>
            </a:custGeom>
            <a:solidFill>
              <a:srgbClr val="00ABAB"/>
            </a:solidFill>
            <a:ln w="6390" cap="flat">
              <a:noFill/>
              <a:prstDash val="solid"/>
              <a:miter/>
            </a:ln>
          </p:spPr>
          <p:txBody>
            <a:bodyPr rtlCol="0" anchor="ctr"/>
            <a:lstStyle/>
            <a:p>
              <a:endParaRPr lang="en-US"/>
            </a:p>
          </p:txBody>
        </p:sp>
        <p:sp>
          <p:nvSpPr>
            <p:cNvPr id="947" name="Graphic 4">
              <a:extLst>
                <a:ext uri="{FF2B5EF4-FFF2-40B4-BE49-F238E27FC236}">
                  <a16:creationId xmlns:a16="http://schemas.microsoft.com/office/drawing/2014/main" id="{6D575279-97A8-0347-83AD-E18A70CC4711}"/>
                </a:ext>
              </a:extLst>
            </p:cNvPr>
            <p:cNvSpPr/>
            <p:nvPr/>
          </p:nvSpPr>
          <p:spPr>
            <a:xfrm>
              <a:off x="5099808" y="918179"/>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120131 w 361670"/>
                <a:gd name="connsiteY5" fmla="*/ 157046 h 361333"/>
                <a:gd name="connsiteX6" fmla="*/ 120131 w 361670"/>
                <a:gd name="connsiteY6" fmla="*/ 284726 h 361333"/>
                <a:gd name="connsiteX7" fmla="*/ 113741 w 361670"/>
                <a:gd name="connsiteY7" fmla="*/ 291110 h 361333"/>
                <a:gd name="connsiteX8" fmla="*/ 107351 w 361670"/>
                <a:gd name="connsiteY8" fmla="*/ 284726 h 361333"/>
                <a:gd name="connsiteX9" fmla="*/ 107351 w 361670"/>
                <a:gd name="connsiteY9" fmla="*/ 157046 h 361333"/>
                <a:gd name="connsiteX10" fmla="*/ 84347 w 361670"/>
                <a:gd name="connsiteY10" fmla="*/ 128318 h 361333"/>
                <a:gd name="connsiteX11" fmla="*/ 107351 w 361670"/>
                <a:gd name="connsiteY11" fmla="*/ 99590 h 361333"/>
                <a:gd name="connsiteX12" fmla="*/ 107351 w 361670"/>
                <a:gd name="connsiteY12" fmla="*/ 76608 h 361333"/>
                <a:gd name="connsiteX13" fmla="*/ 113741 w 361670"/>
                <a:gd name="connsiteY13" fmla="*/ 70224 h 361333"/>
                <a:gd name="connsiteX14" fmla="*/ 120131 w 361670"/>
                <a:gd name="connsiteY14" fmla="*/ 76608 h 361333"/>
                <a:gd name="connsiteX15" fmla="*/ 120131 w 361670"/>
                <a:gd name="connsiteY15" fmla="*/ 99590 h 361333"/>
                <a:gd name="connsiteX16" fmla="*/ 143135 w 361670"/>
                <a:gd name="connsiteY16" fmla="*/ 128318 h 361333"/>
                <a:gd name="connsiteX17" fmla="*/ 120131 w 361670"/>
                <a:gd name="connsiteY17" fmla="*/ 157046 h 361333"/>
                <a:gd name="connsiteX18" fmla="*/ 186586 w 361670"/>
                <a:gd name="connsiteY18" fmla="*/ 261105 h 361333"/>
                <a:gd name="connsiteX19" fmla="*/ 186586 w 361670"/>
                <a:gd name="connsiteY19" fmla="*/ 285364 h 361333"/>
                <a:gd name="connsiteX20" fmla="*/ 180196 w 361670"/>
                <a:gd name="connsiteY20" fmla="*/ 291748 h 361333"/>
                <a:gd name="connsiteX21" fmla="*/ 173806 w 361670"/>
                <a:gd name="connsiteY21" fmla="*/ 285364 h 361333"/>
                <a:gd name="connsiteX22" fmla="*/ 173806 w 361670"/>
                <a:gd name="connsiteY22" fmla="*/ 261105 h 361333"/>
                <a:gd name="connsiteX23" fmla="*/ 150803 w 361670"/>
                <a:gd name="connsiteY23" fmla="*/ 232377 h 361333"/>
                <a:gd name="connsiteX24" fmla="*/ 173806 w 361670"/>
                <a:gd name="connsiteY24" fmla="*/ 203649 h 361333"/>
                <a:gd name="connsiteX25" fmla="*/ 173806 w 361670"/>
                <a:gd name="connsiteY25" fmla="*/ 77246 h 361333"/>
                <a:gd name="connsiteX26" fmla="*/ 180196 w 361670"/>
                <a:gd name="connsiteY26" fmla="*/ 70862 h 361333"/>
                <a:gd name="connsiteX27" fmla="*/ 186586 w 361670"/>
                <a:gd name="connsiteY27" fmla="*/ 77246 h 361333"/>
                <a:gd name="connsiteX28" fmla="*/ 186586 w 361670"/>
                <a:gd name="connsiteY28" fmla="*/ 203011 h 361333"/>
                <a:gd name="connsiteX29" fmla="*/ 209590 w 361670"/>
                <a:gd name="connsiteY29" fmla="*/ 231739 h 361333"/>
                <a:gd name="connsiteX30" fmla="*/ 186586 w 361670"/>
                <a:gd name="connsiteY30" fmla="*/ 261105 h 361333"/>
                <a:gd name="connsiteX31" fmla="*/ 253681 w 361670"/>
                <a:gd name="connsiteY31" fmla="*/ 194073 h 361333"/>
                <a:gd name="connsiteX32" fmla="*/ 253681 w 361670"/>
                <a:gd name="connsiteY32" fmla="*/ 284726 h 361333"/>
                <a:gd name="connsiteX33" fmla="*/ 247291 w 361670"/>
                <a:gd name="connsiteY33" fmla="*/ 291110 h 361333"/>
                <a:gd name="connsiteX34" fmla="*/ 240901 w 361670"/>
                <a:gd name="connsiteY34" fmla="*/ 284726 h 361333"/>
                <a:gd name="connsiteX35" fmla="*/ 240901 w 361670"/>
                <a:gd name="connsiteY35" fmla="*/ 194073 h 361333"/>
                <a:gd name="connsiteX36" fmla="*/ 217897 w 361670"/>
                <a:gd name="connsiteY36" fmla="*/ 165345 h 361333"/>
                <a:gd name="connsiteX37" fmla="*/ 240901 w 361670"/>
                <a:gd name="connsiteY37" fmla="*/ 136617 h 361333"/>
                <a:gd name="connsiteX38" fmla="*/ 240901 w 361670"/>
                <a:gd name="connsiteY38" fmla="*/ 76608 h 361333"/>
                <a:gd name="connsiteX39" fmla="*/ 247291 w 361670"/>
                <a:gd name="connsiteY39" fmla="*/ 70224 h 361333"/>
                <a:gd name="connsiteX40" fmla="*/ 253681 w 361670"/>
                <a:gd name="connsiteY40" fmla="*/ 76608 h 361333"/>
                <a:gd name="connsiteX41" fmla="*/ 253681 w 361670"/>
                <a:gd name="connsiteY41" fmla="*/ 136617 h 361333"/>
                <a:gd name="connsiteX42" fmla="*/ 276685 w 361670"/>
                <a:gd name="connsiteY42" fmla="*/ 165345 h 361333"/>
                <a:gd name="connsiteX43" fmla="*/ 253681 w 361670"/>
                <a:gd name="connsiteY43" fmla="*/ 19407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1670" h="361333">
                  <a:moveTo>
                    <a:pt x="180836" y="0"/>
                  </a:moveTo>
                  <a:cubicBezTo>
                    <a:pt x="80513" y="0"/>
                    <a:pt x="0" y="81077"/>
                    <a:pt x="0" y="180667"/>
                  </a:cubicBezTo>
                  <a:cubicBezTo>
                    <a:pt x="0" y="280895"/>
                    <a:pt x="81152" y="361333"/>
                    <a:pt x="180836" y="361333"/>
                  </a:cubicBezTo>
                  <a:cubicBezTo>
                    <a:pt x="280518" y="361333"/>
                    <a:pt x="361671" y="280257"/>
                    <a:pt x="361671" y="180667"/>
                  </a:cubicBezTo>
                  <a:cubicBezTo>
                    <a:pt x="361671" y="81077"/>
                    <a:pt x="280518" y="0"/>
                    <a:pt x="180836" y="0"/>
                  </a:cubicBezTo>
                  <a:close/>
                  <a:moveTo>
                    <a:pt x="120131" y="157046"/>
                  </a:moveTo>
                  <a:lnTo>
                    <a:pt x="120131" y="284726"/>
                  </a:lnTo>
                  <a:cubicBezTo>
                    <a:pt x="120131" y="288556"/>
                    <a:pt x="117575" y="291110"/>
                    <a:pt x="113741" y="291110"/>
                  </a:cubicBezTo>
                  <a:cubicBezTo>
                    <a:pt x="109907" y="291110"/>
                    <a:pt x="107351" y="288556"/>
                    <a:pt x="107351" y="284726"/>
                  </a:cubicBezTo>
                  <a:lnTo>
                    <a:pt x="107351" y="157046"/>
                  </a:lnTo>
                  <a:cubicBezTo>
                    <a:pt x="93932" y="153854"/>
                    <a:pt x="84347" y="142363"/>
                    <a:pt x="84347" y="128318"/>
                  </a:cubicBezTo>
                  <a:cubicBezTo>
                    <a:pt x="84347" y="114273"/>
                    <a:pt x="94571" y="102144"/>
                    <a:pt x="107351" y="99590"/>
                  </a:cubicBezTo>
                  <a:lnTo>
                    <a:pt x="107351" y="76608"/>
                  </a:lnTo>
                  <a:cubicBezTo>
                    <a:pt x="107351" y="72777"/>
                    <a:pt x="109907" y="70224"/>
                    <a:pt x="113741" y="70224"/>
                  </a:cubicBezTo>
                  <a:cubicBezTo>
                    <a:pt x="117575" y="70224"/>
                    <a:pt x="120131" y="72777"/>
                    <a:pt x="120131" y="76608"/>
                  </a:cubicBezTo>
                  <a:lnTo>
                    <a:pt x="120131" y="99590"/>
                  </a:lnTo>
                  <a:cubicBezTo>
                    <a:pt x="133550" y="102782"/>
                    <a:pt x="143135" y="114273"/>
                    <a:pt x="143135" y="128318"/>
                  </a:cubicBezTo>
                  <a:cubicBezTo>
                    <a:pt x="143135" y="142363"/>
                    <a:pt x="133550" y="154492"/>
                    <a:pt x="120131" y="157046"/>
                  </a:cubicBezTo>
                  <a:close/>
                  <a:moveTo>
                    <a:pt x="186586" y="261105"/>
                  </a:moveTo>
                  <a:lnTo>
                    <a:pt x="186586" y="285364"/>
                  </a:lnTo>
                  <a:cubicBezTo>
                    <a:pt x="186586" y="289194"/>
                    <a:pt x="184031" y="291748"/>
                    <a:pt x="180196" y="291748"/>
                  </a:cubicBezTo>
                  <a:cubicBezTo>
                    <a:pt x="176363" y="291748"/>
                    <a:pt x="173806" y="289194"/>
                    <a:pt x="173806" y="285364"/>
                  </a:cubicBezTo>
                  <a:lnTo>
                    <a:pt x="173806" y="261105"/>
                  </a:lnTo>
                  <a:cubicBezTo>
                    <a:pt x="160388" y="257913"/>
                    <a:pt x="150803" y="246422"/>
                    <a:pt x="150803" y="232377"/>
                  </a:cubicBezTo>
                  <a:cubicBezTo>
                    <a:pt x="150803" y="218332"/>
                    <a:pt x="161027" y="206203"/>
                    <a:pt x="173806" y="203649"/>
                  </a:cubicBezTo>
                  <a:lnTo>
                    <a:pt x="173806" y="77246"/>
                  </a:lnTo>
                  <a:cubicBezTo>
                    <a:pt x="173806" y="73416"/>
                    <a:pt x="176363" y="70862"/>
                    <a:pt x="180196" y="70862"/>
                  </a:cubicBezTo>
                  <a:cubicBezTo>
                    <a:pt x="184031" y="70862"/>
                    <a:pt x="186586" y="73416"/>
                    <a:pt x="186586" y="77246"/>
                  </a:cubicBezTo>
                  <a:lnTo>
                    <a:pt x="186586" y="203011"/>
                  </a:lnTo>
                  <a:cubicBezTo>
                    <a:pt x="200005" y="206203"/>
                    <a:pt x="209590" y="217694"/>
                    <a:pt x="209590" y="231739"/>
                  </a:cubicBezTo>
                  <a:cubicBezTo>
                    <a:pt x="209590" y="245783"/>
                    <a:pt x="200005" y="257913"/>
                    <a:pt x="186586" y="261105"/>
                  </a:cubicBezTo>
                  <a:close/>
                  <a:moveTo>
                    <a:pt x="253681" y="194073"/>
                  </a:moveTo>
                  <a:lnTo>
                    <a:pt x="253681" y="284726"/>
                  </a:lnTo>
                  <a:cubicBezTo>
                    <a:pt x="253681" y="288556"/>
                    <a:pt x="251125" y="291110"/>
                    <a:pt x="247291" y="291110"/>
                  </a:cubicBezTo>
                  <a:cubicBezTo>
                    <a:pt x="243457" y="291110"/>
                    <a:pt x="240901" y="288556"/>
                    <a:pt x="240901" y="284726"/>
                  </a:cubicBezTo>
                  <a:lnTo>
                    <a:pt x="240901" y="194073"/>
                  </a:lnTo>
                  <a:cubicBezTo>
                    <a:pt x="227482" y="190881"/>
                    <a:pt x="217897" y="179390"/>
                    <a:pt x="217897" y="165345"/>
                  </a:cubicBezTo>
                  <a:cubicBezTo>
                    <a:pt x="217897" y="151300"/>
                    <a:pt x="228121" y="139171"/>
                    <a:pt x="240901" y="136617"/>
                  </a:cubicBezTo>
                  <a:lnTo>
                    <a:pt x="240901" y="76608"/>
                  </a:lnTo>
                  <a:cubicBezTo>
                    <a:pt x="240901" y="72777"/>
                    <a:pt x="243457" y="70224"/>
                    <a:pt x="247291" y="70224"/>
                  </a:cubicBezTo>
                  <a:cubicBezTo>
                    <a:pt x="251125" y="70224"/>
                    <a:pt x="253681" y="72777"/>
                    <a:pt x="253681" y="76608"/>
                  </a:cubicBezTo>
                  <a:lnTo>
                    <a:pt x="253681" y="136617"/>
                  </a:lnTo>
                  <a:cubicBezTo>
                    <a:pt x="267100" y="139809"/>
                    <a:pt x="276685" y="151300"/>
                    <a:pt x="276685" y="165345"/>
                  </a:cubicBezTo>
                  <a:cubicBezTo>
                    <a:pt x="276685" y="179390"/>
                    <a:pt x="267100" y="191519"/>
                    <a:pt x="253681" y="194073"/>
                  </a:cubicBezTo>
                  <a:close/>
                </a:path>
              </a:pathLst>
            </a:custGeom>
            <a:solidFill>
              <a:srgbClr val="00ABAB"/>
            </a:solidFill>
            <a:ln w="6390" cap="flat">
              <a:noFill/>
              <a:prstDash val="solid"/>
              <a:miter/>
            </a:ln>
          </p:spPr>
          <p:txBody>
            <a:bodyPr rtlCol="0" anchor="ctr"/>
            <a:lstStyle/>
            <a:p>
              <a:endParaRPr lang="en-US"/>
            </a:p>
          </p:txBody>
        </p:sp>
      </p:grpSp>
      <p:grpSp>
        <p:nvGrpSpPr>
          <p:cNvPr id="948" name="Graphic 4">
            <a:extLst>
              <a:ext uri="{FF2B5EF4-FFF2-40B4-BE49-F238E27FC236}">
                <a16:creationId xmlns:a16="http://schemas.microsoft.com/office/drawing/2014/main" id="{4B15C815-739D-2045-948A-62B55C9A88DF}"/>
              </a:ext>
            </a:extLst>
          </p:cNvPr>
          <p:cNvGrpSpPr/>
          <p:nvPr/>
        </p:nvGrpSpPr>
        <p:grpSpPr>
          <a:xfrm>
            <a:off x="5099808" y="2855717"/>
            <a:ext cx="361670" cy="361333"/>
            <a:chOff x="5099808" y="2855717"/>
            <a:chExt cx="361670" cy="361333"/>
          </a:xfrm>
          <a:solidFill>
            <a:srgbClr val="00ABAB"/>
          </a:solidFill>
        </p:grpSpPr>
        <p:sp>
          <p:nvSpPr>
            <p:cNvPr id="949" name="Graphic 4">
              <a:extLst>
                <a:ext uri="{FF2B5EF4-FFF2-40B4-BE49-F238E27FC236}">
                  <a16:creationId xmlns:a16="http://schemas.microsoft.com/office/drawing/2014/main" id="{62126324-1280-A74C-A371-EA490C07594B}"/>
                </a:ext>
              </a:extLst>
            </p:cNvPr>
            <p:cNvSpPr/>
            <p:nvPr/>
          </p:nvSpPr>
          <p:spPr>
            <a:xfrm>
              <a:off x="5242943" y="2998080"/>
              <a:ext cx="74762" cy="76607"/>
            </a:xfrm>
            <a:custGeom>
              <a:avLst/>
              <a:gdLst>
                <a:gd name="connsiteX0" fmla="*/ 0 w 74762"/>
                <a:gd name="connsiteY0" fmla="*/ 0 h 76607"/>
                <a:gd name="connsiteX1" fmla="*/ 74762 w 74762"/>
                <a:gd name="connsiteY1" fmla="*/ 0 h 76607"/>
                <a:gd name="connsiteX2" fmla="*/ 74762 w 74762"/>
                <a:gd name="connsiteY2" fmla="*/ 76608 h 76607"/>
                <a:gd name="connsiteX3" fmla="*/ 0 w 74762"/>
                <a:gd name="connsiteY3" fmla="*/ 76608 h 76607"/>
              </a:gdLst>
              <a:ahLst/>
              <a:cxnLst>
                <a:cxn ang="0">
                  <a:pos x="connsiteX0" y="connsiteY0"/>
                </a:cxn>
                <a:cxn ang="0">
                  <a:pos x="connsiteX1" y="connsiteY1"/>
                </a:cxn>
                <a:cxn ang="0">
                  <a:pos x="connsiteX2" y="connsiteY2"/>
                </a:cxn>
                <a:cxn ang="0">
                  <a:pos x="connsiteX3" y="connsiteY3"/>
                </a:cxn>
              </a:cxnLst>
              <a:rect l="l" t="t" r="r" b="b"/>
              <a:pathLst>
                <a:path w="74762" h="76607">
                  <a:moveTo>
                    <a:pt x="0" y="0"/>
                  </a:moveTo>
                  <a:lnTo>
                    <a:pt x="74762" y="0"/>
                  </a:lnTo>
                  <a:lnTo>
                    <a:pt x="74762" y="76608"/>
                  </a:lnTo>
                  <a:lnTo>
                    <a:pt x="0" y="76608"/>
                  </a:lnTo>
                  <a:close/>
                </a:path>
              </a:pathLst>
            </a:custGeom>
            <a:solidFill>
              <a:srgbClr val="00ABAB"/>
            </a:solidFill>
            <a:ln w="6390" cap="flat">
              <a:noFill/>
              <a:prstDash val="solid"/>
              <a:miter/>
            </a:ln>
          </p:spPr>
          <p:txBody>
            <a:bodyPr rtlCol="0" anchor="ctr"/>
            <a:lstStyle/>
            <a:p>
              <a:endParaRPr lang="en-US"/>
            </a:p>
          </p:txBody>
        </p:sp>
        <p:sp>
          <p:nvSpPr>
            <p:cNvPr id="950" name="Graphic 4">
              <a:extLst>
                <a:ext uri="{FF2B5EF4-FFF2-40B4-BE49-F238E27FC236}">
                  <a16:creationId xmlns:a16="http://schemas.microsoft.com/office/drawing/2014/main" id="{F7C5BFFC-8677-0542-91F2-2DCC5061D66C}"/>
                </a:ext>
              </a:extLst>
            </p:cNvPr>
            <p:cNvSpPr/>
            <p:nvPr/>
          </p:nvSpPr>
          <p:spPr>
            <a:xfrm>
              <a:off x="5197574" y="2954669"/>
              <a:ext cx="120130" cy="120018"/>
            </a:xfrm>
            <a:custGeom>
              <a:avLst/>
              <a:gdLst>
                <a:gd name="connsiteX0" fmla="*/ 32589 w 120130"/>
                <a:gd name="connsiteY0" fmla="*/ 30643 h 120018"/>
                <a:gd name="connsiteX1" fmla="*/ 38978 w 120130"/>
                <a:gd name="connsiteY1" fmla="*/ 30643 h 120018"/>
                <a:gd name="connsiteX2" fmla="*/ 120131 w 120130"/>
                <a:gd name="connsiteY2" fmla="*/ 30643 h 120018"/>
                <a:gd name="connsiteX3" fmla="*/ 120131 w 120130"/>
                <a:gd name="connsiteY3" fmla="*/ 0 h 120018"/>
                <a:gd name="connsiteX4" fmla="*/ 0 w 120130"/>
                <a:gd name="connsiteY4" fmla="*/ 0 h 120018"/>
                <a:gd name="connsiteX5" fmla="*/ 0 w 120130"/>
                <a:gd name="connsiteY5" fmla="*/ 120019 h 120018"/>
                <a:gd name="connsiteX6" fmla="*/ 32589 w 120130"/>
                <a:gd name="connsiteY6" fmla="*/ 120019 h 120018"/>
                <a:gd name="connsiteX7" fmla="*/ 32589 w 120130"/>
                <a:gd name="connsiteY7" fmla="*/ 37027 h 12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130" h="120018">
                  <a:moveTo>
                    <a:pt x="32589" y="30643"/>
                  </a:moveTo>
                  <a:lnTo>
                    <a:pt x="38978" y="30643"/>
                  </a:lnTo>
                  <a:lnTo>
                    <a:pt x="120131" y="30643"/>
                  </a:lnTo>
                  <a:lnTo>
                    <a:pt x="120131" y="0"/>
                  </a:lnTo>
                  <a:lnTo>
                    <a:pt x="0" y="0"/>
                  </a:lnTo>
                  <a:lnTo>
                    <a:pt x="0" y="120019"/>
                  </a:lnTo>
                  <a:lnTo>
                    <a:pt x="32589" y="120019"/>
                  </a:lnTo>
                  <a:lnTo>
                    <a:pt x="32589" y="37027"/>
                  </a:lnTo>
                  <a:close/>
                </a:path>
              </a:pathLst>
            </a:custGeom>
            <a:solidFill>
              <a:srgbClr val="00ABAB"/>
            </a:solidFill>
            <a:ln w="6390" cap="flat">
              <a:noFill/>
              <a:prstDash val="solid"/>
              <a:miter/>
            </a:ln>
          </p:spPr>
          <p:txBody>
            <a:bodyPr rtlCol="0" anchor="ctr"/>
            <a:lstStyle/>
            <a:p>
              <a:endParaRPr lang="en-US"/>
            </a:p>
          </p:txBody>
        </p:sp>
        <p:sp>
          <p:nvSpPr>
            <p:cNvPr id="951" name="Graphic 4">
              <a:extLst>
                <a:ext uri="{FF2B5EF4-FFF2-40B4-BE49-F238E27FC236}">
                  <a16:creationId xmlns:a16="http://schemas.microsoft.com/office/drawing/2014/main" id="{56E1EA8A-F41B-CC4F-800C-691BED7A40FA}"/>
                </a:ext>
              </a:extLst>
            </p:cNvPr>
            <p:cNvSpPr/>
            <p:nvPr/>
          </p:nvSpPr>
          <p:spPr>
            <a:xfrm>
              <a:off x="5099808" y="2855717"/>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276045 w 361670"/>
                <a:gd name="connsiteY5" fmla="*/ 268766 h 361333"/>
                <a:gd name="connsiteX6" fmla="*/ 269655 w 361670"/>
                <a:gd name="connsiteY6" fmla="*/ 275149 h 361333"/>
                <a:gd name="connsiteX7" fmla="*/ 136745 w 361670"/>
                <a:gd name="connsiteY7" fmla="*/ 275149 h 361333"/>
                <a:gd name="connsiteX8" fmla="*/ 130355 w 361670"/>
                <a:gd name="connsiteY8" fmla="*/ 268766 h 361333"/>
                <a:gd name="connsiteX9" fmla="*/ 130355 w 361670"/>
                <a:gd name="connsiteY9" fmla="*/ 231738 h 361333"/>
                <a:gd name="connsiteX10" fmla="*/ 91376 w 361670"/>
                <a:gd name="connsiteY10" fmla="*/ 231738 h 361333"/>
                <a:gd name="connsiteX11" fmla="*/ 84986 w 361670"/>
                <a:gd name="connsiteY11" fmla="*/ 225355 h 361333"/>
                <a:gd name="connsiteX12" fmla="*/ 84986 w 361670"/>
                <a:gd name="connsiteY12" fmla="*/ 92568 h 361333"/>
                <a:gd name="connsiteX13" fmla="*/ 91376 w 361670"/>
                <a:gd name="connsiteY13" fmla="*/ 86184 h 361333"/>
                <a:gd name="connsiteX14" fmla="*/ 224287 w 361670"/>
                <a:gd name="connsiteY14" fmla="*/ 86184 h 361333"/>
                <a:gd name="connsiteX15" fmla="*/ 230677 w 361670"/>
                <a:gd name="connsiteY15" fmla="*/ 92568 h 361333"/>
                <a:gd name="connsiteX16" fmla="*/ 230677 w 361670"/>
                <a:gd name="connsiteY16" fmla="*/ 129595 h 361333"/>
                <a:gd name="connsiteX17" fmla="*/ 269655 w 361670"/>
                <a:gd name="connsiteY17" fmla="*/ 129595 h 361333"/>
                <a:gd name="connsiteX18" fmla="*/ 276045 w 361670"/>
                <a:gd name="connsiteY18" fmla="*/ 135979 h 361333"/>
                <a:gd name="connsiteX19" fmla="*/ 276045 w 361670"/>
                <a:gd name="connsiteY19" fmla="*/ 26876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670" h="361333">
                  <a:moveTo>
                    <a:pt x="180836" y="0"/>
                  </a:moveTo>
                  <a:cubicBezTo>
                    <a:pt x="80513" y="0"/>
                    <a:pt x="0" y="81076"/>
                    <a:pt x="0" y="180667"/>
                  </a:cubicBezTo>
                  <a:cubicBezTo>
                    <a:pt x="0" y="280257"/>
                    <a:pt x="81152" y="361333"/>
                    <a:pt x="180836" y="361333"/>
                  </a:cubicBezTo>
                  <a:cubicBezTo>
                    <a:pt x="281157" y="361333"/>
                    <a:pt x="361671" y="280257"/>
                    <a:pt x="361671" y="180667"/>
                  </a:cubicBezTo>
                  <a:cubicBezTo>
                    <a:pt x="361671" y="81076"/>
                    <a:pt x="280518" y="0"/>
                    <a:pt x="180836" y="0"/>
                  </a:cubicBezTo>
                  <a:close/>
                  <a:moveTo>
                    <a:pt x="276045" y="268766"/>
                  </a:moveTo>
                  <a:cubicBezTo>
                    <a:pt x="276045" y="272596"/>
                    <a:pt x="273490" y="275149"/>
                    <a:pt x="269655" y="275149"/>
                  </a:cubicBezTo>
                  <a:lnTo>
                    <a:pt x="136745" y="275149"/>
                  </a:lnTo>
                  <a:cubicBezTo>
                    <a:pt x="132911" y="275149"/>
                    <a:pt x="130355" y="272596"/>
                    <a:pt x="130355" y="268766"/>
                  </a:cubicBezTo>
                  <a:lnTo>
                    <a:pt x="130355" y="231738"/>
                  </a:lnTo>
                  <a:lnTo>
                    <a:pt x="91376" y="231738"/>
                  </a:lnTo>
                  <a:cubicBezTo>
                    <a:pt x="87542" y="231738"/>
                    <a:pt x="84986" y="229185"/>
                    <a:pt x="84986" y="225355"/>
                  </a:cubicBezTo>
                  <a:lnTo>
                    <a:pt x="84986" y="92568"/>
                  </a:lnTo>
                  <a:cubicBezTo>
                    <a:pt x="84986" y="88737"/>
                    <a:pt x="87542" y="86184"/>
                    <a:pt x="91376" y="86184"/>
                  </a:cubicBezTo>
                  <a:lnTo>
                    <a:pt x="224287" y="86184"/>
                  </a:lnTo>
                  <a:cubicBezTo>
                    <a:pt x="228121" y="86184"/>
                    <a:pt x="230677" y="88737"/>
                    <a:pt x="230677" y="92568"/>
                  </a:cubicBezTo>
                  <a:lnTo>
                    <a:pt x="230677" y="129595"/>
                  </a:lnTo>
                  <a:lnTo>
                    <a:pt x="269655" y="129595"/>
                  </a:lnTo>
                  <a:cubicBezTo>
                    <a:pt x="273490" y="129595"/>
                    <a:pt x="276045" y="132148"/>
                    <a:pt x="276045" y="135979"/>
                  </a:cubicBezTo>
                  <a:lnTo>
                    <a:pt x="276045" y="268766"/>
                  </a:lnTo>
                  <a:close/>
                </a:path>
              </a:pathLst>
            </a:custGeom>
            <a:solidFill>
              <a:srgbClr val="00ABAB"/>
            </a:solidFill>
            <a:ln w="6390" cap="flat">
              <a:noFill/>
              <a:prstDash val="solid"/>
              <a:miter/>
            </a:ln>
          </p:spPr>
          <p:txBody>
            <a:bodyPr rtlCol="0" anchor="ctr"/>
            <a:lstStyle/>
            <a:p>
              <a:endParaRPr lang="en-US"/>
            </a:p>
          </p:txBody>
        </p:sp>
        <p:sp>
          <p:nvSpPr>
            <p:cNvPr id="952" name="Graphic 4">
              <a:extLst>
                <a:ext uri="{FF2B5EF4-FFF2-40B4-BE49-F238E27FC236}">
                  <a16:creationId xmlns:a16="http://schemas.microsoft.com/office/drawing/2014/main" id="{5D0308DB-B972-CD49-8120-26FB387E8D35}"/>
                </a:ext>
              </a:extLst>
            </p:cNvPr>
            <p:cNvSpPr/>
            <p:nvPr/>
          </p:nvSpPr>
          <p:spPr>
            <a:xfrm>
              <a:off x="5242943" y="2998080"/>
              <a:ext cx="120130" cy="120018"/>
            </a:xfrm>
            <a:custGeom>
              <a:avLst/>
              <a:gdLst>
                <a:gd name="connsiteX0" fmla="*/ 87542 w 120130"/>
                <a:gd name="connsiteY0" fmla="*/ 82992 h 120018"/>
                <a:gd name="connsiteX1" fmla="*/ 87542 w 120130"/>
                <a:gd name="connsiteY1" fmla="*/ 89376 h 120018"/>
                <a:gd name="connsiteX2" fmla="*/ 81152 w 120130"/>
                <a:gd name="connsiteY2" fmla="*/ 89376 h 120018"/>
                <a:gd name="connsiteX3" fmla="*/ 0 w 120130"/>
                <a:gd name="connsiteY3" fmla="*/ 89376 h 120018"/>
                <a:gd name="connsiteX4" fmla="*/ 0 w 120130"/>
                <a:gd name="connsiteY4" fmla="*/ 120019 h 120018"/>
                <a:gd name="connsiteX5" fmla="*/ 120131 w 120130"/>
                <a:gd name="connsiteY5" fmla="*/ 120019 h 120018"/>
                <a:gd name="connsiteX6" fmla="*/ 120131 w 120130"/>
                <a:gd name="connsiteY6" fmla="*/ 0 h 120018"/>
                <a:gd name="connsiteX7" fmla="*/ 87542 w 120130"/>
                <a:gd name="connsiteY7" fmla="*/ 0 h 12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130" h="120018">
                  <a:moveTo>
                    <a:pt x="87542" y="82992"/>
                  </a:moveTo>
                  <a:lnTo>
                    <a:pt x="87542" y="89376"/>
                  </a:lnTo>
                  <a:lnTo>
                    <a:pt x="81152" y="89376"/>
                  </a:lnTo>
                  <a:lnTo>
                    <a:pt x="0" y="89376"/>
                  </a:lnTo>
                  <a:lnTo>
                    <a:pt x="0" y="120019"/>
                  </a:lnTo>
                  <a:lnTo>
                    <a:pt x="120131" y="120019"/>
                  </a:lnTo>
                  <a:lnTo>
                    <a:pt x="120131" y="0"/>
                  </a:lnTo>
                  <a:lnTo>
                    <a:pt x="87542" y="0"/>
                  </a:lnTo>
                  <a:close/>
                </a:path>
              </a:pathLst>
            </a:custGeom>
            <a:solidFill>
              <a:srgbClr val="00ABAB"/>
            </a:solidFill>
            <a:ln w="6390" cap="flat">
              <a:noFill/>
              <a:prstDash val="solid"/>
              <a:miter/>
            </a:ln>
          </p:spPr>
          <p:txBody>
            <a:bodyPr rtlCol="0" anchor="ctr"/>
            <a:lstStyle/>
            <a:p>
              <a:endParaRPr lang="en-US"/>
            </a:p>
          </p:txBody>
        </p:sp>
      </p:grpSp>
      <p:grpSp>
        <p:nvGrpSpPr>
          <p:cNvPr id="953" name="Graphic 4">
            <a:extLst>
              <a:ext uri="{FF2B5EF4-FFF2-40B4-BE49-F238E27FC236}">
                <a16:creationId xmlns:a16="http://schemas.microsoft.com/office/drawing/2014/main" id="{56D738BE-5168-E74A-8747-B0B4B22F3B29}"/>
              </a:ext>
            </a:extLst>
          </p:cNvPr>
          <p:cNvGrpSpPr/>
          <p:nvPr/>
        </p:nvGrpSpPr>
        <p:grpSpPr>
          <a:xfrm>
            <a:off x="4661459" y="2855717"/>
            <a:ext cx="361670" cy="361333"/>
            <a:chOff x="4661459" y="2855717"/>
            <a:chExt cx="361670" cy="361333"/>
          </a:xfrm>
          <a:solidFill>
            <a:srgbClr val="00ABAB"/>
          </a:solidFill>
        </p:grpSpPr>
        <p:sp>
          <p:nvSpPr>
            <p:cNvPr id="954" name="Graphic 4">
              <a:extLst>
                <a:ext uri="{FF2B5EF4-FFF2-40B4-BE49-F238E27FC236}">
                  <a16:creationId xmlns:a16="http://schemas.microsoft.com/office/drawing/2014/main" id="{9A06DDEB-7A5B-DA43-9F06-DD590C941A2C}"/>
                </a:ext>
              </a:extLst>
            </p:cNvPr>
            <p:cNvSpPr/>
            <p:nvPr/>
          </p:nvSpPr>
          <p:spPr>
            <a:xfrm>
              <a:off x="4661459"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8565 h 361333"/>
                <a:gd name="connsiteX6" fmla="*/ 12780 w 361670"/>
                <a:gd name="connsiteY6" fmla="*/ 180667 h 361333"/>
                <a:gd name="connsiteX7" fmla="*/ 180835 w 361670"/>
                <a:gd name="connsiteY7" fmla="*/ 12768 h 361333"/>
                <a:gd name="connsiteX8" fmla="*/ 348890 w 361670"/>
                <a:gd name="connsiteY8" fmla="*/ 180667 h 361333"/>
                <a:gd name="connsiteX9" fmla="*/ 180835 w 361670"/>
                <a:gd name="connsiteY9" fmla="*/ 3485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257"/>
                    <a:pt x="361670" y="180667"/>
                  </a:cubicBezTo>
                  <a:cubicBezTo>
                    <a:pt x="361670" y="81076"/>
                    <a:pt x="281157" y="0"/>
                    <a:pt x="180835" y="0"/>
                  </a:cubicBezTo>
                  <a:close/>
                  <a:moveTo>
                    <a:pt x="180835" y="348565"/>
                  </a:moveTo>
                  <a:cubicBezTo>
                    <a:pt x="88181" y="348565"/>
                    <a:pt x="12780" y="273234"/>
                    <a:pt x="12780" y="180667"/>
                  </a:cubicBezTo>
                  <a:cubicBezTo>
                    <a:pt x="12780" y="88099"/>
                    <a:pt x="88181" y="12768"/>
                    <a:pt x="180835" y="12768"/>
                  </a:cubicBezTo>
                  <a:cubicBezTo>
                    <a:pt x="273489" y="12768"/>
                    <a:pt x="348890" y="88099"/>
                    <a:pt x="348890" y="180667"/>
                  </a:cubicBezTo>
                  <a:cubicBezTo>
                    <a:pt x="348890" y="273234"/>
                    <a:pt x="273489" y="348565"/>
                    <a:pt x="180835" y="348565"/>
                  </a:cubicBezTo>
                  <a:close/>
                </a:path>
              </a:pathLst>
            </a:custGeom>
            <a:solidFill>
              <a:srgbClr val="00ABAB"/>
            </a:solidFill>
            <a:ln w="6390" cap="flat">
              <a:noFill/>
              <a:prstDash val="solid"/>
              <a:miter/>
            </a:ln>
          </p:spPr>
          <p:txBody>
            <a:bodyPr rtlCol="0" anchor="ctr"/>
            <a:lstStyle/>
            <a:p>
              <a:endParaRPr lang="en-US"/>
            </a:p>
          </p:txBody>
        </p:sp>
        <p:sp>
          <p:nvSpPr>
            <p:cNvPr id="955" name="Graphic 4">
              <a:extLst>
                <a:ext uri="{FF2B5EF4-FFF2-40B4-BE49-F238E27FC236}">
                  <a16:creationId xmlns:a16="http://schemas.microsoft.com/office/drawing/2014/main" id="{BC365668-3218-154B-BD20-E2A5F54A78C5}"/>
                </a:ext>
              </a:extLst>
            </p:cNvPr>
            <p:cNvSpPr/>
            <p:nvPr/>
          </p:nvSpPr>
          <p:spPr>
            <a:xfrm>
              <a:off x="4746445" y="2941901"/>
              <a:ext cx="191059" cy="188965"/>
            </a:xfrm>
            <a:custGeom>
              <a:avLst/>
              <a:gdLst>
                <a:gd name="connsiteX0" fmla="*/ 184669 w 191059"/>
                <a:gd name="connsiteY0" fmla="*/ 43411 h 188965"/>
                <a:gd name="connsiteX1" fmla="*/ 145690 w 191059"/>
                <a:gd name="connsiteY1" fmla="*/ 43411 h 188965"/>
                <a:gd name="connsiteX2" fmla="*/ 145690 w 191059"/>
                <a:gd name="connsiteY2" fmla="*/ 6384 h 188965"/>
                <a:gd name="connsiteX3" fmla="*/ 139301 w 191059"/>
                <a:gd name="connsiteY3" fmla="*/ 0 h 188965"/>
                <a:gd name="connsiteX4" fmla="*/ 6390 w 191059"/>
                <a:gd name="connsiteY4" fmla="*/ 0 h 188965"/>
                <a:gd name="connsiteX5" fmla="*/ 0 w 191059"/>
                <a:gd name="connsiteY5" fmla="*/ 6384 h 188965"/>
                <a:gd name="connsiteX6" fmla="*/ 0 w 191059"/>
                <a:gd name="connsiteY6" fmla="*/ 139171 h 188965"/>
                <a:gd name="connsiteX7" fmla="*/ 6390 w 191059"/>
                <a:gd name="connsiteY7" fmla="*/ 145555 h 188965"/>
                <a:gd name="connsiteX8" fmla="*/ 45369 w 191059"/>
                <a:gd name="connsiteY8" fmla="*/ 145555 h 188965"/>
                <a:gd name="connsiteX9" fmla="*/ 45369 w 191059"/>
                <a:gd name="connsiteY9" fmla="*/ 182582 h 188965"/>
                <a:gd name="connsiteX10" fmla="*/ 51759 w 191059"/>
                <a:gd name="connsiteY10" fmla="*/ 188966 h 188965"/>
                <a:gd name="connsiteX11" fmla="*/ 184669 w 191059"/>
                <a:gd name="connsiteY11" fmla="*/ 188966 h 188965"/>
                <a:gd name="connsiteX12" fmla="*/ 191059 w 191059"/>
                <a:gd name="connsiteY12" fmla="*/ 182582 h 188965"/>
                <a:gd name="connsiteX13" fmla="*/ 191059 w 191059"/>
                <a:gd name="connsiteY13" fmla="*/ 49795 h 188965"/>
                <a:gd name="connsiteX14" fmla="*/ 184669 w 191059"/>
                <a:gd name="connsiteY14" fmla="*/ 43411 h 188965"/>
                <a:gd name="connsiteX15" fmla="*/ 13419 w 191059"/>
                <a:gd name="connsiteY15" fmla="*/ 132787 h 188965"/>
                <a:gd name="connsiteX16" fmla="*/ 13419 w 191059"/>
                <a:gd name="connsiteY16" fmla="*/ 12768 h 188965"/>
                <a:gd name="connsiteX17" fmla="*/ 133550 w 191059"/>
                <a:gd name="connsiteY17" fmla="*/ 12768 h 188965"/>
                <a:gd name="connsiteX18" fmla="*/ 133550 w 191059"/>
                <a:gd name="connsiteY18" fmla="*/ 43411 h 188965"/>
                <a:gd name="connsiteX19" fmla="*/ 52398 w 191059"/>
                <a:gd name="connsiteY19" fmla="*/ 43411 h 188965"/>
                <a:gd name="connsiteX20" fmla="*/ 46008 w 191059"/>
                <a:gd name="connsiteY20" fmla="*/ 43411 h 188965"/>
                <a:gd name="connsiteX21" fmla="*/ 46008 w 191059"/>
                <a:gd name="connsiteY21" fmla="*/ 49795 h 188965"/>
                <a:gd name="connsiteX22" fmla="*/ 46008 w 191059"/>
                <a:gd name="connsiteY22" fmla="*/ 132787 h 188965"/>
                <a:gd name="connsiteX23" fmla="*/ 13419 w 191059"/>
                <a:gd name="connsiteY23" fmla="*/ 132787 h 188965"/>
                <a:gd name="connsiteX24" fmla="*/ 133550 w 191059"/>
                <a:gd name="connsiteY24" fmla="*/ 56179 h 188965"/>
                <a:gd name="connsiteX25" fmla="*/ 133550 w 191059"/>
                <a:gd name="connsiteY25" fmla="*/ 132787 h 188965"/>
                <a:gd name="connsiteX26" fmla="*/ 58788 w 191059"/>
                <a:gd name="connsiteY26" fmla="*/ 132787 h 188965"/>
                <a:gd name="connsiteX27" fmla="*/ 58788 w 191059"/>
                <a:gd name="connsiteY27" fmla="*/ 56179 h 188965"/>
                <a:gd name="connsiteX28" fmla="*/ 133550 w 191059"/>
                <a:gd name="connsiteY28" fmla="*/ 56179 h 188965"/>
                <a:gd name="connsiteX29" fmla="*/ 178279 w 191059"/>
                <a:gd name="connsiteY29" fmla="*/ 176198 h 188965"/>
                <a:gd name="connsiteX30" fmla="*/ 58149 w 191059"/>
                <a:gd name="connsiteY30" fmla="*/ 176198 h 188965"/>
                <a:gd name="connsiteX31" fmla="*/ 58149 w 191059"/>
                <a:gd name="connsiteY31" fmla="*/ 145555 h 188965"/>
                <a:gd name="connsiteX32" fmla="*/ 139301 w 191059"/>
                <a:gd name="connsiteY32" fmla="*/ 145555 h 188965"/>
                <a:gd name="connsiteX33" fmla="*/ 145690 w 191059"/>
                <a:gd name="connsiteY33" fmla="*/ 145555 h 188965"/>
                <a:gd name="connsiteX34" fmla="*/ 145690 w 191059"/>
                <a:gd name="connsiteY34" fmla="*/ 139171 h 188965"/>
                <a:gd name="connsiteX35" fmla="*/ 145690 w 191059"/>
                <a:gd name="connsiteY35" fmla="*/ 56179 h 188965"/>
                <a:gd name="connsiteX36" fmla="*/ 178279 w 191059"/>
                <a:gd name="connsiteY36" fmla="*/ 56179 h 188965"/>
                <a:gd name="connsiteX37" fmla="*/ 178279 w 191059"/>
                <a:gd name="connsiteY37" fmla="*/ 176198 h 188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91059" h="188965">
                  <a:moveTo>
                    <a:pt x="184669" y="43411"/>
                  </a:moveTo>
                  <a:lnTo>
                    <a:pt x="145690" y="43411"/>
                  </a:lnTo>
                  <a:lnTo>
                    <a:pt x="145690" y="6384"/>
                  </a:lnTo>
                  <a:cubicBezTo>
                    <a:pt x="145690" y="2554"/>
                    <a:pt x="143135" y="0"/>
                    <a:pt x="139301" y="0"/>
                  </a:cubicBezTo>
                  <a:lnTo>
                    <a:pt x="6390" y="0"/>
                  </a:lnTo>
                  <a:cubicBezTo>
                    <a:pt x="2556" y="0"/>
                    <a:pt x="0" y="2554"/>
                    <a:pt x="0" y="6384"/>
                  </a:cubicBezTo>
                  <a:lnTo>
                    <a:pt x="0" y="139171"/>
                  </a:lnTo>
                  <a:cubicBezTo>
                    <a:pt x="0" y="143001"/>
                    <a:pt x="2556" y="145555"/>
                    <a:pt x="6390" y="145555"/>
                  </a:cubicBezTo>
                  <a:lnTo>
                    <a:pt x="45369" y="145555"/>
                  </a:lnTo>
                  <a:lnTo>
                    <a:pt x="45369" y="182582"/>
                  </a:lnTo>
                  <a:cubicBezTo>
                    <a:pt x="45369" y="186412"/>
                    <a:pt x="47925" y="188966"/>
                    <a:pt x="51759" y="188966"/>
                  </a:cubicBezTo>
                  <a:lnTo>
                    <a:pt x="184669" y="188966"/>
                  </a:lnTo>
                  <a:cubicBezTo>
                    <a:pt x="188503" y="188966"/>
                    <a:pt x="191059" y="186412"/>
                    <a:pt x="191059" y="182582"/>
                  </a:cubicBezTo>
                  <a:lnTo>
                    <a:pt x="191059" y="49795"/>
                  </a:lnTo>
                  <a:cubicBezTo>
                    <a:pt x="191059" y="46603"/>
                    <a:pt x="188503" y="43411"/>
                    <a:pt x="184669" y="43411"/>
                  </a:cubicBezTo>
                  <a:close/>
                  <a:moveTo>
                    <a:pt x="13419" y="132787"/>
                  </a:moveTo>
                  <a:lnTo>
                    <a:pt x="13419" y="12768"/>
                  </a:lnTo>
                  <a:lnTo>
                    <a:pt x="133550" y="12768"/>
                  </a:lnTo>
                  <a:lnTo>
                    <a:pt x="133550" y="43411"/>
                  </a:lnTo>
                  <a:lnTo>
                    <a:pt x="52398" y="43411"/>
                  </a:lnTo>
                  <a:lnTo>
                    <a:pt x="46008" y="43411"/>
                  </a:lnTo>
                  <a:lnTo>
                    <a:pt x="46008" y="49795"/>
                  </a:lnTo>
                  <a:lnTo>
                    <a:pt x="46008" y="132787"/>
                  </a:lnTo>
                  <a:lnTo>
                    <a:pt x="13419" y="132787"/>
                  </a:lnTo>
                  <a:close/>
                  <a:moveTo>
                    <a:pt x="133550" y="56179"/>
                  </a:moveTo>
                  <a:lnTo>
                    <a:pt x="133550" y="132787"/>
                  </a:lnTo>
                  <a:lnTo>
                    <a:pt x="58788" y="132787"/>
                  </a:lnTo>
                  <a:lnTo>
                    <a:pt x="58788" y="56179"/>
                  </a:lnTo>
                  <a:lnTo>
                    <a:pt x="133550" y="56179"/>
                  </a:lnTo>
                  <a:close/>
                  <a:moveTo>
                    <a:pt x="178279" y="176198"/>
                  </a:moveTo>
                  <a:lnTo>
                    <a:pt x="58149" y="176198"/>
                  </a:lnTo>
                  <a:lnTo>
                    <a:pt x="58149" y="145555"/>
                  </a:lnTo>
                  <a:lnTo>
                    <a:pt x="139301" y="145555"/>
                  </a:lnTo>
                  <a:lnTo>
                    <a:pt x="145690" y="145555"/>
                  </a:lnTo>
                  <a:lnTo>
                    <a:pt x="145690" y="139171"/>
                  </a:lnTo>
                  <a:lnTo>
                    <a:pt x="145690" y="56179"/>
                  </a:lnTo>
                  <a:lnTo>
                    <a:pt x="178279" y="56179"/>
                  </a:lnTo>
                  <a:lnTo>
                    <a:pt x="178279" y="176198"/>
                  </a:lnTo>
                  <a:close/>
                </a:path>
              </a:pathLst>
            </a:custGeom>
            <a:solidFill>
              <a:srgbClr val="00ABAB"/>
            </a:solidFill>
            <a:ln w="6390" cap="flat">
              <a:noFill/>
              <a:prstDash val="solid"/>
              <a:miter/>
            </a:ln>
          </p:spPr>
          <p:txBody>
            <a:bodyPr rtlCol="0" anchor="ctr"/>
            <a:lstStyle/>
            <a:p>
              <a:endParaRPr lang="en-US"/>
            </a:p>
          </p:txBody>
        </p:sp>
      </p:grpSp>
      <p:grpSp>
        <p:nvGrpSpPr>
          <p:cNvPr id="956" name="Graphic 4">
            <a:extLst>
              <a:ext uri="{FF2B5EF4-FFF2-40B4-BE49-F238E27FC236}">
                <a16:creationId xmlns:a16="http://schemas.microsoft.com/office/drawing/2014/main" id="{4B7524C4-45F0-214E-8F65-5D6D3AB00269}"/>
              </a:ext>
            </a:extLst>
          </p:cNvPr>
          <p:cNvGrpSpPr/>
          <p:nvPr/>
        </p:nvGrpSpPr>
        <p:grpSpPr>
          <a:xfrm>
            <a:off x="4661459" y="3339623"/>
            <a:ext cx="361674" cy="361333"/>
            <a:chOff x="4661459" y="3339623"/>
            <a:chExt cx="361674" cy="361333"/>
          </a:xfrm>
          <a:solidFill>
            <a:srgbClr val="00ABAB"/>
          </a:solidFill>
        </p:grpSpPr>
        <p:sp>
          <p:nvSpPr>
            <p:cNvPr id="957" name="Graphic 4">
              <a:extLst>
                <a:ext uri="{FF2B5EF4-FFF2-40B4-BE49-F238E27FC236}">
                  <a16:creationId xmlns:a16="http://schemas.microsoft.com/office/drawing/2014/main" id="{DE7E1D38-35D6-B045-AAD5-2AD6835AA854}"/>
                </a:ext>
              </a:extLst>
            </p:cNvPr>
            <p:cNvSpPr/>
            <p:nvPr/>
          </p:nvSpPr>
          <p:spPr>
            <a:xfrm>
              <a:off x="4661459" y="333962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6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1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3489" y="349204"/>
                    <a:pt x="180835" y="349204"/>
                  </a:cubicBezTo>
                  <a:close/>
                </a:path>
              </a:pathLst>
            </a:custGeom>
            <a:solidFill>
              <a:srgbClr val="00ABAB"/>
            </a:solidFill>
            <a:ln w="6390" cap="flat">
              <a:noFill/>
              <a:prstDash val="solid"/>
              <a:miter/>
            </a:ln>
          </p:spPr>
          <p:txBody>
            <a:bodyPr rtlCol="0" anchor="ctr"/>
            <a:lstStyle/>
            <a:p>
              <a:endParaRPr lang="en-US"/>
            </a:p>
          </p:txBody>
        </p:sp>
        <p:sp>
          <p:nvSpPr>
            <p:cNvPr id="958" name="Graphic 4">
              <a:extLst>
                <a:ext uri="{FF2B5EF4-FFF2-40B4-BE49-F238E27FC236}">
                  <a16:creationId xmlns:a16="http://schemas.microsoft.com/office/drawing/2014/main" id="{E7EC43E8-583F-0843-BB79-8A62E479F6F6}"/>
                </a:ext>
              </a:extLst>
            </p:cNvPr>
            <p:cNvSpPr/>
            <p:nvPr/>
          </p:nvSpPr>
          <p:spPr>
            <a:xfrm>
              <a:off x="4746445" y="3426445"/>
              <a:ext cx="191059" cy="188966"/>
            </a:xfrm>
            <a:custGeom>
              <a:avLst/>
              <a:gdLst>
                <a:gd name="connsiteX0" fmla="*/ 184669 w 191059"/>
                <a:gd name="connsiteY0" fmla="*/ 43411 h 188966"/>
                <a:gd name="connsiteX1" fmla="*/ 145690 w 191059"/>
                <a:gd name="connsiteY1" fmla="*/ 43411 h 188966"/>
                <a:gd name="connsiteX2" fmla="*/ 145690 w 191059"/>
                <a:gd name="connsiteY2" fmla="*/ 6384 h 188966"/>
                <a:gd name="connsiteX3" fmla="*/ 139301 w 191059"/>
                <a:gd name="connsiteY3" fmla="*/ 0 h 188966"/>
                <a:gd name="connsiteX4" fmla="*/ 6390 w 191059"/>
                <a:gd name="connsiteY4" fmla="*/ 0 h 188966"/>
                <a:gd name="connsiteX5" fmla="*/ 0 w 191059"/>
                <a:gd name="connsiteY5" fmla="*/ 6384 h 188966"/>
                <a:gd name="connsiteX6" fmla="*/ 0 w 191059"/>
                <a:gd name="connsiteY6" fmla="*/ 139171 h 188966"/>
                <a:gd name="connsiteX7" fmla="*/ 6390 w 191059"/>
                <a:gd name="connsiteY7" fmla="*/ 145555 h 188966"/>
                <a:gd name="connsiteX8" fmla="*/ 45369 w 191059"/>
                <a:gd name="connsiteY8" fmla="*/ 145555 h 188966"/>
                <a:gd name="connsiteX9" fmla="*/ 45369 w 191059"/>
                <a:gd name="connsiteY9" fmla="*/ 182582 h 188966"/>
                <a:gd name="connsiteX10" fmla="*/ 51759 w 191059"/>
                <a:gd name="connsiteY10" fmla="*/ 188966 h 188966"/>
                <a:gd name="connsiteX11" fmla="*/ 184669 w 191059"/>
                <a:gd name="connsiteY11" fmla="*/ 188966 h 188966"/>
                <a:gd name="connsiteX12" fmla="*/ 191059 w 191059"/>
                <a:gd name="connsiteY12" fmla="*/ 182582 h 188966"/>
                <a:gd name="connsiteX13" fmla="*/ 191059 w 191059"/>
                <a:gd name="connsiteY13" fmla="*/ 49795 h 188966"/>
                <a:gd name="connsiteX14" fmla="*/ 184669 w 191059"/>
                <a:gd name="connsiteY14" fmla="*/ 43411 h 188966"/>
                <a:gd name="connsiteX15" fmla="*/ 58149 w 191059"/>
                <a:gd name="connsiteY15" fmla="*/ 98313 h 188966"/>
                <a:gd name="connsiteX16" fmla="*/ 100961 w 191059"/>
                <a:gd name="connsiteY16" fmla="*/ 56179 h 188966"/>
                <a:gd name="connsiteX17" fmla="*/ 123965 w 191059"/>
                <a:gd name="connsiteY17" fmla="*/ 56179 h 188966"/>
                <a:gd name="connsiteX18" fmla="*/ 57509 w 191059"/>
                <a:gd name="connsiteY18" fmla="*/ 123211 h 188966"/>
                <a:gd name="connsiteX19" fmla="*/ 57509 w 191059"/>
                <a:gd name="connsiteY19" fmla="*/ 98313 h 188966"/>
                <a:gd name="connsiteX20" fmla="*/ 58149 w 191059"/>
                <a:gd name="connsiteY20" fmla="*/ 80438 h 188966"/>
                <a:gd name="connsiteX21" fmla="*/ 58149 w 191059"/>
                <a:gd name="connsiteY21" fmla="*/ 56179 h 188966"/>
                <a:gd name="connsiteX22" fmla="*/ 83069 w 191059"/>
                <a:gd name="connsiteY22" fmla="*/ 56179 h 188966"/>
                <a:gd name="connsiteX23" fmla="*/ 58149 w 191059"/>
                <a:gd name="connsiteY23" fmla="*/ 80438 h 188966"/>
                <a:gd name="connsiteX24" fmla="*/ 133550 w 191059"/>
                <a:gd name="connsiteY24" fmla="*/ 65755 h 188966"/>
                <a:gd name="connsiteX25" fmla="*/ 133550 w 191059"/>
                <a:gd name="connsiteY25" fmla="*/ 89376 h 188966"/>
                <a:gd name="connsiteX26" fmla="*/ 90098 w 191059"/>
                <a:gd name="connsiteY26" fmla="*/ 132787 h 188966"/>
                <a:gd name="connsiteX27" fmla="*/ 67094 w 191059"/>
                <a:gd name="connsiteY27" fmla="*/ 132787 h 188966"/>
                <a:gd name="connsiteX28" fmla="*/ 133550 w 191059"/>
                <a:gd name="connsiteY28" fmla="*/ 65755 h 188966"/>
                <a:gd name="connsiteX29" fmla="*/ 133550 w 191059"/>
                <a:gd name="connsiteY29" fmla="*/ 107251 h 188966"/>
                <a:gd name="connsiteX30" fmla="*/ 133550 w 191059"/>
                <a:gd name="connsiteY30" fmla="*/ 132787 h 188966"/>
                <a:gd name="connsiteX31" fmla="*/ 107990 w 191059"/>
                <a:gd name="connsiteY31" fmla="*/ 132787 h 188966"/>
                <a:gd name="connsiteX32" fmla="*/ 133550 w 191059"/>
                <a:gd name="connsiteY32" fmla="*/ 107251 h 188966"/>
                <a:gd name="connsiteX33" fmla="*/ 13419 w 191059"/>
                <a:gd name="connsiteY33" fmla="*/ 132787 h 188966"/>
                <a:gd name="connsiteX34" fmla="*/ 13419 w 191059"/>
                <a:gd name="connsiteY34" fmla="*/ 12768 h 188966"/>
                <a:gd name="connsiteX35" fmla="*/ 133550 w 191059"/>
                <a:gd name="connsiteY35" fmla="*/ 12768 h 188966"/>
                <a:gd name="connsiteX36" fmla="*/ 133550 w 191059"/>
                <a:gd name="connsiteY36" fmla="*/ 43411 h 188966"/>
                <a:gd name="connsiteX37" fmla="*/ 52398 w 191059"/>
                <a:gd name="connsiteY37" fmla="*/ 43411 h 188966"/>
                <a:gd name="connsiteX38" fmla="*/ 46008 w 191059"/>
                <a:gd name="connsiteY38" fmla="*/ 49795 h 188966"/>
                <a:gd name="connsiteX39" fmla="*/ 46008 w 191059"/>
                <a:gd name="connsiteY39" fmla="*/ 132787 h 188966"/>
                <a:gd name="connsiteX40" fmla="*/ 13419 w 191059"/>
                <a:gd name="connsiteY40" fmla="*/ 132787 h 188966"/>
                <a:gd name="connsiteX41" fmla="*/ 178279 w 191059"/>
                <a:gd name="connsiteY41" fmla="*/ 176198 h 188966"/>
                <a:gd name="connsiteX42" fmla="*/ 58149 w 191059"/>
                <a:gd name="connsiteY42" fmla="*/ 176198 h 188966"/>
                <a:gd name="connsiteX43" fmla="*/ 58149 w 191059"/>
                <a:gd name="connsiteY43" fmla="*/ 145555 h 188966"/>
                <a:gd name="connsiteX44" fmla="*/ 139301 w 191059"/>
                <a:gd name="connsiteY44" fmla="*/ 145555 h 188966"/>
                <a:gd name="connsiteX45" fmla="*/ 145690 w 191059"/>
                <a:gd name="connsiteY45" fmla="*/ 139171 h 188966"/>
                <a:gd name="connsiteX46" fmla="*/ 145690 w 191059"/>
                <a:gd name="connsiteY46" fmla="*/ 56179 h 188966"/>
                <a:gd name="connsiteX47" fmla="*/ 178279 w 191059"/>
                <a:gd name="connsiteY47" fmla="*/ 56179 h 188966"/>
                <a:gd name="connsiteX48" fmla="*/ 178279 w 191059"/>
                <a:gd name="connsiteY48" fmla="*/ 176198 h 188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91059" h="188966">
                  <a:moveTo>
                    <a:pt x="184669" y="43411"/>
                  </a:moveTo>
                  <a:lnTo>
                    <a:pt x="145690" y="43411"/>
                  </a:lnTo>
                  <a:lnTo>
                    <a:pt x="145690" y="6384"/>
                  </a:lnTo>
                  <a:cubicBezTo>
                    <a:pt x="145690" y="2554"/>
                    <a:pt x="143135" y="0"/>
                    <a:pt x="139301" y="0"/>
                  </a:cubicBezTo>
                  <a:lnTo>
                    <a:pt x="6390" y="0"/>
                  </a:lnTo>
                  <a:cubicBezTo>
                    <a:pt x="2556" y="0"/>
                    <a:pt x="0" y="2554"/>
                    <a:pt x="0" y="6384"/>
                  </a:cubicBezTo>
                  <a:lnTo>
                    <a:pt x="0" y="139171"/>
                  </a:lnTo>
                  <a:cubicBezTo>
                    <a:pt x="0" y="143001"/>
                    <a:pt x="2556" y="145555"/>
                    <a:pt x="6390" y="145555"/>
                  </a:cubicBezTo>
                  <a:lnTo>
                    <a:pt x="45369" y="145555"/>
                  </a:lnTo>
                  <a:lnTo>
                    <a:pt x="45369" y="182582"/>
                  </a:lnTo>
                  <a:cubicBezTo>
                    <a:pt x="45369" y="186412"/>
                    <a:pt x="47925" y="188966"/>
                    <a:pt x="51759" y="188966"/>
                  </a:cubicBezTo>
                  <a:lnTo>
                    <a:pt x="184669" y="188966"/>
                  </a:lnTo>
                  <a:cubicBezTo>
                    <a:pt x="188503" y="188966"/>
                    <a:pt x="191059" y="186412"/>
                    <a:pt x="191059" y="182582"/>
                  </a:cubicBezTo>
                  <a:lnTo>
                    <a:pt x="191059" y="49795"/>
                  </a:lnTo>
                  <a:cubicBezTo>
                    <a:pt x="191059" y="45965"/>
                    <a:pt x="188503" y="43411"/>
                    <a:pt x="184669" y="43411"/>
                  </a:cubicBezTo>
                  <a:close/>
                  <a:moveTo>
                    <a:pt x="58149" y="98313"/>
                  </a:moveTo>
                  <a:lnTo>
                    <a:pt x="100961" y="56179"/>
                  </a:lnTo>
                  <a:lnTo>
                    <a:pt x="123965" y="56179"/>
                  </a:lnTo>
                  <a:lnTo>
                    <a:pt x="57509" y="123211"/>
                  </a:lnTo>
                  <a:lnTo>
                    <a:pt x="57509" y="98313"/>
                  </a:lnTo>
                  <a:close/>
                  <a:moveTo>
                    <a:pt x="58149" y="80438"/>
                  </a:moveTo>
                  <a:lnTo>
                    <a:pt x="58149" y="56179"/>
                  </a:lnTo>
                  <a:lnTo>
                    <a:pt x="83069" y="56179"/>
                  </a:lnTo>
                  <a:lnTo>
                    <a:pt x="58149" y="80438"/>
                  </a:lnTo>
                  <a:close/>
                  <a:moveTo>
                    <a:pt x="133550" y="65755"/>
                  </a:moveTo>
                  <a:lnTo>
                    <a:pt x="133550" y="89376"/>
                  </a:lnTo>
                  <a:lnTo>
                    <a:pt x="90098" y="132787"/>
                  </a:lnTo>
                  <a:lnTo>
                    <a:pt x="67094" y="132787"/>
                  </a:lnTo>
                  <a:lnTo>
                    <a:pt x="133550" y="65755"/>
                  </a:lnTo>
                  <a:close/>
                  <a:moveTo>
                    <a:pt x="133550" y="107251"/>
                  </a:moveTo>
                  <a:lnTo>
                    <a:pt x="133550" y="132787"/>
                  </a:lnTo>
                  <a:lnTo>
                    <a:pt x="107990" y="132787"/>
                  </a:lnTo>
                  <a:lnTo>
                    <a:pt x="133550" y="107251"/>
                  </a:lnTo>
                  <a:close/>
                  <a:moveTo>
                    <a:pt x="13419" y="132787"/>
                  </a:moveTo>
                  <a:lnTo>
                    <a:pt x="13419" y="12768"/>
                  </a:lnTo>
                  <a:lnTo>
                    <a:pt x="133550" y="12768"/>
                  </a:lnTo>
                  <a:lnTo>
                    <a:pt x="133550" y="43411"/>
                  </a:lnTo>
                  <a:lnTo>
                    <a:pt x="52398" y="43411"/>
                  </a:lnTo>
                  <a:cubicBezTo>
                    <a:pt x="48564" y="43411"/>
                    <a:pt x="46008" y="45965"/>
                    <a:pt x="46008" y="49795"/>
                  </a:cubicBezTo>
                  <a:lnTo>
                    <a:pt x="46008" y="132787"/>
                  </a:lnTo>
                  <a:lnTo>
                    <a:pt x="13419" y="132787"/>
                  </a:lnTo>
                  <a:close/>
                  <a:moveTo>
                    <a:pt x="178279" y="176198"/>
                  </a:moveTo>
                  <a:lnTo>
                    <a:pt x="58149" y="176198"/>
                  </a:lnTo>
                  <a:lnTo>
                    <a:pt x="58149" y="145555"/>
                  </a:lnTo>
                  <a:lnTo>
                    <a:pt x="139301" y="145555"/>
                  </a:lnTo>
                  <a:cubicBezTo>
                    <a:pt x="143135" y="145555"/>
                    <a:pt x="145690" y="143001"/>
                    <a:pt x="145690" y="139171"/>
                  </a:cubicBezTo>
                  <a:lnTo>
                    <a:pt x="145690" y="56179"/>
                  </a:lnTo>
                  <a:lnTo>
                    <a:pt x="178279" y="56179"/>
                  </a:lnTo>
                  <a:lnTo>
                    <a:pt x="178279" y="176198"/>
                  </a:lnTo>
                  <a:close/>
                </a:path>
              </a:pathLst>
            </a:custGeom>
            <a:solidFill>
              <a:srgbClr val="00ABAB"/>
            </a:solidFill>
            <a:ln w="6390" cap="flat">
              <a:noFill/>
              <a:prstDash val="solid"/>
              <a:miter/>
            </a:ln>
          </p:spPr>
          <p:txBody>
            <a:bodyPr rtlCol="0" anchor="ctr"/>
            <a:lstStyle/>
            <a:p>
              <a:endParaRPr lang="en-US"/>
            </a:p>
          </p:txBody>
        </p:sp>
      </p:grpSp>
      <p:grpSp>
        <p:nvGrpSpPr>
          <p:cNvPr id="959" name="Graphic 4">
            <a:extLst>
              <a:ext uri="{FF2B5EF4-FFF2-40B4-BE49-F238E27FC236}">
                <a16:creationId xmlns:a16="http://schemas.microsoft.com/office/drawing/2014/main" id="{B79FC4A7-6CCB-A04C-9DEE-CAE08FF696B7}"/>
              </a:ext>
            </a:extLst>
          </p:cNvPr>
          <p:cNvGrpSpPr/>
          <p:nvPr/>
        </p:nvGrpSpPr>
        <p:grpSpPr>
          <a:xfrm>
            <a:off x="5099808" y="3339623"/>
            <a:ext cx="361670" cy="361333"/>
            <a:chOff x="5099808" y="3339623"/>
            <a:chExt cx="361670" cy="361333"/>
          </a:xfrm>
          <a:solidFill>
            <a:srgbClr val="00ABAB"/>
          </a:solidFill>
        </p:grpSpPr>
        <p:sp>
          <p:nvSpPr>
            <p:cNvPr id="960" name="Graphic 4">
              <a:extLst>
                <a:ext uri="{FF2B5EF4-FFF2-40B4-BE49-F238E27FC236}">
                  <a16:creationId xmlns:a16="http://schemas.microsoft.com/office/drawing/2014/main" id="{8607162E-FB14-D141-8D52-26847AED1B0D}"/>
                </a:ext>
              </a:extLst>
            </p:cNvPr>
            <p:cNvSpPr/>
            <p:nvPr/>
          </p:nvSpPr>
          <p:spPr>
            <a:xfrm>
              <a:off x="5292784" y="3533696"/>
              <a:ext cx="24920" cy="25535"/>
            </a:xfrm>
            <a:custGeom>
              <a:avLst/>
              <a:gdLst>
                <a:gd name="connsiteX0" fmla="*/ 24921 w 24920"/>
                <a:gd name="connsiteY0" fmla="*/ 0 h 25535"/>
                <a:gd name="connsiteX1" fmla="*/ 0 w 24920"/>
                <a:gd name="connsiteY1" fmla="*/ 25536 h 25535"/>
                <a:gd name="connsiteX2" fmla="*/ 24921 w 24920"/>
                <a:gd name="connsiteY2" fmla="*/ 25536 h 25535"/>
              </a:gdLst>
              <a:ahLst/>
              <a:cxnLst>
                <a:cxn ang="0">
                  <a:pos x="connsiteX0" y="connsiteY0"/>
                </a:cxn>
                <a:cxn ang="0">
                  <a:pos x="connsiteX1" y="connsiteY1"/>
                </a:cxn>
                <a:cxn ang="0">
                  <a:pos x="connsiteX2" y="connsiteY2"/>
                </a:cxn>
              </a:cxnLst>
              <a:rect l="l" t="t" r="r" b="b"/>
              <a:pathLst>
                <a:path w="24920" h="25535">
                  <a:moveTo>
                    <a:pt x="24921" y="0"/>
                  </a:moveTo>
                  <a:lnTo>
                    <a:pt x="0" y="25536"/>
                  </a:lnTo>
                  <a:lnTo>
                    <a:pt x="24921" y="25536"/>
                  </a:lnTo>
                  <a:close/>
                </a:path>
              </a:pathLst>
            </a:custGeom>
            <a:solidFill>
              <a:srgbClr val="00ABAB"/>
            </a:solidFill>
            <a:ln w="6390" cap="flat">
              <a:noFill/>
              <a:prstDash val="solid"/>
              <a:miter/>
            </a:ln>
          </p:spPr>
          <p:txBody>
            <a:bodyPr rtlCol="0" anchor="ctr"/>
            <a:lstStyle/>
            <a:p>
              <a:endParaRPr lang="en-US"/>
            </a:p>
          </p:txBody>
        </p:sp>
        <p:sp>
          <p:nvSpPr>
            <p:cNvPr id="961" name="Graphic 4">
              <a:extLst>
                <a:ext uri="{FF2B5EF4-FFF2-40B4-BE49-F238E27FC236}">
                  <a16:creationId xmlns:a16="http://schemas.microsoft.com/office/drawing/2014/main" id="{EEBB9226-C4C6-4F48-B20A-A6E0ABFF3050}"/>
                </a:ext>
              </a:extLst>
            </p:cNvPr>
            <p:cNvSpPr/>
            <p:nvPr/>
          </p:nvSpPr>
          <p:spPr>
            <a:xfrm>
              <a:off x="5242943" y="3482625"/>
              <a:ext cx="24920" cy="24259"/>
            </a:xfrm>
            <a:custGeom>
              <a:avLst/>
              <a:gdLst>
                <a:gd name="connsiteX0" fmla="*/ 0 w 24920"/>
                <a:gd name="connsiteY0" fmla="*/ 24259 h 24259"/>
                <a:gd name="connsiteX1" fmla="*/ 24921 w 24920"/>
                <a:gd name="connsiteY1" fmla="*/ 0 h 24259"/>
                <a:gd name="connsiteX2" fmla="*/ 0 w 24920"/>
                <a:gd name="connsiteY2" fmla="*/ 0 h 24259"/>
              </a:gdLst>
              <a:ahLst/>
              <a:cxnLst>
                <a:cxn ang="0">
                  <a:pos x="connsiteX0" y="connsiteY0"/>
                </a:cxn>
                <a:cxn ang="0">
                  <a:pos x="connsiteX1" y="connsiteY1"/>
                </a:cxn>
                <a:cxn ang="0">
                  <a:pos x="connsiteX2" y="connsiteY2"/>
                </a:cxn>
              </a:cxnLst>
              <a:rect l="l" t="t" r="r" b="b"/>
              <a:pathLst>
                <a:path w="24920" h="24259">
                  <a:moveTo>
                    <a:pt x="0" y="24259"/>
                  </a:moveTo>
                  <a:lnTo>
                    <a:pt x="24921" y="0"/>
                  </a:lnTo>
                  <a:lnTo>
                    <a:pt x="0" y="0"/>
                  </a:lnTo>
                  <a:close/>
                </a:path>
              </a:pathLst>
            </a:custGeom>
            <a:solidFill>
              <a:srgbClr val="00ABAB"/>
            </a:solidFill>
            <a:ln w="6390" cap="flat">
              <a:noFill/>
              <a:prstDash val="solid"/>
              <a:miter/>
            </a:ln>
          </p:spPr>
          <p:txBody>
            <a:bodyPr rtlCol="0" anchor="ctr"/>
            <a:lstStyle/>
            <a:p>
              <a:endParaRPr lang="en-US"/>
            </a:p>
          </p:txBody>
        </p:sp>
        <p:sp>
          <p:nvSpPr>
            <p:cNvPr id="962" name="Graphic 4">
              <a:extLst>
                <a:ext uri="{FF2B5EF4-FFF2-40B4-BE49-F238E27FC236}">
                  <a16:creationId xmlns:a16="http://schemas.microsoft.com/office/drawing/2014/main" id="{FBC4B4BD-A770-6949-BF8C-9F176F1C6A93}"/>
                </a:ext>
              </a:extLst>
            </p:cNvPr>
            <p:cNvSpPr/>
            <p:nvPr/>
          </p:nvSpPr>
          <p:spPr>
            <a:xfrm>
              <a:off x="5242943" y="3482625"/>
              <a:ext cx="66455" cy="67031"/>
            </a:xfrm>
            <a:custGeom>
              <a:avLst/>
              <a:gdLst>
                <a:gd name="connsiteX0" fmla="*/ 42813 w 66455"/>
                <a:gd name="connsiteY0" fmla="*/ 0 h 67031"/>
                <a:gd name="connsiteX1" fmla="*/ 0 w 66455"/>
                <a:gd name="connsiteY1" fmla="*/ 42134 h 67031"/>
                <a:gd name="connsiteX2" fmla="*/ 0 w 66455"/>
                <a:gd name="connsiteY2" fmla="*/ 67032 h 67031"/>
                <a:gd name="connsiteX3" fmla="*/ 66456 w 66455"/>
                <a:gd name="connsiteY3" fmla="*/ 0 h 67031"/>
              </a:gdLst>
              <a:ahLst/>
              <a:cxnLst>
                <a:cxn ang="0">
                  <a:pos x="connsiteX0" y="connsiteY0"/>
                </a:cxn>
                <a:cxn ang="0">
                  <a:pos x="connsiteX1" y="connsiteY1"/>
                </a:cxn>
                <a:cxn ang="0">
                  <a:pos x="connsiteX2" y="connsiteY2"/>
                </a:cxn>
                <a:cxn ang="0">
                  <a:pos x="connsiteX3" y="connsiteY3"/>
                </a:cxn>
              </a:cxnLst>
              <a:rect l="l" t="t" r="r" b="b"/>
              <a:pathLst>
                <a:path w="66455" h="67031">
                  <a:moveTo>
                    <a:pt x="42813" y="0"/>
                  </a:moveTo>
                  <a:lnTo>
                    <a:pt x="0" y="42134"/>
                  </a:lnTo>
                  <a:lnTo>
                    <a:pt x="0" y="67032"/>
                  </a:lnTo>
                  <a:lnTo>
                    <a:pt x="66456" y="0"/>
                  </a:lnTo>
                  <a:close/>
                </a:path>
              </a:pathLst>
            </a:custGeom>
            <a:solidFill>
              <a:srgbClr val="00ABAB"/>
            </a:solidFill>
            <a:ln w="6390" cap="flat">
              <a:noFill/>
              <a:prstDash val="solid"/>
              <a:miter/>
            </a:ln>
          </p:spPr>
          <p:txBody>
            <a:bodyPr rtlCol="0" anchor="ctr"/>
            <a:lstStyle/>
            <a:p>
              <a:endParaRPr lang="en-US"/>
            </a:p>
          </p:txBody>
        </p:sp>
        <p:sp>
          <p:nvSpPr>
            <p:cNvPr id="963" name="Graphic 4">
              <a:extLst>
                <a:ext uri="{FF2B5EF4-FFF2-40B4-BE49-F238E27FC236}">
                  <a16:creationId xmlns:a16="http://schemas.microsoft.com/office/drawing/2014/main" id="{2EFA2FA5-C3B2-5F4E-AE23-06BFC8502975}"/>
                </a:ext>
              </a:extLst>
            </p:cNvPr>
            <p:cNvSpPr/>
            <p:nvPr/>
          </p:nvSpPr>
          <p:spPr>
            <a:xfrm>
              <a:off x="5251250" y="3492201"/>
              <a:ext cx="66455" cy="67031"/>
            </a:xfrm>
            <a:custGeom>
              <a:avLst/>
              <a:gdLst>
                <a:gd name="connsiteX0" fmla="*/ 66456 w 66455"/>
                <a:gd name="connsiteY0" fmla="*/ 23620 h 67031"/>
                <a:gd name="connsiteX1" fmla="*/ 66456 w 66455"/>
                <a:gd name="connsiteY1" fmla="*/ 0 h 67031"/>
                <a:gd name="connsiteX2" fmla="*/ 0 w 66455"/>
                <a:gd name="connsiteY2" fmla="*/ 67032 h 67031"/>
                <a:gd name="connsiteX3" fmla="*/ 23004 w 66455"/>
                <a:gd name="connsiteY3" fmla="*/ 67032 h 67031"/>
              </a:gdLst>
              <a:ahLst/>
              <a:cxnLst>
                <a:cxn ang="0">
                  <a:pos x="connsiteX0" y="connsiteY0"/>
                </a:cxn>
                <a:cxn ang="0">
                  <a:pos x="connsiteX1" y="connsiteY1"/>
                </a:cxn>
                <a:cxn ang="0">
                  <a:pos x="connsiteX2" y="connsiteY2"/>
                </a:cxn>
                <a:cxn ang="0">
                  <a:pos x="connsiteX3" y="connsiteY3"/>
                </a:cxn>
              </a:cxnLst>
              <a:rect l="l" t="t" r="r" b="b"/>
              <a:pathLst>
                <a:path w="66455" h="67031">
                  <a:moveTo>
                    <a:pt x="66456" y="23620"/>
                  </a:moveTo>
                  <a:lnTo>
                    <a:pt x="66456" y="0"/>
                  </a:lnTo>
                  <a:lnTo>
                    <a:pt x="0" y="67032"/>
                  </a:lnTo>
                  <a:lnTo>
                    <a:pt x="23004" y="67032"/>
                  </a:lnTo>
                  <a:close/>
                </a:path>
              </a:pathLst>
            </a:custGeom>
            <a:solidFill>
              <a:srgbClr val="00ABAB"/>
            </a:solidFill>
            <a:ln w="6390" cap="flat">
              <a:noFill/>
              <a:prstDash val="solid"/>
              <a:miter/>
            </a:ln>
          </p:spPr>
          <p:txBody>
            <a:bodyPr rtlCol="0" anchor="ctr"/>
            <a:lstStyle/>
            <a:p>
              <a:endParaRPr lang="en-US"/>
            </a:p>
          </p:txBody>
        </p:sp>
        <p:sp>
          <p:nvSpPr>
            <p:cNvPr id="964" name="Graphic 4">
              <a:extLst>
                <a:ext uri="{FF2B5EF4-FFF2-40B4-BE49-F238E27FC236}">
                  <a16:creationId xmlns:a16="http://schemas.microsoft.com/office/drawing/2014/main" id="{8C62133F-D188-D346-A5F3-629596BA479E}"/>
                </a:ext>
              </a:extLst>
            </p:cNvPr>
            <p:cNvSpPr/>
            <p:nvPr/>
          </p:nvSpPr>
          <p:spPr>
            <a:xfrm>
              <a:off x="5099808" y="333962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276045 w 361670"/>
                <a:gd name="connsiteY5" fmla="*/ 269404 h 361333"/>
                <a:gd name="connsiteX6" fmla="*/ 269655 w 361670"/>
                <a:gd name="connsiteY6" fmla="*/ 275788 h 361333"/>
                <a:gd name="connsiteX7" fmla="*/ 136745 w 361670"/>
                <a:gd name="connsiteY7" fmla="*/ 275788 h 361333"/>
                <a:gd name="connsiteX8" fmla="*/ 130355 w 361670"/>
                <a:gd name="connsiteY8" fmla="*/ 269404 h 361333"/>
                <a:gd name="connsiteX9" fmla="*/ 130355 w 361670"/>
                <a:gd name="connsiteY9" fmla="*/ 232377 h 361333"/>
                <a:gd name="connsiteX10" fmla="*/ 91376 w 361670"/>
                <a:gd name="connsiteY10" fmla="*/ 232377 h 361333"/>
                <a:gd name="connsiteX11" fmla="*/ 84986 w 361670"/>
                <a:gd name="connsiteY11" fmla="*/ 225993 h 361333"/>
                <a:gd name="connsiteX12" fmla="*/ 84986 w 361670"/>
                <a:gd name="connsiteY12" fmla="*/ 93206 h 361333"/>
                <a:gd name="connsiteX13" fmla="*/ 91376 w 361670"/>
                <a:gd name="connsiteY13" fmla="*/ 86822 h 361333"/>
                <a:gd name="connsiteX14" fmla="*/ 224287 w 361670"/>
                <a:gd name="connsiteY14" fmla="*/ 86822 h 361333"/>
                <a:gd name="connsiteX15" fmla="*/ 230677 w 361670"/>
                <a:gd name="connsiteY15" fmla="*/ 93206 h 361333"/>
                <a:gd name="connsiteX16" fmla="*/ 230677 w 361670"/>
                <a:gd name="connsiteY16" fmla="*/ 130233 h 361333"/>
                <a:gd name="connsiteX17" fmla="*/ 269655 w 361670"/>
                <a:gd name="connsiteY17" fmla="*/ 130233 h 361333"/>
                <a:gd name="connsiteX18" fmla="*/ 276045 w 361670"/>
                <a:gd name="connsiteY18" fmla="*/ 136617 h 361333"/>
                <a:gd name="connsiteX19" fmla="*/ 276045 w 361670"/>
                <a:gd name="connsiteY19" fmla="*/ 2694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670" h="361333">
                  <a:moveTo>
                    <a:pt x="180836" y="0"/>
                  </a:moveTo>
                  <a:cubicBezTo>
                    <a:pt x="80513" y="0"/>
                    <a:pt x="0" y="81077"/>
                    <a:pt x="0" y="180667"/>
                  </a:cubicBezTo>
                  <a:cubicBezTo>
                    <a:pt x="0" y="280895"/>
                    <a:pt x="81152" y="361333"/>
                    <a:pt x="180836" y="361333"/>
                  </a:cubicBezTo>
                  <a:cubicBezTo>
                    <a:pt x="281157" y="361333"/>
                    <a:pt x="361671" y="280257"/>
                    <a:pt x="361671" y="180667"/>
                  </a:cubicBezTo>
                  <a:cubicBezTo>
                    <a:pt x="361671" y="81077"/>
                    <a:pt x="280518" y="0"/>
                    <a:pt x="180836" y="0"/>
                  </a:cubicBezTo>
                  <a:close/>
                  <a:moveTo>
                    <a:pt x="276045" y="269404"/>
                  </a:moveTo>
                  <a:cubicBezTo>
                    <a:pt x="276045" y="273234"/>
                    <a:pt x="273490" y="275788"/>
                    <a:pt x="269655" y="275788"/>
                  </a:cubicBezTo>
                  <a:lnTo>
                    <a:pt x="136745" y="275788"/>
                  </a:lnTo>
                  <a:cubicBezTo>
                    <a:pt x="132911" y="275788"/>
                    <a:pt x="130355" y="273234"/>
                    <a:pt x="130355" y="269404"/>
                  </a:cubicBezTo>
                  <a:lnTo>
                    <a:pt x="130355" y="232377"/>
                  </a:lnTo>
                  <a:lnTo>
                    <a:pt x="91376" y="232377"/>
                  </a:lnTo>
                  <a:cubicBezTo>
                    <a:pt x="87542" y="232377"/>
                    <a:pt x="84986" y="229823"/>
                    <a:pt x="84986" y="225993"/>
                  </a:cubicBezTo>
                  <a:lnTo>
                    <a:pt x="84986" y="93206"/>
                  </a:lnTo>
                  <a:cubicBezTo>
                    <a:pt x="84986" y="89376"/>
                    <a:pt x="87542" y="86822"/>
                    <a:pt x="91376" y="86822"/>
                  </a:cubicBezTo>
                  <a:lnTo>
                    <a:pt x="224287" y="86822"/>
                  </a:lnTo>
                  <a:cubicBezTo>
                    <a:pt x="228121" y="86822"/>
                    <a:pt x="230677" y="89376"/>
                    <a:pt x="230677" y="93206"/>
                  </a:cubicBezTo>
                  <a:lnTo>
                    <a:pt x="230677" y="130233"/>
                  </a:lnTo>
                  <a:lnTo>
                    <a:pt x="269655" y="130233"/>
                  </a:lnTo>
                  <a:cubicBezTo>
                    <a:pt x="273490" y="130233"/>
                    <a:pt x="276045" y="132787"/>
                    <a:pt x="276045" y="136617"/>
                  </a:cubicBezTo>
                  <a:lnTo>
                    <a:pt x="276045" y="269404"/>
                  </a:lnTo>
                  <a:close/>
                </a:path>
              </a:pathLst>
            </a:custGeom>
            <a:solidFill>
              <a:srgbClr val="00ABAB"/>
            </a:solidFill>
            <a:ln w="6390" cap="flat">
              <a:noFill/>
              <a:prstDash val="solid"/>
              <a:miter/>
            </a:ln>
          </p:spPr>
          <p:txBody>
            <a:bodyPr rtlCol="0" anchor="ctr"/>
            <a:lstStyle/>
            <a:p>
              <a:endParaRPr lang="en-US"/>
            </a:p>
          </p:txBody>
        </p:sp>
        <p:sp>
          <p:nvSpPr>
            <p:cNvPr id="965" name="Graphic 4">
              <a:extLst>
                <a:ext uri="{FF2B5EF4-FFF2-40B4-BE49-F238E27FC236}">
                  <a16:creationId xmlns:a16="http://schemas.microsoft.com/office/drawing/2014/main" id="{61352479-3396-5B40-A13A-A274D5F59A1D}"/>
                </a:ext>
              </a:extLst>
            </p:cNvPr>
            <p:cNvSpPr/>
            <p:nvPr/>
          </p:nvSpPr>
          <p:spPr>
            <a:xfrm>
              <a:off x="5197574" y="3439213"/>
              <a:ext cx="120130" cy="120019"/>
            </a:xfrm>
            <a:custGeom>
              <a:avLst/>
              <a:gdLst>
                <a:gd name="connsiteX0" fmla="*/ 38978 w 120130"/>
                <a:gd name="connsiteY0" fmla="*/ 30643 h 120019"/>
                <a:gd name="connsiteX1" fmla="*/ 120131 w 120130"/>
                <a:gd name="connsiteY1" fmla="*/ 30643 h 120019"/>
                <a:gd name="connsiteX2" fmla="*/ 120131 w 120130"/>
                <a:gd name="connsiteY2" fmla="*/ 0 h 120019"/>
                <a:gd name="connsiteX3" fmla="*/ 0 w 120130"/>
                <a:gd name="connsiteY3" fmla="*/ 0 h 120019"/>
                <a:gd name="connsiteX4" fmla="*/ 0 w 120130"/>
                <a:gd name="connsiteY4" fmla="*/ 120019 h 120019"/>
                <a:gd name="connsiteX5" fmla="*/ 32589 w 120130"/>
                <a:gd name="connsiteY5" fmla="*/ 120019 h 120019"/>
                <a:gd name="connsiteX6" fmla="*/ 32589 w 120130"/>
                <a:gd name="connsiteY6" fmla="*/ 37027 h 120019"/>
                <a:gd name="connsiteX7" fmla="*/ 38978 w 120130"/>
                <a:gd name="connsiteY7" fmla="*/ 30643 h 12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130" h="120019">
                  <a:moveTo>
                    <a:pt x="38978" y="30643"/>
                  </a:moveTo>
                  <a:lnTo>
                    <a:pt x="120131" y="30643"/>
                  </a:lnTo>
                  <a:lnTo>
                    <a:pt x="120131" y="0"/>
                  </a:lnTo>
                  <a:lnTo>
                    <a:pt x="0" y="0"/>
                  </a:lnTo>
                  <a:lnTo>
                    <a:pt x="0" y="120019"/>
                  </a:lnTo>
                  <a:lnTo>
                    <a:pt x="32589" y="120019"/>
                  </a:lnTo>
                  <a:lnTo>
                    <a:pt x="32589" y="37027"/>
                  </a:lnTo>
                  <a:cubicBezTo>
                    <a:pt x="32589" y="33197"/>
                    <a:pt x="35145" y="30643"/>
                    <a:pt x="38978" y="30643"/>
                  </a:cubicBezTo>
                  <a:close/>
                </a:path>
              </a:pathLst>
            </a:custGeom>
            <a:solidFill>
              <a:srgbClr val="00ABAB"/>
            </a:solidFill>
            <a:ln w="6390" cap="flat">
              <a:noFill/>
              <a:prstDash val="solid"/>
              <a:miter/>
            </a:ln>
          </p:spPr>
          <p:txBody>
            <a:bodyPr rtlCol="0" anchor="ctr"/>
            <a:lstStyle/>
            <a:p>
              <a:endParaRPr lang="en-US"/>
            </a:p>
          </p:txBody>
        </p:sp>
        <p:sp>
          <p:nvSpPr>
            <p:cNvPr id="966" name="Graphic 4">
              <a:extLst>
                <a:ext uri="{FF2B5EF4-FFF2-40B4-BE49-F238E27FC236}">
                  <a16:creationId xmlns:a16="http://schemas.microsoft.com/office/drawing/2014/main" id="{B62C95E1-64FD-5A47-9743-DE45D1ADD341}"/>
                </a:ext>
              </a:extLst>
            </p:cNvPr>
            <p:cNvSpPr/>
            <p:nvPr/>
          </p:nvSpPr>
          <p:spPr>
            <a:xfrm>
              <a:off x="5242943" y="3482625"/>
              <a:ext cx="120130" cy="120018"/>
            </a:xfrm>
            <a:custGeom>
              <a:avLst/>
              <a:gdLst>
                <a:gd name="connsiteX0" fmla="*/ 87542 w 120130"/>
                <a:gd name="connsiteY0" fmla="*/ 82992 h 120018"/>
                <a:gd name="connsiteX1" fmla="*/ 81152 w 120130"/>
                <a:gd name="connsiteY1" fmla="*/ 89376 h 120018"/>
                <a:gd name="connsiteX2" fmla="*/ 0 w 120130"/>
                <a:gd name="connsiteY2" fmla="*/ 89376 h 120018"/>
                <a:gd name="connsiteX3" fmla="*/ 0 w 120130"/>
                <a:gd name="connsiteY3" fmla="*/ 120019 h 120018"/>
                <a:gd name="connsiteX4" fmla="*/ 120131 w 120130"/>
                <a:gd name="connsiteY4" fmla="*/ 120019 h 120018"/>
                <a:gd name="connsiteX5" fmla="*/ 120131 w 120130"/>
                <a:gd name="connsiteY5" fmla="*/ 0 h 120018"/>
                <a:gd name="connsiteX6" fmla="*/ 87542 w 120130"/>
                <a:gd name="connsiteY6" fmla="*/ 0 h 120018"/>
                <a:gd name="connsiteX7" fmla="*/ 87542 w 120130"/>
                <a:gd name="connsiteY7" fmla="*/ 82992 h 12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130" h="120018">
                  <a:moveTo>
                    <a:pt x="87542" y="82992"/>
                  </a:moveTo>
                  <a:cubicBezTo>
                    <a:pt x="87542" y="86822"/>
                    <a:pt x="84986" y="89376"/>
                    <a:pt x="81152" y="89376"/>
                  </a:cubicBezTo>
                  <a:lnTo>
                    <a:pt x="0" y="89376"/>
                  </a:lnTo>
                  <a:lnTo>
                    <a:pt x="0" y="120019"/>
                  </a:lnTo>
                  <a:lnTo>
                    <a:pt x="120131" y="120019"/>
                  </a:lnTo>
                  <a:lnTo>
                    <a:pt x="120131" y="0"/>
                  </a:lnTo>
                  <a:lnTo>
                    <a:pt x="87542" y="0"/>
                  </a:lnTo>
                  <a:lnTo>
                    <a:pt x="87542" y="82992"/>
                  </a:lnTo>
                  <a:close/>
                </a:path>
              </a:pathLst>
            </a:custGeom>
            <a:solidFill>
              <a:srgbClr val="00ABAB"/>
            </a:solidFill>
            <a:ln w="6390" cap="flat">
              <a:noFill/>
              <a:prstDash val="solid"/>
              <a:miter/>
            </a:ln>
          </p:spPr>
          <p:txBody>
            <a:bodyPr rtlCol="0" anchor="ctr"/>
            <a:lstStyle/>
            <a:p>
              <a:endParaRPr lang="en-US"/>
            </a:p>
          </p:txBody>
        </p:sp>
      </p:grpSp>
      <p:grpSp>
        <p:nvGrpSpPr>
          <p:cNvPr id="967" name="Graphic 4">
            <a:extLst>
              <a:ext uri="{FF2B5EF4-FFF2-40B4-BE49-F238E27FC236}">
                <a16:creationId xmlns:a16="http://schemas.microsoft.com/office/drawing/2014/main" id="{45818EFE-8AC0-0E4F-9F0D-B878F479D66A}"/>
              </a:ext>
            </a:extLst>
          </p:cNvPr>
          <p:cNvGrpSpPr/>
          <p:nvPr/>
        </p:nvGrpSpPr>
        <p:grpSpPr>
          <a:xfrm>
            <a:off x="1515054" y="3824168"/>
            <a:ext cx="361670" cy="361333"/>
            <a:chOff x="1515054" y="3824168"/>
            <a:chExt cx="361670" cy="361333"/>
          </a:xfrm>
          <a:solidFill>
            <a:srgbClr val="004F59"/>
          </a:solidFill>
        </p:grpSpPr>
        <p:sp>
          <p:nvSpPr>
            <p:cNvPr id="968" name="Graphic 4">
              <a:extLst>
                <a:ext uri="{FF2B5EF4-FFF2-40B4-BE49-F238E27FC236}">
                  <a16:creationId xmlns:a16="http://schemas.microsoft.com/office/drawing/2014/main" id="{350C24A5-4448-4141-9593-F860A50BA420}"/>
                </a:ext>
              </a:extLst>
            </p:cNvPr>
            <p:cNvSpPr/>
            <p:nvPr/>
          </p:nvSpPr>
          <p:spPr>
            <a:xfrm>
              <a:off x="1515054"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1670" y="81076"/>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4F59"/>
            </a:solidFill>
            <a:ln w="6390" cap="flat">
              <a:noFill/>
              <a:prstDash val="solid"/>
              <a:miter/>
            </a:ln>
          </p:spPr>
          <p:txBody>
            <a:bodyPr rtlCol="0" anchor="ctr"/>
            <a:lstStyle/>
            <a:p>
              <a:endParaRPr lang="en-US"/>
            </a:p>
          </p:txBody>
        </p:sp>
        <p:sp>
          <p:nvSpPr>
            <p:cNvPr id="969" name="Graphic 4">
              <a:extLst>
                <a:ext uri="{FF2B5EF4-FFF2-40B4-BE49-F238E27FC236}">
                  <a16:creationId xmlns:a16="http://schemas.microsoft.com/office/drawing/2014/main" id="{EF6F0655-984E-EF41-B59A-08846F709CE6}"/>
                </a:ext>
              </a:extLst>
            </p:cNvPr>
            <p:cNvSpPr/>
            <p:nvPr/>
          </p:nvSpPr>
          <p:spPr>
            <a:xfrm>
              <a:off x="1734228" y="4015687"/>
              <a:ext cx="24281" cy="24259"/>
            </a:xfrm>
            <a:custGeom>
              <a:avLst/>
              <a:gdLst>
                <a:gd name="connsiteX0" fmla="*/ 12141 w 24281"/>
                <a:gd name="connsiteY0" fmla="*/ 0 h 24259"/>
                <a:gd name="connsiteX1" fmla="*/ 0 w 24281"/>
                <a:gd name="connsiteY1" fmla="*/ 12129 h 24259"/>
                <a:gd name="connsiteX2" fmla="*/ 12141 w 24281"/>
                <a:gd name="connsiteY2" fmla="*/ 24259 h 24259"/>
                <a:gd name="connsiteX3" fmla="*/ 24282 w 24281"/>
                <a:gd name="connsiteY3" fmla="*/ 12129 h 24259"/>
                <a:gd name="connsiteX4" fmla="*/ 12141 w 24281"/>
                <a:gd name="connsiteY4" fmla="*/ 0 h 24259"/>
                <a:gd name="connsiteX5" fmla="*/ 11502 w 24281"/>
                <a:gd name="connsiteY5" fmla="*/ 12129 h 24259"/>
                <a:gd name="connsiteX6" fmla="*/ 12141 w 24281"/>
                <a:gd name="connsiteY6" fmla="*/ 11491 h 24259"/>
                <a:gd name="connsiteX7" fmla="*/ 12780 w 24281"/>
                <a:gd name="connsiteY7" fmla="*/ 12129 h 24259"/>
                <a:gd name="connsiteX8" fmla="*/ 11502 w 24281"/>
                <a:gd name="connsiteY8" fmla="*/ 12129 h 24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81" h="24259">
                  <a:moveTo>
                    <a:pt x="12141" y="0"/>
                  </a:moveTo>
                  <a:cubicBezTo>
                    <a:pt x="5751" y="0"/>
                    <a:pt x="0" y="5107"/>
                    <a:pt x="0" y="12129"/>
                  </a:cubicBezTo>
                  <a:cubicBezTo>
                    <a:pt x="0" y="19152"/>
                    <a:pt x="5112" y="24259"/>
                    <a:pt x="12141" y="24259"/>
                  </a:cubicBezTo>
                  <a:cubicBezTo>
                    <a:pt x="19170" y="24259"/>
                    <a:pt x="24282" y="19152"/>
                    <a:pt x="24282" y="12129"/>
                  </a:cubicBezTo>
                  <a:cubicBezTo>
                    <a:pt x="24282" y="5107"/>
                    <a:pt x="19170" y="0"/>
                    <a:pt x="12141" y="0"/>
                  </a:cubicBezTo>
                  <a:close/>
                  <a:moveTo>
                    <a:pt x="11502" y="12129"/>
                  </a:moveTo>
                  <a:cubicBezTo>
                    <a:pt x="11502" y="11491"/>
                    <a:pt x="12141" y="11491"/>
                    <a:pt x="12141" y="11491"/>
                  </a:cubicBezTo>
                  <a:cubicBezTo>
                    <a:pt x="12141" y="11491"/>
                    <a:pt x="12780" y="12129"/>
                    <a:pt x="12780" y="12129"/>
                  </a:cubicBezTo>
                  <a:cubicBezTo>
                    <a:pt x="13419" y="12768"/>
                    <a:pt x="11502" y="12768"/>
                    <a:pt x="11502" y="12129"/>
                  </a:cubicBezTo>
                  <a:close/>
                </a:path>
              </a:pathLst>
            </a:custGeom>
            <a:solidFill>
              <a:srgbClr val="004F59"/>
            </a:solidFill>
            <a:ln w="6390" cap="flat">
              <a:noFill/>
              <a:prstDash val="solid"/>
              <a:miter/>
            </a:ln>
          </p:spPr>
          <p:txBody>
            <a:bodyPr rtlCol="0" anchor="ctr"/>
            <a:lstStyle/>
            <a:p>
              <a:endParaRPr lang="en-US"/>
            </a:p>
          </p:txBody>
        </p:sp>
        <p:sp>
          <p:nvSpPr>
            <p:cNvPr id="970" name="Graphic 4">
              <a:extLst>
                <a:ext uri="{FF2B5EF4-FFF2-40B4-BE49-F238E27FC236}">
                  <a16:creationId xmlns:a16="http://schemas.microsoft.com/office/drawing/2014/main" id="{F66918FC-5A97-7E4D-85BF-33FBC87B699F}"/>
                </a:ext>
              </a:extLst>
            </p:cNvPr>
            <p:cNvSpPr/>
            <p:nvPr/>
          </p:nvSpPr>
          <p:spPr>
            <a:xfrm>
              <a:off x="1597484" y="3903492"/>
              <a:ext cx="197449" cy="204124"/>
            </a:xfrm>
            <a:custGeom>
              <a:avLst/>
              <a:gdLst>
                <a:gd name="connsiteX0" fmla="*/ 190420 w 197449"/>
                <a:gd name="connsiteY0" fmla="*/ 92404 h 204124"/>
                <a:gd name="connsiteX1" fmla="*/ 182752 w 197449"/>
                <a:gd name="connsiteY1" fmla="*/ 92404 h 204124"/>
                <a:gd name="connsiteX2" fmla="*/ 182752 w 197449"/>
                <a:gd name="connsiteY2" fmla="*/ 51547 h 204124"/>
                <a:gd name="connsiteX3" fmla="*/ 176362 w 197449"/>
                <a:gd name="connsiteY3" fmla="*/ 45163 h 204124"/>
                <a:gd name="connsiteX4" fmla="*/ 168055 w 197449"/>
                <a:gd name="connsiteY4" fmla="*/ 45163 h 204124"/>
                <a:gd name="connsiteX5" fmla="*/ 139940 w 197449"/>
                <a:gd name="connsiteY5" fmla="*/ 9413 h 204124"/>
                <a:gd name="connsiteX6" fmla="*/ 130994 w 197449"/>
                <a:gd name="connsiteY6" fmla="*/ 8136 h 204124"/>
                <a:gd name="connsiteX7" fmla="*/ 125882 w 197449"/>
                <a:gd name="connsiteY7" fmla="*/ 11966 h 204124"/>
                <a:gd name="connsiteX8" fmla="*/ 118214 w 197449"/>
                <a:gd name="connsiteY8" fmla="*/ 2390 h 204124"/>
                <a:gd name="connsiteX9" fmla="*/ 109268 w 197449"/>
                <a:gd name="connsiteY9" fmla="*/ 1114 h 204124"/>
                <a:gd name="connsiteX10" fmla="*/ 95210 w 197449"/>
                <a:gd name="connsiteY10" fmla="*/ 11966 h 204124"/>
                <a:gd name="connsiteX11" fmla="*/ 93932 w 197449"/>
                <a:gd name="connsiteY11" fmla="*/ 12605 h 204124"/>
                <a:gd name="connsiteX12" fmla="*/ 92654 w 197449"/>
                <a:gd name="connsiteY12" fmla="*/ 13882 h 204124"/>
                <a:gd name="connsiteX13" fmla="*/ 51759 w 197449"/>
                <a:gd name="connsiteY13" fmla="*/ 45163 h 204124"/>
                <a:gd name="connsiteX14" fmla="*/ 6390 w 197449"/>
                <a:gd name="connsiteY14" fmla="*/ 45163 h 204124"/>
                <a:gd name="connsiteX15" fmla="*/ 0 w 197449"/>
                <a:gd name="connsiteY15" fmla="*/ 51547 h 204124"/>
                <a:gd name="connsiteX16" fmla="*/ 0 w 197449"/>
                <a:gd name="connsiteY16" fmla="*/ 197740 h 204124"/>
                <a:gd name="connsiteX17" fmla="*/ 6390 w 197449"/>
                <a:gd name="connsiteY17" fmla="*/ 204124 h 204124"/>
                <a:gd name="connsiteX18" fmla="*/ 177001 w 197449"/>
                <a:gd name="connsiteY18" fmla="*/ 204124 h 204124"/>
                <a:gd name="connsiteX19" fmla="*/ 183391 w 197449"/>
                <a:gd name="connsiteY19" fmla="*/ 197740 h 204124"/>
                <a:gd name="connsiteX20" fmla="*/ 183391 w 197449"/>
                <a:gd name="connsiteY20" fmla="*/ 157521 h 204124"/>
                <a:gd name="connsiteX21" fmla="*/ 191059 w 197449"/>
                <a:gd name="connsiteY21" fmla="*/ 157521 h 204124"/>
                <a:gd name="connsiteX22" fmla="*/ 197449 w 197449"/>
                <a:gd name="connsiteY22" fmla="*/ 151137 h 204124"/>
                <a:gd name="connsiteX23" fmla="*/ 197449 w 197449"/>
                <a:gd name="connsiteY23" fmla="*/ 99427 h 204124"/>
                <a:gd name="connsiteX24" fmla="*/ 190420 w 197449"/>
                <a:gd name="connsiteY24" fmla="*/ 92404 h 204124"/>
                <a:gd name="connsiteX25" fmla="*/ 112463 w 197449"/>
                <a:gd name="connsiteY25" fmla="*/ 14520 h 204124"/>
                <a:gd name="connsiteX26" fmla="*/ 115658 w 197449"/>
                <a:gd name="connsiteY26" fmla="*/ 18350 h 204124"/>
                <a:gd name="connsiteX27" fmla="*/ 108629 w 197449"/>
                <a:gd name="connsiteY27" fmla="*/ 17712 h 204124"/>
                <a:gd name="connsiteX28" fmla="*/ 112463 w 197449"/>
                <a:gd name="connsiteY28" fmla="*/ 14520 h 204124"/>
                <a:gd name="connsiteX29" fmla="*/ 97127 w 197449"/>
                <a:gd name="connsiteY29" fmla="*/ 26011 h 204124"/>
                <a:gd name="connsiteX30" fmla="*/ 113102 w 197449"/>
                <a:gd name="connsiteY30" fmla="*/ 31757 h 204124"/>
                <a:gd name="connsiteX31" fmla="*/ 123326 w 197449"/>
                <a:gd name="connsiteY31" fmla="*/ 29203 h 204124"/>
                <a:gd name="connsiteX32" fmla="*/ 135467 w 197449"/>
                <a:gd name="connsiteY32" fmla="*/ 44525 h 204124"/>
                <a:gd name="connsiteX33" fmla="*/ 72206 w 197449"/>
                <a:gd name="connsiteY33" fmla="*/ 44525 h 204124"/>
                <a:gd name="connsiteX34" fmla="*/ 97127 w 197449"/>
                <a:gd name="connsiteY34" fmla="*/ 26011 h 204124"/>
                <a:gd name="connsiteX35" fmla="*/ 170611 w 197449"/>
                <a:gd name="connsiteY35" fmla="*/ 190718 h 204124"/>
                <a:gd name="connsiteX36" fmla="*/ 12780 w 197449"/>
                <a:gd name="connsiteY36" fmla="*/ 190718 h 204124"/>
                <a:gd name="connsiteX37" fmla="*/ 12780 w 197449"/>
                <a:gd name="connsiteY37" fmla="*/ 57293 h 204124"/>
                <a:gd name="connsiteX38" fmla="*/ 170611 w 197449"/>
                <a:gd name="connsiteY38" fmla="*/ 57293 h 204124"/>
                <a:gd name="connsiteX39" fmla="*/ 170611 w 197449"/>
                <a:gd name="connsiteY39" fmla="*/ 91766 h 204124"/>
                <a:gd name="connsiteX40" fmla="*/ 127799 w 197449"/>
                <a:gd name="connsiteY40" fmla="*/ 91766 h 204124"/>
                <a:gd name="connsiteX41" fmla="*/ 121409 w 197449"/>
                <a:gd name="connsiteY41" fmla="*/ 98150 h 204124"/>
                <a:gd name="connsiteX42" fmla="*/ 121409 w 197449"/>
                <a:gd name="connsiteY42" fmla="*/ 149860 h 204124"/>
                <a:gd name="connsiteX43" fmla="*/ 127799 w 197449"/>
                <a:gd name="connsiteY43" fmla="*/ 156244 h 204124"/>
                <a:gd name="connsiteX44" fmla="*/ 169972 w 197449"/>
                <a:gd name="connsiteY44" fmla="*/ 156244 h 204124"/>
                <a:gd name="connsiteX45" fmla="*/ 169972 w 197449"/>
                <a:gd name="connsiteY45" fmla="*/ 190718 h 204124"/>
                <a:gd name="connsiteX46" fmla="*/ 184030 w 197449"/>
                <a:gd name="connsiteY46" fmla="*/ 144115 h 204124"/>
                <a:gd name="connsiteX47" fmla="*/ 134189 w 197449"/>
                <a:gd name="connsiteY47" fmla="*/ 144115 h 204124"/>
                <a:gd name="connsiteX48" fmla="*/ 134189 w 197449"/>
                <a:gd name="connsiteY48" fmla="*/ 105172 h 204124"/>
                <a:gd name="connsiteX49" fmla="*/ 184030 w 197449"/>
                <a:gd name="connsiteY49" fmla="*/ 105172 h 204124"/>
                <a:gd name="connsiteX50" fmla="*/ 184030 w 197449"/>
                <a:gd name="connsiteY50" fmla="*/ 144115 h 204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97449" h="204124">
                  <a:moveTo>
                    <a:pt x="190420" y="92404"/>
                  </a:moveTo>
                  <a:lnTo>
                    <a:pt x="182752" y="92404"/>
                  </a:lnTo>
                  <a:lnTo>
                    <a:pt x="182752" y="51547"/>
                  </a:lnTo>
                  <a:cubicBezTo>
                    <a:pt x="182752" y="47717"/>
                    <a:pt x="180196" y="45163"/>
                    <a:pt x="176362" y="45163"/>
                  </a:cubicBezTo>
                  <a:lnTo>
                    <a:pt x="168055" y="45163"/>
                  </a:lnTo>
                  <a:lnTo>
                    <a:pt x="139940" y="9413"/>
                  </a:lnTo>
                  <a:cubicBezTo>
                    <a:pt x="138023" y="6859"/>
                    <a:pt x="133550" y="6221"/>
                    <a:pt x="130994" y="8136"/>
                  </a:cubicBezTo>
                  <a:lnTo>
                    <a:pt x="125882" y="11966"/>
                  </a:lnTo>
                  <a:lnTo>
                    <a:pt x="118214" y="2390"/>
                  </a:lnTo>
                  <a:cubicBezTo>
                    <a:pt x="116297" y="-163"/>
                    <a:pt x="111824" y="-802"/>
                    <a:pt x="109268" y="1114"/>
                  </a:cubicBezTo>
                  <a:lnTo>
                    <a:pt x="95210" y="11966"/>
                  </a:lnTo>
                  <a:cubicBezTo>
                    <a:pt x="94571" y="11966"/>
                    <a:pt x="93932" y="12605"/>
                    <a:pt x="93932" y="12605"/>
                  </a:cubicBezTo>
                  <a:cubicBezTo>
                    <a:pt x="93293" y="13243"/>
                    <a:pt x="93293" y="13243"/>
                    <a:pt x="92654" y="13882"/>
                  </a:cubicBezTo>
                  <a:lnTo>
                    <a:pt x="51759" y="45163"/>
                  </a:lnTo>
                  <a:lnTo>
                    <a:pt x="6390" y="45163"/>
                  </a:lnTo>
                  <a:cubicBezTo>
                    <a:pt x="2556" y="45163"/>
                    <a:pt x="0" y="47717"/>
                    <a:pt x="0" y="51547"/>
                  </a:cubicBezTo>
                  <a:lnTo>
                    <a:pt x="0" y="197740"/>
                  </a:lnTo>
                  <a:cubicBezTo>
                    <a:pt x="0" y="201571"/>
                    <a:pt x="2556" y="204124"/>
                    <a:pt x="6390" y="204124"/>
                  </a:cubicBezTo>
                  <a:lnTo>
                    <a:pt x="177001" y="204124"/>
                  </a:lnTo>
                  <a:cubicBezTo>
                    <a:pt x="180835" y="204124"/>
                    <a:pt x="183391" y="201571"/>
                    <a:pt x="183391" y="197740"/>
                  </a:cubicBezTo>
                  <a:lnTo>
                    <a:pt x="183391" y="157521"/>
                  </a:lnTo>
                  <a:lnTo>
                    <a:pt x="191059" y="157521"/>
                  </a:lnTo>
                  <a:cubicBezTo>
                    <a:pt x="194893" y="157521"/>
                    <a:pt x="197449" y="154967"/>
                    <a:pt x="197449" y="151137"/>
                  </a:cubicBezTo>
                  <a:lnTo>
                    <a:pt x="197449" y="99427"/>
                  </a:lnTo>
                  <a:cubicBezTo>
                    <a:pt x="196810" y="94958"/>
                    <a:pt x="194254" y="92404"/>
                    <a:pt x="190420" y="92404"/>
                  </a:cubicBezTo>
                  <a:close/>
                  <a:moveTo>
                    <a:pt x="112463" y="14520"/>
                  </a:moveTo>
                  <a:lnTo>
                    <a:pt x="115658" y="18350"/>
                  </a:lnTo>
                  <a:cubicBezTo>
                    <a:pt x="113102" y="18989"/>
                    <a:pt x="110546" y="18350"/>
                    <a:pt x="108629" y="17712"/>
                  </a:cubicBezTo>
                  <a:lnTo>
                    <a:pt x="112463" y="14520"/>
                  </a:lnTo>
                  <a:close/>
                  <a:moveTo>
                    <a:pt x="97127" y="26011"/>
                  </a:moveTo>
                  <a:cubicBezTo>
                    <a:pt x="101600" y="29841"/>
                    <a:pt x="107351" y="31757"/>
                    <a:pt x="113102" y="31757"/>
                  </a:cubicBezTo>
                  <a:cubicBezTo>
                    <a:pt x="116936" y="31757"/>
                    <a:pt x="120131" y="31118"/>
                    <a:pt x="123326" y="29203"/>
                  </a:cubicBezTo>
                  <a:lnTo>
                    <a:pt x="135467" y="44525"/>
                  </a:lnTo>
                  <a:lnTo>
                    <a:pt x="72206" y="44525"/>
                  </a:lnTo>
                  <a:lnTo>
                    <a:pt x="97127" y="26011"/>
                  </a:lnTo>
                  <a:close/>
                  <a:moveTo>
                    <a:pt x="170611" y="190718"/>
                  </a:moveTo>
                  <a:lnTo>
                    <a:pt x="12780" y="190718"/>
                  </a:lnTo>
                  <a:lnTo>
                    <a:pt x="12780" y="57293"/>
                  </a:lnTo>
                  <a:lnTo>
                    <a:pt x="170611" y="57293"/>
                  </a:lnTo>
                  <a:lnTo>
                    <a:pt x="170611" y="91766"/>
                  </a:lnTo>
                  <a:lnTo>
                    <a:pt x="127799" y="91766"/>
                  </a:lnTo>
                  <a:cubicBezTo>
                    <a:pt x="123965" y="91766"/>
                    <a:pt x="121409" y="94320"/>
                    <a:pt x="121409" y="98150"/>
                  </a:cubicBezTo>
                  <a:lnTo>
                    <a:pt x="121409" y="149860"/>
                  </a:lnTo>
                  <a:cubicBezTo>
                    <a:pt x="121409" y="153691"/>
                    <a:pt x="123965" y="156244"/>
                    <a:pt x="127799" y="156244"/>
                  </a:cubicBezTo>
                  <a:lnTo>
                    <a:pt x="169972" y="156244"/>
                  </a:lnTo>
                  <a:lnTo>
                    <a:pt x="169972" y="190718"/>
                  </a:lnTo>
                  <a:close/>
                  <a:moveTo>
                    <a:pt x="184030" y="144115"/>
                  </a:moveTo>
                  <a:lnTo>
                    <a:pt x="134189" y="144115"/>
                  </a:lnTo>
                  <a:lnTo>
                    <a:pt x="134189" y="105172"/>
                  </a:lnTo>
                  <a:lnTo>
                    <a:pt x="184030" y="105172"/>
                  </a:lnTo>
                  <a:lnTo>
                    <a:pt x="184030" y="144115"/>
                  </a:lnTo>
                  <a:close/>
                </a:path>
              </a:pathLst>
            </a:custGeom>
            <a:solidFill>
              <a:srgbClr val="004F59"/>
            </a:solidFill>
            <a:ln w="6390" cap="flat">
              <a:noFill/>
              <a:prstDash val="solid"/>
              <a:miter/>
            </a:ln>
          </p:spPr>
          <p:txBody>
            <a:bodyPr rtlCol="0" anchor="ctr"/>
            <a:lstStyle/>
            <a:p>
              <a:endParaRPr lang="en-US"/>
            </a:p>
          </p:txBody>
        </p:sp>
      </p:grpSp>
      <p:grpSp>
        <p:nvGrpSpPr>
          <p:cNvPr id="971" name="Graphic 4">
            <a:extLst>
              <a:ext uri="{FF2B5EF4-FFF2-40B4-BE49-F238E27FC236}">
                <a16:creationId xmlns:a16="http://schemas.microsoft.com/office/drawing/2014/main" id="{241E8ACF-4129-CD48-9B4A-7B190402B63E}"/>
              </a:ext>
            </a:extLst>
          </p:cNvPr>
          <p:cNvGrpSpPr/>
          <p:nvPr/>
        </p:nvGrpSpPr>
        <p:grpSpPr>
          <a:xfrm>
            <a:off x="1952764" y="3824168"/>
            <a:ext cx="361674" cy="361333"/>
            <a:chOff x="1952764" y="3824168"/>
            <a:chExt cx="361674" cy="361333"/>
          </a:xfrm>
          <a:solidFill>
            <a:srgbClr val="004F59"/>
          </a:solidFill>
        </p:grpSpPr>
        <p:sp>
          <p:nvSpPr>
            <p:cNvPr id="972" name="Graphic 4">
              <a:extLst>
                <a:ext uri="{FF2B5EF4-FFF2-40B4-BE49-F238E27FC236}">
                  <a16:creationId xmlns:a16="http://schemas.microsoft.com/office/drawing/2014/main" id="{D8B39E19-CCBF-7840-9E0E-D786363D83E7}"/>
                </a:ext>
              </a:extLst>
            </p:cNvPr>
            <p:cNvSpPr/>
            <p:nvPr/>
          </p:nvSpPr>
          <p:spPr>
            <a:xfrm>
              <a:off x="2047974" y="3961423"/>
              <a:ext cx="157831" cy="133424"/>
            </a:xfrm>
            <a:custGeom>
              <a:avLst/>
              <a:gdLst>
                <a:gd name="connsiteX0" fmla="*/ 109268 w 157831"/>
                <a:gd name="connsiteY0" fmla="*/ 92568 h 133424"/>
                <a:gd name="connsiteX1" fmla="*/ 109268 w 157831"/>
                <a:gd name="connsiteY1" fmla="*/ 40857 h 133424"/>
                <a:gd name="connsiteX2" fmla="*/ 115658 w 157831"/>
                <a:gd name="connsiteY2" fmla="*/ 34473 h 133424"/>
                <a:gd name="connsiteX3" fmla="*/ 157832 w 157831"/>
                <a:gd name="connsiteY3" fmla="*/ 34473 h 133424"/>
                <a:gd name="connsiteX4" fmla="*/ 157832 w 157831"/>
                <a:gd name="connsiteY4" fmla="*/ 0 h 133424"/>
                <a:gd name="connsiteX5" fmla="*/ 0 w 157831"/>
                <a:gd name="connsiteY5" fmla="*/ 0 h 133424"/>
                <a:gd name="connsiteX6" fmla="*/ 0 w 157831"/>
                <a:gd name="connsiteY6" fmla="*/ 133425 h 133424"/>
                <a:gd name="connsiteX7" fmla="*/ 157832 w 157831"/>
                <a:gd name="connsiteY7" fmla="*/ 133425 h 133424"/>
                <a:gd name="connsiteX8" fmla="*/ 157832 w 157831"/>
                <a:gd name="connsiteY8" fmla="*/ 99590 h 133424"/>
                <a:gd name="connsiteX9" fmla="*/ 115658 w 157831"/>
                <a:gd name="connsiteY9" fmla="*/ 99590 h 133424"/>
                <a:gd name="connsiteX10" fmla="*/ 109268 w 157831"/>
                <a:gd name="connsiteY10" fmla="*/ 92568 h 13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7831" h="133424">
                  <a:moveTo>
                    <a:pt x="109268" y="92568"/>
                  </a:moveTo>
                  <a:lnTo>
                    <a:pt x="109268" y="40857"/>
                  </a:lnTo>
                  <a:cubicBezTo>
                    <a:pt x="109268" y="37027"/>
                    <a:pt x="111824" y="34473"/>
                    <a:pt x="115658" y="34473"/>
                  </a:cubicBezTo>
                  <a:lnTo>
                    <a:pt x="157832" y="34473"/>
                  </a:lnTo>
                  <a:lnTo>
                    <a:pt x="157832" y="0"/>
                  </a:lnTo>
                  <a:lnTo>
                    <a:pt x="0" y="0"/>
                  </a:lnTo>
                  <a:lnTo>
                    <a:pt x="0" y="133425"/>
                  </a:lnTo>
                  <a:lnTo>
                    <a:pt x="157832" y="133425"/>
                  </a:lnTo>
                  <a:lnTo>
                    <a:pt x="157832" y="99590"/>
                  </a:lnTo>
                  <a:lnTo>
                    <a:pt x="115658" y="99590"/>
                  </a:lnTo>
                  <a:cubicBezTo>
                    <a:pt x="111824" y="98952"/>
                    <a:pt x="109268" y="96398"/>
                    <a:pt x="109268" y="92568"/>
                  </a:cubicBezTo>
                  <a:close/>
                </a:path>
              </a:pathLst>
            </a:custGeom>
            <a:solidFill>
              <a:srgbClr val="004F59"/>
            </a:solidFill>
            <a:ln w="6390" cap="flat">
              <a:noFill/>
              <a:prstDash val="solid"/>
              <a:miter/>
            </a:ln>
          </p:spPr>
          <p:txBody>
            <a:bodyPr rtlCol="0" anchor="ctr"/>
            <a:lstStyle/>
            <a:p>
              <a:endParaRPr lang="en-US"/>
            </a:p>
          </p:txBody>
        </p:sp>
        <p:sp>
          <p:nvSpPr>
            <p:cNvPr id="973" name="Graphic 4">
              <a:extLst>
                <a:ext uri="{FF2B5EF4-FFF2-40B4-BE49-F238E27FC236}">
                  <a16:creationId xmlns:a16="http://schemas.microsoft.com/office/drawing/2014/main" id="{46DF1D19-6B55-8849-BC38-E0ECA97F5D9E}"/>
                </a:ext>
              </a:extLst>
            </p:cNvPr>
            <p:cNvSpPr/>
            <p:nvPr/>
          </p:nvSpPr>
          <p:spPr>
            <a:xfrm>
              <a:off x="2108040" y="3930142"/>
              <a:ext cx="63260" cy="18513"/>
            </a:xfrm>
            <a:custGeom>
              <a:avLst/>
              <a:gdLst>
                <a:gd name="connsiteX0" fmla="*/ 51119 w 63260"/>
                <a:gd name="connsiteY0" fmla="*/ 3192 h 18513"/>
                <a:gd name="connsiteX1" fmla="*/ 40896 w 63260"/>
                <a:gd name="connsiteY1" fmla="*/ 5746 h 18513"/>
                <a:gd name="connsiteX2" fmla="*/ 24921 w 63260"/>
                <a:gd name="connsiteY2" fmla="*/ 0 h 18513"/>
                <a:gd name="connsiteX3" fmla="*/ 0 w 63260"/>
                <a:gd name="connsiteY3" fmla="*/ 18514 h 18513"/>
                <a:gd name="connsiteX4" fmla="*/ 63260 w 63260"/>
                <a:gd name="connsiteY4" fmla="*/ 18514 h 18513"/>
                <a:gd name="connsiteX5" fmla="*/ 51119 w 63260"/>
                <a:gd name="connsiteY5" fmla="*/ 3192 h 1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260" h="18513">
                  <a:moveTo>
                    <a:pt x="51119" y="3192"/>
                  </a:moveTo>
                  <a:cubicBezTo>
                    <a:pt x="47925" y="4469"/>
                    <a:pt x="44091" y="5746"/>
                    <a:pt x="40896" y="5746"/>
                  </a:cubicBezTo>
                  <a:cubicBezTo>
                    <a:pt x="35145" y="5746"/>
                    <a:pt x="29394" y="3830"/>
                    <a:pt x="24921" y="0"/>
                  </a:cubicBezTo>
                  <a:lnTo>
                    <a:pt x="0" y="18514"/>
                  </a:lnTo>
                  <a:lnTo>
                    <a:pt x="63260" y="18514"/>
                  </a:lnTo>
                  <a:lnTo>
                    <a:pt x="51119" y="3192"/>
                  </a:lnTo>
                  <a:close/>
                </a:path>
              </a:pathLst>
            </a:custGeom>
            <a:solidFill>
              <a:srgbClr val="004F59"/>
            </a:solidFill>
            <a:ln w="6390" cap="flat">
              <a:noFill/>
              <a:prstDash val="solid"/>
              <a:miter/>
            </a:ln>
          </p:spPr>
          <p:txBody>
            <a:bodyPr rtlCol="0" anchor="ctr"/>
            <a:lstStyle/>
            <a:p>
              <a:endParaRPr lang="en-US"/>
            </a:p>
          </p:txBody>
        </p:sp>
        <p:sp>
          <p:nvSpPr>
            <p:cNvPr id="974" name="Graphic 4">
              <a:extLst>
                <a:ext uri="{FF2B5EF4-FFF2-40B4-BE49-F238E27FC236}">
                  <a16:creationId xmlns:a16="http://schemas.microsoft.com/office/drawing/2014/main" id="{1ACA97D6-9E2D-D442-9D00-1075DBF25CC1}"/>
                </a:ext>
              </a:extLst>
            </p:cNvPr>
            <p:cNvSpPr/>
            <p:nvPr/>
          </p:nvSpPr>
          <p:spPr>
            <a:xfrm>
              <a:off x="2143823" y="3918651"/>
              <a:ext cx="7028" cy="3830"/>
            </a:xfrm>
            <a:custGeom>
              <a:avLst/>
              <a:gdLst>
                <a:gd name="connsiteX0" fmla="*/ 7029 w 7028"/>
                <a:gd name="connsiteY0" fmla="*/ 3830 h 3830"/>
                <a:gd name="connsiteX1" fmla="*/ 3834 w 7028"/>
                <a:gd name="connsiteY1" fmla="*/ 0 h 3830"/>
                <a:gd name="connsiteX2" fmla="*/ 0 w 7028"/>
                <a:gd name="connsiteY2" fmla="*/ 3192 h 3830"/>
                <a:gd name="connsiteX3" fmla="*/ 7029 w 7028"/>
                <a:gd name="connsiteY3" fmla="*/ 3830 h 3830"/>
              </a:gdLst>
              <a:ahLst/>
              <a:cxnLst>
                <a:cxn ang="0">
                  <a:pos x="connsiteX0" y="connsiteY0"/>
                </a:cxn>
                <a:cxn ang="0">
                  <a:pos x="connsiteX1" y="connsiteY1"/>
                </a:cxn>
                <a:cxn ang="0">
                  <a:pos x="connsiteX2" y="connsiteY2"/>
                </a:cxn>
                <a:cxn ang="0">
                  <a:pos x="connsiteX3" y="connsiteY3"/>
                </a:cxn>
              </a:cxnLst>
              <a:rect l="l" t="t" r="r" b="b"/>
              <a:pathLst>
                <a:path w="7028" h="3830">
                  <a:moveTo>
                    <a:pt x="7029" y="3830"/>
                  </a:moveTo>
                  <a:lnTo>
                    <a:pt x="3834" y="0"/>
                  </a:lnTo>
                  <a:lnTo>
                    <a:pt x="0" y="3192"/>
                  </a:lnTo>
                  <a:cubicBezTo>
                    <a:pt x="1917" y="3830"/>
                    <a:pt x="4473" y="3830"/>
                    <a:pt x="7029" y="3830"/>
                  </a:cubicBezTo>
                  <a:close/>
                </a:path>
              </a:pathLst>
            </a:custGeom>
            <a:solidFill>
              <a:srgbClr val="004F59"/>
            </a:solidFill>
            <a:ln w="6390" cap="flat">
              <a:noFill/>
              <a:prstDash val="solid"/>
              <a:miter/>
            </a:ln>
          </p:spPr>
          <p:txBody>
            <a:bodyPr rtlCol="0" anchor="ctr"/>
            <a:lstStyle/>
            <a:p>
              <a:endParaRPr lang="en-US"/>
            </a:p>
          </p:txBody>
        </p:sp>
        <p:sp>
          <p:nvSpPr>
            <p:cNvPr id="975" name="Graphic 4">
              <a:extLst>
                <a:ext uri="{FF2B5EF4-FFF2-40B4-BE49-F238E27FC236}">
                  <a16:creationId xmlns:a16="http://schemas.microsoft.com/office/drawing/2014/main" id="{671CA7B9-BFBF-4D40-981B-D69CC755732F}"/>
                </a:ext>
              </a:extLst>
            </p:cNvPr>
            <p:cNvSpPr/>
            <p:nvPr/>
          </p:nvSpPr>
          <p:spPr>
            <a:xfrm>
              <a:off x="2184080" y="4027178"/>
              <a:ext cx="1278" cy="1117"/>
            </a:xfrm>
            <a:custGeom>
              <a:avLst/>
              <a:gdLst>
                <a:gd name="connsiteX0" fmla="*/ 639 w 1278"/>
                <a:gd name="connsiteY0" fmla="*/ 0 h 1117"/>
                <a:gd name="connsiteX1" fmla="*/ 0 w 1278"/>
                <a:gd name="connsiteY1" fmla="*/ 638 h 1117"/>
                <a:gd name="connsiteX2" fmla="*/ 1278 w 1278"/>
                <a:gd name="connsiteY2" fmla="*/ 638 h 1117"/>
                <a:gd name="connsiteX3" fmla="*/ 639 w 1278"/>
                <a:gd name="connsiteY3" fmla="*/ 0 h 1117"/>
              </a:gdLst>
              <a:ahLst/>
              <a:cxnLst>
                <a:cxn ang="0">
                  <a:pos x="connsiteX0" y="connsiteY0"/>
                </a:cxn>
                <a:cxn ang="0">
                  <a:pos x="connsiteX1" y="connsiteY1"/>
                </a:cxn>
                <a:cxn ang="0">
                  <a:pos x="connsiteX2" y="connsiteY2"/>
                </a:cxn>
                <a:cxn ang="0">
                  <a:pos x="connsiteX3" y="connsiteY3"/>
                </a:cxn>
              </a:cxnLst>
              <a:rect l="l" t="t" r="r" b="b"/>
              <a:pathLst>
                <a:path w="1278" h="1117">
                  <a:moveTo>
                    <a:pt x="639" y="0"/>
                  </a:moveTo>
                  <a:cubicBezTo>
                    <a:pt x="0" y="0"/>
                    <a:pt x="0" y="638"/>
                    <a:pt x="0" y="638"/>
                  </a:cubicBezTo>
                  <a:cubicBezTo>
                    <a:pt x="0" y="1277"/>
                    <a:pt x="1278" y="1277"/>
                    <a:pt x="1278" y="638"/>
                  </a:cubicBezTo>
                  <a:cubicBezTo>
                    <a:pt x="1278" y="0"/>
                    <a:pt x="1278" y="0"/>
                    <a:pt x="639" y="0"/>
                  </a:cubicBezTo>
                  <a:close/>
                </a:path>
              </a:pathLst>
            </a:custGeom>
            <a:solidFill>
              <a:srgbClr val="004F59"/>
            </a:solidFill>
            <a:ln w="6390" cap="flat">
              <a:noFill/>
              <a:prstDash val="solid"/>
              <a:miter/>
            </a:ln>
          </p:spPr>
          <p:txBody>
            <a:bodyPr rtlCol="0" anchor="ctr"/>
            <a:lstStyle/>
            <a:p>
              <a:endParaRPr lang="en-US"/>
            </a:p>
          </p:txBody>
        </p:sp>
        <p:sp>
          <p:nvSpPr>
            <p:cNvPr id="976" name="Graphic 4">
              <a:extLst>
                <a:ext uri="{FF2B5EF4-FFF2-40B4-BE49-F238E27FC236}">
                  <a16:creationId xmlns:a16="http://schemas.microsoft.com/office/drawing/2014/main" id="{E1975DF9-7913-FB40-9FC3-2017AFEB2A76}"/>
                </a:ext>
              </a:extLst>
            </p:cNvPr>
            <p:cNvSpPr/>
            <p:nvPr/>
          </p:nvSpPr>
          <p:spPr>
            <a:xfrm>
              <a:off x="2170022" y="4008665"/>
              <a:ext cx="49841" cy="38942"/>
            </a:xfrm>
            <a:custGeom>
              <a:avLst/>
              <a:gdLst>
                <a:gd name="connsiteX0" fmla="*/ 0 w 49841"/>
                <a:gd name="connsiteY0" fmla="*/ 0 h 38942"/>
                <a:gd name="connsiteX1" fmla="*/ 0 w 49841"/>
                <a:gd name="connsiteY1" fmla="*/ 38943 h 38942"/>
                <a:gd name="connsiteX2" fmla="*/ 49841 w 49841"/>
                <a:gd name="connsiteY2" fmla="*/ 38943 h 38942"/>
                <a:gd name="connsiteX3" fmla="*/ 49841 w 49841"/>
                <a:gd name="connsiteY3" fmla="*/ 0 h 38942"/>
                <a:gd name="connsiteX4" fmla="*/ 0 w 49841"/>
                <a:gd name="connsiteY4" fmla="*/ 0 h 38942"/>
                <a:gd name="connsiteX5" fmla="*/ 14697 w 49841"/>
                <a:gd name="connsiteY5" fmla="*/ 31282 h 38942"/>
                <a:gd name="connsiteX6" fmla="*/ 2556 w 49841"/>
                <a:gd name="connsiteY6" fmla="*/ 19152 h 38942"/>
                <a:gd name="connsiteX7" fmla="*/ 14697 w 49841"/>
                <a:gd name="connsiteY7" fmla="*/ 7023 h 38942"/>
                <a:gd name="connsiteX8" fmla="*/ 26838 w 49841"/>
                <a:gd name="connsiteY8" fmla="*/ 19152 h 38942"/>
                <a:gd name="connsiteX9" fmla="*/ 14697 w 49841"/>
                <a:gd name="connsiteY9" fmla="*/ 31282 h 3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841" h="38942">
                  <a:moveTo>
                    <a:pt x="0" y="0"/>
                  </a:moveTo>
                  <a:lnTo>
                    <a:pt x="0" y="38943"/>
                  </a:lnTo>
                  <a:lnTo>
                    <a:pt x="49841" y="38943"/>
                  </a:lnTo>
                  <a:lnTo>
                    <a:pt x="49841" y="0"/>
                  </a:lnTo>
                  <a:lnTo>
                    <a:pt x="0" y="0"/>
                  </a:lnTo>
                  <a:close/>
                  <a:moveTo>
                    <a:pt x="14697" y="31282"/>
                  </a:moveTo>
                  <a:cubicBezTo>
                    <a:pt x="8307" y="31282"/>
                    <a:pt x="2556" y="26175"/>
                    <a:pt x="2556" y="19152"/>
                  </a:cubicBezTo>
                  <a:cubicBezTo>
                    <a:pt x="2556" y="12130"/>
                    <a:pt x="7668" y="7023"/>
                    <a:pt x="14697" y="7023"/>
                  </a:cubicBezTo>
                  <a:cubicBezTo>
                    <a:pt x="21087" y="7023"/>
                    <a:pt x="26838" y="12130"/>
                    <a:pt x="26838" y="19152"/>
                  </a:cubicBezTo>
                  <a:cubicBezTo>
                    <a:pt x="26838" y="26175"/>
                    <a:pt x="21087" y="31282"/>
                    <a:pt x="14697" y="31282"/>
                  </a:cubicBezTo>
                  <a:close/>
                </a:path>
              </a:pathLst>
            </a:custGeom>
            <a:solidFill>
              <a:srgbClr val="004F59"/>
            </a:solidFill>
            <a:ln w="6390" cap="flat">
              <a:noFill/>
              <a:prstDash val="solid"/>
              <a:miter/>
            </a:ln>
          </p:spPr>
          <p:txBody>
            <a:bodyPr rtlCol="0" anchor="ctr"/>
            <a:lstStyle/>
            <a:p>
              <a:endParaRPr lang="en-US"/>
            </a:p>
          </p:txBody>
        </p:sp>
        <p:sp>
          <p:nvSpPr>
            <p:cNvPr id="977" name="Graphic 4">
              <a:extLst>
                <a:ext uri="{FF2B5EF4-FFF2-40B4-BE49-F238E27FC236}">
                  <a16:creationId xmlns:a16="http://schemas.microsoft.com/office/drawing/2014/main" id="{D6FAA2CC-456A-934D-841F-C6F92C28AE35}"/>
                </a:ext>
              </a:extLst>
            </p:cNvPr>
            <p:cNvSpPr/>
            <p:nvPr/>
          </p:nvSpPr>
          <p:spPr>
            <a:xfrm>
              <a:off x="1952764" y="3824168"/>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79879 w 361674"/>
                <a:gd name="connsiteY5" fmla="*/ 229823 h 361333"/>
                <a:gd name="connsiteX6" fmla="*/ 273489 w 361674"/>
                <a:gd name="connsiteY6" fmla="*/ 236207 h 361333"/>
                <a:gd name="connsiteX7" fmla="*/ 265821 w 361674"/>
                <a:gd name="connsiteY7" fmla="*/ 236207 h 361333"/>
                <a:gd name="connsiteX8" fmla="*/ 265821 w 361674"/>
                <a:gd name="connsiteY8" fmla="*/ 276426 h 361333"/>
                <a:gd name="connsiteX9" fmla="*/ 259431 w 361674"/>
                <a:gd name="connsiteY9" fmla="*/ 282810 h 361333"/>
                <a:gd name="connsiteX10" fmla="*/ 88820 w 361674"/>
                <a:gd name="connsiteY10" fmla="*/ 282810 h 361333"/>
                <a:gd name="connsiteX11" fmla="*/ 82430 w 361674"/>
                <a:gd name="connsiteY11" fmla="*/ 276426 h 361333"/>
                <a:gd name="connsiteX12" fmla="*/ 82430 w 361674"/>
                <a:gd name="connsiteY12" fmla="*/ 130233 h 361333"/>
                <a:gd name="connsiteX13" fmla="*/ 88820 w 361674"/>
                <a:gd name="connsiteY13" fmla="*/ 123849 h 361333"/>
                <a:gd name="connsiteX14" fmla="*/ 134189 w 361674"/>
                <a:gd name="connsiteY14" fmla="*/ 123849 h 361333"/>
                <a:gd name="connsiteX15" fmla="*/ 175084 w 361674"/>
                <a:gd name="connsiteY15" fmla="*/ 92568 h 361333"/>
                <a:gd name="connsiteX16" fmla="*/ 176362 w 361674"/>
                <a:gd name="connsiteY16" fmla="*/ 91291 h 361333"/>
                <a:gd name="connsiteX17" fmla="*/ 177640 w 361674"/>
                <a:gd name="connsiteY17" fmla="*/ 90652 h 361333"/>
                <a:gd name="connsiteX18" fmla="*/ 191698 w 361674"/>
                <a:gd name="connsiteY18" fmla="*/ 79800 h 361333"/>
                <a:gd name="connsiteX19" fmla="*/ 200644 w 361674"/>
                <a:gd name="connsiteY19" fmla="*/ 81076 h 361333"/>
                <a:gd name="connsiteX20" fmla="*/ 208312 w 361674"/>
                <a:gd name="connsiteY20" fmla="*/ 90652 h 361333"/>
                <a:gd name="connsiteX21" fmla="*/ 213424 w 361674"/>
                <a:gd name="connsiteY21" fmla="*/ 86822 h 361333"/>
                <a:gd name="connsiteX22" fmla="*/ 222370 w 361674"/>
                <a:gd name="connsiteY22" fmla="*/ 88099 h 361333"/>
                <a:gd name="connsiteX23" fmla="*/ 250485 w 361674"/>
                <a:gd name="connsiteY23" fmla="*/ 123849 h 361333"/>
                <a:gd name="connsiteX24" fmla="*/ 258792 w 361674"/>
                <a:gd name="connsiteY24" fmla="*/ 123849 h 361333"/>
                <a:gd name="connsiteX25" fmla="*/ 265182 w 361674"/>
                <a:gd name="connsiteY25" fmla="*/ 130233 h 361333"/>
                <a:gd name="connsiteX26" fmla="*/ 265182 w 361674"/>
                <a:gd name="connsiteY26" fmla="*/ 171091 h 361333"/>
                <a:gd name="connsiteX27" fmla="*/ 272850 w 361674"/>
                <a:gd name="connsiteY27" fmla="*/ 171091 h 361333"/>
                <a:gd name="connsiteX28" fmla="*/ 279240 w 361674"/>
                <a:gd name="connsiteY28" fmla="*/ 177475 h 361333"/>
                <a:gd name="connsiteX29" fmla="*/ 279240 w 361674"/>
                <a:gd name="connsiteY29" fmla="*/ 22982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1674"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2309" y="81076"/>
                    <a:pt x="281157" y="0"/>
                    <a:pt x="180835" y="0"/>
                  </a:cubicBezTo>
                  <a:close/>
                  <a:moveTo>
                    <a:pt x="279879" y="229823"/>
                  </a:moveTo>
                  <a:cubicBezTo>
                    <a:pt x="279879" y="233654"/>
                    <a:pt x="277323" y="236207"/>
                    <a:pt x="273489" y="236207"/>
                  </a:cubicBezTo>
                  <a:lnTo>
                    <a:pt x="265821" y="236207"/>
                  </a:lnTo>
                  <a:lnTo>
                    <a:pt x="265821" y="276426"/>
                  </a:lnTo>
                  <a:cubicBezTo>
                    <a:pt x="265821" y="280257"/>
                    <a:pt x="263265" y="282810"/>
                    <a:pt x="259431" y="282810"/>
                  </a:cubicBezTo>
                  <a:lnTo>
                    <a:pt x="88820" y="282810"/>
                  </a:lnTo>
                  <a:cubicBezTo>
                    <a:pt x="84986" y="282810"/>
                    <a:pt x="82430" y="280257"/>
                    <a:pt x="82430" y="276426"/>
                  </a:cubicBezTo>
                  <a:lnTo>
                    <a:pt x="82430" y="130233"/>
                  </a:lnTo>
                  <a:cubicBezTo>
                    <a:pt x="82430" y="126403"/>
                    <a:pt x="84986" y="123849"/>
                    <a:pt x="88820" y="123849"/>
                  </a:cubicBezTo>
                  <a:lnTo>
                    <a:pt x="134189" y="123849"/>
                  </a:lnTo>
                  <a:lnTo>
                    <a:pt x="175084" y="92568"/>
                  </a:lnTo>
                  <a:cubicBezTo>
                    <a:pt x="175723" y="91929"/>
                    <a:pt x="175723" y="91291"/>
                    <a:pt x="176362" y="91291"/>
                  </a:cubicBezTo>
                  <a:cubicBezTo>
                    <a:pt x="177001" y="90652"/>
                    <a:pt x="177640" y="90652"/>
                    <a:pt x="177640" y="90652"/>
                  </a:cubicBezTo>
                  <a:lnTo>
                    <a:pt x="191698" y="79800"/>
                  </a:lnTo>
                  <a:cubicBezTo>
                    <a:pt x="194254" y="77884"/>
                    <a:pt x="198727" y="77884"/>
                    <a:pt x="200644" y="81076"/>
                  </a:cubicBezTo>
                  <a:lnTo>
                    <a:pt x="208312" y="90652"/>
                  </a:lnTo>
                  <a:lnTo>
                    <a:pt x="213424" y="86822"/>
                  </a:lnTo>
                  <a:cubicBezTo>
                    <a:pt x="215980" y="84907"/>
                    <a:pt x="220453" y="85545"/>
                    <a:pt x="222370" y="88099"/>
                  </a:cubicBezTo>
                  <a:lnTo>
                    <a:pt x="250485" y="123849"/>
                  </a:lnTo>
                  <a:lnTo>
                    <a:pt x="258792" y="123849"/>
                  </a:lnTo>
                  <a:cubicBezTo>
                    <a:pt x="262626" y="123849"/>
                    <a:pt x="265182" y="126403"/>
                    <a:pt x="265182" y="130233"/>
                  </a:cubicBezTo>
                  <a:lnTo>
                    <a:pt x="265182" y="171091"/>
                  </a:lnTo>
                  <a:lnTo>
                    <a:pt x="272850" y="171091"/>
                  </a:lnTo>
                  <a:cubicBezTo>
                    <a:pt x="276684" y="171091"/>
                    <a:pt x="279240" y="173644"/>
                    <a:pt x="279240" y="177475"/>
                  </a:cubicBezTo>
                  <a:lnTo>
                    <a:pt x="279240" y="229823"/>
                  </a:lnTo>
                  <a:close/>
                </a:path>
              </a:pathLst>
            </a:custGeom>
            <a:solidFill>
              <a:srgbClr val="004F59"/>
            </a:solidFill>
            <a:ln w="6390" cap="flat">
              <a:noFill/>
              <a:prstDash val="solid"/>
              <a:miter/>
            </a:ln>
          </p:spPr>
          <p:txBody>
            <a:bodyPr rtlCol="0" anchor="ctr"/>
            <a:lstStyle/>
            <a:p>
              <a:endParaRPr lang="en-US"/>
            </a:p>
          </p:txBody>
        </p:sp>
      </p:grpSp>
    </p:spTree>
    <p:extLst>
      <p:ext uri="{BB962C8B-B14F-4D97-AF65-F5344CB8AC3E}">
        <p14:creationId xmlns:p14="http://schemas.microsoft.com/office/powerpoint/2010/main" val="612910157"/>
      </p:ext>
    </p:extLst>
  </p:cSld>
  <p:clrMapOvr>
    <a:masterClrMapping/>
  </p:clrMapOvr>
  <p:transition>
    <p:fade/>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0AB181-1E9F-2244-B53A-BC8E2F101DA6}"/>
              </a:ext>
            </a:extLst>
          </p:cNvPr>
          <p:cNvSpPr>
            <a:spLocks noGrp="1"/>
          </p:cNvSpPr>
          <p:nvPr>
            <p:ph type="title"/>
          </p:nvPr>
        </p:nvSpPr>
        <p:spPr/>
        <p:txBody>
          <a:bodyPr/>
          <a:lstStyle/>
          <a:p>
            <a:r>
              <a:rPr lang="en-US" dirty="0"/>
              <a:t>HEALTH &amp; SCIENCE</a:t>
            </a:r>
          </a:p>
        </p:txBody>
      </p:sp>
      <p:sp>
        <p:nvSpPr>
          <p:cNvPr id="4" name="Content Placeholder 3">
            <a:extLst>
              <a:ext uri="{FF2B5EF4-FFF2-40B4-BE49-F238E27FC236}">
                <a16:creationId xmlns:a16="http://schemas.microsoft.com/office/drawing/2014/main" id="{DB57E314-8EE4-694B-B268-A9071E1D395E}"/>
              </a:ext>
            </a:extLst>
          </p:cNvPr>
          <p:cNvSpPr>
            <a:spLocks noGrp="1"/>
          </p:cNvSpPr>
          <p:nvPr>
            <p:ph idx="10"/>
          </p:nvPr>
        </p:nvSpPr>
        <p:spPr>
          <a:xfrm>
            <a:off x="463296" y="5473209"/>
            <a:ext cx="3946399" cy="1114021"/>
          </a:xfrm>
        </p:spPr>
        <p:txBody>
          <a:bodyPr/>
          <a:lstStyle/>
          <a:p>
            <a:r>
              <a:rPr lang="en-US" dirty="0"/>
              <a:t>Covid-19 / Remote work</a:t>
            </a:r>
          </a:p>
          <a:p>
            <a:r>
              <a:rPr lang="en-US" sz="900" dirty="0"/>
              <a:t>Keywords:</a:t>
            </a:r>
            <a:br>
              <a:rPr lang="en-US" sz="900" dirty="0"/>
            </a:br>
            <a:r>
              <a:rPr lang="en-US" sz="800" b="0" dirty="0"/>
              <a:t>Seating distance, Mobile App, Health App, Washing, Cleaning, Cough, Breath, Cold, Desk, Cubicle, N95 Mask, Surgical Mask, Bacteria, Hand Moisturizer, Working distance, Washing hands, No public gatherings, No coughing, Cover mouth, Social distancing, Sanitizer, Gloves, Soap, Medical App, </a:t>
            </a:r>
            <a:r>
              <a:rPr lang="en-US" sz="800" b="0" dirty="0" err="1"/>
              <a:t>Disintfectant</a:t>
            </a:r>
            <a:r>
              <a:rPr lang="en-US" sz="800" b="0" dirty="0"/>
              <a:t> Spray, Man wearing mask, Table, Work Station, Hand sanitizer, Disinfectant spray, Coughing, Sneeze, Face mask, Medical Mask, Hand wash, Safety goggles, Chair, Wash hands, Hand wash</a:t>
            </a:r>
            <a:endParaRPr lang="en-US" sz="1050" b="0" dirty="0"/>
          </a:p>
        </p:txBody>
      </p:sp>
      <p:sp>
        <p:nvSpPr>
          <p:cNvPr id="9" name="Content Placeholder 3">
            <a:extLst>
              <a:ext uri="{FF2B5EF4-FFF2-40B4-BE49-F238E27FC236}">
                <a16:creationId xmlns:a16="http://schemas.microsoft.com/office/drawing/2014/main" id="{55E798CF-E773-9D48-A06F-584A2DB95AC8}"/>
              </a:ext>
            </a:extLst>
          </p:cNvPr>
          <p:cNvSpPr txBox="1">
            <a:spLocks/>
          </p:cNvSpPr>
          <p:nvPr/>
        </p:nvSpPr>
        <p:spPr>
          <a:xfrm>
            <a:off x="7794595" y="5473209"/>
            <a:ext cx="3663980"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Healthcare &amp; Wellness</a:t>
            </a:r>
          </a:p>
          <a:p>
            <a:r>
              <a:rPr lang="en-US" sz="900" dirty="0"/>
              <a:t>Keywords:</a:t>
            </a:r>
            <a:br>
              <a:rPr lang="en-US" sz="900" dirty="0"/>
            </a:br>
            <a:r>
              <a:rPr lang="en-US" sz="800" b="0" dirty="0"/>
              <a:t>Temperature, Infant, Emergency services, Bleeding, Cut, Heartbeat, Aids, Breast Cancer, Disabled, 911, 100, Soother, Nipple, Milk Bottle, Baby Feed, Peace of Mind, Medical kit, Heart attack, Chat with doctor, Online Medical Attention, Cerebrum, Mind, Hospitalized, Danger, Thermometer, Baby, Ambulance, Blood test, Baby stroller, ECG, EXG, Ribbon, Pram, Wheelchair, Pacifier, Hospital, First aid kit, Broken Heart, Cross, Feeding bottle, Heart care, Star of Life, </a:t>
            </a:r>
            <a:r>
              <a:rPr lang="en-US" sz="800" b="0" dirty="0" err="1"/>
              <a:t>Stethescope</a:t>
            </a:r>
            <a:r>
              <a:rPr lang="en-US" sz="800" b="0" dirty="0"/>
              <a:t>, Spectacles, Hospital Bed, Brain, Health app, Medical App, Phone app, Gym weights, Death, Weight machine</a:t>
            </a:r>
            <a:endParaRPr lang="en-US" sz="1050" b="0" dirty="0"/>
          </a:p>
        </p:txBody>
      </p:sp>
      <p:sp>
        <p:nvSpPr>
          <p:cNvPr id="10" name="Content Placeholder 3">
            <a:extLst>
              <a:ext uri="{FF2B5EF4-FFF2-40B4-BE49-F238E27FC236}">
                <a16:creationId xmlns:a16="http://schemas.microsoft.com/office/drawing/2014/main" id="{F6F1EA66-4F59-DE4A-ABF1-B392433220F7}"/>
              </a:ext>
            </a:extLst>
          </p:cNvPr>
          <p:cNvSpPr txBox="1">
            <a:spLocks/>
          </p:cNvSpPr>
          <p:nvPr/>
        </p:nvSpPr>
        <p:spPr>
          <a:xfrm>
            <a:off x="5024289" y="5473209"/>
            <a:ext cx="2264277"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Medicine</a:t>
            </a:r>
          </a:p>
          <a:p>
            <a:r>
              <a:rPr lang="en-US" sz="900" dirty="0"/>
              <a:t>Keywords:</a:t>
            </a:r>
            <a:br>
              <a:rPr lang="en-US" sz="900" dirty="0"/>
            </a:br>
            <a:r>
              <a:rPr lang="en-US" sz="800" b="0" dirty="0"/>
              <a:t>Genetics, Genes, Double Helix, </a:t>
            </a:r>
            <a:r>
              <a:rPr lang="en-US" sz="800" b="0" dirty="0" err="1"/>
              <a:t>Heriditary</a:t>
            </a:r>
            <a:r>
              <a:rPr lang="en-US" sz="800" b="0" dirty="0"/>
              <a:t>, A B Testing, Chemicals, DNA, Microscope, Test tube, Conical flask, Pharmacy, Asthma inhaler, Asthma Puffer, Vaccine, Syringe, </a:t>
            </a:r>
            <a:r>
              <a:rPr lang="en-US" sz="800" b="0" dirty="0" err="1"/>
              <a:t>Motar</a:t>
            </a:r>
            <a:r>
              <a:rPr lang="en-US" sz="800" b="0" dirty="0"/>
              <a:t> and Pestle, Medicine Bowl, Medicine Bottle, Pills, Tablets, Band aid, Herbal medicine, Ayurveda, Injection, Home remedy, Inhaler, Research</a:t>
            </a:r>
            <a:endParaRPr lang="en-US" sz="1050" b="0" dirty="0"/>
          </a:p>
        </p:txBody>
      </p:sp>
      <p:grpSp>
        <p:nvGrpSpPr>
          <p:cNvPr id="6" name="Graphic 4">
            <a:extLst>
              <a:ext uri="{FF2B5EF4-FFF2-40B4-BE49-F238E27FC236}">
                <a16:creationId xmlns:a16="http://schemas.microsoft.com/office/drawing/2014/main" id="{E5B61532-BE62-044A-B613-23FF02F7CBCE}"/>
              </a:ext>
            </a:extLst>
          </p:cNvPr>
          <p:cNvGrpSpPr/>
          <p:nvPr/>
        </p:nvGrpSpPr>
        <p:grpSpPr>
          <a:xfrm>
            <a:off x="467743" y="4308712"/>
            <a:ext cx="361670" cy="361333"/>
            <a:chOff x="467743" y="4308712"/>
            <a:chExt cx="361670" cy="361333"/>
          </a:xfrm>
          <a:solidFill>
            <a:srgbClr val="012169"/>
          </a:solidFill>
        </p:grpSpPr>
        <p:sp>
          <p:nvSpPr>
            <p:cNvPr id="7" name="Graphic 4">
              <a:extLst>
                <a:ext uri="{FF2B5EF4-FFF2-40B4-BE49-F238E27FC236}">
                  <a16:creationId xmlns:a16="http://schemas.microsoft.com/office/drawing/2014/main" id="{B0923609-681E-CB41-9672-3D338862512E}"/>
                </a:ext>
              </a:extLst>
            </p:cNvPr>
            <p:cNvSpPr/>
            <p:nvPr/>
          </p:nvSpPr>
          <p:spPr>
            <a:xfrm>
              <a:off x="467743"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8" name="Graphic 4">
              <a:extLst>
                <a:ext uri="{FF2B5EF4-FFF2-40B4-BE49-F238E27FC236}">
                  <a16:creationId xmlns:a16="http://schemas.microsoft.com/office/drawing/2014/main" id="{16193063-8664-BC40-8C30-CEACDFAE05C4}"/>
                </a:ext>
              </a:extLst>
            </p:cNvPr>
            <p:cNvSpPr/>
            <p:nvPr/>
          </p:nvSpPr>
          <p:spPr>
            <a:xfrm>
              <a:off x="679889" y="4398726"/>
              <a:ext cx="99780" cy="180666"/>
            </a:xfrm>
            <a:custGeom>
              <a:avLst/>
              <a:gdLst>
                <a:gd name="connsiteX0" fmla="*/ 93932 w 99780"/>
                <a:gd name="connsiteY0" fmla="*/ 0 h 180666"/>
                <a:gd name="connsiteX1" fmla="*/ 6390 w 99780"/>
                <a:gd name="connsiteY1" fmla="*/ 0 h 180666"/>
                <a:gd name="connsiteX2" fmla="*/ 0 w 99780"/>
                <a:gd name="connsiteY2" fmla="*/ 6384 h 180666"/>
                <a:gd name="connsiteX3" fmla="*/ 0 w 99780"/>
                <a:gd name="connsiteY3" fmla="*/ 65755 h 180666"/>
                <a:gd name="connsiteX4" fmla="*/ 6390 w 99780"/>
                <a:gd name="connsiteY4" fmla="*/ 72139 h 180666"/>
                <a:gd name="connsiteX5" fmla="*/ 22365 w 99780"/>
                <a:gd name="connsiteY5" fmla="*/ 72139 h 180666"/>
                <a:gd name="connsiteX6" fmla="*/ 22365 w 99780"/>
                <a:gd name="connsiteY6" fmla="*/ 72139 h 180666"/>
                <a:gd name="connsiteX7" fmla="*/ 22365 w 99780"/>
                <a:gd name="connsiteY7" fmla="*/ 84907 h 180666"/>
                <a:gd name="connsiteX8" fmla="*/ 36423 w 99780"/>
                <a:gd name="connsiteY8" fmla="*/ 98952 h 180666"/>
                <a:gd name="connsiteX9" fmla="*/ 40257 w 99780"/>
                <a:gd name="connsiteY9" fmla="*/ 98952 h 180666"/>
                <a:gd name="connsiteX10" fmla="*/ 40257 w 99780"/>
                <a:gd name="connsiteY10" fmla="*/ 100867 h 180666"/>
                <a:gd name="connsiteX11" fmla="*/ 21087 w 99780"/>
                <a:gd name="connsiteY11" fmla="*/ 121934 h 180666"/>
                <a:gd name="connsiteX12" fmla="*/ 21087 w 99780"/>
                <a:gd name="connsiteY12" fmla="*/ 123849 h 180666"/>
                <a:gd name="connsiteX13" fmla="*/ 27477 w 99780"/>
                <a:gd name="connsiteY13" fmla="*/ 130233 h 180666"/>
                <a:gd name="connsiteX14" fmla="*/ 45369 w 99780"/>
                <a:gd name="connsiteY14" fmla="*/ 130233 h 180666"/>
                <a:gd name="connsiteX15" fmla="*/ 45369 w 99780"/>
                <a:gd name="connsiteY15" fmla="*/ 154492 h 180666"/>
                <a:gd name="connsiteX16" fmla="*/ 24921 w 99780"/>
                <a:gd name="connsiteY16" fmla="*/ 163430 h 180666"/>
                <a:gd name="connsiteX17" fmla="*/ 21087 w 99780"/>
                <a:gd name="connsiteY17" fmla="*/ 169176 h 180666"/>
                <a:gd name="connsiteX18" fmla="*/ 21087 w 99780"/>
                <a:gd name="connsiteY18" fmla="*/ 174283 h 180666"/>
                <a:gd name="connsiteX19" fmla="*/ 27477 w 99780"/>
                <a:gd name="connsiteY19" fmla="*/ 180667 h 180666"/>
                <a:gd name="connsiteX20" fmla="*/ 27477 w 99780"/>
                <a:gd name="connsiteY20" fmla="*/ 180667 h 180666"/>
                <a:gd name="connsiteX21" fmla="*/ 33867 w 99780"/>
                <a:gd name="connsiteY21" fmla="*/ 174283 h 180666"/>
                <a:gd name="connsiteX22" fmla="*/ 33867 w 99780"/>
                <a:gd name="connsiteY22" fmla="*/ 173644 h 180666"/>
                <a:gd name="connsiteX23" fmla="*/ 45369 w 99780"/>
                <a:gd name="connsiteY23" fmla="*/ 168537 h 180666"/>
                <a:gd name="connsiteX24" fmla="*/ 45369 w 99780"/>
                <a:gd name="connsiteY24" fmla="*/ 173006 h 180666"/>
                <a:gd name="connsiteX25" fmla="*/ 51758 w 99780"/>
                <a:gd name="connsiteY25" fmla="*/ 179390 h 180666"/>
                <a:gd name="connsiteX26" fmla="*/ 58148 w 99780"/>
                <a:gd name="connsiteY26" fmla="*/ 173006 h 180666"/>
                <a:gd name="connsiteX27" fmla="*/ 58148 w 99780"/>
                <a:gd name="connsiteY27" fmla="*/ 168537 h 180666"/>
                <a:gd name="connsiteX28" fmla="*/ 69650 w 99780"/>
                <a:gd name="connsiteY28" fmla="*/ 173644 h 180666"/>
                <a:gd name="connsiteX29" fmla="*/ 69650 w 99780"/>
                <a:gd name="connsiteY29" fmla="*/ 174283 h 180666"/>
                <a:gd name="connsiteX30" fmla="*/ 76040 w 99780"/>
                <a:gd name="connsiteY30" fmla="*/ 180667 h 180666"/>
                <a:gd name="connsiteX31" fmla="*/ 76040 w 99780"/>
                <a:gd name="connsiteY31" fmla="*/ 180667 h 180666"/>
                <a:gd name="connsiteX32" fmla="*/ 82430 w 99780"/>
                <a:gd name="connsiteY32" fmla="*/ 174283 h 180666"/>
                <a:gd name="connsiteX33" fmla="*/ 82430 w 99780"/>
                <a:gd name="connsiteY33" fmla="*/ 169176 h 180666"/>
                <a:gd name="connsiteX34" fmla="*/ 78596 w 99780"/>
                <a:gd name="connsiteY34" fmla="*/ 163430 h 180666"/>
                <a:gd name="connsiteX35" fmla="*/ 58148 w 99780"/>
                <a:gd name="connsiteY35" fmla="*/ 154492 h 180666"/>
                <a:gd name="connsiteX36" fmla="*/ 58148 w 99780"/>
                <a:gd name="connsiteY36" fmla="*/ 130233 h 180666"/>
                <a:gd name="connsiteX37" fmla="*/ 74762 w 99780"/>
                <a:gd name="connsiteY37" fmla="*/ 130233 h 180666"/>
                <a:gd name="connsiteX38" fmla="*/ 81152 w 99780"/>
                <a:gd name="connsiteY38" fmla="*/ 123849 h 180666"/>
                <a:gd name="connsiteX39" fmla="*/ 81152 w 99780"/>
                <a:gd name="connsiteY39" fmla="*/ 121934 h 180666"/>
                <a:gd name="connsiteX40" fmla="*/ 62621 w 99780"/>
                <a:gd name="connsiteY40" fmla="*/ 100867 h 180666"/>
                <a:gd name="connsiteX41" fmla="*/ 62621 w 99780"/>
                <a:gd name="connsiteY41" fmla="*/ 98952 h 180666"/>
                <a:gd name="connsiteX42" fmla="*/ 66455 w 99780"/>
                <a:gd name="connsiteY42" fmla="*/ 98952 h 180666"/>
                <a:gd name="connsiteX43" fmla="*/ 80513 w 99780"/>
                <a:gd name="connsiteY43" fmla="*/ 84907 h 180666"/>
                <a:gd name="connsiteX44" fmla="*/ 80513 w 99780"/>
                <a:gd name="connsiteY44" fmla="*/ 72139 h 180666"/>
                <a:gd name="connsiteX45" fmla="*/ 93293 w 99780"/>
                <a:gd name="connsiteY45" fmla="*/ 72139 h 180666"/>
                <a:gd name="connsiteX46" fmla="*/ 99683 w 99780"/>
                <a:gd name="connsiteY46" fmla="*/ 65755 h 180666"/>
                <a:gd name="connsiteX47" fmla="*/ 99683 w 99780"/>
                <a:gd name="connsiteY47" fmla="*/ 6384 h 180666"/>
                <a:gd name="connsiteX48" fmla="*/ 93932 w 99780"/>
                <a:gd name="connsiteY48" fmla="*/ 0 h 180666"/>
                <a:gd name="connsiteX49" fmla="*/ 67733 w 99780"/>
                <a:gd name="connsiteY49" fmla="*/ 118104 h 180666"/>
                <a:gd name="connsiteX50" fmla="*/ 35145 w 99780"/>
                <a:gd name="connsiteY50" fmla="*/ 118104 h 180666"/>
                <a:gd name="connsiteX51" fmla="*/ 42174 w 99780"/>
                <a:gd name="connsiteY51" fmla="*/ 113635 h 180666"/>
                <a:gd name="connsiteX52" fmla="*/ 60065 w 99780"/>
                <a:gd name="connsiteY52" fmla="*/ 113635 h 180666"/>
                <a:gd name="connsiteX53" fmla="*/ 67733 w 99780"/>
                <a:gd name="connsiteY53" fmla="*/ 118104 h 180666"/>
                <a:gd name="connsiteX54" fmla="*/ 68372 w 99780"/>
                <a:gd name="connsiteY54" fmla="*/ 84907 h 180666"/>
                <a:gd name="connsiteX55" fmla="*/ 67094 w 99780"/>
                <a:gd name="connsiteY55" fmla="*/ 86184 h 180666"/>
                <a:gd name="connsiteX56" fmla="*/ 37062 w 99780"/>
                <a:gd name="connsiteY56" fmla="*/ 86184 h 180666"/>
                <a:gd name="connsiteX57" fmla="*/ 35784 w 99780"/>
                <a:gd name="connsiteY57" fmla="*/ 84907 h 180666"/>
                <a:gd name="connsiteX58" fmla="*/ 35784 w 99780"/>
                <a:gd name="connsiteY58" fmla="*/ 51072 h 180666"/>
                <a:gd name="connsiteX59" fmla="*/ 50481 w 99780"/>
                <a:gd name="connsiteY59" fmla="*/ 36388 h 180666"/>
                <a:gd name="connsiteX60" fmla="*/ 53675 w 99780"/>
                <a:gd name="connsiteY60" fmla="*/ 36388 h 180666"/>
                <a:gd name="connsiteX61" fmla="*/ 68372 w 99780"/>
                <a:gd name="connsiteY61" fmla="*/ 51072 h 180666"/>
                <a:gd name="connsiteX62" fmla="*/ 68372 w 99780"/>
                <a:gd name="connsiteY62" fmla="*/ 84907 h 180666"/>
                <a:gd name="connsiteX63" fmla="*/ 87542 w 99780"/>
                <a:gd name="connsiteY63" fmla="*/ 59371 h 180666"/>
                <a:gd name="connsiteX64" fmla="*/ 81152 w 99780"/>
                <a:gd name="connsiteY64" fmla="*/ 59371 h 180666"/>
                <a:gd name="connsiteX65" fmla="*/ 81152 w 99780"/>
                <a:gd name="connsiteY65" fmla="*/ 51072 h 180666"/>
                <a:gd name="connsiteX66" fmla="*/ 53675 w 99780"/>
                <a:gd name="connsiteY66" fmla="*/ 23620 h 180666"/>
                <a:gd name="connsiteX67" fmla="*/ 50481 w 99780"/>
                <a:gd name="connsiteY67" fmla="*/ 23620 h 180666"/>
                <a:gd name="connsiteX68" fmla="*/ 23004 w 99780"/>
                <a:gd name="connsiteY68" fmla="*/ 51072 h 180666"/>
                <a:gd name="connsiteX69" fmla="*/ 23004 w 99780"/>
                <a:gd name="connsiteY69" fmla="*/ 59371 h 180666"/>
                <a:gd name="connsiteX70" fmla="*/ 23004 w 99780"/>
                <a:gd name="connsiteY70" fmla="*/ 59371 h 180666"/>
                <a:gd name="connsiteX71" fmla="*/ 13419 w 99780"/>
                <a:gd name="connsiteY71" fmla="*/ 59371 h 180666"/>
                <a:gd name="connsiteX72" fmla="*/ 13419 w 99780"/>
                <a:gd name="connsiteY72" fmla="*/ 12768 h 180666"/>
                <a:gd name="connsiteX73" fmla="*/ 88181 w 99780"/>
                <a:gd name="connsiteY73" fmla="*/ 12768 h 180666"/>
                <a:gd name="connsiteX74" fmla="*/ 88181 w 99780"/>
                <a:gd name="connsiteY74" fmla="*/ 59371 h 18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99780" h="180666">
                  <a:moveTo>
                    <a:pt x="93932" y="0"/>
                  </a:moveTo>
                  <a:lnTo>
                    <a:pt x="6390" y="0"/>
                  </a:lnTo>
                  <a:cubicBezTo>
                    <a:pt x="2556" y="0"/>
                    <a:pt x="0" y="2553"/>
                    <a:pt x="0" y="6384"/>
                  </a:cubicBezTo>
                  <a:lnTo>
                    <a:pt x="0" y="65755"/>
                  </a:lnTo>
                  <a:cubicBezTo>
                    <a:pt x="0" y="69585"/>
                    <a:pt x="2556" y="72139"/>
                    <a:pt x="6390" y="72139"/>
                  </a:cubicBezTo>
                  <a:lnTo>
                    <a:pt x="22365" y="72139"/>
                  </a:lnTo>
                  <a:cubicBezTo>
                    <a:pt x="22365" y="72139"/>
                    <a:pt x="22365" y="72139"/>
                    <a:pt x="22365" y="72139"/>
                  </a:cubicBezTo>
                  <a:lnTo>
                    <a:pt x="22365" y="84907"/>
                  </a:lnTo>
                  <a:cubicBezTo>
                    <a:pt x="22365" y="92568"/>
                    <a:pt x="28755" y="98952"/>
                    <a:pt x="36423" y="98952"/>
                  </a:cubicBezTo>
                  <a:lnTo>
                    <a:pt x="40257" y="98952"/>
                  </a:lnTo>
                  <a:lnTo>
                    <a:pt x="40257" y="100867"/>
                  </a:lnTo>
                  <a:cubicBezTo>
                    <a:pt x="29394" y="101505"/>
                    <a:pt x="21087" y="111081"/>
                    <a:pt x="21087" y="121934"/>
                  </a:cubicBezTo>
                  <a:lnTo>
                    <a:pt x="21087" y="123849"/>
                  </a:lnTo>
                  <a:cubicBezTo>
                    <a:pt x="21087" y="127680"/>
                    <a:pt x="23643" y="130233"/>
                    <a:pt x="27477" y="130233"/>
                  </a:cubicBezTo>
                  <a:lnTo>
                    <a:pt x="45369" y="130233"/>
                  </a:lnTo>
                  <a:lnTo>
                    <a:pt x="45369" y="154492"/>
                  </a:lnTo>
                  <a:lnTo>
                    <a:pt x="24921" y="163430"/>
                  </a:lnTo>
                  <a:cubicBezTo>
                    <a:pt x="22365" y="164707"/>
                    <a:pt x="21087" y="166622"/>
                    <a:pt x="21087" y="169176"/>
                  </a:cubicBezTo>
                  <a:lnTo>
                    <a:pt x="21087" y="174283"/>
                  </a:lnTo>
                  <a:cubicBezTo>
                    <a:pt x="21087" y="178113"/>
                    <a:pt x="23643" y="180667"/>
                    <a:pt x="27477" y="180667"/>
                  </a:cubicBezTo>
                  <a:cubicBezTo>
                    <a:pt x="27477" y="180667"/>
                    <a:pt x="27477" y="180667"/>
                    <a:pt x="27477" y="180667"/>
                  </a:cubicBezTo>
                  <a:cubicBezTo>
                    <a:pt x="30672" y="180667"/>
                    <a:pt x="33867" y="178113"/>
                    <a:pt x="33867" y="174283"/>
                  </a:cubicBezTo>
                  <a:lnTo>
                    <a:pt x="33867" y="173644"/>
                  </a:lnTo>
                  <a:lnTo>
                    <a:pt x="45369" y="168537"/>
                  </a:lnTo>
                  <a:lnTo>
                    <a:pt x="45369" y="173006"/>
                  </a:lnTo>
                  <a:cubicBezTo>
                    <a:pt x="45369" y="176836"/>
                    <a:pt x="47925" y="179390"/>
                    <a:pt x="51758" y="179390"/>
                  </a:cubicBezTo>
                  <a:cubicBezTo>
                    <a:pt x="55592" y="179390"/>
                    <a:pt x="58148" y="176836"/>
                    <a:pt x="58148" y="173006"/>
                  </a:cubicBezTo>
                  <a:lnTo>
                    <a:pt x="58148" y="168537"/>
                  </a:lnTo>
                  <a:lnTo>
                    <a:pt x="69650" y="173644"/>
                  </a:lnTo>
                  <a:lnTo>
                    <a:pt x="69650" y="174283"/>
                  </a:lnTo>
                  <a:cubicBezTo>
                    <a:pt x="69650" y="177475"/>
                    <a:pt x="72845" y="180667"/>
                    <a:pt x="76040" y="180667"/>
                  </a:cubicBezTo>
                  <a:cubicBezTo>
                    <a:pt x="76040" y="180667"/>
                    <a:pt x="76040" y="180667"/>
                    <a:pt x="76040" y="180667"/>
                  </a:cubicBezTo>
                  <a:cubicBezTo>
                    <a:pt x="79874" y="180667"/>
                    <a:pt x="82430" y="177475"/>
                    <a:pt x="82430" y="174283"/>
                  </a:cubicBezTo>
                  <a:lnTo>
                    <a:pt x="82430" y="169176"/>
                  </a:lnTo>
                  <a:cubicBezTo>
                    <a:pt x="82430" y="166622"/>
                    <a:pt x="81152" y="164707"/>
                    <a:pt x="78596" y="163430"/>
                  </a:cubicBezTo>
                  <a:lnTo>
                    <a:pt x="58148" y="154492"/>
                  </a:lnTo>
                  <a:lnTo>
                    <a:pt x="58148" y="130233"/>
                  </a:lnTo>
                  <a:lnTo>
                    <a:pt x="74762" y="130233"/>
                  </a:lnTo>
                  <a:cubicBezTo>
                    <a:pt x="78596" y="130233"/>
                    <a:pt x="81152" y="127680"/>
                    <a:pt x="81152" y="123849"/>
                  </a:cubicBezTo>
                  <a:lnTo>
                    <a:pt x="81152" y="121934"/>
                  </a:lnTo>
                  <a:cubicBezTo>
                    <a:pt x="81152" y="111081"/>
                    <a:pt x="72845" y="102144"/>
                    <a:pt x="62621" y="100867"/>
                  </a:cubicBezTo>
                  <a:lnTo>
                    <a:pt x="62621" y="98952"/>
                  </a:lnTo>
                  <a:lnTo>
                    <a:pt x="66455" y="98952"/>
                  </a:lnTo>
                  <a:cubicBezTo>
                    <a:pt x="74123" y="98952"/>
                    <a:pt x="80513" y="92568"/>
                    <a:pt x="80513" y="84907"/>
                  </a:cubicBezTo>
                  <a:lnTo>
                    <a:pt x="80513" y="72139"/>
                  </a:lnTo>
                  <a:lnTo>
                    <a:pt x="93293" y="72139"/>
                  </a:lnTo>
                  <a:cubicBezTo>
                    <a:pt x="97127" y="72139"/>
                    <a:pt x="99683" y="69585"/>
                    <a:pt x="99683" y="65755"/>
                  </a:cubicBezTo>
                  <a:lnTo>
                    <a:pt x="99683" y="6384"/>
                  </a:lnTo>
                  <a:cubicBezTo>
                    <a:pt x="100322" y="2553"/>
                    <a:pt x="97766" y="0"/>
                    <a:pt x="93932" y="0"/>
                  </a:cubicBezTo>
                  <a:close/>
                  <a:moveTo>
                    <a:pt x="67733" y="118104"/>
                  </a:moveTo>
                  <a:lnTo>
                    <a:pt x="35145" y="118104"/>
                  </a:lnTo>
                  <a:cubicBezTo>
                    <a:pt x="36423" y="115550"/>
                    <a:pt x="39618" y="113635"/>
                    <a:pt x="42174" y="113635"/>
                  </a:cubicBezTo>
                  <a:lnTo>
                    <a:pt x="60065" y="113635"/>
                  </a:lnTo>
                  <a:cubicBezTo>
                    <a:pt x="63260" y="113635"/>
                    <a:pt x="65816" y="115550"/>
                    <a:pt x="67733" y="118104"/>
                  </a:cubicBezTo>
                  <a:close/>
                  <a:moveTo>
                    <a:pt x="68372" y="84907"/>
                  </a:moveTo>
                  <a:cubicBezTo>
                    <a:pt x="68372" y="85545"/>
                    <a:pt x="67733" y="86184"/>
                    <a:pt x="67094" y="86184"/>
                  </a:cubicBezTo>
                  <a:lnTo>
                    <a:pt x="37062" y="86184"/>
                  </a:lnTo>
                  <a:cubicBezTo>
                    <a:pt x="36423" y="86184"/>
                    <a:pt x="35784" y="85545"/>
                    <a:pt x="35784" y="84907"/>
                  </a:cubicBezTo>
                  <a:lnTo>
                    <a:pt x="35784" y="51072"/>
                  </a:lnTo>
                  <a:cubicBezTo>
                    <a:pt x="35784" y="42772"/>
                    <a:pt x="42813" y="36388"/>
                    <a:pt x="50481" y="36388"/>
                  </a:cubicBezTo>
                  <a:lnTo>
                    <a:pt x="53675" y="36388"/>
                  </a:lnTo>
                  <a:cubicBezTo>
                    <a:pt x="61982" y="36388"/>
                    <a:pt x="68372" y="43411"/>
                    <a:pt x="68372" y="51072"/>
                  </a:cubicBezTo>
                  <a:lnTo>
                    <a:pt x="68372" y="84907"/>
                  </a:lnTo>
                  <a:close/>
                  <a:moveTo>
                    <a:pt x="87542" y="59371"/>
                  </a:moveTo>
                  <a:lnTo>
                    <a:pt x="81152" y="59371"/>
                  </a:lnTo>
                  <a:lnTo>
                    <a:pt x="81152" y="51072"/>
                  </a:lnTo>
                  <a:cubicBezTo>
                    <a:pt x="81152" y="35750"/>
                    <a:pt x="68372" y="23620"/>
                    <a:pt x="53675" y="23620"/>
                  </a:cubicBezTo>
                  <a:lnTo>
                    <a:pt x="50481" y="23620"/>
                  </a:lnTo>
                  <a:cubicBezTo>
                    <a:pt x="35145" y="23620"/>
                    <a:pt x="23004" y="36388"/>
                    <a:pt x="23004" y="51072"/>
                  </a:cubicBezTo>
                  <a:lnTo>
                    <a:pt x="23004" y="59371"/>
                  </a:lnTo>
                  <a:cubicBezTo>
                    <a:pt x="23004" y="59371"/>
                    <a:pt x="23004" y="59371"/>
                    <a:pt x="23004" y="59371"/>
                  </a:cubicBezTo>
                  <a:lnTo>
                    <a:pt x="13419" y="59371"/>
                  </a:lnTo>
                  <a:lnTo>
                    <a:pt x="13419" y="12768"/>
                  </a:lnTo>
                  <a:lnTo>
                    <a:pt x="88181" y="12768"/>
                  </a:lnTo>
                  <a:lnTo>
                    <a:pt x="88181" y="59371"/>
                  </a:lnTo>
                  <a:close/>
                </a:path>
              </a:pathLst>
            </a:custGeom>
            <a:solidFill>
              <a:srgbClr val="012169"/>
            </a:solidFill>
            <a:ln w="6390" cap="flat">
              <a:noFill/>
              <a:prstDash val="solid"/>
              <a:miter/>
            </a:ln>
          </p:spPr>
          <p:txBody>
            <a:bodyPr rtlCol="0" anchor="ctr"/>
            <a:lstStyle/>
            <a:p>
              <a:endParaRPr lang="en-US"/>
            </a:p>
          </p:txBody>
        </p:sp>
        <p:sp>
          <p:nvSpPr>
            <p:cNvPr id="245" name="Graphic 4">
              <a:extLst>
                <a:ext uri="{FF2B5EF4-FFF2-40B4-BE49-F238E27FC236}">
                  <a16:creationId xmlns:a16="http://schemas.microsoft.com/office/drawing/2014/main" id="{8441A36C-FAA7-2944-BCCD-3B63719D031E}"/>
                </a:ext>
              </a:extLst>
            </p:cNvPr>
            <p:cNvSpPr/>
            <p:nvPr/>
          </p:nvSpPr>
          <p:spPr>
            <a:xfrm>
              <a:off x="516945" y="4400003"/>
              <a:ext cx="99683" cy="180667"/>
            </a:xfrm>
            <a:custGeom>
              <a:avLst/>
              <a:gdLst>
                <a:gd name="connsiteX0" fmla="*/ 78596 w 99683"/>
                <a:gd name="connsiteY0" fmla="*/ 163430 h 180667"/>
                <a:gd name="connsiteX1" fmla="*/ 58148 w 99683"/>
                <a:gd name="connsiteY1" fmla="*/ 154492 h 180667"/>
                <a:gd name="connsiteX2" fmla="*/ 58148 w 99683"/>
                <a:gd name="connsiteY2" fmla="*/ 130233 h 180667"/>
                <a:gd name="connsiteX3" fmla="*/ 74762 w 99683"/>
                <a:gd name="connsiteY3" fmla="*/ 130233 h 180667"/>
                <a:gd name="connsiteX4" fmla="*/ 81152 w 99683"/>
                <a:gd name="connsiteY4" fmla="*/ 123849 h 180667"/>
                <a:gd name="connsiteX5" fmla="*/ 81152 w 99683"/>
                <a:gd name="connsiteY5" fmla="*/ 121934 h 180667"/>
                <a:gd name="connsiteX6" fmla="*/ 62621 w 99683"/>
                <a:gd name="connsiteY6" fmla="*/ 100867 h 180667"/>
                <a:gd name="connsiteX7" fmla="*/ 62621 w 99683"/>
                <a:gd name="connsiteY7" fmla="*/ 98952 h 180667"/>
                <a:gd name="connsiteX8" fmla="*/ 66455 w 99683"/>
                <a:gd name="connsiteY8" fmla="*/ 98952 h 180667"/>
                <a:gd name="connsiteX9" fmla="*/ 80513 w 99683"/>
                <a:gd name="connsiteY9" fmla="*/ 84907 h 180667"/>
                <a:gd name="connsiteX10" fmla="*/ 80513 w 99683"/>
                <a:gd name="connsiteY10" fmla="*/ 72139 h 180667"/>
                <a:gd name="connsiteX11" fmla="*/ 93293 w 99683"/>
                <a:gd name="connsiteY11" fmla="*/ 72139 h 180667"/>
                <a:gd name="connsiteX12" fmla="*/ 99683 w 99683"/>
                <a:gd name="connsiteY12" fmla="*/ 65755 h 180667"/>
                <a:gd name="connsiteX13" fmla="*/ 99683 w 99683"/>
                <a:gd name="connsiteY13" fmla="*/ 6384 h 180667"/>
                <a:gd name="connsiteX14" fmla="*/ 93293 w 99683"/>
                <a:gd name="connsiteY14" fmla="*/ 0 h 180667"/>
                <a:gd name="connsiteX15" fmla="*/ 6390 w 99683"/>
                <a:gd name="connsiteY15" fmla="*/ 0 h 180667"/>
                <a:gd name="connsiteX16" fmla="*/ 0 w 99683"/>
                <a:gd name="connsiteY16" fmla="*/ 6384 h 180667"/>
                <a:gd name="connsiteX17" fmla="*/ 0 w 99683"/>
                <a:gd name="connsiteY17" fmla="*/ 65755 h 180667"/>
                <a:gd name="connsiteX18" fmla="*/ 6390 w 99683"/>
                <a:gd name="connsiteY18" fmla="*/ 72139 h 180667"/>
                <a:gd name="connsiteX19" fmla="*/ 22365 w 99683"/>
                <a:gd name="connsiteY19" fmla="*/ 72139 h 180667"/>
                <a:gd name="connsiteX20" fmla="*/ 22365 w 99683"/>
                <a:gd name="connsiteY20" fmla="*/ 84907 h 180667"/>
                <a:gd name="connsiteX21" fmla="*/ 36423 w 99683"/>
                <a:gd name="connsiteY21" fmla="*/ 98952 h 180667"/>
                <a:gd name="connsiteX22" fmla="*/ 40257 w 99683"/>
                <a:gd name="connsiteY22" fmla="*/ 98952 h 180667"/>
                <a:gd name="connsiteX23" fmla="*/ 40257 w 99683"/>
                <a:gd name="connsiteY23" fmla="*/ 100867 h 180667"/>
                <a:gd name="connsiteX24" fmla="*/ 21087 w 99683"/>
                <a:gd name="connsiteY24" fmla="*/ 121934 h 180667"/>
                <a:gd name="connsiteX25" fmla="*/ 21087 w 99683"/>
                <a:gd name="connsiteY25" fmla="*/ 123849 h 180667"/>
                <a:gd name="connsiteX26" fmla="*/ 27477 w 99683"/>
                <a:gd name="connsiteY26" fmla="*/ 130233 h 180667"/>
                <a:gd name="connsiteX27" fmla="*/ 45369 w 99683"/>
                <a:gd name="connsiteY27" fmla="*/ 130233 h 180667"/>
                <a:gd name="connsiteX28" fmla="*/ 45369 w 99683"/>
                <a:gd name="connsiteY28" fmla="*/ 154492 h 180667"/>
                <a:gd name="connsiteX29" fmla="*/ 24921 w 99683"/>
                <a:gd name="connsiteY29" fmla="*/ 163430 h 180667"/>
                <a:gd name="connsiteX30" fmla="*/ 21087 w 99683"/>
                <a:gd name="connsiteY30" fmla="*/ 169176 h 180667"/>
                <a:gd name="connsiteX31" fmla="*/ 21087 w 99683"/>
                <a:gd name="connsiteY31" fmla="*/ 174283 h 180667"/>
                <a:gd name="connsiteX32" fmla="*/ 27477 w 99683"/>
                <a:gd name="connsiteY32" fmla="*/ 180667 h 180667"/>
                <a:gd name="connsiteX33" fmla="*/ 27477 w 99683"/>
                <a:gd name="connsiteY33" fmla="*/ 180667 h 180667"/>
                <a:gd name="connsiteX34" fmla="*/ 33867 w 99683"/>
                <a:gd name="connsiteY34" fmla="*/ 174283 h 180667"/>
                <a:gd name="connsiteX35" fmla="*/ 33867 w 99683"/>
                <a:gd name="connsiteY35" fmla="*/ 173644 h 180667"/>
                <a:gd name="connsiteX36" fmla="*/ 45369 w 99683"/>
                <a:gd name="connsiteY36" fmla="*/ 168537 h 180667"/>
                <a:gd name="connsiteX37" fmla="*/ 45369 w 99683"/>
                <a:gd name="connsiteY37" fmla="*/ 173006 h 180667"/>
                <a:gd name="connsiteX38" fmla="*/ 51758 w 99683"/>
                <a:gd name="connsiteY38" fmla="*/ 179390 h 180667"/>
                <a:gd name="connsiteX39" fmla="*/ 58148 w 99683"/>
                <a:gd name="connsiteY39" fmla="*/ 173006 h 180667"/>
                <a:gd name="connsiteX40" fmla="*/ 58148 w 99683"/>
                <a:gd name="connsiteY40" fmla="*/ 168537 h 180667"/>
                <a:gd name="connsiteX41" fmla="*/ 69650 w 99683"/>
                <a:gd name="connsiteY41" fmla="*/ 173644 h 180667"/>
                <a:gd name="connsiteX42" fmla="*/ 69650 w 99683"/>
                <a:gd name="connsiteY42" fmla="*/ 174283 h 180667"/>
                <a:gd name="connsiteX43" fmla="*/ 76040 w 99683"/>
                <a:gd name="connsiteY43" fmla="*/ 180667 h 180667"/>
                <a:gd name="connsiteX44" fmla="*/ 76040 w 99683"/>
                <a:gd name="connsiteY44" fmla="*/ 180667 h 180667"/>
                <a:gd name="connsiteX45" fmla="*/ 82430 w 99683"/>
                <a:gd name="connsiteY45" fmla="*/ 174283 h 180667"/>
                <a:gd name="connsiteX46" fmla="*/ 82430 w 99683"/>
                <a:gd name="connsiteY46" fmla="*/ 169176 h 180667"/>
                <a:gd name="connsiteX47" fmla="*/ 78596 w 99683"/>
                <a:gd name="connsiteY47" fmla="*/ 163430 h 180667"/>
                <a:gd name="connsiteX48" fmla="*/ 22365 w 99683"/>
                <a:gd name="connsiteY48" fmla="*/ 49795 h 180667"/>
                <a:gd name="connsiteX49" fmla="*/ 22365 w 99683"/>
                <a:gd name="connsiteY49" fmla="*/ 58094 h 180667"/>
                <a:gd name="connsiteX50" fmla="*/ 12780 w 99683"/>
                <a:gd name="connsiteY50" fmla="*/ 58094 h 180667"/>
                <a:gd name="connsiteX51" fmla="*/ 12780 w 99683"/>
                <a:gd name="connsiteY51" fmla="*/ 11491 h 180667"/>
                <a:gd name="connsiteX52" fmla="*/ 87542 w 99683"/>
                <a:gd name="connsiteY52" fmla="*/ 11491 h 180667"/>
                <a:gd name="connsiteX53" fmla="*/ 87542 w 99683"/>
                <a:gd name="connsiteY53" fmla="*/ 58094 h 180667"/>
                <a:gd name="connsiteX54" fmla="*/ 81152 w 99683"/>
                <a:gd name="connsiteY54" fmla="*/ 58094 h 180667"/>
                <a:gd name="connsiteX55" fmla="*/ 81152 w 99683"/>
                <a:gd name="connsiteY55" fmla="*/ 49795 h 180667"/>
                <a:gd name="connsiteX56" fmla="*/ 53675 w 99683"/>
                <a:gd name="connsiteY56" fmla="*/ 22344 h 180667"/>
                <a:gd name="connsiteX57" fmla="*/ 50481 w 99683"/>
                <a:gd name="connsiteY57" fmla="*/ 22344 h 180667"/>
                <a:gd name="connsiteX58" fmla="*/ 22365 w 99683"/>
                <a:gd name="connsiteY58" fmla="*/ 49795 h 180667"/>
                <a:gd name="connsiteX59" fmla="*/ 35145 w 99683"/>
                <a:gd name="connsiteY59" fmla="*/ 83630 h 180667"/>
                <a:gd name="connsiteX60" fmla="*/ 35145 w 99683"/>
                <a:gd name="connsiteY60" fmla="*/ 49795 h 180667"/>
                <a:gd name="connsiteX61" fmla="*/ 49841 w 99683"/>
                <a:gd name="connsiteY61" fmla="*/ 35112 h 180667"/>
                <a:gd name="connsiteX62" fmla="*/ 53036 w 99683"/>
                <a:gd name="connsiteY62" fmla="*/ 35112 h 180667"/>
                <a:gd name="connsiteX63" fmla="*/ 67733 w 99683"/>
                <a:gd name="connsiteY63" fmla="*/ 49795 h 180667"/>
                <a:gd name="connsiteX64" fmla="*/ 67733 w 99683"/>
                <a:gd name="connsiteY64" fmla="*/ 83630 h 180667"/>
                <a:gd name="connsiteX65" fmla="*/ 66455 w 99683"/>
                <a:gd name="connsiteY65" fmla="*/ 84907 h 180667"/>
                <a:gd name="connsiteX66" fmla="*/ 36423 w 99683"/>
                <a:gd name="connsiteY66" fmla="*/ 84907 h 180667"/>
                <a:gd name="connsiteX67" fmla="*/ 35145 w 99683"/>
                <a:gd name="connsiteY67" fmla="*/ 83630 h 180667"/>
                <a:gd name="connsiteX68" fmla="*/ 42813 w 99683"/>
                <a:gd name="connsiteY68" fmla="*/ 112358 h 180667"/>
                <a:gd name="connsiteX69" fmla="*/ 60704 w 99683"/>
                <a:gd name="connsiteY69" fmla="*/ 112358 h 180667"/>
                <a:gd name="connsiteX70" fmla="*/ 67733 w 99683"/>
                <a:gd name="connsiteY70" fmla="*/ 116827 h 180667"/>
                <a:gd name="connsiteX71" fmla="*/ 35145 w 99683"/>
                <a:gd name="connsiteY71" fmla="*/ 116827 h 180667"/>
                <a:gd name="connsiteX72" fmla="*/ 42813 w 99683"/>
                <a:gd name="connsiteY72" fmla="*/ 112358 h 180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99683" h="180667">
                  <a:moveTo>
                    <a:pt x="78596" y="163430"/>
                  </a:moveTo>
                  <a:lnTo>
                    <a:pt x="58148" y="154492"/>
                  </a:lnTo>
                  <a:lnTo>
                    <a:pt x="58148" y="130233"/>
                  </a:lnTo>
                  <a:lnTo>
                    <a:pt x="74762" y="130233"/>
                  </a:lnTo>
                  <a:cubicBezTo>
                    <a:pt x="78596" y="130233"/>
                    <a:pt x="81152" y="127680"/>
                    <a:pt x="81152" y="123849"/>
                  </a:cubicBezTo>
                  <a:lnTo>
                    <a:pt x="81152" y="121934"/>
                  </a:lnTo>
                  <a:cubicBezTo>
                    <a:pt x="81152" y="111081"/>
                    <a:pt x="72845" y="102144"/>
                    <a:pt x="62621" y="100867"/>
                  </a:cubicBezTo>
                  <a:lnTo>
                    <a:pt x="62621" y="98952"/>
                  </a:lnTo>
                  <a:lnTo>
                    <a:pt x="66455" y="98952"/>
                  </a:lnTo>
                  <a:cubicBezTo>
                    <a:pt x="74123" y="98952"/>
                    <a:pt x="80513" y="92568"/>
                    <a:pt x="80513" y="84907"/>
                  </a:cubicBezTo>
                  <a:lnTo>
                    <a:pt x="80513" y="72139"/>
                  </a:lnTo>
                  <a:lnTo>
                    <a:pt x="93293" y="72139"/>
                  </a:lnTo>
                  <a:cubicBezTo>
                    <a:pt x="97127" y="72139"/>
                    <a:pt x="99683" y="69586"/>
                    <a:pt x="99683" y="65755"/>
                  </a:cubicBezTo>
                  <a:lnTo>
                    <a:pt x="99683" y="6384"/>
                  </a:lnTo>
                  <a:cubicBezTo>
                    <a:pt x="99683" y="2554"/>
                    <a:pt x="97127" y="0"/>
                    <a:pt x="93293" y="0"/>
                  </a:cubicBezTo>
                  <a:lnTo>
                    <a:pt x="6390" y="0"/>
                  </a:lnTo>
                  <a:cubicBezTo>
                    <a:pt x="2556" y="0"/>
                    <a:pt x="0" y="2554"/>
                    <a:pt x="0" y="6384"/>
                  </a:cubicBezTo>
                  <a:lnTo>
                    <a:pt x="0" y="65755"/>
                  </a:lnTo>
                  <a:cubicBezTo>
                    <a:pt x="0" y="69586"/>
                    <a:pt x="2556" y="72139"/>
                    <a:pt x="6390" y="72139"/>
                  </a:cubicBezTo>
                  <a:lnTo>
                    <a:pt x="22365" y="72139"/>
                  </a:lnTo>
                  <a:lnTo>
                    <a:pt x="22365" y="84907"/>
                  </a:lnTo>
                  <a:cubicBezTo>
                    <a:pt x="22365" y="92568"/>
                    <a:pt x="28755" y="98952"/>
                    <a:pt x="36423" y="98952"/>
                  </a:cubicBezTo>
                  <a:lnTo>
                    <a:pt x="40257" y="98952"/>
                  </a:lnTo>
                  <a:lnTo>
                    <a:pt x="40257" y="100867"/>
                  </a:lnTo>
                  <a:cubicBezTo>
                    <a:pt x="29394" y="101505"/>
                    <a:pt x="21087" y="111081"/>
                    <a:pt x="21087" y="121934"/>
                  </a:cubicBezTo>
                  <a:lnTo>
                    <a:pt x="21087" y="123849"/>
                  </a:lnTo>
                  <a:cubicBezTo>
                    <a:pt x="21087" y="127680"/>
                    <a:pt x="23643" y="130233"/>
                    <a:pt x="27477" y="130233"/>
                  </a:cubicBezTo>
                  <a:lnTo>
                    <a:pt x="45369" y="130233"/>
                  </a:lnTo>
                  <a:lnTo>
                    <a:pt x="45369" y="154492"/>
                  </a:lnTo>
                  <a:lnTo>
                    <a:pt x="24921" y="163430"/>
                  </a:lnTo>
                  <a:cubicBezTo>
                    <a:pt x="22365" y="164707"/>
                    <a:pt x="21087" y="166622"/>
                    <a:pt x="21087" y="169176"/>
                  </a:cubicBezTo>
                  <a:lnTo>
                    <a:pt x="21087" y="174283"/>
                  </a:lnTo>
                  <a:cubicBezTo>
                    <a:pt x="21087" y="178113"/>
                    <a:pt x="23643" y="180667"/>
                    <a:pt x="27477" y="180667"/>
                  </a:cubicBezTo>
                  <a:cubicBezTo>
                    <a:pt x="27477" y="180667"/>
                    <a:pt x="27477" y="180667"/>
                    <a:pt x="27477" y="180667"/>
                  </a:cubicBezTo>
                  <a:cubicBezTo>
                    <a:pt x="30672" y="180667"/>
                    <a:pt x="33867" y="178113"/>
                    <a:pt x="33867" y="174283"/>
                  </a:cubicBezTo>
                  <a:lnTo>
                    <a:pt x="33867" y="173644"/>
                  </a:lnTo>
                  <a:lnTo>
                    <a:pt x="45369" y="168537"/>
                  </a:lnTo>
                  <a:lnTo>
                    <a:pt x="45369" y="173006"/>
                  </a:lnTo>
                  <a:cubicBezTo>
                    <a:pt x="45369" y="176836"/>
                    <a:pt x="47925" y="179390"/>
                    <a:pt x="51758" y="179390"/>
                  </a:cubicBezTo>
                  <a:cubicBezTo>
                    <a:pt x="55592" y="179390"/>
                    <a:pt x="58148" y="176836"/>
                    <a:pt x="58148" y="173006"/>
                  </a:cubicBezTo>
                  <a:lnTo>
                    <a:pt x="58148" y="168537"/>
                  </a:lnTo>
                  <a:lnTo>
                    <a:pt x="69650" y="173644"/>
                  </a:lnTo>
                  <a:lnTo>
                    <a:pt x="69650" y="174283"/>
                  </a:lnTo>
                  <a:cubicBezTo>
                    <a:pt x="69650" y="177475"/>
                    <a:pt x="72845" y="180667"/>
                    <a:pt x="76040" y="180667"/>
                  </a:cubicBezTo>
                  <a:cubicBezTo>
                    <a:pt x="76040" y="180667"/>
                    <a:pt x="76040" y="180667"/>
                    <a:pt x="76040" y="180667"/>
                  </a:cubicBezTo>
                  <a:cubicBezTo>
                    <a:pt x="79874" y="180667"/>
                    <a:pt x="82430" y="177475"/>
                    <a:pt x="82430" y="174283"/>
                  </a:cubicBezTo>
                  <a:lnTo>
                    <a:pt x="82430" y="169176"/>
                  </a:lnTo>
                  <a:cubicBezTo>
                    <a:pt x="82430" y="166622"/>
                    <a:pt x="81152" y="164068"/>
                    <a:pt x="78596" y="163430"/>
                  </a:cubicBezTo>
                  <a:close/>
                  <a:moveTo>
                    <a:pt x="22365" y="49795"/>
                  </a:moveTo>
                  <a:lnTo>
                    <a:pt x="22365" y="58094"/>
                  </a:lnTo>
                  <a:lnTo>
                    <a:pt x="12780" y="58094"/>
                  </a:lnTo>
                  <a:lnTo>
                    <a:pt x="12780" y="11491"/>
                  </a:lnTo>
                  <a:lnTo>
                    <a:pt x="87542" y="11491"/>
                  </a:lnTo>
                  <a:lnTo>
                    <a:pt x="87542" y="58094"/>
                  </a:lnTo>
                  <a:lnTo>
                    <a:pt x="81152" y="58094"/>
                  </a:lnTo>
                  <a:lnTo>
                    <a:pt x="81152" y="49795"/>
                  </a:lnTo>
                  <a:cubicBezTo>
                    <a:pt x="81152" y="34474"/>
                    <a:pt x="68372" y="22344"/>
                    <a:pt x="53675" y="22344"/>
                  </a:cubicBezTo>
                  <a:lnTo>
                    <a:pt x="50481" y="22344"/>
                  </a:lnTo>
                  <a:cubicBezTo>
                    <a:pt x="35145" y="22344"/>
                    <a:pt x="22365" y="34474"/>
                    <a:pt x="22365" y="49795"/>
                  </a:cubicBezTo>
                  <a:close/>
                  <a:moveTo>
                    <a:pt x="35145" y="83630"/>
                  </a:moveTo>
                  <a:lnTo>
                    <a:pt x="35145" y="49795"/>
                  </a:lnTo>
                  <a:cubicBezTo>
                    <a:pt x="35145" y="41496"/>
                    <a:pt x="42174" y="35112"/>
                    <a:pt x="49841" y="35112"/>
                  </a:cubicBezTo>
                  <a:lnTo>
                    <a:pt x="53036" y="35112"/>
                  </a:lnTo>
                  <a:cubicBezTo>
                    <a:pt x="61343" y="35112"/>
                    <a:pt x="67733" y="42135"/>
                    <a:pt x="67733" y="49795"/>
                  </a:cubicBezTo>
                  <a:lnTo>
                    <a:pt x="67733" y="83630"/>
                  </a:lnTo>
                  <a:cubicBezTo>
                    <a:pt x="67733" y="84269"/>
                    <a:pt x="67094" y="84907"/>
                    <a:pt x="66455" y="84907"/>
                  </a:cubicBezTo>
                  <a:lnTo>
                    <a:pt x="36423" y="84907"/>
                  </a:lnTo>
                  <a:cubicBezTo>
                    <a:pt x="35784" y="84907"/>
                    <a:pt x="35145" y="84269"/>
                    <a:pt x="35145" y="83630"/>
                  </a:cubicBezTo>
                  <a:close/>
                  <a:moveTo>
                    <a:pt x="42813" y="112358"/>
                  </a:moveTo>
                  <a:lnTo>
                    <a:pt x="60704" y="112358"/>
                  </a:lnTo>
                  <a:cubicBezTo>
                    <a:pt x="63899" y="112358"/>
                    <a:pt x="66455" y="114273"/>
                    <a:pt x="67733" y="116827"/>
                  </a:cubicBezTo>
                  <a:lnTo>
                    <a:pt x="35145" y="116827"/>
                  </a:lnTo>
                  <a:cubicBezTo>
                    <a:pt x="36423" y="114273"/>
                    <a:pt x="39618" y="112358"/>
                    <a:pt x="42813" y="112358"/>
                  </a:cubicBezTo>
                  <a:close/>
                </a:path>
              </a:pathLst>
            </a:custGeom>
            <a:solidFill>
              <a:srgbClr val="012169"/>
            </a:solidFill>
            <a:ln w="6390" cap="flat">
              <a:noFill/>
              <a:prstDash val="solid"/>
              <a:miter/>
            </a:ln>
          </p:spPr>
          <p:txBody>
            <a:bodyPr rtlCol="0" anchor="ctr"/>
            <a:lstStyle/>
            <a:p>
              <a:endParaRPr lang="en-US"/>
            </a:p>
          </p:txBody>
        </p:sp>
        <p:sp>
          <p:nvSpPr>
            <p:cNvPr id="246" name="Graphic 4">
              <a:extLst>
                <a:ext uri="{FF2B5EF4-FFF2-40B4-BE49-F238E27FC236}">
                  <a16:creationId xmlns:a16="http://schemas.microsoft.com/office/drawing/2014/main" id="{A6C40FF0-F5F2-BA47-A82C-02C9376DB70D}"/>
                </a:ext>
              </a:extLst>
            </p:cNvPr>
            <p:cNvSpPr/>
            <p:nvPr/>
          </p:nvSpPr>
          <p:spPr>
            <a:xfrm>
              <a:off x="611516" y="4491583"/>
              <a:ext cx="80797" cy="49505"/>
            </a:xfrm>
            <a:custGeom>
              <a:avLst/>
              <a:gdLst>
                <a:gd name="connsiteX0" fmla="*/ 80513 w 80797"/>
                <a:gd name="connsiteY0" fmla="*/ 24608 h 49505"/>
                <a:gd name="connsiteX1" fmla="*/ 80513 w 80797"/>
                <a:gd name="connsiteY1" fmla="*/ 23970 h 49505"/>
                <a:gd name="connsiteX2" fmla="*/ 80513 w 80797"/>
                <a:gd name="connsiteY2" fmla="*/ 23331 h 49505"/>
                <a:gd name="connsiteX3" fmla="*/ 80513 w 80797"/>
                <a:gd name="connsiteY3" fmla="*/ 22693 h 49505"/>
                <a:gd name="connsiteX4" fmla="*/ 79874 w 80797"/>
                <a:gd name="connsiteY4" fmla="*/ 22054 h 49505"/>
                <a:gd name="connsiteX5" fmla="*/ 79874 w 80797"/>
                <a:gd name="connsiteY5" fmla="*/ 21416 h 49505"/>
                <a:gd name="connsiteX6" fmla="*/ 63899 w 80797"/>
                <a:gd name="connsiteY6" fmla="*/ 2264 h 49505"/>
                <a:gd name="connsiteX7" fmla="*/ 54954 w 80797"/>
                <a:gd name="connsiteY7" fmla="*/ 1626 h 49505"/>
                <a:gd name="connsiteX8" fmla="*/ 54314 w 80797"/>
                <a:gd name="connsiteY8" fmla="*/ 10563 h 49505"/>
                <a:gd name="connsiteX9" fmla="*/ 61343 w 80797"/>
                <a:gd name="connsiteY9" fmla="*/ 18862 h 49505"/>
                <a:gd name="connsiteX10" fmla="*/ 19170 w 80797"/>
                <a:gd name="connsiteY10" fmla="*/ 18862 h 49505"/>
                <a:gd name="connsiteX11" fmla="*/ 26199 w 80797"/>
                <a:gd name="connsiteY11" fmla="*/ 10563 h 49505"/>
                <a:gd name="connsiteX12" fmla="*/ 25560 w 80797"/>
                <a:gd name="connsiteY12" fmla="*/ 1626 h 49505"/>
                <a:gd name="connsiteX13" fmla="*/ 16614 w 80797"/>
                <a:gd name="connsiteY13" fmla="*/ 2264 h 49505"/>
                <a:gd name="connsiteX14" fmla="*/ 639 w 80797"/>
                <a:gd name="connsiteY14" fmla="*/ 21416 h 49505"/>
                <a:gd name="connsiteX15" fmla="*/ 639 w 80797"/>
                <a:gd name="connsiteY15" fmla="*/ 22054 h 49505"/>
                <a:gd name="connsiteX16" fmla="*/ 0 w 80797"/>
                <a:gd name="connsiteY16" fmla="*/ 22693 h 49505"/>
                <a:gd name="connsiteX17" fmla="*/ 0 w 80797"/>
                <a:gd name="connsiteY17" fmla="*/ 23331 h 49505"/>
                <a:gd name="connsiteX18" fmla="*/ 0 w 80797"/>
                <a:gd name="connsiteY18" fmla="*/ 23970 h 49505"/>
                <a:gd name="connsiteX19" fmla="*/ 0 w 80797"/>
                <a:gd name="connsiteY19" fmla="*/ 24608 h 49505"/>
                <a:gd name="connsiteX20" fmla="*/ 0 w 80797"/>
                <a:gd name="connsiteY20" fmla="*/ 24608 h 49505"/>
                <a:gd name="connsiteX21" fmla="*/ 0 w 80797"/>
                <a:gd name="connsiteY21" fmla="*/ 24608 h 49505"/>
                <a:gd name="connsiteX22" fmla="*/ 0 w 80797"/>
                <a:gd name="connsiteY22" fmla="*/ 25246 h 49505"/>
                <a:gd name="connsiteX23" fmla="*/ 0 w 80797"/>
                <a:gd name="connsiteY23" fmla="*/ 25885 h 49505"/>
                <a:gd name="connsiteX24" fmla="*/ 0 w 80797"/>
                <a:gd name="connsiteY24" fmla="*/ 26523 h 49505"/>
                <a:gd name="connsiteX25" fmla="*/ 639 w 80797"/>
                <a:gd name="connsiteY25" fmla="*/ 27162 h 49505"/>
                <a:gd name="connsiteX26" fmla="*/ 639 w 80797"/>
                <a:gd name="connsiteY26" fmla="*/ 27800 h 49505"/>
                <a:gd name="connsiteX27" fmla="*/ 16614 w 80797"/>
                <a:gd name="connsiteY27" fmla="*/ 46952 h 49505"/>
                <a:gd name="connsiteX28" fmla="*/ 21726 w 80797"/>
                <a:gd name="connsiteY28" fmla="*/ 49506 h 49505"/>
                <a:gd name="connsiteX29" fmla="*/ 25560 w 80797"/>
                <a:gd name="connsiteY29" fmla="*/ 48229 h 49505"/>
                <a:gd name="connsiteX30" fmla="*/ 26199 w 80797"/>
                <a:gd name="connsiteY30" fmla="*/ 39291 h 49505"/>
                <a:gd name="connsiteX31" fmla="*/ 19170 w 80797"/>
                <a:gd name="connsiteY31" fmla="*/ 30992 h 49505"/>
                <a:gd name="connsiteX32" fmla="*/ 61343 w 80797"/>
                <a:gd name="connsiteY32" fmla="*/ 30992 h 49505"/>
                <a:gd name="connsiteX33" fmla="*/ 54314 w 80797"/>
                <a:gd name="connsiteY33" fmla="*/ 39291 h 49505"/>
                <a:gd name="connsiteX34" fmla="*/ 54954 w 80797"/>
                <a:gd name="connsiteY34" fmla="*/ 48229 h 49505"/>
                <a:gd name="connsiteX35" fmla="*/ 58787 w 80797"/>
                <a:gd name="connsiteY35" fmla="*/ 49506 h 49505"/>
                <a:gd name="connsiteX36" fmla="*/ 63899 w 80797"/>
                <a:gd name="connsiteY36" fmla="*/ 46952 h 49505"/>
                <a:gd name="connsiteX37" fmla="*/ 79874 w 80797"/>
                <a:gd name="connsiteY37" fmla="*/ 27800 h 49505"/>
                <a:gd name="connsiteX38" fmla="*/ 79874 w 80797"/>
                <a:gd name="connsiteY38" fmla="*/ 27162 h 49505"/>
                <a:gd name="connsiteX39" fmla="*/ 80513 w 80797"/>
                <a:gd name="connsiteY39" fmla="*/ 26523 h 49505"/>
                <a:gd name="connsiteX40" fmla="*/ 80513 w 80797"/>
                <a:gd name="connsiteY40" fmla="*/ 25885 h 49505"/>
                <a:gd name="connsiteX41" fmla="*/ 80513 w 80797"/>
                <a:gd name="connsiteY41" fmla="*/ 25246 h 49505"/>
                <a:gd name="connsiteX42" fmla="*/ 80513 w 80797"/>
                <a:gd name="connsiteY42" fmla="*/ 24608 h 49505"/>
                <a:gd name="connsiteX43" fmla="*/ 80513 w 80797"/>
                <a:gd name="connsiteY43" fmla="*/ 24608 h 49505"/>
                <a:gd name="connsiteX44" fmla="*/ 80513 w 80797"/>
                <a:gd name="connsiteY44" fmla="*/ 24608 h 49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0797" h="49505">
                  <a:moveTo>
                    <a:pt x="80513" y="24608"/>
                  </a:moveTo>
                  <a:cubicBezTo>
                    <a:pt x="80513" y="24608"/>
                    <a:pt x="80513" y="23970"/>
                    <a:pt x="80513" y="23970"/>
                  </a:cubicBezTo>
                  <a:cubicBezTo>
                    <a:pt x="80513" y="23331"/>
                    <a:pt x="80513" y="23331"/>
                    <a:pt x="80513" y="23331"/>
                  </a:cubicBezTo>
                  <a:cubicBezTo>
                    <a:pt x="80513" y="23331"/>
                    <a:pt x="80513" y="22693"/>
                    <a:pt x="80513" y="22693"/>
                  </a:cubicBezTo>
                  <a:cubicBezTo>
                    <a:pt x="80513" y="22693"/>
                    <a:pt x="79874" y="22054"/>
                    <a:pt x="79874" y="22054"/>
                  </a:cubicBezTo>
                  <a:cubicBezTo>
                    <a:pt x="79874" y="22054"/>
                    <a:pt x="79874" y="21416"/>
                    <a:pt x="79874" y="21416"/>
                  </a:cubicBezTo>
                  <a:lnTo>
                    <a:pt x="63899" y="2264"/>
                  </a:lnTo>
                  <a:cubicBezTo>
                    <a:pt x="61343" y="-289"/>
                    <a:pt x="57509" y="-928"/>
                    <a:pt x="54954" y="1626"/>
                  </a:cubicBezTo>
                  <a:cubicBezTo>
                    <a:pt x="52398" y="4179"/>
                    <a:pt x="51759" y="8010"/>
                    <a:pt x="54314" y="10563"/>
                  </a:cubicBezTo>
                  <a:lnTo>
                    <a:pt x="61343" y="18862"/>
                  </a:lnTo>
                  <a:lnTo>
                    <a:pt x="19170" y="18862"/>
                  </a:lnTo>
                  <a:lnTo>
                    <a:pt x="26199" y="10563"/>
                  </a:lnTo>
                  <a:cubicBezTo>
                    <a:pt x="28755" y="8010"/>
                    <a:pt x="28116" y="3541"/>
                    <a:pt x="25560" y="1626"/>
                  </a:cubicBezTo>
                  <a:cubicBezTo>
                    <a:pt x="23004" y="-928"/>
                    <a:pt x="18531" y="-289"/>
                    <a:pt x="16614" y="2264"/>
                  </a:cubicBezTo>
                  <a:lnTo>
                    <a:pt x="639" y="21416"/>
                  </a:lnTo>
                  <a:cubicBezTo>
                    <a:pt x="639" y="21416"/>
                    <a:pt x="639" y="22054"/>
                    <a:pt x="639" y="22054"/>
                  </a:cubicBezTo>
                  <a:cubicBezTo>
                    <a:pt x="639" y="22054"/>
                    <a:pt x="0" y="22693"/>
                    <a:pt x="0" y="22693"/>
                  </a:cubicBezTo>
                  <a:cubicBezTo>
                    <a:pt x="0" y="22693"/>
                    <a:pt x="0" y="23331"/>
                    <a:pt x="0" y="23331"/>
                  </a:cubicBezTo>
                  <a:cubicBezTo>
                    <a:pt x="0" y="23331"/>
                    <a:pt x="0" y="23970"/>
                    <a:pt x="0" y="23970"/>
                  </a:cubicBezTo>
                  <a:cubicBezTo>
                    <a:pt x="0" y="23970"/>
                    <a:pt x="0" y="24608"/>
                    <a:pt x="0" y="24608"/>
                  </a:cubicBezTo>
                  <a:cubicBezTo>
                    <a:pt x="0" y="24608"/>
                    <a:pt x="0" y="24608"/>
                    <a:pt x="0" y="24608"/>
                  </a:cubicBezTo>
                  <a:cubicBezTo>
                    <a:pt x="0" y="24608"/>
                    <a:pt x="0" y="24608"/>
                    <a:pt x="0" y="24608"/>
                  </a:cubicBezTo>
                  <a:cubicBezTo>
                    <a:pt x="0" y="24608"/>
                    <a:pt x="0" y="25246"/>
                    <a:pt x="0" y="25246"/>
                  </a:cubicBezTo>
                  <a:cubicBezTo>
                    <a:pt x="0" y="25885"/>
                    <a:pt x="0" y="25885"/>
                    <a:pt x="0" y="25885"/>
                  </a:cubicBezTo>
                  <a:cubicBezTo>
                    <a:pt x="0" y="25885"/>
                    <a:pt x="0" y="26523"/>
                    <a:pt x="0" y="26523"/>
                  </a:cubicBezTo>
                  <a:cubicBezTo>
                    <a:pt x="0" y="26523"/>
                    <a:pt x="639" y="27162"/>
                    <a:pt x="639" y="27162"/>
                  </a:cubicBezTo>
                  <a:cubicBezTo>
                    <a:pt x="639" y="27162"/>
                    <a:pt x="639" y="27800"/>
                    <a:pt x="639" y="27800"/>
                  </a:cubicBezTo>
                  <a:lnTo>
                    <a:pt x="16614" y="46952"/>
                  </a:lnTo>
                  <a:cubicBezTo>
                    <a:pt x="17892" y="48229"/>
                    <a:pt x="19809" y="49506"/>
                    <a:pt x="21726" y="49506"/>
                  </a:cubicBezTo>
                  <a:cubicBezTo>
                    <a:pt x="23004" y="49506"/>
                    <a:pt x="24921" y="48867"/>
                    <a:pt x="25560" y="48229"/>
                  </a:cubicBezTo>
                  <a:cubicBezTo>
                    <a:pt x="28116" y="45675"/>
                    <a:pt x="28755" y="41845"/>
                    <a:pt x="26199" y="39291"/>
                  </a:cubicBezTo>
                  <a:lnTo>
                    <a:pt x="19170" y="30992"/>
                  </a:lnTo>
                  <a:lnTo>
                    <a:pt x="61343" y="30992"/>
                  </a:lnTo>
                  <a:lnTo>
                    <a:pt x="54314" y="39291"/>
                  </a:lnTo>
                  <a:cubicBezTo>
                    <a:pt x="51759" y="41845"/>
                    <a:pt x="52398" y="46314"/>
                    <a:pt x="54954" y="48229"/>
                  </a:cubicBezTo>
                  <a:cubicBezTo>
                    <a:pt x="56231" y="49506"/>
                    <a:pt x="57509" y="49506"/>
                    <a:pt x="58787" y="49506"/>
                  </a:cubicBezTo>
                  <a:cubicBezTo>
                    <a:pt x="60704" y="49506"/>
                    <a:pt x="62621" y="48867"/>
                    <a:pt x="63899" y="46952"/>
                  </a:cubicBezTo>
                  <a:lnTo>
                    <a:pt x="79874" y="27800"/>
                  </a:lnTo>
                  <a:cubicBezTo>
                    <a:pt x="79874" y="27800"/>
                    <a:pt x="79874" y="27162"/>
                    <a:pt x="79874" y="27162"/>
                  </a:cubicBezTo>
                  <a:cubicBezTo>
                    <a:pt x="79874" y="27162"/>
                    <a:pt x="80513" y="26523"/>
                    <a:pt x="80513" y="26523"/>
                  </a:cubicBezTo>
                  <a:cubicBezTo>
                    <a:pt x="80513" y="26523"/>
                    <a:pt x="80513" y="25885"/>
                    <a:pt x="80513" y="25885"/>
                  </a:cubicBezTo>
                  <a:cubicBezTo>
                    <a:pt x="80513" y="25885"/>
                    <a:pt x="80513" y="25246"/>
                    <a:pt x="80513" y="25246"/>
                  </a:cubicBezTo>
                  <a:cubicBezTo>
                    <a:pt x="80513" y="25885"/>
                    <a:pt x="80513" y="25246"/>
                    <a:pt x="80513" y="24608"/>
                  </a:cubicBezTo>
                  <a:cubicBezTo>
                    <a:pt x="80513" y="25246"/>
                    <a:pt x="81152" y="25246"/>
                    <a:pt x="80513" y="24608"/>
                  </a:cubicBezTo>
                  <a:cubicBezTo>
                    <a:pt x="81152" y="24608"/>
                    <a:pt x="80513" y="24608"/>
                    <a:pt x="80513" y="24608"/>
                  </a:cubicBezTo>
                  <a:close/>
                </a:path>
              </a:pathLst>
            </a:custGeom>
            <a:solidFill>
              <a:srgbClr val="012169"/>
            </a:solidFill>
            <a:ln w="6390" cap="flat">
              <a:noFill/>
              <a:prstDash val="solid"/>
              <a:miter/>
            </a:ln>
          </p:spPr>
          <p:txBody>
            <a:bodyPr rtlCol="0" anchor="ctr"/>
            <a:lstStyle/>
            <a:p>
              <a:endParaRPr lang="en-US"/>
            </a:p>
          </p:txBody>
        </p:sp>
      </p:grpSp>
      <p:grpSp>
        <p:nvGrpSpPr>
          <p:cNvPr id="247" name="Graphic 4">
            <a:extLst>
              <a:ext uri="{FF2B5EF4-FFF2-40B4-BE49-F238E27FC236}">
                <a16:creationId xmlns:a16="http://schemas.microsoft.com/office/drawing/2014/main" id="{84D2B105-55BD-C54B-9945-C66A8E93B403}"/>
              </a:ext>
            </a:extLst>
          </p:cNvPr>
          <p:cNvGrpSpPr/>
          <p:nvPr/>
        </p:nvGrpSpPr>
        <p:grpSpPr>
          <a:xfrm>
            <a:off x="3607758" y="918179"/>
            <a:ext cx="361670" cy="361333"/>
            <a:chOff x="3607758" y="918179"/>
            <a:chExt cx="361670" cy="361333"/>
          </a:xfrm>
          <a:solidFill>
            <a:srgbClr val="012169"/>
          </a:solidFill>
        </p:grpSpPr>
        <p:sp>
          <p:nvSpPr>
            <p:cNvPr id="248" name="Graphic 4">
              <a:extLst>
                <a:ext uri="{FF2B5EF4-FFF2-40B4-BE49-F238E27FC236}">
                  <a16:creationId xmlns:a16="http://schemas.microsoft.com/office/drawing/2014/main" id="{5B1DC452-D7DA-924F-9690-94F9FF4E203F}"/>
                </a:ext>
              </a:extLst>
            </p:cNvPr>
            <p:cNvSpPr/>
            <p:nvPr/>
          </p:nvSpPr>
          <p:spPr>
            <a:xfrm>
              <a:off x="3607758" y="918179"/>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1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2" y="361333"/>
                    <a:pt x="180836" y="361333"/>
                  </a:cubicBezTo>
                  <a:cubicBezTo>
                    <a:pt x="280518" y="361333"/>
                    <a:pt x="361671" y="280257"/>
                    <a:pt x="361671" y="180667"/>
                  </a:cubicBezTo>
                  <a:cubicBezTo>
                    <a:pt x="361671"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8891" y="273873"/>
                    <a:pt x="274128" y="349204"/>
                    <a:pt x="180836" y="349204"/>
                  </a:cubicBezTo>
                  <a:close/>
                </a:path>
              </a:pathLst>
            </a:custGeom>
            <a:solidFill>
              <a:srgbClr val="012169"/>
            </a:solidFill>
            <a:ln w="6390" cap="flat">
              <a:noFill/>
              <a:prstDash val="solid"/>
              <a:miter/>
            </a:ln>
          </p:spPr>
          <p:txBody>
            <a:bodyPr rtlCol="0" anchor="ctr"/>
            <a:lstStyle/>
            <a:p>
              <a:endParaRPr lang="en-US"/>
            </a:p>
          </p:txBody>
        </p:sp>
        <p:sp>
          <p:nvSpPr>
            <p:cNvPr id="249" name="Graphic 4">
              <a:extLst>
                <a:ext uri="{FF2B5EF4-FFF2-40B4-BE49-F238E27FC236}">
                  <a16:creationId xmlns:a16="http://schemas.microsoft.com/office/drawing/2014/main" id="{5AF06482-5DE3-534B-BA6A-765B94F6A634}"/>
                </a:ext>
              </a:extLst>
            </p:cNvPr>
            <p:cNvSpPr/>
            <p:nvPr/>
          </p:nvSpPr>
          <p:spPr>
            <a:xfrm>
              <a:off x="3750254" y="1086367"/>
              <a:ext cx="76040" cy="43759"/>
            </a:xfrm>
            <a:custGeom>
              <a:avLst/>
              <a:gdLst>
                <a:gd name="connsiteX0" fmla="*/ 76040 w 76040"/>
                <a:gd name="connsiteY0" fmla="*/ 22054 h 43759"/>
                <a:gd name="connsiteX1" fmla="*/ 76040 w 76040"/>
                <a:gd name="connsiteY1" fmla="*/ 20778 h 43759"/>
                <a:gd name="connsiteX2" fmla="*/ 76040 w 76040"/>
                <a:gd name="connsiteY2" fmla="*/ 19501 h 43759"/>
                <a:gd name="connsiteX3" fmla="*/ 76040 w 76040"/>
                <a:gd name="connsiteY3" fmla="*/ 19501 h 43759"/>
                <a:gd name="connsiteX4" fmla="*/ 75401 w 76040"/>
                <a:gd name="connsiteY4" fmla="*/ 18862 h 43759"/>
                <a:gd name="connsiteX5" fmla="*/ 75401 w 76040"/>
                <a:gd name="connsiteY5" fmla="*/ 18862 h 43759"/>
                <a:gd name="connsiteX6" fmla="*/ 74762 w 76040"/>
                <a:gd name="connsiteY6" fmla="*/ 18224 h 43759"/>
                <a:gd name="connsiteX7" fmla="*/ 60065 w 76040"/>
                <a:gd name="connsiteY7" fmla="*/ 2264 h 43759"/>
                <a:gd name="connsiteX8" fmla="*/ 51119 w 76040"/>
                <a:gd name="connsiteY8" fmla="*/ 1626 h 43759"/>
                <a:gd name="connsiteX9" fmla="*/ 50480 w 76040"/>
                <a:gd name="connsiteY9" fmla="*/ 10563 h 43759"/>
                <a:gd name="connsiteX10" fmla="*/ 55592 w 76040"/>
                <a:gd name="connsiteY10" fmla="*/ 15670 h 43759"/>
                <a:gd name="connsiteX11" fmla="*/ 20447 w 76040"/>
                <a:gd name="connsiteY11" fmla="*/ 15670 h 43759"/>
                <a:gd name="connsiteX12" fmla="*/ 25560 w 76040"/>
                <a:gd name="connsiteY12" fmla="*/ 10563 h 43759"/>
                <a:gd name="connsiteX13" fmla="*/ 24921 w 76040"/>
                <a:gd name="connsiteY13" fmla="*/ 1626 h 43759"/>
                <a:gd name="connsiteX14" fmla="*/ 15975 w 76040"/>
                <a:gd name="connsiteY14" fmla="*/ 2264 h 43759"/>
                <a:gd name="connsiteX15" fmla="*/ 1278 w 76040"/>
                <a:gd name="connsiteY15" fmla="*/ 18224 h 43759"/>
                <a:gd name="connsiteX16" fmla="*/ 639 w 76040"/>
                <a:gd name="connsiteY16" fmla="*/ 18862 h 43759"/>
                <a:gd name="connsiteX17" fmla="*/ 639 w 76040"/>
                <a:gd name="connsiteY17" fmla="*/ 18862 h 43759"/>
                <a:gd name="connsiteX18" fmla="*/ 0 w 76040"/>
                <a:gd name="connsiteY18" fmla="*/ 19501 h 43759"/>
                <a:gd name="connsiteX19" fmla="*/ 0 w 76040"/>
                <a:gd name="connsiteY19" fmla="*/ 19501 h 43759"/>
                <a:gd name="connsiteX20" fmla="*/ 0 w 76040"/>
                <a:gd name="connsiteY20" fmla="*/ 20778 h 43759"/>
                <a:gd name="connsiteX21" fmla="*/ 0 w 76040"/>
                <a:gd name="connsiteY21" fmla="*/ 22054 h 43759"/>
                <a:gd name="connsiteX22" fmla="*/ 0 w 76040"/>
                <a:gd name="connsiteY22" fmla="*/ 22054 h 43759"/>
                <a:gd name="connsiteX23" fmla="*/ 0 w 76040"/>
                <a:gd name="connsiteY23" fmla="*/ 22054 h 43759"/>
                <a:gd name="connsiteX24" fmla="*/ 0 w 76040"/>
                <a:gd name="connsiteY24" fmla="*/ 23331 h 43759"/>
                <a:gd name="connsiteX25" fmla="*/ 0 w 76040"/>
                <a:gd name="connsiteY25" fmla="*/ 24608 h 43759"/>
                <a:gd name="connsiteX26" fmla="*/ 0 w 76040"/>
                <a:gd name="connsiteY26" fmla="*/ 24608 h 43759"/>
                <a:gd name="connsiteX27" fmla="*/ 639 w 76040"/>
                <a:gd name="connsiteY27" fmla="*/ 25246 h 43759"/>
                <a:gd name="connsiteX28" fmla="*/ 639 w 76040"/>
                <a:gd name="connsiteY28" fmla="*/ 25246 h 43759"/>
                <a:gd name="connsiteX29" fmla="*/ 1278 w 76040"/>
                <a:gd name="connsiteY29" fmla="*/ 25885 h 43759"/>
                <a:gd name="connsiteX30" fmla="*/ 15975 w 76040"/>
                <a:gd name="connsiteY30" fmla="*/ 41845 h 43759"/>
                <a:gd name="connsiteX31" fmla="*/ 20447 w 76040"/>
                <a:gd name="connsiteY31" fmla="*/ 43760 h 43759"/>
                <a:gd name="connsiteX32" fmla="*/ 24921 w 76040"/>
                <a:gd name="connsiteY32" fmla="*/ 41845 h 43759"/>
                <a:gd name="connsiteX33" fmla="*/ 25560 w 76040"/>
                <a:gd name="connsiteY33" fmla="*/ 32907 h 43759"/>
                <a:gd name="connsiteX34" fmla="*/ 20447 w 76040"/>
                <a:gd name="connsiteY34" fmla="*/ 27800 h 43759"/>
                <a:gd name="connsiteX35" fmla="*/ 55592 w 76040"/>
                <a:gd name="connsiteY35" fmla="*/ 27800 h 43759"/>
                <a:gd name="connsiteX36" fmla="*/ 50480 w 76040"/>
                <a:gd name="connsiteY36" fmla="*/ 32907 h 43759"/>
                <a:gd name="connsiteX37" fmla="*/ 51119 w 76040"/>
                <a:gd name="connsiteY37" fmla="*/ 41845 h 43759"/>
                <a:gd name="connsiteX38" fmla="*/ 55592 w 76040"/>
                <a:gd name="connsiteY38" fmla="*/ 43760 h 43759"/>
                <a:gd name="connsiteX39" fmla="*/ 60065 w 76040"/>
                <a:gd name="connsiteY39" fmla="*/ 41845 h 43759"/>
                <a:gd name="connsiteX40" fmla="*/ 74762 w 76040"/>
                <a:gd name="connsiteY40" fmla="*/ 25885 h 43759"/>
                <a:gd name="connsiteX41" fmla="*/ 75401 w 76040"/>
                <a:gd name="connsiteY41" fmla="*/ 25246 h 43759"/>
                <a:gd name="connsiteX42" fmla="*/ 75401 w 76040"/>
                <a:gd name="connsiteY42" fmla="*/ 25246 h 43759"/>
                <a:gd name="connsiteX43" fmla="*/ 76040 w 76040"/>
                <a:gd name="connsiteY43" fmla="*/ 24608 h 43759"/>
                <a:gd name="connsiteX44" fmla="*/ 76040 w 76040"/>
                <a:gd name="connsiteY44" fmla="*/ 24608 h 43759"/>
                <a:gd name="connsiteX45" fmla="*/ 76040 w 76040"/>
                <a:gd name="connsiteY45" fmla="*/ 23331 h 43759"/>
                <a:gd name="connsiteX46" fmla="*/ 76040 w 76040"/>
                <a:gd name="connsiteY46" fmla="*/ 22054 h 43759"/>
                <a:gd name="connsiteX47" fmla="*/ 76040 w 76040"/>
                <a:gd name="connsiteY47" fmla="*/ 22054 h 43759"/>
                <a:gd name="connsiteX48" fmla="*/ 76040 w 76040"/>
                <a:gd name="connsiteY48" fmla="*/ 22054 h 4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040" h="43759">
                  <a:moveTo>
                    <a:pt x="76040" y="22054"/>
                  </a:moveTo>
                  <a:cubicBezTo>
                    <a:pt x="76040" y="21416"/>
                    <a:pt x="76040" y="21416"/>
                    <a:pt x="76040" y="20778"/>
                  </a:cubicBezTo>
                  <a:cubicBezTo>
                    <a:pt x="76040" y="20139"/>
                    <a:pt x="76040" y="20139"/>
                    <a:pt x="76040" y="19501"/>
                  </a:cubicBezTo>
                  <a:cubicBezTo>
                    <a:pt x="76040" y="19501"/>
                    <a:pt x="76040" y="19501"/>
                    <a:pt x="76040" y="19501"/>
                  </a:cubicBezTo>
                  <a:cubicBezTo>
                    <a:pt x="76040" y="19501"/>
                    <a:pt x="75401" y="18862"/>
                    <a:pt x="75401" y="18862"/>
                  </a:cubicBezTo>
                  <a:cubicBezTo>
                    <a:pt x="75401" y="18862"/>
                    <a:pt x="75401" y="18862"/>
                    <a:pt x="75401" y="18862"/>
                  </a:cubicBezTo>
                  <a:cubicBezTo>
                    <a:pt x="75401" y="18862"/>
                    <a:pt x="75401" y="18224"/>
                    <a:pt x="74762" y="18224"/>
                  </a:cubicBezTo>
                  <a:lnTo>
                    <a:pt x="60065" y="2264"/>
                  </a:lnTo>
                  <a:cubicBezTo>
                    <a:pt x="57509" y="-290"/>
                    <a:pt x="53675" y="-290"/>
                    <a:pt x="51119" y="1626"/>
                  </a:cubicBezTo>
                  <a:cubicBezTo>
                    <a:pt x="48563" y="4179"/>
                    <a:pt x="48563" y="8010"/>
                    <a:pt x="50480" y="10563"/>
                  </a:cubicBezTo>
                  <a:lnTo>
                    <a:pt x="55592" y="15670"/>
                  </a:lnTo>
                  <a:lnTo>
                    <a:pt x="20447" y="15670"/>
                  </a:lnTo>
                  <a:lnTo>
                    <a:pt x="25560" y="10563"/>
                  </a:lnTo>
                  <a:cubicBezTo>
                    <a:pt x="28115" y="8010"/>
                    <a:pt x="27477" y="4179"/>
                    <a:pt x="24921" y="1626"/>
                  </a:cubicBezTo>
                  <a:cubicBezTo>
                    <a:pt x="22365" y="-928"/>
                    <a:pt x="18531" y="-290"/>
                    <a:pt x="15975" y="2264"/>
                  </a:cubicBezTo>
                  <a:lnTo>
                    <a:pt x="1278" y="18224"/>
                  </a:lnTo>
                  <a:cubicBezTo>
                    <a:pt x="1278" y="18224"/>
                    <a:pt x="1278" y="18862"/>
                    <a:pt x="639" y="18862"/>
                  </a:cubicBezTo>
                  <a:cubicBezTo>
                    <a:pt x="639" y="18862"/>
                    <a:pt x="639" y="18862"/>
                    <a:pt x="639" y="18862"/>
                  </a:cubicBezTo>
                  <a:cubicBezTo>
                    <a:pt x="639" y="18862"/>
                    <a:pt x="0" y="19501"/>
                    <a:pt x="0" y="19501"/>
                  </a:cubicBezTo>
                  <a:cubicBezTo>
                    <a:pt x="0" y="19501"/>
                    <a:pt x="0" y="19501"/>
                    <a:pt x="0" y="19501"/>
                  </a:cubicBezTo>
                  <a:cubicBezTo>
                    <a:pt x="0" y="20139"/>
                    <a:pt x="0" y="20139"/>
                    <a:pt x="0" y="20778"/>
                  </a:cubicBezTo>
                  <a:cubicBezTo>
                    <a:pt x="0" y="21416"/>
                    <a:pt x="0" y="21416"/>
                    <a:pt x="0" y="22054"/>
                  </a:cubicBezTo>
                  <a:cubicBezTo>
                    <a:pt x="0" y="22054"/>
                    <a:pt x="0" y="22054"/>
                    <a:pt x="0" y="22054"/>
                  </a:cubicBezTo>
                  <a:cubicBezTo>
                    <a:pt x="0" y="22054"/>
                    <a:pt x="0" y="22054"/>
                    <a:pt x="0" y="22054"/>
                  </a:cubicBezTo>
                  <a:cubicBezTo>
                    <a:pt x="0" y="22693"/>
                    <a:pt x="0" y="22693"/>
                    <a:pt x="0" y="23331"/>
                  </a:cubicBezTo>
                  <a:cubicBezTo>
                    <a:pt x="0" y="23970"/>
                    <a:pt x="0" y="23970"/>
                    <a:pt x="0" y="24608"/>
                  </a:cubicBezTo>
                  <a:cubicBezTo>
                    <a:pt x="0" y="24608"/>
                    <a:pt x="0" y="24608"/>
                    <a:pt x="0" y="24608"/>
                  </a:cubicBezTo>
                  <a:cubicBezTo>
                    <a:pt x="0" y="24608"/>
                    <a:pt x="639" y="25246"/>
                    <a:pt x="639" y="25246"/>
                  </a:cubicBezTo>
                  <a:cubicBezTo>
                    <a:pt x="639" y="25246"/>
                    <a:pt x="639" y="25246"/>
                    <a:pt x="639" y="25246"/>
                  </a:cubicBezTo>
                  <a:cubicBezTo>
                    <a:pt x="639" y="25246"/>
                    <a:pt x="639" y="25885"/>
                    <a:pt x="1278" y="25885"/>
                  </a:cubicBezTo>
                  <a:lnTo>
                    <a:pt x="15975" y="41845"/>
                  </a:lnTo>
                  <a:cubicBezTo>
                    <a:pt x="17253" y="43122"/>
                    <a:pt x="19170" y="43760"/>
                    <a:pt x="20447" y="43760"/>
                  </a:cubicBezTo>
                  <a:cubicBezTo>
                    <a:pt x="21726" y="43760"/>
                    <a:pt x="23642" y="43122"/>
                    <a:pt x="24921" y="41845"/>
                  </a:cubicBezTo>
                  <a:cubicBezTo>
                    <a:pt x="27477" y="39291"/>
                    <a:pt x="27477" y="35461"/>
                    <a:pt x="25560" y="32907"/>
                  </a:cubicBezTo>
                  <a:lnTo>
                    <a:pt x="20447" y="27800"/>
                  </a:lnTo>
                  <a:lnTo>
                    <a:pt x="55592" y="27800"/>
                  </a:lnTo>
                  <a:lnTo>
                    <a:pt x="50480" y="32907"/>
                  </a:lnTo>
                  <a:cubicBezTo>
                    <a:pt x="47925" y="35461"/>
                    <a:pt x="48563" y="39291"/>
                    <a:pt x="51119" y="41845"/>
                  </a:cubicBezTo>
                  <a:cubicBezTo>
                    <a:pt x="52397" y="43122"/>
                    <a:pt x="53675" y="43760"/>
                    <a:pt x="55592" y="43760"/>
                  </a:cubicBezTo>
                  <a:cubicBezTo>
                    <a:pt x="57509" y="43760"/>
                    <a:pt x="58787" y="43122"/>
                    <a:pt x="60065" y="41845"/>
                  </a:cubicBezTo>
                  <a:lnTo>
                    <a:pt x="74762" y="25885"/>
                  </a:lnTo>
                  <a:cubicBezTo>
                    <a:pt x="74762" y="25885"/>
                    <a:pt x="74762" y="25246"/>
                    <a:pt x="75401" y="25246"/>
                  </a:cubicBezTo>
                  <a:cubicBezTo>
                    <a:pt x="75401" y="25246"/>
                    <a:pt x="75401" y="25246"/>
                    <a:pt x="75401" y="25246"/>
                  </a:cubicBezTo>
                  <a:cubicBezTo>
                    <a:pt x="75401" y="25246"/>
                    <a:pt x="76040" y="24608"/>
                    <a:pt x="76040" y="24608"/>
                  </a:cubicBezTo>
                  <a:cubicBezTo>
                    <a:pt x="76040" y="24608"/>
                    <a:pt x="76040" y="24608"/>
                    <a:pt x="76040" y="24608"/>
                  </a:cubicBezTo>
                  <a:cubicBezTo>
                    <a:pt x="76040" y="23970"/>
                    <a:pt x="76040" y="23970"/>
                    <a:pt x="76040" y="23331"/>
                  </a:cubicBezTo>
                  <a:cubicBezTo>
                    <a:pt x="75401" y="22693"/>
                    <a:pt x="76040" y="22693"/>
                    <a:pt x="76040" y="22054"/>
                  </a:cubicBezTo>
                  <a:cubicBezTo>
                    <a:pt x="76040" y="22054"/>
                    <a:pt x="76040" y="22054"/>
                    <a:pt x="76040" y="22054"/>
                  </a:cubicBezTo>
                  <a:cubicBezTo>
                    <a:pt x="76040" y="22054"/>
                    <a:pt x="76040" y="22054"/>
                    <a:pt x="76040" y="22054"/>
                  </a:cubicBezTo>
                  <a:close/>
                </a:path>
              </a:pathLst>
            </a:custGeom>
            <a:solidFill>
              <a:srgbClr val="012169"/>
            </a:solidFill>
            <a:ln w="6390" cap="flat">
              <a:noFill/>
              <a:prstDash val="solid"/>
              <a:miter/>
            </a:ln>
          </p:spPr>
          <p:txBody>
            <a:bodyPr rtlCol="0" anchor="ctr"/>
            <a:lstStyle/>
            <a:p>
              <a:endParaRPr lang="en-US"/>
            </a:p>
          </p:txBody>
        </p:sp>
        <p:sp>
          <p:nvSpPr>
            <p:cNvPr id="250" name="Graphic 4">
              <a:extLst>
                <a:ext uri="{FF2B5EF4-FFF2-40B4-BE49-F238E27FC236}">
                  <a16:creationId xmlns:a16="http://schemas.microsoft.com/office/drawing/2014/main" id="{2E717B9A-DD0F-8C46-8F09-608CB684EC40}"/>
                </a:ext>
              </a:extLst>
            </p:cNvPr>
            <p:cNvSpPr/>
            <p:nvPr/>
          </p:nvSpPr>
          <p:spPr>
            <a:xfrm>
              <a:off x="3697856" y="1010108"/>
              <a:ext cx="35783" cy="35750"/>
            </a:xfrm>
            <a:custGeom>
              <a:avLst/>
              <a:gdLst>
                <a:gd name="connsiteX0" fmla="*/ 17892 w 35783"/>
                <a:gd name="connsiteY0" fmla="*/ 35750 h 35750"/>
                <a:gd name="connsiteX1" fmla="*/ 35783 w 35783"/>
                <a:gd name="connsiteY1" fmla="*/ 17875 h 35750"/>
                <a:gd name="connsiteX2" fmla="*/ 17892 w 35783"/>
                <a:gd name="connsiteY2" fmla="*/ 0 h 35750"/>
                <a:gd name="connsiteX3" fmla="*/ 0 w 35783"/>
                <a:gd name="connsiteY3" fmla="*/ 17875 h 35750"/>
                <a:gd name="connsiteX4" fmla="*/ 17892 w 35783"/>
                <a:gd name="connsiteY4" fmla="*/ 35750 h 35750"/>
                <a:gd name="connsiteX5" fmla="*/ 17892 w 35783"/>
                <a:gd name="connsiteY5" fmla="*/ 12130 h 35750"/>
                <a:gd name="connsiteX6" fmla="*/ 23004 w 35783"/>
                <a:gd name="connsiteY6" fmla="*/ 17237 h 35750"/>
                <a:gd name="connsiteX7" fmla="*/ 17892 w 35783"/>
                <a:gd name="connsiteY7" fmla="*/ 22344 h 35750"/>
                <a:gd name="connsiteX8" fmla="*/ 12780 w 35783"/>
                <a:gd name="connsiteY8" fmla="*/ 17237 h 35750"/>
                <a:gd name="connsiteX9" fmla="*/ 17892 w 35783"/>
                <a:gd name="connsiteY9" fmla="*/ 12130 h 3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783" h="35750">
                  <a:moveTo>
                    <a:pt x="17892" y="35750"/>
                  </a:moveTo>
                  <a:cubicBezTo>
                    <a:pt x="28115" y="35750"/>
                    <a:pt x="35783" y="27451"/>
                    <a:pt x="35783" y="17875"/>
                  </a:cubicBezTo>
                  <a:cubicBezTo>
                    <a:pt x="35783" y="8299"/>
                    <a:pt x="27477" y="0"/>
                    <a:pt x="17892" y="0"/>
                  </a:cubicBezTo>
                  <a:cubicBezTo>
                    <a:pt x="8307" y="0"/>
                    <a:pt x="0" y="8299"/>
                    <a:pt x="0" y="17875"/>
                  </a:cubicBezTo>
                  <a:cubicBezTo>
                    <a:pt x="0" y="27451"/>
                    <a:pt x="8307" y="35750"/>
                    <a:pt x="17892" y="35750"/>
                  </a:cubicBezTo>
                  <a:close/>
                  <a:moveTo>
                    <a:pt x="17892" y="12130"/>
                  </a:moveTo>
                  <a:cubicBezTo>
                    <a:pt x="21087" y="12130"/>
                    <a:pt x="23004" y="14683"/>
                    <a:pt x="23004" y="17237"/>
                  </a:cubicBezTo>
                  <a:cubicBezTo>
                    <a:pt x="23004" y="19790"/>
                    <a:pt x="20448" y="22344"/>
                    <a:pt x="17892" y="22344"/>
                  </a:cubicBezTo>
                  <a:cubicBezTo>
                    <a:pt x="15336" y="22344"/>
                    <a:pt x="12780" y="19790"/>
                    <a:pt x="12780" y="17237"/>
                  </a:cubicBezTo>
                  <a:cubicBezTo>
                    <a:pt x="12780" y="14683"/>
                    <a:pt x="15336" y="12130"/>
                    <a:pt x="17892" y="12130"/>
                  </a:cubicBezTo>
                  <a:close/>
                </a:path>
              </a:pathLst>
            </a:custGeom>
            <a:solidFill>
              <a:srgbClr val="012169"/>
            </a:solidFill>
            <a:ln w="6390" cap="flat">
              <a:noFill/>
              <a:prstDash val="solid"/>
              <a:miter/>
            </a:ln>
          </p:spPr>
          <p:txBody>
            <a:bodyPr rtlCol="0" anchor="ctr"/>
            <a:lstStyle/>
            <a:p>
              <a:endParaRPr lang="en-US"/>
            </a:p>
          </p:txBody>
        </p:sp>
        <p:sp>
          <p:nvSpPr>
            <p:cNvPr id="251" name="Graphic 4">
              <a:extLst>
                <a:ext uri="{FF2B5EF4-FFF2-40B4-BE49-F238E27FC236}">
                  <a16:creationId xmlns:a16="http://schemas.microsoft.com/office/drawing/2014/main" id="{F24CBDA0-7DA2-D44F-ABF6-EFA2F480E0D9}"/>
                </a:ext>
              </a:extLst>
            </p:cNvPr>
            <p:cNvSpPr/>
            <p:nvPr/>
          </p:nvSpPr>
          <p:spPr>
            <a:xfrm>
              <a:off x="3850575" y="1010108"/>
              <a:ext cx="35783" cy="35750"/>
            </a:xfrm>
            <a:custGeom>
              <a:avLst/>
              <a:gdLst>
                <a:gd name="connsiteX0" fmla="*/ 17892 w 35783"/>
                <a:gd name="connsiteY0" fmla="*/ 35750 h 35750"/>
                <a:gd name="connsiteX1" fmla="*/ 35784 w 35783"/>
                <a:gd name="connsiteY1" fmla="*/ 17875 h 35750"/>
                <a:gd name="connsiteX2" fmla="*/ 17892 w 35783"/>
                <a:gd name="connsiteY2" fmla="*/ 0 h 35750"/>
                <a:gd name="connsiteX3" fmla="*/ 0 w 35783"/>
                <a:gd name="connsiteY3" fmla="*/ 17875 h 35750"/>
                <a:gd name="connsiteX4" fmla="*/ 17892 w 35783"/>
                <a:gd name="connsiteY4" fmla="*/ 35750 h 35750"/>
                <a:gd name="connsiteX5" fmla="*/ 17892 w 35783"/>
                <a:gd name="connsiteY5" fmla="*/ 12130 h 35750"/>
                <a:gd name="connsiteX6" fmla="*/ 23004 w 35783"/>
                <a:gd name="connsiteY6" fmla="*/ 17237 h 35750"/>
                <a:gd name="connsiteX7" fmla="*/ 17892 w 35783"/>
                <a:gd name="connsiteY7" fmla="*/ 22344 h 35750"/>
                <a:gd name="connsiteX8" fmla="*/ 12780 w 35783"/>
                <a:gd name="connsiteY8" fmla="*/ 17237 h 35750"/>
                <a:gd name="connsiteX9" fmla="*/ 17892 w 35783"/>
                <a:gd name="connsiteY9" fmla="*/ 12130 h 3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783" h="35750">
                  <a:moveTo>
                    <a:pt x="17892" y="35750"/>
                  </a:moveTo>
                  <a:cubicBezTo>
                    <a:pt x="28116" y="35750"/>
                    <a:pt x="35784" y="27451"/>
                    <a:pt x="35784" y="17875"/>
                  </a:cubicBezTo>
                  <a:cubicBezTo>
                    <a:pt x="35784" y="8299"/>
                    <a:pt x="27477" y="0"/>
                    <a:pt x="17892" y="0"/>
                  </a:cubicBezTo>
                  <a:cubicBezTo>
                    <a:pt x="8307" y="0"/>
                    <a:pt x="0" y="8299"/>
                    <a:pt x="0" y="17875"/>
                  </a:cubicBezTo>
                  <a:cubicBezTo>
                    <a:pt x="0" y="27451"/>
                    <a:pt x="7668" y="35750"/>
                    <a:pt x="17892" y="35750"/>
                  </a:cubicBezTo>
                  <a:close/>
                  <a:moveTo>
                    <a:pt x="17892" y="12130"/>
                  </a:moveTo>
                  <a:cubicBezTo>
                    <a:pt x="21087" y="12130"/>
                    <a:pt x="23004" y="14683"/>
                    <a:pt x="23004" y="17237"/>
                  </a:cubicBezTo>
                  <a:cubicBezTo>
                    <a:pt x="23004" y="19790"/>
                    <a:pt x="20448" y="22344"/>
                    <a:pt x="17892" y="22344"/>
                  </a:cubicBezTo>
                  <a:cubicBezTo>
                    <a:pt x="15336" y="22344"/>
                    <a:pt x="12780" y="19790"/>
                    <a:pt x="12780" y="17237"/>
                  </a:cubicBezTo>
                  <a:cubicBezTo>
                    <a:pt x="12780" y="14683"/>
                    <a:pt x="14697" y="12130"/>
                    <a:pt x="17892" y="12130"/>
                  </a:cubicBezTo>
                  <a:close/>
                </a:path>
              </a:pathLst>
            </a:custGeom>
            <a:solidFill>
              <a:srgbClr val="012169"/>
            </a:solidFill>
            <a:ln w="6390" cap="flat">
              <a:noFill/>
              <a:prstDash val="solid"/>
              <a:miter/>
            </a:ln>
          </p:spPr>
          <p:txBody>
            <a:bodyPr rtlCol="0" anchor="ctr"/>
            <a:lstStyle/>
            <a:p>
              <a:endParaRPr lang="en-US"/>
            </a:p>
          </p:txBody>
        </p:sp>
        <p:sp>
          <p:nvSpPr>
            <p:cNvPr id="252" name="Graphic 4">
              <a:extLst>
                <a:ext uri="{FF2B5EF4-FFF2-40B4-BE49-F238E27FC236}">
                  <a16:creationId xmlns:a16="http://schemas.microsoft.com/office/drawing/2014/main" id="{5EB41252-1FB3-E247-9D61-C50D8C249B04}"/>
                </a:ext>
              </a:extLst>
            </p:cNvPr>
            <p:cNvSpPr/>
            <p:nvPr/>
          </p:nvSpPr>
          <p:spPr>
            <a:xfrm>
              <a:off x="3673738" y="1134121"/>
              <a:ext cx="42485" cy="54100"/>
            </a:xfrm>
            <a:custGeom>
              <a:avLst/>
              <a:gdLst>
                <a:gd name="connsiteX0" fmla="*/ 31147 w 42485"/>
                <a:gd name="connsiteY0" fmla="*/ 2390 h 54100"/>
                <a:gd name="connsiteX1" fmla="*/ 1114 w 42485"/>
                <a:gd name="connsiteY1" fmla="*/ 43886 h 54100"/>
                <a:gd name="connsiteX2" fmla="*/ 2393 w 42485"/>
                <a:gd name="connsiteY2" fmla="*/ 52824 h 54100"/>
                <a:gd name="connsiteX3" fmla="*/ 6227 w 42485"/>
                <a:gd name="connsiteY3" fmla="*/ 54101 h 54100"/>
                <a:gd name="connsiteX4" fmla="*/ 11339 w 42485"/>
                <a:gd name="connsiteY4" fmla="*/ 51547 h 54100"/>
                <a:gd name="connsiteX5" fmla="*/ 41371 w 42485"/>
                <a:gd name="connsiteY5" fmla="*/ 10051 h 54100"/>
                <a:gd name="connsiteX6" fmla="*/ 40093 w 42485"/>
                <a:gd name="connsiteY6" fmla="*/ 1114 h 54100"/>
                <a:gd name="connsiteX7" fmla="*/ 31147 w 42485"/>
                <a:gd name="connsiteY7" fmla="*/ 2390 h 5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485" h="54100">
                  <a:moveTo>
                    <a:pt x="31147" y="2390"/>
                  </a:moveTo>
                  <a:lnTo>
                    <a:pt x="1114" y="43886"/>
                  </a:lnTo>
                  <a:cubicBezTo>
                    <a:pt x="-802" y="46440"/>
                    <a:pt x="-163" y="50909"/>
                    <a:pt x="2393" y="52824"/>
                  </a:cubicBezTo>
                  <a:cubicBezTo>
                    <a:pt x="3671" y="53462"/>
                    <a:pt x="4949" y="54101"/>
                    <a:pt x="6227" y="54101"/>
                  </a:cubicBezTo>
                  <a:cubicBezTo>
                    <a:pt x="8144" y="54101"/>
                    <a:pt x="10061" y="53462"/>
                    <a:pt x="11339" y="51547"/>
                  </a:cubicBezTo>
                  <a:lnTo>
                    <a:pt x="41371" y="10051"/>
                  </a:lnTo>
                  <a:cubicBezTo>
                    <a:pt x="43288" y="7498"/>
                    <a:pt x="42649" y="3029"/>
                    <a:pt x="40093" y="1114"/>
                  </a:cubicBezTo>
                  <a:cubicBezTo>
                    <a:pt x="36898" y="-802"/>
                    <a:pt x="33064" y="-163"/>
                    <a:pt x="31147" y="2390"/>
                  </a:cubicBezTo>
                  <a:close/>
                </a:path>
              </a:pathLst>
            </a:custGeom>
            <a:solidFill>
              <a:srgbClr val="012169"/>
            </a:solidFill>
            <a:ln w="6390" cap="flat">
              <a:noFill/>
              <a:prstDash val="solid"/>
              <a:miter/>
            </a:ln>
          </p:spPr>
          <p:txBody>
            <a:bodyPr rtlCol="0" anchor="ctr"/>
            <a:lstStyle/>
            <a:p>
              <a:endParaRPr lang="en-US"/>
            </a:p>
          </p:txBody>
        </p:sp>
        <p:sp>
          <p:nvSpPr>
            <p:cNvPr id="253" name="Graphic 4">
              <a:extLst>
                <a:ext uri="{FF2B5EF4-FFF2-40B4-BE49-F238E27FC236}">
                  <a16:creationId xmlns:a16="http://schemas.microsoft.com/office/drawing/2014/main" id="{288688AC-8873-DD4D-B656-39F6424165E0}"/>
                </a:ext>
              </a:extLst>
            </p:cNvPr>
            <p:cNvSpPr/>
            <p:nvPr/>
          </p:nvSpPr>
          <p:spPr>
            <a:xfrm>
              <a:off x="3826457" y="1134247"/>
              <a:ext cx="42485" cy="54612"/>
            </a:xfrm>
            <a:custGeom>
              <a:avLst/>
              <a:gdLst>
                <a:gd name="connsiteX0" fmla="*/ 31147 w 42485"/>
                <a:gd name="connsiteY0" fmla="*/ 2264 h 54612"/>
                <a:gd name="connsiteX1" fmla="*/ 1115 w 42485"/>
                <a:gd name="connsiteY1" fmla="*/ 44398 h 54612"/>
                <a:gd name="connsiteX2" fmla="*/ 2393 w 42485"/>
                <a:gd name="connsiteY2" fmla="*/ 53336 h 54612"/>
                <a:gd name="connsiteX3" fmla="*/ 6226 w 42485"/>
                <a:gd name="connsiteY3" fmla="*/ 54613 h 54612"/>
                <a:gd name="connsiteX4" fmla="*/ 11338 w 42485"/>
                <a:gd name="connsiteY4" fmla="*/ 52059 h 54612"/>
                <a:gd name="connsiteX5" fmla="*/ 41371 w 42485"/>
                <a:gd name="connsiteY5" fmla="*/ 10563 h 54612"/>
                <a:gd name="connsiteX6" fmla="*/ 40093 w 42485"/>
                <a:gd name="connsiteY6" fmla="*/ 1626 h 54612"/>
                <a:gd name="connsiteX7" fmla="*/ 31147 w 42485"/>
                <a:gd name="connsiteY7" fmla="*/ 2264 h 54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485" h="54612">
                  <a:moveTo>
                    <a:pt x="31147" y="2264"/>
                  </a:moveTo>
                  <a:lnTo>
                    <a:pt x="1115" y="44398"/>
                  </a:lnTo>
                  <a:cubicBezTo>
                    <a:pt x="-802" y="46952"/>
                    <a:pt x="-163" y="51421"/>
                    <a:pt x="2393" y="53336"/>
                  </a:cubicBezTo>
                  <a:cubicBezTo>
                    <a:pt x="3671" y="53974"/>
                    <a:pt x="4948" y="54613"/>
                    <a:pt x="6226" y="54613"/>
                  </a:cubicBezTo>
                  <a:cubicBezTo>
                    <a:pt x="8143" y="54613"/>
                    <a:pt x="10061" y="53974"/>
                    <a:pt x="11338" y="52059"/>
                  </a:cubicBezTo>
                  <a:lnTo>
                    <a:pt x="41371" y="10563"/>
                  </a:lnTo>
                  <a:cubicBezTo>
                    <a:pt x="43288" y="8010"/>
                    <a:pt x="42649" y="3541"/>
                    <a:pt x="40093" y="1626"/>
                  </a:cubicBezTo>
                  <a:cubicBezTo>
                    <a:pt x="36898" y="-928"/>
                    <a:pt x="33064" y="-290"/>
                    <a:pt x="31147" y="2264"/>
                  </a:cubicBezTo>
                  <a:close/>
                </a:path>
              </a:pathLst>
            </a:custGeom>
            <a:solidFill>
              <a:srgbClr val="012169"/>
            </a:solidFill>
            <a:ln w="6390" cap="flat">
              <a:noFill/>
              <a:prstDash val="solid"/>
              <a:miter/>
            </a:ln>
          </p:spPr>
          <p:txBody>
            <a:bodyPr rtlCol="0" anchor="ctr"/>
            <a:lstStyle/>
            <a:p>
              <a:endParaRPr lang="en-US"/>
            </a:p>
          </p:txBody>
        </p:sp>
        <p:sp>
          <p:nvSpPr>
            <p:cNvPr id="254" name="Graphic 4">
              <a:extLst>
                <a:ext uri="{FF2B5EF4-FFF2-40B4-BE49-F238E27FC236}">
                  <a16:creationId xmlns:a16="http://schemas.microsoft.com/office/drawing/2014/main" id="{B0C82E8B-8CBE-8245-B63B-DFEF1B3F1775}"/>
                </a:ext>
              </a:extLst>
            </p:cNvPr>
            <p:cNvSpPr/>
            <p:nvPr/>
          </p:nvSpPr>
          <p:spPr>
            <a:xfrm>
              <a:off x="3687632" y="1050908"/>
              <a:ext cx="65177" cy="138589"/>
            </a:xfrm>
            <a:custGeom>
              <a:avLst/>
              <a:gdLst>
                <a:gd name="connsiteX0" fmla="*/ 58149 w 65177"/>
                <a:gd name="connsiteY0" fmla="*/ 84965 h 138589"/>
                <a:gd name="connsiteX1" fmla="*/ 35784 w 65177"/>
                <a:gd name="connsiteY1" fmla="*/ 56875 h 138589"/>
                <a:gd name="connsiteX2" fmla="*/ 35784 w 65177"/>
                <a:gd name="connsiteY2" fmla="*/ 6442 h 138589"/>
                <a:gd name="connsiteX3" fmla="*/ 31950 w 65177"/>
                <a:gd name="connsiteY3" fmla="*/ 696 h 138589"/>
                <a:gd name="connsiteX4" fmla="*/ 25560 w 65177"/>
                <a:gd name="connsiteY4" fmla="*/ 1334 h 138589"/>
                <a:gd name="connsiteX5" fmla="*/ 2556 w 65177"/>
                <a:gd name="connsiteY5" fmla="*/ 18571 h 138589"/>
                <a:gd name="connsiteX6" fmla="*/ 0 w 65177"/>
                <a:gd name="connsiteY6" fmla="*/ 23678 h 138589"/>
                <a:gd name="connsiteX7" fmla="*/ 0 w 65177"/>
                <a:gd name="connsiteY7" fmla="*/ 65813 h 138589"/>
                <a:gd name="connsiteX8" fmla="*/ 6390 w 65177"/>
                <a:gd name="connsiteY8" fmla="*/ 72197 h 138589"/>
                <a:gd name="connsiteX9" fmla="*/ 12780 w 65177"/>
                <a:gd name="connsiteY9" fmla="*/ 65813 h 138589"/>
                <a:gd name="connsiteX10" fmla="*/ 12780 w 65177"/>
                <a:gd name="connsiteY10" fmla="*/ 27509 h 138589"/>
                <a:gd name="connsiteX11" fmla="*/ 23004 w 65177"/>
                <a:gd name="connsiteY11" fmla="*/ 19848 h 138589"/>
                <a:gd name="connsiteX12" fmla="*/ 23004 w 65177"/>
                <a:gd name="connsiteY12" fmla="*/ 60067 h 138589"/>
                <a:gd name="connsiteX13" fmla="*/ 24282 w 65177"/>
                <a:gd name="connsiteY13" fmla="*/ 63897 h 138589"/>
                <a:gd name="connsiteX14" fmla="*/ 47286 w 65177"/>
                <a:gd name="connsiteY14" fmla="*/ 92625 h 138589"/>
                <a:gd name="connsiteX15" fmla="*/ 52398 w 65177"/>
                <a:gd name="connsiteY15" fmla="*/ 132844 h 138589"/>
                <a:gd name="connsiteX16" fmla="*/ 58788 w 65177"/>
                <a:gd name="connsiteY16" fmla="*/ 138590 h 138589"/>
                <a:gd name="connsiteX17" fmla="*/ 59427 w 65177"/>
                <a:gd name="connsiteY17" fmla="*/ 138590 h 138589"/>
                <a:gd name="connsiteX18" fmla="*/ 65177 w 65177"/>
                <a:gd name="connsiteY18" fmla="*/ 131568 h 138589"/>
                <a:gd name="connsiteX19" fmla="*/ 59427 w 65177"/>
                <a:gd name="connsiteY19" fmla="*/ 89433 h 138589"/>
                <a:gd name="connsiteX20" fmla="*/ 58149 w 65177"/>
                <a:gd name="connsiteY20" fmla="*/ 84965 h 138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177" h="138589">
                  <a:moveTo>
                    <a:pt x="58149" y="84965"/>
                  </a:moveTo>
                  <a:lnTo>
                    <a:pt x="35784" y="56875"/>
                  </a:lnTo>
                  <a:lnTo>
                    <a:pt x="35784" y="6442"/>
                  </a:lnTo>
                  <a:cubicBezTo>
                    <a:pt x="35784" y="3888"/>
                    <a:pt x="34506" y="1973"/>
                    <a:pt x="31950" y="696"/>
                  </a:cubicBezTo>
                  <a:cubicBezTo>
                    <a:pt x="30033" y="-581"/>
                    <a:pt x="27477" y="58"/>
                    <a:pt x="25560" y="1334"/>
                  </a:cubicBezTo>
                  <a:lnTo>
                    <a:pt x="2556" y="18571"/>
                  </a:lnTo>
                  <a:cubicBezTo>
                    <a:pt x="639" y="19848"/>
                    <a:pt x="0" y="21763"/>
                    <a:pt x="0" y="23678"/>
                  </a:cubicBezTo>
                  <a:lnTo>
                    <a:pt x="0" y="65813"/>
                  </a:lnTo>
                  <a:cubicBezTo>
                    <a:pt x="0" y="69643"/>
                    <a:pt x="2556" y="72197"/>
                    <a:pt x="6390" y="72197"/>
                  </a:cubicBezTo>
                  <a:cubicBezTo>
                    <a:pt x="10224" y="72197"/>
                    <a:pt x="12780" y="69643"/>
                    <a:pt x="12780" y="65813"/>
                  </a:cubicBezTo>
                  <a:lnTo>
                    <a:pt x="12780" y="27509"/>
                  </a:lnTo>
                  <a:lnTo>
                    <a:pt x="23004" y="19848"/>
                  </a:lnTo>
                  <a:lnTo>
                    <a:pt x="23004" y="60067"/>
                  </a:lnTo>
                  <a:cubicBezTo>
                    <a:pt x="23004" y="61344"/>
                    <a:pt x="23643" y="62621"/>
                    <a:pt x="24282" y="63897"/>
                  </a:cubicBezTo>
                  <a:lnTo>
                    <a:pt x="47286" y="92625"/>
                  </a:lnTo>
                  <a:lnTo>
                    <a:pt x="52398" y="132844"/>
                  </a:lnTo>
                  <a:cubicBezTo>
                    <a:pt x="53037" y="136036"/>
                    <a:pt x="55593" y="138590"/>
                    <a:pt x="58788" y="138590"/>
                  </a:cubicBezTo>
                  <a:cubicBezTo>
                    <a:pt x="58788" y="138590"/>
                    <a:pt x="59427" y="138590"/>
                    <a:pt x="59427" y="138590"/>
                  </a:cubicBezTo>
                  <a:cubicBezTo>
                    <a:pt x="62622" y="137952"/>
                    <a:pt x="65177" y="134760"/>
                    <a:pt x="65177" y="131568"/>
                  </a:cubicBezTo>
                  <a:lnTo>
                    <a:pt x="59427" y="89433"/>
                  </a:lnTo>
                  <a:cubicBezTo>
                    <a:pt x="58788" y="86880"/>
                    <a:pt x="58788" y="86241"/>
                    <a:pt x="58149" y="84965"/>
                  </a:cubicBezTo>
                  <a:close/>
                </a:path>
              </a:pathLst>
            </a:custGeom>
            <a:solidFill>
              <a:srgbClr val="012169"/>
            </a:solidFill>
            <a:ln w="6390" cap="flat">
              <a:noFill/>
              <a:prstDash val="solid"/>
              <a:miter/>
            </a:ln>
          </p:spPr>
          <p:txBody>
            <a:bodyPr rtlCol="0" anchor="ctr"/>
            <a:lstStyle/>
            <a:p>
              <a:endParaRPr lang="en-US"/>
            </a:p>
          </p:txBody>
        </p:sp>
        <p:sp>
          <p:nvSpPr>
            <p:cNvPr id="255" name="Graphic 4">
              <a:extLst>
                <a:ext uri="{FF2B5EF4-FFF2-40B4-BE49-F238E27FC236}">
                  <a16:creationId xmlns:a16="http://schemas.microsoft.com/office/drawing/2014/main" id="{C56D7FF6-BEA2-2B48-848A-538CA3F67C08}"/>
                </a:ext>
              </a:extLst>
            </p:cNvPr>
            <p:cNvSpPr/>
            <p:nvPr/>
          </p:nvSpPr>
          <p:spPr>
            <a:xfrm>
              <a:off x="3839074" y="1050908"/>
              <a:ext cx="65177" cy="138589"/>
            </a:xfrm>
            <a:custGeom>
              <a:avLst/>
              <a:gdLst>
                <a:gd name="connsiteX0" fmla="*/ 58149 w 65177"/>
                <a:gd name="connsiteY0" fmla="*/ 84965 h 138589"/>
                <a:gd name="connsiteX1" fmla="*/ 35784 w 65177"/>
                <a:gd name="connsiteY1" fmla="*/ 56875 h 138589"/>
                <a:gd name="connsiteX2" fmla="*/ 35784 w 65177"/>
                <a:gd name="connsiteY2" fmla="*/ 6442 h 138589"/>
                <a:gd name="connsiteX3" fmla="*/ 31950 w 65177"/>
                <a:gd name="connsiteY3" fmla="*/ 696 h 138589"/>
                <a:gd name="connsiteX4" fmla="*/ 25560 w 65177"/>
                <a:gd name="connsiteY4" fmla="*/ 1334 h 138589"/>
                <a:gd name="connsiteX5" fmla="*/ 2556 w 65177"/>
                <a:gd name="connsiteY5" fmla="*/ 18571 h 138589"/>
                <a:gd name="connsiteX6" fmla="*/ 0 w 65177"/>
                <a:gd name="connsiteY6" fmla="*/ 23678 h 138589"/>
                <a:gd name="connsiteX7" fmla="*/ 0 w 65177"/>
                <a:gd name="connsiteY7" fmla="*/ 65813 h 138589"/>
                <a:gd name="connsiteX8" fmla="*/ 6390 w 65177"/>
                <a:gd name="connsiteY8" fmla="*/ 72197 h 138589"/>
                <a:gd name="connsiteX9" fmla="*/ 12780 w 65177"/>
                <a:gd name="connsiteY9" fmla="*/ 65813 h 138589"/>
                <a:gd name="connsiteX10" fmla="*/ 12780 w 65177"/>
                <a:gd name="connsiteY10" fmla="*/ 27509 h 138589"/>
                <a:gd name="connsiteX11" fmla="*/ 23004 w 65177"/>
                <a:gd name="connsiteY11" fmla="*/ 19848 h 138589"/>
                <a:gd name="connsiteX12" fmla="*/ 23004 w 65177"/>
                <a:gd name="connsiteY12" fmla="*/ 60067 h 138589"/>
                <a:gd name="connsiteX13" fmla="*/ 24282 w 65177"/>
                <a:gd name="connsiteY13" fmla="*/ 63897 h 138589"/>
                <a:gd name="connsiteX14" fmla="*/ 47286 w 65177"/>
                <a:gd name="connsiteY14" fmla="*/ 92625 h 138589"/>
                <a:gd name="connsiteX15" fmla="*/ 52398 w 65177"/>
                <a:gd name="connsiteY15" fmla="*/ 132844 h 138589"/>
                <a:gd name="connsiteX16" fmla="*/ 58788 w 65177"/>
                <a:gd name="connsiteY16" fmla="*/ 138590 h 138589"/>
                <a:gd name="connsiteX17" fmla="*/ 59426 w 65177"/>
                <a:gd name="connsiteY17" fmla="*/ 138590 h 138589"/>
                <a:gd name="connsiteX18" fmla="*/ 65177 w 65177"/>
                <a:gd name="connsiteY18" fmla="*/ 131568 h 138589"/>
                <a:gd name="connsiteX19" fmla="*/ 59426 w 65177"/>
                <a:gd name="connsiteY19" fmla="*/ 89433 h 138589"/>
                <a:gd name="connsiteX20" fmla="*/ 58149 w 65177"/>
                <a:gd name="connsiteY20" fmla="*/ 84965 h 138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177" h="138589">
                  <a:moveTo>
                    <a:pt x="58149" y="84965"/>
                  </a:moveTo>
                  <a:lnTo>
                    <a:pt x="35784" y="56875"/>
                  </a:lnTo>
                  <a:lnTo>
                    <a:pt x="35784" y="6442"/>
                  </a:lnTo>
                  <a:cubicBezTo>
                    <a:pt x="35784" y="3888"/>
                    <a:pt x="34506" y="1973"/>
                    <a:pt x="31950" y="696"/>
                  </a:cubicBezTo>
                  <a:cubicBezTo>
                    <a:pt x="30033" y="-581"/>
                    <a:pt x="27477" y="58"/>
                    <a:pt x="25560" y="1334"/>
                  </a:cubicBezTo>
                  <a:lnTo>
                    <a:pt x="2556" y="18571"/>
                  </a:lnTo>
                  <a:cubicBezTo>
                    <a:pt x="639" y="19848"/>
                    <a:pt x="0" y="21763"/>
                    <a:pt x="0" y="23678"/>
                  </a:cubicBezTo>
                  <a:lnTo>
                    <a:pt x="0" y="65813"/>
                  </a:lnTo>
                  <a:cubicBezTo>
                    <a:pt x="0" y="69643"/>
                    <a:pt x="2556" y="72197"/>
                    <a:pt x="6390" y="72197"/>
                  </a:cubicBezTo>
                  <a:cubicBezTo>
                    <a:pt x="10224" y="72197"/>
                    <a:pt x="12780" y="69643"/>
                    <a:pt x="12780" y="65813"/>
                  </a:cubicBezTo>
                  <a:lnTo>
                    <a:pt x="12780" y="27509"/>
                  </a:lnTo>
                  <a:lnTo>
                    <a:pt x="23004" y="19848"/>
                  </a:lnTo>
                  <a:lnTo>
                    <a:pt x="23004" y="60067"/>
                  </a:lnTo>
                  <a:cubicBezTo>
                    <a:pt x="23004" y="61344"/>
                    <a:pt x="23643" y="62621"/>
                    <a:pt x="24282" y="63897"/>
                  </a:cubicBezTo>
                  <a:lnTo>
                    <a:pt x="47286" y="92625"/>
                  </a:lnTo>
                  <a:lnTo>
                    <a:pt x="52398" y="132844"/>
                  </a:lnTo>
                  <a:cubicBezTo>
                    <a:pt x="53036" y="136036"/>
                    <a:pt x="55593" y="138590"/>
                    <a:pt x="58788" y="138590"/>
                  </a:cubicBezTo>
                  <a:cubicBezTo>
                    <a:pt x="58788" y="138590"/>
                    <a:pt x="59426" y="138590"/>
                    <a:pt x="59426" y="138590"/>
                  </a:cubicBezTo>
                  <a:cubicBezTo>
                    <a:pt x="62621" y="137952"/>
                    <a:pt x="65177" y="134760"/>
                    <a:pt x="65177" y="131568"/>
                  </a:cubicBezTo>
                  <a:lnTo>
                    <a:pt x="59426" y="89433"/>
                  </a:lnTo>
                  <a:cubicBezTo>
                    <a:pt x="59426" y="86880"/>
                    <a:pt x="58788" y="86241"/>
                    <a:pt x="58149" y="84965"/>
                  </a:cubicBezTo>
                  <a:close/>
                </a:path>
              </a:pathLst>
            </a:custGeom>
            <a:solidFill>
              <a:srgbClr val="012169"/>
            </a:solidFill>
            <a:ln w="6390" cap="flat">
              <a:noFill/>
              <a:prstDash val="solid"/>
              <a:miter/>
            </a:ln>
          </p:spPr>
          <p:txBody>
            <a:bodyPr rtlCol="0" anchor="ctr"/>
            <a:lstStyle/>
            <a:p>
              <a:endParaRPr lang="en-US"/>
            </a:p>
          </p:txBody>
        </p:sp>
        <p:sp>
          <p:nvSpPr>
            <p:cNvPr id="256" name="Graphic 4">
              <a:extLst>
                <a:ext uri="{FF2B5EF4-FFF2-40B4-BE49-F238E27FC236}">
                  <a16:creationId xmlns:a16="http://schemas.microsoft.com/office/drawing/2014/main" id="{8740B614-BB2B-4743-93E4-E7676C6974C7}"/>
                </a:ext>
              </a:extLst>
            </p:cNvPr>
            <p:cNvSpPr/>
            <p:nvPr/>
          </p:nvSpPr>
          <p:spPr>
            <a:xfrm>
              <a:off x="3879969" y="1093100"/>
              <a:ext cx="18530" cy="18513"/>
            </a:xfrm>
            <a:custGeom>
              <a:avLst/>
              <a:gdLst>
                <a:gd name="connsiteX0" fmla="*/ 1917 w 18530"/>
                <a:gd name="connsiteY0" fmla="*/ 1915 h 18513"/>
                <a:gd name="connsiteX1" fmla="*/ 1917 w 18530"/>
                <a:gd name="connsiteY1" fmla="*/ 10853 h 18513"/>
                <a:gd name="connsiteX2" fmla="*/ 7668 w 18530"/>
                <a:gd name="connsiteY2" fmla="*/ 16598 h 18513"/>
                <a:gd name="connsiteX3" fmla="*/ 12141 w 18530"/>
                <a:gd name="connsiteY3" fmla="*/ 18514 h 18513"/>
                <a:gd name="connsiteX4" fmla="*/ 16614 w 18530"/>
                <a:gd name="connsiteY4" fmla="*/ 16598 h 18513"/>
                <a:gd name="connsiteX5" fmla="*/ 16614 w 18530"/>
                <a:gd name="connsiteY5" fmla="*/ 7661 h 18513"/>
                <a:gd name="connsiteX6" fmla="*/ 10863 w 18530"/>
                <a:gd name="connsiteY6" fmla="*/ 1915 h 18513"/>
                <a:gd name="connsiteX7" fmla="*/ 1917 w 18530"/>
                <a:gd name="connsiteY7" fmla="*/ 1915 h 1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30" h="18513">
                  <a:moveTo>
                    <a:pt x="1917" y="1915"/>
                  </a:moveTo>
                  <a:cubicBezTo>
                    <a:pt x="-639" y="4469"/>
                    <a:pt x="-639" y="8299"/>
                    <a:pt x="1917" y="10853"/>
                  </a:cubicBezTo>
                  <a:lnTo>
                    <a:pt x="7668" y="16598"/>
                  </a:lnTo>
                  <a:cubicBezTo>
                    <a:pt x="8946" y="17875"/>
                    <a:pt x="10863" y="18514"/>
                    <a:pt x="12141" y="18514"/>
                  </a:cubicBezTo>
                  <a:cubicBezTo>
                    <a:pt x="13419" y="18514"/>
                    <a:pt x="15336" y="17875"/>
                    <a:pt x="16614" y="16598"/>
                  </a:cubicBezTo>
                  <a:cubicBezTo>
                    <a:pt x="19170" y="14045"/>
                    <a:pt x="19170" y="10214"/>
                    <a:pt x="16614" y="7661"/>
                  </a:cubicBezTo>
                  <a:lnTo>
                    <a:pt x="10863" y="1915"/>
                  </a:lnTo>
                  <a:cubicBezTo>
                    <a:pt x="8307" y="-638"/>
                    <a:pt x="3834" y="-638"/>
                    <a:pt x="1917" y="1915"/>
                  </a:cubicBezTo>
                  <a:close/>
                </a:path>
              </a:pathLst>
            </a:custGeom>
            <a:solidFill>
              <a:srgbClr val="012169"/>
            </a:solidFill>
            <a:ln w="6390" cap="flat">
              <a:noFill/>
              <a:prstDash val="solid"/>
              <a:miter/>
            </a:ln>
          </p:spPr>
          <p:txBody>
            <a:bodyPr rtlCol="0" anchor="ctr"/>
            <a:lstStyle/>
            <a:p>
              <a:endParaRPr lang="en-US"/>
            </a:p>
          </p:txBody>
        </p:sp>
        <p:sp>
          <p:nvSpPr>
            <p:cNvPr id="257" name="Graphic 4">
              <a:extLst>
                <a:ext uri="{FF2B5EF4-FFF2-40B4-BE49-F238E27FC236}">
                  <a16:creationId xmlns:a16="http://schemas.microsoft.com/office/drawing/2014/main" id="{9D7378B5-BC02-6A47-9956-59CCDEBE5680}"/>
                </a:ext>
              </a:extLst>
            </p:cNvPr>
            <p:cNvSpPr/>
            <p:nvPr/>
          </p:nvSpPr>
          <p:spPr>
            <a:xfrm>
              <a:off x="3728528" y="1093100"/>
              <a:ext cx="18530" cy="18513"/>
            </a:xfrm>
            <a:custGeom>
              <a:avLst/>
              <a:gdLst>
                <a:gd name="connsiteX0" fmla="*/ 1917 w 18530"/>
                <a:gd name="connsiteY0" fmla="*/ 10853 h 18513"/>
                <a:gd name="connsiteX1" fmla="*/ 7668 w 18530"/>
                <a:gd name="connsiteY1" fmla="*/ 16598 h 18513"/>
                <a:gd name="connsiteX2" fmla="*/ 12141 w 18530"/>
                <a:gd name="connsiteY2" fmla="*/ 18514 h 18513"/>
                <a:gd name="connsiteX3" fmla="*/ 16614 w 18530"/>
                <a:gd name="connsiteY3" fmla="*/ 16598 h 18513"/>
                <a:gd name="connsiteX4" fmla="*/ 16614 w 18530"/>
                <a:gd name="connsiteY4" fmla="*/ 7661 h 18513"/>
                <a:gd name="connsiteX5" fmla="*/ 10863 w 18530"/>
                <a:gd name="connsiteY5" fmla="*/ 1915 h 18513"/>
                <a:gd name="connsiteX6" fmla="*/ 1917 w 18530"/>
                <a:gd name="connsiteY6" fmla="*/ 1915 h 18513"/>
                <a:gd name="connsiteX7" fmla="*/ 1917 w 18530"/>
                <a:gd name="connsiteY7" fmla="*/ 10853 h 1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30" h="18513">
                  <a:moveTo>
                    <a:pt x="1917" y="10853"/>
                  </a:moveTo>
                  <a:lnTo>
                    <a:pt x="7668" y="16598"/>
                  </a:lnTo>
                  <a:cubicBezTo>
                    <a:pt x="8946" y="17875"/>
                    <a:pt x="10863" y="18514"/>
                    <a:pt x="12141" y="18514"/>
                  </a:cubicBezTo>
                  <a:cubicBezTo>
                    <a:pt x="13419" y="18514"/>
                    <a:pt x="15336" y="17875"/>
                    <a:pt x="16614" y="16598"/>
                  </a:cubicBezTo>
                  <a:cubicBezTo>
                    <a:pt x="19170" y="14045"/>
                    <a:pt x="19170" y="10214"/>
                    <a:pt x="16614" y="7661"/>
                  </a:cubicBezTo>
                  <a:lnTo>
                    <a:pt x="10863" y="1915"/>
                  </a:lnTo>
                  <a:cubicBezTo>
                    <a:pt x="8307" y="-638"/>
                    <a:pt x="4473" y="-638"/>
                    <a:pt x="1917" y="1915"/>
                  </a:cubicBezTo>
                  <a:cubicBezTo>
                    <a:pt x="-639" y="4469"/>
                    <a:pt x="-639" y="8299"/>
                    <a:pt x="1917" y="10853"/>
                  </a:cubicBezTo>
                  <a:close/>
                </a:path>
              </a:pathLst>
            </a:custGeom>
            <a:solidFill>
              <a:srgbClr val="012169"/>
            </a:solidFill>
            <a:ln w="6390" cap="flat">
              <a:noFill/>
              <a:prstDash val="solid"/>
              <a:miter/>
            </a:ln>
          </p:spPr>
          <p:txBody>
            <a:bodyPr rtlCol="0" anchor="ctr"/>
            <a:lstStyle/>
            <a:p>
              <a:endParaRPr lang="en-US"/>
            </a:p>
          </p:txBody>
        </p:sp>
      </p:grpSp>
      <p:grpSp>
        <p:nvGrpSpPr>
          <p:cNvPr id="258" name="Graphic 4">
            <a:extLst>
              <a:ext uri="{FF2B5EF4-FFF2-40B4-BE49-F238E27FC236}">
                <a16:creationId xmlns:a16="http://schemas.microsoft.com/office/drawing/2014/main" id="{9C44FA7B-1FE7-5D4F-9547-2533B0C8B853}"/>
              </a:ext>
            </a:extLst>
          </p:cNvPr>
          <p:cNvGrpSpPr/>
          <p:nvPr/>
        </p:nvGrpSpPr>
        <p:grpSpPr>
          <a:xfrm>
            <a:off x="2561086" y="918179"/>
            <a:ext cx="361670" cy="361333"/>
            <a:chOff x="2561086" y="918179"/>
            <a:chExt cx="361670" cy="361333"/>
          </a:xfrm>
          <a:solidFill>
            <a:srgbClr val="012169"/>
          </a:solidFill>
        </p:grpSpPr>
        <p:sp>
          <p:nvSpPr>
            <p:cNvPr id="259" name="Graphic 4">
              <a:extLst>
                <a:ext uri="{FF2B5EF4-FFF2-40B4-BE49-F238E27FC236}">
                  <a16:creationId xmlns:a16="http://schemas.microsoft.com/office/drawing/2014/main" id="{34E6F855-FD50-C64E-AD48-E8745A5C4A26}"/>
                </a:ext>
              </a:extLst>
            </p:cNvPr>
            <p:cNvSpPr/>
            <p:nvPr/>
          </p:nvSpPr>
          <p:spPr>
            <a:xfrm>
              <a:off x="2561086"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260" name="Graphic 4">
              <a:extLst>
                <a:ext uri="{FF2B5EF4-FFF2-40B4-BE49-F238E27FC236}">
                  <a16:creationId xmlns:a16="http://schemas.microsoft.com/office/drawing/2014/main" id="{76CA8B5E-DA20-5940-A8B1-F70ECFB30DC8}"/>
                </a:ext>
              </a:extLst>
            </p:cNvPr>
            <p:cNvSpPr/>
            <p:nvPr/>
          </p:nvSpPr>
          <p:spPr>
            <a:xfrm>
              <a:off x="2718918" y="1074569"/>
              <a:ext cx="129076" cy="38960"/>
            </a:xfrm>
            <a:custGeom>
              <a:avLst/>
              <a:gdLst>
                <a:gd name="connsiteX0" fmla="*/ 109268 w 129076"/>
                <a:gd name="connsiteY0" fmla="*/ 18 h 38960"/>
                <a:gd name="connsiteX1" fmla="*/ 6390 w 129076"/>
                <a:gd name="connsiteY1" fmla="*/ 18 h 38960"/>
                <a:gd name="connsiteX2" fmla="*/ 0 w 129076"/>
                <a:gd name="connsiteY2" fmla="*/ 6402 h 38960"/>
                <a:gd name="connsiteX3" fmla="*/ 6390 w 129076"/>
                <a:gd name="connsiteY3" fmla="*/ 12786 h 38960"/>
                <a:gd name="connsiteX4" fmla="*/ 109268 w 129076"/>
                <a:gd name="connsiteY4" fmla="*/ 12786 h 38960"/>
                <a:gd name="connsiteX5" fmla="*/ 115019 w 129076"/>
                <a:gd name="connsiteY5" fmla="*/ 14701 h 38960"/>
                <a:gd name="connsiteX6" fmla="*/ 116297 w 129076"/>
                <a:gd name="connsiteY6" fmla="*/ 19170 h 38960"/>
                <a:gd name="connsiteX7" fmla="*/ 114380 w 129076"/>
                <a:gd name="connsiteY7" fmla="*/ 24915 h 38960"/>
                <a:gd name="connsiteX8" fmla="*/ 109268 w 129076"/>
                <a:gd name="connsiteY8" fmla="*/ 26192 h 38960"/>
                <a:gd name="connsiteX9" fmla="*/ 102239 w 129076"/>
                <a:gd name="connsiteY9" fmla="*/ 31938 h 38960"/>
                <a:gd name="connsiteX10" fmla="*/ 107990 w 129076"/>
                <a:gd name="connsiteY10" fmla="*/ 38960 h 38960"/>
                <a:gd name="connsiteX11" fmla="*/ 109907 w 129076"/>
                <a:gd name="connsiteY11" fmla="*/ 38960 h 38960"/>
                <a:gd name="connsiteX12" fmla="*/ 122687 w 129076"/>
                <a:gd name="connsiteY12" fmla="*/ 34491 h 38960"/>
                <a:gd name="connsiteX13" fmla="*/ 129077 w 129076"/>
                <a:gd name="connsiteY13" fmla="*/ 19170 h 38960"/>
                <a:gd name="connsiteX14" fmla="*/ 123965 w 129076"/>
                <a:gd name="connsiteY14" fmla="*/ 5763 h 38960"/>
                <a:gd name="connsiteX15" fmla="*/ 109268 w 129076"/>
                <a:gd name="connsiteY15" fmla="*/ 18 h 38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9076" h="38960">
                  <a:moveTo>
                    <a:pt x="109268" y="18"/>
                  </a:moveTo>
                  <a:lnTo>
                    <a:pt x="6390" y="18"/>
                  </a:lnTo>
                  <a:cubicBezTo>
                    <a:pt x="2556" y="18"/>
                    <a:pt x="0" y="2571"/>
                    <a:pt x="0" y="6402"/>
                  </a:cubicBezTo>
                  <a:cubicBezTo>
                    <a:pt x="0" y="10232"/>
                    <a:pt x="2556" y="12786"/>
                    <a:pt x="6390" y="12786"/>
                  </a:cubicBezTo>
                  <a:lnTo>
                    <a:pt x="109268" y="12786"/>
                  </a:lnTo>
                  <a:cubicBezTo>
                    <a:pt x="109907" y="12786"/>
                    <a:pt x="113102" y="12786"/>
                    <a:pt x="115019" y="14701"/>
                  </a:cubicBezTo>
                  <a:cubicBezTo>
                    <a:pt x="115658" y="15339"/>
                    <a:pt x="116297" y="15978"/>
                    <a:pt x="116297" y="19170"/>
                  </a:cubicBezTo>
                  <a:cubicBezTo>
                    <a:pt x="116297" y="21723"/>
                    <a:pt x="115658" y="24277"/>
                    <a:pt x="114380" y="24915"/>
                  </a:cubicBezTo>
                  <a:cubicBezTo>
                    <a:pt x="112463" y="26830"/>
                    <a:pt x="109268" y="26192"/>
                    <a:pt x="109268" y="26192"/>
                  </a:cubicBezTo>
                  <a:cubicBezTo>
                    <a:pt x="106073" y="25554"/>
                    <a:pt x="102878" y="28107"/>
                    <a:pt x="102239" y="31938"/>
                  </a:cubicBezTo>
                  <a:cubicBezTo>
                    <a:pt x="101600" y="35130"/>
                    <a:pt x="104156" y="38322"/>
                    <a:pt x="107990" y="38960"/>
                  </a:cubicBezTo>
                  <a:cubicBezTo>
                    <a:pt x="107990" y="38960"/>
                    <a:pt x="108629" y="38960"/>
                    <a:pt x="109907" y="38960"/>
                  </a:cubicBezTo>
                  <a:cubicBezTo>
                    <a:pt x="112463" y="38960"/>
                    <a:pt x="118214" y="38322"/>
                    <a:pt x="122687" y="34491"/>
                  </a:cubicBezTo>
                  <a:cubicBezTo>
                    <a:pt x="125243" y="31938"/>
                    <a:pt x="129077" y="27469"/>
                    <a:pt x="129077" y="19170"/>
                  </a:cubicBezTo>
                  <a:cubicBezTo>
                    <a:pt x="129077" y="12147"/>
                    <a:pt x="125882" y="7678"/>
                    <a:pt x="123965" y="5763"/>
                  </a:cubicBezTo>
                  <a:cubicBezTo>
                    <a:pt x="118214" y="-621"/>
                    <a:pt x="109907" y="18"/>
                    <a:pt x="109268" y="18"/>
                  </a:cubicBezTo>
                  <a:close/>
                </a:path>
              </a:pathLst>
            </a:custGeom>
            <a:solidFill>
              <a:srgbClr val="012169"/>
            </a:solidFill>
            <a:ln w="6390" cap="flat">
              <a:noFill/>
              <a:prstDash val="solid"/>
              <a:miter/>
            </a:ln>
          </p:spPr>
          <p:txBody>
            <a:bodyPr rtlCol="0" anchor="ctr"/>
            <a:lstStyle/>
            <a:p>
              <a:endParaRPr lang="en-US"/>
            </a:p>
          </p:txBody>
        </p:sp>
        <p:sp>
          <p:nvSpPr>
            <p:cNvPr id="261" name="Graphic 4">
              <a:extLst>
                <a:ext uri="{FF2B5EF4-FFF2-40B4-BE49-F238E27FC236}">
                  <a16:creationId xmlns:a16="http://schemas.microsoft.com/office/drawing/2014/main" id="{6640E382-930D-3C4B-9234-5E9B329ADD9D}"/>
                </a:ext>
              </a:extLst>
            </p:cNvPr>
            <p:cNvSpPr/>
            <p:nvPr/>
          </p:nvSpPr>
          <p:spPr>
            <a:xfrm>
              <a:off x="2747033" y="1059903"/>
              <a:ext cx="80513" cy="12767"/>
            </a:xfrm>
            <a:custGeom>
              <a:avLst/>
              <a:gdLst>
                <a:gd name="connsiteX0" fmla="*/ 74123 w 80513"/>
                <a:gd name="connsiteY0" fmla="*/ 12768 h 12767"/>
                <a:gd name="connsiteX1" fmla="*/ 80513 w 80513"/>
                <a:gd name="connsiteY1" fmla="*/ 6384 h 12767"/>
                <a:gd name="connsiteX2" fmla="*/ 74123 w 80513"/>
                <a:gd name="connsiteY2" fmla="*/ 0 h 12767"/>
                <a:gd name="connsiteX3" fmla="*/ 6390 w 80513"/>
                <a:gd name="connsiteY3" fmla="*/ 0 h 12767"/>
                <a:gd name="connsiteX4" fmla="*/ 0 w 80513"/>
                <a:gd name="connsiteY4" fmla="*/ 6384 h 12767"/>
                <a:gd name="connsiteX5" fmla="*/ 6390 w 80513"/>
                <a:gd name="connsiteY5" fmla="*/ 12768 h 12767"/>
                <a:gd name="connsiteX6" fmla="*/ 74123 w 80513"/>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513" h="12767">
                  <a:moveTo>
                    <a:pt x="74123" y="12768"/>
                  </a:moveTo>
                  <a:cubicBezTo>
                    <a:pt x="77957" y="12768"/>
                    <a:pt x="80513" y="10214"/>
                    <a:pt x="80513" y="6384"/>
                  </a:cubicBezTo>
                  <a:cubicBezTo>
                    <a:pt x="80513" y="2554"/>
                    <a:pt x="77957" y="0"/>
                    <a:pt x="74123" y="0"/>
                  </a:cubicBezTo>
                  <a:lnTo>
                    <a:pt x="6390" y="0"/>
                  </a:lnTo>
                  <a:cubicBezTo>
                    <a:pt x="2556" y="0"/>
                    <a:pt x="0" y="2554"/>
                    <a:pt x="0" y="6384"/>
                  </a:cubicBezTo>
                  <a:cubicBezTo>
                    <a:pt x="0" y="10214"/>
                    <a:pt x="2556" y="12768"/>
                    <a:pt x="6390" y="12768"/>
                  </a:cubicBezTo>
                  <a:lnTo>
                    <a:pt x="74123" y="12768"/>
                  </a:lnTo>
                  <a:close/>
                </a:path>
              </a:pathLst>
            </a:custGeom>
            <a:solidFill>
              <a:srgbClr val="012169"/>
            </a:solidFill>
            <a:ln w="6390" cap="flat">
              <a:noFill/>
              <a:prstDash val="solid"/>
              <a:miter/>
            </a:ln>
          </p:spPr>
          <p:txBody>
            <a:bodyPr rtlCol="0" anchor="ctr"/>
            <a:lstStyle/>
            <a:p>
              <a:endParaRPr lang="en-US"/>
            </a:p>
          </p:txBody>
        </p:sp>
        <p:sp>
          <p:nvSpPr>
            <p:cNvPr id="262" name="Graphic 4">
              <a:extLst>
                <a:ext uri="{FF2B5EF4-FFF2-40B4-BE49-F238E27FC236}">
                  <a16:creationId xmlns:a16="http://schemas.microsoft.com/office/drawing/2014/main" id="{9AA37769-EE35-C745-B93C-C3BBAB40D80E}"/>
                </a:ext>
              </a:extLst>
            </p:cNvPr>
            <p:cNvSpPr/>
            <p:nvPr/>
          </p:nvSpPr>
          <p:spPr>
            <a:xfrm>
              <a:off x="2635849" y="987445"/>
              <a:ext cx="210867" cy="223758"/>
            </a:xfrm>
            <a:custGeom>
              <a:avLst/>
              <a:gdLst>
                <a:gd name="connsiteX0" fmla="*/ 191698 w 210867"/>
                <a:gd name="connsiteY0" fmla="*/ 30962 h 223758"/>
                <a:gd name="connsiteX1" fmla="*/ 185947 w 210867"/>
                <a:gd name="connsiteY1" fmla="*/ 37985 h 223758"/>
                <a:gd name="connsiteX2" fmla="*/ 192976 w 210867"/>
                <a:gd name="connsiteY2" fmla="*/ 43730 h 223758"/>
                <a:gd name="connsiteX3" fmla="*/ 198088 w 210867"/>
                <a:gd name="connsiteY3" fmla="*/ 45007 h 223758"/>
                <a:gd name="connsiteX4" fmla="*/ 200005 w 210867"/>
                <a:gd name="connsiteY4" fmla="*/ 50753 h 223758"/>
                <a:gd name="connsiteX5" fmla="*/ 198727 w 210867"/>
                <a:gd name="connsiteY5" fmla="*/ 55221 h 223758"/>
                <a:gd name="connsiteX6" fmla="*/ 192976 w 210867"/>
                <a:gd name="connsiteY6" fmla="*/ 57137 h 223758"/>
                <a:gd name="connsiteX7" fmla="*/ 150164 w 210867"/>
                <a:gd name="connsiteY7" fmla="*/ 57137 h 223758"/>
                <a:gd name="connsiteX8" fmla="*/ 151442 w 210867"/>
                <a:gd name="connsiteY8" fmla="*/ 53306 h 223758"/>
                <a:gd name="connsiteX9" fmla="*/ 151442 w 210867"/>
                <a:gd name="connsiteY9" fmla="*/ 38623 h 223758"/>
                <a:gd name="connsiteX10" fmla="*/ 145052 w 210867"/>
                <a:gd name="connsiteY10" fmla="*/ 32239 h 223758"/>
                <a:gd name="connsiteX11" fmla="*/ 72206 w 210867"/>
                <a:gd name="connsiteY11" fmla="*/ 32239 h 223758"/>
                <a:gd name="connsiteX12" fmla="*/ 23004 w 210867"/>
                <a:gd name="connsiteY12" fmla="*/ 958 h 223758"/>
                <a:gd name="connsiteX13" fmla="*/ 16614 w 210867"/>
                <a:gd name="connsiteY13" fmla="*/ 958 h 223758"/>
                <a:gd name="connsiteX14" fmla="*/ 13419 w 210867"/>
                <a:gd name="connsiteY14" fmla="*/ 6703 h 223758"/>
                <a:gd name="connsiteX15" fmla="*/ 13419 w 210867"/>
                <a:gd name="connsiteY15" fmla="*/ 103101 h 223758"/>
                <a:gd name="connsiteX16" fmla="*/ 6390 w 210867"/>
                <a:gd name="connsiteY16" fmla="*/ 103101 h 223758"/>
                <a:gd name="connsiteX17" fmla="*/ 0 w 210867"/>
                <a:gd name="connsiteY17" fmla="*/ 109485 h 223758"/>
                <a:gd name="connsiteX18" fmla="*/ 0 w 210867"/>
                <a:gd name="connsiteY18" fmla="*/ 129914 h 223758"/>
                <a:gd name="connsiteX19" fmla="*/ 6390 w 210867"/>
                <a:gd name="connsiteY19" fmla="*/ 136298 h 223758"/>
                <a:gd name="connsiteX20" fmla="*/ 12780 w 210867"/>
                <a:gd name="connsiteY20" fmla="*/ 129914 h 223758"/>
                <a:gd name="connsiteX21" fmla="*/ 12780 w 210867"/>
                <a:gd name="connsiteY21" fmla="*/ 115869 h 223758"/>
                <a:gd name="connsiteX22" fmla="*/ 13419 w 210867"/>
                <a:gd name="connsiteY22" fmla="*/ 115869 h 223758"/>
                <a:gd name="connsiteX23" fmla="*/ 13419 w 210867"/>
                <a:gd name="connsiteY23" fmla="*/ 212267 h 223758"/>
                <a:gd name="connsiteX24" fmla="*/ 16614 w 210867"/>
                <a:gd name="connsiteY24" fmla="*/ 218013 h 223758"/>
                <a:gd name="connsiteX25" fmla="*/ 19809 w 210867"/>
                <a:gd name="connsiteY25" fmla="*/ 218651 h 223758"/>
                <a:gd name="connsiteX26" fmla="*/ 23004 w 210867"/>
                <a:gd name="connsiteY26" fmla="*/ 217375 h 223758"/>
                <a:gd name="connsiteX27" fmla="*/ 71567 w 210867"/>
                <a:gd name="connsiteY27" fmla="*/ 186732 h 223758"/>
                <a:gd name="connsiteX28" fmla="*/ 99044 w 210867"/>
                <a:gd name="connsiteY28" fmla="*/ 186732 h 223758"/>
                <a:gd name="connsiteX29" fmla="*/ 145052 w 210867"/>
                <a:gd name="connsiteY29" fmla="*/ 223759 h 223758"/>
                <a:gd name="connsiteX30" fmla="*/ 192337 w 210867"/>
                <a:gd name="connsiteY30" fmla="*/ 176517 h 223758"/>
                <a:gd name="connsiteX31" fmla="*/ 151442 w 210867"/>
                <a:gd name="connsiteY31" fmla="*/ 129914 h 223758"/>
                <a:gd name="connsiteX32" fmla="*/ 151442 w 210867"/>
                <a:gd name="connsiteY32" fmla="*/ 123530 h 223758"/>
                <a:gd name="connsiteX33" fmla="*/ 148885 w 210867"/>
                <a:gd name="connsiteY33" fmla="*/ 118423 h 223758"/>
                <a:gd name="connsiteX34" fmla="*/ 162304 w 210867"/>
                <a:gd name="connsiteY34" fmla="*/ 118423 h 223758"/>
                <a:gd name="connsiteX35" fmla="*/ 168694 w 210867"/>
                <a:gd name="connsiteY35" fmla="*/ 112039 h 223758"/>
                <a:gd name="connsiteX36" fmla="*/ 162304 w 210867"/>
                <a:gd name="connsiteY36" fmla="*/ 105655 h 223758"/>
                <a:gd name="connsiteX37" fmla="*/ 105434 w 210867"/>
                <a:gd name="connsiteY37" fmla="*/ 105655 h 223758"/>
                <a:gd name="connsiteX38" fmla="*/ 99044 w 210867"/>
                <a:gd name="connsiteY38" fmla="*/ 112039 h 223758"/>
                <a:gd name="connsiteX39" fmla="*/ 105434 w 210867"/>
                <a:gd name="connsiteY39" fmla="*/ 118423 h 223758"/>
                <a:gd name="connsiteX40" fmla="*/ 140579 w 210867"/>
                <a:gd name="connsiteY40" fmla="*/ 118423 h 223758"/>
                <a:gd name="connsiteX41" fmla="*/ 138023 w 210867"/>
                <a:gd name="connsiteY41" fmla="*/ 123530 h 223758"/>
                <a:gd name="connsiteX42" fmla="*/ 138023 w 210867"/>
                <a:gd name="connsiteY42" fmla="*/ 129914 h 223758"/>
                <a:gd name="connsiteX43" fmla="*/ 97766 w 210867"/>
                <a:gd name="connsiteY43" fmla="*/ 173964 h 223758"/>
                <a:gd name="connsiteX44" fmla="*/ 75401 w 210867"/>
                <a:gd name="connsiteY44" fmla="*/ 173964 h 223758"/>
                <a:gd name="connsiteX45" fmla="*/ 74762 w 210867"/>
                <a:gd name="connsiteY45" fmla="*/ 45007 h 223758"/>
                <a:gd name="connsiteX46" fmla="*/ 137384 w 210867"/>
                <a:gd name="connsiteY46" fmla="*/ 45007 h 223758"/>
                <a:gd name="connsiteX47" fmla="*/ 137384 w 210867"/>
                <a:gd name="connsiteY47" fmla="*/ 53306 h 223758"/>
                <a:gd name="connsiteX48" fmla="*/ 138662 w 210867"/>
                <a:gd name="connsiteY48" fmla="*/ 57137 h 223758"/>
                <a:gd name="connsiteX49" fmla="*/ 94571 w 210867"/>
                <a:gd name="connsiteY49" fmla="*/ 57137 h 223758"/>
                <a:gd name="connsiteX50" fmla="*/ 88181 w 210867"/>
                <a:gd name="connsiteY50" fmla="*/ 63521 h 223758"/>
                <a:gd name="connsiteX51" fmla="*/ 94571 w 210867"/>
                <a:gd name="connsiteY51" fmla="*/ 69905 h 223758"/>
                <a:gd name="connsiteX52" fmla="*/ 190420 w 210867"/>
                <a:gd name="connsiteY52" fmla="*/ 69905 h 223758"/>
                <a:gd name="connsiteX53" fmla="*/ 191059 w 210867"/>
                <a:gd name="connsiteY53" fmla="*/ 69905 h 223758"/>
                <a:gd name="connsiteX54" fmla="*/ 205756 w 210867"/>
                <a:gd name="connsiteY54" fmla="*/ 64797 h 223758"/>
                <a:gd name="connsiteX55" fmla="*/ 210868 w 210867"/>
                <a:gd name="connsiteY55" fmla="*/ 51391 h 223758"/>
                <a:gd name="connsiteX56" fmla="*/ 204478 w 210867"/>
                <a:gd name="connsiteY56" fmla="*/ 36069 h 223758"/>
                <a:gd name="connsiteX57" fmla="*/ 191698 w 210867"/>
                <a:gd name="connsiteY57" fmla="*/ 30962 h 223758"/>
                <a:gd name="connsiteX58" fmla="*/ 25560 w 210867"/>
                <a:gd name="connsiteY58" fmla="*/ 200138 h 223758"/>
                <a:gd name="connsiteX59" fmla="*/ 24921 w 210867"/>
                <a:gd name="connsiteY59" fmla="*/ 17556 h 223758"/>
                <a:gd name="connsiteX60" fmla="*/ 62621 w 210867"/>
                <a:gd name="connsiteY60" fmla="*/ 41177 h 223758"/>
                <a:gd name="connsiteX61" fmla="*/ 63260 w 210867"/>
                <a:gd name="connsiteY61" fmla="*/ 175879 h 223758"/>
                <a:gd name="connsiteX62" fmla="*/ 25560 w 210867"/>
                <a:gd name="connsiteY62" fmla="*/ 200138 h 223758"/>
                <a:gd name="connsiteX63" fmla="*/ 140579 w 210867"/>
                <a:gd name="connsiteY63" fmla="*/ 142682 h 223758"/>
                <a:gd name="connsiteX64" fmla="*/ 138023 w 210867"/>
                <a:gd name="connsiteY64" fmla="*/ 147789 h 223758"/>
                <a:gd name="connsiteX65" fmla="*/ 138023 w 210867"/>
                <a:gd name="connsiteY65" fmla="*/ 176517 h 223758"/>
                <a:gd name="connsiteX66" fmla="*/ 144413 w 210867"/>
                <a:gd name="connsiteY66" fmla="*/ 182901 h 223758"/>
                <a:gd name="connsiteX67" fmla="*/ 161665 w 210867"/>
                <a:gd name="connsiteY67" fmla="*/ 182901 h 223758"/>
                <a:gd name="connsiteX68" fmla="*/ 168055 w 210867"/>
                <a:gd name="connsiteY68" fmla="*/ 176517 h 223758"/>
                <a:gd name="connsiteX69" fmla="*/ 161665 w 210867"/>
                <a:gd name="connsiteY69" fmla="*/ 170133 h 223758"/>
                <a:gd name="connsiteX70" fmla="*/ 150803 w 210867"/>
                <a:gd name="connsiteY70" fmla="*/ 170133 h 223758"/>
                <a:gd name="connsiteX71" fmla="*/ 150803 w 210867"/>
                <a:gd name="connsiteY71" fmla="*/ 147789 h 223758"/>
                <a:gd name="connsiteX72" fmla="*/ 148247 w 210867"/>
                <a:gd name="connsiteY72" fmla="*/ 142682 h 223758"/>
                <a:gd name="connsiteX73" fmla="*/ 178918 w 210867"/>
                <a:gd name="connsiteY73" fmla="*/ 176517 h 223758"/>
                <a:gd name="connsiteX74" fmla="*/ 144413 w 210867"/>
                <a:gd name="connsiteY74" fmla="*/ 210991 h 223758"/>
                <a:gd name="connsiteX75" fmla="*/ 109907 w 210867"/>
                <a:gd name="connsiteY75" fmla="*/ 176517 h 223758"/>
                <a:gd name="connsiteX76" fmla="*/ 140579 w 210867"/>
                <a:gd name="connsiteY76" fmla="*/ 142682 h 22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10867" h="223758">
                  <a:moveTo>
                    <a:pt x="191698" y="30962"/>
                  </a:moveTo>
                  <a:cubicBezTo>
                    <a:pt x="188503" y="31601"/>
                    <a:pt x="185947" y="34154"/>
                    <a:pt x="185947" y="37985"/>
                  </a:cubicBezTo>
                  <a:cubicBezTo>
                    <a:pt x="186586" y="41177"/>
                    <a:pt x="189142" y="43730"/>
                    <a:pt x="192976" y="43730"/>
                  </a:cubicBezTo>
                  <a:cubicBezTo>
                    <a:pt x="192976" y="43730"/>
                    <a:pt x="196171" y="43730"/>
                    <a:pt x="198088" y="45007"/>
                  </a:cubicBezTo>
                  <a:cubicBezTo>
                    <a:pt x="199366" y="46284"/>
                    <a:pt x="200005" y="48199"/>
                    <a:pt x="200005" y="50753"/>
                  </a:cubicBezTo>
                  <a:cubicBezTo>
                    <a:pt x="200005" y="53945"/>
                    <a:pt x="198727" y="54583"/>
                    <a:pt x="198727" y="55221"/>
                  </a:cubicBezTo>
                  <a:cubicBezTo>
                    <a:pt x="196810" y="56498"/>
                    <a:pt x="194254" y="57137"/>
                    <a:pt x="192976" y="57137"/>
                  </a:cubicBezTo>
                  <a:lnTo>
                    <a:pt x="150164" y="57137"/>
                  </a:lnTo>
                  <a:cubicBezTo>
                    <a:pt x="150803" y="55860"/>
                    <a:pt x="151442" y="54583"/>
                    <a:pt x="151442" y="53306"/>
                  </a:cubicBezTo>
                  <a:lnTo>
                    <a:pt x="151442" y="38623"/>
                  </a:lnTo>
                  <a:cubicBezTo>
                    <a:pt x="151442" y="34793"/>
                    <a:pt x="148885" y="32239"/>
                    <a:pt x="145052" y="32239"/>
                  </a:cubicBezTo>
                  <a:lnTo>
                    <a:pt x="72206" y="32239"/>
                  </a:lnTo>
                  <a:lnTo>
                    <a:pt x="23004" y="958"/>
                  </a:lnTo>
                  <a:cubicBezTo>
                    <a:pt x="21087" y="-319"/>
                    <a:pt x="18531" y="-319"/>
                    <a:pt x="16614" y="958"/>
                  </a:cubicBezTo>
                  <a:cubicBezTo>
                    <a:pt x="14697" y="2234"/>
                    <a:pt x="13419" y="4150"/>
                    <a:pt x="13419" y="6703"/>
                  </a:cubicBezTo>
                  <a:lnTo>
                    <a:pt x="13419" y="103101"/>
                  </a:lnTo>
                  <a:lnTo>
                    <a:pt x="6390" y="103101"/>
                  </a:lnTo>
                  <a:cubicBezTo>
                    <a:pt x="2556" y="103101"/>
                    <a:pt x="0" y="105655"/>
                    <a:pt x="0" y="109485"/>
                  </a:cubicBezTo>
                  <a:lnTo>
                    <a:pt x="0" y="129914"/>
                  </a:lnTo>
                  <a:cubicBezTo>
                    <a:pt x="0" y="133744"/>
                    <a:pt x="2556" y="136298"/>
                    <a:pt x="6390" y="136298"/>
                  </a:cubicBezTo>
                  <a:cubicBezTo>
                    <a:pt x="10224" y="136298"/>
                    <a:pt x="12780" y="133744"/>
                    <a:pt x="12780" y="129914"/>
                  </a:cubicBezTo>
                  <a:lnTo>
                    <a:pt x="12780" y="115869"/>
                  </a:lnTo>
                  <a:lnTo>
                    <a:pt x="13419" y="115869"/>
                  </a:lnTo>
                  <a:lnTo>
                    <a:pt x="13419" y="212267"/>
                  </a:lnTo>
                  <a:cubicBezTo>
                    <a:pt x="13419" y="214821"/>
                    <a:pt x="14697" y="216736"/>
                    <a:pt x="16614" y="218013"/>
                  </a:cubicBezTo>
                  <a:cubicBezTo>
                    <a:pt x="17892" y="218651"/>
                    <a:pt x="18531" y="218651"/>
                    <a:pt x="19809" y="218651"/>
                  </a:cubicBezTo>
                  <a:cubicBezTo>
                    <a:pt x="21087" y="218651"/>
                    <a:pt x="22365" y="218013"/>
                    <a:pt x="23004" y="217375"/>
                  </a:cubicBezTo>
                  <a:lnTo>
                    <a:pt x="71567" y="186732"/>
                  </a:lnTo>
                  <a:lnTo>
                    <a:pt x="99044" y="186732"/>
                  </a:lnTo>
                  <a:cubicBezTo>
                    <a:pt x="103517" y="207799"/>
                    <a:pt x="122687" y="223759"/>
                    <a:pt x="145052" y="223759"/>
                  </a:cubicBezTo>
                  <a:cubicBezTo>
                    <a:pt x="171250" y="223759"/>
                    <a:pt x="192337" y="202691"/>
                    <a:pt x="192337" y="176517"/>
                  </a:cubicBezTo>
                  <a:cubicBezTo>
                    <a:pt x="192337" y="152896"/>
                    <a:pt x="174445" y="133106"/>
                    <a:pt x="151442" y="129914"/>
                  </a:cubicBezTo>
                  <a:lnTo>
                    <a:pt x="151442" y="123530"/>
                  </a:lnTo>
                  <a:cubicBezTo>
                    <a:pt x="151442" y="121615"/>
                    <a:pt x="150164" y="119700"/>
                    <a:pt x="148885" y="118423"/>
                  </a:cubicBezTo>
                  <a:lnTo>
                    <a:pt x="162304" y="118423"/>
                  </a:lnTo>
                  <a:cubicBezTo>
                    <a:pt x="166138" y="118423"/>
                    <a:pt x="168694" y="115869"/>
                    <a:pt x="168694" y="112039"/>
                  </a:cubicBezTo>
                  <a:cubicBezTo>
                    <a:pt x="168694" y="108209"/>
                    <a:pt x="166138" y="105655"/>
                    <a:pt x="162304" y="105655"/>
                  </a:cubicBezTo>
                  <a:lnTo>
                    <a:pt x="105434" y="105655"/>
                  </a:lnTo>
                  <a:cubicBezTo>
                    <a:pt x="101600" y="105655"/>
                    <a:pt x="99044" y="108209"/>
                    <a:pt x="99044" y="112039"/>
                  </a:cubicBezTo>
                  <a:cubicBezTo>
                    <a:pt x="99044" y="115869"/>
                    <a:pt x="101600" y="118423"/>
                    <a:pt x="105434" y="118423"/>
                  </a:cubicBezTo>
                  <a:lnTo>
                    <a:pt x="140579" y="118423"/>
                  </a:lnTo>
                  <a:cubicBezTo>
                    <a:pt x="139301" y="119700"/>
                    <a:pt x="138023" y="121615"/>
                    <a:pt x="138023" y="123530"/>
                  </a:cubicBezTo>
                  <a:lnTo>
                    <a:pt x="138023" y="129914"/>
                  </a:lnTo>
                  <a:cubicBezTo>
                    <a:pt x="116297" y="133106"/>
                    <a:pt x="99044" y="150981"/>
                    <a:pt x="97766" y="173964"/>
                  </a:cubicBezTo>
                  <a:lnTo>
                    <a:pt x="75401" y="173964"/>
                  </a:lnTo>
                  <a:lnTo>
                    <a:pt x="74762" y="45007"/>
                  </a:lnTo>
                  <a:lnTo>
                    <a:pt x="137384" y="45007"/>
                  </a:lnTo>
                  <a:lnTo>
                    <a:pt x="137384" y="53306"/>
                  </a:lnTo>
                  <a:cubicBezTo>
                    <a:pt x="137384" y="54583"/>
                    <a:pt x="138023" y="56498"/>
                    <a:pt x="138662" y="57137"/>
                  </a:cubicBezTo>
                  <a:lnTo>
                    <a:pt x="94571" y="57137"/>
                  </a:lnTo>
                  <a:cubicBezTo>
                    <a:pt x="90737" y="57137"/>
                    <a:pt x="88181" y="59690"/>
                    <a:pt x="88181" y="63521"/>
                  </a:cubicBezTo>
                  <a:cubicBezTo>
                    <a:pt x="88181" y="67351"/>
                    <a:pt x="90737" y="69905"/>
                    <a:pt x="94571" y="69905"/>
                  </a:cubicBezTo>
                  <a:lnTo>
                    <a:pt x="190420" y="69905"/>
                  </a:lnTo>
                  <a:cubicBezTo>
                    <a:pt x="190420" y="69905"/>
                    <a:pt x="191059" y="69905"/>
                    <a:pt x="191059" y="69905"/>
                  </a:cubicBezTo>
                  <a:cubicBezTo>
                    <a:pt x="193615" y="69905"/>
                    <a:pt x="200644" y="69266"/>
                    <a:pt x="205756" y="64797"/>
                  </a:cubicBezTo>
                  <a:cubicBezTo>
                    <a:pt x="208312" y="62244"/>
                    <a:pt x="210868" y="58413"/>
                    <a:pt x="210868" y="51391"/>
                  </a:cubicBezTo>
                  <a:cubicBezTo>
                    <a:pt x="210868" y="43092"/>
                    <a:pt x="207673" y="38623"/>
                    <a:pt x="204478" y="36069"/>
                  </a:cubicBezTo>
                  <a:cubicBezTo>
                    <a:pt x="200005" y="30324"/>
                    <a:pt x="192337" y="30962"/>
                    <a:pt x="191698" y="30962"/>
                  </a:cubicBezTo>
                  <a:close/>
                  <a:moveTo>
                    <a:pt x="25560" y="200138"/>
                  </a:moveTo>
                  <a:lnTo>
                    <a:pt x="24921" y="17556"/>
                  </a:lnTo>
                  <a:lnTo>
                    <a:pt x="62621" y="41177"/>
                  </a:lnTo>
                  <a:lnTo>
                    <a:pt x="63260" y="175879"/>
                  </a:lnTo>
                  <a:lnTo>
                    <a:pt x="25560" y="200138"/>
                  </a:lnTo>
                  <a:close/>
                  <a:moveTo>
                    <a:pt x="140579" y="142682"/>
                  </a:moveTo>
                  <a:cubicBezTo>
                    <a:pt x="139301" y="143959"/>
                    <a:pt x="138023" y="145874"/>
                    <a:pt x="138023" y="147789"/>
                  </a:cubicBezTo>
                  <a:lnTo>
                    <a:pt x="138023" y="176517"/>
                  </a:lnTo>
                  <a:cubicBezTo>
                    <a:pt x="138023" y="180348"/>
                    <a:pt x="140579" y="182901"/>
                    <a:pt x="144413" y="182901"/>
                  </a:cubicBezTo>
                  <a:lnTo>
                    <a:pt x="161665" y="182901"/>
                  </a:lnTo>
                  <a:cubicBezTo>
                    <a:pt x="165499" y="182901"/>
                    <a:pt x="168055" y="180348"/>
                    <a:pt x="168055" y="176517"/>
                  </a:cubicBezTo>
                  <a:cubicBezTo>
                    <a:pt x="168055" y="172687"/>
                    <a:pt x="165499" y="170133"/>
                    <a:pt x="161665" y="170133"/>
                  </a:cubicBezTo>
                  <a:lnTo>
                    <a:pt x="150803" y="170133"/>
                  </a:lnTo>
                  <a:lnTo>
                    <a:pt x="150803" y="147789"/>
                  </a:lnTo>
                  <a:cubicBezTo>
                    <a:pt x="150803" y="145874"/>
                    <a:pt x="149524" y="143959"/>
                    <a:pt x="148247" y="142682"/>
                  </a:cubicBezTo>
                  <a:cubicBezTo>
                    <a:pt x="165499" y="144597"/>
                    <a:pt x="178918" y="158642"/>
                    <a:pt x="178918" y="176517"/>
                  </a:cubicBezTo>
                  <a:cubicBezTo>
                    <a:pt x="178918" y="195669"/>
                    <a:pt x="163582" y="210991"/>
                    <a:pt x="144413" y="210991"/>
                  </a:cubicBezTo>
                  <a:cubicBezTo>
                    <a:pt x="125243" y="210991"/>
                    <a:pt x="109907" y="195669"/>
                    <a:pt x="109907" y="176517"/>
                  </a:cubicBezTo>
                  <a:cubicBezTo>
                    <a:pt x="110546" y="158642"/>
                    <a:pt x="123965" y="144597"/>
                    <a:pt x="140579" y="142682"/>
                  </a:cubicBezTo>
                  <a:close/>
                </a:path>
              </a:pathLst>
            </a:custGeom>
            <a:solidFill>
              <a:srgbClr val="012169"/>
            </a:solidFill>
            <a:ln w="6390" cap="flat">
              <a:noFill/>
              <a:prstDash val="solid"/>
              <a:miter/>
            </a:ln>
          </p:spPr>
          <p:txBody>
            <a:bodyPr rtlCol="0" anchor="ctr"/>
            <a:lstStyle/>
            <a:p>
              <a:endParaRPr lang="en-US"/>
            </a:p>
          </p:txBody>
        </p:sp>
      </p:grpSp>
      <p:grpSp>
        <p:nvGrpSpPr>
          <p:cNvPr id="263" name="Graphic 4">
            <a:extLst>
              <a:ext uri="{FF2B5EF4-FFF2-40B4-BE49-F238E27FC236}">
                <a16:creationId xmlns:a16="http://schemas.microsoft.com/office/drawing/2014/main" id="{7F18EEEF-6800-154C-A429-E7CB53F58C5B}"/>
              </a:ext>
            </a:extLst>
          </p:cNvPr>
          <p:cNvGrpSpPr/>
          <p:nvPr/>
        </p:nvGrpSpPr>
        <p:grpSpPr>
          <a:xfrm>
            <a:off x="467743" y="918179"/>
            <a:ext cx="361670" cy="361333"/>
            <a:chOff x="467743" y="918179"/>
            <a:chExt cx="361670" cy="361333"/>
          </a:xfrm>
          <a:solidFill>
            <a:srgbClr val="012169"/>
          </a:solidFill>
        </p:grpSpPr>
        <p:sp>
          <p:nvSpPr>
            <p:cNvPr id="264" name="Graphic 4">
              <a:extLst>
                <a:ext uri="{FF2B5EF4-FFF2-40B4-BE49-F238E27FC236}">
                  <a16:creationId xmlns:a16="http://schemas.microsoft.com/office/drawing/2014/main" id="{DBE93230-A7D1-F24A-8250-E575D5FEC273}"/>
                </a:ext>
              </a:extLst>
            </p:cNvPr>
            <p:cNvSpPr/>
            <p:nvPr/>
          </p:nvSpPr>
          <p:spPr>
            <a:xfrm>
              <a:off x="467743"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265" name="Graphic 4">
              <a:extLst>
                <a:ext uri="{FF2B5EF4-FFF2-40B4-BE49-F238E27FC236}">
                  <a16:creationId xmlns:a16="http://schemas.microsoft.com/office/drawing/2014/main" id="{FBDBC316-F8FB-3E4C-967F-3D59EA8E1F8A}"/>
                </a:ext>
              </a:extLst>
            </p:cNvPr>
            <p:cNvSpPr/>
            <p:nvPr/>
          </p:nvSpPr>
          <p:spPr>
            <a:xfrm>
              <a:off x="615989" y="997340"/>
              <a:ext cx="58787" cy="58732"/>
            </a:xfrm>
            <a:custGeom>
              <a:avLst/>
              <a:gdLst>
                <a:gd name="connsiteX0" fmla="*/ 29394 w 58787"/>
                <a:gd name="connsiteY0" fmla="*/ 58733 h 58732"/>
                <a:gd name="connsiteX1" fmla="*/ 58787 w 58787"/>
                <a:gd name="connsiteY1" fmla="*/ 29366 h 58732"/>
                <a:gd name="connsiteX2" fmla="*/ 29394 w 58787"/>
                <a:gd name="connsiteY2" fmla="*/ 0 h 58732"/>
                <a:gd name="connsiteX3" fmla="*/ 0 w 58787"/>
                <a:gd name="connsiteY3" fmla="*/ 29366 h 58732"/>
                <a:gd name="connsiteX4" fmla="*/ 29394 w 58787"/>
                <a:gd name="connsiteY4" fmla="*/ 58733 h 58732"/>
                <a:gd name="connsiteX5" fmla="*/ 29394 w 58787"/>
                <a:gd name="connsiteY5" fmla="*/ 12768 h 58732"/>
                <a:gd name="connsiteX6" fmla="*/ 46008 w 58787"/>
                <a:gd name="connsiteY6" fmla="*/ 29366 h 58732"/>
                <a:gd name="connsiteX7" fmla="*/ 29394 w 58787"/>
                <a:gd name="connsiteY7" fmla="*/ 45965 h 58732"/>
                <a:gd name="connsiteX8" fmla="*/ 12780 w 58787"/>
                <a:gd name="connsiteY8" fmla="*/ 29366 h 58732"/>
                <a:gd name="connsiteX9" fmla="*/ 29394 w 58787"/>
                <a:gd name="connsiteY9" fmla="*/ 12768 h 5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787" h="58732">
                  <a:moveTo>
                    <a:pt x="29394" y="58733"/>
                  </a:moveTo>
                  <a:cubicBezTo>
                    <a:pt x="45369" y="58733"/>
                    <a:pt x="58787" y="45326"/>
                    <a:pt x="58787" y="29366"/>
                  </a:cubicBezTo>
                  <a:cubicBezTo>
                    <a:pt x="58787" y="13406"/>
                    <a:pt x="45369" y="0"/>
                    <a:pt x="29394" y="0"/>
                  </a:cubicBezTo>
                  <a:cubicBezTo>
                    <a:pt x="13419" y="0"/>
                    <a:pt x="0" y="13406"/>
                    <a:pt x="0" y="29366"/>
                  </a:cubicBezTo>
                  <a:cubicBezTo>
                    <a:pt x="0" y="45326"/>
                    <a:pt x="13419" y="58733"/>
                    <a:pt x="29394" y="58733"/>
                  </a:cubicBezTo>
                  <a:close/>
                  <a:moveTo>
                    <a:pt x="29394" y="12768"/>
                  </a:moveTo>
                  <a:cubicBezTo>
                    <a:pt x="38340" y="12768"/>
                    <a:pt x="46008" y="20429"/>
                    <a:pt x="46008" y="29366"/>
                  </a:cubicBezTo>
                  <a:cubicBezTo>
                    <a:pt x="46008" y="38304"/>
                    <a:pt x="38340" y="45965"/>
                    <a:pt x="29394" y="45965"/>
                  </a:cubicBezTo>
                  <a:cubicBezTo>
                    <a:pt x="20448" y="45965"/>
                    <a:pt x="12780" y="38304"/>
                    <a:pt x="12780" y="29366"/>
                  </a:cubicBezTo>
                  <a:cubicBezTo>
                    <a:pt x="12780" y="20429"/>
                    <a:pt x="20448" y="12768"/>
                    <a:pt x="29394" y="12768"/>
                  </a:cubicBezTo>
                  <a:close/>
                </a:path>
              </a:pathLst>
            </a:custGeom>
            <a:solidFill>
              <a:srgbClr val="012169"/>
            </a:solidFill>
            <a:ln w="6390" cap="flat">
              <a:noFill/>
              <a:prstDash val="solid"/>
              <a:miter/>
            </a:ln>
          </p:spPr>
          <p:txBody>
            <a:bodyPr rtlCol="0" anchor="ctr"/>
            <a:lstStyle/>
            <a:p>
              <a:endParaRPr lang="en-US"/>
            </a:p>
          </p:txBody>
        </p:sp>
        <p:sp>
          <p:nvSpPr>
            <p:cNvPr id="266" name="Graphic 4">
              <a:extLst>
                <a:ext uri="{FF2B5EF4-FFF2-40B4-BE49-F238E27FC236}">
                  <a16:creationId xmlns:a16="http://schemas.microsoft.com/office/drawing/2014/main" id="{BF0CF3D7-4F61-B544-8778-C9CA01C60C1C}"/>
                </a:ext>
              </a:extLst>
            </p:cNvPr>
            <p:cNvSpPr/>
            <p:nvPr/>
          </p:nvSpPr>
          <p:spPr>
            <a:xfrm>
              <a:off x="684362" y="996702"/>
              <a:ext cx="48563" cy="48518"/>
            </a:xfrm>
            <a:custGeom>
              <a:avLst/>
              <a:gdLst>
                <a:gd name="connsiteX0" fmla="*/ 24282 w 48563"/>
                <a:gd name="connsiteY0" fmla="*/ 48518 h 48518"/>
                <a:gd name="connsiteX1" fmla="*/ 48564 w 48563"/>
                <a:gd name="connsiteY1" fmla="*/ 24259 h 48518"/>
                <a:gd name="connsiteX2" fmla="*/ 24282 w 48563"/>
                <a:gd name="connsiteY2" fmla="*/ 0 h 48518"/>
                <a:gd name="connsiteX3" fmla="*/ 0 w 48563"/>
                <a:gd name="connsiteY3" fmla="*/ 24259 h 48518"/>
                <a:gd name="connsiteX4" fmla="*/ 24282 w 48563"/>
                <a:gd name="connsiteY4" fmla="*/ 48518 h 48518"/>
                <a:gd name="connsiteX5" fmla="*/ 24282 w 48563"/>
                <a:gd name="connsiteY5" fmla="*/ 12768 h 48518"/>
                <a:gd name="connsiteX6" fmla="*/ 35784 w 48563"/>
                <a:gd name="connsiteY6" fmla="*/ 24259 h 48518"/>
                <a:gd name="connsiteX7" fmla="*/ 24282 w 48563"/>
                <a:gd name="connsiteY7" fmla="*/ 35750 h 48518"/>
                <a:gd name="connsiteX8" fmla="*/ 12780 w 48563"/>
                <a:gd name="connsiteY8" fmla="*/ 24259 h 48518"/>
                <a:gd name="connsiteX9" fmla="*/ 24282 w 48563"/>
                <a:gd name="connsiteY9" fmla="*/ 12768 h 4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563" h="48518">
                  <a:moveTo>
                    <a:pt x="24282" y="48518"/>
                  </a:moveTo>
                  <a:cubicBezTo>
                    <a:pt x="37701" y="48518"/>
                    <a:pt x="48564" y="37665"/>
                    <a:pt x="48564" y="24259"/>
                  </a:cubicBezTo>
                  <a:cubicBezTo>
                    <a:pt x="48564" y="10853"/>
                    <a:pt x="37701" y="0"/>
                    <a:pt x="24282" y="0"/>
                  </a:cubicBezTo>
                  <a:cubicBezTo>
                    <a:pt x="10863" y="0"/>
                    <a:pt x="0" y="10853"/>
                    <a:pt x="0" y="24259"/>
                  </a:cubicBezTo>
                  <a:cubicBezTo>
                    <a:pt x="0" y="37027"/>
                    <a:pt x="10863" y="48518"/>
                    <a:pt x="24282" y="48518"/>
                  </a:cubicBezTo>
                  <a:close/>
                  <a:moveTo>
                    <a:pt x="24282" y="12768"/>
                  </a:moveTo>
                  <a:cubicBezTo>
                    <a:pt x="30672" y="12768"/>
                    <a:pt x="35784" y="17875"/>
                    <a:pt x="35784" y="24259"/>
                  </a:cubicBezTo>
                  <a:cubicBezTo>
                    <a:pt x="35784" y="30643"/>
                    <a:pt x="30672" y="35750"/>
                    <a:pt x="24282" y="35750"/>
                  </a:cubicBezTo>
                  <a:cubicBezTo>
                    <a:pt x="17892" y="35750"/>
                    <a:pt x="12780" y="30643"/>
                    <a:pt x="12780" y="24259"/>
                  </a:cubicBezTo>
                  <a:cubicBezTo>
                    <a:pt x="12780" y="17875"/>
                    <a:pt x="17892" y="12768"/>
                    <a:pt x="24282" y="12768"/>
                  </a:cubicBezTo>
                  <a:close/>
                </a:path>
              </a:pathLst>
            </a:custGeom>
            <a:solidFill>
              <a:srgbClr val="012169"/>
            </a:solidFill>
            <a:ln w="6390" cap="flat">
              <a:noFill/>
              <a:prstDash val="solid"/>
              <a:miter/>
            </a:ln>
          </p:spPr>
          <p:txBody>
            <a:bodyPr rtlCol="0" anchor="ctr"/>
            <a:lstStyle/>
            <a:p>
              <a:endParaRPr lang="en-US"/>
            </a:p>
          </p:txBody>
        </p:sp>
        <p:sp>
          <p:nvSpPr>
            <p:cNvPr id="267" name="Graphic 4">
              <a:extLst>
                <a:ext uri="{FF2B5EF4-FFF2-40B4-BE49-F238E27FC236}">
                  <a16:creationId xmlns:a16="http://schemas.microsoft.com/office/drawing/2014/main" id="{63EDD4B4-01C6-FA44-AA7B-2FD24F0252A1}"/>
                </a:ext>
              </a:extLst>
            </p:cNvPr>
            <p:cNvSpPr/>
            <p:nvPr/>
          </p:nvSpPr>
          <p:spPr>
            <a:xfrm>
              <a:off x="557202" y="996702"/>
              <a:ext cx="48563" cy="48518"/>
            </a:xfrm>
            <a:custGeom>
              <a:avLst/>
              <a:gdLst>
                <a:gd name="connsiteX0" fmla="*/ 24282 w 48563"/>
                <a:gd name="connsiteY0" fmla="*/ 48518 h 48518"/>
                <a:gd name="connsiteX1" fmla="*/ 48564 w 48563"/>
                <a:gd name="connsiteY1" fmla="*/ 24259 h 48518"/>
                <a:gd name="connsiteX2" fmla="*/ 24282 w 48563"/>
                <a:gd name="connsiteY2" fmla="*/ 0 h 48518"/>
                <a:gd name="connsiteX3" fmla="*/ 0 w 48563"/>
                <a:gd name="connsiteY3" fmla="*/ 24259 h 48518"/>
                <a:gd name="connsiteX4" fmla="*/ 24282 w 48563"/>
                <a:gd name="connsiteY4" fmla="*/ 48518 h 48518"/>
                <a:gd name="connsiteX5" fmla="*/ 24282 w 48563"/>
                <a:gd name="connsiteY5" fmla="*/ 12768 h 48518"/>
                <a:gd name="connsiteX6" fmla="*/ 35784 w 48563"/>
                <a:gd name="connsiteY6" fmla="*/ 24259 h 48518"/>
                <a:gd name="connsiteX7" fmla="*/ 24282 w 48563"/>
                <a:gd name="connsiteY7" fmla="*/ 35750 h 48518"/>
                <a:gd name="connsiteX8" fmla="*/ 12780 w 48563"/>
                <a:gd name="connsiteY8" fmla="*/ 24259 h 48518"/>
                <a:gd name="connsiteX9" fmla="*/ 24282 w 48563"/>
                <a:gd name="connsiteY9" fmla="*/ 12768 h 4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563" h="48518">
                  <a:moveTo>
                    <a:pt x="24282" y="48518"/>
                  </a:moveTo>
                  <a:cubicBezTo>
                    <a:pt x="37701" y="48518"/>
                    <a:pt x="48564" y="37665"/>
                    <a:pt x="48564" y="24259"/>
                  </a:cubicBezTo>
                  <a:cubicBezTo>
                    <a:pt x="48564" y="10853"/>
                    <a:pt x="37701" y="0"/>
                    <a:pt x="24282" y="0"/>
                  </a:cubicBezTo>
                  <a:cubicBezTo>
                    <a:pt x="10863" y="0"/>
                    <a:pt x="0" y="10853"/>
                    <a:pt x="0" y="24259"/>
                  </a:cubicBezTo>
                  <a:cubicBezTo>
                    <a:pt x="0" y="37027"/>
                    <a:pt x="10863" y="48518"/>
                    <a:pt x="24282" y="48518"/>
                  </a:cubicBezTo>
                  <a:close/>
                  <a:moveTo>
                    <a:pt x="24282" y="12768"/>
                  </a:moveTo>
                  <a:cubicBezTo>
                    <a:pt x="30672" y="12768"/>
                    <a:pt x="35784" y="17875"/>
                    <a:pt x="35784" y="24259"/>
                  </a:cubicBezTo>
                  <a:cubicBezTo>
                    <a:pt x="35784" y="30643"/>
                    <a:pt x="30672" y="35750"/>
                    <a:pt x="24282" y="35750"/>
                  </a:cubicBezTo>
                  <a:cubicBezTo>
                    <a:pt x="17892" y="35750"/>
                    <a:pt x="12780" y="30643"/>
                    <a:pt x="12780" y="24259"/>
                  </a:cubicBezTo>
                  <a:cubicBezTo>
                    <a:pt x="12780" y="17875"/>
                    <a:pt x="17892" y="12768"/>
                    <a:pt x="24282" y="12768"/>
                  </a:cubicBezTo>
                  <a:close/>
                </a:path>
              </a:pathLst>
            </a:custGeom>
            <a:solidFill>
              <a:srgbClr val="012169"/>
            </a:solidFill>
            <a:ln w="6390" cap="flat">
              <a:noFill/>
              <a:prstDash val="solid"/>
              <a:miter/>
            </a:ln>
          </p:spPr>
          <p:txBody>
            <a:bodyPr rtlCol="0" anchor="ctr"/>
            <a:lstStyle/>
            <a:p>
              <a:endParaRPr lang="en-US"/>
            </a:p>
          </p:txBody>
        </p:sp>
        <p:sp>
          <p:nvSpPr>
            <p:cNvPr id="268" name="Graphic 4">
              <a:extLst>
                <a:ext uri="{FF2B5EF4-FFF2-40B4-BE49-F238E27FC236}">
                  <a16:creationId xmlns:a16="http://schemas.microsoft.com/office/drawing/2014/main" id="{722F7ECB-C4C7-EF44-8F2A-A2CD1D46D37A}"/>
                </a:ext>
              </a:extLst>
            </p:cNvPr>
            <p:cNvSpPr/>
            <p:nvPr/>
          </p:nvSpPr>
          <p:spPr>
            <a:xfrm>
              <a:off x="685001" y="1129489"/>
              <a:ext cx="44090" cy="43411"/>
            </a:xfrm>
            <a:custGeom>
              <a:avLst/>
              <a:gdLst>
                <a:gd name="connsiteX0" fmla="*/ 30672 w 44090"/>
                <a:gd name="connsiteY0" fmla="*/ 21706 h 43411"/>
                <a:gd name="connsiteX1" fmla="*/ 41535 w 44090"/>
                <a:gd name="connsiteY1" fmla="*/ 10853 h 43411"/>
                <a:gd name="connsiteX2" fmla="*/ 41535 w 44090"/>
                <a:gd name="connsiteY2" fmla="*/ 1915 h 43411"/>
                <a:gd name="connsiteX3" fmla="*/ 32589 w 44090"/>
                <a:gd name="connsiteY3" fmla="*/ 1915 h 43411"/>
                <a:gd name="connsiteX4" fmla="*/ 21726 w 44090"/>
                <a:gd name="connsiteY4" fmla="*/ 12768 h 43411"/>
                <a:gd name="connsiteX5" fmla="*/ 10863 w 44090"/>
                <a:gd name="connsiteY5" fmla="*/ 1915 h 43411"/>
                <a:gd name="connsiteX6" fmla="*/ 1917 w 44090"/>
                <a:gd name="connsiteY6" fmla="*/ 1915 h 43411"/>
                <a:gd name="connsiteX7" fmla="*/ 1917 w 44090"/>
                <a:gd name="connsiteY7" fmla="*/ 10853 h 43411"/>
                <a:gd name="connsiteX8" fmla="*/ 12780 w 44090"/>
                <a:gd name="connsiteY8" fmla="*/ 21706 h 43411"/>
                <a:gd name="connsiteX9" fmla="*/ 1917 w 44090"/>
                <a:gd name="connsiteY9" fmla="*/ 32558 h 43411"/>
                <a:gd name="connsiteX10" fmla="*/ 1917 w 44090"/>
                <a:gd name="connsiteY10" fmla="*/ 41496 h 43411"/>
                <a:gd name="connsiteX11" fmla="*/ 6390 w 44090"/>
                <a:gd name="connsiteY11" fmla="*/ 43411 h 43411"/>
                <a:gd name="connsiteX12" fmla="*/ 10863 w 44090"/>
                <a:gd name="connsiteY12" fmla="*/ 41496 h 43411"/>
                <a:gd name="connsiteX13" fmla="*/ 21726 w 44090"/>
                <a:gd name="connsiteY13" fmla="*/ 30643 h 43411"/>
                <a:gd name="connsiteX14" fmla="*/ 33228 w 44090"/>
                <a:gd name="connsiteY14" fmla="*/ 41496 h 43411"/>
                <a:gd name="connsiteX15" fmla="*/ 37701 w 44090"/>
                <a:gd name="connsiteY15" fmla="*/ 43411 h 43411"/>
                <a:gd name="connsiteX16" fmla="*/ 42174 w 44090"/>
                <a:gd name="connsiteY16" fmla="*/ 41496 h 43411"/>
                <a:gd name="connsiteX17" fmla="*/ 42174 w 44090"/>
                <a:gd name="connsiteY17" fmla="*/ 32558 h 43411"/>
                <a:gd name="connsiteX18" fmla="*/ 30672 w 44090"/>
                <a:gd name="connsiteY18" fmla="*/ 21706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090" h="43411">
                  <a:moveTo>
                    <a:pt x="30672" y="21706"/>
                  </a:moveTo>
                  <a:lnTo>
                    <a:pt x="41535" y="10853"/>
                  </a:lnTo>
                  <a:cubicBezTo>
                    <a:pt x="44091" y="8299"/>
                    <a:pt x="44091" y="4469"/>
                    <a:pt x="41535" y="1915"/>
                  </a:cubicBezTo>
                  <a:cubicBezTo>
                    <a:pt x="38979" y="-638"/>
                    <a:pt x="35145" y="-638"/>
                    <a:pt x="32589" y="1915"/>
                  </a:cubicBezTo>
                  <a:lnTo>
                    <a:pt x="21726" y="12768"/>
                  </a:lnTo>
                  <a:lnTo>
                    <a:pt x="10863" y="1915"/>
                  </a:lnTo>
                  <a:cubicBezTo>
                    <a:pt x="8307" y="-638"/>
                    <a:pt x="4473" y="-638"/>
                    <a:pt x="1917" y="1915"/>
                  </a:cubicBezTo>
                  <a:cubicBezTo>
                    <a:pt x="-639" y="4469"/>
                    <a:pt x="-639" y="8299"/>
                    <a:pt x="1917" y="10853"/>
                  </a:cubicBezTo>
                  <a:lnTo>
                    <a:pt x="12780" y="21706"/>
                  </a:lnTo>
                  <a:lnTo>
                    <a:pt x="1917" y="32558"/>
                  </a:lnTo>
                  <a:cubicBezTo>
                    <a:pt x="-639" y="35112"/>
                    <a:pt x="-639" y="38942"/>
                    <a:pt x="1917" y="41496"/>
                  </a:cubicBezTo>
                  <a:cubicBezTo>
                    <a:pt x="3195" y="42773"/>
                    <a:pt x="4473" y="43411"/>
                    <a:pt x="6390" y="43411"/>
                  </a:cubicBezTo>
                  <a:cubicBezTo>
                    <a:pt x="8307" y="43411"/>
                    <a:pt x="9585" y="42773"/>
                    <a:pt x="10863" y="41496"/>
                  </a:cubicBezTo>
                  <a:lnTo>
                    <a:pt x="21726" y="30643"/>
                  </a:lnTo>
                  <a:lnTo>
                    <a:pt x="33228" y="41496"/>
                  </a:lnTo>
                  <a:cubicBezTo>
                    <a:pt x="34506" y="42773"/>
                    <a:pt x="35784" y="43411"/>
                    <a:pt x="37701" y="43411"/>
                  </a:cubicBezTo>
                  <a:cubicBezTo>
                    <a:pt x="39618" y="43411"/>
                    <a:pt x="40896" y="42773"/>
                    <a:pt x="42174" y="41496"/>
                  </a:cubicBezTo>
                  <a:cubicBezTo>
                    <a:pt x="44730" y="38942"/>
                    <a:pt x="44730" y="35112"/>
                    <a:pt x="42174" y="32558"/>
                  </a:cubicBezTo>
                  <a:lnTo>
                    <a:pt x="30672" y="21706"/>
                  </a:lnTo>
                  <a:close/>
                </a:path>
              </a:pathLst>
            </a:custGeom>
            <a:solidFill>
              <a:srgbClr val="012169"/>
            </a:solidFill>
            <a:ln w="6390" cap="flat">
              <a:noFill/>
              <a:prstDash val="solid"/>
              <a:miter/>
            </a:ln>
          </p:spPr>
          <p:txBody>
            <a:bodyPr rtlCol="0" anchor="ctr"/>
            <a:lstStyle/>
            <a:p>
              <a:endParaRPr lang="en-US"/>
            </a:p>
          </p:txBody>
        </p:sp>
        <p:sp>
          <p:nvSpPr>
            <p:cNvPr id="269" name="Graphic 4">
              <a:extLst>
                <a:ext uri="{FF2B5EF4-FFF2-40B4-BE49-F238E27FC236}">
                  <a16:creationId xmlns:a16="http://schemas.microsoft.com/office/drawing/2014/main" id="{4CE6E007-250C-394B-A8F9-08C90C57CC8F}"/>
                </a:ext>
              </a:extLst>
            </p:cNvPr>
            <p:cNvSpPr/>
            <p:nvPr/>
          </p:nvSpPr>
          <p:spPr>
            <a:xfrm>
              <a:off x="540588" y="1056711"/>
              <a:ext cx="215979" cy="144278"/>
            </a:xfrm>
            <a:custGeom>
              <a:avLst/>
              <a:gdLst>
                <a:gd name="connsiteX0" fmla="*/ 208951 w 215979"/>
                <a:gd name="connsiteY0" fmla="*/ 67670 h 144278"/>
                <a:gd name="connsiteX1" fmla="*/ 208951 w 215979"/>
                <a:gd name="connsiteY1" fmla="*/ 6384 h 144278"/>
                <a:gd name="connsiteX2" fmla="*/ 202561 w 215979"/>
                <a:gd name="connsiteY2" fmla="*/ 0 h 144278"/>
                <a:gd name="connsiteX3" fmla="*/ 134189 w 215979"/>
                <a:gd name="connsiteY3" fmla="*/ 0 h 144278"/>
                <a:gd name="connsiteX4" fmla="*/ 127799 w 215979"/>
                <a:gd name="connsiteY4" fmla="*/ 6384 h 144278"/>
                <a:gd name="connsiteX5" fmla="*/ 127799 w 215979"/>
                <a:gd name="connsiteY5" fmla="*/ 19152 h 144278"/>
                <a:gd name="connsiteX6" fmla="*/ 81152 w 215979"/>
                <a:gd name="connsiteY6" fmla="*/ 19152 h 144278"/>
                <a:gd name="connsiteX7" fmla="*/ 81152 w 215979"/>
                <a:gd name="connsiteY7" fmla="*/ 6384 h 144278"/>
                <a:gd name="connsiteX8" fmla="*/ 74762 w 215979"/>
                <a:gd name="connsiteY8" fmla="*/ 0 h 144278"/>
                <a:gd name="connsiteX9" fmla="*/ 6390 w 215979"/>
                <a:gd name="connsiteY9" fmla="*/ 0 h 144278"/>
                <a:gd name="connsiteX10" fmla="*/ 0 w 215979"/>
                <a:gd name="connsiteY10" fmla="*/ 6384 h 144278"/>
                <a:gd name="connsiteX11" fmla="*/ 0 w 215979"/>
                <a:gd name="connsiteY11" fmla="*/ 91291 h 144278"/>
                <a:gd name="connsiteX12" fmla="*/ 6390 w 215979"/>
                <a:gd name="connsiteY12" fmla="*/ 97675 h 144278"/>
                <a:gd name="connsiteX13" fmla="*/ 12780 w 215979"/>
                <a:gd name="connsiteY13" fmla="*/ 91291 h 144278"/>
                <a:gd name="connsiteX14" fmla="*/ 12780 w 215979"/>
                <a:gd name="connsiteY14" fmla="*/ 12768 h 144278"/>
                <a:gd name="connsiteX15" fmla="*/ 68372 w 215979"/>
                <a:gd name="connsiteY15" fmla="*/ 12768 h 144278"/>
                <a:gd name="connsiteX16" fmla="*/ 68372 w 215979"/>
                <a:gd name="connsiteY16" fmla="*/ 19152 h 144278"/>
                <a:gd name="connsiteX17" fmla="*/ 58787 w 215979"/>
                <a:gd name="connsiteY17" fmla="*/ 19152 h 144278"/>
                <a:gd name="connsiteX18" fmla="*/ 52398 w 215979"/>
                <a:gd name="connsiteY18" fmla="*/ 25536 h 144278"/>
                <a:gd name="connsiteX19" fmla="*/ 52398 w 215979"/>
                <a:gd name="connsiteY19" fmla="*/ 107251 h 144278"/>
                <a:gd name="connsiteX20" fmla="*/ 58787 w 215979"/>
                <a:gd name="connsiteY20" fmla="*/ 113635 h 144278"/>
                <a:gd name="connsiteX21" fmla="*/ 65177 w 215979"/>
                <a:gd name="connsiteY21" fmla="*/ 107251 h 144278"/>
                <a:gd name="connsiteX22" fmla="*/ 65177 w 215979"/>
                <a:gd name="connsiteY22" fmla="*/ 31920 h 144278"/>
                <a:gd name="connsiteX23" fmla="*/ 144413 w 215979"/>
                <a:gd name="connsiteY23" fmla="*/ 31920 h 144278"/>
                <a:gd name="connsiteX24" fmla="*/ 144413 w 215979"/>
                <a:gd name="connsiteY24" fmla="*/ 49795 h 144278"/>
                <a:gd name="connsiteX25" fmla="*/ 116297 w 215979"/>
                <a:gd name="connsiteY25" fmla="*/ 94483 h 144278"/>
                <a:gd name="connsiteX26" fmla="*/ 166138 w 215979"/>
                <a:gd name="connsiteY26" fmla="*/ 144278 h 144278"/>
                <a:gd name="connsiteX27" fmla="*/ 215980 w 215979"/>
                <a:gd name="connsiteY27" fmla="*/ 94483 h 144278"/>
                <a:gd name="connsiteX28" fmla="*/ 208312 w 215979"/>
                <a:gd name="connsiteY28" fmla="*/ 68309 h 144278"/>
                <a:gd name="connsiteX29" fmla="*/ 208951 w 215979"/>
                <a:gd name="connsiteY29" fmla="*/ 67670 h 144278"/>
                <a:gd name="connsiteX30" fmla="*/ 150164 w 215979"/>
                <a:gd name="connsiteY30" fmla="*/ 19152 h 144278"/>
                <a:gd name="connsiteX31" fmla="*/ 140579 w 215979"/>
                <a:gd name="connsiteY31" fmla="*/ 19152 h 144278"/>
                <a:gd name="connsiteX32" fmla="*/ 140579 w 215979"/>
                <a:gd name="connsiteY32" fmla="*/ 12768 h 144278"/>
                <a:gd name="connsiteX33" fmla="*/ 196171 w 215979"/>
                <a:gd name="connsiteY33" fmla="*/ 12768 h 144278"/>
                <a:gd name="connsiteX34" fmla="*/ 196171 w 215979"/>
                <a:gd name="connsiteY34" fmla="*/ 54902 h 144278"/>
                <a:gd name="connsiteX35" fmla="*/ 166138 w 215979"/>
                <a:gd name="connsiteY35" fmla="*/ 44688 h 144278"/>
                <a:gd name="connsiteX36" fmla="*/ 156553 w 215979"/>
                <a:gd name="connsiteY36" fmla="*/ 45326 h 144278"/>
                <a:gd name="connsiteX37" fmla="*/ 156553 w 215979"/>
                <a:gd name="connsiteY37" fmla="*/ 25536 h 144278"/>
                <a:gd name="connsiteX38" fmla="*/ 150164 w 215979"/>
                <a:gd name="connsiteY38" fmla="*/ 19152 h 144278"/>
                <a:gd name="connsiteX39" fmla="*/ 166138 w 215979"/>
                <a:gd name="connsiteY39" fmla="*/ 132149 h 144278"/>
                <a:gd name="connsiteX40" fmla="*/ 129077 w 215979"/>
                <a:gd name="connsiteY40" fmla="*/ 95121 h 144278"/>
                <a:gd name="connsiteX41" fmla="*/ 166138 w 215979"/>
                <a:gd name="connsiteY41" fmla="*/ 58094 h 144278"/>
                <a:gd name="connsiteX42" fmla="*/ 203200 w 215979"/>
                <a:gd name="connsiteY42" fmla="*/ 95121 h 144278"/>
                <a:gd name="connsiteX43" fmla="*/ 166138 w 215979"/>
                <a:gd name="connsiteY43" fmla="*/ 132149 h 14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15979" h="144278">
                  <a:moveTo>
                    <a:pt x="208951" y="67670"/>
                  </a:moveTo>
                  <a:lnTo>
                    <a:pt x="208951" y="6384"/>
                  </a:lnTo>
                  <a:cubicBezTo>
                    <a:pt x="208951" y="2554"/>
                    <a:pt x="206395" y="0"/>
                    <a:pt x="202561" y="0"/>
                  </a:cubicBezTo>
                  <a:lnTo>
                    <a:pt x="134189" y="0"/>
                  </a:lnTo>
                  <a:cubicBezTo>
                    <a:pt x="130355" y="0"/>
                    <a:pt x="127799" y="2554"/>
                    <a:pt x="127799" y="6384"/>
                  </a:cubicBezTo>
                  <a:lnTo>
                    <a:pt x="127799" y="19152"/>
                  </a:lnTo>
                  <a:lnTo>
                    <a:pt x="81152" y="19152"/>
                  </a:lnTo>
                  <a:lnTo>
                    <a:pt x="81152" y="6384"/>
                  </a:lnTo>
                  <a:cubicBezTo>
                    <a:pt x="81152" y="2554"/>
                    <a:pt x="78596" y="0"/>
                    <a:pt x="74762" y="0"/>
                  </a:cubicBezTo>
                  <a:lnTo>
                    <a:pt x="6390" y="0"/>
                  </a:lnTo>
                  <a:cubicBezTo>
                    <a:pt x="2556" y="0"/>
                    <a:pt x="0" y="2554"/>
                    <a:pt x="0" y="6384"/>
                  </a:cubicBezTo>
                  <a:lnTo>
                    <a:pt x="0" y="91291"/>
                  </a:lnTo>
                  <a:cubicBezTo>
                    <a:pt x="0" y="95121"/>
                    <a:pt x="2556" y="97675"/>
                    <a:pt x="6390" y="97675"/>
                  </a:cubicBezTo>
                  <a:cubicBezTo>
                    <a:pt x="10224" y="97675"/>
                    <a:pt x="12780" y="95121"/>
                    <a:pt x="12780" y="91291"/>
                  </a:cubicBezTo>
                  <a:lnTo>
                    <a:pt x="12780" y="12768"/>
                  </a:lnTo>
                  <a:lnTo>
                    <a:pt x="68372" y="12768"/>
                  </a:lnTo>
                  <a:lnTo>
                    <a:pt x="68372" y="19152"/>
                  </a:lnTo>
                  <a:lnTo>
                    <a:pt x="58787" y="19152"/>
                  </a:lnTo>
                  <a:cubicBezTo>
                    <a:pt x="54953" y="19152"/>
                    <a:pt x="52398" y="21706"/>
                    <a:pt x="52398" y="25536"/>
                  </a:cubicBezTo>
                  <a:lnTo>
                    <a:pt x="52398" y="107251"/>
                  </a:lnTo>
                  <a:cubicBezTo>
                    <a:pt x="52398" y="111081"/>
                    <a:pt x="54953" y="113635"/>
                    <a:pt x="58787" y="113635"/>
                  </a:cubicBezTo>
                  <a:cubicBezTo>
                    <a:pt x="62621" y="113635"/>
                    <a:pt x="65177" y="111081"/>
                    <a:pt x="65177" y="107251"/>
                  </a:cubicBezTo>
                  <a:lnTo>
                    <a:pt x="65177" y="31920"/>
                  </a:lnTo>
                  <a:lnTo>
                    <a:pt x="144413" y="31920"/>
                  </a:lnTo>
                  <a:lnTo>
                    <a:pt x="144413" y="49795"/>
                  </a:lnTo>
                  <a:cubicBezTo>
                    <a:pt x="127799" y="58094"/>
                    <a:pt x="116297" y="74693"/>
                    <a:pt x="116297" y="94483"/>
                  </a:cubicBezTo>
                  <a:cubicBezTo>
                    <a:pt x="116297" y="121934"/>
                    <a:pt x="138662" y="144278"/>
                    <a:pt x="166138" y="144278"/>
                  </a:cubicBezTo>
                  <a:cubicBezTo>
                    <a:pt x="193615" y="144278"/>
                    <a:pt x="215980" y="121934"/>
                    <a:pt x="215980" y="94483"/>
                  </a:cubicBezTo>
                  <a:cubicBezTo>
                    <a:pt x="215980" y="84907"/>
                    <a:pt x="213424" y="75969"/>
                    <a:pt x="208312" y="68309"/>
                  </a:cubicBezTo>
                  <a:cubicBezTo>
                    <a:pt x="208312" y="68309"/>
                    <a:pt x="208951" y="67670"/>
                    <a:pt x="208951" y="67670"/>
                  </a:cubicBezTo>
                  <a:close/>
                  <a:moveTo>
                    <a:pt x="150164" y="19152"/>
                  </a:moveTo>
                  <a:lnTo>
                    <a:pt x="140579" y="19152"/>
                  </a:lnTo>
                  <a:lnTo>
                    <a:pt x="140579" y="12768"/>
                  </a:lnTo>
                  <a:lnTo>
                    <a:pt x="196171" y="12768"/>
                  </a:lnTo>
                  <a:lnTo>
                    <a:pt x="196171" y="54902"/>
                  </a:lnTo>
                  <a:cubicBezTo>
                    <a:pt x="187864" y="48518"/>
                    <a:pt x="177640" y="44688"/>
                    <a:pt x="166138" y="44688"/>
                  </a:cubicBezTo>
                  <a:cubicBezTo>
                    <a:pt x="162943" y="44688"/>
                    <a:pt x="159748" y="45326"/>
                    <a:pt x="156553" y="45326"/>
                  </a:cubicBezTo>
                  <a:lnTo>
                    <a:pt x="156553" y="25536"/>
                  </a:lnTo>
                  <a:cubicBezTo>
                    <a:pt x="156553" y="21706"/>
                    <a:pt x="153358" y="19152"/>
                    <a:pt x="150164" y="19152"/>
                  </a:cubicBezTo>
                  <a:close/>
                  <a:moveTo>
                    <a:pt x="166138" y="132149"/>
                  </a:moveTo>
                  <a:cubicBezTo>
                    <a:pt x="145691" y="132149"/>
                    <a:pt x="129077" y="115550"/>
                    <a:pt x="129077" y="95121"/>
                  </a:cubicBezTo>
                  <a:cubicBezTo>
                    <a:pt x="129077" y="74693"/>
                    <a:pt x="145691" y="58094"/>
                    <a:pt x="166138" y="58094"/>
                  </a:cubicBezTo>
                  <a:cubicBezTo>
                    <a:pt x="186586" y="58094"/>
                    <a:pt x="203200" y="74693"/>
                    <a:pt x="203200" y="95121"/>
                  </a:cubicBezTo>
                  <a:cubicBezTo>
                    <a:pt x="203200" y="115550"/>
                    <a:pt x="186586" y="132149"/>
                    <a:pt x="166138" y="132149"/>
                  </a:cubicBezTo>
                  <a:close/>
                </a:path>
              </a:pathLst>
            </a:custGeom>
            <a:solidFill>
              <a:srgbClr val="012169"/>
            </a:solidFill>
            <a:ln w="6390" cap="flat">
              <a:noFill/>
              <a:prstDash val="solid"/>
              <a:miter/>
            </a:ln>
          </p:spPr>
          <p:txBody>
            <a:bodyPr rtlCol="0" anchor="ctr"/>
            <a:lstStyle/>
            <a:p>
              <a:endParaRPr lang="en-US"/>
            </a:p>
          </p:txBody>
        </p:sp>
      </p:grpSp>
      <p:grpSp>
        <p:nvGrpSpPr>
          <p:cNvPr id="270" name="Graphic 4">
            <a:extLst>
              <a:ext uri="{FF2B5EF4-FFF2-40B4-BE49-F238E27FC236}">
                <a16:creationId xmlns:a16="http://schemas.microsoft.com/office/drawing/2014/main" id="{57A9ED49-328D-CB43-94FD-812403C51BCB}"/>
              </a:ext>
            </a:extLst>
          </p:cNvPr>
          <p:cNvGrpSpPr/>
          <p:nvPr/>
        </p:nvGrpSpPr>
        <p:grpSpPr>
          <a:xfrm>
            <a:off x="1515054" y="3824168"/>
            <a:ext cx="361670" cy="361333"/>
            <a:chOff x="1515054" y="3824168"/>
            <a:chExt cx="361670" cy="361333"/>
          </a:xfrm>
          <a:solidFill>
            <a:srgbClr val="012169"/>
          </a:solidFill>
        </p:grpSpPr>
        <p:sp>
          <p:nvSpPr>
            <p:cNvPr id="271" name="Graphic 4">
              <a:extLst>
                <a:ext uri="{FF2B5EF4-FFF2-40B4-BE49-F238E27FC236}">
                  <a16:creationId xmlns:a16="http://schemas.microsoft.com/office/drawing/2014/main" id="{4563AAB7-3C8E-8543-9EDB-DB538A24A7B9}"/>
                </a:ext>
              </a:extLst>
            </p:cNvPr>
            <p:cNvSpPr/>
            <p:nvPr/>
          </p:nvSpPr>
          <p:spPr>
            <a:xfrm>
              <a:off x="1515054"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257"/>
                    <a:pt x="361670" y="180667"/>
                  </a:cubicBezTo>
                  <a:cubicBezTo>
                    <a:pt x="361670" y="81076"/>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272" name="Graphic 4">
              <a:extLst>
                <a:ext uri="{FF2B5EF4-FFF2-40B4-BE49-F238E27FC236}">
                  <a16:creationId xmlns:a16="http://schemas.microsoft.com/office/drawing/2014/main" id="{AB6E9B0C-2B9B-6045-A85A-031D5CF3EBD7}"/>
                </a:ext>
              </a:extLst>
            </p:cNvPr>
            <p:cNvSpPr/>
            <p:nvPr/>
          </p:nvSpPr>
          <p:spPr>
            <a:xfrm>
              <a:off x="1553980" y="3935724"/>
              <a:ext cx="282971" cy="139334"/>
            </a:xfrm>
            <a:custGeom>
              <a:avLst/>
              <a:gdLst>
                <a:gd name="connsiteX0" fmla="*/ 272902 w 282971"/>
                <a:gd name="connsiteY0" fmla="*/ 19315 h 139334"/>
                <a:gd name="connsiteX1" fmla="*/ 238397 w 282971"/>
                <a:gd name="connsiteY1" fmla="*/ 163 h 139334"/>
                <a:gd name="connsiteX2" fmla="*/ 49894 w 282971"/>
                <a:gd name="connsiteY2" fmla="*/ 163 h 139334"/>
                <a:gd name="connsiteX3" fmla="*/ 4525 w 282971"/>
                <a:gd name="connsiteY3" fmla="*/ 33998 h 139334"/>
                <a:gd name="connsiteX4" fmla="*/ 21139 w 282971"/>
                <a:gd name="connsiteY4" fmla="*/ 124651 h 139334"/>
                <a:gd name="connsiteX5" fmla="*/ 60756 w 282971"/>
                <a:gd name="connsiteY5" fmla="*/ 139334 h 139334"/>
                <a:gd name="connsiteX6" fmla="*/ 99096 w 282971"/>
                <a:gd name="connsiteY6" fmla="*/ 127843 h 139334"/>
                <a:gd name="connsiteX7" fmla="*/ 136797 w 282971"/>
                <a:gd name="connsiteY7" fmla="*/ 69110 h 139334"/>
                <a:gd name="connsiteX8" fmla="*/ 137436 w 282971"/>
                <a:gd name="connsiteY8" fmla="*/ 68472 h 139334"/>
                <a:gd name="connsiteX9" fmla="*/ 139992 w 282971"/>
                <a:gd name="connsiteY9" fmla="*/ 64641 h 139334"/>
                <a:gd name="connsiteX10" fmla="*/ 141909 w 282971"/>
                <a:gd name="connsiteY10" fmla="*/ 65280 h 139334"/>
                <a:gd name="connsiteX11" fmla="*/ 150216 w 282971"/>
                <a:gd name="connsiteY11" fmla="*/ 80601 h 139334"/>
                <a:gd name="connsiteX12" fmla="*/ 177692 w 282971"/>
                <a:gd name="connsiteY12" fmla="*/ 123374 h 139334"/>
                <a:gd name="connsiteX13" fmla="*/ 230729 w 282971"/>
                <a:gd name="connsiteY13" fmla="*/ 137419 h 139334"/>
                <a:gd name="connsiteX14" fmla="*/ 269068 w 282971"/>
                <a:gd name="connsiteY14" fmla="*/ 114436 h 139334"/>
                <a:gd name="connsiteX15" fmla="*/ 272902 w 282971"/>
                <a:gd name="connsiteY15" fmla="*/ 19315 h 139334"/>
                <a:gd name="connsiteX16" fmla="*/ 259483 w 282971"/>
                <a:gd name="connsiteY16" fmla="*/ 107414 h 139334"/>
                <a:gd name="connsiteX17" fmla="*/ 230090 w 282971"/>
                <a:gd name="connsiteY17" fmla="*/ 124651 h 139334"/>
                <a:gd name="connsiteX18" fmla="*/ 187277 w 282971"/>
                <a:gd name="connsiteY18" fmla="*/ 113798 h 139334"/>
                <a:gd name="connsiteX19" fmla="*/ 162995 w 282971"/>
                <a:gd name="connsiteY19" fmla="*/ 74856 h 139334"/>
                <a:gd name="connsiteX20" fmla="*/ 150854 w 282971"/>
                <a:gd name="connsiteY20" fmla="*/ 55065 h 139334"/>
                <a:gd name="connsiteX21" fmla="*/ 138075 w 282971"/>
                <a:gd name="connsiteY21" fmla="*/ 52512 h 139334"/>
                <a:gd name="connsiteX22" fmla="*/ 127212 w 282971"/>
                <a:gd name="connsiteY22" fmla="*/ 63365 h 139334"/>
                <a:gd name="connsiteX23" fmla="*/ 126573 w 282971"/>
                <a:gd name="connsiteY23" fmla="*/ 64003 h 139334"/>
                <a:gd name="connsiteX24" fmla="*/ 93345 w 282971"/>
                <a:gd name="connsiteY24" fmla="*/ 116990 h 139334"/>
                <a:gd name="connsiteX25" fmla="*/ 30724 w 282971"/>
                <a:gd name="connsiteY25" fmla="*/ 115075 h 139334"/>
                <a:gd name="connsiteX26" fmla="*/ 17944 w 282971"/>
                <a:gd name="connsiteY26" fmla="*/ 37190 h 139334"/>
                <a:gd name="connsiteX27" fmla="*/ 48616 w 282971"/>
                <a:gd name="connsiteY27" fmla="*/ 12931 h 139334"/>
                <a:gd name="connsiteX28" fmla="*/ 49894 w 282971"/>
                <a:gd name="connsiteY28" fmla="*/ 12931 h 139334"/>
                <a:gd name="connsiteX29" fmla="*/ 50533 w 282971"/>
                <a:gd name="connsiteY29" fmla="*/ 12931 h 139334"/>
                <a:gd name="connsiteX30" fmla="*/ 239036 w 282971"/>
                <a:gd name="connsiteY30" fmla="*/ 12931 h 139334"/>
                <a:gd name="connsiteX31" fmla="*/ 262678 w 282971"/>
                <a:gd name="connsiteY31" fmla="*/ 25699 h 139334"/>
                <a:gd name="connsiteX32" fmla="*/ 259483 w 282971"/>
                <a:gd name="connsiteY32" fmla="*/ 107414 h 139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82971" h="139334">
                  <a:moveTo>
                    <a:pt x="272902" y="19315"/>
                  </a:moveTo>
                  <a:cubicBezTo>
                    <a:pt x="261400" y="802"/>
                    <a:pt x="239036" y="163"/>
                    <a:pt x="238397" y="163"/>
                  </a:cubicBezTo>
                  <a:lnTo>
                    <a:pt x="49894" y="163"/>
                  </a:lnTo>
                  <a:cubicBezTo>
                    <a:pt x="37114" y="-1114"/>
                    <a:pt x="12193" y="4632"/>
                    <a:pt x="4525" y="33998"/>
                  </a:cubicBezTo>
                  <a:cubicBezTo>
                    <a:pt x="-3143" y="63365"/>
                    <a:pt x="-3143" y="102307"/>
                    <a:pt x="21139" y="124651"/>
                  </a:cubicBezTo>
                  <a:cubicBezTo>
                    <a:pt x="32641" y="134865"/>
                    <a:pt x="47338" y="139334"/>
                    <a:pt x="60756" y="139334"/>
                  </a:cubicBezTo>
                  <a:cubicBezTo>
                    <a:pt x="74814" y="139334"/>
                    <a:pt x="88872" y="134865"/>
                    <a:pt x="99096" y="127843"/>
                  </a:cubicBezTo>
                  <a:cubicBezTo>
                    <a:pt x="115071" y="117628"/>
                    <a:pt x="128490" y="90177"/>
                    <a:pt x="136797" y="69110"/>
                  </a:cubicBezTo>
                  <a:lnTo>
                    <a:pt x="137436" y="68472"/>
                  </a:lnTo>
                  <a:cubicBezTo>
                    <a:pt x="138075" y="65918"/>
                    <a:pt x="139353" y="65280"/>
                    <a:pt x="139992" y="64641"/>
                  </a:cubicBezTo>
                  <a:cubicBezTo>
                    <a:pt x="140631" y="64641"/>
                    <a:pt x="141270" y="64641"/>
                    <a:pt x="141909" y="65280"/>
                  </a:cubicBezTo>
                  <a:cubicBezTo>
                    <a:pt x="143187" y="66557"/>
                    <a:pt x="147021" y="74217"/>
                    <a:pt x="150216" y="80601"/>
                  </a:cubicBezTo>
                  <a:cubicBezTo>
                    <a:pt x="156606" y="94008"/>
                    <a:pt x="165551" y="113160"/>
                    <a:pt x="177692" y="123374"/>
                  </a:cubicBezTo>
                  <a:cubicBezTo>
                    <a:pt x="189833" y="134227"/>
                    <a:pt x="211559" y="139972"/>
                    <a:pt x="230729" y="137419"/>
                  </a:cubicBezTo>
                  <a:cubicBezTo>
                    <a:pt x="247343" y="135503"/>
                    <a:pt x="260761" y="127204"/>
                    <a:pt x="269068" y="114436"/>
                  </a:cubicBezTo>
                  <a:cubicBezTo>
                    <a:pt x="289516" y="85708"/>
                    <a:pt x="284404" y="37829"/>
                    <a:pt x="272902" y="19315"/>
                  </a:cubicBezTo>
                  <a:close/>
                  <a:moveTo>
                    <a:pt x="259483" y="107414"/>
                  </a:moveTo>
                  <a:cubicBezTo>
                    <a:pt x="251177" y="119543"/>
                    <a:pt x="239036" y="123374"/>
                    <a:pt x="230090" y="124651"/>
                  </a:cubicBezTo>
                  <a:cubicBezTo>
                    <a:pt x="214754" y="126566"/>
                    <a:pt x="196862" y="122097"/>
                    <a:pt x="187277" y="113798"/>
                  </a:cubicBezTo>
                  <a:cubicBezTo>
                    <a:pt x="177053" y="104860"/>
                    <a:pt x="168746" y="87624"/>
                    <a:pt x="162995" y="74856"/>
                  </a:cubicBezTo>
                  <a:cubicBezTo>
                    <a:pt x="157244" y="63365"/>
                    <a:pt x="154688" y="57619"/>
                    <a:pt x="150854" y="55065"/>
                  </a:cubicBezTo>
                  <a:cubicBezTo>
                    <a:pt x="145743" y="51235"/>
                    <a:pt x="141270" y="51235"/>
                    <a:pt x="138075" y="52512"/>
                  </a:cubicBezTo>
                  <a:cubicBezTo>
                    <a:pt x="133602" y="53789"/>
                    <a:pt x="129129" y="57619"/>
                    <a:pt x="127212" y="63365"/>
                  </a:cubicBezTo>
                  <a:lnTo>
                    <a:pt x="126573" y="64003"/>
                  </a:lnTo>
                  <a:cubicBezTo>
                    <a:pt x="111876" y="101030"/>
                    <a:pt x="99735" y="113160"/>
                    <a:pt x="93345" y="116990"/>
                  </a:cubicBezTo>
                  <a:cubicBezTo>
                    <a:pt x="76731" y="128481"/>
                    <a:pt x="48616" y="131035"/>
                    <a:pt x="30724" y="115075"/>
                  </a:cubicBezTo>
                  <a:cubicBezTo>
                    <a:pt x="10915" y="97200"/>
                    <a:pt x="10915" y="62088"/>
                    <a:pt x="17944" y="37190"/>
                  </a:cubicBezTo>
                  <a:cubicBezTo>
                    <a:pt x="23695" y="14846"/>
                    <a:pt x="42865" y="12931"/>
                    <a:pt x="48616" y="12931"/>
                  </a:cubicBezTo>
                  <a:cubicBezTo>
                    <a:pt x="49254" y="12931"/>
                    <a:pt x="49894" y="12931"/>
                    <a:pt x="49894" y="12931"/>
                  </a:cubicBezTo>
                  <a:cubicBezTo>
                    <a:pt x="49894" y="12931"/>
                    <a:pt x="50533" y="12931"/>
                    <a:pt x="50533" y="12931"/>
                  </a:cubicBezTo>
                  <a:lnTo>
                    <a:pt x="239036" y="12931"/>
                  </a:lnTo>
                  <a:cubicBezTo>
                    <a:pt x="239675" y="12931"/>
                    <a:pt x="255011" y="12931"/>
                    <a:pt x="262678" y="25699"/>
                  </a:cubicBezTo>
                  <a:cubicBezTo>
                    <a:pt x="270985" y="39744"/>
                    <a:pt x="276736" y="81878"/>
                    <a:pt x="259483" y="107414"/>
                  </a:cubicBezTo>
                  <a:close/>
                </a:path>
              </a:pathLst>
            </a:custGeom>
            <a:solidFill>
              <a:srgbClr val="012169"/>
            </a:solidFill>
            <a:ln w="6390" cap="flat">
              <a:noFill/>
              <a:prstDash val="solid"/>
              <a:miter/>
            </a:ln>
          </p:spPr>
          <p:txBody>
            <a:bodyPr rtlCol="0" anchor="ctr"/>
            <a:lstStyle/>
            <a:p>
              <a:endParaRPr lang="en-US"/>
            </a:p>
          </p:txBody>
        </p:sp>
        <p:sp>
          <p:nvSpPr>
            <p:cNvPr id="273" name="Graphic 4">
              <a:extLst>
                <a:ext uri="{FF2B5EF4-FFF2-40B4-BE49-F238E27FC236}">
                  <a16:creationId xmlns:a16="http://schemas.microsoft.com/office/drawing/2014/main" id="{A2DEB677-E826-4840-93FF-23FADA047699}"/>
                </a:ext>
              </a:extLst>
            </p:cNvPr>
            <p:cNvSpPr/>
            <p:nvPr/>
          </p:nvSpPr>
          <p:spPr>
            <a:xfrm>
              <a:off x="1571711" y="3952481"/>
              <a:ext cx="248449" cy="104533"/>
            </a:xfrm>
            <a:custGeom>
              <a:avLst/>
              <a:gdLst>
                <a:gd name="connsiteX0" fmla="*/ 216193 w 248449"/>
                <a:gd name="connsiteY0" fmla="*/ 4 h 104533"/>
                <a:gd name="connsiteX1" fmla="*/ 138236 w 248449"/>
                <a:gd name="connsiteY1" fmla="*/ 4 h 104533"/>
                <a:gd name="connsiteX2" fmla="*/ 131846 w 248449"/>
                <a:gd name="connsiteY2" fmla="*/ 6388 h 104533"/>
                <a:gd name="connsiteX3" fmla="*/ 138236 w 248449"/>
                <a:gd name="connsiteY3" fmla="*/ 12772 h 104533"/>
                <a:gd name="connsiteX4" fmla="*/ 216193 w 248449"/>
                <a:gd name="connsiteY4" fmla="*/ 12772 h 104533"/>
                <a:gd name="connsiteX5" fmla="*/ 216832 w 248449"/>
                <a:gd name="connsiteY5" fmla="*/ 12772 h 104533"/>
                <a:gd name="connsiteX6" fmla="*/ 231529 w 248449"/>
                <a:gd name="connsiteY6" fmla="*/ 20433 h 104533"/>
                <a:gd name="connsiteX7" fmla="*/ 225139 w 248449"/>
                <a:gd name="connsiteY7" fmla="*/ 85550 h 104533"/>
                <a:gd name="connsiteX8" fmla="*/ 201496 w 248449"/>
                <a:gd name="connsiteY8" fmla="*/ 92572 h 104533"/>
                <a:gd name="connsiteX9" fmla="*/ 177214 w 248449"/>
                <a:gd name="connsiteY9" fmla="*/ 81719 h 104533"/>
                <a:gd name="connsiteX10" fmla="*/ 156766 w 248449"/>
                <a:gd name="connsiteY10" fmla="*/ 42139 h 104533"/>
                <a:gd name="connsiteX11" fmla="*/ 125456 w 248449"/>
                <a:gd name="connsiteY11" fmla="*/ 17880 h 104533"/>
                <a:gd name="connsiteX12" fmla="*/ 91589 w 248449"/>
                <a:gd name="connsiteY12" fmla="*/ 43415 h 104533"/>
                <a:gd name="connsiteX13" fmla="*/ 89672 w 248449"/>
                <a:gd name="connsiteY13" fmla="*/ 48523 h 104533"/>
                <a:gd name="connsiteX14" fmla="*/ 63473 w 248449"/>
                <a:gd name="connsiteY14" fmla="*/ 88103 h 104533"/>
                <a:gd name="connsiteX15" fmla="*/ 21300 w 248449"/>
                <a:gd name="connsiteY15" fmla="*/ 82358 h 104533"/>
                <a:gd name="connsiteX16" fmla="*/ 14271 w 248449"/>
                <a:gd name="connsiteY16" fmla="*/ 32563 h 104533"/>
                <a:gd name="connsiteX17" fmla="*/ 27690 w 248449"/>
                <a:gd name="connsiteY17" fmla="*/ 12772 h 104533"/>
                <a:gd name="connsiteX18" fmla="*/ 110759 w 248449"/>
                <a:gd name="connsiteY18" fmla="*/ 12772 h 104533"/>
                <a:gd name="connsiteX19" fmla="*/ 117149 w 248449"/>
                <a:gd name="connsiteY19" fmla="*/ 6388 h 104533"/>
                <a:gd name="connsiteX20" fmla="*/ 110759 w 248449"/>
                <a:gd name="connsiteY20" fmla="*/ 4 h 104533"/>
                <a:gd name="connsiteX21" fmla="*/ 27690 w 248449"/>
                <a:gd name="connsiteY21" fmla="*/ 4 h 104533"/>
                <a:gd name="connsiteX22" fmla="*/ 1491 w 248449"/>
                <a:gd name="connsiteY22" fmla="*/ 30647 h 104533"/>
                <a:gd name="connsiteX23" fmla="*/ 11076 w 248449"/>
                <a:gd name="connsiteY23" fmla="*/ 90018 h 104533"/>
                <a:gd name="connsiteX24" fmla="*/ 67307 w 248449"/>
                <a:gd name="connsiteY24" fmla="*/ 99594 h 104533"/>
                <a:gd name="connsiteX25" fmla="*/ 100535 w 248449"/>
                <a:gd name="connsiteY25" fmla="*/ 52991 h 104533"/>
                <a:gd name="connsiteX26" fmla="*/ 102452 w 248449"/>
                <a:gd name="connsiteY26" fmla="*/ 47884 h 104533"/>
                <a:gd name="connsiteX27" fmla="*/ 124817 w 248449"/>
                <a:gd name="connsiteY27" fmla="*/ 30009 h 104533"/>
                <a:gd name="connsiteX28" fmla="*/ 143987 w 248449"/>
                <a:gd name="connsiteY28" fmla="*/ 45331 h 104533"/>
                <a:gd name="connsiteX29" fmla="*/ 166351 w 248449"/>
                <a:gd name="connsiteY29" fmla="*/ 88742 h 104533"/>
                <a:gd name="connsiteX30" fmla="*/ 200218 w 248449"/>
                <a:gd name="connsiteY30" fmla="*/ 104063 h 104533"/>
                <a:gd name="connsiteX31" fmla="*/ 204691 w 248449"/>
                <a:gd name="connsiteY31" fmla="*/ 104063 h 104533"/>
                <a:gd name="connsiteX32" fmla="*/ 233446 w 248449"/>
                <a:gd name="connsiteY32" fmla="*/ 93849 h 104533"/>
                <a:gd name="connsiteX33" fmla="*/ 243031 w 248449"/>
                <a:gd name="connsiteY33" fmla="*/ 13411 h 104533"/>
                <a:gd name="connsiteX34" fmla="*/ 216193 w 248449"/>
                <a:gd name="connsiteY34" fmla="*/ 4 h 104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48449" h="104533">
                  <a:moveTo>
                    <a:pt x="216193" y="4"/>
                  </a:moveTo>
                  <a:lnTo>
                    <a:pt x="138236" y="4"/>
                  </a:lnTo>
                  <a:cubicBezTo>
                    <a:pt x="134402" y="4"/>
                    <a:pt x="131846" y="2558"/>
                    <a:pt x="131846" y="6388"/>
                  </a:cubicBezTo>
                  <a:cubicBezTo>
                    <a:pt x="131846" y="10219"/>
                    <a:pt x="134402" y="12772"/>
                    <a:pt x="138236" y="12772"/>
                  </a:cubicBezTo>
                  <a:lnTo>
                    <a:pt x="216193" y="12772"/>
                  </a:lnTo>
                  <a:cubicBezTo>
                    <a:pt x="216193" y="12772"/>
                    <a:pt x="216832" y="12772"/>
                    <a:pt x="216832" y="12772"/>
                  </a:cubicBezTo>
                  <a:cubicBezTo>
                    <a:pt x="217471" y="12772"/>
                    <a:pt x="227056" y="12134"/>
                    <a:pt x="231529" y="20433"/>
                  </a:cubicBezTo>
                  <a:cubicBezTo>
                    <a:pt x="237280" y="31286"/>
                    <a:pt x="239197" y="72143"/>
                    <a:pt x="225139" y="85550"/>
                  </a:cubicBezTo>
                  <a:cubicBezTo>
                    <a:pt x="217471" y="92572"/>
                    <a:pt x="206608" y="93210"/>
                    <a:pt x="201496" y="92572"/>
                  </a:cubicBezTo>
                  <a:cubicBezTo>
                    <a:pt x="189994" y="91934"/>
                    <a:pt x="180409" y="86188"/>
                    <a:pt x="177214" y="81719"/>
                  </a:cubicBezTo>
                  <a:cubicBezTo>
                    <a:pt x="168907" y="70866"/>
                    <a:pt x="159961" y="51715"/>
                    <a:pt x="156766" y="42139"/>
                  </a:cubicBezTo>
                  <a:cubicBezTo>
                    <a:pt x="152932" y="30647"/>
                    <a:pt x="142709" y="17880"/>
                    <a:pt x="125456" y="17880"/>
                  </a:cubicBezTo>
                  <a:cubicBezTo>
                    <a:pt x="110759" y="17880"/>
                    <a:pt x="98618" y="27455"/>
                    <a:pt x="91589" y="43415"/>
                  </a:cubicBezTo>
                  <a:cubicBezTo>
                    <a:pt x="90950" y="44692"/>
                    <a:pt x="90311" y="46607"/>
                    <a:pt x="89672" y="48523"/>
                  </a:cubicBezTo>
                  <a:cubicBezTo>
                    <a:pt x="85199" y="60014"/>
                    <a:pt x="75614" y="83634"/>
                    <a:pt x="63473" y="88103"/>
                  </a:cubicBezTo>
                  <a:cubicBezTo>
                    <a:pt x="52610" y="91934"/>
                    <a:pt x="32802" y="96402"/>
                    <a:pt x="21300" y="82358"/>
                  </a:cubicBezTo>
                  <a:cubicBezTo>
                    <a:pt x="13632" y="72782"/>
                    <a:pt x="11076" y="54907"/>
                    <a:pt x="14271" y="32563"/>
                  </a:cubicBezTo>
                  <a:cubicBezTo>
                    <a:pt x="14910" y="28094"/>
                    <a:pt x="18105" y="12772"/>
                    <a:pt x="27690" y="12772"/>
                  </a:cubicBezTo>
                  <a:lnTo>
                    <a:pt x="110759" y="12772"/>
                  </a:lnTo>
                  <a:cubicBezTo>
                    <a:pt x="114593" y="12772"/>
                    <a:pt x="117149" y="10219"/>
                    <a:pt x="117149" y="6388"/>
                  </a:cubicBezTo>
                  <a:cubicBezTo>
                    <a:pt x="117149" y="2558"/>
                    <a:pt x="114593" y="4"/>
                    <a:pt x="110759" y="4"/>
                  </a:cubicBezTo>
                  <a:lnTo>
                    <a:pt x="27690" y="4"/>
                  </a:lnTo>
                  <a:cubicBezTo>
                    <a:pt x="13632" y="4"/>
                    <a:pt x="4047" y="11496"/>
                    <a:pt x="1491" y="30647"/>
                  </a:cubicBezTo>
                  <a:cubicBezTo>
                    <a:pt x="-1065" y="49161"/>
                    <a:pt x="-1704" y="74058"/>
                    <a:pt x="11076" y="90018"/>
                  </a:cubicBezTo>
                  <a:cubicBezTo>
                    <a:pt x="23217" y="105340"/>
                    <a:pt x="43665" y="108532"/>
                    <a:pt x="67307" y="99594"/>
                  </a:cubicBezTo>
                  <a:cubicBezTo>
                    <a:pt x="84560" y="93210"/>
                    <a:pt x="94784" y="67674"/>
                    <a:pt x="100535" y="52991"/>
                  </a:cubicBezTo>
                  <a:cubicBezTo>
                    <a:pt x="101174" y="51076"/>
                    <a:pt x="101813" y="49161"/>
                    <a:pt x="102452" y="47884"/>
                  </a:cubicBezTo>
                  <a:cubicBezTo>
                    <a:pt x="105647" y="39585"/>
                    <a:pt x="112676" y="30009"/>
                    <a:pt x="124817" y="30009"/>
                  </a:cubicBezTo>
                  <a:cubicBezTo>
                    <a:pt x="137597" y="30009"/>
                    <a:pt x="142070" y="40862"/>
                    <a:pt x="143987" y="45331"/>
                  </a:cubicBezTo>
                  <a:cubicBezTo>
                    <a:pt x="147182" y="55545"/>
                    <a:pt x="156766" y="75974"/>
                    <a:pt x="166351" y="88742"/>
                  </a:cubicBezTo>
                  <a:cubicBezTo>
                    <a:pt x="172741" y="97041"/>
                    <a:pt x="186160" y="103425"/>
                    <a:pt x="200218" y="104063"/>
                  </a:cubicBezTo>
                  <a:cubicBezTo>
                    <a:pt x="201496" y="104063"/>
                    <a:pt x="203413" y="104063"/>
                    <a:pt x="204691" y="104063"/>
                  </a:cubicBezTo>
                  <a:cubicBezTo>
                    <a:pt x="216193" y="104063"/>
                    <a:pt x="226417" y="100233"/>
                    <a:pt x="233446" y="93849"/>
                  </a:cubicBezTo>
                  <a:cubicBezTo>
                    <a:pt x="253255" y="75335"/>
                    <a:pt x="250060" y="28094"/>
                    <a:pt x="243031" y="13411"/>
                  </a:cubicBezTo>
                  <a:cubicBezTo>
                    <a:pt x="235363" y="-634"/>
                    <a:pt x="218749" y="4"/>
                    <a:pt x="216193" y="4"/>
                  </a:cubicBezTo>
                  <a:close/>
                </a:path>
              </a:pathLst>
            </a:custGeom>
            <a:solidFill>
              <a:srgbClr val="012169"/>
            </a:solidFill>
            <a:ln w="6390" cap="flat">
              <a:noFill/>
              <a:prstDash val="solid"/>
              <a:miter/>
            </a:ln>
          </p:spPr>
          <p:txBody>
            <a:bodyPr rtlCol="0" anchor="ctr"/>
            <a:lstStyle/>
            <a:p>
              <a:endParaRPr lang="en-US"/>
            </a:p>
          </p:txBody>
        </p:sp>
      </p:grpSp>
      <p:grpSp>
        <p:nvGrpSpPr>
          <p:cNvPr id="274" name="Graphic 4">
            <a:extLst>
              <a:ext uri="{FF2B5EF4-FFF2-40B4-BE49-F238E27FC236}">
                <a16:creationId xmlns:a16="http://schemas.microsoft.com/office/drawing/2014/main" id="{15CF62BE-9A16-F149-9F98-210C2A68B04E}"/>
              </a:ext>
            </a:extLst>
          </p:cNvPr>
          <p:cNvGrpSpPr/>
          <p:nvPr/>
        </p:nvGrpSpPr>
        <p:grpSpPr>
          <a:xfrm>
            <a:off x="467743" y="1402085"/>
            <a:ext cx="361670" cy="361333"/>
            <a:chOff x="467743" y="1402085"/>
            <a:chExt cx="361670" cy="361333"/>
          </a:xfrm>
          <a:solidFill>
            <a:srgbClr val="012169"/>
          </a:solidFill>
        </p:grpSpPr>
        <p:sp>
          <p:nvSpPr>
            <p:cNvPr id="275" name="Graphic 4">
              <a:extLst>
                <a:ext uri="{FF2B5EF4-FFF2-40B4-BE49-F238E27FC236}">
                  <a16:creationId xmlns:a16="http://schemas.microsoft.com/office/drawing/2014/main" id="{C7B1F15D-7AA6-7749-882C-047337F59846}"/>
                </a:ext>
              </a:extLst>
            </p:cNvPr>
            <p:cNvSpPr/>
            <p:nvPr/>
          </p:nvSpPr>
          <p:spPr>
            <a:xfrm>
              <a:off x="467743"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276" name="Graphic 4">
              <a:extLst>
                <a:ext uri="{FF2B5EF4-FFF2-40B4-BE49-F238E27FC236}">
                  <a16:creationId xmlns:a16="http://schemas.microsoft.com/office/drawing/2014/main" id="{A8707B9E-7B44-C04F-9EE1-9E1E96FB62B5}"/>
                </a:ext>
              </a:extLst>
            </p:cNvPr>
            <p:cNvSpPr/>
            <p:nvPr/>
          </p:nvSpPr>
          <p:spPr>
            <a:xfrm>
              <a:off x="648578" y="1579559"/>
              <a:ext cx="12779" cy="81714"/>
            </a:xfrm>
            <a:custGeom>
              <a:avLst/>
              <a:gdLst>
                <a:gd name="connsiteX0" fmla="*/ 6390 w 12779"/>
                <a:gd name="connsiteY0" fmla="*/ 0 h 81714"/>
                <a:gd name="connsiteX1" fmla="*/ 0 w 12779"/>
                <a:gd name="connsiteY1" fmla="*/ 6384 h 81714"/>
                <a:gd name="connsiteX2" fmla="*/ 0 w 12779"/>
                <a:gd name="connsiteY2" fmla="*/ 75331 h 81714"/>
                <a:gd name="connsiteX3" fmla="*/ 6390 w 12779"/>
                <a:gd name="connsiteY3" fmla="*/ 81715 h 81714"/>
                <a:gd name="connsiteX4" fmla="*/ 12780 w 12779"/>
                <a:gd name="connsiteY4" fmla="*/ 75331 h 81714"/>
                <a:gd name="connsiteX5" fmla="*/ 12780 w 12779"/>
                <a:gd name="connsiteY5" fmla="*/ 6384 h 81714"/>
                <a:gd name="connsiteX6" fmla="*/ 6390 w 12779"/>
                <a:gd name="connsiteY6" fmla="*/ 0 h 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81714">
                  <a:moveTo>
                    <a:pt x="6390" y="0"/>
                  </a:moveTo>
                  <a:cubicBezTo>
                    <a:pt x="2556" y="0"/>
                    <a:pt x="0" y="2554"/>
                    <a:pt x="0" y="6384"/>
                  </a:cubicBezTo>
                  <a:lnTo>
                    <a:pt x="0" y="75331"/>
                  </a:lnTo>
                  <a:cubicBezTo>
                    <a:pt x="0" y="79161"/>
                    <a:pt x="2556" y="81715"/>
                    <a:pt x="6390" y="81715"/>
                  </a:cubicBezTo>
                  <a:cubicBezTo>
                    <a:pt x="10224" y="81715"/>
                    <a:pt x="12780" y="79161"/>
                    <a:pt x="12780" y="75331"/>
                  </a:cubicBezTo>
                  <a:lnTo>
                    <a:pt x="12780" y="6384"/>
                  </a:lnTo>
                  <a:cubicBezTo>
                    <a:pt x="12780" y="3192"/>
                    <a:pt x="10224" y="0"/>
                    <a:pt x="6390" y="0"/>
                  </a:cubicBezTo>
                  <a:close/>
                </a:path>
              </a:pathLst>
            </a:custGeom>
            <a:solidFill>
              <a:srgbClr val="012169"/>
            </a:solidFill>
            <a:ln w="6390" cap="flat">
              <a:noFill/>
              <a:prstDash val="solid"/>
              <a:miter/>
            </a:ln>
          </p:spPr>
          <p:txBody>
            <a:bodyPr rtlCol="0" anchor="ctr"/>
            <a:lstStyle/>
            <a:p>
              <a:endParaRPr lang="en-US"/>
            </a:p>
          </p:txBody>
        </p:sp>
        <p:sp>
          <p:nvSpPr>
            <p:cNvPr id="277" name="Graphic 4">
              <a:extLst>
                <a:ext uri="{FF2B5EF4-FFF2-40B4-BE49-F238E27FC236}">
                  <a16:creationId xmlns:a16="http://schemas.microsoft.com/office/drawing/2014/main" id="{83C73CFC-331D-BD41-A997-DD77B856B82B}"/>
                </a:ext>
              </a:extLst>
            </p:cNvPr>
            <p:cNvSpPr/>
            <p:nvPr/>
          </p:nvSpPr>
          <p:spPr>
            <a:xfrm>
              <a:off x="572538" y="1497206"/>
              <a:ext cx="38339" cy="38303"/>
            </a:xfrm>
            <a:custGeom>
              <a:avLst/>
              <a:gdLst>
                <a:gd name="connsiteX0" fmla="*/ 19170 w 38339"/>
                <a:gd name="connsiteY0" fmla="*/ 38304 h 38303"/>
                <a:gd name="connsiteX1" fmla="*/ 38340 w 38339"/>
                <a:gd name="connsiteY1" fmla="*/ 19152 h 38303"/>
                <a:gd name="connsiteX2" fmla="*/ 19170 w 38339"/>
                <a:gd name="connsiteY2" fmla="*/ 0 h 38303"/>
                <a:gd name="connsiteX3" fmla="*/ 0 w 38339"/>
                <a:gd name="connsiteY3" fmla="*/ 19152 h 38303"/>
                <a:gd name="connsiteX4" fmla="*/ 19170 w 38339"/>
                <a:gd name="connsiteY4" fmla="*/ 38304 h 38303"/>
                <a:gd name="connsiteX5" fmla="*/ 19170 w 38339"/>
                <a:gd name="connsiteY5" fmla="*/ 12768 h 38303"/>
                <a:gd name="connsiteX6" fmla="*/ 25560 w 38339"/>
                <a:gd name="connsiteY6" fmla="*/ 19152 h 38303"/>
                <a:gd name="connsiteX7" fmla="*/ 19170 w 38339"/>
                <a:gd name="connsiteY7" fmla="*/ 25536 h 38303"/>
                <a:gd name="connsiteX8" fmla="*/ 12780 w 38339"/>
                <a:gd name="connsiteY8" fmla="*/ 19152 h 38303"/>
                <a:gd name="connsiteX9" fmla="*/ 19170 w 38339"/>
                <a:gd name="connsiteY9" fmla="*/ 12768 h 3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39" h="38303">
                  <a:moveTo>
                    <a:pt x="19170" y="38304"/>
                  </a:moveTo>
                  <a:cubicBezTo>
                    <a:pt x="30033" y="38304"/>
                    <a:pt x="38340" y="29366"/>
                    <a:pt x="38340" y="19152"/>
                  </a:cubicBezTo>
                  <a:cubicBezTo>
                    <a:pt x="38340" y="8938"/>
                    <a:pt x="29394" y="0"/>
                    <a:pt x="19170" y="0"/>
                  </a:cubicBezTo>
                  <a:cubicBezTo>
                    <a:pt x="8946" y="0"/>
                    <a:pt x="0" y="8938"/>
                    <a:pt x="0" y="19152"/>
                  </a:cubicBezTo>
                  <a:cubicBezTo>
                    <a:pt x="0" y="29366"/>
                    <a:pt x="8307" y="38304"/>
                    <a:pt x="19170" y="38304"/>
                  </a:cubicBezTo>
                  <a:close/>
                  <a:moveTo>
                    <a:pt x="19170" y="12768"/>
                  </a:moveTo>
                  <a:cubicBezTo>
                    <a:pt x="23004" y="12768"/>
                    <a:pt x="25560" y="15960"/>
                    <a:pt x="25560" y="19152"/>
                  </a:cubicBezTo>
                  <a:cubicBezTo>
                    <a:pt x="25560" y="22344"/>
                    <a:pt x="22365" y="25536"/>
                    <a:pt x="19170" y="25536"/>
                  </a:cubicBezTo>
                  <a:cubicBezTo>
                    <a:pt x="15336" y="25536"/>
                    <a:pt x="12780" y="22344"/>
                    <a:pt x="12780" y="19152"/>
                  </a:cubicBezTo>
                  <a:cubicBezTo>
                    <a:pt x="12780" y="15960"/>
                    <a:pt x="15336" y="12768"/>
                    <a:pt x="19170" y="12768"/>
                  </a:cubicBezTo>
                  <a:close/>
                </a:path>
              </a:pathLst>
            </a:custGeom>
            <a:solidFill>
              <a:srgbClr val="012169"/>
            </a:solidFill>
            <a:ln w="6390" cap="flat">
              <a:noFill/>
              <a:prstDash val="solid"/>
              <a:miter/>
            </a:ln>
          </p:spPr>
          <p:txBody>
            <a:bodyPr rtlCol="0" anchor="ctr"/>
            <a:lstStyle/>
            <a:p>
              <a:endParaRPr lang="en-US"/>
            </a:p>
          </p:txBody>
        </p:sp>
        <p:sp>
          <p:nvSpPr>
            <p:cNvPr id="278" name="Graphic 4">
              <a:extLst>
                <a:ext uri="{FF2B5EF4-FFF2-40B4-BE49-F238E27FC236}">
                  <a16:creationId xmlns:a16="http://schemas.microsoft.com/office/drawing/2014/main" id="{4753769D-52B9-5141-88C2-FDD44927B4DC}"/>
                </a:ext>
              </a:extLst>
            </p:cNvPr>
            <p:cNvSpPr/>
            <p:nvPr/>
          </p:nvSpPr>
          <p:spPr>
            <a:xfrm>
              <a:off x="538032" y="1527211"/>
              <a:ext cx="38339" cy="38303"/>
            </a:xfrm>
            <a:custGeom>
              <a:avLst/>
              <a:gdLst>
                <a:gd name="connsiteX0" fmla="*/ 38340 w 38339"/>
                <a:gd name="connsiteY0" fmla="*/ 19152 h 38303"/>
                <a:gd name="connsiteX1" fmla="*/ 19170 w 38339"/>
                <a:gd name="connsiteY1" fmla="*/ 0 h 38303"/>
                <a:gd name="connsiteX2" fmla="*/ 0 w 38339"/>
                <a:gd name="connsiteY2" fmla="*/ 19152 h 38303"/>
                <a:gd name="connsiteX3" fmla="*/ 19170 w 38339"/>
                <a:gd name="connsiteY3" fmla="*/ 38304 h 38303"/>
                <a:gd name="connsiteX4" fmla="*/ 38340 w 38339"/>
                <a:gd name="connsiteY4" fmla="*/ 19152 h 38303"/>
                <a:gd name="connsiteX5" fmla="*/ 19170 w 38339"/>
                <a:gd name="connsiteY5" fmla="*/ 25536 h 38303"/>
                <a:gd name="connsiteX6" fmla="*/ 12780 w 38339"/>
                <a:gd name="connsiteY6" fmla="*/ 19152 h 38303"/>
                <a:gd name="connsiteX7" fmla="*/ 19170 w 38339"/>
                <a:gd name="connsiteY7" fmla="*/ 12768 h 38303"/>
                <a:gd name="connsiteX8" fmla="*/ 25560 w 38339"/>
                <a:gd name="connsiteY8" fmla="*/ 19152 h 38303"/>
                <a:gd name="connsiteX9" fmla="*/ 19170 w 38339"/>
                <a:gd name="connsiteY9" fmla="*/ 25536 h 3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39" h="38303">
                  <a:moveTo>
                    <a:pt x="38340" y="19152"/>
                  </a:moveTo>
                  <a:cubicBezTo>
                    <a:pt x="38340" y="8299"/>
                    <a:pt x="29394" y="0"/>
                    <a:pt x="19170" y="0"/>
                  </a:cubicBezTo>
                  <a:cubicBezTo>
                    <a:pt x="8946" y="0"/>
                    <a:pt x="0" y="8938"/>
                    <a:pt x="0" y="19152"/>
                  </a:cubicBezTo>
                  <a:cubicBezTo>
                    <a:pt x="0" y="29366"/>
                    <a:pt x="8946" y="38304"/>
                    <a:pt x="19170" y="38304"/>
                  </a:cubicBezTo>
                  <a:cubicBezTo>
                    <a:pt x="29394" y="38304"/>
                    <a:pt x="38340" y="30005"/>
                    <a:pt x="38340" y="19152"/>
                  </a:cubicBezTo>
                  <a:close/>
                  <a:moveTo>
                    <a:pt x="19170" y="25536"/>
                  </a:moveTo>
                  <a:cubicBezTo>
                    <a:pt x="15336" y="25536"/>
                    <a:pt x="12780" y="22344"/>
                    <a:pt x="12780" y="19152"/>
                  </a:cubicBezTo>
                  <a:cubicBezTo>
                    <a:pt x="12780" y="15960"/>
                    <a:pt x="15975" y="12768"/>
                    <a:pt x="19170" y="12768"/>
                  </a:cubicBezTo>
                  <a:cubicBezTo>
                    <a:pt x="23004" y="12768"/>
                    <a:pt x="25560" y="15960"/>
                    <a:pt x="25560" y="19152"/>
                  </a:cubicBezTo>
                  <a:cubicBezTo>
                    <a:pt x="25560" y="22344"/>
                    <a:pt x="22365" y="25536"/>
                    <a:pt x="19170" y="25536"/>
                  </a:cubicBezTo>
                  <a:close/>
                </a:path>
              </a:pathLst>
            </a:custGeom>
            <a:solidFill>
              <a:srgbClr val="012169"/>
            </a:solidFill>
            <a:ln w="6390" cap="flat">
              <a:noFill/>
              <a:prstDash val="solid"/>
              <a:miter/>
            </a:ln>
          </p:spPr>
          <p:txBody>
            <a:bodyPr rtlCol="0" anchor="ctr"/>
            <a:lstStyle/>
            <a:p>
              <a:endParaRPr lang="en-US"/>
            </a:p>
          </p:txBody>
        </p:sp>
        <p:sp>
          <p:nvSpPr>
            <p:cNvPr id="279" name="Graphic 4">
              <a:extLst>
                <a:ext uri="{FF2B5EF4-FFF2-40B4-BE49-F238E27FC236}">
                  <a16:creationId xmlns:a16="http://schemas.microsoft.com/office/drawing/2014/main" id="{440A2A38-0F04-7B40-A677-33B44BB08181}"/>
                </a:ext>
              </a:extLst>
            </p:cNvPr>
            <p:cNvSpPr/>
            <p:nvPr/>
          </p:nvSpPr>
          <p:spPr>
            <a:xfrm>
              <a:off x="568704" y="1563599"/>
              <a:ext cx="44729" cy="44687"/>
            </a:xfrm>
            <a:custGeom>
              <a:avLst/>
              <a:gdLst>
                <a:gd name="connsiteX0" fmla="*/ 22365 w 44729"/>
                <a:gd name="connsiteY0" fmla="*/ 0 h 44687"/>
                <a:gd name="connsiteX1" fmla="*/ 0 w 44729"/>
                <a:gd name="connsiteY1" fmla="*/ 22344 h 44687"/>
                <a:gd name="connsiteX2" fmla="*/ 22365 w 44729"/>
                <a:gd name="connsiteY2" fmla="*/ 44688 h 44687"/>
                <a:gd name="connsiteX3" fmla="*/ 44730 w 44729"/>
                <a:gd name="connsiteY3" fmla="*/ 22344 h 44687"/>
                <a:gd name="connsiteX4" fmla="*/ 22365 w 44729"/>
                <a:gd name="connsiteY4" fmla="*/ 0 h 44687"/>
                <a:gd name="connsiteX5" fmla="*/ 22365 w 44729"/>
                <a:gd name="connsiteY5" fmla="*/ 32558 h 44687"/>
                <a:gd name="connsiteX6" fmla="*/ 12780 w 44729"/>
                <a:gd name="connsiteY6" fmla="*/ 22982 h 44687"/>
                <a:gd name="connsiteX7" fmla="*/ 22365 w 44729"/>
                <a:gd name="connsiteY7" fmla="*/ 13406 h 44687"/>
                <a:gd name="connsiteX8" fmla="*/ 31950 w 44729"/>
                <a:gd name="connsiteY8" fmla="*/ 22982 h 44687"/>
                <a:gd name="connsiteX9" fmla="*/ 22365 w 44729"/>
                <a:gd name="connsiteY9" fmla="*/ 32558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29" h="44687">
                  <a:moveTo>
                    <a:pt x="22365" y="0"/>
                  </a:moveTo>
                  <a:cubicBezTo>
                    <a:pt x="10224" y="0"/>
                    <a:pt x="0" y="10214"/>
                    <a:pt x="0" y="22344"/>
                  </a:cubicBezTo>
                  <a:cubicBezTo>
                    <a:pt x="0" y="34473"/>
                    <a:pt x="10224" y="44688"/>
                    <a:pt x="22365" y="44688"/>
                  </a:cubicBezTo>
                  <a:cubicBezTo>
                    <a:pt x="34506" y="44688"/>
                    <a:pt x="44730" y="34473"/>
                    <a:pt x="44730" y="22344"/>
                  </a:cubicBezTo>
                  <a:cubicBezTo>
                    <a:pt x="44730" y="10214"/>
                    <a:pt x="34506" y="0"/>
                    <a:pt x="22365" y="0"/>
                  </a:cubicBezTo>
                  <a:close/>
                  <a:moveTo>
                    <a:pt x="22365" y="32558"/>
                  </a:moveTo>
                  <a:cubicBezTo>
                    <a:pt x="17253" y="32558"/>
                    <a:pt x="12780" y="28089"/>
                    <a:pt x="12780" y="22982"/>
                  </a:cubicBezTo>
                  <a:cubicBezTo>
                    <a:pt x="12780" y="17875"/>
                    <a:pt x="17253" y="13406"/>
                    <a:pt x="22365" y="13406"/>
                  </a:cubicBezTo>
                  <a:cubicBezTo>
                    <a:pt x="27477" y="13406"/>
                    <a:pt x="31950" y="17875"/>
                    <a:pt x="31950" y="22982"/>
                  </a:cubicBezTo>
                  <a:cubicBezTo>
                    <a:pt x="31950" y="28089"/>
                    <a:pt x="27477" y="32558"/>
                    <a:pt x="22365" y="32558"/>
                  </a:cubicBezTo>
                  <a:close/>
                </a:path>
              </a:pathLst>
            </a:custGeom>
            <a:solidFill>
              <a:srgbClr val="012169"/>
            </a:solidFill>
            <a:ln w="6390" cap="flat">
              <a:noFill/>
              <a:prstDash val="solid"/>
              <a:miter/>
            </a:ln>
          </p:spPr>
          <p:txBody>
            <a:bodyPr rtlCol="0" anchor="ctr"/>
            <a:lstStyle/>
            <a:p>
              <a:endParaRPr lang="en-US"/>
            </a:p>
          </p:txBody>
        </p:sp>
        <p:sp>
          <p:nvSpPr>
            <p:cNvPr id="280" name="Graphic 4">
              <a:extLst>
                <a:ext uri="{FF2B5EF4-FFF2-40B4-BE49-F238E27FC236}">
                  <a16:creationId xmlns:a16="http://schemas.microsoft.com/office/drawing/2014/main" id="{1FD2A981-3874-CA43-AC85-679E38CD7F90}"/>
                </a:ext>
              </a:extLst>
            </p:cNvPr>
            <p:cNvSpPr/>
            <p:nvPr/>
          </p:nvSpPr>
          <p:spPr>
            <a:xfrm>
              <a:off x="606405" y="1464648"/>
              <a:ext cx="152719" cy="237484"/>
            </a:xfrm>
            <a:custGeom>
              <a:avLst/>
              <a:gdLst>
                <a:gd name="connsiteX0" fmla="*/ 126521 w 152719"/>
                <a:gd name="connsiteY0" fmla="*/ 74054 h 237484"/>
                <a:gd name="connsiteX1" fmla="*/ 126521 w 152719"/>
                <a:gd name="connsiteY1" fmla="*/ 51710 h 237484"/>
                <a:gd name="connsiteX2" fmla="*/ 120131 w 152719"/>
                <a:gd name="connsiteY2" fmla="*/ 45326 h 237484"/>
                <a:gd name="connsiteX3" fmla="*/ 110546 w 152719"/>
                <a:gd name="connsiteY3" fmla="*/ 45326 h 237484"/>
                <a:gd name="connsiteX4" fmla="*/ 110546 w 152719"/>
                <a:gd name="connsiteY4" fmla="*/ 6384 h 237484"/>
                <a:gd name="connsiteX5" fmla="*/ 104156 w 152719"/>
                <a:gd name="connsiteY5" fmla="*/ 0 h 237484"/>
                <a:gd name="connsiteX6" fmla="*/ 67094 w 152719"/>
                <a:gd name="connsiteY6" fmla="*/ 0 h 237484"/>
                <a:gd name="connsiteX7" fmla="*/ 65177 w 152719"/>
                <a:gd name="connsiteY7" fmla="*/ 638 h 237484"/>
                <a:gd name="connsiteX8" fmla="*/ 63260 w 152719"/>
                <a:gd name="connsiteY8" fmla="*/ 0 h 237484"/>
                <a:gd name="connsiteX9" fmla="*/ 23004 w 152719"/>
                <a:gd name="connsiteY9" fmla="*/ 0 h 237484"/>
                <a:gd name="connsiteX10" fmla="*/ 18531 w 152719"/>
                <a:gd name="connsiteY10" fmla="*/ 1915 h 237484"/>
                <a:gd name="connsiteX11" fmla="*/ 1917 w 152719"/>
                <a:gd name="connsiteY11" fmla="*/ 17875 h 237484"/>
                <a:gd name="connsiteX12" fmla="*/ 1917 w 152719"/>
                <a:gd name="connsiteY12" fmla="*/ 26813 h 237484"/>
                <a:gd name="connsiteX13" fmla="*/ 6390 w 152719"/>
                <a:gd name="connsiteY13" fmla="*/ 28728 h 237484"/>
                <a:gd name="connsiteX14" fmla="*/ 10863 w 152719"/>
                <a:gd name="connsiteY14" fmla="*/ 26813 h 237484"/>
                <a:gd name="connsiteX15" fmla="*/ 25560 w 152719"/>
                <a:gd name="connsiteY15" fmla="*/ 12768 h 237484"/>
                <a:gd name="connsiteX16" fmla="*/ 60065 w 152719"/>
                <a:gd name="connsiteY16" fmla="*/ 12768 h 237484"/>
                <a:gd name="connsiteX17" fmla="*/ 60065 w 152719"/>
                <a:gd name="connsiteY17" fmla="*/ 45326 h 237484"/>
                <a:gd name="connsiteX18" fmla="*/ 51758 w 152719"/>
                <a:gd name="connsiteY18" fmla="*/ 45326 h 237484"/>
                <a:gd name="connsiteX19" fmla="*/ 45369 w 152719"/>
                <a:gd name="connsiteY19" fmla="*/ 51710 h 237484"/>
                <a:gd name="connsiteX20" fmla="*/ 45369 w 152719"/>
                <a:gd name="connsiteY20" fmla="*/ 74693 h 237484"/>
                <a:gd name="connsiteX21" fmla="*/ 19170 w 152719"/>
                <a:gd name="connsiteY21" fmla="*/ 109804 h 237484"/>
                <a:gd name="connsiteX22" fmla="*/ 19170 w 152719"/>
                <a:gd name="connsiteY22" fmla="*/ 201095 h 237484"/>
                <a:gd name="connsiteX23" fmla="*/ 57509 w 152719"/>
                <a:gd name="connsiteY23" fmla="*/ 237484 h 237484"/>
                <a:gd name="connsiteX24" fmla="*/ 118214 w 152719"/>
                <a:gd name="connsiteY24" fmla="*/ 237484 h 237484"/>
                <a:gd name="connsiteX25" fmla="*/ 152720 w 152719"/>
                <a:gd name="connsiteY25" fmla="*/ 203011 h 237484"/>
                <a:gd name="connsiteX26" fmla="*/ 152720 w 152719"/>
                <a:gd name="connsiteY26" fmla="*/ 109804 h 237484"/>
                <a:gd name="connsiteX27" fmla="*/ 126521 w 152719"/>
                <a:gd name="connsiteY27" fmla="*/ 74054 h 237484"/>
                <a:gd name="connsiteX28" fmla="*/ 74123 w 152719"/>
                <a:gd name="connsiteY28" fmla="*/ 12768 h 237484"/>
                <a:gd name="connsiteX29" fmla="*/ 98405 w 152719"/>
                <a:gd name="connsiteY29" fmla="*/ 12768 h 237484"/>
                <a:gd name="connsiteX30" fmla="*/ 98405 w 152719"/>
                <a:gd name="connsiteY30" fmla="*/ 45326 h 237484"/>
                <a:gd name="connsiteX31" fmla="*/ 74123 w 152719"/>
                <a:gd name="connsiteY31" fmla="*/ 45326 h 237484"/>
                <a:gd name="connsiteX32" fmla="*/ 74123 w 152719"/>
                <a:gd name="connsiteY32" fmla="*/ 12768 h 237484"/>
                <a:gd name="connsiteX33" fmla="*/ 113741 w 152719"/>
                <a:gd name="connsiteY33" fmla="*/ 57456 h 237484"/>
                <a:gd name="connsiteX34" fmla="*/ 113741 w 152719"/>
                <a:gd name="connsiteY34" fmla="*/ 71501 h 237484"/>
                <a:gd name="connsiteX35" fmla="*/ 58148 w 152719"/>
                <a:gd name="connsiteY35" fmla="*/ 71501 h 237484"/>
                <a:gd name="connsiteX36" fmla="*/ 58148 w 152719"/>
                <a:gd name="connsiteY36" fmla="*/ 57456 h 237484"/>
                <a:gd name="connsiteX37" fmla="*/ 113741 w 152719"/>
                <a:gd name="connsiteY37" fmla="*/ 57456 h 237484"/>
                <a:gd name="connsiteX38" fmla="*/ 139940 w 152719"/>
                <a:gd name="connsiteY38" fmla="*/ 203011 h 237484"/>
                <a:gd name="connsiteX39" fmla="*/ 118214 w 152719"/>
                <a:gd name="connsiteY39" fmla="*/ 224716 h 237484"/>
                <a:gd name="connsiteX40" fmla="*/ 57509 w 152719"/>
                <a:gd name="connsiteY40" fmla="*/ 224716 h 237484"/>
                <a:gd name="connsiteX41" fmla="*/ 31950 w 152719"/>
                <a:gd name="connsiteY41" fmla="*/ 200457 h 237484"/>
                <a:gd name="connsiteX42" fmla="*/ 31950 w 152719"/>
                <a:gd name="connsiteY42" fmla="*/ 109804 h 237484"/>
                <a:gd name="connsiteX43" fmla="*/ 58787 w 152719"/>
                <a:gd name="connsiteY43" fmla="*/ 84907 h 237484"/>
                <a:gd name="connsiteX44" fmla="*/ 114380 w 152719"/>
                <a:gd name="connsiteY44" fmla="*/ 84907 h 237484"/>
                <a:gd name="connsiteX45" fmla="*/ 140579 w 152719"/>
                <a:gd name="connsiteY45" fmla="*/ 110443 h 237484"/>
                <a:gd name="connsiteX46" fmla="*/ 140579 w 152719"/>
                <a:gd name="connsiteY46" fmla="*/ 203011 h 237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52719" h="237484">
                  <a:moveTo>
                    <a:pt x="126521" y="74054"/>
                  </a:moveTo>
                  <a:lnTo>
                    <a:pt x="126521" y="51710"/>
                  </a:lnTo>
                  <a:cubicBezTo>
                    <a:pt x="126521" y="47880"/>
                    <a:pt x="123965" y="45326"/>
                    <a:pt x="120131" y="45326"/>
                  </a:cubicBezTo>
                  <a:lnTo>
                    <a:pt x="110546" y="45326"/>
                  </a:lnTo>
                  <a:lnTo>
                    <a:pt x="110546" y="6384"/>
                  </a:lnTo>
                  <a:cubicBezTo>
                    <a:pt x="110546" y="2554"/>
                    <a:pt x="107990" y="0"/>
                    <a:pt x="104156" y="0"/>
                  </a:cubicBezTo>
                  <a:lnTo>
                    <a:pt x="67094" y="0"/>
                  </a:lnTo>
                  <a:cubicBezTo>
                    <a:pt x="66455" y="0"/>
                    <a:pt x="65816" y="0"/>
                    <a:pt x="65177" y="638"/>
                  </a:cubicBezTo>
                  <a:cubicBezTo>
                    <a:pt x="64538" y="638"/>
                    <a:pt x="63899" y="0"/>
                    <a:pt x="63260" y="0"/>
                  </a:cubicBezTo>
                  <a:lnTo>
                    <a:pt x="23004" y="0"/>
                  </a:lnTo>
                  <a:cubicBezTo>
                    <a:pt x="21087" y="0"/>
                    <a:pt x="19809" y="638"/>
                    <a:pt x="18531" y="1915"/>
                  </a:cubicBezTo>
                  <a:lnTo>
                    <a:pt x="1917" y="17875"/>
                  </a:lnTo>
                  <a:cubicBezTo>
                    <a:pt x="-639" y="20429"/>
                    <a:pt x="-639" y="24259"/>
                    <a:pt x="1917" y="26813"/>
                  </a:cubicBezTo>
                  <a:cubicBezTo>
                    <a:pt x="3195" y="28089"/>
                    <a:pt x="5112" y="28728"/>
                    <a:pt x="6390" y="28728"/>
                  </a:cubicBezTo>
                  <a:cubicBezTo>
                    <a:pt x="7668" y="28728"/>
                    <a:pt x="9585" y="28089"/>
                    <a:pt x="10863" y="26813"/>
                  </a:cubicBezTo>
                  <a:lnTo>
                    <a:pt x="25560" y="12768"/>
                  </a:lnTo>
                  <a:lnTo>
                    <a:pt x="60065" y="12768"/>
                  </a:lnTo>
                  <a:lnTo>
                    <a:pt x="60065" y="45326"/>
                  </a:lnTo>
                  <a:lnTo>
                    <a:pt x="51758" y="45326"/>
                  </a:lnTo>
                  <a:cubicBezTo>
                    <a:pt x="47925" y="45326"/>
                    <a:pt x="45369" y="47880"/>
                    <a:pt x="45369" y="51710"/>
                  </a:cubicBezTo>
                  <a:lnTo>
                    <a:pt x="45369" y="74693"/>
                  </a:lnTo>
                  <a:cubicBezTo>
                    <a:pt x="32589" y="79161"/>
                    <a:pt x="19170" y="89376"/>
                    <a:pt x="19170" y="109804"/>
                  </a:cubicBezTo>
                  <a:lnTo>
                    <a:pt x="19170" y="201095"/>
                  </a:lnTo>
                  <a:cubicBezTo>
                    <a:pt x="19809" y="213863"/>
                    <a:pt x="28116" y="237484"/>
                    <a:pt x="57509" y="237484"/>
                  </a:cubicBezTo>
                  <a:lnTo>
                    <a:pt x="118214" y="237484"/>
                  </a:lnTo>
                  <a:cubicBezTo>
                    <a:pt x="130355" y="236846"/>
                    <a:pt x="152720" y="229185"/>
                    <a:pt x="152720" y="203011"/>
                  </a:cubicBezTo>
                  <a:lnTo>
                    <a:pt x="152720" y="109804"/>
                  </a:lnTo>
                  <a:cubicBezTo>
                    <a:pt x="152080" y="98952"/>
                    <a:pt x="145691" y="79800"/>
                    <a:pt x="126521" y="74054"/>
                  </a:cubicBezTo>
                  <a:close/>
                  <a:moveTo>
                    <a:pt x="74123" y="12768"/>
                  </a:moveTo>
                  <a:lnTo>
                    <a:pt x="98405" y="12768"/>
                  </a:lnTo>
                  <a:lnTo>
                    <a:pt x="98405" y="45326"/>
                  </a:lnTo>
                  <a:lnTo>
                    <a:pt x="74123" y="45326"/>
                  </a:lnTo>
                  <a:lnTo>
                    <a:pt x="74123" y="12768"/>
                  </a:lnTo>
                  <a:close/>
                  <a:moveTo>
                    <a:pt x="113741" y="57456"/>
                  </a:moveTo>
                  <a:lnTo>
                    <a:pt x="113741" y="71501"/>
                  </a:lnTo>
                  <a:lnTo>
                    <a:pt x="58148" y="71501"/>
                  </a:lnTo>
                  <a:lnTo>
                    <a:pt x="58148" y="57456"/>
                  </a:lnTo>
                  <a:lnTo>
                    <a:pt x="113741" y="57456"/>
                  </a:lnTo>
                  <a:close/>
                  <a:moveTo>
                    <a:pt x="139940" y="203011"/>
                  </a:moveTo>
                  <a:cubicBezTo>
                    <a:pt x="139940" y="223439"/>
                    <a:pt x="120131" y="224716"/>
                    <a:pt x="118214" y="224716"/>
                  </a:cubicBezTo>
                  <a:lnTo>
                    <a:pt x="57509" y="224716"/>
                  </a:lnTo>
                  <a:cubicBezTo>
                    <a:pt x="33867" y="224716"/>
                    <a:pt x="31950" y="203011"/>
                    <a:pt x="31950" y="200457"/>
                  </a:cubicBezTo>
                  <a:lnTo>
                    <a:pt x="31950" y="109804"/>
                  </a:lnTo>
                  <a:cubicBezTo>
                    <a:pt x="31950" y="86822"/>
                    <a:pt x="56231" y="84907"/>
                    <a:pt x="58787" y="84907"/>
                  </a:cubicBezTo>
                  <a:lnTo>
                    <a:pt x="114380" y="84907"/>
                  </a:lnTo>
                  <a:cubicBezTo>
                    <a:pt x="137384" y="84907"/>
                    <a:pt x="139940" y="108528"/>
                    <a:pt x="140579" y="110443"/>
                  </a:cubicBezTo>
                  <a:lnTo>
                    <a:pt x="140579" y="203011"/>
                  </a:lnTo>
                  <a:close/>
                </a:path>
              </a:pathLst>
            </a:custGeom>
            <a:solidFill>
              <a:srgbClr val="012169"/>
            </a:solidFill>
            <a:ln w="6390" cap="flat">
              <a:noFill/>
              <a:prstDash val="solid"/>
              <a:miter/>
            </a:ln>
          </p:spPr>
          <p:txBody>
            <a:bodyPr rtlCol="0" anchor="ctr"/>
            <a:lstStyle/>
            <a:p>
              <a:endParaRPr lang="en-US"/>
            </a:p>
          </p:txBody>
        </p:sp>
      </p:grpSp>
      <p:grpSp>
        <p:nvGrpSpPr>
          <p:cNvPr id="281" name="Graphic 4">
            <a:extLst>
              <a:ext uri="{FF2B5EF4-FFF2-40B4-BE49-F238E27FC236}">
                <a16:creationId xmlns:a16="http://schemas.microsoft.com/office/drawing/2014/main" id="{F40C65E8-9B16-E647-BED7-65166CCE36CF}"/>
              </a:ext>
            </a:extLst>
          </p:cNvPr>
          <p:cNvGrpSpPr/>
          <p:nvPr/>
        </p:nvGrpSpPr>
        <p:grpSpPr>
          <a:xfrm>
            <a:off x="467743" y="3824168"/>
            <a:ext cx="361670" cy="361333"/>
            <a:chOff x="467743" y="3824168"/>
            <a:chExt cx="361670" cy="361333"/>
          </a:xfrm>
          <a:solidFill>
            <a:srgbClr val="012169"/>
          </a:solidFill>
        </p:grpSpPr>
        <p:sp>
          <p:nvSpPr>
            <p:cNvPr id="282" name="Graphic 4">
              <a:extLst>
                <a:ext uri="{FF2B5EF4-FFF2-40B4-BE49-F238E27FC236}">
                  <a16:creationId xmlns:a16="http://schemas.microsoft.com/office/drawing/2014/main" id="{8CACBF4C-5B37-654B-8790-2E761B04828D}"/>
                </a:ext>
              </a:extLst>
            </p:cNvPr>
            <p:cNvSpPr/>
            <p:nvPr/>
          </p:nvSpPr>
          <p:spPr>
            <a:xfrm>
              <a:off x="467743"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257"/>
                    <a:pt x="361670" y="180667"/>
                  </a:cubicBezTo>
                  <a:cubicBezTo>
                    <a:pt x="361670" y="81076"/>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283" name="Graphic 4">
              <a:extLst>
                <a:ext uri="{FF2B5EF4-FFF2-40B4-BE49-F238E27FC236}">
                  <a16:creationId xmlns:a16="http://schemas.microsoft.com/office/drawing/2014/main" id="{F9E5D166-C371-994F-B467-18C2CE5F9ED2}"/>
                </a:ext>
              </a:extLst>
            </p:cNvPr>
            <p:cNvSpPr/>
            <p:nvPr/>
          </p:nvSpPr>
          <p:spPr>
            <a:xfrm>
              <a:off x="708005" y="3918012"/>
              <a:ext cx="52397" cy="52348"/>
            </a:xfrm>
            <a:custGeom>
              <a:avLst/>
              <a:gdLst>
                <a:gd name="connsiteX0" fmla="*/ 26199 w 52397"/>
                <a:gd name="connsiteY0" fmla="*/ 52349 h 52348"/>
                <a:gd name="connsiteX1" fmla="*/ 52397 w 52397"/>
                <a:gd name="connsiteY1" fmla="*/ 26175 h 52348"/>
                <a:gd name="connsiteX2" fmla="*/ 26199 w 52397"/>
                <a:gd name="connsiteY2" fmla="*/ 0 h 52348"/>
                <a:gd name="connsiteX3" fmla="*/ 0 w 52397"/>
                <a:gd name="connsiteY3" fmla="*/ 26175 h 52348"/>
                <a:gd name="connsiteX4" fmla="*/ 26199 w 52397"/>
                <a:gd name="connsiteY4" fmla="*/ 52349 h 52348"/>
                <a:gd name="connsiteX5" fmla="*/ 26199 w 52397"/>
                <a:gd name="connsiteY5" fmla="*/ 12130 h 52348"/>
                <a:gd name="connsiteX6" fmla="*/ 39618 w 52397"/>
                <a:gd name="connsiteY6" fmla="*/ 25536 h 52348"/>
                <a:gd name="connsiteX7" fmla="*/ 26199 w 52397"/>
                <a:gd name="connsiteY7" fmla="*/ 38943 h 52348"/>
                <a:gd name="connsiteX8" fmla="*/ 12780 w 52397"/>
                <a:gd name="connsiteY8" fmla="*/ 25536 h 52348"/>
                <a:gd name="connsiteX9" fmla="*/ 26199 w 52397"/>
                <a:gd name="connsiteY9" fmla="*/ 12130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397" h="52348">
                  <a:moveTo>
                    <a:pt x="26199" y="52349"/>
                  </a:moveTo>
                  <a:cubicBezTo>
                    <a:pt x="40896" y="52349"/>
                    <a:pt x="52397" y="40219"/>
                    <a:pt x="52397" y="26175"/>
                  </a:cubicBezTo>
                  <a:cubicBezTo>
                    <a:pt x="52397" y="12130"/>
                    <a:pt x="40257" y="0"/>
                    <a:pt x="26199" y="0"/>
                  </a:cubicBezTo>
                  <a:cubicBezTo>
                    <a:pt x="12141" y="0"/>
                    <a:pt x="0" y="12130"/>
                    <a:pt x="0" y="26175"/>
                  </a:cubicBezTo>
                  <a:cubicBezTo>
                    <a:pt x="0" y="40219"/>
                    <a:pt x="12141" y="52349"/>
                    <a:pt x="26199" y="52349"/>
                  </a:cubicBezTo>
                  <a:close/>
                  <a:moveTo>
                    <a:pt x="26199" y="12130"/>
                  </a:moveTo>
                  <a:cubicBezTo>
                    <a:pt x="33867" y="12130"/>
                    <a:pt x="39618" y="18514"/>
                    <a:pt x="39618" y="25536"/>
                  </a:cubicBezTo>
                  <a:cubicBezTo>
                    <a:pt x="39618" y="32559"/>
                    <a:pt x="33228" y="38943"/>
                    <a:pt x="26199" y="38943"/>
                  </a:cubicBezTo>
                  <a:cubicBezTo>
                    <a:pt x="18531" y="38943"/>
                    <a:pt x="12780" y="32559"/>
                    <a:pt x="12780" y="25536"/>
                  </a:cubicBezTo>
                  <a:cubicBezTo>
                    <a:pt x="12780" y="18514"/>
                    <a:pt x="19170" y="12130"/>
                    <a:pt x="26199" y="12130"/>
                  </a:cubicBezTo>
                  <a:close/>
                </a:path>
              </a:pathLst>
            </a:custGeom>
            <a:solidFill>
              <a:srgbClr val="012169"/>
            </a:solidFill>
            <a:ln w="6390" cap="flat">
              <a:noFill/>
              <a:prstDash val="solid"/>
              <a:miter/>
            </a:ln>
          </p:spPr>
          <p:txBody>
            <a:bodyPr rtlCol="0" anchor="ctr"/>
            <a:lstStyle/>
            <a:p>
              <a:endParaRPr lang="en-US"/>
            </a:p>
          </p:txBody>
        </p:sp>
        <p:sp>
          <p:nvSpPr>
            <p:cNvPr id="440" name="Graphic 4">
              <a:extLst>
                <a:ext uri="{FF2B5EF4-FFF2-40B4-BE49-F238E27FC236}">
                  <a16:creationId xmlns:a16="http://schemas.microsoft.com/office/drawing/2014/main" id="{66259CDF-0186-664F-99D9-0D60E32AF51C}"/>
                </a:ext>
              </a:extLst>
            </p:cNvPr>
            <p:cNvSpPr/>
            <p:nvPr/>
          </p:nvSpPr>
          <p:spPr>
            <a:xfrm>
              <a:off x="732925" y="3968446"/>
              <a:ext cx="43451" cy="43411"/>
            </a:xfrm>
            <a:custGeom>
              <a:avLst/>
              <a:gdLst>
                <a:gd name="connsiteX0" fmla="*/ 21726 w 43451"/>
                <a:gd name="connsiteY0" fmla="*/ 0 h 43411"/>
                <a:gd name="connsiteX1" fmla="*/ 0 w 43451"/>
                <a:gd name="connsiteY1" fmla="*/ 21706 h 43411"/>
                <a:gd name="connsiteX2" fmla="*/ 21726 w 43451"/>
                <a:gd name="connsiteY2" fmla="*/ 43411 h 43411"/>
                <a:gd name="connsiteX3" fmla="*/ 43452 w 43451"/>
                <a:gd name="connsiteY3" fmla="*/ 21706 h 43411"/>
                <a:gd name="connsiteX4" fmla="*/ 21726 w 43451"/>
                <a:gd name="connsiteY4" fmla="*/ 0 h 43411"/>
                <a:gd name="connsiteX5" fmla="*/ 21726 w 43451"/>
                <a:gd name="connsiteY5" fmla="*/ 30643 h 43411"/>
                <a:gd name="connsiteX6" fmla="*/ 12780 w 43451"/>
                <a:gd name="connsiteY6" fmla="*/ 21706 h 43411"/>
                <a:gd name="connsiteX7" fmla="*/ 21726 w 43451"/>
                <a:gd name="connsiteY7" fmla="*/ 12768 h 43411"/>
                <a:gd name="connsiteX8" fmla="*/ 30672 w 43451"/>
                <a:gd name="connsiteY8" fmla="*/ 21706 h 43411"/>
                <a:gd name="connsiteX9" fmla="*/ 21726 w 43451"/>
                <a:gd name="connsiteY9" fmla="*/ 30643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451" h="43411">
                  <a:moveTo>
                    <a:pt x="21726" y="0"/>
                  </a:moveTo>
                  <a:cubicBezTo>
                    <a:pt x="9585" y="0"/>
                    <a:pt x="0" y="9576"/>
                    <a:pt x="0" y="21706"/>
                  </a:cubicBezTo>
                  <a:cubicBezTo>
                    <a:pt x="0" y="33835"/>
                    <a:pt x="9585" y="43411"/>
                    <a:pt x="21726" y="43411"/>
                  </a:cubicBezTo>
                  <a:cubicBezTo>
                    <a:pt x="33867" y="43411"/>
                    <a:pt x="43452" y="33835"/>
                    <a:pt x="43452" y="21706"/>
                  </a:cubicBezTo>
                  <a:cubicBezTo>
                    <a:pt x="43452" y="9576"/>
                    <a:pt x="33867" y="0"/>
                    <a:pt x="21726" y="0"/>
                  </a:cubicBezTo>
                  <a:close/>
                  <a:moveTo>
                    <a:pt x="21726" y="30643"/>
                  </a:moveTo>
                  <a:cubicBezTo>
                    <a:pt x="16614" y="30643"/>
                    <a:pt x="12780" y="26813"/>
                    <a:pt x="12780" y="21706"/>
                  </a:cubicBezTo>
                  <a:cubicBezTo>
                    <a:pt x="12780" y="16598"/>
                    <a:pt x="16614" y="12768"/>
                    <a:pt x="21726" y="12768"/>
                  </a:cubicBezTo>
                  <a:cubicBezTo>
                    <a:pt x="26838" y="12768"/>
                    <a:pt x="30672" y="16598"/>
                    <a:pt x="30672" y="21706"/>
                  </a:cubicBezTo>
                  <a:cubicBezTo>
                    <a:pt x="30672" y="26813"/>
                    <a:pt x="26838" y="30643"/>
                    <a:pt x="21726" y="30643"/>
                  </a:cubicBezTo>
                  <a:close/>
                </a:path>
              </a:pathLst>
            </a:custGeom>
            <a:solidFill>
              <a:srgbClr val="012169"/>
            </a:solidFill>
            <a:ln w="6390" cap="flat">
              <a:noFill/>
              <a:prstDash val="solid"/>
              <a:miter/>
            </a:ln>
          </p:spPr>
          <p:txBody>
            <a:bodyPr rtlCol="0" anchor="ctr"/>
            <a:lstStyle/>
            <a:p>
              <a:endParaRPr lang="en-US"/>
            </a:p>
          </p:txBody>
        </p:sp>
        <p:sp>
          <p:nvSpPr>
            <p:cNvPr id="441" name="Graphic 4">
              <a:extLst>
                <a:ext uri="{FF2B5EF4-FFF2-40B4-BE49-F238E27FC236}">
                  <a16:creationId xmlns:a16="http://schemas.microsoft.com/office/drawing/2014/main" id="{4DDCB87F-6355-ED48-85ED-AB4889A6D9CC}"/>
                </a:ext>
              </a:extLst>
            </p:cNvPr>
            <p:cNvSpPr/>
            <p:nvPr/>
          </p:nvSpPr>
          <p:spPr>
            <a:xfrm>
              <a:off x="532920" y="3882900"/>
              <a:ext cx="227481" cy="244506"/>
            </a:xfrm>
            <a:custGeom>
              <a:avLst/>
              <a:gdLst>
                <a:gd name="connsiteX0" fmla="*/ 190420 w 227481"/>
                <a:gd name="connsiteY0" fmla="*/ 121296 h 244506"/>
                <a:gd name="connsiteX1" fmla="*/ 160387 w 227481"/>
                <a:gd name="connsiteY1" fmla="*/ 99590 h 244506"/>
                <a:gd name="connsiteX2" fmla="*/ 160387 w 227481"/>
                <a:gd name="connsiteY2" fmla="*/ 81715 h 244506"/>
                <a:gd name="connsiteX3" fmla="*/ 164860 w 227481"/>
                <a:gd name="connsiteY3" fmla="*/ 81715 h 244506"/>
                <a:gd name="connsiteX4" fmla="*/ 172528 w 227481"/>
                <a:gd name="connsiteY4" fmla="*/ 74054 h 244506"/>
                <a:gd name="connsiteX5" fmla="*/ 172528 w 227481"/>
                <a:gd name="connsiteY5" fmla="*/ 59371 h 244506"/>
                <a:gd name="connsiteX6" fmla="*/ 164860 w 227481"/>
                <a:gd name="connsiteY6" fmla="*/ 51710 h 244506"/>
                <a:gd name="connsiteX7" fmla="*/ 159748 w 227481"/>
                <a:gd name="connsiteY7" fmla="*/ 51710 h 244506"/>
                <a:gd name="connsiteX8" fmla="*/ 159748 w 227481"/>
                <a:gd name="connsiteY8" fmla="*/ 40219 h 244506"/>
                <a:gd name="connsiteX9" fmla="*/ 152720 w 227481"/>
                <a:gd name="connsiteY9" fmla="*/ 22344 h 244506"/>
                <a:gd name="connsiteX10" fmla="*/ 131633 w 227481"/>
                <a:gd name="connsiteY10" fmla="*/ 14683 h 244506"/>
                <a:gd name="connsiteX11" fmla="*/ 104795 w 227481"/>
                <a:gd name="connsiteY11" fmla="*/ 14683 h 244506"/>
                <a:gd name="connsiteX12" fmla="*/ 104795 w 227481"/>
                <a:gd name="connsiteY12" fmla="*/ 12768 h 244506"/>
                <a:gd name="connsiteX13" fmla="*/ 121409 w 227481"/>
                <a:gd name="connsiteY13" fmla="*/ 12768 h 244506"/>
                <a:gd name="connsiteX14" fmla="*/ 127799 w 227481"/>
                <a:gd name="connsiteY14" fmla="*/ 6384 h 244506"/>
                <a:gd name="connsiteX15" fmla="*/ 121409 w 227481"/>
                <a:gd name="connsiteY15" fmla="*/ 0 h 244506"/>
                <a:gd name="connsiteX16" fmla="*/ 75401 w 227481"/>
                <a:gd name="connsiteY16" fmla="*/ 0 h 244506"/>
                <a:gd name="connsiteX17" fmla="*/ 69011 w 227481"/>
                <a:gd name="connsiteY17" fmla="*/ 6384 h 244506"/>
                <a:gd name="connsiteX18" fmla="*/ 75401 w 227481"/>
                <a:gd name="connsiteY18" fmla="*/ 12768 h 244506"/>
                <a:gd name="connsiteX19" fmla="*/ 92654 w 227481"/>
                <a:gd name="connsiteY19" fmla="*/ 12768 h 244506"/>
                <a:gd name="connsiteX20" fmla="*/ 92654 w 227481"/>
                <a:gd name="connsiteY20" fmla="*/ 14683 h 244506"/>
                <a:gd name="connsiteX21" fmla="*/ 24282 w 227481"/>
                <a:gd name="connsiteY21" fmla="*/ 14683 h 244506"/>
                <a:gd name="connsiteX22" fmla="*/ 17892 w 227481"/>
                <a:gd name="connsiteY22" fmla="*/ 21067 h 244506"/>
                <a:gd name="connsiteX23" fmla="*/ 24282 w 227481"/>
                <a:gd name="connsiteY23" fmla="*/ 27451 h 244506"/>
                <a:gd name="connsiteX24" fmla="*/ 132272 w 227481"/>
                <a:gd name="connsiteY24" fmla="*/ 27451 h 244506"/>
                <a:gd name="connsiteX25" fmla="*/ 144413 w 227481"/>
                <a:gd name="connsiteY25" fmla="*/ 31920 h 244506"/>
                <a:gd name="connsiteX26" fmla="*/ 147608 w 227481"/>
                <a:gd name="connsiteY26" fmla="*/ 40858 h 244506"/>
                <a:gd name="connsiteX27" fmla="*/ 147608 w 227481"/>
                <a:gd name="connsiteY27" fmla="*/ 52349 h 244506"/>
                <a:gd name="connsiteX28" fmla="*/ 137384 w 227481"/>
                <a:gd name="connsiteY28" fmla="*/ 52349 h 244506"/>
                <a:gd name="connsiteX29" fmla="*/ 137384 w 227481"/>
                <a:gd name="connsiteY29" fmla="*/ 44050 h 244506"/>
                <a:gd name="connsiteX30" fmla="*/ 130994 w 227481"/>
                <a:gd name="connsiteY30" fmla="*/ 37666 h 244506"/>
                <a:gd name="connsiteX31" fmla="*/ 24921 w 227481"/>
                <a:gd name="connsiteY31" fmla="*/ 37666 h 244506"/>
                <a:gd name="connsiteX32" fmla="*/ 18531 w 227481"/>
                <a:gd name="connsiteY32" fmla="*/ 44050 h 244506"/>
                <a:gd name="connsiteX33" fmla="*/ 24921 w 227481"/>
                <a:gd name="connsiteY33" fmla="*/ 50434 h 244506"/>
                <a:gd name="connsiteX34" fmla="*/ 124604 w 227481"/>
                <a:gd name="connsiteY34" fmla="*/ 50434 h 244506"/>
                <a:gd name="connsiteX35" fmla="*/ 124604 w 227481"/>
                <a:gd name="connsiteY35" fmla="*/ 52349 h 244506"/>
                <a:gd name="connsiteX36" fmla="*/ 118853 w 227481"/>
                <a:gd name="connsiteY36" fmla="*/ 52349 h 244506"/>
                <a:gd name="connsiteX37" fmla="*/ 111185 w 227481"/>
                <a:gd name="connsiteY37" fmla="*/ 60010 h 244506"/>
                <a:gd name="connsiteX38" fmla="*/ 111185 w 227481"/>
                <a:gd name="connsiteY38" fmla="*/ 74693 h 244506"/>
                <a:gd name="connsiteX39" fmla="*/ 118853 w 227481"/>
                <a:gd name="connsiteY39" fmla="*/ 82354 h 244506"/>
                <a:gd name="connsiteX40" fmla="*/ 128438 w 227481"/>
                <a:gd name="connsiteY40" fmla="*/ 82354 h 244506"/>
                <a:gd name="connsiteX41" fmla="*/ 128438 w 227481"/>
                <a:gd name="connsiteY41" fmla="*/ 109805 h 244506"/>
                <a:gd name="connsiteX42" fmla="*/ 118853 w 227481"/>
                <a:gd name="connsiteY42" fmla="*/ 123849 h 244506"/>
                <a:gd name="connsiteX43" fmla="*/ 118853 w 227481"/>
                <a:gd name="connsiteY43" fmla="*/ 124488 h 244506"/>
                <a:gd name="connsiteX44" fmla="*/ 92015 w 227481"/>
                <a:gd name="connsiteY44" fmla="*/ 124488 h 244506"/>
                <a:gd name="connsiteX45" fmla="*/ 112463 w 227481"/>
                <a:gd name="connsiteY45" fmla="*/ 99590 h 244506"/>
                <a:gd name="connsiteX46" fmla="*/ 103517 w 227481"/>
                <a:gd name="connsiteY46" fmla="*/ 84269 h 244506"/>
                <a:gd name="connsiteX47" fmla="*/ 98405 w 227481"/>
                <a:gd name="connsiteY47" fmla="*/ 83630 h 244506"/>
                <a:gd name="connsiteX48" fmla="*/ 58148 w 227481"/>
                <a:gd name="connsiteY48" fmla="*/ 97675 h 244506"/>
                <a:gd name="connsiteX49" fmla="*/ 56870 w 227481"/>
                <a:gd name="connsiteY49" fmla="*/ 98313 h 244506"/>
                <a:gd name="connsiteX50" fmla="*/ 30672 w 227481"/>
                <a:gd name="connsiteY50" fmla="*/ 118742 h 244506"/>
                <a:gd name="connsiteX51" fmla="*/ 24282 w 227481"/>
                <a:gd name="connsiteY51" fmla="*/ 122573 h 244506"/>
                <a:gd name="connsiteX52" fmla="*/ 6390 w 227481"/>
                <a:gd name="connsiteY52" fmla="*/ 125126 h 244506"/>
                <a:gd name="connsiteX53" fmla="*/ 639 w 227481"/>
                <a:gd name="connsiteY53" fmla="*/ 132149 h 244506"/>
                <a:gd name="connsiteX54" fmla="*/ 7668 w 227481"/>
                <a:gd name="connsiteY54" fmla="*/ 137894 h 244506"/>
                <a:gd name="connsiteX55" fmla="*/ 26199 w 227481"/>
                <a:gd name="connsiteY55" fmla="*/ 135341 h 244506"/>
                <a:gd name="connsiteX56" fmla="*/ 27477 w 227481"/>
                <a:gd name="connsiteY56" fmla="*/ 134702 h 244506"/>
                <a:gd name="connsiteX57" fmla="*/ 40896 w 227481"/>
                <a:gd name="connsiteY57" fmla="*/ 125126 h 244506"/>
                <a:gd name="connsiteX58" fmla="*/ 61982 w 227481"/>
                <a:gd name="connsiteY58" fmla="*/ 109805 h 244506"/>
                <a:gd name="connsiteX59" fmla="*/ 98405 w 227481"/>
                <a:gd name="connsiteY59" fmla="*/ 97037 h 244506"/>
                <a:gd name="connsiteX60" fmla="*/ 99044 w 227481"/>
                <a:gd name="connsiteY60" fmla="*/ 98952 h 244506"/>
                <a:gd name="connsiteX61" fmla="*/ 75401 w 227481"/>
                <a:gd name="connsiteY61" fmla="*/ 118104 h 244506"/>
                <a:gd name="connsiteX62" fmla="*/ 71567 w 227481"/>
                <a:gd name="connsiteY62" fmla="*/ 123211 h 244506"/>
                <a:gd name="connsiteX63" fmla="*/ 74123 w 227481"/>
                <a:gd name="connsiteY63" fmla="*/ 128957 h 244506"/>
                <a:gd name="connsiteX64" fmla="*/ 83708 w 227481"/>
                <a:gd name="connsiteY64" fmla="*/ 135341 h 244506"/>
                <a:gd name="connsiteX65" fmla="*/ 87542 w 227481"/>
                <a:gd name="connsiteY65" fmla="*/ 136617 h 244506"/>
                <a:gd name="connsiteX66" fmla="*/ 87542 w 227481"/>
                <a:gd name="connsiteY66" fmla="*/ 136617 h 244506"/>
                <a:gd name="connsiteX67" fmla="*/ 153358 w 227481"/>
                <a:gd name="connsiteY67" fmla="*/ 135979 h 244506"/>
                <a:gd name="connsiteX68" fmla="*/ 153997 w 227481"/>
                <a:gd name="connsiteY68" fmla="*/ 135979 h 244506"/>
                <a:gd name="connsiteX69" fmla="*/ 156553 w 227481"/>
                <a:gd name="connsiteY69" fmla="*/ 136617 h 244506"/>
                <a:gd name="connsiteX70" fmla="*/ 158470 w 227481"/>
                <a:gd name="connsiteY70" fmla="*/ 143001 h 244506"/>
                <a:gd name="connsiteX71" fmla="*/ 108629 w 227481"/>
                <a:gd name="connsiteY71" fmla="*/ 143001 h 244506"/>
                <a:gd name="connsiteX72" fmla="*/ 102239 w 227481"/>
                <a:gd name="connsiteY72" fmla="*/ 149385 h 244506"/>
                <a:gd name="connsiteX73" fmla="*/ 108629 w 227481"/>
                <a:gd name="connsiteY73" fmla="*/ 155769 h 244506"/>
                <a:gd name="connsiteX74" fmla="*/ 168055 w 227481"/>
                <a:gd name="connsiteY74" fmla="*/ 155769 h 244506"/>
                <a:gd name="connsiteX75" fmla="*/ 168055 w 227481"/>
                <a:gd name="connsiteY75" fmla="*/ 155769 h 244506"/>
                <a:gd name="connsiteX76" fmla="*/ 172528 w 227481"/>
                <a:gd name="connsiteY76" fmla="*/ 157046 h 244506"/>
                <a:gd name="connsiteX77" fmla="*/ 173806 w 227481"/>
                <a:gd name="connsiteY77" fmla="*/ 160238 h 244506"/>
                <a:gd name="connsiteX78" fmla="*/ 173167 w 227481"/>
                <a:gd name="connsiteY78" fmla="*/ 162792 h 244506"/>
                <a:gd name="connsiteX79" fmla="*/ 168694 w 227481"/>
                <a:gd name="connsiteY79" fmla="*/ 164068 h 244506"/>
                <a:gd name="connsiteX80" fmla="*/ 168055 w 227481"/>
                <a:gd name="connsiteY80" fmla="*/ 164068 h 244506"/>
                <a:gd name="connsiteX81" fmla="*/ 109268 w 227481"/>
                <a:gd name="connsiteY81" fmla="*/ 164068 h 244506"/>
                <a:gd name="connsiteX82" fmla="*/ 102878 w 227481"/>
                <a:gd name="connsiteY82" fmla="*/ 170452 h 244506"/>
                <a:gd name="connsiteX83" fmla="*/ 109268 w 227481"/>
                <a:gd name="connsiteY83" fmla="*/ 176836 h 244506"/>
                <a:gd name="connsiteX84" fmla="*/ 158470 w 227481"/>
                <a:gd name="connsiteY84" fmla="*/ 176836 h 244506"/>
                <a:gd name="connsiteX85" fmla="*/ 157192 w 227481"/>
                <a:gd name="connsiteY85" fmla="*/ 183220 h 244506"/>
                <a:gd name="connsiteX86" fmla="*/ 152080 w 227481"/>
                <a:gd name="connsiteY86" fmla="*/ 185135 h 244506"/>
                <a:gd name="connsiteX87" fmla="*/ 151441 w 227481"/>
                <a:gd name="connsiteY87" fmla="*/ 185135 h 244506"/>
                <a:gd name="connsiteX88" fmla="*/ 103517 w 227481"/>
                <a:gd name="connsiteY88" fmla="*/ 185135 h 244506"/>
                <a:gd name="connsiteX89" fmla="*/ 97127 w 227481"/>
                <a:gd name="connsiteY89" fmla="*/ 191519 h 244506"/>
                <a:gd name="connsiteX90" fmla="*/ 103517 w 227481"/>
                <a:gd name="connsiteY90" fmla="*/ 197903 h 244506"/>
                <a:gd name="connsiteX91" fmla="*/ 139301 w 227481"/>
                <a:gd name="connsiteY91" fmla="*/ 197903 h 244506"/>
                <a:gd name="connsiteX92" fmla="*/ 137384 w 227481"/>
                <a:gd name="connsiteY92" fmla="*/ 203649 h 244506"/>
                <a:gd name="connsiteX93" fmla="*/ 131633 w 227481"/>
                <a:gd name="connsiteY93" fmla="*/ 205564 h 244506"/>
                <a:gd name="connsiteX94" fmla="*/ 130994 w 227481"/>
                <a:gd name="connsiteY94" fmla="*/ 205564 h 244506"/>
                <a:gd name="connsiteX95" fmla="*/ 51119 w 227481"/>
                <a:gd name="connsiteY95" fmla="*/ 205564 h 244506"/>
                <a:gd name="connsiteX96" fmla="*/ 32589 w 227481"/>
                <a:gd name="connsiteY96" fmla="*/ 196627 h 244506"/>
                <a:gd name="connsiteX97" fmla="*/ 29394 w 227481"/>
                <a:gd name="connsiteY97" fmla="*/ 195988 h 244506"/>
                <a:gd name="connsiteX98" fmla="*/ 6390 w 227481"/>
                <a:gd name="connsiteY98" fmla="*/ 195988 h 244506"/>
                <a:gd name="connsiteX99" fmla="*/ 0 w 227481"/>
                <a:gd name="connsiteY99" fmla="*/ 202372 h 244506"/>
                <a:gd name="connsiteX100" fmla="*/ 6390 w 227481"/>
                <a:gd name="connsiteY100" fmla="*/ 208756 h 244506"/>
                <a:gd name="connsiteX101" fmla="*/ 6390 w 227481"/>
                <a:gd name="connsiteY101" fmla="*/ 208756 h 244506"/>
                <a:gd name="connsiteX102" fmla="*/ 28116 w 227481"/>
                <a:gd name="connsiteY102" fmla="*/ 208756 h 244506"/>
                <a:gd name="connsiteX103" fmla="*/ 46647 w 227481"/>
                <a:gd name="connsiteY103" fmla="*/ 217694 h 244506"/>
                <a:gd name="connsiteX104" fmla="*/ 49202 w 227481"/>
                <a:gd name="connsiteY104" fmla="*/ 218332 h 244506"/>
                <a:gd name="connsiteX105" fmla="*/ 128438 w 227481"/>
                <a:gd name="connsiteY105" fmla="*/ 218332 h 244506"/>
                <a:gd name="connsiteX106" fmla="*/ 151441 w 227481"/>
                <a:gd name="connsiteY106" fmla="*/ 241953 h 244506"/>
                <a:gd name="connsiteX107" fmla="*/ 164860 w 227481"/>
                <a:gd name="connsiteY107" fmla="*/ 244507 h 244506"/>
                <a:gd name="connsiteX108" fmla="*/ 184030 w 227481"/>
                <a:gd name="connsiteY108" fmla="*/ 240038 h 244506"/>
                <a:gd name="connsiteX109" fmla="*/ 203839 w 227481"/>
                <a:gd name="connsiteY109" fmla="*/ 197265 h 244506"/>
                <a:gd name="connsiteX110" fmla="*/ 227482 w 227481"/>
                <a:gd name="connsiteY110" fmla="*/ 162792 h 244506"/>
                <a:gd name="connsiteX111" fmla="*/ 215980 w 227481"/>
                <a:gd name="connsiteY111" fmla="*/ 132787 h 244506"/>
                <a:gd name="connsiteX112" fmla="*/ 190420 w 227481"/>
                <a:gd name="connsiteY112" fmla="*/ 121296 h 244506"/>
                <a:gd name="connsiteX113" fmla="*/ 124604 w 227481"/>
                <a:gd name="connsiteY113" fmla="*/ 64478 h 244506"/>
                <a:gd name="connsiteX114" fmla="*/ 159748 w 227481"/>
                <a:gd name="connsiteY114" fmla="*/ 64478 h 244506"/>
                <a:gd name="connsiteX115" fmla="*/ 159748 w 227481"/>
                <a:gd name="connsiteY115" fmla="*/ 68309 h 244506"/>
                <a:gd name="connsiteX116" fmla="*/ 124604 w 227481"/>
                <a:gd name="connsiteY116" fmla="*/ 68309 h 244506"/>
                <a:gd name="connsiteX117" fmla="*/ 124604 w 227481"/>
                <a:gd name="connsiteY117" fmla="*/ 64478 h 244506"/>
                <a:gd name="connsiteX118" fmla="*/ 141218 w 227481"/>
                <a:gd name="connsiteY118" fmla="*/ 81715 h 244506"/>
                <a:gd name="connsiteX119" fmla="*/ 147608 w 227481"/>
                <a:gd name="connsiteY119" fmla="*/ 81715 h 244506"/>
                <a:gd name="connsiteX120" fmla="*/ 147608 w 227481"/>
                <a:gd name="connsiteY120" fmla="*/ 100229 h 244506"/>
                <a:gd name="connsiteX121" fmla="*/ 141218 w 227481"/>
                <a:gd name="connsiteY121" fmla="*/ 101505 h 244506"/>
                <a:gd name="connsiteX122" fmla="*/ 141218 w 227481"/>
                <a:gd name="connsiteY122" fmla="*/ 81715 h 244506"/>
                <a:gd name="connsiteX123" fmla="*/ 194893 w 227481"/>
                <a:gd name="connsiteY123" fmla="*/ 186412 h 244506"/>
                <a:gd name="connsiteX124" fmla="*/ 191059 w 227481"/>
                <a:gd name="connsiteY124" fmla="*/ 189604 h 244506"/>
                <a:gd name="connsiteX125" fmla="*/ 190420 w 227481"/>
                <a:gd name="connsiteY125" fmla="*/ 194711 h 244506"/>
                <a:gd name="connsiteX126" fmla="*/ 178918 w 227481"/>
                <a:gd name="connsiteY126" fmla="*/ 227908 h 244506"/>
                <a:gd name="connsiteX127" fmla="*/ 156553 w 227481"/>
                <a:gd name="connsiteY127" fmla="*/ 229823 h 244506"/>
                <a:gd name="connsiteX128" fmla="*/ 142496 w 227481"/>
                <a:gd name="connsiteY128" fmla="*/ 215779 h 244506"/>
                <a:gd name="connsiteX129" fmla="*/ 146969 w 227481"/>
                <a:gd name="connsiteY129" fmla="*/ 212587 h 244506"/>
                <a:gd name="connsiteX130" fmla="*/ 152720 w 227481"/>
                <a:gd name="connsiteY130" fmla="*/ 197903 h 244506"/>
                <a:gd name="connsiteX131" fmla="*/ 153358 w 227481"/>
                <a:gd name="connsiteY131" fmla="*/ 197903 h 244506"/>
                <a:gd name="connsiteX132" fmla="*/ 167416 w 227481"/>
                <a:gd name="connsiteY132" fmla="*/ 192796 h 244506"/>
                <a:gd name="connsiteX133" fmla="*/ 172528 w 227481"/>
                <a:gd name="connsiteY133" fmla="*/ 177475 h 244506"/>
                <a:gd name="connsiteX134" fmla="*/ 182752 w 227481"/>
                <a:gd name="connsiteY134" fmla="*/ 173644 h 244506"/>
                <a:gd name="connsiteX135" fmla="*/ 187864 w 227481"/>
                <a:gd name="connsiteY135" fmla="*/ 161515 h 244506"/>
                <a:gd name="connsiteX136" fmla="*/ 182752 w 227481"/>
                <a:gd name="connsiteY136" fmla="*/ 149385 h 244506"/>
                <a:gd name="connsiteX137" fmla="*/ 172528 w 227481"/>
                <a:gd name="connsiteY137" fmla="*/ 144278 h 244506"/>
                <a:gd name="connsiteX138" fmla="*/ 166138 w 227481"/>
                <a:gd name="connsiteY138" fmla="*/ 128318 h 244506"/>
                <a:gd name="connsiteX139" fmla="*/ 153997 w 227481"/>
                <a:gd name="connsiteY139" fmla="*/ 124488 h 244506"/>
                <a:gd name="connsiteX140" fmla="*/ 132911 w 227481"/>
                <a:gd name="connsiteY140" fmla="*/ 124488 h 244506"/>
                <a:gd name="connsiteX141" fmla="*/ 154636 w 227481"/>
                <a:gd name="connsiteY141" fmla="*/ 112997 h 244506"/>
                <a:gd name="connsiteX142" fmla="*/ 180196 w 227481"/>
                <a:gd name="connsiteY142" fmla="*/ 130872 h 244506"/>
                <a:gd name="connsiteX143" fmla="*/ 186586 w 227481"/>
                <a:gd name="connsiteY143" fmla="*/ 135341 h 244506"/>
                <a:gd name="connsiteX144" fmla="*/ 207673 w 227481"/>
                <a:gd name="connsiteY144" fmla="*/ 142363 h 244506"/>
                <a:gd name="connsiteX145" fmla="*/ 215341 w 227481"/>
                <a:gd name="connsiteY145" fmla="*/ 163430 h 244506"/>
                <a:gd name="connsiteX146" fmla="*/ 194893 w 227481"/>
                <a:gd name="connsiteY146" fmla="*/ 186412 h 244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227481" h="244506">
                  <a:moveTo>
                    <a:pt x="190420" y="121296"/>
                  </a:moveTo>
                  <a:cubicBezTo>
                    <a:pt x="185947" y="112997"/>
                    <a:pt x="176362" y="101505"/>
                    <a:pt x="160387" y="99590"/>
                  </a:cubicBezTo>
                  <a:lnTo>
                    <a:pt x="160387" y="81715"/>
                  </a:lnTo>
                  <a:lnTo>
                    <a:pt x="164860" y="81715"/>
                  </a:lnTo>
                  <a:cubicBezTo>
                    <a:pt x="168694" y="81715"/>
                    <a:pt x="172528" y="78523"/>
                    <a:pt x="172528" y="74054"/>
                  </a:cubicBezTo>
                  <a:lnTo>
                    <a:pt x="172528" y="59371"/>
                  </a:lnTo>
                  <a:cubicBezTo>
                    <a:pt x="172528" y="55541"/>
                    <a:pt x="169333" y="51710"/>
                    <a:pt x="164860" y="51710"/>
                  </a:cubicBezTo>
                  <a:lnTo>
                    <a:pt x="159748" y="51710"/>
                  </a:lnTo>
                  <a:lnTo>
                    <a:pt x="159748" y="40219"/>
                  </a:lnTo>
                  <a:cubicBezTo>
                    <a:pt x="159748" y="33197"/>
                    <a:pt x="157192" y="26813"/>
                    <a:pt x="152720" y="22344"/>
                  </a:cubicBezTo>
                  <a:cubicBezTo>
                    <a:pt x="144413" y="14683"/>
                    <a:pt x="132911" y="14683"/>
                    <a:pt x="131633" y="14683"/>
                  </a:cubicBezTo>
                  <a:lnTo>
                    <a:pt x="104795" y="14683"/>
                  </a:lnTo>
                  <a:lnTo>
                    <a:pt x="104795" y="12768"/>
                  </a:lnTo>
                  <a:lnTo>
                    <a:pt x="121409" y="12768"/>
                  </a:lnTo>
                  <a:cubicBezTo>
                    <a:pt x="125243" y="12768"/>
                    <a:pt x="127799" y="10215"/>
                    <a:pt x="127799" y="6384"/>
                  </a:cubicBezTo>
                  <a:cubicBezTo>
                    <a:pt x="127799" y="2554"/>
                    <a:pt x="125243" y="0"/>
                    <a:pt x="121409" y="0"/>
                  </a:cubicBezTo>
                  <a:lnTo>
                    <a:pt x="75401" y="0"/>
                  </a:lnTo>
                  <a:cubicBezTo>
                    <a:pt x="71567" y="0"/>
                    <a:pt x="69011" y="2554"/>
                    <a:pt x="69011" y="6384"/>
                  </a:cubicBezTo>
                  <a:cubicBezTo>
                    <a:pt x="69011" y="10215"/>
                    <a:pt x="71567" y="12768"/>
                    <a:pt x="75401" y="12768"/>
                  </a:cubicBezTo>
                  <a:lnTo>
                    <a:pt x="92654" y="12768"/>
                  </a:lnTo>
                  <a:lnTo>
                    <a:pt x="92654" y="14683"/>
                  </a:lnTo>
                  <a:lnTo>
                    <a:pt x="24282" y="14683"/>
                  </a:lnTo>
                  <a:cubicBezTo>
                    <a:pt x="20448" y="14683"/>
                    <a:pt x="17892" y="17237"/>
                    <a:pt x="17892" y="21067"/>
                  </a:cubicBezTo>
                  <a:cubicBezTo>
                    <a:pt x="17892" y="24898"/>
                    <a:pt x="20448" y="27451"/>
                    <a:pt x="24282" y="27451"/>
                  </a:cubicBezTo>
                  <a:lnTo>
                    <a:pt x="132272" y="27451"/>
                  </a:lnTo>
                  <a:cubicBezTo>
                    <a:pt x="134189" y="27451"/>
                    <a:pt x="140579" y="28090"/>
                    <a:pt x="144413" y="31920"/>
                  </a:cubicBezTo>
                  <a:cubicBezTo>
                    <a:pt x="146330" y="33835"/>
                    <a:pt x="147608" y="37027"/>
                    <a:pt x="147608" y="40858"/>
                  </a:cubicBezTo>
                  <a:lnTo>
                    <a:pt x="147608" y="52349"/>
                  </a:lnTo>
                  <a:lnTo>
                    <a:pt x="137384" y="52349"/>
                  </a:lnTo>
                  <a:lnTo>
                    <a:pt x="137384" y="44050"/>
                  </a:lnTo>
                  <a:cubicBezTo>
                    <a:pt x="137384" y="40219"/>
                    <a:pt x="134828" y="37666"/>
                    <a:pt x="130994" y="37666"/>
                  </a:cubicBezTo>
                  <a:lnTo>
                    <a:pt x="24921" y="37666"/>
                  </a:lnTo>
                  <a:cubicBezTo>
                    <a:pt x="21087" y="37666"/>
                    <a:pt x="18531" y="40219"/>
                    <a:pt x="18531" y="44050"/>
                  </a:cubicBezTo>
                  <a:cubicBezTo>
                    <a:pt x="18531" y="47880"/>
                    <a:pt x="21087" y="50434"/>
                    <a:pt x="24921" y="50434"/>
                  </a:cubicBezTo>
                  <a:lnTo>
                    <a:pt x="124604" y="50434"/>
                  </a:lnTo>
                  <a:lnTo>
                    <a:pt x="124604" y="52349"/>
                  </a:lnTo>
                  <a:lnTo>
                    <a:pt x="118853" y="52349"/>
                  </a:lnTo>
                  <a:cubicBezTo>
                    <a:pt x="115019" y="52349"/>
                    <a:pt x="111185" y="55541"/>
                    <a:pt x="111185" y="60010"/>
                  </a:cubicBezTo>
                  <a:lnTo>
                    <a:pt x="111185" y="74693"/>
                  </a:lnTo>
                  <a:cubicBezTo>
                    <a:pt x="111185" y="78523"/>
                    <a:pt x="114380" y="82354"/>
                    <a:pt x="118853" y="82354"/>
                  </a:cubicBezTo>
                  <a:lnTo>
                    <a:pt x="128438" y="82354"/>
                  </a:lnTo>
                  <a:lnTo>
                    <a:pt x="128438" y="109805"/>
                  </a:lnTo>
                  <a:cubicBezTo>
                    <a:pt x="121409" y="116189"/>
                    <a:pt x="118853" y="123211"/>
                    <a:pt x="118853" y="123849"/>
                  </a:cubicBezTo>
                  <a:cubicBezTo>
                    <a:pt x="118853" y="123849"/>
                    <a:pt x="118853" y="124488"/>
                    <a:pt x="118853" y="124488"/>
                  </a:cubicBezTo>
                  <a:lnTo>
                    <a:pt x="92015" y="124488"/>
                  </a:lnTo>
                  <a:cubicBezTo>
                    <a:pt x="105434" y="116189"/>
                    <a:pt x="112463" y="107889"/>
                    <a:pt x="112463" y="99590"/>
                  </a:cubicBezTo>
                  <a:cubicBezTo>
                    <a:pt x="112463" y="91930"/>
                    <a:pt x="106712" y="86184"/>
                    <a:pt x="103517" y="84269"/>
                  </a:cubicBezTo>
                  <a:cubicBezTo>
                    <a:pt x="102239" y="83630"/>
                    <a:pt x="100322" y="82992"/>
                    <a:pt x="98405" y="83630"/>
                  </a:cubicBezTo>
                  <a:lnTo>
                    <a:pt x="58148" y="97675"/>
                  </a:lnTo>
                  <a:cubicBezTo>
                    <a:pt x="57509" y="97675"/>
                    <a:pt x="57509" y="98313"/>
                    <a:pt x="56870" y="98313"/>
                  </a:cubicBezTo>
                  <a:cubicBezTo>
                    <a:pt x="51758" y="101505"/>
                    <a:pt x="34506" y="111720"/>
                    <a:pt x="30672" y="118742"/>
                  </a:cubicBezTo>
                  <a:cubicBezTo>
                    <a:pt x="30033" y="120019"/>
                    <a:pt x="26838" y="121934"/>
                    <a:pt x="24282" y="122573"/>
                  </a:cubicBezTo>
                  <a:lnTo>
                    <a:pt x="6390" y="125126"/>
                  </a:lnTo>
                  <a:cubicBezTo>
                    <a:pt x="3195" y="125765"/>
                    <a:pt x="639" y="128957"/>
                    <a:pt x="639" y="132149"/>
                  </a:cubicBezTo>
                  <a:cubicBezTo>
                    <a:pt x="1278" y="135341"/>
                    <a:pt x="4473" y="137894"/>
                    <a:pt x="7668" y="137894"/>
                  </a:cubicBezTo>
                  <a:lnTo>
                    <a:pt x="26199" y="135341"/>
                  </a:lnTo>
                  <a:cubicBezTo>
                    <a:pt x="26838" y="135341"/>
                    <a:pt x="26838" y="135341"/>
                    <a:pt x="27477" y="134702"/>
                  </a:cubicBezTo>
                  <a:cubicBezTo>
                    <a:pt x="29394" y="134064"/>
                    <a:pt x="37701" y="130872"/>
                    <a:pt x="40896" y="125126"/>
                  </a:cubicBezTo>
                  <a:cubicBezTo>
                    <a:pt x="42174" y="122573"/>
                    <a:pt x="51758" y="115550"/>
                    <a:pt x="61982" y="109805"/>
                  </a:cubicBezTo>
                  <a:lnTo>
                    <a:pt x="98405" y="97037"/>
                  </a:lnTo>
                  <a:cubicBezTo>
                    <a:pt x="99044" y="97675"/>
                    <a:pt x="99044" y="98313"/>
                    <a:pt x="99044" y="98952"/>
                  </a:cubicBezTo>
                  <a:cubicBezTo>
                    <a:pt x="99044" y="100229"/>
                    <a:pt x="97766" y="107251"/>
                    <a:pt x="75401" y="118104"/>
                  </a:cubicBezTo>
                  <a:cubicBezTo>
                    <a:pt x="73484" y="119381"/>
                    <a:pt x="72206" y="121296"/>
                    <a:pt x="71567" y="123211"/>
                  </a:cubicBezTo>
                  <a:cubicBezTo>
                    <a:pt x="70928" y="125126"/>
                    <a:pt x="72206" y="127680"/>
                    <a:pt x="74123" y="128957"/>
                  </a:cubicBezTo>
                  <a:lnTo>
                    <a:pt x="83708" y="135341"/>
                  </a:lnTo>
                  <a:cubicBezTo>
                    <a:pt x="84986" y="135979"/>
                    <a:pt x="86264" y="136617"/>
                    <a:pt x="87542" y="136617"/>
                  </a:cubicBezTo>
                  <a:cubicBezTo>
                    <a:pt x="87542" y="136617"/>
                    <a:pt x="87542" y="136617"/>
                    <a:pt x="87542" y="136617"/>
                  </a:cubicBezTo>
                  <a:lnTo>
                    <a:pt x="153358" y="135979"/>
                  </a:lnTo>
                  <a:cubicBezTo>
                    <a:pt x="153358" y="135979"/>
                    <a:pt x="153997" y="135979"/>
                    <a:pt x="153997" y="135979"/>
                  </a:cubicBezTo>
                  <a:cubicBezTo>
                    <a:pt x="153997" y="135979"/>
                    <a:pt x="155275" y="135979"/>
                    <a:pt x="156553" y="136617"/>
                  </a:cubicBezTo>
                  <a:cubicBezTo>
                    <a:pt x="157831" y="137894"/>
                    <a:pt x="158470" y="139809"/>
                    <a:pt x="158470" y="143001"/>
                  </a:cubicBezTo>
                  <a:lnTo>
                    <a:pt x="108629" y="143001"/>
                  </a:lnTo>
                  <a:cubicBezTo>
                    <a:pt x="104795" y="143001"/>
                    <a:pt x="102239" y="145555"/>
                    <a:pt x="102239" y="149385"/>
                  </a:cubicBezTo>
                  <a:cubicBezTo>
                    <a:pt x="102239" y="153216"/>
                    <a:pt x="104795" y="155769"/>
                    <a:pt x="108629" y="155769"/>
                  </a:cubicBezTo>
                  <a:lnTo>
                    <a:pt x="168055" y="155769"/>
                  </a:lnTo>
                  <a:cubicBezTo>
                    <a:pt x="168055" y="155769"/>
                    <a:pt x="168055" y="155769"/>
                    <a:pt x="168055" y="155769"/>
                  </a:cubicBezTo>
                  <a:cubicBezTo>
                    <a:pt x="168694" y="155769"/>
                    <a:pt x="171250" y="155769"/>
                    <a:pt x="172528" y="157046"/>
                  </a:cubicBezTo>
                  <a:cubicBezTo>
                    <a:pt x="172528" y="157046"/>
                    <a:pt x="173806" y="158323"/>
                    <a:pt x="173806" y="160238"/>
                  </a:cubicBezTo>
                  <a:cubicBezTo>
                    <a:pt x="173806" y="161515"/>
                    <a:pt x="173806" y="162153"/>
                    <a:pt x="173167" y="162792"/>
                  </a:cubicBezTo>
                  <a:cubicBezTo>
                    <a:pt x="171889" y="163430"/>
                    <a:pt x="169972" y="164068"/>
                    <a:pt x="168694" y="164068"/>
                  </a:cubicBezTo>
                  <a:cubicBezTo>
                    <a:pt x="168694" y="164068"/>
                    <a:pt x="168055" y="164068"/>
                    <a:pt x="168055" y="164068"/>
                  </a:cubicBezTo>
                  <a:lnTo>
                    <a:pt x="109268" y="164068"/>
                  </a:lnTo>
                  <a:cubicBezTo>
                    <a:pt x="105434" y="164068"/>
                    <a:pt x="102878" y="166622"/>
                    <a:pt x="102878" y="170452"/>
                  </a:cubicBezTo>
                  <a:cubicBezTo>
                    <a:pt x="102878" y="174283"/>
                    <a:pt x="105434" y="176836"/>
                    <a:pt x="109268" y="176836"/>
                  </a:cubicBezTo>
                  <a:lnTo>
                    <a:pt x="158470" y="176836"/>
                  </a:lnTo>
                  <a:cubicBezTo>
                    <a:pt x="158470" y="179390"/>
                    <a:pt x="158470" y="181944"/>
                    <a:pt x="157192" y="183220"/>
                  </a:cubicBezTo>
                  <a:cubicBezTo>
                    <a:pt x="155275" y="185135"/>
                    <a:pt x="152080" y="185135"/>
                    <a:pt x="152080" y="185135"/>
                  </a:cubicBezTo>
                  <a:cubicBezTo>
                    <a:pt x="152080" y="185135"/>
                    <a:pt x="151441" y="185135"/>
                    <a:pt x="151441" y="185135"/>
                  </a:cubicBezTo>
                  <a:lnTo>
                    <a:pt x="103517" y="185135"/>
                  </a:lnTo>
                  <a:cubicBezTo>
                    <a:pt x="99683" y="185135"/>
                    <a:pt x="97127" y="187689"/>
                    <a:pt x="97127" y="191519"/>
                  </a:cubicBezTo>
                  <a:cubicBezTo>
                    <a:pt x="97127" y="195350"/>
                    <a:pt x="99683" y="197903"/>
                    <a:pt x="103517" y="197903"/>
                  </a:cubicBezTo>
                  <a:lnTo>
                    <a:pt x="139301" y="197903"/>
                  </a:lnTo>
                  <a:cubicBezTo>
                    <a:pt x="139301" y="199819"/>
                    <a:pt x="138662" y="202372"/>
                    <a:pt x="137384" y="203649"/>
                  </a:cubicBezTo>
                  <a:cubicBezTo>
                    <a:pt x="135467" y="205564"/>
                    <a:pt x="131633" y="205564"/>
                    <a:pt x="131633" y="205564"/>
                  </a:cubicBezTo>
                  <a:cubicBezTo>
                    <a:pt x="131633" y="205564"/>
                    <a:pt x="130994" y="205564"/>
                    <a:pt x="130994" y="205564"/>
                  </a:cubicBezTo>
                  <a:lnTo>
                    <a:pt x="51119" y="205564"/>
                  </a:lnTo>
                  <a:lnTo>
                    <a:pt x="32589" y="196627"/>
                  </a:lnTo>
                  <a:cubicBezTo>
                    <a:pt x="31950" y="195988"/>
                    <a:pt x="30672" y="195988"/>
                    <a:pt x="29394" y="195988"/>
                  </a:cubicBezTo>
                  <a:lnTo>
                    <a:pt x="6390" y="195988"/>
                  </a:lnTo>
                  <a:cubicBezTo>
                    <a:pt x="2556" y="195988"/>
                    <a:pt x="0" y="199180"/>
                    <a:pt x="0" y="202372"/>
                  </a:cubicBezTo>
                  <a:cubicBezTo>
                    <a:pt x="0" y="206203"/>
                    <a:pt x="3195" y="208756"/>
                    <a:pt x="6390" y="208756"/>
                  </a:cubicBezTo>
                  <a:cubicBezTo>
                    <a:pt x="6390" y="208756"/>
                    <a:pt x="6390" y="208756"/>
                    <a:pt x="6390" y="208756"/>
                  </a:cubicBezTo>
                  <a:lnTo>
                    <a:pt x="28116" y="208756"/>
                  </a:lnTo>
                  <a:lnTo>
                    <a:pt x="46647" y="217694"/>
                  </a:lnTo>
                  <a:cubicBezTo>
                    <a:pt x="47286" y="218332"/>
                    <a:pt x="48564" y="218332"/>
                    <a:pt x="49202" y="218332"/>
                  </a:cubicBezTo>
                  <a:lnTo>
                    <a:pt x="128438" y="218332"/>
                  </a:lnTo>
                  <a:cubicBezTo>
                    <a:pt x="132911" y="229185"/>
                    <a:pt x="141218" y="238123"/>
                    <a:pt x="151441" y="241953"/>
                  </a:cubicBezTo>
                  <a:cubicBezTo>
                    <a:pt x="155914" y="243868"/>
                    <a:pt x="160387" y="244507"/>
                    <a:pt x="164860" y="244507"/>
                  </a:cubicBezTo>
                  <a:cubicBezTo>
                    <a:pt x="171250" y="244507"/>
                    <a:pt x="177640" y="243230"/>
                    <a:pt x="184030" y="240038"/>
                  </a:cubicBezTo>
                  <a:cubicBezTo>
                    <a:pt x="203839" y="230462"/>
                    <a:pt x="205756" y="210033"/>
                    <a:pt x="203839" y="197265"/>
                  </a:cubicBezTo>
                  <a:cubicBezTo>
                    <a:pt x="214063" y="192158"/>
                    <a:pt x="227482" y="181305"/>
                    <a:pt x="227482" y="162792"/>
                  </a:cubicBezTo>
                  <a:cubicBezTo>
                    <a:pt x="227482" y="150662"/>
                    <a:pt x="223009" y="139809"/>
                    <a:pt x="215980" y="132787"/>
                  </a:cubicBezTo>
                  <a:cubicBezTo>
                    <a:pt x="209590" y="125765"/>
                    <a:pt x="201283" y="121934"/>
                    <a:pt x="190420" y="121296"/>
                  </a:cubicBezTo>
                  <a:close/>
                  <a:moveTo>
                    <a:pt x="124604" y="64478"/>
                  </a:moveTo>
                  <a:lnTo>
                    <a:pt x="159748" y="64478"/>
                  </a:lnTo>
                  <a:lnTo>
                    <a:pt x="159748" y="68309"/>
                  </a:lnTo>
                  <a:lnTo>
                    <a:pt x="124604" y="68309"/>
                  </a:lnTo>
                  <a:lnTo>
                    <a:pt x="124604" y="64478"/>
                  </a:lnTo>
                  <a:close/>
                  <a:moveTo>
                    <a:pt x="141218" y="81715"/>
                  </a:moveTo>
                  <a:lnTo>
                    <a:pt x="147608" y="81715"/>
                  </a:lnTo>
                  <a:lnTo>
                    <a:pt x="147608" y="100229"/>
                  </a:lnTo>
                  <a:cubicBezTo>
                    <a:pt x="145691" y="100867"/>
                    <a:pt x="143135" y="100867"/>
                    <a:pt x="141218" y="101505"/>
                  </a:cubicBezTo>
                  <a:lnTo>
                    <a:pt x="141218" y="81715"/>
                  </a:lnTo>
                  <a:close/>
                  <a:moveTo>
                    <a:pt x="194893" y="186412"/>
                  </a:moveTo>
                  <a:cubicBezTo>
                    <a:pt x="192976" y="187051"/>
                    <a:pt x="191698" y="188327"/>
                    <a:pt x="191059" y="189604"/>
                  </a:cubicBezTo>
                  <a:cubicBezTo>
                    <a:pt x="190420" y="190881"/>
                    <a:pt x="189781" y="192796"/>
                    <a:pt x="190420" y="194711"/>
                  </a:cubicBezTo>
                  <a:cubicBezTo>
                    <a:pt x="190420" y="195988"/>
                    <a:pt x="198088" y="218971"/>
                    <a:pt x="178918" y="227908"/>
                  </a:cubicBezTo>
                  <a:cubicBezTo>
                    <a:pt x="170611" y="231739"/>
                    <a:pt x="163582" y="232377"/>
                    <a:pt x="156553" y="229823"/>
                  </a:cubicBezTo>
                  <a:cubicBezTo>
                    <a:pt x="150803" y="227270"/>
                    <a:pt x="145691" y="222163"/>
                    <a:pt x="142496" y="215779"/>
                  </a:cubicBezTo>
                  <a:cubicBezTo>
                    <a:pt x="144413" y="215140"/>
                    <a:pt x="145691" y="213863"/>
                    <a:pt x="146969" y="212587"/>
                  </a:cubicBezTo>
                  <a:cubicBezTo>
                    <a:pt x="150803" y="208756"/>
                    <a:pt x="152080" y="203649"/>
                    <a:pt x="152720" y="197903"/>
                  </a:cubicBezTo>
                  <a:cubicBezTo>
                    <a:pt x="152720" y="197903"/>
                    <a:pt x="153358" y="197903"/>
                    <a:pt x="153358" y="197903"/>
                  </a:cubicBezTo>
                  <a:cubicBezTo>
                    <a:pt x="156553" y="197903"/>
                    <a:pt x="162304" y="197265"/>
                    <a:pt x="167416" y="192796"/>
                  </a:cubicBezTo>
                  <a:cubicBezTo>
                    <a:pt x="171250" y="188966"/>
                    <a:pt x="173167" y="183859"/>
                    <a:pt x="172528" y="177475"/>
                  </a:cubicBezTo>
                  <a:cubicBezTo>
                    <a:pt x="175723" y="177475"/>
                    <a:pt x="179557" y="176198"/>
                    <a:pt x="182752" y="173644"/>
                  </a:cubicBezTo>
                  <a:cubicBezTo>
                    <a:pt x="185308" y="171729"/>
                    <a:pt x="187864" y="167899"/>
                    <a:pt x="187864" y="161515"/>
                  </a:cubicBezTo>
                  <a:cubicBezTo>
                    <a:pt x="187864" y="155131"/>
                    <a:pt x="185308" y="151300"/>
                    <a:pt x="182752" y="149385"/>
                  </a:cubicBezTo>
                  <a:cubicBezTo>
                    <a:pt x="179557" y="146193"/>
                    <a:pt x="175084" y="144916"/>
                    <a:pt x="172528" y="144278"/>
                  </a:cubicBezTo>
                  <a:cubicBezTo>
                    <a:pt x="172528" y="137256"/>
                    <a:pt x="169972" y="132149"/>
                    <a:pt x="166138" y="128318"/>
                  </a:cubicBezTo>
                  <a:cubicBezTo>
                    <a:pt x="161665" y="123849"/>
                    <a:pt x="155914" y="123849"/>
                    <a:pt x="153997" y="124488"/>
                  </a:cubicBezTo>
                  <a:lnTo>
                    <a:pt x="132911" y="124488"/>
                  </a:lnTo>
                  <a:cubicBezTo>
                    <a:pt x="135467" y="120019"/>
                    <a:pt x="141857" y="112997"/>
                    <a:pt x="154636" y="112997"/>
                  </a:cubicBezTo>
                  <a:cubicBezTo>
                    <a:pt x="173806" y="112997"/>
                    <a:pt x="180196" y="130233"/>
                    <a:pt x="180196" y="130872"/>
                  </a:cubicBezTo>
                  <a:cubicBezTo>
                    <a:pt x="180835" y="133425"/>
                    <a:pt x="183391" y="134702"/>
                    <a:pt x="186586" y="135341"/>
                  </a:cubicBezTo>
                  <a:cubicBezTo>
                    <a:pt x="195532" y="135341"/>
                    <a:pt x="202561" y="137894"/>
                    <a:pt x="207673" y="142363"/>
                  </a:cubicBezTo>
                  <a:cubicBezTo>
                    <a:pt x="212785" y="147470"/>
                    <a:pt x="215341" y="153854"/>
                    <a:pt x="215341" y="163430"/>
                  </a:cubicBezTo>
                  <a:cubicBezTo>
                    <a:pt x="215341" y="180028"/>
                    <a:pt x="195532" y="186412"/>
                    <a:pt x="194893" y="186412"/>
                  </a:cubicBezTo>
                  <a:close/>
                </a:path>
              </a:pathLst>
            </a:custGeom>
            <a:solidFill>
              <a:srgbClr val="012169"/>
            </a:solidFill>
            <a:ln w="6390" cap="flat">
              <a:noFill/>
              <a:prstDash val="solid"/>
              <a:miter/>
            </a:ln>
          </p:spPr>
          <p:txBody>
            <a:bodyPr rtlCol="0" anchor="ctr"/>
            <a:lstStyle/>
            <a:p>
              <a:endParaRPr lang="en-US"/>
            </a:p>
          </p:txBody>
        </p:sp>
      </p:grpSp>
      <p:grpSp>
        <p:nvGrpSpPr>
          <p:cNvPr id="442" name="Graphic 4">
            <a:extLst>
              <a:ext uri="{FF2B5EF4-FFF2-40B4-BE49-F238E27FC236}">
                <a16:creationId xmlns:a16="http://schemas.microsoft.com/office/drawing/2014/main" id="{E3F47ECB-0FBB-A84E-888B-ABBAC862F92F}"/>
              </a:ext>
            </a:extLst>
          </p:cNvPr>
          <p:cNvGrpSpPr/>
          <p:nvPr/>
        </p:nvGrpSpPr>
        <p:grpSpPr>
          <a:xfrm>
            <a:off x="2561086" y="1402085"/>
            <a:ext cx="361670" cy="361333"/>
            <a:chOff x="2561086" y="1402085"/>
            <a:chExt cx="361670" cy="361333"/>
          </a:xfrm>
          <a:solidFill>
            <a:srgbClr val="012169"/>
          </a:solidFill>
        </p:grpSpPr>
        <p:sp>
          <p:nvSpPr>
            <p:cNvPr id="443" name="Graphic 4">
              <a:extLst>
                <a:ext uri="{FF2B5EF4-FFF2-40B4-BE49-F238E27FC236}">
                  <a16:creationId xmlns:a16="http://schemas.microsoft.com/office/drawing/2014/main" id="{893F062D-9232-6D42-9537-27318B08955B}"/>
                </a:ext>
              </a:extLst>
            </p:cNvPr>
            <p:cNvSpPr/>
            <p:nvPr/>
          </p:nvSpPr>
          <p:spPr>
            <a:xfrm>
              <a:off x="2561086"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444" name="Graphic 4">
              <a:extLst>
                <a:ext uri="{FF2B5EF4-FFF2-40B4-BE49-F238E27FC236}">
                  <a16:creationId xmlns:a16="http://schemas.microsoft.com/office/drawing/2014/main" id="{10FE5F6B-0EA8-3C4C-A792-1DBE84523CF4}"/>
                </a:ext>
              </a:extLst>
            </p:cNvPr>
            <p:cNvSpPr/>
            <p:nvPr/>
          </p:nvSpPr>
          <p:spPr>
            <a:xfrm>
              <a:off x="2726586" y="1464648"/>
              <a:ext cx="63899" cy="63839"/>
            </a:xfrm>
            <a:custGeom>
              <a:avLst/>
              <a:gdLst>
                <a:gd name="connsiteX0" fmla="*/ 31950 w 63899"/>
                <a:gd name="connsiteY0" fmla="*/ 63840 h 63839"/>
                <a:gd name="connsiteX1" fmla="*/ 63899 w 63899"/>
                <a:gd name="connsiteY1" fmla="*/ 31920 h 63839"/>
                <a:gd name="connsiteX2" fmla="*/ 31950 w 63899"/>
                <a:gd name="connsiteY2" fmla="*/ 0 h 63839"/>
                <a:gd name="connsiteX3" fmla="*/ 0 w 63899"/>
                <a:gd name="connsiteY3" fmla="*/ 31920 h 63839"/>
                <a:gd name="connsiteX4" fmla="*/ 31950 w 63899"/>
                <a:gd name="connsiteY4" fmla="*/ 63840 h 63839"/>
                <a:gd name="connsiteX5" fmla="*/ 31950 w 63899"/>
                <a:gd name="connsiteY5" fmla="*/ 12768 h 63839"/>
                <a:gd name="connsiteX6" fmla="*/ 51119 w 63899"/>
                <a:gd name="connsiteY6" fmla="*/ 31920 h 63839"/>
                <a:gd name="connsiteX7" fmla="*/ 31950 w 63899"/>
                <a:gd name="connsiteY7" fmla="*/ 51072 h 63839"/>
                <a:gd name="connsiteX8" fmla="*/ 12780 w 63899"/>
                <a:gd name="connsiteY8" fmla="*/ 31920 h 63839"/>
                <a:gd name="connsiteX9" fmla="*/ 31950 w 63899"/>
                <a:gd name="connsiteY9" fmla="*/ 12768 h 6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899" h="63839">
                  <a:moveTo>
                    <a:pt x="31950" y="63840"/>
                  </a:moveTo>
                  <a:cubicBezTo>
                    <a:pt x="49841" y="63840"/>
                    <a:pt x="63899" y="49795"/>
                    <a:pt x="63899" y="31920"/>
                  </a:cubicBezTo>
                  <a:cubicBezTo>
                    <a:pt x="63899" y="14045"/>
                    <a:pt x="49841" y="0"/>
                    <a:pt x="31950" y="0"/>
                  </a:cubicBezTo>
                  <a:cubicBezTo>
                    <a:pt x="14058" y="0"/>
                    <a:pt x="0" y="14045"/>
                    <a:pt x="0" y="31920"/>
                  </a:cubicBezTo>
                  <a:cubicBezTo>
                    <a:pt x="0" y="49795"/>
                    <a:pt x="14058" y="63840"/>
                    <a:pt x="31950" y="63840"/>
                  </a:cubicBezTo>
                  <a:close/>
                  <a:moveTo>
                    <a:pt x="31950" y="12768"/>
                  </a:moveTo>
                  <a:cubicBezTo>
                    <a:pt x="42173" y="12768"/>
                    <a:pt x="51119" y="21067"/>
                    <a:pt x="51119" y="31920"/>
                  </a:cubicBezTo>
                  <a:cubicBezTo>
                    <a:pt x="51119" y="42773"/>
                    <a:pt x="42812" y="51072"/>
                    <a:pt x="31950" y="51072"/>
                  </a:cubicBezTo>
                  <a:cubicBezTo>
                    <a:pt x="21087" y="51072"/>
                    <a:pt x="12780" y="42773"/>
                    <a:pt x="12780" y="31920"/>
                  </a:cubicBezTo>
                  <a:cubicBezTo>
                    <a:pt x="12780" y="21067"/>
                    <a:pt x="21087" y="12768"/>
                    <a:pt x="31950" y="12768"/>
                  </a:cubicBezTo>
                  <a:close/>
                </a:path>
              </a:pathLst>
            </a:custGeom>
            <a:solidFill>
              <a:srgbClr val="012169"/>
            </a:solidFill>
            <a:ln w="6390" cap="flat">
              <a:noFill/>
              <a:prstDash val="solid"/>
              <a:miter/>
            </a:ln>
          </p:spPr>
          <p:txBody>
            <a:bodyPr rtlCol="0" anchor="ctr"/>
            <a:lstStyle/>
            <a:p>
              <a:endParaRPr lang="en-US"/>
            </a:p>
          </p:txBody>
        </p:sp>
        <p:sp>
          <p:nvSpPr>
            <p:cNvPr id="445" name="Graphic 4">
              <a:extLst>
                <a:ext uri="{FF2B5EF4-FFF2-40B4-BE49-F238E27FC236}">
                  <a16:creationId xmlns:a16="http://schemas.microsoft.com/office/drawing/2014/main" id="{5CC281E1-232D-6E43-B93C-249311B3D1C6}"/>
                </a:ext>
              </a:extLst>
            </p:cNvPr>
            <p:cNvSpPr/>
            <p:nvPr/>
          </p:nvSpPr>
          <p:spPr>
            <a:xfrm>
              <a:off x="2677383" y="1499760"/>
              <a:ext cx="42173" cy="42134"/>
            </a:xfrm>
            <a:custGeom>
              <a:avLst/>
              <a:gdLst>
                <a:gd name="connsiteX0" fmla="*/ 21087 w 42173"/>
                <a:gd name="connsiteY0" fmla="*/ 42134 h 42134"/>
                <a:gd name="connsiteX1" fmla="*/ 42174 w 42173"/>
                <a:gd name="connsiteY1" fmla="*/ 21067 h 42134"/>
                <a:gd name="connsiteX2" fmla="*/ 21087 w 42173"/>
                <a:gd name="connsiteY2" fmla="*/ 0 h 42134"/>
                <a:gd name="connsiteX3" fmla="*/ 0 w 42173"/>
                <a:gd name="connsiteY3" fmla="*/ 21067 h 42134"/>
                <a:gd name="connsiteX4" fmla="*/ 21087 w 42173"/>
                <a:gd name="connsiteY4" fmla="*/ 42134 h 42134"/>
                <a:gd name="connsiteX5" fmla="*/ 21087 w 42173"/>
                <a:gd name="connsiteY5" fmla="*/ 12130 h 42134"/>
                <a:gd name="connsiteX6" fmla="*/ 29394 w 42173"/>
                <a:gd name="connsiteY6" fmla="*/ 20429 h 42134"/>
                <a:gd name="connsiteX7" fmla="*/ 21087 w 42173"/>
                <a:gd name="connsiteY7" fmla="*/ 28728 h 42134"/>
                <a:gd name="connsiteX8" fmla="*/ 12780 w 42173"/>
                <a:gd name="connsiteY8" fmla="*/ 20429 h 42134"/>
                <a:gd name="connsiteX9" fmla="*/ 21087 w 42173"/>
                <a:gd name="connsiteY9" fmla="*/ 12130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173" h="42134">
                  <a:moveTo>
                    <a:pt x="21087" y="42134"/>
                  </a:moveTo>
                  <a:cubicBezTo>
                    <a:pt x="32589" y="42134"/>
                    <a:pt x="42174" y="32558"/>
                    <a:pt x="42174" y="21067"/>
                  </a:cubicBezTo>
                  <a:cubicBezTo>
                    <a:pt x="42174" y="9576"/>
                    <a:pt x="32589" y="0"/>
                    <a:pt x="21087" y="0"/>
                  </a:cubicBezTo>
                  <a:cubicBezTo>
                    <a:pt x="9585" y="0"/>
                    <a:pt x="0" y="9576"/>
                    <a:pt x="0" y="21067"/>
                  </a:cubicBezTo>
                  <a:cubicBezTo>
                    <a:pt x="0" y="32558"/>
                    <a:pt x="9585" y="42134"/>
                    <a:pt x="21087" y="42134"/>
                  </a:cubicBezTo>
                  <a:close/>
                  <a:moveTo>
                    <a:pt x="21087" y="12130"/>
                  </a:moveTo>
                  <a:cubicBezTo>
                    <a:pt x="25560" y="12130"/>
                    <a:pt x="29394" y="15960"/>
                    <a:pt x="29394" y="20429"/>
                  </a:cubicBezTo>
                  <a:cubicBezTo>
                    <a:pt x="29394" y="24897"/>
                    <a:pt x="25560" y="28728"/>
                    <a:pt x="21087" y="28728"/>
                  </a:cubicBezTo>
                  <a:cubicBezTo>
                    <a:pt x="16614" y="28728"/>
                    <a:pt x="12780" y="24897"/>
                    <a:pt x="12780" y="20429"/>
                  </a:cubicBezTo>
                  <a:cubicBezTo>
                    <a:pt x="12780" y="15960"/>
                    <a:pt x="16614" y="12130"/>
                    <a:pt x="21087" y="12130"/>
                  </a:cubicBezTo>
                  <a:close/>
                </a:path>
              </a:pathLst>
            </a:custGeom>
            <a:solidFill>
              <a:srgbClr val="012169"/>
            </a:solidFill>
            <a:ln w="6390" cap="flat">
              <a:noFill/>
              <a:prstDash val="solid"/>
              <a:miter/>
            </a:ln>
          </p:spPr>
          <p:txBody>
            <a:bodyPr rtlCol="0" anchor="ctr"/>
            <a:lstStyle/>
            <a:p>
              <a:endParaRPr lang="en-US"/>
            </a:p>
          </p:txBody>
        </p:sp>
        <p:sp>
          <p:nvSpPr>
            <p:cNvPr id="446" name="Graphic 4">
              <a:extLst>
                <a:ext uri="{FF2B5EF4-FFF2-40B4-BE49-F238E27FC236}">
                  <a16:creationId xmlns:a16="http://schemas.microsoft.com/office/drawing/2014/main" id="{7F22184B-A131-BC44-A8FF-5A3CC008C287}"/>
                </a:ext>
              </a:extLst>
            </p:cNvPr>
            <p:cNvSpPr/>
            <p:nvPr/>
          </p:nvSpPr>
          <p:spPr>
            <a:xfrm>
              <a:off x="2627537" y="1529764"/>
              <a:ext cx="225844" cy="172367"/>
            </a:xfrm>
            <a:custGeom>
              <a:avLst/>
              <a:gdLst>
                <a:gd name="connsiteX0" fmla="*/ 189147 w 225844"/>
                <a:gd name="connsiteY0" fmla="*/ 18514 h 172367"/>
                <a:gd name="connsiteX1" fmla="*/ 165504 w 225844"/>
                <a:gd name="connsiteY1" fmla="*/ 0 h 172367"/>
                <a:gd name="connsiteX2" fmla="*/ 141861 w 225844"/>
                <a:gd name="connsiteY2" fmla="*/ 17875 h 172367"/>
                <a:gd name="connsiteX3" fmla="*/ 49846 w 225844"/>
                <a:gd name="connsiteY3" fmla="*/ 17875 h 172367"/>
                <a:gd name="connsiteX4" fmla="*/ 14063 w 225844"/>
                <a:gd name="connsiteY4" fmla="*/ 31281 h 172367"/>
                <a:gd name="connsiteX5" fmla="*/ 5 w 225844"/>
                <a:gd name="connsiteY5" fmla="*/ 66393 h 172367"/>
                <a:gd name="connsiteX6" fmla="*/ 5 w 225844"/>
                <a:gd name="connsiteY6" fmla="*/ 122573 h 172367"/>
                <a:gd name="connsiteX7" fmla="*/ 12785 w 225844"/>
                <a:gd name="connsiteY7" fmla="*/ 157046 h 172367"/>
                <a:gd name="connsiteX8" fmla="*/ 54319 w 225844"/>
                <a:gd name="connsiteY8" fmla="*/ 172368 h 172367"/>
                <a:gd name="connsiteX9" fmla="*/ 169977 w 225844"/>
                <a:gd name="connsiteY9" fmla="*/ 172368 h 172367"/>
                <a:gd name="connsiteX10" fmla="*/ 173172 w 225844"/>
                <a:gd name="connsiteY10" fmla="*/ 172368 h 172367"/>
                <a:gd name="connsiteX11" fmla="*/ 211512 w 225844"/>
                <a:gd name="connsiteY11" fmla="*/ 158961 h 172367"/>
                <a:gd name="connsiteX12" fmla="*/ 225570 w 225844"/>
                <a:gd name="connsiteY12" fmla="*/ 121934 h 172367"/>
                <a:gd name="connsiteX13" fmla="*/ 225570 w 225844"/>
                <a:gd name="connsiteY13" fmla="*/ 65755 h 172367"/>
                <a:gd name="connsiteX14" fmla="*/ 189147 w 225844"/>
                <a:gd name="connsiteY14" fmla="*/ 18514 h 172367"/>
                <a:gd name="connsiteX15" fmla="*/ 165504 w 225844"/>
                <a:gd name="connsiteY15" fmla="*/ 12768 h 172367"/>
                <a:gd name="connsiteX16" fmla="*/ 177006 w 225844"/>
                <a:gd name="connsiteY16" fmla="*/ 24259 h 172367"/>
                <a:gd name="connsiteX17" fmla="*/ 165504 w 225844"/>
                <a:gd name="connsiteY17" fmla="*/ 35750 h 172367"/>
                <a:gd name="connsiteX18" fmla="*/ 154002 w 225844"/>
                <a:gd name="connsiteY18" fmla="*/ 24259 h 172367"/>
                <a:gd name="connsiteX19" fmla="*/ 165504 w 225844"/>
                <a:gd name="connsiteY19" fmla="*/ 12768 h 172367"/>
                <a:gd name="connsiteX20" fmla="*/ 214707 w 225844"/>
                <a:gd name="connsiteY20" fmla="*/ 121934 h 172367"/>
                <a:gd name="connsiteX21" fmla="*/ 204483 w 225844"/>
                <a:gd name="connsiteY21" fmla="*/ 149385 h 172367"/>
                <a:gd name="connsiteX22" fmla="*/ 171894 w 225844"/>
                <a:gd name="connsiteY22" fmla="*/ 159600 h 172367"/>
                <a:gd name="connsiteX23" fmla="*/ 55597 w 225844"/>
                <a:gd name="connsiteY23" fmla="*/ 159600 h 172367"/>
                <a:gd name="connsiteX24" fmla="*/ 23008 w 225844"/>
                <a:gd name="connsiteY24" fmla="*/ 148747 h 172367"/>
                <a:gd name="connsiteX25" fmla="*/ 13424 w 225844"/>
                <a:gd name="connsiteY25" fmla="*/ 123211 h 172367"/>
                <a:gd name="connsiteX26" fmla="*/ 13424 w 225844"/>
                <a:gd name="connsiteY26" fmla="*/ 66393 h 172367"/>
                <a:gd name="connsiteX27" fmla="*/ 23647 w 225844"/>
                <a:gd name="connsiteY27" fmla="*/ 40219 h 172367"/>
                <a:gd name="connsiteX28" fmla="*/ 50485 w 225844"/>
                <a:gd name="connsiteY28" fmla="*/ 30643 h 172367"/>
                <a:gd name="connsiteX29" fmla="*/ 142500 w 225844"/>
                <a:gd name="connsiteY29" fmla="*/ 30643 h 172367"/>
                <a:gd name="connsiteX30" fmla="*/ 142500 w 225844"/>
                <a:gd name="connsiteY30" fmla="*/ 30643 h 172367"/>
                <a:gd name="connsiteX31" fmla="*/ 165504 w 225844"/>
                <a:gd name="connsiteY31" fmla="*/ 47880 h 172367"/>
                <a:gd name="connsiteX32" fmla="*/ 188508 w 225844"/>
                <a:gd name="connsiteY32" fmla="*/ 31281 h 172367"/>
                <a:gd name="connsiteX33" fmla="*/ 214707 w 225844"/>
                <a:gd name="connsiteY33" fmla="*/ 65117 h 172367"/>
                <a:gd name="connsiteX34" fmla="*/ 214707 w 225844"/>
                <a:gd name="connsiteY34" fmla="*/ 121934 h 1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25844" h="172367">
                  <a:moveTo>
                    <a:pt x="189147" y="18514"/>
                  </a:moveTo>
                  <a:cubicBezTo>
                    <a:pt x="186591" y="7661"/>
                    <a:pt x="177006" y="0"/>
                    <a:pt x="165504" y="0"/>
                  </a:cubicBezTo>
                  <a:cubicBezTo>
                    <a:pt x="154002" y="0"/>
                    <a:pt x="145056" y="7661"/>
                    <a:pt x="141861" y="17875"/>
                  </a:cubicBezTo>
                  <a:lnTo>
                    <a:pt x="49846" y="17875"/>
                  </a:lnTo>
                  <a:cubicBezTo>
                    <a:pt x="34510" y="17875"/>
                    <a:pt x="23008" y="22344"/>
                    <a:pt x="14063" y="31281"/>
                  </a:cubicBezTo>
                  <a:cubicBezTo>
                    <a:pt x="5" y="45326"/>
                    <a:pt x="5" y="65117"/>
                    <a:pt x="5" y="66393"/>
                  </a:cubicBezTo>
                  <a:lnTo>
                    <a:pt x="5" y="122573"/>
                  </a:lnTo>
                  <a:cubicBezTo>
                    <a:pt x="5" y="123211"/>
                    <a:pt x="-634" y="142363"/>
                    <a:pt x="12785" y="157046"/>
                  </a:cubicBezTo>
                  <a:cubicBezTo>
                    <a:pt x="22370" y="167260"/>
                    <a:pt x="36427" y="172368"/>
                    <a:pt x="54319" y="172368"/>
                  </a:cubicBezTo>
                  <a:lnTo>
                    <a:pt x="169977" y="172368"/>
                  </a:lnTo>
                  <a:cubicBezTo>
                    <a:pt x="169977" y="172368"/>
                    <a:pt x="171255" y="172368"/>
                    <a:pt x="173172" y="172368"/>
                  </a:cubicBezTo>
                  <a:cubicBezTo>
                    <a:pt x="180201" y="172368"/>
                    <a:pt x="198732" y="171091"/>
                    <a:pt x="211512" y="158961"/>
                  </a:cubicBezTo>
                  <a:cubicBezTo>
                    <a:pt x="221097" y="150024"/>
                    <a:pt x="225570" y="137894"/>
                    <a:pt x="225570" y="121934"/>
                  </a:cubicBezTo>
                  <a:lnTo>
                    <a:pt x="225570" y="65755"/>
                  </a:lnTo>
                  <a:cubicBezTo>
                    <a:pt x="227486" y="52987"/>
                    <a:pt x="219819" y="26174"/>
                    <a:pt x="189147" y="18514"/>
                  </a:cubicBezTo>
                  <a:close/>
                  <a:moveTo>
                    <a:pt x="165504" y="12768"/>
                  </a:moveTo>
                  <a:cubicBezTo>
                    <a:pt x="171894" y="12768"/>
                    <a:pt x="177006" y="17875"/>
                    <a:pt x="177006" y="24259"/>
                  </a:cubicBezTo>
                  <a:cubicBezTo>
                    <a:pt x="177006" y="30643"/>
                    <a:pt x="171894" y="35750"/>
                    <a:pt x="165504" y="35750"/>
                  </a:cubicBezTo>
                  <a:cubicBezTo>
                    <a:pt x="159114" y="35750"/>
                    <a:pt x="154002" y="30643"/>
                    <a:pt x="154002" y="24259"/>
                  </a:cubicBezTo>
                  <a:cubicBezTo>
                    <a:pt x="154002" y="17875"/>
                    <a:pt x="159114" y="12768"/>
                    <a:pt x="165504" y="12768"/>
                  </a:cubicBezTo>
                  <a:close/>
                  <a:moveTo>
                    <a:pt x="214707" y="121934"/>
                  </a:moveTo>
                  <a:cubicBezTo>
                    <a:pt x="214707" y="134064"/>
                    <a:pt x="211512" y="143001"/>
                    <a:pt x="204483" y="149385"/>
                  </a:cubicBezTo>
                  <a:cubicBezTo>
                    <a:pt x="192342" y="160876"/>
                    <a:pt x="172533" y="159600"/>
                    <a:pt x="171894" y="159600"/>
                  </a:cubicBezTo>
                  <a:lnTo>
                    <a:pt x="55597" y="159600"/>
                  </a:lnTo>
                  <a:cubicBezTo>
                    <a:pt x="41539" y="159600"/>
                    <a:pt x="30037" y="155769"/>
                    <a:pt x="23008" y="148747"/>
                  </a:cubicBezTo>
                  <a:cubicBezTo>
                    <a:pt x="12785" y="138533"/>
                    <a:pt x="13424" y="123849"/>
                    <a:pt x="13424" y="123211"/>
                  </a:cubicBezTo>
                  <a:lnTo>
                    <a:pt x="13424" y="66393"/>
                  </a:lnTo>
                  <a:cubicBezTo>
                    <a:pt x="13424" y="66393"/>
                    <a:pt x="13424" y="50433"/>
                    <a:pt x="23647" y="40219"/>
                  </a:cubicBezTo>
                  <a:cubicBezTo>
                    <a:pt x="30037" y="33835"/>
                    <a:pt x="38983" y="30643"/>
                    <a:pt x="50485" y="30643"/>
                  </a:cubicBezTo>
                  <a:lnTo>
                    <a:pt x="142500" y="30643"/>
                  </a:lnTo>
                  <a:cubicBezTo>
                    <a:pt x="142500" y="30643"/>
                    <a:pt x="142500" y="30643"/>
                    <a:pt x="142500" y="30643"/>
                  </a:cubicBezTo>
                  <a:cubicBezTo>
                    <a:pt x="145695" y="40857"/>
                    <a:pt x="154641" y="47880"/>
                    <a:pt x="165504" y="47880"/>
                  </a:cubicBezTo>
                  <a:cubicBezTo>
                    <a:pt x="176367" y="47880"/>
                    <a:pt x="185313" y="40857"/>
                    <a:pt x="188508" y="31281"/>
                  </a:cubicBezTo>
                  <a:cubicBezTo>
                    <a:pt x="214068" y="38942"/>
                    <a:pt x="214707" y="64478"/>
                    <a:pt x="214707" y="65117"/>
                  </a:cubicBezTo>
                  <a:lnTo>
                    <a:pt x="214707" y="121934"/>
                  </a:lnTo>
                  <a:close/>
                </a:path>
              </a:pathLst>
            </a:custGeom>
            <a:solidFill>
              <a:srgbClr val="012169"/>
            </a:solidFill>
            <a:ln w="6390" cap="flat">
              <a:noFill/>
              <a:prstDash val="solid"/>
              <a:miter/>
            </a:ln>
          </p:spPr>
          <p:txBody>
            <a:bodyPr rtlCol="0" anchor="ctr"/>
            <a:lstStyle/>
            <a:p>
              <a:endParaRPr lang="en-US"/>
            </a:p>
          </p:txBody>
        </p:sp>
        <p:sp>
          <p:nvSpPr>
            <p:cNvPr id="447" name="Graphic 4">
              <a:extLst>
                <a:ext uri="{FF2B5EF4-FFF2-40B4-BE49-F238E27FC236}">
                  <a16:creationId xmlns:a16="http://schemas.microsoft.com/office/drawing/2014/main" id="{B95B3DD4-B2F2-B44D-BB5B-C7458873756D}"/>
                </a:ext>
              </a:extLst>
            </p:cNvPr>
            <p:cNvSpPr/>
            <p:nvPr/>
          </p:nvSpPr>
          <p:spPr>
            <a:xfrm>
              <a:off x="2649267" y="1647230"/>
              <a:ext cx="184043" cy="34473"/>
            </a:xfrm>
            <a:custGeom>
              <a:avLst/>
              <a:gdLst>
                <a:gd name="connsiteX0" fmla="*/ 171889 w 184043"/>
                <a:gd name="connsiteY0" fmla="*/ 6384 h 34473"/>
                <a:gd name="connsiteX1" fmla="*/ 168055 w 184043"/>
                <a:gd name="connsiteY1" fmla="*/ 15960 h 34473"/>
                <a:gd name="connsiteX2" fmla="*/ 152719 w 184043"/>
                <a:gd name="connsiteY2" fmla="*/ 21067 h 34473"/>
                <a:gd name="connsiteX3" fmla="*/ 30672 w 184043"/>
                <a:gd name="connsiteY3" fmla="*/ 21067 h 34473"/>
                <a:gd name="connsiteX4" fmla="*/ 12780 w 184043"/>
                <a:gd name="connsiteY4" fmla="*/ 6384 h 34473"/>
                <a:gd name="connsiteX5" fmla="*/ 6390 w 184043"/>
                <a:gd name="connsiteY5" fmla="*/ 0 h 34473"/>
                <a:gd name="connsiteX6" fmla="*/ 0 w 184043"/>
                <a:gd name="connsiteY6" fmla="*/ 6384 h 34473"/>
                <a:gd name="connsiteX7" fmla="*/ 7668 w 184043"/>
                <a:gd name="connsiteY7" fmla="*/ 25536 h 34473"/>
                <a:gd name="connsiteX8" fmla="*/ 30672 w 184043"/>
                <a:gd name="connsiteY8" fmla="*/ 34473 h 34473"/>
                <a:gd name="connsiteX9" fmla="*/ 30672 w 184043"/>
                <a:gd name="connsiteY9" fmla="*/ 34473 h 34473"/>
                <a:gd name="connsiteX10" fmla="*/ 152080 w 184043"/>
                <a:gd name="connsiteY10" fmla="*/ 34473 h 34473"/>
                <a:gd name="connsiteX11" fmla="*/ 177001 w 184043"/>
                <a:gd name="connsiteY11" fmla="*/ 25536 h 34473"/>
                <a:gd name="connsiteX12" fmla="*/ 184030 w 184043"/>
                <a:gd name="connsiteY12" fmla="*/ 6384 h 34473"/>
                <a:gd name="connsiteX13" fmla="*/ 177640 w 184043"/>
                <a:gd name="connsiteY13" fmla="*/ 638 h 34473"/>
                <a:gd name="connsiteX14" fmla="*/ 171889 w 184043"/>
                <a:gd name="connsiteY14" fmla="*/ 6384 h 3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4043" h="34473">
                  <a:moveTo>
                    <a:pt x="171889" y="6384"/>
                  </a:moveTo>
                  <a:cubicBezTo>
                    <a:pt x="171889" y="6384"/>
                    <a:pt x="171889" y="12130"/>
                    <a:pt x="168055" y="15960"/>
                  </a:cubicBezTo>
                  <a:cubicBezTo>
                    <a:pt x="164860" y="19152"/>
                    <a:pt x="159748" y="21067"/>
                    <a:pt x="152719" y="21067"/>
                  </a:cubicBezTo>
                  <a:lnTo>
                    <a:pt x="30672" y="21067"/>
                  </a:lnTo>
                  <a:cubicBezTo>
                    <a:pt x="27477" y="21067"/>
                    <a:pt x="12780" y="20429"/>
                    <a:pt x="12780" y="6384"/>
                  </a:cubicBezTo>
                  <a:cubicBezTo>
                    <a:pt x="12780" y="2554"/>
                    <a:pt x="10224" y="0"/>
                    <a:pt x="6390" y="0"/>
                  </a:cubicBezTo>
                  <a:cubicBezTo>
                    <a:pt x="2556" y="0"/>
                    <a:pt x="0" y="2554"/>
                    <a:pt x="0" y="6384"/>
                  </a:cubicBezTo>
                  <a:cubicBezTo>
                    <a:pt x="0" y="14045"/>
                    <a:pt x="2556" y="20429"/>
                    <a:pt x="7668" y="25536"/>
                  </a:cubicBezTo>
                  <a:cubicBezTo>
                    <a:pt x="15975" y="33835"/>
                    <a:pt x="28755" y="34473"/>
                    <a:pt x="30672" y="34473"/>
                  </a:cubicBezTo>
                  <a:cubicBezTo>
                    <a:pt x="30672" y="34473"/>
                    <a:pt x="30672" y="34473"/>
                    <a:pt x="30672" y="34473"/>
                  </a:cubicBezTo>
                  <a:lnTo>
                    <a:pt x="152080" y="34473"/>
                  </a:lnTo>
                  <a:cubicBezTo>
                    <a:pt x="162943" y="34473"/>
                    <a:pt x="171250" y="31281"/>
                    <a:pt x="177001" y="25536"/>
                  </a:cubicBezTo>
                  <a:cubicBezTo>
                    <a:pt x="184669" y="17875"/>
                    <a:pt x="184030" y="7661"/>
                    <a:pt x="184030" y="6384"/>
                  </a:cubicBezTo>
                  <a:cubicBezTo>
                    <a:pt x="184030" y="3192"/>
                    <a:pt x="180835" y="0"/>
                    <a:pt x="177640" y="638"/>
                  </a:cubicBezTo>
                  <a:cubicBezTo>
                    <a:pt x="174445" y="0"/>
                    <a:pt x="171889" y="2554"/>
                    <a:pt x="171889" y="6384"/>
                  </a:cubicBezTo>
                  <a:close/>
                </a:path>
              </a:pathLst>
            </a:custGeom>
            <a:solidFill>
              <a:srgbClr val="012169"/>
            </a:solidFill>
            <a:ln w="6390" cap="flat">
              <a:noFill/>
              <a:prstDash val="solid"/>
              <a:miter/>
            </a:ln>
          </p:spPr>
          <p:txBody>
            <a:bodyPr rtlCol="0" anchor="ctr"/>
            <a:lstStyle/>
            <a:p>
              <a:endParaRPr lang="en-US"/>
            </a:p>
          </p:txBody>
        </p:sp>
        <p:sp>
          <p:nvSpPr>
            <p:cNvPr id="448" name="Graphic 4">
              <a:extLst>
                <a:ext uri="{FF2B5EF4-FFF2-40B4-BE49-F238E27FC236}">
                  <a16:creationId xmlns:a16="http://schemas.microsoft.com/office/drawing/2014/main" id="{1FA8451D-C491-7845-931F-0CE6B4511740}"/>
                </a:ext>
              </a:extLst>
            </p:cNvPr>
            <p:cNvSpPr/>
            <p:nvPr/>
          </p:nvSpPr>
          <p:spPr>
            <a:xfrm>
              <a:off x="2741762" y="1601903"/>
              <a:ext cx="38989" cy="43411"/>
            </a:xfrm>
            <a:custGeom>
              <a:avLst/>
              <a:gdLst>
                <a:gd name="connsiteX0" fmla="*/ 3994 w 38989"/>
                <a:gd name="connsiteY0" fmla="*/ 42773 h 43411"/>
                <a:gd name="connsiteX1" fmla="*/ 6550 w 38989"/>
                <a:gd name="connsiteY1" fmla="*/ 43411 h 43411"/>
                <a:gd name="connsiteX2" fmla="*/ 12301 w 38989"/>
                <a:gd name="connsiteY2" fmla="*/ 39581 h 43411"/>
                <a:gd name="connsiteX3" fmla="*/ 12940 w 38989"/>
                <a:gd name="connsiteY3" fmla="*/ 37666 h 43411"/>
                <a:gd name="connsiteX4" fmla="*/ 26359 w 38989"/>
                <a:gd name="connsiteY4" fmla="*/ 37666 h 43411"/>
                <a:gd name="connsiteX5" fmla="*/ 26997 w 38989"/>
                <a:gd name="connsiteY5" fmla="*/ 39581 h 43411"/>
                <a:gd name="connsiteX6" fmla="*/ 35304 w 38989"/>
                <a:gd name="connsiteY6" fmla="*/ 42773 h 43411"/>
                <a:gd name="connsiteX7" fmla="*/ 38499 w 38989"/>
                <a:gd name="connsiteY7" fmla="*/ 34473 h 43411"/>
                <a:gd name="connsiteX8" fmla="*/ 25080 w 38989"/>
                <a:gd name="connsiteY8" fmla="*/ 3830 h 43411"/>
                <a:gd name="connsiteX9" fmla="*/ 19330 w 38989"/>
                <a:gd name="connsiteY9" fmla="*/ 0 h 43411"/>
                <a:gd name="connsiteX10" fmla="*/ 19330 w 38989"/>
                <a:gd name="connsiteY10" fmla="*/ 0 h 43411"/>
                <a:gd name="connsiteX11" fmla="*/ 13579 w 38989"/>
                <a:gd name="connsiteY11" fmla="*/ 3830 h 43411"/>
                <a:gd name="connsiteX12" fmla="*/ 160 w 38989"/>
                <a:gd name="connsiteY12" fmla="*/ 34473 h 43411"/>
                <a:gd name="connsiteX13" fmla="*/ 3994 w 38989"/>
                <a:gd name="connsiteY13" fmla="*/ 42773 h 43411"/>
                <a:gd name="connsiteX14" fmla="*/ 19969 w 38989"/>
                <a:gd name="connsiteY14" fmla="*/ 22344 h 43411"/>
                <a:gd name="connsiteX15" fmla="*/ 21246 w 38989"/>
                <a:gd name="connsiteY15" fmla="*/ 24897 h 43411"/>
                <a:gd name="connsiteX16" fmla="*/ 18691 w 38989"/>
                <a:gd name="connsiteY16" fmla="*/ 24897 h 43411"/>
                <a:gd name="connsiteX17" fmla="*/ 19969 w 38989"/>
                <a:gd name="connsiteY17" fmla="*/ 22344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989" h="43411">
                  <a:moveTo>
                    <a:pt x="3994" y="42773"/>
                  </a:moveTo>
                  <a:cubicBezTo>
                    <a:pt x="4633" y="43411"/>
                    <a:pt x="5911" y="43411"/>
                    <a:pt x="6550" y="43411"/>
                  </a:cubicBezTo>
                  <a:cubicBezTo>
                    <a:pt x="9106" y="43411"/>
                    <a:pt x="11662" y="42134"/>
                    <a:pt x="12301" y="39581"/>
                  </a:cubicBezTo>
                  <a:lnTo>
                    <a:pt x="12940" y="37666"/>
                  </a:lnTo>
                  <a:lnTo>
                    <a:pt x="26359" y="37666"/>
                  </a:lnTo>
                  <a:lnTo>
                    <a:pt x="26997" y="39581"/>
                  </a:lnTo>
                  <a:cubicBezTo>
                    <a:pt x="28275" y="42773"/>
                    <a:pt x="32109" y="44050"/>
                    <a:pt x="35304" y="42773"/>
                  </a:cubicBezTo>
                  <a:cubicBezTo>
                    <a:pt x="38499" y="41496"/>
                    <a:pt x="39777" y="37666"/>
                    <a:pt x="38499" y="34473"/>
                  </a:cubicBezTo>
                  <a:lnTo>
                    <a:pt x="25080" y="3830"/>
                  </a:lnTo>
                  <a:cubicBezTo>
                    <a:pt x="23802" y="1277"/>
                    <a:pt x="21886" y="0"/>
                    <a:pt x="19330" y="0"/>
                  </a:cubicBezTo>
                  <a:cubicBezTo>
                    <a:pt x="19330" y="0"/>
                    <a:pt x="19330" y="0"/>
                    <a:pt x="19330" y="0"/>
                  </a:cubicBezTo>
                  <a:cubicBezTo>
                    <a:pt x="16774" y="0"/>
                    <a:pt x="14218" y="1277"/>
                    <a:pt x="13579" y="3830"/>
                  </a:cubicBezTo>
                  <a:lnTo>
                    <a:pt x="160" y="34473"/>
                  </a:lnTo>
                  <a:cubicBezTo>
                    <a:pt x="-479" y="37666"/>
                    <a:pt x="799" y="41496"/>
                    <a:pt x="3994" y="42773"/>
                  </a:cubicBezTo>
                  <a:close/>
                  <a:moveTo>
                    <a:pt x="19969" y="22344"/>
                  </a:moveTo>
                  <a:lnTo>
                    <a:pt x="21246" y="24897"/>
                  </a:lnTo>
                  <a:lnTo>
                    <a:pt x="18691" y="24897"/>
                  </a:lnTo>
                  <a:lnTo>
                    <a:pt x="19969" y="22344"/>
                  </a:lnTo>
                  <a:close/>
                </a:path>
              </a:pathLst>
            </a:custGeom>
            <a:solidFill>
              <a:srgbClr val="012169"/>
            </a:solidFill>
            <a:ln w="6390" cap="flat">
              <a:noFill/>
              <a:prstDash val="solid"/>
              <a:miter/>
            </a:ln>
          </p:spPr>
          <p:txBody>
            <a:bodyPr rtlCol="0" anchor="ctr"/>
            <a:lstStyle/>
            <a:p>
              <a:endParaRPr lang="en-US"/>
            </a:p>
          </p:txBody>
        </p:sp>
        <p:sp>
          <p:nvSpPr>
            <p:cNvPr id="449" name="Graphic 4">
              <a:extLst>
                <a:ext uri="{FF2B5EF4-FFF2-40B4-BE49-F238E27FC236}">
                  <a16:creationId xmlns:a16="http://schemas.microsoft.com/office/drawing/2014/main" id="{9E991693-0AB3-274D-A7A2-3F7E2041F791}"/>
                </a:ext>
              </a:extLst>
            </p:cNvPr>
            <p:cNvSpPr/>
            <p:nvPr/>
          </p:nvSpPr>
          <p:spPr>
            <a:xfrm>
              <a:off x="2702943" y="1602542"/>
              <a:ext cx="39617" cy="43411"/>
            </a:xfrm>
            <a:custGeom>
              <a:avLst/>
              <a:gdLst>
                <a:gd name="connsiteX0" fmla="*/ 19809 w 39617"/>
                <a:gd name="connsiteY0" fmla="*/ 43411 h 43411"/>
                <a:gd name="connsiteX1" fmla="*/ 39618 w 39617"/>
                <a:gd name="connsiteY1" fmla="*/ 21706 h 43411"/>
                <a:gd name="connsiteX2" fmla="*/ 19809 w 39617"/>
                <a:gd name="connsiteY2" fmla="*/ 0 h 43411"/>
                <a:gd name="connsiteX3" fmla="*/ 0 w 39617"/>
                <a:gd name="connsiteY3" fmla="*/ 21706 h 43411"/>
                <a:gd name="connsiteX4" fmla="*/ 19809 w 39617"/>
                <a:gd name="connsiteY4" fmla="*/ 43411 h 43411"/>
                <a:gd name="connsiteX5" fmla="*/ 19809 w 39617"/>
                <a:gd name="connsiteY5" fmla="*/ 12130 h 43411"/>
                <a:gd name="connsiteX6" fmla="*/ 26838 w 39617"/>
                <a:gd name="connsiteY6" fmla="*/ 21067 h 43411"/>
                <a:gd name="connsiteX7" fmla="*/ 19809 w 39617"/>
                <a:gd name="connsiteY7" fmla="*/ 30005 h 43411"/>
                <a:gd name="connsiteX8" fmla="*/ 12780 w 39617"/>
                <a:gd name="connsiteY8" fmla="*/ 21067 h 43411"/>
                <a:gd name="connsiteX9" fmla="*/ 19809 w 39617"/>
                <a:gd name="connsiteY9" fmla="*/ 12130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17" h="43411">
                  <a:moveTo>
                    <a:pt x="19809" y="43411"/>
                  </a:moveTo>
                  <a:cubicBezTo>
                    <a:pt x="30672" y="43411"/>
                    <a:pt x="39618" y="33835"/>
                    <a:pt x="39618" y="21706"/>
                  </a:cubicBezTo>
                  <a:cubicBezTo>
                    <a:pt x="39618" y="9576"/>
                    <a:pt x="30672" y="0"/>
                    <a:pt x="19809" y="0"/>
                  </a:cubicBezTo>
                  <a:cubicBezTo>
                    <a:pt x="8946" y="0"/>
                    <a:pt x="0" y="9576"/>
                    <a:pt x="0" y="21706"/>
                  </a:cubicBezTo>
                  <a:cubicBezTo>
                    <a:pt x="639" y="33835"/>
                    <a:pt x="8946" y="43411"/>
                    <a:pt x="19809" y="43411"/>
                  </a:cubicBezTo>
                  <a:close/>
                  <a:moveTo>
                    <a:pt x="19809" y="12130"/>
                  </a:moveTo>
                  <a:cubicBezTo>
                    <a:pt x="23643" y="12130"/>
                    <a:pt x="26838" y="16598"/>
                    <a:pt x="26838" y="21067"/>
                  </a:cubicBezTo>
                  <a:cubicBezTo>
                    <a:pt x="26838" y="26174"/>
                    <a:pt x="23643" y="30005"/>
                    <a:pt x="19809" y="30005"/>
                  </a:cubicBezTo>
                  <a:cubicBezTo>
                    <a:pt x="15975" y="30005"/>
                    <a:pt x="12780" y="25536"/>
                    <a:pt x="12780" y="21067"/>
                  </a:cubicBezTo>
                  <a:cubicBezTo>
                    <a:pt x="13419" y="16598"/>
                    <a:pt x="15975" y="12130"/>
                    <a:pt x="19809" y="12130"/>
                  </a:cubicBezTo>
                  <a:close/>
                </a:path>
              </a:pathLst>
            </a:custGeom>
            <a:solidFill>
              <a:srgbClr val="012169"/>
            </a:solidFill>
            <a:ln w="6390" cap="flat">
              <a:noFill/>
              <a:prstDash val="solid"/>
              <a:miter/>
            </a:ln>
          </p:spPr>
          <p:txBody>
            <a:bodyPr rtlCol="0" anchor="ctr"/>
            <a:lstStyle/>
            <a:p>
              <a:endParaRPr lang="en-US"/>
            </a:p>
          </p:txBody>
        </p:sp>
        <p:sp>
          <p:nvSpPr>
            <p:cNvPr id="450" name="Graphic 4">
              <a:extLst>
                <a:ext uri="{FF2B5EF4-FFF2-40B4-BE49-F238E27FC236}">
                  <a16:creationId xmlns:a16="http://schemas.microsoft.com/office/drawing/2014/main" id="{9AFB2D79-A49F-A54E-B472-1AD36AFC7A1E}"/>
                </a:ext>
              </a:extLst>
            </p:cNvPr>
            <p:cNvSpPr/>
            <p:nvPr/>
          </p:nvSpPr>
          <p:spPr>
            <a:xfrm>
              <a:off x="2666120" y="1601110"/>
              <a:ext cx="34599" cy="44842"/>
            </a:xfrm>
            <a:custGeom>
              <a:avLst/>
              <a:gdLst>
                <a:gd name="connsiteX0" fmla="*/ 400 w 34599"/>
                <a:gd name="connsiteY0" fmla="*/ 32075 h 44842"/>
                <a:gd name="connsiteX1" fmla="*/ 17653 w 34599"/>
                <a:gd name="connsiteY1" fmla="*/ 44843 h 44842"/>
                <a:gd name="connsiteX2" fmla="*/ 18931 w 34599"/>
                <a:gd name="connsiteY2" fmla="*/ 44843 h 44842"/>
                <a:gd name="connsiteX3" fmla="*/ 34267 w 34599"/>
                <a:gd name="connsiteY3" fmla="*/ 32713 h 44842"/>
                <a:gd name="connsiteX4" fmla="*/ 29155 w 34599"/>
                <a:gd name="connsiteY4" fmla="*/ 19307 h 44842"/>
                <a:gd name="connsiteX5" fmla="*/ 32989 w 34599"/>
                <a:gd name="connsiteY5" fmla="*/ 12284 h 44842"/>
                <a:gd name="connsiteX6" fmla="*/ 26599 w 34599"/>
                <a:gd name="connsiteY6" fmla="*/ 2709 h 44842"/>
                <a:gd name="connsiteX7" fmla="*/ 13180 w 34599"/>
                <a:gd name="connsiteY7" fmla="*/ 793 h 44842"/>
                <a:gd name="connsiteX8" fmla="*/ 400 w 34599"/>
                <a:gd name="connsiteY8" fmla="*/ 14200 h 44842"/>
                <a:gd name="connsiteX9" fmla="*/ 4873 w 34599"/>
                <a:gd name="connsiteY9" fmla="*/ 23776 h 44842"/>
                <a:gd name="connsiteX10" fmla="*/ 4234 w 34599"/>
                <a:gd name="connsiteY10" fmla="*/ 23776 h 44842"/>
                <a:gd name="connsiteX11" fmla="*/ 400 w 34599"/>
                <a:gd name="connsiteY11" fmla="*/ 32075 h 44842"/>
                <a:gd name="connsiteX12" fmla="*/ 16375 w 34599"/>
                <a:gd name="connsiteY12" fmla="*/ 13561 h 44842"/>
                <a:gd name="connsiteX13" fmla="*/ 20848 w 34599"/>
                <a:gd name="connsiteY13" fmla="*/ 14838 h 44842"/>
                <a:gd name="connsiteX14" fmla="*/ 21487 w 34599"/>
                <a:gd name="connsiteY14" fmla="*/ 16115 h 44842"/>
                <a:gd name="connsiteX15" fmla="*/ 16375 w 34599"/>
                <a:gd name="connsiteY15" fmla="*/ 14838 h 44842"/>
                <a:gd name="connsiteX16" fmla="*/ 14458 w 34599"/>
                <a:gd name="connsiteY16" fmla="*/ 14200 h 44842"/>
                <a:gd name="connsiteX17" fmla="*/ 13819 w 34599"/>
                <a:gd name="connsiteY17" fmla="*/ 14200 h 44842"/>
                <a:gd name="connsiteX18" fmla="*/ 16375 w 34599"/>
                <a:gd name="connsiteY18" fmla="*/ 13561 h 44842"/>
                <a:gd name="connsiteX19" fmla="*/ 13819 w 34599"/>
                <a:gd name="connsiteY19" fmla="*/ 27606 h 44842"/>
                <a:gd name="connsiteX20" fmla="*/ 22126 w 34599"/>
                <a:gd name="connsiteY20" fmla="*/ 30160 h 44842"/>
                <a:gd name="connsiteX21" fmla="*/ 22126 w 34599"/>
                <a:gd name="connsiteY21" fmla="*/ 30798 h 44842"/>
                <a:gd name="connsiteX22" fmla="*/ 16375 w 34599"/>
                <a:gd name="connsiteY22" fmla="*/ 32075 h 44842"/>
                <a:gd name="connsiteX23" fmla="*/ 12541 w 34599"/>
                <a:gd name="connsiteY23" fmla="*/ 28244 h 44842"/>
                <a:gd name="connsiteX24" fmla="*/ 11902 w 34599"/>
                <a:gd name="connsiteY24" fmla="*/ 26968 h 44842"/>
                <a:gd name="connsiteX25" fmla="*/ 13819 w 34599"/>
                <a:gd name="connsiteY25" fmla="*/ 27606 h 44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4599" h="44842">
                  <a:moveTo>
                    <a:pt x="400" y="32075"/>
                  </a:moveTo>
                  <a:cubicBezTo>
                    <a:pt x="2956" y="39736"/>
                    <a:pt x="9346" y="44843"/>
                    <a:pt x="17653" y="44843"/>
                  </a:cubicBezTo>
                  <a:cubicBezTo>
                    <a:pt x="18292" y="44843"/>
                    <a:pt x="18931" y="44843"/>
                    <a:pt x="18931" y="44843"/>
                  </a:cubicBezTo>
                  <a:cubicBezTo>
                    <a:pt x="27238" y="44204"/>
                    <a:pt x="33628" y="39097"/>
                    <a:pt x="34267" y="32713"/>
                  </a:cubicBezTo>
                  <a:cubicBezTo>
                    <a:pt x="35545" y="26329"/>
                    <a:pt x="32989" y="21860"/>
                    <a:pt x="29155" y="19307"/>
                  </a:cubicBezTo>
                  <a:cubicBezTo>
                    <a:pt x="31711" y="18030"/>
                    <a:pt x="33628" y="15476"/>
                    <a:pt x="32989" y="12284"/>
                  </a:cubicBezTo>
                  <a:cubicBezTo>
                    <a:pt x="32989" y="11008"/>
                    <a:pt x="31711" y="5901"/>
                    <a:pt x="26599" y="2709"/>
                  </a:cubicBezTo>
                  <a:cubicBezTo>
                    <a:pt x="24043" y="793"/>
                    <a:pt x="19570" y="-1122"/>
                    <a:pt x="13180" y="793"/>
                  </a:cubicBezTo>
                  <a:cubicBezTo>
                    <a:pt x="3595" y="2709"/>
                    <a:pt x="400" y="9093"/>
                    <a:pt x="400" y="14200"/>
                  </a:cubicBezTo>
                  <a:cubicBezTo>
                    <a:pt x="400" y="18030"/>
                    <a:pt x="2317" y="21222"/>
                    <a:pt x="4873" y="23776"/>
                  </a:cubicBezTo>
                  <a:cubicBezTo>
                    <a:pt x="4873" y="23776"/>
                    <a:pt x="4234" y="23776"/>
                    <a:pt x="4234" y="23776"/>
                  </a:cubicBezTo>
                  <a:cubicBezTo>
                    <a:pt x="1039" y="25052"/>
                    <a:pt x="-878" y="28883"/>
                    <a:pt x="400" y="32075"/>
                  </a:cubicBezTo>
                  <a:close/>
                  <a:moveTo>
                    <a:pt x="16375" y="13561"/>
                  </a:moveTo>
                  <a:cubicBezTo>
                    <a:pt x="20209" y="12923"/>
                    <a:pt x="20848" y="14200"/>
                    <a:pt x="20848" y="14838"/>
                  </a:cubicBezTo>
                  <a:cubicBezTo>
                    <a:pt x="20848" y="15476"/>
                    <a:pt x="20848" y="15476"/>
                    <a:pt x="21487" y="16115"/>
                  </a:cubicBezTo>
                  <a:cubicBezTo>
                    <a:pt x="19570" y="15476"/>
                    <a:pt x="18292" y="15476"/>
                    <a:pt x="16375" y="14838"/>
                  </a:cubicBezTo>
                  <a:lnTo>
                    <a:pt x="14458" y="14200"/>
                  </a:lnTo>
                  <a:cubicBezTo>
                    <a:pt x="14458" y="14200"/>
                    <a:pt x="13819" y="14200"/>
                    <a:pt x="13819" y="14200"/>
                  </a:cubicBezTo>
                  <a:cubicBezTo>
                    <a:pt x="14458" y="14200"/>
                    <a:pt x="15097" y="14200"/>
                    <a:pt x="16375" y="13561"/>
                  </a:cubicBezTo>
                  <a:close/>
                  <a:moveTo>
                    <a:pt x="13819" y="27606"/>
                  </a:moveTo>
                  <a:cubicBezTo>
                    <a:pt x="16375" y="28244"/>
                    <a:pt x="21487" y="28883"/>
                    <a:pt x="22126" y="30160"/>
                  </a:cubicBezTo>
                  <a:cubicBezTo>
                    <a:pt x="22126" y="30160"/>
                    <a:pt x="22126" y="30798"/>
                    <a:pt x="22126" y="30798"/>
                  </a:cubicBezTo>
                  <a:cubicBezTo>
                    <a:pt x="21487" y="31436"/>
                    <a:pt x="19570" y="32713"/>
                    <a:pt x="16375" y="32075"/>
                  </a:cubicBezTo>
                  <a:cubicBezTo>
                    <a:pt x="14458" y="32075"/>
                    <a:pt x="13180" y="30798"/>
                    <a:pt x="12541" y="28244"/>
                  </a:cubicBezTo>
                  <a:cubicBezTo>
                    <a:pt x="12541" y="27606"/>
                    <a:pt x="12541" y="27606"/>
                    <a:pt x="11902" y="26968"/>
                  </a:cubicBezTo>
                  <a:lnTo>
                    <a:pt x="13819" y="27606"/>
                  </a:lnTo>
                  <a:close/>
                </a:path>
              </a:pathLst>
            </a:custGeom>
            <a:solidFill>
              <a:srgbClr val="012169"/>
            </a:solidFill>
            <a:ln w="6390" cap="flat">
              <a:noFill/>
              <a:prstDash val="solid"/>
              <a:miter/>
            </a:ln>
          </p:spPr>
          <p:txBody>
            <a:bodyPr rtlCol="0" anchor="ctr"/>
            <a:lstStyle/>
            <a:p>
              <a:endParaRPr lang="en-US"/>
            </a:p>
          </p:txBody>
        </p:sp>
        <p:sp>
          <p:nvSpPr>
            <p:cNvPr id="451" name="Graphic 4">
              <a:extLst>
                <a:ext uri="{FF2B5EF4-FFF2-40B4-BE49-F238E27FC236}">
                  <a16:creationId xmlns:a16="http://schemas.microsoft.com/office/drawing/2014/main" id="{1F9468E7-2696-5040-A6DF-E8C1318765C0}"/>
                </a:ext>
              </a:extLst>
            </p:cNvPr>
            <p:cNvSpPr/>
            <p:nvPr/>
          </p:nvSpPr>
          <p:spPr>
            <a:xfrm>
              <a:off x="2782817" y="1603180"/>
              <a:ext cx="33227" cy="42772"/>
            </a:xfrm>
            <a:custGeom>
              <a:avLst/>
              <a:gdLst>
                <a:gd name="connsiteX0" fmla="*/ 7029 w 33227"/>
                <a:gd name="connsiteY0" fmla="*/ 42773 h 42772"/>
                <a:gd name="connsiteX1" fmla="*/ 13419 w 33227"/>
                <a:gd name="connsiteY1" fmla="*/ 36389 h 42772"/>
                <a:gd name="connsiteX2" fmla="*/ 13419 w 33227"/>
                <a:gd name="connsiteY2" fmla="*/ 28089 h 42772"/>
                <a:gd name="connsiteX3" fmla="*/ 21087 w 33227"/>
                <a:gd name="connsiteY3" fmla="*/ 28089 h 42772"/>
                <a:gd name="connsiteX4" fmla="*/ 33228 w 33227"/>
                <a:gd name="connsiteY4" fmla="*/ 14045 h 42772"/>
                <a:gd name="connsiteX5" fmla="*/ 19809 w 33227"/>
                <a:gd name="connsiteY5" fmla="*/ 0 h 42772"/>
                <a:gd name="connsiteX6" fmla="*/ 6390 w 33227"/>
                <a:gd name="connsiteY6" fmla="*/ 0 h 42772"/>
                <a:gd name="connsiteX7" fmla="*/ 0 w 33227"/>
                <a:gd name="connsiteY7" fmla="*/ 6384 h 42772"/>
                <a:gd name="connsiteX8" fmla="*/ 0 w 33227"/>
                <a:gd name="connsiteY8" fmla="*/ 36389 h 42772"/>
                <a:gd name="connsiteX9" fmla="*/ 7029 w 33227"/>
                <a:gd name="connsiteY9" fmla="*/ 42773 h 42772"/>
                <a:gd name="connsiteX10" fmla="*/ 13419 w 33227"/>
                <a:gd name="connsiteY10" fmla="*/ 12768 h 42772"/>
                <a:gd name="connsiteX11" fmla="*/ 19809 w 33227"/>
                <a:gd name="connsiteY11" fmla="*/ 12768 h 42772"/>
                <a:gd name="connsiteX12" fmla="*/ 21087 w 33227"/>
                <a:gd name="connsiteY12" fmla="*/ 14045 h 42772"/>
                <a:gd name="connsiteX13" fmla="*/ 21087 w 33227"/>
                <a:gd name="connsiteY13" fmla="*/ 15322 h 42772"/>
                <a:gd name="connsiteX14" fmla="*/ 13419 w 33227"/>
                <a:gd name="connsiteY14" fmla="*/ 15322 h 42772"/>
                <a:gd name="connsiteX15" fmla="*/ 13419 w 33227"/>
                <a:gd name="connsiteY15" fmla="*/ 12768 h 4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227" h="42772">
                  <a:moveTo>
                    <a:pt x="7029" y="42773"/>
                  </a:moveTo>
                  <a:cubicBezTo>
                    <a:pt x="10863" y="42773"/>
                    <a:pt x="13419" y="40219"/>
                    <a:pt x="13419" y="36389"/>
                  </a:cubicBezTo>
                  <a:lnTo>
                    <a:pt x="13419" y="28089"/>
                  </a:lnTo>
                  <a:lnTo>
                    <a:pt x="21087" y="28089"/>
                  </a:lnTo>
                  <a:cubicBezTo>
                    <a:pt x="26199" y="28089"/>
                    <a:pt x="33228" y="23621"/>
                    <a:pt x="33228" y="14045"/>
                  </a:cubicBezTo>
                  <a:cubicBezTo>
                    <a:pt x="33228" y="3830"/>
                    <a:pt x="25560" y="0"/>
                    <a:pt x="19809" y="0"/>
                  </a:cubicBezTo>
                  <a:lnTo>
                    <a:pt x="6390" y="0"/>
                  </a:lnTo>
                  <a:cubicBezTo>
                    <a:pt x="2556" y="0"/>
                    <a:pt x="0" y="2554"/>
                    <a:pt x="0" y="6384"/>
                  </a:cubicBezTo>
                  <a:lnTo>
                    <a:pt x="0" y="36389"/>
                  </a:lnTo>
                  <a:cubicBezTo>
                    <a:pt x="639" y="39581"/>
                    <a:pt x="3834" y="42773"/>
                    <a:pt x="7029" y="42773"/>
                  </a:cubicBezTo>
                  <a:close/>
                  <a:moveTo>
                    <a:pt x="13419" y="12768"/>
                  </a:moveTo>
                  <a:lnTo>
                    <a:pt x="19809" y="12768"/>
                  </a:lnTo>
                  <a:cubicBezTo>
                    <a:pt x="21087" y="12768"/>
                    <a:pt x="21087" y="13406"/>
                    <a:pt x="21087" y="14045"/>
                  </a:cubicBezTo>
                  <a:cubicBezTo>
                    <a:pt x="21087" y="14683"/>
                    <a:pt x="21087" y="15322"/>
                    <a:pt x="21087" y="15322"/>
                  </a:cubicBezTo>
                  <a:lnTo>
                    <a:pt x="13419" y="15322"/>
                  </a:lnTo>
                  <a:lnTo>
                    <a:pt x="13419" y="12768"/>
                  </a:lnTo>
                  <a:close/>
                </a:path>
              </a:pathLst>
            </a:custGeom>
            <a:solidFill>
              <a:srgbClr val="012169"/>
            </a:solidFill>
            <a:ln w="6390" cap="flat">
              <a:noFill/>
              <a:prstDash val="solid"/>
              <a:miter/>
            </a:ln>
          </p:spPr>
          <p:txBody>
            <a:bodyPr rtlCol="0" anchor="ctr"/>
            <a:lstStyle/>
            <a:p>
              <a:endParaRPr lang="en-US"/>
            </a:p>
          </p:txBody>
        </p:sp>
      </p:grpSp>
      <p:grpSp>
        <p:nvGrpSpPr>
          <p:cNvPr id="452" name="Graphic 4">
            <a:extLst>
              <a:ext uri="{FF2B5EF4-FFF2-40B4-BE49-F238E27FC236}">
                <a16:creationId xmlns:a16="http://schemas.microsoft.com/office/drawing/2014/main" id="{81C43437-3857-2141-BC2F-5082F5337E54}"/>
              </a:ext>
            </a:extLst>
          </p:cNvPr>
          <p:cNvGrpSpPr/>
          <p:nvPr/>
        </p:nvGrpSpPr>
        <p:grpSpPr>
          <a:xfrm>
            <a:off x="467743" y="1893013"/>
            <a:ext cx="361670" cy="361333"/>
            <a:chOff x="467743" y="1893013"/>
            <a:chExt cx="361670" cy="361333"/>
          </a:xfrm>
          <a:solidFill>
            <a:srgbClr val="012169"/>
          </a:solidFill>
        </p:grpSpPr>
        <p:sp>
          <p:nvSpPr>
            <p:cNvPr id="453" name="Graphic 4">
              <a:extLst>
                <a:ext uri="{FF2B5EF4-FFF2-40B4-BE49-F238E27FC236}">
                  <a16:creationId xmlns:a16="http://schemas.microsoft.com/office/drawing/2014/main" id="{BB172C75-80B0-D644-8CA2-6EA3962CB831}"/>
                </a:ext>
              </a:extLst>
            </p:cNvPr>
            <p:cNvSpPr/>
            <p:nvPr/>
          </p:nvSpPr>
          <p:spPr>
            <a:xfrm>
              <a:off x="467743"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454" name="Graphic 4">
              <a:extLst>
                <a:ext uri="{FF2B5EF4-FFF2-40B4-BE49-F238E27FC236}">
                  <a16:creationId xmlns:a16="http://schemas.microsoft.com/office/drawing/2014/main" id="{53520D44-472D-6D49-BD4E-09A3631CDC84}"/>
                </a:ext>
              </a:extLst>
            </p:cNvPr>
            <p:cNvSpPr/>
            <p:nvPr/>
          </p:nvSpPr>
          <p:spPr>
            <a:xfrm>
              <a:off x="718867" y="1954299"/>
              <a:ext cx="22364" cy="12767"/>
            </a:xfrm>
            <a:custGeom>
              <a:avLst/>
              <a:gdLst>
                <a:gd name="connsiteX0" fmla="*/ 15975 w 22364"/>
                <a:gd name="connsiteY0" fmla="*/ 0 h 12767"/>
                <a:gd name="connsiteX1" fmla="*/ 6390 w 22364"/>
                <a:gd name="connsiteY1" fmla="*/ 0 h 12767"/>
                <a:gd name="connsiteX2" fmla="*/ 0 w 22364"/>
                <a:gd name="connsiteY2" fmla="*/ 6384 h 12767"/>
                <a:gd name="connsiteX3" fmla="*/ 6390 w 22364"/>
                <a:gd name="connsiteY3" fmla="*/ 12768 h 12767"/>
                <a:gd name="connsiteX4" fmla="*/ 15975 w 22364"/>
                <a:gd name="connsiteY4" fmla="*/ 12768 h 12767"/>
                <a:gd name="connsiteX5" fmla="*/ 22365 w 22364"/>
                <a:gd name="connsiteY5" fmla="*/ 6384 h 12767"/>
                <a:gd name="connsiteX6" fmla="*/ 15975 w 2236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64" h="12767">
                  <a:moveTo>
                    <a:pt x="15975" y="0"/>
                  </a:moveTo>
                  <a:lnTo>
                    <a:pt x="6390" y="0"/>
                  </a:lnTo>
                  <a:cubicBezTo>
                    <a:pt x="2556" y="0"/>
                    <a:pt x="0" y="2554"/>
                    <a:pt x="0" y="6384"/>
                  </a:cubicBezTo>
                  <a:cubicBezTo>
                    <a:pt x="0" y="10214"/>
                    <a:pt x="2556" y="12768"/>
                    <a:pt x="6390" y="12768"/>
                  </a:cubicBezTo>
                  <a:lnTo>
                    <a:pt x="15975" y="12768"/>
                  </a:lnTo>
                  <a:cubicBezTo>
                    <a:pt x="19809" y="12768"/>
                    <a:pt x="22365" y="10214"/>
                    <a:pt x="22365" y="6384"/>
                  </a:cubicBezTo>
                  <a:cubicBezTo>
                    <a:pt x="22365" y="2554"/>
                    <a:pt x="19809" y="0"/>
                    <a:pt x="15975" y="0"/>
                  </a:cubicBezTo>
                  <a:close/>
                </a:path>
              </a:pathLst>
            </a:custGeom>
            <a:solidFill>
              <a:srgbClr val="012169"/>
            </a:solidFill>
            <a:ln w="6390" cap="flat">
              <a:noFill/>
              <a:prstDash val="solid"/>
              <a:miter/>
            </a:ln>
          </p:spPr>
          <p:txBody>
            <a:bodyPr rtlCol="0" anchor="ctr"/>
            <a:lstStyle/>
            <a:p>
              <a:endParaRPr lang="en-US"/>
            </a:p>
          </p:txBody>
        </p:sp>
        <p:sp>
          <p:nvSpPr>
            <p:cNvPr id="455" name="Graphic 4">
              <a:extLst>
                <a:ext uri="{FF2B5EF4-FFF2-40B4-BE49-F238E27FC236}">
                  <a16:creationId xmlns:a16="http://schemas.microsoft.com/office/drawing/2014/main" id="{3FF744CA-6352-CC45-A9E5-46DED806FDB4}"/>
                </a:ext>
              </a:extLst>
            </p:cNvPr>
            <p:cNvSpPr/>
            <p:nvPr/>
          </p:nvSpPr>
          <p:spPr>
            <a:xfrm>
              <a:off x="555924" y="1963875"/>
              <a:ext cx="137383" cy="230461"/>
            </a:xfrm>
            <a:custGeom>
              <a:avLst/>
              <a:gdLst>
                <a:gd name="connsiteX0" fmla="*/ 132272 w 137383"/>
                <a:gd name="connsiteY0" fmla="*/ 5746 h 230461"/>
                <a:gd name="connsiteX1" fmla="*/ 122687 w 137383"/>
                <a:gd name="connsiteY1" fmla="*/ 638 h 230461"/>
                <a:gd name="connsiteX2" fmla="*/ 120131 w 137383"/>
                <a:gd name="connsiteY2" fmla="*/ 0 h 230461"/>
                <a:gd name="connsiteX3" fmla="*/ 115019 w 137383"/>
                <a:gd name="connsiteY3" fmla="*/ 0 h 230461"/>
                <a:gd name="connsiteX4" fmla="*/ 109907 w 137383"/>
                <a:gd name="connsiteY4" fmla="*/ 2554 h 230461"/>
                <a:gd name="connsiteX5" fmla="*/ 104795 w 137383"/>
                <a:gd name="connsiteY5" fmla="*/ 0 h 230461"/>
                <a:gd name="connsiteX6" fmla="*/ 40896 w 137383"/>
                <a:gd name="connsiteY6" fmla="*/ 0 h 230461"/>
                <a:gd name="connsiteX7" fmla="*/ 5112 w 137383"/>
                <a:gd name="connsiteY7" fmla="*/ 35750 h 230461"/>
                <a:gd name="connsiteX8" fmla="*/ 5112 w 137383"/>
                <a:gd name="connsiteY8" fmla="*/ 40857 h 230461"/>
                <a:gd name="connsiteX9" fmla="*/ 11502 w 137383"/>
                <a:gd name="connsiteY9" fmla="*/ 47241 h 230461"/>
                <a:gd name="connsiteX10" fmla="*/ 26199 w 137383"/>
                <a:gd name="connsiteY10" fmla="*/ 47241 h 230461"/>
                <a:gd name="connsiteX11" fmla="*/ 34506 w 137383"/>
                <a:gd name="connsiteY11" fmla="*/ 55541 h 230461"/>
                <a:gd name="connsiteX12" fmla="*/ 34506 w 137383"/>
                <a:gd name="connsiteY12" fmla="*/ 60648 h 230461"/>
                <a:gd name="connsiteX13" fmla="*/ 34506 w 137383"/>
                <a:gd name="connsiteY13" fmla="*/ 77885 h 230461"/>
                <a:gd name="connsiteX14" fmla="*/ 0 w 137383"/>
                <a:gd name="connsiteY14" fmla="*/ 208756 h 230461"/>
                <a:gd name="connsiteX15" fmla="*/ 6390 w 137383"/>
                <a:gd name="connsiteY15" fmla="*/ 224078 h 230461"/>
                <a:gd name="connsiteX16" fmla="*/ 21726 w 137383"/>
                <a:gd name="connsiteY16" fmla="*/ 230462 h 230461"/>
                <a:gd name="connsiteX17" fmla="*/ 100961 w 137383"/>
                <a:gd name="connsiteY17" fmla="*/ 230462 h 230461"/>
                <a:gd name="connsiteX18" fmla="*/ 122048 w 137383"/>
                <a:gd name="connsiteY18" fmla="*/ 209395 h 230461"/>
                <a:gd name="connsiteX19" fmla="*/ 122048 w 137383"/>
                <a:gd name="connsiteY19" fmla="*/ 174921 h 230461"/>
                <a:gd name="connsiteX20" fmla="*/ 106073 w 137383"/>
                <a:gd name="connsiteY20" fmla="*/ 126403 h 230461"/>
                <a:gd name="connsiteX21" fmla="*/ 102239 w 137383"/>
                <a:gd name="connsiteY21" fmla="*/ 120657 h 230461"/>
                <a:gd name="connsiteX22" fmla="*/ 102239 w 137383"/>
                <a:gd name="connsiteY22" fmla="*/ 95760 h 230461"/>
                <a:gd name="connsiteX23" fmla="*/ 87542 w 137383"/>
                <a:gd name="connsiteY23" fmla="*/ 75969 h 230461"/>
                <a:gd name="connsiteX24" fmla="*/ 87542 w 137383"/>
                <a:gd name="connsiteY24" fmla="*/ 61286 h 230461"/>
                <a:gd name="connsiteX25" fmla="*/ 87542 w 137383"/>
                <a:gd name="connsiteY25" fmla="*/ 56179 h 230461"/>
                <a:gd name="connsiteX26" fmla="*/ 100961 w 137383"/>
                <a:gd name="connsiteY26" fmla="*/ 37665 h 230461"/>
                <a:gd name="connsiteX27" fmla="*/ 106073 w 137383"/>
                <a:gd name="connsiteY27" fmla="*/ 37665 h 230461"/>
                <a:gd name="connsiteX28" fmla="*/ 111185 w 137383"/>
                <a:gd name="connsiteY28" fmla="*/ 35112 h 230461"/>
                <a:gd name="connsiteX29" fmla="*/ 116297 w 137383"/>
                <a:gd name="connsiteY29" fmla="*/ 37665 h 230461"/>
                <a:gd name="connsiteX30" fmla="*/ 121409 w 137383"/>
                <a:gd name="connsiteY30" fmla="*/ 37665 h 230461"/>
                <a:gd name="connsiteX31" fmla="*/ 123965 w 137383"/>
                <a:gd name="connsiteY31" fmla="*/ 37027 h 230461"/>
                <a:gd name="connsiteX32" fmla="*/ 133550 w 137383"/>
                <a:gd name="connsiteY32" fmla="*/ 31920 h 230461"/>
                <a:gd name="connsiteX33" fmla="*/ 137384 w 137383"/>
                <a:gd name="connsiteY33" fmla="*/ 26174 h 230461"/>
                <a:gd name="connsiteX34" fmla="*/ 137384 w 137383"/>
                <a:gd name="connsiteY34" fmla="*/ 11491 h 230461"/>
                <a:gd name="connsiteX35" fmla="*/ 132272 w 137383"/>
                <a:gd name="connsiteY35" fmla="*/ 5746 h 230461"/>
                <a:gd name="connsiteX36" fmla="*/ 74123 w 137383"/>
                <a:gd name="connsiteY36" fmla="*/ 74054 h 230461"/>
                <a:gd name="connsiteX37" fmla="*/ 47286 w 137383"/>
                <a:gd name="connsiteY37" fmla="*/ 74054 h 230461"/>
                <a:gd name="connsiteX38" fmla="*/ 47286 w 137383"/>
                <a:gd name="connsiteY38" fmla="*/ 67032 h 230461"/>
                <a:gd name="connsiteX39" fmla="*/ 74123 w 137383"/>
                <a:gd name="connsiteY39" fmla="*/ 67032 h 230461"/>
                <a:gd name="connsiteX40" fmla="*/ 74123 w 137383"/>
                <a:gd name="connsiteY40" fmla="*/ 74054 h 230461"/>
                <a:gd name="connsiteX41" fmla="*/ 95210 w 137383"/>
                <a:gd name="connsiteY41" fmla="*/ 133425 h 230461"/>
                <a:gd name="connsiteX42" fmla="*/ 108629 w 137383"/>
                <a:gd name="connsiteY42" fmla="*/ 174283 h 230461"/>
                <a:gd name="connsiteX43" fmla="*/ 108629 w 137383"/>
                <a:gd name="connsiteY43" fmla="*/ 208756 h 230461"/>
                <a:gd name="connsiteX44" fmla="*/ 100322 w 137383"/>
                <a:gd name="connsiteY44" fmla="*/ 217055 h 230461"/>
                <a:gd name="connsiteX45" fmla="*/ 21087 w 137383"/>
                <a:gd name="connsiteY45" fmla="*/ 217055 h 230461"/>
                <a:gd name="connsiteX46" fmla="*/ 15336 w 137383"/>
                <a:gd name="connsiteY46" fmla="*/ 214502 h 230461"/>
                <a:gd name="connsiteX47" fmla="*/ 12780 w 137383"/>
                <a:gd name="connsiteY47" fmla="*/ 208756 h 230461"/>
                <a:gd name="connsiteX48" fmla="*/ 43452 w 137383"/>
                <a:gd name="connsiteY48" fmla="*/ 86822 h 230461"/>
                <a:gd name="connsiteX49" fmla="*/ 80513 w 137383"/>
                <a:gd name="connsiteY49" fmla="*/ 86822 h 230461"/>
                <a:gd name="connsiteX50" fmla="*/ 88820 w 137383"/>
                <a:gd name="connsiteY50" fmla="*/ 95121 h 230461"/>
                <a:gd name="connsiteX51" fmla="*/ 88820 w 137383"/>
                <a:gd name="connsiteY51" fmla="*/ 120019 h 230461"/>
                <a:gd name="connsiteX52" fmla="*/ 95210 w 137383"/>
                <a:gd name="connsiteY52" fmla="*/ 133425 h 230461"/>
                <a:gd name="connsiteX53" fmla="*/ 98405 w 137383"/>
                <a:gd name="connsiteY53" fmla="*/ 24897 h 230461"/>
                <a:gd name="connsiteX54" fmla="*/ 74123 w 137383"/>
                <a:gd name="connsiteY54" fmla="*/ 54264 h 230461"/>
                <a:gd name="connsiteX55" fmla="*/ 47286 w 137383"/>
                <a:gd name="connsiteY55" fmla="*/ 54264 h 230461"/>
                <a:gd name="connsiteX56" fmla="*/ 26199 w 137383"/>
                <a:gd name="connsiteY56" fmla="*/ 34473 h 230461"/>
                <a:gd name="connsiteX57" fmla="*/ 17892 w 137383"/>
                <a:gd name="connsiteY57" fmla="*/ 34473 h 230461"/>
                <a:gd name="connsiteX58" fmla="*/ 40896 w 137383"/>
                <a:gd name="connsiteY58" fmla="*/ 12768 h 230461"/>
                <a:gd name="connsiteX59" fmla="*/ 98405 w 137383"/>
                <a:gd name="connsiteY59" fmla="*/ 12768 h 230461"/>
                <a:gd name="connsiteX60" fmla="*/ 98405 w 137383"/>
                <a:gd name="connsiteY60" fmla="*/ 24897 h 230461"/>
                <a:gd name="connsiteX61" fmla="*/ 123326 w 137383"/>
                <a:gd name="connsiteY61" fmla="*/ 22344 h 230461"/>
                <a:gd name="connsiteX62" fmla="*/ 118214 w 137383"/>
                <a:gd name="connsiteY62" fmla="*/ 24897 h 230461"/>
                <a:gd name="connsiteX63" fmla="*/ 115019 w 137383"/>
                <a:gd name="connsiteY63" fmla="*/ 24897 h 230461"/>
                <a:gd name="connsiteX64" fmla="*/ 111824 w 137383"/>
                <a:gd name="connsiteY64" fmla="*/ 26174 h 230461"/>
                <a:gd name="connsiteX65" fmla="*/ 111824 w 137383"/>
                <a:gd name="connsiteY65" fmla="*/ 12130 h 230461"/>
                <a:gd name="connsiteX66" fmla="*/ 115019 w 137383"/>
                <a:gd name="connsiteY66" fmla="*/ 13406 h 230461"/>
                <a:gd name="connsiteX67" fmla="*/ 118214 w 137383"/>
                <a:gd name="connsiteY67" fmla="*/ 13406 h 230461"/>
                <a:gd name="connsiteX68" fmla="*/ 123326 w 137383"/>
                <a:gd name="connsiteY68" fmla="*/ 15960 h 230461"/>
                <a:gd name="connsiteX69" fmla="*/ 123326 w 137383"/>
                <a:gd name="connsiteY69" fmla="*/ 22344 h 230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37383" h="230461">
                  <a:moveTo>
                    <a:pt x="132272" y="5746"/>
                  </a:moveTo>
                  <a:lnTo>
                    <a:pt x="122687" y="638"/>
                  </a:lnTo>
                  <a:cubicBezTo>
                    <a:pt x="122048" y="0"/>
                    <a:pt x="120770" y="0"/>
                    <a:pt x="120131" y="0"/>
                  </a:cubicBezTo>
                  <a:lnTo>
                    <a:pt x="115019" y="0"/>
                  </a:lnTo>
                  <a:cubicBezTo>
                    <a:pt x="113102" y="0"/>
                    <a:pt x="111185" y="1277"/>
                    <a:pt x="109907" y="2554"/>
                  </a:cubicBezTo>
                  <a:cubicBezTo>
                    <a:pt x="108629" y="1277"/>
                    <a:pt x="106712" y="0"/>
                    <a:pt x="104795" y="0"/>
                  </a:cubicBezTo>
                  <a:lnTo>
                    <a:pt x="40896" y="0"/>
                  </a:lnTo>
                  <a:cubicBezTo>
                    <a:pt x="17892" y="0"/>
                    <a:pt x="5112" y="12768"/>
                    <a:pt x="5112" y="35750"/>
                  </a:cubicBezTo>
                  <a:lnTo>
                    <a:pt x="5112" y="40857"/>
                  </a:lnTo>
                  <a:cubicBezTo>
                    <a:pt x="5112" y="44688"/>
                    <a:pt x="7668" y="47241"/>
                    <a:pt x="11502" y="47241"/>
                  </a:cubicBezTo>
                  <a:lnTo>
                    <a:pt x="26199" y="47241"/>
                  </a:lnTo>
                  <a:cubicBezTo>
                    <a:pt x="33228" y="47241"/>
                    <a:pt x="34506" y="49157"/>
                    <a:pt x="34506" y="55541"/>
                  </a:cubicBezTo>
                  <a:lnTo>
                    <a:pt x="34506" y="60648"/>
                  </a:lnTo>
                  <a:lnTo>
                    <a:pt x="34506" y="77885"/>
                  </a:lnTo>
                  <a:cubicBezTo>
                    <a:pt x="5112" y="106613"/>
                    <a:pt x="639" y="157684"/>
                    <a:pt x="0" y="208756"/>
                  </a:cubicBezTo>
                  <a:cubicBezTo>
                    <a:pt x="0" y="214502"/>
                    <a:pt x="1917" y="219609"/>
                    <a:pt x="6390" y="224078"/>
                  </a:cubicBezTo>
                  <a:cubicBezTo>
                    <a:pt x="10224" y="227908"/>
                    <a:pt x="15975" y="230462"/>
                    <a:pt x="21726" y="230462"/>
                  </a:cubicBezTo>
                  <a:lnTo>
                    <a:pt x="100961" y="230462"/>
                  </a:lnTo>
                  <a:cubicBezTo>
                    <a:pt x="112463" y="230462"/>
                    <a:pt x="122048" y="220886"/>
                    <a:pt x="122048" y="209395"/>
                  </a:cubicBezTo>
                  <a:lnTo>
                    <a:pt x="122048" y="174921"/>
                  </a:lnTo>
                  <a:cubicBezTo>
                    <a:pt x="122048" y="146193"/>
                    <a:pt x="111824" y="134064"/>
                    <a:pt x="106073" y="126403"/>
                  </a:cubicBezTo>
                  <a:cubicBezTo>
                    <a:pt x="104156" y="123849"/>
                    <a:pt x="102239" y="121934"/>
                    <a:pt x="102239" y="120657"/>
                  </a:cubicBezTo>
                  <a:lnTo>
                    <a:pt x="102239" y="95760"/>
                  </a:lnTo>
                  <a:cubicBezTo>
                    <a:pt x="102239" y="85545"/>
                    <a:pt x="94571" y="78523"/>
                    <a:pt x="87542" y="75969"/>
                  </a:cubicBezTo>
                  <a:lnTo>
                    <a:pt x="87542" y="61286"/>
                  </a:lnTo>
                  <a:lnTo>
                    <a:pt x="87542" y="56179"/>
                  </a:lnTo>
                  <a:cubicBezTo>
                    <a:pt x="87542" y="54264"/>
                    <a:pt x="88181" y="37665"/>
                    <a:pt x="100961" y="37665"/>
                  </a:cubicBezTo>
                  <a:lnTo>
                    <a:pt x="106073" y="37665"/>
                  </a:lnTo>
                  <a:cubicBezTo>
                    <a:pt x="107990" y="37665"/>
                    <a:pt x="109907" y="36389"/>
                    <a:pt x="111185" y="35112"/>
                  </a:cubicBezTo>
                  <a:cubicBezTo>
                    <a:pt x="112463" y="36389"/>
                    <a:pt x="114380" y="37665"/>
                    <a:pt x="116297" y="37665"/>
                  </a:cubicBezTo>
                  <a:lnTo>
                    <a:pt x="121409" y="37665"/>
                  </a:lnTo>
                  <a:cubicBezTo>
                    <a:pt x="122687" y="37665"/>
                    <a:pt x="123326" y="37665"/>
                    <a:pt x="123965" y="37027"/>
                  </a:cubicBezTo>
                  <a:lnTo>
                    <a:pt x="133550" y="31920"/>
                  </a:lnTo>
                  <a:cubicBezTo>
                    <a:pt x="135467" y="30643"/>
                    <a:pt x="137384" y="28728"/>
                    <a:pt x="137384" y="26174"/>
                  </a:cubicBezTo>
                  <a:lnTo>
                    <a:pt x="137384" y="11491"/>
                  </a:lnTo>
                  <a:cubicBezTo>
                    <a:pt x="136106" y="8938"/>
                    <a:pt x="134828" y="7022"/>
                    <a:pt x="132272" y="5746"/>
                  </a:cubicBezTo>
                  <a:close/>
                  <a:moveTo>
                    <a:pt x="74123" y="74054"/>
                  </a:moveTo>
                  <a:lnTo>
                    <a:pt x="47286" y="74054"/>
                  </a:lnTo>
                  <a:lnTo>
                    <a:pt x="47286" y="67032"/>
                  </a:lnTo>
                  <a:lnTo>
                    <a:pt x="74123" y="67032"/>
                  </a:lnTo>
                  <a:lnTo>
                    <a:pt x="74123" y="74054"/>
                  </a:lnTo>
                  <a:close/>
                  <a:moveTo>
                    <a:pt x="95210" y="133425"/>
                  </a:moveTo>
                  <a:cubicBezTo>
                    <a:pt x="100961" y="140448"/>
                    <a:pt x="108629" y="150024"/>
                    <a:pt x="108629" y="174283"/>
                  </a:cubicBezTo>
                  <a:lnTo>
                    <a:pt x="108629" y="208756"/>
                  </a:lnTo>
                  <a:cubicBezTo>
                    <a:pt x="108629" y="213225"/>
                    <a:pt x="104795" y="217055"/>
                    <a:pt x="100322" y="217055"/>
                  </a:cubicBezTo>
                  <a:lnTo>
                    <a:pt x="21087" y="217055"/>
                  </a:lnTo>
                  <a:cubicBezTo>
                    <a:pt x="18531" y="217055"/>
                    <a:pt x="16614" y="216417"/>
                    <a:pt x="15336" y="214502"/>
                  </a:cubicBezTo>
                  <a:cubicBezTo>
                    <a:pt x="13419" y="212587"/>
                    <a:pt x="12780" y="210671"/>
                    <a:pt x="12780" y="208756"/>
                  </a:cubicBezTo>
                  <a:cubicBezTo>
                    <a:pt x="13419" y="160238"/>
                    <a:pt x="17253" y="112358"/>
                    <a:pt x="43452" y="86822"/>
                  </a:cubicBezTo>
                  <a:lnTo>
                    <a:pt x="80513" y="86822"/>
                  </a:lnTo>
                  <a:cubicBezTo>
                    <a:pt x="81791" y="86822"/>
                    <a:pt x="88820" y="89376"/>
                    <a:pt x="88820" y="95121"/>
                  </a:cubicBezTo>
                  <a:lnTo>
                    <a:pt x="88820" y="120019"/>
                  </a:lnTo>
                  <a:cubicBezTo>
                    <a:pt x="88820" y="125765"/>
                    <a:pt x="92015" y="129595"/>
                    <a:pt x="95210" y="133425"/>
                  </a:cubicBezTo>
                  <a:close/>
                  <a:moveTo>
                    <a:pt x="98405" y="24897"/>
                  </a:moveTo>
                  <a:cubicBezTo>
                    <a:pt x="84347" y="25536"/>
                    <a:pt x="74123" y="37665"/>
                    <a:pt x="74123" y="54264"/>
                  </a:cubicBezTo>
                  <a:lnTo>
                    <a:pt x="47286" y="54264"/>
                  </a:lnTo>
                  <a:cubicBezTo>
                    <a:pt x="46647" y="41496"/>
                    <a:pt x="39618" y="34473"/>
                    <a:pt x="26199" y="34473"/>
                  </a:cubicBezTo>
                  <a:lnTo>
                    <a:pt x="17892" y="34473"/>
                  </a:lnTo>
                  <a:cubicBezTo>
                    <a:pt x="18531" y="19152"/>
                    <a:pt x="25560" y="12768"/>
                    <a:pt x="40896" y="12768"/>
                  </a:cubicBezTo>
                  <a:lnTo>
                    <a:pt x="98405" y="12768"/>
                  </a:lnTo>
                  <a:lnTo>
                    <a:pt x="98405" y="24897"/>
                  </a:lnTo>
                  <a:close/>
                  <a:moveTo>
                    <a:pt x="123326" y="22344"/>
                  </a:moveTo>
                  <a:lnTo>
                    <a:pt x="118214" y="24897"/>
                  </a:lnTo>
                  <a:lnTo>
                    <a:pt x="115019" y="24897"/>
                  </a:lnTo>
                  <a:cubicBezTo>
                    <a:pt x="113741" y="24897"/>
                    <a:pt x="112463" y="25536"/>
                    <a:pt x="111824" y="26174"/>
                  </a:cubicBezTo>
                  <a:lnTo>
                    <a:pt x="111824" y="12130"/>
                  </a:lnTo>
                  <a:cubicBezTo>
                    <a:pt x="113102" y="12768"/>
                    <a:pt x="113741" y="13406"/>
                    <a:pt x="115019" y="13406"/>
                  </a:cubicBezTo>
                  <a:lnTo>
                    <a:pt x="118214" y="13406"/>
                  </a:lnTo>
                  <a:lnTo>
                    <a:pt x="123326" y="15960"/>
                  </a:lnTo>
                  <a:lnTo>
                    <a:pt x="123326" y="22344"/>
                  </a:lnTo>
                  <a:close/>
                </a:path>
              </a:pathLst>
            </a:custGeom>
            <a:solidFill>
              <a:srgbClr val="012169"/>
            </a:solidFill>
            <a:ln w="6390" cap="flat">
              <a:noFill/>
              <a:prstDash val="solid"/>
              <a:miter/>
            </a:ln>
          </p:spPr>
          <p:txBody>
            <a:bodyPr rtlCol="0" anchor="ctr"/>
            <a:lstStyle/>
            <a:p>
              <a:endParaRPr lang="en-US"/>
            </a:p>
          </p:txBody>
        </p:sp>
        <p:sp>
          <p:nvSpPr>
            <p:cNvPr id="456" name="Graphic 4">
              <a:extLst>
                <a:ext uri="{FF2B5EF4-FFF2-40B4-BE49-F238E27FC236}">
                  <a16:creationId xmlns:a16="http://schemas.microsoft.com/office/drawing/2014/main" id="{D1A5503E-099C-5F4F-BDAA-0C92A5016B67}"/>
                </a:ext>
              </a:extLst>
            </p:cNvPr>
            <p:cNvSpPr/>
            <p:nvPr/>
          </p:nvSpPr>
          <p:spPr>
            <a:xfrm>
              <a:off x="648881" y="2008227"/>
              <a:ext cx="42948" cy="52684"/>
            </a:xfrm>
            <a:custGeom>
              <a:avLst/>
              <a:gdLst>
                <a:gd name="connsiteX0" fmla="*/ 12477 w 42948"/>
                <a:gd name="connsiteY0" fmla="*/ 4805 h 52684"/>
                <a:gd name="connsiteX1" fmla="*/ 4809 w 42948"/>
                <a:gd name="connsiteY1" fmla="*/ 336 h 52684"/>
                <a:gd name="connsiteX2" fmla="*/ 336 w 42948"/>
                <a:gd name="connsiteY2" fmla="*/ 7997 h 52684"/>
                <a:gd name="connsiteX3" fmla="*/ 32925 w 42948"/>
                <a:gd name="connsiteY3" fmla="*/ 51408 h 52684"/>
                <a:gd name="connsiteX4" fmla="*/ 36759 w 42948"/>
                <a:gd name="connsiteY4" fmla="*/ 52685 h 52684"/>
                <a:gd name="connsiteX5" fmla="*/ 41871 w 42948"/>
                <a:gd name="connsiteY5" fmla="*/ 50131 h 52684"/>
                <a:gd name="connsiteX6" fmla="*/ 39954 w 42948"/>
                <a:gd name="connsiteY6" fmla="*/ 41193 h 52684"/>
                <a:gd name="connsiteX7" fmla="*/ 12477 w 42948"/>
                <a:gd name="connsiteY7" fmla="*/ 4805 h 52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948" h="52684">
                  <a:moveTo>
                    <a:pt x="12477" y="4805"/>
                  </a:moveTo>
                  <a:cubicBezTo>
                    <a:pt x="11838" y="1613"/>
                    <a:pt x="8004" y="-941"/>
                    <a:pt x="4809" y="336"/>
                  </a:cubicBezTo>
                  <a:cubicBezTo>
                    <a:pt x="1614" y="974"/>
                    <a:pt x="-942" y="4805"/>
                    <a:pt x="336" y="7997"/>
                  </a:cubicBezTo>
                  <a:cubicBezTo>
                    <a:pt x="336" y="9273"/>
                    <a:pt x="7365" y="33533"/>
                    <a:pt x="32925" y="51408"/>
                  </a:cubicBezTo>
                  <a:cubicBezTo>
                    <a:pt x="34203" y="52046"/>
                    <a:pt x="35481" y="52685"/>
                    <a:pt x="36759" y="52685"/>
                  </a:cubicBezTo>
                  <a:cubicBezTo>
                    <a:pt x="38676" y="52685"/>
                    <a:pt x="40593" y="51408"/>
                    <a:pt x="41871" y="50131"/>
                  </a:cubicBezTo>
                  <a:cubicBezTo>
                    <a:pt x="43788" y="46939"/>
                    <a:pt x="43149" y="43109"/>
                    <a:pt x="39954" y="41193"/>
                  </a:cubicBezTo>
                  <a:cubicBezTo>
                    <a:pt x="18228" y="25872"/>
                    <a:pt x="12477" y="5443"/>
                    <a:pt x="12477" y="4805"/>
                  </a:cubicBezTo>
                  <a:close/>
                </a:path>
              </a:pathLst>
            </a:custGeom>
            <a:solidFill>
              <a:srgbClr val="012169"/>
            </a:solidFill>
            <a:ln w="6390" cap="flat">
              <a:noFill/>
              <a:prstDash val="solid"/>
              <a:miter/>
            </a:ln>
          </p:spPr>
          <p:txBody>
            <a:bodyPr rtlCol="0" anchor="ctr"/>
            <a:lstStyle/>
            <a:p>
              <a:endParaRPr lang="en-US"/>
            </a:p>
          </p:txBody>
        </p:sp>
        <p:sp>
          <p:nvSpPr>
            <p:cNvPr id="457" name="Graphic 4">
              <a:extLst>
                <a:ext uri="{FF2B5EF4-FFF2-40B4-BE49-F238E27FC236}">
                  <a16:creationId xmlns:a16="http://schemas.microsoft.com/office/drawing/2014/main" id="{F6772486-84B9-F74C-B409-ED2CEEAAD012}"/>
                </a:ext>
              </a:extLst>
            </p:cNvPr>
            <p:cNvSpPr/>
            <p:nvPr/>
          </p:nvSpPr>
          <p:spPr>
            <a:xfrm>
              <a:off x="699059" y="1963875"/>
              <a:ext cx="22364" cy="12767"/>
            </a:xfrm>
            <a:custGeom>
              <a:avLst/>
              <a:gdLst>
                <a:gd name="connsiteX0" fmla="*/ 6390 w 22364"/>
                <a:gd name="connsiteY0" fmla="*/ 12768 h 12767"/>
                <a:gd name="connsiteX1" fmla="*/ 15975 w 22364"/>
                <a:gd name="connsiteY1" fmla="*/ 12768 h 12767"/>
                <a:gd name="connsiteX2" fmla="*/ 22365 w 22364"/>
                <a:gd name="connsiteY2" fmla="*/ 6384 h 12767"/>
                <a:gd name="connsiteX3" fmla="*/ 15975 w 22364"/>
                <a:gd name="connsiteY3" fmla="*/ 0 h 12767"/>
                <a:gd name="connsiteX4" fmla="*/ 6390 w 22364"/>
                <a:gd name="connsiteY4" fmla="*/ 0 h 12767"/>
                <a:gd name="connsiteX5" fmla="*/ 0 w 22364"/>
                <a:gd name="connsiteY5" fmla="*/ 6384 h 12767"/>
                <a:gd name="connsiteX6" fmla="*/ 6390 w 22364"/>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64" h="12767">
                  <a:moveTo>
                    <a:pt x="6390" y="12768"/>
                  </a:moveTo>
                  <a:lnTo>
                    <a:pt x="15975" y="12768"/>
                  </a:lnTo>
                  <a:cubicBezTo>
                    <a:pt x="19809" y="12768"/>
                    <a:pt x="22365" y="10214"/>
                    <a:pt x="22365" y="6384"/>
                  </a:cubicBezTo>
                  <a:cubicBezTo>
                    <a:pt x="22365" y="2554"/>
                    <a:pt x="19809" y="0"/>
                    <a:pt x="15975" y="0"/>
                  </a:cubicBezTo>
                  <a:lnTo>
                    <a:pt x="6390" y="0"/>
                  </a:lnTo>
                  <a:cubicBezTo>
                    <a:pt x="2556" y="0"/>
                    <a:pt x="0" y="2554"/>
                    <a:pt x="0" y="6384"/>
                  </a:cubicBezTo>
                  <a:cubicBezTo>
                    <a:pt x="0" y="10214"/>
                    <a:pt x="2556" y="12768"/>
                    <a:pt x="6390" y="12768"/>
                  </a:cubicBezTo>
                  <a:close/>
                </a:path>
              </a:pathLst>
            </a:custGeom>
            <a:solidFill>
              <a:srgbClr val="012169"/>
            </a:solidFill>
            <a:ln w="6390" cap="flat">
              <a:noFill/>
              <a:prstDash val="solid"/>
              <a:miter/>
            </a:ln>
          </p:spPr>
          <p:txBody>
            <a:bodyPr rtlCol="0" anchor="ctr"/>
            <a:lstStyle/>
            <a:p>
              <a:endParaRPr lang="en-US"/>
            </a:p>
          </p:txBody>
        </p:sp>
        <p:sp>
          <p:nvSpPr>
            <p:cNvPr id="458" name="Graphic 4">
              <a:extLst>
                <a:ext uri="{FF2B5EF4-FFF2-40B4-BE49-F238E27FC236}">
                  <a16:creationId xmlns:a16="http://schemas.microsoft.com/office/drawing/2014/main" id="{159F47D2-EF6A-9241-B620-7C082855BB7E}"/>
                </a:ext>
              </a:extLst>
            </p:cNvPr>
            <p:cNvSpPr/>
            <p:nvPr/>
          </p:nvSpPr>
          <p:spPr>
            <a:xfrm>
              <a:off x="699059" y="1983665"/>
              <a:ext cx="22364" cy="12767"/>
            </a:xfrm>
            <a:custGeom>
              <a:avLst/>
              <a:gdLst>
                <a:gd name="connsiteX0" fmla="*/ 22365 w 22364"/>
                <a:gd name="connsiteY0" fmla="*/ 6384 h 12767"/>
                <a:gd name="connsiteX1" fmla="*/ 15975 w 22364"/>
                <a:gd name="connsiteY1" fmla="*/ 0 h 12767"/>
                <a:gd name="connsiteX2" fmla="*/ 6390 w 22364"/>
                <a:gd name="connsiteY2" fmla="*/ 0 h 12767"/>
                <a:gd name="connsiteX3" fmla="*/ 0 w 22364"/>
                <a:gd name="connsiteY3" fmla="*/ 6384 h 12767"/>
                <a:gd name="connsiteX4" fmla="*/ 6390 w 22364"/>
                <a:gd name="connsiteY4" fmla="*/ 12768 h 12767"/>
                <a:gd name="connsiteX5" fmla="*/ 15975 w 22364"/>
                <a:gd name="connsiteY5" fmla="*/ 12768 h 12767"/>
                <a:gd name="connsiteX6" fmla="*/ 22365 w 22364"/>
                <a:gd name="connsiteY6" fmla="*/ 638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64" h="12767">
                  <a:moveTo>
                    <a:pt x="22365" y="6384"/>
                  </a:moveTo>
                  <a:cubicBezTo>
                    <a:pt x="22365" y="2554"/>
                    <a:pt x="19809" y="0"/>
                    <a:pt x="15975" y="0"/>
                  </a:cubicBezTo>
                  <a:lnTo>
                    <a:pt x="6390" y="0"/>
                  </a:lnTo>
                  <a:cubicBezTo>
                    <a:pt x="2556" y="0"/>
                    <a:pt x="0" y="2554"/>
                    <a:pt x="0" y="6384"/>
                  </a:cubicBezTo>
                  <a:cubicBezTo>
                    <a:pt x="0" y="10214"/>
                    <a:pt x="2556" y="12768"/>
                    <a:pt x="6390" y="12768"/>
                  </a:cubicBezTo>
                  <a:lnTo>
                    <a:pt x="15975" y="12768"/>
                  </a:lnTo>
                  <a:cubicBezTo>
                    <a:pt x="19809" y="12768"/>
                    <a:pt x="22365" y="10214"/>
                    <a:pt x="22365" y="6384"/>
                  </a:cubicBezTo>
                  <a:close/>
                </a:path>
              </a:pathLst>
            </a:custGeom>
            <a:solidFill>
              <a:srgbClr val="012169"/>
            </a:solidFill>
            <a:ln w="6390" cap="flat">
              <a:noFill/>
              <a:prstDash val="solid"/>
              <a:miter/>
            </a:ln>
          </p:spPr>
          <p:txBody>
            <a:bodyPr rtlCol="0" anchor="ctr"/>
            <a:lstStyle/>
            <a:p>
              <a:endParaRPr lang="en-US"/>
            </a:p>
          </p:txBody>
        </p:sp>
        <p:sp>
          <p:nvSpPr>
            <p:cNvPr id="459" name="Graphic 4">
              <a:extLst>
                <a:ext uri="{FF2B5EF4-FFF2-40B4-BE49-F238E27FC236}">
                  <a16:creationId xmlns:a16="http://schemas.microsoft.com/office/drawing/2014/main" id="{762C1F03-2C0C-F44B-8121-6A8082F2DA2F}"/>
                </a:ext>
              </a:extLst>
            </p:cNvPr>
            <p:cNvSpPr/>
            <p:nvPr/>
          </p:nvSpPr>
          <p:spPr>
            <a:xfrm>
              <a:off x="718867" y="1974089"/>
              <a:ext cx="22364" cy="12767"/>
            </a:xfrm>
            <a:custGeom>
              <a:avLst/>
              <a:gdLst>
                <a:gd name="connsiteX0" fmla="*/ 15975 w 22364"/>
                <a:gd name="connsiteY0" fmla="*/ 0 h 12767"/>
                <a:gd name="connsiteX1" fmla="*/ 6390 w 22364"/>
                <a:gd name="connsiteY1" fmla="*/ 0 h 12767"/>
                <a:gd name="connsiteX2" fmla="*/ 0 w 22364"/>
                <a:gd name="connsiteY2" fmla="*/ 6384 h 12767"/>
                <a:gd name="connsiteX3" fmla="*/ 6390 w 22364"/>
                <a:gd name="connsiteY3" fmla="*/ 12768 h 12767"/>
                <a:gd name="connsiteX4" fmla="*/ 15975 w 22364"/>
                <a:gd name="connsiteY4" fmla="*/ 12768 h 12767"/>
                <a:gd name="connsiteX5" fmla="*/ 22365 w 22364"/>
                <a:gd name="connsiteY5" fmla="*/ 6384 h 12767"/>
                <a:gd name="connsiteX6" fmla="*/ 15975 w 2236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64" h="12767">
                  <a:moveTo>
                    <a:pt x="15975" y="0"/>
                  </a:moveTo>
                  <a:lnTo>
                    <a:pt x="6390" y="0"/>
                  </a:lnTo>
                  <a:cubicBezTo>
                    <a:pt x="2556" y="0"/>
                    <a:pt x="0" y="2554"/>
                    <a:pt x="0" y="6384"/>
                  </a:cubicBezTo>
                  <a:cubicBezTo>
                    <a:pt x="0" y="10214"/>
                    <a:pt x="2556" y="12768"/>
                    <a:pt x="6390" y="12768"/>
                  </a:cubicBezTo>
                  <a:lnTo>
                    <a:pt x="15975" y="12768"/>
                  </a:lnTo>
                  <a:cubicBezTo>
                    <a:pt x="19809" y="12768"/>
                    <a:pt x="22365" y="10214"/>
                    <a:pt x="22365" y="6384"/>
                  </a:cubicBezTo>
                  <a:cubicBezTo>
                    <a:pt x="22365" y="2554"/>
                    <a:pt x="19809" y="0"/>
                    <a:pt x="15975" y="0"/>
                  </a:cubicBezTo>
                  <a:close/>
                </a:path>
              </a:pathLst>
            </a:custGeom>
            <a:solidFill>
              <a:srgbClr val="012169"/>
            </a:solidFill>
            <a:ln w="6390" cap="flat">
              <a:noFill/>
              <a:prstDash val="solid"/>
              <a:miter/>
            </a:ln>
          </p:spPr>
          <p:txBody>
            <a:bodyPr rtlCol="0" anchor="ctr"/>
            <a:lstStyle/>
            <a:p>
              <a:endParaRPr lang="en-US"/>
            </a:p>
          </p:txBody>
        </p:sp>
        <p:sp>
          <p:nvSpPr>
            <p:cNvPr id="460" name="Graphic 4">
              <a:extLst>
                <a:ext uri="{FF2B5EF4-FFF2-40B4-BE49-F238E27FC236}">
                  <a16:creationId xmlns:a16="http://schemas.microsoft.com/office/drawing/2014/main" id="{7C74F176-C99C-2048-89BD-82F0C099EDC6}"/>
                </a:ext>
              </a:extLst>
            </p:cNvPr>
            <p:cNvSpPr/>
            <p:nvPr/>
          </p:nvSpPr>
          <p:spPr>
            <a:xfrm>
              <a:off x="718867" y="1993880"/>
              <a:ext cx="22364" cy="12767"/>
            </a:xfrm>
            <a:custGeom>
              <a:avLst/>
              <a:gdLst>
                <a:gd name="connsiteX0" fmla="*/ 15975 w 22364"/>
                <a:gd name="connsiteY0" fmla="*/ 0 h 12767"/>
                <a:gd name="connsiteX1" fmla="*/ 6390 w 22364"/>
                <a:gd name="connsiteY1" fmla="*/ 0 h 12767"/>
                <a:gd name="connsiteX2" fmla="*/ 0 w 22364"/>
                <a:gd name="connsiteY2" fmla="*/ 6384 h 12767"/>
                <a:gd name="connsiteX3" fmla="*/ 6390 w 22364"/>
                <a:gd name="connsiteY3" fmla="*/ 12768 h 12767"/>
                <a:gd name="connsiteX4" fmla="*/ 15975 w 22364"/>
                <a:gd name="connsiteY4" fmla="*/ 12768 h 12767"/>
                <a:gd name="connsiteX5" fmla="*/ 22365 w 22364"/>
                <a:gd name="connsiteY5" fmla="*/ 6384 h 12767"/>
                <a:gd name="connsiteX6" fmla="*/ 15975 w 2236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64" h="12767">
                  <a:moveTo>
                    <a:pt x="15975" y="0"/>
                  </a:moveTo>
                  <a:lnTo>
                    <a:pt x="6390" y="0"/>
                  </a:lnTo>
                  <a:cubicBezTo>
                    <a:pt x="2556" y="0"/>
                    <a:pt x="0" y="2554"/>
                    <a:pt x="0" y="6384"/>
                  </a:cubicBezTo>
                  <a:cubicBezTo>
                    <a:pt x="0" y="10214"/>
                    <a:pt x="2556" y="12768"/>
                    <a:pt x="6390" y="12768"/>
                  </a:cubicBezTo>
                  <a:lnTo>
                    <a:pt x="15975" y="12768"/>
                  </a:lnTo>
                  <a:cubicBezTo>
                    <a:pt x="19809" y="12768"/>
                    <a:pt x="22365" y="10214"/>
                    <a:pt x="22365" y="6384"/>
                  </a:cubicBezTo>
                  <a:cubicBezTo>
                    <a:pt x="22365" y="2554"/>
                    <a:pt x="19809" y="0"/>
                    <a:pt x="15975" y="0"/>
                  </a:cubicBezTo>
                  <a:close/>
                </a:path>
              </a:pathLst>
            </a:custGeom>
            <a:solidFill>
              <a:srgbClr val="012169"/>
            </a:solidFill>
            <a:ln w="6390" cap="flat">
              <a:noFill/>
              <a:prstDash val="solid"/>
              <a:miter/>
            </a:ln>
          </p:spPr>
          <p:txBody>
            <a:bodyPr rtlCol="0" anchor="ctr"/>
            <a:lstStyle/>
            <a:p>
              <a:endParaRPr lang="en-US"/>
            </a:p>
          </p:txBody>
        </p:sp>
        <p:sp>
          <p:nvSpPr>
            <p:cNvPr id="461" name="Graphic 4">
              <a:extLst>
                <a:ext uri="{FF2B5EF4-FFF2-40B4-BE49-F238E27FC236}">
                  <a16:creationId xmlns:a16="http://schemas.microsoft.com/office/drawing/2014/main" id="{24AB5D67-BC58-7946-93DC-9E3CA5BB6E3C}"/>
                </a:ext>
              </a:extLst>
            </p:cNvPr>
            <p:cNvSpPr/>
            <p:nvPr/>
          </p:nvSpPr>
          <p:spPr>
            <a:xfrm>
              <a:off x="580206" y="2097300"/>
              <a:ext cx="72206" cy="72139"/>
            </a:xfrm>
            <a:custGeom>
              <a:avLst/>
              <a:gdLst>
                <a:gd name="connsiteX0" fmla="*/ 52397 w 72206"/>
                <a:gd name="connsiteY0" fmla="*/ 6384 h 72139"/>
                <a:gd name="connsiteX1" fmla="*/ 46008 w 72206"/>
                <a:gd name="connsiteY1" fmla="*/ 0 h 72139"/>
                <a:gd name="connsiteX2" fmla="*/ 26199 w 72206"/>
                <a:gd name="connsiteY2" fmla="*/ 0 h 72139"/>
                <a:gd name="connsiteX3" fmla="*/ 19809 w 72206"/>
                <a:gd name="connsiteY3" fmla="*/ 6384 h 72139"/>
                <a:gd name="connsiteX4" fmla="*/ 19809 w 72206"/>
                <a:gd name="connsiteY4" fmla="*/ 19790 h 72139"/>
                <a:gd name="connsiteX5" fmla="*/ 6390 w 72206"/>
                <a:gd name="connsiteY5" fmla="*/ 19790 h 72139"/>
                <a:gd name="connsiteX6" fmla="*/ 0 w 72206"/>
                <a:gd name="connsiteY6" fmla="*/ 26174 h 72139"/>
                <a:gd name="connsiteX7" fmla="*/ 0 w 72206"/>
                <a:gd name="connsiteY7" fmla="*/ 45965 h 72139"/>
                <a:gd name="connsiteX8" fmla="*/ 6390 w 72206"/>
                <a:gd name="connsiteY8" fmla="*/ 52349 h 72139"/>
                <a:gd name="connsiteX9" fmla="*/ 19809 w 72206"/>
                <a:gd name="connsiteY9" fmla="*/ 52349 h 72139"/>
                <a:gd name="connsiteX10" fmla="*/ 19809 w 72206"/>
                <a:gd name="connsiteY10" fmla="*/ 65755 h 72139"/>
                <a:gd name="connsiteX11" fmla="*/ 26199 w 72206"/>
                <a:gd name="connsiteY11" fmla="*/ 72139 h 72139"/>
                <a:gd name="connsiteX12" fmla="*/ 46008 w 72206"/>
                <a:gd name="connsiteY12" fmla="*/ 72139 h 72139"/>
                <a:gd name="connsiteX13" fmla="*/ 52397 w 72206"/>
                <a:gd name="connsiteY13" fmla="*/ 65755 h 72139"/>
                <a:gd name="connsiteX14" fmla="*/ 52397 w 72206"/>
                <a:gd name="connsiteY14" fmla="*/ 52349 h 72139"/>
                <a:gd name="connsiteX15" fmla="*/ 65816 w 72206"/>
                <a:gd name="connsiteY15" fmla="*/ 52349 h 72139"/>
                <a:gd name="connsiteX16" fmla="*/ 72206 w 72206"/>
                <a:gd name="connsiteY16" fmla="*/ 45965 h 72139"/>
                <a:gd name="connsiteX17" fmla="*/ 72206 w 72206"/>
                <a:gd name="connsiteY17" fmla="*/ 26174 h 72139"/>
                <a:gd name="connsiteX18" fmla="*/ 65816 w 72206"/>
                <a:gd name="connsiteY18" fmla="*/ 19790 h 72139"/>
                <a:gd name="connsiteX19" fmla="*/ 52397 w 72206"/>
                <a:gd name="connsiteY19" fmla="*/ 19790 h 72139"/>
                <a:gd name="connsiteX20" fmla="*/ 52397 w 72206"/>
                <a:gd name="connsiteY20" fmla="*/ 6384 h 72139"/>
                <a:gd name="connsiteX21" fmla="*/ 59426 w 72206"/>
                <a:gd name="connsiteY21" fmla="*/ 32558 h 72139"/>
                <a:gd name="connsiteX22" fmla="*/ 59426 w 72206"/>
                <a:gd name="connsiteY22" fmla="*/ 39581 h 72139"/>
                <a:gd name="connsiteX23" fmla="*/ 46008 w 72206"/>
                <a:gd name="connsiteY23" fmla="*/ 39581 h 72139"/>
                <a:gd name="connsiteX24" fmla="*/ 39618 w 72206"/>
                <a:gd name="connsiteY24" fmla="*/ 45965 h 72139"/>
                <a:gd name="connsiteX25" fmla="*/ 39618 w 72206"/>
                <a:gd name="connsiteY25" fmla="*/ 59371 h 72139"/>
                <a:gd name="connsiteX26" fmla="*/ 32589 w 72206"/>
                <a:gd name="connsiteY26" fmla="*/ 59371 h 72139"/>
                <a:gd name="connsiteX27" fmla="*/ 32589 w 72206"/>
                <a:gd name="connsiteY27" fmla="*/ 45965 h 72139"/>
                <a:gd name="connsiteX28" fmla="*/ 26199 w 72206"/>
                <a:gd name="connsiteY28" fmla="*/ 39581 h 72139"/>
                <a:gd name="connsiteX29" fmla="*/ 12780 w 72206"/>
                <a:gd name="connsiteY29" fmla="*/ 39581 h 72139"/>
                <a:gd name="connsiteX30" fmla="*/ 12780 w 72206"/>
                <a:gd name="connsiteY30" fmla="*/ 32558 h 72139"/>
                <a:gd name="connsiteX31" fmla="*/ 26199 w 72206"/>
                <a:gd name="connsiteY31" fmla="*/ 32558 h 72139"/>
                <a:gd name="connsiteX32" fmla="*/ 32589 w 72206"/>
                <a:gd name="connsiteY32" fmla="*/ 26174 h 72139"/>
                <a:gd name="connsiteX33" fmla="*/ 32589 w 72206"/>
                <a:gd name="connsiteY33" fmla="*/ 12768 h 72139"/>
                <a:gd name="connsiteX34" fmla="*/ 39618 w 72206"/>
                <a:gd name="connsiteY34" fmla="*/ 12768 h 72139"/>
                <a:gd name="connsiteX35" fmla="*/ 39618 w 72206"/>
                <a:gd name="connsiteY35" fmla="*/ 26174 h 72139"/>
                <a:gd name="connsiteX36" fmla="*/ 46008 w 72206"/>
                <a:gd name="connsiteY36" fmla="*/ 32558 h 72139"/>
                <a:gd name="connsiteX37" fmla="*/ 59426 w 72206"/>
                <a:gd name="connsiteY37" fmla="*/ 32558 h 72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2206" h="72139">
                  <a:moveTo>
                    <a:pt x="52397" y="6384"/>
                  </a:moveTo>
                  <a:cubicBezTo>
                    <a:pt x="52397" y="2554"/>
                    <a:pt x="49841" y="0"/>
                    <a:pt x="46008" y="0"/>
                  </a:cubicBezTo>
                  <a:lnTo>
                    <a:pt x="26199" y="0"/>
                  </a:lnTo>
                  <a:cubicBezTo>
                    <a:pt x="22365" y="0"/>
                    <a:pt x="19809" y="2554"/>
                    <a:pt x="19809" y="6384"/>
                  </a:cubicBezTo>
                  <a:lnTo>
                    <a:pt x="19809" y="19790"/>
                  </a:lnTo>
                  <a:lnTo>
                    <a:pt x="6390" y="19790"/>
                  </a:lnTo>
                  <a:cubicBezTo>
                    <a:pt x="2556" y="19790"/>
                    <a:pt x="0" y="22344"/>
                    <a:pt x="0" y="26174"/>
                  </a:cubicBezTo>
                  <a:lnTo>
                    <a:pt x="0" y="45965"/>
                  </a:lnTo>
                  <a:cubicBezTo>
                    <a:pt x="0" y="49795"/>
                    <a:pt x="2556" y="52349"/>
                    <a:pt x="6390" y="52349"/>
                  </a:cubicBezTo>
                  <a:lnTo>
                    <a:pt x="19809" y="52349"/>
                  </a:lnTo>
                  <a:lnTo>
                    <a:pt x="19809" y="65755"/>
                  </a:lnTo>
                  <a:cubicBezTo>
                    <a:pt x="19809" y="69585"/>
                    <a:pt x="22365" y="72139"/>
                    <a:pt x="26199" y="72139"/>
                  </a:cubicBezTo>
                  <a:lnTo>
                    <a:pt x="46008" y="72139"/>
                  </a:lnTo>
                  <a:cubicBezTo>
                    <a:pt x="49841" y="72139"/>
                    <a:pt x="52397" y="69585"/>
                    <a:pt x="52397" y="65755"/>
                  </a:cubicBezTo>
                  <a:lnTo>
                    <a:pt x="52397" y="52349"/>
                  </a:lnTo>
                  <a:lnTo>
                    <a:pt x="65816" y="52349"/>
                  </a:lnTo>
                  <a:cubicBezTo>
                    <a:pt x="69650" y="52349"/>
                    <a:pt x="72206" y="49795"/>
                    <a:pt x="72206" y="45965"/>
                  </a:cubicBezTo>
                  <a:lnTo>
                    <a:pt x="72206" y="26174"/>
                  </a:lnTo>
                  <a:cubicBezTo>
                    <a:pt x="72206" y="22344"/>
                    <a:pt x="69650" y="19790"/>
                    <a:pt x="65816" y="19790"/>
                  </a:cubicBezTo>
                  <a:lnTo>
                    <a:pt x="52397" y="19790"/>
                  </a:lnTo>
                  <a:lnTo>
                    <a:pt x="52397" y="6384"/>
                  </a:lnTo>
                  <a:close/>
                  <a:moveTo>
                    <a:pt x="59426" y="32558"/>
                  </a:moveTo>
                  <a:lnTo>
                    <a:pt x="59426" y="39581"/>
                  </a:lnTo>
                  <a:lnTo>
                    <a:pt x="46008" y="39581"/>
                  </a:lnTo>
                  <a:cubicBezTo>
                    <a:pt x="42174" y="39581"/>
                    <a:pt x="39618" y="42134"/>
                    <a:pt x="39618" y="45965"/>
                  </a:cubicBezTo>
                  <a:lnTo>
                    <a:pt x="39618" y="59371"/>
                  </a:lnTo>
                  <a:lnTo>
                    <a:pt x="32589" y="59371"/>
                  </a:lnTo>
                  <a:lnTo>
                    <a:pt x="32589" y="45965"/>
                  </a:lnTo>
                  <a:cubicBezTo>
                    <a:pt x="32589" y="42134"/>
                    <a:pt x="30033" y="39581"/>
                    <a:pt x="26199" y="39581"/>
                  </a:cubicBezTo>
                  <a:lnTo>
                    <a:pt x="12780" y="39581"/>
                  </a:lnTo>
                  <a:lnTo>
                    <a:pt x="12780" y="32558"/>
                  </a:lnTo>
                  <a:lnTo>
                    <a:pt x="26199" y="32558"/>
                  </a:lnTo>
                  <a:cubicBezTo>
                    <a:pt x="30033" y="32558"/>
                    <a:pt x="32589" y="30005"/>
                    <a:pt x="32589" y="26174"/>
                  </a:cubicBezTo>
                  <a:lnTo>
                    <a:pt x="32589" y="12768"/>
                  </a:lnTo>
                  <a:lnTo>
                    <a:pt x="39618" y="12768"/>
                  </a:lnTo>
                  <a:lnTo>
                    <a:pt x="39618" y="26174"/>
                  </a:lnTo>
                  <a:cubicBezTo>
                    <a:pt x="39618" y="30005"/>
                    <a:pt x="42174" y="32558"/>
                    <a:pt x="46008" y="32558"/>
                  </a:cubicBezTo>
                  <a:lnTo>
                    <a:pt x="59426" y="32558"/>
                  </a:lnTo>
                  <a:close/>
                </a:path>
              </a:pathLst>
            </a:custGeom>
            <a:solidFill>
              <a:srgbClr val="012169"/>
            </a:solidFill>
            <a:ln w="6390" cap="flat">
              <a:noFill/>
              <a:prstDash val="solid"/>
              <a:miter/>
            </a:ln>
          </p:spPr>
          <p:txBody>
            <a:bodyPr rtlCol="0" anchor="ctr"/>
            <a:lstStyle/>
            <a:p>
              <a:endParaRPr lang="en-US"/>
            </a:p>
          </p:txBody>
        </p:sp>
      </p:grpSp>
      <p:grpSp>
        <p:nvGrpSpPr>
          <p:cNvPr id="462" name="Graphic 4">
            <a:extLst>
              <a:ext uri="{FF2B5EF4-FFF2-40B4-BE49-F238E27FC236}">
                <a16:creationId xmlns:a16="http://schemas.microsoft.com/office/drawing/2014/main" id="{008A75BC-2ECC-FB44-8BE3-DCADB29878A3}"/>
              </a:ext>
            </a:extLst>
          </p:cNvPr>
          <p:cNvGrpSpPr/>
          <p:nvPr/>
        </p:nvGrpSpPr>
        <p:grpSpPr>
          <a:xfrm>
            <a:off x="2561086" y="2855717"/>
            <a:ext cx="361670" cy="361333"/>
            <a:chOff x="2561086" y="2855717"/>
            <a:chExt cx="361670" cy="361333"/>
          </a:xfrm>
          <a:solidFill>
            <a:srgbClr val="012169"/>
          </a:solidFill>
        </p:grpSpPr>
        <p:sp>
          <p:nvSpPr>
            <p:cNvPr id="463" name="Graphic 4">
              <a:extLst>
                <a:ext uri="{FF2B5EF4-FFF2-40B4-BE49-F238E27FC236}">
                  <a16:creationId xmlns:a16="http://schemas.microsoft.com/office/drawing/2014/main" id="{E26C8404-1D79-8447-A30D-CE939655ACB8}"/>
                </a:ext>
              </a:extLst>
            </p:cNvPr>
            <p:cNvSpPr/>
            <p:nvPr/>
          </p:nvSpPr>
          <p:spPr>
            <a:xfrm>
              <a:off x="2561086"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8565 h 361333"/>
                <a:gd name="connsiteX6" fmla="*/ 12780 w 361670"/>
                <a:gd name="connsiteY6" fmla="*/ 180667 h 361333"/>
                <a:gd name="connsiteX7" fmla="*/ 180835 w 361670"/>
                <a:gd name="connsiteY7" fmla="*/ 12768 h 361333"/>
                <a:gd name="connsiteX8" fmla="*/ 348891 w 361670"/>
                <a:gd name="connsiteY8" fmla="*/ 180667 h 361333"/>
                <a:gd name="connsiteX9" fmla="*/ 180835 w 361670"/>
                <a:gd name="connsiteY9" fmla="*/ 3485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0438"/>
                    <a:pt x="280518" y="0"/>
                    <a:pt x="180835" y="0"/>
                  </a:cubicBezTo>
                  <a:close/>
                  <a:moveTo>
                    <a:pt x="180835" y="348565"/>
                  </a:moveTo>
                  <a:cubicBezTo>
                    <a:pt x="88181" y="348565"/>
                    <a:pt x="12780" y="273234"/>
                    <a:pt x="12780" y="180667"/>
                  </a:cubicBezTo>
                  <a:cubicBezTo>
                    <a:pt x="12780" y="88099"/>
                    <a:pt x="88181" y="12768"/>
                    <a:pt x="180835" y="12768"/>
                  </a:cubicBezTo>
                  <a:cubicBezTo>
                    <a:pt x="273489" y="12768"/>
                    <a:pt x="348891" y="88099"/>
                    <a:pt x="348891" y="180667"/>
                  </a:cubicBezTo>
                  <a:cubicBezTo>
                    <a:pt x="348891" y="273234"/>
                    <a:pt x="273489" y="348565"/>
                    <a:pt x="180835" y="348565"/>
                  </a:cubicBezTo>
                  <a:close/>
                </a:path>
              </a:pathLst>
            </a:custGeom>
            <a:solidFill>
              <a:srgbClr val="012169"/>
            </a:solidFill>
            <a:ln w="6390" cap="flat">
              <a:noFill/>
              <a:prstDash val="solid"/>
              <a:miter/>
            </a:ln>
          </p:spPr>
          <p:txBody>
            <a:bodyPr rtlCol="0" anchor="ctr"/>
            <a:lstStyle/>
            <a:p>
              <a:endParaRPr lang="en-US"/>
            </a:p>
          </p:txBody>
        </p:sp>
        <p:sp>
          <p:nvSpPr>
            <p:cNvPr id="464" name="Graphic 4">
              <a:extLst>
                <a:ext uri="{FF2B5EF4-FFF2-40B4-BE49-F238E27FC236}">
                  <a16:creationId xmlns:a16="http://schemas.microsoft.com/office/drawing/2014/main" id="{77D1890A-1736-B24B-A254-4FBB95C8EC4D}"/>
                </a:ext>
              </a:extLst>
            </p:cNvPr>
            <p:cNvSpPr/>
            <p:nvPr/>
          </p:nvSpPr>
          <p:spPr>
            <a:xfrm>
              <a:off x="2741442" y="2940788"/>
              <a:ext cx="104775" cy="221361"/>
            </a:xfrm>
            <a:custGeom>
              <a:avLst/>
              <a:gdLst>
                <a:gd name="connsiteX0" fmla="*/ 82270 w 104775"/>
                <a:gd name="connsiteY0" fmla="*/ 62400 h 221361"/>
                <a:gd name="connsiteX1" fmla="*/ 82270 w 104775"/>
                <a:gd name="connsiteY1" fmla="*/ 62400 h 221361"/>
                <a:gd name="connsiteX2" fmla="*/ 82270 w 104775"/>
                <a:gd name="connsiteY2" fmla="*/ 62400 h 221361"/>
                <a:gd name="connsiteX3" fmla="*/ 82270 w 104775"/>
                <a:gd name="connsiteY3" fmla="*/ 59208 h 221361"/>
                <a:gd name="connsiteX4" fmla="*/ 80993 w 104775"/>
                <a:gd name="connsiteY4" fmla="*/ 32395 h 221361"/>
                <a:gd name="connsiteX5" fmla="*/ 66935 w 104775"/>
                <a:gd name="connsiteY5" fmla="*/ 2390 h 221361"/>
                <a:gd name="connsiteX6" fmla="*/ 57989 w 104775"/>
                <a:gd name="connsiteY6" fmla="*/ 1114 h 221361"/>
                <a:gd name="connsiteX7" fmla="*/ 56711 w 104775"/>
                <a:gd name="connsiteY7" fmla="*/ 10051 h 221361"/>
                <a:gd name="connsiteX8" fmla="*/ 68213 w 104775"/>
                <a:gd name="connsiteY8" fmla="*/ 34949 h 221361"/>
                <a:gd name="connsiteX9" fmla="*/ 69491 w 104775"/>
                <a:gd name="connsiteY9" fmla="*/ 57931 h 221361"/>
                <a:gd name="connsiteX10" fmla="*/ 69491 w 104775"/>
                <a:gd name="connsiteY10" fmla="*/ 63038 h 221361"/>
                <a:gd name="connsiteX11" fmla="*/ 70769 w 104775"/>
                <a:gd name="connsiteY11" fmla="*/ 66869 h 221361"/>
                <a:gd name="connsiteX12" fmla="*/ 44570 w 104775"/>
                <a:gd name="connsiteY12" fmla="*/ 78360 h 221361"/>
                <a:gd name="connsiteX13" fmla="*/ 19649 w 104775"/>
                <a:gd name="connsiteY13" fmla="*/ 74529 h 221361"/>
                <a:gd name="connsiteX14" fmla="*/ 12620 w 104775"/>
                <a:gd name="connsiteY14" fmla="*/ 79637 h 221361"/>
                <a:gd name="connsiteX15" fmla="*/ 17732 w 104775"/>
                <a:gd name="connsiteY15" fmla="*/ 86659 h 221361"/>
                <a:gd name="connsiteX16" fmla="*/ 43931 w 104775"/>
                <a:gd name="connsiteY16" fmla="*/ 91128 h 221361"/>
                <a:gd name="connsiteX17" fmla="*/ 45209 w 104775"/>
                <a:gd name="connsiteY17" fmla="*/ 91128 h 221361"/>
                <a:gd name="connsiteX18" fmla="*/ 45848 w 104775"/>
                <a:gd name="connsiteY18" fmla="*/ 91128 h 221361"/>
                <a:gd name="connsiteX19" fmla="*/ 47765 w 104775"/>
                <a:gd name="connsiteY19" fmla="*/ 90489 h 221361"/>
                <a:gd name="connsiteX20" fmla="*/ 47765 w 104775"/>
                <a:gd name="connsiteY20" fmla="*/ 90489 h 221361"/>
                <a:gd name="connsiteX21" fmla="*/ 80353 w 104775"/>
                <a:gd name="connsiteY21" fmla="*/ 76445 h 221361"/>
                <a:gd name="connsiteX22" fmla="*/ 81631 w 104775"/>
                <a:gd name="connsiteY22" fmla="*/ 76445 h 221361"/>
                <a:gd name="connsiteX23" fmla="*/ 88660 w 104775"/>
                <a:gd name="connsiteY23" fmla="*/ 122409 h 221361"/>
                <a:gd name="connsiteX24" fmla="*/ 57989 w 104775"/>
                <a:gd name="connsiteY24" fmla="*/ 163905 h 221361"/>
                <a:gd name="connsiteX25" fmla="*/ 31151 w 104775"/>
                <a:gd name="connsiteY25" fmla="*/ 127516 h 221361"/>
                <a:gd name="connsiteX26" fmla="*/ 43931 w 104775"/>
                <a:gd name="connsiteY26" fmla="*/ 101981 h 221361"/>
                <a:gd name="connsiteX27" fmla="*/ 41375 w 104775"/>
                <a:gd name="connsiteY27" fmla="*/ 93681 h 221361"/>
                <a:gd name="connsiteX28" fmla="*/ 33068 w 104775"/>
                <a:gd name="connsiteY28" fmla="*/ 96235 h 221361"/>
                <a:gd name="connsiteX29" fmla="*/ 21566 w 104775"/>
                <a:gd name="connsiteY29" fmla="*/ 119856 h 221361"/>
                <a:gd name="connsiteX30" fmla="*/ 8786 w 104775"/>
                <a:gd name="connsiteY30" fmla="*/ 114748 h 221361"/>
                <a:gd name="connsiteX31" fmla="*/ 479 w 104775"/>
                <a:gd name="connsiteY31" fmla="*/ 118579 h 221361"/>
                <a:gd name="connsiteX32" fmla="*/ 4313 w 104775"/>
                <a:gd name="connsiteY32" fmla="*/ 126878 h 221361"/>
                <a:gd name="connsiteX33" fmla="*/ 20927 w 104775"/>
                <a:gd name="connsiteY33" fmla="*/ 133262 h 221361"/>
                <a:gd name="connsiteX34" fmla="*/ 43931 w 104775"/>
                <a:gd name="connsiteY34" fmla="*/ 164543 h 221361"/>
                <a:gd name="connsiteX35" fmla="*/ 31790 w 104775"/>
                <a:gd name="connsiteY35" fmla="*/ 174119 h 221361"/>
                <a:gd name="connsiteX36" fmla="*/ 19649 w 104775"/>
                <a:gd name="connsiteY36" fmla="*/ 213062 h 221361"/>
                <a:gd name="connsiteX37" fmla="*/ 24122 w 104775"/>
                <a:gd name="connsiteY37" fmla="*/ 221361 h 221361"/>
                <a:gd name="connsiteX38" fmla="*/ 26039 w 104775"/>
                <a:gd name="connsiteY38" fmla="*/ 221361 h 221361"/>
                <a:gd name="connsiteX39" fmla="*/ 32429 w 104775"/>
                <a:gd name="connsiteY39" fmla="*/ 216892 h 221361"/>
                <a:gd name="connsiteX40" fmla="*/ 43292 w 104775"/>
                <a:gd name="connsiteY40" fmla="*/ 181780 h 221361"/>
                <a:gd name="connsiteX41" fmla="*/ 52238 w 104775"/>
                <a:gd name="connsiteY41" fmla="*/ 174758 h 221361"/>
                <a:gd name="connsiteX42" fmla="*/ 53516 w 104775"/>
                <a:gd name="connsiteY42" fmla="*/ 176035 h 221361"/>
                <a:gd name="connsiteX43" fmla="*/ 57989 w 104775"/>
                <a:gd name="connsiteY43" fmla="*/ 177950 h 221361"/>
                <a:gd name="connsiteX44" fmla="*/ 60545 w 104775"/>
                <a:gd name="connsiteY44" fmla="*/ 177311 h 221361"/>
                <a:gd name="connsiteX45" fmla="*/ 102718 w 104775"/>
                <a:gd name="connsiteY45" fmla="*/ 124963 h 221361"/>
                <a:gd name="connsiteX46" fmla="*/ 89938 w 104775"/>
                <a:gd name="connsiteY46" fmla="*/ 64315 h 221361"/>
                <a:gd name="connsiteX47" fmla="*/ 82270 w 104775"/>
                <a:gd name="connsiteY47" fmla="*/ 62400 h 22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04775" h="221361">
                  <a:moveTo>
                    <a:pt x="82270" y="62400"/>
                  </a:moveTo>
                  <a:cubicBezTo>
                    <a:pt x="82270" y="62400"/>
                    <a:pt x="82270" y="62400"/>
                    <a:pt x="82270" y="62400"/>
                  </a:cubicBezTo>
                  <a:cubicBezTo>
                    <a:pt x="82270" y="62400"/>
                    <a:pt x="82270" y="62400"/>
                    <a:pt x="82270" y="62400"/>
                  </a:cubicBezTo>
                  <a:cubicBezTo>
                    <a:pt x="82270" y="61761"/>
                    <a:pt x="82270" y="60485"/>
                    <a:pt x="82270" y="59208"/>
                  </a:cubicBezTo>
                  <a:cubicBezTo>
                    <a:pt x="82909" y="54101"/>
                    <a:pt x="83548" y="45163"/>
                    <a:pt x="80993" y="32395"/>
                  </a:cubicBezTo>
                  <a:cubicBezTo>
                    <a:pt x="79714" y="26011"/>
                    <a:pt x="74603" y="12605"/>
                    <a:pt x="66935" y="2390"/>
                  </a:cubicBezTo>
                  <a:cubicBezTo>
                    <a:pt x="65018" y="-163"/>
                    <a:pt x="60545" y="-802"/>
                    <a:pt x="57989" y="1114"/>
                  </a:cubicBezTo>
                  <a:cubicBezTo>
                    <a:pt x="55433" y="3029"/>
                    <a:pt x="54794" y="7498"/>
                    <a:pt x="56711" y="10051"/>
                  </a:cubicBezTo>
                  <a:cubicBezTo>
                    <a:pt x="62462" y="18350"/>
                    <a:pt x="66935" y="29842"/>
                    <a:pt x="68213" y="34949"/>
                  </a:cubicBezTo>
                  <a:cubicBezTo>
                    <a:pt x="70130" y="45163"/>
                    <a:pt x="70130" y="52824"/>
                    <a:pt x="69491" y="57931"/>
                  </a:cubicBezTo>
                  <a:cubicBezTo>
                    <a:pt x="69491" y="59846"/>
                    <a:pt x="69491" y="61761"/>
                    <a:pt x="69491" y="63038"/>
                  </a:cubicBezTo>
                  <a:cubicBezTo>
                    <a:pt x="69491" y="64315"/>
                    <a:pt x="70130" y="65592"/>
                    <a:pt x="70769" y="66869"/>
                  </a:cubicBezTo>
                  <a:lnTo>
                    <a:pt x="44570" y="78360"/>
                  </a:lnTo>
                  <a:lnTo>
                    <a:pt x="19649" y="74529"/>
                  </a:lnTo>
                  <a:cubicBezTo>
                    <a:pt x="15815" y="73891"/>
                    <a:pt x="12620" y="76445"/>
                    <a:pt x="12620" y="79637"/>
                  </a:cubicBezTo>
                  <a:cubicBezTo>
                    <a:pt x="11981" y="82829"/>
                    <a:pt x="14537" y="86659"/>
                    <a:pt x="17732" y="86659"/>
                  </a:cubicBezTo>
                  <a:lnTo>
                    <a:pt x="43931" y="91128"/>
                  </a:lnTo>
                  <a:cubicBezTo>
                    <a:pt x="44570" y="91128"/>
                    <a:pt x="44570" y="91128"/>
                    <a:pt x="45209" y="91128"/>
                  </a:cubicBezTo>
                  <a:cubicBezTo>
                    <a:pt x="45209" y="91128"/>
                    <a:pt x="45209" y="91128"/>
                    <a:pt x="45848" y="91128"/>
                  </a:cubicBezTo>
                  <a:cubicBezTo>
                    <a:pt x="46487" y="91128"/>
                    <a:pt x="47126" y="91128"/>
                    <a:pt x="47765" y="90489"/>
                  </a:cubicBezTo>
                  <a:cubicBezTo>
                    <a:pt x="47765" y="90489"/>
                    <a:pt x="47765" y="90489"/>
                    <a:pt x="47765" y="90489"/>
                  </a:cubicBezTo>
                  <a:lnTo>
                    <a:pt x="80353" y="76445"/>
                  </a:lnTo>
                  <a:cubicBezTo>
                    <a:pt x="80993" y="76445"/>
                    <a:pt x="80993" y="76445"/>
                    <a:pt x="81631" y="76445"/>
                  </a:cubicBezTo>
                  <a:cubicBezTo>
                    <a:pt x="89938" y="89213"/>
                    <a:pt x="93133" y="105811"/>
                    <a:pt x="88660" y="122409"/>
                  </a:cubicBezTo>
                  <a:cubicBezTo>
                    <a:pt x="84187" y="140923"/>
                    <a:pt x="72685" y="155606"/>
                    <a:pt x="57989" y="163905"/>
                  </a:cubicBezTo>
                  <a:cubicBezTo>
                    <a:pt x="52238" y="156244"/>
                    <a:pt x="40097" y="139646"/>
                    <a:pt x="31151" y="127516"/>
                  </a:cubicBezTo>
                  <a:lnTo>
                    <a:pt x="43931" y="101981"/>
                  </a:lnTo>
                  <a:cubicBezTo>
                    <a:pt x="45209" y="98789"/>
                    <a:pt x="43931" y="94958"/>
                    <a:pt x="41375" y="93681"/>
                  </a:cubicBezTo>
                  <a:cubicBezTo>
                    <a:pt x="38180" y="92405"/>
                    <a:pt x="34346" y="93681"/>
                    <a:pt x="33068" y="96235"/>
                  </a:cubicBezTo>
                  <a:lnTo>
                    <a:pt x="21566" y="119856"/>
                  </a:lnTo>
                  <a:lnTo>
                    <a:pt x="8786" y="114748"/>
                  </a:lnTo>
                  <a:cubicBezTo>
                    <a:pt x="5591" y="113472"/>
                    <a:pt x="1757" y="114748"/>
                    <a:pt x="479" y="118579"/>
                  </a:cubicBezTo>
                  <a:cubicBezTo>
                    <a:pt x="-799" y="121771"/>
                    <a:pt x="479" y="125601"/>
                    <a:pt x="4313" y="126878"/>
                  </a:cubicBezTo>
                  <a:lnTo>
                    <a:pt x="20927" y="133262"/>
                  </a:lnTo>
                  <a:cubicBezTo>
                    <a:pt x="24761" y="138369"/>
                    <a:pt x="35624" y="153691"/>
                    <a:pt x="43931" y="164543"/>
                  </a:cubicBezTo>
                  <a:lnTo>
                    <a:pt x="31790" y="174119"/>
                  </a:lnTo>
                  <a:lnTo>
                    <a:pt x="19649" y="213062"/>
                  </a:lnTo>
                  <a:cubicBezTo>
                    <a:pt x="18371" y="216254"/>
                    <a:pt x="20288" y="220084"/>
                    <a:pt x="24122" y="221361"/>
                  </a:cubicBezTo>
                  <a:cubicBezTo>
                    <a:pt x="24761" y="221361"/>
                    <a:pt x="25400" y="221361"/>
                    <a:pt x="26039" y="221361"/>
                  </a:cubicBezTo>
                  <a:cubicBezTo>
                    <a:pt x="28595" y="221361"/>
                    <a:pt x="31151" y="219446"/>
                    <a:pt x="32429" y="216892"/>
                  </a:cubicBezTo>
                  <a:lnTo>
                    <a:pt x="43292" y="181780"/>
                  </a:lnTo>
                  <a:lnTo>
                    <a:pt x="52238" y="174758"/>
                  </a:lnTo>
                  <a:cubicBezTo>
                    <a:pt x="52877" y="175396"/>
                    <a:pt x="53516" y="176035"/>
                    <a:pt x="53516" y="176035"/>
                  </a:cubicBezTo>
                  <a:cubicBezTo>
                    <a:pt x="54794" y="177311"/>
                    <a:pt x="56072" y="177950"/>
                    <a:pt x="57989" y="177950"/>
                  </a:cubicBezTo>
                  <a:cubicBezTo>
                    <a:pt x="58628" y="177950"/>
                    <a:pt x="59906" y="177950"/>
                    <a:pt x="60545" y="177311"/>
                  </a:cubicBezTo>
                  <a:cubicBezTo>
                    <a:pt x="81631" y="168374"/>
                    <a:pt x="96967" y="148584"/>
                    <a:pt x="102718" y="124963"/>
                  </a:cubicBezTo>
                  <a:cubicBezTo>
                    <a:pt x="107830" y="102619"/>
                    <a:pt x="103357" y="80275"/>
                    <a:pt x="89938" y="64315"/>
                  </a:cubicBezTo>
                  <a:cubicBezTo>
                    <a:pt x="86743" y="63038"/>
                    <a:pt x="84187" y="61761"/>
                    <a:pt x="82270" y="62400"/>
                  </a:cubicBezTo>
                  <a:close/>
                </a:path>
              </a:pathLst>
            </a:custGeom>
            <a:solidFill>
              <a:srgbClr val="012169"/>
            </a:solidFill>
            <a:ln w="6390" cap="flat">
              <a:noFill/>
              <a:prstDash val="solid"/>
              <a:miter/>
            </a:ln>
          </p:spPr>
          <p:txBody>
            <a:bodyPr rtlCol="0" anchor="ctr"/>
            <a:lstStyle/>
            <a:p>
              <a:endParaRPr lang="en-US"/>
            </a:p>
          </p:txBody>
        </p:sp>
        <p:sp>
          <p:nvSpPr>
            <p:cNvPr id="465" name="Graphic 4">
              <a:extLst>
                <a:ext uri="{FF2B5EF4-FFF2-40B4-BE49-F238E27FC236}">
                  <a16:creationId xmlns:a16="http://schemas.microsoft.com/office/drawing/2014/main" id="{5DE8C926-389F-EA4A-BA78-9150ED5BD7D3}"/>
                </a:ext>
              </a:extLst>
            </p:cNvPr>
            <p:cNvSpPr/>
            <p:nvPr/>
          </p:nvSpPr>
          <p:spPr>
            <a:xfrm>
              <a:off x="2639044" y="2911258"/>
              <a:ext cx="167416" cy="227908"/>
            </a:xfrm>
            <a:custGeom>
              <a:avLst/>
              <a:gdLst>
                <a:gd name="connsiteX0" fmla="*/ 82430 w 167416"/>
                <a:gd name="connsiteY0" fmla="*/ 104697 h 227908"/>
                <a:gd name="connsiteX1" fmla="*/ 90737 w 167416"/>
                <a:gd name="connsiteY1" fmla="*/ 107251 h 227908"/>
                <a:gd name="connsiteX2" fmla="*/ 92654 w 167416"/>
                <a:gd name="connsiteY2" fmla="*/ 109166 h 227908"/>
                <a:gd name="connsiteX3" fmla="*/ 100961 w 167416"/>
                <a:gd name="connsiteY3" fmla="*/ 114912 h 227908"/>
                <a:gd name="connsiteX4" fmla="*/ 107351 w 167416"/>
                <a:gd name="connsiteY4" fmla="*/ 114912 h 227908"/>
                <a:gd name="connsiteX5" fmla="*/ 110546 w 167416"/>
                <a:gd name="connsiteY5" fmla="*/ 109166 h 227908"/>
                <a:gd name="connsiteX6" fmla="*/ 110546 w 167416"/>
                <a:gd name="connsiteY6" fmla="*/ 95760 h 227908"/>
                <a:gd name="connsiteX7" fmla="*/ 122687 w 167416"/>
                <a:gd name="connsiteY7" fmla="*/ 75969 h 227908"/>
                <a:gd name="connsiteX8" fmla="*/ 123326 w 167416"/>
                <a:gd name="connsiteY8" fmla="*/ 75969 h 227908"/>
                <a:gd name="connsiteX9" fmla="*/ 140579 w 167416"/>
                <a:gd name="connsiteY9" fmla="*/ 45326 h 227908"/>
                <a:gd name="connsiteX10" fmla="*/ 167416 w 167416"/>
                <a:gd name="connsiteY10" fmla="*/ 6384 h 227908"/>
                <a:gd name="connsiteX11" fmla="*/ 161027 w 167416"/>
                <a:gd name="connsiteY11" fmla="*/ 0 h 227908"/>
                <a:gd name="connsiteX12" fmla="*/ 93293 w 167416"/>
                <a:gd name="connsiteY12" fmla="*/ 0 h 227908"/>
                <a:gd name="connsiteX13" fmla="*/ 0 w 167416"/>
                <a:gd name="connsiteY13" fmla="*/ 77246 h 227908"/>
                <a:gd name="connsiteX14" fmla="*/ 15975 w 167416"/>
                <a:gd name="connsiteY14" fmla="*/ 156408 h 227908"/>
                <a:gd name="connsiteX15" fmla="*/ 16614 w 167416"/>
                <a:gd name="connsiteY15" fmla="*/ 157684 h 227908"/>
                <a:gd name="connsiteX16" fmla="*/ 24921 w 167416"/>
                <a:gd name="connsiteY16" fmla="*/ 165345 h 227908"/>
                <a:gd name="connsiteX17" fmla="*/ 27477 w 167416"/>
                <a:gd name="connsiteY17" fmla="*/ 166622 h 227908"/>
                <a:gd name="connsiteX18" fmla="*/ 24921 w 167416"/>
                <a:gd name="connsiteY18" fmla="*/ 218971 h 227908"/>
                <a:gd name="connsiteX19" fmla="*/ 28116 w 167416"/>
                <a:gd name="connsiteY19" fmla="*/ 227270 h 227908"/>
                <a:gd name="connsiteX20" fmla="*/ 30672 w 167416"/>
                <a:gd name="connsiteY20" fmla="*/ 227908 h 227908"/>
                <a:gd name="connsiteX21" fmla="*/ 36423 w 167416"/>
                <a:gd name="connsiteY21" fmla="*/ 224078 h 227908"/>
                <a:gd name="connsiteX22" fmla="*/ 40257 w 167416"/>
                <a:gd name="connsiteY22" fmla="*/ 165345 h 227908"/>
                <a:gd name="connsiteX23" fmla="*/ 51759 w 167416"/>
                <a:gd name="connsiteY23" fmla="*/ 160238 h 227908"/>
                <a:gd name="connsiteX24" fmla="*/ 54954 w 167416"/>
                <a:gd name="connsiteY24" fmla="*/ 151939 h 227908"/>
                <a:gd name="connsiteX25" fmla="*/ 46646 w 167416"/>
                <a:gd name="connsiteY25" fmla="*/ 148747 h 227908"/>
                <a:gd name="connsiteX26" fmla="*/ 32589 w 167416"/>
                <a:gd name="connsiteY26" fmla="*/ 154492 h 227908"/>
                <a:gd name="connsiteX27" fmla="*/ 30672 w 167416"/>
                <a:gd name="connsiteY27" fmla="*/ 153216 h 227908"/>
                <a:gd name="connsiteX28" fmla="*/ 28116 w 167416"/>
                <a:gd name="connsiteY28" fmla="*/ 151939 h 227908"/>
                <a:gd name="connsiteX29" fmla="*/ 28116 w 167416"/>
                <a:gd name="connsiteY29" fmla="*/ 151939 h 227908"/>
                <a:gd name="connsiteX30" fmla="*/ 12780 w 167416"/>
                <a:gd name="connsiteY30" fmla="*/ 76608 h 227908"/>
                <a:gd name="connsiteX31" fmla="*/ 93293 w 167416"/>
                <a:gd name="connsiteY31" fmla="*/ 12130 h 227908"/>
                <a:gd name="connsiteX32" fmla="*/ 153358 w 167416"/>
                <a:gd name="connsiteY32" fmla="*/ 12130 h 227908"/>
                <a:gd name="connsiteX33" fmla="*/ 130994 w 167416"/>
                <a:gd name="connsiteY33" fmla="*/ 35112 h 227908"/>
                <a:gd name="connsiteX34" fmla="*/ 127160 w 167416"/>
                <a:gd name="connsiteY34" fmla="*/ 38304 h 227908"/>
                <a:gd name="connsiteX35" fmla="*/ 127160 w 167416"/>
                <a:gd name="connsiteY35" fmla="*/ 43411 h 227908"/>
                <a:gd name="connsiteX36" fmla="*/ 118214 w 167416"/>
                <a:gd name="connsiteY36" fmla="*/ 63840 h 227908"/>
                <a:gd name="connsiteX37" fmla="*/ 97766 w 167416"/>
                <a:gd name="connsiteY37" fmla="*/ 95760 h 227908"/>
                <a:gd name="connsiteX38" fmla="*/ 97766 w 167416"/>
                <a:gd name="connsiteY38" fmla="*/ 96398 h 227908"/>
                <a:gd name="connsiteX39" fmla="*/ 82430 w 167416"/>
                <a:gd name="connsiteY39" fmla="*/ 91929 h 227908"/>
                <a:gd name="connsiteX40" fmla="*/ 65177 w 167416"/>
                <a:gd name="connsiteY40" fmla="*/ 109166 h 227908"/>
                <a:gd name="connsiteX41" fmla="*/ 65177 w 167416"/>
                <a:gd name="connsiteY41" fmla="*/ 125765 h 227908"/>
                <a:gd name="connsiteX42" fmla="*/ 88820 w 167416"/>
                <a:gd name="connsiteY42" fmla="*/ 150024 h 227908"/>
                <a:gd name="connsiteX43" fmla="*/ 97127 w 167416"/>
                <a:gd name="connsiteY43" fmla="*/ 146832 h 227908"/>
                <a:gd name="connsiteX44" fmla="*/ 93932 w 167416"/>
                <a:gd name="connsiteY44" fmla="*/ 138533 h 227908"/>
                <a:gd name="connsiteX45" fmla="*/ 77957 w 167416"/>
                <a:gd name="connsiteY45" fmla="*/ 125765 h 227908"/>
                <a:gd name="connsiteX46" fmla="*/ 77957 w 167416"/>
                <a:gd name="connsiteY46" fmla="*/ 109166 h 227908"/>
                <a:gd name="connsiteX47" fmla="*/ 82430 w 167416"/>
                <a:gd name="connsiteY47" fmla="*/ 104697 h 22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67416" h="227908">
                  <a:moveTo>
                    <a:pt x="82430" y="104697"/>
                  </a:moveTo>
                  <a:cubicBezTo>
                    <a:pt x="88181" y="104697"/>
                    <a:pt x="89459" y="105336"/>
                    <a:pt x="90737" y="107251"/>
                  </a:cubicBezTo>
                  <a:cubicBezTo>
                    <a:pt x="91376" y="107889"/>
                    <a:pt x="92015" y="108528"/>
                    <a:pt x="92654" y="109166"/>
                  </a:cubicBezTo>
                  <a:lnTo>
                    <a:pt x="100961" y="114912"/>
                  </a:lnTo>
                  <a:cubicBezTo>
                    <a:pt x="102878" y="116189"/>
                    <a:pt x="105434" y="116189"/>
                    <a:pt x="107351" y="114912"/>
                  </a:cubicBezTo>
                  <a:cubicBezTo>
                    <a:pt x="109268" y="113635"/>
                    <a:pt x="110546" y="111720"/>
                    <a:pt x="110546" y="109166"/>
                  </a:cubicBezTo>
                  <a:lnTo>
                    <a:pt x="110546" y="95760"/>
                  </a:lnTo>
                  <a:cubicBezTo>
                    <a:pt x="110546" y="86822"/>
                    <a:pt x="110546" y="79800"/>
                    <a:pt x="122687" y="75969"/>
                  </a:cubicBezTo>
                  <a:cubicBezTo>
                    <a:pt x="122687" y="75969"/>
                    <a:pt x="123326" y="75969"/>
                    <a:pt x="123326" y="75969"/>
                  </a:cubicBezTo>
                  <a:cubicBezTo>
                    <a:pt x="134189" y="70862"/>
                    <a:pt x="142496" y="58094"/>
                    <a:pt x="140579" y="45326"/>
                  </a:cubicBezTo>
                  <a:cubicBezTo>
                    <a:pt x="152080" y="38304"/>
                    <a:pt x="167416" y="21706"/>
                    <a:pt x="167416" y="6384"/>
                  </a:cubicBezTo>
                  <a:cubicBezTo>
                    <a:pt x="167416" y="2554"/>
                    <a:pt x="164860" y="0"/>
                    <a:pt x="161027" y="0"/>
                  </a:cubicBezTo>
                  <a:lnTo>
                    <a:pt x="93293" y="0"/>
                  </a:lnTo>
                  <a:cubicBezTo>
                    <a:pt x="24282" y="1277"/>
                    <a:pt x="0" y="40857"/>
                    <a:pt x="0" y="77246"/>
                  </a:cubicBezTo>
                  <a:cubicBezTo>
                    <a:pt x="0" y="109166"/>
                    <a:pt x="10224" y="139809"/>
                    <a:pt x="15975" y="156408"/>
                  </a:cubicBezTo>
                  <a:lnTo>
                    <a:pt x="16614" y="157684"/>
                  </a:lnTo>
                  <a:cubicBezTo>
                    <a:pt x="17892" y="161515"/>
                    <a:pt x="21087" y="163430"/>
                    <a:pt x="24921" y="165345"/>
                  </a:cubicBezTo>
                  <a:cubicBezTo>
                    <a:pt x="25560" y="165984"/>
                    <a:pt x="26838" y="165984"/>
                    <a:pt x="27477" y="166622"/>
                  </a:cubicBezTo>
                  <a:cubicBezTo>
                    <a:pt x="32589" y="181944"/>
                    <a:pt x="35784" y="197903"/>
                    <a:pt x="24921" y="218971"/>
                  </a:cubicBezTo>
                  <a:cubicBezTo>
                    <a:pt x="23643" y="222163"/>
                    <a:pt x="24921" y="225993"/>
                    <a:pt x="28116" y="227270"/>
                  </a:cubicBezTo>
                  <a:cubicBezTo>
                    <a:pt x="28755" y="227908"/>
                    <a:pt x="30033" y="227908"/>
                    <a:pt x="30672" y="227908"/>
                  </a:cubicBezTo>
                  <a:cubicBezTo>
                    <a:pt x="33228" y="227908"/>
                    <a:pt x="35145" y="226631"/>
                    <a:pt x="36423" y="224078"/>
                  </a:cubicBezTo>
                  <a:cubicBezTo>
                    <a:pt x="47925" y="199819"/>
                    <a:pt x="45369" y="181305"/>
                    <a:pt x="40257" y="165345"/>
                  </a:cubicBezTo>
                  <a:lnTo>
                    <a:pt x="51759" y="160238"/>
                  </a:lnTo>
                  <a:cubicBezTo>
                    <a:pt x="54954" y="158961"/>
                    <a:pt x="56231" y="155131"/>
                    <a:pt x="54954" y="151939"/>
                  </a:cubicBezTo>
                  <a:cubicBezTo>
                    <a:pt x="53675" y="148747"/>
                    <a:pt x="49841" y="147470"/>
                    <a:pt x="46646" y="148747"/>
                  </a:cubicBezTo>
                  <a:lnTo>
                    <a:pt x="32589" y="154492"/>
                  </a:lnTo>
                  <a:cubicBezTo>
                    <a:pt x="31950" y="153854"/>
                    <a:pt x="31311" y="153854"/>
                    <a:pt x="30672" y="153216"/>
                  </a:cubicBezTo>
                  <a:cubicBezTo>
                    <a:pt x="30033" y="152577"/>
                    <a:pt x="28755" y="152577"/>
                    <a:pt x="28116" y="151939"/>
                  </a:cubicBezTo>
                  <a:lnTo>
                    <a:pt x="28116" y="151939"/>
                  </a:lnTo>
                  <a:cubicBezTo>
                    <a:pt x="23004" y="135979"/>
                    <a:pt x="12780" y="106613"/>
                    <a:pt x="12780" y="76608"/>
                  </a:cubicBezTo>
                  <a:cubicBezTo>
                    <a:pt x="12780" y="61925"/>
                    <a:pt x="18531" y="14045"/>
                    <a:pt x="93293" y="12130"/>
                  </a:cubicBezTo>
                  <a:lnTo>
                    <a:pt x="153358" y="12130"/>
                  </a:lnTo>
                  <a:cubicBezTo>
                    <a:pt x="148885" y="22344"/>
                    <a:pt x="136745" y="33197"/>
                    <a:pt x="130994" y="35112"/>
                  </a:cubicBezTo>
                  <a:cubicBezTo>
                    <a:pt x="129077" y="35750"/>
                    <a:pt x="127799" y="37027"/>
                    <a:pt x="127160" y="38304"/>
                  </a:cubicBezTo>
                  <a:cubicBezTo>
                    <a:pt x="126521" y="40219"/>
                    <a:pt x="126521" y="41496"/>
                    <a:pt x="127160" y="43411"/>
                  </a:cubicBezTo>
                  <a:cubicBezTo>
                    <a:pt x="130355" y="51710"/>
                    <a:pt x="124604" y="60648"/>
                    <a:pt x="118214" y="63840"/>
                  </a:cubicBezTo>
                  <a:cubicBezTo>
                    <a:pt x="97766" y="70862"/>
                    <a:pt x="97766" y="86184"/>
                    <a:pt x="97766" y="95760"/>
                  </a:cubicBezTo>
                  <a:lnTo>
                    <a:pt x="97766" y="96398"/>
                  </a:lnTo>
                  <a:cubicBezTo>
                    <a:pt x="92654" y="91929"/>
                    <a:pt x="86903" y="91929"/>
                    <a:pt x="82430" y="91929"/>
                  </a:cubicBezTo>
                  <a:cubicBezTo>
                    <a:pt x="70928" y="91929"/>
                    <a:pt x="65177" y="100867"/>
                    <a:pt x="65177" y="109166"/>
                  </a:cubicBezTo>
                  <a:lnTo>
                    <a:pt x="65177" y="125765"/>
                  </a:lnTo>
                  <a:cubicBezTo>
                    <a:pt x="65177" y="135341"/>
                    <a:pt x="72845" y="143640"/>
                    <a:pt x="88820" y="150024"/>
                  </a:cubicBezTo>
                  <a:cubicBezTo>
                    <a:pt x="92015" y="151300"/>
                    <a:pt x="95849" y="150024"/>
                    <a:pt x="97127" y="146832"/>
                  </a:cubicBezTo>
                  <a:cubicBezTo>
                    <a:pt x="98405" y="143640"/>
                    <a:pt x="97127" y="139809"/>
                    <a:pt x="93932" y="138533"/>
                  </a:cubicBezTo>
                  <a:cubicBezTo>
                    <a:pt x="82430" y="133425"/>
                    <a:pt x="77957" y="128318"/>
                    <a:pt x="77957" y="125765"/>
                  </a:cubicBezTo>
                  <a:lnTo>
                    <a:pt x="77957" y="109166"/>
                  </a:lnTo>
                  <a:cubicBezTo>
                    <a:pt x="77957" y="105974"/>
                    <a:pt x="79235" y="104697"/>
                    <a:pt x="82430" y="104697"/>
                  </a:cubicBezTo>
                  <a:close/>
                </a:path>
              </a:pathLst>
            </a:custGeom>
            <a:solidFill>
              <a:srgbClr val="012169"/>
            </a:solidFill>
            <a:ln w="6390" cap="flat">
              <a:noFill/>
              <a:prstDash val="solid"/>
              <a:miter/>
            </a:ln>
          </p:spPr>
          <p:txBody>
            <a:bodyPr rtlCol="0" anchor="ctr"/>
            <a:lstStyle/>
            <a:p>
              <a:endParaRPr lang="en-US"/>
            </a:p>
          </p:txBody>
        </p:sp>
      </p:grpSp>
      <p:grpSp>
        <p:nvGrpSpPr>
          <p:cNvPr id="466" name="Graphic 4">
            <a:extLst>
              <a:ext uri="{FF2B5EF4-FFF2-40B4-BE49-F238E27FC236}">
                <a16:creationId xmlns:a16="http://schemas.microsoft.com/office/drawing/2014/main" id="{3B8C2781-AB63-1348-91B6-D09D7A9C2EA0}"/>
              </a:ext>
            </a:extLst>
          </p:cNvPr>
          <p:cNvGrpSpPr/>
          <p:nvPr/>
        </p:nvGrpSpPr>
        <p:grpSpPr>
          <a:xfrm>
            <a:off x="2561086" y="1893013"/>
            <a:ext cx="361670" cy="361333"/>
            <a:chOff x="2561086" y="1893013"/>
            <a:chExt cx="361670" cy="361333"/>
          </a:xfrm>
          <a:solidFill>
            <a:srgbClr val="012169"/>
          </a:solidFill>
        </p:grpSpPr>
        <p:sp>
          <p:nvSpPr>
            <p:cNvPr id="467" name="Graphic 4">
              <a:extLst>
                <a:ext uri="{FF2B5EF4-FFF2-40B4-BE49-F238E27FC236}">
                  <a16:creationId xmlns:a16="http://schemas.microsoft.com/office/drawing/2014/main" id="{E69FC7E4-9950-1143-A4A0-900EDC2F9998}"/>
                </a:ext>
              </a:extLst>
            </p:cNvPr>
            <p:cNvSpPr/>
            <p:nvPr/>
          </p:nvSpPr>
          <p:spPr>
            <a:xfrm>
              <a:off x="2561086"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468" name="Graphic 4">
              <a:extLst>
                <a:ext uri="{FF2B5EF4-FFF2-40B4-BE49-F238E27FC236}">
                  <a16:creationId xmlns:a16="http://schemas.microsoft.com/office/drawing/2014/main" id="{608C446F-C442-834A-B429-623870061351}"/>
                </a:ext>
              </a:extLst>
            </p:cNvPr>
            <p:cNvSpPr/>
            <p:nvPr/>
          </p:nvSpPr>
          <p:spPr>
            <a:xfrm>
              <a:off x="2669076" y="2000652"/>
              <a:ext cx="143773" cy="54514"/>
            </a:xfrm>
            <a:custGeom>
              <a:avLst/>
              <a:gdLst>
                <a:gd name="connsiteX0" fmla="*/ 6390 w 143773"/>
                <a:gd name="connsiteY0" fmla="*/ 54514 h 54514"/>
                <a:gd name="connsiteX1" fmla="*/ 13419 w 143773"/>
                <a:gd name="connsiteY1" fmla="*/ 48769 h 54514"/>
                <a:gd name="connsiteX2" fmla="*/ 26199 w 143773"/>
                <a:gd name="connsiteY2" fmla="*/ 18126 h 54514"/>
                <a:gd name="connsiteX3" fmla="*/ 56870 w 143773"/>
                <a:gd name="connsiteY3" fmla="*/ 18764 h 54514"/>
                <a:gd name="connsiteX4" fmla="*/ 66455 w 143773"/>
                <a:gd name="connsiteY4" fmla="*/ 21318 h 54514"/>
                <a:gd name="connsiteX5" fmla="*/ 104156 w 143773"/>
                <a:gd name="connsiteY5" fmla="*/ 14934 h 54514"/>
                <a:gd name="connsiteX6" fmla="*/ 116297 w 143773"/>
                <a:gd name="connsiteY6" fmla="*/ 27063 h 54514"/>
                <a:gd name="connsiteX7" fmla="*/ 130994 w 143773"/>
                <a:gd name="connsiteY7" fmla="*/ 48130 h 54514"/>
                <a:gd name="connsiteX8" fmla="*/ 137384 w 143773"/>
                <a:gd name="connsiteY8" fmla="*/ 54514 h 54514"/>
                <a:gd name="connsiteX9" fmla="*/ 143774 w 143773"/>
                <a:gd name="connsiteY9" fmla="*/ 48130 h 54514"/>
                <a:gd name="connsiteX10" fmla="*/ 123965 w 143773"/>
                <a:gd name="connsiteY10" fmla="*/ 17487 h 54514"/>
                <a:gd name="connsiteX11" fmla="*/ 111824 w 143773"/>
                <a:gd name="connsiteY11" fmla="*/ 4081 h 54514"/>
                <a:gd name="connsiteX12" fmla="*/ 107351 w 143773"/>
                <a:gd name="connsiteY12" fmla="*/ 250 h 54514"/>
                <a:gd name="connsiteX13" fmla="*/ 101600 w 143773"/>
                <a:gd name="connsiteY13" fmla="*/ 1527 h 54514"/>
                <a:gd name="connsiteX14" fmla="*/ 69650 w 143773"/>
                <a:gd name="connsiteY14" fmla="*/ 9826 h 54514"/>
                <a:gd name="connsiteX15" fmla="*/ 60704 w 143773"/>
                <a:gd name="connsiteY15" fmla="*/ 7273 h 54514"/>
                <a:gd name="connsiteX16" fmla="*/ 18531 w 143773"/>
                <a:gd name="connsiteY16" fmla="*/ 8550 h 54514"/>
                <a:gd name="connsiteX17" fmla="*/ 0 w 143773"/>
                <a:gd name="connsiteY17" fmla="*/ 48769 h 54514"/>
                <a:gd name="connsiteX18" fmla="*/ 6390 w 143773"/>
                <a:gd name="connsiteY18" fmla="*/ 54514 h 5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3773" h="54514">
                  <a:moveTo>
                    <a:pt x="6390" y="54514"/>
                  </a:moveTo>
                  <a:cubicBezTo>
                    <a:pt x="10224" y="54514"/>
                    <a:pt x="12780" y="51961"/>
                    <a:pt x="13419" y="48769"/>
                  </a:cubicBezTo>
                  <a:cubicBezTo>
                    <a:pt x="14058" y="42385"/>
                    <a:pt x="17253" y="24510"/>
                    <a:pt x="26199" y="18126"/>
                  </a:cubicBezTo>
                  <a:cubicBezTo>
                    <a:pt x="34506" y="12380"/>
                    <a:pt x="43451" y="14934"/>
                    <a:pt x="56870" y="18764"/>
                  </a:cubicBezTo>
                  <a:cubicBezTo>
                    <a:pt x="60065" y="20041"/>
                    <a:pt x="63260" y="20679"/>
                    <a:pt x="66455" y="21318"/>
                  </a:cubicBezTo>
                  <a:cubicBezTo>
                    <a:pt x="81791" y="25148"/>
                    <a:pt x="95849" y="20041"/>
                    <a:pt x="104156" y="14934"/>
                  </a:cubicBezTo>
                  <a:cubicBezTo>
                    <a:pt x="107351" y="19402"/>
                    <a:pt x="111824" y="23233"/>
                    <a:pt x="116297" y="27063"/>
                  </a:cubicBezTo>
                  <a:cubicBezTo>
                    <a:pt x="124604" y="33447"/>
                    <a:pt x="130994" y="39193"/>
                    <a:pt x="130994" y="48130"/>
                  </a:cubicBezTo>
                  <a:cubicBezTo>
                    <a:pt x="130994" y="51961"/>
                    <a:pt x="133550" y="54514"/>
                    <a:pt x="137384" y="54514"/>
                  </a:cubicBezTo>
                  <a:cubicBezTo>
                    <a:pt x="141217" y="54514"/>
                    <a:pt x="143774" y="51961"/>
                    <a:pt x="143774" y="48130"/>
                  </a:cubicBezTo>
                  <a:cubicBezTo>
                    <a:pt x="143774" y="33447"/>
                    <a:pt x="132911" y="24510"/>
                    <a:pt x="123965" y="17487"/>
                  </a:cubicBezTo>
                  <a:cubicBezTo>
                    <a:pt x="118214" y="13018"/>
                    <a:pt x="113102" y="8550"/>
                    <a:pt x="111824" y="4081"/>
                  </a:cubicBezTo>
                  <a:cubicBezTo>
                    <a:pt x="111185" y="2166"/>
                    <a:pt x="109268" y="250"/>
                    <a:pt x="107351" y="250"/>
                  </a:cubicBezTo>
                  <a:cubicBezTo>
                    <a:pt x="105434" y="-388"/>
                    <a:pt x="102878" y="250"/>
                    <a:pt x="101600" y="1527"/>
                  </a:cubicBezTo>
                  <a:cubicBezTo>
                    <a:pt x="97127" y="5996"/>
                    <a:pt x="83069" y="13657"/>
                    <a:pt x="69650" y="9826"/>
                  </a:cubicBezTo>
                  <a:cubicBezTo>
                    <a:pt x="66455" y="9188"/>
                    <a:pt x="63260" y="7911"/>
                    <a:pt x="60704" y="7273"/>
                  </a:cubicBezTo>
                  <a:cubicBezTo>
                    <a:pt x="46646" y="2804"/>
                    <a:pt x="32589" y="-1665"/>
                    <a:pt x="18531" y="8550"/>
                  </a:cubicBezTo>
                  <a:cubicBezTo>
                    <a:pt x="2556" y="20041"/>
                    <a:pt x="0" y="47492"/>
                    <a:pt x="0" y="48769"/>
                  </a:cubicBezTo>
                  <a:cubicBezTo>
                    <a:pt x="0" y="51322"/>
                    <a:pt x="2556" y="53876"/>
                    <a:pt x="6390" y="54514"/>
                  </a:cubicBezTo>
                  <a:close/>
                </a:path>
              </a:pathLst>
            </a:custGeom>
            <a:solidFill>
              <a:srgbClr val="012169"/>
            </a:solidFill>
            <a:ln w="6390" cap="flat">
              <a:noFill/>
              <a:prstDash val="solid"/>
              <a:miter/>
            </a:ln>
          </p:spPr>
          <p:txBody>
            <a:bodyPr rtlCol="0" anchor="ctr"/>
            <a:lstStyle/>
            <a:p>
              <a:endParaRPr lang="en-US"/>
            </a:p>
          </p:txBody>
        </p:sp>
        <p:sp>
          <p:nvSpPr>
            <p:cNvPr id="469" name="Graphic 4">
              <a:extLst>
                <a:ext uri="{FF2B5EF4-FFF2-40B4-BE49-F238E27FC236}">
                  <a16:creationId xmlns:a16="http://schemas.microsoft.com/office/drawing/2014/main" id="{854BA76B-0B08-934F-87F4-8E484659CA6B}"/>
                </a:ext>
              </a:extLst>
            </p:cNvPr>
            <p:cNvSpPr/>
            <p:nvPr/>
          </p:nvSpPr>
          <p:spPr>
            <a:xfrm>
              <a:off x="2643517" y="1951107"/>
              <a:ext cx="196809" cy="244506"/>
            </a:xfrm>
            <a:custGeom>
              <a:avLst/>
              <a:gdLst>
                <a:gd name="connsiteX0" fmla="*/ 185308 w 196809"/>
                <a:gd name="connsiteY0" fmla="*/ 106613 h 244506"/>
                <a:gd name="connsiteX1" fmla="*/ 185308 w 196809"/>
                <a:gd name="connsiteY1" fmla="*/ 72139 h 244506"/>
                <a:gd name="connsiteX2" fmla="*/ 144412 w 196809"/>
                <a:gd name="connsiteY2" fmla="*/ 20429 h 244506"/>
                <a:gd name="connsiteX3" fmla="*/ 97766 w 196809"/>
                <a:gd name="connsiteY3" fmla="*/ 0 h 244506"/>
                <a:gd name="connsiteX4" fmla="*/ 10224 w 196809"/>
                <a:gd name="connsiteY4" fmla="*/ 72139 h 244506"/>
                <a:gd name="connsiteX5" fmla="*/ 10224 w 196809"/>
                <a:gd name="connsiteY5" fmla="*/ 106613 h 244506"/>
                <a:gd name="connsiteX6" fmla="*/ 0 w 196809"/>
                <a:gd name="connsiteY6" fmla="*/ 118104 h 244506"/>
                <a:gd name="connsiteX7" fmla="*/ 0 w 196809"/>
                <a:gd name="connsiteY7" fmla="*/ 137256 h 244506"/>
                <a:gd name="connsiteX8" fmla="*/ 8307 w 196809"/>
                <a:gd name="connsiteY8" fmla="*/ 151300 h 244506"/>
                <a:gd name="connsiteX9" fmla="*/ 14058 w 196809"/>
                <a:gd name="connsiteY9" fmla="*/ 154492 h 244506"/>
                <a:gd name="connsiteX10" fmla="*/ 36423 w 196809"/>
                <a:gd name="connsiteY10" fmla="*/ 195988 h 244506"/>
                <a:gd name="connsiteX11" fmla="*/ 36423 w 196809"/>
                <a:gd name="connsiteY11" fmla="*/ 195988 h 244506"/>
                <a:gd name="connsiteX12" fmla="*/ 38978 w 196809"/>
                <a:gd name="connsiteY12" fmla="*/ 198542 h 244506"/>
                <a:gd name="connsiteX13" fmla="*/ 46007 w 196809"/>
                <a:gd name="connsiteY13" fmla="*/ 202372 h 244506"/>
                <a:gd name="connsiteX14" fmla="*/ 46007 w 196809"/>
                <a:gd name="connsiteY14" fmla="*/ 217694 h 244506"/>
                <a:gd name="connsiteX15" fmla="*/ 38340 w 196809"/>
                <a:gd name="connsiteY15" fmla="*/ 225993 h 244506"/>
                <a:gd name="connsiteX16" fmla="*/ 19809 w 196809"/>
                <a:gd name="connsiteY16" fmla="*/ 231738 h 244506"/>
                <a:gd name="connsiteX17" fmla="*/ 15975 w 196809"/>
                <a:gd name="connsiteY17" fmla="*/ 240038 h 244506"/>
                <a:gd name="connsiteX18" fmla="*/ 22365 w 196809"/>
                <a:gd name="connsiteY18" fmla="*/ 244506 h 244506"/>
                <a:gd name="connsiteX19" fmla="*/ 24282 w 196809"/>
                <a:gd name="connsiteY19" fmla="*/ 244506 h 244506"/>
                <a:gd name="connsiteX20" fmla="*/ 42173 w 196809"/>
                <a:gd name="connsiteY20" fmla="*/ 238761 h 244506"/>
                <a:gd name="connsiteX21" fmla="*/ 58787 w 196809"/>
                <a:gd name="connsiteY21" fmla="*/ 217694 h 244506"/>
                <a:gd name="connsiteX22" fmla="*/ 58787 w 196809"/>
                <a:gd name="connsiteY22" fmla="*/ 208756 h 244506"/>
                <a:gd name="connsiteX23" fmla="*/ 87542 w 196809"/>
                <a:gd name="connsiteY23" fmla="*/ 218971 h 244506"/>
                <a:gd name="connsiteX24" fmla="*/ 107990 w 196809"/>
                <a:gd name="connsiteY24" fmla="*/ 218971 h 244506"/>
                <a:gd name="connsiteX25" fmla="*/ 136745 w 196809"/>
                <a:gd name="connsiteY25" fmla="*/ 208756 h 244506"/>
                <a:gd name="connsiteX26" fmla="*/ 136745 w 196809"/>
                <a:gd name="connsiteY26" fmla="*/ 217694 h 244506"/>
                <a:gd name="connsiteX27" fmla="*/ 153358 w 196809"/>
                <a:gd name="connsiteY27" fmla="*/ 238122 h 244506"/>
                <a:gd name="connsiteX28" fmla="*/ 171889 w 196809"/>
                <a:gd name="connsiteY28" fmla="*/ 243868 h 244506"/>
                <a:gd name="connsiteX29" fmla="*/ 173806 w 196809"/>
                <a:gd name="connsiteY29" fmla="*/ 243868 h 244506"/>
                <a:gd name="connsiteX30" fmla="*/ 180196 w 196809"/>
                <a:gd name="connsiteY30" fmla="*/ 239399 h 244506"/>
                <a:gd name="connsiteX31" fmla="*/ 176362 w 196809"/>
                <a:gd name="connsiteY31" fmla="*/ 231100 h 244506"/>
                <a:gd name="connsiteX32" fmla="*/ 157831 w 196809"/>
                <a:gd name="connsiteY32" fmla="*/ 225355 h 244506"/>
                <a:gd name="connsiteX33" fmla="*/ 150802 w 196809"/>
                <a:gd name="connsiteY33" fmla="*/ 217055 h 244506"/>
                <a:gd name="connsiteX34" fmla="*/ 150802 w 196809"/>
                <a:gd name="connsiteY34" fmla="*/ 201734 h 244506"/>
                <a:gd name="connsiteX35" fmla="*/ 157831 w 196809"/>
                <a:gd name="connsiteY35" fmla="*/ 197903 h 244506"/>
                <a:gd name="connsiteX36" fmla="*/ 160387 w 196809"/>
                <a:gd name="connsiteY36" fmla="*/ 195350 h 244506"/>
                <a:gd name="connsiteX37" fmla="*/ 160387 w 196809"/>
                <a:gd name="connsiteY37" fmla="*/ 195350 h 244506"/>
                <a:gd name="connsiteX38" fmla="*/ 182752 w 196809"/>
                <a:gd name="connsiteY38" fmla="*/ 153854 h 244506"/>
                <a:gd name="connsiteX39" fmla="*/ 188503 w 196809"/>
                <a:gd name="connsiteY39" fmla="*/ 150662 h 244506"/>
                <a:gd name="connsiteX40" fmla="*/ 196810 w 196809"/>
                <a:gd name="connsiteY40" fmla="*/ 136617 h 244506"/>
                <a:gd name="connsiteX41" fmla="*/ 196810 w 196809"/>
                <a:gd name="connsiteY41" fmla="*/ 117465 h 244506"/>
                <a:gd name="connsiteX42" fmla="*/ 185308 w 196809"/>
                <a:gd name="connsiteY42" fmla="*/ 106613 h 244506"/>
                <a:gd name="connsiteX43" fmla="*/ 98405 w 196809"/>
                <a:gd name="connsiteY43" fmla="*/ 12768 h 244506"/>
                <a:gd name="connsiteX44" fmla="*/ 136106 w 196809"/>
                <a:gd name="connsiteY44" fmla="*/ 30005 h 244506"/>
                <a:gd name="connsiteX45" fmla="*/ 141217 w 196809"/>
                <a:gd name="connsiteY45" fmla="*/ 32558 h 244506"/>
                <a:gd name="connsiteX46" fmla="*/ 172528 w 196809"/>
                <a:gd name="connsiteY46" fmla="*/ 71501 h 244506"/>
                <a:gd name="connsiteX47" fmla="*/ 172528 w 196809"/>
                <a:gd name="connsiteY47" fmla="*/ 105336 h 244506"/>
                <a:gd name="connsiteX48" fmla="*/ 170611 w 196809"/>
                <a:gd name="connsiteY48" fmla="*/ 105336 h 244506"/>
                <a:gd name="connsiteX49" fmla="*/ 150802 w 196809"/>
                <a:gd name="connsiteY49" fmla="*/ 130233 h 244506"/>
                <a:gd name="connsiteX50" fmla="*/ 128438 w 196809"/>
                <a:gd name="connsiteY50" fmla="*/ 125765 h 244506"/>
                <a:gd name="connsiteX51" fmla="*/ 98405 w 196809"/>
                <a:gd name="connsiteY51" fmla="*/ 120657 h 244506"/>
                <a:gd name="connsiteX52" fmla="*/ 68372 w 196809"/>
                <a:gd name="connsiteY52" fmla="*/ 125765 h 244506"/>
                <a:gd name="connsiteX53" fmla="*/ 46007 w 196809"/>
                <a:gd name="connsiteY53" fmla="*/ 130233 h 244506"/>
                <a:gd name="connsiteX54" fmla="*/ 26199 w 196809"/>
                <a:gd name="connsiteY54" fmla="*/ 105336 h 244506"/>
                <a:gd name="connsiteX55" fmla="*/ 24282 w 196809"/>
                <a:gd name="connsiteY55" fmla="*/ 105336 h 244506"/>
                <a:gd name="connsiteX56" fmla="*/ 24282 w 196809"/>
                <a:gd name="connsiteY56" fmla="*/ 71501 h 244506"/>
                <a:gd name="connsiteX57" fmla="*/ 98405 w 196809"/>
                <a:gd name="connsiteY57" fmla="*/ 12768 h 244506"/>
                <a:gd name="connsiteX58" fmla="*/ 15336 w 196809"/>
                <a:gd name="connsiteY58" fmla="*/ 140448 h 244506"/>
                <a:gd name="connsiteX59" fmla="*/ 13419 w 196809"/>
                <a:gd name="connsiteY59" fmla="*/ 137256 h 244506"/>
                <a:gd name="connsiteX60" fmla="*/ 13419 w 196809"/>
                <a:gd name="connsiteY60" fmla="*/ 119381 h 244506"/>
                <a:gd name="connsiteX61" fmla="*/ 19170 w 196809"/>
                <a:gd name="connsiteY61" fmla="*/ 119381 h 244506"/>
                <a:gd name="connsiteX62" fmla="*/ 35783 w 196809"/>
                <a:gd name="connsiteY62" fmla="*/ 140448 h 244506"/>
                <a:gd name="connsiteX63" fmla="*/ 35783 w 196809"/>
                <a:gd name="connsiteY63" fmla="*/ 167899 h 244506"/>
                <a:gd name="connsiteX64" fmla="*/ 23643 w 196809"/>
                <a:gd name="connsiteY64" fmla="*/ 145555 h 244506"/>
                <a:gd name="connsiteX65" fmla="*/ 15336 w 196809"/>
                <a:gd name="connsiteY65" fmla="*/ 140448 h 244506"/>
                <a:gd name="connsiteX66" fmla="*/ 88181 w 196809"/>
                <a:gd name="connsiteY66" fmla="*/ 207479 h 244506"/>
                <a:gd name="connsiteX67" fmla="*/ 49202 w 196809"/>
                <a:gd name="connsiteY67" fmla="*/ 190243 h 244506"/>
                <a:gd name="connsiteX68" fmla="*/ 49202 w 196809"/>
                <a:gd name="connsiteY68" fmla="*/ 144278 h 244506"/>
                <a:gd name="connsiteX69" fmla="*/ 71567 w 196809"/>
                <a:gd name="connsiteY69" fmla="*/ 139809 h 244506"/>
                <a:gd name="connsiteX70" fmla="*/ 98405 w 196809"/>
                <a:gd name="connsiteY70" fmla="*/ 134702 h 244506"/>
                <a:gd name="connsiteX71" fmla="*/ 125243 w 196809"/>
                <a:gd name="connsiteY71" fmla="*/ 139809 h 244506"/>
                <a:gd name="connsiteX72" fmla="*/ 147607 w 196809"/>
                <a:gd name="connsiteY72" fmla="*/ 144278 h 244506"/>
                <a:gd name="connsiteX73" fmla="*/ 147607 w 196809"/>
                <a:gd name="connsiteY73" fmla="*/ 190243 h 244506"/>
                <a:gd name="connsiteX74" fmla="*/ 108629 w 196809"/>
                <a:gd name="connsiteY74" fmla="*/ 207479 h 244506"/>
                <a:gd name="connsiteX75" fmla="*/ 88181 w 196809"/>
                <a:gd name="connsiteY75" fmla="*/ 207479 h 244506"/>
                <a:gd name="connsiteX76" fmla="*/ 182752 w 196809"/>
                <a:gd name="connsiteY76" fmla="*/ 137256 h 244506"/>
                <a:gd name="connsiteX77" fmla="*/ 180835 w 196809"/>
                <a:gd name="connsiteY77" fmla="*/ 140448 h 244506"/>
                <a:gd name="connsiteX78" fmla="*/ 171889 w 196809"/>
                <a:gd name="connsiteY78" fmla="*/ 145555 h 244506"/>
                <a:gd name="connsiteX79" fmla="*/ 159748 w 196809"/>
                <a:gd name="connsiteY79" fmla="*/ 167899 h 244506"/>
                <a:gd name="connsiteX80" fmla="*/ 159748 w 196809"/>
                <a:gd name="connsiteY80" fmla="*/ 140448 h 244506"/>
                <a:gd name="connsiteX81" fmla="*/ 176362 w 196809"/>
                <a:gd name="connsiteY81" fmla="*/ 119381 h 244506"/>
                <a:gd name="connsiteX82" fmla="*/ 182113 w 196809"/>
                <a:gd name="connsiteY82" fmla="*/ 119381 h 244506"/>
                <a:gd name="connsiteX83" fmla="*/ 182113 w 196809"/>
                <a:gd name="connsiteY83" fmla="*/ 137256 h 244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96809" h="244506">
                  <a:moveTo>
                    <a:pt x="185308" y="106613"/>
                  </a:moveTo>
                  <a:lnTo>
                    <a:pt x="185308" y="72139"/>
                  </a:lnTo>
                  <a:cubicBezTo>
                    <a:pt x="185308" y="47241"/>
                    <a:pt x="171250" y="22344"/>
                    <a:pt x="144412" y="20429"/>
                  </a:cubicBezTo>
                  <a:cubicBezTo>
                    <a:pt x="133550" y="6384"/>
                    <a:pt x="118853" y="0"/>
                    <a:pt x="97766" y="0"/>
                  </a:cubicBezTo>
                  <a:cubicBezTo>
                    <a:pt x="51119" y="0"/>
                    <a:pt x="10224" y="33835"/>
                    <a:pt x="10224" y="72139"/>
                  </a:cubicBezTo>
                  <a:lnTo>
                    <a:pt x="10224" y="106613"/>
                  </a:lnTo>
                  <a:cubicBezTo>
                    <a:pt x="4473" y="107251"/>
                    <a:pt x="0" y="112358"/>
                    <a:pt x="0" y="118104"/>
                  </a:cubicBezTo>
                  <a:lnTo>
                    <a:pt x="0" y="137256"/>
                  </a:lnTo>
                  <a:cubicBezTo>
                    <a:pt x="0" y="143001"/>
                    <a:pt x="3195" y="148747"/>
                    <a:pt x="8307" y="151300"/>
                  </a:cubicBezTo>
                  <a:lnTo>
                    <a:pt x="14058" y="154492"/>
                  </a:lnTo>
                  <a:lnTo>
                    <a:pt x="36423" y="195988"/>
                  </a:lnTo>
                  <a:lnTo>
                    <a:pt x="36423" y="195988"/>
                  </a:lnTo>
                  <a:cubicBezTo>
                    <a:pt x="37062" y="197265"/>
                    <a:pt x="37701" y="197903"/>
                    <a:pt x="38978" y="198542"/>
                  </a:cubicBezTo>
                  <a:cubicBezTo>
                    <a:pt x="40896" y="199180"/>
                    <a:pt x="42812" y="201095"/>
                    <a:pt x="46007" y="202372"/>
                  </a:cubicBezTo>
                  <a:lnTo>
                    <a:pt x="46007" y="217694"/>
                  </a:lnTo>
                  <a:cubicBezTo>
                    <a:pt x="46007" y="221524"/>
                    <a:pt x="42812" y="225355"/>
                    <a:pt x="38340" y="225993"/>
                  </a:cubicBezTo>
                  <a:lnTo>
                    <a:pt x="19809" y="231738"/>
                  </a:lnTo>
                  <a:cubicBezTo>
                    <a:pt x="16614" y="233015"/>
                    <a:pt x="14697" y="236207"/>
                    <a:pt x="15975" y="240038"/>
                  </a:cubicBezTo>
                  <a:cubicBezTo>
                    <a:pt x="16614" y="242591"/>
                    <a:pt x="19170" y="244506"/>
                    <a:pt x="22365" y="244506"/>
                  </a:cubicBezTo>
                  <a:cubicBezTo>
                    <a:pt x="23004" y="244506"/>
                    <a:pt x="23643" y="244506"/>
                    <a:pt x="24282" y="244506"/>
                  </a:cubicBezTo>
                  <a:lnTo>
                    <a:pt x="42173" y="238761"/>
                  </a:lnTo>
                  <a:cubicBezTo>
                    <a:pt x="52397" y="236207"/>
                    <a:pt x="58787" y="227908"/>
                    <a:pt x="58787" y="217694"/>
                  </a:cubicBezTo>
                  <a:lnTo>
                    <a:pt x="58787" y="208756"/>
                  </a:lnTo>
                  <a:cubicBezTo>
                    <a:pt x="69650" y="213863"/>
                    <a:pt x="81791" y="218971"/>
                    <a:pt x="87542" y="218971"/>
                  </a:cubicBezTo>
                  <a:lnTo>
                    <a:pt x="107990" y="218971"/>
                  </a:lnTo>
                  <a:cubicBezTo>
                    <a:pt x="114380" y="218971"/>
                    <a:pt x="125882" y="213863"/>
                    <a:pt x="136745" y="208756"/>
                  </a:cubicBezTo>
                  <a:lnTo>
                    <a:pt x="136745" y="217694"/>
                  </a:lnTo>
                  <a:cubicBezTo>
                    <a:pt x="136745" y="227270"/>
                    <a:pt x="143774" y="236207"/>
                    <a:pt x="153358" y="238122"/>
                  </a:cubicBezTo>
                  <a:lnTo>
                    <a:pt x="171889" y="243868"/>
                  </a:lnTo>
                  <a:cubicBezTo>
                    <a:pt x="172528" y="243868"/>
                    <a:pt x="173167" y="243868"/>
                    <a:pt x="173806" y="243868"/>
                  </a:cubicBezTo>
                  <a:cubicBezTo>
                    <a:pt x="176362" y="243868"/>
                    <a:pt x="178918" y="241953"/>
                    <a:pt x="180196" y="239399"/>
                  </a:cubicBezTo>
                  <a:cubicBezTo>
                    <a:pt x="181474" y="236207"/>
                    <a:pt x="179557" y="232377"/>
                    <a:pt x="176362" y="231100"/>
                  </a:cubicBezTo>
                  <a:lnTo>
                    <a:pt x="157831" y="225355"/>
                  </a:lnTo>
                  <a:cubicBezTo>
                    <a:pt x="153358" y="224078"/>
                    <a:pt x="150802" y="220886"/>
                    <a:pt x="150802" y="217055"/>
                  </a:cubicBezTo>
                  <a:lnTo>
                    <a:pt x="150802" y="201734"/>
                  </a:lnTo>
                  <a:cubicBezTo>
                    <a:pt x="153358" y="200457"/>
                    <a:pt x="155914" y="198542"/>
                    <a:pt x="157831" y="197903"/>
                  </a:cubicBezTo>
                  <a:cubicBezTo>
                    <a:pt x="159109" y="197265"/>
                    <a:pt x="159748" y="196627"/>
                    <a:pt x="160387" y="195350"/>
                  </a:cubicBezTo>
                  <a:lnTo>
                    <a:pt x="160387" y="195350"/>
                  </a:lnTo>
                  <a:lnTo>
                    <a:pt x="182752" y="153854"/>
                  </a:lnTo>
                  <a:lnTo>
                    <a:pt x="188503" y="150662"/>
                  </a:lnTo>
                  <a:cubicBezTo>
                    <a:pt x="193615" y="147470"/>
                    <a:pt x="196810" y="142363"/>
                    <a:pt x="196810" y="136617"/>
                  </a:cubicBezTo>
                  <a:lnTo>
                    <a:pt x="196810" y="117465"/>
                  </a:lnTo>
                  <a:cubicBezTo>
                    <a:pt x="195532" y="111720"/>
                    <a:pt x="191059" y="107251"/>
                    <a:pt x="185308" y="106613"/>
                  </a:cubicBezTo>
                  <a:close/>
                  <a:moveTo>
                    <a:pt x="98405" y="12768"/>
                  </a:moveTo>
                  <a:cubicBezTo>
                    <a:pt x="116297" y="12768"/>
                    <a:pt x="127799" y="17875"/>
                    <a:pt x="136106" y="30005"/>
                  </a:cubicBezTo>
                  <a:cubicBezTo>
                    <a:pt x="137384" y="31920"/>
                    <a:pt x="139301" y="32558"/>
                    <a:pt x="141217" y="32558"/>
                  </a:cubicBezTo>
                  <a:cubicBezTo>
                    <a:pt x="166138" y="32558"/>
                    <a:pt x="172528" y="58094"/>
                    <a:pt x="172528" y="71501"/>
                  </a:cubicBezTo>
                  <a:lnTo>
                    <a:pt x="172528" y="105336"/>
                  </a:lnTo>
                  <a:lnTo>
                    <a:pt x="170611" y="105336"/>
                  </a:lnTo>
                  <a:lnTo>
                    <a:pt x="150802" y="130233"/>
                  </a:lnTo>
                  <a:cubicBezTo>
                    <a:pt x="144412" y="129595"/>
                    <a:pt x="136106" y="127680"/>
                    <a:pt x="128438" y="125765"/>
                  </a:cubicBezTo>
                  <a:cubicBezTo>
                    <a:pt x="118214" y="123211"/>
                    <a:pt x="107351" y="120657"/>
                    <a:pt x="98405" y="120657"/>
                  </a:cubicBezTo>
                  <a:cubicBezTo>
                    <a:pt x="89459" y="120657"/>
                    <a:pt x="78596" y="123211"/>
                    <a:pt x="68372" y="125765"/>
                  </a:cubicBezTo>
                  <a:cubicBezTo>
                    <a:pt x="60065" y="127680"/>
                    <a:pt x="52397" y="129595"/>
                    <a:pt x="46007" y="130233"/>
                  </a:cubicBezTo>
                  <a:lnTo>
                    <a:pt x="26199" y="105336"/>
                  </a:lnTo>
                  <a:lnTo>
                    <a:pt x="24282" y="105336"/>
                  </a:lnTo>
                  <a:lnTo>
                    <a:pt x="24282" y="71501"/>
                  </a:lnTo>
                  <a:cubicBezTo>
                    <a:pt x="23643" y="40857"/>
                    <a:pt x="58148" y="12768"/>
                    <a:pt x="98405" y="12768"/>
                  </a:cubicBezTo>
                  <a:close/>
                  <a:moveTo>
                    <a:pt x="15336" y="140448"/>
                  </a:moveTo>
                  <a:cubicBezTo>
                    <a:pt x="14058" y="139809"/>
                    <a:pt x="13419" y="138533"/>
                    <a:pt x="13419" y="137256"/>
                  </a:cubicBezTo>
                  <a:lnTo>
                    <a:pt x="13419" y="119381"/>
                  </a:lnTo>
                  <a:lnTo>
                    <a:pt x="19170" y="119381"/>
                  </a:lnTo>
                  <a:lnTo>
                    <a:pt x="35783" y="140448"/>
                  </a:lnTo>
                  <a:lnTo>
                    <a:pt x="35783" y="167899"/>
                  </a:lnTo>
                  <a:lnTo>
                    <a:pt x="23643" y="145555"/>
                  </a:lnTo>
                  <a:lnTo>
                    <a:pt x="15336" y="140448"/>
                  </a:lnTo>
                  <a:close/>
                  <a:moveTo>
                    <a:pt x="88181" y="207479"/>
                  </a:moveTo>
                  <a:cubicBezTo>
                    <a:pt x="83069" y="207479"/>
                    <a:pt x="64538" y="198542"/>
                    <a:pt x="49202" y="190243"/>
                  </a:cubicBezTo>
                  <a:lnTo>
                    <a:pt x="49202" y="144278"/>
                  </a:lnTo>
                  <a:cubicBezTo>
                    <a:pt x="56231" y="143640"/>
                    <a:pt x="63260" y="141724"/>
                    <a:pt x="71567" y="139809"/>
                  </a:cubicBezTo>
                  <a:cubicBezTo>
                    <a:pt x="81152" y="137256"/>
                    <a:pt x="91376" y="134702"/>
                    <a:pt x="98405" y="134702"/>
                  </a:cubicBezTo>
                  <a:cubicBezTo>
                    <a:pt x="105434" y="134702"/>
                    <a:pt x="115658" y="137256"/>
                    <a:pt x="125243" y="139809"/>
                  </a:cubicBezTo>
                  <a:cubicBezTo>
                    <a:pt x="132911" y="141724"/>
                    <a:pt x="140579" y="143640"/>
                    <a:pt x="147607" y="144278"/>
                  </a:cubicBezTo>
                  <a:lnTo>
                    <a:pt x="147607" y="190243"/>
                  </a:lnTo>
                  <a:cubicBezTo>
                    <a:pt x="131633" y="199180"/>
                    <a:pt x="113102" y="207479"/>
                    <a:pt x="108629" y="207479"/>
                  </a:cubicBezTo>
                  <a:lnTo>
                    <a:pt x="88181" y="207479"/>
                  </a:lnTo>
                  <a:close/>
                  <a:moveTo>
                    <a:pt x="182752" y="137256"/>
                  </a:moveTo>
                  <a:cubicBezTo>
                    <a:pt x="182752" y="138533"/>
                    <a:pt x="182113" y="139809"/>
                    <a:pt x="180835" y="140448"/>
                  </a:cubicBezTo>
                  <a:lnTo>
                    <a:pt x="171889" y="145555"/>
                  </a:lnTo>
                  <a:lnTo>
                    <a:pt x="159748" y="167899"/>
                  </a:lnTo>
                  <a:lnTo>
                    <a:pt x="159748" y="140448"/>
                  </a:lnTo>
                  <a:lnTo>
                    <a:pt x="176362" y="119381"/>
                  </a:lnTo>
                  <a:lnTo>
                    <a:pt x="182113" y="119381"/>
                  </a:lnTo>
                  <a:lnTo>
                    <a:pt x="182113" y="137256"/>
                  </a:lnTo>
                  <a:close/>
                </a:path>
              </a:pathLst>
            </a:custGeom>
            <a:solidFill>
              <a:srgbClr val="012169"/>
            </a:solidFill>
            <a:ln w="6390" cap="flat">
              <a:noFill/>
              <a:prstDash val="solid"/>
              <a:miter/>
            </a:ln>
          </p:spPr>
          <p:txBody>
            <a:bodyPr rtlCol="0" anchor="ctr"/>
            <a:lstStyle/>
            <a:p>
              <a:endParaRPr lang="en-US"/>
            </a:p>
          </p:txBody>
        </p:sp>
      </p:grpSp>
      <p:grpSp>
        <p:nvGrpSpPr>
          <p:cNvPr id="470" name="Graphic 4">
            <a:extLst>
              <a:ext uri="{FF2B5EF4-FFF2-40B4-BE49-F238E27FC236}">
                <a16:creationId xmlns:a16="http://schemas.microsoft.com/office/drawing/2014/main" id="{D3B36EC5-E86D-2E4B-8E56-E20209966E62}"/>
              </a:ext>
            </a:extLst>
          </p:cNvPr>
          <p:cNvGrpSpPr/>
          <p:nvPr/>
        </p:nvGrpSpPr>
        <p:grpSpPr>
          <a:xfrm>
            <a:off x="2998797" y="918179"/>
            <a:ext cx="361670" cy="361333"/>
            <a:chOff x="2998797" y="918179"/>
            <a:chExt cx="361670" cy="361333"/>
          </a:xfrm>
          <a:solidFill>
            <a:srgbClr val="012169"/>
          </a:solidFill>
        </p:grpSpPr>
        <p:sp>
          <p:nvSpPr>
            <p:cNvPr id="471" name="Graphic 4">
              <a:extLst>
                <a:ext uri="{FF2B5EF4-FFF2-40B4-BE49-F238E27FC236}">
                  <a16:creationId xmlns:a16="http://schemas.microsoft.com/office/drawing/2014/main" id="{FA5D40D2-6E4D-744E-BB16-A8574B91F104}"/>
                </a:ext>
              </a:extLst>
            </p:cNvPr>
            <p:cNvSpPr/>
            <p:nvPr/>
          </p:nvSpPr>
          <p:spPr>
            <a:xfrm>
              <a:off x="3099119" y="1005001"/>
              <a:ext cx="37700" cy="182581"/>
            </a:xfrm>
            <a:custGeom>
              <a:avLst/>
              <a:gdLst>
                <a:gd name="connsiteX0" fmla="*/ 0 w 37700"/>
                <a:gd name="connsiteY0" fmla="*/ 0 h 182581"/>
                <a:gd name="connsiteX1" fmla="*/ 0 w 37700"/>
                <a:gd name="connsiteY1" fmla="*/ 182582 h 182581"/>
                <a:gd name="connsiteX2" fmla="*/ 37701 w 37700"/>
                <a:gd name="connsiteY2" fmla="*/ 158961 h 182581"/>
                <a:gd name="connsiteX3" fmla="*/ 37701 w 37700"/>
                <a:gd name="connsiteY3" fmla="*/ 24259 h 182581"/>
              </a:gdLst>
              <a:ahLst/>
              <a:cxnLst>
                <a:cxn ang="0">
                  <a:pos x="connsiteX0" y="connsiteY0"/>
                </a:cxn>
                <a:cxn ang="0">
                  <a:pos x="connsiteX1" y="connsiteY1"/>
                </a:cxn>
                <a:cxn ang="0">
                  <a:pos x="connsiteX2" y="connsiteY2"/>
                </a:cxn>
                <a:cxn ang="0">
                  <a:pos x="connsiteX3" y="connsiteY3"/>
                </a:cxn>
              </a:cxnLst>
              <a:rect l="l" t="t" r="r" b="b"/>
              <a:pathLst>
                <a:path w="37700" h="182581">
                  <a:moveTo>
                    <a:pt x="0" y="0"/>
                  </a:moveTo>
                  <a:lnTo>
                    <a:pt x="0" y="182582"/>
                  </a:lnTo>
                  <a:lnTo>
                    <a:pt x="37701" y="158961"/>
                  </a:lnTo>
                  <a:lnTo>
                    <a:pt x="37701" y="24259"/>
                  </a:lnTo>
                  <a:close/>
                </a:path>
              </a:pathLst>
            </a:custGeom>
            <a:solidFill>
              <a:srgbClr val="012169"/>
            </a:solidFill>
            <a:ln w="6390" cap="flat">
              <a:noFill/>
              <a:prstDash val="solid"/>
              <a:miter/>
            </a:ln>
          </p:spPr>
          <p:txBody>
            <a:bodyPr rtlCol="0" anchor="ctr"/>
            <a:lstStyle/>
            <a:p>
              <a:endParaRPr lang="en-US"/>
            </a:p>
          </p:txBody>
        </p:sp>
        <p:sp>
          <p:nvSpPr>
            <p:cNvPr id="472" name="Graphic 4">
              <a:extLst>
                <a:ext uri="{FF2B5EF4-FFF2-40B4-BE49-F238E27FC236}">
                  <a16:creationId xmlns:a16="http://schemas.microsoft.com/office/drawing/2014/main" id="{5BCCFB4C-AF00-9F41-8190-BC9740832972}"/>
                </a:ext>
              </a:extLst>
            </p:cNvPr>
            <p:cNvSpPr/>
            <p:nvPr/>
          </p:nvSpPr>
          <p:spPr>
            <a:xfrm>
              <a:off x="3184744" y="1129489"/>
              <a:ext cx="68372" cy="68308"/>
            </a:xfrm>
            <a:custGeom>
              <a:avLst/>
              <a:gdLst>
                <a:gd name="connsiteX0" fmla="*/ 33867 w 68372"/>
                <a:gd name="connsiteY0" fmla="*/ 68309 h 68308"/>
                <a:gd name="connsiteX1" fmla="*/ 68372 w 68372"/>
                <a:gd name="connsiteY1" fmla="*/ 33835 h 68308"/>
                <a:gd name="connsiteX2" fmla="*/ 37701 w 68372"/>
                <a:gd name="connsiteY2" fmla="*/ 0 h 68308"/>
                <a:gd name="connsiteX3" fmla="*/ 40257 w 68372"/>
                <a:gd name="connsiteY3" fmla="*/ 5107 h 68308"/>
                <a:gd name="connsiteX4" fmla="*/ 40257 w 68372"/>
                <a:gd name="connsiteY4" fmla="*/ 27451 h 68308"/>
                <a:gd name="connsiteX5" fmla="*/ 51119 w 68372"/>
                <a:gd name="connsiteY5" fmla="*/ 27451 h 68308"/>
                <a:gd name="connsiteX6" fmla="*/ 57509 w 68372"/>
                <a:gd name="connsiteY6" fmla="*/ 33835 h 68308"/>
                <a:gd name="connsiteX7" fmla="*/ 51119 w 68372"/>
                <a:gd name="connsiteY7" fmla="*/ 40219 h 68308"/>
                <a:gd name="connsiteX8" fmla="*/ 33867 w 68372"/>
                <a:gd name="connsiteY8" fmla="*/ 40219 h 68308"/>
                <a:gd name="connsiteX9" fmla="*/ 27477 w 68372"/>
                <a:gd name="connsiteY9" fmla="*/ 33835 h 68308"/>
                <a:gd name="connsiteX10" fmla="*/ 27477 w 68372"/>
                <a:gd name="connsiteY10" fmla="*/ 5107 h 68308"/>
                <a:gd name="connsiteX11" fmla="*/ 30033 w 68372"/>
                <a:gd name="connsiteY11" fmla="*/ 0 h 68308"/>
                <a:gd name="connsiteX12" fmla="*/ 0 w 68372"/>
                <a:gd name="connsiteY12" fmla="*/ 33835 h 68308"/>
                <a:gd name="connsiteX13" fmla="*/ 33867 w 68372"/>
                <a:gd name="connsiteY13" fmla="*/ 68309 h 6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8372" h="68308">
                  <a:moveTo>
                    <a:pt x="33867" y="68309"/>
                  </a:moveTo>
                  <a:cubicBezTo>
                    <a:pt x="53037" y="68309"/>
                    <a:pt x="68372" y="52987"/>
                    <a:pt x="68372" y="33835"/>
                  </a:cubicBezTo>
                  <a:cubicBezTo>
                    <a:pt x="68372" y="15960"/>
                    <a:pt x="54954" y="1915"/>
                    <a:pt x="37701" y="0"/>
                  </a:cubicBezTo>
                  <a:cubicBezTo>
                    <a:pt x="38979" y="1277"/>
                    <a:pt x="40257" y="3192"/>
                    <a:pt x="40257" y="5107"/>
                  </a:cubicBezTo>
                  <a:lnTo>
                    <a:pt x="40257" y="27451"/>
                  </a:lnTo>
                  <a:lnTo>
                    <a:pt x="51119" y="27451"/>
                  </a:lnTo>
                  <a:cubicBezTo>
                    <a:pt x="54954" y="27451"/>
                    <a:pt x="57509" y="30005"/>
                    <a:pt x="57509" y="33835"/>
                  </a:cubicBezTo>
                  <a:cubicBezTo>
                    <a:pt x="57509" y="37665"/>
                    <a:pt x="54954" y="40219"/>
                    <a:pt x="51119" y="40219"/>
                  </a:cubicBezTo>
                  <a:lnTo>
                    <a:pt x="33867" y="40219"/>
                  </a:lnTo>
                  <a:cubicBezTo>
                    <a:pt x="30033" y="40219"/>
                    <a:pt x="27477" y="37665"/>
                    <a:pt x="27477" y="33835"/>
                  </a:cubicBezTo>
                  <a:lnTo>
                    <a:pt x="27477" y="5107"/>
                  </a:lnTo>
                  <a:cubicBezTo>
                    <a:pt x="27477" y="3192"/>
                    <a:pt x="28755" y="1277"/>
                    <a:pt x="30033" y="0"/>
                  </a:cubicBezTo>
                  <a:cubicBezTo>
                    <a:pt x="13419" y="1915"/>
                    <a:pt x="0" y="16598"/>
                    <a:pt x="0" y="33835"/>
                  </a:cubicBezTo>
                  <a:cubicBezTo>
                    <a:pt x="0" y="52987"/>
                    <a:pt x="15336" y="68309"/>
                    <a:pt x="33867" y="68309"/>
                  </a:cubicBezTo>
                  <a:close/>
                </a:path>
              </a:pathLst>
            </a:custGeom>
            <a:solidFill>
              <a:srgbClr val="012169"/>
            </a:solidFill>
            <a:ln w="6390" cap="flat">
              <a:noFill/>
              <a:prstDash val="solid"/>
              <a:miter/>
            </a:ln>
          </p:spPr>
          <p:txBody>
            <a:bodyPr rtlCol="0" anchor="ctr"/>
            <a:lstStyle/>
            <a:p>
              <a:endParaRPr lang="en-US"/>
            </a:p>
          </p:txBody>
        </p:sp>
        <p:sp>
          <p:nvSpPr>
            <p:cNvPr id="473" name="Graphic 4">
              <a:extLst>
                <a:ext uri="{FF2B5EF4-FFF2-40B4-BE49-F238E27FC236}">
                  <a16:creationId xmlns:a16="http://schemas.microsoft.com/office/drawing/2014/main" id="{37E76EE0-850F-6B4F-B32F-DE3269D49251}"/>
                </a:ext>
              </a:extLst>
            </p:cNvPr>
            <p:cNvSpPr/>
            <p:nvPr/>
          </p:nvSpPr>
          <p:spPr>
            <a:xfrm>
              <a:off x="2998797"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81157 w 361670"/>
                <a:gd name="connsiteY5" fmla="*/ 190881 h 361333"/>
                <a:gd name="connsiteX6" fmla="*/ 268377 w 361670"/>
                <a:gd name="connsiteY6" fmla="*/ 195350 h 361333"/>
                <a:gd name="connsiteX7" fmla="*/ 266460 w 361670"/>
                <a:gd name="connsiteY7" fmla="*/ 195350 h 361333"/>
                <a:gd name="connsiteX8" fmla="*/ 260710 w 361670"/>
                <a:gd name="connsiteY8" fmla="*/ 188327 h 361333"/>
                <a:gd name="connsiteX9" fmla="*/ 267739 w 361670"/>
                <a:gd name="connsiteY9" fmla="*/ 182582 h 361333"/>
                <a:gd name="connsiteX10" fmla="*/ 272850 w 361670"/>
                <a:gd name="connsiteY10" fmla="*/ 181305 h 361333"/>
                <a:gd name="connsiteX11" fmla="*/ 274767 w 361670"/>
                <a:gd name="connsiteY11" fmla="*/ 175560 h 361333"/>
                <a:gd name="connsiteX12" fmla="*/ 273489 w 361670"/>
                <a:gd name="connsiteY12" fmla="*/ 171091 h 361333"/>
                <a:gd name="connsiteX13" fmla="*/ 267739 w 361670"/>
                <a:gd name="connsiteY13" fmla="*/ 169176 h 361333"/>
                <a:gd name="connsiteX14" fmla="*/ 164861 w 361670"/>
                <a:gd name="connsiteY14" fmla="*/ 169176 h 361333"/>
                <a:gd name="connsiteX15" fmla="*/ 158471 w 361670"/>
                <a:gd name="connsiteY15" fmla="*/ 162792 h 361333"/>
                <a:gd name="connsiteX16" fmla="*/ 164861 w 361670"/>
                <a:gd name="connsiteY16" fmla="*/ 156408 h 361333"/>
                <a:gd name="connsiteX17" fmla="*/ 267739 w 361670"/>
                <a:gd name="connsiteY17" fmla="*/ 156408 h 361333"/>
                <a:gd name="connsiteX18" fmla="*/ 282435 w 361670"/>
                <a:gd name="connsiteY18" fmla="*/ 161515 h 361333"/>
                <a:gd name="connsiteX19" fmla="*/ 287547 w 361670"/>
                <a:gd name="connsiteY19" fmla="*/ 174921 h 361333"/>
                <a:gd name="connsiteX20" fmla="*/ 281157 w 361670"/>
                <a:gd name="connsiteY20" fmla="*/ 190881 h 361333"/>
                <a:gd name="connsiteX21" fmla="*/ 186586 w 361670"/>
                <a:gd name="connsiteY21" fmla="*/ 148108 h 361333"/>
                <a:gd name="connsiteX22" fmla="*/ 192976 w 361670"/>
                <a:gd name="connsiteY22" fmla="*/ 141724 h 361333"/>
                <a:gd name="connsiteX23" fmla="*/ 260071 w 361670"/>
                <a:gd name="connsiteY23" fmla="*/ 141724 h 361333"/>
                <a:gd name="connsiteX24" fmla="*/ 266460 w 361670"/>
                <a:gd name="connsiteY24" fmla="*/ 148108 h 361333"/>
                <a:gd name="connsiteX25" fmla="*/ 260071 w 361670"/>
                <a:gd name="connsiteY25" fmla="*/ 154492 h 361333"/>
                <a:gd name="connsiteX26" fmla="*/ 192337 w 361670"/>
                <a:gd name="connsiteY26" fmla="*/ 154492 h 361333"/>
                <a:gd name="connsiteX27" fmla="*/ 186586 w 361670"/>
                <a:gd name="connsiteY27" fmla="*/ 148108 h 361333"/>
                <a:gd name="connsiteX28" fmla="*/ 281796 w 361670"/>
                <a:gd name="connsiteY28" fmla="*/ 134064 h 361333"/>
                <a:gd name="connsiteX29" fmla="*/ 267100 w 361670"/>
                <a:gd name="connsiteY29" fmla="*/ 139171 h 361333"/>
                <a:gd name="connsiteX30" fmla="*/ 266460 w 361670"/>
                <a:gd name="connsiteY30" fmla="*/ 139171 h 361333"/>
                <a:gd name="connsiteX31" fmla="*/ 170611 w 361670"/>
                <a:gd name="connsiteY31" fmla="*/ 139171 h 361333"/>
                <a:gd name="connsiteX32" fmla="*/ 164221 w 361670"/>
                <a:gd name="connsiteY32" fmla="*/ 132787 h 361333"/>
                <a:gd name="connsiteX33" fmla="*/ 170611 w 361670"/>
                <a:gd name="connsiteY33" fmla="*/ 126403 h 361333"/>
                <a:gd name="connsiteX34" fmla="*/ 214702 w 361670"/>
                <a:gd name="connsiteY34" fmla="*/ 126403 h 361333"/>
                <a:gd name="connsiteX35" fmla="*/ 213424 w 361670"/>
                <a:gd name="connsiteY35" fmla="*/ 122572 h 361333"/>
                <a:gd name="connsiteX36" fmla="*/ 213424 w 361670"/>
                <a:gd name="connsiteY36" fmla="*/ 114273 h 361333"/>
                <a:gd name="connsiteX37" fmla="*/ 150803 w 361670"/>
                <a:gd name="connsiteY37" fmla="*/ 114273 h 361333"/>
                <a:gd name="connsiteX38" fmla="*/ 151442 w 361670"/>
                <a:gd name="connsiteY38" fmla="*/ 243230 h 361333"/>
                <a:gd name="connsiteX39" fmla="*/ 173806 w 361670"/>
                <a:gd name="connsiteY39" fmla="*/ 243230 h 361333"/>
                <a:gd name="connsiteX40" fmla="*/ 214063 w 361670"/>
                <a:gd name="connsiteY40" fmla="*/ 199180 h 361333"/>
                <a:gd name="connsiteX41" fmla="*/ 214063 w 361670"/>
                <a:gd name="connsiteY41" fmla="*/ 192796 h 361333"/>
                <a:gd name="connsiteX42" fmla="*/ 216619 w 361670"/>
                <a:gd name="connsiteY42" fmla="*/ 187689 h 361333"/>
                <a:gd name="connsiteX43" fmla="*/ 181474 w 361670"/>
                <a:gd name="connsiteY43" fmla="*/ 187689 h 361333"/>
                <a:gd name="connsiteX44" fmla="*/ 175084 w 361670"/>
                <a:gd name="connsiteY44" fmla="*/ 181305 h 361333"/>
                <a:gd name="connsiteX45" fmla="*/ 181474 w 361670"/>
                <a:gd name="connsiteY45" fmla="*/ 174921 h 361333"/>
                <a:gd name="connsiteX46" fmla="*/ 238345 w 361670"/>
                <a:gd name="connsiteY46" fmla="*/ 174921 h 361333"/>
                <a:gd name="connsiteX47" fmla="*/ 244735 w 361670"/>
                <a:gd name="connsiteY47" fmla="*/ 181305 h 361333"/>
                <a:gd name="connsiteX48" fmla="*/ 238345 w 361670"/>
                <a:gd name="connsiteY48" fmla="*/ 187689 h 361333"/>
                <a:gd name="connsiteX49" fmla="*/ 224926 w 361670"/>
                <a:gd name="connsiteY49" fmla="*/ 187689 h 361333"/>
                <a:gd name="connsiteX50" fmla="*/ 227482 w 361670"/>
                <a:gd name="connsiteY50" fmla="*/ 192796 h 361333"/>
                <a:gd name="connsiteX51" fmla="*/ 227482 w 361670"/>
                <a:gd name="connsiteY51" fmla="*/ 199180 h 361333"/>
                <a:gd name="connsiteX52" fmla="*/ 268377 w 361670"/>
                <a:gd name="connsiteY52" fmla="*/ 245783 h 361333"/>
                <a:gd name="connsiteX53" fmla="*/ 221092 w 361670"/>
                <a:gd name="connsiteY53" fmla="*/ 293025 h 361333"/>
                <a:gd name="connsiteX54" fmla="*/ 175084 w 361670"/>
                <a:gd name="connsiteY54" fmla="*/ 255998 h 361333"/>
                <a:gd name="connsiteX55" fmla="*/ 147608 w 361670"/>
                <a:gd name="connsiteY55" fmla="*/ 255998 h 361333"/>
                <a:gd name="connsiteX56" fmla="*/ 99044 w 361670"/>
                <a:gd name="connsiteY56" fmla="*/ 286641 h 361333"/>
                <a:gd name="connsiteX57" fmla="*/ 95849 w 361670"/>
                <a:gd name="connsiteY57" fmla="*/ 287918 h 361333"/>
                <a:gd name="connsiteX58" fmla="*/ 92654 w 361670"/>
                <a:gd name="connsiteY58" fmla="*/ 287279 h 361333"/>
                <a:gd name="connsiteX59" fmla="*/ 89459 w 361670"/>
                <a:gd name="connsiteY59" fmla="*/ 281534 h 361333"/>
                <a:gd name="connsiteX60" fmla="*/ 89459 w 361670"/>
                <a:gd name="connsiteY60" fmla="*/ 185135 h 361333"/>
                <a:gd name="connsiteX61" fmla="*/ 88820 w 361670"/>
                <a:gd name="connsiteY61" fmla="*/ 185135 h 361333"/>
                <a:gd name="connsiteX62" fmla="*/ 88820 w 361670"/>
                <a:gd name="connsiteY62" fmla="*/ 199180 h 361333"/>
                <a:gd name="connsiteX63" fmla="*/ 82430 w 361670"/>
                <a:gd name="connsiteY63" fmla="*/ 205564 h 361333"/>
                <a:gd name="connsiteX64" fmla="*/ 76040 w 361670"/>
                <a:gd name="connsiteY64" fmla="*/ 199180 h 361333"/>
                <a:gd name="connsiteX65" fmla="*/ 76040 w 361670"/>
                <a:gd name="connsiteY65" fmla="*/ 178752 h 361333"/>
                <a:gd name="connsiteX66" fmla="*/ 82430 w 361670"/>
                <a:gd name="connsiteY66" fmla="*/ 172368 h 361333"/>
                <a:gd name="connsiteX67" fmla="*/ 89459 w 361670"/>
                <a:gd name="connsiteY67" fmla="*/ 172368 h 361333"/>
                <a:gd name="connsiteX68" fmla="*/ 89459 w 361670"/>
                <a:gd name="connsiteY68" fmla="*/ 75969 h 361333"/>
                <a:gd name="connsiteX69" fmla="*/ 92654 w 361670"/>
                <a:gd name="connsiteY69" fmla="*/ 70224 h 361333"/>
                <a:gd name="connsiteX70" fmla="*/ 99044 w 361670"/>
                <a:gd name="connsiteY70" fmla="*/ 70224 h 361333"/>
                <a:gd name="connsiteX71" fmla="*/ 148247 w 361670"/>
                <a:gd name="connsiteY71" fmla="*/ 101505 h 361333"/>
                <a:gd name="connsiteX72" fmla="*/ 221092 w 361670"/>
                <a:gd name="connsiteY72" fmla="*/ 101505 h 361333"/>
                <a:gd name="connsiteX73" fmla="*/ 227482 w 361670"/>
                <a:gd name="connsiteY73" fmla="*/ 107889 h 361333"/>
                <a:gd name="connsiteX74" fmla="*/ 227482 w 361670"/>
                <a:gd name="connsiteY74" fmla="*/ 122572 h 361333"/>
                <a:gd name="connsiteX75" fmla="*/ 226204 w 361670"/>
                <a:gd name="connsiteY75" fmla="*/ 126403 h 361333"/>
                <a:gd name="connsiteX76" fmla="*/ 269016 w 361670"/>
                <a:gd name="connsiteY76" fmla="*/ 126403 h 361333"/>
                <a:gd name="connsiteX77" fmla="*/ 274767 w 361670"/>
                <a:gd name="connsiteY77" fmla="*/ 124488 h 361333"/>
                <a:gd name="connsiteX78" fmla="*/ 276045 w 361670"/>
                <a:gd name="connsiteY78" fmla="*/ 120019 h 361333"/>
                <a:gd name="connsiteX79" fmla="*/ 274128 w 361670"/>
                <a:gd name="connsiteY79" fmla="*/ 114273 h 361333"/>
                <a:gd name="connsiteX80" fmla="*/ 269016 w 361670"/>
                <a:gd name="connsiteY80" fmla="*/ 112996 h 361333"/>
                <a:gd name="connsiteX81" fmla="*/ 261987 w 361670"/>
                <a:gd name="connsiteY81" fmla="*/ 107251 h 361333"/>
                <a:gd name="connsiteX82" fmla="*/ 267739 w 361670"/>
                <a:gd name="connsiteY82" fmla="*/ 100229 h 361333"/>
                <a:gd name="connsiteX83" fmla="*/ 282435 w 361670"/>
                <a:gd name="connsiteY83" fmla="*/ 104697 h 361333"/>
                <a:gd name="connsiteX84" fmla="*/ 288825 w 361670"/>
                <a:gd name="connsiteY84" fmla="*/ 120019 h 361333"/>
                <a:gd name="connsiteX85" fmla="*/ 281796 w 361670"/>
                <a:gd name="connsiteY85" fmla="*/ 13406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1" y="280257"/>
                    <a:pt x="361671" y="180667"/>
                  </a:cubicBezTo>
                  <a:cubicBezTo>
                    <a:pt x="361671" y="81077"/>
                    <a:pt x="281157" y="0"/>
                    <a:pt x="180835" y="0"/>
                  </a:cubicBezTo>
                  <a:close/>
                  <a:moveTo>
                    <a:pt x="281157" y="190881"/>
                  </a:moveTo>
                  <a:cubicBezTo>
                    <a:pt x="276684" y="194711"/>
                    <a:pt x="270934" y="195350"/>
                    <a:pt x="268377" y="195350"/>
                  </a:cubicBezTo>
                  <a:cubicBezTo>
                    <a:pt x="267739" y="195350"/>
                    <a:pt x="267100" y="195350"/>
                    <a:pt x="266460" y="195350"/>
                  </a:cubicBezTo>
                  <a:cubicBezTo>
                    <a:pt x="263266" y="194711"/>
                    <a:pt x="260710" y="191519"/>
                    <a:pt x="260710" y="188327"/>
                  </a:cubicBezTo>
                  <a:cubicBezTo>
                    <a:pt x="261349" y="185135"/>
                    <a:pt x="264544" y="182582"/>
                    <a:pt x="267739" y="182582"/>
                  </a:cubicBezTo>
                  <a:cubicBezTo>
                    <a:pt x="267739" y="182582"/>
                    <a:pt x="270934" y="182582"/>
                    <a:pt x="272850" y="181305"/>
                  </a:cubicBezTo>
                  <a:cubicBezTo>
                    <a:pt x="274128" y="180028"/>
                    <a:pt x="274767" y="178113"/>
                    <a:pt x="274767" y="175560"/>
                  </a:cubicBezTo>
                  <a:cubicBezTo>
                    <a:pt x="274767" y="172368"/>
                    <a:pt x="273489" y="171729"/>
                    <a:pt x="273489" y="171091"/>
                  </a:cubicBezTo>
                  <a:cubicBezTo>
                    <a:pt x="271572" y="169176"/>
                    <a:pt x="268377" y="169176"/>
                    <a:pt x="267739" y="169176"/>
                  </a:cubicBezTo>
                  <a:lnTo>
                    <a:pt x="164861" y="169176"/>
                  </a:lnTo>
                  <a:cubicBezTo>
                    <a:pt x="161027" y="169176"/>
                    <a:pt x="158471" y="166622"/>
                    <a:pt x="158471" y="162792"/>
                  </a:cubicBezTo>
                  <a:cubicBezTo>
                    <a:pt x="158471" y="158961"/>
                    <a:pt x="161027" y="156408"/>
                    <a:pt x="164861" y="156408"/>
                  </a:cubicBezTo>
                  <a:lnTo>
                    <a:pt x="267739" y="156408"/>
                  </a:lnTo>
                  <a:cubicBezTo>
                    <a:pt x="268377" y="156408"/>
                    <a:pt x="276684" y="155769"/>
                    <a:pt x="282435" y="161515"/>
                  </a:cubicBezTo>
                  <a:cubicBezTo>
                    <a:pt x="284991" y="164068"/>
                    <a:pt x="287547" y="167899"/>
                    <a:pt x="287547" y="174921"/>
                  </a:cubicBezTo>
                  <a:cubicBezTo>
                    <a:pt x="287547" y="183220"/>
                    <a:pt x="284352" y="188327"/>
                    <a:pt x="281157" y="190881"/>
                  </a:cubicBezTo>
                  <a:close/>
                  <a:moveTo>
                    <a:pt x="186586" y="148108"/>
                  </a:moveTo>
                  <a:cubicBezTo>
                    <a:pt x="186586" y="144278"/>
                    <a:pt x="189142" y="141724"/>
                    <a:pt x="192976" y="141724"/>
                  </a:cubicBezTo>
                  <a:lnTo>
                    <a:pt x="260071" y="141724"/>
                  </a:lnTo>
                  <a:cubicBezTo>
                    <a:pt x="263905" y="141724"/>
                    <a:pt x="266460" y="144278"/>
                    <a:pt x="266460" y="148108"/>
                  </a:cubicBezTo>
                  <a:cubicBezTo>
                    <a:pt x="266460" y="151939"/>
                    <a:pt x="263905" y="154492"/>
                    <a:pt x="260071" y="154492"/>
                  </a:cubicBezTo>
                  <a:lnTo>
                    <a:pt x="192337" y="154492"/>
                  </a:lnTo>
                  <a:cubicBezTo>
                    <a:pt x="189142" y="154492"/>
                    <a:pt x="186586" y="151300"/>
                    <a:pt x="186586" y="148108"/>
                  </a:cubicBezTo>
                  <a:close/>
                  <a:moveTo>
                    <a:pt x="281796" y="134064"/>
                  </a:moveTo>
                  <a:cubicBezTo>
                    <a:pt x="276684" y="139171"/>
                    <a:pt x="269655" y="139171"/>
                    <a:pt x="267100" y="139171"/>
                  </a:cubicBezTo>
                  <a:cubicBezTo>
                    <a:pt x="266460" y="139171"/>
                    <a:pt x="266460" y="139171"/>
                    <a:pt x="266460" y="139171"/>
                  </a:cubicBezTo>
                  <a:lnTo>
                    <a:pt x="170611" y="139171"/>
                  </a:lnTo>
                  <a:cubicBezTo>
                    <a:pt x="166777" y="139171"/>
                    <a:pt x="164221" y="136617"/>
                    <a:pt x="164221" y="132787"/>
                  </a:cubicBezTo>
                  <a:cubicBezTo>
                    <a:pt x="164221" y="128956"/>
                    <a:pt x="166777" y="126403"/>
                    <a:pt x="170611" y="126403"/>
                  </a:cubicBezTo>
                  <a:lnTo>
                    <a:pt x="214702" y="126403"/>
                  </a:lnTo>
                  <a:cubicBezTo>
                    <a:pt x="214063" y="125126"/>
                    <a:pt x="213424" y="123849"/>
                    <a:pt x="213424" y="122572"/>
                  </a:cubicBezTo>
                  <a:lnTo>
                    <a:pt x="213424" y="114273"/>
                  </a:lnTo>
                  <a:lnTo>
                    <a:pt x="150803" y="114273"/>
                  </a:lnTo>
                  <a:lnTo>
                    <a:pt x="151442" y="243230"/>
                  </a:lnTo>
                  <a:lnTo>
                    <a:pt x="173806" y="243230"/>
                  </a:lnTo>
                  <a:cubicBezTo>
                    <a:pt x="175084" y="220886"/>
                    <a:pt x="192337" y="202372"/>
                    <a:pt x="214063" y="199180"/>
                  </a:cubicBezTo>
                  <a:lnTo>
                    <a:pt x="214063" y="192796"/>
                  </a:lnTo>
                  <a:cubicBezTo>
                    <a:pt x="214063" y="190881"/>
                    <a:pt x="215341" y="188966"/>
                    <a:pt x="216619" y="187689"/>
                  </a:cubicBezTo>
                  <a:lnTo>
                    <a:pt x="181474" y="187689"/>
                  </a:lnTo>
                  <a:cubicBezTo>
                    <a:pt x="177640" y="187689"/>
                    <a:pt x="175084" y="185135"/>
                    <a:pt x="175084" y="181305"/>
                  </a:cubicBezTo>
                  <a:cubicBezTo>
                    <a:pt x="175084" y="177475"/>
                    <a:pt x="177640" y="174921"/>
                    <a:pt x="181474" y="174921"/>
                  </a:cubicBezTo>
                  <a:lnTo>
                    <a:pt x="238345" y="174921"/>
                  </a:lnTo>
                  <a:cubicBezTo>
                    <a:pt x="242179" y="174921"/>
                    <a:pt x="244735" y="177475"/>
                    <a:pt x="244735" y="181305"/>
                  </a:cubicBezTo>
                  <a:cubicBezTo>
                    <a:pt x="244735" y="185135"/>
                    <a:pt x="242179" y="187689"/>
                    <a:pt x="238345" y="187689"/>
                  </a:cubicBezTo>
                  <a:lnTo>
                    <a:pt x="224926" y="187689"/>
                  </a:lnTo>
                  <a:cubicBezTo>
                    <a:pt x="226204" y="188966"/>
                    <a:pt x="227482" y="190881"/>
                    <a:pt x="227482" y="192796"/>
                  </a:cubicBezTo>
                  <a:lnTo>
                    <a:pt x="227482" y="199180"/>
                  </a:lnTo>
                  <a:cubicBezTo>
                    <a:pt x="250486" y="202372"/>
                    <a:pt x="268377" y="221524"/>
                    <a:pt x="268377" y="245783"/>
                  </a:cubicBezTo>
                  <a:cubicBezTo>
                    <a:pt x="268377" y="271958"/>
                    <a:pt x="247291" y="293025"/>
                    <a:pt x="221092" y="293025"/>
                  </a:cubicBezTo>
                  <a:cubicBezTo>
                    <a:pt x="198727" y="293025"/>
                    <a:pt x="180196" y="277065"/>
                    <a:pt x="175084" y="255998"/>
                  </a:cubicBezTo>
                  <a:lnTo>
                    <a:pt x="147608" y="255998"/>
                  </a:lnTo>
                  <a:lnTo>
                    <a:pt x="99044" y="286641"/>
                  </a:lnTo>
                  <a:cubicBezTo>
                    <a:pt x="97766" y="287279"/>
                    <a:pt x="97127" y="287918"/>
                    <a:pt x="95849" y="287918"/>
                  </a:cubicBezTo>
                  <a:cubicBezTo>
                    <a:pt x="94571" y="287918"/>
                    <a:pt x="93932" y="287918"/>
                    <a:pt x="92654" y="287279"/>
                  </a:cubicBezTo>
                  <a:cubicBezTo>
                    <a:pt x="90737" y="286002"/>
                    <a:pt x="89459" y="284087"/>
                    <a:pt x="89459" y="281534"/>
                  </a:cubicBezTo>
                  <a:lnTo>
                    <a:pt x="89459" y="185135"/>
                  </a:lnTo>
                  <a:lnTo>
                    <a:pt x="88820" y="185135"/>
                  </a:lnTo>
                  <a:lnTo>
                    <a:pt x="88820" y="199180"/>
                  </a:lnTo>
                  <a:cubicBezTo>
                    <a:pt x="88820" y="203011"/>
                    <a:pt x="86264" y="205564"/>
                    <a:pt x="82430" y="205564"/>
                  </a:cubicBezTo>
                  <a:cubicBezTo>
                    <a:pt x="78596" y="205564"/>
                    <a:pt x="76040" y="203011"/>
                    <a:pt x="76040" y="199180"/>
                  </a:cubicBezTo>
                  <a:lnTo>
                    <a:pt x="76040" y="178752"/>
                  </a:lnTo>
                  <a:cubicBezTo>
                    <a:pt x="76040" y="174921"/>
                    <a:pt x="78596" y="172368"/>
                    <a:pt x="82430" y="172368"/>
                  </a:cubicBezTo>
                  <a:lnTo>
                    <a:pt x="89459" y="172368"/>
                  </a:lnTo>
                  <a:lnTo>
                    <a:pt x="89459" y="75969"/>
                  </a:lnTo>
                  <a:cubicBezTo>
                    <a:pt x="89459" y="73416"/>
                    <a:pt x="90737" y="71501"/>
                    <a:pt x="92654" y="70224"/>
                  </a:cubicBezTo>
                  <a:cubicBezTo>
                    <a:pt x="94571" y="68947"/>
                    <a:pt x="97127" y="68947"/>
                    <a:pt x="99044" y="70224"/>
                  </a:cubicBezTo>
                  <a:lnTo>
                    <a:pt x="148247" y="101505"/>
                  </a:lnTo>
                  <a:lnTo>
                    <a:pt x="221092" y="101505"/>
                  </a:lnTo>
                  <a:cubicBezTo>
                    <a:pt x="224926" y="101505"/>
                    <a:pt x="227482" y="104059"/>
                    <a:pt x="227482" y="107889"/>
                  </a:cubicBezTo>
                  <a:lnTo>
                    <a:pt x="227482" y="122572"/>
                  </a:lnTo>
                  <a:cubicBezTo>
                    <a:pt x="227482" y="123849"/>
                    <a:pt x="226843" y="125764"/>
                    <a:pt x="226204" y="126403"/>
                  </a:cubicBezTo>
                  <a:lnTo>
                    <a:pt x="269016" y="126403"/>
                  </a:lnTo>
                  <a:cubicBezTo>
                    <a:pt x="270294" y="126403"/>
                    <a:pt x="273489" y="126403"/>
                    <a:pt x="274767" y="124488"/>
                  </a:cubicBezTo>
                  <a:cubicBezTo>
                    <a:pt x="275407" y="123849"/>
                    <a:pt x="276045" y="123211"/>
                    <a:pt x="276045" y="120019"/>
                  </a:cubicBezTo>
                  <a:cubicBezTo>
                    <a:pt x="276045" y="117465"/>
                    <a:pt x="275407" y="114912"/>
                    <a:pt x="274128" y="114273"/>
                  </a:cubicBezTo>
                  <a:cubicBezTo>
                    <a:pt x="272211" y="112358"/>
                    <a:pt x="269016" y="112996"/>
                    <a:pt x="269016" y="112996"/>
                  </a:cubicBezTo>
                  <a:cubicBezTo>
                    <a:pt x="265821" y="112996"/>
                    <a:pt x="262626" y="110443"/>
                    <a:pt x="261987" y="107251"/>
                  </a:cubicBezTo>
                  <a:cubicBezTo>
                    <a:pt x="261349" y="104059"/>
                    <a:pt x="263905" y="100867"/>
                    <a:pt x="267739" y="100229"/>
                  </a:cubicBezTo>
                  <a:cubicBezTo>
                    <a:pt x="268377" y="100229"/>
                    <a:pt x="276684" y="99590"/>
                    <a:pt x="282435" y="104697"/>
                  </a:cubicBezTo>
                  <a:cubicBezTo>
                    <a:pt x="284991" y="107251"/>
                    <a:pt x="288825" y="111720"/>
                    <a:pt x="288825" y="120019"/>
                  </a:cubicBezTo>
                  <a:cubicBezTo>
                    <a:pt x="287547" y="127680"/>
                    <a:pt x="284352" y="131510"/>
                    <a:pt x="281796" y="134064"/>
                  </a:cubicBezTo>
                  <a:close/>
                </a:path>
              </a:pathLst>
            </a:custGeom>
            <a:solidFill>
              <a:srgbClr val="012169"/>
            </a:solidFill>
            <a:ln w="6390" cap="flat">
              <a:noFill/>
              <a:prstDash val="solid"/>
              <a:miter/>
            </a:ln>
          </p:spPr>
          <p:txBody>
            <a:bodyPr rtlCol="0" anchor="ctr"/>
            <a:lstStyle/>
            <a:p>
              <a:endParaRPr lang="en-US"/>
            </a:p>
          </p:txBody>
        </p:sp>
      </p:grpSp>
      <p:grpSp>
        <p:nvGrpSpPr>
          <p:cNvPr id="474" name="Graphic 4">
            <a:extLst>
              <a:ext uri="{FF2B5EF4-FFF2-40B4-BE49-F238E27FC236}">
                <a16:creationId xmlns:a16="http://schemas.microsoft.com/office/drawing/2014/main" id="{1B5A9678-D046-EB43-9802-F95780DE4930}"/>
              </a:ext>
            </a:extLst>
          </p:cNvPr>
          <p:cNvGrpSpPr/>
          <p:nvPr/>
        </p:nvGrpSpPr>
        <p:grpSpPr>
          <a:xfrm>
            <a:off x="2998797" y="1402085"/>
            <a:ext cx="361670" cy="361333"/>
            <a:chOff x="2998797" y="1402085"/>
            <a:chExt cx="361670" cy="361333"/>
          </a:xfrm>
          <a:solidFill>
            <a:srgbClr val="012169"/>
          </a:solidFill>
        </p:grpSpPr>
        <p:sp>
          <p:nvSpPr>
            <p:cNvPr id="475" name="Graphic 4">
              <a:extLst>
                <a:ext uri="{FF2B5EF4-FFF2-40B4-BE49-F238E27FC236}">
                  <a16:creationId xmlns:a16="http://schemas.microsoft.com/office/drawing/2014/main" id="{753217FF-1249-104B-B252-FD94E48B7F11}"/>
                </a:ext>
              </a:extLst>
            </p:cNvPr>
            <p:cNvSpPr/>
            <p:nvPr/>
          </p:nvSpPr>
          <p:spPr>
            <a:xfrm>
              <a:off x="3234586" y="1615948"/>
              <a:ext cx="7667" cy="2553"/>
            </a:xfrm>
            <a:custGeom>
              <a:avLst/>
              <a:gdLst>
                <a:gd name="connsiteX0" fmla="*/ 7668 w 7667"/>
                <a:gd name="connsiteY0" fmla="*/ 1277 h 2553"/>
                <a:gd name="connsiteX1" fmla="*/ 6390 w 7667"/>
                <a:gd name="connsiteY1" fmla="*/ 0 h 2553"/>
                <a:gd name="connsiteX2" fmla="*/ 0 w 7667"/>
                <a:gd name="connsiteY2" fmla="*/ 0 h 2553"/>
                <a:gd name="connsiteX3" fmla="*/ 0 w 7667"/>
                <a:gd name="connsiteY3" fmla="*/ 2554 h 2553"/>
                <a:gd name="connsiteX4" fmla="*/ 7668 w 7667"/>
                <a:gd name="connsiteY4" fmla="*/ 2554 h 2553"/>
                <a:gd name="connsiteX5" fmla="*/ 7668 w 7667"/>
                <a:gd name="connsiteY5" fmla="*/ 1277 h 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67" h="2553">
                  <a:moveTo>
                    <a:pt x="7668" y="1277"/>
                  </a:moveTo>
                  <a:cubicBezTo>
                    <a:pt x="7668" y="638"/>
                    <a:pt x="7668" y="0"/>
                    <a:pt x="6390" y="0"/>
                  </a:cubicBezTo>
                  <a:lnTo>
                    <a:pt x="0" y="0"/>
                  </a:lnTo>
                  <a:lnTo>
                    <a:pt x="0" y="2554"/>
                  </a:lnTo>
                  <a:lnTo>
                    <a:pt x="7668" y="2554"/>
                  </a:lnTo>
                  <a:cubicBezTo>
                    <a:pt x="7029" y="2554"/>
                    <a:pt x="7668" y="1915"/>
                    <a:pt x="7668" y="1277"/>
                  </a:cubicBezTo>
                  <a:close/>
                </a:path>
              </a:pathLst>
            </a:custGeom>
            <a:solidFill>
              <a:srgbClr val="012169"/>
            </a:solidFill>
            <a:ln w="6390" cap="flat">
              <a:noFill/>
              <a:prstDash val="solid"/>
              <a:miter/>
            </a:ln>
          </p:spPr>
          <p:txBody>
            <a:bodyPr rtlCol="0" anchor="ctr"/>
            <a:lstStyle/>
            <a:p>
              <a:endParaRPr lang="en-US"/>
            </a:p>
          </p:txBody>
        </p:sp>
        <p:sp>
          <p:nvSpPr>
            <p:cNvPr id="476" name="Graphic 4">
              <a:extLst>
                <a:ext uri="{FF2B5EF4-FFF2-40B4-BE49-F238E27FC236}">
                  <a16:creationId xmlns:a16="http://schemas.microsoft.com/office/drawing/2014/main" id="{99E3B6FB-57B2-3C46-9E40-6EA662C8A291}"/>
                </a:ext>
              </a:extLst>
            </p:cNvPr>
            <p:cNvSpPr/>
            <p:nvPr/>
          </p:nvSpPr>
          <p:spPr>
            <a:xfrm>
              <a:off x="3198802" y="1624247"/>
              <a:ext cx="1916" cy="2553"/>
            </a:xfrm>
            <a:custGeom>
              <a:avLst/>
              <a:gdLst>
                <a:gd name="connsiteX0" fmla="*/ 1917 w 1916"/>
                <a:gd name="connsiteY0" fmla="*/ 2554 h 2553"/>
                <a:gd name="connsiteX1" fmla="*/ 639 w 1916"/>
                <a:gd name="connsiteY1" fmla="*/ 0 h 2553"/>
                <a:gd name="connsiteX2" fmla="*/ 0 w 1916"/>
                <a:gd name="connsiteY2" fmla="*/ 2554 h 2553"/>
              </a:gdLst>
              <a:ahLst/>
              <a:cxnLst>
                <a:cxn ang="0">
                  <a:pos x="connsiteX0" y="connsiteY0"/>
                </a:cxn>
                <a:cxn ang="0">
                  <a:pos x="connsiteX1" y="connsiteY1"/>
                </a:cxn>
                <a:cxn ang="0">
                  <a:pos x="connsiteX2" y="connsiteY2"/>
                </a:cxn>
              </a:cxnLst>
              <a:rect l="l" t="t" r="r" b="b"/>
              <a:pathLst>
                <a:path w="1916" h="2553">
                  <a:moveTo>
                    <a:pt x="1917" y="2554"/>
                  </a:moveTo>
                  <a:lnTo>
                    <a:pt x="639" y="0"/>
                  </a:lnTo>
                  <a:lnTo>
                    <a:pt x="0" y="2554"/>
                  </a:lnTo>
                  <a:close/>
                </a:path>
              </a:pathLst>
            </a:custGeom>
            <a:solidFill>
              <a:srgbClr val="012169"/>
            </a:solidFill>
            <a:ln w="6390" cap="flat">
              <a:noFill/>
              <a:prstDash val="solid"/>
              <a:miter/>
            </a:ln>
          </p:spPr>
          <p:txBody>
            <a:bodyPr rtlCol="0" anchor="ctr"/>
            <a:lstStyle/>
            <a:p>
              <a:endParaRPr lang="en-US"/>
            </a:p>
          </p:txBody>
        </p:sp>
        <p:sp>
          <p:nvSpPr>
            <p:cNvPr id="477" name="Graphic 4">
              <a:extLst>
                <a:ext uri="{FF2B5EF4-FFF2-40B4-BE49-F238E27FC236}">
                  <a16:creationId xmlns:a16="http://schemas.microsoft.com/office/drawing/2014/main" id="{766A496E-A266-B04D-B340-83C3E3D17CBB}"/>
                </a:ext>
              </a:extLst>
            </p:cNvPr>
            <p:cNvSpPr/>
            <p:nvPr/>
          </p:nvSpPr>
          <p:spPr>
            <a:xfrm>
              <a:off x="3117650" y="1614497"/>
              <a:ext cx="7668" cy="2727"/>
            </a:xfrm>
            <a:custGeom>
              <a:avLst/>
              <a:gdLst>
                <a:gd name="connsiteX0" fmla="*/ 2556 w 7668"/>
                <a:gd name="connsiteY0" fmla="*/ 1451 h 2727"/>
                <a:gd name="connsiteX1" fmla="*/ 7668 w 7668"/>
                <a:gd name="connsiteY1" fmla="*/ 2728 h 2727"/>
                <a:gd name="connsiteX2" fmla="*/ 7029 w 7668"/>
                <a:gd name="connsiteY2" fmla="*/ 1451 h 2727"/>
                <a:gd name="connsiteX3" fmla="*/ 2556 w 7668"/>
                <a:gd name="connsiteY3" fmla="*/ 174 h 2727"/>
                <a:gd name="connsiteX4" fmla="*/ 0 w 7668"/>
                <a:gd name="connsiteY4" fmla="*/ 812 h 2727"/>
                <a:gd name="connsiteX5" fmla="*/ 639 w 7668"/>
                <a:gd name="connsiteY5" fmla="*/ 812 h 2727"/>
                <a:gd name="connsiteX6" fmla="*/ 2556 w 7668"/>
                <a:gd name="connsiteY6" fmla="*/ 1451 h 2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8" h="2727">
                  <a:moveTo>
                    <a:pt x="2556" y="1451"/>
                  </a:moveTo>
                  <a:cubicBezTo>
                    <a:pt x="3834" y="1451"/>
                    <a:pt x="5751" y="2089"/>
                    <a:pt x="7668" y="2728"/>
                  </a:cubicBezTo>
                  <a:cubicBezTo>
                    <a:pt x="7668" y="2089"/>
                    <a:pt x="7668" y="2089"/>
                    <a:pt x="7029" y="1451"/>
                  </a:cubicBezTo>
                  <a:cubicBezTo>
                    <a:pt x="7029" y="812"/>
                    <a:pt x="6390" y="-464"/>
                    <a:pt x="2556" y="174"/>
                  </a:cubicBezTo>
                  <a:cubicBezTo>
                    <a:pt x="1278" y="174"/>
                    <a:pt x="639" y="812"/>
                    <a:pt x="0" y="812"/>
                  </a:cubicBezTo>
                  <a:cubicBezTo>
                    <a:pt x="0" y="812"/>
                    <a:pt x="639" y="812"/>
                    <a:pt x="639" y="812"/>
                  </a:cubicBezTo>
                  <a:lnTo>
                    <a:pt x="2556" y="1451"/>
                  </a:lnTo>
                  <a:close/>
                </a:path>
              </a:pathLst>
            </a:custGeom>
            <a:solidFill>
              <a:srgbClr val="012169"/>
            </a:solidFill>
            <a:ln w="6390" cap="flat">
              <a:noFill/>
              <a:prstDash val="solid"/>
              <a:miter/>
            </a:ln>
          </p:spPr>
          <p:txBody>
            <a:bodyPr rtlCol="0" anchor="ctr"/>
            <a:lstStyle/>
            <a:p>
              <a:endParaRPr lang="en-US"/>
            </a:p>
          </p:txBody>
        </p:sp>
        <p:sp>
          <p:nvSpPr>
            <p:cNvPr id="478" name="Graphic 4">
              <a:extLst>
                <a:ext uri="{FF2B5EF4-FFF2-40B4-BE49-F238E27FC236}">
                  <a16:creationId xmlns:a16="http://schemas.microsoft.com/office/drawing/2014/main" id="{6076036C-C334-4C49-ACB1-62CF4A714188}"/>
                </a:ext>
              </a:extLst>
            </p:cNvPr>
            <p:cNvSpPr/>
            <p:nvPr/>
          </p:nvSpPr>
          <p:spPr>
            <a:xfrm>
              <a:off x="3154072" y="1615310"/>
              <a:ext cx="14057" cy="17875"/>
            </a:xfrm>
            <a:custGeom>
              <a:avLst/>
              <a:gdLst>
                <a:gd name="connsiteX0" fmla="*/ 7029 w 14057"/>
                <a:gd name="connsiteY0" fmla="*/ 17875 h 17875"/>
                <a:gd name="connsiteX1" fmla="*/ 14058 w 14057"/>
                <a:gd name="connsiteY1" fmla="*/ 8938 h 17875"/>
                <a:gd name="connsiteX2" fmla="*/ 7029 w 14057"/>
                <a:gd name="connsiteY2" fmla="*/ 0 h 17875"/>
                <a:gd name="connsiteX3" fmla="*/ 0 w 14057"/>
                <a:gd name="connsiteY3" fmla="*/ 8938 h 17875"/>
                <a:gd name="connsiteX4" fmla="*/ 7029 w 14057"/>
                <a:gd name="connsiteY4" fmla="*/ 17875 h 17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7875">
                  <a:moveTo>
                    <a:pt x="7029" y="17875"/>
                  </a:moveTo>
                  <a:cubicBezTo>
                    <a:pt x="10863" y="17875"/>
                    <a:pt x="14058" y="13406"/>
                    <a:pt x="14058" y="8938"/>
                  </a:cubicBezTo>
                  <a:cubicBezTo>
                    <a:pt x="14058" y="3830"/>
                    <a:pt x="10863" y="0"/>
                    <a:pt x="7029" y="0"/>
                  </a:cubicBezTo>
                  <a:cubicBezTo>
                    <a:pt x="3195" y="0"/>
                    <a:pt x="0" y="4469"/>
                    <a:pt x="0" y="8938"/>
                  </a:cubicBezTo>
                  <a:cubicBezTo>
                    <a:pt x="0" y="13406"/>
                    <a:pt x="3195" y="17875"/>
                    <a:pt x="7029" y="17875"/>
                  </a:cubicBezTo>
                  <a:close/>
                </a:path>
              </a:pathLst>
            </a:custGeom>
            <a:solidFill>
              <a:srgbClr val="012169"/>
            </a:solidFill>
            <a:ln w="6390" cap="flat">
              <a:noFill/>
              <a:prstDash val="solid"/>
              <a:miter/>
            </a:ln>
          </p:spPr>
          <p:txBody>
            <a:bodyPr rtlCol="0" anchor="ctr"/>
            <a:lstStyle/>
            <a:p>
              <a:endParaRPr lang="en-US"/>
            </a:p>
          </p:txBody>
        </p:sp>
        <p:sp>
          <p:nvSpPr>
            <p:cNvPr id="479" name="Graphic 4">
              <a:extLst>
                <a:ext uri="{FF2B5EF4-FFF2-40B4-BE49-F238E27FC236}">
                  <a16:creationId xmlns:a16="http://schemas.microsoft.com/office/drawing/2014/main" id="{5A193D48-99B9-A746-8646-35296332805D}"/>
                </a:ext>
              </a:extLst>
            </p:cNvPr>
            <p:cNvSpPr/>
            <p:nvPr/>
          </p:nvSpPr>
          <p:spPr>
            <a:xfrm>
              <a:off x="3219889" y="1542532"/>
              <a:ext cx="23003" cy="22982"/>
            </a:xfrm>
            <a:custGeom>
              <a:avLst/>
              <a:gdLst>
                <a:gd name="connsiteX0" fmla="*/ 23004 w 23003"/>
                <a:gd name="connsiteY0" fmla="*/ 11491 h 22982"/>
                <a:gd name="connsiteX1" fmla="*/ 11502 w 23003"/>
                <a:gd name="connsiteY1" fmla="*/ 22982 h 22982"/>
                <a:gd name="connsiteX2" fmla="*/ 0 w 23003"/>
                <a:gd name="connsiteY2" fmla="*/ 11491 h 22982"/>
                <a:gd name="connsiteX3" fmla="*/ 11502 w 23003"/>
                <a:gd name="connsiteY3" fmla="*/ 0 h 22982"/>
                <a:gd name="connsiteX4" fmla="*/ 23004 w 23003"/>
                <a:gd name="connsiteY4" fmla="*/ 11491 h 22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03" h="22982">
                  <a:moveTo>
                    <a:pt x="23004" y="11491"/>
                  </a:moveTo>
                  <a:cubicBezTo>
                    <a:pt x="23004" y="17838"/>
                    <a:pt x="17854" y="22982"/>
                    <a:pt x="11502" y="22982"/>
                  </a:cubicBezTo>
                  <a:cubicBezTo>
                    <a:pt x="5150" y="22982"/>
                    <a:pt x="0" y="17838"/>
                    <a:pt x="0" y="11491"/>
                  </a:cubicBezTo>
                  <a:cubicBezTo>
                    <a:pt x="0" y="5145"/>
                    <a:pt x="5150" y="0"/>
                    <a:pt x="11502" y="0"/>
                  </a:cubicBezTo>
                  <a:cubicBezTo>
                    <a:pt x="17854" y="0"/>
                    <a:pt x="23004" y="5145"/>
                    <a:pt x="23004" y="11491"/>
                  </a:cubicBezTo>
                  <a:close/>
                </a:path>
              </a:pathLst>
            </a:custGeom>
            <a:solidFill>
              <a:srgbClr val="012169"/>
            </a:solidFill>
            <a:ln w="6390" cap="flat">
              <a:noFill/>
              <a:prstDash val="solid"/>
              <a:miter/>
            </a:ln>
          </p:spPr>
          <p:txBody>
            <a:bodyPr rtlCol="0" anchor="ctr"/>
            <a:lstStyle/>
            <a:p>
              <a:endParaRPr lang="en-US"/>
            </a:p>
          </p:txBody>
        </p:sp>
        <p:sp>
          <p:nvSpPr>
            <p:cNvPr id="480" name="Graphic 4">
              <a:extLst>
                <a:ext uri="{FF2B5EF4-FFF2-40B4-BE49-F238E27FC236}">
                  <a16:creationId xmlns:a16="http://schemas.microsoft.com/office/drawing/2014/main" id="{EB408B97-9C26-DA4E-9436-93AEA7453379}"/>
                </a:ext>
              </a:extLst>
            </p:cNvPr>
            <p:cNvSpPr/>
            <p:nvPr/>
          </p:nvSpPr>
          <p:spPr>
            <a:xfrm>
              <a:off x="3177076" y="1477416"/>
              <a:ext cx="38339" cy="38303"/>
            </a:xfrm>
            <a:custGeom>
              <a:avLst/>
              <a:gdLst>
                <a:gd name="connsiteX0" fmla="*/ 38340 w 38339"/>
                <a:gd name="connsiteY0" fmla="*/ 19152 h 38303"/>
                <a:gd name="connsiteX1" fmla="*/ 19170 w 38339"/>
                <a:gd name="connsiteY1" fmla="*/ 38304 h 38303"/>
                <a:gd name="connsiteX2" fmla="*/ 0 w 38339"/>
                <a:gd name="connsiteY2" fmla="*/ 19152 h 38303"/>
                <a:gd name="connsiteX3" fmla="*/ 19170 w 38339"/>
                <a:gd name="connsiteY3" fmla="*/ 0 h 38303"/>
                <a:gd name="connsiteX4" fmla="*/ 38340 w 38339"/>
                <a:gd name="connsiteY4" fmla="*/ 19152 h 38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39" h="38303">
                  <a:moveTo>
                    <a:pt x="38340" y="19152"/>
                  </a:moveTo>
                  <a:cubicBezTo>
                    <a:pt x="38340" y="29729"/>
                    <a:pt x="29757" y="38304"/>
                    <a:pt x="19170" y="38304"/>
                  </a:cubicBezTo>
                  <a:cubicBezTo>
                    <a:pt x="8583" y="38304"/>
                    <a:pt x="0" y="29729"/>
                    <a:pt x="0" y="19152"/>
                  </a:cubicBezTo>
                  <a:cubicBezTo>
                    <a:pt x="0" y="8575"/>
                    <a:pt x="8583" y="0"/>
                    <a:pt x="19170" y="0"/>
                  </a:cubicBezTo>
                  <a:cubicBezTo>
                    <a:pt x="29757" y="0"/>
                    <a:pt x="38340" y="8575"/>
                    <a:pt x="38340" y="19152"/>
                  </a:cubicBezTo>
                  <a:close/>
                </a:path>
              </a:pathLst>
            </a:custGeom>
            <a:solidFill>
              <a:srgbClr val="012169"/>
            </a:solidFill>
            <a:ln w="6390" cap="flat">
              <a:noFill/>
              <a:prstDash val="solid"/>
              <a:miter/>
            </a:ln>
          </p:spPr>
          <p:txBody>
            <a:bodyPr rtlCol="0" anchor="ctr"/>
            <a:lstStyle/>
            <a:p>
              <a:endParaRPr lang="en-US"/>
            </a:p>
          </p:txBody>
        </p:sp>
        <p:sp>
          <p:nvSpPr>
            <p:cNvPr id="481" name="Graphic 4">
              <a:extLst>
                <a:ext uri="{FF2B5EF4-FFF2-40B4-BE49-F238E27FC236}">
                  <a16:creationId xmlns:a16="http://schemas.microsoft.com/office/drawing/2014/main" id="{7853F6E8-26F5-0D41-80C6-F60586C54A1D}"/>
                </a:ext>
              </a:extLst>
            </p:cNvPr>
            <p:cNvSpPr/>
            <p:nvPr/>
          </p:nvSpPr>
          <p:spPr>
            <a:xfrm>
              <a:off x="3127874" y="1512528"/>
              <a:ext cx="16613" cy="16598"/>
            </a:xfrm>
            <a:custGeom>
              <a:avLst/>
              <a:gdLst>
                <a:gd name="connsiteX0" fmla="*/ 8307 w 16613"/>
                <a:gd name="connsiteY0" fmla="*/ 16598 h 16598"/>
                <a:gd name="connsiteX1" fmla="*/ 16614 w 16613"/>
                <a:gd name="connsiteY1" fmla="*/ 8299 h 16598"/>
                <a:gd name="connsiteX2" fmla="*/ 8307 w 16613"/>
                <a:gd name="connsiteY2" fmla="*/ 0 h 16598"/>
                <a:gd name="connsiteX3" fmla="*/ 0 w 16613"/>
                <a:gd name="connsiteY3" fmla="*/ 8299 h 16598"/>
                <a:gd name="connsiteX4" fmla="*/ 8307 w 16613"/>
                <a:gd name="connsiteY4" fmla="*/ 16598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16598">
                  <a:moveTo>
                    <a:pt x="8307" y="16598"/>
                  </a:moveTo>
                  <a:cubicBezTo>
                    <a:pt x="12780" y="16598"/>
                    <a:pt x="16614" y="12768"/>
                    <a:pt x="16614" y="8299"/>
                  </a:cubicBezTo>
                  <a:cubicBezTo>
                    <a:pt x="16614" y="3830"/>
                    <a:pt x="12780" y="0"/>
                    <a:pt x="8307" y="0"/>
                  </a:cubicBezTo>
                  <a:cubicBezTo>
                    <a:pt x="3834" y="0"/>
                    <a:pt x="0" y="3830"/>
                    <a:pt x="0" y="8299"/>
                  </a:cubicBezTo>
                  <a:cubicBezTo>
                    <a:pt x="0" y="12768"/>
                    <a:pt x="3834" y="16598"/>
                    <a:pt x="8307" y="16598"/>
                  </a:cubicBezTo>
                  <a:close/>
                </a:path>
              </a:pathLst>
            </a:custGeom>
            <a:solidFill>
              <a:srgbClr val="012169"/>
            </a:solidFill>
            <a:ln w="6390" cap="flat">
              <a:noFill/>
              <a:prstDash val="solid"/>
              <a:miter/>
            </a:ln>
          </p:spPr>
          <p:txBody>
            <a:bodyPr rtlCol="0" anchor="ctr"/>
            <a:lstStyle/>
            <a:p>
              <a:endParaRPr lang="en-US"/>
            </a:p>
          </p:txBody>
        </p:sp>
        <p:sp>
          <p:nvSpPr>
            <p:cNvPr id="482" name="Graphic 4">
              <a:extLst>
                <a:ext uri="{FF2B5EF4-FFF2-40B4-BE49-F238E27FC236}">
                  <a16:creationId xmlns:a16="http://schemas.microsoft.com/office/drawing/2014/main" id="{2C5562A3-2714-BF40-A691-74C9FD6ACF98}"/>
                </a:ext>
              </a:extLst>
            </p:cNvPr>
            <p:cNvSpPr/>
            <p:nvPr/>
          </p:nvSpPr>
          <p:spPr>
            <a:xfrm>
              <a:off x="2998797"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197449 w 361670"/>
                <a:gd name="connsiteY5" fmla="*/ 62563 h 361333"/>
                <a:gd name="connsiteX6" fmla="*/ 229399 w 361670"/>
                <a:gd name="connsiteY6" fmla="*/ 94483 h 361333"/>
                <a:gd name="connsiteX7" fmla="*/ 197449 w 361670"/>
                <a:gd name="connsiteY7" fmla="*/ 126403 h 361333"/>
                <a:gd name="connsiteX8" fmla="*/ 165500 w 361670"/>
                <a:gd name="connsiteY8" fmla="*/ 94483 h 361333"/>
                <a:gd name="connsiteX9" fmla="*/ 197449 w 361670"/>
                <a:gd name="connsiteY9" fmla="*/ 62563 h 361333"/>
                <a:gd name="connsiteX10" fmla="*/ 137384 w 361670"/>
                <a:gd name="connsiteY10" fmla="*/ 97037 h 361333"/>
                <a:gd name="connsiteX11" fmla="*/ 158471 w 361670"/>
                <a:gd name="connsiteY11" fmla="*/ 118104 h 361333"/>
                <a:gd name="connsiteX12" fmla="*/ 137384 w 361670"/>
                <a:gd name="connsiteY12" fmla="*/ 139171 h 361333"/>
                <a:gd name="connsiteX13" fmla="*/ 116297 w 361670"/>
                <a:gd name="connsiteY13" fmla="*/ 118104 h 361333"/>
                <a:gd name="connsiteX14" fmla="*/ 137384 w 361670"/>
                <a:gd name="connsiteY14" fmla="*/ 97037 h 361333"/>
                <a:gd name="connsiteX15" fmla="*/ 293937 w 361670"/>
                <a:gd name="connsiteY15" fmla="*/ 249614 h 361333"/>
                <a:gd name="connsiteX16" fmla="*/ 279879 w 361670"/>
                <a:gd name="connsiteY16" fmla="*/ 286641 h 361333"/>
                <a:gd name="connsiteX17" fmla="*/ 241540 w 361670"/>
                <a:gd name="connsiteY17" fmla="*/ 300047 h 361333"/>
                <a:gd name="connsiteX18" fmla="*/ 238345 w 361670"/>
                <a:gd name="connsiteY18" fmla="*/ 300047 h 361333"/>
                <a:gd name="connsiteX19" fmla="*/ 122687 w 361670"/>
                <a:gd name="connsiteY19" fmla="*/ 300047 h 361333"/>
                <a:gd name="connsiteX20" fmla="*/ 81152 w 361670"/>
                <a:gd name="connsiteY20" fmla="*/ 284726 h 361333"/>
                <a:gd name="connsiteX21" fmla="*/ 68372 w 361670"/>
                <a:gd name="connsiteY21" fmla="*/ 250252 h 361333"/>
                <a:gd name="connsiteX22" fmla="*/ 68372 w 361670"/>
                <a:gd name="connsiteY22" fmla="*/ 194073 h 361333"/>
                <a:gd name="connsiteX23" fmla="*/ 82430 w 361670"/>
                <a:gd name="connsiteY23" fmla="*/ 158961 h 361333"/>
                <a:gd name="connsiteX24" fmla="*/ 118214 w 361670"/>
                <a:gd name="connsiteY24" fmla="*/ 145555 h 361333"/>
                <a:gd name="connsiteX25" fmla="*/ 208951 w 361670"/>
                <a:gd name="connsiteY25" fmla="*/ 145555 h 361333"/>
                <a:gd name="connsiteX26" fmla="*/ 232594 w 361670"/>
                <a:gd name="connsiteY26" fmla="*/ 127680 h 361333"/>
                <a:gd name="connsiteX27" fmla="*/ 256237 w 361670"/>
                <a:gd name="connsiteY27" fmla="*/ 146193 h 361333"/>
                <a:gd name="connsiteX28" fmla="*/ 294576 w 361670"/>
                <a:gd name="connsiteY28" fmla="*/ 193435 h 361333"/>
                <a:gd name="connsiteX29" fmla="*/ 294576 w 361670"/>
                <a:gd name="connsiteY29" fmla="*/ 24961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1" y="280257"/>
                    <a:pt x="361671" y="180667"/>
                  </a:cubicBezTo>
                  <a:cubicBezTo>
                    <a:pt x="361671" y="81077"/>
                    <a:pt x="281157" y="0"/>
                    <a:pt x="180835" y="0"/>
                  </a:cubicBezTo>
                  <a:close/>
                  <a:moveTo>
                    <a:pt x="197449" y="62563"/>
                  </a:moveTo>
                  <a:cubicBezTo>
                    <a:pt x="215341" y="62563"/>
                    <a:pt x="229399" y="76608"/>
                    <a:pt x="229399" y="94483"/>
                  </a:cubicBezTo>
                  <a:cubicBezTo>
                    <a:pt x="229399" y="112358"/>
                    <a:pt x="215341" y="126403"/>
                    <a:pt x="197449" y="126403"/>
                  </a:cubicBezTo>
                  <a:cubicBezTo>
                    <a:pt x="179557" y="126403"/>
                    <a:pt x="165500" y="112358"/>
                    <a:pt x="165500" y="94483"/>
                  </a:cubicBezTo>
                  <a:cubicBezTo>
                    <a:pt x="165500" y="76608"/>
                    <a:pt x="180196" y="62563"/>
                    <a:pt x="197449" y="62563"/>
                  </a:cubicBezTo>
                  <a:close/>
                  <a:moveTo>
                    <a:pt x="137384" y="97037"/>
                  </a:moveTo>
                  <a:cubicBezTo>
                    <a:pt x="148886" y="97037"/>
                    <a:pt x="158471" y="106612"/>
                    <a:pt x="158471" y="118104"/>
                  </a:cubicBezTo>
                  <a:cubicBezTo>
                    <a:pt x="158471" y="129595"/>
                    <a:pt x="148886" y="139171"/>
                    <a:pt x="137384" y="139171"/>
                  </a:cubicBezTo>
                  <a:cubicBezTo>
                    <a:pt x="125882" y="139171"/>
                    <a:pt x="116297" y="129595"/>
                    <a:pt x="116297" y="118104"/>
                  </a:cubicBezTo>
                  <a:cubicBezTo>
                    <a:pt x="116297" y="106612"/>
                    <a:pt x="125882" y="97037"/>
                    <a:pt x="137384" y="97037"/>
                  </a:cubicBezTo>
                  <a:close/>
                  <a:moveTo>
                    <a:pt x="293937" y="249614"/>
                  </a:moveTo>
                  <a:cubicBezTo>
                    <a:pt x="293937" y="264935"/>
                    <a:pt x="288825" y="277703"/>
                    <a:pt x="279879" y="286641"/>
                  </a:cubicBezTo>
                  <a:cubicBezTo>
                    <a:pt x="266460" y="298770"/>
                    <a:pt x="248569" y="300047"/>
                    <a:pt x="241540" y="300047"/>
                  </a:cubicBezTo>
                  <a:cubicBezTo>
                    <a:pt x="239623" y="300047"/>
                    <a:pt x="238345" y="300047"/>
                    <a:pt x="238345" y="300047"/>
                  </a:cubicBezTo>
                  <a:lnTo>
                    <a:pt x="122687" y="300047"/>
                  </a:lnTo>
                  <a:cubicBezTo>
                    <a:pt x="104795" y="300047"/>
                    <a:pt x="90737" y="294940"/>
                    <a:pt x="81152" y="284726"/>
                  </a:cubicBezTo>
                  <a:cubicBezTo>
                    <a:pt x="67733" y="270042"/>
                    <a:pt x="68372" y="251529"/>
                    <a:pt x="68372" y="250252"/>
                  </a:cubicBezTo>
                  <a:lnTo>
                    <a:pt x="68372" y="194073"/>
                  </a:lnTo>
                  <a:cubicBezTo>
                    <a:pt x="68372" y="193435"/>
                    <a:pt x="68372" y="173006"/>
                    <a:pt x="82430" y="158961"/>
                  </a:cubicBezTo>
                  <a:cubicBezTo>
                    <a:pt x="91376" y="150024"/>
                    <a:pt x="102878" y="145555"/>
                    <a:pt x="118214" y="145555"/>
                  </a:cubicBezTo>
                  <a:lnTo>
                    <a:pt x="208951" y="145555"/>
                  </a:lnTo>
                  <a:cubicBezTo>
                    <a:pt x="211507" y="135340"/>
                    <a:pt x="221092" y="127680"/>
                    <a:pt x="232594" y="127680"/>
                  </a:cubicBezTo>
                  <a:cubicBezTo>
                    <a:pt x="244096" y="127680"/>
                    <a:pt x="253681" y="135979"/>
                    <a:pt x="256237" y="146193"/>
                  </a:cubicBezTo>
                  <a:cubicBezTo>
                    <a:pt x="286908" y="153854"/>
                    <a:pt x="294576" y="180667"/>
                    <a:pt x="294576" y="193435"/>
                  </a:cubicBezTo>
                  <a:lnTo>
                    <a:pt x="294576" y="249614"/>
                  </a:lnTo>
                  <a:close/>
                </a:path>
              </a:pathLst>
            </a:custGeom>
            <a:solidFill>
              <a:srgbClr val="012169"/>
            </a:solidFill>
            <a:ln w="6390" cap="flat">
              <a:noFill/>
              <a:prstDash val="solid"/>
              <a:miter/>
            </a:ln>
          </p:spPr>
          <p:txBody>
            <a:bodyPr rtlCol="0" anchor="ctr"/>
            <a:lstStyle/>
            <a:p>
              <a:endParaRPr lang="en-US"/>
            </a:p>
          </p:txBody>
        </p:sp>
        <p:sp>
          <p:nvSpPr>
            <p:cNvPr id="483" name="Graphic 4">
              <a:extLst>
                <a:ext uri="{FF2B5EF4-FFF2-40B4-BE49-F238E27FC236}">
                  <a16:creationId xmlns:a16="http://schemas.microsoft.com/office/drawing/2014/main" id="{B2C07BEA-B4DC-2143-8041-33854233D270}"/>
                </a:ext>
              </a:extLst>
            </p:cNvPr>
            <p:cNvSpPr/>
            <p:nvPr/>
          </p:nvSpPr>
          <p:spPr>
            <a:xfrm>
              <a:off x="3116372" y="1628078"/>
              <a:ext cx="10223" cy="5281"/>
            </a:xfrm>
            <a:custGeom>
              <a:avLst/>
              <a:gdLst>
                <a:gd name="connsiteX0" fmla="*/ 4473 w 10223"/>
                <a:gd name="connsiteY0" fmla="*/ 5107 h 5281"/>
                <a:gd name="connsiteX1" fmla="*/ 10224 w 10223"/>
                <a:gd name="connsiteY1" fmla="*/ 3830 h 5281"/>
                <a:gd name="connsiteX2" fmla="*/ 10224 w 10223"/>
                <a:gd name="connsiteY2" fmla="*/ 3192 h 5281"/>
                <a:gd name="connsiteX3" fmla="*/ 1917 w 10223"/>
                <a:gd name="connsiteY3" fmla="*/ 638 h 5281"/>
                <a:gd name="connsiteX4" fmla="*/ 0 w 10223"/>
                <a:gd name="connsiteY4" fmla="*/ 0 h 5281"/>
                <a:gd name="connsiteX5" fmla="*/ 639 w 10223"/>
                <a:gd name="connsiteY5" fmla="*/ 1277 h 5281"/>
                <a:gd name="connsiteX6" fmla="*/ 4473 w 10223"/>
                <a:gd name="connsiteY6" fmla="*/ 5107 h 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23" h="5281">
                  <a:moveTo>
                    <a:pt x="4473" y="5107"/>
                  </a:moveTo>
                  <a:cubicBezTo>
                    <a:pt x="7029" y="5746"/>
                    <a:pt x="9585" y="4469"/>
                    <a:pt x="10224" y="3830"/>
                  </a:cubicBezTo>
                  <a:cubicBezTo>
                    <a:pt x="10224" y="3830"/>
                    <a:pt x="10224" y="3192"/>
                    <a:pt x="10224" y="3192"/>
                  </a:cubicBezTo>
                  <a:cubicBezTo>
                    <a:pt x="9585" y="1915"/>
                    <a:pt x="4473" y="1277"/>
                    <a:pt x="1917" y="638"/>
                  </a:cubicBezTo>
                  <a:lnTo>
                    <a:pt x="0" y="0"/>
                  </a:lnTo>
                  <a:cubicBezTo>
                    <a:pt x="0" y="638"/>
                    <a:pt x="639" y="638"/>
                    <a:pt x="639" y="1277"/>
                  </a:cubicBezTo>
                  <a:cubicBezTo>
                    <a:pt x="1278" y="3830"/>
                    <a:pt x="2556" y="5107"/>
                    <a:pt x="4473" y="5107"/>
                  </a:cubicBezTo>
                  <a:close/>
                </a:path>
              </a:pathLst>
            </a:custGeom>
            <a:solidFill>
              <a:srgbClr val="012169"/>
            </a:solidFill>
            <a:ln w="6390" cap="flat">
              <a:noFill/>
              <a:prstDash val="solid"/>
              <a:miter/>
            </a:ln>
          </p:spPr>
          <p:txBody>
            <a:bodyPr rtlCol="0" anchor="ctr"/>
            <a:lstStyle/>
            <a:p>
              <a:endParaRPr lang="en-US"/>
            </a:p>
          </p:txBody>
        </p:sp>
        <p:sp>
          <p:nvSpPr>
            <p:cNvPr id="484" name="Graphic 4">
              <a:extLst>
                <a:ext uri="{FF2B5EF4-FFF2-40B4-BE49-F238E27FC236}">
                  <a16:creationId xmlns:a16="http://schemas.microsoft.com/office/drawing/2014/main" id="{C5DB6D18-2DB4-EA47-875B-C03FA40BCFBE}"/>
                </a:ext>
              </a:extLst>
            </p:cNvPr>
            <p:cNvSpPr/>
            <p:nvPr/>
          </p:nvSpPr>
          <p:spPr>
            <a:xfrm>
              <a:off x="3078663" y="1561046"/>
              <a:ext cx="201290" cy="128998"/>
            </a:xfrm>
            <a:custGeom>
              <a:avLst/>
              <a:gdLst>
                <a:gd name="connsiteX0" fmla="*/ 175092 w 201290"/>
                <a:gd name="connsiteY0" fmla="*/ 638 h 128998"/>
                <a:gd name="connsiteX1" fmla="*/ 152089 w 201290"/>
                <a:gd name="connsiteY1" fmla="*/ 17237 h 128998"/>
                <a:gd name="connsiteX2" fmla="*/ 129085 w 201290"/>
                <a:gd name="connsiteY2" fmla="*/ 0 h 128998"/>
                <a:gd name="connsiteX3" fmla="*/ 129085 w 201290"/>
                <a:gd name="connsiteY3" fmla="*/ 0 h 128998"/>
                <a:gd name="connsiteX4" fmla="*/ 37070 w 201290"/>
                <a:gd name="connsiteY4" fmla="*/ 0 h 128998"/>
                <a:gd name="connsiteX5" fmla="*/ 10232 w 201290"/>
                <a:gd name="connsiteY5" fmla="*/ 9576 h 128998"/>
                <a:gd name="connsiteX6" fmla="*/ 8 w 201290"/>
                <a:gd name="connsiteY6" fmla="*/ 35750 h 128998"/>
                <a:gd name="connsiteX7" fmla="*/ 8 w 201290"/>
                <a:gd name="connsiteY7" fmla="*/ 92568 h 128998"/>
                <a:gd name="connsiteX8" fmla="*/ 9593 w 201290"/>
                <a:gd name="connsiteY8" fmla="*/ 118104 h 128998"/>
                <a:gd name="connsiteX9" fmla="*/ 42182 w 201290"/>
                <a:gd name="connsiteY9" fmla="*/ 128957 h 128998"/>
                <a:gd name="connsiteX10" fmla="*/ 158478 w 201290"/>
                <a:gd name="connsiteY10" fmla="*/ 128957 h 128998"/>
                <a:gd name="connsiteX11" fmla="*/ 191067 w 201290"/>
                <a:gd name="connsiteY11" fmla="*/ 118742 h 128998"/>
                <a:gd name="connsiteX12" fmla="*/ 201291 w 201290"/>
                <a:gd name="connsiteY12" fmla="*/ 91291 h 128998"/>
                <a:gd name="connsiteX13" fmla="*/ 201291 w 201290"/>
                <a:gd name="connsiteY13" fmla="*/ 35112 h 128998"/>
                <a:gd name="connsiteX14" fmla="*/ 175092 w 201290"/>
                <a:gd name="connsiteY14" fmla="*/ 638 h 128998"/>
                <a:gd name="connsiteX15" fmla="*/ 143143 w 201290"/>
                <a:gd name="connsiteY15" fmla="*/ 48518 h 128998"/>
                <a:gd name="connsiteX16" fmla="*/ 149533 w 201290"/>
                <a:gd name="connsiteY16" fmla="*/ 42134 h 128998"/>
                <a:gd name="connsiteX17" fmla="*/ 162951 w 201290"/>
                <a:gd name="connsiteY17" fmla="*/ 42134 h 128998"/>
                <a:gd name="connsiteX18" fmla="*/ 176370 w 201290"/>
                <a:gd name="connsiteY18" fmla="*/ 56179 h 128998"/>
                <a:gd name="connsiteX19" fmla="*/ 164229 w 201290"/>
                <a:gd name="connsiteY19" fmla="*/ 70224 h 128998"/>
                <a:gd name="connsiteX20" fmla="*/ 156561 w 201290"/>
                <a:gd name="connsiteY20" fmla="*/ 70224 h 128998"/>
                <a:gd name="connsiteX21" fmla="*/ 156561 w 201290"/>
                <a:gd name="connsiteY21" fmla="*/ 78523 h 128998"/>
                <a:gd name="connsiteX22" fmla="*/ 150171 w 201290"/>
                <a:gd name="connsiteY22" fmla="*/ 84907 h 128998"/>
                <a:gd name="connsiteX23" fmla="*/ 143781 w 201290"/>
                <a:gd name="connsiteY23" fmla="*/ 78523 h 128998"/>
                <a:gd name="connsiteX24" fmla="*/ 143781 w 201290"/>
                <a:gd name="connsiteY24" fmla="*/ 48518 h 128998"/>
                <a:gd name="connsiteX25" fmla="*/ 115027 w 201290"/>
                <a:gd name="connsiteY25" fmla="*/ 44688 h 128998"/>
                <a:gd name="connsiteX26" fmla="*/ 120778 w 201290"/>
                <a:gd name="connsiteY26" fmla="*/ 40858 h 128998"/>
                <a:gd name="connsiteX27" fmla="*/ 120778 w 201290"/>
                <a:gd name="connsiteY27" fmla="*/ 40858 h 128998"/>
                <a:gd name="connsiteX28" fmla="*/ 126529 w 201290"/>
                <a:gd name="connsiteY28" fmla="*/ 44688 h 128998"/>
                <a:gd name="connsiteX29" fmla="*/ 139948 w 201290"/>
                <a:gd name="connsiteY29" fmla="*/ 75331 h 128998"/>
                <a:gd name="connsiteX30" fmla="*/ 136753 w 201290"/>
                <a:gd name="connsiteY30" fmla="*/ 83630 h 128998"/>
                <a:gd name="connsiteX31" fmla="*/ 128446 w 201290"/>
                <a:gd name="connsiteY31" fmla="*/ 80438 h 128998"/>
                <a:gd name="connsiteX32" fmla="*/ 127807 w 201290"/>
                <a:gd name="connsiteY32" fmla="*/ 78523 h 128998"/>
                <a:gd name="connsiteX33" fmla="*/ 114388 w 201290"/>
                <a:gd name="connsiteY33" fmla="*/ 78523 h 128998"/>
                <a:gd name="connsiteX34" fmla="*/ 113749 w 201290"/>
                <a:gd name="connsiteY34" fmla="*/ 80438 h 128998"/>
                <a:gd name="connsiteX35" fmla="*/ 107998 w 201290"/>
                <a:gd name="connsiteY35" fmla="*/ 84269 h 128998"/>
                <a:gd name="connsiteX36" fmla="*/ 105442 w 201290"/>
                <a:gd name="connsiteY36" fmla="*/ 83630 h 128998"/>
                <a:gd name="connsiteX37" fmla="*/ 102247 w 201290"/>
                <a:gd name="connsiteY37" fmla="*/ 75331 h 128998"/>
                <a:gd name="connsiteX38" fmla="*/ 115027 w 201290"/>
                <a:gd name="connsiteY38" fmla="*/ 44688 h 128998"/>
                <a:gd name="connsiteX39" fmla="*/ 82438 w 201290"/>
                <a:gd name="connsiteY39" fmla="*/ 40858 h 128998"/>
                <a:gd name="connsiteX40" fmla="*/ 102247 w 201290"/>
                <a:gd name="connsiteY40" fmla="*/ 62563 h 128998"/>
                <a:gd name="connsiteX41" fmla="*/ 82438 w 201290"/>
                <a:gd name="connsiteY41" fmla="*/ 84269 h 128998"/>
                <a:gd name="connsiteX42" fmla="*/ 62629 w 201290"/>
                <a:gd name="connsiteY42" fmla="*/ 62563 h 128998"/>
                <a:gd name="connsiteX43" fmla="*/ 82438 w 201290"/>
                <a:gd name="connsiteY43" fmla="*/ 40858 h 128998"/>
                <a:gd name="connsiteX44" fmla="*/ 26207 w 201290"/>
                <a:gd name="connsiteY44" fmla="*/ 54902 h 128998"/>
                <a:gd name="connsiteX45" fmla="*/ 38987 w 201290"/>
                <a:gd name="connsiteY45" fmla="*/ 41496 h 128998"/>
                <a:gd name="connsiteX46" fmla="*/ 52405 w 201290"/>
                <a:gd name="connsiteY46" fmla="*/ 43411 h 128998"/>
                <a:gd name="connsiteX47" fmla="*/ 58795 w 201290"/>
                <a:gd name="connsiteY47" fmla="*/ 52987 h 128998"/>
                <a:gd name="connsiteX48" fmla="*/ 54961 w 201290"/>
                <a:gd name="connsiteY48" fmla="*/ 60009 h 128998"/>
                <a:gd name="connsiteX49" fmla="*/ 60073 w 201290"/>
                <a:gd name="connsiteY49" fmla="*/ 73416 h 128998"/>
                <a:gd name="connsiteX50" fmla="*/ 44737 w 201290"/>
                <a:gd name="connsiteY50" fmla="*/ 85545 h 128998"/>
                <a:gd name="connsiteX51" fmla="*/ 43460 w 201290"/>
                <a:gd name="connsiteY51" fmla="*/ 85545 h 128998"/>
                <a:gd name="connsiteX52" fmla="*/ 26207 w 201290"/>
                <a:gd name="connsiteY52" fmla="*/ 72777 h 128998"/>
                <a:gd name="connsiteX53" fmla="*/ 30680 w 201290"/>
                <a:gd name="connsiteY53" fmla="*/ 65117 h 128998"/>
                <a:gd name="connsiteX54" fmla="*/ 31319 w 201290"/>
                <a:gd name="connsiteY54" fmla="*/ 65117 h 128998"/>
                <a:gd name="connsiteX55" fmla="*/ 26207 w 201290"/>
                <a:gd name="connsiteY55" fmla="*/ 54902 h 128998"/>
                <a:gd name="connsiteX56" fmla="*/ 185955 w 201290"/>
                <a:gd name="connsiteY56" fmla="*/ 110443 h 128998"/>
                <a:gd name="connsiteX57" fmla="*/ 161034 w 201290"/>
                <a:gd name="connsiteY57" fmla="*/ 119381 h 128998"/>
                <a:gd name="connsiteX58" fmla="*/ 39626 w 201290"/>
                <a:gd name="connsiteY58" fmla="*/ 119381 h 128998"/>
                <a:gd name="connsiteX59" fmla="*/ 39626 w 201290"/>
                <a:gd name="connsiteY59" fmla="*/ 119381 h 128998"/>
                <a:gd name="connsiteX60" fmla="*/ 16622 w 201290"/>
                <a:gd name="connsiteY60" fmla="*/ 110443 h 128998"/>
                <a:gd name="connsiteX61" fmla="*/ 8954 w 201290"/>
                <a:gd name="connsiteY61" fmla="*/ 91291 h 128998"/>
                <a:gd name="connsiteX62" fmla="*/ 15344 w 201290"/>
                <a:gd name="connsiteY62" fmla="*/ 84907 h 128998"/>
                <a:gd name="connsiteX63" fmla="*/ 21734 w 201290"/>
                <a:gd name="connsiteY63" fmla="*/ 91291 h 128998"/>
                <a:gd name="connsiteX64" fmla="*/ 39626 w 201290"/>
                <a:gd name="connsiteY64" fmla="*/ 105974 h 128998"/>
                <a:gd name="connsiteX65" fmla="*/ 161034 w 201290"/>
                <a:gd name="connsiteY65" fmla="*/ 105974 h 128998"/>
                <a:gd name="connsiteX66" fmla="*/ 176370 w 201290"/>
                <a:gd name="connsiteY66" fmla="*/ 100867 h 128998"/>
                <a:gd name="connsiteX67" fmla="*/ 180204 w 201290"/>
                <a:gd name="connsiteY67" fmla="*/ 91291 h 128998"/>
                <a:gd name="connsiteX68" fmla="*/ 186594 w 201290"/>
                <a:gd name="connsiteY68" fmla="*/ 84907 h 128998"/>
                <a:gd name="connsiteX69" fmla="*/ 192984 w 201290"/>
                <a:gd name="connsiteY69" fmla="*/ 90653 h 128998"/>
                <a:gd name="connsiteX70" fmla="*/ 185955 w 201290"/>
                <a:gd name="connsiteY70" fmla="*/ 110443 h 128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201290" h="128998">
                  <a:moveTo>
                    <a:pt x="175092" y="638"/>
                  </a:moveTo>
                  <a:cubicBezTo>
                    <a:pt x="171897" y="10214"/>
                    <a:pt x="162951" y="17237"/>
                    <a:pt x="152089" y="17237"/>
                  </a:cubicBezTo>
                  <a:cubicBezTo>
                    <a:pt x="141226" y="17237"/>
                    <a:pt x="131641" y="9576"/>
                    <a:pt x="129085" y="0"/>
                  </a:cubicBezTo>
                  <a:cubicBezTo>
                    <a:pt x="129085" y="0"/>
                    <a:pt x="129085" y="0"/>
                    <a:pt x="129085" y="0"/>
                  </a:cubicBezTo>
                  <a:lnTo>
                    <a:pt x="37070" y="0"/>
                  </a:lnTo>
                  <a:cubicBezTo>
                    <a:pt x="25568" y="0"/>
                    <a:pt x="16622" y="3192"/>
                    <a:pt x="10232" y="9576"/>
                  </a:cubicBezTo>
                  <a:cubicBezTo>
                    <a:pt x="8" y="19790"/>
                    <a:pt x="8" y="35112"/>
                    <a:pt x="8" y="35750"/>
                  </a:cubicBezTo>
                  <a:lnTo>
                    <a:pt x="8" y="92568"/>
                  </a:lnTo>
                  <a:cubicBezTo>
                    <a:pt x="8" y="93206"/>
                    <a:pt x="-631" y="107251"/>
                    <a:pt x="9593" y="118104"/>
                  </a:cubicBezTo>
                  <a:cubicBezTo>
                    <a:pt x="16622" y="125765"/>
                    <a:pt x="27485" y="128957"/>
                    <a:pt x="42182" y="128957"/>
                  </a:cubicBezTo>
                  <a:lnTo>
                    <a:pt x="158478" y="128957"/>
                  </a:lnTo>
                  <a:cubicBezTo>
                    <a:pt x="159117" y="128957"/>
                    <a:pt x="178926" y="130233"/>
                    <a:pt x="191067" y="118742"/>
                  </a:cubicBezTo>
                  <a:cubicBezTo>
                    <a:pt x="198096" y="112358"/>
                    <a:pt x="201291" y="103421"/>
                    <a:pt x="201291" y="91291"/>
                  </a:cubicBezTo>
                  <a:lnTo>
                    <a:pt x="201291" y="35112"/>
                  </a:lnTo>
                  <a:cubicBezTo>
                    <a:pt x="201291" y="33197"/>
                    <a:pt x="201291" y="8299"/>
                    <a:pt x="175092" y="638"/>
                  </a:cubicBezTo>
                  <a:close/>
                  <a:moveTo>
                    <a:pt x="143143" y="48518"/>
                  </a:moveTo>
                  <a:cubicBezTo>
                    <a:pt x="143143" y="44688"/>
                    <a:pt x="145699" y="42134"/>
                    <a:pt x="149533" y="42134"/>
                  </a:cubicBezTo>
                  <a:lnTo>
                    <a:pt x="162951" y="42134"/>
                  </a:lnTo>
                  <a:cubicBezTo>
                    <a:pt x="168702" y="42134"/>
                    <a:pt x="176370" y="46603"/>
                    <a:pt x="176370" y="56179"/>
                  </a:cubicBezTo>
                  <a:cubicBezTo>
                    <a:pt x="176370" y="66393"/>
                    <a:pt x="168702" y="70224"/>
                    <a:pt x="164229" y="70224"/>
                  </a:cubicBezTo>
                  <a:lnTo>
                    <a:pt x="156561" y="70224"/>
                  </a:lnTo>
                  <a:lnTo>
                    <a:pt x="156561" y="78523"/>
                  </a:lnTo>
                  <a:cubicBezTo>
                    <a:pt x="156561" y="82353"/>
                    <a:pt x="154005" y="84907"/>
                    <a:pt x="150171" y="84907"/>
                  </a:cubicBezTo>
                  <a:cubicBezTo>
                    <a:pt x="146338" y="84907"/>
                    <a:pt x="143781" y="82353"/>
                    <a:pt x="143781" y="78523"/>
                  </a:cubicBezTo>
                  <a:lnTo>
                    <a:pt x="143781" y="48518"/>
                  </a:lnTo>
                  <a:close/>
                  <a:moveTo>
                    <a:pt x="115027" y="44688"/>
                  </a:moveTo>
                  <a:cubicBezTo>
                    <a:pt x="116305" y="42134"/>
                    <a:pt x="118222" y="40858"/>
                    <a:pt x="120778" y="40858"/>
                  </a:cubicBezTo>
                  <a:cubicBezTo>
                    <a:pt x="120778" y="40858"/>
                    <a:pt x="120778" y="40858"/>
                    <a:pt x="120778" y="40858"/>
                  </a:cubicBezTo>
                  <a:cubicBezTo>
                    <a:pt x="123334" y="40858"/>
                    <a:pt x="125890" y="42134"/>
                    <a:pt x="126529" y="44688"/>
                  </a:cubicBezTo>
                  <a:lnTo>
                    <a:pt x="139948" y="75331"/>
                  </a:lnTo>
                  <a:cubicBezTo>
                    <a:pt x="141226" y="78523"/>
                    <a:pt x="139948" y="82353"/>
                    <a:pt x="136753" y="83630"/>
                  </a:cubicBezTo>
                  <a:cubicBezTo>
                    <a:pt x="133558" y="84907"/>
                    <a:pt x="129724" y="83630"/>
                    <a:pt x="128446" y="80438"/>
                  </a:cubicBezTo>
                  <a:lnTo>
                    <a:pt x="127807" y="78523"/>
                  </a:lnTo>
                  <a:lnTo>
                    <a:pt x="114388" y="78523"/>
                  </a:lnTo>
                  <a:lnTo>
                    <a:pt x="113749" y="80438"/>
                  </a:lnTo>
                  <a:cubicBezTo>
                    <a:pt x="112471" y="82992"/>
                    <a:pt x="110554" y="84269"/>
                    <a:pt x="107998" y="84269"/>
                  </a:cubicBezTo>
                  <a:cubicBezTo>
                    <a:pt x="107359" y="84269"/>
                    <a:pt x="106081" y="84269"/>
                    <a:pt x="105442" y="83630"/>
                  </a:cubicBezTo>
                  <a:cubicBezTo>
                    <a:pt x="102247" y="82353"/>
                    <a:pt x="100969" y="78523"/>
                    <a:pt x="102247" y="75331"/>
                  </a:cubicBezTo>
                  <a:lnTo>
                    <a:pt x="115027" y="44688"/>
                  </a:lnTo>
                  <a:close/>
                  <a:moveTo>
                    <a:pt x="82438" y="40858"/>
                  </a:moveTo>
                  <a:cubicBezTo>
                    <a:pt x="93301" y="40858"/>
                    <a:pt x="102247" y="50434"/>
                    <a:pt x="102247" y="62563"/>
                  </a:cubicBezTo>
                  <a:cubicBezTo>
                    <a:pt x="102247" y="74693"/>
                    <a:pt x="93301" y="84269"/>
                    <a:pt x="82438" y="84269"/>
                  </a:cubicBezTo>
                  <a:cubicBezTo>
                    <a:pt x="71575" y="84269"/>
                    <a:pt x="62629" y="74693"/>
                    <a:pt x="62629" y="62563"/>
                  </a:cubicBezTo>
                  <a:cubicBezTo>
                    <a:pt x="62629" y="51072"/>
                    <a:pt x="71575" y="40858"/>
                    <a:pt x="82438" y="40858"/>
                  </a:cubicBezTo>
                  <a:close/>
                  <a:moveTo>
                    <a:pt x="26207" y="54902"/>
                  </a:moveTo>
                  <a:cubicBezTo>
                    <a:pt x="26207" y="49795"/>
                    <a:pt x="29402" y="43411"/>
                    <a:pt x="38987" y="41496"/>
                  </a:cubicBezTo>
                  <a:cubicBezTo>
                    <a:pt x="46016" y="40219"/>
                    <a:pt x="50489" y="42134"/>
                    <a:pt x="52405" y="43411"/>
                  </a:cubicBezTo>
                  <a:cubicBezTo>
                    <a:pt x="57517" y="46603"/>
                    <a:pt x="58156" y="51710"/>
                    <a:pt x="58795" y="52987"/>
                  </a:cubicBezTo>
                  <a:cubicBezTo>
                    <a:pt x="59434" y="56179"/>
                    <a:pt x="57517" y="58733"/>
                    <a:pt x="54961" y="60009"/>
                  </a:cubicBezTo>
                  <a:cubicBezTo>
                    <a:pt x="58795" y="62563"/>
                    <a:pt x="61351" y="66393"/>
                    <a:pt x="60073" y="73416"/>
                  </a:cubicBezTo>
                  <a:cubicBezTo>
                    <a:pt x="58795" y="79800"/>
                    <a:pt x="52405" y="84907"/>
                    <a:pt x="44737" y="85545"/>
                  </a:cubicBezTo>
                  <a:cubicBezTo>
                    <a:pt x="44099" y="85545"/>
                    <a:pt x="43460" y="85545"/>
                    <a:pt x="43460" y="85545"/>
                  </a:cubicBezTo>
                  <a:cubicBezTo>
                    <a:pt x="35153" y="85545"/>
                    <a:pt x="28763" y="80438"/>
                    <a:pt x="26207" y="72777"/>
                  </a:cubicBezTo>
                  <a:cubicBezTo>
                    <a:pt x="24929" y="69585"/>
                    <a:pt x="26846" y="65755"/>
                    <a:pt x="30680" y="65117"/>
                  </a:cubicBezTo>
                  <a:cubicBezTo>
                    <a:pt x="30680" y="65117"/>
                    <a:pt x="31319" y="65117"/>
                    <a:pt x="31319" y="65117"/>
                  </a:cubicBezTo>
                  <a:cubicBezTo>
                    <a:pt x="28124" y="61925"/>
                    <a:pt x="26207" y="58094"/>
                    <a:pt x="26207" y="54902"/>
                  </a:cubicBezTo>
                  <a:close/>
                  <a:moveTo>
                    <a:pt x="185955" y="110443"/>
                  </a:moveTo>
                  <a:cubicBezTo>
                    <a:pt x="180204" y="116189"/>
                    <a:pt x="171897" y="119381"/>
                    <a:pt x="161034" y="119381"/>
                  </a:cubicBezTo>
                  <a:lnTo>
                    <a:pt x="39626" y="119381"/>
                  </a:lnTo>
                  <a:cubicBezTo>
                    <a:pt x="39626" y="119381"/>
                    <a:pt x="39626" y="119381"/>
                    <a:pt x="39626" y="119381"/>
                  </a:cubicBezTo>
                  <a:cubicBezTo>
                    <a:pt x="37709" y="119381"/>
                    <a:pt x="24929" y="118742"/>
                    <a:pt x="16622" y="110443"/>
                  </a:cubicBezTo>
                  <a:cubicBezTo>
                    <a:pt x="11510" y="105336"/>
                    <a:pt x="8954" y="98952"/>
                    <a:pt x="8954" y="91291"/>
                  </a:cubicBezTo>
                  <a:cubicBezTo>
                    <a:pt x="8954" y="87461"/>
                    <a:pt x="11510" y="84907"/>
                    <a:pt x="15344" y="84907"/>
                  </a:cubicBezTo>
                  <a:cubicBezTo>
                    <a:pt x="19178" y="84907"/>
                    <a:pt x="21734" y="87461"/>
                    <a:pt x="21734" y="91291"/>
                  </a:cubicBezTo>
                  <a:cubicBezTo>
                    <a:pt x="21734" y="105336"/>
                    <a:pt x="36431" y="105974"/>
                    <a:pt x="39626" y="105974"/>
                  </a:cubicBezTo>
                  <a:lnTo>
                    <a:pt x="161034" y="105974"/>
                  </a:lnTo>
                  <a:cubicBezTo>
                    <a:pt x="168063" y="105974"/>
                    <a:pt x="173175" y="104059"/>
                    <a:pt x="176370" y="100867"/>
                  </a:cubicBezTo>
                  <a:cubicBezTo>
                    <a:pt x="180204" y="97037"/>
                    <a:pt x="180204" y="91291"/>
                    <a:pt x="180204" y="91291"/>
                  </a:cubicBezTo>
                  <a:cubicBezTo>
                    <a:pt x="180204" y="88099"/>
                    <a:pt x="182760" y="84907"/>
                    <a:pt x="186594" y="84907"/>
                  </a:cubicBezTo>
                  <a:cubicBezTo>
                    <a:pt x="190428" y="84269"/>
                    <a:pt x="192984" y="87461"/>
                    <a:pt x="192984" y="90653"/>
                  </a:cubicBezTo>
                  <a:cubicBezTo>
                    <a:pt x="192984" y="92568"/>
                    <a:pt x="193623" y="102782"/>
                    <a:pt x="185955" y="110443"/>
                  </a:cubicBezTo>
                  <a:close/>
                </a:path>
              </a:pathLst>
            </a:custGeom>
            <a:solidFill>
              <a:srgbClr val="012169"/>
            </a:solidFill>
            <a:ln w="6390" cap="flat">
              <a:noFill/>
              <a:prstDash val="solid"/>
              <a:miter/>
            </a:ln>
          </p:spPr>
          <p:txBody>
            <a:bodyPr rtlCol="0" anchor="ctr"/>
            <a:lstStyle/>
            <a:p>
              <a:endParaRPr lang="en-US"/>
            </a:p>
          </p:txBody>
        </p:sp>
      </p:grpSp>
      <p:grpSp>
        <p:nvGrpSpPr>
          <p:cNvPr id="485" name="Graphic 4">
            <a:extLst>
              <a:ext uri="{FF2B5EF4-FFF2-40B4-BE49-F238E27FC236}">
                <a16:creationId xmlns:a16="http://schemas.microsoft.com/office/drawing/2014/main" id="{DAA871A0-3FF4-044A-BC93-7B6973A86350}"/>
              </a:ext>
            </a:extLst>
          </p:cNvPr>
          <p:cNvGrpSpPr/>
          <p:nvPr/>
        </p:nvGrpSpPr>
        <p:grpSpPr>
          <a:xfrm>
            <a:off x="2998797" y="1893013"/>
            <a:ext cx="361670" cy="361333"/>
            <a:chOff x="2998797" y="1893013"/>
            <a:chExt cx="361670" cy="361333"/>
          </a:xfrm>
          <a:solidFill>
            <a:srgbClr val="012169"/>
          </a:solidFill>
        </p:grpSpPr>
        <p:sp>
          <p:nvSpPr>
            <p:cNvPr id="486" name="Graphic 4">
              <a:extLst>
                <a:ext uri="{FF2B5EF4-FFF2-40B4-BE49-F238E27FC236}">
                  <a16:creationId xmlns:a16="http://schemas.microsoft.com/office/drawing/2014/main" id="{06FD3574-6B25-654D-8C25-26CE18E51F79}"/>
                </a:ext>
              </a:extLst>
            </p:cNvPr>
            <p:cNvSpPr/>
            <p:nvPr/>
          </p:nvSpPr>
          <p:spPr>
            <a:xfrm>
              <a:off x="3095285" y="2070488"/>
              <a:ext cx="23003" cy="48518"/>
            </a:xfrm>
            <a:custGeom>
              <a:avLst/>
              <a:gdLst>
                <a:gd name="connsiteX0" fmla="*/ 22365 w 23003"/>
                <a:gd name="connsiteY0" fmla="*/ 21067 h 48518"/>
                <a:gd name="connsiteX1" fmla="*/ 5751 w 23003"/>
                <a:gd name="connsiteY1" fmla="*/ 0 h 48518"/>
                <a:gd name="connsiteX2" fmla="*/ 0 w 23003"/>
                <a:gd name="connsiteY2" fmla="*/ 0 h 48518"/>
                <a:gd name="connsiteX3" fmla="*/ 0 w 23003"/>
                <a:gd name="connsiteY3" fmla="*/ 17875 h 48518"/>
                <a:gd name="connsiteX4" fmla="*/ 1917 w 23003"/>
                <a:gd name="connsiteY4" fmla="*/ 21067 h 48518"/>
                <a:gd name="connsiteX5" fmla="*/ 10863 w 23003"/>
                <a:gd name="connsiteY5" fmla="*/ 26174 h 48518"/>
                <a:gd name="connsiteX6" fmla="*/ 23004 w 23003"/>
                <a:gd name="connsiteY6" fmla="*/ 48518 h 48518"/>
                <a:gd name="connsiteX7" fmla="*/ 23004 w 23003"/>
                <a:gd name="connsiteY7" fmla="*/ 21067 h 4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03" h="48518">
                  <a:moveTo>
                    <a:pt x="22365" y="21067"/>
                  </a:moveTo>
                  <a:lnTo>
                    <a:pt x="5751" y="0"/>
                  </a:lnTo>
                  <a:lnTo>
                    <a:pt x="0" y="0"/>
                  </a:lnTo>
                  <a:lnTo>
                    <a:pt x="0" y="17875"/>
                  </a:lnTo>
                  <a:cubicBezTo>
                    <a:pt x="0" y="19152"/>
                    <a:pt x="639" y="20429"/>
                    <a:pt x="1917" y="21067"/>
                  </a:cubicBezTo>
                  <a:lnTo>
                    <a:pt x="10863" y="26174"/>
                  </a:lnTo>
                  <a:lnTo>
                    <a:pt x="23004" y="48518"/>
                  </a:lnTo>
                  <a:lnTo>
                    <a:pt x="23004" y="21067"/>
                  </a:lnTo>
                  <a:close/>
                </a:path>
              </a:pathLst>
            </a:custGeom>
            <a:solidFill>
              <a:srgbClr val="012169"/>
            </a:solidFill>
            <a:ln w="6390" cap="flat">
              <a:noFill/>
              <a:prstDash val="solid"/>
              <a:miter/>
            </a:ln>
          </p:spPr>
          <p:txBody>
            <a:bodyPr rtlCol="0" anchor="ctr"/>
            <a:lstStyle/>
            <a:p>
              <a:endParaRPr lang="en-US"/>
            </a:p>
          </p:txBody>
        </p:sp>
        <p:sp>
          <p:nvSpPr>
            <p:cNvPr id="487" name="Graphic 4">
              <a:extLst>
                <a:ext uri="{FF2B5EF4-FFF2-40B4-BE49-F238E27FC236}">
                  <a16:creationId xmlns:a16="http://schemas.microsoft.com/office/drawing/2014/main" id="{08C63103-E5E7-6946-B05A-3AB90FEF8DB7}"/>
                </a:ext>
              </a:extLst>
            </p:cNvPr>
            <p:cNvSpPr/>
            <p:nvPr/>
          </p:nvSpPr>
          <p:spPr>
            <a:xfrm>
              <a:off x="3130430" y="2085171"/>
              <a:ext cx="98404" cy="72777"/>
            </a:xfrm>
            <a:custGeom>
              <a:avLst/>
              <a:gdLst>
                <a:gd name="connsiteX0" fmla="*/ 98405 w 98404"/>
                <a:gd name="connsiteY0" fmla="*/ 9576 h 72777"/>
                <a:gd name="connsiteX1" fmla="*/ 76040 w 98404"/>
                <a:gd name="connsiteY1" fmla="*/ 5107 h 72777"/>
                <a:gd name="connsiteX2" fmla="*/ 49203 w 98404"/>
                <a:gd name="connsiteY2" fmla="*/ 0 h 72777"/>
                <a:gd name="connsiteX3" fmla="*/ 22365 w 98404"/>
                <a:gd name="connsiteY3" fmla="*/ 5107 h 72777"/>
                <a:gd name="connsiteX4" fmla="*/ 0 w 98404"/>
                <a:gd name="connsiteY4" fmla="*/ 9576 h 72777"/>
                <a:gd name="connsiteX5" fmla="*/ 0 w 98404"/>
                <a:gd name="connsiteY5" fmla="*/ 55541 h 72777"/>
                <a:gd name="connsiteX6" fmla="*/ 38979 w 98404"/>
                <a:gd name="connsiteY6" fmla="*/ 72777 h 72777"/>
                <a:gd name="connsiteX7" fmla="*/ 59427 w 98404"/>
                <a:gd name="connsiteY7" fmla="*/ 72777 h 72777"/>
                <a:gd name="connsiteX8" fmla="*/ 98405 w 98404"/>
                <a:gd name="connsiteY8" fmla="*/ 55541 h 72777"/>
                <a:gd name="connsiteX9" fmla="*/ 98405 w 98404"/>
                <a:gd name="connsiteY9" fmla="*/ 9576 h 72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404" h="72777">
                  <a:moveTo>
                    <a:pt x="98405" y="9576"/>
                  </a:moveTo>
                  <a:cubicBezTo>
                    <a:pt x="91376" y="8938"/>
                    <a:pt x="84347" y="7022"/>
                    <a:pt x="76040" y="5107"/>
                  </a:cubicBezTo>
                  <a:cubicBezTo>
                    <a:pt x="66455" y="2554"/>
                    <a:pt x="56232" y="0"/>
                    <a:pt x="49203" y="0"/>
                  </a:cubicBezTo>
                  <a:cubicBezTo>
                    <a:pt x="42174" y="0"/>
                    <a:pt x="31950" y="2554"/>
                    <a:pt x="22365" y="5107"/>
                  </a:cubicBezTo>
                  <a:cubicBezTo>
                    <a:pt x="14697" y="7022"/>
                    <a:pt x="7029" y="8938"/>
                    <a:pt x="0" y="9576"/>
                  </a:cubicBezTo>
                  <a:lnTo>
                    <a:pt x="0" y="55541"/>
                  </a:lnTo>
                  <a:cubicBezTo>
                    <a:pt x="15975" y="64478"/>
                    <a:pt x="34506" y="72777"/>
                    <a:pt x="38979" y="72777"/>
                  </a:cubicBezTo>
                  <a:lnTo>
                    <a:pt x="59427" y="72777"/>
                  </a:lnTo>
                  <a:cubicBezTo>
                    <a:pt x="64538" y="72777"/>
                    <a:pt x="83069" y="63840"/>
                    <a:pt x="98405" y="55541"/>
                  </a:cubicBezTo>
                  <a:lnTo>
                    <a:pt x="98405" y="9576"/>
                  </a:lnTo>
                  <a:close/>
                </a:path>
              </a:pathLst>
            </a:custGeom>
            <a:solidFill>
              <a:srgbClr val="012169"/>
            </a:solidFill>
            <a:ln w="6390" cap="flat">
              <a:noFill/>
              <a:prstDash val="solid"/>
              <a:miter/>
            </a:ln>
          </p:spPr>
          <p:txBody>
            <a:bodyPr rtlCol="0" anchor="ctr"/>
            <a:lstStyle/>
            <a:p>
              <a:endParaRPr lang="en-US"/>
            </a:p>
          </p:txBody>
        </p:sp>
        <p:sp>
          <p:nvSpPr>
            <p:cNvPr id="488" name="Graphic 4">
              <a:extLst>
                <a:ext uri="{FF2B5EF4-FFF2-40B4-BE49-F238E27FC236}">
                  <a16:creationId xmlns:a16="http://schemas.microsoft.com/office/drawing/2014/main" id="{668E40F9-DD51-5843-B11C-7C1B11E763B1}"/>
                </a:ext>
              </a:extLst>
            </p:cNvPr>
            <p:cNvSpPr/>
            <p:nvPr/>
          </p:nvSpPr>
          <p:spPr>
            <a:xfrm>
              <a:off x="3104231" y="1965152"/>
              <a:ext cx="148885" cy="117465"/>
            </a:xfrm>
            <a:custGeom>
              <a:avLst/>
              <a:gdLst>
                <a:gd name="connsiteX0" fmla="*/ 2556 w 148885"/>
                <a:gd name="connsiteY0" fmla="*/ 92568 h 117465"/>
                <a:gd name="connsiteX1" fmla="*/ 22365 w 148885"/>
                <a:gd name="connsiteY1" fmla="*/ 117465 h 117465"/>
                <a:gd name="connsiteX2" fmla="*/ 44730 w 148885"/>
                <a:gd name="connsiteY2" fmla="*/ 112996 h 117465"/>
                <a:gd name="connsiteX3" fmla="*/ 74762 w 148885"/>
                <a:gd name="connsiteY3" fmla="*/ 107889 h 117465"/>
                <a:gd name="connsiteX4" fmla="*/ 104795 w 148885"/>
                <a:gd name="connsiteY4" fmla="*/ 112996 h 117465"/>
                <a:gd name="connsiteX5" fmla="*/ 127160 w 148885"/>
                <a:gd name="connsiteY5" fmla="*/ 117465 h 117465"/>
                <a:gd name="connsiteX6" fmla="*/ 146969 w 148885"/>
                <a:gd name="connsiteY6" fmla="*/ 92568 h 117465"/>
                <a:gd name="connsiteX7" fmla="*/ 148886 w 148885"/>
                <a:gd name="connsiteY7" fmla="*/ 92568 h 117465"/>
                <a:gd name="connsiteX8" fmla="*/ 148886 w 148885"/>
                <a:gd name="connsiteY8" fmla="*/ 58733 h 117465"/>
                <a:gd name="connsiteX9" fmla="*/ 117575 w 148885"/>
                <a:gd name="connsiteY9" fmla="*/ 19790 h 117465"/>
                <a:gd name="connsiteX10" fmla="*/ 112463 w 148885"/>
                <a:gd name="connsiteY10" fmla="*/ 17237 h 117465"/>
                <a:gd name="connsiteX11" fmla="*/ 74762 w 148885"/>
                <a:gd name="connsiteY11" fmla="*/ 0 h 117465"/>
                <a:gd name="connsiteX12" fmla="*/ 0 w 148885"/>
                <a:gd name="connsiteY12" fmla="*/ 59371 h 117465"/>
                <a:gd name="connsiteX13" fmla="*/ 0 w 148885"/>
                <a:gd name="connsiteY13" fmla="*/ 93206 h 117465"/>
                <a:gd name="connsiteX14" fmla="*/ 2556 w 148885"/>
                <a:gd name="connsiteY14" fmla="*/ 93206 h 117465"/>
                <a:gd name="connsiteX15" fmla="*/ 21726 w 148885"/>
                <a:gd name="connsiteY15" fmla="*/ 42773 h 117465"/>
                <a:gd name="connsiteX16" fmla="*/ 63899 w 148885"/>
                <a:gd name="connsiteY16" fmla="*/ 41496 h 117465"/>
                <a:gd name="connsiteX17" fmla="*/ 72845 w 148885"/>
                <a:gd name="connsiteY17" fmla="*/ 44049 h 117465"/>
                <a:gd name="connsiteX18" fmla="*/ 104795 w 148885"/>
                <a:gd name="connsiteY18" fmla="*/ 35750 h 117465"/>
                <a:gd name="connsiteX19" fmla="*/ 110546 w 148885"/>
                <a:gd name="connsiteY19" fmla="*/ 34473 h 117465"/>
                <a:gd name="connsiteX20" fmla="*/ 115019 w 148885"/>
                <a:gd name="connsiteY20" fmla="*/ 38304 h 117465"/>
                <a:gd name="connsiteX21" fmla="*/ 127160 w 148885"/>
                <a:gd name="connsiteY21" fmla="*/ 51710 h 117465"/>
                <a:gd name="connsiteX22" fmla="*/ 146969 w 148885"/>
                <a:gd name="connsiteY22" fmla="*/ 82353 h 117465"/>
                <a:gd name="connsiteX23" fmla="*/ 140579 w 148885"/>
                <a:gd name="connsiteY23" fmla="*/ 88737 h 117465"/>
                <a:gd name="connsiteX24" fmla="*/ 134189 w 148885"/>
                <a:gd name="connsiteY24" fmla="*/ 82353 h 117465"/>
                <a:gd name="connsiteX25" fmla="*/ 119492 w 148885"/>
                <a:gd name="connsiteY25" fmla="*/ 61286 h 117465"/>
                <a:gd name="connsiteX26" fmla="*/ 107351 w 148885"/>
                <a:gd name="connsiteY26" fmla="*/ 49157 h 117465"/>
                <a:gd name="connsiteX27" fmla="*/ 69650 w 148885"/>
                <a:gd name="connsiteY27" fmla="*/ 55541 h 117465"/>
                <a:gd name="connsiteX28" fmla="*/ 60066 w 148885"/>
                <a:gd name="connsiteY28" fmla="*/ 52987 h 117465"/>
                <a:gd name="connsiteX29" fmla="*/ 29394 w 148885"/>
                <a:gd name="connsiteY29" fmla="*/ 52349 h 117465"/>
                <a:gd name="connsiteX30" fmla="*/ 16614 w 148885"/>
                <a:gd name="connsiteY30" fmla="*/ 82992 h 117465"/>
                <a:gd name="connsiteX31" fmla="*/ 9585 w 148885"/>
                <a:gd name="connsiteY31" fmla="*/ 88737 h 117465"/>
                <a:gd name="connsiteX32" fmla="*/ 3834 w 148885"/>
                <a:gd name="connsiteY32" fmla="*/ 81715 h 117465"/>
                <a:gd name="connsiteX33" fmla="*/ 21726 w 148885"/>
                <a:gd name="connsiteY33" fmla="*/ 42773 h 11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48885" h="117465">
                  <a:moveTo>
                    <a:pt x="2556" y="92568"/>
                  </a:moveTo>
                  <a:lnTo>
                    <a:pt x="22365" y="117465"/>
                  </a:lnTo>
                  <a:cubicBezTo>
                    <a:pt x="28755" y="116827"/>
                    <a:pt x="37062" y="114912"/>
                    <a:pt x="44730" y="112996"/>
                  </a:cubicBezTo>
                  <a:cubicBezTo>
                    <a:pt x="54954" y="110443"/>
                    <a:pt x="65816" y="107889"/>
                    <a:pt x="74762" y="107889"/>
                  </a:cubicBezTo>
                  <a:cubicBezTo>
                    <a:pt x="83708" y="107889"/>
                    <a:pt x="94571" y="110443"/>
                    <a:pt x="104795" y="112996"/>
                  </a:cubicBezTo>
                  <a:cubicBezTo>
                    <a:pt x="113102" y="114912"/>
                    <a:pt x="120770" y="116827"/>
                    <a:pt x="127160" y="117465"/>
                  </a:cubicBezTo>
                  <a:lnTo>
                    <a:pt x="146969" y="92568"/>
                  </a:lnTo>
                  <a:lnTo>
                    <a:pt x="148886" y="92568"/>
                  </a:lnTo>
                  <a:lnTo>
                    <a:pt x="148886" y="58733"/>
                  </a:lnTo>
                  <a:cubicBezTo>
                    <a:pt x="148886" y="45326"/>
                    <a:pt x="142496" y="19790"/>
                    <a:pt x="117575" y="19790"/>
                  </a:cubicBezTo>
                  <a:cubicBezTo>
                    <a:pt x="115658" y="19790"/>
                    <a:pt x="113741" y="18514"/>
                    <a:pt x="112463" y="17237"/>
                  </a:cubicBezTo>
                  <a:cubicBezTo>
                    <a:pt x="103517" y="5107"/>
                    <a:pt x="92654" y="0"/>
                    <a:pt x="74762" y="0"/>
                  </a:cubicBezTo>
                  <a:cubicBezTo>
                    <a:pt x="35145" y="0"/>
                    <a:pt x="0" y="27451"/>
                    <a:pt x="0" y="59371"/>
                  </a:cubicBezTo>
                  <a:lnTo>
                    <a:pt x="0" y="93206"/>
                  </a:lnTo>
                  <a:lnTo>
                    <a:pt x="2556" y="93206"/>
                  </a:lnTo>
                  <a:close/>
                  <a:moveTo>
                    <a:pt x="21726" y="42773"/>
                  </a:moveTo>
                  <a:cubicBezTo>
                    <a:pt x="35784" y="33197"/>
                    <a:pt x="49842" y="37665"/>
                    <a:pt x="63899" y="41496"/>
                  </a:cubicBezTo>
                  <a:cubicBezTo>
                    <a:pt x="67094" y="42134"/>
                    <a:pt x="70289" y="43411"/>
                    <a:pt x="72845" y="44049"/>
                  </a:cubicBezTo>
                  <a:cubicBezTo>
                    <a:pt x="86903" y="47880"/>
                    <a:pt x="100322" y="40219"/>
                    <a:pt x="104795" y="35750"/>
                  </a:cubicBezTo>
                  <a:cubicBezTo>
                    <a:pt x="106073" y="34473"/>
                    <a:pt x="108629" y="33835"/>
                    <a:pt x="110546" y="34473"/>
                  </a:cubicBezTo>
                  <a:cubicBezTo>
                    <a:pt x="112463" y="35112"/>
                    <a:pt x="114380" y="36389"/>
                    <a:pt x="115019" y="38304"/>
                  </a:cubicBezTo>
                  <a:cubicBezTo>
                    <a:pt x="116936" y="42773"/>
                    <a:pt x="122048" y="47241"/>
                    <a:pt x="127160" y="51710"/>
                  </a:cubicBezTo>
                  <a:cubicBezTo>
                    <a:pt x="136106" y="58733"/>
                    <a:pt x="146969" y="67670"/>
                    <a:pt x="146969" y="82353"/>
                  </a:cubicBezTo>
                  <a:cubicBezTo>
                    <a:pt x="146969" y="86184"/>
                    <a:pt x="144413" y="88737"/>
                    <a:pt x="140579" y="88737"/>
                  </a:cubicBezTo>
                  <a:cubicBezTo>
                    <a:pt x="136745" y="88737"/>
                    <a:pt x="134189" y="86184"/>
                    <a:pt x="134189" y="82353"/>
                  </a:cubicBezTo>
                  <a:cubicBezTo>
                    <a:pt x="134189" y="73416"/>
                    <a:pt x="127160" y="67670"/>
                    <a:pt x="119492" y="61286"/>
                  </a:cubicBezTo>
                  <a:cubicBezTo>
                    <a:pt x="115019" y="57456"/>
                    <a:pt x="110546" y="53625"/>
                    <a:pt x="107351" y="49157"/>
                  </a:cubicBezTo>
                  <a:cubicBezTo>
                    <a:pt x="99044" y="54264"/>
                    <a:pt x="84986" y="60009"/>
                    <a:pt x="69650" y="55541"/>
                  </a:cubicBezTo>
                  <a:cubicBezTo>
                    <a:pt x="66456" y="54902"/>
                    <a:pt x="63261" y="53625"/>
                    <a:pt x="60066" y="52987"/>
                  </a:cubicBezTo>
                  <a:cubicBezTo>
                    <a:pt x="46647" y="48518"/>
                    <a:pt x="37701" y="46603"/>
                    <a:pt x="29394" y="52349"/>
                  </a:cubicBezTo>
                  <a:cubicBezTo>
                    <a:pt x="19809" y="58733"/>
                    <a:pt x="16614" y="76608"/>
                    <a:pt x="16614" y="82992"/>
                  </a:cubicBezTo>
                  <a:cubicBezTo>
                    <a:pt x="16614" y="86184"/>
                    <a:pt x="13419" y="89376"/>
                    <a:pt x="9585" y="88737"/>
                  </a:cubicBezTo>
                  <a:cubicBezTo>
                    <a:pt x="6390" y="88737"/>
                    <a:pt x="3195" y="85545"/>
                    <a:pt x="3834" y="81715"/>
                  </a:cubicBezTo>
                  <a:cubicBezTo>
                    <a:pt x="3195" y="81715"/>
                    <a:pt x="5751" y="54264"/>
                    <a:pt x="21726" y="42773"/>
                  </a:cubicBezTo>
                  <a:close/>
                </a:path>
              </a:pathLst>
            </a:custGeom>
            <a:solidFill>
              <a:srgbClr val="012169"/>
            </a:solidFill>
            <a:ln w="6390" cap="flat">
              <a:noFill/>
              <a:prstDash val="solid"/>
              <a:miter/>
            </a:ln>
          </p:spPr>
          <p:txBody>
            <a:bodyPr rtlCol="0" anchor="ctr"/>
            <a:lstStyle/>
            <a:p>
              <a:endParaRPr lang="en-US"/>
            </a:p>
          </p:txBody>
        </p:sp>
        <p:sp>
          <p:nvSpPr>
            <p:cNvPr id="489" name="Graphic 4">
              <a:extLst>
                <a:ext uri="{FF2B5EF4-FFF2-40B4-BE49-F238E27FC236}">
                  <a16:creationId xmlns:a16="http://schemas.microsoft.com/office/drawing/2014/main" id="{87DEE84A-06DA-8C4D-8083-1A32362A5B0C}"/>
                </a:ext>
              </a:extLst>
            </p:cNvPr>
            <p:cNvSpPr/>
            <p:nvPr/>
          </p:nvSpPr>
          <p:spPr>
            <a:xfrm>
              <a:off x="3241615" y="2070488"/>
              <a:ext cx="23003" cy="48518"/>
            </a:xfrm>
            <a:custGeom>
              <a:avLst/>
              <a:gdLst>
                <a:gd name="connsiteX0" fmla="*/ 16614 w 23003"/>
                <a:gd name="connsiteY0" fmla="*/ 0 h 48518"/>
                <a:gd name="connsiteX1" fmla="*/ 0 w 23003"/>
                <a:gd name="connsiteY1" fmla="*/ 21067 h 48518"/>
                <a:gd name="connsiteX2" fmla="*/ 0 w 23003"/>
                <a:gd name="connsiteY2" fmla="*/ 48518 h 48518"/>
                <a:gd name="connsiteX3" fmla="*/ 12141 w 23003"/>
                <a:gd name="connsiteY3" fmla="*/ 26174 h 48518"/>
                <a:gd name="connsiteX4" fmla="*/ 21087 w 23003"/>
                <a:gd name="connsiteY4" fmla="*/ 21067 h 48518"/>
                <a:gd name="connsiteX5" fmla="*/ 23004 w 23003"/>
                <a:gd name="connsiteY5" fmla="*/ 17875 h 48518"/>
                <a:gd name="connsiteX6" fmla="*/ 23004 w 23003"/>
                <a:gd name="connsiteY6" fmla="*/ 0 h 48518"/>
                <a:gd name="connsiteX7" fmla="*/ 16614 w 23003"/>
                <a:gd name="connsiteY7" fmla="*/ 0 h 4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03" h="48518">
                  <a:moveTo>
                    <a:pt x="16614" y="0"/>
                  </a:moveTo>
                  <a:lnTo>
                    <a:pt x="0" y="21067"/>
                  </a:lnTo>
                  <a:lnTo>
                    <a:pt x="0" y="48518"/>
                  </a:lnTo>
                  <a:lnTo>
                    <a:pt x="12141" y="26174"/>
                  </a:lnTo>
                  <a:lnTo>
                    <a:pt x="21087" y="21067"/>
                  </a:lnTo>
                  <a:cubicBezTo>
                    <a:pt x="22365" y="20429"/>
                    <a:pt x="23004" y="19152"/>
                    <a:pt x="23004" y="17875"/>
                  </a:cubicBezTo>
                  <a:lnTo>
                    <a:pt x="23004" y="0"/>
                  </a:lnTo>
                  <a:lnTo>
                    <a:pt x="16614" y="0"/>
                  </a:lnTo>
                  <a:close/>
                </a:path>
              </a:pathLst>
            </a:custGeom>
            <a:solidFill>
              <a:srgbClr val="012169"/>
            </a:solidFill>
            <a:ln w="6390" cap="flat">
              <a:noFill/>
              <a:prstDash val="solid"/>
              <a:miter/>
            </a:ln>
          </p:spPr>
          <p:txBody>
            <a:bodyPr rtlCol="0" anchor="ctr"/>
            <a:lstStyle/>
            <a:p>
              <a:endParaRPr lang="en-US"/>
            </a:p>
          </p:txBody>
        </p:sp>
        <p:sp>
          <p:nvSpPr>
            <p:cNvPr id="490" name="Graphic 4">
              <a:extLst>
                <a:ext uri="{FF2B5EF4-FFF2-40B4-BE49-F238E27FC236}">
                  <a16:creationId xmlns:a16="http://schemas.microsoft.com/office/drawing/2014/main" id="{0565FED4-12AF-564B-BC05-159FAB011A71}"/>
                </a:ext>
              </a:extLst>
            </p:cNvPr>
            <p:cNvSpPr/>
            <p:nvPr/>
          </p:nvSpPr>
          <p:spPr>
            <a:xfrm>
              <a:off x="2998797"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77962 w 361670"/>
                <a:gd name="connsiteY5" fmla="*/ 195350 h 361333"/>
                <a:gd name="connsiteX6" fmla="*/ 269655 w 361670"/>
                <a:gd name="connsiteY6" fmla="*/ 209395 h 361333"/>
                <a:gd name="connsiteX7" fmla="*/ 263905 w 361670"/>
                <a:gd name="connsiteY7" fmla="*/ 212587 h 361333"/>
                <a:gd name="connsiteX8" fmla="*/ 241540 w 361670"/>
                <a:gd name="connsiteY8" fmla="*/ 254083 h 361333"/>
                <a:gd name="connsiteX9" fmla="*/ 241540 w 361670"/>
                <a:gd name="connsiteY9" fmla="*/ 254083 h 361333"/>
                <a:gd name="connsiteX10" fmla="*/ 238984 w 361670"/>
                <a:gd name="connsiteY10" fmla="*/ 256636 h 361333"/>
                <a:gd name="connsiteX11" fmla="*/ 231955 w 361670"/>
                <a:gd name="connsiteY11" fmla="*/ 260467 h 361333"/>
                <a:gd name="connsiteX12" fmla="*/ 231955 w 361670"/>
                <a:gd name="connsiteY12" fmla="*/ 275788 h 361333"/>
                <a:gd name="connsiteX13" fmla="*/ 238984 w 361670"/>
                <a:gd name="connsiteY13" fmla="*/ 284087 h 361333"/>
                <a:gd name="connsiteX14" fmla="*/ 257515 w 361670"/>
                <a:gd name="connsiteY14" fmla="*/ 289833 h 361333"/>
                <a:gd name="connsiteX15" fmla="*/ 261349 w 361670"/>
                <a:gd name="connsiteY15" fmla="*/ 298132 h 361333"/>
                <a:gd name="connsiteX16" fmla="*/ 254959 w 361670"/>
                <a:gd name="connsiteY16" fmla="*/ 302601 h 361333"/>
                <a:gd name="connsiteX17" fmla="*/ 253042 w 361670"/>
                <a:gd name="connsiteY17" fmla="*/ 302601 h 361333"/>
                <a:gd name="connsiteX18" fmla="*/ 234511 w 361670"/>
                <a:gd name="connsiteY18" fmla="*/ 296855 h 361333"/>
                <a:gd name="connsiteX19" fmla="*/ 217897 w 361670"/>
                <a:gd name="connsiteY19" fmla="*/ 276427 h 361333"/>
                <a:gd name="connsiteX20" fmla="*/ 217897 w 361670"/>
                <a:gd name="connsiteY20" fmla="*/ 267489 h 361333"/>
                <a:gd name="connsiteX21" fmla="*/ 189142 w 361670"/>
                <a:gd name="connsiteY21" fmla="*/ 277703 h 361333"/>
                <a:gd name="connsiteX22" fmla="*/ 170611 w 361670"/>
                <a:gd name="connsiteY22" fmla="*/ 277703 h 361333"/>
                <a:gd name="connsiteX23" fmla="*/ 141857 w 361670"/>
                <a:gd name="connsiteY23" fmla="*/ 267489 h 361333"/>
                <a:gd name="connsiteX24" fmla="*/ 141857 w 361670"/>
                <a:gd name="connsiteY24" fmla="*/ 276427 h 361333"/>
                <a:gd name="connsiteX25" fmla="*/ 125243 w 361670"/>
                <a:gd name="connsiteY25" fmla="*/ 297494 h 361333"/>
                <a:gd name="connsiteX26" fmla="*/ 107351 w 361670"/>
                <a:gd name="connsiteY26" fmla="*/ 303239 h 361333"/>
                <a:gd name="connsiteX27" fmla="*/ 105434 w 361670"/>
                <a:gd name="connsiteY27" fmla="*/ 303239 h 361333"/>
                <a:gd name="connsiteX28" fmla="*/ 99044 w 361670"/>
                <a:gd name="connsiteY28" fmla="*/ 298771 h 361333"/>
                <a:gd name="connsiteX29" fmla="*/ 102878 w 361670"/>
                <a:gd name="connsiteY29" fmla="*/ 290471 h 361333"/>
                <a:gd name="connsiteX30" fmla="*/ 121409 w 361670"/>
                <a:gd name="connsiteY30" fmla="*/ 284726 h 361333"/>
                <a:gd name="connsiteX31" fmla="*/ 129077 w 361670"/>
                <a:gd name="connsiteY31" fmla="*/ 276427 h 361333"/>
                <a:gd name="connsiteX32" fmla="*/ 129077 w 361670"/>
                <a:gd name="connsiteY32" fmla="*/ 261105 h 361333"/>
                <a:gd name="connsiteX33" fmla="*/ 122048 w 361670"/>
                <a:gd name="connsiteY33" fmla="*/ 257275 h 361333"/>
                <a:gd name="connsiteX34" fmla="*/ 119492 w 361670"/>
                <a:gd name="connsiteY34" fmla="*/ 254721 h 361333"/>
                <a:gd name="connsiteX35" fmla="*/ 119492 w 361670"/>
                <a:gd name="connsiteY35" fmla="*/ 254721 h 361333"/>
                <a:gd name="connsiteX36" fmla="*/ 97127 w 361670"/>
                <a:gd name="connsiteY36" fmla="*/ 213225 h 361333"/>
                <a:gd name="connsiteX37" fmla="*/ 91376 w 361670"/>
                <a:gd name="connsiteY37" fmla="*/ 210033 h 361333"/>
                <a:gd name="connsiteX38" fmla="*/ 83069 w 361670"/>
                <a:gd name="connsiteY38" fmla="*/ 195988 h 361333"/>
                <a:gd name="connsiteX39" fmla="*/ 83069 w 361670"/>
                <a:gd name="connsiteY39" fmla="*/ 176836 h 361333"/>
                <a:gd name="connsiteX40" fmla="*/ 93293 w 361670"/>
                <a:gd name="connsiteY40" fmla="*/ 165345 h 361333"/>
                <a:gd name="connsiteX41" fmla="*/ 93293 w 361670"/>
                <a:gd name="connsiteY41" fmla="*/ 130872 h 361333"/>
                <a:gd name="connsiteX42" fmla="*/ 180835 w 361670"/>
                <a:gd name="connsiteY42" fmla="*/ 58733 h 361333"/>
                <a:gd name="connsiteX43" fmla="*/ 227482 w 361670"/>
                <a:gd name="connsiteY43" fmla="*/ 79161 h 361333"/>
                <a:gd name="connsiteX44" fmla="*/ 268377 w 361670"/>
                <a:gd name="connsiteY44" fmla="*/ 130872 h 361333"/>
                <a:gd name="connsiteX45" fmla="*/ 268377 w 361670"/>
                <a:gd name="connsiteY45" fmla="*/ 165345 h 361333"/>
                <a:gd name="connsiteX46" fmla="*/ 278602 w 361670"/>
                <a:gd name="connsiteY46" fmla="*/ 176836 h 361333"/>
                <a:gd name="connsiteX47" fmla="*/ 278602 w 361670"/>
                <a:gd name="connsiteY47" fmla="*/ 19535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1" y="280257"/>
                    <a:pt x="361671" y="180667"/>
                  </a:cubicBezTo>
                  <a:cubicBezTo>
                    <a:pt x="361671" y="81077"/>
                    <a:pt x="281157" y="0"/>
                    <a:pt x="180835" y="0"/>
                  </a:cubicBezTo>
                  <a:close/>
                  <a:moveTo>
                    <a:pt x="277962" y="195350"/>
                  </a:moveTo>
                  <a:cubicBezTo>
                    <a:pt x="277962" y="201095"/>
                    <a:pt x="274767" y="206841"/>
                    <a:pt x="269655" y="209395"/>
                  </a:cubicBezTo>
                  <a:lnTo>
                    <a:pt x="263905" y="212587"/>
                  </a:lnTo>
                  <a:lnTo>
                    <a:pt x="241540" y="254083"/>
                  </a:lnTo>
                  <a:lnTo>
                    <a:pt x="241540" y="254083"/>
                  </a:lnTo>
                  <a:cubicBezTo>
                    <a:pt x="240901" y="255359"/>
                    <a:pt x="240262" y="255998"/>
                    <a:pt x="238984" y="256636"/>
                  </a:cubicBezTo>
                  <a:cubicBezTo>
                    <a:pt x="237067" y="257275"/>
                    <a:pt x="235150" y="259190"/>
                    <a:pt x="231955" y="260467"/>
                  </a:cubicBezTo>
                  <a:lnTo>
                    <a:pt x="231955" y="275788"/>
                  </a:lnTo>
                  <a:cubicBezTo>
                    <a:pt x="231955" y="279619"/>
                    <a:pt x="235150" y="283449"/>
                    <a:pt x="238984" y="284087"/>
                  </a:cubicBezTo>
                  <a:lnTo>
                    <a:pt x="257515" y="289833"/>
                  </a:lnTo>
                  <a:cubicBezTo>
                    <a:pt x="260710" y="291110"/>
                    <a:pt x="262626" y="294302"/>
                    <a:pt x="261349" y="298132"/>
                  </a:cubicBezTo>
                  <a:cubicBezTo>
                    <a:pt x="260710" y="300686"/>
                    <a:pt x="258154" y="302601"/>
                    <a:pt x="254959" y="302601"/>
                  </a:cubicBezTo>
                  <a:cubicBezTo>
                    <a:pt x="254320" y="302601"/>
                    <a:pt x="253681" y="302601"/>
                    <a:pt x="253042" y="302601"/>
                  </a:cubicBezTo>
                  <a:lnTo>
                    <a:pt x="234511" y="296855"/>
                  </a:lnTo>
                  <a:cubicBezTo>
                    <a:pt x="224926" y="294302"/>
                    <a:pt x="217897" y="286003"/>
                    <a:pt x="217897" y="276427"/>
                  </a:cubicBezTo>
                  <a:lnTo>
                    <a:pt x="217897" y="267489"/>
                  </a:lnTo>
                  <a:cubicBezTo>
                    <a:pt x="207034" y="272596"/>
                    <a:pt x="194893" y="277703"/>
                    <a:pt x="189142" y="277703"/>
                  </a:cubicBezTo>
                  <a:lnTo>
                    <a:pt x="170611" y="277703"/>
                  </a:lnTo>
                  <a:cubicBezTo>
                    <a:pt x="164221" y="277703"/>
                    <a:pt x="152720" y="272596"/>
                    <a:pt x="141857" y="267489"/>
                  </a:cubicBezTo>
                  <a:lnTo>
                    <a:pt x="141857" y="276427"/>
                  </a:lnTo>
                  <a:cubicBezTo>
                    <a:pt x="141857" y="286003"/>
                    <a:pt x="134828" y="294940"/>
                    <a:pt x="125243" y="297494"/>
                  </a:cubicBezTo>
                  <a:lnTo>
                    <a:pt x="107351" y="303239"/>
                  </a:lnTo>
                  <a:cubicBezTo>
                    <a:pt x="106712" y="303239"/>
                    <a:pt x="106073" y="303239"/>
                    <a:pt x="105434" y="303239"/>
                  </a:cubicBezTo>
                  <a:cubicBezTo>
                    <a:pt x="102878" y="303239"/>
                    <a:pt x="100322" y="301324"/>
                    <a:pt x="99044" y="298771"/>
                  </a:cubicBezTo>
                  <a:cubicBezTo>
                    <a:pt x="97766" y="295579"/>
                    <a:pt x="99683" y="291748"/>
                    <a:pt x="102878" y="290471"/>
                  </a:cubicBezTo>
                  <a:lnTo>
                    <a:pt x="121409" y="284726"/>
                  </a:lnTo>
                  <a:cubicBezTo>
                    <a:pt x="125882" y="283449"/>
                    <a:pt x="129077" y="280257"/>
                    <a:pt x="129077" y="276427"/>
                  </a:cubicBezTo>
                  <a:lnTo>
                    <a:pt x="129077" y="261105"/>
                  </a:lnTo>
                  <a:cubicBezTo>
                    <a:pt x="126521" y="259828"/>
                    <a:pt x="123965" y="257913"/>
                    <a:pt x="122048" y="257275"/>
                  </a:cubicBezTo>
                  <a:cubicBezTo>
                    <a:pt x="120770" y="256636"/>
                    <a:pt x="120131" y="255998"/>
                    <a:pt x="119492" y="254721"/>
                  </a:cubicBezTo>
                  <a:lnTo>
                    <a:pt x="119492" y="254721"/>
                  </a:lnTo>
                  <a:lnTo>
                    <a:pt x="97127" y="213225"/>
                  </a:lnTo>
                  <a:lnTo>
                    <a:pt x="91376" y="210033"/>
                  </a:lnTo>
                  <a:cubicBezTo>
                    <a:pt x="86264" y="206841"/>
                    <a:pt x="83069" y="201734"/>
                    <a:pt x="83069" y="195988"/>
                  </a:cubicBezTo>
                  <a:lnTo>
                    <a:pt x="83069" y="176836"/>
                  </a:lnTo>
                  <a:cubicBezTo>
                    <a:pt x="83069" y="171091"/>
                    <a:pt x="87542" y="165984"/>
                    <a:pt x="93293" y="165345"/>
                  </a:cubicBezTo>
                  <a:lnTo>
                    <a:pt x="93293" y="130872"/>
                  </a:lnTo>
                  <a:cubicBezTo>
                    <a:pt x="93293" y="92568"/>
                    <a:pt x="134189" y="58733"/>
                    <a:pt x="180835" y="58733"/>
                  </a:cubicBezTo>
                  <a:cubicBezTo>
                    <a:pt x="201283" y="58733"/>
                    <a:pt x="216619" y="65117"/>
                    <a:pt x="227482" y="79161"/>
                  </a:cubicBezTo>
                  <a:cubicBezTo>
                    <a:pt x="254320" y="81077"/>
                    <a:pt x="268377" y="105974"/>
                    <a:pt x="268377" y="130872"/>
                  </a:cubicBezTo>
                  <a:lnTo>
                    <a:pt x="268377" y="165345"/>
                  </a:lnTo>
                  <a:cubicBezTo>
                    <a:pt x="274128" y="165984"/>
                    <a:pt x="278602" y="171091"/>
                    <a:pt x="278602" y="176836"/>
                  </a:cubicBezTo>
                  <a:lnTo>
                    <a:pt x="278602" y="195350"/>
                  </a:lnTo>
                  <a:close/>
                </a:path>
              </a:pathLst>
            </a:custGeom>
            <a:solidFill>
              <a:srgbClr val="012169"/>
            </a:solidFill>
            <a:ln w="6390" cap="flat">
              <a:noFill/>
              <a:prstDash val="solid"/>
              <a:miter/>
            </a:ln>
          </p:spPr>
          <p:txBody>
            <a:bodyPr rtlCol="0" anchor="ctr"/>
            <a:lstStyle/>
            <a:p>
              <a:endParaRPr lang="en-US"/>
            </a:p>
          </p:txBody>
        </p:sp>
      </p:grpSp>
      <p:grpSp>
        <p:nvGrpSpPr>
          <p:cNvPr id="491" name="Graphic 4">
            <a:extLst>
              <a:ext uri="{FF2B5EF4-FFF2-40B4-BE49-F238E27FC236}">
                <a16:creationId xmlns:a16="http://schemas.microsoft.com/office/drawing/2014/main" id="{92869BB1-2158-1C4B-A1EA-2401A9DA5E7F}"/>
              </a:ext>
            </a:extLst>
          </p:cNvPr>
          <p:cNvGrpSpPr/>
          <p:nvPr/>
        </p:nvGrpSpPr>
        <p:grpSpPr>
          <a:xfrm>
            <a:off x="467743" y="4792617"/>
            <a:ext cx="361670" cy="361333"/>
            <a:chOff x="467743" y="4792617"/>
            <a:chExt cx="361670" cy="361333"/>
          </a:xfrm>
          <a:solidFill>
            <a:srgbClr val="012169"/>
          </a:solidFill>
        </p:grpSpPr>
        <p:sp>
          <p:nvSpPr>
            <p:cNvPr id="492" name="Graphic 4">
              <a:extLst>
                <a:ext uri="{FF2B5EF4-FFF2-40B4-BE49-F238E27FC236}">
                  <a16:creationId xmlns:a16="http://schemas.microsoft.com/office/drawing/2014/main" id="{694CAC41-953E-104B-BB2D-93CCAED5F4A0}"/>
                </a:ext>
              </a:extLst>
            </p:cNvPr>
            <p:cNvSpPr/>
            <p:nvPr/>
          </p:nvSpPr>
          <p:spPr>
            <a:xfrm>
              <a:off x="467743"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4"/>
                    <a:pt x="180835" y="361334"/>
                  </a:cubicBezTo>
                  <a:cubicBezTo>
                    <a:pt x="280518" y="361334"/>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493" name="Graphic 4">
              <a:extLst>
                <a:ext uri="{FF2B5EF4-FFF2-40B4-BE49-F238E27FC236}">
                  <a16:creationId xmlns:a16="http://schemas.microsoft.com/office/drawing/2014/main" id="{ABAD82D5-0325-9E4D-8E60-F42D31BFBB48}"/>
                </a:ext>
              </a:extLst>
            </p:cNvPr>
            <p:cNvSpPr/>
            <p:nvPr/>
          </p:nvSpPr>
          <p:spPr>
            <a:xfrm>
              <a:off x="557841" y="4851350"/>
              <a:ext cx="181474" cy="238761"/>
            </a:xfrm>
            <a:custGeom>
              <a:avLst/>
              <a:gdLst>
                <a:gd name="connsiteX0" fmla="*/ 90737 w 181474"/>
                <a:gd name="connsiteY0" fmla="*/ 0 h 238761"/>
                <a:gd name="connsiteX1" fmla="*/ 0 w 181474"/>
                <a:gd name="connsiteY1" fmla="*/ 80438 h 238761"/>
                <a:gd name="connsiteX2" fmla="*/ 639 w 181474"/>
                <a:gd name="connsiteY2" fmla="*/ 238761 h 238761"/>
                <a:gd name="connsiteX3" fmla="*/ 13419 w 181474"/>
                <a:gd name="connsiteY3" fmla="*/ 238761 h 238761"/>
                <a:gd name="connsiteX4" fmla="*/ 12780 w 181474"/>
                <a:gd name="connsiteY4" fmla="*/ 80438 h 238761"/>
                <a:gd name="connsiteX5" fmla="*/ 90737 w 181474"/>
                <a:gd name="connsiteY5" fmla="*/ 12768 h 238761"/>
                <a:gd name="connsiteX6" fmla="*/ 168694 w 181474"/>
                <a:gd name="connsiteY6" fmla="*/ 80438 h 238761"/>
                <a:gd name="connsiteX7" fmla="*/ 168694 w 181474"/>
                <a:gd name="connsiteY7" fmla="*/ 238761 h 238761"/>
                <a:gd name="connsiteX8" fmla="*/ 181474 w 181474"/>
                <a:gd name="connsiteY8" fmla="*/ 238761 h 238761"/>
                <a:gd name="connsiteX9" fmla="*/ 181474 w 181474"/>
                <a:gd name="connsiteY9" fmla="*/ 80438 h 238761"/>
                <a:gd name="connsiteX10" fmla="*/ 90737 w 181474"/>
                <a:gd name="connsiteY10" fmla="*/ 0 h 23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474" h="238761">
                  <a:moveTo>
                    <a:pt x="90737" y="0"/>
                  </a:moveTo>
                  <a:cubicBezTo>
                    <a:pt x="40896" y="0"/>
                    <a:pt x="0" y="36389"/>
                    <a:pt x="0" y="80438"/>
                  </a:cubicBezTo>
                  <a:lnTo>
                    <a:pt x="639" y="238761"/>
                  </a:lnTo>
                  <a:lnTo>
                    <a:pt x="13419" y="238761"/>
                  </a:lnTo>
                  <a:lnTo>
                    <a:pt x="12780" y="80438"/>
                  </a:lnTo>
                  <a:cubicBezTo>
                    <a:pt x="12780" y="42773"/>
                    <a:pt x="47925" y="12768"/>
                    <a:pt x="90737" y="12768"/>
                  </a:cubicBezTo>
                  <a:cubicBezTo>
                    <a:pt x="133550" y="12768"/>
                    <a:pt x="168694" y="43411"/>
                    <a:pt x="168694" y="80438"/>
                  </a:cubicBezTo>
                  <a:lnTo>
                    <a:pt x="168694" y="238761"/>
                  </a:lnTo>
                  <a:lnTo>
                    <a:pt x="181474" y="238761"/>
                  </a:lnTo>
                  <a:lnTo>
                    <a:pt x="181474" y="80438"/>
                  </a:lnTo>
                  <a:cubicBezTo>
                    <a:pt x="181474" y="35751"/>
                    <a:pt x="140579" y="0"/>
                    <a:pt x="90737" y="0"/>
                  </a:cubicBezTo>
                  <a:close/>
                </a:path>
              </a:pathLst>
            </a:custGeom>
            <a:solidFill>
              <a:srgbClr val="012169"/>
            </a:solidFill>
            <a:ln w="6390" cap="flat">
              <a:noFill/>
              <a:prstDash val="solid"/>
              <a:miter/>
            </a:ln>
          </p:spPr>
          <p:txBody>
            <a:bodyPr rtlCol="0" anchor="ctr"/>
            <a:lstStyle/>
            <a:p>
              <a:endParaRPr lang="en-US"/>
            </a:p>
          </p:txBody>
        </p:sp>
        <p:sp>
          <p:nvSpPr>
            <p:cNvPr id="494" name="Graphic 4">
              <a:extLst>
                <a:ext uri="{FF2B5EF4-FFF2-40B4-BE49-F238E27FC236}">
                  <a16:creationId xmlns:a16="http://schemas.microsoft.com/office/drawing/2014/main" id="{35F68A81-EFF4-0343-BDF4-9573C6DEAC6D}"/>
                </a:ext>
              </a:extLst>
            </p:cNvPr>
            <p:cNvSpPr/>
            <p:nvPr/>
          </p:nvSpPr>
          <p:spPr>
            <a:xfrm>
              <a:off x="587874" y="4887101"/>
              <a:ext cx="127159" cy="81076"/>
            </a:xfrm>
            <a:custGeom>
              <a:avLst/>
              <a:gdLst>
                <a:gd name="connsiteX0" fmla="*/ 0 w 127159"/>
                <a:gd name="connsiteY0" fmla="*/ 59371 h 81076"/>
                <a:gd name="connsiteX1" fmla="*/ 0 w 127159"/>
                <a:gd name="connsiteY1" fmla="*/ 74054 h 81076"/>
                <a:gd name="connsiteX2" fmla="*/ 6390 w 127159"/>
                <a:gd name="connsiteY2" fmla="*/ 80438 h 81076"/>
                <a:gd name="connsiteX3" fmla="*/ 12780 w 127159"/>
                <a:gd name="connsiteY3" fmla="*/ 74054 h 81076"/>
                <a:gd name="connsiteX4" fmla="*/ 12780 w 127159"/>
                <a:gd name="connsiteY4" fmla="*/ 59371 h 81076"/>
                <a:gd name="connsiteX5" fmla="*/ 33228 w 127159"/>
                <a:gd name="connsiteY5" fmla="*/ 31920 h 81076"/>
                <a:gd name="connsiteX6" fmla="*/ 34506 w 127159"/>
                <a:gd name="connsiteY6" fmla="*/ 30643 h 81076"/>
                <a:gd name="connsiteX7" fmla="*/ 72845 w 127159"/>
                <a:gd name="connsiteY7" fmla="*/ 44688 h 81076"/>
                <a:gd name="connsiteX8" fmla="*/ 114380 w 127159"/>
                <a:gd name="connsiteY8" fmla="*/ 62563 h 81076"/>
                <a:gd name="connsiteX9" fmla="*/ 114380 w 127159"/>
                <a:gd name="connsiteY9" fmla="*/ 74692 h 81076"/>
                <a:gd name="connsiteX10" fmla="*/ 120770 w 127159"/>
                <a:gd name="connsiteY10" fmla="*/ 81076 h 81076"/>
                <a:gd name="connsiteX11" fmla="*/ 127160 w 127159"/>
                <a:gd name="connsiteY11" fmla="*/ 74692 h 81076"/>
                <a:gd name="connsiteX12" fmla="*/ 127160 w 127159"/>
                <a:gd name="connsiteY12" fmla="*/ 57456 h 81076"/>
                <a:gd name="connsiteX13" fmla="*/ 125243 w 127159"/>
                <a:gd name="connsiteY13" fmla="*/ 55540 h 81076"/>
                <a:gd name="connsiteX14" fmla="*/ 73484 w 127159"/>
                <a:gd name="connsiteY14" fmla="*/ 32558 h 81076"/>
                <a:gd name="connsiteX15" fmla="*/ 36423 w 127159"/>
                <a:gd name="connsiteY15" fmla="*/ 6384 h 81076"/>
                <a:gd name="connsiteX16" fmla="*/ 30033 w 127159"/>
                <a:gd name="connsiteY16" fmla="*/ 0 h 81076"/>
                <a:gd name="connsiteX17" fmla="*/ 23643 w 127159"/>
                <a:gd name="connsiteY17" fmla="*/ 6384 h 81076"/>
                <a:gd name="connsiteX18" fmla="*/ 26838 w 127159"/>
                <a:gd name="connsiteY18" fmla="*/ 21067 h 81076"/>
                <a:gd name="connsiteX19" fmla="*/ 25560 w 127159"/>
                <a:gd name="connsiteY19" fmla="*/ 22344 h 81076"/>
                <a:gd name="connsiteX20" fmla="*/ 0 w 127159"/>
                <a:gd name="connsiteY20" fmla="*/ 59371 h 81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7159" h="81076">
                  <a:moveTo>
                    <a:pt x="0" y="59371"/>
                  </a:moveTo>
                  <a:lnTo>
                    <a:pt x="0" y="74054"/>
                  </a:lnTo>
                  <a:cubicBezTo>
                    <a:pt x="0" y="77884"/>
                    <a:pt x="2556" y="80438"/>
                    <a:pt x="6390" y="80438"/>
                  </a:cubicBezTo>
                  <a:cubicBezTo>
                    <a:pt x="10224" y="80438"/>
                    <a:pt x="12780" y="77884"/>
                    <a:pt x="12780" y="74054"/>
                  </a:cubicBezTo>
                  <a:lnTo>
                    <a:pt x="12780" y="59371"/>
                  </a:lnTo>
                  <a:cubicBezTo>
                    <a:pt x="12780" y="47880"/>
                    <a:pt x="24921" y="38304"/>
                    <a:pt x="33228" y="31920"/>
                  </a:cubicBezTo>
                  <a:cubicBezTo>
                    <a:pt x="33867" y="31281"/>
                    <a:pt x="33867" y="31281"/>
                    <a:pt x="34506" y="30643"/>
                  </a:cubicBezTo>
                  <a:cubicBezTo>
                    <a:pt x="42813" y="38304"/>
                    <a:pt x="56231" y="43411"/>
                    <a:pt x="72845" y="44688"/>
                  </a:cubicBezTo>
                  <a:cubicBezTo>
                    <a:pt x="92654" y="45964"/>
                    <a:pt x="108629" y="58094"/>
                    <a:pt x="114380" y="62563"/>
                  </a:cubicBezTo>
                  <a:lnTo>
                    <a:pt x="114380" y="74692"/>
                  </a:lnTo>
                  <a:cubicBezTo>
                    <a:pt x="114380" y="78523"/>
                    <a:pt x="116936" y="81076"/>
                    <a:pt x="120770" y="81076"/>
                  </a:cubicBezTo>
                  <a:cubicBezTo>
                    <a:pt x="124604" y="81076"/>
                    <a:pt x="127160" y="78523"/>
                    <a:pt x="127160" y="74692"/>
                  </a:cubicBezTo>
                  <a:lnTo>
                    <a:pt x="127160" y="57456"/>
                  </a:lnTo>
                  <a:lnTo>
                    <a:pt x="125243" y="55540"/>
                  </a:lnTo>
                  <a:cubicBezTo>
                    <a:pt x="124604" y="54902"/>
                    <a:pt x="103517" y="33835"/>
                    <a:pt x="73484" y="32558"/>
                  </a:cubicBezTo>
                  <a:cubicBezTo>
                    <a:pt x="50481" y="31281"/>
                    <a:pt x="36423" y="21067"/>
                    <a:pt x="36423" y="6384"/>
                  </a:cubicBezTo>
                  <a:cubicBezTo>
                    <a:pt x="36423" y="2553"/>
                    <a:pt x="33867" y="0"/>
                    <a:pt x="30033" y="0"/>
                  </a:cubicBezTo>
                  <a:cubicBezTo>
                    <a:pt x="26199" y="0"/>
                    <a:pt x="23643" y="2553"/>
                    <a:pt x="23643" y="6384"/>
                  </a:cubicBezTo>
                  <a:cubicBezTo>
                    <a:pt x="23643" y="11491"/>
                    <a:pt x="24921" y="16598"/>
                    <a:pt x="26838" y="21067"/>
                  </a:cubicBezTo>
                  <a:cubicBezTo>
                    <a:pt x="26199" y="21705"/>
                    <a:pt x="26199" y="21705"/>
                    <a:pt x="25560" y="22344"/>
                  </a:cubicBezTo>
                  <a:cubicBezTo>
                    <a:pt x="14697" y="30004"/>
                    <a:pt x="0" y="42134"/>
                    <a:pt x="0" y="59371"/>
                  </a:cubicBezTo>
                  <a:close/>
                </a:path>
              </a:pathLst>
            </a:custGeom>
            <a:solidFill>
              <a:srgbClr val="012169"/>
            </a:solidFill>
            <a:ln w="6390" cap="flat">
              <a:noFill/>
              <a:prstDash val="solid"/>
              <a:miter/>
            </a:ln>
          </p:spPr>
          <p:txBody>
            <a:bodyPr rtlCol="0" anchor="ctr"/>
            <a:lstStyle/>
            <a:p>
              <a:endParaRPr lang="en-US"/>
            </a:p>
          </p:txBody>
        </p:sp>
        <p:sp>
          <p:nvSpPr>
            <p:cNvPr id="495" name="Graphic 4">
              <a:extLst>
                <a:ext uri="{FF2B5EF4-FFF2-40B4-BE49-F238E27FC236}">
                  <a16:creationId xmlns:a16="http://schemas.microsoft.com/office/drawing/2014/main" id="{6323AFD8-16FC-AC49-A6C3-AF3838936C18}"/>
                </a:ext>
              </a:extLst>
            </p:cNvPr>
            <p:cNvSpPr/>
            <p:nvPr/>
          </p:nvSpPr>
          <p:spPr>
            <a:xfrm>
              <a:off x="572687" y="4964985"/>
              <a:ext cx="153059" cy="127679"/>
            </a:xfrm>
            <a:custGeom>
              <a:avLst/>
              <a:gdLst>
                <a:gd name="connsiteX0" fmla="*/ 149375 w 153059"/>
                <a:gd name="connsiteY0" fmla="*/ 12130 h 127679"/>
                <a:gd name="connsiteX1" fmla="*/ 152570 w 153059"/>
                <a:gd name="connsiteY1" fmla="*/ 3831 h 127679"/>
                <a:gd name="connsiteX2" fmla="*/ 144263 w 153059"/>
                <a:gd name="connsiteY2" fmla="*/ 639 h 127679"/>
                <a:gd name="connsiteX3" fmla="*/ 124455 w 153059"/>
                <a:gd name="connsiteY3" fmla="*/ 9576 h 127679"/>
                <a:gd name="connsiteX4" fmla="*/ 103368 w 153059"/>
                <a:gd name="connsiteY4" fmla="*/ 5107 h 127679"/>
                <a:gd name="connsiteX5" fmla="*/ 76530 w 153059"/>
                <a:gd name="connsiteY5" fmla="*/ 0 h 127679"/>
                <a:gd name="connsiteX6" fmla="*/ 49692 w 153059"/>
                <a:gd name="connsiteY6" fmla="*/ 5107 h 127679"/>
                <a:gd name="connsiteX7" fmla="*/ 28605 w 153059"/>
                <a:gd name="connsiteY7" fmla="*/ 9576 h 127679"/>
                <a:gd name="connsiteX8" fmla="*/ 8797 w 153059"/>
                <a:gd name="connsiteY8" fmla="*/ 639 h 127679"/>
                <a:gd name="connsiteX9" fmla="*/ 490 w 153059"/>
                <a:gd name="connsiteY9" fmla="*/ 3831 h 127679"/>
                <a:gd name="connsiteX10" fmla="*/ 3685 w 153059"/>
                <a:gd name="connsiteY10" fmla="*/ 12130 h 127679"/>
                <a:gd name="connsiteX11" fmla="*/ 20938 w 153059"/>
                <a:gd name="connsiteY11" fmla="*/ 20429 h 127679"/>
                <a:gd name="connsiteX12" fmla="*/ 20938 w 153059"/>
                <a:gd name="connsiteY12" fmla="*/ 52349 h 127679"/>
                <a:gd name="connsiteX13" fmla="*/ 11353 w 153059"/>
                <a:gd name="connsiteY13" fmla="*/ 44688 h 127679"/>
                <a:gd name="connsiteX14" fmla="*/ 2407 w 153059"/>
                <a:gd name="connsiteY14" fmla="*/ 45327 h 127679"/>
                <a:gd name="connsiteX15" fmla="*/ 3046 w 153059"/>
                <a:gd name="connsiteY15" fmla="*/ 54264 h 127679"/>
                <a:gd name="connsiteX16" fmla="*/ 22855 w 153059"/>
                <a:gd name="connsiteY16" fmla="*/ 70862 h 127679"/>
                <a:gd name="connsiteX17" fmla="*/ 22855 w 153059"/>
                <a:gd name="connsiteY17" fmla="*/ 70862 h 127679"/>
                <a:gd name="connsiteX18" fmla="*/ 23494 w 153059"/>
                <a:gd name="connsiteY18" fmla="*/ 71501 h 127679"/>
                <a:gd name="connsiteX19" fmla="*/ 40107 w 153059"/>
                <a:gd name="connsiteY19" fmla="*/ 81715 h 127679"/>
                <a:gd name="connsiteX20" fmla="*/ 40107 w 153059"/>
                <a:gd name="connsiteY20" fmla="*/ 100867 h 127679"/>
                <a:gd name="connsiteX21" fmla="*/ 32439 w 153059"/>
                <a:gd name="connsiteY21" fmla="*/ 109166 h 127679"/>
                <a:gd name="connsiteX22" fmla="*/ 14548 w 153059"/>
                <a:gd name="connsiteY22" fmla="*/ 114912 h 127679"/>
                <a:gd name="connsiteX23" fmla="*/ 10714 w 153059"/>
                <a:gd name="connsiteY23" fmla="*/ 123211 h 127679"/>
                <a:gd name="connsiteX24" fmla="*/ 17104 w 153059"/>
                <a:gd name="connsiteY24" fmla="*/ 127680 h 127679"/>
                <a:gd name="connsiteX25" fmla="*/ 19021 w 153059"/>
                <a:gd name="connsiteY25" fmla="*/ 127680 h 127679"/>
                <a:gd name="connsiteX26" fmla="*/ 36273 w 153059"/>
                <a:gd name="connsiteY26" fmla="*/ 121934 h 127679"/>
                <a:gd name="connsiteX27" fmla="*/ 52887 w 153059"/>
                <a:gd name="connsiteY27" fmla="*/ 101505 h 127679"/>
                <a:gd name="connsiteX28" fmla="*/ 52887 w 153059"/>
                <a:gd name="connsiteY28" fmla="*/ 88738 h 127679"/>
                <a:gd name="connsiteX29" fmla="*/ 66945 w 153059"/>
                <a:gd name="connsiteY29" fmla="*/ 93206 h 127679"/>
                <a:gd name="connsiteX30" fmla="*/ 84837 w 153059"/>
                <a:gd name="connsiteY30" fmla="*/ 93206 h 127679"/>
                <a:gd name="connsiteX31" fmla="*/ 98895 w 153059"/>
                <a:gd name="connsiteY31" fmla="*/ 88738 h 127679"/>
                <a:gd name="connsiteX32" fmla="*/ 98895 w 153059"/>
                <a:gd name="connsiteY32" fmla="*/ 101505 h 127679"/>
                <a:gd name="connsiteX33" fmla="*/ 114870 w 153059"/>
                <a:gd name="connsiteY33" fmla="*/ 121934 h 127679"/>
                <a:gd name="connsiteX34" fmla="*/ 132761 w 153059"/>
                <a:gd name="connsiteY34" fmla="*/ 127680 h 127679"/>
                <a:gd name="connsiteX35" fmla="*/ 134678 w 153059"/>
                <a:gd name="connsiteY35" fmla="*/ 127680 h 127679"/>
                <a:gd name="connsiteX36" fmla="*/ 141068 w 153059"/>
                <a:gd name="connsiteY36" fmla="*/ 123211 h 127679"/>
                <a:gd name="connsiteX37" fmla="*/ 137234 w 153059"/>
                <a:gd name="connsiteY37" fmla="*/ 114912 h 127679"/>
                <a:gd name="connsiteX38" fmla="*/ 118704 w 153059"/>
                <a:gd name="connsiteY38" fmla="*/ 109166 h 127679"/>
                <a:gd name="connsiteX39" fmla="*/ 111675 w 153059"/>
                <a:gd name="connsiteY39" fmla="*/ 100867 h 127679"/>
                <a:gd name="connsiteX40" fmla="*/ 111675 w 153059"/>
                <a:gd name="connsiteY40" fmla="*/ 81715 h 127679"/>
                <a:gd name="connsiteX41" fmla="*/ 128288 w 153059"/>
                <a:gd name="connsiteY41" fmla="*/ 71501 h 127679"/>
                <a:gd name="connsiteX42" fmla="*/ 128927 w 153059"/>
                <a:gd name="connsiteY42" fmla="*/ 70862 h 127679"/>
                <a:gd name="connsiteX43" fmla="*/ 128927 w 153059"/>
                <a:gd name="connsiteY43" fmla="*/ 70862 h 127679"/>
                <a:gd name="connsiteX44" fmla="*/ 148736 w 153059"/>
                <a:gd name="connsiteY44" fmla="*/ 54264 h 127679"/>
                <a:gd name="connsiteX45" fmla="*/ 149375 w 153059"/>
                <a:gd name="connsiteY45" fmla="*/ 45327 h 127679"/>
                <a:gd name="connsiteX46" fmla="*/ 140429 w 153059"/>
                <a:gd name="connsiteY46" fmla="*/ 44688 h 127679"/>
                <a:gd name="connsiteX47" fmla="*/ 130844 w 153059"/>
                <a:gd name="connsiteY47" fmla="*/ 52349 h 127679"/>
                <a:gd name="connsiteX48" fmla="*/ 130844 w 153059"/>
                <a:gd name="connsiteY48" fmla="*/ 20429 h 127679"/>
                <a:gd name="connsiteX49" fmla="*/ 149375 w 153059"/>
                <a:gd name="connsiteY49" fmla="*/ 12130 h 127679"/>
                <a:gd name="connsiteX50" fmla="*/ 118704 w 153059"/>
                <a:gd name="connsiteY50" fmla="*/ 61925 h 127679"/>
                <a:gd name="connsiteX51" fmla="*/ 84837 w 153059"/>
                <a:gd name="connsiteY51" fmla="*/ 79162 h 127679"/>
                <a:gd name="connsiteX52" fmla="*/ 66945 w 153059"/>
                <a:gd name="connsiteY52" fmla="*/ 79162 h 127679"/>
                <a:gd name="connsiteX53" fmla="*/ 33078 w 153059"/>
                <a:gd name="connsiteY53" fmla="*/ 61925 h 127679"/>
                <a:gd name="connsiteX54" fmla="*/ 33078 w 153059"/>
                <a:gd name="connsiteY54" fmla="*/ 21706 h 127679"/>
                <a:gd name="connsiteX55" fmla="*/ 52248 w 153059"/>
                <a:gd name="connsiteY55" fmla="*/ 17237 h 127679"/>
                <a:gd name="connsiteX56" fmla="*/ 75891 w 153059"/>
                <a:gd name="connsiteY56" fmla="*/ 12130 h 127679"/>
                <a:gd name="connsiteX57" fmla="*/ 99534 w 153059"/>
                <a:gd name="connsiteY57" fmla="*/ 17237 h 127679"/>
                <a:gd name="connsiteX58" fmla="*/ 118704 w 153059"/>
                <a:gd name="connsiteY58" fmla="*/ 21706 h 127679"/>
                <a:gd name="connsiteX59" fmla="*/ 118704 w 153059"/>
                <a:gd name="connsiteY59" fmla="*/ 61925 h 12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3059" h="127679">
                  <a:moveTo>
                    <a:pt x="149375" y="12130"/>
                  </a:moveTo>
                  <a:cubicBezTo>
                    <a:pt x="152570" y="10853"/>
                    <a:pt x="153848" y="7023"/>
                    <a:pt x="152570" y="3831"/>
                  </a:cubicBezTo>
                  <a:cubicBezTo>
                    <a:pt x="151292" y="639"/>
                    <a:pt x="147458" y="-638"/>
                    <a:pt x="144263" y="639"/>
                  </a:cubicBezTo>
                  <a:lnTo>
                    <a:pt x="124455" y="9576"/>
                  </a:lnTo>
                  <a:cubicBezTo>
                    <a:pt x="118704" y="9576"/>
                    <a:pt x="111036" y="7023"/>
                    <a:pt x="103368" y="5107"/>
                  </a:cubicBezTo>
                  <a:cubicBezTo>
                    <a:pt x="93783" y="2554"/>
                    <a:pt x="84198" y="0"/>
                    <a:pt x="76530" y="0"/>
                  </a:cubicBezTo>
                  <a:cubicBezTo>
                    <a:pt x="68862" y="0"/>
                    <a:pt x="58638" y="2554"/>
                    <a:pt x="49692" y="5107"/>
                  </a:cubicBezTo>
                  <a:cubicBezTo>
                    <a:pt x="42024" y="7023"/>
                    <a:pt x="34356" y="9576"/>
                    <a:pt x="28605" y="9576"/>
                  </a:cubicBezTo>
                  <a:lnTo>
                    <a:pt x="8797" y="639"/>
                  </a:lnTo>
                  <a:cubicBezTo>
                    <a:pt x="5602" y="-638"/>
                    <a:pt x="1768" y="639"/>
                    <a:pt x="490" y="3831"/>
                  </a:cubicBezTo>
                  <a:cubicBezTo>
                    <a:pt x="-788" y="7023"/>
                    <a:pt x="490" y="10853"/>
                    <a:pt x="3685" y="12130"/>
                  </a:cubicBezTo>
                  <a:lnTo>
                    <a:pt x="20938" y="20429"/>
                  </a:lnTo>
                  <a:lnTo>
                    <a:pt x="20938" y="52349"/>
                  </a:lnTo>
                  <a:lnTo>
                    <a:pt x="11353" y="44688"/>
                  </a:lnTo>
                  <a:cubicBezTo>
                    <a:pt x="8797" y="42135"/>
                    <a:pt x="4324" y="42773"/>
                    <a:pt x="2407" y="45327"/>
                  </a:cubicBezTo>
                  <a:cubicBezTo>
                    <a:pt x="-149" y="47880"/>
                    <a:pt x="490" y="52349"/>
                    <a:pt x="3046" y="54264"/>
                  </a:cubicBezTo>
                  <a:lnTo>
                    <a:pt x="22855" y="70862"/>
                  </a:lnTo>
                  <a:cubicBezTo>
                    <a:pt x="22855" y="70862"/>
                    <a:pt x="22855" y="70862"/>
                    <a:pt x="22855" y="70862"/>
                  </a:cubicBezTo>
                  <a:cubicBezTo>
                    <a:pt x="22855" y="70862"/>
                    <a:pt x="22855" y="70862"/>
                    <a:pt x="23494" y="71501"/>
                  </a:cubicBezTo>
                  <a:cubicBezTo>
                    <a:pt x="26689" y="73416"/>
                    <a:pt x="33078" y="77246"/>
                    <a:pt x="40107" y="81715"/>
                  </a:cubicBezTo>
                  <a:lnTo>
                    <a:pt x="40107" y="100867"/>
                  </a:lnTo>
                  <a:cubicBezTo>
                    <a:pt x="40107" y="104697"/>
                    <a:pt x="37551" y="107889"/>
                    <a:pt x="32439" y="109166"/>
                  </a:cubicBezTo>
                  <a:lnTo>
                    <a:pt x="14548" y="114912"/>
                  </a:lnTo>
                  <a:cubicBezTo>
                    <a:pt x="11353" y="116189"/>
                    <a:pt x="9436" y="119381"/>
                    <a:pt x="10714" y="123211"/>
                  </a:cubicBezTo>
                  <a:cubicBezTo>
                    <a:pt x="11353" y="125765"/>
                    <a:pt x="13909" y="127680"/>
                    <a:pt x="17104" y="127680"/>
                  </a:cubicBezTo>
                  <a:cubicBezTo>
                    <a:pt x="17743" y="127680"/>
                    <a:pt x="18382" y="127680"/>
                    <a:pt x="19021" y="127680"/>
                  </a:cubicBezTo>
                  <a:lnTo>
                    <a:pt x="36273" y="121934"/>
                  </a:lnTo>
                  <a:cubicBezTo>
                    <a:pt x="45858" y="119381"/>
                    <a:pt x="52887" y="111081"/>
                    <a:pt x="52887" y="101505"/>
                  </a:cubicBezTo>
                  <a:lnTo>
                    <a:pt x="52887" y="88738"/>
                  </a:lnTo>
                  <a:cubicBezTo>
                    <a:pt x="58638" y="91291"/>
                    <a:pt x="63750" y="93206"/>
                    <a:pt x="66945" y="93206"/>
                  </a:cubicBezTo>
                  <a:lnTo>
                    <a:pt x="84837" y="93206"/>
                  </a:lnTo>
                  <a:cubicBezTo>
                    <a:pt x="88032" y="93206"/>
                    <a:pt x="93144" y="91291"/>
                    <a:pt x="98895" y="88738"/>
                  </a:cubicBezTo>
                  <a:lnTo>
                    <a:pt x="98895" y="101505"/>
                  </a:lnTo>
                  <a:cubicBezTo>
                    <a:pt x="98895" y="111081"/>
                    <a:pt x="105924" y="119381"/>
                    <a:pt x="114870" y="121934"/>
                  </a:cubicBezTo>
                  <a:lnTo>
                    <a:pt x="132761" y="127680"/>
                  </a:lnTo>
                  <a:cubicBezTo>
                    <a:pt x="133400" y="127680"/>
                    <a:pt x="134039" y="127680"/>
                    <a:pt x="134678" y="127680"/>
                  </a:cubicBezTo>
                  <a:cubicBezTo>
                    <a:pt x="137234" y="127680"/>
                    <a:pt x="139790" y="125765"/>
                    <a:pt x="141068" y="123211"/>
                  </a:cubicBezTo>
                  <a:cubicBezTo>
                    <a:pt x="142346" y="120019"/>
                    <a:pt x="140429" y="116189"/>
                    <a:pt x="137234" y="114912"/>
                  </a:cubicBezTo>
                  <a:lnTo>
                    <a:pt x="118704" y="109166"/>
                  </a:lnTo>
                  <a:cubicBezTo>
                    <a:pt x="114870" y="107889"/>
                    <a:pt x="111675" y="104697"/>
                    <a:pt x="111675" y="100867"/>
                  </a:cubicBezTo>
                  <a:lnTo>
                    <a:pt x="111675" y="81715"/>
                  </a:lnTo>
                  <a:cubicBezTo>
                    <a:pt x="118704" y="77885"/>
                    <a:pt x="125093" y="74054"/>
                    <a:pt x="128288" y="71501"/>
                  </a:cubicBezTo>
                  <a:cubicBezTo>
                    <a:pt x="128288" y="71501"/>
                    <a:pt x="128288" y="71501"/>
                    <a:pt x="128927" y="70862"/>
                  </a:cubicBezTo>
                  <a:cubicBezTo>
                    <a:pt x="128927" y="70862"/>
                    <a:pt x="128927" y="70862"/>
                    <a:pt x="128927" y="70862"/>
                  </a:cubicBezTo>
                  <a:lnTo>
                    <a:pt x="148736" y="54264"/>
                  </a:lnTo>
                  <a:cubicBezTo>
                    <a:pt x="151292" y="51710"/>
                    <a:pt x="151931" y="47880"/>
                    <a:pt x="149375" y="45327"/>
                  </a:cubicBezTo>
                  <a:cubicBezTo>
                    <a:pt x="146819" y="42773"/>
                    <a:pt x="142985" y="42135"/>
                    <a:pt x="140429" y="44688"/>
                  </a:cubicBezTo>
                  <a:lnTo>
                    <a:pt x="130844" y="52349"/>
                  </a:lnTo>
                  <a:lnTo>
                    <a:pt x="130844" y="20429"/>
                  </a:lnTo>
                  <a:lnTo>
                    <a:pt x="149375" y="12130"/>
                  </a:lnTo>
                  <a:close/>
                  <a:moveTo>
                    <a:pt x="118704" y="61925"/>
                  </a:moveTo>
                  <a:cubicBezTo>
                    <a:pt x="104646" y="70224"/>
                    <a:pt x="88671" y="79162"/>
                    <a:pt x="84837" y="79162"/>
                  </a:cubicBezTo>
                  <a:lnTo>
                    <a:pt x="66945" y="79162"/>
                  </a:lnTo>
                  <a:cubicBezTo>
                    <a:pt x="63111" y="79162"/>
                    <a:pt x="46497" y="70862"/>
                    <a:pt x="33078" y="61925"/>
                  </a:cubicBezTo>
                  <a:lnTo>
                    <a:pt x="33078" y="21706"/>
                  </a:lnTo>
                  <a:cubicBezTo>
                    <a:pt x="38829" y="21067"/>
                    <a:pt x="45858" y="19152"/>
                    <a:pt x="52248" y="17237"/>
                  </a:cubicBezTo>
                  <a:cubicBezTo>
                    <a:pt x="60555" y="14683"/>
                    <a:pt x="69501" y="12130"/>
                    <a:pt x="75891" y="12130"/>
                  </a:cubicBezTo>
                  <a:cubicBezTo>
                    <a:pt x="82281" y="12130"/>
                    <a:pt x="91227" y="14683"/>
                    <a:pt x="99534" y="17237"/>
                  </a:cubicBezTo>
                  <a:cubicBezTo>
                    <a:pt x="106563" y="19152"/>
                    <a:pt x="112953" y="21067"/>
                    <a:pt x="118704" y="21706"/>
                  </a:cubicBezTo>
                  <a:lnTo>
                    <a:pt x="118704" y="61925"/>
                  </a:lnTo>
                  <a:close/>
                </a:path>
              </a:pathLst>
            </a:custGeom>
            <a:solidFill>
              <a:srgbClr val="012169"/>
            </a:solidFill>
            <a:ln w="6390" cap="flat">
              <a:noFill/>
              <a:prstDash val="solid"/>
              <a:miter/>
            </a:ln>
          </p:spPr>
          <p:txBody>
            <a:bodyPr rtlCol="0" anchor="ctr"/>
            <a:lstStyle/>
            <a:p>
              <a:endParaRPr lang="en-US"/>
            </a:p>
          </p:txBody>
        </p:sp>
      </p:grpSp>
      <p:grpSp>
        <p:nvGrpSpPr>
          <p:cNvPr id="496" name="Graphic 4">
            <a:extLst>
              <a:ext uri="{FF2B5EF4-FFF2-40B4-BE49-F238E27FC236}">
                <a16:creationId xmlns:a16="http://schemas.microsoft.com/office/drawing/2014/main" id="{9F910C0B-A6E9-2A43-96E0-B5AEA4B3178A}"/>
              </a:ext>
            </a:extLst>
          </p:cNvPr>
          <p:cNvGrpSpPr/>
          <p:nvPr/>
        </p:nvGrpSpPr>
        <p:grpSpPr>
          <a:xfrm>
            <a:off x="3607758" y="1402085"/>
            <a:ext cx="361674" cy="361333"/>
            <a:chOff x="3607758" y="1402085"/>
            <a:chExt cx="361674" cy="361333"/>
          </a:xfrm>
          <a:solidFill>
            <a:srgbClr val="012169"/>
          </a:solidFill>
        </p:grpSpPr>
        <p:sp>
          <p:nvSpPr>
            <p:cNvPr id="497" name="Graphic 4">
              <a:extLst>
                <a:ext uri="{FF2B5EF4-FFF2-40B4-BE49-F238E27FC236}">
                  <a16:creationId xmlns:a16="http://schemas.microsoft.com/office/drawing/2014/main" id="{FDE9E8F5-463B-714D-93A2-F69A585F15AF}"/>
                </a:ext>
              </a:extLst>
            </p:cNvPr>
            <p:cNvSpPr/>
            <p:nvPr/>
          </p:nvSpPr>
          <p:spPr>
            <a:xfrm>
              <a:off x="3607758" y="1402085"/>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2" y="361333"/>
                    <a:pt x="180836" y="361333"/>
                  </a:cubicBezTo>
                  <a:cubicBezTo>
                    <a:pt x="280518" y="361333"/>
                    <a:pt x="361671" y="280257"/>
                    <a:pt x="361671" y="180667"/>
                  </a:cubicBezTo>
                  <a:cubicBezTo>
                    <a:pt x="362310"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9530" y="273873"/>
                    <a:pt x="274128" y="349204"/>
                    <a:pt x="180836" y="349204"/>
                  </a:cubicBezTo>
                  <a:close/>
                </a:path>
              </a:pathLst>
            </a:custGeom>
            <a:solidFill>
              <a:srgbClr val="012169"/>
            </a:solidFill>
            <a:ln w="6390" cap="flat">
              <a:noFill/>
              <a:prstDash val="solid"/>
              <a:miter/>
            </a:ln>
          </p:spPr>
          <p:txBody>
            <a:bodyPr rtlCol="0" anchor="ctr"/>
            <a:lstStyle/>
            <a:p>
              <a:endParaRPr lang="en-US"/>
            </a:p>
          </p:txBody>
        </p:sp>
        <p:sp>
          <p:nvSpPr>
            <p:cNvPr id="498" name="Graphic 4">
              <a:extLst>
                <a:ext uri="{FF2B5EF4-FFF2-40B4-BE49-F238E27FC236}">
                  <a16:creationId xmlns:a16="http://schemas.microsoft.com/office/drawing/2014/main" id="{7950005E-B844-C749-9561-0B3C063799BD}"/>
                </a:ext>
              </a:extLst>
            </p:cNvPr>
            <p:cNvSpPr/>
            <p:nvPr/>
          </p:nvSpPr>
          <p:spPr>
            <a:xfrm>
              <a:off x="3679325" y="1466563"/>
              <a:ext cx="219222" cy="234292"/>
            </a:xfrm>
            <a:custGeom>
              <a:avLst/>
              <a:gdLst>
                <a:gd name="connsiteX0" fmla="*/ 213424 w 219222"/>
                <a:gd name="connsiteY0" fmla="*/ 35112 h 234292"/>
                <a:gd name="connsiteX1" fmla="*/ 212785 w 219222"/>
                <a:gd name="connsiteY1" fmla="*/ 34473 h 234292"/>
                <a:gd name="connsiteX2" fmla="*/ 196171 w 219222"/>
                <a:gd name="connsiteY2" fmla="*/ 29366 h 234292"/>
                <a:gd name="connsiteX3" fmla="*/ 196171 w 219222"/>
                <a:gd name="connsiteY3" fmla="*/ 21067 h 234292"/>
                <a:gd name="connsiteX4" fmla="*/ 175084 w 219222"/>
                <a:gd name="connsiteY4" fmla="*/ 0 h 234292"/>
                <a:gd name="connsiteX5" fmla="*/ 93293 w 219222"/>
                <a:gd name="connsiteY5" fmla="*/ 0 h 234292"/>
                <a:gd name="connsiteX6" fmla="*/ 72206 w 219222"/>
                <a:gd name="connsiteY6" fmla="*/ 21067 h 234292"/>
                <a:gd name="connsiteX7" fmla="*/ 72206 w 219222"/>
                <a:gd name="connsiteY7" fmla="*/ 58094 h 234292"/>
                <a:gd name="connsiteX8" fmla="*/ 63899 w 219222"/>
                <a:gd name="connsiteY8" fmla="*/ 66393 h 234292"/>
                <a:gd name="connsiteX9" fmla="*/ 57509 w 219222"/>
                <a:gd name="connsiteY9" fmla="*/ 87461 h 234292"/>
                <a:gd name="connsiteX10" fmla="*/ 49841 w 219222"/>
                <a:gd name="connsiteY10" fmla="*/ 111081 h 234292"/>
                <a:gd name="connsiteX11" fmla="*/ 46008 w 219222"/>
                <a:gd name="connsiteY11" fmla="*/ 139809 h 234292"/>
                <a:gd name="connsiteX12" fmla="*/ 45369 w 219222"/>
                <a:gd name="connsiteY12" fmla="*/ 150024 h 234292"/>
                <a:gd name="connsiteX13" fmla="*/ 38979 w 219222"/>
                <a:gd name="connsiteY13" fmla="*/ 160238 h 234292"/>
                <a:gd name="connsiteX14" fmla="*/ 35145 w 219222"/>
                <a:gd name="connsiteY14" fmla="*/ 156408 h 234292"/>
                <a:gd name="connsiteX15" fmla="*/ 26199 w 219222"/>
                <a:gd name="connsiteY15" fmla="*/ 156408 h 234292"/>
                <a:gd name="connsiteX16" fmla="*/ 1917 w 219222"/>
                <a:gd name="connsiteY16" fmla="*/ 180667 h 234292"/>
                <a:gd name="connsiteX17" fmla="*/ 0 w 219222"/>
                <a:gd name="connsiteY17" fmla="*/ 185135 h 234292"/>
                <a:gd name="connsiteX18" fmla="*/ 1917 w 219222"/>
                <a:gd name="connsiteY18" fmla="*/ 189604 h 234292"/>
                <a:gd name="connsiteX19" fmla="*/ 40257 w 219222"/>
                <a:gd name="connsiteY19" fmla="*/ 227908 h 234292"/>
                <a:gd name="connsiteX20" fmla="*/ 49203 w 219222"/>
                <a:gd name="connsiteY20" fmla="*/ 227908 h 234292"/>
                <a:gd name="connsiteX21" fmla="*/ 49203 w 219222"/>
                <a:gd name="connsiteY21" fmla="*/ 218971 h 234292"/>
                <a:gd name="connsiteX22" fmla="*/ 15336 w 219222"/>
                <a:gd name="connsiteY22" fmla="*/ 185135 h 234292"/>
                <a:gd name="connsiteX23" fmla="*/ 30672 w 219222"/>
                <a:gd name="connsiteY23" fmla="*/ 169814 h 234292"/>
                <a:gd name="connsiteX24" fmla="*/ 93293 w 219222"/>
                <a:gd name="connsiteY24" fmla="*/ 232377 h 234292"/>
                <a:gd name="connsiteX25" fmla="*/ 97766 w 219222"/>
                <a:gd name="connsiteY25" fmla="*/ 234292 h 234292"/>
                <a:gd name="connsiteX26" fmla="*/ 102239 w 219222"/>
                <a:gd name="connsiteY26" fmla="*/ 232377 h 234292"/>
                <a:gd name="connsiteX27" fmla="*/ 102239 w 219222"/>
                <a:gd name="connsiteY27" fmla="*/ 223439 h 234292"/>
                <a:gd name="connsiteX28" fmla="*/ 99683 w 219222"/>
                <a:gd name="connsiteY28" fmla="*/ 220886 h 234292"/>
                <a:gd name="connsiteX29" fmla="*/ 105434 w 219222"/>
                <a:gd name="connsiteY29" fmla="*/ 215140 h 234292"/>
                <a:gd name="connsiteX30" fmla="*/ 164221 w 219222"/>
                <a:gd name="connsiteY30" fmla="*/ 186412 h 234292"/>
                <a:gd name="connsiteX31" fmla="*/ 175723 w 219222"/>
                <a:gd name="connsiteY31" fmla="*/ 186412 h 234292"/>
                <a:gd name="connsiteX32" fmla="*/ 196810 w 219222"/>
                <a:gd name="connsiteY32" fmla="*/ 165345 h 234292"/>
                <a:gd name="connsiteX33" fmla="*/ 196810 w 219222"/>
                <a:gd name="connsiteY33" fmla="*/ 162153 h 234292"/>
                <a:gd name="connsiteX34" fmla="*/ 205117 w 219222"/>
                <a:gd name="connsiteY34" fmla="*/ 158323 h 234292"/>
                <a:gd name="connsiteX35" fmla="*/ 214702 w 219222"/>
                <a:gd name="connsiteY35" fmla="*/ 147470 h 234292"/>
                <a:gd name="connsiteX36" fmla="*/ 212785 w 219222"/>
                <a:gd name="connsiteY36" fmla="*/ 124488 h 234292"/>
                <a:gd name="connsiteX37" fmla="*/ 212146 w 219222"/>
                <a:gd name="connsiteY37" fmla="*/ 123849 h 234292"/>
                <a:gd name="connsiteX38" fmla="*/ 210229 w 219222"/>
                <a:gd name="connsiteY38" fmla="*/ 122572 h 234292"/>
                <a:gd name="connsiteX39" fmla="*/ 215341 w 219222"/>
                <a:gd name="connsiteY39" fmla="*/ 116827 h 234292"/>
                <a:gd name="connsiteX40" fmla="*/ 213424 w 219222"/>
                <a:gd name="connsiteY40" fmla="*/ 93845 h 234292"/>
                <a:gd name="connsiteX41" fmla="*/ 212785 w 219222"/>
                <a:gd name="connsiteY41" fmla="*/ 93206 h 234292"/>
                <a:gd name="connsiteX42" fmla="*/ 211507 w 219222"/>
                <a:gd name="connsiteY42" fmla="*/ 91929 h 234292"/>
                <a:gd name="connsiteX43" fmla="*/ 215341 w 219222"/>
                <a:gd name="connsiteY43" fmla="*/ 87461 h 234292"/>
                <a:gd name="connsiteX44" fmla="*/ 213424 w 219222"/>
                <a:gd name="connsiteY44" fmla="*/ 64478 h 234292"/>
                <a:gd name="connsiteX45" fmla="*/ 212146 w 219222"/>
                <a:gd name="connsiteY45" fmla="*/ 63201 h 234292"/>
                <a:gd name="connsiteX46" fmla="*/ 210229 w 219222"/>
                <a:gd name="connsiteY46" fmla="*/ 61925 h 234292"/>
                <a:gd name="connsiteX47" fmla="*/ 213424 w 219222"/>
                <a:gd name="connsiteY47" fmla="*/ 58733 h 234292"/>
                <a:gd name="connsiteX48" fmla="*/ 213424 w 219222"/>
                <a:gd name="connsiteY48" fmla="*/ 35112 h 234292"/>
                <a:gd name="connsiteX49" fmla="*/ 203839 w 219222"/>
                <a:gd name="connsiteY49" fmla="*/ 43411 h 234292"/>
                <a:gd name="connsiteX50" fmla="*/ 204478 w 219222"/>
                <a:gd name="connsiteY50" fmla="*/ 44049 h 234292"/>
                <a:gd name="connsiteX51" fmla="*/ 204478 w 219222"/>
                <a:gd name="connsiteY51" fmla="*/ 50433 h 234292"/>
                <a:gd name="connsiteX52" fmla="*/ 193615 w 219222"/>
                <a:gd name="connsiteY52" fmla="*/ 60648 h 234292"/>
                <a:gd name="connsiteX53" fmla="*/ 189781 w 219222"/>
                <a:gd name="connsiteY53" fmla="*/ 58094 h 234292"/>
                <a:gd name="connsiteX54" fmla="*/ 189142 w 219222"/>
                <a:gd name="connsiteY54" fmla="*/ 57456 h 234292"/>
                <a:gd name="connsiteX55" fmla="*/ 186586 w 219222"/>
                <a:gd name="connsiteY55" fmla="*/ 53625 h 234292"/>
                <a:gd name="connsiteX56" fmla="*/ 197449 w 219222"/>
                <a:gd name="connsiteY56" fmla="*/ 43411 h 234292"/>
                <a:gd name="connsiteX57" fmla="*/ 203839 w 219222"/>
                <a:gd name="connsiteY57" fmla="*/ 43411 h 234292"/>
                <a:gd name="connsiteX58" fmla="*/ 192337 w 219222"/>
                <a:gd name="connsiteY58" fmla="*/ 117465 h 234292"/>
                <a:gd name="connsiteX59" fmla="*/ 191698 w 219222"/>
                <a:gd name="connsiteY59" fmla="*/ 116827 h 234292"/>
                <a:gd name="connsiteX60" fmla="*/ 189142 w 219222"/>
                <a:gd name="connsiteY60" fmla="*/ 113635 h 234292"/>
                <a:gd name="connsiteX61" fmla="*/ 198088 w 219222"/>
                <a:gd name="connsiteY61" fmla="*/ 102782 h 234292"/>
                <a:gd name="connsiteX62" fmla="*/ 200644 w 219222"/>
                <a:gd name="connsiteY62" fmla="*/ 101505 h 234292"/>
                <a:gd name="connsiteX63" fmla="*/ 203200 w 219222"/>
                <a:gd name="connsiteY63" fmla="*/ 102144 h 234292"/>
                <a:gd name="connsiteX64" fmla="*/ 203839 w 219222"/>
                <a:gd name="connsiteY64" fmla="*/ 102782 h 234292"/>
                <a:gd name="connsiteX65" fmla="*/ 204478 w 219222"/>
                <a:gd name="connsiteY65" fmla="*/ 107889 h 234292"/>
                <a:gd name="connsiteX66" fmla="*/ 194893 w 219222"/>
                <a:gd name="connsiteY66" fmla="*/ 118742 h 234292"/>
                <a:gd name="connsiteX67" fmla="*/ 192337 w 219222"/>
                <a:gd name="connsiteY67" fmla="*/ 117465 h 234292"/>
                <a:gd name="connsiteX68" fmla="*/ 192337 w 219222"/>
                <a:gd name="connsiteY68" fmla="*/ 87461 h 234292"/>
                <a:gd name="connsiteX69" fmla="*/ 191698 w 219222"/>
                <a:gd name="connsiteY69" fmla="*/ 86822 h 234292"/>
                <a:gd name="connsiteX70" fmla="*/ 189142 w 219222"/>
                <a:gd name="connsiteY70" fmla="*/ 83630 h 234292"/>
                <a:gd name="connsiteX71" fmla="*/ 198088 w 219222"/>
                <a:gd name="connsiteY71" fmla="*/ 72777 h 234292"/>
                <a:gd name="connsiteX72" fmla="*/ 200644 w 219222"/>
                <a:gd name="connsiteY72" fmla="*/ 71501 h 234292"/>
                <a:gd name="connsiteX73" fmla="*/ 203200 w 219222"/>
                <a:gd name="connsiteY73" fmla="*/ 72777 h 234292"/>
                <a:gd name="connsiteX74" fmla="*/ 203839 w 219222"/>
                <a:gd name="connsiteY74" fmla="*/ 73416 h 234292"/>
                <a:gd name="connsiteX75" fmla="*/ 204478 w 219222"/>
                <a:gd name="connsiteY75" fmla="*/ 78523 h 234292"/>
                <a:gd name="connsiteX76" fmla="*/ 195532 w 219222"/>
                <a:gd name="connsiteY76" fmla="*/ 89376 h 234292"/>
                <a:gd name="connsiteX77" fmla="*/ 192337 w 219222"/>
                <a:gd name="connsiteY77" fmla="*/ 87461 h 234292"/>
                <a:gd name="connsiteX78" fmla="*/ 103517 w 219222"/>
                <a:gd name="connsiteY78" fmla="*/ 201734 h 234292"/>
                <a:gd name="connsiteX79" fmla="*/ 98405 w 219222"/>
                <a:gd name="connsiteY79" fmla="*/ 203649 h 234292"/>
                <a:gd name="connsiteX80" fmla="*/ 90737 w 219222"/>
                <a:gd name="connsiteY80" fmla="*/ 211310 h 234292"/>
                <a:gd name="connsiteX81" fmla="*/ 48564 w 219222"/>
                <a:gd name="connsiteY81" fmla="*/ 169176 h 234292"/>
                <a:gd name="connsiteX82" fmla="*/ 56871 w 219222"/>
                <a:gd name="connsiteY82" fmla="*/ 155131 h 234292"/>
                <a:gd name="connsiteX83" fmla="*/ 58788 w 219222"/>
                <a:gd name="connsiteY83" fmla="*/ 139809 h 234292"/>
                <a:gd name="connsiteX84" fmla="*/ 61982 w 219222"/>
                <a:gd name="connsiteY84" fmla="*/ 115550 h 234292"/>
                <a:gd name="connsiteX85" fmla="*/ 70289 w 219222"/>
                <a:gd name="connsiteY85" fmla="*/ 91291 h 234292"/>
                <a:gd name="connsiteX86" fmla="*/ 76679 w 219222"/>
                <a:gd name="connsiteY86" fmla="*/ 70862 h 234292"/>
                <a:gd name="connsiteX87" fmla="*/ 77957 w 219222"/>
                <a:gd name="connsiteY87" fmla="*/ 70224 h 234292"/>
                <a:gd name="connsiteX88" fmla="*/ 79874 w 219222"/>
                <a:gd name="connsiteY88" fmla="*/ 70862 h 234292"/>
                <a:gd name="connsiteX89" fmla="*/ 84986 w 219222"/>
                <a:gd name="connsiteY89" fmla="*/ 86822 h 234292"/>
                <a:gd name="connsiteX90" fmla="*/ 78596 w 219222"/>
                <a:gd name="connsiteY90" fmla="*/ 120019 h 234292"/>
                <a:gd name="connsiteX91" fmla="*/ 79874 w 219222"/>
                <a:gd name="connsiteY91" fmla="*/ 125764 h 234292"/>
                <a:gd name="connsiteX92" fmla="*/ 88181 w 219222"/>
                <a:gd name="connsiteY92" fmla="*/ 188327 h 234292"/>
                <a:gd name="connsiteX93" fmla="*/ 92015 w 219222"/>
                <a:gd name="connsiteY93" fmla="*/ 196627 h 234292"/>
                <a:gd name="connsiteX94" fmla="*/ 93932 w 219222"/>
                <a:gd name="connsiteY94" fmla="*/ 197265 h 234292"/>
                <a:gd name="connsiteX95" fmla="*/ 99683 w 219222"/>
                <a:gd name="connsiteY95" fmla="*/ 192796 h 234292"/>
                <a:gd name="connsiteX96" fmla="*/ 101600 w 219222"/>
                <a:gd name="connsiteY96" fmla="*/ 187689 h 234292"/>
                <a:gd name="connsiteX97" fmla="*/ 148247 w 219222"/>
                <a:gd name="connsiteY97" fmla="*/ 187689 h 234292"/>
                <a:gd name="connsiteX98" fmla="*/ 103517 w 219222"/>
                <a:gd name="connsiteY98" fmla="*/ 201734 h 234292"/>
                <a:gd name="connsiteX99" fmla="*/ 175084 w 219222"/>
                <a:gd name="connsiteY99" fmla="*/ 173006 h 234292"/>
                <a:gd name="connsiteX100" fmla="*/ 103517 w 219222"/>
                <a:gd name="connsiteY100" fmla="*/ 173006 h 234292"/>
                <a:gd name="connsiteX101" fmla="*/ 91376 w 219222"/>
                <a:gd name="connsiteY101" fmla="*/ 119380 h 234292"/>
                <a:gd name="connsiteX102" fmla="*/ 97766 w 219222"/>
                <a:gd name="connsiteY102" fmla="*/ 86822 h 234292"/>
                <a:gd name="connsiteX103" fmla="*/ 90098 w 219222"/>
                <a:gd name="connsiteY103" fmla="*/ 62563 h 234292"/>
                <a:gd name="connsiteX104" fmla="*/ 85625 w 219222"/>
                <a:gd name="connsiteY104" fmla="*/ 58733 h 234292"/>
                <a:gd name="connsiteX105" fmla="*/ 85625 w 219222"/>
                <a:gd name="connsiteY105" fmla="*/ 21067 h 234292"/>
                <a:gd name="connsiteX106" fmla="*/ 93932 w 219222"/>
                <a:gd name="connsiteY106" fmla="*/ 12768 h 234292"/>
                <a:gd name="connsiteX107" fmla="*/ 175723 w 219222"/>
                <a:gd name="connsiteY107" fmla="*/ 12768 h 234292"/>
                <a:gd name="connsiteX108" fmla="*/ 184030 w 219222"/>
                <a:gd name="connsiteY108" fmla="*/ 21067 h 234292"/>
                <a:gd name="connsiteX109" fmla="*/ 184030 w 219222"/>
                <a:gd name="connsiteY109" fmla="*/ 38942 h 234292"/>
                <a:gd name="connsiteX110" fmla="*/ 177640 w 219222"/>
                <a:gd name="connsiteY110" fmla="*/ 44688 h 234292"/>
                <a:gd name="connsiteX111" fmla="*/ 174445 w 219222"/>
                <a:gd name="connsiteY111" fmla="*/ 56179 h 234292"/>
                <a:gd name="connsiteX112" fmla="*/ 180196 w 219222"/>
                <a:gd name="connsiteY112" fmla="*/ 66393 h 234292"/>
                <a:gd name="connsiteX113" fmla="*/ 180835 w 219222"/>
                <a:gd name="connsiteY113" fmla="*/ 67032 h 234292"/>
                <a:gd name="connsiteX114" fmla="*/ 184669 w 219222"/>
                <a:gd name="connsiteY114" fmla="*/ 70224 h 234292"/>
                <a:gd name="connsiteX115" fmla="*/ 178918 w 219222"/>
                <a:gd name="connsiteY115" fmla="*/ 76608 h 234292"/>
                <a:gd name="connsiteX116" fmla="*/ 183391 w 219222"/>
                <a:gd name="connsiteY116" fmla="*/ 97037 h 234292"/>
                <a:gd name="connsiteX117" fmla="*/ 184030 w 219222"/>
                <a:gd name="connsiteY117" fmla="*/ 97675 h 234292"/>
                <a:gd name="connsiteX118" fmla="*/ 185308 w 219222"/>
                <a:gd name="connsiteY118" fmla="*/ 98952 h 234292"/>
                <a:gd name="connsiteX119" fmla="*/ 178918 w 219222"/>
                <a:gd name="connsiteY119" fmla="*/ 105974 h 234292"/>
                <a:gd name="connsiteX120" fmla="*/ 177001 w 219222"/>
                <a:gd name="connsiteY120" fmla="*/ 117465 h 234292"/>
                <a:gd name="connsiteX121" fmla="*/ 183391 w 219222"/>
                <a:gd name="connsiteY121" fmla="*/ 126403 h 234292"/>
                <a:gd name="connsiteX122" fmla="*/ 184030 w 219222"/>
                <a:gd name="connsiteY122" fmla="*/ 127041 h 234292"/>
                <a:gd name="connsiteX123" fmla="*/ 185947 w 219222"/>
                <a:gd name="connsiteY123" fmla="*/ 128318 h 234292"/>
                <a:gd name="connsiteX124" fmla="*/ 178918 w 219222"/>
                <a:gd name="connsiteY124" fmla="*/ 135979 h 234292"/>
                <a:gd name="connsiteX125" fmla="*/ 182752 w 219222"/>
                <a:gd name="connsiteY125" fmla="*/ 156408 h 234292"/>
                <a:gd name="connsiteX126" fmla="*/ 183391 w 219222"/>
                <a:gd name="connsiteY126" fmla="*/ 156408 h 234292"/>
                <a:gd name="connsiteX127" fmla="*/ 183391 w 219222"/>
                <a:gd name="connsiteY127" fmla="*/ 164707 h 234292"/>
                <a:gd name="connsiteX128" fmla="*/ 175084 w 219222"/>
                <a:gd name="connsiteY128" fmla="*/ 173006 h 234292"/>
                <a:gd name="connsiteX129" fmla="*/ 204478 w 219222"/>
                <a:gd name="connsiteY129" fmla="*/ 138532 h 234292"/>
                <a:gd name="connsiteX130" fmla="*/ 195532 w 219222"/>
                <a:gd name="connsiteY130" fmla="*/ 148747 h 234292"/>
                <a:gd name="connsiteX131" fmla="*/ 192337 w 219222"/>
                <a:gd name="connsiteY131" fmla="*/ 146832 h 234292"/>
                <a:gd name="connsiteX132" fmla="*/ 191698 w 219222"/>
                <a:gd name="connsiteY132" fmla="*/ 146193 h 234292"/>
                <a:gd name="connsiteX133" fmla="*/ 189781 w 219222"/>
                <a:gd name="connsiteY133" fmla="*/ 143001 h 234292"/>
                <a:gd name="connsiteX134" fmla="*/ 198727 w 219222"/>
                <a:gd name="connsiteY134" fmla="*/ 132787 h 234292"/>
                <a:gd name="connsiteX135" fmla="*/ 201283 w 219222"/>
                <a:gd name="connsiteY135" fmla="*/ 131510 h 234292"/>
                <a:gd name="connsiteX136" fmla="*/ 203839 w 219222"/>
                <a:gd name="connsiteY136" fmla="*/ 132148 h 234292"/>
                <a:gd name="connsiteX137" fmla="*/ 204478 w 219222"/>
                <a:gd name="connsiteY137" fmla="*/ 132787 h 234292"/>
                <a:gd name="connsiteX138" fmla="*/ 204478 w 219222"/>
                <a:gd name="connsiteY138" fmla="*/ 138532 h 234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219222" h="234292">
                  <a:moveTo>
                    <a:pt x="213424" y="35112"/>
                  </a:moveTo>
                  <a:lnTo>
                    <a:pt x="212785" y="34473"/>
                  </a:lnTo>
                  <a:cubicBezTo>
                    <a:pt x="208312" y="30005"/>
                    <a:pt x="201922" y="28089"/>
                    <a:pt x="196171" y="29366"/>
                  </a:cubicBezTo>
                  <a:lnTo>
                    <a:pt x="196171" y="21067"/>
                  </a:lnTo>
                  <a:cubicBezTo>
                    <a:pt x="196171" y="9576"/>
                    <a:pt x="186586" y="0"/>
                    <a:pt x="175084" y="0"/>
                  </a:cubicBezTo>
                  <a:lnTo>
                    <a:pt x="93293" y="0"/>
                  </a:lnTo>
                  <a:cubicBezTo>
                    <a:pt x="81791" y="0"/>
                    <a:pt x="72206" y="9576"/>
                    <a:pt x="72206" y="21067"/>
                  </a:cubicBezTo>
                  <a:lnTo>
                    <a:pt x="72206" y="58094"/>
                  </a:lnTo>
                  <a:cubicBezTo>
                    <a:pt x="68372" y="59371"/>
                    <a:pt x="65177" y="62563"/>
                    <a:pt x="63899" y="66393"/>
                  </a:cubicBezTo>
                  <a:cubicBezTo>
                    <a:pt x="61344" y="75331"/>
                    <a:pt x="59426" y="81715"/>
                    <a:pt x="57509" y="87461"/>
                  </a:cubicBezTo>
                  <a:cubicBezTo>
                    <a:pt x="54314" y="97675"/>
                    <a:pt x="53036" y="102782"/>
                    <a:pt x="49841" y="111081"/>
                  </a:cubicBezTo>
                  <a:cubicBezTo>
                    <a:pt x="46008" y="120657"/>
                    <a:pt x="46008" y="131510"/>
                    <a:pt x="46008" y="139809"/>
                  </a:cubicBezTo>
                  <a:cubicBezTo>
                    <a:pt x="46008" y="143640"/>
                    <a:pt x="46008" y="148747"/>
                    <a:pt x="45369" y="150024"/>
                  </a:cubicBezTo>
                  <a:cubicBezTo>
                    <a:pt x="44730" y="150662"/>
                    <a:pt x="42174" y="155131"/>
                    <a:pt x="38979" y="160238"/>
                  </a:cubicBezTo>
                  <a:lnTo>
                    <a:pt x="35145" y="156408"/>
                  </a:lnTo>
                  <a:cubicBezTo>
                    <a:pt x="32589" y="153854"/>
                    <a:pt x="28755" y="153854"/>
                    <a:pt x="26199" y="156408"/>
                  </a:cubicBezTo>
                  <a:lnTo>
                    <a:pt x="1917" y="180667"/>
                  </a:lnTo>
                  <a:cubicBezTo>
                    <a:pt x="639" y="181944"/>
                    <a:pt x="0" y="183220"/>
                    <a:pt x="0" y="185135"/>
                  </a:cubicBezTo>
                  <a:cubicBezTo>
                    <a:pt x="0" y="187051"/>
                    <a:pt x="639" y="188327"/>
                    <a:pt x="1917" y="189604"/>
                  </a:cubicBezTo>
                  <a:lnTo>
                    <a:pt x="40257" y="227908"/>
                  </a:lnTo>
                  <a:cubicBezTo>
                    <a:pt x="42813" y="230462"/>
                    <a:pt x="46646" y="230462"/>
                    <a:pt x="49203" y="227908"/>
                  </a:cubicBezTo>
                  <a:cubicBezTo>
                    <a:pt x="51759" y="225355"/>
                    <a:pt x="51759" y="221524"/>
                    <a:pt x="49203" y="218971"/>
                  </a:cubicBezTo>
                  <a:lnTo>
                    <a:pt x="15336" y="185135"/>
                  </a:lnTo>
                  <a:lnTo>
                    <a:pt x="30672" y="169814"/>
                  </a:lnTo>
                  <a:lnTo>
                    <a:pt x="93293" y="232377"/>
                  </a:lnTo>
                  <a:cubicBezTo>
                    <a:pt x="94571" y="233654"/>
                    <a:pt x="96488" y="234292"/>
                    <a:pt x="97766" y="234292"/>
                  </a:cubicBezTo>
                  <a:cubicBezTo>
                    <a:pt x="99044" y="234292"/>
                    <a:pt x="100961" y="233654"/>
                    <a:pt x="102239" y="232377"/>
                  </a:cubicBezTo>
                  <a:cubicBezTo>
                    <a:pt x="104795" y="229823"/>
                    <a:pt x="104795" y="225993"/>
                    <a:pt x="102239" y="223439"/>
                  </a:cubicBezTo>
                  <a:lnTo>
                    <a:pt x="99683" y="220886"/>
                  </a:lnTo>
                  <a:cubicBezTo>
                    <a:pt x="101600" y="218971"/>
                    <a:pt x="103517" y="217055"/>
                    <a:pt x="105434" y="215140"/>
                  </a:cubicBezTo>
                  <a:cubicBezTo>
                    <a:pt x="141218" y="216417"/>
                    <a:pt x="157832" y="194073"/>
                    <a:pt x="164221" y="186412"/>
                  </a:cubicBezTo>
                  <a:lnTo>
                    <a:pt x="175723" y="186412"/>
                  </a:lnTo>
                  <a:cubicBezTo>
                    <a:pt x="187225" y="186412"/>
                    <a:pt x="196810" y="176836"/>
                    <a:pt x="196810" y="165345"/>
                  </a:cubicBezTo>
                  <a:lnTo>
                    <a:pt x="196810" y="162153"/>
                  </a:lnTo>
                  <a:cubicBezTo>
                    <a:pt x="200005" y="162153"/>
                    <a:pt x="203200" y="160876"/>
                    <a:pt x="205117" y="158323"/>
                  </a:cubicBezTo>
                  <a:lnTo>
                    <a:pt x="214702" y="147470"/>
                  </a:lnTo>
                  <a:cubicBezTo>
                    <a:pt x="220453" y="140448"/>
                    <a:pt x="219814" y="130233"/>
                    <a:pt x="212785" y="124488"/>
                  </a:cubicBezTo>
                  <a:lnTo>
                    <a:pt x="212146" y="123849"/>
                  </a:lnTo>
                  <a:cubicBezTo>
                    <a:pt x="211507" y="123211"/>
                    <a:pt x="210868" y="123211"/>
                    <a:pt x="210229" y="122572"/>
                  </a:cubicBezTo>
                  <a:lnTo>
                    <a:pt x="215341" y="116827"/>
                  </a:lnTo>
                  <a:cubicBezTo>
                    <a:pt x="221092" y="109804"/>
                    <a:pt x="220453" y="99590"/>
                    <a:pt x="213424" y="93845"/>
                  </a:cubicBezTo>
                  <a:lnTo>
                    <a:pt x="212785" y="93206"/>
                  </a:lnTo>
                  <a:cubicBezTo>
                    <a:pt x="212146" y="92568"/>
                    <a:pt x="212146" y="92568"/>
                    <a:pt x="211507" y="91929"/>
                  </a:cubicBezTo>
                  <a:lnTo>
                    <a:pt x="215341" y="87461"/>
                  </a:lnTo>
                  <a:cubicBezTo>
                    <a:pt x="221092" y="80438"/>
                    <a:pt x="220453" y="70224"/>
                    <a:pt x="213424" y="64478"/>
                  </a:cubicBezTo>
                  <a:lnTo>
                    <a:pt x="212146" y="63201"/>
                  </a:lnTo>
                  <a:cubicBezTo>
                    <a:pt x="211507" y="62563"/>
                    <a:pt x="210868" y="62563"/>
                    <a:pt x="210229" y="61925"/>
                  </a:cubicBezTo>
                  <a:lnTo>
                    <a:pt x="213424" y="58733"/>
                  </a:lnTo>
                  <a:cubicBezTo>
                    <a:pt x="220453" y="52987"/>
                    <a:pt x="220453" y="42134"/>
                    <a:pt x="213424" y="35112"/>
                  </a:cubicBezTo>
                  <a:close/>
                  <a:moveTo>
                    <a:pt x="203839" y="43411"/>
                  </a:moveTo>
                  <a:lnTo>
                    <a:pt x="204478" y="44049"/>
                  </a:lnTo>
                  <a:cubicBezTo>
                    <a:pt x="206395" y="45965"/>
                    <a:pt x="206395" y="48518"/>
                    <a:pt x="204478" y="50433"/>
                  </a:cubicBezTo>
                  <a:lnTo>
                    <a:pt x="193615" y="60648"/>
                  </a:lnTo>
                  <a:cubicBezTo>
                    <a:pt x="192976" y="60648"/>
                    <a:pt x="191059" y="60009"/>
                    <a:pt x="189781" y="58094"/>
                  </a:cubicBezTo>
                  <a:lnTo>
                    <a:pt x="189142" y="57456"/>
                  </a:lnTo>
                  <a:cubicBezTo>
                    <a:pt x="187225" y="55541"/>
                    <a:pt x="187225" y="54264"/>
                    <a:pt x="186586" y="53625"/>
                  </a:cubicBezTo>
                  <a:lnTo>
                    <a:pt x="197449" y="43411"/>
                  </a:lnTo>
                  <a:cubicBezTo>
                    <a:pt x="199366" y="40857"/>
                    <a:pt x="201922" y="41496"/>
                    <a:pt x="203839" y="43411"/>
                  </a:cubicBezTo>
                  <a:close/>
                  <a:moveTo>
                    <a:pt x="192337" y="117465"/>
                  </a:moveTo>
                  <a:lnTo>
                    <a:pt x="191698" y="116827"/>
                  </a:lnTo>
                  <a:cubicBezTo>
                    <a:pt x="190420" y="115550"/>
                    <a:pt x="189781" y="114273"/>
                    <a:pt x="189142" y="113635"/>
                  </a:cubicBezTo>
                  <a:lnTo>
                    <a:pt x="198088" y="102782"/>
                  </a:lnTo>
                  <a:cubicBezTo>
                    <a:pt x="198727" y="102144"/>
                    <a:pt x="200005" y="101505"/>
                    <a:pt x="200644" y="101505"/>
                  </a:cubicBezTo>
                  <a:cubicBezTo>
                    <a:pt x="201922" y="101505"/>
                    <a:pt x="202561" y="101505"/>
                    <a:pt x="203200" y="102144"/>
                  </a:cubicBezTo>
                  <a:lnTo>
                    <a:pt x="203839" y="102782"/>
                  </a:lnTo>
                  <a:cubicBezTo>
                    <a:pt x="205117" y="104059"/>
                    <a:pt x="205756" y="106612"/>
                    <a:pt x="204478" y="107889"/>
                  </a:cubicBezTo>
                  <a:lnTo>
                    <a:pt x="194893" y="118742"/>
                  </a:lnTo>
                  <a:cubicBezTo>
                    <a:pt x="194893" y="118742"/>
                    <a:pt x="193615" y="118104"/>
                    <a:pt x="192337" y="117465"/>
                  </a:cubicBezTo>
                  <a:close/>
                  <a:moveTo>
                    <a:pt x="192337" y="87461"/>
                  </a:moveTo>
                  <a:lnTo>
                    <a:pt x="191698" y="86822"/>
                  </a:lnTo>
                  <a:cubicBezTo>
                    <a:pt x="190420" y="85545"/>
                    <a:pt x="189781" y="84269"/>
                    <a:pt x="189142" y="83630"/>
                  </a:cubicBezTo>
                  <a:lnTo>
                    <a:pt x="198088" y="72777"/>
                  </a:lnTo>
                  <a:cubicBezTo>
                    <a:pt x="198727" y="72139"/>
                    <a:pt x="200005" y="71501"/>
                    <a:pt x="200644" y="71501"/>
                  </a:cubicBezTo>
                  <a:cubicBezTo>
                    <a:pt x="201922" y="71501"/>
                    <a:pt x="202561" y="71501"/>
                    <a:pt x="203200" y="72777"/>
                  </a:cubicBezTo>
                  <a:lnTo>
                    <a:pt x="203839" y="73416"/>
                  </a:lnTo>
                  <a:cubicBezTo>
                    <a:pt x="205117" y="74693"/>
                    <a:pt x="205756" y="77246"/>
                    <a:pt x="204478" y="78523"/>
                  </a:cubicBezTo>
                  <a:lnTo>
                    <a:pt x="195532" y="89376"/>
                  </a:lnTo>
                  <a:cubicBezTo>
                    <a:pt x="194893" y="89376"/>
                    <a:pt x="193615" y="88737"/>
                    <a:pt x="192337" y="87461"/>
                  </a:cubicBezTo>
                  <a:close/>
                  <a:moveTo>
                    <a:pt x="103517" y="201734"/>
                  </a:moveTo>
                  <a:cubicBezTo>
                    <a:pt x="101600" y="201734"/>
                    <a:pt x="99683" y="202372"/>
                    <a:pt x="98405" y="203649"/>
                  </a:cubicBezTo>
                  <a:cubicBezTo>
                    <a:pt x="95849" y="206203"/>
                    <a:pt x="93293" y="208756"/>
                    <a:pt x="90737" y="211310"/>
                  </a:cubicBezTo>
                  <a:lnTo>
                    <a:pt x="48564" y="169176"/>
                  </a:lnTo>
                  <a:cubicBezTo>
                    <a:pt x="56231" y="156408"/>
                    <a:pt x="56871" y="155769"/>
                    <a:pt x="56871" y="155131"/>
                  </a:cubicBezTo>
                  <a:cubicBezTo>
                    <a:pt x="58788" y="151300"/>
                    <a:pt x="58788" y="146193"/>
                    <a:pt x="58788" y="139809"/>
                  </a:cubicBezTo>
                  <a:cubicBezTo>
                    <a:pt x="58788" y="132148"/>
                    <a:pt x="59426" y="122572"/>
                    <a:pt x="61982" y="115550"/>
                  </a:cubicBezTo>
                  <a:cubicBezTo>
                    <a:pt x="65177" y="107251"/>
                    <a:pt x="67094" y="100867"/>
                    <a:pt x="70289" y="91291"/>
                  </a:cubicBezTo>
                  <a:cubicBezTo>
                    <a:pt x="72206" y="86184"/>
                    <a:pt x="74124" y="79161"/>
                    <a:pt x="76679" y="70862"/>
                  </a:cubicBezTo>
                  <a:cubicBezTo>
                    <a:pt x="76679" y="70862"/>
                    <a:pt x="77318" y="70224"/>
                    <a:pt x="77957" y="70224"/>
                  </a:cubicBezTo>
                  <a:cubicBezTo>
                    <a:pt x="78596" y="70224"/>
                    <a:pt x="79235" y="70224"/>
                    <a:pt x="79874" y="70862"/>
                  </a:cubicBezTo>
                  <a:cubicBezTo>
                    <a:pt x="83708" y="75969"/>
                    <a:pt x="85625" y="81715"/>
                    <a:pt x="84986" y="86822"/>
                  </a:cubicBezTo>
                  <a:cubicBezTo>
                    <a:pt x="83708" y="100867"/>
                    <a:pt x="81791" y="108528"/>
                    <a:pt x="78596" y="120019"/>
                  </a:cubicBezTo>
                  <a:cubicBezTo>
                    <a:pt x="77957" y="121934"/>
                    <a:pt x="78596" y="124488"/>
                    <a:pt x="79874" y="125764"/>
                  </a:cubicBezTo>
                  <a:cubicBezTo>
                    <a:pt x="86903" y="134702"/>
                    <a:pt x="98405" y="159600"/>
                    <a:pt x="88181" y="188327"/>
                  </a:cubicBezTo>
                  <a:cubicBezTo>
                    <a:pt x="86903" y="191519"/>
                    <a:pt x="88820" y="195350"/>
                    <a:pt x="92015" y="196627"/>
                  </a:cubicBezTo>
                  <a:cubicBezTo>
                    <a:pt x="92654" y="196627"/>
                    <a:pt x="93293" y="197265"/>
                    <a:pt x="93932" y="197265"/>
                  </a:cubicBezTo>
                  <a:cubicBezTo>
                    <a:pt x="96488" y="197265"/>
                    <a:pt x="99044" y="195350"/>
                    <a:pt x="99683" y="192796"/>
                  </a:cubicBezTo>
                  <a:cubicBezTo>
                    <a:pt x="100322" y="190881"/>
                    <a:pt x="100961" y="188966"/>
                    <a:pt x="101600" y="187689"/>
                  </a:cubicBezTo>
                  <a:lnTo>
                    <a:pt x="148247" y="187689"/>
                  </a:lnTo>
                  <a:cubicBezTo>
                    <a:pt x="139940" y="194073"/>
                    <a:pt x="126521" y="203649"/>
                    <a:pt x="103517" y="201734"/>
                  </a:cubicBezTo>
                  <a:close/>
                  <a:moveTo>
                    <a:pt x="175084" y="173006"/>
                  </a:moveTo>
                  <a:lnTo>
                    <a:pt x="103517" y="173006"/>
                  </a:lnTo>
                  <a:cubicBezTo>
                    <a:pt x="106073" y="149385"/>
                    <a:pt x="98405" y="130233"/>
                    <a:pt x="91376" y="119380"/>
                  </a:cubicBezTo>
                  <a:cubicBezTo>
                    <a:pt x="94571" y="109166"/>
                    <a:pt x="96488" y="100229"/>
                    <a:pt x="97766" y="86822"/>
                  </a:cubicBezTo>
                  <a:cubicBezTo>
                    <a:pt x="98405" y="78523"/>
                    <a:pt x="95849" y="70224"/>
                    <a:pt x="90098" y="62563"/>
                  </a:cubicBezTo>
                  <a:cubicBezTo>
                    <a:pt x="88820" y="60648"/>
                    <a:pt x="86903" y="59371"/>
                    <a:pt x="85625" y="58733"/>
                  </a:cubicBezTo>
                  <a:lnTo>
                    <a:pt x="85625" y="21067"/>
                  </a:lnTo>
                  <a:cubicBezTo>
                    <a:pt x="85625" y="16598"/>
                    <a:pt x="89459" y="12768"/>
                    <a:pt x="93932" y="12768"/>
                  </a:cubicBezTo>
                  <a:lnTo>
                    <a:pt x="175723" y="12768"/>
                  </a:lnTo>
                  <a:cubicBezTo>
                    <a:pt x="180196" y="12768"/>
                    <a:pt x="184030" y="16598"/>
                    <a:pt x="184030" y="21067"/>
                  </a:cubicBezTo>
                  <a:lnTo>
                    <a:pt x="184030" y="38942"/>
                  </a:lnTo>
                  <a:lnTo>
                    <a:pt x="177640" y="44688"/>
                  </a:lnTo>
                  <a:cubicBezTo>
                    <a:pt x="174445" y="47241"/>
                    <a:pt x="173806" y="51710"/>
                    <a:pt x="174445" y="56179"/>
                  </a:cubicBezTo>
                  <a:cubicBezTo>
                    <a:pt x="175084" y="60009"/>
                    <a:pt x="177001" y="63201"/>
                    <a:pt x="180196" y="66393"/>
                  </a:cubicBezTo>
                  <a:lnTo>
                    <a:pt x="180835" y="67032"/>
                  </a:lnTo>
                  <a:cubicBezTo>
                    <a:pt x="182113" y="68309"/>
                    <a:pt x="183391" y="69585"/>
                    <a:pt x="184669" y="70224"/>
                  </a:cubicBezTo>
                  <a:lnTo>
                    <a:pt x="178918" y="76608"/>
                  </a:lnTo>
                  <a:cubicBezTo>
                    <a:pt x="174445" y="82353"/>
                    <a:pt x="176363" y="91291"/>
                    <a:pt x="183391" y="97037"/>
                  </a:cubicBezTo>
                  <a:lnTo>
                    <a:pt x="184030" y="97675"/>
                  </a:lnTo>
                  <a:cubicBezTo>
                    <a:pt x="184669" y="98313"/>
                    <a:pt x="184669" y="98313"/>
                    <a:pt x="185308" y="98952"/>
                  </a:cubicBezTo>
                  <a:lnTo>
                    <a:pt x="178918" y="105974"/>
                  </a:lnTo>
                  <a:cubicBezTo>
                    <a:pt x="176363" y="109166"/>
                    <a:pt x="175723" y="112996"/>
                    <a:pt x="177001" y="117465"/>
                  </a:cubicBezTo>
                  <a:cubicBezTo>
                    <a:pt x="178279" y="120657"/>
                    <a:pt x="180196" y="123849"/>
                    <a:pt x="183391" y="126403"/>
                  </a:cubicBezTo>
                  <a:lnTo>
                    <a:pt x="184030" y="127041"/>
                  </a:lnTo>
                  <a:cubicBezTo>
                    <a:pt x="184669" y="127680"/>
                    <a:pt x="185308" y="127680"/>
                    <a:pt x="185947" y="128318"/>
                  </a:cubicBezTo>
                  <a:lnTo>
                    <a:pt x="178918" y="135979"/>
                  </a:lnTo>
                  <a:cubicBezTo>
                    <a:pt x="174445" y="141086"/>
                    <a:pt x="176363" y="150024"/>
                    <a:pt x="182752" y="156408"/>
                  </a:cubicBezTo>
                  <a:lnTo>
                    <a:pt x="183391" y="156408"/>
                  </a:lnTo>
                  <a:lnTo>
                    <a:pt x="183391" y="164707"/>
                  </a:lnTo>
                  <a:cubicBezTo>
                    <a:pt x="183391" y="169176"/>
                    <a:pt x="179557" y="173006"/>
                    <a:pt x="175084" y="173006"/>
                  </a:cubicBezTo>
                  <a:close/>
                  <a:moveTo>
                    <a:pt x="204478" y="138532"/>
                  </a:moveTo>
                  <a:lnTo>
                    <a:pt x="195532" y="148747"/>
                  </a:lnTo>
                  <a:cubicBezTo>
                    <a:pt x="194893" y="148747"/>
                    <a:pt x="193615" y="148108"/>
                    <a:pt x="192337" y="146832"/>
                  </a:cubicBezTo>
                  <a:lnTo>
                    <a:pt x="191698" y="146193"/>
                  </a:lnTo>
                  <a:cubicBezTo>
                    <a:pt x="190420" y="144916"/>
                    <a:pt x="189781" y="143640"/>
                    <a:pt x="189781" y="143001"/>
                  </a:cubicBezTo>
                  <a:lnTo>
                    <a:pt x="198727" y="132787"/>
                  </a:lnTo>
                  <a:cubicBezTo>
                    <a:pt x="199366" y="132148"/>
                    <a:pt x="200644" y="131510"/>
                    <a:pt x="201283" y="131510"/>
                  </a:cubicBezTo>
                  <a:cubicBezTo>
                    <a:pt x="202561" y="131510"/>
                    <a:pt x="203200" y="131510"/>
                    <a:pt x="203839" y="132148"/>
                  </a:cubicBezTo>
                  <a:lnTo>
                    <a:pt x="204478" y="132787"/>
                  </a:lnTo>
                  <a:cubicBezTo>
                    <a:pt x="205756" y="135340"/>
                    <a:pt x="205756" y="137256"/>
                    <a:pt x="204478" y="138532"/>
                  </a:cubicBezTo>
                  <a:close/>
                </a:path>
              </a:pathLst>
            </a:custGeom>
            <a:solidFill>
              <a:srgbClr val="012169"/>
            </a:solidFill>
            <a:ln w="6390" cap="flat">
              <a:noFill/>
              <a:prstDash val="solid"/>
              <a:miter/>
            </a:ln>
          </p:spPr>
          <p:txBody>
            <a:bodyPr rtlCol="0" anchor="ctr"/>
            <a:lstStyle/>
            <a:p>
              <a:endParaRPr lang="en-US"/>
            </a:p>
          </p:txBody>
        </p:sp>
        <p:sp>
          <p:nvSpPr>
            <p:cNvPr id="499" name="Graphic 4">
              <a:extLst>
                <a:ext uri="{FF2B5EF4-FFF2-40B4-BE49-F238E27FC236}">
                  <a16:creationId xmlns:a16="http://schemas.microsoft.com/office/drawing/2014/main" id="{8FF71F3C-A855-2945-B516-8E9A6E30CC39}"/>
                </a:ext>
              </a:extLst>
            </p:cNvPr>
            <p:cNvSpPr/>
            <p:nvPr/>
          </p:nvSpPr>
          <p:spPr>
            <a:xfrm>
              <a:off x="3800095" y="1625524"/>
              <a:ext cx="31949" cy="12767"/>
            </a:xfrm>
            <a:custGeom>
              <a:avLst/>
              <a:gdLst>
                <a:gd name="connsiteX0" fmla="*/ 25560 w 31949"/>
                <a:gd name="connsiteY0" fmla="*/ 0 h 12767"/>
                <a:gd name="connsiteX1" fmla="*/ 6390 w 31949"/>
                <a:gd name="connsiteY1" fmla="*/ 0 h 12767"/>
                <a:gd name="connsiteX2" fmla="*/ 0 w 31949"/>
                <a:gd name="connsiteY2" fmla="*/ 6384 h 12767"/>
                <a:gd name="connsiteX3" fmla="*/ 6390 w 31949"/>
                <a:gd name="connsiteY3" fmla="*/ 12768 h 12767"/>
                <a:gd name="connsiteX4" fmla="*/ 25560 w 31949"/>
                <a:gd name="connsiteY4" fmla="*/ 12768 h 12767"/>
                <a:gd name="connsiteX5" fmla="*/ 31950 w 31949"/>
                <a:gd name="connsiteY5" fmla="*/ 6384 h 12767"/>
                <a:gd name="connsiteX6" fmla="*/ 25560 w 3194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49" h="12767">
                  <a:moveTo>
                    <a:pt x="25560" y="0"/>
                  </a:moveTo>
                  <a:lnTo>
                    <a:pt x="6390" y="0"/>
                  </a:lnTo>
                  <a:cubicBezTo>
                    <a:pt x="2556" y="0"/>
                    <a:pt x="0" y="2554"/>
                    <a:pt x="0" y="6384"/>
                  </a:cubicBezTo>
                  <a:cubicBezTo>
                    <a:pt x="0" y="10214"/>
                    <a:pt x="2556" y="12768"/>
                    <a:pt x="6390" y="12768"/>
                  </a:cubicBezTo>
                  <a:lnTo>
                    <a:pt x="25560" y="12768"/>
                  </a:lnTo>
                  <a:cubicBezTo>
                    <a:pt x="29394" y="12768"/>
                    <a:pt x="31950" y="10214"/>
                    <a:pt x="31950" y="6384"/>
                  </a:cubicBezTo>
                  <a:cubicBezTo>
                    <a:pt x="31950" y="2554"/>
                    <a:pt x="29394" y="0"/>
                    <a:pt x="25560" y="0"/>
                  </a:cubicBezTo>
                  <a:close/>
                </a:path>
              </a:pathLst>
            </a:custGeom>
            <a:solidFill>
              <a:srgbClr val="012169"/>
            </a:solidFill>
            <a:ln w="6390" cap="flat">
              <a:noFill/>
              <a:prstDash val="solid"/>
              <a:miter/>
            </a:ln>
          </p:spPr>
          <p:txBody>
            <a:bodyPr rtlCol="0" anchor="ctr"/>
            <a:lstStyle/>
            <a:p>
              <a:endParaRPr lang="en-US"/>
            </a:p>
          </p:txBody>
        </p:sp>
        <p:sp>
          <p:nvSpPr>
            <p:cNvPr id="500" name="Graphic 4">
              <a:extLst>
                <a:ext uri="{FF2B5EF4-FFF2-40B4-BE49-F238E27FC236}">
                  <a16:creationId xmlns:a16="http://schemas.microsoft.com/office/drawing/2014/main" id="{ABBD5DD9-5ADC-AC4F-B3C4-43B63C469C2B}"/>
                </a:ext>
              </a:extLst>
            </p:cNvPr>
            <p:cNvSpPr/>
            <p:nvPr/>
          </p:nvSpPr>
          <p:spPr>
            <a:xfrm>
              <a:off x="3780925" y="1514443"/>
              <a:ext cx="70289" cy="70223"/>
            </a:xfrm>
            <a:custGeom>
              <a:avLst/>
              <a:gdLst>
                <a:gd name="connsiteX0" fmla="*/ 63899 w 70289"/>
                <a:gd name="connsiteY0" fmla="*/ 19152 h 70223"/>
                <a:gd name="connsiteX1" fmla="*/ 51119 w 70289"/>
                <a:gd name="connsiteY1" fmla="*/ 19152 h 70223"/>
                <a:gd name="connsiteX2" fmla="*/ 51119 w 70289"/>
                <a:gd name="connsiteY2" fmla="*/ 6384 h 70223"/>
                <a:gd name="connsiteX3" fmla="*/ 44730 w 70289"/>
                <a:gd name="connsiteY3" fmla="*/ 0 h 70223"/>
                <a:gd name="connsiteX4" fmla="*/ 25560 w 70289"/>
                <a:gd name="connsiteY4" fmla="*/ 0 h 70223"/>
                <a:gd name="connsiteX5" fmla="*/ 19170 w 70289"/>
                <a:gd name="connsiteY5" fmla="*/ 6384 h 70223"/>
                <a:gd name="connsiteX6" fmla="*/ 19170 w 70289"/>
                <a:gd name="connsiteY6" fmla="*/ 19152 h 70223"/>
                <a:gd name="connsiteX7" fmla="*/ 6390 w 70289"/>
                <a:gd name="connsiteY7" fmla="*/ 19152 h 70223"/>
                <a:gd name="connsiteX8" fmla="*/ 0 w 70289"/>
                <a:gd name="connsiteY8" fmla="*/ 25536 h 70223"/>
                <a:gd name="connsiteX9" fmla="*/ 0 w 70289"/>
                <a:gd name="connsiteY9" fmla="*/ 44688 h 70223"/>
                <a:gd name="connsiteX10" fmla="*/ 6390 w 70289"/>
                <a:gd name="connsiteY10" fmla="*/ 51072 h 70223"/>
                <a:gd name="connsiteX11" fmla="*/ 19170 w 70289"/>
                <a:gd name="connsiteY11" fmla="*/ 51072 h 70223"/>
                <a:gd name="connsiteX12" fmla="*/ 19170 w 70289"/>
                <a:gd name="connsiteY12" fmla="*/ 63840 h 70223"/>
                <a:gd name="connsiteX13" fmla="*/ 25560 w 70289"/>
                <a:gd name="connsiteY13" fmla="*/ 70224 h 70223"/>
                <a:gd name="connsiteX14" fmla="*/ 44730 w 70289"/>
                <a:gd name="connsiteY14" fmla="*/ 70224 h 70223"/>
                <a:gd name="connsiteX15" fmla="*/ 51119 w 70289"/>
                <a:gd name="connsiteY15" fmla="*/ 63840 h 70223"/>
                <a:gd name="connsiteX16" fmla="*/ 51119 w 70289"/>
                <a:gd name="connsiteY16" fmla="*/ 51072 h 70223"/>
                <a:gd name="connsiteX17" fmla="*/ 63899 w 70289"/>
                <a:gd name="connsiteY17" fmla="*/ 51072 h 70223"/>
                <a:gd name="connsiteX18" fmla="*/ 70289 w 70289"/>
                <a:gd name="connsiteY18" fmla="*/ 44688 h 70223"/>
                <a:gd name="connsiteX19" fmla="*/ 70289 w 70289"/>
                <a:gd name="connsiteY19" fmla="*/ 25536 h 70223"/>
                <a:gd name="connsiteX20" fmla="*/ 63899 w 70289"/>
                <a:gd name="connsiteY20" fmla="*/ 19152 h 70223"/>
                <a:gd name="connsiteX21" fmla="*/ 57509 w 70289"/>
                <a:gd name="connsiteY21" fmla="*/ 38942 h 70223"/>
                <a:gd name="connsiteX22" fmla="*/ 44730 w 70289"/>
                <a:gd name="connsiteY22" fmla="*/ 38942 h 70223"/>
                <a:gd name="connsiteX23" fmla="*/ 38340 w 70289"/>
                <a:gd name="connsiteY23" fmla="*/ 45326 h 70223"/>
                <a:gd name="connsiteX24" fmla="*/ 38340 w 70289"/>
                <a:gd name="connsiteY24" fmla="*/ 58094 h 70223"/>
                <a:gd name="connsiteX25" fmla="*/ 31950 w 70289"/>
                <a:gd name="connsiteY25" fmla="*/ 58094 h 70223"/>
                <a:gd name="connsiteX26" fmla="*/ 31950 w 70289"/>
                <a:gd name="connsiteY26" fmla="*/ 45326 h 70223"/>
                <a:gd name="connsiteX27" fmla="*/ 25560 w 70289"/>
                <a:gd name="connsiteY27" fmla="*/ 38942 h 70223"/>
                <a:gd name="connsiteX28" fmla="*/ 12780 w 70289"/>
                <a:gd name="connsiteY28" fmla="*/ 38942 h 70223"/>
                <a:gd name="connsiteX29" fmla="*/ 12780 w 70289"/>
                <a:gd name="connsiteY29" fmla="*/ 32558 h 70223"/>
                <a:gd name="connsiteX30" fmla="*/ 25560 w 70289"/>
                <a:gd name="connsiteY30" fmla="*/ 32558 h 70223"/>
                <a:gd name="connsiteX31" fmla="*/ 31950 w 70289"/>
                <a:gd name="connsiteY31" fmla="*/ 26174 h 70223"/>
                <a:gd name="connsiteX32" fmla="*/ 31950 w 70289"/>
                <a:gd name="connsiteY32" fmla="*/ 13406 h 70223"/>
                <a:gd name="connsiteX33" fmla="*/ 38340 w 70289"/>
                <a:gd name="connsiteY33" fmla="*/ 13406 h 70223"/>
                <a:gd name="connsiteX34" fmla="*/ 38340 w 70289"/>
                <a:gd name="connsiteY34" fmla="*/ 26174 h 70223"/>
                <a:gd name="connsiteX35" fmla="*/ 44730 w 70289"/>
                <a:gd name="connsiteY35" fmla="*/ 32558 h 70223"/>
                <a:gd name="connsiteX36" fmla="*/ 57509 w 70289"/>
                <a:gd name="connsiteY36" fmla="*/ 32558 h 70223"/>
                <a:gd name="connsiteX37" fmla="*/ 57509 w 70289"/>
                <a:gd name="connsiteY37" fmla="*/ 38942 h 7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0289" h="70223">
                  <a:moveTo>
                    <a:pt x="63899" y="19152"/>
                  </a:moveTo>
                  <a:lnTo>
                    <a:pt x="51119" y="19152"/>
                  </a:lnTo>
                  <a:lnTo>
                    <a:pt x="51119" y="6384"/>
                  </a:lnTo>
                  <a:cubicBezTo>
                    <a:pt x="51119" y="2554"/>
                    <a:pt x="48563" y="0"/>
                    <a:pt x="44730" y="0"/>
                  </a:cubicBezTo>
                  <a:lnTo>
                    <a:pt x="25560" y="0"/>
                  </a:lnTo>
                  <a:cubicBezTo>
                    <a:pt x="21726" y="0"/>
                    <a:pt x="19170" y="2554"/>
                    <a:pt x="19170" y="6384"/>
                  </a:cubicBezTo>
                  <a:lnTo>
                    <a:pt x="19170" y="19152"/>
                  </a:lnTo>
                  <a:lnTo>
                    <a:pt x="6390" y="19152"/>
                  </a:lnTo>
                  <a:cubicBezTo>
                    <a:pt x="2556" y="19152"/>
                    <a:pt x="0" y="21706"/>
                    <a:pt x="0" y="25536"/>
                  </a:cubicBezTo>
                  <a:lnTo>
                    <a:pt x="0" y="44688"/>
                  </a:lnTo>
                  <a:cubicBezTo>
                    <a:pt x="0" y="48518"/>
                    <a:pt x="2556" y="51072"/>
                    <a:pt x="6390" y="51072"/>
                  </a:cubicBezTo>
                  <a:lnTo>
                    <a:pt x="19170" y="51072"/>
                  </a:lnTo>
                  <a:lnTo>
                    <a:pt x="19170" y="63840"/>
                  </a:lnTo>
                  <a:cubicBezTo>
                    <a:pt x="19170" y="67670"/>
                    <a:pt x="21726" y="70224"/>
                    <a:pt x="25560" y="70224"/>
                  </a:cubicBezTo>
                  <a:lnTo>
                    <a:pt x="44730" y="70224"/>
                  </a:lnTo>
                  <a:cubicBezTo>
                    <a:pt x="48563" y="70224"/>
                    <a:pt x="51119" y="67670"/>
                    <a:pt x="51119" y="63840"/>
                  </a:cubicBezTo>
                  <a:lnTo>
                    <a:pt x="51119" y="51072"/>
                  </a:lnTo>
                  <a:lnTo>
                    <a:pt x="63899" y="51072"/>
                  </a:lnTo>
                  <a:cubicBezTo>
                    <a:pt x="67733" y="51072"/>
                    <a:pt x="70289" y="48518"/>
                    <a:pt x="70289" y="44688"/>
                  </a:cubicBezTo>
                  <a:lnTo>
                    <a:pt x="70289" y="25536"/>
                  </a:lnTo>
                  <a:cubicBezTo>
                    <a:pt x="70289" y="22344"/>
                    <a:pt x="67733" y="19152"/>
                    <a:pt x="63899" y="19152"/>
                  </a:cubicBezTo>
                  <a:close/>
                  <a:moveTo>
                    <a:pt x="57509" y="38942"/>
                  </a:moveTo>
                  <a:lnTo>
                    <a:pt x="44730" y="38942"/>
                  </a:lnTo>
                  <a:cubicBezTo>
                    <a:pt x="40895" y="38942"/>
                    <a:pt x="38340" y="41496"/>
                    <a:pt x="38340" y="45326"/>
                  </a:cubicBezTo>
                  <a:lnTo>
                    <a:pt x="38340" y="58094"/>
                  </a:lnTo>
                  <a:lnTo>
                    <a:pt x="31950" y="58094"/>
                  </a:lnTo>
                  <a:lnTo>
                    <a:pt x="31950" y="45326"/>
                  </a:lnTo>
                  <a:cubicBezTo>
                    <a:pt x="31950" y="41496"/>
                    <a:pt x="29394" y="38942"/>
                    <a:pt x="25560" y="38942"/>
                  </a:cubicBezTo>
                  <a:lnTo>
                    <a:pt x="12780" y="38942"/>
                  </a:lnTo>
                  <a:lnTo>
                    <a:pt x="12780" y="32558"/>
                  </a:lnTo>
                  <a:lnTo>
                    <a:pt x="25560" y="32558"/>
                  </a:lnTo>
                  <a:cubicBezTo>
                    <a:pt x="29394" y="32558"/>
                    <a:pt x="31950" y="30005"/>
                    <a:pt x="31950" y="26174"/>
                  </a:cubicBezTo>
                  <a:lnTo>
                    <a:pt x="31950" y="13406"/>
                  </a:lnTo>
                  <a:lnTo>
                    <a:pt x="38340" y="13406"/>
                  </a:lnTo>
                  <a:lnTo>
                    <a:pt x="38340" y="26174"/>
                  </a:lnTo>
                  <a:cubicBezTo>
                    <a:pt x="38340" y="30005"/>
                    <a:pt x="40895" y="32558"/>
                    <a:pt x="44730" y="32558"/>
                  </a:cubicBezTo>
                  <a:lnTo>
                    <a:pt x="57509" y="32558"/>
                  </a:lnTo>
                  <a:lnTo>
                    <a:pt x="57509" y="38942"/>
                  </a:lnTo>
                  <a:close/>
                </a:path>
              </a:pathLst>
            </a:custGeom>
            <a:solidFill>
              <a:srgbClr val="012169"/>
            </a:solidFill>
            <a:ln w="6390" cap="flat">
              <a:noFill/>
              <a:prstDash val="solid"/>
              <a:miter/>
            </a:ln>
          </p:spPr>
          <p:txBody>
            <a:bodyPr rtlCol="0" anchor="ctr"/>
            <a:lstStyle/>
            <a:p>
              <a:endParaRPr lang="en-US"/>
            </a:p>
          </p:txBody>
        </p:sp>
      </p:grpSp>
      <p:grpSp>
        <p:nvGrpSpPr>
          <p:cNvPr id="501" name="Graphic 4">
            <a:extLst>
              <a:ext uri="{FF2B5EF4-FFF2-40B4-BE49-F238E27FC236}">
                <a16:creationId xmlns:a16="http://schemas.microsoft.com/office/drawing/2014/main" id="{C557B96C-9975-1E4E-A281-AD474A961737}"/>
              </a:ext>
            </a:extLst>
          </p:cNvPr>
          <p:cNvGrpSpPr/>
          <p:nvPr/>
        </p:nvGrpSpPr>
        <p:grpSpPr>
          <a:xfrm>
            <a:off x="4046108" y="1402085"/>
            <a:ext cx="361670" cy="361333"/>
            <a:chOff x="4046108" y="1402085"/>
            <a:chExt cx="361670" cy="361333"/>
          </a:xfrm>
          <a:solidFill>
            <a:srgbClr val="012169"/>
          </a:solidFill>
        </p:grpSpPr>
        <p:sp>
          <p:nvSpPr>
            <p:cNvPr id="502" name="Graphic 4">
              <a:extLst>
                <a:ext uri="{FF2B5EF4-FFF2-40B4-BE49-F238E27FC236}">
                  <a16:creationId xmlns:a16="http://schemas.microsoft.com/office/drawing/2014/main" id="{F075E9C8-88C6-EB4C-A378-2E5E3C0E9BDC}"/>
                </a:ext>
              </a:extLst>
            </p:cNvPr>
            <p:cNvSpPr/>
            <p:nvPr/>
          </p:nvSpPr>
          <p:spPr>
            <a:xfrm>
              <a:off x="4306817" y="1538702"/>
              <a:ext cx="16226" cy="17875"/>
            </a:xfrm>
            <a:custGeom>
              <a:avLst/>
              <a:gdLst>
                <a:gd name="connsiteX0" fmla="*/ 14697 w 16226"/>
                <a:gd name="connsiteY0" fmla="*/ 1915 h 17875"/>
                <a:gd name="connsiteX1" fmla="*/ 14058 w 16226"/>
                <a:gd name="connsiteY1" fmla="*/ 1277 h 17875"/>
                <a:gd name="connsiteX2" fmla="*/ 11502 w 16226"/>
                <a:gd name="connsiteY2" fmla="*/ 0 h 17875"/>
                <a:gd name="connsiteX3" fmla="*/ 8946 w 16226"/>
                <a:gd name="connsiteY3" fmla="*/ 1277 h 17875"/>
                <a:gd name="connsiteX4" fmla="*/ 0 w 16226"/>
                <a:gd name="connsiteY4" fmla="*/ 12130 h 17875"/>
                <a:gd name="connsiteX5" fmla="*/ 2556 w 16226"/>
                <a:gd name="connsiteY5" fmla="*/ 15322 h 17875"/>
                <a:gd name="connsiteX6" fmla="*/ 3195 w 16226"/>
                <a:gd name="connsiteY6" fmla="*/ 15960 h 17875"/>
                <a:gd name="connsiteX7" fmla="*/ 6390 w 16226"/>
                <a:gd name="connsiteY7" fmla="*/ 17875 h 17875"/>
                <a:gd name="connsiteX8" fmla="*/ 15336 w 16226"/>
                <a:gd name="connsiteY8" fmla="*/ 7022 h 17875"/>
                <a:gd name="connsiteX9" fmla="*/ 14697 w 16226"/>
                <a:gd name="connsiteY9" fmla="*/ 1915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26" h="17875">
                  <a:moveTo>
                    <a:pt x="14697" y="1915"/>
                  </a:moveTo>
                  <a:lnTo>
                    <a:pt x="14058" y="1277"/>
                  </a:lnTo>
                  <a:cubicBezTo>
                    <a:pt x="13419" y="638"/>
                    <a:pt x="12141" y="0"/>
                    <a:pt x="11502" y="0"/>
                  </a:cubicBezTo>
                  <a:cubicBezTo>
                    <a:pt x="10863" y="0"/>
                    <a:pt x="10224" y="0"/>
                    <a:pt x="8946" y="1277"/>
                  </a:cubicBezTo>
                  <a:lnTo>
                    <a:pt x="0" y="12130"/>
                  </a:lnTo>
                  <a:cubicBezTo>
                    <a:pt x="0" y="12768"/>
                    <a:pt x="639" y="14045"/>
                    <a:pt x="2556" y="15322"/>
                  </a:cubicBezTo>
                  <a:lnTo>
                    <a:pt x="3195" y="15960"/>
                  </a:lnTo>
                  <a:cubicBezTo>
                    <a:pt x="4473" y="17237"/>
                    <a:pt x="5751" y="17875"/>
                    <a:pt x="6390" y="17875"/>
                  </a:cubicBezTo>
                  <a:lnTo>
                    <a:pt x="15336" y="7022"/>
                  </a:lnTo>
                  <a:cubicBezTo>
                    <a:pt x="16614" y="5107"/>
                    <a:pt x="16614" y="3192"/>
                    <a:pt x="14697" y="1915"/>
                  </a:cubicBezTo>
                  <a:close/>
                </a:path>
              </a:pathLst>
            </a:custGeom>
            <a:solidFill>
              <a:srgbClr val="012169"/>
            </a:solidFill>
            <a:ln w="6390" cap="flat">
              <a:noFill/>
              <a:prstDash val="solid"/>
              <a:miter/>
            </a:ln>
          </p:spPr>
          <p:txBody>
            <a:bodyPr rtlCol="0" anchor="ctr"/>
            <a:lstStyle/>
            <a:p>
              <a:endParaRPr lang="en-US"/>
            </a:p>
          </p:txBody>
        </p:sp>
        <p:sp>
          <p:nvSpPr>
            <p:cNvPr id="503" name="Graphic 4">
              <a:extLst>
                <a:ext uri="{FF2B5EF4-FFF2-40B4-BE49-F238E27FC236}">
                  <a16:creationId xmlns:a16="http://schemas.microsoft.com/office/drawing/2014/main" id="{EEB28F0C-B0F0-6E44-8705-48C803A800E5}"/>
                </a:ext>
              </a:extLst>
            </p:cNvPr>
            <p:cNvSpPr/>
            <p:nvPr/>
          </p:nvSpPr>
          <p:spPr>
            <a:xfrm>
              <a:off x="4232055" y="1527211"/>
              <a:ext cx="44729" cy="44687"/>
            </a:xfrm>
            <a:custGeom>
              <a:avLst/>
              <a:gdLst>
                <a:gd name="connsiteX0" fmla="*/ 25560 w 44729"/>
                <a:gd name="connsiteY0" fmla="*/ 12768 h 44687"/>
                <a:gd name="connsiteX1" fmla="*/ 25560 w 44729"/>
                <a:gd name="connsiteY1" fmla="*/ 0 h 44687"/>
                <a:gd name="connsiteX2" fmla="*/ 19170 w 44729"/>
                <a:gd name="connsiteY2" fmla="*/ 0 h 44687"/>
                <a:gd name="connsiteX3" fmla="*/ 19170 w 44729"/>
                <a:gd name="connsiteY3" fmla="*/ 12768 h 44687"/>
                <a:gd name="connsiteX4" fmla="*/ 12780 w 44729"/>
                <a:gd name="connsiteY4" fmla="*/ 19152 h 44687"/>
                <a:gd name="connsiteX5" fmla="*/ 0 w 44729"/>
                <a:gd name="connsiteY5" fmla="*/ 19152 h 44687"/>
                <a:gd name="connsiteX6" fmla="*/ 0 w 44729"/>
                <a:gd name="connsiteY6" fmla="*/ 25536 h 44687"/>
                <a:gd name="connsiteX7" fmla="*/ 12780 w 44729"/>
                <a:gd name="connsiteY7" fmla="*/ 25536 h 44687"/>
                <a:gd name="connsiteX8" fmla="*/ 19170 w 44729"/>
                <a:gd name="connsiteY8" fmla="*/ 31920 h 44687"/>
                <a:gd name="connsiteX9" fmla="*/ 19170 w 44729"/>
                <a:gd name="connsiteY9" fmla="*/ 44688 h 44687"/>
                <a:gd name="connsiteX10" fmla="*/ 25560 w 44729"/>
                <a:gd name="connsiteY10" fmla="*/ 44688 h 44687"/>
                <a:gd name="connsiteX11" fmla="*/ 25560 w 44729"/>
                <a:gd name="connsiteY11" fmla="*/ 31920 h 44687"/>
                <a:gd name="connsiteX12" fmla="*/ 31950 w 44729"/>
                <a:gd name="connsiteY12" fmla="*/ 25536 h 44687"/>
                <a:gd name="connsiteX13" fmla="*/ 44730 w 44729"/>
                <a:gd name="connsiteY13" fmla="*/ 25536 h 44687"/>
                <a:gd name="connsiteX14" fmla="*/ 44730 w 44729"/>
                <a:gd name="connsiteY14" fmla="*/ 19152 h 44687"/>
                <a:gd name="connsiteX15" fmla="*/ 31950 w 44729"/>
                <a:gd name="connsiteY15" fmla="*/ 19152 h 44687"/>
                <a:gd name="connsiteX16" fmla="*/ 25560 w 44729"/>
                <a:gd name="connsiteY16" fmla="*/ 12768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729" h="44687">
                  <a:moveTo>
                    <a:pt x="25560" y="12768"/>
                  </a:moveTo>
                  <a:lnTo>
                    <a:pt x="25560" y="0"/>
                  </a:lnTo>
                  <a:lnTo>
                    <a:pt x="19170" y="0"/>
                  </a:lnTo>
                  <a:lnTo>
                    <a:pt x="19170" y="12768"/>
                  </a:lnTo>
                  <a:cubicBezTo>
                    <a:pt x="19170" y="16598"/>
                    <a:pt x="16614" y="19152"/>
                    <a:pt x="12780" y="19152"/>
                  </a:cubicBezTo>
                  <a:lnTo>
                    <a:pt x="0" y="19152"/>
                  </a:lnTo>
                  <a:lnTo>
                    <a:pt x="0" y="25536"/>
                  </a:lnTo>
                  <a:lnTo>
                    <a:pt x="12780" y="25536"/>
                  </a:lnTo>
                  <a:cubicBezTo>
                    <a:pt x="16614" y="25536"/>
                    <a:pt x="19170" y="28089"/>
                    <a:pt x="19170" y="31920"/>
                  </a:cubicBezTo>
                  <a:lnTo>
                    <a:pt x="19170" y="44688"/>
                  </a:lnTo>
                  <a:lnTo>
                    <a:pt x="25560" y="44688"/>
                  </a:lnTo>
                  <a:lnTo>
                    <a:pt x="25560" y="31920"/>
                  </a:lnTo>
                  <a:cubicBezTo>
                    <a:pt x="25560" y="28089"/>
                    <a:pt x="28116" y="25536"/>
                    <a:pt x="31950" y="25536"/>
                  </a:cubicBezTo>
                  <a:lnTo>
                    <a:pt x="44730" y="25536"/>
                  </a:lnTo>
                  <a:lnTo>
                    <a:pt x="44730" y="19152"/>
                  </a:lnTo>
                  <a:lnTo>
                    <a:pt x="31950" y="19152"/>
                  </a:lnTo>
                  <a:cubicBezTo>
                    <a:pt x="28116" y="19152"/>
                    <a:pt x="25560" y="16598"/>
                    <a:pt x="25560" y="12768"/>
                  </a:cubicBezTo>
                  <a:close/>
                </a:path>
              </a:pathLst>
            </a:custGeom>
            <a:solidFill>
              <a:srgbClr val="012169"/>
            </a:solidFill>
            <a:ln w="6390" cap="flat">
              <a:noFill/>
              <a:prstDash val="solid"/>
              <a:miter/>
            </a:ln>
          </p:spPr>
          <p:txBody>
            <a:bodyPr rtlCol="0" anchor="ctr"/>
            <a:lstStyle/>
            <a:p>
              <a:endParaRPr lang="en-US"/>
            </a:p>
          </p:txBody>
        </p:sp>
        <p:sp>
          <p:nvSpPr>
            <p:cNvPr id="504" name="Graphic 4">
              <a:extLst>
                <a:ext uri="{FF2B5EF4-FFF2-40B4-BE49-F238E27FC236}">
                  <a16:creationId xmlns:a16="http://schemas.microsoft.com/office/drawing/2014/main" id="{BAFBCC52-DBFE-3848-9F93-BFF6FE1A5170}"/>
                </a:ext>
              </a:extLst>
            </p:cNvPr>
            <p:cNvSpPr/>
            <p:nvPr/>
          </p:nvSpPr>
          <p:spPr>
            <a:xfrm>
              <a:off x="4165600" y="1534871"/>
              <a:ext cx="99044" cy="141724"/>
            </a:xfrm>
            <a:custGeom>
              <a:avLst/>
              <a:gdLst>
                <a:gd name="connsiteX0" fmla="*/ 51119 w 99044"/>
                <a:gd name="connsiteY0" fmla="*/ 122572 h 141724"/>
                <a:gd name="connsiteX1" fmla="*/ 45368 w 99044"/>
                <a:gd name="connsiteY1" fmla="*/ 127041 h 141724"/>
                <a:gd name="connsiteX2" fmla="*/ 43451 w 99044"/>
                <a:gd name="connsiteY2" fmla="*/ 126403 h 141724"/>
                <a:gd name="connsiteX3" fmla="*/ 39617 w 99044"/>
                <a:gd name="connsiteY3" fmla="*/ 118104 h 141724"/>
                <a:gd name="connsiteX4" fmla="*/ 31310 w 99044"/>
                <a:gd name="connsiteY4" fmla="*/ 55541 h 141724"/>
                <a:gd name="connsiteX5" fmla="*/ 30032 w 99044"/>
                <a:gd name="connsiteY5" fmla="*/ 49795 h 141724"/>
                <a:gd name="connsiteX6" fmla="*/ 36422 w 99044"/>
                <a:gd name="connsiteY6" fmla="*/ 16598 h 141724"/>
                <a:gd name="connsiteX7" fmla="*/ 31310 w 99044"/>
                <a:gd name="connsiteY7" fmla="*/ 638 h 141724"/>
                <a:gd name="connsiteX8" fmla="*/ 29394 w 99044"/>
                <a:gd name="connsiteY8" fmla="*/ 0 h 141724"/>
                <a:gd name="connsiteX9" fmla="*/ 28115 w 99044"/>
                <a:gd name="connsiteY9" fmla="*/ 638 h 141724"/>
                <a:gd name="connsiteX10" fmla="*/ 21726 w 99044"/>
                <a:gd name="connsiteY10" fmla="*/ 21706 h 141724"/>
                <a:gd name="connsiteX11" fmla="*/ 13419 w 99044"/>
                <a:gd name="connsiteY11" fmla="*/ 45965 h 141724"/>
                <a:gd name="connsiteX12" fmla="*/ 10224 w 99044"/>
                <a:gd name="connsiteY12" fmla="*/ 70224 h 141724"/>
                <a:gd name="connsiteX13" fmla="*/ 8307 w 99044"/>
                <a:gd name="connsiteY13" fmla="*/ 85545 h 141724"/>
                <a:gd name="connsiteX14" fmla="*/ 0 w 99044"/>
                <a:gd name="connsiteY14" fmla="*/ 99590 h 141724"/>
                <a:gd name="connsiteX15" fmla="*/ 42173 w 99044"/>
                <a:gd name="connsiteY15" fmla="*/ 141724 h 141724"/>
                <a:gd name="connsiteX16" fmla="*/ 49841 w 99044"/>
                <a:gd name="connsiteY16" fmla="*/ 134064 h 141724"/>
                <a:gd name="connsiteX17" fmla="*/ 54953 w 99044"/>
                <a:gd name="connsiteY17" fmla="*/ 132148 h 141724"/>
                <a:gd name="connsiteX18" fmla="*/ 99044 w 99044"/>
                <a:gd name="connsiteY18" fmla="*/ 116188 h 141724"/>
                <a:gd name="connsiteX19" fmla="*/ 52397 w 99044"/>
                <a:gd name="connsiteY19" fmla="*/ 116188 h 141724"/>
                <a:gd name="connsiteX20" fmla="*/ 51119 w 99044"/>
                <a:gd name="connsiteY20" fmla="*/ 122572 h 141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9044" h="141724">
                  <a:moveTo>
                    <a:pt x="51119" y="122572"/>
                  </a:moveTo>
                  <a:cubicBezTo>
                    <a:pt x="50480" y="125126"/>
                    <a:pt x="47925" y="127041"/>
                    <a:pt x="45368" y="127041"/>
                  </a:cubicBezTo>
                  <a:cubicBezTo>
                    <a:pt x="44730" y="127041"/>
                    <a:pt x="44090" y="127041"/>
                    <a:pt x="43451" y="126403"/>
                  </a:cubicBezTo>
                  <a:cubicBezTo>
                    <a:pt x="40257" y="125126"/>
                    <a:pt x="38340" y="121296"/>
                    <a:pt x="39617" y="118104"/>
                  </a:cubicBezTo>
                  <a:cubicBezTo>
                    <a:pt x="49841" y="89376"/>
                    <a:pt x="38340" y="64478"/>
                    <a:pt x="31310" y="55541"/>
                  </a:cubicBezTo>
                  <a:cubicBezTo>
                    <a:pt x="30032" y="53625"/>
                    <a:pt x="29394" y="51710"/>
                    <a:pt x="30032" y="49795"/>
                  </a:cubicBezTo>
                  <a:cubicBezTo>
                    <a:pt x="33867" y="38942"/>
                    <a:pt x="35145" y="30643"/>
                    <a:pt x="36422" y="16598"/>
                  </a:cubicBezTo>
                  <a:cubicBezTo>
                    <a:pt x="37062" y="11491"/>
                    <a:pt x="35145" y="6384"/>
                    <a:pt x="31310" y="638"/>
                  </a:cubicBezTo>
                  <a:cubicBezTo>
                    <a:pt x="30672" y="0"/>
                    <a:pt x="30032" y="0"/>
                    <a:pt x="29394" y="0"/>
                  </a:cubicBezTo>
                  <a:cubicBezTo>
                    <a:pt x="28755" y="0"/>
                    <a:pt x="28115" y="638"/>
                    <a:pt x="28115" y="638"/>
                  </a:cubicBezTo>
                  <a:cubicBezTo>
                    <a:pt x="25560" y="9576"/>
                    <a:pt x="23642" y="15960"/>
                    <a:pt x="21726" y="21706"/>
                  </a:cubicBezTo>
                  <a:cubicBezTo>
                    <a:pt x="18531" y="31281"/>
                    <a:pt x="17253" y="37665"/>
                    <a:pt x="13419" y="45965"/>
                  </a:cubicBezTo>
                  <a:cubicBezTo>
                    <a:pt x="10863" y="52987"/>
                    <a:pt x="10224" y="62563"/>
                    <a:pt x="10224" y="70224"/>
                  </a:cubicBezTo>
                  <a:cubicBezTo>
                    <a:pt x="10224" y="77246"/>
                    <a:pt x="10224" y="82353"/>
                    <a:pt x="8307" y="85545"/>
                  </a:cubicBezTo>
                  <a:cubicBezTo>
                    <a:pt x="8307" y="86184"/>
                    <a:pt x="7668" y="86822"/>
                    <a:pt x="0" y="99590"/>
                  </a:cubicBezTo>
                  <a:lnTo>
                    <a:pt x="42173" y="141724"/>
                  </a:lnTo>
                  <a:cubicBezTo>
                    <a:pt x="44730" y="139171"/>
                    <a:pt x="47285" y="136617"/>
                    <a:pt x="49841" y="134064"/>
                  </a:cubicBezTo>
                  <a:cubicBezTo>
                    <a:pt x="51119" y="132787"/>
                    <a:pt x="53036" y="132148"/>
                    <a:pt x="54953" y="132148"/>
                  </a:cubicBezTo>
                  <a:cubicBezTo>
                    <a:pt x="77957" y="134064"/>
                    <a:pt x="91376" y="124488"/>
                    <a:pt x="99044" y="116188"/>
                  </a:cubicBezTo>
                  <a:lnTo>
                    <a:pt x="52397" y="116188"/>
                  </a:lnTo>
                  <a:cubicBezTo>
                    <a:pt x="52397" y="119380"/>
                    <a:pt x="51758" y="121296"/>
                    <a:pt x="51119" y="122572"/>
                  </a:cubicBezTo>
                  <a:close/>
                </a:path>
              </a:pathLst>
            </a:custGeom>
            <a:solidFill>
              <a:srgbClr val="012169"/>
            </a:solidFill>
            <a:ln w="6390" cap="flat">
              <a:noFill/>
              <a:prstDash val="solid"/>
              <a:miter/>
            </a:ln>
          </p:spPr>
          <p:txBody>
            <a:bodyPr rtlCol="0" anchor="ctr"/>
            <a:lstStyle/>
            <a:p>
              <a:endParaRPr lang="en-US"/>
            </a:p>
          </p:txBody>
        </p:sp>
        <p:sp>
          <p:nvSpPr>
            <p:cNvPr id="505" name="Graphic 4">
              <a:extLst>
                <a:ext uri="{FF2B5EF4-FFF2-40B4-BE49-F238E27FC236}">
                  <a16:creationId xmlns:a16="http://schemas.microsoft.com/office/drawing/2014/main" id="{722F73DF-511B-2F40-AE0C-B2D53FA53B25}"/>
                </a:ext>
              </a:extLst>
            </p:cNvPr>
            <p:cNvSpPr/>
            <p:nvPr/>
          </p:nvSpPr>
          <p:spPr>
            <a:xfrm>
              <a:off x="4303622" y="1507807"/>
              <a:ext cx="18850" cy="18765"/>
            </a:xfrm>
            <a:custGeom>
              <a:avLst/>
              <a:gdLst>
                <a:gd name="connsiteX0" fmla="*/ 2556 w 18850"/>
                <a:gd name="connsiteY0" fmla="*/ 15573 h 18765"/>
                <a:gd name="connsiteX1" fmla="*/ 3195 w 18850"/>
                <a:gd name="connsiteY1" fmla="*/ 16211 h 18765"/>
                <a:gd name="connsiteX2" fmla="*/ 7029 w 18850"/>
                <a:gd name="connsiteY2" fmla="*/ 18765 h 18765"/>
                <a:gd name="connsiteX3" fmla="*/ 17892 w 18850"/>
                <a:gd name="connsiteY3" fmla="*/ 8551 h 18765"/>
                <a:gd name="connsiteX4" fmla="*/ 17892 w 18850"/>
                <a:gd name="connsiteY4" fmla="*/ 2167 h 18765"/>
                <a:gd name="connsiteX5" fmla="*/ 17253 w 18850"/>
                <a:gd name="connsiteY5" fmla="*/ 1528 h 18765"/>
                <a:gd name="connsiteX6" fmla="*/ 10863 w 18850"/>
                <a:gd name="connsiteY6" fmla="*/ 890 h 18765"/>
                <a:gd name="connsiteX7" fmla="*/ 0 w 18850"/>
                <a:gd name="connsiteY7" fmla="*/ 11104 h 18765"/>
                <a:gd name="connsiteX8" fmla="*/ 2556 w 18850"/>
                <a:gd name="connsiteY8" fmla="*/ 15573 h 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850" h="18765">
                  <a:moveTo>
                    <a:pt x="2556" y="15573"/>
                  </a:moveTo>
                  <a:lnTo>
                    <a:pt x="3195" y="16211"/>
                  </a:lnTo>
                  <a:cubicBezTo>
                    <a:pt x="5112" y="18127"/>
                    <a:pt x="6390" y="18765"/>
                    <a:pt x="7029" y="18765"/>
                  </a:cubicBezTo>
                  <a:lnTo>
                    <a:pt x="17892" y="8551"/>
                  </a:lnTo>
                  <a:cubicBezTo>
                    <a:pt x="19170" y="7274"/>
                    <a:pt x="19170" y="4082"/>
                    <a:pt x="17892" y="2167"/>
                  </a:cubicBezTo>
                  <a:lnTo>
                    <a:pt x="17253" y="1528"/>
                  </a:lnTo>
                  <a:cubicBezTo>
                    <a:pt x="15336" y="-387"/>
                    <a:pt x="12780" y="-387"/>
                    <a:pt x="10863" y="890"/>
                  </a:cubicBezTo>
                  <a:lnTo>
                    <a:pt x="0" y="11104"/>
                  </a:lnTo>
                  <a:cubicBezTo>
                    <a:pt x="639" y="12381"/>
                    <a:pt x="1278" y="14296"/>
                    <a:pt x="2556" y="15573"/>
                  </a:cubicBezTo>
                  <a:close/>
                </a:path>
              </a:pathLst>
            </a:custGeom>
            <a:solidFill>
              <a:srgbClr val="012169"/>
            </a:solidFill>
            <a:ln w="6390" cap="flat">
              <a:noFill/>
              <a:prstDash val="solid"/>
              <a:miter/>
            </a:ln>
          </p:spPr>
          <p:txBody>
            <a:bodyPr rtlCol="0" anchor="ctr"/>
            <a:lstStyle/>
            <a:p>
              <a:endParaRPr lang="en-US"/>
            </a:p>
          </p:txBody>
        </p:sp>
        <p:sp>
          <p:nvSpPr>
            <p:cNvPr id="506" name="Graphic 4">
              <a:extLst>
                <a:ext uri="{FF2B5EF4-FFF2-40B4-BE49-F238E27FC236}">
                  <a16:creationId xmlns:a16="http://schemas.microsoft.com/office/drawing/2014/main" id="{F83C1266-D59B-804E-A8F6-7D25A6124180}"/>
                </a:ext>
              </a:extLst>
            </p:cNvPr>
            <p:cNvSpPr/>
            <p:nvPr/>
          </p:nvSpPr>
          <p:spPr>
            <a:xfrm>
              <a:off x="4306817" y="1568707"/>
              <a:ext cx="16226" cy="17875"/>
            </a:xfrm>
            <a:custGeom>
              <a:avLst/>
              <a:gdLst>
                <a:gd name="connsiteX0" fmla="*/ 14697 w 16226"/>
                <a:gd name="connsiteY0" fmla="*/ 1277 h 17875"/>
                <a:gd name="connsiteX1" fmla="*/ 14058 w 16226"/>
                <a:gd name="connsiteY1" fmla="*/ 638 h 17875"/>
                <a:gd name="connsiteX2" fmla="*/ 11502 w 16226"/>
                <a:gd name="connsiteY2" fmla="*/ 0 h 17875"/>
                <a:gd name="connsiteX3" fmla="*/ 8946 w 16226"/>
                <a:gd name="connsiteY3" fmla="*/ 1277 h 17875"/>
                <a:gd name="connsiteX4" fmla="*/ 0 w 16226"/>
                <a:gd name="connsiteY4" fmla="*/ 12130 h 17875"/>
                <a:gd name="connsiteX5" fmla="*/ 2556 w 16226"/>
                <a:gd name="connsiteY5" fmla="*/ 15322 h 17875"/>
                <a:gd name="connsiteX6" fmla="*/ 3195 w 16226"/>
                <a:gd name="connsiteY6" fmla="*/ 15960 h 17875"/>
                <a:gd name="connsiteX7" fmla="*/ 6390 w 16226"/>
                <a:gd name="connsiteY7" fmla="*/ 17875 h 17875"/>
                <a:gd name="connsiteX8" fmla="*/ 15336 w 16226"/>
                <a:gd name="connsiteY8" fmla="*/ 7022 h 17875"/>
                <a:gd name="connsiteX9" fmla="*/ 14697 w 16226"/>
                <a:gd name="connsiteY9" fmla="*/ 1277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26" h="17875">
                  <a:moveTo>
                    <a:pt x="14697" y="1277"/>
                  </a:moveTo>
                  <a:lnTo>
                    <a:pt x="14058" y="638"/>
                  </a:lnTo>
                  <a:cubicBezTo>
                    <a:pt x="13419" y="0"/>
                    <a:pt x="12141" y="0"/>
                    <a:pt x="11502" y="0"/>
                  </a:cubicBezTo>
                  <a:cubicBezTo>
                    <a:pt x="10863" y="0"/>
                    <a:pt x="10224" y="0"/>
                    <a:pt x="8946" y="1277"/>
                  </a:cubicBezTo>
                  <a:lnTo>
                    <a:pt x="0" y="12130"/>
                  </a:lnTo>
                  <a:cubicBezTo>
                    <a:pt x="0" y="12768"/>
                    <a:pt x="639" y="14045"/>
                    <a:pt x="2556" y="15322"/>
                  </a:cubicBezTo>
                  <a:lnTo>
                    <a:pt x="3195" y="15960"/>
                  </a:lnTo>
                  <a:cubicBezTo>
                    <a:pt x="4473" y="17237"/>
                    <a:pt x="5751" y="17875"/>
                    <a:pt x="6390" y="17875"/>
                  </a:cubicBezTo>
                  <a:lnTo>
                    <a:pt x="15336" y="7022"/>
                  </a:lnTo>
                  <a:cubicBezTo>
                    <a:pt x="16614" y="4469"/>
                    <a:pt x="16614" y="2554"/>
                    <a:pt x="14697" y="1277"/>
                  </a:cubicBezTo>
                  <a:close/>
                </a:path>
              </a:pathLst>
            </a:custGeom>
            <a:solidFill>
              <a:srgbClr val="012169"/>
            </a:solidFill>
            <a:ln w="6390" cap="flat">
              <a:noFill/>
              <a:prstDash val="solid"/>
              <a:miter/>
            </a:ln>
          </p:spPr>
          <p:txBody>
            <a:bodyPr rtlCol="0" anchor="ctr"/>
            <a:lstStyle/>
            <a:p>
              <a:endParaRPr lang="en-US"/>
            </a:p>
          </p:txBody>
        </p:sp>
        <p:sp>
          <p:nvSpPr>
            <p:cNvPr id="507" name="Graphic 4">
              <a:extLst>
                <a:ext uri="{FF2B5EF4-FFF2-40B4-BE49-F238E27FC236}">
                  <a16:creationId xmlns:a16="http://schemas.microsoft.com/office/drawing/2014/main" id="{2DB3215B-89E7-FB4A-A70D-011EA6E97B7E}"/>
                </a:ext>
              </a:extLst>
            </p:cNvPr>
            <p:cNvSpPr/>
            <p:nvPr/>
          </p:nvSpPr>
          <p:spPr>
            <a:xfrm>
              <a:off x="4202661" y="1479331"/>
              <a:ext cx="100960" cy="160237"/>
            </a:xfrm>
            <a:custGeom>
              <a:avLst/>
              <a:gdLst>
                <a:gd name="connsiteX0" fmla="*/ 97766 w 100960"/>
                <a:gd name="connsiteY0" fmla="*/ 143640 h 160237"/>
                <a:gd name="connsiteX1" fmla="*/ 93932 w 100960"/>
                <a:gd name="connsiteY1" fmla="*/ 123211 h 160237"/>
                <a:gd name="connsiteX2" fmla="*/ 100961 w 100960"/>
                <a:gd name="connsiteY2" fmla="*/ 115550 h 160237"/>
                <a:gd name="connsiteX3" fmla="*/ 99044 w 100960"/>
                <a:gd name="connsiteY3" fmla="*/ 114273 h 160237"/>
                <a:gd name="connsiteX4" fmla="*/ 98405 w 100960"/>
                <a:gd name="connsiteY4" fmla="*/ 113635 h 160237"/>
                <a:gd name="connsiteX5" fmla="*/ 93932 w 100960"/>
                <a:gd name="connsiteY5" fmla="*/ 93206 h 160237"/>
                <a:gd name="connsiteX6" fmla="*/ 100322 w 100960"/>
                <a:gd name="connsiteY6" fmla="*/ 86184 h 160237"/>
                <a:gd name="connsiteX7" fmla="*/ 99044 w 100960"/>
                <a:gd name="connsiteY7" fmla="*/ 84907 h 160237"/>
                <a:gd name="connsiteX8" fmla="*/ 98405 w 100960"/>
                <a:gd name="connsiteY8" fmla="*/ 84269 h 160237"/>
                <a:gd name="connsiteX9" fmla="*/ 93932 w 100960"/>
                <a:gd name="connsiteY9" fmla="*/ 63840 h 160237"/>
                <a:gd name="connsiteX10" fmla="*/ 99044 w 100960"/>
                <a:gd name="connsiteY10" fmla="*/ 57456 h 160237"/>
                <a:gd name="connsiteX11" fmla="*/ 95210 w 100960"/>
                <a:gd name="connsiteY11" fmla="*/ 54264 h 160237"/>
                <a:gd name="connsiteX12" fmla="*/ 94571 w 100960"/>
                <a:gd name="connsiteY12" fmla="*/ 53625 h 160237"/>
                <a:gd name="connsiteX13" fmla="*/ 92015 w 100960"/>
                <a:gd name="connsiteY13" fmla="*/ 31920 h 160237"/>
                <a:gd name="connsiteX14" fmla="*/ 98405 w 100960"/>
                <a:gd name="connsiteY14" fmla="*/ 26174 h 160237"/>
                <a:gd name="connsiteX15" fmla="*/ 98405 w 100960"/>
                <a:gd name="connsiteY15" fmla="*/ 8299 h 160237"/>
                <a:gd name="connsiteX16" fmla="*/ 90098 w 100960"/>
                <a:gd name="connsiteY16" fmla="*/ 0 h 160237"/>
                <a:gd name="connsiteX17" fmla="*/ 8307 w 100960"/>
                <a:gd name="connsiteY17" fmla="*/ 0 h 160237"/>
                <a:gd name="connsiteX18" fmla="*/ 0 w 100960"/>
                <a:gd name="connsiteY18" fmla="*/ 8299 h 160237"/>
                <a:gd name="connsiteX19" fmla="*/ 0 w 100960"/>
                <a:gd name="connsiteY19" fmla="*/ 45965 h 160237"/>
                <a:gd name="connsiteX20" fmla="*/ 4473 w 100960"/>
                <a:gd name="connsiteY20" fmla="*/ 49795 h 160237"/>
                <a:gd name="connsiteX21" fmla="*/ 12141 w 100960"/>
                <a:gd name="connsiteY21" fmla="*/ 74054 h 160237"/>
                <a:gd name="connsiteX22" fmla="*/ 5751 w 100960"/>
                <a:gd name="connsiteY22" fmla="*/ 106612 h 160237"/>
                <a:gd name="connsiteX23" fmla="*/ 17892 w 100960"/>
                <a:gd name="connsiteY23" fmla="*/ 160238 h 160237"/>
                <a:gd name="connsiteX24" fmla="*/ 89459 w 100960"/>
                <a:gd name="connsiteY24" fmla="*/ 160238 h 160237"/>
                <a:gd name="connsiteX25" fmla="*/ 97766 w 100960"/>
                <a:gd name="connsiteY25" fmla="*/ 151939 h 160237"/>
                <a:gd name="connsiteX26" fmla="*/ 97766 w 100960"/>
                <a:gd name="connsiteY26" fmla="*/ 143640 h 160237"/>
                <a:gd name="connsiteX27" fmla="*/ 97766 w 100960"/>
                <a:gd name="connsiteY27" fmla="*/ 143640 h 160237"/>
                <a:gd name="connsiteX28" fmla="*/ 61343 w 100960"/>
                <a:gd name="connsiteY28" fmla="*/ 158961 h 160237"/>
                <a:gd name="connsiteX29" fmla="*/ 42173 w 100960"/>
                <a:gd name="connsiteY29" fmla="*/ 158961 h 160237"/>
                <a:gd name="connsiteX30" fmla="*/ 35783 w 100960"/>
                <a:gd name="connsiteY30" fmla="*/ 152577 h 160237"/>
                <a:gd name="connsiteX31" fmla="*/ 42173 w 100960"/>
                <a:gd name="connsiteY31" fmla="*/ 146193 h 160237"/>
                <a:gd name="connsiteX32" fmla="*/ 61343 w 100960"/>
                <a:gd name="connsiteY32" fmla="*/ 146193 h 160237"/>
                <a:gd name="connsiteX33" fmla="*/ 67733 w 100960"/>
                <a:gd name="connsiteY33" fmla="*/ 152577 h 160237"/>
                <a:gd name="connsiteX34" fmla="*/ 61343 w 100960"/>
                <a:gd name="connsiteY34" fmla="*/ 158961 h 160237"/>
                <a:gd name="connsiteX35" fmla="*/ 86903 w 100960"/>
                <a:gd name="connsiteY35" fmla="*/ 80438 h 160237"/>
                <a:gd name="connsiteX36" fmla="*/ 80513 w 100960"/>
                <a:gd name="connsiteY36" fmla="*/ 86822 h 160237"/>
                <a:gd name="connsiteX37" fmla="*/ 67733 w 100960"/>
                <a:gd name="connsiteY37" fmla="*/ 86822 h 160237"/>
                <a:gd name="connsiteX38" fmla="*/ 67733 w 100960"/>
                <a:gd name="connsiteY38" fmla="*/ 99590 h 160237"/>
                <a:gd name="connsiteX39" fmla="*/ 61343 w 100960"/>
                <a:gd name="connsiteY39" fmla="*/ 105974 h 160237"/>
                <a:gd name="connsiteX40" fmla="*/ 42173 w 100960"/>
                <a:gd name="connsiteY40" fmla="*/ 105974 h 160237"/>
                <a:gd name="connsiteX41" fmla="*/ 35783 w 100960"/>
                <a:gd name="connsiteY41" fmla="*/ 99590 h 160237"/>
                <a:gd name="connsiteX42" fmla="*/ 35783 w 100960"/>
                <a:gd name="connsiteY42" fmla="*/ 86822 h 160237"/>
                <a:gd name="connsiteX43" fmla="*/ 23004 w 100960"/>
                <a:gd name="connsiteY43" fmla="*/ 86822 h 160237"/>
                <a:gd name="connsiteX44" fmla="*/ 16614 w 100960"/>
                <a:gd name="connsiteY44" fmla="*/ 80438 h 160237"/>
                <a:gd name="connsiteX45" fmla="*/ 16614 w 100960"/>
                <a:gd name="connsiteY45" fmla="*/ 61286 h 160237"/>
                <a:gd name="connsiteX46" fmla="*/ 23004 w 100960"/>
                <a:gd name="connsiteY46" fmla="*/ 54902 h 160237"/>
                <a:gd name="connsiteX47" fmla="*/ 35783 w 100960"/>
                <a:gd name="connsiteY47" fmla="*/ 54902 h 160237"/>
                <a:gd name="connsiteX48" fmla="*/ 35783 w 100960"/>
                <a:gd name="connsiteY48" fmla="*/ 42134 h 160237"/>
                <a:gd name="connsiteX49" fmla="*/ 42173 w 100960"/>
                <a:gd name="connsiteY49" fmla="*/ 35750 h 160237"/>
                <a:gd name="connsiteX50" fmla="*/ 61343 w 100960"/>
                <a:gd name="connsiteY50" fmla="*/ 35750 h 160237"/>
                <a:gd name="connsiteX51" fmla="*/ 67733 w 100960"/>
                <a:gd name="connsiteY51" fmla="*/ 42134 h 160237"/>
                <a:gd name="connsiteX52" fmla="*/ 67733 w 100960"/>
                <a:gd name="connsiteY52" fmla="*/ 54902 h 160237"/>
                <a:gd name="connsiteX53" fmla="*/ 80513 w 100960"/>
                <a:gd name="connsiteY53" fmla="*/ 54902 h 160237"/>
                <a:gd name="connsiteX54" fmla="*/ 86903 w 100960"/>
                <a:gd name="connsiteY54" fmla="*/ 61286 h 160237"/>
                <a:gd name="connsiteX55" fmla="*/ 86903 w 100960"/>
                <a:gd name="connsiteY55" fmla="*/ 80438 h 160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00960" h="160237">
                  <a:moveTo>
                    <a:pt x="97766" y="143640"/>
                  </a:moveTo>
                  <a:cubicBezTo>
                    <a:pt x="90737" y="137894"/>
                    <a:pt x="88820" y="128956"/>
                    <a:pt x="93932" y="123211"/>
                  </a:cubicBezTo>
                  <a:lnTo>
                    <a:pt x="100961" y="115550"/>
                  </a:lnTo>
                  <a:cubicBezTo>
                    <a:pt x="100322" y="114912"/>
                    <a:pt x="99683" y="114912"/>
                    <a:pt x="99044" y="114273"/>
                  </a:cubicBezTo>
                  <a:lnTo>
                    <a:pt x="98405" y="113635"/>
                  </a:lnTo>
                  <a:cubicBezTo>
                    <a:pt x="91376" y="107251"/>
                    <a:pt x="89459" y="98313"/>
                    <a:pt x="93932" y="93206"/>
                  </a:cubicBezTo>
                  <a:lnTo>
                    <a:pt x="100322" y="86184"/>
                  </a:lnTo>
                  <a:cubicBezTo>
                    <a:pt x="99683" y="85545"/>
                    <a:pt x="99683" y="85545"/>
                    <a:pt x="99044" y="84907"/>
                  </a:cubicBezTo>
                  <a:lnTo>
                    <a:pt x="98405" y="84269"/>
                  </a:lnTo>
                  <a:cubicBezTo>
                    <a:pt x="91376" y="78523"/>
                    <a:pt x="89459" y="68947"/>
                    <a:pt x="93932" y="63840"/>
                  </a:cubicBezTo>
                  <a:lnTo>
                    <a:pt x="99044" y="57456"/>
                  </a:lnTo>
                  <a:cubicBezTo>
                    <a:pt x="97766" y="56817"/>
                    <a:pt x="96488" y="55541"/>
                    <a:pt x="95210" y="54264"/>
                  </a:cubicBezTo>
                  <a:lnTo>
                    <a:pt x="94571" y="53625"/>
                  </a:lnTo>
                  <a:cubicBezTo>
                    <a:pt x="88181" y="46603"/>
                    <a:pt x="86903" y="37027"/>
                    <a:pt x="92015" y="31920"/>
                  </a:cubicBezTo>
                  <a:lnTo>
                    <a:pt x="98405" y="26174"/>
                  </a:lnTo>
                  <a:lnTo>
                    <a:pt x="98405" y="8299"/>
                  </a:lnTo>
                  <a:cubicBezTo>
                    <a:pt x="98405" y="3830"/>
                    <a:pt x="94571" y="0"/>
                    <a:pt x="90098" y="0"/>
                  </a:cubicBezTo>
                  <a:lnTo>
                    <a:pt x="8307" y="0"/>
                  </a:lnTo>
                  <a:cubicBezTo>
                    <a:pt x="3834" y="0"/>
                    <a:pt x="0" y="3830"/>
                    <a:pt x="0" y="8299"/>
                  </a:cubicBezTo>
                  <a:lnTo>
                    <a:pt x="0" y="45965"/>
                  </a:lnTo>
                  <a:cubicBezTo>
                    <a:pt x="1917" y="47241"/>
                    <a:pt x="3195" y="48518"/>
                    <a:pt x="4473" y="49795"/>
                  </a:cubicBezTo>
                  <a:cubicBezTo>
                    <a:pt x="10224" y="57456"/>
                    <a:pt x="12780" y="65755"/>
                    <a:pt x="12141" y="74054"/>
                  </a:cubicBezTo>
                  <a:cubicBezTo>
                    <a:pt x="10863" y="87461"/>
                    <a:pt x="8946" y="96398"/>
                    <a:pt x="5751" y="106612"/>
                  </a:cubicBezTo>
                  <a:cubicBezTo>
                    <a:pt x="12780" y="117465"/>
                    <a:pt x="21087" y="136617"/>
                    <a:pt x="17892" y="160238"/>
                  </a:cubicBezTo>
                  <a:lnTo>
                    <a:pt x="89459" y="160238"/>
                  </a:lnTo>
                  <a:cubicBezTo>
                    <a:pt x="93932" y="160238"/>
                    <a:pt x="97766" y="156408"/>
                    <a:pt x="97766" y="151939"/>
                  </a:cubicBezTo>
                  <a:lnTo>
                    <a:pt x="97766" y="143640"/>
                  </a:lnTo>
                  <a:lnTo>
                    <a:pt x="97766" y="143640"/>
                  </a:lnTo>
                  <a:close/>
                  <a:moveTo>
                    <a:pt x="61343" y="158961"/>
                  </a:moveTo>
                  <a:lnTo>
                    <a:pt x="42173" y="158961"/>
                  </a:lnTo>
                  <a:cubicBezTo>
                    <a:pt x="38340" y="158961"/>
                    <a:pt x="35783" y="156408"/>
                    <a:pt x="35783" y="152577"/>
                  </a:cubicBezTo>
                  <a:cubicBezTo>
                    <a:pt x="35783" y="148747"/>
                    <a:pt x="38340" y="146193"/>
                    <a:pt x="42173" y="146193"/>
                  </a:cubicBezTo>
                  <a:lnTo>
                    <a:pt x="61343" y="146193"/>
                  </a:lnTo>
                  <a:cubicBezTo>
                    <a:pt x="65177" y="146193"/>
                    <a:pt x="67733" y="148747"/>
                    <a:pt x="67733" y="152577"/>
                  </a:cubicBezTo>
                  <a:cubicBezTo>
                    <a:pt x="67733" y="156408"/>
                    <a:pt x="64538" y="158961"/>
                    <a:pt x="61343" y="158961"/>
                  </a:cubicBezTo>
                  <a:close/>
                  <a:moveTo>
                    <a:pt x="86903" y="80438"/>
                  </a:moveTo>
                  <a:cubicBezTo>
                    <a:pt x="86903" y="84269"/>
                    <a:pt x="84347" y="86822"/>
                    <a:pt x="80513" y="86822"/>
                  </a:cubicBezTo>
                  <a:lnTo>
                    <a:pt x="67733" y="86822"/>
                  </a:lnTo>
                  <a:lnTo>
                    <a:pt x="67733" y="99590"/>
                  </a:lnTo>
                  <a:cubicBezTo>
                    <a:pt x="67733" y="103420"/>
                    <a:pt x="65177" y="105974"/>
                    <a:pt x="61343" y="105974"/>
                  </a:cubicBezTo>
                  <a:lnTo>
                    <a:pt x="42173" y="105974"/>
                  </a:lnTo>
                  <a:cubicBezTo>
                    <a:pt x="38340" y="105974"/>
                    <a:pt x="35783" y="103420"/>
                    <a:pt x="35783" y="99590"/>
                  </a:cubicBezTo>
                  <a:lnTo>
                    <a:pt x="35783" y="86822"/>
                  </a:lnTo>
                  <a:lnTo>
                    <a:pt x="23004" y="86822"/>
                  </a:lnTo>
                  <a:cubicBezTo>
                    <a:pt x="19170" y="86822"/>
                    <a:pt x="16614" y="84269"/>
                    <a:pt x="16614" y="80438"/>
                  </a:cubicBezTo>
                  <a:lnTo>
                    <a:pt x="16614" y="61286"/>
                  </a:lnTo>
                  <a:cubicBezTo>
                    <a:pt x="16614" y="57456"/>
                    <a:pt x="19170" y="54902"/>
                    <a:pt x="23004" y="54902"/>
                  </a:cubicBezTo>
                  <a:lnTo>
                    <a:pt x="35783" y="54902"/>
                  </a:lnTo>
                  <a:lnTo>
                    <a:pt x="35783" y="42134"/>
                  </a:lnTo>
                  <a:cubicBezTo>
                    <a:pt x="35783" y="38304"/>
                    <a:pt x="38340" y="35750"/>
                    <a:pt x="42173" y="35750"/>
                  </a:cubicBezTo>
                  <a:lnTo>
                    <a:pt x="61343" y="35750"/>
                  </a:lnTo>
                  <a:cubicBezTo>
                    <a:pt x="65177" y="35750"/>
                    <a:pt x="67733" y="38304"/>
                    <a:pt x="67733" y="42134"/>
                  </a:cubicBezTo>
                  <a:lnTo>
                    <a:pt x="67733" y="54902"/>
                  </a:lnTo>
                  <a:lnTo>
                    <a:pt x="80513" y="54902"/>
                  </a:lnTo>
                  <a:cubicBezTo>
                    <a:pt x="84347" y="54902"/>
                    <a:pt x="86903" y="57456"/>
                    <a:pt x="86903" y="61286"/>
                  </a:cubicBezTo>
                  <a:lnTo>
                    <a:pt x="86903" y="80438"/>
                  </a:lnTo>
                  <a:close/>
                </a:path>
              </a:pathLst>
            </a:custGeom>
            <a:solidFill>
              <a:srgbClr val="012169"/>
            </a:solidFill>
            <a:ln w="6390" cap="flat">
              <a:noFill/>
              <a:prstDash val="solid"/>
              <a:miter/>
            </a:ln>
          </p:spPr>
          <p:txBody>
            <a:bodyPr rtlCol="0" anchor="ctr"/>
            <a:lstStyle/>
            <a:p>
              <a:endParaRPr lang="en-US"/>
            </a:p>
          </p:txBody>
        </p:sp>
        <p:sp>
          <p:nvSpPr>
            <p:cNvPr id="508" name="Graphic 4">
              <a:extLst>
                <a:ext uri="{FF2B5EF4-FFF2-40B4-BE49-F238E27FC236}">
                  <a16:creationId xmlns:a16="http://schemas.microsoft.com/office/drawing/2014/main" id="{77C35A34-E670-5949-8ED4-1F33EF95B728}"/>
                </a:ext>
              </a:extLst>
            </p:cNvPr>
            <p:cNvSpPr/>
            <p:nvPr/>
          </p:nvSpPr>
          <p:spPr>
            <a:xfrm>
              <a:off x="4046108"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83074 w 361670"/>
                <a:gd name="connsiteY5" fmla="*/ 127680 h 361333"/>
                <a:gd name="connsiteX6" fmla="*/ 283713 w 361670"/>
                <a:gd name="connsiteY6" fmla="*/ 128318 h 361333"/>
                <a:gd name="connsiteX7" fmla="*/ 285630 w 361670"/>
                <a:gd name="connsiteY7" fmla="*/ 151300 h 361333"/>
                <a:gd name="connsiteX8" fmla="*/ 281796 w 361670"/>
                <a:gd name="connsiteY8" fmla="*/ 155769 h 361333"/>
                <a:gd name="connsiteX9" fmla="*/ 283074 w 361670"/>
                <a:gd name="connsiteY9" fmla="*/ 157046 h 361333"/>
                <a:gd name="connsiteX10" fmla="*/ 283713 w 361670"/>
                <a:gd name="connsiteY10" fmla="*/ 157684 h 361333"/>
                <a:gd name="connsiteX11" fmla="*/ 285630 w 361670"/>
                <a:gd name="connsiteY11" fmla="*/ 180667 h 361333"/>
                <a:gd name="connsiteX12" fmla="*/ 280518 w 361670"/>
                <a:gd name="connsiteY12" fmla="*/ 186412 h 361333"/>
                <a:gd name="connsiteX13" fmla="*/ 282435 w 361670"/>
                <a:gd name="connsiteY13" fmla="*/ 187689 h 361333"/>
                <a:gd name="connsiteX14" fmla="*/ 283074 w 361670"/>
                <a:gd name="connsiteY14" fmla="*/ 188327 h 361333"/>
                <a:gd name="connsiteX15" fmla="*/ 288825 w 361670"/>
                <a:gd name="connsiteY15" fmla="*/ 199180 h 361333"/>
                <a:gd name="connsiteX16" fmla="*/ 284991 w 361670"/>
                <a:gd name="connsiteY16" fmla="*/ 211310 h 361333"/>
                <a:gd name="connsiteX17" fmla="*/ 275406 w 361670"/>
                <a:gd name="connsiteY17" fmla="*/ 222163 h 361333"/>
                <a:gd name="connsiteX18" fmla="*/ 267099 w 361670"/>
                <a:gd name="connsiteY18" fmla="*/ 225993 h 361333"/>
                <a:gd name="connsiteX19" fmla="*/ 267099 w 361670"/>
                <a:gd name="connsiteY19" fmla="*/ 229185 h 361333"/>
                <a:gd name="connsiteX20" fmla="*/ 246013 w 361670"/>
                <a:gd name="connsiteY20" fmla="*/ 250252 h 361333"/>
                <a:gd name="connsiteX21" fmla="*/ 235150 w 361670"/>
                <a:gd name="connsiteY21" fmla="*/ 250252 h 361333"/>
                <a:gd name="connsiteX22" fmla="*/ 176362 w 361670"/>
                <a:gd name="connsiteY22" fmla="*/ 278980 h 361333"/>
                <a:gd name="connsiteX23" fmla="*/ 170611 w 361670"/>
                <a:gd name="connsiteY23" fmla="*/ 284726 h 361333"/>
                <a:gd name="connsiteX24" fmla="*/ 173167 w 361670"/>
                <a:gd name="connsiteY24" fmla="*/ 287279 h 361333"/>
                <a:gd name="connsiteX25" fmla="*/ 173167 w 361670"/>
                <a:gd name="connsiteY25" fmla="*/ 296217 h 361333"/>
                <a:gd name="connsiteX26" fmla="*/ 168694 w 361670"/>
                <a:gd name="connsiteY26" fmla="*/ 298132 h 361333"/>
                <a:gd name="connsiteX27" fmla="*/ 164221 w 361670"/>
                <a:gd name="connsiteY27" fmla="*/ 296217 h 361333"/>
                <a:gd name="connsiteX28" fmla="*/ 101600 w 361670"/>
                <a:gd name="connsiteY28" fmla="*/ 233654 h 361333"/>
                <a:gd name="connsiteX29" fmla="*/ 86264 w 361670"/>
                <a:gd name="connsiteY29" fmla="*/ 248975 h 361333"/>
                <a:gd name="connsiteX30" fmla="*/ 120131 w 361670"/>
                <a:gd name="connsiteY30" fmla="*/ 282810 h 361333"/>
                <a:gd name="connsiteX31" fmla="*/ 120131 w 361670"/>
                <a:gd name="connsiteY31" fmla="*/ 291748 h 361333"/>
                <a:gd name="connsiteX32" fmla="*/ 111185 w 361670"/>
                <a:gd name="connsiteY32" fmla="*/ 291748 h 361333"/>
                <a:gd name="connsiteX33" fmla="*/ 72845 w 361670"/>
                <a:gd name="connsiteY33" fmla="*/ 253444 h 361333"/>
                <a:gd name="connsiteX34" fmla="*/ 72845 w 361670"/>
                <a:gd name="connsiteY34" fmla="*/ 244506 h 361333"/>
                <a:gd name="connsiteX35" fmla="*/ 97127 w 361670"/>
                <a:gd name="connsiteY35" fmla="*/ 220247 h 361333"/>
                <a:gd name="connsiteX36" fmla="*/ 106073 w 361670"/>
                <a:gd name="connsiteY36" fmla="*/ 220247 h 361333"/>
                <a:gd name="connsiteX37" fmla="*/ 109907 w 361670"/>
                <a:gd name="connsiteY37" fmla="*/ 224078 h 361333"/>
                <a:gd name="connsiteX38" fmla="*/ 116297 w 361670"/>
                <a:gd name="connsiteY38" fmla="*/ 213863 h 361333"/>
                <a:gd name="connsiteX39" fmla="*/ 116936 w 361670"/>
                <a:gd name="connsiteY39" fmla="*/ 203649 h 361333"/>
                <a:gd name="connsiteX40" fmla="*/ 120770 w 361670"/>
                <a:gd name="connsiteY40" fmla="*/ 174921 h 361333"/>
                <a:gd name="connsiteX41" fmla="*/ 128438 w 361670"/>
                <a:gd name="connsiteY41" fmla="*/ 151300 h 361333"/>
                <a:gd name="connsiteX42" fmla="*/ 134828 w 361670"/>
                <a:gd name="connsiteY42" fmla="*/ 130233 h 361333"/>
                <a:gd name="connsiteX43" fmla="*/ 143134 w 361670"/>
                <a:gd name="connsiteY43" fmla="*/ 121934 h 361333"/>
                <a:gd name="connsiteX44" fmla="*/ 143134 w 361670"/>
                <a:gd name="connsiteY44" fmla="*/ 84907 h 361333"/>
                <a:gd name="connsiteX45" fmla="*/ 164221 w 361670"/>
                <a:gd name="connsiteY45" fmla="*/ 63840 h 361333"/>
                <a:gd name="connsiteX46" fmla="*/ 246013 w 361670"/>
                <a:gd name="connsiteY46" fmla="*/ 63840 h 361333"/>
                <a:gd name="connsiteX47" fmla="*/ 267099 w 361670"/>
                <a:gd name="connsiteY47" fmla="*/ 84907 h 361333"/>
                <a:gd name="connsiteX48" fmla="*/ 267099 w 361670"/>
                <a:gd name="connsiteY48" fmla="*/ 93206 h 361333"/>
                <a:gd name="connsiteX49" fmla="*/ 283713 w 361670"/>
                <a:gd name="connsiteY49" fmla="*/ 98313 h 361333"/>
                <a:gd name="connsiteX50" fmla="*/ 284352 w 361670"/>
                <a:gd name="connsiteY50" fmla="*/ 98952 h 361333"/>
                <a:gd name="connsiteX51" fmla="*/ 284352 w 361670"/>
                <a:gd name="connsiteY51" fmla="*/ 123211 h 361333"/>
                <a:gd name="connsiteX52" fmla="*/ 281157 w 361670"/>
                <a:gd name="connsiteY52" fmla="*/ 126403 h 361333"/>
                <a:gd name="connsiteX53" fmla="*/ 283074 w 361670"/>
                <a:gd name="connsiteY53" fmla="*/ 12768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283074" y="127680"/>
                  </a:moveTo>
                  <a:lnTo>
                    <a:pt x="283713" y="128318"/>
                  </a:lnTo>
                  <a:cubicBezTo>
                    <a:pt x="290742" y="134064"/>
                    <a:pt x="291381" y="144916"/>
                    <a:pt x="285630" y="151300"/>
                  </a:cubicBezTo>
                  <a:lnTo>
                    <a:pt x="281796" y="155769"/>
                  </a:lnTo>
                  <a:cubicBezTo>
                    <a:pt x="282435" y="155769"/>
                    <a:pt x="282435" y="156408"/>
                    <a:pt x="283074" y="157046"/>
                  </a:cubicBezTo>
                  <a:lnTo>
                    <a:pt x="283713" y="157684"/>
                  </a:lnTo>
                  <a:cubicBezTo>
                    <a:pt x="290742" y="163430"/>
                    <a:pt x="291381" y="174283"/>
                    <a:pt x="285630" y="180667"/>
                  </a:cubicBezTo>
                  <a:lnTo>
                    <a:pt x="280518" y="186412"/>
                  </a:lnTo>
                  <a:cubicBezTo>
                    <a:pt x="281157" y="187051"/>
                    <a:pt x="281796" y="187051"/>
                    <a:pt x="282435" y="187689"/>
                  </a:cubicBezTo>
                  <a:lnTo>
                    <a:pt x="283074" y="188327"/>
                  </a:lnTo>
                  <a:cubicBezTo>
                    <a:pt x="286269" y="190881"/>
                    <a:pt x="288186" y="195350"/>
                    <a:pt x="288825" y="199180"/>
                  </a:cubicBezTo>
                  <a:cubicBezTo>
                    <a:pt x="289464" y="203649"/>
                    <a:pt x="287547" y="207479"/>
                    <a:pt x="284991" y="211310"/>
                  </a:cubicBezTo>
                  <a:lnTo>
                    <a:pt x="275406" y="222163"/>
                  </a:lnTo>
                  <a:cubicBezTo>
                    <a:pt x="273489" y="224716"/>
                    <a:pt x="270294" y="225993"/>
                    <a:pt x="267099" y="225993"/>
                  </a:cubicBezTo>
                  <a:lnTo>
                    <a:pt x="267099" y="229185"/>
                  </a:lnTo>
                  <a:cubicBezTo>
                    <a:pt x="267099" y="240676"/>
                    <a:pt x="257514" y="250252"/>
                    <a:pt x="246013" y="250252"/>
                  </a:cubicBezTo>
                  <a:lnTo>
                    <a:pt x="235150" y="250252"/>
                  </a:lnTo>
                  <a:cubicBezTo>
                    <a:pt x="229399" y="258551"/>
                    <a:pt x="212785" y="280895"/>
                    <a:pt x="176362" y="278980"/>
                  </a:cubicBezTo>
                  <a:cubicBezTo>
                    <a:pt x="174445" y="280895"/>
                    <a:pt x="172528" y="282810"/>
                    <a:pt x="170611" y="284726"/>
                  </a:cubicBezTo>
                  <a:lnTo>
                    <a:pt x="173167" y="287279"/>
                  </a:lnTo>
                  <a:cubicBezTo>
                    <a:pt x="175723" y="289833"/>
                    <a:pt x="175723" y="293663"/>
                    <a:pt x="173167" y="296217"/>
                  </a:cubicBezTo>
                  <a:cubicBezTo>
                    <a:pt x="171889" y="297494"/>
                    <a:pt x="169972" y="298132"/>
                    <a:pt x="168694" y="298132"/>
                  </a:cubicBezTo>
                  <a:cubicBezTo>
                    <a:pt x="167416" y="298132"/>
                    <a:pt x="165499" y="297494"/>
                    <a:pt x="164221" y="296217"/>
                  </a:cubicBezTo>
                  <a:lnTo>
                    <a:pt x="101600" y="233654"/>
                  </a:lnTo>
                  <a:lnTo>
                    <a:pt x="86264" y="248975"/>
                  </a:lnTo>
                  <a:lnTo>
                    <a:pt x="120131" y="282810"/>
                  </a:lnTo>
                  <a:cubicBezTo>
                    <a:pt x="122687" y="285364"/>
                    <a:pt x="122687" y="289194"/>
                    <a:pt x="120131" y="291748"/>
                  </a:cubicBezTo>
                  <a:cubicBezTo>
                    <a:pt x="117575" y="294302"/>
                    <a:pt x="113741" y="294302"/>
                    <a:pt x="111185" y="291748"/>
                  </a:cubicBezTo>
                  <a:lnTo>
                    <a:pt x="72845" y="253444"/>
                  </a:lnTo>
                  <a:cubicBezTo>
                    <a:pt x="70289" y="250890"/>
                    <a:pt x="70289" y="247060"/>
                    <a:pt x="72845" y="244506"/>
                  </a:cubicBezTo>
                  <a:lnTo>
                    <a:pt x="97127" y="220247"/>
                  </a:lnTo>
                  <a:cubicBezTo>
                    <a:pt x="99683" y="217694"/>
                    <a:pt x="103517" y="217694"/>
                    <a:pt x="106073" y="220247"/>
                  </a:cubicBezTo>
                  <a:lnTo>
                    <a:pt x="109907" y="224078"/>
                  </a:lnTo>
                  <a:cubicBezTo>
                    <a:pt x="113102" y="218971"/>
                    <a:pt x="115658" y="214502"/>
                    <a:pt x="116297" y="213863"/>
                  </a:cubicBezTo>
                  <a:cubicBezTo>
                    <a:pt x="116936" y="212587"/>
                    <a:pt x="116936" y="207479"/>
                    <a:pt x="116936" y="203649"/>
                  </a:cubicBezTo>
                  <a:cubicBezTo>
                    <a:pt x="116936" y="194711"/>
                    <a:pt x="117575" y="183859"/>
                    <a:pt x="120770" y="174921"/>
                  </a:cubicBezTo>
                  <a:cubicBezTo>
                    <a:pt x="123965" y="167260"/>
                    <a:pt x="125243" y="161515"/>
                    <a:pt x="128438" y="151300"/>
                  </a:cubicBezTo>
                  <a:cubicBezTo>
                    <a:pt x="130354" y="146193"/>
                    <a:pt x="132272" y="139171"/>
                    <a:pt x="134828" y="130233"/>
                  </a:cubicBezTo>
                  <a:cubicBezTo>
                    <a:pt x="136106" y="126403"/>
                    <a:pt x="139301" y="123211"/>
                    <a:pt x="143134" y="121934"/>
                  </a:cubicBezTo>
                  <a:lnTo>
                    <a:pt x="143134" y="84907"/>
                  </a:lnTo>
                  <a:cubicBezTo>
                    <a:pt x="143134" y="73416"/>
                    <a:pt x="152719" y="63840"/>
                    <a:pt x="164221" y="63840"/>
                  </a:cubicBezTo>
                  <a:lnTo>
                    <a:pt x="246013" y="63840"/>
                  </a:lnTo>
                  <a:cubicBezTo>
                    <a:pt x="257514" y="63840"/>
                    <a:pt x="267099" y="73416"/>
                    <a:pt x="267099" y="84907"/>
                  </a:cubicBezTo>
                  <a:lnTo>
                    <a:pt x="267099" y="93206"/>
                  </a:lnTo>
                  <a:cubicBezTo>
                    <a:pt x="272850" y="91929"/>
                    <a:pt x="279240" y="93206"/>
                    <a:pt x="283713" y="98313"/>
                  </a:cubicBezTo>
                  <a:lnTo>
                    <a:pt x="284352" y="98952"/>
                  </a:lnTo>
                  <a:cubicBezTo>
                    <a:pt x="290742" y="105974"/>
                    <a:pt x="290742" y="116827"/>
                    <a:pt x="284352" y="123211"/>
                  </a:cubicBezTo>
                  <a:lnTo>
                    <a:pt x="281157" y="126403"/>
                  </a:lnTo>
                  <a:cubicBezTo>
                    <a:pt x="281796" y="127041"/>
                    <a:pt x="282435" y="127680"/>
                    <a:pt x="283074" y="127680"/>
                  </a:cubicBezTo>
                  <a:close/>
                </a:path>
              </a:pathLst>
            </a:custGeom>
            <a:solidFill>
              <a:srgbClr val="012169"/>
            </a:solidFill>
            <a:ln w="6390" cap="flat">
              <a:noFill/>
              <a:prstDash val="solid"/>
              <a:miter/>
            </a:ln>
          </p:spPr>
          <p:txBody>
            <a:bodyPr rtlCol="0" anchor="ctr"/>
            <a:lstStyle/>
            <a:p>
              <a:endParaRPr lang="en-US"/>
            </a:p>
          </p:txBody>
        </p:sp>
        <p:sp>
          <p:nvSpPr>
            <p:cNvPr id="509" name="Graphic 4">
              <a:extLst>
                <a:ext uri="{FF2B5EF4-FFF2-40B4-BE49-F238E27FC236}">
                  <a16:creationId xmlns:a16="http://schemas.microsoft.com/office/drawing/2014/main" id="{6BD9485B-87F4-DB42-856F-74D121174C74}"/>
                </a:ext>
              </a:extLst>
            </p:cNvPr>
            <p:cNvSpPr/>
            <p:nvPr/>
          </p:nvSpPr>
          <p:spPr>
            <a:xfrm>
              <a:off x="4306178" y="1599350"/>
              <a:ext cx="15335" cy="17236"/>
            </a:xfrm>
            <a:custGeom>
              <a:avLst/>
              <a:gdLst>
                <a:gd name="connsiteX0" fmla="*/ 14058 w 15335"/>
                <a:gd name="connsiteY0" fmla="*/ 638 h 17236"/>
                <a:gd name="connsiteX1" fmla="*/ 11502 w 15335"/>
                <a:gd name="connsiteY1" fmla="*/ 0 h 17236"/>
                <a:gd name="connsiteX2" fmla="*/ 8946 w 15335"/>
                <a:gd name="connsiteY2" fmla="*/ 1277 h 17236"/>
                <a:gd name="connsiteX3" fmla="*/ 0 w 15335"/>
                <a:gd name="connsiteY3" fmla="*/ 11491 h 17236"/>
                <a:gd name="connsiteX4" fmla="*/ 1917 w 15335"/>
                <a:gd name="connsiteY4" fmla="*/ 14683 h 17236"/>
                <a:gd name="connsiteX5" fmla="*/ 2556 w 15335"/>
                <a:gd name="connsiteY5" fmla="*/ 15322 h 17236"/>
                <a:gd name="connsiteX6" fmla="*/ 5751 w 15335"/>
                <a:gd name="connsiteY6" fmla="*/ 17237 h 17236"/>
                <a:gd name="connsiteX7" fmla="*/ 14697 w 15335"/>
                <a:gd name="connsiteY7" fmla="*/ 7022 h 17236"/>
                <a:gd name="connsiteX8" fmla="*/ 15336 w 15335"/>
                <a:gd name="connsiteY8" fmla="*/ 4469 h 17236"/>
                <a:gd name="connsiteX9" fmla="*/ 14058 w 15335"/>
                <a:gd name="connsiteY9" fmla="*/ 1915 h 17236"/>
                <a:gd name="connsiteX10" fmla="*/ 14058 w 15335"/>
                <a:gd name="connsiteY10" fmla="*/ 638 h 17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335" h="17236">
                  <a:moveTo>
                    <a:pt x="14058" y="638"/>
                  </a:moveTo>
                  <a:cubicBezTo>
                    <a:pt x="13419" y="0"/>
                    <a:pt x="12141" y="0"/>
                    <a:pt x="11502" y="0"/>
                  </a:cubicBezTo>
                  <a:cubicBezTo>
                    <a:pt x="10863" y="0"/>
                    <a:pt x="10224" y="0"/>
                    <a:pt x="8946" y="1277"/>
                  </a:cubicBezTo>
                  <a:lnTo>
                    <a:pt x="0" y="11491"/>
                  </a:lnTo>
                  <a:cubicBezTo>
                    <a:pt x="0" y="12130"/>
                    <a:pt x="639" y="13406"/>
                    <a:pt x="1917" y="14683"/>
                  </a:cubicBezTo>
                  <a:lnTo>
                    <a:pt x="2556" y="15322"/>
                  </a:lnTo>
                  <a:cubicBezTo>
                    <a:pt x="3834" y="16598"/>
                    <a:pt x="5112" y="17237"/>
                    <a:pt x="5751" y="17237"/>
                  </a:cubicBezTo>
                  <a:lnTo>
                    <a:pt x="14697" y="7022"/>
                  </a:lnTo>
                  <a:cubicBezTo>
                    <a:pt x="15336" y="6384"/>
                    <a:pt x="15336" y="5107"/>
                    <a:pt x="15336" y="4469"/>
                  </a:cubicBezTo>
                  <a:cubicBezTo>
                    <a:pt x="15336" y="3192"/>
                    <a:pt x="14697" y="2554"/>
                    <a:pt x="14058" y="1915"/>
                  </a:cubicBezTo>
                  <a:lnTo>
                    <a:pt x="14058" y="638"/>
                  </a:lnTo>
                  <a:close/>
                </a:path>
              </a:pathLst>
            </a:custGeom>
            <a:solidFill>
              <a:srgbClr val="012169"/>
            </a:solidFill>
            <a:ln w="6390" cap="flat">
              <a:noFill/>
              <a:prstDash val="solid"/>
              <a:miter/>
            </a:ln>
          </p:spPr>
          <p:txBody>
            <a:bodyPr rtlCol="0" anchor="ctr"/>
            <a:lstStyle/>
            <a:p>
              <a:endParaRPr lang="en-US"/>
            </a:p>
          </p:txBody>
        </p:sp>
      </p:grpSp>
      <p:grpSp>
        <p:nvGrpSpPr>
          <p:cNvPr id="510" name="Graphic 4">
            <a:extLst>
              <a:ext uri="{FF2B5EF4-FFF2-40B4-BE49-F238E27FC236}">
                <a16:creationId xmlns:a16="http://schemas.microsoft.com/office/drawing/2014/main" id="{EBA2B085-0702-E64D-BE9A-22BF82EBC630}"/>
              </a:ext>
            </a:extLst>
          </p:cNvPr>
          <p:cNvGrpSpPr/>
          <p:nvPr/>
        </p:nvGrpSpPr>
        <p:grpSpPr>
          <a:xfrm>
            <a:off x="4046108" y="918179"/>
            <a:ext cx="361670" cy="361333"/>
            <a:chOff x="4046108" y="918179"/>
            <a:chExt cx="361670" cy="361333"/>
          </a:xfrm>
          <a:solidFill>
            <a:srgbClr val="012169"/>
          </a:solidFill>
        </p:grpSpPr>
        <p:sp>
          <p:nvSpPr>
            <p:cNvPr id="511" name="Graphic 4">
              <a:extLst>
                <a:ext uri="{FF2B5EF4-FFF2-40B4-BE49-F238E27FC236}">
                  <a16:creationId xmlns:a16="http://schemas.microsoft.com/office/drawing/2014/main" id="{9292F04F-10C7-B04E-A19A-C2AD0FBEE2F7}"/>
                </a:ext>
              </a:extLst>
            </p:cNvPr>
            <p:cNvSpPr/>
            <p:nvPr/>
          </p:nvSpPr>
          <p:spPr>
            <a:xfrm>
              <a:off x="4046108"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88186 w 361670"/>
                <a:gd name="connsiteY5" fmla="*/ 182582 h 361333"/>
                <a:gd name="connsiteX6" fmla="*/ 288186 w 361670"/>
                <a:gd name="connsiteY6" fmla="*/ 191519 h 361333"/>
                <a:gd name="connsiteX7" fmla="*/ 283713 w 361670"/>
                <a:gd name="connsiteY7" fmla="*/ 193435 h 361333"/>
                <a:gd name="connsiteX8" fmla="*/ 279240 w 361670"/>
                <a:gd name="connsiteY8" fmla="*/ 191519 h 361333"/>
                <a:gd name="connsiteX9" fmla="*/ 273489 w 361670"/>
                <a:gd name="connsiteY9" fmla="*/ 185774 h 361333"/>
                <a:gd name="connsiteX10" fmla="*/ 273489 w 361670"/>
                <a:gd name="connsiteY10" fmla="*/ 176836 h 361333"/>
                <a:gd name="connsiteX11" fmla="*/ 282435 w 361670"/>
                <a:gd name="connsiteY11" fmla="*/ 176836 h 361333"/>
                <a:gd name="connsiteX12" fmla="*/ 288186 w 361670"/>
                <a:gd name="connsiteY12" fmla="*/ 182582 h 361333"/>
                <a:gd name="connsiteX13" fmla="*/ 260071 w 361670"/>
                <a:gd name="connsiteY13" fmla="*/ 91291 h 361333"/>
                <a:gd name="connsiteX14" fmla="*/ 277962 w 361670"/>
                <a:gd name="connsiteY14" fmla="*/ 109166 h 361333"/>
                <a:gd name="connsiteX15" fmla="*/ 260071 w 361670"/>
                <a:gd name="connsiteY15" fmla="*/ 127041 h 361333"/>
                <a:gd name="connsiteX16" fmla="*/ 242178 w 361670"/>
                <a:gd name="connsiteY16" fmla="*/ 109166 h 361333"/>
                <a:gd name="connsiteX17" fmla="*/ 260071 w 361670"/>
                <a:gd name="connsiteY17" fmla="*/ 91291 h 361333"/>
                <a:gd name="connsiteX18" fmla="*/ 131633 w 361670"/>
                <a:gd name="connsiteY18" fmla="*/ 176836 h 361333"/>
                <a:gd name="connsiteX19" fmla="*/ 137384 w 361670"/>
                <a:gd name="connsiteY19" fmla="*/ 182582 h 361333"/>
                <a:gd name="connsiteX20" fmla="*/ 137384 w 361670"/>
                <a:gd name="connsiteY20" fmla="*/ 191519 h 361333"/>
                <a:gd name="connsiteX21" fmla="*/ 132911 w 361670"/>
                <a:gd name="connsiteY21" fmla="*/ 193435 h 361333"/>
                <a:gd name="connsiteX22" fmla="*/ 128438 w 361670"/>
                <a:gd name="connsiteY22" fmla="*/ 191519 h 361333"/>
                <a:gd name="connsiteX23" fmla="*/ 122687 w 361670"/>
                <a:gd name="connsiteY23" fmla="*/ 185774 h 361333"/>
                <a:gd name="connsiteX24" fmla="*/ 122687 w 361670"/>
                <a:gd name="connsiteY24" fmla="*/ 176836 h 361333"/>
                <a:gd name="connsiteX25" fmla="*/ 131633 w 361670"/>
                <a:gd name="connsiteY25" fmla="*/ 176836 h 361333"/>
                <a:gd name="connsiteX26" fmla="*/ 107990 w 361670"/>
                <a:gd name="connsiteY26" fmla="*/ 91291 h 361333"/>
                <a:gd name="connsiteX27" fmla="*/ 125882 w 361670"/>
                <a:gd name="connsiteY27" fmla="*/ 109166 h 361333"/>
                <a:gd name="connsiteX28" fmla="*/ 107990 w 361670"/>
                <a:gd name="connsiteY28" fmla="*/ 127041 h 361333"/>
                <a:gd name="connsiteX29" fmla="*/ 90098 w 361670"/>
                <a:gd name="connsiteY29" fmla="*/ 109166 h 361333"/>
                <a:gd name="connsiteX30" fmla="*/ 107990 w 361670"/>
                <a:gd name="connsiteY30" fmla="*/ 91291 h 361333"/>
                <a:gd name="connsiteX31" fmla="*/ 106712 w 361670"/>
                <a:gd name="connsiteY31" fmla="*/ 225993 h 361333"/>
                <a:gd name="connsiteX32" fmla="*/ 76679 w 361670"/>
                <a:gd name="connsiteY32" fmla="*/ 267489 h 361333"/>
                <a:gd name="connsiteX33" fmla="*/ 71567 w 361670"/>
                <a:gd name="connsiteY33" fmla="*/ 270042 h 361333"/>
                <a:gd name="connsiteX34" fmla="*/ 67733 w 361670"/>
                <a:gd name="connsiteY34" fmla="*/ 268766 h 361333"/>
                <a:gd name="connsiteX35" fmla="*/ 66455 w 361670"/>
                <a:gd name="connsiteY35" fmla="*/ 259828 h 361333"/>
                <a:gd name="connsiteX36" fmla="*/ 96488 w 361670"/>
                <a:gd name="connsiteY36" fmla="*/ 218332 h 361333"/>
                <a:gd name="connsiteX37" fmla="*/ 105434 w 361670"/>
                <a:gd name="connsiteY37" fmla="*/ 217055 h 361333"/>
                <a:gd name="connsiteX38" fmla="*/ 106712 w 361670"/>
                <a:gd name="connsiteY38" fmla="*/ 225993 h 361333"/>
                <a:gd name="connsiteX39" fmla="*/ 138662 w 361670"/>
                <a:gd name="connsiteY39" fmla="*/ 270042 h 361333"/>
                <a:gd name="connsiteX40" fmla="*/ 138022 w 361670"/>
                <a:gd name="connsiteY40" fmla="*/ 270042 h 361333"/>
                <a:gd name="connsiteX41" fmla="*/ 131633 w 361670"/>
                <a:gd name="connsiteY41" fmla="*/ 264297 h 361333"/>
                <a:gd name="connsiteX42" fmla="*/ 126521 w 361670"/>
                <a:gd name="connsiteY42" fmla="*/ 224078 h 361333"/>
                <a:gd name="connsiteX43" fmla="*/ 103517 w 361670"/>
                <a:gd name="connsiteY43" fmla="*/ 195350 h 361333"/>
                <a:gd name="connsiteX44" fmla="*/ 102239 w 361670"/>
                <a:gd name="connsiteY44" fmla="*/ 191519 h 361333"/>
                <a:gd name="connsiteX45" fmla="*/ 102239 w 361670"/>
                <a:gd name="connsiteY45" fmla="*/ 151939 h 361333"/>
                <a:gd name="connsiteX46" fmla="*/ 92015 w 361670"/>
                <a:gd name="connsiteY46" fmla="*/ 159600 h 361333"/>
                <a:gd name="connsiteX47" fmla="*/ 92015 w 361670"/>
                <a:gd name="connsiteY47" fmla="*/ 197903 h 361333"/>
                <a:gd name="connsiteX48" fmla="*/ 85625 w 361670"/>
                <a:gd name="connsiteY48" fmla="*/ 204287 h 361333"/>
                <a:gd name="connsiteX49" fmla="*/ 79235 w 361670"/>
                <a:gd name="connsiteY49" fmla="*/ 197903 h 361333"/>
                <a:gd name="connsiteX50" fmla="*/ 79235 w 361670"/>
                <a:gd name="connsiteY50" fmla="*/ 155769 h 361333"/>
                <a:gd name="connsiteX51" fmla="*/ 81791 w 361670"/>
                <a:gd name="connsiteY51" fmla="*/ 150662 h 361333"/>
                <a:gd name="connsiteX52" fmla="*/ 104795 w 361670"/>
                <a:gd name="connsiteY52" fmla="*/ 133425 h 361333"/>
                <a:gd name="connsiteX53" fmla="*/ 111185 w 361670"/>
                <a:gd name="connsiteY53" fmla="*/ 132787 h 361333"/>
                <a:gd name="connsiteX54" fmla="*/ 115019 w 361670"/>
                <a:gd name="connsiteY54" fmla="*/ 138532 h 361333"/>
                <a:gd name="connsiteX55" fmla="*/ 115019 w 361670"/>
                <a:gd name="connsiteY55" fmla="*/ 188966 h 361333"/>
                <a:gd name="connsiteX56" fmla="*/ 137384 w 361670"/>
                <a:gd name="connsiteY56" fmla="*/ 217055 h 361333"/>
                <a:gd name="connsiteX57" fmla="*/ 138662 w 361670"/>
                <a:gd name="connsiteY57" fmla="*/ 220247 h 361333"/>
                <a:gd name="connsiteX58" fmla="*/ 144412 w 361670"/>
                <a:gd name="connsiteY58" fmla="*/ 262382 h 361333"/>
                <a:gd name="connsiteX59" fmla="*/ 138662 w 361670"/>
                <a:gd name="connsiteY59" fmla="*/ 270042 h 361333"/>
                <a:gd name="connsiteX60" fmla="*/ 217897 w 361670"/>
                <a:gd name="connsiteY60" fmla="*/ 191519 h 361333"/>
                <a:gd name="connsiteX61" fmla="*/ 217897 w 361670"/>
                <a:gd name="connsiteY61" fmla="*/ 192796 h 361333"/>
                <a:gd name="connsiteX62" fmla="*/ 217897 w 361670"/>
                <a:gd name="connsiteY62" fmla="*/ 192796 h 361333"/>
                <a:gd name="connsiteX63" fmla="*/ 217258 w 361670"/>
                <a:gd name="connsiteY63" fmla="*/ 193435 h 361333"/>
                <a:gd name="connsiteX64" fmla="*/ 217258 w 361670"/>
                <a:gd name="connsiteY64" fmla="*/ 193435 h 361333"/>
                <a:gd name="connsiteX65" fmla="*/ 216619 w 361670"/>
                <a:gd name="connsiteY65" fmla="*/ 194073 h 361333"/>
                <a:gd name="connsiteX66" fmla="*/ 201922 w 361670"/>
                <a:gd name="connsiteY66" fmla="*/ 210033 h 361333"/>
                <a:gd name="connsiteX67" fmla="*/ 197449 w 361670"/>
                <a:gd name="connsiteY67" fmla="*/ 211948 h 361333"/>
                <a:gd name="connsiteX68" fmla="*/ 192976 w 361670"/>
                <a:gd name="connsiteY68" fmla="*/ 210033 h 361333"/>
                <a:gd name="connsiteX69" fmla="*/ 192337 w 361670"/>
                <a:gd name="connsiteY69" fmla="*/ 201095 h 361333"/>
                <a:gd name="connsiteX70" fmla="*/ 197449 w 361670"/>
                <a:gd name="connsiteY70" fmla="*/ 195988 h 361333"/>
                <a:gd name="connsiteX71" fmla="*/ 162304 w 361670"/>
                <a:gd name="connsiteY71" fmla="*/ 195988 h 361333"/>
                <a:gd name="connsiteX72" fmla="*/ 167416 w 361670"/>
                <a:gd name="connsiteY72" fmla="*/ 201095 h 361333"/>
                <a:gd name="connsiteX73" fmla="*/ 166777 w 361670"/>
                <a:gd name="connsiteY73" fmla="*/ 210033 h 361333"/>
                <a:gd name="connsiteX74" fmla="*/ 162304 w 361670"/>
                <a:gd name="connsiteY74" fmla="*/ 211948 h 361333"/>
                <a:gd name="connsiteX75" fmla="*/ 157832 w 361670"/>
                <a:gd name="connsiteY75" fmla="*/ 210033 h 361333"/>
                <a:gd name="connsiteX76" fmla="*/ 143134 w 361670"/>
                <a:gd name="connsiteY76" fmla="*/ 194073 h 361333"/>
                <a:gd name="connsiteX77" fmla="*/ 142496 w 361670"/>
                <a:gd name="connsiteY77" fmla="*/ 193435 h 361333"/>
                <a:gd name="connsiteX78" fmla="*/ 142496 w 361670"/>
                <a:gd name="connsiteY78" fmla="*/ 193435 h 361333"/>
                <a:gd name="connsiteX79" fmla="*/ 141857 w 361670"/>
                <a:gd name="connsiteY79" fmla="*/ 192796 h 361333"/>
                <a:gd name="connsiteX80" fmla="*/ 141857 w 361670"/>
                <a:gd name="connsiteY80" fmla="*/ 192796 h 361333"/>
                <a:gd name="connsiteX81" fmla="*/ 141857 w 361670"/>
                <a:gd name="connsiteY81" fmla="*/ 191519 h 361333"/>
                <a:gd name="connsiteX82" fmla="*/ 141857 w 361670"/>
                <a:gd name="connsiteY82" fmla="*/ 190243 h 361333"/>
                <a:gd name="connsiteX83" fmla="*/ 141857 w 361670"/>
                <a:gd name="connsiteY83" fmla="*/ 190243 h 361333"/>
                <a:gd name="connsiteX84" fmla="*/ 141857 w 361670"/>
                <a:gd name="connsiteY84" fmla="*/ 190243 h 361333"/>
                <a:gd name="connsiteX85" fmla="*/ 141857 w 361670"/>
                <a:gd name="connsiteY85" fmla="*/ 188966 h 361333"/>
                <a:gd name="connsiteX86" fmla="*/ 141857 w 361670"/>
                <a:gd name="connsiteY86" fmla="*/ 187689 h 361333"/>
                <a:gd name="connsiteX87" fmla="*/ 141857 w 361670"/>
                <a:gd name="connsiteY87" fmla="*/ 187689 h 361333"/>
                <a:gd name="connsiteX88" fmla="*/ 142496 w 361670"/>
                <a:gd name="connsiteY88" fmla="*/ 187051 h 361333"/>
                <a:gd name="connsiteX89" fmla="*/ 142496 w 361670"/>
                <a:gd name="connsiteY89" fmla="*/ 187051 h 361333"/>
                <a:gd name="connsiteX90" fmla="*/ 143134 w 361670"/>
                <a:gd name="connsiteY90" fmla="*/ 186412 h 361333"/>
                <a:gd name="connsiteX91" fmla="*/ 157832 w 361670"/>
                <a:gd name="connsiteY91" fmla="*/ 170452 h 361333"/>
                <a:gd name="connsiteX92" fmla="*/ 166777 w 361670"/>
                <a:gd name="connsiteY92" fmla="*/ 169814 h 361333"/>
                <a:gd name="connsiteX93" fmla="*/ 167416 w 361670"/>
                <a:gd name="connsiteY93" fmla="*/ 178752 h 361333"/>
                <a:gd name="connsiteX94" fmla="*/ 162304 w 361670"/>
                <a:gd name="connsiteY94" fmla="*/ 183859 h 361333"/>
                <a:gd name="connsiteX95" fmla="*/ 197449 w 361670"/>
                <a:gd name="connsiteY95" fmla="*/ 183859 h 361333"/>
                <a:gd name="connsiteX96" fmla="*/ 192337 w 361670"/>
                <a:gd name="connsiteY96" fmla="*/ 178752 h 361333"/>
                <a:gd name="connsiteX97" fmla="*/ 192976 w 361670"/>
                <a:gd name="connsiteY97" fmla="*/ 169814 h 361333"/>
                <a:gd name="connsiteX98" fmla="*/ 201922 w 361670"/>
                <a:gd name="connsiteY98" fmla="*/ 170452 h 361333"/>
                <a:gd name="connsiteX99" fmla="*/ 216619 w 361670"/>
                <a:gd name="connsiteY99" fmla="*/ 186412 h 361333"/>
                <a:gd name="connsiteX100" fmla="*/ 217258 w 361670"/>
                <a:gd name="connsiteY100" fmla="*/ 187051 h 361333"/>
                <a:gd name="connsiteX101" fmla="*/ 217258 w 361670"/>
                <a:gd name="connsiteY101" fmla="*/ 187051 h 361333"/>
                <a:gd name="connsiteX102" fmla="*/ 217897 w 361670"/>
                <a:gd name="connsiteY102" fmla="*/ 187689 h 361333"/>
                <a:gd name="connsiteX103" fmla="*/ 217897 w 361670"/>
                <a:gd name="connsiteY103" fmla="*/ 187689 h 361333"/>
                <a:gd name="connsiteX104" fmla="*/ 217897 w 361670"/>
                <a:gd name="connsiteY104" fmla="*/ 188966 h 361333"/>
                <a:gd name="connsiteX105" fmla="*/ 217897 w 361670"/>
                <a:gd name="connsiteY105" fmla="*/ 190243 h 361333"/>
                <a:gd name="connsiteX106" fmla="*/ 217897 w 361670"/>
                <a:gd name="connsiteY106" fmla="*/ 190243 h 361333"/>
                <a:gd name="connsiteX107" fmla="*/ 217897 w 361670"/>
                <a:gd name="connsiteY107" fmla="*/ 190243 h 361333"/>
                <a:gd name="connsiteX108" fmla="*/ 217897 w 361670"/>
                <a:gd name="connsiteY108" fmla="*/ 191519 h 361333"/>
                <a:gd name="connsiteX109" fmla="*/ 260071 w 361670"/>
                <a:gd name="connsiteY109" fmla="*/ 225993 h 361333"/>
                <a:gd name="connsiteX110" fmla="*/ 230038 w 361670"/>
                <a:gd name="connsiteY110" fmla="*/ 267489 h 361333"/>
                <a:gd name="connsiteX111" fmla="*/ 224926 w 361670"/>
                <a:gd name="connsiteY111" fmla="*/ 270042 h 361333"/>
                <a:gd name="connsiteX112" fmla="*/ 221092 w 361670"/>
                <a:gd name="connsiteY112" fmla="*/ 268766 h 361333"/>
                <a:gd name="connsiteX113" fmla="*/ 219814 w 361670"/>
                <a:gd name="connsiteY113" fmla="*/ 259828 h 361333"/>
                <a:gd name="connsiteX114" fmla="*/ 249846 w 361670"/>
                <a:gd name="connsiteY114" fmla="*/ 218332 h 361333"/>
                <a:gd name="connsiteX115" fmla="*/ 258792 w 361670"/>
                <a:gd name="connsiteY115" fmla="*/ 217055 h 361333"/>
                <a:gd name="connsiteX116" fmla="*/ 260071 w 361670"/>
                <a:gd name="connsiteY116" fmla="*/ 225993 h 361333"/>
                <a:gd name="connsiteX117" fmla="*/ 290742 w 361670"/>
                <a:gd name="connsiteY117" fmla="*/ 270042 h 361333"/>
                <a:gd name="connsiteX118" fmla="*/ 290103 w 361670"/>
                <a:gd name="connsiteY118" fmla="*/ 270042 h 361333"/>
                <a:gd name="connsiteX119" fmla="*/ 283713 w 361670"/>
                <a:gd name="connsiteY119" fmla="*/ 264297 h 361333"/>
                <a:gd name="connsiteX120" fmla="*/ 278601 w 361670"/>
                <a:gd name="connsiteY120" fmla="*/ 224078 h 361333"/>
                <a:gd name="connsiteX121" fmla="*/ 255597 w 361670"/>
                <a:gd name="connsiteY121" fmla="*/ 195350 h 361333"/>
                <a:gd name="connsiteX122" fmla="*/ 254319 w 361670"/>
                <a:gd name="connsiteY122" fmla="*/ 191519 h 361333"/>
                <a:gd name="connsiteX123" fmla="*/ 254319 w 361670"/>
                <a:gd name="connsiteY123" fmla="*/ 151939 h 361333"/>
                <a:gd name="connsiteX124" fmla="*/ 244096 w 361670"/>
                <a:gd name="connsiteY124" fmla="*/ 159600 h 361333"/>
                <a:gd name="connsiteX125" fmla="*/ 244096 w 361670"/>
                <a:gd name="connsiteY125" fmla="*/ 197903 h 361333"/>
                <a:gd name="connsiteX126" fmla="*/ 237706 w 361670"/>
                <a:gd name="connsiteY126" fmla="*/ 204287 h 361333"/>
                <a:gd name="connsiteX127" fmla="*/ 231316 w 361670"/>
                <a:gd name="connsiteY127" fmla="*/ 197903 h 361333"/>
                <a:gd name="connsiteX128" fmla="*/ 231316 w 361670"/>
                <a:gd name="connsiteY128" fmla="*/ 155769 h 361333"/>
                <a:gd name="connsiteX129" fmla="*/ 233872 w 361670"/>
                <a:gd name="connsiteY129" fmla="*/ 150662 h 361333"/>
                <a:gd name="connsiteX130" fmla="*/ 256876 w 361670"/>
                <a:gd name="connsiteY130" fmla="*/ 133425 h 361333"/>
                <a:gd name="connsiteX131" fmla="*/ 263266 w 361670"/>
                <a:gd name="connsiteY131" fmla="*/ 132787 h 361333"/>
                <a:gd name="connsiteX132" fmla="*/ 267099 w 361670"/>
                <a:gd name="connsiteY132" fmla="*/ 138532 h 361333"/>
                <a:gd name="connsiteX133" fmla="*/ 267099 w 361670"/>
                <a:gd name="connsiteY133" fmla="*/ 188966 h 361333"/>
                <a:gd name="connsiteX134" fmla="*/ 289464 w 361670"/>
                <a:gd name="connsiteY134" fmla="*/ 217055 h 361333"/>
                <a:gd name="connsiteX135" fmla="*/ 290742 w 361670"/>
                <a:gd name="connsiteY135" fmla="*/ 220247 h 361333"/>
                <a:gd name="connsiteX136" fmla="*/ 296493 w 361670"/>
                <a:gd name="connsiteY136" fmla="*/ 262382 h 361333"/>
                <a:gd name="connsiteX137" fmla="*/ 290742 w 361670"/>
                <a:gd name="connsiteY137" fmla="*/ 27004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288186" y="182582"/>
                  </a:moveTo>
                  <a:cubicBezTo>
                    <a:pt x="290742" y="185135"/>
                    <a:pt x="290742" y="188966"/>
                    <a:pt x="288186" y="191519"/>
                  </a:cubicBezTo>
                  <a:cubicBezTo>
                    <a:pt x="286908" y="192796"/>
                    <a:pt x="284991" y="193435"/>
                    <a:pt x="283713" y="193435"/>
                  </a:cubicBezTo>
                  <a:cubicBezTo>
                    <a:pt x="282435" y="193435"/>
                    <a:pt x="280518" y="192796"/>
                    <a:pt x="279240" y="191519"/>
                  </a:cubicBezTo>
                  <a:lnTo>
                    <a:pt x="273489" y="185774"/>
                  </a:lnTo>
                  <a:cubicBezTo>
                    <a:pt x="270933" y="183220"/>
                    <a:pt x="270933" y="179390"/>
                    <a:pt x="273489" y="176836"/>
                  </a:cubicBezTo>
                  <a:cubicBezTo>
                    <a:pt x="276045" y="174283"/>
                    <a:pt x="279879" y="174283"/>
                    <a:pt x="282435" y="176836"/>
                  </a:cubicBezTo>
                  <a:lnTo>
                    <a:pt x="288186" y="182582"/>
                  </a:lnTo>
                  <a:close/>
                  <a:moveTo>
                    <a:pt x="260071" y="91291"/>
                  </a:moveTo>
                  <a:cubicBezTo>
                    <a:pt x="270294" y="91291"/>
                    <a:pt x="277962" y="99590"/>
                    <a:pt x="277962" y="109166"/>
                  </a:cubicBezTo>
                  <a:cubicBezTo>
                    <a:pt x="277962" y="118742"/>
                    <a:pt x="269655" y="127041"/>
                    <a:pt x="260071" y="127041"/>
                  </a:cubicBezTo>
                  <a:cubicBezTo>
                    <a:pt x="249846" y="127041"/>
                    <a:pt x="242178" y="118742"/>
                    <a:pt x="242178" y="109166"/>
                  </a:cubicBezTo>
                  <a:cubicBezTo>
                    <a:pt x="242178" y="99590"/>
                    <a:pt x="250486" y="91291"/>
                    <a:pt x="260071" y="91291"/>
                  </a:cubicBezTo>
                  <a:close/>
                  <a:moveTo>
                    <a:pt x="131633" y="176836"/>
                  </a:moveTo>
                  <a:lnTo>
                    <a:pt x="137384" y="182582"/>
                  </a:lnTo>
                  <a:cubicBezTo>
                    <a:pt x="139939" y="185135"/>
                    <a:pt x="139939" y="188966"/>
                    <a:pt x="137384" y="191519"/>
                  </a:cubicBezTo>
                  <a:cubicBezTo>
                    <a:pt x="136106" y="192796"/>
                    <a:pt x="134189" y="193435"/>
                    <a:pt x="132911" y="193435"/>
                  </a:cubicBezTo>
                  <a:cubicBezTo>
                    <a:pt x="131633" y="193435"/>
                    <a:pt x="129716" y="192796"/>
                    <a:pt x="128438" y="191519"/>
                  </a:cubicBezTo>
                  <a:lnTo>
                    <a:pt x="122687" y="185774"/>
                  </a:lnTo>
                  <a:cubicBezTo>
                    <a:pt x="120131" y="183220"/>
                    <a:pt x="120131" y="179390"/>
                    <a:pt x="122687" y="176836"/>
                  </a:cubicBezTo>
                  <a:cubicBezTo>
                    <a:pt x="125243" y="174283"/>
                    <a:pt x="129077" y="174283"/>
                    <a:pt x="131633" y="176836"/>
                  </a:cubicBezTo>
                  <a:close/>
                  <a:moveTo>
                    <a:pt x="107990" y="91291"/>
                  </a:moveTo>
                  <a:cubicBezTo>
                    <a:pt x="118214" y="91291"/>
                    <a:pt x="125882" y="99590"/>
                    <a:pt x="125882" y="109166"/>
                  </a:cubicBezTo>
                  <a:cubicBezTo>
                    <a:pt x="125882" y="118742"/>
                    <a:pt x="117575" y="127041"/>
                    <a:pt x="107990" y="127041"/>
                  </a:cubicBezTo>
                  <a:cubicBezTo>
                    <a:pt x="98405" y="127041"/>
                    <a:pt x="90098" y="118742"/>
                    <a:pt x="90098" y="109166"/>
                  </a:cubicBezTo>
                  <a:cubicBezTo>
                    <a:pt x="90098" y="99590"/>
                    <a:pt x="97766" y="91291"/>
                    <a:pt x="107990" y="91291"/>
                  </a:cubicBezTo>
                  <a:close/>
                  <a:moveTo>
                    <a:pt x="106712" y="225993"/>
                  </a:moveTo>
                  <a:lnTo>
                    <a:pt x="76679" y="267489"/>
                  </a:lnTo>
                  <a:cubicBezTo>
                    <a:pt x="75401" y="269404"/>
                    <a:pt x="73484" y="270042"/>
                    <a:pt x="71567" y="270042"/>
                  </a:cubicBezTo>
                  <a:cubicBezTo>
                    <a:pt x="70289" y="270042"/>
                    <a:pt x="69011" y="269404"/>
                    <a:pt x="67733" y="268766"/>
                  </a:cubicBezTo>
                  <a:cubicBezTo>
                    <a:pt x="65177" y="266850"/>
                    <a:pt x="63899" y="263020"/>
                    <a:pt x="66455" y="259828"/>
                  </a:cubicBezTo>
                  <a:lnTo>
                    <a:pt x="96488" y="218332"/>
                  </a:lnTo>
                  <a:cubicBezTo>
                    <a:pt x="98405" y="215140"/>
                    <a:pt x="102239" y="214502"/>
                    <a:pt x="105434" y="217055"/>
                  </a:cubicBezTo>
                  <a:cubicBezTo>
                    <a:pt x="108629" y="218971"/>
                    <a:pt x="109268" y="222801"/>
                    <a:pt x="106712" y="225993"/>
                  </a:cubicBezTo>
                  <a:close/>
                  <a:moveTo>
                    <a:pt x="138662" y="270042"/>
                  </a:moveTo>
                  <a:cubicBezTo>
                    <a:pt x="138662" y="270042"/>
                    <a:pt x="138022" y="270042"/>
                    <a:pt x="138022" y="270042"/>
                  </a:cubicBezTo>
                  <a:cubicBezTo>
                    <a:pt x="134828" y="270042"/>
                    <a:pt x="132272" y="267489"/>
                    <a:pt x="131633" y="264297"/>
                  </a:cubicBezTo>
                  <a:lnTo>
                    <a:pt x="126521" y="224078"/>
                  </a:lnTo>
                  <a:lnTo>
                    <a:pt x="103517" y="195350"/>
                  </a:lnTo>
                  <a:cubicBezTo>
                    <a:pt x="102878" y="194073"/>
                    <a:pt x="102239" y="192796"/>
                    <a:pt x="102239" y="191519"/>
                  </a:cubicBezTo>
                  <a:lnTo>
                    <a:pt x="102239" y="151939"/>
                  </a:lnTo>
                  <a:lnTo>
                    <a:pt x="92015" y="159600"/>
                  </a:lnTo>
                  <a:lnTo>
                    <a:pt x="92015" y="197903"/>
                  </a:lnTo>
                  <a:cubicBezTo>
                    <a:pt x="92015" y="201734"/>
                    <a:pt x="89459" y="204287"/>
                    <a:pt x="85625" y="204287"/>
                  </a:cubicBezTo>
                  <a:cubicBezTo>
                    <a:pt x="81791" y="204287"/>
                    <a:pt x="79235" y="201734"/>
                    <a:pt x="79235" y="197903"/>
                  </a:cubicBezTo>
                  <a:lnTo>
                    <a:pt x="79235" y="155769"/>
                  </a:lnTo>
                  <a:cubicBezTo>
                    <a:pt x="79235" y="153854"/>
                    <a:pt x="79874" y="151939"/>
                    <a:pt x="81791" y="150662"/>
                  </a:cubicBezTo>
                  <a:lnTo>
                    <a:pt x="104795" y="133425"/>
                  </a:lnTo>
                  <a:cubicBezTo>
                    <a:pt x="106712" y="132148"/>
                    <a:pt x="109268" y="131510"/>
                    <a:pt x="111185" y="132787"/>
                  </a:cubicBezTo>
                  <a:cubicBezTo>
                    <a:pt x="113102" y="134064"/>
                    <a:pt x="115019" y="135979"/>
                    <a:pt x="115019" y="138532"/>
                  </a:cubicBezTo>
                  <a:lnTo>
                    <a:pt x="115019" y="188966"/>
                  </a:lnTo>
                  <a:lnTo>
                    <a:pt x="137384" y="217055"/>
                  </a:lnTo>
                  <a:cubicBezTo>
                    <a:pt x="138022" y="217694"/>
                    <a:pt x="138662" y="218971"/>
                    <a:pt x="138662" y="220247"/>
                  </a:cubicBezTo>
                  <a:lnTo>
                    <a:pt x="144412" y="262382"/>
                  </a:lnTo>
                  <a:cubicBezTo>
                    <a:pt x="144412" y="266850"/>
                    <a:pt x="142496" y="270042"/>
                    <a:pt x="138662" y="270042"/>
                  </a:cubicBezTo>
                  <a:close/>
                  <a:moveTo>
                    <a:pt x="217897" y="191519"/>
                  </a:moveTo>
                  <a:cubicBezTo>
                    <a:pt x="217897" y="192158"/>
                    <a:pt x="217897" y="192158"/>
                    <a:pt x="217897" y="192796"/>
                  </a:cubicBezTo>
                  <a:cubicBezTo>
                    <a:pt x="217897" y="192796"/>
                    <a:pt x="217897" y="192796"/>
                    <a:pt x="217897" y="192796"/>
                  </a:cubicBezTo>
                  <a:cubicBezTo>
                    <a:pt x="217897" y="192796"/>
                    <a:pt x="217258" y="193435"/>
                    <a:pt x="217258" y="193435"/>
                  </a:cubicBezTo>
                  <a:cubicBezTo>
                    <a:pt x="217258" y="193435"/>
                    <a:pt x="217258" y="193435"/>
                    <a:pt x="217258" y="193435"/>
                  </a:cubicBezTo>
                  <a:cubicBezTo>
                    <a:pt x="217258" y="193435"/>
                    <a:pt x="217258" y="194073"/>
                    <a:pt x="216619" y="194073"/>
                  </a:cubicBezTo>
                  <a:lnTo>
                    <a:pt x="201922" y="210033"/>
                  </a:lnTo>
                  <a:cubicBezTo>
                    <a:pt x="200644" y="211310"/>
                    <a:pt x="198727" y="211948"/>
                    <a:pt x="197449" y="211948"/>
                  </a:cubicBezTo>
                  <a:cubicBezTo>
                    <a:pt x="196171" y="211948"/>
                    <a:pt x="194254" y="211310"/>
                    <a:pt x="192976" y="210033"/>
                  </a:cubicBezTo>
                  <a:cubicBezTo>
                    <a:pt x="190420" y="207479"/>
                    <a:pt x="190420" y="203649"/>
                    <a:pt x="192337" y="201095"/>
                  </a:cubicBezTo>
                  <a:lnTo>
                    <a:pt x="197449" y="195988"/>
                  </a:lnTo>
                  <a:lnTo>
                    <a:pt x="162304" y="195988"/>
                  </a:lnTo>
                  <a:lnTo>
                    <a:pt x="167416" y="201095"/>
                  </a:lnTo>
                  <a:cubicBezTo>
                    <a:pt x="169972" y="203649"/>
                    <a:pt x="169333" y="207479"/>
                    <a:pt x="166777" y="210033"/>
                  </a:cubicBezTo>
                  <a:cubicBezTo>
                    <a:pt x="165499" y="211310"/>
                    <a:pt x="164221" y="211948"/>
                    <a:pt x="162304" y="211948"/>
                  </a:cubicBezTo>
                  <a:cubicBezTo>
                    <a:pt x="160387" y="211948"/>
                    <a:pt x="159109" y="211310"/>
                    <a:pt x="157832" y="210033"/>
                  </a:cubicBezTo>
                  <a:lnTo>
                    <a:pt x="143134" y="194073"/>
                  </a:lnTo>
                  <a:cubicBezTo>
                    <a:pt x="143134" y="194073"/>
                    <a:pt x="143134" y="193435"/>
                    <a:pt x="142496" y="193435"/>
                  </a:cubicBezTo>
                  <a:cubicBezTo>
                    <a:pt x="142496" y="193435"/>
                    <a:pt x="142496" y="193435"/>
                    <a:pt x="142496" y="193435"/>
                  </a:cubicBezTo>
                  <a:cubicBezTo>
                    <a:pt x="142496" y="193435"/>
                    <a:pt x="141857" y="192796"/>
                    <a:pt x="141857" y="192796"/>
                  </a:cubicBezTo>
                  <a:cubicBezTo>
                    <a:pt x="141857" y="192796"/>
                    <a:pt x="141857" y="192796"/>
                    <a:pt x="141857" y="192796"/>
                  </a:cubicBezTo>
                  <a:cubicBezTo>
                    <a:pt x="141857" y="192158"/>
                    <a:pt x="141857" y="192158"/>
                    <a:pt x="141857" y="191519"/>
                  </a:cubicBezTo>
                  <a:cubicBezTo>
                    <a:pt x="141857" y="190881"/>
                    <a:pt x="141857" y="190881"/>
                    <a:pt x="141857" y="190243"/>
                  </a:cubicBezTo>
                  <a:cubicBezTo>
                    <a:pt x="141857" y="190243"/>
                    <a:pt x="141857" y="190243"/>
                    <a:pt x="141857" y="190243"/>
                  </a:cubicBezTo>
                  <a:cubicBezTo>
                    <a:pt x="141857" y="190243"/>
                    <a:pt x="141857" y="190243"/>
                    <a:pt x="141857" y="190243"/>
                  </a:cubicBezTo>
                  <a:cubicBezTo>
                    <a:pt x="141857" y="189604"/>
                    <a:pt x="141857" y="189604"/>
                    <a:pt x="141857" y="188966"/>
                  </a:cubicBezTo>
                  <a:cubicBezTo>
                    <a:pt x="141857" y="188327"/>
                    <a:pt x="141857" y="188327"/>
                    <a:pt x="141857" y="187689"/>
                  </a:cubicBezTo>
                  <a:cubicBezTo>
                    <a:pt x="141857" y="187689"/>
                    <a:pt x="141857" y="187689"/>
                    <a:pt x="141857" y="187689"/>
                  </a:cubicBezTo>
                  <a:cubicBezTo>
                    <a:pt x="141857" y="187689"/>
                    <a:pt x="142496" y="187051"/>
                    <a:pt x="142496" y="187051"/>
                  </a:cubicBezTo>
                  <a:cubicBezTo>
                    <a:pt x="142496" y="187051"/>
                    <a:pt x="142496" y="187051"/>
                    <a:pt x="142496" y="187051"/>
                  </a:cubicBezTo>
                  <a:cubicBezTo>
                    <a:pt x="142496" y="187051"/>
                    <a:pt x="142496" y="186412"/>
                    <a:pt x="143134" y="186412"/>
                  </a:cubicBezTo>
                  <a:lnTo>
                    <a:pt x="157832" y="170452"/>
                  </a:lnTo>
                  <a:cubicBezTo>
                    <a:pt x="160387" y="167899"/>
                    <a:pt x="164221" y="167899"/>
                    <a:pt x="166777" y="169814"/>
                  </a:cubicBezTo>
                  <a:cubicBezTo>
                    <a:pt x="169333" y="172368"/>
                    <a:pt x="169333" y="176198"/>
                    <a:pt x="167416" y="178752"/>
                  </a:cubicBezTo>
                  <a:lnTo>
                    <a:pt x="162304" y="183859"/>
                  </a:lnTo>
                  <a:lnTo>
                    <a:pt x="197449" y="183859"/>
                  </a:lnTo>
                  <a:lnTo>
                    <a:pt x="192337" y="178752"/>
                  </a:lnTo>
                  <a:cubicBezTo>
                    <a:pt x="189781" y="176198"/>
                    <a:pt x="190420" y="172368"/>
                    <a:pt x="192976" y="169814"/>
                  </a:cubicBezTo>
                  <a:cubicBezTo>
                    <a:pt x="195532" y="167260"/>
                    <a:pt x="199366" y="167899"/>
                    <a:pt x="201922" y="170452"/>
                  </a:cubicBezTo>
                  <a:lnTo>
                    <a:pt x="216619" y="186412"/>
                  </a:lnTo>
                  <a:cubicBezTo>
                    <a:pt x="216619" y="186412"/>
                    <a:pt x="216619" y="187051"/>
                    <a:pt x="217258" y="187051"/>
                  </a:cubicBezTo>
                  <a:cubicBezTo>
                    <a:pt x="217258" y="187051"/>
                    <a:pt x="217258" y="187051"/>
                    <a:pt x="217258" y="187051"/>
                  </a:cubicBezTo>
                  <a:cubicBezTo>
                    <a:pt x="217258" y="187051"/>
                    <a:pt x="217897" y="187689"/>
                    <a:pt x="217897" y="187689"/>
                  </a:cubicBezTo>
                  <a:cubicBezTo>
                    <a:pt x="217897" y="187689"/>
                    <a:pt x="217897" y="187689"/>
                    <a:pt x="217897" y="187689"/>
                  </a:cubicBezTo>
                  <a:cubicBezTo>
                    <a:pt x="217897" y="188327"/>
                    <a:pt x="217897" y="188327"/>
                    <a:pt x="217897" y="188966"/>
                  </a:cubicBezTo>
                  <a:cubicBezTo>
                    <a:pt x="217897" y="189604"/>
                    <a:pt x="217897" y="189604"/>
                    <a:pt x="217897" y="190243"/>
                  </a:cubicBezTo>
                  <a:cubicBezTo>
                    <a:pt x="217897" y="190243"/>
                    <a:pt x="217897" y="190243"/>
                    <a:pt x="217897" y="190243"/>
                  </a:cubicBezTo>
                  <a:cubicBezTo>
                    <a:pt x="217897" y="190243"/>
                    <a:pt x="217897" y="190243"/>
                    <a:pt x="217897" y="190243"/>
                  </a:cubicBezTo>
                  <a:cubicBezTo>
                    <a:pt x="217897" y="190881"/>
                    <a:pt x="217897" y="190881"/>
                    <a:pt x="217897" y="191519"/>
                  </a:cubicBezTo>
                  <a:close/>
                  <a:moveTo>
                    <a:pt x="260071" y="225993"/>
                  </a:moveTo>
                  <a:lnTo>
                    <a:pt x="230038" y="267489"/>
                  </a:lnTo>
                  <a:cubicBezTo>
                    <a:pt x="228760" y="269404"/>
                    <a:pt x="226843" y="270042"/>
                    <a:pt x="224926" y="270042"/>
                  </a:cubicBezTo>
                  <a:cubicBezTo>
                    <a:pt x="223648" y="270042"/>
                    <a:pt x="222370" y="269404"/>
                    <a:pt x="221092" y="268766"/>
                  </a:cubicBezTo>
                  <a:cubicBezTo>
                    <a:pt x="218536" y="266850"/>
                    <a:pt x="217258" y="263020"/>
                    <a:pt x="219814" y="259828"/>
                  </a:cubicBezTo>
                  <a:lnTo>
                    <a:pt x="249846" y="218332"/>
                  </a:lnTo>
                  <a:cubicBezTo>
                    <a:pt x="251763" y="215140"/>
                    <a:pt x="255597" y="214502"/>
                    <a:pt x="258792" y="217055"/>
                  </a:cubicBezTo>
                  <a:cubicBezTo>
                    <a:pt x="261348" y="218971"/>
                    <a:pt x="261987" y="222801"/>
                    <a:pt x="260071" y="225993"/>
                  </a:cubicBezTo>
                  <a:close/>
                  <a:moveTo>
                    <a:pt x="290742" y="270042"/>
                  </a:moveTo>
                  <a:cubicBezTo>
                    <a:pt x="290742" y="270042"/>
                    <a:pt x="290103" y="270042"/>
                    <a:pt x="290103" y="270042"/>
                  </a:cubicBezTo>
                  <a:cubicBezTo>
                    <a:pt x="286908" y="270042"/>
                    <a:pt x="284352" y="267489"/>
                    <a:pt x="283713" y="264297"/>
                  </a:cubicBezTo>
                  <a:lnTo>
                    <a:pt x="278601" y="224078"/>
                  </a:lnTo>
                  <a:lnTo>
                    <a:pt x="255597" y="195350"/>
                  </a:lnTo>
                  <a:cubicBezTo>
                    <a:pt x="254958" y="194073"/>
                    <a:pt x="254319" y="192796"/>
                    <a:pt x="254319" y="191519"/>
                  </a:cubicBezTo>
                  <a:lnTo>
                    <a:pt x="254319" y="151939"/>
                  </a:lnTo>
                  <a:lnTo>
                    <a:pt x="244096" y="159600"/>
                  </a:lnTo>
                  <a:lnTo>
                    <a:pt x="244096" y="197903"/>
                  </a:lnTo>
                  <a:cubicBezTo>
                    <a:pt x="244096" y="201734"/>
                    <a:pt x="241540" y="204287"/>
                    <a:pt x="237706" y="204287"/>
                  </a:cubicBezTo>
                  <a:cubicBezTo>
                    <a:pt x="233872" y="204287"/>
                    <a:pt x="231316" y="201734"/>
                    <a:pt x="231316" y="197903"/>
                  </a:cubicBezTo>
                  <a:lnTo>
                    <a:pt x="231316" y="155769"/>
                  </a:lnTo>
                  <a:cubicBezTo>
                    <a:pt x="231316" y="153854"/>
                    <a:pt x="231955" y="151939"/>
                    <a:pt x="233872" y="150662"/>
                  </a:cubicBezTo>
                  <a:lnTo>
                    <a:pt x="256876" y="133425"/>
                  </a:lnTo>
                  <a:cubicBezTo>
                    <a:pt x="258792" y="132148"/>
                    <a:pt x="261348" y="131510"/>
                    <a:pt x="263266" y="132787"/>
                  </a:cubicBezTo>
                  <a:cubicBezTo>
                    <a:pt x="265182" y="134064"/>
                    <a:pt x="267099" y="135979"/>
                    <a:pt x="267099" y="138532"/>
                  </a:cubicBezTo>
                  <a:lnTo>
                    <a:pt x="267099" y="188966"/>
                  </a:lnTo>
                  <a:lnTo>
                    <a:pt x="289464" y="217055"/>
                  </a:lnTo>
                  <a:cubicBezTo>
                    <a:pt x="290103" y="217694"/>
                    <a:pt x="290742" y="218971"/>
                    <a:pt x="290742" y="220247"/>
                  </a:cubicBezTo>
                  <a:lnTo>
                    <a:pt x="296493" y="262382"/>
                  </a:lnTo>
                  <a:cubicBezTo>
                    <a:pt x="296493" y="266850"/>
                    <a:pt x="293937" y="270042"/>
                    <a:pt x="290742" y="270042"/>
                  </a:cubicBezTo>
                  <a:close/>
                </a:path>
              </a:pathLst>
            </a:custGeom>
            <a:solidFill>
              <a:srgbClr val="012169"/>
            </a:solidFill>
            <a:ln w="6390" cap="flat">
              <a:noFill/>
              <a:prstDash val="solid"/>
              <a:miter/>
            </a:ln>
          </p:spPr>
          <p:txBody>
            <a:bodyPr rtlCol="0" anchor="ctr"/>
            <a:lstStyle/>
            <a:p>
              <a:endParaRPr lang="en-US"/>
            </a:p>
          </p:txBody>
        </p:sp>
        <p:sp>
          <p:nvSpPr>
            <p:cNvPr id="512" name="Graphic 4">
              <a:extLst>
                <a:ext uri="{FF2B5EF4-FFF2-40B4-BE49-F238E27FC236}">
                  <a16:creationId xmlns:a16="http://schemas.microsoft.com/office/drawing/2014/main" id="{FA252BC5-0228-D64F-9E82-4F13F90CB077}"/>
                </a:ext>
              </a:extLst>
            </p:cNvPr>
            <p:cNvSpPr/>
            <p:nvPr/>
          </p:nvSpPr>
          <p:spPr>
            <a:xfrm>
              <a:off x="4148986" y="1022876"/>
              <a:ext cx="10224" cy="10214"/>
            </a:xfrm>
            <a:custGeom>
              <a:avLst/>
              <a:gdLst>
                <a:gd name="connsiteX0" fmla="*/ 5112 w 10224"/>
                <a:gd name="connsiteY0" fmla="*/ 10214 h 10214"/>
                <a:gd name="connsiteX1" fmla="*/ 10224 w 10224"/>
                <a:gd name="connsiteY1" fmla="*/ 5107 h 10214"/>
                <a:gd name="connsiteX2" fmla="*/ 5112 w 10224"/>
                <a:gd name="connsiteY2" fmla="*/ 0 h 10214"/>
                <a:gd name="connsiteX3" fmla="*/ 0 w 10224"/>
                <a:gd name="connsiteY3" fmla="*/ 5107 h 10214"/>
                <a:gd name="connsiteX4" fmla="*/ 5112 w 10224"/>
                <a:gd name="connsiteY4" fmla="*/ 10214 h 10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24" h="10214">
                  <a:moveTo>
                    <a:pt x="5112" y="10214"/>
                  </a:moveTo>
                  <a:cubicBezTo>
                    <a:pt x="8307" y="10214"/>
                    <a:pt x="10224" y="7661"/>
                    <a:pt x="10224" y="5107"/>
                  </a:cubicBezTo>
                  <a:cubicBezTo>
                    <a:pt x="10224" y="2554"/>
                    <a:pt x="7668" y="0"/>
                    <a:pt x="5112" y="0"/>
                  </a:cubicBezTo>
                  <a:cubicBezTo>
                    <a:pt x="1917" y="0"/>
                    <a:pt x="0" y="2554"/>
                    <a:pt x="0" y="5107"/>
                  </a:cubicBezTo>
                  <a:cubicBezTo>
                    <a:pt x="0" y="7661"/>
                    <a:pt x="1917" y="10214"/>
                    <a:pt x="5112" y="10214"/>
                  </a:cubicBezTo>
                  <a:close/>
                </a:path>
              </a:pathLst>
            </a:custGeom>
            <a:solidFill>
              <a:srgbClr val="012169"/>
            </a:solidFill>
            <a:ln w="6390" cap="flat">
              <a:noFill/>
              <a:prstDash val="solid"/>
              <a:miter/>
            </a:ln>
          </p:spPr>
          <p:txBody>
            <a:bodyPr rtlCol="0" anchor="ctr"/>
            <a:lstStyle/>
            <a:p>
              <a:endParaRPr lang="en-US"/>
            </a:p>
          </p:txBody>
        </p:sp>
        <p:sp>
          <p:nvSpPr>
            <p:cNvPr id="513" name="Graphic 4">
              <a:extLst>
                <a:ext uri="{FF2B5EF4-FFF2-40B4-BE49-F238E27FC236}">
                  <a16:creationId xmlns:a16="http://schemas.microsoft.com/office/drawing/2014/main" id="{90CAF0D1-8965-F041-B721-54183CFFA8E9}"/>
                </a:ext>
              </a:extLst>
            </p:cNvPr>
            <p:cNvSpPr/>
            <p:nvPr/>
          </p:nvSpPr>
          <p:spPr>
            <a:xfrm>
              <a:off x="4301066" y="1022876"/>
              <a:ext cx="10224" cy="10214"/>
            </a:xfrm>
            <a:custGeom>
              <a:avLst/>
              <a:gdLst>
                <a:gd name="connsiteX0" fmla="*/ 5112 w 10224"/>
                <a:gd name="connsiteY0" fmla="*/ 10214 h 10214"/>
                <a:gd name="connsiteX1" fmla="*/ 10224 w 10224"/>
                <a:gd name="connsiteY1" fmla="*/ 5107 h 10214"/>
                <a:gd name="connsiteX2" fmla="*/ 5112 w 10224"/>
                <a:gd name="connsiteY2" fmla="*/ 0 h 10214"/>
                <a:gd name="connsiteX3" fmla="*/ 0 w 10224"/>
                <a:gd name="connsiteY3" fmla="*/ 5107 h 10214"/>
                <a:gd name="connsiteX4" fmla="*/ 5112 w 10224"/>
                <a:gd name="connsiteY4" fmla="*/ 10214 h 10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24" h="10214">
                  <a:moveTo>
                    <a:pt x="5112" y="10214"/>
                  </a:moveTo>
                  <a:cubicBezTo>
                    <a:pt x="8307" y="10214"/>
                    <a:pt x="10224" y="7661"/>
                    <a:pt x="10224" y="5107"/>
                  </a:cubicBezTo>
                  <a:cubicBezTo>
                    <a:pt x="10224" y="2554"/>
                    <a:pt x="7668" y="0"/>
                    <a:pt x="5112" y="0"/>
                  </a:cubicBezTo>
                  <a:cubicBezTo>
                    <a:pt x="1917" y="0"/>
                    <a:pt x="0" y="2554"/>
                    <a:pt x="0" y="5107"/>
                  </a:cubicBezTo>
                  <a:cubicBezTo>
                    <a:pt x="0" y="7661"/>
                    <a:pt x="2556" y="10214"/>
                    <a:pt x="5112" y="10214"/>
                  </a:cubicBezTo>
                  <a:close/>
                </a:path>
              </a:pathLst>
            </a:custGeom>
            <a:solidFill>
              <a:srgbClr val="012169"/>
            </a:solidFill>
            <a:ln w="6390" cap="flat">
              <a:noFill/>
              <a:prstDash val="solid"/>
              <a:miter/>
            </a:ln>
          </p:spPr>
          <p:txBody>
            <a:bodyPr rtlCol="0" anchor="ctr"/>
            <a:lstStyle/>
            <a:p>
              <a:endParaRPr lang="en-US"/>
            </a:p>
          </p:txBody>
        </p:sp>
      </p:grpSp>
      <p:grpSp>
        <p:nvGrpSpPr>
          <p:cNvPr id="514" name="Graphic 4">
            <a:extLst>
              <a:ext uri="{FF2B5EF4-FFF2-40B4-BE49-F238E27FC236}">
                <a16:creationId xmlns:a16="http://schemas.microsoft.com/office/drawing/2014/main" id="{F15C7C54-2149-7D43-86C6-016BC2DA0344}"/>
              </a:ext>
            </a:extLst>
          </p:cNvPr>
          <p:cNvGrpSpPr/>
          <p:nvPr/>
        </p:nvGrpSpPr>
        <p:grpSpPr>
          <a:xfrm>
            <a:off x="905454" y="4792617"/>
            <a:ext cx="361670" cy="361333"/>
            <a:chOff x="905454" y="4792617"/>
            <a:chExt cx="361670" cy="361333"/>
          </a:xfrm>
          <a:solidFill>
            <a:srgbClr val="012169"/>
          </a:solidFill>
        </p:grpSpPr>
        <p:sp>
          <p:nvSpPr>
            <p:cNvPr id="515" name="Graphic 4">
              <a:extLst>
                <a:ext uri="{FF2B5EF4-FFF2-40B4-BE49-F238E27FC236}">
                  <a16:creationId xmlns:a16="http://schemas.microsoft.com/office/drawing/2014/main" id="{0D671967-6BCB-1E49-AD1D-7127CA80DE5E}"/>
                </a:ext>
              </a:extLst>
            </p:cNvPr>
            <p:cNvSpPr/>
            <p:nvPr/>
          </p:nvSpPr>
          <p:spPr>
            <a:xfrm>
              <a:off x="1043476" y="4977753"/>
              <a:ext cx="85625" cy="67031"/>
            </a:xfrm>
            <a:custGeom>
              <a:avLst/>
              <a:gdLst>
                <a:gd name="connsiteX0" fmla="*/ 42813 w 85625"/>
                <a:gd name="connsiteY0" fmla="*/ 0 h 67031"/>
                <a:gd name="connsiteX1" fmla="*/ 19170 w 85625"/>
                <a:gd name="connsiteY1" fmla="*/ 5107 h 67031"/>
                <a:gd name="connsiteX2" fmla="*/ 0 w 85625"/>
                <a:gd name="connsiteY2" fmla="*/ 9576 h 67031"/>
                <a:gd name="connsiteX3" fmla="*/ 0 w 85625"/>
                <a:gd name="connsiteY3" fmla="*/ 49795 h 67031"/>
                <a:gd name="connsiteX4" fmla="*/ 33867 w 85625"/>
                <a:gd name="connsiteY4" fmla="*/ 67032 h 67031"/>
                <a:gd name="connsiteX5" fmla="*/ 51758 w 85625"/>
                <a:gd name="connsiteY5" fmla="*/ 67032 h 67031"/>
                <a:gd name="connsiteX6" fmla="*/ 85625 w 85625"/>
                <a:gd name="connsiteY6" fmla="*/ 49795 h 67031"/>
                <a:gd name="connsiteX7" fmla="*/ 85625 w 85625"/>
                <a:gd name="connsiteY7" fmla="*/ 9576 h 67031"/>
                <a:gd name="connsiteX8" fmla="*/ 66455 w 85625"/>
                <a:gd name="connsiteY8" fmla="*/ 5107 h 67031"/>
                <a:gd name="connsiteX9" fmla="*/ 42813 w 85625"/>
                <a:gd name="connsiteY9" fmla="*/ 0 h 67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625" h="67031">
                  <a:moveTo>
                    <a:pt x="42813" y="0"/>
                  </a:moveTo>
                  <a:cubicBezTo>
                    <a:pt x="36423" y="0"/>
                    <a:pt x="27477" y="2554"/>
                    <a:pt x="19170" y="5107"/>
                  </a:cubicBezTo>
                  <a:cubicBezTo>
                    <a:pt x="12141" y="7023"/>
                    <a:pt x="5751" y="8938"/>
                    <a:pt x="0" y="9576"/>
                  </a:cubicBezTo>
                  <a:lnTo>
                    <a:pt x="0" y="49795"/>
                  </a:lnTo>
                  <a:cubicBezTo>
                    <a:pt x="14058" y="58094"/>
                    <a:pt x="30033" y="67032"/>
                    <a:pt x="33867" y="67032"/>
                  </a:cubicBezTo>
                  <a:lnTo>
                    <a:pt x="51758" y="67032"/>
                  </a:lnTo>
                  <a:cubicBezTo>
                    <a:pt x="55592" y="67032"/>
                    <a:pt x="72206" y="58733"/>
                    <a:pt x="85625" y="49795"/>
                  </a:cubicBezTo>
                  <a:lnTo>
                    <a:pt x="85625" y="9576"/>
                  </a:lnTo>
                  <a:cubicBezTo>
                    <a:pt x="79874" y="8938"/>
                    <a:pt x="72845" y="7023"/>
                    <a:pt x="66455" y="5107"/>
                  </a:cubicBezTo>
                  <a:cubicBezTo>
                    <a:pt x="58148" y="2554"/>
                    <a:pt x="49202" y="0"/>
                    <a:pt x="42813" y="0"/>
                  </a:cubicBezTo>
                  <a:close/>
                </a:path>
              </a:pathLst>
            </a:custGeom>
            <a:solidFill>
              <a:srgbClr val="012169"/>
            </a:solidFill>
            <a:ln w="6390" cap="flat">
              <a:noFill/>
              <a:prstDash val="solid"/>
              <a:miter/>
            </a:ln>
          </p:spPr>
          <p:txBody>
            <a:bodyPr rtlCol="0" anchor="ctr"/>
            <a:lstStyle/>
            <a:p>
              <a:endParaRPr lang="en-US"/>
            </a:p>
          </p:txBody>
        </p:sp>
        <p:sp>
          <p:nvSpPr>
            <p:cNvPr id="516" name="Graphic 4">
              <a:extLst>
                <a:ext uri="{FF2B5EF4-FFF2-40B4-BE49-F238E27FC236}">
                  <a16:creationId xmlns:a16="http://schemas.microsoft.com/office/drawing/2014/main" id="{91B69C5A-4B85-4346-92D9-5A29251D97E6}"/>
                </a:ext>
              </a:extLst>
            </p:cNvPr>
            <p:cNvSpPr/>
            <p:nvPr/>
          </p:nvSpPr>
          <p:spPr>
            <a:xfrm>
              <a:off x="905454"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246013 w 361670"/>
                <a:gd name="connsiteY5" fmla="*/ 216417 h 361333"/>
                <a:gd name="connsiteX6" fmla="*/ 254959 w 361670"/>
                <a:gd name="connsiteY6" fmla="*/ 217055 h 361333"/>
                <a:gd name="connsiteX7" fmla="*/ 254320 w 361670"/>
                <a:gd name="connsiteY7" fmla="*/ 225993 h 361333"/>
                <a:gd name="connsiteX8" fmla="*/ 234511 w 361670"/>
                <a:gd name="connsiteY8" fmla="*/ 242591 h 361333"/>
                <a:gd name="connsiteX9" fmla="*/ 234511 w 361670"/>
                <a:gd name="connsiteY9" fmla="*/ 242591 h 361333"/>
                <a:gd name="connsiteX10" fmla="*/ 233872 w 361670"/>
                <a:gd name="connsiteY10" fmla="*/ 243230 h 361333"/>
                <a:gd name="connsiteX11" fmla="*/ 217258 w 361670"/>
                <a:gd name="connsiteY11" fmla="*/ 253444 h 361333"/>
                <a:gd name="connsiteX12" fmla="*/ 217258 w 361670"/>
                <a:gd name="connsiteY12" fmla="*/ 272596 h 361333"/>
                <a:gd name="connsiteX13" fmla="*/ 224287 w 361670"/>
                <a:gd name="connsiteY13" fmla="*/ 280895 h 361333"/>
                <a:gd name="connsiteX14" fmla="*/ 242818 w 361670"/>
                <a:gd name="connsiteY14" fmla="*/ 286641 h 361333"/>
                <a:gd name="connsiteX15" fmla="*/ 246652 w 361670"/>
                <a:gd name="connsiteY15" fmla="*/ 294940 h 361333"/>
                <a:gd name="connsiteX16" fmla="*/ 240262 w 361670"/>
                <a:gd name="connsiteY16" fmla="*/ 299409 h 361333"/>
                <a:gd name="connsiteX17" fmla="*/ 238345 w 361670"/>
                <a:gd name="connsiteY17" fmla="*/ 299409 h 361333"/>
                <a:gd name="connsiteX18" fmla="*/ 220453 w 361670"/>
                <a:gd name="connsiteY18" fmla="*/ 293663 h 361333"/>
                <a:gd name="connsiteX19" fmla="*/ 204478 w 361670"/>
                <a:gd name="connsiteY19" fmla="*/ 273235 h 361333"/>
                <a:gd name="connsiteX20" fmla="*/ 204478 w 361670"/>
                <a:gd name="connsiteY20" fmla="*/ 260467 h 361333"/>
                <a:gd name="connsiteX21" fmla="*/ 190420 w 361670"/>
                <a:gd name="connsiteY21" fmla="*/ 264935 h 361333"/>
                <a:gd name="connsiteX22" fmla="*/ 172528 w 361670"/>
                <a:gd name="connsiteY22" fmla="*/ 264935 h 361333"/>
                <a:gd name="connsiteX23" fmla="*/ 158470 w 361670"/>
                <a:gd name="connsiteY23" fmla="*/ 260467 h 361333"/>
                <a:gd name="connsiteX24" fmla="*/ 158470 w 361670"/>
                <a:gd name="connsiteY24" fmla="*/ 273235 h 361333"/>
                <a:gd name="connsiteX25" fmla="*/ 141857 w 361670"/>
                <a:gd name="connsiteY25" fmla="*/ 293663 h 361333"/>
                <a:gd name="connsiteX26" fmla="*/ 124604 w 361670"/>
                <a:gd name="connsiteY26" fmla="*/ 299409 h 361333"/>
                <a:gd name="connsiteX27" fmla="*/ 122687 w 361670"/>
                <a:gd name="connsiteY27" fmla="*/ 299409 h 361333"/>
                <a:gd name="connsiteX28" fmla="*/ 116297 w 361670"/>
                <a:gd name="connsiteY28" fmla="*/ 294940 h 361333"/>
                <a:gd name="connsiteX29" fmla="*/ 120131 w 361670"/>
                <a:gd name="connsiteY29" fmla="*/ 286641 h 361333"/>
                <a:gd name="connsiteX30" fmla="*/ 138023 w 361670"/>
                <a:gd name="connsiteY30" fmla="*/ 280895 h 361333"/>
                <a:gd name="connsiteX31" fmla="*/ 145691 w 361670"/>
                <a:gd name="connsiteY31" fmla="*/ 272596 h 361333"/>
                <a:gd name="connsiteX32" fmla="*/ 145691 w 361670"/>
                <a:gd name="connsiteY32" fmla="*/ 253444 h 361333"/>
                <a:gd name="connsiteX33" fmla="*/ 129077 w 361670"/>
                <a:gd name="connsiteY33" fmla="*/ 243230 h 361333"/>
                <a:gd name="connsiteX34" fmla="*/ 128438 w 361670"/>
                <a:gd name="connsiteY34" fmla="*/ 242591 h 361333"/>
                <a:gd name="connsiteX35" fmla="*/ 128438 w 361670"/>
                <a:gd name="connsiteY35" fmla="*/ 242591 h 361333"/>
                <a:gd name="connsiteX36" fmla="*/ 108629 w 361670"/>
                <a:gd name="connsiteY36" fmla="*/ 225993 h 361333"/>
                <a:gd name="connsiteX37" fmla="*/ 107990 w 361670"/>
                <a:gd name="connsiteY37" fmla="*/ 217055 h 361333"/>
                <a:gd name="connsiteX38" fmla="*/ 116936 w 361670"/>
                <a:gd name="connsiteY38" fmla="*/ 216417 h 361333"/>
                <a:gd name="connsiteX39" fmla="*/ 126521 w 361670"/>
                <a:gd name="connsiteY39" fmla="*/ 224078 h 361333"/>
                <a:gd name="connsiteX40" fmla="*/ 126521 w 361670"/>
                <a:gd name="connsiteY40" fmla="*/ 192158 h 361333"/>
                <a:gd name="connsiteX41" fmla="*/ 109268 w 361670"/>
                <a:gd name="connsiteY41" fmla="*/ 183859 h 361333"/>
                <a:gd name="connsiteX42" fmla="*/ 106073 w 361670"/>
                <a:gd name="connsiteY42" fmla="*/ 175560 h 361333"/>
                <a:gd name="connsiteX43" fmla="*/ 114380 w 361670"/>
                <a:gd name="connsiteY43" fmla="*/ 172368 h 361333"/>
                <a:gd name="connsiteX44" fmla="*/ 134189 w 361670"/>
                <a:gd name="connsiteY44" fmla="*/ 181305 h 361333"/>
                <a:gd name="connsiteX45" fmla="*/ 155275 w 361670"/>
                <a:gd name="connsiteY45" fmla="*/ 176836 h 361333"/>
                <a:gd name="connsiteX46" fmla="*/ 182113 w 361670"/>
                <a:gd name="connsiteY46" fmla="*/ 171729 h 361333"/>
                <a:gd name="connsiteX47" fmla="*/ 208951 w 361670"/>
                <a:gd name="connsiteY47" fmla="*/ 176836 h 361333"/>
                <a:gd name="connsiteX48" fmla="*/ 230038 w 361670"/>
                <a:gd name="connsiteY48" fmla="*/ 181305 h 361333"/>
                <a:gd name="connsiteX49" fmla="*/ 249847 w 361670"/>
                <a:gd name="connsiteY49" fmla="*/ 172368 h 361333"/>
                <a:gd name="connsiteX50" fmla="*/ 258154 w 361670"/>
                <a:gd name="connsiteY50" fmla="*/ 175560 h 361333"/>
                <a:gd name="connsiteX51" fmla="*/ 254959 w 361670"/>
                <a:gd name="connsiteY51" fmla="*/ 183859 h 361333"/>
                <a:gd name="connsiteX52" fmla="*/ 237706 w 361670"/>
                <a:gd name="connsiteY52" fmla="*/ 192158 h 361333"/>
                <a:gd name="connsiteX53" fmla="*/ 237706 w 361670"/>
                <a:gd name="connsiteY53" fmla="*/ 224078 h 361333"/>
                <a:gd name="connsiteX54" fmla="*/ 246013 w 361670"/>
                <a:gd name="connsiteY54" fmla="*/ 216417 h 361333"/>
                <a:gd name="connsiteX55" fmla="*/ 143774 w 361670"/>
                <a:gd name="connsiteY55" fmla="*/ 100229 h 361333"/>
                <a:gd name="connsiteX56" fmla="*/ 150164 w 361670"/>
                <a:gd name="connsiteY56" fmla="*/ 93845 h 361333"/>
                <a:gd name="connsiteX57" fmla="*/ 156553 w 361670"/>
                <a:gd name="connsiteY57" fmla="*/ 100229 h 361333"/>
                <a:gd name="connsiteX58" fmla="*/ 193615 w 361670"/>
                <a:gd name="connsiteY58" fmla="*/ 126403 h 361333"/>
                <a:gd name="connsiteX59" fmla="*/ 245374 w 361670"/>
                <a:gd name="connsiteY59" fmla="*/ 149385 h 361333"/>
                <a:gd name="connsiteX60" fmla="*/ 247291 w 361670"/>
                <a:gd name="connsiteY60" fmla="*/ 151300 h 361333"/>
                <a:gd name="connsiteX61" fmla="*/ 247291 w 361670"/>
                <a:gd name="connsiteY61" fmla="*/ 168537 h 361333"/>
                <a:gd name="connsiteX62" fmla="*/ 240901 w 361670"/>
                <a:gd name="connsiteY62" fmla="*/ 174921 h 361333"/>
                <a:gd name="connsiteX63" fmla="*/ 234511 w 361670"/>
                <a:gd name="connsiteY63" fmla="*/ 168537 h 361333"/>
                <a:gd name="connsiteX64" fmla="*/ 234511 w 361670"/>
                <a:gd name="connsiteY64" fmla="*/ 156408 h 361333"/>
                <a:gd name="connsiteX65" fmla="*/ 192976 w 361670"/>
                <a:gd name="connsiteY65" fmla="*/ 138533 h 361333"/>
                <a:gd name="connsiteX66" fmla="*/ 154636 w 361670"/>
                <a:gd name="connsiteY66" fmla="*/ 124488 h 361333"/>
                <a:gd name="connsiteX67" fmla="*/ 153358 w 361670"/>
                <a:gd name="connsiteY67" fmla="*/ 125765 h 361333"/>
                <a:gd name="connsiteX68" fmla="*/ 132911 w 361670"/>
                <a:gd name="connsiteY68" fmla="*/ 153216 h 361333"/>
                <a:gd name="connsiteX69" fmla="*/ 132911 w 361670"/>
                <a:gd name="connsiteY69" fmla="*/ 167899 h 361333"/>
                <a:gd name="connsiteX70" fmla="*/ 126521 w 361670"/>
                <a:gd name="connsiteY70" fmla="*/ 174283 h 361333"/>
                <a:gd name="connsiteX71" fmla="*/ 120131 w 361670"/>
                <a:gd name="connsiteY71" fmla="*/ 167899 h 361333"/>
                <a:gd name="connsiteX72" fmla="*/ 120131 w 361670"/>
                <a:gd name="connsiteY72" fmla="*/ 153216 h 361333"/>
                <a:gd name="connsiteX73" fmla="*/ 145691 w 361670"/>
                <a:gd name="connsiteY73" fmla="*/ 115550 h 361333"/>
                <a:gd name="connsiteX74" fmla="*/ 146969 w 361670"/>
                <a:gd name="connsiteY74" fmla="*/ 114273 h 361333"/>
                <a:gd name="connsiteX75" fmla="*/ 143774 w 361670"/>
                <a:gd name="connsiteY75" fmla="*/ 100229 h 361333"/>
                <a:gd name="connsiteX76" fmla="*/ 271572 w 361670"/>
                <a:gd name="connsiteY76" fmla="*/ 297494 h 361333"/>
                <a:gd name="connsiteX77" fmla="*/ 258792 w 361670"/>
                <a:gd name="connsiteY77" fmla="*/ 297494 h 361333"/>
                <a:gd name="connsiteX78" fmla="*/ 258792 w 361670"/>
                <a:gd name="connsiteY78" fmla="*/ 139171 h 361333"/>
                <a:gd name="connsiteX79" fmla="*/ 180835 w 361670"/>
                <a:gd name="connsiteY79" fmla="*/ 71501 h 361333"/>
                <a:gd name="connsiteX80" fmla="*/ 102878 w 361670"/>
                <a:gd name="connsiteY80" fmla="*/ 139171 h 361333"/>
                <a:gd name="connsiteX81" fmla="*/ 103517 w 361670"/>
                <a:gd name="connsiteY81" fmla="*/ 297494 h 361333"/>
                <a:gd name="connsiteX82" fmla="*/ 90737 w 361670"/>
                <a:gd name="connsiteY82" fmla="*/ 297494 h 361333"/>
                <a:gd name="connsiteX83" fmla="*/ 90098 w 361670"/>
                <a:gd name="connsiteY83" fmla="*/ 139171 h 361333"/>
                <a:gd name="connsiteX84" fmla="*/ 180835 w 361670"/>
                <a:gd name="connsiteY84" fmla="*/ 58733 h 361333"/>
                <a:gd name="connsiteX85" fmla="*/ 271572 w 361670"/>
                <a:gd name="connsiteY85" fmla="*/ 139171 h 361333"/>
                <a:gd name="connsiteX86" fmla="*/ 271572 w 361670"/>
                <a:gd name="connsiteY86" fmla="*/ 29749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61670" h="361333">
                  <a:moveTo>
                    <a:pt x="180835" y="0"/>
                  </a:moveTo>
                  <a:cubicBezTo>
                    <a:pt x="80513" y="0"/>
                    <a:pt x="0" y="81077"/>
                    <a:pt x="0" y="180667"/>
                  </a:cubicBezTo>
                  <a:cubicBezTo>
                    <a:pt x="0" y="280257"/>
                    <a:pt x="81152" y="361334"/>
                    <a:pt x="180835" y="361334"/>
                  </a:cubicBezTo>
                  <a:cubicBezTo>
                    <a:pt x="280518" y="361334"/>
                    <a:pt x="361670" y="280257"/>
                    <a:pt x="361670" y="180667"/>
                  </a:cubicBezTo>
                  <a:cubicBezTo>
                    <a:pt x="361670" y="81077"/>
                    <a:pt x="281157" y="0"/>
                    <a:pt x="180835" y="0"/>
                  </a:cubicBezTo>
                  <a:close/>
                  <a:moveTo>
                    <a:pt x="246013" y="216417"/>
                  </a:moveTo>
                  <a:cubicBezTo>
                    <a:pt x="248569" y="213863"/>
                    <a:pt x="253042" y="214502"/>
                    <a:pt x="254959" y="217055"/>
                  </a:cubicBezTo>
                  <a:cubicBezTo>
                    <a:pt x="257514" y="219609"/>
                    <a:pt x="256875" y="224078"/>
                    <a:pt x="254320" y="225993"/>
                  </a:cubicBezTo>
                  <a:lnTo>
                    <a:pt x="234511" y="242591"/>
                  </a:lnTo>
                  <a:cubicBezTo>
                    <a:pt x="234511" y="242591"/>
                    <a:pt x="234511" y="242591"/>
                    <a:pt x="234511" y="242591"/>
                  </a:cubicBezTo>
                  <a:cubicBezTo>
                    <a:pt x="234511" y="242591"/>
                    <a:pt x="234511" y="242591"/>
                    <a:pt x="233872" y="243230"/>
                  </a:cubicBezTo>
                  <a:cubicBezTo>
                    <a:pt x="230677" y="245145"/>
                    <a:pt x="224287" y="248975"/>
                    <a:pt x="217258" y="253444"/>
                  </a:cubicBezTo>
                  <a:lnTo>
                    <a:pt x="217258" y="272596"/>
                  </a:lnTo>
                  <a:cubicBezTo>
                    <a:pt x="217258" y="276427"/>
                    <a:pt x="219814" y="279619"/>
                    <a:pt x="224287" y="280895"/>
                  </a:cubicBezTo>
                  <a:lnTo>
                    <a:pt x="242818" y="286641"/>
                  </a:lnTo>
                  <a:cubicBezTo>
                    <a:pt x="246013" y="287918"/>
                    <a:pt x="247930" y="291110"/>
                    <a:pt x="246652" y="294940"/>
                  </a:cubicBezTo>
                  <a:cubicBezTo>
                    <a:pt x="246013" y="297494"/>
                    <a:pt x="243457" y="299409"/>
                    <a:pt x="240262" y="299409"/>
                  </a:cubicBezTo>
                  <a:cubicBezTo>
                    <a:pt x="239623" y="299409"/>
                    <a:pt x="238984" y="299409"/>
                    <a:pt x="238345" y="299409"/>
                  </a:cubicBezTo>
                  <a:lnTo>
                    <a:pt x="220453" y="293663"/>
                  </a:lnTo>
                  <a:cubicBezTo>
                    <a:pt x="210868" y="291110"/>
                    <a:pt x="204478" y="282811"/>
                    <a:pt x="204478" y="273235"/>
                  </a:cubicBezTo>
                  <a:lnTo>
                    <a:pt x="204478" y="260467"/>
                  </a:lnTo>
                  <a:cubicBezTo>
                    <a:pt x="198727" y="263020"/>
                    <a:pt x="193615" y="264935"/>
                    <a:pt x="190420" y="264935"/>
                  </a:cubicBezTo>
                  <a:lnTo>
                    <a:pt x="172528" y="264935"/>
                  </a:lnTo>
                  <a:cubicBezTo>
                    <a:pt x="169333" y="264935"/>
                    <a:pt x="164221" y="263020"/>
                    <a:pt x="158470" y="260467"/>
                  </a:cubicBezTo>
                  <a:lnTo>
                    <a:pt x="158470" y="273235"/>
                  </a:lnTo>
                  <a:cubicBezTo>
                    <a:pt x="158470" y="282811"/>
                    <a:pt x="151441" y="291110"/>
                    <a:pt x="141857" y="293663"/>
                  </a:cubicBezTo>
                  <a:lnTo>
                    <a:pt x="124604" y="299409"/>
                  </a:lnTo>
                  <a:cubicBezTo>
                    <a:pt x="123965" y="299409"/>
                    <a:pt x="123326" y="299409"/>
                    <a:pt x="122687" y="299409"/>
                  </a:cubicBezTo>
                  <a:cubicBezTo>
                    <a:pt x="120131" y="299409"/>
                    <a:pt x="117575" y="297494"/>
                    <a:pt x="116297" y="294940"/>
                  </a:cubicBezTo>
                  <a:cubicBezTo>
                    <a:pt x="115019" y="291748"/>
                    <a:pt x="116936" y="287918"/>
                    <a:pt x="120131" y="286641"/>
                  </a:cubicBezTo>
                  <a:lnTo>
                    <a:pt x="138023" y="280895"/>
                  </a:lnTo>
                  <a:cubicBezTo>
                    <a:pt x="142496" y="279619"/>
                    <a:pt x="145691" y="276427"/>
                    <a:pt x="145691" y="272596"/>
                  </a:cubicBezTo>
                  <a:lnTo>
                    <a:pt x="145691" y="253444"/>
                  </a:lnTo>
                  <a:cubicBezTo>
                    <a:pt x="138662" y="249614"/>
                    <a:pt x="132272" y="245783"/>
                    <a:pt x="129077" y="243230"/>
                  </a:cubicBezTo>
                  <a:cubicBezTo>
                    <a:pt x="129077" y="243230"/>
                    <a:pt x="129077" y="243230"/>
                    <a:pt x="128438" y="242591"/>
                  </a:cubicBezTo>
                  <a:cubicBezTo>
                    <a:pt x="128438" y="242591"/>
                    <a:pt x="128438" y="242591"/>
                    <a:pt x="128438" y="242591"/>
                  </a:cubicBezTo>
                  <a:lnTo>
                    <a:pt x="108629" y="225993"/>
                  </a:lnTo>
                  <a:cubicBezTo>
                    <a:pt x="106073" y="223439"/>
                    <a:pt x="105434" y="219609"/>
                    <a:pt x="107990" y="217055"/>
                  </a:cubicBezTo>
                  <a:cubicBezTo>
                    <a:pt x="110546" y="214502"/>
                    <a:pt x="114380" y="213863"/>
                    <a:pt x="116936" y="216417"/>
                  </a:cubicBezTo>
                  <a:lnTo>
                    <a:pt x="126521" y="224078"/>
                  </a:lnTo>
                  <a:lnTo>
                    <a:pt x="126521" y="192158"/>
                  </a:lnTo>
                  <a:lnTo>
                    <a:pt x="109268" y="183859"/>
                  </a:lnTo>
                  <a:cubicBezTo>
                    <a:pt x="106073" y="182582"/>
                    <a:pt x="104795" y="178752"/>
                    <a:pt x="106073" y="175560"/>
                  </a:cubicBezTo>
                  <a:cubicBezTo>
                    <a:pt x="107351" y="172368"/>
                    <a:pt x="111185" y="171091"/>
                    <a:pt x="114380" y="172368"/>
                  </a:cubicBezTo>
                  <a:lnTo>
                    <a:pt x="134189" y="181305"/>
                  </a:lnTo>
                  <a:cubicBezTo>
                    <a:pt x="139940" y="181305"/>
                    <a:pt x="147608" y="178752"/>
                    <a:pt x="155275" y="176836"/>
                  </a:cubicBezTo>
                  <a:cubicBezTo>
                    <a:pt x="164860" y="174283"/>
                    <a:pt x="174445" y="171729"/>
                    <a:pt x="182113" y="171729"/>
                  </a:cubicBezTo>
                  <a:cubicBezTo>
                    <a:pt x="189781" y="171729"/>
                    <a:pt x="200005" y="174283"/>
                    <a:pt x="208951" y="176836"/>
                  </a:cubicBezTo>
                  <a:cubicBezTo>
                    <a:pt x="216619" y="178752"/>
                    <a:pt x="224287" y="181305"/>
                    <a:pt x="230038" y="181305"/>
                  </a:cubicBezTo>
                  <a:lnTo>
                    <a:pt x="249847" y="172368"/>
                  </a:lnTo>
                  <a:cubicBezTo>
                    <a:pt x="253042" y="171091"/>
                    <a:pt x="256875" y="172368"/>
                    <a:pt x="258154" y="175560"/>
                  </a:cubicBezTo>
                  <a:cubicBezTo>
                    <a:pt x="259431" y="178752"/>
                    <a:pt x="258154" y="182582"/>
                    <a:pt x="254959" y="183859"/>
                  </a:cubicBezTo>
                  <a:lnTo>
                    <a:pt x="237706" y="192158"/>
                  </a:lnTo>
                  <a:lnTo>
                    <a:pt x="237706" y="224078"/>
                  </a:lnTo>
                  <a:lnTo>
                    <a:pt x="246013" y="216417"/>
                  </a:lnTo>
                  <a:close/>
                  <a:moveTo>
                    <a:pt x="143774" y="100229"/>
                  </a:moveTo>
                  <a:cubicBezTo>
                    <a:pt x="143774" y="96398"/>
                    <a:pt x="146330" y="93845"/>
                    <a:pt x="150164" y="93845"/>
                  </a:cubicBezTo>
                  <a:cubicBezTo>
                    <a:pt x="153998" y="93845"/>
                    <a:pt x="156553" y="96398"/>
                    <a:pt x="156553" y="100229"/>
                  </a:cubicBezTo>
                  <a:cubicBezTo>
                    <a:pt x="156553" y="114912"/>
                    <a:pt x="170611" y="125126"/>
                    <a:pt x="193615" y="126403"/>
                  </a:cubicBezTo>
                  <a:cubicBezTo>
                    <a:pt x="223009" y="128318"/>
                    <a:pt x="244096" y="148747"/>
                    <a:pt x="245374" y="149385"/>
                  </a:cubicBezTo>
                  <a:lnTo>
                    <a:pt x="247291" y="151300"/>
                  </a:lnTo>
                  <a:lnTo>
                    <a:pt x="247291" y="168537"/>
                  </a:lnTo>
                  <a:cubicBezTo>
                    <a:pt x="247291" y="172368"/>
                    <a:pt x="244735" y="174921"/>
                    <a:pt x="240901" y="174921"/>
                  </a:cubicBezTo>
                  <a:cubicBezTo>
                    <a:pt x="237067" y="174921"/>
                    <a:pt x="234511" y="172368"/>
                    <a:pt x="234511" y="168537"/>
                  </a:cubicBezTo>
                  <a:lnTo>
                    <a:pt x="234511" y="156408"/>
                  </a:lnTo>
                  <a:cubicBezTo>
                    <a:pt x="229399" y="151939"/>
                    <a:pt x="213424" y="139809"/>
                    <a:pt x="192976" y="138533"/>
                  </a:cubicBezTo>
                  <a:cubicBezTo>
                    <a:pt x="176362" y="137894"/>
                    <a:pt x="163582" y="132787"/>
                    <a:pt x="154636" y="124488"/>
                  </a:cubicBezTo>
                  <a:cubicBezTo>
                    <a:pt x="153998" y="125126"/>
                    <a:pt x="153998" y="125126"/>
                    <a:pt x="153358" y="125765"/>
                  </a:cubicBezTo>
                  <a:cubicBezTo>
                    <a:pt x="144413" y="132787"/>
                    <a:pt x="132911" y="141724"/>
                    <a:pt x="132911" y="153216"/>
                  </a:cubicBezTo>
                  <a:lnTo>
                    <a:pt x="132911" y="167899"/>
                  </a:lnTo>
                  <a:cubicBezTo>
                    <a:pt x="132911" y="171729"/>
                    <a:pt x="130355" y="174283"/>
                    <a:pt x="126521" y="174283"/>
                  </a:cubicBezTo>
                  <a:cubicBezTo>
                    <a:pt x="122687" y="174283"/>
                    <a:pt x="120131" y="171729"/>
                    <a:pt x="120131" y="167899"/>
                  </a:cubicBezTo>
                  <a:lnTo>
                    <a:pt x="120131" y="153216"/>
                  </a:lnTo>
                  <a:cubicBezTo>
                    <a:pt x="120131" y="135341"/>
                    <a:pt x="135467" y="123849"/>
                    <a:pt x="145691" y="115550"/>
                  </a:cubicBezTo>
                  <a:cubicBezTo>
                    <a:pt x="146330" y="114912"/>
                    <a:pt x="146330" y="114912"/>
                    <a:pt x="146969" y="114273"/>
                  </a:cubicBezTo>
                  <a:cubicBezTo>
                    <a:pt x="144413" y="110443"/>
                    <a:pt x="143774" y="105974"/>
                    <a:pt x="143774" y="100229"/>
                  </a:cubicBezTo>
                  <a:close/>
                  <a:moveTo>
                    <a:pt x="271572" y="297494"/>
                  </a:moveTo>
                  <a:lnTo>
                    <a:pt x="258792" y="297494"/>
                  </a:lnTo>
                  <a:lnTo>
                    <a:pt x="258792" y="139171"/>
                  </a:lnTo>
                  <a:cubicBezTo>
                    <a:pt x="258792" y="101505"/>
                    <a:pt x="223648" y="71501"/>
                    <a:pt x="180835" y="71501"/>
                  </a:cubicBezTo>
                  <a:cubicBezTo>
                    <a:pt x="138023" y="71501"/>
                    <a:pt x="102878" y="102144"/>
                    <a:pt x="102878" y="139171"/>
                  </a:cubicBezTo>
                  <a:lnTo>
                    <a:pt x="103517" y="297494"/>
                  </a:lnTo>
                  <a:lnTo>
                    <a:pt x="90737" y="297494"/>
                  </a:lnTo>
                  <a:lnTo>
                    <a:pt x="90098" y="139171"/>
                  </a:lnTo>
                  <a:cubicBezTo>
                    <a:pt x="90098" y="94483"/>
                    <a:pt x="130994" y="58733"/>
                    <a:pt x="180835" y="58733"/>
                  </a:cubicBezTo>
                  <a:cubicBezTo>
                    <a:pt x="230677" y="58733"/>
                    <a:pt x="271572" y="95121"/>
                    <a:pt x="271572" y="139171"/>
                  </a:cubicBezTo>
                  <a:lnTo>
                    <a:pt x="271572" y="297494"/>
                  </a:lnTo>
                  <a:close/>
                </a:path>
              </a:pathLst>
            </a:custGeom>
            <a:solidFill>
              <a:srgbClr val="012169"/>
            </a:solidFill>
            <a:ln w="6390" cap="flat">
              <a:noFill/>
              <a:prstDash val="solid"/>
              <a:miter/>
            </a:ln>
          </p:spPr>
          <p:txBody>
            <a:bodyPr rtlCol="0" anchor="ctr"/>
            <a:lstStyle/>
            <a:p>
              <a:endParaRPr lang="en-US"/>
            </a:p>
          </p:txBody>
        </p:sp>
      </p:grpSp>
      <p:grpSp>
        <p:nvGrpSpPr>
          <p:cNvPr id="517" name="Graphic 4">
            <a:extLst>
              <a:ext uri="{FF2B5EF4-FFF2-40B4-BE49-F238E27FC236}">
                <a16:creationId xmlns:a16="http://schemas.microsoft.com/office/drawing/2014/main" id="{5B933735-595F-5742-9C57-26278D5285CA}"/>
              </a:ext>
            </a:extLst>
          </p:cNvPr>
          <p:cNvGrpSpPr/>
          <p:nvPr/>
        </p:nvGrpSpPr>
        <p:grpSpPr>
          <a:xfrm>
            <a:off x="1515054" y="3339623"/>
            <a:ext cx="361670" cy="361333"/>
            <a:chOff x="1515054" y="3339623"/>
            <a:chExt cx="361670" cy="361333"/>
          </a:xfrm>
          <a:solidFill>
            <a:srgbClr val="012169"/>
          </a:solidFill>
        </p:grpSpPr>
        <p:sp>
          <p:nvSpPr>
            <p:cNvPr id="518" name="Graphic 4">
              <a:extLst>
                <a:ext uri="{FF2B5EF4-FFF2-40B4-BE49-F238E27FC236}">
                  <a16:creationId xmlns:a16="http://schemas.microsoft.com/office/drawing/2014/main" id="{CA2EFBAA-0247-5C48-9253-404B5B2D2248}"/>
                </a:ext>
              </a:extLst>
            </p:cNvPr>
            <p:cNvSpPr/>
            <p:nvPr/>
          </p:nvSpPr>
          <p:spPr>
            <a:xfrm>
              <a:off x="1515054"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519" name="Graphic 4">
              <a:extLst>
                <a:ext uri="{FF2B5EF4-FFF2-40B4-BE49-F238E27FC236}">
                  <a16:creationId xmlns:a16="http://schemas.microsoft.com/office/drawing/2014/main" id="{B8DA2397-78E4-6F47-97F8-8A43DA15B1FB}"/>
                </a:ext>
              </a:extLst>
            </p:cNvPr>
            <p:cNvSpPr/>
            <p:nvPr/>
          </p:nvSpPr>
          <p:spPr>
            <a:xfrm>
              <a:off x="1701640" y="3524120"/>
              <a:ext cx="49841" cy="49794"/>
            </a:xfrm>
            <a:custGeom>
              <a:avLst/>
              <a:gdLst>
                <a:gd name="connsiteX0" fmla="*/ 24921 w 49841"/>
                <a:gd name="connsiteY0" fmla="*/ 49795 h 49794"/>
                <a:gd name="connsiteX1" fmla="*/ 49842 w 49841"/>
                <a:gd name="connsiteY1" fmla="*/ 24897 h 49794"/>
                <a:gd name="connsiteX2" fmla="*/ 24921 w 49841"/>
                <a:gd name="connsiteY2" fmla="*/ 0 h 49794"/>
                <a:gd name="connsiteX3" fmla="*/ 0 w 49841"/>
                <a:gd name="connsiteY3" fmla="*/ 24897 h 49794"/>
                <a:gd name="connsiteX4" fmla="*/ 24921 w 49841"/>
                <a:gd name="connsiteY4" fmla="*/ 49795 h 49794"/>
                <a:gd name="connsiteX5" fmla="*/ 24921 w 49841"/>
                <a:gd name="connsiteY5" fmla="*/ 12768 h 49794"/>
                <a:gd name="connsiteX6" fmla="*/ 37062 w 49841"/>
                <a:gd name="connsiteY6" fmla="*/ 24897 h 49794"/>
                <a:gd name="connsiteX7" fmla="*/ 24921 w 49841"/>
                <a:gd name="connsiteY7" fmla="*/ 37027 h 49794"/>
                <a:gd name="connsiteX8" fmla="*/ 12780 w 49841"/>
                <a:gd name="connsiteY8" fmla="*/ 24897 h 49794"/>
                <a:gd name="connsiteX9" fmla="*/ 24921 w 49841"/>
                <a:gd name="connsiteY9" fmla="*/ 12768 h 49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841" h="49794">
                  <a:moveTo>
                    <a:pt x="24921" y="49795"/>
                  </a:moveTo>
                  <a:cubicBezTo>
                    <a:pt x="38340" y="49795"/>
                    <a:pt x="49842" y="38942"/>
                    <a:pt x="49842" y="24897"/>
                  </a:cubicBezTo>
                  <a:cubicBezTo>
                    <a:pt x="49842" y="10852"/>
                    <a:pt x="38979" y="0"/>
                    <a:pt x="24921" y="0"/>
                  </a:cubicBezTo>
                  <a:cubicBezTo>
                    <a:pt x="10863" y="0"/>
                    <a:pt x="0" y="10852"/>
                    <a:pt x="0" y="24897"/>
                  </a:cubicBezTo>
                  <a:cubicBezTo>
                    <a:pt x="0" y="38942"/>
                    <a:pt x="11502" y="49795"/>
                    <a:pt x="24921" y="49795"/>
                  </a:cubicBezTo>
                  <a:close/>
                  <a:moveTo>
                    <a:pt x="24921" y="12768"/>
                  </a:moveTo>
                  <a:cubicBezTo>
                    <a:pt x="31311" y="12768"/>
                    <a:pt x="37062" y="17875"/>
                    <a:pt x="37062" y="24897"/>
                  </a:cubicBezTo>
                  <a:cubicBezTo>
                    <a:pt x="37062" y="31920"/>
                    <a:pt x="31950" y="37027"/>
                    <a:pt x="24921" y="37027"/>
                  </a:cubicBezTo>
                  <a:cubicBezTo>
                    <a:pt x="17892" y="37027"/>
                    <a:pt x="12780" y="31920"/>
                    <a:pt x="12780" y="24897"/>
                  </a:cubicBezTo>
                  <a:cubicBezTo>
                    <a:pt x="12780" y="17875"/>
                    <a:pt x="18531" y="12768"/>
                    <a:pt x="24921" y="12768"/>
                  </a:cubicBezTo>
                  <a:close/>
                </a:path>
              </a:pathLst>
            </a:custGeom>
            <a:solidFill>
              <a:srgbClr val="012169"/>
            </a:solidFill>
            <a:ln w="6390" cap="flat">
              <a:noFill/>
              <a:prstDash val="solid"/>
              <a:miter/>
            </a:ln>
          </p:spPr>
          <p:txBody>
            <a:bodyPr rtlCol="0" anchor="ctr"/>
            <a:lstStyle/>
            <a:p>
              <a:endParaRPr lang="en-US"/>
            </a:p>
          </p:txBody>
        </p:sp>
        <p:sp>
          <p:nvSpPr>
            <p:cNvPr id="520" name="Graphic 4">
              <a:extLst>
                <a:ext uri="{FF2B5EF4-FFF2-40B4-BE49-F238E27FC236}">
                  <a16:creationId xmlns:a16="http://schemas.microsoft.com/office/drawing/2014/main" id="{E25316B2-B71D-CE41-918D-C20F716C537A}"/>
                </a:ext>
              </a:extLst>
            </p:cNvPr>
            <p:cNvSpPr/>
            <p:nvPr/>
          </p:nvSpPr>
          <p:spPr>
            <a:xfrm>
              <a:off x="1689499" y="3469218"/>
              <a:ext cx="49841" cy="49794"/>
            </a:xfrm>
            <a:custGeom>
              <a:avLst/>
              <a:gdLst>
                <a:gd name="connsiteX0" fmla="*/ 24921 w 49841"/>
                <a:gd name="connsiteY0" fmla="*/ 49795 h 49794"/>
                <a:gd name="connsiteX1" fmla="*/ 49842 w 49841"/>
                <a:gd name="connsiteY1" fmla="*/ 24898 h 49794"/>
                <a:gd name="connsiteX2" fmla="*/ 24921 w 49841"/>
                <a:gd name="connsiteY2" fmla="*/ 0 h 49794"/>
                <a:gd name="connsiteX3" fmla="*/ 0 w 49841"/>
                <a:gd name="connsiteY3" fmla="*/ 24898 h 49794"/>
                <a:gd name="connsiteX4" fmla="*/ 24921 w 49841"/>
                <a:gd name="connsiteY4" fmla="*/ 49795 h 49794"/>
                <a:gd name="connsiteX5" fmla="*/ 24921 w 49841"/>
                <a:gd name="connsiteY5" fmla="*/ 12768 h 49794"/>
                <a:gd name="connsiteX6" fmla="*/ 37062 w 49841"/>
                <a:gd name="connsiteY6" fmla="*/ 24898 h 49794"/>
                <a:gd name="connsiteX7" fmla="*/ 24921 w 49841"/>
                <a:gd name="connsiteY7" fmla="*/ 37027 h 49794"/>
                <a:gd name="connsiteX8" fmla="*/ 12780 w 49841"/>
                <a:gd name="connsiteY8" fmla="*/ 24898 h 49794"/>
                <a:gd name="connsiteX9" fmla="*/ 24921 w 49841"/>
                <a:gd name="connsiteY9" fmla="*/ 12768 h 49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841" h="49794">
                  <a:moveTo>
                    <a:pt x="24921" y="49795"/>
                  </a:moveTo>
                  <a:cubicBezTo>
                    <a:pt x="38340" y="49795"/>
                    <a:pt x="49842" y="38943"/>
                    <a:pt x="49842" y="24898"/>
                  </a:cubicBezTo>
                  <a:cubicBezTo>
                    <a:pt x="49842" y="10853"/>
                    <a:pt x="38979" y="0"/>
                    <a:pt x="24921" y="0"/>
                  </a:cubicBezTo>
                  <a:cubicBezTo>
                    <a:pt x="11502" y="0"/>
                    <a:pt x="0" y="10853"/>
                    <a:pt x="0" y="24898"/>
                  </a:cubicBezTo>
                  <a:cubicBezTo>
                    <a:pt x="0" y="38943"/>
                    <a:pt x="11502" y="49795"/>
                    <a:pt x="24921" y="49795"/>
                  </a:cubicBezTo>
                  <a:close/>
                  <a:moveTo>
                    <a:pt x="24921" y="12768"/>
                  </a:moveTo>
                  <a:cubicBezTo>
                    <a:pt x="31311" y="12768"/>
                    <a:pt x="37062" y="17875"/>
                    <a:pt x="37062" y="24898"/>
                  </a:cubicBezTo>
                  <a:cubicBezTo>
                    <a:pt x="37062" y="31920"/>
                    <a:pt x="31950" y="37027"/>
                    <a:pt x="24921" y="37027"/>
                  </a:cubicBezTo>
                  <a:cubicBezTo>
                    <a:pt x="17892" y="37027"/>
                    <a:pt x="12780" y="31920"/>
                    <a:pt x="12780" y="24898"/>
                  </a:cubicBezTo>
                  <a:cubicBezTo>
                    <a:pt x="12780" y="17875"/>
                    <a:pt x="18531" y="12768"/>
                    <a:pt x="24921" y="12768"/>
                  </a:cubicBezTo>
                  <a:close/>
                </a:path>
              </a:pathLst>
            </a:custGeom>
            <a:solidFill>
              <a:srgbClr val="012169"/>
            </a:solidFill>
            <a:ln w="6390" cap="flat">
              <a:noFill/>
              <a:prstDash val="solid"/>
              <a:miter/>
            </a:ln>
          </p:spPr>
          <p:txBody>
            <a:bodyPr rtlCol="0" anchor="ctr"/>
            <a:lstStyle/>
            <a:p>
              <a:endParaRPr lang="en-US"/>
            </a:p>
          </p:txBody>
        </p:sp>
        <p:sp>
          <p:nvSpPr>
            <p:cNvPr id="521" name="Graphic 4">
              <a:extLst>
                <a:ext uri="{FF2B5EF4-FFF2-40B4-BE49-F238E27FC236}">
                  <a16:creationId xmlns:a16="http://schemas.microsoft.com/office/drawing/2014/main" id="{B515025B-7D93-D748-ACA4-4D8112D19904}"/>
                </a:ext>
              </a:extLst>
            </p:cNvPr>
            <p:cNvSpPr/>
            <p:nvPr/>
          </p:nvSpPr>
          <p:spPr>
            <a:xfrm>
              <a:off x="1640935" y="3506245"/>
              <a:ext cx="49841" cy="49795"/>
            </a:xfrm>
            <a:custGeom>
              <a:avLst/>
              <a:gdLst>
                <a:gd name="connsiteX0" fmla="*/ 24921 w 49841"/>
                <a:gd name="connsiteY0" fmla="*/ 0 h 49795"/>
                <a:gd name="connsiteX1" fmla="*/ 0 w 49841"/>
                <a:gd name="connsiteY1" fmla="*/ 24898 h 49795"/>
                <a:gd name="connsiteX2" fmla="*/ 24921 w 49841"/>
                <a:gd name="connsiteY2" fmla="*/ 49795 h 49795"/>
                <a:gd name="connsiteX3" fmla="*/ 49842 w 49841"/>
                <a:gd name="connsiteY3" fmla="*/ 24898 h 49795"/>
                <a:gd name="connsiteX4" fmla="*/ 24921 w 49841"/>
                <a:gd name="connsiteY4" fmla="*/ 0 h 49795"/>
                <a:gd name="connsiteX5" fmla="*/ 24921 w 49841"/>
                <a:gd name="connsiteY5" fmla="*/ 36389 h 49795"/>
                <a:gd name="connsiteX6" fmla="*/ 12780 w 49841"/>
                <a:gd name="connsiteY6" fmla="*/ 24259 h 49795"/>
                <a:gd name="connsiteX7" fmla="*/ 24921 w 49841"/>
                <a:gd name="connsiteY7" fmla="*/ 12130 h 49795"/>
                <a:gd name="connsiteX8" fmla="*/ 37062 w 49841"/>
                <a:gd name="connsiteY8" fmla="*/ 24259 h 49795"/>
                <a:gd name="connsiteX9" fmla="*/ 24921 w 49841"/>
                <a:gd name="connsiteY9" fmla="*/ 36389 h 49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841" h="49795">
                  <a:moveTo>
                    <a:pt x="24921" y="0"/>
                  </a:moveTo>
                  <a:cubicBezTo>
                    <a:pt x="11502" y="0"/>
                    <a:pt x="0" y="10853"/>
                    <a:pt x="0" y="24898"/>
                  </a:cubicBezTo>
                  <a:cubicBezTo>
                    <a:pt x="0" y="38943"/>
                    <a:pt x="10863" y="49795"/>
                    <a:pt x="24921" y="49795"/>
                  </a:cubicBezTo>
                  <a:cubicBezTo>
                    <a:pt x="38340" y="49795"/>
                    <a:pt x="49842" y="38943"/>
                    <a:pt x="49842" y="24898"/>
                  </a:cubicBezTo>
                  <a:cubicBezTo>
                    <a:pt x="49842" y="10853"/>
                    <a:pt x="38340" y="0"/>
                    <a:pt x="24921" y="0"/>
                  </a:cubicBezTo>
                  <a:close/>
                  <a:moveTo>
                    <a:pt x="24921" y="36389"/>
                  </a:moveTo>
                  <a:cubicBezTo>
                    <a:pt x="18531" y="36389"/>
                    <a:pt x="12780" y="31282"/>
                    <a:pt x="12780" y="24259"/>
                  </a:cubicBezTo>
                  <a:cubicBezTo>
                    <a:pt x="12780" y="17237"/>
                    <a:pt x="17892" y="12130"/>
                    <a:pt x="24921" y="12130"/>
                  </a:cubicBezTo>
                  <a:cubicBezTo>
                    <a:pt x="31950" y="12130"/>
                    <a:pt x="37062" y="17237"/>
                    <a:pt x="37062" y="24259"/>
                  </a:cubicBezTo>
                  <a:cubicBezTo>
                    <a:pt x="37062" y="31282"/>
                    <a:pt x="31311" y="36389"/>
                    <a:pt x="24921" y="36389"/>
                  </a:cubicBezTo>
                  <a:close/>
                </a:path>
              </a:pathLst>
            </a:custGeom>
            <a:solidFill>
              <a:srgbClr val="012169"/>
            </a:solidFill>
            <a:ln w="6390" cap="flat">
              <a:noFill/>
              <a:prstDash val="solid"/>
              <a:miter/>
            </a:ln>
          </p:spPr>
          <p:txBody>
            <a:bodyPr rtlCol="0" anchor="ctr"/>
            <a:lstStyle/>
            <a:p>
              <a:endParaRPr lang="en-US"/>
            </a:p>
          </p:txBody>
        </p:sp>
        <p:sp>
          <p:nvSpPr>
            <p:cNvPr id="522" name="Graphic 4">
              <a:extLst>
                <a:ext uri="{FF2B5EF4-FFF2-40B4-BE49-F238E27FC236}">
                  <a16:creationId xmlns:a16="http://schemas.microsoft.com/office/drawing/2014/main" id="{15F31092-B77B-5145-8485-32241B8ACB24}"/>
                </a:ext>
              </a:extLst>
            </p:cNvPr>
            <p:cNvSpPr/>
            <p:nvPr/>
          </p:nvSpPr>
          <p:spPr>
            <a:xfrm>
              <a:off x="1596238" y="3552359"/>
              <a:ext cx="86354" cy="84757"/>
            </a:xfrm>
            <a:custGeom>
              <a:avLst/>
              <a:gdLst>
                <a:gd name="connsiteX0" fmla="*/ 86232 w 86354"/>
                <a:gd name="connsiteY0" fmla="*/ 56030 h 84757"/>
                <a:gd name="connsiteX1" fmla="*/ 81759 w 86354"/>
                <a:gd name="connsiteY1" fmla="*/ 48369 h 84757"/>
                <a:gd name="connsiteX2" fmla="*/ 63867 w 86354"/>
                <a:gd name="connsiteY2" fmla="*/ 41347 h 84757"/>
                <a:gd name="connsiteX3" fmla="*/ 57477 w 86354"/>
                <a:gd name="connsiteY3" fmla="*/ 41347 h 84757"/>
                <a:gd name="connsiteX4" fmla="*/ 43420 w 86354"/>
                <a:gd name="connsiteY4" fmla="*/ 61775 h 84757"/>
                <a:gd name="connsiteX5" fmla="*/ 40225 w 86354"/>
                <a:gd name="connsiteY5" fmla="*/ 71351 h 84757"/>
                <a:gd name="connsiteX6" fmla="*/ 37669 w 86354"/>
                <a:gd name="connsiteY6" fmla="*/ 73266 h 84757"/>
                <a:gd name="connsiteX7" fmla="*/ 22333 w 86354"/>
                <a:gd name="connsiteY7" fmla="*/ 65606 h 84757"/>
                <a:gd name="connsiteX8" fmla="*/ 14665 w 86354"/>
                <a:gd name="connsiteY8" fmla="*/ 47731 h 84757"/>
                <a:gd name="connsiteX9" fmla="*/ 22972 w 86354"/>
                <a:gd name="connsiteY9" fmla="*/ 41985 h 84757"/>
                <a:gd name="connsiteX10" fmla="*/ 39586 w 86354"/>
                <a:gd name="connsiteY10" fmla="*/ 30494 h 84757"/>
                <a:gd name="connsiteX11" fmla="*/ 40225 w 86354"/>
                <a:gd name="connsiteY11" fmla="*/ 21556 h 84757"/>
                <a:gd name="connsiteX12" fmla="*/ 29362 w 86354"/>
                <a:gd name="connsiteY12" fmla="*/ 3681 h 84757"/>
                <a:gd name="connsiteX13" fmla="*/ 21055 w 86354"/>
                <a:gd name="connsiteY13" fmla="*/ 489 h 84757"/>
                <a:gd name="connsiteX14" fmla="*/ 17860 w 86354"/>
                <a:gd name="connsiteY14" fmla="*/ 8788 h 84757"/>
                <a:gd name="connsiteX15" fmla="*/ 26806 w 86354"/>
                <a:gd name="connsiteY15" fmla="*/ 24110 h 84757"/>
                <a:gd name="connsiteX16" fmla="*/ 17221 w 86354"/>
                <a:gd name="connsiteY16" fmla="*/ 30494 h 84757"/>
                <a:gd name="connsiteX17" fmla="*/ 5719 w 86354"/>
                <a:gd name="connsiteY17" fmla="*/ 38793 h 84757"/>
                <a:gd name="connsiteX18" fmla="*/ 14665 w 86354"/>
                <a:gd name="connsiteY18" fmla="*/ 74543 h 84757"/>
                <a:gd name="connsiteX19" fmla="*/ 37669 w 86354"/>
                <a:gd name="connsiteY19" fmla="*/ 84758 h 84757"/>
                <a:gd name="connsiteX20" fmla="*/ 40225 w 86354"/>
                <a:gd name="connsiteY20" fmla="*/ 84758 h 84757"/>
                <a:gd name="connsiteX21" fmla="*/ 51726 w 86354"/>
                <a:gd name="connsiteY21" fmla="*/ 77097 h 84757"/>
                <a:gd name="connsiteX22" fmla="*/ 56838 w 86354"/>
                <a:gd name="connsiteY22" fmla="*/ 62414 h 84757"/>
                <a:gd name="connsiteX23" fmla="*/ 61950 w 86354"/>
                <a:gd name="connsiteY23" fmla="*/ 53476 h 84757"/>
                <a:gd name="connsiteX24" fmla="*/ 79842 w 86354"/>
                <a:gd name="connsiteY24" fmla="*/ 59860 h 84757"/>
                <a:gd name="connsiteX25" fmla="*/ 86232 w 86354"/>
                <a:gd name="connsiteY25" fmla="*/ 56030 h 84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6354" h="84757">
                  <a:moveTo>
                    <a:pt x="86232" y="56030"/>
                  </a:moveTo>
                  <a:cubicBezTo>
                    <a:pt x="86871" y="52838"/>
                    <a:pt x="84954" y="49007"/>
                    <a:pt x="81759" y="48369"/>
                  </a:cubicBezTo>
                  <a:cubicBezTo>
                    <a:pt x="75369" y="47092"/>
                    <a:pt x="69618" y="44539"/>
                    <a:pt x="63867" y="41347"/>
                  </a:cubicBezTo>
                  <a:cubicBezTo>
                    <a:pt x="61950" y="40070"/>
                    <a:pt x="59394" y="40070"/>
                    <a:pt x="57477" y="41347"/>
                  </a:cubicBezTo>
                  <a:cubicBezTo>
                    <a:pt x="45336" y="48369"/>
                    <a:pt x="44697" y="55391"/>
                    <a:pt x="43420" y="61775"/>
                  </a:cubicBezTo>
                  <a:cubicBezTo>
                    <a:pt x="42780" y="64967"/>
                    <a:pt x="42780" y="67521"/>
                    <a:pt x="40225" y="71351"/>
                  </a:cubicBezTo>
                  <a:cubicBezTo>
                    <a:pt x="38946" y="72628"/>
                    <a:pt x="38308" y="73266"/>
                    <a:pt x="37669" y="73266"/>
                  </a:cubicBezTo>
                  <a:cubicBezTo>
                    <a:pt x="35113" y="73905"/>
                    <a:pt x="29362" y="71990"/>
                    <a:pt x="22333" y="65606"/>
                  </a:cubicBezTo>
                  <a:cubicBezTo>
                    <a:pt x="8914" y="54115"/>
                    <a:pt x="11470" y="52199"/>
                    <a:pt x="14665" y="47731"/>
                  </a:cubicBezTo>
                  <a:cubicBezTo>
                    <a:pt x="15943" y="46454"/>
                    <a:pt x="19777" y="43900"/>
                    <a:pt x="22972" y="41985"/>
                  </a:cubicBezTo>
                  <a:cubicBezTo>
                    <a:pt x="28084" y="38793"/>
                    <a:pt x="33835" y="35601"/>
                    <a:pt x="39586" y="30494"/>
                  </a:cubicBezTo>
                  <a:cubicBezTo>
                    <a:pt x="42141" y="27940"/>
                    <a:pt x="42141" y="24110"/>
                    <a:pt x="40225" y="21556"/>
                  </a:cubicBezTo>
                  <a:cubicBezTo>
                    <a:pt x="35752" y="16449"/>
                    <a:pt x="31918" y="10065"/>
                    <a:pt x="29362" y="3681"/>
                  </a:cubicBezTo>
                  <a:cubicBezTo>
                    <a:pt x="28084" y="489"/>
                    <a:pt x="24250" y="-788"/>
                    <a:pt x="21055" y="489"/>
                  </a:cubicBezTo>
                  <a:cubicBezTo>
                    <a:pt x="17860" y="1766"/>
                    <a:pt x="16582" y="5596"/>
                    <a:pt x="17860" y="8788"/>
                  </a:cubicBezTo>
                  <a:cubicBezTo>
                    <a:pt x="20416" y="13896"/>
                    <a:pt x="22972" y="19641"/>
                    <a:pt x="26806" y="24110"/>
                  </a:cubicBezTo>
                  <a:cubicBezTo>
                    <a:pt x="23611" y="26663"/>
                    <a:pt x="20416" y="28579"/>
                    <a:pt x="17221" y="30494"/>
                  </a:cubicBezTo>
                  <a:cubicBezTo>
                    <a:pt x="12748" y="33047"/>
                    <a:pt x="8275" y="35601"/>
                    <a:pt x="5719" y="38793"/>
                  </a:cubicBezTo>
                  <a:cubicBezTo>
                    <a:pt x="-8339" y="54753"/>
                    <a:pt x="6997" y="67521"/>
                    <a:pt x="14665" y="74543"/>
                  </a:cubicBezTo>
                  <a:cubicBezTo>
                    <a:pt x="22972" y="81566"/>
                    <a:pt x="30640" y="84758"/>
                    <a:pt x="37669" y="84758"/>
                  </a:cubicBezTo>
                  <a:cubicBezTo>
                    <a:pt x="38308" y="84758"/>
                    <a:pt x="39586" y="84758"/>
                    <a:pt x="40225" y="84758"/>
                  </a:cubicBezTo>
                  <a:cubicBezTo>
                    <a:pt x="45336" y="84119"/>
                    <a:pt x="49170" y="81566"/>
                    <a:pt x="51726" y="77097"/>
                  </a:cubicBezTo>
                  <a:cubicBezTo>
                    <a:pt x="55560" y="71351"/>
                    <a:pt x="56199" y="66882"/>
                    <a:pt x="56838" y="62414"/>
                  </a:cubicBezTo>
                  <a:cubicBezTo>
                    <a:pt x="57477" y="58583"/>
                    <a:pt x="58116" y="56030"/>
                    <a:pt x="61950" y="53476"/>
                  </a:cubicBezTo>
                  <a:cubicBezTo>
                    <a:pt x="67701" y="56030"/>
                    <a:pt x="73452" y="58583"/>
                    <a:pt x="79842" y="59860"/>
                  </a:cubicBezTo>
                  <a:cubicBezTo>
                    <a:pt x="81759" y="61775"/>
                    <a:pt x="85593" y="59222"/>
                    <a:pt x="86232" y="56030"/>
                  </a:cubicBezTo>
                  <a:close/>
                </a:path>
              </a:pathLst>
            </a:custGeom>
            <a:solidFill>
              <a:srgbClr val="012169"/>
            </a:solidFill>
            <a:ln w="6390" cap="flat">
              <a:noFill/>
              <a:prstDash val="solid"/>
              <a:miter/>
            </a:ln>
          </p:spPr>
          <p:txBody>
            <a:bodyPr rtlCol="0" anchor="ctr"/>
            <a:lstStyle/>
            <a:p>
              <a:endParaRPr lang="en-US"/>
            </a:p>
          </p:txBody>
        </p:sp>
        <p:sp>
          <p:nvSpPr>
            <p:cNvPr id="523" name="Graphic 4">
              <a:extLst>
                <a:ext uri="{FF2B5EF4-FFF2-40B4-BE49-F238E27FC236}">
                  <a16:creationId xmlns:a16="http://schemas.microsoft.com/office/drawing/2014/main" id="{1AA97133-0BAB-6A43-BF7B-2FFB9CEB6D9B}"/>
                </a:ext>
              </a:extLst>
            </p:cNvPr>
            <p:cNvSpPr/>
            <p:nvPr/>
          </p:nvSpPr>
          <p:spPr>
            <a:xfrm>
              <a:off x="1579401" y="3419423"/>
              <a:ext cx="82882" cy="85545"/>
            </a:xfrm>
            <a:custGeom>
              <a:avLst/>
              <a:gdLst>
                <a:gd name="connsiteX0" fmla="*/ 11054 w 82882"/>
                <a:gd name="connsiteY0" fmla="*/ 52349 h 85545"/>
                <a:gd name="connsiteX1" fmla="*/ 25751 w 82882"/>
                <a:gd name="connsiteY1" fmla="*/ 56818 h 85545"/>
                <a:gd name="connsiteX2" fmla="*/ 35975 w 82882"/>
                <a:gd name="connsiteY2" fmla="*/ 62563 h 85545"/>
                <a:gd name="connsiteX3" fmla="*/ 29585 w 82882"/>
                <a:gd name="connsiteY3" fmla="*/ 77885 h 85545"/>
                <a:gd name="connsiteX4" fmla="*/ 34058 w 82882"/>
                <a:gd name="connsiteY4" fmla="*/ 85546 h 85545"/>
                <a:gd name="connsiteX5" fmla="*/ 35975 w 82882"/>
                <a:gd name="connsiteY5" fmla="*/ 85546 h 85545"/>
                <a:gd name="connsiteX6" fmla="*/ 42365 w 82882"/>
                <a:gd name="connsiteY6" fmla="*/ 81077 h 85545"/>
                <a:gd name="connsiteX7" fmla="*/ 49394 w 82882"/>
                <a:gd name="connsiteY7" fmla="*/ 65117 h 85545"/>
                <a:gd name="connsiteX8" fmla="*/ 49394 w 82882"/>
                <a:gd name="connsiteY8" fmla="*/ 58733 h 85545"/>
                <a:gd name="connsiteX9" fmla="*/ 28307 w 82882"/>
                <a:gd name="connsiteY9" fmla="*/ 44050 h 85545"/>
                <a:gd name="connsiteX10" fmla="*/ 18722 w 82882"/>
                <a:gd name="connsiteY10" fmla="*/ 40858 h 85545"/>
                <a:gd name="connsiteX11" fmla="*/ 13610 w 82882"/>
                <a:gd name="connsiteY11" fmla="*/ 34474 h 85545"/>
                <a:gd name="connsiteX12" fmla="*/ 17444 w 82882"/>
                <a:gd name="connsiteY12" fmla="*/ 23621 h 85545"/>
                <a:gd name="connsiteX13" fmla="*/ 30863 w 82882"/>
                <a:gd name="connsiteY13" fmla="*/ 13406 h 85545"/>
                <a:gd name="connsiteX14" fmla="*/ 41087 w 82882"/>
                <a:gd name="connsiteY14" fmla="*/ 14683 h 85545"/>
                <a:gd name="connsiteX15" fmla="*/ 48116 w 82882"/>
                <a:gd name="connsiteY15" fmla="*/ 24259 h 85545"/>
                <a:gd name="connsiteX16" fmla="*/ 60896 w 82882"/>
                <a:gd name="connsiteY16" fmla="*/ 40858 h 85545"/>
                <a:gd name="connsiteX17" fmla="*/ 69841 w 82882"/>
                <a:gd name="connsiteY17" fmla="*/ 41496 h 85545"/>
                <a:gd name="connsiteX18" fmla="*/ 79426 w 82882"/>
                <a:gd name="connsiteY18" fmla="*/ 35112 h 85545"/>
                <a:gd name="connsiteX19" fmla="*/ 81982 w 82882"/>
                <a:gd name="connsiteY19" fmla="*/ 26174 h 85545"/>
                <a:gd name="connsiteX20" fmla="*/ 73036 w 82882"/>
                <a:gd name="connsiteY20" fmla="*/ 23621 h 85545"/>
                <a:gd name="connsiteX21" fmla="*/ 66646 w 82882"/>
                <a:gd name="connsiteY21" fmla="*/ 27451 h 85545"/>
                <a:gd name="connsiteX22" fmla="*/ 58339 w 82882"/>
                <a:gd name="connsiteY22" fmla="*/ 16598 h 85545"/>
                <a:gd name="connsiteX23" fmla="*/ 48755 w 82882"/>
                <a:gd name="connsiteY23" fmla="*/ 5107 h 85545"/>
                <a:gd name="connsiteX24" fmla="*/ 26390 w 82882"/>
                <a:gd name="connsiteY24" fmla="*/ 1277 h 85545"/>
                <a:gd name="connsiteX25" fmla="*/ 7220 w 82882"/>
                <a:gd name="connsiteY25" fmla="*/ 15322 h 85545"/>
                <a:gd name="connsiteX26" fmla="*/ 191 w 82882"/>
                <a:gd name="connsiteY26" fmla="*/ 36389 h 85545"/>
                <a:gd name="connsiteX27" fmla="*/ 11054 w 82882"/>
                <a:gd name="connsiteY27" fmla="*/ 52349 h 85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2882" h="85545">
                  <a:moveTo>
                    <a:pt x="11054" y="52349"/>
                  </a:moveTo>
                  <a:cubicBezTo>
                    <a:pt x="16805" y="56179"/>
                    <a:pt x="21917" y="56818"/>
                    <a:pt x="25751" y="56818"/>
                  </a:cubicBezTo>
                  <a:cubicBezTo>
                    <a:pt x="30224" y="57456"/>
                    <a:pt x="32780" y="57456"/>
                    <a:pt x="35975" y="62563"/>
                  </a:cubicBezTo>
                  <a:cubicBezTo>
                    <a:pt x="33419" y="67670"/>
                    <a:pt x="31502" y="72778"/>
                    <a:pt x="29585" y="77885"/>
                  </a:cubicBezTo>
                  <a:cubicBezTo>
                    <a:pt x="28307" y="81077"/>
                    <a:pt x="30224" y="84907"/>
                    <a:pt x="34058" y="85546"/>
                  </a:cubicBezTo>
                  <a:cubicBezTo>
                    <a:pt x="34697" y="85546"/>
                    <a:pt x="35336" y="85546"/>
                    <a:pt x="35975" y="85546"/>
                  </a:cubicBezTo>
                  <a:cubicBezTo>
                    <a:pt x="38531" y="85546"/>
                    <a:pt x="41087" y="83630"/>
                    <a:pt x="42365" y="81077"/>
                  </a:cubicBezTo>
                  <a:cubicBezTo>
                    <a:pt x="44282" y="75331"/>
                    <a:pt x="46199" y="70224"/>
                    <a:pt x="49394" y="65117"/>
                  </a:cubicBezTo>
                  <a:cubicBezTo>
                    <a:pt x="50672" y="63202"/>
                    <a:pt x="50672" y="60648"/>
                    <a:pt x="49394" y="58733"/>
                  </a:cubicBezTo>
                  <a:cubicBezTo>
                    <a:pt x="42365" y="45326"/>
                    <a:pt x="34058" y="44688"/>
                    <a:pt x="28307" y="44050"/>
                  </a:cubicBezTo>
                  <a:cubicBezTo>
                    <a:pt x="25112" y="43411"/>
                    <a:pt x="21917" y="43411"/>
                    <a:pt x="18722" y="40858"/>
                  </a:cubicBezTo>
                  <a:cubicBezTo>
                    <a:pt x="16166" y="38942"/>
                    <a:pt x="14249" y="37027"/>
                    <a:pt x="13610" y="34474"/>
                  </a:cubicBezTo>
                  <a:cubicBezTo>
                    <a:pt x="12971" y="31282"/>
                    <a:pt x="14249" y="27451"/>
                    <a:pt x="17444" y="23621"/>
                  </a:cubicBezTo>
                  <a:cubicBezTo>
                    <a:pt x="21278" y="18514"/>
                    <a:pt x="26390" y="15322"/>
                    <a:pt x="30863" y="13406"/>
                  </a:cubicBezTo>
                  <a:cubicBezTo>
                    <a:pt x="34697" y="12130"/>
                    <a:pt x="37892" y="12768"/>
                    <a:pt x="41087" y="14683"/>
                  </a:cubicBezTo>
                  <a:cubicBezTo>
                    <a:pt x="43004" y="15960"/>
                    <a:pt x="45560" y="19790"/>
                    <a:pt x="48116" y="24259"/>
                  </a:cubicBezTo>
                  <a:cubicBezTo>
                    <a:pt x="51311" y="29366"/>
                    <a:pt x="55783" y="35112"/>
                    <a:pt x="60896" y="40858"/>
                  </a:cubicBezTo>
                  <a:cubicBezTo>
                    <a:pt x="63451" y="43411"/>
                    <a:pt x="66646" y="43411"/>
                    <a:pt x="69841" y="41496"/>
                  </a:cubicBezTo>
                  <a:cubicBezTo>
                    <a:pt x="73036" y="38942"/>
                    <a:pt x="76231" y="37027"/>
                    <a:pt x="79426" y="35112"/>
                  </a:cubicBezTo>
                  <a:cubicBezTo>
                    <a:pt x="82621" y="33197"/>
                    <a:pt x="83899" y="29366"/>
                    <a:pt x="81982" y="26174"/>
                  </a:cubicBezTo>
                  <a:cubicBezTo>
                    <a:pt x="80065" y="22982"/>
                    <a:pt x="76231" y="21706"/>
                    <a:pt x="73036" y="23621"/>
                  </a:cubicBezTo>
                  <a:cubicBezTo>
                    <a:pt x="71119" y="24898"/>
                    <a:pt x="68563" y="26174"/>
                    <a:pt x="66646" y="27451"/>
                  </a:cubicBezTo>
                  <a:cubicBezTo>
                    <a:pt x="63451" y="23621"/>
                    <a:pt x="60896" y="19790"/>
                    <a:pt x="58339" y="16598"/>
                  </a:cubicBezTo>
                  <a:cubicBezTo>
                    <a:pt x="54506" y="11491"/>
                    <a:pt x="51950" y="7022"/>
                    <a:pt x="48755" y="5107"/>
                  </a:cubicBezTo>
                  <a:cubicBezTo>
                    <a:pt x="42365" y="0"/>
                    <a:pt x="34697" y="-1277"/>
                    <a:pt x="26390" y="1277"/>
                  </a:cubicBezTo>
                  <a:cubicBezTo>
                    <a:pt x="20000" y="3830"/>
                    <a:pt x="12971" y="8299"/>
                    <a:pt x="7220" y="15322"/>
                  </a:cubicBezTo>
                  <a:cubicBezTo>
                    <a:pt x="191" y="24259"/>
                    <a:pt x="-448" y="31282"/>
                    <a:pt x="191" y="36389"/>
                  </a:cubicBezTo>
                  <a:cubicBezTo>
                    <a:pt x="1469" y="42773"/>
                    <a:pt x="5303" y="48518"/>
                    <a:pt x="11054" y="52349"/>
                  </a:cubicBezTo>
                  <a:close/>
                </a:path>
              </a:pathLst>
            </a:custGeom>
            <a:solidFill>
              <a:srgbClr val="012169"/>
            </a:solidFill>
            <a:ln w="6390" cap="flat">
              <a:noFill/>
              <a:prstDash val="solid"/>
              <a:miter/>
            </a:ln>
          </p:spPr>
          <p:txBody>
            <a:bodyPr rtlCol="0" anchor="ctr"/>
            <a:lstStyle/>
            <a:p>
              <a:endParaRPr lang="en-US"/>
            </a:p>
          </p:txBody>
        </p:sp>
        <p:sp>
          <p:nvSpPr>
            <p:cNvPr id="524" name="Graphic 4">
              <a:extLst>
                <a:ext uri="{FF2B5EF4-FFF2-40B4-BE49-F238E27FC236}">
                  <a16:creationId xmlns:a16="http://schemas.microsoft.com/office/drawing/2014/main" id="{1D9786BD-488B-AE45-99D9-169FFC260DFA}"/>
                </a:ext>
              </a:extLst>
            </p:cNvPr>
            <p:cNvSpPr/>
            <p:nvPr/>
          </p:nvSpPr>
          <p:spPr>
            <a:xfrm>
              <a:off x="1713660" y="3410882"/>
              <a:ext cx="83797" cy="77488"/>
            </a:xfrm>
            <a:custGeom>
              <a:avLst/>
              <a:gdLst>
                <a:gd name="connsiteX0" fmla="*/ 5233 w 83797"/>
                <a:gd name="connsiteY0" fmla="*/ 36631 h 77488"/>
                <a:gd name="connsiteX1" fmla="*/ 21208 w 83797"/>
                <a:gd name="connsiteY1" fmla="*/ 43015 h 77488"/>
                <a:gd name="connsiteX2" fmla="*/ 28237 w 83797"/>
                <a:gd name="connsiteY2" fmla="*/ 42376 h 77488"/>
                <a:gd name="connsiteX3" fmla="*/ 39100 w 83797"/>
                <a:gd name="connsiteY3" fmla="*/ 23224 h 77488"/>
                <a:gd name="connsiteX4" fmla="*/ 42934 w 83797"/>
                <a:gd name="connsiteY4" fmla="*/ 13010 h 77488"/>
                <a:gd name="connsiteX5" fmla="*/ 45490 w 83797"/>
                <a:gd name="connsiteY5" fmla="*/ 11095 h 77488"/>
                <a:gd name="connsiteX6" fmla="*/ 60826 w 83797"/>
                <a:gd name="connsiteY6" fmla="*/ 18755 h 77488"/>
                <a:gd name="connsiteX7" fmla="*/ 68493 w 83797"/>
                <a:gd name="connsiteY7" fmla="*/ 36631 h 77488"/>
                <a:gd name="connsiteX8" fmla="*/ 60186 w 83797"/>
                <a:gd name="connsiteY8" fmla="*/ 42376 h 77488"/>
                <a:gd name="connsiteX9" fmla="*/ 44212 w 83797"/>
                <a:gd name="connsiteY9" fmla="*/ 53867 h 77488"/>
                <a:gd name="connsiteX10" fmla="*/ 43573 w 83797"/>
                <a:gd name="connsiteY10" fmla="*/ 62805 h 77488"/>
                <a:gd name="connsiteX11" fmla="*/ 51879 w 83797"/>
                <a:gd name="connsiteY11" fmla="*/ 74296 h 77488"/>
                <a:gd name="connsiteX12" fmla="*/ 57631 w 83797"/>
                <a:gd name="connsiteY12" fmla="*/ 77488 h 77488"/>
                <a:gd name="connsiteX13" fmla="*/ 60826 w 83797"/>
                <a:gd name="connsiteY13" fmla="*/ 76850 h 77488"/>
                <a:gd name="connsiteX14" fmla="*/ 62742 w 83797"/>
                <a:gd name="connsiteY14" fmla="*/ 67912 h 77488"/>
                <a:gd name="connsiteX15" fmla="*/ 57631 w 83797"/>
                <a:gd name="connsiteY15" fmla="*/ 60251 h 77488"/>
                <a:gd name="connsiteX16" fmla="*/ 66576 w 83797"/>
                <a:gd name="connsiteY16" fmla="*/ 54506 h 77488"/>
                <a:gd name="connsiteX17" fmla="*/ 78078 w 83797"/>
                <a:gd name="connsiteY17" fmla="*/ 46207 h 77488"/>
                <a:gd name="connsiteX18" fmla="*/ 69132 w 83797"/>
                <a:gd name="connsiteY18" fmla="*/ 10456 h 77488"/>
                <a:gd name="connsiteX19" fmla="*/ 43573 w 83797"/>
                <a:gd name="connsiteY19" fmla="*/ 242 h 77488"/>
                <a:gd name="connsiteX20" fmla="*/ 32071 w 83797"/>
                <a:gd name="connsiteY20" fmla="*/ 7903 h 77488"/>
                <a:gd name="connsiteX21" fmla="*/ 26320 w 83797"/>
                <a:gd name="connsiteY21" fmla="*/ 21947 h 77488"/>
                <a:gd name="connsiteX22" fmla="*/ 22486 w 83797"/>
                <a:gd name="connsiteY22" fmla="*/ 31523 h 77488"/>
                <a:gd name="connsiteX23" fmla="*/ 7789 w 83797"/>
                <a:gd name="connsiteY23" fmla="*/ 26416 h 77488"/>
                <a:gd name="connsiteX24" fmla="*/ 121 w 83797"/>
                <a:gd name="connsiteY24" fmla="*/ 30885 h 77488"/>
                <a:gd name="connsiteX25" fmla="*/ 5233 w 83797"/>
                <a:gd name="connsiteY25" fmla="*/ 36631 h 77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3797" h="77488">
                  <a:moveTo>
                    <a:pt x="5233" y="36631"/>
                  </a:moveTo>
                  <a:cubicBezTo>
                    <a:pt x="10984" y="37907"/>
                    <a:pt x="16096" y="40461"/>
                    <a:pt x="21208" y="43015"/>
                  </a:cubicBezTo>
                  <a:cubicBezTo>
                    <a:pt x="23764" y="44291"/>
                    <a:pt x="26320" y="43653"/>
                    <a:pt x="28237" y="42376"/>
                  </a:cubicBezTo>
                  <a:cubicBezTo>
                    <a:pt x="35905" y="35992"/>
                    <a:pt x="37822" y="28970"/>
                    <a:pt x="39100" y="23224"/>
                  </a:cubicBezTo>
                  <a:cubicBezTo>
                    <a:pt x="39739" y="19394"/>
                    <a:pt x="41017" y="16202"/>
                    <a:pt x="42934" y="13010"/>
                  </a:cubicBezTo>
                  <a:cubicBezTo>
                    <a:pt x="44212" y="11733"/>
                    <a:pt x="44851" y="11095"/>
                    <a:pt x="45490" y="11095"/>
                  </a:cubicBezTo>
                  <a:cubicBezTo>
                    <a:pt x="48046" y="10456"/>
                    <a:pt x="53797" y="12371"/>
                    <a:pt x="60826" y="18755"/>
                  </a:cubicBezTo>
                  <a:cubicBezTo>
                    <a:pt x="74244" y="30247"/>
                    <a:pt x="71688" y="32162"/>
                    <a:pt x="68493" y="36631"/>
                  </a:cubicBezTo>
                  <a:cubicBezTo>
                    <a:pt x="67215" y="37907"/>
                    <a:pt x="64020" y="40461"/>
                    <a:pt x="60186" y="42376"/>
                  </a:cubicBezTo>
                  <a:cubicBezTo>
                    <a:pt x="55713" y="44930"/>
                    <a:pt x="49324" y="48760"/>
                    <a:pt x="44212" y="53867"/>
                  </a:cubicBezTo>
                  <a:cubicBezTo>
                    <a:pt x="41656" y="56421"/>
                    <a:pt x="41656" y="60251"/>
                    <a:pt x="43573" y="62805"/>
                  </a:cubicBezTo>
                  <a:cubicBezTo>
                    <a:pt x="46768" y="66635"/>
                    <a:pt x="49324" y="69827"/>
                    <a:pt x="51879" y="74296"/>
                  </a:cubicBezTo>
                  <a:cubicBezTo>
                    <a:pt x="53158" y="76211"/>
                    <a:pt x="55074" y="77488"/>
                    <a:pt x="57631" y="77488"/>
                  </a:cubicBezTo>
                  <a:cubicBezTo>
                    <a:pt x="58908" y="77488"/>
                    <a:pt x="60186" y="77488"/>
                    <a:pt x="60826" y="76850"/>
                  </a:cubicBezTo>
                  <a:cubicBezTo>
                    <a:pt x="64020" y="74935"/>
                    <a:pt x="64659" y="71104"/>
                    <a:pt x="62742" y="67912"/>
                  </a:cubicBezTo>
                  <a:cubicBezTo>
                    <a:pt x="60826" y="65359"/>
                    <a:pt x="59547" y="62805"/>
                    <a:pt x="57631" y="60251"/>
                  </a:cubicBezTo>
                  <a:cubicBezTo>
                    <a:pt x="60826" y="58336"/>
                    <a:pt x="64020" y="56421"/>
                    <a:pt x="66576" y="54506"/>
                  </a:cubicBezTo>
                  <a:cubicBezTo>
                    <a:pt x="71049" y="51952"/>
                    <a:pt x="75522" y="49399"/>
                    <a:pt x="78078" y="46207"/>
                  </a:cubicBezTo>
                  <a:cubicBezTo>
                    <a:pt x="92136" y="30247"/>
                    <a:pt x="76800" y="17479"/>
                    <a:pt x="69132" y="10456"/>
                  </a:cubicBezTo>
                  <a:cubicBezTo>
                    <a:pt x="60186" y="2795"/>
                    <a:pt x="51241" y="-1035"/>
                    <a:pt x="43573" y="242"/>
                  </a:cubicBezTo>
                  <a:cubicBezTo>
                    <a:pt x="38461" y="880"/>
                    <a:pt x="34627" y="3434"/>
                    <a:pt x="32071" y="7903"/>
                  </a:cubicBezTo>
                  <a:cubicBezTo>
                    <a:pt x="28876" y="13010"/>
                    <a:pt x="27598" y="18117"/>
                    <a:pt x="26320" y="21947"/>
                  </a:cubicBezTo>
                  <a:cubicBezTo>
                    <a:pt x="25042" y="25778"/>
                    <a:pt x="24403" y="28970"/>
                    <a:pt x="22486" y="31523"/>
                  </a:cubicBezTo>
                  <a:cubicBezTo>
                    <a:pt x="18013" y="29608"/>
                    <a:pt x="12901" y="27693"/>
                    <a:pt x="7789" y="26416"/>
                  </a:cubicBezTo>
                  <a:cubicBezTo>
                    <a:pt x="4594" y="25778"/>
                    <a:pt x="760" y="27693"/>
                    <a:pt x="121" y="30885"/>
                  </a:cubicBezTo>
                  <a:cubicBezTo>
                    <a:pt x="-518" y="32162"/>
                    <a:pt x="1399" y="35354"/>
                    <a:pt x="5233" y="36631"/>
                  </a:cubicBezTo>
                  <a:close/>
                </a:path>
              </a:pathLst>
            </a:custGeom>
            <a:solidFill>
              <a:srgbClr val="012169"/>
            </a:solidFill>
            <a:ln w="6390" cap="flat">
              <a:noFill/>
              <a:prstDash val="solid"/>
              <a:miter/>
            </a:ln>
          </p:spPr>
          <p:txBody>
            <a:bodyPr rtlCol="0" anchor="ctr"/>
            <a:lstStyle/>
            <a:p>
              <a:endParaRPr lang="en-US"/>
            </a:p>
          </p:txBody>
        </p:sp>
        <p:sp>
          <p:nvSpPr>
            <p:cNvPr id="525" name="Graphic 4">
              <a:extLst>
                <a:ext uri="{FF2B5EF4-FFF2-40B4-BE49-F238E27FC236}">
                  <a16:creationId xmlns:a16="http://schemas.microsoft.com/office/drawing/2014/main" id="{E9CFB1EE-CE42-B246-B9DD-7E09E951AD07}"/>
                </a:ext>
              </a:extLst>
            </p:cNvPr>
            <p:cNvSpPr/>
            <p:nvPr/>
          </p:nvSpPr>
          <p:spPr>
            <a:xfrm>
              <a:off x="1727988" y="3536129"/>
              <a:ext cx="80650" cy="92050"/>
            </a:xfrm>
            <a:custGeom>
              <a:avLst/>
              <a:gdLst>
                <a:gd name="connsiteX0" fmla="*/ 74613 w 80650"/>
                <a:gd name="connsiteY0" fmla="*/ 39063 h 92050"/>
                <a:gd name="connsiteX1" fmla="*/ 59916 w 80650"/>
                <a:gd name="connsiteY1" fmla="*/ 34595 h 92050"/>
                <a:gd name="connsiteX2" fmla="*/ 51609 w 80650"/>
                <a:gd name="connsiteY2" fmla="*/ 30764 h 92050"/>
                <a:gd name="connsiteX3" fmla="*/ 59916 w 80650"/>
                <a:gd name="connsiteY3" fmla="*/ 7782 h 92050"/>
                <a:gd name="connsiteX4" fmla="*/ 54804 w 80650"/>
                <a:gd name="connsiteY4" fmla="*/ 121 h 92050"/>
                <a:gd name="connsiteX5" fmla="*/ 47136 w 80650"/>
                <a:gd name="connsiteY5" fmla="*/ 5228 h 92050"/>
                <a:gd name="connsiteX6" fmla="*/ 38190 w 80650"/>
                <a:gd name="connsiteY6" fmla="*/ 28211 h 92050"/>
                <a:gd name="connsiteX7" fmla="*/ 38190 w 80650"/>
                <a:gd name="connsiteY7" fmla="*/ 34595 h 92050"/>
                <a:gd name="connsiteX8" fmla="*/ 57999 w 80650"/>
                <a:gd name="connsiteY8" fmla="*/ 47363 h 92050"/>
                <a:gd name="connsiteX9" fmla="*/ 67584 w 80650"/>
                <a:gd name="connsiteY9" fmla="*/ 50555 h 92050"/>
                <a:gd name="connsiteX10" fmla="*/ 69501 w 80650"/>
                <a:gd name="connsiteY10" fmla="*/ 53108 h 92050"/>
                <a:gd name="connsiteX11" fmla="*/ 62472 w 80650"/>
                <a:gd name="connsiteY11" fmla="*/ 68430 h 92050"/>
                <a:gd name="connsiteX12" fmla="*/ 51609 w 80650"/>
                <a:gd name="connsiteY12" fmla="*/ 78644 h 92050"/>
                <a:gd name="connsiteX13" fmla="*/ 44580 w 80650"/>
                <a:gd name="connsiteY13" fmla="*/ 76729 h 92050"/>
                <a:gd name="connsiteX14" fmla="*/ 38829 w 80650"/>
                <a:gd name="connsiteY14" fmla="*/ 68430 h 92050"/>
                <a:gd name="connsiteX15" fmla="*/ 26050 w 80650"/>
                <a:gd name="connsiteY15" fmla="*/ 51831 h 92050"/>
                <a:gd name="connsiteX16" fmla="*/ 17743 w 80650"/>
                <a:gd name="connsiteY16" fmla="*/ 51193 h 92050"/>
                <a:gd name="connsiteX17" fmla="*/ 3685 w 80650"/>
                <a:gd name="connsiteY17" fmla="*/ 60131 h 92050"/>
                <a:gd name="connsiteX18" fmla="*/ 490 w 80650"/>
                <a:gd name="connsiteY18" fmla="*/ 68430 h 92050"/>
                <a:gd name="connsiteX19" fmla="*/ 8797 w 80650"/>
                <a:gd name="connsiteY19" fmla="*/ 71622 h 92050"/>
                <a:gd name="connsiteX20" fmla="*/ 20299 w 80650"/>
                <a:gd name="connsiteY20" fmla="*/ 65238 h 92050"/>
                <a:gd name="connsiteX21" fmla="*/ 27328 w 80650"/>
                <a:gd name="connsiteY21" fmla="*/ 75452 h 92050"/>
                <a:gd name="connsiteX22" fmla="*/ 35634 w 80650"/>
                <a:gd name="connsiteY22" fmla="*/ 86943 h 92050"/>
                <a:gd name="connsiteX23" fmla="*/ 48414 w 80650"/>
                <a:gd name="connsiteY23" fmla="*/ 92050 h 92050"/>
                <a:gd name="connsiteX24" fmla="*/ 55443 w 80650"/>
                <a:gd name="connsiteY24" fmla="*/ 90774 h 92050"/>
                <a:gd name="connsiteX25" fmla="*/ 70779 w 80650"/>
                <a:gd name="connsiteY25" fmla="*/ 77367 h 92050"/>
                <a:gd name="connsiteX26" fmla="*/ 80364 w 80650"/>
                <a:gd name="connsiteY26" fmla="*/ 51831 h 92050"/>
                <a:gd name="connsiteX27" fmla="*/ 74613 w 80650"/>
                <a:gd name="connsiteY27" fmla="*/ 39063 h 9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0650" h="92050">
                  <a:moveTo>
                    <a:pt x="74613" y="39063"/>
                  </a:moveTo>
                  <a:cubicBezTo>
                    <a:pt x="68862" y="35233"/>
                    <a:pt x="63750" y="34595"/>
                    <a:pt x="59916" y="34595"/>
                  </a:cubicBezTo>
                  <a:cubicBezTo>
                    <a:pt x="56082" y="33956"/>
                    <a:pt x="54165" y="33956"/>
                    <a:pt x="51609" y="30764"/>
                  </a:cubicBezTo>
                  <a:cubicBezTo>
                    <a:pt x="55443" y="23742"/>
                    <a:pt x="57999" y="16081"/>
                    <a:pt x="59916" y="7782"/>
                  </a:cubicBezTo>
                  <a:cubicBezTo>
                    <a:pt x="60555" y="4590"/>
                    <a:pt x="58638" y="760"/>
                    <a:pt x="54804" y="121"/>
                  </a:cubicBezTo>
                  <a:cubicBezTo>
                    <a:pt x="51609" y="-517"/>
                    <a:pt x="47775" y="1398"/>
                    <a:pt x="47136" y="5228"/>
                  </a:cubicBezTo>
                  <a:cubicBezTo>
                    <a:pt x="45219" y="13528"/>
                    <a:pt x="42663" y="21188"/>
                    <a:pt x="38190" y="28211"/>
                  </a:cubicBezTo>
                  <a:cubicBezTo>
                    <a:pt x="36912" y="30126"/>
                    <a:pt x="36912" y="32679"/>
                    <a:pt x="38190" y="34595"/>
                  </a:cubicBezTo>
                  <a:cubicBezTo>
                    <a:pt x="45219" y="45447"/>
                    <a:pt x="52248" y="46724"/>
                    <a:pt x="57999" y="47363"/>
                  </a:cubicBezTo>
                  <a:cubicBezTo>
                    <a:pt x="61194" y="48001"/>
                    <a:pt x="63750" y="48001"/>
                    <a:pt x="67584" y="50555"/>
                  </a:cubicBezTo>
                  <a:cubicBezTo>
                    <a:pt x="68862" y="51831"/>
                    <a:pt x="69501" y="52470"/>
                    <a:pt x="69501" y="53108"/>
                  </a:cubicBezTo>
                  <a:cubicBezTo>
                    <a:pt x="70140" y="56300"/>
                    <a:pt x="67584" y="62046"/>
                    <a:pt x="62472" y="68430"/>
                  </a:cubicBezTo>
                  <a:cubicBezTo>
                    <a:pt x="59277" y="72260"/>
                    <a:pt x="55443" y="76729"/>
                    <a:pt x="51609" y="78644"/>
                  </a:cubicBezTo>
                  <a:cubicBezTo>
                    <a:pt x="50331" y="79282"/>
                    <a:pt x="48414" y="79921"/>
                    <a:pt x="44580" y="76729"/>
                  </a:cubicBezTo>
                  <a:cubicBezTo>
                    <a:pt x="43302" y="75452"/>
                    <a:pt x="40746" y="72260"/>
                    <a:pt x="38829" y="68430"/>
                  </a:cubicBezTo>
                  <a:cubicBezTo>
                    <a:pt x="35634" y="63323"/>
                    <a:pt x="31800" y="56939"/>
                    <a:pt x="26050" y="51831"/>
                  </a:cubicBezTo>
                  <a:cubicBezTo>
                    <a:pt x="23494" y="49916"/>
                    <a:pt x="20299" y="49278"/>
                    <a:pt x="17743" y="51193"/>
                  </a:cubicBezTo>
                  <a:cubicBezTo>
                    <a:pt x="13270" y="54385"/>
                    <a:pt x="8797" y="57577"/>
                    <a:pt x="3685" y="60131"/>
                  </a:cubicBezTo>
                  <a:cubicBezTo>
                    <a:pt x="490" y="61407"/>
                    <a:pt x="-788" y="65238"/>
                    <a:pt x="490" y="68430"/>
                  </a:cubicBezTo>
                  <a:cubicBezTo>
                    <a:pt x="1768" y="71622"/>
                    <a:pt x="5602" y="72898"/>
                    <a:pt x="8797" y="71622"/>
                  </a:cubicBezTo>
                  <a:cubicBezTo>
                    <a:pt x="12631" y="69706"/>
                    <a:pt x="16465" y="67791"/>
                    <a:pt x="20299" y="65238"/>
                  </a:cubicBezTo>
                  <a:cubicBezTo>
                    <a:pt x="22855" y="68430"/>
                    <a:pt x="25410" y="72260"/>
                    <a:pt x="27328" y="75452"/>
                  </a:cubicBezTo>
                  <a:cubicBezTo>
                    <a:pt x="30523" y="79921"/>
                    <a:pt x="32439" y="84390"/>
                    <a:pt x="35634" y="86943"/>
                  </a:cubicBezTo>
                  <a:cubicBezTo>
                    <a:pt x="40107" y="90135"/>
                    <a:pt x="44580" y="92050"/>
                    <a:pt x="48414" y="92050"/>
                  </a:cubicBezTo>
                  <a:cubicBezTo>
                    <a:pt x="50970" y="92050"/>
                    <a:pt x="52887" y="91412"/>
                    <a:pt x="55443" y="90774"/>
                  </a:cubicBezTo>
                  <a:cubicBezTo>
                    <a:pt x="61194" y="88220"/>
                    <a:pt x="66306" y="82474"/>
                    <a:pt x="70779" y="77367"/>
                  </a:cubicBezTo>
                  <a:cubicBezTo>
                    <a:pt x="78447" y="68430"/>
                    <a:pt x="81642" y="59492"/>
                    <a:pt x="80364" y="51831"/>
                  </a:cubicBezTo>
                  <a:cubicBezTo>
                    <a:pt x="81642" y="45447"/>
                    <a:pt x="78447" y="41617"/>
                    <a:pt x="74613" y="39063"/>
                  </a:cubicBezTo>
                  <a:close/>
                </a:path>
              </a:pathLst>
            </a:custGeom>
            <a:solidFill>
              <a:srgbClr val="012169"/>
            </a:solidFill>
            <a:ln w="6390" cap="flat">
              <a:noFill/>
              <a:prstDash val="solid"/>
              <a:miter/>
            </a:ln>
          </p:spPr>
          <p:txBody>
            <a:bodyPr rtlCol="0" anchor="ctr"/>
            <a:lstStyle/>
            <a:p>
              <a:endParaRPr lang="en-US"/>
            </a:p>
          </p:txBody>
        </p:sp>
        <p:sp>
          <p:nvSpPr>
            <p:cNvPr id="526" name="Graphic 4">
              <a:extLst>
                <a:ext uri="{FF2B5EF4-FFF2-40B4-BE49-F238E27FC236}">
                  <a16:creationId xmlns:a16="http://schemas.microsoft.com/office/drawing/2014/main" id="{90DC0834-867C-304B-9E19-2D0EFF556F74}"/>
                </a:ext>
              </a:extLst>
            </p:cNvPr>
            <p:cNvSpPr/>
            <p:nvPr/>
          </p:nvSpPr>
          <p:spPr>
            <a:xfrm>
              <a:off x="1678537" y="3576370"/>
              <a:ext cx="58748" cy="73514"/>
            </a:xfrm>
            <a:custGeom>
              <a:avLst/>
              <a:gdLst>
                <a:gd name="connsiteX0" fmla="*/ 51219 w 58748"/>
                <a:gd name="connsiteY0" fmla="*/ 37764 h 73514"/>
                <a:gd name="connsiteX1" fmla="*/ 45468 w 58748"/>
                <a:gd name="connsiteY1" fmla="*/ 7121 h 73514"/>
                <a:gd name="connsiteX2" fmla="*/ 40356 w 58748"/>
                <a:gd name="connsiteY2" fmla="*/ 98 h 73514"/>
                <a:gd name="connsiteX3" fmla="*/ 33327 w 58748"/>
                <a:gd name="connsiteY3" fmla="*/ 5206 h 73514"/>
                <a:gd name="connsiteX4" fmla="*/ 40995 w 58748"/>
                <a:gd name="connsiteY4" fmla="*/ 44786 h 73514"/>
                <a:gd name="connsiteX5" fmla="*/ 45468 w 58748"/>
                <a:gd name="connsiteY5" fmla="*/ 53086 h 73514"/>
                <a:gd name="connsiteX6" fmla="*/ 44829 w 58748"/>
                <a:gd name="connsiteY6" fmla="*/ 55639 h 73514"/>
                <a:gd name="connsiteX7" fmla="*/ 29493 w 58748"/>
                <a:gd name="connsiteY7" fmla="*/ 60746 h 73514"/>
                <a:gd name="connsiteX8" fmla="*/ 15435 w 58748"/>
                <a:gd name="connsiteY8" fmla="*/ 60108 h 73514"/>
                <a:gd name="connsiteX9" fmla="*/ 12879 w 58748"/>
                <a:gd name="connsiteY9" fmla="*/ 55001 h 73514"/>
                <a:gd name="connsiteX10" fmla="*/ 16074 w 58748"/>
                <a:gd name="connsiteY10" fmla="*/ 45425 h 73514"/>
                <a:gd name="connsiteX11" fmla="*/ 15435 w 58748"/>
                <a:gd name="connsiteY11" fmla="*/ 7121 h 73514"/>
                <a:gd name="connsiteX12" fmla="*/ 6489 w 58748"/>
                <a:gd name="connsiteY12" fmla="*/ 5206 h 73514"/>
                <a:gd name="connsiteX13" fmla="*/ 4572 w 58748"/>
                <a:gd name="connsiteY13" fmla="*/ 14143 h 73514"/>
                <a:gd name="connsiteX14" fmla="*/ 4572 w 58748"/>
                <a:gd name="connsiteY14" fmla="*/ 40318 h 73514"/>
                <a:gd name="connsiteX15" fmla="*/ 99 w 58748"/>
                <a:gd name="connsiteY15" fmla="*/ 56278 h 73514"/>
                <a:gd name="connsiteX16" fmla="*/ 10962 w 58748"/>
                <a:gd name="connsiteY16" fmla="*/ 72238 h 73514"/>
                <a:gd name="connsiteX17" fmla="*/ 21825 w 58748"/>
                <a:gd name="connsiteY17" fmla="*/ 73514 h 73514"/>
                <a:gd name="connsiteX18" fmla="*/ 30771 w 58748"/>
                <a:gd name="connsiteY18" fmla="*/ 72876 h 73514"/>
                <a:gd name="connsiteX19" fmla="*/ 55692 w 58748"/>
                <a:gd name="connsiteY19" fmla="*/ 62662 h 73514"/>
                <a:gd name="connsiteX20" fmla="*/ 58248 w 58748"/>
                <a:gd name="connsiteY20" fmla="*/ 49894 h 73514"/>
                <a:gd name="connsiteX21" fmla="*/ 51219 w 58748"/>
                <a:gd name="connsiteY21" fmla="*/ 37764 h 7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8748" h="73514">
                  <a:moveTo>
                    <a:pt x="51219" y="37764"/>
                  </a:moveTo>
                  <a:cubicBezTo>
                    <a:pt x="47385" y="31380"/>
                    <a:pt x="42912" y="24358"/>
                    <a:pt x="45468" y="7121"/>
                  </a:cubicBezTo>
                  <a:cubicBezTo>
                    <a:pt x="46107" y="3929"/>
                    <a:pt x="43551" y="98"/>
                    <a:pt x="40356" y="98"/>
                  </a:cubicBezTo>
                  <a:cubicBezTo>
                    <a:pt x="37161" y="-540"/>
                    <a:pt x="33327" y="2014"/>
                    <a:pt x="33327" y="5206"/>
                  </a:cubicBezTo>
                  <a:cubicBezTo>
                    <a:pt x="30132" y="27550"/>
                    <a:pt x="35883" y="37126"/>
                    <a:pt x="40995" y="44786"/>
                  </a:cubicBezTo>
                  <a:cubicBezTo>
                    <a:pt x="42912" y="47978"/>
                    <a:pt x="44829" y="50532"/>
                    <a:pt x="45468" y="53086"/>
                  </a:cubicBezTo>
                  <a:cubicBezTo>
                    <a:pt x="46107" y="54362"/>
                    <a:pt x="45468" y="55001"/>
                    <a:pt x="44829" y="55639"/>
                  </a:cubicBezTo>
                  <a:cubicBezTo>
                    <a:pt x="43551" y="57554"/>
                    <a:pt x="38439" y="59470"/>
                    <a:pt x="29493" y="60746"/>
                  </a:cubicBezTo>
                  <a:cubicBezTo>
                    <a:pt x="24381" y="61385"/>
                    <a:pt x="18630" y="61385"/>
                    <a:pt x="15435" y="60108"/>
                  </a:cubicBezTo>
                  <a:cubicBezTo>
                    <a:pt x="14157" y="59470"/>
                    <a:pt x="12879" y="59470"/>
                    <a:pt x="12879" y="55001"/>
                  </a:cubicBezTo>
                  <a:cubicBezTo>
                    <a:pt x="12879" y="52447"/>
                    <a:pt x="14157" y="49255"/>
                    <a:pt x="16074" y="45425"/>
                  </a:cubicBezTo>
                  <a:cubicBezTo>
                    <a:pt x="20547" y="36487"/>
                    <a:pt x="26298" y="24358"/>
                    <a:pt x="15435" y="7121"/>
                  </a:cubicBezTo>
                  <a:cubicBezTo>
                    <a:pt x="13518" y="3929"/>
                    <a:pt x="9684" y="3290"/>
                    <a:pt x="6489" y="5206"/>
                  </a:cubicBezTo>
                  <a:cubicBezTo>
                    <a:pt x="3294" y="7121"/>
                    <a:pt x="2655" y="10951"/>
                    <a:pt x="4572" y="14143"/>
                  </a:cubicBezTo>
                  <a:cubicBezTo>
                    <a:pt x="11601" y="25634"/>
                    <a:pt x="8406" y="32657"/>
                    <a:pt x="4572" y="40318"/>
                  </a:cubicBezTo>
                  <a:cubicBezTo>
                    <a:pt x="2016" y="45425"/>
                    <a:pt x="-540" y="50532"/>
                    <a:pt x="99" y="56278"/>
                  </a:cubicBezTo>
                  <a:cubicBezTo>
                    <a:pt x="738" y="64577"/>
                    <a:pt x="4572" y="70322"/>
                    <a:pt x="10962" y="72238"/>
                  </a:cubicBezTo>
                  <a:cubicBezTo>
                    <a:pt x="14157" y="73514"/>
                    <a:pt x="17991" y="73514"/>
                    <a:pt x="21825" y="73514"/>
                  </a:cubicBezTo>
                  <a:cubicBezTo>
                    <a:pt x="24381" y="73514"/>
                    <a:pt x="27576" y="73514"/>
                    <a:pt x="30771" y="72876"/>
                  </a:cubicBezTo>
                  <a:cubicBezTo>
                    <a:pt x="42912" y="71599"/>
                    <a:pt x="51219" y="68407"/>
                    <a:pt x="55692" y="62662"/>
                  </a:cubicBezTo>
                  <a:cubicBezTo>
                    <a:pt x="58248" y="58831"/>
                    <a:pt x="59526" y="54362"/>
                    <a:pt x="58248" y="49894"/>
                  </a:cubicBezTo>
                  <a:cubicBezTo>
                    <a:pt x="56331" y="44786"/>
                    <a:pt x="53775" y="40956"/>
                    <a:pt x="51219" y="37764"/>
                  </a:cubicBezTo>
                  <a:close/>
                </a:path>
              </a:pathLst>
            </a:custGeom>
            <a:solidFill>
              <a:srgbClr val="012169"/>
            </a:solidFill>
            <a:ln w="6390" cap="flat">
              <a:noFill/>
              <a:prstDash val="solid"/>
              <a:miter/>
            </a:ln>
          </p:spPr>
          <p:txBody>
            <a:bodyPr rtlCol="0" anchor="ctr"/>
            <a:lstStyle/>
            <a:p>
              <a:endParaRPr lang="en-US"/>
            </a:p>
          </p:txBody>
        </p:sp>
        <p:sp>
          <p:nvSpPr>
            <p:cNvPr id="527" name="Graphic 4">
              <a:extLst>
                <a:ext uri="{FF2B5EF4-FFF2-40B4-BE49-F238E27FC236}">
                  <a16:creationId xmlns:a16="http://schemas.microsoft.com/office/drawing/2014/main" id="{5B0D474D-00DF-7247-805A-EE325C3DBE91}"/>
                </a:ext>
              </a:extLst>
            </p:cNvPr>
            <p:cNvSpPr/>
            <p:nvPr/>
          </p:nvSpPr>
          <p:spPr>
            <a:xfrm>
              <a:off x="1567087" y="3502954"/>
              <a:ext cx="69814" cy="58831"/>
            </a:xfrm>
            <a:custGeom>
              <a:avLst/>
              <a:gdLst>
                <a:gd name="connsiteX0" fmla="*/ 62346 w 69814"/>
                <a:gd name="connsiteY0" fmla="*/ 45426 h 58831"/>
                <a:gd name="connsiteX1" fmla="*/ 69375 w 69814"/>
                <a:gd name="connsiteY1" fmla="*/ 39680 h 58831"/>
                <a:gd name="connsiteX2" fmla="*/ 63624 w 69814"/>
                <a:gd name="connsiteY2" fmla="*/ 32658 h 58831"/>
                <a:gd name="connsiteX3" fmla="*/ 29119 w 69814"/>
                <a:gd name="connsiteY3" fmla="*/ 40957 h 58831"/>
                <a:gd name="connsiteX4" fmla="*/ 20812 w 69814"/>
                <a:gd name="connsiteY4" fmla="*/ 45426 h 58831"/>
                <a:gd name="connsiteX5" fmla="*/ 18256 w 69814"/>
                <a:gd name="connsiteY5" fmla="*/ 44787 h 58831"/>
                <a:gd name="connsiteX6" fmla="*/ 13144 w 69814"/>
                <a:gd name="connsiteY6" fmla="*/ 29466 h 58831"/>
                <a:gd name="connsiteX7" fmla="*/ 18895 w 69814"/>
                <a:gd name="connsiteY7" fmla="*/ 12867 h 58831"/>
                <a:gd name="connsiteX8" fmla="*/ 28480 w 69814"/>
                <a:gd name="connsiteY8" fmla="*/ 16059 h 58831"/>
                <a:gd name="connsiteX9" fmla="*/ 66819 w 69814"/>
                <a:gd name="connsiteY9" fmla="*/ 15421 h 58831"/>
                <a:gd name="connsiteX10" fmla="*/ 68736 w 69814"/>
                <a:gd name="connsiteY10" fmla="*/ 6483 h 58831"/>
                <a:gd name="connsiteX11" fmla="*/ 59790 w 69814"/>
                <a:gd name="connsiteY11" fmla="*/ 4568 h 58831"/>
                <a:gd name="connsiteX12" fmla="*/ 33592 w 69814"/>
                <a:gd name="connsiteY12" fmla="*/ 4568 h 58831"/>
                <a:gd name="connsiteX13" fmla="*/ 17617 w 69814"/>
                <a:gd name="connsiteY13" fmla="*/ 99 h 58831"/>
                <a:gd name="connsiteX14" fmla="*/ 364 w 69814"/>
                <a:gd name="connsiteY14" fmla="*/ 30743 h 58831"/>
                <a:gd name="connsiteX15" fmla="*/ 10588 w 69814"/>
                <a:gd name="connsiteY15" fmla="*/ 55640 h 58831"/>
                <a:gd name="connsiteX16" fmla="*/ 19534 w 69814"/>
                <a:gd name="connsiteY16" fmla="*/ 58832 h 58831"/>
                <a:gd name="connsiteX17" fmla="*/ 23368 w 69814"/>
                <a:gd name="connsiteY17" fmla="*/ 58194 h 58831"/>
                <a:gd name="connsiteX18" fmla="*/ 36147 w 69814"/>
                <a:gd name="connsiteY18" fmla="*/ 52448 h 58831"/>
                <a:gd name="connsiteX19" fmla="*/ 62346 w 69814"/>
                <a:gd name="connsiteY19" fmla="*/ 45426 h 58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814" h="58831">
                  <a:moveTo>
                    <a:pt x="62346" y="45426"/>
                  </a:moveTo>
                  <a:cubicBezTo>
                    <a:pt x="66180" y="45426"/>
                    <a:pt x="68736" y="43511"/>
                    <a:pt x="69375" y="39680"/>
                  </a:cubicBezTo>
                  <a:cubicBezTo>
                    <a:pt x="70014" y="36488"/>
                    <a:pt x="67458" y="33296"/>
                    <a:pt x="63624" y="32658"/>
                  </a:cubicBezTo>
                  <a:cubicBezTo>
                    <a:pt x="44454" y="30743"/>
                    <a:pt x="36147" y="36488"/>
                    <a:pt x="29119" y="40957"/>
                  </a:cubicBezTo>
                  <a:cubicBezTo>
                    <a:pt x="25924" y="42872"/>
                    <a:pt x="23368" y="44787"/>
                    <a:pt x="20812" y="45426"/>
                  </a:cubicBezTo>
                  <a:cubicBezTo>
                    <a:pt x="19534" y="46064"/>
                    <a:pt x="18895" y="45426"/>
                    <a:pt x="18256" y="44787"/>
                  </a:cubicBezTo>
                  <a:cubicBezTo>
                    <a:pt x="16339" y="43511"/>
                    <a:pt x="14422" y="38403"/>
                    <a:pt x="13144" y="29466"/>
                  </a:cubicBezTo>
                  <a:cubicBezTo>
                    <a:pt x="11866" y="12867"/>
                    <a:pt x="13783" y="12867"/>
                    <a:pt x="18895" y="12867"/>
                  </a:cubicBezTo>
                  <a:cubicBezTo>
                    <a:pt x="21451" y="12867"/>
                    <a:pt x="24646" y="14144"/>
                    <a:pt x="28480" y="16059"/>
                  </a:cubicBezTo>
                  <a:cubicBezTo>
                    <a:pt x="37426" y="20528"/>
                    <a:pt x="49566" y="26274"/>
                    <a:pt x="66819" y="15421"/>
                  </a:cubicBezTo>
                  <a:cubicBezTo>
                    <a:pt x="70014" y="13506"/>
                    <a:pt x="70653" y="9675"/>
                    <a:pt x="68736" y="6483"/>
                  </a:cubicBezTo>
                  <a:cubicBezTo>
                    <a:pt x="66819" y="3291"/>
                    <a:pt x="62985" y="2653"/>
                    <a:pt x="59790" y="4568"/>
                  </a:cubicBezTo>
                  <a:cubicBezTo>
                    <a:pt x="48288" y="11591"/>
                    <a:pt x="41259" y="8399"/>
                    <a:pt x="33592" y="4568"/>
                  </a:cubicBezTo>
                  <a:cubicBezTo>
                    <a:pt x="28480" y="2015"/>
                    <a:pt x="23368" y="-539"/>
                    <a:pt x="17617" y="99"/>
                  </a:cubicBezTo>
                  <a:cubicBezTo>
                    <a:pt x="-2192" y="1376"/>
                    <a:pt x="-275" y="19251"/>
                    <a:pt x="364" y="30743"/>
                  </a:cubicBezTo>
                  <a:cubicBezTo>
                    <a:pt x="1642" y="42872"/>
                    <a:pt x="4837" y="51171"/>
                    <a:pt x="10588" y="55640"/>
                  </a:cubicBezTo>
                  <a:cubicBezTo>
                    <a:pt x="13144" y="57555"/>
                    <a:pt x="16339" y="58832"/>
                    <a:pt x="19534" y="58832"/>
                  </a:cubicBezTo>
                  <a:cubicBezTo>
                    <a:pt x="20812" y="58832"/>
                    <a:pt x="22090" y="58832"/>
                    <a:pt x="23368" y="58194"/>
                  </a:cubicBezTo>
                  <a:cubicBezTo>
                    <a:pt x="28480" y="56917"/>
                    <a:pt x="32314" y="54363"/>
                    <a:pt x="36147" y="52448"/>
                  </a:cubicBezTo>
                  <a:cubicBezTo>
                    <a:pt x="41898" y="47979"/>
                    <a:pt x="47649" y="44149"/>
                    <a:pt x="62346" y="45426"/>
                  </a:cubicBezTo>
                  <a:close/>
                </a:path>
              </a:pathLst>
            </a:custGeom>
            <a:solidFill>
              <a:srgbClr val="012169"/>
            </a:solidFill>
            <a:ln w="6390" cap="flat">
              <a:noFill/>
              <a:prstDash val="solid"/>
              <a:miter/>
            </a:ln>
          </p:spPr>
          <p:txBody>
            <a:bodyPr rtlCol="0" anchor="ctr"/>
            <a:lstStyle/>
            <a:p>
              <a:endParaRPr lang="en-US"/>
            </a:p>
          </p:txBody>
        </p:sp>
        <p:sp>
          <p:nvSpPr>
            <p:cNvPr id="528" name="Graphic 4">
              <a:extLst>
                <a:ext uri="{FF2B5EF4-FFF2-40B4-BE49-F238E27FC236}">
                  <a16:creationId xmlns:a16="http://schemas.microsoft.com/office/drawing/2014/main" id="{E680F169-661E-B540-8B80-816B187651A9}"/>
                </a:ext>
              </a:extLst>
            </p:cNvPr>
            <p:cNvSpPr/>
            <p:nvPr/>
          </p:nvSpPr>
          <p:spPr>
            <a:xfrm>
              <a:off x="1654492" y="3390970"/>
              <a:ext cx="58749" cy="74417"/>
            </a:xfrm>
            <a:custGeom>
              <a:avLst/>
              <a:gdLst>
                <a:gd name="connsiteX0" fmla="*/ 6891 w 58749"/>
                <a:gd name="connsiteY0" fmla="*/ 36752 h 74417"/>
                <a:gd name="connsiteX1" fmla="*/ 12642 w 58749"/>
                <a:gd name="connsiteY1" fmla="*/ 67395 h 74417"/>
                <a:gd name="connsiteX2" fmla="*/ 17754 w 58749"/>
                <a:gd name="connsiteY2" fmla="*/ 74418 h 74417"/>
                <a:gd name="connsiteX3" fmla="*/ 19032 w 58749"/>
                <a:gd name="connsiteY3" fmla="*/ 74418 h 74417"/>
                <a:gd name="connsiteX4" fmla="*/ 25422 w 58749"/>
                <a:gd name="connsiteY4" fmla="*/ 68672 h 74417"/>
                <a:gd name="connsiteX5" fmla="*/ 17754 w 58749"/>
                <a:gd name="connsiteY5" fmla="*/ 29091 h 74417"/>
                <a:gd name="connsiteX6" fmla="*/ 13281 w 58749"/>
                <a:gd name="connsiteY6" fmla="*/ 20792 h 74417"/>
                <a:gd name="connsiteX7" fmla="*/ 13920 w 58749"/>
                <a:gd name="connsiteY7" fmla="*/ 18239 h 74417"/>
                <a:gd name="connsiteX8" fmla="*/ 29256 w 58749"/>
                <a:gd name="connsiteY8" fmla="*/ 13131 h 74417"/>
                <a:gd name="connsiteX9" fmla="*/ 45870 w 58749"/>
                <a:gd name="connsiteY9" fmla="*/ 18877 h 74417"/>
                <a:gd name="connsiteX10" fmla="*/ 42675 w 58749"/>
                <a:gd name="connsiteY10" fmla="*/ 28453 h 74417"/>
                <a:gd name="connsiteX11" fmla="*/ 43314 w 58749"/>
                <a:gd name="connsiteY11" fmla="*/ 66757 h 74417"/>
                <a:gd name="connsiteX12" fmla="*/ 52260 w 58749"/>
                <a:gd name="connsiteY12" fmla="*/ 68672 h 74417"/>
                <a:gd name="connsiteX13" fmla="*/ 54177 w 58749"/>
                <a:gd name="connsiteY13" fmla="*/ 59735 h 74417"/>
                <a:gd name="connsiteX14" fmla="*/ 54177 w 58749"/>
                <a:gd name="connsiteY14" fmla="*/ 33560 h 74417"/>
                <a:gd name="connsiteX15" fmla="*/ 58650 w 58749"/>
                <a:gd name="connsiteY15" fmla="*/ 17600 h 74417"/>
                <a:gd name="connsiteX16" fmla="*/ 27978 w 58749"/>
                <a:gd name="connsiteY16" fmla="*/ 363 h 74417"/>
                <a:gd name="connsiteX17" fmla="*/ 3057 w 58749"/>
                <a:gd name="connsiteY17" fmla="*/ 10578 h 74417"/>
                <a:gd name="connsiteX18" fmla="*/ 501 w 58749"/>
                <a:gd name="connsiteY18" fmla="*/ 23346 h 74417"/>
                <a:gd name="connsiteX19" fmla="*/ 6891 w 58749"/>
                <a:gd name="connsiteY19" fmla="*/ 36752 h 74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749" h="74417">
                  <a:moveTo>
                    <a:pt x="6891" y="36752"/>
                  </a:moveTo>
                  <a:cubicBezTo>
                    <a:pt x="10725" y="43136"/>
                    <a:pt x="15198" y="50159"/>
                    <a:pt x="12642" y="67395"/>
                  </a:cubicBezTo>
                  <a:cubicBezTo>
                    <a:pt x="12003" y="70587"/>
                    <a:pt x="14559" y="74418"/>
                    <a:pt x="17754" y="74418"/>
                  </a:cubicBezTo>
                  <a:cubicBezTo>
                    <a:pt x="18393" y="74418"/>
                    <a:pt x="18393" y="74418"/>
                    <a:pt x="19032" y="74418"/>
                  </a:cubicBezTo>
                  <a:cubicBezTo>
                    <a:pt x="22227" y="74418"/>
                    <a:pt x="24783" y="71864"/>
                    <a:pt x="25422" y="68672"/>
                  </a:cubicBezTo>
                  <a:cubicBezTo>
                    <a:pt x="28617" y="46328"/>
                    <a:pt x="22866" y="36752"/>
                    <a:pt x="17754" y="29091"/>
                  </a:cubicBezTo>
                  <a:cubicBezTo>
                    <a:pt x="15837" y="25899"/>
                    <a:pt x="13920" y="23346"/>
                    <a:pt x="13281" y="20792"/>
                  </a:cubicBezTo>
                  <a:cubicBezTo>
                    <a:pt x="12642" y="19515"/>
                    <a:pt x="13281" y="18877"/>
                    <a:pt x="13920" y="18239"/>
                  </a:cubicBezTo>
                  <a:cubicBezTo>
                    <a:pt x="15198" y="16323"/>
                    <a:pt x="20310" y="14408"/>
                    <a:pt x="29256" y="13131"/>
                  </a:cubicBezTo>
                  <a:cubicBezTo>
                    <a:pt x="45870" y="11855"/>
                    <a:pt x="45870" y="13770"/>
                    <a:pt x="45870" y="18877"/>
                  </a:cubicBezTo>
                  <a:cubicBezTo>
                    <a:pt x="45870" y="21431"/>
                    <a:pt x="44592" y="24623"/>
                    <a:pt x="42675" y="28453"/>
                  </a:cubicBezTo>
                  <a:cubicBezTo>
                    <a:pt x="38202" y="37391"/>
                    <a:pt x="32451" y="49520"/>
                    <a:pt x="43314" y="66757"/>
                  </a:cubicBezTo>
                  <a:cubicBezTo>
                    <a:pt x="45231" y="69949"/>
                    <a:pt x="49065" y="70587"/>
                    <a:pt x="52260" y="68672"/>
                  </a:cubicBezTo>
                  <a:cubicBezTo>
                    <a:pt x="55455" y="66757"/>
                    <a:pt x="56094" y="62927"/>
                    <a:pt x="54177" y="59735"/>
                  </a:cubicBezTo>
                  <a:cubicBezTo>
                    <a:pt x="47148" y="48243"/>
                    <a:pt x="50343" y="41221"/>
                    <a:pt x="54177" y="33560"/>
                  </a:cubicBezTo>
                  <a:cubicBezTo>
                    <a:pt x="56733" y="28453"/>
                    <a:pt x="59289" y="23346"/>
                    <a:pt x="58650" y="17600"/>
                  </a:cubicBezTo>
                  <a:cubicBezTo>
                    <a:pt x="57372" y="-2190"/>
                    <a:pt x="39480" y="-275"/>
                    <a:pt x="27978" y="363"/>
                  </a:cubicBezTo>
                  <a:cubicBezTo>
                    <a:pt x="15837" y="1640"/>
                    <a:pt x="7530" y="4832"/>
                    <a:pt x="3057" y="10578"/>
                  </a:cubicBezTo>
                  <a:cubicBezTo>
                    <a:pt x="501" y="14408"/>
                    <a:pt x="-777" y="18877"/>
                    <a:pt x="501" y="23346"/>
                  </a:cubicBezTo>
                  <a:cubicBezTo>
                    <a:pt x="2418" y="29091"/>
                    <a:pt x="4974" y="32922"/>
                    <a:pt x="6891" y="36752"/>
                  </a:cubicBezTo>
                  <a:close/>
                </a:path>
              </a:pathLst>
            </a:custGeom>
            <a:solidFill>
              <a:srgbClr val="012169"/>
            </a:solidFill>
            <a:ln w="6390" cap="flat">
              <a:noFill/>
              <a:prstDash val="solid"/>
              <a:miter/>
            </a:ln>
          </p:spPr>
          <p:txBody>
            <a:bodyPr rtlCol="0" anchor="ctr"/>
            <a:lstStyle/>
            <a:p>
              <a:endParaRPr lang="en-US"/>
            </a:p>
          </p:txBody>
        </p:sp>
        <p:sp>
          <p:nvSpPr>
            <p:cNvPr id="529" name="Graphic 4">
              <a:extLst>
                <a:ext uri="{FF2B5EF4-FFF2-40B4-BE49-F238E27FC236}">
                  <a16:creationId xmlns:a16="http://schemas.microsoft.com/office/drawing/2014/main" id="{A2A746D3-B33B-B845-8CCA-592D0FE0BBDD}"/>
                </a:ext>
              </a:extLst>
            </p:cNvPr>
            <p:cNvSpPr/>
            <p:nvPr/>
          </p:nvSpPr>
          <p:spPr>
            <a:xfrm>
              <a:off x="1750744" y="3480208"/>
              <a:ext cx="74154" cy="57318"/>
            </a:xfrm>
            <a:custGeom>
              <a:avLst/>
              <a:gdLst>
                <a:gd name="connsiteX0" fmla="*/ 73583 w 74154"/>
                <a:gd name="connsiteY0" fmla="*/ 27952 h 57318"/>
                <a:gd name="connsiteX1" fmla="*/ 63359 w 74154"/>
                <a:gd name="connsiteY1" fmla="*/ 3055 h 57318"/>
                <a:gd name="connsiteX2" fmla="*/ 50579 w 74154"/>
                <a:gd name="connsiteY2" fmla="*/ 501 h 57318"/>
                <a:gd name="connsiteX3" fmla="*/ 37799 w 74154"/>
                <a:gd name="connsiteY3" fmla="*/ 6246 h 57318"/>
                <a:gd name="connsiteX4" fmla="*/ 7128 w 74154"/>
                <a:gd name="connsiteY4" fmla="*/ 11992 h 57318"/>
                <a:gd name="connsiteX5" fmla="*/ 99 w 74154"/>
                <a:gd name="connsiteY5" fmla="*/ 17099 h 57318"/>
                <a:gd name="connsiteX6" fmla="*/ 5210 w 74154"/>
                <a:gd name="connsiteY6" fmla="*/ 24122 h 57318"/>
                <a:gd name="connsiteX7" fmla="*/ 44828 w 74154"/>
                <a:gd name="connsiteY7" fmla="*/ 16461 h 57318"/>
                <a:gd name="connsiteX8" fmla="*/ 53135 w 74154"/>
                <a:gd name="connsiteY8" fmla="*/ 11992 h 57318"/>
                <a:gd name="connsiteX9" fmla="*/ 55691 w 74154"/>
                <a:gd name="connsiteY9" fmla="*/ 12630 h 57318"/>
                <a:gd name="connsiteX10" fmla="*/ 60803 w 74154"/>
                <a:gd name="connsiteY10" fmla="*/ 27952 h 57318"/>
                <a:gd name="connsiteX11" fmla="*/ 60164 w 74154"/>
                <a:gd name="connsiteY11" fmla="*/ 41997 h 57318"/>
                <a:gd name="connsiteX12" fmla="*/ 55052 w 74154"/>
                <a:gd name="connsiteY12" fmla="*/ 44550 h 57318"/>
                <a:gd name="connsiteX13" fmla="*/ 45467 w 74154"/>
                <a:gd name="connsiteY13" fmla="*/ 41358 h 57318"/>
                <a:gd name="connsiteX14" fmla="*/ 7128 w 74154"/>
                <a:gd name="connsiteY14" fmla="*/ 41997 h 57318"/>
                <a:gd name="connsiteX15" fmla="*/ 5210 w 74154"/>
                <a:gd name="connsiteY15" fmla="*/ 50934 h 57318"/>
                <a:gd name="connsiteX16" fmla="*/ 14157 w 74154"/>
                <a:gd name="connsiteY16" fmla="*/ 52849 h 57318"/>
                <a:gd name="connsiteX17" fmla="*/ 40355 w 74154"/>
                <a:gd name="connsiteY17" fmla="*/ 52849 h 57318"/>
                <a:gd name="connsiteX18" fmla="*/ 55052 w 74154"/>
                <a:gd name="connsiteY18" fmla="*/ 57318 h 57318"/>
                <a:gd name="connsiteX19" fmla="*/ 56330 w 74154"/>
                <a:gd name="connsiteY19" fmla="*/ 57318 h 57318"/>
                <a:gd name="connsiteX20" fmla="*/ 72305 w 74154"/>
                <a:gd name="connsiteY20" fmla="*/ 46466 h 57318"/>
                <a:gd name="connsiteX21" fmla="*/ 73583 w 74154"/>
                <a:gd name="connsiteY21" fmla="*/ 27952 h 57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4154" h="57318">
                  <a:moveTo>
                    <a:pt x="73583" y="27952"/>
                  </a:moveTo>
                  <a:cubicBezTo>
                    <a:pt x="72305" y="15822"/>
                    <a:pt x="69110" y="7523"/>
                    <a:pt x="63359" y="3055"/>
                  </a:cubicBezTo>
                  <a:cubicBezTo>
                    <a:pt x="59525" y="501"/>
                    <a:pt x="55052" y="-776"/>
                    <a:pt x="50579" y="501"/>
                  </a:cubicBezTo>
                  <a:cubicBezTo>
                    <a:pt x="45467" y="1778"/>
                    <a:pt x="41633" y="4331"/>
                    <a:pt x="37799" y="6246"/>
                  </a:cubicBezTo>
                  <a:cubicBezTo>
                    <a:pt x="31409" y="10077"/>
                    <a:pt x="24380" y="14546"/>
                    <a:pt x="7128" y="11992"/>
                  </a:cubicBezTo>
                  <a:cubicBezTo>
                    <a:pt x="3933" y="11354"/>
                    <a:pt x="99" y="13907"/>
                    <a:pt x="99" y="17099"/>
                  </a:cubicBezTo>
                  <a:cubicBezTo>
                    <a:pt x="-540" y="20291"/>
                    <a:pt x="2015" y="24122"/>
                    <a:pt x="5210" y="24122"/>
                  </a:cubicBezTo>
                  <a:cubicBezTo>
                    <a:pt x="27575" y="27314"/>
                    <a:pt x="37160" y="21568"/>
                    <a:pt x="44828" y="16461"/>
                  </a:cubicBezTo>
                  <a:cubicBezTo>
                    <a:pt x="48023" y="14546"/>
                    <a:pt x="50579" y="12630"/>
                    <a:pt x="53135" y="11992"/>
                  </a:cubicBezTo>
                  <a:cubicBezTo>
                    <a:pt x="54413" y="11354"/>
                    <a:pt x="55052" y="11992"/>
                    <a:pt x="55691" y="12630"/>
                  </a:cubicBezTo>
                  <a:cubicBezTo>
                    <a:pt x="57608" y="13907"/>
                    <a:pt x="59525" y="19014"/>
                    <a:pt x="60803" y="27952"/>
                  </a:cubicBezTo>
                  <a:cubicBezTo>
                    <a:pt x="61442" y="33059"/>
                    <a:pt x="61442" y="38805"/>
                    <a:pt x="60164" y="41997"/>
                  </a:cubicBezTo>
                  <a:cubicBezTo>
                    <a:pt x="59525" y="43274"/>
                    <a:pt x="59525" y="44550"/>
                    <a:pt x="55052" y="44550"/>
                  </a:cubicBezTo>
                  <a:cubicBezTo>
                    <a:pt x="52496" y="44550"/>
                    <a:pt x="49301" y="43274"/>
                    <a:pt x="45467" y="41358"/>
                  </a:cubicBezTo>
                  <a:cubicBezTo>
                    <a:pt x="36521" y="36890"/>
                    <a:pt x="24380" y="31144"/>
                    <a:pt x="7128" y="41997"/>
                  </a:cubicBezTo>
                  <a:cubicBezTo>
                    <a:pt x="3933" y="43912"/>
                    <a:pt x="3294" y="47742"/>
                    <a:pt x="5210" y="50934"/>
                  </a:cubicBezTo>
                  <a:cubicBezTo>
                    <a:pt x="7128" y="54126"/>
                    <a:pt x="10962" y="54765"/>
                    <a:pt x="14157" y="52849"/>
                  </a:cubicBezTo>
                  <a:cubicBezTo>
                    <a:pt x="25658" y="45827"/>
                    <a:pt x="32687" y="49019"/>
                    <a:pt x="40355" y="52849"/>
                  </a:cubicBezTo>
                  <a:cubicBezTo>
                    <a:pt x="44828" y="54765"/>
                    <a:pt x="49301" y="57318"/>
                    <a:pt x="55052" y="57318"/>
                  </a:cubicBezTo>
                  <a:cubicBezTo>
                    <a:pt x="55691" y="57318"/>
                    <a:pt x="56330" y="57318"/>
                    <a:pt x="56330" y="57318"/>
                  </a:cubicBezTo>
                  <a:cubicBezTo>
                    <a:pt x="64637" y="56680"/>
                    <a:pt x="70388" y="52849"/>
                    <a:pt x="72305" y="46466"/>
                  </a:cubicBezTo>
                  <a:cubicBezTo>
                    <a:pt x="74861" y="41997"/>
                    <a:pt x="74222" y="34974"/>
                    <a:pt x="73583" y="27952"/>
                  </a:cubicBezTo>
                  <a:close/>
                </a:path>
              </a:pathLst>
            </a:custGeom>
            <a:solidFill>
              <a:srgbClr val="012169"/>
            </a:solidFill>
            <a:ln w="6390" cap="flat">
              <a:noFill/>
              <a:prstDash val="solid"/>
              <a:miter/>
            </a:ln>
          </p:spPr>
          <p:txBody>
            <a:bodyPr rtlCol="0" anchor="ctr"/>
            <a:lstStyle/>
            <a:p>
              <a:endParaRPr lang="en-US"/>
            </a:p>
          </p:txBody>
        </p:sp>
      </p:grpSp>
      <p:grpSp>
        <p:nvGrpSpPr>
          <p:cNvPr id="530" name="Graphic 4">
            <a:extLst>
              <a:ext uri="{FF2B5EF4-FFF2-40B4-BE49-F238E27FC236}">
                <a16:creationId xmlns:a16="http://schemas.microsoft.com/office/drawing/2014/main" id="{6957CC37-8825-0D4E-B857-A9C675424746}"/>
              </a:ext>
            </a:extLst>
          </p:cNvPr>
          <p:cNvGrpSpPr/>
          <p:nvPr/>
        </p:nvGrpSpPr>
        <p:grpSpPr>
          <a:xfrm>
            <a:off x="905454" y="4308712"/>
            <a:ext cx="361674" cy="361333"/>
            <a:chOff x="905454" y="4308712"/>
            <a:chExt cx="361674" cy="361333"/>
          </a:xfrm>
          <a:solidFill>
            <a:srgbClr val="012169"/>
          </a:solidFill>
        </p:grpSpPr>
        <p:sp>
          <p:nvSpPr>
            <p:cNvPr id="531" name="Graphic 4">
              <a:extLst>
                <a:ext uri="{FF2B5EF4-FFF2-40B4-BE49-F238E27FC236}">
                  <a16:creationId xmlns:a16="http://schemas.microsoft.com/office/drawing/2014/main" id="{D739A9F2-605F-3845-A5A0-600A233DB9F8}"/>
                </a:ext>
              </a:extLst>
            </p:cNvPr>
            <p:cNvSpPr/>
            <p:nvPr/>
          </p:nvSpPr>
          <p:spPr>
            <a:xfrm>
              <a:off x="1153383" y="4512361"/>
              <a:ext cx="32588" cy="4468"/>
            </a:xfrm>
            <a:custGeom>
              <a:avLst/>
              <a:gdLst>
                <a:gd name="connsiteX0" fmla="*/ 7029 w 32588"/>
                <a:gd name="connsiteY0" fmla="*/ 0 h 4468"/>
                <a:gd name="connsiteX1" fmla="*/ 0 w 32588"/>
                <a:gd name="connsiteY1" fmla="*/ 4469 h 4468"/>
                <a:gd name="connsiteX2" fmla="*/ 32589 w 32588"/>
                <a:gd name="connsiteY2" fmla="*/ 4469 h 4468"/>
                <a:gd name="connsiteX3" fmla="*/ 25560 w 32588"/>
                <a:gd name="connsiteY3" fmla="*/ 0 h 4468"/>
                <a:gd name="connsiteX4" fmla="*/ 7029 w 32588"/>
                <a:gd name="connsiteY4" fmla="*/ 0 h 4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88" h="4468">
                  <a:moveTo>
                    <a:pt x="7029" y="0"/>
                  </a:moveTo>
                  <a:cubicBezTo>
                    <a:pt x="3834" y="0"/>
                    <a:pt x="1278" y="1915"/>
                    <a:pt x="0" y="4469"/>
                  </a:cubicBezTo>
                  <a:lnTo>
                    <a:pt x="32589" y="4469"/>
                  </a:lnTo>
                  <a:cubicBezTo>
                    <a:pt x="31311" y="1915"/>
                    <a:pt x="28116" y="0"/>
                    <a:pt x="25560" y="0"/>
                  </a:cubicBezTo>
                  <a:lnTo>
                    <a:pt x="7029" y="0"/>
                  </a:lnTo>
                  <a:close/>
                </a:path>
              </a:pathLst>
            </a:custGeom>
            <a:solidFill>
              <a:srgbClr val="012169"/>
            </a:solidFill>
            <a:ln w="6390" cap="flat">
              <a:noFill/>
              <a:prstDash val="solid"/>
              <a:miter/>
            </a:ln>
          </p:spPr>
          <p:txBody>
            <a:bodyPr rtlCol="0" anchor="ctr"/>
            <a:lstStyle/>
            <a:p>
              <a:endParaRPr lang="en-US"/>
            </a:p>
          </p:txBody>
        </p:sp>
        <p:sp>
          <p:nvSpPr>
            <p:cNvPr id="532" name="Graphic 4">
              <a:extLst>
                <a:ext uri="{FF2B5EF4-FFF2-40B4-BE49-F238E27FC236}">
                  <a16:creationId xmlns:a16="http://schemas.microsoft.com/office/drawing/2014/main" id="{C35E7AEA-3075-D244-9F8B-B4E30CF37D2E}"/>
                </a:ext>
              </a:extLst>
            </p:cNvPr>
            <p:cNvSpPr/>
            <p:nvPr/>
          </p:nvSpPr>
          <p:spPr>
            <a:xfrm>
              <a:off x="990440" y="4512361"/>
              <a:ext cx="32588" cy="4468"/>
            </a:xfrm>
            <a:custGeom>
              <a:avLst/>
              <a:gdLst>
                <a:gd name="connsiteX0" fmla="*/ 24921 w 32588"/>
                <a:gd name="connsiteY0" fmla="*/ 0 h 4468"/>
                <a:gd name="connsiteX1" fmla="*/ 7029 w 32588"/>
                <a:gd name="connsiteY1" fmla="*/ 0 h 4468"/>
                <a:gd name="connsiteX2" fmla="*/ 0 w 32588"/>
                <a:gd name="connsiteY2" fmla="*/ 4469 h 4468"/>
                <a:gd name="connsiteX3" fmla="*/ 32589 w 32588"/>
                <a:gd name="connsiteY3" fmla="*/ 4469 h 4468"/>
                <a:gd name="connsiteX4" fmla="*/ 24921 w 32588"/>
                <a:gd name="connsiteY4" fmla="*/ 0 h 4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88" h="4468">
                  <a:moveTo>
                    <a:pt x="24921" y="0"/>
                  </a:moveTo>
                  <a:lnTo>
                    <a:pt x="7029" y="0"/>
                  </a:lnTo>
                  <a:cubicBezTo>
                    <a:pt x="3834" y="0"/>
                    <a:pt x="1278" y="1915"/>
                    <a:pt x="0" y="4469"/>
                  </a:cubicBezTo>
                  <a:lnTo>
                    <a:pt x="32589" y="4469"/>
                  </a:lnTo>
                  <a:cubicBezTo>
                    <a:pt x="30672" y="1915"/>
                    <a:pt x="27477" y="0"/>
                    <a:pt x="24921" y="0"/>
                  </a:cubicBezTo>
                  <a:close/>
                </a:path>
              </a:pathLst>
            </a:custGeom>
            <a:solidFill>
              <a:srgbClr val="012169"/>
            </a:solidFill>
            <a:ln w="6390" cap="flat">
              <a:noFill/>
              <a:prstDash val="solid"/>
              <a:miter/>
            </a:ln>
          </p:spPr>
          <p:txBody>
            <a:bodyPr rtlCol="0" anchor="ctr"/>
            <a:lstStyle/>
            <a:p>
              <a:endParaRPr lang="en-US"/>
            </a:p>
          </p:txBody>
        </p:sp>
        <p:sp>
          <p:nvSpPr>
            <p:cNvPr id="533" name="Graphic 4">
              <a:extLst>
                <a:ext uri="{FF2B5EF4-FFF2-40B4-BE49-F238E27FC236}">
                  <a16:creationId xmlns:a16="http://schemas.microsoft.com/office/drawing/2014/main" id="{0D226B7A-4A67-4144-AAC8-841FB5D3B4BB}"/>
                </a:ext>
              </a:extLst>
            </p:cNvPr>
            <p:cNvSpPr/>
            <p:nvPr/>
          </p:nvSpPr>
          <p:spPr>
            <a:xfrm>
              <a:off x="967436" y="4411494"/>
              <a:ext cx="74762" cy="46602"/>
            </a:xfrm>
            <a:custGeom>
              <a:avLst/>
              <a:gdLst>
                <a:gd name="connsiteX0" fmla="*/ 40896 w 74762"/>
                <a:gd name="connsiteY0" fmla="*/ 10852 h 46602"/>
                <a:gd name="connsiteX1" fmla="*/ 68372 w 74762"/>
                <a:gd name="connsiteY1" fmla="*/ 38304 h 46602"/>
                <a:gd name="connsiteX2" fmla="*/ 68372 w 74762"/>
                <a:gd name="connsiteY2" fmla="*/ 46603 h 46602"/>
                <a:gd name="connsiteX3" fmla="*/ 74762 w 74762"/>
                <a:gd name="connsiteY3" fmla="*/ 46603 h 46602"/>
                <a:gd name="connsiteX4" fmla="*/ 74762 w 74762"/>
                <a:gd name="connsiteY4" fmla="*/ 0 h 46602"/>
                <a:gd name="connsiteX5" fmla="*/ 0 w 74762"/>
                <a:gd name="connsiteY5" fmla="*/ 0 h 46602"/>
                <a:gd name="connsiteX6" fmla="*/ 0 w 74762"/>
                <a:gd name="connsiteY6" fmla="*/ 46603 h 46602"/>
                <a:gd name="connsiteX7" fmla="*/ 9585 w 74762"/>
                <a:gd name="connsiteY7" fmla="*/ 46603 h 46602"/>
                <a:gd name="connsiteX8" fmla="*/ 9585 w 74762"/>
                <a:gd name="connsiteY8" fmla="*/ 38304 h 46602"/>
                <a:gd name="connsiteX9" fmla="*/ 37062 w 74762"/>
                <a:gd name="connsiteY9" fmla="*/ 10852 h 46602"/>
                <a:gd name="connsiteX10" fmla="*/ 40896 w 74762"/>
                <a:gd name="connsiteY10" fmla="*/ 10852 h 4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762" h="46602">
                  <a:moveTo>
                    <a:pt x="40896" y="10852"/>
                  </a:moveTo>
                  <a:cubicBezTo>
                    <a:pt x="56231" y="10852"/>
                    <a:pt x="68372" y="23620"/>
                    <a:pt x="68372" y="38304"/>
                  </a:cubicBezTo>
                  <a:lnTo>
                    <a:pt x="68372" y="46603"/>
                  </a:lnTo>
                  <a:lnTo>
                    <a:pt x="74762" y="46603"/>
                  </a:lnTo>
                  <a:lnTo>
                    <a:pt x="74762" y="0"/>
                  </a:lnTo>
                  <a:lnTo>
                    <a:pt x="0" y="0"/>
                  </a:lnTo>
                  <a:lnTo>
                    <a:pt x="0" y="46603"/>
                  </a:lnTo>
                  <a:lnTo>
                    <a:pt x="9585" y="46603"/>
                  </a:lnTo>
                  <a:lnTo>
                    <a:pt x="9585" y="38304"/>
                  </a:lnTo>
                  <a:cubicBezTo>
                    <a:pt x="9585" y="22982"/>
                    <a:pt x="22365" y="10852"/>
                    <a:pt x="37062" y="10852"/>
                  </a:cubicBezTo>
                  <a:lnTo>
                    <a:pt x="40896" y="10852"/>
                  </a:lnTo>
                  <a:close/>
                </a:path>
              </a:pathLst>
            </a:custGeom>
            <a:solidFill>
              <a:srgbClr val="012169"/>
            </a:solidFill>
            <a:ln w="6390" cap="flat">
              <a:noFill/>
              <a:prstDash val="solid"/>
              <a:miter/>
            </a:ln>
          </p:spPr>
          <p:txBody>
            <a:bodyPr rtlCol="0" anchor="ctr"/>
            <a:lstStyle/>
            <a:p>
              <a:endParaRPr lang="en-US"/>
            </a:p>
          </p:txBody>
        </p:sp>
        <p:sp>
          <p:nvSpPr>
            <p:cNvPr id="534" name="Graphic 4">
              <a:extLst>
                <a:ext uri="{FF2B5EF4-FFF2-40B4-BE49-F238E27FC236}">
                  <a16:creationId xmlns:a16="http://schemas.microsoft.com/office/drawing/2014/main" id="{EA6745AC-CE64-0648-AD0A-6A1B773139D5}"/>
                </a:ext>
              </a:extLst>
            </p:cNvPr>
            <p:cNvSpPr/>
            <p:nvPr/>
          </p:nvSpPr>
          <p:spPr>
            <a:xfrm>
              <a:off x="990440" y="4435114"/>
              <a:ext cx="32588" cy="49795"/>
            </a:xfrm>
            <a:custGeom>
              <a:avLst/>
              <a:gdLst>
                <a:gd name="connsiteX0" fmla="*/ 31311 w 32588"/>
                <a:gd name="connsiteY0" fmla="*/ 49795 h 49795"/>
                <a:gd name="connsiteX1" fmla="*/ 32589 w 32588"/>
                <a:gd name="connsiteY1" fmla="*/ 48519 h 49795"/>
                <a:gd name="connsiteX2" fmla="*/ 32589 w 32588"/>
                <a:gd name="connsiteY2" fmla="*/ 14683 h 49795"/>
                <a:gd name="connsiteX3" fmla="*/ 17892 w 32588"/>
                <a:gd name="connsiteY3" fmla="*/ 0 h 49795"/>
                <a:gd name="connsiteX4" fmla="*/ 14697 w 32588"/>
                <a:gd name="connsiteY4" fmla="*/ 0 h 49795"/>
                <a:gd name="connsiteX5" fmla="*/ 0 w 32588"/>
                <a:gd name="connsiteY5" fmla="*/ 14683 h 49795"/>
                <a:gd name="connsiteX6" fmla="*/ 0 w 32588"/>
                <a:gd name="connsiteY6" fmla="*/ 48519 h 49795"/>
                <a:gd name="connsiteX7" fmla="*/ 1278 w 32588"/>
                <a:gd name="connsiteY7" fmla="*/ 49795 h 49795"/>
                <a:gd name="connsiteX8" fmla="*/ 31311 w 32588"/>
                <a:gd name="connsiteY8" fmla="*/ 49795 h 49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588" h="49795">
                  <a:moveTo>
                    <a:pt x="31311" y="49795"/>
                  </a:moveTo>
                  <a:cubicBezTo>
                    <a:pt x="31950" y="49795"/>
                    <a:pt x="32589" y="49157"/>
                    <a:pt x="32589" y="48519"/>
                  </a:cubicBezTo>
                  <a:lnTo>
                    <a:pt x="32589" y="14683"/>
                  </a:lnTo>
                  <a:cubicBezTo>
                    <a:pt x="32589" y="6384"/>
                    <a:pt x="25560" y="0"/>
                    <a:pt x="17892" y="0"/>
                  </a:cubicBezTo>
                  <a:lnTo>
                    <a:pt x="14697" y="0"/>
                  </a:lnTo>
                  <a:cubicBezTo>
                    <a:pt x="6390" y="0"/>
                    <a:pt x="0" y="7023"/>
                    <a:pt x="0" y="14683"/>
                  </a:cubicBezTo>
                  <a:lnTo>
                    <a:pt x="0" y="48519"/>
                  </a:lnTo>
                  <a:cubicBezTo>
                    <a:pt x="0" y="49157"/>
                    <a:pt x="639" y="49795"/>
                    <a:pt x="1278" y="49795"/>
                  </a:cubicBezTo>
                  <a:lnTo>
                    <a:pt x="31311" y="49795"/>
                  </a:lnTo>
                  <a:close/>
                </a:path>
              </a:pathLst>
            </a:custGeom>
            <a:solidFill>
              <a:srgbClr val="012169"/>
            </a:solidFill>
            <a:ln w="6390" cap="flat">
              <a:noFill/>
              <a:prstDash val="solid"/>
              <a:miter/>
            </a:ln>
          </p:spPr>
          <p:txBody>
            <a:bodyPr rtlCol="0" anchor="ctr"/>
            <a:lstStyle/>
            <a:p>
              <a:endParaRPr lang="en-US"/>
            </a:p>
          </p:txBody>
        </p:sp>
        <p:sp>
          <p:nvSpPr>
            <p:cNvPr id="535" name="Graphic 4">
              <a:extLst>
                <a:ext uri="{FF2B5EF4-FFF2-40B4-BE49-F238E27FC236}">
                  <a16:creationId xmlns:a16="http://schemas.microsoft.com/office/drawing/2014/main" id="{6CDC56C7-A289-1548-B858-29669CE5CC38}"/>
                </a:ext>
              </a:extLst>
            </p:cNvPr>
            <p:cNvSpPr/>
            <p:nvPr/>
          </p:nvSpPr>
          <p:spPr>
            <a:xfrm>
              <a:off x="1152744" y="4435114"/>
              <a:ext cx="32739" cy="49795"/>
            </a:xfrm>
            <a:custGeom>
              <a:avLst/>
              <a:gdLst>
                <a:gd name="connsiteX0" fmla="*/ 18531 w 32739"/>
                <a:gd name="connsiteY0" fmla="*/ 0 h 49795"/>
                <a:gd name="connsiteX1" fmla="*/ 15336 w 32739"/>
                <a:gd name="connsiteY1" fmla="*/ 0 h 49795"/>
                <a:gd name="connsiteX2" fmla="*/ 0 w 32739"/>
                <a:gd name="connsiteY2" fmla="*/ 14683 h 49795"/>
                <a:gd name="connsiteX3" fmla="*/ 0 w 32739"/>
                <a:gd name="connsiteY3" fmla="*/ 48519 h 49795"/>
                <a:gd name="connsiteX4" fmla="*/ 1278 w 32739"/>
                <a:gd name="connsiteY4" fmla="*/ 49795 h 49795"/>
                <a:gd name="connsiteX5" fmla="*/ 31311 w 32739"/>
                <a:gd name="connsiteY5" fmla="*/ 49795 h 49795"/>
                <a:gd name="connsiteX6" fmla="*/ 32589 w 32739"/>
                <a:gd name="connsiteY6" fmla="*/ 48519 h 49795"/>
                <a:gd name="connsiteX7" fmla="*/ 32589 w 32739"/>
                <a:gd name="connsiteY7" fmla="*/ 14683 h 49795"/>
                <a:gd name="connsiteX8" fmla="*/ 18531 w 32739"/>
                <a:gd name="connsiteY8" fmla="*/ 0 h 49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39" h="49795">
                  <a:moveTo>
                    <a:pt x="18531" y="0"/>
                  </a:moveTo>
                  <a:lnTo>
                    <a:pt x="15336" y="0"/>
                  </a:lnTo>
                  <a:cubicBezTo>
                    <a:pt x="7029" y="0"/>
                    <a:pt x="0" y="7023"/>
                    <a:pt x="0" y="14683"/>
                  </a:cubicBezTo>
                  <a:lnTo>
                    <a:pt x="0" y="48519"/>
                  </a:lnTo>
                  <a:cubicBezTo>
                    <a:pt x="0" y="49157"/>
                    <a:pt x="639" y="49795"/>
                    <a:pt x="1278" y="49795"/>
                  </a:cubicBezTo>
                  <a:lnTo>
                    <a:pt x="31311" y="49795"/>
                  </a:lnTo>
                  <a:cubicBezTo>
                    <a:pt x="31950" y="49795"/>
                    <a:pt x="32589" y="49157"/>
                    <a:pt x="32589" y="48519"/>
                  </a:cubicBezTo>
                  <a:lnTo>
                    <a:pt x="32589" y="14683"/>
                  </a:lnTo>
                  <a:cubicBezTo>
                    <a:pt x="33867" y="6384"/>
                    <a:pt x="26838" y="0"/>
                    <a:pt x="18531" y="0"/>
                  </a:cubicBezTo>
                  <a:close/>
                </a:path>
              </a:pathLst>
            </a:custGeom>
            <a:solidFill>
              <a:srgbClr val="012169"/>
            </a:solidFill>
            <a:ln w="6390" cap="flat">
              <a:noFill/>
              <a:prstDash val="solid"/>
              <a:miter/>
            </a:ln>
          </p:spPr>
          <p:txBody>
            <a:bodyPr rtlCol="0" anchor="ctr"/>
            <a:lstStyle/>
            <a:p>
              <a:endParaRPr lang="en-US"/>
            </a:p>
          </p:txBody>
        </p:sp>
        <p:sp>
          <p:nvSpPr>
            <p:cNvPr id="536" name="Graphic 4">
              <a:extLst>
                <a:ext uri="{FF2B5EF4-FFF2-40B4-BE49-F238E27FC236}">
                  <a16:creationId xmlns:a16="http://schemas.microsoft.com/office/drawing/2014/main" id="{07CC8C65-5065-9048-9E68-19DC45F01918}"/>
                </a:ext>
              </a:extLst>
            </p:cNvPr>
            <p:cNvSpPr/>
            <p:nvPr/>
          </p:nvSpPr>
          <p:spPr>
            <a:xfrm>
              <a:off x="905454" y="4308712"/>
              <a:ext cx="361674" cy="361333"/>
            </a:xfrm>
            <a:custGeom>
              <a:avLst/>
              <a:gdLst>
                <a:gd name="connsiteX0" fmla="*/ 180835 w 361674"/>
                <a:gd name="connsiteY0" fmla="*/ 0 h 361333"/>
                <a:gd name="connsiteX1" fmla="*/ 0 w 361674"/>
                <a:gd name="connsiteY1" fmla="*/ 180667 h 361333"/>
                <a:gd name="connsiteX2" fmla="*/ 180835 w 361674"/>
                <a:gd name="connsiteY2" fmla="*/ 361334 h 361333"/>
                <a:gd name="connsiteX3" fmla="*/ 361670 w 361674"/>
                <a:gd name="connsiteY3" fmla="*/ 180667 h 361333"/>
                <a:gd name="connsiteX4" fmla="*/ 180835 w 361674"/>
                <a:gd name="connsiteY4" fmla="*/ 0 h 361333"/>
                <a:gd name="connsiteX5" fmla="*/ 125882 w 361674"/>
                <a:gd name="connsiteY5" fmla="*/ 271958 h 361333"/>
                <a:gd name="connsiteX6" fmla="*/ 125882 w 361674"/>
                <a:gd name="connsiteY6" fmla="*/ 271958 h 361333"/>
                <a:gd name="connsiteX7" fmla="*/ 119492 w 361674"/>
                <a:gd name="connsiteY7" fmla="*/ 265574 h 361333"/>
                <a:gd name="connsiteX8" fmla="*/ 119492 w 361674"/>
                <a:gd name="connsiteY8" fmla="*/ 264935 h 361333"/>
                <a:gd name="connsiteX9" fmla="*/ 107990 w 361674"/>
                <a:gd name="connsiteY9" fmla="*/ 259828 h 361333"/>
                <a:gd name="connsiteX10" fmla="*/ 107990 w 361674"/>
                <a:gd name="connsiteY10" fmla="*/ 264297 h 361333"/>
                <a:gd name="connsiteX11" fmla="*/ 101600 w 361674"/>
                <a:gd name="connsiteY11" fmla="*/ 270681 h 361333"/>
                <a:gd name="connsiteX12" fmla="*/ 95210 w 361674"/>
                <a:gd name="connsiteY12" fmla="*/ 264297 h 361333"/>
                <a:gd name="connsiteX13" fmla="*/ 95210 w 361674"/>
                <a:gd name="connsiteY13" fmla="*/ 259828 h 361333"/>
                <a:gd name="connsiteX14" fmla="*/ 83708 w 361674"/>
                <a:gd name="connsiteY14" fmla="*/ 264935 h 361333"/>
                <a:gd name="connsiteX15" fmla="*/ 83708 w 361674"/>
                <a:gd name="connsiteY15" fmla="*/ 265574 h 361333"/>
                <a:gd name="connsiteX16" fmla="*/ 77318 w 361674"/>
                <a:gd name="connsiteY16" fmla="*/ 271958 h 361333"/>
                <a:gd name="connsiteX17" fmla="*/ 77318 w 361674"/>
                <a:gd name="connsiteY17" fmla="*/ 271958 h 361333"/>
                <a:gd name="connsiteX18" fmla="*/ 70928 w 361674"/>
                <a:gd name="connsiteY18" fmla="*/ 265574 h 361333"/>
                <a:gd name="connsiteX19" fmla="*/ 70928 w 361674"/>
                <a:gd name="connsiteY19" fmla="*/ 260466 h 361333"/>
                <a:gd name="connsiteX20" fmla="*/ 74762 w 361674"/>
                <a:gd name="connsiteY20" fmla="*/ 254721 h 361333"/>
                <a:gd name="connsiteX21" fmla="*/ 95210 w 361674"/>
                <a:gd name="connsiteY21" fmla="*/ 245783 h 361333"/>
                <a:gd name="connsiteX22" fmla="*/ 95210 w 361674"/>
                <a:gd name="connsiteY22" fmla="*/ 221524 h 361333"/>
                <a:gd name="connsiteX23" fmla="*/ 77318 w 361674"/>
                <a:gd name="connsiteY23" fmla="*/ 221524 h 361333"/>
                <a:gd name="connsiteX24" fmla="*/ 70928 w 361674"/>
                <a:gd name="connsiteY24" fmla="*/ 215140 h 361333"/>
                <a:gd name="connsiteX25" fmla="*/ 70928 w 361674"/>
                <a:gd name="connsiteY25" fmla="*/ 213225 h 361333"/>
                <a:gd name="connsiteX26" fmla="*/ 90098 w 361674"/>
                <a:gd name="connsiteY26" fmla="*/ 192158 h 361333"/>
                <a:gd name="connsiteX27" fmla="*/ 90098 w 361674"/>
                <a:gd name="connsiteY27" fmla="*/ 190243 h 361333"/>
                <a:gd name="connsiteX28" fmla="*/ 86264 w 361674"/>
                <a:gd name="connsiteY28" fmla="*/ 190243 h 361333"/>
                <a:gd name="connsiteX29" fmla="*/ 72206 w 361674"/>
                <a:gd name="connsiteY29" fmla="*/ 176198 h 361333"/>
                <a:gd name="connsiteX30" fmla="*/ 72206 w 361674"/>
                <a:gd name="connsiteY30" fmla="*/ 163430 h 361333"/>
                <a:gd name="connsiteX31" fmla="*/ 56231 w 361674"/>
                <a:gd name="connsiteY31" fmla="*/ 163430 h 361333"/>
                <a:gd name="connsiteX32" fmla="*/ 49842 w 361674"/>
                <a:gd name="connsiteY32" fmla="*/ 157046 h 361333"/>
                <a:gd name="connsiteX33" fmla="*/ 49842 w 361674"/>
                <a:gd name="connsiteY33" fmla="*/ 97675 h 361333"/>
                <a:gd name="connsiteX34" fmla="*/ 56231 w 361674"/>
                <a:gd name="connsiteY34" fmla="*/ 91291 h 361333"/>
                <a:gd name="connsiteX35" fmla="*/ 143774 w 361674"/>
                <a:gd name="connsiteY35" fmla="*/ 91291 h 361333"/>
                <a:gd name="connsiteX36" fmla="*/ 150164 w 361674"/>
                <a:gd name="connsiteY36" fmla="*/ 97675 h 361333"/>
                <a:gd name="connsiteX37" fmla="*/ 150164 w 361674"/>
                <a:gd name="connsiteY37" fmla="*/ 157046 h 361333"/>
                <a:gd name="connsiteX38" fmla="*/ 143774 w 361674"/>
                <a:gd name="connsiteY38" fmla="*/ 163430 h 361333"/>
                <a:gd name="connsiteX39" fmla="*/ 130994 w 361674"/>
                <a:gd name="connsiteY39" fmla="*/ 163430 h 361333"/>
                <a:gd name="connsiteX40" fmla="*/ 130994 w 361674"/>
                <a:gd name="connsiteY40" fmla="*/ 176198 h 361333"/>
                <a:gd name="connsiteX41" fmla="*/ 116936 w 361674"/>
                <a:gd name="connsiteY41" fmla="*/ 190243 h 361333"/>
                <a:gd name="connsiteX42" fmla="*/ 113102 w 361674"/>
                <a:gd name="connsiteY42" fmla="*/ 190243 h 361333"/>
                <a:gd name="connsiteX43" fmla="*/ 113102 w 361674"/>
                <a:gd name="connsiteY43" fmla="*/ 192158 h 361333"/>
                <a:gd name="connsiteX44" fmla="*/ 131633 w 361674"/>
                <a:gd name="connsiteY44" fmla="*/ 213225 h 361333"/>
                <a:gd name="connsiteX45" fmla="*/ 131633 w 361674"/>
                <a:gd name="connsiteY45" fmla="*/ 215140 h 361333"/>
                <a:gd name="connsiteX46" fmla="*/ 125243 w 361674"/>
                <a:gd name="connsiteY46" fmla="*/ 221524 h 361333"/>
                <a:gd name="connsiteX47" fmla="*/ 108629 w 361674"/>
                <a:gd name="connsiteY47" fmla="*/ 221524 h 361333"/>
                <a:gd name="connsiteX48" fmla="*/ 108629 w 361674"/>
                <a:gd name="connsiteY48" fmla="*/ 245783 h 361333"/>
                <a:gd name="connsiteX49" fmla="*/ 129077 w 361674"/>
                <a:gd name="connsiteY49" fmla="*/ 254721 h 361333"/>
                <a:gd name="connsiteX50" fmla="*/ 132911 w 361674"/>
                <a:gd name="connsiteY50" fmla="*/ 260466 h 361333"/>
                <a:gd name="connsiteX51" fmla="*/ 132911 w 361674"/>
                <a:gd name="connsiteY51" fmla="*/ 265574 h 361333"/>
                <a:gd name="connsiteX52" fmla="*/ 125882 w 361674"/>
                <a:gd name="connsiteY52" fmla="*/ 271958 h 361333"/>
                <a:gd name="connsiteX53" fmla="*/ 224926 w 361674"/>
                <a:gd name="connsiteY53" fmla="*/ 208756 h 361333"/>
                <a:gd name="connsiteX54" fmla="*/ 224926 w 361674"/>
                <a:gd name="connsiteY54" fmla="*/ 209395 h 361333"/>
                <a:gd name="connsiteX55" fmla="*/ 224926 w 361674"/>
                <a:gd name="connsiteY55" fmla="*/ 210033 h 361333"/>
                <a:gd name="connsiteX56" fmla="*/ 224287 w 361674"/>
                <a:gd name="connsiteY56" fmla="*/ 210671 h 361333"/>
                <a:gd name="connsiteX57" fmla="*/ 224287 w 361674"/>
                <a:gd name="connsiteY57" fmla="*/ 211310 h 361333"/>
                <a:gd name="connsiteX58" fmla="*/ 208312 w 361674"/>
                <a:gd name="connsiteY58" fmla="*/ 230462 h 361333"/>
                <a:gd name="connsiteX59" fmla="*/ 203200 w 361674"/>
                <a:gd name="connsiteY59" fmla="*/ 233015 h 361333"/>
                <a:gd name="connsiteX60" fmla="*/ 199366 w 361674"/>
                <a:gd name="connsiteY60" fmla="*/ 231738 h 361333"/>
                <a:gd name="connsiteX61" fmla="*/ 198727 w 361674"/>
                <a:gd name="connsiteY61" fmla="*/ 222801 h 361333"/>
                <a:gd name="connsiteX62" fmla="*/ 205756 w 361674"/>
                <a:gd name="connsiteY62" fmla="*/ 214502 h 361333"/>
                <a:gd name="connsiteX63" fmla="*/ 163582 w 361674"/>
                <a:gd name="connsiteY63" fmla="*/ 214502 h 361333"/>
                <a:gd name="connsiteX64" fmla="*/ 170611 w 361674"/>
                <a:gd name="connsiteY64" fmla="*/ 222801 h 361333"/>
                <a:gd name="connsiteX65" fmla="*/ 169972 w 361674"/>
                <a:gd name="connsiteY65" fmla="*/ 231738 h 361333"/>
                <a:gd name="connsiteX66" fmla="*/ 166138 w 361674"/>
                <a:gd name="connsiteY66" fmla="*/ 233015 h 361333"/>
                <a:gd name="connsiteX67" fmla="*/ 161026 w 361674"/>
                <a:gd name="connsiteY67" fmla="*/ 230462 h 361333"/>
                <a:gd name="connsiteX68" fmla="*/ 145052 w 361674"/>
                <a:gd name="connsiteY68" fmla="*/ 211310 h 361333"/>
                <a:gd name="connsiteX69" fmla="*/ 145052 w 361674"/>
                <a:gd name="connsiteY69" fmla="*/ 210671 h 361333"/>
                <a:gd name="connsiteX70" fmla="*/ 144413 w 361674"/>
                <a:gd name="connsiteY70" fmla="*/ 210033 h 361333"/>
                <a:gd name="connsiteX71" fmla="*/ 144413 w 361674"/>
                <a:gd name="connsiteY71" fmla="*/ 209395 h 361333"/>
                <a:gd name="connsiteX72" fmla="*/ 144413 w 361674"/>
                <a:gd name="connsiteY72" fmla="*/ 208756 h 361333"/>
                <a:gd name="connsiteX73" fmla="*/ 144413 w 361674"/>
                <a:gd name="connsiteY73" fmla="*/ 208118 h 361333"/>
                <a:gd name="connsiteX74" fmla="*/ 144413 w 361674"/>
                <a:gd name="connsiteY74" fmla="*/ 208118 h 361333"/>
                <a:gd name="connsiteX75" fmla="*/ 144413 w 361674"/>
                <a:gd name="connsiteY75" fmla="*/ 208118 h 361333"/>
                <a:gd name="connsiteX76" fmla="*/ 144413 w 361674"/>
                <a:gd name="connsiteY76" fmla="*/ 207479 h 361333"/>
                <a:gd name="connsiteX77" fmla="*/ 144413 w 361674"/>
                <a:gd name="connsiteY77" fmla="*/ 206841 h 361333"/>
                <a:gd name="connsiteX78" fmla="*/ 144413 w 361674"/>
                <a:gd name="connsiteY78" fmla="*/ 206203 h 361333"/>
                <a:gd name="connsiteX79" fmla="*/ 145052 w 361674"/>
                <a:gd name="connsiteY79" fmla="*/ 205564 h 361333"/>
                <a:gd name="connsiteX80" fmla="*/ 145052 w 361674"/>
                <a:gd name="connsiteY80" fmla="*/ 204926 h 361333"/>
                <a:gd name="connsiteX81" fmla="*/ 161026 w 361674"/>
                <a:gd name="connsiteY81" fmla="*/ 185774 h 361333"/>
                <a:gd name="connsiteX82" fmla="*/ 169972 w 361674"/>
                <a:gd name="connsiteY82" fmla="*/ 185135 h 361333"/>
                <a:gd name="connsiteX83" fmla="*/ 170611 w 361674"/>
                <a:gd name="connsiteY83" fmla="*/ 194073 h 361333"/>
                <a:gd name="connsiteX84" fmla="*/ 163582 w 361674"/>
                <a:gd name="connsiteY84" fmla="*/ 202372 h 361333"/>
                <a:gd name="connsiteX85" fmla="*/ 205756 w 361674"/>
                <a:gd name="connsiteY85" fmla="*/ 202372 h 361333"/>
                <a:gd name="connsiteX86" fmla="*/ 198727 w 361674"/>
                <a:gd name="connsiteY86" fmla="*/ 194073 h 361333"/>
                <a:gd name="connsiteX87" fmla="*/ 199366 w 361674"/>
                <a:gd name="connsiteY87" fmla="*/ 185135 h 361333"/>
                <a:gd name="connsiteX88" fmla="*/ 208312 w 361674"/>
                <a:gd name="connsiteY88" fmla="*/ 185774 h 361333"/>
                <a:gd name="connsiteX89" fmla="*/ 224287 w 361674"/>
                <a:gd name="connsiteY89" fmla="*/ 204926 h 361333"/>
                <a:gd name="connsiteX90" fmla="*/ 224287 w 361674"/>
                <a:gd name="connsiteY90" fmla="*/ 205564 h 361333"/>
                <a:gd name="connsiteX91" fmla="*/ 224926 w 361674"/>
                <a:gd name="connsiteY91" fmla="*/ 206203 h 361333"/>
                <a:gd name="connsiteX92" fmla="*/ 224926 w 361674"/>
                <a:gd name="connsiteY92" fmla="*/ 206841 h 361333"/>
                <a:gd name="connsiteX93" fmla="*/ 224926 w 361674"/>
                <a:gd name="connsiteY93" fmla="*/ 207479 h 361333"/>
                <a:gd name="connsiteX94" fmla="*/ 224926 w 361674"/>
                <a:gd name="connsiteY94" fmla="*/ 208118 h 361333"/>
                <a:gd name="connsiteX95" fmla="*/ 224926 w 361674"/>
                <a:gd name="connsiteY95" fmla="*/ 208118 h 361333"/>
                <a:gd name="connsiteX96" fmla="*/ 224926 w 361674"/>
                <a:gd name="connsiteY96" fmla="*/ 208118 h 361333"/>
                <a:gd name="connsiteX97" fmla="*/ 224926 w 361674"/>
                <a:gd name="connsiteY97" fmla="*/ 208756 h 361333"/>
                <a:gd name="connsiteX98" fmla="*/ 306717 w 361674"/>
                <a:gd name="connsiteY98" fmla="*/ 162153 h 361333"/>
                <a:gd name="connsiteX99" fmla="*/ 293937 w 361674"/>
                <a:gd name="connsiteY99" fmla="*/ 162153 h 361333"/>
                <a:gd name="connsiteX100" fmla="*/ 293937 w 361674"/>
                <a:gd name="connsiteY100" fmla="*/ 174921 h 361333"/>
                <a:gd name="connsiteX101" fmla="*/ 279879 w 361674"/>
                <a:gd name="connsiteY101" fmla="*/ 188966 h 361333"/>
                <a:gd name="connsiteX102" fmla="*/ 276045 w 361674"/>
                <a:gd name="connsiteY102" fmla="*/ 188966 h 361333"/>
                <a:gd name="connsiteX103" fmla="*/ 276045 w 361674"/>
                <a:gd name="connsiteY103" fmla="*/ 190881 h 361333"/>
                <a:gd name="connsiteX104" fmla="*/ 294576 w 361674"/>
                <a:gd name="connsiteY104" fmla="*/ 211948 h 361333"/>
                <a:gd name="connsiteX105" fmla="*/ 294576 w 361674"/>
                <a:gd name="connsiteY105" fmla="*/ 213863 h 361333"/>
                <a:gd name="connsiteX106" fmla="*/ 288186 w 361674"/>
                <a:gd name="connsiteY106" fmla="*/ 220247 h 361333"/>
                <a:gd name="connsiteX107" fmla="*/ 271572 w 361674"/>
                <a:gd name="connsiteY107" fmla="*/ 220247 h 361333"/>
                <a:gd name="connsiteX108" fmla="*/ 271572 w 361674"/>
                <a:gd name="connsiteY108" fmla="*/ 244506 h 361333"/>
                <a:gd name="connsiteX109" fmla="*/ 292020 w 361674"/>
                <a:gd name="connsiteY109" fmla="*/ 253444 h 361333"/>
                <a:gd name="connsiteX110" fmla="*/ 295854 w 361674"/>
                <a:gd name="connsiteY110" fmla="*/ 259190 h 361333"/>
                <a:gd name="connsiteX111" fmla="*/ 295854 w 361674"/>
                <a:gd name="connsiteY111" fmla="*/ 264297 h 361333"/>
                <a:gd name="connsiteX112" fmla="*/ 289464 w 361674"/>
                <a:gd name="connsiteY112" fmla="*/ 270681 h 361333"/>
                <a:gd name="connsiteX113" fmla="*/ 289464 w 361674"/>
                <a:gd name="connsiteY113" fmla="*/ 270681 h 361333"/>
                <a:gd name="connsiteX114" fmla="*/ 283074 w 361674"/>
                <a:gd name="connsiteY114" fmla="*/ 264297 h 361333"/>
                <a:gd name="connsiteX115" fmla="*/ 283074 w 361674"/>
                <a:gd name="connsiteY115" fmla="*/ 263658 h 361333"/>
                <a:gd name="connsiteX116" fmla="*/ 271572 w 361674"/>
                <a:gd name="connsiteY116" fmla="*/ 258551 h 361333"/>
                <a:gd name="connsiteX117" fmla="*/ 271572 w 361674"/>
                <a:gd name="connsiteY117" fmla="*/ 263020 h 361333"/>
                <a:gd name="connsiteX118" fmla="*/ 265182 w 361674"/>
                <a:gd name="connsiteY118" fmla="*/ 269404 h 361333"/>
                <a:gd name="connsiteX119" fmla="*/ 258792 w 361674"/>
                <a:gd name="connsiteY119" fmla="*/ 263020 h 361333"/>
                <a:gd name="connsiteX120" fmla="*/ 258792 w 361674"/>
                <a:gd name="connsiteY120" fmla="*/ 258551 h 361333"/>
                <a:gd name="connsiteX121" fmla="*/ 247291 w 361674"/>
                <a:gd name="connsiteY121" fmla="*/ 263658 h 361333"/>
                <a:gd name="connsiteX122" fmla="*/ 247291 w 361674"/>
                <a:gd name="connsiteY122" fmla="*/ 264297 h 361333"/>
                <a:gd name="connsiteX123" fmla="*/ 240901 w 361674"/>
                <a:gd name="connsiteY123" fmla="*/ 270681 h 361333"/>
                <a:gd name="connsiteX124" fmla="*/ 240901 w 361674"/>
                <a:gd name="connsiteY124" fmla="*/ 270681 h 361333"/>
                <a:gd name="connsiteX125" fmla="*/ 234511 w 361674"/>
                <a:gd name="connsiteY125" fmla="*/ 264297 h 361333"/>
                <a:gd name="connsiteX126" fmla="*/ 234511 w 361674"/>
                <a:gd name="connsiteY126" fmla="*/ 259190 h 361333"/>
                <a:gd name="connsiteX127" fmla="*/ 238345 w 361674"/>
                <a:gd name="connsiteY127" fmla="*/ 253444 h 361333"/>
                <a:gd name="connsiteX128" fmla="*/ 258792 w 361674"/>
                <a:gd name="connsiteY128" fmla="*/ 244506 h 361333"/>
                <a:gd name="connsiteX129" fmla="*/ 258792 w 361674"/>
                <a:gd name="connsiteY129" fmla="*/ 220247 h 361333"/>
                <a:gd name="connsiteX130" fmla="*/ 240901 w 361674"/>
                <a:gd name="connsiteY130" fmla="*/ 220247 h 361333"/>
                <a:gd name="connsiteX131" fmla="*/ 234511 w 361674"/>
                <a:gd name="connsiteY131" fmla="*/ 213863 h 361333"/>
                <a:gd name="connsiteX132" fmla="*/ 234511 w 361674"/>
                <a:gd name="connsiteY132" fmla="*/ 211948 h 361333"/>
                <a:gd name="connsiteX133" fmla="*/ 253680 w 361674"/>
                <a:gd name="connsiteY133" fmla="*/ 190881 h 361333"/>
                <a:gd name="connsiteX134" fmla="*/ 253680 w 361674"/>
                <a:gd name="connsiteY134" fmla="*/ 188966 h 361333"/>
                <a:gd name="connsiteX135" fmla="*/ 249847 w 361674"/>
                <a:gd name="connsiteY135" fmla="*/ 188966 h 361333"/>
                <a:gd name="connsiteX136" fmla="*/ 235789 w 361674"/>
                <a:gd name="connsiteY136" fmla="*/ 174921 h 361333"/>
                <a:gd name="connsiteX137" fmla="*/ 235789 w 361674"/>
                <a:gd name="connsiteY137" fmla="*/ 162153 h 361333"/>
                <a:gd name="connsiteX138" fmla="*/ 235789 w 361674"/>
                <a:gd name="connsiteY138" fmla="*/ 162153 h 361333"/>
                <a:gd name="connsiteX139" fmla="*/ 219814 w 361674"/>
                <a:gd name="connsiteY139" fmla="*/ 162153 h 361333"/>
                <a:gd name="connsiteX140" fmla="*/ 213424 w 361674"/>
                <a:gd name="connsiteY140" fmla="*/ 155769 h 361333"/>
                <a:gd name="connsiteX141" fmla="*/ 213424 w 361674"/>
                <a:gd name="connsiteY141" fmla="*/ 96398 h 361333"/>
                <a:gd name="connsiteX142" fmla="*/ 219814 w 361674"/>
                <a:gd name="connsiteY142" fmla="*/ 90014 h 361333"/>
                <a:gd name="connsiteX143" fmla="*/ 307356 w 361674"/>
                <a:gd name="connsiteY143" fmla="*/ 90014 h 361333"/>
                <a:gd name="connsiteX144" fmla="*/ 313746 w 361674"/>
                <a:gd name="connsiteY144" fmla="*/ 96398 h 361333"/>
                <a:gd name="connsiteX145" fmla="*/ 313746 w 361674"/>
                <a:gd name="connsiteY145" fmla="*/ 155769 h 361333"/>
                <a:gd name="connsiteX146" fmla="*/ 306717 w 361674"/>
                <a:gd name="connsiteY146" fmla="*/ 16215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361674" h="361333">
                  <a:moveTo>
                    <a:pt x="180835" y="0"/>
                  </a:moveTo>
                  <a:cubicBezTo>
                    <a:pt x="80513" y="0"/>
                    <a:pt x="0" y="81077"/>
                    <a:pt x="0" y="180667"/>
                  </a:cubicBezTo>
                  <a:cubicBezTo>
                    <a:pt x="0" y="280895"/>
                    <a:pt x="81152" y="361334"/>
                    <a:pt x="180835" y="361334"/>
                  </a:cubicBezTo>
                  <a:cubicBezTo>
                    <a:pt x="281157" y="361334"/>
                    <a:pt x="361670" y="280257"/>
                    <a:pt x="361670" y="180667"/>
                  </a:cubicBezTo>
                  <a:cubicBezTo>
                    <a:pt x="362309" y="81077"/>
                    <a:pt x="281157" y="0"/>
                    <a:pt x="180835" y="0"/>
                  </a:cubicBezTo>
                  <a:close/>
                  <a:moveTo>
                    <a:pt x="125882" y="271958"/>
                  </a:moveTo>
                  <a:cubicBezTo>
                    <a:pt x="125882" y="271958"/>
                    <a:pt x="125882" y="271958"/>
                    <a:pt x="125882" y="271958"/>
                  </a:cubicBezTo>
                  <a:cubicBezTo>
                    <a:pt x="122048" y="271958"/>
                    <a:pt x="119492" y="269404"/>
                    <a:pt x="119492" y="265574"/>
                  </a:cubicBezTo>
                  <a:lnTo>
                    <a:pt x="119492" y="264935"/>
                  </a:lnTo>
                  <a:lnTo>
                    <a:pt x="107990" y="259828"/>
                  </a:lnTo>
                  <a:lnTo>
                    <a:pt x="107990" y="264297"/>
                  </a:lnTo>
                  <a:cubicBezTo>
                    <a:pt x="107990" y="268127"/>
                    <a:pt x="105434" y="270681"/>
                    <a:pt x="101600" y="270681"/>
                  </a:cubicBezTo>
                  <a:cubicBezTo>
                    <a:pt x="97766" y="270681"/>
                    <a:pt x="95210" y="268127"/>
                    <a:pt x="95210" y="264297"/>
                  </a:cubicBezTo>
                  <a:lnTo>
                    <a:pt x="95210" y="259828"/>
                  </a:lnTo>
                  <a:lnTo>
                    <a:pt x="83708" y="264935"/>
                  </a:lnTo>
                  <a:lnTo>
                    <a:pt x="83708" y="265574"/>
                  </a:lnTo>
                  <a:cubicBezTo>
                    <a:pt x="83708" y="268766"/>
                    <a:pt x="80513" y="271958"/>
                    <a:pt x="77318" y="271958"/>
                  </a:cubicBezTo>
                  <a:cubicBezTo>
                    <a:pt x="77318" y="271958"/>
                    <a:pt x="77318" y="271958"/>
                    <a:pt x="77318" y="271958"/>
                  </a:cubicBezTo>
                  <a:cubicBezTo>
                    <a:pt x="73484" y="271958"/>
                    <a:pt x="70928" y="268766"/>
                    <a:pt x="70928" y="265574"/>
                  </a:cubicBezTo>
                  <a:lnTo>
                    <a:pt x="70928" y="260466"/>
                  </a:lnTo>
                  <a:cubicBezTo>
                    <a:pt x="70928" y="257913"/>
                    <a:pt x="72206" y="255998"/>
                    <a:pt x="74762" y="254721"/>
                  </a:cubicBezTo>
                  <a:lnTo>
                    <a:pt x="95210" y="245783"/>
                  </a:lnTo>
                  <a:lnTo>
                    <a:pt x="95210" y="221524"/>
                  </a:lnTo>
                  <a:lnTo>
                    <a:pt x="77318" y="221524"/>
                  </a:lnTo>
                  <a:cubicBezTo>
                    <a:pt x="73484" y="221524"/>
                    <a:pt x="70928" y="218971"/>
                    <a:pt x="70928" y="215140"/>
                  </a:cubicBezTo>
                  <a:lnTo>
                    <a:pt x="70928" y="213225"/>
                  </a:lnTo>
                  <a:cubicBezTo>
                    <a:pt x="70928" y="202372"/>
                    <a:pt x="79235" y="192796"/>
                    <a:pt x="90098" y="192158"/>
                  </a:cubicBezTo>
                  <a:lnTo>
                    <a:pt x="90098" y="190243"/>
                  </a:lnTo>
                  <a:lnTo>
                    <a:pt x="86264" y="190243"/>
                  </a:lnTo>
                  <a:cubicBezTo>
                    <a:pt x="78596" y="190243"/>
                    <a:pt x="72206" y="183859"/>
                    <a:pt x="72206" y="176198"/>
                  </a:cubicBezTo>
                  <a:lnTo>
                    <a:pt x="72206" y="163430"/>
                  </a:lnTo>
                  <a:lnTo>
                    <a:pt x="56231" y="163430"/>
                  </a:lnTo>
                  <a:cubicBezTo>
                    <a:pt x="52397" y="163430"/>
                    <a:pt x="49842" y="160876"/>
                    <a:pt x="49842" y="157046"/>
                  </a:cubicBezTo>
                  <a:lnTo>
                    <a:pt x="49842" y="97675"/>
                  </a:lnTo>
                  <a:cubicBezTo>
                    <a:pt x="49842" y="93845"/>
                    <a:pt x="52397" y="91291"/>
                    <a:pt x="56231" y="91291"/>
                  </a:cubicBezTo>
                  <a:lnTo>
                    <a:pt x="143774" y="91291"/>
                  </a:lnTo>
                  <a:cubicBezTo>
                    <a:pt x="147608" y="91291"/>
                    <a:pt x="150164" y="93845"/>
                    <a:pt x="150164" y="97675"/>
                  </a:cubicBezTo>
                  <a:lnTo>
                    <a:pt x="150164" y="157046"/>
                  </a:lnTo>
                  <a:cubicBezTo>
                    <a:pt x="150164" y="160876"/>
                    <a:pt x="147608" y="163430"/>
                    <a:pt x="143774" y="163430"/>
                  </a:cubicBezTo>
                  <a:lnTo>
                    <a:pt x="130994" y="163430"/>
                  </a:lnTo>
                  <a:lnTo>
                    <a:pt x="130994" y="176198"/>
                  </a:lnTo>
                  <a:cubicBezTo>
                    <a:pt x="130994" y="183859"/>
                    <a:pt x="124604" y="190243"/>
                    <a:pt x="116936" y="190243"/>
                  </a:cubicBezTo>
                  <a:lnTo>
                    <a:pt x="113102" y="190243"/>
                  </a:lnTo>
                  <a:lnTo>
                    <a:pt x="113102" y="192158"/>
                  </a:lnTo>
                  <a:cubicBezTo>
                    <a:pt x="123326" y="193435"/>
                    <a:pt x="131633" y="202372"/>
                    <a:pt x="131633" y="213225"/>
                  </a:cubicBezTo>
                  <a:lnTo>
                    <a:pt x="131633" y="215140"/>
                  </a:lnTo>
                  <a:cubicBezTo>
                    <a:pt x="131633" y="218971"/>
                    <a:pt x="129077" y="221524"/>
                    <a:pt x="125243" y="221524"/>
                  </a:cubicBezTo>
                  <a:lnTo>
                    <a:pt x="108629" y="221524"/>
                  </a:lnTo>
                  <a:lnTo>
                    <a:pt x="108629" y="245783"/>
                  </a:lnTo>
                  <a:lnTo>
                    <a:pt x="129077" y="254721"/>
                  </a:lnTo>
                  <a:cubicBezTo>
                    <a:pt x="131633" y="255998"/>
                    <a:pt x="132911" y="257913"/>
                    <a:pt x="132911" y="260466"/>
                  </a:cubicBezTo>
                  <a:lnTo>
                    <a:pt x="132911" y="265574"/>
                  </a:lnTo>
                  <a:cubicBezTo>
                    <a:pt x="132272" y="268766"/>
                    <a:pt x="129077" y="271319"/>
                    <a:pt x="125882" y="271958"/>
                  </a:cubicBezTo>
                  <a:close/>
                  <a:moveTo>
                    <a:pt x="224926" y="208756"/>
                  </a:moveTo>
                  <a:cubicBezTo>
                    <a:pt x="224926" y="209395"/>
                    <a:pt x="224926" y="209395"/>
                    <a:pt x="224926" y="209395"/>
                  </a:cubicBezTo>
                  <a:cubicBezTo>
                    <a:pt x="224926" y="209395"/>
                    <a:pt x="224926" y="210033"/>
                    <a:pt x="224926" y="210033"/>
                  </a:cubicBezTo>
                  <a:cubicBezTo>
                    <a:pt x="224926" y="210033"/>
                    <a:pt x="224287" y="210671"/>
                    <a:pt x="224287" y="210671"/>
                  </a:cubicBezTo>
                  <a:cubicBezTo>
                    <a:pt x="224287" y="210671"/>
                    <a:pt x="224287" y="211310"/>
                    <a:pt x="224287" y="211310"/>
                  </a:cubicBezTo>
                  <a:lnTo>
                    <a:pt x="208312" y="230462"/>
                  </a:lnTo>
                  <a:cubicBezTo>
                    <a:pt x="207034" y="231738"/>
                    <a:pt x="205117" y="233015"/>
                    <a:pt x="203200" y="233015"/>
                  </a:cubicBezTo>
                  <a:cubicBezTo>
                    <a:pt x="201922" y="233015"/>
                    <a:pt x="200005" y="232377"/>
                    <a:pt x="199366" y="231738"/>
                  </a:cubicBezTo>
                  <a:cubicBezTo>
                    <a:pt x="196810" y="229185"/>
                    <a:pt x="196171" y="225355"/>
                    <a:pt x="198727" y="222801"/>
                  </a:cubicBezTo>
                  <a:lnTo>
                    <a:pt x="205756" y="214502"/>
                  </a:lnTo>
                  <a:lnTo>
                    <a:pt x="163582" y="214502"/>
                  </a:lnTo>
                  <a:lnTo>
                    <a:pt x="170611" y="222801"/>
                  </a:lnTo>
                  <a:cubicBezTo>
                    <a:pt x="173167" y="225355"/>
                    <a:pt x="172528" y="229823"/>
                    <a:pt x="169972" y="231738"/>
                  </a:cubicBezTo>
                  <a:cubicBezTo>
                    <a:pt x="168694" y="233015"/>
                    <a:pt x="167416" y="233015"/>
                    <a:pt x="166138" y="233015"/>
                  </a:cubicBezTo>
                  <a:cubicBezTo>
                    <a:pt x="164221" y="233015"/>
                    <a:pt x="162304" y="232377"/>
                    <a:pt x="161026" y="230462"/>
                  </a:cubicBezTo>
                  <a:lnTo>
                    <a:pt x="145052" y="211310"/>
                  </a:lnTo>
                  <a:cubicBezTo>
                    <a:pt x="145052" y="211310"/>
                    <a:pt x="145052" y="210671"/>
                    <a:pt x="145052" y="210671"/>
                  </a:cubicBezTo>
                  <a:cubicBezTo>
                    <a:pt x="145052" y="210671"/>
                    <a:pt x="144413" y="210033"/>
                    <a:pt x="144413" y="210033"/>
                  </a:cubicBezTo>
                  <a:cubicBezTo>
                    <a:pt x="144413" y="210033"/>
                    <a:pt x="144413" y="209395"/>
                    <a:pt x="144413" y="209395"/>
                  </a:cubicBezTo>
                  <a:cubicBezTo>
                    <a:pt x="144413" y="209395"/>
                    <a:pt x="144413" y="208756"/>
                    <a:pt x="144413" y="208756"/>
                  </a:cubicBezTo>
                  <a:cubicBezTo>
                    <a:pt x="144413" y="208756"/>
                    <a:pt x="144413" y="208118"/>
                    <a:pt x="144413" y="208118"/>
                  </a:cubicBezTo>
                  <a:cubicBezTo>
                    <a:pt x="144413" y="208118"/>
                    <a:pt x="144413" y="208118"/>
                    <a:pt x="144413" y="208118"/>
                  </a:cubicBezTo>
                  <a:cubicBezTo>
                    <a:pt x="144413" y="208118"/>
                    <a:pt x="144413" y="208118"/>
                    <a:pt x="144413" y="208118"/>
                  </a:cubicBezTo>
                  <a:cubicBezTo>
                    <a:pt x="144413" y="208118"/>
                    <a:pt x="144413" y="207479"/>
                    <a:pt x="144413" y="207479"/>
                  </a:cubicBezTo>
                  <a:cubicBezTo>
                    <a:pt x="144413" y="206841"/>
                    <a:pt x="144413" y="206841"/>
                    <a:pt x="144413" y="206841"/>
                  </a:cubicBezTo>
                  <a:cubicBezTo>
                    <a:pt x="144413" y="206841"/>
                    <a:pt x="144413" y="206203"/>
                    <a:pt x="144413" y="206203"/>
                  </a:cubicBezTo>
                  <a:cubicBezTo>
                    <a:pt x="144413" y="206203"/>
                    <a:pt x="145052" y="205564"/>
                    <a:pt x="145052" y="205564"/>
                  </a:cubicBezTo>
                  <a:cubicBezTo>
                    <a:pt x="145052" y="205564"/>
                    <a:pt x="145052" y="204926"/>
                    <a:pt x="145052" y="204926"/>
                  </a:cubicBezTo>
                  <a:lnTo>
                    <a:pt x="161026" y="185774"/>
                  </a:lnTo>
                  <a:cubicBezTo>
                    <a:pt x="163582" y="183220"/>
                    <a:pt x="167416" y="182582"/>
                    <a:pt x="169972" y="185135"/>
                  </a:cubicBezTo>
                  <a:cubicBezTo>
                    <a:pt x="172528" y="187689"/>
                    <a:pt x="173167" y="191519"/>
                    <a:pt x="170611" y="194073"/>
                  </a:cubicBezTo>
                  <a:lnTo>
                    <a:pt x="163582" y="202372"/>
                  </a:lnTo>
                  <a:lnTo>
                    <a:pt x="205756" y="202372"/>
                  </a:lnTo>
                  <a:lnTo>
                    <a:pt x="198727" y="194073"/>
                  </a:lnTo>
                  <a:cubicBezTo>
                    <a:pt x="196171" y="191519"/>
                    <a:pt x="196810" y="187051"/>
                    <a:pt x="199366" y="185135"/>
                  </a:cubicBezTo>
                  <a:cubicBezTo>
                    <a:pt x="201922" y="182582"/>
                    <a:pt x="206395" y="183220"/>
                    <a:pt x="208312" y="185774"/>
                  </a:cubicBezTo>
                  <a:lnTo>
                    <a:pt x="224287" y="204926"/>
                  </a:lnTo>
                  <a:cubicBezTo>
                    <a:pt x="224287" y="204926"/>
                    <a:pt x="224287" y="205564"/>
                    <a:pt x="224287" y="205564"/>
                  </a:cubicBezTo>
                  <a:cubicBezTo>
                    <a:pt x="224287" y="205564"/>
                    <a:pt x="224926" y="206203"/>
                    <a:pt x="224926" y="206203"/>
                  </a:cubicBezTo>
                  <a:cubicBezTo>
                    <a:pt x="224926" y="206203"/>
                    <a:pt x="224926" y="206841"/>
                    <a:pt x="224926" y="206841"/>
                  </a:cubicBezTo>
                  <a:cubicBezTo>
                    <a:pt x="224926" y="206841"/>
                    <a:pt x="224926" y="207479"/>
                    <a:pt x="224926" y="207479"/>
                  </a:cubicBezTo>
                  <a:cubicBezTo>
                    <a:pt x="224926" y="207479"/>
                    <a:pt x="224926" y="208118"/>
                    <a:pt x="224926" y="208118"/>
                  </a:cubicBezTo>
                  <a:cubicBezTo>
                    <a:pt x="224926" y="208118"/>
                    <a:pt x="224926" y="208118"/>
                    <a:pt x="224926" y="208118"/>
                  </a:cubicBezTo>
                  <a:cubicBezTo>
                    <a:pt x="224926" y="208118"/>
                    <a:pt x="224926" y="208118"/>
                    <a:pt x="224926" y="208118"/>
                  </a:cubicBezTo>
                  <a:cubicBezTo>
                    <a:pt x="224926" y="208118"/>
                    <a:pt x="224926" y="208756"/>
                    <a:pt x="224926" y="208756"/>
                  </a:cubicBezTo>
                  <a:close/>
                  <a:moveTo>
                    <a:pt x="306717" y="162153"/>
                  </a:moveTo>
                  <a:lnTo>
                    <a:pt x="293937" y="162153"/>
                  </a:lnTo>
                  <a:lnTo>
                    <a:pt x="293937" y="174921"/>
                  </a:lnTo>
                  <a:cubicBezTo>
                    <a:pt x="293937" y="182582"/>
                    <a:pt x="287547" y="188966"/>
                    <a:pt x="279879" y="188966"/>
                  </a:cubicBezTo>
                  <a:lnTo>
                    <a:pt x="276045" y="188966"/>
                  </a:lnTo>
                  <a:lnTo>
                    <a:pt x="276045" y="190881"/>
                  </a:lnTo>
                  <a:cubicBezTo>
                    <a:pt x="286269" y="192158"/>
                    <a:pt x="294576" y="201095"/>
                    <a:pt x="294576" y="211948"/>
                  </a:cubicBezTo>
                  <a:lnTo>
                    <a:pt x="294576" y="213863"/>
                  </a:lnTo>
                  <a:cubicBezTo>
                    <a:pt x="294576" y="217694"/>
                    <a:pt x="292020" y="220247"/>
                    <a:pt x="288186" y="220247"/>
                  </a:cubicBezTo>
                  <a:lnTo>
                    <a:pt x="271572" y="220247"/>
                  </a:lnTo>
                  <a:lnTo>
                    <a:pt x="271572" y="244506"/>
                  </a:lnTo>
                  <a:lnTo>
                    <a:pt x="292020" y="253444"/>
                  </a:lnTo>
                  <a:cubicBezTo>
                    <a:pt x="294576" y="254721"/>
                    <a:pt x="295854" y="256636"/>
                    <a:pt x="295854" y="259190"/>
                  </a:cubicBezTo>
                  <a:lnTo>
                    <a:pt x="295854" y="264297"/>
                  </a:lnTo>
                  <a:cubicBezTo>
                    <a:pt x="295854" y="268127"/>
                    <a:pt x="293298" y="270681"/>
                    <a:pt x="289464" y="270681"/>
                  </a:cubicBezTo>
                  <a:cubicBezTo>
                    <a:pt x="289464" y="270681"/>
                    <a:pt x="289464" y="270681"/>
                    <a:pt x="289464" y="270681"/>
                  </a:cubicBezTo>
                  <a:cubicBezTo>
                    <a:pt x="286269" y="270681"/>
                    <a:pt x="283074" y="268127"/>
                    <a:pt x="283074" y="264297"/>
                  </a:cubicBezTo>
                  <a:lnTo>
                    <a:pt x="283074" y="263658"/>
                  </a:lnTo>
                  <a:lnTo>
                    <a:pt x="271572" y="258551"/>
                  </a:lnTo>
                  <a:lnTo>
                    <a:pt x="271572" y="263020"/>
                  </a:lnTo>
                  <a:cubicBezTo>
                    <a:pt x="271572" y="266850"/>
                    <a:pt x="269016" y="269404"/>
                    <a:pt x="265182" y="269404"/>
                  </a:cubicBezTo>
                  <a:cubicBezTo>
                    <a:pt x="261348" y="269404"/>
                    <a:pt x="258792" y="266850"/>
                    <a:pt x="258792" y="263020"/>
                  </a:cubicBezTo>
                  <a:lnTo>
                    <a:pt x="258792" y="258551"/>
                  </a:lnTo>
                  <a:lnTo>
                    <a:pt x="247291" y="263658"/>
                  </a:lnTo>
                  <a:lnTo>
                    <a:pt x="247291" y="264297"/>
                  </a:lnTo>
                  <a:cubicBezTo>
                    <a:pt x="247291" y="267489"/>
                    <a:pt x="244096" y="270681"/>
                    <a:pt x="240901" y="270681"/>
                  </a:cubicBezTo>
                  <a:cubicBezTo>
                    <a:pt x="240901" y="270681"/>
                    <a:pt x="240901" y="270681"/>
                    <a:pt x="240901" y="270681"/>
                  </a:cubicBezTo>
                  <a:cubicBezTo>
                    <a:pt x="237067" y="270681"/>
                    <a:pt x="234511" y="267489"/>
                    <a:pt x="234511" y="264297"/>
                  </a:cubicBezTo>
                  <a:lnTo>
                    <a:pt x="234511" y="259190"/>
                  </a:lnTo>
                  <a:cubicBezTo>
                    <a:pt x="234511" y="256636"/>
                    <a:pt x="235789" y="254721"/>
                    <a:pt x="238345" y="253444"/>
                  </a:cubicBezTo>
                  <a:lnTo>
                    <a:pt x="258792" y="244506"/>
                  </a:lnTo>
                  <a:lnTo>
                    <a:pt x="258792" y="220247"/>
                  </a:lnTo>
                  <a:lnTo>
                    <a:pt x="240901" y="220247"/>
                  </a:lnTo>
                  <a:cubicBezTo>
                    <a:pt x="237067" y="220247"/>
                    <a:pt x="234511" y="217694"/>
                    <a:pt x="234511" y="213863"/>
                  </a:cubicBezTo>
                  <a:lnTo>
                    <a:pt x="234511" y="211948"/>
                  </a:lnTo>
                  <a:cubicBezTo>
                    <a:pt x="234511" y="201095"/>
                    <a:pt x="242818" y="191519"/>
                    <a:pt x="253680" y="190881"/>
                  </a:cubicBezTo>
                  <a:lnTo>
                    <a:pt x="253680" y="188966"/>
                  </a:lnTo>
                  <a:lnTo>
                    <a:pt x="249847" y="188966"/>
                  </a:lnTo>
                  <a:cubicBezTo>
                    <a:pt x="242179" y="188966"/>
                    <a:pt x="235789" y="182582"/>
                    <a:pt x="235789" y="174921"/>
                  </a:cubicBezTo>
                  <a:lnTo>
                    <a:pt x="235789" y="162153"/>
                  </a:lnTo>
                  <a:cubicBezTo>
                    <a:pt x="235789" y="162153"/>
                    <a:pt x="235789" y="162153"/>
                    <a:pt x="235789" y="162153"/>
                  </a:cubicBezTo>
                  <a:lnTo>
                    <a:pt x="219814" y="162153"/>
                  </a:lnTo>
                  <a:cubicBezTo>
                    <a:pt x="215980" y="162153"/>
                    <a:pt x="213424" y="159600"/>
                    <a:pt x="213424" y="155769"/>
                  </a:cubicBezTo>
                  <a:lnTo>
                    <a:pt x="213424" y="96398"/>
                  </a:lnTo>
                  <a:cubicBezTo>
                    <a:pt x="213424" y="92568"/>
                    <a:pt x="215980" y="90014"/>
                    <a:pt x="219814" y="90014"/>
                  </a:cubicBezTo>
                  <a:lnTo>
                    <a:pt x="307356" y="90014"/>
                  </a:lnTo>
                  <a:cubicBezTo>
                    <a:pt x="311190" y="90014"/>
                    <a:pt x="313746" y="92568"/>
                    <a:pt x="313746" y="96398"/>
                  </a:cubicBezTo>
                  <a:lnTo>
                    <a:pt x="313746" y="155769"/>
                  </a:lnTo>
                  <a:cubicBezTo>
                    <a:pt x="313107" y="158961"/>
                    <a:pt x="309912" y="162153"/>
                    <a:pt x="306717" y="162153"/>
                  </a:cubicBezTo>
                  <a:close/>
                </a:path>
              </a:pathLst>
            </a:custGeom>
            <a:solidFill>
              <a:srgbClr val="012169"/>
            </a:solidFill>
            <a:ln w="6390" cap="flat">
              <a:noFill/>
              <a:prstDash val="solid"/>
              <a:miter/>
            </a:ln>
          </p:spPr>
          <p:txBody>
            <a:bodyPr rtlCol="0" anchor="ctr"/>
            <a:lstStyle/>
            <a:p>
              <a:endParaRPr lang="en-US"/>
            </a:p>
          </p:txBody>
        </p:sp>
        <p:sp>
          <p:nvSpPr>
            <p:cNvPr id="537" name="Graphic 4">
              <a:extLst>
                <a:ext uri="{FF2B5EF4-FFF2-40B4-BE49-F238E27FC236}">
                  <a16:creationId xmlns:a16="http://schemas.microsoft.com/office/drawing/2014/main" id="{180BBB89-DA33-934F-B103-A438C7BF5A18}"/>
                </a:ext>
              </a:extLst>
            </p:cNvPr>
            <p:cNvSpPr/>
            <p:nvPr/>
          </p:nvSpPr>
          <p:spPr>
            <a:xfrm>
              <a:off x="1130379" y="4411494"/>
              <a:ext cx="74762" cy="46602"/>
            </a:xfrm>
            <a:custGeom>
              <a:avLst/>
              <a:gdLst>
                <a:gd name="connsiteX0" fmla="*/ 0 w 74762"/>
                <a:gd name="connsiteY0" fmla="*/ 46603 h 46602"/>
                <a:gd name="connsiteX1" fmla="*/ 9585 w 74762"/>
                <a:gd name="connsiteY1" fmla="*/ 46603 h 46602"/>
                <a:gd name="connsiteX2" fmla="*/ 9585 w 74762"/>
                <a:gd name="connsiteY2" fmla="*/ 46603 h 46602"/>
                <a:gd name="connsiteX3" fmla="*/ 9585 w 74762"/>
                <a:gd name="connsiteY3" fmla="*/ 38304 h 46602"/>
                <a:gd name="connsiteX4" fmla="*/ 37701 w 74762"/>
                <a:gd name="connsiteY4" fmla="*/ 10852 h 46602"/>
                <a:gd name="connsiteX5" fmla="*/ 40896 w 74762"/>
                <a:gd name="connsiteY5" fmla="*/ 10852 h 46602"/>
                <a:gd name="connsiteX6" fmla="*/ 68372 w 74762"/>
                <a:gd name="connsiteY6" fmla="*/ 38304 h 46602"/>
                <a:gd name="connsiteX7" fmla="*/ 68372 w 74762"/>
                <a:gd name="connsiteY7" fmla="*/ 46603 h 46602"/>
                <a:gd name="connsiteX8" fmla="*/ 74762 w 74762"/>
                <a:gd name="connsiteY8" fmla="*/ 46603 h 46602"/>
                <a:gd name="connsiteX9" fmla="*/ 74762 w 74762"/>
                <a:gd name="connsiteY9" fmla="*/ 0 h 46602"/>
                <a:gd name="connsiteX10" fmla="*/ 0 w 74762"/>
                <a:gd name="connsiteY10" fmla="*/ 0 h 46602"/>
                <a:gd name="connsiteX11" fmla="*/ 0 w 74762"/>
                <a:gd name="connsiteY11" fmla="*/ 46603 h 4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762" h="46602">
                  <a:moveTo>
                    <a:pt x="0" y="46603"/>
                  </a:moveTo>
                  <a:lnTo>
                    <a:pt x="9585" y="46603"/>
                  </a:lnTo>
                  <a:cubicBezTo>
                    <a:pt x="9585" y="46603"/>
                    <a:pt x="9585" y="46603"/>
                    <a:pt x="9585" y="46603"/>
                  </a:cubicBezTo>
                  <a:lnTo>
                    <a:pt x="9585" y="38304"/>
                  </a:lnTo>
                  <a:cubicBezTo>
                    <a:pt x="9585" y="22982"/>
                    <a:pt x="22365" y="10852"/>
                    <a:pt x="37701" y="10852"/>
                  </a:cubicBezTo>
                  <a:lnTo>
                    <a:pt x="40896" y="10852"/>
                  </a:lnTo>
                  <a:cubicBezTo>
                    <a:pt x="56231" y="10852"/>
                    <a:pt x="68372" y="23620"/>
                    <a:pt x="68372" y="38304"/>
                  </a:cubicBezTo>
                  <a:lnTo>
                    <a:pt x="68372" y="46603"/>
                  </a:lnTo>
                  <a:lnTo>
                    <a:pt x="74762" y="46603"/>
                  </a:lnTo>
                  <a:lnTo>
                    <a:pt x="74762" y="0"/>
                  </a:lnTo>
                  <a:lnTo>
                    <a:pt x="0" y="0"/>
                  </a:lnTo>
                  <a:lnTo>
                    <a:pt x="0" y="46603"/>
                  </a:lnTo>
                  <a:close/>
                </a:path>
              </a:pathLst>
            </a:custGeom>
            <a:solidFill>
              <a:srgbClr val="012169"/>
            </a:solidFill>
            <a:ln w="6390" cap="flat">
              <a:noFill/>
              <a:prstDash val="solid"/>
              <a:miter/>
            </a:ln>
          </p:spPr>
          <p:txBody>
            <a:bodyPr rtlCol="0" anchor="ctr"/>
            <a:lstStyle/>
            <a:p>
              <a:endParaRPr lang="en-US"/>
            </a:p>
          </p:txBody>
        </p:sp>
      </p:grpSp>
      <p:grpSp>
        <p:nvGrpSpPr>
          <p:cNvPr id="538" name="Graphic 4">
            <a:extLst>
              <a:ext uri="{FF2B5EF4-FFF2-40B4-BE49-F238E27FC236}">
                <a16:creationId xmlns:a16="http://schemas.microsoft.com/office/drawing/2014/main" id="{2951AB2C-0921-1342-BF0E-20814DD4DA27}"/>
              </a:ext>
            </a:extLst>
          </p:cNvPr>
          <p:cNvGrpSpPr/>
          <p:nvPr/>
        </p:nvGrpSpPr>
        <p:grpSpPr>
          <a:xfrm>
            <a:off x="905454" y="3824168"/>
            <a:ext cx="361670" cy="361333"/>
            <a:chOff x="905454" y="3824168"/>
            <a:chExt cx="361670" cy="361333"/>
          </a:xfrm>
          <a:solidFill>
            <a:srgbClr val="012169"/>
          </a:solidFill>
        </p:grpSpPr>
        <p:sp>
          <p:nvSpPr>
            <p:cNvPr id="539" name="Graphic 4">
              <a:extLst>
                <a:ext uri="{FF2B5EF4-FFF2-40B4-BE49-F238E27FC236}">
                  <a16:creationId xmlns:a16="http://schemas.microsoft.com/office/drawing/2014/main" id="{DB9B1FA5-3282-7445-9C39-BA0C4826CEFB}"/>
                </a:ext>
              </a:extLst>
            </p:cNvPr>
            <p:cNvSpPr/>
            <p:nvPr/>
          </p:nvSpPr>
          <p:spPr>
            <a:xfrm>
              <a:off x="1112488" y="3964615"/>
              <a:ext cx="6389" cy="19790"/>
            </a:xfrm>
            <a:custGeom>
              <a:avLst/>
              <a:gdLst>
                <a:gd name="connsiteX0" fmla="*/ 6390 w 6389"/>
                <a:gd name="connsiteY0" fmla="*/ 0 h 19790"/>
                <a:gd name="connsiteX1" fmla="*/ 0 w 6389"/>
                <a:gd name="connsiteY1" fmla="*/ 0 h 19790"/>
                <a:gd name="connsiteX2" fmla="*/ 0 w 6389"/>
                <a:gd name="connsiteY2" fmla="*/ 19790 h 19790"/>
                <a:gd name="connsiteX3" fmla="*/ 6390 w 6389"/>
                <a:gd name="connsiteY3" fmla="*/ 18513 h 19790"/>
                <a:gd name="connsiteX4" fmla="*/ 6390 w 6389"/>
                <a:gd name="connsiteY4" fmla="*/ 0 h 19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9" h="19790">
                  <a:moveTo>
                    <a:pt x="6390" y="0"/>
                  </a:moveTo>
                  <a:lnTo>
                    <a:pt x="0" y="0"/>
                  </a:lnTo>
                  <a:lnTo>
                    <a:pt x="0" y="19790"/>
                  </a:lnTo>
                  <a:cubicBezTo>
                    <a:pt x="1917" y="19152"/>
                    <a:pt x="3834" y="18513"/>
                    <a:pt x="6390" y="18513"/>
                  </a:cubicBezTo>
                  <a:lnTo>
                    <a:pt x="6390" y="0"/>
                  </a:lnTo>
                  <a:close/>
                </a:path>
              </a:pathLst>
            </a:custGeom>
            <a:solidFill>
              <a:srgbClr val="012169"/>
            </a:solidFill>
            <a:ln w="6390" cap="flat">
              <a:noFill/>
              <a:prstDash val="solid"/>
              <a:miter/>
            </a:ln>
          </p:spPr>
          <p:txBody>
            <a:bodyPr rtlCol="0" anchor="ctr"/>
            <a:lstStyle/>
            <a:p>
              <a:endParaRPr lang="en-US"/>
            </a:p>
          </p:txBody>
        </p:sp>
        <p:sp>
          <p:nvSpPr>
            <p:cNvPr id="540" name="Graphic 4">
              <a:extLst>
                <a:ext uri="{FF2B5EF4-FFF2-40B4-BE49-F238E27FC236}">
                  <a16:creationId xmlns:a16="http://schemas.microsoft.com/office/drawing/2014/main" id="{13FEDE42-1BCB-1244-B4B2-3DEFAC2D9EFB}"/>
                </a:ext>
              </a:extLst>
            </p:cNvPr>
            <p:cNvSpPr/>
            <p:nvPr/>
          </p:nvSpPr>
          <p:spPr>
            <a:xfrm>
              <a:off x="1095235" y="3947378"/>
              <a:ext cx="35144" cy="3830"/>
            </a:xfrm>
            <a:custGeom>
              <a:avLst/>
              <a:gdLst>
                <a:gd name="connsiteX0" fmla="*/ 0 w 35144"/>
                <a:gd name="connsiteY0" fmla="*/ 0 h 3830"/>
                <a:gd name="connsiteX1" fmla="*/ 35145 w 35144"/>
                <a:gd name="connsiteY1" fmla="*/ 0 h 3830"/>
                <a:gd name="connsiteX2" fmla="*/ 35145 w 35144"/>
                <a:gd name="connsiteY2" fmla="*/ 3830 h 3830"/>
                <a:gd name="connsiteX3" fmla="*/ 0 w 35144"/>
                <a:gd name="connsiteY3" fmla="*/ 3830 h 3830"/>
              </a:gdLst>
              <a:ahLst/>
              <a:cxnLst>
                <a:cxn ang="0">
                  <a:pos x="connsiteX0" y="connsiteY0"/>
                </a:cxn>
                <a:cxn ang="0">
                  <a:pos x="connsiteX1" y="connsiteY1"/>
                </a:cxn>
                <a:cxn ang="0">
                  <a:pos x="connsiteX2" y="connsiteY2"/>
                </a:cxn>
                <a:cxn ang="0">
                  <a:pos x="connsiteX3" y="connsiteY3"/>
                </a:cxn>
              </a:cxnLst>
              <a:rect l="l" t="t" r="r" b="b"/>
              <a:pathLst>
                <a:path w="35144" h="3830">
                  <a:moveTo>
                    <a:pt x="0" y="0"/>
                  </a:moveTo>
                  <a:lnTo>
                    <a:pt x="35145" y="0"/>
                  </a:lnTo>
                  <a:lnTo>
                    <a:pt x="35145" y="3830"/>
                  </a:lnTo>
                  <a:lnTo>
                    <a:pt x="0" y="3830"/>
                  </a:lnTo>
                  <a:close/>
                </a:path>
              </a:pathLst>
            </a:custGeom>
            <a:solidFill>
              <a:srgbClr val="012169"/>
            </a:solidFill>
            <a:ln w="6390" cap="flat">
              <a:noFill/>
              <a:prstDash val="solid"/>
              <a:miter/>
            </a:ln>
          </p:spPr>
          <p:txBody>
            <a:bodyPr rtlCol="0" anchor="ctr"/>
            <a:lstStyle/>
            <a:p>
              <a:endParaRPr lang="en-US"/>
            </a:p>
          </p:txBody>
        </p:sp>
        <p:sp>
          <p:nvSpPr>
            <p:cNvPr id="541" name="Graphic 4">
              <a:extLst>
                <a:ext uri="{FF2B5EF4-FFF2-40B4-BE49-F238E27FC236}">
                  <a16:creationId xmlns:a16="http://schemas.microsoft.com/office/drawing/2014/main" id="{091856FB-429A-774A-AEDA-F5B8E80921FA}"/>
                </a:ext>
              </a:extLst>
            </p:cNvPr>
            <p:cNvSpPr/>
            <p:nvPr/>
          </p:nvSpPr>
          <p:spPr>
            <a:xfrm>
              <a:off x="1159134" y="3930780"/>
              <a:ext cx="26837" cy="26812"/>
            </a:xfrm>
            <a:custGeom>
              <a:avLst/>
              <a:gdLst>
                <a:gd name="connsiteX0" fmla="*/ 13419 w 26837"/>
                <a:gd name="connsiteY0" fmla="*/ 26813 h 26812"/>
                <a:gd name="connsiteX1" fmla="*/ 26838 w 26837"/>
                <a:gd name="connsiteY1" fmla="*/ 13407 h 26812"/>
                <a:gd name="connsiteX2" fmla="*/ 13419 w 26837"/>
                <a:gd name="connsiteY2" fmla="*/ 0 h 26812"/>
                <a:gd name="connsiteX3" fmla="*/ 0 w 26837"/>
                <a:gd name="connsiteY3" fmla="*/ 13407 h 26812"/>
                <a:gd name="connsiteX4" fmla="*/ 13419 w 26837"/>
                <a:gd name="connsiteY4" fmla="*/ 26813 h 26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7" h="26812">
                  <a:moveTo>
                    <a:pt x="13419" y="26813"/>
                  </a:moveTo>
                  <a:cubicBezTo>
                    <a:pt x="21087" y="26813"/>
                    <a:pt x="26838" y="20429"/>
                    <a:pt x="26838" y="13407"/>
                  </a:cubicBezTo>
                  <a:cubicBezTo>
                    <a:pt x="26838" y="6384"/>
                    <a:pt x="20448" y="0"/>
                    <a:pt x="13419" y="0"/>
                  </a:cubicBezTo>
                  <a:cubicBezTo>
                    <a:pt x="5751" y="0"/>
                    <a:pt x="0" y="6384"/>
                    <a:pt x="0" y="13407"/>
                  </a:cubicBezTo>
                  <a:cubicBezTo>
                    <a:pt x="0" y="20429"/>
                    <a:pt x="5751" y="26813"/>
                    <a:pt x="13419" y="26813"/>
                  </a:cubicBezTo>
                  <a:close/>
                </a:path>
              </a:pathLst>
            </a:custGeom>
            <a:solidFill>
              <a:srgbClr val="012169"/>
            </a:solidFill>
            <a:ln w="6390" cap="flat">
              <a:noFill/>
              <a:prstDash val="solid"/>
              <a:miter/>
            </a:ln>
          </p:spPr>
          <p:txBody>
            <a:bodyPr rtlCol="0" anchor="ctr"/>
            <a:lstStyle/>
            <a:p>
              <a:endParaRPr lang="en-US"/>
            </a:p>
          </p:txBody>
        </p:sp>
        <p:sp>
          <p:nvSpPr>
            <p:cNvPr id="542" name="Graphic 4">
              <a:extLst>
                <a:ext uri="{FF2B5EF4-FFF2-40B4-BE49-F238E27FC236}">
                  <a16:creationId xmlns:a16="http://schemas.microsoft.com/office/drawing/2014/main" id="{754F7BEF-1B68-1A4D-9752-9F10ABA2C614}"/>
                </a:ext>
              </a:extLst>
            </p:cNvPr>
            <p:cNvSpPr/>
            <p:nvPr/>
          </p:nvSpPr>
          <p:spPr>
            <a:xfrm>
              <a:off x="1103542" y="3994620"/>
              <a:ext cx="82430" cy="118359"/>
            </a:xfrm>
            <a:custGeom>
              <a:avLst/>
              <a:gdLst>
                <a:gd name="connsiteX0" fmla="*/ 53676 w 82430"/>
                <a:gd name="connsiteY0" fmla="*/ 22344 h 118359"/>
                <a:gd name="connsiteX1" fmla="*/ 53676 w 82430"/>
                <a:gd name="connsiteY1" fmla="*/ 22344 h 118359"/>
                <a:gd name="connsiteX2" fmla="*/ 47286 w 82430"/>
                <a:gd name="connsiteY2" fmla="*/ 17875 h 118359"/>
                <a:gd name="connsiteX3" fmla="*/ 21726 w 82430"/>
                <a:gd name="connsiteY3" fmla="*/ 0 h 118359"/>
                <a:gd name="connsiteX4" fmla="*/ 0 w 82430"/>
                <a:gd name="connsiteY4" fmla="*/ 11491 h 118359"/>
                <a:gd name="connsiteX5" fmla="*/ 21087 w 82430"/>
                <a:gd name="connsiteY5" fmla="*/ 11491 h 118359"/>
                <a:gd name="connsiteX6" fmla="*/ 33228 w 82430"/>
                <a:gd name="connsiteY6" fmla="*/ 15322 h 118359"/>
                <a:gd name="connsiteX7" fmla="*/ 39618 w 82430"/>
                <a:gd name="connsiteY7" fmla="*/ 31282 h 118359"/>
                <a:gd name="connsiteX8" fmla="*/ 49842 w 82430"/>
                <a:gd name="connsiteY8" fmla="*/ 36389 h 118359"/>
                <a:gd name="connsiteX9" fmla="*/ 54954 w 82430"/>
                <a:gd name="connsiteY9" fmla="*/ 48519 h 118359"/>
                <a:gd name="connsiteX10" fmla="*/ 49842 w 82430"/>
                <a:gd name="connsiteY10" fmla="*/ 60648 h 118359"/>
                <a:gd name="connsiteX11" fmla="*/ 39618 w 82430"/>
                <a:gd name="connsiteY11" fmla="*/ 64478 h 118359"/>
                <a:gd name="connsiteX12" fmla="*/ 34506 w 82430"/>
                <a:gd name="connsiteY12" fmla="*/ 79800 h 118359"/>
                <a:gd name="connsiteX13" fmla="*/ 20448 w 82430"/>
                <a:gd name="connsiteY13" fmla="*/ 84907 h 118359"/>
                <a:gd name="connsiteX14" fmla="*/ 19809 w 82430"/>
                <a:gd name="connsiteY14" fmla="*/ 84907 h 118359"/>
                <a:gd name="connsiteX15" fmla="*/ 14058 w 82430"/>
                <a:gd name="connsiteY15" fmla="*/ 99590 h 118359"/>
                <a:gd name="connsiteX16" fmla="*/ 9585 w 82430"/>
                <a:gd name="connsiteY16" fmla="*/ 102782 h 118359"/>
                <a:gd name="connsiteX17" fmla="*/ 23643 w 82430"/>
                <a:gd name="connsiteY17" fmla="*/ 116827 h 118359"/>
                <a:gd name="connsiteX18" fmla="*/ 46008 w 82430"/>
                <a:gd name="connsiteY18" fmla="*/ 114912 h 118359"/>
                <a:gd name="connsiteX19" fmla="*/ 57509 w 82430"/>
                <a:gd name="connsiteY19" fmla="*/ 81715 h 118359"/>
                <a:gd name="connsiteX20" fmla="*/ 58148 w 82430"/>
                <a:gd name="connsiteY20" fmla="*/ 76608 h 118359"/>
                <a:gd name="connsiteX21" fmla="*/ 61982 w 82430"/>
                <a:gd name="connsiteY21" fmla="*/ 73416 h 118359"/>
                <a:gd name="connsiteX22" fmla="*/ 82430 w 82430"/>
                <a:gd name="connsiteY22" fmla="*/ 49157 h 118359"/>
                <a:gd name="connsiteX23" fmla="*/ 74762 w 82430"/>
                <a:gd name="connsiteY23" fmla="*/ 28090 h 118359"/>
                <a:gd name="connsiteX24" fmla="*/ 53676 w 82430"/>
                <a:gd name="connsiteY24" fmla="*/ 22344 h 118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2430" h="118359">
                  <a:moveTo>
                    <a:pt x="53676" y="22344"/>
                  </a:moveTo>
                  <a:cubicBezTo>
                    <a:pt x="53676" y="22344"/>
                    <a:pt x="53676" y="22344"/>
                    <a:pt x="53676" y="22344"/>
                  </a:cubicBezTo>
                  <a:cubicBezTo>
                    <a:pt x="51119" y="22344"/>
                    <a:pt x="48564" y="20429"/>
                    <a:pt x="47286" y="17875"/>
                  </a:cubicBezTo>
                  <a:cubicBezTo>
                    <a:pt x="47286" y="17237"/>
                    <a:pt x="40896" y="0"/>
                    <a:pt x="21726" y="0"/>
                  </a:cubicBezTo>
                  <a:cubicBezTo>
                    <a:pt x="8946" y="0"/>
                    <a:pt x="2556" y="7023"/>
                    <a:pt x="0" y="11491"/>
                  </a:cubicBezTo>
                  <a:lnTo>
                    <a:pt x="21087" y="11491"/>
                  </a:lnTo>
                  <a:cubicBezTo>
                    <a:pt x="23004" y="11491"/>
                    <a:pt x="28116" y="11491"/>
                    <a:pt x="33228" y="15322"/>
                  </a:cubicBezTo>
                  <a:cubicBezTo>
                    <a:pt x="37062" y="19152"/>
                    <a:pt x="39618" y="24259"/>
                    <a:pt x="39618" y="31282"/>
                  </a:cubicBezTo>
                  <a:cubicBezTo>
                    <a:pt x="42174" y="31920"/>
                    <a:pt x="46647" y="32559"/>
                    <a:pt x="49842" y="36389"/>
                  </a:cubicBezTo>
                  <a:cubicBezTo>
                    <a:pt x="51759" y="38304"/>
                    <a:pt x="54954" y="42135"/>
                    <a:pt x="54954" y="48519"/>
                  </a:cubicBezTo>
                  <a:cubicBezTo>
                    <a:pt x="54954" y="54902"/>
                    <a:pt x="52397" y="58733"/>
                    <a:pt x="49842" y="60648"/>
                  </a:cubicBezTo>
                  <a:cubicBezTo>
                    <a:pt x="46647" y="63202"/>
                    <a:pt x="42813" y="64478"/>
                    <a:pt x="39618" y="64478"/>
                  </a:cubicBezTo>
                  <a:cubicBezTo>
                    <a:pt x="39618" y="70862"/>
                    <a:pt x="38340" y="75970"/>
                    <a:pt x="34506" y="79800"/>
                  </a:cubicBezTo>
                  <a:cubicBezTo>
                    <a:pt x="30033" y="84269"/>
                    <a:pt x="23643" y="84907"/>
                    <a:pt x="20448" y="84907"/>
                  </a:cubicBezTo>
                  <a:cubicBezTo>
                    <a:pt x="20448" y="84907"/>
                    <a:pt x="19809" y="84907"/>
                    <a:pt x="19809" y="84907"/>
                  </a:cubicBezTo>
                  <a:cubicBezTo>
                    <a:pt x="19809" y="91291"/>
                    <a:pt x="17892" y="95760"/>
                    <a:pt x="14058" y="99590"/>
                  </a:cubicBezTo>
                  <a:cubicBezTo>
                    <a:pt x="12780" y="100867"/>
                    <a:pt x="10863" y="102144"/>
                    <a:pt x="9585" y="102782"/>
                  </a:cubicBezTo>
                  <a:cubicBezTo>
                    <a:pt x="12780" y="109166"/>
                    <a:pt x="17892" y="114273"/>
                    <a:pt x="23643" y="116827"/>
                  </a:cubicBezTo>
                  <a:cubicBezTo>
                    <a:pt x="30672" y="119381"/>
                    <a:pt x="37701" y="118742"/>
                    <a:pt x="46008" y="114912"/>
                  </a:cubicBezTo>
                  <a:cubicBezTo>
                    <a:pt x="65177" y="105974"/>
                    <a:pt x="58148" y="82354"/>
                    <a:pt x="57509" y="81715"/>
                  </a:cubicBezTo>
                  <a:cubicBezTo>
                    <a:pt x="56871" y="79800"/>
                    <a:pt x="56871" y="78523"/>
                    <a:pt x="58148" y="76608"/>
                  </a:cubicBezTo>
                  <a:cubicBezTo>
                    <a:pt x="58787" y="75331"/>
                    <a:pt x="60065" y="74054"/>
                    <a:pt x="61982" y="73416"/>
                  </a:cubicBezTo>
                  <a:cubicBezTo>
                    <a:pt x="62621" y="73416"/>
                    <a:pt x="82430" y="67032"/>
                    <a:pt x="82430" y="49157"/>
                  </a:cubicBezTo>
                  <a:cubicBezTo>
                    <a:pt x="82430" y="40219"/>
                    <a:pt x="79874" y="33197"/>
                    <a:pt x="74762" y="28090"/>
                  </a:cubicBezTo>
                  <a:cubicBezTo>
                    <a:pt x="69650" y="24898"/>
                    <a:pt x="62621" y="22344"/>
                    <a:pt x="53676" y="22344"/>
                  </a:cubicBezTo>
                  <a:close/>
                </a:path>
              </a:pathLst>
            </a:custGeom>
            <a:solidFill>
              <a:srgbClr val="012169"/>
            </a:solidFill>
            <a:ln w="6390" cap="flat">
              <a:noFill/>
              <a:prstDash val="solid"/>
              <a:miter/>
            </a:ln>
          </p:spPr>
          <p:txBody>
            <a:bodyPr rtlCol="0" anchor="ctr"/>
            <a:lstStyle/>
            <a:p>
              <a:endParaRPr lang="en-US"/>
            </a:p>
          </p:txBody>
        </p:sp>
        <p:sp>
          <p:nvSpPr>
            <p:cNvPr id="543" name="Graphic 4">
              <a:extLst>
                <a:ext uri="{FF2B5EF4-FFF2-40B4-BE49-F238E27FC236}">
                  <a16:creationId xmlns:a16="http://schemas.microsoft.com/office/drawing/2014/main" id="{54B33944-A6A3-A54D-B3B9-196CDD8D6396}"/>
                </a:ext>
              </a:extLst>
            </p:cNvPr>
            <p:cNvSpPr/>
            <p:nvPr/>
          </p:nvSpPr>
          <p:spPr>
            <a:xfrm>
              <a:off x="905454"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67099 w 361670"/>
                <a:gd name="connsiteY5" fmla="*/ 93206 h 361333"/>
                <a:gd name="connsiteX6" fmla="*/ 293298 w 361670"/>
                <a:gd name="connsiteY6" fmla="*/ 119380 h 361333"/>
                <a:gd name="connsiteX7" fmla="*/ 267099 w 361670"/>
                <a:gd name="connsiteY7" fmla="*/ 145555 h 361333"/>
                <a:gd name="connsiteX8" fmla="*/ 240901 w 361670"/>
                <a:gd name="connsiteY8" fmla="*/ 119380 h 361333"/>
                <a:gd name="connsiteX9" fmla="*/ 267099 w 361670"/>
                <a:gd name="connsiteY9" fmla="*/ 93206 h 361333"/>
                <a:gd name="connsiteX10" fmla="*/ 269655 w 361670"/>
                <a:gd name="connsiteY10" fmla="*/ 255359 h 361333"/>
                <a:gd name="connsiteX11" fmla="*/ 249847 w 361670"/>
                <a:gd name="connsiteY11" fmla="*/ 298132 h 361333"/>
                <a:gd name="connsiteX12" fmla="*/ 230677 w 361670"/>
                <a:gd name="connsiteY12" fmla="*/ 302601 h 361333"/>
                <a:gd name="connsiteX13" fmla="*/ 217258 w 361670"/>
                <a:gd name="connsiteY13" fmla="*/ 300047 h 361333"/>
                <a:gd name="connsiteX14" fmla="*/ 194254 w 361670"/>
                <a:gd name="connsiteY14" fmla="*/ 276426 h 361333"/>
                <a:gd name="connsiteX15" fmla="*/ 115019 w 361670"/>
                <a:gd name="connsiteY15" fmla="*/ 276426 h 361333"/>
                <a:gd name="connsiteX16" fmla="*/ 112463 w 361670"/>
                <a:gd name="connsiteY16" fmla="*/ 275788 h 361333"/>
                <a:gd name="connsiteX17" fmla="*/ 93932 w 361670"/>
                <a:gd name="connsiteY17" fmla="*/ 266850 h 361333"/>
                <a:gd name="connsiteX18" fmla="*/ 72206 w 361670"/>
                <a:gd name="connsiteY18" fmla="*/ 266850 h 361333"/>
                <a:gd name="connsiteX19" fmla="*/ 72206 w 361670"/>
                <a:gd name="connsiteY19" fmla="*/ 266850 h 361333"/>
                <a:gd name="connsiteX20" fmla="*/ 65816 w 361670"/>
                <a:gd name="connsiteY20" fmla="*/ 260466 h 361333"/>
                <a:gd name="connsiteX21" fmla="*/ 72206 w 361670"/>
                <a:gd name="connsiteY21" fmla="*/ 254082 h 361333"/>
                <a:gd name="connsiteX22" fmla="*/ 95210 w 361670"/>
                <a:gd name="connsiteY22" fmla="*/ 254082 h 361333"/>
                <a:gd name="connsiteX23" fmla="*/ 98405 w 361670"/>
                <a:gd name="connsiteY23" fmla="*/ 254721 h 361333"/>
                <a:gd name="connsiteX24" fmla="*/ 116936 w 361670"/>
                <a:gd name="connsiteY24" fmla="*/ 263658 h 361333"/>
                <a:gd name="connsiteX25" fmla="*/ 196810 w 361670"/>
                <a:gd name="connsiteY25" fmla="*/ 263658 h 361333"/>
                <a:gd name="connsiteX26" fmla="*/ 197449 w 361670"/>
                <a:gd name="connsiteY26" fmla="*/ 263658 h 361333"/>
                <a:gd name="connsiteX27" fmla="*/ 203200 w 361670"/>
                <a:gd name="connsiteY27" fmla="*/ 261743 h 361333"/>
                <a:gd name="connsiteX28" fmla="*/ 205117 w 361670"/>
                <a:gd name="connsiteY28" fmla="*/ 255998 h 361333"/>
                <a:gd name="connsiteX29" fmla="*/ 169333 w 361670"/>
                <a:gd name="connsiteY29" fmla="*/ 255998 h 361333"/>
                <a:gd name="connsiteX30" fmla="*/ 162943 w 361670"/>
                <a:gd name="connsiteY30" fmla="*/ 249614 h 361333"/>
                <a:gd name="connsiteX31" fmla="*/ 169333 w 361670"/>
                <a:gd name="connsiteY31" fmla="*/ 243230 h 361333"/>
                <a:gd name="connsiteX32" fmla="*/ 217258 w 361670"/>
                <a:gd name="connsiteY32" fmla="*/ 243230 h 361333"/>
                <a:gd name="connsiteX33" fmla="*/ 217897 w 361670"/>
                <a:gd name="connsiteY33" fmla="*/ 243230 h 361333"/>
                <a:gd name="connsiteX34" fmla="*/ 223009 w 361670"/>
                <a:gd name="connsiteY34" fmla="*/ 241314 h 361333"/>
                <a:gd name="connsiteX35" fmla="*/ 224287 w 361670"/>
                <a:gd name="connsiteY35" fmla="*/ 234930 h 361333"/>
                <a:gd name="connsiteX36" fmla="*/ 175084 w 361670"/>
                <a:gd name="connsiteY36" fmla="*/ 234930 h 361333"/>
                <a:gd name="connsiteX37" fmla="*/ 168694 w 361670"/>
                <a:gd name="connsiteY37" fmla="*/ 228546 h 361333"/>
                <a:gd name="connsiteX38" fmla="*/ 175084 w 361670"/>
                <a:gd name="connsiteY38" fmla="*/ 222163 h 361333"/>
                <a:gd name="connsiteX39" fmla="*/ 233872 w 361670"/>
                <a:gd name="connsiteY39" fmla="*/ 222163 h 361333"/>
                <a:gd name="connsiteX40" fmla="*/ 234511 w 361670"/>
                <a:gd name="connsiteY40" fmla="*/ 222163 h 361333"/>
                <a:gd name="connsiteX41" fmla="*/ 238984 w 361670"/>
                <a:gd name="connsiteY41" fmla="*/ 220886 h 361333"/>
                <a:gd name="connsiteX42" fmla="*/ 239623 w 361670"/>
                <a:gd name="connsiteY42" fmla="*/ 218332 h 361333"/>
                <a:gd name="connsiteX43" fmla="*/ 238345 w 361670"/>
                <a:gd name="connsiteY43" fmla="*/ 215140 h 361333"/>
                <a:gd name="connsiteX44" fmla="*/ 233872 w 361670"/>
                <a:gd name="connsiteY44" fmla="*/ 213863 h 361333"/>
                <a:gd name="connsiteX45" fmla="*/ 233872 w 361670"/>
                <a:gd name="connsiteY45" fmla="*/ 213863 h 361333"/>
                <a:gd name="connsiteX46" fmla="*/ 174445 w 361670"/>
                <a:gd name="connsiteY46" fmla="*/ 213863 h 361333"/>
                <a:gd name="connsiteX47" fmla="*/ 168055 w 361670"/>
                <a:gd name="connsiteY47" fmla="*/ 207479 h 361333"/>
                <a:gd name="connsiteX48" fmla="*/ 174445 w 361670"/>
                <a:gd name="connsiteY48" fmla="*/ 201095 h 361333"/>
                <a:gd name="connsiteX49" fmla="*/ 224287 w 361670"/>
                <a:gd name="connsiteY49" fmla="*/ 201095 h 361333"/>
                <a:gd name="connsiteX50" fmla="*/ 222370 w 361670"/>
                <a:gd name="connsiteY50" fmla="*/ 194711 h 361333"/>
                <a:gd name="connsiteX51" fmla="*/ 219814 w 361670"/>
                <a:gd name="connsiteY51" fmla="*/ 193435 h 361333"/>
                <a:gd name="connsiteX52" fmla="*/ 153358 w 361670"/>
                <a:gd name="connsiteY52" fmla="*/ 194073 h 361333"/>
                <a:gd name="connsiteX53" fmla="*/ 149525 w 361670"/>
                <a:gd name="connsiteY53" fmla="*/ 192796 h 361333"/>
                <a:gd name="connsiteX54" fmla="*/ 139940 w 361670"/>
                <a:gd name="connsiteY54" fmla="*/ 186412 h 361333"/>
                <a:gd name="connsiteX55" fmla="*/ 137384 w 361670"/>
                <a:gd name="connsiteY55" fmla="*/ 180667 h 361333"/>
                <a:gd name="connsiteX56" fmla="*/ 141218 w 361670"/>
                <a:gd name="connsiteY56" fmla="*/ 175560 h 361333"/>
                <a:gd name="connsiteX57" fmla="*/ 164860 w 361670"/>
                <a:gd name="connsiteY57" fmla="*/ 156408 h 361333"/>
                <a:gd name="connsiteX58" fmla="*/ 164221 w 361670"/>
                <a:gd name="connsiteY58" fmla="*/ 154492 h 361333"/>
                <a:gd name="connsiteX59" fmla="*/ 127799 w 361670"/>
                <a:gd name="connsiteY59" fmla="*/ 167260 h 361333"/>
                <a:gd name="connsiteX60" fmla="*/ 106712 w 361670"/>
                <a:gd name="connsiteY60" fmla="*/ 182582 h 361333"/>
                <a:gd name="connsiteX61" fmla="*/ 93293 w 361670"/>
                <a:gd name="connsiteY61" fmla="*/ 192158 h 361333"/>
                <a:gd name="connsiteX62" fmla="*/ 92015 w 361670"/>
                <a:gd name="connsiteY62" fmla="*/ 192796 h 361333"/>
                <a:gd name="connsiteX63" fmla="*/ 73484 w 361670"/>
                <a:gd name="connsiteY63" fmla="*/ 195350 h 361333"/>
                <a:gd name="connsiteX64" fmla="*/ 66455 w 361670"/>
                <a:gd name="connsiteY64" fmla="*/ 189604 h 361333"/>
                <a:gd name="connsiteX65" fmla="*/ 72206 w 361670"/>
                <a:gd name="connsiteY65" fmla="*/ 182582 h 361333"/>
                <a:gd name="connsiteX66" fmla="*/ 90098 w 361670"/>
                <a:gd name="connsiteY66" fmla="*/ 180028 h 361333"/>
                <a:gd name="connsiteX67" fmla="*/ 96488 w 361670"/>
                <a:gd name="connsiteY67" fmla="*/ 176198 h 361333"/>
                <a:gd name="connsiteX68" fmla="*/ 122687 w 361670"/>
                <a:gd name="connsiteY68" fmla="*/ 155769 h 361333"/>
                <a:gd name="connsiteX69" fmla="*/ 123965 w 361670"/>
                <a:gd name="connsiteY69" fmla="*/ 155131 h 361333"/>
                <a:gd name="connsiteX70" fmla="*/ 164221 w 361670"/>
                <a:gd name="connsiteY70" fmla="*/ 141086 h 361333"/>
                <a:gd name="connsiteX71" fmla="*/ 169333 w 361670"/>
                <a:gd name="connsiteY71" fmla="*/ 141724 h 361333"/>
                <a:gd name="connsiteX72" fmla="*/ 178279 w 361670"/>
                <a:gd name="connsiteY72" fmla="*/ 157046 h 361333"/>
                <a:gd name="connsiteX73" fmla="*/ 157831 w 361670"/>
                <a:gd name="connsiteY73" fmla="*/ 181944 h 361333"/>
                <a:gd name="connsiteX74" fmla="*/ 184669 w 361670"/>
                <a:gd name="connsiteY74" fmla="*/ 181944 h 361333"/>
                <a:gd name="connsiteX75" fmla="*/ 184669 w 361670"/>
                <a:gd name="connsiteY75" fmla="*/ 181305 h 361333"/>
                <a:gd name="connsiteX76" fmla="*/ 194254 w 361670"/>
                <a:gd name="connsiteY76" fmla="*/ 167260 h 361333"/>
                <a:gd name="connsiteX77" fmla="*/ 194254 w 361670"/>
                <a:gd name="connsiteY77" fmla="*/ 139809 h 361333"/>
                <a:gd name="connsiteX78" fmla="*/ 184669 w 361670"/>
                <a:gd name="connsiteY78" fmla="*/ 139809 h 361333"/>
                <a:gd name="connsiteX79" fmla="*/ 177001 w 361670"/>
                <a:gd name="connsiteY79" fmla="*/ 132148 h 361333"/>
                <a:gd name="connsiteX80" fmla="*/ 177001 w 361670"/>
                <a:gd name="connsiteY80" fmla="*/ 117465 h 361333"/>
                <a:gd name="connsiteX81" fmla="*/ 184669 w 361670"/>
                <a:gd name="connsiteY81" fmla="*/ 109804 h 361333"/>
                <a:gd name="connsiteX82" fmla="*/ 190420 w 361670"/>
                <a:gd name="connsiteY82" fmla="*/ 109804 h 361333"/>
                <a:gd name="connsiteX83" fmla="*/ 190420 w 361670"/>
                <a:gd name="connsiteY83" fmla="*/ 107889 h 361333"/>
                <a:gd name="connsiteX84" fmla="*/ 90737 w 361670"/>
                <a:gd name="connsiteY84" fmla="*/ 107889 h 361333"/>
                <a:gd name="connsiteX85" fmla="*/ 84347 w 361670"/>
                <a:gd name="connsiteY85" fmla="*/ 101505 h 361333"/>
                <a:gd name="connsiteX86" fmla="*/ 90737 w 361670"/>
                <a:gd name="connsiteY86" fmla="*/ 95121 h 361333"/>
                <a:gd name="connsiteX87" fmla="*/ 196810 w 361670"/>
                <a:gd name="connsiteY87" fmla="*/ 95121 h 361333"/>
                <a:gd name="connsiteX88" fmla="*/ 203200 w 361670"/>
                <a:gd name="connsiteY88" fmla="*/ 101505 h 361333"/>
                <a:gd name="connsiteX89" fmla="*/ 203200 w 361670"/>
                <a:gd name="connsiteY89" fmla="*/ 109804 h 361333"/>
                <a:gd name="connsiteX90" fmla="*/ 213424 w 361670"/>
                <a:gd name="connsiteY90" fmla="*/ 109804 h 361333"/>
                <a:gd name="connsiteX91" fmla="*/ 213424 w 361670"/>
                <a:gd name="connsiteY91" fmla="*/ 98313 h 361333"/>
                <a:gd name="connsiteX92" fmla="*/ 210229 w 361670"/>
                <a:gd name="connsiteY92" fmla="*/ 89376 h 361333"/>
                <a:gd name="connsiteX93" fmla="*/ 198088 w 361670"/>
                <a:gd name="connsiteY93" fmla="*/ 84907 h 361333"/>
                <a:gd name="connsiteX94" fmla="*/ 90098 w 361670"/>
                <a:gd name="connsiteY94" fmla="*/ 84907 h 361333"/>
                <a:gd name="connsiteX95" fmla="*/ 83708 w 361670"/>
                <a:gd name="connsiteY95" fmla="*/ 78523 h 361333"/>
                <a:gd name="connsiteX96" fmla="*/ 90098 w 361670"/>
                <a:gd name="connsiteY96" fmla="*/ 72139 h 361333"/>
                <a:gd name="connsiteX97" fmla="*/ 158470 w 361670"/>
                <a:gd name="connsiteY97" fmla="*/ 72139 h 361333"/>
                <a:gd name="connsiteX98" fmla="*/ 158470 w 361670"/>
                <a:gd name="connsiteY98" fmla="*/ 70224 h 361333"/>
                <a:gd name="connsiteX99" fmla="*/ 141218 w 361670"/>
                <a:gd name="connsiteY99" fmla="*/ 70224 h 361333"/>
                <a:gd name="connsiteX100" fmla="*/ 134828 w 361670"/>
                <a:gd name="connsiteY100" fmla="*/ 63840 h 361333"/>
                <a:gd name="connsiteX101" fmla="*/ 141218 w 361670"/>
                <a:gd name="connsiteY101" fmla="*/ 57456 h 361333"/>
                <a:gd name="connsiteX102" fmla="*/ 187225 w 361670"/>
                <a:gd name="connsiteY102" fmla="*/ 57456 h 361333"/>
                <a:gd name="connsiteX103" fmla="*/ 193615 w 361670"/>
                <a:gd name="connsiteY103" fmla="*/ 63840 h 361333"/>
                <a:gd name="connsiteX104" fmla="*/ 187225 w 361670"/>
                <a:gd name="connsiteY104" fmla="*/ 70224 h 361333"/>
                <a:gd name="connsiteX105" fmla="*/ 170611 w 361670"/>
                <a:gd name="connsiteY105" fmla="*/ 70224 h 361333"/>
                <a:gd name="connsiteX106" fmla="*/ 170611 w 361670"/>
                <a:gd name="connsiteY106" fmla="*/ 72139 h 361333"/>
                <a:gd name="connsiteX107" fmla="*/ 197449 w 361670"/>
                <a:gd name="connsiteY107" fmla="*/ 72139 h 361333"/>
                <a:gd name="connsiteX108" fmla="*/ 218536 w 361670"/>
                <a:gd name="connsiteY108" fmla="*/ 79800 h 361333"/>
                <a:gd name="connsiteX109" fmla="*/ 225565 w 361670"/>
                <a:gd name="connsiteY109" fmla="*/ 97675 h 361333"/>
                <a:gd name="connsiteX110" fmla="*/ 225565 w 361670"/>
                <a:gd name="connsiteY110" fmla="*/ 109166 h 361333"/>
                <a:gd name="connsiteX111" fmla="*/ 230677 w 361670"/>
                <a:gd name="connsiteY111" fmla="*/ 109166 h 361333"/>
                <a:gd name="connsiteX112" fmla="*/ 238345 w 361670"/>
                <a:gd name="connsiteY112" fmla="*/ 116827 h 361333"/>
                <a:gd name="connsiteX113" fmla="*/ 238345 w 361670"/>
                <a:gd name="connsiteY113" fmla="*/ 131510 h 361333"/>
                <a:gd name="connsiteX114" fmla="*/ 230677 w 361670"/>
                <a:gd name="connsiteY114" fmla="*/ 139171 h 361333"/>
                <a:gd name="connsiteX115" fmla="*/ 226204 w 361670"/>
                <a:gd name="connsiteY115" fmla="*/ 139171 h 361333"/>
                <a:gd name="connsiteX116" fmla="*/ 226204 w 361670"/>
                <a:gd name="connsiteY116" fmla="*/ 157046 h 361333"/>
                <a:gd name="connsiteX117" fmla="*/ 256237 w 361670"/>
                <a:gd name="connsiteY117" fmla="*/ 178752 h 361333"/>
                <a:gd name="connsiteX118" fmla="*/ 281796 w 361670"/>
                <a:gd name="connsiteY118" fmla="*/ 188966 h 361333"/>
                <a:gd name="connsiteX119" fmla="*/ 293298 w 361670"/>
                <a:gd name="connsiteY119" fmla="*/ 218971 h 361333"/>
                <a:gd name="connsiteX120" fmla="*/ 269655 w 361670"/>
                <a:gd name="connsiteY120" fmla="*/ 255359 h 361333"/>
                <a:gd name="connsiteX121" fmla="*/ 287547 w 361670"/>
                <a:gd name="connsiteY121" fmla="*/ 187689 h 361333"/>
                <a:gd name="connsiteX122" fmla="*/ 265821 w 361670"/>
                <a:gd name="connsiteY122" fmla="*/ 165984 h 361333"/>
                <a:gd name="connsiteX123" fmla="*/ 287547 w 361670"/>
                <a:gd name="connsiteY123" fmla="*/ 144278 h 361333"/>
                <a:gd name="connsiteX124" fmla="*/ 309273 w 361670"/>
                <a:gd name="connsiteY124" fmla="*/ 165984 h 361333"/>
                <a:gd name="connsiteX125" fmla="*/ 287547 w 361670"/>
                <a:gd name="connsiteY125" fmla="*/ 18768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1157" y="0"/>
                    <a:pt x="180835" y="0"/>
                  </a:cubicBezTo>
                  <a:close/>
                  <a:moveTo>
                    <a:pt x="267099" y="93206"/>
                  </a:moveTo>
                  <a:cubicBezTo>
                    <a:pt x="281796" y="93206"/>
                    <a:pt x="293298" y="105336"/>
                    <a:pt x="293298" y="119380"/>
                  </a:cubicBezTo>
                  <a:cubicBezTo>
                    <a:pt x="293298" y="133425"/>
                    <a:pt x="281157" y="145555"/>
                    <a:pt x="267099" y="145555"/>
                  </a:cubicBezTo>
                  <a:cubicBezTo>
                    <a:pt x="253042" y="145555"/>
                    <a:pt x="240901" y="133425"/>
                    <a:pt x="240901" y="119380"/>
                  </a:cubicBezTo>
                  <a:cubicBezTo>
                    <a:pt x="240901" y="105336"/>
                    <a:pt x="252403" y="93206"/>
                    <a:pt x="267099" y="93206"/>
                  </a:cubicBezTo>
                  <a:close/>
                  <a:moveTo>
                    <a:pt x="269655" y="255359"/>
                  </a:moveTo>
                  <a:cubicBezTo>
                    <a:pt x="272211" y="268766"/>
                    <a:pt x="269655" y="288556"/>
                    <a:pt x="249847" y="298132"/>
                  </a:cubicBezTo>
                  <a:cubicBezTo>
                    <a:pt x="243457" y="301324"/>
                    <a:pt x="237067" y="302601"/>
                    <a:pt x="230677" y="302601"/>
                  </a:cubicBezTo>
                  <a:cubicBezTo>
                    <a:pt x="226204" y="302601"/>
                    <a:pt x="221731" y="301962"/>
                    <a:pt x="217258" y="300047"/>
                  </a:cubicBezTo>
                  <a:cubicBezTo>
                    <a:pt x="207034" y="296217"/>
                    <a:pt x="198727" y="287279"/>
                    <a:pt x="194254" y="276426"/>
                  </a:cubicBezTo>
                  <a:lnTo>
                    <a:pt x="115019" y="276426"/>
                  </a:lnTo>
                  <a:cubicBezTo>
                    <a:pt x="113741" y="276426"/>
                    <a:pt x="113102" y="276426"/>
                    <a:pt x="112463" y="275788"/>
                  </a:cubicBezTo>
                  <a:lnTo>
                    <a:pt x="93932" y="266850"/>
                  </a:lnTo>
                  <a:lnTo>
                    <a:pt x="72206" y="266850"/>
                  </a:lnTo>
                  <a:cubicBezTo>
                    <a:pt x="72206" y="266850"/>
                    <a:pt x="72206" y="266850"/>
                    <a:pt x="72206" y="266850"/>
                  </a:cubicBezTo>
                  <a:cubicBezTo>
                    <a:pt x="69011" y="266850"/>
                    <a:pt x="65816" y="264297"/>
                    <a:pt x="65816" y="260466"/>
                  </a:cubicBezTo>
                  <a:cubicBezTo>
                    <a:pt x="65816" y="256636"/>
                    <a:pt x="68372" y="254082"/>
                    <a:pt x="72206" y="254082"/>
                  </a:cubicBezTo>
                  <a:lnTo>
                    <a:pt x="95210" y="254082"/>
                  </a:lnTo>
                  <a:cubicBezTo>
                    <a:pt x="96488" y="254082"/>
                    <a:pt x="97127" y="254082"/>
                    <a:pt x="98405" y="254721"/>
                  </a:cubicBezTo>
                  <a:lnTo>
                    <a:pt x="116936" y="263658"/>
                  </a:lnTo>
                  <a:lnTo>
                    <a:pt x="196810" y="263658"/>
                  </a:lnTo>
                  <a:cubicBezTo>
                    <a:pt x="196810" y="263658"/>
                    <a:pt x="197449" y="263658"/>
                    <a:pt x="197449" y="263658"/>
                  </a:cubicBezTo>
                  <a:cubicBezTo>
                    <a:pt x="197449" y="263658"/>
                    <a:pt x="201283" y="263658"/>
                    <a:pt x="203200" y="261743"/>
                  </a:cubicBezTo>
                  <a:cubicBezTo>
                    <a:pt x="204478" y="260466"/>
                    <a:pt x="205117" y="257913"/>
                    <a:pt x="205117" y="255998"/>
                  </a:cubicBezTo>
                  <a:lnTo>
                    <a:pt x="169333" y="255998"/>
                  </a:lnTo>
                  <a:cubicBezTo>
                    <a:pt x="165499" y="255998"/>
                    <a:pt x="162943" y="253444"/>
                    <a:pt x="162943" y="249614"/>
                  </a:cubicBezTo>
                  <a:cubicBezTo>
                    <a:pt x="162943" y="245783"/>
                    <a:pt x="165499" y="243230"/>
                    <a:pt x="169333" y="243230"/>
                  </a:cubicBezTo>
                  <a:lnTo>
                    <a:pt x="217258" y="243230"/>
                  </a:lnTo>
                  <a:cubicBezTo>
                    <a:pt x="217258" y="243230"/>
                    <a:pt x="217897" y="243230"/>
                    <a:pt x="217897" y="243230"/>
                  </a:cubicBezTo>
                  <a:cubicBezTo>
                    <a:pt x="217897" y="243230"/>
                    <a:pt x="221092" y="243230"/>
                    <a:pt x="223009" y="241314"/>
                  </a:cubicBezTo>
                  <a:cubicBezTo>
                    <a:pt x="224287" y="240038"/>
                    <a:pt x="224926" y="237484"/>
                    <a:pt x="224287" y="234930"/>
                  </a:cubicBezTo>
                  <a:lnTo>
                    <a:pt x="175084" y="234930"/>
                  </a:lnTo>
                  <a:cubicBezTo>
                    <a:pt x="171250" y="234930"/>
                    <a:pt x="168694" y="232377"/>
                    <a:pt x="168694" y="228546"/>
                  </a:cubicBezTo>
                  <a:cubicBezTo>
                    <a:pt x="168694" y="224716"/>
                    <a:pt x="171250" y="222163"/>
                    <a:pt x="175084" y="222163"/>
                  </a:cubicBezTo>
                  <a:lnTo>
                    <a:pt x="233872" y="222163"/>
                  </a:lnTo>
                  <a:cubicBezTo>
                    <a:pt x="233872" y="222163"/>
                    <a:pt x="234511" y="222163"/>
                    <a:pt x="234511" y="222163"/>
                  </a:cubicBezTo>
                  <a:cubicBezTo>
                    <a:pt x="235789" y="222163"/>
                    <a:pt x="237706" y="222163"/>
                    <a:pt x="238984" y="220886"/>
                  </a:cubicBezTo>
                  <a:cubicBezTo>
                    <a:pt x="239623" y="220247"/>
                    <a:pt x="239623" y="219609"/>
                    <a:pt x="239623" y="218332"/>
                  </a:cubicBezTo>
                  <a:cubicBezTo>
                    <a:pt x="239623" y="216417"/>
                    <a:pt x="238984" y="215140"/>
                    <a:pt x="238345" y="215140"/>
                  </a:cubicBezTo>
                  <a:cubicBezTo>
                    <a:pt x="237067" y="213863"/>
                    <a:pt x="234511" y="213863"/>
                    <a:pt x="233872" y="213863"/>
                  </a:cubicBezTo>
                  <a:cubicBezTo>
                    <a:pt x="233872" y="213863"/>
                    <a:pt x="233872" y="213863"/>
                    <a:pt x="233872" y="213863"/>
                  </a:cubicBezTo>
                  <a:lnTo>
                    <a:pt x="174445" y="213863"/>
                  </a:lnTo>
                  <a:cubicBezTo>
                    <a:pt x="170611" y="213863"/>
                    <a:pt x="168055" y="211310"/>
                    <a:pt x="168055" y="207479"/>
                  </a:cubicBezTo>
                  <a:cubicBezTo>
                    <a:pt x="168055" y="203649"/>
                    <a:pt x="170611" y="201095"/>
                    <a:pt x="174445" y="201095"/>
                  </a:cubicBezTo>
                  <a:lnTo>
                    <a:pt x="224287" y="201095"/>
                  </a:lnTo>
                  <a:cubicBezTo>
                    <a:pt x="224287" y="197903"/>
                    <a:pt x="223648" y="195988"/>
                    <a:pt x="222370" y="194711"/>
                  </a:cubicBezTo>
                  <a:cubicBezTo>
                    <a:pt x="221092" y="193435"/>
                    <a:pt x="219814" y="193435"/>
                    <a:pt x="219814" y="193435"/>
                  </a:cubicBezTo>
                  <a:lnTo>
                    <a:pt x="153358" y="194073"/>
                  </a:lnTo>
                  <a:cubicBezTo>
                    <a:pt x="152081" y="194073"/>
                    <a:pt x="150803" y="193435"/>
                    <a:pt x="149525" y="192796"/>
                  </a:cubicBezTo>
                  <a:lnTo>
                    <a:pt x="139940" y="186412"/>
                  </a:lnTo>
                  <a:cubicBezTo>
                    <a:pt x="138023" y="185135"/>
                    <a:pt x="136745" y="183220"/>
                    <a:pt x="137384" y="180667"/>
                  </a:cubicBezTo>
                  <a:cubicBezTo>
                    <a:pt x="138023" y="178113"/>
                    <a:pt x="138662" y="176198"/>
                    <a:pt x="141218" y="175560"/>
                  </a:cubicBezTo>
                  <a:cubicBezTo>
                    <a:pt x="163582" y="164707"/>
                    <a:pt x="164860" y="157684"/>
                    <a:pt x="164860" y="156408"/>
                  </a:cubicBezTo>
                  <a:cubicBezTo>
                    <a:pt x="164860" y="155769"/>
                    <a:pt x="164860" y="155131"/>
                    <a:pt x="164221" y="154492"/>
                  </a:cubicBezTo>
                  <a:lnTo>
                    <a:pt x="127799" y="167260"/>
                  </a:lnTo>
                  <a:cubicBezTo>
                    <a:pt x="117575" y="173644"/>
                    <a:pt x="107990" y="180667"/>
                    <a:pt x="106712" y="182582"/>
                  </a:cubicBezTo>
                  <a:cubicBezTo>
                    <a:pt x="103517" y="188327"/>
                    <a:pt x="94571" y="191519"/>
                    <a:pt x="93293" y="192158"/>
                  </a:cubicBezTo>
                  <a:cubicBezTo>
                    <a:pt x="92654" y="192158"/>
                    <a:pt x="92654" y="192158"/>
                    <a:pt x="92015" y="192796"/>
                  </a:cubicBezTo>
                  <a:lnTo>
                    <a:pt x="73484" y="195350"/>
                  </a:lnTo>
                  <a:cubicBezTo>
                    <a:pt x="70289" y="195988"/>
                    <a:pt x="66455" y="193435"/>
                    <a:pt x="66455" y="189604"/>
                  </a:cubicBezTo>
                  <a:cubicBezTo>
                    <a:pt x="65816" y="186412"/>
                    <a:pt x="68372" y="183220"/>
                    <a:pt x="72206" y="182582"/>
                  </a:cubicBezTo>
                  <a:lnTo>
                    <a:pt x="90098" y="180028"/>
                  </a:lnTo>
                  <a:cubicBezTo>
                    <a:pt x="92654" y="178752"/>
                    <a:pt x="95849" y="176836"/>
                    <a:pt x="96488" y="176198"/>
                  </a:cubicBezTo>
                  <a:cubicBezTo>
                    <a:pt x="100322" y="169814"/>
                    <a:pt x="117575" y="158961"/>
                    <a:pt x="122687" y="155769"/>
                  </a:cubicBezTo>
                  <a:cubicBezTo>
                    <a:pt x="123326" y="155769"/>
                    <a:pt x="123326" y="155131"/>
                    <a:pt x="123965" y="155131"/>
                  </a:cubicBezTo>
                  <a:lnTo>
                    <a:pt x="164221" y="141086"/>
                  </a:lnTo>
                  <a:cubicBezTo>
                    <a:pt x="166138" y="140448"/>
                    <a:pt x="168055" y="140448"/>
                    <a:pt x="169333" y="141724"/>
                  </a:cubicBezTo>
                  <a:cubicBezTo>
                    <a:pt x="172528" y="143640"/>
                    <a:pt x="178279" y="148747"/>
                    <a:pt x="178279" y="157046"/>
                  </a:cubicBezTo>
                  <a:cubicBezTo>
                    <a:pt x="178279" y="165345"/>
                    <a:pt x="171250" y="173644"/>
                    <a:pt x="157831" y="181944"/>
                  </a:cubicBezTo>
                  <a:lnTo>
                    <a:pt x="184669" y="181944"/>
                  </a:lnTo>
                  <a:cubicBezTo>
                    <a:pt x="184669" y="181944"/>
                    <a:pt x="184669" y="181305"/>
                    <a:pt x="184669" y="181305"/>
                  </a:cubicBezTo>
                  <a:cubicBezTo>
                    <a:pt x="184669" y="180667"/>
                    <a:pt x="187225" y="173644"/>
                    <a:pt x="194254" y="167260"/>
                  </a:cubicBezTo>
                  <a:lnTo>
                    <a:pt x="194254" y="139809"/>
                  </a:lnTo>
                  <a:lnTo>
                    <a:pt x="184669" y="139809"/>
                  </a:lnTo>
                  <a:cubicBezTo>
                    <a:pt x="180835" y="139809"/>
                    <a:pt x="177001" y="136617"/>
                    <a:pt x="177001" y="132148"/>
                  </a:cubicBezTo>
                  <a:lnTo>
                    <a:pt x="177001" y="117465"/>
                  </a:lnTo>
                  <a:cubicBezTo>
                    <a:pt x="177001" y="113635"/>
                    <a:pt x="180196" y="109804"/>
                    <a:pt x="184669" y="109804"/>
                  </a:cubicBezTo>
                  <a:lnTo>
                    <a:pt x="190420" y="109804"/>
                  </a:lnTo>
                  <a:lnTo>
                    <a:pt x="190420" y="107889"/>
                  </a:lnTo>
                  <a:lnTo>
                    <a:pt x="90737" y="107889"/>
                  </a:lnTo>
                  <a:cubicBezTo>
                    <a:pt x="86903" y="107889"/>
                    <a:pt x="84347" y="105336"/>
                    <a:pt x="84347" y="101505"/>
                  </a:cubicBezTo>
                  <a:cubicBezTo>
                    <a:pt x="84347" y="97675"/>
                    <a:pt x="86903" y="95121"/>
                    <a:pt x="90737" y="95121"/>
                  </a:cubicBezTo>
                  <a:lnTo>
                    <a:pt x="196810" y="95121"/>
                  </a:lnTo>
                  <a:cubicBezTo>
                    <a:pt x="200644" y="95121"/>
                    <a:pt x="203200" y="97675"/>
                    <a:pt x="203200" y="101505"/>
                  </a:cubicBezTo>
                  <a:lnTo>
                    <a:pt x="203200" y="109804"/>
                  </a:lnTo>
                  <a:lnTo>
                    <a:pt x="213424" y="109804"/>
                  </a:lnTo>
                  <a:lnTo>
                    <a:pt x="213424" y="98313"/>
                  </a:lnTo>
                  <a:cubicBezTo>
                    <a:pt x="213424" y="94483"/>
                    <a:pt x="212146" y="91929"/>
                    <a:pt x="210229" y="89376"/>
                  </a:cubicBezTo>
                  <a:cubicBezTo>
                    <a:pt x="206395" y="85545"/>
                    <a:pt x="200644" y="85545"/>
                    <a:pt x="198088" y="84907"/>
                  </a:cubicBezTo>
                  <a:lnTo>
                    <a:pt x="90098" y="84907"/>
                  </a:lnTo>
                  <a:cubicBezTo>
                    <a:pt x="86264" y="84907"/>
                    <a:pt x="83708" y="82353"/>
                    <a:pt x="83708" y="78523"/>
                  </a:cubicBezTo>
                  <a:cubicBezTo>
                    <a:pt x="83708" y="74692"/>
                    <a:pt x="86264" y="72139"/>
                    <a:pt x="90098" y="72139"/>
                  </a:cubicBezTo>
                  <a:lnTo>
                    <a:pt x="158470" y="72139"/>
                  </a:lnTo>
                  <a:lnTo>
                    <a:pt x="158470" y="70224"/>
                  </a:lnTo>
                  <a:lnTo>
                    <a:pt x="141218" y="70224"/>
                  </a:lnTo>
                  <a:cubicBezTo>
                    <a:pt x="137384" y="70224"/>
                    <a:pt x="134828" y="67670"/>
                    <a:pt x="134828" y="63840"/>
                  </a:cubicBezTo>
                  <a:cubicBezTo>
                    <a:pt x="134828" y="60009"/>
                    <a:pt x="137384" y="57456"/>
                    <a:pt x="141218" y="57456"/>
                  </a:cubicBezTo>
                  <a:lnTo>
                    <a:pt x="187225" y="57456"/>
                  </a:lnTo>
                  <a:cubicBezTo>
                    <a:pt x="191059" y="57456"/>
                    <a:pt x="193615" y="60009"/>
                    <a:pt x="193615" y="63840"/>
                  </a:cubicBezTo>
                  <a:cubicBezTo>
                    <a:pt x="193615" y="67670"/>
                    <a:pt x="191059" y="70224"/>
                    <a:pt x="187225" y="70224"/>
                  </a:cubicBezTo>
                  <a:lnTo>
                    <a:pt x="170611" y="70224"/>
                  </a:lnTo>
                  <a:lnTo>
                    <a:pt x="170611" y="72139"/>
                  </a:lnTo>
                  <a:lnTo>
                    <a:pt x="197449" y="72139"/>
                  </a:lnTo>
                  <a:cubicBezTo>
                    <a:pt x="198727" y="72139"/>
                    <a:pt x="210229" y="72139"/>
                    <a:pt x="218536" y="79800"/>
                  </a:cubicBezTo>
                  <a:cubicBezTo>
                    <a:pt x="223009" y="84268"/>
                    <a:pt x="225565" y="90652"/>
                    <a:pt x="225565" y="97675"/>
                  </a:cubicBezTo>
                  <a:lnTo>
                    <a:pt x="225565" y="109166"/>
                  </a:lnTo>
                  <a:lnTo>
                    <a:pt x="230677" y="109166"/>
                  </a:lnTo>
                  <a:cubicBezTo>
                    <a:pt x="234511" y="109166"/>
                    <a:pt x="238345" y="112358"/>
                    <a:pt x="238345" y="116827"/>
                  </a:cubicBezTo>
                  <a:lnTo>
                    <a:pt x="238345" y="131510"/>
                  </a:lnTo>
                  <a:cubicBezTo>
                    <a:pt x="238345" y="135340"/>
                    <a:pt x="235150" y="139171"/>
                    <a:pt x="230677" y="139171"/>
                  </a:cubicBezTo>
                  <a:lnTo>
                    <a:pt x="226204" y="139171"/>
                  </a:lnTo>
                  <a:lnTo>
                    <a:pt x="226204" y="157046"/>
                  </a:lnTo>
                  <a:cubicBezTo>
                    <a:pt x="242179" y="158961"/>
                    <a:pt x="251764" y="170452"/>
                    <a:pt x="256237" y="178752"/>
                  </a:cubicBezTo>
                  <a:cubicBezTo>
                    <a:pt x="266460" y="179390"/>
                    <a:pt x="275406" y="183220"/>
                    <a:pt x="281796" y="188966"/>
                  </a:cubicBezTo>
                  <a:cubicBezTo>
                    <a:pt x="289464" y="195988"/>
                    <a:pt x="293298" y="206203"/>
                    <a:pt x="293298" y="218971"/>
                  </a:cubicBezTo>
                  <a:cubicBezTo>
                    <a:pt x="293937" y="239399"/>
                    <a:pt x="280518" y="250252"/>
                    <a:pt x="269655" y="255359"/>
                  </a:cubicBezTo>
                  <a:close/>
                  <a:moveTo>
                    <a:pt x="287547" y="187689"/>
                  </a:moveTo>
                  <a:cubicBezTo>
                    <a:pt x="275406" y="187689"/>
                    <a:pt x="265821" y="178113"/>
                    <a:pt x="265821" y="165984"/>
                  </a:cubicBezTo>
                  <a:cubicBezTo>
                    <a:pt x="265821" y="153854"/>
                    <a:pt x="275406" y="144278"/>
                    <a:pt x="287547" y="144278"/>
                  </a:cubicBezTo>
                  <a:cubicBezTo>
                    <a:pt x="299688" y="144278"/>
                    <a:pt x="309273" y="153854"/>
                    <a:pt x="309273" y="165984"/>
                  </a:cubicBezTo>
                  <a:cubicBezTo>
                    <a:pt x="308634" y="178113"/>
                    <a:pt x="299049" y="187689"/>
                    <a:pt x="287547" y="187689"/>
                  </a:cubicBezTo>
                  <a:close/>
                </a:path>
              </a:pathLst>
            </a:custGeom>
            <a:solidFill>
              <a:srgbClr val="012169"/>
            </a:solidFill>
            <a:ln w="6390" cap="flat">
              <a:noFill/>
              <a:prstDash val="solid"/>
              <a:miter/>
            </a:ln>
          </p:spPr>
          <p:txBody>
            <a:bodyPr rtlCol="0" anchor="ctr"/>
            <a:lstStyle/>
            <a:p>
              <a:endParaRPr lang="en-US"/>
            </a:p>
          </p:txBody>
        </p:sp>
        <p:sp>
          <p:nvSpPr>
            <p:cNvPr id="544" name="Graphic 4">
              <a:extLst>
                <a:ext uri="{FF2B5EF4-FFF2-40B4-BE49-F238E27FC236}">
                  <a16:creationId xmlns:a16="http://schemas.microsoft.com/office/drawing/2014/main" id="{634C29B7-B957-BD4E-A253-51C27E817C48}"/>
                </a:ext>
              </a:extLst>
            </p:cNvPr>
            <p:cNvSpPr/>
            <p:nvPr/>
          </p:nvSpPr>
          <p:spPr>
            <a:xfrm>
              <a:off x="1184055" y="3981213"/>
              <a:ext cx="17891" cy="17875"/>
            </a:xfrm>
            <a:custGeom>
              <a:avLst/>
              <a:gdLst>
                <a:gd name="connsiteX0" fmla="*/ 8946 w 17891"/>
                <a:gd name="connsiteY0" fmla="*/ 0 h 17875"/>
                <a:gd name="connsiteX1" fmla="*/ 0 w 17891"/>
                <a:gd name="connsiteY1" fmla="*/ 8938 h 17875"/>
                <a:gd name="connsiteX2" fmla="*/ 8946 w 17891"/>
                <a:gd name="connsiteY2" fmla="*/ 17875 h 17875"/>
                <a:gd name="connsiteX3" fmla="*/ 17892 w 17891"/>
                <a:gd name="connsiteY3" fmla="*/ 8938 h 17875"/>
                <a:gd name="connsiteX4" fmla="*/ 8946 w 17891"/>
                <a:gd name="connsiteY4" fmla="*/ 0 h 17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91" h="17875">
                  <a:moveTo>
                    <a:pt x="8946" y="0"/>
                  </a:moveTo>
                  <a:cubicBezTo>
                    <a:pt x="3834" y="0"/>
                    <a:pt x="0" y="3830"/>
                    <a:pt x="0" y="8938"/>
                  </a:cubicBezTo>
                  <a:cubicBezTo>
                    <a:pt x="0" y="14045"/>
                    <a:pt x="3834" y="17875"/>
                    <a:pt x="8946" y="17875"/>
                  </a:cubicBezTo>
                  <a:cubicBezTo>
                    <a:pt x="14058" y="17875"/>
                    <a:pt x="17892" y="14045"/>
                    <a:pt x="17892" y="8938"/>
                  </a:cubicBezTo>
                  <a:cubicBezTo>
                    <a:pt x="17892" y="3830"/>
                    <a:pt x="13419" y="0"/>
                    <a:pt x="8946" y="0"/>
                  </a:cubicBezTo>
                  <a:close/>
                </a:path>
              </a:pathLst>
            </a:custGeom>
            <a:solidFill>
              <a:srgbClr val="012169"/>
            </a:solidFill>
            <a:ln w="6390" cap="flat">
              <a:noFill/>
              <a:prstDash val="solid"/>
              <a:miter/>
            </a:ln>
          </p:spPr>
          <p:txBody>
            <a:bodyPr rtlCol="0" anchor="ctr"/>
            <a:lstStyle/>
            <a:p>
              <a:endParaRPr lang="en-US"/>
            </a:p>
          </p:txBody>
        </p:sp>
      </p:grpSp>
      <p:grpSp>
        <p:nvGrpSpPr>
          <p:cNvPr id="545" name="Graphic 4">
            <a:extLst>
              <a:ext uri="{FF2B5EF4-FFF2-40B4-BE49-F238E27FC236}">
                <a16:creationId xmlns:a16="http://schemas.microsoft.com/office/drawing/2014/main" id="{F6020CDC-AE73-2943-BB8C-C025E0D5DB11}"/>
              </a:ext>
            </a:extLst>
          </p:cNvPr>
          <p:cNvGrpSpPr/>
          <p:nvPr/>
        </p:nvGrpSpPr>
        <p:grpSpPr>
          <a:xfrm>
            <a:off x="1952764" y="3339623"/>
            <a:ext cx="361670" cy="361333"/>
            <a:chOff x="1952764" y="3339623"/>
            <a:chExt cx="361670" cy="361333"/>
          </a:xfrm>
          <a:solidFill>
            <a:srgbClr val="012169"/>
          </a:solidFill>
        </p:grpSpPr>
        <p:sp>
          <p:nvSpPr>
            <p:cNvPr id="546" name="Graphic 4">
              <a:extLst>
                <a:ext uri="{FF2B5EF4-FFF2-40B4-BE49-F238E27FC236}">
                  <a16:creationId xmlns:a16="http://schemas.microsoft.com/office/drawing/2014/main" id="{96C8D2E1-DD35-8145-A1CA-3370E72354AA}"/>
                </a:ext>
              </a:extLst>
            </p:cNvPr>
            <p:cNvSpPr/>
            <p:nvPr/>
          </p:nvSpPr>
          <p:spPr>
            <a:xfrm>
              <a:off x="2152769" y="3536888"/>
              <a:ext cx="24281" cy="24259"/>
            </a:xfrm>
            <a:custGeom>
              <a:avLst/>
              <a:gdLst>
                <a:gd name="connsiteX0" fmla="*/ 12141 w 24281"/>
                <a:gd name="connsiteY0" fmla="*/ 24259 h 24259"/>
                <a:gd name="connsiteX1" fmla="*/ 24282 w 24281"/>
                <a:gd name="connsiteY1" fmla="*/ 12129 h 24259"/>
                <a:gd name="connsiteX2" fmla="*/ 12141 w 24281"/>
                <a:gd name="connsiteY2" fmla="*/ 0 h 24259"/>
                <a:gd name="connsiteX3" fmla="*/ 0 w 24281"/>
                <a:gd name="connsiteY3" fmla="*/ 12129 h 24259"/>
                <a:gd name="connsiteX4" fmla="*/ 12141 w 24281"/>
                <a:gd name="connsiteY4" fmla="*/ 24259 h 242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81" h="24259">
                  <a:moveTo>
                    <a:pt x="12141" y="24259"/>
                  </a:moveTo>
                  <a:cubicBezTo>
                    <a:pt x="18531" y="24259"/>
                    <a:pt x="24282" y="19152"/>
                    <a:pt x="24282" y="12129"/>
                  </a:cubicBezTo>
                  <a:cubicBezTo>
                    <a:pt x="24282" y="5107"/>
                    <a:pt x="19170" y="0"/>
                    <a:pt x="12141" y="0"/>
                  </a:cubicBezTo>
                  <a:cubicBezTo>
                    <a:pt x="5112" y="0"/>
                    <a:pt x="0" y="5107"/>
                    <a:pt x="0" y="12129"/>
                  </a:cubicBezTo>
                  <a:cubicBezTo>
                    <a:pt x="0" y="19152"/>
                    <a:pt x="5112" y="24259"/>
                    <a:pt x="12141" y="24259"/>
                  </a:cubicBezTo>
                  <a:close/>
                </a:path>
              </a:pathLst>
            </a:custGeom>
            <a:solidFill>
              <a:srgbClr val="012169"/>
            </a:solidFill>
            <a:ln w="6390" cap="flat">
              <a:noFill/>
              <a:prstDash val="solid"/>
              <a:miter/>
            </a:ln>
          </p:spPr>
          <p:txBody>
            <a:bodyPr rtlCol="0" anchor="ctr"/>
            <a:lstStyle/>
            <a:p>
              <a:endParaRPr lang="en-US"/>
            </a:p>
          </p:txBody>
        </p:sp>
        <p:sp>
          <p:nvSpPr>
            <p:cNvPr id="547" name="Graphic 4">
              <a:extLst>
                <a:ext uri="{FF2B5EF4-FFF2-40B4-BE49-F238E27FC236}">
                  <a16:creationId xmlns:a16="http://schemas.microsoft.com/office/drawing/2014/main" id="{02D90388-364D-5E41-A0D3-BF860817B32A}"/>
                </a:ext>
              </a:extLst>
            </p:cNvPr>
            <p:cNvSpPr/>
            <p:nvPr/>
          </p:nvSpPr>
          <p:spPr>
            <a:xfrm>
              <a:off x="2140628" y="3481986"/>
              <a:ext cx="24281" cy="24259"/>
            </a:xfrm>
            <a:custGeom>
              <a:avLst/>
              <a:gdLst>
                <a:gd name="connsiteX0" fmla="*/ 12141 w 24281"/>
                <a:gd name="connsiteY0" fmla="*/ 24259 h 24259"/>
                <a:gd name="connsiteX1" fmla="*/ 24282 w 24281"/>
                <a:gd name="connsiteY1" fmla="*/ 12130 h 24259"/>
                <a:gd name="connsiteX2" fmla="*/ 12141 w 24281"/>
                <a:gd name="connsiteY2" fmla="*/ 0 h 24259"/>
                <a:gd name="connsiteX3" fmla="*/ 0 w 24281"/>
                <a:gd name="connsiteY3" fmla="*/ 12130 h 24259"/>
                <a:gd name="connsiteX4" fmla="*/ 12141 w 24281"/>
                <a:gd name="connsiteY4" fmla="*/ 24259 h 242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81" h="24259">
                  <a:moveTo>
                    <a:pt x="12141" y="24259"/>
                  </a:moveTo>
                  <a:cubicBezTo>
                    <a:pt x="18531" y="24259"/>
                    <a:pt x="24282" y="19152"/>
                    <a:pt x="24282" y="12130"/>
                  </a:cubicBezTo>
                  <a:cubicBezTo>
                    <a:pt x="24282" y="5107"/>
                    <a:pt x="19170" y="0"/>
                    <a:pt x="12141" y="0"/>
                  </a:cubicBezTo>
                  <a:cubicBezTo>
                    <a:pt x="5112" y="0"/>
                    <a:pt x="0" y="5107"/>
                    <a:pt x="0" y="12130"/>
                  </a:cubicBezTo>
                  <a:cubicBezTo>
                    <a:pt x="0" y="19152"/>
                    <a:pt x="5112" y="24259"/>
                    <a:pt x="12141" y="24259"/>
                  </a:cubicBezTo>
                  <a:close/>
                </a:path>
              </a:pathLst>
            </a:custGeom>
            <a:solidFill>
              <a:srgbClr val="012169"/>
            </a:solidFill>
            <a:ln w="6390" cap="flat">
              <a:noFill/>
              <a:prstDash val="solid"/>
              <a:miter/>
            </a:ln>
          </p:spPr>
          <p:txBody>
            <a:bodyPr rtlCol="0" anchor="ctr"/>
            <a:lstStyle/>
            <a:p>
              <a:endParaRPr lang="en-US"/>
            </a:p>
          </p:txBody>
        </p:sp>
        <p:sp>
          <p:nvSpPr>
            <p:cNvPr id="548" name="Graphic 4">
              <a:extLst>
                <a:ext uri="{FF2B5EF4-FFF2-40B4-BE49-F238E27FC236}">
                  <a16:creationId xmlns:a16="http://schemas.microsoft.com/office/drawing/2014/main" id="{9F7909BA-F495-8348-9596-9A5CA9CAD777}"/>
                </a:ext>
              </a:extLst>
            </p:cNvPr>
            <p:cNvSpPr/>
            <p:nvPr/>
          </p:nvSpPr>
          <p:spPr>
            <a:xfrm>
              <a:off x="2091426" y="3519013"/>
              <a:ext cx="24281" cy="24259"/>
            </a:xfrm>
            <a:custGeom>
              <a:avLst/>
              <a:gdLst>
                <a:gd name="connsiteX0" fmla="*/ 12141 w 24281"/>
                <a:gd name="connsiteY0" fmla="*/ 0 h 24259"/>
                <a:gd name="connsiteX1" fmla="*/ 0 w 24281"/>
                <a:gd name="connsiteY1" fmla="*/ 12130 h 24259"/>
                <a:gd name="connsiteX2" fmla="*/ 12141 w 24281"/>
                <a:gd name="connsiteY2" fmla="*/ 24259 h 24259"/>
                <a:gd name="connsiteX3" fmla="*/ 24282 w 24281"/>
                <a:gd name="connsiteY3" fmla="*/ 12130 h 24259"/>
                <a:gd name="connsiteX4" fmla="*/ 12141 w 24281"/>
                <a:gd name="connsiteY4" fmla="*/ 0 h 242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81" h="24259">
                  <a:moveTo>
                    <a:pt x="12141" y="0"/>
                  </a:moveTo>
                  <a:cubicBezTo>
                    <a:pt x="5751" y="0"/>
                    <a:pt x="0" y="5107"/>
                    <a:pt x="0" y="12130"/>
                  </a:cubicBezTo>
                  <a:cubicBezTo>
                    <a:pt x="0" y="19152"/>
                    <a:pt x="5112" y="24259"/>
                    <a:pt x="12141" y="24259"/>
                  </a:cubicBezTo>
                  <a:cubicBezTo>
                    <a:pt x="19170" y="24259"/>
                    <a:pt x="24282" y="19152"/>
                    <a:pt x="24282" y="12130"/>
                  </a:cubicBezTo>
                  <a:cubicBezTo>
                    <a:pt x="24282" y="5107"/>
                    <a:pt x="18531" y="0"/>
                    <a:pt x="12141" y="0"/>
                  </a:cubicBezTo>
                  <a:close/>
                </a:path>
              </a:pathLst>
            </a:custGeom>
            <a:solidFill>
              <a:srgbClr val="012169"/>
            </a:solidFill>
            <a:ln w="6390" cap="flat">
              <a:noFill/>
              <a:prstDash val="solid"/>
              <a:miter/>
            </a:ln>
          </p:spPr>
          <p:txBody>
            <a:bodyPr rtlCol="0" anchor="ctr"/>
            <a:lstStyle/>
            <a:p>
              <a:endParaRPr lang="en-US"/>
            </a:p>
          </p:txBody>
        </p:sp>
        <p:sp>
          <p:nvSpPr>
            <p:cNvPr id="549" name="Graphic 4">
              <a:extLst>
                <a:ext uri="{FF2B5EF4-FFF2-40B4-BE49-F238E27FC236}">
                  <a16:creationId xmlns:a16="http://schemas.microsoft.com/office/drawing/2014/main" id="{E9C06654-EF95-644E-9A88-B1ADB1BC136D}"/>
                </a:ext>
              </a:extLst>
            </p:cNvPr>
            <p:cNvSpPr/>
            <p:nvPr/>
          </p:nvSpPr>
          <p:spPr>
            <a:xfrm>
              <a:off x="1952764"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99366 w 361670"/>
                <a:gd name="connsiteY5" fmla="*/ 99590 h 361333"/>
                <a:gd name="connsiteX6" fmla="*/ 207034 w 361670"/>
                <a:gd name="connsiteY6" fmla="*/ 95121 h 361333"/>
                <a:gd name="connsiteX7" fmla="*/ 221731 w 361670"/>
                <a:gd name="connsiteY7" fmla="*/ 100229 h 361333"/>
                <a:gd name="connsiteX8" fmla="*/ 225565 w 361670"/>
                <a:gd name="connsiteY8" fmla="*/ 90653 h 361333"/>
                <a:gd name="connsiteX9" fmla="*/ 231316 w 361670"/>
                <a:gd name="connsiteY9" fmla="*/ 76608 h 361333"/>
                <a:gd name="connsiteX10" fmla="*/ 242818 w 361670"/>
                <a:gd name="connsiteY10" fmla="*/ 68947 h 361333"/>
                <a:gd name="connsiteX11" fmla="*/ 268377 w 361670"/>
                <a:gd name="connsiteY11" fmla="*/ 79162 h 361333"/>
                <a:gd name="connsiteX12" fmla="*/ 277323 w 361670"/>
                <a:gd name="connsiteY12" fmla="*/ 114912 h 361333"/>
                <a:gd name="connsiteX13" fmla="*/ 265821 w 361670"/>
                <a:gd name="connsiteY13" fmla="*/ 123211 h 361333"/>
                <a:gd name="connsiteX14" fmla="*/ 256875 w 361670"/>
                <a:gd name="connsiteY14" fmla="*/ 128957 h 361333"/>
                <a:gd name="connsiteX15" fmla="*/ 261987 w 361670"/>
                <a:gd name="connsiteY15" fmla="*/ 136617 h 361333"/>
                <a:gd name="connsiteX16" fmla="*/ 260070 w 361670"/>
                <a:gd name="connsiteY16" fmla="*/ 145555 h 361333"/>
                <a:gd name="connsiteX17" fmla="*/ 256875 w 361670"/>
                <a:gd name="connsiteY17" fmla="*/ 146193 h 361333"/>
                <a:gd name="connsiteX18" fmla="*/ 251124 w 361670"/>
                <a:gd name="connsiteY18" fmla="*/ 143001 h 361333"/>
                <a:gd name="connsiteX19" fmla="*/ 242818 w 361670"/>
                <a:gd name="connsiteY19" fmla="*/ 131510 h 361333"/>
                <a:gd name="connsiteX20" fmla="*/ 243457 w 361670"/>
                <a:gd name="connsiteY20" fmla="*/ 122573 h 361333"/>
                <a:gd name="connsiteX21" fmla="*/ 259431 w 361670"/>
                <a:gd name="connsiteY21" fmla="*/ 111081 h 361333"/>
                <a:gd name="connsiteX22" fmla="*/ 267738 w 361670"/>
                <a:gd name="connsiteY22" fmla="*/ 105336 h 361333"/>
                <a:gd name="connsiteX23" fmla="*/ 260070 w 361670"/>
                <a:gd name="connsiteY23" fmla="*/ 87461 h 361333"/>
                <a:gd name="connsiteX24" fmla="*/ 244735 w 361670"/>
                <a:gd name="connsiteY24" fmla="*/ 79800 h 361333"/>
                <a:gd name="connsiteX25" fmla="*/ 242179 w 361670"/>
                <a:gd name="connsiteY25" fmla="*/ 81715 h 361333"/>
                <a:gd name="connsiteX26" fmla="*/ 238345 w 361670"/>
                <a:gd name="connsiteY26" fmla="*/ 91930 h 361333"/>
                <a:gd name="connsiteX27" fmla="*/ 227482 w 361670"/>
                <a:gd name="connsiteY27" fmla="*/ 111081 h 361333"/>
                <a:gd name="connsiteX28" fmla="*/ 220453 w 361670"/>
                <a:gd name="connsiteY28" fmla="*/ 111720 h 361333"/>
                <a:gd name="connsiteX29" fmla="*/ 204478 w 361670"/>
                <a:gd name="connsiteY29" fmla="*/ 105336 h 361333"/>
                <a:gd name="connsiteX30" fmla="*/ 199366 w 361670"/>
                <a:gd name="connsiteY30" fmla="*/ 99590 h 361333"/>
                <a:gd name="connsiteX31" fmla="*/ 175084 w 361670"/>
                <a:gd name="connsiteY31" fmla="*/ 154492 h 361333"/>
                <a:gd name="connsiteX32" fmla="*/ 200005 w 361670"/>
                <a:gd name="connsiteY32" fmla="*/ 129595 h 361333"/>
                <a:gd name="connsiteX33" fmla="*/ 224926 w 361670"/>
                <a:gd name="connsiteY33" fmla="*/ 154492 h 361333"/>
                <a:gd name="connsiteX34" fmla="*/ 200005 w 361670"/>
                <a:gd name="connsiteY34" fmla="*/ 179390 h 361333"/>
                <a:gd name="connsiteX35" fmla="*/ 175084 w 361670"/>
                <a:gd name="connsiteY35" fmla="*/ 154492 h 361333"/>
                <a:gd name="connsiteX36" fmla="*/ 175723 w 361670"/>
                <a:gd name="connsiteY36" fmla="*/ 190881 h 361333"/>
                <a:gd name="connsiteX37" fmla="*/ 150803 w 361670"/>
                <a:gd name="connsiteY37" fmla="*/ 215779 h 361333"/>
                <a:gd name="connsiteX38" fmla="*/ 125882 w 361670"/>
                <a:gd name="connsiteY38" fmla="*/ 190881 h 361333"/>
                <a:gd name="connsiteX39" fmla="*/ 150803 w 361670"/>
                <a:gd name="connsiteY39" fmla="*/ 165984 h 361333"/>
                <a:gd name="connsiteX40" fmla="*/ 175723 w 361670"/>
                <a:gd name="connsiteY40" fmla="*/ 190881 h 361333"/>
                <a:gd name="connsiteX41" fmla="*/ 212146 w 361670"/>
                <a:gd name="connsiteY41" fmla="*/ 184497 h 361333"/>
                <a:gd name="connsiteX42" fmla="*/ 237067 w 361670"/>
                <a:gd name="connsiteY42" fmla="*/ 209395 h 361333"/>
                <a:gd name="connsiteX43" fmla="*/ 212146 w 361670"/>
                <a:gd name="connsiteY43" fmla="*/ 234292 h 361333"/>
                <a:gd name="connsiteX44" fmla="*/ 187225 w 361670"/>
                <a:gd name="connsiteY44" fmla="*/ 209395 h 361333"/>
                <a:gd name="connsiteX45" fmla="*/ 212146 w 361670"/>
                <a:gd name="connsiteY45" fmla="*/ 184497 h 361333"/>
                <a:gd name="connsiteX46" fmla="*/ 143774 w 361670"/>
                <a:gd name="connsiteY46" fmla="*/ 62563 h 361333"/>
                <a:gd name="connsiteX47" fmla="*/ 168694 w 361670"/>
                <a:gd name="connsiteY47" fmla="*/ 52349 h 361333"/>
                <a:gd name="connsiteX48" fmla="*/ 199366 w 361670"/>
                <a:gd name="connsiteY48" fmla="*/ 69586 h 361333"/>
                <a:gd name="connsiteX49" fmla="*/ 194893 w 361670"/>
                <a:gd name="connsiteY49" fmla="*/ 85546 h 361333"/>
                <a:gd name="connsiteX50" fmla="*/ 194893 w 361670"/>
                <a:gd name="connsiteY50" fmla="*/ 111720 h 361333"/>
                <a:gd name="connsiteX51" fmla="*/ 192976 w 361670"/>
                <a:gd name="connsiteY51" fmla="*/ 120657 h 361333"/>
                <a:gd name="connsiteX52" fmla="*/ 184030 w 361670"/>
                <a:gd name="connsiteY52" fmla="*/ 118742 h 361333"/>
                <a:gd name="connsiteX53" fmla="*/ 183391 w 361670"/>
                <a:gd name="connsiteY53" fmla="*/ 80438 h 361333"/>
                <a:gd name="connsiteX54" fmla="*/ 186586 w 361670"/>
                <a:gd name="connsiteY54" fmla="*/ 70862 h 361333"/>
                <a:gd name="connsiteX55" fmla="*/ 169972 w 361670"/>
                <a:gd name="connsiteY55" fmla="*/ 65117 h 361333"/>
                <a:gd name="connsiteX56" fmla="*/ 154636 w 361670"/>
                <a:gd name="connsiteY56" fmla="*/ 70224 h 361333"/>
                <a:gd name="connsiteX57" fmla="*/ 153998 w 361670"/>
                <a:gd name="connsiteY57" fmla="*/ 72778 h 361333"/>
                <a:gd name="connsiteX58" fmla="*/ 158470 w 361670"/>
                <a:gd name="connsiteY58" fmla="*/ 81077 h 361333"/>
                <a:gd name="connsiteX59" fmla="*/ 166138 w 361670"/>
                <a:gd name="connsiteY59" fmla="*/ 120657 h 361333"/>
                <a:gd name="connsiteX60" fmla="*/ 159748 w 361670"/>
                <a:gd name="connsiteY60" fmla="*/ 126403 h 361333"/>
                <a:gd name="connsiteX61" fmla="*/ 158470 w 361670"/>
                <a:gd name="connsiteY61" fmla="*/ 126403 h 361333"/>
                <a:gd name="connsiteX62" fmla="*/ 153358 w 361670"/>
                <a:gd name="connsiteY62" fmla="*/ 119381 h 361333"/>
                <a:gd name="connsiteX63" fmla="*/ 147608 w 361670"/>
                <a:gd name="connsiteY63" fmla="*/ 88738 h 361333"/>
                <a:gd name="connsiteX64" fmla="*/ 141856 w 361670"/>
                <a:gd name="connsiteY64" fmla="*/ 75970 h 361333"/>
                <a:gd name="connsiteX65" fmla="*/ 143774 w 361670"/>
                <a:gd name="connsiteY65" fmla="*/ 62563 h 361333"/>
                <a:gd name="connsiteX66" fmla="*/ 72206 w 361670"/>
                <a:gd name="connsiteY66" fmla="*/ 95121 h 361333"/>
                <a:gd name="connsiteX67" fmla="*/ 113741 w 361670"/>
                <a:gd name="connsiteY67" fmla="*/ 84907 h 361333"/>
                <a:gd name="connsiteX68" fmla="*/ 123326 w 361670"/>
                <a:gd name="connsiteY68" fmla="*/ 96398 h 361333"/>
                <a:gd name="connsiteX69" fmla="*/ 131633 w 361670"/>
                <a:gd name="connsiteY69" fmla="*/ 107251 h 361333"/>
                <a:gd name="connsiteX70" fmla="*/ 138023 w 361670"/>
                <a:gd name="connsiteY70" fmla="*/ 103421 h 361333"/>
                <a:gd name="connsiteX71" fmla="*/ 146969 w 361670"/>
                <a:gd name="connsiteY71" fmla="*/ 105974 h 361333"/>
                <a:gd name="connsiteX72" fmla="*/ 144413 w 361670"/>
                <a:gd name="connsiteY72" fmla="*/ 114912 h 361333"/>
                <a:gd name="connsiteX73" fmla="*/ 134828 w 361670"/>
                <a:gd name="connsiteY73" fmla="*/ 121296 h 361333"/>
                <a:gd name="connsiteX74" fmla="*/ 125882 w 361670"/>
                <a:gd name="connsiteY74" fmla="*/ 120657 h 361333"/>
                <a:gd name="connsiteX75" fmla="*/ 113102 w 361670"/>
                <a:gd name="connsiteY75" fmla="*/ 104059 h 361333"/>
                <a:gd name="connsiteX76" fmla="*/ 106073 w 361670"/>
                <a:gd name="connsiteY76" fmla="*/ 94483 h 361333"/>
                <a:gd name="connsiteX77" fmla="*/ 82430 w 361670"/>
                <a:gd name="connsiteY77" fmla="*/ 102782 h 361333"/>
                <a:gd name="connsiteX78" fmla="*/ 78596 w 361670"/>
                <a:gd name="connsiteY78" fmla="*/ 113635 h 361333"/>
                <a:gd name="connsiteX79" fmla="*/ 83708 w 361670"/>
                <a:gd name="connsiteY79" fmla="*/ 120019 h 361333"/>
                <a:gd name="connsiteX80" fmla="*/ 93293 w 361670"/>
                <a:gd name="connsiteY80" fmla="*/ 123211 h 361333"/>
                <a:gd name="connsiteX81" fmla="*/ 114380 w 361670"/>
                <a:gd name="connsiteY81" fmla="*/ 137894 h 361333"/>
                <a:gd name="connsiteX82" fmla="*/ 114380 w 361670"/>
                <a:gd name="connsiteY82" fmla="*/ 144278 h 361333"/>
                <a:gd name="connsiteX83" fmla="*/ 107351 w 361670"/>
                <a:gd name="connsiteY83" fmla="*/ 160238 h 361333"/>
                <a:gd name="connsiteX84" fmla="*/ 100961 w 361670"/>
                <a:gd name="connsiteY84" fmla="*/ 164707 h 361333"/>
                <a:gd name="connsiteX85" fmla="*/ 99044 w 361670"/>
                <a:gd name="connsiteY85" fmla="*/ 164707 h 361333"/>
                <a:gd name="connsiteX86" fmla="*/ 94571 w 361670"/>
                <a:gd name="connsiteY86" fmla="*/ 157046 h 361333"/>
                <a:gd name="connsiteX87" fmla="*/ 100961 w 361670"/>
                <a:gd name="connsiteY87" fmla="*/ 141724 h 361333"/>
                <a:gd name="connsiteX88" fmla="*/ 90737 w 361670"/>
                <a:gd name="connsiteY88" fmla="*/ 135979 h 361333"/>
                <a:gd name="connsiteX89" fmla="*/ 76040 w 361670"/>
                <a:gd name="connsiteY89" fmla="*/ 131510 h 361333"/>
                <a:gd name="connsiteX90" fmla="*/ 65177 w 361670"/>
                <a:gd name="connsiteY90" fmla="*/ 116189 h 361333"/>
                <a:gd name="connsiteX91" fmla="*/ 72206 w 361670"/>
                <a:gd name="connsiteY91" fmla="*/ 95121 h 361333"/>
                <a:gd name="connsiteX92" fmla="*/ 71567 w 361670"/>
                <a:gd name="connsiteY92" fmla="*/ 221524 h 361333"/>
                <a:gd name="connsiteX93" fmla="*/ 62621 w 361670"/>
                <a:gd name="connsiteY93" fmla="*/ 218332 h 361333"/>
                <a:gd name="connsiteX94" fmla="*/ 52397 w 361670"/>
                <a:gd name="connsiteY94" fmla="*/ 193435 h 361333"/>
                <a:gd name="connsiteX95" fmla="*/ 69650 w 361670"/>
                <a:gd name="connsiteY95" fmla="*/ 162792 h 361333"/>
                <a:gd name="connsiteX96" fmla="*/ 85625 w 361670"/>
                <a:gd name="connsiteY96" fmla="*/ 167260 h 361333"/>
                <a:gd name="connsiteX97" fmla="*/ 111824 w 361670"/>
                <a:gd name="connsiteY97" fmla="*/ 167260 h 361333"/>
                <a:gd name="connsiteX98" fmla="*/ 120770 w 361670"/>
                <a:gd name="connsiteY98" fmla="*/ 169176 h 361333"/>
                <a:gd name="connsiteX99" fmla="*/ 118853 w 361670"/>
                <a:gd name="connsiteY99" fmla="*/ 178113 h 361333"/>
                <a:gd name="connsiteX100" fmla="*/ 80513 w 361670"/>
                <a:gd name="connsiteY100" fmla="*/ 178752 h 361333"/>
                <a:gd name="connsiteX101" fmla="*/ 70928 w 361670"/>
                <a:gd name="connsiteY101" fmla="*/ 175560 h 361333"/>
                <a:gd name="connsiteX102" fmla="*/ 65177 w 361670"/>
                <a:gd name="connsiteY102" fmla="*/ 192158 h 361333"/>
                <a:gd name="connsiteX103" fmla="*/ 70289 w 361670"/>
                <a:gd name="connsiteY103" fmla="*/ 207479 h 361333"/>
                <a:gd name="connsiteX104" fmla="*/ 72845 w 361670"/>
                <a:gd name="connsiteY104" fmla="*/ 208118 h 361333"/>
                <a:gd name="connsiteX105" fmla="*/ 81152 w 361670"/>
                <a:gd name="connsiteY105" fmla="*/ 203649 h 361333"/>
                <a:gd name="connsiteX106" fmla="*/ 115658 w 361670"/>
                <a:gd name="connsiteY106" fmla="*/ 195350 h 361333"/>
                <a:gd name="connsiteX107" fmla="*/ 121409 w 361670"/>
                <a:gd name="connsiteY107" fmla="*/ 202372 h 361333"/>
                <a:gd name="connsiteX108" fmla="*/ 114380 w 361670"/>
                <a:gd name="connsiteY108" fmla="*/ 208118 h 361333"/>
                <a:gd name="connsiteX109" fmla="*/ 87542 w 361670"/>
                <a:gd name="connsiteY109" fmla="*/ 214502 h 361333"/>
                <a:gd name="connsiteX110" fmla="*/ 74762 w 361670"/>
                <a:gd name="connsiteY110" fmla="*/ 220247 h 361333"/>
                <a:gd name="connsiteX111" fmla="*/ 71567 w 361670"/>
                <a:gd name="connsiteY111" fmla="*/ 221524 h 361333"/>
                <a:gd name="connsiteX112" fmla="*/ 159748 w 361670"/>
                <a:gd name="connsiteY112" fmla="*/ 273234 h 361333"/>
                <a:gd name="connsiteX113" fmla="*/ 141856 w 361670"/>
                <a:gd name="connsiteY113" fmla="*/ 266850 h 361333"/>
                <a:gd name="connsiteX114" fmla="*/ 136745 w 361670"/>
                <a:gd name="connsiteY114" fmla="*/ 275788 h 361333"/>
                <a:gd name="connsiteX115" fmla="*/ 131633 w 361670"/>
                <a:gd name="connsiteY115" fmla="*/ 290471 h 361333"/>
                <a:gd name="connsiteX116" fmla="*/ 120131 w 361670"/>
                <a:gd name="connsiteY116" fmla="*/ 298132 h 361333"/>
                <a:gd name="connsiteX117" fmla="*/ 117575 w 361670"/>
                <a:gd name="connsiteY117" fmla="*/ 298132 h 361333"/>
                <a:gd name="connsiteX118" fmla="*/ 94571 w 361670"/>
                <a:gd name="connsiteY118" fmla="*/ 287917 h 361333"/>
                <a:gd name="connsiteX119" fmla="*/ 81152 w 361670"/>
                <a:gd name="connsiteY119" fmla="*/ 271958 h 361333"/>
                <a:gd name="connsiteX120" fmla="*/ 85625 w 361670"/>
                <a:gd name="connsiteY120" fmla="*/ 252167 h 361333"/>
                <a:gd name="connsiteX121" fmla="*/ 97127 w 361670"/>
                <a:gd name="connsiteY121" fmla="*/ 243868 h 361333"/>
                <a:gd name="connsiteX122" fmla="*/ 106712 w 361670"/>
                <a:gd name="connsiteY122" fmla="*/ 237484 h 361333"/>
                <a:gd name="connsiteX123" fmla="*/ 97766 w 361670"/>
                <a:gd name="connsiteY123" fmla="*/ 222163 h 361333"/>
                <a:gd name="connsiteX124" fmla="*/ 100961 w 361670"/>
                <a:gd name="connsiteY124" fmla="*/ 213863 h 361333"/>
                <a:gd name="connsiteX125" fmla="*/ 109268 w 361670"/>
                <a:gd name="connsiteY125" fmla="*/ 217055 h 361333"/>
                <a:gd name="connsiteX126" fmla="*/ 120131 w 361670"/>
                <a:gd name="connsiteY126" fmla="*/ 234930 h 361333"/>
                <a:gd name="connsiteX127" fmla="*/ 119492 w 361670"/>
                <a:gd name="connsiteY127" fmla="*/ 243868 h 361333"/>
                <a:gd name="connsiteX128" fmla="*/ 102878 w 361670"/>
                <a:gd name="connsiteY128" fmla="*/ 255359 h 361333"/>
                <a:gd name="connsiteX129" fmla="*/ 94571 w 361670"/>
                <a:gd name="connsiteY129" fmla="*/ 261105 h 361333"/>
                <a:gd name="connsiteX130" fmla="*/ 92654 w 361670"/>
                <a:gd name="connsiteY130" fmla="*/ 268127 h 361333"/>
                <a:gd name="connsiteX131" fmla="*/ 102239 w 361670"/>
                <a:gd name="connsiteY131" fmla="*/ 278980 h 361333"/>
                <a:gd name="connsiteX132" fmla="*/ 117575 w 361670"/>
                <a:gd name="connsiteY132" fmla="*/ 286641 h 361333"/>
                <a:gd name="connsiteX133" fmla="*/ 120131 w 361670"/>
                <a:gd name="connsiteY133" fmla="*/ 284725 h 361333"/>
                <a:gd name="connsiteX134" fmla="*/ 123326 w 361670"/>
                <a:gd name="connsiteY134" fmla="*/ 275149 h 361333"/>
                <a:gd name="connsiteX135" fmla="*/ 137384 w 361670"/>
                <a:gd name="connsiteY135" fmla="*/ 254721 h 361333"/>
                <a:gd name="connsiteX136" fmla="*/ 143774 w 361670"/>
                <a:gd name="connsiteY136" fmla="*/ 254721 h 361333"/>
                <a:gd name="connsiteX137" fmla="*/ 161665 w 361670"/>
                <a:gd name="connsiteY137" fmla="*/ 261743 h 361333"/>
                <a:gd name="connsiteX138" fmla="*/ 166138 w 361670"/>
                <a:gd name="connsiteY138" fmla="*/ 269404 h 361333"/>
                <a:gd name="connsiteX139" fmla="*/ 159748 w 361670"/>
                <a:gd name="connsiteY139" fmla="*/ 273234 h 361333"/>
                <a:gd name="connsiteX140" fmla="*/ 218536 w 361670"/>
                <a:gd name="connsiteY140" fmla="*/ 300047 h 361333"/>
                <a:gd name="connsiteX141" fmla="*/ 193615 w 361670"/>
                <a:gd name="connsiteY141" fmla="*/ 310261 h 361333"/>
                <a:gd name="connsiteX142" fmla="*/ 184669 w 361670"/>
                <a:gd name="connsiteY142" fmla="*/ 310900 h 361333"/>
                <a:gd name="connsiteX143" fmla="*/ 173806 w 361670"/>
                <a:gd name="connsiteY143" fmla="*/ 309623 h 361333"/>
                <a:gd name="connsiteX144" fmla="*/ 162943 w 361670"/>
                <a:gd name="connsiteY144" fmla="*/ 293663 h 361333"/>
                <a:gd name="connsiteX145" fmla="*/ 167416 w 361670"/>
                <a:gd name="connsiteY145" fmla="*/ 277703 h 361333"/>
                <a:gd name="connsiteX146" fmla="*/ 167416 w 361670"/>
                <a:gd name="connsiteY146" fmla="*/ 251529 h 361333"/>
                <a:gd name="connsiteX147" fmla="*/ 169333 w 361670"/>
                <a:gd name="connsiteY147" fmla="*/ 242591 h 361333"/>
                <a:gd name="connsiteX148" fmla="*/ 178279 w 361670"/>
                <a:gd name="connsiteY148" fmla="*/ 244506 h 361333"/>
                <a:gd name="connsiteX149" fmla="*/ 178918 w 361670"/>
                <a:gd name="connsiteY149" fmla="*/ 282810 h 361333"/>
                <a:gd name="connsiteX150" fmla="*/ 175723 w 361670"/>
                <a:gd name="connsiteY150" fmla="*/ 292386 h 361333"/>
                <a:gd name="connsiteX151" fmla="*/ 178279 w 361670"/>
                <a:gd name="connsiteY151" fmla="*/ 297493 h 361333"/>
                <a:gd name="connsiteX152" fmla="*/ 192337 w 361670"/>
                <a:gd name="connsiteY152" fmla="*/ 298132 h 361333"/>
                <a:gd name="connsiteX153" fmla="*/ 207673 w 361670"/>
                <a:gd name="connsiteY153" fmla="*/ 293025 h 361333"/>
                <a:gd name="connsiteX154" fmla="*/ 208312 w 361670"/>
                <a:gd name="connsiteY154" fmla="*/ 290471 h 361333"/>
                <a:gd name="connsiteX155" fmla="*/ 203839 w 361670"/>
                <a:gd name="connsiteY155" fmla="*/ 282172 h 361333"/>
                <a:gd name="connsiteX156" fmla="*/ 196171 w 361670"/>
                <a:gd name="connsiteY156" fmla="*/ 242591 h 361333"/>
                <a:gd name="connsiteX157" fmla="*/ 203200 w 361670"/>
                <a:gd name="connsiteY157" fmla="*/ 237484 h 361333"/>
                <a:gd name="connsiteX158" fmla="*/ 208312 w 361670"/>
                <a:gd name="connsiteY158" fmla="*/ 244506 h 361333"/>
                <a:gd name="connsiteX159" fmla="*/ 214063 w 361670"/>
                <a:gd name="connsiteY159" fmla="*/ 275149 h 361333"/>
                <a:gd name="connsiteX160" fmla="*/ 219814 w 361670"/>
                <a:gd name="connsiteY160" fmla="*/ 287917 h 361333"/>
                <a:gd name="connsiteX161" fmla="*/ 218536 w 361670"/>
                <a:gd name="connsiteY161" fmla="*/ 300047 h 361333"/>
                <a:gd name="connsiteX162" fmla="*/ 285630 w 361670"/>
                <a:gd name="connsiteY162" fmla="*/ 271958 h 361333"/>
                <a:gd name="connsiteX163" fmla="*/ 270294 w 361670"/>
                <a:gd name="connsiteY163" fmla="*/ 285364 h 361333"/>
                <a:gd name="connsiteX164" fmla="*/ 263265 w 361670"/>
                <a:gd name="connsiteY164" fmla="*/ 286641 h 361333"/>
                <a:gd name="connsiteX165" fmla="*/ 250485 w 361670"/>
                <a:gd name="connsiteY165" fmla="*/ 281533 h 361333"/>
                <a:gd name="connsiteX166" fmla="*/ 242179 w 361670"/>
                <a:gd name="connsiteY166" fmla="*/ 270042 h 361333"/>
                <a:gd name="connsiteX167" fmla="*/ 235150 w 361670"/>
                <a:gd name="connsiteY167" fmla="*/ 259828 h 361333"/>
                <a:gd name="connsiteX168" fmla="*/ 223648 w 361670"/>
                <a:gd name="connsiteY168" fmla="*/ 266212 h 361333"/>
                <a:gd name="connsiteX169" fmla="*/ 215341 w 361670"/>
                <a:gd name="connsiteY169" fmla="*/ 263020 h 361333"/>
                <a:gd name="connsiteX170" fmla="*/ 218536 w 361670"/>
                <a:gd name="connsiteY170" fmla="*/ 254721 h 361333"/>
                <a:gd name="connsiteX171" fmla="*/ 232594 w 361670"/>
                <a:gd name="connsiteY171" fmla="*/ 245783 h 361333"/>
                <a:gd name="connsiteX172" fmla="*/ 240901 w 361670"/>
                <a:gd name="connsiteY172" fmla="*/ 246422 h 361333"/>
                <a:gd name="connsiteX173" fmla="*/ 253680 w 361670"/>
                <a:gd name="connsiteY173" fmla="*/ 263020 h 361333"/>
                <a:gd name="connsiteX174" fmla="*/ 259431 w 361670"/>
                <a:gd name="connsiteY174" fmla="*/ 271319 h 361333"/>
                <a:gd name="connsiteX175" fmla="*/ 266460 w 361670"/>
                <a:gd name="connsiteY175" fmla="*/ 273234 h 361333"/>
                <a:gd name="connsiteX176" fmla="*/ 277323 w 361670"/>
                <a:gd name="connsiteY176" fmla="*/ 263020 h 361333"/>
                <a:gd name="connsiteX177" fmla="*/ 284352 w 361670"/>
                <a:gd name="connsiteY177" fmla="*/ 247698 h 361333"/>
                <a:gd name="connsiteX178" fmla="*/ 282435 w 361670"/>
                <a:gd name="connsiteY178" fmla="*/ 245145 h 361333"/>
                <a:gd name="connsiteX179" fmla="*/ 272850 w 361670"/>
                <a:gd name="connsiteY179" fmla="*/ 241953 h 361333"/>
                <a:gd name="connsiteX180" fmla="*/ 253042 w 361670"/>
                <a:gd name="connsiteY180" fmla="*/ 229185 h 361333"/>
                <a:gd name="connsiteX181" fmla="*/ 253042 w 361670"/>
                <a:gd name="connsiteY181" fmla="*/ 222801 h 361333"/>
                <a:gd name="connsiteX182" fmla="*/ 261987 w 361670"/>
                <a:gd name="connsiteY182" fmla="*/ 199819 h 361333"/>
                <a:gd name="connsiteX183" fmla="*/ 269655 w 361670"/>
                <a:gd name="connsiteY183" fmla="*/ 194711 h 361333"/>
                <a:gd name="connsiteX184" fmla="*/ 274767 w 361670"/>
                <a:gd name="connsiteY184" fmla="*/ 202372 h 361333"/>
                <a:gd name="connsiteX185" fmla="*/ 266460 w 361670"/>
                <a:gd name="connsiteY185" fmla="*/ 225355 h 361333"/>
                <a:gd name="connsiteX186" fmla="*/ 274767 w 361670"/>
                <a:gd name="connsiteY186" fmla="*/ 229185 h 361333"/>
                <a:gd name="connsiteX187" fmla="*/ 289464 w 361670"/>
                <a:gd name="connsiteY187" fmla="*/ 233654 h 361333"/>
                <a:gd name="connsiteX188" fmla="*/ 297132 w 361670"/>
                <a:gd name="connsiteY188" fmla="*/ 245145 h 361333"/>
                <a:gd name="connsiteX189" fmla="*/ 285630 w 361670"/>
                <a:gd name="connsiteY189" fmla="*/ 271958 h 361333"/>
                <a:gd name="connsiteX190" fmla="*/ 308634 w 361670"/>
                <a:gd name="connsiteY190" fmla="*/ 188327 h 361333"/>
                <a:gd name="connsiteX191" fmla="*/ 292659 w 361670"/>
                <a:gd name="connsiteY191" fmla="*/ 199180 h 361333"/>
                <a:gd name="connsiteX192" fmla="*/ 291381 w 361670"/>
                <a:gd name="connsiteY192" fmla="*/ 199180 h 361333"/>
                <a:gd name="connsiteX193" fmla="*/ 276684 w 361670"/>
                <a:gd name="connsiteY193" fmla="*/ 194711 h 361333"/>
                <a:gd name="connsiteX194" fmla="*/ 250485 w 361670"/>
                <a:gd name="connsiteY194" fmla="*/ 194711 h 361333"/>
                <a:gd name="connsiteX195" fmla="*/ 241540 w 361670"/>
                <a:gd name="connsiteY195" fmla="*/ 192796 h 361333"/>
                <a:gd name="connsiteX196" fmla="*/ 243457 w 361670"/>
                <a:gd name="connsiteY196" fmla="*/ 183859 h 361333"/>
                <a:gd name="connsiteX197" fmla="*/ 281796 w 361670"/>
                <a:gd name="connsiteY197" fmla="*/ 183220 h 361333"/>
                <a:gd name="connsiteX198" fmla="*/ 291381 w 361670"/>
                <a:gd name="connsiteY198" fmla="*/ 186412 h 361333"/>
                <a:gd name="connsiteX199" fmla="*/ 296493 w 361670"/>
                <a:gd name="connsiteY199" fmla="*/ 183859 h 361333"/>
                <a:gd name="connsiteX200" fmla="*/ 297132 w 361670"/>
                <a:gd name="connsiteY200" fmla="*/ 169814 h 361333"/>
                <a:gd name="connsiteX201" fmla="*/ 292020 w 361670"/>
                <a:gd name="connsiteY201" fmla="*/ 154492 h 361333"/>
                <a:gd name="connsiteX202" fmla="*/ 289464 w 361670"/>
                <a:gd name="connsiteY202" fmla="*/ 153854 h 361333"/>
                <a:gd name="connsiteX203" fmla="*/ 281157 w 361670"/>
                <a:gd name="connsiteY203" fmla="*/ 158323 h 361333"/>
                <a:gd name="connsiteX204" fmla="*/ 241540 w 361670"/>
                <a:gd name="connsiteY204" fmla="*/ 165984 h 361333"/>
                <a:gd name="connsiteX205" fmla="*/ 236428 w 361670"/>
                <a:gd name="connsiteY205" fmla="*/ 158961 h 361333"/>
                <a:gd name="connsiteX206" fmla="*/ 243457 w 361670"/>
                <a:gd name="connsiteY206" fmla="*/ 153854 h 361333"/>
                <a:gd name="connsiteX207" fmla="*/ 274128 w 361670"/>
                <a:gd name="connsiteY207" fmla="*/ 148108 h 361333"/>
                <a:gd name="connsiteX208" fmla="*/ 286908 w 361670"/>
                <a:gd name="connsiteY208" fmla="*/ 142363 h 361333"/>
                <a:gd name="connsiteX209" fmla="*/ 299688 w 361670"/>
                <a:gd name="connsiteY209" fmla="*/ 144916 h 361333"/>
                <a:gd name="connsiteX210" fmla="*/ 309912 w 361670"/>
                <a:gd name="connsiteY210" fmla="*/ 169814 h 361333"/>
                <a:gd name="connsiteX211" fmla="*/ 308634 w 361670"/>
                <a:gd name="connsiteY211" fmla="*/ 18832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199366" y="99590"/>
                  </a:moveTo>
                  <a:cubicBezTo>
                    <a:pt x="200005" y="96398"/>
                    <a:pt x="203839" y="94483"/>
                    <a:pt x="207034" y="95121"/>
                  </a:cubicBezTo>
                  <a:cubicBezTo>
                    <a:pt x="212146" y="96398"/>
                    <a:pt x="216619" y="98313"/>
                    <a:pt x="221731" y="100229"/>
                  </a:cubicBezTo>
                  <a:cubicBezTo>
                    <a:pt x="223648" y="97675"/>
                    <a:pt x="224926" y="94483"/>
                    <a:pt x="225565" y="90653"/>
                  </a:cubicBezTo>
                  <a:cubicBezTo>
                    <a:pt x="226843" y="86184"/>
                    <a:pt x="228121" y="81715"/>
                    <a:pt x="231316" y="76608"/>
                  </a:cubicBezTo>
                  <a:cubicBezTo>
                    <a:pt x="233872" y="72139"/>
                    <a:pt x="238345" y="69586"/>
                    <a:pt x="242818" y="68947"/>
                  </a:cubicBezTo>
                  <a:cubicBezTo>
                    <a:pt x="250485" y="67670"/>
                    <a:pt x="258792" y="71501"/>
                    <a:pt x="268377" y="79162"/>
                  </a:cubicBezTo>
                  <a:cubicBezTo>
                    <a:pt x="276045" y="86184"/>
                    <a:pt x="291381" y="98313"/>
                    <a:pt x="277323" y="114912"/>
                  </a:cubicBezTo>
                  <a:cubicBezTo>
                    <a:pt x="274767" y="118104"/>
                    <a:pt x="270294" y="120657"/>
                    <a:pt x="265821" y="123211"/>
                  </a:cubicBezTo>
                  <a:cubicBezTo>
                    <a:pt x="262626" y="125126"/>
                    <a:pt x="259431" y="127041"/>
                    <a:pt x="256875" y="128957"/>
                  </a:cubicBezTo>
                  <a:cubicBezTo>
                    <a:pt x="258792" y="131510"/>
                    <a:pt x="260709" y="134064"/>
                    <a:pt x="261987" y="136617"/>
                  </a:cubicBezTo>
                  <a:cubicBezTo>
                    <a:pt x="263904" y="139809"/>
                    <a:pt x="262626" y="143640"/>
                    <a:pt x="260070" y="145555"/>
                  </a:cubicBezTo>
                  <a:cubicBezTo>
                    <a:pt x="258792" y="146193"/>
                    <a:pt x="258153" y="146193"/>
                    <a:pt x="256875" y="146193"/>
                  </a:cubicBezTo>
                  <a:cubicBezTo>
                    <a:pt x="254958" y="146193"/>
                    <a:pt x="252403" y="144916"/>
                    <a:pt x="251124" y="143001"/>
                  </a:cubicBezTo>
                  <a:cubicBezTo>
                    <a:pt x="248569" y="139171"/>
                    <a:pt x="246013" y="135341"/>
                    <a:pt x="242818" y="131510"/>
                  </a:cubicBezTo>
                  <a:cubicBezTo>
                    <a:pt x="240901" y="128957"/>
                    <a:pt x="240901" y="125126"/>
                    <a:pt x="243457" y="122573"/>
                  </a:cubicBezTo>
                  <a:cubicBezTo>
                    <a:pt x="248569" y="117465"/>
                    <a:pt x="254319" y="114273"/>
                    <a:pt x="259431" y="111081"/>
                  </a:cubicBezTo>
                  <a:cubicBezTo>
                    <a:pt x="263265" y="109166"/>
                    <a:pt x="266460" y="106613"/>
                    <a:pt x="267738" y="105336"/>
                  </a:cubicBezTo>
                  <a:cubicBezTo>
                    <a:pt x="270933" y="101505"/>
                    <a:pt x="273489" y="98952"/>
                    <a:pt x="260070" y="87461"/>
                  </a:cubicBezTo>
                  <a:cubicBezTo>
                    <a:pt x="253042" y="81715"/>
                    <a:pt x="247290" y="79800"/>
                    <a:pt x="244735" y="79800"/>
                  </a:cubicBezTo>
                  <a:cubicBezTo>
                    <a:pt x="244095" y="79800"/>
                    <a:pt x="242818" y="80438"/>
                    <a:pt x="242179" y="81715"/>
                  </a:cubicBezTo>
                  <a:cubicBezTo>
                    <a:pt x="240262" y="84907"/>
                    <a:pt x="238984" y="88738"/>
                    <a:pt x="238345" y="91930"/>
                  </a:cubicBezTo>
                  <a:cubicBezTo>
                    <a:pt x="237067" y="98313"/>
                    <a:pt x="235150" y="104697"/>
                    <a:pt x="227482" y="111081"/>
                  </a:cubicBezTo>
                  <a:cubicBezTo>
                    <a:pt x="225565" y="112358"/>
                    <a:pt x="223009" y="112997"/>
                    <a:pt x="220453" y="111720"/>
                  </a:cubicBezTo>
                  <a:cubicBezTo>
                    <a:pt x="215341" y="109166"/>
                    <a:pt x="210229" y="106613"/>
                    <a:pt x="204478" y="105336"/>
                  </a:cubicBezTo>
                  <a:cubicBezTo>
                    <a:pt x="200644" y="106613"/>
                    <a:pt x="198727" y="103421"/>
                    <a:pt x="199366" y="99590"/>
                  </a:cubicBezTo>
                  <a:close/>
                  <a:moveTo>
                    <a:pt x="175084" y="154492"/>
                  </a:moveTo>
                  <a:cubicBezTo>
                    <a:pt x="175084" y="141086"/>
                    <a:pt x="185947" y="129595"/>
                    <a:pt x="200005" y="129595"/>
                  </a:cubicBezTo>
                  <a:cubicBezTo>
                    <a:pt x="213424" y="129595"/>
                    <a:pt x="224926" y="140448"/>
                    <a:pt x="224926" y="154492"/>
                  </a:cubicBezTo>
                  <a:cubicBezTo>
                    <a:pt x="224926" y="168537"/>
                    <a:pt x="214063" y="179390"/>
                    <a:pt x="200005" y="179390"/>
                  </a:cubicBezTo>
                  <a:cubicBezTo>
                    <a:pt x="185947" y="179390"/>
                    <a:pt x="175084" y="167899"/>
                    <a:pt x="175084" y="154492"/>
                  </a:cubicBezTo>
                  <a:close/>
                  <a:moveTo>
                    <a:pt x="175723" y="190881"/>
                  </a:moveTo>
                  <a:cubicBezTo>
                    <a:pt x="175723" y="204287"/>
                    <a:pt x="164860" y="215779"/>
                    <a:pt x="150803" y="215779"/>
                  </a:cubicBezTo>
                  <a:cubicBezTo>
                    <a:pt x="137384" y="215779"/>
                    <a:pt x="125882" y="204926"/>
                    <a:pt x="125882" y="190881"/>
                  </a:cubicBezTo>
                  <a:cubicBezTo>
                    <a:pt x="125882" y="176836"/>
                    <a:pt x="136745" y="165984"/>
                    <a:pt x="150803" y="165984"/>
                  </a:cubicBezTo>
                  <a:cubicBezTo>
                    <a:pt x="164221" y="166622"/>
                    <a:pt x="175723" y="177475"/>
                    <a:pt x="175723" y="190881"/>
                  </a:cubicBezTo>
                  <a:close/>
                  <a:moveTo>
                    <a:pt x="212146" y="184497"/>
                  </a:moveTo>
                  <a:cubicBezTo>
                    <a:pt x="225565" y="184497"/>
                    <a:pt x="237067" y="195350"/>
                    <a:pt x="237067" y="209395"/>
                  </a:cubicBezTo>
                  <a:cubicBezTo>
                    <a:pt x="237067" y="223439"/>
                    <a:pt x="226204" y="234292"/>
                    <a:pt x="212146" y="234292"/>
                  </a:cubicBezTo>
                  <a:cubicBezTo>
                    <a:pt x="198727" y="234292"/>
                    <a:pt x="187225" y="223439"/>
                    <a:pt x="187225" y="209395"/>
                  </a:cubicBezTo>
                  <a:cubicBezTo>
                    <a:pt x="187225" y="195350"/>
                    <a:pt x="198088" y="184497"/>
                    <a:pt x="212146" y="184497"/>
                  </a:cubicBezTo>
                  <a:close/>
                  <a:moveTo>
                    <a:pt x="143774" y="62563"/>
                  </a:moveTo>
                  <a:cubicBezTo>
                    <a:pt x="148246" y="56818"/>
                    <a:pt x="156553" y="53626"/>
                    <a:pt x="168694" y="52349"/>
                  </a:cubicBezTo>
                  <a:cubicBezTo>
                    <a:pt x="180196" y="51710"/>
                    <a:pt x="197449" y="49795"/>
                    <a:pt x="199366" y="69586"/>
                  </a:cubicBezTo>
                  <a:cubicBezTo>
                    <a:pt x="200005" y="75331"/>
                    <a:pt x="197449" y="80438"/>
                    <a:pt x="194893" y="85546"/>
                  </a:cubicBezTo>
                  <a:cubicBezTo>
                    <a:pt x="191059" y="93206"/>
                    <a:pt x="187864" y="100229"/>
                    <a:pt x="194893" y="111720"/>
                  </a:cubicBezTo>
                  <a:cubicBezTo>
                    <a:pt x="196810" y="114912"/>
                    <a:pt x="195532" y="118742"/>
                    <a:pt x="192976" y="120657"/>
                  </a:cubicBezTo>
                  <a:cubicBezTo>
                    <a:pt x="189781" y="122573"/>
                    <a:pt x="185947" y="121296"/>
                    <a:pt x="184030" y="118742"/>
                  </a:cubicBezTo>
                  <a:cubicBezTo>
                    <a:pt x="173167" y="101505"/>
                    <a:pt x="178918" y="89376"/>
                    <a:pt x="183391" y="80438"/>
                  </a:cubicBezTo>
                  <a:cubicBezTo>
                    <a:pt x="185308" y="76608"/>
                    <a:pt x="186586" y="73416"/>
                    <a:pt x="186586" y="70862"/>
                  </a:cubicBezTo>
                  <a:cubicBezTo>
                    <a:pt x="185947" y="65755"/>
                    <a:pt x="185947" y="63840"/>
                    <a:pt x="169972" y="65117"/>
                  </a:cubicBezTo>
                  <a:cubicBezTo>
                    <a:pt x="160387" y="65755"/>
                    <a:pt x="155914" y="68309"/>
                    <a:pt x="154636" y="70224"/>
                  </a:cubicBezTo>
                  <a:cubicBezTo>
                    <a:pt x="154636" y="70224"/>
                    <a:pt x="153998" y="70862"/>
                    <a:pt x="153998" y="72778"/>
                  </a:cubicBezTo>
                  <a:cubicBezTo>
                    <a:pt x="154636" y="75970"/>
                    <a:pt x="155914" y="77885"/>
                    <a:pt x="158470" y="81077"/>
                  </a:cubicBezTo>
                  <a:cubicBezTo>
                    <a:pt x="163582" y="88738"/>
                    <a:pt x="169333" y="98313"/>
                    <a:pt x="166138" y="120657"/>
                  </a:cubicBezTo>
                  <a:cubicBezTo>
                    <a:pt x="165499" y="123849"/>
                    <a:pt x="162943" y="126403"/>
                    <a:pt x="159748" y="126403"/>
                  </a:cubicBezTo>
                  <a:cubicBezTo>
                    <a:pt x="159748" y="126403"/>
                    <a:pt x="159109" y="126403"/>
                    <a:pt x="158470" y="126403"/>
                  </a:cubicBezTo>
                  <a:cubicBezTo>
                    <a:pt x="155275" y="125765"/>
                    <a:pt x="152719" y="122573"/>
                    <a:pt x="153358" y="119381"/>
                  </a:cubicBezTo>
                  <a:cubicBezTo>
                    <a:pt x="155914" y="102144"/>
                    <a:pt x="151441" y="95121"/>
                    <a:pt x="147608" y="88738"/>
                  </a:cubicBezTo>
                  <a:cubicBezTo>
                    <a:pt x="145051" y="84907"/>
                    <a:pt x="143135" y="81077"/>
                    <a:pt x="141856" y="75970"/>
                  </a:cubicBezTo>
                  <a:cubicBezTo>
                    <a:pt x="139940" y="70862"/>
                    <a:pt x="141218" y="66394"/>
                    <a:pt x="143774" y="62563"/>
                  </a:cubicBezTo>
                  <a:close/>
                  <a:moveTo>
                    <a:pt x="72206" y="95121"/>
                  </a:moveTo>
                  <a:cubicBezTo>
                    <a:pt x="84986" y="79162"/>
                    <a:pt x="101600" y="75331"/>
                    <a:pt x="113741" y="84907"/>
                  </a:cubicBezTo>
                  <a:cubicBezTo>
                    <a:pt x="116936" y="87461"/>
                    <a:pt x="119492" y="91291"/>
                    <a:pt x="123326" y="96398"/>
                  </a:cubicBezTo>
                  <a:cubicBezTo>
                    <a:pt x="125882" y="99590"/>
                    <a:pt x="128438" y="103421"/>
                    <a:pt x="131633" y="107251"/>
                  </a:cubicBezTo>
                  <a:cubicBezTo>
                    <a:pt x="133550" y="105974"/>
                    <a:pt x="136106" y="104697"/>
                    <a:pt x="138023" y="103421"/>
                  </a:cubicBezTo>
                  <a:cubicBezTo>
                    <a:pt x="141218" y="101505"/>
                    <a:pt x="145051" y="102782"/>
                    <a:pt x="146969" y="105974"/>
                  </a:cubicBezTo>
                  <a:cubicBezTo>
                    <a:pt x="148885" y="109166"/>
                    <a:pt x="147608" y="112997"/>
                    <a:pt x="144413" y="114912"/>
                  </a:cubicBezTo>
                  <a:cubicBezTo>
                    <a:pt x="141218" y="116827"/>
                    <a:pt x="137384" y="118742"/>
                    <a:pt x="134828" y="121296"/>
                  </a:cubicBezTo>
                  <a:cubicBezTo>
                    <a:pt x="132272" y="123211"/>
                    <a:pt x="128438" y="123211"/>
                    <a:pt x="125882" y="120657"/>
                  </a:cubicBezTo>
                  <a:cubicBezTo>
                    <a:pt x="120770" y="114912"/>
                    <a:pt x="116297" y="109166"/>
                    <a:pt x="113102" y="104059"/>
                  </a:cubicBezTo>
                  <a:cubicBezTo>
                    <a:pt x="110546" y="100229"/>
                    <a:pt x="107351" y="95760"/>
                    <a:pt x="106073" y="94483"/>
                  </a:cubicBezTo>
                  <a:cubicBezTo>
                    <a:pt x="99044" y="88738"/>
                    <a:pt x="88820" y="95121"/>
                    <a:pt x="82430" y="102782"/>
                  </a:cubicBezTo>
                  <a:cubicBezTo>
                    <a:pt x="79235" y="106613"/>
                    <a:pt x="77957" y="110443"/>
                    <a:pt x="78596" y="113635"/>
                  </a:cubicBezTo>
                  <a:cubicBezTo>
                    <a:pt x="79235" y="116189"/>
                    <a:pt x="80513" y="118742"/>
                    <a:pt x="83708" y="120019"/>
                  </a:cubicBezTo>
                  <a:cubicBezTo>
                    <a:pt x="86903" y="121934"/>
                    <a:pt x="90098" y="122573"/>
                    <a:pt x="93293" y="123211"/>
                  </a:cubicBezTo>
                  <a:cubicBezTo>
                    <a:pt x="99683" y="123849"/>
                    <a:pt x="107351" y="125126"/>
                    <a:pt x="114380" y="137894"/>
                  </a:cubicBezTo>
                  <a:cubicBezTo>
                    <a:pt x="115658" y="139809"/>
                    <a:pt x="115658" y="142363"/>
                    <a:pt x="114380" y="144278"/>
                  </a:cubicBezTo>
                  <a:cubicBezTo>
                    <a:pt x="111185" y="149385"/>
                    <a:pt x="109268" y="155131"/>
                    <a:pt x="107351" y="160238"/>
                  </a:cubicBezTo>
                  <a:cubicBezTo>
                    <a:pt x="106712" y="162792"/>
                    <a:pt x="104156" y="164707"/>
                    <a:pt x="100961" y="164707"/>
                  </a:cubicBezTo>
                  <a:cubicBezTo>
                    <a:pt x="100322" y="164707"/>
                    <a:pt x="99683" y="164707"/>
                    <a:pt x="99044" y="164707"/>
                  </a:cubicBezTo>
                  <a:cubicBezTo>
                    <a:pt x="95849" y="163430"/>
                    <a:pt x="93932" y="160238"/>
                    <a:pt x="94571" y="157046"/>
                  </a:cubicBezTo>
                  <a:cubicBezTo>
                    <a:pt x="95849" y="151939"/>
                    <a:pt x="98405" y="146193"/>
                    <a:pt x="100961" y="141724"/>
                  </a:cubicBezTo>
                  <a:cubicBezTo>
                    <a:pt x="97766" y="137256"/>
                    <a:pt x="95210" y="136617"/>
                    <a:pt x="90737" y="135979"/>
                  </a:cubicBezTo>
                  <a:cubicBezTo>
                    <a:pt x="86903" y="135341"/>
                    <a:pt x="81791" y="134702"/>
                    <a:pt x="76040" y="131510"/>
                  </a:cubicBezTo>
                  <a:cubicBezTo>
                    <a:pt x="70289" y="127680"/>
                    <a:pt x="66455" y="122573"/>
                    <a:pt x="65177" y="116189"/>
                  </a:cubicBezTo>
                  <a:cubicBezTo>
                    <a:pt x="64538" y="111720"/>
                    <a:pt x="65177" y="104059"/>
                    <a:pt x="72206" y="95121"/>
                  </a:cubicBezTo>
                  <a:close/>
                  <a:moveTo>
                    <a:pt x="71567" y="221524"/>
                  </a:moveTo>
                  <a:cubicBezTo>
                    <a:pt x="68372" y="221524"/>
                    <a:pt x="65177" y="220247"/>
                    <a:pt x="62621" y="218332"/>
                  </a:cubicBezTo>
                  <a:cubicBezTo>
                    <a:pt x="56870" y="213863"/>
                    <a:pt x="53675" y="205564"/>
                    <a:pt x="52397" y="193435"/>
                  </a:cubicBezTo>
                  <a:cubicBezTo>
                    <a:pt x="51759" y="181944"/>
                    <a:pt x="49841" y="164707"/>
                    <a:pt x="69650" y="162792"/>
                  </a:cubicBezTo>
                  <a:cubicBezTo>
                    <a:pt x="75401" y="162153"/>
                    <a:pt x="80513" y="164707"/>
                    <a:pt x="85625" y="167260"/>
                  </a:cubicBezTo>
                  <a:cubicBezTo>
                    <a:pt x="93293" y="171091"/>
                    <a:pt x="100322" y="174283"/>
                    <a:pt x="111824" y="167260"/>
                  </a:cubicBezTo>
                  <a:cubicBezTo>
                    <a:pt x="115019" y="165345"/>
                    <a:pt x="118853" y="166622"/>
                    <a:pt x="120770" y="169176"/>
                  </a:cubicBezTo>
                  <a:cubicBezTo>
                    <a:pt x="122687" y="172368"/>
                    <a:pt x="121409" y="176198"/>
                    <a:pt x="118853" y="178113"/>
                  </a:cubicBezTo>
                  <a:cubicBezTo>
                    <a:pt x="101600" y="188966"/>
                    <a:pt x="89459" y="183220"/>
                    <a:pt x="80513" y="178752"/>
                  </a:cubicBezTo>
                  <a:cubicBezTo>
                    <a:pt x="76679" y="176836"/>
                    <a:pt x="73484" y="175560"/>
                    <a:pt x="70928" y="175560"/>
                  </a:cubicBezTo>
                  <a:cubicBezTo>
                    <a:pt x="65816" y="176198"/>
                    <a:pt x="63899" y="176198"/>
                    <a:pt x="65177" y="192158"/>
                  </a:cubicBezTo>
                  <a:cubicBezTo>
                    <a:pt x="65816" y="201734"/>
                    <a:pt x="68372" y="206203"/>
                    <a:pt x="70289" y="207479"/>
                  </a:cubicBezTo>
                  <a:cubicBezTo>
                    <a:pt x="70289" y="207479"/>
                    <a:pt x="70928" y="208118"/>
                    <a:pt x="72845" y="208118"/>
                  </a:cubicBezTo>
                  <a:cubicBezTo>
                    <a:pt x="76040" y="207479"/>
                    <a:pt x="78596" y="206203"/>
                    <a:pt x="81152" y="203649"/>
                  </a:cubicBezTo>
                  <a:cubicBezTo>
                    <a:pt x="88181" y="199180"/>
                    <a:pt x="97127" y="193435"/>
                    <a:pt x="115658" y="195350"/>
                  </a:cubicBezTo>
                  <a:cubicBezTo>
                    <a:pt x="118853" y="195988"/>
                    <a:pt x="122048" y="198542"/>
                    <a:pt x="121409" y="202372"/>
                  </a:cubicBezTo>
                  <a:cubicBezTo>
                    <a:pt x="120770" y="206203"/>
                    <a:pt x="118214" y="208118"/>
                    <a:pt x="114380" y="208118"/>
                  </a:cubicBezTo>
                  <a:cubicBezTo>
                    <a:pt x="99683" y="206841"/>
                    <a:pt x="93932" y="210671"/>
                    <a:pt x="87542" y="214502"/>
                  </a:cubicBezTo>
                  <a:cubicBezTo>
                    <a:pt x="83708" y="217055"/>
                    <a:pt x="79874" y="218971"/>
                    <a:pt x="74762" y="220247"/>
                  </a:cubicBezTo>
                  <a:cubicBezTo>
                    <a:pt x="74123" y="221524"/>
                    <a:pt x="72845" y="221524"/>
                    <a:pt x="71567" y="221524"/>
                  </a:cubicBezTo>
                  <a:close/>
                  <a:moveTo>
                    <a:pt x="159748" y="273234"/>
                  </a:moveTo>
                  <a:cubicBezTo>
                    <a:pt x="153358" y="271958"/>
                    <a:pt x="147608" y="269404"/>
                    <a:pt x="141856" y="266850"/>
                  </a:cubicBezTo>
                  <a:cubicBezTo>
                    <a:pt x="138023" y="269404"/>
                    <a:pt x="137384" y="271958"/>
                    <a:pt x="136745" y="275788"/>
                  </a:cubicBezTo>
                  <a:cubicBezTo>
                    <a:pt x="136106" y="279618"/>
                    <a:pt x="135467" y="284725"/>
                    <a:pt x="131633" y="290471"/>
                  </a:cubicBezTo>
                  <a:cubicBezTo>
                    <a:pt x="129077" y="294940"/>
                    <a:pt x="124604" y="297493"/>
                    <a:pt x="120131" y="298132"/>
                  </a:cubicBezTo>
                  <a:cubicBezTo>
                    <a:pt x="119492" y="298132"/>
                    <a:pt x="118214" y="298132"/>
                    <a:pt x="117575" y="298132"/>
                  </a:cubicBezTo>
                  <a:cubicBezTo>
                    <a:pt x="110546" y="298132"/>
                    <a:pt x="102878" y="294301"/>
                    <a:pt x="94571" y="287917"/>
                  </a:cubicBezTo>
                  <a:cubicBezTo>
                    <a:pt x="88820" y="283449"/>
                    <a:pt x="83708" y="278341"/>
                    <a:pt x="81152" y="271958"/>
                  </a:cubicBezTo>
                  <a:cubicBezTo>
                    <a:pt x="78596" y="265574"/>
                    <a:pt x="79874" y="258551"/>
                    <a:pt x="85625" y="252167"/>
                  </a:cubicBezTo>
                  <a:cubicBezTo>
                    <a:pt x="88181" y="248975"/>
                    <a:pt x="92654" y="246422"/>
                    <a:pt x="97127" y="243868"/>
                  </a:cubicBezTo>
                  <a:cubicBezTo>
                    <a:pt x="100322" y="241953"/>
                    <a:pt x="103517" y="240038"/>
                    <a:pt x="106712" y="237484"/>
                  </a:cubicBezTo>
                  <a:cubicBezTo>
                    <a:pt x="103517" y="232377"/>
                    <a:pt x="100322" y="227270"/>
                    <a:pt x="97766" y="222163"/>
                  </a:cubicBezTo>
                  <a:cubicBezTo>
                    <a:pt x="96488" y="218971"/>
                    <a:pt x="97766" y="215140"/>
                    <a:pt x="100961" y="213863"/>
                  </a:cubicBezTo>
                  <a:cubicBezTo>
                    <a:pt x="104156" y="212587"/>
                    <a:pt x="107990" y="213863"/>
                    <a:pt x="109268" y="217055"/>
                  </a:cubicBezTo>
                  <a:cubicBezTo>
                    <a:pt x="111824" y="223439"/>
                    <a:pt x="115658" y="229185"/>
                    <a:pt x="120131" y="234930"/>
                  </a:cubicBezTo>
                  <a:cubicBezTo>
                    <a:pt x="122048" y="237484"/>
                    <a:pt x="122048" y="241314"/>
                    <a:pt x="119492" y="243868"/>
                  </a:cubicBezTo>
                  <a:cubicBezTo>
                    <a:pt x="114380" y="248975"/>
                    <a:pt x="107990" y="252806"/>
                    <a:pt x="102878" y="255359"/>
                  </a:cubicBezTo>
                  <a:cubicBezTo>
                    <a:pt x="99683" y="257274"/>
                    <a:pt x="95849" y="259190"/>
                    <a:pt x="94571" y="261105"/>
                  </a:cubicBezTo>
                  <a:cubicBezTo>
                    <a:pt x="91376" y="264935"/>
                    <a:pt x="92015" y="266850"/>
                    <a:pt x="92654" y="268127"/>
                  </a:cubicBezTo>
                  <a:cubicBezTo>
                    <a:pt x="93932" y="271319"/>
                    <a:pt x="98405" y="275788"/>
                    <a:pt x="102239" y="278980"/>
                  </a:cubicBezTo>
                  <a:cubicBezTo>
                    <a:pt x="109268" y="284725"/>
                    <a:pt x="115019" y="286641"/>
                    <a:pt x="117575" y="286641"/>
                  </a:cubicBezTo>
                  <a:cubicBezTo>
                    <a:pt x="118214" y="286641"/>
                    <a:pt x="119492" y="286002"/>
                    <a:pt x="120131" y="284725"/>
                  </a:cubicBezTo>
                  <a:cubicBezTo>
                    <a:pt x="122048" y="281533"/>
                    <a:pt x="122687" y="278341"/>
                    <a:pt x="123326" y="275149"/>
                  </a:cubicBezTo>
                  <a:cubicBezTo>
                    <a:pt x="123965" y="269404"/>
                    <a:pt x="125243" y="261743"/>
                    <a:pt x="137384" y="254721"/>
                  </a:cubicBezTo>
                  <a:cubicBezTo>
                    <a:pt x="139301" y="253444"/>
                    <a:pt x="141856" y="253444"/>
                    <a:pt x="143774" y="254721"/>
                  </a:cubicBezTo>
                  <a:cubicBezTo>
                    <a:pt x="149524" y="257913"/>
                    <a:pt x="155914" y="260466"/>
                    <a:pt x="161665" y="261743"/>
                  </a:cubicBezTo>
                  <a:cubicBezTo>
                    <a:pt x="164860" y="262382"/>
                    <a:pt x="167416" y="266212"/>
                    <a:pt x="166138" y="269404"/>
                  </a:cubicBezTo>
                  <a:cubicBezTo>
                    <a:pt x="166777" y="271958"/>
                    <a:pt x="163582" y="274511"/>
                    <a:pt x="159748" y="273234"/>
                  </a:cubicBezTo>
                  <a:close/>
                  <a:moveTo>
                    <a:pt x="218536" y="300047"/>
                  </a:moveTo>
                  <a:cubicBezTo>
                    <a:pt x="214063" y="305793"/>
                    <a:pt x="205756" y="308985"/>
                    <a:pt x="193615" y="310261"/>
                  </a:cubicBezTo>
                  <a:cubicBezTo>
                    <a:pt x="190420" y="310261"/>
                    <a:pt x="187225" y="310900"/>
                    <a:pt x="184669" y="310900"/>
                  </a:cubicBezTo>
                  <a:cubicBezTo>
                    <a:pt x="180835" y="310900"/>
                    <a:pt x="177001" y="310261"/>
                    <a:pt x="173806" y="309623"/>
                  </a:cubicBezTo>
                  <a:cubicBezTo>
                    <a:pt x="167416" y="307069"/>
                    <a:pt x="163582" y="301962"/>
                    <a:pt x="162943" y="293663"/>
                  </a:cubicBezTo>
                  <a:cubicBezTo>
                    <a:pt x="162304" y="287917"/>
                    <a:pt x="164860" y="282810"/>
                    <a:pt x="167416" y="277703"/>
                  </a:cubicBezTo>
                  <a:cubicBezTo>
                    <a:pt x="171250" y="270042"/>
                    <a:pt x="174445" y="263020"/>
                    <a:pt x="167416" y="251529"/>
                  </a:cubicBezTo>
                  <a:cubicBezTo>
                    <a:pt x="165499" y="248337"/>
                    <a:pt x="166777" y="244506"/>
                    <a:pt x="169333" y="242591"/>
                  </a:cubicBezTo>
                  <a:cubicBezTo>
                    <a:pt x="172528" y="240676"/>
                    <a:pt x="176362" y="241953"/>
                    <a:pt x="178279" y="244506"/>
                  </a:cubicBezTo>
                  <a:cubicBezTo>
                    <a:pt x="189142" y="261743"/>
                    <a:pt x="183391" y="273873"/>
                    <a:pt x="178918" y="282810"/>
                  </a:cubicBezTo>
                  <a:cubicBezTo>
                    <a:pt x="177001" y="286641"/>
                    <a:pt x="175723" y="289833"/>
                    <a:pt x="175723" y="292386"/>
                  </a:cubicBezTo>
                  <a:cubicBezTo>
                    <a:pt x="176362" y="296855"/>
                    <a:pt x="177640" y="297493"/>
                    <a:pt x="178279" y="297493"/>
                  </a:cubicBezTo>
                  <a:cubicBezTo>
                    <a:pt x="181474" y="298770"/>
                    <a:pt x="187225" y="298132"/>
                    <a:pt x="192337" y="298132"/>
                  </a:cubicBezTo>
                  <a:cubicBezTo>
                    <a:pt x="201922" y="297493"/>
                    <a:pt x="206395" y="294940"/>
                    <a:pt x="207673" y="293025"/>
                  </a:cubicBezTo>
                  <a:cubicBezTo>
                    <a:pt x="207673" y="293025"/>
                    <a:pt x="208312" y="292386"/>
                    <a:pt x="208312" y="290471"/>
                  </a:cubicBezTo>
                  <a:cubicBezTo>
                    <a:pt x="207673" y="287279"/>
                    <a:pt x="206395" y="285364"/>
                    <a:pt x="203839" y="282172"/>
                  </a:cubicBezTo>
                  <a:cubicBezTo>
                    <a:pt x="198727" y="274511"/>
                    <a:pt x="192976" y="264935"/>
                    <a:pt x="196171" y="242591"/>
                  </a:cubicBezTo>
                  <a:cubicBezTo>
                    <a:pt x="196810" y="239399"/>
                    <a:pt x="200005" y="236846"/>
                    <a:pt x="203200" y="237484"/>
                  </a:cubicBezTo>
                  <a:cubicBezTo>
                    <a:pt x="206395" y="238122"/>
                    <a:pt x="208951" y="241314"/>
                    <a:pt x="208312" y="244506"/>
                  </a:cubicBezTo>
                  <a:cubicBezTo>
                    <a:pt x="205756" y="261743"/>
                    <a:pt x="210229" y="268766"/>
                    <a:pt x="214063" y="275149"/>
                  </a:cubicBezTo>
                  <a:cubicBezTo>
                    <a:pt x="216619" y="278980"/>
                    <a:pt x="218536" y="282810"/>
                    <a:pt x="219814" y="287917"/>
                  </a:cubicBezTo>
                  <a:cubicBezTo>
                    <a:pt x="221731" y="291748"/>
                    <a:pt x="221092" y="296217"/>
                    <a:pt x="218536" y="300047"/>
                  </a:cubicBezTo>
                  <a:close/>
                  <a:moveTo>
                    <a:pt x="285630" y="271958"/>
                  </a:moveTo>
                  <a:cubicBezTo>
                    <a:pt x="281157" y="277703"/>
                    <a:pt x="276045" y="282810"/>
                    <a:pt x="270294" y="285364"/>
                  </a:cubicBezTo>
                  <a:cubicBezTo>
                    <a:pt x="267738" y="286641"/>
                    <a:pt x="265821" y="286641"/>
                    <a:pt x="263265" y="286641"/>
                  </a:cubicBezTo>
                  <a:cubicBezTo>
                    <a:pt x="258792" y="286641"/>
                    <a:pt x="254319" y="284725"/>
                    <a:pt x="250485" y="281533"/>
                  </a:cubicBezTo>
                  <a:cubicBezTo>
                    <a:pt x="247290" y="278980"/>
                    <a:pt x="244735" y="275149"/>
                    <a:pt x="242179" y="270042"/>
                  </a:cubicBezTo>
                  <a:cubicBezTo>
                    <a:pt x="240262" y="266850"/>
                    <a:pt x="237706" y="263020"/>
                    <a:pt x="235150" y="259828"/>
                  </a:cubicBezTo>
                  <a:cubicBezTo>
                    <a:pt x="231316" y="262382"/>
                    <a:pt x="227482" y="264297"/>
                    <a:pt x="223648" y="266212"/>
                  </a:cubicBezTo>
                  <a:cubicBezTo>
                    <a:pt x="220453" y="267489"/>
                    <a:pt x="216619" y="266212"/>
                    <a:pt x="215341" y="263020"/>
                  </a:cubicBezTo>
                  <a:cubicBezTo>
                    <a:pt x="214063" y="259828"/>
                    <a:pt x="215341" y="255998"/>
                    <a:pt x="218536" y="254721"/>
                  </a:cubicBezTo>
                  <a:cubicBezTo>
                    <a:pt x="223648" y="252167"/>
                    <a:pt x="228121" y="249614"/>
                    <a:pt x="232594" y="245783"/>
                  </a:cubicBezTo>
                  <a:cubicBezTo>
                    <a:pt x="235150" y="243868"/>
                    <a:pt x="238345" y="243868"/>
                    <a:pt x="240901" y="246422"/>
                  </a:cubicBezTo>
                  <a:cubicBezTo>
                    <a:pt x="246652" y="251529"/>
                    <a:pt x="250485" y="257913"/>
                    <a:pt x="253680" y="263020"/>
                  </a:cubicBezTo>
                  <a:cubicBezTo>
                    <a:pt x="255597" y="266212"/>
                    <a:pt x="258153" y="270042"/>
                    <a:pt x="259431" y="271319"/>
                  </a:cubicBezTo>
                  <a:cubicBezTo>
                    <a:pt x="263265" y="274511"/>
                    <a:pt x="265182" y="273873"/>
                    <a:pt x="266460" y="273234"/>
                  </a:cubicBezTo>
                  <a:cubicBezTo>
                    <a:pt x="269655" y="271958"/>
                    <a:pt x="274128" y="266850"/>
                    <a:pt x="277323" y="263020"/>
                  </a:cubicBezTo>
                  <a:cubicBezTo>
                    <a:pt x="282435" y="257274"/>
                    <a:pt x="284991" y="251529"/>
                    <a:pt x="284352" y="247698"/>
                  </a:cubicBezTo>
                  <a:cubicBezTo>
                    <a:pt x="284352" y="247060"/>
                    <a:pt x="283713" y="245783"/>
                    <a:pt x="282435" y="245145"/>
                  </a:cubicBezTo>
                  <a:cubicBezTo>
                    <a:pt x="279240" y="243230"/>
                    <a:pt x="276045" y="242591"/>
                    <a:pt x="272850" y="241953"/>
                  </a:cubicBezTo>
                  <a:cubicBezTo>
                    <a:pt x="267099" y="241314"/>
                    <a:pt x="260070" y="240038"/>
                    <a:pt x="253042" y="229185"/>
                  </a:cubicBezTo>
                  <a:cubicBezTo>
                    <a:pt x="251763" y="227270"/>
                    <a:pt x="251763" y="224716"/>
                    <a:pt x="253042" y="222801"/>
                  </a:cubicBezTo>
                  <a:cubicBezTo>
                    <a:pt x="257514" y="215779"/>
                    <a:pt x="260070" y="208118"/>
                    <a:pt x="261987" y="199819"/>
                  </a:cubicBezTo>
                  <a:cubicBezTo>
                    <a:pt x="262626" y="196627"/>
                    <a:pt x="266460" y="194073"/>
                    <a:pt x="269655" y="194711"/>
                  </a:cubicBezTo>
                  <a:cubicBezTo>
                    <a:pt x="272850" y="195350"/>
                    <a:pt x="275406" y="199180"/>
                    <a:pt x="274767" y="202372"/>
                  </a:cubicBezTo>
                  <a:cubicBezTo>
                    <a:pt x="272850" y="210033"/>
                    <a:pt x="270294" y="218332"/>
                    <a:pt x="266460" y="225355"/>
                  </a:cubicBezTo>
                  <a:cubicBezTo>
                    <a:pt x="269016" y="228546"/>
                    <a:pt x="270933" y="228546"/>
                    <a:pt x="274767" y="229185"/>
                  </a:cubicBezTo>
                  <a:cubicBezTo>
                    <a:pt x="278601" y="229823"/>
                    <a:pt x="283713" y="230462"/>
                    <a:pt x="289464" y="233654"/>
                  </a:cubicBezTo>
                  <a:cubicBezTo>
                    <a:pt x="293937" y="236207"/>
                    <a:pt x="296493" y="240676"/>
                    <a:pt x="297132" y="245145"/>
                  </a:cubicBezTo>
                  <a:cubicBezTo>
                    <a:pt x="296493" y="254082"/>
                    <a:pt x="293298" y="263020"/>
                    <a:pt x="285630" y="271958"/>
                  </a:cubicBezTo>
                  <a:close/>
                  <a:moveTo>
                    <a:pt x="308634" y="188327"/>
                  </a:moveTo>
                  <a:cubicBezTo>
                    <a:pt x="306078" y="194711"/>
                    <a:pt x="300966" y="198542"/>
                    <a:pt x="292659" y="199180"/>
                  </a:cubicBezTo>
                  <a:cubicBezTo>
                    <a:pt x="292020" y="199180"/>
                    <a:pt x="291381" y="199180"/>
                    <a:pt x="291381" y="199180"/>
                  </a:cubicBezTo>
                  <a:cubicBezTo>
                    <a:pt x="286269" y="199180"/>
                    <a:pt x="281157" y="196627"/>
                    <a:pt x="276684" y="194711"/>
                  </a:cubicBezTo>
                  <a:cubicBezTo>
                    <a:pt x="269016" y="190881"/>
                    <a:pt x="261987" y="187689"/>
                    <a:pt x="250485" y="194711"/>
                  </a:cubicBezTo>
                  <a:cubicBezTo>
                    <a:pt x="247290" y="196627"/>
                    <a:pt x="243457" y="195350"/>
                    <a:pt x="241540" y="192796"/>
                  </a:cubicBezTo>
                  <a:cubicBezTo>
                    <a:pt x="239623" y="189604"/>
                    <a:pt x="240901" y="185774"/>
                    <a:pt x="243457" y="183859"/>
                  </a:cubicBezTo>
                  <a:cubicBezTo>
                    <a:pt x="260709" y="173006"/>
                    <a:pt x="272850" y="178752"/>
                    <a:pt x="281796" y="183220"/>
                  </a:cubicBezTo>
                  <a:cubicBezTo>
                    <a:pt x="285630" y="185135"/>
                    <a:pt x="288825" y="186412"/>
                    <a:pt x="291381" y="186412"/>
                  </a:cubicBezTo>
                  <a:cubicBezTo>
                    <a:pt x="295854" y="185774"/>
                    <a:pt x="296493" y="184497"/>
                    <a:pt x="296493" y="183859"/>
                  </a:cubicBezTo>
                  <a:cubicBezTo>
                    <a:pt x="297771" y="180667"/>
                    <a:pt x="297132" y="174921"/>
                    <a:pt x="297132" y="169814"/>
                  </a:cubicBezTo>
                  <a:cubicBezTo>
                    <a:pt x="296493" y="160238"/>
                    <a:pt x="293937" y="155769"/>
                    <a:pt x="292020" y="154492"/>
                  </a:cubicBezTo>
                  <a:cubicBezTo>
                    <a:pt x="291381" y="154492"/>
                    <a:pt x="291381" y="153854"/>
                    <a:pt x="289464" y="153854"/>
                  </a:cubicBezTo>
                  <a:cubicBezTo>
                    <a:pt x="286269" y="154492"/>
                    <a:pt x="284352" y="155769"/>
                    <a:pt x="281157" y="158323"/>
                  </a:cubicBezTo>
                  <a:cubicBezTo>
                    <a:pt x="273489" y="163430"/>
                    <a:pt x="263904" y="169176"/>
                    <a:pt x="241540" y="165984"/>
                  </a:cubicBezTo>
                  <a:cubicBezTo>
                    <a:pt x="238345" y="165345"/>
                    <a:pt x="235789" y="162153"/>
                    <a:pt x="236428" y="158961"/>
                  </a:cubicBezTo>
                  <a:cubicBezTo>
                    <a:pt x="237067" y="155769"/>
                    <a:pt x="240262" y="153216"/>
                    <a:pt x="243457" y="153854"/>
                  </a:cubicBezTo>
                  <a:cubicBezTo>
                    <a:pt x="260709" y="156408"/>
                    <a:pt x="267738" y="151939"/>
                    <a:pt x="274128" y="148108"/>
                  </a:cubicBezTo>
                  <a:cubicBezTo>
                    <a:pt x="277962" y="145555"/>
                    <a:pt x="281796" y="143640"/>
                    <a:pt x="286908" y="142363"/>
                  </a:cubicBezTo>
                  <a:cubicBezTo>
                    <a:pt x="291381" y="141086"/>
                    <a:pt x="295854" y="142363"/>
                    <a:pt x="299688" y="144916"/>
                  </a:cubicBezTo>
                  <a:cubicBezTo>
                    <a:pt x="305439" y="149385"/>
                    <a:pt x="308634" y="157684"/>
                    <a:pt x="309912" y="169814"/>
                  </a:cubicBezTo>
                  <a:cubicBezTo>
                    <a:pt x="309912" y="175560"/>
                    <a:pt x="310551" y="182582"/>
                    <a:pt x="308634" y="188327"/>
                  </a:cubicBezTo>
                  <a:close/>
                </a:path>
              </a:pathLst>
            </a:custGeom>
            <a:solidFill>
              <a:srgbClr val="012169"/>
            </a:solidFill>
            <a:ln w="6390" cap="flat">
              <a:noFill/>
              <a:prstDash val="solid"/>
              <a:miter/>
            </a:ln>
          </p:spPr>
          <p:txBody>
            <a:bodyPr rtlCol="0" anchor="ctr"/>
            <a:lstStyle/>
            <a:p>
              <a:endParaRPr lang="en-US"/>
            </a:p>
          </p:txBody>
        </p:sp>
      </p:grpSp>
      <p:grpSp>
        <p:nvGrpSpPr>
          <p:cNvPr id="550" name="Graphic 4">
            <a:extLst>
              <a:ext uri="{FF2B5EF4-FFF2-40B4-BE49-F238E27FC236}">
                <a16:creationId xmlns:a16="http://schemas.microsoft.com/office/drawing/2014/main" id="{1D214C4F-D48A-AE40-B327-582D5C3B75DB}"/>
              </a:ext>
            </a:extLst>
          </p:cNvPr>
          <p:cNvGrpSpPr/>
          <p:nvPr/>
        </p:nvGrpSpPr>
        <p:grpSpPr>
          <a:xfrm>
            <a:off x="467743" y="3339623"/>
            <a:ext cx="361670" cy="361333"/>
            <a:chOff x="467743" y="3339623"/>
            <a:chExt cx="361670" cy="361333"/>
          </a:xfrm>
          <a:solidFill>
            <a:srgbClr val="012169"/>
          </a:solidFill>
        </p:grpSpPr>
        <p:sp>
          <p:nvSpPr>
            <p:cNvPr id="551" name="Graphic 4">
              <a:extLst>
                <a:ext uri="{FF2B5EF4-FFF2-40B4-BE49-F238E27FC236}">
                  <a16:creationId xmlns:a16="http://schemas.microsoft.com/office/drawing/2014/main" id="{B9522961-BB9A-CC4C-B181-1CBCCE4717A4}"/>
                </a:ext>
              </a:extLst>
            </p:cNvPr>
            <p:cNvSpPr/>
            <p:nvPr/>
          </p:nvSpPr>
          <p:spPr>
            <a:xfrm>
              <a:off x="467743"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552" name="Graphic 4">
              <a:extLst>
                <a:ext uri="{FF2B5EF4-FFF2-40B4-BE49-F238E27FC236}">
                  <a16:creationId xmlns:a16="http://schemas.microsoft.com/office/drawing/2014/main" id="{A76BE55A-B97A-854C-91DC-A714A511DEA7}"/>
                </a:ext>
              </a:extLst>
            </p:cNvPr>
            <p:cNvSpPr/>
            <p:nvPr/>
          </p:nvSpPr>
          <p:spPr>
            <a:xfrm>
              <a:off x="577650" y="3467941"/>
              <a:ext cx="145051" cy="130871"/>
            </a:xfrm>
            <a:custGeom>
              <a:avLst/>
              <a:gdLst>
                <a:gd name="connsiteX0" fmla="*/ 32589 w 145051"/>
                <a:gd name="connsiteY0" fmla="*/ 5107 h 130871"/>
                <a:gd name="connsiteX1" fmla="*/ 32589 w 145051"/>
                <a:gd name="connsiteY1" fmla="*/ 46603 h 130871"/>
                <a:gd name="connsiteX2" fmla="*/ 37701 w 145051"/>
                <a:gd name="connsiteY2" fmla="*/ 51710 h 130871"/>
                <a:gd name="connsiteX3" fmla="*/ 48564 w 145051"/>
                <a:gd name="connsiteY3" fmla="*/ 51710 h 130871"/>
                <a:gd name="connsiteX4" fmla="*/ 48564 w 145051"/>
                <a:gd name="connsiteY4" fmla="*/ 54264 h 130871"/>
                <a:gd name="connsiteX5" fmla="*/ 5112 w 145051"/>
                <a:gd name="connsiteY5" fmla="*/ 54264 h 130871"/>
                <a:gd name="connsiteX6" fmla="*/ 0 w 145051"/>
                <a:gd name="connsiteY6" fmla="*/ 59371 h 130871"/>
                <a:gd name="connsiteX7" fmla="*/ 5112 w 145051"/>
                <a:gd name="connsiteY7" fmla="*/ 64478 h 130871"/>
                <a:gd name="connsiteX8" fmla="*/ 12141 w 145051"/>
                <a:gd name="connsiteY8" fmla="*/ 64478 h 130871"/>
                <a:gd name="connsiteX9" fmla="*/ 12141 w 145051"/>
                <a:gd name="connsiteY9" fmla="*/ 123849 h 130871"/>
                <a:gd name="connsiteX10" fmla="*/ 17253 w 145051"/>
                <a:gd name="connsiteY10" fmla="*/ 128957 h 130871"/>
                <a:gd name="connsiteX11" fmla="*/ 22365 w 145051"/>
                <a:gd name="connsiteY11" fmla="*/ 123849 h 130871"/>
                <a:gd name="connsiteX12" fmla="*/ 22365 w 145051"/>
                <a:gd name="connsiteY12" fmla="*/ 64478 h 130871"/>
                <a:gd name="connsiteX13" fmla="*/ 49841 w 145051"/>
                <a:gd name="connsiteY13" fmla="*/ 64478 h 130871"/>
                <a:gd name="connsiteX14" fmla="*/ 60065 w 145051"/>
                <a:gd name="connsiteY14" fmla="*/ 71501 h 130871"/>
                <a:gd name="connsiteX15" fmla="*/ 61982 w 145051"/>
                <a:gd name="connsiteY15" fmla="*/ 71501 h 130871"/>
                <a:gd name="connsiteX16" fmla="*/ 61982 w 145051"/>
                <a:gd name="connsiteY16" fmla="*/ 72778 h 130871"/>
                <a:gd name="connsiteX17" fmla="*/ 48564 w 145051"/>
                <a:gd name="connsiteY17" fmla="*/ 88738 h 130871"/>
                <a:gd name="connsiteX18" fmla="*/ 48564 w 145051"/>
                <a:gd name="connsiteY18" fmla="*/ 89376 h 130871"/>
                <a:gd name="connsiteX19" fmla="*/ 53675 w 145051"/>
                <a:gd name="connsiteY19" fmla="*/ 94483 h 130871"/>
                <a:gd name="connsiteX20" fmla="*/ 65816 w 145051"/>
                <a:gd name="connsiteY20" fmla="*/ 94483 h 130871"/>
                <a:gd name="connsiteX21" fmla="*/ 65816 w 145051"/>
                <a:gd name="connsiteY21" fmla="*/ 111081 h 130871"/>
                <a:gd name="connsiteX22" fmla="*/ 51119 w 145051"/>
                <a:gd name="connsiteY22" fmla="*/ 117465 h 130871"/>
                <a:gd name="connsiteX23" fmla="*/ 48564 w 145051"/>
                <a:gd name="connsiteY23" fmla="*/ 121934 h 130871"/>
                <a:gd name="connsiteX24" fmla="*/ 48564 w 145051"/>
                <a:gd name="connsiteY24" fmla="*/ 125765 h 130871"/>
                <a:gd name="connsiteX25" fmla="*/ 53036 w 145051"/>
                <a:gd name="connsiteY25" fmla="*/ 130872 h 130871"/>
                <a:gd name="connsiteX26" fmla="*/ 53036 w 145051"/>
                <a:gd name="connsiteY26" fmla="*/ 130872 h 130871"/>
                <a:gd name="connsiteX27" fmla="*/ 58148 w 145051"/>
                <a:gd name="connsiteY27" fmla="*/ 126403 h 130871"/>
                <a:gd name="connsiteX28" fmla="*/ 58148 w 145051"/>
                <a:gd name="connsiteY28" fmla="*/ 125765 h 130871"/>
                <a:gd name="connsiteX29" fmla="*/ 65816 w 145051"/>
                <a:gd name="connsiteY29" fmla="*/ 121934 h 130871"/>
                <a:gd name="connsiteX30" fmla="*/ 65816 w 145051"/>
                <a:gd name="connsiteY30" fmla="*/ 125126 h 130871"/>
                <a:gd name="connsiteX31" fmla="*/ 70928 w 145051"/>
                <a:gd name="connsiteY31" fmla="*/ 130233 h 130871"/>
                <a:gd name="connsiteX32" fmla="*/ 76040 w 145051"/>
                <a:gd name="connsiteY32" fmla="*/ 125126 h 130871"/>
                <a:gd name="connsiteX33" fmla="*/ 76040 w 145051"/>
                <a:gd name="connsiteY33" fmla="*/ 122573 h 130871"/>
                <a:gd name="connsiteX34" fmla="*/ 83069 w 145051"/>
                <a:gd name="connsiteY34" fmla="*/ 125765 h 130871"/>
                <a:gd name="connsiteX35" fmla="*/ 83069 w 145051"/>
                <a:gd name="connsiteY35" fmla="*/ 126403 h 130871"/>
                <a:gd name="connsiteX36" fmla="*/ 88181 w 145051"/>
                <a:gd name="connsiteY36" fmla="*/ 130872 h 130871"/>
                <a:gd name="connsiteX37" fmla="*/ 88181 w 145051"/>
                <a:gd name="connsiteY37" fmla="*/ 130872 h 130871"/>
                <a:gd name="connsiteX38" fmla="*/ 92654 w 145051"/>
                <a:gd name="connsiteY38" fmla="*/ 125765 h 130871"/>
                <a:gd name="connsiteX39" fmla="*/ 92654 w 145051"/>
                <a:gd name="connsiteY39" fmla="*/ 121934 h 130871"/>
                <a:gd name="connsiteX40" fmla="*/ 90098 w 145051"/>
                <a:gd name="connsiteY40" fmla="*/ 117465 h 130871"/>
                <a:gd name="connsiteX41" fmla="*/ 76679 w 145051"/>
                <a:gd name="connsiteY41" fmla="*/ 111081 h 130871"/>
                <a:gd name="connsiteX42" fmla="*/ 76679 w 145051"/>
                <a:gd name="connsiteY42" fmla="*/ 94483 h 130871"/>
                <a:gd name="connsiteX43" fmla="*/ 88181 w 145051"/>
                <a:gd name="connsiteY43" fmla="*/ 94483 h 130871"/>
                <a:gd name="connsiteX44" fmla="*/ 93293 w 145051"/>
                <a:gd name="connsiteY44" fmla="*/ 89376 h 130871"/>
                <a:gd name="connsiteX45" fmla="*/ 93293 w 145051"/>
                <a:gd name="connsiteY45" fmla="*/ 88738 h 130871"/>
                <a:gd name="connsiteX46" fmla="*/ 80513 w 145051"/>
                <a:gd name="connsiteY46" fmla="*/ 72778 h 130871"/>
                <a:gd name="connsiteX47" fmla="*/ 80513 w 145051"/>
                <a:gd name="connsiteY47" fmla="*/ 71501 h 130871"/>
                <a:gd name="connsiteX48" fmla="*/ 82430 w 145051"/>
                <a:gd name="connsiteY48" fmla="*/ 71501 h 130871"/>
                <a:gd name="connsiteX49" fmla="*/ 92654 w 145051"/>
                <a:gd name="connsiteY49" fmla="*/ 64478 h 130871"/>
                <a:gd name="connsiteX50" fmla="*/ 120131 w 145051"/>
                <a:gd name="connsiteY50" fmla="*/ 64478 h 130871"/>
                <a:gd name="connsiteX51" fmla="*/ 120131 w 145051"/>
                <a:gd name="connsiteY51" fmla="*/ 123849 h 130871"/>
                <a:gd name="connsiteX52" fmla="*/ 125243 w 145051"/>
                <a:gd name="connsiteY52" fmla="*/ 128957 h 130871"/>
                <a:gd name="connsiteX53" fmla="*/ 130355 w 145051"/>
                <a:gd name="connsiteY53" fmla="*/ 123849 h 130871"/>
                <a:gd name="connsiteX54" fmla="*/ 130355 w 145051"/>
                <a:gd name="connsiteY54" fmla="*/ 64478 h 130871"/>
                <a:gd name="connsiteX55" fmla="*/ 139940 w 145051"/>
                <a:gd name="connsiteY55" fmla="*/ 64478 h 130871"/>
                <a:gd name="connsiteX56" fmla="*/ 145052 w 145051"/>
                <a:gd name="connsiteY56" fmla="*/ 59371 h 130871"/>
                <a:gd name="connsiteX57" fmla="*/ 139940 w 145051"/>
                <a:gd name="connsiteY57" fmla="*/ 54264 h 130871"/>
                <a:gd name="connsiteX58" fmla="*/ 93932 w 145051"/>
                <a:gd name="connsiteY58" fmla="*/ 54264 h 130871"/>
                <a:gd name="connsiteX59" fmla="*/ 93932 w 145051"/>
                <a:gd name="connsiteY59" fmla="*/ 51710 h 130871"/>
                <a:gd name="connsiteX60" fmla="*/ 102239 w 145051"/>
                <a:gd name="connsiteY60" fmla="*/ 51710 h 130871"/>
                <a:gd name="connsiteX61" fmla="*/ 107351 w 145051"/>
                <a:gd name="connsiteY61" fmla="*/ 46603 h 130871"/>
                <a:gd name="connsiteX62" fmla="*/ 107351 w 145051"/>
                <a:gd name="connsiteY62" fmla="*/ 5107 h 130871"/>
                <a:gd name="connsiteX63" fmla="*/ 102239 w 145051"/>
                <a:gd name="connsiteY63" fmla="*/ 0 h 130871"/>
                <a:gd name="connsiteX64" fmla="*/ 40257 w 145051"/>
                <a:gd name="connsiteY64" fmla="*/ 0 h 130871"/>
                <a:gd name="connsiteX65" fmla="*/ 32589 w 145051"/>
                <a:gd name="connsiteY65" fmla="*/ 5107 h 130871"/>
                <a:gd name="connsiteX66" fmla="*/ 58787 w 145051"/>
                <a:gd name="connsiteY66" fmla="*/ 83630 h 130871"/>
                <a:gd name="connsiteX67" fmla="*/ 63899 w 145051"/>
                <a:gd name="connsiteY67" fmla="*/ 81077 h 130871"/>
                <a:gd name="connsiteX68" fmla="*/ 74762 w 145051"/>
                <a:gd name="connsiteY68" fmla="*/ 81077 h 130871"/>
                <a:gd name="connsiteX69" fmla="*/ 79874 w 145051"/>
                <a:gd name="connsiteY69" fmla="*/ 83630 h 130871"/>
                <a:gd name="connsiteX70" fmla="*/ 58787 w 145051"/>
                <a:gd name="connsiteY70" fmla="*/ 83630 h 130871"/>
                <a:gd name="connsiteX71" fmla="*/ 58148 w 145051"/>
                <a:gd name="connsiteY71" fmla="*/ 51710 h 130871"/>
                <a:gd name="connsiteX72" fmla="*/ 61343 w 145051"/>
                <a:gd name="connsiteY72" fmla="*/ 51710 h 130871"/>
                <a:gd name="connsiteX73" fmla="*/ 61343 w 145051"/>
                <a:gd name="connsiteY73" fmla="*/ 54264 h 130871"/>
                <a:gd name="connsiteX74" fmla="*/ 58148 w 145051"/>
                <a:gd name="connsiteY74" fmla="*/ 54264 h 130871"/>
                <a:gd name="connsiteX75" fmla="*/ 58148 w 145051"/>
                <a:gd name="connsiteY75" fmla="*/ 51710 h 130871"/>
                <a:gd name="connsiteX76" fmla="*/ 81152 w 145051"/>
                <a:gd name="connsiteY76" fmla="*/ 42135 h 130871"/>
                <a:gd name="connsiteX77" fmla="*/ 58148 w 145051"/>
                <a:gd name="connsiteY77" fmla="*/ 42135 h 130871"/>
                <a:gd name="connsiteX78" fmla="*/ 58148 w 145051"/>
                <a:gd name="connsiteY78" fmla="*/ 37666 h 130871"/>
                <a:gd name="connsiteX79" fmla="*/ 69650 w 145051"/>
                <a:gd name="connsiteY79" fmla="*/ 26175 h 130871"/>
                <a:gd name="connsiteX80" fmla="*/ 81152 w 145051"/>
                <a:gd name="connsiteY80" fmla="*/ 37666 h 130871"/>
                <a:gd name="connsiteX81" fmla="*/ 81152 w 145051"/>
                <a:gd name="connsiteY81" fmla="*/ 42135 h 130871"/>
                <a:gd name="connsiteX82" fmla="*/ 81152 w 145051"/>
                <a:gd name="connsiteY82" fmla="*/ 54264 h 130871"/>
                <a:gd name="connsiteX83" fmla="*/ 77957 w 145051"/>
                <a:gd name="connsiteY83" fmla="*/ 54264 h 130871"/>
                <a:gd name="connsiteX84" fmla="*/ 77957 w 145051"/>
                <a:gd name="connsiteY84" fmla="*/ 51710 h 130871"/>
                <a:gd name="connsiteX85" fmla="*/ 81152 w 145051"/>
                <a:gd name="connsiteY85" fmla="*/ 51710 h 130871"/>
                <a:gd name="connsiteX86" fmla="*/ 81152 w 145051"/>
                <a:gd name="connsiteY86" fmla="*/ 54264 h 130871"/>
                <a:gd name="connsiteX87" fmla="*/ 42174 w 145051"/>
                <a:gd name="connsiteY87" fmla="*/ 10215 h 130871"/>
                <a:gd name="connsiteX88" fmla="*/ 94571 w 145051"/>
                <a:gd name="connsiteY88" fmla="*/ 10215 h 130871"/>
                <a:gd name="connsiteX89" fmla="*/ 94571 w 145051"/>
                <a:gd name="connsiteY89" fmla="*/ 42135 h 130871"/>
                <a:gd name="connsiteX90" fmla="*/ 90737 w 145051"/>
                <a:gd name="connsiteY90" fmla="*/ 42135 h 130871"/>
                <a:gd name="connsiteX91" fmla="*/ 90737 w 145051"/>
                <a:gd name="connsiteY91" fmla="*/ 37666 h 130871"/>
                <a:gd name="connsiteX92" fmla="*/ 69650 w 145051"/>
                <a:gd name="connsiteY92" fmla="*/ 16599 h 130871"/>
                <a:gd name="connsiteX93" fmla="*/ 48564 w 145051"/>
                <a:gd name="connsiteY93" fmla="*/ 37666 h 130871"/>
                <a:gd name="connsiteX94" fmla="*/ 48564 w 145051"/>
                <a:gd name="connsiteY94" fmla="*/ 42135 h 130871"/>
                <a:gd name="connsiteX95" fmla="*/ 42174 w 145051"/>
                <a:gd name="connsiteY95" fmla="*/ 42135 h 130871"/>
                <a:gd name="connsiteX96" fmla="*/ 42174 w 145051"/>
                <a:gd name="connsiteY96" fmla="*/ 10215 h 13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45051" h="130871">
                  <a:moveTo>
                    <a:pt x="32589" y="5107"/>
                  </a:moveTo>
                  <a:lnTo>
                    <a:pt x="32589" y="46603"/>
                  </a:lnTo>
                  <a:cubicBezTo>
                    <a:pt x="32589" y="49157"/>
                    <a:pt x="34506" y="51710"/>
                    <a:pt x="37701" y="51710"/>
                  </a:cubicBezTo>
                  <a:lnTo>
                    <a:pt x="48564" y="51710"/>
                  </a:lnTo>
                  <a:lnTo>
                    <a:pt x="48564" y="54264"/>
                  </a:lnTo>
                  <a:lnTo>
                    <a:pt x="5112" y="54264"/>
                  </a:lnTo>
                  <a:cubicBezTo>
                    <a:pt x="2556" y="54264"/>
                    <a:pt x="0" y="56179"/>
                    <a:pt x="0" y="59371"/>
                  </a:cubicBezTo>
                  <a:cubicBezTo>
                    <a:pt x="0" y="62563"/>
                    <a:pt x="1917" y="64478"/>
                    <a:pt x="5112" y="64478"/>
                  </a:cubicBezTo>
                  <a:lnTo>
                    <a:pt x="12141" y="64478"/>
                  </a:lnTo>
                  <a:lnTo>
                    <a:pt x="12141" y="123849"/>
                  </a:lnTo>
                  <a:cubicBezTo>
                    <a:pt x="12141" y="126403"/>
                    <a:pt x="14058" y="128957"/>
                    <a:pt x="17253" y="128957"/>
                  </a:cubicBezTo>
                  <a:cubicBezTo>
                    <a:pt x="20448" y="128957"/>
                    <a:pt x="22365" y="127041"/>
                    <a:pt x="22365" y="123849"/>
                  </a:cubicBezTo>
                  <a:lnTo>
                    <a:pt x="22365" y="64478"/>
                  </a:lnTo>
                  <a:lnTo>
                    <a:pt x="49841" y="64478"/>
                  </a:lnTo>
                  <a:cubicBezTo>
                    <a:pt x="51119" y="68947"/>
                    <a:pt x="54953" y="71501"/>
                    <a:pt x="60065" y="71501"/>
                  </a:cubicBezTo>
                  <a:lnTo>
                    <a:pt x="61982" y="71501"/>
                  </a:lnTo>
                  <a:lnTo>
                    <a:pt x="61982" y="72778"/>
                  </a:lnTo>
                  <a:cubicBezTo>
                    <a:pt x="54314" y="74054"/>
                    <a:pt x="48564" y="80438"/>
                    <a:pt x="48564" y="88738"/>
                  </a:cubicBezTo>
                  <a:lnTo>
                    <a:pt x="48564" y="89376"/>
                  </a:lnTo>
                  <a:cubicBezTo>
                    <a:pt x="48564" y="91930"/>
                    <a:pt x="50481" y="94483"/>
                    <a:pt x="53675" y="94483"/>
                  </a:cubicBezTo>
                  <a:lnTo>
                    <a:pt x="65816" y="94483"/>
                  </a:lnTo>
                  <a:lnTo>
                    <a:pt x="65816" y="111081"/>
                  </a:lnTo>
                  <a:lnTo>
                    <a:pt x="51119" y="117465"/>
                  </a:lnTo>
                  <a:cubicBezTo>
                    <a:pt x="49202" y="118104"/>
                    <a:pt x="48564" y="120019"/>
                    <a:pt x="48564" y="121934"/>
                  </a:cubicBezTo>
                  <a:lnTo>
                    <a:pt x="48564" y="125765"/>
                  </a:lnTo>
                  <a:cubicBezTo>
                    <a:pt x="48564" y="128318"/>
                    <a:pt x="50481" y="130872"/>
                    <a:pt x="53036" y="130872"/>
                  </a:cubicBezTo>
                  <a:cubicBezTo>
                    <a:pt x="53036" y="130872"/>
                    <a:pt x="53036" y="130872"/>
                    <a:pt x="53036" y="130872"/>
                  </a:cubicBezTo>
                  <a:cubicBezTo>
                    <a:pt x="55592" y="130872"/>
                    <a:pt x="57509" y="128957"/>
                    <a:pt x="58148" y="126403"/>
                  </a:cubicBezTo>
                  <a:lnTo>
                    <a:pt x="58148" y="125765"/>
                  </a:lnTo>
                  <a:lnTo>
                    <a:pt x="65816" y="121934"/>
                  </a:lnTo>
                  <a:lnTo>
                    <a:pt x="65816" y="125126"/>
                  </a:lnTo>
                  <a:cubicBezTo>
                    <a:pt x="65816" y="127680"/>
                    <a:pt x="67733" y="130233"/>
                    <a:pt x="70928" y="130233"/>
                  </a:cubicBezTo>
                  <a:cubicBezTo>
                    <a:pt x="74123" y="130233"/>
                    <a:pt x="76040" y="128318"/>
                    <a:pt x="76040" y="125126"/>
                  </a:cubicBezTo>
                  <a:lnTo>
                    <a:pt x="76040" y="122573"/>
                  </a:lnTo>
                  <a:lnTo>
                    <a:pt x="83069" y="125765"/>
                  </a:lnTo>
                  <a:lnTo>
                    <a:pt x="83069" y="126403"/>
                  </a:lnTo>
                  <a:cubicBezTo>
                    <a:pt x="83069" y="128957"/>
                    <a:pt x="84986" y="130872"/>
                    <a:pt x="88181" y="130872"/>
                  </a:cubicBezTo>
                  <a:cubicBezTo>
                    <a:pt x="88181" y="130872"/>
                    <a:pt x="88181" y="130872"/>
                    <a:pt x="88181" y="130872"/>
                  </a:cubicBezTo>
                  <a:cubicBezTo>
                    <a:pt x="90737" y="130872"/>
                    <a:pt x="92654" y="128957"/>
                    <a:pt x="92654" y="125765"/>
                  </a:cubicBezTo>
                  <a:lnTo>
                    <a:pt x="92654" y="121934"/>
                  </a:lnTo>
                  <a:cubicBezTo>
                    <a:pt x="92654" y="120019"/>
                    <a:pt x="91376" y="118104"/>
                    <a:pt x="90098" y="117465"/>
                  </a:cubicBezTo>
                  <a:lnTo>
                    <a:pt x="76679" y="111081"/>
                  </a:lnTo>
                  <a:lnTo>
                    <a:pt x="76679" y="94483"/>
                  </a:lnTo>
                  <a:lnTo>
                    <a:pt x="88181" y="94483"/>
                  </a:lnTo>
                  <a:cubicBezTo>
                    <a:pt x="90737" y="94483"/>
                    <a:pt x="93293" y="92568"/>
                    <a:pt x="93293" y="89376"/>
                  </a:cubicBezTo>
                  <a:lnTo>
                    <a:pt x="93293" y="88738"/>
                  </a:lnTo>
                  <a:cubicBezTo>
                    <a:pt x="93293" y="81077"/>
                    <a:pt x="87542" y="74693"/>
                    <a:pt x="80513" y="72778"/>
                  </a:cubicBezTo>
                  <a:lnTo>
                    <a:pt x="80513" y="71501"/>
                  </a:lnTo>
                  <a:lnTo>
                    <a:pt x="82430" y="71501"/>
                  </a:lnTo>
                  <a:cubicBezTo>
                    <a:pt x="86903" y="71501"/>
                    <a:pt x="91376" y="68309"/>
                    <a:pt x="92654" y="64478"/>
                  </a:cubicBezTo>
                  <a:lnTo>
                    <a:pt x="120131" y="64478"/>
                  </a:lnTo>
                  <a:lnTo>
                    <a:pt x="120131" y="123849"/>
                  </a:lnTo>
                  <a:cubicBezTo>
                    <a:pt x="120131" y="126403"/>
                    <a:pt x="122048" y="128957"/>
                    <a:pt x="125243" y="128957"/>
                  </a:cubicBezTo>
                  <a:cubicBezTo>
                    <a:pt x="128438" y="128957"/>
                    <a:pt x="130355" y="127041"/>
                    <a:pt x="130355" y="123849"/>
                  </a:cubicBezTo>
                  <a:lnTo>
                    <a:pt x="130355" y="64478"/>
                  </a:lnTo>
                  <a:lnTo>
                    <a:pt x="139940" y="64478"/>
                  </a:lnTo>
                  <a:cubicBezTo>
                    <a:pt x="142496" y="64478"/>
                    <a:pt x="145052" y="62563"/>
                    <a:pt x="145052" y="59371"/>
                  </a:cubicBezTo>
                  <a:cubicBezTo>
                    <a:pt x="145052" y="56179"/>
                    <a:pt x="143135" y="54264"/>
                    <a:pt x="139940" y="54264"/>
                  </a:cubicBezTo>
                  <a:lnTo>
                    <a:pt x="93932" y="54264"/>
                  </a:lnTo>
                  <a:lnTo>
                    <a:pt x="93932" y="51710"/>
                  </a:lnTo>
                  <a:lnTo>
                    <a:pt x="102239" y="51710"/>
                  </a:lnTo>
                  <a:cubicBezTo>
                    <a:pt x="104795" y="51710"/>
                    <a:pt x="107351" y="49795"/>
                    <a:pt x="107351" y="46603"/>
                  </a:cubicBezTo>
                  <a:lnTo>
                    <a:pt x="107351" y="5107"/>
                  </a:lnTo>
                  <a:cubicBezTo>
                    <a:pt x="107351" y="2554"/>
                    <a:pt x="105434" y="0"/>
                    <a:pt x="102239" y="0"/>
                  </a:cubicBezTo>
                  <a:lnTo>
                    <a:pt x="40257" y="0"/>
                  </a:lnTo>
                  <a:cubicBezTo>
                    <a:pt x="35145" y="639"/>
                    <a:pt x="32589" y="2554"/>
                    <a:pt x="32589" y="5107"/>
                  </a:cubicBezTo>
                  <a:close/>
                  <a:moveTo>
                    <a:pt x="58787" y="83630"/>
                  </a:moveTo>
                  <a:cubicBezTo>
                    <a:pt x="60065" y="82354"/>
                    <a:pt x="61982" y="81077"/>
                    <a:pt x="63899" y="81077"/>
                  </a:cubicBezTo>
                  <a:lnTo>
                    <a:pt x="74762" y="81077"/>
                  </a:lnTo>
                  <a:cubicBezTo>
                    <a:pt x="76679" y="81077"/>
                    <a:pt x="78596" y="81715"/>
                    <a:pt x="79874" y="83630"/>
                  </a:cubicBezTo>
                  <a:lnTo>
                    <a:pt x="58787" y="83630"/>
                  </a:lnTo>
                  <a:close/>
                  <a:moveTo>
                    <a:pt x="58148" y="51710"/>
                  </a:moveTo>
                  <a:lnTo>
                    <a:pt x="61343" y="51710"/>
                  </a:lnTo>
                  <a:lnTo>
                    <a:pt x="61343" y="54264"/>
                  </a:lnTo>
                  <a:lnTo>
                    <a:pt x="58148" y="54264"/>
                  </a:lnTo>
                  <a:lnTo>
                    <a:pt x="58148" y="51710"/>
                  </a:lnTo>
                  <a:close/>
                  <a:moveTo>
                    <a:pt x="81152" y="42135"/>
                  </a:moveTo>
                  <a:lnTo>
                    <a:pt x="58148" y="42135"/>
                  </a:lnTo>
                  <a:lnTo>
                    <a:pt x="58148" y="37666"/>
                  </a:lnTo>
                  <a:cubicBezTo>
                    <a:pt x="58148" y="31282"/>
                    <a:pt x="63260" y="26175"/>
                    <a:pt x="69650" y="26175"/>
                  </a:cubicBezTo>
                  <a:cubicBezTo>
                    <a:pt x="76040" y="26175"/>
                    <a:pt x="81152" y="31282"/>
                    <a:pt x="81152" y="37666"/>
                  </a:cubicBezTo>
                  <a:lnTo>
                    <a:pt x="81152" y="42135"/>
                  </a:lnTo>
                  <a:close/>
                  <a:moveTo>
                    <a:pt x="81152" y="54264"/>
                  </a:moveTo>
                  <a:lnTo>
                    <a:pt x="77957" y="54264"/>
                  </a:lnTo>
                  <a:lnTo>
                    <a:pt x="77957" y="51710"/>
                  </a:lnTo>
                  <a:lnTo>
                    <a:pt x="81152" y="51710"/>
                  </a:lnTo>
                  <a:lnTo>
                    <a:pt x="81152" y="54264"/>
                  </a:lnTo>
                  <a:close/>
                  <a:moveTo>
                    <a:pt x="42174" y="10215"/>
                  </a:moveTo>
                  <a:lnTo>
                    <a:pt x="94571" y="10215"/>
                  </a:lnTo>
                  <a:lnTo>
                    <a:pt x="94571" y="42135"/>
                  </a:lnTo>
                  <a:lnTo>
                    <a:pt x="90737" y="42135"/>
                  </a:lnTo>
                  <a:lnTo>
                    <a:pt x="90737" y="37666"/>
                  </a:lnTo>
                  <a:cubicBezTo>
                    <a:pt x="90737" y="26175"/>
                    <a:pt x="81152" y="16599"/>
                    <a:pt x="69650" y="16599"/>
                  </a:cubicBezTo>
                  <a:cubicBezTo>
                    <a:pt x="58148" y="16599"/>
                    <a:pt x="48564" y="26175"/>
                    <a:pt x="48564" y="37666"/>
                  </a:cubicBezTo>
                  <a:lnTo>
                    <a:pt x="48564" y="42135"/>
                  </a:lnTo>
                  <a:lnTo>
                    <a:pt x="42174" y="42135"/>
                  </a:lnTo>
                  <a:lnTo>
                    <a:pt x="42174" y="10215"/>
                  </a:lnTo>
                  <a:close/>
                </a:path>
              </a:pathLst>
            </a:custGeom>
            <a:solidFill>
              <a:srgbClr val="012169"/>
            </a:solidFill>
            <a:ln w="6390" cap="flat">
              <a:noFill/>
              <a:prstDash val="solid"/>
              <a:miter/>
            </a:ln>
          </p:spPr>
          <p:txBody>
            <a:bodyPr rtlCol="0" anchor="ctr"/>
            <a:lstStyle/>
            <a:p>
              <a:endParaRPr lang="en-US"/>
            </a:p>
          </p:txBody>
        </p:sp>
        <p:sp>
          <p:nvSpPr>
            <p:cNvPr id="553" name="Graphic 4">
              <a:extLst>
                <a:ext uri="{FF2B5EF4-FFF2-40B4-BE49-F238E27FC236}">
                  <a16:creationId xmlns:a16="http://schemas.microsoft.com/office/drawing/2014/main" id="{BA46CDBE-F08D-9849-AE75-ED483BDEE0EC}"/>
                </a:ext>
              </a:extLst>
            </p:cNvPr>
            <p:cNvSpPr/>
            <p:nvPr/>
          </p:nvSpPr>
          <p:spPr>
            <a:xfrm>
              <a:off x="525131" y="3413677"/>
              <a:ext cx="246527" cy="213863"/>
            </a:xfrm>
            <a:custGeom>
              <a:avLst/>
              <a:gdLst>
                <a:gd name="connsiteX0" fmla="*/ 241661 w 246527"/>
                <a:gd name="connsiteY0" fmla="*/ 65117 h 213863"/>
                <a:gd name="connsiteX1" fmla="*/ 130476 w 246527"/>
                <a:gd name="connsiteY1" fmla="*/ 1915 h 213863"/>
                <a:gd name="connsiteX2" fmla="*/ 116418 w 246527"/>
                <a:gd name="connsiteY2" fmla="*/ 1915 h 213863"/>
                <a:gd name="connsiteX3" fmla="*/ 5233 w 246527"/>
                <a:gd name="connsiteY3" fmla="*/ 65117 h 213863"/>
                <a:gd name="connsiteX4" fmla="*/ 121 w 246527"/>
                <a:gd name="connsiteY4" fmla="*/ 75969 h 213863"/>
                <a:gd name="connsiteX5" fmla="*/ 8428 w 246527"/>
                <a:gd name="connsiteY5" fmla="*/ 84268 h 213863"/>
                <a:gd name="connsiteX6" fmla="*/ 23764 w 246527"/>
                <a:gd name="connsiteY6" fmla="*/ 87460 h 213863"/>
                <a:gd name="connsiteX7" fmla="*/ 23764 w 246527"/>
                <a:gd name="connsiteY7" fmla="*/ 207479 h 213863"/>
                <a:gd name="connsiteX8" fmla="*/ 30154 w 246527"/>
                <a:gd name="connsiteY8" fmla="*/ 213863 h 213863"/>
                <a:gd name="connsiteX9" fmla="*/ 216101 w 246527"/>
                <a:gd name="connsiteY9" fmla="*/ 213863 h 213863"/>
                <a:gd name="connsiteX10" fmla="*/ 222491 w 246527"/>
                <a:gd name="connsiteY10" fmla="*/ 207479 h 213863"/>
                <a:gd name="connsiteX11" fmla="*/ 222491 w 246527"/>
                <a:gd name="connsiteY11" fmla="*/ 87460 h 213863"/>
                <a:gd name="connsiteX12" fmla="*/ 237827 w 246527"/>
                <a:gd name="connsiteY12" fmla="*/ 84268 h 213863"/>
                <a:gd name="connsiteX13" fmla="*/ 246134 w 246527"/>
                <a:gd name="connsiteY13" fmla="*/ 75969 h 213863"/>
                <a:gd name="connsiteX14" fmla="*/ 241661 w 246527"/>
                <a:gd name="connsiteY14" fmla="*/ 65117 h 213863"/>
                <a:gd name="connsiteX15" fmla="*/ 214823 w 246527"/>
                <a:gd name="connsiteY15" fmla="*/ 75969 h 213863"/>
                <a:gd name="connsiteX16" fmla="*/ 209711 w 246527"/>
                <a:gd name="connsiteY16" fmla="*/ 82353 h 213863"/>
                <a:gd name="connsiteX17" fmla="*/ 209711 w 246527"/>
                <a:gd name="connsiteY17" fmla="*/ 201095 h 213863"/>
                <a:gd name="connsiteX18" fmla="*/ 36544 w 246527"/>
                <a:gd name="connsiteY18" fmla="*/ 201095 h 213863"/>
                <a:gd name="connsiteX19" fmla="*/ 36544 w 246527"/>
                <a:gd name="connsiteY19" fmla="*/ 82353 h 213863"/>
                <a:gd name="connsiteX20" fmla="*/ 31432 w 246527"/>
                <a:gd name="connsiteY20" fmla="*/ 75969 h 213863"/>
                <a:gd name="connsiteX21" fmla="*/ 16735 w 246527"/>
                <a:gd name="connsiteY21" fmla="*/ 72777 h 213863"/>
                <a:gd name="connsiteX22" fmla="*/ 122169 w 246527"/>
                <a:gd name="connsiteY22" fmla="*/ 12768 h 213863"/>
                <a:gd name="connsiteX23" fmla="*/ 123447 w 246527"/>
                <a:gd name="connsiteY23" fmla="*/ 12768 h 213863"/>
                <a:gd name="connsiteX24" fmla="*/ 228881 w 246527"/>
                <a:gd name="connsiteY24" fmla="*/ 72777 h 213863"/>
                <a:gd name="connsiteX25" fmla="*/ 214823 w 246527"/>
                <a:gd name="connsiteY25" fmla="*/ 75969 h 21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6527" h="213863">
                  <a:moveTo>
                    <a:pt x="241661" y="65117"/>
                  </a:moveTo>
                  <a:lnTo>
                    <a:pt x="130476" y="1915"/>
                  </a:lnTo>
                  <a:cubicBezTo>
                    <a:pt x="126003" y="-638"/>
                    <a:pt x="120891" y="-638"/>
                    <a:pt x="116418" y="1915"/>
                  </a:cubicBezTo>
                  <a:lnTo>
                    <a:pt x="5233" y="65117"/>
                  </a:lnTo>
                  <a:cubicBezTo>
                    <a:pt x="1399" y="67032"/>
                    <a:pt x="-518" y="71500"/>
                    <a:pt x="121" y="75969"/>
                  </a:cubicBezTo>
                  <a:cubicBezTo>
                    <a:pt x="760" y="80438"/>
                    <a:pt x="3955" y="83630"/>
                    <a:pt x="8428" y="84268"/>
                  </a:cubicBezTo>
                  <a:lnTo>
                    <a:pt x="23764" y="87460"/>
                  </a:lnTo>
                  <a:lnTo>
                    <a:pt x="23764" y="207479"/>
                  </a:lnTo>
                  <a:cubicBezTo>
                    <a:pt x="23764" y="211310"/>
                    <a:pt x="26320" y="213863"/>
                    <a:pt x="30154" y="213863"/>
                  </a:cubicBezTo>
                  <a:lnTo>
                    <a:pt x="216101" y="213863"/>
                  </a:lnTo>
                  <a:cubicBezTo>
                    <a:pt x="219935" y="213863"/>
                    <a:pt x="222491" y="211310"/>
                    <a:pt x="222491" y="207479"/>
                  </a:cubicBezTo>
                  <a:lnTo>
                    <a:pt x="222491" y="87460"/>
                  </a:lnTo>
                  <a:lnTo>
                    <a:pt x="237827" y="84268"/>
                  </a:lnTo>
                  <a:cubicBezTo>
                    <a:pt x="242300" y="83630"/>
                    <a:pt x="245495" y="80438"/>
                    <a:pt x="246134" y="75969"/>
                  </a:cubicBezTo>
                  <a:cubicBezTo>
                    <a:pt x="247412" y="71500"/>
                    <a:pt x="245495" y="67670"/>
                    <a:pt x="241661" y="65117"/>
                  </a:cubicBezTo>
                  <a:close/>
                  <a:moveTo>
                    <a:pt x="214823" y="75969"/>
                  </a:moveTo>
                  <a:cubicBezTo>
                    <a:pt x="211628" y="76608"/>
                    <a:pt x="209711" y="79161"/>
                    <a:pt x="209711" y="82353"/>
                  </a:cubicBezTo>
                  <a:lnTo>
                    <a:pt x="209711" y="201095"/>
                  </a:lnTo>
                  <a:lnTo>
                    <a:pt x="36544" y="201095"/>
                  </a:lnTo>
                  <a:lnTo>
                    <a:pt x="36544" y="82353"/>
                  </a:lnTo>
                  <a:cubicBezTo>
                    <a:pt x="36544" y="79161"/>
                    <a:pt x="34627" y="76608"/>
                    <a:pt x="31432" y="75969"/>
                  </a:cubicBezTo>
                  <a:lnTo>
                    <a:pt x="16735" y="72777"/>
                  </a:lnTo>
                  <a:lnTo>
                    <a:pt x="122169" y="12768"/>
                  </a:lnTo>
                  <a:cubicBezTo>
                    <a:pt x="122808" y="12768"/>
                    <a:pt x="123447" y="12768"/>
                    <a:pt x="123447" y="12768"/>
                  </a:cubicBezTo>
                  <a:lnTo>
                    <a:pt x="228881" y="72777"/>
                  </a:lnTo>
                  <a:lnTo>
                    <a:pt x="214823" y="75969"/>
                  </a:lnTo>
                  <a:close/>
                </a:path>
              </a:pathLst>
            </a:custGeom>
            <a:solidFill>
              <a:srgbClr val="012169"/>
            </a:solidFill>
            <a:ln w="6390" cap="flat">
              <a:noFill/>
              <a:prstDash val="solid"/>
              <a:miter/>
            </a:ln>
          </p:spPr>
          <p:txBody>
            <a:bodyPr rtlCol="0" anchor="ctr"/>
            <a:lstStyle/>
            <a:p>
              <a:endParaRPr lang="en-US"/>
            </a:p>
          </p:txBody>
        </p:sp>
      </p:grpSp>
      <p:grpSp>
        <p:nvGrpSpPr>
          <p:cNvPr id="554" name="Graphic 4">
            <a:extLst>
              <a:ext uri="{FF2B5EF4-FFF2-40B4-BE49-F238E27FC236}">
                <a16:creationId xmlns:a16="http://schemas.microsoft.com/office/drawing/2014/main" id="{2B390408-243D-364D-80B8-6DA9ABA6E69D}"/>
              </a:ext>
            </a:extLst>
          </p:cNvPr>
          <p:cNvGrpSpPr/>
          <p:nvPr/>
        </p:nvGrpSpPr>
        <p:grpSpPr>
          <a:xfrm>
            <a:off x="1952764" y="3824168"/>
            <a:ext cx="361670" cy="361333"/>
            <a:chOff x="1952764" y="3824168"/>
            <a:chExt cx="361670" cy="361333"/>
          </a:xfrm>
          <a:solidFill>
            <a:srgbClr val="012169"/>
          </a:solidFill>
        </p:grpSpPr>
        <p:sp>
          <p:nvSpPr>
            <p:cNvPr id="555" name="Graphic 4">
              <a:extLst>
                <a:ext uri="{FF2B5EF4-FFF2-40B4-BE49-F238E27FC236}">
                  <a16:creationId xmlns:a16="http://schemas.microsoft.com/office/drawing/2014/main" id="{C85D9DE2-25BB-DD4B-B054-6C21D15255D8}"/>
                </a:ext>
              </a:extLst>
            </p:cNvPr>
            <p:cNvSpPr/>
            <p:nvPr/>
          </p:nvSpPr>
          <p:spPr>
            <a:xfrm>
              <a:off x="2005647" y="3948655"/>
              <a:ext cx="256733" cy="113640"/>
            </a:xfrm>
            <a:custGeom>
              <a:avLst/>
              <a:gdLst>
                <a:gd name="connsiteX0" fmla="*/ 225079 w 256733"/>
                <a:gd name="connsiteY0" fmla="*/ 0 h 113640"/>
                <a:gd name="connsiteX1" fmla="*/ 36576 w 256733"/>
                <a:gd name="connsiteY1" fmla="*/ 0 h 113640"/>
                <a:gd name="connsiteX2" fmla="*/ 35937 w 256733"/>
                <a:gd name="connsiteY2" fmla="*/ 0 h 113640"/>
                <a:gd name="connsiteX3" fmla="*/ 34659 w 256733"/>
                <a:gd name="connsiteY3" fmla="*/ 0 h 113640"/>
                <a:gd name="connsiteX4" fmla="*/ 3987 w 256733"/>
                <a:gd name="connsiteY4" fmla="*/ 24259 h 113640"/>
                <a:gd name="connsiteX5" fmla="*/ 16767 w 256733"/>
                <a:gd name="connsiteY5" fmla="*/ 102144 h 113640"/>
                <a:gd name="connsiteX6" fmla="*/ 79389 w 256733"/>
                <a:gd name="connsiteY6" fmla="*/ 104059 h 113640"/>
                <a:gd name="connsiteX7" fmla="*/ 112616 w 256733"/>
                <a:gd name="connsiteY7" fmla="*/ 51072 h 113640"/>
                <a:gd name="connsiteX8" fmla="*/ 113255 w 256733"/>
                <a:gd name="connsiteY8" fmla="*/ 50433 h 113640"/>
                <a:gd name="connsiteX9" fmla="*/ 124118 w 256733"/>
                <a:gd name="connsiteY9" fmla="*/ 39580 h 113640"/>
                <a:gd name="connsiteX10" fmla="*/ 136898 w 256733"/>
                <a:gd name="connsiteY10" fmla="*/ 42134 h 113640"/>
                <a:gd name="connsiteX11" fmla="*/ 149039 w 256733"/>
                <a:gd name="connsiteY11" fmla="*/ 61924 h 113640"/>
                <a:gd name="connsiteX12" fmla="*/ 173321 w 256733"/>
                <a:gd name="connsiteY12" fmla="*/ 100867 h 113640"/>
                <a:gd name="connsiteX13" fmla="*/ 216133 w 256733"/>
                <a:gd name="connsiteY13" fmla="*/ 111720 h 113640"/>
                <a:gd name="connsiteX14" fmla="*/ 245527 w 256733"/>
                <a:gd name="connsiteY14" fmla="*/ 94483 h 113640"/>
                <a:gd name="connsiteX15" fmla="*/ 248722 w 256733"/>
                <a:gd name="connsiteY15" fmla="*/ 12768 h 113640"/>
                <a:gd name="connsiteX16" fmla="*/ 225079 w 256733"/>
                <a:gd name="connsiteY16" fmla="*/ 0 h 113640"/>
                <a:gd name="connsiteX17" fmla="*/ 237859 w 256733"/>
                <a:gd name="connsiteY17" fmla="*/ 98952 h 113640"/>
                <a:gd name="connsiteX18" fmla="*/ 209105 w 256733"/>
                <a:gd name="connsiteY18" fmla="*/ 109166 h 113640"/>
                <a:gd name="connsiteX19" fmla="*/ 204631 w 256733"/>
                <a:gd name="connsiteY19" fmla="*/ 109166 h 113640"/>
                <a:gd name="connsiteX20" fmla="*/ 170765 w 256733"/>
                <a:gd name="connsiteY20" fmla="*/ 93844 h 113640"/>
                <a:gd name="connsiteX21" fmla="*/ 148400 w 256733"/>
                <a:gd name="connsiteY21" fmla="*/ 50433 h 113640"/>
                <a:gd name="connsiteX22" fmla="*/ 129230 w 256733"/>
                <a:gd name="connsiteY22" fmla="*/ 35112 h 113640"/>
                <a:gd name="connsiteX23" fmla="*/ 106866 w 256733"/>
                <a:gd name="connsiteY23" fmla="*/ 52987 h 113640"/>
                <a:gd name="connsiteX24" fmla="*/ 104948 w 256733"/>
                <a:gd name="connsiteY24" fmla="*/ 58094 h 113640"/>
                <a:gd name="connsiteX25" fmla="*/ 71721 w 256733"/>
                <a:gd name="connsiteY25" fmla="*/ 104697 h 113640"/>
                <a:gd name="connsiteX26" fmla="*/ 15489 w 256733"/>
                <a:gd name="connsiteY26" fmla="*/ 95121 h 113640"/>
                <a:gd name="connsiteX27" fmla="*/ 5904 w 256733"/>
                <a:gd name="connsiteY27" fmla="*/ 35750 h 113640"/>
                <a:gd name="connsiteX28" fmla="*/ 32103 w 256733"/>
                <a:gd name="connsiteY28" fmla="*/ 5107 h 113640"/>
                <a:gd name="connsiteX29" fmla="*/ 115172 w 256733"/>
                <a:gd name="connsiteY29" fmla="*/ 5107 h 113640"/>
                <a:gd name="connsiteX30" fmla="*/ 121562 w 256733"/>
                <a:gd name="connsiteY30" fmla="*/ 11491 h 113640"/>
                <a:gd name="connsiteX31" fmla="*/ 115172 w 256733"/>
                <a:gd name="connsiteY31" fmla="*/ 17875 h 113640"/>
                <a:gd name="connsiteX32" fmla="*/ 32103 w 256733"/>
                <a:gd name="connsiteY32" fmla="*/ 17875 h 113640"/>
                <a:gd name="connsiteX33" fmla="*/ 18684 w 256733"/>
                <a:gd name="connsiteY33" fmla="*/ 37665 h 113640"/>
                <a:gd name="connsiteX34" fmla="*/ 25713 w 256733"/>
                <a:gd name="connsiteY34" fmla="*/ 87460 h 113640"/>
                <a:gd name="connsiteX35" fmla="*/ 67887 w 256733"/>
                <a:gd name="connsiteY35" fmla="*/ 93206 h 113640"/>
                <a:gd name="connsiteX36" fmla="*/ 94086 w 256733"/>
                <a:gd name="connsiteY36" fmla="*/ 53625 h 113640"/>
                <a:gd name="connsiteX37" fmla="*/ 96003 w 256733"/>
                <a:gd name="connsiteY37" fmla="*/ 48518 h 113640"/>
                <a:gd name="connsiteX38" fmla="*/ 129869 w 256733"/>
                <a:gd name="connsiteY38" fmla="*/ 22982 h 113640"/>
                <a:gd name="connsiteX39" fmla="*/ 161180 w 256733"/>
                <a:gd name="connsiteY39" fmla="*/ 47241 h 113640"/>
                <a:gd name="connsiteX40" fmla="*/ 181628 w 256733"/>
                <a:gd name="connsiteY40" fmla="*/ 86822 h 113640"/>
                <a:gd name="connsiteX41" fmla="*/ 205910 w 256733"/>
                <a:gd name="connsiteY41" fmla="*/ 97675 h 113640"/>
                <a:gd name="connsiteX42" fmla="*/ 229552 w 256733"/>
                <a:gd name="connsiteY42" fmla="*/ 90652 h 113640"/>
                <a:gd name="connsiteX43" fmla="*/ 235942 w 256733"/>
                <a:gd name="connsiteY43" fmla="*/ 25536 h 113640"/>
                <a:gd name="connsiteX44" fmla="*/ 221245 w 256733"/>
                <a:gd name="connsiteY44" fmla="*/ 17875 h 113640"/>
                <a:gd name="connsiteX45" fmla="*/ 220606 w 256733"/>
                <a:gd name="connsiteY45" fmla="*/ 17875 h 113640"/>
                <a:gd name="connsiteX46" fmla="*/ 142649 w 256733"/>
                <a:gd name="connsiteY46" fmla="*/ 17875 h 113640"/>
                <a:gd name="connsiteX47" fmla="*/ 136259 w 256733"/>
                <a:gd name="connsiteY47" fmla="*/ 11491 h 113640"/>
                <a:gd name="connsiteX48" fmla="*/ 142649 w 256733"/>
                <a:gd name="connsiteY48" fmla="*/ 5107 h 113640"/>
                <a:gd name="connsiteX49" fmla="*/ 220606 w 256733"/>
                <a:gd name="connsiteY49" fmla="*/ 5107 h 113640"/>
                <a:gd name="connsiteX50" fmla="*/ 248083 w 256733"/>
                <a:gd name="connsiteY50" fmla="*/ 19790 h 113640"/>
                <a:gd name="connsiteX51" fmla="*/ 237859 w 256733"/>
                <a:gd name="connsiteY51" fmla="*/ 98952 h 11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56733" h="113640">
                  <a:moveTo>
                    <a:pt x="225079" y="0"/>
                  </a:moveTo>
                  <a:lnTo>
                    <a:pt x="36576" y="0"/>
                  </a:lnTo>
                  <a:cubicBezTo>
                    <a:pt x="36576" y="0"/>
                    <a:pt x="35937" y="0"/>
                    <a:pt x="35937" y="0"/>
                  </a:cubicBezTo>
                  <a:cubicBezTo>
                    <a:pt x="35937" y="0"/>
                    <a:pt x="35298" y="0"/>
                    <a:pt x="34659" y="0"/>
                  </a:cubicBezTo>
                  <a:cubicBezTo>
                    <a:pt x="28908" y="0"/>
                    <a:pt x="9738" y="1915"/>
                    <a:pt x="3987" y="24259"/>
                  </a:cubicBezTo>
                  <a:cubicBezTo>
                    <a:pt x="-2402" y="48518"/>
                    <a:pt x="-3041" y="83630"/>
                    <a:pt x="16767" y="102144"/>
                  </a:cubicBezTo>
                  <a:cubicBezTo>
                    <a:pt x="35298" y="118742"/>
                    <a:pt x="62775" y="115550"/>
                    <a:pt x="79389" y="104059"/>
                  </a:cubicBezTo>
                  <a:cubicBezTo>
                    <a:pt x="85140" y="100228"/>
                    <a:pt x="97281" y="88099"/>
                    <a:pt x="112616" y="51072"/>
                  </a:cubicBezTo>
                  <a:lnTo>
                    <a:pt x="113255" y="50433"/>
                  </a:lnTo>
                  <a:cubicBezTo>
                    <a:pt x="115811" y="44688"/>
                    <a:pt x="119645" y="40857"/>
                    <a:pt x="124118" y="39580"/>
                  </a:cubicBezTo>
                  <a:cubicBezTo>
                    <a:pt x="127313" y="38942"/>
                    <a:pt x="131786" y="38304"/>
                    <a:pt x="136898" y="42134"/>
                  </a:cubicBezTo>
                  <a:cubicBezTo>
                    <a:pt x="140732" y="44688"/>
                    <a:pt x="143288" y="50433"/>
                    <a:pt x="149039" y="61924"/>
                  </a:cubicBezTo>
                  <a:cubicBezTo>
                    <a:pt x="155429" y="74692"/>
                    <a:pt x="163736" y="91929"/>
                    <a:pt x="173321" y="100867"/>
                  </a:cubicBezTo>
                  <a:cubicBezTo>
                    <a:pt x="182906" y="109166"/>
                    <a:pt x="200797" y="114273"/>
                    <a:pt x="216133" y="111720"/>
                  </a:cubicBezTo>
                  <a:cubicBezTo>
                    <a:pt x="225079" y="110443"/>
                    <a:pt x="237859" y="106612"/>
                    <a:pt x="245527" y="94483"/>
                  </a:cubicBezTo>
                  <a:cubicBezTo>
                    <a:pt x="262780" y="68308"/>
                    <a:pt x="257029" y="26812"/>
                    <a:pt x="248722" y="12768"/>
                  </a:cubicBezTo>
                  <a:cubicBezTo>
                    <a:pt x="241054" y="0"/>
                    <a:pt x="225718" y="0"/>
                    <a:pt x="225079" y="0"/>
                  </a:cubicBezTo>
                  <a:close/>
                  <a:moveTo>
                    <a:pt x="237859" y="98952"/>
                  </a:moveTo>
                  <a:cubicBezTo>
                    <a:pt x="230830" y="105974"/>
                    <a:pt x="220606" y="109166"/>
                    <a:pt x="209105" y="109166"/>
                  </a:cubicBezTo>
                  <a:cubicBezTo>
                    <a:pt x="207826" y="109166"/>
                    <a:pt x="205910" y="109166"/>
                    <a:pt x="204631" y="109166"/>
                  </a:cubicBezTo>
                  <a:cubicBezTo>
                    <a:pt x="190574" y="107889"/>
                    <a:pt x="177155" y="102144"/>
                    <a:pt x="170765" y="93844"/>
                  </a:cubicBezTo>
                  <a:cubicBezTo>
                    <a:pt x="161180" y="81076"/>
                    <a:pt x="151595" y="60648"/>
                    <a:pt x="148400" y="50433"/>
                  </a:cubicBezTo>
                  <a:cubicBezTo>
                    <a:pt x="147122" y="45964"/>
                    <a:pt x="142010" y="35112"/>
                    <a:pt x="129230" y="35112"/>
                  </a:cubicBezTo>
                  <a:cubicBezTo>
                    <a:pt x="117089" y="35112"/>
                    <a:pt x="110700" y="44688"/>
                    <a:pt x="106866" y="52987"/>
                  </a:cubicBezTo>
                  <a:cubicBezTo>
                    <a:pt x="106226" y="54264"/>
                    <a:pt x="105587" y="56179"/>
                    <a:pt x="104948" y="58094"/>
                  </a:cubicBezTo>
                  <a:cubicBezTo>
                    <a:pt x="98558" y="73416"/>
                    <a:pt x="88974" y="98313"/>
                    <a:pt x="71721" y="104697"/>
                  </a:cubicBezTo>
                  <a:cubicBezTo>
                    <a:pt x="48078" y="113635"/>
                    <a:pt x="27630" y="109804"/>
                    <a:pt x="15489" y="95121"/>
                  </a:cubicBezTo>
                  <a:cubicBezTo>
                    <a:pt x="2709" y="79161"/>
                    <a:pt x="3348" y="54264"/>
                    <a:pt x="5904" y="35750"/>
                  </a:cubicBezTo>
                  <a:cubicBezTo>
                    <a:pt x="8461" y="16598"/>
                    <a:pt x="18684" y="5107"/>
                    <a:pt x="32103" y="5107"/>
                  </a:cubicBezTo>
                  <a:lnTo>
                    <a:pt x="115172" y="5107"/>
                  </a:lnTo>
                  <a:cubicBezTo>
                    <a:pt x="119006" y="5107"/>
                    <a:pt x="121562" y="7660"/>
                    <a:pt x="121562" y="11491"/>
                  </a:cubicBezTo>
                  <a:cubicBezTo>
                    <a:pt x="121562" y="15321"/>
                    <a:pt x="119006" y="17875"/>
                    <a:pt x="115172" y="17875"/>
                  </a:cubicBezTo>
                  <a:lnTo>
                    <a:pt x="32103" y="17875"/>
                  </a:lnTo>
                  <a:cubicBezTo>
                    <a:pt x="21879" y="17875"/>
                    <a:pt x="19323" y="33196"/>
                    <a:pt x="18684" y="37665"/>
                  </a:cubicBezTo>
                  <a:cubicBezTo>
                    <a:pt x="15489" y="60009"/>
                    <a:pt x="18045" y="77884"/>
                    <a:pt x="25713" y="87460"/>
                  </a:cubicBezTo>
                  <a:cubicBezTo>
                    <a:pt x="37215" y="101505"/>
                    <a:pt x="57024" y="97036"/>
                    <a:pt x="67887" y="93206"/>
                  </a:cubicBezTo>
                  <a:cubicBezTo>
                    <a:pt x="80028" y="88737"/>
                    <a:pt x="89613" y="65116"/>
                    <a:pt x="94086" y="53625"/>
                  </a:cubicBezTo>
                  <a:cubicBezTo>
                    <a:pt x="94725" y="51710"/>
                    <a:pt x="95364" y="49795"/>
                    <a:pt x="96003" y="48518"/>
                  </a:cubicBezTo>
                  <a:cubicBezTo>
                    <a:pt x="103032" y="32558"/>
                    <a:pt x="115172" y="22982"/>
                    <a:pt x="129869" y="22982"/>
                  </a:cubicBezTo>
                  <a:cubicBezTo>
                    <a:pt x="147122" y="22982"/>
                    <a:pt x="157346" y="35750"/>
                    <a:pt x="161180" y="47241"/>
                  </a:cubicBezTo>
                  <a:cubicBezTo>
                    <a:pt x="164375" y="56817"/>
                    <a:pt x="173321" y="75969"/>
                    <a:pt x="181628" y="86822"/>
                  </a:cubicBezTo>
                  <a:cubicBezTo>
                    <a:pt x="184823" y="91291"/>
                    <a:pt x="194408" y="96398"/>
                    <a:pt x="205910" y="97675"/>
                  </a:cubicBezTo>
                  <a:cubicBezTo>
                    <a:pt x="211660" y="98313"/>
                    <a:pt x="222523" y="97675"/>
                    <a:pt x="229552" y="90652"/>
                  </a:cubicBezTo>
                  <a:cubicBezTo>
                    <a:pt x="243610" y="77246"/>
                    <a:pt x="242332" y="36388"/>
                    <a:pt x="235942" y="25536"/>
                  </a:cubicBezTo>
                  <a:cubicBezTo>
                    <a:pt x="231469" y="16598"/>
                    <a:pt x="221245" y="17875"/>
                    <a:pt x="221245" y="17875"/>
                  </a:cubicBezTo>
                  <a:cubicBezTo>
                    <a:pt x="221245" y="17875"/>
                    <a:pt x="220606" y="17875"/>
                    <a:pt x="220606" y="17875"/>
                  </a:cubicBezTo>
                  <a:lnTo>
                    <a:pt x="142649" y="17875"/>
                  </a:lnTo>
                  <a:cubicBezTo>
                    <a:pt x="138815" y="17875"/>
                    <a:pt x="136259" y="15321"/>
                    <a:pt x="136259" y="11491"/>
                  </a:cubicBezTo>
                  <a:cubicBezTo>
                    <a:pt x="136259" y="7660"/>
                    <a:pt x="138815" y="5107"/>
                    <a:pt x="142649" y="5107"/>
                  </a:cubicBezTo>
                  <a:lnTo>
                    <a:pt x="220606" y="5107"/>
                  </a:lnTo>
                  <a:cubicBezTo>
                    <a:pt x="223801" y="5107"/>
                    <a:pt x="239776" y="4468"/>
                    <a:pt x="248083" y="19790"/>
                  </a:cubicBezTo>
                  <a:cubicBezTo>
                    <a:pt x="254473" y="32558"/>
                    <a:pt x="257668" y="80438"/>
                    <a:pt x="237859" y="98952"/>
                  </a:cubicBezTo>
                  <a:close/>
                </a:path>
              </a:pathLst>
            </a:custGeom>
            <a:solidFill>
              <a:srgbClr val="012169"/>
            </a:solidFill>
            <a:ln w="6390" cap="flat">
              <a:noFill/>
              <a:prstDash val="solid"/>
              <a:miter/>
            </a:ln>
          </p:spPr>
          <p:txBody>
            <a:bodyPr rtlCol="0" anchor="ctr"/>
            <a:lstStyle/>
            <a:p>
              <a:endParaRPr lang="en-US"/>
            </a:p>
          </p:txBody>
        </p:sp>
        <p:sp>
          <p:nvSpPr>
            <p:cNvPr id="556" name="Graphic 4">
              <a:extLst>
                <a:ext uri="{FF2B5EF4-FFF2-40B4-BE49-F238E27FC236}">
                  <a16:creationId xmlns:a16="http://schemas.microsoft.com/office/drawing/2014/main" id="{0B4F765B-4E59-F140-8B02-A3BE10D1563A}"/>
                </a:ext>
              </a:extLst>
            </p:cNvPr>
            <p:cNvSpPr/>
            <p:nvPr/>
          </p:nvSpPr>
          <p:spPr>
            <a:xfrm>
              <a:off x="1952764"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70933 w 361670"/>
                <a:gd name="connsiteY5" fmla="*/ 248975 h 361333"/>
                <a:gd name="connsiteX6" fmla="*/ 217897 w 361670"/>
                <a:gd name="connsiteY6" fmla="*/ 234930 h 361333"/>
                <a:gd name="connsiteX7" fmla="*/ 190420 w 361670"/>
                <a:gd name="connsiteY7" fmla="*/ 192158 h 361333"/>
                <a:gd name="connsiteX8" fmla="*/ 182113 w 361670"/>
                <a:gd name="connsiteY8" fmla="*/ 176836 h 361333"/>
                <a:gd name="connsiteX9" fmla="*/ 180196 w 361670"/>
                <a:gd name="connsiteY9" fmla="*/ 176198 h 361333"/>
                <a:gd name="connsiteX10" fmla="*/ 177640 w 361670"/>
                <a:gd name="connsiteY10" fmla="*/ 180028 h 361333"/>
                <a:gd name="connsiteX11" fmla="*/ 177640 w 361670"/>
                <a:gd name="connsiteY11" fmla="*/ 180667 h 361333"/>
                <a:gd name="connsiteX12" fmla="*/ 139940 w 361670"/>
                <a:gd name="connsiteY12" fmla="*/ 239399 h 361333"/>
                <a:gd name="connsiteX13" fmla="*/ 101600 w 361670"/>
                <a:gd name="connsiteY13" fmla="*/ 250890 h 361333"/>
                <a:gd name="connsiteX14" fmla="*/ 61982 w 361670"/>
                <a:gd name="connsiteY14" fmla="*/ 236207 h 361333"/>
                <a:gd name="connsiteX15" fmla="*/ 45369 w 361670"/>
                <a:gd name="connsiteY15" fmla="*/ 145555 h 361333"/>
                <a:gd name="connsiteX16" fmla="*/ 90737 w 361670"/>
                <a:gd name="connsiteY16" fmla="*/ 111720 h 361333"/>
                <a:gd name="connsiteX17" fmla="*/ 279240 w 361670"/>
                <a:gd name="connsiteY17" fmla="*/ 111720 h 361333"/>
                <a:gd name="connsiteX18" fmla="*/ 313746 w 361670"/>
                <a:gd name="connsiteY18" fmla="*/ 130872 h 361333"/>
                <a:gd name="connsiteX19" fmla="*/ 310551 w 361670"/>
                <a:gd name="connsiteY19" fmla="*/ 226631 h 361333"/>
                <a:gd name="connsiteX20" fmla="*/ 270933 w 361670"/>
                <a:gd name="connsiteY20" fmla="*/ 24897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257"/>
                    <a:pt x="361670" y="180667"/>
                  </a:cubicBezTo>
                  <a:cubicBezTo>
                    <a:pt x="361670" y="81076"/>
                    <a:pt x="281157" y="0"/>
                    <a:pt x="180835" y="0"/>
                  </a:cubicBezTo>
                  <a:close/>
                  <a:moveTo>
                    <a:pt x="270933" y="248975"/>
                  </a:moveTo>
                  <a:cubicBezTo>
                    <a:pt x="251763" y="251529"/>
                    <a:pt x="230038" y="245783"/>
                    <a:pt x="217897" y="234930"/>
                  </a:cubicBezTo>
                  <a:cubicBezTo>
                    <a:pt x="205756" y="224078"/>
                    <a:pt x="196810" y="205564"/>
                    <a:pt x="190420" y="192158"/>
                  </a:cubicBezTo>
                  <a:cubicBezTo>
                    <a:pt x="187225" y="185774"/>
                    <a:pt x="184030" y="178752"/>
                    <a:pt x="182113" y="176836"/>
                  </a:cubicBezTo>
                  <a:cubicBezTo>
                    <a:pt x="181474" y="176198"/>
                    <a:pt x="180835" y="176198"/>
                    <a:pt x="180196" y="176198"/>
                  </a:cubicBezTo>
                  <a:cubicBezTo>
                    <a:pt x="179557" y="176198"/>
                    <a:pt x="178279" y="177475"/>
                    <a:pt x="177640" y="180028"/>
                  </a:cubicBezTo>
                  <a:lnTo>
                    <a:pt x="177640" y="180667"/>
                  </a:lnTo>
                  <a:cubicBezTo>
                    <a:pt x="169333" y="201734"/>
                    <a:pt x="155914" y="228546"/>
                    <a:pt x="139940" y="239399"/>
                  </a:cubicBezTo>
                  <a:cubicBezTo>
                    <a:pt x="129077" y="246422"/>
                    <a:pt x="115658" y="250890"/>
                    <a:pt x="101600" y="250890"/>
                  </a:cubicBezTo>
                  <a:cubicBezTo>
                    <a:pt x="87542" y="250890"/>
                    <a:pt x="73484" y="246422"/>
                    <a:pt x="61982" y="236207"/>
                  </a:cubicBezTo>
                  <a:cubicBezTo>
                    <a:pt x="37701" y="214502"/>
                    <a:pt x="37062" y="174921"/>
                    <a:pt x="45369" y="145555"/>
                  </a:cubicBezTo>
                  <a:cubicBezTo>
                    <a:pt x="53036" y="116827"/>
                    <a:pt x="78596" y="111081"/>
                    <a:pt x="90737" y="111720"/>
                  </a:cubicBezTo>
                  <a:lnTo>
                    <a:pt x="279240" y="111720"/>
                  </a:lnTo>
                  <a:cubicBezTo>
                    <a:pt x="279879" y="111720"/>
                    <a:pt x="302244" y="111720"/>
                    <a:pt x="313746" y="130872"/>
                  </a:cubicBezTo>
                  <a:cubicBezTo>
                    <a:pt x="325248" y="149385"/>
                    <a:pt x="329721" y="197265"/>
                    <a:pt x="310551" y="226631"/>
                  </a:cubicBezTo>
                  <a:cubicBezTo>
                    <a:pt x="300966" y="238761"/>
                    <a:pt x="287547" y="247060"/>
                    <a:pt x="270933" y="248975"/>
                  </a:cubicBezTo>
                  <a:close/>
                </a:path>
              </a:pathLst>
            </a:custGeom>
            <a:solidFill>
              <a:srgbClr val="012169"/>
            </a:solidFill>
            <a:ln w="6390" cap="flat">
              <a:noFill/>
              <a:prstDash val="solid"/>
              <a:miter/>
            </a:ln>
          </p:spPr>
          <p:txBody>
            <a:bodyPr rtlCol="0" anchor="ctr"/>
            <a:lstStyle/>
            <a:p>
              <a:endParaRPr lang="en-US"/>
            </a:p>
          </p:txBody>
        </p:sp>
      </p:grpSp>
      <p:sp>
        <p:nvSpPr>
          <p:cNvPr id="557" name="Graphic 4">
            <a:extLst>
              <a:ext uri="{FF2B5EF4-FFF2-40B4-BE49-F238E27FC236}">
                <a16:creationId xmlns:a16="http://schemas.microsoft.com/office/drawing/2014/main" id="{BC2FF4AA-FC47-DF47-9AEF-53E92FE8054C}"/>
              </a:ext>
            </a:extLst>
          </p:cNvPr>
          <p:cNvSpPr/>
          <p:nvPr/>
        </p:nvSpPr>
        <p:spPr>
          <a:xfrm>
            <a:off x="2998797"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171889 w 361670"/>
              <a:gd name="connsiteY5" fmla="*/ 193435 h 361333"/>
              <a:gd name="connsiteX6" fmla="*/ 175084 w 361670"/>
              <a:gd name="connsiteY6" fmla="*/ 201734 h 361333"/>
              <a:gd name="connsiteX7" fmla="*/ 166777 w 361670"/>
              <a:gd name="connsiteY7" fmla="*/ 204926 h 361333"/>
              <a:gd name="connsiteX8" fmla="*/ 143135 w 361670"/>
              <a:gd name="connsiteY8" fmla="*/ 180667 h 361333"/>
              <a:gd name="connsiteX9" fmla="*/ 143135 w 361670"/>
              <a:gd name="connsiteY9" fmla="*/ 164068 h 361333"/>
              <a:gd name="connsiteX10" fmla="*/ 160387 w 361670"/>
              <a:gd name="connsiteY10" fmla="*/ 146832 h 361333"/>
              <a:gd name="connsiteX11" fmla="*/ 175723 w 361670"/>
              <a:gd name="connsiteY11" fmla="*/ 151300 h 361333"/>
              <a:gd name="connsiteX12" fmla="*/ 175723 w 361670"/>
              <a:gd name="connsiteY12" fmla="*/ 150662 h 361333"/>
              <a:gd name="connsiteX13" fmla="*/ 196171 w 361670"/>
              <a:gd name="connsiteY13" fmla="*/ 118742 h 361333"/>
              <a:gd name="connsiteX14" fmla="*/ 205117 w 361670"/>
              <a:gd name="connsiteY14" fmla="*/ 98313 h 361333"/>
              <a:gd name="connsiteX15" fmla="*/ 205117 w 361670"/>
              <a:gd name="connsiteY15" fmla="*/ 93206 h 361333"/>
              <a:gd name="connsiteX16" fmla="*/ 208951 w 361670"/>
              <a:gd name="connsiteY16" fmla="*/ 90014 h 361333"/>
              <a:gd name="connsiteX17" fmla="*/ 231316 w 361670"/>
              <a:gd name="connsiteY17" fmla="*/ 67032 h 361333"/>
              <a:gd name="connsiteX18" fmla="*/ 171250 w 361670"/>
              <a:gd name="connsiteY18" fmla="*/ 67032 h 361333"/>
              <a:gd name="connsiteX19" fmla="*/ 90737 w 361670"/>
              <a:gd name="connsiteY19" fmla="*/ 131510 h 361333"/>
              <a:gd name="connsiteX20" fmla="*/ 106073 w 361670"/>
              <a:gd name="connsiteY20" fmla="*/ 206841 h 361333"/>
              <a:gd name="connsiteX21" fmla="*/ 106073 w 361670"/>
              <a:gd name="connsiteY21" fmla="*/ 206841 h 361333"/>
              <a:gd name="connsiteX22" fmla="*/ 108629 w 361670"/>
              <a:gd name="connsiteY22" fmla="*/ 208118 h 361333"/>
              <a:gd name="connsiteX23" fmla="*/ 110546 w 361670"/>
              <a:gd name="connsiteY23" fmla="*/ 209395 h 361333"/>
              <a:gd name="connsiteX24" fmla="*/ 124604 w 361670"/>
              <a:gd name="connsiteY24" fmla="*/ 203649 h 361333"/>
              <a:gd name="connsiteX25" fmla="*/ 132911 w 361670"/>
              <a:gd name="connsiteY25" fmla="*/ 206841 h 361333"/>
              <a:gd name="connsiteX26" fmla="*/ 129716 w 361670"/>
              <a:gd name="connsiteY26" fmla="*/ 215140 h 361333"/>
              <a:gd name="connsiteX27" fmla="*/ 118214 w 361670"/>
              <a:gd name="connsiteY27" fmla="*/ 220247 h 361333"/>
              <a:gd name="connsiteX28" fmla="*/ 114380 w 361670"/>
              <a:gd name="connsiteY28" fmla="*/ 278980 h 361333"/>
              <a:gd name="connsiteX29" fmla="*/ 108629 w 361670"/>
              <a:gd name="connsiteY29" fmla="*/ 282810 h 361333"/>
              <a:gd name="connsiteX30" fmla="*/ 106073 w 361670"/>
              <a:gd name="connsiteY30" fmla="*/ 282172 h 361333"/>
              <a:gd name="connsiteX31" fmla="*/ 102878 w 361670"/>
              <a:gd name="connsiteY31" fmla="*/ 273873 h 361333"/>
              <a:gd name="connsiteX32" fmla="*/ 105434 w 361670"/>
              <a:gd name="connsiteY32" fmla="*/ 221524 h 361333"/>
              <a:gd name="connsiteX33" fmla="*/ 102878 w 361670"/>
              <a:gd name="connsiteY33" fmla="*/ 220247 h 361333"/>
              <a:gd name="connsiteX34" fmla="*/ 94571 w 361670"/>
              <a:gd name="connsiteY34" fmla="*/ 212587 h 361333"/>
              <a:gd name="connsiteX35" fmla="*/ 93932 w 361670"/>
              <a:gd name="connsiteY35" fmla="*/ 211310 h 361333"/>
              <a:gd name="connsiteX36" fmla="*/ 77957 w 361670"/>
              <a:gd name="connsiteY36" fmla="*/ 132148 h 361333"/>
              <a:gd name="connsiteX37" fmla="*/ 171250 w 361670"/>
              <a:gd name="connsiteY37" fmla="*/ 54902 h 361333"/>
              <a:gd name="connsiteX38" fmla="*/ 238984 w 361670"/>
              <a:gd name="connsiteY38" fmla="*/ 54902 h 361333"/>
              <a:gd name="connsiteX39" fmla="*/ 245374 w 361670"/>
              <a:gd name="connsiteY39" fmla="*/ 61286 h 361333"/>
              <a:gd name="connsiteX40" fmla="*/ 218536 w 361670"/>
              <a:gd name="connsiteY40" fmla="*/ 100228 h 361333"/>
              <a:gd name="connsiteX41" fmla="*/ 201283 w 361670"/>
              <a:gd name="connsiteY41" fmla="*/ 130872 h 361333"/>
              <a:gd name="connsiteX42" fmla="*/ 200644 w 361670"/>
              <a:gd name="connsiteY42" fmla="*/ 130872 h 361333"/>
              <a:gd name="connsiteX43" fmla="*/ 188503 w 361670"/>
              <a:gd name="connsiteY43" fmla="*/ 150662 h 361333"/>
              <a:gd name="connsiteX44" fmla="*/ 188503 w 361670"/>
              <a:gd name="connsiteY44" fmla="*/ 164068 h 361333"/>
              <a:gd name="connsiteX45" fmla="*/ 185308 w 361670"/>
              <a:gd name="connsiteY45" fmla="*/ 169814 h 361333"/>
              <a:gd name="connsiteX46" fmla="*/ 178918 w 361670"/>
              <a:gd name="connsiteY46" fmla="*/ 169814 h 361333"/>
              <a:gd name="connsiteX47" fmla="*/ 170611 w 361670"/>
              <a:gd name="connsiteY47" fmla="*/ 164068 h 361333"/>
              <a:gd name="connsiteX48" fmla="*/ 168695 w 361670"/>
              <a:gd name="connsiteY48" fmla="*/ 162153 h 361333"/>
              <a:gd name="connsiteX49" fmla="*/ 160387 w 361670"/>
              <a:gd name="connsiteY49" fmla="*/ 159600 h 361333"/>
              <a:gd name="connsiteX50" fmla="*/ 155915 w 361670"/>
              <a:gd name="connsiteY50" fmla="*/ 164068 h 361333"/>
              <a:gd name="connsiteX51" fmla="*/ 155915 w 361670"/>
              <a:gd name="connsiteY51" fmla="*/ 180667 h 361333"/>
              <a:gd name="connsiteX52" fmla="*/ 171889 w 361670"/>
              <a:gd name="connsiteY52" fmla="*/ 193435 h 361333"/>
              <a:gd name="connsiteX53" fmla="*/ 281157 w 361670"/>
              <a:gd name="connsiteY53" fmla="*/ 210033 h 361333"/>
              <a:gd name="connsiteX54" fmla="*/ 238984 w 361670"/>
              <a:gd name="connsiteY54" fmla="*/ 262382 h 361333"/>
              <a:gd name="connsiteX55" fmla="*/ 236428 w 361670"/>
              <a:gd name="connsiteY55" fmla="*/ 263020 h 361333"/>
              <a:gd name="connsiteX56" fmla="*/ 231955 w 361670"/>
              <a:gd name="connsiteY56" fmla="*/ 261105 h 361333"/>
              <a:gd name="connsiteX57" fmla="*/ 230677 w 361670"/>
              <a:gd name="connsiteY57" fmla="*/ 259828 h 361333"/>
              <a:gd name="connsiteX58" fmla="*/ 221731 w 361670"/>
              <a:gd name="connsiteY58" fmla="*/ 266850 h 361333"/>
              <a:gd name="connsiteX59" fmla="*/ 210868 w 361670"/>
              <a:gd name="connsiteY59" fmla="*/ 301962 h 361333"/>
              <a:gd name="connsiteX60" fmla="*/ 204478 w 361670"/>
              <a:gd name="connsiteY60" fmla="*/ 306431 h 361333"/>
              <a:gd name="connsiteX61" fmla="*/ 202561 w 361670"/>
              <a:gd name="connsiteY61" fmla="*/ 306431 h 361333"/>
              <a:gd name="connsiteX62" fmla="*/ 198088 w 361670"/>
              <a:gd name="connsiteY62" fmla="*/ 298132 h 361333"/>
              <a:gd name="connsiteX63" fmla="*/ 210229 w 361670"/>
              <a:gd name="connsiteY63" fmla="*/ 259190 h 361333"/>
              <a:gd name="connsiteX64" fmla="*/ 222370 w 361670"/>
              <a:gd name="connsiteY64" fmla="*/ 249614 h 361333"/>
              <a:gd name="connsiteX65" fmla="*/ 199366 w 361670"/>
              <a:gd name="connsiteY65" fmla="*/ 218332 h 361333"/>
              <a:gd name="connsiteX66" fmla="*/ 182752 w 361670"/>
              <a:gd name="connsiteY66" fmla="*/ 211948 h 361333"/>
              <a:gd name="connsiteX67" fmla="*/ 178918 w 361670"/>
              <a:gd name="connsiteY67" fmla="*/ 203649 h 361333"/>
              <a:gd name="connsiteX68" fmla="*/ 187225 w 361670"/>
              <a:gd name="connsiteY68" fmla="*/ 199819 h 361333"/>
              <a:gd name="connsiteX69" fmla="*/ 200005 w 361670"/>
              <a:gd name="connsiteY69" fmla="*/ 204926 h 361333"/>
              <a:gd name="connsiteX70" fmla="*/ 211507 w 361670"/>
              <a:gd name="connsiteY70" fmla="*/ 181305 h 361333"/>
              <a:gd name="connsiteX71" fmla="*/ 219814 w 361670"/>
              <a:gd name="connsiteY71" fmla="*/ 178752 h 361333"/>
              <a:gd name="connsiteX72" fmla="*/ 222370 w 361670"/>
              <a:gd name="connsiteY72" fmla="*/ 187051 h 361333"/>
              <a:gd name="connsiteX73" fmla="*/ 209590 w 361670"/>
              <a:gd name="connsiteY73" fmla="*/ 212587 h 361333"/>
              <a:gd name="connsiteX74" fmla="*/ 236428 w 361670"/>
              <a:gd name="connsiteY74" fmla="*/ 248975 h 361333"/>
              <a:gd name="connsiteX75" fmla="*/ 267100 w 361670"/>
              <a:gd name="connsiteY75" fmla="*/ 207479 h 361333"/>
              <a:gd name="connsiteX76" fmla="*/ 260071 w 361670"/>
              <a:gd name="connsiteY76" fmla="*/ 161515 h 361333"/>
              <a:gd name="connsiteX77" fmla="*/ 258792 w 361670"/>
              <a:gd name="connsiteY77" fmla="*/ 161515 h 361333"/>
              <a:gd name="connsiteX78" fmla="*/ 226204 w 361670"/>
              <a:gd name="connsiteY78" fmla="*/ 175560 h 361333"/>
              <a:gd name="connsiteX79" fmla="*/ 226204 w 361670"/>
              <a:gd name="connsiteY79" fmla="*/ 175560 h 361333"/>
              <a:gd name="connsiteX80" fmla="*/ 224287 w 361670"/>
              <a:gd name="connsiteY80" fmla="*/ 176198 h 361333"/>
              <a:gd name="connsiteX81" fmla="*/ 223648 w 361670"/>
              <a:gd name="connsiteY81" fmla="*/ 176198 h 361333"/>
              <a:gd name="connsiteX82" fmla="*/ 222370 w 361670"/>
              <a:gd name="connsiteY82" fmla="*/ 176198 h 361333"/>
              <a:gd name="connsiteX83" fmla="*/ 196171 w 361670"/>
              <a:gd name="connsiteY83" fmla="*/ 171729 h 361333"/>
              <a:gd name="connsiteX84" fmla="*/ 191059 w 361670"/>
              <a:gd name="connsiteY84" fmla="*/ 164707 h 361333"/>
              <a:gd name="connsiteX85" fmla="*/ 198088 w 361670"/>
              <a:gd name="connsiteY85" fmla="*/ 159600 h 361333"/>
              <a:gd name="connsiteX86" fmla="*/ 223009 w 361670"/>
              <a:gd name="connsiteY86" fmla="*/ 163430 h 361333"/>
              <a:gd name="connsiteX87" fmla="*/ 249208 w 361670"/>
              <a:gd name="connsiteY87" fmla="*/ 151939 h 361333"/>
              <a:gd name="connsiteX88" fmla="*/ 247930 w 361670"/>
              <a:gd name="connsiteY88" fmla="*/ 148108 h 361333"/>
              <a:gd name="connsiteX89" fmla="*/ 247930 w 361670"/>
              <a:gd name="connsiteY89" fmla="*/ 143001 h 361333"/>
              <a:gd name="connsiteX90" fmla="*/ 246652 w 361670"/>
              <a:gd name="connsiteY90" fmla="*/ 120019 h 361333"/>
              <a:gd name="connsiteX91" fmla="*/ 235150 w 361670"/>
              <a:gd name="connsiteY91" fmla="*/ 95121 h 361333"/>
              <a:gd name="connsiteX92" fmla="*/ 236428 w 361670"/>
              <a:gd name="connsiteY92" fmla="*/ 86184 h 361333"/>
              <a:gd name="connsiteX93" fmla="*/ 245374 w 361670"/>
              <a:gd name="connsiteY93" fmla="*/ 87460 h 361333"/>
              <a:gd name="connsiteX94" fmla="*/ 259431 w 361670"/>
              <a:gd name="connsiteY94" fmla="*/ 117465 h 361333"/>
              <a:gd name="connsiteX95" fmla="*/ 260710 w 361670"/>
              <a:gd name="connsiteY95" fmla="*/ 144278 h 361333"/>
              <a:gd name="connsiteX96" fmla="*/ 260710 w 361670"/>
              <a:gd name="connsiteY96" fmla="*/ 147470 h 361333"/>
              <a:gd name="connsiteX97" fmla="*/ 260710 w 361670"/>
              <a:gd name="connsiteY97" fmla="*/ 147470 h 361333"/>
              <a:gd name="connsiteX98" fmla="*/ 260710 w 361670"/>
              <a:gd name="connsiteY98" fmla="*/ 147470 h 361333"/>
              <a:gd name="connsiteX99" fmla="*/ 266460 w 361670"/>
              <a:gd name="connsiteY99" fmla="*/ 149385 h 361333"/>
              <a:gd name="connsiteX100" fmla="*/ 281157 w 361670"/>
              <a:gd name="connsiteY100" fmla="*/ 21003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1" y="280257"/>
                  <a:pt x="361671" y="180667"/>
                </a:cubicBezTo>
                <a:cubicBezTo>
                  <a:pt x="361671" y="80438"/>
                  <a:pt x="281157" y="0"/>
                  <a:pt x="180835" y="0"/>
                </a:cubicBezTo>
                <a:close/>
                <a:moveTo>
                  <a:pt x="171889" y="193435"/>
                </a:moveTo>
                <a:cubicBezTo>
                  <a:pt x="175084" y="194711"/>
                  <a:pt x="176362" y="198542"/>
                  <a:pt x="175084" y="201734"/>
                </a:cubicBezTo>
                <a:cubicBezTo>
                  <a:pt x="173806" y="204926"/>
                  <a:pt x="169972" y="206203"/>
                  <a:pt x="166777" y="204926"/>
                </a:cubicBezTo>
                <a:cubicBezTo>
                  <a:pt x="151442" y="197903"/>
                  <a:pt x="143135" y="189604"/>
                  <a:pt x="143135" y="180667"/>
                </a:cubicBezTo>
                <a:lnTo>
                  <a:pt x="143135" y="164068"/>
                </a:lnTo>
                <a:cubicBezTo>
                  <a:pt x="143135" y="155769"/>
                  <a:pt x="148886" y="146832"/>
                  <a:pt x="160387" y="146832"/>
                </a:cubicBezTo>
                <a:cubicBezTo>
                  <a:pt x="164861" y="146832"/>
                  <a:pt x="170611" y="146832"/>
                  <a:pt x="175723" y="151300"/>
                </a:cubicBezTo>
                <a:lnTo>
                  <a:pt x="175723" y="150662"/>
                </a:lnTo>
                <a:cubicBezTo>
                  <a:pt x="175723" y="141086"/>
                  <a:pt x="175723" y="125764"/>
                  <a:pt x="196171" y="118742"/>
                </a:cubicBezTo>
                <a:cubicBezTo>
                  <a:pt x="201922" y="115550"/>
                  <a:pt x="208312" y="107251"/>
                  <a:pt x="205117" y="98313"/>
                </a:cubicBezTo>
                <a:cubicBezTo>
                  <a:pt x="204478" y="96398"/>
                  <a:pt x="204478" y="95121"/>
                  <a:pt x="205117" y="93206"/>
                </a:cubicBezTo>
                <a:cubicBezTo>
                  <a:pt x="205756" y="91291"/>
                  <a:pt x="207034" y="90652"/>
                  <a:pt x="208951" y="90014"/>
                </a:cubicBezTo>
                <a:cubicBezTo>
                  <a:pt x="214063" y="88099"/>
                  <a:pt x="226843" y="77246"/>
                  <a:pt x="231316" y="67032"/>
                </a:cubicBezTo>
                <a:lnTo>
                  <a:pt x="171250" y="67032"/>
                </a:lnTo>
                <a:cubicBezTo>
                  <a:pt x="96488" y="68308"/>
                  <a:pt x="90737" y="116827"/>
                  <a:pt x="90737" y="131510"/>
                </a:cubicBezTo>
                <a:cubicBezTo>
                  <a:pt x="90737" y="161515"/>
                  <a:pt x="100961" y="190881"/>
                  <a:pt x="106073" y="206841"/>
                </a:cubicBezTo>
                <a:lnTo>
                  <a:pt x="106073" y="206841"/>
                </a:lnTo>
                <a:cubicBezTo>
                  <a:pt x="106712" y="207479"/>
                  <a:pt x="107990" y="208118"/>
                  <a:pt x="108629" y="208118"/>
                </a:cubicBezTo>
                <a:cubicBezTo>
                  <a:pt x="109268" y="208756"/>
                  <a:pt x="109907" y="208756"/>
                  <a:pt x="110546" y="209395"/>
                </a:cubicBezTo>
                <a:lnTo>
                  <a:pt x="124604" y="203649"/>
                </a:lnTo>
                <a:cubicBezTo>
                  <a:pt x="127799" y="202372"/>
                  <a:pt x="131633" y="203649"/>
                  <a:pt x="132911" y="206841"/>
                </a:cubicBezTo>
                <a:cubicBezTo>
                  <a:pt x="134189" y="210033"/>
                  <a:pt x="132911" y="213863"/>
                  <a:pt x="129716" y="215140"/>
                </a:cubicBezTo>
                <a:lnTo>
                  <a:pt x="118214" y="220247"/>
                </a:lnTo>
                <a:cubicBezTo>
                  <a:pt x="123326" y="236846"/>
                  <a:pt x="125882" y="255359"/>
                  <a:pt x="114380" y="278980"/>
                </a:cubicBezTo>
                <a:cubicBezTo>
                  <a:pt x="113102" y="281533"/>
                  <a:pt x="111185" y="282810"/>
                  <a:pt x="108629" y="282810"/>
                </a:cubicBezTo>
                <a:cubicBezTo>
                  <a:pt x="107990" y="282810"/>
                  <a:pt x="106712" y="282810"/>
                  <a:pt x="106073" y="282172"/>
                </a:cubicBezTo>
                <a:cubicBezTo>
                  <a:pt x="102878" y="280895"/>
                  <a:pt x="101600" y="277065"/>
                  <a:pt x="102878" y="273873"/>
                </a:cubicBezTo>
                <a:cubicBezTo>
                  <a:pt x="113102" y="252167"/>
                  <a:pt x="109907" y="236846"/>
                  <a:pt x="105434" y="221524"/>
                </a:cubicBezTo>
                <a:cubicBezTo>
                  <a:pt x="104795" y="220886"/>
                  <a:pt x="103517" y="220886"/>
                  <a:pt x="102878" y="220247"/>
                </a:cubicBezTo>
                <a:cubicBezTo>
                  <a:pt x="99044" y="218332"/>
                  <a:pt x="95849" y="216417"/>
                  <a:pt x="94571" y="212587"/>
                </a:cubicBezTo>
                <a:lnTo>
                  <a:pt x="93932" y="211310"/>
                </a:lnTo>
                <a:cubicBezTo>
                  <a:pt x="88181" y="194711"/>
                  <a:pt x="77957" y="164068"/>
                  <a:pt x="77957" y="132148"/>
                </a:cubicBezTo>
                <a:cubicBezTo>
                  <a:pt x="77957" y="95760"/>
                  <a:pt x="102239" y="56817"/>
                  <a:pt x="171250" y="54902"/>
                </a:cubicBezTo>
                <a:lnTo>
                  <a:pt x="238984" y="54902"/>
                </a:lnTo>
                <a:cubicBezTo>
                  <a:pt x="242818" y="54902"/>
                  <a:pt x="245374" y="57456"/>
                  <a:pt x="245374" y="61286"/>
                </a:cubicBezTo>
                <a:cubicBezTo>
                  <a:pt x="245374" y="75969"/>
                  <a:pt x="230038" y="93206"/>
                  <a:pt x="218536" y="100228"/>
                </a:cubicBezTo>
                <a:cubicBezTo>
                  <a:pt x="220453" y="113635"/>
                  <a:pt x="212146" y="125764"/>
                  <a:pt x="201283" y="130872"/>
                </a:cubicBezTo>
                <a:cubicBezTo>
                  <a:pt x="201283" y="130872"/>
                  <a:pt x="200644" y="130872"/>
                  <a:pt x="200644" y="130872"/>
                </a:cubicBezTo>
                <a:cubicBezTo>
                  <a:pt x="188503" y="134702"/>
                  <a:pt x="188503" y="141724"/>
                  <a:pt x="188503" y="150662"/>
                </a:cubicBezTo>
                <a:lnTo>
                  <a:pt x="188503" y="164068"/>
                </a:lnTo>
                <a:cubicBezTo>
                  <a:pt x="188503" y="166622"/>
                  <a:pt x="187225" y="168537"/>
                  <a:pt x="185308" y="169814"/>
                </a:cubicBezTo>
                <a:cubicBezTo>
                  <a:pt x="183391" y="171091"/>
                  <a:pt x="180835" y="171091"/>
                  <a:pt x="178918" y="169814"/>
                </a:cubicBezTo>
                <a:lnTo>
                  <a:pt x="170611" y="164068"/>
                </a:lnTo>
                <a:cubicBezTo>
                  <a:pt x="169972" y="163430"/>
                  <a:pt x="169333" y="162792"/>
                  <a:pt x="168695" y="162153"/>
                </a:cubicBezTo>
                <a:cubicBezTo>
                  <a:pt x="167416" y="160238"/>
                  <a:pt x="166138" y="159600"/>
                  <a:pt x="160387" y="159600"/>
                </a:cubicBezTo>
                <a:cubicBezTo>
                  <a:pt x="157192" y="159600"/>
                  <a:pt x="155915" y="160876"/>
                  <a:pt x="155915" y="164068"/>
                </a:cubicBezTo>
                <a:lnTo>
                  <a:pt x="155915" y="180667"/>
                </a:lnTo>
                <a:cubicBezTo>
                  <a:pt x="155915" y="183859"/>
                  <a:pt x="160387" y="188327"/>
                  <a:pt x="171889" y="193435"/>
                </a:cubicBezTo>
                <a:close/>
                <a:moveTo>
                  <a:pt x="281157" y="210033"/>
                </a:moveTo>
                <a:cubicBezTo>
                  <a:pt x="275407" y="233654"/>
                  <a:pt x="259431" y="253444"/>
                  <a:pt x="238984" y="262382"/>
                </a:cubicBezTo>
                <a:cubicBezTo>
                  <a:pt x="238345" y="263020"/>
                  <a:pt x="237067" y="263020"/>
                  <a:pt x="236428" y="263020"/>
                </a:cubicBezTo>
                <a:cubicBezTo>
                  <a:pt x="234511" y="263020"/>
                  <a:pt x="233233" y="262382"/>
                  <a:pt x="231955" y="261105"/>
                </a:cubicBezTo>
                <a:cubicBezTo>
                  <a:pt x="231316" y="260466"/>
                  <a:pt x="231316" y="260466"/>
                  <a:pt x="230677" y="259828"/>
                </a:cubicBezTo>
                <a:lnTo>
                  <a:pt x="221731" y="266850"/>
                </a:lnTo>
                <a:lnTo>
                  <a:pt x="210868" y="301962"/>
                </a:lnTo>
                <a:cubicBezTo>
                  <a:pt x="210229" y="304516"/>
                  <a:pt x="207673" y="306431"/>
                  <a:pt x="204478" y="306431"/>
                </a:cubicBezTo>
                <a:cubicBezTo>
                  <a:pt x="203839" y="306431"/>
                  <a:pt x="203200" y="306431"/>
                  <a:pt x="202561" y="306431"/>
                </a:cubicBezTo>
                <a:cubicBezTo>
                  <a:pt x="199366" y="305154"/>
                  <a:pt x="197449" y="301962"/>
                  <a:pt x="198088" y="298132"/>
                </a:cubicBezTo>
                <a:lnTo>
                  <a:pt x="210229" y="259190"/>
                </a:lnTo>
                <a:lnTo>
                  <a:pt x="222370" y="249614"/>
                </a:lnTo>
                <a:cubicBezTo>
                  <a:pt x="214063" y="238761"/>
                  <a:pt x="203200" y="223439"/>
                  <a:pt x="199366" y="218332"/>
                </a:cubicBezTo>
                <a:lnTo>
                  <a:pt x="182752" y="211948"/>
                </a:lnTo>
                <a:cubicBezTo>
                  <a:pt x="179557" y="210671"/>
                  <a:pt x="177640" y="206841"/>
                  <a:pt x="178918" y="203649"/>
                </a:cubicBezTo>
                <a:cubicBezTo>
                  <a:pt x="180196" y="200457"/>
                  <a:pt x="184030" y="198542"/>
                  <a:pt x="187225" y="199819"/>
                </a:cubicBezTo>
                <a:lnTo>
                  <a:pt x="200005" y="204926"/>
                </a:lnTo>
                <a:lnTo>
                  <a:pt x="211507" y="181305"/>
                </a:lnTo>
                <a:cubicBezTo>
                  <a:pt x="212785" y="178113"/>
                  <a:pt x="216619" y="176836"/>
                  <a:pt x="219814" y="178752"/>
                </a:cubicBezTo>
                <a:cubicBezTo>
                  <a:pt x="223009" y="180028"/>
                  <a:pt x="224287" y="183859"/>
                  <a:pt x="222370" y="187051"/>
                </a:cubicBezTo>
                <a:lnTo>
                  <a:pt x="209590" y="212587"/>
                </a:lnTo>
                <a:cubicBezTo>
                  <a:pt x="218536" y="224716"/>
                  <a:pt x="230677" y="241314"/>
                  <a:pt x="236428" y="248975"/>
                </a:cubicBezTo>
                <a:cubicBezTo>
                  <a:pt x="251764" y="240676"/>
                  <a:pt x="262626" y="225993"/>
                  <a:pt x="267100" y="207479"/>
                </a:cubicBezTo>
                <a:cubicBezTo>
                  <a:pt x="270934" y="190881"/>
                  <a:pt x="268377" y="174283"/>
                  <a:pt x="260071" y="161515"/>
                </a:cubicBezTo>
                <a:cubicBezTo>
                  <a:pt x="259431" y="161515"/>
                  <a:pt x="259431" y="161515"/>
                  <a:pt x="258792" y="161515"/>
                </a:cubicBezTo>
                <a:lnTo>
                  <a:pt x="226204" y="175560"/>
                </a:lnTo>
                <a:cubicBezTo>
                  <a:pt x="226204" y="175560"/>
                  <a:pt x="226204" y="175560"/>
                  <a:pt x="226204" y="175560"/>
                </a:cubicBezTo>
                <a:cubicBezTo>
                  <a:pt x="225565" y="175560"/>
                  <a:pt x="224926" y="176198"/>
                  <a:pt x="224287" y="176198"/>
                </a:cubicBezTo>
                <a:cubicBezTo>
                  <a:pt x="224287" y="176198"/>
                  <a:pt x="224287" y="176198"/>
                  <a:pt x="223648" y="176198"/>
                </a:cubicBezTo>
                <a:cubicBezTo>
                  <a:pt x="223009" y="176198"/>
                  <a:pt x="223009" y="176198"/>
                  <a:pt x="222370" y="176198"/>
                </a:cubicBezTo>
                <a:lnTo>
                  <a:pt x="196171" y="171729"/>
                </a:lnTo>
                <a:cubicBezTo>
                  <a:pt x="192976" y="171091"/>
                  <a:pt x="190420" y="167899"/>
                  <a:pt x="191059" y="164707"/>
                </a:cubicBezTo>
                <a:cubicBezTo>
                  <a:pt x="191698" y="161515"/>
                  <a:pt x="194893" y="158961"/>
                  <a:pt x="198088" y="159600"/>
                </a:cubicBezTo>
                <a:lnTo>
                  <a:pt x="223009" y="163430"/>
                </a:lnTo>
                <a:lnTo>
                  <a:pt x="249208" y="151939"/>
                </a:lnTo>
                <a:cubicBezTo>
                  <a:pt x="248569" y="150662"/>
                  <a:pt x="248569" y="149385"/>
                  <a:pt x="247930" y="148108"/>
                </a:cubicBezTo>
                <a:cubicBezTo>
                  <a:pt x="247930" y="146832"/>
                  <a:pt x="247930" y="144916"/>
                  <a:pt x="247930" y="143001"/>
                </a:cubicBezTo>
                <a:cubicBezTo>
                  <a:pt x="248569" y="137894"/>
                  <a:pt x="248569" y="130233"/>
                  <a:pt x="246652" y="120019"/>
                </a:cubicBezTo>
                <a:cubicBezTo>
                  <a:pt x="245374" y="114912"/>
                  <a:pt x="240901" y="103420"/>
                  <a:pt x="235150" y="95121"/>
                </a:cubicBezTo>
                <a:cubicBezTo>
                  <a:pt x="233233" y="92568"/>
                  <a:pt x="233872" y="88099"/>
                  <a:pt x="236428" y="86184"/>
                </a:cubicBezTo>
                <a:cubicBezTo>
                  <a:pt x="238984" y="84268"/>
                  <a:pt x="243457" y="84907"/>
                  <a:pt x="245374" y="87460"/>
                </a:cubicBezTo>
                <a:cubicBezTo>
                  <a:pt x="253042" y="97675"/>
                  <a:pt x="258154" y="111081"/>
                  <a:pt x="259431" y="117465"/>
                </a:cubicBezTo>
                <a:cubicBezTo>
                  <a:pt x="261987" y="129595"/>
                  <a:pt x="261349" y="138532"/>
                  <a:pt x="260710" y="144278"/>
                </a:cubicBezTo>
                <a:cubicBezTo>
                  <a:pt x="260710" y="145555"/>
                  <a:pt x="260710" y="146832"/>
                  <a:pt x="260710" y="147470"/>
                </a:cubicBezTo>
                <a:cubicBezTo>
                  <a:pt x="260710" y="147470"/>
                  <a:pt x="260710" y="147470"/>
                  <a:pt x="260710" y="147470"/>
                </a:cubicBezTo>
                <a:cubicBezTo>
                  <a:pt x="260710" y="147470"/>
                  <a:pt x="260710" y="147470"/>
                  <a:pt x="260710" y="147470"/>
                </a:cubicBezTo>
                <a:cubicBezTo>
                  <a:pt x="262626" y="147470"/>
                  <a:pt x="265182" y="148108"/>
                  <a:pt x="266460" y="149385"/>
                </a:cubicBezTo>
                <a:cubicBezTo>
                  <a:pt x="282435" y="165984"/>
                  <a:pt x="286908" y="187689"/>
                  <a:pt x="281157" y="210033"/>
                </a:cubicBezTo>
                <a:close/>
              </a:path>
            </a:pathLst>
          </a:custGeom>
          <a:solidFill>
            <a:srgbClr val="012169"/>
          </a:solidFill>
          <a:ln w="6390" cap="flat">
            <a:noFill/>
            <a:prstDash val="solid"/>
            <a:miter/>
          </a:ln>
        </p:spPr>
        <p:txBody>
          <a:bodyPr rtlCol="0" anchor="ctr"/>
          <a:lstStyle/>
          <a:p>
            <a:endParaRPr lang="en-US"/>
          </a:p>
        </p:txBody>
      </p:sp>
      <p:grpSp>
        <p:nvGrpSpPr>
          <p:cNvPr id="558" name="Graphic 4">
            <a:extLst>
              <a:ext uri="{FF2B5EF4-FFF2-40B4-BE49-F238E27FC236}">
                <a16:creationId xmlns:a16="http://schemas.microsoft.com/office/drawing/2014/main" id="{BB292F0C-B0D8-4742-B885-D4B168078560}"/>
              </a:ext>
            </a:extLst>
          </p:cNvPr>
          <p:cNvGrpSpPr/>
          <p:nvPr/>
        </p:nvGrpSpPr>
        <p:grpSpPr>
          <a:xfrm>
            <a:off x="905454" y="3339623"/>
            <a:ext cx="361670" cy="361333"/>
            <a:chOff x="905454" y="3339623"/>
            <a:chExt cx="361670" cy="361333"/>
          </a:xfrm>
          <a:solidFill>
            <a:srgbClr val="012169"/>
          </a:solidFill>
        </p:grpSpPr>
        <p:sp>
          <p:nvSpPr>
            <p:cNvPr id="559" name="Graphic 4">
              <a:extLst>
                <a:ext uri="{FF2B5EF4-FFF2-40B4-BE49-F238E27FC236}">
                  <a16:creationId xmlns:a16="http://schemas.microsoft.com/office/drawing/2014/main" id="{8DADAF32-DFC9-ED42-B87D-BB45DCF7C17C}"/>
                </a:ext>
              </a:extLst>
            </p:cNvPr>
            <p:cNvSpPr/>
            <p:nvPr/>
          </p:nvSpPr>
          <p:spPr>
            <a:xfrm>
              <a:off x="1093318" y="3519652"/>
              <a:ext cx="3194" cy="2553"/>
            </a:xfrm>
            <a:custGeom>
              <a:avLst/>
              <a:gdLst>
                <a:gd name="connsiteX0" fmla="*/ 0 w 3194"/>
                <a:gd name="connsiteY0" fmla="*/ 0 h 2553"/>
                <a:gd name="connsiteX1" fmla="*/ 3195 w 3194"/>
                <a:gd name="connsiteY1" fmla="*/ 0 h 2553"/>
                <a:gd name="connsiteX2" fmla="*/ 3195 w 3194"/>
                <a:gd name="connsiteY2" fmla="*/ 2554 h 2553"/>
                <a:gd name="connsiteX3" fmla="*/ 0 w 3194"/>
                <a:gd name="connsiteY3" fmla="*/ 2554 h 2553"/>
              </a:gdLst>
              <a:ahLst/>
              <a:cxnLst>
                <a:cxn ang="0">
                  <a:pos x="connsiteX0" y="connsiteY0"/>
                </a:cxn>
                <a:cxn ang="0">
                  <a:pos x="connsiteX1" y="connsiteY1"/>
                </a:cxn>
                <a:cxn ang="0">
                  <a:pos x="connsiteX2" y="connsiteY2"/>
                </a:cxn>
                <a:cxn ang="0">
                  <a:pos x="connsiteX3" y="connsiteY3"/>
                </a:cxn>
              </a:cxnLst>
              <a:rect l="l" t="t" r="r" b="b"/>
              <a:pathLst>
                <a:path w="3194" h="2553">
                  <a:moveTo>
                    <a:pt x="0" y="0"/>
                  </a:moveTo>
                  <a:lnTo>
                    <a:pt x="3195" y="0"/>
                  </a:lnTo>
                  <a:lnTo>
                    <a:pt x="3195" y="2554"/>
                  </a:lnTo>
                  <a:lnTo>
                    <a:pt x="0" y="2554"/>
                  </a:lnTo>
                  <a:close/>
                </a:path>
              </a:pathLst>
            </a:custGeom>
            <a:solidFill>
              <a:srgbClr val="012169"/>
            </a:solidFill>
            <a:ln w="6390" cap="flat">
              <a:noFill/>
              <a:prstDash val="solid"/>
              <a:miter/>
            </a:ln>
          </p:spPr>
          <p:txBody>
            <a:bodyPr rtlCol="0" anchor="ctr"/>
            <a:lstStyle/>
            <a:p>
              <a:endParaRPr lang="en-US"/>
            </a:p>
          </p:txBody>
        </p:sp>
        <p:sp>
          <p:nvSpPr>
            <p:cNvPr id="560" name="Graphic 4">
              <a:extLst>
                <a:ext uri="{FF2B5EF4-FFF2-40B4-BE49-F238E27FC236}">
                  <a16:creationId xmlns:a16="http://schemas.microsoft.com/office/drawing/2014/main" id="{D3C4A6DF-60E1-8E4D-921B-BA280557F92E}"/>
                </a:ext>
              </a:extLst>
            </p:cNvPr>
            <p:cNvSpPr/>
            <p:nvPr/>
          </p:nvSpPr>
          <p:spPr>
            <a:xfrm>
              <a:off x="1074148" y="3494754"/>
              <a:ext cx="23003" cy="15959"/>
            </a:xfrm>
            <a:custGeom>
              <a:avLst/>
              <a:gdLst>
                <a:gd name="connsiteX0" fmla="*/ 11502 w 23003"/>
                <a:gd name="connsiteY0" fmla="*/ 0 h 15959"/>
                <a:gd name="connsiteX1" fmla="*/ 0 w 23003"/>
                <a:gd name="connsiteY1" fmla="*/ 11491 h 15959"/>
                <a:gd name="connsiteX2" fmla="*/ 0 w 23003"/>
                <a:gd name="connsiteY2" fmla="*/ 15960 h 15959"/>
                <a:gd name="connsiteX3" fmla="*/ 23004 w 23003"/>
                <a:gd name="connsiteY3" fmla="*/ 15960 h 15959"/>
                <a:gd name="connsiteX4" fmla="*/ 23004 w 23003"/>
                <a:gd name="connsiteY4" fmla="*/ 11491 h 15959"/>
                <a:gd name="connsiteX5" fmla="*/ 11502 w 23003"/>
                <a:gd name="connsiteY5" fmla="*/ 0 h 15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03" h="15959">
                  <a:moveTo>
                    <a:pt x="11502" y="0"/>
                  </a:moveTo>
                  <a:cubicBezTo>
                    <a:pt x="5112" y="0"/>
                    <a:pt x="0" y="5107"/>
                    <a:pt x="0" y="11491"/>
                  </a:cubicBezTo>
                  <a:lnTo>
                    <a:pt x="0" y="15960"/>
                  </a:lnTo>
                  <a:lnTo>
                    <a:pt x="23004" y="15960"/>
                  </a:lnTo>
                  <a:lnTo>
                    <a:pt x="23004" y="11491"/>
                  </a:lnTo>
                  <a:cubicBezTo>
                    <a:pt x="22365" y="5107"/>
                    <a:pt x="17253" y="0"/>
                    <a:pt x="11502" y="0"/>
                  </a:cubicBezTo>
                  <a:close/>
                </a:path>
              </a:pathLst>
            </a:custGeom>
            <a:solidFill>
              <a:srgbClr val="012169"/>
            </a:solidFill>
            <a:ln w="6390" cap="flat">
              <a:noFill/>
              <a:prstDash val="solid"/>
              <a:miter/>
            </a:ln>
          </p:spPr>
          <p:txBody>
            <a:bodyPr rtlCol="0" anchor="ctr"/>
            <a:lstStyle/>
            <a:p>
              <a:endParaRPr lang="en-US"/>
            </a:p>
          </p:txBody>
        </p:sp>
        <p:sp>
          <p:nvSpPr>
            <p:cNvPr id="561" name="Graphic 4">
              <a:extLst>
                <a:ext uri="{FF2B5EF4-FFF2-40B4-BE49-F238E27FC236}">
                  <a16:creationId xmlns:a16="http://schemas.microsoft.com/office/drawing/2014/main" id="{3F72F8E5-8F2A-0D47-922C-5A2AC1BD7897}"/>
                </a:ext>
              </a:extLst>
            </p:cNvPr>
            <p:cNvSpPr/>
            <p:nvPr/>
          </p:nvSpPr>
          <p:spPr>
            <a:xfrm>
              <a:off x="1074148" y="3519652"/>
              <a:ext cx="3194" cy="2553"/>
            </a:xfrm>
            <a:custGeom>
              <a:avLst/>
              <a:gdLst>
                <a:gd name="connsiteX0" fmla="*/ 0 w 3194"/>
                <a:gd name="connsiteY0" fmla="*/ 0 h 2553"/>
                <a:gd name="connsiteX1" fmla="*/ 3195 w 3194"/>
                <a:gd name="connsiteY1" fmla="*/ 0 h 2553"/>
                <a:gd name="connsiteX2" fmla="*/ 3195 w 3194"/>
                <a:gd name="connsiteY2" fmla="*/ 2554 h 2553"/>
                <a:gd name="connsiteX3" fmla="*/ 0 w 3194"/>
                <a:gd name="connsiteY3" fmla="*/ 2554 h 2553"/>
              </a:gdLst>
              <a:ahLst/>
              <a:cxnLst>
                <a:cxn ang="0">
                  <a:pos x="connsiteX0" y="connsiteY0"/>
                </a:cxn>
                <a:cxn ang="0">
                  <a:pos x="connsiteX1" y="connsiteY1"/>
                </a:cxn>
                <a:cxn ang="0">
                  <a:pos x="connsiteX2" y="connsiteY2"/>
                </a:cxn>
                <a:cxn ang="0">
                  <a:pos x="connsiteX3" y="connsiteY3"/>
                </a:cxn>
              </a:cxnLst>
              <a:rect l="l" t="t" r="r" b="b"/>
              <a:pathLst>
                <a:path w="3194" h="2553">
                  <a:moveTo>
                    <a:pt x="0" y="0"/>
                  </a:moveTo>
                  <a:lnTo>
                    <a:pt x="3195" y="0"/>
                  </a:lnTo>
                  <a:lnTo>
                    <a:pt x="3195" y="2554"/>
                  </a:lnTo>
                  <a:lnTo>
                    <a:pt x="0" y="2554"/>
                  </a:lnTo>
                  <a:close/>
                </a:path>
              </a:pathLst>
            </a:custGeom>
            <a:solidFill>
              <a:srgbClr val="012169"/>
            </a:solidFill>
            <a:ln w="6390" cap="flat">
              <a:noFill/>
              <a:prstDash val="solid"/>
              <a:miter/>
            </a:ln>
          </p:spPr>
          <p:txBody>
            <a:bodyPr rtlCol="0" anchor="ctr"/>
            <a:lstStyle/>
            <a:p>
              <a:endParaRPr lang="en-US"/>
            </a:p>
          </p:txBody>
        </p:sp>
        <p:sp>
          <p:nvSpPr>
            <p:cNvPr id="562" name="Graphic 4">
              <a:extLst>
                <a:ext uri="{FF2B5EF4-FFF2-40B4-BE49-F238E27FC236}">
                  <a16:creationId xmlns:a16="http://schemas.microsoft.com/office/drawing/2014/main" id="{BC19B668-912D-BB4B-813B-6252F9E30226}"/>
                </a:ext>
              </a:extLst>
            </p:cNvPr>
            <p:cNvSpPr/>
            <p:nvPr/>
          </p:nvSpPr>
          <p:spPr>
            <a:xfrm>
              <a:off x="1074787" y="3549018"/>
              <a:ext cx="20447" cy="2553"/>
            </a:xfrm>
            <a:custGeom>
              <a:avLst/>
              <a:gdLst>
                <a:gd name="connsiteX0" fmla="*/ 5112 w 20447"/>
                <a:gd name="connsiteY0" fmla="*/ 0 h 2553"/>
                <a:gd name="connsiteX1" fmla="*/ 0 w 20447"/>
                <a:gd name="connsiteY1" fmla="*/ 2554 h 2553"/>
                <a:gd name="connsiteX2" fmla="*/ 20448 w 20447"/>
                <a:gd name="connsiteY2" fmla="*/ 2554 h 2553"/>
                <a:gd name="connsiteX3" fmla="*/ 15336 w 20447"/>
                <a:gd name="connsiteY3" fmla="*/ 0 h 2553"/>
                <a:gd name="connsiteX4" fmla="*/ 5112 w 20447"/>
                <a:gd name="connsiteY4" fmla="*/ 0 h 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47" h="2553">
                  <a:moveTo>
                    <a:pt x="5112" y="0"/>
                  </a:moveTo>
                  <a:cubicBezTo>
                    <a:pt x="3195" y="0"/>
                    <a:pt x="1278" y="639"/>
                    <a:pt x="0" y="2554"/>
                  </a:cubicBezTo>
                  <a:lnTo>
                    <a:pt x="20448" y="2554"/>
                  </a:lnTo>
                  <a:cubicBezTo>
                    <a:pt x="19170" y="1277"/>
                    <a:pt x="17253" y="0"/>
                    <a:pt x="15336" y="0"/>
                  </a:cubicBezTo>
                  <a:lnTo>
                    <a:pt x="5112" y="0"/>
                  </a:lnTo>
                  <a:close/>
                </a:path>
              </a:pathLst>
            </a:custGeom>
            <a:solidFill>
              <a:srgbClr val="012169"/>
            </a:solidFill>
            <a:ln w="6390" cap="flat">
              <a:noFill/>
              <a:prstDash val="solid"/>
              <a:miter/>
            </a:ln>
          </p:spPr>
          <p:txBody>
            <a:bodyPr rtlCol="0" anchor="ctr"/>
            <a:lstStyle/>
            <a:p>
              <a:endParaRPr lang="en-US"/>
            </a:p>
          </p:txBody>
        </p:sp>
        <p:sp>
          <p:nvSpPr>
            <p:cNvPr id="563" name="Graphic 4">
              <a:extLst>
                <a:ext uri="{FF2B5EF4-FFF2-40B4-BE49-F238E27FC236}">
                  <a16:creationId xmlns:a16="http://schemas.microsoft.com/office/drawing/2014/main" id="{1C128CBE-DC0D-A24E-91FD-9FEAEBBE96D7}"/>
                </a:ext>
              </a:extLst>
            </p:cNvPr>
            <p:cNvSpPr/>
            <p:nvPr/>
          </p:nvSpPr>
          <p:spPr>
            <a:xfrm>
              <a:off x="905454"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304161 w 361670"/>
                <a:gd name="connsiteY5" fmla="*/ 150024 h 361333"/>
                <a:gd name="connsiteX6" fmla="*/ 295854 w 361670"/>
                <a:gd name="connsiteY6" fmla="*/ 158323 h 361333"/>
                <a:gd name="connsiteX7" fmla="*/ 280518 w 361670"/>
                <a:gd name="connsiteY7" fmla="*/ 161515 h 361333"/>
                <a:gd name="connsiteX8" fmla="*/ 280518 w 361670"/>
                <a:gd name="connsiteY8" fmla="*/ 281533 h 361333"/>
                <a:gd name="connsiteX9" fmla="*/ 274128 w 361670"/>
                <a:gd name="connsiteY9" fmla="*/ 287917 h 361333"/>
                <a:gd name="connsiteX10" fmla="*/ 88181 w 361670"/>
                <a:gd name="connsiteY10" fmla="*/ 287917 h 361333"/>
                <a:gd name="connsiteX11" fmla="*/ 81791 w 361670"/>
                <a:gd name="connsiteY11" fmla="*/ 281533 h 361333"/>
                <a:gd name="connsiteX12" fmla="*/ 81791 w 361670"/>
                <a:gd name="connsiteY12" fmla="*/ 161515 h 361333"/>
                <a:gd name="connsiteX13" fmla="*/ 66455 w 361670"/>
                <a:gd name="connsiteY13" fmla="*/ 158323 h 361333"/>
                <a:gd name="connsiteX14" fmla="*/ 58148 w 361670"/>
                <a:gd name="connsiteY14" fmla="*/ 150024 h 361333"/>
                <a:gd name="connsiteX15" fmla="*/ 63260 w 361670"/>
                <a:gd name="connsiteY15" fmla="*/ 139171 h 361333"/>
                <a:gd name="connsiteX16" fmla="*/ 174445 w 361670"/>
                <a:gd name="connsiteY16" fmla="*/ 75970 h 361333"/>
                <a:gd name="connsiteX17" fmla="*/ 188503 w 361670"/>
                <a:gd name="connsiteY17" fmla="*/ 75970 h 361333"/>
                <a:gd name="connsiteX18" fmla="*/ 299688 w 361670"/>
                <a:gd name="connsiteY18" fmla="*/ 139171 h 361333"/>
                <a:gd name="connsiteX19" fmla="*/ 299688 w 361670"/>
                <a:gd name="connsiteY19" fmla="*/ 139171 h 361333"/>
                <a:gd name="connsiteX20" fmla="*/ 304161 w 361670"/>
                <a:gd name="connsiteY20" fmla="*/ 15002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304161" y="150024"/>
                  </a:moveTo>
                  <a:cubicBezTo>
                    <a:pt x="303522" y="154492"/>
                    <a:pt x="300327" y="157684"/>
                    <a:pt x="295854" y="158323"/>
                  </a:cubicBezTo>
                  <a:lnTo>
                    <a:pt x="280518" y="161515"/>
                  </a:lnTo>
                  <a:lnTo>
                    <a:pt x="280518" y="281533"/>
                  </a:lnTo>
                  <a:cubicBezTo>
                    <a:pt x="280518" y="285364"/>
                    <a:pt x="277962" y="287917"/>
                    <a:pt x="274128" y="287917"/>
                  </a:cubicBezTo>
                  <a:lnTo>
                    <a:pt x="88181" y="287917"/>
                  </a:lnTo>
                  <a:cubicBezTo>
                    <a:pt x="84347" y="287917"/>
                    <a:pt x="81791" y="285364"/>
                    <a:pt x="81791" y="281533"/>
                  </a:cubicBezTo>
                  <a:lnTo>
                    <a:pt x="81791" y="161515"/>
                  </a:lnTo>
                  <a:lnTo>
                    <a:pt x="66455" y="158323"/>
                  </a:lnTo>
                  <a:cubicBezTo>
                    <a:pt x="61982" y="157684"/>
                    <a:pt x="58787" y="154492"/>
                    <a:pt x="58148" y="150024"/>
                  </a:cubicBezTo>
                  <a:cubicBezTo>
                    <a:pt x="57509" y="145555"/>
                    <a:pt x="59426" y="141086"/>
                    <a:pt x="63260" y="139171"/>
                  </a:cubicBezTo>
                  <a:lnTo>
                    <a:pt x="174445" y="75970"/>
                  </a:lnTo>
                  <a:cubicBezTo>
                    <a:pt x="178918" y="73416"/>
                    <a:pt x="184030" y="73416"/>
                    <a:pt x="188503" y="75970"/>
                  </a:cubicBezTo>
                  <a:lnTo>
                    <a:pt x="299688" y="139171"/>
                  </a:lnTo>
                  <a:lnTo>
                    <a:pt x="299688" y="139171"/>
                  </a:lnTo>
                  <a:cubicBezTo>
                    <a:pt x="302883" y="141724"/>
                    <a:pt x="304800" y="145555"/>
                    <a:pt x="304161" y="150024"/>
                  </a:cubicBezTo>
                  <a:close/>
                </a:path>
              </a:pathLst>
            </a:custGeom>
            <a:solidFill>
              <a:srgbClr val="012169"/>
            </a:solidFill>
            <a:ln w="6390" cap="flat">
              <a:noFill/>
              <a:prstDash val="solid"/>
              <a:miter/>
            </a:ln>
          </p:spPr>
          <p:txBody>
            <a:bodyPr rtlCol="0" anchor="ctr"/>
            <a:lstStyle/>
            <a:p>
              <a:endParaRPr lang="en-US"/>
            </a:p>
          </p:txBody>
        </p:sp>
        <p:sp>
          <p:nvSpPr>
            <p:cNvPr id="564" name="Graphic 4">
              <a:extLst>
                <a:ext uri="{FF2B5EF4-FFF2-40B4-BE49-F238E27FC236}">
                  <a16:creationId xmlns:a16="http://schemas.microsoft.com/office/drawing/2014/main" id="{23561138-76CD-2445-92E6-723ACF3F25D5}"/>
                </a:ext>
              </a:extLst>
            </p:cNvPr>
            <p:cNvSpPr/>
            <p:nvPr/>
          </p:nvSpPr>
          <p:spPr>
            <a:xfrm>
              <a:off x="980216" y="3426445"/>
              <a:ext cx="212784" cy="188966"/>
            </a:xfrm>
            <a:custGeom>
              <a:avLst/>
              <a:gdLst>
                <a:gd name="connsiteX0" fmla="*/ 105434 w 212784"/>
                <a:gd name="connsiteY0" fmla="*/ 639 h 188966"/>
                <a:gd name="connsiteX1" fmla="*/ 0 w 212784"/>
                <a:gd name="connsiteY1" fmla="*/ 60648 h 188966"/>
                <a:gd name="connsiteX2" fmla="*/ 14697 w 212784"/>
                <a:gd name="connsiteY2" fmla="*/ 63840 h 188966"/>
                <a:gd name="connsiteX3" fmla="*/ 19809 w 212784"/>
                <a:gd name="connsiteY3" fmla="*/ 70224 h 188966"/>
                <a:gd name="connsiteX4" fmla="*/ 19809 w 212784"/>
                <a:gd name="connsiteY4" fmla="*/ 188966 h 188966"/>
                <a:gd name="connsiteX5" fmla="*/ 192976 w 212784"/>
                <a:gd name="connsiteY5" fmla="*/ 188966 h 188966"/>
                <a:gd name="connsiteX6" fmla="*/ 192976 w 212784"/>
                <a:gd name="connsiteY6" fmla="*/ 69586 h 188966"/>
                <a:gd name="connsiteX7" fmla="*/ 198088 w 212784"/>
                <a:gd name="connsiteY7" fmla="*/ 63202 h 188966"/>
                <a:gd name="connsiteX8" fmla="*/ 212785 w 212784"/>
                <a:gd name="connsiteY8" fmla="*/ 60010 h 188966"/>
                <a:gd name="connsiteX9" fmla="*/ 107351 w 212784"/>
                <a:gd name="connsiteY9" fmla="*/ 0 h 188966"/>
                <a:gd name="connsiteX10" fmla="*/ 105434 w 212784"/>
                <a:gd name="connsiteY10" fmla="*/ 639 h 188966"/>
                <a:gd name="connsiteX11" fmla="*/ 139301 w 212784"/>
                <a:gd name="connsiteY11" fmla="*/ 46603 h 188966"/>
                <a:gd name="connsiteX12" fmla="*/ 139301 w 212784"/>
                <a:gd name="connsiteY12" fmla="*/ 88099 h 188966"/>
                <a:gd name="connsiteX13" fmla="*/ 134189 w 212784"/>
                <a:gd name="connsiteY13" fmla="*/ 93206 h 188966"/>
                <a:gd name="connsiteX14" fmla="*/ 125882 w 212784"/>
                <a:gd name="connsiteY14" fmla="*/ 93206 h 188966"/>
                <a:gd name="connsiteX15" fmla="*/ 125882 w 212784"/>
                <a:gd name="connsiteY15" fmla="*/ 95760 h 188966"/>
                <a:gd name="connsiteX16" fmla="*/ 171889 w 212784"/>
                <a:gd name="connsiteY16" fmla="*/ 95760 h 188966"/>
                <a:gd name="connsiteX17" fmla="*/ 177001 w 212784"/>
                <a:gd name="connsiteY17" fmla="*/ 100867 h 188966"/>
                <a:gd name="connsiteX18" fmla="*/ 171889 w 212784"/>
                <a:gd name="connsiteY18" fmla="*/ 105974 h 188966"/>
                <a:gd name="connsiteX19" fmla="*/ 162304 w 212784"/>
                <a:gd name="connsiteY19" fmla="*/ 105974 h 188966"/>
                <a:gd name="connsiteX20" fmla="*/ 162304 w 212784"/>
                <a:gd name="connsiteY20" fmla="*/ 165345 h 188966"/>
                <a:gd name="connsiteX21" fmla="*/ 157192 w 212784"/>
                <a:gd name="connsiteY21" fmla="*/ 170452 h 188966"/>
                <a:gd name="connsiteX22" fmla="*/ 152081 w 212784"/>
                <a:gd name="connsiteY22" fmla="*/ 165345 h 188966"/>
                <a:gd name="connsiteX23" fmla="*/ 152081 w 212784"/>
                <a:gd name="connsiteY23" fmla="*/ 105974 h 188966"/>
                <a:gd name="connsiteX24" fmla="*/ 125243 w 212784"/>
                <a:gd name="connsiteY24" fmla="*/ 105974 h 188966"/>
                <a:gd name="connsiteX25" fmla="*/ 115019 w 212784"/>
                <a:gd name="connsiteY25" fmla="*/ 112997 h 188966"/>
                <a:gd name="connsiteX26" fmla="*/ 113102 w 212784"/>
                <a:gd name="connsiteY26" fmla="*/ 112997 h 188966"/>
                <a:gd name="connsiteX27" fmla="*/ 113102 w 212784"/>
                <a:gd name="connsiteY27" fmla="*/ 114273 h 188966"/>
                <a:gd name="connsiteX28" fmla="*/ 125882 w 212784"/>
                <a:gd name="connsiteY28" fmla="*/ 130233 h 188966"/>
                <a:gd name="connsiteX29" fmla="*/ 125882 w 212784"/>
                <a:gd name="connsiteY29" fmla="*/ 130872 h 188966"/>
                <a:gd name="connsiteX30" fmla="*/ 120770 w 212784"/>
                <a:gd name="connsiteY30" fmla="*/ 135979 h 188966"/>
                <a:gd name="connsiteX31" fmla="*/ 109268 w 212784"/>
                <a:gd name="connsiteY31" fmla="*/ 135979 h 188966"/>
                <a:gd name="connsiteX32" fmla="*/ 109268 w 212784"/>
                <a:gd name="connsiteY32" fmla="*/ 152577 h 188966"/>
                <a:gd name="connsiteX33" fmla="*/ 122687 w 212784"/>
                <a:gd name="connsiteY33" fmla="*/ 158961 h 188966"/>
                <a:gd name="connsiteX34" fmla="*/ 125243 w 212784"/>
                <a:gd name="connsiteY34" fmla="*/ 163430 h 188966"/>
                <a:gd name="connsiteX35" fmla="*/ 125243 w 212784"/>
                <a:gd name="connsiteY35" fmla="*/ 167260 h 188966"/>
                <a:gd name="connsiteX36" fmla="*/ 120770 w 212784"/>
                <a:gd name="connsiteY36" fmla="*/ 172368 h 188966"/>
                <a:gd name="connsiteX37" fmla="*/ 120770 w 212784"/>
                <a:gd name="connsiteY37" fmla="*/ 172368 h 188966"/>
                <a:gd name="connsiteX38" fmla="*/ 115658 w 212784"/>
                <a:gd name="connsiteY38" fmla="*/ 167899 h 188966"/>
                <a:gd name="connsiteX39" fmla="*/ 115658 w 212784"/>
                <a:gd name="connsiteY39" fmla="*/ 167260 h 188966"/>
                <a:gd name="connsiteX40" fmla="*/ 108629 w 212784"/>
                <a:gd name="connsiteY40" fmla="*/ 164068 h 188966"/>
                <a:gd name="connsiteX41" fmla="*/ 108629 w 212784"/>
                <a:gd name="connsiteY41" fmla="*/ 166622 h 188966"/>
                <a:gd name="connsiteX42" fmla="*/ 103517 w 212784"/>
                <a:gd name="connsiteY42" fmla="*/ 171729 h 188966"/>
                <a:gd name="connsiteX43" fmla="*/ 98405 w 212784"/>
                <a:gd name="connsiteY43" fmla="*/ 166622 h 188966"/>
                <a:gd name="connsiteX44" fmla="*/ 98405 w 212784"/>
                <a:gd name="connsiteY44" fmla="*/ 163430 h 188966"/>
                <a:gd name="connsiteX45" fmla="*/ 90737 w 212784"/>
                <a:gd name="connsiteY45" fmla="*/ 167260 h 188966"/>
                <a:gd name="connsiteX46" fmla="*/ 90737 w 212784"/>
                <a:gd name="connsiteY46" fmla="*/ 167899 h 188966"/>
                <a:gd name="connsiteX47" fmla="*/ 85625 w 212784"/>
                <a:gd name="connsiteY47" fmla="*/ 172368 h 188966"/>
                <a:gd name="connsiteX48" fmla="*/ 85625 w 212784"/>
                <a:gd name="connsiteY48" fmla="*/ 172368 h 188966"/>
                <a:gd name="connsiteX49" fmla="*/ 81152 w 212784"/>
                <a:gd name="connsiteY49" fmla="*/ 167260 h 188966"/>
                <a:gd name="connsiteX50" fmla="*/ 81152 w 212784"/>
                <a:gd name="connsiteY50" fmla="*/ 163430 h 188966"/>
                <a:gd name="connsiteX51" fmla="*/ 83708 w 212784"/>
                <a:gd name="connsiteY51" fmla="*/ 158961 h 188966"/>
                <a:gd name="connsiteX52" fmla="*/ 98405 w 212784"/>
                <a:gd name="connsiteY52" fmla="*/ 152577 h 188966"/>
                <a:gd name="connsiteX53" fmla="*/ 98405 w 212784"/>
                <a:gd name="connsiteY53" fmla="*/ 135979 h 188966"/>
                <a:gd name="connsiteX54" fmla="*/ 86264 w 212784"/>
                <a:gd name="connsiteY54" fmla="*/ 135979 h 188966"/>
                <a:gd name="connsiteX55" fmla="*/ 81152 w 212784"/>
                <a:gd name="connsiteY55" fmla="*/ 130872 h 188966"/>
                <a:gd name="connsiteX56" fmla="*/ 81152 w 212784"/>
                <a:gd name="connsiteY56" fmla="*/ 130233 h 188966"/>
                <a:gd name="connsiteX57" fmla="*/ 94571 w 212784"/>
                <a:gd name="connsiteY57" fmla="*/ 114273 h 188966"/>
                <a:gd name="connsiteX58" fmla="*/ 94571 w 212784"/>
                <a:gd name="connsiteY58" fmla="*/ 112997 h 188966"/>
                <a:gd name="connsiteX59" fmla="*/ 92654 w 212784"/>
                <a:gd name="connsiteY59" fmla="*/ 112997 h 188966"/>
                <a:gd name="connsiteX60" fmla="*/ 82430 w 212784"/>
                <a:gd name="connsiteY60" fmla="*/ 105974 h 188966"/>
                <a:gd name="connsiteX61" fmla="*/ 54954 w 212784"/>
                <a:gd name="connsiteY61" fmla="*/ 105974 h 188966"/>
                <a:gd name="connsiteX62" fmla="*/ 54954 w 212784"/>
                <a:gd name="connsiteY62" fmla="*/ 165345 h 188966"/>
                <a:gd name="connsiteX63" fmla="*/ 49842 w 212784"/>
                <a:gd name="connsiteY63" fmla="*/ 170452 h 188966"/>
                <a:gd name="connsiteX64" fmla="*/ 44730 w 212784"/>
                <a:gd name="connsiteY64" fmla="*/ 165345 h 188966"/>
                <a:gd name="connsiteX65" fmla="*/ 44730 w 212784"/>
                <a:gd name="connsiteY65" fmla="*/ 105974 h 188966"/>
                <a:gd name="connsiteX66" fmla="*/ 37701 w 212784"/>
                <a:gd name="connsiteY66" fmla="*/ 105974 h 188966"/>
                <a:gd name="connsiteX67" fmla="*/ 32589 w 212784"/>
                <a:gd name="connsiteY67" fmla="*/ 100867 h 188966"/>
                <a:gd name="connsiteX68" fmla="*/ 37701 w 212784"/>
                <a:gd name="connsiteY68" fmla="*/ 95760 h 188966"/>
                <a:gd name="connsiteX69" fmla="*/ 81152 w 212784"/>
                <a:gd name="connsiteY69" fmla="*/ 95760 h 188966"/>
                <a:gd name="connsiteX70" fmla="*/ 81152 w 212784"/>
                <a:gd name="connsiteY70" fmla="*/ 93206 h 188966"/>
                <a:gd name="connsiteX71" fmla="*/ 70289 w 212784"/>
                <a:gd name="connsiteY71" fmla="*/ 93206 h 188966"/>
                <a:gd name="connsiteX72" fmla="*/ 65177 w 212784"/>
                <a:gd name="connsiteY72" fmla="*/ 88099 h 188966"/>
                <a:gd name="connsiteX73" fmla="*/ 65177 w 212784"/>
                <a:gd name="connsiteY73" fmla="*/ 46603 h 188966"/>
                <a:gd name="connsiteX74" fmla="*/ 70289 w 212784"/>
                <a:gd name="connsiteY74" fmla="*/ 41496 h 188966"/>
                <a:gd name="connsiteX75" fmla="*/ 132272 w 212784"/>
                <a:gd name="connsiteY75" fmla="*/ 41496 h 188966"/>
                <a:gd name="connsiteX76" fmla="*/ 139301 w 212784"/>
                <a:gd name="connsiteY76" fmla="*/ 46603 h 188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12784" h="188966">
                  <a:moveTo>
                    <a:pt x="105434" y="639"/>
                  </a:moveTo>
                  <a:lnTo>
                    <a:pt x="0" y="60648"/>
                  </a:lnTo>
                  <a:lnTo>
                    <a:pt x="14697" y="63840"/>
                  </a:lnTo>
                  <a:cubicBezTo>
                    <a:pt x="17892" y="64478"/>
                    <a:pt x="19809" y="67032"/>
                    <a:pt x="19809" y="70224"/>
                  </a:cubicBezTo>
                  <a:lnTo>
                    <a:pt x="19809" y="188966"/>
                  </a:lnTo>
                  <a:lnTo>
                    <a:pt x="192976" y="188966"/>
                  </a:lnTo>
                  <a:lnTo>
                    <a:pt x="192976" y="69586"/>
                  </a:lnTo>
                  <a:cubicBezTo>
                    <a:pt x="192976" y="66394"/>
                    <a:pt x="194893" y="63840"/>
                    <a:pt x="198088" y="63202"/>
                  </a:cubicBezTo>
                  <a:lnTo>
                    <a:pt x="212785" y="60010"/>
                  </a:lnTo>
                  <a:lnTo>
                    <a:pt x="107351" y="0"/>
                  </a:lnTo>
                  <a:cubicBezTo>
                    <a:pt x="106712" y="0"/>
                    <a:pt x="106073" y="0"/>
                    <a:pt x="105434" y="639"/>
                  </a:cubicBezTo>
                  <a:close/>
                  <a:moveTo>
                    <a:pt x="139301" y="46603"/>
                  </a:moveTo>
                  <a:lnTo>
                    <a:pt x="139301" y="88099"/>
                  </a:lnTo>
                  <a:cubicBezTo>
                    <a:pt x="139301" y="90653"/>
                    <a:pt x="137384" y="93206"/>
                    <a:pt x="134189" y="93206"/>
                  </a:cubicBezTo>
                  <a:lnTo>
                    <a:pt x="125882" y="93206"/>
                  </a:lnTo>
                  <a:lnTo>
                    <a:pt x="125882" y="95760"/>
                  </a:lnTo>
                  <a:lnTo>
                    <a:pt x="171889" y="95760"/>
                  </a:lnTo>
                  <a:cubicBezTo>
                    <a:pt x="174445" y="95760"/>
                    <a:pt x="177001" y="97675"/>
                    <a:pt x="177001" y="100867"/>
                  </a:cubicBezTo>
                  <a:cubicBezTo>
                    <a:pt x="177001" y="104059"/>
                    <a:pt x="175084" y="105974"/>
                    <a:pt x="171889" y="105974"/>
                  </a:cubicBezTo>
                  <a:lnTo>
                    <a:pt x="162304" y="105974"/>
                  </a:lnTo>
                  <a:lnTo>
                    <a:pt x="162304" y="165345"/>
                  </a:lnTo>
                  <a:cubicBezTo>
                    <a:pt x="162304" y="167899"/>
                    <a:pt x="160387" y="170452"/>
                    <a:pt x="157192" y="170452"/>
                  </a:cubicBezTo>
                  <a:cubicBezTo>
                    <a:pt x="153998" y="170452"/>
                    <a:pt x="152081" y="168537"/>
                    <a:pt x="152081" y="165345"/>
                  </a:cubicBezTo>
                  <a:lnTo>
                    <a:pt x="152081" y="105974"/>
                  </a:lnTo>
                  <a:lnTo>
                    <a:pt x="125243" y="105974"/>
                  </a:lnTo>
                  <a:cubicBezTo>
                    <a:pt x="123965" y="110443"/>
                    <a:pt x="120131" y="112997"/>
                    <a:pt x="115019" y="112997"/>
                  </a:cubicBezTo>
                  <a:lnTo>
                    <a:pt x="113102" y="112997"/>
                  </a:lnTo>
                  <a:lnTo>
                    <a:pt x="113102" y="114273"/>
                  </a:lnTo>
                  <a:cubicBezTo>
                    <a:pt x="120131" y="115550"/>
                    <a:pt x="125882" y="121934"/>
                    <a:pt x="125882" y="130233"/>
                  </a:cubicBezTo>
                  <a:lnTo>
                    <a:pt x="125882" y="130872"/>
                  </a:lnTo>
                  <a:cubicBezTo>
                    <a:pt x="125882" y="133425"/>
                    <a:pt x="123965" y="135979"/>
                    <a:pt x="120770" y="135979"/>
                  </a:cubicBezTo>
                  <a:lnTo>
                    <a:pt x="109268" y="135979"/>
                  </a:lnTo>
                  <a:lnTo>
                    <a:pt x="109268" y="152577"/>
                  </a:lnTo>
                  <a:lnTo>
                    <a:pt x="122687" y="158961"/>
                  </a:lnTo>
                  <a:cubicBezTo>
                    <a:pt x="124604" y="159600"/>
                    <a:pt x="125243" y="161515"/>
                    <a:pt x="125243" y="163430"/>
                  </a:cubicBezTo>
                  <a:lnTo>
                    <a:pt x="125243" y="167260"/>
                  </a:lnTo>
                  <a:cubicBezTo>
                    <a:pt x="125243" y="169814"/>
                    <a:pt x="123326" y="172368"/>
                    <a:pt x="120770" y="172368"/>
                  </a:cubicBezTo>
                  <a:cubicBezTo>
                    <a:pt x="120770" y="172368"/>
                    <a:pt x="120770" y="172368"/>
                    <a:pt x="120770" y="172368"/>
                  </a:cubicBezTo>
                  <a:cubicBezTo>
                    <a:pt x="118214" y="172368"/>
                    <a:pt x="116297" y="170452"/>
                    <a:pt x="115658" y="167899"/>
                  </a:cubicBezTo>
                  <a:lnTo>
                    <a:pt x="115658" y="167260"/>
                  </a:lnTo>
                  <a:lnTo>
                    <a:pt x="108629" y="164068"/>
                  </a:lnTo>
                  <a:lnTo>
                    <a:pt x="108629" y="166622"/>
                  </a:lnTo>
                  <a:cubicBezTo>
                    <a:pt x="108629" y="169176"/>
                    <a:pt x="106712" y="171729"/>
                    <a:pt x="103517" y="171729"/>
                  </a:cubicBezTo>
                  <a:cubicBezTo>
                    <a:pt x="100322" y="171729"/>
                    <a:pt x="98405" y="169814"/>
                    <a:pt x="98405" y="166622"/>
                  </a:cubicBezTo>
                  <a:lnTo>
                    <a:pt x="98405" y="163430"/>
                  </a:lnTo>
                  <a:lnTo>
                    <a:pt x="90737" y="167260"/>
                  </a:lnTo>
                  <a:lnTo>
                    <a:pt x="90737" y="167899"/>
                  </a:lnTo>
                  <a:cubicBezTo>
                    <a:pt x="90737" y="170452"/>
                    <a:pt x="88820" y="172368"/>
                    <a:pt x="85625" y="172368"/>
                  </a:cubicBezTo>
                  <a:cubicBezTo>
                    <a:pt x="85625" y="172368"/>
                    <a:pt x="85625" y="172368"/>
                    <a:pt x="85625" y="172368"/>
                  </a:cubicBezTo>
                  <a:cubicBezTo>
                    <a:pt x="83069" y="172368"/>
                    <a:pt x="81152" y="170452"/>
                    <a:pt x="81152" y="167260"/>
                  </a:cubicBezTo>
                  <a:lnTo>
                    <a:pt x="81152" y="163430"/>
                  </a:lnTo>
                  <a:cubicBezTo>
                    <a:pt x="81152" y="161515"/>
                    <a:pt x="82430" y="159600"/>
                    <a:pt x="83708" y="158961"/>
                  </a:cubicBezTo>
                  <a:lnTo>
                    <a:pt x="98405" y="152577"/>
                  </a:lnTo>
                  <a:lnTo>
                    <a:pt x="98405" y="135979"/>
                  </a:lnTo>
                  <a:lnTo>
                    <a:pt x="86264" y="135979"/>
                  </a:lnTo>
                  <a:cubicBezTo>
                    <a:pt x="83708" y="135979"/>
                    <a:pt x="81152" y="134064"/>
                    <a:pt x="81152" y="130872"/>
                  </a:cubicBezTo>
                  <a:lnTo>
                    <a:pt x="81152" y="130233"/>
                  </a:lnTo>
                  <a:cubicBezTo>
                    <a:pt x="81152" y="121934"/>
                    <a:pt x="86903" y="115550"/>
                    <a:pt x="94571" y="114273"/>
                  </a:cubicBezTo>
                  <a:lnTo>
                    <a:pt x="94571" y="112997"/>
                  </a:lnTo>
                  <a:lnTo>
                    <a:pt x="92654" y="112997"/>
                  </a:lnTo>
                  <a:cubicBezTo>
                    <a:pt x="88181" y="112997"/>
                    <a:pt x="83708" y="109805"/>
                    <a:pt x="82430" y="105974"/>
                  </a:cubicBezTo>
                  <a:lnTo>
                    <a:pt x="54954" y="105974"/>
                  </a:lnTo>
                  <a:lnTo>
                    <a:pt x="54954" y="165345"/>
                  </a:lnTo>
                  <a:cubicBezTo>
                    <a:pt x="54954" y="167899"/>
                    <a:pt x="53036" y="170452"/>
                    <a:pt x="49842" y="170452"/>
                  </a:cubicBezTo>
                  <a:cubicBezTo>
                    <a:pt x="46647" y="170452"/>
                    <a:pt x="44730" y="168537"/>
                    <a:pt x="44730" y="165345"/>
                  </a:cubicBezTo>
                  <a:lnTo>
                    <a:pt x="44730" y="105974"/>
                  </a:lnTo>
                  <a:lnTo>
                    <a:pt x="37701" y="105974"/>
                  </a:lnTo>
                  <a:cubicBezTo>
                    <a:pt x="35145" y="105974"/>
                    <a:pt x="32589" y="104059"/>
                    <a:pt x="32589" y="100867"/>
                  </a:cubicBezTo>
                  <a:cubicBezTo>
                    <a:pt x="32589" y="97675"/>
                    <a:pt x="34506" y="95760"/>
                    <a:pt x="37701" y="95760"/>
                  </a:cubicBezTo>
                  <a:lnTo>
                    <a:pt x="81152" y="95760"/>
                  </a:lnTo>
                  <a:lnTo>
                    <a:pt x="81152" y="93206"/>
                  </a:lnTo>
                  <a:lnTo>
                    <a:pt x="70289" y="93206"/>
                  </a:lnTo>
                  <a:cubicBezTo>
                    <a:pt x="67733" y="93206"/>
                    <a:pt x="65177" y="91291"/>
                    <a:pt x="65177" y="88099"/>
                  </a:cubicBezTo>
                  <a:lnTo>
                    <a:pt x="65177" y="46603"/>
                  </a:lnTo>
                  <a:cubicBezTo>
                    <a:pt x="65177" y="44050"/>
                    <a:pt x="67094" y="41496"/>
                    <a:pt x="70289" y="41496"/>
                  </a:cubicBezTo>
                  <a:lnTo>
                    <a:pt x="132272" y="41496"/>
                  </a:lnTo>
                  <a:cubicBezTo>
                    <a:pt x="137384" y="42135"/>
                    <a:pt x="139301" y="44050"/>
                    <a:pt x="139301" y="46603"/>
                  </a:cubicBezTo>
                  <a:close/>
                </a:path>
              </a:pathLst>
            </a:custGeom>
            <a:solidFill>
              <a:srgbClr val="012169"/>
            </a:solidFill>
            <a:ln w="6390" cap="flat">
              <a:noFill/>
              <a:prstDash val="solid"/>
              <a:miter/>
            </a:ln>
          </p:spPr>
          <p:txBody>
            <a:bodyPr rtlCol="0" anchor="ctr"/>
            <a:lstStyle/>
            <a:p>
              <a:endParaRPr lang="en-US"/>
            </a:p>
          </p:txBody>
        </p:sp>
        <p:sp>
          <p:nvSpPr>
            <p:cNvPr id="565" name="Graphic 4">
              <a:extLst>
                <a:ext uri="{FF2B5EF4-FFF2-40B4-BE49-F238E27FC236}">
                  <a16:creationId xmlns:a16="http://schemas.microsoft.com/office/drawing/2014/main" id="{C3618EEB-F936-694C-8FBF-AA4C137A1AF8}"/>
                </a:ext>
              </a:extLst>
            </p:cNvPr>
            <p:cNvSpPr/>
            <p:nvPr/>
          </p:nvSpPr>
          <p:spPr>
            <a:xfrm>
              <a:off x="1058173" y="3478156"/>
              <a:ext cx="52397" cy="31919"/>
            </a:xfrm>
            <a:custGeom>
              <a:avLst/>
              <a:gdLst>
                <a:gd name="connsiteX0" fmla="*/ 6390 w 52397"/>
                <a:gd name="connsiteY0" fmla="*/ 27451 h 31919"/>
                <a:gd name="connsiteX1" fmla="*/ 27477 w 52397"/>
                <a:gd name="connsiteY1" fmla="*/ 6384 h 31919"/>
                <a:gd name="connsiteX2" fmla="*/ 48563 w 52397"/>
                <a:gd name="connsiteY2" fmla="*/ 27451 h 31919"/>
                <a:gd name="connsiteX3" fmla="*/ 48563 w 52397"/>
                <a:gd name="connsiteY3" fmla="*/ 31920 h 31919"/>
                <a:gd name="connsiteX4" fmla="*/ 52397 w 52397"/>
                <a:gd name="connsiteY4" fmla="*/ 31920 h 31919"/>
                <a:gd name="connsiteX5" fmla="*/ 52397 w 52397"/>
                <a:gd name="connsiteY5" fmla="*/ 0 h 31919"/>
                <a:gd name="connsiteX6" fmla="*/ 0 w 52397"/>
                <a:gd name="connsiteY6" fmla="*/ 0 h 31919"/>
                <a:gd name="connsiteX7" fmla="*/ 0 w 52397"/>
                <a:gd name="connsiteY7" fmla="*/ 31920 h 31919"/>
                <a:gd name="connsiteX8" fmla="*/ 6390 w 52397"/>
                <a:gd name="connsiteY8" fmla="*/ 31920 h 31919"/>
                <a:gd name="connsiteX9" fmla="*/ 6390 w 52397"/>
                <a:gd name="connsiteY9" fmla="*/ 27451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397" h="31919">
                  <a:moveTo>
                    <a:pt x="6390" y="27451"/>
                  </a:moveTo>
                  <a:cubicBezTo>
                    <a:pt x="6390" y="15960"/>
                    <a:pt x="15975" y="6384"/>
                    <a:pt x="27477" y="6384"/>
                  </a:cubicBezTo>
                  <a:cubicBezTo>
                    <a:pt x="38979" y="6384"/>
                    <a:pt x="48563" y="15960"/>
                    <a:pt x="48563" y="27451"/>
                  </a:cubicBezTo>
                  <a:lnTo>
                    <a:pt x="48563" y="31920"/>
                  </a:lnTo>
                  <a:lnTo>
                    <a:pt x="52397" y="31920"/>
                  </a:lnTo>
                  <a:lnTo>
                    <a:pt x="52397" y="0"/>
                  </a:lnTo>
                  <a:lnTo>
                    <a:pt x="0" y="0"/>
                  </a:lnTo>
                  <a:lnTo>
                    <a:pt x="0" y="31920"/>
                  </a:lnTo>
                  <a:lnTo>
                    <a:pt x="6390" y="31920"/>
                  </a:lnTo>
                  <a:lnTo>
                    <a:pt x="6390" y="27451"/>
                  </a:lnTo>
                  <a:close/>
                </a:path>
              </a:pathLst>
            </a:custGeom>
            <a:solidFill>
              <a:srgbClr val="012169"/>
            </a:solidFill>
            <a:ln w="6390" cap="flat">
              <a:noFill/>
              <a:prstDash val="solid"/>
              <a:miter/>
            </a:ln>
          </p:spPr>
          <p:txBody>
            <a:bodyPr rtlCol="0" anchor="ctr"/>
            <a:lstStyle/>
            <a:p>
              <a:endParaRPr lang="en-US"/>
            </a:p>
          </p:txBody>
        </p:sp>
      </p:grpSp>
      <p:grpSp>
        <p:nvGrpSpPr>
          <p:cNvPr id="566" name="Graphic 4">
            <a:extLst>
              <a:ext uri="{FF2B5EF4-FFF2-40B4-BE49-F238E27FC236}">
                <a16:creationId xmlns:a16="http://schemas.microsoft.com/office/drawing/2014/main" id="{C9B709B0-BDA4-CF44-B1DF-9B454D1A3F1E}"/>
              </a:ext>
            </a:extLst>
          </p:cNvPr>
          <p:cNvGrpSpPr/>
          <p:nvPr/>
        </p:nvGrpSpPr>
        <p:grpSpPr>
          <a:xfrm>
            <a:off x="2561086" y="2371173"/>
            <a:ext cx="361670" cy="361333"/>
            <a:chOff x="2561086" y="2371173"/>
            <a:chExt cx="361670" cy="361333"/>
          </a:xfrm>
          <a:solidFill>
            <a:srgbClr val="012169"/>
          </a:solidFill>
        </p:grpSpPr>
        <p:sp>
          <p:nvSpPr>
            <p:cNvPr id="567" name="Graphic 4">
              <a:extLst>
                <a:ext uri="{FF2B5EF4-FFF2-40B4-BE49-F238E27FC236}">
                  <a16:creationId xmlns:a16="http://schemas.microsoft.com/office/drawing/2014/main" id="{0EEB006C-8E92-594C-9F8F-DCA7237D82FE}"/>
                </a:ext>
              </a:extLst>
            </p:cNvPr>
            <p:cNvSpPr/>
            <p:nvPr/>
          </p:nvSpPr>
          <p:spPr>
            <a:xfrm>
              <a:off x="2561086"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568" name="Graphic 4">
              <a:extLst>
                <a:ext uri="{FF2B5EF4-FFF2-40B4-BE49-F238E27FC236}">
                  <a16:creationId xmlns:a16="http://schemas.microsoft.com/office/drawing/2014/main" id="{9E16795B-79AE-EF43-9491-B7F04ED01980}"/>
                </a:ext>
              </a:extLst>
            </p:cNvPr>
            <p:cNvSpPr/>
            <p:nvPr/>
          </p:nvSpPr>
          <p:spPr>
            <a:xfrm>
              <a:off x="2786651" y="2529496"/>
              <a:ext cx="44729" cy="45326"/>
            </a:xfrm>
            <a:custGeom>
              <a:avLst/>
              <a:gdLst>
                <a:gd name="connsiteX0" fmla="*/ 38340 w 44729"/>
                <a:gd name="connsiteY0" fmla="*/ 15960 h 45326"/>
                <a:gd name="connsiteX1" fmla="*/ 28755 w 44729"/>
                <a:gd name="connsiteY1" fmla="*/ 15960 h 45326"/>
                <a:gd name="connsiteX2" fmla="*/ 28755 w 44729"/>
                <a:gd name="connsiteY2" fmla="*/ 6384 h 45326"/>
                <a:gd name="connsiteX3" fmla="*/ 22365 w 44729"/>
                <a:gd name="connsiteY3" fmla="*/ 0 h 45326"/>
                <a:gd name="connsiteX4" fmla="*/ 15975 w 44729"/>
                <a:gd name="connsiteY4" fmla="*/ 6384 h 45326"/>
                <a:gd name="connsiteX5" fmla="*/ 15975 w 44729"/>
                <a:gd name="connsiteY5" fmla="*/ 15960 h 45326"/>
                <a:gd name="connsiteX6" fmla="*/ 6390 w 44729"/>
                <a:gd name="connsiteY6" fmla="*/ 15960 h 45326"/>
                <a:gd name="connsiteX7" fmla="*/ 0 w 44729"/>
                <a:gd name="connsiteY7" fmla="*/ 22344 h 45326"/>
                <a:gd name="connsiteX8" fmla="*/ 6390 w 44729"/>
                <a:gd name="connsiteY8" fmla="*/ 28728 h 45326"/>
                <a:gd name="connsiteX9" fmla="*/ 15975 w 44729"/>
                <a:gd name="connsiteY9" fmla="*/ 28728 h 45326"/>
                <a:gd name="connsiteX10" fmla="*/ 15975 w 44729"/>
                <a:gd name="connsiteY10" fmla="*/ 38942 h 45326"/>
                <a:gd name="connsiteX11" fmla="*/ 22365 w 44729"/>
                <a:gd name="connsiteY11" fmla="*/ 45326 h 45326"/>
                <a:gd name="connsiteX12" fmla="*/ 28755 w 44729"/>
                <a:gd name="connsiteY12" fmla="*/ 38942 h 45326"/>
                <a:gd name="connsiteX13" fmla="*/ 28755 w 44729"/>
                <a:gd name="connsiteY13" fmla="*/ 28728 h 45326"/>
                <a:gd name="connsiteX14" fmla="*/ 38340 w 44729"/>
                <a:gd name="connsiteY14" fmla="*/ 28728 h 45326"/>
                <a:gd name="connsiteX15" fmla="*/ 44730 w 44729"/>
                <a:gd name="connsiteY15" fmla="*/ 22344 h 45326"/>
                <a:gd name="connsiteX16" fmla="*/ 38340 w 44729"/>
                <a:gd name="connsiteY16" fmla="*/ 15960 h 45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729" h="45326">
                  <a:moveTo>
                    <a:pt x="38340" y="15960"/>
                  </a:moveTo>
                  <a:lnTo>
                    <a:pt x="28755" y="15960"/>
                  </a:lnTo>
                  <a:lnTo>
                    <a:pt x="28755" y="6384"/>
                  </a:lnTo>
                  <a:cubicBezTo>
                    <a:pt x="28755" y="2554"/>
                    <a:pt x="26199" y="0"/>
                    <a:pt x="22365" y="0"/>
                  </a:cubicBezTo>
                  <a:cubicBezTo>
                    <a:pt x="18531" y="0"/>
                    <a:pt x="15975" y="2554"/>
                    <a:pt x="15975" y="6384"/>
                  </a:cubicBezTo>
                  <a:lnTo>
                    <a:pt x="15975" y="15960"/>
                  </a:lnTo>
                  <a:lnTo>
                    <a:pt x="6390" y="15960"/>
                  </a:lnTo>
                  <a:cubicBezTo>
                    <a:pt x="2556" y="15960"/>
                    <a:pt x="0" y="18514"/>
                    <a:pt x="0" y="22344"/>
                  </a:cubicBezTo>
                  <a:cubicBezTo>
                    <a:pt x="0" y="26174"/>
                    <a:pt x="2556" y="28728"/>
                    <a:pt x="6390" y="28728"/>
                  </a:cubicBezTo>
                  <a:lnTo>
                    <a:pt x="15975" y="28728"/>
                  </a:lnTo>
                  <a:lnTo>
                    <a:pt x="15975" y="38942"/>
                  </a:lnTo>
                  <a:cubicBezTo>
                    <a:pt x="15975" y="42773"/>
                    <a:pt x="18531" y="45326"/>
                    <a:pt x="22365" y="45326"/>
                  </a:cubicBezTo>
                  <a:cubicBezTo>
                    <a:pt x="26199" y="45326"/>
                    <a:pt x="28755" y="42773"/>
                    <a:pt x="28755" y="38942"/>
                  </a:cubicBezTo>
                  <a:lnTo>
                    <a:pt x="28755" y="28728"/>
                  </a:lnTo>
                  <a:lnTo>
                    <a:pt x="38340" y="28728"/>
                  </a:lnTo>
                  <a:cubicBezTo>
                    <a:pt x="42174" y="28728"/>
                    <a:pt x="44730" y="26174"/>
                    <a:pt x="44730" y="22344"/>
                  </a:cubicBezTo>
                  <a:cubicBezTo>
                    <a:pt x="44730" y="18514"/>
                    <a:pt x="41535" y="15960"/>
                    <a:pt x="38340" y="15960"/>
                  </a:cubicBezTo>
                  <a:close/>
                </a:path>
              </a:pathLst>
            </a:custGeom>
            <a:solidFill>
              <a:srgbClr val="012169"/>
            </a:solidFill>
            <a:ln w="6390" cap="flat">
              <a:noFill/>
              <a:prstDash val="solid"/>
              <a:miter/>
            </a:ln>
          </p:spPr>
          <p:txBody>
            <a:bodyPr rtlCol="0" anchor="ctr"/>
            <a:lstStyle/>
            <a:p>
              <a:endParaRPr lang="en-US"/>
            </a:p>
          </p:txBody>
        </p:sp>
        <p:sp>
          <p:nvSpPr>
            <p:cNvPr id="569" name="Graphic 4">
              <a:extLst>
                <a:ext uri="{FF2B5EF4-FFF2-40B4-BE49-F238E27FC236}">
                  <a16:creationId xmlns:a16="http://schemas.microsoft.com/office/drawing/2014/main" id="{EB722558-8244-CB4D-B9C6-641D23E6BCDC}"/>
                </a:ext>
              </a:extLst>
            </p:cNvPr>
            <p:cNvSpPr/>
            <p:nvPr/>
          </p:nvSpPr>
          <p:spPr>
            <a:xfrm>
              <a:off x="2624585" y="2440759"/>
              <a:ext cx="232372" cy="222162"/>
            </a:xfrm>
            <a:custGeom>
              <a:avLst/>
              <a:gdLst>
                <a:gd name="connsiteX0" fmla="*/ 226604 w 232372"/>
                <a:gd name="connsiteY0" fmla="*/ 57456 h 222162"/>
                <a:gd name="connsiteX1" fmla="*/ 211907 w 232372"/>
                <a:gd name="connsiteY1" fmla="*/ 51710 h 222162"/>
                <a:gd name="connsiteX2" fmla="*/ 211907 w 232372"/>
                <a:gd name="connsiteY2" fmla="*/ 42134 h 222162"/>
                <a:gd name="connsiteX3" fmla="*/ 207434 w 232372"/>
                <a:gd name="connsiteY3" fmla="*/ 31281 h 222162"/>
                <a:gd name="connsiteX4" fmla="*/ 198488 w 232372"/>
                <a:gd name="connsiteY4" fmla="*/ 26813 h 222162"/>
                <a:gd name="connsiteX5" fmla="*/ 198488 w 232372"/>
                <a:gd name="connsiteY5" fmla="*/ 19152 h 222162"/>
                <a:gd name="connsiteX6" fmla="*/ 192098 w 232372"/>
                <a:gd name="connsiteY6" fmla="*/ 12768 h 222162"/>
                <a:gd name="connsiteX7" fmla="*/ 190181 w 232372"/>
                <a:gd name="connsiteY7" fmla="*/ 12768 h 222162"/>
                <a:gd name="connsiteX8" fmla="*/ 190181 w 232372"/>
                <a:gd name="connsiteY8" fmla="*/ 6384 h 222162"/>
                <a:gd name="connsiteX9" fmla="*/ 183792 w 232372"/>
                <a:gd name="connsiteY9" fmla="*/ 0 h 222162"/>
                <a:gd name="connsiteX10" fmla="*/ 131394 w 232372"/>
                <a:gd name="connsiteY10" fmla="*/ 0 h 222162"/>
                <a:gd name="connsiteX11" fmla="*/ 125004 w 232372"/>
                <a:gd name="connsiteY11" fmla="*/ 6384 h 222162"/>
                <a:gd name="connsiteX12" fmla="*/ 125004 w 232372"/>
                <a:gd name="connsiteY12" fmla="*/ 24259 h 222162"/>
                <a:gd name="connsiteX13" fmla="*/ 131394 w 232372"/>
                <a:gd name="connsiteY13" fmla="*/ 30643 h 222162"/>
                <a:gd name="connsiteX14" fmla="*/ 137784 w 232372"/>
                <a:gd name="connsiteY14" fmla="*/ 24259 h 222162"/>
                <a:gd name="connsiteX15" fmla="*/ 137784 w 232372"/>
                <a:gd name="connsiteY15" fmla="*/ 12768 h 222162"/>
                <a:gd name="connsiteX16" fmla="*/ 174846 w 232372"/>
                <a:gd name="connsiteY16" fmla="*/ 12768 h 222162"/>
                <a:gd name="connsiteX17" fmla="*/ 169095 w 232372"/>
                <a:gd name="connsiteY17" fmla="*/ 19152 h 222162"/>
                <a:gd name="connsiteX18" fmla="*/ 169095 w 232372"/>
                <a:gd name="connsiteY18" fmla="*/ 26813 h 222162"/>
                <a:gd name="connsiteX19" fmla="*/ 155676 w 232372"/>
                <a:gd name="connsiteY19" fmla="*/ 42773 h 222162"/>
                <a:gd name="connsiteX20" fmla="*/ 155676 w 232372"/>
                <a:gd name="connsiteY20" fmla="*/ 52349 h 222162"/>
                <a:gd name="connsiteX21" fmla="*/ 140979 w 232372"/>
                <a:gd name="connsiteY21" fmla="*/ 58733 h 222162"/>
                <a:gd name="connsiteX22" fmla="*/ 135867 w 232372"/>
                <a:gd name="connsiteY22" fmla="*/ 72139 h 222162"/>
                <a:gd name="connsiteX23" fmla="*/ 135867 w 232372"/>
                <a:gd name="connsiteY23" fmla="*/ 84268 h 222162"/>
                <a:gd name="connsiteX24" fmla="*/ 132033 w 232372"/>
                <a:gd name="connsiteY24" fmla="*/ 82353 h 222162"/>
                <a:gd name="connsiteX25" fmla="*/ 126921 w 232372"/>
                <a:gd name="connsiteY25" fmla="*/ 84268 h 222162"/>
                <a:gd name="connsiteX26" fmla="*/ 105834 w 232372"/>
                <a:gd name="connsiteY26" fmla="*/ 121934 h 222162"/>
                <a:gd name="connsiteX27" fmla="*/ 111585 w 232372"/>
                <a:gd name="connsiteY27" fmla="*/ 144916 h 222162"/>
                <a:gd name="connsiteX28" fmla="*/ 128838 w 232372"/>
                <a:gd name="connsiteY28" fmla="*/ 151939 h 222162"/>
                <a:gd name="connsiteX29" fmla="*/ 126921 w 232372"/>
                <a:gd name="connsiteY29" fmla="*/ 153216 h 222162"/>
                <a:gd name="connsiteX30" fmla="*/ 88582 w 232372"/>
                <a:gd name="connsiteY30" fmla="*/ 150662 h 222162"/>
                <a:gd name="connsiteX31" fmla="*/ 80274 w 232372"/>
                <a:gd name="connsiteY31" fmla="*/ 142363 h 222162"/>
                <a:gd name="connsiteX32" fmla="*/ 85387 w 232372"/>
                <a:gd name="connsiteY32" fmla="*/ 137894 h 222162"/>
                <a:gd name="connsiteX33" fmla="*/ 87942 w 232372"/>
                <a:gd name="connsiteY33" fmla="*/ 136617 h 222162"/>
                <a:gd name="connsiteX34" fmla="*/ 104556 w 232372"/>
                <a:gd name="connsiteY34" fmla="*/ 117465 h 222162"/>
                <a:gd name="connsiteX35" fmla="*/ 97527 w 232372"/>
                <a:gd name="connsiteY35" fmla="*/ 105974 h 222162"/>
                <a:gd name="connsiteX36" fmla="*/ 50242 w 232372"/>
                <a:gd name="connsiteY36" fmla="*/ 121934 h 222162"/>
                <a:gd name="connsiteX37" fmla="*/ 36823 w 232372"/>
                <a:gd name="connsiteY37" fmla="*/ 128956 h 222162"/>
                <a:gd name="connsiteX38" fmla="*/ 20209 w 232372"/>
                <a:gd name="connsiteY38" fmla="*/ 142363 h 222162"/>
                <a:gd name="connsiteX39" fmla="*/ 4234 w 232372"/>
                <a:gd name="connsiteY39" fmla="*/ 156408 h 222162"/>
                <a:gd name="connsiteX40" fmla="*/ 400 w 232372"/>
                <a:gd name="connsiteY40" fmla="*/ 164707 h 222162"/>
                <a:gd name="connsiteX41" fmla="*/ 8707 w 232372"/>
                <a:gd name="connsiteY41" fmla="*/ 168537 h 222162"/>
                <a:gd name="connsiteX42" fmla="*/ 31711 w 232372"/>
                <a:gd name="connsiteY42" fmla="*/ 147470 h 222162"/>
                <a:gd name="connsiteX43" fmla="*/ 40018 w 232372"/>
                <a:gd name="connsiteY43" fmla="*/ 141724 h 222162"/>
                <a:gd name="connsiteX44" fmla="*/ 58549 w 232372"/>
                <a:gd name="connsiteY44" fmla="*/ 132148 h 222162"/>
                <a:gd name="connsiteX45" fmla="*/ 89859 w 232372"/>
                <a:gd name="connsiteY45" fmla="*/ 117465 h 222162"/>
                <a:gd name="connsiteX46" fmla="*/ 91137 w 232372"/>
                <a:gd name="connsiteY46" fmla="*/ 118742 h 222162"/>
                <a:gd name="connsiteX47" fmla="*/ 80274 w 232372"/>
                <a:gd name="connsiteY47" fmla="*/ 127041 h 222162"/>
                <a:gd name="connsiteX48" fmla="*/ 77719 w 232372"/>
                <a:gd name="connsiteY48" fmla="*/ 128956 h 222162"/>
                <a:gd name="connsiteX49" fmla="*/ 66856 w 232372"/>
                <a:gd name="connsiteY49" fmla="*/ 143001 h 222162"/>
                <a:gd name="connsiteX50" fmla="*/ 70051 w 232372"/>
                <a:gd name="connsiteY50" fmla="*/ 151939 h 222162"/>
                <a:gd name="connsiteX51" fmla="*/ 80914 w 232372"/>
                <a:gd name="connsiteY51" fmla="*/ 163430 h 222162"/>
                <a:gd name="connsiteX52" fmla="*/ 84748 w 232372"/>
                <a:gd name="connsiteY52" fmla="*/ 165345 h 222162"/>
                <a:gd name="connsiteX53" fmla="*/ 127560 w 232372"/>
                <a:gd name="connsiteY53" fmla="*/ 168537 h 222162"/>
                <a:gd name="connsiteX54" fmla="*/ 131394 w 232372"/>
                <a:gd name="connsiteY54" fmla="*/ 167260 h 222162"/>
                <a:gd name="connsiteX55" fmla="*/ 161427 w 232372"/>
                <a:gd name="connsiteY55" fmla="*/ 159600 h 222162"/>
                <a:gd name="connsiteX56" fmla="*/ 135867 w 232372"/>
                <a:gd name="connsiteY56" fmla="*/ 174283 h 222162"/>
                <a:gd name="connsiteX57" fmla="*/ 105195 w 232372"/>
                <a:gd name="connsiteY57" fmla="*/ 181305 h 222162"/>
                <a:gd name="connsiteX58" fmla="*/ 41935 w 232372"/>
                <a:gd name="connsiteY58" fmla="*/ 188966 h 222162"/>
                <a:gd name="connsiteX59" fmla="*/ 38740 w 232372"/>
                <a:gd name="connsiteY59" fmla="*/ 190243 h 222162"/>
                <a:gd name="connsiteX60" fmla="*/ 10624 w 232372"/>
                <a:gd name="connsiteY60" fmla="*/ 210671 h 222162"/>
                <a:gd name="connsiteX61" fmla="*/ 9346 w 232372"/>
                <a:gd name="connsiteY61" fmla="*/ 219609 h 222162"/>
                <a:gd name="connsiteX62" fmla="*/ 14458 w 232372"/>
                <a:gd name="connsiteY62" fmla="*/ 222163 h 222162"/>
                <a:gd name="connsiteX63" fmla="*/ 18292 w 232372"/>
                <a:gd name="connsiteY63" fmla="*/ 220886 h 222162"/>
                <a:gd name="connsiteX64" fmla="*/ 45130 w 232372"/>
                <a:gd name="connsiteY64" fmla="*/ 201095 h 222162"/>
                <a:gd name="connsiteX65" fmla="*/ 107112 w 232372"/>
                <a:gd name="connsiteY65" fmla="*/ 193435 h 222162"/>
                <a:gd name="connsiteX66" fmla="*/ 107751 w 232372"/>
                <a:gd name="connsiteY66" fmla="*/ 193435 h 222162"/>
                <a:gd name="connsiteX67" fmla="*/ 139701 w 232372"/>
                <a:gd name="connsiteY67" fmla="*/ 185774 h 222162"/>
                <a:gd name="connsiteX68" fmla="*/ 141618 w 232372"/>
                <a:gd name="connsiteY68" fmla="*/ 185135 h 222162"/>
                <a:gd name="connsiteX69" fmla="*/ 177402 w 232372"/>
                <a:gd name="connsiteY69" fmla="*/ 162792 h 222162"/>
                <a:gd name="connsiteX70" fmla="*/ 180597 w 232372"/>
                <a:gd name="connsiteY70" fmla="*/ 158961 h 222162"/>
                <a:gd name="connsiteX71" fmla="*/ 179319 w 232372"/>
                <a:gd name="connsiteY71" fmla="*/ 153854 h 222162"/>
                <a:gd name="connsiteX72" fmla="*/ 149286 w 232372"/>
                <a:gd name="connsiteY72" fmla="*/ 144278 h 222162"/>
                <a:gd name="connsiteX73" fmla="*/ 149286 w 232372"/>
                <a:gd name="connsiteY73" fmla="*/ 144278 h 222162"/>
                <a:gd name="connsiteX74" fmla="*/ 156315 w 232372"/>
                <a:gd name="connsiteY74" fmla="*/ 121934 h 222162"/>
                <a:gd name="connsiteX75" fmla="*/ 148647 w 232372"/>
                <a:gd name="connsiteY75" fmla="*/ 102782 h 222162"/>
                <a:gd name="connsiteX76" fmla="*/ 148647 w 232372"/>
                <a:gd name="connsiteY76" fmla="*/ 71500 h 222162"/>
                <a:gd name="connsiteX77" fmla="*/ 158232 w 232372"/>
                <a:gd name="connsiteY77" fmla="*/ 64478 h 222162"/>
                <a:gd name="connsiteX78" fmla="*/ 210629 w 232372"/>
                <a:gd name="connsiteY78" fmla="*/ 64478 h 222162"/>
                <a:gd name="connsiteX79" fmla="*/ 217019 w 232372"/>
                <a:gd name="connsiteY79" fmla="*/ 66393 h 222162"/>
                <a:gd name="connsiteX80" fmla="*/ 219575 w 232372"/>
                <a:gd name="connsiteY80" fmla="*/ 73416 h 222162"/>
                <a:gd name="connsiteX81" fmla="*/ 219575 w 232372"/>
                <a:gd name="connsiteY81" fmla="*/ 153216 h 222162"/>
                <a:gd name="connsiteX82" fmla="*/ 225965 w 232372"/>
                <a:gd name="connsiteY82" fmla="*/ 159600 h 222162"/>
                <a:gd name="connsiteX83" fmla="*/ 232355 w 232372"/>
                <a:gd name="connsiteY83" fmla="*/ 153216 h 222162"/>
                <a:gd name="connsiteX84" fmla="*/ 232355 w 232372"/>
                <a:gd name="connsiteY84" fmla="*/ 73416 h 222162"/>
                <a:gd name="connsiteX85" fmla="*/ 226604 w 232372"/>
                <a:gd name="connsiteY85" fmla="*/ 57456 h 222162"/>
                <a:gd name="connsiteX86" fmla="*/ 119253 w 232372"/>
                <a:gd name="connsiteY86" fmla="*/ 122572 h 222162"/>
                <a:gd name="connsiteX87" fmla="*/ 131394 w 232372"/>
                <a:gd name="connsiteY87" fmla="*/ 98313 h 222162"/>
                <a:gd name="connsiteX88" fmla="*/ 143535 w 232372"/>
                <a:gd name="connsiteY88" fmla="*/ 122572 h 222162"/>
                <a:gd name="connsiteX89" fmla="*/ 139701 w 232372"/>
                <a:gd name="connsiteY89" fmla="*/ 135340 h 222162"/>
                <a:gd name="connsiteX90" fmla="*/ 131394 w 232372"/>
                <a:gd name="connsiteY90" fmla="*/ 139171 h 222162"/>
                <a:gd name="connsiteX91" fmla="*/ 121809 w 232372"/>
                <a:gd name="connsiteY91" fmla="*/ 135979 h 222162"/>
                <a:gd name="connsiteX92" fmla="*/ 119253 w 232372"/>
                <a:gd name="connsiteY92" fmla="*/ 122572 h 222162"/>
                <a:gd name="connsiteX93" fmla="*/ 181875 w 232372"/>
                <a:gd name="connsiteY93" fmla="*/ 25536 h 222162"/>
                <a:gd name="connsiteX94" fmla="*/ 185708 w 232372"/>
                <a:gd name="connsiteY94" fmla="*/ 25536 h 222162"/>
                <a:gd name="connsiteX95" fmla="*/ 185708 w 232372"/>
                <a:gd name="connsiteY95" fmla="*/ 26174 h 222162"/>
                <a:gd name="connsiteX96" fmla="*/ 181875 w 232372"/>
                <a:gd name="connsiteY96" fmla="*/ 25536 h 222162"/>
                <a:gd name="connsiteX97" fmla="*/ 181875 w 232372"/>
                <a:gd name="connsiteY97" fmla="*/ 25536 h 222162"/>
                <a:gd name="connsiteX98" fmla="*/ 172929 w 232372"/>
                <a:gd name="connsiteY98" fmla="*/ 38942 h 222162"/>
                <a:gd name="connsiteX99" fmla="*/ 194655 w 232372"/>
                <a:gd name="connsiteY99" fmla="*/ 38942 h 222162"/>
                <a:gd name="connsiteX100" fmla="*/ 198488 w 232372"/>
                <a:gd name="connsiteY100" fmla="*/ 40219 h 222162"/>
                <a:gd name="connsiteX101" fmla="*/ 199127 w 232372"/>
                <a:gd name="connsiteY101" fmla="*/ 42134 h 222162"/>
                <a:gd name="connsiteX102" fmla="*/ 199127 w 232372"/>
                <a:gd name="connsiteY102" fmla="*/ 51710 h 222162"/>
                <a:gd name="connsiteX103" fmla="*/ 169095 w 232372"/>
                <a:gd name="connsiteY103" fmla="*/ 51710 h 222162"/>
                <a:gd name="connsiteX104" fmla="*/ 169095 w 232372"/>
                <a:gd name="connsiteY104" fmla="*/ 42773 h 222162"/>
                <a:gd name="connsiteX105" fmla="*/ 172929 w 232372"/>
                <a:gd name="connsiteY105" fmla="*/ 38942 h 22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232372" h="222162">
                  <a:moveTo>
                    <a:pt x="226604" y="57456"/>
                  </a:moveTo>
                  <a:cubicBezTo>
                    <a:pt x="224048" y="54902"/>
                    <a:pt x="219575" y="51710"/>
                    <a:pt x="211907" y="51710"/>
                  </a:cubicBezTo>
                  <a:lnTo>
                    <a:pt x="211907" y="42134"/>
                  </a:lnTo>
                  <a:cubicBezTo>
                    <a:pt x="211907" y="36389"/>
                    <a:pt x="209351" y="33197"/>
                    <a:pt x="207434" y="31281"/>
                  </a:cubicBezTo>
                  <a:cubicBezTo>
                    <a:pt x="204878" y="28728"/>
                    <a:pt x="201044" y="27451"/>
                    <a:pt x="198488" y="26813"/>
                  </a:cubicBezTo>
                  <a:lnTo>
                    <a:pt x="198488" y="19152"/>
                  </a:lnTo>
                  <a:cubicBezTo>
                    <a:pt x="198488" y="15322"/>
                    <a:pt x="195932" y="12768"/>
                    <a:pt x="192098" y="12768"/>
                  </a:cubicBezTo>
                  <a:lnTo>
                    <a:pt x="190181" y="12768"/>
                  </a:lnTo>
                  <a:lnTo>
                    <a:pt x="190181" y="6384"/>
                  </a:lnTo>
                  <a:cubicBezTo>
                    <a:pt x="190181" y="2554"/>
                    <a:pt x="187626" y="0"/>
                    <a:pt x="183792" y="0"/>
                  </a:cubicBezTo>
                  <a:lnTo>
                    <a:pt x="131394" y="0"/>
                  </a:lnTo>
                  <a:cubicBezTo>
                    <a:pt x="127560" y="0"/>
                    <a:pt x="125004" y="2554"/>
                    <a:pt x="125004" y="6384"/>
                  </a:cubicBezTo>
                  <a:lnTo>
                    <a:pt x="125004" y="24259"/>
                  </a:lnTo>
                  <a:cubicBezTo>
                    <a:pt x="125004" y="28089"/>
                    <a:pt x="127560" y="30643"/>
                    <a:pt x="131394" y="30643"/>
                  </a:cubicBezTo>
                  <a:cubicBezTo>
                    <a:pt x="135228" y="30643"/>
                    <a:pt x="137784" y="28089"/>
                    <a:pt x="137784" y="24259"/>
                  </a:cubicBezTo>
                  <a:lnTo>
                    <a:pt x="137784" y="12768"/>
                  </a:lnTo>
                  <a:lnTo>
                    <a:pt x="174846" y="12768"/>
                  </a:lnTo>
                  <a:cubicBezTo>
                    <a:pt x="171651" y="13406"/>
                    <a:pt x="169095" y="15960"/>
                    <a:pt x="169095" y="19152"/>
                  </a:cubicBezTo>
                  <a:lnTo>
                    <a:pt x="169095" y="26813"/>
                  </a:lnTo>
                  <a:cubicBezTo>
                    <a:pt x="160149" y="28728"/>
                    <a:pt x="156315" y="36389"/>
                    <a:pt x="155676" y="42773"/>
                  </a:cubicBezTo>
                  <a:lnTo>
                    <a:pt x="155676" y="52349"/>
                  </a:lnTo>
                  <a:cubicBezTo>
                    <a:pt x="152481" y="52349"/>
                    <a:pt x="145452" y="54264"/>
                    <a:pt x="140979" y="58733"/>
                  </a:cubicBezTo>
                  <a:cubicBezTo>
                    <a:pt x="137784" y="61925"/>
                    <a:pt x="135867" y="67032"/>
                    <a:pt x="135867" y="72139"/>
                  </a:cubicBezTo>
                  <a:lnTo>
                    <a:pt x="135867" y="84268"/>
                  </a:lnTo>
                  <a:cubicBezTo>
                    <a:pt x="134589" y="82992"/>
                    <a:pt x="133311" y="82353"/>
                    <a:pt x="132033" y="82353"/>
                  </a:cubicBezTo>
                  <a:cubicBezTo>
                    <a:pt x="130116" y="82353"/>
                    <a:pt x="128199" y="82992"/>
                    <a:pt x="126921" y="84268"/>
                  </a:cubicBezTo>
                  <a:cubicBezTo>
                    <a:pt x="126282" y="84907"/>
                    <a:pt x="107751" y="104059"/>
                    <a:pt x="105834" y="121934"/>
                  </a:cubicBezTo>
                  <a:cubicBezTo>
                    <a:pt x="105195" y="132148"/>
                    <a:pt x="107112" y="139809"/>
                    <a:pt x="111585" y="144916"/>
                  </a:cubicBezTo>
                  <a:cubicBezTo>
                    <a:pt x="115419" y="149385"/>
                    <a:pt x="121809" y="151300"/>
                    <a:pt x="128838" y="151939"/>
                  </a:cubicBezTo>
                  <a:cubicBezTo>
                    <a:pt x="128199" y="152577"/>
                    <a:pt x="127560" y="152577"/>
                    <a:pt x="126921" y="153216"/>
                  </a:cubicBezTo>
                  <a:lnTo>
                    <a:pt x="88582" y="150662"/>
                  </a:lnTo>
                  <a:cubicBezTo>
                    <a:pt x="86664" y="148747"/>
                    <a:pt x="82831" y="144916"/>
                    <a:pt x="80274" y="142363"/>
                  </a:cubicBezTo>
                  <a:cubicBezTo>
                    <a:pt x="80914" y="141724"/>
                    <a:pt x="82192" y="140448"/>
                    <a:pt x="85387" y="137894"/>
                  </a:cubicBezTo>
                  <a:cubicBezTo>
                    <a:pt x="86026" y="137256"/>
                    <a:pt x="86664" y="136617"/>
                    <a:pt x="87942" y="136617"/>
                  </a:cubicBezTo>
                  <a:cubicBezTo>
                    <a:pt x="94971" y="132148"/>
                    <a:pt x="104556" y="126403"/>
                    <a:pt x="104556" y="117465"/>
                  </a:cubicBezTo>
                  <a:cubicBezTo>
                    <a:pt x="104556" y="114273"/>
                    <a:pt x="103278" y="109804"/>
                    <a:pt x="97527" y="105974"/>
                  </a:cubicBezTo>
                  <a:cubicBezTo>
                    <a:pt x="80274" y="94483"/>
                    <a:pt x="62383" y="111081"/>
                    <a:pt x="50242" y="121934"/>
                  </a:cubicBezTo>
                  <a:cubicBezTo>
                    <a:pt x="45769" y="126403"/>
                    <a:pt x="41296" y="127680"/>
                    <a:pt x="36823" y="128956"/>
                  </a:cubicBezTo>
                  <a:cubicBezTo>
                    <a:pt x="31072" y="130872"/>
                    <a:pt x="23404" y="132787"/>
                    <a:pt x="20209" y="142363"/>
                  </a:cubicBezTo>
                  <a:cubicBezTo>
                    <a:pt x="16375" y="151300"/>
                    <a:pt x="4234" y="156408"/>
                    <a:pt x="4234" y="156408"/>
                  </a:cubicBezTo>
                  <a:cubicBezTo>
                    <a:pt x="1039" y="157684"/>
                    <a:pt x="-878" y="161515"/>
                    <a:pt x="400" y="164707"/>
                  </a:cubicBezTo>
                  <a:cubicBezTo>
                    <a:pt x="1678" y="167899"/>
                    <a:pt x="5512" y="169814"/>
                    <a:pt x="8707" y="168537"/>
                  </a:cubicBezTo>
                  <a:cubicBezTo>
                    <a:pt x="9346" y="168537"/>
                    <a:pt x="25960" y="161515"/>
                    <a:pt x="31711" y="147470"/>
                  </a:cubicBezTo>
                  <a:cubicBezTo>
                    <a:pt x="32989" y="144278"/>
                    <a:pt x="34906" y="143640"/>
                    <a:pt x="40018" y="141724"/>
                  </a:cubicBezTo>
                  <a:cubicBezTo>
                    <a:pt x="45130" y="140448"/>
                    <a:pt x="51520" y="138532"/>
                    <a:pt x="58549" y="132148"/>
                  </a:cubicBezTo>
                  <a:cubicBezTo>
                    <a:pt x="70690" y="120657"/>
                    <a:pt x="82192" y="112358"/>
                    <a:pt x="89859" y="117465"/>
                  </a:cubicBezTo>
                  <a:cubicBezTo>
                    <a:pt x="90498" y="118104"/>
                    <a:pt x="91137" y="118104"/>
                    <a:pt x="91137" y="118742"/>
                  </a:cubicBezTo>
                  <a:cubicBezTo>
                    <a:pt x="89859" y="121296"/>
                    <a:pt x="82831" y="125764"/>
                    <a:pt x="80274" y="127041"/>
                  </a:cubicBezTo>
                  <a:cubicBezTo>
                    <a:pt x="78997" y="127680"/>
                    <a:pt x="78358" y="128318"/>
                    <a:pt x="77719" y="128956"/>
                  </a:cubicBezTo>
                  <a:cubicBezTo>
                    <a:pt x="73246" y="132148"/>
                    <a:pt x="67495" y="136617"/>
                    <a:pt x="66856" y="143001"/>
                  </a:cubicBezTo>
                  <a:cubicBezTo>
                    <a:pt x="66856" y="145555"/>
                    <a:pt x="66856" y="148747"/>
                    <a:pt x="70051" y="151939"/>
                  </a:cubicBezTo>
                  <a:cubicBezTo>
                    <a:pt x="73885" y="156408"/>
                    <a:pt x="80914" y="162792"/>
                    <a:pt x="80914" y="163430"/>
                  </a:cubicBezTo>
                  <a:cubicBezTo>
                    <a:pt x="82192" y="164707"/>
                    <a:pt x="83469" y="165345"/>
                    <a:pt x="84748" y="165345"/>
                  </a:cubicBezTo>
                  <a:lnTo>
                    <a:pt x="127560" y="168537"/>
                  </a:lnTo>
                  <a:cubicBezTo>
                    <a:pt x="128838" y="168537"/>
                    <a:pt x="130116" y="168537"/>
                    <a:pt x="131394" y="167260"/>
                  </a:cubicBezTo>
                  <a:cubicBezTo>
                    <a:pt x="131394" y="167260"/>
                    <a:pt x="149925" y="155769"/>
                    <a:pt x="161427" y="159600"/>
                  </a:cubicBezTo>
                  <a:lnTo>
                    <a:pt x="135867" y="174283"/>
                  </a:lnTo>
                  <a:lnTo>
                    <a:pt x="105195" y="181305"/>
                  </a:lnTo>
                  <a:lnTo>
                    <a:pt x="41935" y="188966"/>
                  </a:lnTo>
                  <a:cubicBezTo>
                    <a:pt x="40657" y="188966"/>
                    <a:pt x="40018" y="189604"/>
                    <a:pt x="38740" y="190243"/>
                  </a:cubicBezTo>
                  <a:lnTo>
                    <a:pt x="10624" y="210671"/>
                  </a:lnTo>
                  <a:cubicBezTo>
                    <a:pt x="8068" y="212587"/>
                    <a:pt x="7429" y="217055"/>
                    <a:pt x="9346" y="219609"/>
                  </a:cubicBezTo>
                  <a:cubicBezTo>
                    <a:pt x="10624" y="221524"/>
                    <a:pt x="12541" y="222163"/>
                    <a:pt x="14458" y="222163"/>
                  </a:cubicBezTo>
                  <a:cubicBezTo>
                    <a:pt x="15736" y="222163"/>
                    <a:pt x="17014" y="221524"/>
                    <a:pt x="18292" y="220886"/>
                  </a:cubicBezTo>
                  <a:lnTo>
                    <a:pt x="45130" y="201095"/>
                  </a:lnTo>
                  <a:lnTo>
                    <a:pt x="107112" y="193435"/>
                  </a:lnTo>
                  <a:cubicBezTo>
                    <a:pt x="107112" y="193435"/>
                    <a:pt x="107751" y="193435"/>
                    <a:pt x="107751" y="193435"/>
                  </a:cubicBezTo>
                  <a:lnTo>
                    <a:pt x="139701" y="185774"/>
                  </a:lnTo>
                  <a:cubicBezTo>
                    <a:pt x="140340" y="185774"/>
                    <a:pt x="140979" y="185135"/>
                    <a:pt x="141618" y="185135"/>
                  </a:cubicBezTo>
                  <a:lnTo>
                    <a:pt x="177402" y="162792"/>
                  </a:lnTo>
                  <a:cubicBezTo>
                    <a:pt x="178680" y="162153"/>
                    <a:pt x="179958" y="160238"/>
                    <a:pt x="180597" y="158961"/>
                  </a:cubicBezTo>
                  <a:cubicBezTo>
                    <a:pt x="181236" y="157046"/>
                    <a:pt x="180597" y="155769"/>
                    <a:pt x="179319" y="153854"/>
                  </a:cubicBezTo>
                  <a:cubicBezTo>
                    <a:pt x="171651" y="143001"/>
                    <a:pt x="160149" y="141724"/>
                    <a:pt x="149286" y="144278"/>
                  </a:cubicBezTo>
                  <a:cubicBezTo>
                    <a:pt x="149286" y="144278"/>
                    <a:pt x="149286" y="144278"/>
                    <a:pt x="149286" y="144278"/>
                  </a:cubicBezTo>
                  <a:cubicBezTo>
                    <a:pt x="154398" y="138532"/>
                    <a:pt x="156954" y="130233"/>
                    <a:pt x="156315" y="121934"/>
                  </a:cubicBezTo>
                  <a:cubicBezTo>
                    <a:pt x="155676" y="116188"/>
                    <a:pt x="152481" y="109166"/>
                    <a:pt x="148647" y="102782"/>
                  </a:cubicBezTo>
                  <a:lnTo>
                    <a:pt x="148647" y="71500"/>
                  </a:lnTo>
                  <a:cubicBezTo>
                    <a:pt x="148647" y="65117"/>
                    <a:pt x="155676" y="64478"/>
                    <a:pt x="158232" y="64478"/>
                  </a:cubicBezTo>
                  <a:lnTo>
                    <a:pt x="210629" y="64478"/>
                  </a:lnTo>
                  <a:cubicBezTo>
                    <a:pt x="213185" y="64478"/>
                    <a:pt x="215741" y="65117"/>
                    <a:pt x="217019" y="66393"/>
                  </a:cubicBezTo>
                  <a:cubicBezTo>
                    <a:pt x="218936" y="68308"/>
                    <a:pt x="219575" y="72139"/>
                    <a:pt x="219575" y="73416"/>
                  </a:cubicBezTo>
                  <a:lnTo>
                    <a:pt x="219575" y="153216"/>
                  </a:lnTo>
                  <a:cubicBezTo>
                    <a:pt x="219575" y="157046"/>
                    <a:pt x="222131" y="159600"/>
                    <a:pt x="225965" y="159600"/>
                  </a:cubicBezTo>
                  <a:cubicBezTo>
                    <a:pt x="229799" y="159600"/>
                    <a:pt x="232355" y="157046"/>
                    <a:pt x="232355" y="153216"/>
                  </a:cubicBezTo>
                  <a:lnTo>
                    <a:pt x="232355" y="73416"/>
                  </a:lnTo>
                  <a:cubicBezTo>
                    <a:pt x="232355" y="72777"/>
                    <a:pt x="232994" y="64478"/>
                    <a:pt x="226604" y="57456"/>
                  </a:cubicBezTo>
                  <a:close/>
                  <a:moveTo>
                    <a:pt x="119253" y="122572"/>
                  </a:moveTo>
                  <a:cubicBezTo>
                    <a:pt x="119892" y="114273"/>
                    <a:pt x="126282" y="104697"/>
                    <a:pt x="131394" y="98313"/>
                  </a:cubicBezTo>
                  <a:cubicBezTo>
                    <a:pt x="137145" y="106612"/>
                    <a:pt x="142896" y="116827"/>
                    <a:pt x="143535" y="122572"/>
                  </a:cubicBezTo>
                  <a:cubicBezTo>
                    <a:pt x="144174" y="127680"/>
                    <a:pt x="142257" y="132148"/>
                    <a:pt x="139701" y="135340"/>
                  </a:cubicBezTo>
                  <a:cubicBezTo>
                    <a:pt x="137784" y="137894"/>
                    <a:pt x="134589" y="139171"/>
                    <a:pt x="131394" y="139171"/>
                  </a:cubicBezTo>
                  <a:cubicBezTo>
                    <a:pt x="126921" y="139171"/>
                    <a:pt x="123726" y="137894"/>
                    <a:pt x="121809" y="135979"/>
                  </a:cubicBezTo>
                  <a:cubicBezTo>
                    <a:pt x="119253" y="133425"/>
                    <a:pt x="119253" y="127041"/>
                    <a:pt x="119253" y="122572"/>
                  </a:cubicBezTo>
                  <a:close/>
                  <a:moveTo>
                    <a:pt x="181875" y="25536"/>
                  </a:moveTo>
                  <a:lnTo>
                    <a:pt x="185708" y="25536"/>
                  </a:lnTo>
                  <a:lnTo>
                    <a:pt x="185708" y="26174"/>
                  </a:lnTo>
                  <a:lnTo>
                    <a:pt x="181875" y="25536"/>
                  </a:lnTo>
                  <a:lnTo>
                    <a:pt x="181875" y="25536"/>
                  </a:lnTo>
                  <a:close/>
                  <a:moveTo>
                    <a:pt x="172929" y="38942"/>
                  </a:moveTo>
                  <a:lnTo>
                    <a:pt x="194655" y="38942"/>
                  </a:lnTo>
                  <a:cubicBezTo>
                    <a:pt x="195293" y="38942"/>
                    <a:pt x="197210" y="38942"/>
                    <a:pt x="198488" y="40219"/>
                  </a:cubicBezTo>
                  <a:cubicBezTo>
                    <a:pt x="198488" y="40219"/>
                    <a:pt x="199127" y="40857"/>
                    <a:pt x="199127" y="42134"/>
                  </a:cubicBezTo>
                  <a:lnTo>
                    <a:pt x="199127" y="51710"/>
                  </a:lnTo>
                  <a:lnTo>
                    <a:pt x="169095" y="51710"/>
                  </a:lnTo>
                  <a:lnTo>
                    <a:pt x="169095" y="42773"/>
                  </a:lnTo>
                  <a:cubicBezTo>
                    <a:pt x="169095" y="41496"/>
                    <a:pt x="169734" y="38942"/>
                    <a:pt x="172929" y="38942"/>
                  </a:cubicBezTo>
                  <a:close/>
                </a:path>
              </a:pathLst>
            </a:custGeom>
            <a:solidFill>
              <a:srgbClr val="012169"/>
            </a:solidFill>
            <a:ln w="6390" cap="flat">
              <a:noFill/>
              <a:prstDash val="solid"/>
              <a:miter/>
            </a:ln>
          </p:spPr>
          <p:txBody>
            <a:bodyPr rtlCol="0" anchor="ctr"/>
            <a:lstStyle/>
            <a:p>
              <a:endParaRPr lang="en-US"/>
            </a:p>
          </p:txBody>
        </p:sp>
      </p:grpSp>
      <p:grpSp>
        <p:nvGrpSpPr>
          <p:cNvPr id="570" name="Graphic 4">
            <a:extLst>
              <a:ext uri="{FF2B5EF4-FFF2-40B4-BE49-F238E27FC236}">
                <a16:creationId xmlns:a16="http://schemas.microsoft.com/office/drawing/2014/main" id="{0E751E2F-3770-8844-AFA0-E4F932A0C7D4}"/>
              </a:ext>
            </a:extLst>
          </p:cNvPr>
          <p:cNvGrpSpPr/>
          <p:nvPr/>
        </p:nvGrpSpPr>
        <p:grpSpPr>
          <a:xfrm>
            <a:off x="2561086" y="3824168"/>
            <a:ext cx="361670" cy="361333"/>
            <a:chOff x="2561086" y="3824168"/>
            <a:chExt cx="361670" cy="361333"/>
          </a:xfrm>
          <a:solidFill>
            <a:srgbClr val="012169"/>
          </a:solidFill>
        </p:grpSpPr>
        <p:sp>
          <p:nvSpPr>
            <p:cNvPr id="571" name="Graphic 4">
              <a:extLst>
                <a:ext uri="{FF2B5EF4-FFF2-40B4-BE49-F238E27FC236}">
                  <a16:creationId xmlns:a16="http://schemas.microsoft.com/office/drawing/2014/main" id="{DE272777-EA90-514F-863D-E9737EFAE82C}"/>
                </a:ext>
              </a:extLst>
            </p:cNvPr>
            <p:cNvSpPr/>
            <p:nvPr/>
          </p:nvSpPr>
          <p:spPr>
            <a:xfrm>
              <a:off x="2561086"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572" name="Graphic 4">
              <a:extLst>
                <a:ext uri="{FF2B5EF4-FFF2-40B4-BE49-F238E27FC236}">
                  <a16:creationId xmlns:a16="http://schemas.microsoft.com/office/drawing/2014/main" id="{0BF80355-D679-F443-B79D-18DCD35A82BE}"/>
                </a:ext>
              </a:extLst>
            </p:cNvPr>
            <p:cNvSpPr/>
            <p:nvPr/>
          </p:nvSpPr>
          <p:spPr>
            <a:xfrm>
              <a:off x="2669076" y="4052076"/>
              <a:ext cx="31949" cy="12767"/>
            </a:xfrm>
            <a:custGeom>
              <a:avLst/>
              <a:gdLst>
                <a:gd name="connsiteX0" fmla="*/ 6390 w 31949"/>
                <a:gd name="connsiteY0" fmla="*/ 12768 h 12767"/>
                <a:gd name="connsiteX1" fmla="*/ 25560 w 31949"/>
                <a:gd name="connsiteY1" fmla="*/ 12768 h 12767"/>
                <a:gd name="connsiteX2" fmla="*/ 31950 w 31949"/>
                <a:gd name="connsiteY2" fmla="*/ 6384 h 12767"/>
                <a:gd name="connsiteX3" fmla="*/ 25560 w 31949"/>
                <a:gd name="connsiteY3" fmla="*/ 0 h 12767"/>
                <a:gd name="connsiteX4" fmla="*/ 6390 w 31949"/>
                <a:gd name="connsiteY4" fmla="*/ 0 h 12767"/>
                <a:gd name="connsiteX5" fmla="*/ 0 w 31949"/>
                <a:gd name="connsiteY5" fmla="*/ 6384 h 12767"/>
                <a:gd name="connsiteX6" fmla="*/ 6390 w 31949"/>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49" h="12767">
                  <a:moveTo>
                    <a:pt x="6390" y="12768"/>
                  </a:moveTo>
                  <a:lnTo>
                    <a:pt x="25560" y="12768"/>
                  </a:lnTo>
                  <a:cubicBezTo>
                    <a:pt x="29394" y="12768"/>
                    <a:pt x="31950" y="10215"/>
                    <a:pt x="31950" y="6384"/>
                  </a:cubicBezTo>
                  <a:cubicBezTo>
                    <a:pt x="31950" y="2554"/>
                    <a:pt x="29394" y="0"/>
                    <a:pt x="25560" y="0"/>
                  </a:cubicBezTo>
                  <a:lnTo>
                    <a:pt x="6390" y="0"/>
                  </a:lnTo>
                  <a:cubicBezTo>
                    <a:pt x="2556" y="0"/>
                    <a:pt x="0" y="2554"/>
                    <a:pt x="0" y="6384"/>
                  </a:cubicBezTo>
                  <a:cubicBezTo>
                    <a:pt x="0" y="10215"/>
                    <a:pt x="2556" y="12768"/>
                    <a:pt x="6390" y="12768"/>
                  </a:cubicBezTo>
                  <a:close/>
                </a:path>
              </a:pathLst>
            </a:custGeom>
            <a:solidFill>
              <a:srgbClr val="012169"/>
            </a:solidFill>
            <a:ln w="6390" cap="flat">
              <a:noFill/>
              <a:prstDash val="solid"/>
              <a:miter/>
            </a:ln>
          </p:spPr>
          <p:txBody>
            <a:bodyPr rtlCol="0" anchor="ctr"/>
            <a:lstStyle/>
            <a:p>
              <a:endParaRPr lang="en-US"/>
            </a:p>
          </p:txBody>
        </p:sp>
        <p:sp>
          <p:nvSpPr>
            <p:cNvPr id="573" name="Graphic 4">
              <a:extLst>
                <a:ext uri="{FF2B5EF4-FFF2-40B4-BE49-F238E27FC236}">
                  <a16:creationId xmlns:a16="http://schemas.microsoft.com/office/drawing/2014/main" id="{57B1623B-BF38-2E4C-9F15-BA4B6FA6C9DB}"/>
                </a:ext>
              </a:extLst>
            </p:cNvPr>
            <p:cNvSpPr/>
            <p:nvPr/>
          </p:nvSpPr>
          <p:spPr>
            <a:xfrm>
              <a:off x="2669076" y="4010580"/>
              <a:ext cx="31949" cy="12767"/>
            </a:xfrm>
            <a:custGeom>
              <a:avLst/>
              <a:gdLst>
                <a:gd name="connsiteX0" fmla="*/ 25560 w 31949"/>
                <a:gd name="connsiteY0" fmla="*/ 0 h 12767"/>
                <a:gd name="connsiteX1" fmla="*/ 6390 w 31949"/>
                <a:gd name="connsiteY1" fmla="*/ 0 h 12767"/>
                <a:gd name="connsiteX2" fmla="*/ 0 w 31949"/>
                <a:gd name="connsiteY2" fmla="*/ 6384 h 12767"/>
                <a:gd name="connsiteX3" fmla="*/ 6390 w 31949"/>
                <a:gd name="connsiteY3" fmla="*/ 12768 h 12767"/>
                <a:gd name="connsiteX4" fmla="*/ 25560 w 31949"/>
                <a:gd name="connsiteY4" fmla="*/ 12768 h 12767"/>
                <a:gd name="connsiteX5" fmla="*/ 31950 w 31949"/>
                <a:gd name="connsiteY5" fmla="*/ 6384 h 12767"/>
                <a:gd name="connsiteX6" fmla="*/ 25560 w 3194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49" h="12767">
                  <a:moveTo>
                    <a:pt x="25560" y="0"/>
                  </a:moveTo>
                  <a:lnTo>
                    <a:pt x="6390" y="0"/>
                  </a:lnTo>
                  <a:cubicBezTo>
                    <a:pt x="2556" y="0"/>
                    <a:pt x="0" y="2554"/>
                    <a:pt x="0" y="6384"/>
                  </a:cubicBezTo>
                  <a:cubicBezTo>
                    <a:pt x="0" y="10215"/>
                    <a:pt x="2556" y="12768"/>
                    <a:pt x="6390" y="12768"/>
                  </a:cubicBezTo>
                  <a:lnTo>
                    <a:pt x="25560" y="12768"/>
                  </a:lnTo>
                  <a:cubicBezTo>
                    <a:pt x="29394" y="12768"/>
                    <a:pt x="31950" y="10215"/>
                    <a:pt x="31950" y="6384"/>
                  </a:cubicBezTo>
                  <a:cubicBezTo>
                    <a:pt x="31950" y="2554"/>
                    <a:pt x="28755" y="0"/>
                    <a:pt x="25560" y="0"/>
                  </a:cubicBezTo>
                  <a:close/>
                </a:path>
              </a:pathLst>
            </a:custGeom>
            <a:solidFill>
              <a:srgbClr val="012169"/>
            </a:solidFill>
            <a:ln w="6390" cap="flat">
              <a:noFill/>
              <a:prstDash val="solid"/>
              <a:miter/>
            </a:ln>
          </p:spPr>
          <p:txBody>
            <a:bodyPr rtlCol="0" anchor="ctr"/>
            <a:lstStyle/>
            <a:p>
              <a:endParaRPr lang="en-US"/>
            </a:p>
          </p:txBody>
        </p:sp>
        <p:sp>
          <p:nvSpPr>
            <p:cNvPr id="574" name="Graphic 4">
              <a:extLst>
                <a:ext uri="{FF2B5EF4-FFF2-40B4-BE49-F238E27FC236}">
                  <a16:creationId xmlns:a16="http://schemas.microsoft.com/office/drawing/2014/main" id="{F58AAAD6-A62D-AC47-8707-15154715720F}"/>
                </a:ext>
              </a:extLst>
            </p:cNvPr>
            <p:cNvSpPr/>
            <p:nvPr/>
          </p:nvSpPr>
          <p:spPr>
            <a:xfrm>
              <a:off x="2625625" y="3898860"/>
              <a:ext cx="233871" cy="211948"/>
            </a:xfrm>
            <a:custGeom>
              <a:avLst/>
              <a:gdLst>
                <a:gd name="connsiteX0" fmla="*/ 226843 w 233871"/>
                <a:gd name="connsiteY0" fmla="*/ 90014 h 211948"/>
                <a:gd name="connsiteX1" fmla="*/ 175084 w 233871"/>
                <a:gd name="connsiteY1" fmla="*/ 90014 h 211948"/>
                <a:gd name="connsiteX2" fmla="*/ 175084 w 233871"/>
                <a:gd name="connsiteY2" fmla="*/ 82992 h 211948"/>
                <a:gd name="connsiteX3" fmla="*/ 191059 w 233871"/>
                <a:gd name="connsiteY3" fmla="*/ 82992 h 211948"/>
                <a:gd name="connsiteX4" fmla="*/ 197449 w 233871"/>
                <a:gd name="connsiteY4" fmla="*/ 76608 h 211948"/>
                <a:gd name="connsiteX5" fmla="*/ 197449 w 233871"/>
                <a:gd name="connsiteY5" fmla="*/ 6384 h 211948"/>
                <a:gd name="connsiteX6" fmla="*/ 191059 w 233871"/>
                <a:gd name="connsiteY6" fmla="*/ 0 h 211948"/>
                <a:gd name="connsiteX7" fmla="*/ 87542 w 233871"/>
                <a:gd name="connsiteY7" fmla="*/ 0 h 211948"/>
                <a:gd name="connsiteX8" fmla="*/ 81152 w 233871"/>
                <a:gd name="connsiteY8" fmla="*/ 6384 h 211948"/>
                <a:gd name="connsiteX9" fmla="*/ 81152 w 233871"/>
                <a:gd name="connsiteY9" fmla="*/ 76608 h 211948"/>
                <a:gd name="connsiteX10" fmla="*/ 87542 w 233871"/>
                <a:gd name="connsiteY10" fmla="*/ 82992 h 211948"/>
                <a:gd name="connsiteX11" fmla="*/ 107990 w 233871"/>
                <a:gd name="connsiteY11" fmla="*/ 82992 h 211948"/>
                <a:gd name="connsiteX12" fmla="*/ 107990 w 233871"/>
                <a:gd name="connsiteY12" fmla="*/ 90014 h 211948"/>
                <a:gd name="connsiteX13" fmla="*/ 6390 w 233871"/>
                <a:gd name="connsiteY13" fmla="*/ 90014 h 211948"/>
                <a:gd name="connsiteX14" fmla="*/ 0 w 233871"/>
                <a:gd name="connsiteY14" fmla="*/ 96398 h 211948"/>
                <a:gd name="connsiteX15" fmla="*/ 6390 w 233871"/>
                <a:gd name="connsiteY15" fmla="*/ 102782 h 211948"/>
                <a:gd name="connsiteX16" fmla="*/ 20448 w 233871"/>
                <a:gd name="connsiteY16" fmla="*/ 102782 h 211948"/>
                <a:gd name="connsiteX17" fmla="*/ 20448 w 233871"/>
                <a:gd name="connsiteY17" fmla="*/ 204287 h 211948"/>
                <a:gd name="connsiteX18" fmla="*/ 26838 w 233871"/>
                <a:gd name="connsiteY18" fmla="*/ 210671 h 211948"/>
                <a:gd name="connsiteX19" fmla="*/ 33228 w 233871"/>
                <a:gd name="connsiteY19" fmla="*/ 204287 h 211948"/>
                <a:gd name="connsiteX20" fmla="*/ 33228 w 233871"/>
                <a:gd name="connsiteY20" fmla="*/ 186412 h 211948"/>
                <a:gd name="connsiteX21" fmla="*/ 92654 w 233871"/>
                <a:gd name="connsiteY21" fmla="*/ 186412 h 211948"/>
                <a:gd name="connsiteX22" fmla="*/ 99044 w 233871"/>
                <a:gd name="connsiteY22" fmla="*/ 180028 h 211948"/>
                <a:gd name="connsiteX23" fmla="*/ 99044 w 233871"/>
                <a:gd name="connsiteY23" fmla="*/ 139171 h 211948"/>
                <a:gd name="connsiteX24" fmla="*/ 99044 w 233871"/>
                <a:gd name="connsiteY24" fmla="*/ 138533 h 211948"/>
                <a:gd name="connsiteX25" fmla="*/ 99044 w 233871"/>
                <a:gd name="connsiteY25" fmla="*/ 137894 h 211948"/>
                <a:gd name="connsiteX26" fmla="*/ 99044 w 233871"/>
                <a:gd name="connsiteY26" fmla="*/ 102782 h 211948"/>
                <a:gd name="connsiteX27" fmla="*/ 109268 w 233871"/>
                <a:gd name="connsiteY27" fmla="*/ 102782 h 211948"/>
                <a:gd name="connsiteX28" fmla="*/ 125243 w 233871"/>
                <a:gd name="connsiteY28" fmla="*/ 114912 h 211948"/>
                <a:gd name="connsiteX29" fmla="*/ 130355 w 233871"/>
                <a:gd name="connsiteY29" fmla="*/ 114912 h 211948"/>
                <a:gd name="connsiteX30" fmla="*/ 130355 w 233871"/>
                <a:gd name="connsiteY30" fmla="*/ 120019 h 211948"/>
                <a:gd name="connsiteX31" fmla="*/ 107351 w 233871"/>
                <a:gd name="connsiteY31" fmla="*/ 146193 h 211948"/>
                <a:gd name="connsiteX32" fmla="*/ 113741 w 233871"/>
                <a:gd name="connsiteY32" fmla="*/ 152577 h 211948"/>
                <a:gd name="connsiteX33" fmla="*/ 136106 w 233871"/>
                <a:gd name="connsiteY33" fmla="*/ 152577 h 211948"/>
                <a:gd name="connsiteX34" fmla="*/ 136106 w 233871"/>
                <a:gd name="connsiteY34" fmla="*/ 182582 h 211948"/>
                <a:gd name="connsiteX35" fmla="*/ 110546 w 233871"/>
                <a:gd name="connsiteY35" fmla="*/ 194073 h 211948"/>
                <a:gd name="connsiteX36" fmla="*/ 106712 w 233871"/>
                <a:gd name="connsiteY36" fmla="*/ 199819 h 211948"/>
                <a:gd name="connsiteX37" fmla="*/ 106712 w 233871"/>
                <a:gd name="connsiteY37" fmla="*/ 205564 h 211948"/>
                <a:gd name="connsiteX38" fmla="*/ 113102 w 233871"/>
                <a:gd name="connsiteY38" fmla="*/ 211948 h 211948"/>
                <a:gd name="connsiteX39" fmla="*/ 113102 w 233871"/>
                <a:gd name="connsiteY39" fmla="*/ 211948 h 211948"/>
                <a:gd name="connsiteX40" fmla="*/ 119492 w 233871"/>
                <a:gd name="connsiteY40" fmla="*/ 205564 h 211948"/>
                <a:gd name="connsiteX41" fmla="*/ 119492 w 233871"/>
                <a:gd name="connsiteY41" fmla="*/ 203649 h 211948"/>
                <a:gd name="connsiteX42" fmla="*/ 136106 w 233871"/>
                <a:gd name="connsiteY42" fmla="*/ 195988 h 211948"/>
                <a:gd name="connsiteX43" fmla="*/ 136106 w 233871"/>
                <a:gd name="connsiteY43" fmla="*/ 203649 h 211948"/>
                <a:gd name="connsiteX44" fmla="*/ 142496 w 233871"/>
                <a:gd name="connsiteY44" fmla="*/ 210033 h 211948"/>
                <a:gd name="connsiteX45" fmla="*/ 148886 w 233871"/>
                <a:gd name="connsiteY45" fmla="*/ 203649 h 211948"/>
                <a:gd name="connsiteX46" fmla="*/ 148886 w 233871"/>
                <a:gd name="connsiteY46" fmla="*/ 197265 h 211948"/>
                <a:gd name="connsiteX47" fmla="*/ 163582 w 233871"/>
                <a:gd name="connsiteY47" fmla="*/ 203649 h 211948"/>
                <a:gd name="connsiteX48" fmla="*/ 163582 w 233871"/>
                <a:gd name="connsiteY48" fmla="*/ 205564 h 211948"/>
                <a:gd name="connsiteX49" fmla="*/ 169972 w 233871"/>
                <a:gd name="connsiteY49" fmla="*/ 211948 h 211948"/>
                <a:gd name="connsiteX50" fmla="*/ 169972 w 233871"/>
                <a:gd name="connsiteY50" fmla="*/ 211948 h 211948"/>
                <a:gd name="connsiteX51" fmla="*/ 176362 w 233871"/>
                <a:gd name="connsiteY51" fmla="*/ 205564 h 211948"/>
                <a:gd name="connsiteX52" fmla="*/ 176362 w 233871"/>
                <a:gd name="connsiteY52" fmla="*/ 199819 h 211948"/>
                <a:gd name="connsiteX53" fmla="*/ 172528 w 233871"/>
                <a:gd name="connsiteY53" fmla="*/ 194073 h 211948"/>
                <a:gd name="connsiteX54" fmla="*/ 148886 w 233871"/>
                <a:gd name="connsiteY54" fmla="*/ 183220 h 211948"/>
                <a:gd name="connsiteX55" fmla="*/ 148886 w 233871"/>
                <a:gd name="connsiteY55" fmla="*/ 152577 h 211948"/>
                <a:gd name="connsiteX56" fmla="*/ 169333 w 233871"/>
                <a:gd name="connsiteY56" fmla="*/ 152577 h 211948"/>
                <a:gd name="connsiteX57" fmla="*/ 175723 w 233871"/>
                <a:gd name="connsiteY57" fmla="*/ 145555 h 211948"/>
                <a:gd name="connsiteX58" fmla="*/ 153998 w 233871"/>
                <a:gd name="connsiteY58" fmla="*/ 120019 h 211948"/>
                <a:gd name="connsiteX59" fmla="*/ 153998 w 233871"/>
                <a:gd name="connsiteY59" fmla="*/ 114912 h 211948"/>
                <a:gd name="connsiteX60" fmla="*/ 159109 w 233871"/>
                <a:gd name="connsiteY60" fmla="*/ 114912 h 211948"/>
                <a:gd name="connsiteX61" fmla="*/ 175084 w 233871"/>
                <a:gd name="connsiteY61" fmla="*/ 102782 h 211948"/>
                <a:gd name="connsiteX62" fmla="*/ 196810 w 233871"/>
                <a:gd name="connsiteY62" fmla="*/ 102782 h 211948"/>
                <a:gd name="connsiteX63" fmla="*/ 196810 w 233871"/>
                <a:gd name="connsiteY63" fmla="*/ 204287 h 211948"/>
                <a:gd name="connsiteX64" fmla="*/ 203200 w 233871"/>
                <a:gd name="connsiteY64" fmla="*/ 210671 h 211948"/>
                <a:gd name="connsiteX65" fmla="*/ 209590 w 233871"/>
                <a:gd name="connsiteY65" fmla="*/ 204287 h 211948"/>
                <a:gd name="connsiteX66" fmla="*/ 209590 w 233871"/>
                <a:gd name="connsiteY66" fmla="*/ 102782 h 211948"/>
                <a:gd name="connsiteX67" fmla="*/ 227482 w 233871"/>
                <a:gd name="connsiteY67" fmla="*/ 102782 h 211948"/>
                <a:gd name="connsiteX68" fmla="*/ 233872 w 233871"/>
                <a:gd name="connsiteY68" fmla="*/ 96398 h 211948"/>
                <a:gd name="connsiteX69" fmla="*/ 226843 w 233871"/>
                <a:gd name="connsiteY69" fmla="*/ 90014 h 211948"/>
                <a:gd name="connsiteX70" fmla="*/ 160387 w 233871"/>
                <a:gd name="connsiteY70" fmla="*/ 139809 h 211948"/>
                <a:gd name="connsiteX71" fmla="*/ 120131 w 233871"/>
                <a:gd name="connsiteY71" fmla="*/ 139809 h 211948"/>
                <a:gd name="connsiteX72" fmla="*/ 132272 w 233871"/>
                <a:gd name="connsiteY72" fmla="*/ 132787 h 211948"/>
                <a:gd name="connsiteX73" fmla="*/ 148886 w 233871"/>
                <a:gd name="connsiteY73" fmla="*/ 132787 h 211948"/>
                <a:gd name="connsiteX74" fmla="*/ 160387 w 233871"/>
                <a:gd name="connsiteY74" fmla="*/ 139809 h 211948"/>
                <a:gd name="connsiteX75" fmla="*/ 161666 w 233871"/>
                <a:gd name="connsiteY75" fmla="*/ 90014 h 211948"/>
                <a:gd name="connsiteX76" fmla="*/ 152719 w 233871"/>
                <a:gd name="connsiteY76" fmla="*/ 90014 h 211948"/>
                <a:gd name="connsiteX77" fmla="*/ 152719 w 233871"/>
                <a:gd name="connsiteY77" fmla="*/ 82992 h 211948"/>
                <a:gd name="connsiteX78" fmla="*/ 161666 w 233871"/>
                <a:gd name="connsiteY78" fmla="*/ 82992 h 211948"/>
                <a:gd name="connsiteX79" fmla="*/ 161666 w 233871"/>
                <a:gd name="connsiteY79" fmla="*/ 90014 h 211948"/>
                <a:gd name="connsiteX80" fmla="*/ 161666 w 233871"/>
                <a:gd name="connsiteY80" fmla="*/ 70224 h 211948"/>
                <a:gd name="connsiteX81" fmla="*/ 120131 w 233871"/>
                <a:gd name="connsiteY81" fmla="*/ 70224 h 211948"/>
                <a:gd name="connsiteX82" fmla="*/ 120131 w 233871"/>
                <a:gd name="connsiteY82" fmla="*/ 61286 h 211948"/>
                <a:gd name="connsiteX83" fmla="*/ 141218 w 233871"/>
                <a:gd name="connsiteY83" fmla="*/ 40219 h 211948"/>
                <a:gd name="connsiteX84" fmla="*/ 162304 w 233871"/>
                <a:gd name="connsiteY84" fmla="*/ 61286 h 211948"/>
                <a:gd name="connsiteX85" fmla="*/ 162304 w 233871"/>
                <a:gd name="connsiteY85" fmla="*/ 70224 h 211948"/>
                <a:gd name="connsiteX86" fmla="*/ 93293 w 233871"/>
                <a:gd name="connsiteY86" fmla="*/ 70224 h 211948"/>
                <a:gd name="connsiteX87" fmla="*/ 93293 w 233871"/>
                <a:gd name="connsiteY87" fmla="*/ 12768 h 211948"/>
                <a:gd name="connsiteX88" fmla="*/ 184030 w 233871"/>
                <a:gd name="connsiteY88" fmla="*/ 12768 h 211948"/>
                <a:gd name="connsiteX89" fmla="*/ 184030 w 233871"/>
                <a:gd name="connsiteY89" fmla="*/ 70224 h 211948"/>
                <a:gd name="connsiteX90" fmla="*/ 174445 w 233871"/>
                <a:gd name="connsiteY90" fmla="*/ 70224 h 211948"/>
                <a:gd name="connsiteX91" fmla="*/ 174445 w 233871"/>
                <a:gd name="connsiteY91" fmla="*/ 61286 h 211948"/>
                <a:gd name="connsiteX92" fmla="*/ 140579 w 233871"/>
                <a:gd name="connsiteY92" fmla="*/ 27451 h 211948"/>
                <a:gd name="connsiteX93" fmla="*/ 106712 w 233871"/>
                <a:gd name="connsiteY93" fmla="*/ 61286 h 211948"/>
                <a:gd name="connsiteX94" fmla="*/ 106712 w 233871"/>
                <a:gd name="connsiteY94" fmla="*/ 70224 h 211948"/>
                <a:gd name="connsiteX95" fmla="*/ 93293 w 233871"/>
                <a:gd name="connsiteY95" fmla="*/ 70224 h 211948"/>
                <a:gd name="connsiteX96" fmla="*/ 120131 w 233871"/>
                <a:gd name="connsiteY96" fmla="*/ 82992 h 211948"/>
                <a:gd name="connsiteX97" fmla="*/ 129077 w 233871"/>
                <a:gd name="connsiteY97" fmla="*/ 82992 h 211948"/>
                <a:gd name="connsiteX98" fmla="*/ 129077 w 233871"/>
                <a:gd name="connsiteY98" fmla="*/ 90014 h 211948"/>
                <a:gd name="connsiteX99" fmla="*/ 120131 w 233871"/>
                <a:gd name="connsiteY99" fmla="*/ 90014 h 211948"/>
                <a:gd name="connsiteX100" fmla="*/ 120131 w 233871"/>
                <a:gd name="connsiteY100" fmla="*/ 82992 h 211948"/>
                <a:gd name="connsiteX101" fmla="*/ 33228 w 233871"/>
                <a:gd name="connsiteY101" fmla="*/ 132149 h 211948"/>
                <a:gd name="connsiteX102" fmla="*/ 33228 w 233871"/>
                <a:gd name="connsiteY102" fmla="*/ 104059 h 211948"/>
                <a:gd name="connsiteX103" fmla="*/ 84986 w 233871"/>
                <a:gd name="connsiteY103" fmla="*/ 104059 h 211948"/>
                <a:gd name="connsiteX104" fmla="*/ 84986 w 233871"/>
                <a:gd name="connsiteY104" fmla="*/ 132149 h 211948"/>
                <a:gd name="connsiteX105" fmla="*/ 33228 w 233871"/>
                <a:gd name="connsiteY105" fmla="*/ 132149 h 211948"/>
                <a:gd name="connsiteX106" fmla="*/ 84986 w 233871"/>
                <a:gd name="connsiteY106" fmla="*/ 173644 h 211948"/>
                <a:gd name="connsiteX107" fmla="*/ 33228 w 233871"/>
                <a:gd name="connsiteY107" fmla="*/ 173644 h 211948"/>
                <a:gd name="connsiteX108" fmla="*/ 33228 w 233871"/>
                <a:gd name="connsiteY108" fmla="*/ 145555 h 211948"/>
                <a:gd name="connsiteX109" fmla="*/ 84986 w 233871"/>
                <a:gd name="connsiteY109" fmla="*/ 145555 h 211948"/>
                <a:gd name="connsiteX110" fmla="*/ 84986 w 233871"/>
                <a:gd name="connsiteY110" fmla="*/ 173644 h 211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233871" h="211948">
                  <a:moveTo>
                    <a:pt x="226843" y="90014"/>
                  </a:moveTo>
                  <a:lnTo>
                    <a:pt x="175084" y="90014"/>
                  </a:lnTo>
                  <a:lnTo>
                    <a:pt x="175084" y="82992"/>
                  </a:lnTo>
                  <a:lnTo>
                    <a:pt x="191059" y="82992"/>
                  </a:lnTo>
                  <a:cubicBezTo>
                    <a:pt x="194893" y="82992"/>
                    <a:pt x="197449" y="80438"/>
                    <a:pt x="197449" y="76608"/>
                  </a:cubicBezTo>
                  <a:lnTo>
                    <a:pt x="197449" y="6384"/>
                  </a:lnTo>
                  <a:cubicBezTo>
                    <a:pt x="197449" y="2554"/>
                    <a:pt x="194893" y="0"/>
                    <a:pt x="191059" y="0"/>
                  </a:cubicBezTo>
                  <a:lnTo>
                    <a:pt x="87542" y="0"/>
                  </a:lnTo>
                  <a:cubicBezTo>
                    <a:pt x="83708" y="0"/>
                    <a:pt x="81152" y="2554"/>
                    <a:pt x="81152" y="6384"/>
                  </a:cubicBezTo>
                  <a:lnTo>
                    <a:pt x="81152" y="76608"/>
                  </a:lnTo>
                  <a:cubicBezTo>
                    <a:pt x="81152" y="80438"/>
                    <a:pt x="83708" y="82992"/>
                    <a:pt x="87542" y="82992"/>
                  </a:cubicBezTo>
                  <a:lnTo>
                    <a:pt x="107990" y="82992"/>
                  </a:lnTo>
                  <a:lnTo>
                    <a:pt x="107990" y="90014"/>
                  </a:lnTo>
                  <a:lnTo>
                    <a:pt x="6390" y="90014"/>
                  </a:lnTo>
                  <a:cubicBezTo>
                    <a:pt x="2556" y="90014"/>
                    <a:pt x="0" y="92568"/>
                    <a:pt x="0" y="96398"/>
                  </a:cubicBezTo>
                  <a:cubicBezTo>
                    <a:pt x="0" y="100229"/>
                    <a:pt x="2556" y="102782"/>
                    <a:pt x="6390" y="102782"/>
                  </a:cubicBezTo>
                  <a:lnTo>
                    <a:pt x="20448" y="102782"/>
                  </a:lnTo>
                  <a:lnTo>
                    <a:pt x="20448" y="204287"/>
                  </a:lnTo>
                  <a:cubicBezTo>
                    <a:pt x="20448" y="208118"/>
                    <a:pt x="23004" y="210671"/>
                    <a:pt x="26838" y="210671"/>
                  </a:cubicBezTo>
                  <a:cubicBezTo>
                    <a:pt x="30672" y="210671"/>
                    <a:pt x="33228" y="208118"/>
                    <a:pt x="33228" y="204287"/>
                  </a:cubicBezTo>
                  <a:lnTo>
                    <a:pt x="33228" y="186412"/>
                  </a:lnTo>
                  <a:lnTo>
                    <a:pt x="92654" y="186412"/>
                  </a:lnTo>
                  <a:cubicBezTo>
                    <a:pt x="96488" y="186412"/>
                    <a:pt x="99044" y="183859"/>
                    <a:pt x="99044" y="180028"/>
                  </a:cubicBezTo>
                  <a:lnTo>
                    <a:pt x="99044" y="139171"/>
                  </a:lnTo>
                  <a:cubicBezTo>
                    <a:pt x="99044" y="139171"/>
                    <a:pt x="99044" y="139171"/>
                    <a:pt x="99044" y="138533"/>
                  </a:cubicBezTo>
                  <a:cubicBezTo>
                    <a:pt x="99044" y="138533"/>
                    <a:pt x="99044" y="138533"/>
                    <a:pt x="99044" y="137894"/>
                  </a:cubicBezTo>
                  <a:lnTo>
                    <a:pt x="99044" y="102782"/>
                  </a:lnTo>
                  <a:lnTo>
                    <a:pt x="109268" y="102782"/>
                  </a:lnTo>
                  <a:cubicBezTo>
                    <a:pt x="111185" y="109805"/>
                    <a:pt x="117575" y="114912"/>
                    <a:pt x="125243" y="114912"/>
                  </a:cubicBezTo>
                  <a:lnTo>
                    <a:pt x="130355" y="114912"/>
                  </a:lnTo>
                  <a:lnTo>
                    <a:pt x="130355" y="120019"/>
                  </a:lnTo>
                  <a:cubicBezTo>
                    <a:pt x="117575" y="121296"/>
                    <a:pt x="107351" y="132149"/>
                    <a:pt x="107351" y="146193"/>
                  </a:cubicBezTo>
                  <a:cubicBezTo>
                    <a:pt x="107351" y="150024"/>
                    <a:pt x="109907" y="152577"/>
                    <a:pt x="113741" y="152577"/>
                  </a:cubicBezTo>
                  <a:lnTo>
                    <a:pt x="136106" y="152577"/>
                  </a:lnTo>
                  <a:lnTo>
                    <a:pt x="136106" y="182582"/>
                  </a:lnTo>
                  <a:lnTo>
                    <a:pt x="110546" y="194073"/>
                  </a:lnTo>
                  <a:cubicBezTo>
                    <a:pt x="107990" y="195350"/>
                    <a:pt x="106712" y="197265"/>
                    <a:pt x="106712" y="199819"/>
                  </a:cubicBezTo>
                  <a:lnTo>
                    <a:pt x="106712" y="205564"/>
                  </a:lnTo>
                  <a:cubicBezTo>
                    <a:pt x="106712" y="209395"/>
                    <a:pt x="109268" y="211948"/>
                    <a:pt x="113102" y="211948"/>
                  </a:cubicBezTo>
                  <a:cubicBezTo>
                    <a:pt x="113102" y="211948"/>
                    <a:pt x="113102" y="211948"/>
                    <a:pt x="113102" y="211948"/>
                  </a:cubicBezTo>
                  <a:cubicBezTo>
                    <a:pt x="116297" y="211948"/>
                    <a:pt x="119492" y="209395"/>
                    <a:pt x="119492" y="205564"/>
                  </a:cubicBezTo>
                  <a:lnTo>
                    <a:pt x="119492" y="203649"/>
                  </a:lnTo>
                  <a:lnTo>
                    <a:pt x="136106" y="195988"/>
                  </a:lnTo>
                  <a:lnTo>
                    <a:pt x="136106" y="203649"/>
                  </a:lnTo>
                  <a:cubicBezTo>
                    <a:pt x="136106" y="207479"/>
                    <a:pt x="138662" y="210033"/>
                    <a:pt x="142496" y="210033"/>
                  </a:cubicBezTo>
                  <a:cubicBezTo>
                    <a:pt x="146330" y="210033"/>
                    <a:pt x="148886" y="207479"/>
                    <a:pt x="148886" y="203649"/>
                  </a:cubicBezTo>
                  <a:lnTo>
                    <a:pt x="148886" y="197265"/>
                  </a:lnTo>
                  <a:lnTo>
                    <a:pt x="163582" y="203649"/>
                  </a:lnTo>
                  <a:lnTo>
                    <a:pt x="163582" y="205564"/>
                  </a:lnTo>
                  <a:cubicBezTo>
                    <a:pt x="163582" y="208756"/>
                    <a:pt x="166777" y="211948"/>
                    <a:pt x="169972" y="211948"/>
                  </a:cubicBezTo>
                  <a:cubicBezTo>
                    <a:pt x="169972" y="211948"/>
                    <a:pt x="169972" y="211948"/>
                    <a:pt x="169972" y="211948"/>
                  </a:cubicBezTo>
                  <a:cubicBezTo>
                    <a:pt x="173806" y="211948"/>
                    <a:pt x="176362" y="208756"/>
                    <a:pt x="176362" y="205564"/>
                  </a:cubicBezTo>
                  <a:lnTo>
                    <a:pt x="176362" y="199819"/>
                  </a:lnTo>
                  <a:cubicBezTo>
                    <a:pt x="176362" y="197265"/>
                    <a:pt x="175084" y="195350"/>
                    <a:pt x="172528" y="194073"/>
                  </a:cubicBezTo>
                  <a:lnTo>
                    <a:pt x="148886" y="183220"/>
                  </a:lnTo>
                  <a:lnTo>
                    <a:pt x="148886" y="152577"/>
                  </a:lnTo>
                  <a:lnTo>
                    <a:pt x="169333" y="152577"/>
                  </a:lnTo>
                  <a:cubicBezTo>
                    <a:pt x="173167" y="152577"/>
                    <a:pt x="175723" y="149385"/>
                    <a:pt x="175723" y="145555"/>
                  </a:cubicBezTo>
                  <a:cubicBezTo>
                    <a:pt x="175723" y="132787"/>
                    <a:pt x="166138" y="121934"/>
                    <a:pt x="153998" y="120019"/>
                  </a:cubicBezTo>
                  <a:lnTo>
                    <a:pt x="153998" y="114912"/>
                  </a:lnTo>
                  <a:lnTo>
                    <a:pt x="159109" y="114912"/>
                  </a:lnTo>
                  <a:cubicBezTo>
                    <a:pt x="166777" y="114912"/>
                    <a:pt x="173167" y="109805"/>
                    <a:pt x="175084" y="102782"/>
                  </a:cubicBezTo>
                  <a:lnTo>
                    <a:pt x="196810" y="102782"/>
                  </a:lnTo>
                  <a:lnTo>
                    <a:pt x="196810" y="204287"/>
                  </a:lnTo>
                  <a:cubicBezTo>
                    <a:pt x="196810" y="208118"/>
                    <a:pt x="199366" y="210671"/>
                    <a:pt x="203200" y="210671"/>
                  </a:cubicBezTo>
                  <a:cubicBezTo>
                    <a:pt x="207034" y="210671"/>
                    <a:pt x="209590" y="208118"/>
                    <a:pt x="209590" y="204287"/>
                  </a:cubicBezTo>
                  <a:lnTo>
                    <a:pt x="209590" y="102782"/>
                  </a:lnTo>
                  <a:lnTo>
                    <a:pt x="227482" y="102782"/>
                  </a:lnTo>
                  <a:cubicBezTo>
                    <a:pt x="231316" y="102782"/>
                    <a:pt x="233872" y="100229"/>
                    <a:pt x="233872" y="96398"/>
                  </a:cubicBezTo>
                  <a:cubicBezTo>
                    <a:pt x="233872" y="92568"/>
                    <a:pt x="230038" y="90014"/>
                    <a:pt x="226843" y="90014"/>
                  </a:cubicBezTo>
                  <a:close/>
                  <a:moveTo>
                    <a:pt x="160387" y="139809"/>
                  </a:moveTo>
                  <a:lnTo>
                    <a:pt x="120131" y="139809"/>
                  </a:lnTo>
                  <a:cubicBezTo>
                    <a:pt x="122048" y="135341"/>
                    <a:pt x="126521" y="132787"/>
                    <a:pt x="132272" y="132787"/>
                  </a:cubicBezTo>
                  <a:lnTo>
                    <a:pt x="148886" y="132787"/>
                  </a:lnTo>
                  <a:cubicBezTo>
                    <a:pt x="153358" y="132149"/>
                    <a:pt x="157832" y="135341"/>
                    <a:pt x="160387" y="139809"/>
                  </a:cubicBezTo>
                  <a:close/>
                  <a:moveTo>
                    <a:pt x="161666" y="90014"/>
                  </a:moveTo>
                  <a:lnTo>
                    <a:pt x="152719" y="90014"/>
                  </a:lnTo>
                  <a:lnTo>
                    <a:pt x="152719" y="82992"/>
                  </a:lnTo>
                  <a:lnTo>
                    <a:pt x="161666" y="82992"/>
                  </a:lnTo>
                  <a:lnTo>
                    <a:pt x="161666" y="90014"/>
                  </a:lnTo>
                  <a:close/>
                  <a:moveTo>
                    <a:pt x="161666" y="70224"/>
                  </a:moveTo>
                  <a:lnTo>
                    <a:pt x="120131" y="70224"/>
                  </a:lnTo>
                  <a:lnTo>
                    <a:pt x="120131" y="61286"/>
                  </a:lnTo>
                  <a:cubicBezTo>
                    <a:pt x="120131" y="49795"/>
                    <a:pt x="129716" y="40219"/>
                    <a:pt x="141218" y="40219"/>
                  </a:cubicBezTo>
                  <a:cubicBezTo>
                    <a:pt x="152719" y="40219"/>
                    <a:pt x="162304" y="49795"/>
                    <a:pt x="162304" y="61286"/>
                  </a:cubicBezTo>
                  <a:lnTo>
                    <a:pt x="162304" y="70224"/>
                  </a:lnTo>
                  <a:close/>
                  <a:moveTo>
                    <a:pt x="93293" y="70224"/>
                  </a:moveTo>
                  <a:lnTo>
                    <a:pt x="93293" y="12768"/>
                  </a:lnTo>
                  <a:lnTo>
                    <a:pt x="184030" y="12768"/>
                  </a:lnTo>
                  <a:lnTo>
                    <a:pt x="184030" y="70224"/>
                  </a:lnTo>
                  <a:lnTo>
                    <a:pt x="174445" y="70224"/>
                  </a:lnTo>
                  <a:lnTo>
                    <a:pt x="174445" y="61286"/>
                  </a:lnTo>
                  <a:cubicBezTo>
                    <a:pt x="174445" y="42773"/>
                    <a:pt x="159109" y="27451"/>
                    <a:pt x="140579" y="27451"/>
                  </a:cubicBezTo>
                  <a:cubicBezTo>
                    <a:pt x="122048" y="27451"/>
                    <a:pt x="106712" y="42773"/>
                    <a:pt x="106712" y="61286"/>
                  </a:cubicBezTo>
                  <a:lnTo>
                    <a:pt x="106712" y="70224"/>
                  </a:lnTo>
                  <a:lnTo>
                    <a:pt x="93293" y="70224"/>
                  </a:lnTo>
                  <a:close/>
                  <a:moveTo>
                    <a:pt x="120131" y="82992"/>
                  </a:moveTo>
                  <a:lnTo>
                    <a:pt x="129077" y="82992"/>
                  </a:lnTo>
                  <a:lnTo>
                    <a:pt x="129077" y="90014"/>
                  </a:lnTo>
                  <a:lnTo>
                    <a:pt x="120131" y="90014"/>
                  </a:lnTo>
                  <a:lnTo>
                    <a:pt x="120131" y="82992"/>
                  </a:lnTo>
                  <a:close/>
                  <a:moveTo>
                    <a:pt x="33228" y="132149"/>
                  </a:moveTo>
                  <a:lnTo>
                    <a:pt x="33228" y="104059"/>
                  </a:lnTo>
                  <a:lnTo>
                    <a:pt x="84986" y="104059"/>
                  </a:lnTo>
                  <a:lnTo>
                    <a:pt x="84986" y="132149"/>
                  </a:lnTo>
                  <a:lnTo>
                    <a:pt x="33228" y="132149"/>
                  </a:lnTo>
                  <a:close/>
                  <a:moveTo>
                    <a:pt x="84986" y="173644"/>
                  </a:moveTo>
                  <a:lnTo>
                    <a:pt x="33228" y="173644"/>
                  </a:lnTo>
                  <a:lnTo>
                    <a:pt x="33228" y="145555"/>
                  </a:lnTo>
                  <a:lnTo>
                    <a:pt x="84986" y="145555"/>
                  </a:lnTo>
                  <a:lnTo>
                    <a:pt x="84986" y="173644"/>
                  </a:lnTo>
                  <a:close/>
                </a:path>
              </a:pathLst>
            </a:custGeom>
            <a:solidFill>
              <a:srgbClr val="012169"/>
            </a:solidFill>
            <a:ln w="6390" cap="flat">
              <a:noFill/>
              <a:prstDash val="solid"/>
              <a:miter/>
            </a:ln>
          </p:spPr>
          <p:txBody>
            <a:bodyPr rtlCol="0" anchor="ctr"/>
            <a:lstStyle/>
            <a:p>
              <a:endParaRPr lang="en-US"/>
            </a:p>
          </p:txBody>
        </p:sp>
      </p:grpSp>
      <p:grpSp>
        <p:nvGrpSpPr>
          <p:cNvPr id="575" name="Graphic 4">
            <a:extLst>
              <a:ext uri="{FF2B5EF4-FFF2-40B4-BE49-F238E27FC236}">
                <a16:creationId xmlns:a16="http://schemas.microsoft.com/office/drawing/2014/main" id="{4AC1441D-E8A0-6441-87DC-3F78D2828681}"/>
              </a:ext>
            </a:extLst>
          </p:cNvPr>
          <p:cNvGrpSpPr/>
          <p:nvPr/>
        </p:nvGrpSpPr>
        <p:grpSpPr>
          <a:xfrm>
            <a:off x="467743" y="2855717"/>
            <a:ext cx="361670" cy="361333"/>
            <a:chOff x="467743" y="2855717"/>
            <a:chExt cx="361670" cy="361333"/>
          </a:xfrm>
          <a:solidFill>
            <a:srgbClr val="012169"/>
          </a:solidFill>
        </p:grpSpPr>
        <p:sp>
          <p:nvSpPr>
            <p:cNvPr id="576" name="Graphic 4">
              <a:extLst>
                <a:ext uri="{FF2B5EF4-FFF2-40B4-BE49-F238E27FC236}">
                  <a16:creationId xmlns:a16="http://schemas.microsoft.com/office/drawing/2014/main" id="{00B871E1-5456-5F46-A3DE-8BA120DB7AEB}"/>
                </a:ext>
              </a:extLst>
            </p:cNvPr>
            <p:cNvSpPr/>
            <p:nvPr/>
          </p:nvSpPr>
          <p:spPr>
            <a:xfrm>
              <a:off x="467743"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8565 h 361333"/>
                <a:gd name="connsiteX6" fmla="*/ 12780 w 361670"/>
                <a:gd name="connsiteY6" fmla="*/ 180667 h 361333"/>
                <a:gd name="connsiteX7" fmla="*/ 180835 w 361670"/>
                <a:gd name="connsiteY7" fmla="*/ 12768 h 361333"/>
                <a:gd name="connsiteX8" fmla="*/ 348891 w 361670"/>
                <a:gd name="connsiteY8" fmla="*/ 180667 h 361333"/>
                <a:gd name="connsiteX9" fmla="*/ 180835 w 361670"/>
                <a:gd name="connsiteY9" fmla="*/ 3485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1670" y="80438"/>
                    <a:pt x="280518" y="0"/>
                    <a:pt x="180835" y="0"/>
                  </a:cubicBezTo>
                  <a:close/>
                  <a:moveTo>
                    <a:pt x="180835" y="348565"/>
                  </a:moveTo>
                  <a:cubicBezTo>
                    <a:pt x="88181" y="348565"/>
                    <a:pt x="12780" y="273234"/>
                    <a:pt x="12780" y="180667"/>
                  </a:cubicBezTo>
                  <a:cubicBezTo>
                    <a:pt x="12780" y="88099"/>
                    <a:pt x="88181" y="12768"/>
                    <a:pt x="180835" y="12768"/>
                  </a:cubicBezTo>
                  <a:cubicBezTo>
                    <a:pt x="273489" y="12768"/>
                    <a:pt x="348891" y="88099"/>
                    <a:pt x="348891" y="180667"/>
                  </a:cubicBezTo>
                  <a:cubicBezTo>
                    <a:pt x="348891" y="273234"/>
                    <a:pt x="273489" y="348565"/>
                    <a:pt x="180835" y="348565"/>
                  </a:cubicBezTo>
                  <a:close/>
                </a:path>
              </a:pathLst>
            </a:custGeom>
            <a:solidFill>
              <a:srgbClr val="012169"/>
            </a:solidFill>
            <a:ln w="6390" cap="flat">
              <a:noFill/>
              <a:prstDash val="solid"/>
              <a:miter/>
            </a:ln>
          </p:spPr>
          <p:txBody>
            <a:bodyPr rtlCol="0" anchor="ctr"/>
            <a:lstStyle/>
            <a:p>
              <a:endParaRPr lang="en-US"/>
            </a:p>
          </p:txBody>
        </p:sp>
        <p:sp>
          <p:nvSpPr>
            <p:cNvPr id="577" name="Graphic 4">
              <a:extLst>
                <a:ext uri="{FF2B5EF4-FFF2-40B4-BE49-F238E27FC236}">
                  <a16:creationId xmlns:a16="http://schemas.microsoft.com/office/drawing/2014/main" id="{346D46F8-C686-D444-8885-0D46681D3455}"/>
                </a:ext>
              </a:extLst>
            </p:cNvPr>
            <p:cNvSpPr/>
            <p:nvPr/>
          </p:nvSpPr>
          <p:spPr>
            <a:xfrm>
              <a:off x="554007" y="2919557"/>
              <a:ext cx="92015" cy="173644"/>
            </a:xfrm>
            <a:custGeom>
              <a:avLst/>
              <a:gdLst>
                <a:gd name="connsiteX0" fmla="*/ 30672 w 92015"/>
                <a:gd name="connsiteY0" fmla="*/ 164068 h 173644"/>
                <a:gd name="connsiteX1" fmla="*/ 42174 w 92015"/>
                <a:gd name="connsiteY1" fmla="*/ 172368 h 173644"/>
                <a:gd name="connsiteX2" fmla="*/ 46008 w 92015"/>
                <a:gd name="connsiteY2" fmla="*/ 173644 h 173644"/>
                <a:gd name="connsiteX3" fmla="*/ 51119 w 92015"/>
                <a:gd name="connsiteY3" fmla="*/ 171091 h 173644"/>
                <a:gd name="connsiteX4" fmla="*/ 49842 w 92015"/>
                <a:gd name="connsiteY4" fmla="*/ 162153 h 173644"/>
                <a:gd name="connsiteX5" fmla="*/ 40257 w 92015"/>
                <a:gd name="connsiteY5" fmla="*/ 155131 h 173644"/>
                <a:gd name="connsiteX6" fmla="*/ 35145 w 92015"/>
                <a:gd name="connsiteY6" fmla="*/ 130872 h 173644"/>
                <a:gd name="connsiteX7" fmla="*/ 31311 w 92015"/>
                <a:gd name="connsiteY7" fmla="*/ 124488 h 173644"/>
                <a:gd name="connsiteX8" fmla="*/ 30672 w 92015"/>
                <a:gd name="connsiteY8" fmla="*/ 124488 h 173644"/>
                <a:gd name="connsiteX9" fmla="*/ 13419 w 92015"/>
                <a:gd name="connsiteY9" fmla="*/ 112358 h 173644"/>
                <a:gd name="connsiteX10" fmla="*/ 13419 w 92015"/>
                <a:gd name="connsiteY10" fmla="*/ 97675 h 173644"/>
                <a:gd name="connsiteX11" fmla="*/ 16614 w 92015"/>
                <a:gd name="connsiteY11" fmla="*/ 94483 h 173644"/>
                <a:gd name="connsiteX12" fmla="*/ 23004 w 92015"/>
                <a:gd name="connsiteY12" fmla="*/ 96398 h 173644"/>
                <a:gd name="connsiteX13" fmla="*/ 24921 w 92015"/>
                <a:gd name="connsiteY13" fmla="*/ 98313 h 173644"/>
                <a:gd name="connsiteX14" fmla="*/ 31950 w 92015"/>
                <a:gd name="connsiteY14" fmla="*/ 102782 h 173644"/>
                <a:gd name="connsiteX15" fmla="*/ 38340 w 92015"/>
                <a:gd name="connsiteY15" fmla="*/ 102782 h 173644"/>
                <a:gd name="connsiteX16" fmla="*/ 41535 w 92015"/>
                <a:gd name="connsiteY16" fmla="*/ 97036 h 173644"/>
                <a:gd name="connsiteX17" fmla="*/ 41535 w 92015"/>
                <a:gd name="connsiteY17" fmla="*/ 84907 h 173644"/>
                <a:gd name="connsiteX18" fmla="*/ 54314 w 92015"/>
                <a:gd name="connsiteY18" fmla="*/ 68308 h 173644"/>
                <a:gd name="connsiteX19" fmla="*/ 54954 w 92015"/>
                <a:gd name="connsiteY19" fmla="*/ 68308 h 173644"/>
                <a:gd name="connsiteX20" fmla="*/ 68372 w 92015"/>
                <a:gd name="connsiteY20" fmla="*/ 40857 h 173644"/>
                <a:gd name="connsiteX21" fmla="*/ 92015 w 92015"/>
                <a:gd name="connsiteY21" fmla="*/ 6384 h 173644"/>
                <a:gd name="connsiteX22" fmla="*/ 85625 w 92015"/>
                <a:gd name="connsiteY22" fmla="*/ 0 h 173644"/>
                <a:gd name="connsiteX23" fmla="*/ 10863 w 92015"/>
                <a:gd name="connsiteY23" fmla="*/ 0 h 173644"/>
                <a:gd name="connsiteX24" fmla="*/ 4473 w 92015"/>
                <a:gd name="connsiteY24" fmla="*/ 6384 h 173644"/>
                <a:gd name="connsiteX25" fmla="*/ 10863 w 92015"/>
                <a:gd name="connsiteY25" fmla="*/ 12768 h 173644"/>
                <a:gd name="connsiteX26" fmla="*/ 77318 w 92015"/>
                <a:gd name="connsiteY26" fmla="*/ 12768 h 173644"/>
                <a:gd name="connsiteX27" fmla="*/ 58787 w 92015"/>
                <a:gd name="connsiteY27" fmla="*/ 31281 h 173644"/>
                <a:gd name="connsiteX28" fmla="*/ 54954 w 92015"/>
                <a:gd name="connsiteY28" fmla="*/ 34473 h 173644"/>
                <a:gd name="connsiteX29" fmla="*/ 54954 w 92015"/>
                <a:gd name="connsiteY29" fmla="*/ 39581 h 173644"/>
                <a:gd name="connsiteX30" fmla="*/ 49842 w 92015"/>
                <a:gd name="connsiteY30" fmla="*/ 56179 h 173644"/>
                <a:gd name="connsiteX31" fmla="*/ 28755 w 92015"/>
                <a:gd name="connsiteY31" fmla="*/ 83630 h 173644"/>
                <a:gd name="connsiteX32" fmla="*/ 15975 w 92015"/>
                <a:gd name="connsiteY32" fmla="*/ 80438 h 173644"/>
                <a:gd name="connsiteX33" fmla="*/ 0 w 92015"/>
                <a:gd name="connsiteY33" fmla="*/ 96398 h 173644"/>
                <a:gd name="connsiteX34" fmla="*/ 0 w 92015"/>
                <a:gd name="connsiteY34" fmla="*/ 111081 h 173644"/>
                <a:gd name="connsiteX35" fmla="*/ 22365 w 92015"/>
                <a:gd name="connsiteY35" fmla="*/ 133425 h 173644"/>
                <a:gd name="connsiteX36" fmla="*/ 30672 w 92015"/>
                <a:gd name="connsiteY36" fmla="*/ 164068 h 173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2015" h="173644">
                  <a:moveTo>
                    <a:pt x="30672" y="164068"/>
                  </a:moveTo>
                  <a:cubicBezTo>
                    <a:pt x="32589" y="165345"/>
                    <a:pt x="36423" y="168537"/>
                    <a:pt x="42174" y="172368"/>
                  </a:cubicBezTo>
                  <a:cubicBezTo>
                    <a:pt x="43452" y="173006"/>
                    <a:pt x="44730" y="173644"/>
                    <a:pt x="46008" y="173644"/>
                  </a:cubicBezTo>
                  <a:cubicBezTo>
                    <a:pt x="47925" y="173644"/>
                    <a:pt x="49842" y="173006"/>
                    <a:pt x="51119" y="171091"/>
                  </a:cubicBezTo>
                  <a:cubicBezTo>
                    <a:pt x="53036" y="167899"/>
                    <a:pt x="52398" y="164068"/>
                    <a:pt x="49842" y="162153"/>
                  </a:cubicBezTo>
                  <a:cubicBezTo>
                    <a:pt x="44730" y="158323"/>
                    <a:pt x="40896" y="155769"/>
                    <a:pt x="40257" y="155131"/>
                  </a:cubicBezTo>
                  <a:cubicBezTo>
                    <a:pt x="38340" y="152577"/>
                    <a:pt x="35145" y="140448"/>
                    <a:pt x="35145" y="130872"/>
                  </a:cubicBezTo>
                  <a:cubicBezTo>
                    <a:pt x="35145" y="128318"/>
                    <a:pt x="33867" y="125764"/>
                    <a:pt x="31311" y="124488"/>
                  </a:cubicBezTo>
                  <a:lnTo>
                    <a:pt x="30672" y="124488"/>
                  </a:lnTo>
                  <a:cubicBezTo>
                    <a:pt x="15336" y="118742"/>
                    <a:pt x="13419" y="114273"/>
                    <a:pt x="13419" y="112358"/>
                  </a:cubicBezTo>
                  <a:lnTo>
                    <a:pt x="13419" y="97675"/>
                  </a:lnTo>
                  <a:cubicBezTo>
                    <a:pt x="13419" y="94483"/>
                    <a:pt x="15975" y="94483"/>
                    <a:pt x="16614" y="94483"/>
                  </a:cubicBezTo>
                  <a:cubicBezTo>
                    <a:pt x="21726" y="94483"/>
                    <a:pt x="22365" y="95121"/>
                    <a:pt x="23004" y="96398"/>
                  </a:cubicBezTo>
                  <a:cubicBezTo>
                    <a:pt x="23643" y="97036"/>
                    <a:pt x="24282" y="97675"/>
                    <a:pt x="24921" y="98313"/>
                  </a:cubicBezTo>
                  <a:lnTo>
                    <a:pt x="31950" y="102782"/>
                  </a:lnTo>
                  <a:cubicBezTo>
                    <a:pt x="33867" y="104059"/>
                    <a:pt x="36423" y="104059"/>
                    <a:pt x="38340" y="102782"/>
                  </a:cubicBezTo>
                  <a:cubicBezTo>
                    <a:pt x="40257" y="101505"/>
                    <a:pt x="41535" y="99590"/>
                    <a:pt x="41535" y="97036"/>
                  </a:cubicBezTo>
                  <a:lnTo>
                    <a:pt x="41535" y="84907"/>
                  </a:lnTo>
                  <a:cubicBezTo>
                    <a:pt x="41535" y="78523"/>
                    <a:pt x="42813" y="71500"/>
                    <a:pt x="54314" y="68308"/>
                  </a:cubicBezTo>
                  <a:cubicBezTo>
                    <a:pt x="54314" y="68308"/>
                    <a:pt x="54954" y="68308"/>
                    <a:pt x="54954" y="68308"/>
                  </a:cubicBezTo>
                  <a:cubicBezTo>
                    <a:pt x="65177" y="63201"/>
                    <a:pt x="70289" y="52349"/>
                    <a:pt x="68372" y="40857"/>
                  </a:cubicBezTo>
                  <a:cubicBezTo>
                    <a:pt x="78596" y="34473"/>
                    <a:pt x="92015" y="19790"/>
                    <a:pt x="92015" y="6384"/>
                  </a:cubicBezTo>
                  <a:cubicBezTo>
                    <a:pt x="92015" y="2554"/>
                    <a:pt x="89459" y="0"/>
                    <a:pt x="85625" y="0"/>
                  </a:cubicBezTo>
                  <a:lnTo>
                    <a:pt x="10863" y="0"/>
                  </a:lnTo>
                  <a:cubicBezTo>
                    <a:pt x="7029" y="0"/>
                    <a:pt x="4473" y="2554"/>
                    <a:pt x="4473" y="6384"/>
                  </a:cubicBezTo>
                  <a:cubicBezTo>
                    <a:pt x="4473" y="10214"/>
                    <a:pt x="7029" y="12768"/>
                    <a:pt x="10863" y="12768"/>
                  </a:cubicBezTo>
                  <a:lnTo>
                    <a:pt x="77318" y="12768"/>
                  </a:lnTo>
                  <a:cubicBezTo>
                    <a:pt x="73484" y="21067"/>
                    <a:pt x="63260" y="30005"/>
                    <a:pt x="58787" y="31281"/>
                  </a:cubicBezTo>
                  <a:cubicBezTo>
                    <a:pt x="56870" y="31920"/>
                    <a:pt x="55592" y="33197"/>
                    <a:pt x="54954" y="34473"/>
                  </a:cubicBezTo>
                  <a:cubicBezTo>
                    <a:pt x="54314" y="36389"/>
                    <a:pt x="54314" y="37665"/>
                    <a:pt x="54954" y="39581"/>
                  </a:cubicBezTo>
                  <a:cubicBezTo>
                    <a:pt x="58148" y="47241"/>
                    <a:pt x="54954" y="54264"/>
                    <a:pt x="49842" y="56179"/>
                  </a:cubicBezTo>
                  <a:cubicBezTo>
                    <a:pt x="36423" y="60648"/>
                    <a:pt x="28755" y="70224"/>
                    <a:pt x="28755" y="83630"/>
                  </a:cubicBezTo>
                  <a:cubicBezTo>
                    <a:pt x="24282" y="80438"/>
                    <a:pt x="19809" y="80438"/>
                    <a:pt x="15975" y="80438"/>
                  </a:cubicBezTo>
                  <a:cubicBezTo>
                    <a:pt x="6390" y="80438"/>
                    <a:pt x="0" y="87460"/>
                    <a:pt x="0" y="96398"/>
                  </a:cubicBezTo>
                  <a:lnTo>
                    <a:pt x="0" y="111081"/>
                  </a:lnTo>
                  <a:cubicBezTo>
                    <a:pt x="0" y="123211"/>
                    <a:pt x="13419" y="130233"/>
                    <a:pt x="22365" y="133425"/>
                  </a:cubicBezTo>
                  <a:cubicBezTo>
                    <a:pt x="22365" y="145555"/>
                    <a:pt x="26199" y="160238"/>
                    <a:pt x="30672" y="164068"/>
                  </a:cubicBezTo>
                  <a:close/>
                </a:path>
              </a:pathLst>
            </a:custGeom>
            <a:solidFill>
              <a:srgbClr val="012169"/>
            </a:solidFill>
            <a:ln w="6390" cap="flat">
              <a:noFill/>
              <a:prstDash val="solid"/>
              <a:miter/>
            </a:ln>
          </p:spPr>
          <p:txBody>
            <a:bodyPr rtlCol="0" anchor="ctr"/>
            <a:lstStyle/>
            <a:p>
              <a:endParaRPr lang="en-US"/>
            </a:p>
          </p:txBody>
        </p:sp>
        <p:sp>
          <p:nvSpPr>
            <p:cNvPr id="578" name="Graphic 4">
              <a:extLst>
                <a:ext uri="{FF2B5EF4-FFF2-40B4-BE49-F238E27FC236}">
                  <a16:creationId xmlns:a16="http://schemas.microsoft.com/office/drawing/2014/main" id="{0F495CF7-3EC4-1F45-9604-DB0C8B7C2021}"/>
                </a:ext>
              </a:extLst>
            </p:cNvPr>
            <p:cNvSpPr/>
            <p:nvPr/>
          </p:nvSpPr>
          <p:spPr>
            <a:xfrm>
              <a:off x="621101" y="2991696"/>
              <a:ext cx="22364" cy="31919"/>
            </a:xfrm>
            <a:custGeom>
              <a:avLst/>
              <a:gdLst>
                <a:gd name="connsiteX0" fmla="*/ 1917 w 22364"/>
                <a:gd name="connsiteY0" fmla="*/ 30005 h 31919"/>
                <a:gd name="connsiteX1" fmla="*/ 6390 w 22364"/>
                <a:gd name="connsiteY1" fmla="*/ 31920 h 31919"/>
                <a:gd name="connsiteX2" fmla="*/ 10863 w 22364"/>
                <a:gd name="connsiteY2" fmla="*/ 30005 h 31919"/>
                <a:gd name="connsiteX3" fmla="*/ 20448 w 22364"/>
                <a:gd name="connsiteY3" fmla="*/ 20429 h 31919"/>
                <a:gd name="connsiteX4" fmla="*/ 20448 w 22364"/>
                <a:gd name="connsiteY4" fmla="*/ 11491 h 31919"/>
                <a:gd name="connsiteX5" fmla="*/ 10863 w 22364"/>
                <a:gd name="connsiteY5" fmla="*/ 1915 h 31919"/>
                <a:gd name="connsiteX6" fmla="*/ 1917 w 22364"/>
                <a:gd name="connsiteY6" fmla="*/ 1915 h 31919"/>
                <a:gd name="connsiteX7" fmla="*/ 1917 w 22364"/>
                <a:gd name="connsiteY7" fmla="*/ 10853 h 31919"/>
                <a:gd name="connsiteX8" fmla="*/ 7029 w 22364"/>
                <a:gd name="connsiteY8" fmla="*/ 15960 h 31919"/>
                <a:gd name="connsiteX9" fmla="*/ 1917 w 22364"/>
                <a:gd name="connsiteY9" fmla="*/ 21067 h 31919"/>
                <a:gd name="connsiteX10" fmla="*/ 1917 w 22364"/>
                <a:gd name="connsiteY10" fmla="*/ 30005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64" h="31919">
                  <a:moveTo>
                    <a:pt x="1917" y="30005"/>
                  </a:moveTo>
                  <a:cubicBezTo>
                    <a:pt x="3195" y="31282"/>
                    <a:pt x="5112" y="31920"/>
                    <a:pt x="6390" y="31920"/>
                  </a:cubicBezTo>
                  <a:cubicBezTo>
                    <a:pt x="7668" y="31920"/>
                    <a:pt x="9585" y="31282"/>
                    <a:pt x="10863" y="30005"/>
                  </a:cubicBezTo>
                  <a:lnTo>
                    <a:pt x="20448" y="20429"/>
                  </a:lnTo>
                  <a:cubicBezTo>
                    <a:pt x="23004" y="17875"/>
                    <a:pt x="23004" y="14045"/>
                    <a:pt x="20448" y="11491"/>
                  </a:cubicBezTo>
                  <a:lnTo>
                    <a:pt x="10863" y="1915"/>
                  </a:lnTo>
                  <a:cubicBezTo>
                    <a:pt x="8307" y="-638"/>
                    <a:pt x="4473" y="-638"/>
                    <a:pt x="1917" y="1915"/>
                  </a:cubicBezTo>
                  <a:cubicBezTo>
                    <a:pt x="-639" y="4469"/>
                    <a:pt x="-639" y="8299"/>
                    <a:pt x="1917" y="10853"/>
                  </a:cubicBezTo>
                  <a:lnTo>
                    <a:pt x="7029" y="15960"/>
                  </a:lnTo>
                  <a:lnTo>
                    <a:pt x="1917" y="21067"/>
                  </a:lnTo>
                  <a:cubicBezTo>
                    <a:pt x="-639" y="23621"/>
                    <a:pt x="-639" y="27451"/>
                    <a:pt x="1917" y="30005"/>
                  </a:cubicBezTo>
                  <a:close/>
                </a:path>
              </a:pathLst>
            </a:custGeom>
            <a:solidFill>
              <a:srgbClr val="012169"/>
            </a:solidFill>
            <a:ln w="6390" cap="flat">
              <a:noFill/>
              <a:prstDash val="solid"/>
              <a:miter/>
            </a:ln>
          </p:spPr>
          <p:txBody>
            <a:bodyPr rtlCol="0" anchor="ctr"/>
            <a:lstStyle/>
            <a:p>
              <a:endParaRPr lang="en-US"/>
            </a:p>
          </p:txBody>
        </p:sp>
        <p:sp>
          <p:nvSpPr>
            <p:cNvPr id="579" name="Graphic 4">
              <a:extLst>
                <a:ext uri="{FF2B5EF4-FFF2-40B4-BE49-F238E27FC236}">
                  <a16:creationId xmlns:a16="http://schemas.microsoft.com/office/drawing/2014/main" id="{8806480F-6F70-8D4B-B01C-EC2F7D80E022}"/>
                </a:ext>
              </a:extLst>
            </p:cNvPr>
            <p:cNvSpPr/>
            <p:nvPr/>
          </p:nvSpPr>
          <p:spPr>
            <a:xfrm>
              <a:off x="683723" y="2967437"/>
              <a:ext cx="37061" cy="12767"/>
            </a:xfrm>
            <a:custGeom>
              <a:avLst/>
              <a:gdLst>
                <a:gd name="connsiteX0" fmla="*/ 6390 w 37061"/>
                <a:gd name="connsiteY0" fmla="*/ 0 h 12767"/>
                <a:gd name="connsiteX1" fmla="*/ 0 w 37061"/>
                <a:gd name="connsiteY1" fmla="*/ 6384 h 12767"/>
                <a:gd name="connsiteX2" fmla="*/ 6390 w 37061"/>
                <a:gd name="connsiteY2" fmla="*/ 12768 h 12767"/>
                <a:gd name="connsiteX3" fmla="*/ 30672 w 37061"/>
                <a:gd name="connsiteY3" fmla="*/ 12768 h 12767"/>
                <a:gd name="connsiteX4" fmla="*/ 37062 w 37061"/>
                <a:gd name="connsiteY4" fmla="*/ 6384 h 12767"/>
                <a:gd name="connsiteX5" fmla="*/ 30672 w 37061"/>
                <a:gd name="connsiteY5" fmla="*/ 0 h 12767"/>
                <a:gd name="connsiteX6" fmla="*/ 6390 w 37061"/>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61" h="12767">
                  <a:moveTo>
                    <a:pt x="6390" y="0"/>
                  </a:moveTo>
                  <a:cubicBezTo>
                    <a:pt x="2556" y="0"/>
                    <a:pt x="0" y="2554"/>
                    <a:pt x="0" y="6384"/>
                  </a:cubicBezTo>
                  <a:cubicBezTo>
                    <a:pt x="0" y="10214"/>
                    <a:pt x="2556" y="12768"/>
                    <a:pt x="6390" y="12768"/>
                  </a:cubicBezTo>
                  <a:lnTo>
                    <a:pt x="30672" y="12768"/>
                  </a:lnTo>
                  <a:cubicBezTo>
                    <a:pt x="34506" y="12768"/>
                    <a:pt x="37062" y="10214"/>
                    <a:pt x="37062" y="6384"/>
                  </a:cubicBezTo>
                  <a:cubicBezTo>
                    <a:pt x="37062" y="2554"/>
                    <a:pt x="34506" y="0"/>
                    <a:pt x="30672" y="0"/>
                  </a:cubicBezTo>
                  <a:lnTo>
                    <a:pt x="6390" y="0"/>
                  </a:lnTo>
                  <a:close/>
                </a:path>
              </a:pathLst>
            </a:custGeom>
            <a:solidFill>
              <a:srgbClr val="012169"/>
            </a:solidFill>
            <a:ln w="6390" cap="flat">
              <a:noFill/>
              <a:prstDash val="solid"/>
              <a:miter/>
            </a:ln>
          </p:spPr>
          <p:txBody>
            <a:bodyPr rtlCol="0" anchor="ctr"/>
            <a:lstStyle/>
            <a:p>
              <a:endParaRPr lang="en-US"/>
            </a:p>
          </p:txBody>
        </p:sp>
        <p:sp>
          <p:nvSpPr>
            <p:cNvPr id="580" name="Graphic 4">
              <a:extLst>
                <a:ext uri="{FF2B5EF4-FFF2-40B4-BE49-F238E27FC236}">
                  <a16:creationId xmlns:a16="http://schemas.microsoft.com/office/drawing/2014/main" id="{FA0D9133-D24D-794C-8525-5F027413681D}"/>
                </a:ext>
              </a:extLst>
            </p:cNvPr>
            <p:cNvSpPr/>
            <p:nvPr/>
          </p:nvSpPr>
          <p:spPr>
            <a:xfrm>
              <a:off x="678172" y="2933801"/>
              <a:ext cx="37301" cy="27251"/>
            </a:xfrm>
            <a:custGeom>
              <a:avLst/>
              <a:gdLst>
                <a:gd name="connsiteX0" fmla="*/ 6829 w 37301"/>
                <a:gd name="connsiteY0" fmla="*/ 27252 h 27251"/>
                <a:gd name="connsiteX1" fmla="*/ 10024 w 37301"/>
                <a:gd name="connsiteY1" fmla="*/ 26613 h 27251"/>
                <a:gd name="connsiteX2" fmla="*/ 34306 w 37301"/>
                <a:gd name="connsiteY2" fmla="*/ 11930 h 27251"/>
                <a:gd name="connsiteX3" fmla="*/ 36223 w 37301"/>
                <a:gd name="connsiteY3" fmla="*/ 2992 h 27251"/>
                <a:gd name="connsiteX4" fmla="*/ 27277 w 37301"/>
                <a:gd name="connsiteY4" fmla="*/ 1077 h 27251"/>
                <a:gd name="connsiteX5" fmla="*/ 2995 w 37301"/>
                <a:gd name="connsiteY5" fmla="*/ 15760 h 27251"/>
                <a:gd name="connsiteX6" fmla="*/ 1078 w 37301"/>
                <a:gd name="connsiteY6" fmla="*/ 24698 h 27251"/>
                <a:gd name="connsiteX7" fmla="*/ 6829 w 37301"/>
                <a:gd name="connsiteY7" fmla="*/ 27252 h 2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01" h="27251">
                  <a:moveTo>
                    <a:pt x="6829" y="27252"/>
                  </a:moveTo>
                  <a:cubicBezTo>
                    <a:pt x="8107" y="27252"/>
                    <a:pt x="9385" y="27252"/>
                    <a:pt x="10024" y="26613"/>
                  </a:cubicBezTo>
                  <a:lnTo>
                    <a:pt x="34306" y="11930"/>
                  </a:lnTo>
                  <a:cubicBezTo>
                    <a:pt x="37501" y="10015"/>
                    <a:pt x="38140" y="6184"/>
                    <a:pt x="36223" y="2992"/>
                  </a:cubicBezTo>
                  <a:cubicBezTo>
                    <a:pt x="34306" y="-200"/>
                    <a:pt x="30472" y="-838"/>
                    <a:pt x="27277" y="1077"/>
                  </a:cubicBezTo>
                  <a:lnTo>
                    <a:pt x="2995" y="15760"/>
                  </a:lnTo>
                  <a:cubicBezTo>
                    <a:pt x="-200" y="17676"/>
                    <a:pt x="-839" y="21506"/>
                    <a:pt x="1078" y="24698"/>
                  </a:cubicBezTo>
                  <a:cubicBezTo>
                    <a:pt x="2356" y="25975"/>
                    <a:pt x="4912" y="27252"/>
                    <a:pt x="6829" y="27252"/>
                  </a:cubicBezTo>
                  <a:close/>
                </a:path>
              </a:pathLst>
            </a:custGeom>
            <a:solidFill>
              <a:srgbClr val="012169"/>
            </a:solidFill>
            <a:ln w="6390" cap="flat">
              <a:noFill/>
              <a:prstDash val="solid"/>
              <a:miter/>
            </a:ln>
          </p:spPr>
          <p:txBody>
            <a:bodyPr rtlCol="0" anchor="ctr"/>
            <a:lstStyle/>
            <a:p>
              <a:endParaRPr lang="en-US"/>
            </a:p>
          </p:txBody>
        </p:sp>
        <p:sp>
          <p:nvSpPr>
            <p:cNvPr id="581" name="Graphic 4">
              <a:extLst>
                <a:ext uri="{FF2B5EF4-FFF2-40B4-BE49-F238E27FC236}">
                  <a16:creationId xmlns:a16="http://schemas.microsoft.com/office/drawing/2014/main" id="{1712308B-E199-3840-9055-591F049FD7EA}"/>
                </a:ext>
              </a:extLst>
            </p:cNvPr>
            <p:cNvSpPr/>
            <p:nvPr/>
          </p:nvSpPr>
          <p:spPr>
            <a:xfrm>
              <a:off x="678810" y="2986305"/>
              <a:ext cx="37145" cy="27734"/>
            </a:xfrm>
            <a:custGeom>
              <a:avLst/>
              <a:gdLst>
                <a:gd name="connsiteX0" fmla="*/ 2995 w 37145"/>
                <a:gd name="connsiteY0" fmla="*/ 12413 h 27734"/>
                <a:gd name="connsiteX1" fmla="*/ 27277 w 37145"/>
                <a:gd name="connsiteY1" fmla="*/ 27096 h 27734"/>
                <a:gd name="connsiteX2" fmla="*/ 30472 w 37145"/>
                <a:gd name="connsiteY2" fmla="*/ 27735 h 27734"/>
                <a:gd name="connsiteX3" fmla="*/ 36223 w 37145"/>
                <a:gd name="connsiteY3" fmla="*/ 24543 h 27734"/>
                <a:gd name="connsiteX4" fmla="*/ 34306 w 37145"/>
                <a:gd name="connsiteY4" fmla="*/ 15605 h 27734"/>
                <a:gd name="connsiteX5" fmla="*/ 10024 w 37145"/>
                <a:gd name="connsiteY5" fmla="*/ 922 h 27734"/>
                <a:gd name="connsiteX6" fmla="*/ 1078 w 37145"/>
                <a:gd name="connsiteY6" fmla="*/ 2837 h 27734"/>
                <a:gd name="connsiteX7" fmla="*/ 2995 w 37145"/>
                <a:gd name="connsiteY7" fmla="*/ 12413 h 27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145" h="27734">
                  <a:moveTo>
                    <a:pt x="2995" y="12413"/>
                  </a:moveTo>
                  <a:lnTo>
                    <a:pt x="27277" y="27096"/>
                  </a:lnTo>
                  <a:cubicBezTo>
                    <a:pt x="28555" y="27735"/>
                    <a:pt x="29194" y="27735"/>
                    <a:pt x="30472" y="27735"/>
                  </a:cubicBezTo>
                  <a:cubicBezTo>
                    <a:pt x="32389" y="27735"/>
                    <a:pt x="34945" y="26458"/>
                    <a:pt x="36223" y="24543"/>
                  </a:cubicBezTo>
                  <a:cubicBezTo>
                    <a:pt x="38140" y="21351"/>
                    <a:pt x="36862" y="17520"/>
                    <a:pt x="34306" y="15605"/>
                  </a:cubicBezTo>
                  <a:lnTo>
                    <a:pt x="10024" y="922"/>
                  </a:lnTo>
                  <a:cubicBezTo>
                    <a:pt x="6829" y="-993"/>
                    <a:pt x="2995" y="284"/>
                    <a:pt x="1078" y="2837"/>
                  </a:cubicBezTo>
                  <a:cubicBezTo>
                    <a:pt x="-839" y="6668"/>
                    <a:pt x="-200" y="10498"/>
                    <a:pt x="2995" y="12413"/>
                  </a:cubicBezTo>
                  <a:close/>
                </a:path>
              </a:pathLst>
            </a:custGeom>
            <a:solidFill>
              <a:srgbClr val="012169"/>
            </a:solidFill>
            <a:ln w="6390" cap="flat">
              <a:noFill/>
              <a:prstDash val="solid"/>
              <a:miter/>
            </a:ln>
          </p:spPr>
          <p:txBody>
            <a:bodyPr rtlCol="0" anchor="ctr"/>
            <a:lstStyle/>
            <a:p>
              <a:endParaRPr lang="en-US"/>
            </a:p>
          </p:txBody>
        </p:sp>
        <p:sp>
          <p:nvSpPr>
            <p:cNvPr id="582" name="Graphic 4">
              <a:extLst>
                <a:ext uri="{FF2B5EF4-FFF2-40B4-BE49-F238E27FC236}">
                  <a16:creationId xmlns:a16="http://schemas.microsoft.com/office/drawing/2014/main" id="{55D16FA6-EEBB-0844-BC4F-F194BCCB6609}"/>
                </a:ext>
              </a:extLst>
            </p:cNvPr>
            <p:cNvSpPr/>
            <p:nvPr/>
          </p:nvSpPr>
          <p:spPr>
            <a:xfrm>
              <a:off x="574655" y="2947172"/>
              <a:ext cx="183431" cy="208393"/>
            </a:xfrm>
            <a:custGeom>
              <a:avLst/>
              <a:gdLst>
                <a:gd name="connsiteX0" fmla="*/ 171690 w 183431"/>
                <a:gd name="connsiteY0" fmla="*/ 128155 h 208393"/>
                <a:gd name="connsiteX1" fmla="*/ 110346 w 183431"/>
                <a:gd name="connsiteY1" fmla="*/ 70699 h 208393"/>
                <a:gd name="connsiteX2" fmla="*/ 102678 w 183431"/>
                <a:gd name="connsiteY2" fmla="*/ 69422 h 208393"/>
                <a:gd name="connsiteX3" fmla="*/ 97566 w 183431"/>
                <a:gd name="connsiteY3" fmla="*/ 72614 h 208393"/>
                <a:gd name="connsiteX4" fmla="*/ 86064 w 183431"/>
                <a:gd name="connsiteY4" fmla="*/ 55378 h 208393"/>
                <a:gd name="connsiteX5" fmla="*/ 86064 w 183431"/>
                <a:gd name="connsiteY5" fmla="*/ 52824 h 208393"/>
                <a:gd name="connsiteX6" fmla="*/ 84786 w 183431"/>
                <a:gd name="connsiteY6" fmla="*/ 29203 h 208393"/>
                <a:gd name="connsiteX7" fmla="*/ 72646 w 183431"/>
                <a:gd name="connsiteY7" fmla="*/ 2390 h 208393"/>
                <a:gd name="connsiteX8" fmla="*/ 63700 w 183431"/>
                <a:gd name="connsiteY8" fmla="*/ 1114 h 208393"/>
                <a:gd name="connsiteX9" fmla="*/ 62422 w 183431"/>
                <a:gd name="connsiteY9" fmla="*/ 10051 h 208393"/>
                <a:gd name="connsiteX10" fmla="*/ 72646 w 183431"/>
                <a:gd name="connsiteY10" fmla="*/ 31757 h 208393"/>
                <a:gd name="connsiteX11" fmla="*/ 73924 w 183431"/>
                <a:gd name="connsiteY11" fmla="*/ 52186 h 208393"/>
                <a:gd name="connsiteX12" fmla="*/ 73924 w 183431"/>
                <a:gd name="connsiteY12" fmla="*/ 56654 h 208393"/>
                <a:gd name="connsiteX13" fmla="*/ 89259 w 183431"/>
                <a:gd name="connsiteY13" fmla="*/ 82829 h 208393"/>
                <a:gd name="connsiteX14" fmla="*/ 89259 w 183431"/>
                <a:gd name="connsiteY14" fmla="*/ 82829 h 208393"/>
                <a:gd name="connsiteX15" fmla="*/ 86703 w 183431"/>
                <a:gd name="connsiteY15" fmla="*/ 90489 h 208393"/>
                <a:gd name="connsiteX16" fmla="*/ 80953 w 183431"/>
                <a:gd name="connsiteY16" fmla="*/ 93681 h 208393"/>
                <a:gd name="connsiteX17" fmla="*/ 67534 w 183431"/>
                <a:gd name="connsiteY17" fmla="*/ 115387 h 208393"/>
                <a:gd name="connsiteX18" fmla="*/ 53476 w 183431"/>
                <a:gd name="connsiteY18" fmla="*/ 108364 h 208393"/>
                <a:gd name="connsiteX19" fmla="*/ 48364 w 183431"/>
                <a:gd name="connsiteY19" fmla="*/ 110918 h 208393"/>
                <a:gd name="connsiteX20" fmla="*/ 34306 w 183431"/>
                <a:gd name="connsiteY20" fmla="*/ 136454 h 208393"/>
                <a:gd name="connsiteX21" fmla="*/ 33028 w 183431"/>
                <a:gd name="connsiteY21" fmla="*/ 151775 h 208393"/>
                <a:gd name="connsiteX22" fmla="*/ 33028 w 183431"/>
                <a:gd name="connsiteY22" fmla="*/ 157521 h 208393"/>
                <a:gd name="connsiteX23" fmla="*/ 24721 w 183431"/>
                <a:gd name="connsiteY23" fmla="*/ 159436 h 208393"/>
                <a:gd name="connsiteX24" fmla="*/ 1078 w 183431"/>
                <a:gd name="connsiteY24" fmla="*/ 197740 h 208393"/>
                <a:gd name="connsiteX25" fmla="*/ 2995 w 183431"/>
                <a:gd name="connsiteY25" fmla="*/ 206678 h 208393"/>
                <a:gd name="connsiteX26" fmla="*/ 6190 w 183431"/>
                <a:gd name="connsiteY26" fmla="*/ 207955 h 208393"/>
                <a:gd name="connsiteX27" fmla="*/ 11302 w 183431"/>
                <a:gd name="connsiteY27" fmla="*/ 204763 h 208393"/>
                <a:gd name="connsiteX28" fmla="*/ 31750 w 183431"/>
                <a:gd name="connsiteY28" fmla="*/ 172204 h 208393"/>
                <a:gd name="connsiteX29" fmla="*/ 33667 w 183431"/>
                <a:gd name="connsiteY29" fmla="*/ 173481 h 208393"/>
                <a:gd name="connsiteX30" fmla="*/ 33667 w 183431"/>
                <a:gd name="connsiteY30" fmla="*/ 173481 h 208393"/>
                <a:gd name="connsiteX31" fmla="*/ 33667 w 183431"/>
                <a:gd name="connsiteY31" fmla="*/ 173481 h 208393"/>
                <a:gd name="connsiteX32" fmla="*/ 70729 w 183431"/>
                <a:gd name="connsiteY32" fmla="*/ 196463 h 208393"/>
                <a:gd name="connsiteX33" fmla="*/ 69451 w 183431"/>
                <a:gd name="connsiteY33" fmla="*/ 198379 h 208393"/>
                <a:gd name="connsiteX34" fmla="*/ 71368 w 183431"/>
                <a:gd name="connsiteY34" fmla="*/ 207316 h 208393"/>
                <a:gd name="connsiteX35" fmla="*/ 80314 w 183431"/>
                <a:gd name="connsiteY35" fmla="*/ 205401 h 208393"/>
                <a:gd name="connsiteX36" fmla="*/ 84786 w 183431"/>
                <a:gd name="connsiteY36" fmla="*/ 198379 h 208393"/>
                <a:gd name="connsiteX37" fmla="*/ 85425 w 183431"/>
                <a:gd name="connsiteY37" fmla="*/ 193271 h 208393"/>
                <a:gd name="connsiteX38" fmla="*/ 82870 w 183431"/>
                <a:gd name="connsiteY38" fmla="*/ 189441 h 208393"/>
                <a:gd name="connsiteX39" fmla="*/ 81591 w 183431"/>
                <a:gd name="connsiteY39" fmla="*/ 188803 h 208393"/>
                <a:gd name="connsiteX40" fmla="*/ 84147 w 183431"/>
                <a:gd name="connsiteY40" fmla="*/ 186887 h 208393"/>
                <a:gd name="connsiteX41" fmla="*/ 91815 w 183431"/>
                <a:gd name="connsiteY41" fmla="*/ 179227 h 208393"/>
                <a:gd name="connsiteX42" fmla="*/ 119292 w 183431"/>
                <a:gd name="connsiteY42" fmla="*/ 137731 h 208393"/>
                <a:gd name="connsiteX43" fmla="*/ 100122 w 183431"/>
                <a:gd name="connsiteY43" fmla="*/ 95597 h 208393"/>
                <a:gd name="connsiteX44" fmla="*/ 105873 w 183431"/>
                <a:gd name="connsiteY44" fmla="*/ 84744 h 208393"/>
                <a:gd name="connsiteX45" fmla="*/ 164661 w 183431"/>
                <a:gd name="connsiteY45" fmla="*/ 139646 h 208393"/>
                <a:gd name="connsiteX46" fmla="*/ 169134 w 183431"/>
                <a:gd name="connsiteY46" fmla="*/ 143476 h 208393"/>
                <a:gd name="connsiteX47" fmla="*/ 148047 w 183431"/>
                <a:gd name="connsiteY47" fmla="*/ 172204 h 208393"/>
                <a:gd name="connsiteX48" fmla="*/ 144852 w 183431"/>
                <a:gd name="connsiteY48" fmla="*/ 165820 h 208393"/>
                <a:gd name="connsiteX49" fmla="*/ 151881 w 183431"/>
                <a:gd name="connsiteY49" fmla="*/ 159436 h 208393"/>
                <a:gd name="connsiteX50" fmla="*/ 153798 w 183431"/>
                <a:gd name="connsiteY50" fmla="*/ 154967 h 208393"/>
                <a:gd name="connsiteX51" fmla="*/ 151881 w 183431"/>
                <a:gd name="connsiteY51" fmla="*/ 150499 h 208393"/>
                <a:gd name="connsiteX52" fmla="*/ 134628 w 183431"/>
                <a:gd name="connsiteY52" fmla="*/ 131347 h 208393"/>
                <a:gd name="connsiteX53" fmla="*/ 125682 w 183431"/>
                <a:gd name="connsiteY53" fmla="*/ 130708 h 208393"/>
                <a:gd name="connsiteX54" fmla="*/ 125043 w 183431"/>
                <a:gd name="connsiteY54" fmla="*/ 139646 h 208393"/>
                <a:gd name="connsiteX55" fmla="*/ 138462 w 183431"/>
                <a:gd name="connsiteY55" fmla="*/ 154329 h 208393"/>
                <a:gd name="connsiteX56" fmla="*/ 124404 w 183431"/>
                <a:gd name="connsiteY56" fmla="*/ 166459 h 208393"/>
                <a:gd name="connsiteX57" fmla="*/ 121848 w 183431"/>
                <a:gd name="connsiteY57" fmla="*/ 158798 h 208393"/>
                <a:gd name="connsiteX58" fmla="*/ 113541 w 183431"/>
                <a:gd name="connsiteY58" fmla="*/ 154967 h 208393"/>
                <a:gd name="connsiteX59" fmla="*/ 109707 w 183431"/>
                <a:gd name="connsiteY59" fmla="*/ 163267 h 208393"/>
                <a:gd name="connsiteX60" fmla="*/ 115458 w 183431"/>
                <a:gd name="connsiteY60" fmla="*/ 179865 h 208393"/>
                <a:gd name="connsiteX61" fmla="*/ 119931 w 183431"/>
                <a:gd name="connsiteY61" fmla="*/ 183695 h 208393"/>
                <a:gd name="connsiteX62" fmla="*/ 121209 w 183431"/>
                <a:gd name="connsiteY62" fmla="*/ 183695 h 208393"/>
                <a:gd name="connsiteX63" fmla="*/ 125682 w 183431"/>
                <a:gd name="connsiteY63" fmla="*/ 181780 h 208393"/>
                <a:gd name="connsiteX64" fmla="*/ 134628 w 183431"/>
                <a:gd name="connsiteY64" fmla="*/ 173481 h 208393"/>
                <a:gd name="connsiteX65" fmla="*/ 140379 w 183431"/>
                <a:gd name="connsiteY65" fmla="*/ 184972 h 208393"/>
                <a:gd name="connsiteX66" fmla="*/ 144852 w 183431"/>
                <a:gd name="connsiteY66" fmla="*/ 188164 h 208393"/>
                <a:gd name="connsiteX67" fmla="*/ 146130 w 183431"/>
                <a:gd name="connsiteY67" fmla="*/ 188164 h 208393"/>
                <a:gd name="connsiteX68" fmla="*/ 150603 w 183431"/>
                <a:gd name="connsiteY68" fmla="*/ 186249 h 208393"/>
                <a:gd name="connsiteX69" fmla="*/ 183191 w 183431"/>
                <a:gd name="connsiteY69" fmla="*/ 142200 h 208393"/>
                <a:gd name="connsiteX70" fmla="*/ 181275 w 183431"/>
                <a:gd name="connsiteY70" fmla="*/ 135816 h 208393"/>
                <a:gd name="connsiteX71" fmla="*/ 171690 w 183431"/>
                <a:gd name="connsiteY71" fmla="*/ 128155 h 208393"/>
                <a:gd name="connsiteX72" fmla="*/ 107151 w 183431"/>
                <a:gd name="connsiteY72" fmla="*/ 129432 h 208393"/>
                <a:gd name="connsiteX73" fmla="*/ 80953 w 183431"/>
                <a:gd name="connsiteY73" fmla="*/ 169651 h 208393"/>
                <a:gd name="connsiteX74" fmla="*/ 75202 w 183431"/>
                <a:gd name="connsiteY74" fmla="*/ 174758 h 208393"/>
                <a:gd name="connsiteX75" fmla="*/ 70090 w 183431"/>
                <a:gd name="connsiteY75" fmla="*/ 179865 h 208393"/>
                <a:gd name="connsiteX76" fmla="*/ 44530 w 183431"/>
                <a:gd name="connsiteY76" fmla="*/ 163905 h 208393"/>
                <a:gd name="connsiteX77" fmla="*/ 45169 w 183431"/>
                <a:gd name="connsiteY77" fmla="*/ 150499 h 208393"/>
                <a:gd name="connsiteX78" fmla="*/ 45808 w 183431"/>
                <a:gd name="connsiteY78" fmla="*/ 139646 h 208393"/>
                <a:gd name="connsiteX79" fmla="*/ 56032 w 183431"/>
                <a:gd name="connsiteY79" fmla="*/ 121132 h 208393"/>
                <a:gd name="connsiteX80" fmla="*/ 60505 w 183431"/>
                <a:gd name="connsiteY80" fmla="*/ 126878 h 208393"/>
                <a:gd name="connsiteX81" fmla="*/ 57310 w 183431"/>
                <a:gd name="connsiteY81" fmla="*/ 131985 h 208393"/>
                <a:gd name="connsiteX82" fmla="*/ 59866 w 183431"/>
                <a:gd name="connsiteY82" fmla="*/ 140923 h 208393"/>
                <a:gd name="connsiteX83" fmla="*/ 68812 w 183431"/>
                <a:gd name="connsiteY83" fmla="*/ 138369 h 208393"/>
                <a:gd name="connsiteX84" fmla="*/ 90537 w 183431"/>
                <a:gd name="connsiteY84" fmla="*/ 102619 h 208393"/>
                <a:gd name="connsiteX85" fmla="*/ 107151 w 183431"/>
                <a:gd name="connsiteY85" fmla="*/ 121132 h 208393"/>
                <a:gd name="connsiteX86" fmla="*/ 107151 w 183431"/>
                <a:gd name="connsiteY86" fmla="*/ 129432 h 20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83431" h="208393">
                  <a:moveTo>
                    <a:pt x="171690" y="128155"/>
                  </a:moveTo>
                  <a:cubicBezTo>
                    <a:pt x="151242" y="110918"/>
                    <a:pt x="130794" y="93043"/>
                    <a:pt x="110346" y="70699"/>
                  </a:cubicBezTo>
                  <a:cubicBezTo>
                    <a:pt x="108429" y="68784"/>
                    <a:pt x="105234" y="68145"/>
                    <a:pt x="102678" y="69422"/>
                  </a:cubicBezTo>
                  <a:cubicBezTo>
                    <a:pt x="100761" y="70061"/>
                    <a:pt x="99483" y="71337"/>
                    <a:pt x="97566" y="72614"/>
                  </a:cubicBezTo>
                  <a:cubicBezTo>
                    <a:pt x="93732" y="67507"/>
                    <a:pt x="86703" y="57931"/>
                    <a:pt x="86064" y="55378"/>
                  </a:cubicBezTo>
                  <a:cubicBezTo>
                    <a:pt x="86064" y="54739"/>
                    <a:pt x="86064" y="53462"/>
                    <a:pt x="86064" y="52824"/>
                  </a:cubicBezTo>
                  <a:cubicBezTo>
                    <a:pt x="86703" y="47717"/>
                    <a:pt x="87342" y="40056"/>
                    <a:pt x="84786" y="29203"/>
                  </a:cubicBezTo>
                  <a:cubicBezTo>
                    <a:pt x="83508" y="23458"/>
                    <a:pt x="79036" y="11328"/>
                    <a:pt x="72646" y="2390"/>
                  </a:cubicBezTo>
                  <a:cubicBezTo>
                    <a:pt x="70729" y="-163"/>
                    <a:pt x="66256" y="-802"/>
                    <a:pt x="63700" y="1114"/>
                  </a:cubicBezTo>
                  <a:cubicBezTo>
                    <a:pt x="61144" y="3029"/>
                    <a:pt x="60505" y="7498"/>
                    <a:pt x="62422" y="10051"/>
                  </a:cubicBezTo>
                  <a:cubicBezTo>
                    <a:pt x="67534" y="17074"/>
                    <a:pt x="71368" y="27288"/>
                    <a:pt x="72646" y="31757"/>
                  </a:cubicBezTo>
                  <a:cubicBezTo>
                    <a:pt x="74563" y="40694"/>
                    <a:pt x="73924" y="47717"/>
                    <a:pt x="73924" y="52186"/>
                  </a:cubicBezTo>
                  <a:cubicBezTo>
                    <a:pt x="73924" y="54101"/>
                    <a:pt x="73924" y="56016"/>
                    <a:pt x="73924" y="56654"/>
                  </a:cubicBezTo>
                  <a:cubicBezTo>
                    <a:pt x="73924" y="61123"/>
                    <a:pt x="79036" y="68784"/>
                    <a:pt x="89259" y="82829"/>
                  </a:cubicBezTo>
                  <a:lnTo>
                    <a:pt x="89259" y="82829"/>
                  </a:lnTo>
                  <a:cubicBezTo>
                    <a:pt x="87981" y="85382"/>
                    <a:pt x="87342" y="87297"/>
                    <a:pt x="86703" y="90489"/>
                  </a:cubicBezTo>
                  <a:cubicBezTo>
                    <a:pt x="83508" y="91128"/>
                    <a:pt x="81591" y="92405"/>
                    <a:pt x="80953" y="93681"/>
                  </a:cubicBezTo>
                  <a:cubicBezTo>
                    <a:pt x="78397" y="96873"/>
                    <a:pt x="72646" y="106449"/>
                    <a:pt x="67534" y="115387"/>
                  </a:cubicBezTo>
                  <a:cubicBezTo>
                    <a:pt x="63700" y="110918"/>
                    <a:pt x="58588" y="108364"/>
                    <a:pt x="53476" y="108364"/>
                  </a:cubicBezTo>
                  <a:cubicBezTo>
                    <a:pt x="51559" y="108364"/>
                    <a:pt x="49642" y="109641"/>
                    <a:pt x="48364" y="110918"/>
                  </a:cubicBezTo>
                  <a:cubicBezTo>
                    <a:pt x="41335" y="120494"/>
                    <a:pt x="36862" y="128793"/>
                    <a:pt x="34306" y="136454"/>
                  </a:cubicBezTo>
                  <a:cubicBezTo>
                    <a:pt x="33028" y="140284"/>
                    <a:pt x="33028" y="146030"/>
                    <a:pt x="33028" y="151775"/>
                  </a:cubicBezTo>
                  <a:cubicBezTo>
                    <a:pt x="33028" y="153691"/>
                    <a:pt x="33028" y="155606"/>
                    <a:pt x="33028" y="157521"/>
                  </a:cubicBezTo>
                  <a:cubicBezTo>
                    <a:pt x="29833" y="155606"/>
                    <a:pt x="26638" y="156883"/>
                    <a:pt x="24721" y="159436"/>
                  </a:cubicBezTo>
                  <a:lnTo>
                    <a:pt x="1078" y="197740"/>
                  </a:lnTo>
                  <a:cubicBezTo>
                    <a:pt x="-839" y="200932"/>
                    <a:pt x="-200" y="204763"/>
                    <a:pt x="2995" y="206678"/>
                  </a:cubicBezTo>
                  <a:cubicBezTo>
                    <a:pt x="4273" y="207316"/>
                    <a:pt x="4912" y="207955"/>
                    <a:pt x="6190" y="207955"/>
                  </a:cubicBezTo>
                  <a:cubicBezTo>
                    <a:pt x="8107" y="207955"/>
                    <a:pt x="10663" y="206678"/>
                    <a:pt x="11302" y="204763"/>
                  </a:cubicBezTo>
                  <a:lnTo>
                    <a:pt x="31750" y="172204"/>
                  </a:lnTo>
                  <a:lnTo>
                    <a:pt x="33667" y="173481"/>
                  </a:lnTo>
                  <a:cubicBezTo>
                    <a:pt x="33667" y="173481"/>
                    <a:pt x="33667" y="173481"/>
                    <a:pt x="33667" y="173481"/>
                  </a:cubicBezTo>
                  <a:cubicBezTo>
                    <a:pt x="33667" y="173481"/>
                    <a:pt x="33667" y="173481"/>
                    <a:pt x="33667" y="173481"/>
                  </a:cubicBezTo>
                  <a:lnTo>
                    <a:pt x="70729" y="196463"/>
                  </a:lnTo>
                  <a:lnTo>
                    <a:pt x="69451" y="198379"/>
                  </a:lnTo>
                  <a:cubicBezTo>
                    <a:pt x="67534" y="201571"/>
                    <a:pt x="68173" y="205401"/>
                    <a:pt x="71368" y="207316"/>
                  </a:cubicBezTo>
                  <a:cubicBezTo>
                    <a:pt x="74563" y="209231"/>
                    <a:pt x="78397" y="208593"/>
                    <a:pt x="80314" y="205401"/>
                  </a:cubicBezTo>
                  <a:lnTo>
                    <a:pt x="84786" y="198379"/>
                  </a:lnTo>
                  <a:cubicBezTo>
                    <a:pt x="85425" y="197102"/>
                    <a:pt x="86064" y="195187"/>
                    <a:pt x="85425" y="193271"/>
                  </a:cubicBezTo>
                  <a:cubicBezTo>
                    <a:pt x="84786" y="191356"/>
                    <a:pt x="84147" y="190079"/>
                    <a:pt x="82870" y="189441"/>
                  </a:cubicBezTo>
                  <a:lnTo>
                    <a:pt x="81591" y="188803"/>
                  </a:lnTo>
                  <a:cubicBezTo>
                    <a:pt x="82231" y="188164"/>
                    <a:pt x="82870" y="187526"/>
                    <a:pt x="84147" y="186887"/>
                  </a:cubicBezTo>
                  <a:cubicBezTo>
                    <a:pt x="86703" y="184334"/>
                    <a:pt x="89898" y="182419"/>
                    <a:pt x="91815" y="179227"/>
                  </a:cubicBezTo>
                  <a:cubicBezTo>
                    <a:pt x="103956" y="162628"/>
                    <a:pt x="117375" y="140284"/>
                    <a:pt x="119292" y="137731"/>
                  </a:cubicBezTo>
                  <a:cubicBezTo>
                    <a:pt x="126960" y="123686"/>
                    <a:pt x="111624" y="103896"/>
                    <a:pt x="100122" y="95597"/>
                  </a:cubicBezTo>
                  <a:cubicBezTo>
                    <a:pt x="100122" y="91128"/>
                    <a:pt x="102039" y="87936"/>
                    <a:pt x="105873" y="84744"/>
                  </a:cubicBezTo>
                  <a:cubicBezTo>
                    <a:pt x="125043" y="105811"/>
                    <a:pt x="145491" y="123048"/>
                    <a:pt x="164661" y="139646"/>
                  </a:cubicBezTo>
                  <a:lnTo>
                    <a:pt x="169134" y="143476"/>
                  </a:lnTo>
                  <a:cubicBezTo>
                    <a:pt x="164661" y="154329"/>
                    <a:pt x="154437" y="165820"/>
                    <a:pt x="148047" y="172204"/>
                  </a:cubicBezTo>
                  <a:lnTo>
                    <a:pt x="144852" y="165820"/>
                  </a:lnTo>
                  <a:lnTo>
                    <a:pt x="151881" y="159436"/>
                  </a:lnTo>
                  <a:cubicBezTo>
                    <a:pt x="153159" y="158159"/>
                    <a:pt x="153798" y="156883"/>
                    <a:pt x="153798" y="154967"/>
                  </a:cubicBezTo>
                  <a:cubicBezTo>
                    <a:pt x="153798" y="153052"/>
                    <a:pt x="153159" y="151775"/>
                    <a:pt x="151881" y="150499"/>
                  </a:cubicBezTo>
                  <a:lnTo>
                    <a:pt x="134628" y="131347"/>
                  </a:lnTo>
                  <a:cubicBezTo>
                    <a:pt x="132072" y="128793"/>
                    <a:pt x="128238" y="128793"/>
                    <a:pt x="125682" y="130708"/>
                  </a:cubicBezTo>
                  <a:cubicBezTo>
                    <a:pt x="123126" y="133262"/>
                    <a:pt x="123126" y="137092"/>
                    <a:pt x="125043" y="139646"/>
                  </a:cubicBezTo>
                  <a:lnTo>
                    <a:pt x="138462" y="154329"/>
                  </a:lnTo>
                  <a:lnTo>
                    <a:pt x="124404" y="166459"/>
                  </a:lnTo>
                  <a:lnTo>
                    <a:pt x="121848" y="158798"/>
                  </a:lnTo>
                  <a:cubicBezTo>
                    <a:pt x="120570" y="155606"/>
                    <a:pt x="116736" y="153691"/>
                    <a:pt x="113541" y="154967"/>
                  </a:cubicBezTo>
                  <a:cubicBezTo>
                    <a:pt x="110346" y="156244"/>
                    <a:pt x="108429" y="160075"/>
                    <a:pt x="109707" y="163267"/>
                  </a:cubicBezTo>
                  <a:lnTo>
                    <a:pt x="115458" y="179865"/>
                  </a:lnTo>
                  <a:cubicBezTo>
                    <a:pt x="116097" y="181780"/>
                    <a:pt x="118014" y="183057"/>
                    <a:pt x="119931" y="183695"/>
                  </a:cubicBezTo>
                  <a:cubicBezTo>
                    <a:pt x="120570" y="183695"/>
                    <a:pt x="121209" y="183695"/>
                    <a:pt x="121209" y="183695"/>
                  </a:cubicBezTo>
                  <a:cubicBezTo>
                    <a:pt x="122487" y="183695"/>
                    <a:pt x="124404" y="183057"/>
                    <a:pt x="125682" y="181780"/>
                  </a:cubicBezTo>
                  <a:lnTo>
                    <a:pt x="134628" y="173481"/>
                  </a:lnTo>
                  <a:lnTo>
                    <a:pt x="140379" y="184972"/>
                  </a:lnTo>
                  <a:cubicBezTo>
                    <a:pt x="141018" y="186887"/>
                    <a:pt x="142935" y="188164"/>
                    <a:pt x="144852" y="188164"/>
                  </a:cubicBezTo>
                  <a:cubicBezTo>
                    <a:pt x="145491" y="188164"/>
                    <a:pt x="145491" y="188164"/>
                    <a:pt x="146130" y="188164"/>
                  </a:cubicBezTo>
                  <a:cubicBezTo>
                    <a:pt x="147408" y="188164"/>
                    <a:pt x="149325" y="187526"/>
                    <a:pt x="150603" y="186249"/>
                  </a:cubicBezTo>
                  <a:cubicBezTo>
                    <a:pt x="151881" y="185611"/>
                    <a:pt x="176802" y="162628"/>
                    <a:pt x="183191" y="142200"/>
                  </a:cubicBezTo>
                  <a:cubicBezTo>
                    <a:pt x="183830" y="139646"/>
                    <a:pt x="183191" y="137092"/>
                    <a:pt x="181275" y="135816"/>
                  </a:cubicBezTo>
                  <a:lnTo>
                    <a:pt x="171690" y="128155"/>
                  </a:lnTo>
                  <a:close/>
                  <a:moveTo>
                    <a:pt x="107151" y="129432"/>
                  </a:moveTo>
                  <a:cubicBezTo>
                    <a:pt x="105873" y="131985"/>
                    <a:pt x="92454" y="153691"/>
                    <a:pt x="80953" y="169651"/>
                  </a:cubicBezTo>
                  <a:cubicBezTo>
                    <a:pt x="79675" y="171566"/>
                    <a:pt x="77758" y="172843"/>
                    <a:pt x="75202" y="174758"/>
                  </a:cubicBezTo>
                  <a:cubicBezTo>
                    <a:pt x="73285" y="176035"/>
                    <a:pt x="71368" y="177950"/>
                    <a:pt x="70090" y="179865"/>
                  </a:cubicBezTo>
                  <a:lnTo>
                    <a:pt x="44530" y="163905"/>
                  </a:lnTo>
                  <a:cubicBezTo>
                    <a:pt x="45169" y="159436"/>
                    <a:pt x="45169" y="154967"/>
                    <a:pt x="45169" y="150499"/>
                  </a:cubicBezTo>
                  <a:cubicBezTo>
                    <a:pt x="45169" y="146668"/>
                    <a:pt x="45169" y="141561"/>
                    <a:pt x="45808" y="139646"/>
                  </a:cubicBezTo>
                  <a:cubicBezTo>
                    <a:pt x="47725" y="133900"/>
                    <a:pt x="50920" y="128155"/>
                    <a:pt x="56032" y="121132"/>
                  </a:cubicBezTo>
                  <a:cubicBezTo>
                    <a:pt x="57949" y="122409"/>
                    <a:pt x="59866" y="124324"/>
                    <a:pt x="60505" y="126878"/>
                  </a:cubicBezTo>
                  <a:cubicBezTo>
                    <a:pt x="59227" y="129432"/>
                    <a:pt x="57949" y="131347"/>
                    <a:pt x="57310" y="131985"/>
                  </a:cubicBezTo>
                  <a:cubicBezTo>
                    <a:pt x="55393" y="135177"/>
                    <a:pt x="56671" y="139008"/>
                    <a:pt x="59866" y="140923"/>
                  </a:cubicBezTo>
                  <a:cubicBezTo>
                    <a:pt x="63061" y="142838"/>
                    <a:pt x="66895" y="141561"/>
                    <a:pt x="68812" y="138369"/>
                  </a:cubicBezTo>
                  <a:cubicBezTo>
                    <a:pt x="73285" y="130708"/>
                    <a:pt x="84786" y="110918"/>
                    <a:pt x="90537" y="102619"/>
                  </a:cubicBezTo>
                  <a:cubicBezTo>
                    <a:pt x="94371" y="105172"/>
                    <a:pt x="103317" y="112195"/>
                    <a:pt x="107151" y="121132"/>
                  </a:cubicBezTo>
                  <a:cubicBezTo>
                    <a:pt x="107790" y="124324"/>
                    <a:pt x="108429" y="127516"/>
                    <a:pt x="107151" y="129432"/>
                  </a:cubicBezTo>
                  <a:close/>
                </a:path>
              </a:pathLst>
            </a:custGeom>
            <a:solidFill>
              <a:srgbClr val="012169"/>
            </a:solidFill>
            <a:ln w="6390" cap="flat">
              <a:noFill/>
              <a:prstDash val="solid"/>
              <a:miter/>
            </a:ln>
          </p:spPr>
          <p:txBody>
            <a:bodyPr rtlCol="0" anchor="ctr"/>
            <a:lstStyle/>
            <a:p>
              <a:endParaRPr lang="en-US"/>
            </a:p>
          </p:txBody>
        </p:sp>
      </p:grpSp>
      <p:grpSp>
        <p:nvGrpSpPr>
          <p:cNvPr id="583" name="Graphic 4">
            <a:extLst>
              <a:ext uri="{FF2B5EF4-FFF2-40B4-BE49-F238E27FC236}">
                <a16:creationId xmlns:a16="http://schemas.microsoft.com/office/drawing/2014/main" id="{5D5AA6D2-2F57-114A-8725-B5B7F9233DEE}"/>
              </a:ext>
            </a:extLst>
          </p:cNvPr>
          <p:cNvGrpSpPr/>
          <p:nvPr/>
        </p:nvGrpSpPr>
        <p:grpSpPr>
          <a:xfrm>
            <a:off x="2998797" y="2371173"/>
            <a:ext cx="361670" cy="361333"/>
            <a:chOff x="2998797" y="2371173"/>
            <a:chExt cx="361670" cy="361333"/>
          </a:xfrm>
          <a:solidFill>
            <a:srgbClr val="012169"/>
          </a:solidFill>
        </p:grpSpPr>
        <p:sp>
          <p:nvSpPr>
            <p:cNvPr id="584" name="Graphic 4">
              <a:extLst>
                <a:ext uri="{FF2B5EF4-FFF2-40B4-BE49-F238E27FC236}">
                  <a16:creationId xmlns:a16="http://schemas.microsoft.com/office/drawing/2014/main" id="{72D98A97-60E9-0D4C-8A97-57C677DA838E}"/>
                </a:ext>
              </a:extLst>
            </p:cNvPr>
            <p:cNvSpPr/>
            <p:nvPr/>
          </p:nvSpPr>
          <p:spPr>
            <a:xfrm>
              <a:off x="3231391" y="2479701"/>
              <a:ext cx="30032" cy="12767"/>
            </a:xfrm>
            <a:custGeom>
              <a:avLst/>
              <a:gdLst>
                <a:gd name="connsiteX0" fmla="*/ 30033 w 30032"/>
                <a:gd name="connsiteY0" fmla="*/ 12768 h 12767"/>
                <a:gd name="connsiteX1" fmla="*/ 30033 w 30032"/>
                <a:gd name="connsiteY1" fmla="*/ 3192 h 12767"/>
                <a:gd name="connsiteX2" fmla="*/ 29394 w 30032"/>
                <a:gd name="connsiteY2" fmla="*/ 1277 h 12767"/>
                <a:gd name="connsiteX3" fmla="*/ 25560 w 30032"/>
                <a:gd name="connsiteY3" fmla="*/ 0 h 12767"/>
                <a:gd name="connsiteX4" fmla="*/ 3834 w 30032"/>
                <a:gd name="connsiteY4" fmla="*/ 0 h 12767"/>
                <a:gd name="connsiteX5" fmla="*/ 0 w 30032"/>
                <a:gd name="connsiteY5" fmla="*/ 3830 h 12767"/>
                <a:gd name="connsiteX6" fmla="*/ 0 w 30032"/>
                <a:gd name="connsiteY6" fmla="*/ 12768 h 12767"/>
                <a:gd name="connsiteX7" fmla="*/ 30033 w 30032"/>
                <a:gd name="connsiteY7"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032" h="12767">
                  <a:moveTo>
                    <a:pt x="30033" y="12768"/>
                  </a:moveTo>
                  <a:lnTo>
                    <a:pt x="30033" y="3192"/>
                  </a:lnTo>
                  <a:cubicBezTo>
                    <a:pt x="30033" y="1915"/>
                    <a:pt x="29394" y="1277"/>
                    <a:pt x="29394" y="1277"/>
                  </a:cubicBezTo>
                  <a:cubicBezTo>
                    <a:pt x="28755" y="638"/>
                    <a:pt x="26199" y="0"/>
                    <a:pt x="25560" y="0"/>
                  </a:cubicBezTo>
                  <a:lnTo>
                    <a:pt x="3834" y="0"/>
                  </a:lnTo>
                  <a:cubicBezTo>
                    <a:pt x="1278" y="0"/>
                    <a:pt x="0" y="1277"/>
                    <a:pt x="0" y="3830"/>
                  </a:cubicBezTo>
                  <a:lnTo>
                    <a:pt x="0" y="12768"/>
                  </a:lnTo>
                  <a:lnTo>
                    <a:pt x="30033" y="12768"/>
                  </a:lnTo>
                  <a:close/>
                </a:path>
              </a:pathLst>
            </a:custGeom>
            <a:solidFill>
              <a:srgbClr val="012169"/>
            </a:solidFill>
            <a:ln w="6390" cap="flat">
              <a:noFill/>
              <a:prstDash val="solid"/>
              <a:miter/>
            </a:ln>
          </p:spPr>
          <p:txBody>
            <a:bodyPr rtlCol="0" anchor="ctr"/>
            <a:lstStyle/>
            <a:p>
              <a:endParaRPr lang="en-US"/>
            </a:p>
          </p:txBody>
        </p:sp>
        <p:sp>
          <p:nvSpPr>
            <p:cNvPr id="585" name="Graphic 4">
              <a:extLst>
                <a:ext uri="{FF2B5EF4-FFF2-40B4-BE49-F238E27FC236}">
                  <a16:creationId xmlns:a16="http://schemas.microsoft.com/office/drawing/2014/main" id="{37A48336-CEA0-164B-AC9F-EB5C7572A66F}"/>
                </a:ext>
              </a:extLst>
            </p:cNvPr>
            <p:cNvSpPr/>
            <p:nvPr/>
          </p:nvSpPr>
          <p:spPr>
            <a:xfrm>
              <a:off x="3244810" y="2466294"/>
              <a:ext cx="3833" cy="638"/>
            </a:xfrm>
            <a:custGeom>
              <a:avLst/>
              <a:gdLst>
                <a:gd name="connsiteX0" fmla="*/ 0 w 3833"/>
                <a:gd name="connsiteY0" fmla="*/ 0 h 638"/>
                <a:gd name="connsiteX1" fmla="*/ 3834 w 3833"/>
                <a:gd name="connsiteY1" fmla="*/ 0 h 638"/>
                <a:gd name="connsiteX2" fmla="*/ 3834 w 3833"/>
                <a:gd name="connsiteY2" fmla="*/ 639 h 638"/>
                <a:gd name="connsiteX3" fmla="*/ 0 w 3833"/>
                <a:gd name="connsiteY3" fmla="*/ 639 h 638"/>
              </a:gdLst>
              <a:ahLst/>
              <a:cxnLst>
                <a:cxn ang="0">
                  <a:pos x="connsiteX0" y="connsiteY0"/>
                </a:cxn>
                <a:cxn ang="0">
                  <a:pos x="connsiteX1" y="connsiteY1"/>
                </a:cxn>
                <a:cxn ang="0">
                  <a:pos x="connsiteX2" y="connsiteY2"/>
                </a:cxn>
                <a:cxn ang="0">
                  <a:pos x="connsiteX3" y="connsiteY3"/>
                </a:cxn>
              </a:cxnLst>
              <a:rect l="l" t="t" r="r" b="b"/>
              <a:pathLst>
                <a:path w="3833" h="638">
                  <a:moveTo>
                    <a:pt x="0" y="0"/>
                  </a:moveTo>
                  <a:lnTo>
                    <a:pt x="3834" y="0"/>
                  </a:lnTo>
                  <a:lnTo>
                    <a:pt x="3834" y="639"/>
                  </a:lnTo>
                  <a:lnTo>
                    <a:pt x="0" y="639"/>
                  </a:lnTo>
                  <a:close/>
                </a:path>
              </a:pathLst>
            </a:custGeom>
            <a:solidFill>
              <a:srgbClr val="012169"/>
            </a:solidFill>
            <a:ln w="6390" cap="flat">
              <a:noFill/>
              <a:prstDash val="solid"/>
              <a:miter/>
            </a:ln>
          </p:spPr>
          <p:txBody>
            <a:bodyPr rtlCol="0" anchor="ctr"/>
            <a:lstStyle/>
            <a:p>
              <a:endParaRPr lang="en-US"/>
            </a:p>
          </p:txBody>
        </p:sp>
        <p:sp>
          <p:nvSpPr>
            <p:cNvPr id="586" name="Graphic 4">
              <a:extLst>
                <a:ext uri="{FF2B5EF4-FFF2-40B4-BE49-F238E27FC236}">
                  <a16:creationId xmlns:a16="http://schemas.microsoft.com/office/drawing/2014/main" id="{33097D04-7841-C242-AD92-E0889AB27F2F}"/>
                </a:ext>
              </a:extLst>
            </p:cNvPr>
            <p:cNvSpPr/>
            <p:nvPr/>
          </p:nvSpPr>
          <p:spPr>
            <a:xfrm>
              <a:off x="3181958" y="2539710"/>
              <a:ext cx="24512" cy="40857"/>
            </a:xfrm>
            <a:custGeom>
              <a:avLst/>
              <a:gdLst>
                <a:gd name="connsiteX0" fmla="*/ 20678 w 24512"/>
                <a:gd name="connsiteY0" fmla="*/ 37027 h 40857"/>
                <a:gd name="connsiteX1" fmla="*/ 24512 w 24512"/>
                <a:gd name="connsiteY1" fmla="*/ 24259 h 40857"/>
                <a:gd name="connsiteX2" fmla="*/ 12371 w 24512"/>
                <a:gd name="connsiteY2" fmla="*/ 0 h 40857"/>
                <a:gd name="connsiteX3" fmla="*/ 230 w 24512"/>
                <a:gd name="connsiteY3" fmla="*/ 24259 h 40857"/>
                <a:gd name="connsiteX4" fmla="*/ 2786 w 24512"/>
                <a:gd name="connsiteY4" fmla="*/ 37665 h 40857"/>
                <a:gd name="connsiteX5" fmla="*/ 12371 w 24512"/>
                <a:gd name="connsiteY5" fmla="*/ 40857 h 40857"/>
                <a:gd name="connsiteX6" fmla="*/ 20678 w 24512"/>
                <a:gd name="connsiteY6" fmla="*/ 37027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12" h="40857">
                  <a:moveTo>
                    <a:pt x="20678" y="37027"/>
                  </a:moveTo>
                  <a:cubicBezTo>
                    <a:pt x="23234" y="33835"/>
                    <a:pt x="24512" y="29366"/>
                    <a:pt x="24512" y="24259"/>
                  </a:cubicBezTo>
                  <a:cubicBezTo>
                    <a:pt x="23873" y="18514"/>
                    <a:pt x="18122" y="7661"/>
                    <a:pt x="12371" y="0"/>
                  </a:cubicBezTo>
                  <a:cubicBezTo>
                    <a:pt x="7259" y="6384"/>
                    <a:pt x="870" y="15960"/>
                    <a:pt x="230" y="24259"/>
                  </a:cubicBezTo>
                  <a:cubicBezTo>
                    <a:pt x="-409" y="28728"/>
                    <a:pt x="230" y="34473"/>
                    <a:pt x="2786" y="37665"/>
                  </a:cubicBezTo>
                  <a:cubicBezTo>
                    <a:pt x="4704" y="39581"/>
                    <a:pt x="7898" y="40857"/>
                    <a:pt x="12371" y="40857"/>
                  </a:cubicBezTo>
                  <a:cubicBezTo>
                    <a:pt x="15566" y="40219"/>
                    <a:pt x="18122" y="38942"/>
                    <a:pt x="20678" y="37027"/>
                  </a:cubicBezTo>
                  <a:close/>
                </a:path>
              </a:pathLst>
            </a:custGeom>
            <a:solidFill>
              <a:srgbClr val="012169"/>
            </a:solidFill>
            <a:ln w="6390" cap="flat">
              <a:noFill/>
              <a:prstDash val="solid"/>
              <a:miter/>
            </a:ln>
          </p:spPr>
          <p:txBody>
            <a:bodyPr rtlCol="0" anchor="ctr"/>
            <a:lstStyle/>
            <a:p>
              <a:endParaRPr lang="en-US"/>
            </a:p>
          </p:txBody>
        </p:sp>
        <p:sp>
          <p:nvSpPr>
            <p:cNvPr id="587" name="Graphic 4">
              <a:extLst>
                <a:ext uri="{FF2B5EF4-FFF2-40B4-BE49-F238E27FC236}">
                  <a16:creationId xmlns:a16="http://schemas.microsoft.com/office/drawing/2014/main" id="{E95BEAB1-6082-9845-9455-85BDA28EF06A}"/>
                </a:ext>
              </a:extLst>
            </p:cNvPr>
            <p:cNvSpPr/>
            <p:nvPr/>
          </p:nvSpPr>
          <p:spPr>
            <a:xfrm>
              <a:off x="2998797"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63905 w 361670"/>
                <a:gd name="connsiteY5" fmla="*/ 187051 h 361333"/>
                <a:gd name="connsiteX6" fmla="*/ 254320 w 361670"/>
                <a:gd name="connsiteY6" fmla="*/ 187051 h 361333"/>
                <a:gd name="connsiteX7" fmla="*/ 254320 w 361670"/>
                <a:gd name="connsiteY7" fmla="*/ 197265 h 361333"/>
                <a:gd name="connsiteX8" fmla="*/ 247930 w 361670"/>
                <a:gd name="connsiteY8" fmla="*/ 203649 h 361333"/>
                <a:gd name="connsiteX9" fmla="*/ 241540 w 361670"/>
                <a:gd name="connsiteY9" fmla="*/ 197265 h 361333"/>
                <a:gd name="connsiteX10" fmla="*/ 241540 w 361670"/>
                <a:gd name="connsiteY10" fmla="*/ 187051 h 361333"/>
                <a:gd name="connsiteX11" fmla="*/ 231955 w 361670"/>
                <a:gd name="connsiteY11" fmla="*/ 187051 h 361333"/>
                <a:gd name="connsiteX12" fmla="*/ 225565 w 361670"/>
                <a:gd name="connsiteY12" fmla="*/ 180667 h 361333"/>
                <a:gd name="connsiteX13" fmla="*/ 231955 w 361670"/>
                <a:gd name="connsiteY13" fmla="*/ 174283 h 361333"/>
                <a:gd name="connsiteX14" fmla="*/ 241540 w 361670"/>
                <a:gd name="connsiteY14" fmla="*/ 174283 h 361333"/>
                <a:gd name="connsiteX15" fmla="*/ 241540 w 361670"/>
                <a:gd name="connsiteY15" fmla="*/ 164707 h 361333"/>
                <a:gd name="connsiteX16" fmla="*/ 247930 w 361670"/>
                <a:gd name="connsiteY16" fmla="*/ 158323 h 361333"/>
                <a:gd name="connsiteX17" fmla="*/ 254320 w 361670"/>
                <a:gd name="connsiteY17" fmla="*/ 164707 h 361333"/>
                <a:gd name="connsiteX18" fmla="*/ 254320 w 361670"/>
                <a:gd name="connsiteY18" fmla="*/ 174283 h 361333"/>
                <a:gd name="connsiteX19" fmla="*/ 263905 w 361670"/>
                <a:gd name="connsiteY19" fmla="*/ 174283 h 361333"/>
                <a:gd name="connsiteX20" fmla="*/ 270294 w 361670"/>
                <a:gd name="connsiteY20" fmla="*/ 180667 h 361333"/>
                <a:gd name="connsiteX21" fmla="*/ 263905 w 361670"/>
                <a:gd name="connsiteY21" fmla="*/ 187051 h 361333"/>
                <a:gd name="connsiteX22" fmla="*/ 296493 w 361670"/>
                <a:gd name="connsiteY22" fmla="*/ 223439 h 361333"/>
                <a:gd name="connsiteX23" fmla="*/ 290103 w 361670"/>
                <a:gd name="connsiteY23" fmla="*/ 229823 h 361333"/>
                <a:gd name="connsiteX24" fmla="*/ 283713 w 361670"/>
                <a:gd name="connsiteY24" fmla="*/ 223439 h 361333"/>
                <a:gd name="connsiteX25" fmla="*/ 283713 w 361670"/>
                <a:gd name="connsiteY25" fmla="*/ 143640 h 361333"/>
                <a:gd name="connsiteX26" fmla="*/ 281157 w 361670"/>
                <a:gd name="connsiteY26" fmla="*/ 136617 h 361333"/>
                <a:gd name="connsiteX27" fmla="*/ 274767 w 361670"/>
                <a:gd name="connsiteY27" fmla="*/ 134702 h 361333"/>
                <a:gd name="connsiteX28" fmla="*/ 222370 w 361670"/>
                <a:gd name="connsiteY28" fmla="*/ 134702 h 361333"/>
                <a:gd name="connsiteX29" fmla="*/ 212785 w 361670"/>
                <a:gd name="connsiteY29" fmla="*/ 141724 h 361333"/>
                <a:gd name="connsiteX30" fmla="*/ 212785 w 361670"/>
                <a:gd name="connsiteY30" fmla="*/ 173006 h 361333"/>
                <a:gd name="connsiteX31" fmla="*/ 220453 w 361670"/>
                <a:gd name="connsiteY31" fmla="*/ 192158 h 361333"/>
                <a:gd name="connsiteX32" fmla="*/ 213424 w 361670"/>
                <a:gd name="connsiteY32" fmla="*/ 214502 h 361333"/>
                <a:gd name="connsiteX33" fmla="*/ 213424 w 361670"/>
                <a:gd name="connsiteY33" fmla="*/ 214502 h 361333"/>
                <a:gd name="connsiteX34" fmla="*/ 243457 w 361670"/>
                <a:gd name="connsiteY34" fmla="*/ 224078 h 361333"/>
                <a:gd name="connsiteX35" fmla="*/ 244735 w 361670"/>
                <a:gd name="connsiteY35" fmla="*/ 229185 h 361333"/>
                <a:gd name="connsiteX36" fmla="*/ 241540 w 361670"/>
                <a:gd name="connsiteY36" fmla="*/ 233015 h 361333"/>
                <a:gd name="connsiteX37" fmla="*/ 205756 w 361670"/>
                <a:gd name="connsiteY37" fmla="*/ 255359 h 361333"/>
                <a:gd name="connsiteX38" fmla="*/ 203839 w 361670"/>
                <a:gd name="connsiteY38" fmla="*/ 255998 h 361333"/>
                <a:gd name="connsiteX39" fmla="*/ 171889 w 361670"/>
                <a:gd name="connsiteY39" fmla="*/ 263659 h 361333"/>
                <a:gd name="connsiteX40" fmla="*/ 171250 w 361670"/>
                <a:gd name="connsiteY40" fmla="*/ 263659 h 361333"/>
                <a:gd name="connsiteX41" fmla="*/ 109268 w 361670"/>
                <a:gd name="connsiteY41" fmla="*/ 271319 h 361333"/>
                <a:gd name="connsiteX42" fmla="*/ 82430 w 361670"/>
                <a:gd name="connsiteY42" fmla="*/ 291110 h 361333"/>
                <a:gd name="connsiteX43" fmla="*/ 78596 w 361670"/>
                <a:gd name="connsiteY43" fmla="*/ 292387 h 361333"/>
                <a:gd name="connsiteX44" fmla="*/ 73484 w 361670"/>
                <a:gd name="connsiteY44" fmla="*/ 289833 h 361333"/>
                <a:gd name="connsiteX45" fmla="*/ 74762 w 361670"/>
                <a:gd name="connsiteY45" fmla="*/ 280895 h 361333"/>
                <a:gd name="connsiteX46" fmla="*/ 102878 w 361670"/>
                <a:gd name="connsiteY46" fmla="*/ 260467 h 361333"/>
                <a:gd name="connsiteX47" fmla="*/ 106073 w 361670"/>
                <a:gd name="connsiteY47" fmla="*/ 259190 h 361333"/>
                <a:gd name="connsiteX48" fmla="*/ 169333 w 361670"/>
                <a:gd name="connsiteY48" fmla="*/ 251529 h 361333"/>
                <a:gd name="connsiteX49" fmla="*/ 200005 w 361670"/>
                <a:gd name="connsiteY49" fmla="*/ 244507 h 361333"/>
                <a:gd name="connsiteX50" fmla="*/ 227482 w 361670"/>
                <a:gd name="connsiteY50" fmla="*/ 227908 h 361333"/>
                <a:gd name="connsiteX51" fmla="*/ 197449 w 361670"/>
                <a:gd name="connsiteY51" fmla="*/ 235569 h 361333"/>
                <a:gd name="connsiteX52" fmla="*/ 193615 w 361670"/>
                <a:gd name="connsiteY52" fmla="*/ 236846 h 361333"/>
                <a:gd name="connsiteX53" fmla="*/ 150803 w 361670"/>
                <a:gd name="connsiteY53" fmla="*/ 233654 h 361333"/>
                <a:gd name="connsiteX54" fmla="*/ 146969 w 361670"/>
                <a:gd name="connsiteY54" fmla="*/ 231739 h 361333"/>
                <a:gd name="connsiteX55" fmla="*/ 136106 w 361670"/>
                <a:gd name="connsiteY55" fmla="*/ 220247 h 361333"/>
                <a:gd name="connsiteX56" fmla="*/ 132911 w 361670"/>
                <a:gd name="connsiteY56" fmla="*/ 211310 h 361333"/>
                <a:gd name="connsiteX57" fmla="*/ 143774 w 361670"/>
                <a:gd name="connsiteY57" fmla="*/ 197265 h 361333"/>
                <a:gd name="connsiteX58" fmla="*/ 146330 w 361670"/>
                <a:gd name="connsiteY58" fmla="*/ 195350 h 361333"/>
                <a:gd name="connsiteX59" fmla="*/ 157192 w 361670"/>
                <a:gd name="connsiteY59" fmla="*/ 187051 h 361333"/>
                <a:gd name="connsiteX60" fmla="*/ 155915 w 361670"/>
                <a:gd name="connsiteY60" fmla="*/ 185774 h 361333"/>
                <a:gd name="connsiteX61" fmla="*/ 124604 w 361670"/>
                <a:gd name="connsiteY61" fmla="*/ 200457 h 361333"/>
                <a:gd name="connsiteX62" fmla="*/ 106073 w 361670"/>
                <a:gd name="connsiteY62" fmla="*/ 210033 h 361333"/>
                <a:gd name="connsiteX63" fmla="*/ 97766 w 361670"/>
                <a:gd name="connsiteY63" fmla="*/ 215779 h 361333"/>
                <a:gd name="connsiteX64" fmla="*/ 74762 w 361670"/>
                <a:gd name="connsiteY64" fmla="*/ 236846 h 361333"/>
                <a:gd name="connsiteX65" fmla="*/ 66456 w 361670"/>
                <a:gd name="connsiteY65" fmla="*/ 233015 h 361333"/>
                <a:gd name="connsiteX66" fmla="*/ 70289 w 361670"/>
                <a:gd name="connsiteY66" fmla="*/ 224716 h 361333"/>
                <a:gd name="connsiteX67" fmla="*/ 86264 w 361670"/>
                <a:gd name="connsiteY67" fmla="*/ 210671 h 361333"/>
                <a:gd name="connsiteX68" fmla="*/ 102878 w 361670"/>
                <a:gd name="connsiteY68" fmla="*/ 197265 h 361333"/>
                <a:gd name="connsiteX69" fmla="*/ 116297 w 361670"/>
                <a:gd name="connsiteY69" fmla="*/ 190243 h 361333"/>
                <a:gd name="connsiteX70" fmla="*/ 163582 w 361670"/>
                <a:gd name="connsiteY70" fmla="*/ 174283 h 361333"/>
                <a:gd name="connsiteX71" fmla="*/ 170611 w 361670"/>
                <a:gd name="connsiteY71" fmla="*/ 185774 h 361333"/>
                <a:gd name="connsiteX72" fmla="*/ 153998 w 361670"/>
                <a:gd name="connsiteY72" fmla="*/ 204926 h 361333"/>
                <a:gd name="connsiteX73" fmla="*/ 151442 w 361670"/>
                <a:gd name="connsiteY73" fmla="*/ 206203 h 361333"/>
                <a:gd name="connsiteX74" fmla="*/ 146330 w 361670"/>
                <a:gd name="connsiteY74" fmla="*/ 210671 h 361333"/>
                <a:gd name="connsiteX75" fmla="*/ 154637 w 361670"/>
                <a:gd name="connsiteY75" fmla="*/ 218971 h 361333"/>
                <a:gd name="connsiteX76" fmla="*/ 192976 w 361670"/>
                <a:gd name="connsiteY76" fmla="*/ 221524 h 361333"/>
                <a:gd name="connsiteX77" fmla="*/ 194893 w 361670"/>
                <a:gd name="connsiteY77" fmla="*/ 220247 h 361333"/>
                <a:gd name="connsiteX78" fmla="*/ 177640 w 361670"/>
                <a:gd name="connsiteY78" fmla="*/ 213225 h 361333"/>
                <a:gd name="connsiteX79" fmla="*/ 171889 w 361670"/>
                <a:gd name="connsiteY79" fmla="*/ 190243 h 361333"/>
                <a:gd name="connsiteX80" fmla="*/ 192976 w 361670"/>
                <a:gd name="connsiteY80" fmla="*/ 152577 h 361333"/>
                <a:gd name="connsiteX81" fmla="*/ 198088 w 361670"/>
                <a:gd name="connsiteY81" fmla="*/ 150662 h 361333"/>
                <a:gd name="connsiteX82" fmla="*/ 201922 w 361670"/>
                <a:gd name="connsiteY82" fmla="*/ 152577 h 361333"/>
                <a:gd name="connsiteX83" fmla="*/ 201922 w 361670"/>
                <a:gd name="connsiteY83" fmla="*/ 140448 h 361333"/>
                <a:gd name="connsiteX84" fmla="*/ 207034 w 361670"/>
                <a:gd name="connsiteY84" fmla="*/ 127041 h 361333"/>
                <a:gd name="connsiteX85" fmla="*/ 221731 w 361670"/>
                <a:gd name="connsiteY85" fmla="*/ 120657 h 361333"/>
                <a:gd name="connsiteX86" fmla="*/ 221731 w 361670"/>
                <a:gd name="connsiteY86" fmla="*/ 111081 h 361333"/>
                <a:gd name="connsiteX87" fmla="*/ 235150 w 361670"/>
                <a:gd name="connsiteY87" fmla="*/ 95121 h 361333"/>
                <a:gd name="connsiteX88" fmla="*/ 235150 w 361670"/>
                <a:gd name="connsiteY88" fmla="*/ 87461 h 361333"/>
                <a:gd name="connsiteX89" fmla="*/ 240901 w 361670"/>
                <a:gd name="connsiteY89" fmla="*/ 81077 h 361333"/>
                <a:gd name="connsiteX90" fmla="*/ 203839 w 361670"/>
                <a:gd name="connsiteY90" fmla="*/ 81077 h 361333"/>
                <a:gd name="connsiteX91" fmla="*/ 203839 w 361670"/>
                <a:gd name="connsiteY91" fmla="*/ 92568 h 361333"/>
                <a:gd name="connsiteX92" fmla="*/ 197449 w 361670"/>
                <a:gd name="connsiteY92" fmla="*/ 98952 h 361333"/>
                <a:gd name="connsiteX93" fmla="*/ 191059 w 361670"/>
                <a:gd name="connsiteY93" fmla="*/ 92568 h 361333"/>
                <a:gd name="connsiteX94" fmla="*/ 191059 w 361670"/>
                <a:gd name="connsiteY94" fmla="*/ 74693 h 361333"/>
                <a:gd name="connsiteX95" fmla="*/ 197449 w 361670"/>
                <a:gd name="connsiteY95" fmla="*/ 68309 h 361333"/>
                <a:gd name="connsiteX96" fmla="*/ 249847 w 361670"/>
                <a:gd name="connsiteY96" fmla="*/ 68309 h 361333"/>
                <a:gd name="connsiteX97" fmla="*/ 256237 w 361670"/>
                <a:gd name="connsiteY97" fmla="*/ 74693 h 361333"/>
                <a:gd name="connsiteX98" fmla="*/ 256237 w 361670"/>
                <a:gd name="connsiteY98" fmla="*/ 81077 h 361333"/>
                <a:gd name="connsiteX99" fmla="*/ 258154 w 361670"/>
                <a:gd name="connsiteY99" fmla="*/ 81077 h 361333"/>
                <a:gd name="connsiteX100" fmla="*/ 264544 w 361670"/>
                <a:gd name="connsiteY100" fmla="*/ 87461 h 361333"/>
                <a:gd name="connsiteX101" fmla="*/ 264544 w 361670"/>
                <a:gd name="connsiteY101" fmla="*/ 95121 h 361333"/>
                <a:gd name="connsiteX102" fmla="*/ 273489 w 361670"/>
                <a:gd name="connsiteY102" fmla="*/ 99590 h 361333"/>
                <a:gd name="connsiteX103" fmla="*/ 277962 w 361670"/>
                <a:gd name="connsiteY103" fmla="*/ 110443 h 361333"/>
                <a:gd name="connsiteX104" fmla="*/ 277962 w 361670"/>
                <a:gd name="connsiteY104" fmla="*/ 120019 h 361333"/>
                <a:gd name="connsiteX105" fmla="*/ 292659 w 361670"/>
                <a:gd name="connsiteY105" fmla="*/ 125765 h 361333"/>
                <a:gd name="connsiteX106" fmla="*/ 298410 w 361670"/>
                <a:gd name="connsiteY106" fmla="*/ 141724 h 361333"/>
                <a:gd name="connsiteX107" fmla="*/ 296493 w 361670"/>
                <a:gd name="connsiteY107" fmla="*/ 22343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1" y="280257"/>
                    <a:pt x="361671" y="180667"/>
                  </a:cubicBezTo>
                  <a:cubicBezTo>
                    <a:pt x="361671" y="81077"/>
                    <a:pt x="281157" y="0"/>
                    <a:pt x="180835" y="0"/>
                  </a:cubicBezTo>
                  <a:close/>
                  <a:moveTo>
                    <a:pt x="263905" y="187051"/>
                  </a:moveTo>
                  <a:lnTo>
                    <a:pt x="254320" y="187051"/>
                  </a:lnTo>
                  <a:lnTo>
                    <a:pt x="254320" y="197265"/>
                  </a:lnTo>
                  <a:cubicBezTo>
                    <a:pt x="254320" y="201095"/>
                    <a:pt x="251764" y="203649"/>
                    <a:pt x="247930" y="203649"/>
                  </a:cubicBezTo>
                  <a:cubicBezTo>
                    <a:pt x="244096" y="203649"/>
                    <a:pt x="241540" y="201095"/>
                    <a:pt x="241540" y="197265"/>
                  </a:cubicBezTo>
                  <a:lnTo>
                    <a:pt x="241540" y="187051"/>
                  </a:lnTo>
                  <a:lnTo>
                    <a:pt x="231955" y="187051"/>
                  </a:lnTo>
                  <a:cubicBezTo>
                    <a:pt x="228121" y="187051"/>
                    <a:pt x="225565" y="184497"/>
                    <a:pt x="225565" y="180667"/>
                  </a:cubicBezTo>
                  <a:cubicBezTo>
                    <a:pt x="225565" y="176836"/>
                    <a:pt x="228121" y="174283"/>
                    <a:pt x="231955" y="174283"/>
                  </a:cubicBezTo>
                  <a:lnTo>
                    <a:pt x="241540" y="174283"/>
                  </a:lnTo>
                  <a:lnTo>
                    <a:pt x="241540" y="164707"/>
                  </a:lnTo>
                  <a:cubicBezTo>
                    <a:pt x="241540" y="160876"/>
                    <a:pt x="244096" y="158323"/>
                    <a:pt x="247930" y="158323"/>
                  </a:cubicBezTo>
                  <a:cubicBezTo>
                    <a:pt x="251764" y="158323"/>
                    <a:pt x="254320" y="160876"/>
                    <a:pt x="254320" y="164707"/>
                  </a:cubicBezTo>
                  <a:lnTo>
                    <a:pt x="254320" y="174283"/>
                  </a:lnTo>
                  <a:lnTo>
                    <a:pt x="263905" y="174283"/>
                  </a:lnTo>
                  <a:cubicBezTo>
                    <a:pt x="267739" y="174283"/>
                    <a:pt x="270294" y="176836"/>
                    <a:pt x="270294" y="180667"/>
                  </a:cubicBezTo>
                  <a:cubicBezTo>
                    <a:pt x="270294" y="184497"/>
                    <a:pt x="267739" y="187051"/>
                    <a:pt x="263905" y="187051"/>
                  </a:cubicBezTo>
                  <a:close/>
                  <a:moveTo>
                    <a:pt x="296493" y="223439"/>
                  </a:moveTo>
                  <a:cubicBezTo>
                    <a:pt x="296493" y="227270"/>
                    <a:pt x="293937" y="229823"/>
                    <a:pt x="290103" y="229823"/>
                  </a:cubicBezTo>
                  <a:cubicBezTo>
                    <a:pt x="286269" y="229823"/>
                    <a:pt x="283713" y="227270"/>
                    <a:pt x="283713" y="223439"/>
                  </a:cubicBezTo>
                  <a:lnTo>
                    <a:pt x="283713" y="143640"/>
                  </a:lnTo>
                  <a:cubicBezTo>
                    <a:pt x="283713" y="142363"/>
                    <a:pt x="283074" y="138533"/>
                    <a:pt x="281157" y="136617"/>
                  </a:cubicBezTo>
                  <a:cubicBezTo>
                    <a:pt x="279879" y="135341"/>
                    <a:pt x="277962" y="134702"/>
                    <a:pt x="274767" y="134702"/>
                  </a:cubicBezTo>
                  <a:lnTo>
                    <a:pt x="222370" y="134702"/>
                  </a:lnTo>
                  <a:cubicBezTo>
                    <a:pt x="219814" y="134702"/>
                    <a:pt x="212785" y="135341"/>
                    <a:pt x="212785" y="141724"/>
                  </a:cubicBezTo>
                  <a:lnTo>
                    <a:pt x="212785" y="173006"/>
                  </a:lnTo>
                  <a:cubicBezTo>
                    <a:pt x="216619" y="179390"/>
                    <a:pt x="219814" y="186412"/>
                    <a:pt x="220453" y="192158"/>
                  </a:cubicBezTo>
                  <a:cubicBezTo>
                    <a:pt x="221092" y="200457"/>
                    <a:pt x="218536" y="208756"/>
                    <a:pt x="213424" y="214502"/>
                  </a:cubicBezTo>
                  <a:cubicBezTo>
                    <a:pt x="213424" y="214502"/>
                    <a:pt x="213424" y="214502"/>
                    <a:pt x="213424" y="214502"/>
                  </a:cubicBezTo>
                  <a:cubicBezTo>
                    <a:pt x="224287" y="211948"/>
                    <a:pt x="236428" y="213863"/>
                    <a:pt x="243457" y="224078"/>
                  </a:cubicBezTo>
                  <a:cubicBezTo>
                    <a:pt x="244735" y="225355"/>
                    <a:pt x="244735" y="227270"/>
                    <a:pt x="244735" y="229185"/>
                  </a:cubicBezTo>
                  <a:cubicBezTo>
                    <a:pt x="244096" y="231100"/>
                    <a:pt x="243457" y="232377"/>
                    <a:pt x="241540" y="233015"/>
                  </a:cubicBezTo>
                  <a:lnTo>
                    <a:pt x="205756" y="255359"/>
                  </a:lnTo>
                  <a:cubicBezTo>
                    <a:pt x="205117" y="255998"/>
                    <a:pt x="204478" y="255998"/>
                    <a:pt x="203839" y="255998"/>
                  </a:cubicBezTo>
                  <a:lnTo>
                    <a:pt x="171889" y="263659"/>
                  </a:lnTo>
                  <a:cubicBezTo>
                    <a:pt x="171889" y="263659"/>
                    <a:pt x="171250" y="263659"/>
                    <a:pt x="171250" y="263659"/>
                  </a:cubicBezTo>
                  <a:lnTo>
                    <a:pt x="109268" y="271319"/>
                  </a:lnTo>
                  <a:lnTo>
                    <a:pt x="82430" y="291110"/>
                  </a:lnTo>
                  <a:cubicBezTo>
                    <a:pt x="81152" y="291748"/>
                    <a:pt x="79874" y="292387"/>
                    <a:pt x="78596" y="292387"/>
                  </a:cubicBezTo>
                  <a:cubicBezTo>
                    <a:pt x="76679" y="292387"/>
                    <a:pt x="74762" y="291748"/>
                    <a:pt x="73484" y="289833"/>
                  </a:cubicBezTo>
                  <a:cubicBezTo>
                    <a:pt x="71567" y="287279"/>
                    <a:pt x="72206" y="282811"/>
                    <a:pt x="74762" y="280895"/>
                  </a:cubicBezTo>
                  <a:lnTo>
                    <a:pt x="102878" y="260467"/>
                  </a:lnTo>
                  <a:cubicBezTo>
                    <a:pt x="103517" y="259828"/>
                    <a:pt x="104795" y="259190"/>
                    <a:pt x="106073" y="259190"/>
                  </a:cubicBezTo>
                  <a:lnTo>
                    <a:pt x="169333" y="251529"/>
                  </a:lnTo>
                  <a:lnTo>
                    <a:pt x="200005" y="244507"/>
                  </a:lnTo>
                  <a:lnTo>
                    <a:pt x="227482" y="227908"/>
                  </a:lnTo>
                  <a:cubicBezTo>
                    <a:pt x="215980" y="224078"/>
                    <a:pt x="198088" y="235569"/>
                    <a:pt x="197449" y="235569"/>
                  </a:cubicBezTo>
                  <a:cubicBezTo>
                    <a:pt x="196171" y="236207"/>
                    <a:pt x="194893" y="236846"/>
                    <a:pt x="193615" y="236846"/>
                  </a:cubicBezTo>
                  <a:lnTo>
                    <a:pt x="150803" y="233654"/>
                  </a:lnTo>
                  <a:cubicBezTo>
                    <a:pt x="149525" y="233654"/>
                    <a:pt x="147608" y="233015"/>
                    <a:pt x="146969" y="231739"/>
                  </a:cubicBezTo>
                  <a:cubicBezTo>
                    <a:pt x="146969" y="231739"/>
                    <a:pt x="139940" y="224716"/>
                    <a:pt x="136106" y="220247"/>
                  </a:cubicBezTo>
                  <a:cubicBezTo>
                    <a:pt x="132911" y="217055"/>
                    <a:pt x="132911" y="213225"/>
                    <a:pt x="132911" y="211310"/>
                  </a:cubicBezTo>
                  <a:cubicBezTo>
                    <a:pt x="133550" y="204926"/>
                    <a:pt x="139940" y="200457"/>
                    <a:pt x="143774" y="197265"/>
                  </a:cubicBezTo>
                  <a:cubicBezTo>
                    <a:pt x="144413" y="196627"/>
                    <a:pt x="145691" y="195988"/>
                    <a:pt x="146330" y="195350"/>
                  </a:cubicBezTo>
                  <a:cubicBezTo>
                    <a:pt x="148886" y="194073"/>
                    <a:pt x="155915" y="189604"/>
                    <a:pt x="157192" y="187051"/>
                  </a:cubicBezTo>
                  <a:cubicBezTo>
                    <a:pt x="157192" y="187051"/>
                    <a:pt x="156553" y="186412"/>
                    <a:pt x="155915" y="185774"/>
                  </a:cubicBezTo>
                  <a:cubicBezTo>
                    <a:pt x="147608" y="180667"/>
                    <a:pt x="136745" y="188966"/>
                    <a:pt x="124604" y="200457"/>
                  </a:cubicBezTo>
                  <a:cubicBezTo>
                    <a:pt x="117575" y="206841"/>
                    <a:pt x="111185" y="208756"/>
                    <a:pt x="106073" y="210033"/>
                  </a:cubicBezTo>
                  <a:cubicBezTo>
                    <a:pt x="100322" y="211948"/>
                    <a:pt x="99044" y="212587"/>
                    <a:pt x="97766" y="215779"/>
                  </a:cubicBezTo>
                  <a:cubicBezTo>
                    <a:pt x="92015" y="230462"/>
                    <a:pt x="75401" y="236846"/>
                    <a:pt x="74762" y="236846"/>
                  </a:cubicBezTo>
                  <a:cubicBezTo>
                    <a:pt x="71567" y="238123"/>
                    <a:pt x="67733" y="236207"/>
                    <a:pt x="66456" y="233015"/>
                  </a:cubicBezTo>
                  <a:cubicBezTo>
                    <a:pt x="65177" y="229823"/>
                    <a:pt x="67094" y="225993"/>
                    <a:pt x="70289" y="224716"/>
                  </a:cubicBezTo>
                  <a:cubicBezTo>
                    <a:pt x="70289" y="224716"/>
                    <a:pt x="82430" y="219609"/>
                    <a:pt x="86264" y="210671"/>
                  </a:cubicBezTo>
                  <a:cubicBezTo>
                    <a:pt x="90098" y="201095"/>
                    <a:pt x="97127" y="199180"/>
                    <a:pt x="102878" y="197265"/>
                  </a:cubicBezTo>
                  <a:cubicBezTo>
                    <a:pt x="107351" y="195988"/>
                    <a:pt x="111824" y="194711"/>
                    <a:pt x="116297" y="190243"/>
                  </a:cubicBezTo>
                  <a:cubicBezTo>
                    <a:pt x="128438" y="179390"/>
                    <a:pt x="146330" y="163430"/>
                    <a:pt x="163582" y="174283"/>
                  </a:cubicBezTo>
                  <a:cubicBezTo>
                    <a:pt x="169333" y="178113"/>
                    <a:pt x="170611" y="182582"/>
                    <a:pt x="170611" y="185774"/>
                  </a:cubicBezTo>
                  <a:cubicBezTo>
                    <a:pt x="170611" y="194711"/>
                    <a:pt x="161027" y="200457"/>
                    <a:pt x="153998" y="204926"/>
                  </a:cubicBezTo>
                  <a:cubicBezTo>
                    <a:pt x="153358" y="205564"/>
                    <a:pt x="152081" y="206203"/>
                    <a:pt x="151442" y="206203"/>
                  </a:cubicBezTo>
                  <a:cubicBezTo>
                    <a:pt x="148247" y="208118"/>
                    <a:pt x="146969" y="210033"/>
                    <a:pt x="146330" y="210671"/>
                  </a:cubicBezTo>
                  <a:cubicBezTo>
                    <a:pt x="148886" y="213225"/>
                    <a:pt x="152720" y="217055"/>
                    <a:pt x="154637" y="218971"/>
                  </a:cubicBezTo>
                  <a:lnTo>
                    <a:pt x="192976" y="221524"/>
                  </a:lnTo>
                  <a:cubicBezTo>
                    <a:pt x="193615" y="220886"/>
                    <a:pt x="194254" y="220886"/>
                    <a:pt x="194893" y="220247"/>
                  </a:cubicBezTo>
                  <a:cubicBezTo>
                    <a:pt x="187225" y="220247"/>
                    <a:pt x="181474" y="217694"/>
                    <a:pt x="177640" y="213225"/>
                  </a:cubicBezTo>
                  <a:cubicBezTo>
                    <a:pt x="172528" y="208118"/>
                    <a:pt x="170611" y="200457"/>
                    <a:pt x="171889" y="190243"/>
                  </a:cubicBezTo>
                  <a:cubicBezTo>
                    <a:pt x="173167" y="171729"/>
                    <a:pt x="191698" y="153216"/>
                    <a:pt x="192976" y="152577"/>
                  </a:cubicBezTo>
                  <a:cubicBezTo>
                    <a:pt x="194254" y="151300"/>
                    <a:pt x="196171" y="150662"/>
                    <a:pt x="198088" y="150662"/>
                  </a:cubicBezTo>
                  <a:cubicBezTo>
                    <a:pt x="199366" y="150662"/>
                    <a:pt x="200644" y="151300"/>
                    <a:pt x="201922" y="152577"/>
                  </a:cubicBezTo>
                  <a:lnTo>
                    <a:pt x="201922" y="140448"/>
                  </a:lnTo>
                  <a:cubicBezTo>
                    <a:pt x="201922" y="135341"/>
                    <a:pt x="203839" y="130233"/>
                    <a:pt x="207034" y="127041"/>
                  </a:cubicBezTo>
                  <a:cubicBezTo>
                    <a:pt x="211507" y="122573"/>
                    <a:pt x="218536" y="121296"/>
                    <a:pt x="221731" y="120657"/>
                  </a:cubicBezTo>
                  <a:lnTo>
                    <a:pt x="221731" y="111081"/>
                  </a:lnTo>
                  <a:cubicBezTo>
                    <a:pt x="222370" y="105336"/>
                    <a:pt x="226204" y="97037"/>
                    <a:pt x="235150" y="95121"/>
                  </a:cubicBezTo>
                  <a:lnTo>
                    <a:pt x="235150" y="87461"/>
                  </a:lnTo>
                  <a:cubicBezTo>
                    <a:pt x="235150" y="84269"/>
                    <a:pt x="237706" y="81715"/>
                    <a:pt x="240901" y="81077"/>
                  </a:cubicBezTo>
                  <a:lnTo>
                    <a:pt x="203839" y="81077"/>
                  </a:lnTo>
                  <a:lnTo>
                    <a:pt x="203839" y="92568"/>
                  </a:lnTo>
                  <a:cubicBezTo>
                    <a:pt x="203839" y="96398"/>
                    <a:pt x="201283" y="98952"/>
                    <a:pt x="197449" y="98952"/>
                  </a:cubicBezTo>
                  <a:cubicBezTo>
                    <a:pt x="193615" y="98952"/>
                    <a:pt x="191059" y="96398"/>
                    <a:pt x="191059" y="92568"/>
                  </a:cubicBezTo>
                  <a:lnTo>
                    <a:pt x="191059" y="74693"/>
                  </a:lnTo>
                  <a:cubicBezTo>
                    <a:pt x="191059" y="70862"/>
                    <a:pt x="193615" y="68309"/>
                    <a:pt x="197449" y="68309"/>
                  </a:cubicBezTo>
                  <a:lnTo>
                    <a:pt x="249847" y="68309"/>
                  </a:lnTo>
                  <a:cubicBezTo>
                    <a:pt x="253681" y="68309"/>
                    <a:pt x="256237" y="70862"/>
                    <a:pt x="256237" y="74693"/>
                  </a:cubicBezTo>
                  <a:lnTo>
                    <a:pt x="256237" y="81077"/>
                  </a:lnTo>
                  <a:lnTo>
                    <a:pt x="258154" y="81077"/>
                  </a:lnTo>
                  <a:cubicBezTo>
                    <a:pt x="261987" y="81077"/>
                    <a:pt x="264544" y="83630"/>
                    <a:pt x="264544" y="87461"/>
                  </a:cubicBezTo>
                  <a:lnTo>
                    <a:pt x="264544" y="95121"/>
                  </a:lnTo>
                  <a:cubicBezTo>
                    <a:pt x="267100" y="95760"/>
                    <a:pt x="270294" y="97037"/>
                    <a:pt x="273489" y="99590"/>
                  </a:cubicBezTo>
                  <a:cubicBezTo>
                    <a:pt x="275407" y="101505"/>
                    <a:pt x="277962" y="105336"/>
                    <a:pt x="277962" y="110443"/>
                  </a:cubicBezTo>
                  <a:lnTo>
                    <a:pt x="277962" y="120019"/>
                  </a:lnTo>
                  <a:cubicBezTo>
                    <a:pt x="285630" y="120019"/>
                    <a:pt x="290103" y="123211"/>
                    <a:pt x="292659" y="125765"/>
                  </a:cubicBezTo>
                  <a:cubicBezTo>
                    <a:pt x="299049" y="132149"/>
                    <a:pt x="298410" y="141086"/>
                    <a:pt x="298410" y="141724"/>
                  </a:cubicBezTo>
                  <a:lnTo>
                    <a:pt x="296493" y="223439"/>
                  </a:lnTo>
                  <a:close/>
                </a:path>
              </a:pathLst>
            </a:custGeom>
            <a:solidFill>
              <a:srgbClr val="012169"/>
            </a:solidFill>
            <a:ln w="6390" cap="flat">
              <a:noFill/>
              <a:prstDash val="solid"/>
              <a:miter/>
            </a:ln>
          </p:spPr>
          <p:txBody>
            <a:bodyPr rtlCol="0" anchor="ctr"/>
            <a:lstStyle/>
            <a:p>
              <a:endParaRPr lang="en-US"/>
            </a:p>
          </p:txBody>
        </p:sp>
      </p:grpSp>
      <p:grpSp>
        <p:nvGrpSpPr>
          <p:cNvPr id="588" name="Graphic 4">
            <a:extLst>
              <a:ext uri="{FF2B5EF4-FFF2-40B4-BE49-F238E27FC236}">
                <a16:creationId xmlns:a16="http://schemas.microsoft.com/office/drawing/2014/main" id="{7BF1BB5C-FADE-DF4E-B1DC-83AD32FAC029}"/>
              </a:ext>
            </a:extLst>
          </p:cNvPr>
          <p:cNvGrpSpPr/>
          <p:nvPr/>
        </p:nvGrpSpPr>
        <p:grpSpPr>
          <a:xfrm>
            <a:off x="2998797" y="3824168"/>
            <a:ext cx="361670" cy="361333"/>
            <a:chOff x="2998797" y="3824168"/>
            <a:chExt cx="361670" cy="361333"/>
          </a:xfrm>
          <a:solidFill>
            <a:srgbClr val="012169"/>
          </a:solidFill>
        </p:grpSpPr>
        <p:sp>
          <p:nvSpPr>
            <p:cNvPr id="589" name="Graphic 4">
              <a:extLst>
                <a:ext uri="{FF2B5EF4-FFF2-40B4-BE49-F238E27FC236}">
                  <a16:creationId xmlns:a16="http://schemas.microsoft.com/office/drawing/2014/main" id="{58B56F1B-6E85-8146-8DC8-A71B5FD603EB}"/>
                </a:ext>
              </a:extLst>
            </p:cNvPr>
            <p:cNvSpPr/>
            <p:nvPr/>
          </p:nvSpPr>
          <p:spPr>
            <a:xfrm>
              <a:off x="3183466" y="3981852"/>
              <a:ext cx="8945" cy="7022"/>
            </a:xfrm>
            <a:custGeom>
              <a:avLst/>
              <a:gdLst>
                <a:gd name="connsiteX0" fmla="*/ 0 w 8945"/>
                <a:gd name="connsiteY0" fmla="*/ 0 h 7022"/>
                <a:gd name="connsiteX1" fmla="*/ 8946 w 8945"/>
                <a:gd name="connsiteY1" fmla="*/ 0 h 7022"/>
                <a:gd name="connsiteX2" fmla="*/ 8946 w 8945"/>
                <a:gd name="connsiteY2" fmla="*/ 7022 h 7022"/>
                <a:gd name="connsiteX3" fmla="*/ 0 w 8945"/>
                <a:gd name="connsiteY3" fmla="*/ 7022 h 7022"/>
              </a:gdLst>
              <a:ahLst/>
              <a:cxnLst>
                <a:cxn ang="0">
                  <a:pos x="connsiteX0" y="connsiteY0"/>
                </a:cxn>
                <a:cxn ang="0">
                  <a:pos x="connsiteX1" y="connsiteY1"/>
                </a:cxn>
                <a:cxn ang="0">
                  <a:pos x="connsiteX2" y="connsiteY2"/>
                </a:cxn>
                <a:cxn ang="0">
                  <a:pos x="connsiteX3" y="connsiteY3"/>
                </a:cxn>
              </a:cxnLst>
              <a:rect l="l" t="t" r="r" b="b"/>
              <a:pathLst>
                <a:path w="8945" h="7022">
                  <a:moveTo>
                    <a:pt x="0" y="0"/>
                  </a:moveTo>
                  <a:lnTo>
                    <a:pt x="8946" y="0"/>
                  </a:lnTo>
                  <a:lnTo>
                    <a:pt x="8946" y="7022"/>
                  </a:lnTo>
                  <a:lnTo>
                    <a:pt x="0" y="7022"/>
                  </a:lnTo>
                  <a:close/>
                </a:path>
              </a:pathLst>
            </a:custGeom>
            <a:solidFill>
              <a:srgbClr val="012169"/>
            </a:solidFill>
            <a:ln w="6390" cap="flat">
              <a:noFill/>
              <a:prstDash val="solid"/>
              <a:miter/>
            </a:ln>
          </p:spPr>
          <p:txBody>
            <a:bodyPr rtlCol="0" anchor="ctr"/>
            <a:lstStyle/>
            <a:p>
              <a:endParaRPr lang="en-US"/>
            </a:p>
          </p:txBody>
        </p:sp>
        <p:sp>
          <p:nvSpPr>
            <p:cNvPr id="590" name="Graphic 4">
              <a:extLst>
                <a:ext uri="{FF2B5EF4-FFF2-40B4-BE49-F238E27FC236}">
                  <a16:creationId xmlns:a16="http://schemas.microsoft.com/office/drawing/2014/main" id="{114B99BB-3F7B-6542-B468-15E5A163A854}"/>
                </a:ext>
              </a:extLst>
            </p:cNvPr>
            <p:cNvSpPr/>
            <p:nvPr/>
          </p:nvSpPr>
          <p:spPr>
            <a:xfrm>
              <a:off x="3183466" y="3939718"/>
              <a:ext cx="41564" cy="30004"/>
            </a:xfrm>
            <a:custGeom>
              <a:avLst/>
              <a:gdLst>
                <a:gd name="connsiteX0" fmla="*/ 21087 w 41564"/>
                <a:gd name="connsiteY0" fmla="*/ 0 h 30004"/>
                <a:gd name="connsiteX1" fmla="*/ 0 w 41564"/>
                <a:gd name="connsiteY1" fmla="*/ 21067 h 30004"/>
                <a:gd name="connsiteX2" fmla="*/ 0 w 41564"/>
                <a:gd name="connsiteY2" fmla="*/ 30005 h 30004"/>
                <a:gd name="connsiteX3" fmla="*/ 41535 w 41564"/>
                <a:gd name="connsiteY3" fmla="*/ 30005 h 30004"/>
                <a:gd name="connsiteX4" fmla="*/ 41535 w 41564"/>
                <a:gd name="connsiteY4" fmla="*/ 21067 h 30004"/>
                <a:gd name="connsiteX5" fmla="*/ 21087 w 41564"/>
                <a:gd name="connsiteY5" fmla="*/ 0 h 30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64" h="30004">
                  <a:moveTo>
                    <a:pt x="21087" y="0"/>
                  </a:moveTo>
                  <a:cubicBezTo>
                    <a:pt x="9585" y="0"/>
                    <a:pt x="0" y="9576"/>
                    <a:pt x="0" y="21067"/>
                  </a:cubicBezTo>
                  <a:lnTo>
                    <a:pt x="0" y="30005"/>
                  </a:lnTo>
                  <a:lnTo>
                    <a:pt x="41535" y="30005"/>
                  </a:lnTo>
                  <a:lnTo>
                    <a:pt x="41535" y="21067"/>
                  </a:lnTo>
                  <a:cubicBezTo>
                    <a:pt x="42173" y="9576"/>
                    <a:pt x="32589" y="0"/>
                    <a:pt x="21087" y="0"/>
                  </a:cubicBezTo>
                  <a:close/>
                </a:path>
              </a:pathLst>
            </a:custGeom>
            <a:solidFill>
              <a:srgbClr val="012169"/>
            </a:solidFill>
            <a:ln w="6390" cap="flat">
              <a:noFill/>
              <a:prstDash val="solid"/>
              <a:miter/>
            </a:ln>
          </p:spPr>
          <p:txBody>
            <a:bodyPr rtlCol="0" anchor="ctr"/>
            <a:lstStyle/>
            <a:p>
              <a:endParaRPr lang="en-US"/>
            </a:p>
          </p:txBody>
        </p:sp>
        <p:sp>
          <p:nvSpPr>
            <p:cNvPr id="591" name="Graphic 4">
              <a:extLst>
                <a:ext uri="{FF2B5EF4-FFF2-40B4-BE49-F238E27FC236}">
                  <a16:creationId xmlns:a16="http://schemas.microsoft.com/office/drawing/2014/main" id="{880D2CE3-AFCE-4947-B0DF-E9D395A22143}"/>
                </a:ext>
              </a:extLst>
            </p:cNvPr>
            <p:cNvSpPr/>
            <p:nvPr/>
          </p:nvSpPr>
          <p:spPr>
            <a:xfrm>
              <a:off x="3157267" y="3912267"/>
              <a:ext cx="90736" cy="57455"/>
            </a:xfrm>
            <a:custGeom>
              <a:avLst/>
              <a:gdLst>
                <a:gd name="connsiteX0" fmla="*/ 47285 w 90736"/>
                <a:gd name="connsiteY0" fmla="*/ 14683 h 57455"/>
                <a:gd name="connsiteX1" fmla="*/ 81152 w 90736"/>
                <a:gd name="connsiteY1" fmla="*/ 48518 h 57455"/>
                <a:gd name="connsiteX2" fmla="*/ 81152 w 90736"/>
                <a:gd name="connsiteY2" fmla="*/ 57456 h 57455"/>
                <a:gd name="connsiteX3" fmla="*/ 90737 w 90736"/>
                <a:gd name="connsiteY3" fmla="*/ 57456 h 57455"/>
                <a:gd name="connsiteX4" fmla="*/ 90737 w 90736"/>
                <a:gd name="connsiteY4" fmla="*/ 0 h 57455"/>
                <a:gd name="connsiteX5" fmla="*/ 0 w 90736"/>
                <a:gd name="connsiteY5" fmla="*/ 0 h 57455"/>
                <a:gd name="connsiteX6" fmla="*/ 0 w 90736"/>
                <a:gd name="connsiteY6" fmla="*/ 57456 h 57455"/>
                <a:gd name="connsiteX7" fmla="*/ 14058 w 90736"/>
                <a:gd name="connsiteY7" fmla="*/ 57456 h 57455"/>
                <a:gd name="connsiteX8" fmla="*/ 14058 w 90736"/>
                <a:gd name="connsiteY8" fmla="*/ 48518 h 57455"/>
                <a:gd name="connsiteX9" fmla="*/ 47285 w 90736"/>
                <a:gd name="connsiteY9" fmla="*/ 14683 h 5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736" h="57455">
                  <a:moveTo>
                    <a:pt x="47285" y="14683"/>
                  </a:moveTo>
                  <a:cubicBezTo>
                    <a:pt x="65816" y="14683"/>
                    <a:pt x="81152" y="30005"/>
                    <a:pt x="81152" y="48518"/>
                  </a:cubicBezTo>
                  <a:lnTo>
                    <a:pt x="81152" y="57456"/>
                  </a:lnTo>
                  <a:lnTo>
                    <a:pt x="90737" y="57456"/>
                  </a:lnTo>
                  <a:lnTo>
                    <a:pt x="90737" y="0"/>
                  </a:lnTo>
                  <a:lnTo>
                    <a:pt x="0" y="0"/>
                  </a:lnTo>
                  <a:lnTo>
                    <a:pt x="0" y="57456"/>
                  </a:lnTo>
                  <a:lnTo>
                    <a:pt x="14058" y="57456"/>
                  </a:lnTo>
                  <a:lnTo>
                    <a:pt x="14058" y="48518"/>
                  </a:lnTo>
                  <a:cubicBezTo>
                    <a:pt x="13419" y="30005"/>
                    <a:pt x="28755" y="14683"/>
                    <a:pt x="47285" y="14683"/>
                  </a:cubicBezTo>
                  <a:close/>
                </a:path>
              </a:pathLst>
            </a:custGeom>
            <a:solidFill>
              <a:srgbClr val="012169"/>
            </a:solidFill>
            <a:ln w="6390" cap="flat">
              <a:noFill/>
              <a:prstDash val="solid"/>
              <a:miter/>
            </a:ln>
          </p:spPr>
          <p:txBody>
            <a:bodyPr rtlCol="0" anchor="ctr"/>
            <a:lstStyle/>
            <a:p>
              <a:endParaRPr lang="en-US"/>
            </a:p>
          </p:txBody>
        </p:sp>
        <p:sp>
          <p:nvSpPr>
            <p:cNvPr id="592" name="Graphic 4">
              <a:extLst>
                <a:ext uri="{FF2B5EF4-FFF2-40B4-BE49-F238E27FC236}">
                  <a16:creationId xmlns:a16="http://schemas.microsoft.com/office/drawing/2014/main" id="{7AA301C0-F8DF-A34A-9A28-5920A57F3433}"/>
                </a:ext>
              </a:extLst>
            </p:cNvPr>
            <p:cNvSpPr/>
            <p:nvPr/>
          </p:nvSpPr>
          <p:spPr>
            <a:xfrm>
              <a:off x="3183466" y="4031008"/>
              <a:ext cx="40256" cy="7022"/>
            </a:xfrm>
            <a:custGeom>
              <a:avLst/>
              <a:gdLst>
                <a:gd name="connsiteX0" fmla="*/ 12141 w 40256"/>
                <a:gd name="connsiteY0" fmla="*/ 0 h 7022"/>
                <a:gd name="connsiteX1" fmla="*/ 0 w 40256"/>
                <a:gd name="connsiteY1" fmla="*/ 7023 h 7022"/>
                <a:gd name="connsiteX2" fmla="*/ 40257 w 40256"/>
                <a:gd name="connsiteY2" fmla="*/ 7023 h 7022"/>
                <a:gd name="connsiteX3" fmla="*/ 28116 w 40256"/>
                <a:gd name="connsiteY3" fmla="*/ 0 h 7022"/>
                <a:gd name="connsiteX4" fmla="*/ 12141 w 40256"/>
                <a:gd name="connsiteY4" fmla="*/ 0 h 70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56" h="7022">
                  <a:moveTo>
                    <a:pt x="12141" y="0"/>
                  </a:moveTo>
                  <a:cubicBezTo>
                    <a:pt x="7029" y="0"/>
                    <a:pt x="2556" y="3192"/>
                    <a:pt x="0" y="7023"/>
                  </a:cubicBezTo>
                  <a:lnTo>
                    <a:pt x="40257" y="7023"/>
                  </a:lnTo>
                  <a:cubicBezTo>
                    <a:pt x="38340" y="2554"/>
                    <a:pt x="33867" y="0"/>
                    <a:pt x="28116" y="0"/>
                  </a:cubicBezTo>
                  <a:lnTo>
                    <a:pt x="12141" y="0"/>
                  </a:lnTo>
                  <a:close/>
                </a:path>
              </a:pathLst>
            </a:custGeom>
            <a:solidFill>
              <a:srgbClr val="012169"/>
            </a:solidFill>
            <a:ln w="6390" cap="flat">
              <a:noFill/>
              <a:prstDash val="solid"/>
              <a:miter/>
            </a:ln>
          </p:spPr>
          <p:txBody>
            <a:bodyPr rtlCol="0" anchor="ctr"/>
            <a:lstStyle/>
            <a:p>
              <a:endParaRPr lang="en-US"/>
            </a:p>
          </p:txBody>
        </p:sp>
        <p:sp>
          <p:nvSpPr>
            <p:cNvPr id="593" name="Graphic 4">
              <a:extLst>
                <a:ext uri="{FF2B5EF4-FFF2-40B4-BE49-F238E27FC236}">
                  <a16:creationId xmlns:a16="http://schemas.microsoft.com/office/drawing/2014/main" id="{A0A2E554-6BD8-8C4B-A421-F1BCF9176E61}"/>
                </a:ext>
              </a:extLst>
            </p:cNvPr>
            <p:cNvSpPr/>
            <p:nvPr/>
          </p:nvSpPr>
          <p:spPr>
            <a:xfrm>
              <a:off x="3216694" y="3981852"/>
              <a:ext cx="8945" cy="7022"/>
            </a:xfrm>
            <a:custGeom>
              <a:avLst/>
              <a:gdLst>
                <a:gd name="connsiteX0" fmla="*/ 0 w 8945"/>
                <a:gd name="connsiteY0" fmla="*/ 0 h 7022"/>
                <a:gd name="connsiteX1" fmla="*/ 8946 w 8945"/>
                <a:gd name="connsiteY1" fmla="*/ 0 h 7022"/>
                <a:gd name="connsiteX2" fmla="*/ 8946 w 8945"/>
                <a:gd name="connsiteY2" fmla="*/ 7022 h 7022"/>
                <a:gd name="connsiteX3" fmla="*/ 0 w 8945"/>
                <a:gd name="connsiteY3" fmla="*/ 7022 h 7022"/>
              </a:gdLst>
              <a:ahLst/>
              <a:cxnLst>
                <a:cxn ang="0">
                  <a:pos x="connsiteX0" y="connsiteY0"/>
                </a:cxn>
                <a:cxn ang="0">
                  <a:pos x="connsiteX1" y="connsiteY1"/>
                </a:cxn>
                <a:cxn ang="0">
                  <a:pos x="connsiteX2" y="connsiteY2"/>
                </a:cxn>
                <a:cxn ang="0">
                  <a:pos x="connsiteX3" y="connsiteY3"/>
                </a:cxn>
              </a:cxnLst>
              <a:rect l="l" t="t" r="r" b="b"/>
              <a:pathLst>
                <a:path w="8945" h="7022">
                  <a:moveTo>
                    <a:pt x="0" y="0"/>
                  </a:moveTo>
                  <a:lnTo>
                    <a:pt x="8946" y="0"/>
                  </a:lnTo>
                  <a:lnTo>
                    <a:pt x="8946" y="7022"/>
                  </a:lnTo>
                  <a:lnTo>
                    <a:pt x="0" y="7022"/>
                  </a:lnTo>
                  <a:close/>
                </a:path>
              </a:pathLst>
            </a:custGeom>
            <a:solidFill>
              <a:srgbClr val="012169"/>
            </a:solidFill>
            <a:ln w="6390" cap="flat">
              <a:noFill/>
              <a:prstDash val="solid"/>
              <a:miter/>
            </a:ln>
          </p:spPr>
          <p:txBody>
            <a:bodyPr rtlCol="0" anchor="ctr"/>
            <a:lstStyle/>
            <a:p>
              <a:endParaRPr lang="en-US"/>
            </a:p>
          </p:txBody>
        </p:sp>
        <p:sp>
          <p:nvSpPr>
            <p:cNvPr id="594" name="Graphic 4">
              <a:extLst>
                <a:ext uri="{FF2B5EF4-FFF2-40B4-BE49-F238E27FC236}">
                  <a16:creationId xmlns:a16="http://schemas.microsoft.com/office/drawing/2014/main" id="{53D25466-2C71-744A-8BDF-6ECFAFD5EBFE}"/>
                </a:ext>
              </a:extLst>
            </p:cNvPr>
            <p:cNvSpPr/>
            <p:nvPr/>
          </p:nvSpPr>
          <p:spPr>
            <a:xfrm>
              <a:off x="3097202" y="4002919"/>
              <a:ext cx="51758" cy="28089"/>
            </a:xfrm>
            <a:custGeom>
              <a:avLst/>
              <a:gdLst>
                <a:gd name="connsiteX0" fmla="*/ 0 w 51758"/>
                <a:gd name="connsiteY0" fmla="*/ 0 h 28089"/>
                <a:gd name="connsiteX1" fmla="*/ 0 w 51758"/>
                <a:gd name="connsiteY1" fmla="*/ 28089 h 28089"/>
                <a:gd name="connsiteX2" fmla="*/ 51758 w 51758"/>
                <a:gd name="connsiteY2" fmla="*/ 28089 h 28089"/>
                <a:gd name="connsiteX3" fmla="*/ 51758 w 51758"/>
                <a:gd name="connsiteY3" fmla="*/ 0 h 28089"/>
                <a:gd name="connsiteX4" fmla="*/ 0 w 51758"/>
                <a:gd name="connsiteY4" fmla="*/ 0 h 28089"/>
                <a:gd name="connsiteX5" fmla="*/ 35145 w 51758"/>
                <a:gd name="connsiteY5" fmla="*/ 20428 h 28089"/>
                <a:gd name="connsiteX6" fmla="*/ 15975 w 51758"/>
                <a:gd name="connsiteY6" fmla="*/ 20428 h 28089"/>
                <a:gd name="connsiteX7" fmla="*/ 9585 w 51758"/>
                <a:gd name="connsiteY7" fmla="*/ 14044 h 28089"/>
                <a:gd name="connsiteX8" fmla="*/ 15975 w 51758"/>
                <a:gd name="connsiteY8" fmla="*/ 7660 h 28089"/>
                <a:gd name="connsiteX9" fmla="*/ 35145 w 51758"/>
                <a:gd name="connsiteY9" fmla="*/ 7660 h 28089"/>
                <a:gd name="connsiteX10" fmla="*/ 41535 w 51758"/>
                <a:gd name="connsiteY10" fmla="*/ 14044 h 28089"/>
                <a:gd name="connsiteX11" fmla="*/ 35145 w 51758"/>
                <a:gd name="connsiteY11" fmla="*/ 20428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758" h="28089">
                  <a:moveTo>
                    <a:pt x="0" y="0"/>
                  </a:moveTo>
                  <a:lnTo>
                    <a:pt x="0" y="28089"/>
                  </a:lnTo>
                  <a:lnTo>
                    <a:pt x="51758" y="28089"/>
                  </a:lnTo>
                  <a:lnTo>
                    <a:pt x="51758" y="0"/>
                  </a:lnTo>
                  <a:lnTo>
                    <a:pt x="0" y="0"/>
                  </a:lnTo>
                  <a:close/>
                  <a:moveTo>
                    <a:pt x="35145" y="20428"/>
                  </a:moveTo>
                  <a:lnTo>
                    <a:pt x="15975" y="20428"/>
                  </a:lnTo>
                  <a:cubicBezTo>
                    <a:pt x="12141" y="20428"/>
                    <a:pt x="9585" y="17875"/>
                    <a:pt x="9585" y="14044"/>
                  </a:cubicBezTo>
                  <a:cubicBezTo>
                    <a:pt x="9585" y="10214"/>
                    <a:pt x="12141" y="7660"/>
                    <a:pt x="15975" y="7660"/>
                  </a:cubicBezTo>
                  <a:lnTo>
                    <a:pt x="35145" y="7660"/>
                  </a:lnTo>
                  <a:cubicBezTo>
                    <a:pt x="38978" y="7660"/>
                    <a:pt x="41535" y="10214"/>
                    <a:pt x="41535" y="14044"/>
                  </a:cubicBezTo>
                  <a:cubicBezTo>
                    <a:pt x="41535" y="17875"/>
                    <a:pt x="38978" y="20428"/>
                    <a:pt x="35145" y="20428"/>
                  </a:cubicBezTo>
                  <a:close/>
                </a:path>
              </a:pathLst>
            </a:custGeom>
            <a:solidFill>
              <a:srgbClr val="012169"/>
            </a:solidFill>
            <a:ln w="6390" cap="flat">
              <a:noFill/>
              <a:prstDash val="solid"/>
              <a:miter/>
            </a:ln>
          </p:spPr>
          <p:txBody>
            <a:bodyPr rtlCol="0" anchor="ctr"/>
            <a:lstStyle/>
            <a:p>
              <a:endParaRPr lang="en-US"/>
            </a:p>
          </p:txBody>
        </p:sp>
        <p:sp>
          <p:nvSpPr>
            <p:cNvPr id="595" name="Graphic 4">
              <a:extLst>
                <a:ext uri="{FF2B5EF4-FFF2-40B4-BE49-F238E27FC236}">
                  <a16:creationId xmlns:a16="http://schemas.microsoft.com/office/drawing/2014/main" id="{B4E6D8C5-707F-6A4A-89F1-830D4BF49F8F}"/>
                </a:ext>
              </a:extLst>
            </p:cNvPr>
            <p:cNvSpPr/>
            <p:nvPr/>
          </p:nvSpPr>
          <p:spPr>
            <a:xfrm>
              <a:off x="3097202" y="4044415"/>
              <a:ext cx="51758" cy="28089"/>
            </a:xfrm>
            <a:custGeom>
              <a:avLst/>
              <a:gdLst>
                <a:gd name="connsiteX0" fmla="*/ 0 w 51758"/>
                <a:gd name="connsiteY0" fmla="*/ 28089 h 28089"/>
                <a:gd name="connsiteX1" fmla="*/ 51758 w 51758"/>
                <a:gd name="connsiteY1" fmla="*/ 28089 h 28089"/>
                <a:gd name="connsiteX2" fmla="*/ 51758 w 51758"/>
                <a:gd name="connsiteY2" fmla="*/ 0 h 28089"/>
                <a:gd name="connsiteX3" fmla="*/ 0 w 51758"/>
                <a:gd name="connsiteY3" fmla="*/ 0 h 28089"/>
                <a:gd name="connsiteX4" fmla="*/ 0 w 51758"/>
                <a:gd name="connsiteY4" fmla="*/ 28089 h 28089"/>
                <a:gd name="connsiteX5" fmla="*/ 15975 w 51758"/>
                <a:gd name="connsiteY5" fmla="*/ 7660 h 28089"/>
                <a:gd name="connsiteX6" fmla="*/ 35145 w 51758"/>
                <a:gd name="connsiteY6" fmla="*/ 7660 h 28089"/>
                <a:gd name="connsiteX7" fmla="*/ 41535 w 51758"/>
                <a:gd name="connsiteY7" fmla="*/ 14044 h 28089"/>
                <a:gd name="connsiteX8" fmla="*/ 35145 w 51758"/>
                <a:gd name="connsiteY8" fmla="*/ 20428 h 28089"/>
                <a:gd name="connsiteX9" fmla="*/ 15975 w 51758"/>
                <a:gd name="connsiteY9" fmla="*/ 20428 h 28089"/>
                <a:gd name="connsiteX10" fmla="*/ 9585 w 51758"/>
                <a:gd name="connsiteY10" fmla="*/ 14044 h 28089"/>
                <a:gd name="connsiteX11" fmla="*/ 15975 w 51758"/>
                <a:gd name="connsiteY11" fmla="*/ 7660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758" h="28089">
                  <a:moveTo>
                    <a:pt x="0" y="28089"/>
                  </a:moveTo>
                  <a:lnTo>
                    <a:pt x="51758" y="28089"/>
                  </a:lnTo>
                  <a:lnTo>
                    <a:pt x="51758" y="0"/>
                  </a:lnTo>
                  <a:lnTo>
                    <a:pt x="0" y="0"/>
                  </a:lnTo>
                  <a:lnTo>
                    <a:pt x="0" y="28089"/>
                  </a:lnTo>
                  <a:close/>
                  <a:moveTo>
                    <a:pt x="15975" y="7660"/>
                  </a:moveTo>
                  <a:lnTo>
                    <a:pt x="35145" y="7660"/>
                  </a:lnTo>
                  <a:cubicBezTo>
                    <a:pt x="38978" y="7660"/>
                    <a:pt x="41535" y="10214"/>
                    <a:pt x="41535" y="14044"/>
                  </a:cubicBezTo>
                  <a:cubicBezTo>
                    <a:pt x="41535" y="17875"/>
                    <a:pt x="38978" y="20428"/>
                    <a:pt x="35145" y="20428"/>
                  </a:cubicBezTo>
                  <a:lnTo>
                    <a:pt x="15975" y="20428"/>
                  </a:lnTo>
                  <a:cubicBezTo>
                    <a:pt x="12141" y="20428"/>
                    <a:pt x="9585" y="17875"/>
                    <a:pt x="9585" y="14044"/>
                  </a:cubicBezTo>
                  <a:cubicBezTo>
                    <a:pt x="9585" y="10214"/>
                    <a:pt x="12780" y="7660"/>
                    <a:pt x="15975" y="7660"/>
                  </a:cubicBezTo>
                  <a:close/>
                </a:path>
              </a:pathLst>
            </a:custGeom>
            <a:solidFill>
              <a:srgbClr val="012169"/>
            </a:solidFill>
            <a:ln w="6390" cap="flat">
              <a:noFill/>
              <a:prstDash val="solid"/>
              <a:miter/>
            </a:ln>
          </p:spPr>
          <p:txBody>
            <a:bodyPr rtlCol="0" anchor="ctr"/>
            <a:lstStyle/>
            <a:p>
              <a:endParaRPr lang="en-US"/>
            </a:p>
          </p:txBody>
        </p:sp>
        <p:sp>
          <p:nvSpPr>
            <p:cNvPr id="596" name="Graphic 4">
              <a:extLst>
                <a:ext uri="{FF2B5EF4-FFF2-40B4-BE49-F238E27FC236}">
                  <a16:creationId xmlns:a16="http://schemas.microsoft.com/office/drawing/2014/main" id="{1992E488-E811-B640-8E25-D06EA4AEBFB6}"/>
                </a:ext>
              </a:extLst>
            </p:cNvPr>
            <p:cNvSpPr/>
            <p:nvPr/>
          </p:nvSpPr>
          <p:spPr>
            <a:xfrm>
              <a:off x="2998797"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91381 w 361670"/>
                <a:gd name="connsiteY5" fmla="*/ 177475 h 361333"/>
                <a:gd name="connsiteX6" fmla="*/ 273489 w 361670"/>
                <a:gd name="connsiteY6" fmla="*/ 177475 h 361333"/>
                <a:gd name="connsiteX7" fmla="*/ 273489 w 361670"/>
                <a:gd name="connsiteY7" fmla="*/ 278980 h 361333"/>
                <a:gd name="connsiteX8" fmla="*/ 267100 w 361670"/>
                <a:gd name="connsiteY8" fmla="*/ 285364 h 361333"/>
                <a:gd name="connsiteX9" fmla="*/ 260710 w 361670"/>
                <a:gd name="connsiteY9" fmla="*/ 278980 h 361333"/>
                <a:gd name="connsiteX10" fmla="*/ 260710 w 361670"/>
                <a:gd name="connsiteY10" fmla="*/ 177475 h 361333"/>
                <a:gd name="connsiteX11" fmla="*/ 238984 w 361670"/>
                <a:gd name="connsiteY11" fmla="*/ 177475 h 361333"/>
                <a:gd name="connsiteX12" fmla="*/ 223009 w 361670"/>
                <a:gd name="connsiteY12" fmla="*/ 189604 h 361333"/>
                <a:gd name="connsiteX13" fmla="*/ 217897 w 361670"/>
                <a:gd name="connsiteY13" fmla="*/ 189604 h 361333"/>
                <a:gd name="connsiteX14" fmla="*/ 217897 w 361670"/>
                <a:gd name="connsiteY14" fmla="*/ 194711 h 361333"/>
                <a:gd name="connsiteX15" fmla="*/ 239623 w 361670"/>
                <a:gd name="connsiteY15" fmla="*/ 220247 h 361333"/>
                <a:gd name="connsiteX16" fmla="*/ 233233 w 361670"/>
                <a:gd name="connsiteY16" fmla="*/ 227270 h 361333"/>
                <a:gd name="connsiteX17" fmla="*/ 212785 w 361670"/>
                <a:gd name="connsiteY17" fmla="*/ 227270 h 361333"/>
                <a:gd name="connsiteX18" fmla="*/ 212785 w 361670"/>
                <a:gd name="connsiteY18" fmla="*/ 257913 h 361333"/>
                <a:gd name="connsiteX19" fmla="*/ 236428 w 361670"/>
                <a:gd name="connsiteY19" fmla="*/ 268766 h 361333"/>
                <a:gd name="connsiteX20" fmla="*/ 240262 w 361670"/>
                <a:gd name="connsiteY20" fmla="*/ 274511 h 361333"/>
                <a:gd name="connsiteX21" fmla="*/ 240262 w 361670"/>
                <a:gd name="connsiteY21" fmla="*/ 280257 h 361333"/>
                <a:gd name="connsiteX22" fmla="*/ 233872 w 361670"/>
                <a:gd name="connsiteY22" fmla="*/ 286641 h 361333"/>
                <a:gd name="connsiteX23" fmla="*/ 233872 w 361670"/>
                <a:gd name="connsiteY23" fmla="*/ 286641 h 361333"/>
                <a:gd name="connsiteX24" fmla="*/ 227482 w 361670"/>
                <a:gd name="connsiteY24" fmla="*/ 280257 h 361333"/>
                <a:gd name="connsiteX25" fmla="*/ 227482 w 361670"/>
                <a:gd name="connsiteY25" fmla="*/ 278341 h 361333"/>
                <a:gd name="connsiteX26" fmla="*/ 212785 w 361670"/>
                <a:gd name="connsiteY26" fmla="*/ 271958 h 361333"/>
                <a:gd name="connsiteX27" fmla="*/ 212785 w 361670"/>
                <a:gd name="connsiteY27" fmla="*/ 278341 h 361333"/>
                <a:gd name="connsiteX28" fmla="*/ 206395 w 361670"/>
                <a:gd name="connsiteY28" fmla="*/ 284725 h 361333"/>
                <a:gd name="connsiteX29" fmla="*/ 200005 w 361670"/>
                <a:gd name="connsiteY29" fmla="*/ 278341 h 361333"/>
                <a:gd name="connsiteX30" fmla="*/ 200005 w 361670"/>
                <a:gd name="connsiteY30" fmla="*/ 270681 h 361333"/>
                <a:gd name="connsiteX31" fmla="*/ 183391 w 361670"/>
                <a:gd name="connsiteY31" fmla="*/ 278341 h 361333"/>
                <a:gd name="connsiteX32" fmla="*/ 183391 w 361670"/>
                <a:gd name="connsiteY32" fmla="*/ 280257 h 361333"/>
                <a:gd name="connsiteX33" fmla="*/ 177001 w 361670"/>
                <a:gd name="connsiteY33" fmla="*/ 286641 h 361333"/>
                <a:gd name="connsiteX34" fmla="*/ 177001 w 361670"/>
                <a:gd name="connsiteY34" fmla="*/ 286641 h 361333"/>
                <a:gd name="connsiteX35" fmla="*/ 170611 w 361670"/>
                <a:gd name="connsiteY35" fmla="*/ 280257 h 361333"/>
                <a:gd name="connsiteX36" fmla="*/ 170611 w 361670"/>
                <a:gd name="connsiteY36" fmla="*/ 274511 h 361333"/>
                <a:gd name="connsiteX37" fmla="*/ 174445 w 361670"/>
                <a:gd name="connsiteY37" fmla="*/ 268766 h 361333"/>
                <a:gd name="connsiteX38" fmla="*/ 200005 w 361670"/>
                <a:gd name="connsiteY38" fmla="*/ 257274 h 361333"/>
                <a:gd name="connsiteX39" fmla="*/ 200005 w 361670"/>
                <a:gd name="connsiteY39" fmla="*/ 227270 h 361333"/>
                <a:gd name="connsiteX40" fmla="*/ 177001 w 361670"/>
                <a:gd name="connsiteY40" fmla="*/ 227270 h 361333"/>
                <a:gd name="connsiteX41" fmla="*/ 170611 w 361670"/>
                <a:gd name="connsiteY41" fmla="*/ 220886 h 361333"/>
                <a:gd name="connsiteX42" fmla="*/ 193615 w 361670"/>
                <a:gd name="connsiteY42" fmla="*/ 194711 h 361333"/>
                <a:gd name="connsiteX43" fmla="*/ 193615 w 361670"/>
                <a:gd name="connsiteY43" fmla="*/ 189604 h 361333"/>
                <a:gd name="connsiteX44" fmla="*/ 188503 w 361670"/>
                <a:gd name="connsiteY44" fmla="*/ 189604 h 361333"/>
                <a:gd name="connsiteX45" fmla="*/ 172528 w 361670"/>
                <a:gd name="connsiteY45" fmla="*/ 177475 h 361333"/>
                <a:gd name="connsiteX46" fmla="*/ 162305 w 361670"/>
                <a:gd name="connsiteY46" fmla="*/ 177475 h 361333"/>
                <a:gd name="connsiteX47" fmla="*/ 162305 w 361670"/>
                <a:gd name="connsiteY47" fmla="*/ 212587 h 361333"/>
                <a:gd name="connsiteX48" fmla="*/ 162305 w 361670"/>
                <a:gd name="connsiteY48" fmla="*/ 213225 h 361333"/>
                <a:gd name="connsiteX49" fmla="*/ 162305 w 361670"/>
                <a:gd name="connsiteY49" fmla="*/ 213863 h 361333"/>
                <a:gd name="connsiteX50" fmla="*/ 162305 w 361670"/>
                <a:gd name="connsiteY50" fmla="*/ 254721 h 361333"/>
                <a:gd name="connsiteX51" fmla="*/ 155915 w 361670"/>
                <a:gd name="connsiteY51" fmla="*/ 261105 h 361333"/>
                <a:gd name="connsiteX52" fmla="*/ 96488 w 361670"/>
                <a:gd name="connsiteY52" fmla="*/ 261105 h 361333"/>
                <a:gd name="connsiteX53" fmla="*/ 96488 w 361670"/>
                <a:gd name="connsiteY53" fmla="*/ 278980 h 361333"/>
                <a:gd name="connsiteX54" fmla="*/ 90098 w 361670"/>
                <a:gd name="connsiteY54" fmla="*/ 285364 h 361333"/>
                <a:gd name="connsiteX55" fmla="*/ 83708 w 361670"/>
                <a:gd name="connsiteY55" fmla="*/ 278980 h 361333"/>
                <a:gd name="connsiteX56" fmla="*/ 83708 w 361670"/>
                <a:gd name="connsiteY56" fmla="*/ 177475 h 361333"/>
                <a:gd name="connsiteX57" fmla="*/ 69650 w 361670"/>
                <a:gd name="connsiteY57" fmla="*/ 177475 h 361333"/>
                <a:gd name="connsiteX58" fmla="*/ 63261 w 361670"/>
                <a:gd name="connsiteY58" fmla="*/ 171091 h 361333"/>
                <a:gd name="connsiteX59" fmla="*/ 69650 w 361670"/>
                <a:gd name="connsiteY59" fmla="*/ 164707 h 361333"/>
                <a:gd name="connsiteX60" fmla="*/ 171250 w 361670"/>
                <a:gd name="connsiteY60" fmla="*/ 164707 h 361333"/>
                <a:gd name="connsiteX61" fmla="*/ 171250 w 361670"/>
                <a:gd name="connsiteY61" fmla="*/ 157684 h 361333"/>
                <a:gd name="connsiteX62" fmla="*/ 150803 w 361670"/>
                <a:gd name="connsiteY62" fmla="*/ 157684 h 361333"/>
                <a:gd name="connsiteX63" fmla="*/ 144413 w 361670"/>
                <a:gd name="connsiteY63" fmla="*/ 151300 h 361333"/>
                <a:gd name="connsiteX64" fmla="*/ 144413 w 361670"/>
                <a:gd name="connsiteY64" fmla="*/ 81076 h 361333"/>
                <a:gd name="connsiteX65" fmla="*/ 150803 w 361670"/>
                <a:gd name="connsiteY65" fmla="*/ 74692 h 361333"/>
                <a:gd name="connsiteX66" fmla="*/ 254320 w 361670"/>
                <a:gd name="connsiteY66" fmla="*/ 74692 h 361333"/>
                <a:gd name="connsiteX67" fmla="*/ 260710 w 361670"/>
                <a:gd name="connsiteY67" fmla="*/ 81076 h 361333"/>
                <a:gd name="connsiteX68" fmla="*/ 260710 w 361670"/>
                <a:gd name="connsiteY68" fmla="*/ 151300 h 361333"/>
                <a:gd name="connsiteX69" fmla="*/ 254320 w 361670"/>
                <a:gd name="connsiteY69" fmla="*/ 157684 h 361333"/>
                <a:gd name="connsiteX70" fmla="*/ 238345 w 361670"/>
                <a:gd name="connsiteY70" fmla="*/ 157684 h 361333"/>
                <a:gd name="connsiteX71" fmla="*/ 238345 w 361670"/>
                <a:gd name="connsiteY71" fmla="*/ 164707 h 361333"/>
                <a:gd name="connsiteX72" fmla="*/ 290103 w 361670"/>
                <a:gd name="connsiteY72" fmla="*/ 164707 h 361333"/>
                <a:gd name="connsiteX73" fmla="*/ 296493 w 361670"/>
                <a:gd name="connsiteY73" fmla="*/ 171091 h 361333"/>
                <a:gd name="connsiteX74" fmla="*/ 291381 w 361670"/>
                <a:gd name="connsiteY74" fmla="*/ 17747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1" y="280257"/>
                    <a:pt x="361671" y="180667"/>
                  </a:cubicBezTo>
                  <a:cubicBezTo>
                    <a:pt x="361671" y="81076"/>
                    <a:pt x="281157" y="0"/>
                    <a:pt x="180835" y="0"/>
                  </a:cubicBezTo>
                  <a:close/>
                  <a:moveTo>
                    <a:pt x="291381" y="177475"/>
                  </a:moveTo>
                  <a:lnTo>
                    <a:pt x="273489" y="177475"/>
                  </a:lnTo>
                  <a:lnTo>
                    <a:pt x="273489" y="278980"/>
                  </a:lnTo>
                  <a:cubicBezTo>
                    <a:pt x="273489" y="282810"/>
                    <a:pt x="270934" y="285364"/>
                    <a:pt x="267100" y="285364"/>
                  </a:cubicBezTo>
                  <a:cubicBezTo>
                    <a:pt x="263266" y="285364"/>
                    <a:pt x="260710" y="282810"/>
                    <a:pt x="260710" y="278980"/>
                  </a:cubicBezTo>
                  <a:lnTo>
                    <a:pt x="260710" y="177475"/>
                  </a:lnTo>
                  <a:lnTo>
                    <a:pt x="238984" y="177475"/>
                  </a:lnTo>
                  <a:cubicBezTo>
                    <a:pt x="237067" y="184497"/>
                    <a:pt x="230677" y="189604"/>
                    <a:pt x="223009" y="189604"/>
                  </a:cubicBezTo>
                  <a:lnTo>
                    <a:pt x="217897" y="189604"/>
                  </a:lnTo>
                  <a:lnTo>
                    <a:pt x="217897" y="194711"/>
                  </a:lnTo>
                  <a:cubicBezTo>
                    <a:pt x="230038" y="196627"/>
                    <a:pt x="239623" y="207479"/>
                    <a:pt x="239623" y="220247"/>
                  </a:cubicBezTo>
                  <a:cubicBezTo>
                    <a:pt x="239623" y="224078"/>
                    <a:pt x="237067" y="227270"/>
                    <a:pt x="233233" y="227270"/>
                  </a:cubicBezTo>
                  <a:lnTo>
                    <a:pt x="212785" y="227270"/>
                  </a:lnTo>
                  <a:lnTo>
                    <a:pt x="212785" y="257913"/>
                  </a:lnTo>
                  <a:lnTo>
                    <a:pt x="236428" y="268766"/>
                  </a:lnTo>
                  <a:cubicBezTo>
                    <a:pt x="238984" y="270042"/>
                    <a:pt x="240262" y="271958"/>
                    <a:pt x="240262" y="274511"/>
                  </a:cubicBezTo>
                  <a:lnTo>
                    <a:pt x="240262" y="280257"/>
                  </a:lnTo>
                  <a:cubicBezTo>
                    <a:pt x="240262" y="284087"/>
                    <a:pt x="237706" y="286641"/>
                    <a:pt x="233872" y="286641"/>
                  </a:cubicBezTo>
                  <a:cubicBezTo>
                    <a:pt x="233872" y="286641"/>
                    <a:pt x="233872" y="286641"/>
                    <a:pt x="233872" y="286641"/>
                  </a:cubicBezTo>
                  <a:cubicBezTo>
                    <a:pt x="230677" y="286641"/>
                    <a:pt x="227482" y="284087"/>
                    <a:pt x="227482" y="280257"/>
                  </a:cubicBezTo>
                  <a:lnTo>
                    <a:pt x="227482" y="278341"/>
                  </a:lnTo>
                  <a:lnTo>
                    <a:pt x="212785" y="271958"/>
                  </a:lnTo>
                  <a:lnTo>
                    <a:pt x="212785" y="278341"/>
                  </a:lnTo>
                  <a:cubicBezTo>
                    <a:pt x="212785" y="282172"/>
                    <a:pt x="210229" y="284725"/>
                    <a:pt x="206395" y="284725"/>
                  </a:cubicBezTo>
                  <a:cubicBezTo>
                    <a:pt x="202561" y="284725"/>
                    <a:pt x="200005" y="282172"/>
                    <a:pt x="200005" y="278341"/>
                  </a:cubicBezTo>
                  <a:lnTo>
                    <a:pt x="200005" y="270681"/>
                  </a:lnTo>
                  <a:lnTo>
                    <a:pt x="183391" y="278341"/>
                  </a:lnTo>
                  <a:lnTo>
                    <a:pt x="183391" y="280257"/>
                  </a:lnTo>
                  <a:cubicBezTo>
                    <a:pt x="183391" y="283449"/>
                    <a:pt x="180196" y="286641"/>
                    <a:pt x="177001" y="286641"/>
                  </a:cubicBezTo>
                  <a:cubicBezTo>
                    <a:pt x="177001" y="286641"/>
                    <a:pt x="177001" y="286641"/>
                    <a:pt x="177001" y="286641"/>
                  </a:cubicBezTo>
                  <a:cubicBezTo>
                    <a:pt x="173167" y="286641"/>
                    <a:pt x="170611" y="283449"/>
                    <a:pt x="170611" y="280257"/>
                  </a:cubicBezTo>
                  <a:lnTo>
                    <a:pt x="170611" y="274511"/>
                  </a:lnTo>
                  <a:cubicBezTo>
                    <a:pt x="170611" y="271958"/>
                    <a:pt x="171889" y="270042"/>
                    <a:pt x="174445" y="268766"/>
                  </a:cubicBezTo>
                  <a:lnTo>
                    <a:pt x="200005" y="257274"/>
                  </a:lnTo>
                  <a:lnTo>
                    <a:pt x="200005" y="227270"/>
                  </a:lnTo>
                  <a:lnTo>
                    <a:pt x="177001" y="227270"/>
                  </a:lnTo>
                  <a:cubicBezTo>
                    <a:pt x="173167" y="227270"/>
                    <a:pt x="170611" y="224716"/>
                    <a:pt x="170611" y="220886"/>
                  </a:cubicBezTo>
                  <a:cubicBezTo>
                    <a:pt x="170611" y="206841"/>
                    <a:pt x="180835" y="195988"/>
                    <a:pt x="193615" y="194711"/>
                  </a:cubicBezTo>
                  <a:lnTo>
                    <a:pt x="193615" y="189604"/>
                  </a:lnTo>
                  <a:lnTo>
                    <a:pt x="188503" y="189604"/>
                  </a:lnTo>
                  <a:cubicBezTo>
                    <a:pt x="180835" y="189604"/>
                    <a:pt x="174445" y="184497"/>
                    <a:pt x="172528" y="177475"/>
                  </a:cubicBezTo>
                  <a:lnTo>
                    <a:pt x="162305" y="177475"/>
                  </a:lnTo>
                  <a:lnTo>
                    <a:pt x="162305" y="212587"/>
                  </a:lnTo>
                  <a:cubicBezTo>
                    <a:pt x="162305" y="212587"/>
                    <a:pt x="162305" y="212587"/>
                    <a:pt x="162305" y="213225"/>
                  </a:cubicBezTo>
                  <a:cubicBezTo>
                    <a:pt x="162305" y="213225"/>
                    <a:pt x="162305" y="213225"/>
                    <a:pt x="162305" y="213863"/>
                  </a:cubicBezTo>
                  <a:lnTo>
                    <a:pt x="162305" y="254721"/>
                  </a:lnTo>
                  <a:cubicBezTo>
                    <a:pt x="162305" y="258551"/>
                    <a:pt x="159748" y="261105"/>
                    <a:pt x="155915" y="261105"/>
                  </a:cubicBezTo>
                  <a:lnTo>
                    <a:pt x="96488" y="261105"/>
                  </a:lnTo>
                  <a:lnTo>
                    <a:pt x="96488" y="278980"/>
                  </a:lnTo>
                  <a:cubicBezTo>
                    <a:pt x="96488" y="282810"/>
                    <a:pt x="93932" y="285364"/>
                    <a:pt x="90098" y="285364"/>
                  </a:cubicBezTo>
                  <a:cubicBezTo>
                    <a:pt x="86264" y="285364"/>
                    <a:pt x="83708" y="282810"/>
                    <a:pt x="83708" y="278980"/>
                  </a:cubicBezTo>
                  <a:lnTo>
                    <a:pt x="83708" y="177475"/>
                  </a:lnTo>
                  <a:lnTo>
                    <a:pt x="69650" y="177475"/>
                  </a:lnTo>
                  <a:cubicBezTo>
                    <a:pt x="65816" y="177475"/>
                    <a:pt x="63261" y="174921"/>
                    <a:pt x="63261" y="171091"/>
                  </a:cubicBezTo>
                  <a:cubicBezTo>
                    <a:pt x="63261" y="167260"/>
                    <a:pt x="65816" y="164707"/>
                    <a:pt x="69650" y="164707"/>
                  </a:cubicBezTo>
                  <a:lnTo>
                    <a:pt x="171250" y="164707"/>
                  </a:lnTo>
                  <a:lnTo>
                    <a:pt x="171250" y="157684"/>
                  </a:lnTo>
                  <a:lnTo>
                    <a:pt x="150803" y="157684"/>
                  </a:lnTo>
                  <a:cubicBezTo>
                    <a:pt x="146969" y="157684"/>
                    <a:pt x="144413" y="155131"/>
                    <a:pt x="144413" y="151300"/>
                  </a:cubicBezTo>
                  <a:lnTo>
                    <a:pt x="144413" y="81076"/>
                  </a:lnTo>
                  <a:cubicBezTo>
                    <a:pt x="144413" y="77246"/>
                    <a:pt x="146969" y="74692"/>
                    <a:pt x="150803" y="74692"/>
                  </a:cubicBezTo>
                  <a:lnTo>
                    <a:pt x="254320" y="74692"/>
                  </a:lnTo>
                  <a:cubicBezTo>
                    <a:pt x="258154" y="74692"/>
                    <a:pt x="260710" y="77246"/>
                    <a:pt x="260710" y="81076"/>
                  </a:cubicBezTo>
                  <a:lnTo>
                    <a:pt x="260710" y="151300"/>
                  </a:lnTo>
                  <a:cubicBezTo>
                    <a:pt x="260710" y="155131"/>
                    <a:pt x="258154" y="157684"/>
                    <a:pt x="254320" y="157684"/>
                  </a:cubicBezTo>
                  <a:lnTo>
                    <a:pt x="238345" y="157684"/>
                  </a:lnTo>
                  <a:lnTo>
                    <a:pt x="238345" y="164707"/>
                  </a:lnTo>
                  <a:lnTo>
                    <a:pt x="290103" y="164707"/>
                  </a:lnTo>
                  <a:cubicBezTo>
                    <a:pt x="293937" y="164707"/>
                    <a:pt x="296493" y="167260"/>
                    <a:pt x="296493" y="171091"/>
                  </a:cubicBezTo>
                  <a:cubicBezTo>
                    <a:pt x="296493" y="174921"/>
                    <a:pt x="295215" y="177475"/>
                    <a:pt x="291381" y="177475"/>
                  </a:cubicBezTo>
                  <a:close/>
                </a:path>
              </a:pathLst>
            </a:custGeom>
            <a:solidFill>
              <a:srgbClr val="012169"/>
            </a:solidFill>
            <a:ln w="6390" cap="flat">
              <a:noFill/>
              <a:prstDash val="solid"/>
              <a:miter/>
            </a:ln>
          </p:spPr>
          <p:txBody>
            <a:bodyPr rtlCol="0" anchor="ctr"/>
            <a:lstStyle/>
            <a:p>
              <a:endParaRPr lang="en-US"/>
            </a:p>
          </p:txBody>
        </p:sp>
      </p:grpSp>
      <p:grpSp>
        <p:nvGrpSpPr>
          <p:cNvPr id="597" name="Graphic 4">
            <a:extLst>
              <a:ext uri="{FF2B5EF4-FFF2-40B4-BE49-F238E27FC236}">
                <a16:creationId xmlns:a16="http://schemas.microsoft.com/office/drawing/2014/main" id="{FEE50253-8B15-E043-BE7D-F4145A00F8E3}"/>
              </a:ext>
            </a:extLst>
          </p:cNvPr>
          <p:cNvGrpSpPr/>
          <p:nvPr/>
        </p:nvGrpSpPr>
        <p:grpSpPr>
          <a:xfrm>
            <a:off x="905454" y="2855717"/>
            <a:ext cx="361674" cy="361333"/>
            <a:chOff x="905454" y="2855717"/>
            <a:chExt cx="361674" cy="361333"/>
          </a:xfrm>
          <a:solidFill>
            <a:srgbClr val="012169"/>
          </a:solidFill>
        </p:grpSpPr>
        <p:sp>
          <p:nvSpPr>
            <p:cNvPr id="598" name="Graphic 4">
              <a:extLst>
                <a:ext uri="{FF2B5EF4-FFF2-40B4-BE49-F238E27FC236}">
                  <a16:creationId xmlns:a16="http://schemas.microsoft.com/office/drawing/2014/main" id="{9FFD5734-70AB-064E-8B74-EA5743B19D83}"/>
                </a:ext>
              </a:extLst>
            </p:cNvPr>
            <p:cNvSpPr/>
            <p:nvPr/>
          </p:nvSpPr>
          <p:spPr>
            <a:xfrm>
              <a:off x="1055617" y="3049790"/>
              <a:ext cx="63003" cy="77246"/>
            </a:xfrm>
            <a:custGeom>
              <a:avLst/>
              <a:gdLst>
                <a:gd name="connsiteX0" fmla="*/ 46008 w 63003"/>
                <a:gd name="connsiteY0" fmla="*/ 0 h 77246"/>
                <a:gd name="connsiteX1" fmla="*/ 24282 w 63003"/>
                <a:gd name="connsiteY1" fmla="*/ 35750 h 77246"/>
                <a:gd name="connsiteX2" fmla="*/ 15336 w 63003"/>
                <a:gd name="connsiteY2" fmla="*/ 38304 h 77246"/>
                <a:gd name="connsiteX3" fmla="*/ 12780 w 63003"/>
                <a:gd name="connsiteY3" fmla="*/ 29366 h 77246"/>
                <a:gd name="connsiteX4" fmla="*/ 15975 w 63003"/>
                <a:gd name="connsiteY4" fmla="*/ 24259 h 77246"/>
                <a:gd name="connsiteX5" fmla="*/ 11502 w 63003"/>
                <a:gd name="connsiteY5" fmla="*/ 18514 h 77246"/>
                <a:gd name="connsiteX6" fmla="*/ 1278 w 63003"/>
                <a:gd name="connsiteY6" fmla="*/ 37027 h 77246"/>
                <a:gd name="connsiteX7" fmla="*/ 639 w 63003"/>
                <a:gd name="connsiteY7" fmla="*/ 47880 h 77246"/>
                <a:gd name="connsiteX8" fmla="*/ 0 w 63003"/>
                <a:gd name="connsiteY8" fmla="*/ 61286 h 77246"/>
                <a:gd name="connsiteX9" fmla="*/ 25560 w 63003"/>
                <a:gd name="connsiteY9" fmla="*/ 77246 h 77246"/>
                <a:gd name="connsiteX10" fmla="*/ 30672 w 63003"/>
                <a:gd name="connsiteY10" fmla="*/ 72139 h 77246"/>
                <a:gd name="connsiteX11" fmla="*/ 36423 w 63003"/>
                <a:gd name="connsiteY11" fmla="*/ 67032 h 77246"/>
                <a:gd name="connsiteX12" fmla="*/ 62621 w 63003"/>
                <a:gd name="connsiteY12" fmla="*/ 26813 h 77246"/>
                <a:gd name="connsiteX13" fmla="*/ 61343 w 63003"/>
                <a:gd name="connsiteY13" fmla="*/ 18514 h 77246"/>
                <a:gd name="connsiteX14" fmla="*/ 46008 w 63003"/>
                <a:gd name="connsiteY14" fmla="*/ 0 h 77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3003" h="77246">
                  <a:moveTo>
                    <a:pt x="46008" y="0"/>
                  </a:moveTo>
                  <a:cubicBezTo>
                    <a:pt x="40896" y="7661"/>
                    <a:pt x="29394" y="27451"/>
                    <a:pt x="24282" y="35750"/>
                  </a:cubicBezTo>
                  <a:cubicBezTo>
                    <a:pt x="22365" y="38942"/>
                    <a:pt x="18531" y="39581"/>
                    <a:pt x="15336" y="38304"/>
                  </a:cubicBezTo>
                  <a:cubicBezTo>
                    <a:pt x="12141" y="36389"/>
                    <a:pt x="11502" y="32558"/>
                    <a:pt x="12780" y="29366"/>
                  </a:cubicBezTo>
                  <a:cubicBezTo>
                    <a:pt x="13419" y="28728"/>
                    <a:pt x="14058" y="26813"/>
                    <a:pt x="15975" y="24259"/>
                  </a:cubicBezTo>
                  <a:cubicBezTo>
                    <a:pt x="15336" y="21706"/>
                    <a:pt x="13419" y="19790"/>
                    <a:pt x="11502" y="18514"/>
                  </a:cubicBezTo>
                  <a:cubicBezTo>
                    <a:pt x="7029" y="25536"/>
                    <a:pt x="3195" y="31920"/>
                    <a:pt x="1278" y="37027"/>
                  </a:cubicBezTo>
                  <a:cubicBezTo>
                    <a:pt x="639" y="38942"/>
                    <a:pt x="639" y="43411"/>
                    <a:pt x="639" y="47880"/>
                  </a:cubicBezTo>
                  <a:cubicBezTo>
                    <a:pt x="639" y="52349"/>
                    <a:pt x="639" y="57456"/>
                    <a:pt x="0" y="61286"/>
                  </a:cubicBezTo>
                  <a:lnTo>
                    <a:pt x="25560" y="77246"/>
                  </a:lnTo>
                  <a:cubicBezTo>
                    <a:pt x="27477" y="75331"/>
                    <a:pt x="29394" y="74054"/>
                    <a:pt x="30672" y="72139"/>
                  </a:cubicBezTo>
                  <a:cubicBezTo>
                    <a:pt x="33228" y="70224"/>
                    <a:pt x="35145" y="68308"/>
                    <a:pt x="36423" y="67032"/>
                  </a:cubicBezTo>
                  <a:cubicBezTo>
                    <a:pt x="47925" y="51072"/>
                    <a:pt x="61343" y="29366"/>
                    <a:pt x="62621" y="26813"/>
                  </a:cubicBezTo>
                  <a:cubicBezTo>
                    <a:pt x="63260" y="24897"/>
                    <a:pt x="63260" y="21706"/>
                    <a:pt x="61343" y="18514"/>
                  </a:cubicBezTo>
                  <a:cubicBezTo>
                    <a:pt x="58787" y="9576"/>
                    <a:pt x="50481" y="1915"/>
                    <a:pt x="46008" y="0"/>
                  </a:cubicBezTo>
                  <a:close/>
                </a:path>
              </a:pathLst>
            </a:custGeom>
            <a:solidFill>
              <a:srgbClr val="012169"/>
            </a:solidFill>
            <a:ln w="6390" cap="flat">
              <a:noFill/>
              <a:prstDash val="solid"/>
              <a:miter/>
            </a:ln>
          </p:spPr>
          <p:txBody>
            <a:bodyPr rtlCol="0" anchor="ctr"/>
            <a:lstStyle/>
            <a:p>
              <a:endParaRPr lang="en-US"/>
            </a:p>
          </p:txBody>
        </p:sp>
        <p:sp>
          <p:nvSpPr>
            <p:cNvPr id="599" name="Graphic 4">
              <a:extLst>
                <a:ext uri="{FF2B5EF4-FFF2-40B4-BE49-F238E27FC236}">
                  <a16:creationId xmlns:a16="http://schemas.microsoft.com/office/drawing/2014/main" id="{FA8E3C53-963E-3D49-914E-A8A7BB2DE05B}"/>
                </a:ext>
              </a:extLst>
            </p:cNvPr>
            <p:cNvSpPr/>
            <p:nvPr/>
          </p:nvSpPr>
          <p:spPr>
            <a:xfrm>
              <a:off x="905454" y="2855717"/>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53042 w 361674"/>
                <a:gd name="connsiteY5" fmla="*/ 118104 h 361333"/>
                <a:gd name="connsiteX6" fmla="*/ 246652 w 361674"/>
                <a:gd name="connsiteY6" fmla="*/ 124488 h 361333"/>
                <a:gd name="connsiteX7" fmla="*/ 222370 w 361674"/>
                <a:gd name="connsiteY7" fmla="*/ 124488 h 361333"/>
                <a:gd name="connsiteX8" fmla="*/ 215980 w 361674"/>
                <a:gd name="connsiteY8" fmla="*/ 118104 h 361333"/>
                <a:gd name="connsiteX9" fmla="*/ 222370 w 361674"/>
                <a:gd name="connsiteY9" fmla="*/ 111720 h 361333"/>
                <a:gd name="connsiteX10" fmla="*/ 246652 w 361674"/>
                <a:gd name="connsiteY10" fmla="*/ 111720 h 361333"/>
                <a:gd name="connsiteX11" fmla="*/ 253042 w 361674"/>
                <a:gd name="connsiteY11" fmla="*/ 118104 h 361333"/>
                <a:gd name="connsiteX12" fmla="*/ 214063 w 361674"/>
                <a:gd name="connsiteY12" fmla="*/ 93206 h 361333"/>
                <a:gd name="connsiteX13" fmla="*/ 238345 w 361674"/>
                <a:gd name="connsiteY13" fmla="*/ 78523 h 361333"/>
                <a:gd name="connsiteX14" fmla="*/ 247291 w 361674"/>
                <a:gd name="connsiteY14" fmla="*/ 80438 h 361333"/>
                <a:gd name="connsiteX15" fmla="*/ 245374 w 361674"/>
                <a:gd name="connsiteY15" fmla="*/ 89376 h 361333"/>
                <a:gd name="connsiteX16" fmla="*/ 221092 w 361674"/>
                <a:gd name="connsiteY16" fmla="*/ 104059 h 361333"/>
                <a:gd name="connsiteX17" fmla="*/ 217897 w 361674"/>
                <a:gd name="connsiteY17" fmla="*/ 104697 h 361333"/>
                <a:gd name="connsiteX18" fmla="*/ 212146 w 361674"/>
                <a:gd name="connsiteY18" fmla="*/ 101505 h 361333"/>
                <a:gd name="connsiteX19" fmla="*/ 214063 w 361674"/>
                <a:gd name="connsiteY19" fmla="*/ 93206 h 361333"/>
                <a:gd name="connsiteX20" fmla="*/ 212146 w 361674"/>
                <a:gd name="connsiteY20" fmla="*/ 134064 h 361333"/>
                <a:gd name="connsiteX21" fmla="*/ 221092 w 361674"/>
                <a:gd name="connsiteY21" fmla="*/ 132148 h 361333"/>
                <a:gd name="connsiteX22" fmla="*/ 245374 w 361674"/>
                <a:gd name="connsiteY22" fmla="*/ 146832 h 361333"/>
                <a:gd name="connsiteX23" fmla="*/ 247291 w 361674"/>
                <a:gd name="connsiteY23" fmla="*/ 155769 h 361333"/>
                <a:gd name="connsiteX24" fmla="*/ 241540 w 361674"/>
                <a:gd name="connsiteY24" fmla="*/ 158961 h 361333"/>
                <a:gd name="connsiteX25" fmla="*/ 238345 w 361674"/>
                <a:gd name="connsiteY25" fmla="*/ 158323 h 361333"/>
                <a:gd name="connsiteX26" fmla="*/ 214063 w 361674"/>
                <a:gd name="connsiteY26" fmla="*/ 143640 h 361333"/>
                <a:gd name="connsiteX27" fmla="*/ 212146 w 361674"/>
                <a:gd name="connsiteY27" fmla="*/ 134064 h 361333"/>
                <a:gd name="connsiteX28" fmla="*/ 86264 w 361674"/>
                <a:gd name="connsiteY28" fmla="*/ 176198 h 361333"/>
                <a:gd name="connsiteX29" fmla="*/ 86264 w 361674"/>
                <a:gd name="connsiteY29" fmla="*/ 161515 h 361333"/>
                <a:gd name="connsiteX30" fmla="*/ 102239 w 361674"/>
                <a:gd name="connsiteY30" fmla="*/ 145555 h 361333"/>
                <a:gd name="connsiteX31" fmla="*/ 115019 w 361674"/>
                <a:gd name="connsiteY31" fmla="*/ 148747 h 361333"/>
                <a:gd name="connsiteX32" fmla="*/ 136106 w 361674"/>
                <a:gd name="connsiteY32" fmla="*/ 121296 h 361333"/>
                <a:gd name="connsiteX33" fmla="*/ 141218 w 361674"/>
                <a:gd name="connsiteY33" fmla="*/ 104697 h 361333"/>
                <a:gd name="connsiteX34" fmla="*/ 141218 w 361674"/>
                <a:gd name="connsiteY34" fmla="*/ 99590 h 361333"/>
                <a:gd name="connsiteX35" fmla="*/ 145052 w 361674"/>
                <a:gd name="connsiteY35" fmla="*/ 96398 h 361333"/>
                <a:gd name="connsiteX36" fmla="*/ 163582 w 361674"/>
                <a:gd name="connsiteY36" fmla="*/ 77884 h 361333"/>
                <a:gd name="connsiteX37" fmla="*/ 97127 w 361674"/>
                <a:gd name="connsiteY37" fmla="*/ 77884 h 361333"/>
                <a:gd name="connsiteX38" fmla="*/ 90737 w 361674"/>
                <a:gd name="connsiteY38" fmla="*/ 71500 h 361333"/>
                <a:gd name="connsiteX39" fmla="*/ 97127 w 361674"/>
                <a:gd name="connsiteY39" fmla="*/ 65117 h 361333"/>
                <a:gd name="connsiteX40" fmla="*/ 171889 w 361674"/>
                <a:gd name="connsiteY40" fmla="*/ 65117 h 361333"/>
                <a:gd name="connsiteX41" fmla="*/ 178279 w 361674"/>
                <a:gd name="connsiteY41" fmla="*/ 71500 h 361333"/>
                <a:gd name="connsiteX42" fmla="*/ 154636 w 361674"/>
                <a:gd name="connsiteY42" fmla="*/ 105974 h 361333"/>
                <a:gd name="connsiteX43" fmla="*/ 141218 w 361674"/>
                <a:gd name="connsiteY43" fmla="*/ 133425 h 361333"/>
                <a:gd name="connsiteX44" fmla="*/ 140579 w 361674"/>
                <a:gd name="connsiteY44" fmla="*/ 133425 h 361333"/>
                <a:gd name="connsiteX45" fmla="*/ 127799 w 361674"/>
                <a:gd name="connsiteY45" fmla="*/ 150024 h 361333"/>
                <a:gd name="connsiteX46" fmla="*/ 127799 w 361674"/>
                <a:gd name="connsiteY46" fmla="*/ 162153 h 361333"/>
                <a:gd name="connsiteX47" fmla="*/ 124604 w 361674"/>
                <a:gd name="connsiteY47" fmla="*/ 167899 h 361333"/>
                <a:gd name="connsiteX48" fmla="*/ 118214 w 361674"/>
                <a:gd name="connsiteY48" fmla="*/ 167899 h 361333"/>
                <a:gd name="connsiteX49" fmla="*/ 111185 w 361674"/>
                <a:gd name="connsiteY49" fmla="*/ 163430 h 361333"/>
                <a:gd name="connsiteX50" fmla="*/ 109268 w 361674"/>
                <a:gd name="connsiteY50" fmla="*/ 161515 h 361333"/>
                <a:gd name="connsiteX51" fmla="*/ 102878 w 361674"/>
                <a:gd name="connsiteY51" fmla="*/ 159600 h 361333"/>
                <a:gd name="connsiteX52" fmla="*/ 99683 w 361674"/>
                <a:gd name="connsiteY52" fmla="*/ 162792 h 361333"/>
                <a:gd name="connsiteX53" fmla="*/ 99683 w 361674"/>
                <a:gd name="connsiteY53" fmla="*/ 177475 h 361333"/>
                <a:gd name="connsiteX54" fmla="*/ 116936 w 361674"/>
                <a:gd name="connsiteY54" fmla="*/ 189604 h 361333"/>
                <a:gd name="connsiteX55" fmla="*/ 117575 w 361674"/>
                <a:gd name="connsiteY55" fmla="*/ 189604 h 361333"/>
                <a:gd name="connsiteX56" fmla="*/ 121409 w 361674"/>
                <a:gd name="connsiteY56" fmla="*/ 195988 h 361333"/>
                <a:gd name="connsiteX57" fmla="*/ 126521 w 361674"/>
                <a:gd name="connsiteY57" fmla="*/ 220247 h 361333"/>
                <a:gd name="connsiteX58" fmla="*/ 136106 w 361674"/>
                <a:gd name="connsiteY58" fmla="*/ 227270 h 361333"/>
                <a:gd name="connsiteX59" fmla="*/ 137384 w 361674"/>
                <a:gd name="connsiteY59" fmla="*/ 236207 h 361333"/>
                <a:gd name="connsiteX60" fmla="*/ 132272 w 361674"/>
                <a:gd name="connsiteY60" fmla="*/ 238761 h 361333"/>
                <a:gd name="connsiteX61" fmla="*/ 128438 w 361674"/>
                <a:gd name="connsiteY61" fmla="*/ 237484 h 361333"/>
                <a:gd name="connsiteX62" fmla="*/ 116936 w 361674"/>
                <a:gd name="connsiteY62" fmla="*/ 229185 h 361333"/>
                <a:gd name="connsiteX63" fmla="*/ 107990 w 361674"/>
                <a:gd name="connsiteY63" fmla="*/ 199819 h 361333"/>
                <a:gd name="connsiteX64" fmla="*/ 86264 w 361674"/>
                <a:gd name="connsiteY64" fmla="*/ 176198 h 361333"/>
                <a:gd name="connsiteX65" fmla="*/ 155275 w 361674"/>
                <a:gd name="connsiteY65" fmla="*/ 146832 h 361333"/>
                <a:gd name="connsiteX66" fmla="*/ 155275 w 361674"/>
                <a:gd name="connsiteY66" fmla="*/ 137894 h 361333"/>
                <a:gd name="connsiteX67" fmla="*/ 164221 w 361674"/>
                <a:gd name="connsiteY67" fmla="*/ 137894 h 361333"/>
                <a:gd name="connsiteX68" fmla="*/ 173806 w 361674"/>
                <a:gd name="connsiteY68" fmla="*/ 147470 h 361333"/>
                <a:gd name="connsiteX69" fmla="*/ 173806 w 361674"/>
                <a:gd name="connsiteY69" fmla="*/ 156408 h 361333"/>
                <a:gd name="connsiteX70" fmla="*/ 164221 w 361674"/>
                <a:gd name="connsiteY70" fmla="*/ 165984 h 361333"/>
                <a:gd name="connsiteX71" fmla="*/ 159748 w 361674"/>
                <a:gd name="connsiteY71" fmla="*/ 167899 h 361333"/>
                <a:gd name="connsiteX72" fmla="*/ 155275 w 361674"/>
                <a:gd name="connsiteY72" fmla="*/ 165984 h 361333"/>
                <a:gd name="connsiteX73" fmla="*/ 155275 w 361674"/>
                <a:gd name="connsiteY73" fmla="*/ 157046 h 361333"/>
                <a:gd name="connsiteX74" fmla="*/ 160387 w 361674"/>
                <a:gd name="connsiteY74" fmla="*/ 151939 h 361333"/>
                <a:gd name="connsiteX75" fmla="*/ 155275 w 361674"/>
                <a:gd name="connsiteY75" fmla="*/ 146832 h 361333"/>
                <a:gd name="connsiteX76" fmla="*/ 288186 w 361674"/>
                <a:gd name="connsiteY76" fmla="*/ 233015 h 361333"/>
                <a:gd name="connsiteX77" fmla="*/ 255597 w 361674"/>
                <a:gd name="connsiteY77" fmla="*/ 277065 h 361333"/>
                <a:gd name="connsiteX78" fmla="*/ 251125 w 361674"/>
                <a:gd name="connsiteY78" fmla="*/ 278980 h 361333"/>
                <a:gd name="connsiteX79" fmla="*/ 249847 w 361674"/>
                <a:gd name="connsiteY79" fmla="*/ 278980 h 361333"/>
                <a:gd name="connsiteX80" fmla="*/ 245374 w 361674"/>
                <a:gd name="connsiteY80" fmla="*/ 275788 h 361333"/>
                <a:gd name="connsiteX81" fmla="*/ 239623 w 361674"/>
                <a:gd name="connsiteY81" fmla="*/ 264297 h 361333"/>
                <a:gd name="connsiteX82" fmla="*/ 230677 w 361674"/>
                <a:gd name="connsiteY82" fmla="*/ 272596 h 361333"/>
                <a:gd name="connsiteX83" fmla="*/ 226204 w 361674"/>
                <a:gd name="connsiteY83" fmla="*/ 274511 h 361333"/>
                <a:gd name="connsiteX84" fmla="*/ 224926 w 361674"/>
                <a:gd name="connsiteY84" fmla="*/ 274511 h 361333"/>
                <a:gd name="connsiteX85" fmla="*/ 220453 w 361674"/>
                <a:gd name="connsiteY85" fmla="*/ 270681 h 361333"/>
                <a:gd name="connsiteX86" fmla="*/ 214702 w 361674"/>
                <a:gd name="connsiteY86" fmla="*/ 254082 h 361333"/>
                <a:gd name="connsiteX87" fmla="*/ 218536 w 361674"/>
                <a:gd name="connsiteY87" fmla="*/ 245783 h 361333"/>
                <a:gd name="connsiteX88" fmla="*/ 226843 w 361674"/>
                <a:gd name="connsiteY88" fmla="*/ 249614 h 361333"/>
                <a:gd name="connsiteX89" fmla="*/ 229399 w 361674"/>
                <a:gd name="connsiteY89" fmla="*/ 257274 h 361333"/>
                <a:gd name="connsiteX90" fmla="*/ 243457 w 361674"/>
                <a:gd name="connsiteY90" fmla="*/ 245145 h 361333"/>
                <a:gd name="connsiteX91" fmla="*/ 230038 w 361674"/>
                <a:gd name="connsiteY91" fmla="*/ 230462 h 361333"/>
                <a:gd name="connsiteX92" fmla="*/ 230677 w 361674"/>
                <a:gd name="connsiteY92" fmla="*/ 221524 h 361333"/>
                <a:gd name="connsiteX93" fmla="*/ 239623 w 361674"/>
                <a:gd name="connsiteY93" fmla="*/ 222163 h 361333"/>
                <a:gd name="connsiteX94" fmla="*/ 256875 w 361674"/>
                <a:gd name="connsiteY94" fmla="*/ 241314 h 361333"/>
                <a:gd name="connsiteX95" fmla="*/ 258792 w 361674"/>
                <a:gd name="connsiteY95" fmla="*/ 245783 h 361333"/>
                <a:gd name="connsiteX96" fmla="*/ 256875 w 361674"/>
                <a:gd name="connsiteY96" fmla="*/ 250252 h 361333"/>
                <a:gd name="connsiteX97" fmla="*/ 249847 w 361674"/>
                <a:gd name="connsiteY97" fmla="*/ 256636 h 361333"/>
                <a:gd name="connsiteX98" fmla="*/ 253042 w 361674"/>
                <a:gd name="connsiteY98" fmla="*/ 263020 h 361333"/>
                <a:gd name="connsiteX99" fmla="*/ 274128 w 361674"/>
                <a:gd name="connsiteY99" fmla="*/ 234292 h 361333"/>
                <a:gd name="connsiteX100" fmla="*/ 269655 w 361674"/>
                <a:gd name="connsiteY100" fmla="*/ 230462 h 361333"/>
                <a:gd name="connsiteX101" fmla="*/ 210868 w 361674"/>
                <a:gd name="connsiteY101" fmla="*/ 175560 h 361333"/>
                <a:gd name="connsiteX102" fmla="*/ 205117 w 361674"/>
                <a:gd name="connsiteY102" fmla="*/ 185774 h 361333"/>
                <a:gd name="connsiteX103" fmla="*/ 224287 w 361674"/>
                <a:gd name="connsiteY103" fmla="*/ 227908 h 361333"/>
                <a:gd name="connsiteX104" fmla="*/ 196810 w 361674"/>
                <a:gd name="connsiteY104" fmla="*/ 269404 h 361333"/>
                <a:gd name="connsiteX105" fmla="*/ 189142 w 361674"/>
                <a:gd name="connsiteY105" fmla="*/ 277065 h 361333"/>
                <a:gd name="connsiteX106" fmla="*/ 186586 w 361674"/>
                <a:gd name="connsiteY106" fmla="*/ 278980 h 361333"/>
                <a:gd name="connsiteX107" fmla="*/ 187864 w 361674"/>
                <a:gd name="connsiteY107" fmla="*/ 279618 h 361333"/>
                <a:gd name="connsiteX108" fmla="*/ 190420 w 361674"/>
                <a:gd name="connsiteY108" fmla="*/ 283449 h 361333"/>
                <a:gd name="connsiteX109" fmla="*/ 189781 w 361674"/>
                <a:gd name="connsiteY109" fmla="*/ 288556 h 361333"/>
                <a:gd name="connsiteX110" fmla="*/ 185308 w 361674"/>
                <a:gd name="connsiteY110" fmla="*/ 295578 h 361333"/>
                <a:gd name="connsiteX111" fmla="*/ 176362 w 361674"/>
                <a:gd name="connsiteY111" fmla="*/ 297493 h 361333"/>
                <a:gd name="connsiteX112" fmla="*/ 174445 w 361674"/>
                <a:gd name="connsiteY112" fmla="*/ 288556 h 361333"/>
                <a:gd name="connsiteX113" fmla="*/ 175723 w 361674"/>
                <a:gd name="connsiteY113" fmla="*/ 286641 h 361333"/>
                <a:gd name="connsiteX114" fmla="*/ 138662 w 361674"/>
                <a:gd name="connsiteY114" fmla="*/ 263658 h 361333"/>
                <a:gd name="connsiteX115" fmla="*/ 138662 w 361674"/>
                <a:gd name="connsiteY115" fmla="*/ 263658 h 361333"/>
                <a:gd name="connsiteX116" fmla="*/ 138662 w 361674"/>
                <a:gd name="connsiteY116" fmla="*/ 263658 h 361333"/>
                <a:gd name="connsiteX117" fmla="*/ 136745 w 361674"/>
                <a:gd name="connsiteY117" fmla="*/ 262382 h 361333"/>
                <a:gd name="connsiteX118" fmla="*/ 116297 w 361674"/>
                <a:gd name="connsiteY118" fmla="*/ 294940 h 361333"/>
                <a:gd name="connsiteX119" fmla="*/ 111185 w 361674"/>
                <a:gd name="connsiteY119" fmla="*/ 298132 h 361333"/>
                <a:gd name="connsiteX120" fmla="*/ 107990 w 361674"/>
                <a:gd name="connsiteY120" fmla="*/ 296855 h 361333"/>
                <a:gd name="connsiteX121" fmla="*/ 106073 w 361674"/>
                <a:gd name="connsiteY121" fmla="*/ 287917 h 361333"/>
                <a:gd name="connsiteX122" fmla="*/ 129716 w 361674"/>
                <a:gd name="connsiteY122" fmla="*/ 249614 h 361333"/>
                <a:gd name="connsiteX123" fmla="*/ 138023 w 361674"/>
                <a:gd name="connsiteY123" fmla="*/ 247698 h 361333"/>
                <a:gd name="connsiteX124" fmla="*/ 138023 w 361674"/>
                <a:gd name="connsiteY124" fmla="*/ 241953 h 361333"/>
                <a:gd name="connsiteX125" fmla="*/ 139301 w 361674"/>
                <a:gd name="connsiteY125" fmla="*/ 226631 h 361333"/>
                <a:gd name="connsiteX126" fmla="*/ 153358 w 361674"/>
                <a:gd name="connsiteY126" fmla="*/ 201095 h 361333"/>
                <a:gd name="connsiteX127" fmla="*/ 158470 w 361674"/>
                <a:gd name="connsiteY127" fmla="*/ 198542 h 361333"/>
                <a:gd name="connsiteX128" fmla="*/ 172528 w 361674"/>
                <a:gd name="connsiteY128" fmla="*/ 205564 h 361333"/>
                <a:gd name="connsiteX129" fmla="*/ 185947 w 361674"/>
                <a:gd name="connsiteY129" fmla="*/ 183859 h 361333"/>
                <a:gd name="connsiteX130" fmla="*/ 191698 w 361674"/>
                <a:gd name="connsiteY130" fmla="*/ 180667 h 361333"/>
                <a:gd name="connsiteX131" fmla="*/ 194254 w 361674"/>
                <a:gd name="connsiteY131" fmla="*/ 173006 h 361333"/>
                <a:gd name="connsiteX132" fmla="*/ 194254 w 361674"/>
                <a:gd name="connsiteY132" fmla="*/ 173006 h 361333"/>
                <a:gd name="connsiteX133" fmla="*/ 178918 w 361674"/>
                <a:gd name="connsiteY133" fmla="*/ 147470 h 361333"/>
                <a:gd name="connsiteX134" fmla="*/ 178918 w 361674"/>
                <a:gd name="connsiteY134" fmla="*/ 143001 h 361333"/>
                <a:gd name="connsiteX135" fmla="*/ 177640 w 361674"/>
                <a:gd name="connsiteY135" fmla="*/ 122572 h 361333"/>
                <a:gd name="connsiteX136" fmla="*/ 167416 w 361674"/>
                <a:gd name="connsiteY136" fmla="*/ 100867 h 361333"/>
                <a:gd name="connsiteX137" fmla="*/ 168694 w 361674"/>
                <a:gd name="connsiteY137" fmla="*/ 91929 h 361333"/>
                <a:gd name="connsiteX138" fmla="*/ 177640 w 361674"/>
                <a:gd name="connsiteY138" fmla="*/ 93206 h 361333"/>
                <a:gd name="connsiteX139" fmla="*/ 189781 w 361674"/>
                <a:gd name="connsiteY139" fmla="*/ 120019 h 361333"/>
                <a:gd name="connsiteX140" fmla="*/ 191059 w 361674"/>
                <a:gd name="connsiteY140" fmla="*/ 143640 h 361333"/>
                <a:gd name="connsiteX141" fmla="*/ 191059 w 361674"/>
                <a:gd name="connsiteY141" fmla="*/ 146193 h 361333"/>
                <a:gd name="connsiteX142" fmla="*/ 202561 w 361674"/>
                <a:gd name="connsiteY142" fmla="*/ 163430 h 361333"/>
                <a:gd name="connsiteX143" fmla="*/ 207673 w 361674"/>
                <a:gd name="connsiteY143" fmla="*/ 160238 h 361333"/>
                <a:gd name="connsiteX144" fmla="*/ 215341 w 361674"/>
                <a:gd name="connsiteY144" fmla="*/ 161515 h 361333"/>
                <a:gd name="connsiteX145" fmla="*/ 276684 w 361674"/>
                <a:gd name="connsiteY145" fmla="*/ 218971 h 361333"/>
                <a:gd name="connsiteX146" fmla="*/ 284352 w 361674"/>
                <a:gd name="connsiteY146" fmla="*/ 225993 h 361333"/>
                <a:gd name="connsiteX147" fmla="*/ 288186 w 361674"/>
                <a:gd name="connsiteY147" fmla="*/ 23301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361674"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2309" y="80438"/>
                    <a:pt x="281157" y="0"/>
                    <a:pt x="180835" y="0"/>
                  </a:cubicBezTo>
                  <a:close/>
                  <a:moveTo>
                    <a:pt x="253042" y="118104"/>
                  </a:moveTo>
                  <a:cubicBezTo>
                    <a:pt x="253042" y="121934"/>
                    <a:pt x="250486" y="124488"/>
                    <a:pt x="246652" y="124488"/>
                  </a:cubicBezTo>
                  <a:lnTo>
                    <a:pt x="222370" y="124488"/>
                  </a:lnTo>
                  <a:cubicBezTo>
                    <a:pt x="218536" y="124488"/>
                    <a:pt x="215980" y="121934"/>
                    <a:pt x="215980" y="118104"/>
                  </a:cubicBezTo>
                  <a:cubicBezTo>
                    <a:pt x="215980" y="114273"/>
                    <a:pt x="218536" y="111720"/>
                    <a:pt x="222370" y="111720"/>
                  </a:cubicBezTo>
                  <a:lnTo>
                    <a:pt x="246652" y="111720"/>
                  </a:lnTo>
                  <a:cubicBezTo>
                    <a:pt x="249847" y="111720"/>
                    <a:pt x="253042" y="114912"/>
                    <a:pt x="253042" y="118104"/>
                  </a:cubicBezTo>
                  <a:close/>
                  <a:moveTo>
                    <a:pt x="214063" y="93206"/>
                  </a:moveTo>
                  <a:lnTo>
                    <a:pt x="238345" y="78523"/>
                  </a:lnTo>
                  <a:cubicBezTo>
                    <a:pt x="241540" y="76608"/>
                    <a:pt x="245374" y="77884"/>
                    <a:pt x="247291" y="80438"/>
                  </a:cubicBezTo>
                  <a:cubicBezTo>
                    <a:pt x="249208" y="82992"/>
                    <a:pt x="247930" y="87460"/>
                    <a:pt x="245374" y="89376"/>
                  </a:cubicBezTo>
                  <a:lnTo>
                    <a:pt x="221092" y="104059"/>
                  </a:lnTo>
                  <a:cubicBezTo>
                    <a:pt x="219814" y="104697"/>
                    <a:pt x="219175" y="104697"/>
                    <a:pt x="217897" y="104697"/>
                  </a:cubicBezTo>
                  <a:cubicBezTo>
                    <a:pt x="215980" y="104697"/>
                    <a:pt x="213424" y="103420"/>
                    <a:pt x="212146" y="101505"/>
                  </a:cubicBezTo>
                  <a:cubicBezTo>
                    <a:pt x="210229" y="98952"/>
                    <a:pt x="211507" y="95121"/>
                    <a:pt x="214063" y="93206"/>
                  </a:cubicBezTo>
                  <a:close/>
                  <a:moveTo>
                    <a:pt x="212146" y="134064"/>
                  </a:moveTo>
                  <a:cubicBezTo>
                    <a:pt x="214063" y="130872"/>
                    <a:pt x="217897" y="130233"/>
                    <a:pt x="221092" y="132148"/>
                  </a:cubicBezTo>
                  <a:lnTo>
                    <a:pt x="245374" y="146832"/>
                  </a:lnTo>
                  <a:cubicBezTo>
                    <a:pt x="248569" y="148747"/>
                    <a:pt x="249208" y="152577"/>
                    <a:pt x="247291" y="155769"/>
                  </a:cubicBezTo>
                  <a:cubicBezTo>
                    <a:pt x="246013" y="157684"/>
                    <a:pt x="244096" y="158961"/>
                    <a:pt x="241540" y="158961"/>
                  </a:cubicBezTo>
                  <a:cubicBezTo>
                    <a:pt x="240262" y="158961"/>
                    <a:pt x="238984" y="158961"/>
                    <a:pt x="238345" y="158323"/>
                  </a:cubicBezTo>
                  <a:lnTo>
                    <a:pt x="214063" y="143640"/>
                  </a:lnTo>
                  <a:cubicBezTo>
                    <a:pt x="211507" y="141086"/>
                    <a:pt x="210229" y="137256"/>
                    <a:pt x="212146" y="134064"/>
                  </a:cubicBezTo>
                  <a:close/>
                  <a:moveTo>
                    <a:pt x="86264" y="176198"/>
                  </a:moveTo>
                  <a:lnTo>
                    <a:pt x="86264" y="161515"/>
                  </a:lnTo>
                  <a:cubicBezTo>
                    <a:pt x="86264" y="151939"/>
                    <a:pt x="93293" y="145555"/>
                    <a:pt x="102239" y="145555"/>
                  </a:cubicBezTo>
                  <a:cubicBezTo>
                    <a:pt x="106073" y="145555"/>
                    <a:pt x="111185" y="145555"/>
                    <a:pt x="115019" y="148747"/>
                  </a:cubicBezTo>
                  <a:cubicBezTo>
                    <a:pt x="115658" y="134702"/>
                    <a:pt x="122687" y="125764"/>
                    <a:pt x="136106" y="121296"/>
                  </a:cubicBezTo>
                  <a:cubicBezTo>
                    <a:pt x="140579" y="118742"/>
                    <a:pt x="143774" y="111720"/>
                    <a:pt x="141218" y="104697"/>
                  </a:cubicBezTo>
                  <a:cubicBezTo>
                    <a:pt x="140579" y="102782"/>
                    <a:pt x="140579" y="101505"/>
                    <a:pt x="141218" y="99590"/>
                  </a:cubicBezTo>
                  <a:cubicBezTo>
                    <a:pt x="141857" y="97675"/>
                    <a:pt x="143135" y="97036"/>
                    <a:pt x="145052" y="96398"/>
                  </a:cubicBezTo>
                  <a:cubicBezTo>
                    <a:pt x="149525" y="95121"/>
                    <a:pt x="159748" y="86184"/>
                    <a:pt x="163582" y="77884"/>
                  </a:cubicBezTo>
                  <a:lnTo>
                    <a:pt x="97127" y="77884"/>
                  </a:lnTo>
                  <a:cubicBezTo>
                    <a:pt x="93293" y="77884"/>
                    <a:pt x="90737" y="75331"/>
                    <a:pt x="90737" y="71500"/>
                  </a:cubicBezTo>
                  <a:cubicBezTo>
                    <a:pt x="90737" y="67670"/>
                    <a:pt x="93293" y="65117"/>
                    <a:pt x="97127" y="65117"/>
                  </a:cubicBezTo>
                  <a:lnTo>
                    <a:pt x="171889" y="65117"/>
                  </a:lnTo>
                  <a:cubicBezTo>
                    <a:pt x="175723" y="65117"/>
                    <a:pt x="178279" y="67670"/>
                    <a:pt x="178279" y="71500"/>
                  </a:cubicBezTo>
                  <a:cubicBezTo>
                    <a:pt x="178279" y="84907"/>
                    <a:pt x="164860" y="99590"/>
                    <a:pt x="154636" y="105974"/>
                  </a:cubicBezTo>
                  <a:cubicBezTo>
                    <a:pt x="156553" y="117465"/>
                    <a:pt x="151441" y="128956"/>
                    <a:pt x="141218" y="133425"/>
                  </a:cubicBezTo>
                  <a:cubicBezTo>
                    <a:pt x="141218" y="133425"/>
                    <a:pt x="140579" y="133425"/>
                    <a:pt x="140579" y="133425"/>
                  </a:cubicBezTo>
                  <a:cubicBezTo>
                    <a:pt x="129077" y="137256"/>
                    <a:pt x="127799" y="143640"/>
                    <a:pt x="127799" y="150024"/>
                  </a:cubicBezTo>
                  <a:lnTo>
                    <a:pt x="127799" y="162153"/>
                  </a:lnTo>
                  <a:cubicBezTo>
                    <a:pt x="127799" y="164707"/>
                    <a:pt x="126521" y="166622"/>
                    <a:pt x="124604" y="167899"/>
                  </a:cubicBezTo>
                  <a:cubicBezTo>
                    <a:pt x="122687" y="169176"/>
                    <a:pt x="120131" y="169176"/>
                    <a:pt x="118214" y="167899"/>
                  </a:cubicBezTo>
                  <a:lnTo>
                    <a:pt x="111185" y="163430"/>
                  </a:lnTo>
                  <a:cubicBezTo>
                    <a:pt x="110546" y="162792"/>
                    <a:pt x="109907" y="162153"/>
                    <a:pt x="109268" y="161515"/>
                  </a:cubicBezTo>
                  <a:cubicBezTo>
                    <a:pt x="108629" y="160238"/>
                    <a:pt x="107990" y="159600"/>
                    <a:pt x="102878" y="159600"/>
                  </a:cubicBezTo>
                  <a:cubicBezTo>
                    <a:pt x="102239" y="159600"/>
                    <a:pt x="99683" y="159600"/>
                    <a:pt x="99683" y="162792"/>
                  </a:cubicBezTo>
                  <a:lnTo>
                    <a:pt x="99683" y="177475"/>
                  </a:lnTo>
                  <a:cubicBezTo>
                    <a:pt x="99683" y="179390"/>
                    <a:pt x="102239" y="183859"/>
                    <a:pt x="116936" y="189604"/>
                  </a:cubicBezTo>
                  <a:lnTo>
                    <a:pt x="117575" y="189604"/>
                  </a:lnTo>
                  <a:cubicBezTo>
                    <a:pt x="120131" y="190881"/>
                    <a:pt x="122048" y="193435"/>
                    <a:pt x="121409" y="195988"/>
                  </a:cubicBezTo>
                  <a:cubicBezTo>
                    <a:pt x="120770" y="205564"/>
                    <a:pt x="124604" y="217694"/>
                    <a:pt x="126521" y="220247"/>
                  </a:cubicBezTo>
                  <a:cubicBezTo>
                    <a:pt x="127160" y="220886"/>
                    <a:pt x="130994" y="224078"/>
                    <a:pt x="136106" y="227270"/>
                  </a:cubicBezTo>
                  <a:cubicBezTo>
                    <a:pt x="139301" y="229185"/>
                    <a:pt x="139940" y="233015"/>
                    <a:pt x="137384" y="236207"/>
                  </a:cubicBezTo>
                  <a:cubicBezTo>
                    <a:pt x="136106" y="238122"/>
                    <a:pt x="134189" y="238761"/>
                    <a:pt x="132272" y="238761"/>
                  </a:cubicBezTo>
                  <a:cubicBezTo>
                    <a:pt x="130994" y="238761"/>
                    <a:pt x="129716" y="238122"/>
                    <a:pt x="128438" y="237484"/>
                  </a:cubicBezTo>
                  <a:cubicBezTo>
                    <a:pt x="123326" y="233654"/>
                    <a:pt x="118853" y="230462"/>
                    <a:pt x="116936" y="229185"/>
                  </a:cubicBezTo>
                  <a:cubicBezTo>
                    <a:pt x="112463" y="225355"/>
                    <a:pt x="108629" y="210671"/>
                    <a:pt x="107990" y="199819"/>
                  </a:cubicBezTo>
                  <a:cubicBezTo>
                    <a:pt x="99683" y="195350"/>
                    <a:pt x="86264" y="188327"/>
                    <a:pt x="86264" y="176198"/>
                  </a:cubicBezTo>
                  <a:close/>
                  <a:moveTo>
                    <a:pt x="155275" y="146832"/>
                  </a:moveTo>
                  <a:cubicBezTo>
                    <a:pt x="152720" y="144278"/>
                    <a:pt x="152720" y="140448"/>
                    <a:pt x="155275" y="137894"/>
                  </a:cubicBezTo>
                  <a:cubicBezTo>
                    <a:pt x="157831" y="135340"/>
                    <a:pt x="161665" y="135340"/>
                    <a:pt x="164221" y="137894"/>
                  </a:cubicBezTo>
                  <a:lnTo>
                    <a:pt x="173806" y="147470"/>
                  </a:lnTo>
                  <a:cubicBezTo>
                    <a:pt x="176362" y="150024"/>
                    <a:pt x="176362" y="153854"/>
                    <a:pt x="173806" y="156408"/>
                  </a:cubicBezTo>
                  <a:lnTo>
                    <a:pt x="164221" y="165984"/>
                  </a:lnTo>
                  <a:cubicBezTo>
                    <a:pt x="162943" y="167260"/>
                    <a:pt x="161026" y="167899"/>
                    <a:pt x="159748" y="167899"/>
                  </a:cubicBezTo>
                  <a:cubicBezTo>
                    <a:pt x="158470" y="167899"/>
                    <a:pt x="156553" y="167260"/>
                    <a:pt x="155275" y="165984"/>
                  </a:cubicBezTo>
                  <a:cubicBezTo>
                    <a:pt x="152720" y="163430"/>
                    <a:pt x="152720" y="159600"/>
                    <a:pt x="155275" y="157046"/>
                  </a:cubicBezTo>
                  <a:lnTo>
                    <a:pt x="160387" y="151939"/>
                  </a:lnTo>
                  <a:lnTo>
                    <a:pt x="155275" y="146832"/>
                  </a:lnTo>
                  <a:close/>
                  <a:moveTo>
                    <a:pt x="288186" y="233015"/>
                  </a:moveTo>
                  <a:cubicBezTo>
                    <a:pt x="281796" y="254082"/>
                    <a:pt x="256875" y="276426"/>
                    <a:pt x="255597" y="277065"/>
                  </a:cubicBezTo>
                  <a:cubicBezTo>
                    <a:pt x="254320" y="278341"/>
                    <a:pt x="253042" y="278980"/>
                    <a:pt x="251125" y="278980"/>
                  </a:cubicBezTo>
                  <a:cubicBezTo>
                    <a:pt x="250486" y="278980"/>
                    <a:pt x="250486" y="278980"/>
                    <a:pt x="249847" y="278980"/>
                  </a:cubicBezTo>
                  <a:cubicBezTo>
                    <a:pt x="247930" y="278341"/>
                    <a:pt x="246013" y="277703"/>
                    <a:pt x="245374" y="275788"/>
                  </a:cubicBezTo>
                  <a:lnTo>
                    <a:pt x="239623" y="264297"/>
                  </a:lnTo>
                  <a:lnTo>
                    <a:pt x="230677" y="272596"/>
                  </a:lnTo>
                  <a:cubicBezTo>
                    <a:pt x="229399" y="273873"/>
                    <a:pt x="228121" y="274511"/>
                    <a:pt x="226204" y="274511"/>
                  </a:cubicBezTo>
                  <a:cubicBezTo>
                    <a:pt x="225565" y="274511"/>
                    <a:pt x="224926" y="274511"/>
                    <a:pt x="224926" y="274511"/>
                  </a:cubicBezTo>
                  <a:cubicBezTo>
                    <a:pt x="223009" y="273873"/>
                    <a:pt x="221092" y="272596"/>
                    <a:pt x="220453" y="270681"/>
                  </a:cubicBezTo>
                  <a:lnTo>
                    <a:pt x="214702" y="254082"/>
                  </a:lnTo>
                  <a:cubicBezTo>
                    <a:pt x="213424" y="250890"/>
                    <a:pt x="215341" y="247060"/>
                    <a:pt x="218536" y="245783"/>
                  </a:cubicBezTo>
                  <a:cubicBezTo>
                    <a:pt x="221731" y="244506"/>
                    <a:pt x="225565" y="246422"/>
                    <a:pt x="226843" y="249614"/>
                  </a:cubicBezTo>
                  <a:lnTo>
                    <a:pt x="229399" y="257274"/>
                  </a:lnTo>
                  <a:lnTo>
                    <a:pt x="243457" y="245145"/>
                  </a:lnTo>
                  <a:lnTo>
                    <a:pt x="230038" y="230462"/>
                  </a:lnTo>
                  <a:cubicBezTo>
                    <a:pt x="227482" y="227908"/>
                    <a:pt x="228121" y="224078"/>
                    <a:pt x="230677" y="221524"/>
                  </a:cubicBezTo>
                  <a:cubicBezTo>
                    <a:pt x="233233" y="218971"/>
                    <a:pt x="237067" y="219609"/>
                    <a:pt x="239623" y="222163"/>
                  </a:cubicBezTo>
                  <a:lnTo>
                    <a:pt x="256875" y="241314"/>
                  </a:lnTo>
                  <a:cubicBezTo>
                    <a:pt x="258154" y="242591"/>
                    <a:pt x="258792" y="244506"/>
                    <a:pt x="258792" y="245783"/>
                  </a:cubicBezTo>
                  <a:cubicBezTo>
                    <a:pt x="258792" y="247698"/>
                    <a:pt x="258154" y="248975"/>
                    <a:pt x="256875" y="250252"/>
                  </a:cubicBezTo>
                  <a:lnTo>
                    <a:pt x="249847" y="256636"/>
                  </a:lnTo>
                  <a:lnTo>
                    <a:pt x="253042" y="263020"/>
                  </a:lnTo>
                  <a:cubicBezTo>
                    <a:pt x="259431" y="256636"/>
                    <a:pt x="269655" y="245145"/>
                    <a:pt x="274128" y="234292"/>
                  </a:cubicBezTo>
                  <a:lnTo>
                    <a:pt x="269655" y="230462"/>
                  </a:lnTo>
                  <a:cubicBezTo>
                    <a:pt x="250486" y="213863"/>
                    <a:pt x="230038" y="196627"/>
                    <a:pt x="210868" y="175560"/>
                  </a:cubicBezTo>
                  <a:cubicBezTo>
                    <a:pt x="207034" y="178113"/>
                    <a:pt x="205756" y="181305"/>
                    <a:pt x="205117" y="185774"/>
                  </a:cubicBezTo>
                  <a:cubicBezTo>
                    <a:pt x="216619" y="194073"/>
                    <a:pt x="232594" y="213863"/>
                    <a:pt x="224287" y="227908"/>
                  </a:cubicBezTo>
                  <a:cubicBezTo>
                    <a:pt x="223009" y="230462"/>
                    <a:pt x="209590" y="252806"/>
                    <a:pt x="196810" y="269404"/>
                  </a:cubicBezTo>
                  <a:cubicBezTo>
                    <a:pt x="194893" y="272596"/>
                    <a:pt x="191698" y="274511"/>
                    <a:pt x="189142" y="277065"/>
                  </a:cubicBezTo>
                  <a:cubicBezTo>
                    <a:pt x="188503" y="277703"/>
                    <a:pt x="187864" y="278341"/>
                    <a:pt x="186586" y="278980"/>
                  </a:cubicBezTo>
                  <a:lnTo>
                    <a:pt x="187864" y="279618"/>
                  </a:lnTo>
                  <a:cubicBezTo>
                    <a:pt x="189142" y="280257"/>
                    <a:pt x="190420" y="282172"/>
                    <a:pt x="190420" y="283449"/>
                  </a:cubicBezTo>
                  <a:cubicBezTo>
                    <a:pt x="190420" y="284725"/>
                    <a:pt x="190420" y="286641"/>
                    <a:pt x="189781" y="288556"/>
                  </a:cubicBezTo>
                  <a:lnTo>
                    <a:pt x="185308" y="295578"/>
                  </a:lnTo>
                  <a:cubicBezTo>
                    <a:pt x="183391" y="298770"/>
                    <a:pt x="179557" y="299409"/>
                    <a:pt x="176362" y="297493"/>
                  </a:cubicBezTo>
                  <a:cubicBezTo>
                    <a:pt x="173167" y="295578"/>
                    <a:pt x="172528" y="291748"/>
                    <a:pt x="174445" y="288556"/>
                  </a:cubicBezTo>
                  <a:lnTo>
                    <a:pt x="175723" y="286641"/>
                  </a:lnTo>
                  <a:lnTo>
                    <a:pt x="138662" y="263658"/>
                  </a:lnTo>
                  <a:cubicBezTo>
                    <a:pt x="138662" y="263658"/>
                    <a:pt x="138662" y="263658"/>
                    <a:pt x="138662" y="263658"/>
                  </a:cubicBezTo>
                  <a:cubicBezTo>
                    <a:pt x="138662" y="263658"/>
                    <a:pt x="138662" y="263658"/>
                    <a:pt x="138662" y="263658"/>
                  </a:cubicBezTo>
                  <a:lnTo>
                    <a:pt x="136745" y="262382"/>
                  </a:lnTo>
                  <a:lnTo>
                    <a:pt x="116297" y="294940"/>
                  </a:lnTo>
                  <a:cubicBezTo>
                    <a:pt x="115019" y="296855"/>
                    <a:pt x="113102" y="298132"/>
                    <a:pt x="111185" y="298132"/>
                  </a:cubicBezTo>
                  <a:cubicBezTo>
                    <a:pt x="109907" y="298132"/>
                    <a:pt x="108629" y="298132"/>
                    <a:pt x="107990" y="296855"/>
                  </a:cubicBezTo>
                  <a:cubicBezTo>
                    <a:pt x="104795" y="294940"/>
                    <a:pt x="104156" y="291109"/>
                    <a:pt x="106073" y="287917"/>
                  </a:cubicBezTo>
                  <a:lnTo>
                    <a:pt x="129716" y="249614"/>
                  </a:lnTo>
                  <a:cubicBezTo>
                    <a:pt x="131633" y="246422"/>
                    <a:pt x="135467" y="245783"/>
                    <a:pt x="138023" y="247698"/>
                  </a:cubicBezTo>
                  <a:cubicBezTo>
                    <a:pt x="138023" y="245783"/>
                    <a:pt x="138023" y="243230"/>
                    <a:pt x="138023" y="241953"/>
                  </a:cubicBezTo>
                  <a:cubicBezTo>
                    <a:pt x="138023" y="236207"/>
                    <a:pt x="138023" y="231100"/>
                    <a:pt x="139301" y="226631"/>
                  </a:cubicBezTo>
                  <a:cubicBezTo>
                    <a:pt x="141857" y="218971"/>
                    <a:pt x="146969" y="210671"/>
                    <a:pt x="153358" y="201095"/>
                  </a:cubicBezTo>
                  <a:cubicBezTo>
                    <a:pt x="154636" y="199180"/>
                    <a:pt x="156553" y="198542"/>
                    <a:pt x="158470" y="198542"/>
                  </a:cubicBezTo>
                  <a:cubicBezTo>
                    <a:pt x="163582" y="198542"/>
                    <a:pt x="168694" y="201734"/>
                    <a:pt x="172528" y="205564"/>
                  </a:cubicBezTo>
                  <a:cubicBezTo>
                    <a:pt x="177640" y="196627"/>
                    <a:pt x="183391" y="187051"/>
                    <a:pt x="185947" y="183859"/>
                  </a:cubicBezTo>
                  <a:cubicBezTo>
                    <a:pt x="186586" y="182582"/>
                    <a:pt x="188503" y="180667"/>
                    <a:pt x="191698" y="180667"/>
                  </a:cubicBezTo>
                  <a:cubicBezTo>
                    <a:pt x="192337" y="178113"/>
                    <a:pt x="192976" y="175560"/>
                    <a:pt x="194254" y="173006"/>
                  </a:cubicBezTo>
                  <a:lnTo>
                    <a:pt x="194254" y="173006"/>
                  </a:lnTo>
                  <a:cubicBezTo>
                    <a:pt x="184030" y="158961"/>
                    <a:pt x="178918" y="151939"/>
                    <a:pt x="178918" y="147470"/>
                  </a:cubicBezTo>
                  <a:cubicBezTo>
                    <a:pt x="178918" y="146193"/>
                    <a:pt x="178918" y="144916"/>
                    <a:pt x="178918" y="143001"/>
                  </a:cubicBezTo>
                  <a:cubicBezTo>
                    <a:pt x="179557" y="138532"/>
                    <a:pt x="179557" y="132148"/>
                    <a:pt x="177640" y="122572"/>
                  </a:cubicBezTo>
                  <a:cubicBezTo>
                    <a:pt x="176362" y="118104"/>
                    <a:pt x="172528" y="107889"/>
                    <a:pt x="167416" y="100867"/>
                  </a:cubicBezTo>
                  <a:cubicBezTo>
                    <a:pt x="165499" y="98313"/>
                    <a:pt x="166138" y="93844"/>
                    <a:pt x="168694" y="91929"/>
                  </a:cubicBezTo>
                  <a:cubicBezTo>
                    <a:pt x="171250" y="90014"/>
                    <a:pt x="175723" y="90652"/>
                    <a:pt x="177640" y="93206"/>
                  </a:cubicBezTo>
                  <a:cubicBezTo>
                    <a:pt x="184669" y="102782"/>
                    <a:pt x="189142" y="114912"/>
                    <a:pt x="189781" y="120019"/>
                  </a:cubicBezTo>
                  <a:cubicBezTo>
                    <a:pt x="192337" y="130872"/>
                    <a:pt x="191698" y="139171"/>
                    <a:pt x="191059" y="143640"/>
                  </a:cubicBezTo>
                  <a:cubicBezTo>
                    <a:pt x="191059" y="144916"/>
                    <a:pt x="191059" y="145555"/>
                    <a:pt x="191059" y="146193"/>
                  </a:cubicBezTo>
                  <a:cubicBezTo>
                    <a:pt x="191698" y="148747"/>
                    <a:pt x="198727" y="158323"/>
                    <a:pt x="202561" y="163430"/>
                  </a:cubicBezTo>
                  <a:cubicBezTo>
                    <a:pt x="203839" y="162153"/>
                    <a:pt x="205756" y="161515"/>
                    <a:pt x="207673" y="160238"/>
                  </a:cubicBezTo>
                  <a:cubicBezTo>
                    <a:pt x="210229" y="158961"/>
                    <a:pt x="213424" y="159600"/>
                    <a:pt x="215341" y="161515"/>
                  </a:cubicBezTo>
                  <a:cubicBezTo>
                    <a:pt x="235150" y="183220"/>
                    <a:pt x="256237" y="201734"/>
                    <a:pt x="276684" y="218971"/>
                  </a:cubicBezTo>
                  <a:lnTo>
                    <a:pt x="284352" y="225993"/>
                  </a:lnTo>
                  <a:cubicBezTo>
                    <a:pt x="288186" y="227908"/>
                    <a:pt x="289464" y="230462"/>
                    <a:pt x="288186" y="233015"/>
                  </a:cubicBezTo>
                  <a:close/>
                </a:path>
              </a:pathLst>
            </a:custGeom>
            <a:solidFill>
              <a:srgbClr val="012169"/>
            </a:solidFill>
            <a:ln w="6390" cap="flat">
              <a:noFill/>
              <a:prstDash val="solid"/>
              <a:miter/>
            </a:ln>
          </p:spPr>
          <p:txBody>
            <a:bodyPr rtlCol="0" anchor="ctr"/>
            <a:lstStyle/>
            <a:p>
              <a:endParaRPr lang="en-US"/>
            </a:p>
          </p:txBody>
        </p:sp>
      </p:grpSp>
      <p:grpSp>
        <p:nvGrpSpPr>
          <p:cNvPr id="600" name="Graphic 4">
            <a:extLst>
              <a:ext uri="{FF2B5EF4-FFF2-40B4-BE49-F238E27FC236}">
                <a16:creationId xmlns:a16="http://schemas.microsoft.com/office/drawing/2014/main" id="{AA9FB20D-8ABB-BE4A-A68B-8D5BAFE162DA}"/>
              </a:ext>
            </a:extLst>
          </p:cNvPr>
          <p:cNvGrpSpPr/>
          <p:nvPr/>
        </p:nvGrpSpPr>
        <p:grpSpPr>
          <a:xfrm>
            <a:off x="2561086" y="3339623"/>
            <a:ext cx="361670" cy="361333"/>
            <a:chOff x="2561086" y="3339623"/>
            <a:chExt cx="361670" cy="361333"/>
          </a:xfrm>
          <a:solidFill>
            <a:srgbClr val="012169"/>
          </a:solidFill>
        </p:grpSpPr>
        <p:sp>
          <p:nvSpPr>
            <p:cNvPr id="601" name="Graphic 4">
              <a:extLst>
                <a:ext uri="{FF2B5EF4-FFF2-40B4-BE49-F238E27FC236}">
                  <a16:creationId xmlns:a16="http://schemas.microsoft.com/office/drawing/2014/main" id="{F025E542-5A54-064D-90DF-1195F9ADF863}"/>
                </a:ext>
              </a:extLst>
            </p:cNvPr>
            <p:cNvSpPr/>
            <p:nvPr/>
          </p:nvSpPr>
          <p:spPr>
            <a:xfrm>
              <a:off x="2561086"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602" name="Graphic 4">
              <a:extLst>
                <a:ext uri="{FF2B5EF4-FFF2-40B4-BE49-F238E27FC236}">
                  <a16:creationId xmlns:a16="http://schemas.microsoft.com/office/drawing/2014/main" id="{C5338D0F-0C36-5C48-9CC4-ACA41505744E}"/>
                </a:ext>
              </a:extLst>
            </p:cNvPr>
            <p:cNvSpPr/>
            <p:nvPr/>
          </p:nvSpPr>
          <p:spPr>
            <a:xfrm>
              <a:off x="2683675" y="3481348"/>
              <a:ext cx="117132" cy="21705"/>
            </a:xfrm>
            <a:custGeom>
              <a:avLst/>
              <a:gdLst>
                <a:gd name="connsiteX0" fmla="*/ 5210 w 117132"/>
                <a:gd name="connsiteY0" fmla="*/ 8299 h 21705"/>
                <a:gd name="connsiteX1" fmla="*/ 99 w 117132"/>
                <a:gd name="connsiteY1" fmla="*/ 15960 h 21705"/>
                <a:gd name="connsiteX2" fmla="*/ 7767 w 117132"/>
                <a:gd name="connsiteY2" fmla="*/ 21067 h 21705"/>
                <a:gd name="connsiteX3" fmla="*/ 58247 w 117132"/>
                <a:gd name="connsiteY3" fmla="*/ 12768 h 21705"/>
                <a:gd name="connsiteX4" fmla="*/ 109367 w 117132"/>
                <a:gd name="connsiteY4" fmla="*/ 21705 h 21705"/>
                <a:gd name="connsiteX5" fmla="*/ 110644 w 117132"/>
                <a:gd name="connsiteY5" fmla="*/ 21705 h 21705"/>
                <a:gd name="connsiteX6" fmla="*/ 117034 w 117132"/>
                <a:gd name="connsiteY6" fmla="*/ 16598 h 21705"/>
                <a:gd name="connsiteX7" fmla="*/ 111922 w 117132"/>
                <a:gd name="connsiteY7" fmla="*/ 8937 h 21705"/>
                <a:gd name="connsiteX8" fmla="*/ 60164 w 117132"/>
                <a:gd name="connsiteY8" fmla="*/ 0 h 21705"/>
                <a:gd name="connsiteX9" fmla="*/ 58247 w 117132"/>
                <a:gd name="connsiteY9" fmla="*/ 0 h 21705"/>
                <a:gd name="connsiteX10" fmla="*/ 5210 w 117132"/>
                <a:gd name="connsiteY10" fmla="*/ 8299 h 2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7132" h="21705">
                  <a:moveTo>
                    <a:pt x="5210" y="8299"/>
                  </a:moveTo>
                  <a:cubicBezTo>
                    <a:pt x="2015" y="8937"/>
                    <a:pt x="-540" y="12129"/>
                    <a:pt x="99" y="15960"/>
                  </a:cubicBezTo>
                  <a:cubicBezTo>
                    <a:pt x="738" y="19152"/>
                    <a:pt x="3933" y="21705"/>
                    <a:pt x="7767" y="21067"/>
                  </a:cubicBezTo>
                  <a:lnTo>
                    <a:pt x="58247" y="12768"/>
                  </a:lnTo>
                  <a:lnTo>
                    <a:pt x="109367" y="21705"/>
                  </a:lnTo>
                  <a:cubicBezTo>
                    <a:pt x="110006" y="21705"/>
                    <a:pt x="110006" y="21705"/>
                    <a:pt x="110644" y="21705"/>
                  </a:cubicBezTo>
                  <a:cubicBezTo>
                    <a:pt x="113839" y="21705"/>
                    <a:pt x="116396" y="19790"/>
                    <a:pt x="117034" y="16598"/>
                  </a:cubicBezTo>
                  <a:cubicBezTo>
                    <a:pt x="117673" y="13406"/>
                    <a:pt x="115117" y="9576"/>
                    <a:pt x="111922" y="8937"/>
                  </a:cubicBezTo>
                  <a:lnTo>
                    <a:pt x="60164" y="0"/>
                  </a:lnTo>
                  <a:cubicBezTo>
                    <a:pt x="59525" y="0"/>
                    <a:pt x="58886" y="0"/>
                    <a:pt x="58247" y="0"/>
                  </a:cubicBezTo>
                  <a:lnTo>
                    <a:pt x="5210" y="8299"/>
                  </a:lnTo>
                  <a:close/>
                </a:path>
              </a:pathLst>
            </a:custGeom>
            <a:solidFill>
              <a:srgbClr val="012169"/>
            </a:solidFill>
            <a:ln w="6390" cap="flat">
              <a:noFill/>
              <a:prstDash val="solid"/>
              <a:miter/>
            </a:ln>
          </p:spPr>
          <p:txBody>
            <a:bodyPr rtlCol="0" anchor="ctr"/>
            <a:lstStyle/>
            <a:p>
              <a:endParaRPr lang="en-US"/>
            </a:p>
          </p:txBody>
        </p:sp>
        <p:sp>
          <p:nvSpPr>
            <p:cNvPr id="603" name="Graphic 4">
              <a:extLst>
                <a:ext uri="{FF2B5EF4-FFF2-40B4-BE49-F238E27FC236}">
                  <a16:creationId xmlns:a16="http://schemas.microsoft.com/office/drawing/2014/main" id="{9F8596A8-A5EC-1E48-9286-3C9DCCF0F645}"/>
                </a:ext>
              </a:extLst>
            </p:cNvPr>
            <p:cNvSpPr/>
            <p:nvPr/>
          </p:nvSpPr>
          <p:spPr>
            <a:xfrm>
              <a:off x="2683035" y="3538165"/>
              <a:ext cx="116494" cy="22343"/>
            </a:xfrm>
            <a:custGeom>
              <a:avLst/>
              <a:gdLst>
                <a:gd name="connsiteX0" fmla="*/ 109367 w 116494"/>
                <a:gd name="connsiteY0" fmla="*/ 0 h 22343"/>
                <a:gd name="connsiteX1" fmla="*/ 58247 w 116494"/>
                <a:gd name="connsiteY1" fmla="*/ 8938 h 22343"/>
                <a:gd name="connsiteX2" fmla="*/ 7767 w 116494"/>
                <a:gd name="connsiteY2" fmla="*/ 639 h 22343"/>
                <a:gd name="connsiteX3" fmla="*/ 99 w 116494"/>
                <a:gd name="connsiteY3" fmla="*/ 5746 h 22343"/>
                <a:gd name="connsiteX4" fmla="*/ 5211 w 116494"/>
                <a:gd name="connsiteY4" fmla="*/ 13407 h 22343"/>
                <a:gd name="connsiteX5" fmla="*/ 56969 w 116494"/>
                <a:gd name="connsiteY5" fmla="*/ 22344 h 22343"/>
                <a:gd name="connsiteX6" fmla="*/ 58247 w 116494"/>
                <a:gd name="connsiteY6" fmla="*/ 22344 h 22343"/>
                <a:gd name="connsiteX7" fmla="*/ 59525 w 116494"/>
                <a:gd name="connsiteY7" fmla="*/ 22344 h 22343"/>
                <a:gd name="connsiteX8" fmla="*/ 111283 w 116494"/>
                <a:gd name="connsiteY8" fmla="*/ 13407 h 22343"/>
                <a:gd name="connsiteX9" fmla="*/ 116396 w 116494"/>
                <a:gd name="connsiteY9" fmla="*/ 5746 h 22343"/>
                <a:gd name="connsiteX10" fmla="*/ 109367 w 116494"/>
                <a:gd name="connsiteY10" fmla="*/ 0 h 22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6494" h="22343">
                  <a:moveTo>
                    <a:pt x="109367" y="0"/>
                  </a:moveTo>
                  <a:lnTo>
                    <a:pt x="58247" y="8938"/>
                  </a:lnTo>
                  <a:lnTo>
                    <a:pt x="7767" y="639"/>
                  </a:lnTo>
                  <a:cubicBezTo>
                    <a:pt x="3933" y="0"/>
                    <a:pt x="738" y="2554"/>
                    <a:pt x="99" y="5746"/>
                  </a:cubicBezTo>
                  <a:cubicBezTo>
                    <a:pt x="-540" y="8938"/>
                    <a:pt x="2016" y="12768"/>
                    <a:pt x="5211" y="13407"/>
                  </a:cubicBezTo>
                  <a:lnTo>
                    <a:pt x="56969" y="22344"/>
                  </a:lnTo>
                  <a:cubicBezTo>
                    <a:pt x="57608" y="22344"/>
                    <a:pt x="57608" y="22344"/>
                    <a:pt x="58247" y="22344"/>
                  </a:cubicBezTo>
                  <a:cubicBezTo>
                    <a:pt x="58886" y="22344"/>
                    <a:pt x="58886" y="22344"/>
                    <a:pt x="59525" y="22344"/>
                  </a:cubicBezTo>
                  <a:lnTo>
                    <a:pt x="111283" y="13407"/>
                  </a:lnTo>
                  <a:cubicBezTo>
                    <a:pt x="114478" y="12768"/>
                    <a:pt x="117035" y="9576"/>
                    <a:pt x="116396" y="5746"/>
                  </a:cubicBezTo>
                  <a:cubicBezTo>
                    <a:pt x="116396" y="1916"/>
                    <a:pt x="112562" y="0"/>
                    <a:pt x="109367" y="0"/>
                  </a:cubicBezTo>
                  <a:close/>
                </a:path>
              </a:pathLst>
            </a:custGeom>
            <a:solidFill>
              <a:srgbClr val="012169"/>
            </a:solidFill>
            <a:ln w="6390" cap="flat">
              <a:noFill/>
              <a:prstDash val="solid"/>
              <a:miter/>
            </a:ln>
          </p:spPr>
          <p:txBody>
            <a:bodyPr rtlCol="0" anchor="ctr"/>
            <a:lstStyle/>
            <a:p>
              <a:endParaRPr lang="en-US"/>
            </a:p>
          </p:txBody>
        </p:sp>
        <p:sp>
          <p:nvSpPr>
            <p:cNvPr id="604" name="Graphic 4">
              <a:extLst>
                <a:ext uri="{FF2B5EF4-FFF2-40B4-BE49-F238E27FC236}">
                  <a16:creationId xmlns:a16="http://schemas.microsoft.com/office/drawing/2014/main" id="{54463184-51B8-9F44-86FC-8B8ACC2A5ADA}"/>
                </a:ext>
              </a:extLst>
            </p:cNvPr>
            <p:cNvSpPr/>
            <p:nvPr/>
          </p:nvSpPr>
          <p:spPr>
            <a:xfrm>
              <a:off x="2682495" y="3514545"/>
              <a:ext cx="117574" cy="12767"/>
            </a:xfrm>
            <a:custGeom>
              <a:avLst/>
              <a:gdLst>
                <a:gd name="connsiteX0" fmla="*/ 111185 w 117574"/>
                <a:gd name="connsiteY0" fmla="*/ 0 h 12767"/>
                <a:gd name="connsiteX1" fmla="*/ 6390 w 117574"/>
                <a:gd name="connsiteY1" fmla="*/ 0 h 12767"/>
                <a:gd name="connsiteX2" fmla="*/ 0 w 117574"/>
                <a:gd name="connsiteY2" fmla="*/ 6384 h 12767"/>
                <a:gd name="connsiteX3" fmla="*/ 6390 w 117574"/>
                <a:gd name="connsiteY3" fmla="*/ 12768 h 12767"/>
                <a:gd name="connsiteX4" fmla="*/ 111185 w 117574"/>
                <a:gd name="connsiteY4" fmla="*/ 12768 h 12767"/>
                <a:gd name="connsiteX5" fmla="*/ 117575 w 117574"/>
                <a:gd name="connsiteY5" fmla="*/ 6384 h 12767"/>
                <a:gd name="connsiteX6" fmla="*/ 111185 w 11757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574" h="12767">
                  <a:moveTo>
                    <a:pt x="111185" y="0"/>
                  </a:moveTo>
                  <a:lnTo>
                    <a:pt x="6390" y="0"/>
                  </a:lnTo>
                  <a:cubicBezTo>
                    <a:pt x="2556" y="0"/>
                    <a:pt x="0" y="2553"/>
                    <a:pt x="0" y="6384"/>
                  </a:cubicBezTo>
                  <a:cubicBezTo>
                    <a:pt x="0" y="10214"/>
                    <a:pt x="2556" y="12768"/>
                    <a:pt x="6390" y="12768"/>
                  </a:cubicBezTo>
                  <a:lnTo>
                    <a:pt x="111185" y="12768"/>
                  </a:lnTo>
                  <a:cubicBezTo>
                    <a:pt x="115019" y="12768"/>
                    <a:pt x="117575" y="10214"/>
                    <a:pt x="117575" y="6384"/>
                  </a:cubicBezTo>
                  <a:cubicBezTo>
                    <a:pt x="117575" y="2553"/>
                    <a:pt x="114380" y="0"/>
                    <a:pt x="111185" y="0"/>
                  </a:cubicBezTo>
                  <a:close/>
                </a:path>
              </a:pathLst>
            </a:custGeom>
            <a:solidFill>
              <a:srgbClr val="012169"/>
            </a:solidFill>
            <a:ln w="6390" cap="flat">
              <a:noFill/>
              <a:prstDash val="solid"/>
              <a:miter/>
            </a:ln>
          </p:spPr>
          <p:txBody>
            <a:bodyPr rtlCol="0" anchor="ctr"/>
            <a:lstStyle/>
            <a:p>
              <a:endParaRPr lang="en-US"/>
            </a:p>
          </p:txBody>
        </p:sp>
        <p:sp>
          <p:nvSpPr>
            <p:cNvPr id="605" name="Graphic 4">
              <a:extLst>
                <a:ext uri="{FF2B5EF4-FFF2-40B4-BE49-F238E27FC236}">
                  <a16:creationId xmlns:a16="http://schemas.microsoft.com/office/drawing/2014/main" id="{0E83F53D-393C-5443-A5E1-A69C14472280}"/>
                </a:ext>
              </a:extLst>
            </p:cNvPr>
            <p:cNvSpPr/>
            <p:nvPr/>
          </p:nvSpPr>
          <p:spPr>
            <a:xfrm>
              <a:off x="2592985" y="3450066"/>
              <a:ext cx="296595" cy="143001"/>
            </a:xfrm>
            <a:custGeom>
              <a:avLst/>
              <a:gdLst>
                <a:gd name="connsiteX0" fmla="*/ 287598 w 296595"/>
                <a:gd name="connsiteY0" fmla="*/ 42773 h 143001"/>
                <a:gd name="connsiteX1" fmla="*/ 262039 w 296595"/>
                <a:gd name="connsiteY1" fmla="*/ 29367 h 143001"/>
                <a:gd name="connsiteX2" fmla="*/ 234562 w 296595"/>
                <a:gd name="connsiteY2" fmla="*/ 29367 h 143001"/>
                <a:gd name="connsiteX3" fmla="*/ 234562 w 296595"/>
                <a:gd name="connsiteY3" fmla="*/ 27451 h 143001"/>
                <a:gd name="connsiteX4" fmla="*/ 230089 w 296595"/>
                <a:gd name="connsiteY4" fmla="*/ 21706 h 143001"/>
                <a:gd name="connsiteX5" fmla="*/ 147659 w 296595"/>
                <a:gd name="connsiteY5" fmla="*/ 0 h 143001"/>
                <a:gd name="connsiteX6" fmla="*/ 67145 w 296595"/>
                <a:gd name="connsiteY6" fmla="*/ 21706 h 143001"/>
                <a:gd name="connsiteX7" fmla="*/ 62673 w 296595"/>
                <a:gd name="connsiteY7" fmla="*/ 27451 h 143001"/>
                <a:gd name="connsiteX8" fmla="*/ 62673 w 296595"/>
                <a:gd name="connsiteY8" fmla="*/ 30005 h 143001"/>
                <a:gd name="connsiteX9" fmla="*/ 34557 w 296595"/>
                <a:gd name="connsiteY9" fmla="*/ 30005 h 143001"/>
                <a:gd name="connsiteX10" fmla="*/ 8997 w 296595"/>
                <a:gd name="connsiteY10" fmla="*/ 43411 h 143001"/>
                <a:gd name="connsiteX11" fmla="*/ 51 w 296595"/>
                <a:gd name="connsiteY11" fmla="*/ 78523 h 143001"/>
                <a:gd name="connsiteX12" fmla="*/ 31362 w 296595"/>
                <a:gd name="connsiteY12" fmla="*/ 114273 h 143001"/>
                <a:gd name="connsiteX13" fmla="*/ 62673 w 296595"/>
                <a:gd name="connsiteY13" fmla="*/ 114273 h 143001"/>
                <a:gd name="connsiteX14" fmla="*/ 62673 w 296595"/>
                <a:gd name="connsiteY14" fmla="*/ 117465 h 143001"/>
                <a:gd name="connsiteX15" fmla="*/ 67145 w 296595"/>
                <a:gd name="connsiteY15" fmla="*/ 123849 h 143001"/>
                <a:gd name="connsiteX16" fmla="*/ 148937 w 296595"/>
                <a:gd name="connsiteY16" fmla="*/ 143001 h 143001"/>
                <a:gd name="connsiteX17" fmla="*/ 230089 w 296595"/>
                <a:gd name="connsiteY17" fmla="*/ 123849 h 143001"/>
                <a:gd name="connsiteX18" fmla="*/ 234562 w 296595"/>
                <a:gd name="connsiteY18" fmla="*/ 117465 h 143001"/>
                <a:gd name="connsiteX19" fmla="*/ 234562 w 296595"/>
                <a:gd name="connsiteY19" fmla="*/ 114912 h 143001"/>
                <a:gd name="connsiteX20" fmla="*/ 265234 w 296595"/>
                <a:gd name="connsiteY20" fmla="*/ 114912 h 143001"/>
                <a:gd name="connsiteX21" fmla="*/ 296544 w 296595"/>
                <a:gd name="connsiteY21" fmla="*/ 79162 h 143001"/>
                <a:gd name="connsiteX22" fmla="*/ 287598 w 296595"/>
                <a:gd name="connsiteY22" fmla="*/ 42773 h 143001"/>
                <a:gd name="connsiteX23" fmla="*/ 32001 w 296595"/>
                <a:gd name="connsiteY23" fmla="*/ 100867 h 143001"/>
                <a:gd name="connsiteX24" fmla="*/ 13470 w 296595"/>
                <a:gd name="connsiteY24" fmla="*/ 76608 h 143001"/>
                <a:gd name="connsiteX25" fmla="*/ 19221 w 296595"/>
                <a:gd name="connsiteY25" fmla="*/ 51072 h 143001"/>
                <a:gd name="connsiteX26" fmla="*/ 35196 w 296595"/>
                <a:gd name="connsiteY26" fmla="*/ 42135 h 143001"/>
                <a:gd name="connsiteX27" fmla="*/ 63312 w 296595"/>
                <a:gd name="connsiteY27" fmla="*/ 42135 h 143001"/>
                <a:gd name="connsiteX28" fmla="*/ 63312 w 296595"/>
                <a:gd name="connsiteY28" fmla="*/ 100867 h 143001"/>
                <a:gd name="connsiteX29" fmla="*/ 32001 w 296595"/>
                <a:gd name="connsiteY29" fmla="*/ 100867 h 143001"/>
                <a:gd name="connsiteX30" fmla="*/ 221782 w 296595"/>
                <a:gd name="connsiteY30" fmla="*/ 111720 h 143001"/>
                <a:gd name="connsiteX31" fmla="*/ 148937 w 296595"/>
                <a:gd name="connsiteY31" fmla="*/ 128957 h 143001"/>
                <a:gd name="connsiteX32" fmla="*/ 75452 w 296595"/>
                <a:gd name="connsiteY32" fmla="*/ 111720 h 143001"/>
                <a:gd name="connsiteX33" fmla="*/ 75452 w 296595"/>
                <a:gd name="connsiteY33" fmla="*/ 31282 h 143001"/>
                <a:gd name="connsiteX34" fmla="*/ 147659 w 296595"/>
                <a:gd name="connsiteY34" fmla="*/ 12130 h 143001"/>
                <a:gd name="connsiteX35" fmla="*/ 221782 w 296595"/>
                <a:gd name="connsiteY35" fmla="*/ 31920 h 143001"/>
                <a:gd name="connsiteX36" fmla="*/ 221782 w 296595"/>
                <a:gd name="connsiteY36" fmla="*/ 111720 h 143001"/>
                <a:gd name="connsiteX37" fmla="*/ 283764 w 296595"/>
                <a:gd name="connsiteY37" fmla="*/ 76608 h 143001"/>
                <a:gd name="connsiteX38" fmla="*/ 265234 w 296595"/>
                <a:gd name="connsiteY38" fmla="*/ 100867 h 143001"/>
                <a:gd name="connsiteX39" fmla="*/ 234562 w 296595"/>
                <a:gd name="connsiteY39" fmla="*/ 100867 h 143001"/>
                <a:gd name="connsiteX40" fmla="*/ 234562 w 296595"/>
                <a:gd name="connsiteY40" fmla="*/ 42135 h 143001"/>
                <a:gd name="connsiteX41" fmla="*/ 261400 w 296595"/>
                <a:gd name="connsiteY41" fmla="*/ 42135 h 143001"/>
                <a:gd name="connsiteX42" fmla="*/ 277375 w 296595"/>
                <a:gd name="connsiteY42" fmla="*/ 51072 h 143001"/>
                <a:gd name="connsiteX43" fmla="*/ 283764 w 296595"/>
                <a:gd name="connsiteY43" fmla="*/ 76608 h 143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96595" h="143001">
                  <a:moveTo>
                    <a:pt x="287598" y="42773"/>
                  </a:moveTo>
                  <a:cubicBezTo>
                    <a:pt x="276736" y="30005"/>
                    <a:pt x="262678" y="29367"/>
                    <a:pt x="262039" y="29367"/>
                  </a:cubicBezTo>
                  <a:lnTo>
                    <a:pt x="234562" y="29367"/>
                  </a:lnTo>
                  <a:lnTo>
                    <a:pt x="234562" y="27451"/>
                  </a:lnTo>
                  <a:cubicBezTo>
                    <a:pt x="234562" y="24898"/>
                    <a:pt x="232645" y="22344"/>
                    <a:pt x="230089" y="21706"/>
                  </a:cubicBezTo>
                  <a:cubicBezTo>
                    <a:pt x="223699" y="19152"/>
                    <a:pt x="166829" y="0"/>
                    <a:pt x="147659" y="0"/>
                  </a:cubicBezTo>
                  <a:cubicBezTo>
                    <a:pt x="128489" y="0"/>
                    <a:pt x="73535" y="19152"/>
                    <a:pt x="67145" y="21706"/>
                  </a:cubicBezTo>
                  <a:cubicBezTo>
                    <a:pt x="64590" y="22344"/>
                    <a:pt x="62673" y="24898"/>
                    <a:pt x="62673" y="27451"/>
                  </a:cubicBezTo>
                  <a:lnTo>
                    <a:pt x="62673" y="30005"/>
                  </a:lnTo>
                  <a:lnTo>
                    <a:pt x="34557" y="30005"/>
                  </a:lnTo>
                  <a:cubicBezTo>
                    <a:pt x="33918" y="30005"/>
                    <a:pt x="20499" y="30643"/>
                    <a:pt x="8997" y="43411"/>
                  </a:cubicBezTo>
                  <a:cubicBezTo>
                    <a:pt x="-1227" y="55541"/>
                    <a:pt x="51" y="75970"/>
                    <a:pt x="51" y="78523"/>
                  </a:cubicBezTo>
                  <a:cubicBezTo>
                    <a:pt x="1329" y="90653"/>
                    <a:pt x="8997" y="114273"/>
                    <a:pt x="31362" y="114273"/>
                  </a:cubicBezTo>
                  <a:lnTo>
                    <a:pt x="62673" y="114273"/>
                  </a:lnTo>
                  <a:lnTo>
                    <a:pt x="62673" y="117465"/>
                  </a:lnTo>
                  <a:cubicBezTo>
                    <a:pt x="62673" y="120019"/>
                    <a:pt x="64590" y="122573"/>
                    <a:pt x="67145" y="123849"/>
                  </a:cubicBezTo>
                  <a:cubicBezTo>
                    <a:pt x="69702" y="124488"/>
                    <a:pt x="130406" y="143001"/>
                    <a:pt x="148937" y="143001"/>
                  </a:cubicBezTo>
                  <a:cubicBezTo>
                    <a:pt x="167468" y="143001"/>
                    <a:pt x="223699" y="125765"/>
                    <a:pt x="230089" y="123849"/>
                  </a:cubicBezTo>
                  <a:cubicBezTo>
                    <a:pt x="232645" y="123211"/>
                    <a:pt x="234562" y="120657"/>
                    <a:pt x="234562" y="117465"/>
                  </a:cubicBezTo>
                  <a:lnTo>
                    <a:pt x="234562" y="114912"/>
                  </a:lnTo>
                  <a:lnTo>
                    <a:pt x="265234" y="114912"/>
                  </a:lnTo>
                  <a:cubicBezTo>
                    <a:pt x="286959" y="114912"/>
                    <a:pt x="295266" y="91291"/>
                    <a:pt x="296544" y="79162"/>
                  </a:cubicBezTo>
                  <a:cubicBezTo>
                    <a:pt x="296544" y="75331"/>
                    <a:pt x="297822" y="54902"/>
                    <a:pt x="287598" y="42773"/>
                  </a:cubicBezTo>
                  <a:close/>
                  <a:moveTo>
                    <a:pt x="32001" y="100867"/>
                  </a:moveTo>
                  <a:cubicBezTo>
                    <a:pt x="16026" y="100867"/>
                    <a:pt x="13470" y="77246"/>
                    <a:pt x="13470" y="76608"/>
                  </a:cubicBezTo>
                  <a:cubicBezTo>
                    <a:pt x="12831" y="71501"/>
                    <a:pt x="13470" y="57456"/>
                    <a:pt x="19221" y="51072"/>
                  </a:cubicBezTo>
                  <a:cubicBezTo>
                    <a:pt x="26250" y="42773"/>
                    <a:pt x="35196" y="42135"/>
                    <a:pt x="35196" y="42135"/>
                  </a:cubicBezTo>
                  <a:lnTo>
                    <a:pt x="63312" y="42135"/>
                  </a:lnTo>
                  <a:lnTo>
                    <a:pt x="63312" y="100867"/>
                  </a:lnTo>
                  <a:lnTo>
                    <a:pt x="32001" y="100867"/>
                  </a:lnTo>
                  <a:close/>
                  <a:moveTo>
                    <a:pt x="221782" y="111720"/>
                  </a:moveTo>
                  <a:cubicBezTo>
                    <a:pt x="202612" y="117465"/>
                    <a:pt x="161717" y="128957"/>
                    <a:pt x="148937" y="128957"/>
                  </a:cubicBezTo>
                  <a:cubicBezTo>
                    <a:pt x="136157" y="128957"/>
                    <a:pt x="95261" y="117465"/>
                    <a:pt x="75452" y="111720"/>
                  </a:cubicBezTo>
                  <a:lnTo>
                    <a:pt x="75452" y="31282"/>
                  </a:lnTo>
                  <a:cubicBezTo>
                    <a:pt x="94622" y="24898"/>
                    <a:pt x="134240" y="12130"/>
                    <a:pt x="147659" y="12130"/>
                  </a:cubicBezTo>
                  <a:cubicBezTo>
                    <a:pt x="161078" y="12130"/>
                    <a:pt x="201973" y="25536"/>
                    <a:pt x="221782" y="31920"/>
                  </a:cubicBezTo>
                  <a:lnTo>
                    <a:pt x="221782" y="111720"/>
                  </a:lnTo>
                  <a:close/>
                  <a:moveTo>
                    <a:pt x="283764" y="76608"/>
                  </a:moveTo>
                  <a:cubicBezTo>
                    <a:pt x="283764" y="76608"/>
                    <a:pt x="281208" y="100867"/>
                    <a:pt x="265234" y="100867"/>
                  </a:cubicBezTo>
                  <a:lnTo>
                    <a:pt x="234562" y="100867"/>
                  </a:lnTo>
                  <a:lnTo>
                    <a:pt x="234562" y="42135"/>
                  </a:lnTo>
                  <a:lnTo>
                    <a:pt x="261400" y="42135"/>
                  </a:lnTo>
                  <a:cubicBezTo>
                    <a:pt x="262039" y="42135"/>
                    <a:pt x="270346" y="42773"/>
                    <a:pt x="277375" y="51072"/>
                  </a:cubicBezTo>
                  <a:cubicBezTo>
                    <a:pt x="283764" y="58094"/>
                    <a:pt x="283764" y="72139"/>
                    <a:pt x="283764" y="76608"/>
                  </a:cubicBezTo>
                  <a:close/>
                </a:path>
              </a:pathLst>
            </a:custGeom>
            <a:solidFill>
              <a:srgbClr val="012169"/>
            </a:solidFill>
            <a:ln w="6390" cap="flat">
              <a:noFill/>
              <a:prstDash val="solid"/>
              <a:miter/>
            </a:ln>
          </p:spPr>
          <p:txBody>
            <a:bodyPr rtlCol="0" anchor="ctr"/>
            <a:lstStyle/>
            <a:p>
              <a:endParaRPr lang="en-US"/>
            </a:p>
          </p:txBody>
        </p:sp>
      </p:grpSp>
      <p:grpSp>
        <p:nvGrpSpPr>
          <p:cNvPr id="606" name="Graphic 4">
            <a:extLst>
              <a:ext uri="{FF2B5EF4-FFF2-40B4-BE49-F238E27FC236}">
                <a16:creationId xmlns:a16="http://schemas.microsoft.com/office/drawing/2014/main" id="{4695D29F-B3CA-7B47-96D5-56BE849A7F8C}"/>
              </a:ext>
            </a:extLst>
          </p:cNvPr>
          <p:cNvGrpSpPr/>
          <p:nvPr/>
        </p:nvGrpSpPr>
        <p:grpSpPr>
          <a:xfrm>
            <a:off x="1515054" y="4308712"/>
            <a:ext cx="361670" cy="361333"/>
            <a:chOff x="1515054" y="4308712"/>
            <a:chExt cx="361670" cy="361333"/>
          </a:xfrm>
          <a:solidFill>
            <a:srgbClr val="012169"/>
          </a:solidFill>
        </p:grpSpPr>
        <p:sp>
          <p:nvSpPr>
            <p:cNvPr id="607" name="Graphic 4">
              <a:extLst>
                <a:ext uri="{FF2B5EF4-FFF2-40B4-BE49-F238E27FC236}">
                  <a16:creationId xmlns:a16="http://schemas.microsoft.com/office/drawing/2014/main" id="{F5581E41-E683-474A-8F01-6ECD51683CC8}"/>
                </a:ext>
              </a:extLst>
            </p:cNvPr>
            <p:cNvSpPr/>
            <p:nvPr/>
          </p:nvSpPr>
          <p:spPr>
            <a:xfrm>
              <a:off x="1515054"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4"/>
                    <a:pt x="180835" y="361334"/>
                  </a:cubicBezTo>
                  <a:cubicBezTo>
                    <a:pt x="280518" y="361334"/>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608" name="Graphic 4">
              <a:extLst>
                <a:ext uri="{FF2B5EF4-FFF2-40B4-BE49-F238E27FC236}">
                  <a16:creationId xmlns:a16="http://schemas.microsoft.com/office/drawing/2014/main" id="{7B5ECB26-56A8-7D41-9A19-9D86C728590B}"/>
                </a:ext>
              </a:extLst>
            </p:cNvPr>
            <p:cNvSpPr/>
            <p:nvPr/>
          </p:nvSpPr>
          <p:spPr>
            <a:xfrm>
              <a:off x="1635823" y="4528321"/>
              <a:ext cx="120130" cy="67670"/>
            </a:xfrm>
            <a:custGeom>
              <a:avLst/>
              <a:gdLst>
                <a:gd name="connsiteX0" fmla="*/ 107351 w 120130"/>
                <a:gd name="connsiteY0" fmla="*/ 61286 h 67670"/>
                <a:gd name="connsiteX1" fmla="*/ 113741 w 120130"/>
                <a:gd name="connsiteY1" fmla="*/ 67670 h 67670"/>
                <a:gd name="connsiteX2" fmla="*/ 120131 w 120130"/>
                <a:gd name="connsiteY2" fmla="*/ 61286 h 67670"/>
                <a:gd name="connsiteX3" fmla="*/ 120131 w 120130"/>
                <a:gd name="connsiteY3" fmla="*/ 56179 h 67670"/>
                <a:gd name="connsiteX4" fmla="*/ 95210 w 120130"/>
                <a:gd name="connsiteY4" fmla="*/ 31281 h 67670"/>
                <a:gd name="connsiteX5" fmla="*/ 66455 w 120130"/>
                <a:gd name="connsiteY5" fmla="*/ 31281 h 67670"/>
                <a:gd name="connsiteX6" fmla="*/ 66455 w 120130"/>
                <a:gd name="connsiteY6" fmla="*/ 6384 h 67670"/>
                <a:gd name="connsiteX7" fmla="*/ 60065 w 120130"/>
                <a:gd name="connsiteY7" fmla="*/ 0 h 67670"/>
                <a:gd name="connsiteX8" fmla="*/ 53675 w 120130"/>
                <a:gd name="connsiteY8" fmla="*/ 6384 h 67670"/>
                <a:gd name="connsiteX9" fmla="*/ 53675 w 120130"/>
                <a:gd name="connsiteY9" fmla="*/ 31281 h 67670"/>
                <a:gd name="connsiteX10" fmla="*/ 24921 w 120130"/>
                <a:gd name="connsiteY10" fmla="*/ 31281 h 67670"/>
                <a:gd name="connsiteX11" fmla="*/ 0 w 120130"/>
                <a:gd name="connsiteY11" fmla="*/ 56179 h 67670"/>
                <a:gd name="connsiteX12" fmla="*/ 0 w 120130"/>
                <a:gd name="connsiteY12" fmla="*/ 61286 h 67670"/>
                <a:gd name="connsiteX13" fmla="*/ 6390 w 120130"/>
                <a:gd name="connsiteY13" fmla="*/ 67670 h 67670"/>
                <a:gd name="connsiteX14" fmla="*/ 12780 w 120130"/>
                <a:gd name="connsiteY14" fmla="*/ 61286 h 67670"/>
                <a:gd name="connsiteX15" fmla="*/ 12780 w 120130"/>
                <a:gd name="connsiteY15" fmla="*/ 56179 h 67670"/>
                <a:gd name="connsiteX16" fmla="*/ 24921 w 120130"/>
                <a:gd name="connsiteY16" fmla="*/ 44049 h 67670"/>
                <a:gd name="connsiteX17" fmla="*/ 53675 w 120130"/>
                <a:gd name="connsiteY17" fmla="*/ 44049 h 67670"/>
                <a:gd name="connsiteX18" fmla="*/ 53675 w 120130"/>
                <a:gd name="connsiteY18" fmla="*/ 61286 h 67670"/>
                <a:gd name="connsiteX19" fmla="*/ 60065 w 120130"/>
                <a:gd name="connsiteY19" fmla="*/ 67670 h 67670"/>
                <a:gd name="connsiteX20" fmla="*/ 66455 w 120130"/>
                <a:gd name="connsiteY20" fmla="*/ 61286 h 67670"/>
                <a:gd name="connsiteX21" fmla="*/ 66455 w 120130"/>
                <a:gd name="connsiteY21" fmla="*/ 44049 h 67670"/>
                <a:gd name="connsiteX22" fmla="*/ 95210 w 120130"/>
                <a:gd name="connsiteY22" fmla="*/ 44049 h 67670"/>
                <a:gd name="connsiteX23" fmla="*/ 107351 w 120130"/>
                <a:gd name="connsiteY23" fmla="*/ 56179 h 67670"/>
                <a:gd name="connsiteX24" fmla="*/ 107351 w 120130"/>
                <a:gd name="connsiteY24" fmla="*/ 61286 h 6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0130" h="67670">
                  <a:moveTo>
                    <a:pt x="107351" y="61286"/>
                  </a:moveTo>
                  <a:cubicBezTo>
                    <a:pt x="107351" y="65117"/>
                    <a:pt x="109907" y="67670"/>
                    <a:pt x="113741" y="67670"/>
                  </a:cubicBezTo>
                  <a:cubicBezTo>
                    <a:pt x="117575" y="67670"/>
                    <a:pt x="120131" y="65117"/>
                    <a:pt x="120131" y="61286"/>
                  </a:cubicBezTo>
                  <a:lnTo>
                    <a:pt x="120131" y="56179"/>
                  </a:lnTo>
                  <a:cubicBezTo>
                    <a:pt x="120131" y="42773"/>
                    <a:pt x="109268" y="31281"/>
                    <a:pt x="95210" y="31281"/>
                  </a:cubicBezTo>
                  <a:lnTo>
                    <a:pt x="66455" y="31281"/>
                  </a:lnTo>
                  <a:lnTo>
                    <a:pt x="66455" y="6384"/>
                  </a:lnTo>
                  <a:cubicBezTo>
                    <a:pt x="66455" y="2553"/>
                    <a:pt x="63899" y="0"/>
                    <a:pt x="60065" y="0"/>
                  </a:cubicBezTo>
                  <a:cubicBezTo>
                    <a:pt x="56231" y="0"/>
                    <a:pt x="53675" y="2553"/>
                    <a:pt x="53675" y="6384"/>
                  </a:cubicBezTo>
                  <a:lnTo>
                    <a:pt x="53675" y="31281"/>
                  </a:lnTo>
                  <a:lnTo>
                    <a:pt x="24921" y="31281"/>
                  </a:lnTo>
                  <a:cubicBezTo>
                    <a:pt x="11502" y="31281"/>
                    <a:pt x="0" y="42134"/>
                    <a:pt x="0" y="56179"/>
                  </a:cubicBezTo>
                  <a:lnTo>
                    <a:pt x="0" y="61286"/>
                  </a:lnTo>
                  <a:cubicBezTo>
                    <a:pt x="0" y="65117"/>
                    <a:pt x="2556" y="67670"/>
                    <a:pt x="6390" y="67670"/>
                  </a:cubicBezTo>
                  <a:cubicBezTo>
                    <a:pt x="10224" y="67670"/>
                    <a:pt x="12780" y="65117"/>
                    <a:pt x="12780" y="61286"/>
                  </a:cubicBezTo>
                  <a:lnTo>
                    <a:pt x="12780" y="56179"/>
                  </a:lnTo>
                  <a:cubicBezTo>
                    <a:pt x="12780" y="49795"/>
                    <a:pt x="17892" y="44049"/>
                    <a:pt x="24921" y="44049"/>
                  </a:cubicBezTo>
                  <a:lnTo>
                    <a:pt x="53675" y="44049"/>
                  </a:lnTo>
                  <a:lnTo>
                    <a:pt x="53675" y="61286"/>
                  </a:lnTo>
                  <a:cubicBezTo>
                    <a:pt x="53675" y="65117"/>
                    <a:pt x="56231" y="67670"/>
                    <a:pt x="60065" y="67670"/>
                  </a:cubicBezTo>
                  <a:cubicBezTo>
                    <a:pt x="63899" y="67670"/>
                    <a:pt x="66455" y="65117"/>
                    <a:pt x="66455" y="61286"/>
                  </a:cubicBezTo>
                  <a:lnTo>
                    <a:pt x="66455" y="44049"/>
                  </a:lnTo>
                  <a:lnTo>
                    <a:pt x="95210" y="44049"/>
                  </a:lnTo>
                  <a:cubicBezTo>
                    <a:pt x="101600" y="44049"/>
                    <a:pt x="107351" y="49157"/>
                    <a:pt x="107351" y="56179"/>
                  </a:cubicBezTo>
                  <a:lnTo>
                    <a:pt x="107351" y="61286"/>
                  </a:lnTo>
                  <a:close/>
                </a:path>
              </a:pathLst>
            </a:custGeom>
            <a:solidFill>
              <a:srgbClr val="012169"/>
            </a:solidFill>
            <a:ln w="6390" cap="flat">
              <a:noFill/>
              <a:prstDash val="solid"/>
              <a:miter/>
            </a:ln>
          </p:spPr>
          <p:txBody>
            <a:bodyPr rtlCol="0" anchor="ctr"/>
            <a:lstStyle/>
            <a:p>
              <a:endParaRPr lang="en-US"/>
            </a:p>
          </p:txBody>
        </p:sp>
        <p:sp>
          <p:nvSpPr>
            <p:cNvPr id="609" name="Graphic 4">
              <a:extLst>
                <a:ext uri="{FF2B5EF4-FFF2-40B4-BE49-F238E27FC236}">
                  <a16:creationId xmlns:a16="http://schemas.microsoft.com/office/drawing/2014/main" id="{69DFF093-1D0F-FF49-AB88-605B47E7CC28}"/>
                </a:ext>
              </a:extLst>
            </p:cNvPr>
            <p:cNvSpPr/>
            <p:nvPr/>
          </p:nvSpPr>
          <p:spPr>
            <a:xfrm>
              <a:off x="1610495" y="4361699"/>
              <a:ext cx="170787" cy="163430"/>
            </a:xfrm>
            <a:custGeom>
              <a:avLst/>
              <a:gdLst>
                <a:gd name="connsiteX0" fmla="*/ 156322 w 170787"/>
                <a:gd name="connsiteY0" fmla="*/ 74054 h 163430"/>
                <a:gd name="connsiteX1" fmla="*/ 144820 w 170787"/>
                <a:gd name="connsiteY1" fmla="*/ 74054 h 163430"/>
                <a:gd name="connsiteX2" fmla="*/ 144820 w 170787"/>
                <a:gd name="connsiteY2" fmla="*/ 31920 h 163430"/>
                <a:gd name="connsiteX3" fmla="*/ 112871 w 170787"/>
                <a:gd name="connsiteY3" fmla="*/ 0 h 163430"/>
                <a:gd name="connsiteX4" fmla="*/ 58556 w 170787"/>
                <a:gd name="connsiteY4" fmla="*/ 0 h 163430"/>
                <a:gd name="connsiteX5" fmla="*/ 26607 w 170787"/>
                <a:gd name="connsiteY5" fmla="*/ 31920 h 163430"/>
                <a:gd name="connsiteX6" fmla="*/ 26607 w 170787"/>
                <a:gd name="connsiteY6" fmla="*/ 74054 h 163430"/>
                <a:gd name="connsiteX7" fmla="*/ 15105 w 170787"/>
                <a:gd name="connsiteY7" fmla="*/ 74054 h 163430"/>
                <a:gd name="connsiteX8" fmla="*/ 3603 w 170787"/>
                <a:gd name="connsiteY8" fmla="*/ 79800 h 163430"/>
                <a:gd name="connsiteX9" fmla="*/ 1047 w 170787"/>
                <a:gd name="connsiteY9" fmla="*/ 99590 h 163430"/>
                <a:gd name="connsiteX10" fmla="*/ 9354 w 170787"/>
                <a:gd name="connsiteY10" fmla="*/ 139171 h 163430"/>
                <a:gd name="connsiteX11" fmla="*/ 9354 w 170787"/>
                <a:gd name="connsiteY11" fmla="*/ 150024 h 163430"/>
                <a:gd name="connsiteX12" fmla="*/ 22773 w 170787"/>
                <a:gd name="connsiteY12" fmla="*/ 163430 h 163430"/>
                <a:gd name="connsiteX13" fmla="*/ 148015 w 170787"/>
                <a:gd name="connsiteY13" fmla="*/ 163430 h 163430"/>
                <a:gd name="connsiteX14" fmla="*/ 161434 w 170787"/>
                <a:gd name="connsiteY14" fmla="*/ 150024 h 163430"/>
                <a:gd name="connsiteX15" fmla="*/ 161434 w 170787"/>
                <a:gd name="connsiteY15" fmla="*/ 139171 h 163430"/>
                <a:gd name="connsiteX16" fmla="*/ 169741 w 170787"/>
                <a:gd name="connsiteY16" fmla="*/ 99590 h 163430"/>
                <a:gd name="connsiteX17" fmla="*/ 167185 w 170787"/>
                <a:gd name="connsiteY17" fmla="*/ 79800 h 163430"/>
                <a:gd name="connsiteX18" fmla="*/ 156322 w 170787"/>
                <a:gd name="connsiteY18" fmla="*/ 74054 h 163430"/>
                <a:gd name="connsiteX19" fmla="*/ 156322 w 170787"/>
                <a:gd name="connsiteY19" fmla="*/ 86822 h 163430"/>
                <a:gd name="connsiteX20" fmla="*/ 157600 w 170787"/>
                <a:gd name="connsiteY20" fmla="*/ 87461 h 163430"/>
                <a:gd name="connsiteX21" fmla="*/ 157600 w 170787"/>
                <a:gd name="connsiteY21" fmla="*/ 96398 h 163430"/>
                <a:gd name="connsiteX22" fmla="*/ 153766 w 170787"/>
                <a:gd name="connsiteY22" fmla="*/ 114912 h 163430"/>
                <a:gd name="connsiteX23" fmla="*/ 148015 w 170787"/>
                <a:gd name="connsiteY23" fmla="*/ 113635 h 163430"/>
                <a:gd name="connsiteX24" fmla="*/ 144820 w 170787"/>
                <a:gd name="connsiteY24" fmla="*/ 113635 h 163430"/>
                <a:gd name="connsiteX25" fmla="*/ 144820 w 170787"/>
                <a:gd name="connsiteY25" fmla="*/ 86184 h 163430"/>
                <a:gd name="connsiteX26" fmla="*/ 156322 w 170787"/>
                <a:gd name="connsiteY26" fmla="*/ 86822 h 163430"/>
                <a:gd name="connsiteX27" fmla="*/ 57917 w 170787"/>
                <a:gd name="connsiteY27" fmla="*/ 12768 h 163430"/>
                <a:gd name="connsiteX28" fmla="*/ 112232 w 170787"/>
                <a:gd name="connsiteY28" fmla="*/ 12768 h 163430"/>
                <a:gd name="connsiteX29" fmla="*/ 131402 w 170787"/>
                <a:gd name="connsiteY29" fmla="*/ 31920 h 163430"/>
                <a:gd name="connsiteX30" fmla="*/ 131402 w 170787"/>
                <a:gd name="connsiteY30" fmla="*/ 114273 h 163430"/>
                <a:gd name="connsiteX31" fmla="*/ 38108 w 170787"/>
                <a:gd name="connsiteY31" fmla="*/ 114273 h 163430"/>
                <a:gd name="connsiteX32" fmla="*/ 38108 w 170787"/>
                <a:gd name="connsiteY32" fmla="*/ 31920 h 163430"/>
                <a:gd name="connsiteX33" fmla="*/ 57917 w 170787"/>
                <a:gd name="connsiteY33" fmla="*/ 12768 h 163430"/>
                <a:gd name="connsiteX34" fmla="*/ 13188 w 170787"/>
                <a:gd name="connsiteY34" fmla="*/ 87461 h 163430"/>
                <a:gd name="connsiteX35" fmla="*/ 14466 w 170787"/>
                <a:gd name="connsiteY35" fmla="*/ 86822 h 163430"/>
                <a:gd name="connsiteX36" fmla="*/ 25968 w 170787"/>
                <a:gd name="connsiteY36" fmla="*/ 86822 h 163430"/>
                <a:gd name="connsiteX37" fmla="*/ 25968 w 170787"/>
                <a:gd name="connsiteY37" fmla="*/ 114273 h 163430"/>
                <a:gd name="connsiteX38" fmla="*/ 22773 w 170787"/>
                <a:gd name="connsiteY38" fmla="*/ 114273 h 163430"/>
                <a:gd name="connsiteX39" fmla="*/ 17022 w 170787"/>
                <a:gd name="connsiteY39" fmla="*/ 115550 h 163430"/>
                <a:gd name="connsiteX40" fmla="*/ 13188 w 170787"/>
                <a:gd name="connsiteY40" fmla="*/ 97037 h 163430"/>
                <a:gd name="connsiteX41" fmla="*/ 13188 w 170787"/>
                <a:gd name="connsiteY41" fmla="*/ 87461 h 163430"/>
                <a:gd name="connsiteX42" fmla="*/ 148654 w 170787"/>
                <a:gd name="connsiteY42" fmla="*/ 150024 h 163430"/>
                <a:gd name="connsiteX43" fmla="*/ 148015 w 170787"/>
                <a:gd name="connsiteY43" fmla="*/ 150662 h 163430"/>
                <a:gd name="connsiteX44" fmla="*/ 22773 w 170787"/>
                <a:gd name="connsiteY44" fmla="*/ 150662 h 163430"/>
                <a:gd name="connsiteX45" fmla="*/ 22134 w 170787"/>
                <a:gd name="connsiteY45" fmla="*/ 150024 h 163430"/>
                <a:gd name="connsiteX46" fmla="*/ 22134 w 170787"/>
                <a:gd name="connsiteY46" fmla="*/ 127680 h 163430"/>
                <a:gd name="connsiteX47" fmla="*/ 22773 w 170787"/>
                <a:gd name="connsiteY47" fmla="*/ 127041 h 163430"/>
                <a:gd name="connsiteX48" fmla="*/ 148015 w 170787"/>
                <a:gd name="connsiteY48" fmla="*/ 127041 h 163430"/>
                <a:gd name="connsiteX49" fmla="*/ 148654 w 170787"/>
                <a:gd name="connsiteY49" fmla="*/ 127680 h 163430"/>
                <a:gd name="connsiteX50" fmla="*/ 148654 w 170787"/>
                <a:gd name="connsiteY50" fmla="*/ 150024 h 16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70787" h="163430">
                  <a:moveTo>
                    <a:pt x="156322" y="74054"/>
                  </a:moveTo>
                  <a:lnTo>
                    <a:pt x="144820" y="74054"/>
                  </a:lnTo>
                  <a:lnTo>
                    <a:pt x="144820" y="31920"/>
                  </a:lnTo>
                  <a:cubicBezTo>
                    <a:pt x="144820" y="14045"/>
                    <a:pt x="130123" y="0"/>
                    <a:pt x="112871" y="0"/>
                  </a:cubicBezTo>
                  <a:lnTo>
                    <a:pt x="58556" y="0"/>
                  </a:lnTo>
                  <a:cubicBezTo>
                    <a:pt x="40664" y="0"/>
                    <a:pt x="26607" y="14683"/>
                    <a:pt x="26607" y="31920"/>
                  </a:cubicBezTo>
                  <a:lnTo>
                    <a:pt x="26607" y="74054"/>
                  </a:lnTo>
                  <a:lnTo>
                    <a:pt x="15105" y="74054"/>
                  </a:lnTo>
                  <a:cubicBezTo>
                    <a:pt x="14466" y="74054"/>
                    <a:pt x="8076" y="74054"/>
                    <a:pt x="3603" y="79800"/>
                  </a:cubicBezTo>
                  <a:cubicBezTo>
                    <a:pt x="-231" y="84269"/>
                    <a:pt x="-870" y="91291"/>
                    <a:pt x="1047" y="99590"/>
                  </a:cubicBezTo>
                  <a:lnTo>
                    <a:pt x="9354" y="139171"/>
                  </a:lnTo>
                  <a:lnTo>
                    <a:pt x="9354" y="150024"/>
                  </a:lnTo>
                  <a:cubicBezTo>
                    <a:pt x="9354" y="157684"/>
                    <a:pt x="15744" y="163430"/>
                    <a:pt x="22773" y="163430"/>
                  </a:cubicBezTo>
                  <a:lnTo>
                    <a:pt x="148015" y="163430"/>
                  </a:lnTo>
                  <a:cubicBezTo>
                    <a:pt x="155683" y="163430"/>
                    <a:pt x="161434" y="157046"/>
                    <a:pt x="161434" y="150024"/>
                  </a:cubicBezTo>
                  <a:lnTo>
                    <a:pt x="161434" y="139171"/>
                  </a:lnTo>
                  <a:lnTo>
                    <a:pt x="169741" y="99590"/>
                  </a:lnTo>
                  <a:cubicBezTo>
                    <a:pt x="171658" y="91291"/>
                    <a:pt x="171019" y="84269"/>
                    <a:pt x="167185" y="79800"/>
                  </a:cubicBezTo>
                  <a:cubicBezTo>
                    <a:pt x="163351" y="74054"/>
                    <a:pt x="156961" y="74054"/>
                    <a:pt x="156322" y="74054"/>
                  </a:cubicBezTo>
                  <a:close/>
                  <a:moveTo>
                    <a:pt x="156322" y="86822"/>
                  </a:moveTo>
                  <a:cubicBezTo>
                    <a:pt x="156322" y="86822"/>
                    <a:pt x="157600" y="86822"/>
                    <a:pt x="157600" y="87461"/>
                  </a:cubicBezTo>
                  <a:cubicBezTo>
                    <a:pt x="158239" y="88099"/>
                    <a:pt x="158878" y="90014"/>
                    <a:pt x="157600" y="96398"/>
                  </a:cubicBezTo>
                  <a:lnTo>
                    <a:pt x="153766" y="114912"/>
                  </a:lnTo>
                  <a:cubicBezTo>
                    <a:pt x="151849" y="114273"/>
                    <a:pt x="149932" y="113635"/>
                    <a:pt x="148015" y="113635"/>
                  </a:cubicBezTo>
                  <a:lnTo>
                    <a:pt x="144820" y="113635"/>
                  </a:lnTo>
                  <a:lnTo>
                    <a:pt x="144820" y="86184"/>
                  </a:lnTo>
                  <a:lnTo>
                    <a:pt x="156322" y="86822"/>
                  </a:lnTo>
                  <a:close/>
                  <a:moveTo>
                    <a:pt x="57917" y="12768"/>
                  </a:moveTo>
                  <a:lnTo>
                    <a:pt x="112232" y="12768"/>
                  </a:lnTo>
                  <a:cubicBezTo>
                    <a:pt x="123095" y="12768"/>
                    <a:pt x="131402" y="21706"/>
                    <a:pt x="131402" y="31920"/>
                  </a:cubicBezTo>
                  <a:lnTo>
                    <a:pt x="131402" y="114273"/>
                  </a:lnTo>
                  <a:lnTo>
                    <a:pt x="38108" y="114273"/>
                  </a:lnTo>
                  <a:lnTo>
                    <a:pt x="38108" y="31920"/>
                  </a:lnTo>
                  <a:cubicBezTo>
                    <a:pt x="38747" y="21067"/>
                    <a:pt x="47693" y="12768"/>
                    <a:pt x="57917" y="12768"/>
                  </a:cubicBezTo>
                  <a:close/>
                  <a:moveTo>
                    <a:pt x="13188" y="87461"/>
                  </a:moveTo>
                  <a:cubicBezTo>
                    <a:pt x="13827" y="86822"/>
                    <a:pt x="14466" y="86822"/>
                    <a:pt x="14466" y="86822"/>
                  </a:cubicBezTo>
                  <a:lnTo>
                    <a:pt x="25968" y="86822"/>
                  </a:lnTo>
                  <a:lnTo>
                    <a:pt x="25968" y="114273"/>
                  </a:lnTo>
                  <a:lnTo>
                    <a:pt x="22773" y="114273"/>
                  </a:lnTo>
                  <a:cubicBezTo>
                    <a:pt x="20856" y="114273"/>
                    <a:pt x="18939" y="114912"/>
                    <a:pt x="17022" y="115550"/>
                  </a:cubicBezTo>
                  <a:lnTo>
                    <a:pt x="13188" y="97037"/>
                  </a:lnTo>
                  <a:cubicBezTo>
                    <a:pt x="11271" y="90014"/>
                    <a:pt x="12549" y="88099"/>
                    <a:pt x="13188" y="87461"/>
                  </a:cubicBezTo>
                  <a:close/>
                  <a:moveTo>
                    <a:pt x="148654" y="150024"/>
                  </a:moveTo>
                  <a:cubicBezTo>
                    <a:pt x="148654" y="150662"/>
                    <a:pt x="148015" y="150662"/>
                    <a:pt x="148015" y="150662"/>
                  </a:cubicBezTo>
                  <a:lnTo>
                    <a:pt x="22773" y="150662"/>
                  </a:lnTo>
                  <a:cubicBezTo>
                    <a:pt x="22134" y="150662"/>
                    <a:pt x="22134" y="150024"/>
                    <a:pt x="22134" y="150024"/>
                  </a:cubicBezTo>
                  <a:lnTo>
                    <a:pt x="22134" y="127680"/>
                  </a:lnTo>
                  <a:cubicBezTo>
                    <a:pt x="22134" y="127041"/>
                    <a:pt x="22773" y="127041"/>
                    <a:pt x="22773" y="127041"/>
                  </a:cubicBezTo>
                  <a:lnTo>
                    <a:pt x="148015" y="127041"/>
                  </a:lnTo>
                  <a:cubicBezTo>
                    <a:pt x="148654" y="127041"/>
                    <a:pt x="148654" y="127680"/>
                    <a:pt x="148654" y="127680"/>
                  </a:cubicBezTo>
                  <a:lnTo>
                    <a:pt x="148654" y="150024"/>
                  </a:lnTo>
                  <a:close/>
                </a:path>
              </a:pathLst>
            </a:custGeom>
            <a:solidFill>
              <a:srgbClr val="012169"/>
            </a:solidFill>
            <a:ln w="6390" cap="flat">
              <a:noFill/>
              <a:prstDash val="solid"/>
              <a:miter/>
            </a:ln>
          </p:spPr>
          <p:txBody>
            <a:bodyPr rtlCol="0" anchor="ctr"/>
            <a:lstStyle/>
            <a:p>
              <a:endParaRPr lang="en-US"/>
            </a:p>
          </p:txBody>
        </p:sp>
        <p:sp>
          <p:nvSpPr>
            <p:cNvPr id="610" name="Graphic 4">
              <a:extLst>
                <a:ext uri="{FF2B5EF4-FFF2-40B4-BE49-F238E27FC236}">
                  <a16:creationId xmlns:a16="http://schemas.microsoft.com/office/drawing/2014/main" id="{A1BCE35E-272F-A949-9577-17AFCCB47961}"/>
                </a:ext>
              </a:extLst>
            </p:cNvPr>
            <p:cNvSpPr/>
            <p:nvPr/>
          </p:nvSpPr>
          <p:spPr>
            <a:xfrm>
              <a:off x="1685665" y="4596630"/>
              <a:ext cx="20447" cy="20428"/>
            </a:xfrm>
            <a:custGeom>
              <a:avLst/>
              <a:gdLst>
                <a:gd name="connsiteX0" fmla="*/ 10224 w 20447"/>
                <a:gd name="connsiteY0" fmla="*/ 0 h 20428"/>
                <a:gd name="connsiteX1" fmla="*/ 0 w 20447"/>
                <a:gd name="connsiteY1" fmla="*/ 10214 h 20428"/>
                <a:gd name="connsiteX2" fmla="*/ 10224 w 20447"/>
                <a:gd name="connsiteY2" fmla="*/ 20428 h 20428"/>
                <a:gd name="connsiteX3" fmla="*/ 20448 w 20447"/>
                <a:gd name="connsiteY3" fmla="*/ 10214 h 20428"/>
                <a:gd name="connsiteX4" fmla="*/ 10224 w 20447"/>
                <a:gd name="connsiteY4" fmla="*/ 0 h 20428"/>
                <a:gd name="connsiteX5" fmla="*/ 10224 w 20447"/>
                <a:gd name="connsiteY5" fmla="*/ 12768 h 20428"/>
                <a:gd name="connsiteX6" fmla="*/ 7668 w 20447"/>
                <a:gd name="connsiteY6" fmla="*/ 10214 h 20428"/>
                <a:gd name="connsiteX7" fmla="*/ 10224 w 20447"/>
                <a:gd name="connsiteY7" fmla="*/ 7660 h 20428"/>
                <a:gd name="connsiteX8" fmla="*/ 12780 w 20447"/>
                <a:gd name="connsiteY8" fmla="*/ 10214 h 20428"/>
                <a:gd name="connsiteX9" fmla="*/ 10224 w 20447"/>
                <a:gd name="connsiteY9" fmla="*/ 12768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447" h="20428">
                  <a:moveTo>
                    <a:pt x="10224" y="0"/>
                  </a:moveTo>
                  <a:cubicBezTo>
                    <a:pt x="4473" y="0"/>
                    <a:pt x="0" y="4468"/>
                    <a:pt x="0" y="10214"/>
                  </a:cubicBezTo>
                  <a:cubicBezTo>
                    <a:pt x="0" y="15960"/>
                    <a:pt x="4473" y="20428"/>
                    <a:pt x="10224" y="20428"/>
                  </a:cubicBezTo>
                  <a:cubicBezTo>
                    <a:pt x="15975" y="20428"/>
                    <a:pt x="20448" y="15960"/>
                    <a:pt x="20448" y="10214"/>
                  </a:cubicBezTo>
                  <a:cubicBezTo>
                    <a:pt x="20448" y="5107"/>
                    <a:pt x="15975" y="0"/>
                    <a:pt x="10224" y="0"/>
                  </a:cubicBezTo>
                  <a:close/>
                  <a:moveTo>
                    <a:pt x="10224" y="12768"/>
                  </a:moveTo>
                  <a:cubicBezTo>
                    <a:pt x="8946" y="12768"/>
                    <a:pt x="7668" y="11491"/>
                    <a:pt x="7668" y="10214"/>
                  </a:cubicBezTo>
                  <a:cubicBezTo>
                    <a:pt x="7668" y="8937"/>
                    <a:pt x="8946" y="7660"/>
                    <a:pt x="10224" y="7660"/>
                  </a:cubicBezTo>
                  <a:cubicBezTo>
                    <a:pt x="11502" y="7660"/>
                    <a:pt x="12780" y="8937"/>
                    <a:pt x="12780" y="10214"/>
                  </a:cubicBezTo>
                  <a:cubicBezTo>
                    <a:pt x="12780" y="12129"/>
                    <a:pt x="11502" y="12768"/>
                    <a:pt x="10224" y="12768"/>
                  </a:cubicBezTo>
                  <a:close/>
                </a:path>
              </a:pathLst>
            </a:custGeom>
            <a:solidFill>
              <a:srgbClr val="012169"/>
            </a:solidFill>
            <a:ln w="6390" cap="flat">
              <a:noFill/>
              <a:prstDash val="solid"/>
              <a:miter/>
            </a:ln>
          </p:spPr>
          <p:txBody>
            <a:bodyPr rtlCol="0" anchor="ctr"/>
            <a:lstStyle/>
            <a:p>
              <a:endParaRPr lang="en-US"/>
            </a:p>
          </p:txBody>
        </p:sp>
        <p:sp>
          <p:nvSpPr>
            <p:cNvPr id="611" name="Graphic 4">
              <a:extLst>
                <a:ext uri="{FF2B5EF4-FFF2-40B4-BE49-F238E27FC236}">
                  <a16:creationId xmlns:a16="http://schemas.microsoft.com/office/drawing/2014/main" id="{C825277C-6A13-C94C-910E-160C518AD4F7}"/>
                </a:ext>
              </a:extLst>
            </p:cNvPr>
            <p:cNvSpPr/>
            <p:nvPr/>
          </p:nvSpPr>
          <p:spPr>
            <a:xfrm>
              <a:off x="1631350" y="4596630"/>
              <a:ext cx="20447" cy="20428"/>
            </a:xfrm>
            <a:custGeom>
              <a:avLst/>
              <a:gdLst>
                <a:gd name="connsiteX0" fmla="*/ 10224 w 20447"/>
                <a:gd name="connsiteY0" fmla="*/ 0 h 20428"/>
                <a:gd name="connsiteX1" fmla="*/ 0 w 20447"/>
                <a:gd name="connsiteY1" fmla="*/ 10214 h 20428"/>
                <a:gd name="connsiteX2" fmla="*/ 10224 w 20447"/>
                <a:gd name="connsiteY2" fmla="*/ 20428 h 20428"/>
                <a:gd name="connsiteX3" fmla="*/ 20448 w 20447"/>
                <a:gd name="connsiteY3" fmla="*/ 10214 h 20428"/>
                <a:gd name="connsiteX4" fmla="*/ 10224 w 20447"/>
                <a:gd name="connsiteY4" fmla="*/ 0 h 20428"/>
                <a:gd name="connsiteX5" fmla="*/ 10224 w 20447"/>
                <a:gd name="connsiteY5" fmla="*/ 12768 h 20428"/>
                <a:gd name="connsiteX6" fmla="*/ 7668 w 20447"/>
                <a:gd name="connsiteY6" fmla="*/ 10214 h 20428"/>
                <a:gd name="connsiteX7" fmla="*/ 10224 w 20447"/>
                <a:gd name="connsiteY7" fmla="*/ 7660 h 20428"/>
                <a:gd name="connsiteX8" fmla="*/ 12780 w 20447"/>
                <a:gd name="connsiteY8" fmla="*/ 10214 h 20428"/>
                <a:gd name="connsiteX9" fmla="*/ 10224 w 20447"/>
                <a:gd name="connsiteY9" fmla="*/ 12768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447" h="20428">
                  <a:moveTo>
                    <a:pt x="10224" y="0"/>
                  </a:moveTo>
                  <a:cubicBezTo>
                    <a:pt x="4473" y="0"/>
                    <a:pt x="0" y="4468"/>
                    <a:pt x="0" y="10214"/>
                  </a:cubicBezTo>
                  <a:cubicBezTo>
                    <a:pt x="0" y="15960"/>
                    <a:pt x="4473" y="20428"/>
                    <a:pt x="10224" y="20428"/>
                  </a:cubicBezTo>
                  <a:cubicBezTo>
                    <a:pt x="15975" y="20428"/>
                    <a:pt x="20448" y="15960"/>
                    <a:pt x="20448" y="10214"/>
                  </a:cubicBezTo>
                  <a:cubicBezTo>
                    <a:pt x="20448" y="5107"/>
                    <a:pt x="15975" y="0"/>
                    <a:pt x="10224" y="0"/>
                  </a:cubicBezTo>
                  <a:close/>
                  <a:moveTo>
                    <a:pt x="10224" y="12768"/>
                  </a:moveTo>
                  <a:cubicBezTo>
                    <a:pt x="8946" y="12768"/>
                    <a:pt x="7668" y="11491"/>
                    <a:pt x="7668" y="10214"/>
                  </a:cubicBezTo>
                  <a:cubicBezTo>
                    <a:pt x="7668" y="8937"/>
                    <a:pt x="8946" y="7660"/>
                    <a:pt x="10224" y="7660"/>
                  </a:cubicBezTo>
                  <a:cubicBezTo>
                    <a:pt x="11502" y="7660"/>
                    <a:pt x="12780" y="8937"/>
                    <a:pt x="12780" y="10214"/>
                  </a:cubicBezTo>
                  <a:cubicBezTo>
                    <a:pt x="12780" y="12129"/>
                    <a:pt x="11502" y="12768"/>
                    <a:pt x="10224" y="12768"/>
                  </a:cubicBezTo>
                  <a:close/>
                </a:path>
              </a:pathLst>
            </a:custGeom>
            <a:solidFill>
              <a:srgbClr val="012169"/>
            </a:solidFill>
            <a:ln w="6390" cap="flat">
              <a:noFill/>
              <a:prstDash val="solid"/>
              <a:miter/>
            </a:ln>
          </p:spPr>
          <p:txBody>
            <a:bodyPr rtlCol="0" anchor="ctr"/>
            <a:lstStyle/>
            <a:p>
              <a:endParaRPr lang="en-US"/>
            </a:p>
          </p:txBody>
        </p:sp>
        <p:sp>
          <p:nvSpPr>
            <p:cNvPr id="612" name="Graphic 4">
              <a:extLst>
                <a:ext uri="{FF2B5EF4-FFF2-40B4-BE49-F238E27FC236}">
                  <a16:creationId xmlns:a16="http://schemas.microsoft.com/office/drawing/2014/main" id="{2F2FB205-B228-DF45-9A81-26E6DFC96E04}"/>
                </a:ext>
              </a:extLst>
            </p:cNvPr>
            <p:cNvSpPr/>
            <p:nvPr/>
          </p:nvSpPr>
          <p:spPr>
            <a:xfrm>
              <a:off x="1739979" y="4596630"/>
              <a:ext cx="20447" cy="20428"/>
            </a:xfrm>
            <a:custGeom>
              <a:avLst/>
              <a:gdLst>
                <a:gd name="connsiteX0" fmla="*/ 10224 w 20447"/>
                <a:gd name="connsiteY0" fmla="*/ 0 h 20428"/>
                <a:gd name="connsiteX1" fmla="*/ 0 w 20447"/>
                <a:gd name="connsiteY1" fmla="*/ 10214 h 20428"/>
                <a:gd name="connsiteX2" fmla="*/ 10224 w 20447"/>
                <a:gd name="connsiteY2" fmla="*/ 20428 h 20428"/>
                <a:gd name="connsiteX3" fmla="*/ 20448 w 20447"/>
                <a:gd name="connsiteY3" fmla="*/ 10214 h 20428"/>
                <a:gd name="connsiteX4" fmla="*/ 10224 w 20447"/>
                <a:gd name="connsiteY4" fmla="*/ 0 h 20428"/>
                <a:gd name="connsiteX5" fmla="*/ 10224 w 20447"/>
                <a:gd name="connsiteY5" fmla="*/ 12768 h 20428"/>
                <a:gd name="connsiteX6" fmla="*/ 7668 w 20447"/>
                <a:gd name="connsiteY6" fmla="*/ 10214 h 20428"/>
                <a:gd name="connsiteX7" fmla="*/ 10224 w 20447"/>
                <a:gd name="connsiteY7" fmla="*/ 7660 h 20428"/>
                <a:gd name="connsiteX8" fmla="*/ 12780 w 20447"/>
                <a:gd name="connsiteY8" fmla="*/ 10214 h 20428"/>
                <a:gd name="connsiteX9" fmla="*/ 10224 w 20447"/>
                <a:gd name="connsiteY9" fmla="*/ 12768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447" h="20428">
                  <a:moveTo>
                    <a:pt x="10224" y="0"/>
                  </a:moveTo>
                  <a:cubicBezTo>
                    <a:pt x="4473" y="0"/>
                    <a:pt x="0" y="4468"/>
                    <a:pt x="0" y="10214"/>
                  </a:cubicBezTo>
                  <a:cubicBezTo>
                    <a:pt x="0" y="15960"/>
                    <a:pt x="4473" y="20428"/>
                    <a:pt x="10224" y="20428"/>
                  </a:cubicBezTo>
                  <a:cubicBezTo>
                    <a:pt x="15975" y="20428"/>
                    <a:pt x="20448" y="15960"/>
                    <a:pt x="20448" y="10214"/>
                  </a:cubicBezTo>
                  <a:cubicBezTo>
                    <a:pt x="20448" y="5107"/>
                    <a:pt x="15975" y="0"/>
                    <a:pt x="10224" y="0"/>
                  </a:cubicBezTo>
                  <a:close/>
                  <a:moveTo>
                    <a:pt x="10224" y="12768"/>
                  </a:moveTo>
                  <a:cubicBezTo>
                    <a:pt x="8946" y="12768"/>
                    <a:pt x="7668" y="11491"/>
                    <a:pt x="7668" y="10214"/>
                  </a:cubicBezTo>
                  <a:cubicBezTo>
                    <a:pt x="7668" y="8937"/>
                    <a:pt x="8946" y="7660"/>
                    <a:pt x="10224" y="7660"/>
                  </a:cubicBezTo>
                  <a:cubicBezTo>
                    <a:pt x="11502" y="7660"/>
                    <a:pt x="12780" y="8937"/>
                    <a:pt x="12780" y="10214"/>
                  </a:cubicBezTo>
                  <a:cubicBezTo>
                    <a:pt x="12780" y="12129"/>
                    <a:pt x="11502" y="12768"/>
                    <a:pt x="10224" y="12768"/>
                  </a:cubicBezTo>
                  <a:close/>
                </a:path>
              </a:pathLst>
            </a:custGeom>
            <a:solidFill>
              <a:srgbClr val="012169"/>
            </a:solidFill>
            <a:ln w="6390" cap="flat">
              <a:noFill/>
              <a:prstDash val="solid"/>
              <a:miter/>
            </a:ln>
          </p:spPr>
          <p:txBody>
            <a:bodyPr rtlCol="0" anchor="ctr"/>
            <a:lstStyle/>
            <a:p>
              <a:endParaRPr lang="en-US"/>
            </a:p>
          </p:txBody>
        </p:sp>
      </p:grpSp>
      <p:grpSp>
        <p:nvGrpSpPr>
          <p:cNvPr id="613" name="Graphic 4">
            <a:extLst>
              <a:ext uri="{FF2B5EF4-FFF2-40B4-BE49-F238E27FC236}">
                <a16:creationId xmlns:a16="http://schemas.microsoft.com/office/drawing/2014/main" id="{4C6A313F-C75C-A14D-B1EE-1B1A777EDB3E}"/>
              </a:ext>
            </a:extLst>
          </p:cNvPr>
          <p:cNvGrpSpPr/>
          <p:nvPr/>
        </p:nvGrpSpPr>
        <p:grpSpPr>
          <a:xfrm>
            <a:off x="1515054" y="2855717"/>
            <a:ext cx="361670" cy="361333"/>
            <a:chOff x="1515054" y="2855717"/>
            <a:chExt cx="361670" cy="361333"/>
          </a:xfrm>
          <a:solidFill>
            <a:srgbClr val="012169"/>
          </a:solidFill>
        </p:grpSpPr>
        <p:sp>
          <p:nvSpPr>
            <p:cNvPr id="614" name="Graphic 4">
              <a:extLst>
                <a:ext uri="{FF2B5EF4-FFF2-40B4-BE49-F238E27FC236}">
                  <a16:creationId xmlns:a16="http://schemas.microsoft.com/office/drawing/2014/main" id="{ACBD87EB-7262-214C-967D-53AAEAB13867}"/>
                </a:ext>
              </a:extLst>
            </p:cNvPr>
            <p:cNvSpPr/>
            <p:nvPr/>
          </p:nvSpPr>
          <p:spPr>
            <a:xfrm>
              <a:off x="1515054"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8565 h 361333"/>
                <a:gd name="connsiteX6" fmla="*/ 12780 w 361670"/>
                <a:gd name="connsiteY6" fmla="*/ 180667 h 361333"/>
                <a:gd name="connsiteX7" fmla="*/ 180835 w 361670"/>
                <a:gd name="connsiteY7" fmla="*/ 12768 h 361333"/>
                <a:gd name="connsiteX8" fmla="*/ 348891 w 361670"/>
                <a:gd name="connsiteY8" fmla="*/ 180667 h 361333"/>
                <a:gd name="connsiteX9" fmla="*/ 180835 w 361670"/>
                <a:gd name="connsiteY9" fmla="*/ 3485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0438"/>
                    <a:pt x="280518" y="0"/>
                    <a:pt x="180835" y="0"/>
                  </a:cubicBezTo>
                  <a:close/>
                  <a:moveTo>
                    <a:pt x="180835" y="348565"/>
                  </a:moveTo>
                  <a:cubicBezTo>
                    <a:pt x="88181" y="348565"/>
                    <a:pt x="12780" y="273234"/>
                    <a:pt x="12780" y="180667"/>
                  </a:cubicBezTo>
                  <a:cubicBezTo>
                    <a:pt x="12780" y="88099"/>
                    <a:pt x="88181" y="12768"/>
                    <a:pt x="180835" y="12768"/>
                  </a:cubicBezTo>
                  <a:cubicBezTo>
                    <a:pt x="273489" y="12768"/>
                    <a:pt x="348891" y="88099"/>
                    <a:pt x="348891" y="180667"/>
                  </a:cubicBezTo>
                  <a:cubicBezTo>
                    <a:pt x="348891" y="273234"/>
                    <a:pt x="273489" y="348565"/>
                    <a:pt x="180835" y="348565"/>
                  </a:cubicBezTo>
                  <a:close/>
                </a:path>
              </a:pathLst>
            </a:custGeom>
            <a:solidFill>
              <a:srgbClr val="012169"/>
            </a:solidFill>
            <a:ln w="6390" cap="flat">
              <a:noFill/>
              <a:prstDash val="solid"/>
              <a:miter/>
            </a:ln>
          </p:spPr>
          <p:txBody>
            <a:bodyPr rtlCol="0" anchor="ctr"/>
            <a:lstStyle/>
            <a:p>
              <a:endParaRPr lang="en-US"/>
            </a:p>
          </p:txBody>
        </p:sp>
        <p:sp>
          <p:nvSpPr>
            <p:cNvPr id="615" name="Graphic 4">
              <a:extLst>
                <a:ext uri="{FF2B5EF4-FFF2-40B4-BE49-F238E27FC236}">
                  <a16:creationId xmlns:a16="http://schemas.microsoft.com/office/drawing/2014/main" id="{BC147898-E833-2647-95EE-191C46CA711B}"/>
                </a:ext>
              </a:extLst>
            </p:cNvPr>
            <p:cNvSpPr/>
            <p:nvPr/>
          </p:nvSpPr>
          <p:spPr>
            <a:xfrm>
              <a:off x="1683340" y="2949087"/>
              <a:ext cx="42182" cy="124324"/>
            </a:xfrm>
            <a:custGeom>
              <a:avLst/>
              <a:gdLst>
                <a:gd name="connsiteX0" fmla="*/ 1047 w 42182"/>
                <a:gd name="connsiteY0" fmla="*/ 9413 h 124324"/>
                <a:gd name="connsiteX1" fmla="*/ 12549 w 42182"/>
                <a:gd name="connsiteY1" fmla="*/ 34310 h 124324"/>
                <a:gd name="connsiteX2" fmla="*/ 11910 w 42182"/>
                <a:gd name="connsiteY2" fmla="*/ 53462 h 124324"/>
                <a:gd name="connsiteX3" fmla="*/ 11271 w 42182"/>
                <a:gd name="connsiteY3" fmla="*/ 59208 h 124324"/>
                <a:gd name="connsiteX4" fmla="*/ 25968 w 42182"/>
                <a:gd name="connsiteY4" fmla="*/ 85382 h 124324"/>
                <a:gd name="connsiteX5" fmla="*/ 28523 w 42182"/>
                <a:gd name="connsiteY5" fmla="*/ 88574 h 124324"/>
                <a:gd name="connsiteX6" fmla="*/ 29163 w 42182"/>
                <a:gd name="connsiteY6" fmla="*/ 89212 h 124324"/>
                <a:gd name="connsiteX7" fmla="*/ 28523 w 42182"/>
                <a:gd name="connsiteY7" fmla="*/ 89851 h 124324"/>
                <a:gd name="connsiteX8" fmla="*/ 18939 w 42182"/>
                <a:gd name="connsiteY8" fmla="*/ 99427 h 124324"/>
                <a:gd name="connsiteX9" fmla="*/ 19578 w 42182"/>
                <a:gd name="connsiteY9" fmla="*/ 107088 h 124324"/>
                <a:gd name="connsiteX10" fmla="*/ 8715 w 42182"/>
                <a:gd name="connsiteY10" fmla="*/ 112833 h 124324"/>
                <a:gd name="connsiteX11" fmla="*/ 6159 w 42182"/>
                <a:gd name="connsiteY11" fmla="*/ 121132 h 124324"/>
                <a:gd name="connsiteX12" fmla="*/ 11910 w 42182"/>
                <a:gd name="connsiteY12" fmla="*/ 124324 h 124324"/>
                <a:gd name="connsiteX13" fmla="*/ 15105 w 42182"/>
                <a:gd name="connsiteY13" fmla="*/ 123686 h 124324"/>
                <a:gd name="connsiteX14" fmla="*/ 26607 w 42182"/>
                <a:gd name="connsiteY14" fmla="*/ 117940 h 124324"/>
                <a:gd name="connsiteX15" fmla="*/ 32997 w 42182"/>
                <a:gd name="connsiteY15" fmla="*/ 111556 h 124324"/>
                <a:gd name="connsiteX16" fmla="*/ 32358 w 42182"/>
                <a:gd name="connsiteY16" fmla="*/ 103896 h 124324"/>
                <a:gd name="connsiteX17" fmla="*/ 31718 w 42182"/>
                <a:gd name="connsiteY17" fmla="*/ 103257 h 124324"/>
                <a:gd name="connsiteX18" fmla="*/ 34913 w 42182"/>
                <a:gd name="connsiteY18" fmla="*/ 101342 h 124324"/>
                <a:gd name="connsiteX19" fmla="*/ 41942 w 42182"/>
                <a:gd name="connsiteY19" fmla="*/ 93043 h 124324"/>
                <a:gd name="connsiteX20" fmla="*/ 40026 w 42182"/>
                <a:gd name="connsiteY20" fmla="*/ 82190 h 124324"/>
                <a:gd name="connsiteX21" fmla="*/ 37469 w 42182"/>
                <a:gd name="connsiteY21" fmla="*/ 78360 h 124324"/>
                <a:gd name="connsiteX22" fmla="*/ 25329 w 42182"/>
                <a:gd name="connsiteY22" fmla="*/ 59208 h 124324"/>
                <a:gd name="connsiteX23" fmla="*/ 25968 w 42182"/>
                <a:gd name="connsiteY23" fmla="*/ 56654 h 124324"/>
                <a:gd name="connsiteX24" fmla="*/ 26607 w 42182"/>
                <a:gd name="connsiteY24" fmla="*/ 32395 h 124324"/>
                <a:gd name="connsiteX25" fmla="*/ 12549 w 42182"/>
                <a:gd name="connsiteY25" fmla="*/ 2390 h 124324"/>
                <a:gd name="connsiteX26" fmla="*/ 3603 w 42182"/>
                <a:gd name="connsiteY26" fmla="*/ 1114 h 124324"/>
                <a:gd name="connsiteX27" fmla="*/ 1047 w 42182"/>
                <a:gd name="connsiteY27" fmla="*/ 9413 h 124324"/>
                <a:gd name="connsiteX28" fmla="*/ 21495 w 42182"/>
                <a:gd name="connsiteY28" fmla="*/ 107088 h 124324"/>
                <a:gd name="connsiteX29" fmla="*/ 21495 w 42182"/>
                <a:gd name="connsiteY29" fmla="*/ 107088 h 124324"/>
                <a:gd name="connsiteX30" fmla="*/ 24689 w 42182"/>
                <a:gd name="connsiteY30" fmla="*/ 112195 h 124324"/>
                <a:gd name="connsiteX31" fmla="*/ 21495 w 42182"/>
                <a:gd name="connsiteY31" fmla="*/ 107088 h 124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2182" h="124324">
                  <a:moveTo>
                    <a:pt x="1047" y="9413"/>
                  </a:moveTo>
                  <a:cubicBezTo>
                    <a:pt x="9354" y="20266"/>
                    <a:pt x="11910" y="31757"/>
                    <a:pt x="12549" y="34310"/>
                  </a:cubicBezTo>
                  <a:cubicBezTo>
                    <a:pt x="14466" y="42609"/>
                    <a:pt x="13188" y="48993"/>
                    <a:pt x="11910" y="53462"/>
                  </a:cubicBezTo>
                  <a:cubicBezTo>
                    <a:pt x="11271" y="56016"/>
                    <a:pt x="11271" y="57931"/>
                    <a:pt x="11271" y="59208"/>
                  </a:cubicBezTo>
                  <a:cubicBezTo>
                    <a:pt x="11910" y="64315"/>
                    <a:pt x="16383" y="71976"/>
                    <a:pt x="25968" y="85382"/>
                  </a:cubicBezTo>
                  <a:cubicBezTo>
                    <a:pt x="27246" y="86659"/>
                    <a:pt x="27884" y="87936"/>
                    <a:pt x="28523" y="88574"/>
                  </a:cubicBezTo>
                  <a:cubicBezTo>
                    <a:pt x="28523" y="89212"/>
                    <a:pt x="29163" y="89212"/>
                    <a:pt x="29163" y="89212"/>
                  </a:cubicBezTo>
                  <a:cubicBezTo>
                    <a:pt x="29163" y="89212"/>
                    <a:pt x="28523" y="89212"/>
                    <a:pt x="28523" y="89851"/>
                  </a:cubicBezTo>
                  <a:cubicBezTo>
                    <a:pt x="23412" y="93043"/>
                    <a:pt x="20217" y="95596"/>
                    <a:pt x="18939" y="99427"/>
                  </a:cubicBezTo>
                  <a:cubicBezTo>
                    <a:pt x="18300" y="101342"/>
                    <a:pt x="18300" y="103896"/>
                    <a:pt x="19578" y="107088"/>
                  </a:cubicBezTo>
                  <a:lnTo>
                    <a:pt x="8715" y="112833"/>
                  </a:lnTo>
                  <a:cubicBezTo>
                    <a:pt x="5520" y="114748"/>
                    <a:pt x="4242" y="118579"/>
                    <a:pt x="6159" y="121132"/>
                  </a:cubicBezTo>
                  <a:cubicBezTo>
                    <a:pt x="7437" y="123048"/>
                    <a:pt x="9354" y="124324"/>
                    <a:pt x="11910" y="124324"/>
                  </a:cubicBezTo>
                  <a:cubicBezTo>
                    <a:pt x="13188" y="124324"/>
                    <a:pt x="13827" y="124324"/>
                    <a:pt x="15105" y="123686"/>
                  </a:cubicBezTo>
                  <a:lnTo>
                    <a:pt x="26607" y="117940"/>
                  </a:lnTo>
                  <a:cubicBezTo>
                    <a:pt x="29802" y="116664"/>
                    <a:pt x="32358" y="114110"/>
                    <a:pt x="32997" y="111556"/>
                  </a:cubicBezTo>
                  <a:cubicBezTo>
                    <a:pt x="33636" y="109003"/>
                    <a:pt x="33636" y="106449"/>
                    <a:pt x="32358" y="103896"/>
                  </a:cubicBezTo>
                  <a:cubicBezTo>
                    <a:pt x="32358" y="103896"/>
                    <a:pt x="32358" y="103257"/>
                    <a:pt x="31718" y="103257"/>
                  </a:cubicBezTo>
                  <a:cubicBezTo>
                    <a:pt x="32358" y="102619"/>
                    <a:pt x="32997" y="101980"/>
                    <a:pt x="34913" y="101342"/>
                  </a:cubicBezTo>
                  <a:cubicBezTo>
                    <a:pt x="39386" y="98788"/>
                    <a:pt x="41303" y="94958"/>
                    <a:pt x="41942" y="93043"/>
                  </a:cubicBezTo>
                  <a:cubicBezTo>
                    <a:pt x="42581" y="89851"/>
                    <a:pt x="41942" y="86020"/>
                    <a:pt x="40026" y="82190"/>
                  </a:cubicBezTo>
                  <a:cubicBezTo>
                    <a:pt x="39386" y="81552"/>
                    <a:pt x="38747" y="80275"/>
                    <a:pt x="37469" y="78360"/>
                  </a:cubicBezTo>
                  <a:cubicBezTo>
                    <a:pt x="29802" y="67507"/>
                    <a:pt x="25329" y="61123"/>
                    <a:pt x="25329" y="59208"/>
                  </a:cubicBezTo>
                  <a:cubicBezTo>
                    <a:pt x="25329" y="58569"/>
                    <a:pt x="25329" y="57293"/>
                    <a:pt x="25968" y="56654"/>
                  </a:cubicBezTo>
                  <a:cubicBezTo>
                    <a:pt x="27246" y="51547"/>
                    <a:pt x="28523" y="43248"/>
                    <a:pt x="26607" y="32395"/>
                  </a:cubicBezTo>
                  <a:cubicBezTo>
                    <a:pt x="25329" y="27926"/>
                    <a:pt x="22134" y="15158"/>
                    <a:pt x="12549" y="2390"/>
                  </a:cubicBezTo>
                  <a:cubicBezTo>
                    <a:pt x="10632" y="-163"/>
                    <a:pt x="6159" y="-802"/>
                    <a:pt x="3603" y="1114"/>
                  </a:cubicBezTo>
                  <a:cubicBezTo>
                    <a:pt x="-231" y="3029"/>
                    <a:pt x="-870" y="6859"/>
                    <a:pt x="1047" y="9413"/>
                  </a:cubicBezTo>
                  <a:close/>
                  <a:moveTo>
                    <a:pt x="21495" y="107088"/>
                  </a:moveTo>
                  <a:cubicBezTo>
                    <a:pt x="21495" y="106449"/>
                    <a:pt x="21495" y="106449"/>
                    <a:pt x="21495" y="107088"/>
                  </a:cubicBezTo>
                  <a:lnTo>
                    <a:pt x="24689" y="112195"/>
                  </a:lnTo>
                  <a:lnTo>
                    <a:pt x="21495" y="107088"/>
                  </a:lnTo>
                  <a:close/>
                </a:path>
              </a:pathLst>
            </a:custGeom>
            <a:solidFill>
              <a:srgbClr val="012169"/>
            </a:solidFill>
            <a:ln w="6390" cap="flat">
              <a:noFill/>
              <a:prstDash val="solid"/>
              <a:miter/>
            </a:ln>
          </p:spPr>
          <p:txBody>
            <a:bodyPr rtlCol="0" anchor="ctr"/>
            <a:lstStyle/>
            <a:p>
              <a:endParaRPr lang="en-US"/>
            </a:p>
          </p:txBody>
        </p:sp>
        <p:sp>
          <p:nvSpPr>
            <p:cNvPr id="616" name="Graphic 4">
              <a:extLst>
                <a:ext uri="{FF2B5EF4-FFF2-40B4-BE49-F238E27FC236}">
                  <a16:creationId xmlns:a16="http://schemas.microsoft.com/office/drawing/2014/main" id="{F1A334EB-3784-F34A-A2FB-2CD086983BAF}"/>
                </a:ext>
              </a:extLst>
            </p:cNvPr>
            <p:cNvSpPr/>
            <p:nvPr/>
          </p:nvSpPr>
          <p:spPr>
            <a:xfrm>
              <a:off x="1594289" y="2922749"/>
              <a:ext cx="116935" cy="230461"/>
            </a:xfrm>
            <a:custGeom>
              <a:avLst/>
              <a:gdLst>
                <a:gd name="connsiteX0" fmla="*/ 113741 w 116935"/>
                <a:gd name="connsiteY0" fmla="*/ 165984 h 230461"/>
                <a:gd name="connsiteX1" fmla="*/ 104156 w 116935"/>
                <a:gd name="connsiteY1" fmla="*/ 159600 h 230461"/>
                <a:gd name="connsiteX2" fmla="*/ 95210 w 116935"/>
                <a:gd name="connsiteY2" fmla="*/ 161515 h 230461"/>
                <a:gd name="connsiteX3" fmla="*/ 97127 w 116935"/>
                <a:gd name="connsiteY3" fmla="*/ 170452 h 230461"/>
                <a:gd name="connsiteX4" fmla="*/ 100961 w 116935"/>
                <a:gd name="connsiteY4" fmla="*/ 173006 h 230461"/>
                <a:gd name="connsiteX5" fmla="*/ 94571 w 116935"/>
                <a:gd name="connsiteY5" fmla="*/ 179390 h 230461"/>
                <a:gd name="connsiteX6" fmla="*/ 93932 w 116935"/>
                <a:gd name="connsiteY6" fmla="*/ 181305 h 230461"/>
                <a:gd name="connsiteX7" fmla="*/ 88820 w 116935"/>
                <a:gd name="connsiteY7" fmla="*/ 185774 h 230461"/>
                <a:gd name="connsiteX8" fmla="*/ 44730 w 116935"/>
                <a:gd name="connsiteY8" fmla="*/ 158961 h 230461"/>
                <a:gd name="connsiteX9" fmla="*/ 41535 w 116935"/>
                <a:gd name="connsiteY9" fmla="*/ 136617 h 230461"/>
                <a:gd name="connsiteX10" fmla="*/ 37701 w 116935"/>
                <a:gd name="connsiteY10" fmla="*/ 130233 h 230461"/>
                <a:gd name="connsiteX11" fmla="*/ 35145 w 116935"/>
                <a:gd name="connsiteY11" fmla="*/ 129595 h 230461"/>
                <a:gd name="connsiteX12" fmla="*/ 17253 w 116935"/>
                <a:gd name="connsiteY12" fmla="*/ 116827 h 230461"/>
                <a:gd name="connsiteX13" fmla="*/ 17253 w 116935"/>
                <a:gd name="connsiteY13" fmla="*/ 97675 h 230461"/>
                <a:gd name="connsiteX14" fmla="*/ 20448 w 116935"/>
                <a:gd name="connsiteY14" fmla="*/ 94483 h 230461"/>
                <a:gd name="connsiteX15" fmla="*/ 29394 w 116935"/>
                <a:gd name="connsiteY15" fmla="*/ 95760 h 230461"/>
                <a:gd name="connsiteX16" fmla="*/ 32589 w 116935"/>
                <a:gd name="connsiteY16" fmla="*/ 98952 h 230461"/>
                <a:gd name="connsiteX17" fmla="*/ 42174 w 116935"/>
                <a:gd name="connsiteY17" fmla="*/ 104059 h 230461"/>
                <a:gd name="connsiteX18" fmla="*/ 48564 w 116935"/>
                <a:gd name="connsiteY18" fmla="*/ 104059 h 230461"/>
                <a:gd name="connsiteX19" fmla="*/ 51759 w 116935"/>
                <a:gd name="connsiteY19" fmla="*/ 98313 h 230461"/>
                <a:gd name="connsiteX20" fmla="*/ 51759 w 116935"/>
                <a:gd name="connsiteY20" fmla="*/ 81715 h 230461"/>
                <a:gd name="connsiteX21" fmla="*/ 68372 w 116935"/>
                <a:gd name="connsiteY21" fmla="*/ 51710 h 230461"/>
                <a:gd name="connsiteX22" fmla="*/ 95210 w 116935"/>
                <a:gd name="connsiteY22" fmla="*/ 6384 h 230461"/>
                <a:gd name="connsiteX23" fmla="*/ 88820 w 116935"/>
                <a:gd name="connsiteY23" fmla="*/ 0 h 230461"/>
                <a:gd name="connsiteX24" fmla="*/ 6390 w 116935"/>
                <a:gd name="connsiteY24" fmla="*/ 0 h 230461"/>
                <a:gd name="connsiteX25" fmla="*/ 0 w 116935"/>
                <a:gd name="connsiteY25" fmla="*/ 6384 h 230461"/>
                <a:gd name="connsiteX26" fmla="*/ 6390 w 116935"/>
                <a:gd name="connsiteY26" fmla="*/ 12768 h 230461"/>
                <a:gd name="connsiteX27" fmla="*/ 81791 w 116935"/>
                <a:gd name="connsiteY27" fmla="*/ 12768 h 230461"/>
                <a:gd name="connsiteX28" fmla="*/ 59426 w 116935"/>
                <a:gd name="connsiteY28" fmla="*/ 42773 h 230461"/>
                <a:gd name="connsiteX29" fmla="*/ 56231 w 116935"/>
                <a:gd name="connsiteY29" fmla="*/ 48518 h 230461"/>
                <a:gd name="connsiteX30" fmla="*/ 41535 w 116935"/>
                <a:gd name="connsiteY30" fmla="*/ 74054 h 230461"/>
                <a:gd name="connsiteX31" fmla="*/ 38979 w 116935"/>
                <a:gd name="connsiteY31" fmla="*/ 79161 h 230461"/>
                <a:gd name="connsiteX32" fmla="*/ 38979 w 116935"/>
                <a:gd name="connsiteY32" fmla="*/ 86822 h 230461"/>
                <a:gd name="connsiteX33" fmla="*/ 21087 w 116935"/>
                <a:gd name="connsiteY33" fmla="*/ 82353 h 230461"/>
                <a:gd name="connsiteX34" fmla="*/ 5112 w 116935"/>
                <a:gd name="connsiteY34" fmla="*/ 98313 h 230461"/>
                <a:gd name="connsiteX35" fmla="*/ 5112 w 116935"/>
                <a:gd name="connsiteY35" fmla="*/ 117465 h 230461"/>
                <a:gd name="connsiteX36" fmla="*/ 29394 w 116935"/>
                <a:gd name="connsiteY36" fmla="*/ 141086 h 230461"/>
                <a:gd name="connsiteX37" fmla="*/ 37062 w 116935"/>
                <a:gd name="connsiteY37" fmla="*/ 168537 h 230461"/>
                <a:gd name="connsiteX38" fmla="*/ 56870 w 116935"/>
                <a:gd name="connsiteY38" fmla="*/ 183220 h 230461"/>
                <a:gd name="connsiteX39" fmla="*/ 44730 w 116935"/>
                <a:gd name="connsiteY39" fmla="*/ 194073 h 230461"/>
                <a:gd name="connsiteX40" fmla="*/ 38979 w 116935"/>
                <a:gd name="connsiteY40" fmla="*/ 224078 h 230461"/>
                <a:gd name="connsiteX41" fmla="*/ 45369 w 116935"/>
                <a:gd name="connsiteY41" fmla="*/ 230462 h 230461"/>
                <a:gd name="connsiteX42" fmla="*/ 51759 w 116935"/>
                <a:gd name="connsiteY42" fmla="*/ 224078 h 230461"/>
                <a:gd name="connsiteX43" fmla="*/ 56231 w 116935"/>
                <a:gd name="connsiteY43" fmla="*/ 199180 h 230461"/>
                <a:gd name="connsiteX44" fmla="*/ 69650 w 116935"/>
                <a:gd name="connsiteY44" fmla="*/ 191519 h 230461"/>
                <a:gd name="connsiteX45" fmla="*/ 88820 w 116935"/>
                <a:gd name="connsiteY45" fmla="*/ 199180 h 230461"/>
                <a:gd name="connsiteX46" fmla="*/ 89459 w 116935"/>
                <a:gd name="connsiteY46" fmla="*/ 199180 h 230461"/>
                <a:gd name="connsiteX47" fmla="*/ 106073 w 116935"/>
                <a:gd name="connsiteY47" fmla="*/ 186412 h 230461"/>
                <a:gd name="connsiteX48" fmla="*/ 106073 w 116935"/>
                <a:gd name="connsiteY48" fmla="*/ 185774 h 230461"/>
                <a:gd name="connsiteX49" fmla="*/ 107990 w 116935"/>
                <a:gd name="connsiteY49" fmla="*/ 184497 h 230461"/>
                <a:gd name="connsiteX50" fmla="*/ 116936 w 116935"/>
                <a:gd name="connsiteY50" fmla="*/ 174283 h 230461"/>
                <a:gd name="connsiteX51" fmla="*/ 113741 w 116935"/>
                <a:gd name="connsiteY51" fmla="*/ 165984 h 230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6935" h="230461">
                  <a:moveTo>
                    <a:pt x="113741" y="165984"/>
                  </a:moveTo>
                  <a:lnTo>
                    <a:pt x="104156" y="159600"/>
                  </a:lnTo>
                  <a:cubicBezTo>
                    <a:pt x="100961" y="157684"/>
                    <a:pt x="97127" y="158323"/>
                    <a:pt x="95210" y="161515"/>
                  </a:cubicBezTo>
                  <a:cubicBezTo>
                    <a:pt x="93293" y="164707"/>
                    <a:pt x="93932" y="168537"/>
                    <a:pt x="97127" y="170452"/>
                  </a:cubicBezTo>
                  <a:lnTo>
                    <a:pt x="100961" y="173006"/>
                  </a:lnTo>
                  <a:cubicBezTo>
                    <a:pt x="99044" y="174283"/>
                    <a:pt x="95849" y="176198"/>
                    <a:pt x="94571" y="179390"/>
                  </a:cubicBezTo>
                  <a:cubicBezTo>
                    <a:pt x="94571" y="180028"/>
                    <a:pt x="93932" y="180667"/>
                    <a:pt x="93932" y="181305"/>
                  </a:cubicBezTo>
                  <a:cubicBezTo>
                    <a:pt x="92654" y="184497"/>
                    <a:pt x="92015" y="185774"/>
                    <a:pt x="88820" y="185774"/>
                  </a:cubicBezTo>
                  <a:cubicBezTo>
                    <a:pt x="82430" y="185135"/>
                    <a:pt x="51119" y="164068"/>
                    <a:pt x="44730" y="158961"/>
                  </a:cubicBezTo>
                  <a:cubicBezTo>
                    <a:pt x="43451" y="157046"/>
                    <a:pt x="40896" y="147470"/>
                    <a:pt x="41535" y="136617"/>
                  </a:cubicBezTo>
                  <a:cubicBezTo>
                    <a:pt x="41535" y="134064"/>
                    <a:pt x="40257" y="131510"/>
                    <a:pt x="37701" y="130233"/>
                  </a:cubicBezTo>
                  <a:lnTo>
                    <a:pt x="35145" y="129595"/>
                  </a:lnTo>
                  <a:cubicBezTo>
                    <a:pt x="30033" y="127680"/>
                    <a:pt x="17253" y="123211"/>
                    <a:pt x="17253" y="116827"/>
                  </a:cubicBezTo>
                  <a:lnTo>
                    <a:pt x="17253" y="97675"/>
                  </a:lnTo>
                  <a:cubicBezTo>
                    <a:pt x="17253" y="96398"/>
                    <a:pt x="19170" y="94483"/>
                    <a:pt x="20448" y="94483"/>
                  </a:cubicBezTo>
                  <a:cubicBezTo>
                    <a:pt x="25560" y="94483"/>
                    <a:pt x="28116" y="95121"/>
                    <a:pt x="29394" y="95760"/>
                  </a:cubicBezTo>
                  <a:cubicBezTo>
                    <a:pt x="30033" y="97036"/>
                    <a:pt x="31311" y="98313"/>
                    <a:pt x="32589" y="98952"/>
                  </a:cubicBezTo>
                  <a:lnTo>
                    <a:pt x="42174" y="104059"/>
                  </a:lnTo>
                  <a:cubicBezTo>
                    <a:pt x="44091" y="105336"/>
                    <a:pt x="46646" y="104697"/>
                    <a:pt x="48564" y="104059"/>
                  </a:cubicBezTo>
                  <a:cubicBezTo>
                    <a:pt x="50480" y="102782"/>
                    <a:pt x="51759" y="100867"/>
                    <a:pt x="51759" y="98313"/>
                  </a:cubicBezTo>
                  <a:lnTo>
                    <a:pt x="51759" y="81715"/>
                  </a:lnTo>
                  <a:cubicBezTo>
                    <a:pt x="56870" y="77246"/>
                    <a:pt x="67094" y="65755"/>
                    <a:pt x="68372" y="51710"/>
                  </a:cubicBezTo>
                  <a:cubicBezTo>
                    <a:pt x="93932" y="35112"/>
                    <a:pt x="95210" y="10853"/>
                    <a:pt x="95210" y="6384"/>
                  </a:cubicBezTo>
                  <a:cubicBezTo>
                    <a:pt x="95210" y="2554"/>
                    <a:pt x="92654" y="0"/>
                    <a:pt x="88820" y="0"/>
                  </a:cubicBezTo>
                  <a:lnTo>
                    <a:pt x="6390" y="0"/>
                  </a:lnTo>
                  <a:cubicBezTo>
                    <a:pt x="2556" y="0"/>
                    <a:pt x="0" y="2554"/>
                    <a:pt x="0" y="6384"/>
                  </a:cubicBezTo>
                  <a:cubicBezTo>
                    <a:pt x="0" y="10214"/>
                    <a:pt x="2556" y="12768"/>
                    <a:pt x="6390" y="12768"/>
                  </a:cubicBezTo>
                  <a:lnTo>
                    <a:pt x="81791" y="12768"/>
                  </a:lnTo>
                  <a:cubicBezTo>
                    <a:pt x="79874" y="20429"/>
                    <a:pt x="74762" y="33197"/>
                    <a:pt x="59426" y="42773"/>
                  </a:cubicBezTo>
                  <a:cubicBezTo>
                    <a:pt x="57509" y="44049"/>
                    <a:pt x="56231" y="45965"/>
                    <a:pt x="56231" y="48518"/>
                  </a:cubicBezTo>
                  <a:cubicBezTo>
                    <a:pt x="56231" y="61925"/>
                    <a:pt x="41535" y="74054"/>
                    <a:pt x="41535" y="74054"/>
                  </a:cubicBezTo>
                  <a:cubicBezTo>
                    <a:pt x="40257" y="75331"/>
                    <a:pt x="38979" y="77246"/>
                    <a:pt x="38979" y="79161"/>
                  </a:cubicBezTo>
                  <a:lnTo>
                    <a:pt x="38979" y="86822"/>
                  </a:lnTo>
                  <a:cubicBezTo>
                    <a:pt x="36423" y="84268"/>
                    <a:pt x="30672" y="82353"/>
                    <a:pt x="21087" y="82353"/>
                  </a:cubicBezTo>
                  <a:cubicBezTo>
                    <a:pt x="12780" y="82353"/>
                    <a:pt x="5112" y="90014"/>
                    <a:pt x="5112" y="98313"/>
                  </a:cubicBezTo>
                  <a:lnTo>
                    <a:pt x="5112" y="117465"/>
                  </a:lnTo>
                  <a:cubicBezTo>
                    <a:pt x="5112" y="131510"/>
                    <a:pt x="20448" y="137894"/>
                    <a:pt x="29394" y="141086"/>
                  </a:cubicBezTo>
                  <a:cubicBezTo>
                    <a:pt x="29394" y="150662"/>
                    <a:pt x="31950" y="164068"/>
                    <a:pt x="37062" y="168537"/>
                  </a:cubicBezTo>
                  <a:cubicBezTo>
                    <a:pt x="37062" y="168537"/>
                    <a:pt x="46646" y="175560"/>
                    <a:pt x="56870" y="183220"/>
                  </a:cubicBezTo>
                  <a:cubicBezTo>
                    <a:pt x="51759" y="185774"/>
                    <a:pt x="46646" y="189604"/>
                    <a:pt x="44730" y="194073"/>
                  </a:cubicBezTo>
                  <a:cubicBezTo>
                    <a:pt x="40896" y="202372"/>
                    <a:pt x="38979" y="213863"/>
                    <a:pt x="38979" y="224078"/>
                  </a:cubicBezTo>
                  <a:cubicBezTo>
                    <a:pt x="38979" y="227908"/>
                    <a:pt x="41535" y="230462"/>
                    <a:pt x="45369" y="230462"/>
                  </a:cubicBezTo>
                  <a:cubicBezTo>
                    <a:pt x="49203" y="230462"/>
                    <a:pt x="51759" y="227908"/>
                    <a:pt x="51759" y="224078"/>
                  </a:cubicBezTo>
                  <a:cubicBezTo>
                    <a:pt x="51759" y="215779"/>
                    <a:pt x="53675" y="206203"/>
                    <a:pt x="56231" y="199180"/>
                  </a:cubicBezTo>
                  <a:cubicBezTo>
                    <a:pt x="56870" y="197265"/>
                    <a:pt x="63260" y="194073"/>
                    <a:pt x="69650" y="191519"/>
                  </a:cubicBezTo>
                  <a:cubicBezTo>
                    <a:pt x="77318" y="195988"/>
                    <a:pt x="84347" y="199180"/>
                    <a:pt x="88820" y="199180"/>
                  </a:cubicBezTo>
                  <a:cubicBezTo>
                    <a:pt x="88820" y="199180"/>
                    <a:pt x="89459" y="199180"/>
                    <a:pt x="89459" y="199180"/>
                  </a:cubicBezTo>
                  <a:cubicBezTo>
                    <a:pt x="97127" y="199180"/>
                    <a:pt x="102878" y="194711"/>
                    <a:pt x="106073" y="186412"/>
                  </a:cubicBezTo>
                  <a:lnTo>
                    <a:pt x="106073" y="185774"/>
                  </a:lnTo>
                  <a:cubicBezTo>
                    <a:pt x="106073" y="185135"/>
                    <a:pt x="106712" y="185135"/>
                    <a:pt x="107990" y="184497"/>
                  </a:cubicBezTo>
                  <a:cubicBezTo>
                    <a:pt x="110546" y="183220"/>
                    <a:pt x="115019" y="180667"/>
                    <a:pt x="116936" y="174283"/>
                  </a:cubicBezTo>
                  <a:cubicBezTo>
                    <a:pt x="116936" y="170452"/>
                    <a:pt x="116297" y="167260"/>
                    <a:pt x="113741" y="165984"/>
                  </a:cubicBezTo>
                  <a:close/>
                </a:path>
              </a:pathLst>
            </a:custGeom>
            <a:solidFill>
              <a:srgbClr val="012169"/>
            </a:solidFill>
            <a:ln w="6390" cap="flat">
              <a:noFill/>
              <a:prstDash val="solid"/>
              <a:miter/>
            </a:ln>
          </p:spPr>
          <p:txBody>
            <a:bodyPr rtlCol="0" anchor="ctr"/>
            <a:lstStyle/>
            <a:p>
              <a:endParaRPr lang="en-US"/>
            </a:p>
          </p:txBody>
        </p:sp>
        <p:sp>
          <p:nvSpPr>
            <p:cNvPr id="617" name="Graphic 4">
              <a:extLst>
                <a:ext uri="{FF2B5EF4-FFF2-40B4-BE49-F238E27FC236}">
                  <a16:creationId xmlns:a16="http://schemas.microsoft.com/office/drawing/2014/main" id="{226861EF-9227-C141-9BB2-2FC9A5D65FDF}"/>
                </a:ext>
              </a:extLst>
            </p:cNvPr>
            <p:cNvSpPr/>
            <p:nvPr/>
          </p:nvSpPr>
          <p:spPr>
            <a:xfrm>
              <a:off x="1720050" y="3057353"/>
              <a:ext cx="41776" cy="19250"/>
            </a:xfrm>
            <a:custGeom>
              <a:avLst/>
              <a:gdLst>
                <a:gd name="connsiteX0" fmla="*/ 121 w 41776"/>
                <a:gd name="connsiteY0" fmla="*/ 5206 h 19250"/>
                <a:gd name="connsiteX1" fmla="*/ 5233 w 41776"/>
                <a:gd name="connsiteY1" fmla="*/ 12866 h 19250"/>
                <a:gd name="connsiteX2" fmla="*/ 33988 w 41776"/>
                <a:gd name="connsiteY2" fmla="*/ 19250 h 19250"/>
                <a:gd name="connsiteX3" fmla="*/ 35266 w 41776"/>
                <a:gd name="connsiteY3" fmla="*/ 19250 h 19250"/>
                <a:gd name="connsiteX4" fmla="*/ 41656 w 41776"/>
                <a:gd name="connsiteY4" fmla="*/ 14143 h 19250"/>
                <a:gd name="connsiteX5" fmla="*/ 36544 w 41776"/>
                <a:gd name="connsiteY5" fmla="*/ 6482 h 19250"/>
                <a:gd name="connsiteX6" fmla="*/ 7789 w 41776"/>
                <a:gd name="connsiteY6" fmla="*/ 98 h 19250"/>
                <a:gd name="connsiteX7" fmla="*/ 121 w 41776"/>
                <a:gd name="connsiteY7" fmla="*/ 5206 h 19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776" h="19250">
                  <a:moveTo>
                    <a:pt x="121" y="5206"/>
                  </a:moveTo>
                  <a:cubicBezTo>
                    <a:pt x="-518" y="8398"/>
                    <a:pt x="1399" y="12228"/>
                    <a:pt x="5233" y="12866"/>
                  </a:cubicBezTo>
                  <a:lnTo>
                    <a:pt x="33988" y="19250"/>
                  </a:lnTo>
                  <a:cubicBezTo>
                    <a:pt x="34627" y="19250"/>
                    <a:pt x="34627" y="19250"/>
                    <a:pt x="35266" y="19250"/>
                  </a:cubicBezTo>
                  <a:cubicBezTo>
                    <a:pt x="38461" y="19250"/>
                    <a:pt x="41017" y="17335"/>
                    <a:pt x="41656" y="14143"/>
                  </a:cubicBezTo>
                  <a:cubicBezTo>
                    <a:pt x="42295" y="10951"/>
                    <a:pt x="40378" y="7121"/>
                    <a:pt x="36544" y="6482"/>
                  </a:cubicBezTo>
                  <a:lnTo>
                    <a:pt x="7789" y="98"/>
                  </a:lnTo>
                  <a:cubicBezTo>
                    <a:pt x="3955" y="-540"/>
                    <a:pt x="760" y="2014"/>
                    <a:pt x="121" y="5206"/>
                  </a:cubicBezTo>
                  <a:close/>
                </a:path>
              </a:pathLst>
            </a:custGeom>
            <a:solidFill>
              <a:srgbClr val="012169"/>
            </a:solidFill>
            <a:ln w="6390" cap="flat">
              <a:noFill/>
              <a:prstDash val="solid"/>
              <a:miter/>
            </a:ln>
          </p:spPr>
          <p:txBody>
            <a:bodyPr rtlCol="0" anchor="ctr"/>
            <a:lstStyle/>
            <a:p>
              <a:endParaRPr lang="en-US"/>
            </a:p>
          </p:txBody>
        </p:sp>
        <p:sp>
          <p:nvSpPr>
            <p:cNvPr id="618" name="Graphic 4">
              <a:extLst>
                <a:ext uri="{FF2B5EF4-FFF2-40B4-BE49-F238E27FC236}">
                  <a16:creationId xmlns:a16="http://schemas.microsoft.com/office/drawing/2014/main" id="{C1236523-89A8-1247-B70D-FD36BA3F0BF5}"/>
                </a:ext>
              </a:extLst>
            </p:cNvPr>
            <p:cNvSpPr/>
            <p:nvPr/>
          </p:nvSpPr>
          <p:spPr>
            <a:xfrm>
              <a:off x="1708546" y="3075843"/>
              <a:ext cx="53281" cy="22466"/>
            </a:xfrm>
            <a:custGeom>
              <a:avLst/>
              <a:gdLst>
                <a:gd name="connsiteX0" fmla="*/ 46769 w 53281"/>
                <a:gd name="connsiteY0" fmla="*/ 22466 h 22466"/>
                <a:gd name="connsiteX1" fmla="*/ 53159 w 53281"/>
                <a:gd name="connsiteY1" fmla="*/ 17359 h 22466"/>
                <a:gd name="connsiteX2" fmla="*/ 48686 w 53281"/>
                <a:gd name="connsiteY2" fmla="*/ 9698 h 22466"/>
                <a:gd name="connsiteX3" fmla="*/ 7790 w 53281"/>
                <a:gd name="connsiteY3" fmla="*/ 122 h 22466"/>
                <a:gd name="connsiteX4" fmla="*/ 122 w 53281"/>
                <a:gd name="connsiteY4" fmla="*/ 4591 h 22466"/>
                <a:gd name="connsiteX5" fmla="*/ 4595 w 53281"/>
                <a:gd name="connsiteY5" fmla="*/ 12252 h 22466"/>
                <a:gd name="connsiteX6" fmla="*/ 45491 w 53281"/>
                <a:gd name="connsiteY6" fmla="*/ 21828 h 22466"/>
                <a:gd name="connsiteX7" fmla="*/ 46769 w 53281"/>
                <a:gd name="connsiteY7" fmla="*/ 22466 h 22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81" h="22466">
                  <a:moveTo>
                    <a:pt x="46769" y="22466"/>
                  </a:moveTo>
                  <a:cubicBezTo>
                    <a:pt x="49964" y="22466"/>
                    <a:pt x="52520" y="20551"/>
                    <a:pt x="53159" y="17359"/>
                  </a:cubicBezTo>
                  <a:cubicBezTo>
                    <a:pt x="53798" y="14167"/>
                    <a:pt x="51881" y="10337"/>
                    <a:pt x="48686" y="9698"/>
                  </a:cubicBezTo>
                  <a:lnTo>
                    <a:pt x="7790" y="122"/>
                  </a:lnTo>
                  <a:cubicBezTo>
                    <a:pt x="4595" y="-516"/>
                    <a:pt x="761" y="1399"/>
                    <a:pt x="122" y="4591"/>
                  </a:cubicBezTo>
                  <a:cubicBezTo>
                    <a:pt x="-517" y="7783"/>
                    <a:pt x="1401" y="11613"/>
                    <a:pt x="4595" y="12252"/>
                  </a:cubicBezTo>
                  <a:lnTo>
                    <a:pt x="45491" y="21828"/>
                  </a:lnTo>
                  <a:cubicBezTo>
                    <a:pt x="46130" y="22466"/>
                    <a:pt x="46130" y="22466"/>
                    <a:pt x="46769" y="22466"/>
                  </a:cubicBezTo>
                  <a:close/>
                </a:path>
              </a:pathLst>
            </a:custGeom>
            <a:solidFill>
              <a:srgbClr val="012169"/>
            </a:solidFill>
            <a:ln w="6390" cap="flat">
              <a:noFill/>
              <a:prstDash val="solid"/>
              <a:miter/>
            </a:ln>
          </p:spPr>
          <p:txBody>
            <a:bodyPr rtlCol="0" anchor="ctr"/>
            <a:lstStyle/>
            <a:p>
              <a:endParaRPr lang="en-US"/>
            </a:p>
          </p:txBody>
        </p:sp>
        <p:sp>
          <p:nvSpPr>
            <p:cNvPr id="619" name="Graphic 4">
              <a:extLst>
                <a:ext uri="{FF2B5EF4-FFF2-40B4-BE49-F238E27FC236}">
                  <a16:creationId xmlns:a16="http://schemas.microsoft.com/office/drawing/2014/main" id="{C81EAEDA-7C21-2741-A405-A02D79EEFF1F}"/>
                </a:ext>
              </a:extLst>
            </p:cNvPr>
            <p:cNvSpPr/>
            <p:nvPr/>
          </p:nvSpPr>
          <p:spPr>
            <a:xfrm>
              <a:off x="1732651" y="3022978"/>
              <a:ext cx="77617" cy="120018"/>
            </a:xfrm>
            <a:custGeom>
              <a:avLst/>
              <a:gdLst>
                <a:gd name="connsiteX0" fmla="*/ 64199 w 77617"/>
                <a:gd name="connsiteY0" fmla="*/ 38942 h 120018"/>
                <a:gd name="connsiteX1" fmla="*/ 68032 w 77617"/>
                <a:gd name="connsiteY1" fmla="*/ 25536 h 120018"/>
                <a:gd name="connsiteX2" fmla="*/ 42473 w 77617"/>
                <a:gd name="connsiteY2" fmla="*/ 0 h 120018"/>
                <a:gd name="connsiteX3" fmla="*/ 19469 w 77617"/>
                <a:gd name="connsiteY3" fmla="*/ 14045 h 120018"/>
                <a:gd name="connsiteX4" fmla="*/ 22025 w 77617"/>
                <a:gd name="connsiteY4" fmla="*/ 22982 h 120018"/>
                <a:gd name="connsiteX5" fmla="*/ 30971 w 77617"/>
                <a:gd name="connsiteY5" fmla="*/ 20429 h 120018"/>
                <a:gd name="connsiteX6" fmla="*/ 42473 w 77617"/>
                <a:gd name="connsiteY6" fmla="*/ 13406 h 120018"/>
                <a:gd name="connsiteX7" fmla="*/ 55253 w 77617"/>
                <a:gd name="connsiteY7" fmla="*/ 26174 h 120018"/>
                <a:gd name="connsiteX8" fmla="*/ 52058 w 77617"/>
                <a:gd name="connsiteY8" fmla="*/ 35112 h 120018"/>
                <a:gd name="connsiteX9" fmla="*/ 49502 w 77617"/>
                <a:gd name="connsiteY9" fmla="*/ 34473 h 120018"/>
                <a:gd name="connsiteX10" fmla="*/ 42473 w 77617"/>
                <a:gd name="connsiteY10" fmla="*/ 40219 h 120018"/>
                <a:gd name="connsiteX11" fmla="*/ 48224 w 77617"/>
                <a:gd name="connsiteY11" fmla="*/ 47241 h 120018"/>
                <a:gd name="connsiteX12" fmla="*/ 64837 w 77617"/>
                <a:gd name="connsiteY12" fmla="*/ 65117 h 120018"/>
                <a:gd name="connsiteX13" fmla="*/ 46946 w 77617"/>
                <a:gd name="connsiteY13" fmla="*/ 82992 h 120018"/>
                <a:gd name="connsiteX14" fmla="*/ 38000 w 77617"/>
                <a:gd name="connsiteY14" fmla="*/ 80438 h 120018"/>
                <a:gd name="connsiteX15" fmla="*/ 29054 w 77617"/>
                <a:gd name="connsiteY15" fmla="*/ 82992 h 120018"/>
                <a:gd name="connsiteX16" fmla="*/ 31610 w 77617"/>
                <a:gd name="connsiteY16" fmla="*/ 91929 h 120018"/>
                <a:gd name="connsiteX17" fmla="*/ 35444 w 77617"/>
                <a:gd name="connsiteY17" fmla="*/ 93845 h 120018"/>
                <a:gd name="connsiteX18" fmla="*/ 35444 w 77617"/>
                <a:gd name="connsiteY18" fmla="*/ 94483 h 120018"/>
                <a:gd name="connsiteX19" fmla="*/ 22664 w 77617"/>
                <a:gd name="connsiteY19" fmla="*/ 107251 h 120018"/>
                <a:gd name="connsiteX20" fmla="*/ 11801 w 77617"/>
                <a:gd name="connsiteY20" fmla="*/ 101505 h 120018"/>
                <a:gd name="connsiteX21" fmla="*/ 2855 w 77617"/>
                <a:gd name="connsiteY21" fmla="*/ 100229 h 120018"/>
                <a:gd name="connsiteX22" fmla="*/ 1577 w 77617"/>
                <a:gd name="connsiteY22" fmla="*/ 109166 h 120018"/>
                <a:gd name="connsiteX23" fmla="*/ 22664 w 77617"/>
                <a:gd name="connsiteY23" fmla="*/ 120019 h 120018"/>
                <a:gd name="connsiteX24" fmla="*/ 48224 w 77617"/>
                <a:gd name="connsiteY24" fmla="*/ 95760 h 120018"/>
                <a:gd name="connsiteX25" fmla="*/ 77617 w 77617"/>
                <a:gd name="connsiteY25" fmla="*/ 65117 h 120018"/>
                <a:gd name="connsiteX26" fmla="*/ 64199 w 77617"/>
                <a:gd name="connsiteY26" fmla="*/ 38942 h 12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7617" h="120018">
                  <a:moveTo>
                    <a:pt x="64199" y="38942"/>
                  </a:moveTo>
                  <a:cubicBezTo>
                    <a:pt x="66755" y="35112"/>
                    <a:pt x="68032" y="30643"/>
                    <a:pt x="68032" y="25536"/>
                  </a:cubicBezTo>
                  <a:cubicBezTo>
                    <a:pt x="68032" y="11491"/>
                    <a:pt x="56531" y="0"/>
                    <a:pt x="42473" y="0"/>
                  </a:cubicBezTo>
                  <a:cubicBezTo>
                    <a:pt x="32888" y="0"/>
                    <a:pt x="23942" y="5107"/>
                    <a:pt x="19469" y="14045"/>
                  </a:cubicBezTo>
                  <a:cubicBezTo>
                    <a:pt x="17552" y="17237"/>
                    <a:pt x="18830" y="21067"/>
                    <a:pt x="22025" y="22982"/>
                  </a:cubicBezTo>
                  <a:cubicBezTo>
                    <a:pt x="25220" y="24897"/>
                    <a:pt x="29054" y="23621"/>
                    <a:pt x="30971" y="20429"/>
                  </a:cubicBezTo>
                  <a:cubicBezTo>
                    <a:pt x="33527" y="15960"/>
                    <a:pt x="37361" y="13406"/>
                    <a:pt x="42473" y="13406"/>
                  </a:cubicBezTo>
                  <a:cubicBezTo>
                    <a:pt x="49502" y="13406"/>
                    <a:pt x="55253" y="19152"/>
                    <a:pt x="55253" y="26174"/>
                  </a:cubicBezTo>
                  <a:cubicBezTo>
                    <a:pt x="55253" y="29366"/>
                    <a:pt x="53975" y="32558"/>
                    <a:pt x="52058" y="35112"/>
                  </a:cubicBezTo>
                  <a:cubicBezTo>
                    <a:pt x="51419" y="35112"/>
                    <a:pt x="50141" y="34473"/>
                    <a:pt x="49502" y="34473"/>
                  </a:cubicBezTo>
                  <a:cubicBezTo>
                    <a:pt x="45668" y="34473"/>
                    <a:pt x="43112" y="37027"/>
                    <a:pt x="42473" y="40219"/>
                  </a:cubicBezTo>
                  <a:cubicBezTo>
                    <a:pt x="42473" y="44049"/>
                    <a:pt x="45029" y="46603"/>
                    <a:pt x="48224" y="47241"/>
                  </a:cubicBezTo>
                  <a:cubicBezTo>
                    <a:pt x="57809" y="47880"/>
                    <a:pt x="64837" y="55541"/>
                    <a:pt x="64837" y="65117"/>
                  </a:cubicBezTo>
                  <a:cubicBezTo>
                    <a:pt x="64837" y="74693"/>
                    <a:pt x="57170" y="82992"/>
                    <a:pt x="46946" y="82992"/>
                  </a:cubicBezTo>
                  <a:cubicBezTo>
                    <a:pt x="43751" y="82992"/>
                    <a:pt x="40556" y="82353"/>
                    <a:pt x="38000" y="80438"/>
                  </a:cubicBezTo>
                  <a:cubicBezTo>
                    <a:pt x="34805" y="78523"/>
                    <a:pt x="30971" y="79800"/>
                    <a:pt x="29054" y="82992"/>
                  </a:cubicBezTo>
                  <a:cubicBezTo>
                    <a:pt x="27137" y="86184"/>
                    <a:pt x="28415" y="90014"/>
                    <a:pt x="31610" y="91929"/>
                  </a:cubicBezTo>
                  <a:cubicBezTo>
                    <a:pt x="32888" y="92568"/>
                    <a:pt x="34166" y="93206"/>
                    <a:pt x="35444" y="93845"/>
                  </a:cubicBezTo>
                  <a:cubicBezTo>
                    <a:pt x="35444" y="93845"/>
                    <a:pt x="35444" y="94483"/>
                    <a:pt x="35444" y="94483"/>
                  </a:cubicBezTo>
                  <a:cubicBezTo>
                    <a:pt x="35444" y="101505"/>
                    <a:pt x="29693" y="107251"/>
                    <a:pt x="22664" y="107251"/>
                  </a:cubicBezTo>
                  <a:cubicBezTo>
                    <a:pt x="18191" y="107251"/>
                    <a:pt x="14357" y="105336"/>
                    <a:pt x="11801" y="101505"/>
                  </a:cubicBezTo>
                  <a:cubicBezTo>
                    <a:pt x="9884" y="98313"/>
                    <a:pt x="6050" y="97675"/>
                    <a:pt x="2855" y="100229"/>
                  </a:cubicBezTo>
                  <a:cubicBezTo>
                    <a:pt x="-340" y="102144"/>
                    <a:pt x="-979" y="105974"/>
                    <a:pt x="1577" y="109166"/>
                  </a:cubicBezTo>
                  <a:cubicBezTo>
                    <a:pt x="6689" y="116189"/>
                    <a:pt x="14357" y="120019"/>
                    <a:pt x="22664" y="120019"/>
                  </a:cubicBezTo>
                  <a:cubicBezTo>
                    <a:pt x="36083" y="120019"/>
                    <a:pt x="47585" y="109166"/>
                    <a:pt x="48224" y="95760"/>
                  </a:cubicBezTo>
                  <a:cubicBezTo>
                    <a:pt x="64199" y="95121"/>
                    <a:pt x="77617" y="81715"/>
                    <a:pt x="77617" y="65117"/>
                  </a:cubicBezTo>
                  <a:cubicBezTo>
                    <a:pt x="77617" y="53625"/>
                    <a:pt x="71866" y="44688"/>
                    <a:pt x="64199" y="38942"/>
                  </a:cubicBezTo>
                  <a:close/>
                </a:path>
              </a:pathLst>
            </a:custGeom>
            <a:solidFill>
              <a:srgbClr val="012169"/>
            </a:solidFill>
            <a:ln w="6390" cap="flat">
              <a:noFill/>
              <a:prstDash val="solid"/>
              <a:miter/>
            </a:ln>
          </p:spPr>
          <p:txBody>
            <a:bodyPr rtlCol="0" anchor="ctr"/>
            <a:lstStyle/>
            <a:p>
              <a:endParaRPr lang="en-US"/>
            </a:p>
          </p:txBody>
        </p:sp>
      </p:grpSp>
      <p:grpSp>
        <p:nvGrpSpPr>
          <p:cNvPr id="620" name="Graphic 4">
            <a:extLst>
              <a:ext uri="{FF2B5EF4-FFF2-40B4-BE49-F238E27FC236}">
                <a16:creationId xmlns:a16="http://schemas.microsoft.com/office/drawing/2014/main" id="{81058209-5D2D-4B46-B50B-C37B9F5B322A}"/>
              </a:ext>
            </a:extLst>
          </p:cNvPr>
          <p:cNvGrpSpPr/>
          <p:nvPr/>
        </p:nvGrpSpPr>
        <p:grpSpPr>
          <a:xfrm>
            <a:off x="2998797" y="3339623"/>
            <a:ext cx="361670" cy="361333"/>
            <a:chOff x="2998797" y="3339623"/>
            <a:chExt cx="361670" cy="361333"/>
          </a:xfrm>
          <a:solidFill>
            <a:srgbClr val="012169"/>
          </a:solidFill>
        </p:grpSpPr>
        <p:sp>
          <p:nvSpPr>
            <p:cNvPr id="621" name="Graphic 4">
              <a:extLst>
                <a:ext uri="{FF2B5EF4-FFF2-40B4-BE49-F238E27FC236}">
                  <a16:creationId xmlns:a16="http://schemas.microsoft.com/office/drawing/2014/main" id="{8E6AD0A0-0E79-1F4A-859C-55AFF8CEE148}"/>
                </a:ext>
              </a:extLst>
            </p:cNvPr>
            <p:cNvSpPr/>
            <p:nvPr/>
          </p:nvSpPr>
          <p:spPr>
            <a:xfrm>
              <a:off x="3106787" y="3462834"/>
              <a:ext cx="146329" cy="116826"/>
            </a:xfrm>
            <a:custGeom>
              <a:avLst/>
              <a:gdLst>
                <a:gd name="connsiteX0" fmla="*/ 0 w 146329"/>
                <a:gd name="connsiteY0" fmla="*/ 19152 h 116826"/>
                <a:gd name="connsiteX1" fmla="*/ 0 w 146329"/>
                <a:gd name="connsiteY1" fmla="*/ 99590 h 116826"/>
                <a:gd name="connsiteX2" fmla="*/ 73484 w 146329"/>
                <a:gd name="connsiteY2" fmla="*/ 116827 h 116826"/>
                <a:gd name="connsiteX3" fmla="*/ 146330 w 146329"/>
                <a:gd name="connsiteY3" fmla="*/ 99590 h 116826"/>
                <a:gd name="connsiteX4" fmla="*/ 146330 w 146329"/>
                <a:gd name="connsiteY4" fmla="*/ 19791 h 116826"/>
                <a:gd name="connsiteX5" fmla="*/ 72206 w 146329"/>
                <a:gd name="connsiteY5" fmla="*/ 0 h 116826"/>
                <a:gd name="connsiteX6" fmla="*/ 0 w 146329"/>
                <a:gd name="connsiteY6" fmla="*/ 19152 h 116826"/>
                <a:gd name="connsiteX7" fmla="*/ 125882 w 146329"/>
                <a:gd name="connsiteY7" fmla="*/ 88099 h 116826"/>
                <a:gd name="connsiteX8" fmla="*/ 74123 w 146329"/>
                <a:gd name="connsiteY8" fmla="*/ 97037 h 116826"/>
                <a:gd name="connsiteX9" fmla="*/ 72845 w 146329"/>
                <a:gd name="connsiteY9" fmla="*/ 97037 h 116826"/>
                <a:gd name="connsiteX10" fmla="*/ 71567 w 146329"/>
                <a:gd name="connsiteY10" fmla="*/ 97037 h 116826"/>
                <a:gd name="connsiteX11" fmla="*/ 19809 w 146329"/>
                <a:gd name="connsiteY11" fmla="*/ 88099 h 116826"/>
                <a:gd name="connsiteX12" fmla="*/ 14697 w 146329"/>
                <a:gd name="connsiteY12" fmla="*/ 80438 h 116826"/>
                <a:gd name="connsiteX13" fmla="*/ 22365 w 146329"/>
                <a:gd name="connsiteY13" fmla="*/ 75331 h 116826"/>
                <a:gd name="connsiteX14" fmla="*/ 72845 w 146329"/>
                <a:gd name="connsiteY14" fmla="*/ 83630 h 116826"/>
                <a:gd name="connsiteX15" fmla="*/ 123965 w 146329"/>
                <a:gd name="connsiteY15" fmla="*/ 74693 h 116826"/>
                <a:gd name="connsiteX16" fmla="*/ 131633 w 146329"/>
                <a:gd name="connsiteY16" fmla="*/ 79800 h 116826"/>
                <a:gd name="connsiteX17" fmla="*/ 125882 w 146329"/>
                <a:gd name="connsiteY17" fmla="*/ 88099 h 116826"/>
                <a:gd name="connsiteX18" fmla="*/ 124604 w 146329"/>
                <a:gd name="connsiteY18" fmla="*/ 64478 h 116826"/>
                <a:gd name="connsiteX19" fmla="*/ 19809 w 146329"/>
                <a:gd name="connsiteY19" fmla="*/ 64478 h 116826"/>
                <a:gd name="connsiteX20" fmla="*/ 13419 w 146329"/>
                <a:gd name="connsiteY20" fmla="*/ 58094 h 116826"/>
                <a:gd name="connsiteX21" fmla="*/ 19809 w 146329"/>
                <a:gd name="connsiteY21" fmla="*/ 51710 h 116826"/>
                <a:gd name="connsiteX22" fmla="*/ 124604 w 146329"/>
                <a:gd name="connsiteY22" fmla="*/ 51710 h 116826"/>
                <a:gd name="connsiteX23" fmla="*/ 130994 w 146329"/>
                <a:gd name="connsiteY23" fmla="*/ 58094 h 116826"/>
                <a:gd name="connsiteX24" fmla="*/ 124604 w 146329"/>
                <a:gd name="connsiteY24" fmla="*/ 64478 h 116826"/>
                <a:gd name="connsiteX25" fmla="*/ 125882 w 146329"/>
                <a:gd name="connsiteY25" fmla="*/ 27451 h 116826"/>
                <a:gd name="connsiteX26" fmla="*/ 130994 w 146329"/>
                <a:gd name="connsiteY26" fmla="*/ 35112 h 116826"/>
                <a:gd name="connsiteX27" fmla="*/ 124604 w 146329"/>
                <a:gd name="connsiteY27" fmla="*/ 40219 h 116826"/>
                <a:gd name="connsiteX28" fmla="*/ 123326 w 146329"/>
                <a:gd name="connsiteY28" fmla="*/ 40219 h 116826"/>
                <a:gd name="connsiteX29" fmla="*/ 72206 w 146329"/>
                <a:gd name="connsiteY29" fmla="*/ 31282 h 116826"/>
                <a:gd name="connsiteX30" fmla="*/ 21726 w 146329"/>
                <a:gd name="connsiteY30" fmla="*/ 39581 h 116826"/>
                <a:gd name="connsiteX31" fmla="*/ 14058 w 146329"/>
                <a:gd name="connsiteY31" fmla="*/ 34474 h 116826"/>
                <a:gd name="connsiteX32" fmla="*/ 19170 w 146329"/>
                <a:gd name="connsiteY32" fmla="*/ 26813 h 116826"/>
                <a:gd name="connsiteX33" fmla="*/ 70928 w 146329"/>
                <a:gd name="connsiteY33" fmla="*/ 17875 h 116826"/>
                <a:gd name="connsiteX34" fmla="*/ 72845 w 146329"/>
                <a:gd name="connsiteY34" fmla="*/ 17875 h 116826"/>
                <a:gd name="connsiteX35" fmla="*/ 125882 w 146329"/>
                <a:gd name="connsiteY35" fmla="*/ 27451 h 116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6329" h="116826">
                  <a:moveTo>
                    <a:pt x="0" y="19152"/>
                  </a:moveTo>
                  <a:lnTo>
                    <a:pt x="0" y="99590"/>
                  </a:lnTo>
                  <a:cubicBezTo>
                    <a:pt x="19809" y="105336"/>
                    <a:pt x="60704" y="116827"/>
                    <a:pt x="73484" y="116827"/>
                  </a:cubicBezTo>
                  <a:cubicBezTo>
                    <a:pt x="86264" y="116827"/>
                    <a:pt x="126521" y="105336"/>
                    <a:pt x="146330" y="99590"/>
                  </a:cubicBezTo>
                  <a:lnTo>
                    <a:pt x="146330" y="19791"/>
                  </a:lnTo>
                  <a:cubicBezTo>
                    <a:pt x="127160" y="13407"/>
                    <a:pt x="85625" y="0"/>
                    <a:pt x="72206" y="0"/>
                  </a:cubicBezTo>
                  <a:cubicBezTo>
                    <a:pt x="58787" y="0"/>
                    <a:pt x="19170" y="12130"/>
                    <a:pt x="0" y="19152"/>
                  </a:cubicBezTo>
                  <a:close/>
                  <a:moveTo>
                    <a:pt x="125882" y="88099"/>
                  </a:moveTo>
                  <a:lnTo>
                    <a:pt x="74123" y="97037"/>
                  </a:lnTo>
                  <a:cubicBezTo>
                    <a:pt x="73484" y="97037"/>
                    <a:pt x="73484" y="97037"/>
                    <a:pt x="72845" y="97037"/>
                  </a:cubicBezTo>
                  <a:cubicBezTo>
                    <a:pt x="72206" y="97037"/>
                    <a:pt x="72206" y="97037"/>
                    <a:pt x="71567" y="97037"/>
                  </a:cubicBezTo>
                  <a:lnTo>
                    <a:pt x="19809" y="88099"/>
                  </a:lnTo>
                  <a:cubicBezTo>
                    <a:pt x="16614" y="87461"/>
                    <a:pt x="14058" y="84269"/>
                    <a:pt x="14697" y="80438"/>
                  </a:cubicBezTo>
                  <a:cubicBezTo>
                    <a:pt x="15336" y="76608"/>
                    <a:pt x="18531" y="74693"/>
                    <a:pt x="22365" y="75331"/>
                  </a:cubicBezTo>
                  <a:lnTo>
                    <a:pt x="72845" y="83630"/>
                  </a:lnTo>
                  <a:lnTo>
                    <a:pt x="123965" y="74693"/>
                  </a:lnTo>
                  <a:cubicBezTo>
                    <a:pt x="127160" y="74054"/>
                    <a:pt x="130994" y="76608"/>
                    <a:pt x="131633" y="79800"/>
                  </a:cubicBezTo>
                  <a:cubicBezTo>
                    <a:pt x="131633" y="84269"/>
                    <a:pt x="129077" y="87461"/>
                    <a:pt x="125882" y="88099"/>
                  </a:cubicBezTo>
                  <a:close/>
                  <a:moveTo>
                    <a:pt x="124604" y="64478"/>
                  </a:moveTo>
                  <a:lnTo>
                    <a:pt x="19809" y="64478"/>
                  </a:lnTo>
                  <a:cubicBezTo>
                    <a:pt x="15975" y="64478"/>
                    <a:pt x="13419" y="61925"/>
                    <a:pt x="13419" y="58094"/>
                  </a:cubicBezTo>
                  <a:cubicBezTo>
                    <a:pt x="13419" y="54264"/>
                    <a:pt x="15975" y="51710"/>
                    <a:pt x="19809" y="51710"/>
                  </a:cubicBezTo>
                  <a:lnTo>
                    <a:pt x="124604" y="51710"/>
                  </a:lnTo>
                  <a:cubicBezTo>
                    <a:pt x="128438" y="51710"/>
                    <a:pt x="130994" y="54264"/>
                    <a:pt x="130994" y="58094"/>
                  </a:cubicBezTo>
                  <a:cubicBezTo>
                    <a:pt x="130994" y="61925"/>
                    <a:pt x="128438" y="64478"/>
                    <a:pt x="124604" y="64478"/>
                  </a:cubicBezTo>
                  <a:close/>
                  <a:moveTo>
                    <a:pt x="125882" y="27451"/>
                  </a:moveTo>
                  <a:cubicBezTo>
                    <a:pt x="129077" y="28090"/>
                    <a:pt x="131633" y="31282"/>
                    <a:pt x="130994" y="35112"/>
                  </a:cubicBezTo>
                  <a:cubicBezTo>
                    <a:pt x="130355" y="38304"/>
                    <a:pt x="127799" y="40219"/>
                    <a:pt x="124604" y="40219"/>
                  </a:cubicBezTo>
                  <a:cubicBezTo>
                    <a:pt x="123965" y="40219"/>
                    <a:pt x="123965" y="40219"/>
                    <a:pt x="123326" y="40219"/>
                  </a:cubicBezTo>
                  <a:lnTo>
                    <a:pt x="72206" y="31282"/>
                  </a:lnTo>
                  <a:lnTo>
                    <a:pt x="21726" y="39581"/>
                  </a:lnTo>
                  <a:cubicBezTo>
                    <a:pt x="18531" y="40219"/>
                    <a:pt x="14697" y="37666"/>
                    <a:pt x="14058" y="34474"/>
                  </a:cubicBezTo>
                  <a:cubicBezTo>
                    <a:pt x="13419" y="31282"/>
                    <a:pt x="15975" y="27451"/>
                    <a:pt x="19170" y="26813"/>
                  </a:cubicBezTo>
                  <a:lnTo>
                    <a:pt x="70928" y="17875"/>
                  </a:lnTo>
                  <a:cubicBezTo>
                    <a:pt x="71567" y="17875"/>
                    <a:pt x="72206" y="17875"/>
                    <a:pt x="72845" y="17875"/>
                  </a:cubicBezTo>
                  <a:lnTo>
                    <a:pt x="125882" y="27451"/>
                  </a:lnTo>
                  <a:close/>
                </a:path>
              </a:pathLst>
            </a:custGeom>
            <a:solidFill>
              <a:srgbClr val="012169"/>
            </a:solidFill>
            <a:ln w="6390" cap="flat">
              <a:noFill/>
              <a:prstDash val="solid"/>
              <a:miter/>
            </a:ln>
          </p:spPr>
          <p:txBody>
            <a:bodyPr rtlCol="0" anchor="ctr"/>
            <a:lstStyle/>
            <a:p>
              <a:endParaRPr lang="en-US"/>
            </a:p>
          </p:txBody>
        </p:sp>
        <p:sp>
          <p:nvSpPr>
            <p:cNvPr id="622" name="Graphic 4">
              <a:extLst>
                <a:ext uri="{FF2B5EF4-FFF2-40B4-BE49-F238E27FC236}">
                  <a16:creationId xmlns:a16="http://schemas.microsoft.com/office/drawing/2014/main" id="{A426D39C-EFD9-C14A-8A11-D92B045E89E5}"/>
                </a:ext>
              </a:extLst>
            </p:cNvPr>
            <p:cNvSpPr/>
            <p:nvPr/>
          </p:nvSpPr>
          <p:spPr>
            <a:xfrm>
              <a:off x="3044165" y="3492201"/>
              <a:ext cx="49841" cy="58732"/>
            </a:xfrm>
            <a:custGeom>
              <a:avLst/>
              <a:gdLst>
                <a:gd name="connsiteX0" fmla="*/ 21726 w 49841"/>
                <a:gd name="connsiteY0" fmla="*/ 0 h 58732"/>
                <a:gd name="connsiteX1" fmla="*/ 5751 w 49841"/>
                <a:gd name="connsiteY1" fmla="*/ 8937 h 58732"/>
                <a:gd name="connsiteX2" fmla="*/ 0 w 49841"/>
                <a:gd name="connsiteY2" fmla="*/ 34473 h 58732"/>
                <a:gd name="connsiteX3" fmla="*/ 18531 w 49841"/>
                <a:gd name="connsiteY3" fmla="*/ 58732 h 58732"/>
                <a:gd name="connsiteX4" fmla="*/ 49842 w 49841"/>
                <a:gd name="connsiteY4" fmla="*/ 58732 h 58732"/>
                <a:gd name="connsiteX5" fmla="*/ 49842 w 49841"/>
                <a:gd name="connsiteY5" fmla="*/ 0 h 58732"/>
                <a:gd name="connsiteX6" fmla="*/ 21726 w 49841"/>
                <a:gd name="connsiteY6" fmla="*/ 0 h 5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841" h="58732">
                  <a:moveTo>
                    <a:pt x="21726" y="0"/>
                  </a:moveTo>
                  <a:cubicBezTo>
                    <a:pt x="21726" y="0"/>
                    <a:pt x="13419" y="638"/>
                    <a:pt x="5751" y="8937"/>
                  </a:cubicBezTo>
                  <a:cubicBezTo>
                    <a:pt x="0" y="15321"/>
                    <a:pt x="0" y="30004"/>
                    <a:pt x="0" y="34473"/>
                  </a:cubicBezTo>
                  <a:cubicBezTo>
                    <a:pt x="0" y="34473"/>
                    <a:pt x="2556" y="58732"/>
                    <a:pt x="18531" y="58732"/>
                  </a:cubicBezTo>
                  <a:lnTo>
                    <a:pt x="49842" y="58732"/>
                  </a:lnTo>
                  <a:lnTo>
                    <a:pt x="49842" y="0"/>
                  </a:lnTo>
                  <a:lnTo>
                    <a:pt x="21726" y="0"/>
                  </a:lnTo>
                  <a:close/>
                </a:path>
              </a:pathLst>
            </a:custGeom>
            <a:solidFill>
              <a:srgbClr val="012169"/>
            </a:solidFill>
            <a:ln w="6390" cap="flat">
              <a:noFill/>
              <a:prstDash val="solid"/>
              <a:miter/>
            </a:ln>
          </p:spPr>
          <p:txBody>
            <a:bodyPr rtlCol="0" anchor="ctr"/>
            <a:lstStyle/>
            <a:p>
              <a:endParaRPr lang="en-US"/>
            </a:p>
          </p:txBody>
        </p:sp>
        <p:sp>
          <p:nvSpPr>
            <p:cNvPr id="623" name="Graphic 4">
              <a:extLst>
                <a:ext uri="{FF2B5EF4-FFF2-40B4-BE49-F238E27FC236}">
                  <a16:creationId xmlns:a16="http://schemas.microsoft.com/office/drawing/2014/main" id="{1D13841E-4DE4-0844-A1CA-82FF0C2BDDC7}"/>
                </a:ext>
              </a:extLst>
            </p:cNvPr>
            <p:cNvSpPr/>
            <p:nvPr/>
          </p:nvSpPr>
          <p:spPr>
            <a:xfrm>
              <a:off x="3265896" y="3492201"/>
              <a:ext cx="49402" cy="58732"/>
            </a:xfrm>
            <a:custGeom>
              <a:avLst/>
              <a:gdLst>
                <a:gd name="connsiteX0" fmla="*/ 26838 w 49402"/>
                <a:gd name="connsiteY0" fmla="*/ 0 h 58732"/>
                <a:gd name="connsiteX1" fmla="*/ 0 w 49402"/>
                <a:gd name="connsiteY1" fmla="*/ 0 h 58732"/>
                <a:gd name="connsiteX2" fmla="*/ 0 w 49402"/>
                <a:gd name="connsiteY2" fmla="*/ 58732 h 58732"/>
                <a:gd name="connsiteX3" fmla="*/ 30672 w 49402"/>
                <a:gd name="connsiteY3" fmla="*/ 58732 h 58732"/>
                <a:gd name="connsiteX4" fmla="*/ 49202 w 49402"/>
                <a:gd name="connsiteY4" fmla="*/ 34473 h 58732"/>
                <a:gd name="connsiteX5" fmla="*/ 43452 w 49402"/>
                <a:gd name="connsiteY5" fmla="*/ 8937 h 58732"/>
                <a:gd name="connsiteX6" fmla="*/ 26838 w 49402"/>
                <a:gd name="connsiteY6" fmla="*/ 0 h 5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402" h="58732">
                  <a:moveTo>
                    <a:pt x="26838" y="0"/>
                  </a:moveTo>
                  <a:lnTo>
                    <a:pt x="0" y="0"/>
                  </a:lnTo>
                  <a:lnTo>
                    <a:pt x="0" y="58732"/>
                  </a:lnTo>
                  <a:lnTo>
                    <a:pt x="30672" y="58732"/>
                  </a:lnTo>
                  <a:cubicBezTo>
                    <a:pt x="46647" y="58732"/>
                    <a:pt x="49202" y="35112"/>
                    <a:pt x="49202" y="34473"/>
                  </a:cubicBezTo>
                  <a:cubicBezTo>
                    <a:pt x="49842" y="29366"/>
                    <a:pt x="49202" y="15321"/>
                    <a:pt x="43452" y="8937"/>
                  </a:cubicBezTo>
                  <a:cubicBezTo>
                    <a:pt x="35784" y="638"/>
                    <a:pt x="27477" y="0"/>
                    <a:pt x="26838" y="0"/>
                  </a:cubicBezTo>
                  <a:close/>
                </a:path>
              </a:pathLst>
            </a:custGeom>
            <a:solidFill>
              <a:srgbClr val="012169"/>
            </a:solidFill>
            <a:ln w="6390" cap="flat">
              <a:noFill/>
              <a:prstDash val="solid"/>
              <a:miter/>
            </a:ln>
          </p:spPr>
          <p:txBody>
            <a:bodyPr rtlCol="0" anchor="ctr"/>
            <a:lstStyle/>
            <a:p>
              <a:endParaRPr lang="en-US"/>
            </a:p>
          </p:txBody>
        </p:sp>
        <p:sp>
          <p:nvSpPr>
            <p:cNvPr id="624" name="Graphic 4">
              <a:extLst>
                <a:ext uri="{FF2B5EF4-FFF2-40B4-BE49-F238E27FC236}">
                  <a16:creationId xmlns:a16="http://schemas.microsoft.com/office/drawing/2014/main" id="{45437611-0F75-194C-AEA1-209EA075A679}"/>
                </a:ext>
              </a:extLst>
            </p:cNvPr>
            <p:cNvSpPr/>
            <p:nvPr/>
          </p:nvSpPr>
          <p:spPr>
            <a:xfrm>
              <a:off x="2998797"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97132 w 361670"/>
                <a:gd name="connsiteY5" fmla="*/ 224078 h 361333"/>
                <a:gd name="connsiteX6" fmla="*/ 266460 w 361670"/>
                <a:gd name="connsiteY6" fmla="*/ 224078 h 361333"/>
                <a:gd name="connsiteX7" fmla="*/ 266460 w 361670"/>
                <a:gd name="connsiteY7" fmla="*/ 226631 h 361333"/>
                <a:gd name="connsiteX8" fmla="*/ 261987 w 361670"/>
                <a:gd name="connsiteY8" fmla="*/ 233015 h 361333"/>
                <a:gd name="connsiteX9" fmla="*/ 180835 w 361670"/>
                <a:gd name="connsiteY9" fmla="*/ 252167 h 361333"/>
                <a:gd name="connsiteX10" fmla="*/ 99044 w 361670"/>
                <a:gd name="connsiteY10" fmla="*/ 233015 h 361333"/>
                <a:gd name="connsiteX11" fmla="*/ 94571 w 361670"/>
                <a:gd name="connsiteY11" fmla="*/ 226631 h 361333"/>
                <a:gd name="connsiteX12" fmla="*/ 94571 w 361670"/>
                <a:gd name="connsiteY12" fmla="*/ 223439 h 361333"/>
                <a:gd name="connsiteX13" fmla="*/ 63261 w 361670"/>
                <a:gd name="connsiteY13" fmla="*/ 223439 h 361333"/>
                <a:gd name="connsiteX14" fmla="*/ 31950 w 361670"/>
                <a:gd name="connsiteY14" fmla="*/ 187689 h 361333"/>
                <a:gd name="connsiteX15" fmla="*/ 40896 w 361670"/>
                <a:gd name="connsiteY15" fmla="*/ 152577 h 361333"/>
                <a:gd name="connsiteX16" fmla="*/ 65816 w 361670"/>
                <a:gd name="connsiteY16" fmla="*/ 139171 h 361333"/>
                <a:gd name="connsiteX17" fmla="*/ 93932 w 361670"/>
                <a:gd name="connsiteY17" fmla="*/ 139171 h 361333"/>
                <a:gd name="connsiteX18" fmla="*/ 93932 w 361670"/>
                <a:gd name="connsiteY18" fmla="*/ 136617 h 361333"/>
                <a:gd name="connsiteX19" fmla="*/ 98405 w 361670"/>
                <a:gd name="connsiteY19" fmla="*/ 130872 h 361333"/>
                <a:gd name="connsiteX20" fmla="*/ 178918 w 361670"/>
                <a:gd name="connsiteY20" fmla="*/ 109166 h 361333"/>
                <a:gd name="connsiteX21" fmla="*/ 261349 w 361670"/>
                <a:gd name="connsiteY21" fmla="*/ 130872 h 361333"/>
                <a:gd name="connsiteX22" fmla="*/ 265821 w 361670"/>
                <a:gd name="connsiteY22" fmla="*/ 136617 h 361333"/>
                <a:gd name="connsiteX23" fmla="*/ 265821 w 361670"/>
                <a:gd name="connsiteY23" fmla="*/ 138533 h 361333"/>
                <a:gd name="connsiteX24" fmla="*/ 293298 w 361670"/>
                <a:gd name="connsiteY24" fmla="*/ 138533 h 361333"/>
                <a:gd name="connsiteX25" fmla="*/ 318858 w 361670"/>
                <a:gd name="connsiteY25" fmla="*/ 151939 h 361333"/>
                <a:gd name="connsiteX26" fmla="*/ 327804 w 361670"/>
                <a:gd name="connsiteY26" fmla="*/ 187051 h 361333"/>
                <a:gd name="connsiteX27" fmla="*/ 297132 w 361670"/>
                <a:gd name="connsiteY27" fmla="*/ 22407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1" y="280257"/>
                    <a:pt x="361671" y="180667"/>
                  </a:cubicBezTo>
                  <a:cubicBezTo>
                    <a:pt x="361671" y="81077"/>
                    <a:pt x="281157" y="0"/>
                    <a:pt x="180835" y="0"/>
                  </a:cubicBezTo>
                  <a:close/>
                  <a:moveTo>
                    <a:pt x="297132" y="224078"/>
                  </a:moveTo>
                  <a:lnTo>
                    <a:pt x="266460" y="224078"/>
                  </a:lnTo>
                  <a:lnTo>
                    <a:pt x="266460" y="226631"/>
                  </a:lnTo>
                  <a:cubicBezTo>
                    <a:pt x="266460" y="229185"/>
                    <a:pt x="264544" y="231738"/>
                    <a:pt x="261987" y="233015"/>
                  </a:cubicBezTo>
                  <a:cubicBezTo>
                    <a:pt x="255597" y="234930"/>
                    <a:pt x="199366" y="252167"/>
                    <a:pt x="180835" y="252167"/>
                  </a:cubicBezTo>
                  <a:cubicBezTo>
                    <a:pt x="162305" y="252167"/>
                    <a:pt x="101600" y="234292"/>
                    <a:pt x="99044" y="233015"/>
                  </a:cubicBezTo>
                  <a:cubicBezTo>
                    <a:pt x="96488" y="232377"/>
                    <a:pt x="94571" y="229823"/>
                    <a:pt x="94571" y="226631"/>
                  </a:cubicBezTo>
                  <a:lnTo>
                    <a:pt x="94571" y="223439"/>
                  </a:lnTo>
                  <a:lnTo>
                    <a:pt x="63261" y="223439"/>
                  </a:lnTo>
                  <a:cubicBezTo>
                    <a:pt x="41535" y="223439"/>
                    <a:pt x="33228" y="199819"/>
                    <a:pt x="31950" y="187689"/>
                  </a:cubicBezTo>
                  <a:cubicBezTo>
                    <a:pt x="31950" y="185135"/>
                    <a:pt x="30033" y="164068"/>
                    <a:pt x="40896" y="152577"/>
                  </a:cubicBezTo>
                  <a:cubicBezTo>
                    <a:pt x="51759" y="139809"/>
                    <a:pt x="65816" y="139171"/>
                    <a:pt x="65816" y="139171"/>
                  </a:cubicBezTo>
                  <a:lnTo>
                    <a:pt x="93932" y="139171"/>
                  </a:lnTo>
                  <a:lnTo>
                    <a:pt x="93932" y="136617"/>
                  </a:lnTo>
                  <a:cubicBezTo>
                    <a:pt x="93932" y="134064"/>
                    <a:pt x="95849" y="131510"/>
                    <a:pt x="98405" y="130872"/>
                  </a:cubicBezTo>
                  <a:cubicBezTo>
                    <a:pt x="104795" y="128957"/>
                    <a:pt x="159748" y="109166"/>
                    <a:pt x="178918" y="109166"/>
                  </a:cubicBezTo>
                  <a:cubicBezTo>
                    <a:pt x="198088" y="109166"/>
                    <a:pt x="254959" y="128957"/>
                    <a:pt x="261349" y="130872"/>
                  </a:cubicBezTo>
                  <a:cubicBezTo>
                    <a:pt x="263905" y="131510"/>
                    <a:pt x="265821" y="134064"/>
                    <a:pt x="265821" y="136617"/>
                  </a:cubicBezTo>
                  <a:lnTo>
                    <a:pt x="265821" y="138533"/>
                  </a:lnTo>
                  <a:lnTo>
                    <a:pt x="293298" y="138533"/>
                  </a:lnTo>
                  <a:cubicBezTo>
                    <a:pt x="293937" y="138533"/>
                    <a:pt x="307995" y="139171"/>
                    <a:pt x="318858" y="151939"/>
                  </a:cubicBezTo>
                  <a:cubicBezTo>
                    <a:pt x="329082" y="164068"/>
                    <a:pt x="327804" y="184497"/>
                    <a:pt x="327804" y="187051"/>
                  </a:cubicBezTo>
                  <a:cubicBezTo>
                    <a:pt x="327165" y="201095"/>
                    <a:pt x="319497" y="224078"/>
                    <a:pt x="297132" y="224078"/>
                  </a:cubicBezTo>
                  <a:close/>
                </a:path>
              </a:pathLst>
            </a:custGeom>
            <a:solidFill>
              <a:srgbClr val="012169"/>
            </a:solidFill>
            <a:ln w="6390" cap="flat">
              <a:noFill/>
              <a:prstDash val="solid"/>
              <a:miter/>
            </a:ln>
          </p:spPr>
          <p:txBody>
            <a:bodyPr rtlCol="0" anchor="ctr"/>
            <a:lstStyle/>
            <a:p>
              <a:endParaRPr lang="en-US"/>
            </a:p>
          </p:txBody>
        </p:sp>
      </p:grpSp>
      <p:grpSp>
        <p:nvGrpSpPr>
          <p:cNvPr id="625" name="Graphic 4">
            <a:extLst>
              <a:ext uri="{FF2B5EF4-FFF2-40B4-BE49-F238E27FC236}">
                <a16:creationId xmlns:a16="http://schemas.microsoft.com/office/drawing/2014/main" id="{839C4FEC-59CB-364A-AAD9-D08E32991DCD}"/>
              </a:ext>
            </a:extLst>
          </p:cNvPr>
          <p:cNvGrpSpPr/>
          <p:nvPr/>
        </p:nvGrpSpPr>
        <p:grpSpPr>
          <a:xfrm>
            <a:off x="1952764" y="4308712"/>
            <a:ext cx="361670" cy="361333"/>
            <a:chOff x="1952764" y="4308712"/>
            <a:chExt cx="361670" cy="361333"/>
          </a:xfrm>
          <a:solidFill>
            <a:srgbClr val="012169"/>
          </a:solidFill>
        </p:grpSpPr>
        <p:sp>
          <p:nvSpPr>
            <p:cNvPr id="626" name="Graphic 4">
              <a:extLst>
                <a:ext uri="{FF2B5EF4-FFF2-40B4-BE49-F238E27FC236}">
                  <a16:creationId xmlns:a16="http://schemas.microsoft.com/office/drawing/2014/main" id="{46102DD5-3FC4-564E-B8CF-72E53A4D7C52}"/>
                </a:ext>
              </a:extLst>
            </p:cNvPr>
            <p:cNvSpPr/>
            <p:nvPr/>
          </p:nvSpPr>
          <p:spPr>
            <a:xfrm>
              <a:off x="2131044" y="4604929"/>
              <a:ext cx="5111" cy="5107"/>
            </a:xfrm>
            <a:custGeom>
              <a:avLst/>
              <a:gdLst>
                <a:gd name="connsiteX0" fmla="*/ 2556 w 5111"/>
                <a:gd name="connsiteY0" fmla="*/ 0 h 5107"/>
                <a:gd name="connsiteX1" fmla="*/ 0 w 5111"/>
                <a:gd name="connsiteY1" fmla="*/ 2553 h 5107"/>
                <a:gd name="connsiteX2" fmla="*/ 2556 w 5111"/>
                <a:gd name="connsiteY2" fmla="*/ 5107 h 5107"/>
                <a:gd name="connsiteX3" fmla="*/ 5112 w 5111"/>
                <a:gd name="connsiteY3" fmla="*/ 2553 h 5107"/>
                <a:gd name="connsiteX4" fmla="*/ 2556 w 5111"/>
                <a:gd name="connsiteY4" fmla="*/ 0 h 5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1" h="5107">
                  <a:moveTo>
                    <a:pt x="2556" y="0"/>
                  </a:moveTo>
                  <a:cubicBezTo>
                    <a:pt x="1278" y="0"/>
                    <a:pt x="0" y="1277"/>
                    <a:pt x="0" y="2553"/>
                  </a:cubicBezTo>
                  <a:cubicBezTo>
                    <a:pt x="0" y="3830"/>
                    <a:pt x="1278" y="5107"/>
                    <a:pt x="2556" y="5107"/>
                  </a:cubicBezTo>
                  <a:cubicBezTo>
                    <a:pt x="3834" y="5107"/>
                    <a:pt x="5112" y="3830"/>
                    <a:pt x="5112" y="2553"/>
                  </a:cubicBezTo>
                  <a:cubicBezTo>
                    <a:pt x="5112" y="1277"/>
                    <a:pt x="3834" y="0"/>
                    <a:pt x="2556" y="0"/>
                  </a:cubicBezTo>
                  <a:close/>
                </a:path>
              </a:pathLst>
            </a:custGeom>
            <a:solidFill>
              <a:srgbClr val="012169"/>
            </a:solidFill>
            <a:ln w="6390" cap="flat">
              <a:noFill/>
              <a:prstDash val="solid"/>
              <a:miter/>
            </a:ln>
          </p:spPr>
          <p:txBody>
            <a:bodyPr rtlCol="0" anchor="ctr"/>
            <a:lstStyle/>
            <a:p>
              <a:endParaRPr lang="en-US"/>
            </a:p>
          </p:txBody>
        </p:sp>
        <p:sp>
          <p:nvSpPr>
            <p:cNvPr id="627" name="Graphic 4">
              <a:extLst>
                <a:ext uri="{FF2B5EF4-FFF2-40B4-BE49-F238E27FC236}">
                  <a16:creationId xmlns:a16="http://schemas.microsoft.com/office/drawing/2014/main" id="{950AB428-AE19-E049-886A-CDE2D0C54EE8}"/>
                </a:ext>
              </a:extLst>
            </p:cNvPr>
            <p:cNvSpPr/>
            <p:nvPr/>
          </p:nvSpPr>
          <p:spPr>
            <a:xfrm>
              <a:off x="2076729" y="4604929"/>
              <a:ext cx="5111" cy="5107"/>
            </a:xfrm>
            <a:custGeom>
              <a:avLst/>
              <a:gdLst>
                <a:gd name="connsiteX0" fmla="*/ 2556 w 5111"/>
                <a:gd name="connsiteY0" fmla="*/ 0 h 5107"/>
                <a:gd name="connsiteX1" fmla="*/ 0 w 5111"/>
                <a:gd name="connsiteY1" fmla="*/ 2553 h 5107"/>
                <a:gd name="connsiteX2" fmla="*/ 2556 w 5111"/>
                <a:gd name="connsiteY2" fmla="*/ 5107 h 5107"/>
                <a:gd name="connsiteX3" fmla="*/ 5112 w 5111"/>
                <a:gd name="connsiteY3" fmla="*/ 2553 h 5107"/>
                <a:gd name="connsiteX4" fmla="*/ 2556 w 5111"/>
                <a:gd name="connsiteY4" fmla="*/ 0 h 5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1" h="5107">
                  <a:moveTo>
                    <a:pt x="2556" y="0"/>
                  </a:moveTo>
                  <a:cubicBezTo>
                    <a:pt x="1278" y="0"/>
                    <a:pt x="0" y="1277"/>
                    <a:pt x="0" y="2553"/>
                  </a:cubicBezTo>
                  <a:cubicBezTo>
                    <a:pt x="0" y="3830"/>
                    <a:pt x="1278" y="5107"/>
                    <a:pt x="2556" y="5107"/>
                  </a:cubicBezTo>
                  <a:cubicBezTo>
                    <a:pt x="3834" y="5107"/>
                    <a:pt x="5112" y="3830"/>
                    <a:pt x="5112" y="2553"/>
                  </a:cubicBezTo>
                  <a:cubicBezTo>
                    <a:pt x="5112" y="1277"/>
                    <a:pt x="3834" y="0"/>
                    <a:pt x="2556" y="0"/>
                  </a:cubicBezTo>
                  <a:close/>
                </a:path>
              </a:pathLst>
            </a:custGeom>
            <a:solidFill>
              <a:srgbClr val="012169"/>
            </a:solidFill>
            <a:ln w="6390" cap="flat">
              <a:noFill/>
              <a:prstDash val="solid"/>
              <a:miter/>
            </a:ln>
          </p:spPr>
          <p:txBody>
            <a:bodyPr rtlCol="0" anchor="ctr"/>
            <a:lstStyle/>
            <a:p>
              <a:endParaRPr lang="en-US"/>
            </a:p>
          </p:txBody>
        </p:sp>
        <p:sp>
          <p:nvSpPr>
            <p:cNvPr id="628" name="Graphic 4">
              <a:extLst>
                <a:ext uri="{FF2B5EF4-FFF2-40B4-BE49-F238E27FC236}">
                  <a16:creationId xmlns:a16="http://schemas.microsoft.com/office/drawing/2014/main" id="{1BB6DFDE-15D4-2B4B-948E-BB83DA3ADE5A}"/>
                </a:ext>
              </a:extLst>
            </p:cNvPr>
            <p:cNvSpPr/>
            <p:nvPr/>
          </p:nvSpPr>
          <p:spPr>
            <a:xfrm>
              <a:off x="2193026" y="4448521"/>
              <a:ext cx="13517" cy="28089"/>
            </a:xfrm>
            <a:custGeom>
              <a:avLst/>
              <a:gdLst>
                <a:gd name="connsiteX0" fmla="*/ 3195 w 13517"/>
                <a:gd name="connsiteY0" fmla="*/ 26813 h 28089"/>
                <a:gd name="connsiteX1" fmla="*/ 8946 w 13517"/>
                <a:gd name="connsiteY1" fmla="*/ 28089 h 28089"/>
                <a:gd name="connsiteX2" fmla="*/ 12780 w 13517"/>
                <a:gd name="connsiteY2" fmla="*/ 9576 h 28089"/>
                <a:gd name="connsiteX3" fmla="*/ 12780 w 13517"/>
                <a:gd name="connsiteY3" fmla="*/ 638 h 28089"/>
                <a:gd name="connsiteX4" fmla="*/ 11502 w 13517"/>
                <a:gd name="connsiteY4" fmla="*/ 0 h 28089"/>
                <a:gd name="connsiteX5" fmla="*/ 0 w 13517"/>
                <a:gd name="connsiteY5" fmla="*/ 0 h 28089"/>
                <a:gd name="connsiteX6" fmla="*/ 0 w 13517"/>
                <a:gd name="connsiteY6" fmla="*/ 27451 h 28089"/>
                <a:gd name="connsiteX7" fmla="*/ 3195 w 13517"/>
                <a:gd name="connsiteY7" fmla="*/ 27451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7" h="28089">
                  <a:moveTo>
                    <a:pt x="3195" y="26813"/>
                  </a:moveTo>
                  <a:cubicBezTo>
                    <a:pt x="5112" y="26813"/>
                    <a:pt x="7029" y="27451"/>
                    <a:pt x="8946" y="28089"/>
                  </a:cubicBezTo>
                  <a:lnTo>
                    <a:pt x="12780" y="9576"/>
                  </a:lnTo>
                  <a:cubicBezTo>
                    <a:pt x="14058" y="4469"/>
                    <a:pt x="13419" y="1277"/>
                    <a:pt x="12780" y="638"/>
                  </a:cubicBezTo>
                  <a:cubicBezTo>
                    <a:pt x="12141" y="0"/>
                    <a:pt x="11502" y="0"/>
                    <a:pt x="11502" y="0"/>
                  </a:cubicBezTo>
                  <a:lnTo>
                    <a:pt x="0" y="0"/>
                  </a:lnTo>
                  <a:lnTo>
                    <a:pt x="0" y="27451"/>
                  </a:lnTo>
                  <a:lnTo>
                    <a:pt x="3195" y="27451"/>
                  </a:lnTo>
                  <a:close/>
                </a:path>
              </a:pathLst>
            </a:custGeom>
            <a:solidFill>
              <a:srgbClr val="012169"/>
            </a:solidFill>
            <a:ln w="6390" cap="flat">
              <a:noFill/>
              <a:prstDash val="solid"/>
              <a:miter/>
            </a:ln>
          </p:spPr>
          <p:txBody>
            <a:bodyPr rtlCol="0" anchor="ctr"/>
            <a:lstStyle/>
            <a:p>
              <a:endParaRPr lang="en-US"/>
            </a:p>
          </p:txBody>
        </p:sp>
        <p:sp>
          <p:nvSpPr>
            <p:cNvPr id="629" name="Graphic 4">
              <a:extLst>
                <a:ext uri="{FF2B5EF4-FFF2-40B4-BE49-F238E27FC236}">
                  <a16:creationId xmlns:a16="http://schemas.microsoft.com/office/drawing/2014/main" id="{EC508CDA-0699-6C45-B482-C0C5D99B8B07}"/>
                </a:ext>
              </a:extLst>
            </p:cNvPr>
            <p:cNvSpPr/>
            <p:nvPr/>
          </p:nvSpPr>
          <p:spPr>
            <a:xfrm>
              <a:off x="2185358" y="4604929"/>
              <a:ext cx="5111" cy="5107"/>
            </a:xfrm>
            <a:custGeom>
              <a:avLst/>
              <a:gdLst>
                <a:gd name="connsiteX0" fmla="*/ 2556 w 5111"/>
                <a:gd name="connsiteY0" fmla="*/ 0 h 5107"/>
                <a:gd name="connsiteX1" fmla="*/ 0 w 5111"/>
                <a:gd name="connsiteY1" fmla="*/ 2553 h 5107"/>
                <a:gd name="connsiteX2" fmla="*/ 2556 w 5111"/>
                <a:gd name="connsiteY2" fmla="*/ 5107 h 5107"/>
                <a:gd name="connsiteX3" fmla="*/ 5112 w 5111"/>
                <a:gd name="connsiteY3" fmla="*/ 2553 h 5107"/>
                <a:gd name="connsiteX4" fmla="*/ 2556 w 5111"/>
                <a:gd name="connsiteY4" fmla="*/ 0 h 5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1" h="5107">
                  <a:moveTo>
                    <a:pt x="2556" y="0"/>
                  </a:moveTo>
                  <a:cubicBezTo>
                    <a:pt x="1278" y="0"/>
                    <a:pt x="0" y="1277"/>
                    <a:pt x="0" y="2553"/>
                  </a:cubicBezTo>
                  <a:cubicBezTo>
                    <a:pt x="0" y="3830"/>
                    <a:pt x="1278" y="5107"/>
                    <a:pt x="2556" y="5107"/>
                  </a:cubicBezTo>
                  <a:cubicBezTo>
                    <a:pt x="3834" y="5107"/>
                    <a:pt x="5112" y="3830"/>
                    <a:pt x="5112" y="2553"/>
                  </a:cubicBezTo>
                  <a:cubicBezTo>
                    <a:pt x="5112" y="1277"/>
                    <a:pt x="3834" y="0"/>
                    <a:pt x="2556" y="0"/>
                  </a:cubicBezTo>
                  <a:close/>
                </a:path>
              </a:pathLst>
            </a:custGeom>
            <a:solidFill>
              <a:srgbClr val="012169"/>
            </a:solidFill>
            <a:ln w="6390" cap="flat">
              <a:noFill/>
              <a:prstDash val="solid"/>
              <a:miter/>
            </a:ln>
          </p:spPr>
          <p:txBody>
            <a:bodyPr rtlCol="0" anchor="ctr"/>
            <a:lstStyle/>
            <a:p>
              <a:endParaRPr lang="en-US"/>
            </a:p>
          </p:txBody>
        </p:sp>
        <p:sp>
          <p:nvSpPr>
            <p:cNvPr id="630" name="Graphic 4">
              <a:extLst>
                <a:ext uri="{FF2B5EF4-FFF2-40B4-BE49-F238E27FC236}">
                  <a16:creationId xmlns:a16="http://schemas.microsoft.com/office/drawing/2014/main" id="{5D54504E-143D-6C45-B754-56F76267E61A}"/>
                </a:ext>
              </a:extLst>
            </p:cNvPr>
            <p:cNvSpPr/>
            <p:nvPr/>
          </p:nvSpPr>
          <p:spPr>
            <a:xfrm>
              <a:off x="2087592" y="4373828"/>
              <a:ext cx="92654" cy="101505"/>
            </a:xfrm>
            <a:custGeom>
              <a:avLst/>
              <a:gdLst>
                <a:gd name="connsiteX0" fmla="*/ 92654 w 92654"/>
                <a:gd name="connsiteY0" fmla="*/ 101505 h 101505"/>
                <a:gd name="connsiteX1" fmla="*/ 92654 w 92654"/>
                <a:gd name="connsiteY1" fmla="*/ 19152 h 101505"/>
                <a:gd name="connsiteX2" fmla="*/ 73484 w 92654"/>
                <a:gd name="connsiteY2" fmla="*/ 0 h 101505"/>
                <a:gd name="connsiteX3" fmla="*/ 19170 w 92654"/>
                <a:gd name="connsiteY3" fmla="*/ 0 h 101505"/>
                <a:gd name="connsiteX4" fmla="*/ 0 w 92654"/>
                <a:gd name="connsiteY4" fmla="*/ 19152 h 101505"/>
                <a:gd name="connsiteX5" fmla="*/ 0 w 92654"/>
                <a:gd name="connsiteY5" fmla="*/ 101505 h 101505"/>
                <a:gd name="connsiteX6" fmla="*/ 92654 w 92654"/>
                <a:gd name="connsiteY6" fmla="*/ 101505 h 101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654" h="101505">
                  <a:moveTo>
                    <a:pt x="92654" y="101505"/>
                  </a:moveTo>
                  <a:lnTo>
                    <a:pt x="92654" y="19152"/>
                  </a:lnTo>
                  <a:cubicBezTo>
                    <a:pt x="92654" y="8299"/>
                    <a:pt x="83708" y="0"/>
                    <a:pt x="73484" y="0"/>
                  </a:cubicBezTo>
                  <a:lnTo>
                    <a:pt x="19170" y="0"/>
                  </a:lnTo>
                  <a:cubicBezTo>
                    <a:pt x="8307" y="0"/>
                    <a:pt x="0" y="8938"/>
                    <a:pt x="0" y="19152"/>
                  </a:cubicBezTo>
                  <a:lnTo>
                    <a:pt x="0" y="101505"/>
                  </a:lnTo>
                  <a:lnTo>
                    <a:pt x="92654" y="101505"/>
                  </a:lnTo>
                  <a:close/>
                </a:path>
              </a:pathLst>
            </a:custGeom>
            <a:solidFill>
              <a:srgbClr val="012169"/>
            </a:solidFill>
            <a:ln w="6390" cap="flat">
              <a:noFill/>
              <a:prstDash val="solid"/>
              <a:miter/>
            </a:ln>
          </p:spPr>
          <p:txBody>
            <a:bodyPr rtlCol="0" anchor="ctr"/>
            <a:lstStyle/>
            <a:p>
              <a:endParaRPr lang="en-US"/>
            </a:p>
          </p:txBody>
        </p:sp>
        <p:sp>
          <p:nvSpPr>
            <p:cNvPr id="631" name="Graphic 4">
              <a:extLst>
                <a:ext uri="{FF2B5EF4-FFF2-40B4-BE49-F238E27FC236}">
                  <a16:creationId xmlns:a16="http://schemas.microsoft.com/office/drawing/2014/main" id="{083AEB3A-7A92-DD45-AACC-F62F737CD2CE}"/>
                </a:ext>
              </a:extLst>
            </p:cNvPr>
            <p:cNvSpPr/>
            <p:nvPr/>
          </p:nvSpPr>
          <p:spPr>
            <a:xfrm>
              <a:off x="2060655" y="4448521"/>
              <a:ext cx="13517" cy="28727"/>
            </a:xfrm>
            <a:custGeom>
              <a:avLst/>
              <a:gdLst>
                <a:gd name="connsiteX0" fmla="*/ 4572 w 13517"/>
                <a:gd name="connsiteY0" fmla="*/ 28728 h 28727"/>
                <a:gd name="connsiteX1" fmla="*/ 10323 w 13517"/>
                <a:gd name="connsiteY1" fmla="*/ 27451 h 28727"/>
                <a:gd name="connsiteX2" fmla="*/ 13518 w 13517"/>
                <a:gd name="connsiteY2" fmla="*/ 27451 h 28727"/>
                <a:gd name="connsiteX3" fmla="*/ 13518 w 13517"/>
                <a:gd name="connsiteY3" fmla="*/ 0 h 28727"/>
                <a:gd name="connsiteX4" fmla="*/ 2016 w 13517"/>
                <a:gd name="connsiteY4" fmla="*/ 0 h 28727"/>
                <a:gd name="connsiteX5" fmla="*/ 738 w 13517"/>
                <a:gd name="connsiteY5" fmla="*/ 638 h 28727"/>
                <a:gd name="connsiteX6" fmla="*/ 738 w 13517"/>
                <a:gd name="connsiteY6" fmla="*/ 9576 h 28727"/>
                <a:gd name="connsiteX7" fmla="*/ 4572 w 13517"/>
                <a:gd name="connsiteY7" fmla="*/ 28728 h 28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7" h="28727">
                  <a:moveTo>
                    <a:pt x="4572" y="28728"/>
                  </a:moveTo>
                  <a:cubicBezTo>
                    <a:pt x="6489" y="28089"/>
                    <a:pt x="8406" y="27451"/>
                    <a:pt x="10323" y="27451"/>
                  </a:cubicBezTo>
                  <a:lnTo>
                    <a:pt x="13518" y="27451"/>
                  </a:lnTo>
                  <a:lnTo>
                    <a:pt x="13518" y="0"/>
                  </a:lnTo>
                  <a:lnTo>
                    <a:pt x="2016" y="0"/>
                  </a:lnTo>
                  <a:cubicBezTo>
                    <a:pt x="2016" y="0"/>
                    <a:pt x="1377" y="0"/>
                    <a:pt x="738" y="638"/>
                  </a:cubicBezTo>
                  <a:cubicBezTo>
                    <a:pt x="99" y="1277"/>
                    <a:pt x="-540" y="3192"/>
                    <a:pt x="738" y="9576"/>
                  </a:cubicBezTo>
                  <a:lnTo>
                    <a:pt x="4572" y="28728"/>
                  </a:lnTo>
                  <a:close/>
                </a:path>
              </a:pathLst>
            </a:custGeom>
            <a:solidFill>
              <a:srgbClr val="012169"/>
            </a:solidFill>
            <a:ln w="6390" cap="flat">
              <a:noFill/>
              <a:prstDash val="solid"/>
              <a:miter/>
            </a:ln>
          </p:spPr>
          <p:txBody>
            <a:bodyPr rtlCol="0" anchor="ctr"/>
            <a:lstStyle/>
            <a:p>
              <a:endParaRPr lang="en-US"/>
            </a:p>
          </p:txBody>
        </p:sp>
        <p:sp>
          <p:nvSpPr>
            <p:cNvPr id="632" name="Graphic 4">
              <a:extLst>
                <a:ext uri="{FF2B5EF4-FFF2-40B4-BE49-F238E27FC236}">
                  <a16:creationId xmlns:a16="http://schemas.microsoft.com/office/drawing/2014/main" id="{A2D9134D-17D1-6044-B613-EFBE1DD3F3C7}"/>
                </a:ext>
              </a:extLst>
            </p:cNvPr>
            <p:cNvSpPr/>
            <p:nvPr/>
          </p:nvSpPr>
          <p:spPr>
            <a:xfrm>
              <a:off x="1952764"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26521 w 361670"/>
                <a:gd name="connsiteY5" fmla="*/ 308985 h 361333"/>
                <a:gd name="connsiteX6" fmla="*/ 116297 w 361670"/>
                <a:gd name="connsiteY6" fmla="*/ 298770 h 361333"/>
                <a:gd name="connsiteX7" fmla="*/ 126521 w 361670"/>
                <a:gd name="connsiteY7" fmla="*/ 288556 h 361333"/>
                <a:gd name="connsiteX8" fmla="*/ 136745 w 361670"/>
                <a:gd name="connsiteY8" fmla="*/ 298770 h 361333"/>
                <a:gd name="connsiteX9" fmla="*/ 126521 w 361670"/>
                <a:gd name="connsiteY9" fmla="*/ 308985 h 361333"/>
                <a:gd name="connsiteX10" fmla="*/ 180835 w 361670"/>
                <a:gd name="connsiteY10" fmla="*/ 308985 h 361333"/>
                <a:gd name="connsiteX11" fmla="*/ 170611 w 361670"/>
                <a:gd name="connsiteY11" fmla="*/ 298770 h 361333"/>
                <a:gd name="connsiteX12" fmla="*/ 180835 w 361670"/>
                <a:gd name="connsiteY12" fmla="*/ 288556 h 361333"/>
                <a:gd name="connsiteX13" fmla="*/ 191059 w 361670"/>
                <a:gd name="connsiteY13" fmla="*/ 298770 h 361333"/>
                <a:gd name="connsiteX14" fmla="*/ 180835 w 361670"/>
                <a:gd name="connsiteY14" fmla="*/ 308985 h 361333"/>
                <a:gd name="connsiteX15" fmla="*/ 216619 w 361670"/>
                <a:gd name="connsiteY15" fmla="*/ 263658 h 361333"/>
                <a:gd name="connsiteX16" fmla="*/ 187864 w 361670"/>
                <a:gd name="connsiteY16" fmla="*/ 263658 h 361333"/>
                <a:gd name="connsiteX17" fmla="*/ 187864 w 361670"/>
                <a:gd name="connsiteY17" fmla="*/ 280895 h 361333"/>
                <a:gd name="connsiteX18" fmla="*/ 181474 w 361670"/>
                <a:gd name="connsiteY18" fmla="*/ 287279 h 361333"/>
                <a:gd name="connsiteX19" fmla="*/ 175084 w 361670"/>
                <a:gd name="connsiteY19" fmla="*/ 280895 h 361333"/>
                <a:gd name="connsiteX20" fmla="*/ 175084 w 361670"/>
                <a:gd name="connsiteY20" fmla="*/ 263658 h 361333"/>
                <a:gd name="connsiteX21" fmla="*/ 146330 w 361670"/>
                <a:gd name="connsiteY21" fmla="*/ 263658 h 361333"/>
                <a:gd name="connsiteX22" fmla="*/ 134189 w 361670"/>
                <a:gd name="connsiteY22" fmla="*/ 275788 h 361333"/>
                <a:gd name="connsiteX23" fmla="*/ 134189 w 361670"/>
                <a:gd name="connsiteY23" fmla="*/ 280895 h 361333"/>
                <a:gd name="connsiteX24" fmla="*/ 127799 w 361670"/>
                <a:gd name="connsiteY24" fmla="*/ 287279 h 361333"/>
                <a:gd name="connsiteX25" fmla="*/ 121409 w 361670"/>
                <a:gd name="connsiteY25" fmla="*/ 280895 h 361333"/>
                <a:gd name="connsiteX26" fmla="*/ 121409 w 361670"/>
                <a:gd name="connsiteY26" fmla="*/ 275788 h 361333"/>
                <a:gd name="connsiteX27" fmla="*/ 146330 w 361670"/>
                <a:gd name="connsiteY27" fmla="*/ 250890 h 361333"/>
                <a:gd name="connsiteX28" fmla="*/ 175084 w 361670"/>
                <a:gd name="connsiteY28" fmla="*/ 250890 h 361333"/>
                <a:gd name="connsiteX29" fmla="*/ 175084 w 361670"/>
                <a:gd name="connsiteY29" fmla="*/ 225993 h 361333"/>
                <a:gd name="connsiteX30" fmla="*/ 181474 w 361670"/>
                <a:gd name="connsiteY30" fmla="*/ 219609 h 361333"/>
                <a:gd name="connsiteX31" fmla="*/ 187864 w 361670"/>
                <a:gd name="connsiteY31" fmla="*/ 225993 h 361333"/>
                <a:gd name="connsiteX32" fmla="*/ 187864 w 361670"/>
                <a:gd name="connsiteY32" fmla="*/ 250890 h 361333"/>
                <a:gd name="connsiteX33" fmla="*/ 216619 w 361670"/>
                <a:gd name="connsiteY33" fmla="*/ 250890 h 361333"/>
                <a:gd name="connsiteX34" fmla="*/ 241540 w 361670"/>
                <a:gd name="connsiteY34" fmla="*/ 275788 h 361333"/>
                <a:gd name="connsiteX35" fmla="*/ 241540 w 361670"/>
                <a:gd name="connsiteY35" fmla="*/ 280895 h 361333"/>
                <a:gd name="connsiteX36" fmla="*/ 235150 w 361670"/>
                <a:gd name="connsiteY36" fmla="*/ 287279 h 361333"/>
                <a:gd name="connsiteX37" fmla="*/ 228760 w 361670"/>
                <a:gd name="connsiteY37" fmla="*/ 280895 h 361333"/>
                <a:gd name="connsiteX38" fmla="*/ 228760 w 361670"/>
                <a:gd name="connsiteY38" fmla="*/ 275788 h 361333"/>
                <a:gd name="connsiteX39" fmla="*/ 216619 w 361670"/>
                <a:gd name="connsiteY39" fmla="*/ 263658 h 361333"/>
                <a:gd name="connsiteX40" fmla="*/ 235150 w 361670"/>
                <a:gd name="connsiteY40" fmla="*/ 308985 h 361333"/>
                <a:gd name="connsiteX41" fmla="*/ 224926 w 361670"/>
                <a:gd name="connsiteY41" fmla="*/ 298770 h 361333"/>
                <a:gd name="connsiteX42" fmla="*/ 235150 w 361670"/>
                <a:gd name="connsiteY42" fmla="*/ 288556 h 361333"/>
                <a:gd name="connsiteX43" fmla="*/ 245374 w 361670"/>
                <a:gd name="connsiteY43" fmla="*/ 298770 h 361333"/>
                <a:gd name="connsiteX44" fmla="*/ 235150 w 361670"/>
                <a:gd name="connsiteY44" fmla="*/ 308985 h 361333"/>
                <a:gd name="connsiteX45" fmla="*/ 265821 w 361670"/>
                <a:gd name="connsiteY45" fmla="*/ 152577 h 361333"/>
                <a:gd name="connsiteX46" fmla="*/ 257514 w 361670"/>
                <a:gd name="connsiteY46" fmla="*/ 192158 h 361333"/>
                <a:gd name="connsiteX47" fmla="*/ 257514 w 361670"/>
                <a:gd name="connsiteY47" fmla="*/ 203011 h 361333"/>
                <a:gd name="connsiteX48" fmla="*/ 244095 w 361670"/>
                <a:gd name="connsiteY48" fmla="*/ 216417 h 361333"/>
                <a:gd name="connsiteX49" fmla="*/ 118853 w 361670"/>
                <a:gd name="connsiteY49" fmla="*/ 216417 h 361333"/>
                <a:gd name="connsiteX50" fmla="*/ 105434 w 361670"/>
                <a:gd name="connsiteY50" fmla="*/ 203011 h 361333"/>
                <a:gd name="connsiteX51" fmla="*/ 105434 w 361670"/>
                <a:gd name="connsiteY51" fmla="*/ 192158 h 361333"/>
                <a:gd name="connsiteX52" fmla="*/ 97127 w 361670"/>
                <a:gd name="connsiteY52" fmla="*/ 152577 h 361333"/>
                <a:gd name="connsiteX53" fmla="*/ 99683 w 361670"/>
                <a:gd name="connsiteY53" fmla="*/ 132787 h 361333"/>
                <a:gd name="connsiteX54" fmla="*/ 111185 w 361670"/>
                <a:gd name="connsiteY54" fmla="*/ 127041 h 361333"/>
                <a:gd name="connsiteX55" fmla="*/ 122687 w 361670"/>
                <a:gd name="connsiteY55" fmla="*/ 127041 h 361333"/>
                <a:gd name="connsiteX56" fmla="*/ 122687 w 361670"/>
                <a:gd name="connsiteY56" fmla="*/ 84907 h 361333"/>
                <a:gd name="connsiteX57" fmla="*/ 154636 w 361670"/>
                <a:gd name="connsiteY57" fmla="*/ 52987 h 361333"/>
                <a:gd name="connsiteX58" fmla="*/ 208951 w 361670"/>
                <a:gd name="connsiteY58" fmla="*/ 52987 h 361333"/>
                <a:gd name="connsiteX59" fmla="*/ 240901 w 361670"/>
                <a:gd name="connsiteY59" fmla="*/ 84907 h 361333"/>
                <a:gd name="connsiteX60" fmla="*/ 240901 w 361670"/>
                <a:gd name="connsiteY60" fmla="*/ 127041 h 361333"/>
                <a:gd name="connsiteX61" fmla="*/ 252403 w 361670"/>
                <a:gd name="connsiteY61" fmla="*/ 127041 h 361333"/>
                <a:gd name="connsiteX62" fmla="*/ 263904 w 361670"/>
                <a:gd name="connsiteY62" fmla="*/ 132787 h 361333"/>
                <a:gd name="connsiteX63" fmla="*/ 265821 w 361670"/>
                <a:gd name="connsiteY63" fmla="*/ 15257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61670" h="361333">
                  <a:moveTo>
                    <a:pt x="180835" y="0"/>
                  </a:moveTo>
                  <a:cubicBezTo>
                    <a:pt x="80513" y="0"/>
                    <a:pt x="0" y="81077"/>
                    <a:pt x="0" y="180667"/>
                  </a:cubicBezTo>
                  <a:cubicBezTo>
                    <a:pt x="0" y="280257"/>
                    <a:pt x="81152" y="361334"/>
                    <a:pt x="180835" y="361334"/>
                  </a:cubicBezTo>
                  <a:cubicBezTo>
                    <a:pt x="280518" y="361334"/>
                    <a:pt x="361670" y="280257"/>
                    <a:pt x="361670" y="180667"/>
                  </a:cubicBezTo>
                  <a:cubicBezTo>
                    <a:pt x="361670" y="81077"/>
                    <a:pt x="281157" y="0"/>
                    <a:pt x="180835" y="0"/>
                  </a:cubicBezTo>
                  <a:close/>
                  <a:moveTo>
                    <a:pt x="126521" y="308985"/>
                  </a:moveTo>
                  <a:cubicBezTo>
                    <a:pt x="120770" y="308985"/>
                    <a:pt x="116297" y="304516"/>
                    <a:pt x="116297" y="298770"/>
                  </a:cubicBezTo>
                  <a:cubicBezTo>
                    <a:pt x="116297" y="293025"/>
                    <a:pt x="120770" y="288556"/>
                    <a:pt x="126521" y="288556"/>
                  </a:cubicBezTo>
                  <a:cubicBezTo>
                    <a:pt x="132272" y="288556"/>
                    <a:pt x="136745" y="293025"/>
                    <a:pt x="136745" y="298770"/>
                  </a:cubicBezTo>
                  <a:cubicBezTo>
                    <a:pt x="136745" y="304516"/>
                    <a:pt x="132272" y="308985"/>
                    <a:pt x="126521" y="308985"/>
                  </a:cubicBezTo>
                  <a:close/>
                  <a:moveTo>
                    <a:pt x="180835" y="308985"/>
                  </a:moveTo>
                  <a:cubicBezTo>
                    <a:pt x="175084" y="308985"/>
                    <a:pt x="170611" y="304516"/>
                    <a:pt x="170611" y="298770"/>
                  </a:cubicBezTo>
                  <a:cubicBezTo>
                    <a:pt x="170611" y="293025"/>
                    <a:pt x="175084" y="288556"/>
                    <a:pt x="180835" y="288556"/>
                  </a:cubicBezTo>
                  <a:cubicBezTo>
                    <a:pt x="186586" y="288556"/>
                    <a:pt x="191059" y="293025"/>
                    <a:pt x="191059" y="298770"/>
                  </a:cubicBezTo>
                  <a:cubicBezTo>
                    <a:pt x="191059" y="304516"/>
                    <a:pt x="186586" y="308985"/>
                    <a:pt x="180835" y="308985"/>
                  </a:cubicBezTo>
                  <a:close/>
                  <a:moveTo>
                    <a:pt x="216619" y="263658"/>
                  </a:moveTo>
                  <a:lnTo>
                    <a:pt x="187864" y="263658"/>
                  </a:lnTo>
                  <a:lnTo>
                    <a:pt x="187864" y="280895"/>
                  </a:lnTo>
                  <a:cubicBezTo>
                    <a:pt x="187864" y="284726"/>
                    <a:pt x="185308" y="287279"/>
                    <a:pt x="181474" y="287279"/>
                  </a:cubicBezTo>
                  <a:cubicBezTo>
                    <a:pt x="177640" y="287279"/>
                    <a:pt x="175084" y="284726"/>
                    <a:pt x="175084" y="280895"/>
                  </a:cubicBezTo>
                  <a:lnTo>
                    <a:pt x="175084" y="263658"/>
                  </a:lnTo>
                  <a:lnTo>
                    <a:pt x="146330" y="263658"/>
                  </a:lnTo>
                  <a:cubicBezTo>
                    <a:pt x="139940" y="263658"/>
                    <a:pt x="134189" y="268766"/>
                    <a:pt x="134189" y="275788"/>
                  </a:cubicBezTo>
                  <a:lnTo>
                    <a:pt x="134189" y="280895"/>
                  </a:lnTo>
                  <a:cubicBezTo>
                    <a:pt x="134189" y="284726"/>
                    <a:pt x="131633" y="287279"/>
                    <a:pt x="127799" y="287279"/>
                  </a:cubicBezTo>
                  <a:cubicBezTo>
                    <a:pt x="123965" y="287279"/>
                    <a:pt x="121409" y="284726"/>
                    <a:pt x="121409" y="280895"/>
                  </a:cubicBezTo>
                  <a:lnTo>
                    <a:pt x="121409" y="275788"/>
                  </a:lnTo>
                  <a:cubicBezTo>
                    <a:pt x="121409" y="262382"/>
                    <a:pt x="132272" y="250890"/>
                    <a:pt x="146330" y="250890"/>
                  </a:cubicBezTo>
                  <a:lnTo>
                    <a:pt x="175084" y="250890"/>
                  </a:lnTo>
                  <a:lnTo>
                    <a:pt x="175084" y="225993"/>
                  </a:lnTo>
                  <a:cubicBezTo>
                    <a:pt x="175084" y="222163"/>
                    <a:pt x="177640" y="219609"/>
                    <a:pt x="181474" y="219609"/>
                  </a:cubicBezTo>
                  <a:cubicBezTo>
                    <a:pt x="185308" y="219609"/>
                    <a:pt x="187864" y="222163"/>
                    <a:pt x="187864" y="225993"/>
                  </a:cubicBezTo>
                  <a:lnTo>
                    <a:pt x="187864" y="250890"/>
                  </a:lnTo>
                  <a:lnTo>
                    <a:pt x="216619" y="250890"/>
                  </a:lnTo>
                  <a:cubicBezTo>
                    <a:pt x="230038" y="250890"/>
                    <a:pt x="241540" y="261743"/>
                    <a:pt x="241540" y="275788"/>
                  </a:cubicBezTo>
                  <a:lnTo>
                    <a:pt x="241540" y="280895"/>
                  </a:lnTo>
                  <a:cubicBezTo>
                    <a:pt x="241540" y="284726"/>
                    <a:pt x="238984" y="287279"/>
                    <a:pt x="235150" y="287279"/>
                  </a:cubicBezTo>
                  <a:cubicBezTo>
                    <a:pt x="231316" y="287279"/>
                    <a:pt x="228760" y="284726"/>
                    <a:pt x="228760" y="280895"/>
                  </a:cubicBezTo>
                  <a:lnTo>
                    <a:pt x="228760" y="275788"/>
                  </a:lnTo>
                  <a:cubicBezTo>
                    <a:pt x="228121" y="268766"/>
                    <a:pt x="223009" y="263658"/>
                    <a:pt x="216619" y="263658"/>
                  </a:cubicBezTo>
                  <a:close/>
                  <a:moveTo>
                    <a:pt x="235150" y="308985"/>
                  </a:moveTo>
                  <a:cubicBezTo>
                    <a:pt x="229399" y="308985"/>
                    <a:pt x="224926" y="304516"/>
                    <a:pt x="224926" y="298770"/>
                  </a:cubicBezTo>
                  <a:cubicBezTo>
                    <a:pt x="224926" y="293025"/>
                    <a:pt x="229399" y="288556"/>
                    <a:pt x="235150" y="288556"/>
                  </a:cubicBezTo>
                  <a:cubicBezTo>
                    <a:pt x="240901" y="288556"/>
                    <a:pt x="245374" y="293025"/>
                    <a:pt x="245374" y="298770"/>
                  </a:cubicBezTo>
                  <a:cubicBezTo>
                    <a:pt x="245374" y="304516"/>
                    <a:pt x="240901" y="308985"/>
                    <a:pt x="235150" y="308985"/>
                  </a:cubicBezTo>
                  <a:close/>
                  <a:moveTo>
                    <a:pt x="265821" y="152577"/>
                  </a:moveTo>
                  <a:lnTo>
                    <a:pt x="257514" y="192158"/>
                  </a:lnTo>
                  <a:lnTo>
                    <a:pt x="257514" y="203011"/>
                  </a:lnTo>
                  <a:cubicBezTo>
                    <a:pt x="257514" y="210671"/>
                    <a:pt x="251124" y="216417"/>
                    <a:pt x="244095" y="216417"/>
                  </a:cubicBezTo>
                  <a:lnTo>
                    <a:pt x="118853" y="216417"/>
                  </a:lnTo>
                  <a:cubicBezTo>
                    <a:pt x="111185" y="216417"/>
                    <a:pt x="105434" y="210033"/>
                    <a:pt x="105434" y="203011"/>
                  </a:cubicBezTo>
                  <a:lnTo>
                    <a:pt x="105434" y="192158"/>
                  </a:lnTo>
                  <a:lnTo>
                    <a:pt x="97127" y="152577"/>
                  </a:lnTo>
                  <a:cubicBezTo>
                    <a:pt x="95210" y="144278"/>
                    <a:pt x="95849" y="137256"/>
                    <a:pt x="99683" y="132787"/>
                  </a:cubicBezTo>
                  <a:cubicBezTo>
                    <a:pt x="104156" y="127680"/>
                    <a:pt x="110546" y="127041"/>
                    <a:pt x="111185" y="127041"/>
                  </a:cubicBezTo>
                  <a:lnTo>
                    <a:pt x="122687" y="127041"/>
                  </a:lnTo>
                  <a:lnTo>
                    <a:pt x="122687" y="84907"/>
                  </a:lnTo>
                  <a:cubicBezTo>
                    <a:pt x="122687" y="67032"/>
                    <a:pt x="137384" y="52987"/>
                    <a:pt x="154636" y="52987"/>
                  </a:cubicBezTo>
                  <a:lnTo>
                    <a:pt x="208951" y="52987"/>
                  </a:lnTo>
                  <a:cubicBezTo>
                    <a:pt x="226843" y="52987"/>
                    <a:pt x="240901" y="67670"/>
                    <a:pt x="240901" y="84907"/>
                  </a:cubicBezTo>
                  <a:lnTo>
                    <a:pt x="240901" y="127041"/>
                  </a:lnTo>
                  <a:lnTo>
                    <a:pt x="252403" y="127041"/>
                  </a:lnTo>
                  <a:cubicBezTo>
                    <a:pt x="253042" y="127041"/>
                    <a:pt x="259431" y="127041"/>
                    <a:pt x="263904" y="132787"/>
                  </a:cubicBezTo>
                  <a:cubicBezTo>
                    <a:pt x="267099" y="137256"/>
                    <a:pt x="267738" y="143640"/>
                    <a:pt x="265821" y="152577"/>
                  </a:cubicBezTo>
                  <a:close/>
                </a:path>
              </a:pathLst>
            </a:custGeom>
            <a:solidFill>
              <a:srgbClr val="012169"/>
            </a:solidFill>
            <a:ln w="6390" cap="flat">
              <a:noFill/>
              <a:prstDash val="solid"/>
              <a:miter/>
            </a:ln>
          </p:spPr>
          <p:txBody>
            <a:bodyPr rtlCol="0" anchor="ctr"/>
            <a:lstStyle/>
            <a:p>
              <a:endParaRPr lang="en-US"/>
            </a:p>
          </p:txBody>
        </p:sp>
        <p:sp>
          <p:nvSpPr>
            <p:cNvPr id="633" name="Graphic 4">
              <a:extLst>
                <a:ext uri="{FF2B5EF4-FFF2-40B4-BE49-F238E27FC236}">
                  <a16:creationId xmlns:a16="http://schemas.microsoft.com/office/drawing/2014/main" id="{B13B0B2D-066B-2A41-A6A7-58C58075E58D}"/>
                </a:ext>
              </a:extLst>
            </p:cNvPr>
            <p:cNvSpPr/>
            <p:nvPr/>
          </p:nvSpPr>
          <p:spPr>
            <a:xfrm>
              <a:off x="2070339" y="4488102"/>
              <a:ext cx="126785" cy="23620"/>
            </a:xfrm>
            <a:custGeom>
              <a:avLst/>
              <a:gdLst>
                <a:gd name="connsiteX0" fmla="*/ 125882 w 126785"/>
                <a:gd name="connsiteY0" fmla="*/ 0 h 23620"/>
                <a:gd name="connsiteX1" fmla="*/ 639 w 126785"/>
                <a:gd name="connsiteY1" fmla="*/ 0 h 23620"/>
                <a:gd name="connsiteX2" fmla="*/ 0 w 126785"/>
                <a:gd name="connsiteY2" fmla="*/ 638 h 23620"/>
                <a:gd name="connsiteX3" fmla="*/ 0 w 126785"/>
                <a:gd name="connsiteY3" fmla="*/ 22982 h 23620"/>
                <a:gd name="connsiteX4" fmla="*/ 639 w 126785"/>
                <a:gd name="connsiteY4" fmla="*/ 23620 h 23620"/>
                <a:gd name="connsiteX5" fmla="*/ 125882 w 126785"/>
                <a:gd name="connsiteY5" fmla="*/ 23620 h 23620"/>
                <a:gd name="connsiteX6" fmla="*/ 126521 w 126785"/>
                <a:gd name="connsiteY6" fmla="*/ 22982 h 23620"/>
                <a:gd name="connsiteX7" fmla="*/ 126521 w 126785"/>
                <a:gd name="connsiteY7" fmla="*/ 638 h 23620"/>
                <a:gd name="connsiteX8" fmla="*/ 125882 w 126785"/>
                <a:gd name="connsiteY8" fmla="*/ 0 h 2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6785" h="23620">
                  <a:moveTo>
                    <a:pt x="125882" y="0"/>
                  </a:moveTo>
                  <a:lnTo>
                    <a:pt x="639" y="0"/>
                  </a:lnTo>
                  <a:cubicBezTo>
                    <a:pt x="0" y="0"/>
                    <a:pt x="0" y="638"/>
                    <a:pt x="0" y="638"/>
                  </a:cubicBezTo>
                  <a:lnTo>
                    <a:pt x="0" y="22982"/>
                  </a:lnTo>
                  <a:cubicBezTo>
                    <a:pt x="0" y="23620"/>
                    <a:pt x="639" y="23620"/>
                    <a:pt x="639" y="23620"/>
                  </a:cubicBezTo>
                  <a:lnTo>
                    <a:pt x="125882" y="23620"/>
                  </a:lnTo>
                  <a:cubicBezTo>
                    <a:pt x="126521" y="23620"/>
                    <a:pt x="126521" y="22982"/>
                    <a:pt x="126521" y="22982"/>
                  </a:cubicBezTo>
                  <a:lnTo>
                    <a:pt x="126521" y="638"/>
                  </a:lnTo>
                  <a:cubicBezTo>
                    <a:pt x="127160" y="638"/>
                    <a:pt x="126521" y="0"/>
                    <a:pt x="125882" y="0"/>
                  </a:cubicBezTo>
                  <a:close/>
                </a:path>
              </a:pathLst>
            </a:custGeom>
            <a:solidFill>
              <a:srgbClr val="012169"/>
            </a:solidFill>
            <a:ln w="6390" cap="flat">
              <a:noFill/>
              <a:prstDash val="solid"/>
              <a:miter/>
            </a:ln>
          </p:spPr>
          <p:txBody>
            <a:bodyPr rtlCol="0" anchor="ctr"/>
            <a:lstStyle/>
            <a:p>
              <a:endParaRPr lang="en-US"/>
            </a:p>
          </p:txBody>
        </p:sp>
      </p:grpSp>
      <p:sp>
        <p:nvSpPr>
          <p:cNvPr id="634" name="Graphic 4">
            <a:extLst>
              <a:ext uri="{FF2B5EF4-FFF2-40B4-BE49-F238E27FC236}">
                <a16:creationId xmlns:a16="http://schemas.microsoft.com/office/drawing/2014/main" id="{C3314426-5127-2848-A496-FAAC98F121EB}"/>
              </a:ext>
            </a:extLst>
          </p:cNvPr>
          <p:cNvSpPr/>
          <p:nvPr/>
        </p:nvSpPr>
        <p:spPr>
          <a:xfrm>
            <a:off x="1952764" y="2855717"/>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196 w 361674"/>
              <a:gd name="connsiteY5" fmla="*/ 95121 h 361333"/>
              <a:gd name="connsiteX6" fmla="*/ 194254 w 361674"/>
              <a:gd name="connsiteY6" fmla="*/ 125126 h 361333"/>
              <a:gd name="connsiteX7" fmla="*/ 193615 w 361674"/>
              <a:gd name="connsiteY7" fmla="*/ 149385 h 361333"/>
              <a:gd name="connsiteX8" fmla="*/ 192976 w 361674"/>
              <a:gd name="connsiteY8" fmla="*/ 151939 h 361333"/>
              <a:gd name="connsiteX9" fmla="*/ 205117 w 361674"/>
              <a:gd name="connsiteY9" fmla="*/ 171091 h 361333"/>
              <a:gd name="connsiteX10" fmla="*/ 207673 w 361674"/>
              <a:gd name="connsiteY10" fmla="*/ 174921 h 361333"/>
              <a:gd name="connsiteX11" fmla="*/ 209590 w 361674"/>
              <a:gd name="connsiteY11" fmla="*/ 185774 h 361333"/>
              <a:gd name="connsiteX12" fmla="*/ 203200 w 361674"/>
              <a:gd name="connsiteY12" fmla="*/ 194073 h 361333"/>
              <a:gd name="connsiteX13" fmla="*/ 200005 w 361674"/>
              <a:gd name="connsiteY13" fmla="*/ 195988 h 361333"/>
              <a:gd name="connsiteX14" fmla="*/ 200644 w 361674"/>
              <a:gd name="connsiteY14" fmla="*/ 196627 h 361333"/>
              <a:gd name="connsiteX15" fmla="*/ 201283 w 361674"/>
              <a:gd name="connsiteY15" fmla="*/ 204287 h 361333"/>
              <a:gd name="connsiteX16" fmla="*/ 194893 w 361674"/>
              <a:gd name="connsiteY16" fmla="*/ 210671 h 361333"/>
              <a:gd name="connsiteX17" fmla="*/ 183391 w 361674"/>
              <a:gd name="connsiteY17" fmla="*/ 216417 h 361333"/>
              <a:gd name="connsiteX18" fmla="*/ 180196 w 361674"/>
              <a:gd name="connsiteY18" fmla="*/ 217055 h 361333"/>
              <a:gd name="connsiteX19" fmla="*/ 174445 w 361674"/>
              <a:gd name="connsiteY19" fmla="*/ 213863 h 361333"/>
              <a:gd name="connsiteX20" fmla="*/ 177001 w 361674"/>
              <a:gd name="connsiteY20" fmla="*/ 205564 h 361333"/>
              <a:gd name="connsiteX21" fmla="*/ 187864 w 361674"/>
              <a:gd name="connsiteY21" fmla="*/ 199819 h 361333"/>
              <a:gd name="connsiteX22" fmla="*/ 187225 w 361674"/>
              <a:gd name="connsiteY22" fmla="*/ 192158 h 361333"/>
              <a:gd name="connsiteX23" fmla="*/ 196810 w 361674"/>
              <a:gd name="connsiteY23" fmla="*/ 182582 h 361333"/>
              <a:gd name="connsiteX24" fmla="*/ 197449 w 361674"/>
              <a:gd name="connsiteY24" fmla="*/ 181944 h 361333"/>
              <a:gd name="connsiteX25" fmla="*/ 196810 w 361674"/>
              <a:gd name="connsiteY25" fmla="*/ 181305 h 361333"/>
              <a:gd name="connsiteX26" fmla="*/ 194254 w 361674"/>
              <a:gd name="connsiteY26" fmla="*/ 178113 h 361333"/>
              <a:gd name="connsiteX27" fmla="*/ 179557 w 361674"/>
              <a:gd name="connsiteY27" fmla="*/ 151939 h 361333"/>
              <a:gd name="connsiteX28" fmla="*/ 180196 w 361674"/>
              <a:gd name="connsiteY28" fmla="*/ 146193 h 361333"/>
              <a:gd name="connsiteX29" fmla="*/ 180835 w 361674"/>
              <a:gd name="connsiteY29" fmla="*/ 127041 h 361333"/>
              <a:gd name="connsiteX30" fmla="*/ 169333 w 361674"/>
              <a:gd name="connsiteY30" fmla="*/ 102144 h 361333"/>
              <a:gd name="connsiteX31" fmla="*/ 170611 w 361674"/>
              <a:gd name="connsiteY31" fmla="*/ 93206 h 361333"/>
              <a:gd name="connsiteX32" fmla="*/ 180196 w 361674"/>
              <a:gd name="connsiteY32" fmla="*/ 95121 h 361333"/>
              <a:gd name="connsiteX33" fmla="*/ 212785 w 361674"/>
              <a:gd name="connsiteY33" fmla="*/ 201734 h 361333"/>
              <a:gd name="connsiteX34" fmla="*/ 241540 w 361674"/>
              <a:gd name="connsiteY34" fmla="*/ 208118 h 361333"/>
              <a:gd name="connsiteX35" fmla="*/ 246652 w 361674"/>
              <a:gd name="connsiteY35" fmla="*/ 215779 h 361333"/>
              <a:gd name="connsiteX36" fmla="*/ 240262 w 361674"/>
              <a:gd name="connsiteY36" fmla="*/ 220886 h 361333"/>
              <a:gd name="connsiteX37" fmla="*/ 238984 w 361674"/>
              <a:gd name="connsiteY37" fmla="*/ 220886 h 361333"/>
              <a:gd name="connsiteX38" fmla="*/ 210229 w 361674"/>
              <a:gd name="connsiteY38" fmla="*/ 214502 h 361333"/>
              <a:gd name="connsiteX39" fmla="*/ 205117 w 361674"/>
              <a:gd name="connsiteY39" fmla="*/ 206841 h 361333"/>
              <a:gd name="connsiteX40" fmla="*/ 212785 w 361674"/>
              <a:gd name="connsiteY40" fmla="*/ 201734 h 361333"/>
              <a:gd name="connsiteX41" fmla="*/ 196171 w 361674"/>
              <a:gd name="connsiteY41" fmla="*/ 240038 h 361333"/>
              <a:gd name="connsiteX42" fmla="*/ 187225 w 361674"/>
              <a:gd name="connsiteY42" fmla="*/ 250252 h 361333"/>
              <a:gd name="connsiteX43" fmla="*/ 185308 w 361674"/>
              <a:gd name="connsiteY43" fmla="*/ 251529 h 361333"/>
              <a:gd name="connsiteX44" fmla="*/ 185308 w 361674"/>
              <a:gd name="connsiteY44" fmla="*/ 252167 h 361333"/>
              <a:gd name="connsiteX45" fmla="*/ 168694 w 361674"/>
              <a:gd name="connsiteY45" fmla="*/ 264935 h 361333"/>
              <a:gd name="connsiteX46" fmla="*/ 168055 w 361674"/>
              <a:gd name="connsiteY46" fmla="*/ 264935 h 361333"/>
              <a:gd name="connsiteX47" fmla="*/ 148885 w 361674"/>
              <a:gd name="connsiteY47" fmla="*/ 257274 h 361333"/>
              <a:gd name="connsiteX48" fmla="*/ 135467 w 361674"/>
              <a:gd name="connsiteY48" fmla="*/ 264935 h 361333"/>
              <a:gd name="connsiteX49" fmla="*/ 130994 w 361674"/>
              <a:gd name="connsiteY49" fmla="*/ 289833 h 361333"/>
              <a:gd name="connsiteX50" fmla="*/ 124604 w 361674"/>
              <a:gd name="connsiteY50" fmla="*/ 296217 h 361333"/>
              <a:gd name="connsiteX51" fmla="*/ 118214 w 361674"/>
              <a:gd name="connsiteY51" fmla="*/ 289833 h 361333"/>
              <a:gd name="connsiteX52" fmla="*/ 123965 w 361674"/>
              <a:gd name="connsiteY52" fmla="*/ 259828 h 361333"/>
              <a:gd name="connsiteX53" fmla="*/ 136106 w 361674"/>
              <a:gd name="connsiteY53" fmla="*/ 248975 h 361333"/>
              <a:gd name="connsiteX54" fmla="*/ 116297 w 361674"/>
              <a:gd name="connsiteY54" fmla="*/ 234292 h 361333"/>
              <a:gd name="connsiteX55" fmla="*/ 108629 w 361674"/>
              <a:gd name="connsiteY55" fmla="*/ 206841 h 361333"/>
              <a:gd name="connsiteX56" fmla="*/ 84347 w 361674"/>
              <a:gd name="connsiteY56" fmla="*/ 183220 h 361333"/>
              <a:gd name="connsiteX57" fmla="*/ 84347 w 361674"/>
              <a:gd name="connsiteY57" fmla="*/ 164068 h 361333"/>
              <a:gd name="connsiteX58" fmla="*/ 100322 w 361674"/>
              <a:gd name="connsiteY58" fmla="*/ 148108 h 361333"/>
              <a:gd name="connsiteX59" fmla="*/ 118214 w 361674"/>
              <a:gd name="connsiteY59" fmla="*/ 152577 h 361333"/>
              <a:gd name="connsiteX60" fmla="*/ 118214 w 361674"/>
              <a:gd name="connsiteY60" fmla="*/ 144916 h 361333"/>
              <a:gd name="connsiteX61" fmla="*/ 120770 w 361674"/>
              <a:gd name="connsiteY61" fmla="*/ 139809 h 361333"/>
              <a:gd name="connsiteX62" fmla="*/ 135467 w 361674"/>
              <a:gd name="connsiteY62" fmla="*/ 114273 h 361333"/>
              <a:gd name="connsiteX63" fmla="*/ 138662 w 361674"/>
              <a:gd name="connsiteY63" fmla="*/ 108528 h 361333"/>
              <a:gd name="connsiteX64" fmla="*/ 161026 w 361674"/>
              <a:gd name="connsiteY64" fmla="*/ 78523 h 361333"/>
              <a:gd name="connsiteX65" fmla="*/ 85625 w 361674"/>
              <a:gd name="connsiteY65" fmla="*/ 78523 h 361333"/>
              <a:gd name="connsiteX66" fmla="*/ 79235 w 361674"/>
              <a:gd name="connsiteY66" fmla="*/ 72139 h 361333"/>
              <a:gd name="connsiteX67" fmla="*/ 85625 w 361674"/>
              <a:gd name="connsiteY67" fmla="*/ 65755 h 361333"/>
              <a:gd name="connsiteX68" fmla="*/ 168055 w 361674"/>
              <a:gd name="connsiteY68" fmla="*/ 65755 h 361333"/>
              <a:gd name="connsiteX69" fmla="*/ 174445 w 361674"/>
              <a:gd name="connsiteY69" fmla="*/ 72139 h 361333"/>
              <a:gd name="connsiteX70" fmla="*/ 147608 w 361674"/>
              <a:gd name="connsiteY70" fmla="*/ 117465 h 361333"/>
              <a:gd name="connsiteX71" fmla="*/ 130994 w 361674"/>
              <a:gd name="connsiteY71" fmla="*/ 147470 h 361333"/>
              <a:gd name="connsiteX72" fmla="*/ 130994 w 361674"/>
              <a:gd name="connsiteY72" fmla="*/ 164068 h 361333"/>
              <a:gd name="connsiteX73" fmla="*/ 127799 w 361674"/>
              <a:gd name="connsiteY73" fmla="*/ 169814 h 361333"/>
              <a:gd name="connsiteX74" fmla="*/ 121409 w 361674"/>
              <a:gd name="connsiteY74" fmla="*/ 169814 h 361333"/>
              <a:gd name="connsiteX75" fmla="*/ 111824 w 361674"/>
              <a:gd name="connsiteY75" fmla="*/ 164707 h 361333"/>
              <a:gd name="connsiteX76" fmla="*/ 108629 w 361674"/>
              <a:gd name="connsiteY76" fmla="*/ 161515 h 361333"/>
              <a:gd name="connsiteX77" fmla="*/ 99683 w 361674"/>
              <a:gd name="connsiteY77" fmla="*/ 160238 h 361333"/>
              <a:gd name="connsiteX78" fmla="*/ 96488 w 361674"/>
              <a:gd name="connsiteY78" fmla="*/ 163430 h 361333"/>
              <a:gd name="connsiteX79" fmla="*/ 96488 w 361674"/>
              <a:gd name="connsiteY79" fmla="*/ 182582 h 361333"/>
              <a:gd name="connsiteX80" fmla="*/ 114380 w 361674"/>
              <a:gd name="connsiteY80" fmla="*/ 195350 h 361333"/>
              <a:gd name="connsiteX81" fmla="*/ 116936 w 361674"/>
              <a:gd name="connsiteY81" fmla="*/ 195988 h 361333"/>
              <a:gd name="connsiteX82" fmla="*/ 120770 w 361674"/>
              <a:gd name="connsiteY82" fmla="*/ 202372 h 361333"/>
              <a:gd name="connsiteX83" fmla="*/ 123965 w 361674"/>
              <a:gd name="connsiteY83" fmla="*/ 224716 h 361333"/>
              <a:gd name="connsiteX84" fmla="*/ 168055 w 361674"/>
              <a:gd name="connsiteY84" fmla="*/ 251529 h 361333"/>
              <a:gd name="connsiteX85" fmla="*/ 173167 w 361674"/>
              <a:gd name="connsiteY85" fmla="*/ 247060 h 361333"/>
              <a:gd name="connsiteX86" fmla="*/ 173806 w 361674"/>
              <a:gd name="connsiteY86" fmla="*/ 245145 h 361333"/>
              <a:gd name="connsiteX87" fmla="*/ 180196 w 361674"/>
              <a:gd name="connsiteY87" fmla="*/ 238761 h 361333"/>
              <a:gd name="connsiteX88" fmla="*/ 176362 w 361674"/>
              <a:gd name="connsiteY88" fmla="*/ 236207 h 361333"/>
              <a:gd name="connsiteX89" fmla="*/ 174445 w 361674"/>
              <a:gd name="connsiteY89" fmla="*/ 227270 h 361333"/>
              <a:gd name="connsiteX90" fmla="*/ 183391 w 361674"/>
              <a:gd name="connsiteY90" fmla="*/ 225355 h 361333"/>
              <a:gd name="connsiteX91" fmla="*/ 192976 w 361674"/>
              <a:gd name="connsiteY91" fmla="*/ 231738 h 361333"/>
              <a:gd name="connsiteX92" fmla="*/ 196171 w 361674"/>
              <a:gd name="connsiteY92" fmla="*/ 240038 h 361333"/>
              <a:gd name="connsiteX93" fmla="*/ 192976 w 361674"/>
              <a:gd name="connsiteY93" fmla="*/ 225355 h 361333"/>
              <a:gd name="connsiteX94" fmla="*/ 200644 w 361674"/>
              <a:gd name="connsiteY94" fmla="*/ 220886 h 361333"/>
              <a:gd name="connsiteX95" fmla="*/ 241540 w 361674"/>
              <a:gd name="connsiteY95" fmla="*/ 230462 h 361333"/>
              <a:gd name="connsiteX96" fmla="*/ 246013 w 361674"/>
              <a:gd name="connsiteY96" fmla="*/ 238122 h 361333"/>
              <a:gd name="connsiteX97" fmla="*/ 239623 w 361674"/>
              <a:gd name="connsiteY97" fmla="*/ 243230 h 361333"/>
              <a:gd name="connsiteX98" fmla="*/ 238345 w 361674"/>
              <a:gd name="connsiteY98" fmla="*/ 243230 h 361333"/>
              <a:gd name="connsiteX99" fmla="*/ 197449 w 361674"/>
              <a:gd name="connsiteY99" fmla="*/ 233654 h 361333"/>
              <a:gd name="connsiteX100" fmla="*/ 192976 w 361674"/>
              <a:gd name="connsiteY100" fmla="*/ 225355 h 361333"/>
              <a:gd name="connsiteX101" fmla="*/ 266460 w 361674"/>
              <a:gd name="connsiteY101" fmla="*/ 261743 h 361333"/>
              <a:gd name="connsiteX102" fmla="*/ 240901 w 361674"/>
              <a:gd name="connsiteY102" fmla="*/ 286002 h 361333"/>
              <a:gd name="connsiteX103" fmla="*/ 219814 w 361674"/>
              <a:gd name="connsiteY103" fmla="*/ 275149 h 361333"/>
              <a:gd name="connsiteX104" fmla="*/ 221092 w 361674"/>
              <a:gd name="connsiteY104" fmla="*/ 266212 h 361333"/>
              <a:gd name="connsiteX105" fmla="*/ 230038 w 361674"/>
              <a:gd name="connsiteY105" fmla="*/ 267489 h 361333"/>
              <a:gd name="connsiteX106" fmla="*/ 240901 w 361674"/>
              <a:gd name="connsiteY106" fmla="*/ 273234 h 361333"/>
              <a:gd name="connsiteX107" fmla="*/ 253680 w 361674"/>
              <a:gd name="connsiteY107" fmla="*/ 260466 h 361333"/>
              <a:gd name="connsiteX108" fmla="*/ 253680 w 361674"/>
              <a:gd name="connsiteY108" fmla="*/ 259828 h 361333"/>
              <a:gd name="connsiteX109" fmla="*/ 249847 w 361674"/>
              <a:gd name="connsiteY109" fmla="*/ 257913 h 361333"/>
              <a:gd name="connsiteX110" fmla="*/ 247290 w 361674"/>
              <a:gd name="connsiteY110" fmla="*/ 248975 h 361333"/>
              <a:gd name="connsiteX111" fmla="*/ 256237 w 361674"/>
              <a:gd name="connsiteY111" fmla="*/ 246422 h 361333"/>
              <a:gd name="connsiteX112" fmla="*/ 265182 w 361674"/>
              <a:gd name="connsiteY112" fmla="*/ 248975 h 361333"/>
              <a:gd name="connsiteX113" fmla="*/ 283074 w 361674"/>
              <a:gd name="connsiteY113" fmla="*/ 231100 h 361333"/>
              <a:gd name="connsiteX114" fmla="*/ 266460 w 361674"/>
              <a:gd name="connsiteY114" fmla="*/ 213225 h 361333"/>
              <a:gd name="connsiteX115" fmla="*/ 260709 w 361674"/>
              <a:gd name="connsiteY115" fmla="*/ 206203 h 361333"/>
              <a:gd name="connsiteX116" fmla="*/ 267738 w 361674"/>
              <a:gd name="connsiteY116" fmla="*/ 200457 h 361333"/>
              <a:gd name="connsiteX117" fmla="*/ 270294 w 361674"/>
              <a:gd name="connsiteY117" fmla="*/ 201095 h 361333"/>
              <a:gd name="connsiteX118" fmla="*/ 273489 w 361674"/>
              <a:gd name="connsiteY118" fmla="*/ 192158 h 361333"/>
              <a:gd name="connsiteX119" fmla="*/ 260709 w 361674"/>
              <a:gd name="connsiteY119" fmla="*/ 179390 h 361333"/>
              <a:gd name="connsiteX120" fmla="*/ 249208 w 361674"/>
              <a:gd name="connsiteY120" fmla="*/ 186412 h 361333"/>
              <a:gd name="connsiteX121" fmla="*/ 240262 w 361674"/>
              <a:gd name="connsiteY121" fmla="*/ 188966 h 361333"/>
              <a:gd name="connsiteX122" fmla="*/ 237706 w 361674"/>
              <a:gd name="connsiteY122" fmla="*/ 180028 h 361333"/>
              <a:gd name="connsiteX123" fmla="*/ 260709 w 361674"/>
              <a:gd name="connsiteY123" fmla="*/ 165984 h 361333"/>
              <a:gd name="connsiteX124" fmla="*/ 286269 w 361674"/>
              <a:gd name="connsiteY124" fmla="*/ 191519 h 361333"/>
              <a:gd name="connsiteX125" fmla="*/ 282435 w 361674"/>
              <a:gd name="connsiteY125" fmla="*/ 204926 h 361333"/>
              <a:gd name="connsiteX126" fmla="*/ 295854 w 361674"/>
              <a:gd name="connsiteY126" fmla="*/ 230462 h 361333"/>
              <a:gd name="connsiteX127" fmla="*/ 266460 w 361674"/>
              <a:gd name="connsiteY127" fmla="*/ 26174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361674"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2309" y="80438"/>
                  <a:pt x="281157" y="0"/>
                  <a:pt x="180835" y="0"/>
                </a:cubicBezTo>
                <a:close/>
                <a:moveTo>
                  <a:pt x="180196" y="95121"/>
                </a:moveTo>
                <a:cubicBezTo>
                  <a:pt x="189781" y="107889"/>
                  <a:pt x="192976" y="120657"/>
                  <a:pt x="194254" y="125126"/>
                </a:cubicBezTo>
                <a:cubicBezTo>
                  <a:pt x="196810" y="135979"/>
                  <a:pt x="194893" y="144278"/>
                  <a:pt x="193615" y="149385"/>
                </a:cubicBezTo>
                <a:cubicBezTo>
                  <a:pt x="193615" y="150662"/>
                  <a:pt x="192976" y="151300"/>
                  <a:pt x="192976" y="151939"/>
                </a:cubicBezTo>
                <a:cubicBezTo>
                  <a:pt x="193615" y="153854"/>
                  <a:pt x="197449" y="160238"/>
                  <a:pt x="205117" y="171091"/>
                </a:cubicBezTo>
                <a:cubicBezTo>
                  <a:pt x="206395" y="173006"/>
                  <a:pt x="207034" y="174283"/>
                  <a:pt x="207673" y="174921"/>
                </a:cubicBezTo>
                <a:cubicBezTo>
                  <a:pt x="210229" y="178113"/>
                  <a:pt x="210868" y="181944"/>
                  <a:pt x="209590" y="185774"/>
                </a:cubicBezTo>
                <a:cubicBezTo>
                  <a:pt x="208951" y="188327"/>
                  <a:pt x="207673" y="191519"/>
                  <a:pt x="203200" y="194073"/>
                </a:cubicBezTo>
                <a:cubicBezTo>
                  <a:pt x="201922" y="194711"/>
                  <a:pt x="200644" y="195350"/>
                  <a:pt x="200005" y="195988"/>
                </a:cubicBezTo>
                <a:cubicBezTo>
                  <a:pt x="200005" y="195988"/>
                  <a:pt x="200005" y="196627"/>
                  <a:pt x="200644" y="196627"/>
                </a:cubicBezTo>
                <a:cubicBezTo>
                  <a:pt x="201922" y="199180"/>
                  <a:pt x="201922" y="201734"/>
                  <a:pt x="201283" y="204287"/>
                </a:cubicBezTo>
                <a:cubicBezTo>
                  <a:pt x="200005" y="206841"/>
                  <a:pt x="198088" y="209395"/>
                  <a:pt x="194893" y="210671"/>
                </a:cubicBezTo>
                <a:lnTo>
                  <a:pt x="183391" y="216417"/>
                </a:lnTo>
                <a:cubicBezTo>
                  <a:pt x="182752" y="217055"/>
                  <a:pt x="181474" y="217055"/>
                  <a:pt x="180196" y="217055"/>
                </a:cubicBezTo>
                <a:cubicBezTo>
                  <a:pt x="177640" y="217055"/>
                  <a:pt x="175723" y="215779"/>
                  <a:pt x="174445" y="213863"/>
                </a:cubicBezTo>
                <a:cubicBezTo>
                  <a:pt x="172528" y="210671"/>
                  <a:pt x="173806" y="206841"/>
                  <a:pt x="177001" y="205564"/>
                </a:cubicBezTo>
                <a:lnTo>
                  <a:pt x="187864" y="199819"/>
                </a:lnTo>
                <a:cubicBezTo>
                  <a:pt x="186586" y="196627"/>
                  <a:pt x="186586" y="194073"/>
                  <a:pt x="187225" y="192158"/>
                </a:cubicBezTo>
                <a:cubicBezTo>
                  <a:pt x="188503" y="188327"/>
                  <a:pt x="191698" y="185774"/>
                  <a:pt x="196810" y="182582"/>
                </a:cubicBezTo>
                <a:cubicBezTo>
                  <a:pt x="197449" y="182582"/>
                  <a:pt x="197449" y="181944"/>
                  <a:pt x="197449" y="181944"/>
                </a:cubicBezTo>
                <a:cubicBezTo>
                  <a:pt x="197449" y="181944"/>
                  <a:pt x="197449" y="181944"/>
                  <a:pt x="196810" y="181305"/>
                </a:cubicBezTo>
                <a:cubicBezTo>
                  <a:pt x="196171" y="180667"/>
                  <a:pt x="195532" y="179390"/>
                  <a:pt x="194254" y="178113"/>
                </a:cubicBezTo>
                <a:cubicBezTo>
                  <a:pt x="185308" y="165345"/>
                  <a:pt x="180196" y="157046"/>
                  <a:pt x="179557" y="151939"/>
                </a:cubicBezTo>
                <a:cubicBezTo>
                  <a:pt x="179557" y="150024"/>
                  <a:pt x="179557" y="148108"/>
                  <a:pt x="180196" y="146193"/>
                </a:cubicBezTo>
                <a:cubicBezTo>
                  <a:pt x="180835" y="141724"/>
                  <a:pt x="182113" y="135340"/>
                  <a:pt x="180835" y="127041"/>
                </a:cubicBezTo>
                <a:cubicBezTo>
                  <a:pt x="180196" y="123849"/>
                  <a:pt x="177640" y="112996"/>
                  <a:pt x="169333" y="102144"/>
                </a:cubicBezTo>
                <a:cubicBezTo>
                  <a:pt x="167416" y="99590"/>
                  <a:pt x="168055" y="95121"/>
                  <a:pt x="170611" y="93206"/>
                </a:cubicBezTo>
                <a:cubicBezTo>
                  <a:pt x="173806" y="91929"/>
                  <a:pt x="178279" y="92568"/>
                  <a:pt x="180196" y="95121"/>
                </a:cubicBezTo>
                <a:close/>
                <a:moveTo>
                  <a:pt x="212785" y="201734"/>
                </a:moveTo>
                <a:lnTo>
                  <a:pt x="241540" y="208118"/>
                </a:lnTo>
                <a:cubicBezTo>
                  <a:pt x="244735" y="208756"/>
                  <a:pt x="247290" y="211948"/>
                  <a:pt x="246652" y="215779"/>
                </a:cubicBezTo>
                <a:cubicBezTo>
                  <a:pt x="246013" y="218971"/>
                  <a:pt x="243457" y="220886"/>
                  <a:pt x="240262" y="220886"/>
                </a:cubicBezTo>
                <a:cubicBezTo>
                  <a:pt x="239623" y="220886"/>
                  <a:pt x="239623" y="220886"/>
                  <a:pt x="238984" y="220886"/>
                </a:cubicBezTo>
                <a:lnTo>
                  <a:pt x="210229" y="214502"/>
                </a:lnTo>
                <a:cubicBezTo>
                  <a:pt x="207034" y="213863"/>
                  <a:pt x="204478" y="210671"/>
                  <a:pt x="205117" y="206841"/>
                </a:cubicBezTo>
                <a:cubicBezTo>
                  <a:pt x="206395" y="203649"/>
                  <a:pt x="209590" y="201095"/>
                  <a:pt x="212785" y="201734"/>
                </a:cubicBezTo>
                <a:close/>
                <a:moveTo>
                  <a:pt x="196171" y="240038"/>
                </a:moveTo>
                <a:cubicBezTo>
                  <a:pt x="194254" y="246422"/>
                  <a:pt x="189781" y="248975"/>
                  <a:pt x="187225" y="250252"/>
                </a:cubicBezTo>
                <a:cubicBezTo>
                  <a:pt x="185947" y="250890"/>
                  <a:pt x="185308" y="251529"/>
                  <a:pt x="185308" y="251529"/>
                </a:cubicBezTo>
                <a:lnTo>
                  <a:pt x="185308" y="252167"/>
                </a:lnTo>
                <a:cubicBezTo>
                  <a:pt x="182113" y="260466"/>
                  <a:pt x="176362" y="264935"/>
                  <a:pt x="168694" y="264935"/>
                </a:cubicBezTo>
                <a:cubicBezTo>
                  <a:pt x="168694" y="264935"/>
                  <a:pt x="168055" y="264935"/>
                  <a:pt x="168055" y="264935"/>
                </a:cubicBezTo>
                <a:cubicBezTo>
                  <a:pt x="163582" y="264935"/>
                  <a:pt x="156553" y="261105"/>
                  <a:pt x="148885" y="257274"/>
                </a:cubicBezTo>
                <a:cubicBezTo>
                  <a:pt x="142496" y="259828"/>
                  <a:pt x="136745" y="263020"/>
                  <a:pt x="135467" y="264935"/>
                </a:cubicBezTo>
                <a:cubicBezTo>
                  <a:pt x="132272" y="271958"/>
                  <a:pt x="130994" y="281533"/>
                  <a:pt x="130994" y="289833"/>
                </a:cubicBezTo>
                <a:cubicBezTo>
                  <a:pt x="130994" y="293663"/>
                  <a:pt x="128438" y="296217"/>
                  <a:pt x="124604" y="296217"/>
                </a:cubicBezTo>
                <a:cubicBezTo>
                  <a:pt x="120770" y="296217"/>
                  <a:pt x="118214" y="293663"/>
                  <a:pt x="118214" y="289833"/>
                </a:cubicBezTo>
                <a:cubicBezTo>
                  <a:pt x="118214" y="279618"/>
                  <a:pt x="120131" y="268127"/>
                  <a:pt x="123965" y="259828"/>
                </a:cubicBezTo>
                <a:cubicBezTo>
                  <a:pt x="125882" y="255359"/>
                  <a:pt x="130994" y="251529"/>
                  <a:pt x="136106" y="248975"/>
                </a:cubicBezTo>
                <a:cubicBezTo>
                  <a:pt x="125243" y="241953"/>
                  <a:pt x="116297" y="234930"/>
                  <a:pt x="116297" y="234292"/>
                </a:cubicBezTo>
                <a:cubicBezTo>
                  <a:pt x="111185" y="229823"/>
                  <a:pt x="109268" y="217055"/>
                  <a:pt x="108629" y="206841"/>
                </a:cubicBezTo>
                <a:cubicBezTo>
                  <a:pt x="99683" y="203649"/>
                  <a:pt x="84347" y="197265"/>
                  <a:pt x="84347" y="183220"/>
                </a:cubicBezTo>
                <a:lnTo>
                  <a:pt x="84347" y="164068"/>
                </a:lnTo>
                <a:cubicBezTo>
                  <a:pt x="84347" y="155769"/>
                  <a:pt x="92015" y="148108"/>
                  <a:pt x="100322" y="148108"/>
                </a:cubicBezTo>
                <a:cubicBezTo>
                  <a:pt x="109907" y="148108"/>
                  <a:pt x="115658" y="150024"/>
                  <a:pt x="118214" y="152577"/>
                </a:cubicBezTo>
                <a:lnTo>
                  <a:pt x="118214" y="144916"/>
                </a:lnTo>
                <a:cubicBezTo>
                  <a:pt x="118214" y="143001"/>
                  <a:pt x="118853" y="141086"/>
                  <a:pt x="120770" y="139809"/>
                </a:cubicBezTo>
                <a:cubicBezTo>
                  <a:pt x="120770" y="139809"/>
                  <a:pt x="135467" y="127680"/>
                  <a:pt x="135467" y="114273"/>
                </a:cubicBezTo>
                <a:cubicBezTo>
                  <a:pt x="135467" y="111720"/>
                  <a:pt x="136745" y="109804"/>
                  <a:pt x="138662" y="108528"/>
                </a:cubicBezTo>
                <a:cubicBezTo>
                  <a:pt x="154636" y="98952"/>
                  <a:pt x="159748" y="86184"/>
                  <a:pt x="161026" y="78523"/>
                </a:cubicBezTo>
                <a:lnTo>
                  <a:pt x="85625" y="78523"/>
                </a:lnTo>
                <a:cubicBezTo>
                  <a:pt x="81791" y="78523"/>
                  <a:pt x="79235" y="75969"/>
                  <a:pt x="79235" y="72139"/>
                </a:cubicBezTo>
                <a:cubicBezTo>
                  <a:pt x="79235" y="68308"/>
                  <a:pt x="81791" y="65755"/>
                  <a:pt x="85625" y="65755"/>
                </a:cubicBezTo>
                <a:lnTo>
                  <a:pt x="168055" y="65755"/>
                </a:lnTo>
                <a:cubicBezTo>
                  <a:pt x="171889" y="65755"/>
                  <a:pt x="174445" y="68308"/>
                  <a:pt x="174445" y="72139"/>
                </a:cubicBezTo>
                <a:cubicBezTo>
                  <a:pt x="174445" y="77246"/>
                  <a:pt x="173167" y="100867"/>
                  <a:pt x="147608" y="117465"/>
                </a:cubicBezTo>
                <a:cubicBezTo>
                  <a:pt x="145690" y="131510"/>
                  <a:pt x="135467" y="143001"/>
                  <a:pt x="130994" y="147470"/>
                </a:cubicBezTo>
                <a:lnTo>
                  <a:pt x="130994" y="164068"/>
                </a:lnTo>
                <a:cubicBezTo>
                  <a:pt x="130994" y="165984"/>
                  <a:pt x="129716" y="168537"/>
                  <a:pt x="127799" y="169814"/>
                </a:cubicBezTo>
                <a:cubicBezTo>
                  <a:pt x="125882" y="171091"/>
                  <a:pt x="123326" y="171091"/>
                  <a:pt x="121409" y="169814"/>
                </a:cubicBezTo>
                <a:lnTo>
                  <a:pt x="111824" y="164707"/>
                </a:lnTo>
                <a:cubicBezTo>
                  <a:pt x="110546" y="164068"/>
                  <a:pt x="109268" y="162792"/>
                  <a:pt x="108629" y="161515"/>
                </a:cubicBezTo>
                <a:cubicBezTo>
                  <a:pt x="107990" y="160876"/>
                  <a:pt x="105434" y="160238"/>
                  <a:pt x="99683" y="160238"/>
                </a:cubicBezTo>
                <a:cubicBezTo>
                  <a:pt x="97766" y="160238"/>
                  <a:pt x="96488" y="162153"/>
                  <a:pt x="96488" y="163430"/>
                </a:cubicBezTo>
                <a:lnTo>
                  <a:pt x="96488" y="182582"/>
                </a:lnTo>
                <a:cubicBezTo>
                  <a:pt x="96488" y="188966"/>
                  <a:pt x="109268" y="193435"/>
                  <a:pt x="114380" y="195350"/>
                </a:cubicBezTo>
                <a:lnTo>
                  <a:pt x="116936" y="195988"/>
                </a:lnTo>
                <a:cubicBezTo>
                  <a:pt x="119492" y="197265"/>
                  <a:pt x="121409" y="199819"/>
                  <a:pt x="120770" y="202372"/>
                </a:cubicBezTo>
                <a:cubicBezTo>
                  <a:pt x="120131" y="213225"/>
                  <a:pt x="122687" y="222801"/>
                  <a:pt x="123965" y="224716"/>
                </a:cubicBezTo>
                <a:cubicBezTo>
                  <a:pt x="129716" y="229823"/>
                  <a:pt x="161026" y="251529"/>
                  <a:pt x="168055" y="251529"/>
                </a:cubicBezTo>
                <a:cubicBezTo>
                  <a:pt x="170611" y="251529"/>
                  <a:pt x="171889" y="250890"/>
                  <a:pt x="173167" y="247060"/>
                </a:cubicBezTo>
                <a:cubicBezTo>
                  <a:pt x="173167" y="246422"/>
                  <a:pt x="173806" y="245783"/>
                  <a:pt x="173806" y="245145"/>
                </a:cubicBezTo>
                <a:cubicBezTo>
                  <a:pt x="175723" y="241314"/>
                  <a:pt x="178279" y="239399"/>
                  <a:pt x="180196" y="238761"/>
                </a:cubicBezTo>
                <a:lnTo>
                  <a:pt x="176362" y="236207"/>
                </a:lnTo>
                <a:cubicBezTo>
                  <a:pt x="173167" y="234292"/>
                  <a:pt x="172528" y="230462"/>
                  <a:pt x="174445" y="227270"/>
                </a:cubicBezTo>
                <a:cubicBezTo>
                  <a:pt x="176362" y="224078"/>
                  <a:pt x="180196" y="223439"/>
                  <a:pt x="183391" y="225355"/>
                </a:cubicBezTo>
                <a:lnTo>
                  <a:pt x="192976" y="231738"/>
                </a:lnTo>
                <a:cubicBezTo>
                  <a:pt x="195532" y="234292"/>
                  <a:pt x="196810" y="237484"/>
                  <a:pt x="196171" y="240038"/>
                </a:cubicBezTo>
                <a:close/>
                <a:moveTo>
                  <a:pt x="192976" y="225355"/>
                </a:moveTo>
                <a:cubicBezTo>
                  <a:pt x="193615" y="222163"/>
                  <a:pt x="197449" y="219609"/>
                  <a:pt x="200644" y="220886"/>
                </a:cubicBezTo>
                <a:lnTo>
                  <a:pt x="241540" y="230462"/>
                </a:lnTo>
                <a:cubicBezTo>
                  <a:pt x="244735" y="231100"/>
                  <a:pt x="247290" y="234930"/>
                  <a:pt x="246013" y="238122"/>
                </a:cubicBezTo>
                <a:cubicBezTo>
                  <a:pt x="245374" y="241314"/>
                  <a:pt x="242818" y="243230"/>
                  <a:pt x="239623" y="243230"/>
                </a:cubicBezTo>
                <a:cubicBezTo>
                  <a:pt x="238984" y="243230"/>
                  <a:pt x="238345" y="243230"/>
                  <a:pt x="238345" y="243230"/>
                </a:cubicBezTo>
                <a:lnTo>
                  <a:pt x="197449" y="233654"/>
                </a:lnTo>
                <a:cubicBezTo>
                  <a:pt x="194893" y="231738"/>
                  <a:pt x="192337" y="228546"/>
                  <a:pt x="192976" y="225355"/>
                </a:cubicBezTo>
                <a:close/>
                <a:moveTo>
                  <a:pt x="266460" y="261743"/>
                </a:moveTo>
                <a:cubicBezTo>
                  <a:pt x="265821" y="275149"/>
                  <a:pt x="254319" y="286002"/>
                  <a:pt x="240901" y="286002"/>
                </a:cubicBezTo>
                <a:cubicBezTo>
                  <a:pt x="232594" y="286002"/>
                  <a:pt x="224926" y="282172"/>
                  <a:pt x="219814" y="275149"/>
                </a:cubicBezTo>
                <a:cubicBezTo>
                  <a:pt x="217897" y="271958"/>
                  <a:pt x="218536" y="268127"/>
                  <a:pt x="221092" y="266212"/>
                </a:cubicBezTo>
                <a:cubicBezTo>
                  <a:pt x="224287" y="264297"/>
                  <a:pt x="228121" y="264935"/>
                  <a:pt x="230038" y="267489"/>
                </a:cubicBezTo>
                <a:cubicBezTo>
                  <a:pt x="232594" y="270681"/>
                  <a:pt x="236428" y="273234"/>
                  <a:pt x="240901" y="273234"/>
                </a:cubicBezTo>
                <a:cubicBezTo>
                  <a:pt x="247929" y="273234"/>
                  <a:pt x="253680" y="267489"/>
                  <a:pt x="253680" y="260466"/>
                </a:cubicBezTo>
                <a:cubicBezTo>
                  <a:pt x="253680" y="260466"/>
                  <a:pt x="253680" y="259828"/>
                  <a:pt x="253680" y="259828"/>
                </a:cubicBezTo>
                <a:cubicBezTo>
                  <a:pt x="252403" y="259190"/>
                  <a:pt x="251124" y="258551"/>
                  <a:pt x="249847" y="257913"/>
                </a:cubicBezTo>
                <a:cubicBezTo>
                  <a:pt x="246652" y="255998"/>
                  <a:pt x="245374" y="252167"/>
                  <a:pt x="247290" y="248975"/>
                </a:cubicBezTo>
                <a:cubicBezTo>
                  <a:pt x="249208" y="245783"/>
                  <a:pt x="253042" y="244506"/>
                  <a:pt x="256237" y="246422"/>
                </a:cubicBezTo>
                <a:cubicBezTo>
                  <a:pt x="258792" y="247698"/>
                  <a:pt x="261987" y="248975"/>
                  <a:pt x="265182" y="248975"/>
                </a:cubicBezTo>
                <a:cubicBezTo>
                  <a:pt x="274767" y="248975"/>
                  <a:pt x="283074" y="241314"/>
                  <a:pt x="283074" y="231100"/>
                </a:cubicBezTo>
                <a:cubicBezTo>
                  <a:pt x="283074" y="221524"/>
                  <a:pt x="276045" y="213863"/>
                  <a:pt x="266460" y="213225"/>
                </a:cubicBezTo>
                <a:cubicBezTo>
                  <a:pt x="262626" y="213225"/>
                  <a:pt x="260070" y="210033"/>
                  <a:pt x="260709" y="206203"/>
                </a:cubicBezTo>
                <a:cubicBezTo>
                  <a:pt x="260709" y="202372"/>
                  <a:pt x="263904" y="199819"/>
                  <a:pt x="267738" y="200457"/>
                </a:cubicBezTo>
                <a:cubicBezTo>
                  <a:pt x="268377" y="200457"/>
                  <a:pt x="269655" y="200457"/>
                  <a:pt x="270294" y="201095"/>
                </a:cubicBezTo>
                <a:cubicBezTo>
                  <a:pt x="272211" y="198542"/>
                  <a:pt x="273489" y="195988"/>
                  <a:pt x="273489" y="192158"/>
                </a:cubicBezTo>
                <a:cubicBezTo>
                  <a:pt x="273489" y="185135"/>
                  <a:pt x="267738" y="179390"/>
                  <a:pt x="260709" y="179390"/>
                </a:cubicBezTo>
                <a:cubicBezTo>
                  <a:pt x="255597" y="179390"/>
                  <a:pt x="251763" y="181944"/>
                  <a:pt x="249208" y="186412"/>
                </a:cubicBezTo>
                <a:cubicBezTo>
                  <a:pt x="247290" y="189604"/>
                  <a:pt x="243457" y="190881"/>
                  <a:pt x="240262" y="188966"/>
                </a:cubicBezTo>
                <a:cubicBezTo>
                  <a:pt x="237067" y="187051"/>
                  <a:pt x="235789" y="183220"/>
                  <a:pt x="237706" y="180028"/>
                </a:cubicBezTo>
                <a:cubicBezTo>
                  <a:pt x="242179" y="171729"/>
                  <a:pt x="251124" y="165984"/>
                  <a:pt x="260709" y="165984"/>
                </a:cubicBezTo>
                <a:cubicBezTo>
                  <a:pt x="274767" y="165984"/>
                  <a:pt x="286269" y="177475"/>
                  <a:pt x="286269" y="191519"/>
                </a:cubicBezTo>
                <a:cubicBezTo>
                  <a:pt x="286269" y="196627"/>
                  <a:pt x="284991" y="201095"/>
                  <a:pt x="282435" y="204926"/>
                </a:cubicBezTo>
                <a:cubicBezTo>
                  <a:pt x="290742" y="210671"/>
                  <a:pt x="295854" y="219609"/>
                  <a:pt x="295854" y="230462"/>
                </a:cubicBezTo>
                <a:cubicBezTo>
                  <a:pt x="295215" y="247698"/>
                  <a:pt x="282435" y="261105"/>
                  <a:pt x="266460" y="261743"/>
                </a:cubicBezTo>
                <a:close/>
              </a:path>
            </a:pathLst>
          </a:custGeom>
          <a:solidFill>
            <a:srgbClr val="012169"/>
          </a:solidFill>
          <a:ln w="6390" cap="flat">
            <a:noFill/>
            <a:prstDash val="solid"/>
            <a:miter/>
          </a:ln>
        </p:spPr>
        <p:txBody>
          <a:bodyPr rtlCol="0" anchor="ctr"/>
          <a:lstStyle/>
          <a:p>
            <a:endParaRPr lang="en-US"/>
          </a:p>
        </p:txBody>
      </p:sp>
      <p:grpSp>
        <p:nvGrpSpPr>
          <p:cNvPr id="635" name="Graphic 4">
            <a:extLst>
              <a:ext uri="{FF2B5EF4-FFF2-40B4-BE49-F238E27FC236}">
                <a16:creationId xmlns:a16="http://schemas.microsoft.com/office/drawing/2014/main" id="{342F5801-5500-394B-AF85-89D4D5B65130}"/>
              </a:ext>
            </a:extLst>
          </p:cNvPr>
          <p:cNvGrpSpPr/>
          <p:nvPr/>
        </p:nvGrpSpPr>
        <p:grpSpPr>
          <a:xfrm>
            <a:off x="467743" y="2371173"/>
            <a:ext cx="361670" cy="361333"/>
            <a:chOff x="467743" y="2371173"/>
            <a:chExt cx="361670" cy="361333"/>
          </a:xfrm>
          <a:solidFill>
            <a:srgbClr val="012169"/>
          </a:solidFill>
        </p:grpSpPr>
        <p:sp>
          <p:nvSpPr>
            <p:cNvPr id="636" name="Graphic 4">
              <a:extLst>
                <a:ext uri="{FF2B5EF4-FFF2-40B4-BE49-F238E27FC236}">
                  <a16:creationId xmlns:a16="http://schemas.microsoft.com/office/drawing/2014/main" id="{720171B6-EBF8-924F-B818-8BFC5093E407}"/>
                </a:ext>
              </a:extLst>
            </p:cNvPr>
            <p:cNvSpPr/>
            <p:nvPr/>
          </p:nvSpPr>
          <p:spPr>
            <a:xfrm>
              <a:off x="467743"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637" name="Graphic 4">
              <a:extLst>
                <a:ext uri="{FF2B5EF4-FFF2-40B4-BE49-F238E27FC236}">
                  <a16:creationId xmlns:a16="http://schemas.microsoft.com/office/drawing/2014/main" id="{F5BC5A07-77AC-CC4C-8D27-61AB6BE22D07}"/>
                </a:ext>
              </a:extLst>
            </p:cNvPr>
            <p:cNvSpPr/>
            <p:nvPr/>
          </p:nvSpPr>
          <p:spPr>
            <a:xfrm>
              <a:off x="532281" y="2478424"/>
              <a:ext cx="231954" cy="146831"/>
            </a:xfrm>
            <a:custGeom>
              <a:avLst/>
              <a:gdLst>
                <a:gd name="connsiteX0" fmla="*/ 226204 w 231954"/>
                <a:gd name="connsiteY0" fmla="*/ 0 h 146831"/>
                <a:gd name="connsiteX1" fmla="*/ 6390 w 231954"/>
                <a:gd name="connsiteY1" fmla="*/ 0 h 146831"/>
                <a:gd name="connsiteX2" fmla="*/ 0 w 231954"/>
                <a:gd name="connsiteY2" fmla="*/ 6384 h 146831"/>
                <a:gd name="connsiteX3" fmla="*/ 6390 w 231954"/>
                <a:gd name="connsiteY3" fmla="*/ 12768 h 146831"/>
                <a:gd name="connsiteX4" fmla="*/ 15975 w 231954"/>
                <a:gd name="connsiteY4" fmla="*/ 12768 h 146831"/>
                <a:gd name="connsiteX5" fmla="*/ 15975 w 231954"/>
                <a:gd name="connsiteY5" fmla="*/ 139809 h 146831"/>
                <a:gd name="connsiteX6" fmla="*/ 22365 w 231954"/>
                <a:gd name="connsiteY6" fmla="*/ 146193 h 146831"/>
                <a:gd name="connsiteX7" fmla="*/ 28755 w 231954"/>
                <a:gd name="connsiteY7" fmla="*/ 139809 h 146831"/>
                <a:gd name="connsiteX8" fmla="*/ 28755 w 231954"/>
                <a:gd name="connsiteY8" fmla="*/ 108528 h 146831"/>
                <a:gd name="connsiteX9" fmla="*/ 102878 w 231954"/>
                <a:gd name="connsiteY9" fmla="*/ 108528 h 146831"/>
                <a:gd name="connsiteX10" fmla="*/ 109268 w 231954"/>
                <a:gd name="connsiteY10" fmla="*/ 102144 h 146831"/>
                <a:gd name="connsiteX11" fmla="*/ 109268 w 231954"/>
                <a:gd name="connsiteY11" fmla="*/ 12768 h 146831"/>
                <a:gd name="connsiteX12" fmla="*/ 206395 w 231954"/>
                <a:gd name="connsiteY12" fmla="*/ 12768 h 146831"/>
                <a:gd name="connsiteX13" fmla="*/ 206395 w 231954"/>
                <a:gd name="connsiteY13" fmla="*/ 140448 h 146831"/>
                <a:gd name="connsiteX14" fmla="*/ 212785 w 231954"/>
                <a:gd name="connsiteY14" fmla="*/ 146832 h 146831"/>
                <a:gd name="connsiteX15" fmla="*/ 219175 w 231954"/>
                <a:gd name="connsiteY15" fmla="*/ 140448 h 146831"/>
                <a:gd name="connsiteX16" fmla="*/ 219175 w 231954"/>
                <a:gd name="connsiteY16" fmla="*/ 12768 h 146831"/>
                <a:gd name="connsiteX17" fmla="*/ 225565 w 231954"/>
                <a:gd name="connsiteY17" fmla="*/ 12768 h 146831"/>
                <a:gd name="connsiteX18" fmla="*/ 231955 w 231954"/>
                <a:gd name="connsiteY18" fmla="*/ 6384 h 146831"/>
                <a:gd name="connsiteX19" fmla="*/ 226204 w 231954"/>
                <a:gd name="connsiteY19" fmla="*/ 0 h 146831"/>
                <a:gd name="connsiteX20" fmla="*/ 28755 w 231954"/>
                <a:gd name="connsiteY20" fmla="*/ 96398 h 146831"/>
                <a:gd name="connsiteX21" fmla="*/ 28755 w 231954"/>
                <a:gd name="connsiteY21" fmla="*/ 60009 h 146831"/>
                <a:gd name="connsiteX22" fmla="*/ 95849 w 231954"/>
                <a:gd name="connsiteY22" fmla="*/ 60009 h 146831"/>
                <a:gd name="connsiteX23" fmla="*/ 96488 w 231954"/>
                <a:gd name="connsiteY23" fmla="*/ 60009 h 146831"/>
                <a:gd name="connsiteX24" fmla="*/ 96488 w 231954"/>
                <a:gd name="connsiteY24" fmla="*/ 96398 h 146831"/>
                <a:gd name="connsiteX25" fmla="*/ 28755 w 231954"/>
                <a:gd name="connsiteY25" fmla="*/ 96398 h 146831"/>
                <a:gd name="connsiteX26" fmla="*/ 96488 w 231954"/>
                <a:gd name="connsiteY26" fmla="*/ 47241 h 146831"/>
                <a:gd name="connsiteX27" fmla="*/ 96488 w 231954"/>
                <a:gd name="connsiteY27" fmla="*/ 47241 h 146831"/>
                <a:gd name="connsiteX28" fmla="*/ 28755 w 231954"/>
                <a:gd name="connsiteY28" fmla="*/ 47241 h 146831"/>
                <a:gd name="connsiteX29" fmla="*/ 28755 w 231954"/>
                <a:gd name="connsiteY29" fmla="*/ 13406 h 146831"/>
                <a:gd name="connsiteX30" fmla="*/ 96488 w 231954"/>
                <a:gd name="connsiteY30" fmla="*/ 13406 h 146831"/>
                <a:gd name="connsiteX31" fmla="*/ 96488 w 231954"/>
                <a:gd name="connsiteY31" fmla="*/ 47241 h 146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954" h="146831">
                  <a:moveTo>
                    <a:pt x="226204" y="0"/>
                  </a:moveTo>
                  <a:lnTo>
                    <a:pt x="6390" y="0"/>
                  </a:lnTo>
                  <a:cubicBezTo>
                    <a:pt x="2556" y="0"/>
                    <a:pt x="0" y="2554"/>
                    <a:pt x="0" y="6384"/>
                  </a:cubicBezTo>
                  <a:cubicBezTo>
                    <a:pt x="0" y="10214"/>
                    <a:pt x="2556" y="12768"/>
                    <a:pt x="6390" y="12768"/>
                  </a:cubicBezTo>
                  <a:lnTo>
                    <a:pt x="15975" y="12768"/>
                  </a:lnTo>
                  <a:lnTo>
                    <a:pt x="15975" y="139809"/>
                  </a:lnTo>
                  <a:cubicBezTo>
                    <a:pt x="15975" y="143640"/>
                    <a:pt x="18531" y="146193"/>
                    <a:pt x="22365" y="146193"/>
                  </a:cubicBezTo>
                  <a:cubicBezTo>
                    <a:pt x="26199" y="146193"/>
                    <a:pt x="28755" y="143640"/>
                    <a:pt x="28755" y="139809"/>
                  </a:cubicBezTo>
                  <a:lnTo>
                    <a:pt x="28755" y="108528"/>
                  </a:lnTo>
                  <a:lnTo>
                    <a:pt x="102878" y="108528"/>
                  </a:lnTo>
                  <a:cubicBezTo>
                    <a:pt x="106712" y="108528"/>
                    <a:pt x="109268" y="105974"/>
                    <a:pt x="109268" y="102144"/>
                  </a:cubicBezTo>
                  <a:lnTo>
                    <a:pt x="109268" y="12768"/>
                  </a:lnTo>
                  <a:lnTo>
                    <a:pt x="206395" y="12768"/>
                  </a:lnTo>
                  <a:lnTo>
                    <a:pt x="206395" y="140448"/>
                  </a:lnTo>
                  <a:cubicBezTo>
                    <a:pt x="206395" y="144278"/>
                    <a:pt x="208951" y="146832"/>
                    <a:pt x="212785" y="146832"/>
                  </a:cubicBezTo>
                  <a:cubicBezTo>
                    <a:pt x="216619" y="146832"/>
                    <a:pt x="219175" y="144278"/>
                    <a:pt x="219175" y="140448"/>
                  </a:cubicBezTo>
                  <a:lnTo>
                    <a:pt x="219175" y="12768"/>
                  </a:lnTo>
                  <a:lnTo>
                    <a:pt x="225565" y="12768"/>
                  </a:lnTo>
                  <a:cubicBezTo>
                    <a:pt x="229399" y="12768"/>
                    <a:pt x="231955" y="10214"/>
                    <a:pt x="231955" y="6384"/>
                  </a:cubicBezTo>
                  <a:cubicBezTo>
                    <a:pt x="231955" y="2554"/>
                    <a:pt x="229399" y="0"/>
                    <a:pt x="226204" y="0"/>
                  </a:cubicBezTo>
                  <a:close/>
                  <a:moveTo>
                    <a:pt x="28755" y="96398"/>
                  </a:moveTo>
                  <a:lnTo>
                    <a:pt x="28755" y="60009"/>
                  </a:lnTo>
                  <a:lnTo>
                    <a:pt x="95849" y="60009"/>
                  </a:lnTo>
                  <a:cubicBezTo>
                    <a:pt x="95849" y="60009"/>
                    <a:pt x="96488" y="60009"/>
                    <a:pt x="96488" y="60009"/>
                  </a:cubicBezTo>
                  <a:lnTo>
                    <a:pt x="96488" y="96398"/>
                  </a:lnTo>
                  <a:lnTo>
                    <a:pt x="28755" y="96398"/>
                  </a:lnTo>
                  <a:close/>
                  <a:moveTo>
                    <a:pt x="96488" y="47241"/>
                  </a:moveTo>
                  <a:cubicBezTo>
                    <a:pt x="96488" y="47241"/>
                    <a:pt x="96488" y="47241"/>
                    <a:pt x="96488" y="47241"/>
                  </a:cubicBezTo>
                  <a:lnTo>
                    <a:pt x="28755" y="47241"/>
                  </a:lnTo>
                  <a:lnTo>
                    <a:pt x="28755" y="13406"/>
                  </a:lnTo>
                  <a:lnTo>
                    <a:pt x="96488" y="13406"/>
                  </a:lnTo>
                  <a:lnTo>
                    <a:pt x="96488" y="47241"/>
                  </a:lnTo>
                  <a:close/>
                </a:path>
              </a:pathLst>
            </a:custGeom>
            <a:solidFill>
              <a:srgbClr val="012169"/>
            </a:solidFill>
            <a:ln w="6390" cap="flat">
              <a:noFill/>
              <a:prstDash val="solid"/>
              <a:miter/>
            </a:ln>
          </p:spPr>
          <p:txBody>
            <a:bodyPr rtlCol="0" anchor="ctr"/>
            <a:lstStyle/>
            <a:p>
              <a:endParaRPr lang="en-US"/>
            </a:p>
          </p:txBody>
        </p:sp>
      </p:grpSp>
      <p:grpSp>
        <p:nvGrpSpPr>
          <p:cNvPr id="638" name="Graphic 4">
            <a:extLst>
              <a:ext uri="{FF2B5EF4-FFF2-40B4-BE49-F238E27FC236}">
                <a16:creationId xmlns:a16="http://schemas.microsoft.com/office/drawing/2014/main" id="{B72E16DD-FBB0-4C4F-9AEC-987C76728B5F}"/>
              </a:ext>
            </a:extLst>
          </p:cNvPr>
          <p:cNvGrpSpPr/>
          <p:nvPr/>
        </p:nvGrpSpPr>
        <p:grpSpPr>
          <a:xfrm>
            <a:off x="905454" y="918179"/>
            <a:ext cx="361670" cy="361333"/>
            <a:chOff x="905454" y="918179"/>
            <a:chExt cx="361670" cy="361333"/>
          </a:xfrm>
          <a:solidFill>
            <a:srgbClr val="012169"/>
          </a:solidFill>
        </p:grpSpPr>
        <p:sp>
          <p:nvSpPr>
            <p:cNvPr id="639" name="Graphic 4">
              <a:extLst>
                <a:ext uri="{FF2B5EF4-FFF2-40B4-BE49-F238E27FC236}">
                  <a16:creationId xmlns:a16="http://schemas.microsoft.com/office/drawing/2014/main" id="{788E77E7-CEDE-954A-ACD8-5B785D108613}"/>
                </a:ext>
              </a:extLst>
            </p:cNvPr>
            <p:cNvSpPr/>
            <p:nvPr/>
          </p:nvSpPr>
          <p:spPr>
            <a:xfrm>
              <a:off x="905454"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41540 w 361670"/>
                <a:gd name="connsiteY5" fmla="*/ 78523 h 361333"/>
                <a:gd name="connsiteX6" fmla="*/ 265821 w 361670"/>
                <a:gd name="connsiteY6" fmla="*/ 102782 h 361333"/>
                <a:gd name="connsiteX7" fmla="*/ 241540 w 361670"/>
                <a:gd name="connsiteY7" fmla="*/ 127041 h 361333"/>
                <a:gd name="connsiteX8" fmla="*/ 217258 w 361670"/>
                <a:gd name="connsiteY8" fmla="*/ 102782 h 361333"/>
                <a:gd name="connsiteX9" fmla="*/ 241540 w 361670"/>
                <a:gd name="connsiteY9" fmla="*/ 78523 h 361333"/>
                <a:gd name="connsiteX10" fmla="*/ 178279 w 361670"/>
                <a:gd name="connsiteY10" fmla="*/ 79161 h 361333"/>
                <a:gd name="connsiteX11" fmla="*/ 207673 w 361670"/>
                <a:gd name="connsiteY11" fmla="*/ 108528 h 361333"/>
                <a:gd name="connsiteX12" fmla="*/ 178279 w 361670"/>
                <a:gd name="connsiteY12" fmla="*/ 137894 h 361333"/>
                <a:gd name="connsiteX13" fmla="*/ 148886 w 361670"/>
                <a:gd name="connsiteY13" fmla="*/ 108528 h 361333"/>
                <a:gd name="connsiteX14" fmla="*/ 178279 w 361670"/>
                <a:gd name="connsiteY14" fmla="*/ 79161 h 361333"/>
                <a:gd name="connsiteX15" fmla="*/ 113741 w 361670"/>
                <a:gd name="connsiteY15" fmla="*/ 78523 h 361333"/>
                <a:gd name="connsiteX16" fmla="*/ 138023 w 361670"/>
                <a:gd name="connsiteY16" fmla="*/ 102782 h 361333"/>
                <a:gd name="connsiteX17" fmla="*/ 113741 w 361670"/>
                <a:gd name="connsiteY17" fmla="*/ 127041 h 361333"/>
                <a:gd name="connsiteX18" fmla="*/ 89459 w 361670"/>
                <a:gd name="connsiteY18" fmla="*/ 102782 h 361333"/>
                <a:gd name="connsiteX19" fmla="*/ 113741 w 361670"/>
                <a:gd name="connsiteY19" fmla="*/ 78523 h 361333"/>
                <a:gd name="connsiteX20" fmla="*/ 238984 w 361670"/>
                <a:gd name="connsiteY20" fmla="*/ 283449 h 361333"/>
                <a:gd name="connsiteX21" fmla="*/ 189142 w 361670"/>
                <a:gd name="connsiteY21" fmla="*/ 233654 h 361333"/>
                <a:gd name="connsiteX22" fmla="*/ 217258 w 361670"/>
                <a:gd name="connsiteY22" fmla="*/ 188966 h 361333"/>
                <a:gd name="connsiteX23" fmla="*/ 217258 w 361670"/>
                <a:gd name="connsiteY23" fmla="*/ 171091 h 361333"/>
                <a:gd name="connsiteX24" fmla="*/ 138023 w 361670"/>
                <a:gd name="connsiteY24" fmla="*/ 171091 h 361333"/>
                <a:gd name="connsiteX25" fmla="*/ 138023 w 361670"/>
                <a:gd name="connsiteY25" fmla="*/ 246422 h 361333"/>
                <a:gd name="connsiteX26" fmla="*/ 131633 w 361670"/>
                <a:gd name="connsiteY26" fmla="*/ 252806 h 361333"/>
                <a:gd name="connsiteX27" fmla="*/ 125243 w 361670"/>
                <a:gd name="connsiteY27" fmla="*/ 246422 h 361333"/>
                <a:gd name="connsiteX28" fmla="*/ 125243 w 361670"/>
                <a:gd name="connsiteY28" fmla="*/ 164707 h 361333"/>
                <a:gd name="connsiteX29" fmla="*/ 131633 w 361670"/>
                <a:gd name="connsiteY29" fmla="*/ 158323 h 361333"/>
                <a:gd name="connsiteX30" fmla="*/ 141218 w 361670"/>
                <a:gd name="connsiteY30" fmla="*/ 158323 h 361333"/>
                <a:gd name="connsiteX31" fmla="*/ 141218 w 361670"/>
                <a:gd name="connsiteY31" fmla="*/ 151939 h 361333"/>
                <a:gd name="connsiteX32" fmla="*/ 85625 w 361670"/>
                <a:gd name="connsiteY32" fmla="*/ 151939 h 361333"/>
                <a:gd name="connsiteX33" fmla="*/ 85625 w 361670"/>
                <a:gd name="connsiteY33" fmla="*/ 230462 h 361333"/>
                <a:gd name="connsiteX34" fmla="*/ 79235 w 361670"/>
                <a:gd name="connsiteY34" fmla="*/ 236846 h 361333"/>
                <a:gd name="connsiteX35" fmla="*/ 72845 w 361670"/>
                <a:gd name="connsiteY35" fmla="*/ 230462 h 361333"/>
                <a:gd name="connsiteX36" fmla="*/ 72845 w 361670"/>
                <a:gd name="connsiteY36" fmla="*/ 145555 h 361333"/>
                <a:gd name="connsiteX37" fmla="*/ 79235 w 361670"/>
                <a:gd name="connsiteY37" fmla="*/ 139171 h 361333"/>
                <a:gd name="connsiteX38" fmla="*/ 147608 w 361670"/>
                <a:gd name="connsiteY38" fmla="*/ 139171 h 361333"/>
                <a:gd name="connsiteX39" fmla="*/ 153998 w 361670"/>
                <a:gd name="connsiteY39" fmla="*/ 145555 h 361333"/>
                <a:gd name="connsiteX40" fmla="*/ 153998 w 361670"/>
                <a:gd name="connsiteY40" fmla="*/ 158323 h 361333"/>
                <a:gd name="connsiteX41" fmla="*/ 200644 w 361670"/>
                <a:gd name="connsiteY41" fmla="*/ 158323 h 361333"/>
                <a:gd name="connsiteX42" fmla="*/ 200644 w 361670"/>
                <a:gd name="connsiteY42" fmla="*/ 145555 h 361333"/>
                <a:gd name="connsiteX43" fmla="*/ 207034 w 361670"/>
                <a:gd name="connsiteY43" fmla="*/ 139171 h 361333"/>
                <a:gd name="connsiteX44" fmla="*/ 275406 w 361670"/>
                <a:gd name="connsiteY44" fmla="*/ 139171 h 361333"/>
                <a:gd name="connsiteX45" fmla="*/ 281796 w 361670"/>
                <a:gd name="connsiteY45" fmla="*/ 145555 h 361333"/>
                <a:gd name="connsiteX46" fmla="*/ 281796 w 361670"/>
                <a:gd name="connsiteY46" fmla="*/ 206841 h 361333"/>
                <a:gd name="connsiteX47" fmla="*/ 281796 w 361670"/>
                <a:gd name="connsiteY47" fmla="*/ 207479 h 361333"/>
                <a:gd name="connsiteX48" fmla="*/ 289464 w 361670"/>
                <a:gd name="connsiteY48" fmla="*/ 233654 h 361333"/>
                <a:gd name="connsiteX49" fmla="*/ 238984 w 361670"/>
                <a:gd name="connsiteY49" fmla="*/ 28344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241540" y="78523"/>
                  </a:moveTo>
                  <a:cubicBezTo>
                    <a:pt x="254959" y="78523"/>
                    <a:pt x="265821" y="89376"/>
                    <a:pt x="265821" y="102782"/>
                  </a:cubicBezTo>
                  <a:cubicBezTo>
                    <a:pt x="265821" y="116188"/>
                    <a:pt x="254959" y="127041"/>
                    <a:pt x="241540" y="127041"/>
                  </a:cubicBezTo>
                  <a:cubicBezTo>
                    <a:pt x="228121" y="127041"/>
                    <a:pt x="217258" y="116188"/>
                    <a:pt x="217258" y="102782"/>
                  </a:cubicBezTo>
                  <a:cubicBezTo>
                    <a:pt x="217258" y="89376"/>
                    <a:pt x="228121" y="78523"/>
                    <a:pt x="241540" y="78523"/>
                  </a:cubicBezTo>
                  <a:close/>
                  <a:moveTo>
                    <a:pt x="178279" y="79161"/>
                  </a:moveTo>
                  <a:cubicBezTo>
                    <a:pt x="194254" y="79161"/>
                    <a:pt x="207673" y="92568"/>
                    <a:pt x="207673" y="108528"/>
                  </a:cubicBezTo>
                  <a:cubicBezTo>
                    <a:pt x="207673" y="124488"/>
                    <a:pt x="194254" y="137894"/>
                    <a:pt x="178279" y="137894"/>
                  </a:cubicBezTo>
                  <a:cubicBezTo>
                    <a:pt x="162304" y="137894"/>
                    <a:pt x="148886" y="124488"/>
                    <a:pt x="148886" y="108528"/>
                  </a:cubicBezTo>
                  <a:cubicBezTo>
                    <a:pt x="148886" y="92568"/>
                    <a:pt x="161665" y="79161"/>
                    <a:pt x="178279" y="79161"/>
                  </a:cubicBezTo>
                  <a:close/>
                  <a:moveTo>
                    <a:pt x="113741" y="78523"/>
                  </a:moveTo>
                  <a:cubicBezTo>
                    <a:pt x="127160" y="78523"/>
                    <a:pt x="138023" y="89376"/>
                    <a:pt x="138023" y="102782"/>
                  </a:cubicBezTo>
                  <a:cubicBezTo>
                    <a:pt x="138023" y="116188"/>
                    <a:pt x="127160" y="127041"/>
                    <a:pt x="113741" y="127041"/>
                  </a:cubicBezTo>
                  <a:cubicBezTo>
                    <a:pt x="100322" y="127041"/>
                    <a:pt x="89459" y="116188"/>
                    <a:pt x="89459" y="102782"/>
                  </a:cubicBezTo>
                  <a:cubicBezTo>
                    <a:pt x="89459" y="89376"/>
                    <a:pt x="100322" y="78523"/>
                    <a:pt x="113741" y="78523"/>
                  </a:cubicBezTo>
                  <a:close/>
                  <a:moveTo>
                    <a:pt x="238984" y="283449"/>
                  </a:moveTo>
                  <a:cubicBezTo>
                    <a:pt x="211507" y="283449"/>
                    <a:pt x="189142" y="261105"/>
                    <a:pt x="189142" y="233654"/>
                  </a:cubicBezTo>
                  <a:cubicBezTo>
                    <a:pt x="189142" y="213863"/>
                    <a:pt x="200644" y="197265"/>
                    <a:pt x="217258" y="188966"/>
                  </a:cubicBezTo>
                  <a:lnTo>
                    <a:pt x="217258" y="171091"/>
                  </a:lnTo>
                  <a:lnTo>
                    <a:pt x="138023" y="171091"/>
                  </a:lnTo>
                  <a:lnTo>
                    <a:pt x="138023" y="246422"/>
                  </a:lnTo>
                  <a:cubicBezTo>
                    <a:pt x="138023" y="250252"/>
                    <a:pt x="135467" y="252806"/>
                    <a:pt x="131633" y="252806"/>
                  </a:cubicBezTo>
                  <a:cubicBezTo>
                    <a:pt x="127799" y="252806"/>
                    <a:pt x="125243" y="250252"/>
                    <a:pt x="125243" y="246422"/>
                  </a:cubicBezTo>
                  <a:lnTo>
                    <a:pt x="125243" y="164707"/>
                  </a:lnTo>
                  <a:cubicBezTo>
                    <a:pt x="125243" y="160876"/>
                    <a:pt x="127799" y="158323"/>
                    <a:pt x="131633" y="158323"/>
                  </a:cubicBezTo>
                  <a:lnTo>
                    <a:pt x="141218" y="158323"/>
                  </a:lnTo>
                  <a:lnTo>
                    <a:pt x="141218" y="151939"/>
                  </a:lnTo>
                  <a:lnTo>
                    <a:pt x="85625" y="151939"/>
                  </a:lnTo>
                  <a:lnTo>
                    <a:pt x="85625" y="230462"/>
                  </a:lnTo>
                  <a:cubicBezTo>
                    <a:pt x="85625" y="234292"/>
                    <a:pt x="83069" y="236846"/>
                    <a:pt x="79235" y="236846"/>
                  </a:cubicBezTo>
                  <a:cubicBezTo>
                    <a:pt x="75401" y="236846"/>
                    <a:pt x="72845" y="234292"/>
                    <a:pt x="72845" y="230462"/>
                  </a:cubicBezTo>
                  <a:lnTo>
                    <a:pt x="72845" y="145555"/>
                  </a:lnTo>
                  <a:cubicBezTo>
                    <a:pt x="72845" y="141724"/>
                    <a:pt x="75401" y="139171"/>
                    <a:pt x="79235" y="139171"/>
                  </a:cubicBezTo>
                  <a:lnTo>
                    <a:pt x="147608" y="139171"/>
                  </a:lnTo>
                  <a:cubicBezTo>
                    <a:pt x="151441" y="139171"/>
                    <a:pt x="153998" y="141724"/>
                    <a:pt x="153998" y="145555"/>
                  </a:cubicBezTo>
                  <a:lnTo>
                    <a:pt x="153998" y="158323"/>
                  </a:lnTo>
                  <a:lnTo>
                    <a:pt x="200644" y="158323"/>
                  </a:lnTo>
                  <a:lnTo>
                    <a:pt x="200644" y="145555"/>
                  </a:lnTo>
                  <a:cubicBezTo>
                    <a:pt x="200644" y="141724"/>
                    <a:pt x="203200" y="139171"/>
                    <a:pt x="207034" y="139171"/>
                  </a:cubicBezTo>
                  <a:lnTo>
                    <a:pt x="275406" y="139171"/>
                  </a:lnTo>
                  <a:cubicBezTo>
                    <a:pt x="279240" y="139171"/>
                    <a:pt x="281796" y="141724"/>
                    <a:pt x="281796" y="145555"/>
                  </a:cubicBezTo>
                  <a:lnTo>
                    <a:pt x="281796" y="206841"/>
                  </a:lnTo>
                  <a:cubicBezTo>
                    <a:pt x="281796" y="206841"/>
                    <a:pt x="281796" y="207479"/>
                    <a:pt x="281796" y="207479"/>
                  </a:cubicBezTo>
                  <a:cubicBezTo>
                    <a:pt x="286269" y="215140"/>
                    <a:pt x="289464" y="224078"/>
                    <a:pt x="289464" y="233654"/>
                  </a:cubicBezTo>
                  <a:cubicBezTo>
                    <a:pt x="289464" y="261105"/>
                    <a:pt x="266460" y="283449"/>
                    <a:pt x="238984" y="283449"/>
                  </a:cubicBezTo>
                  <a:close/>
                </a:path>
              </a:pathLst>
            </a:custGeom>
            <a:solidFill>
              <a:srgbClr val="012169"/>
            </a:solidFill>
            <a:ln w="6390" cap="flat">
              <a:noFill/>
              <a:prstDash val="solid"/>
              <a:miter/>
            </a:ln>
          </p:spPr>
          <p:txBody>
            <a:bodyPr rtlCol="0" anchor="ctr"/>
            <a:lstStyle/>
            <a:p>
              <a:endParaRPr lang="en-US"/>
            </a:p>
          </p:txBody>
        </p:sp>
        <p:sp>
          <p:nvSpPr>
            <p:cNvPr id="640" name="Graphic 4">
              <a:extLst>
                <a:ext uri="{FF2B5EF4-FFF2-40B4-BE49-F238E27FC236}">
                  <a16:creationId xmlns:a16="http://schemas.microsoft.com/office/drawing/2014/main" id="{D9F82601-9C55-3348-95AC-09DACEC42C71}"/>
                </a:ext>
              </a:extLst>
            </p:cNvPr>
            <p:cNvSpPr/>
            <p:nvPr/>
          </p:nvSpPr>
          <p:spPr>
            <a:xfrm>
              <a:off x="1118878" y="1069479"/>
              <a:ext cx="55592" cy="42134"/>
            </a:xfrm>
            <a:custGeom>
              <a:avLst/>
              <a:gdLst>
                <a:gd name="connsiteX0" fmla="*/ 25560 w 55592"/>
                <a:gd name="connsiteY0" fmla="*/ 31920 h 42134"/>
                <a:gd name="connsiteX1" fmla="*/ 55592 w 55592"/>
                <a:gd name="connsiteY1" fmla="*/ 42134 h 42134"/>
                <a:gd name="connsiteX2" fmla="*/ 55592 w 55592"/>
                <a:gd name="connsiteY2" fmla="*/ 0 h 42134"/>
                <a:gd name="connsiteX3" fmla="*/ 0 w 55592"/>
                <a:gd name="connsiteY3" fmla="*/ 0 h 42134"/>
                <a:gd name="connsiteX4" fmla="*/ 0 w 55592"/>
                <a:gd name="connsiteY4" fmla="*/ 6384 h 42134"/>
                <a:gd name="connsiteX5" fmla="*/ 9585 w 55592"/>
                <a:gd name="connsiteY5" fmla="*/ 6384 h 42134"/>
                <a:gd name="connsiteX6" fmla="*/ 15975 w 55592"/>
                <a:gd name="connsiteY6" fmla="*/ 12768 h 42134"/>
                <a:gd name="connsiteX7" fmla="*/ 15975 w 55592"/>
                <a:gd name="connsiteY7" fmla="*/ 32558 h 42134"/>
                <a:gd name="connsiteX8" fmla="*/ 25560 w 55592"/>
                <a:gd name="connsiteY8" fmla="*/ 31920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592" h="42134">
                  <a:moveTo>
                    <a:pt x="25560" y="31920"/>
                  </a:moveTo>
                  <a:cubicBezTo>
                    <a:pt x="37062" y="31920"/>
                    <a:pt x="47285" y="35750"/>
                    <a:pt x="55592" y="42134"/>
                  </a:cubicBezTo>
                  <a:lnTo>
                    <a:pt x="55592" y="0"/>
                  </a:lnTo>
                  <a:lnTo>
                    <a:pt x="0" y="0"/>
                  </a:lnTo>
                  <a:lnTo>
                    <a:pt x="0" y="6384"/>
                  </a:lnTo>
                  <a:lnTo>
                    <a:pt x="9585" y="6384"/>
                  </a:lnTo>
                  <a:cubicBezTo>
                    <a:pt x="13419" y="6384"/>
                    <a:pt x="15975" y="8938"/>
                    <a:pt x="15975" y="12768"/>
                  </a:cubicBezTo>
                  <a:lnTo>
                    <a:pt x="15975" y="32558"/>
                  </a:lnTo>
                  <a:cubicBezTo>
                    <a:pt x="19170" y="31920"/>
                    <a:pt x="22365" y="31920"/>
                    <a:pt x="25560" y="31920"/>
                  </a:cubicBezTo>
                  <a:close/>
                </a:path>
              </a:pathLst>
            </a:custGeom>
            <a:solidFill>
              <a:srgbClr val="012169"/>
            </a:solidFill>
            <a:ln w="6390" cap="flat">
              <a:noFill/>
              <a:prstDash val="solid"/>
              <a:miter/>
            </a:ln>
          </p:spPr>
          <p:txBody>
            <a:bodyPr rtlCol="0" anchor="ctr"/>
            <a:lstStyle/>
            <a:p>
              <a:endParaRPr lang="en-US"/>
            </a:p>
          </p:txBody>
        </p:sp>
        <p:sp>
          <p:nvSpPr>
            <p:cNvPr id="641" name="Graphic 4">
              <a:extLst>
                <a:ext uri="{FF2B5EF4-FFF2-40B4-BE49-F238E27FC236}">
                  <a16:creationId xmlns:a16="http://schemas.microsoft.com/office/drawing/2014/main" id="{71CC4D42-76D0-0F47-A529-A597425E4A69}"/>
                </a:ext>
              </a:extLst>
            </p:cNvPr>
            <p:cNvSpPr/>
            <p:nvPr/>
          </p:nvSpPr>
          <p:spPr>
            <a:xfrm>
              <a:off x="1007693" y="1009470"/>
              <a:ext cx="23003" cy="22982"/>
            </a:xfrm>
            <a:custGeom>
              <a:avLst/>
              <a:gdLst>
                <a:gd name="connsiteX0" fmla="*/ 11502 w 23003"/>
                <a:gd name="connsiteY0" fmla="*/ 22982 h 22982"/>
                <a:gd name="connsiteX1" fmla="*/ 23004 w 23003"/>
                <a:gd name="connsiteY1" fmla="*/ 11491 h 22982"/>
                <a:gd name="connsiteX2" fmla="*/ 11502 w 23003"/>
                <a:gd name="connsiteY2" fmla="*/ 0 h 22982"/>
                <a:gd name="connsiteX3" fmla="*/ 0 w 23003"/>
                <a:gd name="connsiteY3" fmla="*/ 11491 h 22982"/>
                <a:gd name="connsiteX4" fmla="*/ 11502 w 23003"/>
                <a:gd name="connsiteY4" fmla="*/ 22982 h 22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03" h="22982">
                  <a:moveTo>
                    <a:pt x="11502" y="22982"/>
                  </a:moveTo>
                  <a:cubicBezTo>
                    <a:pt x="17892" y="22982"/>
                    <a:pt x="23004" y="17875"/>
                    <a:pt x="23004" y="11491"/>
                  </a:cubicBezTo>
                  <a:cubicBezTo>
                    <a:pt x="23004" y="5107"/>
                    <a:pt x="17892" y="0"/>
                    <a:pt x="11502" y="0"/>
                  </a:cubicBezTo>
                  <a:cubicBezTo>
                    <a:pt x="5112" y="0"/>
                    <a:pt x="0" y="5107"/>
                    <a:pt x="0" y="11491"/>
                  </a:cubicBezTo>
                  <a:cubicBezTo>
                    <a:pt x="0" y="17875"/>
                    <a:pt x="5112" y="22982"/>
                    <a:pt x="11502" y="22982"/>
                  </a:cubicBezTo>
                  <a:close/>
                </a:path>
              </a:pathLst>
            </a:custGeom>
            <a:solidFill>
              <a:srgbClr val="012169"/>
            </a:solidFill>
            <a:ln w="6390" cap="flat">
              <a:noFill/>
              <a:prstDash val="solid"/>
              <a:miter/>
            </a:ln>
          </p:spPr>
          <p:txBody>
            <a:bodyPr rtlCol="0" anchor="ctr"/>
            <a:lstStyle/>
            <a:p>
              <a:endParaRPr lang="en-US"/>
            </a:p>
          </p:txBody>
        </p:sp>
        <p:sp>
          <p:nvSpPr>
            <p:cNvPr id="642" name="Graphic 4">
              <a:extLst>
                <a:ext uri="{FF2B5EF4-FFF2-40B4-BE49-F238E27FC236}">
                  <a16:creationId xmlns:a16="http://schemas.microsoft.com/office/drawing/2014/main" id="{E90DCC3B-F1EF-EB46-9428-4C85F6BB30AB}"/>
                </a:ext>
              </a:extLst>
            </p:cNvPr>
            <p:cNvSpPr/>
            <p:nvPr/>
          </p:nvSpPr>
          <p:spPr>
            <a:xfrm>
              <a:off x="1135491" y="1009470"/>
              <a:ext cx="23003" cy="22982"/>
            </a:xfrm>
            <a:custGeom>
              <a:avLst/>
              <a:gdLst>
                <a:gd name="connsiteX0" fmla="*/ 11502 w 23003"/>
                <a:gd name="connsiteY0" fmla="*/ 22982 h 22982"/>
                <a:gd name="connsiteX1" fmla="*/ 23004 w 23003"/>
                <a:gd name="connsiteY1" fmla="*/ 11491 h 22982"/>
                <a:gd name="connsiteX2" fmla="*/ 11502 w 23003"/>
                <a:gd name="connsiteY2" fmla="*/ 0 h 22982"/>
                <a:gd name="connsiteX3" fmla="*/ 0 w 23003"/>
                <a:gd name="connsiteY3" fmla="*/ 11491 h 22982"/>
                <a:gd name="connsiteX4" fmla="*/ 11502 w 23003"/>
                <a:gd name="connsiteY4" fmla="*/ 22982 h 22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03" h="22982">
                  <a:moveTo>
                    <a:pt x="11502" y="22982"/>
                  </a:moveTo>
                  <a:cubicBezTo>
                    <a:pt x="17892" y="22982"/>
                    <a:pt x="23004" y="17875"/>
                    <a:pt x="23004" y="11491"/>
                  </a:cubicBezTo>
                  <a:cubicBezTo>
                    <a:pt x="23004" y="5107"/>
                    <a:pt x="17892" y="0"/>
                    <a:pt x="11502" y="0"/>
                  </a:cubicBezTo>
                  <a:cubicBezTo>
                    <a:pt x="5112" y="0"/>
                    <a:pt x="0" y="5107"/>
                    <a:pt x="0" y="11491"/>
                  </a:cubicBezTo>
                  <a:cubicBezTo>
                    <a:pt x="0" y="17875"/>
                    <a:pt x="5112" y="22982"/>
                    <a:pt x="11502" y="22982"/>
                  </a:cubicBezTo>
                  <a:close/>
                </a:path>
              </a:pathLst>
            </a:custGeom>
            <a:solidFill>
              <a:srgbClr val="012169"/>
            </a:solidFill>
            <a:ln w="6390" cap="flat">
              <a:noFill/>
              <a:prstDash val="solid"/>
              <a:miter/>
            </a:ln>
          </p:spPr>
          <p:txBody>
            <a:bodyPr rtlCol="0" anchor="ctr"/>
            <a:lstStyle/>
            <a:p>
              <a:endParaRPr lang="en-US"/>
            </a:p>
          </p:txBody>
        </p:sp>
        <p:sp>
          <p:nvSpPr>
            <p:cNvPr id="643" name="Graphic 4">
              <a:extLst>
                <a:ext uri="{FF2B5EF4-FFF2-40B4-BE49-F238E27FC236}">
                  <a16:creationId xmlns:a16="http://schemas.microsoft.com/office/drawing/2014/main" id="{C61F5440-369B-FC40-827A-B9F533A506DE}"/>
                </a:ext>
              </a:extLst>
            </p:cNvPr>
            <p:cNvSpPr/>
            <p:nvPr/>
          </p:nvSpPr>
          <p:spPr>
            <a:xfrm>
              <a:off x="1067119" y="1010108"/>
              <a:ext cx="33227" cy="33196"/>
            </a:xfrm>
            <a:custGeom>
              <a:avLst/>
              <a:gdLst>
                <a:gd name="connsiteX0" fmla="*/ 33228 w 33227"/>
                <a:gd name="connsiteY0" fmla="*/ 16598 h 33196"/>
                <a:gd name="connsiteX1" fmla="*/ 16614 w 33227"/>
                <a:gd name="connsiteY1" fmla="*/ 33197 h 33196"/>
                <a:gd name="connsiteX2" fmla="*/ 0 w 33227"/>
                <a:gd name="connsiteY2" fmla="*/ 16598 h 33196"/>
                <a:gd name="connsiteX3" fmla="*/ 16614 w 33227"/>
                <a:gd name="connsiteY3" fmla="*/ 0 h 33196"/>
                <a:gd name="connsiteX4" fmla="*/ 33228 w 33227"/>
                <a:gd name="connsiteY4" fmla="*/ 16598 h 33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27" h="33196">
                  <a:moveTo>
                    <a:pt x="33228" y="16598"/>
                  </a:moveTo>
                  <a:cubicBezTo>
                    <a:pt x="33228" y="25765"/>
                    <a:pt x="25789" y="33197"/>
                    <a:pt x="16614" y="33197"/>
                  </a:cubicBezTo>
                  <a:cubicBezTo>
                    <a:pt x="7438" y="33197"/>
                    <a:pt x="0" y="25765"/>
                    <a:pt x="0" y="16598"/>
                  </a:cubicBezTo>
                  <a:cubicBezTo>
                    <a:pt x="0" y="7431"/>
                    <a:pt x="7438" y="0"/>
                    <a:pt x="16614" y="0"/>
                  </a:cubicBezTo>
                  <a:cubicBezTo>
                    <a:pt x="25789" y="0"/>
                    <a:pt x="33228" y="7431"/>
                    <a:pt x="33228" y="16598"/>
                  </a:cubicBezTo>
                  <a:close/>
                </a:path>
              </a:pathLst>
            </a:custGeom>
            <a:solidFill>
              <a:srgbClr val="012169"/>
            </a:solidFill>
            <a:ln w="6390" cap="flat">
              <a:noFill/>
              <a:prstDash val="solid"/>
              <a:miter/>
            </a:ln>
          </p:spPr>
          <p:txBody>
            <a:bodyPr rtlCol="0" anchor="ctr"/>
            <a:lstStyle/>
            <a:p>
              <a:endParaRPr lang="en-US"/>
            </a:p>
          </p:txBody>
        </p:sp>
        <p:sp>
          <p:nvSpPr>
            <p:cNvPr id="644" name="Graphic 4">
              <a:extLst>
                <a:ext uri="{FF2B5EF4-FFF2-40B4-BE49-F238E27FC236}">
                  <a16:creationId xmlns:a16="http://schemas.microsoft.com/office/drawing/2014/main" id="{D5A7014B-33A4-454C-873D-E2F11ECABC9E}"/>
                </a:ext>
              </a:extLst>
            </p:cNvPr>
            <p:cNvSpPr/>
            <p:nvPr/>
          </p:nvSpPr>
          <p:spPr>
            <a:xfrm>
              <a:off x="1107376" y="1114167"/>
              <a:ext cx="74123" cy="74054"/>
            </a:xfrm>
            <a:custGeom>
              <a:avLst/>
              <a:gdLst>
                <a:gd name="connsiteX0" fmla="*/ 37062 w 74123"/>
                <a:gd name="connsiteY0" fmla="*/ 0 h 74054"/>
                <a:gd name="connsiteX1" fmla="*/ 0 w 74123"/>
                <a:gd name="connsiteY1" fmla="*/ 37027 h 74054"/>
                <a:gd name="connsiteX2" fmla="*/ 37062 w 74123"/>
                <a:gd name="connsiteY2" fmla="*/ 74054 h 74054"/>
                <a:gd name="connsiteX3" fmla="*/ 74123 w 74123"/>
                <a:gd name="connsiteY3" fmla="*/ 37027 h 74054"/>
                <a:gd name="connsiteX4" fmla="*/ 37062 w 74123"/>
                <a:gd name="connsiteY4" fmla="*/ 0 h 74054"/>
                <a:gd name="connsiteX5" fmla="*/ 57509 w 74123"/>
                <a:gd name="connsiteY5" fmla="*/ 56818 h 74054"/>
                <a:gd name="connsiteX6" fmla="*/ 53036 w 74123"/>
                <a:gd name="connsiteY6" fmla="*/ 58733 h 74054"/>
                <a:gd name="connsiteX7" fmla="*/ 48563 w 74123"/>
                <a:gd name="connsiteY7" fmla="*/ 56818 h 74054"/>
                <a:gd name="connsiteX8" fmla="*/ 37062 w 74123"/>
                <a:gd name="connsiteY8" fmla="*/ 45965 h 74054"/>
                <a:gd name="connsiteX9" fmla="*/ 26199 w 74123"/>
                <a:gd name="connsiteY9" fmla="*/ 56818 h 74054"/>
                <a:gd name="connsiteX10" fmla="*/ 21726 w 74123"/>
                <a:gd name="connsiteY10" fmla="*/ 58733 h 74054"/>
                <a:gd name="connsiteX11" fmla="*/ 17253 w 74123"/>
                <a:gd name="connsiteY11" fmla="*/ 56818 h 74054"/>
                <a:gd name="connsiteX12" fmla="*/ 17253 w 74123"/>
                <a:gd name="connsiteY12" fmla="*/ 47880 h 74054"/>
                <a:gd name="connsiteX13" fmla="*/ 28116 w 74123"/>
                <a:gd name="connsiteY13" fmla="*/ 37027 h 74054"/>
                <a:gd name="connsiteX14" fmla="*/ 17253 w 74123"/>
                <a:gd name="connsiteY14" fmla="*/ 26174 h 74054"/>
                <a:gd name="connsiteX15" fmla="*/ 17253 w 74123"/>
                <a:gd name="connsiteY15" fmla="*/ 17237 h 74054"/>
                <a:gd name="connsiteX16" fmla="*/ 26199 w 74123"/>
                <a:gd name="connsiteY16" fmla="*/ 17237 h 74054"/>
                <a:gd name="connsiteX17" fmla="*/ 37062 w 74123"/>
                <a:gd name="connsiteY17" fmla="*/ 28090 h 74054"/>
                <a:gd name="connsiteX18" fmla="*/ 47925 w 74123"/>
                <a:gd name="connsiteY18" fmla="*/ 17237 h 74054"/>
                <a:gd name="connsiteX19" fmla="*/ 56870 w 74123"/>
                <a:gd name="connsiteY19" fmla="*/ 17237 h 74054"/>
                <a:gd name="connsiteX20" fmla="*/ 56870 w 74123"/>
                <a:gd name="connsiteY20" fmla="*/ 26174 h 74054"/>
                <a:gd name="connsiteX21" fmla="*/ 46008 w 74123"/>
                <a:gd name="connsiteY21" fmla="*/ 37027 h 74054"/>
                <a:gd name="connsiteX22" fmla="*/ 57509 w 74123"/>
                <a:gd name="connsiteY22" fmla="*/ 47880 h 74054"/>
                <a:gd name="connsiteX23" fmla="*/ 57509 w 74123"/>
                <a:gd name="connsiteY23" fmla="*/ 56818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4123" h="74054">
                  <a:moveTo>
                    <a:pt x="37062" y="0"/>
                  </a:moveTo>
                  <a:cubicBezTo>
                    <a:pt x="16614" y="0"/>
                    <a:pt x="0" y="16598"/>
                    <a:pt x="0" y="37027"/>
                  </a:cubicBezTo>
                  <a:cubicBezTo>
                    <a:pt x="0" y="57456"/>
                    <a:pt x="16614" y="74054"/>
                    <a:pt x="37062" y="74054"/>
                  </a:cubicBezTo>
                  <a:cubicBezTo>
                    <a:pt x="57509" y="74054"/>
                    <a:pt x="74123" y="57456"/>
                    <a:pt x="74123" y="37027"/>
                  </a:cubicBezTo>
                  <a:cubicBezTo>
                    <a:pt x="74123" y="16598"/>
                    <a:pt x="57509" y="0"/>
                    <a:pt x="37062" y="0"/>
                  </a:cubicBezTo>
                  <a:close/>
                  <a:moveTo>
                    <a:pt x="57509" y="56818"/>
                  </a:moveTo>
                  <a:cubicBezTo>
                    <a:pt x="56231" y="58094"/>
                    <a:pt x="54314" y="58733"/>
                    <a:pt x="53036" y="58733"/>
                  </a:cubicBezTo>
                  <a:cubicBezTo>
                    <a:pt x="51119" y="58733"/>
                    <a:pt x="49842" y="58094"/>
                    <a:pt x="48563" y="56818"/>
                  </a:cubicBezTo>
                  <a:lnTo>
                    <a:pt x="37062" y="45965"/>
                  </a:lnTo>
                  <a:lnTo>
                    <a:pt x="26199" y="56818"/>
                  </a:lnTo>
                  <a:cubicBezTo>
                    <a:pt x="24921" y="58094"/>
                    <a:pt x="23004" y="58733"/>
                    <a:pt x="21726" y="58733"/>
                  </a:cubicBezTo>
                  <a:cubicBezTo>
                    <a:pt x="19809" y="58733"/>
                    <a:pt x="18531" y="58094"/>
                    <a:pt x="17253" y="56818"/>
                  </a:cubicBezTo>
                  <a:cubicBezTo>
                    <a:pt x="14697" y="54264"/>
                    <a:pt x="14697" y="50434"/>
                    <a:pt x="17253" y="47880"/>
                  </a:cubicBezTo>
                  <a:lnTo>
                    <a:pt x="28116" y="37027"/>
                  </a:lnTo>
                  <a:lnTo>
                    <a:pt x="17253" y="26174"/>
                  </a:lnTo>
                  <a:cubicBezTo>
                    <a:pt x="14697" y="23621"/>
                    <a:pt x="14697" y="19790"/>
                    <a:pt x="17253" y="17237"/>
                  </a:cubicBezTo>
                  <a:cubicBezTo>
                    <a:pt x="19809" y="14683"/>
                    <a:pt x="23643" y="14683"/>
                    <a:pt x="26199" y="17237"/>
                  </a:cubicBezTo>
                  <a:lnTo>
                    <a:pt x="37062" y="28090"/>
                  </a:lnTo>
                  <a:lnTo>
                    <a:pt x="47925" y="17237"/>
                  </a:lnTo>
                  <a:cubicBezTo>
                    <a:pt x="50480" y="14683"/>
                    <a:pt x="54314" y="14683"/>
                    <a:pt x="56870" y="17237"/>
                  </a:cubicBezTo>
                  <a:cubicBezTo>
                    <a:pt x="59426" y="19790"/>
                    <a:pt x="59426" y="23621"/>
                    <a:pt x="56870" y="26174"/>
                  </a:cubicBezTo>
                  <a:lnTo>
                    <a:pt x="46008" y="37027"/>
                  </a:lnTo>
                  <a:lnTo>
                    <a:pt x="57509" y="47880"/>
                  </a:lnTo>
                  <a:cubicBezTo>
                    <a:pt x="60065" y="50434"/>
                    <a:pt x="60065" y="54264"/>
                    <a:pt x="57509" y="56818"/>
                  </a:cubicBezTo>
                  <a:close/>
                </a:path>
              </a:pathLst>
            </a:custGeom>
            <a:solidFill>
              <a:srgbClr val="012169"/>
            </a:solidFill>
            <a:ln w="6390" cap="flat">
              <a:noFill/>
              <a:prstDash val="solid"/>
              <a:miter/>
            </a:ln>
          </p:spPr>
          <p:txBody>
            <a:bodyPr rtlCol="0" anchor="ctr"/>
            <a:lstStyle/>
            <a:p>
              <a:endParaRPr lang="en-US"/>
            </a:p>
          </p:txBody>
        </p:sp>
      </p:grpSp>
      <p:grpSp>
        <p:nvGrpSpPr>
          <p:cNvPr id="645" name="Graphic 4">
            <a:extLst>
              <a:ext uri="{FF2B5EF4-FFF2-40B4-BE49-F238E27FC236}">
                <a16:creationId xmlns:a16="http://schemas.microsoft.com/office/drawing/2014/main" id="{6881629E-F9D4-A443-A19C-293EAA903594}"/>
              </a:ext>
            </a:extLst>
          </p:cNvPr>
          <p:cNvGrpSpPr/>
          <p:nvPr/>
        </p:nvGrpSpPr>
        <p:grpSpPr>
          <a:xfrm>
            <a:off x="905454" y="1402085"/>
            <a:ext cx="361674" cy="361333"/>
            <a:chOff x="905454" y="1402085"/>
            <a:chExt cx="361674" cy="361333"/>
          </a:xfrm>
          <a:solidFill>
            <a:srgbClr val="012169"/>
          </a:solidFill>
        </p:grpSpPr>
        <p:sp>
          <p:nvSpPr>
            <p:cNvPr id="646" name="Graphic 4">
              <a:extLst>
                <a:ext uri="{FF2B5EF4-FFF2-40B4-BE49-F238E27FC236}">
                  <a16:creationId xmlns:a16="http://schemas.microsoft.com/office/drawing/2014/main" id="{BD36B469-E18D-DC47-9D08-AA1F7D66C856}"/>
                </a:ext>
              </a:extLst>
            </p:cNvPr>
            <p:cNvSpPr/>
            <p:nvPr/>
          </p:nvSpPr>
          <p:spPr>
            <a:xfrm>
              <a:off x="1118238" y="1476777"/>
              <a:ext cx="24281" cy="32558"/>
            </a:xfrm>
            <a:custGeom>
              <a:avLst/>
              <a:gdLst>
                <a:gd name="connsiteX0" fmla="*/ 0 w 24281"/>
                <a:gd name="connsiteY0" fmla="*/ 0 h 32558"/>
                <a:gd name="connsiteX1" fmla="*/ 24282 w 24281"/>
                <a:gd name="connsiteY1" fmla="*/ 0 h 32558"/>
                <a:gd name="connsiteX2" fmla="*/ 24282 w 24281"/>
                <a:gd name="connsiteY2" fmla="*/ 32558 h 32558"/>
                <a:gd name="connsiteX3" fmla="*/ 0 w 24281"/>
                <a:gd name="connsiteY3" fmla="*/ 32558 h 32558"/>
              </a:gdLst>
              <a:ahLst/>
              <a:cxnLst>
                <a:cxn ang="0">
                  <a:pos x="connsiteX0" y="connsiteY0"/>
                </a:cxn>
                <a:cxn ang="0">
                  <a:pos x="connsiteX1" y="connsiteY1"/>
                </a:cxn>
                <a:cxn ang="0">
                  <a:pos x="connsiteX2" y="connsiteY2"/>
                </a:cxn>
                <a:cxn ang="0">
                  <a:pos x="connsiteX3" y="connsiteY3"/>
                </a:cxn>
              </a:cxnLst>
              <a:rect l="l" t="t" r="r" b="b"/>
              <a:pathLst>
                <a:path w="24281" h="32558">
                  <a:moveTo>
                    <a:pt x="0" y="0"/>
                  </a:moveTo>
                  <a:lnTo>
                    <a:pt x="24282" y="0"/>
                  </a:lnTo>
                  <a:lnTo>
                    <a:pt x="24282" y="32558"/>
                  </a:lnTo>
                  <a:lnTo>
                    <a:pt x="0" y="32558"/>
                  </a:lnTo>
                  <a:close/>
                </a:path>
              </a:pathLst>
            </a:custGeom>
            <a:solidFill>
              <a:srgbClr val="012169"/>
            </a:solidFill>
            <a:ln w="6390" cap="flat">
              <a:noFill/>
              <a:prstDash val="solid"/>
              <a:miter/>
            </a:ln>
          </p:spPr>
          <p:txBody>
            <a:bodyPr rtlCol="0" anchor="ctr"/>
            <a:lstStyle/>
            <a:p>
              <a:endParaRPr lang="en-US"/>
            </a:p>
          </p:txBody>
        </p:sp>
        <p:sp>
          <p:nvSpPr>
            <p:cNvPr id="647" name="Graphic 4">
              <a:extLst>
                <a:ext uri="{FF2B5EF4-FFF2-40B4-BE49-F238E27FC236}">
                  <a16:creationId xmlns:a16="http://schemas.microsoft.com/office/drawing/2014/main" id="{1ED0A925-840F-AB4E-9979-84626EE75DC1}"/>
                </a:ext>
              </a:extLst>
            </p:cNvPr>
            <p:cNvSpPr/>
            <p:nvPr/>
          </p:nvSpPr>
          <p:spPr>
            <a:xfrm>
              <a:off x="1019194" y="1576367"/>
              <a:ext cx="19169" cy="19151"/>
            </a:xfrm>
            <a:custGeom>
              <a:avLst/>
              <a:gdLst>
                <a:gd name="connsiteX0" fmla="*/ 9585 w 19169"/>
                <a:gd name="connsiteY0" fmla="*/ 0 h 19151"/>
                <a:gd name="connsiteX1" fmla="*/ 0 w 19169"/>
                <a:gd name="connsiteY1" fmla="*/ 9576 h 19151"/>
                <a:gd name="connsiteX2" fmla="*/ 9585 w 19169"/>
                <a:gd name="connsiteY2" fmla="*/ 19152 h 19151"/>
                <a:gd name="connsiteX3" fmla="*/ 19170 w 19169"/>
                <a:gd name="connsiteY3" fmla="*/ 9576 h 19151"/>
                <a:gd name="connsiteX4" fmla="*/ 9585 w 19169"/>
                <a:gd name="connsiteY4" fmla="*/ 0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9585" y="0"/>
                  </a:moveTo>
                  <a:cubicBezTo>
                    <a:pt x="4473" y="0"/>
                    <a:pt x="0" y="4469"/>
                    <a:pt x="0" y="9576"/>
                  </a:cubicBezTo>
                  <a:cubicBezTo>
                    <a:pt x="0" y="14683"/>
                    <a:pt x="4473" y="19152"/>
                    <a:pt x="9585" y="19152"/>
                  </a:cubicBezTo>
                  <a:cubicBezTo>
                    <a:pt x="14697" y="19152"/>
                    <a:pt x="19170" y="14683"/>
                    <a:pt x="19170" y="9576"/>
                  </a:cubicBezTo>
                  <a:cubicBezTo>
                    <a:pt x="19170" y="4469"/>
                    <a:pt x="15336" y="0"/>
                    <a:pt x="9585" y="0"/>
                  </a:cubicBezTo>
                  <a:close/>
                </a:path>
              </a:pathLst>
            </a:custGeom>
            <a:solidFill>
              <a:srgbClr val="012169"/>
            </a:solidFill>
            <a:ln w="6390" cap="flat">
              <a:noFill/>
              <a:prstDash val="solid"/>
              <a:miter/>
            </a:ln>
          </p:spPr>
          <p:txBody>
            <a:bodyPr rtlCol="0" anchor="ctr"/>
            <a:lstStyle/>
            <a:p>
              <a:endParaRPr lang="en-US"/>
            </a:p>
          </p:txBody>
        </p:sp>
        <p:sp>
          <p:nvSpPr>
            <p:cNvPr id="648" name="Graphic 4">
              <a:extLst>
                <a:ext uri="{FF2B5EF4-FFF2-40B4-BE49-F238E27FC236}">
                  <a16:creationId xmlns:a16="http://schemas.microsoft.com/office/drawing/2014/main" id="{1A23B563-6E2D-1A4F-B653-A977E01577D5}"/>
                </a:ext>
              </a:extLst>
            </p:cNvPr>
            <p:cNvSpPr/>
            <p:nvPr/>
          </p:nvSpPr>
          <p:spPr>
            <a:xfrm>
              <a:off x="1102903" y="1522103"/>
              <a:ext cx="55592" cy="14044"/>
            </a:xfrm>
            <a:custGeom>
              <a:avLst/>
              <a:gdLst>
                <a:gd name="connsiteX0" fmla="*/ 0 w 55592"/>
                <a:gd name="connsiteY0" fmla="*/ 0 h 14044"/>
                <a:gd name="connsiteX1" fmla="*/ 55592 w 55592"/>
                <a:gd name="connsiteY1" fmla="*/ 0 h 14044"/>
                <a:gd name="connsiteX2" fmla="*/ 55592 w 55592"/>
                <a:gd name="connsiteY2" fmla="*/ 14045 h 14044"/>
                <a:gd name="connsiteX3" fmla="*/ 0 w 55592"/>
                <a:gd name="connsiteY3" fmla="*/ 14045 h 14044"/>
              </a:gdLst>
              <a:ahLst/>
              <a:cxnLst>
                <a:cxn ang="0">
                  <a:pos x="connsiteX0" y="connsiteY0"/>
                </a:cxn>
                <a:cxn ang="0">
                  <a:pos x="connsiteX1" y="connsiteY1"/>
                </a:cxn>
                <a:cxn ang="0">
                  <a:pos x="connsiteX2" y="connsiteY2"/>
                </a:cxn>
                <a:cxn ang="0">
                  <a:pos x="connsiteX3" y="connsiteY3"/>
                </a:cxn>
              </a:cxnLst>
              <a:rect l="l" t="t" r="r" b="b"/>
              <a:pathLst>
                <a:path w="55592" h="14044">
                  <a:moveTo>
                    <a:pt x="0" y="0"/>
                  </a:moveTo>
                  <a:lnTo>
                    <a:pt x="55592" y="0"/>
                  </a:lnTo>
                  <a:lnTo>
                    <a:pt x="55592" y="14045"/>
                  </a:lnTo>
                  <a:lnTo>
                    <a:pt x="0" y="14045"/>
                  </a:lnTo>
                  <a:close/>
                </a:path>
              </a:pathLst>
            </a:custGeom>
            <a:solidFill>
              <a:srgbClr val="012169"/>
            </a:solidFill>
            <a:ln w="6390" cap="flat">
              <a:noFill/>
              <a:prstDash val="solid"/>
              <a:miter/>
            </a:ln>
          </p:spPr>
          <p:txBody>
            <a:bodyPr rtlCol="0" anchor="ctr"/>
            <a:lstStyle/>
            <a:p>
              <a:endParaRPr lang="en-US"/>
            </a:p>
          </p:txBody>
        </p:sp>
        <p:sp>
          <p:nvSpPr>
            <p:cNvPr id="649" name="Graphic 4">
              <a:extLst>
                <a:ext uri="{FF2B5EF4-FFF2-40B4-BE49-F238E27FC236}">
                  <a16:creationId xmlns:a16="http://schemas.microsoft.com/office/drawing/2014/main" id="{A2174443-3348-A64A-93A4-5459DBA5FD36}"/>
                </a:ext>
              </a:extLst>
            </p:cNvPr>
            <p:cNvSpPr/>
            <p:nvPr/>
          </p:nvSpPr>
          <p:spPr>
            <a:xfrm>
              <a:off x="1023667" y="1509974"/>
              <a:ext cx="12779" cy="12767"/>
            </a:xfrm>
            <a:custGeom>
              <a:avLst/>
              <a:gdLst>
                <a:gd name="connsiteX0" fmla="*/ 6390 w 12779"/>
                <a:gd name="connsiteY0" fmla="*/ 12768 h 12767"/>
                <a:gd name="connsiteX1" fmla="*/ 12780 w 12779"/>
                <a:gd name="connsiteY1" fmla="*/ 6384 h 12767"/>
                <a:gd name="connsiteX2" fmla="*/ 6390 w 12779"/>
                <a:gd name="connsiteY2" fmla="*/ 0 h 12767"/>
                <a:gd name="connsiteX3" fmla="*/ 0 w 12779"/>
                <a:gd name="connsiteY3" fmla="*/ 6384 h 12767"/>
                <a:gd name="connsiteX4" fmla="*/ 6390 w 12779"/>
                <a:gd name="connsiteY4" fmla="*/ 12768 h 12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9" h="12767">
                  <a:moveTo>
                    <a:pt x="6390" y="12768"/>
                  </a:moveTo>
                  <a:cubicBezTo>
                    <a:pt x="10224" y="12768"/>
                    <a:pt x="12780" y="9576"/>
                    <a:pt x="12780" y="6384"/>
                  </a:cubicBezTo>
                  <a:cubicBezTo>
                    <a:pt x="12780" y="3192"/>
                    <a:pt x="9585" y="0"/>
                    <a:pt x="6390" y="0"/>
                  </a:cubicBezTo>
                  <a:cubicBezTo>
                    <a:pt x="3195" y="0"/>
                    <a:pt x="0" y="3192"/>
                    <a:pt x="0" y="6384"/>
                  </a:cubicBezTo>
                  <a:cubicBezTo>
                    <a:pt x="0" y="9576"/>
                    <a:pt x="2556" y="12768"/>
                    <a:pt x="6390" y="12768"/>
                  </a:cubicBezTo>
                  <a:close/>
                </a:path>
              </a:pathLst>
            </a:custGeom>
            <a:solidFill>
              <a:srgbClr val="012169"/>
            </a:solidFill>
            <a:ln w="6390" cap="flat">
              <a:noFill/>
              <a:prstDash val="solid"/>
              <a:miter/>
            </a:ln>
          </p:spPr>
          <p:txBody>
            <a:bodyPr rtlCol="0" anchor="ctr"/>
            <a:lstStyle/>
            <a:p>
              <a:endParaRPr lang="en-US"/>
            </a:p>
          </p:txBody>
        </p:sp>
        <p:sp>
          <p:nvSpPr>
            <p:cNvPr id="650" name="Graphic 4">
              <a:extLst>
                <a:ext uri="{FF2B5EF4-FFF2-40B4-BE49-F238E27FC236}">
                  <a16:creationId xmlns:a16="http://schemas.microsoft.com/office/drawing/2014/main" id="{748D47E8-33BB-EF47-865F-73019079BE4F}"/>
                </a:ext>
              </a:extLst>
            </p:cNvPr>
            <p:cNvSpPr/>
            <p:nvPr/>
          </p:nvSpPr>
          <p:spPr>
            <a:xfrm>
              <a:off x="988523" y="1539979"/>
              <a:ext cx="12779" cy="12767"/>
            </a:xfrm>
            <a:custGeom>
              <a:avLst/>
              <a:gdLst>
                <a:gd name="connsiteX0" fmla="*/ 6390 w 12779"/>
                <a:gd name="connsiteY0" fmla="*/ 0 h 12767"/>
                <a:gd name="connsiteX1" fmla="*/ 0 w 12779"/>
                <a:gd name="connsiteY1" fmla="*/ 6384 h 12767"/>
                <a:gd name="connsiteX2" fmla="*/ 6390 w 12779"/>
                <a:gd name="connsiteY2" fmla="*/ 12768 h 12767"/>
                <a:gd name="connsiteX3" fmla="*/ 12780 w 12779"/>
                <a:gd name="connsiteY3" fmla="*/ 6384 h 12767"/>
                <a:gd name="connsiteX4" fmla="*/ 6390 w 12779"/>
                <a:gd name="connsiteY4" fmla="*/ 0 h 12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9" h="12767">
                  <a:moveTo>
                    <a:pt x="6390" y="0"/>
                  </a:moveTo>
                  <a:cubicBezTo>
                    <a:pt x="2556" y="0"/>
                    <a:pt x="0" y="3192"/>
                    <a:pt x="0" y="6384"/>
                  </a:cubicBezTo>
                  <a:cubicBezTo>
                    <a:pt x="0" y="9576"/>
                    <a:pt x="3195" y="12768"/>
                    <a:pt x="6390" y="12768"/>
                  </a:cubicBezTo>
                  <a:cubicBezTo>
                    <a:pt x="10224" y="12768"/>
                    <a:pt x="12780" y="9576"/>
                    <a:pt x="12780" y="6384"/>
                  </a:cubicBezTo>
                  <a:cubicBezTo>
                    <a:pt x="12780" y="3192"/>
                    <a:pt x="10224" y="0"/>
                    <a:pt x="6390" y="0"/>
                  </a:cubicBezTo>
                  <a:close/>
                </a:path>
              </a:pathLst>
            </a:custGeom>
            <a:solidFill>
              <a:srgbClr val="012169"/>
            </a:solidFill>
            <a:ln w="6390" cap="flat">
              <a:noFill/>
              <a:prstDash val="solid"/>
              <a:miter/>
            </a:ln>
          </p:spPr>
          <p:txBody>
            <a:bodyPr rtlCol="0" anchor="ctr"/>
            <a:lstStyle/>
            <a:p>
              <a:endParaRPr lang="en-US"/>
            </a:p>
          </p:txBody>
        </p:sp>
        <p:sp>
          <p:nvSpPr>
            <p:cNvPr id="651" name="Graphic 4">
              <a:extLst>
                <a:ext uri="{FF2B5EF4-FFF2-40B4-BE49-F238E27FC236}">
                  <a16:creationId xmlns:a16="http://schemas.microsoft.com/office/drawing/2014/main" id="{7940310C-A080-1144-ABEF-CF195A260117}"/>
                </a:ext>
              </a:extLst>
            </p:cNvPr>
            <p:cNvSpPr/>
            <p:nvPr/>
          </p:nvSpPr>
          <p:spPr>
            <a:xfrm>
              <a:off x="905454" y="1402085"/>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24604 w 361674"/>
                <a:gd name="connsiteY5" fmla="*/ 95121 h 361333"/>
                <a:gd name="connsiteX6" fmla="*/ 143774 w 361674"/>
                <a:gd name="connsiteY6" fmla="*/ 114273 h 361333"/>
                <a:gd name="connsiteX7" fmla="*/ 124604 w 361674"/>
                <a:gd name="connsiteY7" fmla="*/ 133425 h 361333"/>
                <a:gd name="connsiteX8" fmla="*/ 105434 w 361674"/>
                <a:gd name="connsiteY8" fmla="*/ 114273 h 361333"/>
                <a:gd name="connsiteX9" fmla="*/ 124604 w 361674"/>
                <a:gd name="connsiteY9" fmla="*/ 95121 h 361333"/>
                <a:gd name="connsiteX10" fmla="*/ 70289 w 361674"/>
                <a:gd name="connsiteY10" fmla="*/ 144278 h 361333"/>
                <a:gd name="connsiteX11" fmla="*/ 89459 w 361674"/>
                <a:gd name="connsiteY11" fmla="*/ 125126 h 361333"/>
                <a:gd name="connsiteX12" fmla="*/ 108629 w 361674"/>
                <a:gd name="connsiteY12" fmla="*/ 144278 h 361333"/>
                <a:gd name="connsiteX13" fmla="*/ 89459 w 361674"/>
                <a:gd name="connsiteY13" fmla="*/ 163430 h 361333"/>
                <a:gd name="connsiteX14" fmla="*/ 70289 w 361674"/>
                <a:gd name="connsiteY14" fmla="*/ 144278 h 361333"/>
                <a:gd name="connsiteX15" fmla="*/ 123326 w 361674"/>
                <a:gd name="connsiteY15" fmla="*/ 206841 h 361333"/>
                <a:gd name="connsiteX16" fmla="*/ 100961 w 361674"/>
                <a:gd name="connsiteY16" fmla="*/ 184497 h 361333"/>
                <a:gd name="connsiteX17" fmla="*/ 123326 w 361674"/>
                <a:gd name="connsiteY17" fmla="*/ 162153 h 361333"/>
                <a:gd name="connsiteX18" fmla="*/ 145691 w 361674"/>
                <a:gd name="connsiteY18" fmla="*/ 184497 h 361333"/>
                <a:gd name="connsiteX19" fmla="*/ 123326 w 361674"/>
                <a:gd name="connsiteY19" fmla="*/ 206841 h 361333"/>
                <a:gd name="connsiteX20" fmla="*/ 257514 w 361674"/>
                <a:gd name="connsiteY20" fmla="*/ 300047 h 361333"/>
                <a:gd name="connsiteX21" fmla="*/ 196810 w 361674"/>
                <a:gd name="connsiteY21" fmla="*/ 300047 h 361333"/>
                <a:gd name="connsiteX22" fmla="*/ 158470 w 361674"/>
                <a:gd name="connsiteY22" fmla="*/ 263658 h 361333"/>
                <a:gd name="connsiteX23" fmla="*/ 158470 w 361674"/>
                <a:gd name="connsiteY23" fmla="*/ 172368 h 361333"/>
                <a:gd name="connsiteX24" fmla="*/ 184669 w 361674"/>
                <a:gd name="connsiteY24" fmla="*/ 137256 h 361333"/>
                <a:gd name="connsiteX25" fmla="*/ 184669 w 361674"/>
                <a:gd name="connsiteY25" fmla="*/ 114273 h 361333"/>
                <a:gd name="connsiteX26" fmla="*/ 191059 w 361674"/>
                <a:gd name="connsiteY26" fmla="*/ 107889 h 361333"/>
                <a:gd name="connsiteX27" fmla="*/ 200005 w 361674"/>
                <a:gd name="connsiteY27" fmla="*/ 107889 h 361333"/>
                <a:gd name="connsiteX28" fmla="*/ 200005 w 361674"/>
                <a:gd name="connsiteY28" fmla="*/ 75331 h 361333"/>
                <a:gd name="connsiteX29" fmla="*/ 165499 w 361674"/>
                <a:gd name="connsiteY29" fmla="*/ 75331 h 361333"/>
                <a:gd name="connsiteX30" fmla="*/ 150803 w 361674"/>
                <a:gd name="connsiteY30" fmla="*/ 89376 h 361333"/>
                <a:gd name="connsiteX31" fmla="*/ 146330 w 361674"/>
                <a:gd name="connsiteY31" fmla="*/ 91291 h 361333"/>
                <a:gd name="connsiteX32" fmla="*/ 141857 w 361674"/>
                <a:gd name="connsiteY32" fmla="*/ 89376 h 361333"/>
                <a:gd name="connsiteX33" fmla="*/ 141857 w 361674"/>
                <a:gd name="connsiteY33" fmla="*/ 80438 h 361333"/>
                <a:gd name="connsiteX34" fmla="*/ 158470 w 361674"/>
                <a:gd name="connsiteY34" fmla="*/ 64478 h 361333"/>
                <a:gd name="connsiteX35" fmla="*/ 162943 w 361674"/>
                <a:gd name="connsiteY35" fmla="*/ 62563 h 361333"/>
                <a:gd name="connsiteX36" fmla="*/ 203200 w 361674"/>
                <a:gd name="connsiteY36" fmla="*/ 62563 h 361333"/>
                <a:gd name="connsiteX37" fmla="*/ 205117 w 361674"/>
                <a:gd name="connsiteY37" fmla="*/ 63201 h 361333"/>
                <a:gd name="connsiteX38" fmla="*/ 207034 w 361674"/>
                <a:gd name="connsiteY38" fmla="*/ 62563 h 361333"/>
                <a:gd name="connsiteX39" fmla="*/ 244096 w 361674"/>
                <a:gd name="connsiteY39" fmla="*/ 62563 h 361333"/>
                <a:gd name="connsiteX40" fmla="*/ 250486 w 361674"/>
                <a:gd name="connsiteY40" fmla="*/ 68947 h 361333"/>
                <a:gd name="connsiteX41" fmla="*/ 250486 w 361674"/>
                <a:gd name="connsiteY41" fmla="*/ 107889 h 361333"/>
                <a:gd name="connsiteX42" fmla="*/ 260070 w 361674"/>
                <a:gd name="connsiteY42" fmla="*/ 107889 h 361333"/>
                <a:gd name="connsiteX43" fmla="*/ 266460 w 361674"/>
                <a:gd name="connsiteY43" fmla="*/ 114273 h 361333"/>
                <a:gd name="connsiteX44" fmla="*/ 266460 w 361674"/>
                <a:gd name="connsiteY44" fmla="*/ 136617 h 361333"/>
                <a:gd name="connsiteX45" fmla="*/ 292659 w 361674"/>
                <a:gd name="connsiteY45" fmla="*/ 172368 h 361333"/>
                <a:gd name="connsiteX46" fmla="*/ 292659 w 361674"/>
                <a:gd name="connsiteY46" fmla="*/ 265574 h 361333"/>
                <a:gd name="connsiteX47" fmla="*/ 257514 w 361674"/>
                <a:gd name="connsiteY47" fmla="*/ 30004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1674"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09" y="81077"/>
                    <a:pt x="281157" y="0"/>
                    <a:pt x="180835" y="0"/>
                  </a:cubicBezTo>
                  <a:close/>
                  <a:moveTo>
                    <a:pt x="124604" y="95121"/>
                  </a:moveTo>
                  <a:cubicBezTo>
                    <a:pt x="135467" y="95121"/>
                    <a:pt x="143774" y="104059"/>
                    <a:pt x="143774" y="114273"/>
                  </a:cubicBezTo>
                  <a:cubicBezTo>
                    <a:pt x="143774" y="124488"/>
                    <a:pt x="134828" y="133425"/>
                    <a:pt x="124604" y="133425"/>
                  </a:cubicBezTo>
                  <a:cubicBezTo>
                    <a:pt x="113741" y="133425"/>
                    <a:pt x="105434" y="124488"/>
                    <a:pt x="105434" y="114273"/>
                  </a:cubicBezTo>
                  <a:cubicBezTo>
                    <a:pt x="105434" y="104059"/>
                    <a:pt x="113741" y="95121"/>
                    <a:pt x="124604" y="95121"/>
                  </a:cubicBezTo>
                  <a:close/>
                  <a:moveTo>
                    <a:pt x="70289" y="144278"/>
                  </a:moveTo>
                  <a:cubicBezTo>
                    <a:pt x="70289" y="133425"/>
                    <a:pt x="79235" y="125126"/>
                    <a:pt x="89459" y="125126"/>
                  </a:cubicBezTo>
                  <a:cubicBezTo>
                    <a:pt x="99683" y="125126"/>
                    <a:pt x="108629" y="134064"/>
                    <a:pt x="108629" y="144278"/>
                  </a:cubicBezTo>
                  <a:cubicBezTo>
                    <a:pt x="108629" y="154492"/>
                    <a:pt x="99683" y="163430"/>
                    <a:pt x="89459" y="163430"/>
                  </a:cubicBezTo>
                  <a:cubicBezTo>
                    <a:pt x="79235" y="163430"/>
                    <a:pt x="70289" y="155131"/>
                    <a:pt x="70289" y="144278"/>
                  </a:cubicBezTo>
                  <a:close/>
                  <a:moveTo>
                    <a:pt x="123326" y="206841"/>
                  </a:moveTo>
                  <a:cubicBezTo>
                    <a:pt x="111185" y="206841"/>
                    <a:pt x="100961" y="196627"/>
                    <a:pt x="100961" y="184497"/>
                  </a:cubicBezTo>
                  <a:cubicBezTo>
                    <a:pt x="100961" y="172368"/>
                    <a:pt x="111185" y="162153"/>
                    <a:pt x="123326" y="162153"/>
                  </a:cubicBezTo>
                  <a:cubicBezTo>
                    <a:pt x="135467" y="162153"/>
                    <a:pt x="145691" y="172368"/>
                    <a:pt x="145691" y="184497"/>
                  </a:cubicBezTo>
                  <a:cubicBezTo>
                    <a:pt x="145691" y="196627"/>
                    <a:pt x="136106" y="206841"/>
                    <a:pt x="123326" y="206841"/>
                  </a:cubicBezTo>
                  <a:close/>
                  <a:moveTo>
                    <a:pt x="257514" y="300047"/>
                  </a:moveTo>
                  <a:lnTo>
                    <a:pt x="196810" y="300047"/>
                  </a:lnTo>
                  <a:cubicBezTo>
                    <a:pt x="167416" y="300047"/>
                    <a:pt x="159110" y="276426"/>
                    <a:pt x="158470" y="263658"/>
                  </a:cubicBezTo>
                  <a:lnTo>
                    <a:pt x="158470" y="172368"/>
                  </a:lnTo>
                  <a:cubicBezTo>
                    <a:pt x="158470" y="151939"/>
                    <a:pt x="171889" y="141724"/>
                    <a:pt x="184669" y="137256"/>
                  </a:cubicBezTo>
                  <a:lnTo>
                    <a:pt x="184669" y="114273"/>
                  </a:lnTo>
                  <a:cubicBezTo>
                    <a:pt x="184669" y="110443"/>
                    <a:pt x="187225" y="107889"/>
                    <a:pt x="191059" y="107889"/>
                  </a:cubicBezTo>
                  <a:lnTo>
                    <a:pt x="200005" y="107889"/>
                  </a:lnTo>
                  <a:lnTo>
                    <a:pt x="200005" y="75331"/>
                  </a:lnTo>
                  <a:lnTo>
                    <a:pt x="165499" y="75331"/>
                  </a:lnTo>
                  <a:lnTo>
                    <a:pt x="150803" y="89376"/>
                  </a:lnTo>
                  <a:cubicBezTo>
                    <a:pt x="149525" y="90653"/>
                    <a:pt x="148247" y="91291"/>
                    <a:pt x="146330" y="91291"/>
                  </a:cubicBezTo>
                  <a:cubicBezTo>
                    <a:pt x="144413" y="91291"/>
                    <a:pt x="143135" y="90653"/>
                    <a:pt x="141857" y="89376"/>
                  </a:cubicBezTo>
                  <a:cubicBezTo>
                    <a:pt x="139301" y="86822"/>
                    <a:pt x="139301" y="82992"/>
                    <a:pt x="141857" y="80438"/>
                  </a:cubicBezTo>
                  <a:lnTo>
                    <a:pt x="158470" y="64478"/>
                  </a:lnTo>
                  <a:cubicBezTo>
                    <a:pt x="159748" y="63201"/>
                    <a:pt x="161026" y="62563"/>
                    <a:pt x="162943" y="62563"/>
                  </a:cubicBezTo>
                  <a:lnTo>
                    <a:pt x="203200" y="62563"/>
                  </a:lnTo>
                  <a:cubicBezTo>
                    <a:pt x="203839" y="62563"/>
                    <a:pt x="204478" y="62563"/>
                    <a:pt x="205117" y="63201"/>
                  </a:cubicBezTo>
                  <a:cubicBezTo>
                    <a:pt x="205756" y="63201"/>
                    <a:pt x="206395" y="62563"/>
                    <a:pt x="207034" y="62563"/>
                  </a:cubicBezTo>
                  <a:lnTo>
                    <a:pt x="244096" y="62563"/>
                  </a:lnTo>
                  <a:cubicBezTo>
                    <a:pt x="247930" y="62563"/>
                    <a:pt x="250486" y="65117"/>
                    <a:pt x="250486" y="68947"/>
                  </a:cubicBezTo>
                  <a:lnTo>
                    <a:pt x="250486" y="107889"/>
                  </a:lnTo>
                  <a:lnTo>
                    <a:pt x="260070" y="107889"/>
                  </a:lnTo>
                  <a:cubicBezTo>
                    <a:pt x="263904" y="107889"/>
                    <a:pt x="266460" y="110443"/>
                    <a:pt x="266460" y="114273"/>
                  </a:cubicBezTo>
                  <a:lnTo>
                    <a:pt x="266460" y="136617"/>
                  </a:lnTo>
                  <a:cubicBezTo>
                    <a:pt x="284991" y="142363"/>
                    <a:pt x="292020" y="161515"/>
                    <a:pt x="292659" y="172368"/>
                  </a:cubicBezTo>
                  <a:lnTo>
                    <a:pt x="292659" y="265574"/>
                  </a:lnTo>
                  <a:cubicBezTo>
                    <a:pt x="292020" y="292386"/>
                    <a:pt x="269655" y="300047"/>
                    <a:pt x="257514" y="300047"/>
                  </a:cubicBezTo>
                  <a:close/>
                </a:path>
              </a:pathLst>
            </a:custGeom>
            <a:solidFill>
              <a:srgbClr val="012169"/>
            </a:solidFill>
            <a:ln w="6390" cap="flat">
              <a:noFill/>
              <a:prstDash val="solid"/>
              <a:miter/>
            </a:ln>
          </p:spPr>
          <p:txBody>
            <a:bodyPr rtlCol="0" anchor="ctr"/>
            <a:lstStyle/>
            <a:p>
              <a:endParaRPr lang="en-US"/>
            </a:p>
          </p:txBody>
        </p:sp>
        <p:sp>
          <p:nvSpPr>
            <p:cNvPr id="652" name="Graphic 4">
              <a:extLst>
                <a:ext uri="{FF2B5EF4-FFF2-40B4-BE49-F238E27FC236}">
                  <a16:creationId xmlns:a16="http://schemas.microsoft.com/office/drawing/2014/main" id="{036342C3-274B-AE44-AF02-87BC2DA3BFBD}"/>
                </a:ext>
              </a:extLst>
            </p:cNvPr>
            <p:cNvSpPr/>
            <p:nvPr/>
          </p:nvSpPr>
          <p:spPr>
            <a:xfrm>
              <a:off x="1076065" y="1549555"/>
              <a:ext cx="108062" cy="140447"/>
            </a:xfrm>
            <a:custGeom>
              <a:avLst/>
              <a:gdLst>
                <a:gd name="connsiteX0" fmla="*/ 82430 w 108062"/>
                <a:gd name="connsiteY0" fmla="*/ 0 h 140447"/>
                <a:gd name="connsiteX1" fmla="*/ 26838 w 108062"/>
                <a:gd name="connsiteY1" fmla="*/ 0 h 140447"/>
                <a:gd name="connsiteX2" fmla="*/ 0 w 108062"/>
                <a:gd name="connsiteY2" fmla="*/ 24897 h 140447"/>
                <a:gd name="connsiteX3" fmla="*/ 0 w 108062"/>
                <a:gd name="connsiteY3" fmla="*/ 116188 h 140447"/>
                <a:gd name="connsiteX4" fmla="*/ 25560 w 108062"/>
                <a:gd name="connsiteY4" fmla="*/ 140448 h 140447"/>
                <a:gd name="connsiteX5" fmla="*/ 86264 w 108062"/>
                <a:gd name="connsiteY5" fmla="*/ 140448 h 140447"/>
                <a:gd name="connsiteX6" fmla="*/ 107990 w 108062"/>
                <a:gd name="connsiteY6" fmla="*/ 118742 h 140447"/>
                <a:gd name="connsiteX7" fmla="*/ 107990 w 108062"/>
                <a:gd name="connsiteY7" fmla="*/ 26174 h 140447"/>
                <a:gd name="connsiteX8" fmla="*/ 82430 w 108062"/>
                <a:gd name="connsiteY8" fmla="*/ 0 h 140447"/>
                <a:gd name="connsiteX9" fmla="*/ 23643 w 108062"/>
                <a:gd name="connsiteY9" fmla="*/ 105336 h 140447"/>
                <a:gd name="connsiteX10" fmla="*/ 17253 w 108062"/>
                <a:gd name="connsiteY10" fmla="*/ 111720 h 140447"/>
                <a:gd name="connsiteX11" fmla="*/ 10863 w 108062"/>
                <a:gd name="connsiteY11" fmla="*/ 105336 h 140447"/>
                <a:gd name="connsiteX12" fmla="*/ 10863 w 108062"/>
                <a:gd name="connsiteY12" fmla="*/ 36389 h 140447"/>
                <a:gd name="connsiteX13" fmla="*/ 17253 w 108062"/>
                <a:gd name="connsiteY13" fmla="*/ 30005 h 140447"/>
                <a:gd name="connsiteX14" fmla="*/ 23643 w 108062"/>
                <a:gd name="connsiteY14" fmla="*/ 36389 h 140447"/>
                <a:gd name="connsiteX15" fmla="*/ 23643 w 108062"/>
                <a:gd name="connsiteY15" fmla="*/ 105336 h 140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062" h="140447">
                  <a:moveTo>
                    <a:pt x="82430" y="0"/>
                  </a:moveTo>
                  <a:lnTo>
                    <a:pt x="26838" y="0"/>
                  </a:lnTo>
                  <a:cubicBezTo>
                    <a:pt x="24282" y="0"/>
                    <a:pt x="0" y="1915"/>
                    <a:pt x="0" y="24897"/>
                  </a:cubicBezTo>
                  <a:lnTo>
                    <a:pt x="0" y="116188"/>
                  </a:lnTo>
                  <a:cubicBezTo>
                    <a:pt x="0" y="118742"/>
                    <a:pt x="1917" y="140448"/>
                    <a:pt x="25560" y="140448"/>
                  </a:cubicBezTo>
                  <a:lnTo>
                    <a:pt x="86264" y="140448"/>
                  </a:lnTo>
                  <a:cubicBezTo>
                    <a:pt x="88181" y="140448"/>
                    <a:pt x="107990" y="139171"/>
                    <a:pt x="107990" y="118742"/>
                  </a:cubicBezTo>
                  <a:lnTo>
                    <a:pt x="107990" y="26174"/>
                  </a:lnTo>
                  <a:cubicBezTo>
                    <a:pt x="108629" y="22982"/>
                    <a:pt x="105434" y="0"/>
                    <a:pt x="82430" y="0"/>
                  </a:cubicBezTo>
                  <a:close/>
                  <a:moveTo>
                    <a:pt x="23643" y="105336"/>
                  </a:moveTo>
                  <a:cubicBezTo>
                    <a:pt x="23643" y="109166"/>
                    <a:pt x="21087" y="111720"/>
                    <a:pt x="17253" y="111720"/>
                  </a:cubicBezTo>
                  <a:cubicBezTo>
                    <a:pt x="13419" y="111720"/>
                    <a:pt x="10863" y="109166"/>
                    <a:pt x="10863" y="105336"/>
                  </a:cubicBezTo>
                  <a:lnTo>
                    <a:pt x="10863" y="36389"/>
                  </a:lnTo>
                  <a:cubicBezTo>
                    <a:pt x="10863" y="32558"/>
                    <a:pt x="13419" y="30005"/>
                    <a:pt x="17253" y="30005"/>
                  </a:cubicBezTo>
                  <a:cubicBezTo>
                    <a:pt x="21087" y="30005"/>
                    <a:pt x="23643" y="32558"/>
                    <a:pt x="23643" y="36389"/>
                  </a:cubicBezTo>
                  <a:lnTo>
                    <a:pt x="23643" y="105336"/>
                  </a:lnTo>
                  <a:close/>
                </a:path>
              </a:pathLst>
            </a:custGeom>
            <a:solidFill>
              <a:srgbClr val="012169"/>
            </a:solidFill>
            <a:ln w="6390" cap="flat">
              <a:noFill/>
              <a:prstDash val="solid"/>
              <a:miter/>
            </a:ln>
          </p:spPr>
          <p:txBody>
            <a:bodyPr rtlCol="0" anchor="ctr"/>
            <a:lstStyle/>
            <a:p>
              <a:endParaRPr lang="en-US"/>
            </a:p>
          </p:txBody>
        </p:sp>
      </p:grpSp>
      <p:grpSp>
        <p:nvGrpSpPr>
          <p:cNvPr id="653" name="Graphic 4">
            <a:extLst>
              <a:ext uri="{FF2B5EF4-FFF2-40B4-BE49-F238E27FC236}">
                <a16:creationId xmlns:a16="http://schemas.microsoft.com/office/drawing/2014/main" id="{CFE505BA-D12E-DA49-ADDC-A67C9C8B648E}"/>
              </a:ext>
            </a:extLst>
          </p:cNvPr>
          <p:cNvGrpSpPr/>
          <p:nvPr/>
        </p:nvGrpSpPr>
        <p:grpSpPr>
          <a:xfrm>
            <a:off x="905454" y="1893013"/>
            <a:ext cx="361670" cy="361333"/>
            <a:chOff x="905454" y="1893013"/>
            <a:chExt cx="361670" cy="361333"/>
          </a:xfrm>
          <a:solidFill>
            <a:srgbClr val="012169"/>
          </a:solidFill>
        </p:grpSpPr>
        <p:sp>
          <p:nvSpPr>
            <p:cNvPr id="654" name="Graphic 4">
              <a:extLst>
                <a:ext uri="{FF2B5EF4-FFF2-40B4-BE49-F238E27FC236}">
                  <a16:creationId xmlns:a16="http://schemas.microsoft.com/office/drawing/2014/main" id="{46BE8BD2-5CF1-224C-A886-AFC8C167A2CE}"/>
                </a:ext>
              </a:extLst>
            </p:cNvPr>
            <p:cNvSpPr/>
            <p:nvPr/>
          </p:nvSpPr>
          <p:spPr>
            <a:xfrm>
              <a:off x="1031335" y="2110068"/>
              <a:ext cx="46646" cy="46603"/>
            </a:xfrm>
            <a:custGeom>
              <a:avLst/>
              <a:gdLst>
                <a:gd name="connsiteX0" fmla="*/ 26838 w 46646"/>
                <a:gd name="connsiteY0" fmla="*/ 13406 h 46603"/>
                <a:gd name="connsiteX1" fmla="*/ 26838 w 46646"/>
                <a:gd name="connsiteY1" fmla="*/ 0 h 46603"/>
                <a:gd name="connsiteX2" fmla="*/ 19809 w 46646"/>
                <a:gd name="connsiteY2" fmla="*/ 0 h 46603"/>
                <a:gd name="connsiteX3" fmla="*/ 19809 w 46646"/>
                <a:gd name="connsiteY3" fmla="*/ 13406 h 46603"/>
                <a:gd name="connsiteX4" fmla="*/ 13419 w 46646"/>
                <a:gd name="connsiteY4" fmla="*/ 19790 h 46603"/>
                <a:gd name="connsiteX5" fmla="*/ 0 w 46646"/>
                <a:gd name="connsiteY5" fmla="*/ 19790 h 46603"/>
                <a:gd name="connsiteX6" fmla="*/ 0 w 46646"/>
                <a:gd name="connsiteY6" fmla="*/ 26813 h 46603"/>
                <a:gd name="connsiteX7" fmla="*/ 13419 w 46646"/>
                <a:gd name="connsiteY7" fmla="*/ 26813 h 46603"/>
                <a:gd name="connsiteX8" fmla="*/ 19809 w 46646"/>
                <a:gd name="connsiteY8" fmla="*/ 33197 h 46603"/>
                <a:gd name="connsiteX9" fmla="*/ 19809 w 46646"/>
                <a:gd name="connsiteY9" fmla="*/ 46603 h 46603"/>
                <a:gd name="connsiteX10" fmla="*/ 26838 w 46646"/>
                <a:gd name="connsiteY10" fmla="*/ 46603 h 46603"/>
                <a:gd name="connsiteX11" fmla="*/ 26838 w 46646"/>
                <a:gd name="connsiteY11" fmla="*/ 33197 h 46603"/>
                <a:gd name="connsiteX12" fmla="*/ 33228 w 46646"/>
                <a:gd name="connsiteY12" fmla="*/ 26813 h 46603"/>
                <a:gd name="connsiteX13" fmla="*/ 46647 w 46646"/>
                <a:gd name="connsiteY13" fmla="*/ 26813 h 46603"/>
                <a:gd name="connsiteX14" fmla="*/ 46647 w 46646"/>
                <a:gd name="connsiteY14" fmla="*/ 19790 h 46603"/>
                <a:gd name="connsiteX15" fmla="*/ 33228 w 46646"/>
                <a:gd name="connsiteY15" fmla="*/ 19790 h 46603"/>
                <a:gd name="connsiteX16" fmla="*/ 26838 w 46646"/>
                <a:gd name="connsiteY16" fmla="*/ 13406 h 46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6646" h="46603">
                  <a:moveTo>
                    <a:pt x="26838" y="13406"/>
                  </a:moveTo>
                  <a:lnTo>
                    <a:pt x="26838" y="0"/>
                  </a:lnTo>
                  <a:lnTo>
                    <a:pt x="19809" y="0"/>
                  </a:lnTo>
                  <a:lnTo>
                    <a:pt x="19809" y="13406"/>
                  </a:lnTo>
                  <a:cubicBezTo>
                    <a:pt x="19809" y="17237"/>
                    <a:pt x="17253" y="19790"/>
                    <a:pt x="13419" y="19790"/>
                  </a:cubicBezTo>
                  <a:lnTo>
                    <a:pt x="0" y="19790"/>
                  </a:lnTo>
                  <a:lnTo>
                    <a:pt x="0" y="26813"/>
                  </a:lnTo>
                  <a:lnTo>
                    <a:pt x="13419" y="26813"/>
                  </a:lnTo>
                  <a:cubicBezTo>
                    <a:pt x="17253" y="26813"/>
                    <a:pt x="19809" y="29366"/>
                    <a:pt x="19809" y="33197"/>
                  </a:cubicBezTo>
                  <a:lnTo>
                    <a:pt x="19809" y="46603"/>
                  </a:lnTo>
                  <a:lnTo>
                    <a:pt x="26838" y="46603"/>
                  </a:lnTo>
                  <a:lnTo>
                    <a:pt x="26838" y="33197"/>
                  </a:lnTo>
                  <a:cubicBezTo>
                    <a:pt x="26838" y="29366"/>
                    <a:pt x="29394" y="26813"/>
                    <a:pt x="33228" y="26813"/>
                  </a:cubicBezTo>
                  <a:lnTo>
                    <a:pt x="46647" y="26813"/>
                  </a:lnTo>
                  <a:lnTo>
                    <a:pt x="46647" y="19790"/>
                  </a:lnTo>
                  <a:lnTo>
                    <a:pt x="33228" y="19790"/>
                  </a:lnTo>
                  <a:cubicBezTo>
                    <a:pt x="29394" y="19790"/>
                    <a:pt x="26838" y="16598"/>
                    <a:pt x="26838" y="13406"/>
                  </a:cubicBezTo>
                  <a:close/>
                </a:path>
              </a:pathLst>
            </a:custGeom>
            <a:solidFill>
              <a:srgbClr val="012169"/>
            </a:solidFill>
            <a:ln w="6390" cap="flat">
              <a:noFill/>
              <a:prstDash val="solid"/>
              <a:miter/>
            </a:ln>
          </p:spPr>
          <p:txBody>
            <a:bodyPr rtlCol="0" anchor="ctr"/>
            <a:lstStyle/>
            <a:p>
              <a:endParaRPr lang="en-US"/>
            </a:p>
          </p:txBody>
        </p:sp>
        <p:sp>
          <p:nvSpPr>
            <p:cNvPr id="655" name="Graphic 4">
              <a:extLst>
                <a:ext uri="{FF2B5EF4-FFF2-40B4-BE49-F238E27FC236}">
                  <a16:creationId xmlns:a16="http://schemas.microsoft.com/office/drawing/2014/main" id="{966A8A18-9979-0743-A465-DF60AF03E0D8}"/>
                </a:ext>
              </a:extLst>
            </p:cNvPr>
            <p:cNvSpPr/>
            <p:nvPr/>
          </p:nvSpPr>
          <p:spPr>
            <a:xfrm>
              <a:off x="1105459" y="1975366"/>
              <a:ext cx="11501" cy="14044"/>
            </a:xfrm>
            <a:custGeom>
              <a:avLst/>
              <a:gdLst>
                <a:gd name="connsiteX0" fmla="*/ 3195 w 11501"/>
                <a:gd name="connsiteY0" fmla="*/ 1277 h 14044"/>
                <a:gd name="connsiteX1" fmla="*/ 0 w 11501"/>
                <a:gd name="connsiteY1" fmla="*/ 0 h 14044"/>
                <a:gd name="connsiteX2" fmla="*/ 0 w 11501"/>
                <a:gd name="connsiteY2" fmla="*/ 14045 h 14044"/>
                <a:gd name="connsiteX3" fmla="*/ 3195 w 11501"/>
                <a:gd name="connsiteY3" fmla="*/ 12768 h 14044"/>
                <a:gd name="connsiteX4" fmla="*/ 6390 w 11501"/>
                <a:gd name="connsiteY4" fmla="*/ 12768 h 14044"/>
                <a:gd name="connsiteX5" fmla="*/ 11502 w 11501"/>
                <a:gd name="connsiteY5" fmla="*/ 10214 h 14044"/>
                <a:gd name="connsiteX6" fmla="*/ 11502 w 11501"/>
                <a:gd name="connsiteY6" fmla="*/ 3192 h 14044"/>
                <a:gd name="connsiteX7" fmla="*/ 6390 w 11501"/>
                <a:gd name="connsiteY7" fmla="*/ 1277 h 14044"/>
                <a:gd name="connsiteX8" fmla="*/ 3195 w 11501"/>
                <a:gd name="connsiteY8" fmla="*/ 1277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501" h="14044">
                  <a:moveTo>
                    <a:pt x="3195" y="1277"/>
                  </a:moveTo>
                  <a:cubicBezTo>
                    <a:pt x="1917" y="1277"/>
                    <a:pt x="639" y="638"/>
                    <a:pt x="0" y="0"/>
                  </a:cubicBezTo>
                  <a:lnTo>
                    <a:pt x="0" y="14045"/>
                  </a:lnTo>
                  <a:cubicBezTo>
                    <a:pt x="1278" y="13406"/>
                    <a:pt x="1917" y="12768"/>
                    <a:pt x="3195" y="12768"/>
                  </a:cubicBezTo>
                  <a:lnTo>
                    <a:pt x="6390" y="12768"/>
                  </a:lnTo>
                  <a:lnTo>
                    <a:pt x="11502" y="10214"/>
                  </a:lnTo>
                  <a:lnTo>
                    <a:pt x="11502" y="3192"/>
                  </a:lnTo>
                  <a:lnTo>
                    <a:pt x="6390" y="1277"/>
                  </a:lnTo>
                  <a:lnTo>
                    <a:pt x="3195" y="1277"/>
                  </a:lnTo>
                  <a:close/>
                </a:path>
              </a:pathLst>
            </a:custGeom>
            <a:solidFill>
              <a:srgbClr val="012169"/>
            </a:solidFill>
            <a:ln w="6390" cap="flat">
              <a:noFill/>
              <a:prstDash val="solid"/>
              <a:miter/>
            </a:ln>
          </p:spPr>
          <p:txBody>
            <a:bodyPr rtlCol="0" anchor="ctr"/>
            <a:lstStyle/>
            <a:p>
              <a:endParaRPr lang="en-US"/>
            </a:p>
          </p:txBody>
        </p:sp>
        <p:sp>
          <p:nvSpPr>
            <p:cNvPr id="656" name="Graphic 4">
              <a:extLst>
                <a:ext uri="{FF2B5EF4-FFF2-40B4-BE49-F238E27FC236}">
                  <a16:creationId xmlns:a16="http://schemas.microsoft.com/office/drawing/2014/main" id="{261891D0-CB4F-E143-BA1D-022FEC73ADCC}"/>
                </a:ext>
              </a:extLst>
            </p:cNvPr>
            <p:cNvSpPr/>
            <p:nvPr/>
          </p:nvSpPr>
          <p:spPr>
            <a:xfrm>
              <a:off x="1006415" y="2050697"/>
              <a:ext cx="95849" cy="130233"/>
            </a:xfrm>
            <a:custGeom>
              <a:avLst/>
              <a:gdLst>
                <a:gd name="connsiteX0" fmla="*/ 67733 w 95849"/>
                <a:gd name="connsiteY0" fmla="*/ 0 h 130233"/>
                <a:gd name="connsiteX1" fmla="*/ 30672 w 95849"/>
                <a:gd name="connsiteY1" fmla="*/ 0 h 130233"/>
                <a:gd name="connsiteX2" fmla="*/ 0 w 95849"/>
                <a:gd name="connsiteY2" fmla="*/ 121934 h 130233"/>
                <a:gd name="connsiteX3" fmla="*/ 2556 w 95849"/>
                <a:gd name="connsiteY3" fmla="*/ 127680 h 130233"/>
                <a:gd name="connsiteX4" fmla="*/ 8307 w 95849"/>
                <a:gd name="connsiteY4" fmla="*/ 130233 h 130233"/>
                <a:gd name="connsiteX5" fmla="*/ 87542 w 95849"/>
                <a:gd name="connsiteY5" fmla="*/ 130233 h 130233"/>
                <a:gd name="connsiteX6" fmla="*/ 95849 w 95849"/>
                <a:gd name="connsiteY6" fmla="*/ 121934 h 130233"/>
                <a:gd name="connsiteX7" fmla="*/ 95849 w 95849"/>
                <a:gd name="connsiteY7" fmla="*/ 87460 h 130233"/>
                <a:gd name="connsiteX8" fmla="*/ 82430 w 95849"/>
                <a:gd name="connsiteY8" fmla="*/ 46603 h 130233"/>
                <a:gd name="connsiteX9" fmla="*/ 76040 w 95849"/>
                <a:gd name="connsiteY9" fmla="*/ 33197 h 130233"/>
                <a:gd name="connsiteX10" fmla="*/ 76040 w 95849"/>
                <a:gd name="connsiteY10" fmla="*/ 8299 h 130233"/>
                <a:gd name="connsiteX11" fmla="*/ 67733 w 95849"/>
                <a:gd name="connsiteY11" fmla="*/ 0 h 130233"/>
                <a:gd name="connsiteX12" fmla="*/ 77318 w 95849"/>
                <a:gd name="connsiteY12" fmla="*/ 66393 h 130233"/>
                <a:gd name="connsiteX13" fmla="*/ 83708 w 95849"/>
                <a:gd name="connsiteY13" fmla="*/ 72777 h 130233"/>
                <a:gd name="connsiteX14" fmla="*/ 83708 w 95849"/>
                <a:gd name="connsiteY14" fmla="*/ 92568 h 130233"/>
                <a:gd name="connsiteX15" fmla="*/ 77318 w 95849"/>
                <a:gd name="connsiteY15" fmla="*/ 98952 h 130233"/>
                <a:gd name="connsiteX16" fmla="*/ 63899 w 95849"/>
                <a:gd name="connsiteY16" fmla="*/ 98952 h 130233"/>
                <a:gd name="connsiteX17" fmla="*/ 63899 w 95849"/>
                <a:gd name="connsiteY17" fmla="*/ 112358 h 130233"/>
                <a:gd name="connsiteX18" fmla="*/ 57509 w 95849"/>
                <a:gd name="connsiteY18" fmla="*/ 118742 h 130233"/>
                <a:gd name="connsiteX19" fmla="*/ 37701 w 95849"/>
                <a:gd name="connsiteY19" fmla="*/ 118742 h 130233"/>
                <a:gd name="connsiteX20" fmla="*/ 31311 w 95849"/>
                <a:gd name="connsiteY20" fmla="*/ 112358 h 130233"/>
                <a:gd name="connsiteX21" fmla="*/ 31311 w 95849"/>
                <a:gd name="connsiteY21" fmla="*/ 98952 h 130233"/>
                <a:gd name="connsiteX22" fmla="*/ 17892 w 95849"/>
                <a:gd name="connsiteY22" fmla="*/ 98952 h 130233"/>
                <a:gd name="connsiteX23" fmla="*/ 11502 w 95849"/>
                <a:gd name="connsiteY23" fmla="*/ 92568 h 130233"/>
                <a:gd name="connsiteX24" fmla="*/ 11502 w 95849"/>
                <a:gd name="connsiteY24" fmla="*/ 72777 h 130233"/>
                <a:gd name="connsiteX25" fmla="*/ 17892 w 95849"/>
                <a:gd name="connsiteY25" fmla="*/ 66393 h 130233"/>
                <a:gd name="connsiteX26" fmla="*/ 31311 w 95849"/>
                <a:gd name="connsiteY26" fmla="*/ 66393 h 130233"/>
                <a:gd name="connsiteX27" fmla="*/ 31311 w 95849"/>
                <a:gd name="connsiteY27" fmla="*/ 52987 h 130233"/>
                <a:gd name="connsiteX28" fmla="*/ 37701 w 95849"/>
                <a:gd name="connsiteY28" fmla="*/ 46603 h 130233"/>
                <a:gd name="connsiteX29" fmla="*/ 57509 w 95849"/>
                <a:gd name="connsiteY29" fmla="*/ 46603 h 130233"/>
                <a:gd name="connsiteX30" fmla="*/ 63899 w 95849"/>
                <a:gd name="connsiteY30" fmla="*/ 52987 h 130233"/>
                <a:gd name="connsiteX31" fmla="*/ 63899 w 95849"/>
                <a:gd name="connsiteY31" fmla="*/ 66393 h 130233"/>
                <a:gd name="connsiteX32" fmla="*/ 77318 w 95849"/>
                <a:gd name="connsiteY32" fmla="*/ 66393 h 13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5849" h="130233">
                  <a:moveTo>
                    <a:pt x="67733" y="0"/>
                  </a:moveTo>
                  <a:lnTo>
                    <a:pt x="30672" y="0"/>
                  </a:lnTo>
                  <a:cubicBezTo>
                    <a:pt x="4473" y="25536"/>
                    <a:pt x="639" y="73416"/>
                    <a:pt x="0" y="121934"/>
                  </a:cubicBezTo>
                  <a:cubicBezTo>
                    <a:pt x="0" y="124488"/>
                    <a:pt x="639" y="126403"/>
                    <a:pt x="2556" y="127680"/>
                  </a:cubicBezTo>
                  <a:cubicBezTo>
                    <a:pt x="3834" y="128956"/>
                    <a:pt x="6390" y="130233"/>
                    <a:pt x="8307" y="130233"/>
                  </a:cubicBezTo>
                  <a:lnTo>
                    <a:pt x="87542" y="130233"/>
                  </a:lnTo>
                  <a:cubicBezTo>
                    <a:pt x="92015" y="130233"/>
                    <a:pt x="95849" y="126403"/>
                    <a:pt x="95849" y="121934"/>
                  </a:cubicBezTo>
                  <a:lnTo>
                    <a:pt x="95849" y="87460"/>
                  </a:lnTo>
                  <a:cubicBezTo>
                    <a:pt x="95849" y="63201"/>
                    <a:pt x="88181" y="53625"/>
                    <a:pt x="82430" y="46603"/>
                  </a:cubicBezTo>
                  <a:cubicBezTo>
                    <a:pt x="79235" y="42134"/>
                    <a:pt x="76040" y="38304"/>
                    <a:pt x="76040" y="33197"/>
                  </a:cubicBezTo>
                  <a:lnTo>
                    <a:pt x="76040" y="8299"/>
                  </a:lnTo>
                  <a:cubicBezTo>
                    <a:pt x="76040" y="2554"/>
                    <a:pt x="69011" y="0"/>
                    <a:pt x="67733" y="0"/>
                  </a:cubicBezTo>
                  <a:close/>
                  <a:moveTo>
                    <a:pt x="77318" y="66393"/>
                  </a:moveTo>
                  <a:cubicBezTo>
                    <a:pt x="81152" y="66393"/>
                    <a:pt x="83708" y="68947"/>
                    <a:pt x="83708" y="72777"/>
                  </a:cubicBezTo>
                  <a:lnTo>
                    <a:pt x="83708" y="92568"/>
                  </a:lnTo>
                  <a:cubicBezTo>
                    <a:pt x="83708" y="96398"/>
                    <a:pt x="81152" y="98952"/>
                    <a:pt x="77318" y="98952"/>
                  </a:cubicBezTo>
                  <a:lnTo>
                    <a:pt x="63899" y="98952"/>
                  </a:lnTo>
                  <a:lnTo>
                    <a:pt x="63899" y="112358"/>
                  </a:lnTo>
                  <a:cubicBezTo>
                    <a:pt x="63899" y="116188"/>
                    <a:pt x="61343" y="118742"/>
                    <a:pt x="57509" y="118742"/>
                  </a:cubicBezTo>
                  <a:lnTo>
                    <a:pt x="37701" y="118742"/>
                  </a:lnTo>
                  <a:cubicBezTo>
                    <a:pt x="33867" y="118742"/>
                    <a:pt x="31311" y="116188"/>
                    <a:pt x="31311" y="112358"/>
                  </a:cubicBezTo>
                  <a:lnTo>
                    <a:pt x="31311" y="98952"/>
                  </a:lnTo>
                  <a:lnTo>
                    <a:pt x="17892" y="98952"/>
                  </a:lnTo>
                  <a:cubicBezTo>
                    <a:pt x="14058" y="98952"/>
                    <a:pt x="11502" y="96398"/>
                    <a:pt x="11502" y="92568"/>
                  </a:cubicBezTo>
                  <a:lnTo>
                    <a:pt x="11502" y="72777"/>
                  </a:lnTo>
                  <a:cubicBezTo>
                    <a:pt x="11502" y="68947"/>
                    <a:pt x="14058" y="66393"/>
                    <a:pt x="17892" y="66393"/>
                  </a:cubicBezTo>
                  <a:lnTo>
                    <a:pt x="31311" y="66393"/>
                  </a:lnTo>
                  <a:lnTo>
                    <a:pt x="31311" y="52987"/>
                  </a:lnTo>
                  <a:cubicBezTo>
                    <a:pt x="31311" y="49157"/>
                    <a:pt x="33867" y="46603"/>
                    <a:pt x="37701" y="46603"/>
                  </a:cubicBezTo>
                  <a:lnTo>
                    <a:pt x="57509" y="46603"/>
                  </a:lnTo>
                  <a:cubicBezTo>
                    <a:pt x="61343" y="46603"/>
                    <a:pt x="63899" y="49157"/>
                    <a:pt x="63899" y="52987"/>
                  </a:cubicBezTo>
                  <a:lnTo>
                    <a:pt x="63899" y="66393"/>
                  </a:lnTo>
                  <a:lnTo>
                    <a:pt x="77318" y="66393"/>
                  </a:lnTo>
                  <a:close/>
                </a:path>
              </a:pathLst>
            </a:custGeom>
            <a:solidFill>
              <a:srgbClr val="012169"/>
            </a:solidFill>
            <a:ln w="6390" cap="flat">
              <a:noFill/>
              <a:prstDash val="solid"/>
              <a:miter/>
            </a:ln>
          </p:spPr>
          <p:txBody>
            <a:bodyPr rtlCol="0" anchor="ctr"/>
            <a:lstStyle/>
            <a:p>
              <a:endParaRPr lang="en-US"/>
            </a:p>
          </p:txBody>
        </p:sp>
        <p:sp>
          <p:nvSpPr>
            <p:cNvPr id="657" name="Graphic 4">
              <a:extLst>
                <a:ext uri="{FF2B5EF4-FFF2-40B4-BE49-F238E27FC236}">
                  <a16:creationId xmlns:a16="http://schemas.microsoft.com/office/drawing/2014/main" id="{BE85D686-F414-BD4C-8287-67F5CBA7D2D1}"/>
                </a:ext>
              </a:extLst>
            </p:cNvPr>
            <p:cNvSpPr/>
            <p:nvPr/>
          </p:nvSpPr>
          <p:spPr>
            <a:xfrm>
              <a:off x="1011527" y="1976643"/>
              <a:ext cx="80513" cy="41495"/>
            </a:xfrm>
            <a:custGeom>
              <a:avLst/>
              <a:gdLst>
                <a:gd name="connsiteX0" fmla="*/ 0 w 80513"/>
                <a:gd name="connsiteY0" fmla="*/ 21706 h 41495"/>
                <a:gd name="connsiteX1" fmla="*/ 8307 w 80513"/>
                <a:gd name="connsiteY1" fmla="*/ 21706 h 41495"/>
                <a:gd name="connsiteX2" fmla="*/ 29394 w 80513"/>
                <a:gd name="connsiteY2" fmla="*/ 41496 h 41495"/>
                <a:gd name="connsiteX3" fmla="*/ 56231 w 80513"/>
                <a:gd name="connsiteY3" fmla="*/ 41496 h 41495"/>
                <a:gd name="connsiteX4" fmla="*/ 80513 w 80513"/>
                <a:gd name="connsiteY4" fmla="*/ 12130 h 41495"/>
                <a:gd name="connsiteX5" fmla="*/ 80513 w 80513"/>
                <a:gd name="connsiteY5" fmla="*/ 0 h 41495"/>
                <a:gd name="connsiteX6" fmla="*/ 23004 w 80513"/>
                <a:gd name="connsiteY6" fmla="*/ 0 h 41495"/>
                <a:gd name="connsiteX7" fmla="*/ 0 w 80513"/>
                <a:gd name="connsiteY7" fmla="*/ 21706 h 41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513" h="41495">
                  <a:moveTo>
                    <a:pt x="0" y="21706"/>
                  </a:moveTo>
                  <a:lnTo>
                    <a:pt x="8307" y="21706"/>
                  </a:lnTo>
                  <a:cubicBezTo>
                    <a:pt x="21726" y="21706"/>
                    <a:pt x="28755" y="28728"/>
                    <a:pt x="29394" y="41496"/>
                  </a:cubicBezTo>
                  <a:lnTo>
                    <a:pt x="56231" y="41496"/>
                  </a:lnTo>
                  <a:cubicBezTo>
                    <a:pt x="56870" y="24897"/>
                    <a:pt x="66455" y="12768"/>
                    <a:pt x="80513" y="12130"/>
                  </a:cubicBezTo>
                  <a:lnTo>
                    <a:pt x="80513" y="0"/>
                  </a:lnTo>
                  <a:lnTo>
                    <a:pt x="23004" y="0"/>
                  </a:lnTo>
                  <a:cubicBezTo>
                    <a:pt x="7029" y="0"/>
                    <a:pt x="639" y="6384"/>
                    <a:pt x="0" y="21706"/>
                  </a:cubicBezTo>
                  <a:close/>
                </a:path>
              </a:pathLst>
            </a:custGeom>
            <a:solidFill>
              <a:srgbClr val="012169"/>
            </a:solidFill>
            <a:ln w="6390" cap="flat">
              <a:noFill/>
              <a:prstDash val="solid"/>
              <a:miter/>
            </a:ln>
          </p:spPr>
          <p:txBody>
            <a:bodyPr rtlCol="0" anchor="ctr"/>
            <a:lstStyle/>
            <a:p>
              <a:endParaRPr lang="en-US"/>
            </a:p>
          </p:txBody>
        </p:sp>
        <p:sp>
          <p:nvSpPr>
            <p:cNvPr id="658" name="Graphic 4">
              <a:extLst>
                <a:ext uri="{FF2B5EF4-FFF2-40B4-BE49-F238E27FC236}">
                  <a16:creationId xmlns:a16="http://schemas.microsoft.com/office/drawing/2014/main" id="{4C19CC98-9361-194C-8606-C701DCA48DF8}"/>
                </a:ext>
              </a:extLst>
            </p:cNvPr>
            <p:cNvSpPr/>
            <p:nvPr/>
          </p:nvSpPr>
          <p:spPr>
            <a:xfrm>
              <a:off x="1040920" y="2030907"/>
              <a:ext cx="26837" cy="7022"/>
            </a:xfrm>
            <a:custGeom>
              <a:avLst/>
              <a:gdLst>
                <a:gd name="connsiteX0" fmla="*/ 0 w 26837"/>
                <a:gd name="connsiteY0" fmla="*/ 0 h 7022"/>
                <a:gd name="connsiteX1" fmla="*/ 26838 w 26837"/>
                <a:gd name="connsiteY1" fmla="*/ 0 h 7022"/>
                <a:gd name="connsiteX2" fmla="*/ 26838 w 26837"/>
                <a:gd name="connsiteY2" fmla="*/ 7022 h 7022"/>
                <a:gd name="connsiteX3" fmla="*/ 0 w 26837"/>
                <a:gd name="connsiteY3" fmla="*/ 7022 h 7022"/>
              </a:gdLst>
              <a:ahLst/>
              <a:cxnLst>
                <a:cxn ang="0">
                  <a:pos x="connsiteX0" y="connsiteY0"/>
                </a:cxn>
                <a:cxn ang="0">
                  <a:pos x="connsiteX1" y="connsiteY1"/>
                </a:cxn>
                <a:cxn ang="0">
                  <a:pos x="connsiteX2" y="connsiteY2"/>
                </a:cxn>
                <a:cxn ang="0">
                  <a:pos x="connsiteX3" y="connsiteY3"/>
                </a:cxn>
              </a:cxnLst>
              <a:rect l="l" t="t" r="r" b="b"/>
              <a:pathLst>
                <a:path w="26837" h="7022">
                  <a:moveTo>
                    <a:pt x="0" y="0"/>
                  </a:moveTo>
                  <a:lnTo>
                    <a:pt x="26838" y="0"/>
                  </a:lnTo>
                  <a:lnTo>
                    <a:pt x="26838" y="7022"/>
                  </a:lnTo>
                  <a:lnTo>
                    <a:pt x="0" y="7022"/>
                  </a:lnTo>
                  <a:close/>
                </a:path>
              </a:pathLst>
            </a:custGeom>
            <a:solidFill>
              <a:srgbClr val="012169"/>
            </a:solidFill>
            <a:ln w="6390" cap="flat">
              <a:noFill/>
              <a:prstDash val="solid"/>
              <a:miter/>
            </a:ln>
          </p:spPr>
          <p:txBody>
            <a:bodyPr rtlCol="0" anchor="ctr"/>
            <a:lstStyle/>
            <a:p>
              <a:endParaRPr lang="en-US"/>
            </a:p>
          </p:txBody>
        </p:sp>
        <p:sp>
          <p:nvSpPr>
            <p:cNvPr id="659" name="Graphic 4">
              <a:extLst>
                <a:ext uri="{FF2B5EF4-FFF2-40B4-BE49-F238E27FC236}">
                  <a16:creationId xmlns:a16="http://schemas.microsoft.com/office/drawing/2014/main" id="{54BB3BFC-A8AD-6843-83B6-818C3ADFAB48}"/>
                </a:ext>
              </a:extLst>
            </p:cNvPr>
            <p:cNvSpPr/>
            <p:nvPr/>
          </p:nvSpPr>
          <p:spPr>
            <a:xfrm>
              <a:off x="905454"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37706 w 361670"/>
                <a:gd name="connsiteY5" fmla="*/ 70862 h 361333"/>
                <a:gd name="connsiteX6" fmla="*/ 247291 w 361670"/>
                <a:gd name="connsiteY6" fmla="*/ 70862 h 361333"/>
                <a:gd name="connsiteX7" fmla="*/ 253680 w 361670"/>
                <a:gd name="connsiteY7" fmla="*/ 77246 h 361333"/>
                <a:gd name="connsiteX8" fmla="*/ 247291 w 361670"/>
                <a:gd name="connsiteY8" fmla="*/ 83630 h 361333"/>
                <a:gd name="connsiteX9" fmla="*/ 237706 w 361670"/>
                <a:gd name="connsiteY9" fmla="*/ 83630 h 361333"/>
                <a:gd name="connsiteX10" fmla="*/ 231316 w 361670"/>
                <a:gd name="connsiteY10" fmla="*/ 77246 h 361333"/>
                <a:gd name="connsiteX11" fmla="*/ 237706 w 361670"/>
                <a:gd name="connsiteY11" fmla="*/ 70862 h 361333"/>
                <a:gd name="connsiteX12" fmla="*/ 223648 w 361670"/>
                <a:gd name="connsiteY12" fmla="*/ 164707 h 361333"/>
                <a:gd name="connsiteX13" fmla="*/ 218536 w 361670"/>
                <a:gd name="connsiteY13" fmla="*/ 167260 h 361333"/>
                <a:gd name="connsiteX14" fmla="*/ 214702 w 361670"/>
                <a:gd name="connsiteY14" fmla="*/ 165984 h 361333"/>
                <a:gd name="connsiteX15" fmla="*/ 182113 w 361670"/>
                <a:gd name="connsiteY15" fmla="*/ 122573 h 361333"/>
                <a:gd name="connsiteX16" fmla="*/ 186586 w 361670"/>
                <a:gd name="connsiteY16" fmla="*/ 114912 h 361333"/>
                <a:gd name="connsiteX17" fmla="*/ 194254 w 361670"/>
                <a:gd name="connsiteY17" fmla="*/ 119381 h 361333"/>
                <a:gd name="connsiteX18" fmla="*/ 221731 w 361670"/>
                <a:gd name="connsiteY18" fmla="*/ 155131 h 361333"/>
                <a:gd name="connsiteX19" fmla="*/ 223648 w 361670"/>
                <a:gd name="connsiteY19" fmla="*/ 164707 h 361333"/>
                <a:gd name="connsiteX20" fmla="*/ 224287 w 361670"/>
                <a:gd name="connsiteY20" fmla="*/ 97037 h 361333"/>
                <a:gd name="connsiteX21" fmla="*/ 220453 w 361670"/>
                <a:gd name="connsiteY21" fmla="*/ 102782 h 361333"/>
                <a:gd name="connsiteX22" fmla="*/ 210868 w 361670"/>
                <a:gd name="connsiteY22" fmla="*/ 107889 h 361333"/>
                <a:gd name="connsiteX23" fmla="*/ 208312 w 361670"/>
                <a:gd name="connsiteY23" fmla="*/ 108528 h 361333"/>
                <a:gd name="connsiteX24" fmla="*/ 203200 w 361670"/>
                <a:gd name="connsiteY24" fmla="*/ 108528 h 361333"/>
                <a:gd name="connsiteX25" fmla="*/ 198088 w 361670"/>
                <a:gd name="connsiteY25" fmla="*/ 105974 h 361333"/>
                <a:gd name="connsiteX26" fmla="*/ 192976 w 361670"/>
                <a:gd name="connsiteY26" fmla="*/ 108528 h 361333"/>
                <a:gd name="connsiteX27" fmla="*/ 187864 w 361670"/>
                <a:gd name="connsiteY27" fmla="*/ 108528 h 361333"/>
                <a:gd name="connsiteX28" fmla="*/ 174445 w 361670"/>
                <a:gd name="connsiteY28" fmla="*/ 127041 h 361333"/>
                <a:gd name="connsiteX29" fmla="*/ 174445 w 361670"/>
                <a:gd name="connsiteY29" fmla="*/ 132149 h 361333"/>
                <a:gd name="connsiteX30" fmla="*/ 174445 w 361670"/>
                <a:gd name="connsiteY30" fmla="*/ 146832 h 361333"/>
                <a:gd name="connsiteX31" fmla="*/ 189142 w 361670"/>
                <a:gd name="connsiteY31" fmla="*/ 166622 h 361333"/>
                <a:gd name="connsiteX32" fmla="*/ 189142 w 361670"/>
                <a:gd name="connsiteY32" fmla="*/ 191519 h 361333"/>
                <a:gd name="connsiteX33" fmla="*/ 192976 w 361670"/>
                <a:gd name="connsiteY33" fmla="*/ 197265 h 361333"/>
                <a:gd name="connsiteX34" fmla="*/ 208951 w 361670"/>
                <a:gd name="connsiteY34" fmla="*/ 245783 h 361333"/>
                <a:gd name="connsiteX35" fmla="*/ 208951 w 361670"/>
                <a:gd name="connsiteY35" fmla="*/ 280257 h 361333"/>
                <a:gd name="connsiteX36" fmla="*/ 187864 w 361670"/>
                <a:gd name="connsiteY36" fmla="*/ 301324 h 361333"/>
                <a:gd name="connsiteX37" fmla="*/ 108629 w 361670"/>
                <a:gd name="connsiteY37" fmla="*/ 301324 h 361333"/>
                <a:gd name="connsiteX38" fmla="*/ 93293 w 361670"/>
                <a:gd name="connsiteY38" fmla="*/ 294940 h 361333"/>
                <a:gd name="connsiteX39" fmla="*/ 86903 w 361670"/>
                <a:gd name="connsiteY39" fmla="*/ 279619 h 361333"/>
                <a:gd name="connsiteX40" fmla="*/ 121409 w 361670"/>
                <a:gd name="connsiteY40" fmla="*/ 148747 h 361333"/>
                <a:gd name="connsiteX41" fmla="*/ 121409 w 361670"/>
                <a:gd name="connsiteY41" fmla="*/ 131510 h 361333"/>
                <a:gd name="connsiteX42" fmla="*/ 121409 w 361670"/>
                <a:gd name="connsiteY42" fmla="*/ 126403 h 361333"/>
                <a:gd name="connsiteX43" fmla="*/ 113102 w 361670"/>
                <a:gd name="connsiteY43" fmla="*/ 118104 h 361333"/>
                <a:gd name="connsiteX44" fmla="*/ 98405 w 361670"/>
                <a:gd name="connsiteY44" fmla="*/ 118104 h 361333"/>
                <a:gd name="connsiteX45" fmla="*/ 92015 w 361670"/>
                <a:gd name="connsiteY45" fmla="*/ 111720 h 361333"/>
                <a:gd name="connsiteX46" fmla="*/ 92015 w 361670"/>
                <a:gd name="connsiteY46" fmla="*/ 106613 h 361333"/>
                <a:gd name="connsiteX47" fmla="*/ 127799 w 361670"/>
                <a:gd name="connsiteY47" fmla="*/ 70862 h 361333"/>
                <a:gd name="connsiteX48" fmla="*/ 191698 w 361670"/>
                <a:gd name="connsiteY48" fmla="*/ 70862 h 361333"/>
                <a:gd name="connsiteX49" fmla="*/ 196810 w 361670"/>
                <a:gd name="connsiteY49" fmla="*/ 73416 h 361333"/>
                <a:gd name="connsiteX50" fmla="*/ 201922 w 361670"/>
                <a:gd name="connsiteY50" fmla="*/ 70862 h 361333"/>
                <a:gd name="connsiteX51" fmla="*/ 207034 w 361670"/>
                <a:gd name="connsiteY51" fmla="*/ 70862 h 361333"/>
                <a:gd name="connsiteX52" fmla="*/ 209590 w 361670"/>
                <a:gd name="connsiteY52" fmla="*/ 71501 h 361333"/>
                <a:gd name="connsiteX53" fmla="*/ 219175 w 361670"/>
                <a:gd name="connsiteY53" fmla="*/ 76608 h 361333"/>
                <a:gd name="connsiteX54" fmla="*/ 223009 w 361670"/>
                <a:gd name="connsiteY54" fmla="*/ 82353 h 361333"/>
                <a:gd name="connsiteX55" fmla="*/ 223009 w 361670"/>
                <a:gd name="connsiteY55" fmla="*/ 97037 h 361333"/>
                <a:gd name="connsiteX56" fmla="*/ 237706 w 361670"/>
                <a:gd name="connsiteY56" fmla="*/ 103421 h 361333"/>
                <a:gd name="connsiteX57" fmla="*/ 231316 w 361670"/>
                <a:gd name="connsiteY57" fmla="*/ 97037 h 361333"/>
                <a:gd name="connsiteX58" fmla="*/ 237706 w 361670"/>
                <a:gd name="connsiteY58" fmla="*/ 90653 h 361333"/>
                <a:gd name="connsiteX59" fmla="*/ 247291 w 361670"/>
                <a:gd name="connsiteY59" fmla="*/ 90653 h 361333"/>
                <a:gd name="connsiteX60" fmla="*/ 253680 w 361670"/>
                <a:gd name="connsiteY60" fmla="*/ 97037 h 361333"/>
                <a:gd name="connsiteX61" fmla="*/ 247291 w 361670"/>
                <a:gd name="connsiteY61" fmla="*/ 103421 h 361333"/>
                <a:gd name="connsiteX62" fmla="*/ 237706 w 361670"/>
                <a:gd name="connsiteY62" fmla="*/ 103421 h 361333"/>
                <a:gd name="connsiteX63" fmla="*/ 267099 w 361670"/>
                <a:gd name="connsiteY63" fmla="*/ 113635 h 361333"/>
                <a:gd name="connsiteX64" fmla="*/ 257514 w 361670"/>
                <a:gd name="connsiteY64" fmla="*/ 113635 h 361333"/>
                <a:gd name="connsiteX65" fmla="*/ 251125 w 361670"/>
                <a:gd name="connsiteY65" fmla="*/ 107251 h 361333"/>
                <a:gd name="connsiteX66" fmla="*/ 257514 w 361670"/>
                <a:gd name="connsiteY66" fmla="*/ 100867 h 361333"/>
                <a:gd name="connsiteX67" fmla="*/ 267099 w 361670"/>
                <a:gd name="connsiteY67" fmla="*/ 100867 h 361333"/>
                <a:gd name="connsiteX68" fmla="*/ 273489 w 361670"/>
                <a:gd name="connsiteY68" fmla="*/ 107251 h 361333"/>
                <a:gd name="connsiteX69" fmla="*/ 267099 w 361670"/>
                <a:gd name="connsiteY69" fmla="*/ 113635 h 361333"/>
                <a:gd name="connsiteX70" fmla="*/ 267099 w 361670"/>
                <a:gd name="connsiteY70" fmla="*/ 93845 h 361333"/>
                <a:gd name="connsiteX71" fmla="*/ 257514 w 361670"/>
                <a:gd name="connsiteY71" fmla="*/ 93845 h 361333"/>
                <a:gd name="connsiteX72" fmla="*/ 251125 w 361670"/>
                <a:gd name="connsiteY72" fmla="*/ 87461 h 361333"/>
                <a:gd name="connsiteX73" fmla="*/ 257514 w 361670"/>
                <a:gd name="connsiteY73" fmla="*/ 81077 h 361333"/>
                <a:gd name="connsiteX74" fmla="*/ 267099 w 361670"/>
                <a:gd name="connsiteY74" fmla="*/ 81077 h 361333"/>
                <a:gd name="connsiteX75" fmla="*/ 273489 w 361670"/>
                <a:gd name="connsiteY75" fmla="*/ 87461 h 361333"/>
                <a:gd name="connsiteX76" fmla="*/ 267099 w 361670"/>
                <a:gd name="connsiteY76" fmla="*/ 93845 h 361333"/>
                <a:gd name="connsiteX77" fmla="*/ 267099 w 361670"/>
                <a:gd name="connsiteY77" fmla="*/ 74054 h 361333"/>
                <a:gd name="connsiteX78" fmla="*/ 257514 w 361670"/>
                <a:gd name="connsiteY78" fmla="*/ 74054 h 361333"/>
                <a:gd name="connsiteX79" fmla="*/ 251125 w 361670"/>
                <a:gd name="connsiteY79" fmla="*/ 67670 h 361333"/>
                <a:gd name="connsiteX80" fmla="*/ 257514 w 361670"/>
                <a:gd name="connsiteY80" fmla="*/ 61286 h 361333"/>
                <a:gd name="connsiteX81" fmla="*/ 267099 w 361670"/>
                <a:gd name="connsiteY81" fmla="*/ 61286 h 361333"/>
                <a:gd name="connsiteX82" fmla="*/ 273489 w 361670"/>
                <a:gd name="connsiteY82" fmla="*/ 67670 h 361333"/>
                <a:gd name="connsiteX83" fmla="*/ 267099 w 361670"/>
                <a:gd name="connsiteY83" fmla="*/ 7405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237706" y="70862"/>
                  </a:moveTo>
                  <a:lnTo>
                    <a:pt x="247291" y="70862"/>
                  </a:lnTo>
                  <a:cubicBezTo>
                    <a:pt x="251125" y="70862"/>
                    <a:pt x="253680" y="73416"/>
                    <a:pt x="253680" y="77246"/>
                  </a:cubicBezTo>
                  <a:cubicBezTo>
                    <a:pt x="253680" y="81077"/>
                    <a:pt x="251125" y="83630"/>
                    <a:pt x="247291" y="83630"/>
                  </a:cubicBezTo>
                  <a:lnTo>
                    <a:pt x="237706" y="83630"/>
                  </a:lnTo>
                  <a:cubicBezTo>
                    <a:pt x="233872" y="83630"/>
                    <a:pt x="231316" y="81077"/>
                    <a:pt x="231316" y="77246"/>
                  </a:cubicBezTo>
                  <a:cubicBezTo>
                    <a:pt x="231316" y="73416"/>
                    <a:pt x="234511" y="70862"/>
                    <a:pt x="237706" y="70862"/>
                  </a:cubicBezTo>
                  <a:close/>
                  <a:moveTo>
                    <a:pt x="223648" y="164707"/>
                  </a:moveTo>
                  <a:cubicBezTo>
                    <a:pt x="222370" y="166622"/>
                    <a:pt x="220453" y="167260"/>
                    <a:pt x="218536" y="167260"/>
                  </a:cubicBezTo>
                  <a:cubicBezTo>
                    <a:pt x="217258" y="167260"/>
                    <a:pt x="215980" y="166622"/>
                    <a:pt x="214702" y="165984"/>
                  </a:cubicBezTo>
                  <a:cubicBezTo>
                    <a:pt x="188503" y="148108"/>
                    <a:pt x="182113" y="123849"/>
                    <a:pt x="182113" y="122573"/>
                  </a:cubicBezTo>
                  <a:cubicBezTo>
                    <a:pt x="181474" y="119381"/>
                    <a:pt x="183391" y="115550"/>
                    <a:pt x="186586" y="114912"/>
                  </a:cubicBezTo>
                  <a:cubicBezTo>
                    <a:pt x="189781" y="114273"/>
                    <a:pt x="193615" y="116189"/>
                    <a:pt x="194254" y="119381"/>
                  </a:cubicBezTo>
                  <a:cubicBezTo>
                    <a:pt x="194254" y="120019"/>
                    <a:pt x="200005" y="140448"/>
                    <a:pt x="221731" y="155131"/>
                  </a:cubicBezTo>
                  <a:cubicBezTo>
                    <a:pt x="224287" y="157684"/>
                    <a:pt x="225565" y="162153"/>
                    <a:pt x="223648" y="164707"/>
                  </a:cubicBezTo>
                  <a:close/>
                  <a:moveTo>
                    <a:pt x="224287" y="97037"/>
                  </a:moveTo>
                  <a:cubicBezTo>
                    <a:pt x="224287" y="99590"/>
                    <a:pt x="223009" y="101505"/>
                    <a:pt x="220453" y="102782"/>
                  </a:cubicBezTo>
                  <a:lnTo>
                    <a:pt x="210868" y="107889"/>
                  </a:lnTo>
                  <a:cubicBezTo>
                    <a:pt x="210229" y="108528"/>
                    <a:pt x="208951" y="108528"/>
                    <a:pt x="208312" y="108528"/>
                  </a:cubicBezTo>
                  <a:lnTo>
                    <a:pt x="203200" y="108528"/>
                  </a:lnTo>
                  <a:cubicBezTo>
                    <a:pt x="201283" y="108528"/>
                    <a:pt x="199366" y="107251"/>
                    <a:pt x="198088" y="105974"/>
                  </a:cubicBezTo>
                  <a:cubicBezTo>
                    <a:pt x="196810" y="107251"/>
                    <a:pt x="194893" y="108528"/>
                    <a:pt x="192976" y="108528"/>
                  </a:cubicBezTo>
                  <a:lnTo>
                    <a:pt x="187864" y="108528"/>
                  </a:lnTo>
                  <a:cubicBezTo>
                    <a:pt x="175084" y="108528"/>
                    <a:pt x="174445" y="125126"/>
                    <a:pt x="174445" y="127041"/>
                  </a:cubicBezTo>
                  <a:lnTo>
                    <a:pt x="174445" y="132149"/>
                  </a:lnTo>
                  <a:lnTo>
                    <a:pt x="174445" y="146832"/>
                  </a:lnTo>
                  <a:cubicBezTo>
                    <a:pt x="182113" y="149385"/>
                    <a:pt x="189142" y="156408"/>
                    <a:pt x="189142" y="166622"/>
                  </a:cubicBezTo>
                  <a:lnTo>
                    <a:pt x="189142" y="191519"/>
                  </a:lnTo>
                  <a:cubicBezTo>
                    <a:pt x="189142" y="192796"/>
                    <a:pt x="191059" y="194711"/>
                    <a:pt x="192976" y="197265"/>
                  </a:cubicBezTo>
                  <a:cubicBezTo>
                    <a:pt x="198727" y="204926"/>
                    <a:pt x="208951" y="217055"/>
                    <a:pt x="208951" y="245783"/>
                  </a:cubicBezTo>
                  <a:lnTo>
                    <a:pt x="208951" y="280257"/>
                  </a:lnTo>
                  <a:cubicBezTo>
                    <a:pt x="208951" y="291748"/>
                    <a:pt x="199366" y="301324"/>
                    <a:pt x="187864" y="301324"/>
                  </a:cubicBezTo>
                  <a:lnTo>
                    <a:pt x="108629" y="301324"/>
                  </a:lnTo>
                  <a:cubicBezTo>
                    <a:pt x="102878" y="301324"/>
                    <a:pt x="97766" y="299409"/>
                    <a:pt x="93293" y="294940"/>
                  </a:cubicBezTo>
                  <a:cubicBezTo>
                    <a:pt x="89459" y="291110"/>
                    <a:pt x="86903" y="285364"/>
                    <a:pt x="86903" y="279619"/>
                  </a:cubicBezTo>
                  <a:cubicBezTo>
                    <a:pt x="87542" y="228547"/>
                    <a:pt x="92015" y="177475"/>
                    <a:pt x="121409" y="148747"/>
                  </a:cubicBezTo>
                  <a:lnTo>
                    <a:pt x="121409" y="131510"/>
                  </a:lnTo>
                  <a:lnTo>
                    <a:pt x="121409" y="126403"/>
                  </a:lnTo>
                  <a:cubicBezTo>
                    <a:pt x="121409" y="119381"/>
                    <a:pt x="119492" y="118104"/>
                    <a:pt x="113102" y="118104"/>
                  </a:cubicBezTo>
                  <a:lnTo>
                    <a:pt x="98405" y="118104"/>
                  </a:lnTo>
                  <a:cubicBezTo>
                    <a:pt x="94571" y="118104"/>
                    <a:pt x="92015" y="115550"/>
                    <a:pt x="92015" y="111720"/>
                  </a:cubicBezTo>
                  <a:lnTo>
                    <a:pt x="92015" y="106613"/>
                  </a:lnTo>
                  <a:cubicBezTo>
                    <a:pt x="92015" y="83630"/>
                    <a:pt x="104795" y="70862"/>
                    <a:pt x="127799" y="70862"/>
                  </a:cubicBezTo>
                  <a:lnTo>
                    <a:pt x="191698" y="70862"/>
                  </a:lnTo>
                  <a:cubicBezTo>
                    <a:pt x="193615" y="70862"/>
                    <a:pt x="195532" y="72139"/>
                    <a:pt x="196810" y="73416"/>
                  </a:cubicBezTo>
                  <a:cubicBezTo>
                    <a:pt x="198088" y="72139"/>
                    <a:pt x="200005" y="70862"/>
                    <a:pt x="201922" y="70862"/>
                  </a:cubicBezTo>
                  <a:lnTo>
                    <a:pt x="207034" y="70862"/>
                  </a:lnTo>
                  <a:cubicBezTo>
                    <a:pt x="208312" y="70862"/>
                    <a:pt x="208951" y="70862"/>
                    <a:pt x="209590" y="71501"/>
                  </a:cubicBezTo>
                  <a:lnTo>
                    <a:pt x="219175" y="76608"/>
                  </a:lnTo>
                  <a:cubicBezTo>
                    <a:pt x="221092" y="77885"/>
                    <a:pt x="223009" y="79800"/>
                    <a:pt x="223009" y="82353"/>
                  </a:cubicBezTo>
                  <a:lnTo>
                    <a:pt x="223009" y="97037"/>
                  </a:lnTo>
                  <a:close/>
                  <a:moveTo>
                    <a:pt x="237706" y="103421"/>
                  </a:moveTo>
                  <a:cubicBezTo>
                    <a:pt x="233872" y="103421"/>
                    <a:pt x="231316" y="100867"/>
                    <a:pt x="231316" y="97037"/>
                  </a:cubicBezTo>
                  <a:cubicBezTo>
                    <a:pt x="231316" y="93206"/>
                    <a:pt x="233872" y="90653"/>
                    <a:pt x="237706" y="90653"/>
                  </a:cubicBezTo>
                  <a:lnTo>
                    <a:pt x="247291" y="90653"/>
                  </a:lnTo>
                  <a:cubicBezTo>
                    <a:pt x="251125" y="90653"/>
                    <a:pt x="253680" y="93206"/>
                    <a:pt x="253680" y="97037"/>
                  </a:cubicBezTo>
                  <a:cubicBezTo>
                    <a:pt x="253680" y="100867"/>
                    <a:pt x="251125" y="103421"/>
                    <a:pt x="247291" y="103421"/>
                  </a:cubicBezTo>
                  <a:lnTo>
                    <a:pt x="237706" y="103421"/>
                  </a:lnTo>
                  <a:close/>
                  <a:moveTo>
                    <a:pt x="267099" y="113635"/>
                  </a:moveTo>
                  <a:lnTo>
                    <a:pt x="257514" y="113635"/>
                  </a:lnTo>
                  <a:cubicBezTo>
                    <a:pt x="253680" y="113635"/>
                    <a:pt x="251125" y="111081"/>
                    <a:pt x="251125" y="107251"/>
                  </a:cubicBezTo>
                  <a:cubicBezTo>
                    <a:pt x="251125" y="103421"/>
                    <a:pt x="253680" y="100867"/>
                    <a:pt x="257514" y="100867"/>
                  </a:cubicBezTo>
                  <a:lnTo>
                    <a:pt x="267099" y="100867"/>
                  </a:lnTo>
                  <a:cubicBezTo>
                    <a:pt x="270933" y="100867"/>
                    <a:pt x="273489" y="103421"/>
                    <a:pt x="273489" y="107251"/>
                  </a:cubicBezTo>
                  <a:cubicBezTo>
                    <a:pt x="273489" y="111081"/>
                    <a:pt x="270933" y="113635"/>
                    <a:pt x="267099" y="113635"/>
                  </a:cubicBezTo>
                  <a:close/>
                  <a:moveTo>
                    <a:pt x="267099" y="93845"/>
                  </a:moveTo>
                  <a:lnTo>
                    <a:pt x="257514" y="93845"/>
                  </a:lnTo>
                  <a:cubicBezTo>
                    <a:pt x="253680" y="93845"/>
                    <a:pt x="251125" y="91291"/>
                    <a:pt x="251125" y="87461"/>
                  </a:cubicBezTo>
                  <a:cubicBezTo>
                    <a:pt x="251125" y="83630"/>
                    <a:pt x="253680" y="81077"/>
                    <a:pt x="257514" y="81077"/>
                  </a:cubicBezTo>
                  <a:lnTo>
                    <a:pt x="267099" y="81077"/>
                  </a:lnTo>
                  <a:cubicBezTo>
                    <a:pt x="270933" y="81077"/>
                    <a:pt x="273489" y="83630"/>
                    <a:pt x="273489" y="87461"/>
                  </a:cubicBezTo>
                  <a:cubicBezTo>
                    <a:pt x="273489" y="91291"/>
                    <a:pt x="270933" y="93845"/>
                    <a:pt x="267099" y="93845"/>
                  </a:cubicBezTo>
                  <a:close/>
                  <a:moveTo>
                    <a:pt x="267099" y="74054"/>
                  </a:moveTo>
                  <a:lnTo>
                    <a:pt x="257514" y="74054"/>
                  </a:lnTo>
                  <a:cubicBezTo>
                    <a:pt x="253680" y="74054"/>
                    <a:pt x="251125" y="71501"/>
                    <a:pt x="251125" y="67670"/>
                  </a:cubicBezTo>
                  <a:cubicBezTo>
                    <a:pt x="251125" y="63840"/>
                    <a:pt x="253680" y="61286"/>
                    <a:pt x="257514" y="61286"/>
                  </a:cubicBezTo>
                  <a:lnTo>
                    <a:pt x="267099" y="61286"/>
                  </a:lnTo>
                  <a:cubicBezTo>
                    <a:pt x="270933" y="61286"/>
                    <a:pt x="273489" y="63840"/>
                    <a:pt x="273489" y="67670"/>
                  </a:cubicBezTo>
                  <a:cubicBezTo>
                    <a:pt x="273489" y="71501"/>
                    <a:pt x="270933" y="74054"/>
                    <a:pt x="267099" y="74054"/>
                  </a:cubicBezTo>
                  <a:close/>
                </a:path>
              </a:pathLst>
            </a:custGeom>
            <a:solidFill>
              <a:srgbClr val="012169"/>
            </a:solidFill>
            <a:ln w="6390" cap="flat">
              <a:noFill/>
              <a:prstDash val="solid"/>
              <a:miter/>
            </a:ln>
          </p:spPr>
          <p:txBody>
            <a:bodyPr rtlCol="0" anchor="ctr"/>
            <a:lstStyle/>
            <a:p>
              <a:endParaRPr lang="en-US"/>
            </a:p>
          </p:txBody>
        </p:sp>
      </p:grpSp>
      <p:grpSp>
        <p:nvGrpSpPr>
          <p:cNvPr id="660" name="Graphic 4">
            <a:extLst>
              <a:ext uri="{FF2B5EF4-FFF2-40B4-BE49-F238E27FC236}">
                <a16:creationId xmlns:a16="http://schemas.microsoft.com/office/drawing/2014/main" id="{53812C50-281E-9345-8C37-384B4134E1F7}"/>
              </a:ext>
            </a:extLst>
          </p:cNvPr>
          <p:cNvGrpSpPr/>
          <p:nvPr/>
        </p:nvGrpSpPr>
        <p:grpSpPr>
          <a:xfrm>
            <a:off x="905454" y="2371173"/>
            <a:ext cx="361674" cy="361333"/>
            <a:chOff x="905454" y="2371173"/>
            <a:chExt cx="361674" cy="361333"/>
          </a:xfrm>
          <a:solidFill>
            <a:srgbClr val="012169"/>
          </a:solidFill>
        </p:grpSpPr>
        <p:sp>
          <p:nvSpPr>
            <p:cNvPr id="661" name="Graphic 4">
              <a:extLst>
                <a:ext uri="{FF2B5EF4-FFF2-40B4-BE49-F238E27FC236}">
                  <a16:creationId xmlns:a16="http://schemas.microsoft.com/office/drawing/2014/main" id="{DF8D5BA9-D527-7744-A32B-630EE4C08D8C}"/>
                </a:ext>
              </a:extLst>
            </p:cNvPr>
            <p:cNvSpPr/>
            <p:nvPr/>
          </p:nvSpPr>
          <p:spPr>
            <a:xfrm>
              <a:off x="998747" y="2491192"/>
              <a:ext cx="67733" cy="34473"/>
            </a:xfrm>
            <a:custGeom>
              <a:avLst/>
              <a:gdLst>
                <a:gd name="connsiteX0" fmla="*/ 0 w 67733"/>
                <a:gd name="connsiteY0" fmla="*/ 34473 h 34473"/>
                <a:gd name="connsiteX1" fmla="*/ 67094 w 67733"/>
                <a:gd name="connsiteY1" fmla="*/ 34473 h 34473"/>
                <a:gd name="connsiteX2" fmla="*/ 67733 w 67733"/>
                <a:gd name="connsiteY2" fmla="*/ 34473 h 34473"/>
                <a:gd name="connsiteX3" fmla="*/ 67733 w 67733"/>
                <a:gd name="connsiteY3" fmla="*/ 0 h 34473"/>
                <a:gd name="connsiteX4" fmla="*/ 0 w 67733"/>
                <a:gd name="connsiteY4" fmla="*/ 0 h 34473"/>
                <a:gd name="connsiteX5" fmla="*/ 0 w 67733"/>
                <a:gd name="connsiteY5" fmla="*/ 34473 h 3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33" h="34473">
                  <a:moveTo>
                    <a:pt x="0" y="34473"/>
                  </a:moveTo>
                  <a:lnTo>
                    <a:pt x="67094" y="34473"/>
                  </a:lnTo>
                  <a:cubicBezTo>
                    <a:pt x="67094" y="34473"/>
                    <a:pt x="67733" y="34473"/>
                    <a:pt x="67733" y="34473"/>
                  </a:cubicBezTo>
                  <a:lnTo>
                    <a:pt x="67733" y="0"/>
                  </a:lnTo>
                  <a:lnTo>
                    <a:pt x="0" y="0"/>
                  </a:lnTo>
                  <a:lnTo>
                    <a:pt x="0" y="34473"/>
                  </a:lnTo>
                  <a:close/>
                </a:path>
              </a:pathLst>
            </a:custGeom>
            <a:solidFill>
              <a:srgbClr val="012169"/>
            </a:solidFill>
            <a:ln w="6390" cap="flat">
              <a:noFill/>
              <a:prstDash val="solid"/>
              <a:miter/>
            </a:ln>
          </p:spPr>
          <p:txBody>
            <a:bodyPr rtlCol="0" anchor="ctr"/>
            <a:lstStyle/>
            <a:p>
              <a:endParaRPr lang="en-US"/>
            </a:p>
          </p:txBody>
        </p:sp>
        <p:sp>
          <p:nvSpPr>
            <p:cNvPr id="662" name="Graphic 4">
              <a:extLst>
                <a:ext uri="{FF2B5EF4-FFF2-40B4-BE49-F238E27FC236}">
                  <a16:creationId xmlns:a16="http://schemas.microsoft.com/office/drawing/2014/main" id="{3F5066C6-3FC8-BF40-8076-E52A773B1579}"/>
                </a:ext>
              </a:extLst>
            </p:cNvPr>
            <p:cNvSpPr/>
            <p:nvPr/>
          </p:nvSpPr>
          <p:spPr>
            <a:xfrm>
              <a:off x="999386" y="2538433"/>
              <a:ext cx="67733" cy="36388"/>
            </a:xfrm>
            <a:custGeom>
              <a:avLst/>
              <a:gdLst>
                <a:gd name="connsiteX0" fmla="*/ 67094 w 67733"/>
                <a:gd name="connsiteY0" fmla="*/ 0 h 36388"/>
                <a:gd name="connsiteX1" fmla="*/ 0 w 67733"/>
                <a:gd name="connsiteY1" fmla="*/ 0 h 36388"/>
                <a:gd name="connsiteX2" fmla="*/ 0 w 67733"/>
                <a:gd name="connsiteY2" fmla="*/ 36389 h 36388"/>
                <a:gd name="connsiteX3" fmla="*/ 67733 w 67733"/>
                <a:gd name="connsiteY3" fmla="*/ 36389 h 36388"/>
                <a:gd name="connsiteX4" fmla="*/ 67094 w 67733"/>
                <a:gd name="connsiteY4" fmla="*/ 0 h 36388"/>
                <a:gd name="connsiteX5" fmla="*/ 67094 w 67733"/>
                <a:gd name="connsiteY5" fmla="*/ 0 h 36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33" h="36388">
                  <a:moveTo>
                    <a:pt x="67094" y="0"/>
                  </a:moveTo>
                  <a:lnTo>
                    <a:pt x="0" y="0"/>
                  </a:lnTo>
                  <a:lnTo>
                    <a:pt x="0" y="36389"/>
                  </a:lnTo>
                  <a:lnTo>
                    <a:pt x="67733" y="36389"/>
                  </a:lnTo>
                  <a:lnTo>
                    <a:pt x="67094" y="0"/>
                  </a:lnTo>
                  <a:cubicBezTo>
                    <a:pt x="67094" y="0"/>
                    <a:pt x="67094" y="0"/>
                    <a:pt x="67094" y="0"/>
                  </a:cubicBezTo>
                  <a:close/>
                </a:path>
              </a:pathLst>
            </a:custGeom>
            <a:solidFill>
              <a:srgbClr val="012169"/>
            </a:solidFill>
            <a:ln w="6390" cap="flat">
              <a:noFill/>
              <a:prstDash val="solid"/>
              <a:miter/>
            </a:ln>
          </p:spPr>
          <p:txBody>
            <a:bodyPr rtlCol="0" anchor="ctr"/>
            <a:lstStyle/>
            <a:p>
              <a:endParaRPr lang="en-US"/>
            </a:p>
          </p:txBody>
        </p:sp>
        <p:sp>
          <p:nvSpPr>
            <p:cNvPr id="663" name="Graphic 4">
              <a:extLst>
                <a:ext uri="{FF2B5EF4-FFF2-40B4-BE49-F238E27FC236}">
                  <a16:creationId xmlns:a16="http://schemas.microsoft.com/office/drawing/2014/main" id="{9490FBA2-EE71-484B-80CB-6EB0799F4F49}"/>
                </a:ext>
              </a:extLst>
            </p:cNvPr>
            <p:cNvSpPr/>
            <p:nvPr/>
          </p:nvSpPr>
          <p:spPr>
            <a:xfrm>
              <a:off x="905454" y="237117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90742 w 361674"/>
                <a:gd name="connsiteY5" fmla="*/ 120019 h 361333"/>
                <a:gd name="connsiteX6" fmla="*/ 284352 w 361674"/>
                <a:gd name="connsiteY6" fmla="*/ 120019 h 361333"/>
                <a:gd name="connsiteX7" fmla="*/ 284352 w 361674"/>
                <a:gd name="connsiteY7" fmla="*/ 247699 h 361333"/>
                <a:gd name="connsiteX8" fmla="*/ 277962 w 361674"/>
                <a:gd name="connsiteY8" fmla="*/ 254083 h 361333"/>
                <a:gd name="connsiteX9" fmla="*/ 271572 w 361674"/>
                <a:gd name="connsiteY9" fmla="*/ 247699 h 361333"/>
                <a:gd name="connsiteX10" fmla="*/ 271572 w 361674"/>
                <a:gd name="connsiteY10" fmla="*/ 120019 h 361333"/>
                <a:gd name="connsiteX11" fmla="*/ 174445 w 361674"/>
                <a:gd name="connsiteY11" fmla="*/ 120019 h 361333"/>
                <a:gd name="connsiteX12" fmla="*/ 174445 w 361674"/>
                <a:gd name="connsiteY12" fmla="*/ 209395 h 361333"/>
                <a:gd name="connsiteX13" fmla="*/ 168055 w 361674"/>
                <a:gd name="connsiteY13" fmla="*/ 215779 h 361333"/>
                <a:gd name="connsiteX14" fmla="*/ 93932 w 361674"/>
                <a:gd name="connsiteY14" fmla="*/ 215779 h 361333"/>
                <a:gd name="connsiteX15" fmla="*/ 93932 w 361674"/>
                <a:gd name="connsiteY15" fmla="*/ 247060 h 361333"/>
                <a:gd name="connsiteX16" fmla="*/ 87542 w 361674"/>
                <a:gd name="connsiteY16" fmla="*/ 253444 h 361333"/>
                <a:gd name="connsiteX17" fmla="*/ 81152 w 361674"/>
                <a:gd name="connsiteY17" fmla="*/ 247060 h 361333"/>
                <a:gd name="connsiteX18" fmla="*/ 81152 w 361674"/>
                <a:gd name="connsiteY18" fmla="*/ 120019 h 361333"/>
                <a:gd name="connsiteX19" fmla="*/ 71567 w 361674"/>
                <a:gd name="connsiteY19" fmla="*/ 120019 h 361333"/>
                <a:gd name="connsiteX20" fmla="*/ 65177 w 361674"/>
                <a:gd name="connsiteY20" fmla="*/ 113635 h 361333"/>
                <a:gd name="connsiteX21" fmla="*/ 71567 w 361674"/>
                <a:gd name="connsiteY21" fmla="*/ 107251 h 361333"/>
                <a:gd name="connsiteX22" fmla="*/ 291381 w 361674"/>
                <a:gd name="connsiteY22" fmla="*/ 107251 h 361333"/>
                <a:gd name="connsiteX23" fmla="*/ 297771 w 361674"/>
                <a:gd name="connsiteY23" fmla="*/ 113635 h 361333"/>
                <a:gd name="connsiteX24" fmla="*/ 290742 w 361674"/>
                <a:gd name="connsiteY24" fmla="*/ 12001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1674"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09" y="81077"/>
                    <a:pt x="281157" y="0"/>
                    <a:pt x="180835" y="0"/>
                  </a:cubicBezTo>
                  <a:close/>
                  <a:moveTo>
                    <a:pt x="290742" y="120019"/>
                  </a:moveTo>
                  <a:lnTo>
                    <a:pt x="284352" y="120019"/>
                  </a:lnTo>
                  <a:lnTo>
                    <a:pt x="284352" y="247699"/>
                  </a:lnTo>
                  <a:cubicBezTo>
                    <a:pt x="284352" y="251529"/>
                    <a:pt x="281796" y="254083"/>
                    <a:pt x="277962" y="254083"/>
                  </a:cubicBezTo>
                  <a:cubicBezTo>
                    <a:pt x="274128" y="254083"/>
                    <a:pt x="271572" y="251529"/>
                    <a:pt x="271572" y="247699"/>
                  </a:cubicBezTo>
                  <a:lnTo>
                    <a:pt x="271572" y="120019"/>
                  </a:lnTo>
                  <a:lnTo>
                    <a:pt x="174445" y="120019"/>
                  </a:lnTo>
                  <a:lnTo>
                    <a:pt x="174445" y="209395"/>
                  </a:lnTo>
                  <a:cubicBezTo>
                    <a:pt x="174445" y="213225"/>
                    <a:pt x="171889" y="215779"/>
                    <a:pt x="168055" y="215779"/>
                  </a:cubicBezTo>
                  <a:lnTo>
                    <a:pt x="93932" y="215779"/>
                  </a:lnTo>
                  <a:lnTo>
                    <a:pt x="93932" y="247060"/>
                  </a:lnTo>
                  <a:cubicBezTo>
                    <a:pt x="93932" y="250891"/>
                    <a:pt x="91376" y="253444"/>
                    <a:pt x="87542" y="253444"/>
                  </a:cubicBezTo>
                  <a:cubicBezTo>
                    <a:pt x="83708" y="253444"/>
                    <a:pt x="81152" y="250891"/>
                    <a:pt x="81152" y="247060"/>
                  </a:cubicBezTo>
                  <a:lnTo>
                    <a:pt x="81152" y="120019"/>
                  </a:lnTo>
                  <a:lnTo>
                    <a:pt x="71567" y="120019"/>
                  </a:lnTo>
                  <a:cubicBezTo>
                    <a:pt x="67733" y="120019"/>
                    <a:pt x="65177" y="117465"/>
                    <a:pt x="65177" y="113635"/>
                  </a:cubicBezTo>
                  <a:cubicBezTo>
                    <a:pt x="65177" y="109805"/>
                    <a:pt x="67733" y="107251"/>
                    <a:pt x="71567" y="107251"/>
                  </a:cubicBezTo>
                  <a:lnTo>
                    <a:pt x="291381" y="107251"/>
                  </a:lnTo>
                  <a:cubicBezTo>
                    <a:pt x="295215" y="107251"/>
                    <a:pt x="297771" y="109805"/>
                    <a:pt x="297771" y="113635"/>
                  </a:cubicBezTo>
                  <a:cubicBezTo>
                    <a:pt x="297771" y="117465"/>
                    <a:pt x="294576" y="120019"/>
                    <a:pt x="290742" y="120019"/>
                  </a:cubicBezTo>
                  <a:close/>
                </a:path>
              </a:pathLst>
            </a:custGeom>
            <a:solidFill>
              <a:srgbClr val="012169"/>
            </a:solidFill>
            <a:ln w="6390" cap="flat">
              <a:noFill/>
              <a:prstDash val="solid"/>
              <a:miter/>
            </a:ln>
          </p:spPr>
          <p:txBody>
            <a:bodyPr rtlCol="0" anchor="ctr"/>
            <a:lstStyle/>
            <a:p>
              <a:endParaRPr lang="en-US"/>
            </a:p>
          </p:txBody>
        </p:sp>
      </p:grpSp>
      <p:grpSp>
        <p:nvGrpSpPr>
          <p:cNvPr id="664" name="Graphic 4">
            <a:extLst>
              <a:ext uri="{FF2B5EF4-FFF2-40B4-BE49-F238E27FC236}">
                <a16:creationId xmlns:a16="http://schemas.microsoft.com/office/drawing/2014/main" id="{39A6371B-0E4B-EB4C-B04A-9AA3036C8B82}"/>
              </a:ext>
            </a:extLst>
          </p:cNvPr>
          <p:cNvGrpSpPr/>
          <p:nvPr/>
        </p:nvGrpSpPr>
        <p:grpSpPr>
          <a:xfrm>
            <a:off x="1515054" y="918179"/>
            <a:ext cx="361670" cy="361333"/>
            <a:chOff x="1515054" y="918179"/>
            <a:chExt cx="361670" cy="361333"/>
          </a:xfrm>
          <a:solidFill>
            <a:srgbClr val="012169"/>
          </a:solidFill>
        </p:grpSpPr>
        <p:sp>
          <p:nvSpPr>
            <p:cNvPr id="665" name="Graphic 4">
              <a:extLst>
                <a:ext uri="{FF2B5EF4-FFF2-40B4-BE49-F238E27FC236}">
                  <a16:creationId xmlns:a16="http://schemas.microsoft.com/office/drawing/2014/main" id="{95C49833-507C-CA4D-838C-EACB6FF14A9A}"/>
                </a:ext>
              </a:extLst>
            </p:cNvPr>
            <p:cNvSpPr/>
            <p:nvPr/>
          </p:nvSpPr>
          <p:spPr>
            <a:xfrm>
              <a:off x="1515054"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666" name="Graphic 4">
              <a:extLst>
                <a:ext uri="{FF2B5EF4-FFF2-40B4-BE49-F238E27FC236}">
                  <a16:creationId xmlns:a16="http://schemas.microsoft.com/office/drawing/2014/main" id="{8E437473-1D05-9C41-A9A0-E2F77DB39ED3}"/>
                </a:ext>
              </a:extLst>
            </p:cNvPr>
            <p:cNvSpPr/>
            <p:nvPr/>
          </p:nvSpPr>
          <p:spPr>
            <a:xfrm>
              <a:off x="1742944" y="1144959"/>
              <a:ext cx="54004" cy="42623"/>
            </a:xfrm>
            <a:custGeom>
              <a:avLst/>
              <a:gdLst>
                <a:gd name="connsiteX0" fmla="*/ 48794 w 54004"/>
                <a:gd name="connsiteY0" fmla="*/ 29856 h 42623"/>
                <a:gd name="connsiteX1" fmla="*/ 40487 w 54004"/>
                <a:gd name="connsiteY1" fmla="*/ 29217 h 42623"/>
                <a:gd name="connsiteX2" fmla="*/ 27707 w 54004"/>
                <a:gd name="connsiteY2" fmla="*/ 27940 h 42623"/>
                <a:gd name="connsiteX3" fmla="*/ 13010 w 54004"/>
                <a:gd name="connsiteY3" fmla="*/ 15172 h 42623"/>
                <a:gd name="connsiteX4" fmla="*/ 14288 w 54004"/>
                <a:gd name="connsiteY4" fmla="*/ 8788 h 42623"/>
                <a:gd name="connsiteX5" fmla="*/ 11093 w 54004"/>
                <a:gd name="connsiteY5" fmla="*/ 489 h 42623"/>
                <a:gd name="connsiteX6" fmla="*/ 2787 w 54004"/>
                <a:gd name="connsiteY6" fmla="*/ 3681 h 42623"/>
                <a:gd name="connsiteX7" fmla="*/ 230 w 54004"/>
                <a:gd name="connsiteY7" fmla="*/ 18364 h 42623"/>
                <a:gd name="connsiteX8" fmla="*/ 24512 w 54004"/>
                <a:gd name="connsiteY8" fmla="*/ 40070 h 42623"/>
                <a:gd name="connsiteX9" fmla="*/ 39209 w 54004"/>
                <a:gd name="connsiteY9" fmla="*/ 41985 h 42623"/>
                <a:gd name="connsiteX10" fmla="*/ 46877 w 54004"/>
                <a:gd name="connsiteY10" fmla="*/ 42623 h 42623"/>
                <a:gd name="connsiteX11" fmla="*/ 47516 w 54004"/>
                <a:gd name="connsiteY11" fmla="*/ 42623 h 42623"/>
                <a:gd name="connsiteX12" fmla="*/ 53906 w 54004"/>
                <a:gd name="connsiteY12" fmla="*/ 36878 h 42623"/>
                <a:gd name="connsiteX13" fmla="*/ 48794 w 54004"/>
                <a:gd name="connsiteY13" fmla="*/ 29856 h 42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004" h="42623">
                  <a:moveTo>
                    <a:pt x="48794" y="29856"/>
                  </a:moveTo>
                  <a:lnTo>
                    <a:pt x="40487" y="29217"/>
                  </a:lnTo>
                  <a:cubicBezTo>
                    <a:pt x="34736" y="28579"/>
                    <a:pt x="29624" y="27940"/>
                    <a:pt x="27707" y="27940"/>
                  </a:cubicBezTo>
                  <a:cubicBezTo>
                    <a:pt x="22595" y="26664"/>
                    <a:pt x="13649" y="18364"/>
                    <a:pt x="13010" y="15172"/>
                  </a:cubicBezTo>
                  <a:cubicBezTo>
                    <a:pt x="13010" y="14534"/>
                    <a:pt x="12371" y="13257"/>
                    <a:pt x="14288" y="8788"/>
                  </a:cubicBezTo>
                  <a:cubicBezTo>
                    <a:pt x="15566" y="5596"/>
                    <a:pt x="14288" y="1766"/>
                    <a:pt x="11093" y="489"/>
                  </a:cubicBezTo>
                  <a:cubicBezTo>
                    <a:pt x="7898" y="-788"/>
                    <a:pt x="4064" y="489"/>
                    <a:pt x="2787" y="3681"/>
                  </a:cubicBezTo>
                  <a:cubicBezTo>
                    <a:pt x="230" y="10065"/>
                    <a:pt x="-408" y="13896"/>
                    <a:pt x="230" y="18364"/>
                  </a:cubicBezTo>
                  <a:cubicBezTo>
                    <a:pt x="2148" y="26025"/>
                    <a:pt x="15566" y="38155"/>
                    <a:pt x="24512" y="40070"/>
                  </a:cubicBezTo>
                  <a:cubicBezTo>
                    <a:pt x="27068" y="40708"/>
                    <a:pt x="32180" y="41347"/>
                    <a:pt x="39209" y="41985"/>
                  </a:cubicBezTo>
                  <a:lnTo>
                    <a:pt x="46877" y="42623"/>
                  </a:lnTo>
                  <a:cubicBezTo>
                    <a:pt x="46877" y="42623"/>
                    <a:pt x="47516" y="42623"/>
                    <a:pt x="47516" y="42623"/>
                  </a:cubicBezTo>
                  <a:cubicBezTo>
                    <a:pt x="50711" y="42623"/>
                    <a:pt x="53267" y="40070"/>
                    <a:pt x="53906" y="36878"/>
                  </a:cubicBezTo>
                  <a:cubicBezTo>
                    <a:pt x="54545" y="33686"/>
                    <a:pt x="51989" y="30494"/>
                    <a:pt x="48794" y="29856"/>
                  </a:cubicBezTo>
                  <a:close/>
                </a:path>
              </a:pathLst>
            </a:custGeom>
            <a:solidFill>
              <a:srgbClr val="012169"/>
            </a:solidFill>
            <a:ln w="6390" cap="flat">
              <a:noFill/>
              <a:prstDash val="solid"/>
              <a:miter/>
            </a:ln>
          </p:spPr>
          <p:txBody>
            <a:bodyPr rtlCol="0" anchor="ctr"/>
            <a:lstStyle/>
            <a:p>
              <a:endParaRPr lang="en-US"/>
            </a:p>
          </p:txBody>
        </p:sp>
        <p:sp>
          <p:nvSpPr>
            <p:cNvPr id="667" name="Graphic 4">
              <a:extLst>
                <a:ext uri="{FF2B5EF4-FFF2-40B4-BE49-F238E27FC236}">
                  <a16:creationId xmlns:a16="http://schemas.microsoft.com/office/drawing/2014/main" id="{925F4718-A224-B043-AEC7-1176C2B90A05}"/>
                </a:ext>
              </a:extLst>
            </p:cNvPr>
            <p:cNvSpPr/>
            <p:nvPr/>
          </p:nvSpPr>
          <p:spPr>
            <a:xfrm>
              <a:off x="1674802" y="1070317"/>
              <a:ext cx="28555" cy="22144"/>
            </a:xfrm>
            <a:custGeom>
              <a:avLst/>
              <a:gdLst>
                <a:gd name="connsiteX0" fmla="*/ 17253 w 28555"/>
                <a:gd name="connsiteY0" fmla="*/ 2993 h 22144"/>
                <a:gd name="connsiteX1" fmla="*/ 7029 w 28555"/>
                <a:gd name="connsiteY1" fmla="*/ 9376 h 22144"/>
                <a:gd name="connsiteX2" fmla="*/ 0 w 28555"/>
                <a:gd name="connsiteY2" fmla="*/ 15122 h 22144"/>
                <a:gd name="connsiteX3" fmla="*/ 5751 w 28555"/>
                <a:gd name="connsiteY3" fmla="*/ 22144 h 22144"/>
                <a:gd name="connsiteX4" fmla="*/ 7029 w 28555"/>
                <a:gd name="connsiteY4" fmla="*/ 22144 h 22144"/>
                <a:gd name="connsiteX5" fmla="*/ 27477 w 28555"/>
                <a:gd name="connsiteY5" fmla="*/ 10015 h 22144"/>
                <a:gd name="connsiteX6" fmla="*/ 25560 w 28555"/>
                <a:gd name="connsiteY6" fmla="*/ 1077 h 22144"/>
                <a:gd name="connsiteX7" fmla="*/ 17253 w 28555"/>
                <a:gd name="connsiteY7" fmla="*/ 2993 h 2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555" h="22144">
                  <a:moveTo>
                    <a:pt x="17253" y="2993"/>
                  </a:moveTo>
                  <a:cubicBezTo>
                    <a:pt x="13419" y="9376"/>
                    <a:pt x="8307" y="9376"/>
                    <a:pt x="7029" y="9376"/>
                  </a:cubicBezTo>
                  <a:cubicBezTo>
                    <a:pt x="3195" y="9376"/>
                    <a:pt x="639" y="11930"/>
                    <a:pt x="0" y="15122"/>
                  </a:cubicBezTo>
                  <a:cubicBezTo>
                    <a:pt x="0" y="18952"/>
                    <a:pt x="2556" y="21506"/>
                    <a:pt x="5751" y="22144"/>
                  </a:cubicBezTo>
                  <a:cubicBezTo>
                    <a:pt x="6390" y="22144"/>
                    <a:pt x="6390" y="22144"/>
                    <a:pt x="7029" y="22144"/>
                  </a:cubicBezTo>
                  <a:cubicBezTo>
                    <a:pt x="12141" y="22144"/>
                    <a:pt x="21087" y="19591"/>
                    <a:pt x="27477" y="10015"/>
                  </a:cubicBezTo>
                  <a:cubicBezTo>
                    <a:pt x="29394" y="6823"/>
                    <a:pt x="28755" y="2993"/>
                    <a:pt x="25560" y="1077"/>
                  </a:cubicBezTo>
                  <a:cubicBezTo>
                    <a:pt x="22365" y="-838"/>
                    <a:pt x="19170" y="-199"/>
                    <a:pt x="17253" y="2993"/>
                  </a:cubicBezTo>
                  <a:close/>
                </a:path>
              </a:pathLst>
            </a:custGeom>
            <a:solidFill>
              <a:srgbClr val="012169"/>
            </a:solidFill>
            <a:ln w="6390" cap="flat">
              <a:noFill/>
              <a:prstDash val="solid"/>
              <a:miter/>
            </a:ln>
          </p:spPr>
          <p:txBody>
            <a:bodyPr rtlCol="0" anchor="ctr"/>
            <a:lstStyle/>
            <a:p>
              <a:endParaRPr lang="en-US"/>
            </a:p>
          </p:txBody>
        </p:sp>
        <p:sp>
          <p:nvSpPr>
            <p:cNvPr id="668" name="Graphic 4">
              <a:extLst>
                <a:ext uri="{FF2B5EF4-FFF2-40B4-BE49-F238E27FC236}">
                  <a16:creationId xmlns:a16="http://schemas.microsoft.com/office/drawing/2014/main" id="{B57FF7BE-07D9-9C44-8CB7-A09432AF3E8F}"/>
                </a:ext>
              </a:extLst>
            </p:cNvPr>
            <p:cNvSpPr/>
            <p:nvPr/>
          </p:nvSpPr>
          <p:spPr>
            <a:xfrm>
              <a:off x="1727399" y="1070317"/>
              <a:ext cx="28554" cy="22144"/>
            </a:xfrm>
            <a:custGeom>
              <a:avLst/>
              <a:gdLst>
                <a:gd name="connsiteX0" fmla="*/ 21526 w 28554"/>
                <a:gd name="connsiteY0" fmla="*/ 22144 h 22144"/>
                <a:gd name="connsiteX1" fmla="*/ 22804 w 28554"/>
                <a:gd name="connsiteY1" fmla="*/ 22144 h 22144"/>
                <a:gd name="connsiteX2" fmla="*/ 28555 w 28554"/>
                <a:gd name="connsiteY2" fmla="*/ 15122 h 22144"/>
                <a:gd name="connsiteX3" fmla="*/ 22165 w 28554"/>
                <a:gd name="connsiteY3" fmla="*/ 9376 h 22144"/>
                <a:gd name="connsiteX4" fmla="*/ 11941 w 28554"/>
                <a:gd name="connsiteY4" fmla="*/ 2993 h 22144"/>
                <a:gd name="connsiteX5" fmla="*/ 2995 w 28554"/>
                <a:gd name="connsiteY5" fmla="*/ 1077 h 22144"/>
                <a:gd name="connsiteX6" fmla="*/ 1078 w 28554"/>
                <a:gd name="connsiteY6" fmla="*/ 10015 h 22144"/>
                <a:gd name="connsiteX7" fmla="*/ 21526 w 28554"/>
                <a:gd name="connsiteY7" fmla="*/ 22144 h 2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554" h="22144">
                  <a:moveTo>
                    <a:pt x="21526" y="22144"/>
                  </a:moveTo>
                  <a:cubicBezTo>
                    <a:pt x="22165" y="22144"/>
                    <a:pt x="22165" y="22144"/>
                    <a:pt x="22804" y="22144"/>
                  </a:cubicBezTo>
                  <a:cubicBezTo>
                    <a:pt x="25999" y="22144"/>
                    <a:pt x="28555" y="18952"/>
                    <a:pt x="28555" y="15122"/>
                  </a:cubicBezTo>
                  <a:cubicBezTo>
                    <a:pt x="28555" y="11930"/>
                    <a:pt x="25360" y="8738"/>
                    <a:pt x="22165" y="9376"/>
                  </a:cubicBezTo>
                  <a:cubicBezTo>
                    <a:pt x="21526" y="9376"/>
                    <a:pt x="16414" y="9376"/>
                    <a:pt x="11941" y="2993"/>
                  </a:cubicBezTo>
                  <a:cubicBezTo>
                    <a:pt x="10024" y="-199"/>
                    <a:pt x="6190" y="-838"/>
                    <a:pt x="2995" y="1077"/>
                  </a:cubicBezTo>
                  <a:cubicBezTo>
                    <a:pt x="-200" y="2993"/>
                    <a:pt x="-839" y="6823"/>
                    <a:pt x="1078" y="10015"/>
                  </a:cubicBezTo>
                  <a:cubicBezTo>
                    <a:pt x="7468" y="19591"/>
                    <a:pt x="16414" y="22144"/>
                    <a:pt x="21526" y="22144"/>
                  </a:cubicBezTo>
                  <a:close/>
                </a:path>
              </a:pathLst>
            </a:custGeom>
            <a:solidFill>
              <a:srgbClr val="012169"/>
            </a:solidFill>
            <a:ln w="6390" cap="flat">
              <a:noFill/>
              <a:prstDash val="solid"/>
              <a:miter/>
            </a:ln>
          </p:spPr>
          <p:txBody>
            <a:bodyPr rtlCol="0" anchor="ctr"/>
            <a:lstStyle/>
            <a:p>
              <a:endParaRPr lang="en-US"/>
            </a:p>
          </p:txBody>
        </p:sp>
        <p:sp>
          <p:nvSpPr>
            <p:cNvPr id="669" name="Graphic 4">
              <a:extLst>
                <a:ext uri="{FF2B5EF4-FFF2-40B4-BE49-F238E27FC236}">
                  <a16:creationId xmlns:a16="http://schemas.microsoft.com/office/drawing/2014/main" id="{8FAC0573-DD8D-8D4E-B21B-1C5E5352D7CA}"/>
                </a:ext>
              </a:extLst>
            </p:cNvPr>
            <p:cNvSpPr/>
            <p:nvPr/>
          </p:nvSpPr>
          <p:spPr>
            <a:xfrm>
              <a:off x="1608347" y="1002447"/>
              <a:ext cx="51119" cy="51071"/>
            </a:xfrm>
            <a:custGeom>
              <a:avLst/>
              <a:gdLst>
                <a:gd name="connsiteX0" fmla="*/ 49202 w 51119"/>
                <a:gd name="connsiteY0" fmla="*/ 1915 h 51071"/>
                <a:gd name="connsiteX1" fmla="*/ 40257 w 51119"/>
                <a:gd name="connsiteY1" fmla="*/ 1915 h 51071"/>
                <a:gd name="connsiteX2" fmla="*/ 25560 w 51119"/>
                <a:gd name="connsiteY2" fmla="*/ 16598 h 51071"/>
                <a:gd name="connsiteX3" fmla="*/ 10863 w 51119"/>
                <a:gd name="connsiteY3" fmla="*/ 1915 h 51071"/>
                <a:gd name="connsiteX4" fmla="*/ 1917 w 51119"/>
                <a:gd name="connsiteY4" fmla="*/ 1915 h 51071"/>
                <a:gd name="connsiteX5" fmla="*/ 1917 w 51119"/>
                <a:gd name="connsiteY5" fmla="*/ 10853 h 51071"/>
                <a:gd name="connsiteX6" fmla="*/ 16614 w 51119"/>
                <a:gd name="connsiteY6" fmla="*/ 25536 h 51071"/>
                <a:gd name="connsiteX7" fmla="*/ 1917 w 51119"/>
                <a:gd name="connsiteY7" fmla="*/ 40219 h 51071"/>
                <a:gd name="connsiteX8" fmla="*/ 1917 w 51119"/>
                <a:gd name="connsiteY8" fmla="*/ 49157 h 51071"/>
                <a:gd name="connsiteX9" fmla="*/ 6390 w 51119"/>
                <a:gd name="connsiteY9" fmla="*/ 51072 h 51071"/>
                <a:gd name="connsiteX10" fmla="*/ 10863 w 51119"/>
                <a:gd name="connsiteY10" fmla="*/ 49157 h 51071"/>
                <a:gd name="connsiteX11" fmla="*/ 25560 w 51119"/>
                <a:gd name="connsiteY11" fmla="*/ 34474 h 51071"/>
                <a:gd name="connsiteX12" fmla="*/ 40257 w 51119"/>
                <a:gd name="connsiteY12" fmla="*/ 49157 h 51071"/>
                <a:gd name="connsiteX13" fmla="*/ 44730 w 51119"/>
                <a:gd name="connsiteY13" fmla="*/ 51072 h 51071"/>
                <a:gd name="connsiteX14" fmla="*/ 49202 w 51119"/>
                <a:gd name="connsiteY14" fmla="*/ 49157 h 51071"/>
                <a:gd name="connsiteX15" fmla="*/ 49202 w 51119"/>
                <a:gd name="connsiteY15" fmla="*/ 40219 h 51071"/>
                <a:gd name="connsiteX16" fmla="*/ 34506 w 51119"/>
                <a:gd name="connsiteY16" fmla="*/ 25536 h 51071"/>
                <a:gd name="connsiteX17" fmla="*/ 49202 w 51119"/>
                <a:gd name="connsiteY17" fmla="*/ 10853 h 51071"/>
                <a:gd name="connsiteX18" fmla="*/ 49202 w 51119"/>
                <a:gd name="connsiteY18" fmla="*/ 1915 h 5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119" h="51071">
                  <a:moveTo>
                    <a:pt x="49202" y="1915"/>
                  </a:moveTo>
                  <a:cubicBezTo>
                    <a:pt x="46647" y="-638"/>
                    <a:pt x="42813" y="-638"/>
                    <a:pt x="40257" y="1915"/>
                  </a:cubicBezTo>
                  <a:lnTo>
                    <a:pt x="25560" y="16598"/>
                  </a:lnTo>
                  <a:lnTo>
                    <a:pt x="10863" y="1915"/>
                  </a:lnTo>
                  <a:cubicBezTo>
                    <a:pt x="8307" y="-638"/>
                    <a:pt x="4473" y="-638"/>
                    <a:pt x="1917" y="1915"/>
                  </a:cubicBezTo>
                  <a:cubicBezTo>
                    <a:pt x="-639" y="4469"/>
                    <a:pt x="-639" y="8299"/>
                    <a:pt x="1917" y="10853"/>
                  </a:cubicBezTo>
                  <a:lnTo>
                    <a:pt x="16614" y="25536"/>
                  </a:lnTo>
                  <a:lnTo>
                    <a:pt x="1917" y="40219"/>
                  </a:lnTo>
                  <a:cubicBezTo>
                    <a:pt x="-639" y="42773"/>
                    <a:pt x="-639" y="46603"/>
                    <a:pt x="1917" y="49157"/>
                  </a:cubicBezTo>
                  <a:cubicBezTo>
                    <a:pt x="3195" y="50433"/>
                    <a:pt x="5112" y="51072"/>
                    <a:pt x="6390" y="51072"/>
                  </a:cubicBezTo>
                  <a:cubicBezTo>
                    <a:pt x="7668" y="51072"/>
                    <a:pt x="9585" y="50433"/>
                    <a:pt x="10863" y="49157"/>
                  </a:cubicBezTo>
                  <a:lnTo>
                    <a:pt x="25560" y="34474"/>
                  </a:lnTo>
                  <a:lnTo>
                    <a:pt x="40257" y="49157"/>
                  </a:lnTo>
                  <a:cubicBezTo>
                    <a:pt x="41535" y="50433"/>
                    <a:pt x="43452" y="51072"/>
                    <a:pt x="44730" y="51072"/>
                  </a:cubicBezTo>
                  <a:cubicBezTo>
                    <a:pt x="46007" y="51072"/>
                    <a:pt x="47925" y="50433"/>
                    <a:pt x="49202" y="49157"/>
                  </a:cubicBezTo>
                  <a:cubicBezTo>
                    <a:pt x="51758" y="46603"/>
                    <a:pt x="51758" y="42773"/>
                    <a:pt x="49202" y="40219"/>
                  </a:cubicBezTo>
                  <a:lnTo>
                    <a:pt x="34506" y="25536"/>
                  </a:lnTo>
                  <a:lnTo>
                    <a:pt x="49202" y="10853"/>
                  </a:lnTo>
                  <a:cubicBezTo>
                    <a:pt x="51758" y="8299"/>
                    <a:pt x="51758" y="4469"/>
                    <a:pt x="49202" y="1915"/>
                  </a:cubicBezTo>
                  <a:close/>
                </a:path>
              </a:pathLst>
            </a:custGeom>
            <a:solidFill>
              <a:srgbClr val="012169"/>
            </a:solidFill>
            <a:ln w="6390" cap="flat">
              <a:noFill/>
              <a:prstDash val="solid"/>
              <a:miter/>
            </a:ln>
          </p:spPr>
          <p:txBody>
            <a:bodyPr rtlCol="0" anchor="ctr"/>
            <a:lstStyle/>
            <a:p>
              <a:endParaRPr lang="en-US"/>
            </a:p>
          </p:txBody>
        </p:sp>
        <p:sp>
          <p:nvSpPr>
            <p:cNvPr id="670" name="Graphic 4">
              <a:extLst>
                <a:ext uri="{FF2B5EF4-FFF2-40B4-BE49-F238E27FC236}">
                  <a16:creationId xmlns:a16="http://schemas.microsoft.com/office/drawing/2014/main" id="{9F0B3805-0C39-4E46-92D3-3DF9090F12BD}"/>
                </a:ext>
              </a:extLst>
            </p:cNvPr>
            <p:cNvSpPr/>
            <p:nvPr/>
          </p:nvSpPr>
          <p:spPr>
            <a:xfrm>
              <a:off x="1731574" y="1109577"/>
              <a:ext cx="26395" cy="15442"/>
            </a:xfrm>
            <a:custGeom>
              <a:avLst/>
              <a:gdLst>
                <a:gd name="connsiteX0" fmla="*/ 6489 w 26395"/>
                <a:gd name="connsiteY0" fmla="*/ 15443 h 15442"/>
                <a:gd name="connsiteX1" fmla="*/ 7767 w 26395"/>
                <a:gd name="connsiteY1" fmla="*/ 15443 h 15442"/>
                <a:gd name="connsiteX2" fmla="*/ 21185 w 26395"/>
                <a:gd name="connsiteY2" fmla="*/ 12889 h 15442"/>
                <a:gd name="connsiteX3" fmla="*/ 26297 w 26395"/>
                <a:gd name="connsiteY3" fmla="*/ 5228 h 15442"/>
                <a:gd name="connsiteX4" fmla="*/ 18629 w 26395"/>
                <a:gd name="connsiteY4" fmla="*/ 121 h 15442"/>
                <a:gd name="connsiteX5" fmla="*/ 5210 w 26395"/>
                <a:gd name="connsiteY5" fmla="*/ 2675 h 15442"/>
                <a:gd name="connsiteX6" fmla="*/ 99 w 26395"/>
                <a:gd name="connsiteY6" fmla="*/ 10335 h 15442"/>
                <a:gd name="connsiteX7" fmla="*/ 6489 w 26395"/>
                <a:gd name="connsiteY7" fmla="*/ 15443 h 15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95" h="15442">
                  <a:moveTo>
                    <a:pt x="6489" y="15443"/>
                  </a:moveTo>
                  <a:cubicBezTo>
                    <a:pt x="7128" y="15443"/>
                    <a:pt x="7128" y="15443"/>
                    <a:pt x="7767" y="15443"/>
                  </a:cubicBezTo>
                  <a:lnTo>
                    <a:pt x="21185" y="12889"/>
                  </a:lnTo>
                  <a:cubicBezTo>
                    <a:pt x="24380" y="12251"/>
                    <a:pt x="26936" y="9059"/>
                    <a:pt x="26297" y="5228"/>
                  </a:cubicBezTo>
                  <a:cubicBezTo>
                    <a:pt x="25658" y="1398"/>
                    <a:pt x="22463" y="-517"/>
                    <a:pt x="18629" y="121"/>
                  </a:cubicBezTo>
                  <a:lnTo>
                    <a:pt x="5210" y="2675"/>
                  </a:lnTo>
                  <a:cubicBezTo>
                    <a:pt x="2015" y="3313"/>
                    <a:pt x="-540" y="6505"/>
                    <a:pt x="99" y="10335"/>
                  </a:cubicBezTo>
                  <a:cubicBezTo>
                    <a:pt x="738" y="13527"/>
                    <a:pt x="3294" y="15443"/>
                    <a:pt x="6489" y="15443"/>
                  </a:cubicBezTo>
                  <a:close/>
                </a:path>
              </a:pathLst>
            </a:custGeom>
            <a:solidFill>
              <a:srgbClr val="012169"/>
            </a:solidFill>
            <a:ln w="6390" cap="flat">
              <a:noFill/>
              <a:prstDash val="solid"/>
              <a:miter/>
            </a:ln>
          </p:spPr>
          <p:txBody>
            <a:bodyPr rtlCol="0" anchor="ctr"/>
            <a:lstStyle/>
            <a:p>
              <a:endParaRPr lang="en-US"/>
            </a:p>
          </p:txBody>
        </p:sp>
        <p:sp>
          <p:nvSpPr>
            <p:cNvPr id="671" name="Graphic 4">
              <a:extLst>
                <a:ext uri="{FF2B5EF4-FFF2-40B4-BE49-F238E27FC236}">
                  <a16:creationId xmlns:a16="http://schemas.microsoft.com/office/drawing/2014/main" id="{B83C72C0-A360-024A-AF93-4FB80B365337}"/>
                </a:ext>
              </a:extLst>
            </p:cNvPr>
            <p:cNvSpPr/>
            <p:nvPr/>
          </p:nvSpPr>
          <p:spPr>
            <a:xfrm>
              <a:off x="1581509" y="974358"/>
              <a:ext cx="212244" cy="249613"/>
            </a:xfrm>
            <a:custGeom>
              <a:avLst/>
              <a:gdLst>
                <a:gd name="connsiteX0" fmla="*/ 166138 w 212244"/>
                <a:gd name="connsiteY0" fmla="*/ 164068 h 249613"/>
                <a:gd name="connsiteX1" fmla="*/ 161027 w 212244"/>
                <a:gd name="connsiteY1" fmla="*/ 156408 h 249613"/>
                <a:gd name="connsiteX2" fmla="*/ 154637 w 212244"/>
                <a:gd name="connsiteY2" fmla="*/ 155131 h 249613"/>
                <a:gd name="connsiteX3" fmla="*/ 151442 w 212244"/>
                <a:gd name="connsiteY3" fmla="*/ 155769 h 249613"/>
                <a:gd name="connsiteX4" fmla="*/ 152080 w 212244"/>
                <a:gd name="connsiteY4" fmla="*/ 153854 h 249613"/>
                <a:gd name="connsiteX5" fmla="*/ 149524 w 212244"/>
                <a:gd name="connsiteY5" fmla="*/ 143640 h 249613"/>
                <a:gd name="connsiteX6" fmla="*/ 132911 w 212244"/>
                <a:gd name="connsiteY6" fmla="*/ 139171 h 249613"/>
                <a:gd name="connsiteX7" fmla="*/ 132272 w 212244"/>
                <a:gd name="connsiteY7" fmla="*/ 137894 h 249613"/>
                <a:gd name="connsiteX8" fmla="*/ 113741 w 212244"/>
                <a:gd name="connsiteY8" fmla="*/ 135340 h 249613"/>
                <a:gd name="connsiteX9" fmla="*/ 90737 w 212244"/>
                <a:gd name="connsiteY9" fmla="*/ 151939 h 249613"/>
                <a:gd name="connsiteX10" fmla="*/ 79874 w 212244"/>
                <a:gd name="connsiteY10" fmla="*/ 122572 h 249613"/>
                <a:gd name="connsiteX11" fmla="*/ 75401 w 212244"/>
                <a:gd name="connsiteY11" fmla="*/ 101505 h 249613"/>
                <a:gd name="connsiteX12" fmla="*/ 94571 w 212244"/>
                <a:gd name="connsiteY12" fmla="*/ 86822 h 249613"/>
                <a:gd name="connsiteX13" fmla="*/ 96488 w 212244"/>
                <a:gd name="connsiteY13" fmla="*/ 86822 h 249613"/>
                <a:gd name="connsiteX14" fmla="*/ 169333 w 212244"/>
                <a:gd name="connsiteY14" fmla="*/ 52349 h 249613"/>
                <a:gd name="connsiteX15" fmla="*/ 194893 w 212244"/>
                <a:gd name="connsiteY15" fmla="*/ 95121 h 249613"/>
                <a:gd name="connsiteX16" fmla="*/ 189142 w 212244"/>
                <a:gd name="connsiteY16" fmla="*/ 123849 h 249613"/>
                <a:gd name="connsiteX17" fmla="*/ 192337 w 212244"/>
                <a:gd name="connsiteY17" fmla="*/ 130872 h 249613"/>
                <a:gd name="connsiteX18" fmla="*/ 191059 w 212244"/>
                <a:gd name="connsiteY18" fmla="*/ 130872 h 249613"/>
                <a:gd name="connsiteX19" fmla="*/ 185947 w 212244"/>
                <a:gd name="connsiteY19" fmla="*/ 138532 h 249613"/>
                <a:gd name="connsiteX20" fmla="*/ 192337 w 212244"/>
                <a:gd name="connsiteY20" fmla="*/ 143640 h 249613"/>
                <a:gd name="connsiteX21" fmla="*/ 193615 w 212244"/>
                <a:gd name="connsiteY21" fmla="*/ 143640 h 249613"/>
                <a:gd name="connsiteX22" fmla="*/ 207034 w 212244"/>
                <a:gd name="connsiteY22" fmla="*/ 141086 h 249613"/>
                <a:gd name="connsiteX23" fmla="*/ 212146 w 212244"/>
                <a:gd name="connsiteY23" fmla="*/ 133425 h 249613"/>
                <a:gd name="connsiteX24" fmla="*/ 204478 w 212244"/>
                <a:gd name="connsiteY24" fmla="*/ 128318 h 249613"/>
                <a:gd name="connsiteX25" fmla="*/ 200644 w 212244"/>
                <a:gd name="connsiteY25" fmla="*/ 128956 h 249613"/>
                <a:gd name="connsiteX26" fmla="*/ 201922 w 212244"/>
                <a:gd name="connsiteY26" fmla="*/ 127041 h 249613"/>
                <a:gd name="connsiteX27" fmla="*/ 208951 w 212244"/>
                <a:gd name="connsiteY27" fmla="*/ 78523 h 249613"/>
                <a:gd name="connsiteX28" fmla="*/ 162304 w 212244"/>
                <a:gd name="connsiteY28" fmla="*/ 8299 h 249613"/>
                <a:gd name="connsiteX29" fmla="*/ 106712 w 212244"/>
                <a:gd name="connsiteY29" fmla="*/ 8299 h 249613"/>
                <a:gd name="connsiteX30" fmla="*/ 92654 w 212244"/>
                <a:gd name="connsiteY30" fmla="*/ 16598 h 249613"/>
                <a:gd name="connsiteX31" fmla="*/ 53675 w 212244"/>
                <a:gd name="connsiteY31" fmla="*/ 0 h 249613"/>
                <a:gd name="connsiteX32" fmla="*/ 0 w 212244"/>
                <a:gd name="connsiteY32" fmla="*/ 53625 h 249613"/>
                <a:gd name="connsiteX33" fmla="*/ 53675 w 212244"/>
                <a:gd name="connsiteY33" fmla="*/ 107251 h 249613"/>
                <a:gd name="connsiteX34" fmla="*/ 63899 w 212244"/>
                <a:gd name="connsiteY34" fmla="*/ 105974 h 249613"/>
                <a:gd name="connsiteX35" fmla="*/ 68372 w 212244"/>
                <a:gd name="connsiteY35" fmla="*/ 127041 h 249613"/>
                <a:gd name="connsiteX36" fmla="*/ 70928 w 212244"/>
                <a:gd name="connsiteY36" fmla="*/ 134064 h 249613"/>
                <a:gd name="connsiteX37" fmla="*/ 70289 w 212244"/>
                <a:gd name="connsiteY37" fmla="*/ 134064 h 249613"/>
                <a:gd name="connsiteX38" fmla="*/ 64538 w 212244"/>
                <a:gd name="connsiteY38" fmla="*/ 137256 h 249613"/>
                <a:gd name="connsiteX39" fmla="*/ 47925 w 212244"/>
                <a:gd name="connsiteY39" fmla="*/ 160876 h 249613"/>
                <a:gd name="connsiteX40" fmla="*/ 47285 w 212244"/>
                <a:gd name="connsiteY40" fmla="*/ 162153 h 249613"/>
                <a:gd name="connsiteX41" fmla="*/ 40257 w 212244"/>
                <a:gd name="connsiteY41" fmla="*/ 185135 h 249613"/>
                <a:gd name="connsiteX42" fmla="*/ 40257 w 212244"/>
                <a:gd name="connsiteY42" fmla="*/ 190243 h 249613"/>
                <a:gd name="connsiteX43" fmla="*/ 39618 w 212244"/>
                <a:gd name="connsiteY43" fmla="*/ 197903 h 249613"/>
                <a:gd name="connsiteX44" fmla="*/ 12780 w 212244"/>
                <a:gd name="connsiteY44" fmla="*/ 211948 h 249613"/>
                <a:gd name="connsiteX45" fmla="*/ 10224 w 212244"/>
                <a:gd name="connsiteY45" fmla="*/ 220247 h 249613"/>
                <a:gd name="connsiteX46" fmla="*/ 15975 w 212244"/>
                <a:gd name="connsiteY46" fmla="*/ 223439 h 249613"/>
                <a:gd name="connsiteX47" fmla="*/ 19170 w 212244"/>
                <a:gd name="connsiteY47" fmla="*/ 222801 h 249613"/>
                <a:gd name="connsiteX48" fmla="*/ 47925 w 212244"/>
                <a:gd name="connsiteY48" fmla="*/ 208118 h 249613"/>
                <a:gd name="connsiteX49" fmla="*/ 49202 w 212244"/>
                <a:gd name="connsiteY49" fmla="*/ 207479 h 249613"/>
                <a:gd name="connsiteX50" fmla="*/ 53036 w 212244"/>
                <a:gd name="connsiteY50" fmla="*/ 190881 h 249613"/>
                <a:gd name="connsiteX51" fmla="*/ 53036 w 212244"/>
                <a:gd name="connsiteY51" fmla="*/ 187689 h 249613"/>
                <a:gd name="connsiteX52" fmla="*/ 58788 w 212244"/>
                <a:gd name="connsiteY52" fmla="*/ 169176 h 249613"/>
                <a:gd name="connsiteX53" fmla="*/ 72845 w 212244"/>
                <a:gd name="connsiteY53" fmla="*/ 149385 h 249613"/>
                <a:gd name="connsiteX54" fmla="*/ 72845 w 212244"/>
                <a:gd name="connsiteY54" fmla="*/ 150662 h 249613"/>
                <a:gd name="connsiteX55" fmla="*/ 66455 w 212244"/>
                <a:gd name="connsiteY55" fmla="*/ 166622 h 249613"/>
                <a:gd name="connsiteX56" fmla="*/ 67094 w 212244"/>
                <a:gd name="connsiteY56" fmla="*/ 173006 h 249613"/>
                <a:gd name="connsiteX57" fmla="*/ 72206 w 212244"/>
                <a:gd name="connsiteY57" fmla="*/ 176198 h 249613"/>
                <a:gd name="connsiteX58" fmla="*/ 79874 w 212244"/>
                <a:gd name="connsiteY58" fmla="*/ 176198 h 249613"/>
                <a:gd name="connsiteX59" fmla="*/ 83708 w 212244"/>
                <a:gd name="connsiteY59" fmla="*/ 174921 h 249613"/>
                <a:gd name="connsiteX60" fmla="*/ 122048 w 212244"/>
                <a:gd name="connsiteY60" fmla="*/ 146832 h 249613"/>
                <a:gd name="connsiteX61" fmla="*/ 122687 w 212244"/>
                <a:gd name="connsiteY61" fmla="*/ 146832 h 249613"/>
                <a:gd name="connsiteX62" fmla="*/ 123326 w 212244"/>
                <a:gd name="connsiteY62" fmla="*/ 147470 h 249613"/>
                <a:gd name="connsiteX63" fmla="*/ 96488 w 212244"/>
                <a:gd name="connsiteY63" fmla="*/ 167260 h 249613"/>
                <a:gd name="connsiteX64" fmla="*/ 95210 w 212244"/>
                <a:gd name="connsiteY64" fmla="*/ 176198 h 249613"/>
                <a:gd name="connsiteX65" fmla="*/ 104156 w 212244"/>
                <a:gd name="connsiteY65" fmla="*/ 177475 h 249613"/>
                <a:gd name="connsiteX66" fmla="*/ 138662 w 212244"/>
                <a:gd name="connsiteY66" fmla="*/ 151939 h 249613"/>
                <a:gd name="connsiteX67" fmla="*/ 139940 w 212244"/>
                <a:gd name="connsiteY67" fmla="*/ 151939 h 249613"/>
                <a:gd name="connsiteX68" fmla="*/ 139940 w 212244"/>
                <a:gd name="connsiteY68" fmla="*/ 153216 h 249613"/>
                <a:gd name="connsiteX69" fmla="*/ 105434 w 212244"/>
                <a:gd name="connsiteY69" fmla="*/ 178752 h 249613"/>
                <a:gd name="connsiteX70" fmla="*/ 104156 w 212244"/>
                <a:gd name="connsiteY70" fmla="*/ 187689 h 249613"/>
                <a:gd name="connsiteX71" fmla="*/ 109268 w 212244"/>
                <a:gd name="connsiteY71" fmla="*/ 190243 h 249613"/>
                <a:gd name="connsiteX72" fmla="*/ 113102 w 212244"/>
                <a:gd name="connsiteY72" fmla="*/ 188966 h 249613"/>
                <a:gd name="connsiteX73" fmla="*/ 139940 w 212244"/>
                <a:gd name="connsiteY73" fmla="*/ 169176 h 249613"/>
                <a:gd name="connsiteX74" fmla="*/ 139940 w 212244"/>
                <a:gd name="connsiteY74" fmla="*/ 169814 h 249613"/>
                <a:gd name="connsiteX75" fmla="*/ 139940 w 212244"/>
                <a:gd name="connsiteY75" fmla="*/ 171091 h 249613"/>
                <a:gd name="connsiteX76" fmla="*/ 111185 w 212244"/>
                <a:gd name="connsiteY76" fmla="*/ 192158 h 249613"/>
                <a:gd name="connsiteX77" fmla="*/ 109907 w 212244"/>
                <a:gd name="connsiteY77" fmla="*/ 201095 h 249613"/>
                <a:gd name="connsiteX78" fmla="*/ 115019 w 212244"/>
                <a:gd name="connsiteY78" fmla="*/ 203649 h 249613"/>
                <a:gd name="connsiteX79" fmla="*/ 118853 w 212244"/>
                <a:gd name="connsiteY79" fmla="*/ 202372 h 249613"/>
                <a:gd name="connsiteX80" fmla="*/ 136745 w 212244"/>
                <a:gd name="connsiteY80" fmla="*/ 188966 h 249613"/>
                <a:gd name="connsiteX81" fmla="*/ 136745 w 212244"/>
                <a:gd name="connsiteY81" fmla="*/ 189604 h 249613"/>
                <a:gd name="connsiteX82" fmla="*/ 136745 w 212244"/>
                <a:gd name="connsiteY82" fmla="*/ 190881 h 249613"/>
                <a:gd name="connsiteX83" fmla="*/ 90737 w 212244"/>
                <a:gd name="connsiteY83" fmla="*/ 224716 h 249613"/>
                <a:gd name="connsiteX84" fmla="*/ 82430 w 212244"/>
                <a:gd name="connsiteY84" fmla="*/ 226631 h 249613"/>
                <a:gd name="connsiteX85" fmla="*/ 71567 w 212244"/>
                <a:gd name="connsiteY85" fmla="*/ 229823 h 249613"/>
                <a:gd name="connsiteX86" fmla="*/ 60065 w 212244"/>
                <a:gd name="connsiteY86" fmla="*/ 238123 h 249613"/>
                <a:gd name="connsiteX87" fmla="*/ 58788 w 212244"/>
                <a:gd name="connsiteY87" fmla="*/ 247060 h 249613"/>
                <a:gd name="connsiteX88" fmla="*/ 63899 w 212244"/>
                <a:gd name="connsiteY88" fmla="*/ 249614 h 249613"/>
                <a:gd name="connsiteX89" fmla="*/ 67733 w 212244"/>
                <a:gd name="connsiteY89" fmla="*/ 248337 h 249613"/>
                <a:gd name="connsiteX90" fmla="*/ 79235 w 212244"/>
                <a:gd name="connsiteY90" fmla="*/ 240038 h 249613"/>
                <a:gd name="connsiteX91" fmla="*/ 83708 w 212244"/>
                <a:gd name="connsiteY91" fmla="*/ 239399 h 249613"/>
                <a:gd name="connsiteX92" fmla="*/ 98405 w 212244"/>
                <a:gd name="connsiteY92" fmla="*/ 234931 h 249613"/>
                <a:gd name="connsiteX93" fmla="*/ 144413 w 212244"/>
                <a:gd name="connsiteY93" fmla="*/ 201095 h 249613"/>
                <a:gd name="connsiteX94" fmla="*/ 146969 w 212244"/>
                <a:gd name="connsiteY94" fmla="*/ 181944 h 249613"/>
                <a:gd name="connsiteX95" fmla="*/ 146969 w 212244"/>
                <a:gd name="connsiteY95" fmla="*/ 181305 h 249613"/>
                <a:gd name="connsiteX96" fmla="*/ 147608 w 212244"/>
                <a:gd name="connsiteY96" fmla="*/ 180667 h 249613"/>
                <a:gd name="connsiteX97" fmla="*/ 152719 w 212244"/>
                <a:gd name="connsiteY97" fmla="*/ 171729 h 249613"/>
                <a:gd name="connsiteX98" fmla="*/ 152719 w 212244"/>
                <a:gd name="connsiteY98" fmla="*/ 167899 h 249613"/>
                <a:gd name="connsiteX99" fmla="*/ 153358 w 212244"/>
                <a:gd name="connsiteY99" fmla="*/ 167899 h 249613"/>
                <a:gd name="connsiteX100" fmla="*/ 159748 w 212244"/>
                <a:gd name="connsiteY100" fmla="*/ 169176 h 249613"/>
                <a:gd name="connsiteX101" fmla="*/ 161027 w 212244"/>
                <a:gd name="connsiteY101" fmla="*/ 169176 h 249613"/>
                <a:gd name="connsiteX102" fmla="*/ 166138 w 212244"/>
                <a:gd name="connsiteY102" fmla="*/ 164068 h 249613"/>
                <a:gd name="connsiteX103" fmla="*/ 109268 w 212244"/>
                <a:gd name="connsiteY103" fmla="*/ 21067 h 249613"/>
                <a:gd name="connsiteX104" fmla="*/ 157192 w 212244"/>
                <a:gd name="connsiteY104" fmla="*/ 21067 h 249613"/>
                <a:gd name="connsiteX105" fmla="*/ 194254 w 212244"/>
                <a:gd name="connsiteY105" fmla="*/ 73416 h 249613"/>
                <a:gd name="connsiteX106" fmla="*/ 173806 w 212244"/>
                <a:gd name="connsiteY106" fmla="*/ 36389 h 249613"/>
                <a:gd name="connsiteX107" fmla="*/ 168055 w 212244"/>
                <a:gd name="connsiteY107" fmla="*/ 33197 h 249613"/>
                <a:gd name="connsiteX108" fmla="*/ 162304 w 212244"/>
                <a:gd name="connsiteY108" fmla="*/ 37027 h 249613"/>
                <a:gd name="connsiteX109" fmla="*/ 101600 w 212244"/>
                <a:gd name="connsiteY109" fmla="*/ 73416 h 249613"/>
                <a:gd name="connsiteX110" fmla="*/ 105434 w 212244"/>
                <a:gd name="connsiteY110" fmla="*/ 53625 h 249613"/>
                <a:gd name="connsiteX111" fmla="*/ 98405 w 212244"/>
                <a:gd name="connsiteY111" fmla="*/ 27451 h 249613"/>
                <a:gd name="connsiteX112" fmla="*/ 109268 w 212244"/>
                <a:gd name="connsiteY112" fmla="*/ 21067 h 249613"/>
                <a:gd name="connsiteX113" fmla="*/ 11502 w 212244"/>
                <a:gd name="connsiteY113" fmla="*/ 53625 h 249613"/>
                <a:gd name="connsiteX114" fmla="*/ 52397 w 212244"/>
                <a:gd name="connsiteY114" fmla="*/ 12768 h 249613"/>
                <a:gd name="connsiteX115" fmla="*/ 93293 w 212244"/>
                <a:gd name="connsiteY115" fmla="*/ 53625 h 249613"/>
                <a:gd name="connsiteX116" fmla="*/ 52397 w 212244"/>
                <a:gd name="connsiteY116" fmla="*/ 94483 h 249613"/>
                <a:gd name="connsiteX117" fmla="*/ 11502 w 212244"/>
                <a:gd name="connsiteY117" fmla="*/ 53625 h 249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12244" h="249613">
                  <a:moveTo>
                    <a:pt x="166138" y="164068"/>
                  </a:moveTo>
                  <a:cubicBezTo>
                    <a:pt x="166777" y="160876"/>
                    <a:pt x="164221" y="157046"/>
                    <a:pt x="161027" y="156408"/>
                  </a:cubicBezTo>
                  <a:lnTo>
                    <a:pt x="154637" y="155131"/>
                  </a:lnTo>
                  <a:cubicBezTo>
                    <a:pt x="153358" y="155131"/>
                    <a:pt x="152080" y="155131"/>
                    <a:pt x="151442" y="155769"/>
                  </a:cubicBezTo>
                  <a:cubicBezTo>
                    <a:pt x="151442" y="155131"/>
                    <a:pt x="152080" y="154492"/>
                    <a:pt x="152080" y="153854"/>
                  </a:cubicBezTo>
                  <a:cubicBezTo>
                    <a:pt x="152719" y="150024"/>
                    <a:pt x="151442" y="146832"/>
                    <a:pt x="149524" y="143640"/>
                  </a:cubicBezTo>
                  <a:cubicBezTo>
                    <a:pt x="145690" y="138532"/>
                    <a:pt x="138662" y="136617"/>
                    <a:pt x="132911" y="139171"/>
                  </a:cubicBezTo>
                  <a:lnTo>
                    <a:pt x="132272" y="137894"/>
                  </a:lnTo>
                  <a:cubicBezTo>
                    <a:pt x="127799" y="132148"/>
                    <a:pt x="119492" y="130872"/>
                    <a:pt x="113741" y="135340"/>
                  </a:cubicBezTo>
                  <a:lnTo>
                    <a:pt x="90737" y="151939"/>
                  </a:lnTo>
                  <a:cubicBezTo>
                    <a:pt x="86903" y="144278"/>
                    <a:pt x="83069" y="134064"/>
                    <a:pt x="79874" y="122572"/>
                  </a:cubicBezTo>
                  <a:cubicBezTo>
                    <a:pt x="77957" y="114912"/>
                    <a:pt x="76040" y="107889"/>
                    <a:pt x="75401" y="101505"/>
                  </a:cubicBezTo>
                  <a:cubicBezTo>
                    <a:pt x="83069" y="98313"/>
                    <a:pt x="89459" y="93206"/>
                    <a:pt x="94571" y="86822"/>
                  </a:cubicBezTo>
                  <a:cubicBezTo>
                    <a:pt x="95210" y="86822"/>
                    <a:pt x="95849" y="86822"/>
                    <a:pt x="96488" y="86822"/>
                  </a:cubicBezTo>
                  <a:cubicBezTo>
                    <a:pt x="122048" y="83630"/>
                    <a:pt x="153358" y="74693"/>
                    <a:pt x="169333" y="52349"/>
                  </a:cubicBezTo>
                  <a:cubicBezTo>
                    <a:pt x="184030" y="80438"/>
                    <a:pt x="191059" y="90653"/>
                    <a:pt x="194893" y="95121"/>
                  </a:cubicBezTo>
                  <a:cubicBezTo>
                    <a:pt x="193615" y="104697"/>
                    <a:pt x="192337" y="114273"/>
                    <a:pt x="189142" y="123849"/>
                  </a:cubicBezTo>
                  <a:cubicBezTo>
                    <a:pt x="188503" y="126403"/>
                    <a:pt x="189781" y="129595"/>
                    <a:pt x="192337" y="130872"/>
                  </a:cubicBezTo>
                  <a:lnTo>
                    <a:pt x="191059" y="130872"/>
                  </a:lnTo>
                  <a:cubicBezTo>
                    <a:pt x="187864" y="131510"/>
                    <a:pt x="185308" y="134702"/>
                    <a:pt x="185947" y="138532"/>
                  </a:cubicBezTo>
                  <a:cubicBezTo>
                    <a:pt x="186586" y="141724"/>
                    <a:pt x="189142" y="143640"/>
                    <a:pt x="192337" y="143640"/>
                  </a:cubicBezTo>
                  <a:cubicBezTo>
                    <a:pt x="192976" y="143640"/>
                    <a:pt x="192976" y="143640"/>
                    <a:pt x="193615" y="143640"/>
                  </a:cubicBezTo>
                  <a:lnTo>
                    <a:pt x="207034" y="141086"/>
                  </a:lnTo>
                  <a:cubicBezTo>
                    <a:pt x="210229" y="140448"/>
                    <a:pt x="212785" y="137256"/>
                    <a:pt x="212146" y="133425"/>
                  </a:cubicBezTo>
                  <a:cubicBezTo>
                    <a:pt x="211507" y="129595"/>
                    <a:pt x="208312" y="127680"/>
                    <a:pt x="204478" y="128318"/>
                  </a:cubicBezTo>
                  <a:lnTo>
                    <a:pt x="200644" y="128956"/>
                  </a:lnTo>
                  <a:cubicBezTo>
                    <a:pt x="201283" y="128318"/>
                    <a:pt x="201922" y="127680"/>
                    <a:pt x="201922" y="127041"/>
                  </a:cubicBezTo>
                  <a:cubicBezTo>
                    <a:pt x="206395" y="111081"/>
                    <a:pt x="208951" y="94483"/>
                    <a:pt x="208951" y="78523"/>
                  </a:cubicBezTo>
                  <a:cubicBezTo>
                    <a:pt x="208951" y="51072"/>
                    <a:pt x="192976" y="17875"/>
                    <a:pt x="162304" y="8299"/>
                  </a:cubicBezTo>
                  <a:cubicBezTo>
                    <a:pt x="131633" y="-1277"/>
                    <a:pt x="107351" y="8299"/>
                    <a:pt x="106712" y="8299"/>
                  </a:cubicBezTo>
                  <a:cubicBezTo>
                    <a:pt x="106073" y="8299"/>
                    <a:pt x="100322" y="10214"/>
                    <a:pt x="92654" y="16598"/>
                  </a:cubicBezTo>
                  <a:cubicBezTo>
                    <a:pt x="83069" y="6384"/>
                    <a:pt x="69011" y="0"/>
                    <a:pt x="53675" y="0"/>
                  </a:cubicBezTo>
                  <a:cubicBezTo>
                    <a:pt x="24282" y="0"/>
                    <a:pt x="0" y="24259"/>
                    <a:pt x="0" y="53625"/>
                  </a:cubicBezTo>
                  <a:cubicBezTo>
                    <a:pt x="0" y="82992"/>
                    <a:pt x="24282" y="107251"/>
                    <a:pt x="53675" y="107251"/>
                  </a:cubicBezTo>
                  <a:cubicBezTo>
                    <a:pt x="56870" y="107251"/>
                    <a:pt x="60704" y="106612"/>
                    <a:pt x="63899" y="105974"/>
                  </a:cubicBezTo>
                  <a:cubicBezTo>
                    <a:pt x="65177" y="112996"/>
                    <a:pt x="66455" y="119380"/>
                    <a:pt x="68372" y="127041"/>
                  </a:cubicBezTo>
                  <a:cubicBezTo>
                    <a:pt x="69011" y="129595"/>
                    <a:pt x="69650" y="132148"/>
                    <a:pt x="70928" y="134064"/>
                  </a:cubicBezTo>
                  <a:cubicBezTo>
                    <a:pt x="70928" y="134064"/>
                    <a:pt x="70289" y="134064"/>
                    <a:pt x="70289" y="134064"/>
                  </a:cubicBezTo>
                  <a:cubicBezTo>
                    <a:pt x="67733" y="134064"/>
                    <a:pt x="65816" y="135340"/>
                    <a:pt x="64538" y="137256"/>
                  </a:cubicBezTo>
                  <a:cubicBezTo>
                    <a:pt x="61982" y="141724"/>
                    <a:pt x="51759" y="155769"/>
                    <a:pt x="47925" y="160876"/>
                  </a:cubicBezTo>
                  <a:cubicBezTo>
                    <a:pt x="47925" y="161515"/>
                    <a:pt x="47285" y="161515"/>
                    <a:pt x="47285" y="162153"/>
                  </a:cubicBezTo>
                  <a:cubicBezTo>
                    <a:pt x="47285" y="162792"/>
                    <a:pt x="41535" y="174921"/>
                    <a:pt x="40257" y="185135"/>
                  </a:cubicBezTo>
                  <a:cubicBezTo>
                    <a:pt x="40257" y="186412"/>
                    <a:pt x="40257" y="187689"/>
                    <a:pt x="40257" y="190243"/>
                  </a:cubicBezTo>
                  <a:cubicBezTo>
                    <a:pt x="40257" y="192158"/>
                    <a:pt x="40257" y="195988"/>
                    <a:pt x="39618" y="197903"/>
                  </a:cubicBezTo>
                  <a:lnTo>
                    <a:pt x="12780" y="211948"/>
                  </a:lnTo>
                  <a:cubicBezTo>
                    <a:pt x="9585" y="213863"/>
                    <a:pt x="8307" y="217694"/>
                    <a:pt x="10224" y="220247"/>
                  </a:cubicBezTo>
                  <a:cubicBezTo>
                    <a:pt x="11502" y="222163"/>
                    <a:pt x="13419" y="223439"/>
                    <a:pt x="15975" y="223439"/>
                  </a:cubicBezTo>
                  <a:cubicBezTo>
                    <a:pt x="17253" y="223439"/>
                    <a:pt x="17892" y="223439"/>
                    <a:pt x="19170" y="222801"/>
                  </a:cubicBezTo>
                  <a:lnTo>
                    <a:pt x="47925" y="208118"/>
                  </a:lnTo>
                  <a:cubicBezTo>
                    <a:pt x="48564" y="208118"/>
                    <a:pt x="48564" y="207479"/>
                    <a:pt x="49202" y="207479"/>
                  </a:cubicBezTo>
                  <a:cubicBezTo>
                    <a:pt x="53036" y="204287"/>
                    <a:pt x="53036" y="198542"/>
                    <a:pt x="53036" y="190881"/>
                  </a:cubicBezTo>
                  <a:cubicBezTo>
                    <a:pt x="53036" y="189604"/>
                    <a:pt x="53036" y="188327"/>
                    <a:pt x="53036" y="187689"/>
                  </a:cubicBezTo>
                  <a:cubicBezTo>
                    <a:pt x="53675" y="180667"/>
                    <a:pt x="57509" y="171729"/>
                    <a:pt x="58788" y="169176"/>
                  </a:cubicBezTo>
                  <a:cubicBezTo>
                    <a:pt x="60704" y="166622"/>
                    <a:pt x="68372" y="156408"/>
                    <a:pt x="72845" y="149385"/>
                  </a:cubicBezTo>
                  <a:cubicBezTo>
                    <a:pt x="72845" y="150024"/>
                    <a:pt x="72845" y="150024"/>
                    <a:pt x="72845" y="150662"/>
                  </a:cubicBezTo>
                  <a:cubicBezTo>
                    <a:pt x="72206" y="153216"/>
                    <a:pt x="69650" y="160876"/>
                    <a:pt x="66455" y="166622"/>
                  </a:cubicBezTo>
                  <a:cubicBezTo>
                    <a:pt x="65816" y="168537"/>
                    <a:pt x="65816" y="171091"/>
                    <a:pt x="67094" y="173006"/>
                  </a:cubicBezTo>
                  <a:cubicBezTo>
                    <a:pt x="68372" y="174921"/>
                    <a:pt x="70289" y="176198"/>
                    <a:pt x="72206" y="176198"/>
                  </a:cubicBezTo>
                  <a:lnTo>
                    <a:pt x="79874" y="176198"/>
                  </a:lnTo>
                  <a:cubicBezTo>
                    <a:pt x="81152" y="176198"/>
                    <a:pt x="82430" y="175560"/>
                    <a:pt x="83708" y="174921"/>
                  </a:cubicBezTo>
                  <a:lnTo>
                    <a:pt x="122048" y="146832"/>
                  </a:lnTo>
                  <a:cubicBezTo>
                    <a:pt x="122048" y="146832"/>
                    <a:pt x="122687" y="146832"/>
                    <a:pt x="122687" y="146832"/>
                  </a:cubicBezTo>
                  <a:lnTo>
                    <a:pt x="123326" y="147470"/>
                  </a:lnTo>
                  <a:lnTo>
                    <a:pt x="96488" y="167260"/>
                  </a:lnTo>
                  <a:cubicBezTo>
                    <a:pt x="93932" y="169176"/>
                    <a:pt x="93293" y="173644"/>
                    <a:pt x="95210" y="176198"/>
                  </a:cubicBezTo>
                  <a:cubicBezTo>
                    <a:pt x="97127" y="178752"/>
                    <a:pt x="101600" y="179390"/>
                    <a:pt x="104156" y="177475"/>
                  </a:cubicBezTo>
                  <a:lnTo>
                    <a:pt x="138662" y="151939"/>
                  </a:lnTo>
                  <a:cubicBezTo>
                    <a:pt x="138662" y="151939"/>
                    <a:pt x="139301" y="151300"/>
                    <a:pt x="139940" y="151939"/>
                  </a:cubicBezTo>
                  <a:cubicBezTo>
                    <a:pt x="139940" y="151939"/>
                    <a:pt x="139940" y="153216"/>
                    <a:pt x="139940" y="153216"/>
                  </a:cubicBezTo>
                  <a:lnTo>
                    <a:pt x="105434" y="178752"/>
                  </a:lnTo>
                  <a:cubicBezTo>
                    <a:pt x="102878" y="180667"/>
                    <a:pt x="102239" y="185135"/>
                    <a:pt x="104156" y="187689"/>
                  </a:cubicBezTo>
                  <a:cubicBezTo>
                    <a:pt x="105434" y="189604"/>
                    <a:pt x="107351" y="190243"/>
                    <a:pt x="109268" y="190243"/>
                  </a:cubicBezTo>
                  <a:cubicBezTo>
                    <a:pt x="110546" y="190243"/>
                    <a:pt x="111824" y="189604"/>
                    <a:pt x="113102" y="188966"/>
                  </a:cubicBezTo>
                  <a:lnTo>
                    <a:pt x="139940" y="169176"/>
                  </a:lnTo>
                  <a:lnTo>
                    <a:pt x="139940" y="169814"/>
                  </a:lnTo>
                  <a:cubicBezTo>
                    <a:pt x="139940" y="169814"/>
                    <a:pt x="139940" y="170452"/>
                    <a:pt x="139940" y="171091"/>
                  </a:cubicBezTo>
                  <a:lnTo>
                    <a:pt x="111185" y="192158"/>
                  </a:lnTo>
                  <a:cubicBezTo>
                    <a:pt x="108629" y="194073"/>
                    <a:pt x="107990" y="198542"/>
                    <a:pt x="109907" y="201095"/>
                  </a:cubicBezTo>
                  <a:cubicBezTo>
                    <a:pt x="111185" y="203011"/>
                    <a:pt x="113102" y="203649"/>
                    <a:pt x="115019" y="203649"/>
                  </a:cubicBezTo>
                  <a:cubicBezTo>
                    <a:pt x="116297" y="203649"/>
                    <a:pt x="117575" y="203011"/>
                    <a:pt x="118853" y="202372"/>
                  </a:cubicBezTo>
                  <a:lnTo>
                    <a:pt x="136745" y="188966"/>
                  </a:lnTo>
                  <a:lnTo>
                    <a:pt x="136745" y="189604"/>
                  </a:lnTo>
                  <a:cubicBezTo>
                    <a:pt x="137384" y="190243"/>
                    <a:pt x="136745" y="190881"/>
                    <a:pt x="136745" y="190881"/>
                  </a:cubicBezTo>
                  <a:lnTo>
                    <a:pt x="90737" y="224716"/>
                  </a:lnTo>
                  <a:cubicBezTo>
                    <a:pt x="88820" y="225993"/>
                    <a:pt x="85625" y="226631"/>
                    <a:pt x="82430" y="226631"/>
                  </a:cubicBezTo>
                  <a:cubicBezTo>
                    <a:pt x="78596" y="227270"/>
                    <a:pt x="74762" y="227270"/>
                    <a:pt x="71567" y="229823"/>
                  </a:cubicBezTo>
                  <a:lnTo>
                    <a:pt x="60065" y="238123"/>
                  </a:lnTo>
                  <a:cubicBezTo>
                    <a:pt x="57509" y="240038"/>
                    <a:pt x="56870" y="244507"/>
                    <a:pt x="58788" y="247060"/>
                  </a:cubicBezTo>
                  <a:cubicBezTo>
                    <a:pt x="60065" y="248975"/>
                    <a:pt x="61982" y="249614"/>
                    <a:pt x="63899" y="249614"/>
                  </a:cubicBezTo>
                  <a:cubicBezTo>
                    <a:pt x="65177" y="249614"/>
                    <a:pt x="66455" y="248975"/>
                    <a:pt x="67733" y="248337"/>
                  </a:cubicBezTo>
                  <a:lnTo>
                    <a:pt x="79235" y="240038"/>
                  </a:lnTo>
                  <a:cubicBezTo>
                    <a:pt x="79874" y="239399"/>
                    <a:pt x="82430" y="239399"/>
                    <a:pt x="83708" y="239399"/>
                  </a:cubicBezTo>
                  <a:cubicBezTo>
                    <a:pt x="88181" y="238761"/>
                    <a:pt x="93293" y="238761"/>
                    <a:pt x="98405" y="234931"/>
                  </a:cubicBezTo>
                  <a:lnTo>
                    <a:pt x="144413" y="201095"/>
                  </a:lnTo>
                  <a:cubicBezTo>
                    <a:pt x="150164" y="196627"/>
                    <a:pt x="151442" y="187689"/>
                    <a:pt x="146969" y="181944"/>
                  </a:cubicBezTo>
                  <a:lnTo>
                    <a:pt x="146969" y="181305"/>
                  </a:lnTo>
                  <a:lnTo>
                    <a:pt x="147608" y="180667"/>
                  </a:lnTo>
                  <a:cubicBezTo>
                    <a:pt x="150164" y="178752"/>
                    <a:pt x="152080" y="175560"/>
                    <a:pt x="152719" y="171729"/>
                  </a:cubicBezTo>
                  <a:cubicBezTo>
                    <a:pt x="152719" y="170452"/>
                    <a:pt x="152719" y="169176"/>
                    <a:pt x="152719" y="167899"/>
                  </a:cubicBezTo>
                  <a:cubicBezTo>
                    <a:pt x="152719" y="167899"/>
                    <a:pt x="153358" y="167899"/>
                    <a:pt x="153358" y="167899"/>
                  </a:cubicBezTo>
                  <a:lnTo>
                    <a:pt x="159748" y="169176"/>
                  </a:lnTo>
                  <a:cubicBezTo>
                    <a:pt x="160387" y="169176"/>
                    <a:pt x="160387" y="169176"/>
                    <a:pt x="161027" y="169176"/>
                  </a:cubicBezTo>
                  <a:cubicBezTo>
                    <a:pt x="162943" y="169176"/>
                    <a:pt x="165499" y="167260"/>
                    <a:pt x="166138" y="164068"/>
                  </a:cubicBezTo>
                  <a:close/>
                  <a:moveTo>
                    <a:pt x="109268" y="21067"/>
                  </a:moveTo>
                  <a:cubicBezTo>
                    <a:pt x="109268" y="21067"/>
                    <a:pt x="130994" y="12768"/>
                    <a:pt x="157192" y="21067"/>
                  </a:cubicBezTo>
                  <a:cubicBezTo>
                    <a:pt x="179557" y="28089"/>
                    <a:pt x="192337" y="52349"/>
                    <a:pt x="194254" y="73416"/>
                  </a:cubicBezTo>
                  <a:cubicBezTo>
                    <a:pt x="188503" y="63201"/>
                    <a:pt x="180835" y="49157"/>
                    <a:pt x="173806" y="36389"/>
                  </a:cubicBezTo>
                  <a:cubicBezTo>
                    <a:pt x="172528" y="34473"/>
                    <a:pt x="170611" y="33197"/>
                    <a:pt x="168055" y="33197"/>
                  </a:cubicBezTo>
                  <a:cubicBezTo>
                    <a:pt x="165499" y="33197"/>
                    <a:pt x="163582" y="35112"/>
                    <a:pt x="162304" y="37027"/>
                  </a:cubicBezTo>
                  <a:cubicBezTo>
                    <a:pt x="153358" y="60009"/>
                    <a:pt x="123326" y="69585"/>
                    <a:pt x="101600" y="73416"/>
                  </a:cubicBezTo>
                  <a:cubicBezTo>
                    <a:pt x="104156" y="67032"/>
                    <a:pt x="105434" y="60648"/>
                    <a:pt x="105434" y="53625"/>
                  </a:cubicBezTo>
                  <a:cubicBezTo>
                    <a:pt x="105434" y="44049"/>
                    <a:pt x="102878" y="35112"/>
                    <a:pt x="98405" y="27451"/>
                  </a:cubicBezTo>
                  <a:cubicBezTo>
                    <a:pt x="104156" y="22982"/>
                    <a:pt x="108629" y="21067"/>
                    <a:pt x="109268" y="21067"/>
                  </a:cubicBezTo>
                  <a:close/>
                  <a:moveTo>
                    <a:pt x="11502" y="53625"/>
                  </a:moveTo>
                  <a:cubicBezTo>
                    <a:pt x="11502" y="31281"/>
                    <a:pt x="30033" y="12768"/>
                    <a:pt x="52397" y="12768"/>
                  </a:cubicBezTo>
                  <a:cubicBezTo>
                    <a:pt x="74762" y="12768"/>
                    <a:pt x="93293" y="31281"/>
                    <a:pt x="93293" y="53625"/>
                  </a:cubicBezTo>
                  <a:cubicBezTo>
                    <a:pt x="93293" y="75969"/>
                    <a:pt x="74762" y="94483"/>
                    <a:pt x="52397" y="94483"/>
                  </a:cubicBezTo>
                  <a:cubicBezTo>
                    <a:pt x="30033" y="94483"/>
                    <a:pt x="11502" y="75969"/>
                    <a:pt x="11502" y="53625"/>
                  </a:cubicBezTo>
                  <a:close/>
                </a:path>
              </a:pathLst>
            </a:custGeom>
            <a:solidFill>
              <a:srgbClr val="012169"/>
            </a:solidFill>
            <a:ln w="6390" cap="flat">
              <a:noFill/>
              <a:prstDash val="solid"/>
              <a:miter/>
            </a:ln>
          </p:spPr>
          <p:txBody>
            <a:bodyPr rtlCol="0" anchor="ctr"/>
            <a:lstStyle/>
            <a:p>
              <a:endParaRPr lang="en-US"/>
            </a:p>
          </p:txBody>
        </p:sp>
        <p:sp>
          <p:nvSpPr>
            <p:cNvPr id="672" name="Graphic 4">
              <a:extLst>
                <a:ext uri="{FF2B5EF4-FFF2-40B4-BE49-F238E27FC236}">
                  <a16:creationId xmlns:a16="http://schemas.microsoft.com/office/drawing/2014/main" id="{7FA51BDB-D24A-4F40-BC31-8861506E68DB}"/>
                </a:ext>
              </a:extLst>
            </p:cNvPr>
            <p:cNvSpPr/>
            <p:nvPr/>
          </p:nvSpPr>
          <p:spPr>
            <a:xfrm>
              <a:off x="1753377" y="1118147"/>
              <a:ext cx="23762" cy="30494"/>
            </a:xfrm>
            <a:custGeom>
              <a:avLst/>
              <a:gdLst>
                <a:gd name="connsiteX0" fmla="*/ 4494 w 23762"/>
                <a:gd name="connsiteY0" fmla="*/ 28579 h 30494"/>
                <a:gd name="connsiteX1" fmla="*/ 15996 w 23762"/>
                <a:gd name="connsiteY1" fmla="*/ 30494 h 30494"/>
                <a:gd name="connsiteX2" fmla="*/ 17274 w 23762"/>
                <a:gd name="connsiteY2" fmla="*/ 30494 h 30494"/>
                <a:gd name="connsiteX3" fmla="*/ 23664 w 23762"/>
                <a:gd name="connsiteY3" fmla="*/ 25387 h 30494"/>
                <a:gd name="connsiteX4" fmla="*/ 18552 w 23762"/>
                <a:gd name="connsiteY4" fmla="*/ 17726 h 30494"/>
                <a:gd name="connsiteX5" fmla="*/ 14079 w 23762"/>
                <a:gd name="connsiteY5" fmla="*/ 17088 h 30494"/>
                <a:gd name="connsiteX6" fmla="*/ 15996 w 23762"/>
                <a:gd name="connsiteY6" fmla="*/ 15172 h 30494"/>
                <a:gd name="connsiteX7" fmla="*/ 18552 w 23762"/>
                <a:gd name="connsiteY7" fmla="*/ 10704 h 30494"/>
                <a:gd name="connsiteX8" fmla="*/ 19191 w 23762"/>
                <a:gd name="connsiteY8" fmla="*/ 8788 h 30494"/>
                <a:gd name="connsiteX9" fmla="*/ 15996 w 23762"/>
                <a:gd name="connsiteY9" fmla="*/ 489 h 30494"/>
                <a:gd name="connsiteX10" fmla="*/ 7689 w 23762"/>
                <a:gd name="connsiteY10" fmla="*/ 3681 h 30494"/>
                <a:gd name="connsiteX11" fmla="*/ 6411 w 23762"/>
                <a:gd name="connsiteY11" fmla="*/ 6235 h 30494"/>
                <a:gd name="connsiteX12" fmla="*/ 5133 w 23762"/>
                <a:gd name="connsiteY12" fmla="*/ 8788 h 30494"/>
                <a:gd name="connsiteX13" fmla="*/ 5772 w 23762"/>
                <a:gd name="connsiteY13" fmla="*/ 15811 h 30494"/>
                <a:gd name="connsiteX14" fmla="*/ 660 w 23762"/>
                <a:gd name="connsiteY14" fmla="*/ 20918 h 30494"/>
                <a:gd name="connsiteX15" fmla="*/ 4494 w 23762"/>
                <a:gd name="connsiteY15" fmla="*/ 28579 h 30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762" h="30494">
                  <a:moveTo>
                    <a:pt x="4494" y="28579"/>
                  </a:moveTo>
                  <a:lnTo>
                    <a:pt x="15996" y="30494"/>
                  </a:lnTo>
                  <a:cubicBezTo>
                    <a:pt x="16635" y="30494"/>
                    <a:pt x="16635" y="30494"/>
                    <a:pt x="17274" y="30494"/>
                  </a:cubicBezTo>
                  <a:cubicBezTo>
                    <a:pt x="20469" y="30494"/>
                    <a:pt x="23025" y="28579"/>
                    <a:pt x="23664" y="25387"/>
                  </a:cubicBezTo>
                  <a:cubicBezTo>
                    <a:pt x="24303" y="22195"/>
                    <a:pt x="21747" y="18364"/>
                    <a:pt x="18552" y="17726"/>
                  </a:cubicBezTo>
                  <a:lnTo>
                    <a:pt x="14079" y="17088"/>
                  </a:lnTo>
                  <a:cubicBezTo>
                    <a:pt x="14718" y="16449"/>
                    <a:pt x="15357" y="15811"/>
                    <a:pt x="15996" y="15172"/>
                  </a:cubicBezTo>
                  <a:cubicBezTo>
                    <a:pt x="17274" y="13257"/>
                    <a:pt x="17913" y="11980"/>
                    <a:pt x="18552" y="10704"/>
                  </a:cubicBezTo>
                  <a:cubicBezTo>
                    <a:pt x="18552" y="10065"/>
                    <a:pt x="19191" y="9427"/>
                    <a:pt x="19191" y="8788"/>
                  </a:cubicBezTo>
                  <a:cubicBezTo>
                    <a:pt x="20469" y="5596"/>
                    <a:pt x="19191" y="1766"/>
                    <a:pt x="15996" y="489"/>
                  </a:cubicBezTo>
                  <a:cubicBezTo>
                    <a:pt x="12801" y="-788"/>
                    <a:pt x="8967" y="489"/>
                    <a:pt x="7689" y="3681"/>
                  </a:cubicBezTo>
                  <a:cubicBezTo>
                    <a:pt x="7050" y="4958"/>
                    <a:pt x="7050" y="5596"/>
                    <a:pt x="6411" y="6235"/>
                  </a:cubicBezTo>
                  <a:cubicBezTo>
                    <a:pt x="5772" y="6873"/>
                    <a:pt x="5772" y="7512"/>
                    <a:pt x="5133" y="8788"/>
                  </a:cubicBezTo>
                  <a:cubicBezTo>
                    <a:pt x="3855" y="11342"/>
                    <a:pt x="3855" y="13896"/>
                    <a:pt x="5772" y="15811"/>
                  </a:cubicBezTo>
                  <a:cubicBezTo>
                    <a:pt x="3216" y="16449"/>
                    <a:pt x="660" y="18364"/>
                    <a:pt x="660" y="20918"/>
                  </a:cubicBezTo>
                  <a:cubicBezTo>
                    <a:pt x="-1257" y="24748"/>
                    <a:pt x="1299" y="27940"/>
                    <a:pt x="4494" y="28579"/>
                  </a:cubicBezTo>
                  <a:close/>
                </a:path>
              </a:pathLst>
            </a:custGeom>
            <a:solidFill>
              <a:srgbClr val="012169"/>
            </a:solidFill>
            <a:ln w="6390" cap="flat">
              <a:noFill/>
              <a:prstDash val="solid"/>
              <a:miter/>
            </a:ln>
          </p:spPr>
          <p:txBody>
            <a:bodyPr rtlCol="0" anchor="ctr"/>
            <a:lstStyle/>
            <a:p>
              <a:endParaRPr lang="en-US"/>
            </a:p>
          </p:txBody>
        </p:sp>
        <p:sp>
          <p:nvSpPr>
            <p:cNvPr id="673" name="Graphic 4">
              <a:extLst>
                <a:ext uri="{FF2B5EF4-FFF2-40B4-BE49-F238E27FC236}">
                  <a16:creationId xmlns:a16="http://schemas.microsoft.com/office/drawing/2014/main" id="{964C308F-A2B8-FA41-A6A8-E238D89253DD}"/>
                </a:ext>
              </a:extLst>
            </p:cNvPr>
            <p:cNvSpPr/>
            <p:nvPr/>
          </p:nvSpPr>
          <p:spPr>
            <a:xfrm>
              <a:off x="1782054" y="1139604"/>
              <a:ext cx="19389" cy="14143"/>
            </a:xfrm>
            <a:custGeom>
              <a:avLst/>
              <a:gdLst>
                <a:gd name="connsiteX0" fmla="*/ 14157 w 19389"/>
                <a:gd name="connsiteY0" fmla="*/ 1375 h 14143"/>
                <a:gd name="connsiteX1" fmla="*/ 7767 w 19389"/>
                <a:gd name="connsiteY1" fmla="*/ 98 h 14143"/>
                <a:gd name="connsiteX2" fmla="*/ 99 w 19389"/>
                <a:gd name="connsiteY2" fmla="*/ 5206 h 14143"/>
                <a:gd name="connsiteX3" fmla="*/ 5211 w 19389"/>
                <a:gd name="connsiteY3" fmla="*/ 12866 h 14143"/>
                <a:gd name="connsiteX4" fmla="*/ 11601 w 19389"/>
                <a:gd name="connsiteY4" fmla="*/ 14143 h 14143"/>
                <a:gd name="connsiteX5" fmla="*/ 12878 w 19389"/>
                <a:gd name="connsiteY5" fmla="*/ 14143 h 14143"/>
                <a:gd name="connsiteX6" fmla="*/ 19268 w 19389"/>
                <a:gd name="connsiteY6" fmla="*/ 9036 h 14143"/>
                <a:gd name="connsiteX7" fmla="*/ 14157 w 19389"/>
                <a:gd name="connsiteY7" fmla="*/ 1375 h 14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89" h="14143">
                  <a:moveTo>
                    <a:pt x="14157" y="1375"/>
                  </a:moveTo>
                  <a:lnTo>
                    <a:pt x="7767" y="98"/>
                  </a:lnTo>
                  <a:cubicBezTo>
                    <a:pt x="4572" y="-540"/>
                    <a:pt x="738" y="2014"/>
                    <a:pt x="99" y="5206"/>
                  </a:cubicBezTo>
                  <a:cubicBezTo>
                    <a:pt x="-540" y="8398"/>
                    <a:pt x="2016" y="12228"/>
                    <a:pt x="5211" y="12866"/>
                  </a:cubicBezTo>
                  <a:lnTo>
                    <a:pt x="11601" y="14143"/>
                  </a:lnTo>
                  <a:cubicBezTo>
                    <a:pt x="12239" y="14143"/>
                    <a:pt x="12239" y="14143"/>
                    <a:pt x="12878" y="14143"/>
                  </a:cubicBezTo>
                  <a:cubicBezTo>
                    <a:pt x="16073" y="14143"/>
                    <a:pt x="18629" y="12228"/>
                    <a:pt x="19268" y="9036"/>
                  </a:cubicBezTo>
                  <a:cubicBezTo>
                    <a:pt x="19907" y="5844"/>
                    <a:pt x="17991" y="2014"/>
                    <a:pt x="14157" y="1375"/>
                  </a:cubicBezTo>
                  <a:close/>
                </a:path>
              </a:pathLst>
            </a:custGeom>
            <a:solidFill>
              <a:srgbClr val="012169"/>
            </a:solidFill>
            <a:ln w="6390" cap="flat">
              <a:noFill/>
              <a:prstDash val="solid"/>
              <a:miter/>
            </a:ln>
          </p:spPr>
          <p:txBody>
            <a:bodyPr rtlCol="0" anchor="ctr"/>
            <a:lstStyle/>
            <a:p>
              <a:endParaRPr lang="en-US"/>
            </a:p>
          </p:txBody>
        </p:sp>
      </p:grpSp>
      <p:grpSp>
        <p:nvGrpSpPr>
          <p:cNvPr id="674" name="Graphic 4">
            <a:extLst>
              <a:ext uri="{FF2B5EF4-FFF2-40B4-BE49-F238E27FC236}">
                <a16:creationId xmlns:a16="http://schemas.microsoft.com/office/drawing/2014/main" id="{73F043FC-EE40-1E4D-A303-65AD1B89C4B1}"/>
              </a:ext>
            </a:extLst>
          </p:cNvPr>
          <p:cNvGrpSpPr/>
          <p:nvPr/>
        </p:nvGrpSpPr>
        <p:grpSpPr>
          <a:xfrm>
            <a:off x="1515054" y="1402085"/>
            <a:ext cx="361670" cy="361333"/>
            <a:chOff x="1515054" y="1402085"/>
            <a:chExt cx="361670" cy="361333"/>
          </a:xfrm>
          <a:solidFill>
            <a:srgbClr val="012169"/>
          </a:solidFill>
        </p:grpSpPr>
        <p:sp>
          <p:nvSpPr>
            <p:cNvPr id="675" name="Graphic 4">
              <a:extLst>
                <a:ext uri="{FF2B5EF4-FFF2-40B4-BE49-F238E27FC236}">
                  <a16:creationId xmlns:a16="http://schemas.microsoft.com/office/drawing/2014/main" id="{1981CC7F-E105-A74F-A128-959963FE077D}"/>
                </a:ext>
              </a:extLst>
            </p:cNvPr>
            <p:cNvSpPr/>
            <p:nvPr/>
          </p:nvSpPr>
          <p:spPr>
            <a:xfrm>
              <a:off x="1515054"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676" name="Graphic 4">
              <a:extLst>
                <a:ext uri="{FF2B5EF4-FFF2-40B4-BE49-F238E27FC236}">
                  <a16:creationId xmlns:a16="http://schemas.microsoft.com/office/drawing/2014/main" id="{83E050B9-3B56-0844-A347-40D039A284E6}"/>
                </a:ext>
              </a:extLst>
            </p:cNvPr>
            <p:cNvSpPr/>
            <p:nvPr/>
          </p:nvSpPr>
          <p:spPr>
            <a:xfrm>
              <a:off x="1593629" y="1469755"/>
              <a:ext cx="207329" cy="227269"/>
            </a:xfrm>
            <a:custGeom>
              <a:avLst/>
              <a:gdLst>
                <a:gd name="connsiteX0" fmla="*/ 182134 w 207329"/>
                <a:gd name="connsiteY0" fmla="*/ 117465 h 227269"/>
                <a:gd name="connsiteX1" fmla="*/ 178300 w 207329"/>
                <a:gd name="connsiteY1" fmla="*/ 118104 h 227269"/>
                <a:gd name="connsiteX2" fmla="*/ 166159 w 207329"/>
                <a:gd name="connsiteY2" fmla="*/ 120657 h 227269"/>
                <a:gd name="connsiteX3" fmla="*/ 200026 w 207329"/>
                <a:gd name="connsiteY3" fmla="*/ 61925 h 227269"/>
                <a:gd name="connsiteX4" fmla="*/ 205138 w 207329"/>
                <a:gd name="connsiteY4" fmla="*/ 42773 h 227269"/>
                <a:gd name="connsiteX5" fmla="*/ 198748 w 207329"/>
                <a:gd name="connsiteY5" fmla="*/ 33835 h 227269"/>
                <a:gd name="connsiteX6" fmla="*/ 192997 w 207329"/>
                <a:gd name="connsiteY6" fmla="*/ 31920 h 227269"/>
                <a:gd name="connsiteX7" fmla="*/ 185329 w 207329"/>
                <a:gd name="connsiteY7" fmla="*/ 14683 h 227269"/>
                <a:gd name="connsiteX8" fmla="*/ 173827 w 207329"/>
                <a:gd name="connsiteY8" fmla="*/ 13406 h 227269"/>
                <a:gd name="connsiteX9" fmla="*/ 167438 w 207329"/>
                <a:gd name="connsiteY9" fmla="*/ 17237 h 227269"/>
                <a:gd name="connsiteX10" fmla="*/ 163604 w 207329"/>
                <a:gd name="connsiteY10" fmla="*/ 14045 h 227269"/>
                <a:gd name="connsiteX11" fmla="*/ 151463 w 207329"/>
                <a:gd name="connsiteY11" fmla="*/ 12130 h 227269"/>
                <a:gd name="connsiteX12" fmla="*/ 140600 w 207329"/>
                <a:gd name="connsiteY12" fmla="*/ 21067 h 227269"/>
                <a:gd name="connsiteX13" fmla="*/ 139322 w 207329"/>
                <a:gd name="connsiteY13" fmla="*/ 23621 h 227269"/>
                <a:gd name="connsiteX14" fmla="*/ 136766 w 207329"/>
                <a:gd name="connsiteY14" fmla="*/ 21706 h 227269"/>
                <a:gd name="connsiteX15" fmla="*/ 123986 w 207329"/>
                <a:gd name="connsiteY15" fmla="*/ 19790 h 227269"/>
                <a:gd name="connsiteX16" fmla="*/ 111845 w 207329"/>
                <a:gd name="connsiteY16" fmla="*/ 30643 h 227269"/>
                <a:gd name="connsiteX17" fmla="*/ 93314 w 207329"/>
                <a:gd name="connsiteY17" fmla="*/ 62563 h 227269"/>
                <a:gd name="connsiteX18" fmla="*/ 93314 w 207329"/>
                <a:gd name="connsiteY18" fmla="*/ 33835 h 227269"/>
                <a:gd name="connsiteX19" fmla="*/ 88202 w 207329"/>
                <a:gd name="connsiteY19" fmla="*/ 14683 h 227269"/>
                <a:gd name="connsiteX20" fmla="*/ 77978 w 207329"/>
                <a:gd name="connsiteY20" fmla="*/ 10214 h 227269"/>
                <a:gd name="connsiteX21" fmla="*/ 72228 w 207329"/>
                <a:gd name="connsiteY21" fmla="*/ 10853 h 227269"/>
                <a:gd name="connsiteX22" fmla="*/ 56892 w 207329"/>
                <a:gd name="connsiteY22" fmla="*/ 0 h 227269"/>
                <a:gd name="connsiteX23" fmla="*/ 46029 w 207329"/>
                <a:gd name="connsiteY23" fmla="*/ 4469 h 227269"/>
                <a:gd name="connsiteX24" fmla="*/ 42195 w 207329"/>
                <a:gd name="connsiteY24" fmla="*/ 11491 h 227269"/>
                <a:gd name="connsiteX25" fmla="*/ 37083 w 207329"/>
                <a:gd name="connsiteY25" fmla="*/ 10853 h 227269"/>
                <a:gd name="connsiteX26" fmla="*/ 37083 w 207329"/>
                <a:gd name="connsiteY26" fmla="*/ 10853 h 227269"/>
                <a:gd name="connsiteX27" fmla="*/ 25581 w 207329"/>
                <a:gd name="connsiteY27" fmla="*/ 15322 h 227269"/>
                <a:gd name="connsiteX28" fmla="*/ 20469 w 207329"/>
                <a:gd name="connsiteY28" fmla="*/ 28728 h 227269"/>
                <a:gd name="connsiteX29" fmla="*/ 20469 w 207329"/>
                <a:gd name="connsiteY29" fmla="*/ 31281 h 227269"/>
                <a:gd name="connsiteX30" fmla="*/ 16635 w 207329"/>
                <a:gd name="connsiteY30" fmla="*/ 30643 h 227269"/>
                <a:gd name="connsiteX31" fmla="*/ 5133 w 207329"/>
                <a:gd name="connsiteY31" fmla="*/ 35750 h 227269"/>
                <a:gd name="connsiteX32" fmla="*/ 21 w 207329"/>
                <a:gd name="connsiteY32" fmla="*/ 51072 h 227269"/>
                <a:gd name="connsiteX33" fmla="*/ 21 w 207329"/>
                <a:gd name="connsiteY33" fmla="*/ 120657 h 227269"/>
                <a:gd name="connsiteX34" fmla="*/ 6411 w 207329"/>
                <a:gd name="connsiteY34" fmla="*/ 160876 h 227269"/>
                <a:gd name="connsiteX35" fmla="*/ 9606 w 207329"/>
                <a:gd name="connsiteY35" fmla="*/ 172368 h 227269"/>
                <a:gd name="connsiteX36" fmla="*/ 9606 w 207329"/>
                <a:gd name="connsiteY36" fmla="*/ 220886 h 227269"/>
                <a:gd name="connsiteX37" fmla="*/ 15996 w 207329"/>
                <a:gd name="connsiteY37" fmla="*/ 227270 h 227269"/>
                <a:gd name="connsiteX38" fmla="*/ 15996 w 207329"/>
                <a:gd name="connsiteY38" fmla="*/ 227270 h 227269"/>
                <a:gd name="connsiteX39" fmla="*/ 86285 w 207329"/>
                <a:gd name="connsiteY39" fmla="*/ 227270 h 227269"/>
                <a:gd name="connsiteX40" fmla="*/ 92036 w 207329"/>
                <a:gd name="connsiteY40" fmla="*/ 222801 h 227269"/>
                <a:gd name="connsiteX41" fmla="*/ 98426 w 207329"/>
                <a:gd name="connsiteY41" fmla="*/ 226631 h 227269"/>
                <a:gd name="connsiteX42" fmla="*/ 101621 w 207329"/>
                <a:gd name="connsiteY42" fmla="*/ 227270 h 227269"/>
                <a:gd name="connsiteX43" fmla="*/ 107372 w 207329"/>
                <a:gd name="connsiteY43" fmla="*/ 224078 h 227269"/>
                <a:gd name="connsiteX44" fmla="*/ 134210 w 207329"/>
                <a:gd name="connsiteY44" fmla="*/ 179390 h 227269"/>
                <a:gd name="connsiteX45" fmla="*/ 163604 w 207329"/>
                <a:gd name="connsiteY45" fmla="*/ 159600 h 227269"/>
                <a:gd name="connsiteX46" fmla="*/ 186607 w 207329"/>
                <a:gd name="connsiteY46" fmla="*/ 150024 h 227269"/>
                <a:gd name="connsiteX47" fmla="*/ 195553 w 207329"/>
                <a:gd name="connsiteY47" fmla="*/ 147470 h 227269"/>
                <a:gd name="connsiteX48" fmla="*/ 206416 w 207329"/>
                <a:gd name="connsiteY48" fmla="*/ 126403 h 227269"/>
                <a:gd name="connsiteX49" fmla="*/ 182134 w 207329"/>
                <a:gd name="connsiteY49" fmla="*/ 117465 h 227269"/>
                <a:gd name="connsiteX50" fmla="*/ 122069 w 207329"/>
                <a:gd name="connsiteY50" fmla="*/ 36389 h 227269"/>
                <a:gd name="connsiteX51" fmla="*/ 126542 w 207329"/>
                <a:gd name="connsiteY51" fmla="*/ 31281 h 227269"/>
                <a:gd name="connsiteX52" fmla="*/ 129098 w 207329"/>
                <a:gd name="connsiteY52" fmla="*/ 31920 h 227269"/>
                <a:gd name="connsiteX53" fmla="*/ 127820 w 207329"/>
                <a:gd name="connsiteY53" fmla="*/ 40219 h 227269"/>
                <a:gd name="connsiteX54" fmla="*/ 127820 w 207329"/>
                <a:gd name="connsiteY54" fmla="*/ 40857 h 227269"/>
                <a:gd name="connsiteX55" fmla="*/ 105455 w 207329"/>
                <a:gd name="connsiteY55" fmla="*/ 79161 h 227269"/>
                <a:gd name="connsiteX56" fmla="*/ 107372 w 207329"/>
                <a:gd name="connsiteY56" fmla="*/ 87461 h 227269"/>
                <a:gd name="connsiteX57" fmla="*/ 104177 w 207329"/>
                <a:gd name="connsiteY57" fmla="*/ 90653 h 227269"/>
                <a:gd name="connsiteX58" fmla="*/ 100982 w 207329"/>
                <a:gd name="connsiteY58" fmla="*/ 93206 h 227269"/>
                <a:gd name="connsiteX59" fmla="*/ 92036 w 207329"/>
                <a:gd name="connsiteY59" fmla="*/ 101505 h 227269"/>
                <a:gd name="connsiteX60" fmla="*/ 92036 w 207329"/>
                <a:gd name="connsiteY60" fmla="*/ 88099 h 227269"/>
                <a:gd name="connsiteX61" fmla="*/ 122069 w 207329"/>
                <a:gd name="connsiteY61" fmla="*/ 36389 h 227269"/>
                <a:gd name="connsiteX62" fmla="*/ 79895 w 207329"/>
                <a:gd name="connsiteY62" fmla="*/ 166622 h 227269"/>
                <a:gd name="connsiteX63" fmla="*/ 79256 w 207329"/>
                <a:gd name="connsiteY63" fmla="*/ 213863 h 227269"/>
                <a:gd name="connsiteX64" fmla="*/ 21108 w 207329"/>
                <a:gd name="connsiteY64" fmla="*/ 213863 h 227269"/>
                <a:gd name="connsiteX65" fmla="*/ 21108 w 207329"/>
                <a:gd name="connsiteY65" fmla="*/ 171729 h 227269"/>
                <a:gd name="connsiteX66" fmla="*/ 14718 w 207329"/>
                <a:gd name="connsiteY66" fmla="*/ 151939 h 227269"/>
                <a:gd name="connsiteX67" fmla="*/ 10884 w 207329"/>
                <a:gd name="connsiteY67" fmla="*/ 120019 h 227269"/>
                <a:gd name="connsiteX68" fmla="*/ 10884 w 207329"/>
                <a:gd name="connsiteY68" fmla="*/ 49795 h 227269"/>
                <a:gd name="connsiteX69" fmla="*/ 12162 w 207329"/>
                <a:gd name="connsiteY69" fmla="*/ 43411 h 227269"/>
                <a:gd name="connsiteX70" fmla="*/ 14718 w 207329"/>
                <a:gd name="connsiteY70" fmla="*/ 42773 h 227269"/>
                <a:gd name="connsiteX71" fmla="*/ 17913 w 207329"/>
                <a:gd name="connsiteY71" fmla="*/ 50433 h 227269"/>
                <a:gd name="connsiteX72" fmla="*/ 17913 w 207329"/>
                <a:gd name="connsiteY72" fmla="*/ 51072 h 227269"/>
                <a:gd name="connsiteX73" fmla="*/ 17913 w 207329"/>
                <a:gd name="connsiteY73" fmla="*/ 95121 h 227269"/>
                <a:gd name="connsiteX74" fmla="*/ 24303 w 207329"/>
                <a:gd name="connsiteY74" fmla="*/ 101505 h 227269"/>
                <a:gd name="connsiteX75" fmla="*/ 30693 w 207329"/>
                <a:gd name="connsiteY75" fmla="*/ 95121 h 227269"/>
                <a:gd name="connsiteX76" fmla="*/ 30693 w 207329"/>
                <a:gd name="connsiteY76" fmla="*/ 28089 h 227269"/>
                <a:gd name="connsiteX77" fmla="*/ 31971 w 207329"/>
                <a:gd name="connsiteY77" fmla="*/ 24259 h 227269"/>
                <a:gd name="connsiteX78" fmla="*/ 34527 w 207329"/>
                <a:gd name="connsiteY78" fmla="*/ 23621 h 227269"/>
                <a:gd name="connsiteX79" fmla="*/ 38361 w 207329"/>
                <a:gd name="connsiteY79" fmla="*/ 28089 h 227269"/>
                <a:gd name="connsiteX80" fmla="*/ 38361 w 207329"/>
                <a:gd name="connsiteY80" fmla="*/ 28089 h 227269"/>
                <a:gd name="connsiteX81" fmla="*/ 38361 w 207329"/>
                <a:gd name="connsiteY81" fmla="*/ 81715 h 227269"/>
                <a:gd name="connsiteX82" fmla="*/ 44751 w 207329"/>
                <a:gd name="connsiteY82" fmla="*/ 88099 h 227269"/>
                <a:gd name="connsiteX83" fmla="*/ 51141 w 207329"/>
                <a:gd name="connsiteY83" fmla="*/ 81715 h 227269"/>
                <a:gd name="connsiteX84" fmla="*/ 51141 w 207329"/>
                <a:gd name="connsiteY84" fmla="*/ 22982 h 227269"/>
                <a:gd name="connsiteX85" fmla="*/ 53058 w 207329"/>
                <a:gd name="connsiteY85" fmla="*/ 14045 h 227269"/>
                <a:gd name="connsiteX86" fmla="*/ 54336 w 207329"/>
                <a:gd name="connsiteY86" fmla="*/ 13406 h 227269"/>
                <a:gd name="connsiteX87" fmla="*/ 58170 w 207329"/>
                <a:gd name="connsiteY87" fmla="*/ 21067 h 227269"/>
                <a:gd name="connsiteX88" fmla="*/ 58170 w 207329"/>
                <a:gd name="connsiteY88" fmla="*/ 22982 h 227269"/>
                <a:gd name="connsiteX89" fmla="*/ 58170 w 207329"/>
                <a:gd name="connsiteY89" fmla="*/ 75331 h 227269"/>
                <a:gd name="connsiteX90" fmla="*/ 64560 w 207329"/>
                <a:gd name="connsiteY90" fmla="*/ 81715 h 227269"/>
                <a:gd name="connsiteX91" fmla="*/ 64560 w 207329"/>
                <a:gd name="connsiteY91" fmla="*/ 81715 h 227269"/>
                <a:gd name="connsiteX92" fmla="*/ 70949 w 207329"/>
                <a:gd name="connsiteY92" fmla="*/ 75331 h 227269"/>
                <a:gd name="connsiteX93" fmla="*/ 70949 w 207329"/>
                <a:gd name="connsiteY93" fmla="*/ 29366 h 227269"/>
                <a:gd name="connsiteX94" fmla="*/ 70949 w 207329"/>
                <a:gd name="connsiteY94" fmla="*/ 29366 h 227269"/>
                <a:gd name="connsiteX95" fmla="*/ 72228 w 207329"/>
                <a:gd name="connsiteY95" fmla="*/ 25536 h 227269"/>
                <a:gd name="connsiteX96" fmla="*/ 75422 w 207329"/>
                <a:gd name="connsiteY96" fmla="*/ 24259 h 227269"/>
                <a:gd name="connsiteX97" fmla="*/ 76700 w 207329"/>
                <a:gd name="connsiteY97" fmla="*/ 24897 h 227269"/>
                <a:gd name="connsiteX98" fmla="*/ 78617 w 207329"/>
                <a:gd name="connsiteY98" fmla="*/ 35112 h 227269"/>
                <a:gd name="connsiteX99" fmla="*/ 78617 w 207329"/>
                <a:gd name="connsiteY99" fmla="*/ 117465 h 227269"/>
                <a:gd name="connsiteX100" fmla="*/ 82451 w 207329"/>
                <a:gd name="connsiteY100" fmla="*/ 123211 h 227269"/>
                <a:gd name="connsiteX101" fmla="*/ 89480 w 207329"/>
                <a:gd name="connsiteY101" fmla="*/ 121934 h 227269"/>
                <a:gd name="connsiteX102" fmla="*/ 108650 w 207329"/>
                <a:gd name="connsiteY102" fmla="*/ 102782 h 227269"/>
                <a:gd name="connsiteX103" fmla="*/ 112484 w 207329"/>
                <a:gd name="connsiteY103" fmla="*/ 98952 h 227269"/>
                <a:gd name="connsiteX104" fmla="*/ 118874 w 207329"/>
                <a:gd name="connsiteY104" fmla="*/ 97037 h 227269"/>
                <a:gd name="connsiteX105" fmla="*/ 118235 w 207329"/>
                <a:gd name="connsiteY105" fmla="*/ 102782 h 227269"/>
                <a:gd name="connsiteX106" fmla="*/ 113123 w 207329"/>
                <a:gd name="connsiteY106" fmla="*/ 107889 h 227269"/>
                <a:gd name="connsiteX107" fmla="*/ 95231 w 207329"/>
                <a:gd name="connsiteY107" fmla="*/ 131510 h 227269"/>
                <a:gd name="connsiteX108" fmla="*/ 79256 w 207329"/>
                <a:gd name="connsiteY108" fmla="*/ 163430 h 227269"/>
                <a:gd name="connsiteX109" fmla="*/ 79895 w 207329"/>
                <a:gd name="connsiteY109" fmla="*/ 166622 h 227269"/>
                <a:gd name="connsiteX110" fmla="*/ 189802 w 207329"/>
                <a:gd name="connsiteY110" fmla="*/ 135979 h 227269"/>
                <a:gd name="connsiteX111" fmla="*/ 182773 w 207329"/>
                <a:gd name="connsiteY111" fmla="*/ 137894 h 227269"/>
                <a:gd name="connsiteX112" fmla="*/ 155297 w 207329"/>
                <a:gd name="connsiteY112" fmla="*/ 149385 h 227269"/>
                <a:gd name="connsiteX113" fmla="*/ 125264 w 207329"/>
                <a:gd name="connsiteY113" fmla="*/ 169176 h 227269"/>
                <a:gd name="connsiteX114" fmla="*/ 123347 w 207329"/>
                <a:gd name="connsiteY114" fmla="*/ 171091 h 227269"/>
                <a:gd name="connsiteX115" fmla="*/ 99065 w 207329"/>
                <a:gd name="connsiteY115" fmla="*/ 211310 h 227269"/>
                <a:gd name="connsiteX116" fmla="*/ 92675 w 207329"/>
                <a:gd name="connsiteY116" fmla="*/ 207479 h 227269"/>
                <a:gd name="connsiteX117" fmla="*/ 92675 w 207329"/>
                <a:gd name="connsiteY117" fmla="*/ 207479 h 227269"/>
                <a:gd name="connsiteX118" fmla="*/ 93314 w 207329"/>
                <a:gd name="connsiteY118" fmla="*/ 167899 h 227269"/>
                <a:gd name="connsiteX119" fmla="*/ 109289 w 207329"/>
                <a:gd name="connsiteY119" fmla="*/ 135979 h 227269"/>
                <a:gd name="connsiteX120" fmla="*/ 124625 w 207329"/>
                <a:gd name="connsiteY120" fmla="*/ 116188 h 227269"/>
                <a:gd name="connsiteX121" fmla="*/ 131015 w 207329"/>
                <a:gd name="connsiteY121" fmla="*/ 109804 h 227269"/>
                <a:gd name="connsiteX122" fmla="*/ 129737 w 207329"/>
                <a:gd name="connsiteY122" fmla="*/ 86184 h 227269"/>
                <a:gd name="connsiteX123" fmla="*/ 118874 w 207329"/>
                <a:gd name="connsiteY123" fmla="*/ 82353 h 227269"/>
                <a:gd name="connsiteX124" fmla="*/ 151463 w 207329"/>
                <a:gd name="connsiteY124" fmla="*/ 26174 h 227269"/>
                <a:gd name="connsiteX125" fmla="*/ 157214 w 207329"/>
                <a:gd name="connsiteY125" fmla="*/ 23621 h 227269"/>
                <a:gd name="connsiteX126" fmla="*/ 158492 w 207329"/>
                <a:gd name="connsiteY126" fmla="*/ 28728 h 227269"/>
                <a:gd name="connsiteX127" fmla="*/ 158492 w 207329"/>
                <a:gd name="connsiteY127" fmla="*/ 28728 h 227269"/>
                <a:gd name="connsiteX128" fmla="*/ 131654 w 207329"/>
                <a:gd name="connsiteY128" fmla="*/ 75331 h 227269"/>
                <a:gd name="connsiteX129" fmla="*/ 134210 w 207329"/>
                <a:gd name="connsiteY129" fmla="*/ 84269 h 227269"/>
                <a:gd name="connsiteX130" fmla="*/ 143156 w 207329"/>
                <a:gd name="connsiteY130" fmla="*/ 81715 h 227269"/>
                <a:gd name="connsiteX131" fmla="*/ 172549 w 207329"/>
                <a:gd name="connsiteY131" fmla="*/ 30643 h 227269"/>
                <a:gd name="connsiteX132" fmla="*/ 178939 w 207329"/>
                <a:gd name="connsiteY132" fmla="*/ 23621 h 227269"/>
                <a:gd name="connsiteX133" fmla="*/ 180856 w 207329"/>
                <a:gd name="connsiteY133" fmla="*/ 23621 h 227269"/>
                <a:gd name="connsiteX134" fmla="*/ 180217 w 207329"/>
                <a:gd name="connsiteY134" fmla="*/ 31920 h 227269"/>
                <a:gd name="connsiteX135" fmla="*/ 179578 w 207329"/>
                <a:gd name="connsiteY135" fmla="*/ 33197 h 227269"/>
                <a:gd name="connsiteX136" fmla="*/ 177661 w 207329"/>
                <a:gd name="connsiteY136" fmla="*/ 37027 h 227269"/>
                <a:gd name="connsiteX137" fmla="*/ 176383 w 207329"/>
                <a:gd name="connsiteY137" fmla="*/ 38304 h 227269"/>
                <a:gd name="connsiteX138" fmla="*/ 176383 w 207329"/>
                <a:gd name="connsiteY138" fmla="*/ 38942 h 227269"/>
                <a:gd name="connsiteX139" fmla="*/ 153380 w 207329"/>
                <a:gd name="connsiteY139" fmla="*/ 78523 h 227269"/>
                <a:gd name="connsiteX140" fmla="*/ 155936 w 207329"/>
                <a:gd name="connsiteY140" fmla="*/ 87461 h 227269"/>
                <a:gd name="connsiteX141" fmla="*/ 159131 w 207329"/>
                <a:gd name="connsiteY141" fmla="*/ 88099 h 227269"/>
                <a:gd name="connsiteX142" fmla="*/ 164882 w 207329"/>
                <a:gd name="connsiteY142" fmla="*/ 84907 h 227269"/>
                <a:gd name="connsiteX143" fmla="*/ 188524 w 207329"/>
                <a:gd name="connsiteY143" fmla="*/ 44049 h 227269"/>
                <a:gd name="connsiteX144" fmla="*/ 190441 w 207329"/>
                <a:gd name="connsiteY144" fmla="*/ 42134 h 227269"/>
                <a:gd name="connsiteX145" fmla="*/ 193636 w 207329"/>
                <a:gd name="connsiteY145" fmla="*/ 42773 h 227269"/>
                <a:gd name="connsiteX146" fmla="*/ 194275 w 207329"/>
                <a:gd name="connsiteY146" fmla="*/ 43411 h 227269"/>
                <a:gd name="connsiteX147" fmla="*/ 191080 w 207329"/>
                <a:gd name="connsiteY147" fmla="*/ 52987 h 227269"/>
                <a:gd name="connsiteX148" fmla="*/ 148907 w 207329"/>
                <a:gd name="connsiteY148" fmla="*/ 125126 h 227269"/>
                <a:gd name="connsiteX149" fmla="*/ 149546 w 207329"/>
                <a:gd name="connsiteY149" fmla="*/ 132148 h 227269"/>
                <a:gd name="connsiteX150" fmla="*/ 156575 w 207329"/>
                <a:gd name="connsiteY150" fmla="*/ 134064 h 227269"/>
                <a:gd name="connsiteX151" fmla="*/ 182773 w 207329"/>
                <a:gd name="connsiteY151" fmla="*/ 127041 h 227269"/>
                <a:gd name="connsiteX152" fmla="*/ 188524 w 207329"/>
                <a:gd name="connsiteY152" fmla="*/ 125764 h 227269"/>
                <a:gd name="connsiteX153" fmla="*/ 194914 w 207329"/>
                <a:gd name="connsiteY153" fmla="*/ 127680 h 227269"/>
                <a:gd name="connsiteX154" fmla="*/ 189802 w 207329"/>
                <a:gd name="connsiteY154" fmla="*/ 135979 h 22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207329" h="227269">
                  <a:moveTo>
                    <a:pt x="182134" y="117465"/>
                  </a:moveTo>
                  <a:cubicBezTo>
                    <a:pt x="181495" y="117465"/>
                    <a:pt x="180217" y="118104"/>
                    <a:pt x="178300" y="118104"/>
                  </a:cubicBezTo>
                  <a:cubicBezTo>
                    <a:pt x="175744" y="118742"/>
                    <a:pt x="171272" y="119380"/>
                    <a:pt x="166159" y="120657"/>
                  </a:cubicBezTo>
                  <a:lnTo>
                    <a:pt x="200026" y="61925"/>
                  </a:lnTo>
                  <a:cubicBezTo>
                    <a:pt x="201304" y="60009"/>
                    <a:pt x="207055" y="51072"/>
                    <a:pt x="205138" y="42773"/>
                  </a:cubicBezTo>
                  <a:cubicBezTo>
                    <a:pt x="204499" y="38942"/>
                    <a:pt x="201943" y="35750"/>
                    <a:pt x="198748" y="33835"/>
                  </a:cubicBezTo>
                  <a:cubicBezTo>
                    <a:pt x="196831" y="32558"/>
                    <a:pt x="194914" y="31920"/>
                    <a:pt x="192997" y="31920"/>
                  </a:cubicBezTo>
                  <a:cubicBezTo>
                    <a:pt x="194914" y="24259"/>
                    <a:pt x="192358" y="18514"/>
                    <a:pt x="185329" y="14683"/>
                  </a:cubicBezTo>
                  <a:cubicBezTo>
                    <a:pt x="181495" y="12768"/>
                    <a:pt x="177661" y="12130"/>
                    <a:pt x="173827" y="13406"/>
                  </a:cubicBezTo>
                  <a:cubicBezTo>
                    <a:pt x="171272" y="14045"/>
                    <a:pt x="169354" y="15322"/>
                    <a:pt x="167438" y="17237"/>
                  </a:cubicBezTo>
                  <a:cubicBezTo>
                    <a:pt x="166159" y="15960"/>
                    <a:pt x="164882" y="14683"/>
                    <a:pt x="163604" y="14045"/>
                  </a:cubicBezTo>
                  <a:cubicBezTo>
                    <a:pt x="159770" y="11491"/>
                    <a:pt x="155297" y="10853"/>
                    <a:pt x="151463" y="12130"/>
                  </a:cubicBezTo>
                  <a:cubicBezTo>
                    <a:pt x="144434" y="14045"/>
                    <a:pt x="140600" y="20429"/>
                    <a:pt x="140600" y="21067"/>
                  </a:cubicBezTo>
                  <a:lnTo>
                    <a:pt x="139322" y="23621"/>
                  </a:lnTo>
                  <a:cubicBezTo>
                    <a:pt x="138044" y="22344"/>
                    <a:pt x="136766" y="21706"/>
                    <a:pt x="136766" y="21706"/>
                  </a:cubicBezTo>
                  <a:cubicBezTo>
                    <a:pt x="132932" y="19152"/>
                    <a:pt x="128459" y="18514"/>
                    <a:pt x="123986" y="19790"/>
                  </a:cubicBezTo>
                  <a:cubicBezTo>
                    <a:pt x="116318" y="22344"/>
                    <a:pt x="111845" y="30005"/>
                    <a:pt x="111845" y="30643"/>
                  </a:cubicBezTo>
                  <a:cubicBezTo>
                    <a:pt x="111845" y="30643"/>
                    <a:pt x="102899" y="46603"/>
                    <a:pt x="93314" y="62563"/>
                  </a:cubicBezTo>
                  <a:lnTo>
                    <a:pt x="93314" y="33835"/>
                  </a:lnTo>
                  <a:cubicBezTo>
                    <a:pt x="93314" y="31920"/>
                    <a:pt x="93953" y="21067"/>
                    <a:pt x="88202" y="14683"/>
                  </a:cubicBezTo>
                  <a:cubicBezTo>
                    <a:pt x="85646" y="12130"/>
                    <a:pt x="81812" y="10214"/>
                    <a:pt x="77978" y="10214"/>
                  </a:cubicBezTo>
                  <a:cubicBezTo>
                    <a:pt x="76061" y="10214"/>
                    <a:pt x="74144" y="10853"/>
                    <a:pt x="72228" y="10853"/>
                  </a:cubicBezTo>
                  <a:cubicBezTo>
                    <a:pt x="69671" y="3192"/>
                    <a:pt x="64560" y="0"/>
                    <a:pt x="56892" y="0"/>
                  </a:cubicBezTo>
                  <a:cubicBezTo>
                    <a:pt x="52419" y="0"/>
                    <a:pt x="48585" y="1277"/>
                    <a:pt x="46029" y="4469"/>
                  </a:cubicBezTo>
                  <a:cubicBezTo>
                    <a:pt x="44112" y="6384"/>
                    <a:pt x="42834" y="8938"/>
                    <a:pt x="42195" y="11491"/>
                  </a:cubicBezTo>
                  <a:cubicBezTo>
                    <a:pt x="40917" y="10853"/>
                    <a:pt x="39000" y="10853"/>
                    <a:pt x="37083" y="10853"/>
                  </a:cubicBezTo>
                  <a:cubicBezTo>
                    <a:pt x="37083" y="10853"/>
                    <a:pt x="37083" y="10853"/>
                    <a:pt x="37083" y="10853"/>
                  </a:cubicBezTo>
                  <a:cubicBezTo>
                    <a:pt x="32610" y="10853"/>
                    <a:pt x="28776" y="12130"/>
                    <a:pt x="25581" y="15322"/>
                  </a:cubicBezTo>
                  <a:cubicBezTo>
                    <a:pt x="20469" y="20429"/>
                    <a:pt x="20469" y="27451"/>
                    <a:pt x="20469" y="28728"/>
                  </a:cubicBezTo>
                  <a:lnTo>
                    <a:pt x="20469" y="31281"/>
                  </a:lnTo>
                  <a:cubicBezTo>
                    <a:pt x="18552" y="30643"/>
                    <a:pt x="17274" y="30643"/>
                    <a:pt x="16635" y="30643"/>
                  </a:cubicBezTo>
                  <a:cubicBezTo>
                    <a:pt x="12162" y="30643"/>
                    <a:pt x="7689" y="32558"/>
                    <a:pt x="5133" y="35750"/>
                  </a:cubicBezTo>
                  <a:cubicBezTo>
                    <a:pt x="-618" y="41496"/>
                    <a:pt x="21" y="51072"/>
                    <a:pt x="21" y="51072"/>
                  </a:cubicBezTo>
                  <a:lnTo>
                    <a:pt x="21" y="120657"/>
                  </a:lnTo>
                  <a:cubicBezTo>
                    <a:pt x="21" y="141086"/>
                    <a:pt x="1299" y="153854"/>
                    <a:pt x="6411" y="160876"/>
                  </a:cubicBezTo>
                  <a:cubicBezTo>
                    <a:pt x="8967" y="164068"/>
                    <a:pt x="9606" y="170452"/>
                    <a:pt x="9606" y="172368"/>
                  </a:cubicBezTo>
                  <a:lnTo>
                    <a:pt x="9606" y="220886"/>
                  </a:lnTo>
                  <a:cubicBezTo>
                    <a:pt x="9606" y="224078"/>
                    <a:pt x="12801" y="227270"/>
                    <a:pt x="15996" y="227270"/>
                  </a:cubicBezTo>
                  <a:cubicBezTo>
                    <a:pt x="15996" y="227270"/>
                    <a:pt x="15996" y="227270"/>
                    <a:pt x="15996" y="227270"/>
                  </a:cubicBezTo>
                  <a:lnTo>
                    <a:pt x="86285" y="227270"/>
                  </a:lnTo>
                  <a:cubicBezTo>
                    <a:pt x="88841" y="227270"/>
                    <a:pt x="91397" y="225355"/>
                    <a:pt x="92036" y="222801"/>
                  </a:cubicBezTo>
                  <a:lnTo>
                    <a:pt x="98426" y="226631"/>
                  </a:lnTo>
                  <a:cubicBezTo>
                    <a:pt x="99704" y="227270"/>
                    <a:pt x="100343" y="227270"/>
                    <a:pt x="101621" y="227270"/>
                  </a:cubicBezTo>
                  <a:cubicBezTo>
                    <a:pt x="103538" y="227270"/>
                    <a:pt x="106094" y="225993"/>
                    <a:pt x="107372" y="224078"/>
                  </a:cubicBezTo>
                  <a:lnTo>
                    <a:pt x="134210" y="179390"/>
                  </a:lnTo>
                  <a:cubicBezTo>
                    <a:pt x="138683" y="176836"/>
                    <a:pt x="154019" y="167260"/>
                    <a:pt x="163604" y="159600"/>
                  </a:cubicBezTo>
                  <a:cubicBezTo>
                    <a:pt x="171272" y="153854"/>
                    <a:pt x="179578" y="151939"/>
                    <a:pt x="186607" y="150024"/>
                  </a:cubicBezTo>
                  <a:cubicBezTo>
                    <a:pt x="189802" y="149385"/>
                    <a:pt x="192997" y="148747"/>
                    <a:pt x="195553" y="147470"/>
                  </a:cubicBezTo>
                  <a:cubicBezTo>
                    <a:pt x="206416" y="143640"/>
                    <a:pt x="208972" y="134064"/>
                    <a:pt x="206416" y="126403"/>
                  </a:cubicBezTo>
                  <a:cubicBezTo>
                    <a:pt x="201943" y="119380"/>
                    <a:pt x="192997" y="113635"/>
                    <a:pt x="182134" y="117465"/>
                  </a:cubicBezTo>
                  <a:close/>
                  <a:moveTo>
                    <a:pt x="122069" y="36389"/>
                  </a:moveTo>
                  <a:cubicBezTo>
                    <a:pt x="122708" y="34473"/>
                    <a:pt x="124625" y="31920"/>
                    <a:pt x="126542" y="31281"/>
                  </a:cubicBezTo>
                  <a:cubicBezTo>
                    <a:pt x="126542" y="31281"/>
                    <a:pt x="127820" y="31281"/>
                    <a:pt x="129098" y="31920"/>
                  </a:cubicBezTo>
                  <a:cubicBezTo>
                    <a:pt x="131015" y="33197"/>
                    <a:pt x="130376" y="36389"/>
                    <a:pt x="127820" y="40219"/>
                  </a:cubicBezTo>
                  <a:cubicBezTo>
                    <a:pt x="127820" y="40219"/>
                    <a:pt x="127820" y="40219"/>
                    <a:pt x="127820" y="40857"/>
                  </a:cubicBezTo>
                  <a:lnTo>
                    <a:pt x="105455" y="79161"/>
                  </a:lnTo>
                  <a:cubicBezTo>
                    <a:pt x="103538" y="81715"/>
                    <a:pt x="104816" y="85545"/>
                    <a:pt x="107372" y="87461"/>
                  </a:cubicBezTo>
                  <a:cubicBezTo>
                    <a:pt x="106094" y="88099"/>
                    <a:pt x="105455" y="89376"/>
                    <a:pt x="104177" y="90653"/>
                  </a:cubicBezTo>
                  <a:cubicBezTo>
                    <a:pt x="103538" y="91291"/>
                    <a:pt x="102899" y="91929"/>
                    <a:pt x="100982" y="93206"/>
                  </a:cubicBezTo>
                  <a:cubicBezTo>
                    <a:pt x="99065" y="95121"/>
                    <a:pt x="95870" y="98313"/>
                    <a:pt x="92036" y="101505"/>
                  </a:cubicBezTo>
                  <a:lnTo>
                    <a:pt x="92036" y="88099"/>
                  </a:lnTo>
                  <a:cubicBezTo>
                    <a:pt x="102899" y="69585"/>
                    <a:pt x="121430" y="36389"/>
                    <a:pt x="122069" y="36389"/>
                  </a:cubicBezTo>
                  <a:close/>
                  <a:moveTo>
                    <a:pt x="79895" y="166622"/>
                  </a:moveTo>
                  <a:lnTo>
                    <a:pt x="79256" y="213863"/>
                  </a:lnTo>
                  <a:lnTo>
                    <a:pt x="21108" y="213863"/>
                  </a:lnTo>
                  <a:lnTo>
                    <a:pt x="21108" y="171729"/>
                  </a:lnTo>
                  <a:cubicBezTo>
                    <a:pt x="21108" y="170452"/>
                    <a:pt x="20469" y="159600"/>
                    <a:pt x="14718" y="151939"/>
                  </a:cubicBezTo>
                  <a:cubicBezTo>
                    <a:pt x="10884" y="147470"/>
                    <a:pt x="10884" y="127680"/>
                    <a:pt x="10884" y="120019"/>
                  </a:cubicBezTo>
                  <a:lnTo>
                    <a:pt x="10884" y="49795"/>
                  </a:lnTo>
                  <a:cubicBezTo>
                    <a:pt x="10884" y="47880"/>
                    <a:pt x="10884" y="44688"/>
                    <a:pt x="12162" y="43411"/>
                  </a:cubicBezTo>
                  <a:cubicBezTo>
                    <a:pt x="12162" y="43411"/>
                    <a:pt x="12801" y="42773"/>
                    <a:pt x="14718" y="42773"/>
                  </a:cubicBezTo>
                  <a:cubicBezTo>
                    <a:pt x="16635" y="42773"/>
                    <a:pt x="17913" y="45965"/>
                    <a:pt x="17913" y="50433"/>
                  </a:cubicBezTo>
                  <a:cubicBezTo>
                    <a:pt x="17913" y="50433"/>
                    <a:pt x="17913" y="50433"/>
                    <a:pt x="17913" y="51072"/>
                  </a:cubicBezTo>
                  <a:lnTo>
                    <a:pt x="17913" y="95121"/>
                  </a:lnTo>
                  <a:cubicBezTo>
                    <a:pt x="17913" y="98952"/>
                    <a:pt x="20469" y="101505"/>
                    <a:pt x="24303" y="101505"/>
                  </a:cubicBezTo>
                  <a:cubicBezTo>
                    <a:pt x="28137" y="101505"/>
                    <a:pt x="30693" y="98952"/>
                    <a:pt x="30693" y="95121"/>
                  </a:cubicBezTo>
                  <a:lnTo>
                    <a:pt x="30693" y="28089"/>
                  </a:lnTo>
                  <a:cubicBezTo>
                    <a:pt x="30693" y="27451"/>
                    <a:pt x="31332" y="24897"/>
                    <a:pt x="31971" y="24259"/>
                  </a:cubicBezTo>
                  <a:cubicBezTo>
                    <a:pt x="31971" y="24259"/>
                    <a:pt x="32610" y="23621"/>
                    <a:pt x="34527" y="23621"/>
                  </a:cubicBezTo>
                  <a:cubicBezTo>
                    <a:pt x="35166" y="23621"/>
                    <a:pt x="38361" y="23621"/>
                    <a:pt x="38361" y="28089"/>
                  </a:cubicBezTo>
                  <a:cubicBezTo>
                    <a:pt x="38361" y="28089"/>
                    <a:pt x="38361" y="28089"/>
                    <a:pt x="38361" y="28089"/>
                  </a:cubicBezTo>
                  <a:lnTo>
                    <a:pt x="38361" y="81715"/>
                  </a:lnTo>
                  <a:cubicBezTo>
                    <a:pt x="38361" y="85545"/>
                    <a:pt x="40917" y="88099"/>
                    <a:pt x="44751" y="88099"/>
                  </a:cubicBezTo>
                  <a:cubicBezTo>
                    <a:pt x="48585" y="88099"/>
                    <a:pt x="51141" y="85545"/>
                    <a:pt x="51141" y="81715"/>
                  </a:cubicBezTo>
                  <a:lnTo>
                    <a:pt x="51141" y="22982"/>
                  </a:lnTo>
                  <a:cubicBezTo>
                    <a:pt x="51141" y="20429"/>
                    <a:pt x="51780" y="15322"/>
                    <a:pt x="53058" y="14045"/>
                  </a:cubicBezTo>
                  <a:cubicBezTo>
                    <a:pt x="53058" y="14045"/>
                    <a:pt x="53697" y="13406"/>
                    <a:pt x="54336" y="13406"/>
                  </a:cubicBezTo>
                  <a:cubicBezTo>
                    <a:pt x="56892" y="13406"/>
                    <a:pt x="58170" y="13406"/>
                    <a:pt x="58170" y="21067"/>
                  </a:cubicBezTo>
                  <a:lnTo>
                    <a:pt x="58170" y="22982"/>
                  </a:lnTo>
                  <a:cubicBezTo>
                    <a:pt x="58170" y="26174"/>
                    <a:pt x="58170" y="56179"/>
                    <a:pt x="58170" y="75331"/>
                  </a:cubicBezTo>
                  <a:cubicBezTo>
                    <a:pt x="58170" y="79161"/>
                    <a:pt x="60726" y="81715"/>
                    <a:pt x="64560" y="81715"/>
                  </a:cubicBezTo>
                  <a:cubicBezTo>
                    <a:pt x="64560" y="81715"/>
                    <a:pt x="64560" y="81715"/>
                    <a:pt x="64560" y="81715"/>
                  </a:cubicBezTo>
                  <a:cubicBezTo>
                    <a:pt x="67754" y="81715"/>
                    <a:pt x="70949" y="79161"/>
                    <a:pt x="70949" y="75331"/>
                  </a:cubicBezTo>
                  <a:cubicBezTo>
                    <a:pt x="70949" y="71501"/>
                    <a:pt x="70949" y="42773"/>
                    <a:pt x="70949" y="29366"/>
                  </a:cubicBezTo>
                  <a:cubicBezTo>
                    <a:pt x="70949" y="29366"/>
                    <a:pt x="70949" y="29366"/>
                    <a:pt x="70949" y="29366"/>
                  </a:cubicBezTo>
                  <a:cubicBezTo>
                    <a:pt x="70949" y="28728"/>
                    <a:pt x="70949" y="26813"/>
                    <a:pt x="72228" y="25536"/>
                  </a:cubicBezTo>
                  <a:cubicBezTo>
                    <a:pt x="72866" y="24259"/>
                    <a:pt x="74144" y="24259"/>
                    <a:pt x="75422" y="24259"/>
                  </a:cubicBezTo>
                  <a:cubicBezTo>
                    <a:pt x="76061" y="24259"/>
                    <a:pt x="76061" y="24259"/>
                    <a:pt x="76700" y="24897"/>
                  </a:cubicBezTo>
                  <a:cubicBezTo>
                    <a:pt x="77978" y="26813"/>
                    <a:pt x="78617" y="31281"/>
                    <a:pt x="78617" y="35112"/>
                  </a:cubicBezTo>
                  <a:lnTo>
                    <a:pt x="78617" y="117465"/>
                  </a:lnTo>
                  <a:cubicBezTo>
                    <a:pt x="78617" y="120019"/>
                    <a:pt x="80534" y="122572"/>
                    <a:pt x="82451" y="123211"/>
                  </a:cubicBezTo>
                  <a:cubicBezTo>
                    <a:pt x="85007" y="124488"/>
                    <a:pt x="87563" y="123849"/>
                    <a:pt x="89480" y="121934"/>
                  </a:cubicBezTo>
                  <a:cubicBezTo>
                    <a:pt x="97787" y="112996"/>
                    <a:pt x="104816" y="106612"/>
                    <a:pt x="108650" y="102782"/>
                  </a:cubicBezTo>
                  <a:cubicBezTo>
                    <a:pt x="110567" y="100867"/>
                    <a:pt x="111845" y="99590"/>
                    <a:pt x="112484" y="98952"/>
                  </a:cubicBezTo>
                  <a:cubicBezTo>
                    <a:pt x="115040" y="95760"/>
                    <a:pt x="117596" y="96398"/>
                    <a:pt x="118874" y="97037"/>
                  </a:cubicBezTo>
                  <a:cubicBezTo>
                    <a:pt x="120152" y="98313"/>
                    <a:pt x="120152" y="100229"/>
                    <a:pt x="118235" y="102782"/>
                  </a:cubicBezTo>
                  <a:cubicBezTo>
                    <a:pt x="116957" y="104059"/>
                    <a:pt x="115040" y="105974"/>
                    <a:pt x="113123" y="107889"/>
                  </a:cubicBezTo>
                  <a:cubicBezTo>
                    <a:pt x="107372" y="113635"/>
                    <a:pt x="99704" y="120657"/>
                    <a:pt x="95231" y="131510"/>
                  </a:cubicBezTo>
                  <a:cubicBezTo>
                    <a:pt x="89480" y="144278"/>
                    <a:pt x="79256" y="163430"/>
                    <a:pt x="79256" y="163430"/>
                  </a:cubicBezTo>
                  <a:cubicBezTo>
                    <a:pt x="79895" y="164707"/>
                    <a:pt x="79895" y="165984"/>
                    <a:pt x="79895" y="166622"/>
                  </a:cubicBezTo>
                  <a:close/>
                  <a:moveTo>
                    <a:pt x="189802" y="135979"/>
                  </a:moveTo>
                  <a:cubicBezTo>
                    <a:pt x="187885" y="136617"/>
                    <a:pt x="185329" y="137256"/>
                    <a:pt x="182773" y="137894"/>
                  </a:cubicBezTo>
                  <a:cubicBezTo>
                    <a:pt x="175105" y="139809"/>
                    <a:pt x="164882" y="142363"/>
                    <a:pt x="155297" y="149385"/>
                  </a:cubicBezTo>
                  <a:cubicBezTo>
                    <a:pt x="143795" y="157684"/>
                    <a:pt x="125264" y="169176"/>
                    <a:pt x="125264" y="169176"/>
                  </a:cubicBezTo>
                  <a:cubicBezTo>
                    <a:pt x="124625" y="169814"/>
                    <a:pt x="123347" y="170452"/>
                    <a:pt x="123347" y="171091"/>
                  </a:cubicBezTo>
                  <a:lnTo>
                    <a:pt x="99065" y="211310"/>
                  </a:lnTo>
                  <a:lnTo>
                    <a:pt x="92675" y="207479"/>
                  </a:lnTo>
                  <a:cubicBezTo>
                    <a:pt x="92675" y="207479"/>
                    <a:pt x="92675" y="207479"/>
                    <a:pt x="92675" y="207479"/>
                  </a:cubicBezTo>
                  <a:lnTo>
                    <a:pt x="93314" y="167899"/>
                  </a:lnTo>
                  <a:cubicBezTo>
                    <a:pt x="95870" y="163430"/>
                    <a:pt x="104177" y="147470"/>
                    <a:pt x="109289" y="135979"/>
                  </a:cubicBezTo>
                  <a:cubicBezTo>
                    <a:pt x="113123" y="127680"/>
                    <a:pt x="119513" y="121296"/>
                    <a:pt x="124625" y="116188"/>
                  </a:cubicBezTo>
                  <a:cubicBezTo>
                    <a:pt x="127181" y="113635"/>
                    <a:pt x="129098" y="111720"/>
                    <a:pt x="131015" y="109804"/>
                  </a:cubicBezTo>
                  <a:cubicBezTo>
                    <a:pt x="138044" y="100867"/>
                    <a:pt x="135488" y="91291"/>
                    <a:pt x="129737" y="86184"/>
                  </a:cubicBezTo>
                  <a:cubicBezTo>
                    <a:pt x="127181" y="83630"/>
                    <a:pt x="123347" y="82353"/>
                    <a:pt x="118874" y="82353"/>
                  </a:cubicBezTo>
                  <a:lnTo>
                    <a:pt x="151463" y="26174"/>
                  </a:lnTo>
                  <a:cubicBezTo>
                    <a:pt x="153380" y="23621"/>
                    <a:pt x="155297" y="22344"/>
                    <a:pt x="157214" y="23621"/>
                  </a:cubicBezTo>
                  <a:cubicBezTo>
                    <a:pt x="157853" y="24259"/>
                    <a:pt x="160409" y="25536"/>
                    <a:pt x="158492" y="28728"/>
                  </a:cubicBezTo>
                  <a:cubicBezTo>
                    <a:pt x="158492" y="28728"/>
                    <a:pt x="158492" y="28728"/>
                    <a:pt x="158492" y="28728"/>
                  </a:cubicBezTo>
                  <a:lnTo>
                    <a:pt x="131654" y="75331"/>
                  </a:lnTo>
                  <a:cubicBezTo>
                    <a:pt x="129737" y="78523"/>
                    <a:pt x="131015" y="82353"/>
                    <a:pt x="134210" y="84269"/>
                  </a:cubicBezTo>
                  <a:cubicBezTo>
                    <a:pt x="137405" y="86184"/>
                    <a:pt x="141239" y="84907"/>
                    <a:pt x="143156" y="81715"/>
                  </a:cubicBezTo>
                  <a:lnTo>
                    <a:pt x="172549" y="30643"/>
                  </a:lnTo>
                  <a:cubicBezTo>
                    <a:pt x="173827" y="28089"/>
                    <a:pt x="176383" y="24259"/>
                    <a:pt x="178939" y="23621"/>
                  </a:cubicBezTo>
                  <a:cubicBezTo>
                    <a:pt x="179578" y="23621"/>
                    <a:pt x="179578" y="23621"/>
                    <a:pt x="180856" y="23621"/>
                  </a:cubicBezTo>
                  <a:cubicBezTo>
                    <a:pt x="182773" y="24897"/>
                    <a:pt x="184051" y="25536"/>
                    <a:pt x="180217" y="31920"/>
                  </a:cubicBezTo>
                  <a:lnTo>
                    <a:pt x="179578" y="33197"/>
                  </a:lnTo>
                  <a:cubicBezTo>
                    <a:pt x="179578" y="33835"/>
                    <a:pt x="178300" y="35112"/>
                    <a:pt x="177661" y="37027"/>
                  </a:cubicBezTo>
                  <a:cubicBezTo>
                    <a:pt x="177022" y="37665"/>
                    <a:pt x="177022" y="38304"/>
                    <a:pt x="176383" y="38304"/>
                  </a:cubicBezTo>
                  <a:cubicBezTo>
                    <a:pt x="176383" y="38304"/>
                    <a:pt x="176383" y="38304"/>
                    <a:pt x="176383" y="38942"/>
                  </a:cubicBezTo>
                  <a:cubicBezTo>
                    <a:pt x="171272" y="47880"/>
                    <a:pt x="161048" y="65755"/>
                    <a:pt x="153380" y="78523"/>
                  </a:cubicBezTo>
                  <a:cubicBezTo>
                    <a:pt x="151463" y="81715"/>
                    <a:pt x="152741" y="85545"/>
                    <a:pt x="155936" y="87461"/>
                  </a:cubicBezTo>
                  <a:cubicBezTo>
                    <a:pt x="157214" y="88099"/>
                    <a:pt x="157853" y="88099"/>
                    <a:pt x="159131" y="88099"/>
                  </a:cubicBezTo>
                  <a:cubicBezTo>
                    <a:pt x="161048" y="88099"/>
                    <a:pt x="163604" y="86822"/>
                    <a:pt x="164882" y="84907"/>
                  </a:cubicBezTo>
                  <a:cubicBezTo>
                    <a:pt x="166799" y="81715"/>
                    <a:pt x="182134" y="55541"/>
                    <a:pt x="188524" y="44049"/>
                  </a:cubicBezTo>
                  <a:cubicBezTo>
                    <a:pt x="189163" y="43411"/>
                    <a:pt x="189802" y="42773"/>
                    <a:pt x="190441" y="42134"/>
                  </a:cubicBezTo>
                  <a:cubicBezTo>
                    <a:pt x="191719" y="41496"/>
                    <a:pt x="192997" y="42134"/>
                    <a:pt x="193636" y="42773"/>
                  </a:cubicBezTo>
                  <a:cubicBezTo>
                    <a:pt x="194275" y="42773"/>
                    <a:pt x="194275" y="43411"/>
                    <a:pt x="194275" y="43411"/>
                  </a:cubicBezTo>
                  <a:cubicBezTo>
                    <a:pt x="194914" y="45965"/>
                    <a:pt x="192997" y="50433"/>
                    <a:pt x="191080" y="52987"/>
                  </a:cubicBezTo>
                  <a:lnTo>
                    <a:pt x="148907" y="125126"/>
                  </a:lnTo>
                  <a:cubicBezTo>
                    <a:pt x="147629" y="127680"/>
                    <a:pt x="147629" y="130233"/>
                    <a:pt x="149546" y="132148"/>
                  </a:cubicBezTo>
                  <a:cubicBezTo>
                    <a:pt x="151463" y="134064"/>
                    <a:pt x="154019" y="135340"/>
                    <a:pt x="156575" y="134064"/>
                  </a:cubicBezTo>
                  <a:cubicBezTo>
                    <a:pt x="168077" y="130872"/>
                    <a:pt x="177022" y="128318"/>
                    <a:pt x="182773" y="127041"/>
                  </a:cubicBezTo>
                  <a:cubicBezTo>
                    <a:pt x="185329" y="126403"/>
                    <a:pt x="187246" y="125764"/>
                    <a:pt x="188524" y="125764"/>
                  </a:cubicBezTo>
                  <a:cubicBezTo>
                    <a:pt x="192358" y="124488"/>
                    <a:pt x="194275" y="125764"/>
                    <a:pt x="194914" y="127680"/>
                  </a:cubicBezTo>
                  <a:cubicBezTo>
                    <a:pt x="193636" y="133425"/>
                    <a:pt x="192358" y="134702"/>
                    <a:pt x="189802" y="135979"/>
                  </a:cubicBezTo>
                  <a:close/>
                </a:path>
              </a:pathLst>
            </a:custGeom>
            <a:solidFill>
              <a:srgbClr val="012169"/>
            </a:solidFill>
            <a:ln w="6390" cap="flat">
              <a:noFill/>
              <a:prstDash val="solid"/>
              <a:miter/>
            </a:ln>
          </p:spPr>
          <p:txBody>
            <a:bodyPr rtlCol="0" anchor="ctr"/>
            <a:lstStyle/>
            <a:p>
              <a:endParaRPr lang="en-US"/>
            </a:p>
          </p:txBody>
        </p:sp>
      </p:grpSp>
      <p:grpSp>
        <p:nvGrpSpPr>
          <p:cNvPr id="677" name="Graphic 4">
            <a:extLst>
              <a:ext uri="{FF2B5EF4-FFF2-40B4-BE49-F238E27FC236}">
                <a16:creationId xmlns:a16="http://schemas.microsoft.com/office/drawing/2014/main" id="{75A8AC13-75A5-D747-B49D-EF6AC6F822DC}"/>
              </a:ext>
            </a:extLst>
          </p:cNvPr>
          <p:cNvGrpSpPr/>
          <p:nvPr/>
        </p:nvGrpSpPr>
        <p:grpSpPr>
          <a:xfrm>
            <a:off x="1515054" y="1893013"/>
            <a:ext cx="361670" cy="361333"/>
            <a:chOff x="1515054" y="1893013"/>
            <a:chExt cx="361670" cy="361333"/>
          </a:xfrm>
          <a:solidFill>
            <a:srgbClr val="012169"/>
          </a:solidFill>
        </p:grpSpPr>
        <p:sp>
          <p:nvSpPr>
            <p:cNvPr id="678" name="Graphic 4">
              <a:extLst>
                <a:ext uri="{FF2B5EF4-FFF2-40B4-BE49-F238E27FC236}">
                  <a16:creationId xmlns:a16="http://schemas.microsoft.com/office/drawing/2014/main" id="{0AAC4235-92C8-C349-B294-A60CEAAB19F0}"/>
                </a:ext>
              </a:extLst>
            </p:cNvPr>
            <p:cNvSpPr/>
            <p:nvPr/>
          </p:nvSpPr>
          <p:spPr>
            <a:xfrm>
              <a:off x="1515054"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679" name="Graphic 4">
              <a:extLst>
                <a:ext uri="{FF2B5EF4-FFF2-40B4-BE49-F238E27FC236}">
                  <a16:creationId xmlns:a16="http://schemas.microsoft.com/office/drawing/2014/main" id="{22A45DBD-C0CD-ED46-B4CA-26DCC28F214F}"/>
                </a:ext>
              </a:extLst>
            </p:cNvPr>
            <p:cNvSpPr/>
            <p:nvPr/>
          </p:nvSpPr>
          <p:spPr>
            <a:xfrm>
              <a:off x="1582148" y="2023884"/>
              <a:ext cx="122686" cy="161514"/>
            </a:xfrm>
            <a:custGeom>
              <a:avLst/>
              <a:gdLst>
                <a:gd name="connsiteX0" fmla="*/ 122687 w 122686"/>
                <a:gd name="connsiteY0" fmla="*/ 6384 h 161514"/>
                <a:gd name="connsiteX1" fmla="*/ 116297 w 122686"/>
                <a:gd name="connsiteY1" fmla="*/ 0 h 161514"/>
                <a:gd name="connsiteX2" fmla="*/ 39618 w 122686"/>
                <a:gd name="connsiteY2" fmla="*/ 0 h 161514"/>
                <a:gd name="connsiteX3" fmla="*/ 0 w 122686"/>
                <a:gd name="connsiteY3" fmla="*/ 35112 h 161514"/>
                <a:gd name="connsiteX4" fmla="*/ 0 w 122686"/>
                <a:gd name="connsiteY4" fmla="*/ 73416 h 161514"/>
                <a:gd name="connsiteX5" fmla="*/ 19170 w 122686"/>
                <a:gd name="connsiteY5" fmla="*/ 98313 h 161514"/>
                <a:gd name="connsiteX6" fmla="*/ 19170 w 122686"/>
                <a:gd name="connsiteY6" fmla="*/ 155131 h 161514"/>
                <a:gd name="connsiteX7" fmla="*/ 25560 w 122686"/>
                <a:gd name="connsiteY7" fmla="*/ 161515 h 161514"/>
                <a:gd name="connsiteX8" fmla="*/ 31950 w 122686"/>
                <a:gd name="connsiteY8" fmla="*/ 155131 h 161514"/>
                <a:gd name="connsiteX9" fmla="*/ 31950 w 122686"/>
                <a:gd name="connsiteY9" fmla="*/ 40219 h 161514"/>
                <a:gd name="connsiteX10" fmla="*/ 25560 w 122686"/>
                <a:gd name="connsiteY10" fmla="*/ 33835 h 161514"/>
                <a:gd name="connsiteX11" fmla="*/ 19170 w 122686"/>
                <a:gd name="connsiteY11" fmla="*/ 40219 h 161514"/>
                <a:gd name="connsiteX12" fmla="*/ 19170 w 122686"/>
                <a:gd name="connsiteY12" fmla="*/ 85545 h 161514"/>
                <a:gd name="connsiteX13" fmla="*/ 12780 w 122686"/>
                <a:gd name="connsiteY13" fmla="*/ 74054 h 161514"/>
                <a:gd name="connsiteX14" fmla="*/ 12780 w 122686"/>
                <a:gd name="connsiteY14" fmla="*/ 35750 h 161514"/>
                <a:gd name="connsiteX15" fmla="*/ 39618 w 122686"/>
                <a:gd name="connsiteY15" fmla="*/ 13406 h 161514"/>
                <a:gd name="connsiteX16" fmla="*/ 108629 w 122686"/>
                <a:gd name="connsiteY16" fmla="*/ 13406 h 161514"/>
                <a:gd name="connsiteX17" fmla="*/ 99683 w 122686"/>
                <a:gd name="connsiteY17" fmla="*/ 19790 h 161514"/>
                <a:gd name="connsiteX18" fmla="*/ 70928 w 122686"/>
                <a:gd name="connsiteY18" fmla="*/ 29366 h 161514"/>
                <a:gd name="connsiteX19" fmla="*/ 66455 w 122686"/>
                <a:gd name="connsiteY19" fmla="*/ 35112 h 161514"/>
                <a:gd name="connsiteX20" fmla="*/ 66455 w 122686"/>
                <a:gd name="connsiteY20" fmla="*/ 154492 h 161514"/>
                <a:gd name="connsiteX21" fmla="*/ 72845 w 122686"/>
                <a:gd name="connsiteY21" fmla="*/ 160876 h 161514"/>
                <a:gd name="connsiteX22" fmla="*/ 79235 w 122686"/>
                <a:gd name="connsiteY22" fmla="*/ 154492 h 161514"/>
                <a:gd name="connsiteX23" fmla="*/ 79235 w 122686"/>
                <a:gd name="connsiteY23" fmla="*/ 39581 h 161514"/>
                <a:gd name="connsiteX24" fmla="*/ 103517 w 122686"/>
                <a:gd name="connsiteY24" fmla="*/ 31281 h 161514"/>
                <a:gd name="connsiteX25" fmla="*/ 122687 w 122686"/>
                <a:gd name="connsiteY25" fmla="*/ 6384 h 161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2686" h="161514">
                  <a:moveTo>
                    <a:pt x="122687" y="6384"/>
                  </a:moveTo>
                  <a:cubicBezTo>
                    <a:pt x="122687" y="2554"/>
                    <a:pt x="120131" y="0"/>
                    <a:pt x="116297" y="0"/>
                  </a:cubicBezTo>
                  <a:lnTo>
                    <a:pt x="39618" y="0"/>
                  </a:lnTo>
                  <a:cubicBezTo>
                    <a:pt x="14697" y="0"/>
                    <a:pt x="0" y="13406"/>
                    <a:pt x="0" y="35112"/>
                  </a:cubicBezTo>
                  <a:lnTo>
                    <a:pt x="0" y="73416"/>
                  </a:lnTo>
                  <a:cubicBezTo>
                    <a:pt x="0" y="86822"/>
                    <a:pt x="7668" y="95760"/>
                    <a:pt x="19170" y="98313"/>
                  </a:cubicBezTo>
                  <a:lnTo>
                    <a:pt x="19170" y="155131"/>
                  </a:lnTo>
                  <a:cubicBezTo>
                    <a:pt x="19170" y="158961"/>
                    <a:pt x="21726" y="161515"/>
                    <a:pt x="25560" y="161515"/>
                  </a:cubicBezTo>
                  <a:cubicBezTo>
                    <a:pt x="29394" y="161515"/>
                    <a:pt x="31950" y="158961"/>
                    <a:pt x="31950" y="155131"/>
                  </a:cubicBezTo>
                  <a:lnTo>
                    <a:pt x="31950" y="40219"/>
                  </a:lnTo>
                  <a:cubicBezTo>
                    <a:pt x="31950" y="36389"/>
                    <a:pt x="29394" y="33835"/>
                    <a:pt x="25560" y="33835"/>
                  </a:cubicBezTo>
                  <a:cubicBezTo>
                    <a:pt x="21726" y="33835"/>
                    <a:pt x="19170" y="36389"/>
                    <a:pt x="19170" y="40219"/>
                  </a:cubicBezTo>
                  <a:lnTo>
                    <a:pt x="19170" y="85545"/>
                  </a:lnTo>
                  <a:cubicBezTo>
                    <a:pt x="15975" y="84269"/>
                    <a:pt x="12780" y="81077"/>
                    <a:pt x="12780" y="74054"/>
                  </a:cubicBezTo>
                  <a:lnTo>
                    <a:pt x="12780" y="35750"/>
                  </a:lnTo>
                  <a:cubicBezTo>
                    <a:pt x="12780" y="21067"/>
                    <a:pt x="22365" y="13406"/>
                    <a:pt x="39618" y="13406"/>
                  </a:cubicBezTo>
                  <a:lnTo>
                    <a:pt x="108629" y="13406"/>
                  </a:lnTo>
                  <a:cubicBezTo>
                    <a:pt x="107351" y="16598"/>
                    <a:pt x="104156" y="18514"/>
                    <a:pt x="99683" y="19790"/>
                  </a:cubicBezTo>
                  <a:cubicBezTo>
                    <a:pt x="94571" y="21067"/>
                    <a:pt x="70928" y="29366"/>
                    <a:pt x="70928" y="29366"/>
                  </a:cubicBezTo>
                  <a:cubicBezTo>
                    <a:pt x="68372" y="30005"/>
                    <a:pt x="66455" y="32558"/>
                    <a:pt x="66455" y="35112"/>
                  </a:cubicBezTo>
                  <a:lnTo>
                    <a:pt x="66455" y="154492"/>
                  </a:lnTo>
                  <a:cubicBezTo>
                    <a:pt x="66455" y="158323"/>
                    <a:pt x="69011" y="160876"/>
                    <a:pt x="72845" y="160876"/>
                  </a:cubicBezTo>
                  <a:cubicBezTo>
                    <a:pt x="76679" y="160876"/>
                    <a:pt x="79235" y="158323"/>
                    <a:pt x="79235" y="154492"/>
                  </a:cubicBezTo>
                  <a:lnTo>
                    <a:pt x="79235" y="39581"/>
                  </a:lnTo>
                  <a:cubicBezTo>
                    <a:pt x="86264" y="37027"/>
                    <a:pt x="99683" y="32558"/>
                    <a:pt x="103517" y="31281"/>
                  </a:cubicBezTo>
                  <a:cubicBezTo>
                    <a:pt x="115658" y="27451"/>
                    <a:pt x="122687" y="19152"/>
                    <a:pt x="122687" y="6384"/>
                  </a:cubicBezTo>
                  <a:close/>
                </a:path>
              </a:pathLst>
            </a:custGeom>
            <a:solidFill>
              <a:srgbClr val="012169"/>
            </a:solidFill>
            <a:ln w="6390" cap="flat">
              <a:noFill/>
              <a:prstDash val="solid"/>
              <a:miter/>
            </a:ln>
          </p:spPr>
          <p:txBody>
            <a:bodyPr rtlCol="0" anchor="ctr"/>
            <a:lstStyle/>
            <a:p>
              <a:endParaRPr lang="en-US"/>
            </a:p>
          </p:txBody>
        </p:sp>
        <p:sp>
          <p:nvSpPr>
            <p:cNvPr id="680" name="Graphic 4">
              <a:extLst>
                <a:ext uri="{FF2B5EF4-FFF2-40B4-BE49-F238E27FC236}">
                  <a16:creationId xmlns:a16="http://schemas.microsoft.com/office/drawing/2014/main" id="{1718AD16-20FA-8C41-AC7D-794F5A794D00}"/>
                </a:ext>
              </a:extLst>
            </p:cNvPr>
            <p:cNvSpPr/>
            <p:nvPr/>
          </p:nvSpPr>
          <p:spPr>
            <a:xfrm>
              <a:off x="1624961" y="2104961"/>
              <a:ext cx="12779" cy="79799"/>
            </a:xfrm>
            <a:custGeom>
              <a:avLst/>
              <a:gdLst>
                <a:gd name="connsiteX0" fmla="*/ 6390 w 12779"/>
                <a:gd name="connsiteY0" fmla="*/ 0 h 79799"/>
                <a:gd name="connsiteX1" fmla="*/ 0 w 12779"/>
                <a:gd name="connsiteY1" fmla="*/ 6384 h 79799"/>
                <a:gd name="connsiteX2" fmla="*/ 0 w 12779"/>
                <a:gd name="connsiteY2" fmla="*/ 73416 h 79799"/>
                <a:gd name="connsiteX3" fmla="*/ 6390 w 12779"/>
                <a:gd name="connsiteY3" fmla="*/ 79800 h 79799"/>
                <a:gd name="connsiteX4" fmla="*/ 12780 w 12779"/>
                <a:gd name="connsiteY4" fmla="*/ 73416 h 79799"/>
                <a:gd name="connsiteX5" fmla="*/ 12780 w 12779"/>
                <a:gd name="connsiteY5" fmla="*/ 6384 h 79799"/>
                <a:gd name="connsiteX6" fmla="*/ 6390 w 12779"/>
                <a:gd name="connsiteY6" fmla="*/ 0 h 79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9799">
                  <a:moveTo>
                    <a:pt x="6390" y="0"/>
                  </a:moveTo>
                  <a:cubicBezTo>
                    <a:pt x="2556" y="0"/>
                    <a:pt x="0" y="2554"/>
                    <a:pt x="0" y="6384"/>
                  </a:cubicBezTo>
                  <a:lnTo>
                    <a:pt x="0" y="73416"/>
                  </a:lnTo>
                  <a:cubicBezTo>
                    <a:pt x="0" y="77246"/>
                    <a:pt x="2556" y="79800"/>
                    <a:pt x="6390" y="79800"/>
                  </a:cubicBezTo>
                  <a:cubicBezTo>
                    <a:pt x="10224" y="79800"/>
                    <a:pt x="12780" y="77246"/>
                    <a:pt x="12780" y="73416"/>
                  </a:cubicBezTo>
                  <a:lnTo>
                    <a:pt x="12780" y="6384"/>
                  </a:lnTo>
                  <a:cubicBezTo>
                    <a:pt x="12780" y="3192"/>
                    <a:pt x="9585" y="0"/>
                    <a:pt x="6390" y="0"/>
                  </a:cubicBezTo>
                  <a:close/>
                </a:path>
              </a:pathLst>
            </a:custGeom>
            <a:solidFill>
              <a:srgbClr val="012169"/>
            </a:solidFill>
            <a:ln w="6390" cap="flat">
              <a:noFill/>
              <a:prstDash val="solid"/>
              <a:miter/>
            </a:ln>
          </p:spPr>
          <p:txBody>
            <a:bodyPr rtlCol="0" anchor="ctr"/>
            <a:lstStyle/>
            <a:p>
              <a:endParaRPr lang="en-US"/>
            </a:p>
          </p:txBody>
        </p:sp>
        <p:sp>
          <p:nvSpPr>
            <p:cNvPr id="681" name="Graphic 4">
              <a:extLst>
                <a:ext uri="{FF2B5EF4-FFF2-40B4-BE49-F238E27FC236}">
                  <a16:creationId xmlns:a16="http://schemas.microsoft.com/office/drawing/2014/main" id="{FA3A3406-8873-3449-B5EA-4D691EAFB6C7}"/>
                </a:ext>
              </a:extLst>
            </p:cNvPr>
            <p:cNvSpPr/>
            <p:nvPr/>
          </p:nvSpPr>
          <p:spPr>
            <a:xfrm>
              <a:off x="1759149" y="2071764"/>
              <a:ext cx="12779" cy="60647"/>
            </a:xfrm>
            <a:custGeom>
              <a:avLst/>
              <a:gdLst>
                <a:gd name="connsiteX0" fmla="*/ 6390 w 12779"/>
                <a:gd name="connsiteY0" fmla="*/ 0 h 60647"/>
                <a:gd name="connsiteX1" fmla="*/ 0 w 12779"/>
                <a:gd name="connsiteY1" fmla="*/ 6384 h 60647"/>
                <a:gd name="connsiteX2" fmla="*/ 0 w 12779"/>
                <a:gd name="connsiteY2" fmla="*/ 54264 h 60647"/>
                <a:gd name="connsiteX3" fmla="*/ 6390 w 12779"/>
                <a:gd name="connsiteY3" fmla="*/ 60648 h 60647"/>
                <a:gd name="connsiteX4" fmla="*/ 12780 w 12779"/>
                <a:gd name="connsiteY4" fmla="*/ 54264 h 60647"/>
                <a:gd name="connsiteX5" fmla="*/ 12780 w 12779"/>
                <a:gd name="connsiteY5" fmla="*/ 6384 h 60647"/>
                <a:gd name="connsiteX6" fmla="*/ 6390 w 12779"/>
                <a:gd name="connsiteY6" fmla="*/ 0 h 60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60647">
                  <a:moveTo>
                    <a:pt x="6390" y="0"/>
                  </a:moveTo>
                  <a:cubicBezTo>
                    <a:pt x="2556" y="0"/>
                    <a:pt x="0" y="2554"/>
                    <a:pt x="0" y="6384"/>
                  </a:cubicBezTo>
                  <a:lnTo>
                    <a:pt x="0" y="54264"/>
                  </a:lnTo>
                  <a:cubicBezTo>
                    <a:pt x="0" y="58094"/>
                    <a:pt x="2556" y="60648"/>
                    <a:pt x="6390" y="60648"/>
                  </a:cubicBezTo>
                  <a:cubicBezTo>
                    <a:pt x="10224" y="60648"/>
                    <a:pt x="12780" y="58094"/>
                    <a:pt x="12780" y="54264"/>
                  </a:cubicBezTo>
                  <a:lnTo>
                    <a:pt x="12780" y="6384"/>
                  </a:lnTo>
                  <a:cubicBezTo>
                    <a:pt x="12780" y="2554"/>
                    <a:pt x="9585" y="0"/>
                    <a:pt x="6390" y="0"/>
                  </a:cubicBezTo>
                  <a:close/>
                </a:path>
              </a:pathLst>
            </a:custGeom>
            <a:solidFill>
              <a:srgbClr val="012169"/>
            </a:solidFill>
            <a:ln w="6390" cap="flat">
              <a:noFill/>
              <a:prstDash val="solid"/>
              <a:miter/>
            </a:ln>
          </p:spPr>
          <p:txBody>
            <a:bodyPr rtlCol="0" anchor="ctr"/>
            <a:lstStyle/>
            <a:p>
              <a:endParaRPr lang="en-US"/>
            </a:p>
          </p:txBody>
        </p:sp>
        <p:sp>
          <p:nvSpPr>
            <p:cNvPr id="682" name="Graphic 4">
              <a:extLst>
                <a:ext uri="{FF2B5EF4-FFF2-40B4-BE49-F238E27FC236}">
                  <a16:creationId xmlns:a16="http://schemas.microsoft.com/office/drawing/2014/main" id="{AB3DFACA-F447-724E-90C0-3CBD49704C7C}"/>
                </a:ext>
              </a:extLst>
            </p:cNvPr>
            <p:cNvSpPr/>
            <p:nvPr/>
          </p:nvSpPr>
          <p:spPr>
            <a:xfrm>
              <a:off x="1720171" y="2009201"/>
              <a:ext cx="89459" cy="122572"/>
            </a:xfrm>
            <a:custGeom>
              <a:avLst/>
              <a:gdLst>
                <a:gd name="connsiteX0" fmla="*/ 54314 w 89459"/>
                <a:gd name="connsiteY0" fmla="*/ 0 h 122572"/>
                <a:gd name="connsiteX1" fmla="*/ 35145 w 89459"/>
                <a:gd name="connsiteY1" fmla="*/ 0 h 122572"/>
                <a:gd name="connsiteX2" fmla="*/ 0 w 89459"/>
                <a:gd name="connsiteY2" fmla="*/ 27451 h 122572"/>
                <a:gd name="connsiteX3" fmla="*/ 0 w 89459"/>
                <a:gd name="connsiteY3" fmla="*/ 54264 h 122572"/>
                <a:gd name="connsiteX4" fmla="*/ 19170 w 89459"/>
                <a:gd name="connsiteY4" fmla="*/ 74054 h 122572"/>
                <a:gd name="connsiteX5" fmla="*/ 19170 w 89459"/>
                <a:gd name="connsiteY5" fmla="*/ 116188 h 122572"/>
                <a:gd name="connsiteX6" fmla="*/ 25560 w 89459"/>
                <a:gd name="connsiteY6" fmla="*/ 122572 h 122572"/>
                <a:gd name="connsiteX7" fmla="*/ 31950 w 89459"/>
                <a:gd name="connsiteY7" fmla="*/ 116188 h 122572"/>
                <a:gd name="connsiteX8" fmla="*/ 31950 w 89459"/>
                <a:gd name="connsiteY8" fmla="*/ 35112 h 122572"/>
                <a:gd name="connsiteX9" fmla="*/ 25560 w 89459"/>
                <a:gd name="connsiteY9" fmla="*/ 28728 h 122572"/>
                <a:gd name="connsiteX10" fmla="*/ 19170 w 89459"/>
                <a:gd name="connsiteY10" fmla="*/ 35112 h 122572"/>
                <a:gd name="connsiteX11" fmla="*/ 19170 w 89459"/>
                <a:gd name="connsiteY11" fmla="*/ 61286 h 122572"/>
                <a:gd name="connsiteX12" fmla="*/ 12780 w 89459"/>
                <a:gd name="connsiteY12" fmla="*/ 54264 h 122572"/>
                <a:gd name="connsiteX13" fmla="*/ 12780 w 89459"/>
                <a:gd name="connsiteY13" fmla="*/ 27451 h 122572"/>
                <a:gd name="connsiteX14" fmla="*/ 35145 w 89459"/>
                <a:gd name="connsiteY14" fmla="*/ 12768 h 122572"/>
                <a:gd name="connsiteX15" fmla="*/ 54314 w 89459"/>
                <a:gd name="connsiteY15" fmla="*/ 12768 h 122572"/>
                <a:gd name="connsiteX16" fmla="*/ 76679 w 89459"/>
                <a:gd name="connsiteY16" fmla="*/ 25536 h 122572"/>
                <a:gd name="connsiteX17" fmla="*/ 76679 w 89459"/>
                <a:gd name="connsiteY17" fmla="*/ 54264 h 122572"/>
                <a:gd name="connsiteX18" fmla="*/ 70289 w 89459"/>
                <a:gd name="connsiteY18" fmla="*/ 61286 h 122572"/>
                <a:gd name="connsiteX19" fmla="*/ 70289 w 89459"/>
                <a:gd name="connsiteY19" fmla="*/ 35112 h 122572"/>
                <a:gd name="connsiteX20" fmla="*/ 63899 w 89459"/>
                <a:gd name="connsiteY20" fmla="*/ 28728 h 122572"/>
                <a:gd name="connsiteX21" fmla="*/ 57509 w 89459"/>
                <a:gd name="connsiteY21" fmla="*/ 35112 h 122572"/>
                <a:gd name="connsiteX22" fmla="*/ 57509 w 89459"/>
                <a:gd name="connsiteY22" fmla="*/ 116188 h 122572"/>
                <a:gd name="connsiteX23" fmla="*/ 63899 w 89459"/>
                <a:gd name="connsiteY23" fmla="*/ 122572 h 122572"/>
                <a:gd name="connsiteX24" fmla="*/ 70289 w 89459"/>
                <a:gd name="connsiteY24" fmla="*/ 116188 h 122572"/>
                <a:gd name="connsiteX25" fmla="*/ 70289 w 89459"/>
                <a:gd name="connsiteY25" fmla="*/ 74054 h 122572"/>
                <a:gd name="connsiteX26" fmla="*/ 89459 w 89459"/>
                <a:gd name="connsiteY26" fmla="*/ 54264 h 122572"/>
                <a:gd name="connsiteX27" fmla="*/ 89459 w 89459"/>
                <a:gd name="connsiteY27" fmla="*/ 25536 h 122572"/>
                <a:gd name="connsiteX28" fmla="*/ 54314 w 89459"/>
                <a:gd name="connsiteY28" fmla="*/ 0 h 12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9459" h="122572">
                  <a:moveTo>
                    <a:pt x="54314" y="0"/>
                  </a:moveTo>
                  <a:lnTo>
                    <a:pt x="35145" y="0"/>
                  </a:lnTo>
                  <a:cubicBezTo>
                    <a:pt x="10863" y="0"/>
                    <a:pt x="0" y="14045"/>
                    <a:pt x="0" y="27451"/>
                  </a:cubicBezTo>
                  <a:lnTo>
                    <a:pt x="0" y="54264"/>
                  </a:lnTo>
                  <a:cubicBezTo>
                    <a:pt x="0" y="64478"/>
                    <a:pt x="7668" y="72139"/>
                    <a:pt x="19170" y="74054"/>
                  </a:cubicBezTo>
                  <a:lnTo>
                    <a:pt x="19170" y="116188"/>
                  </a:lnTo>
                  <a:cubicBezTo>
                    <a:pt x="19170" y="120019"/>
                    <a:pt x="21726" y="122572"/>
                    <a:pt x="25560" y="122572"/>
                  </a:cubicBezTo>
                  <a:cubicBezTo>
                    <a:pt x="29394" y="122572"/>
                    <a:pt x="31950" y="120019"/>
                    <a:pt x="31950" y="116188"/>
                  </a:cubicBezTo>
                  <a:lnTo>
                    <a:pt x="31950" y="35112"/>
                  </a:lnTo>
                  <a:cubicBezTo>
                    <a:pt x="31950" y="31281"/>
                    <a:pt x="29394" y="28728"/>
                    <a:pt x="25560" y="28728"/>
                  </a:cubicBezTo>
                  <a:cubicBezTo>
                    <a:pt x="21726" y="28728"/>
                    <a:pt x="19170" y="31281"/>
                    <a:pt x="19170" y="35112"/>
                  </a:cubicBezTo>
                  <a:lnTo>
                    <a:pt x="19170" y="61286"/>
                  </a:lnTo>
                  <a:cubicBezTo>
                    <a:pt x="15975" y="60009"/>
                    <a:pt x="12780" y="58094"/>
                    <a:pt x="12780" y="54264"/>
                  </a:cubicBezTo>
                  <a:lnTo>
                    <a:pt x="12780" y="27451"/>
                  </a:lnTo>
                  <a:cubicBezTo>
                    <a:pt x="12780" y="18514"/>
                    <a:pt x="21726" y="12768"/>
                    <a:pt x="35145" y="12768"/>
                  </a:cubicBezTo>
                  <a:lnTo>
                    <a:pt x="54314" y="12768"/>
                  </a:lnTo>
                  <a:cubicBezTo>
                    <a:pt x="61343" y="12768"/>
                    <a:pt x="76679" y="14045"/>
                    <a:pt x="76679" y="25536"/>
                  </a:cubicBezTo>
                  <a:lnTo>
                    <a:pt x="76679" y="54264"/>
                  </a:lnTo>
                  <a:cubicBezTo>
                    <a:pt x="76679" y="58094"/>
                    <a:pt x="73484" y="60009"/>
                    <a:pt x="70289" y="61286"/>
                  </a:cubicBezTo>
                  <a:lnTo>
                    <a:pt x="70289" y="35112"/>
                  </a:lnTo>
                  <a:cubicBezTo>
                    <a:pt x="70289" y="31281"/>
                    <a:pt x="67733" y="28728"/>
                    <a:pt x="63899" y="28728"/>
                  </a:cubicBezTo>
                  <a:cubicBezTo>
                    <a:pt x="60065" y="28728"/>
                    <a:pt x="57509" y="31281"/>
                    <a:pt x="57509" y="35112"/>
                  </a:cubicBezTo>
                  <a:lnTo>
                    <a:pt x="57509" y="116188"/>
                  </a:lnTo>
                  <a:cubicBezTo>
                    <a:pt x="57509" y="120019"/>
                    <a:pt x="60065" y="122572"/>
                    <a:pt x="63899" y="122572"/>
                  </a:cubicBezTo>
                  <a:cubicBezTo>
                    <a:pt x="67733" y="122572"/>
                    <a:pt x="70289" y="120019"/>
                    <a:pt x="70289" y="116188"/>
                  </a:cubicBezTo>
                  <a:lnTo>
                    <a:pt x="70289" y="74054"/>
                  </a:lnTo>
                  <a:cubicBezTo>
                    <a:pt x="81791" y="72139"/>
                    <a:pt x="89459" y="63840"/>
                    <a:pt x="89459" y="54264"/>
                  </a:cubicBezTo>
                  <a:lnTo>
                    <a:pt x="89459" y="25536"/>
                  </a:lnTo>
                  <a:cubicBezTo>
                    <a:pt x="89459" y="13406"/>
                    <a:pt x="80513" y="0"/>
                    <a:pt x="54314" y="0"/>
                  </a:cubicBezTo>
                  <a:close/>
                </a:path>
              </a:pathLst>
            </a:custGeom>
            <a:solidFill>
              <a:srgbClr val="012169"/>
            </a:solidFill>
            <a:ln w="6390" cap="flat">
              <a:noFill/>
              <a:prstDash val="solid"/>
              <a:miter/>
            </a:ln>
          </p:spPr>
          <p:txBody>
            <a:bodyPr rtlCol="0" anchor="ctr"/>
            <a:lstStyle/>
            <a:p>
              <a:endParaRPr lang="en-US"/>
            </a:p>
          </p:txBody>
        </p:sp>
        <p:sp>
          <p:nvSpPr>
            <p:cNvPr id="683" name="Graphic 4">
              <a:extLst>
                <a:ext uri="{FF2B5EF4-FFF2-40B4-BE49-F238E27FC236}">
                  <a16:creationId xmlns:a16="http://schemas.microsoft.com/office/drawing/2014/main" id="{51D94CE8-2C8D-114B-A008-B55338AF37BE}"/>
                </a:ext>
              </a:extLst>
            </p:cNvPr>
            <p:cNvSpPr/>
            <p:nvPr/>
          </p:nvSpPr>
          <p:spPr>
            <a:xfrm>
              <a:off x="1667773" y="2171993"/>
              <a:ext cx="22364" cy="12767"/>
            </a:xfrm>
            <a:custGeom>
              <a:avLst/>
              <a:gdLst>
                <a:gd name="connsiteX0" fmla="*/ 15975 w 22364"/>
                <a:gd name="connsiteY0" fmla="*/ 0 h 12767"/>
                <a:gd name="connsiteX1" fmla="*/ 6390 w 22364"/>
                <a:gd name="connsiteY1" fmla="*/ 0 h 12767"/>
                <a:gd name="connsiteX2" fmla="*/ 0 w 22364"/>
                <a:gd name="connsiteY2" fmla="*/ 6384 h 12767"/>
                <a:gd name="connsiteX3" fmla="*/ 6390 w 22364"/>
                <a:gd name="connsiteY3" fmla="*/ 12768 h 12767"/>
                <a:gd name="connsiteX4" fmla="*/ 15975 w 22364"/>
                <a:gd name="connsiteY4" fmla="*/ 12768 h 12767"/>
                <a:gd name="connsiteX5" fmla="*/ 22365 w 22364"/>
                <a:gd name="connsiteY5" fmla="*/ 6384 h 12767"/>
                <a:gd name="connsiteX6" fmla="*/ 15975 w 2236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64" h="12767">
                  <a:moveTo>
                    <a:pt x="15975" y="0"/>
                  </a:moveTo>
                  <a:lnTo>
                    <a:pt x="6390" y="0"/>
                  </a:lnTo>
                  <a:cubicBezTo>
                    <a:pt x="2556" y="0"/>
                    <a:pt x="0" y="2554"/>
                    <a:pt x="0" y="6384"/>
                  </a:cubicBezTo>
                  <a:cubicBezTo>
                    <a:pt x="0" y="10214"/>
                    <a:pt x="2556" y="12768"/>
                    <a:pt x="6390" y="12768"/>
                  </a:cubicBezTo>
                  <a:lnTo>
                    <a:pt x="15975" y="12768"/>
                  </a:lnTo>
                  <a:cubicBezTo>
                    <a:pt x="19809" y="12768"/>
                    <a:pt x="22365" y="10214"/>
                    <a:pt x="22365" y="6384"/>
                  </a:cubicBezTo>
                  <a:cubicBezTo>
                    <a:pt x="22365" y="2554"/>
                    <a:pt x="19809" y="0"/>
                    <a:pt x="15975" y="0"/>
                  </a:cubicBezTo>
                  <a:close/>
                </a:path>
              </a:pathLst>
            </a:custGeom>
            <a:solidFill>
              <a:srgbClr val="012169"/>
            </a:solidFill>
            <a:ln w="6390" cap="flat">
              <a:noFill/>
              <a:prstDash val="solid"/>
              <a:miter/>
            </a:ln>
          </p:spPr>
          <p:txBody>
            <a:bodyPr rtlCol="0" anchor="ctr"/>
            <a:lstStyle/>
            <a:p>
              <a:endParaRPr lang="en-US"/>
            </a:p>
          </p:txBody>
        </p:sp>
        <p:sp>
          <p:nvSpPr>
            <p:cNvPr id="684" name="Graphic 4">
              <a:extLst>
                <a:ext uri="{FF2B5EF4-FFF2-40B4-BE49-F238E27FC236}">
                  <a16:creationId xmlns:a16="http://schemas.microsoft.com/office/drawing/2014/main" id="{9D875323-2DC7-5748-8052-E816181AB053}"/>
                </a:ext>
              </a:extLst>
            </p:cNvPr>
            <p:cNvSpPr/>
            <p:nvPr/>
          </p:nvSpPr>
          <p:spPr>
            <a:xfrm>
              <a:off x="1692055" y="2152841"/>
              <a:ext cx="22364" cy="12767"/>
            </a:xfrm>
            <a:custGeom>
              <a:avLst/>
              <a:gdLst>
                <a:gd name="connsiteX0" fmla="*/ 15975 w 22364"/>
                <a:gd name="connsiteY0" fmla="*/ 0 h 12767"/>
                <a:gd name="connsiteX1" fmla="*/ 6390 w 22364"/>
                <a:gd name="connsiteY1" fmla="*/ 0 h 12767"/>
                <a:gd name="connsiteX2" fmla="*/ 0 w 22364"/>
                <a:gd name="connsiteY2" fmla="*/ 6384 h 12767"/>
                <a:gd name="connsiteX3" fmla="*/ 6390 w 22364"/>
                <a:gd name="connsiteY3" fmla="*/ 12768 h 12767"/>
                <a:gd name="connsiteX4" fmla="*/ 15975 w 22364"/>
                <a:gd name="connsiteY4" fmla="*/ 12768 h 12767"/>
                <a:gd name="connsiteX5" fmla="*/ 22365 w 22364"/>
                <a:gd name="connsiteY5" fmla="*/ 6384 h 12767"/>
                <a:gd name="connsiteX6" fmla="*/ 15975 w 2236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64" h="12767">
                  <a:moveTo>
                    <a:pt x="15975" y="0"/>
                  </a:moveTo>
                  <a:lnTo>
                    <a:pt x="6390" y="0"/>
                  </a:lnTo>
                  <a:cubicBezTo>
                    <a:pt x="2556" y="0"/>
                    <a:pt x="0" y="2554"/>
                    <a:pt x="0" y="6384"/>
                  </a:cubicBezTo>
                  <a:cubicBezTo>
                    <a:pt x="0" y="10214"/>
                    <a:pt x="2556" y="12768"/>
                    <a:pt x="6390" y="12768"/>
                  </a:cubicBezTo>
                  <a:lnTo>
                    <a:pt x="15975" y="12768"/>
                  </a:lnTo>
                  <a:cubicBezTo>
                    <a:pt x="19809" y="12768"/>
                    <a:pt x="22365" y="10214"/>
                    <a:pt x="22365" y="6384"/>
                  </a:cubicBezTo>
                  <a:cubicBezTo>
                    <a:pt x="22365" y="2554"/>
                    <a:pt x="19170" y="0"/>
                    <a:pt x="15975" y="0"/>
                  </a:cubicBezTo>
                  <a:close/>
                </a:path>
              </a:pathLst>
            </a:custGeom>
            <a:solidFill>
              <a:srgbClr val="012169"/>
            </a:solidFill>
            <a:ln w="6390" cap="flat">
              <a:noFill/>
              <a:prstDash val="solid"/>
              <a:miter/>
            </a:ln>
          </p:spPr>
          <p:txBody>
            <a:bodyPr rtlCol="0" anchor="ctr"/>
            <a:lstStyle/>
            <a:p>
              <a:endParaRPr lang="en-US"/>
            </a:p>
          </p:txBody>
        </p:sp>
        <p:sp>
          <p:nvSpPr>
            <p:cNvPr id="685" name="Graphic 4">
              <a:extLst>
                <a:ext uri="{FF2B5EF4-FFF2-40B4-BE49-F238E27FC236}">
                  <a16:creationId xmlns:a16="http://schemas.microsoft.com/office/drawing/2014/main" id="{71A74D74-7321-A44C-9D21-3DB42D4E5ED9}"/>
                </a:ext>
              </a:extLst>
            </p:cNvPr>
            <p:cNvSpPr/>
            <p:nvPr/>
          </p:nvSpPr>
          <p:spPr>
            <a:xfrm>
              <a:off x="1715698" y="2133689"/>
              <a:ext cx="22364" cy="12767"/>
            </a:xfrm>
            <a:custGeom>
              <a:avLst/>
              <a:gdLst>
                <a:gd name="connsiteX0" fmla="*/ 15975 w 22364"/>
                <a:gd name="connsiteY0" fmla="*/ 0 h 12767"/>
                <a:gd name="connsiteX1" fmla="*/ 6390 w 22364"/>
                <a:gd name="connsiteY1" fmla="*/ 0 h 12767"/>
                <a:gd name="connsiteX2" fmla="*/ 0 w 22364"/>
                <a:gd name="connsiteY2" fmla="*/ 6384 h 12767"/>
                <a:gd name="connsiteX3" fmla="*/ 6390 w 22364"/>
                <a:gd name="connsiteY3" fmla="*/ 12768 h 12767"/>
                <a:gd name="connsiteX4" fmla="*/ 15975 w 22364"/>
                <a:gd name="connsiteY4" fmla="*/ 12768 h 12767"/>
                <a:gd name="connsiteX5" fmla="*/ 22365 w 22364"/>
                <a:gd name="connsiteY5" fmla="*/ 6384 h 12767"/>
                <a:gd name="connsiteX6" fmla="*/ 15975 w 2236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64" h="12767">
                  <a:moveTo>
                    <a:pt x="15975" y="0"/>
                  </a:moveTo>
                  <a:lnTo>
                    <a:pt x="6390" y="0"/>
                  </a:lnTo>
                  <a:cubicBezTo>
                    <a:pt x="2556" y="0"/>
                    <a:pt x="0" y="2554"/>
                    <a:pt x="0" y="6384"/>
                  </a:cubicBezTo>
                  <a:cubicBezTo>
                    <a:pt x="0" y="10214"/>
                    <a:pt x="2556" y="12768"/>
                    <a:pt x="6390" y="12768"/>
                  </a:cubicBezTo>
                  <a:lnTo>
                    <a:pt x="15975" y="12768"/>
                  </a:lnTo>
                  <a:cubicBezTo>
                    <a:pt x="19809" y="12768"/>
                    <a:pt x="22365" y="10214"/>
                    <a:pt x="22365" y="6384"/>
                  </a:cubicBezTo>
                  <a:cubicBezTo>
                    <a:pt x="22365" y="2554"/>
                    <a:pt x="19809" y="0"/>
                    <a:pt x="15975" y="0"/>
                  </a:cubicBezTo>
                  <a:close/>
                </a:path>
              </a:pathLst>
            </a:custGeom>
            <a:solidFill>
              <a:srgbClr val="012169"/>
            </a:solidFill>
            <a:ln w="6390" cap="flat">
              <a:noFill/>
              <a:prstDash val="solid"/>
              <a:miter/>
            </a:ln>
          </p:spPr>
          <p:txBody>
            <a:bodyPr rtlCol="0" anchor="ctr"/>
            <a:lstStyle/>
            <a:p>
              <a:endParaRPr lang="en-US"/>
            </a:p>
          </p:txBody>
        </p:sp>
        <p:sp>
          <p:nvSpPr>
            <p:cNvPr id="686" name="Graphic 4">
              <a:extLst>
                <a:ext uri="{FF2B5EF4-FFF2-40B4-BE49-F238E27FC236}">
                  <a16:creationId xmlns:a16="http://schemas.microsoft.com/office/drawing/2014/main" id="{B5BDFAA7-3C92-C24B-905E-8B67D0835CD7}"/>
                </a:ext>
              </a:extLst>
            </p:cNvPr>
            <p:cNvSpPr/>
            <p:nvPr/>
          </p:nvSpPr>
          <p:spPr>
            <a:xfrm>
              <a:off x="1609625" y="1967067"/>
              <a:ext cx="52397" cy="52348"/>
            </a:xfrm>
            <a:custGeom>
              <a:avLst/>
              <a:gdLst>
                <a:gd name="connsiteX0" fmla="*/ 26199 w 52397"/>
                <a:gd name="connsiteY0" fmla="*/ 52349 h 52348"/>
                <a:gd name="connsiteX1" fmla="*/ 52398 w 52397"/>
                <a:gd name="connsiteY1" fmla="*/ 26174 h 52348"/>
                <a:gd name="connsiteX2" fmla="*/ 26199 w 52397"/>
                <a:gd name="connsiteY2" fmla="*/ 0 h 52348"/>
                <a:gd name="connsiteX3" fmla="*/ 0 w 52397"/>
                <a:gd name="connsiteY3" fmla="*/ 26174 h 52348"/>
                <a:gd name="connsiteX4" fmla="*/ 26199 w 52397"/>
                <a:gd name="connsiteY4" fmla="*/ 52349 h 52348"/>
                <a:gd name="connsiteX5" fmla="*/ 26199 w 52397"/>
                <a:gd name="connsiteY5" fmla="*/ 12130 h 52348"/>
                <a:gd name="connsiteX6" fmla="*/ 39618 w 52397"/>
                <a:gd name="connsiteY6" fmla="*/ 25536 h 52348"/>
                <a:gd name="connsiteX7" fmla="*/ 26199 w 52397"/>
                <a:gd name="connsiteY7" fmla="*/ 38942 h 52348"/>
                <a:gd name="connsiteX8" fmla="*/ 12780 w 52397"/>
                <a:gd name="connsiteY8" fmla="*/ 25536 h 52348"/>
                <a:gd name="connsiteX9" fmla="*/ 26199 w 52397"/>
                <a:gd name="connsiteY9" fmla="*/ 12130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397" h="52348">
                  <a:moveTo>
                    <a:pt x="26199" y="52349"/>
                  </a:moveTo>
                  <a:cubicBezTo>
                    <a:pt x="40896" y="52349"/>
                    <a:pt x="52398" y="40219"/>
                    <a:pt x="52398" y="26174"/>
                  </a:cubicBezTo>
                  <a:cubicBezTo>
                    <a:pt x="52398" y="12130"/>
                    <a:pt x="40257" y="0"/>
                    <a:pt x="26199" y="0"/>
                  </a:cubicBezTo>
                  <a:cubicBezTo>
                    <a:pt x="11502" y="0"/>
                    <a:pt x="0" y="12130"/>
                    <a:pt x="0" y="26174"/>
                  </a:cubicBezTo>
                  <a:cubicBezTo>
                    <a:pt x="0" y="40219"/>
                    <a:pt x="11502" y="52349"/>
                    <a:pt x="26199" y="52349"/>
                  </a:cubicBezTo>
                  <a:close/>
                  <a:moveTo>
                    <a:pt x="26199" y="12130"/>
                  </a:moveTo>
                  <a:cubicBezTo>
                    <a:pt x="33867" y="12130"/>
                    <a:pt x="39618" y="18514"/>
                    <a:pt x="39618" y="25536"/>
                  </a:cubicBezTo>
                  <a:cubicBezTo>
                    <a:pt x="39618" y="32558"/>
                    <a:pt x="33228" y="38942"/>
                    <a:pt x="26199" y="38942"/>
                  </a:cubicBezTo>
                  <a:cubicBezTo>
                    <a:pt x="18531" y="38942"/>
                    <a:pt x="12780" y="32558"/>
                    <a:pt x="12780" y="25536"/>
                  </a:cubicBezTo>
                  <a:cubicBezTo>
                    <a:pt x="12780" y="18514"/>
                    <a:pt x="18531" y="12130"/>
                    <a:pt x="26199" y="12130"/>
                  </a:cubicBezTo>
                  <a:close/>
                </a:path>
              </a:pathLst>
            </a:custGeom>
            <a:solidFill>
              <a:srgbClr val="012169"/>
            </a:solidFill>
            <a:ln w="6390" cap="flat">
              <a:noFill/>
              <a:prstDash val="solid"/>
              <a:miter/>
            </a:ln>
          </p:spPr>
          <p:txBody>
            <a:bodyPr rtlCol="0" anchor="ctr"/>
            <a:lstStyle/>
            <a:p>
              <a:endParaRPr lang="en-US"/>
            </a:p>
          </p:txBody>
        </p:sp>
        <p:sp>
          <p:nvSpPr>
            <p:cNvPr id="687" name="Graphic 4">
              <a:extLst>
                <a:ext uri="{FF2B5EF4-FFF2-40B4-BE49-F238E27FC236}">
                  <a16:creationId xmlns:a16="http://schemas.microsoft.com/office/drawing/2014/main" id="{33726D4D-FEC2-2541-84A7-BD758EB75649}"/>
                </a:ext>
              </a:extLst>
            </p:cNvPr>
            <p:cNvSpPr/>
            <p:nvPr/>
          </p:nvSpPr>
          <p:spPr>
            <a:xfrm>
              <a:off x="1743813" y="1962598"/>
              <a:ext cx="42173" cy="42134"/>
            </a:xfrm>
            <a:custGeom>
              <a:avLst/>
              <a:gdLst>
                <a:gd name="connsiteX0" fmla="*/ 21087 w 42173"/>
                <a:gd name="connsiteY0" fmla="*/ 42134 h 42134"/>
                <a:gd name="connsiteX1" fmla="*/ 42174 w 42173"/>
                <a:gd name="connsiteY1" fmla="*/ 21067 h 42134"/>
                <a:gd name="connsiteX2" fmla="*/ 21087 w 42173"/>
                <a:gd name="connsiteY2" fmla="*/ 0 h 42134"/>
                <a:gd name="connsiteX3" fmla="*/ 0 w 42173"/>
                <a:gd name="connsiteY3" fmla="*/ 21067 h 42134"/>
                <a:gd name="connsiteX4" fmla="*/ 21087 w 42173"/>
                <a:gd name="connsiteY4" fmla="*/ 42134 h 42134"/>
                <a:gd name="connsiteX5" fmla="*/ 21087 w 42173"/>
                <a:gd name="connsiteY5" fmla="*/ 13406 h 42134"/>
                <a:gd name="connsiteX6" fmla="*/ 29394 w 42173"/>
                <a:gd name="connsiteY6" fmla="*/ 21706 h 42134"/>
                <a:gd name="connsiteX7" fmla="*/ 21087 w 42173"/>
                <a:gd name="connsiteY7" fmla="*/ 30005 h 42134"/>
                <a:gd name="connsiteX8" fmla="*/ 12780 w 42173"/>
                <a:gd name="connsiteY8" fmla="*/ 21706 h 42134"/>
                <a:gd name="connsiteX9" fmla="*/ 21087 w 42173"/>
                <a:gd name="connsiteY9" fmla="*/ 13406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173" h="42134">
                  <a:moveTo>
                    <a:pt x="21087" y="42134"/>
                  </a:moveTo>
                  <a:cubicBezTo>
                    <a:pt x="32589" y="42134"/>
                    <a:pt x="42174" y="32558"/>
                    <a:pt x="42174" y="21067"/>
                  </a:cubicBezTo>
                  <a:cubicBezTo>
                    <a:pt x="42174" y="9576"/>
                    <a:pt x="32589" y="0"/>
                    <a:pt x="21087" y="0"/>
                  </a:cubicBezTo>
                  <a:cubicBezTo>
                    <a:pt x="9585" y="0"/>
                    <a:pt x="0" y="9576"/>
                    <a:pt x="0" y="21067"/>
                  </a:cubicBezTo>
                  <a:cubicBezTo>
                    <a:pt x="0" y="32558"/>
                    <a:pt x="9585" y="42134"/>
                    <a:pt x="21087" y="42134"/>
                  </a:cubicBezTo>
                  <a:close/>
                  <a:moveTo>
                    <a:pt x="21087" y="13406"/>
                  </a:moveTo>
                  <a:cubicBezTo>
                    <a:pt x="25560" y="13406"/>
                    <a:pt x="29394" y="17237"/>
                    <a:pt x="29394" y="21706"/>
                  </a:cubicBezTo>
                  <a:cubicBezTo>
                    <a:pt x="29394" y="26174"/>
                    <a:pt x="25560" y="30005"/>
                    <a:pt x="21087" y="30005"/>
                  </a:cubicBezTo>
                  <a:cubicBezTo>
                    <a:pt x="16614" y="30005"/>
                    <a:pt x="12780" y="26174"/>
                    <a:pt x="12780" y="21706"/>
                  </a:cubicBezTo>
                  <a:cubicBezTo>
                    <a:pt x="12780" y="17237"/>
                    <a:pt x="16614" y="13406"/>
                    <a:pt x="21087" y="13406"/>
                  </a:cubicBezTo>
                  <a:close/>
                </a:path>
              </a:pathLst>
            </a:custGeom>
            <a:solidFill>
              <a:srgbClr val="012169"/>
            </a:solidFill>
            <a:ln w="6390" cap="flat">
              <a:noFill/>
              <a:prstDash val="solid"/>
              <a:miter/>
            </a:ln>
          </p:spPr>
          <p:txBody>
            <a:bodyPr rtlCol="0" anchor="ctr"/>
            <a:lstStyle/>
            <a:p>
              <a:endParaRPr lang="en-US"/>
            </a:p>
          </p:txBody>
        </p:sp>
      </p:grpSp>
      <p:grpSp>
        <p:nvGrpSpPr>
          <p:cNvPr id="688" name="Graphic 4">
            <a:extLst>
              <a:ext uri="{FF2B5EF4-FFF2-40B4-BE49-F238E27FC236}">
                <a16:creationId xmlns:a16="http://schemas.microsoft.com/office/drawing/2014/main" id="{1CC1C82B-0BE3-2048-8F8C-631BB824EBD8}"/>
              </a:ext>
            </a:extLst>
          </p:cNvPr>
          <p:cNvGrpSpPr/>
          <p:nvPr/>
        </p:nvGrpSpPr>
        <p:grpSpPr>
          <a:xfrm>
            <a:off x="1515054" y="2371173"/>
            <a:ext cx="361670" cy="361333"/>
            <a:chOff x="1515054" y="2371173"/>
            <a:chExt cx="361670" cy="361333"/>
          </a:xfrm>
          <a:solidFill>
            <a:srgbClr val="012169"/>
          </a:solidFill>
        </p:grpSpPr>
        <p:sp>
          <p:nvSpPr>
            <p:cNvPr id="689" name="Graphic 4">
              <a:extLst>
                <a:ext uri="{FF2B5EF4-FFF2-40B4-BE49-F238E27FC236}">
                  <a16:creationId xmlns:a16="http://schemas.microsoft.com/office/drawing/2014/main" id="{B7A7D9E3-B743-3448-8ECD-9BA659B0900D}"/>
                </a:ext>
              </a:extLst>
            </p:cNvPr>
            <p:cNvSpPr/>
            <p:nvPr/>
          </p:nvSpPr>
          <p:spPr>
            <a:xfrm>
              <a:off x="151505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690" name="Graphic 4">
              <a:extLst>
                <a:ext uri="{FF2B5EF4-FFF2-40B4-BE49-F238E27FC236}">
                  <a16:creationId xmlns:a16="http://schemas.microsoft.com/office/drawing/2014/main" id="{B5808177-161D-2B43-BF98-CDDC9854E185}"/>
                </a:ext>
              </a:extLst>
            </p:cNvPr>
            <p:cNvSpPr/>
            <p:nvPr/>
          </p:nvSpPr>
          <p:spPr>
            <a:xfrm>
              <a:off x="1592372" y="2442674"/>
              <a:ext cx="205755" cy="219232"/>
            </a:xfrm>
            <a:custGeom>
              <a:avLst/>
              <a:gdLst>
                <a:gd name="connsiteX0" fmla="*/ 199366 w 205755"/>
                <a:gd name="connsiteY0" fmla="*/ 86822 h 219232"/>
                <a:gd name="connsiteX1" fmla="*/ 157192 w 205755"/>
                <a:gd name="connsiteY1" fmla="*/ 86822 h 219232"/>
                <a:gd name="connsiteX2" fmla="*/ 157192 w 205755"/>
                <a:gd name="connsiteY2" fmla="*/ 85545 h 219232"/>
                <a:gd name="connsiteX3" fmla="*/ 157192 w 205755"/>
                <a:gd name="connsiteY3" fmla="*/ 68947 h 219232"/>
                <a:gd name="connsiteX4" fmla="*/ 182752 w 205755"/>
                <a:gd name="connsiteY4" fmla="*/ 68947 h 219232"/>
                <a:gd name="connsiteX5" fmla="*/ 189142 w 205755"/>
                <a:gd name="connsiteY5" fmla="*/ 62563 h 219232"/>
                <a:gd name="connsiteX6" fmla="*/ 189142 w 205755"/>
                <a:gd name="connsiteY6" fmla="*/ 6384 h 219232"/>
                <a:gd name="connsiteX7" fmla="*/ 182752 w 205755"/>
                <a:gd name="connsiteY7" fmla="*/ 0 h 219232"/>
                <a:gd name="connsiteX8" fmla="*/ 88181 w 205755"/>
                <a:gd name="connsiteY8" fmla="*/ 0 h 219232"/>
                <a:gd name="connsiteX9" fmla="*/ 81791 w 205755"/>
                <a:gd name="connsiteY9" fmla="*/ 6384 h 219232"/>
                <a:gd name="connsiteX10" fmla="*/ 81791 w 205755"/>
                <a:gd name="connsiteY10" fmla="*/ 63201 h 219232"/>
                <a:gd name="connsiteX11" fmla="*/ 88181 w 205755"/>
                <a:gd name="connsiteY11" fmla="*/ 69585 h 219232"/>
                <a:gd name="connsiteX12" fmla="*/ 113741 w 205755"/>
                <a:gd name="connsiteY12" fmla="*/ 69585 h 219232"/>
                <a:gd name="connsiteX13" fmla="*/ 113741 w 205755"/>
                <a:gd name="connsiteY13" fmla="*/ 86184 h 219232"/>
                <a:gd name="connsiteX14" fmla="*/ 113741 w 205755"/>
                <a:gd name="connsiteY14" fmla="*/ 86822 h 219232"/>
                <a:gd name="connsiteX15" fmla="*/ 46008 w 205755"/>
                <a:gd name="connsiteY15" fmla="*/ 86822 h 219232"/>
                <a:gd name="connsiteX16" fmla="*/ 37701 w 205755"/>
                <a:gd name="connsiteY16" fmla="*/ 59371 h 219232"/>
                <a:gd name="connsiteX17" fmla="*/ 29394 w 205755"/>
                <a:gd name="connsiteY17" fmla="*/ 54902 h 219232"/>
                <a:gd name="connsiteX18" fmla="*/ 24921 w 205755"/>
                <a:gd name="connsiteY18" fmla="*/ 63201 h 219232"/>
                <a:gd name="connsiteX19" fmla="*/ 31950 w 205755"/>
                <a:gd name="connsiteY19" fmla="*/ 86822 h 219232"/>
                <a:gd name="connsiteX20" fmla="*/ 6390 w 205755"/>
                <a:gd name="connsiteY20" fmla="*/ 86822 h 219232"/>
                <a:gd name="connsiteX21" fmla="*/ 6390 w 205755"/>
                <a:gd name="connsiteY21" fmla="*/ 86822 h 219232"/>
                <a:gd name="connsiteX22" fmla="*/ 1917 w 205755"/>
                <a:gd name="connsiteY22" fmla="*/ 88737 h 219232"/>
                <a:gd name="connsiteX23" fmla="*/ 0 w 205755"/>
                <a:gd name="connsiteY23" fmla="*/ 93206 h 219232"/>
                <a:gd name="connsiteX24" fmla="*/ 0 w 205755"/>
                <a:gd name="connsiteY24" fmla="*/ 195988 h 219232"/>
                <a:gd name="connsiteX25" fmla="*/ 6390 w 205755"/>
                <a:gd name="connsiteY25" fmla="*/ 202372 h 219232"/>
                <a:gd name="connsiteX26" fmla="*/ 12780 w 205755"/>
                <a:gd name="connsiteY26" fmla="*/ 195988 h 219232"/>
                <a:gd name="connsiteX27" fmla="*/ 12780 w 205755"/>
                <a:gd name="connsiteY27" fmla="*/ 99590 h 219232"/>
                <a:gd name="connsiteX28" fmla="*/ 35784 w 205755"/>
                <a:gd name="connsiteY28" fmla="*/ 99590 h 219232"/>
                <a:gd name="connsiteX29" fmla="*/ 56871 w 205755"/>
                <a:gd name="connsiteY29" fmla="*/ 167260 h 219232"/>
                <a:gd name="connsiteX30" fmla="*/ 63260 w 205755"/>
                <a:gd name="connsiteY30" fmla="*/ 171729 h 219232"/>
                <a:gd name="connsiteX31" fmla="*/ 88181 w 205755"/>
                <a:gd name="connsiteY31" fmla="*/ 171729 h 219232"/>
                <a:gd name="connsiteX32" fmla="*/ 88181 w 205755"/>
                <a:gd name="connsiteY32" fmla="*/ 190881 h 219232"/>
                <a:gd name="connsiteX33" fmla="*/ 70928 w 205755"/>
                <a:gd name="connsiteY33" fmla="*/ 190881 h 219232"/>
                <a:gd name="connsiteX34" fmla="*/ 65177 w 205755"/>
                <a:gd name="connsiteY34" fmla="*/ 194073 h 219232"/>
                <a:gd name="connsiteX35" fmla="*/ 56231 w 205755"/>
                <a:gd name="connsiteY35" fmla="*/ 209395 h 219232"/>
                <a:gd name="connsiteX36" fmla="*/ 58787 w 205755"/>
                <a:gd name="connsiteY36" fmla="*/ 218332 h 219232"/>
                <a:gd name="connsiteX37" fmla="*/ 67733 w 205755"/>
                <a:gd name="connsiteY37" fmla="*/ 215779 h 219232"/>
                <a:gd name="connsiteX38" fmla="*/ 74762 w 205755"/>
                <a:gd name="connsiteY38" fmla="*/ 203649 h 219232"/>
                <a:gd name="connsiteX39" fmla="*/ 88181 w 205755"/>
                <a:gd name="connsiteY39" fmla="*/ 203649 h 219232"/>
                <a:gd name="connsiteX40" fmla="*/ 88181 w 205755"/>
                <a:gd name="connsiteY40" fmla="*/ 212587 h 219232"/>
                <a:gd name="connsiteX41" fmla="*/ 94571 w 205755"/>
                <a:gd name="connsiteY41" fmla="*/ 218971 h 219232"/>
                <a:gd name="connsiteX42" fmla="*/ 100961 w 205755"/>
                <a:gd name="connsiteY42" fmla="*/ 212587 h 219232"/>
                <a:gd name="connsiteX43" fmla="*/ 100961 w 205755"/>
                <a:gd name="connsiteY43" fmla="*/ 203649 h 219232"/>
                <a:gd name="connsiteX44" fmla="*/ 115019 w 205755"/>
                <a:gd name="connsiteY44" fmla="*/ 203649 h 219232"/>
                <a:gd name="connsiteX45" fmla="*/ 121409 w 205755"/>
                <a:gd name="connsiteY45" fmla="*/ 215779 h 219232"/>
                <a:gd name="connsiteX46" fmla="*/ 127160 w 205755"/>
                <a:gd name="connsiteY46" fmla="*/ 218971 h 219232"/>
                <a:gd name="connsiteX47" fmla="*/ 130355 w 205755"/>
                <a:gd name="connsiteY47" fmla="*/ 218332 h 219232"/>
                <a:gd name="connsiteX48" fmla="*/ 132911 w 205755"/>
                <a:gd name="connsiteY48" fmla="*/ 210033 h 219232"/>
                <a:gd name="connsiteX49" fmla="*/ 125243 w 205755"/>
                <a:gd name="connsiteY49" fmla="*/ 194711 h 219232"/>
                <a:gd name="connsiteX50" fmla="*/ 119492 w 205755"/>
                <a:gd name="connsiteY50" fmla="*/ 191519 h 219232"/>
                <a:gd name="connsiteX51" fmla="*/ 101600 w 205755"/>
                <a:gd name="connsiteY51" fmla="*/ 191519 h 219232"/>
                <a:gd name="connsiteX52" fmla="*/ 101600 w 205755"/>
                <a:gd name="connsiteY52" fmla="*/ 172368 h 219232"/>
                <a:gd name="connsiteX53" fmla="*/ 127160 w 205755"/>
                <a:gd name="connsiteY53" fmla="*/ 172368 h 219232"/>
                <a:gd name="connsiteX54" fmla="*/ 133550 w 205755"/>
                <a:gd name="connsiteY54" fmla="*/ 165984 h 219232"/>
                <a:gd name="connsiteX55" fmla="*/ 127160 w 205755"/>
                <a:gd name="connsiteY55" fmla="*/ 159600 h 219232"/>
                <a:gd name="connsiteX56" fmla="*/ 105434 w 205755"/>
                <a:gd name="connsiteY56" fmla="*/ 159600 h 219232"/>
                <a:gd name="connsiteX57" fmla="*/ 116936 w 205755"/>
                <a:gd name="connsiteY57" fmla="*/ 126403 h 219232"/>
                <a:gd name="connsiteX58" fmla="*/ 116297 w 205755"/>
                <a:gd name="connsiteY58" fmla="*/ 120657 h 219232"/>
                <a:gd name="connsiteX59" fmla="*/ 111185 w 205755"/>
                <a:gd name="connsiteY59" fmla="*/ 118104 h 219232"/>
                <a:gd name="connsiteX60" fmla="*/ 57510 w 205755"/>
                <a:gd name="connsiteY60" fmla="*/ 118104 h 219232"/>
                <a:gd name="connsiteX61" fmla="*/ 56231 w 205755"/>
                <a:gd name="connsiteY61" fmla="*/ 118104 h 219232"/>
                <a:gd name="connsiteX62" fmla="*/ 50481 w 205755"/>
                <a:gd name="connsiteY62" fmla="*/ 100229 h 219232"/>
                <a:gd name="connsiteX63" fmla="*/ 192976 w 205755"/>
                <a:gd name="connsiteY63" fmla="*/ 100229 h 219232"/>
                <a:gd name="connsiteX64" fmla="*/ 192976 w 205755"/>
                <a:gd name="connsiteY64" fmla="*/ 196627 h 219232"/>
                <a:gd name="connsiteX65" fmla="*/ 199366 w 205755"/>
                <a:gd name="connsiteY65" fmla="*/ 203011 h 219232"/>
                <a:gd name="connsiteX66" fmla="*/ 205756 w 205755"/>
                <a:gd name="connsiteY66" fmla="*/ 196627 h 219232"/>
                <a:gd name="connsiteX67" fmla="*/ 205756 w 205755"/>
                <a:gd name="connsiteY67" fmla="*/ 93845 h 219232"/>
                <a:gd name="connsiteX68" fmla="*/ 199366 w 205755"/>
                <a:gd name="connsiteY68" fmla="*/ 86822 h 219232"/>
                <a:gd name="connsiteX69" fmla="*/ 94571 w 205755"/>
                <a:gd name="connsiteY69" fmla="*/ 12768 h 219232"/>
                <a:gd name="connsiteX70" fmla="*/ 177001 w 205755"/>
                <a:gd name="connsiteY70" fmla="*/ 12768 h 219232"/>
                <a:gd name="connsiteX71" fmla="*/ 177001 w 205755"/>
                <a:gd name="connsiteY71" fmla="*/ 56817 h 219232"/>
                <a:gd name="connsiteX72" fmla="*/ 94571 w 205755"/>
                <a:gd name="connsiteY72" fmla="*/ 56817 h 219232"/>
                <a:gd name="connsiteX73" fmla="*/ 94571 w 205755"/>
                <a:gd name="connsiteY73" fmla="*/ 12768 h 219232"/>
                <a:gd name="connsiteX74" fmla="*/ 126521 w 205755"/>
                <a:gd name="connsiteY74" fmla="*/ 79161 h 219232"/>
                <a:gd name="connsiteX75" fmla="*/ 126521 w 205755"/>
                <a:gd name="connsiteY75" fmla="*/ 70224 h 219232"/>
                <a:gd name="connsiteX76" fmla="*/ 144413 w 205755"/>
                <a:gd name="connsiteY76" fmla="*/ 70224 h 219232"/>
                <a:gd name="connsiteX77" fmla="*/ 144413 w 205755"/>
                <a:gd name="connsiteY77" fmla="*/ 79161 h 219232"/>
                <a:gd name="connsiteX78" fmla="*/ 126521 w 205755"/>
                <a:gd name="connsiteY78" fmla="*/ 79161 h 219232"/>
                <a:gd name="connsiteX79" fmla="*/ 102239 w 205755"/>
                <a:gd name="connsiteY79" fmla="*/ 129595 h 219232"/>
                <a:gd name="connsiteX80" fmla="*/ 92015 w 205755"/>
                <a:gd name="connsiteY80" fmla="*/ 158961 h 219232"/>
                <a:gd name="connsiteX81" fmla="*/ 69011 w 205755"/>
                <a:gd name="connsiteY81" fmla="*/ 158961 h 219232"/>
                <a:gd name="connsiteX82" fmla="*/ 60065 w 205755"/>
                <a:gd name="connsiteY82" fmla="*/ 129595 h 219232"/>
                <a:gd name="connsiteX83" fmla="*/ 102239 w 205755"/>
                <a:gd name="connsiteY83" fmla="*/ 129595 h 2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05755" h="219232">
                  <a:moveTo>
                    <a:pt x="199366" y="86822"/>
                  </a:moveTo>
                  <a:lnTo>
                    <a:pt x="157192" y="86822"/>
                  </a:lnTo>
                  <a:cubicBezTo>
                    <a:pt x="157192" y="86184"/>
                    <a:pt x="157192" y="86184"/>
                    <a:pt x="157192" y="85545"/>
                  </a:cubicBezTo>
                  <a:lnTo>
                    <a:pt x="157192" y="68947"/>
                  </a:lnTo>
                  <a:lnTo>
                    <a:pt x="182752" y="68947"/>
                  </a:lnTo>
                  <a:cubicBezTo>
                    <a:pt x="186586" y="68947"/>
                    <a:pt x="189142" y="66393"/>
                    <a:pt x="189142" y="62563"/>
                  </a:cubicBezTo>
                  <a:lnTo>
                    <a:pt x="189142" y="6384"/>
                  </a:lnTo>
                  <a:cubicBezTo>
                    <a:pt x="189142" y="2554"/>
                    <a:pt x="186586" y="0"/>
                    <a:pt x="182752" y="0"/>
                  </a:cubicBezTo>
                  <a:lnTo>
                    <a:pt x="88181" y="0"/>
                  </a:lnTo>
                  <a:cubicBezTo>
                    <a:pt x="84347" y="0"/>
                    <a:pt x="81791" y="2554"/>
                    <a:pt x="81791" y="6384"/>
                  </a:cubicBezTo>
                  <a:lnTo>
                    <a:pt x="81791" y="63201"/>
                  </a:lnTo>
                  <a:cubicBezTo>
                    <a:pt x="81791" y="67032"/>
                    <a:pt x="84347" y="69585"/>
                    <a:pt x="88181" y="69585"/>
                  </a:cubicBezTo>
                  <a:lnTo>
                    <a:pt x="113741" y="69585"/>
                  </a:lnTo>
                  <a:lnTo>
                    <a:pt x="113741" y="86184"/>
                  </a:lnTo>
                  <a:cubicBezTo>
                    <a:pt x="113741" y="86822"/>
                    <a:pt x="113741" y="86822"/>
                    <a:pt x="113741" y="86822"/>
                  </a:cubicBezTo>
                  <a:lnTo>
                    <a:pt x="46008" y="86822"/>
                  </a:lnTo>
                  <a:lnTo>
                    <a:pt x="37701" y="59371"/>
                  </a:lnTo>
                  <a:cubicBezTo>
                    <a:pt x="36423" y="56179"/>
                    <a:pt x="33228" y="54264"/>
                    <a:pt x="29394" y="54902"/>
                  </a:cubicBezTo>
                  <a:cubicBezTo>
                    <a:pt x="25560" y="55541"/>
                    <a:pt x="24282" y="59371"/>
                    <a:pt x="24921" y="63201"/>
                  </a:cubicBezTo>
                  <a:lnTo>
                    <a:pt x="31950" y="86822"/>
                  </a:lnTo>
                  <a:lnTo>
                    <a:pt x="6390" y="86822"/>
                  </a:lnTo>
                  <a:cubicBezTo>
                    <a:pt x="6390" y="86822"/>
                    <a:pt x="6390" y="86822"/>
                    <a:pt x="6390" y="86822"/>
                  </a:cubicBezTo>
                  <a:cubicBezTo>
                    <a:pt x="4473" y="86822"/>
                    <a:pt x="3195" y="87461"/>
                    <a:pt x="1917" y="88737"/>
                  </a:cubicBezTo>
                  <a:cubicBezTo>
                    <a:pt x="639" y="90014"/>
                    <a:pt x="0" y="91291"/>
                    <a:pt x="0" y="93206"/>
                  </a:cubicBezTo>
                  <a:lnTo>
                    <a:pt x="0" y="195988"/>
                  </a:lnTo>
                  <a:cubicBezTo>
                    <a:pt x="0" y="199819"/>
                    <a:pt x="2556" y="202372"/>
                    <a:pt x="6390" y="202372"/>
                  </a:cubicBezTo>
                  <a:cubicBezTo>
                    <a:pt x="10224" y="202372"/>
                    <a:pt x="12780" y="199819"/>
                    <a:pt x="12780" y="195988"/>
                  </a:cubicBezTo>
                  <a:lnTo>
                    <a:pt x="12780" y="99590"/>
                  </a:lnTo>
                  <a:lnTo>
                    <a:pt x="35784" y="99590"/>
                  </a:lnTo>
                  <a:lnTo>
                    <a:pt x="56871" y="167260"/>
                  </a:lnTo>
                  <a:cubicBezTo>
                    <a:pt x="57510" y="169814"/>
                    <a:pt x="60065" y="171729"/>
                    <a:pt x="63260" y="171729"/>
                  </a:cubicBezTo>
                  <a:lnTo>
                    <a:pt x="88181" y="171729"/>
                  </a:lnTo>
                  <a:lnTo>
                    <a:pt x="88181" y="190881"/>
                  </a:lnTo>
                  <a:lnTo>
                    <a:pt x="70928" y="190881"/>
                  </a:lnTo>
                  <a:cubicBezTo>
                    <a:pt x="68372" y="190881"/>
                    <a:pt x="66455" y="192158"/>
                    <a:pt x="65177" y="194073"/>
                  </a:cubicBezTo>
                  <a:lnTo>
                    <a:pt x="56231" y="209395"/>
                  </a:lnTo>
                  <a:cubicBezTo>
                    <a:pt x="54315" y="212587"/>
                    <a:pt x="55592" y="216417"/>
                    <a:pt x="58787" y="218332"/>
                  </a:cubicBezTo>
                  <a:cubicBezTo>
                    <a:pt x="61982" y="220247"/>
                    <a:pt x="65816" y="218971"/>
                    <a:pt x="67733" y="215779"/>
                  </a:cubicBezTo>
                  <a:lnTo>
                    <a:pt x="74762" y="203649"/>
                  </a:lnTo>
                  <a:lnTo>
                    <a:pt x="88181" y="203649"/>
                  </a:lnTo>
                  <a:lnTo>
                    <a:pt x="88181" y="212587"/>
                  </a:lnTo>
                  <a:cubicBezTo>
                    <a:pt x="88181" y="216417"/>
                    <a:pt x="90737" y="218971"/>
                    <a:pt x="94571" y="218971"/>
                  </a:cubicBezTo>
                  <a:cubicBezTo>
                    <a:pt x="98405" y="218971"/>
                    <a:pt x="100961" y="216417"/>
                    <a:pt x="100961" y="212587"/>
                  </a:cubicBezTo>
                  <a:lnTo>
                    <a:pt x="100961" y="203649"/>
                  </a:lnTo>
                  <a:lnTo>
                    <a:pt x="115019" y="203649"/>
                  </a:lnTo>
                  <a:lnTo>
                    <a:pt x="121409" y="215779"/>
                  </a:lnTo>
                  <a:cubicBezTo>
                    <a:pt x="122687" y="217694"/>
                    <a:pt x="124604" y="218971"/>
                    <a:pt x="127160" y="218971"/>
                  </a:cubicBezTo>
                  <a:cubicBezTo>
                    <a:pt x="128438" y="218971"/>
                    <a:pt x="129077" y="218971"/>
                    <a:pt x="130355" y="218332"/>
                  </a:cubicBezTo>
                  <a:cubicBezTo>
                    <a:pt x="133550" y="216417"/>
                    <a:pt x="134828" y="212587"/>
                    <a:pt x="132911" y="210033"/>
                  </a:cubicBezTo>
                  <a:lnTo>
                    <a:pt x="125243" y="194711"/>
                  </a:lnTo>
                  <a:cubicBezTo>
                    <a:pt x="123965" y="192796"/>
                    <a:pt x="122048" y="191519"/>
                    <a:pt x="119492" y="191519"/>
                  </a:cubicBezTo>
                  <a:lnTo>
                    <a:pt x="101600" y="191519"/>
                  </a:lnTo>
                  <a:lnTo>
                    <a:pt x="101600" y="172368"/>
                  </a:lnTo>
                  <a:lnTo>
                    <a:pt x="127160" y="172368"/>
                  </a:lnTo>
                  <a:cubicBezTo>
                    <a:pt x="130994" y="172368"/>
                    <a:pt x="133550" y="169814"/>
                    <a:pt x="133550" y="165984"/>
                  </a:cubicBezTo>
                  <a:cubicBezTo>
                    <a:pt x="133550" y="162153"/>
                    <a:pt x="130994" y="159600"/>
                    <a:pt x="127160" y="159600"/>
                  </a:cubicBezTo>
                  <a:lnTo>
                    <a:pt x="105434" y="159600"/>
                  </a:lnTo>
                  <a:lnTo>
                    <a:pt x="116936" y="126403"/>
                  </a:lnTo>
                  <a:cubicBezTo>
                    <a:pt x="117575" y="124488"/>
                    <a:pt x="117575" y="122573"/>
                    <a:pt x="116297" y="120657"/>
                  </a:cubicBezTo>
                  <a:cubicBezTo>
                    <a:pt x="115019" y="118742"/>
                    <a:pt x="113102" y="118104"/>
                    <a:pt x="111185" y="118104"/>
                  </a:cubicBezTo>
                  <a:lnTo>
                    <a:pt x="57510" y="118104"/>
                  </a:lnTo>
                  <a:cubicBezTo>
                    <a:pt x="56871" y="118104"/>
                    <a:pt x="56871" y="118104"/>
                    <a:pt x="56231" y="118104"/>
                  </a:cubicBezTo>
                  <a:lnTo>
                    <a:pt x="50481" y="100229"/>
                  </a:lnTo>
                  <a:lnTo>
                    <a:pt x="192976" y="100229"/>
                  </a:lnTo>
                  <a:lnTo>
                    <a:pt x="192976" y="196627"/>
                  </a:lnTo>
                  <a:cubicBezTo>
                    <a:pt x="192976" y="200457"/>
                    <a:pt x="195532" y="203011"/>
                    <a:pt x="199366" y="203011"/>
                  </a:cubicBezTo>
                  <a:cubicBezTo>
                    <a:pt x="203200" y="203011"/>
                    <a:pt x="205756" y="200457"/>
                    <a:pt x="205756" y="196627"/>
                  </a:cubicBezTo>
                  <a:lnTo>
                    <a:pt x="205756" y="93845"/>
                  </a:lnTo>
                  <a:cubicBezTo>
                    <a:pt x="205756" y="90014"/>
                    <a:pt x="202561" y="86822"/>
                    <a:pt x="199366" y="86822"/>
                  </a:cubicBezTo>
                  <a:close/>
                  <a:moveTo>
                    <a:pt x="94571" y="12768"/>
                  </a:moveTo>
                  <a:lnTo>
                    <a:pt x="177001" y="12768"/>
                  </a:lnTo>
                  <a:lnTo>
                    <a:pt x="177001" y="56817"/>
                  </a:lnTo>
                  <a:lnTo>
                    <a:pt x="94571" y="56817"/>
                  </a:lnTo>
                  <a:lnTo>
                    <a:pt x="94571" y="12768"/>
                  </a:lnTo>
                  <a:close/>
                  <a:moveTo>
                    <a:pt x="126521" y="79161"/>
                  </a:moveTo>
                  <a:lnTo>
                    <a:pt x="126521" y="70224"/>
                  </a:lnTo>
                  <a:lnTo>
                    <a:pt x="144413" y="70224"/>
                  </a:lnTo>
                  <a:lnTo>
                    <a:pt x="144413" y="79161"/>
                  </a:lnTo>
                  <a:lnTo>
                    <a:pt x="126521" y="79161"/>
                  </a:lnTo>
                  <a:close/>
                  <a:moveTo>
                    <a:pt x="102239" y="129595"/>
                  </a:moveTo>
                  <a:lnTo>
                    <a:pt x="92015" y="158961"/>
                  </a:lnTo>
                  <a:lnTo>
                    <a:pt x="69011" y="158961"/>
                  </a:lnTo>
                  <a:lnTo>
                    <a:pt x="60065" y="129595"/>
                  </a:lnTo>
                  <a:lnTo>
                    <a:pt x="102239" y="129595"/>
                  </a:lnTo>
                  <a:close/>
                </a:path>
              </a:pathLst>
            </a:custGeom>
            <a:solidFill>
              <a:srgbClr val="012169"/>
            </a:solidFill>
            <a:ln w="6390" cap="flat">
              <a:noFill/>
              <a:prstDash val="solid"/>
              <a:miter/>
            </a:ln>
          </p:spPr>
          <p:txBody>
            <a:bodyPr rtlCol="0" anchor="ctr"/>
            <a:lstStyle/>
            <a:p>
              <a:endParaRPr lang="en-US"/>
            </a:p>
          </p:txBody>
        </p:sp>
      </p:grpSp>
      <p:grpSp>
        <p:nvGrpSpPr>
          <p:cNvPr id="691" name="Graphic 4">
            <a:extLst>
              <a:ext uri="{FF2B5EF4-FFF2-40B4-BE49-F238E27FC236}">
                <a16:creationId xmlns:a16="http://schemas.microsoft.com/office/drawing/2014/main" id="{881F3787-C2DF-3047-8835-6AF8D3DF3200}"/>
              </a:ext>
            </a:extLst>
          </p:cNvPr>
          <p:cNvGrpSpPr/>
          <p:nvPr/>
        </p:nvGrpSpPr>
        <p:grpSpPr>
          <a:xfrm>
            <a:off x="1952764" y="918179"/>
            <a:ext cx="361670" cy="361333"/>
            <a:chOff x="1952764" y="918179"/>
            <a:chExt cx="361670" cy="361333"/>
          </a:xfrm>
          <a:solidFill>
            <a:srgbClr val="012169"/>
          </a:solidFill>
        </p:grpSpPr>
        <p:sp>
          <p:nvSpPr>
            <p:cNvPr id="692" name="Graphic 4">
              <a:extLst>
                <a:ext uri="{FF2B5EF4-FFF2-40B4-BE49-F238E27FC236}">
                  <a16:creationId xmlns:a16="http://schemas.microsoft.com/office/drawing/2014/main" id="{08466053-788F-E045-85F4-824F3330C080}"/>
                </a:ext>
              </a:extLst>
            </p:cNvPr>
            <p:cNvSpPr/>
            <p:nvPr/>
          </p:nvSpPr>
          <p:spPr>
            <a:xfrm>
              <a:off x="2030721" y="987126"/>
              <a:ext cx="81791" cy="81714"/>
            </a:xfrm>
            <a:custGeom>
              <a:avLst/>
              <a:gdLst>
                <a:gd name="connsiteX0" fmla="*/ 81791 w 81791"/>
                <a:gd name="connsiteY0" fmla="*/ 40857 h 81714"/>
                <a:gd name="connsiteX1" fmla="*/ 40896 w 81791"/>
                <a:gd name="connsiteY1" fmla="*/ 0 h 81714"/>
                <a:gd name="connsiteX2" fmla="*/ 0 w 81791"/>
                <a:gd name="connsiteY2" fmla="*/ 40857 h 81714"/>
                <a:gd name="connsiteX3" fmla="*/ 40896 w 81791"/>
                <a:gd name="connsiteY3" fmla="*/ 81715 h 81714"/>
                <a:gd name="connsiteX4" fmla="*/ 81791 w 81791"/>
                <a:gd name="connsiteY4" fmla="*/ 40857 h 81714"/>
                <a:gd name="connsiteX5" fmla="*/ 64538 w 81791"/>
                <a:gd name="connsiteY5" fmla="*/ 55541 h 81714"/>
                <a:gd name="connsiteX6" fmla="*/ 64538 w 81791"/>
                <a:gd name="connsiteY6" fmla="*/ 64478 h 81714"/>
                <a:gd name="connsiteX7" fmla="*/ 60066 w 81791"/>
                <a:gd name="connsiteY7" fmla="*/ 66393 h 81714"/>
                <a:gd name="connsiteX8" fmla="*/ 55593 w 81791"/>
                <a:gd name="connsiteY8" fmla="*/ 64478 h 81714"/>
                <a:gd name="connsiteX9" fmla="*/ 40896 w 81791"/>
                <a:gd name="connsiteY9" fmla="*/ 49795 h 81714"/>
                <a:gd name="connsiteX10" fmla="*/ 26199 w 81791"/>
                <a:gd name="connsiteY10" fmla="*/ 64478 h 81714"/>
                <a:gd name="connsiteX11" fmla="*/ 21726 w 81791"/>
                <a:gd name="connsiteY11" fmla="*/ 66393 h 81714"/>
                <a:gd name="connsiteX12" fmla="*/ 17253 w 81791"/>
                <a:gd name="connsiteY12" fmla="*/ 64478 h 81714"/>
                <a:gd name="connsiteX13" fmla="*/ 17253 w 81791"/>
                <a:gd name="connsiteY13" fmla="*/ 55541 h 81714"/>
                <a:gd name="connsiteX14" fmla="*/ 31950 w 81791"/>
                <a:gd name="connsiteY14" fmla="*/ 40857 h 81714"/>
                <a:gd name="connsiteX15" fmla="*/ 17253 w 81791"/>
                <a:gd name="connsiteY15" fmla="*/ 26174 h 81714"/>
                <a:gd name="connsiteX16" fmla="*/ 17253 w 81791"/>
                <a:gd name="connsiteY16" fmla="*/ 17237 h 81714"/>
                <a:gd name="connsiteX17" fmla="*/ 26199 w 81791"/>
                <a:gd name="connsiteY17" fmla="*/ 17237 h 81714"/>
                <a:gd name="connsiteX18" fmla="*/ 40896 w 81791"/>
                <a:gd name="connsiteY18" fmla="*/ 31920 h 81714"/>
                <a:gd name="connsiteX19" fmla="*/ 55593 w 81791"/>
                <a:gd name="connsiteY19" fmla="*/ 17237 h 81714"/>
                <a:gd name="connsiteX20" fmla="*/ 64538 w 81791"/>
                <a:gd name="connsiteY20" fmla="*/ 17237 h 81714"/>
                <a:gd name="connsiteX21" fmla="*/ 64538 w 81791"/>
                <a:gd name="connsiteY21" fmla="*/ 26174 h 81714"/>
                <a:gd name="connsiteX22" fmla="*/ 49842 w 81791"/>
                <a:gd name="connsiteY22" fmla="*/ 40857 h 81714"/>
                <a:gd name="connsiteX23" fmla="*/ 64538 w 81791"/>
                <a:gd name="connsiteY23" fmla="*/ 55541 h 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1791" h="81714">
                  <a:moveTo>
                    <a:pt x="81791" y="40857"/>
                  </a:moveTo>
                  <a:cubicBezTo>
                    <a:pt x="81791" y="18514"/>
                    <a:pt x="63261" y="0"/>
                    <a:pt x="40896" y="0"/>
                  </a:cubicBezTo>
                  <a:cubicBezTo>
                    <a:pt x="18531" y="0"/>
                    <a:pt x="0" y="18514"/>
                    <a:pt x="0" y="40857"/>
                  </a:cubicBezTo>
                  <a:cubicBezTo>
                    <a:pt x="0" y="63201"/>
                    <a:pt x="18531" y="81715"/>
                    <a:pt x="40896" y="81715"/>
                  </a:cubicBezTo>
                  <a:cubicBezTo>
                    <a:pt x="63261" y="81715"/>
                    <a:pt x="81791" y="63201"/>
                    <a:pt x="81791" y="40857"/>
                  </a:cubicBezTo>
                  <a:close/>
                  <a:moveTo>
                    <a:pt x="64538" y="55541"/>
                  </a:moveTo>
                  <a:cubicBezTo>
                    <a:pt x="67094" y="58094"/>
                    <a:pt x="67094" y="61925"/>
                    <a:pt x="64538" y="64478"/>
                  </a:cubicBezTo>
                  <a:cubicBezTo>
                    <a:pt x="63261" y="65755"/>
                    <a:pt x="61343" y="66393"/>
                    <a:pt x="60066" y="66393"/>
                  </a:cubicBezTo>
                  <a:cubicBezTo>
                    <a:pt x="58788" y="66393"/>
                    <a:pt x="56871" y="65755"/>
                    <a:pt x="55593" y="64478"/>
                  </a:cubicBezTo>
                  <a:lnTo>
                    <a:pt x="40896" y="49795"/>
                  </a:lnTo>
                  <a:lnTo>
                    <a:pt x="26199" y="64478"/>
                  </a:lnTo>
                  <a:cubicBezTo>
                    <a:pt x="24921" y="65755"/>
                    <a:pt x="23004" y="66393"/>
                    <a:pt x="21726" y="66393"/>
                  </a:cubicBezTo>
                  <a:cubicBezTo>
                    <a:pt x="20448" y="66393"/>
                    <a:pt x="18531" y="65755"/>
                    <a:pt x="17253" y="64478"/>
                  </a:cubicBezTo>
                  <a:cubicBezTo>
                    <a:pt x="14697" y="61925"/>
                    <a:pt x="14697" y="58094"/>
                    <a:pt x="17253" y="55541"/>
                  </a:cubicBezTo>
                  <a:lnTo>
                    <a:pt x="31950" y="40857"/>
                  </a:lnTo>
                  <a:lnTo>
                    <a:pt x="17253" y="26174"/>
                  </a:lnTo>
                  <a:cubicBezTo>
                    <a:pt x="14697" y="23621"/>
                    <a:pt x="14697" y="19790"/>
                    <a:pt x="17253" y="17237"/>
                  </a:cubicBezTo>
                  <a:cubicBezTo>
                    <a:pt x="19809" y="14683"/>
                    <a:pt x="23643" y="14683"/>
                    <a:pt x="26199" y="17237"/>
                  </a:cubicBezTo>
                  <a:lnTo>
                    <a:pt x="40896" y="31920"/>
                  </a:lnTo>
                  <a:lnTo>
                    <a:pt x="55593" y="17237"/>
                  </a:lnTo>
                  <a:cubicBezTo>
                    <a:pt x="58148" y="14683"/>
                    <a:pt x="61982" y="14683"/>
                    <a:pt x="64538" y="17237"/>
                  </a:cubicBezTo>
                  <a:cubicBezTo>
                    <a:pt x="67094" y="19790"/>
                    <a:pt x="67094" y="23621"/>
                    <a:pt x="64538" y="26174"/>
                  </a:cubicBezTo>
                  <a:lnTo>
                    <a:pt x="49842" y="40857"/>
                  </a:lnTo>
                  <a:lnTo>
                    <a:pt x="64538" y="55541"/>
                  </a:lnTo>
                  <a:close/>
                </a:path>
              </a:pathLst>
            </a:custGeom>
            <a:solidFill>
              <a:srgbClr val="012169"/>
            </a:solidFill>
            <a:ln w="6390" cap="flat">
              <a:noFill/>
              <a:prstDash val="solid"/>
              <a:miter/>
            </a:ln>
          </p:spPr>
          <p:txBody>
            <a:bodyPr rtlCol="0" anchor="ctr"/>
            <a:lstStyle/>
            <a:p>
              <a:endParaRPr lang="en-US"/>
            </a:p>
          </p:txBody>
        </p:sp>
        <p:sp>
          <p:nvSpPr>
            <p:cNvPr id="693" name="Graphic 4">
              <a:extLst>
                <a:ext uri="{FF2B5EF4-FFF2-40B4-BE49-F238E27FC236}">
                  <a16:creationId xmlns:a16="http://schemas.microsoft.com/office/drawing/2014/main" id="{A83D5072-6423-534F-B7F2-06D67BAC05F2}"/>
                </a:ext>
              </a:extLst>
            </p:cNvPr>
            <p:cNvSpPr/>
            <p:nvPr/>
          </p:nvSpPr>
          <p:spPr>
            <a:xfrm>
              <a:off x="2118264" y="991736"/>
              <a:ext cx="95849" cy="56037"/>
            </a:xfrm>
            <a:custGeom>
              <a:avLst/>
              <a:gdLst>
                <a:gd name="connsiteX0" fmla="*/ 3195 w 95849"/>
                <a:gd name="connsiteY0" fmla="*/ 56037 h 56037"/>
                <a:gd name="connsiteX1" fmla="*/ 63899 w 95849"/>
                <a:gd name="connsiteY1" fmla="*/ 19648 h 56037"/>
                <a:gd name="connsiteX2" fmla="*/ 69650 w 95849"/>
                <a:gd name="connsiteY2" fmla="*/ 15818 h 56037"/>
                <a:gd name="connsiteX3" fmla="*/ 75401 w 95849"/>
                <a:gd name="connsiteY3" fmla="*/ 19010 h 56037"/>
                <a:gd name="connsiteX4" fmla="*/ 95849 w 95849"/>
                <a:gd name="connsiteY4" fmla="*/ 56037 h 56037"/>
                <a:gd name="connsiteX5" fmla="*/ 58788 w 95849"/>
                <a:gd name="connsiteY5" fmla="*/ 3689 h 56037"/>
                <a:gd name="connsiteX6" fmla="*/ 10863 w 95849"/>
                <a:gd name="connsiteY6" fmla="*/ 3689 h 56037"/>
                <a:gd name="connsiteX7" fmla="*/ 0 w 95849"/>
                <a:gd name="connsiteY7" fmla="*/ 10073 h 56037"/>
                <a:gd name="connsiteX8" fmla="*/ 7029 w 95849"/>
                <a:gd name="connsiteY8" fmla="*/ 36247 h 56037"/>
                <a:gd name="connsiteX9" fmla="*/ 3195 w 95849"/>
                <a:gd name="connsiteY9" fmla="*/ 56037 h 5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849" h="56037">
                  <a:moveTo>
                    <a:pt x="3195" y="56037"/>
                  </a:moveTo>
                  <a:cubicBezTo>
                    <a:pt x="24921" y="52207"/>
                    <a:pt x="54954" y="42631"/>
                    <a:pt x="63899" y="19648"/>
                  </a:cubicBezTo>
                  <a:cubicBezTo>
                    <a:pt x="64538" y="17095"/>
                    <a:pt x="67094" y="15818"/>
                    <a:pt x="69650" y="15818"/>
                  </a:cubicBezTo>
                  <a:cubicBezTo>
                    <a:pt x="72206" y="15818"/>
                    <a:pt x="74762" y="17095"/>
                    <a:pt x="75401" y="19010"/>
                  </a:cubicBezTo>
                  <a:cubicBezTo>
                    <a:pt x="82430" y="31778"/>
                    <a:pt x="90098" y="45823"/>
                    <a:pt x="95849" y="56037"/>
                  </a:cubicBezTo>
                  <a:cubicBezTo>
                    <a:pt x="93932" y="34970"/>
                    <a:pt x="81152" y="10711"/>
                    <a:pt x="58788" y="3689"/>
                  </a:cubicBezTo>
                  <a:cubicBezTo>
                    <a:pt x="32589" y="-4611"/>
                    <a:pt x="11502" y="3689"/>
                    <a:pt x="10863" y="3689"/>
                  </a:cubicBezTo>
                  <a:cubicBezTo>
                    <a:pt x="10224" y="3689"/>
                    <a:pt x="5751" y="5604"/>
                    <a:pt x="0" y="10073"/>
                  </a:cubicBezTo>
                  <a:cubicBezTo>
                    <a:pt x="4473" y="17733"/>
                    <a:pt x="7029" y="26671"/>
                    <a:pt x="7029" y="36247"/>
                  </a:cubicBezTo>
                  <a:cubicBezTo>
                    <a:pt x="7029" y="43269"/>
                    <a:pt x="5751" y="49653"/>
                    <a:pt x="3195" y="56037"/>
                  </a:cubicBezTo>
                  <a:close/>
                </a:path>
              </a:pathLst>
            </a:custGeom>
            <a:solidFill>
              <a:srgbClr val="012169"/>
            </a:solidFill>
            <a:ln w="6390" cap="flat">
              <a:noFill/>
              <a:prstDash val="solid"/>
              <a:miter/>
            </a:ln>
          </p:spPr>
          <p:txBody>
            <a:bodyPr rtlCol="0" anchor="ctr"/>
            <a:lstStyle/>
            <a:p>
              <a:endParaRPr lang="en-US"/>
            </a:p>
          </p:txBody>
        </p:sp>
        <p:sp>
          <p:nvSpPr>
            <p:cNvPr id="694" name="Graphic 4">
              <a:extLst>
                <a:ext uri="{FF2B5EF4-FFF2-40B4-BE49-F238E27FC236}">
                  <a16:creationId xmlns:a16="http://schemas.microsoft.com/office/drawing/2014/main" id="{6CE3D137-79B9-464B-82DB-2B9542915D2C}"/>
                </a:ext>
              </a:extLst>
            </p:cNvPr>
            <p:cNvSpPr/>
            <p:nvPr/>
          </p:nvSpPr>
          <p:spPr>
            <a:xfrm>
              <a:off x="1952764"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25565 w 361670"/>
                <a:gd name="connsiteY5" fmla="*/ 225355 h 361333"/>
                <a:gd name="connsiteX6" fmla="*/ 219175 w 361670"/>
                <a:gd name="connsiteY6" fmla="*/ 224078 h 361333"/>
                <a:gd name="connsiteX7" fmla="*/ 218536 w 361670"/>
                <a:gd name="connsiteY7" fmla="*/ 224078 h 361333"/>
                <a:gd name="connsiteX8" fmla="*/ 218536 w 361670"/>
                <a:gd name="connsiteY8" fmla="*/ 227908 h 361333"/>
                <a:gd name="connsiteX9" fmla="*/ 213424 w 361670"/>
                <a:gd name="connsiteY9" fmla="*/ 236846 h 361333"/>
                <a:gd name="connsiteX10" fmla="*/ 212785 w 361670"/>
                <a:gd name="connsiteY10" fmla="*/ 237484 h 361333"/>
                <a:gd name="connsiteX11" fmla="*/ 212785 w 361670"/>
                <a:gd name="connsiteY11" fmla="*/ 238123 h 361333"/>
                <a:gd name="connsiteX12" fmla="*/ 210229 w 361670"/>
                <a:gd name="connsiteY12" fmla="*/ 257275 h 361333"/>
                <a:gd name="connsiteX13" fmla="*/ 164221 w 361670"/>
                <a:gd name="connsiteY13" fmla="*/ 291110 h 361333"/>
                <a:gd name="connsiteX14" fmla="*/ 149524 w 361670"/>
                <a:gd name="connsiteY14" fmla="*/ 295578 h 361333"/>
                <a:gd name="connsiteX15" fmla="*/ 145051 w 361670"/>
                <a:gd name="connsiteY15" fmla="*/ 296217 h 361333"/>
                <a:gd name="connsiteX16" fmla="*/ 133550 w 361670"/>
                <a:gd name="connsiteY16" fmla="*/ 304516 h 361333"/>
                <a:gd name="connsiteX17" fmla="*/ 129716 w 361670"/>
                <a:gd name="connsiteY17" fmla="*/ 305793 h 361333"/>
                <a:gd name="connsiteX18" fmla="*/ 124604 w 361670"/>
                <a:gd name="connsiteY18" fmla="*/ 303239 h 361333"/>
                <a:gd name="connsiteX19" fmla="*/ 125882 w 361670"/>
                <a:gd name="connsiteY19" fmla="*/ 294302 h 361333"/>
                <a:gd name="connsiteX20" fmla="*/ 137384 w 361670"/>
                <a:gd name="connsiteY20" fmla="*/ 286002 h 361333"/>
                <a:gd name="connsiteX21" fmla="*/ 148246 w 361670"/>
                <a:gd name="connsiteY21" fmla="*/ 282810 h 361333"/>
                <a:gd name="connsiteX22" fmla="*/ 156553 w 361670"/>
                <a:gd name="connsiteY22" fmla="*/ 280895 h 361333"/>
                <a:gd name="connsiteX23" fmla="*/ 202561 w 361670"/>
                <a:gd name="connsiteY23" fmla="*/ 247060 h 361333"/>
                <a:gd name="connsiteX24" fmla="*/ 202561 w 361670"/>
                <a:gd name="connsiteY24" fmla="*/ 245783 h 361333"/>
                <a:gd name="connsiteX25" fmla="*/ 202561 w 361670"/>
                <a:gd name="connsiteY25" fmla="*/ 245145 h 361333"/>
                <a:gd name="connsiteX26" fmla="*/ 184669 w 361670"/>
                <a:gd name="connsiteY26" fmla="*/ 258551 h 361333"/>
                <a:gd name="connsiteX27" fmla="*/ 180835 w 361670"/>
                <a:gd name="connsiteY27" fmla="*/ 259828 h 361333"/>
                <a:gd name="connsiteX28" fmla="*/ 175723 w 361670"/>
                <a:gd name="connsiteY28" fmla="*/ 257275 h 361333"/>
                <a:gd name="connsiteX29" fmla="*/ 177001 w 361670"/>
                <a:gd name="connsiteY29" fmla="*/ 248337 h 361333"/>
                <a:gd name="connsiteX30" fmla="*/ 205756 w 361670"/>
                <a:gd name="connsiteY30" fmla="*/ 227270 h 361333"/>
                <a:gd name="connsiteX31" fmla="*/ 205756 w 361670"/>
                <a:gd name="connsiteY31" fmla="*/ 225993 h 361333"/>
                <a:gd name="connsiteX32" fmla="*/ 205756 w 361670"/>
                <a:gd name="connsiteY32" fmla="*/ 225355 h 361333"/>
                <a:gd name="connsiteX33" fmla="*/ 178918 w 361670"/>
                <a:gd name="connsiteY33" fmla="*/ 245145 h 361333"/>
                <a:gd name="connsiteX34" fmla="*/ 175084 w 361670"/>
                <a:gd name="connsiteY34" fmla="*/ 246422 h 361333"/>
                <a:gd name="connsiteX35" fmla="*/ 169972 w 361670"/>
                <a:gd name="connsiteY35" fmla="*/ 243868 h 361333"/>
                <a:gd name="connsiteX36" fmla="*/ 171250 w 361670"/>
                <a:gd name="connsiteY36" fmla="*/ 234931 h 361333"/>
                <a:gd name="connsiteX37" fmla="*/ 205756 w 361670"/>
                <a:gd name="connsiteY37" fmla="*/ 209395 h 361333"/>
                <a:gd name="connsiteX38" fmla="*/ 205756 w 361670"/>
                <a:gd name="connsiteY38" fmla="*/ 208118 h 361333"/>
                <a:gd name="connsiteX39" fmla="*/ 204478 w 361670"/>
                <a:gd name="connsiteY39" fmla="*/ 208118 h 361333"/>
                <a:gd name="connsiteX40" fmla="*/ 201283 w 361670"/>
                <a:gd name="connsiteY40" fmla="*/ 210033 h 361333"/>
                <a:gd name="connsiteX41" fmla="*/ 201283 w 361670"/>
                <a:gd name="connsiteY41" fmla="*/ 210033 h 361333"/>
                <a:gd name="connsiteX42" fmla="*/ 201283 w 361670"/>
                <a:gd name="connsiteY42" fmla="*/ 210033 h 361333"/>
                <a:gd name="connsiteX43" fmla="*/ 169333 w 361670"/>
                <a:gd name="connsiteY43" fmla="*/ 233015 h 361333"/>
                <a:gd name="connsiteX44" fmla="*/ 160387 w 361670"/>
                <a:gd name="connsiteY44" fmla="*/ 231739 h 361333"/>
                <a:gd name="connsiteX45" fmla="*/ 161665 w 361670"/>
                <a:gd name="connsiteY45" fmla="*/ 222801 h 361333"/>
                <a:gd name="connsiteX46" fmla="*/ 188503 w 361670"/>
                <a:gd name="connsiteY46" fmla="*/ 203011 h 361333"/>
                <a:gd name="connsiteX47" fmla="*/ 187864 w 361670"/>
                <a:gd name="connsiteY47" fmla="*/ 202372 h 361333"/>
                <a:gd name="connsiteX48" fmla="*/ 187225 w 361670"/>
                <a:gd name="connsiteY48" fmla="*/ 202372 h 361333"/>
                <a:gd name="connsiteX49" fmla="*/ 148885 w 361670"/>
                <a:gd name="connsiteY49" fmla="*/ 230462 h 361333"/>
                <a:gd name="connsiteX50" fmla="*/ 145051 w 361670"/>
                <a:gd name="connsiteY50" fmla="*/ 231739 h 361333"/>
                <a:gd name="connsiteX51" fmla="*/ 137384 w 361670"/>
                <a:gd name="connsiteY51" fmla="*/ 231739 h 361333"/>
                <a:gd name="connsiteX52" fmla="*/ 132272 w 361670"/>
                <a:gd name="connsiteY52" fmla="*/ 228547 h 361333"/>
                <a:gd name="connsiteX53" fmla="*/ 131633 w 361670"/>
                <a:gd name="connsiteY53" fmla="*/ 222163 h 361333"/>
                <a:gd name="connsiteX54" fmla="*/ 138023 w 361670"/>
                <a:gd name="connsiteY54" fmla="*/ 206203 h 361333"/>
                <a:gd name="connsiteX55" fmla="*/ 138023 w 361670"/>
                <a:gd name="connsiteY55" fmla="*/ 204926 h 361333"/>
                <a:gd name="connsiteX56" fmla="*/ 123965 w 361670"/>
                <a:gd name="connsiteY56" fmla="*/ 224716 h 361333"/>
                <a:gd name="connsiteX57" fmla="*/ 118214 w 361670"/>
                <a:gd name="connsiteY57" fmla="*/ 243230 h 361333"/>
                <a:gd name="connsiteX58" fmla="*/ 118214 w 361670"/>
                <a:gd name="connsiteY58" fmla="*/ 246422 h 361333"/>
                <a:gd name="connsiteX59" fmla="*/ 114380 w 361670"/>
                <a:gd name="connsiteY59" fmla="*/ 263020 h 361333"/>
                <a:gd name="connsiteX60" fmla="*/ 113102 w 361670"/>
                <a:gd name="connsiteY60" fmla="*/ 263659 h 361333"/>
                <a:gd name="connsiteX61" fmla="*/ 84347 w 361670"/>
                <a:gd name="connsiteY61" fmla="*/ 278342 h 361333"/>
                <a:gd name="connsiteX62" fmla="*/ 81152 w 361670"/>
                <a:gd name="connsiteY62" fmla="*/ 278980 h 361333"/>
                <a:gd name="connsiteX63" fmla="*/ 75401 w 361670"/>
                <a:gd name="connsiteY63" fmla="*/ 275788 h 361333"/>
                <a:gd name="connsiteX64" fmla="*/ 77957 w 361670"/>
                <a:gd name="connsiteY64" fmla="*/ 267489 h 361333"/>
                <a:gd name="connsiteX65" fmla="*/ 104795 w 361670"/>
                <a:gd name="connsiteY65" fmla="*/ 253444 h 361333"/>
                <a:gd name="connsiteX66" fmla="*/ 105434 w 361670"/>
                <a:gd name="connsiteY66" fmla="*/ 245783 h 361333"/>
                <a:gd name="connsiteX67" fmla="*/ 105434 w 361670"/>
                <a:gd name="connsiteY67" fmla="*/ 240676 h 361333"/>
                <a:gd name="connsiteX68" fmla="*/ 112463 w 361670"/>
                <a:gd name="connsiteY68" fmla="*/ 217694 h 361333"/>
                <a:gd name="connsiteX69" fmla="*/ 113102 w 361670"/>
                <a:gd name="connsiteY69" fmla="*/ 216417 h 361333"/>
                <a:gd name="connsiteX70" fmla="*/ 129716 w 361670"/>
                <a:gd name="connsiteY70" fmla="*/ 192796 h 361333"/>
                <a:gd name="connsiteX71" fmla="*/ 135467 w 361670"/>
                <a:gd name="connsiteY71" fmla="*/ 189604 h 361333"/>
                <a:gd name="connsiteX72" fmla="*/ 136106 w 361670"/>
                <a:gd name="connsiteY72" fmla="*/ 189604 h 361333"/>
                <a:gd name="connsiteX73" fmla="*/ 133550 w 361670"/>
                <a:gd name="connsiteY73" fmla="*/ 182582 h 361333"/>
                <a:gd name="connsiteX74" fmla="*/ 129077 w 361670"/>
                <a:gd name="connsiteY74" fmla="*/ 161515 h 361333"/>
                <a:gd name="connsiteX75" fmla="*/ 118853 w 361670"/>
                <a:gd name="connsiteY75" fmla="*/ 162792 h 361333"/>
                <a:gd name="connsiteX76" fmla="*/ 65177 w 361670"/>
                <a:gd name="connsiteY76" fmla="*/ 109166 h 361333"/>
                <a:gd name="connsiteX77" fmla="*/ 118853 w 361670"/>
                <a:gd name="connsiteY77" fmla="*/ 55541 h 361333"/>
                <a:gd name="connsiteX78" fmla="*/ 157831 w 361670"/>
                <a:gd name="connsiteY78" fmla="*/ 72139 h 361333"/>
                <a:gd name="connsiteX79" fmla="*/ 171889 w 361670"/>
                <a:gd name="connsiteY79" fmla="*/ 63840 h 361333"/>
                <a:gd name="connsiteX80" fmla="*/ 227482 w 361670"/>
                <a:gd name="connsiteY80" fmla="*/ 63840 h 361333"/>
                <a:gd name="connsiteX81" fmla="*/ 274128 w 361670"/>
                <a:gd name="connsiteY81" fmla="*/ 134064 h 361333"/>
                <a:gd name="connsiteX82" fmla="*/ 267099 w 361670"/>
                <a:gd name="connsiteY82" fmla="*/ 182582 h 361333"/>
                <a:gd name="connsiteX83" fmla="*/ 265821 w 361670"/>
                <a:gd name="connsiteY83" fmla="*/ 184497 h 361333"/>
                <a:gd name="connsiteX84" fmla="*/ 269655 w 361670"/>
                <a:gd name="connsiteY84" fmla="*/ 183859 h 361333"/>
                <a:gd name="connsiteX85" fmla="*/ 277323 w 361670"/>
                <a:gd name="connsiteY85" fmla="*/ 188966 h 361333"/>
                <a:gd name="connsiteX86" fmla="*/ 272211 w 361670"/>
                <a:gd name="connsiteY86" fmla="*/ 196627 h 361333"/>
                <a:gd name="connsiteX87" fmla="*/ 258792 w 361670"/>
                <a:gd name="connsiteY87" fmla="*/ 199180 h 361333"/>
                <a:gd name="connsiteX88" fmla="*/ 257514 w 361670"/>
                <a:gd name="connsiteY88" fmla="*/ 199180 h 361333"/>
                <a:gd name="connsiteX89" fmla="*/ 251124 w 361670"/>
                <a:gd name="connsiteY89" fmla="*/ 194073 h 361333"/>
                <a:gd name="connsiteX90" fmla="*/ 256237 w 361670"/>
                <a:gd name="connsiteY90" fmla="*/ 186412 h 361333"/>
                <a:gd name="connsiteX91" fmla="*/ 257514 w 361670"/>
                <a:gd name="connsiteY91" fmla="*/ 186412 h 361333"/>
                <a:gd name="connsiteX92" fmla="*/ 254319 w 361670"/>
                <a:gd name="connsiteY92" fmla="*/ 179390 h 361333"/>
                <a:gd name="connsiteX93" fmla="*/ 260070 w 361670"/>
                <a:gd name="connsiteY93" fmla="*/ 150662 h 361333"/>
                <a:gd name="connsiteX94" fmla="*/ 234511 w 361670"/>
                <a:gd name="connsiteY94" fmla="*/ 107889 h 361333"/>
                <a:gd name="connsiteX95" fmla="*/ 161665 w 361670"/>
                <a:gd name="connsiteY95" fmla="*/ 142363 h 361333"/>
                <a:gd name="connsiteX96" fmla="*/ 159748 w 361670"/>
                <a:gd name="connsiteY96" fmla="*/ 142363 h 361333"/>
                <a:gd name="connsiteX97" fmla="*/ 140579 w 361670"/>
                <a:gd name="connsiteY97" fmla="*/ 157046 h 361333"/>
                <a:gd name="connsiteX98" fmla="*/ 145051 w 361670"/>
                <a:gd name="connsiteY98" fmla="*/ 178113 h 361333"/>
                <a:gd name="connsiteX99" fmla="*/ 155914 w 361670"/>
                <a:gd name="connsiteY99" fmla="*/ 207479 h 361333"/>
                <a:gd name="connsiteX100" fmla="*/ 178918 w 361670"/>
                <a:gd name="connsiteY100" fmla="*/ 190881 h 361333"/>
                <a:gd name="connsiteX101" fmla="*/ 197449 w 361670"/>
                <a:gd name="connsiteY101" fmla="*/ 193435 h 361333"/>
                <a:gd name="connsiteX102" fmla="*/ 198088 w 361670"/>
                <a:gd name="connsiteY102" fmla="*/ 194711 h 361333"/>
                <a:gd name="connsiteX103" fmla="*/ 214702 w 361670"/>
                <a:gd name="connsiteY103" fmla="*/ 199180 h 361333"/>
                <a:gd name="connsiteX104" fmla="*/ 217258 w 361670"/>
                <a:gd name="connsiteY104" fmla="*/ 209395 h 361333"/>
                <a:gd name="connsiteX105" fmla="*/ 216619 w 361670"/>
                <a:gd name="connsiteY105" fmla="*/ 211310 h 361333"/>
                <a:gd name="connsiteX106" fmla="*/ 219814 w 361670"/>
                <a:gd name="connsiteY106" fmla="*/ 210671 h 361333"/>
                <a:gd name="connsiteX107" fmla="*/ 226204 w 361670"/>
                <a:gd name="connsiteY107" fmla="*/ 211948 h 361333"/>
                <a:gd name="connsiteX108" fmla="*/ 231316 w 361670"/>
                <a:gd name="connsiteY108" fmla="*/ 219609 h 361333"/>
                <a:gd name="connsiteX109" fmla="*/ 224926 w 361670"/>
                <a:gd name="connsiteY109" fmla="*/ 224716 h 361333"/>
                <a:gd name="connsiteX110" fmla="*/ 225565 w 361670"/>
                <a:gd name="connsiteY110" fmla="*/ 225355 h 361333"/>
                <a:gd name="connsiteX111" fmla="*/ 222370 w 361670"/>
                <a:gd name="connsiteY111" fmla="*/ 194073 h 361333"/>
                <a:gd name="connsiteX112" fmla="*/ 235789 w 361670"/>
                <a:gd name="connsiteY112" fmla="*/ 191519 h 361333"/>
                <a:gd name="connsiteX113" fmla="*/ 243457 w 361670"/>
                <a:gd name="connsiteY113" fmla="*/ 196627 h 361333"/>
                <a:gd name="connsiteX114" fmla="*/ 238345 w 361670"/>
                <a:gd name="connsiteY114" fmla="*/ 204287 h 361333"/>
                <a:gd name="connsiteX115" fmla="*/ 224926 w 361670"/>
                <a:gd name="connsiteY115" fmla="*/ 206841 h 361333"/>
                <a:gd name="connsiteX116" fmla="*/ 223648 w 361670"/>
                <a:gd name="connsiteY116" fmla="*/ 206841 h 361333"/>
                <a:gd name="connsiteX117" fmla="*/ 217258 w 361670"/>
                <a:gd name="connsiteY117" fmla="*/ 201734 h 361333"/>
                <a:gd name="connsiteX118" fmla="*/ 222370 w 361670"/>
                <a:gd name="connsiteY118" fmla="*/ 194073 h 361333"/>
                <a:gd name="connsiteX119" fmla="*/ 213424 w 361670"/>
                <a:gd name="connsiteY119" fmla="*/ 162153 h 361333"/>
                <a:gd name="connsiteX120" fmla="*/ 215341 w 361670"/>
                <a:gd name="connsiteY120" fmla="*/ 153216 h 361333"/>
                <a:gd name="connsiteX121" fmla="*/ 224287 w 361670"/>
                <a:gd name="connsiteY121" fmla="*/ 155131 h 361333"/>
                <a:gd name="connsiteX122" fmla="*/ 234511 w 361670"/>
                <a:gd name="connsiteY122" fmla="*/ 161515 h 361333"/>
                <a:gd name="connsiteX123" fmla="*/ 240901 w 361670"/>
                <a:gd name="connsiteY123" fmla="*/ 167260 h 361333"/>
                <a:gd name="connsiteX124" fmla="*/ 235150 w 361670"/>
                <a:gd name="connsiteY124" fmla="*/ 174283 h 361333"/>
                <a:gd name="connsiteX125" fmla="*/ 233872 w 361670"/>
                <a:gd name="connsiteY125" fmla="*/ 174283 h 361333"/>
                <a:gd name="connsiteX126" fmla="*/ 213424 w 361670"/>
                <a:gd name="connsiteY126" fmla="*/ 162153 h 361333"/>
                <a:gd name="connsiteX127" fmla="*/ 243457 w 361670"/>
                <a:gd name="connsiteY127" fmla="*/ 216417 h 361333"/>
                <a:gd name="connsiteX128" fmla="*/ 242818 w 361670"/>
                <a:gd name="connsiteY128" fmla="*/ 209395 h 361333"/>
                <a:gd name="connsiteX129" fmla="*/ 244095 w 361670"/>
                <a:gd name="connsiteY129" fmla="*/ 206841 h 361333"/>
                <a:gd name="connsiteX130" fmla="*/ 245374 w 361670"/>
                <a:gd name="connsiteY130" fmla="*/ 204287 h 361333"/>
                <a:gd name="connsiteX131" fmla="*/ 253680 w 361670"/>
                <a:gd name="connsiteY131" fmla="*/ 201095 h 361333"/>
                <a:gd name="connsiteX132" fmla="*/ 256875 w 361670"/>
                <a:gd name="connsiteY132" fmla="*/ 209395 h 361333"/>
                <a:gd name="connsiteX133" fmla="*/ 256237 w 361670"/>
                <a:gd name="connsiteY133" fmla="*/ 211310 h 361333"/>
                <a:gd name="connsiteX134" fmla="*/ 253680 w 361670"/>
                <a:gd name="connsiteY134" fmla="*/ 215779 h 361333"/>
                <a:gd name="connsiteX135" fmla="*/ 251763 w 361670"/>
                <a:gd name="connsiteY135" fmla="*/ 217694 h 361333"/>
                <a:gd name="connsiteX136" fmla="*/ 256237 w 361670"/>
                <a:gd name="connsiteY136" fmla="*/ 218332 h 361333"/>
                <a:gd name="connsiteX137" fmla="*/ 261348 w 361670"/>
                <a:gd name="connsiteY137" fmla="*/ 225993 h 361333"/>
                <a:gd name="connsiteX138" fmla="*/ 254958 w 361670"/>
                <a:gd name="connsiteY138" fmla="*/ 231100 h 361333"/>
                <a:gd name="connsiteX139" fmla="*/ 253680 w 361670"/>
                <a:gd name="connsiteY139" fmla="*/ 231100 h 361333"/>
                <a:gd name="connsiteX140" fmla="*/ 242179 w 361670"/>
                <a:gd name="connsiteY140" fmla="*/ 229185 h 361333"/>
                <a:gd name="connsiteX141" fmla="*/ 237067 w 361670"/>
                <a:gd name="connsiteY141" fmla="*/ 221524 h 361333"/>
                <a:gd name="connsiteX142" fmla="*/ 243457 w 361670"/>
                <a:gd name="connsiteY142" fmla="*/ 216417 h 361333"/>
                <a:gd name="connsiteX143" fmla="*/ 188503 w 361670"/>
                <a:gd name="connsiteY143" fmla="*/ 162153 h 361333"/>
                <a:gd name="connsiteX144" fmla="*/ 168055 w 361670"/>
                <a:gd name="connsiteY144" fmla="*/ 174283 h 361333"/>
                <a:gd name="connsiteX145" fmla="*/ 166777 w 361670"/>
                <a:gd name="connsiteY145" fmla="*/ 174283 h 361333"/>
                <a:gd name="connsiteX146" fmla="*/ 161026 w 361670"/>
                <a:gd name="connsiteY146" fmla="*/ 167260 h 361333"/>
                <a:gd name="connsiteX147" fmla="*/ 168055 w 361670"/>
                <a:gd name="connsiteY147" fmla="*/ 161515 h 361333"/>
                <a:gd name="connsiteX148" fmla="*/ 178279 w 361670"/>
                <a:gd name="connsiteY148" fmla="*/ 155131 h 361333"/>
                <a:gd name="connsiteX149" fmla="*/ 187225 w 361670"/>
                <a:gd name="connsiteY149" fmla="*/ 153216 h 361333"/>
                <a:gd name="connsiteX150" fmla="*/ 188503 w 361670"/>
                <a:gd name="connsiteY150" fmla="*/ 162153 h 361333"/>
                <a:gd name="connsiteX151" fmla="*/ 276045 w 361670"/>
                <a:gd name="connsiteY151" fmla="*/ 269404 h 361333"/>
                <a:gd name="connsiteX152" fmla="*/ 275406 w 361670"/>
                <a:gd name="connsiteY152" fmla="*/ 269404 h 361333"/>
                <a:gd name="connsiteX153" fmla="*/ 267738 w 361670"/>
                <a:gd name="connsiteY153" fmla="*/ 268766 h 361333"/>
                <a:gd name="connsiteX154" fmla="*/ 253042 w 361670"/>
                <a:gd name="connsiteY154" fmla="*/ 266850 h 361333"/>
                <a:gd name="connsiteX155" fmla="*/ 228760 w 361670"/>
                <a:gd name="connsiteY155" fmla="*/ 245145 h 361333"/>
                <a:gd name="connsiteX156" fmla="*/ 231316 w 361670"/>
                <a:gd name="connsiteY156" fmla="*/ 230462 h 361333"/>
                <a:gd name="connsiteX157" fmla="*/ 239623 w 361670"/>
                <a:gd name="connsiteY157" fmla="*/ 227270 h 361333"/>
                <a:gd name="connsiteX158" fmla="*/ 242818 w 361670"/>
                <a:gd name="connsiteY158" fmla="*/ 235569 h 361333"/>
                <a:gd name="connsiteX159" fmla="*/ 241540 w 361670"/>
                <a:gd name="connsiteY159" fmla="*/ 241953 h 361333"/>
                <a:gd name="connsiteX160" fmla="*/ 256237 w 361670"/>
                <a:gd name="connsiteY160" fmla="*/ 254721 h 361333"/>
                <a:gd name="connsiteX161" fmla="*/ 269016 w 361670"/>
                <a:gd name="connsiteY161" fmla="*/ 255998 h 361333"/>
                <a:gd name="connsiteX162" fmla="*/ 277323 w 361670"/>
                <a:gd name="connsiteY162" fmla="*/ 256636 h 361333"/>
                <a:gd name="connsiteX163" fmla="*/ 283074 w 361670"/>
                <a:gd name="connsiteY163" fmla="*/ 263659 h 361333"/>
                <a:gd name="connsiteX164" fmla="*/ 276045 w 361670"/>
                <a:gd name="connsiteY164" fmla="*/ 269404 h 361333"/>
                <a:gd name="connsiteX165" fmla="*/ 280518 w 361670"/>
                <a:gd name="connsiteY165" fmla="*/ 235569 h 361333"/>
                <a:gd name="connsiteX166" fmla="*/ 279240 w 361670"/>
                <a:gd name="connsiteY166" fmla="*/ 235569 h 361333"/>
                <a:gd name="connsiteX167" fmla="*/ 272850 w 361670"/>
                <a:gd name="connsiteY167" fmla="*/ 234292 h 361333"/>
                <a:gd name="connsiteX168" fmla="*/ 267738 w 361670"/>
                <a:gd name="connsiteY168" fmla="*/ 226631 h 361333"/>
                <a:gd name="connsiteX169" fmla="*/ 275406 w 361670"/>
                <a:gd name="connsiteY169" fmla="*/ 221524 h 361333"/>
                <a:gd name="connsiteX170" fmla="*/ 281796 w 361670"/>
                <a:gd name="connsiteY170" fmla="*/ 222801 h 361333"/>
                <a:gd name="connsiteX171" fmla="*/ 286908 w 361670"/>
                <a:gd name="connsiteY171" fmla="*/ 230462 h 361333"/>
                <a:gd name="connsiteX172" fmla="*/ 280518 w 361670"/>
                <a:gd name="connsiteY172" fmla="*/ 23556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225565" y="225355"/>
                  </a:moveTo>
                  <a:lnTo>
                    <a:pt x="219175" y="224078"/>
                  </a:lnTo>
                  <a:cubicBezTo>
                    <a:pt x="219175" y="224078"/>
                    <a:pt x="218536" y="224078"/>
                    <a:pt x="218536" y="224078"/>
                  </a:cubicBezTo>
                  <a:cubicBezTo>
                    <a:pt x="218536" y="225355"/>
                    <a:pt x="218536" y="226631"/>
                    <a:pt x="218536" y="227908"/>
                  </a:cubicBezTo>
                  <a:cubicBezTo>
                    <a:pt x="217897" y="231739"/>
                    <a:pt x="215980" y="234292"/>
                    <a:pt x="213424" y="236846"/>
                  </a:cubicBezTo>
                  <a:lnTo>
                    <a:pt x="212785" y="237484"/>
                  </a:lnTo>
                  <a:lnTo>
                    <a:pt x="212785" y="238123"/>
                  </a:lnTo>
                  <a:cubicBezTo>
                    <a:pt x="217258" y="243868"/>
                    <a:pt x="215980" y="252806"/>
                    <a:pt x="210229" y="257275"/>
                  </a:cubicBezTo>
                  <a:lnTo>
                    <a:pt x="164221" y="291110"/>
                  </a:lnTo>
                  <a:cubicBezTo>
                    <a:pt x="159748" y="294302"/>
                    <a:pt x="153998" y="294940"/>
                    <a:pt x="149524" y="295578"/>
                  </a:cubicBezTo>
                  <a:cubicBezTo>
                    <a:pt x="148246" y="295578"/>
                    <a:pt x="145690" y="296217"/>
                    <a:pt x="145051" y="296217"/>
                  </a:cubicBezTo>
                  <a:lnTo>
                    <a:pt x="133550" y="304516"/>
                  </a:lnTo>
                  <a:cubicBezTo>
                    <a:pt x="132272" y="305154"/>
                    <a:pt x="130994" y="305793"/>
                    <a:pt x="129716" y="305793"/>
                  </a:cubicBezTo>
                  <a:cubicBezTo>
                    <a:pt x="127799" y="305793"/>
                    <a:pt x="125882" y="305154"/>
                    <a:pt x="124604" y="303239"/>
                  </a:cubicBezTo>
                  <a:cubicBezTo>
                    <a:pt x="122687" y="300686"/>
                    <a:pt x="123326" y="296217"/>
                    <a:pt x="125882" y="294302"/>
                  </a:cubicBezTo>
                  <a:lnTo>
                    <a:pt x="137384" y="286002"/>
                  </a:lnTo>
                  <a:cubicBezTo>
                    <a:pt x="140579" y="283449"/>
                    <a:pt x="144413" y="283449"/>
                    <a:pt x="148246" y="282810"/>
                  </a:cubicBezTo>
                  <a:cubicBezTo>
                    <a:pt x="151441" y="282810"/>
                    <a:pt x="154636" y="282172"/>
                    <a:pt x="156553" y="280895"/>
                  </a:cubicBezTo>
                  <a:lnTo>
                    <a:pt x="202561" y="247060"/>
                  </a:lnTo>
                  <a:cubicBezTo>
                    <a:pt x="202561" y="247060"/>
                    <a:pt x="202561" y="246422"/>
                    <a:pt x="202561" y="245783"/>
                  </a:cubicBezTo>
                  <a:lnTo>
                    <a:pt x="202561" y="245145"/>
                  </a:lnTo>
                  <a:lnTo>
                    <a:pt x="184669" y="258551"/>
                  </a:lnTo>
                  <a:cubicBezTo>
                    <a:pt x="183391" y="259190"/>
                    <a:pt x="182113" y="259828"/>
                    <a:pt x="180835" y="259828"/>
                  </a:cubicBezTo>
                  <a:cubicBezTo>
                    <a:pt x="178918" y="259828"/>
                    <a:pt x="177001" y="259190"/>
                    <a:pt x="175723" y="257275"/>
                  </a:cubicBezTo>
                  <a:cubicBezTo>
                    <a:pt x="173806" y="254721"/>
                    <a:pt x="174445" y="250252"/>
                    <a:pt x="177001" y="248337"/>
                  </a:cubicBezTo>
                  <a:lnTo>
                    <a:pt x="205756" y="227270"/>
                  </a:lnTo>
                  <a:cubicBezTo>
                    <a:pt x="205756" y="226631"/>
                    <a:pt x="205756" y="225993"/>
                    <a:pt x="205756" y="225993"/>
                  </a:cubicBezTo>
                  <a:lnTo>
                    <a:pt x="205756" y="225355"/>
                  </a:lnTo>
                  <a:lnTo>
                    <a:pt x="178918" y="245145"/>
                  </a:lnTo>
                  <a:cubicBezTo>
                    <a:pt x="177640" y="245783"/>
                    <a:pt x="176362" y="246422"/>
                    <a:pt x="175084" y="246422"/>
                  </a:cubicBezTo>
                  <a:cubicBezTo>
                    <a:pt x="173167" y="246422"/>
                    <a:pt x="171250" y="245783"/>
                    <a:pt x="169972" y="243868"/>
                  </a:cubicBezTo>
                  <a:cubicBezTo>
                    <a:pt x="168055" y="241315"/>
                    <a:pt x="168694" y="236846"/>
                    <a:pt x="171250" y="234931"/>
                  </a:cubicBezTo>
                  <a:lnTo>
                    <a:pt x="205756" y="209395"/>
                  </a:lnTo>
                  <a:cubicBezTo>
                    <a:pt x="206395" y="209395"/>
                    <a:pt x="205756" y="208756"/>
                    <a:pt x="205756" y="208118"/>
                  </a:cubicBezTo>
                  <a:cubicBezTo>
                    <a:pt x="205756" y="207479"/>
                    <a:pt x="205117" y="208118"/>
                    <a:pt x="204478" y="208118"/>
                  </a:cubicBezTo>
                  <a:lnTo>
                    <a:pt x="201283" y="210033"/>
                  </a:lnTo>
                  <a:cubicBezTo>
                    <a:pt x="201283" y="210033"/>
                    <a:pt x="201283" y="210033"/>
                    <a:pt x="201283" y="210033"/>
                  </a:cubicBezTo>
                  <a:cubicBezTo>
                    <a:pt x="201283" y="210033"/>
                    <a:pt x="201283" y="210033"/>
                    <a:pt x="201283" y="210033"/>
                  </a:cubicBezTo>
                  <a:lnTo>
                    <a:pt x="169333" y="233015"/>
                  </a:lnTo>
                  <a:cubicBezTo>
                    <a:pt x="166777" y="234931"/>
                    <a:pt x="162304" y="234292"/>
                    <a:pt x="160387" y="231739"/>
                  </a:cubicBezTo>
                  <a:cubicBezTo>
                    <a:pt x="158470" y="229185"/>
                    <a:pt x="159109" y="224716"/>
                    <a:pt x="161665" y="222801"/>
                  </a:cubicBezTo>
                  <a:lnTo>
                    <a:pt x="188503" y="203011"/>
                  </a:lnTo>
                  <a:lnTo>
                    <a:pt x="187864" y="202372"/>
                  </a:lnTo>
                  <a:cubicBezTo>
                    <a:pt x="187864" y="202372"/>
                    <a:pt x="187225" y="202372"/>
                    <a:pt x="187225" y="202372"/>
                  </a:cubicBezTo>
                  <a:lnTo>
                    <a:pt x="148885" y="230462"/>
                  </a:lnTo>
                  <a:cubicBezTo>
                    <a:pt x="147608" y="231100"/>
                    <a:pt x="146330" y="231739"/>
                    <a:pt x="145051" y="231739"/>
                  </a:cubicBezTo>
                  <a:lnTo>
                    <a:pt x="137384" y="231739"/>
                  </a:lnTo>
                  <a:cubicBezTo>
                    <a:pt x="135467" y="231739"/>
                    <a:pt x="132911" y="230462"/>
                    <a:pt x="132272" y="228547"/>
                  </a:cubicBezTo>
                  <a:cubicBezTo>
                    <a:pt x="130994" y="226631"/>
                    <a:pt x="130994" y="224716"/>
                    <a:pt x="131633" y="222163"/>
                  </a:cubicBezTo>
                  <a:cubicBezTo>
                    <a:pt x="134189" y="216417"/>
                    <a:pt x="137384" y="208118"/>
                    <a:pt x="138023" y="206203"/>
                  </a:cubicBezTo>
                  <a:cubicBezTo>
                    <a:pt x="138023" y="205564"/>
                    <a:pt x="138023" y="204926"/>
                    <a:pt x="138023" y="204926"/>
                  </a:cubicBezTo>
                  <a:cubicBezTo>
                    <a:pt x="133550" y="211948"/>
                    <a:pt x="125882" y="221524"/>
                    <a:pt x="123965" y="224716"/>
                  </a:cubicBezTo>
                  <a:cubicBezTo>
                    <a:pt x="122687" y="227270"/>
                    <a:pt x="119492" y="236207"/>
                    <a:pt x="118214" y="243230"/>
                  </a:cubicBezTo>
                  <a:cubicBezTo>
                    <a:pt x="118214" y="243868"/>
                    <a:pt x="118214" y="245145"/>
                    <a:pt x="118214" y="246422"/>
                  </a:cubicBezTo>
                  <a:cubicBezTo>
                    <a:pt x="118214" y="254083"/>
                    <a:pt x="117575" y="259828"/>
                    <a:pt x="114380" y="263020"/>
                  </a:cubicBezTo>
                  <a:cubicBezTo>
                    <a:pt x="113741" y="263659"/>
                    <a:pt x="113741" y="263659"/>
                    <a:pt x="113102" y="263659"/>
                  </a:cubicBezTo>
                  <a:lnTo>
                    <a:pt x="84347" y="278342"/>
                  </a:lnTo>
                  <a:cubicBezTo>
                    <a:pt x="83708" y="278980"/>
                    <a:pt x="82430" y="278980"/>
                    <a:pt x="81152" y="278980"/>
                  </a:cubicBezTo>
                  <a:cubicBezTo>
                    <a:pt x="78596" y="278980"/>
                    <a:pt x="76679" y="277703"/>
                    <a:pt x="75401" y="275788"/>
                  </a:cubicBezTo>
                  <a:cubicBezTo>
                    <a:pt x="73484" y="272596"/>
                    <a:pt x="74762" y="268766"/>
                    <a:pt x="77957" y="267489"/>
                  </a:cubicBezTo>
                  <a:lnTo>
                    <a:pt x="104795" y="253444"/>
                  </a:lnTo>
                  <a:cubicBezTo>
                    <a:pt x="105434" y="251529"/>
                    <a:pt x="105434" y="247699"/>
                    <a:pt x="105434" y="245783"/>
                  </a:cubicBezTo>
                  <a:cubicBezTo>
                    <a:pt x="105434" y="243868"/>
                    <a:pt x="105434" y="241953"/>
                    <a:pt x="105434" y="240676"/>
                  </a:cubicBezTo>
                  <a:cubicBezTo>
                    <a:pt x="106712" y="230462"/>
                    <a:pt x="111824" y="218332"/>
                    <a:pt x="112463" y="217694"/>
                  </a:cubicBezTo>
                  <a:cubicBezTo>
                    <a:pt x="112463" y="217055"/>
                    <a:pt x="113102" y="217055"/>
                    <a:pt x="113102" y="216417"/>
                  </a:cubicBezTo>
                  <a:cubicBezTo>
                    <a:pt x="116936" y="211310"/>
                    <a:pt x="127160" y="197903"/>
                    <a:pt x="129716" y="192796"/>
                  </a:cubicBezTo>
                  <a:cubicBezTo>
                    <a:pt x="130994" y="190881"/>
                    <a:pt x="132911" y="189604"/>
                    <a:pt x="135467" y="189604"/>
                  </a:cubicBezTo>
                  <a:cubicBezTo>
                    <a:pt x="135467" y="189604"/>
                    <a:pt x="136106" y="189604"/>
                    <a:pt x="136106" y="189604"/>
                  </a:cubicBezTo>
                  <a:cubicBezTo>
                    <a:pt x="135467" y="187051"/>
                    <a:pt x="134828" y="184497"/>
                    <a:pt x="133550" y="182582"/>
                  </a:cubicBezTo>
                  <a:cubicBezTo>
                    <a:pt x="131633" y="175560"/>
                    <a:pt x="129716" y="168537"/>
                    <a:pt x="129077" y="161515"/>
                  </a:cubicBezTo>
                  <a:cubicBezTo>
                    <a:pt x="125882" y="162153"/>
                    <a:pt x="122048" y="162792"/>
                    <a:pt x="118853" y="162792"/>
                  </a:cubicBezTo>
                  <a:cubicBezTo>
                    <a:pt x="89459" y="162792"/>
                    <a:pt x="65177" y="138532"/>
                    <a:pt x="65177" y="109166"/>
                  </a:cubicBezTo>
                  <a:cubicBezTo>
                    <a:pt x="65177" y="79800"/>
                    <a:pt x="89459" y="55541"/>
                    <a:pt x="118853" y="55541"/>
                  </a:cubicBezTo>
                  <a:cubicBezTo>
                    <a:pt x="134189" y="55541"/>
                    <a:pt x="147608" y="61925"/>
                    <a:pt x="157831" y="72139"/>
                  </a:cubicBezTo>
                  <a:cubicBezTo>
                    <a:pt x="165499" y="66393"/>
                    <a:pt x="171250" y="64478"/>
                    <a:pt x="171889" y="63840"/>
                  </a:cubicBezTo>
                  <a:cubicBezTo>
                    <a:pt x="172528" y="63840"/>
                    <a:pt x="197449" y="54264"/>
                    <a:pt x="227482" y="63840"/>
                  </a:cubicBezTo>
                  <a:cubicBezTo>
                    <a:pt x="258153" y="73416"/>
                    <a:pt x="274128" y="106612"/>
                    <a:pt x="274128" y="134064"/>
                  </a:cubicBezTo>
                  <a:cubicBezTo>
                    <a:pt x="274128" y="150024"/>
                    <a:pt x="271572" y="167260"/>
                    <a:pt x="267099" y="182582"/>
                  </a:cubicBezTo>
                  <a:cubicBezTo>
                    <a:pt x="267099" y="183220"/>
                    <a:pt x="266460" y="183859"/>
                    <a:pt x="265821" y="184497"/>
                  </a:cubicBezTo>
                  <a:lnTo>
                    <a:pt x="269655" y="183859"/>
                  </a:lnTo>
                  <a:cubicBezTo>
                    <a:pt x="272850" y="183220"/>
                    <a:pt x="276684" y="185774"/>
                    <a:pt x="277323" y="188966"/>
                  </a:cubicBezTo>
                  <a:cubicBezTo>
                    <a:pt x="277962" y="192158"/>
                    <a:pt x="275406" y="195988"/>
                    <a:pt x="272211" y="196627"/>
                  </a:cubicBezTo>
                  <a:lnTo>
                    <a:pt x="258792" y="199180"/>
                  </a:lnTo>
                  <a:cubicBezTo>
                    <a:pt x="258153" y="199180"/>
                    <a:pt x="258153" y="199180"/>
                    <a:pt x="257514" y="199180"/>
                  </a:cubicBezTo>
                  <a:cubicBezTo>
                    <a:pt x="254319" y="199180"/>
                    <a:pt x="251763" y="197265"/>
                    <a:pt x="251124" y="194073"/>
                  </a:cubicBezTo>
                  <a:cubicBezTo>
                    <a:pt x="250485" y="190881"/>
                    <a:pt x="253042" y="187051"/>
                    <a:pt x="256237" y="186412"/>
                  </a:cubicBezTo>
                  <a:lnTo>
                    <a:pt x="257514" y="186412"/>
                  </a:lnTo>
                  <a:cubicBezTo>
                    <a:pt x="254958" y="185135"/>
                    <a:pt x="253680" y="181944"/>
                    <a:pt x="254319" y="179390"/>
                  </a:cubicBezTo>
                  <a:cubicBezTo>
                    <a:pt x="256875" y="169814"/>
                    <a:pt x="258792" y="160238"/>
                    <a:pt x="260070" y="150662"/>
                  </a:cubicBezTo>
                  <a:cubicBezTo>
                    <a:pt x="256237" y="146193"/>
                    <a:pt x="249847" y="135979"/>
                    <a:pt x="234511" y="107889"/>
                  </a:cubicBezTo>
                  <a:cubicBezTo>
                    <a:pt x="219175" y="130233"/>
                    <a:pt x="187225" y="138532"/>
                    <a:pt x="161665" y="142363"/>
                  </a:cubicBezTo>
                  <a:cubicBezTo>
                    <a:pt x="161026" y="142363"/>
                    <a:pt x="160387" y="142363"/>
                    <a:pt x="159748" y="142363"/>
                  </a:cubicBezTo>
                  <a:cubicBezTo>
                    <a:pt x="154636" y="148747"/>
                    <a:pt x="148246" y="153854"/>
                    <a:pt x="140579" y="157046"/>
                  </a:cubicBezTo>
                  <a:cubicBezTo>
                    <a:pt x="141856" y="164068"/>
                    <a:pt x="143135" y="171091"/>
                    <a:pt x="145051" y="178113"/>
                  </a:cubicBezTo>
                  <a:cubicBezTo>
                    <a:pt x="148246" y="188966"/>
                    <a:pt x="152719" y="199180"/>
                    <a:pt x="155914" y="207479"/>
                  </a:cubicBezTo>
                  <a:lnTo>
                    <a:pt x="178918" y="190881"/>
                  </a:lnTo>
                  <a:cubicBezTo>
                    <a:pt x="184669" y="186412"/>
                    <a:pt x="192976" y="187689"/>
                    <a:pt x="197449" y="193435"/>
                  </a:cubicBezTo>
                  <a:lnTo>
                    <a:pt x="198088" y="194711"/>
                  </a:lnTo>
                  <a:cubicBezTo>
                    <a:pt x="203839" y="192158"/>
                    <a:pt x="210868" y="193435"/>
                    <a:pt x="214702" y="199180"/>
                  </a:cubicBezTo>
                  <a:cubicBezTo>
                    <a:pt x="216619" y="202372"/>
                    <a:pt x="217897" y="205564"/>
                    <a:pt x="217258" y="209395"/>
                  </a:cubicBezTo>
                  <a:cubicBezTo>
                    <a:pt x="217258" y="210033"/>
                    <a:pt x="217258" y="210671"/>
                    <a:pt x="216619" y="211310"/>
                  </a:cubicBezTo>
                  <a:cubicBezTo>
                    <a:pt x="217897" y="210671"/>
                    <a:pt x="218536" y="210671"/>
                    <a:pt x="219814" y="210671"/>
                  </a:cubicBezTo>
                  <a:lnTo>
                    <a:pt x="226204" y="211948"/>
                  </a:lnTo>
                  <a:cubicBezTo>
                    <a:pt x="229399" y="212587"/>
                    <a:pt x="231955" y="215779"/>
                    <a:pt x="231316" y="219609"/>
                  </a:cubicBezTo>
                  <a:cubicBezTo>
                    <a:pt x="230677" y="222801"/>
                    <a:pt x="228121" y="224716"/>
                    <a:pt x="224926" y="224716"/>
                  </a:cubicBezTo>
                  <a:cubicBezTo>
                    <a:pt x="226204" y="225355"/>
                    <a:pt x="225565" y="225355"/>
                    <a:pt x="225565" y="225355"/>
                  </a:cubicBezTo>
                  <a:close/>
                  <a:moveTo>
                    <a:pt x="222370" y="194073"/>
                  </a:moveTo>
                  <a:lnTo>
                    <a:pt x="235789" y="191519"/>
                  </a:lnTo>
                  <a:cubicBezTo>
                    <a:pt x="238984" y="190881"/>
                    <a:pt x="242818" y="193435"/>
                    <a:pt x="243457" y="196627"/>
                  </a:cubicBezTo>
                  <a:cubicBezTo>
                    <a:pt x="244095" y="199819"/>
                    <a:pt x="241540" y="203649"/>
                    <a:pt x="238345" y="204287"/>
                  </a:cubicBezTo>
                  <a:lnTo>
                    <a:pt x="224926" y="206841"/>
                  </a:lnTo>
                  <a:cubicBezTo>
                    <a:pt x="224287" y="206841"/>
                    <a:pt x="224287" y="206841"/>
                    <a:pt x="223648" y="206841"/>
                  </a:cubicBezTo>
                  <a:cubicBezTo>
                    <a:pt x="220453" y="206841"/>
                    <a:pt x="217897" y="204926"/>
                    <a:pt x="217258" y="201734"/>
                  </a:cubicBezTo>
                  <a:cubicBezTo>
                    <a:pt x="216619" y="197903"/>
                    <a:pt x="218536" y="194711"/>
                    <a:pt x="222370" y="194073"/>
                  </a:cubicBezTo>
                  <a:close/>
                  <a:moveTo>
                    <a:pt x="213424" y="162153"/>
                  </a:moveTo>
                  <a:cubicBezTo>
                    <a:pt x="211507" y="158961"/>
                    <a:pt x="212146" y="155131"/>
                    <a:pt x="215341" y="153216"/>
                  </a:cubicBezTo>
                  <a:cubicBezTo>
                    <a:pt x="218536" y="151300"/>
                    <a:pt x="222370" y="151939"/>
                    <a:pt x="224287" y="155131"/>
                  </a:cubicBezTo>
                  <a:cubicBezTo>
                    <a:pt x="228121" y="161515"/>
                    <a:pt x="233872" y="161515"/>
                    <a:pt x="234511" y="161515"/>
                  </a:cubicBezTo>
                  <a:cubicBezTo>
                    <a:pt x="238345" y="161515"/>
                    <a:pt x="240901" y="164068"/>
                    <a:pt x="240901" y="167260"/>
                  </a:cubicBezTo>
                  <a:cubicBezTo>
                    <a:pt x="240901" y="170452"/>
                    <a:pt x="238345" y="173644"/>
                    <a:pt x="235150" y="174283"/>
                  </a:cubicBezTo>
                  <a:cubicBezTo>
                    <a:pt x="234511" y="174283"/>
                    <a:pt x="234511" y="174283"/>
                    <a:pt x="233872" y="174283"/>
                  </a:cubicBezTo>
                  <a:cubicBezTo>
                    <a:pt x="229399" y="174283"/>
                    <a:pt x="219814" y="171729"/>
                    <a:pt x="213424" y="162153"/>
                  </a:cubicBezTo>
                  <a:close/>
                  <a:moveTo>
                    <a:pt x="243457" y="216417"/>
                  </a:moveTo>
                  <a:cubicBezTo>
                    <a:pt x="242179" y="214502"/>
                    <a:pt x="241540" y="211310"/>
                    <a:pt x="242818" y="209395"/>
                  </a:cubicBezTo>
                  <a:cubicBezTo>
                    <a:pt x="243457" y="208118"/>
                    <a:pt x="244095" y="207479"/>
                    <a:pt x="244095" y="206841"/>
                  </a:cubicBezTo>
                  <a:cubicBezTo>
                    <a:pt x="244095" y="206203"/>
                    <a:pt x="244735" y="205564"/>
                    <a:pt x="245374" y="204287"/>
                  </a:cubicBezTo>
                  <a:cubicBezTo>
                    <a:pt x="246652" y="201095"/>
                    <a:pt x="250485" y="199819"/>
                    <a:pt x="253680" y="201095"/>
                  </a:cubicBezTo>
                  <a:cubicBezTo>
                    <a:pt x="256875" y="202372"/>
                    <a:pt x="258153" y="206203"/>
                    <a:pt x="256875" y="209395"/>
                  </a:cubicBezTo>
                  <a:cubicBezTo>
                    <a:pt x="256237" y="210033"/>
                    <a:pt x="256237" y="210671"/>
                    <a:pt x="256237" y="211310"/>
                  </a:cubicBezTo>
                  <a:cubicBezTo>
                    <a:pt x="255597" y="212587"/>
                    <a:pt x="255597" y="213225"/>
                    <a:pt x="253680" y="215779"/>
                  </a:cubicBezTo>
                  <a:cubicBezTo>
                    <a:pt x="253042" y="216417"/>
                    <a:pt x="252403" y="217055"/>
                    <a:pt x="251763" y="217694"/>
                  </a:cubicBezTo>
                  <a:lnTo>
                    <a:pt x="256237" y="218332"/>
                  </a:lnTo>
                  <a:cubicBezTo>
                    <a:pt x="259431" y="218971"/>
                    <a:pt x="261987" y="222163"/>
                    <a:pt x="261348" y="225993"/>
                  </a:cubicBezTo>
                  <a:cubicBezTo>
                    <a:pt x="260709" y="229185"/>
                    <a:pt x="258153" y="231100"/>
                    <a:pt x="254958" y="231100"/>
                  </a:cubicBezTo>
                  <a:cubicBezTo>
                    <a:pt x="254319" y="231100"/>
                    <a:pt x="254319" y="231100"/>
                    <a:pt x="253680" y="231100"/>
                  </a:cubicBezTo>
                  <a:lnTo>
                    <a:pt x="242179" y="229185"/>
                  </a:lnTo>
                  <a:cubicBezTo>
                    <a:pt x="238984" y="228547"/>
                    <a:pt x="236428" y="225355"/>
                    <a:pt x="237067" y="221524"/>
                  </a:cubicBezTo>
                  <a:cubicBezTo>
                    <a:pt x="238984" y="218332"/>
                    <a:pt x="240901" y="216417"/>
                    <a:pt x="243457" y="216417"/>
                  </a:cubicBezTo>
                  <a:close/>
                  <a:moveTo>
                    <a:pt x="188503" y="162153"/>
                  </a:moveTo>
                  <a:cubicBezTo>
                    <a:pt x="182113" y="171729"/>
                    <a:pt x="173167" y="174283"/>
                    <a:pt x="168055" y="174283"/>
                  </a:cubicBezTo>
                  <a:cubicBezTo>
                    <a:pt x="167416" y="174283"/>
                    <a:pt x="167416" y="174283"/>
                    <a:pt x="166777" y="174283"/>
                  </a:cubicBezTo>
                  <a:cubicBezTo>
                    <a:pt x="162943" y="174283"/>
                    <a:pt x="160387" y="171091"/>
                    <a:pt x="161026" y="167260"/>
                  </a:cubicBezTo>
                  <a:cubicBezTo>
                    <a:pt x="161026" y="164068"/>
                    <a:pt x="164221" y="160876"/>
                    <a:pt x="168055" y="161515"/>
                  </a:cubicBezTo>
                  <a:cubicBezTo>
                    <a:pt x="168694" y="161515"/>
                    <a:pt x="173806" y="161515"/>
                    <a:pt x="178279" y="155131"/>
                  </a:cubicBezTo>
                  <a:cubicBezTo>
                    <a:pt x="180196" y="151939"/>
                    <a:pt x="184030" y="151300"/>
                    <a:pt x="187225" y="153216"/>
                  </a:cubicBezTo>
                  <a:cubicBezTo>
                    <a:pt x="189142" y="155131"/>
                    <a:pt x="190420" y="158961"/>
                    <a:pt x="188503" y="162153"/>
                  </a:cubicBezTo>
                  <a:close/>
                  <a:moveTo>
                    <a:pt x="276045" y="269404"/>
                  </a:moveTo>
                  <a:cubicBezTo>
                    <a:pt x="276045" y="269404"/>
                    <a:pt x="275406" y="269404"/>
                    <a:pt x="275406" y="269404"/>
                  </a:cubicBezTo>
                  <a:lnTo>
                    <a:pt x="267738" y="268766"/>
                  </a:lnTo>
                  <a:cubicBezTo>
                    <a:pt x="260709" y="268127"/>
                    <a:pt x="256237" y="267489"/>
                    <a:pt x="253042" y="266850"/>
                  </a:cubicBezTo>
                  <a:cubicBezTo>
                    <a:pt x="244095" y="264935"/>
                    <a:pt x="230677" y="252806"/>
                    <a:pt x="228760" y="245145"/>
                  </a:cubicBezTo>
                  <a:cubicBezTo>
                    <a:pt x="227482" y="240676"/>
                    <a:pt x="228121" y="236207"/>
                    <a:pt x="231316" y="230462"/>
                  </a:cubicBezTo>
                  <a:cubicBezTo>
                    <a:pt x="232594" y="227270"/>
                    <a:pt x="236428" y="225993"/>
                    <a:pt x="239623" y="227270"/>
                  </a:cubicBezTo>
                  <a:cubicBezTo>
                    <a:pt x="242818" y="228547"/>
                    <a:pt x="244095" y="232377"/>
                    <a:pt x="242818" y="235569"/>
                  </a:cubicBezTo>
                  <a:cubicBezTo>
                    <a:pt x="240901" y="240038"/>
                    <a:pt x="240901" y="241315"/>
                    <a:pt x="241540" y="241953"/>
                  </a:cubicBezTo>
                  <a:cubicBezTo>
                    <a:pt x="242179" y="245145"/>
                    <a:pt x="251124" y="253444"/>
                    <a:pt x="256237" y="254721"/>
                  </a:cubicBezTo>
                  <a:cubicBezTo>
                    <a:pt x="258153" y="255359"/>
                    <a:pt x="263265" y="255998"/>
                    <a:pt x="269016" y="255998"/>
                  </a:cubicBezTo>
                  <a:lnTo>
                    <a:pt x="277323" y="256636"/>
                  </a:lnTo>
                  <a:cubicBezTo>
                    <a:pt x="280518" y="257275"/>
                    <a:pt x="283074" y="260467"/>
                    <a:pt x="283074" y="263659"/>
                  </a:cubicBezTo>
                  <a:cubicBezTo>
                    <a:pt x="282435" y="266850"/>
                    <a:pt x="279240" y="269404"/>
                    <a:pt x="276045" y="269404"/>
                  </a:cubicBezTo>
                  <a:close/>
                  <a:moveTo>
                    <a:pt x="280518" y="235569"/>
                  </a:moveTo>
                  <a:cubicBezTo>
                    <a:pt x="279879" y="235569"/>
                    <a:pt x="279879" y="235569"/>
                    <a:pt x="279240" y="235569"/>
                  </a:cubicBezTo>
                  <a:lnTo>
                    <a:pt x="272850" y="234292"/>
                  </a:lnTo>
                  <a:cubicBezTo>
                    <a:pt x="269655" y="233654"/>
                    <a:pt x="267099" y="230462"/>
                    <a:pt x="267738" y="226631"/>
                  </a:cubicBezTo>
                  <a:cubicBezTo>
                    <a:pt x="268377" y="223439"/>
                    <a:pt x="271572" y="220886"/>
                    <a:pt x="275406" y="221524"/>
                  </a:cubicBezTo>
                  <a:lnTo>
                    <a:pt x="281796" y="222801"/>
                  </a:lnTo>
                  <a:cubicBezTo>
                    <a:pt x="284991" y="223439"/>
                    <a:pt x="287547" y="226631"/>
                    <a:pt x="286908" y="230462"/>
                  </a:cubicBezTo>
                  <a:cubicBezTo>
                    <a:pt x="286269" y="233654"/>
                    <a:pt x="283713" y="235569"/>
                    <a:pt x="280518" y="235569"/>
                  </a:cubicBezTo>
                  <a:close/>
                </a:path>
              </a:pathLst>
            </a:custGeom>
            <a:solidFill>
              <a:srgbClr val="012169"/>
            </a:solidFill>
            <a:ln w="6390" cap="flat">
              <a:noFill/>
              <a:prstDash val="solid"/>
              <a:miter/>
            </a:ln>
          </p:spPr>
          <p:txBody>
            <a:bodyPr rtlCol="0" anchor="ctr"/>
            <a:lstStyle/>
            <a:p>
              <a:endParaRPr lang="en-US"/>
            </a:p>
          </p:txBody>
        </p:sp>
      </p:grpSp>
      <p:grpSp>
        <p:nvGrpSpPr>
          <p:cNvPr id="695" name="Graphic 4">
            <a:extLst>
              <a:ext uri="{FF2B5EF4-FFF2-40B4-BE49-F238E27FC236}">
                <a16:creationId xmlns:a16="http://schemas.microsoft.com/office/drawing/2014/main" id="{F7266B7B-F8B2-AA4A-B929-6FA47D6F90AD}"/>
              </a:ext>
            </a:extLst>
          </p:cNvPr>
          <p:cNvGrpSpPr/>
          <p:nvPr/>
        </p:nvGrpSpPr>
        <p:grpSpPr>
          <a:xfrm>
            <a:off x="1952764" y="1402085"/>
            <a:ext cx="361674" cy="361333"/>
            <a:chOff x="1952764" y="1402085"/>
            <a:chExt cx="361674" cy="361333"/>
          </a:xfrm>
          <a:solidFill>
            <a:srgbClr val="012169"/>
          </a:solidFill>
        </p:grpSpPr>
        <p:sp>
          <p:nvSpPr>
            <p:cNvPr id="696" name="Graphic 4">
              <a:extLst>
                <a:ext uri="{FF2B5EF4-FFF2-40B4-BE49-F238E27FC236}">
                  <a16:creationId xmlns:a16="http://schemas.microsoft.com/office/drawing/2014/main" id="{21A49FD1-2063-6746-A2BD-D6AF9D08BB7C}"/>
                </a:ext>
              </a:extLst>
            </p:cNvPr>
            <p:cNvSpPr/>
            <p:nvPr/>
          </p:nvSpPr>
          <p:spPr>
            <a:xfrm>
              <a:off x="2043890" y="1481884"/>
              <a:ext cx="109131" cy="202372"/>
            </a:xfrm>
            <a:custGeom>
              <a:avLst/>
              <a:gdLst>
                <a:gd name="connsiteX0" fmla="*/ 102490 w 109131"/>
                <a:gd name="connsiteY0" fmla="*/ 95760 h 202372"/>
                <a:gd name="connsiteX1" fmla="*/ 107602 w 109131"/>
                <a:gd name="connsiteY1" fmla="*/ 90653 h 202372"/>
                <a:gd name="connsiteX2" fmla="*/ 108241 w 109131"/>
                <a:gd name="connsiteY2" fmla="*/ 84907 h 202372"/>
                <a:gd name="connsiteX3" fmla="*/ 101851 w 109131"/>
                <a:gd name="connsiteY3" fmla="*/ 86822 h 202372"/>
                <a:gd name="connsiteX4" fmla="*/ 98017 w 109131"/>
                <a:gd name="connsiteY4" fmla="*/ 90653 h 202372"/>
                <a:gd name="connsiteX5" fmla="*/ 78847 w 109131"/>
                <a:gd name="connsiteY5" fmla="*/ 109804 h 202372"/>
                <a:gd name="connsiteX6" fmla="*/ 71818 w 109131"/>
                <a:gd name="connsiteY6" fmla="*/ 111081 h 202372"/>
                <a:gd name="connsiteX7" fmla="*/ 67984 w 109131"/>
                <a:gd name="connsiteY7" fmla="*/ 105336 h 202372"/>
                <a:gd name="connsiteX8" fmla="*/ 67984 w 109131"/>
                <a:gd name="connsiteY8" fmla="*/ 21706 h 202372"/>
                <a:gd name="connsiteX9" fmla="*/ 66067 w 109131"/>
                <a:gd name="connsiteY9" fmla="*/ 11491 h 202372"/>
                <a:gd name="connsiteX10" fmla="*/ 64789 w 109131"/>
                <a:gd name="connsiteY10" fmla="*/ 10853 h 202372"/>
                <a:gd name="connsiteX11" fmla="*/ 61594 w 109131"/>
                <a:gd name="connsiteY11" fmla="*/ 12130 h 202372"/>
                <a:gd name="connsiteX12" fmla="*/ 60316 w 109131"/>
                <a:gd name="connsiteY12" fmla="*/ 15960 h 202372"/>
                <a:gd name="connsiteX13" fmla="*/ 60316 w 109131"/>
                <a:gd name="connsiteY13" fmla="*/ 15960 h 202372"/>
                <a:gd name="connsiteX14" fmla="*/ 60316 w 109131"/>
                <a:gd name="connsiteY14" fmla="*/ 61925 h 202372"/>
                <a:gd name="connsiteX15" fmla="*/ 53926 w 109131"/>
                <a:gd name="connsiteY15" fmla="*/ 68309 h 202372"/>
                <a:gd name="connsiteX16" fmla="*/ 53926 w 109131"/>
                <a:gd name="connsiteY16" fmla="*/ 68309 h 202372"/>
                <a:gd name="connsiteX17" fmla="*/ 47536 w 109131"/>
                <a:gd name="connsiteY17" fmla="*/ 61925 h 202372"/>
                <a:gd name="connsiteX18" fmla="*/ 47536 w 109131"/>
                <a:gd name="connsiteY18" fmla="*/ 9576 h 202372"/>
                <a:gd name="connsiteX19" fmla="*/ 47536 w 109131"/>
                <a:gd name="connsiteY19" fmla="*/ 7661 h 202372"/>
                <a:gd name="connsiteX20" fmla="*/ 43702 w 109131"/>
                <a:gd name="connsiteY20" fmla="*/ 0 h 202372"/>
                <a:gd name="connsiteX21" fmla="*/ 42424 w 109131"/>
                <a:gd name="connsiteY21" fmla="*/ 638 h 202372"/>
                <a:gd name="connsiteX22" fmla="*/ 40507 w 109131"/>
                <a:gd name="connsiteY22" fmla="*/ 9576 h 202372"/>
                <a:gd name="connsiteX23" fmla="*/ 40507 w 109131"/>
                <a:gd name="connsiteY23" fmla="*/ 68309 h 202372"/>
                <a:gd name="connsiteX24" fmla="*/ 34117 w 109131"/>
                <a:gd name="connsiteY24" fmla="*/ 74693 h 202372"/>
                <a:gd name="connsiteX25" fmla="*/ 27728 w 109131"/>
                <a:gd name="connsiteY25" fmla="*/ 68309 h 202372"/>
                <a:gd name="connsiteX26" fmla="*/ 27728 w 109131"/>
                <a:gd name="connsiteY26" fmla="*/ 15960 h 202372"/>
                <a:gd name="connsiteX27" fmla="*/ 27728 w 109131"/>
                <a:gd name="connsiteY27" fmla="*/ 15960 h 202372"/>
                <a:gd name="connsiteX28" fmla="*/ 23894 w 109131"/>
                <a:gd name="connsiteY28" fmla="*/ 11491 h 202372"/>
                <a:gd name="connsiteX29" fmla="*/ 20060 w 109131"/>
                <a:gd name="connsiteY29" fmla="*/ 16598 h 202372"/>
                <a:gd name="connsiteX30" fmla="*/ 20060 w 109131"/>
                <a:gd name="connsiteY30" fmla="*/ 83630 h 202372"/>
                <a:gd name="connsiteX31" fmla="*/ 13670 w 109131"/>
                <a:gd name="connsiteY31" fmla="*/ 90014 h 202372"/>
                <a:gd name="connsiteX32" fmla="*/ 7280 w 109131"/>
                <a:gd name="connsiteY32" fmla="*/ 83630 h 202372"/>
                <a:gd name="connsiteX33" fmla="*/ 7280 w 109131"/>
                <a:gd name="connsiteY33" fmla="*/ 39581 h 202372"/>
                <a:gd name="connsiteX34" fmla="*/ 7280 w 109131"/>
                <a:gd name="connsiteY34" fmla="*/ 38942 h 202372"/>
                <a:gd name="connsiteX35" fmla="*/ 4085 w 109131"/>
                <a:gd name="connsiteY35" fmla="*/ 31281 h 202372"/>
                <a:gd name="connsiteX36" fmla="*/ 1529 w 109131"/>
                <a:gd name="connsiteY36" fmla="*/ 31920 h 202372"/>
                <a:gd name="connsiteX37" fmla="*/ 251 w 109131"/>
                <a:gd name="connsiteY37" fmla="*/ 38304 h 202372"/>
                <a:gd name="connsiteX38" fmla="*/ 251 w 109131"/>
                <a:gd name="connsiteY38" fmla="*/ 108528 h 202372"/>
                <a:gd name="connsiteX39" fmla="*/ 4085 w 109131"/>
                <a:gd name="connsiteY39" fmla="*/ 140448 h 202372"/>
                <a:gd name="connsiteX40" fmla="*/ 10475 w 109131"/>
                <a:gd name="connsiteY40" fmla="*/ 160238 h 202372"/>
                <a:gd name="connsiteX41" fmla="*/ 10475 w 109131"/>
                <a:gd name="connsiteY41" fmla="*/ 202372 h 202372"/>
                <a:gd name="connsiteX42" fmla="*/ 68623 w 109131"/>
                <a:gd name="connsiteY42" fmla="*/ 202372 h 202372"/>
                <a:gd name="connsiteX43" fmla="*/ 69262 w 109131"/>
                <a:gd name="connsiteY43" fmla="*/ 155131 h 202372"/>
                <a:gd name="connsiteX44" fmla="*/ 69901 w 109131"/>
                <a:gd name="connsiteY44" fmla="*/ 151939 h 202372"/>
                <a:gd name="connsiteX45" fmla="*/ 85876 w 109131"/>
                <a:gd name="connsiteY45" fmla="*/ 120019 h 202372"/>
                <a:gd name="connsiteX46" fmla="*/ 102490 w 109131"/>
                <a:gd name="connsiteY46" fmla="*/ 95760 h 20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09131" h="202372">
                  <a:moveTo>
                    <a:pt x="102490" y="95760"/>
                  </a:moveTo>
                  <a:cubicBezTo>
                    <a:pt x="104407" y="93845"/>
                    <a:pt x="106324" y="91929"/>
                    <a:pt x="107602" y="90653"/>
                  </a:cubicBezTo>
                  <a:cubicBezTo>
                    <a:pt x="109519" y="88099"/>
                    <a:pt x="109519" y="86184"/>
                    <a:pt x="108241" y="84907"/>
                  </a:cubicBezTo>
                  <a:cubicBezTo>
                    <a:pt x="106963" y="83630"/>
                    <a:pt x="104407" y="83630"/>
                    <a:pt x="101851" y="86822"/>
                  </a:cubicBezTo>
                  <a:cubicBezTo>
                    <a:pt x="101212" y="87461"/>
                    <a:pt x="99934" y="88737"/>
                    <a:pt x="98017" y="90653"/>
                  </a:cubicBezTo>
                  <a:cubicBezTo>
                    <a:pt x="93544" y="94483"/>
                    <a:pt x="86515" y="100867"/>
                    <a:pt x="78847" y="109804"/>
                  </a:cubicBezTo>
                  <a:cubicBezTo>
                    <a:pt x="76930" y="111720"/>
                    <a:pt x="74374" y="112358"/>
                    <a:pt x="71818" y="111081"/>
                  </a:cubicBezTo>
                  <a:cubicBezTo>
                    <a:pt x="69262" y="109804"/>
                    <a:pt x="67984" y="107889"/>
                    <a:pt x="67984" y="105336"/>
                  </a:cubicBezTo>
                  <a:lnTo>
                    <a:pt x="67984" y="21706"/>
                  </a:lnTo>
                  <a:cubicBezTo>
                    <a:pt x="67984" y="18514"/>
                    <a:pt x="67345" y="13406"/>
                    <a:pt x="66067" y="11491"/>
                  </a:cubicBezTo>
                  <a:cubicBezTo>
                    <a:pt x="66067" y="11491"/>
                    <a:pt x="65428" y="10853"/>
                    <a:pt x="64789" y="10853"/>
                  </a:cubicBezTo>
                  <a:cubicBezTo>
                    <a:pt x="64150" y="10853"/>
                    <a:pt x="62233" y="10853"/>
                    <a:pt x="61594" y="12130"/>
                  </a:cubicBezTo>
                  <a:cubicBezTo>
                    <a:pt x="60955" y="13406"/>
                    <a:pt x="60316" y="15322"/>
                    <a:pt x="60316" y="15960"/>
                  </a:cubicBezTo>
                  <a:cubicBezTo>
                    <a:pt x="60316" y="15960"/>
                    <a:pt x="60316" y="15960"/>
                    <a:pt x="60316" y="15960"/>
                  </a:cubicBezTo>
                  <a:cubicBezTo>
                    <a:pt x="60316" y="30005"/>
                    <a:pt x="60316" y="58094"/>
                    <a:pt x="60316" y="61925"/>
                  </a:cubicBezTo>
                  <a:cubicBezTo>
                    <a:pt x="60316" y="65117"/>
                    <a:pt x="57121" y="68309"/>
                    <a:pt x="53926" y="68309"/>
                  </a:cubicBezTo>
                  <a:cubicBezTo>
                    <a:pt x="53926" y="68309"/>
                    <a:pt x="53926" y="68309"/>
                    <a:pt x="53926" y="68309"/>
                  </a:cubicBezTo>
                  <a:cubicBezTo>
                    <a:pt x="50092" y="68309"/>
                    <a:pt x="47536" y="65117"/>
                    <a:pt x="47536" y="61925"/>
                  </a:cubicBezTo>
                  <a:cubicBezTo>
                    <a:pt x="47536" y="42773"/>
                    <a:pt x="47536" y="12768"/>
                    <a:pt x="47536" y="9576"/>
                  </a:cubicBezTo>
                  <a:lnTo>
                    <a:pt x="47536" y="7661"/>
                  </a:lnTo>
                  <a:cubicBezTo>
                    <a:pt x="47536" y="0"/>
                    <a:pt x="46258" y="0"/>
                    <a:pt x="43702" y="0"/>
                  </a:cubicBezTo>
                  <a:cubicBezTo>
                    <a:pt x="42424" y="0"/>
                    <a:pt x="42424" y="0"/>
                    <a:pt x="42424" y="638"/>
                  </a:cubicBezTo>
                  <a:cubicBezTo>
                    <a:pt x="40507" y="2554"/>
                    <a:pt x="40507" y="7022"/>
                    <a:pt x="40507" y="9576"/>
                  </a:cubicBezTo>
                  <a:lnTo>
                    <a:pt x="40507" y="68309"/>
                  </a:lnTo>
                  <a:cubicBezTo>
                    <a:pt x="40507" y="72139"/>
                    <a:pt x="37951" y="74693"/>
                    <a:pt x="34117" y="74693"/>
                  </a:cubicBezTo>
                  <a:cubicBezTo>
                    <a:pt x="30283" y="74693"/>
                    <a:pt x="27728" y="72139"/>
                    <a:pt x="27728" y="68309"/>
                  </a:cubicBezTo>
                  <a:lnTo>
                    <a:pt x="27728" y="15960"/>
                  </a:lnTo>
                  <a:cubicBezTo>
                    <a:pt x="27728" y="15960"/>
                    <a:pt x="27728" y="15960"/>
                    <a:pt x="27728" y="15960"/>
                  </a:cubicBezTo>
                  <a:cubicBezTo>
                    <a:pt x="27728" y="11491"/>
                    <a:pt x="25171" y="11491"/>
                    <a:pt x="23894" y="11491"/>
                  </a:cubicBezTo>
                  <a:cubicBezTo>
                    <a:pt x="21338" y="11491"/>
                    <a:pt x="20060" y="13406"/>
                    <a:pt x="20060" y="16598"/>
                  </a:cubicBezTo>
                  <a:lnTo>
                    <a:pt x="20060" y="83630"/>
                  </a:lnTo>
                  <a:cubicBezTo>
                    <a:pt x="20060" y="87461"/>
                    <a:pt x="17504" y="90014"/>
                    <a:pt x="13670" y="90014"/>
                  </a:cubicBezTo>
                  <a:cubicBezTo>
                    <a:pt x="9836" y="90014"/>
                    <a:pt x="7280" y="87461"/>
                    <a:pt x="7280" y="83630"/>
                  </a:cubicBezTo>
                  <a:lnTo>
                    <a:pt x="7280" y="39581"/>
                  </a:lnTo>
                  <a:cubicBezTo>
                    <a:pt x="7280" y="39581"/>
                    <a:pt x="7280" y="39581"/>
                    <a:pt x="7280" y="38942"/>
                  </a:cubicBezTo>
                  <a:cubicBezTo>
                    <a:pt x="7280" y="34473"/>
                    <a:pt x="6002" y="31281"/>
                    <a:pt x="4085" y="31281"/>
                  </a:cubicBezTo>
                  <a:cubicBezTo>
                    <a:pt x="2168" y="31281"/>
                    <a:pt x="1529" y="31920"/>
                    <a:pt x="1529" y="31920"/>
                  </a:cubicBezTo>
                  <a:cubicBezTo>
                    <a:pt x="251" y="33197"/>
                    <a:pt x="-388" y="36389"/>
                    <a:pt x="251" y="38304"/>
                  </a:cubicBezTo>
                  <a:lnTo>
                    <a:pt x="251" y="108528"/>
                  </a:lnTo>
                  <a:cubicBezTo>
                    <a:pt x="251" y="116188"/>
                    <a:pt x="251" y="135979"/>
                    <a:pt x="4085" y="140448"/>
                  </a:cubicBezTo>
                  <a:cubicBezTo>
                    <a:pt x="9836" y="147470"/>
                    <a:pt x="10475" y="158961"/>
                    <a:pt x="10475" y="160238"/>
                  </a:cubicBezTo>
                  <a:lnTo>
                    <a:pt x="10475" y="202372"/>
                  </a:lnTo>
                  <a:lnTo>
                    <a:pt x="68623" y="202372"/>
                  </a:lnTo>
                  <a:lnTo>
                    <a:pt x="69262" y="155131"/>
                  </a:lnTo>
                  <a:cubicBezTo>
                    <a:pt x="69262" y="153854"/>
                    <a:pt x="69262" y="153216"/>
                    <a:pt x="69901" y="151939"/>
                  </a:cubicBezTo>
                  <a:cubicBezTo>
                    <a:pt x="69901" y="151939"/>
                    <a:pt x="80125" y="132787"/>
                    <a:pt x="85876" y="120019"/>
                  </a:cubicBezTo>
                  <a:cubicBezTo>
                    <a:pt x="89071" y="108528"/>
                    <a:pt x="96739" y="100867"/>
                    <a:pt x="102490" y="95760"/>
                  </a:cubicBezTo>
                  <a:close/>
                </a:path>
              </a:pathLst>
            </a:custGeom>
            <a:solidFill>
              <a:srgbClr val="012169"/>
            </a:solidFill>
            <a:ln w="6390" cap="flat">
              <a:noFill/>
              <a:prstDash val="solid"/>
              <a:miter/>
            </a:ln>
          </p:spPr>
          <p:txBody>
            <a:bodyPr rtlCol="0" anchor="ctr"/>
            <a:lstStyle/>
            <a:p>
              <a:endParaRPr lang="en-US"/>
            </a:p>
          </p:txBody>
        </p:sp>
        <p:sp>
          <p:nvSpPr>
            <p:cNvPr id="697" name="Graphic 4">
              <a:extLst>
                <a:ext uri="{FF2B5EF4-FFF2-40B4-BE49-F238E27FC236}">
                  <a16:creationId xmlns:a16="http://schemas.microsoft.com/office/drawing/2014/main" id="{92CDC74F-70C3-454D-BFCA-056ECD57A508}"/>
                </a:ext>
              </a:extLst>
            </p:cNvPr>
            <p:cNvSpPr/>
            <p:nvPr/>
          </p:nvSpPr>
          <p:spPr>
            <a:xfrm>
              <a:off x="2124654" y="1500877"/>
              <a:ext cx="37301" cy="70383"/>
            </a:xfrm>
            <a:custGeom>
              <a:avLst/>
              <a:gdLst>
                <a:gd name="connsiteX0" fmla="*/ 8307 w 37301"/>
                <a:gd name="connsiteY0" fmla="*/ 62084 h 70383"/>
                <a:gd name="connsiteX1" fmla="*/ 11502 w 37301"/>
                <a:gd name="connsiteY1" fmla="*/ 59531 h 70383"/>
                <a:gd name="connsiteX2" fmla="*/ 14697 w 37301"/>
                <a:gd name="connsiteY2" fmla="*/ 56339 h 70383"/>
                <a:gd name="connsiteX3" fmla="*/ 12780 w 37301"/>
                <a:gd name="connsiteY3" fmla="*/ 48039 h 70383"/>
                <a:gd name="connsiteX4" fmla="*/ 35145 w 37301"/>
                <a:gd name="connsiteY4" fmla="*/ 9736 h 70383"/>
                <a:gd name="connsiteX5" fmla="*/ 35145 w 37301"/>
                <a:gd name="connsiteY5" fmla="*/ 9097 h 70383"/>
                <a:gd name="connsiteX6" fmla="*/ 37062 w 37301"/>
                <a:gd name="connsiteY6" fmla="*/ 2075 h 70383"/>
                <a:gd name="connsiteX7" fmla="*/ 36423 w 37301"/>
                <a:gd name="connsiteY7" fmla="*/ 798 h 70383"/>
                <a:gd name="connsiteX8" fmla="*/ 33867 w 37301"/>
                <a:gd name="connsiteY8" fmla="*/ 160 h 70383"/>
                <a:gd name="connsiteX9" fmla="*/ 29394 w 37301"/>
                <a:gd name="connsiteY9" fmla="*/ 5267 h 70383"/>
                <a:gd name="connsiteX10" fmla="*/ 0 w 37301"/>
                <a:gd name="connsiteY10" fmla="*/ 56977 h 70383"/>
                <a:gd name="connsiteX11" fmla="*/ 0 w 37301"/>
                <a:gd name="connsiteY11" fmla="*/ 70383 h 70383"/>
                <a:gd name="connsiteX12" fmla="*/ 8307 w 37301"/>
                <a:gd name="connsiteY12" fmla="*/ 62084 h 70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301" h="70383">
                  <a:moveTo>
                    <a:pt x="8307" y="62084"/>
                  </a:moveTo>
                  <a:cubicBezTo>
                    <a:pt x="9585" y="60807"/>
                    <a:pt x="10863" y="59531"/>
                    <a:pt x="11502" y="59531"/>
                  </a:cubicBezTo>
                  <a:cubicBezTo>
                    <a:pt x="12780" y="58254"/>
                    <a:pt x="13419" y="57615"/>
                    <a:pt x="14697" y="56339"/>
                  </a:cubicBezTo>
                  <a:cubicBezTo>
                    <a:pt x="12141" y="54423"/>
                    <a:pt x="11502" y="51231"/>
                    <a:pt x="12780" y="48039"/>
                  </a:cubicBezTo>
                  <a:lnTo>
                    <a:pt x="35145" y="9736"/>
                  </a:lnTo>
                  <a:cubicBezTo>
                    <a:pt x="35145" y="9736"/>
                    <a:pt x="35145" y="9736"/>
                    <a:pt x="35145" y="9097"/>
                  </a:cubicBezTo>
                  <a:cubicBezTo>
                    <a:pt x="37062" y="5905"/>
                    <a:pt x="37701" y="3990"/>
                    <a:pt x="37062" y="2075"/>
                  </a:cubicBezTo>
                  <a:cubicBezTo>
                    <a:pt x="37062" y="1436"/>
                    <a:pt x="36423" y="798"/>
                    <a:pt x="36423" y="798"/>
                  </a:cubicBezTo>
                  <a:cubicBezTo>
                    <a:pt x="34506" y="-479"/>
                    <a:pt x="33867" y="160"/>
                    <a:pt x="33867" y="160"/>
                  </a:cubicBezTo>
                  <a:cubicBezTo>
                    <a:pt x="31950" y="798"/>
                    <a:pt x="30033" y="3352"/>
                    <a:pt x="29394" y="5267"/>
                  </a:cubicBezTo>
                  <a:cubicBezTo>
                    <a:pt x="29394" y="5905"/>
                    <a:pt x="10863" y="38464"/>
                    <a:pt x="0" y="56977"/>
                  </a:cubicBezTo>
                  <a:lnTo>
                    <a:pt x="0" y="70383"/>
                  </a:lnTo>
                  <a:cubicBezTo>
                    <a:pt x="2556" y="66553"/>
                    <a:pt x="5751" y="63999"/>
                    <a:pt x="8307" y="62084"/>
                  </a:cubicBezTo>
                  <a:close/>
                </a:path>
              </a:pathLst>
            </a:custGeom>
            <a:solidFill>
              <a:srgbClr val="012169"/>
            </a:solidFill>
            <a:ln w="6390" cap="flat">
              <a:noFill/>
              <a:prstDash val="solid"/>
              <a:miter/>
            </a:ln>
          </p:spPr>
          <p:txBody>
            <a:bodyPr rtlCol="0" anchor="ctr"/>
            <a:lstStyle/>
            <a:p>
              <a:endParaRPr lang="en-US"/>
            </a:p>
          </p:txBody>
        </p:sp>
        <p:sp>
          <p:nvSpPr>
            <p:cNvPr id="698" name="Graphic 4">
              <a:extLst>
                <a:ext uri="{FF2B5EF4-FFF2-40B4-BE49-F238E27FC236}">
                  <a16:creationId xmlns:a16="http://schemas.microsoft.com/office/drawing/2014/main" id="{FD79D36F-219D-8247-8B76-87B7E2FF3BA8}"/>
                </a:ext>
              </a:extLst>
            </p:cNvPr>
            <p:cNvSpPr/>
            <p:nvPr/>
          </p:nvSpPr>
          <p:spPr>
            <a:xfrm>
              <a:off x="2122098" y="1496589"/>
              <a:ext cx="101725" cy="188305"/>
            </a:xfrm>
            <a:custGeom>
              <a:avLst/>
              <a:gdLst>
                <a:gd name="connsiteX0" fmla="*/ 95849 w 101725"/>
                <a:gd name="connsiteY0" fmla="*/ 102760 h 188305"/>
                <a:gd name="connsiteX1" fmla="*/ 90098 w 101725"/>
                <a:gd name="connsiteY1" fmla="*/ 104037 h 188305"/>
                <a:gd name="connsiteX2" fmla="*/ 63899 w 101725"/>
                <a:gd name="connsiteY2" fmla="*/ 111059 h 188305"/>
                <a:gd name="connsiteX3" fmla="*/ 56870 w 101725"/>
                <a:gd name="connsiteY3" fmla="*/ 109144 h 188305"/>
                <a:gd name="connsiteX4" fmla="*/ 56231 w 101725"/>
                <a:gd name="connsiteY4" fmla="*/ 102122 h 188305"/>
                <a:gd name="connsiteX5" fmla="*/ 98405 w 101725"/>
                <a:gd name="connsiteY5" fmla="*/ 29983 h 188305"/>
                <a:gd name="connsiteX6" fmla="*/ 101600 w 101725"/>
                <a:gd name="connsiteY6" fmla="*/ 20407 h 188305"/>
                <a:gd name="connsiteX7" fmla="*/ 100961 w 101725"/>
                <a:gd name="connsiteY7" fmla="*/ 19768 h 188305"/>
                <a:gd name="connsiteX8" fmla="*/ 97766 w 101725"/>
                <a:gd name="connsiteY8" fmla="*/ 19130 h 188305"/>
                <a:gd name="connsiteX9" fmla="*/ 95849 w 101725"/>
                <a:gd name="connsiteY9" fmla="*/ 21045 h 188305"/>
                <a:gd name="connsiteX10" fmla="*/ 72206 w 101725"/>
                <a:gd name="connsiteY10" fmla="*/ 61903 h 188305"/>
                <a:gd name="connsiteX11" fmla="*/ 66455 w 101725"/>
                <a:gd name="connsiteY11" fmla="*/ 65095 h 188305"/>
                <a:gd name="connsiteX12" fmla="*/ 63260 w 101725"/>
                <a:gd name="connsiteY12" fmla="*/ 64456 h 188305"/>
                <a:gd name="connsiteX13" fmla="*/ 60704 w 101725"/>
                <a:gd name="connsiteY13" fmla="*/ 55519 h 188305"/>
                <a:gd name="connsiteX14" fmla="*/ 83708 w 101725"/>
                <a:gd name="connsiteY14" fmla="*/ 15938 h 188305"/>
                <a:gd name="connsiteX15" fmla="*/ 83708 w 101725"/>
                <a:gd name="connsiteY15" fmla="*/ 15300 h 188305"/>
                <a:gd name="connsiteX16" fmla="*/ 84986 w 101725"/>
                <a:gd name="connsiteY16" fmla="*/ 14023 h 188305"/>
                <a:gd name="connsiteX17" fmla="*/ 86903 w 101725"/>
                <a:gd name="connsiteY17" fmla="*/ 10192 h 188305"/>
                <a:gd name="connsiteX18" fmla="*/ 87542 w 101725"/>
                <a:gd name="connsiteY18" fmla="*/ 8916 h 188305"/>
                <a:gd name="connsiteX19" fmla="*/ 88181 w 101725"/>
                <a:gd name="connsiteY19" fmla="*/ 617 h 188305"/>
                <a:gd name="connsiteX20" fmla="*/ 86264 w 101725"/>
                <a:gd name="connsiteY20" fmla="*/ 617 h 188305"/>
                <a:gd name="connsiteX21" fmla="*/ 79874 w 101725"/>
                <a:gd name="connsiteY21" fmla="*/ 7639 h 188305"/>
                <a:gd name="connsiteX22" fmla="*/ 50480 w 101725"/>
                <a:gd name="connsiteY22" fmla="*/ 58711 h 188305"/>
                <a:gd name="connsiteX23" fmla="*/ 41535 w 101725"/>
                <a:gd name="connsiteY23" fmla="*/ 61264 h 188305"/>
                <a:gd name="connsiteX24" fmla="*/ 38979 w 101725"/>
                <a:gd name="connsiteY24" fmla="*/ 52327 h 188305"/>
                <a:gd name="connsiteX25" fmla="*/ 65816 w 101725"/>
                <a:gd name="connsiteY25" fmla="*/ 5724 h 188305"/>
                <a:gd name="connsiteX26" fmla="*/ 65816 w 101725"/>
                <a:gd name="connsiteY26" fmla="*/ 5724 h 188305"/>
                <a:gd name="connsiteX27" fmla="*/ 64538 w 101725"/>
                <a:gd name="connsiteY27" fmla="*/ 617 h 188305"/>
                <a:gd name="connsiteX28" fmla="*/ 58787 w 101725"/>
                <a:gd name="connsiteY28" fmla="*/ 3170 h 188305"/>
                <a:gd name="connsiteX29" fmla="*/ 26199 w 101725"/>
                <a:gd name="connsiteY29" fmla="*/ 59349 h 188305"/>
                <a:gd name="connsiteX30" fmla="*/ 37062 w 101725"/>
                <a:gd name="connsiteY30" fmla="*/ 63180 h 188305"/>
                <a:gd name="connsiteX31" fmla="*/ 38340 w 101725"/>
                <a:gd name="connsiteY31" fmla="*/ 86800 h 188305"/>
                <a:gd name="connsiteX32" fmla="*/ 31950 w 101725"/>
                <a:gd name="connsiteY32" fmla="*/ 93184 h 188305"/>
                <a:gd name="connsiteX33" fmla="*/ 16614 w 101725"/>
                <a:gd name="connsiteY33" fmla="*/ 112975 h 188305"/>
                <a:gd name="connsiteX34" fmla="*/ 639 w 101725"/>
                <a:gd name="connsiteY34" fmla="*/ 144895 h 188305"/>
                <a:gd name="connsiteX35" fmla="*/ 0 w 101725"/>
                <a:gd name="connsiteY35" fmla="*/ 184475 h 188305"/>
                <a:gd name="connsiteX36" fmla="*/ 0 w 101725"/>
                <a:gd name="connsiteY36" fmla="*/ 184475 h 188305"/>
                <a:gd name="connsiteX37" fmla="*/ 6390 w 101725"/>
                <a:gd name="connsiteY37" fmla="*/ 188306 h 188305"/>
                <a:gd name="connsiteX38" fmla="*/ 30672 w 101725"/>
                <a:gd name="connsiteY38" fmla="*/ 148087 h 188305"/>
                <a:gd name="connsiteX39" fmla="*/ 32589 w 101725"/>
                <a:gd name="connsiteY39" fmla="*/ 146171 h 188305"/>
                <a:gd name="connsiteX40" fmla="*/ 62621 w 101725"/>
                <a:gd name="connsiteY40" fmla="*/ 126381 h 188305"/>
                <a:gd name="connsiteX41" fmla="*/ 90098 w 101725"/>
                <a:gd name="connsiteY41" fmla="*/ 114890 h 188305"/>
                <a:gd name="connsiteX42" fmla="*/ 97127 w 101725"/>
                <a:gd name="connsiteY42" fmla="*/ 112975 h 188305"/>
                <a:gd name="connsiteX43" fmla="*/ 100322 w 101725"/>
                <a:gd name="connsiteY43" fmla="*/ 108506 h 188305"/>
                <a:gd name="connsiteX44" fmla="*/ 95849 w 101725"/>
                <a:gd name="connsiteY44" fmla="*/ 102760 h 18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01725" h="188305">
                  <a:moveTo>
                    <a:pt x="95849" y="102760"/>
                  </a:moveTo>
                  <a:cubicBezTo>
                    <a:pt x="95210" y="102760"/>
                    <a:pt x="93293" y="103399"/>
                    <a:pt x="90098" y="104037"/>
                  </a:cubicBezTo>
                  <a:cubicBezTo>
                    <a:pt x="84347" y="105314"/>
                    <a:pt x="75401" y="107229"/>
                    <a:pt x="63899" y="111059"/>
                  </a:cubicBezTo>
                  <a:cubicBezTo>
                    <a:pt x="61343" y="111698"/>
                    <a:pt x="58787" y="111059"/>
                    <a:pt x="56870" y="109144"/>
                  </a:cubicBezTo>
                  <a:cubicBezTo>
                    <a:pt x="54954" y="107229"/>
                    <a:pt x="54954" y="104037"/>
                    <a:pt x="56231" y="102122"/>
                  </a:cubicBezTo>
                  <a:lnTo>
                    <a:pt x="98405" y="29983"/>
                  </a:lnTo>
                  <a:cubicBezTo>
                    <a:pt x="100322" y="27429"/>
                    <a:pt x="102239" y="22322"/>
                    <a:pt x="101600" y="20407"/>
                  </a:cubicBezTo>
                  <a:cubicBezTo>
                    <a:pt x="101600" y="20407"/>
                    <a:pt x="101600" y="19768"/>
                    <a:pt x="100961" y="19768"/>
                  </a:cubicBezTo>
                  <a:cubicBezTo>
                    <a:pt x="100322" y="19130"/>
                    <a:pt x="98405" y="18492"/>
                    <a:pt x="97766" y="19130"/>
                  </a:cubicBezTo>
                  <a:cubicBezTo>
                    <a:pt x="97127" y="19768"/>
                    <a:pt x="95849" y="20407"/>
                    <a:pt x="95849" y="21045"/>
                  </a:cubicBezTo>
                  <a:cubicBezTo>
                    <a:pt x="89459" y="32536"/>
                    <a:pt x="74123" y="58072"/>
                    <a:pt x="72206" y="61903"/>
                  </a:cubicBezTo>
                  <a:cubicBezTo>
                    <a:pt x="70928" y="63818"/>
                    <a:pt x="69011" y="65095"/>
                    <a:pt x="66455" y="65095"/>
                  </a:cubicBezTo>
                  <a:cubicBezTo>
                    <a:pt x="65177" y="65095"/>
                    <a:pt x="64538" y="65095"/>
                    <a:pt x="63260" y="64456"/>
                  </a:cubicBezTo>
                  <a:cubicBezTo>
                    <a:pt x="60065" y="62541"/>
                    <a:pt x="59426" y="58711"/>
                    <a:pt x="60704" y="55519"/>
                  </a:cubicBezTo>
                  <a:cubicBezTo>
                    <a:pt x="67733" y="42751"/>
                    <a:pt x="78596" y="25514"/>
                    <a:pt x="83708" y="15938"/>
                  </a:cubicBezTo>
                  <a:cubicBezTo>
                    <a:pt x="83708" y="15938"/>
                    <a:pt x="83708" y="15300"/>
                    <a:pt x="83708" y="15300"/>
                  </a:cubicBezTo>
                  <a:cubicBezTo>
                    <a:pt x="83708" y="15300"/>
                    <a:pt x="84347" y="14661"/>
                    <a:pt x="84986" y="14023"/>
                  </a:cubicBezTo>
                  <a:cubicBezTo>
                    <a:pt x="86264" y="12108"/>
                    <a:pt x="86903" y="10831"/>
                    <a:pt x="86903" y="10192"/>
                  </a:cubicBezTo>
                  <a:lnTo>
                    <a:pt x="87542" y="8916"/>
                  </a:lnTo>
                  <a:cubicBezTo>
                    <a:pt x="90737" y="2532"/>
                    <a:pt x="90098" y="1893"/>
                    <a:pt x="88181" y="617"/>
                  </a:cubicBezTo>
                  <a:cubicBezTo>
                    <a:pt x="87542" y="-22"/>
                    <a:pt x="86903" y="-22"/>
                    <a:pt x="86264" y="617"/>
                  </a:cubicBezTo>
                  <a:cubicBezTo>
                    <a:pt x="83708" y="1255"/>
                    <a:pt x="81152" y="5085"/>
                    <a:pt x="79874" y="7639"/>
                  </a:cubicBezTo>
                  <a:lnTo>
                    <a:pt x="50480" y="58711"/>
                  </a:lnTo>
                  <a:cubicBezTo>
                    <a:pt x="48564" y="61903"/>
                    <a:pt x="44730" y="62541"/>
                    <a:pt x="41535" y="61264"/>
                  </a:cubicBezTo>
                  <a:cubicBezTo>
                    <a:pt x="38340" y="59349"/>
                    <a:pt x="37701" y="55519"/>
                    <a:pt x="38979" y="52327"/>
                  </a:cubicBezTo>
                  <a:lnTo>
                    <a:pt x="65816" y="5724"/>
                  </a:lnTo>
                  <a:cubicBezTo>
                    <a:pt x="65816" y="5724"/>
                    <a:pt x="65816" y="5724"/>
                    <a:pt x="65816" y="5724"/>
                  </a:cubicBezTo>
                  <a:cubicBezTo>
                    <a:pt x="67733" y="1893"/>
                    <a:pt x="65816" y="617"/>
                    <a:pt x="64538" y="617"/>
                  </a:cubicBezTo>
                  <a:cubicBezTo>
                    <a:pt x="62621" y="-660"/>
                    <a:pt x="60704" y="-22"/>
                    <a:pt x="58787" y="3170"/>
                  </a:cubicBezTo>
                  <a:lnTo>
                    <a:pt x="26199" y="59349"/>
                  </a:lnTo>
                  <a:cubicBezTo>
                    <a:pt x="30033" y="59349"/>
                    <a:pt x="33867" y="60626"/>
                    <a:pt x="37062" y="63180"/>
                  </a:cubicBezTo>
                  <a:cubicBezTo>
                    <a:pt x="42812" y="68287"/>
                    <a:pt x="45369" y="77863"/>
                    <a:pt x="38340" y="86800"/>
                  </a:cubicBezTo>
                  <a:cubicBezTo>
                    <a:pt x="36423" y="88715"/>
                    <a:pt x="34506" y="91269"/>
                    <a:pt x="31950" y="93184"/>
                  </a:cubicBezTo>
                  <a:cubicBezTo>
                    <a:pt x="26838" y="98291"/>
                    <a:pt x="20448" y="104037"/>
                    <a:pt x="16614" y="112975"/>
                  </a:cubicBezTo>
                  <a:cubicBezTo>
                    <a:pt x="11502" y="124466"/>
                    <a:pt x="3195" y="139787"/>
                    <a:pt x="639" y="144895"/>
                  </a:cubicBezTo>
                  <a:lnTo>
                    <a:pt x="0" y="184475"/>
                  </a:lnTo>
                  <a:cubicBezTo>
                    <a:pt x="0" y="184475"/>
                    <a:pt x="0" y="184475"/>
                    <a:pt x="0" y="184475"/>
                  </a:cubicBezTo>
                  <a:lnTo>
                    <a:pt x="6390" y="188306"/>
                  </a:lnTo>
                  <a:lnTo>
                    <a:pt x="30672" y="148087"/>
                  </a:lnTo>
                  <a:cubicBezTo>
                    <a:pt x="31311" y="147448"/>
                    <a:pt x="31950" y="146171"/>
                    <a:pt x="32589" y="146171"/>
                  </a:cubicBezTo>
                  <a:cubicBezTo>
                    <a:pt x="32589" y="146171"/>
                    <a:pt x="51119" y="134680"/>
                    <a:pt x="62621" y="126381"/>
                  </a:cubicBezTo>
                  <a:cubicBezTo>
                    <a:pt x="72206" y="119359"/>
                    <a:pt x="82430" y="116805"/>
                    <a:pt x="90098" y="114890"/>
                  </a:cubicBezTo>
                  <a:cubicBezTo>
                    <a:pt x="92654" y="114251"/>
                    <a:pt x="95210" y="113613"/>
                    <a:pt x="97127" y="112975"/>
                  </a:cubicBezTo>
                  <a:cubicBezTo>
                    <a:pt x="99683" y="111698"/>
                    <a:pt x="100961" y="110421"/>
                    <a:pt x="100322" y="108506"/>
                  </a:cubicBezTo>
                  <a:cubicBezTo>
                    <a:pt x="101600" y="102760"/>
                    <a:pt x="99683" y="101483"/>
                    <a:pt x="95849" y="102760"/>
                  </a:cubicBezTo>
                  <a:close/>
                </a:path>
              </a:pathLst>
            </a:custGeom>
            <a:solidFill>
              <a:srgbClr val="012169"/>
            </a:solidFill>
            <a:ln w="6390" cap="flat">
              <a:noFill/>
              <a:prstDash val="solid"/>
              <a:miter/>
            </a:ln>
          </p:spPr>
          <p:txBody>
            <a:bodyPr rtlCol="0" anchor="ctr"/>
            <a:lstStyle/>
            <a:p>
              <a:endParaRPr lang="en-US"/>
            </a:p>
          </p:txBody>
        </p:sp>
        <p:sp>
          <p:nvSpPr>
            <p:cNvPr id="699" name="Graphic 4">
              <a:extLst>
                <a:ext uri="{FF2B5EF4-FFF2-40B4-BE49-F238E27FC236}">
                  <a16:creationId xmlns:a16="http://schemas.microsoft.com/office/drawing/2014/main" id="{4FC5FFA5-1024-374C-99A4-974D15F23BE4}"/>
                </a:ext>
              </a:extLst>
            </p:cNvPr>
            <p:cNvSpPr/>
            <p:nvPr/>
          </p:nvSpPr>
          <p:spPr>
            <a:xfrm>
              <a:off x="1952764" y="1402085"/>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72850 w 361674"/>
                <a:gd name="connsiteY5" fmla="*/ 215779 h 361333"/>
                <a:gd name="connsiteX6" fmla="*/ 263904 w 361674"/>
                <a:gd name="connsiteY6" fmla="*/ 218332 h 361333"/>
                <a:gd name="connsiteX7" fmla="*/ 240901 w 361674"/>
                <a:gd name="connsiteY7" fmla="*/ 227908 h 361333"/>
                <a:gd name="connsiteX8" fmla="*/ 211507 w 361674"/>
                <a:gd name="connsiteY8" fmla="*/ 247698 h 361333"/>
                <a:gd name="connsiteX9" fmla="*/ 184669 w 361674"/>
                <a:gd name="connsiteY9" fmla="*/ 292386 h 361333"/>
                <a:gd name="connsiteX10" fmla="*/ 178918 w 361674"/>
                <a:gd name="connsiteY10" fmla="*/ 295578 h 361333"/>
                <a:gd name="connsiteX11" fmla="*/ 175723 w 361674"/>
                <a:gd name="connsiteY11" fmla="*/ 294940 h 361333"/>
                <a:gd name="connsiteX12" fmla="*/ 169333 w 361674"/>
                <a:gd name="connsiteY12" fmla="*/ 291110 h 361333"/>
                <a:gd name="connsiteX13" fmla="*/ 163582 w 361674"/>
                <a:gd name="connsiteY13" fmla="*/ 295578 h 361333"/>
                <a:gd name="connsiteX14" fmla="*/ 93293 w 361674"/>
                <a:gd name="connsiteY14" fmla="*/ 295578 h 361333"/>
                <a:gd name="connsiteX15" fmla="*/ 93293 w 361674"/>
                <a:gd name="connsiteY15" fmla="*/ 295578 h 361333"/>
                <a:gd name="connsiteX16" fmla="*/ 86903 w 361674"/>
                <a:gd name="connsiteY16" fmla="*/ 289194 h 361333"/>
                <a:gd name="connsiteX17" fmla="*/ 86903 w 361674"/>
                <a:gd name="connsiteY17" fmla="*/ 240676 h 361333"/>
                <a:gd name="connsiteX18" fmla="*/ 83708 w 361674"/>
                <a:gd name="connsiteY18" fmla="*/ 229185 h 361333"/>
                <a:gd name="connsiteX19" fmla="*/ 77318 w 361674"/>
                <a:gd name="connsiteY19" fmla="*/ 188966 h 361333"/>
                <a:gd name="connsiteX20" fmla="*/ 77318 w 361674"/>
                <a:gd name="connsiteY20" fmla="*/ 119380 h 361333"/>
                <a:gd name="connsiteX21" fmla="*/ 82430 w 361674"/>
                <a:gd name="connsiteY21" fmla="*/ 104059 h 361333"/>
                <a:gd name="connsiteX22" fmla="*/ 93932 w 361674"/>
                <a:gd name="connsiteY22" fmla="*/ 98952 h 361333"/>
                <a:gd name="connsiteX23" fmla="*/ 97766 w 361674"/>
                <a:gd name="connsiteY23" fmla="*/ 99590 h 361333"/>
                <a:gd name="connsiteX24" fmla="*/ 97766 w 361674"/>
                <a:gd name="connsiteY24" fmla="*/ 95760 h 361333"/>
                <a:gd name="connsiteX25" fmla="*/ 102878 w 361674"/>
                <a:gd name="connsiteY25" fmla="*/ 82353 h 361333"/>
                <a:gd name="connsiteX26" fmla="*/ 114380 w 361674"/>
                <a:gd name="connsiteY26" fmla="*/ 77885 h 361333"/>
                <a:gd name="connsiteX27" fmla="*/ 114380 w 361674"/>
                <a:gd name="connsiteY27" fmla="*/ 77885 h 361333"/>
                <a:gd name="connsiteX28" fmla="*/ 119492 w 361674"/>
                <a:gd name="connsiteY28" fmla="*/ 78523 h 361333"/>
                <a:gd name="connsiteX29" fmla="*/ 123326 w 361674"/>
                <a:gd name="connsiteY29" fmla="*/ 71501 h 361333"/>
                <a:gd name="connsiteX30" fmla="*/ 134189 w 361674"/>
                <a:gd name="connsiteY30" fmla="*/ 67032 h 361333"/>
                <a:gd name="connsiteX31" fmla="*/ 149524 w 361674"/>
                <a:gd name="connsiteY31" fmla="*/ 78523 h 361333"/>
                <a:gd name="connsiteX32" fmla="*/ 155275 w 361674"/>
                <a:gd name="connsiteY32" fmla="*/ 77246 h 361333"/>
                <a:gd name="connsiteX33" fmla="*/ 165499 w 361674"/>
                <a:gd name="connsiteY33" fmla="*/ 81715 h 361333"/>
                <a:gd name="connsiteX34" fmla="*/ 170611 w 361674"/>
                <a:gd name="connsiteY34" fmla="*/ 100867 h 361333"/>
                <a:gd name="connsiteX35" fmla="*/ 170611 w 361674"/>
                <a:gd name="connsiteY35" fmla="*/ 129595 h 361333"/>
                <a:gd name="connsiteX36" fmla="*/ 189142 w 361674"/>
                <a:gd name="connsiteY36" fmla="*/ 97675 h 361333"/>
                <a:gd name="connsiteX37" fmla="*/ 201283 w 361674"/>
                <a:gd name="connsiteY37" fmla="*/ 86822 h 361333"/>
                <a:gd name="connsiteX38" fmla="*/ 214063 w 361674"/>
                <a:gd name="connsiteY38" fmla="*/ 88737 h 361333"/>
                <a:gd name="connsiteX39" fmla="*/ 216619 w 361674"/>
                <a:gd name="connsiteY39" fmla="*/ 90653 h 361333"/>
                <a:gd name="connsiteX40" fmla="*/ 217897 w 361674"/>
                <a:gd name="connsiteY40" fmla="*/ 88099 h 361333"/>
                <a:gd name="connsiteX41" fmla="*/ 228760 w 361674"/>
                <a:gd name="connsiteY41" fmla="*/ 79161 h 361333"/>
                <a:gd name="connsiteX42" fmla="*/ 240901 w 361674"/>
                <a:gd name="connsiteY42" fmla="*/ 81077 h 361333"/>
                <a:gd name="connsiteX43" fmla="*/ 244735 w 361674"/>
                <a:gd name="connsiteY43" fmla="*/ 84269 h 361333"/>
                <a:gd name="connsiteX44" fmla="*/ 251124 w 361674"/>
                <a:gd name="connsiteY44" fmla="*/ 80438 h 361333"/>
                <a:gd name="connsiteX45" fmla="*/ 262626 w 361674"/>
                <a:gd name="connsiteY45" fmla="*/ 81715 h 361333"/>
                <a:gd name="connsiteX46" fmla="*/ 270294 w 361674"/>
                <a:gd name="connsiteY46" fmla="*/ 98952 h 361333"/>
                <a:gd name="connsiteX47" fmla="*/ 276045 w 361674"/>
                <a:gd name="connsiteY47" fmla="*/ 100867 h 361333"/>
                <a:gd name="connsiteX48" fmla="*/ 282435 w 361674"/>
                <a:gd name="connsiteY48" fmla="*/ 109804 h 361333"/>
                <a:gd name="connsiteX49" fmla="*/ 277323 w 361674"/>
                <a:gd name="connsiteY49" fmla="*/ 128956 h 361333"/>
                <a:gd name="connsiteX50" fmla="*/ 243457 w 361674"/>
                <a:gd name="connsiteY50" fmla="*/ 187689 h 361333"/>
                <a:gd name="connsiteX51" fmla="*/ 255597 w 361674"/>
                <a:gd name="connsiteY51" fmla="*/ 185135 h 361333"/>
                <a:gd name="connsiteX52" fmla="*/ 259431 w 361674"/>
                <a:gd name="connsiteY52" fmla="*/ 184497 h 361333"/>
                <a:gd name="connsiteX53" fmla="*/ 282435 w 361674"/>
                <a:gd name="connsiteY53" fmla="*/ 194073 h 361333"/>
                <a:gd name="connsiteX54" fmla="*/ 272850 w 361674"/>
                <a:gd name="connsiteY54" fmla="*/ 21577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61674"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09" y="81077"/>
                    <a:pt x="281157" y="0"/>
                    <a:pt x="180835" y="0"/>
                  </a:cubicBezTo>
                  <a:close/>
                  <a:moveTo>
                    <a:pt x="272850" y="215779"/>
                  </a:moveTo>
                  <a:cubicBezTo>
                    <a:pt x="270294" y="216417"/>
                    <a:pt x="267099" y="217694"/>
                    <a:pt x="263904" y="218332"/>
                  </a:cubicBezTo>
                  <a:cubicBezTo>
                    <a:pt x="256875" y="220247"/>
                    <a:pt x="248569" y="222163"/>
                    <a:pt x="240901" y="227908"/>
                  </a:cubicBezTo>
                  <a:cubicBezTo>
                    <a:pt x="230677" y="235569"/>
                    <a:pt x="215980" y="244506"/>
                    <a:pt x="211507" y="247698"/>
                  </a:cubicBezTo>
                  <a:lnTo>
                    <a:pt x="184669" y="292386"/>
                  </a:lnTo>
                  <a:cubicBezTo>
                    <a:pt x="183391" y="294302"/>
                    <a:pt x="181474" y="295578"/>
                    <a:pt x="178918" y="295578"/>
                  </a:cubicBezTo>
                  <a:cubicBezTo>
                    <a:pt x="177640" y="295578"/>
                    <a:pt x="177001" y="295578"/>
                    <a:pt x="175723" y="294940"/>
                  </a:cubicBezTo>
                  <a:lnTo>
                    <a:pt x="169333" y="291110"/>
                  </a:lnTo>
                  <a:cubicBezTo>
                    <a:pt x="168694" y="293663"/>
                    <a:pt x="166138" y="295578"/>
                    <a:pt x="163582" y="295578"/>
                  </a:cubicBezTo>
                  <a:lnTo>
                    <a:pt x="93293" y="295578"/>
                  </a:lnTo>
                  <a:cubicBezTo>
                    <a:pt x="93293" y="295578"/>
                    <a:pt x="93293" y="295578"/>
                    <a:pt x="93293" y="295578"/>
                  </a:cubicBezTo>
                  <a:cubicBezTo>
                    <a:pt x="90098" y="295578"/>
                    <a:pt x="86903" y="293025"/>
                    <a:pt x="86903" y="289194"/>
                  </a:cubicBezTo>
                  <a:lnTo>
                    <a:pt x="86903" y="240676"/>
                  </a:lnTo>
                  <a:cubicBezTo>
                    <a:pt x="86903" y="238761"/>
                    <a:pt x="86264" y="232377"/>
                    <a:pt x="83708" y="229185"/>
                  </a:cubicBezTo>
                  <a:cubicBezTo>
                    <a:pt x="77957" y="222163"/>
                    <a:pt x="77318" y="209395"/>
                    <a:pt x="77318" y="188966"/>
                  </a:cubicBezTo>
                  <a:lnTo>
                    <a:pt x="77318" y="119380"/>
                  </a:lnTo>
                  <a:cubicBezTo>
                    <a:pt x="77318" y="118742"/>
                    <a:pt x="76679" y="109804"/>
                    <a:pt x="82430" y="104059"/>
                  </a:cubicBezTo>
                  <a:cubicBezTo>
                    <a:pt x="85625" y="100867"/>
                    <a:pt x="89459" y="98952"/>
                    <a:pt x="93932" y="98952"/>
                  </a:cubicBezTo>
                  <a:cubicBezTo>
                    <a:pt x="93932" y="98952"/>
                    <a:pt x="95849" y="98952"/>
                    <a:pt x="97766" y="99590"/>
                  </a:cubicBezTo>
                  <a:lnTo>
                    <a:pt x="97766" y="95760"/>
                  </a:lnTo>
                  <a:cubicBezTo>
                    <a:pt x="97766" y="95121"/>
                    <a:pt x="97766" y="87461"/>
                    <a:pt x="102878" y="82353"/>
                  </a:cubicBezTo>
                  <a:cubicBezTo>
                    <a:pt x="106073" y="79161"/>
                    <a:pt x="109907" y="77885"/>
                    <a:pt x="114380" y="77885"/>
                  </a:cubicBezTo>
                  <a:cubicBezTo>
                    <a:pt x="114380" y="77885"/>
                    <a:pt x="114380" y="77885"/>
                    <a:pt x="114380" y="77885"/>
                  </a:cubicBezTo>
                  <a:cubicBezTo>
                    <a:pt x="116297" y="77885"/>
                    <a:pt x="118214" y="78523"/>
                    <a:pt x="119492" y="78523"/>
                  </a:cubicBezTo>
                  <a:cubicBezTo>
                    <a:pt x="120131" y="75969"/>
                    <a:pt x="121409" y="74054"/>
                    <a:pt x="123326" y="71501"/>
                  </a:cubicBezTo>
                  <a:cubicBezTo>
                    <a:pt x="125882" y="68309"/>
                    <a:pt x="129716" y="67032"/>
                    <a:pt x="134189" y="67032"/>
                  </a:cubicBezTo>
                  <a:cubicBezTo>
                    <a:pt x="141856" y="67032"/>
                    <a:pt x="146969" y="70862"/>
                    <a:pt x="149524" y="78523"/>
                  </a:cubicBezTo>
                  <a:cubicBezTo>
                    <a:pt x="151441" y="77885"/>
                    <a:pt x="153358" y="77246"/>
                    <a:pt x="155275" y="77246"/>
                  </a:cubicBezTo>
                  <a:cubicBezTo>
                    <a:pt x="159109" y="77246"/>
                    <a:pt x="162943" y="79161"/>
                    <a:pt x="165499" y="81715"/>
                  </a:cubicBezTo>
                  <a:cubicBezTo>
                    <a:pt x="171250" y="88099"/>
                    <a:pt x="171250" y="98952"/>
                    <a:pt x="170611" y="100867"/>
                  </a:cubicBezTo>
                  <a:lnTo>
                    <a:pt x="170611" y="129595"/>
                  </a:lnTo>
                  <a:cubicBezTo>
                    <a:pt x="179557" y="113635"/>
                    <a:pt x="189142" y="97675"/>
                    <a:pt x="189142" y="97675"/>
                  </a:cubicBezTo>
                  <a:cubicBezTo>
                    <a:pt x="189142" y="97037"/>
                    <a:pt x="193615" y="88737"/>
                    <a:pt x="201283" y="86822"/>
                  </a:cubicBezTo>
                  <a:cubicBezTo>
                    <a:pt x="205756" y="85545"/>
                    <a:pt x="209590" y="86184"/>
                    <a:pt x="214063" y="88737"/>
                  </a:cubicBezTo>
                  <a:cubicBezTo>
                    <a:pt x="214063" y="88737"/>
                    <a:pt x="215341" y="89376"/>
                    <a:pt x="216619" y="90653"/>
                  </a:cubicBezTo>
                  <a:lnTo>
                    <a:pt x="217897" y="88099"/>
                  </a:lnTo>
                  <a:cubicBezTo>
                    <a:pt x="218536" y="87461"/>
                    <a:pt x="222370" y="81077"/>
                    <a:pt x="228760" y="79161"/>
                  </a:cubicBezTo>
                  <a:cubicBezTo>
                    <a:pt x="232594" y="77885"/>
                    <a:pt x="237067" y="78523"/>
                    <a:pt x="240901" y="81077"/>
                  </a:cubicBezTo>
                  <a:cubicBezTo>
                    <a:pt x="242818" y="82353"/>
                    <a:pt x="244095" y="82992"/>
                    <a:pt x="244735" y="84269"/>
                  </a:cubicBezTo>
                  <a:cubicBezTo>
                    <a:pt x="246652" y="82353"/>
                    <a:pt x="248569" y="81077"/>
                    <a:pt x="251124" y="80438"/>
                  </a:cubicBezTo>
                  <a:cubicBezTo>
                    <a:pt x="254958" y="79161"/>
                    <a:pt x="259431" y="79800"/>
                    <a:pt x="262626" y="81715"/>
                  </a:cubicBezTo>
                  <a:cubicBezTo>
                    <a:pt x="269655" y="85545"/>
                    <a:pt x="272211" y="91291"/>
                    <a:pt x="270294" y="98952"/>
                  </a:cubicBezTo>
                  <a:cubicBezTo>
                    <a:pt x="272211" y="99590"/>
                    <a:pt x="274128" y="100229"/>
                    <a:pt x="276045" y="100867"/>
                  </a:cubicBezTo>
                  <a:cubicBezTo>
                    <a:pt x="279240" y="102782"/>
                    <a:pt x="281796" y="105974"/>
                    <a:pt x="282435" y="109804"/>
                  </a:cubicBezTo>
                  <a:cubicBezTo>
                    <a:pt x="284352" y="118104"/>
                    <a:pt x="278601" y="127041"/>
                    <a:pt x="277323" y="128956"/>
                  </a:cubicBezTo>
                  <a:lnTo>
                    <a:pt x="243457" y="187689"/>
                  </a:lnTo>
                  <a:cubicBezTo>
                    <a:pt x="248569" y="186412"/>
                    <a:pt x="252403" y="185774"/>
                    <a:pt x="255597" y="185135"/>
                  </a:cubicBezTo>
                  <a:cubicBezTo>
                    <a:pt x="257514" y="184497"/>
                    <a:pt x="258792" y="184497"/>
                    <a:pt x="259431" y="184497"/>
                  </a:cubicBezTo>
                  <a:cubicBezTo>
                    <a:pt x="270294" y="180667"/>
                    <a:pt x="279240" y="186412"/>
                    <a:pt x="282435" y="194073"/>
                  </a:cubicBezTo>
                  <a:cubicBezTo>
                    <a:pt x="286269" y="201734"/>
                    <a:pt x="283713" y="211310"/>
                    <a:pt x="272850" y="215779"/>
                  </a:cubicBezTo>
                  <a:close/>
                </a:path>
              </a:pathLst>
            </a:custGeom>
            <a:solidFill>
              <a:srgbClr val="012169"/>
            </a:solidFill>
            <a:ln w="6390" cap="flat">
              <a:noFill/>
              <a:prstDash val="solid"/>
              <a:miter/>
            </a:ln>
          </p:spPr>
          <p:txBody>
            <a:bodyPr rtlCol="0" anchor="ctr"/>
            <a:lstStyle/>
            <a:p>
              <a:endParaRPr lang="en-US"/>
            </a:p>
          </p:txBody>
        </p:sp>
      </p:grpSp>
      <p:grpSp>
        <p:nvGrpSpPr>
          <p:cNvPr id="700" name="Graphic 4">
            <a:extLst>
              <a:ext uri="{FF2B5EF4-FFF2-40B4-BE49-F238E27FC236}">
                <a16:creationId xmlns:a16="http://schemas.microsoft.com/office/drawing/2014/main" id="{835B1DE0-DAFD-9443-BD56-801B03D0F2A8}"/>
              </a:ext>
            </a:extLst>
          </p:cNvPr>
          <p:cNvGrpSpPr/>
          <p:nvPr/>
        </p:nvGrpSpPr>
        <p:grpSpPr>
          <a:xfrm>
            <a:off x="1952764" y="1893013"/>
            <a:ext cx="361670" cy="361333"/>
            <a:chOff x="1952764" y="1893013"/>
            <a:chExt cx="361670" cy="361333"/>
          </a:xfrm>
          <a:solidFill>
            <a:srgbClr val="012169"/>
          </a:solidFill>
        </p:grpSpPr>
        <p:sp>
          <p:nvSpPr>
            <p:cNvPr id="701" name="Graphic 4">
              <a:extLst>
                <a:ext uri="{FF2B5EF4-FFF2-40B4-BE49-F238E27FC236}">
                  <a16:creationId xmlns:a16="http://schemas.microsoft.com/office/drawing/2014/main" id="{1AD60BD5-2CC2-544C-A000-5C28234E2217}"/>
                </a:ext>
              </a:extLst>
            </p:cNvPr>
            <p:cNvSpPr/>
            <p:nvPr/>
          </p:nvSpPr>
          <p:spPr>
            <a:xfrm>
              <a:off x="2060115" y="1979835"/>
              <a:ext cx="26837" cy="26812"/>
            </a:xfrm>
            <a:custGeom>
              <a:avLst/>
              <a:gdLst>
                <a:gd name="connsiteX0" fmla="*/ 13419 w 26837"/>
                <a:gd name="connsiteY0" fmla="*/ 26813 h 26812"/>
                <a:gd name="connsiteX1" fmla="*/ 26838 w 26837"/>
                <a:gd name="connsiteY1" fmla="*/ 13406 h 26812"/>
                <a:gd name="connsiteX2" fmla="*/ 13419 w 26837"/>
                <a:gd name="connsiteY2" fmla="*/ 0 h 26812"/>
                <a:gd name="connsiteX3" fmla="*/ 0 w 26837"/>
                <a:gd name="connsiteY3" fmla="*/ 13406 h 26812"/>
                <a:gd name="connsiteX4" fmla="*/ 13419 w 26837"/>
                <a:gd name="connsiteY4" fmla="*/ 26813 h 26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7" h="26812">
                  <a:moveTo>
                    <a:pt x="13419" y="26813"/>
                  </a:moveTo>
                  <a:cubicBezTo>
                    <a:pt x="21087" y="26813"/>
                    <a:pt x="26838" y="20429"/>
                    <a:pt x="26838" y="13406"/>
                  </a:cubicBezTo>
                  <a:cubicBezTo>
                    <a:pt x="26838" y="6384"/>
                    <a:pt x="20448" y="0"/>
                    <a:pt x="13419" y="0"/>
                  </a:cubicBezTo>
                  <a:cubicBezTo>
                    <a:pt x="6390" y="0"/>
                    <a:pt x="0" y="6384"/>
                    <a:pt x="0" y="13406"/>
                  </a:cubicBezTo>
                  <a:cubicBezTo>
                    <a:pt x="0" y="20429"/>
                    <a:pt x="6390" y="26813"/>
                    <a:pt x="13419" y="26813"/>
                  </a:cubicBezTo>
                  <a:close/>
                </a:path>
              </a:pathLst>
            </a:custGeom>
            <a:solidFill>
              <a:srgbClr val="012169"/>
            </a:solidFill>
            <a:ln w="6390" cap="flat">
              <a:noFill/>
              <a:prstDash val="solid"/>
              <a:miter/>
            </a:ln>
          </p:spPr>
          <p:txBody>
            <a:bodyPr rtlCol="0" anchor="ctr"/>
            <a:lstStyle/>
            <a:p>
              <a:endParaRPr lang="en-US"/>
            </a:p>
          </p:txBody>
        </p:sp>
        <p:sp>
          <p:nvSpPr>
            <p:cNvPr id="702" name="Graphic 4">
              <a:extLst>
                <a:ext uri="{FF2B5EF4-FFF2-40B4-BE49-F238E27FC236}">
                  <a16:creationId xmlns:a16="http://schemas.microsoft.com/office/drawing/2014/main" id="{7881BAE8-C3B5-F94A-A70C-38C57B9DF7D6}"/>
                </a:ext>
              </a:extLst>
            </p:cNvPr>
            <p:cNvSpPr/>
            <p:nvPr/>
          </p:nvSpPr>
          <p:spPr>
            <a:xfrm>
              <a:off x="2194304" y="1975366"/>
              <a:ext cx="16613" cy="16598"/>
            </a:xfrm>
            <a:custGeom>
              <a:avLst/>
              <a:gdLst>
                <a:gd name="connsiteX0" fmla="*/ 8307 w 16613"/>
                <a:gd name="connsiteY0" fmla="*/ 16598 h 16598"/>
                <a:gd name="connsiteX1" fmla="*/ 16614 w 16613"/>
                <a:gd name="connsiteY1" fmla="*/ 8299 h 16598"/>
                <a:gd name="connsiteX2" fmla="*/ 8307 w 16613"/>
                <a:gd name="connsiteY2" fmla="*/ 0 h 16598"/>
                <a:gd name="connsiteX3" fmla="*/ 0 w 16613"/>
                <a:gd name="connsiteY3" fmla="*/ 8299 h 16598"/>
                <a:gd name="connsiteX4" fmla="*/ 8307 w 16613"/>
                <a:gd name="connsiteY4" fmla="*/ 16598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16598">
                  <a:moveTo>
                    <a:pt x="8307" y="16598"/>
                  </a:moveTo>
                  <a:cubicBezTo>
                    <a:pt x="12780" y="16598"/>
                    <a:pt x="16614" y="12768"/>
                    <a:pt x="16614" y="8299"/>
                  </a:cubicBezTo>
                  <a:cubicBezTo>
                    <a:pt x="16614" y="3830"/>
                    <a:pt x="12780" y="0"/>
                    <a:pt x="8307" y="0"/>
                  </a:cubicBezTo>
                  <a:cubicBezTo>
                    <a:pt x="3834" y="0"/>
                    <a:pt x="0" y="3830"/>
                    <a:pt x="0" y="8299"/>
                  </a:cubicBezTo>
                  <a:cubicBezTo>
                    <a:pt x="0" y="12768"/>
                    <a:pt x="3834" y="16598"/>
                    <a:pt x="8307" y="16598"/>
                  </a:cubicBezTo>
                  <a:close/>
                </a:path>
              </a:pathLst>
            </a:custGeom>
            <a:solidFill>
              <a:srgbClr val="012169"/>
            </a:solidFill>
            <a:ln w="6390" cap="flat">
              <a:noFill/>
              <a:prstDash val="solid"/>
              <a:miter/>
            </a:ln>
          </p:spPr>
          <p:txBody>
            <a:bodyPr rtlCol="0" anchor="ctr"/>
            <a:lstStyle/>
            <a:p>
              <a:endParaRPr lang="en-US"/>
            </a:p>
          </p:txBody>
        </p:sp>
        <p:sp>
          <p:nvSpPr>
            <p:cNvPr id="703" name="Graphic 4">
              <a:extLst>
                <a:ext uri="{FF2B5EF4-FFF2-40B4-BE49-F238E27FC236}">
                  <a16:creationId xmlns:a16="http://schemas.microsoft.com/office/drawing/2014/main" id="{213AD19C-BD45-D242-B181-7976E4178CDE}"/>
                </a:ext>
              </a:extLst>
            </p:cNvPr>
            <p:cNvSpPr/>
            <p:nvPr/>
          </p:nvSpPr>
          <p:spPr>
            <a:xfrm>
              <a:off x="1952764"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49847 w 361670"/>
                <a:gd name="connsiteY5" fmla="*/ 70224 h 361333"/>
                <a:gd name="connsiteX6" fmla="*/ 270933 w 361670"/>
                <a:gd name="connsiteY6" fmla="*/ 91291 h 361333"/>
                <a:gd name="connsiteX7" fmla="*/ 249847 w 361670"/>
                <a:gd name="connsiteY7" fmla="*/ 112358 h 361333"/>
                <a:gd name="connsiteX8" fmla="*/ 228760 w 361670"/>
                <a:gd name="connsiteY8" fmla="*/ 91291 h 361333"/>
                <a:gd name="connsiteX9" fmla="*/ 249847 w 361670"/>
                <a:gd name="connsiteY9" fmla="*/ 70224 h 361333"/>
                <a:gd name="connsiteX10" fmla="*/ 120770 w 361670"/>
                <a:gd name="connsiteY10" fmla="*/ 73416 h 361333"/>
                <a:gd name="connsiteX11" fmla="*/ 146969 w 361670"/>
                <a:gd name="connsiteY11" fmla="*/ 99590 h 361333"/>
                <a:gd name="connsiteX12" fmla="*/ 120770 w 361670"/>
                <a:gd name="connsiteY12" fmla="*/ 125765 h 361333"/>
                <a:gd name="connsiteX13" fmla="*/ 94571 w 361670"/>
                <a:gd name="connsiteY13" fmla="*/ 99590 h 361333"/>
                <a:gd name="connsiteX14" fmla="*/ 120770 w 361670"/>
                <a:gd name="connsiteY14" fmla="*/ 73416 h 361333"/>
                <a:gd name="connsiteX15" fmla="*/ 122687 w 361670"/>
                <a:gd name="connsiteY15" fmla="*/ 285364 h 361333"/>
                <a:gd name="connsiteX16" fmla="*/ 116297 w 361670"/>
                <a:gd name="connsiteY16" fmla="*/ 291748 h 361333"/>
                <a:gd name="connsiteX17" fmla="*/ 109907 w 361670"/>
                <a:gd name="connsiteY17" fmla="*/ 285364 h 361333"/>
                <a:gd name="connsiteX18" fmla="*/ 109907 w 361670"/>
                <a:gd name="connsiteY18" fmla="*/ 218332 h 361333"/>
                <a:gd name="connsiteX19" fmla="*/ 116297 w 361670"/>
                <a:gd name="connsiteY19" fmla="*/ 211948 h 361333"/>
                <a:gd name="connsiteX20" fmla="*/ 122687 w 361670"/>
                <a:gd name="connsiteY20" fmla="*/ 218332 h 361333"/>
                <a:gd name="connsiteX21" fmla="*/ 122687 w 361670"/>
                <a:gd name="connsiteY21" fmla="*/ 285364 h 361333"/>
                <a:gd name="connsiteX22" fmla="*/ 146969 w 361670"/>
                <a:gd name="connsiteY22" fmla="*/ 285364 h 361333"/>
                <a:gd name="connsiteX23" fmla="*/ 140579 w 361670"/>
                <a:gd name="connsiteY23" fmla="*/ 291748 h 361333"/>
                <a:gd name="connsiteX24" fmla="*/ 134189 w 361670"/>
                <a:gd name="connsiteY24" fmla="*/ 285364 h 361333"/>
                <a:gd name="connsiteX25" fmla="*/ 134189 w 361670"/>
                <a:gd name="connsiteY25" fmla="*/ 165984 h 361333"/>
                <a:gd name="connsiteX26" fmla="*/ 138662 w 361670"/>
                <a:gd name="connsiteY26" fmla="*/ 160238 h 361333"/>
                <a:gd name="connsiteX27" fmla="*/ 167416 w 361670"/>
                <a:gd name="connsiteY27" fmla="*/ 150662 h 361333"/>
                <a:gd name="connsiteX28" fmla="*/ 176362 w 361670"/>
                <a:gd name="connsiteY28" fmla="*/ 144278 h 361333"/>
                <a:gd name="connsiteX29" fmla="*/ 107351 w 361670"/>
                <a:gd name="connsiteY29" fmla="*/ 144278 h 361333"/>
                <a:gd name="connsiteX30" fmla="*/ 80513 w 361670"/>
                <a:gd name="connsiteY30" fmla="*/ 166622 h 361333"/>
                <a:gd name="connsiteX31" fmla="*/ 80513 w 361670"/>
                <a:gd name="connsiteY31" fmla="*/ 204926 h 361333"/>
                <a:gd name="connsiteX32" fmla="*/ 86903 w 361670"/>
                <a:gd name="connsiteY32" fmla="*/ 216417 h 361333"/>
                <a:gd name="connsiteX33" fmla="*/ 86903 w 361670"/>
                <a:gd name="connsiteY33" fmla="*/ 171091 h 361333"/>
                <a:gd name="connsiteX34" fmla="*/ 93293 w 361670"/>
                <a:gd name="connsiteY34" fmla="*/ 164707 h 361333"/>
                <a:gd name="connsiteX35" fmla="*/ 99683 w 361670"/>
                <a:gd name="connsiteY35" fmla="*/ 171091 h 361333"/>
                <a:gd name="connsiteX36" fmla="*/ 99683 w 361670"/>
                <a:gd name="connsiteY36" fmla="*/ 286003 h 361333"/>
                <a:gd name="connsiteX37" fmla="*/ 93293 w 361670"/>
                <a:gd name="connsiteY37" fmla="*/ 292387 h 361333"/>
                <a:gd name="connsiteX38" fmla="*/ 86903 w 361670"/>
                <a:gd name="connsiteY38" fmla="*/ 286003 h 361333"/>
                <a:gd name="connsiteX39" fmla="*/ 86903 w 361670"/>
                <a:gd name="connsiteY39" fmla="*/ 229185 h 361333"/>
                <a:gd name="connsiteX40" fmla="*/ 67733 w 361670"/>
                <a:gd name="connsiteY40" fmla="*/ 204287 h 361333"/>
                <a:gd name="connsiteX41" fmla="*/ 67733 w 361670"/>
                <a:gd name="connsiteY41" fmla="*/ 165984 h 361333"/>
                <a:gd name="connsiteX42" fmla="*/ 107351 w 361670"/>
                <a:gd name="connsiteY42" fmla="*/ 130872 h 361333"/>
                <a:gd name="connsiteX43" fmla="*/ 184030 w 361670"/>
                <a:gd name="connsiteY43" fmla="*/ 130872 h 361333"/>
                <a:gd name="connsiteX44" fmla="*/ 190420 w 361670"/>
                <a:gd name="connsiteY44" fmla="*/ 137256 h 361333"/>
                <a:gd name="connsiteX45" fmla="*/ 171889 w 361670"/>
                <a:gd name="connsiteY45" fmla="*/ 162792 h 361333"/>
                <a:gd name="connsiteX46" fmla="*/ 147608 w 361670"/>
                <a:gd name="connsiteY46" fmla="*/ 171091 h 361333"/>
                <a:gd name="connsiteX47" fmla="*/ 147608 w 361670"/>
                <a:gd name="connsiteY47" fmla="*/ 285364 h 361333"/>
                <a:gd name="connsiteX48" fmla="*/ 169333 w 361670"/>
                <a:gd name="connsiteY48" fmla="*/ 291748 h 361333"/>
                <a:gd name="connsiteX49" fmla="*/ 159748 w 361670"/>
                <a:gd name="connsiteY49" fmla="*/ 291748 h 361333"/>
                <a:gd name="connsiteX50" fmla="*/ 153358 w 361670"/>
                <a:gd name="connsiteY50" fmla="*/ 285364 h 361333"/>
                <a:gd name="connsiteX51" fmla="*/ 159748 w 361670"/>
                <a:gd name="connsiteY51" fmla="*/ 278980 h 361333"/>
                <a:gd name="connsiteX52" fmla="*/ 169333 w 361670"/>
                <a:gd name="connsiteY52" fmla="*/ 278980 h 361333"/>
                <a:gd name="connsiteX53" fmla="*/ 175723 w 361670"/>
                <a:gd name="connsiteY53" fmla="*/ 285364 h 361333"/>
                <a:gd name="connsiteX54" fmla="*/ 169333 w 361670"/>
                <a:gd name="connsiteY54" fmla="*/ 291748 h 361333"/>
                <a:gd name="connsiteX55" fmla="*/ 192976 w 361670"/>
                <a:gd name="connsiteY55" fmla="*/ 272596 h 361333"/>
                <a:gd name="connsiteX56" fmla="*/ 183391 w 361670"/>
                <a:gd name="connsiteY56" fmla="*/ 272596 h 361333"/>
                <a:gd name="connsiteX57" fmla="*/ 177001 w 361670"/>
                <a:gd name="connsiteY57" fmla="*/ 266212 h 361333"/>
                <a:gd name="connsiteX58" fmla="*/ 183391 w 361670"/>
                <a:gd name="connsiteY58" fmla="*/ 259828 h 361333"/>
                <a:gd name="connsiteX59" fmla="*/ 192976 w 361670"/>
                <a:gd name="connsiteY59" fmla="*/ 259828 h 361333"/>
                <a:gd name="connsiteX60" fmla="*/ 199366 w 361670"/>
                <a:gd name="connsiteY60" fmla="*/ 266212 h 361333"/>
                <a:gd name="connsiteX61" fmla="*/ 192976 w 361670"/>
                <a:gd name="connsiteY61" fmla="*/ 272596 h 361333"/>
                <a:gd name="connsiteX62" fmla="*/ 217258 w 361670"/>
                <a:gd name="connsiteY62" fmla="*/ 253444 h 361333"/>
                <a:gd name="connsiteX63" fmla="*/ 207673 w 361670"/>
                <a:gd name="connsiteY63" fmla="*/ 253444 h 361333"/>
                <a:gd name="connsiteX64" fmla="*/ 201283 w 361670"/>
                <a:gd name="connsiteY64" fmla="*/ 247060 h 361333"/>
                <a:gd name="connsiteX65" fmla="*/ 207673 w 361670"/>
                <a:gd name="connsiteY65" fmla="*/ 240676 h 361333"/>
                <a:gd name="connsiteX66" fmla="*/ 217258 w 361670"/>
                <a:gd name="connsiteY66" fmla="*/ 240676 h 361333"/>
                <a:gd name="connsiteX67" fmla="*/ 223648 w 361670"/>
                <a:gd name="connsiteY67" fmla="*/ 247060 h 361333"/>
                <a:gd name="connsiteX68" fmla="*/ 217258 w 361670"/>
                <a:gd name="connsiteY68" fmla="*/ 253444 h 361333"/>
                <a:gd name="connsiteX69" fmla="*/ 256875 w 361670"/>
                <a:gd name="connsiteY69" fmla="*/ 233015 h 361333"/>
                <a:gd name="connsiteX70" fmla="*/ 250485 w 361670"/>
                <a:gd name="connsiteY70" fmla="*/ 239399 h 361333"/>
                <a:gd name="connsiteX71" fmla="*/ 244095 w 361670"/>
                <a:gd name="connsiteY71" fmla="*/ 233015 h 361333"/>
                <a:gd name="connsiteX72" fmla="*/ 244095 w 361670"/>
                <a:gd name="connsiteY72" fmla="*/ 185135 h 361333"/>
                <a:gd name="connsiteX73" fmla="*/ 250485 w 361670"/>
                <a:gd name="connsiteY73" fmla="*/ 178752 h 361333"/>
                <a:gd name="connsiteX74" fmla="*/ 256875 w 361670"/>
                <a:gd name="connsiteY74" fmla="*/ 185135 h 361333"/>
                <a:gd name="connsiteX75" fmla="*/ 256875 w 361670"/>
                <a:gd name="connsiteY75" fmla="*/ 233015 h 361333"/>
                <a:gd name="connsiteX76" fmla="*/ 295215 w 361670"/>
                <a:gd name="connsiteY76" fmla="*/ 170452 h 361333"/>
                <a:gd name="connsiteX77" fmla="*/ 276045 w 361670"/>
                <a:gd name="connsiteY77" fmla="*/ 190243 h 361333"/>
                <a:gd name="connsiteX78" fmla="*/ 276045 w 361670"/>
                <a:gd name="connsiteY78" fmla="*/ 232377 h 361333"/>
                <a:gd name="connsiteX79" fmla="*/ 269655 w 361670"/>
                <a:gd name="connsiteY79" fmla="*/ 238761 h 361333"/>
                <a:gd name="connsiteX80" fmla="*/ 263265 w 361670"/>
                <a:gd name="connsiteY80" fmla="*/ 232377 h 361333"/>
                <a:gd name="connsiteX81" fmla="*/ 263265 w 361670"/>
                <a:gd name="connsiteY81" fmla="*/ 151300 h 361333"/>
                <a:gd name="connsiteX82" fmla="*/ 269655 w 361670"/>
                <a:gd name="connsiteY82" fmla="*/ 144916 h 361333"/>
                <a:gd name="connsiteX83" fmla="*/ 276045 w 361670"/>
                <a:gd name="connsiteY83" fmla="*/ 151300 h 361333"/>
                <a:gd name="connsiteX84" fmla="*/ 276045 w 361670"/>
                <a:gd name="connsiteY84" fmla="*/ 177475 h 361333"/>
                <a:gd name="connsiteX85" fmla="*/ 282435 w 361670"/>
                <a:gd name="connsiteY85" fmla="*/ 170452 h 361333"/>
                <a:gd name="connsiteX86" fmla="*/ 282435 w 361670"/>
                <a:gd name="connsiteY86" fmla="*/ 141724 h 361333"/>
                <a:gd name="connsiteX87" fmla="*/ 260070 w 361670"/>
                <a:gd name="connsiteY87" fmla="*/ 128957 h 361333"/>
                <a:gd name="connsiteX88" fmla="*/ 240901 w 361670"/>
                <a:gd name="connsiteY88" fmla="*/ 128957 h 361333"/>
                <a:gd name="connsiteX89" fmla="*/ 218536 w 361670"/>
                <a:gd name="connsiteY89" fmla="*/ 143640 h 361333"/>
                <a:gd name="connsiteX90" fmla="*/ 218536 w 361670"/>
                <a:gd name="connsiteY90" fmla="*/ 170452 h 361333"/>
                <a:gd name="connsiteX91" fmla="*/ 224926 w 361670"/>
                <a:gd name="connsiteY91" fmla="*/ 177475 h 361333"/>
                <a:gd name="connsiteX92" fmla="*/ 224926 w 361670"/>
                <a:gd name="connsiteY92" fmla="*/ 151300 h 361333"/>
                <a:gd name="connsiteX93" fmla="*/ 231316 w 361670"/>
                <a:gd name="connsiteY93" fmla="*/ 144916 h 361333"/>
                <a:gd name="connsiteX94" fmla="*/ 237706 w 361670"/>
                <a:gd name="connsiteY94" fmla="*/ 151300 h 361333"/>
                <a:gd name="connsiteX95" fmla="*/ 237706 w 361670"/>
                <a:gd name="connsiteY95" fmla="*/ 232377 h 361333"/>
                <a:gd name="connsiteX96" fmla="*/ 231316 w 361670"/>
                <a:gd name="connsiteY96" fmla="*/ 238761 h 361333"/>
                <a:gd name="connsiteX97" fmla="*/ 224926 w 361670"/>
                <a:gd name="connsiteY97" fmla="*/ 232377 h 361333"/>
                <a:gd name="connsiteX98" fmla="*/ 224926 w 361670"/>
                <a:gd name="connsiteY98" fmla="*/ 190243 h 361333"/>
                <a:gd name="connsiteX99" fmla="*/ 205756 w 361670"/>
                <a:gd name="connsiteY99" fmla="*/ 170452 h 361333"/>
                <a:gd name="connsiteX100" fmla="*/ 205756 w 361670"/>
                <a:gd name="connsiteY100" fmla="*/ 143640 h 361333"/>
                <a:gd name="connsiteX101" fmla="*/ 240901 w 361670"/>
                <a:gd name="connsiteY101" fmla="*/ 116189 h 361333"/>
                <a:gd name="connsiteX102" fmla="*/ 260070 w 361670"/>
                <a:gd name="connsiteY102" fmla="*/ 116189 h 361333"/>
                <a:gd name="connsiteX103" fmla="*/ 295215 w 361670"/>
                <a:gd name="connsiteY103" fmla="*/ 141724 h 361333"/>
                <a:gd name="connsiteX104" fmla="*/ 295215 w 361670"/>
                <a:gd name="connsiteY104" fmla="*/ 17045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249847" y="70224"/>
                  </a:moveTo>
                  <a:cubicBezTo>
                    <a:pt x="261348" y="70224"/>
                    <a:pt x="270933" y="79800"/>
                    <a:pt x="270933" y="91291"/>
                  </a:cubicBezTo>
                  <a:cubicBezTo>
                    <a:pt x="270933" y="102782"/>
                    <a:pt x="261348" y="112358"/>
                    <a:pt x="249847" y="112358"/>
                  </a:cubicBezTo>
                  <a:cubicBezTo>
                    <a:pt x="238345" y="112358"/>
                    <a:pt x="228760" y="102782"/>
                    <a:pt x="228760" y="91291"/>
                  </a:cubicBezTo>
                  <a:cubicBezTo>
                    <a:pt x="228760" y="79800"/>
                    <a:pt x="238345" y="70224"/>
                    <a:pt x="249847" y="70224"/>
                  </a:cubicBezTo>
                  <a:close/>
                  <a:moveTo>
                    <a:pt x="120770" y="73416"/>
                  </a:moveTo>
                  <a:cubicBezTo>
                    <a:pt x="135467" y="73416"/>
                    <a:pt x="146969" y="85545"/>
                    <a:pt x="146969" y="99590"/>
                  </a:cubicBezTo>
                  <a:cubicBezTo>
                    <a:pt x="146969" y="113635"/>
                    <a:pt x="134828" y="125765"/>
                    <a:pt x="120770" y="125765"/>
                  </a:cubicBezTo>
                  <a:cubicBezTo>
                    <a:pt x="106712" y="125765"/>
                    <a:pt x="94571" y="113635"/>
                    <a:pt x="94571" y="99590"/>
                  </a:cubicBezTo>
                  <a:cubicBezTo>
                    <a:pt x="94571" y="85545"/>
                    <a:pt x="106073" y="73416"/>
                    <a:pt x="120770" y="73416"/>
                  </a:cubicBezTo>
                  <a:close/>
                  <a:moveTo>
                    <a:pt x="122687" y="285364"/>
                  </a:moveTo>
                  <a:cubicBezTo>
                    <a:pt x="122687" y="289195"/>
                    <a:pt x="120131" y="291748"/>
                    <a:pt x="116297" y="291748"/>
                  </a:cubicBezTo>
                  <a:cubicBezTo>
                    <a:pt x="112463" y="291748"/>
                    <a:pt x="109907" y="289195"/>
                    <a:pt x="109907" y="285364"/>
                  </a:cubicBezTo>
                  <a:lnTo>
                    <a:pt x="109907" y="218332"/>
                  </a:lnTo>
                  <a:cubicBezTo>
                    <a:pt x="109907" y="214502"/>
                    <a:pt x="112463" y="211948"/>
                    <a:pt x="116297" y="211948"/>
                  </a:cubicBezTo>
                  <a:cubicBezTo>
                    <a:pt x="120131" y="211948"/>
                    <a:pt x="122687" y="214502"/>
                    <a:pt x="122687" y="218332"/>
                  </a:cubicBezTo>
                  <a:lnTo>
                    <a:pt x="122687" y="285364"/>
                  </a:lnTo>
                  <a:close/>
                  <a:moveTo>
                    <a:pt x="146969" y="285364"/>
                  </a:moveTo>
                  <a:cubicBezTo>
                    <a:pt x="146969" y="289195"/>
                    <a:pt x="144413" y="291748"/>
                    <a:pt x="140579" y="291748"/>
                  </a:cubicBezTo>
                  <a:cubicBezTo>
                    <a:pt x="136745" y="291748"/>
                    <a:pt x="134189" y="289195"/>
                    <a:pt x="134189" y="285364"/>
                  </a:cubicBezTo>
                  <a:lnTo>
                    <a:pt x="134189" y="165984"/>
                  </a:lnTo>
                  <a:cubicBezTo>
                    <a:pt x="134189" y="163430"/>
                    <a:pt x="136106" y="160876"/>
                    <a:pt x="138662" y="160238"/>
                  </a:cubicBezTo>
                  <a:cubicBezTo>
                    <a:pt x="138662" y="160238"/>
                    <a:pt x="162304" y="151939"/>
                    <a:pt x="167416" y="150662"/>
                  </a:cubicBezTo>
                  <a:cubicBezTo>
                    <a:pt x="171889" y="149385"/>
                    <a:pt x="174445" y="147470"/>
                    <a:pt x="176362" y="144278"/>
                  </a:cubicBezTo>
                  <a:lnTo>
                    <a:pt x="107351" y="144278"/>
                  </a:lnTo>
                  <a:cubicBezTo>
                    <a:pt x="89459" y="144278"/>
                    <a:pt x="80513" y="151939"/>
                    <a:pt x="80513" y="166622"/>
                  </a:cubicBezTo>
                  <a:lnTo>
                    <a:pt x="80513" y="204926"/>
                  </a:lnTo>
                  <a:cubicBezTo>
                    <a:pt x="80513" y="211948"/>
                    <a:pt x="83708" y="215140"/>
                    <a:pt x="86903" y="216417"/>
                  </a:cubicBezTo>
                  <a:lnTo>
                    <a:pt x="86903" y="171091"/>
                  </a:lnTo>
                  <a:cubicBezTo>
                    <a:pt x="86903" y="167260"/>
                    <a:pt x="89459" y="164707"/>
                    <a:pt x="93293" y="164707"/>
                  </a:cubicBezTo>
                  <a:cubicBezTo>
                    <a:pt x="97127" y="164707"/>
                    <a:pt x="99683" y="167260"/>
                    <a:pt x="99683" y="171091"/>
                  </a:cubicBezTo>
                  <a:lnTo>
                    <a:pt x="99683" y="286003"/>
                  </a:lnTo>
                  <a:cubicBezTo>
                    <a:pt x="99683" y="289833"/>
                    <a:pt x="97127" y="292387"/>
                    <a:pt x="93293" y="292387"/>
                  </a:cubicBezTo>
                  <a:cubicBezTo>
                    <a:pt x="89459" y="292387"/>
                    <a:pt x="86903" y="289833"/>
                    <a:pt x="86903" y="286003"/>
                  </a:cubicBezTo>
                  <a:lnTo>
                    <a:pt x="86903" y="229185"/>
                  </a:lnTo>
                  <a:cubicBezTo>
                    <a:pt x="75401" y="226631"/>
                    <a:pt x="67733" y="217694"/>
                    <a:pt x="67733" y="204287"/>
                  </a:cubicBezTo>
                  <a:lnTo>
                    <a:pt x="67733" y="165984"/>
                  </a:lnTo>
                  <a:cubicBezTo>
                    <a:pt x="67733" y="144278"/>
                    <a:pt x="82430" y="130872"/>
                    <a:pt x="107351" y="130872"/>
                  </a:cubicBezTo>
                  <a:lnTo>
                    <a:pt x="184030" y="130872"/>
                  </a:lnTo>
                  <a:cubicBezTo>
                    <a:pt x="187864" y="130872"/>
                    <a:pt x="190420" y="133425"/>
                    <a:pt x="190420" y="137256"/>
                  </a:cubicBezTo>
                  <a:cubicBezTo>
                    <a:pt x="190420" y="150024"/>
                    <a:pt x="184030" y="158323"/>
                    <a:pt x="171889" y="162792"/>
                  </a:cubicBezTo>
                  <a:cubicBezTo>
                    <a:pt x="168055" y="164068"/>
                    <a:pt x="154636" y="168537"/>
                    <a:pt x="147608" y="171091"/>
                  </a:cubicBezTo>
                  <a:lnTo>
                    <a:pt x="147608" y="285364"/>
                  </a:lnTo>
                  <a:close/>
                  <a:moveTo>
                    <a:pt x="169333" y="291748"/>
                  </a:moveTo>
                  <a:lnTo>
                    <a:pt x="159748" y="291748"/>
                  </a:lnTo>
                  <a:cubicBezTo>
                    <a:pt x="155914" y="291748"/>
                    <a:pt x="153358" y="289195"/>
                    <a:pt x="153358" y="285364"/>
                  </a:cubicBezTo>
                  <a:cubicBezTo>
                    <a:pt x="153358" y="281534"/>
                    <a:pt x="155914" y="278980"/>
                    <a:pt x="159748" y="278980"/>
                  </a:cubicBezTo>
                  <a:lnTo>
                    <a:pt x="169333" y="278980"/>
                  </a:lnTo>
                  <a:cubicBezTo>
                    <a:pt x="173167" y="278980"/>
                    <a:pt x="175723" y="281534"/>
                    <a:pt x="175723" y="285364"/>
                  </a:cubicBezTo>
                  <a:cubicBezTo>
                    <a:pt x="175723" y="289195"/>
                    <a:pt x="172528" y="291748"/>
                    <a:pt x="169333" y="291748"/>
                  </a:cubicBezTo>
                  <a:close/>
                  <a:moveTo>
                    <a:pt x="192976" y="272596"/>
                  </a:moveTo>
                  <a:lnTo>
                    <a:pt x="183391" y="272596"/>
                  </a:lnTo>
                  <a:cubicBezTo>
                    <a:pt x="179557" y="272596"/>
                    <a:pt x="177001" y="270043"/>
                    <a:pt x="177001" y="266212"/>
                  </a:cubicBezTo>
                  <a:cubicBezTo>
                    <a:pt x="177001" y="262382"/>
                    <a:pt x="179557" y="259828"/>
                    <a:pt x="183391" y="259828"/>
                  </a:cubicBezTo>
                  <a:lnTo>
                    <a:pt x="192976" y="259828"/>
                  </a:lnTo>
                  <a:cubicBezTo>
                    <a:pt x="196810" y="259828"/>
                    <a:pt x="199366" y="262382"/>
                    <a:pt x="199366" y="266212"/>
                  </a:cubicBezTo>
                  <a:cubicBezTo>
                    <a:pt x="199366" y="270043"/>
                    <a:pt x="196810" y="272596"/>
                    <a:pt x="192976" y="272596"/>
                  </a:cubicBezTo>
                  <a:close/>
                  <a:moveTo>
                    <a:pt x="217258" y="253444"/>
                  </a:moveTo>
                  <a:lnTo>
                    <a:pt x="207673" y="253444"/>
                  </a:lnTo>
                  <a:cubicBezTo>
                    <a:pt x="203839" y="253444"/>
                    <a:pt x="201283" y="250891"/>
                    <a:pt x="201283" y="247060"/>
                  </a:cubicBezTo>
                  <a:cubicBezTo>
                    <a:pt x="201283" y="243230"/>
                    <a:pt x="203839" y="240676"/>
                    <a:pt x="207673" y="240676"/>
                  </a:cubicBezTo>
                  <a:lnTo>
                    <a:pt x="217258" y="240676"/>
                  </a:lnTo>
                  <a:cubicBezTo>
                    <a:pt x="221092" y="240676"/>
                    <a:pt x="223648" y="243230"/>
                    <a:pt x="223648" y="247060"/>
                  </a:cubicBezTo>
                  <a:cubicBezTo>
                    <a:pt x="223648" y="250891"/>
                    <a:pt x="220453" y="253444"/>
                    <a:pt x="217258" y="253444"/>
                  </a:cubicBezTo>
                  <a:close/>
                  <a:moveTo>
                    <a:pt x="256875" y="233015"/>
                  </a:moveTo>
                  <a:cubicBezTo>
                    <a:pt x="256875" y="236846"/>
                    <a:pt x="254319" y="239399"/>
                    <a:pt x="250485" y="239399"/>
                  </a:cubicBezTo>
                  <a:cubicBezTo>
                    <a:pt x="246652" y="239399"/>
                    <a:pt x="244095" y="236846"/>
                    <a:pt x="244095" y="233015"/>
                  </a:cubicBezTo>
                  <a:lnTo>
                    <a:pt x="244095" y="185135"/>
                  </a:lnTo>
                  <a:cubicBezTo>
                    <a:pt x="244095" y="181305"/>
                    <a:pt x="246652" y="178752"/>
                    <a:pt x="250485" y="178752"/>
                  </a:cubicBezTo>
                  <a:cubicBezTo>
                    <a:pt x="254319" y="178752"/>
                    <a:pt x="256875" y="181305"/>
                    <a:pt x="256875" y="185135"/>
                  </a:cubicBezTo>
                  <a:lnTo>
                    <a:pt x="256875" y="233015"/>
                  </a:lnTo>
                  <a:close/>
                  <a:moveTo>
                    <a:pt x="295215" y="170452"/>
                  </a:moveTo>
                  <a:cubicBezTo>
                    <a:pt x="295215" y="180667"/>
                    <a:pt x="287547" y="188327"/>
                    <a:pt x="276045" y="190243"/>
                  </a:cubicBezTo>
                  <a:lnTo>
                    <a:pt x="276045" y="232377"/>
                  </a:lnTo>
                  <a:cubicBezTo>
                    <a:pt x="276045" y="236207"/>
                    <a:pt x="273489" y="238761"/>
                    <a:pt x="269655" y="238761"/>
                  </a:cubicBezTo>
                  <a:cubicBezTo>
                    <a:pt x="265821" y="238761"/>
                    <a:pt x="263265" y="236207"/>
                    <a:pt x="263265" y="232377"/>
                  </a:cubicBezTo>
                  <a:lnTo>
                    <a:pt x="263265" y="151300"/>
                  </a:lnTo>
                  <a:cubicBezTo>
                    <a:pt x="263265" y="147470"/>
                    <a:pt x="265821" y="144916"/>
                    <a:pt x="269655" y="144916"/>
                  </a:cubicBezTo>
                  <a:cubicBezTo>
                    <a:pt x="273489" y="144916"/>
                    <a:pt x="276045" y="147470"/>
                    <a:pt x="276045" y="151300"/>
                  </a:cubicBezTo>
                  <a:lnTo>
                    <a:pt x="276045" y="177475"/>
                  </a:lnTo>
                  <a:cubicBezTo>
                    <a:pt x="279240" y="176198"/>
                    <a:pt x="282435" y="174283"/>
                    <a:pt x="282435" y="170452"/>
                  </a:cubicBezTo>
                  <a:lnTo>
                    <a:pt x="282435" y="141724"/>
                  </a:lnTo>
                  <a:cubicBezTo>
                    <a:pt x="282435" y="130233"/>
                    <a:pt x="267099" y="128957"/>
                    <a:pt x="260070" y="128957"/>
                  </a:cubicBezTo>
                  <a:lnTo>
                    <a:pt x="240901" y="128957"/>
                  </a:lnTo>
                  <a:cubicBezTo>
                    <a:pt x="227482" y="128957"/>
                    <a:pt x="218536" y="134702"/>
                    <a:pt x="218536" y="143640"/>
                  </a:cubicBezTo>
                  <a:lnTo>
                    <a:pt x="218536" y="170452"/>
                  </a:lnTo>
                  <a:cubicBezTo>
                    <a:pt x="218536" y="174283"/>
                    <a:pt x="221731" y="176198"/>
                    <a:pt x="224926" y="177475"/>
                  </a:cubicBezTo>
                  <a:lnTo>
                    <a:pt x="224926" y="151300"/>
                  </a:lnTo>
                  <a:cubicBezTo>
                    <a:pt x="224926" y="147470"/>
                    <a:pt x="227482" y="144916"/>
                    <a:pt x="231316" y="144916"/>
                  </a:cubicBezTo>
                  <a:cubicBezTo>
                    <a:pt x="235150" y="144916"/>
                    <a:pt x="237706" y="147470"/>
                    <a:pt x="237706" y="151300"/>
                  </a:cubicBezTo>
                  <a:lnTo>
                    <a:pt x="237706" y="232377"/>
                  </a:lnTo>
                  <a:cubicBezTo>
                    <a:pt x="237706" y="236207"/>
                    <a:pt x="235150" y="238761"/>
                    <a:pt x="231316" y="238761"/>
                  </a:cubicBezTo>
                  <a:cubicBezTo>
                    <a:pt x="227482" y="238761"/>
                    <a:pt x="224926" y="236207"/>
                    <a:pt x="224926" y="232377"/>
                  </a:cubicBezTo>
                  <a:lnTo>
                    <a:pt x="224926" y="190243"/>
                  </a:lnTo>
                  <a:cubicBezTo>
                    <a:pt x="213424" y="188327"/>
                    <a:pt x="205756" y="180028"/>
                    <a:pt x="205756" y="170452"/>
                  </a:cubicBezTo>
                  <a:lnTo>
                    <a:pt x="205756" y="143640"/>
                  </a:lnTo>
                  <a:cubicBezTo>
                    <a:pt x="205756" y="130233"/>
                    <a:pt x="216619" y="116189"/>
                    <a:pt x="240901" y="116189"/>
                  </a:cubicBezTo>
                  <a:lnTo>
                    <a:pt x="260070" y="116189"/>
                  </a:lnTo>
                  <a:cubicBezTo>
                    <a:pt x="286269" y="116189"/>
                    <a:pt x="295215" y="129595"/>
                    <a:pt x="295215" y="141724"/>
                  </a:cubicBezTo>
                  <a:lnTo>
                    <a:pt x="295215" y="170452"/>
                  </a:lnTo>
                  <a:close/>
                </a:path>
              </a:pathLst>
            </a:custGeom>
            <a:solidFill>
              <a:srgbClr val="012169"/>
            </a:solidFill>
            <a:ln w="6390" cap="flat">
              <a:noFill/>
              <a:prstDash val="solid"/>
              <a:miter/>
            </a:ln>
          </p:spPr>
          <p:txBody>
            <a:bodyPr rtlCol="0" anchor="ctr"/>
            <a:lstStyle/>
            <a:p>
              <a:endParaRPr lang="en-US"/>
            </a:p>
          </p:txBody>
        </p:sp>
      </p:grpSp>
      <p:grpSp>
        <p:nvGrpSpPr>
          <p:cNvPr id="704" name="Graphic 4">
            <a:extLst>
              <a:ext uri="{FF2B5EF4-FFF2-40B4-BE49-F238E27FC236}">
                <a16:creationId xmlns:a16="http://schemas.microsoft.com/office/drawing/2014/main" id="{9B18440C-4763-9649-9B82-33DA4EC4F480}"/>
              </a:ext>
            </a:extLst>
          </p:cNvPr>
          <p:cNvGrpSpPr/>
          <p:nvPr/>
        </p:nvGrpSpPr>
        <p:grpSpPr>
          <a:xfrm>
            <a:off x="1952764" y="2371173"/>
            <a:ext cx="361674" cy="361333"/>
            <a:chOff x="1952764" y="2371173"/>
            <a:chExt cx="361674" cy="361333"/>
          </a:xfrm>
          <a:solidFill>
            <a:srgbClr val="012169"/>
          </a:solidFill>
        </p:grpSpPr>
        <p:sp>
          <p:nvSpPr>
            <p:cNvPr id="705" name="Graphic 4">
              <a:extLst>
                <a:ext uri="{FF2B5EF4-FFF2-40B4-BE49-F238E27FC236}">
                  <a16:creationId xmlns:a16="http://schemas.microsoft.com/office/drawing/2014/main" id="{BB267798-6163-AA44-9964-3A9EDC8FD998}"/>
                </a:ext>
              </a:extLst>
            </p:cNvPr>
            <p:cNvSpPr/>
            <p:nvPr/>
          </p:nvSpPr>
          <p:spPr>
            <a:xfrm>
              <a:off x="2157242" y="2512898"/>
              <a:ext cx="17891" cy="8937"/>
            </a:xfrm>
            <a:custGeom>
              <a:avLst/>
              <a:gdLst>
                <a:gd name="connsiteX0" fmla="*/ 0 w 17891"/>
                <a:gd name="connsiteY0" fmla="*/ 0 h 8937"/>
                <a:gd name="connsiteX1" fmla="*/ 17892 w 17891"/>
                <a:gd name="connsiteY1" fmla="*/ 0 h 8937"/>
                <a:gd name="connsiteX2" fmla="*/ 17892 w 17891"/>
                <a:gd name="connsiteY2" fmla="*/ 8938 h 8937"/>
                <a:gd name="connsiteX3" fmla="*/ 0 w 17891"/>
                <a:gd name="connsiteY3" fmla="*/ 8938 h 8937"/>
              </a:gdLst>
              <a:ahLst/>
              <a:cxnLst>
                <a:cxn ang="0">
                  <a:pos x="connsiteX0" y="connsiteY0"/>
                </a:cxn>
                <a:cxn ang="0">
                  <a:pos x="connsiteX1" y="connsiteY1"/>
                </a:cxn>
                <a:cxn ang="0">
                  <a:pos x="connsiteX2" y="connsiteY2"/>
                </a:cxn>
                <a:cxn ang="0">
                  <a:pos x="connsiteX3" y="connsiteY3"/>
                </a:cxn>
              </a:cxnLst>
              <a:rect l="l" t="t" r="r" b="b"/>
              <a:pathLst>
                <a:path w="17891" h="8937">
                  <a:moveTo>
                    <a:pt x="0" y="0"/>
                  </a:moveTo>
                  <a:lnTo>
                    <a:pt x="17892" y="0"/>
                  </a:lnTo>
                  <a:lnTo>
                    <a:pt x="17892" y="8938"/>
                  </a:lnTo>
                  <a:lnTo>
                    <a:pt x="0" y="8938"/>
                  </a:lnTo>
                  <a:close/>
                </a:path>
              </a:pathLst>
            </a:custGeom>
            <a:solidFill>
              <a:srgbClr val="012169"/>
            </a:solidFill>
            <a:ln w="6390" cap="flat">
              <a:noFill/>
              <a:prstDash val="solid"/>
              <a:miter/>
            </a:ln>
          </p:spPr>
          <p:txBody>
            <a:bodyPr rtlCol="0" anchor="ctr"/>
            <a:lstStyle/>
            <a:p>
              <a:endParaRPr lang="en-US"/>
            </a:p>
          </p:txBody>
        </p:sp>
        <p:sp>
          <p:nvSpPr>
            <p:cNvPr id="706" name="Graphic 4">
              <a:extLst>
                <a:ext uri="{FF2B5EF4-FFF2-40B4-BE49-F238E27FC236}">
                  <a16:creationId xmlns:a16="http://schemas.microsoft.com/office/drawing/2014/main" id="{727EFEE4-ED7A-4C45-8E7F-B977BDABFE2B}"/>
                </a:ext>
              </a:extLst>
            </p:cNvPr>
            <p:cNvSpPr/>
            <p:nvPr/>
          </p:nvSpPr>
          <p:spPr>
            <a:xfrm>
              <a:off x="2124654" y="2455442"/>
              <a:ext cx="82430" cy="44049"/>
            </a:xfrm>
            <a:custGeom>
              <a:avLst/>
              <a:gdLst>
                <a:gd name="connsiteX0" fmla="*/ 0 w 82430"/>
                <a:gd name="connsiteY0" fmla="*/ 0 h 44049"/>
                <a:gd name="connsiteX1" fmla="*/ 82430 w 82430"/>
                <a:gd name="connsiteY1" fmla="*/ 0 h 44049"/>
                <a:gd name="connsiteX2" fmla="*/ 82430 w 82430"/>
                <a:gd name="connsiteY2" fmla="*/ 44049 h 44049"/>
                <a:gd name="connsiteX3" fmla="*/ 0 w 82430"/>
                <a:gd name="connsiteY3" fmla="*/ 44049 h 44049"/>
              </a:gdLst>
              <a:ahLst/>
              <a:cxnLst>
                <a:cxn ang="0">
                  <a:pos x="connsiteX0" y="connsiteY0"/>
                </a:cxn>
                <a:cxn ang="0">
                  <a:pos x="connsiteX1" y="connsiteY1"/>
                </a:cxn>
                <a:cxn ang="0">
                  <a:pos x="connsiteX2" y="connsiteY2"/>
                </a:cxn>
                <a:cxn ang="0">
                  <a:pos x="connsiteX3" y="connsiteY3"/>
                </a:cxn>
              </a:cxnLst>
              <a:rect l="l" t="t" r="r" b="b"/>
              <a:pathLst>
                <a:path w="82430" h="44049">
                  <a:moveTo>
                    <a:pt x="0" y="0"/>
                  </a:moveTo>
                  <a:lnTo>
                    <a:pt x="82430" y="0"/>
                  </a:lnTo>
                  <a:lnTo>
                    <a:pt x="82430" y="44049"/>
                  </a:lnTo>
                  <a:lnTo>
                    <a:pt x="0" y="44049"/>
                  </a:lnTo>
                  <a:close/>
                </a:path>
              </a:pathLst>
            </a:custGeom>
            <a:solidFill>
              <a:srgbClr val="012169"/>
            </a:solidFill>
            <a:ln w="6390" cap="flat">
              <a:noFill/>
              <a:prstDash val="solid"/>
              <a:miter/>
            </a:ln>
          </p:spPr>
          <p:txBody>
            <a:bodyPr rtlCol="0" anchor="ctr"/>
            <a:lstStyle/>
            <a:p>
              <a:endParaRPr lang="en-US"/>
            </a:p>
          </p:txBody>
        </p:sp>
        <p:sp>
          <p:nvSpPr>
            <p:cNvPr id="707" name="Graphic 4">
              <a:extLst>
                <a:ext uri="{FF2B5EF4-FFF2-40B4-BE49-F238E27FC236}">
                  <a16:creationId xmlns:a16="http://schemas.microsoft.com/office/drawing/2014/main" id="{2FE7B1E4-4142-AC46-BD59-F125EFBDC58E}"/>
                </a:ext>
              </a:extLst>
            </p:cNvPr>
            <p:cNvSpPr/>
            <p:nvPr/>
          </p:nvSpPr>
          <p:spPr>
            <a:xfrm>
              <a:off x="2090148" y="2572268"/>
              <a:ext cx="42173" cy="29366"/>
            </a:xfrm>
            <a:custGeom>
              <a:avLst/>
              <a:gdLst>
                <a:gd name="connsiteX0" fmla="*/ 31950 w 42173"/>
                <a:gd name="connsiteY0" fmla="*/ 29366 h 29366"/>
                <a:gd name="connsiteX1" fmla="*/ 42174 w 42173"/>
                <a:gd name="connsiteY1" fmla="*/ 0 h 29366"/>
                <a:gd name="connsiteX2" fmla="*/ 0 w 42173"/>
                <a:gd name="connsiteY2" fmla="*/ 0 h 29366"/>
                <a:gd name="connsiteX3" fmla="*/ 8946 w 42173"/>
                <a:gd name="connsiteY3" fmla="*/ 29366 h 29366"/>
              </a:gdLst>
              <a:ahLst/>
              <a:cxnLst>
                <a:cxn ang="0">
                  <a:pos x="connsiteX0" y="connsiteY0"/>
                </a:cxn>
                <a:cxn ang="0">
                  <a:pos x="connsiteX1" y="connsiteY1"/>
                </a:cxn>
                <a:cxn ang="0">
                  <a:pos x="connsiteX2" y="connsiteY2"/>
                </a:cxn>
                <a:cxn ang="0">
                  <a:pos x="connsiteX3" y="connsiteY3"/>
                </a:cxn>
              </a:cxnLst>
              <a:rect l="l" t="t" r="r" b="b"/>
              <a:pathLst>
                <a:path w="42173" h="29366">
                  <a:moveTo>
                    <a:pt x="31950" y="29366"/>
                  </a:moveTo>
                  <a:lnTo>
                    <a:pt x="42174" y="0"/>
                  </a:lnTo>
                  <a:lnTo>
                    <a:pt x="0" y="0"/>
                  </a:lnTo>
                  <a:lnTo>
                    <a:pt x="8946" y="29366"/>
                  </a:lnTo>
                  <a:close/>
                </a:path>
              </a:pathLst>
            </a:custGeom>
            <a:solidFill>
              <a:srgbClr val="012169"/>
            </a:solidFill>
            <a:ln w="6390" cap="flat">
              <a:noFill/>
              <a:prstDash val="solid"/>
              <a:miter/>
            </a:ln>
          </p:spPr>
          <p:txBody>
            <a:bodyPr rtlCol="0" anchor="ctr"/>
            <a:lstStyle/>
            <a:p>
              <a:endParaRPr lang="en-US"/>
            </a:p>
          </p:txBody>
        </p:sp>
        <p:sp>
          <p:nvSpPr>
            <p:cNvPr id="708" name="Graphic 4">
              <a:extLst>
                <a:ext uri="{FF2B5EF4-FFF2-40B4-BE49-F238E27FC236}">
                  <a16:creationId xmlns:a16="http://schemas.microsoft.com/office/drawing/2014/main" id="{1F712AFB-46EB-C446-811B-9F8052E416EA}"/>
                </a:ext>
              </a:extLst>
            </p:cNvPr>
            <p:cNvSpPr/>
            <p:nvPr/>
          </p:nvSpPr>
          <p:spPr>
            <a:xfrm>
              <a:off x="1952764" y="237117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83074 w 361674"/>
                <a:gd name="connsiteY5" fmla="*/ 267489 h 361333"/>
                <a:gd name="connsiteX6" fmla="*/ 276684 w 361674"/>
                <a:gd name="connsiteY6" fmla="*/ 273873 h 361333"/>
                <a:gd name="connsiteX7" fmla="*/ 270294 w 361674"/>
                <a:gd name="connsiteY7" fmla="*/ 267489 h 361333"/>
                <a:gd name="connsiteX8" fmla="*/ 270294 w 361674"/>
                <a:gd name="connsiteY8" fmla="*/ 171091 h 361333"/>
                <a:gd name="connsiteX9" fmla="*/ 127799 w 361674"/>
                <a:gd name="connsiteY9" fmla="*/ 171091 h 361333"/>
                <a:gd name="connsiteX10" fmla="*/ 133550 w 361674"/>
                <a:gd name="connsiteY10" fmla="*/ 188966 h 361333"/>
                <a:gd name="connsiteX11" fmla="*/ 134828 w 361674"/>
                <a:gd name="connsiteY11" fmla="*/ 188966 h 361333"/>
                <a:gd name="connsiteX12" fmla="*/ 188503 w 361674"/>
                <a:gd name="connsiteY12" fmla="*/ 188966 h 361333"/>
                <a:gd name="connsiteX13" fmla="*/ 193615 w 361674"/>
                <a:gd name="connsiteY13" fmla="*/ 191519 h 361333"/>
                <a:gd name="connsiteX14" fmla="*/ 194254 w 361674"/>
                <a:gd name="connsiteY14" fmla="*/ 197265 h 361333"/>
                <a:gd name="connsiteX15" fmla="*/ 182752 w 361674"/>
                <a:gd name="connsiteY15" fmla="*/ 230462 h 361333"/>
                <a:gd name="connsiteX16" fmla="*/ 204478 w 361674"/>
                <a:gd name="connsiteY16" fmla="*/ 230462 h 361333"/>
                <a:gd name="connsiteX17" fmla="*/ 210868 w 361674"/>
                <a:gd name="connsiteY17" fmla="*/ 236846 h 361333"/>
                <a:gd name="connsiteX18" fmla="*/ 204478 w 361674"/>
                <a:gd name="connsiteY18" fmla="*/ 243230 h 361333"/>
                <a:gd name="connsiteX19" fmla="*/ 178918 w 361674"/>
                <a:gd name="connsiteY19" fmla="*/ 243230 h 361333"/>
                <a:gd name="connsiteX20" fmla="*/ 178918 w 361674"/>
                <a:gd name="connsiteY20" fmla="*/ 262382 h 361333"/>
                <a:gd name="connsiteX21" fmla="*/ 196810 w 361674"/>
                <a:gd name="connsiteY21" fmla="*/ 262382 h 361333"/>
                <a:gd name="connsiteX22" fmla="*/ 202561 w 361674"/>
                <a:gd name="connsiteY22" fmla="*/ 265574 h 361333"/>
                <a:gd name="connsiteX23" fmla="*/ 210229 w 361674"/>
                <a:gd name="connsiteY23" fmla="*/ 280895 h 361333"/>
                <a:gd name="connsiteX24" fmla="*/ 207673 w 361674"/>
                <a:gd name="connsiteY24" fmla="*/ 289195 h 361333"/>
                <a:gd name="connsiteX25" fmla="*/ 204478 w 361674"/>
                <a:gd name="connsiteY25" fmla="*/ 289833 h 361333"/>
                <a:gd name="connsiteX26" fmla="*/ 198727 w 361674"/>
                <a:gd name="connsiteY26" fmla="*/ 286641 h 361333"/>
                <a:gd name="connsiteX27" fmla="*/ 192337 w 361674"/>
                <a:gd name="connsiteY27" fmla="*/ 274511 h 361333"/>
                <a:gd name="connsiteX28" fmla="*/ 178279 w 361674"/>
                <a:gd name="connsiteY28" fmla="*/ 274511 h 361333"/>
                <a:gd name="connsiteX29" fmla="*/ 178279 w 361674"/>
                <a:gd name="connsiteY29" fmla="*/ 283449 h 361333"/>
                <a:gd name="connsiteX30" fmla="*/ 171889 w 361674"/>
                <a:gd name="connsiteY30" fmla="*/ 289833 h 361333"/>
                <a:gd name="connsiteX31" fmla="*/ 165499 w 361674"/>
                <a:gd name="connsiteY31" fmla="*/ 283449 h 361333"/>
                <a:gd name="connsiteX32" fmla="*/ 165499 w 361674"/>
                <a:gd name="connsiteY32" fmla="*/ 274511 h 361333"/>
                <a:gd name="connsiteX33" fmla="*/ 152080 w 361674"/>
                <a:gd name="connsiteY33" fmla="*/ 274511 h 361333"/>
                <a:gd name="connsiteX34" fmla="*/ 145051 w 361674"/>
                <a:gd name="connsiteY34" fmla="*/ 286641 h 361333"/>
                <a:gd name="connsiteX35" fmla="*/ 136106 w 361674"/>
                <a:gd name="connsiteY35" fmla="*/ 289195 h 361333"/>
                <a:gd name="connsiteX36" fmla="*/ 133550 w 361674"/>
                <a:gd name="connsiteY36" fmla="*/ 280257 h 361333"/>
                <a:gd name="connsiteX37" fmla="*/ 142496 w 361674"/>
                <a:gd name="connsiteY37" fmla="*/ 264935 h 361333"/>
                <a:gd name="connsiteX38" fmla="*/ 148246 w 361674"/>
                <a:gd name="connsiteY38" fmla="*/ 261743 h 361333"/>
                <a:gd name="connsiteX39" fmla="*/ 165499 w 361674"/>
                <a:gd name="connsiteY39" fmla="*/ 261743 h 361333"/>
                <a:gd name="connsiteX40" fmla="*/ 165499 w 361674"/>
                <a:gd name="connsiteY40" fmla="*/ 242591 h 361333"/>
                <a:gd name="connsiteX41" fmla="*/ 140579 w 361674"/>
                <a:gd name="connsiteY41" fmla="*/ 242591 h 361333"/>
                <a:gd name="connsiteX42" fmla="*/ 134189 w 361674"/>
                <a:gd name="connsiteY42" fmla="*/ 238123 h 361333"/>
                <a:gd name="connsiteX43" fmla="*/ 113102 w 361674"/>
                <a:gd name="connsiteY43" fmla="*/ 170452 h 361333"/>
                <a:gd name="connsiteX44" fmla="*/ 90098 w 361674"/>
                <a:gd name="connsiteY44" fmla="*/ 170452 h 361333"/>
                <a:gd name="connsiteX45" fmla="*/ 90098 w 361674"/>
                <a:gd name="connsiteY45" fmla="*/ 266851 h 361333"/>
                <a:gd name="connsiteX46" fmla="*/ 83708 w 361674"/>
                <a:gd name="connsiteY46" fmla="*/ 273235 h 361333"/>
                <a:gd name="connsiteX47" fmla="*/ 77318 w 361674"/>
                <a:gd name="connsiteY47" fmla="*/ 266851 h 361333"/>
                <a:gd name="connsiteX48" fmla="*/ 77318 w 361674"/>
                <a:gd name="connsiteY48" fmla="*/ 164068 h 361333"/>
                <a:gd name="connsiteX49" fmla="*/ 79235 w 361674"/>
                <a:gd name="connsiteY49" fmla="*/ 159600 h 361333"/>
                <a:gd name="connsiteX50" fmla="*/ 83708 w 361674"/>
                <a:gd name="connsiteY50" fmla="*/ 157684 h 361333"/>
                <a:gd name="connsiteX51" fmla="*/ 83708 w 361674"/>
                <a:gd name="connsiteY51" fmla="*/ 157684 h 361333"/>
                <a:gd name="connsiteX52" fmla="*/ 109268 w 361674"/>
                <a:gd name="connsiteY52" fmla="*/ 157684 h 361333"/>
                <a:gd name="connsiteX53" fmla="*/ 102239 w 361674"/>
                <a:gd name="connsiteY53" fmla="*/ 134064 h 361333"/>
                <a:gd name="connsiteX54" fmla="*/ 106712 w 361674"/>
                <a:gd name="connsiteY54" fmla="*/ 125765 h 361333"/>
                <a:gd name="connsiteX55" fmla="*/ 115019 w 361674"/>
                <a:gd name="connsiteY55" fmla="*/ 130233 h 361333"/>
                <a:gd name="connsiteX56" fmla="*/ 123326 w 361674"/>
                <a:gd name="connsiteY56" fmla="*/ 157684 h 361333"/>
                <a:gd name="connsiteX57" fmla="*/ 191059 w 361674"/>
                <a:gd name="connsiteY57" fmla="*/ 157684 h 361333"/>
                <a:gd name="connsiteX58" fmla="*/ 191059 w 361674"/>
                <a:gd name="connsiteY58" fmla="*/ 157046 h 361333"/>
                <a:gd name="connsiteX59" fmla="*/ 191059 w 361674"/>
                <a:gd name="connsiteY59" fmla="*/ 140448 h 361333"/>
                <a:gd name="connsiteX60" fmla="*/ 165499 w 361674"/>
                <a:gd name="connsiteY60" fmla="*/ 140448 h 361333"/>
                <a:gd name="connsiteX61" fmla="*/ 159109 w 361674"/>
                <a:gd name="connsiteY61" fmla="*/ 134064 h 361333"/>
                <a:gd name="connsiteX62" fmla="*/ 159109 w 361674"/>
                <a:gd name="connsiteY62" fmla="*/ 77885 h 361333"/>
                <a:gd name="connsiteX63" fmla="*/ 165499 w 361674"/>
                <a:gd name="connsiteY63" fmla="*/ 71501 h 361333"/>
                <a:gd name="connsiteX64" fmla="*/ 260709 w 361674"/>
                <a:gd name="connsiteY64" fmla="*/ 71501 h 361333"/>
                <a:gd name="connsiteX65" fmla="*/ 267099 w 361674"/>
                <a:gd name="connsiteY65" fmla="*/ 77885 h 361333"/>
                <a:gd name="connsiteX66" fmla="*/ 267099 w 361674"/>
                <a:gd name="connsiteY66" fmla="*/ 134702 h 361333"/>
                <a:gd name="connsiteX67" fmla="*/ 260709 w 361674"/>
                <a:gd name="connsiteY67" fmla="*/ 141086 h 361333"/>
                <a:gd name="connsiteX68" fmla="*/ 235150 w 361674"/>
                <a:gd name="connsiteY68" fmla="*/ 141086 h 361333"/>
                <a:gd name="connsiteX69" fmla="*/ 235150 w 361674"/>
                <a:gd name="connsiteY69" fmla="*/ 157684 h 361333"/>
                <a:gd name="connsiteX70" fmla="*/ 235150 w 361674"/>
                <a:gd name="connsiteY70" fmla="*/ 158961 h 361333"/>
                <a:gd name="connsiteX71" fmla="*/ 277323 w 361674"/>
                <a:gd name="connsiteY71" fmla="*/ 158961 h 361333"/>
                <a:gd name="connsiteX72" fmla="*/ 283713 w 361674"/>
                <a:gd name="connsiteY72" fmla="*/ 165345 h 361333"/>
                <a:gd name="connsiteX73" fmla="*/ 283713 w 361674"/>
                <a:gd name="connsiteY73" fmla="*/ 26748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61674"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09" y="81077"/>
                    <a:pt x="281157" y="0"/>
                    <a:pt x="180835" y="0"/>
                  </a:cubicBezTo>
                  <a:close/>
                  <a:moveTo>
                    <a:pt x="283074" y="267489"/>
                  </a:moveTo>
                  <a:cubicBezTo>
                    <a:pt x="283074" y="271319"/>
                    <a:pt x="280518" y="273873"/>
                    <a:pt x="276684" y="273873"/>
                  </a:cubicBezTo>
                  <a:cubicBezTo>
                    <a:pt x="272850" y="273873"/>
                    <a:pt x="270294" y="271319"/>
                    <a:pt x="270294" y="267489"/>
                  </a:cubicBezTo>
                  <a:lnTo>
                    <a:pt x="270294" y="171091"/>
                  </a:lnTo>
                  <a:lnTo>
                    <a:pt x="127799" y="171091"/>
                  </a:lnTo>
                  <a:lnTo>
                    <a:pt x="133550" y="188966"/>
                  </a:lnTo>
                  <a:cubicBezTo>
                    <a:pt x="134189" y="188966"/>
                    <a:pt x="134189" y="188966"/>
                    <a:pt x="134828" y="188966"/>
                  </a:cubicBezTo>
                  <a:lnTo>
                    <a:pt x="188503" y="188966"/>
                  </a:lnTo>
                  <a:cubicBezTo>
                    <a:pt x="190420" y="188966"/>
                    <a:pt x="192337" y="190243"/>
                    <a:pt x="193615" y="191519"/>
                  </a:cubicBezTo>
                  <a:cubicBezTo>
                    <a:pt x="194893" y="193435"/>
                    <a:pt x="194893" y="195350"/>
                    <a:pt x="194254" y="197265"/>
                  </a:cubicBezTo>
                  <a:lnTo>
                    <a:pt x="182752" y="230462"/>
                  </a:lnTo>
                  <a:lnTo>
                    <a:pt x="204478" y="230462"/>
                  </a:lnTo>
                  <a:cubicBezTo>
                    <a:pt x="208312" y="230462"/>
                    <a:pt x="210868" y="233015"/>
                    <a:pt x="210868" y="236846"/>
                  </a:cubicBezTo>
                  <a:cubicBezTo>
                    <a:pt x="210868" y="240676"/>
                    <a:pt x="208312" y="243230"/>
                    <a:pt x="204478" y="243230"/>
                  </a:cubicBezTo>
                  <a:lnTo>
                    <a:pt x="178918" y="243230"/>
                  </a:lnTo>
                  <a:lnTo>
                    <a:pt x="178918" y="262382"/>
                  </a:lnTo>
                  <a:lnTo>
                    <a:pt x="196810" y="262382"/>
                  </a:lnTo>
                  <a:cubicBezTo>
                    <a:pt x="199366" y="262382"/>
                    <a:pt x="201283" y="263659"/>
                    <a:pt x="202561" y="265574"/>
                  </a:cubicBezTo>
                  <a:lnTo>
                    <a:pt x="210229" y="280895"/>
                  </a:lnTo>
                  <a:cubicBezTo>
                    <a:pt x="212146" y="284087"/>
                    <a:pt x="210868" y="287918"/>
                    <a:pt x="207673" y="289195"/>
                  </a:cubicBezTo>
                  <a:cubicBezTo>
                    <a:pt x="207034" y="289833"/>
                    <a:pt x="205756" y="289833"/>
                    <a:pt x="204478" y="289833"/>
                  </a:cubicBezTo>
                  <a:cubicBezTo>
                    <a:pt x="201922" y="289833"/>
                    <a:pt x="200005" y="288556"/>
                    <a:pt x="198727" y="286641"/>
                  </a:cubicBezTo>
                  <a:lnTo>
                    <a:pt x="192337" y="274511"/>
                  </a:lnTo>
                  <a:lnTo>
                    <a:pt x="178279" y="274511"/>
                  </a:lnTo>
                  <a:lnTo>
                    <a:pt x="178279" y="283449"/>
                  </a:lnTo>
                  <a:cubicBezTo>
                    <a:pt x="178279" y="287279"/>
                    <a:pt x="175723" y="289833"/>
                    <a:pt x="171889" y="289833"/>
                  </a:cubicBezTo>
                  <a:cubicBezTo>
                    <a:pt x="168055" y="289833"/>
                    <a:pt x="165499" y="287279"/>
                    <a:pt x="165499" y="283449"/>
                  </a:cubicBezTo>
                  <a:lnTo>
                    <a:pt x="165499" y="274511"/>
                  </a:lnTo>
                  <a:lnTo>
                    <a:pt x="152080" y="274511"/>
                  </a:lnTo>
                  <a:lnTo>
                    <a:pt x="145051" y="286641"/>
                  </a:lnTo>
                  <a:cubicBezTo>
                    <a:pt x="143135" y="289833"/>
                    <a:pt x="139301" y="290471"/>
                    <a:pt x="136106" y="289195"/>
                  </a:cubicBezTo>
                  <a:cubicBezTo>
                    <a:pt x="132911" y="287279"/>
                    <a:pt x="132272" y="283449"/>
                    <a:pt x="133550" y="280257"/>
                  </a:cubicBezTo>
                  <a:lnTo>
                    <a:pt x="142496" y="264935"/>
                  </a:lnTo>
                  <a:cubicBezTo>
                    <a:pt x="143774" y="263020"/>
                    <a:pt x="145690" y="261743"/>
                    <a:pt x="148246" y="261743"/>
                  </a:cubicBezTo>
                  <a:lnTo>
                    <a:pt x="165499" y="261743"/>
                  </a:lnTo>
                  <a:lnTo>
                    <a:pt x="165499" y="242591"/>
                  </a:lnTo>
                  <a:lnTo>
                    <a:pt x="140579" y="242591"/>
                  </a:lnTo>
                  <a:cubicBezTo>
                    <a:pt x="138023" y="242591"/>
                    <a:pt x="135467" y="240676"/>
                    <a:pt x="134189" y="238123"/>
                  </a:cubicBezTo>
                  <a:lnTo>
                    <a:pt x="113102" y="170452"/>
                  </a:lnTo>
                  <a:lnTo>
                    <a:pt x="90098" y="170452"/>
                  </a:lnTo>
                  <a:lnTo>
                    <a:pt x="90098" y="266851"/>
                  </a:lnTo>
                  <a:cubicBezTo>
                    <a:pt x="90098" y="270681"/>
                    <a:pt x="87542" y="273235"/>
                    <a:pt x="83708" y="273235"/>
                  </a:cubicBezTo>
                  <a:cubicBezTo>
                    <a:pt x="79874" y="273235"/>
                    <a:pt x="77318" y="270681"/>
                    <a:pt x="77318" y="266851"/>
                  </a:cubicBezTo>
                  <a:lnTo>
                    <a:pt x="77318" y="164068"/>
                  </a:lnTo>
                  <a:cubicBezTo>
                    <a:pt x="77318" y="162153"/>
                    <a:pt x="77957" y="160876"/>
                    <a:pt x="79235" y="159600"/>
                  </a:cubicBezTo>
                  <a:cubicBezTo>
                    <a:pt x="80513" y="158323"/>
                    <a:pt x="81791" y="157684"/>
                    <a:pt x="83708" y="157684"/>
                  </a:cubicBezTo>
                  <a:cubicBezTo>
                    <a:pt x="83708" y="157684"/>
                    <a:pt x="83708" y="157684"/>
                    <a:pt x="83708" y="157684"/>
                  </a:cubicBezTo>
                  <a:lnTo>
                    <a:pt x="109268" y="157684"/>
                  </a:lnTo>
                  <a:lnTo>
                    <a:pt x="102239" y="134064"/>
                  </a:lnTo>
                  <a:cubicBezTo>
                    <a:pt x="100961" y="130872"/>
                    <a:pt x="102878" y="127041"/>
                    <a:pt x="106712" y="125765"/>
                  </a:cubicBezTo>
                  <a:cubicBezTo>
                    <a:pt x="109907" y="124488"/>
                    <a:pt x="113741" y="126403"/>
                    <a:pt x="115019" y="130233"/>
                  </a:cubicBezTo>
                  <a:lnTo>
                    <a:pt x="123326" y="157684"/>
                  </a:lnTo>
                  <a:lnTo>
                    <a:pt x="191059" y="157684"/>
                  </a:lnTo>
                  <a:cubicBezTo>
                    <a:pt x="191059" y="157684"/>
                    <a:pt x="191059" y="157046"/>
                    <a:pt x="191059" y="157046"/>
                  </a:cubicBezTo>
                  <a:lnTo>
                    <a:pt x="191059" y="140448"/>
                  </a:lnTo>
                  <a:lnTo>
                    <a:pt x="165499" y="140448"/>
                  </a:lnTo>
                  <a:cubicBezTo>
                    <a:pt x="161665" y="140448"/>
                    <a:pt x="159109" y="137894"/>
                    <a:pt x="159109" y="134064"/>
                  </a:cubicBezTo>
                  <a:lnTo>
                    <a:pt x="159109" y="77885"/>
                  </a:lnTo>
                  <a:cubicBezTo>
                    <a:pt x="159109" y="74054"/>
                    <a:pt x="161665" y="71501"/>
                    <a:pt x="165499" y="71501"/>
                  </a:cubicBezTo>
                  <a:lnTo>
                    <a:pt x="260709" y="71501"/>
                  </a:lnTo>
                  <a:cubicBezTo>
                    <a:pt x="264543" y="71501"/>
                    <a:pt x="267099" y="74054"/>
                    <a:pt x="267099" y="77885"/>
                  </a:cubicBezTo>
                  <a:lnTo>
                    <a:pt x="267099" y="134702"/>
                  </a:lnTo>
                  <a:cubicBezTo>
                    <a:pt x="267099" y="138533"/>
                    <a:pt x="264543" y="141086"/>
                    <a:pt x="260709" y="141086"/>
                  </a:cubicBezTo>
                  <a:lnTo>
                    <a:pt x="235150" y="141086"/>
                  </a:lnTo>
                  <a:lnTo>
                    <a:pt x="235150" y="157684"/>
                  </a:lnTo>
                  <a:cubicBezTo>
                    <a:pt x="235150" y="158323"/>
                    <a:pt x="235150" y="158323"/>
                    <a:pt x="235150" y="158961"/>
                  </a:cubicBezTo>
                  <a:lnTo>
                    <a:pt x="277323" y="158961"/>
                  </a:lnTo>
                  <a:cubicBezTo>
                    <a:pt x="281157" y="158961"/>
                    <a:pt x="283713" y="161515"/>
                    <a:pt x="283713" y="165345"/>
                  </a:cubicBezTo>
                  <a:lnTo>
                    <a:pt x="283713" y="267489"/>
                  </a:lnTo>
                  <a:close/>
                </a:path>
              </a:pathLst>
            </a:custGeom>
            <a:solidFill>
              <a:srgbClr val="012169"/>
            </a:solidFill>
            <a:ln w="6390" cap="flat">
              <a:noFill/>
              <a:prstDash val="solid"/>
              <a:miter/>
            </a:ln>
          </p:spPr>
          <p:txBody>
            <a:bodyPr rtlCol="0" anchor="ctr"/>
            <a:lstStyle/>
            <a:p>
              <a:endParaRPr lang="en-US"/>
            </a:p>
          </p:txBody>
        </p:sp>
      </p:grpSp>
      <p:grpSp>
        <p:nvGrpSpPr>
          <p:cNvPr id="709" name="Graphic 4">
            <a:extLst>
              <a:ext uri="{FF2B5EF4-FFF2-40B4-BE49-F238E27FC236}">
                <a16:creationId xmlns:a16="http://schemas.microsoft.com/office/drawing/2014/main" id="{BCF9DFFB-1FB0-6B45-B2DB-E2CFD5119956}"/>
              </a:ext>
            </a:extLst>
          </p:cNvPr>
          <p:cNvGrpSpPr/>
          <p:nvPr/>
        </p:nvGrpSpPr>
        <p:grpSpPr>
          <a:xfrm>
            <a:off x="2561086" y="4308712"/>
            <a:ext cx="361670" cy="361333"/>
            <a:chOff x="2561086" y="4308712"/>
            <a:chExt cx="361670" cy="361333"/>
          </a:xfrm>
          <a:solidFill>
            <a:srgbClr val="012169"/>
          </a:solidFill>
        </p:grpSpPr>
        <p:sp>
          <p:nvSpPr>
            <p:cNvPr id="710" name="Graphic 4">
              <a:extLst>
                <a:ext uri="{FF2B5EF4-FFF2-40B4-BE49-F238E27FC236}">
                  <a16:creationId xmlns:a16="http://schemas.microsoft.com/office/drawing/2014/main" id="{7A18530A-9887-E840-B877-5E1FC67B7A51}"/>
                </a:ext>
              </a:extLst>
            </p:cNvPr>
            <p:cNvSpPr/>
            <p:nvPr/>
          </p:nvSpPr>
          <p:spPr>
            <a:xfrm>
              <a:off x="2561086" y="4308712"/>
              <a:ext cx="361670" cy="361333"/>
            </a:xfrm>
            <a:custGeom>
              <a:avLst/>
              <a:gdLst>
                <a:gd name="connsiteX0" fmla="*/ 180835 w 361670"/>
                <a:gd name="connsiteY0" fmla="*/ 349204 h 361333"/>
                <a:gd name="connsiteX1" fmla="*/ 12780 w 361670"/>
                <a:gd name="connsiteY1" fmla="*/ 181305 h 361333"/>
                <a:gd name="connsiteX2" fmla="*/ 180835 w 361670"/>
                <a:gd name="connsiteY2" fmla="*/ 13407 h 361333"/>
                <a:gd name="connsiteX3" fmla="*/ 348891 w 361670"/>
                <a:gd name="connsiteY3" fmla="*/ 181305 h 361333"/>
                <a:gd name="connsiteX4" fmla="*/ 180835 w 361670"/>
                <a:gd name="connsiteY4" fmla="*/ 349204 h 361333"/>
                <a:gd name="connsiteX5" fmla="*/ 180835 w 361670"/>
                <a:gd name="connsiteY5" fmla="*/ 0 h 361333"/>
                <a:gd name="connsiteX6" fmla="*/ 0 w 361670"/>
                <a:gd name="connsiteY6" fmla="*/ 180667 h 361333"/>
                <a:gd name="connsiteX7" fmla="*/ 180835 w 361670"/>
                <a:gd name="connsiteY7" fmla="*/ 361334 h 361333"/>
                <a:gd name="connsiteX8" fmla="*/ 361670 w 361670"/>
                <a:gd name="connsiteY8" fmla="*/ 180667 h 361333"/>
                <a:gd name="connsiteX9" fmla="*/ 180835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234"/>
                    <a:pt x="273489" y="349204"/>
                    <a:pt x="180835" y="349204"/>
                  </a:cubicBezTo>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1670" y="81077"/>
                    <a:pt x="280518" y="0"/>
                    <a:pt x="180835" y="0"/>
                  </a:cubicBezTo>
                </a:path>
              </a:pathLst>
            </a:custGeom>
            <a:solidFill>
              <a:srgbClr val="012169"/>
            </a:solidFill>
            <a:ln w="6390" cap="flat">
              <a:noFill/>
              <a:prstDash val="solid"/>
              <a:miter/>
            </a:ln>
          </p:spPr>
          <p:txBody>
            <a:bodyPr rtlCol="0" anchor="ctr"/>
            <a:lstStyle/>
            <a:p>
              <a:endParaRPr lang="en-US"/>
            </a:p>
          </p:txBody>
        </p:sp>
        <p:sp>
          <p:nvSpPr>
            <p:cNvPr id="711" name="Graphic 4">
              <a:extLst>
                <a:ext uri="{FF2B5EF4-FFF2-40B4-BE49-F238E27FC236}">
                  <a16:creationId xmlns:a16="http://schemas.microsoft.com/office/drawing/2014/main" id="{ADAF0116-7435-394C-866B-EBEE7D71A1C1}"/>
                </a:ext>
              </a:extLst>
            </p:cNvPr>
            <p:cNvSpPr/>
            <p:nvPr/>
          </p:nvSpPr>
          <p:spPr>
            <a:xfrm>
              <a:off x="2641599" y="4419796"/>
              <a:ext cx="202791" cy="208753"/>
            </a:xfrm>
            <a:custGeom>
              <a:avLst/>
              <a:gdLst>
                <a:gd name="connsiteX0" fmla="*/ 193615 w 202791"/>
                <a:gd name="connsiteY0" fmla="*/ 77244 h 208753"/>
                <a:gd name="connsiteX1" fmla="*/ 189781 w 202791"/>
                <a:gd name="connsiteY1" fmla="*/ 75328 h 208753"/>
                <a:gd name="connsiteX2" fmla="*/ 192337 w 202791"/>
                <a:gd name="connsiteY2" fmla="*/ 71498 h 208753"/>
                <a:gd name="connsiteX3" fmla="*/ 194893 w 202791"/>
                <a:gd name="connsiteY3" fmla="*/ 58730 h 208753"/>
                <a:gd name="connsiteX4" fmla="*/ 187225 w 202791"/>
                <a:gd name="connsiteY4" fmla="*/ 47877 h 208753"/>
                <a:gd name="connsiteX5" fmla="*/ 180835 w 202791"/>
                <a:gd name="connsiteY5" fmla="*/ 45324 h 208753"/>
                <a:gd name="connsiteX6" fmla="*/ 180835 w 202791"/>
                <a:gd name="connsiteY6" fmla="*/ 40855 h 208753"/>
                <a:gd name="connsiteX7" fmla="*/ 173167 w 202791"/>
                <a:gd name="connsiteY7" fmla="*/ 30002 h 208753"/>
                <a:gd name="connsiteX8" fmla="*/ 160387 w 202791"/>
                <a:gd name="connsiteY8" fmla="*/ 28087 h 208753"/>
                <a:gd name="connsiteX9" fmla="*/ 152719 w 202791"/>
                <a:gd name="connsiteY9" fmla="*/ 32556 h 208753"/>
                <a:gd name="connsiteX10" fmla="*/ 148886 w 202791"/>
                <a:gd name="connsiteY10" fmla="*/ 29364 h 208753"/>
                <a:gd name="connsiteX11" fmla="*/ 125243 w 202791"/>
                <a:gd name="connsiteY11" fmla="*/ 35109 h 208753"/>
                <a:gd name="connsiteX12" fmla="*/ 123326 w 202791"/>
                <a:gd name="connsiteY12" fmla="*/ 38301 h 208753"/>
                <a:gd name="connsiteX13" fmla="*/ 92654 w 202791"/>
                <a:gd name="connsiteY13" fmla="*/ 38301 h 208753"/>
                <a:gd name="connsiteX14" fmla="*/ 100322 w 202791"/>
                <a:gd name="connsiteY14" fmla="*/ 33194 h 208753"/>
                <a:gd name="connsiteX15" fmla="*/ 108629 w 202791"/>
                <a:gd name="connsiteY15" fmla="*/ 6382 h 208753"/>
                <a:gd name="connsiteX16" fmla="*/ 95210 w 202791"/>
                <a:gd name="connsiteY16" fmla="*/ 636 h 208753"/>
                <a:gd name="connsiteX17" fmla="*/ 94571 w 202791"/>
                <a:gd name="connsiteY17" fmla="*/ 1274 h 208753"/>
                <a:gd name="connsiteX18" fmla="*/ 59427 w 202791"/>
                <a:gd name="connsiteY18" fmla="*/ 15958 h 208753"/>
                <a:gd name="connsiteX19" fmla="*/ 26199 w 202791"/>
                <a:gd name="connsiteY19" fmla="*/ 35748 h 208753"/>
                <a:gd name="connsiteX20" fmla="*/ 21726 w 202791"/>
                <a:gd name="connsiteY20" fmla="*/ 38301 h 208753"/>
                <a:gd name="connsiteX21" fmla="*/ 6390 w 202791"/>
                <a:gd name="connsiteY21" fmla="*/ 38301 h 208753"/>
                <a:gd name="connsiteX22" fmla="*/ 0 w 202791"/>
                <a:gd name="connsiteY22" fmla="*/ 44685 h 208753"/>
                <a:gd name="connsiteX23" fmla="*/ 6390 w 202791"/>
                <a:gd name="connsiteY23" fmla="*/ 51069 h 208753"/>
                <a:gd name="connsiteX24" fmla="*/ 21726 w 202791"/>
                <a:gd name="connsiteY24" fmla="*/ 51069 h 208753"/>
                <a:gd name="connsiteX25" fmla="*/ 36423 w 202791"/>
                <a:gd name="connsiteY25" fmla="*/ 44047 h 208753"/>
                <a:gd name="connsiteX26" fmla="*/ 61343 w 202791"/>
                <a:gd name="connsiteY26" fmla="*/ 29364 h 208753"/>
                <a:gd name="connsiteX27" fmla="*/ 61982 w 202791"/>
                <a:gd name="connsiteY27" fmla="*/ 29364 h 208753"/>
                <a:gd name="connsiteX28" fmla="*/ 97766 w 202791"/>
                <a:gd name="connsiteY28" fmla="*/ 15319 h 208753"/>
                <a:gd name="connsiteX29" fmla="*/ 97766 w 202791"/>
                <a:gd name="connsiteY29" fmla="*/ 17873 h 208753"/>
                <a:gd name="connsiteX30" fmla="*/ 94571 w 202791"/>
                <a:gd name="connsiteY30" fmla="*/ 22980 h 208753"/>
                <a:gd name="connsiteX31" fmla="*/ 69011 w 202791"/>
                <a:gd name="connsiteY31" fmla="*/ 40217 h 208753"/>
                <a:gd name="connsiteX32" fmla="*/ 69011 w 202791"/>
                <a:gd name="connsiteY32" fmla="*/ 40855 h 208753"/>
                <a:gd name="connsiteX33" fmla="*/ 68372 w 202791"/>
                <a:gd name="connsiteY33" fmla="*/ 41493 h 208753"/>
                <a:gd name="connsiteX34" fmla="*/ 67733 w 202791"/>
                <a:gd name="connsiteY34" fmla="*/ 42132 h 208753"/>
                <a:gd name="connsiteX35" fmla="*/ 67094 w 202791"/>
                <a:gd name="connsiteY35" fmla="*/ 42770 h 208753"/>
                <a:gd name="connsiteX36" fmla="*/ 66455 w 202791"/>
                <a:gd name="connsiteY36" fmla="*/ 43409 h 208753"/>
                <a:gd name="connsiteX37" fmla="*/ 66455 w 202791"/>
                <a:gd name="connsiteY37" fmla="*/ 44047 h 208753"/>
                <a:gd name="connsiteX38" fmla="*/ 65816 w 202791"/>
                <a:gd name="connsiteY38" fmla="*/ 47239 h 208753"/>
                <a:gd name="connsiteX39" fmla="*/ 46008 w 202791"/>
                <a:gd name="connsiteY39" fmla="*/ 67029 h 208753"/>
                <a:gd name="connsiteX40" fmla="*/ 42174 w 202791"/>
                <a:gd name="connsiteY40" fmla="*/ 75328 h 208753"/>
                <a:gd name="connsiteX41" fmla="*/ 47925 w 202791"/>
                <a:gd name="connsiteY41" fmla="*/ 79159 h 208753"/>
                <a:gd name="connsiteX42" fmla="*/ 50480 w 202791"/>
                <a:gd name="connsiteY42" fmla="*/ 78520 h 208753"/>
                <a:gd name="connsiteX43" fmla="*/ 77318 w 202791"/>
                <a:gd name="connsiteY43" fmla="*/ 51708 h 208753"/>
                <a:gd name="connsiteX44" fmla="*/ 115658 w 202791"/>
                <a:gd name="connsiteY44" fmla="*/ 51708 h 208753"/>
                <a:gd name="connsiteX45" fmla="*/ 109907 w 202791"/>
                <a:gd name="connsiteY45" fmla="*/ 60645 h 208753"/>
                <a:gd name="connsiteX46" fmla="*/ 104795 w 202791"/>
                <a:gd name="connsiteY46" fmla="*/ 56177 h 208753"/>
                <a:gd name="connsiteX47" fmla="*/ 104156 w 202791"/>
                <a:gd name="connsiteY47" fmla="*/ 55538 h 208753"/>
                <a:gd name="connsiteX48" fmla="*/ 97127 w 202791"/>
                <a:gd name="connsiteY48" fmla="*/ 52346 h 208753"/>
                <a:gd name="connsiteX49" fmla="*/ 86903 w 202791"/>
                <a:gd name="connsiteY49" fmla="*/ 56815 h 208753"/>
                <a:gd name="connsiteX50" fmla="*/ 58788 w 202791"/>
                <a:gd name="connsiteY50" fmla="*/ 102141 h 208753"/>
                <a:gd name="connsiteX51" fmla="*/ 53675 w 202791"/>
                <a:gd name="connsiteY51" fmla="*/ 120655 h 208753"/>
                <a:gd name="connsiteX52" fmla="*/ 35784 w 202791"/>
                <a:gd name="connsiteY52" fmla="*/ 112994 h 208753"/>
                <a:gd name="connsiteX53" fmla="*/ 23004 w 202791"/>
                <a:gd name="connsiteY53" fmla="*/ 107887 h 208753"/>
                <a:gd name="connsiteX54" fmla="*/ 6390 w 202791"/>
                <a:gd name="connsiteY54" fmla="*/ 107887 h 208753"/>
                <a:gd name="connsiteX55" fmla="*/ 0 w 202791"/>
                <a:gd name="connsiteY55" fmla="*/ 114271 h 208753"/>
                <a:gd name="connsiteX56" fmla="*/ 6390 w 202791"/>
                <a:gd name="connsiteY56" fmla="*/ 120655 h 208753"/>
                <a:gd name="connsiteX57" fmla="*/ 23004 w 202791"/>
                <a:gd name="connsiteY57" fmla="*/ 120655 h 208753"/>
                <a:gd name="connsiteX58" fmla="*/ 26838 w 202791"/>
                <a:gd name="connsiteY58" fmla="*/ 121931 h 208753"/>
                <a:gd name="connsiteX59" fmla="*/ 54954 w 202791"/>
                <a:gd name="connsiteY59" fmla="*/ 133423 h 208753"/>
                <a:gd name="connsiteX60" fmla="*/ 57509 w 202791"/>
                <a:gd name="connsiteY60" fmla="*/ 140445 h 208753"/>
                <a:gd name="connsiteX61" fmla="*/ 56870 w 202791"/>
                <a:gd name="connsiteY61" fmla="*/ 145552 h 208753"/>
                <a:gd name="connsiteX62" fmla="*/ 47925 w 202791"/>
                <a:gd name="connsiteY62" fmla="*/ 159597 h 208753"/>
                <a:gd name="connsiteX63" fmla="*/ 49842 w 202791"/>
                <a:gd name="connsiteY63" fmla="*/ 168534 h 208753"/>
                <a:gd name="connsiteX64" fmla="*/ 53037 w 202791"/>
                <a:gd name="connsiteY64" fmla="*/ 169811 h 208753"/>
                <a:gd name="connsiteX65" fmla="*/ 58148 w 202791"/>
                <a:gd name="connsiteY65" fmla="*/ 166619 h 208753"/>
                <a:gd name="connsiteX66" fmla="*/ 67094 w 202791"/>
                <a:gd name="connsiteY66" fmla="*/ 152575 h 208753"/>
                <a:gd name="connsiteX67" fmla="*/ 68372 w 202791"/>
                <a:gd name="connsiteY67" fmla="*/ 135338 h 208753"/>
                <a:gd name="connsiteX68" fmla="*/ 69650 w 202791"/>
                <a:gd name="connsiteY68" fmla="*/ 108525 h 208753"/>
                <a:gd name="connsiteX69" fmla="*/ 95849 w 202791"/>
                <a:gd name="connsiteY69" fmla="*/ 66391 h 208753"/>
                <a:gd name="connsiteX70" fmla="*/ 97127 w 202791"/>
                <a:gd name="connsiteY70" fmla="*/ 67029 h 208753"/>
                <a:gd name="connsiteX71" fmla="*/ 97766 w 202791"/>
                <a:gd name="connsiteY71" fmla="*/ 67668 h 208753"/>
                <a:gd name="connsiteX72" fmla="*/ 99683 w 202791"/>
                <a:gd name="connsiteY72" fmla="*/ 69583 h 208753"/>
                <a:gd name="connsiteX73" fmla="*/ 100322 w 202791"/>
                <a:gd name="connsiteY73" fmla="*/ 70860 h 208753"/>
                <a:gd name="connsiteX74" fmla="*/ 99683 w 202791"/>
                <a:gd name="connsiteY74" fmla="*/ 77244 h 208753"/>
                <a:gd name="connsiteX75" fmla="*/ 97127 w 202791"/>
                <a:gd name="connsiteY75" fmla="*/ 81712 h 208753"/>
                <a:gd name="connsiteX76" fmla="*/ 97127 w 202791"/>
                <a:gd name="connsiteY76" fmla="*/ 81712 h 208753"/>
                <a:gd name="connsiteX77" fmla="*/ 81152 w 202791"/>
                <a:gd name="connsiteY77" fmla="*/ 107248 h 208753"/>
                <a:gd name="connsiteX78" fmla="*/ 83069 w 202791"/>
                <a:gd name="connsiteY78" fmla="*/ 116186 h 208753"/>
                <a:gd name="connsiteX79" fmla="*/ 92015 w 202791"/>
                <a:gd name="connsiteY79" fmla="*/ 114271 h 208753"/>
                <a:gd name="connsiteX80" fmla="*/ 107990 w 202791"/>
                <a:gd name="connsiteY80" fmla="*/ 88735 h 208753"/>
                <a:gd name="connsiteX81" fmla="*/ 107990 w 202791"/>
                <a:gd name="connsiteY81" fmla="*/ 88735 h 208753"/>
                <a:gd name="connsiteX82" fmla="*/ 110546 w 202791"/>
                <a:gd name="connsiteY82" fmla="*/ 84904 h 208753"/>
                <a:gd name="connsiteX83" fmla="*/ 111185 w 202791"/>
                <a:gd name="connsiteY83" fmla="*/ 84266 h 208753"/>
                <a:gd name="connsiteX84" fmla="*/ 111185 w 202791"/>
                <a:gd name="connsiteY84" fmla="*/ 84266 h 208753"/>
                <a:gd name="connsiteX85" fmla="*/ 136745 w 202791"/>
                <a:gd name="connsiteY85" fmla="*/ 43409 h 208753"/>
                <a:gd name="connsiteX86" fmla="*/ 143135 w 202791"/>
                <a:gd name="connsiteY86" fmla="*/ 41493 h 208753"/>
                <a:gd name="connsiteX87" fmla="*/ 145052 w 202791"/>
                <a:gd name="connsiteY87" fmla="*/ 44047 h 208753"/>
                <a:gd name="connsiteX88" fmla="*/ 144413 w 202791"/>
                <a:gd name="connsiteY88" fmla="*/ 47239 h 208753"/>
                <a:gd name="connsiteX89" fmla="*/ 116936 w 202791"/>
                <a:gd name="connsiteY89" fmla="*/ 91288 h 208753"/>
                <a:gd name="connsiteX90" fmla="*/ 118853 w 202791"/>
                <a:gd name="connsiteY90" fmla="*/ 100226 h 208753"/>
                <a:gd name="connsiteX91" fmla="*/ 127799 w 202791"/>
                <a:gd name="connsiteY91" fmla="*/ 98311 h 208753"/>
                <a:gd name="connsiteX92" fmla="*/ 155276 w 202791"/>
                <a:gd name="connsiteY92" fmla="*/ 54900 h 208753"/>
                <a:gd name="connsiteX93" fmla="*/ 155276 w 202791"/>
                <a:gd name="connsiteY93" fmla="*/ 54900 h 208753"/>
                <a:gd name="connsiteX94" fmla="*/ 155914 w 202791"/>
                <a:gd name="connsiteY94" fmla="*/ 54261 h 208753"/>
                <a:gd name="connsiteX95" fmla="*/ 161666 w 202791"/>
                <a:gd name="connsiteY95" fmla="*/ 44685 h 208753"/>
                <a:gd name="connsiteX96" fmla="*/ 164861 w 202791"/>
                <a:gd name="connsiteY96" fmla="*/ 42770 h 208753"/>
                <a:gd name="connsiteX97" fmla="*/ 168055 w 202791"/>
                <a:gd name="connsiteY97" fmla="*/ 43409 h 208753"/>
                <a:gd name="connsiteX98" fmla="*/ 169972 w 202791"/>
                <a:gd name="connsiteY98" fmla="*/ 45962 h 208753"/>
                <a:gd name="connsiteX99" fmla="*/ 169333 w 202791"/>
                <a:gd name="connsiteY99" fmla="*/ 49154 h 208753"/>
                <a:gd name="connsiteX100" fmla="*/ 165499 w 202791"/>
                <a:gd name="connsiteY100" fmla="*/ 54900 h 208753"/>
                <a:gd name="connsiteX101" fmla="*/ 164861 w 202791"/>
                <a:gd name="connsiteY101" fmla="*/ 55538 h 208753"/>
                <a:gd name="connsiteX102" fmla="*/ 164861 w 202791"/>
                <a:gd name="connsiteY102" fmla="*/ 55538 h 208753"/>
                <a:gd name="connsiteX103" fmla="*/ 135467 w 202791"/>
                <a:gd name="connsiteY103" fmla="*/ 102780 h 208753"/>
                <a:gd name="connsiteX104" fmla="*/ 137384 w 202791"/>
                <a:gd name="connsiteY104" fmla="*/ 111717 h 208753"/>
                <a:gd name="connsiteX105" fmla="*/ 140579 w 202791"/>
                <a:gd name="connsiteY105" fmla="*/ 112994 h 208753"/>
                <a:gd name="connsiteX106" fmla="*/ 145691 w 202791"/>
                <a:gd name="connsiteY106" fmla="*/ 109802 h 208753"/>
                <a:gd name="connsiteX107" fmla="*/ 175723 w 202791"/>
                <a:gd name="connsiteY107" fmla="*/ 61922 h 208753"/>
                <a:gd name="connsiteX108" fmla="*/ 181474 w 202791"/>
                <a:gd name="connsiteY108" fmla="*/ 60645 h 208753"/>
                <a:gd name="connsiteX109" fmla="*/ 183391 w 202791"/>
                <a:gd name="connsiteY109" fmla="*/ 63199 h 208753"/>
                <a:gd name="connsiteX110" fmla="*/ 182752 w 202791"/>
                <a:gd name="connsiteY110" fmla="*/ 66391 h 208753"/>
                <a:gd name="connsiteX111" fmla="*/ 171250 w 202791"/>
                <a:gd name="connsiteY111" fmla="*/ 84904 h 208753"/>
                <a:gd name="connsiteX112" fmla="*/ 152719 w 202791"/>
                <a:gd name="connsiteY112" fmla="*/ 114271 h 208753"/>
                <a:gd name="connsiteX113" fmla="*/ 154637 w 202791"/>
                <a:gd name="connsiteY113" fmla="*/ 123208 h 208753"/>
                <a:gd name="connsiteX114" fmla="*/ 163582 w 202791"/>
                <a:gd name="connsiteY114" fmla="*/ 121293 h 208753"/>
                <a:gd name="connsiteX115" fmla="*/ 182113 w 202791"/>
                <a:gd name="connsiteY115" fmla="*/ 91927 h 208753"/>
                <a:gd name="connsiteX116" fmla="*/ 185308 w 202791"/>
                <a:gd name="connsiteY116" fmla="*/ 90012 h 208753"/>
                <a:gd name="connsiteX117" fmla="*/ 188503 w 202791"/>
                <a:gd name="connsiteY117" fmla="*/ 90650 h 208753"/>
                <a:gd name="connsiteX118" fmla="*/ 190420 w 202791"/>
                <a:gd name="connsiteY118" fmla="*/ 93204 h 208753"/>
                <a:gd name="connsiteX119" fmla="*/ 189781 w 202791"/>
                <a:gd name="connsiteY119" fmla="*/ 96396 h 208753"/>
                <a:gd name="connsiteX120" fmla="*/ 149524 w 202791"/>
                <a:gd name="connsiteY120" fmla="*/ 160874 h 208753"/>
                <a:gd name="connsiteX121" fmla="*/ 130355 w 202791"/>
                <a:gd name="connsiteY121" fmla="*/ 174918 h 208753"/>
                <a:gd name="connsiteX122" fmla="*/ 119492 w 202791"/>
                <a:gd name="connsiteY122" fmla="*/ 183218 h 208753"/>
                <a:gd name="connsiteX123" fmla="*/ 109907 w 202791"/>
                <a:gd name="connsiteY123" fmla="*/ 198539 h 208753"/>
                <a:gd name="connsiteX124" fmla="*/ 111824 w 202791"/>
                <a:gd name="connsiteY124" fmla="*/ 207477 h 208753"/>
                <a:gd name="connsiteX125" fmla="*/ 115019 w 202791"/>
                <a:gd name="connsiteY125" fmla="*/ 208754 h 208753"/>
                <a:gd name="connsiteX126" fmla="*/ 120131 w 202791"/>
                <a:gd name="connsiteY126" fmla="*/ 205562 h 208753"/>
                <a:gd name="connsiteX127" fmla="*/ 129716 w 202791"/>
                <a:gd name="connsiteY127" fmla="*/ 190240 h 208753"/>
                <a:gd name="connsiteX128" fmla="*/ 132911 w 202791"/>
                <a:gd name="connsiteY128" fmla="*/ 187686 h 208753"/>
                <a:gd name="connsiteX129" fmla="*/ 159748 w 202791"/>
                <a:gd name="connsiteY129" fmla="*/ 167896 h 208753"/>
                <a:gd name="connsiteX130" fmla="*/ 200005 w 202791"/>
                <a:gd name="connsiteY130" fmla="*/ 103418 h 208753"/>
                <a:gd name="connsiteX131" fmla="*/ 202561 w 202791"/>
                <a:gd name="connsiteY131" fmla="*/ 90650 h 208753"/>
                <a:gd name="connsiteX132" fmla="*/ 193615 w 202791"/>
                <a:gd name="connsiteY132" fmla="*/ 77244 h 208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02791" h="208753">
                  <a:moveTo>
                    <a:pt x="193615" y="77244"/>
                  </a:moveTo>
                  <a:cubicBezTo>
                    <a:pt x="192337" y="76605"/>
                    <a:pt x="191059" y="75967"/>
                    <a:pt x="189781" y="75328"/>
                  </a:cubicBezTo>
                  <a:lnTo>
                    <a:pt x="192337" y="71498"/>
                  </a:lnTo>
                  <a:cubicBezTo>
                    <a:pt x="194893" y="67668"/>
                    <a:pt x="195532" y="63199"/>
                    <a:pt x="194893" y="58730"/>
                  </a:cubicBezTo>
                  <a:cubicBezTo>
                    <a:pt x="193615" y="54261"/>
                    <a:pt x="191059" y="50431"/>
                    <a:pt x="187225" y="47877"/>
                  </a:cubicBezTo>
                  <a:cubicBezTo>
                    <a:pt x="185308" y="46601"/>
                    <a:pt x="183391" y="45962"/>
                    <a:pt x="180835" y="45324"/>
                  </a:cubicBezTo>
                  <a:cubicBezTo>
                    <a:pt x="180835" y="44047"/>
                    <a:pt x="180835" y="42132"/>
                    <a:pt x="180835" y="40855"/>
                  </a:cubicBezTo>
                  <a:cubicBezTo>
                    <a:pt x="179557" y="36386"/>
                    <a:pt x="177001" y="32556"/>
                    <a:pt x="173167" y="30002"/>
                  </a:cubicBezTo>
                  <a:cubicBezTo>
                    <a:pt x="169333" y="27449"/>
                    <a:pt x="164861" y="26810"/>
                    <a:pt x="160387" y="28087"/>
                  </a:cubicBezTo>
                  <a:cubicBezTo>
                    <a:pt x="157192" y="28725"/>
                    <a:pt x="154637" y="30641"/>
                    <a:pt x="152719" y="32556"/>
                  </a:cubicBezTo>
                  <a:cubicBezTo>
                    <a:pt x="151442" y="31279"/>
                    <a:pt x="150164" y="30002"/>
                    <a:pt x="148886" y="29364"/>
                  </a:cubicBezTo>
                  <a:cubicBezTo>
                    <a:pt x="140579" y="24257"/>
                    <a:pt x="130355" y="26810"/>
                    <a:pt x="125243" y="35109"/>
                  </a:cubicBezTo>
                  <a:lnTo>
                    <a:pt x="123326" y="38301"/>
                  </a:lnTo>
                  <a:lnTo>
                    <a:pt x="92654" y="38301"/>
                  </a:lnTo>
                  <a:cubicBezTo>
                    <a:pt x="95210" y="36386"/>
                    <a:pt x="97766" y="35109"/>
                    <a:pt x="100322" y="33194"/>
                  </a:cubicBezTo>
                  <a:cubicBezTo>
                    <a:pt x="109907" y="27449"/>
                    <a:pt x="112463" y="14681"/>
                    <a:pt x="108629" y="6382"/>
                  </a:cubicBezTo>
                  <a:cubicBezTo>
                    <a:pt x="106073" y="1274"/>
                    <a:pt x="100322" y="-1279"/>
                    <a:pt x="95210" y="636"/>
                  </a:cubicBezTo>
                  <a:cubicBezTo>
                    <a:pt x="95210" y="636"/>
                    <a:pt x="94571" y="636"/>
                    <a:pt x="94571" y="1274"/>
                  </a:cubicBezTo>
                  <a:cubicBezTo>
                    <a:pt x="80513" y="8935"/>
                    <a:pt x="71567" y="13404"/>
                    <a:pt x="59427" y="15958"/>
                  </a:cubicBezTo>
                  <a:cubicBezTo>
                    <a:pt x="56232" y="16596"/>
                    <a:pt x="38979" y="19150"/>
                    <a:pt x="26199" y="35748"/>
                  </a:cubicBezTo>
                  <a:cubicBezTo>
                    <a:pt x="24921" y="37025"/>
                    <a:pt x="23004" y="38301"/>
                    <a:pt x="21726" y="38301"/>
                  </a:cubicBezTo>
                  <a:lnTo>
                    <a:pt x="6390" y="38301"/>
                  </a:lnTo>
                  <a:cubicBezTo>
                    <a:pt x="2556" y="38301"/>
                    <a:pt x="0" y="40855"/>
                    <a:pt x="0" y="44685"/>
                  </a:cubicBezTo>
                  <a:cubicBezTo>
                    <a:pt x="0" y="48516"/>
                    <a:pt x="2556" y="51069"/>
                    <a:pt x="6390" y="51069"/>
                  </a:cubicBezTo>
                  <a:lnTo>
                    <a:pt x="21726" y="51069"/>
                  </a:lnTo>
                  <a:cubicBezTo>
                    <a:pt x="27477" y="51069"/>
                    <a:pt x="32589" y="48516"/>
                    <a:pt x="36423" y="44047"/>
                  </a:cubicBezTo>
                  <a:cubicBezTo>
                    <a:pt x="47285" y="30641"/>
                    <a:pt x="60704" y="29364"/>
                    <a:pt x="61343" y="29364"/>
                  </a:cubicBezTo>
                  <a:cubicBezTo>
                    <a:pt x="61343" y="29364"/>
                    <a:pt x="61982" y="29364"/>
                    <a:pt x="61982" y="29364"/>
                  </a:cubicBezTo>
                  <a:cubicBezTo>
                    <a:pt x="74762" y="26810"/>
                    <a:pt x="83708" y="22342"/>
                    <a:pt x="97766" y="15319"/>
                  </a:cubicBezTo>
                  <a:cubicBezTo>
                    <a:pt x="97766" y="15958"/>
                    <a:pt x="97766" y="17234"/>
                    <a:pt x="97766" y="17873"/>
                  </a:cubicBezTo>
                  <a:cubicBezTo>
                    <a:pt x="97766" y="19150"/>
                    <a:pt x="96488" y="21703"/>
                    <a:pt x="94571" y="22980"/>
                  </a:cubicBezTo>
                  <a:cubicBezTo>
                    <a:pt x="81791" y="30641"/>
                    <a:pt x="69650" y="39578"/>
                    <a:pt x="69011" y="40217"/>
                  </a:cubicBezTo>
                  <a:cubicBezTo>
                    <a:pt x="69011" y="40217"/>
                    <a:pt x="69011" y="40217"/>
                    <a:pt x="69011" y="40855"/>
                  </a:cubicBezTo>
                  <a:cubicBezTo>
                    <a:pt x="69011" y="40855"/>
                    <a:pt x="68372" y="41493"/>
                    <a:pt x="68372" y="41493"/>
                  </a:cubicBezTo>
                  <a:cubicBezTo>
                    <a:pt x="68372" y="41493"/>
                    <a:pt x="67733" y="42132"/>
                    <a:pt x="67733" y="42132"/>
                  </a:cubicBezTo>
                  <a:cubicBezTo>
                    <a:pt x="67733" y="42132"/>
                    <a:pt x="67733" y="42770"/>
                    <a:pt x="67094" y="42770"/>
                  </a:cubicBezTo>
                  <a:cubicBezTo>
                    <a:pt x="67094" y="42770"/>
                    <a:pt x="67094" y="43409"/>
                    <a:pt x="66455" y="43409"/>
                  </a:cubicBezTo>
                  <a:cubicBezTo>
                    <a:pt x="66455" y="43409"/>
                    <a:pt x="66455" y="43409"/>
                    <a:pt x="66455" y="44047"/>
                  </a:cubicBezTo>
                  <a:cubicBezTo>
                    <a:pt x="66455" y="45324"/>
                    <a:pt x="65816" y="45962"/>
                    <a:pt x="65816" y="47239"/>
                  </a:cubicBezTo>
                  <a:cubicBezTo>
                    <a:pt x="62622" y="56177"/>
                    <a:pt x="54954" y="63837"/>
                    <a:pt x="46008" y="67029"/>
                  </a:cubicBezTo>
                  <a:cubicBezTo>
                    <a:pt x="42813" y="68306"/>
                    <a:pt x="40896" y="72136"/>
                    <a:pt x="42174" y="75328"/>
                  </a:cubicBezTo>
                  <a:cubicBezTo>
                    <a:pt x="43452" y="77882"/>
                    <a:pt x="45369" y="79159"/>
                    <a:pt x="47925" y="79159"/>
                  </a:cubicBezTo>
                  <a:cubicBezTo>
                    <a:pt x="48564" y="79159"/>
                    <a:pt x="49203" y="79159"/>
                    <a:pt x="50480" y="78520"/>
                  </a:cubicBezTo>
                  <a:cubicBezTo>
                    <a:pt x="63260" y="74052"/>
                    <a:pt x="72845" y="63837"/>
                    <a:pt x="77318" y="51708"/>
                  </a:cubicBezTo>
                  <a:lnTo>
                    <a:pt x="115658" y="51708"/>
                  </a:lnTo>
                  <a:lnTo>
                    <a:pt x="109907" y="60645"/>
                  </a:lnTo>
                  <a:cubicBezTo>
                    <a:pt x="108629" y="58730"/>
                    <a:pt x="106712" y="57453"/>
                    <a:pt x="104795" y="56177"/>
                  </a:cubicBezTo>
                  <a:lnTo>
                    <a:pt x="104156" y="55538"/>
                  </a:lnTo>
                  <a:cubicBezTo>
                    <a:pt x="101600" y="53623"/>
                    <a:pt x="99044" y="52985"/>
                    <a:pt x="97127" y="52346"/>
                  </a:cubicBezTo>
                  <a:cubicBezTo>
                    <a:pt x="93293" y="51708"/>
                    <a:pt x="89459" y="52985"/>
                    <a:pt x="86903" y="56815"/>
                  </a:cubicBezTo>
                  <a:lnTo>
                    <a:pt x="58788" y="102141"/>
                  </a:lnTo>
                  <a:cubicBezTo>
                    <a:pt x="55593" y="107887"/>
                    <a:pt x="54314" y="114271"/>
                    <a:pt x="53675" y="120655"/>
                  </a:cubicBezTo>
                  <a:cubicBezTo>
                    <a:pt x="46647" y="120016"/>
                    <a:pt x="40257" y="117463"/>
                    <a:pt x="35784" y="112994"/>
                  </a:cubicBezTo>
                  <a:cubicBezTo>
                    <a:pt x="32589" y="109802"/>
                    <a:pt x="27477" y="107887"/>
                    <a:pt x="23004" y="107887"/>
                  </a:cubicBezTo>
                  <a:lnTo>
                    <a:pt x="6390" y="107887"/>
                  </a:lnTo>
                  <a:cubicBezTo>
                    <a:pt x="2556" y="107887"/>
                    <a:pt x="0" y="110440"/>
                    <a:pt x="0" y="114271"/>
                  </a:cubicBezTo>
                  <a:cubicBezTo>
                    <a:pt x="0" y="118101"/>
                    <a:pt x="2556" y="120655"/>
                    <a:pt x="6390" y="120655"/>
                  </a:cubicBezTo>
                  <a:lnTo>
                    <a:pt x="23004" y="120655"/>
                  </a:lnTo>
                  <a:cubicBezTo>
                    <a:pt x="24282" y="120655"/>
                    <a:pt x="26199" y="121293"/>
                    <a:pt x="26838" y="121931"/>
                  </a:cubicBezTo>
                  <a:cubicBezTo>
                    <a:pt x="34506" y="128954"/>
                    <a:pt x="44730" y="132784"/>
                    <a:pt x="54954" y="133423"/>
                  </a:cubicBezTo>
                  <a:cubicBezTo>
                    <a:pt x="55593" y="135976"/>
                    <a:pt x="56232" y="138530"/>
                    <a:pt x="57509" y="140445"/>
                  </a:cubicBezTo>
                  <a:cubicBezTo>
                    <a:pt x="58148" y="142360"/>
                    <a:pt x="58148" y="144275"/>
                    <a:pt x="56870" y="145552"/>
                  </a:cubicBezTo>
                  <a:lnTo>
                    <a:pt x="47925" y="159597"/>
                  </a:lnTo>
                  <a:cubicBezTo>
                    <a:pt x="46008" y="162789"/>
                    <a:pt x="47285" y="166619"/>
                    <a:pt x="49842" y="168534"/>
                  </a:cubicBezTo>
                  <a:cubicBezTo>
                    <a:pt x="51119" y="169173"/>
                    <a:pt x="51759" y="169811"/>
                    <a:pt x="53037" y="169811"/>
                  </a:cubicBezTo>
                  <a:cubicBezTo>
                    <a:pt x="54954" y="169811"/>
                    <a:pt x="57509" y="168534"/>
                    <a:pt x="58148" y="166619"/>
                  </a:cubicBezTo>
                  <a:lnTo>
                    <a:pt x="67094" y="152575"/>
                  </a:lnTo>
                  <a:cubicBezTo>
                    <a:pt x="70289" y="147467"/>
                    <a:pt x="70928" y="141083"/>
                    <a:pt x="68372" y="135338"/>
                  </a:cubicBezTo>
                  <a:cubicBezTo>
                    <a:pt x="64538" y="126400"/>
                    <a:pt x="65177" y="116186"/>
                    <a:pt x="69650" y="108525"/>
                  </a:cubicBezTo>
                  <a:lnTo>
                    <a:pt x="95849" y="66391"/>
                  </a:lnTo>
                  <a:cubicBezTo>
                    <a:pt x="96488" y="66391"/>
                    <a:pt x="96488" y="67029"/>
                    <a:pt x="97127" y="67029"/>
                  </a:cubicBezTo>
                  <a:lnTo>
                    <a:pt x="97766" y="67668"/>
                  </a:lnTo>
                  <a:cubicBezTo>
                    <a:pt x="98405" y="68306"/>
                    <a:pt x="99044" y="68945"/>
                    <a:pt x="99683" y="69583"/>
                  </a:cubicBezTo>
                  <a:cubicBezTo>
                    <a:pt x="99683" y="70221"/>
                    <a:pt x="100322" y="70860"/>
                    <a:pt x="100322" y="70860"/>
                  </a:cubicBezTo>
                  <a:cubicBezTo>
                    <a:pt x="100961" y="72775"/>
                    <a:pt x="100961" y="74690"/>
                    <a:pt x="99683" y="77244"/>
                  </a:cubicBezTo>
                  <a:lnTo>
                    <a:pt x="97127" y="81712"/>
                  </a:lnTo>
                  <a:cubicBezTo>
                    <a:pt x="97127" y="81712"/>
                    <a:pt x="97127" y="81712"/>
                    <a:pt x="97127" y="81712"/>
                  </a:cubicBezTo>
                  <a:lnTo>
                    <a:pt x="81152" y="107248"/>
                  </a:lnTo>
                  <a:cubicBezTo>
                    <a:pt x="79235" y="110440"/>
                    <a:pt x="79874" y="114271"/>
                    <a:pt x="83069" y="116186"/>
                  </a:cubicBezTo>
                  <a:cubicBezTo>
                    <a:pt x="86264" y="118101"/>
                    <a:pt x="90098" y="117463"/>
                    <a:pt x="92015" y="114271"/>
                  </a:cubicBezTo>
                  <a:lnTo>
                    <a:pt x="107990" y="88735"/>
                  </a:lnTo>
                  <a:cubicBezTo>
                    <a:pt x="107990" y="88735"/>
                    <a:pt x="107990" y="88735"/>
                    <a:pt x="107990" y="88735"/>
                  </a:cubicBezTo>
                  <a:lnTo>
                    <a:pt x="110546" y="84904"/>
                  </a:lnTo>
                  <a:cubicBezTo>
                    <a:pt x="110546" y="84904"/>
                    <a:pt x="111185" y="84266"/>
                    <a:pt x="111185" y="84266"/>
                  </a:cubicBezTo>
                  <a:cubicBezTo>
                    <a:pt x="111185" y="84266"/>
                    <a:pt x="111185" y="84266"/>
                    <a:pt x="111185" y="84266"/>
                  </a:cubicBezTo>
                  <a:lnTo>
                    <a:pt x="136745" y="43409"/>
                  </a:lnTo>
                  <a:cubicBezTo>
                    <a:pt x="138023" y="41493"/>
                    <a:pt x="140579" y="40217"/>
                    <a:pt x="143135" y="41493"/>
                  </a:cubicBezTo>
                  <a:cubicBezTo>
                    <a:pt x="144413" y="42132"/>
                    <a:pt x="145052" y="42770"/>
                    <a:pt x="145052" y="44047"/>
                  </a:cubicBezTo>
                  <a:cubicBezTo>
                    <a:pt x="145052" y="45324"/>
                    <a:pt x="145052" y="45962"/>
                    <a:pt x="144413" y="47239"/>
                  </a:cubicBezTo>
                  <a:lnTo>
                    <a:pt x="116936" y="91288"/>
                  </a:lnTo>
                  <a:cubicBezTo>
                    <a:pt x="115019" y="94480"/>
                    <a:pt x="116297" y="98311"/>
                    <a:pt x="118853" y="100226"/>
                  </a:cubicBezTo>
                  <a:cubicBezTo>
                    <a:pt x="122048" y="102141"/>
                    <a:pt x="125882" y="100864"/>
                    <a:pt x="127799" y="98311"/>
                  </a:cubicBezTo>
                  <a:lnTo>
                    <a:pt x="155276" y="54900"/>
                  </a:lnTo>
                  <a:cubicBezTo>
                    <a:pt x="155276" y="54900"/>
                    <a:pt x="155276" y="54900"/>
                    <a:pt x="155276" y="54900"/>
                  </a:cubicBezTo>
                  <a:cubicBezTo>
                    <a:pt x="155276" y="54900"/>
                    <a:pt x="155276" y="54261"/>
                    <a:pt x="155914" y="54261"/>
                  </a:cubicBezTo>
                  <a:lnTo>
                    <a:pt x="161666" y="44685"/>
                  </a:lnTo>
                  <a:cubicBezTo>
                    <a:pt x="162304" y="43409"/>
                    <a:pt x="163582" y="42770"/>
                    <a:pt x="164861" y="42770"/>
                  </a:cubicBezTo>
                  <a:cubicBezTo>
                    <a:pt x="166138" y="42770"/>
                    <a:pt x="167416" y="42770"/>
                    <a:pt x="168055" y="43409"/>
                  </a:cubicBezTo>
                  <a:cubicBezTo>
                    <a:pt x="168694" y="44047"/>
                    <a:pt x="169972" y="44685"/>
                    <a:pt x="169972" y="45962"/>
                  </a:cubicBezTo>
                  <a:cubicBezTo>
                    <a:pt x="169972" y="47239"/>
                    <a:pt x="169972" y="48516"/>
                    <a:pt x="169333" y="49154"/>
                  </a:cubicBezTo>
                  <a:lnTo>
                    <a:pt x="165499" y="54900"/>
                  </a:lnTo>
                  <a:cubicBezTo>
                    <a:pt x="165499" y="54900"/>
                    <a:pt x="164861" y="55538"/>
                    <a:pt x="164861" y="55538"/>
                  </a:cubicBezTo>
                  <a:cubicBezTo>
                    <a:pt x="164861" y="55538"/>
                    <a:pt x="164861" y="55538"/>
                    <a:pt x="164861" y="55538"/>
                  </a:cubicBezTo>
                  <a:lnTo>
                    <a:pt x="135467" y="102780"/>
                  </a:lnTo>
                  <a:cubicBezTo>
                    <a:pt x="133550" y="105972"/>
                    <a:pt x="134828" y="109802"/>
                    <a:pt x="137384" y="111717"/>
                  </a:cubicBezTo>
                  <a:cubicBezTo>
                    <a:pt x="138662" y="112356"/>
                    <a:pt x="139301" y="112994"/>
                    <a:pt x="140579" y="112994"/>
                  </a:cubicBezTo>
                  <a:cubicBezTo>
                    <a:pt x="142496" y="112994"/>
                    <a:pt x="145052" y="111717"/>
                    <a:pt x="145691" y="109802"/>
                  </a:cubicBezTo>
                  <a:lnTo>
                    <a:pt x="175723" y="61922"/>
                  </a:lnTo>
                  <a:cubicBezTo>
                    <a:pt x="177001" y="60007"/>
                    <a:pt x="179557" y="59369"/>
                    <a:pt x="181474" y="60645"/>
                  </a:cubicBezTo>
                  <a:cubicBezTo>
                    <a:pt x="182113" y="61284"/>
                    <a:pt x="183391" y="61922"/>
                    <a:pt x="183391" y="63199"/>
                  </a:cubicBezTo>
                  <a:cubicBezTo>
                    <a:pt x="183391" y="64476"/>
                    <a:pt x="183391" y="65753"/>
                    <a:pt x="182752" y="66391"/>
                  </a:cubicBezTo>
                  <a:lnTo>
                    <a:pt x="171250" y="84904"/>
                  </a:lnTo>
                  <a:lnTo>
                    <a:pt x="152719" y="114271"/>
                  </a:lnTo>
                  <a:cubicBezTo>
                    <a:pt x="150803" y="117463"/>
                    <a:pt x="152081" y="121293"/>
                    <a:pt x="154637" y="123208"/>
                  </a:cubicBezTo>
                  <a:cubicBezTo>
                    <a:pt x="157832" y="125123"/>
                    <a:pt x="161666" y="123847"/>
                    <a:pt x="163582" y="121293"/>
                  </a:cubicBezTo>
                  <a:lnTo>
                    <a:pt x="182113" y="91927"/>
                  </a:lnTo>
                  <a:cubicBezTo>
                    <a:pt x="182752" y="90650"/>
                    <a:pt x="184030" y="90012"/>
                    <a:pt x="185308" y="90012"/>
                  </a:cubicBezTo>
                  <a:cubicBezTo>
                    <a:pt x="186586" y="90012"/>
                    <a:pt x="187864" y="90012"/>
                    <a:pt x="188503" y="90650"/>
                  </a:cubicBezTo>
                  <a:cubicBezTo>
                    <a:pt x="189781" y="91288"/>
                    <a:pt x="190420" y="91927"/>
                    <a:pt x="190420" y="93204"/>
                  </a:cubicBezTo>
                  <a:cubicBezTo>
                    <a:pt x="190420" y="94480"/>
                    <a:pt x="190420" y="95757"/>
                    <a:pt x="189781" y="96396"/>
                  </a:cubicBezTo>
                  <a:lnTo>
                    <a:pt x="149524" y="160874"/>
                  </a:lnTo>
                  <a:cubicBezTo>
                    <a:pt x="145052" y="167896"/>
                    <a:pt x="138662" y="173003"/>
                    <a:pt x="130355" y="174918"/>
                  </a:cubicBezTo>
                  <a:cubicBezTo>
                    <a:pt x="125882" y="176195"/>
                    <a:pt x="122048" y="178749"/>
                    <a:pt x="119492" y="183218"/>
                  </a:cubicBezTo>
                  <a:lnTo>
                    <a:pt x="109907" y="198539"/>
                  </a:lnTo>
                  <a:cubicBezTo>
                    <a:pt x="107990" y="201731"/>
                    <a:pt x="109268" y="205562"/>
                    <a:pt x="111824" y="207477"/>
                  </a:cubicBezTo>
                  <a:cubicBezTo>
                    <a:pt x="113102" y="208115"/>
                    <a:pt x="113741" y="208754"/>
                    <a:pt x="115019" y="208754"/>
                  </a:cubicBezTo>
                  <a:cubicBezTo>
                    <a:pt x="116936" y="208754"/>
                    <a:pt x="119492" y="207477"/>
                    <a:pt x="120131" y="205562"/>
                  </a:cubicBezTo>
                  <a:lnTo>
                    <a:pt x="129716" y="190240"/>
                  </a:lnTo>
                  <a:cubicBezTo>
                    <a:pt x="130355" y="188963"/>
                    <a:pt x="131633" y="188325"/>
                    <a:pt x="132911" y="187686"/>
                  </a:cubicBezTo>
                  <a:cubicBezTo>
                    <a:pt x="143774" y="184494"/>
                    <a:pt x="153358" y="177472"/>
                    <a:pt x="159748" y="167896"/>
                  </a:cubicBezTo>
                  <a:lnTo>
                    <a:pt x="200005" y="103418"/>
                  </a:lnTo>
                  <a:cubicBezTo>
                    <a:pt x="202561" y="99588"/>
                    <a:pt x="203200" y="95119"/>
                    <a:pt x="202561" y="90650"/>
                  </a:cubicBezTo>
                  <a:cubicBezTo>
                    <a:pt x="200005" y="83628"/>
                    <a:pt x="197449" y="79797"/>
                    <a:pt x="193615" y="77244"/>
                  </a:cubicBezTo>
                </a:path>
              </a:pathLst>
            </a:custGeom>
            <a:solidFill>
              <a:srgbClr val="012169"/>
            </a:solidFill>
            <a:ln w="6390" cap="flat">
              <a:noFill/>
              <a:prstDash val="solid"/>
              <a:miter/>
            </a:ln>
          </p:spPr>
          <p:txBody>
            <a:bodyPr rtlCol="0" anchor="ctr"/>
            <a:lstStyle/>
            <a:p>
              <a:endParaRPr lang="en-US"/>
            </a:p>
          </p:txBody>
        </p:sp>
        <p:sp>
          <p:nvSpPr>
            <p:cNvPr id="712" name="Graphic 4">
              <a:extLst>
                <a:ext uri="{FF2B5EF4-FFF2-40B4-BE49-F238E27FC236}">
                  <a16:creationId xmlns:a16="http://schemas.microsoft.com/office/drawing/2014/main" id="{B913CE4E-92ED-9B4E-A718-BA9AD238861A}"/>
                </a:ext>
              </a:extLst>
            </p:cNvPr>
            <p:cNvSpPr/>
            <p:nvPr/>
          </p:nvSpPr>
          <p:spPr>
            <a:xfrm>
              <a:off x="2750228" y="4380212"/>
              <a:ext cx="33227" cy="45326"/>
            </a:xfrm>
            <a:custGeom>
              <a:avLst/>
              <a:gdLst>
                <a:gd name="connsiteX0" fmla="*/ 13419 w 33227"/>
                <a:gd name="connsiteY0" fmla="*/ 28090 h 45326"/>
                <a:gd name="connsiteX1" fmla="*/ 17253 w 33227"/>
                <a:gd name="connsiteY1" fmla="*/ 19790 h 45326"/>
                <a:gd name="connsiteX2" fmla="*/ 21087 w 33227"/>
                <a:gd name="connsiteY2" fmla="*/ 28090 h 45326"/>
                <a:gd name="connsiteX3" fmla="*/ 21087 w 33227"/>
                <a:gd name="connsiteY3" fmla="*/ 28728 h 45326"/>
                <a:gd name="connsiteX4" fmla="*/ 17253 w 33227"/>
                <a:gd name="connsiteY4" fmla="*/ 32558 h 45326"/>
                <a:gd name="connsiteX5" fmla="*/ 13419 w 33227"/>
                <a:gd name="connsiteY5" fmla="*/ 28090 h 45326"/>
                <a:gd name="connsiteX6" fmla="*/ 13419 w 33227"/>
                <a:gd name="connsiteY6" fmla="*/ 28090 h 45326"/>
                <a:gd name="connsiteX7" fmla="*/ 16614 w 33227"/>
                <a:gd name="connsiteY7" fmla="*/ 45326 h 45326"/>
                <a:gd name="connsiteX8" fmla="*/ 33228 w 33227"/>
                <a:gd name="connsiteY8" fmla="*/ 28728 h 45326"/>
                <a:gd name="connsiteX9" fmla="*/ 33228 w 33227"/>
                <a:gd name="connsiteY9" fmla="*/ 26813 h 45326"/>
                <a:gd name="connsiteX10" fmla="*/ 27477 w 33227"/>
                <a:gd name="connsiteY10" fmla="*/ 13406 h 45326"/>
                <a:gd name="connsiteX11" fmla="*/ 22365 w 33227"/>
                <a:gd name="connsiteY11" fmla="*/ 3830 h 45326"/>
                <a:gd name="connsiteX12" fmla="*/ 16614 w 33227"/>
                <a:gd name="connsiteY12" fmla="*/ 0 h 45326"/>
                <a:gd name="connsiteX13" fmla="*/ 10863 w 33227"/>
                <a:gd name="connsiteY13" fmla="*/ 3830 h 45326"/>
                <a:gd name="connsiteX14" fmla="*/ 5751 w 33227"/>
                <a:gd name="connsiteY14" fmla="*/ 13406 h 45326"/>
                <a:gd name="connsiteX15" fmla="*/ 0 w 33227"/>
                <a:gd name="connsiteY15" fmla="*/ 26813 h 45326"/>
                <a:gd name="connsiteX16" fmla="*/ 0 w 33227"/>
                <a:gd name="connsiteY16" fmla="*/ 26813 h 45326"/>
                <a:gd name="connsiteX17" fmla="*/ 0 w 33227"/>
                <a:gd name="connsiteY17" fmla="*/ 28728 h 45326"/>
                <a:gd name="connsiteX18" fmla="*/ 16614 w 33227"/>
                <a:gd name="connsiteY18" fmla="*/ 45326 h 45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3227" h="45326">
                  <a:moveTo>
                    <a:pt x="13419" y="28090"/>
                  </a:moveTo>
                  <a:cubicBezTo>
                    <a:pt x="13419" y="26813"/>
                    <a:pt x="15336" y="22982"/>
                    <a:pt x="17253" y="19790"/>
                  </a:cubicBezTo>
                  <a:cubicBezTo>
                    <a:pt x="19170" y="22982"/>
                    <a:pt x="21087" y="26174"/>
                    <a:pt x="21087" y="28090"/>
                  </a:cubicBezTo>
                  <a:cubicBezTo>
                    <a:pt x="21087" y="28090"/>
                    <a:pt x="21087" y="28728"/>
                    <a:pt x="21087" y="28728"/>
                  </a:cubicBezTo>
                  <a:cubicBezTo>
                    <a:pt x="21087" y="30643"/>
                    <a:pt x="19170" y="32558"/>
                    <a:pt x="17253" y="32558"/>
                  </a:cubicBezTo>
                  <a:cubicBezTo>
                    <a:pt x="15336" y="32558"/>
                    <a:pt x="13419" y="31282"/>
                    <a:pt x="13419" y="28090"/>
                  </a:cubicBezTo>
                  <a:cubicBezTo>
                    <a:pt x="13419" y="28728"/>
                    <a:pt x="13419" y="28090"/>
                    <a:pt x="13419" y="28090"/>
                  </a:cubicBezTo>
                  <a:moveTo>
                    <a:pt x="16614" y="45326"/>
                  </a:moveTo>
                  <a:cubicBezTo>
                    <a:pt x="25560" y="45326"/>
                    <a:pt x="33228" y="37666"/>
                    <a:pt x="33228" y="28728"/>
                  </a:cubicBezTo>
                  <a:cubicBezTo>
                    <a:pt x="33228" y="28090"/>
                    <a:pt x="33228" y="27451"/>
                    <a:pt x="33228" y="26813"/>
                  </a:cubicBezTo>
                  <a:cubicBezTo>
                    <a:pt x="32589" y="22344"/>
                    <a:pt x="30672" y="17875"/>
                    <a:pt x="27477" y="13406"/>
                  </a:cubicBezTo>
                  <a:cubicBezTo>
                    <a:pt x="25560" y="10214"/>
                    <a:pt x="23643" y="7022"/>
                    <a:pt x="22365" y="3830"/>
                  </a:cubicBezTo>
                  <a:cubicBezTo>
                    <a:pt x="21726" y="1277"/>
                    <a:pt x="19170" y="0"/>
                    <a:pt x="16614" y="0"/>
                  </a:cubicBezTo>
                  <a:cubicBezTo>
                    <a:pt x="14058" y="0"/>
                    <a:pt x="11502" y="1915"/>
                    <a:pt x="10863" y="3830"/>
                  </a:cubicBezTo>
                  <a:cubicBezTo>
                    <a:pt x="9585" y="7022"/>
                    <a:pt x="7668" y="10214"/>
                    <a:pt x="5751" y="13406"/>
                  </a:cubicBezTo>
                  <a:cubicBezTo>
                    <a:pt x="3195" y="18514"/>
                    <a:pt x="639" y="22982"/>
                    <a:pt x="0" y="26813"/>
                  </a:cubicBezTo>
                  <a:cubicBezTo>
                    <a:pt x="0" y="26813"/>
                    <a:pt x="0" y="26813"/>
                    <a:pt x="0" y="26813"/>
                  </a:cubicBezTo>
                  <a:cubicBezTo>
                    <a:pt x="0" y="27451"/>
                    <a:pt x="0" y="28090"/>
                    <a:pt x="0" y="28728"/>
                  </a:cubicBezTo>
                  <a:cubicBezTo>
                    <a:pt x="639" y="38304"/>
                    <a:pt x="7668" y="45326"/>
                    <a:pt x="16614" y="45326"/>
                  </a:cubicBezTo>
                </a:path>
              </a:pathLst>
            </a:custGeom>
            <a:solidFill>
              <a:srgbClr val="012169"/>
            </a:solidFill>
            <a:ln w="6390" cap="flat">
              <a:noFill/>
              <a:prstDash val="solid"/>
              <a:miter/>
            </a:ln>
          </p:spPr>
          <p:txBody>
            <a:bodyPr rtlCol="0" anchor="ctr"/>
            <a:lstStyle/>
            <a:p>
              <a:endParaRPr lang="en-US"/>
            </a:p>
          </p:txBody>
        </p:sp>
        <p:sp>
          <p:nvSpPr>
            <p:cNvPr id="713" name="Graphic 4">
              <a:extLst>
                <a:ext uri="{FF2B5EF4-FFF2-40B4-BE49-F238E27FC236}">
                  <a16:creationId xmlns:a16="http://schemas.microsoft.com/office/drawing/2014/main" id="{2ED9ACEB-CD38-1449-AD46-D5DAA0F8DA3C}"/>
                </a:ext>
              </a:extLst>
            </p:cNvPr>
            <p:cNvSpPr/>
            <p:nvPr/>
          </p:nvSpPr>
          <p:spPr>
            <a:xfrm>
              <a:off x="2786012" y="4353400"/>
              <a:ext cx="33227" cy="45326"/>
            </a:xfrm>
            <a:custGeom>
              <a:avLst/>
              <a:gdLst>
                <a:gd name="connsiteX0" fmla="*/ 13419 w 33227"/>
                <a:gd name="connsiteY0" fmla="*/ 28090 h 45326"/>
                <a:gd name="connsiteX1" fmla="*/ 17253 w 33227"/>
                <a:gd name="connsiteY1" fmla="*/ 19791 h 45326"/>
                <a:gd name="connsiteX2" fmla="*/ 21087 w 33227"/>
                <a:gd name="connsiteY2" fmla="*/ 28090 h 45326"/>
                <a:gd name="connsiteX3" fmla="*/ 21087 w 33227"/>
                <a:gd name="connsiteY3" fmla="*/ 28728 h 45326"/>
                <a:gd name="connsiteX4" fmla="*/ 17253 w 33227"/>
                <a:gd name="connsiteY4" fmla="*/ 32559 h 45326"/>
                <a:gd name="connsiteX5" fmla="*/ 13419 w 33227"/>
                <a:gd name="connsiteY5" fmla="*/ 28090 h 45326"/>
                <a:gd name="connsiteX6" fmla="*/ 13419 w 33227"/>
                <a:gd name="connsiteY6" fmla="*/ 28090 h 45326"/>
                <a:gd name="connsiteX7" fmla="*/ 16614 w 33227"/>
                <a:gd name="connsiteY7" fmla="*/ 45327 h 45326"/>
                <a:gd name="connsiteX8" fmla="*/ 33228 w 33227"/>
                <a:gd name="connsiteY8" fmla="*/ 28728 h 45326"/>
                <a:gd name="connsiteX9" fmla="*/ 33228 w 33227"/>
                <a:gd name="connsiteY9" fmla="*/ 26813 h 45326"/>
                <a:gd name="connsiteX10" fmla="*/ 27477 w 33227"/>
                <a:gd name="connsiteY10" fmla="*/ 13407 h 45326"/>
                <a:gd name="connsiteX11" fmla="*/ 22365 w 33227"/>
                <a:gd name="connsiteY11" fmla="*/ 3831 h 45326"/>
                <a:gd name="connsiteX12" fmla="*/ 16614 w 33227"/>
                <a:gd name="connsiteY12" fmla="*/ 0 h 45326"/>
                <a:gd name="connsiteX13" fmla="*/ 10863 w 33227"/>
                <a:gd name="connsiteY13" fmla="*/ 3831 h 45326"/>
                <a:gd name="connsiteX14" fmla="*/ 5751 w 33227"/>
                <a:gd name="connsiteY14" fmla="*/ 13407 h 45326"/>
                <a:gd name="connsiteX15" fmla="*/ 0 w 33227"/>
                <a:gd name="connsiteY15" fmla="*/ 26813 h 45326"/>
                <a:gd name="connsiteX16" fmla="*/ 0 w 33227"/>
                <a:gd name="connsiteY16" fmla="*/ 28728 h 45326"/>
                <a:gd name="connsiteX17" fmla="*/ 16614 w 33227"/>
                <a:gd name="connsiteY17" fmla="*/ 45327 h 45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227" h="45326">
                  <a:moveTo>
                    <a:pt x="13419" y="28090"/>
                  </a:moveTo>
                  <a:cubicBezTo>
                    <a:pt x="13419" y="26175"/>
                    <a:pt x="15336" y="22983"/>
                    <a:pt x="17253" y="19791"/>
                  </a:cubicBezTo>
                  <a:cubicBezTo>
                    <a:pt x="19170" y="22983"/>
                    <a:pt x="21087" y="26175"/>
                    <a:pt x="21087" y="28090"/>
                  </a:cubicBezTo>
                  <a:cubicBezTo>
                    <a:pt x="21087" y="28090"/>
                    <a:pt x="21087" y="28728"/>
                    <a:pt x="21087" y="28728"/>
                  </a:cubicBezTo>
                  <a:cubicBezTo>
                    <a:pt x="21087" y="30643"/>
                    <a:pt x="19170" y="32559"/>
                    <a:pt x="17253" y="32559"/>
                  </a:cubicBezTo>
                  <a:cubicBezTo>
                    <a:pt x="14697" y="32559"/>
                    <a:pt x="12780" y="30643"/>
                    <a:pt x="13419" y="28090"/>
                  </a:cubicBezTo>
                  <a:cubicBezTo>
                    <a:pt x="13419" y="28090"/>
                    <a:pt x="13419" y="28090"/>
                    <a:pt x="13419" y="28090"/>
                  </a:cubicBezTo>
                  <a:moveTo>
                    <a:pt x="16614" y="45327"/>
                  </a:moveTo>
                  <a:cubicBezTo>
                    <a:pt x="25560" y="45327"/>
                    <a:pt x="33228" y="37666"/>
                    <a:pt x="33228" y="28728"/>
                  </a:cubicBezTo>
                  <a:cubicBezTo>
                    <a:pt x="33228" y="28090"/>
                    <a:pt x="33228" y="26813"/>
                    <a:pt x="33228" y="26813"/>
                  </a:cubicBezTo>
                  <a:cubicBezTo>
                    <a:pt x="32589" y="22344"/>
                    <a:pt x="30672" y="18514"/>
                    <a:pt x="27477" y="13407"/>
                  </a:cubicBezTo>
                  <a:cubicBezTo>
                    <a:pt x="25560" y="10215"/>
                    <a:pt x="23643" y="7023"/>
                    <a:pt x="22365" y="3831"/>
                  </a:cubicBezTo>
                  <a:cubicBezTo>
                    <a:pt x="21726" y="1277"/>
                    <a:pt x="19170" y="0"/>
                    <a:pt x="16614" y="0"/>
                  </a:cubicBezTo>
                  <a:cubicBezTo>
                    <a:pt x="14058" y="0"/>
                    <a:pt x="11502" y="1915"/>
                    <a:pt x="10863" y="3831"/>
                  </a:cubicBezTo>
                  <a:cubicBezTo>
                    <a:pt x="9585" y="7023"/>
                    <a:pt x="7668" y="10215"/>
                    <a:pt x="5751" y="13407"/>
                  </a:cubicBezTo>
                  <a:cubicBezTo>
                    <a:pt x="3195" y="18514"/>
                    <a:pt x="639" y="22983"/>
                    <a:pt x="0" y="26813"/>
                  </a:cubicBezTo>
                  <a:cubicBezTo>
                    <a:pt x="0" y="27451"/>
                    <a:pt x="0" y="28090"/>
                    <a:pt x="0" y="28728"/>
                  </a:cubicBezTo>
                  <a:cubicBezTo>
                    <a:pt x="0" y="37666"/>
                    <a:pt x="7668" y="45327"/>
                    <a:pt x="16614" y="45327"/>
                  </a:cubicBezTo>
                </a:path>
              </a:pathLst>
            </a:custGeom>
            <a:solidFill>
              <a:srgbClr val="012169"/>
            </a:solidFill>
            <a:ln w="6390" cap="flat">
              <a:noFill/>
              <a:prstDash val="solid"/>
              <a:miter/>
            </a:ln>
          </p:spPr>
          <p:txBody>
            <a:bodyPr rtlCol="0" anchor="ctr"/>
            <a:lstStyle/>
            <a:p>
              <a:endParaRPr lang="en-US"/>
            </a:p>
          </p:txBody>
        </p:sp>
        <p:sp>
          <p:nvSpPr>
            <p:cNvPr id="714" name="Graphic 4">
              <a:extLst>
                <a:ext uri="{FF2B5EF4-FFF2-40B4-BE49-F238E27FC236}">
                  <a16:creationId xmlns:a16="http://schemas.microsoft.com/office/drawing/2014/main" id="{4D3E3B6A-C51F-2A41-9C77-CF024D6BE614}"/>
                </a:ext>
              </a:extLst>
            </p:cNvPr>
            <p:cNvSpPr/>
            <p:nvPr/>
          </p:nvSpPr>
          <p:spPr>
            <a:xfrm>
              <a:off x="2715084" y="4353400"/>
              <a:ext cx="33227" cy="45326"/>
            </a:xfrm>
            <a:custGeom>
              <a:avLst/>
              <a:gdLst>
                <a:gd name="connsiteX0" fmla="*/ 12780 w 33227"/>
                <a:gd name="connsiteY0" fmla="*/ 28090 h 45326"/>
                <a:gd name="connsiteX1" fmla="*/ 16614 w 33227"/>
                <a:gd name="connsiteY1" fmla="*/ 19791 h 45326"/>
                <a:gd name="connsiteX2" fmla="*/ 20448 w 33227"/>
                <a:gd name="connsiteY2" fmla="*/ 28090 h 45326"/>
                <a:gd name="connsiteX3" fmla="*/ 20448 w 33227"/>
                <a:gd name="connsiteY3" fmla="*/ 28728 h 45326"/>
                <a:gd name="connsiteX4" fmla="*/ 20448 w 33227"/>
                <a:gd name="connsiteY4" fmla="*/ 28728 h 45326"/>
                <a:gd name="connsiteX5" fmla="*/ 16614 w 33227"/>
                <a:gd name="connsiteY5" fmla="*/ 32559 h 45326"/>
                <a:gd name="connsiteX6" fmla="*/ 12780 w 33227"/>
                <a:gd name="connsiteY6" fmla="*/ 28728 h 45326"/>
                <a:gd name="connsiteX7" fmla="*/ 12780 w 33227"/>
                <a:gd name="connsiteY7" fmla="*/ 28090 h 45326"/>
                <a:gd name="connsiteX8" fmla="*/ 16614 w 33227"/>
                <a:gd name="connsiteY8" fmla="*/ 45327 h 45326"/>
                <a:gd name="connsiteX9" fmla="*/ 33228 w 33227"/>
                <a:gd name="connsiteY9" fmla="*/ 28728 h 45326"/>
                <a:gd name="connsiteX10" fmla="*/ 33228 w 33227"/>
                <a:gd name="connsiteY10" fmla="*/ 26813 h 45326"/>
                <a:gd name="connsiteX11" fmla="*/ 33228 w 33227"/>
                <a:gd name="connsiteY11" fmla="*/ 26813 h 45326"/>
                <a:gd name="connsiteX12" fmla="*/ 27477 w 33227"/>
                <a:gd name="connsiteY12" fmla="*/ 13407 h 45326"/>
                <a:gd name="connsiteX13" fmla="*/ 22365 w 33227"/>
                <a:gd name="connsiteY13" fmla="*/ 3831 h 45326"/>
                <a:gd name="connsiteX14" fmla="*/ 16614 w 33227"/>
                <a:gd name="connsiteY14" fmla="*/ 0 h 45326"/>
                <a:gd name="connsiteX15" fmla="*/ 10863 w 33227"/>
                <a:gd name="connsiteY15" fmla="*/ 3831 h 45326"/>
                <a:gd name="connsiteX16" fmla="*/ 5751 w 33227"/>
                <a:gd name="connsiteY16" fmla="*/ 13407 h 45326"/>
                <a:gd name="connsiteX17" fmla="*/ 0 w 33227"/>
                <a:gd name="connsiteY17" fmla="*/ 26813 h 45326"/>
                <a:gd name="connsiteX18" fmla="*/ 0 w 33227"/>
                <a:gd name="connsiteY18" fmla="*/ 29367 h 45326"/>
                <a:gd name="connsiteX19" fmla="*/ 16614 w 33227"/>
                <a:gd name="connsiteY19" fmla="*/ 45327 h 45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227" h="45326">
                  <a:moveTo>
                    <a:pt x="12780" y="28090"/>
                  </a:moveTo>
                  <a:cubicBezTo>
                    <a:pt x="12780" y="26813"/>
                    <a:pt x="14697" y="22983"/>
                    <a:pt x="16614" y="19791"/>
                  </a:cubicBezTo>
                  <a:cubicBezTo>
                    <a:pt x="18531" y="22983"/>
                    <a:pt x="20448" y="26175"/>
                    <a:pt x="20448" y="28090"/>
                  </a:cubicBezTo>
                  <a:cubicBezTo>
                    <a:pt x="20448" y="28090"/>
                    <a:pt x="20448" y="28728"/>
                    <a:pt x="20448" y="28728"/>
                  </a:cubicBezTo>
                  <a:lnTo>
                    <a:pt x="20448" y="28728"/>
                  </a:lnTo>
                  <a:cubicBezTo>
                    <a:pt x="20448" y="30643"/>
                    <a:pt x="18531" y="32559"/>
                    <a:pt x="16614" y="32559"/>
                  </a:cubicBezTo>
                  <a:cubicBezTo>
                    <a:pt x="14697" y="32559"/>
                    <a:pt x="12780" y="30643"/>
                    <a:pt x="12780" y="28728"/>
                  </a:cubicBezTo>
                  <a:lnTo>
                    <a:pt x="12780" y="28090"/>
                  </a:lnTo>
                  <a:close/>
                  <a:moveTo>
                    <a:pt x="16614" y="45327"/>
                  </a:moveTo>
                  <a:cubicBezTo>
                    <a:pt x="25560" y="45327"/>
                    <a:pt x="33228" y="37666"/>
                    <a:pt x="33228" y="28728"/>
                  </a:cubicBezTo>
                  <a:cubicBezTo>
                    <a:pt x="33228" y="28090"/>
                    <a:pt x="33228" y="27451"/>
                    <a:pt x="33228" y="26813"/>
                  </a:cubicBezTo>
                  <a:cubicBezTo>
                    <a:pt x="33228" y="26813"/>
                    <a:pt x="33228" y="26813"/>
                    <a:pt x="33228" y="26813"/>
                  </a:cubicBezTo>
                  <a:cubicBezTo>
                    <a:pt x="32589" y="22983"/>
                    <a:pt x="30672" y="18514"/>
                    <a:pt x="27477" y="13407"/>
                  </a:cubicBezTo>
                  <a:cubicBezTo>
                    <a:pt x="25560" y="10215"/>
                    <a:pt x="23643" y="7023"/>
                    <a:pt x="22365" y="3831"/>
                  </a:cubicBezTo>
                  <a:cubicBezTo>
                    <a:pt x="21726" y="1277"/>
                    <a:pt x="19170" y="0"/>
                    <a:pt x="16614" y="0"/>
                  </a:cubicBezTo>
                  <a:cubicBezTo>
                    <a:pt x="14058" y="0"/>
                    <a:pt x="11502" y="1915"/>
                    <a:pt x="10863" y="3831"/>
                  </a:cubicBezTo>
                  <a:cubicBezTo>
                    <a:pt x="9585" y="7023"/>
                    <a:pt x="7668" y="10215"/>
                    <a:pt x="5751" y="13407"/>
                  </a:cubicBezTo>
                  <a:cubicBezTo>
                    <a:pt x="3195" y="18514"/>
                    <a:pt x="639" y="22983"/>
                    <a:pt x="0" y="26813"/>
                  </a:cubicBezTo>
                  <a:cubicBezTo>
                    <a:pt x="0" y="27451"/>
                    <a:pt x="0" y="28090"/>
                    <a:pt x="0" y="29367"/>
                  </a:cubicBezTo>
                  <a:cubicBezTo>
                    <a:pt x="0" y="37666"/>
                    <a:pt x="7029" y="45327"/>
                    <a:pt x="16614" y="45327"/>
                  </a:cubicBezTo>
                </a:path>
              </a:pathLst>
            </a:custGeom>
            <a:solidFill>
              <a:srgbClr val="012169"/>
            </a:solidFill>
            <a:ln w="6390" cap="flat">
              <a:noFill/>
              <a:prstDash val="solid"/>
              <a:miter/>
            </a:ln>
          </p:spPr>
          <p:txBody>
            <a:bodyPr rtlCol="0" anchor="ctr"/>
            <a:lstStyle/>
            <a:p>
              <a:endParaRPr lang="en-US"/>
            </a:p>
          </p:txBody>
        </p:sp>
      </p:grpSp>
      <p:grpSp>
        <p:nvGrpSpPr>
          <p:cNvPr id="715" name="Graphic 4">
            <a:extLst>
              <a:ext uri="{FF2B5EF4-FFF2-40B4-BE49-F238E27FC236}">
                <a16:creationId xmlns:a16="http://schemas.microsoft.com/office/drawing/2014/main" id="{A361A3B0-7C8D-C846-98F4-B5D55E6A9876}"/>
              </a:ext>
            </a:extLst>
          </p:cNvPr>
          <p:cNvGrpSpPr/>
          <p:nvPr/>
        </p:nvGrpSpPr>
        <p:grpSpPr>
          <a:xfrm>
            <a:off x="2998797" y="4308712"/>
            <a:ext cx="361670" cy="361333"/>
            <a:chOff x="2998797" y="4308712"/>
            <a:chExt cx="361670" cy="361333"/>
          </a:xfrm>
          <a:solidFill>
            <a:srgbClr val="012169"/>
          </a:solidFill>
        </p:grpSpPr>
        <p:sp>
          <p:nvSpPr>
            <p:cNvPr id="716" name="Graphic 4">
              <a:extLst>
                <a:ext uri="{FF2B5EF4-FFF2-40B4-BE49-F238E27FC236}">
                  <a16:creationId xmlns:a16="http://schemas.microsoft.com/office/drawing/2014/main" id="{61815942-661C-E64C-8FFA-B282252B2A8F}"/>
                </a:ext>
              </a:extLst>
            </p:cNvPr>
            <p:cNvSpPr/>
            <p:nvPr/>
          </p:nvSpPr>
          <p:spPr>
            <a:xfrm>
              <a:off x="3201358" y="4400003"/>
              <a:ext cx="7668" cy="12767"/>
            </a:xfrm>
            <a:custGeom>
              <a:avLst/>
              <a:gdLst>
                <a:gd name="connsiteX0" fmla="*/ 3834 w 7668"/>
                <a:gd name="connsiteY0" fmla="*/ 12768 h 12767"/>
                <a:gd name="connsiteX1" fmla="*/ 7668 w 7668"/>
                <a:gd name="connsiteY1" fmla="*/ 8938 h 12767"/>
                <a:gd name="connsiteX2" fmla="*/ 7668 w 7668"/>
                <a:gd name="connsiteY2" fmla="*/ 8299 h 12767"/>
                <a:gd name="connsiteX3" fmla="*/ 3834 w 7668"/>
                <a:gd name="connsiteY3" fmla="*/ 0 h 12767"/>
                <a:gd name="connsiteX4" fmla="*/ 0 w 7668"/>
                <a:gd name="connsiteY4" fmla="*/ 8299 h 12767"/>
                <a:gd name="connsiteX5" fmla="*/ 0 w 7668"/>
                <a:gd name="connsiteY5" fmla="*/ 8299 h 12767"/>
                <a:gd name="connsiteX6" fmla="*/ 3834 w 7668"/>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8" h="12767">
                  <a:moveTo>
                    <a:pt x="3834" y="12768"/>
                  </a:moveTo>
                  <a:cubicBezTo>
                    <a:pt x="5751" y="12768"/>
                    <a:pt x="7668" y="10853"/>
                    <a:pt x="7668" y="8938"/>
                  </a:cubicBezTo>
                  <a:cubicBezTo>
                    <a:pt x="7668" y="8938"/>
                    <a:pt x="7668" y="8299"/>
                    <a:pt x="7668" y="8299"/>
                  </a:cubicBezTo>
                  <a:cubicBezTo>
                    <a:pt x="7668" y="7023"/>
                    <a:pt x="5751" y="3192"/>
                    <a:pt x="3834" y="0"/>
                  </a:cubicBezTo>
                  <a:cubicBezTo>
                    <a:pt x="1917" y="3192"/>
                    <a:pt x="639" y="6384"/>
                    <a:pt x="0" y="8299"/>
                  </a:cubicBezTo>
                  <a:cubicBezTo>
                    <a:pt x="0" y="8299"/>
                    <a:pt x="0" y="8299"/>
                    <a:pt x="0" y="8299"/>
                  </a:cubicBezTo>
                  <a:cubicBezTo>
                    <a:pt x="0" y="11491"/>
                    <a:pt x="1917" y="12768"/>
                    <a:pt x="3834" y="12768"/>
                  </a:cubicBezTo>
                </a:path>
              </a:pathLst>
            </a:custGeom>
            <a:solidFill>
              <a:srgbClr val="012169"/>
            </a:solidFill>
            <a:ln w="6390" cap="flat">
              <a:noFill/>
              <a:prstDash val="solid"/>
              <a:miter/>
            </a:ln>
          </p:spPr>
          <p:txBody>
            <a:bodyPr rtlCol="0" anchor="ctr"/>
            <a:lstStyle/>
            <a:p>
              <a:endParaRPr lang="en-US"/>
            </a:p>
          </p:txBody>
        </p:sp>
        <p:sp>
          <p:nvSpPr>
            <p:cNvPr id="717" name="Graphic 4">
              <a:extLst>
                <a:ext uri="{FF2B5EF4-FFF2-40B4-BE49-F238E27FC236}">
                  <a16:creationId xmlns:a16="http://schemas.microsoft.com/office/drawing/2014/main" id="{BEE2F680-FAE6-A14F-8F92-6E16F3E3FA51}"/>
                </a:ext>
              </a:extLst>
            </p:cNvPr>
            <p:cNvSpPr/>
            <p:nvPr/>
          </p:nvSpPr>
          <p:spPr>
            <a:xfrm>
              <a:off x="3165574" y="4373190"/>
              <a:ext cx="7668" cy="12767"/>
            </a:xfrm>
            <a:custGeom>
              <a:avLst/>
              <a:gdLst>
                <a:gd name="connsiteX0" fmla="*/ 3834 w 7668"/>
                <a:gd name="connsiteY0" fmla="*/ 12768 h 12767"/>
                <a:gd name="connsiteX1" fmla="*/ 7668 w 7668"/>
                <a:gd name="connsiteY1" fmla="*/ 8937 h 12767"/>
                <a:gd name="connsiteX2" fmla="*/ 7668 w 7668"/>
                <a:gd name="connsiteY2" fmla="*/ 8299 h 12767"/>
                <a:gd name="connsiteX3" fmla="*/ 3834 w 7668"/>
                <a:gd name="connsiteY3" fmla="*/ 0 h 12767"/>
                <a:gd name="connsiteX4" fmla="*/ 0 w 7668"/>
                <a:gd name="connsiteY4" fmla="*/ 8299 h 12767"/>
                <a:gd name="connsiteX5" fmla="*/ 0 w 7668"/>
                <a:gd name="connsiteY5" fmla="*/ 8937 h 12767"/>
                <a:gd name="connsiteX6" fmla="*/ 3834 w 7668"/>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8" h="12767">
                  <a:moveTo>
                    <a:pt x="3834" y="12768"/>
                  </a:moveTo>
                  <a:cubicBezTo>
                    <a:pt x="5751" y="12768"/>
                    <a:pt x="7668" y="10852"/>
                    <a:pt x="7668" y="8937"/>
                  </a:cubicBezTo>
                  <a:cubicBezTo>
                    <a:pt x="7668" y="8937"/>
                    <a:pt x="7668" y="8299"/>
                    <a:pt x="7668" y="8299"/>
                  </a:cubicBezTo>
                  <a:cubicBezTo>
                    <a:pt x="7668" y="6384"/>
                    <a:pt x="5751" y="3192"/>
                    <a:pt x="3834" y="0"/>
                  </a:cubicBezTo>
                  <a:cubicBezTo>
                    <a:pt x="1917" y="3192"/>
                    <a:pt x="0" y="6384"/>
                    <a:pt x="0" y="8299"/>
                  </a:cubicBezTo>
                  <a:lnTo>
                    <a:pt x="0" y="8937"/>
                  </a:lnTo>
                  <a:cubicBezTo>
                    <a:pt x="0" y="10852"/>
                    <a:pt x="1917" y="12768"/>
                    <a:pt x="3834" y="12768"/>
                  </a:cubicBezTo>
                </a:path>
              </a:pathLst>
            </a:custGeom>
            <a:solidFill>
              <a:srgbClr val="012169"/>
            </a:solidFill>
            <a:ln w="6390" cap="flat">
              <a:noFill/>
              <a:prstDash val="solid"/>
              <a:miter/>
            </a:ln>
          </p:spPr>
          <p:txBody>
            <a:bodyPr rtlCol="0" anchor="ctr"/>
            <a:lstStyle/>
            <a:p>
              <a:endParaRPr lang="en-US"/>
            </a:p>
          </p:txBody>
        </p:sp>
        <p:sp>
          <p:nvSpPr>
            <p:cNvPr id="718" name="Graphic 4">
              <a:extLst>
                <a:ext uri="{FF2B5EF4-FFF2-40B4-BE49-F238E27FC236}">
                  <a16:creationId xmlns:a16="http://schemas.microsoft.com/office/drawing/2014/main" id="{DDEBAF5B-7AC2-8445-8EAF-DF6FCD8B1B63}"/>
                </a:ext>
              </a:extLst>
            </p:cNvPr>
            <p:cNvSpPr/>
            <p:nvPr/>
          </p:nvSpPr>
          <p:spPr>
            <a:xfrm>
              <a:off x="3237142" y="4373190"/>
              <a:ext cx="7667" cy="12767"/>
            </a:xfrm>
            <a:custGeom>
              <a:avLst/>
              <a:gdLst>
                <a:gd name="connsiteX0" fmla="*/ 3834 w 7667"/>
                <a:gd name="connsiteY0" fmla="*/ 12768 h 12767"/>
                <a:gd name="connsiteX1" fmla="*/ 7668 w 7667"/>
                <a:gd name="connsiteY1" fmla="*/ 8937 h 12767"/>
                <a:gd name="connsiteX2" fmla="*/ 7668 w 7667"/>
                <a:gd name="connsiteY2" fmla="*/ 8299 h 12767"/>
                <a:gd name="connsiteX3" fmla="*/ 3834 w 7667"/>
                <a:gd name="connsiteY3" fmla="*/ 0 h 12767"/>
                <a:gd name="connsiteX4" fmla="*/ 0 w 7667"/>
                <a:gd name="connsiteY4" fmla="*/ 8299 h 12767"/>
                <a:gd name="connsiteX5" fmla="*/ 0 w 7667"/>
                <a:gd name="connsiteY5" fmla="*/ 8299 h 12767"/>
                <a:gd name="connsiteX6" fmla="*/ 3834 w 7667"/>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7" h="12767">
                  <a:moveTo>
                    <a:pt x="3834" y="12768"/>
                  </a:moveTo>
                  <a:cubicBezTo>
                    <a:pt x="5751" y="12768"/>
                    <a:pt x="7668" y="10852"/>
                    <a:pt x="7668" y="8937"/>
                  </a:cubicBezTo>
                  <a:cubicBezTo>
                    <a:pt x="7668" y="8937"/>
                    <a:pt x="7668" y="8299"/>
                    <a:pt x="7668" y="8299"/>
                  </a:cubicBezTo>
                  <a:cubicBezTo>
                    <a:pt x="7668" y="7022"/>
                    <a:pt x="5751" y="3192"/>
                    <a:pt x="3834" y="0"/>
                  </a:cubicBezTo>
                  <a:cubicBezTo>
                    <a:pt x="1917" y="3192"/>
                    <a:pt x="0" y="6384"/>
                    <a:pt x="0" y="8299"/>
                  </a:cubicBezTo>
                  <a:cubicBezTo>
                    <a:pt x="0" y="8299"/>
                    <a:pt x="0" y="8299"/>
                    <a:pt x="0" y="8299"/>
                  </a:cubicBezTo>
                  <a:cubicBezTo>
                    <a:pt x="0" y="10852"/>
                    <a:pt x="1917" y="12768"/>
                    <a:pt x="3834" y="12768"/>
                  </a:cubicBezTo>
                </a:path>
              </a:pathLst>
            </a:custGeom>
            <a:solidFill>
              <a:srgbClr val="012169"/>
            </a:solidFill>
            <a:ln w="6390" cap="flat">
              <a:noFill/>
              <a:prstDash val="solid"/>
              <a:miter/>
            </a:ln>
          </p:spPr>
          <p:txBody>
            <a:bodyPr rtlCol="0" anchor="ctr"/>
            <a:lstStyle/>
            <a:p>
              <a:endParaRPr lang="en-US"/>
            </a:p>
          </p:txBody>
        </p:sp>
        <p:sp>
          <p:nvSpPr>
            <p:cNvPr id="719" name="Graphic 4">
              <a:extLst>
                <a:ext uri="{FF2B5EF4-FFF2-40B4-BE49-F238E27FC236}">
                  <a16:creationId xmlns:a16="http://schemas.microsoft.com/office/drawing/2014/main" id="{62C2D525-54B4-CE4F-81BF-AAD5B6B0852E}"/>
                </a:ext>
              </a:extLst>
            </p:cNvPr>
            <p:cNvSpPr/>
            <p:nvPr/>
          </p:nvSpPr>
          <p:spPr>
            <a:xfrm>
              <a:off x="2998797" y="4308712"/>
              <a:ext cx="361670" cy="361333"/>
            </a:xfrm>
            <a:custGeom>
              <a:avLst/>
              <a:gdLst>
                <a:gd name="connsiteX0" fmla="*/ 279879 w 361670"/>
                <a:gd name="connsiteY0" fmla="*/ 211948 h 361333"/>
                <a:gd name="connsiteX1" fmla="*/ 239623 w 361670"/>
                <a:gd name="connsiteY1" fmla="*/ 276426 h 361333"/>
                <a:gd name="connsiteX2" fmla="*/ 212785 w 361670"/>
                <a:gd name="connsiteY2" fmla="*/ 296217 h 361333"/>
                <a:gd name="connsiteX3" fmla="*/ 209590 w 361670"/>
                <a:gd name="connsiteY3" fmla="*/ 298770 h 361333"/>
                <a:gd name="connsiteX4" fmla="*/ 200005 w 361670"/>
                <a:gd name="connsiteY4" fmla="*/ 314092 h 361333"/>
                <a:gd name="connsiteX5" fmla="*/ 194893 w 361670"/>
                <a:gd name="connsiteY5" fmla="*/ 317284 h 361333"/>
                <a:gd name="connsiteX6" fmla="*/ 191698 w 361670"/>
                <a:gd name="connsiteY6" fmla="*/ 316007 h 361333"/>
                <a:gd name="connsiteX7" fmla="*/ 189781 w 361670"/>
                <a:gd name="connsiteY7" fmla="*/ 307070 h 361333"/>
                <a:gd name="connsiteX8" fmla="*/ 199366 w 361670"/>
                <a:gd name="connsiteY8" fmla="*/ 291748 h 361333"/>
                <a:gd name="connsiteX9" fmla="*/ 210229 w 361670"/>
                <a:gd name="connsiteY9" fmla="*/ 283449 h 361333"/>
                <a:gd name="connsiteX10" fmla="*/ 229399 w 361670"/>
                <a:gd name="connsiteY10" fmla="*/ 269404 h 361333"/>
                <a:gd name="connsiteX11" fmla="*/ 269655 w 361670"/>
                <a:gd name="connsiteY11" fmla="*/ 204926 h 361333"/>
                <a:gd name="connsiteX12" fmla="*/ 270294 w 361670"/>
                <a:gd name="connsiteY12" fmla="*/ 201734 h 361333"/>
                <a:gd name="connsiteX13" fmla="*/ 268377 w 361670"/>
                <a:gd name="connsiteY13" fmla="*/ 199180 h 361333"/>
                <a:gd name="connsiteX14" fmla="*/ 265182 w 361670"/>
                <a:gd name="connsiteY14" fmla="*/ 198542 h 361333"/>
                <a:gd name="connsiteX15" fmla="*/ 262626 w 361670"/>
                <a:gd name="connsiteY15" fmla="*/ 200457 h 361333"/>
                <a:gd name="connsiteX16" fmla="*/ 262626 w 361670"/>
                <a:gd name="connsiteY16" fmla="*/ 200457 h 361333"/>
                <a:gd name="connsiteX17" fmla="*/ 262626 w 361670"/>
                <a:gd name="connsiteY17" fmla="*/ 200457 h 361333"/>
                <a:gd name="connsiteX18" fmla="*/ 244096 w 361670"/>
                <a:gd name="connsiteY18" fmla="*/ 229823 h 361333"/>
                <a:gd name="connsiteX19" fmla="*/ 235150 w 361670"/>
                <a:gd name="connsiteY19" fmla="*/ 231738 h 361333"/>
                <a:gd name="connsiteX20" fmla="*/ 233233 w 361670"/>
                <a:gd name="connsiteY20" fmla="*/ 222801 h 361333"/>
                <a:gd name="connsiteX21" fmla="*/ 251764 w 361670"/>
                <a:gd name="connsiteY21" fmla="*/ 193435 h 361333"/>
                <a:gd name="connsiteX22" fmla="*/ 263266 w 361670"/>
                <a:gd name="connsiteY22" fmla="*/ 174921 h 361333"/>
                <a:gd name="connsiteX23" fmla="*/ 263905 w 361670"/>
                <a:gd name="connsiteY23" fmla="*/ 171729 h 361333"/>
                <a:gd name="connsiteX24" fmla="*/ 261987 w 361670"/>
                <a:gd name="connsiteY24" fmla="*/ 169176 h 361333"/>
                <a:gd name="connsiteX25" fmla="*/ 256237 w 361670"/>
                <a:gd name="connsiteY25" fmla="*/ 170452 h 361333"/>
                <a:gd name="connsiteX26" fmla="*/ 226204 w 361670"/>
                <a:gd name="connsiteY26" fmla="*/ 218332 h 361333"/>
                <a:gd name="connsiteX27" fmla="*/ 221092 w 361670"/>
                <a:gd name="connsiteY27" fmla="*/ 221524 h 361333"/>
                <a:gd name="connsiteX28" fmla="*/ 217897 w 361670"/>
                <a:gd name="connsiteY28" fmla="*/ 220247 h 361333"/>
                <a:gd name="connsiteX29" fmla="*/ 215980 w 361670"/>
                <a:gd name="connsiteY29" fmla="*/ 211310 h 361333"/>
                <a:gd name="connsiteX30" fmla="*/ 245374 w 361670"/>
                <a:gd name="connsiteY30" fmla="*/ 164068 h 361333"/>
                <a:gd name="connsiteX31" fmla="*/ 245374 w 361670"/>
                <a:gd name="connsiteY31" fmla="*/ 164068 h 361333"/>
                <a:gd name="connsiteX32" fmla="*/ 246013 w 361670"/>
                <a:gd name="connsiteY32" fmla="*/ 163430 h 361333"/>
                <a:gd name="connsiteX33" fmla="*/ 249847 w 361670"/>
                <a:gd name="connsiteY33" fmla="*/ 157684 h 361333"/>
                <a:gd name="connsiteX34" fmla="*/ 250486 w 361670"/>
                <a:gd name="connsiteY34" fmla="*/ 154492 h 361333"/>
                <a:gd name="connsiteX35" fmla="*/ 248569 w 361670"/>
                <a:gd name="connsiteY35" fmla="*/ 151939 h 361333"/>
                <a:gd name="connsiteX36" fmla="*/ 245374 w 361670"/>
                <a:gd name="connsiteY36" fmla="*/ 151300 h 361333"/>
                <a:gd name="connsiteX37" fmla="*/ 242179 w 361670"/>
                <a:gd name="connsiteY37" fmla="*/ 153216 h 361333"/>
                <a:gd name="connsiteX38" fmla="*/ 235789 w 361670"/>
                <a:gd name="connsiteY38" fmla="*/ 162792 h 361333"/>
                <a:gd name="connsiteX39" fmla="*/ 235150 w 361670"/>
                <a:gd name="connsiteY39" fmla="*/ 163430 h 361333"/>
                <a:gd name="connsiteX40" fmla="*/ 235150 w 361670"/>
                <a:gd name="connsiteY40" fmla="*/ 163430 h 361333"/>
                <a:gd name="connsiteX41" fmla="*/ 207673 w 361670"/>
                <a:gd name="connsiteY41" fmla="*/ 206841 h 361333"/>
                <a:gd name="connsiteX42" fmla="*/ 198727 w 361670"/>
                <a:gd name="connsiteY42" fmla="*/ 208756 h 361333"/>
                <a:gd name="connsiteX43" fmla="*/ 196810 w 361670"/>
                <a:gd name="connsiteY43" fmla="*/ 199819 h 361333"/>
                <a:gd name="connsiteX44" fmla="*/ 224287 w 361670"/>
                <a:gd name="connsiteY44" fmla="*/ 155769 h 361333"/>
                <a:gd name="connsiteX45" fmla="*/ 224926 w 361670"/>
                <a:gd name="connsiteY45" fmla="*/ 152577 h 361333"/>
                <a:gd name="connsiteX46" fmla="*/ 223009 w 361670"/>
                <a:gd name="connsiteY46" fmla="*/ 150024 h 361333"/>
                <a:gd name="connsiteX47" fmla="*/ 216619 w 361670"/>
                <a:gd name="connsiteY47" fmla="*/ 151939 h 361333"/>
                <a:gd name="connsiteX48" fmla="*/ 191059 w 361670"/>
                <a:gd name="connsiteY48" fmla="*/ 192796 h 361333"/>
                <a:gd name="connsiteX49" fmla="*/ 191059 w 361670"/>
                <a:gd name="connsiteY49" fmla="*/ 192796 h 361333"/>
                <a:gd name="connsiteX50" fmla="*/ 190420 w 361670"/>
                <a:gd name="connsiteY50" fmla="*/ 193435 h 361333"/>
                <a:gd name="connsiteX51" fmla="*/ 187864 w 361670"/>
                <a:gd name="connsiteY51" fmla="*/ 197265 h 361333"/>
                <a:gd name="connsiteX52" fmla="*/ 187864 w 361670"/>
                <a:gd name="connsiteY52" fmla="*/ 197265 h 361333"/>
                <a:gd name="connsiteX53" fmla="*/ 171889 w 361670"/>
                <a:gd name="connsiteY53" fmla="*/ 222801 h 361333"/>
                <a:gd name="connsiteX54" fmla="*/ 162943 w 361670"/>
                <a:gd name="connsiteY54" fmla="*/ 224716 h 361333"/>
                <a:gd name="connsiteX55" fmla="*/ 161027 w 361670"/>
                <a:gd name="connsiteY55" fmla="*/ 215779 h 361333"/>
                <a:gd name="connsiteX56" fmla="*/ 177640 w 361670"/>
                <a:gd name="connsiteY56" fmla="*/ 189604 h 361333"/>
                <a:gd name="connsiteX57" fmla="*/ 179557 w 361670"/>
                <a:gd name="connsiteY57" fmla="*/ 186412 h 361333"/>
                <a:gd name="connsiteX58" fmla="*/ 180196 w 361670"/>
                <a:gd name="connsiteY58" fmla="*/ 180028 h 361333"/>
                <a:gd name="connsiteX59" fmla="*/ 179557 w 361670"/>
                <a:gd name="connsiteY59" fmla="*/ 178752 h 361333"/>
                <a:gd name="connsiteX60" fmla="*/ 177640 w 361670"/>
                <a:gd name="connsiteY60" fmla="*/ 176836 h 361333"/>
                <a:gd name="connsiteX61" fmla="*/ 177001 w 361670"/>
                <a:gd name="connsiteY61" fmla="*/ 176836 h 361333"/>
                <a:gd name="connsiteX62" fmla="*/ 175723 w 361670"/>
                <a:gd name="connsiteY62" fmla="*/ 176198 h 361333"/>
                <a:gd name="connsiteX63" fmla="*/ 149525 w 361670"/>
                <a:gd name="connsiteY63" fmla="*/ 218332 h 361333"/>
                <a:gd name="connsiteX64" fmla="*/ 148247 w 361670"/>
                <a:gd name="connsiteY64" fmla="*/ 245145 h 361333"/>
                <a:gd name="connsiteX65" fmla="*/ 146969 w 361670"/>
                <a:gd name="connsiteY65" fmla="*/ 262382 h 361333"/>
                <a:gd name="connsiteX66" fmla="*/ 138023 w 361670"/>
                <a:gd name="connsiteY66" fmla="*/ 276426 h 361333"/>
                <a:gd name="connsiteX67" fmla="*/ 132911 w 361670"/>
                <a:gd name="connsiteY67" fmla="*/ 279618 h 361333"/>
                <a:gd name="connsiteX68" fmla="*/ 129716 w 361670"/>
                <a:gd name="connsiteY68" fmla="*/ 278342 h 361333"/>
                <a:gd name="connsiteX69" fmla="*/ 127799 w 361670"/>
                <a:gd name="connsiteY69" fmla="*/ 269404 h 361333"/>
                <a:gd name="connsiteX70" fmla="*/ 136745 w 361670"/>
                <a:gd name="connsiteY70" fmla="*/ 255359 h 361333"/>
                <a:gd name="connsiteX71" fmla="*/ 137384 w 361670"/>
                <a:gd name="connsiteY71" fmla="*/ 250252 h 361333"/>
                <a:gd name="connsiteX72" fmla="*/ 134828 w 361670"/>
                <a:gd name="connsiteY72" fmla="*/ 243230 h 361333"/>
                <a:gd name="connsiteX73" fmla="*/ 106712 w 361670"/>
                <a:gd name="connsiteY73" fmla="*/ 231738 h 361333"/>
                <a:gd name="connsiteX74" fmla="*/ 102878 w 361670"/>
                <a:gd name="connsiteY74" fmla="*/ 230462 h 361333"/>
                <a:gd name="connsiteX75" fmla="*/ 86264 w 361670"/>
                <a:gd name="connsiteY75" fmla="*/ 230462 h 361333"/>
                <a:gd name="connsiteX76" fmla="*/ 79874 w 361670"/>
                <a:gd name="connsiteY76" fmla="*/ 224078 h 361333"/>
                <a:gd name="connsiteX77" fmla="*/ 86264 w 361670"/>
                <a:gd name="connsiteY77" fmla="*/ 217694 h 361333"/>
                <a:gd name="connsiteX78" fmla="*/ 102878 w 361670"/>
                <a:gd name="connsiteY78" fmla="*/ 217694 h 361333"/>
                <a:gd name="connsiteX79" fmla="*/ 115658 w 361670"/>
                <a:gd name="connsiteY79" fmla="*/ 222801 h 361333"/>
                <a:gd name="connsiteX80" fmla="*/ 133550 w 361670"/>
                <a:gd name="connsiteY80" fmla="*/ 230462 h 361333"/>
                <a:gd name="connsiteX81" fmla="*/ 138662 w 361670"/>
                <a:gd name="connsiteY81" fmla="*/ 211948 h 361333"/>
                <a:gd name="connsiteX82" fmla="*/ 166777 w 361670"/>
                <a:gd name="connsiteY82" fmla="*/ 166622 h 361333"/>
                <a:gd name="connsiteX83" fmla="*/ 177001 w 361670"/>
                <a:gd name="connsiteY83" fmla="*/ 162153 h 361333"/>
                <a:gd name="connsiteX84" fmla="*/ 184030 w 361670"/>
                <a:gd name="connsiteY84" fmla="*/ 165345 h 361333"/>
                <a:gd name="connsiteX85" fmla="*/ 184669 w 361670"/>
                <a:gd name="connsiteY85" fmla="*/ 165984 h 361333"/>
                <a:gd name="connsiteX86" fmla="*/ 189781 w 361670"/>
                <a:gd name="connsiteY86" fmla="*/ 170452 h 361333"/>
                <a:gd name="connsiteX87" fmla="*/ 195532 w 361670"/>
                <a:gd name="connsiteY87" fmla="*/ 161515 h 361333"/>
                <a:gd name="connsiteX88" fmla="*/ 157192 w 361670"/>
                <a:gd name="connsiteY88" fmla="*/ 161515 h 361333"/>
                <a:gd name="connsiteX89" fmla="*/ 130355 w 361670"/>
                <a:gd name="connsiteY89" fmla="*/ 188327 h 361333"/>
                <a:gd name="connsiteX90" fmla="*/ 127799 w 361670"/>
                <a:gd name="connsiteY90" fmla="*/ 188966 h 361333"/>
                <a:gd name="connsiteX91" fmla="*/ 122048 w 361670"/>
                <a:gd name="connsiteY91" fmla="*/ 185135 h 361333"/>
                <a:gd name="connsiteX92" fmla="*/ 125882 w 361670"/>
                <a:gd name="connsiteY92" fmla="*/ 176836 h 361333"/>
                <a:gd name="connsiteX93" fmla="*/ 145691 w 361670"/>
                <a:gd name="connsiteY93" fmla="*/ 157046 h 361333"/>
                <a:gd name="connsiteX94" fmla="*/ 146330 w 361670"/>
                <a:gd name="connsiteY94" fmla="*/ 153854 h 361333"/>
                <a:gd name="connsiteX95" fmla="*/ 146330 w 361670"/>
                <a:gd name="connsiteY95" fmla="*/ 153216 h 361333"/>
                <a:gd name="connsiteX96" fmla="*/ 146969 w 361670"/>
                <a:gd name="connsiteY96" fmla="*/ 152577 h 361333"/>
                <a:gd name="connsiteX97" fmla="*/ 147608 w 361670"/>
                <a:gd name="connsiteY97" fmla="*/ 151939 h 361333"/>
                <a:gd name="connsiteX98" fmla="*/ 148247 w 361670"/>
                <a:gd name="connsiteY98" fmla="*/ 151300 h 361333"/>
                <a:gd name="connsiteX99" fmla="*/ 148886 w 361670"/>
                <a:gd name="connsiteY99" fmla="*/ 150662 h 361333"/>
                <a:gd name="connsiteX100" fmla="*/ 148886 w 361670"/>
                <a:gd name="connsiteY100" fmla="*/ 150024 h 361333"/>
                <a:gd name="connsiteX101" fmla="*/ 174445 w 361670"/>
                <a:gd name="connsiteY101" fmla="*/ 132787 h 361333"/>
                <a:gd name="connsiteX102" fmla="*/ 177640 w 361670"/>
                <a:gd name="connsiteY102" fmla="*/ 127680 h 361333"/>
                <a:gd name="connsiteX103" fmla="*/ 177640 w 361670"/>
                <a:gd name="connsiteY103" fmla="*/ 125126 h 361333"/>
                <a:gd name="connsiteX104" fmla="*/ 141857 w 361670"/>
                <a:gd name="connsiteY104" fmla="*/ 139171 h 361333"/>
                <a:gd name="connsiteX105" fmla="*/ 141218 w 361670"/>
                <a:gd name="connsiteY105" fmla="*/ 139171 h 361333"/>
                <a:gd name="connsiteX106" fmla="*/ 116297 w 361670"/>
                <a:gd name="connsiteY106" fmla="*/ 153854 h 361333"/>
                <a:gd name="connsiteX107" fmla="*/ 101600 w 361670"/>
                <a:gd name="connsiteY107" fmla="*/ 160876 h 361333"/>
                <a:gd name="connsiteX108" fmla="*/ 86264 w 361670"/>
                <a:gd name="connsiteY108" fmla="*/ 160876 h 361333"/>
                <a:gd name="connsiteX109" fmla="*/ 79874 w 361670"/>
                <a:gd name="connsiteY109" fmla="*/ 154492 h 361333"/>
                <a:gd name="connsiteX110" fmla="*/ 86264 w 361670"/>
                <a:gd name="connsiteY110" fmla="*/ 148108 h 361333"/>
                <a:gd name="connsiteX111" fmla="*/ 101600 w 361670"/>
                <a:gd name="connsiteY111" fmla="*/ 148108 h 361333"/>
                <a:gd name="connsiteX112" fmla="*/ 106073 w 361670"/>
                <a:gd name="connsiteY112" fmla="*/ 145555 h 361333"/>
                <a:gd name="connsiteX113" fmla="*/ 139301 w 361670"/>
                <a:gd name="connsiteY113" fmla="*/ 125765 h 361333"/>
                <a:gd name="connsiteX114" fmla="*/ 174445 w 361670"/>
                <a:gd name="connsiteY114" fmla="*/ 111081 h 361333"/>
                <a:gd name="connsiteX115" fmla="*/ 175084 w 361670"/>
                <a:gd name="connsiteY115" fmla="*/ 110443 h 361333"/>
                <a:gd name="connsiteX116" fmla="*/ 188503 w 361670"/>
                <a:gd name="connsiteY116" fmla="*/ 116189 h 361333"/>
                <a:gd name="connsiteX117" fmla="*/ 180196 w 361670"/>
                <a:gd name="connsiteY117" fmla="*/ 143001 h 361333"/>
                <a:gd name="connsiteX118" fmla="*/ 172528 w 361670"/>
                <a:gd name="connsiteY118" fmla="*/ 148108 h 361333"/>
                <a:gd name="connsiteX119" fmla="*/ 203200 w 361670"/>
                <a:gd name="connsiteY119" fmla="*/ 148108 h 361333"/>
                <a:gd name="connsiteX120" fmla="*/ 205117 w 361670"/>
                <a:gd name="connsiteY120" fmla="*/ 144916 h 361333"/>
                <a:gd name="connsiteX121" fmla="*/ 228760 w 361670"/>
                <a:gd name="connsiteY121" fmla="*/ 139171 h 361333"/>
                <a:gd name="connsiteX122" fmla="*/ 232594 w 361670"/>
                <a:gd name="connsiteY122" fmla="*/ 142363 h 361333"/>
                <a:gd name="connsiteX123" fmla="*/ 240262 w 361670"/>
                <a:gd name="connsiteY123" fmla="*/ 137894 h 361333"/>
                <a:gd name="connsiteX124" fmla="*/ 253042 w 361670"/>
                <a:gd name="connsiteY124" fmla="*/ 139809 h 361333"/>
                <a:gd name="connsiteX125" fmla="*/ 260710 w 361670"/>
                <a:gd name="connsiteY125" fmla="*/ 150662 h 361333"/>
                <a:gd name="connsiteX126" fmla="*/ 260710 w 361670"/>
                <a:gd name="connsiteY126" fmla="*/ 155131 h 361333"/>
                <a:gd name="connsiteX127" fmla="*/ 267100 w 361670"/>
                <a:gd name="connsiteY127" fmla="*/ 157684 h 361333"/>
                <a:gd name="connsiteX128" fmla="*/ 274767 w 361670"/>
                <a:gd name="connsiteY128" fmla="*/ 168537 h 361333"/>
                <a:gd name="connsiteX129" fmla="*/ 272211 w 361670"/>
                <a:gd name="connsiteY129" fmla="*/ 181305 h 361333"/>
                <a:gd name="connsiteX130" fmla="*/ 269655 w 361670"/>
                <a:gd name="connsiteY130" fmla="*/ 185135 h 361333"/>
                <a:gd name="connsiteX131" fmla="*/ 273489 w 361670"/>
                <a:gd name="connsiteY131" fmla="*/ 187051 h 361333"/>
                <a:gd name="connsiteX132" fmla="*/ 281157 w 361670"/>
                <a:gd name="connsiteY132" fmla="*/ 197903 h 361333"/>
                <a:gd name="connsiteX133" fmla="*/ 279879 w 361670"/>
                <a:gd name="connsiteY133" fmla="*/ 211948 h 361333"/>
                <a:gd name="connsiteX134" fmla="*/ 153998 w 361670"/>
                <a:gd name="connsiteY134" fmla="*/ 70862 h 361333"/>
                <a:gd name="connsiteX135" fmla="*/ 159748 w 361670"/>
                <a:gd name="connsiteY135" fmla="*/ 57456 h 361333"/>
                <a:gd name="connsiteX136" fmla="*/ 164861 w 361670"/>
                <a:gd name="connsiteY136" fmla="*/ 47880 h 361333"/>
                <a:gd name="connsiteX137" fmla="*/ 170611 w 361670"/>
                <a:gd name="connsiteY137" fmla="*/ 44050 h 361333"/>
                <a:gd name="connsiteX138" fmla="*/ 170611 w 361670"/>
                <a:gd name="connsiteY138" fmla="*/ 44050 h 361333"/>
                <a:gd name="connsiteX139" fmla="*/ 176362 w 361670"/>
                <a:gd name="connsiteY139" fmla="*/ 47880 h 361333"/>
                <a:gd name="connsiteX140" fmla="*/ 181474 w 361670"/>
                <a:gd name="connsiteY140" fmla="*/ 57456 h 361333"/>
                <a:gd name="connsiteX141" fmla="*/ 187225 w 361670"/>
                <a:gd name="connsiteY141" fmla="*/ 70862 h 361333"/>
                <a:gd name="connsiteX142" fmla="*/ 187225 w 361670"/>
                <a:gd name="connsiteY142" fmla="*/ 70862 h 361333"/>
                <a:gd name="connsiteX143" fmla="*/ 187225 w 361670"/>
                <a:gd name="connsiteY143" fmla="*/ 72778 h 361333"/>
                <a:gd name="connsiteX144" fmla="*/ 170611 w 361670"/>
                <a:gd name="connsiteY144" fmla="*/ 89376 h 361333"/>
                <a:gd name="connsiteX145" fmla="*/ 153998 w 361670"/>
                <a:gd name="connsiteY145" fmla="*/ 72778 h 361333"/>
                <a:gd name="connsiteX146" fmla="*/ 153998 w 361670"/>
                <a:gd name="connsiteY146" fmla="*/ 70862 h 361333"/>
                <a:gd name="connsiteX147" fmla="*/ 189781 w 361670"/>
                <a:gd name="connsiteY147" fmla="*/ 98313 h 361333"/>
                <a:gd name="connsiteX148" fmla="*/ 195532 w 361670"/>
                <a:gd name="connsiteY148" fmla="*/ 84907 h 361333"/>
                <a:gd name="connsiteX149" fmla="*/ 200644 w 361670"/>
                <a:gd name="connsiteY149" fmla="*/ 75331 h 361333"/>
                <a:gd name="connsiteX150" fmla="*/ 206395 w 361670"/>
                <a:gd name="connsiteY150" fmla="*/ 71501 h 361333"/>
                <a:gd name="connsiteX151" fmla="*/ 212146 w 361670"/>
                <a:gd name="connsiteY151" fmla="*/ 75331 h 361333"/>
                <a:gd name="connsiteX152" fmla="*/ 217258 w 361670"/>
                <a:gd name="connsiteY152" fmla="*/ 84907 h 361333"/>
                <a:gd name="connsiteX153" fmla="*/ 223009 w 361670"/>
                <a:gd name="connsiteY153" fmla="*/ 98313 h 361333"/>
                <a:gd name="connsiteX154" fmla="*/ 223009 w 361670"/>
                <a:gd name="connsiteY154" fmla="*/ 100229 h 361333"/>
                <a:gd name="connsiteX155" fmla="*/ 206395 w 361670"/>
                <a:gd name="connsiteY155" fmla="*/ 116827 h 361333"/>
                <a:gd name="connsiteX156" fmla="*/ 189781 w 361670"/>
                <a:gd name="connsiteY156" fmla="*/ 100229 h 361333"/>
                <a:gd name="connsiteX157" fmla="*/ 189781 w 361670"/>
                <a:gd name="connsiteY157" fmla="*/ 98313 h 361333"/>
                <a:gd name="connsiteX158" fmla="*/ 225565 w 361670"/>
                <a:gd name="connsiteY158" fmla="*/ 71501 h 361333"/>
                <a:gd name="connsiteX159" fmla="*/ 225565 w 361670"/>
                <a:gd name="connsiteY159" fmla="*/ 71501 h 361333"/>
                <a:gd name="connsiteX160" fmla="*/ 231316 w 361670"/>
                <a:gd name="connsiteY160" fmla="*/ 58094 h 361333"/>
                <a:gd name="connsiteX161" fmla="*/ 236428 w 361670"/>
                <a:gd name="connsiteY161" fmla="*/ 48519 h 361333"/>
                <a:gd name="connsiteX162" fmla="*/ 242179 w 361670"/>
                <a:gd name="connsiteY162" fmla="*/ 44688 h 361333"/>
                <a:gd name="connsiteX163" fmla="*/ 247930 w 361670"/>
                <a:gd name="connsiteY163" fmla="*/ 48519 h 361333"/>
                <a:gd name="connsiteX164" fmla="*/ 253042 w 361670"/>
                <a:gd name="connsiteY164" fmla="*/ 58094 h 361333"/>
                <a:gd name="connsiteX165" fmla="*/ 258792 w 361670"/>
                <a:gd name="connsiteY165" fmla="*/ 71501 h 361333"/>
                <a:gd name="connsiteX166" fmla="*/ 258792 w 361670"/>
                <a:gd name="connsiteY166" fmla="*/ 73416 h 361333"/>
                <a:gd name="connsiteX167" fmla="*/ 242179 w 361670"/>
                <a:gd name="connsiteY167" fmla="*/ 90014 h 361333"/>
                <a:gd name="connsiteX168" fmla="*/ 225565 w 361670"/>
                <a:gd name="connsiteY168" fmla="*/ 73416 h 361333"/>
                <a:gd name="connsiteX169" fmla="*/ 225565 w 361670"/>
                <a:gd name="connsiteY169" fmla="*/ 71501 h 361333"/>
                <a:gd name="connsiteX170" fmla="*/ 180835 w 361670"/>
                <a:gd name="connsiteY170" fmla="*/ 0 h 361333"/>
                <a:gd name="connsiteX171" fmla="*/ 0 w 361670"/>
                <a:gd name="connsiteY171" fmla="*/ 180667 h 361333"/>
                <a:gd name="connsiteX172" fmla="*/ 180835 w 361670"/>
                <a:gd name="connsiteY172" fmla="*/ 361334 h 361333"/>
                <a:gd name="connsiteX173" fmla="*/ 361671 w 361670"/>
                <a:gd name="connsiteY173" fmla="*/ 180667 h 361333"/>
                <a:gd name="connsiteX174" fmla="*/ 180835 w 361670"/>
                <a:gd name="connsiteY174"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Lst>
              <a:rect l="l" t="t" r="r" b="b"/>
              <a:pathLst>
                <a:path w="361670" h="361333">
                  <a:moveTo>
                    <a:pt x="279879" y="211948"/>
                  </a:moveTo>
                  <a:lnTo>
                    <a:pt x="239623" y="276426"/>
                  </a:lnTo>
                  <a:cubicBezTo>
                    <a:pt x="233233" y="286002"/>
                    <a:pt x="224287" y="293025"/>
                    <a:pt x="212785" y="296217"/>
                  </a:cubicBezTo>
                  <a:cubicBezTo>
                    <a:pt x="211507" y="296855"/>
                    <a:pt x="210229" y="297494"/>
                    <a:pt x="209590" y="298770"/>
                  </a:cubicBezTo>
                  <a:lnTo>
                    <a:pt x="200005" y="314092"/>
                  </a:lnTo>
                  <a:cubicBezTo>
                    <a:pt x="198727" y="316007"/>
                    <a:pt x="196810" y="317284"/>
                    <a:pt x="194893" y="317284"/>
                  </a:cubicBezTo>
                  <a:cubicBezTo>
                    <a:pt x="193615" y="317284"/>
                    <a:pt x="192337" y="317284"/>
                    <a:pt x="191698" y="316007"/>
                  </a:cubicBezTo>
                  <a:cubicBezTo>
                    <a:pt x="188503" y="314092"/>
                    <a:pt x="187864" y="310262"/>
                    <a:pt x="189781" y="307070"/>
                  </a:cubicBezTo>
                  <a:lnTo>
                    <a:pt x="199366" y="291748"/>
                  </a:lnTo>
                  <a:cubicBezTo>
                    <a:pt x="201922" y="287918"/>
                    <a:pt x="205756" y="284726"/>
                    <a:pt x="210229" y="283449"/>
                  </a:cubicBezTo>
                  <a:cubicBezTo>
                    <a:pt x="217897" y="281534"/>
                    <a:pt x="224926" y="276426"/>
                    <a:pt x="229399" y="269404"/>
                  </a:cubicBezTo>
                  <a:lnTo>
                    <a:pt x="269655" y="204926"/>
                  </a:lnTo>
                  <a:cubicBezTo>
                    <a:pt x="270294" y="203649"/>
                    <a:pt x="270294" y="202372"/>
                    <a:pt x="270294" y="201734"/>
                  </a:cubicBezTo>
                  <a:cubicBezTo>
                    <a:pt x="270294" y="200457"/>
                    <a:pt x="269655" y="199819"/>
                    <a:pt x="268377" y="199180"/>
                  </a:cubicBezTo>
                  <a:cubicBezTo>
                    <a:pt x="267100" y="198542"/>
                    <a:pt x="266460" y="198542"/>
                    <a:pt x="265182" y="198542"/>
                  </a:cubicBezTo>
                  <a:cubicBezTo>
                    <a:pt x="263905" y="198542"/>
                    <a:pt x="263266" y="199819"/>
                    <a:pt x="262626" y="200457"/>
                  </a:cubicBezTo>
                  <a:lnTo>
                    <a:pt x="262626" y="200457"/>
                  </a:lnTo>
                  <a:cubicBezTo>
                    <a:pt x="262626" y="200457"/>
                    <a:pt x="262626" y="200457"/>
                    <a:pt x="262626" y="200457"/>
                  </a:cubicBezTo>
                  <a:lnTo>
                    <a:pt x="244096" y="229823"/>
                  </a:lnTo>
                  <a:cubicBezTo>
                    <a:pt x="242179" y="233015"/>
                    <a:pt x="238345" y="233654"/>
                    <a:pt x="235150" y="231738"/>
                  </a:cubicBezTo>
                  <a:cubicBezTo>
                    <a:pt x="231955" y="229823"/>
                    <a:pt x="231316" y="225993"/>
                    <a:pt x="233233" y="222801"/>
                  </a:cubicBezTo>
                  <a:lnTo>
                    <a:pt x="251764" y="193435"/>
                  </a:lnTo>
                  <a:lnTo>
                    <a:pt x="263266" y="174921"/>
                  </a:lnTo>
                  <a:cubicBezTo>
                    <a:pt x="263905" y="173644"/>
                    <a:pt x="263905" y="172368"/>
                    <a:pt x="263905" y="171729"/>
                  </a:cubicBezTo>
                  <a:cubicBezTo>
                    <a:pt x="263905" y="170452"/>
                    <a:pt x="263266" y="169814"/>
                    <a:pt x="261987" y="169176"/>
                  </a:cubicBezTo>
                  <a:cubicBezTo>
                    <a:pt x="260071" y="167899"/>
                    <a:pt x="257515" y="168537"/>
                    <a:pt x="256237" y="170452"/>
                  </a:cubicBezTo>
                  <a:lnTo>
                    <a:pt x="226204" y="218332"/>
                  </a:lnTo>
                  <a:cubicBezTo>
                    <a:pt x="224926" y="220247"/>
                    <a:pt x="223009" y="221524"/>
                    <a:pt x="221092" y="221524"/>
                  </a:cubicBezTo>
                  <a:cubicBezTo>
                    <a:pt x="219814" y="221524"/>
                    <a:pt x="218536" y="221524"/>
                    <a:pt x="217897" y="220247"/>
                  </a:cubicBezTo>
                  <a:cubicBezTo>
                    <a:pt x="214702" y="218332"/>
                    <a:pt x="214063" y="214502"/>
                    <a:pt x="215980" y="211310"/>
                  </a:cubicBezTo>
                  <a:lnTo>
                    <a:pt x="245374" y="164068"/>
                  </a:lnTo>
                  <a:cubicBezTo>
                    <a:pt x="245374" y="164068"/>
                    <a:pt x="245374" y="164068"/>
                    <a:pt x="245374" y="164068"/>
                  </a:cubicBezTo>
                  <a:cubicBezTo>
                    <a:pt x="245374" y="164068"/>
                    <a:pt x="246013" y="163430"/>
                    <a:pt x="246013" y="163430"/>
                  </a:cubicBezTo>
                  <a:lnTo>
                    <a:pt x="249847" y="157684"/>
                  </a:lnTo>
                  <a:cubicBezTo>
                    <a:pt x="250486" y="156408"/>
                    <a:pt x="250486" y="155131"/>
                    <a:pt x="250486" y="154492"/>
                  </a:cubicBezTo>
                  <a:cubicBezTo>
                    <a:pt x="250486" y="153216"/>
                    <a:pt x="249847" y="152577"/>
                    <a:pt x="248569" y="151939"/>
                  </a:cubicBezTo>
                  <a:cubicBezTo>
                    <a:pt x="247291" y="151300"/>
                    <a:pt x="246652" y="151300"/>
                    <a:pt x="245374" y="151300"/>
                  </a:cubicBezTo>
                  <a:cubicBezTo>
                    <a:pt x="244096" y="151300"/>
                    <a:pt x="243457" y="152577"/>
                    <a:pt x="242179" y="153216"/>
                  </a:cubicBezTo>
                  <a:lnTo>
                    <a:pt x="235789" y="162792"/>
                  </a:lnTo>
                  <a:cubicBezTo>
                    <a:pt x="235789" y="162792"/>
                    <a:pt x="235789" y="163430"/>
                    <a:pt x="235150" y="163430"/>
                  </a:cubicBezTo>
                  <a:cubicBezTo>
                    <a:pt x="235150" y="163430"/>
                    <a:pt x="235150" y="163430"/>
                    <a:pt x="235150" y="163430"/>
                  </a:cubicBezTo>
                  <a:lnTo>
                    <a:pt x="207673" y="206841"/>
                  </a:lnTo>
                  <a:cubicBezTo>
                    <a:pt x="205756" y="210033"/>
                    <a:pt x="201922" y="210671"/>
                    <a:pt x="198727" y="208756"/>
                  </a:cubicBezTo>
                  <a:cubicBezTo>
                    <a:pt x="195532" y="206841"/>
                    <a:pt x="194893" y="203011"/>
                    <a:pt x="196810" y="199819"/>
                  </a:cubicBezTo>
                  <a:lnTo>
                    <a:pt x="224287" y="155769"/>
                  </a:lnTo>
                  <a:cubicBezTo>
                    <a:pt x="224926" y="154492"/>
                    <a:pt x="224926" y="153216"/>
                    <a:pt x="224926" y="152577"/>
                  </a:cubicBezTo>
                  <a:cubicBezTo>
                    <a:pt x="224926" y="151300"/>
                    <a:pt x="224287" y="150662"/>
                    <a:pt x="223009" y="150024"/>
                  </a:cubicBezTo>
                  <a:cubicBezTo>
                    <a:pt x="221092" y="148747"/>
                    <a:pt x="218536" y="149385"/>
                    <a:pt x="216619" y="151939"/>
                  </a:cubicBezTo>
                  <a:lnTo>
                    <a:pt x="191059" y="192796"/>
                  </a:lnTo>
                  <a:cubicBezTo>
                    <a:pt x="191059" y="192796"/>
                    <a:pt x="191059" y="192796"/>
                    <a:pt x="191059" y="192796"/>
                  </a:cubicBezTo>
                  <a:cubicBezTo>
                    <a:pt x="191059" y="192796"/>
                    <a:pt x="191059" y="193435"/>
                    <a:pt x="190420" y="193435"/>
                  </a:cubicBezTo>
                  <a:lnTo>
                    <a:pt x="187864" y="197265"/>
                  </a:lnTo>
                  <a:cubicBezTo>
                    <a:pt x="187864" y="197265"/>
                    <a:pt x="187864" y="197265"/>
                    <a:pt x="187864" y="197265"/>
                  </a:cubicBezTo>
                  <a:lnTo>
                    <a:pt x="171889" y="222801"/>
                  </a:lnTo>
                  <a:cubicBezTo>
                    <a:pt x="169972" y="225993"/>
                    <a:pt x="166138" y="226631"/>
                    <a:pt x="162943" y="224716"/>
                  </a:cubicBezTo>
                  <a:cubicBezTo>
                    <a:pt x="159748" y="222801"/>
                    <a:pt x="159110" y="218971"/>
                    <a:pt x="161027" y="215779"/>
                  </a:cubicBezTo>
                  <a:lnTo>
                    <a:pt x="177640" y="189604"/>
                  </a:lnTo>
                  <a:lnTo>
                    <a:pt x="179557" y="186412"/>
                  </a:lnTo>
                  <a:cubicBezTo>
                    <a:pt x="180835" y="184497"/>
                    <a:pt x="180835" y="182582"/>
                    <a:pt x="180196" y="180028"/>
                  </a:cubicBezTo>
                  <a:cubicBezTo>
                    <a:pt x="180196" y="179390"/>
                    <a:pt x="179557" y="178752"/>
                    <a:pt x="179557" y="178752"/>
                  </a:cubicBezTo>
                  <a:cubicBezTo>
                    <a:pt x="178918" y="178113"/>
                    <a:pt x="178279" y="177475"/>
                    <a:pt x="177640" y="176836"/>
                  </a:cubicBezTo>
                  <a:lnTo>
                    <a:pt x="177001" y="176836"/>
                  </a:lnTo>
                  <a:cubicBezTo>
                    <a:pt x="176362" y="176836"/>
                    <a:pt x="176362" y="176198"/>
                    <a:pt x="175723" y="176198"/>
                  </a:cubicBezTo>
                  <a:lnTo>
                    <a:pt x="149525" y="218332"/>
                  </a:lnTo>
                  <a:cubicBezTo>
                    <a:pt x="145052" y="226631"/>
                    <a:pt x="145052" y="236846"/>
                    <a:pt x="148247" y="245145"/>
                  </a:cubicBezTo>
                  <a:cubicBezTo>
                    <a:pt x="150803" y="250890"/>
                    <a:pt x="150164" y="257274"/>
                    <a:pt x="146969" y="262382"/>
                  </a:cubicBezTo>
                  <a:lnTo>
                    <a:pt x="138023" y="276426"/>
                  </a:lnTo>
                  <a:cubicBezTo>
                    <a:pt x="136745" y="278342"/>
                    <a:pt x="134828" y="279618"/>
                    <a:pt x="132911" y="279618"/>
                  </a:cubicBezTo>
                  <a:cubicBezTo>
                    <a:pt x="131633" y="279618"/>
                    <a:pt x="130355" y="279618"/>
                    <a:pt x="129716" y="278342"/>
                  </a:cubicBezTo>
                  <a:cubicBezTo>
                    <a:pt x="126521" y="276426"/>
                    <a:pt x="125882" y="272596"/>
                    <a:pt x="127799" y="269404"/>
                  </a:cubicBezTo>
                  <a:lnTo>
                    <a:pt x="136745" y="255359"/>
                  </a:lnTo>
                  <a:cubicBezTo>
                    <a:pt x="138023" y="253444"/>
                    <a:pt x="138023" y="251529"/>
                    <a:pt x="137384" y="250252"/>
                  </a:cubicBezTo>
                  <a:cubicBezTo>
                    <a:pt x="136106" y="247698"/>
                    <a:pt x="135467" y="245783"/>
                    <a:pt x="134828" y="243230"/>
                  </a:cubicBezTo>
                  <a:cubicBezTo>
                    <a:pt x="124604" y="243230"/>
                    <a:pt x="114380" y="239399"/>
                    <a:pt x="106712" y="231738"/>
                  </a:cubicBezTo>
                  <a:cubicBezTo>
                    <a:pt x="105434" y="230462"/>
                    <a:pt x="104156" y="230462"/>
                    <a:pt x="102878" y="230462"/>
                  </a:cubicBezTo>
                  <a:lnTo>
                    <a:pt x="86264" y="230462"/>
                  </a:lnTo>
                  <a:cubicBezTo>
                    <a:pt x="82430" y="230462"/>
                    <a:pt x="79874" y="227908"/>
                    <a:pt x="79874" y="224078"/>
                  </a:cubicBezTo>
                  <a:cubicBezTo>
                    <a:pt x="79874" y="220247"/>
                    <a:pt x="82430" y="217694"/>
                    <a:pt x="86264" y="217694"/>
                  </a:cubicBezTo>
                  <a:lnTo>
                    <a:pt x="102878" y="217694"/>
                  </a:lnTo>
                  <a:cubicBezTo>
                    <a:pt x="107351" y="217694"/>
                    <a:pt x="111824" y="219609"/>
                    <a:pt x="115658" y="222801"/>
                  </a:cubicBezTo>
                  <a:cubicBezTo>
                    <a:pt x="120770" y="227270"/>
                    <a:pt x="127160" y="229823"/>
                    <a:pt x="133550" y="230462"/>
                  </a:cubicBezTo>
                  <a:cubicBezTo>
                    <a:pt x="134189" y="224078"/>
                    <a:pt x="135467" y="217694"/>
                    <a:pt x="138662" y="211948"/>
                  </a:cubicBezTo>
                  <a:lnTo>
                    <a:pt x="166777" y="166622"/>
                  </a:lnTo>
                  <a:cubicBezTo>
                    <a:pt x="168695" y="163430"/>
                    <a:pt x="173167" y="161515"/>
                    <a:pt x="177001" y="162153"/>
                  </a:cubicBezTo>
                  <a:cubicBezTo>
                    <a:pt x="179557" y="162792"/>
                    <a:pt x="181474" y="163430"/>
                    <a:pt x="184030" y="165345"/>
                  </a:cubicBezTo>
                  <a:lnTo>
                    <a:pt x="184669" y="165984"/>
                  </a:lnTo>
                  <a:cubicBezTo>
                    <a:pt x="186586" y="167260"/>
                    <a:pt x="188503" y="168537"/>
                    <a:pt x="189781" y="170452"/>
                  </a:cubicBezTo>
                  <a:lnTo>
                    <a:pt x="195532" y="161515"/>
                  </a:lnTo>
                  <a:lnTo>
                    <a:pt x="157192" y="161515"/>
                  </a:lnTo>
                  <a:cubicBezTo>
                    <a:pt x="152720" y="174283"/>
                    <a:pt x="142496" y="183859"/>
                    <a:pt x="130355" y="188327"/>
                  </a:cubicBezTo>
                  <a:cubicBezTo>
                    <a:pt x="129716" y="188327"/>
                    <a:pt x="129077" y="188966"/>
                    <a:pt x="127799" y="188966"/>
                  </a:cubicBezTo>
                  <a:cubicBezTo>
                    <a:pt x="125243" y="188966"/>
                    <a:pt x="122687" y="187689"/>
                    <a:pt x="122048" y="185135"/>
                  </a:cubicBezTo>
                  <a:cubicBezTo>
                    <a:pt x="120770" y="181944"/>
                    <a:pt x="122687" y="178113"/>
                    <a:pt x="125882" y="176836"/>
                  </a:cubicBezTo>
                  <a:cubicBezTo>
                    <a:pt x="134828" y="173644"/>
                    <a:pt x="142496" y="165984"/>
                    <a:pt x="145691" y="157046"/>
                  </a:cubicBezTo>
                  <a:cubicBezTo>
                    <a:pt x="146330" y="155769"/>
                    <a:pt x="146330" y="155131"/>
                    <a:pt x="146330" y="153854"/>
                  </a:cubicBezTo>
                  <a:cubicBezTo>
                    <a:pt x="146330" y="153854"/>
                    <a:pt x="146330" y="153854"/>
                    <a:pt x="146330" y="153216"/>
                  </a:cubicBezTo>
                  <a:cubicBezTo>
                    <a:pt x="146330" y="153216"/>
                    <a:pt x="146330" y="152577"/>
                    <a:pt x="146969" y="152577"/>
                  </a:cubicBezTo>
                  <a:cubicBezTo>
                    <a:pt x="146969" y="152577"/>
                    <a:pt x="146969" y="151939"/>
                    <a:pt x="147608" y="151939"/>
                  </a:cubicBezTo>
                  <a:cubicBezTo>
                    <a:pt x="147608" y="151939"/>
                    <a:pt x="147608" y="151300"/>
                    <a:pt x="148247" y="151300"/>
                  </a:cubicBezTo>
                  <a:cubicBezTo>
                    <a:pt x="148247" y="151300"/>
                    <a:pt x="148886" y="150662"/>
                    <a:pt x="148886" y="150662"/>
                  </a:cubicBezTo>
                  <a:cubicBezTo>
                    <a:pt x="148886" y="150662"/>
                    <a:pt x="148886" y="150662"/>
                    <a:pt x="148886" y="150024"/>
                  </a:cubicBezTo>
                  <a:cubicBezTo>
                    <a:pt x="149525" y="149385"/>
                    <a:pt x="161666" y="141086"/>
                    <a:pt x="174445" y="132787"/>
                  </a:cubicBezTo>
                  <a:cubicBezTo>
                    <a:pt x="177001" y="131510"/>
                    <a:pt x="177640" y="128957"/>
                    <a:pt x="177640" y="127680"/>
                  </a:cubicBezTo>
                  <a:cubicBezTo>
                    <a:pt x="177640" y="126403"/>
                    <a:pt x="177640" y="125765"/>
                    <a:pt x="177640" y="125126"/>
                  </a:cubicBezTo>
                  <a:cubicBezTo>
                    <a:pt x="163582" y="132787"/>
                    <a:pt x="154637" y="136617"/>
                    <a:pt x="141857" y="139171"/>
                  </a:cubicBezTo>
                  <a:cubicBezTo>
                    <a:pt x="141857" y="139171"/>
                    <a:pt x="141218" y="139171"/>
                    <a:pt x="141218" y="139171"/>
                  </a:cubicBezTo>
                  <a:cubicBezTo>
                    <a:pt x="140579" y="139171"/>
                    <a:pt x="127160" y="140448"/>
                    <a:pt x="116297" y="153854"/>
                  </a:cubicBezTo>
                  <a:cubicBezTo>
                    <a:pt x="112463" y="158323"/>
                    <a:pt x="107351" y="160876"/>
                    <a:pt x="101600" y="160876"/>
                  </a:cubicBezTo>
                  <a:lnTo>
                    <a:pt x="86264" y="160876"/>
                  </a:lnTo>
                  <a:cubicBezTo>
                    <a:pt x="82430" y="160876"/>
                    <a:pt x="79874" y="158323"/>
                    <a:pt x="79874" y="154492"/>
                  </a:cubicBezTo>
                  <a:cubicBezTo>
                    <a:pt x="79874" y="150662"/>
                    <a:pt x="82430" y="148108"/>
                    <a:pt x="86264" y="148108"/>
                  </a:cubicBezTo>
                  <a:lnTo>
                    <a:pt x="101600" y="148108"/>
                  </a:lnTo>
                  <a:cubicBezTo>
                    <a:pt x="103517" y="148108"/>
                    <a:pt x="104795" y="147470"/>
                    <a:pt x="106073" y="145555"/>
                  </a:cubicBezTo>
                  <a:cubicBezTo>
                    <a:pt x="119492" y="128957"/>
                    <a:pt x="136106" y="126403"/>
                    <a:pt x="139301" y="125765"/>
                  </a:cubicBezTo>
                  <a:cubicBezTo>
                    <a:pt x="151442" y="123211"/>
                    <a:pt x="160387" y="118742"/>
                    <a:pt x="174445" y="111081"/>
                  </a:cubicBezTo>
                  <a:cubicBezTo>
                    <a:pt x="174445" y="111081"/>
                    <a:pt x="175084" y="111081"/>
                    <a:pt x="175084" y="110443"/>
                  </a:cubicBezTo>
                  <a:cubicBezTo>
                    <a:pt x="180196" y="108528"/>
                    <a:pt x="185947" y="110443"/>
                    <a:pt x="188503" y="116189"/>
                  </a:cubicBezTo>
                  <a:cubicBezTo>
                    <a:pt x="192337" y="123849"/>
                    <a:pt x="189781" y="136617"/>
                    <a:pt x="180196" y="143001"/>
                  </a:cubicBezTo>
                  <a:cubicBezTo>
                    <a:pt x="177640" y="144916"/>
                    <a:pt x="175084" y="146193"/>
                    <a:pt x="172528" y="148108"/>
                  </a:cubicBezTo>
                  <a:lnTo>
                    <a:pt x="203200" y="148108"/>
                  </a:lnTo>
                  <a:lnTo>
                    <a:pt x="205117" y="144916"/>
                  </a:lnTo>
                  <a:cubicBezTo>
                    <a:pt x="210229" y="136617"/>
                    <a:pt x="221092" y="134064"/>
                    <a:pt x="228760" y="139171"/>
                  </a:cubicBezTo>
                  <a:cubicBezTo>
                    <a:pt x="230038" y="139809"/>
                    <a:pt x="231316" y="141086"/>
                    <a:pt x="232594" y="142363"/>
                  </a:cubicBezTo>
                  <a:cubicBezTo>
                    <a:pt x="234511" y="140448"/>
                    <a:pt x="237706" y="138533"/>
                    <a:pt x="240262" y="137894"/>
                  </a:cubicBezTo>
                  <a:cubicBezTo>
                    <a:pt x="244735" y="136617"/>
                    <a:pt x="249208" y="137256"/>
                    <a:pt x="253042" y="139809"/>
                  </a:cubicBezTo>
                  <a:cubicBezTo>
                    <a:pt x="256876" y="142363"/>
                    <a:pt x="259431" y="146193"/>
                    <a:pt x="260710" y="150662"/>
                  </a:cubicBezTo>
                  <a:cubicBezTo>
                    <a:pt x="261349" y="151939"/>
                    <a:pt x="261349" y="153854"/>
                    <a:pt x="260710" y="155131"/>
                  </a:cubicBezTo>
                  <a:cubicBezTo>
                    <a:pt x="262626" y="155769"/>
                    <a:pt x="265182" y="156408"/>
                    <a:pt x="267100" y="157684"/>
                  </a:cubicBezTo>
                  <a:cubicBezTo>
                    <a:pt x="270934" y="160238"/>
                    <a:pt x="273489" y="164068"/>
                    <a:pt x="274767" y="168537"/>
                  </a:cubicBezTo>
                  <a:cubicBezTo>
                    <a:pt x="276045" y="173006"/>
                    <a:pt x="274767" y="177475"/>
                    <a:pt x="272211" y="181305"/>
                  </a:cubicBezTo>
                  <a:lnTo>
                    <a:pt x="269655" y="185135"/>
                  </a:lnTo>
                  <a:cubicBezTo>
                    <a:pt x="270934" y="185774"/>
                    <a:pt x="272211" y="186412"/>
                    <a:pt x="273489" y="187051"/>
                  </a:cubicBezTo>
                  <a:cubicBezTo>
                    <a:pt x="277323" y="189604"/>
                    <a:pt x="279879" y="193435"/>
                    <a:pt x="281157" y="197903"/>
                  </a:cubicBezTo>
                  <a:cubicBezTo>
                    <a:pt x="283074" y="203649"/>
                    <a:pt x="282435" y="208118"/>
                    <a:pt x="279879" y="211948"/>
                  </a:cubicBezTo>
                  <a:moveTo>
                    <a:pt x="153998" y="70862"/>
                  </a:moveTo>
                  <a:cubicBezTo>
                    <a:pt x="154637" y="67032"/>
                    <a:pt x="156553" y="62563"/>
                    <a:pt x="159748" y="57456"/>
                  </a:cubicBezTo>
                  <a:cubicBezTo>
                    <a:pt x="161666" y="54264"/>
                    <a:pt x="163582" y="51072"/>
                    <a:pt x="164861" y="47880"/>
                  </a:cubicBezTo>
                  <a:cubicBezTo>
                    <a:pt x="165500" y="45327"/>
                    <a:pt x="168055" y="44050"/>
                    <a:pt x="170611" y="44050"/>
                  </a:cubicBezTo>
                  <a:lnTo>
                    <a:pt x="170611" y="44050"/>
                  </a:lnTo>
                  <a:cubicBezTo>
                    <a:pt x="173167" y="44050"/>
                    <a:pt x="175723" y="45965"/>
                    <a:pt x="176362" y="47880"/>
                  </a:cubicBezTo>
                  <a:cubicBezTo>
                    <a:pt x="177640" y="51072"/>
                    <a:pt x="179557" y="54264"/>
                    <a:pt x="181474" y="57456"/>
                  </a:cubicBezTo>
                  <a:cubicBezTo>
                    <a:pt x="184030" y="62563"/>
                    <a:pt x="186586" y="67032"/>
                    <a:pt x="187225" y="70862"/>
                  </a:cubicBezTo>
                  <a:cubicBezTo>
                    <a:pt x="187225" y="70862"/>
                    <a:pt x="187225" y="70862"/>
                    <a:pt x="187225" y="70862"/>
                  </a:cubicBezTo>
                  <a:cubicBezTo>
                    <a:pt x="187225" y="71501"/>
                    <a:pt x="187225" y="72139"/>
                    <a:pt x="187225" y="72778"/>
                  </a:cubicBezTo>
                  <a:cubicBezTo>
                    <a:pt x="187225" y="81715"/>
                    <a:pt x="179557" y="89376"/>
                    <a:pt x="170611" y="89376"/>
                  </a:cubicBezTo>
                  <a:cubicBezTo>
                    <a:pt x="161666" y="89376"/>
                    <a:pt x="153998" y="81715"/>
                    <a:pt x="153998" y="72778"/>
                  </a:cubicBezTo>
                  <a:cubicBezTo>
                    <a:pt x="153998" y="72778"/>
                    <a:pt x="153998" y="72139"/>
                    <a:pt x="153998" y="70862"/>
                  </a:cubicBezTo>
                  <a:moveTo>
                    <a:pt x="189781" y="98313"/>
                  </a:moveTo>
                  <a:cubicBezTo>
                    <a:pt x="190420" y="93845"/>
                    <a:pt x="192337" y="90014"/>
                    <a:pt x="195532" y="84907"/>
                  </a:cubicBezTo>
                  <a:cubicBezTo>
                    <a:pt x="197449" y="81715"/>
                    <a:pt x="199366" y="78523"/>
                    <a:pt x="200644" y="75331"/>
                  </a:cubicBezTo>
                  <a:cubicBezTo>
                    <a:pt x="201283" y="72778"/>
                    <a:pt x="203839" y="71501"/>
                    <a:pt x="206395" y="71501"/>
                  </a:cubicBezTo>
                  <a:cubicBezTo>
                    <a:pt x="208951" y="71501"/>
                    <a:pt x="211507" y="73416"/>
                    <a:pt x="212146" y="75331"/>
                  </a:cubicBezTo>
                  <a:cubicBezTo>
                    <a:pt x="213424" y="78523"/>
                    <a:pt x="215341" y="81715"/>
                    <a:pt x="217258" y="84907"/>
                  </a:cubicBezTo>
                  <a:cubicBezTo>
                    <a:pt x="219814" y="90014"/>
                    <a:pt x="222370" y="94483"/>
                    <a:pt x="223009" y="98313"/>
                  </a:cubicBezTo>
                  <a:cubicBezTo>
                    <a:pt x="223009" y="98952"/>
                    <a:pt x="223009" y="99590"/>
                    <a:pt x="223009" y="100229"/>
                  </a:cubicBezTo>
                  <a:cubicBezTo>
                    <a:pt x="223009" y="109166"/>
                    <a:pt x="215341" y="116827"/>
                    <a:pt x="206395" y="116827"/>
                  </a:cubicBezTo>
                  <a:cubicBezTo>
                    <a:pt x="197449" y="116827"/>
                    <a:pt x="189781" y="109166"/>
                    <a:pt x="189781" y="100229"/>
                  </a:cubicBezTo>
                  <a:cubicBezTo>
                    <a:pt x="189781" y="99590"/>
                    <a:pt x="189781" y="98952"/>
                    <a:pt x="189781" y="98313"/>
                  </a:cubicBezTo>
                  <a:moveTo>
                    <a:pt x="225565" y="71501"/>
                  </a:moveTo>
                  <a:cubicBezTo>
                    <a:pt x="225565" y="71501"/>
                    <a:pt x="225565" y="71501"/>
                    <a:pt x="225565" y="71501"/>
                  </a:cubicBezTo>
                  <a:cubicBezTo>
                    <a:pt x="226204" y="67032"/>
                    <a:pt x="228760" y="62563"/>
                    <a:pt x="231316" y="58094"/>
                  </a:cubicBezTo>
                  <a:cubicBezTo>
                    <a:pt x="233233" y="54902"/>
                    <a:pt x="235150" y="51710"/>
                    <a:pt x="236428" y="48519"/>
                  </a:cubicBezTo>
                  <a:cubicBezTo>
                    <a:pt x="237067" y="45965"/>
                    <a:pt x="239623" y="44688"/>
                    <a:pt x="242179" y="44688"/>
                  </a:cubicBezTo>
                  <a:cubicBezTo>
                    <a:pt x="244735" y="44688"/>
                    <a:pt x="247291" y="46603"/>
                    <a:pt x="247930" y="48519"/>
                  </a:cubicBezTo>
                  <a:cubicBezTo>
                    <a:pt x="249208" y="51710"/>
                    <a:pt x="251125" y="54902"/>
                    <a:pt x="253042" y="58094"/>
                  </a:cubicBezTo>
                  <a:cubicBezTo>
                    <a:pt x="255597" y="63202"/>
                    <a:pt x="258154" y="67670"/>
                    <a:pt x="258792" y="71501"/>
                  </a:cubicBezTo>
                  <a:cubicBezTo>
                    <a:pt x="258792" y="72139"/>
                    <a:pt x="258792" y="72778"/>
                    <a:pt x="258792" y="73416"/>
                  </a:cubicBezTo>
                  <a:cubicBezTo>
                    <a:pt x="258792" y="82354"/>
                    <a:pt x="251125" y="90014"/>
                    <a:pt x="242179" y="90014"/>
                  </a:cubicBezTo>
                  <a:cubicBezTo>
                    <a:pt x="233233" y="90014"/>
                    <a:pt x="225565" y="82354"/>
                    <a:pt x="225565" y="73416"/>
                  </a:cubicBezTo>
                  <a:cubicBezTo>
                    <a:pt x="225565" y="72778"/>
                    <a:pt x="225565" y="72139"/>
                    <a:pt x="225565" y="71501"/>
                  </a:cubicBezTo>
                  <a:moveTo>
                    <a:pt x="180835" y="0"/>
                  </a:moveTo>
                  <a:cubicBezTo>
                    <a:pt x="80513" y="0"/>
                    <a:pt x="0" y="81077"/>
                    <a:pt x="0" y="180667"/>
                  </a:cubicBezTo>
                  <a:cubicBezTo>
                    <a:pt x="0" y="280895"/>
                    <a:pt x="81152" y="361334"/>
                    <a:pt x="180835" y="361334"/>
                  </a:cubicBezTo>
                  <a:cubicBezTo>
                    <a:pt x="281157" y="361334"/>
                    <a:pt x="361671" y="280257"/>
                    <a:pt x="361671" y="180667"/>
                  </a:cubicBezTo>
                  <a:cubicBezTo>
                    <a:pt x="361671" y="81077"/>
                    <a:pt x="281157" y="0"/>
                    <a:pt x="180835" y="0"/>
                  </a:cubicBezTo>
                </a:path>
              </a:pathLst>
            </a:custGeom>
            <a:solidFill>
              <a:srgbClr val="012169"/>
            </a:solidFill>
            <a:ln w="6390" cap="flat">
              <a:noFill/>
              <a:prstDash val="solid"/>
              <a:miter/>
            </a:ln>
          </p:spPr>
          <p:txBody>
            <a:bodyPr rtlCol="0" anchor="ctr"/>
            <a:lstStyle/>
            <a:p>
              <a:endParaRPr lang="en-US"/>
            </a:p>
          </p:txBody>
        </p:sp>
      </p:grpSp>
      <p:grpSp>
        <p:nvGrpSpPr>
          <p:cNvPr id="720" name="Graphic 4">
            <a:extLst>
              <a:ext uri="{FF2B5EF4-FFF2-40B4-BE49-F238E27FC236}">
                <a16:creationId xmlns:a16="http://schemas.microsoft.com/office/drawing/2014/main" id="{C3A98C67-598C-D24B-8415-84DBCFA6330E}"/>
              </a:ext>
            </a:extLst>
          </p:cNvPr>
          <p:cNvGrpSpPr/>
          <p:nvPr/>
        </p:nvGrpSpPr>
        <p:grpSpPr>
          <a:xfrm>
            <a:off x="1515054" y="4792617"/>
            <a:ext cx="361670" cy="361333"/>
            <a:chOff x="1515054" y="4792617"/>
            <a:chExt cx="361670" cy="361333"/>
          </a:xfrm>
          <a:solidFill>
            <a:srgbClr val="012169"/>
          </a:solidFill>
        </p:grpSpPr>
        <p:sp>
          <p:nvSpPr>
            <p:cNvPr id="721" name="Graphic 4">
              <a:extLst>
                <a:ext uri="{FF2B5EF4-FFF2-40B4-BE49-F238E27FC236}">
                  <a16:creationId xmlns:a16="http://schemas.microsoft.com/office/drawing/2014/main" id="{F8F5F921-C948-DF4D-9635-13F3DA1E6904}"/>
                </a:ext>
              </a:extLst>
            </p:cNvPr>
            <p:cNvSpPr/>
            <p:nvPr/>
          </p:nvSpPr>
          <p:spPr>
            <a:xfrm>
              <a:off x="1515054" y="4792617"/>
              <a:ext cx="361670" cy="361333"/>
            </a:xfrm>
            <a:custGeom>
              <a:avLst/>
              <a:gdLst>
                <a:gd name="connsiteX0" fmla="*/ 180835 w 361670"/>
                <a:gd name="connsiteY0" fmla="*/ 349204 h 361333"/>
                <a:gd name="connsiteX1" fmla="*/ 12780 w 361670"/>
                <a:gd name="connsiteY1" fmla="*/ 181305 h 361333"/>
                <a:gd name="connsiteX2" fmla="*/ 180835 w 361670"/>
                <a:gd name="connsiteY2" fmla="*/ 13407 h 361333"/>
                <a:gd name="connsiteX3" fmla="*/ 348891 w 361670"/>
                <a:gd name="connsiteY3" fmla="*/ 181305 h 361333"/>
                <a:gd name="connsiteX4" fmla="*/ 180835 w 361670"/>
                <a:gd name="connsiteY4" fmla="*/ 349204 h 361333"/>
                <a:gd name="connsiteX5" fmla="*/ 180835 w 361670"/>
                <a:gd name="connsiteY5" fmla="*/ 0 h 361333"/>
                <a:gd name="connsiteX6" fmla="*/ 0 w 361670"/>
                <a:gd name="connsiteY6" fmla="*/ 180667 h 361333"/>
                <a:gd name="connsiteX7" fmla="*/ 180835 w 361670"/>
                <a:gd name="connsiteY7" fmla="*/ 361334 h 361333"/>
                <a:gd name="connsiteX8" fmla="*/ 361670 w 361670"/>
                <a:gd name="connsiteY8" fmla="*/ 180667 h 361333"/>
                <a:gd name="connsiteX9" fmla="*/ 180835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873"/>
                    <a:pt x="273489" y="349204"/>
                    <a:pt x="180835" y="349204"/>
                  </a:cubicBezTo>
                  <a:moveTo>
                    <a:pt x="180835" y="0"/>
                  </a:moveTo>
                  <a:cubicBezTo>
                    <a:pt x="80513" y="0"/>
                    <a:pt x="0" y="81077"/>
                    <a:pt x="0" y="180667"/>
                  </a:cubicBezTo>
                  <a:cubicBezTo>
                    <a:pt x="0" y="280895"/>
                    <a:pt x="81152" y="361334"/>
                    <a:pt x="180835" y="361334"/>
                  </a:cubicBezTo>
                  <a:cubicBezTo>
                    <a:pt x="281157" y="361334"/>
                    <a:pt x="361670" y="280257"/>
                    <a:pt x="361670" y="180667"/>
                  </a:cubicBezTo>
                  <a:cubicBezTo>
                    <a:pt x="361670" y="81077"/>
                    <a:pt x="280518" y="0"/>
                    <a:pt x="180835" y="0"/>
                  </a:cubicBezTo>
                </a:path>
              </a:pathLst>
            </a:custGeom>
            <a:solidFill>
              <a:srgbClr val="012169"/>
            </a:solidFill>
            <a:ln w="6390" cap="flat">
              <a:noFill/>
              <a:prstDash val="solid"/>
              <a:miter/>
            </a:ln>
          </p:spPr>
          <p:txBody>
            <a:bodyPr rtlCol="0" anchor="ctr"/>
            <a:lstStyle/>
            <a:p>
              <a:endParaRPr lang="en-US"/>
            </a:p>
          </p:txBody>
        </p:sp>
        <p:sp>
          <p:nvSpPr>
            <p:cNvPr id="722" name="Graphic 4">
              <a:extLst>
                <a:ext uri="{FF2B5EF4-FFF2-40B4-BE49-F238E27FC236}">
                  <a16:creationId xmlns:a16="http://schemas.microsoft.com/office/drawing/2014/main" id="{AAEEC3D2-4B2B-054B-AEB3-C80F4F56B80C}"/>
                </a:ext>
              </a:extLst>
            </p:cNvPr>
            <p:cNvSpPr/>
            <p:nvPr/>
          </p:nvSpPr>
          <p:spPr>
            <a:xfrm>
              <a:off x="1626878" y="4858373"/>
              <a:ext cx="21725" cy="37665"/>
            </a:xfrm>
            <a:custGeom>
              <a:avLst/>
              <a:gdLst>
                <a:gd name="connsiteX0" fmla="*/ 3834 w 21725"/>
                <a:gd name="connsiteY0" fmla="*/ 31920 h 37665"/>
                <a:gd name="connsiteX1" fmla="*/ 14058 w 21725"/>
                <a:gd name="connsiteY1" fmla="*/ 37027 h 37665"/>
                <a:gd name="connsiteX2" fmla="*/ 16614 w 21725"/>
                <a:gd name="connsiteY2" fmla="*/ 37665 h 37665"/>
                <a:gd name="connsiteX3" fmla="*/ 21726 w 21725"/>
                <a:gd name="connsiteY3" fmla="*/ 37665 h 37665"/>
                <a:gd name="connsiteX4" fmla="*/ 21726 w 21725"/>
                <a:gd name="connsiteY4" fmla="*/ 24897 h 37665"/>
                <a:gd name="connsiteX5" fmla="*/ 18531 w 21725"/>
                <a:gd name="connsiteY5" fmla="*/ 24897 h 37665"/>
                <a:gd name="connsiteX6" fmla="*/ 13419 w 21725"/>
                <a:gd name="connsiteY6" fmla="*/ 22344 h 37665"/>
                <a:gd name="connsiteX7" fmla="*/ 13419 w 21725"/>
                <a:gd name="connsiteY7" fmla="*/ 15321 h 37665"/>
                <a:gd name="connsiteX8" fmla="*/ 18531 w 21725"/>
                <a:gd name="connsiteY8" fmla="*/ 12768 h 37665"/>
                <a:gd name="connsiteX9" fmla="*/ 21726 w 21725"/>
                <a:gd name="connsiteY9" fmla="*/ 12768 h 37665"/>
                <a:gd name="connsiteX10" fmla="*/ 21726 w 21725"/>
                <a:gd name="connsiteY10" fmla="*/ 0 h 37665"/>
                <a:gd name="connsiteX11" fmla="*/ 16614 w 21725"/>
                <a:gd name="connsiteY11" fmla="*/ 0 h 37665"/>
                <a:gd name="connsiteX12" fmla="*/ 14058 w 21725"/>
                <a:gd name="connsiteY12" fmla="*/ 638 h 37665"/>
                <a:gd name="connsiteX13" fmla="*/ 3834 w 21725"/>
                <a:gd name="connsiteY13" fmla="*/ 5745 h 37665"/>
                <a:gd name="connsiteX14" fmla="*/ 0 w 21725"/>
                <a:gd name="connsiteY14" fmla="*/ 11491 h 37665"/>
                <a:gd name="connsiteX15" fmla="*/ 0 w 21725"/>
                <a:gd name="connsiteY15" fmla="*/ 26174 h 37665"/>
                <a:gd name="connsiteX16" fmla="*/ 3834 w 21725"/>
                <a:gd name="connsiteY16" fmla="*/ 31920 h 3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725" h="37665">
                  <a:moveTo>
                    <a:pt x="3834" y="31920"/>
                  </a:moveTo>
                  <a:lnTo>
                    <a:pt x="14058" y="37027"/>
                  </a:lnTo>
                  <a:cubicBezTo>
                    <a:pt x="14697" y="37665"/>
                    <a:pt x="15975" y="37665"/>
                    <a:pt x="16614" y="37665"/>
                  </a:cubicBezTo>
                  <a:lnTo>
                    <a:pt x="21726" y="37665"/>
                  </a:lnTo>
                  <a:lnTo>
                    <a:pt x="21726" y="24897"/>
                  </a:lnTo>
                  <a:lnTo>
                    <a:pt x="18531" y="24897"/>
                  </a:lnTo>
                  <a:lnTo>
                    <a:pt x="13419" y="22344"/>
                  </a:lnTo>
                  <a:lnTo>
                    <a:pt x="13419" y="15321"/>
                  </a:lnTo>
                  <a:lnTo>
                    <a:pt x="18531" y="12768"/>
                  </a:lnTo>
                  <a:lnTo>
                    <a:pt x="21726" y="12768"/>
                  </a:lnTo>
                  <a:lnTo>
                    <a:pt x="21726" y="0"/>
                  </a:lnTo>
                  <a:lnTo>
                    <a:pt x="16614" y="0"/>
                  </a:lnTo>
                  <a:cubicBezTo>
                    <a:pt x="15336" y="0"/>
                    <a:pt x="14697" y="0"/>
                    <a:pt x="14058" y="638"/>
                  </a:cubicBezTo>
                  <a:lnTo>
                    <a:pt x="3834" y="5745"/>
                  </a:lnTo>
                  <a:cubicBezTo>
                    <a:pt x="1917" y="7022"/>
                    <a:pt x="0" y="8937"/>
                    <a:pt x="0" y="11491"/>
                  </a:cubicBezTo>
                  <a:lnTo>
                    <a:pt x="0" y="26174"/>
                  </a:lnTo>
                  <a:cubicBezTo>
                    <a:pt x="639" y="28728"/>
                    <a:pt x="1917" y="31281"/>
                    <a:pt x="3834" y="31920"/>
                  </a:cubicBezTo>
                </a:path>
              </a:pathLst>
            </a:custGeom>
            <a:solidFill>
              <a:srgbClr val="012169"/>
            </a:solidFill>
            <a:ln w="6390" cap="flat">
              <a:noFill/>
              <a:prstDash val="solid"/>
              <a:miter/>
            </a:ln>
          </p:spPr>
          <p:txBody>
            <a:bodyPr rtlCol="0" anchor="ctr"/>
            <a:lstStyle/>
            <a:p>
              <a:endParaRPr lang="en-US"/>
            </a:p>
          </p:txBody>
        </p:sp>
        <p:sp>
          <p:nvSpPr>
            <p:cNvPr id="723" name="Graphic 4">
              <a:extLst>
                <a:ext uri="{FF2B5EF4-FFF2-40B4-BE49-F238E27FC236}">
                  <a16:creationId xmlns:a16="http://schemas.microsoft.com/office/drawing/2014/main" id="{0DDF8C7F-AFFD-BF47-AA70-8486F2E0340B}"/>
                </a:ext>
              </a:extLst>
            </p:cNvPr>
            <p:cNvSpPr/>
            <p:nvPr/>
          </p:nvSpPr>
          <p:spPr>
            <a:xfrm>
              <a:off x="1627716" y="4903577"/>
              <a:ext cx="42735" cy="51832"/>
            </a:xfrm>
            <a:custGeom>
              <a:avLst/>
              <a:gdLst>
                <a:gd name="connsiteX0" fmla="*/ 42613 w 42735"/>
                <a:gd name="connsiteY0" fmla="*/ 7783 h 51832"/>
                <a:gd name="connsiteX1" fmla="*/ 38140 w 42735"/>
                <a:gd name="connsiteY1" fmla="*/ 122 h 51832"/>
                <a:gd name="connsiteX2" fmla="*/ 30472 w 42735"/>
                <a:gd name="connsiteY2" fmla="*/ 4591 h 51832"/>
                <a:gd name="connsiteX3" fmla="*/ 2995 w 42735"/>
                <a:gd name="connsiteY3" fmla="*/ 40341 h 51832"/>
                <a:gd name="connsiteX4" fmla="*/ 1078 w 42735"/>
                <a:gd name="connsiteY4" fmla="*/ 49279 h 51832"/>
                <a:gd name="connsiteX5" fmla="*/ 6190 w 42735"/>
                <a:gd name="connsiteY5" fmla="*/ 51832 h 51832"/>
                <a:gd name="connsiteX6" fmla="*/ 10024 w 42735"/>
                <a:gd name="connsiteY6" fmla="*/ 50556 h 51832"/>
                <a:gd name="connsiteX7" fmla="*/ 42613 w 42735"/>
                <a:gd name="connsiteY7" fmla="*/ 7783 h 51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735" h="51832">
                  <a:moveTo>
                    <a:pt x="42613" y="7783"/>
                  </a:moveTo>
                  <a:cubicBezTo>
                    <a:pt x="43252" y="4591"/>
                    <a:pt x="41335" y="761"/>
                    <a:pt x="38140" y="122"/>
                  </a:cubicBezTo>
                  <a:cubicBezTo>
                    <a:pt x="34945" y="-516"/>
                    <a:pt x="31111" y="1399"/>
                    <a:pt x="30472" y="4591"/>
                  </a:cubicBezTo>
                  <a:cubicBezTo>
                    <a:pt x="30472" y="4591"/>
                    <a:pt x="24721" y="25658"/>
                    <a:pt x="2995" y="40341"/>
                  </a:cubicBezTo>
                  <a:cubicBezTo>
                    <a:pt x="-200" y="42256"/>
                    <a:pt x="-839" y="46087"/>
                    <a:pt x="1078" y="49279"/>
                  </a:cubicBezTo>
                  <a:cubicBezTo>
                    <a:pt x="2356" y="51194"/>
                    <a:pt x="4273" y="51832"/>
                    <a:pt x="6190" y="51832"/>
                  </a:cubicBezTo>
                  <a:cubicBezTo>
                    <a:pt x="7468" y="51832"/>
                    <a:pt x="8746" y="51194"/>
                    <a:pt x="10024" y="50556"/>
                  </a:cubicBezTo>
                  <a:cubicBezTo>
                    <a:pt x="35584" y="33319"/>
                    <a:pt x="41974" y="8421"/>
                    <a:pt x="42613" y="7783"/>
                  </a:cubicBezTo>
                </a:path>
              </a:pathLst>
            </a:custGeom>
            <a:solidFill>
              <a:srgbClr val="012169"/>
            </a:solidFill>
            <a:ln w="6390" cap="flat">
              <a:noFill/>
              <a:prstDash val="solid"/>
              <a:miter/>
            </a:ln>
          </p:spPr>
          <p:txBody>
            <a:bodyPr rtlCol="0" anchor="ctr"/>
            <a:lstStyle/>
            <a:p>
              <a:endParaRPr lang="en-US"/>
            </a:p>
          </p:txBody>
        </p:sp>
        <p:sp>
          <p:nvSpPr>
            <p:cNvPr id="724" name="Graphic 4">
              <a:extLst>
                <a:ext uri="{FF2B5EF4-FFF2-40B4-BE49-F238E27FC236}">
                  <a16:creationId xmlns:a16="http://schemas.microsoft.com/office/drawing/2014/main" id="{ABD07546-8318-214D-83FC-07C7B1BDCF69}"/>
                </a:ext>
              </a:extLst>
            </p:cNvPr>
            <p:cNvSpPr/>
            <p:nvPr/>
          </p:nvSpPr>
          <p:spPr>
            <a:xfrm>
              <a:off x="1642213" y="4858373"/>
              <a:ext cx="122047" cy="230461"/>
            </a:xfrm>
            <a:custGeom>
              <a:avLst/>
              <a:gdLst>
                <a:gd name="connsiteX0" fmla="*/ 106712 w 122047"/>
                <a:gd name="connsiteY0" fmla="*/ 215779 h 230461"/>
                <a:gd name="connsiteX1" fmla="*/ 100961 w 122047"/>
                <a:gd name="connsiteY1" fmla="*/ 218332 h 230461"/>
                <a:gd name="connsiteX2" fmla="*/ 21726 w 122047"/>
                <a:gd name="connsiteY2" fmla="*/ 218332 h 230461"/>
                <a:gd name="connsiteX3" fmla="*/ 13419 w 122047"/>
                <a:gd name="connsiteY3" fmla="*/ 210033 h 230461"/>
                <a:gd name="connsiteX4" fmla="*/ 13419 w 122047"/>
                <a:gd name="connsiteY4" fmla="*/ 175560 h 230461"/>
                <a:gd name="connsiteX5" fmla="*/ 26838 w 122047"/>
                <a:gd name="connsiteY5" fmla="*/ 134702 h 230461"/>
                <a:gd name="connsiteX6" fmla="*/ 33228 w 122047"/>
                <a:gd name="connsiteY6" fmla="*/ 121296 h 230461"/>
                <a:gd name="connsiteX7" fmla="*/ 33228 w 122047"/>
                <a:gd name="connsiteY7" fmla="*/ 96398 h 230461"/>
                <a:gd name="connsiteX8" fmla="*/ 41535 w 122047"/>
                <a:gd name="connsiteY8" fmla="*/ 88099 h 230461"/>
                <a:gd name="connsiteX9" fmla="*/ 78596 w 122047"/>
                <a:gd name="connsiteY9" fmla="*/ 88099 h 230461"/>
                <a:gd name="connsiteX10" fmla="*/ 109268 w 122047"/>
                <a:gd name="connsiteY10" fmla="*/ 210033 h 230461"/>
                <a:gd name="connsiteX11" fmla="*/ 106712 w 122047"/>
                <a:gd name="connsiteY11" fmla="*/ 215779 h 230461"/>
                <a:gd name="connsiteX12" fmla="*/ 23004 w 122047"/>
                <a:gd name="connsiteY12" fmla="*/ 24897 h 230461"/>
                <a:gd name="connsiteX13" fmla="*/ 23004 w 122047"/>
                <a:gd name="connsiteY13" fmla="*/ 12768 h 230461"/>
                <a:gd name="connsiteX14" fmla="*/ 81152 w 122047"/>
                <a:gd name="connsiteY14" fmla="*/ 12768 h 230461"/>
                <a:gd name="connsiteX15" fmla="*/ 104156 w 122047"/>
                <a:gd name="connsiteY15" fmla="*/ 34473 h 230461"/>
                <a:gd name="connsiteX16" fmla="*/ 95849 w 122047"/>
                <a:gd name="connsiteY16" fmla="*/ 34473 h 230461"/>
                <a:gd name="connsiteX17" fmla="*/ 74762 w 122047"/>
                <a:gd name="connsiteY17" fmla="*/ 54264 h 230461"/>
                <a:gd name="connsiteX18" fmla="*/ 47925 w 122047"/>
                <a:gd name="connsiteY18" fmla="*/ 54264 h 230461"/>
                <a:gd name="connsiteX19" fmla="*/ 23004 w 122047"/>
                <a:gd name="connsiteY19" fmla="*/ 24897 h 230461"/>
                <a:gd name="connsiteX20" fmla="*/ 74762 w 122047"/>
                <a:gd name="connsiteY20" fmla="*/ 74692 h 230461"/>
                <a:gd name="connsiteX21" fmla="*/ 47925 w 122047"/>
                <a:gd name="connsiteY21" fmla="*/ 74692 h 230461"/>
                <a:gd name="connsiteX22" fmla="*/ 47925 w 122047"/>
                <a:gd name="connsiteY22" fmla="*/ 67670 h 230461"/>
                <a:gd name="connsiteX23" fmla="*/ 74762 w 122047"/>
                <a:gd name="connsiteY23" fmla="*/ 67670 h 230461"/>
                <a:gd name="connsiteX24" fmla="*/ 74762 w 122047"/>
                <a:gd name="connsiteY24" fmla="*/ 74692 h 230461"/>
                <a:gd name="connsiteX25" fmla="*/ 87542 w 122047"/>
                <a:gd name="connsiteY25" fmla="*/ 77884 h 230461"/>
                <a:gd name="connsiteX26" fmla="*/ 87542 w 122047"/>
                <a:gd name="connsiteY26" fmla="*/ 61286 h 230461"/>
                <a:gd name="connsiteX27" fmla="*/ 87542 w 122047"/>
                <a:gd name="connsiteY27" fmla="*/ 56179 h 230461"/>
                <a:gd name="connsiteX28" fmla="*/ 95849 w 122047"/>
                <a:gd name="connsiteY28" fmla="*/ 47880 h 230461"/>
                <a:gd name="connsiteX29" fmla="*/ 110546 w 122047"/>
                <a:gd name="connsiteY29" fmla="*/ 47880 h 230461"/>
                <a:gd name="connsiteX30" fmla="*/ 116936 w 122047"/>
                <a:gd name="connsiteY30" fmla="*/ 41496 h 230461"/>
                <a:gd name="connsiteX31" fmla="*/ 116936 w 122047"/>
                <a:gd name="connsiteY31" fmla="*/ 36388 h 230461"/>
                <a:gd name="connsiteX32" fmla="*/ 80513 w 122047"/>
                <a:gd name="connsiteY32" fmla="*/ 0 h 230461"/>
                <a:gd name="connsiteX33" fmla="*/ 15975 w 122047"/>
                <a:gd name="connsiteY33" fmla="*/ 0 h 230461"/>
                <a:gd name="connsiteX34" fmla="*/ 9585 w 122047"/>
                <a:gd name="connsiteY34" fmla="*/ 6384 h 230461"/>
                <a:gd name="connsiteX35" fmla="*/ 9585 w 122047"/>
                <a:gd name="connsiteY35" fmla="*/ 31281 h 230461"/>
                <a:gd name="connsiteX36" fmla="*/ 15975 w 122047"/>
                <a:gd name="connsiteY36" fmla="*/ 37665 h 230461"/>
                <a:gd name="connsiteX37" fmla="*/ 21087 w 122047"/>
                <a:gd name="connsiteY37" fmla="*/ 37665 h 230461"/>
                <a:gd name="connsiteX38" fmla="*/ 34506 w 122047"/>
                <a:gd name="connsiteY38" fmla="*/ 56179 h 230461"/>
                <a:gd name="connsiteX39" fmla="*/ 34506 w 122047"/>
                <a:gd name="connsiteY39" fmla="*/ 61286 h 230461"/>
                <a:gd name="connsiteX40" fmla="*/ 34506 w 122047"/>
                <a:gd name="connsiteY40" fmla="*/ 75969 h 230461"/>
                <a:gd name="connsiteX41" fmla="*/ 19809 w 122047"/>
                <a:gd name="connsiteY41" fmla="*/ 95760 h 230461"/>
                <a:gd name="connsiteX42" fmla="*/ 19809 w 122047"/>
                <a:gd name="connsiteY42" fmla="*/ 120657 h 230461"/>
                <a:gd name="connsiteX43" fmla="*/ 15975 w 122047"/>
                <a:gd name="connsiteY43" fmla="*/ 126403 h 230461"/>
                <a:gd name="connsiteX44" fmla="*/ 0 w 122047"/>
                <a:gd name="connsiteY44" fmla="*/ 174921 h 230461"/>
                <a:gd name="connsiteX45" fmla="*/ 0 w 122047"/>
                <a:gd name="connsiteY45" fmla="*/ 209395 h 230461"/>
                <a:gd name="connsiteX46" fmla="*/ 21087 w 122047"/>
                <a:gd name="connsiteY46" fmla="*/ 230462 h 230461"/>
                <a:gd name="connsiteX47" fmla="*/ 100322 w 122047"/>
                <a:gd name="connsiteY47" fmla="*/ 230462 h 230461"/>
                <a:gd name="connsiteX48" fmla="*/ 115658 w 122047"/>
                <a:gd name="connsiteY48" fmla="*/ 224078 h 230461"/>
                <a:gd name="connsiteX49" fmla="*/ 122048 w 122047"/>
                <a:gd name="connsiteY49" fmla="*/ 208756 h 230461"/>
                <a:gd name="connsiteX50" fmla="*/ 87542 w 122047"/>
                <a:gd name="connsiteY50" fmla="*/ 77884 h 230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22047" h="230461">
                  <a:moveTo>
                    <a:pt x="106712" y="215779"/>
                  </a:moveTo>
                  <a:cubicBezTo>
                    <a:pt x="105434" y="217694"/>
                    <a:pt x="102878" y="218332"/>
                    <a:pt x="100961" y="218332"/>
                  </a:cubicBezTo>
                  <a:lnTo>
                    <a:pt x="21726" y="218332"/>
                  </a:lnTo>
                  <a:cubicBezTo>
                    <a:pt x="17253" y="218332"/>
                    <a:pt x="13419" y="214502"/>
                    <a:pt x="13419" y="210033"/>
                  </a:cubicBezTo>
                  <a:lnTo>
                    <a:pt x="13419" y="175560"/>
                  </a:lnTo>
                  <a:cubicBezTo>
                    <a:pt x="13419" y="151300"/>
                    <a:pt x="21087" y="141724"/>
                    <a:pt x="26838" y="134702"/>
                  </a:cubicBezTo>
                  <a:cubicBezTo>
                    <a:pt x="30033" y="130233"/>
                    <a:pt x="33228" y="126403"/>
                    <a:pt x="33228" y="121296"/>
                  </a:cubicBezTo>
                  <a:lnTo>
                    <a:pt x="33228" y="96398"/>
                  </a:lnTo>
                  <a:cubicBezTo>
                    <a:pt x="33228" y="90014"/>
                    <a:pt x="40257" y="88099"/>
                    <a:pt x="41535" y="88099"/>
                  </a:cubicBezTo>
                  <a:lnTo>
                    <a:pt x="78596" y="88099"/>
                  </a:lnTo>
                  <a:cubicBezTo>
                    <a:pt x="104795" y="113635"/>
                    <a:pt x="109268" y="161515"/>
                    <a:pt x="109268" y="210033"/>
                  </a:cubicBezTo>
                  <a:cubicBezTo>
                    <a:pt x="109268" y="211948"/>
                    <a:pt x="107990" y="213863"/>
                    <a:pt x="106712" y="215779"/>
                  </a:cubicBezTo>
                  <a:moveTo>
                    <a:pt x="23004" y="24897"/>
                  </a:moveTo>
                  <a:lnTo>
                    <a:pt x="23004" y="12768"/>
                  </a:lnTo>
                  <a:lnTo>
                    <a:pt x="81152" y="12768"/>
                  </a:lnTo>
                  <a:cubicBezTo>
                    <a:pt x="97127" y="12768"/>
                    <a:pt x="104156" y="19152"/>
                    <a:pt x="104156" y="34473"/>
                  </a:cubicBezTo>
                  <a:lnTo>
                    <a:pt x="95849" y="34473"/>
                  </a:lnTo>
                  <a:cubicBezTo>
                    <a:pt x="82430" y="34473"/>
                    <a:pt x="75401" y="41496"/>
                    <a:pt x="74762" y="54264"/>
                  </a:cubicBezTo>
                  <a:lnTo>
                    <a:pt x="47925" y="54264"/>
                  </a:lnTo>
                  <a:cubicBezTo>
                    <a:pt x="46646" y="37665"/>
                    <a:pt x="37062" y="25536"/>
                    <a:pt x="23004" y="24897"/>
                  </a:cubicBezTo>
                  <a:moveTo>
                    <a:pt x="74762" y="74692"/>
                  </a:moveTo>
                  <a:lnTo>
                    <a:pt x="47925" y="74692"/>
                  </a:lnTo>
                  <a:lnTo>
                    <a:pt x="47925" y="67670"/>
                  </a:lnTo>
                  <a:lnTo>
                    <a:pt x="74762" y="67670"/>
                  </a:lnTo>
                  <a:lnTo>
                    <a:pt x="74762" y="74692"/>
                  </a:lnTo>
                  <a:close/>
                  <a:moveTo>
                    <a:pt x="87542" y="77884"/>
                  </a:moveTo>
                  <a:lnTo>
                    <a:pt x="87542" y="61286"/>
                  </a:lnTo>
                  <a:lnTo>
                    <a:pt x="87542" y="56179"/>
                  </a:lnTo>
                  <a:cubicBezTo>
                    <a:pt x="87542" y="49156"/>
                    <a:pt x="89459" y="47880"/>
                    <a:pt x="95849" y="47880"/>
                  </a:cubicBezTo>
                  <a:lnTo>
                    <a:pt x="110546" y="47880"/>
                  </a:lnTo>
                  <a:cubicBezTo>
                    <a:pt x="114380" y="47880"/>
                    <a:pt x="116936" y="45326"/>
                    <a:pt x="116936" y="41496"/>
                  </a:cubicBezTo>
                  <a:lnTo>
                    <a:pt x="116936" y="36388"/>
                  </a:lnTo>
                  <a:cubicBezTo>
                    <a:pt x="116936" y="13406"/>
                    <a:pt x="104156" y="0"/>
                    <a:pt x="80513" y="0"/>
                  </a:cubicBezTo>
                  <a:lnTo>
                    <a:pt x="15975" y="0"/>
                  </a:lnTo>
                  <a:cubicBezTo>
                    <a:pt x="12141" y="0"/>
                    <a:pt x="9585" y="2553"/>
                    <a:pt x="9585" y="6384"/>
                  </a:cubicBezTo>
                  <a:lnTo>
                    <a:pt x="9585" y="31281"/>
                  </a:lnTo>
                  <a:cubicBezTo>
                    <a:pt x="9585" y="35112"/>
                    <a:pt x="12141" y="37665"/>
                    <a:pt x="15975" y="37665"/>
                  </a:cubicBezTo>
                  <a:lnTo>
                    <a:pt x="21087" y="37665"/>
                  </a:lnTo>
                  <a:cubicBezTo>
                    <a:pt x="33867" y="37665"/>
                    <a:pt x="34506" y="54264"/>
                    <a:pt x="34506" y="56179"/>
                  </a:cubicBezTo>
                  <a:lnTo>
                    <a:pt x="34506" y="61286"/>
                  </a:lnTo>
                  <a:lnTo>
                    <a:pt x="34506" y="75969"/>
                  </a:lnTo>
                  <a:cubicBezTo>
                    <a:pt x="26838" y="78523"/>
                    <a:pt x="19809" y="85545"/>
                    <a:pt x="19809" y="95760"/>
                  </a:cubicBezTo>
                  <a:lnTo>
                    <a:pt x="19809" y="120657"/>
                  </a:lnTo>
                  <a:cubicBezTo>
                    <a:pt x="19809" y="121934"/>
                    <a:pt x="17892" y="123849"/>
                    <a:pt x="15975" y="126403"/>
                  </a:cubicBezTo>
                  <a:cubicBezTo>
                    <a:pt x="10224" y="134064"/>
                    <a:pt x="0" y="146193"/>
                    <a:pt x="0" y="174921"/>
                  </a:cubicBezTo>
                  <a:lnTo>
                    <a:pt x="0" y="209395"/>
                  </a:lnTo>
                  <a:cubicBezTo>
                    <a:pt x="0" y="220886"/>
                    <a:pt x="9585" y="230462"/>
                    <a:pt x="21087" y="230462"/>
                  </a:cubicBezTo>
                  <a:lnTo>
                    <a:pt x="100322" y="230462"/>
                  </a:lnTo>
                  <a:cubicBezTo>
                    <a:pt x="106073" y="230462"/>
                    <a:pt x="111185" y="228546"/>
                    <a:pt x="115658" y="224078"/>
                  </a:cubicBezTo>
                  <a:cubicBezTo>
                    <a:pt x="119492" y="220247"/>
                    <a:pt x="122048" y="214502"/>
                    <a:pt x="122048" y="208756"/>
                  </a:cubicBezTo>
                  <a:cubicBezTo>
                    <a:pt x="121409" y="158323"/>
                    <a:pt x="116936" y="106612"/>
                    <a:pt x="87542" y="77884"/>
                  </a:cubicBezTo>
                </a:path>
              </a:pathLst>
            </a:custGeom>
            <a:solidFill>
              <a:srgbClr val="012169"/>
            </a:solidFill>
            <a:ln w="6390" cap="flat">
              <a:noFill/>
              <a:prstDash val="solid"/>
              <a:miter/>
            </a:ln>
          </p:spPr>
          <p:txBody>
            <a:bodyPr rtlCol="0" anchor="ctr"/>
            <a:lstStyle/>
            <a:p>
              <a:endParaRPr lang="en-US"/>
            </a:p>
          </p:txBody>
        </p:sp>
      </p:grpSp>
      <p:grpSp>
        <p:nvGrpSpPr>
          <p:cNvPr id="725" name="Graphic 4">
            <a:extLst>
              <a:ext uri="{FF2B5EF4-FFF2-40B4-BE49-F238E27FC236}">
                <a16:creationId xmlns:a16="http://schemas.microsoft.com/office/drawing/2014/main" id="{A5B2D9B3-C98D-0B4B-B9D8-D3D12B424424}"/>
              </a:ext>
            </a:extLst>
          </p:cNvPr>
          <p:cNvGrpSpPr/>
          <p:nvPr/>
        </p:nvGrpSpPr>
        <p:grpSpPr>
          <a:xfrm>
            <a:off x="1952764" y="4792617"/>
            <a:ext cx="361674" cy="361333"/>
            <a:chOff x="1952764" y="4792617"/>
            <a:chExt cx="361674" cy="361333"/>
          </a:xfrm>
          <a:solidFill>
            <a:srgbClr val="012169"/>
          </a:solidFill>
        </p:grpSpPr>
        <p:sp>
          <p:nvSpPr>
            <p:cNvPr id="726" name="Graphic 4">
              <a:extLst>
                <a:ext uri="{FF2B5EF4-FFF2-40B4-BE49-F238E27FC236}">
                  <a16:creationId xmlns:a16="http://schemas.microsoft.com/office/drawing/2014/main" id="{751AADAE-0F95-A24F-810B-8046C2306141}"/>
                </a:ext>
              </a:extLst>
            </p:cNvPr>
            <p:cNvSpPr/>
            <p:nvPr/>
          </p:nvSpPr>
          <p:spPr>
            <a:xfrm>
              <a:off x="2102289" y="4871779"/>
              <a:ext cx="81791" cy="41495"/>
            </a:xfrm>
            <a:custGeom>
              <a:avLst/>
              <a:gdLst>
                <a:gd name="connsiteX0" fmla="*/ 25560 w 81791"/>
                <a:gd name="connsiteY0" fmla="*/ 41496 h 41495"/>
                <a:gd name="connsiteX1" fmla="*/ 52398 w 81791"/>
                <a:gd name="connsiteY1" fmla="*/ 41496 h 41495"/>
                <a:gd name="connsiteX2" fmla="*/ 73484 w 81791"/>
                <a:gd name="connsiteY2" fmla="*/ 21706 h 41495"/>
                <a:gd name="connsiteX3" fmla="*/ 81791 w 81791"/>
                <a:gd name="connsiteY3" fmla="*/ 21706 h 41495"/>
                <a:gd name="connsiteX4" fmla="*/ 58148 w 81791"/>
                <a:gd name="connsiteY4" fmla="*/ 0 h 41495"/>
                <a:gd name="connsiteX5" fmla="*/ 0 w 81791"/>
                <a:gd name="connsiteY5" fmla="*/ 0 h 41495"/>
                <a:gd name="connsiteX6" fmla="*/ 0 w 81791"/>
                <a:gd name="connsiteY6" fmla="*/ 12130 h 41495"/>
                <a:gd name="connsiteX7" fmla="*/ 25560 w 81791"/>
                <a:gd name="connsiteY7" fmla="*/ 41496 h 41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791" h="41495">
                  <a:moveTo>
                    <a:pt x="25560" y="41496"/>
                  </a:moveTo>
                  <a:lnTo>
                    <a:pt x="52398" y="41496"/>
                  </a:lnTo>
                  <a:cubicBezTo>
                    <a:pt x="53036" y="28728"/>
                    <a:pt x="60065" y="21706"/>
                    <a:pt x="73484" y="21706"/>
                  </a:cubicBezTo>
                  <a:lnTo>
                    <a:pt x="81791" y="21706"/>
                  </a:lnTo>
                  <a:cubicBezTo>
                    <a:pt x="81152" y="6384"/>
                    <a:pt x="74123" y="0"/>
                    <a:pt x="58148" y="0"/>
                  </a:cubicBezTo>
                  <a:lnTo>
                    <a:pt x="0" y="0"/>
                  </a:lnTo>
                  <a:lnTo>
                    <a:pt x="0" y="12130"/>
                  </a:lnTo>
                  <a:cubicBezTo>
                    <a:pt x="14697" y="12130"/>
                    <a:pt x="24921" y="24259"/>
                    <a:pt x="25560" y="41496"/>
                  </a:cubicBezTo>
                </a:path>
              </a:pathLst>
            </a:custGeom>
            <a:solidFill>
              <a:srgbClr val="012169"/>
            </a:solidFill>
            <a:ln w="6390" cap="flat">
              <a:noFill/>
              <a:prstDash val="solid"/>
              <a:miter/>
            </a:ln>
          </p:spPr>
          <p:txBody>
            <a:bodyPr rtlCol="0" anchor="ctr"/>
            <a:lstStyle/>
            <a:p>
              <a:endParaRPr lang="en-US"/>
            </a:p>
          </p:txBody>
        </p:sp>
        <p:sp>
          <p:nvSpPr>
            <p:cNvPr id="727" name="Graphic 4">
              <a:extLst>
                <a:ext uri="{FF2B5EF4-FFF2-40B4-BE49-F238E27FC236}">
                  <a16:creationId xmlns:a16="http://schemas.microsoft.com/office/drawing/2014/main" id="{86C81B5C-C988-2A44-9DB2-E394D646C57A}"/>
                </a:ext>
              </a:extLst>
            </p:cNvPr>
            <p:cNvSpPr/>
            <p:nvPr/>
          </p:nvSpPr>
          <p:spPr>
            <a:xfrm>
              <a:off x="2127849" y="4926043"/>
              <a:ext cx="26837" cy="7022"/>
            </a:xfrm>
            <a:custGeom>
              <a:avLst/>
              <a:gdLst>
                <a:gd name="connsiteX0" fmla="*/ 0 w 26837"/>
                <a:gd name="connsiteY0" fmla="*/ 0 h 7022"/>
                <a:gd name="connsiteX1" fmla="*/ 26838 w 26837"/>
                <a:gd name="connsiteY1" fmla="*/ 0 h 7022"/>
                <a:gd name="connsiteX2" fmla="*/ 26838 w 26837"/>
                <a:gd name="connsiteY2" fmla="*/ 7022 h 7022"/>
                <a:gd name="connsiteX3" fmla="*/ 0 w 26837"/>
                <a:gd name="connsiteY3" fmla="*/ 7022 h 7022"/>
              </a:gdLst>
              <a:ahLst/>
              <a:cxnLst>
                <a:cxn ang="0">
                  <a:pos x="connsiteX0" y="connsiteY0"/>
                </a:cxn>
                <a:cxn ang="0">
                  <a:pos x="connsiteX1" y="connsiteY1"/>
                </a:cxn>
                <a:cxn ang="0">
                  <a:pos x="connsiteX2" y="connsiteY2"/>
                </a:cxn>
                <a:cxn ang="0">
                  <a:pos x="connsiteX3" y="connsiteY3"/>
                </a:cxn>
              </a:cxnLst>
              <a:rect l="l" t="t" r="r" b="b"/>
              <a:pathLst>
                <a:path w="26837" h="7022">
                  <a:moveTo>
                    <a:pt x="0" y="0"/>
                  </a:moveTo>
                  <a:lnTo>
                    <a:pt x="26838" y="0"/>
                  </a:lnTo>
                  <a:lnTo>
                    <a:pt x="26838" y="7022"/>
                  </a:lnTo>
                  <a:lnTo>
                    <a:pt x="0" y="7022"/>
                  </a:lnTo>
                  <a:close/>
                </a:path>
              </a:pathLst>
            </a:custGeom>
            <a:solidFill>
              <a:srgbClr val="012169"/>
            </a:solidFill>
            <a:ln w="6390" cap="flat">
              <a:noFill/>
              <a:prstDash val="solid"/>
              <a:miter/>
            </a:ln>
          </p:spPr>
          <p:txBody>
            <a:bodyPr rtlCol="0" anchor="ctr"/>
            <a:lstStyle/>
            <a:p>
              <a:endParaRPr lang="en-US"/>
            </a:p>
          </p:txBody>
        </p:sp>
        <p:sp>
          <p:nvSpPr>
            <p:cNvPr id="728" name="Graphic 4">
              <a:extLst>
                <a:ext uri="{FF2B5EF4-FFF2-40B4-BE49-F238E27FC236}">
                  <a16:creationId xmlns:a16="http://schemas.microsoft.com/office/drawing/2014/main" id="{4842ADFA-EF6B-0D45-A3CF-D45F57108526}"/>
                </a:ext>
              </a:extLst>
            </p:cNvPr>
            <p:cNvSpPr/>
            <p:nvPr/>
          </p:nvSpPr>
          <p:spPr>
            <a:xfrm>
              <a:off x="2093343" y="4945195"/>
              <a:ext cx="95849" cy="130871"/>
            </a:xfrm>
            <a:custGeom>
              <a:avLst/>
              <a:gdLst>
                <a:gd name="connsiteX0" fmla="*/ 28116 w 95849"/>
                <a:gd name="connsiteY0" fmla="*/ 638 h 130871"/>
                <a:gd name="connsiteX1" fmla="*/ 19809 w 95849"/>
                <a:gd name="connsiteY1" fmla="*/ 8938 h 130871"/>
                <a:gd name="connsiteX2" fmla="*/ 19809 w 95849"/>
                <a:gd name="connsiteY2" fmla="*/ 33835 h 130871"/>
                <a:gd name="connsiteX3" fmla="*/ 13419 w 95849"/>
                <a:gd name="connsiteY3" fmla="*/ 47242 h 130871"/>
                <a:gd name="connsiteX4" fmla="*/ 0 w 95849"/>
                <a:gd name="connsiteY4" fmla="*/ 88099 h 130871"/>
                <a:gd name="connsiteX5" fmla="*/ 0 w 95849"/>
                <a:gd name="connsiteY5" fmla="*/ 122573 h 130871"/>
                <a:gd name="connsiteX6" fmla="*/ 8307 w 95849"/>
                <a:gd name="connsiteY6" fmla="*/ 130872 h 130871"/>
                <a:gd name="connsiteX7" fmla="*/ 87542 w 95849"/>
                <a:gd name="connsiteY7" fmla="*/ 130872 h 130871"/>
                <a:gd name="connsiteX8" fmla="*/ 93293 w 95849"/>
                <a:gd name="connsiteY8" fmla="*/ 128318 h 130871"/>
                <a:gd name="connsiteX9" fmla="*/ 95849 w 95849"/>
                <a:gd name="connsiteY9" fmla="*/ 121934 h 130871"/>
                <a:gd name="connsiteX10" fmla="*/ 65177 w 95849"/>
                <a:gd name="connsiteY10" fmla="*/ 0 h 130871"/>
                <a:gd name="connsiteX11" fmla="*/ 28116 w 95849"/>
                <a:gd name="connsiteY11" fmla="*/ 0 h 13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849" h="130871">
                  <a:moveTo>
                    <a:pt x="28116" y="638"/>
                  </a:moveTo>
                  <a:cubicBezTo>
                    <a:pt x="26838" y="638"/>
                    <a:pt x="19809" y="3192"/>
                    <a:pt x="19809" y="8938"/>
                  </a:cubicBezTo>
                  <a:lnTo>
                    <a:pt x="19809" y="33835"/>
                  </a:lnTo>
                  <a:cubicBezTo>
                    <a:pt x="19809" y="39581"/>
                    <a:pt x="16614" y="43411"/>
                    <a:pt x="13419" y="47242"/>
                  </a:cubicBezTo>
                  <a:cubicBezTo>
                    <a:pt x="7668" y="54264"/>
                    <a:pt x="0" y="63840"/>
                    <a:pt x="0" y="88099"/>
                  </a:cubicBezTo>
                  <a:lnTo>
                    <a:pt x="0" y="122573"/>
                  </a:lnTo>
                  <a:cubicBezTo>
                    <a:pt x="0" y="127041"/>
                    <a:pt x="3834" y="130872"/>
                    <a:pt x="8307" y="130872"/>
                  </a:cubicBezTo>
                  <a:lnTo>
                    <a:pt x="87542" y="130872"/>
                  </a:lnTo>
                  <a:cubicBezTo>
                    <a:pt x="90098" y="130872"/>
                    <a:pt x="92015" y="130233"/>
                    <a:pt x="93293" y="128318"/>
                  </a:cubicBezTo>
                  <a:cubicBezTo>
                    <a:pt x="95210" y="126403"/>
                    <a:pt x="95849" y="124488"/>
                    <a:pt x="95849" y="121934"/>
                  </a:cubicBezTo>
                  <a:cubicBezTo>
                    <a:pt x="95210" y="73416"/>
                    <a:pt x="91376" y="24898"/>
                    <a:pt x="65177" y="0"/>
                  </a:cubicBezTo>
                  <a:lnTo>
                    <a:pt x="28116" y="0"/>
                  </a:lnTo>
                  <a:close/>
                </a:path>
              </a:pathLst>
            </a:custGeom>
            <a:solidFill>
              <a:srgbClr val="012169"/>
            </a:solidFill>
            <a:ln w="6390" cap="flat">
              <a:noFill/>
              <a:prstDash val="solid"/>
              <a:miter/>
            </a:ln>
          </p:spPr>
          <p:txBody>
            <a:bodyPr rtlCol="0" anchor="ctr"/>
            <a:lstStyle/>
            <a:p>
              <a:endParaRPr lang="en-US"/>
            </a:p>
          </p:txBody>
        </p:sp>
        <p:sp>
          <p:nvSpPr>
            <p:cNvPr id="729" name="Graphic 4">
              <a:extLst>
                <a:ext uri="{FF2B5EF4-FFF2-40B4-BE49-F238E27FC236}">
                  <a16:creationId xmlns:a16="http://schemas.microsoft.com/office/drawing/2014/main" id="{4D55AEE4-02A6-104B-B6CB-6DEDAFAD082B}"/>
                </a:ext>
              </a:extLst>
            </p:cNvPr>
            <p:cNvSpPr/>
            <p:nvPr/>
          </p:nvSpPr>
          <p:spPr>
            <a:xfrm>
              <a:off x="1952764" y="4792617"/>
              <a:ext cx="361674" cy="361333"/>
            </a:xfrm>
            <a:custGeom>
              <a:avLst/>
              <a:gdLst>
                <a:gd name="connsiteX0" fmla="*/ 243457 w 361674"/>
                <a:gd name="connsiteY0" fmla="*/ 290471 h 361333"/>
                <a:gd name="connsiteX1" fmla="*/ 228121 w 361674"/>
                <a:gd name="connsiteY1" fmla="*/ 296855 h 361333"/>
                <a:gd name="connsiteX2" fmla="*/ 148885 w 361674"/>
                <a:gd name="connsiteY2" fmla="*/ 296855 h 361333"/>
                <a:gd name="connsiteX3" fmla="*/ 127799 w 361674"/>
                <a:gd name="connsiteY3" fmla="*/ 275788 h 361333"/>
                <a:gd name="connsiteX4" fmla="*/ 127799 w 361674"/>
                <a:gd name="connsiteY4" fmla="*/ 241315 h 361333"/>
                <a:gd name="connsiteX5" fmla="*/ 143774 w 361674"/>
                <a:gd name="connsiteY5" fmla="*/ 192796 h 361333"/>
                <a:gd name="connsiteX6" fmla="*/ 147608 w 361674"/>
                <a:gd name="connsiteY6" fmla="*/ 187051 h 361333"/>
                <a:gd name="connsiteX7" fmla="*/ 147608 w 361674"/>
                <a:gd name="connsiteY7" fmla="*/ 162153 h 361333"/>
                <a:gd name="connsiteX8" fmla="*/ 162304 w 361674"/>
                <a:gd name="connsiteY8" fmla="*/ 142363 h 361333"/>
                <a:gd name="connsiteX9" fmla="*/ 162304 w 361674"/>
                <a:gd name="connsiteY9" fmla="*/ 127041 h 361333"/>
                <a:gd name="connsiteX10" fmla="*/ 162304 w 361674"/>
                <a:gd name="connsiteY10" fmla="*/ 121934 h 361333"/>
                <a:gd name="connsiteX11" fmla="*/ 148885 w 361674"/>
                <a:gd name="connsiteY11" fmla="*/ 103421 h 361333"/>
                <a:gd name="connsiteX12" fmla="*/ 143774 w 361674"/>
                <a:gd name="connsiteY12" fmla="*/ 103421 h 361333"/>
                <a:gd name="connsiteX13" fmla="*/ 137384 w 361674"/>
                <a:gd name="connsiteY13" fmla="*/ 97037 h 361333"/>
                <a:gd name="connsiteX14" fmla="*/ 137384 w 361674"/>
                <a:gd name="connsiteY14" fmla="*/ 72139 h 361333"/>
                <a:gd name="connsiteX15" fmla="*/ 143774 w 361674"/>
                <a:gd name="connsiteY15" fmla="*/ 65755 h 361333"/>
                <a:gd name="connsiteX16" fmla="*/ 208312 w 361674"/>
                <a:gd name="connsiteY16" fmla="*/ 65755 h 361333"/>
                <a:gd name="connsiteX17" fmla="*/ 244735 w 361674"/>
                <a:gd name="connsiteY17" fmla="*/ 102144 h 361333"/>
                <a:gd name="connsiteX18" fmla="*/ 244735 w 361674"/>
                <a:gd name="connsiteY18" fmla="*/ 107251 h 361333"/>
                <a:gd name="connsiteX19" fmla="*/ 238345 w 361674"/>
                <a:gd name="connsiteY19" fmla="*/ 113635 h 361333"/>
                <a:gd name="connsiteX20" fmla="*/ 223648 w 361674"/>
                <a:gd name="connsiteY20" fmla="*/ 113635 h 361333"/>
                <a:gd name="connsiteX21" fmla="*/ 215341 w 361674"/>
                <a:gd name="connsiteY21" fmla="*/ 121934 h 361333"/>
                <a:gd name="connsiteX22" fmla="*/ 215341 w 361674"/>
                <a:gd name="connsiteY22" fmla="*/ 127041 h 361333"/>
                <a:gd name="connsiteX23" fmla="*/ 215341 w 361674"/>
                <a:gd name="connsiteY23" fmla="*/ 144278 h 361333"/>
                <a:gd name="connsiteX24" fmla="*/ 249847 w 361674"/>
                <a:gd name="connsiteY24" fmla="*/ 275150 h 361333"/>
                <a:gd name="connsiteX25" fmla="*/ 243457 w 361674"/>
                <a:gd name="connsiteY25" fmla="*/ 290471 h 361333"/>
                <a:gd name="connsiteX26" fmla="*/ 118853 w 361674"/>
                <a:gd name="connsiteY26" fmla="*/ 162792 h 361333"/>
                <a:gd name="connsiteX27" fmla="*/ 113741 w 361674"/>
                <a:gd name="connsiteY27" fmla="*/ 160238 h 361333"/>
                <a:gd name="connsiteX28" fmla="*/ 115658 w 361674"/>
                <a:gd name="connsiteY28" fmla="*/ 151300 h 361333"/>
                <a:gd name="connsiteX29" fmla="*/ 143135 w 361674"/>
                <a:gd name="connsiteY29" fmla="*/ 115550 h 361333"/>
                <a:gd name="connsiteX30" fmla="*/ 150803 w 361674"/>
                <a:gd name="connsiteY30" fmla="*/ 111081 h 361333"/>
                <a:gd name="connsiteX31" fmla="*/ 155275 w 361674"/>
                <a:gd name="connsiteY31" fmla="*/ 118742 h 361333"/>
                <a:gd name="connsiteX32" fmla="*/ 122687 w 361674"/>
                <a:gd name="connsiteY32" fmla="*/ 162153 h 361333"/>
                <a:gd name="connsiteX33" fmla="*/ 118853 w 361674"/>
                <a:gd name="connsiteY33" fmla="*/ 162792 h 361333"/>
                <a:gd name="connsiteX34" fmla="*/ 112463 w 361674"/>
                <a:gd name="connsiteY34" fmla="*/ 77246 h 361333"/>
                <a:gd name="connsiteX35" fmla="*/ 116297 w 361674"/>
                <a:gd name="connsiteY35" fmla="*/ 71501 h 361333"/>
                <a:gd name="connsiteX36" fmla="*/ 126521 w 361674"/>
                <a:gd name="connsiteY36" fmla="*/ 66394 h 361333"/>
                <a:gd name="connsiteX37" fmla="*/ 129077 w 361674"/>
                <a:gd name="connsiteY37" fmla="*/ 65755 h 361333"/>
                <a:gd name="connsiteX38" fmla="*/ 134189 w 361674"/>
                <a:gd name="connsiteY38" fmla="*/ 65755 h 361333"/>
                <a:gd name="connsiteX39" fmla="*/ 134189 w 361674"/>
                <a:gd name="connsiteY39" fmla="*/ 78523 h 361333"/>
                <a:gd name="connsiteX40" fmla="*/ 130355 w 361674"/>
                <a:gd name="connsiteY40" fmla="*/ 78523 h 361333"/>
                <a:gd name="connsiteX41" fmla="*/ 125243 w 361674"/>
                <a:gd name="connsiteY41" fmla="*/ 81077 h 361333"/>
                <a:gd name="connsiteX42" fmla="*/ 125243 w 361674"/>
                <a:gd name="connsiteY42" fmla="*/ 88099 h 361333"/>
                <a:gd name="connsiteX43" fmla="*/ 130355 w 361674"/>
                <a:gd name="connsiteY43" fmla="*/ 90653 h 361333"/>
                <a:gd name="connsiteX44" fmla="*/ 133550 w 361674"/>
                <a:gd name="connsiteY44" fmla="*/ 90653 h 361333"/>
                <a:gd name="connsiteX45" fmla="*/ 133550 w 361674"/>
                <a:gd name="connsiteY45" fmla="*/ 103421 h 361333"/>
                <a:gd name="connsiteX46" fmla="*/ 128438 w 361674"/>
                <a:gd name="connsiteY46" fmla="*/ 103421 h 361333"/>
                <a:gd name="connsiteX47" fmla="*/ 125882 w 361674"/>
                <a:gd name="connsiteY47" fmla="*/ 102782 h 361333"/>
                <a:gd name="connsiteX48" fmla="*/ 115658 w 361674"/>
                <a:gd name="connsiteY48" fmla="*/ 97675 h 361333"/>
                <a:gd name="connsiteX49" fmla="*/ 111824 w 361674"/>
                <a:gd name="connsiteY49" fmla="*/ 91930 h 361333"/>
                <a:gd name="connsiteX50" fmla="*/ 111824 w 361674"/>
                <a:gd name="connsiteY50" fmla="*/ 77246 h 361333"/>
                <a:gd name="connsiteX51" fmla="*/ 180835 w 361674"/>
                <a:gd name="connsiteY51" fmla="*/ 0 h 361333"/>
                <a:gd name="connsiteX52" fmla="*/ 0 w 361674"/>
                <a:gd name="connsiteY52" fmla="*/ 180667 h 361333"/>
                <a:gd name="connsiteX53" fmla="*/ 180835 w 361674"/>
                <a:gd name="connsiteY53" fmla="*/ 361334 h 361333"/>
                <a:gd name="connsiteX54" fmla="*/ 361670 w 361674"/>
                <a:gd name="connsiteY54" fmla="*/ 180667 h 361333"/>
                <a:gd name="connsiteX55" fmla="*/ 180835 w 361674"/>
                <a:gd name="connsiteY55"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61674" h="361333">
                  <a:moveTo>
                    <a:pt x="243457" y="290471"/>
                  </a:moveTo>
                  <a:cubicBezTo>
                    <a:pt x="239623" y="294302"/>
                    <a:pt x="233872" y="296855"/>
                    <a:pt x="228121" y="296855"/>
                  </a:cubicBezTo>
                  <a:lnTo>
                    <a:pt x="148885" y="296855"/>
                  </a:lnTo>
                  <a:cubicBezTo>
                    <a:pt x="137384" y="296855"/>
                    <a:pt x="127799" y="287279"/>
                    <a:pt x="127799" y="275788"/>
                  </a:cubicBezTo>
                  <a:lnTo>
                    <a:pt x="127799" y="241315"/>
                  </a:lnTo>
                  <a:cubicBezTo>
                    <a:pt x="127799" y="212587"/>
                    <a:pt x="138023" y="199819"/>
                    <a:pt x="143774" y="192796"/>
                  </a:cubicBezTo>
                  <a:cubicBezTo>
                    <a:pt x="145690" y="190243"/>
                    <a:pt x="147608" y="188327"/>
                    <a:pt x="147608" y="187051"/>
                  </a:cubicBezTo>
                  <a:lnTo>
                    <a:pt x="147608" y="162153"/>
                  </a:lnTo>
                  <a:cubicBezTo>
                    <a:pt x="147608" y="151939"/>
                    <a:pt x="155275" y="144916"/>
                    <a:pt x="162304" y="142363"/>
                  </a:cubicBezTo>
                  <a:lnTo>
                    <a:pt x="162304" y="127041"/>
                  </a:lnTo>
                  <a:lnTo>
                    <a:pt x="162304" y="121934"/>
                  </a:lnTo>
                  <a:cubicBezTo>
                    <a:pt x="162304" y="120019"/>
                    <a:pt x="161665" y="103421"/>
                    <a:pt x="148885" y="103421"/>
                  </a:cubicBezTo>
                  <a:lnTo>
                    <a:pt x="143774" y="103421"/>
                  </a:lnTo>
                  <a:cubicBezTo>
                    <a:pt x="139940" y="103421"/>
                    <a:pt x="137384" y="100867"/>
                    <a:pt x="137384" y="97037"/>
                  </a:cubicBezTo>
                  <a:lnTo>
                    <a:pt x="137384" y="72139"/>
                  </a:lnTo>
                  <a:cubicBezTo>
                    <a:pt x="137384" y="68309"/>
                    <a:pt x="139940" y="65755"/>
                    <a:pt x="143774" y="65755"/>
                  </a:cubicBezTo>
                  <a:lnTo>
                    <a:pt x="208312" y="65755"/>
                  </a:lnTo>
                  <a:cubicBezTo>
                    <a:pt x="231316" y="65755"/>
                    <a:pt x="244735" y="78523"/>
                    <a:pt x="244735" y="102144"/>
                  </a:cubicBezTo>
                  <a:lnTo>
                    <a:pt x="244735" y="107251"/>
                  </a:lnTo>
                  <a:cubicBezTo>
                    <a:pt x="244735" y="111081"/>
                    <a:pt x="242179" y="113635"/>
                    <a:pt x="238345" y="113635"/>
                  </a:cubicBezTo>
                  <a:lnTo>
                    <a:pt x="223648" y="113635"/>
                  </a:lnTo>
                  <a:cubicBezTo>
                    <a:pt x="216619" y="113635"/>
                    <a:pt x="215341" y="115550"/>
                    <a:pt x="215341" y="121934"/>
                  </a:cubicBezTo>
                  <a:lnTo>
                    <a:pt x="215341" y="127041"/>
                  </a:lnTo>
                  <a:lnTo>
                    <a:pt x="215341" y="144278"/>
                  </a:lnTo>
                  <a:cubicBezTo>
                    <a:pt x="244735" y="173006"/>
                    <a:pt x="249847" y="224078"/>
                    <a:pt x="249847" y="275150"/>
                  </a:cubicBezTo>
                  <a:cubicBezTo>
                    <a:pt x="249208" y="280895"/>
                    <a:pt x="247290" y="286003"/>
                    <a:pt x="243457" y="290471"/>
                  </a:cubicBezTo>
                  <a:moveTo>
                    <a:pt x="118853" y="162792"/>
                  </a:moveTo>
                  <a:cubicBezTo>
                    <a:pt x="116936" y="162792"/>
                    <a:pt x="115019" y="161515"/>
                    <a:pt x="113741" y="160238"/>
                  </a:cubicBezTo>
                  <a:cubicBezTo>
                    <a:pt x="111824" y="157046"/>
                    <a:pt x="112463" y="153216"/>
                    <a:pt x="115658" y="151300"/>
                  </a:cubicBezTo>
                  <a:cubicBezTo>
                    <a:pt x="137384" y="136617"/>
                    <a:pt x="143135" y="115550"/>
                    <a:pt x="143135" y="115550"/>
                  </a:cubicBezTo>
                  <a:cubicBezTo>
                    <a:pt x="143774" y="112358"/>
                    <a:pt x="147608" y="109805"/>
                    <a:pt x="150803" y="111081"/>
                  </a:cubicBezTo>
                  <a:cubicBezTo>
                    <a:pt x="153998" y="111720"/>
                    <a:pt x="156553" y="115550"/>
                    <a:pt x="155275" y="118742"/>
                  </a:cubicBezTo>
                  <a:cubicBezTo>
                    <a:pt x="155275" y="120019"/>
                    <a:pt x="148246" y="144278"/>
                    <a:pt x="122687" y="162153"/>
                  </a:cubicBezTo>
                  <a:cubicBezTo>
                    <a:pt x="121409" y="162792"/>
                    <a:pt x="120131" y="162792"/>
                    <a:pt x="118853" y="162792"/>
                  </a:cubicBezTo>
                  <a:moveTo>
                    <a:pt x="112463" y="77246"/>
                  </a:moveTo>
                  <a:cubicBezTo>
                    <a:pt x="112463" y="74693"/>
                    <a:pt x="113741" y="72778"/>
                    <a:pt x="116297" y="71501"/>
                  </a:cubicBezTo>
                  <a:lnTo>
                    <a:pt x="126521" y="66394"/>
                  </a:lnTo>
                  <a:cubicBezTo>
                    <a:pt x="127160" y="65755"/>
                    <a:pt x="128438" y="65755"/>
                    <a:pt x="129077" y="65755"/>
                  </a:cubicBezTo>
                  <a:lnTo>
                    <a:pt x="134189" y="65755"/>
                  </a:lnTo>
                  <a:lnTo>
                    <a:pt x="134189" y="78523"/>
                  </a:lnTo>
                  <a:lnTo>
                    <a:pt x="130355" y="78523"/>
                  </a:lnTo>
                  <a:lnTo>
                    <a:pt x="125243" y="81077"/>
                  </a:lnTo>
                  <a:lnTo>
                    <a:pt x="125243" y="88099"/>
                  </a:lnTo>
                  <a:lnTo>
                    <a:pt x="130355" y="90653"/>
                  </a:lnTo>
                  <a:lnTo>
                    <a:pt x="133550" y="90653"/>
                  </a:lnTo>
                  <a:lnTo>
                    <a:pt x="133550" y="103421"/>
                  </a:lnTo>
                  <a:lnTo>
                    <a:pt x="128438" y="103421"/>
                  </a:lnTo>
                  <a:cubicBezTo>
                    <a:pt x="127160" y="103421"/>
                    <a:pt x="126521" y="103421"/>
                    <a:pt x="125882" y="102782"/>
                  </a:cubicBezTo>
                  <a:lnTo>
                    <a:pt x="115658" y="97675"/>
                  </a:lnTo>
                  <a:cubicBezTo>
                    <a:pt x="113741" y="96398"/>
                    <a:pt x="111824" y="94483"/>
                    <a:pt x="111824" y="91930"/>
                  </a:cubicBezTo>
                  <a:lnTo>
                    <a:pt x="111824" y="77246"/>
                  </a:lnTo>
                  <a:close/>
                  <a:moveTo>
                    <a:pt x="180835" y="0"/>
                  </a:moveTo>
                  <a:cubicBezTo>
                    <a:pt x="80513" y="0"/>
                    <a:pt x="0" y="81077"/>
                    <a:pt x="0" y="180667"/>
                  </a:cubicBezTo>
                  <a:cubicBezTo>
                    <a:pt x="0" y="280895"/>
                    <a:pt x="81152" y="361334"/>
                    <a:pt x="180835" y="361334"/>
                  </a:cubicBezTo>
                  <a:cubicBezTo>
                    <a:pt x="281157" y="361334"/>
                    <a:pt x="361670" y="280257"/>
                    <a:pt x="361670" y="180667"/>
                  </a:cubicBezTo>
                  <a:cubicBezTo>
                    <a:pt x="362309" y="81077"/>
                    <a:pt x="281157" y="0"/>
                    <a:pt x="180835" y="0"/>
                  </a:cubicBezTo>
                </a:path>
              </a:pathLst>
            </a:custGeom>
            <a:solidFill>
              <a:srgbClr val="012169"/>
            </a:solidFill>
            <a:ln w="6390" cap="flat">
              <a:noFill/>
              <a:prstDash val="solid"/>
              <a:miter/>
            </a:ln>
          </p:spPr>
          <p:txBody>
            <a:bodyPr rtlCol="0" anchor="ctr"/>
            <a:lstStyle/>
            <a:p>
              <a:endParaRPr lang="en-US"/>
            </a:p>
          </p:txBody>
        </p:sp>
      </p:grpSp>
      <p:grpSp>
        <p:nvGrpSpPr>
          <p:cNvPr id="730" name="Graphic 4">
            <a:extLst>
              <a:ext uri="{FF2B5EF4-FFF2-40B4-BE49-F238E27FC236}">
                <a16:creationId xmlns:a16="http://schemas.microsoft.com/office/drawing/2014/main" id="{D9E77E4D-37D3-BA49-900F-AB6BCB849F1A}"/>
              </a:ext>
            </a:extLst>
          </p:cNvPr>
          <p:cNvGrpSpPr/>
          <p:nvPr/>
        </p:nvGrpSpPr>
        <p:grpSpPr>
          <a:xfrm>
            <a:off x="6071599" y="1402085"/>
            <a:ext cx="361674" cy="361333"/>
            <a:chOff x="5708769" y="1402085"/>
            <a:chExt cx="361674" cy="361333"/>
          </a:xfrm>
          <a:solidFill>
            <a:srgbClr val="00A3E0"/>
          </a:solidFill>
        </p:grpSpPr>
        <p:sp>
          <p:nvSpPr>
            <p:cNvPr id="731" name="Graphic 4">
              <a:extLst>
                <a:ext uri="{FF2B5EF4-FFF2-40B4-BE49-F238E27FC236}">
                  <a16:creationId xmlns:a16="http://schemas.microsoft.com/office/drawing/2014/main" id="{180B61B7-EF75-7C45-8108-342EC1BC7BCC}"/>
                </a:ext>
              </a:extLst>
            </p:cNvPr>
            <p:cNvSpPr/>
            <p:nvPr/>
          </p:nvSpPr>
          <p:spPr>
            <a:xfrm>
              <a:off x="5708769" y="1402085"/>
              <a:ext cx="361674" cy="361333"/>
            </a:xfrm>
            <a:custGeom>
              <a:avLst/>
              <a:gdLst>
                <a:gd name="connsiteX0" fmla="*/ 180835 w 361674"/>
                <a:gd name="connsiteY0" fmla="*/ 349204 h 361333"/>
                <a:gd name="connsiteX1" fmla="*/ 12780 w 361674"/>
                <a:gd name="connsiteY1" fmla="*/ 181305 h 361333"/>
                <a:gd name="connsiteX2" fmla="*/ 180835 w 361674"/>
                <a:gd name="connsiteY2" fmla="*/ 13406 h 361333"/>
                <a:gd name="connsiteX3" fmla="*/ 348890 w 361674"/>
                <a:gd name="connsiteY3" fmla="*/ 181305 h 361333"/>
                <a:gd name="connsiteX4" fmla="*/ 180835 w 361674"/>
                <a:gd name="connsiteY4" fmla="*/ 349204 h 361333"/>
                <a:gd name="connsiteX5" fmla="*/ 180835 w 361674"/>
                <a:gd name="connsiteY5" fmla="*/ 0 h 361333"/>
                <a:gd name="connsiteX6" fmla="*/ 0 w 361674"/>
                <a:gd name="connsiteY6" fmla="*/ 180667 h 361333"/>
                <a:gd name="connsiteX7" fmla="*/ 180835 w 361674"/>
                <a:gd name="connsiteY7" fmla="*/ 361333 h 361333"/>
                <a:gd name="connsiteX8" fmla="*/ 361670 w 361674"/>
                <a:gd name="connsiteY8" fmla="*/ 180667 h 361333"/>
                <a:gd name="connsiteX9" fmla="*/ 180835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29" y="273873"/>
                    <a:pt x="273489" y="349204"/>
                    <a:pt x="180835" y="349204"/>
                  </a:cubicBezTo>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09" y="81077"/>
                    <a:pt x="281157" y="0"/>
                    <a:pt x="180835" y="0"/>
                  </a:cubicBezTo>
                </a:path>
              </a:pathLst>
            </a:custGeom>
            <a:solidFill>
              <a:srgbClr val="00A3E0"/>
            </a:solidFill>
            <a:ln w="6390" cap="flat">
              <a:noFill/>
              <a:prstDash val="solid"/>
              <a:miter/>
            </a:ln>
          </p:spPr>
          <p:txBody>
            <a:bodyPr rtlCol="0" anchor="ctr"/>
            <a:lstStyle/>
            <a:p>
              <a:endParaRPr lang="en-US"/>
            </a:p>
          </p:txBody>
        </p:sp>
        <p:sp>
          <p:nvSpPr>
            <p:cNvPr id="732" name="Graphic 4">
              <a:extLst>
                <a:ext uri="{FF2B5EF4-FFF2-40B4-BE49-F238E27FC236}">
                  <a16:creationId xmlns:a16="http://schemas.microsoft.com/office/drawing/2014/main" id="{CEFCAC0E-66C0-8046-A6A7-0C339488B8A5}"/>
                </a:ext>
              </a:extLst>
            </p:cNvPr>
            <p:cNvSpPr/>
            <p:nvPr/>
          </p:nvSpPr>
          <p:spPr>
            <a:xfrm>
              <a:off x="5802062" y="1592327"/>
              <a:ext cx="90097" cy="12767"/>
            </a:xfrm>
            <a:custGeom>
              <a:avLst/>
              <a:gdLst>
                <a:gd name="connsiteX0" fmla="*/ 90098 w 90097"/>
                <a:gd name="connsiteY0" fmla="*/ 6384 h 12767"/>
                <a:gd name="connsiteX1" fmla="*/ 83708 w 90097"/>
                <a:gd name="connsiteY1" fmla="*/ 0 h 12767"/>
                <a:gd name="connsiteX2" fmla="*/ 6390 w 90097"/>
                <a:gd name="connsiteY2" fmla="*/ 0 h 12767"/>
                <a:gd name="connsiteX3" fmla="*/ 0 w 90097"/>
                <a:gd name="connsiteY3" fmla="*/ 6384 h 12767"/>
                <a:gd name="connsiteX4" fmla="*/ 6390 w 90097"/>
                <a:gd name="connsiteY4" fmla="*/ 12768 h 12767"/>
                <a:gd name="connsiteX5" fmla="*/ 83708 w 90097"/>
                <a:gd name="connsiteY5" fmla="*/ 12768 h 12767"/>
                <a:gd name="connsiteX6" fmla="*/ 90098 w 90097"/>
                <a:gd name="connsiteY6" fmla="*/ 638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097" h="12767">
                  <a:moveTo>
                    <a:pt x="90098" y="6384"/>
                  </a:moveTo>
                  <a:cubicBezTo>
                    <a:pt x="90098" y="2554"/>
                    <a:pt x="87542" y="0"/>
                    <a:pt x="83708" y="0"/>
                  </a:cubicBezTo>
                  <a:lnTo>
                    <a:pt x="6390" y="0"/>
                  </a:lnTo>
                  <a:cubicBezTo>
                    <a:pt x="2556" y="0"/>
                    <a:pt x="0" y="2554"/>
                    <a:pt x="0" y="6384"/>
                  </a:cubicBezTo>
                  <a:cubicBezTo>
                    <a:pt x="0" y="10214"/>
                    <a:pt x="2556" y="12768"/>
                    <a:pt x="6390" y="12768"/>
                  </a:cubicBezTo>
                  <a:lnTo>
                    <a:pt x="83708" y="12768"/>
                  </a:lnTo>
                  <a:cubicBezTo>
                    <a:pt x="87542" y="12768"/>
                    <a:pt x="90098" y="10214"/>
                    <a:pt x="90098" y="6384"/>
                  </a:cubicBezTo>
                </a:path>
              </a:pathLst>
            </a:custGeom>
            <a:solidFill>
              <a:srgbClr val="00A3E0"/>
            </a:solidFill>
            <a:ln w="6390" cap="flat">
              <a:noFill/>
              <a:prstDash val="solid"/>
              <a:miter/>
            </a:ln>
          </p:spPr>
          <p:txBody>
            <a:bodyPr rtlCol="0" anchor="ctr"/>
            <a:lstStyle/>
            <a:p>
              <a:endParaRPr lang="en-US"/>
            </a:p>
          </p:txBody>
        </p:sp>
        <p:sp>
          <p:nvSpPr>
            <p:cNvPr id="733" name="Graphic 4">
              <a:extLst>
                <a:ext uri="{FF2B5EF4-FFF2-40B4-BE49-F238E27FC236}">
                  <a16:creationId xmlns:a16="http://schemas.microsoft.com/office/drawing/2014/main" id="{8A4E0930-A98E-B042-8DB6-F04329E47471}"/>
                </a:ext>
              </a:extLst>
            </p:cNvPr>
            <p:cNvSpPr/>
            <p:nvPr/>
          </p:nvSpPr>
          <p:spPr>
            <a:xfrm>
              <a:off x="5816998" y="1469116"/>
              <a:ext cx="160148" cy="228546"/>
            </a:xfrm>
            <a:custGeom>
              <a:avLst/>
              <a:gdLst>
                <a:gd name="connsiteX0" fmla="*/ 57271 w 160148"/>
                <a:gd name="connsiteY0" fmla="*/ 90014 h 228546"/>
                <a:gd name="connsiteX1" fmla="*/ 38740 w 160148"/>
                <a:gd name="connsiteY1" fmla="*/ 71501 h 228546"/>
                <a:gd name="connsiteX2" fmla="*/ 95610 w 160148"/>
                <a:gd name="connsiteY2" fmla="*/ 14683 h 228546"/>
                <a:gd name="connsiteX3" fmla="*/ 114141 w 160148"/>
                <a:gd name="connsiteY3" fmla="*/ 33197 h 228546"/>
                <a:gd name="connsiteX4" fmla="*/ 57271 w 160148"/>
                <a:gd name="connsiteY4" fmla="*/ 90014 h 228546"/>
                <a:gd name="connsiteX5" fmla="*/ 117975 w 160148"/>
                <a:gd name="connsiteY5" fmla="*/ 47880 h 228546"/>
                <a:gd name="connsiteX6" fmla="*/ 127560 w 160148"/>
                <a:gd name="connsiteY6" fmla="*/ 38304 h 228546"/>
                <a:gd name="connsiteX7" fmla="*/ 127560 w 160148"/>
                <a:gd name="connsiteY7" fmla="*/ 29366 h 228546"/>
                <a:gd name="connsiteX8" fmla="*/ 121170 w 160148"/>
                <a:gd name="connsiteY8" fmla="*/ 22982 h 228546"/>
                <a:gd name="connsiteX9" fmla="*/ 122448 w 160148"/>
                <a:gd name="connsiteY9" fmla="*/ 22344 h 228546"/>
                <a:gd name="connsiteX10" fmla="*/ 128199 w 160148"/>
                <a:gd name="connsiteY10" fmla="*/ 16598 h 228546"/>
                <a:gd name="connsiteX11" fmla="*/ 130116 w 160148"/>
                <a:gd name="connsiteY11" fmla="*/ 12130 h 228546"/>
                <a:gd name="connsiteX12" fmla="*/ 128199 w 160148"/>
                <a:gd name="connsiteY12" fmla="*/ 7661 h 228546"/>
                <a:gd name="connsiteX13" fmla="*/ 122448 w 160148"/>
                <a:gd name="connsiteY13" fmla="*/ 1915 h 228546"/>
                <a:gd name="connsiteX14" fmla="*/ 113502 w 160148"/>
                <a:gd name="connsiteY14" fmla="*/ 1915 h 228546"/>
                <a:gd name="connsiteX15" fmla="*/ 107751 w 160148"/>
                <a:gd name="connsiteY15" fmla="*/ 7661 h 228546"/>
                <a:gd name="connsiteX16" fmla="*/ 107112 w 160148"/>
                <a:gd name="connsiteY16" fmla="*/ 8938 h 228546"/>
                <a:gd name="connsiteX17" fmla="*/ 100722 w 160148"/>
                <a:gd name="connsiteY17" fmla="*/ 2554 h 228546"/>
                <a:gd name="connsiteX18" fmla="*/ 91776 w 160148"/>
                <a:gd name="connsiteY18" fmla="*/ 2554 h 228546"/>
                <a:gd name="connsiteX19" fmla="*/ 25321 w 160148"/>
                <a:gd name="connsiteY19" fmla="*/ 67032 h 228546"/>
                <a:gd name="connsiteX20" fmla="*/ 25321 w 160148"/>
                <a:gd name="connsiteY20" fmla="*/ 75969 h 228546"/>
                <a:gd name="connsiteX21" fmla="*/ 52798 w 160148"/>
                <a:gd name="connsiteY21" fmla="*/ 104059 h 228546"/>
                <a:gd name="connsiteX22" fmla="*/ 57271 w 160148"/>
                <a:gd name="connsiteY22" fmla="*/ 105974 h 228546"/>
                <a:gd name="connsiteX23" fmla="*/ 61744 w 160148"/>
                <a:gd name="connsiteY23" fmla="*/ 104059 h 228546"/>
                <a:gd name="connsiteX24" fmla="*/ 83470 w 160148"/>
                <a:gd name="connsiteY24" fmla="*/ 82353 h 228546"/>
                <a:gd name="connsiteX25" fmla="*/ 109029 w 160148"/>
                <a:gd name="connsiteY25" fmla="*/ 114273 h 228546"/>
                <a:gd name="connsiteX26" fmla="*/ 76440 w 160148"/>
                <a:gd name="connsiteY26" fmla="*/ 146832 h 228546"/>
                <a:gd name="connsiteX27" fmla="*/ 70050 w 160148"/>
                <a:gd name="connsiteY27" fmla="*/ 153216 h 228546"/>
                <a:gd name="connsiteX28" fmla="*/ 76440 w 160148"/>
                <a:gd name="connsiteY28" fmla="*/ 159600 h 228546"/>
                <a:gd name="connsiteX29" fmla="*/ 121809 w 160148"/>
                <a:gd name="connsiteY29" fmla="*/ 114273 h 228546"/>
                <a:gd name="connsiteX30" fmla="*/ 93693 w 160148"/>
                <a:gd name="connsiteY30" fmla="*/ 72139 h 228546"/>
                <a:gd name="connsiteX31" fmla="*/ 108390 w 160148"/>
                <a:gd name="connsiteY31" fmla="*/ 57456 h 228546"/>
                <a:gd name="connsiteX32" fmla="*/ 110946 w 160148"/>
                <a:gd name="connsiteY32" fmla="*/ 58094 h 228546"/>
                <a:gd name="connsiteX33" fmla="*/ 148008 w 160148"/>
                <a:gd name="connsiteY33" fmla="*/ 118104 h 228546"/>
                <a:gd name="connsiteX34" fmla="*/ 91776 w 160148"/>
                <a:gd name="connsiteY34" fmla="*/ 185136 h 228546"/>
                <a:gd name="connsiteX35" fmla="*/ 86665 w 160148"/>
                <a:gd name="connsiteY35" fmla="*/ 190243 h 228546"/>
                <a:gd name="connsiteX36" fmla="*/ 89859 w 160148"/>
                <a:gd name="connsiteY36" fmla="*/ 196627 h 228546"/>
                <a:gd name="connsiteX37" fmla="*/ 107112 w 160148"/>
                <a:gd name="connsiteY37" fmla="*/ 215779 h 228546"/>
                <a:gd name="connsiteX38" fmla="*/ 47047 w 160148"/>
                <a:gd name="connsiteY38" fmla="*/ 215779 h 228546"/>
                <a:gd name="connsiteX39" fmla="*/ 57271 w 160148"/>
                <a:gd name="connsiteY39" fmla="*/ 204287 h 228546"/>
                <a:gd name="connsiteX40" fmla="*/ 60466 w 160148"/>
                <a:gd name="connsiteY40" fmla="*/ 197903 h 228546"/>
                <a:gd name="connsiteX41" fmla="*/ 55354 w 160148"/>
                <a:gd name="connsiteY41" fmla="*/ 192796 h 228546"/>
                <a:gd name="connsiteX42" fmla="*/ 12541 w 160148"/>
                <a:gd name="connsiteY42" fmla="*/ 150662 h 228546"/>
                <a:gd name="connsiteX43" fmla="*/ 4234 w 160148"/>
                <a:gd name="connsiteY43" fmla="*/ 146832 h 228546"/>
                <a:gd name="connsiteX44" fmla="*/ 400 w 160148"/>
                <a:gd name="connsiteY44" fmla="*/ 155131 h 228546"/>
                <a:gd name="connsiteX45" fmla="*/ 40657 w 160148"/>
                <a:gd name="connsiteY45" fmla="*/ 201095 h 228546"/>
                <a:gd name="connsiteX46" fmla="*/ 31711 w 160148"/>
                <a:gd name="connsiteY46" fmla="*/ 220886 h 228546"/>
                <a:gd name="connsiteX47" fmla="*/ 32989 w 160148"/>
                <a:gd name="connsiteY47" fmla="*/ 225993 h 228546"/>
                <a:gd name="connsiteX48" fmla="*/ 38101 w 160148"/>
                <a:gd name="connsiteY48" fmla="*/ 228547 h 228546"/>
                <a:gd name="connsiteX49" fmla="*/ 115419 w 160148"/>
                <a:gd name="connsiteY49" fmla="*/ 228547 h 228546"/>
                <a:gd name="connsiteX50" fmla="*/ 120531 w 160148"/>
                <a:gd name="connsiteY50" fmla="*/ 225993 h 228546"/>
                <a:gd name="connsiteX51" fmla="*/ 121809 w 160148"/>
                <a:gd name="connsiteY51" fmla="*/ 220886 h 228546"/>
                <a:gd name="connsiteX52" fmla="*/ 106473 w 160148"/>
                <a:gd name="connsiteY52" fmla="*/ 194073 h 228546"/>
                <a:gd name="connsiteX53" fmla="*/ 160149 w 160148"/>
                <a:gd name="connsiteY53" fmla="*/ 117465 h 228546"/>
                <a:gd name="connsiteX54" fmla="*/ 117975 w 160148"/>
                <a:gd name="connsiteY54" fmla="*/ 47880 h 22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60148" h="228546">
                  <a:moveTo>
                    <a:pt x="57271" y="90014"/>
                  </a:moveTo>
                  <a:lnTo>
                    <a:pt x="38740" y="71501"/>
                  </a:lnTo>
                  <a:lnTo>
                    <a:pt x="95610" y="14683"/>
                  </a:lnTo>
                  <a:lnTo>
                    <a:pt x="114141" y="33197"/>
                  </a:lnTo>
                  <a:lnTo>
                    <a:pt x="57271" y="90014"/>
                  </a:lnTo>
                  <a:close/>
                  <a:moveTo>
                    <a:pt x="117975" y="47880"/>
                  </a:moveTo>
                  <a:lnTo>
                    <a:pt x="127560" y="38304"/>
                  </a:lnTo>
                  <a:cubicBezTo>
                    <a:pt x="130116" y="35750"/>
                    <a:pt x="130116" y="31920"/>
                    <a:pt x="127560" y="29366"/>
                  </a:cubicBezTo>
                  <a:lnTo>
                    <a:pt x="121170" y="22982"/>
                  </a:lnTo>
                  <a:cubicBezTo>
                    <a:pt x="121809" y="22982"/>
                    <a:pt x="121809" y="22344"/>
                    <a:pt x="122448" y="22344"/>
                  </a:cubicBezTo>
                  <a:lnTo>
                    <a:pt x="128199" y="16598"/>
                  </a:lnTo>
                  <a:cubicBezTo>
                    <a:pt x="129477" y="15322"/>
                    <a:pt x="130116" y="14045"/>
                    <a:pt x="130116" y="12130"/>
                  </a:cubicBezTo>
                  <a:cubicBezTo>
                    <a:pt x="130116" y="10214"/>
                    <a:pt x="129477" y="8938"/>
                    <a:pt x="128199" y="7661"/>
                  </a:cubicBezTo>
                  <a:lnTo>
                    <a:pt x="122448" y="1915"/>
                  </a:lnTo>
                  <a:cubicBezTo>
                    <a:pt x="119892" y="-638"/>
                    <a:pt x="116058" y="-638"/>
                    <a:pt x="113502" y="1915"/>
                  </a:cubicBezTo>
                  <a:lnTo>
                    <a:pt x="107751" y="7661"/>
                  </a:lnTo>
                  <a:cubicBezTo>
                    <a:pt x="107112" y="8299"/>
                    <a:pt x="107112" y="8299"/>
                    <a:pt x="107112" y="8938"/>
                  </a:cubicBezTo>
                  <a:lnTo>
                    <a:pt x="100722" y="2554"/>
                  </a:lnTo>
                  <a:cubicBezTo>
                    <a:pt x="98166" y="0"/>
                    <a:pt x="94332" y="0"/>
                    <a:pt x="91776" y="2554"/>
                  </a:cubicBezTo>
                  <a:lnTo>
                    <a:pt x="25321" y="67032"/>
                  </a:lnTo>
                  <a:cubicBezTo>
                    <a:pt x="22765" y="69585"/>
                    <a:pt x="22765" y="73416"/>
                    <a:pt x="25321" y="75969"/>
                  </a:cubicBezTo>
                  <a:lnTo>
                    <a:pt x="52798" y="104059"/>
                  </a:lnTo>
                  <a:cubicBezTo>
                    <a:pt x="54076" y="105336"/>
                    <a:pt x="55992" y="105974"/>
                    <a:pt x="57271" y="105974"/>
                  </a:cubicBezTo>
                  <a:cubicBezTo>
                    <a:pt x="59187" y="105974"/>
                    <a:pt x="60466" y="105336"/>
                    <a:pt x="61744" y="104059"/>
                  </a:cubicBezTo>
                  <a:lnTo>
                    <a:pt x="83470" y="82353"/>
                  </a:lnTo>
                  <a:cubicBezTo>
                    <a:pt x="98805" y="86184"/>
                    <a:pt x="109029" y="98952"/>
                    <a:pt x="109029" y="114273"/>
                  </a:cubicBezTo>
                  <a:cubicBezTo>
                    <a:pt x="109029" y="132787"/>
                    <a:pt x="95610" y="146832"/>
                    <a:pt x="76440" y="146832"/>
                  </a:cubicBezTo>
                  <a:cubicBezTo>
                    <a:pt x="72607" y="146832"/>
                    <a:pt x="70050" y="149385"/>
                    <a:pt x="70050" y="153216"/>
                  </a:cubicBezTo>
                  <a:cubicBezTo>
                    <a:pt x="70050" y="157046"/>
                    <a:pt x="72607" y="159600"/>
                    <a:pt x="76440" y="159600"/>
                  </a:cubicBezTo>
                  <a:cubicBezTo>
                    <a:pt x="102000" y="159600"/>
                    <a:pt x="121809" y="140448"/>
                    <a:pt x="121809" y="114273"/>
                  </a:cubicBezTo>
                  <a:cubicBezTo>
                    <a:pt x="121809" y="95121"/>
                    <a:pt x="110946" y="78523"/>
                    <a:pt x="93693" y="72139"/>
                  </a:cubicBezTo>
                  <a:lnTo>
                    <a:pt x="108390" y="57456"/>
                  </a:lnTo>
                  <a:cubicBezTo>
                    <a:pt x="109668" y="58094"/>
                    <a:pt x="110946" y="58094"/>
                    <a:pt x="110946" y="58094"/>
                  </a:cubicBezTo>
                  <a:cubicBezTo>
                    <a:pt x="133950" y="69585"/>
                    <a:pt x="148008" y="92568"/>
                    <a:pt x="148008" y="118104"/>
                  </a:cubicBezTo>
                  <a:cubicBezTo>
                    <a:pt x="148008" y="151300"/>
                    <a:pt x="123726" y="180028"/>
                    <a:pt x="91776" y="185136"/>
                  </a:cubicBezTo>
                  <a:cubicBezTo>
                    <a:pt x="89220" y="185774"/>
                    <a:pt x="86665" y="187689"/>
                    <a:pt x="86665" y="190243"/>
                  </a:cubicBezTo>
                  <a:cubicBezTo>
                    <a:pt x="86025" y="192796"/>
                    <a:pt x="87303" y="195988"/>
                    <a:pt x="89859" y="196627"/>
                  </a:cubicBezTo>
                  <a:cubicBezTo>
                    <a:pt x="96249" y="199819"/>
                    <a:pt x="103278" y="207479"/>
                    <a:pt x="107112" y="215779"/>
                  </a:cubicBezTo>
                  <a:lnTo>
                    <a:pt x="47047" y="215779"/>
                  </a:lnTo>
                  <a:cubicBezTo>
                    <a:pt x="48964" y="210671"/>
                    <a:pt x="52159" y="207479"/>
                    <a:pt x="57271" y="204287"/>
                  </a:cubicBezTo>
                  <a:cubicBezTo>
                    <a:pt x="59187" y="203011"/>
                    <a:pt x="60466" y="200457"/>
                    <a:pt x="60466" y="197903"/>
                  </a:cubicBezTo>
                  <a:cubicBezTo>
                    <a:pt x="59827" y="195350"/>
                    <a:pt x="57910" y="193435"/>
                    <a:pt x="55354" y="192796"/>
                  </a:cubicBezTo>
                  <a:cubicBezTo>
                    <a:pt x="36823" y="188328"/>
                    <a:pt x="21487" y="173006"/>
                    <a:pt x="12541" y="150662"/>
                  </a:cubicBezTo>
                  <a:cubicBezTo>
                    <a:pt x="11263" y="147470"/>
                    <a:pt x="7429" y="145555"/>
                    <a:pt x="4234" y="146832"/>
                  </a:cubicBezTo>
                  <a:cubicBezTo>
                    <a:pt x="1039" y="148108"/>
                    <a:pt x="-878" y="151939"/>
                    <a:pt x="400" y="155131"/>
                  </a:cubicBezTo>
                  <a:cubicBezTo>
                    <a:pt x="8707" y="176836"/>
                    <a:pt x="23404" y="193435"/>
                    <a:pt x="40657" y="201095"/>
                  </a:cubicBezTo>
                  <a:cubicBezTo>
                    <a:pt x="36184" y="206203"/>
                    <a:pt x="33628" y="212587"/>
                    <a:pt x="31711" y="220886"/>
                  </a:cubicBezTo>
                  <a:cubicBezTo>
                    <a:pt x="31072" y="222801"/>
                    <a:pt x="31711" y="224716"/>
                    <a:pt x="32989" y="225993"/>
                  </a:cubicBezTo>
                  <a:cubicBezTo>
                    <a:pt x="34267" y="227270"/>
                    <a:pt x="36184" y="228547"/>
                    <a:pt x="38101" y="228547"/>
                  </a:cubicBezTo>
                  <a:lnTo>
                    <a:pt x="115419" y="228547"/>
                  </a:lnTo>
                  <a:cubicBezTo>
                    <a:pt x="117336" y="228547"/>
                    <a:pt x="119253" y="227908"/>
                    <a:pt x="120531" y="225993"/>
                  </a:cubicBezTo>
                  <a:cubicBezTo>
                    <a:pt x="121809" y="224716"/>
                    <a:pt x="122448" y="222801"/>
                    <a:pt x="121809" y="220886"/>
                  </a:cubicBezTo>
                  <a:cubicBezTo>
                    <a:pt x="119892" y="211310"/>
                    <a:pt x="114141" y="201734"/>
                    <a:pt x="106473" y="194073"/>
                  </a:cubicBezTo>
                  <a:cubicBezTo>
                    <a:pt x="137784" y="183220"/>
                    <a:pt x="160149" y="152577"/>
                    <a:pt x="160149" y="117465"/>
                  </a:cubicBezTo>
                  <a:cubicBezTo>
                    <a:pt x="160149" y="88737"/>
                    <a:pt x="144174" y="61925"/>
                    <a:pt x="117975" y="47880"/>
                  </a:cubicBezTo>
                </a:path>
              </a:pathLst>
            </a:custGeom>
            <a:solidFill>
              <a:srgbClr val="00A3E0"/>
            </a:solidFill>
            <a:ln w="6390" cap="flat">
              <a:noFill/>
              <a:prstDash val="solid"/>
              <a:miter/>
            </a:ln>
          </p:spPr>
          <p:txBody>
            <a:bodyPr rtlCol="0" anchor="ctr"/>
            <a:lstStyle/>
            <a:p>
              <a:endParaRPr lang="en-US"/>
            </a:p>
          </p:txBody>
        </p:sp>
      </p:grpSp>
      <p:grpSp>
        <p:nvGrpSpPr>
          <p:cNvPr id="734" name="Graphic 4">
            <a:extLst>
              <a:ext uri="{FF2B5EF4-FFF2-40B4-BE49-F238E27FC236}">
                <a16:creationId xmlns:a16="http://schemas.microsoft.com/office/drawing/2014/main" id="{F6EB01BD-BD7A-434A-BD02-0FF85D7330F3}"/>
              </a:ext>
            </a:extLst>
          </p:cNvPr>
          <p:cNvGrpSpPr/>
          <p:nvPr/>
        </p:nvGrpSpPr>
        <p:grpSpPr>
          <a:xfrm>
            <a:off x="5024289" y="2371173"/>
            <a:ext cx="361674" cy="361333"/>
            <a:chOff x="4661459" y="2371173"/>
            <a:chExt cx="361674" cy="361333"/>
          </a:xfrm>
          <a:solidFill>
            <a:srgbClr val="00A3E0"/>
          </a:solidFill>
        </p:grpSpPr>
        <p:sp>
          <p:nvSpPr>
            <p:cNvPr id="735" name="Graphic 4">
              <a:extLst>
                <a:ext uri="{FF2B5EF4-FFF2-40B4-BE49-F238E27FC236}">
                  <a16:creationId xmlns:a16="http://schemas.microsoft.com/office/drawing/2014/main" id="{BBFED990-6A55-B548-BFB4-C123E084456F}"/>
                </a:ext>
              </a:extLst>
            </p:cNvPr>
            <p:cNvSpPr/>
            <p:nvPr/>
          </p:nvSpPr>
          <p:spPr>
            <a:xfrm>
              <a:off x="4661459" y="2371173"/>
              <a:ext cx="361674" cy="361333"/>
            </a:xfrm>
            <a:custGeom>
              <a:avLst/>
              <a:gdLst>
                <a:gd name="connsiteX0" fmla="*/ 180835 w 361674"/>
                <a:gd name="connsiteY0" fmla="*/ 349204 h 361333"/>
                <a:gd name="connsiteX1" fmla="*/ 12780 w 361674"/>
                <a:gd name="connsiteY1" fmla="*/ 181305 h 361333"/>
                <a:gd name="connsiteX2" fmla="*/ 180835 w 361674"/>
                <a:gd name="connsiteY2" fmla="*/ 13406 h 361333"/>
                <a:gd name="connsiteX3" fmla="*/ 348890 w 361674"/>
                <a:gd name="connsiteY3" fmla="*/ 181305 h 361333"/>
                <a:gd name="connsiteX4" fmla="*/ 180835 w 361674"/>
                <a:gd name="connsiteY4" fmla="*/ 349204 h 361333"/>
                <a:gd name="connsiteX5" fmla="*/ 180835 w 361674"/>
                <a:gd name="connsiteY5" fmla="*/ 0 h 361333"/>
                <a:gd name="connsiteX6" fmla="*/ 0 w 361674"/>
                <a:gd name="connsiteY6" fmla="*/ 180667 h 361333"/>
                <a:gd name="connsiteX7" fmla="*/ 180835 w 361674"/>
                <a:gd name="connsiteY7" fmla="*/ 361333 h 361333"/>
                <a:gd name="connsiteX8" fmla="*/ 361670 w 361674"/>
                <a:gd name="connsiteY8" fmla="*/ 180667 h 361333"/>
                <a:gd name="connsiteX9" fmla="*/ 180835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9530" y="273873"/>
                    <a:pt x="273489" y="349204"/>
                    <a:pt x="180835" y="349204"/>
                  </a:cubicBezTo>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10" y="81077"/>
                    <a:pt x="281157" y="0"/>
                    <a:pt x="180835" y="0"/>
                  </a:cubicBezTo>
                </a:path>
              </a:pathLst>
            </a:custGeom>
            <a:solidFill>
              <a:srgbClr val="00A3E0"/>
            </a:solidFill>
            <a:ln w="6390" cap="flat">
              <a:noFill/>
              <a:prstDash val="solid"/>
              <a:miter/>
            </a:ln>
          </p:spPr>
          <p:txBody>
            <a:bodyPr rtlCol="0" anchor="ctr"/>
            <a:lstStyle/>
            <a:p>
              <a:endParaRPr lang="en-US"/>
            </a:p>
          </p:txBody>
        </p:sp>
        <p:sp>
          <p:nvSpPr>
            <p:cNvPr id="736" name="Graphic 4">
              <a:extLst>
                <a:ext uri="{FF2B5EF4-FFF2-40B4-BE49-F238E27FC236}">
                  <a16:creationId xmlns:a16="http://schemas.microsoft.com/office/drawing/2014/main" id="{209C2229-56EA-CE48-BF75-A67B1614E4CD}"/>
                </a:ext>
              </a:extLst>
            </p:cNvPr>
            <p:cNvSpPr/>
            <p:nvPr/>
          </p:nvSpPr>
          <p:spPr>
            <a:xfrm>
              <a:off x="4744528" y="2454005"/>
              <a:ext cx="196171" cy="195509"/>
            </a:xfrm>
            <a:custGeom>
              <a:avLst/>
              <a:gdLst>
                <a:gd name="connsiteX0" fmla="*/ 181474 w 196171"/>
                <a:gd name="connsiteY0" fmla="*/ 143799 h 195509"/>
                <a:gd name="connsiteX1" fmla="*/ 143773 w 196171"/>
                <a:gd name="connsiteY1" fmla="*/ 181465 h 195509"/>
                <a:gd name="connsiteX2" fmla="*/ 134827 w 196171"/>
                <a:gd name="connsiteY2" fmla="*/ 181465 h 195509"/>
                <a:gd name="connsiteX3" fmla="*/ 107351 w 196171"/>
                <a:gd name="connsiteY3" fmla="*/ 154014 h 195509"/>
                <a:gd name="connsiteX4" fmla="*/ 153997 w 196171"/>
                <a:gd name="connsiteY4" fmla="*/ 107411 h 195509"/>
                <a:gd name="connsiteX5" fmla="*/ 181474 w 196171"/>
                <a:gd name="connsiteY5" fmla="*/ 134862 h 195509"/>
                <a:gd name="connsiteX6" fmla="*/ 183391 w 196171"/>
                <a:gd name="connsiteY6" fmla="*/ 139330 h 195509"/>
                <a:gd name="connsiteX7" fmla="*/ 181474 w 196171"/>
                <a:gd name="connsiteY7" fmla="*/ 143799 h 195509"/>
                <a:gd name="connsiteX8" fmla="*/ 14058 w 196171"/>
                <a:gd name="connsiteY8" fmla="*/ 52508 h 195509"/>
                <a:gd name="connsiteX9" fmla="*/ 51758 w 196171"/>
                <a:gd name="connsiteY9" fmla="*/ 14843 h 195509"/>
                <a:gd name="connsiteX10" fmla="*/ 56231 w 196171"/>
                <a:gd name="connsiteY10" fmla="*/ 12927 h 195509"/>
                <a:gd name="connsiteX11" fmla="*/ 60704 w 196171"/>
                <a:gd name="connsiteY11" fmla="*/ 14843 h 195509"/>
                <a:gd name="connsiteX12" fmla="*/ 88181 w 196171"/>
                <a:gd name="connsiteY12" fmla="*/ 42294 h 195509"/>
                <a:gd name="connsiteX13" fmla="*/ 41534 w 196171"/>
                <a:gd name="connsiteY13" fmla="*/ 88897 h 195509"/>
                <a:gd name="connsiteX14" fmla="*/ 14058 w 196171"/>
                <a:gd name="connsiteY14" fmla="*/ 61446 h 195509"/>
                <a:gd name="connsiteX15" fmla="*/ 14058 w 196171"/>
                <a:gd name="connsiteY15" fmla="*/ 52508 h 195509"/>
                <a:gd name="connsiteX16" fmla="*/ 144412 w 196171"/>
                <a:gd name="connsiteY16" fmla="*/ 97835 h 195509"/>
                <a:gd name="connsiteX17" fmla="*/ 97766 w 196171"/>
                <a:gd name="connsiteY17" fmla="*/ 144438 h 195509"/>
                <a:gd name="connsiteX18" fmla="*/ 51119 w 196171"/>
                <a:gd name="connsiteY18" fmla="*/ 97835 h 195509"/>
                <a:gd name="connsiteX19" fmla="*/ 97766 w 196171"/>
                <a:gd name="connsiteY19" fmla="*/ 51231 h 195509"/>
                <a:gd name="connsiteX20" fmla="*/ 144412 w 196171"/>
                <a:gd name="connsiteY20" fmla="*/ 97835 h 195509"/>
                <a:gd name="connsiteX21" fmla="*/ 70289 w 196171"/>
                <a:gd name="connsiteY21" fmla="*/ 5267 h 195509"/>
                <a:gd name="connsiteX22" fmla="*/ 43451 w 196171"/>
                <a:gd name="connsiteY22" fmla="*/ 5267 h 195509"/>
                <a:gd name="connsiteX23" fmla="*/ 5751 w 196171"/>
                <a:gd name="connsiteY23" fmla="*/ 42932 h 195509"/>
                <a:gd name="connsiteX24" fmla="*/ 5751 w 196171"/>
                <a:gd name="connsiteY24" fmla="*/ 69745 h 195509"/>
                <a:gd name="connsiteX25" fmla="*/ 125882 w 196171"/>
                <a:gd name="connsiteY25" fmla="*/ 189764 h 195509"/>
                <a:gd name="connsiteX26" fmla="*/ 139300 w 196171"/>
                <a:gd name="connsiteY26" fmla="*/ 195509 h 195509"/>
                <a:gd name="connsiteX27" fmla="*/ 152720 w 196171"/>
                <a:gd name="connsiteY27" fmla="*/ 189764 h 195509"/>
                <a:gd name="connsiteX28" fmla="*/ 190420 w 196171"/>
                <a:gd name="connsiteY28" fmla="*/ 152098 h 195509"/>
                <a:gd name="connsiteX29" fmla="*/ 196171 w 196171"/>
                <a:gd name="connsiteY29" fmla="*/ 138692 h 195509"/>
                <a:gd name="connsiteX30" fmla="*/ 190420 w 196171"/>
                <a:gd name="connsiteY30" fmla="*/ 125286 h 195509"/>
                <a:gd name="connsiteX31" fmla="*/ 70289 w 196171"/>
                <a:gd name="connsiteY31" fmla="*/ 5267 h 19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6171" h="195509">
                  <a:moveTo>
                    <a:pt x="181474" y="143799"/>
                  </a:moveTo>
                  <a:lnTo>
                    <a:pt x="143773" y="181465"/>
                  </a:lnTo>
                  <a:cubicBezTo>
                    <a:pt x="141217" y="184018"/>
                    <a:pt x="137384" y="184018"/>
                    <a:pt x="134827" y="181465"/>
                  </a:cubicBezTo>
                  <a:lnTo>
                    <a:pt x="107351" y="154014"/>
                  </a:lnTo>
                  <a:lnTo>
                    <a:pt x="153997" y="107411"/>
                  </a:lnTo>
                  <a:lnTo>
                    <a:pt x="181474" y="134862"/>
                  </a:lnTo>
                  <a:cubicBezTo>
                    <a:pt x="182752" y="136138"/>
                    <a:pt x="183391" y="137415"/>
                    <a:pt x="183391" y="139330"/>
                  </a:cubicBezTo>
                  <a:cubicBezTo>
                    <a:pt x="183391" y="141246"/>
                    <a:pt x="182752" y="142522"/>
                    <a:pt x="181474" y="143799"/>
                  </a:cubicBezTo>
                  <a:moveTo>
                    <a:pt x="14058" y="52508"/>
                  </a:moveTo>
                  <a:lnTo>
                    <a:pt x="51758" y="14843"/>
                  </a:lnTo>
                  <a:cubicBezTo>
                    <a:pt x="53036" y="13566"/>
                    <a:pt x="54314" y="12927"/>
                    <a:pt x="56231" y="12927"/>
                  </a:cubicBezTo>
                  <a:cubicBezTo>
                    <a:pt x="58148" y="12927"/>
                    <a:pt x="59426" y="13566"/>
                    <a:pt x="60704" y="14843"/>
                  </a:cubicBezTo>
                  <a:lnTo>
                    <a:pt x="88181" y="42294"/>
                  </a:lnTo>
                  <a:lnTo>
                    <a:pt x="41534" y="88897"/>
                  </a:lnTo>
                  <a:lnTo>
                    <a:pt x="14058" y="61446"/>
                  </a:lnTo>
                  <a:cubicBezTo>
                    <a:pt x="11502" y="58892"/>
                    <a:pt x="11502" y="55062"/>
                    <a:pt x="14058" y="52508"/>
                  </a:cubicBezTo>
                  <a:moveTo>
                    <a:pt x="144412" y="97835"/>
                  </a:moveTo>
                  <a:lnTo>
                    <a:pt x="97766" y="144438"/>
                  </a:lnTo>
                  <a:lnTo>
                    <a:pt x="51119" y="97835"/>
                  </a:lnTo>
                  <a:lnTo>
                    <a:pt x="97766" y="51231"/>
                  </a:lnTo>
                  <a:lnTo>
                    <a:pt x="144412" y="97835"/>
                  </a:lnTo>
                  <a:close/>
                  <a:moveTo>
                    <a:pt x="70289" y="5267"/>
                  </a:moveTo>
                  <a:cubicBezTo>
                    <a:pt x="63260" y="-1756"/>
                    <a:pt x="50481" y="-1756"/>
                    <a:pt x="43451" y="5267"/>
                  </a:cubicBezTo>
                  <a:lnTo>
                    <a:pt x="5751" y="42932"/>
                  </a:lnTo>
                  <a:cubicBezTo>
                    <a:pt x="-1917" y="50593"/>
                    <a:pt x="-1917" y="62723"/>
                    <a:pt x="5751" y="69745"/>
                  </a:cubicBezTo>
                  <a:lnTo>
                    <a:pt x="125882" y="189764"/>
                  </a:lnTo>
                  <a:cubicBezTo>
                    <a:pt x="129716" y="193594"/>
                    <a:pt x="134189" y="195509"/>
                    <a:pt x="139300" y="195509"/>
                  </a:cubicBezTo>
                  <a:cubicBezTo>
                    <a:pt x="144412" y="195509"/>
                    <a:pt x="149525" y="193594"/>
                    <a:pt x="152720" y="189764"/>
                  </a:cubicBezTo>
                  <a:lnTo>
                    <a:pt x="190420" y="152098"/>
                  </a:lnTo>
                  <a:cubicBezTo>
                    <a:pt x="194254" y="148268"/>
                    <a:pt x="196171" y="143799"/>
                    <a:pt x="196171" y="138692"/>
                  </a:cubicBezTo>
                  <a:cubicBezTo>
                    <a:pt x="196171" y="133585"/>
                    <a:pt x="194254" y="128478"/>
                    <a:pt x="190420" y="125286"/>
                  </a:cubicBezTo>
                  <a:lnTo>
                    <a:pt x="70289" y="5267"/>
                  </a:lnTo>
                  <a:close/>
                </a:path>
              </a:pathLst>
            </a:custGeom>
            <a:solidFill>
              <a:srgbClr val="00A3E0"/>
            </a:solidFill>
            <a:ln w="6390" cap="flat">
              <a:noFill/>
              <a:prstDash val="solid"/>
              <a:miter/>
            </a:ln>
          </p:spPr>
          <p:txBody>
            <a:bodyPr rtlCol="0" anchor="ctr"/>
            <a:lstStyle/>
            <a:p>
              <a:endParaRPr lang="en-US"/>
            </a:p>
          </p:txBody>
        </p:sp>
        <p:sp>
          <p:nvSpPr>
            <p:cNvPr id="737" name="Graphic 4">
              <a:extLst>
                <a:ext uri="{FF2B5EF4-FFF2-40B4-BE49-F238E27FC236}">
                  <a16:creationId xmlns:a16="http://schemas.microsoft.com/office/drawing/2014/main" id="{95071222-66F9-584E-919B-4E16901BEF59}"/>
                </a:ext>
              </a:extLst>
            </p:cNvPr>
            <p:cNvSpPr/>
            <p:nvPr/>
          </p:nvSpPr>
          <p:spPr>
            <a:xfrm>
              <a:off x="4817373" y="2546094"/>
              <a:ext cx="12779" cy="12767"/>
            </a:xfrm>
            <a:custGeom>
              <a:avLst/>
              <a:gdLst>
                <a:gd name="connsiteX0" fmla="*/ 6390 w 12779"/>
                <a:gd name="connsiteY0" fmla="*/ 0 h 12767"/>
                <a:gd name="connsiteX1" fmla="*/ 0 w 12779"/>
                <a:gd name="connsiteY1" fmla="*/ 6384 h 12767"/>
                <a:gd name="connsiteX2" fmla="*/ 6390 w 12779"/>
                <a:gd name="connsiteY2" fmla="*/ 12768 h 12767"/>
                <a:gd name="connsiteX3" fmla="*/ 12780 w 12779"/>
                <a:gd name="connsiteY3" fmla="*/ 6384 h 12767"/>
                <a:gd name="connsiteX4" fmla="*/ 6390 w 12779"/>
                <a:gd name="connsiteY4" fmla="*/ 0 h 12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9" h="12767">
                  <a:moveTo>
                    <a:pt x="6390" y="0"/>
                  </a:moveTo>
                  <a:cubicBezTo>
                    <a:pt x="3195" y="0"/>
                    <a:pt x="0" y="2554"/>
                    <a:pt x="0" y="6384"/>
                  </a:cubicBezTo>
                  <a:cubicBezTo>
                    <a:pt x="0" y="9576"/>
                    <a:pt x="2556" y="12768"/>
                    <a:pt x="6390" y="12768"/>
                  </a:cubicBezTo>
                  <a:cubicBezTo>
                    <a:pt x="9585" y="12768"/>
                    <a:pt x="12780" y="10214"/>
                    <a:pt x="12780" y="6384"/>
                  </a:cubicBezTo>
                  <a:cubicBezTo>
                    <a:pt x="12780" y="2554"/>
                    <a:pt x="9585" y="0"/>
                    <a:pt x="6390" y="0"/>
                  </a:cubicBezTo>
                </a:path>
              </a:pathLst>
            </a:custGeom>
            <a:solidFill>
              <a:srgbClr val="00A3E0"/>
            </a:solidFill>
            <a:ln w="6390" cap="flat">
              <a:noFill/>
              <a:prstDash val="solid"/>
              <a:miter/>
            </a:ln>
          </p:spPr>
          <p:txBody>
            <a:bodyPr rtlCol="0" anchor="ctr"/>
            <a:lstStyle/>
            <a:p>
              <a:endParaRPr lang="en-US"/>
            </a:p>
          </p:txBody>
        </p:sp>
        <p:sp>
          <p:nvSpPr>
            <p:cNvPr id="738" name="Graphic 4">
              <a:extLst>
                <a:ext uri="{FF2B5EF4-FFF2-40B4-BE49-F238E27FC236}">
                  <a16:creationId xmlns:a16="http://schemas.microsoft.com/office/drawing/2014/main" id="{485961A2-6C55-9F42-AC18-A7FB4C9FC901}"/>
                </a:ext>
              </a:extLst>
            </p:cNvPr>
            <p:cNvSpPr/>
            <p:nvPr/>
          </p:nvSpPr>
          <p:spPr>
            <a:xfrm>
              <a:off x="4835904" y="2526942"/>
              <a:ext cx="12779" cy="12767"/>
            </a:xfrm>
            <a:custGeom>
              <a:avLst/>
              <a:gdLst>
                <a:gd name="connsiteX0" fmla="*/ 0 w 12779"/>
                <a:gd name="connsiteY0" fmla="*/ 6384 h 12767"/>
                <a:gd name="connsiteX1" fmla="*/ 6390 w 12779"/>
                <a:gd name="connsiteY1" fmla="*/ 12768 h 12767"/>
                <a:gd name="connsiteX2" fmla="*/ 12780 w 12779"/>
                <a:gd name="connsiteY2" fmla="*/ 6384 h 12767"/>
                <a:gd name="connsiteX3" fmla="*/ 6390 w 12779"/>
                <a:gd name="connsiteY3" fmla="*/ 0 h 12767"/>
                <a:gd name="connsiteX4" fmla="*/ 0 w 12779"/>
                <a:gd name="connsiteY4" fmla="*/ 6384 h 12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9" h="12767">
                  <a:moveTo>
                    <a:pt x="0" y="6384"/>
                  </a:moveTo>
                  <a:cubicBezTo>
                    <a:pt x="0" y="9576"/>
                    <a:pt x="2556" y="12768"/>
                    <a:pt x="6390" y="12768"/>
                  </a:cubicBezTo>
                  <a:cubicBezTo>
                    <a:pt x="9585" y="12768"/>
                    <a:pt x="12780" y="10214"/>
                    <a:pt x="12780" y="6384"/>
                  </a:cubicBezTo>
                  <a:cubicBezTo>
                    <a:pt x="12780" y="3192"/>
                    <a:pt x="10224" y="0"/>
                    <a:pt x="6390" y="0"/>
                  </a:cubicBezTo>
                  <a:cubicBezTo>
                    <a:pt x="3195" y="0"/>
                    <a:pt x="0" y="3192"/>
                    <a:pt x="0" y="6384"/>
                  </a:cubicBezTo>
                </a:path>
              </a:pathLst>
            </a:custGeom>
            <a:solidFill>
              <a:srgbClr val="00A3E0"/>
            </a:solidFill>
            <a:ln w="6390" cap="flat">
              <a:noFill/>
              <a:prstDash val="solid"/>
              <a:miter/>
            </a:ln>
          </p:spPr>
          <p:txBody>
            <a:bodyPr rtlCol="0" anchor="ctr"/>
            <a:lstStyle/>
            <a:p>
              <a:endParaRPr lang="en-US"/>
            </a:p>
          </p:txBody>
        </p:sp>
        <p:sp>
          <p:nvSpPr>
            <p:cNvPr id="739" name="Graphic 4">
              <a:extLst>
                <a:ext uri="{FF2B5EF4-FFF2-40B4-BE49-F238E27FC236}">
                  <a16:creationId xmlns:a16="http://schemas.microsoft.com/office/drawing/2014/main" id="{59AA8E5A-3271-BD45-BA19-96E5462AFCFB}"/>
                </a:ext>
              </a:extLst>
            </p:cNvPr>
            <p:cNvSpPr/>
            <p:nvPr/>
          </p:nvSpPr>
          <p:spPr>
            <a:xfrm>
              <a:off x="4854435" y="2545456"/>
              <a:ext cx="12779" cy="12767"/>
            </a:xfrm>
            <a:custGeom>
              <a:avLst/>
              <a:gdLst>
                <a:gd name="connsiteX0" fmla="*/ 6390 w 12779"/>
                <a:gd name="connsiteY0" fmla="*/ 12768 h 12767"/>
                <a:gd name="connsiteX1" fmla="*/ 12780 w 12779"/>
                <a:gd name="connsiteY1" fmla="*/ 6384 h 12767"/>
                <a:gd name="connsiteX2" fmla="*/ 6390 w 12779"/>
                <a:gd name="connsiteY2" fmla="*/ 0 h 12767"/>
                <a:gd name="connsiteX3" fmla="*/ 0 w 12779"/>
                <a:gd name="connsiteY3" fmla="*/ 6384 h 12767"/>
                <a:gd name="connsiteX4" fmla="*/ 6390 w 12779"/>
                <a:gd name="connsiteY4" fmla="*/ 12768 h 12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9" h="12767">
                  <a:moveTo>
                    <a:pt x="6390" y="12768"/>
                  </a:moveTo>
                  <a:cubicBezTo>
                    <a:pt x="9585" y="12768"/>
                    <a:pt x="12780" y="10214"/>
                    <a:pt x="12780" y="6384"/>
                  </a:cubicBezTo>
                  <a:cubicBezTo>
                    <a:pt x="12780" y="3192"/>
                    <a:pt x="10224" y="0"/>
                    <a:pt x="6390" y="0"/>
                  </a:cubicBezTo>
                  <a:cubicBezTo>
                    <a:pt x="2556" y="0"/>
                    <a:pt x="0" y="2554"/>
                    <a:pt x="0" y="6384"/>
                  </a:cubicBezTo>
                  <a:cubicBezTo>
                    <a:pt x="639" y="10214"/>
                    <a:pt x="3195" y="12768"/>
                    <a:pt x="6390" y="12768"/>
                  </a:cubicBezTo>
                </a:path>
              </a:pathLst>
            </a:custGeom>
            <a:solidFill>
              <a:srgbClr val="00A3E0"/>
            </a:solidFill>
            <a:ln w="6390" cap="flat">
              <a:noFill/>
              <a:prstDash val="solid"/>
              <a:miter/>
            </a:ln>
          </p:spPr>
          <p:txBody>
            <a:bodyPr rtlCol="0" anchor="ctr"/>
            <a:lstStyle/>
            <a:p>
              <a:endParaRPr lang="en-US"/>
            </a:p>
          </p:txBody>
        </p:sp>
        <p:sp>
          <p:nvSpPr>
            <p:cNvPr id="740" name="Graphic 4">
              <a:extLst>
                <a:ext uri="{FF2B5EF4-FFF2-40B4-BE49-F238E27FC236}">
                  <a16:creationId xmlns:a16="http://schemas.microsoft.com/office/drawing/2014/main" id="{3F98557A-C7BA-C94F-BC7F-807A32E4F472}"/>
                </a:ext>
              </a:extLst>
            </p:cNvPr>
            <p:cNvSpPr/>
            <p:nvPr/>
          </p:nvSpPr>
          <p:spPr>
            <a:xfrm>
              <a:off x="4835904" y="2564608"/>
              <a:ext cx="12779" cy="12767"/>
            </a:xfrm>
            <a:custGeom>
              <a:avLst/>
              <a:gdLst>
                <a:gd name="connsiteX0" fmla="*/ 6390 w 12779"/>
                <a:gd name="connsiteY0" fmla="*/ 0 h 12767"/>
                <a:gd name="connsiteX1" fmla="*/ 0 w 12779"/>
                <a:gd name="connsiteY1" fmla="*/ 6384 h 12767"/>
                <a:gd name="connsiteX2" fmla="*/ 6390 w 12779"/>
                <a:gd name="connsiteY2" fmla="*/ 12768 h 12767"/>
                <a:gd name="connsiteX3" fmla="*/ 12780 w 12779"/>
                <a:gd name="connsiteY3" fmla="*/ 6384 h 12767"/>
                <a:gd name="connsiteX4" fmla="*/ 6390 w 12779"/>
                <a:gd name="connsiteY4" fmla="*/ 0 h 12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9" h="12767">
                  <a:moveTo>
                    <a:pt x="6390" y="0"/>
                  </a:moveTo>
                  <a:cubicBezTo>
                    <a:pt x="3195" y="0"/>
                    <a:pt x="0" y="2554"/>
                    <a:pt x="0" y="6384"/>
                  </a:cubicBezTo>
                  <a:cubicBezTo>
                    <a:pt x="0" y="9576"/>
                    <a:pt x="2556" y="12768"/>
                    <a:pt x="6390" y="12768"/>
                  </a:cubicBezTo>
                  <a:cubicBezTo>
                    <a:pt x="10224" y="12768"/>
                    <a:pt x="12780" y="10214"/>
                    <a:pt x="12780" y="6384"/>
                  </a:cubicBezTo>
                  <a:cubicBezTo>
                    <a:pt x="12780" y="2554"/>
                    <a:pt x="9585" y="0"/>
                    <a:pt x="6390" y="0"/>
                  </a:cubicBezTo>
                </a:path>
              </a:pathLst>
            </a:custGeom>
            <a:solidFill>
              <a:srgbClr val="00A3E0"/>
            </a:solidFill>
            <a:ln w="6390" cap="flat">
              <a:noFill/>
              <a:prstDash val="solid"/>
              <a:miter/>
            </a:ln>
          </p:spPr>
          <p:txBody>
            <a:bodyPr rtlCol="0" anchor="ctr"/>
            <a:lstStyle/>
            <a:p>
              <a:endParaRPr lang="en-US"/>
            </a:p>
          </p:txBody>
        </p:sp>
      </p:grpSp>
      <p:grpSp>
        <p:nvGrpSpPr>
          <p:cNvPr id="741" name="Graphic 4">
            <a:extLst>
              <a:ext uri="{FF2B5EF4-FFF2-40B4-BE49-F238E27FC236}">
                <a16:creationId xmlns:a16="http://schemas.microsoft.com/office/drawing/2014/main" id="{9B899D3F-4275-C24D-9B86-93FA0DC269E3}"/>
              </a:ext>
            </a:extLst>
          </p:cNvPr>
          <p:cNvGrpSpPr/>
          <p:nvPr/>
        </p:nvGrpSpPr>
        <p:grpSpPr>
          <a:xfrm>
            <a:off x="6071599" y="2855717"/>
            <a:ext cx="361670" cy="361333"/>
            <a:chOff x="5708769" y="2855717"/>
            <a:chExt cx="361670" cy="361333"/>
          </a:xfrm>
          <a:solidFill>
            <a:srgbClr val="00A3E0"/>
          </a:solidFill>
        </p:grpSpPr>
        <p:sp>
          <p:nvSpPr>
            <p:cNvPr id="742" name="Graphic 4">
              <a:extLst>
                <a:ext uri="{FF2B5EF4-FFF2-40B4-BE49-F238E27FC236}">
                  <a16:creationId xmlns:a16="http://schemas.microsoft.com/office/drawing/2014/main" id="{D7E896B6-0D9A-3E45-ADEC-FD6DAE942E23}"/>
                </a:ext>
              </a:extLst>
            </p:cNvPr>
            <p:cNvSpPr/>
            <p:nvPr/>
          </p:nvSpPr>
          <p:spPr>
            <a:xfrm>
              <a:off x="5708769" y="2855717"/>
              <a:ext cx="361670" cy="361333"/>
            </a:xfrm>
            <a:custGeom>
              <a:avLst/>
              <a:gdLst>
                <a:gd name="connsiteX0" fmla="*/ 180835 w 361670"/>
                <a:gd name="connsiteY0" fmla="*/ 349204 h 361333"/>
                <a:gd name="connsiteX1" fmla="*/ 12780 w 361670"/>
                <a:gd name="connsiteY1" fmla="*/ 181305 h 361333"/>
                <a:gd name="connsiteX2" fmla="*/ 180835 w 361670"/>
                <a:gd name="connsiteY2" fmla="*/ 13406 h 361333"/>
                <a:gd name="connsiteX3" fmla="*/ 348890 w 361670"/>
                <a:gd name="connsiteY3" fmla="*/ 180667 h 361333"/>
                <a:gd name="connsiteX4" fmla="*/ 180835 w 361670"/>
                <a:gd name="connsiteY4" fmla="*/ 349204 h 361333"/>
                <a:gd name="connsiteX5" fmla="*/ 180835 w 361670"/>
                <a:gd name="connsiteY5" fmla="*/ 0 h 361333"/>
                <a:gd name="connsiteX6" fmla="*/ 0 w 361670"/>
                <a:gd name="connsiteY6" fmla="*/ 180667 h 361333"/>
                <a:gd name="connsiteX7" fmla="*/ 180835 w 361670"/>
                <a:gd name="connsiteY7" fmla="*/ 361333 h 361333"/>
                <a:gd name="connsiteX8" fmla="*/ 361670 w 361670"/>
                <a:gd name="connsiteY8" fmla="*/ 180667 h 361333"/>
                <a:gd name="connsiteX9" fmla="*/ 180835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349204"/>
                  </a:moveTo>
                  <a:cubicBezTo>
                    <a:pt x="88181" y="349204"/>
                    <a:pt x="12780" y="273873"/>
                    <a:pt x="12780" y="181305"/>
                  </a:cubicBezTo>
                  <a:cubicBezTo>
                    <a:pt x="12780" y="88737"/>
                    <a:pt x="88181" y="13406"/>
                    <a:pt x="180835" y="13406"/>
                  </a:cubicBezTo>
                  <a:cubicBezTo>
                    <a:pt x="273489" y="13406"/>
                    <a:pt x="348890" y="88099"/>
                    <a:pt x="348890" y="180667"/>
                  </a:cubicBezTo>
                  <a:cubicBezTo>
                    <a:pt x="348890" y="273234"/>
                    <a:pt x="273489" y="349204"/>
                    <a:pt x="180835" y="349204"/>
                  </a:cubicBezTo>
                  <a:moveTo>
                    <a:pt x="180835" y="0"/>
                  </a:moveTo>
                  <a:cubicBezTo>
                    <a:pt x="80513" y="0"/>
                    <a:pt x="0" y="81076"/>
                    <a:pt x="0" y="180667"/>
                  </a:cubicBezTo>
                  <a:cubicBezTo>
                    <a:pt x="0" y="280895"/>
                    <a:pt x="81152" y="361333"/>
                    <a:pt x="180835" y="361333"/>
                  </a:cubicBezTo>
                  <a:cubicBezTo>
                    <a:pt x="280518" y="361333"/>
                    <a:pt x="361670" y="280895"/>
                    <a:pt x="361670" y="180667"/>
                  </a:cubicBezTo>
                  <a:cubicBezTo>
                    <a:pt x="361670" y="80438"/>
                    <a:pt x="281157" y="0"/>
                    <a:pt x="180835" y="0"/>
                  </a:cubicBezTo>
                </a:path>
              </a:pathLst>
            </a:custGeom>
            <a:solidFill>
              <a:srgbClr val="00A3E0"/>
            </a:solidFill>
            <a:ln w="6390" cap="flat">
              <a:noFill/>
              <a:prstDash val="solid"/>
              <a:miter/>
            </a:ln>
          </p:spPr>
          <p:txBody>
            <a:bodyPr rtlCol="0" anchor="ctr"/>
            <a:lstStyle/>
            <a:p>
              <a:endParaRPr lang="en-US"/>
            </a:p>
          </p:txBody>
        </p:sp>
        <p:sp>
          <p:nvSpPr>
            <p:cNvPr id="743" name="Graphic 4">
              <a:extLst>
                <a:ext uri="{FF2B5EF4-FFF2-40B4-BE49-F238E27FC236}">
                  <a16:creationId xmlns:a16="http://schemas.microsoft.com/office/drawing/2014/main" id="{97ACFD61-617E-044E-8328-6B0C76DE7C5A}"/>
                </a:ext>
              </a:extLst>
            </p:cNvPr>
            <p:cNvSpPr/>
            <p:nvPr/>
          </p:nvSpPr>
          <p:spPr>
            <a:xfrm>
              <a:off x="5810589" y="2927856"/>
              <a:ext cx="158031" cy="217055"/>
            </a:xfrm>
            <a:custGeom>
              <a:avLst/>
              <a:gdLst>
                <a:gd name="connsiteX0" fmla="*/ 16395 w 158031"/>
                <a:gd name="connsiteY0" fmla="*/ 204287 h 217055"/>
                <a:gd name="connsiteX1" fmla="*/ 38120 w 158031"/>
                <a:gd name="connsiteY1" fmla="*/ 158961 h 217055"/>
                <a:gd name="connsiteX2" fmla="*/ 121189 w 158031"/>
                <a:gd name="connsiteY2" fmla="*/ 158961 h 217055"/>
                <a:gd name="connsiteX3" fmla="*/ 142915 w 158031"/>
                <a:gd name="connsiteY3" fmla="*/ 204287 h 217055"/>
                <a:gd name="connsiteX4" fmla="*/ 16395 w 158031"/>
                <a:gd name="connsiteY4" fmla="*/ 204287 h 217055"/>
                <a:gd name="connsiteX5" fmla="*/ 70070 w 158031"/>
                <a:gd name="connsiteY5" fmla="*/ 89376 h 217055"/>
                <a:gd name="connsiteX6" fmla="*/ 70709 w 158031"/>
                <a:gd name="connsiteY6" fmla="*/ 86822 h 217055"/>
                <a:gd name="connsiteX7" fmla="*/ 70709 w 158031"/>
                <a:gd name="connsiteY7" fmla="*/ 12768 h 217055"/>
                <a:gd name="connsiteX8" fmla="*/ 87323 w 158031"/>
                <a:gd name="connsiteY8" fmla="*/ 12768 h 217055"/>
                <a:gd name="connsiteX9" fmla="*/ 87323 w 158031"/>
                <a:gd name="connsiteY9" fmla="*/ 86822 h 217055"/>
                <a:gd name="connsiteX10" fmla="*/ 87962 w 158031"/>
                <a:gd name="connsiteY10" fmla="*/ 89376 h 217055"/>
                <a:gd name="connsiteX11" fmla="*/ 114800 w 158031"/>
                <a:gd name="connsiteY11" fmla="*/ 145555 h 217055"/>
                <a:gd name="connsiteX12" fmla="*/ 43871 w 158031"/>
                <a:gd name="connsiteY12" fmla="*/ 145555 h 217055"/>
                <a:gd name="connsiteX13" fmla="*/ 70070 w 158031"/>
                <a:gd name="connsiteY13" fmla="*/ 89376 h 217055"/>
                <a:gd name="connsiteX14" fmla="*/ 100103 w 158031"/>
                <a:gd name="connsiteY14" fmla="*/ 85545 h 217055"/>
                <a:gd name="connsiteX15" fmla="*/ 100103 w 158031"/>
                <a:gd name="connsiteY15" fmla="*/ 12768 h 217055"/>
                <a:gd name="connsiteX16" fmla="*/ 100742 w 158031"/>
                <a:gd name="connsiteY16" fmla="*/ 12768 h 217055"/>
                <a:gd name="connsiteX17" fmla="*/ 107132 w 158031"/>
                <a:gd name="connsiteY17" fmla="*/ 6384 h 217055"/>
                <a:gd name="connsiteX18" fmla="*/ 100742 w 158031"/>
                <a:gd name="connsiteY18" fmla="*/ 0 h 217055"/>
                <a:gd name="connsiteX19" fmla="*/ 57290 w 158031"/>
                <a:gd name="connsiteY19" fmla="*/ 0 h 217055"/>
                <a:gd name="connsiteX20" fmla="*/ 50900 w 158031"/>
                <a:gd name="connsiteY20" fmla="*/ 6384 h 217055"/>
                <a:gd name="connsiteX21" fmla="*/ 57290 w 158031"/>
                <a:gd name="connsiteY21" fmla="*/ 12768 h 217055"/>
                <a:gd name="connsiteX22" fmla="*/ 57929 w 158031"/>
                <a:gd name="connsiteY22" fmla="*/ 12768 h 217055"/>
                <a:gd name="connsiteX23" fmla="*/ 57929 w 158031"/>
                <a:gd name="connsiteY23" fmla="*/ 84907 h 217055"/>
                <a:gd name="connsiteX24" fmla="*/ 420 w 158031"/>
                <a:gd name="connsiteY24" fmla="*/ 207479 h 217055"/>
                <a:gd name="connsiteX25" fmla="*/ 1059 w 158031"/>
                <a:gd name="connsiteY25" fmla="*/ 213863 h 217055"/>
                <a:gd name="connsiteX26" fmla="*/ 6171 w 158031"/>
                <a:gd name="connsiteY26" fmla="*/ 217055 h 217055"/>
                <a:gd name="connsiteX27" fmla="*/ 151861 w 158031"/>
                <a:gd name="connsiteY27" fmla="*/ 217055 h 217055"/>
                <a:gd name="connsiteX28" fmla="*/ 156973 w 158031"/>
                <a:gd name="connsiteY28" fmla="*/ 213863 h 217055"/>
                <a:gd name="connsiteX29" fmla="*/ 157612 w 158031"/>
                <a:gd name="connsiteY29" fmla="*/ 207479 h 217055"/>
                <a:gd name="connsiteX30" fmla="*/ 100103 w 158031"/>
                <a:gd name="connsiteY30" fmla="*/ 85545 h 217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8031" h="217055">
                  <a:moveTo>
                    <a:pt x="16395" y="204287"/>
                  </a:moveTo>
                  <a:lnTo>
                    <a:pt x="38120" y="158961"/>
                  </a:lnTo>
                  <a:lnTo>
                    <a:pt x="121189" y="158961"/>
                  </a:lnTo>
                  <a:lnTo>
                    <a:pt x="142915" y="204287"/>
                  </a:lnTo>
                  <a:lnTo>
                    <a:pt x="16395" y="204287"/>
                  </a:lnTo>
                  <a:close/>
                  <a:moveTo>
                    <a:pt x="70070" y="89376"/>
                  </a:moveTo>
                  <a:cubicBezTo>
                    <a:pt x="70709" y="88737"/>
                    <a:pt x="70709" y="87461"/>
                    <a:pt x="70709" y="86822"/>
                  </a:cubicBezTo>
                  <a:lnTo>
                    <a:pt x="70709" y="12768"/>
                  </a:lnTo>
                  <a:lnTo>
                    <a:pt x="87323" y="12768"/>
                  </a:lnTo>
                  <a:lnTo>
                    <a:pt x="87323" y="86822"/>
                  </a:lnTo>
                  <a:cubicBezTo>
                    <a:pt x="87323" y="87461"/>
                    <a:pt x="87323" y="88737"/>
                    <a:pt x="87962" y="89376"/>
                  </a:cubicBezTo>
                  <a:lnTo>
                    <a:pt x="114800" y="145555"/>
                  </a:lnTo>
                  <a:lnTo>
                    <a:pt x="43871" y="145555"/>
                  </a:lnTo>
                  <a:lnTo>
                    <a:pt x="70070" y="89376"/>
                  </a:lnTo>
                  <a:close/>
                  <a:moveTo>
                    <a:pt x="100103" y="85545"/>
                  </a:moveTo>
                  <a:lnTo>
                    <a:pt x="100103" y="12768"/>
                  </a:lnTo>
                  <a:lnTo>
                    <a:pt x="100742" y="12768"/>
                  </a:lnTo>
                  <a:cubicBezTo>
                    <a:pt x="104576" y="12768"/>
                    <a:pt x="107132" y="10214"/>
                    <a:pt x="107132" y="6384"/>
                  </a:cubicBezTo>
                  <a:cubicBezTo>
                    <a:pt x="107132" y="2554"/>
                    <a:pt x="104576" y="0"/>
                    <a:pt x="100742" y="0"/>
                  </a:cubicBezTo>
                  <a:lnTo>
                    <a:pt x="57290" y="0"/>
                  </a:lnTo>
                  <a:cubicBezTo>
                    <a:pt x="53456" y="0"/>
                    <a:pt x="50900" y="2554"/>
                    <a:pt x="50900" y="6384"/>
                  </a:cubicBezTo>
                  <a:cubicBezTo>
                    <a:pt x="50900" y="10214"/>
                    <a:pt x="53456" y="12768"/>
                    <a:pt x="57290" y="12768"/>
                  </a:cubicBezTo>
                  <a:lnTo>
                    <a:pt x="57929" y="12768"/>
                  </a:lnTo>
                  <a:lnTo>
                    <a:pt x="57929" y="84907"/>
                  </a:lnTo>
                  <a:lnTo>
                    <a:pt x="420" y="207479"/>
                  </a:lnTo>
                  <a:cubicBezTo>
                    <a:pt x="-219" y="209395"/>
                    <a:pt x="-219" y="211948"/>
                    <a:pt x="1059" y="213863"/>
                  </a:cubicBezTo>
                  <a:cubicBezTo>
                    <a:pt x="2337" y="215779"/>
                    <a:pt x="4254" y="217055"/>
                    <a:pt x="6171" y="217055"/>
                  </a:cubicBezTo>
                  <a:lnTo>
                    <a:pt x="151861" y="217055"/>
                  </a:lnTo>
                  <a:cubicBezTo>
                    <a:pt x="153778" y="217055"/>
                    <a:pt x="156334" y="215779"/>
                    <a:pt x="156973" y="213863"/>
                  </a:cubicBezTo>
                  <a:cubicBezTo>
                    <a:pt x="158251" y="211948"/>
                    <a:pt x="158251" y="209395"/>
                    <a:pt x="157612" y="207479"/>
                  </a:cubicBezTo>
                  <a:lnTo>
                    <a:pt x="100103" y="85545"/>
                  </a:lnTo>
                  <a:close/>
                </a:path>
              </a:pathLst>
            </a:custGeom>
            <a:solidFill>
              <a:srgbClr val="00A3E0"/>
            </a:solidFill>
            <a:ln w="6390" cap="flat">
              <a:noFill/>
              <a:prstDash val="solid"/>
              <a:miter/>
            </a:ln>
          </p:spPr>
          <p:txBody>
            <a:bodyPr rtlCol="0" anchor="ctr"/>
            <a:lstStyle/>
            <a:p>
              <a:endParaRPr lang="en-US"/>
            </a:p>
          </p:txBody>
        </p:sp>
      </p:grpSp>
      <p:grpSp>
        <p:nvGrpSpPr>
          <p:cNvPr id="744" name="Graphic 4">
            <a:extLst>
              <a:ext uri="{FF2B5EF4-FFF2-40B4-BE49-F238E27FC236}">
                <a16:creationId xmlns:a16="http://schemas.microsoft.com/office/drawing/2014/main" id="{1F6D1256-7207-A54F-ACC6-5AFE46966CED}"/>
              </a:ext>
            </a:extLst>
          </p:cNvPr>
          <p:cNvGrpSpPr/>
          <p:nvPr/>
        </p:nvGrpSpPr>
        <p:grpSpPr>
          <a:xfrm>
            <a:off x="6071599" y="918179"/>
            <a:ext cx="361674" cy="361333"/>
            <a:chOff x="5708769" y="918179"/>
            <a:chExt cx="361674" cy="361333"/>
          </a:xfrm>
          <a:solidFill>
            <a:srgbClr val="00A3E0"/>
          </a:solidFill>
        </p:grpSpPr>
        <p:sp>
          <p:nvSpPr>
            <p:cNvPr id="745" name="Graphic 4">
              <a:extLst>
                <a:ext uri="{FF2B5EF4-FFF2-40B4-BE49-F238E27FC236}">
                  <a16:creationId xmlns:a16="http://schemas.microsoft.com/office/drawing/2014/main" id="{1AE300CB-FAEC-8340-A911-02A5F8F6DEA5}"/>
                </a:ext>
              </a:extLst>
            </p:cNvPr>
            <p:cNvSpPr/>
            <p:nvPr/>
          </p:nvSpPr>
          <p:spPr>
            <a:xfrm>
              <a:off x="5708769" y="918179"/>
              <a:ext cx="361674" cy="361333"/>
            </a:xfrm>
            <a:custGeom>
              <a:avLst/>
              <a:gdLst>
                <a:gd name="connsiteX0" fmla="*/ 180835 w 361674"/>
                <a:gd name="connsiteY0" fmla="*/ 349204 h 361333"/>
                <a:gd name="connsiteX1" fmla="*/ 12780 w 361674"/>
                <a:gd name="connsiteY1" fmla="*/ 181305 h 361333"/>
                <a:gd name="connsiteX2" fmla="*/ 180835 w 361674"/>
                <a:gd name="connsiteY2" fmla="*/ 13406 h 361333"/>
                <a:gd name="connsiteX3" fmla="*/ 348890 w 361674"/>
                <a:gd name="connsiteY3" fmla="*/ 181305 h 361333"/>
                <a:gd name="connsiteX4" fmla="*/ 180835 w 361674"/>
                <a:gd name="connsiteY4" fmla="*/ 349204 h 361333"/>
                <a:gd name="connsiteX5" fmla="*/ 180835 w 361674"/>
                <a:gd name="connsiteY5" fmla="*/ 0 h 361333"/>
                <a:gd name="connsiteX6" fmla="*/ 0 w 361674"/>
                <a:gd name="connsiteY6" fmla="*/ 180667 h 361333"/>
                <a:gd name="connsiteX7" fmla="*/ 180835 w 361674"/>
                <a:gd name="connsiteY7" fmla="*/ 361333 h 361333"/>
                <a:gd name="connsiteX8" fmla="*/ 361670 w 361674"/>
                <a:gd name="connsiteY8" fmla="*/ 180667 h 361333"/>
                <a:gd name="connsiteX9" fmla="*/ 180835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29" y="273234"/>
                    <a:pt x="273489" y="349204"/>
                    <a:pt x="180835" y="349204"/>
                  </a:cubicBezTo>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09" y="81077"/>
                    <a:pt x="281157" y="0"/>
                    <a:pt x="180835" y="0"/>
                  </a:cubicBezTo>
                </a:path>
              </a:pathLst>
            </a:custGeom>
            <a:solidFill>
              <a:srgbClr val="00A3E0"/>
            </a:solidFill>
            <a:ln w="6390" cap="flat">
              <a:noFill/>
              <a:prstDash val="solid"/>
              <a:miter/>
            </a:ln>
          </p:spPr>
          <p:txBody>
            <a:bodyPr rtlCol="0" anchor="ctr"/>
            <a:lstStyle/>
            <a:p>
              <a:endParaRPr lang="en-US"/>
            </a:p>
          </p:txBody>
        </p:sp>
        <p:sp>
          <p:nvSpPr>
            <p:cNvPr id="746" name="Graphic 4">
              <a:extLst>
                <a:ext uri="{FF2B5EF4-FFF2-40B4-BE49-F238E27FC236}">
                  <a16:creationId xmlns:a16="http://schemas.microsoft.com/office/drawing/2014/main" id="{A6A38EEB-EB94-C747-9134-98A4135E7B99}"/>
                </a:ext>
              </a:extLst>
            </p:cNvPr>
            <p:cNvSpPr/>
            <p:nvPr/>
          </p:nvSpPr>
          <p:spPr>
            <a:xfrm>
              <a:off x="5828966" y="984862"/>
              <a:ext cx="121186" cy="229533"/>
            </a:xfrm>
            <a:custGeom>
              <a:avLst/>
              <a:gdLst>
                <a:gd name="connsiteX0" fmla="*/ 107285 w 121186"/>
                <a:gd name="connsiteY0" fmla="*/ 200806 h 229533"/>
                <a:gd name="connsiteX1" fmla="*/ 14631 w 121186"/>
                <a:gd name="connsiteY1" fmla="*/ 200806 h 229533"/>
                <a:gd name="connsiteX2" fmla="*/ 13992 w 121186"/>
                <a:gd name="connsiteY2" fmla="*/ 200806 h 229533"/>
                <a:gd name="connsiteX3" fmla="*/ 13992 w 121186"/>
                <a:gd name="connsiteY3" fmla="*/ 187400 h 229533"/>
                <a:gd name="connsiteX4" fmla="*/ 14631 w 121186"/>
                <a:gd name="connsiteY4" fmla="*/ 182931 h 229533"/>
                <a:gd name="connsiteX5" fmla="*/ 14631 w 121186"/>
                <a:gd name="connsiteY5" fmla="*/ 182931 h 229533"/>
                <a:gd name="connsiteX6" fmla="*/ 107285 w 121186"/>
                <a:gd name="connsiteY6" fmla="*/ 182931 h 229533"/>
                <a:gd name="connsiteX7" fmla="*/ 107285 w 121186"/>
                <a:gd name="connsiteY7" fmla="*/ 182931 h 229533"/>
                <a:gd name="connsiteX8" fmla="*/ 107285 w 121186"/>
                <a:gd name="connsiteY8" fmla="*/ 200806 h 229533"/>
                <a:gd name="connsiteX9" fmla="*/ 107285 w 121186"/>
                <a:gd name="connsiteY9" fmla="*/ 200806 h 229533"/>
                <a:gd name="connsiteX10" fmla="*/ 29967 w 121186"/>
                <a:gd name="connsiteY10" fmla="*/ 151649 h 229533"/>
                <a:gd name="connsiteX11" fmla="*/ 29967 w 121186"/>
                <a:gd name="connsiteY11" fmla="*/ 151649 h 229533"/>
                <a:gd name="connsiteX12" fmla="*/ 91949 w 121186"/>
                <a:gd name="connsiteY12" fmla="*/ 151649 h 229533"/>
                <a:gd name="connsiteX13" fmla="*/ 103451 w 121186"/>
                <a:gd name="connsiteY13" fmla="*/ 169524 h 229533"/>
                <a:gd name="connsiteX14" fmla="*/ 19104 w 121186"/>
                <a:gd name="connsiteY14" fmla="*/ 169524 h 229533"/>
                <a:gd name="connsiteX15" fmla="*/ 29967 w 121186"/>
                <a:gd name="connsiteY15" fmla="*/ 151649 h 229533"/>
                <a:gd name="connsiteX16" fmla="*/ 13992 w 121186"/>
                <a:gd name="connsiteY16" fmla="*/ 27800 h 229533"/>
                <a:gd name="connsiteX17" fmla="*/ 107285 w 121186"/>
                <a:gd name="connsiteY17" fmla="*/ 27800 h 229533"/>
                <a:gd name="connsiteX18" fmla="*/ 107924 w 121186"/>
                <a:gd name="connsiteY18" fmla="*/ 27800 h 229533"/>
                <a:gd name="connsiteX19" fmla="*/ 107924 w 121186"/>
                <a:gd name="connsiteY19" fmla="*/ 41206 h 229533"/>
                <a:gd name="connsiteX20" fmla="*/ 107285 w 121186"/>
                <a:gd name="connsiteY20" fmla="*/ 45675 h 229533"/>
                <a:gd name="connsiteX21" fmla="*/ 107285 w 121186"/>
                <a:gd name="connsiteY21" fmla="*/ 45675 h 229533"/>
                <a:gd name="connsiteX22" fmla="*/ 14631 w 121186"/>
                <a:gd name="connsiteY22" fmla="*/ 45675 h 229533"/>
                <a:gd name="connsiteX23" fmla="*/ 14631 w 121186"/>
                <a:gd name="connsiteY23" fmla="*/ 45675 h 229533"/>
                <a:gd name="connsiteX24" fmla="*/ 13992 w 121186"/>
                <a:gd name="connsiteY24" fmla="*/ 27800 h 229533"/>
                <a:gd name="connsiteX25" fmla="*/ 13992 w 121186"/>
                <a:gd name="connsiteY25" fmla="*/ 27800 h 229533"/>
                <a:gd name="connsiteX26" fmla="*/ 91949 w 121186"/>
                <a:gd name="connsiteY26" fmla="*/ 76957 h 229533"/>
                <a:gd name="connsiteX27" fmla="*/ 29967 w 121186"/>
                <a:gd name="connsiteY27" fmla="*/ 76957 h 229533"/>
                <a:gd name="connsiteX28" fmla="*/ 18465 w 121186"/>
                <a:gd name="connsiteY28" fmla="*/ 59081 h 229533"/>
                <a:gd name="connsiteX29" fmla="*/ 102812 w 121186"/>
                <a:gd name="connsiteY29" fmla="*/ 59081 h 229533"/>
                <a:gd name="connsiteX30" fmla="*/ 91949 w 121186"/>
                <a:gd name="connsiteY30" fmla="*/ 76957 h 229533"/>
                <a:gd name="connsiteX31" fmla="*/ 91949 w 121186"/>
                <a:gd name="connsiteY31" fmla="*/ 76957 h 229533"/>
                <a:gd name="connsiteX32" fmla="*/ 84281 w 121186"/>
                <a:gd name="connsiteY32" fmla="*/ 124836 h 229533"/>
                <a:gd name="connsiteX33" fmla="*/ 75335 w 121186"/>
                <a:gd name="connsiteY33" fmla="*/ 125475 h 229533"/>
                <a:gd name="connsiteX34" fmla="*/ 75974 w 121186"/>
                <a:gd name="connsiteY34" fmla="*/ 134412 h 229533"/>
                <a:gd name="connsiteX35" fmla="*/ 80447 w 121186"/>
                <a:gd name="connsiteY35" fmla="*/ 138881 h 229533"/>
                <a:gd name="connsiteX36" fmla="*/ 41469 w 121186"/>
                <a:gd name="connsiteY36" fmla="*/ 138881 h 229533"/>
                <a:gd name="connsiteX37" fmla="*/ 64472 w 121186"/>
                <a:gd name="connsiteY37" fmla="*/ 119729 h 229533"/>
                <a:gd name="connsiteX38" fmla="*/ 120704 w 121186"/>
                <a:gd name="connsiteY38" fmla="*/ 43121 h 229533"/>
                <a:gd name="connsiteX39" fmla="*/ 109841 w 121186"/>
                <a:gd name="connsiteY39" fmla="*/ 2264 h 229533"/>
                <a:gd name="connsiteX40" fmla="*/ 100895 w 121186"/>
                <a:gd name="connsiteY40" fmla="*/ 1626 h 229533"/>
                <a:gd name="connsiteX41" fmla="*/ 100256 w 121186"/>
                <a:gd name="connsiteY41" fmla="*/ 10563 h 229533"/>
                <a:gd name="connsiteX42" fmla="*/ 103451 w 121186"/>
                <a:gd name="connsiteY42" fmla="*/ 15670 h 229533"/>
                <a:gd name="connsiteX43" fmla="*/ 17826 w 121186"/>
                <a:gd name="connsiteY43" fmla="*/ 15670 h 229533"/>
                <a:gd name="connsiteX44" fmla="*/ 21021 w 121186"/>
                <a:gd name="connsiteY44" fmla="*/ 10563 h 229533"/>
                <a:gd name="connsiteX45" fmla="*/ 20382 w 121186"/>
                <a:gd name="connsiteY45" fmla="*/ 1626 h 229533"/>
                <a:gd name="connsiteX46" fmla="*/ 11436 w 121186"/>
                <a:gd name="connsiteY46" fmla="*/ 2264 h 229533"/>
                <a:gd name="connsiteX47" fmla="*/ 36996 w 121186"/>
                <a:gd name="connsiteY47" fmla="*/ 103769 h 229533"/>
                <a:gd name="connsiteX48" fmla="*/ 41469 w 121186"/>
                <a:gd name="connsiteY48" fmla="*/ 105685 h 229533"/>
                <a:gd name="connsiteX49" fmla="*/ 45942 w 121186"/>
                <a:gd name="connsiteY49" fmla="*/ 103769 h 229533"/>
                <a:gd name="connsiteX50" fmla="*/ 45303 w 121186"/>
                <a:gd name="connsiteY50" fmla="*/ 94832 h 229533"/>
                <a:gd name="connsiteX51" fmla="*/ 40830 w 121186"/>
                <a:gd name="connsiteY51" fmla="*/ 90363 h 229533"/>
                <a:gd name="connsiteX52" fmla="*/ 79808 w 121186"/>
                <a:gd name="connsiteY52" fmla="*/ 90363 h 229533"/>
                <a:gd name="connsiteX53" fmla="*/ 56804 w 121186"/>
                <a:gd name="connsiteY53" fmla="*/ 109515 h 229533"/>
                <a:gd name="connsiteX54" fmla="*/ 573 w 121186"/>
                <a:gd name="connsiteY54" fmla="*/ 186123 h 229533"/>
                <a:gd name="connsiteX55" fmla="*/ 11436 w 121186"/>
                <a:gd name="connsiteY55" fmla="*/ 226980 h 229533"/>
                <a:gd name="connsiteX56" fmla="*/ 16548 w 121186"/>
                <a:gd name="connsiteY56" fmla="*/ 229534 h 229533"/>
                <a:gd name="connsiteX57" fmla="*/ 20382 w 121186"/>
                <a:gd name="connsiteY57" fmla="*/ 228257 h 229533"/>
                <a:gd name="connsiteX58" fmla="*/ 21021 w 121186"/>
                <a:gd name="connsiteY58" fmla="*/ 219319 h 229533"/>
                <a:gd name="connsiteX59" fmla="*/ 17826 w 121186"/>
                <a:gd name="connsiteY59" fmla="*/ 214212 h 229533"/>
                <a:gd name="connsiteX60" fmla="*/ 102812 w 121186"/>
                <a:gd name="connsiteY60" fmla="*/ 214212 h 229533"/>
                <a:gd name="connsiteX61" fmla="*/ 99617 w 121186"/>
                <a:gd name="connsiteY61" fmla="*/ 219319 h 229533"/>
                <a:gd name="connsiteX62" fmla="*/ 100256 w 121186"/>
                <a:gd name="connsiteY62" fmla="*/ 228257 h 229533"/>
                <a:gd name="connsiteX63" fmla="*/ 104090 w 121186"/>
                <a:gd name="connsiteY63" fmla="*/ 229534 h 229533"/>
                <a:gd name="connsiteX64" fmla="*/ 109202 w 121186"/>
                <a:gd name="connsiteY64" fmla="*/ 226980 h 229533"/>
                <a:gd name="connsiteX65" fmla="*/ 84281 w 121186"/>
                <a:gd name="connsiteY65" fmla="*/ 124836 h 22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21186" h="229533">
                  <a:moveTo>
                    <a:pt x="107285" y="200806"/>
                  </a:moveTo>
                  <a:lnTo>
                    <a:pt x="14631" y="200806"/>
                  </a:lnTo>
                  <a:cubicBezTo>
                    <a:pt x="14631" y="200806"/>
                    <a:pt x="13992" y="200806"/>
                    <a:pt x="13992" y="200806"/>
                  </a:cubicBezTo>
                  <a:cubicBezTo>
                    <a:pt x="13353" y="196337"/>
                    <a:pt x="13353" y="191868"/>
                    <a:pt x="13992" y="187400"/>
                  </a:cubicBezTo>
                  <a:cubicBezTo>
                    <a:pt x="13992" y="186123"/>
                    <a:pt x="14631" y="184208"/>
                    <a:pt x="14631" y="182931"/>
                  </a:cubicBezTo>
                  <a:cubicBezTo>
                    <a:pt x="14631" y="182931"/>
                    <a:pt x="14631" y="182931"/>
                    <a:pt x="14631" y="182931"/>
                  </a:cubicBezTo>
                  <a:lnTo>
                    <a:pt x="107285" y="182931"/>
                  </a:lnTo>
                  <a:cubicBezTo>
                    <a:pt x="107285" y="182931"/>
                    <a:pt x="107285" y="182931"/>
                    <a:pt x="107285" y="182931"/>
                  </a:cubicBezTo>
                  <a:cubicBezTo>
                    <a:pt x="108563" y="188676"/>
                    <a:pt x="108563" y="195060"/>
                    <a:pt x="107285" y="200806"/>
                  </a:cubicBezTo>
                  <a:cubicBezTo>
                    <a:pt x="107285" y="200806"/>
                    <a:pt x="107285" y="200806"/>
                    <a:pt x="107285" y="200806"/>
                  </a:cubicBezTo>
                  <a:moveTo>
                    <a:pt x="29967" y="151649"/>
                  </a:moveTo>
                  <a:cubicBezTo>
                    <a:pt x="29967" y="151649"/>
                    <a:pt x="29967" y="151649"/>
                    <a:pt x="29967" y="151649"/>
                  </a:cubicBezTo>
                  <a:lnTo>
                    <a:pt x="91949" y="151649"/>
                  </a:lnTo>
                  <a:cubicBezTo>
                    <a:pt x="97061" y="158033"/>
                    <a:pt x="100256" y="163779"/>
                    <a:pt x="103451" y="169524"/>
                  </a:cubicBezTo>
                  <a:lnTo>
                    <a:pt x="19104" y="169524"/>
                  </a:lnTo>
                  <a:cubicBezTo>
                    <a:pt x="21021" y="163779"/>
                    <a:pt x="24855" y="158033"/>
                    <a:pt x="29967" y="151649"/>
                  </a:cubicBezTo>
                  <a:moveTo>
                    <a:pt x="13992" y="27800"/>
                  </a:moveTo>
                  <a:lnTo>
                    <a:pt x="107285" y="27800"/>
                  </a:lnTo>
                  <a:cubicBezTo>
                    <a:pt x="107285" y="27800"/>
                    <a:pt x="107924" y="27800"/>
                    <a:pt x="107924" y="27800"/>
                  </a:cubicBezTo>
                  <a:cubicBezTo>
                    <a:pt x="108563" y="32269"/>
                    <a:pt x="108563" y="36737"/>
                    <a:pt x="107924" y="41206"/>
                  </a:cubicBezTo>
                  <a:cubicBezTo>
                    <a:pt x="107924" y="42483"/>
                    <a:pt x="107285" y="44398"/>
                    <a:pt x="107285" y="45675"/>
                  </a:cubicBezTo>
                  <a:cubicBezTo>
                    <a:pt x="107285" y="45675"/>
                    <a:pt x="107285" y="45675"/>
                    <a:pt x="107285" y="45675"/>
                  </a:cubicBezTo>
                  <a:lnTo>
                    <a:pt x="14631" y="45675"/>
                  </a:lnTo>
                  <a:cubicBezTo>
                    <a:pt x="14631" y="45675"/>
                    <a:pt x="14631" y="45675"/>
                    <a:pt x="14631" y="45675"/>
                  </a:cubicBezTo>
                  <a:cubicBezTo>
                    <a:pt x="12714" y="39291"/>
                    <a:pt x="12714" y="32907"/>
                    <a:pt x="13992" y="27800"/>
                  </a:cubicBezTo>
                  <a:cubicBezTo>
                    <a:pt x="13992" y="27800"/>
                    <a:pt x="13992" y="27800"/>
                    <a:pt x="13992" y="27800"/>
                  </a:cubicBezTo>
                  <a:moveTo>
                    <a:pt x="91949" y="76957"/>
                  </a:moveTo>
                  <a:lnTo>
                    <a:pt x="29967" y="76957"/>
                  </a:lnTo>
                  <a:cubicBezTo>
                    <a:pt x="24855" y="70573"/>
                    <a:pt x="21660" y="64827"/>
                    <a:pt x="18465" y="59081"/>
                  </a:cubicBezTo>
                  <a:lnTo>
                    <a:pt x="102812" y="59081"/>
                  </a:lnTo>
                  <a:cubicBezTo>
                    <a:pt x="100256" y="64189"/>
                    <a:pt x="96422" y="70573"/>
                    <a:pt x="91949" y="76957"/>
                  </a:cubicBezTo>
                  <a:cubicBezTo>
                    <a:pt x="91949" y="76957"/>
                    <a:pt x="91949" y="76957"/>
                    <a:pt x="91949" y="76957"/>
                  </a:cubicBezTo>
                  <a:moveTo>
                    <a:pt x="84281" y="124836"/>
                  </a:moveTo>
                  <a:cubicBezTo>
                    <a:pt x="81725" y="122283"/>
                    <a:pt x="77892" y="122921"/>
                    <a:pt x="75335" y="125475"/>
                  </a:cubicBezTo>
                  <a:cubicBezTo>
                    <a:pt x="72779" y="128028"/>
                    <a:pt x="73418" y="131859"/>
                    <a:pt x="75974" y="134412"/>
                  </a:cubicBezTo>
                  <a:cubicBezTo>
                    <a:pt x="77892" y="135689"/>
                    <a:pt x="79169" y="137604"/>
                    <a:pt x="80447" y="138881"/>
                  </a:cubicBezTo>
                  <a:lnTo>
                    <a:pt x="41469" y="138881"/>
                  </a:lnTo>
                  <a:cubicBezTo>
                    <a:pt x="47859" y="132497"/>
                    <a:pt x="55527" y="126113"/>
                    <a:pt x="64472" y="119729"/>
                  </a:cubicBezTo>
                  <a:cubicBezTo>
                    <a:pt x="106646" y="89725"/>
                    <a:pt x="118148" y="61635"/>
                    <a:pt x="120704" y="43121"/>
                  </a:cubicBezTo>
                  <a:cubicBezTo>
                    <a:pt x="122621" y="27800"/>
                    <a:pt x="118787" y="13117"/>
                    <a:pt x="109841" y="2264"/>
                  </a:cubicBezTo>
                  <a:cubicBezTo>
                    <a:pt x="107285" y="-290"/>
                    <a:pt x="103451" y="-928"/>
                    <a:pt x="100895" y="1626"/>
                  </a:cubicBezTo>
                  <a:cubicBezTo>
                    <a:pt x="98339" y="4179"/>
                    <a:pt x="97700" y="8010"/>
                    <a:pt x="100256" y="10563"/>
                  </a:cubicBezTo>
                  <a:cubicBezTo>
                    <a:pt x="101534" y="11840"/>
                    <a:pt x="102812" y="13755"/>
                    <a:pt x="103451" y="15670"/>
                  </a:cubicBezTo>
                  <a:lnTo>
                    <a:pt x="17826" y="15670"/>
                  </a:lnTo>
                  <a:cubicBezTo>
                    <a:pt x="19104" y="13755"/>
                    <a:pt x="19743" y="12478"/>
                    <a:pt x="21021" y="10563"/>
                  </a:cubicBezTo>
                  <a:cubicBezTo>
                    <a:pt x="22938" y="8010"/>
                    <a:pt x="22938" y="3541"/>
                    <a:pt x="20382" y="1626"/>
                  </a:cubicBezTo>
                  <a:cubicBezTo>
                    <a:pt x="17826" y="-928"/>
                    <a:pt x="13353" y="-290"/>
                    <a:pt x="11436" y="2264"/>
                  </a:cubicBezTo>
                  <a:cubicBezTo>
                    <a:pt x="-5178" y="22693"/>
                    <a:pt x="-9012" y="61635"/>
                    <a:pt x="36996" y="103769"/>
                  </a:cubicBezTo>
                  <a:cubicBezTo>
                    <a:pt x="38274" y="105046"/>
                    <a:pt x="39552" y="105685"/>
                    <a:pt x="41469" y="105685"/>
                  </a:cubicBezTo>
                  <a:cubicBezTo>
                    <a:pt x="43386" y="105685"/>
                    <a:pt x="44664" y="105046"/>
                    <a:pt x="45942" y="103769"/>
                  </a:cubicBezTo>
                  <a:cubicBezTo>
                    <a:pt x="48498" y="101216"/>
                    <a:pt x="47859" y="97385"/>
                    <a:pt x="45303" y="94832"/>
                  </a:cubicBezTo>
                  <a:cubicBezTo>
                    <a:pt x="44025" y="93555"/>
                    <a:pt x="42108" y="92278"/>
                    <a:pt x="40830" y="90363"/>
                  </a:cubicBezTo>
                  <a:lnTo>
                    <a:pt x="79808" y="90363"/>
                  </a:lnTo>
                  <a:cubicBezTo>
                    <a:pt x="73418" y="96747"/>
                    <a:pt x="65750" y="103131"/>
                    <a:pt x="56804" y="109515"/>
                  </a:cubicBezTo>
                  <a:cubicBezTo>
                    <a:pt x="14631" y="139520"/>
                    <a:pt x="3129" y="167609"/>
                    <a:pt x="573" y="186123"/>
                  </a:cubicBezTo>
                  <a:cubicBezTo>
                    <a:pt x="-1344" y="201444"/>
                    <a:pt x="2490" y="216127"/>
                    <a:pt x="11436" y="226980"/>
                  </a:cubicBezTo>
                  <a:cubicBezTo>
                    <a:pt x="12714" y="228257"/>
                    <a:pt x="14631" y="229534"/>
                    <a:pt x="16548" y="229534"/>
                  </a:cubicBezTo>
                  <a:cubicBezTo>
                    <a:pt x="17826" y="229534"/>
                    <a:pt x="19104" y="228895"/>
                    <a:pt x="20382" y="228257"/>
                  </a:cubicBezTo>
                  <a:cubicBezTo>
                    <a:pt x="22938" y="225703"/>
                    <a:pt x="23577" y="221873"/>
                    <a:pt x="21021" y="219319"/>
                  </a:cubicBezTo>
                  <a:cubicBezTo>
                    <a:pt x="19743" y="218043"/>
                    <a:pt x="18465" y="216127"/>
                    <a:pt x="17826" y="214212"/>
                  </a:cubicBezTo>
                  <a:lnTo>
                    <a:pt x="102812" y="214212"/>
                  </a:lnTo>
                  <a:cubicBezTo>
                    <a:pt x="101534" y="216127"/>
                    <a:pt x="100895" y="217404"/>
                    <a:pt x="99617" y="219319"/>
                  </a:cubicBezTo>
                  <a:cubicBezTo>
                    <a:pt x="97700" y="221873"/>
                    <a:pt x="97700" y="226342"/>
                    <a:pt x="100256" y="228257"/>
                  </a:cubicBezTo>
                  <a:cubicBezTo>
                    <a:pt x="101534" y="229534"/>
                    <a:pt x="102812" y="229534"/>
                    <a:pt x="104090" y="229534"/>
                  </a:cubicBezTo>
                  <a:cubicBezTo>
                    <a:pt x="106007" y="229534"/>
                    <a:pt x="107924" y="228895"/>
                    <a:pt x="109202" y="226980"/>
                  </a:cubicBezTo>
                  <a:cubicBezTo>
                    <a:pt x="126455" y="205913"/>
                    <a:pt x="130289" y="166971"/>
                    <a:pt x="84281" y="124836"/>
                  </a:cubicBezTo>
                </a:path>
              </a:pathLst>
            </a:custGeom>
            <a:solidFill>
              <a:srgbClr val="00A3E0"/>
            </a:solidFill>
            <a:ln w="6390" cap="flat">
              <a:noFill/>
              <a:prstDash val="solid"/>
              <a:miter/>
            </a:ln>
          </p:spPr>
          <p:txBody>
            <a:bodyPr rtlCol="0" anchor="ctr"/>
            <a:lstStyle/>
            <a:p>
              <a:endParaRPr lang="en-US"/>
            </a:p>
          </p:txBody>
        </p:sp>
      </p:grpSp>
      <p:grpSp>
        <p:nvGrpSpPr>
          <p:cNvPr id="747" name="Graphic 4">
            <a:extLst>
              <a:ext uri="{FF2B5EF4-FFF2-40B4-BE49-F238E27FC236}">
                <a16:creationId xmlns:a16="http://schemas.microsoft.com/office/drawing/2014/main" id="{F3AB8A2F-D923-A543-8987-FAAAB5EFD522}"/>
              </a:ext>
            </a:extLst>
          </p:cNvPr>
          <p:cNvGrpSpPr/>
          <p:nvPr/>
        </p:nvGrpSpPr>
        <p:grpSpPr>
          <a:xfrm>
            <a:off x="5024289" y="918179"/>
            <a:ext cx="361674" cy="361333"/>
            <a:chOff x="4661459" y="918179"/>
            <a:chExt cx="361674" cy="361333"/>
          </a:xfrm>
          <a:solidFill>
            <a:srgbClr val="00A3E0"/>
          </a:solidFill>
        </p:grpSpPr>
        <p:sp>
          <p:nvSpPr>
            <p:cNvPr id="748" name="Graphic 4">
              <a:extLst>
                <a:ext uri="{FF2B5EF4-FFF2-40B4-BE49-F238E27FC236}">
                  <a16:creationId xmlns:a16="http://schemas.microsoft.com/office/drawing/2014/main" id="{8C70675D-067A-9D4C-A60E-2B14A4541EFD}"/>
                </a:ext>
              </a:extLst>
            </p:cNvPr>
            <p:cNvSpPr/>
            <p:nvPr/>
          </p:nvSpPr>
          <p:spPr>
            <a:xfrm>
              <a:off x="4661459" y="918179"/>
              <a:ext cx="361674" cy="361333"/>
            </a:xfrm>
            <a:custGeom>
              <a:avLst/>
              <a:gdLst>
                <a:gd name="connsiteX0" fmla="*/ 180835 w 361674"/>
                <a:gd name="connsiteY0" fmla="*/ 349204 h 361333"/>
                <a:gd name="connsiteX1" fmla="*/ 12780 w 361674"/>
                <a:gd name="connsiteY1" fmla="*/ 181305 h 361333"/>
                <a:gd name="connsiteX2" fmla="*/ 180835 w 361674"/>
                <a:gd name="connsiteY2" fmla="*/ 13406 h 361333"/>
                <a:gd name="connsiteX3" fmla="*/ 348890 w 361674"/>
                <a:gd name="connsiteY3" fmla="*/ 181305 h 361333"/>
                <a:gd name="connsiteX4" fmla="*/ 180835 w 361674"/>
                <a:gd name="connsiteY4" fmla="*/ 349204 h 361333"/>
                <a:gd name="connsiteX5" fmla="*/ 180835 w 361674"/>
                <a:gd name="connsiteY5" fmla="*/ 0 h 361333"/>
                <a:gd name="connsiteX6" fmla="*/ 0 w 361674"/>
                <a:gd name="connsiteY6" fmla="*/ 180667 h 361333"/>
                <a:gd name="connsiteX7" fmla="*/ 180835 w 361674"/>
                <a:gd name="connsiteY7" fmla="*/ 361333 h 361333"/>
                <a:gd name="connsiteX8" fmla="*/ 361670 w 361674"/>
                <a:gd name="connsiteY8" fmla="*/ 180667 h 361333"/>
                <a:gd name="connsiteX9" fmla="*/ 180835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30" y="273234"/>
                    <a:pt x="273489" y="349204"/>
                    <a:pt x="180835" y="349204"/>
                  </a:cubicBezTo>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10" y="81077"/>
                    <a:pt x="281157" y="0"/>
                    <a:pt x="180835" y="0"/>
                  </a:cubicBezTo>
                </a:path>
              </a:pathLst>
            </a:custGeom>
            <a:solidFill>
              <a:srgbClr val="00A3E0"/>
            </a:solidFill>
            <a:ln w="6390" cap="flat">
              <a:noFill/>
              <a:prstDash val="solid"/>
              <a:miter/>
            </a:ln>
          </p:spPr>
          <p:txBody>
            <a:bodyPr rtlCol="0" anchor="ctr"/>
            <a:lstStyle/>
            <a:p>
              <a:endParaRPr lang="en-US"/>
            </a:p>
          </p:txBody>
        </p:sp>
        <p:sp>
          <p:nvSpPr>
            <p:cNvPr id="749" name="Graphic 4">
              <a:extLst>
                <a:ext uri="{FF2B5EF4-FFF2-40B4-BE49-F238E27FC236}">
                  <a16:creationId xmlns:a16="http://schemas.microsoft.com/office/drawing/2014/main" id="{074B71B1-339A-A949-A8F9-A302D428CC7D}"/>
                </a:ext>
              </a:extLst>
            </p:cNvPr>
            <p:cNvSpPr/>
            <p:nvPr/>
          </p:nvSpPr>
          <p:spPr>
            <a:xfrm>
              <a:off x="4766893" y="994787"/>
              <a:ext cx="150802" cy="206841"/>
            </a:xfrm>
            <a:custGeom>
              <a:avLst/>
              <a:gdLst>
                <a:gd name="connsiteX0" fmla="*/ 138022 w 150802"/>
                <a:gd name="connsiteY0" fmla="*/ 187689 h 206841"/>
                <a:gd name="connsiteX1" fmla="*/ 131633 w 150802"/>
                <a:gd name="connsiteY1" fmla="*/ 194073 h 206841"/>
                <a:gd name="connsiteX2" fmla="*/ 19170 w 150802"/>
                <a:gd name="connsiteY2" fmla="*/ 194073 h 206841"/>
                <a:gd name="connsiteX3" fmla="*/ 12780 w 150802"/>
                <a:gd name="connsiteY3" fmla="*/ 187689 h 206841"/>
                <a:gd name="connsiteX4" fmla="*/ 12780 w 150802"/>
                <a:gd name="connsiteY4" fmla="*/ 75331 h 206841"/>
                <a:gd name="connsiteX5" fmla="*/ 19170 w 150802"/>
                <a:gd name="connsiteY5" fmla="*/ 68947 h 206841"/>
                <a:gd name="connsiteX6" fmla="*/ 131633 w 150802"/>
                <a:gd name="connsiteY6" fmla="*/ 68947 h 206841"/>
                <a:gd name="connsiteX7" fmla="*/ 138022 w 150802"/>
                <a:gd name="connsiteY7" fmla="*/ 75331 h 206841"/>
                <a:gd name="connsiteX8" fmla="*/ 138022 w 150802"/>
                <a:gd name="connsiteY8" fmla="*/ 187689 h 206841"/>
                <a:gd name="connsiteX9" fmla="*/ 47286 w 150802"/>
                <a:gd name="connsiteY9" fmla="*/ 41496 h 206841"/>
                <a:gd name="connsiteX10" fmla="*/ 103517 w 150802"/>
                <a:gd name="connsiteY10" fmla="*/ 41496 h 206841"/>
                <a:gd name="connsiteX11" fmla="*/ 103517 w 150802"/>
                <a:gd name="connsiteY11" fmla="*/ 42134 h 206841"/>
                <a:gd name="connsiteX12" fmla="*/ 103517 w 150802"/>
                <a:gd name="connsiteY12" fmla="*/ 56179 h 206841"/>
                <a:gd name="connsiteX13" fmla="*/ 103517 w 150802"/>
                <a:gd name="connsiteY13" fmla="*/ 56818 h 206841"/>
                <a:gd name="connsiteX14" fmla="*/ 47286 w 150802"/>
                <a:gd name="connsiteY14" fmla="*/ 56818 h 206841"/>
                <a:gd name="connsiteX15" fmla="*/ 47286 w 150802"/>
                <a:gd name="connsiteY15" fmla="*/ 56179 h 206841"/>
                <a:gd name="connsiteX16" fmla="*/ 47286 w 150802"/>
                <a:gd name="connsiteY16" fmla="*/ 41496 h 206841"/>
                <a:gd name="connsiteX17" fmla="*/ 47286 w 150802"/>
                <a:gd name="connsiteY17" fmla="*/ 41496 h 206841"/>
                <a:gd name="connsiteX18" fmla="*/ 26838 w 150802"/>
                <a:gd name="connsiteY18" fmla="*/ 21706 h 206841"/>
                <a:gd name="connsiteX19" fmla="*/ 27477 w 150802"/>
                <a:gd name="connsiteY19" fmla="*/ 14045 h 206841"/>
                <a:gd name="connsiteX20" fmla="*/ 41535 w 150802"/>
                <a:gd name="connsiteY20" fmla="*/ 14045 h 206841"/>
                <a:gd name="connsiteX21" fmla="*/ 41535 w 150802"/>
                <a:gd name="connsiteY21" fmla="*/ 14683 h 206841"/>
                <a:gd name="connsiteX22" fmla="*/ 41535 w 150802"/>
                <a:gd name="connsiteY22" fmla="*/ 28728 h 206841"/>
                <a:gd name="connsiteX23" fmla="*/ 41535 w 150802"/>
                <a:gd name="connsiteY23" fmla="*/ 29366 h 206841"/>
                <a:gd name="connsiteX24" fmla="*/ 26838 w 150802"/>
                <a:gd name="connsiteY24" fmla="*/ 29366 h 206841"/>
                <a:gd name="connsiteX25" fmla="*/ 26838 w 150802"/>
                <a:gd name="connsiteY25" fmla="*/ 21706 h 206841"/>
                <a:gd name="connsiteX26" fmla="*/ 123965 w 150802"/>
                <a:gd name="connsiteY26" fmla="*/ 21706 h 206841"/>
                <a:gd name="connsiteX27" fmla="*/ 123965 w 150802"/>
                <a:gd name="connsiteY27" fmla="*/ 29366 h 206841"/>
                <a:gd name="connsiteX28" fmla="*/ 109268 w 150802"/>
                <a:gd name="connsiteY28" fmla="*/ 29366 h 206841"/>
                <a:gd name="connsiteX29" fmla="*/ 109268 w 150802"/>
                <a:gd name="connsiteY29" fmla="*/ 28728 h 206841"/>
                <a:gd name="connsiteX30" fmla="*/ 109268 w 150802"/>
                <a:gd name="connsiteY30" fmla="*/ 14683 h 206841"/>
                <a:gd name="connsiteX31" fmla="*/ 109268 w 150802"/>
                <a:gd name="connsiteY31" fmla="*/ 14045 h 206841"/>
                <a:gd name="connsiteX32" fmla="*/ 123326 w 150802"/>
                <a:gd name="connsiteY32" fmla="*/ 14045 h 206841"/>
                <a:gd name="connsiteX33" fmla="*/ 123965 w 150802"/>
                <a:gd name="connsiteY33" fmla="*/ 21706 h 206841"/>
                <a:gd name="connsiteX34" fmla="*/ 81791 w 150802"/>
                <a:gd name="connsiteY34" fmla="*/ 14045 h 206841"/>
                <a:gd name="connsiteX35" fmla="*/ 96488 w 150802"/>
                <a:gd name="connsiteY35" fmla="*/ 14045 h 206841"/>
                <a:gd name="connsiteX36" fmla="*/ 96488 w 150802"/>
                <a:gd name="connsiteY36" fmla="*/ 14683 h 206841"/>
                <a:gd name="connsiteX37" fmla="*/ 96488 w 150802"/>
                <a:gd name="connsiteY37" fmla="*/ 28728 h 206841"/>
                <a:gd name="connsiteX38" fmla="*/ 96488 w 150802"/>
                <a:gd name="connsiteY38" fmla="*/ 29366 h 206841"/>
                <a:gd name="connsiteX39" fmla="*/ 81791 w 150802"/>
                <a:gd name="connsiteY39" fmla="*/ 29366 h 206841"/>
                <a:gd name="connsiteX40" fmla="*/ 81791 w 150802"/>
                <a:gd name="connsiteY40" fmla="*/ 28728 h 206841"/>
                <a:gd name="connsiteX41" fmla="*/ 81791 w 150802"/>
                <a:gd name="connsiteY41" fmla="*/ 14045 h 206841"/>
                <a:gd name="connsiteX42" fmla="*/ 81791 w 150802"/>
                <a:gd name="connsiteY42" fmla="*/ 14045 h 206841"/>
                <a:gd name="connsiteX43" fmla="*/ 54314 w 150802"/>
                <a:gd name="connsiteY43" fmla="*/ 14045 h 206841"/>
                <a:gd name="connsiteX44" fmla="*/ 69011 w 150802"/>
                <a:gd name="connsiteY44" fmla="*/ 14045 h 206841"/>
                <a:gd name="connsiteX45" fmla="*/ 69011 w 150802"/>
                <a:gd name="connsiteY45" fmla="*/ 14683 h 206841"/>
                <a:gd name="connsiteX46" fmla="*/ 69011 w 150802"/>
                <a:gd name="connsiteY46" fmla="*/ 28728 h 206841"/>
                <a:gd name="connsiteX47" fmla="*/ 69011 w 150802"/>
                <a:gd name="connsiteY47" fmla="*/ 29366 h 206841"/>
                <a:gd name="connsiteX48" fmla="*/ 54314 w 150802"/>
                <a:gd name="connsiteY48" fmla="*/ 29366 h 206841"/>
                <a:gd name="connsiteX49" fmla="*/ 54314 w 150802"/>
                <a:gd name="connsiteY49" fmla="*/ 28728 h 206841"/>
                <a:gd name="connsiteX50" fmla="*/ 54314 w 150802"/>
                <a:gd name="connsiteY50" fmla="*/ 14045 h 206841"/>
                <a:gd name="connsiteX51" fmla="*/ 54314 w 150802"/>
                <a:gd name="connsiteY51" fmla="*/ 14045 h 206841"/>
                <a:gd name="connsiteX52" fmla="*/ 131633 w 150802"/>
                <a:gd name="connsiteY52" fmla="*/ 56179 h 206841"/>
                <a:gd name="connsiteX53" fmla="*/ 116297 w 150802"/>
                <a:gd name="connsiteY53" fmla="*/ 56179 h 206841"/>
                <a:gd name="connsiteX54" fmla="*/ 116297 w 150802"/>
                <a:gd name="connsiteY54" fmla="*/ 55541 h 206841"/>
                <a:gd name="connsiteX55" fmla="*/ 116297 w 150802"/>
                <a:gd name="connsiteY55" fmla="*/ 41496 h 206841"/>
                <a:gd name="connsiteX56" fmla="*/ 116297 w 150802"/>
                <a:gd name="connsiteY56" fmla="*/ 40858 h 206841"/>
                <a:gd name="connsiteX57" fmla="*/ 130355 w 150802"/>
                <a:gd name="connsiteY57" fmla="*/ 40858 h 206841"/>
                <a:gd name="connsiteX58" fmla="*/ 136745 w 150802"/>
                <a:gd name="connsiteY58" fmla="*/ 34474 h 206841"/>
                <a:gd name="connsiteX59" fmla="*/ 136745 w 150802"/>
                <a:gd name="connsiteY59" fmla="*/ 20429 h 206841"/>
                <a:gd name="connsiteX60" fmla="*/ 123326 w 150802"/>
                <a:gd name="connsiteY60" fmla="*/ 0 h 206841"/>
                <a:gd name="connsiteX61" fmla="*/ 26838 w 150802"/>
                <a:gd name="connsiteY61" fmla="*/ 0 h 206841"/>
                <a:gd name="connsiteX62" fmla="*/ 13419 w 150802"/>
                <a:gd name="connsiteY62" fmla="*/ 20429 h 206841"/>
                <a:gd name="connsiteX63" fmla="*/ 13419 w 150802"/>
                <a:gd name="connsiteY63" fmla="*/ 34474 h 206841"/>
                <a:gd name="connsiteX64" fmla="*/ 19809 w 150802"/>
                <a:gd name="connsiteY64" fmla="*/ 40858 h 206841"/>
                <a:gd name="connsiteX65" fmla="*/ 33867 w 150802"/>
                <a:gd name="connsiteY65" fmla="*/ 40858 h 206841"/>
                <a:gd name="connsiteX66" fmla="*/ 33867 w 150802"/>
                <a:gd name="connsiteY66" fmla="*/ 41496 h 206841"/>
                <a:gd name="connsiteX67" fmla="*/ 33867 w 150802"/>
                <a:gd name="connsiteY67" fmla="*/ 55541 h 206841"/>
                <a:gd name="connsiteX68" fmla="*/ 33867 w 150802"/>
                <a:gd name="connsiteY68" fmla="*/ 56179 h 206841"/>
                <a:gd name="connsiteX69" fmla="*/ 19170 w 150802"/>
                <a:gd name="connsiteY69" fmla="*/ 56179 h 206841"/>
                <a:gd name="connsiteX70" fmla="*/ 0 w 150802"/>
                <a:gd name="connsiteY70" fmla="*/ 75331 h 206841"/>
                <a:gd name="connsiteX71" fmla="*/ 0 w 150802"/>
                <a:gd name="connsiteY71" fmla="*/ 187689 h 206841"/>
                <a:gd name="connsiteX72" fmla="*/ 19170 w 150802"/>
                <a:gd name="connsiteY72" fmla="*/ 206841 h 206841"/>
                <a:gd name="connsiteX73" fmla="*/ 131633 w 150802"/>
                <a:gd name="connsiteY73" fmla="*/ 206841 h 206841"/>
                <a:gd name="connsiteX74" fmla="*/ 150802 w 150802"/>
                <a:gd name="connsiteY74" fmla="*/ 187689 h 206841"/>
                <a:gd name="connsiteX75" fmla="*/ 150802 w 150802"/>
                <a:gd name="connsiteY75" fmla="*/ 75331 h 206841"/>
                <a:gd name="connsiteX76" fmla="*/ 131633 w 150802"/>
                <a:gd name="connsiteY76" fmla="*/ 56179 h 206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50802" h="206841">
                  <a:moveTo>
                    <a:pt x="138022" y="187689"/>
                  </a:moveTo>
                  <a:cubicBezTo>
                    <a:pt x="138022" y="191519"/>
                    <a:pt x="135467" y="194073"/>
                    <a:pt x="131633" y="194073"/>
                  </a:cubicBezTo>
                  <a:lnTo>
                    <a:pt x="19170" y="194073"/>
                  </a:lnTo>
                  <a:cubicBezTo>
                    <a:pt x="15336" y="194073"/>
                    <a:pt x="12780" y="191519"/>
                    <a:pt x="12780" y="187689"/>
                  </a:cubicBezTo>
                  <a:lnTo>
                    <a:pt x="12780" y="75331"/>
                  </a:lnTo>
                  <a:cubicBezTo>
                    <a:pt x="12780" y="71501"/>
                    <a:pt x="15336" y="68947"/>
                    <a:pt x="19170" y="68947"/>
                  </a:cubicBezTo>
                  <a:lnTo>
                    <a:pt x="131633" y="68947"/>
                  </a:lnTo>
                  <a:cubicBezTo>
                    <a:pt x="135467" y="68947"/>
                    <a:pt x="138022" y="71501"/>
                    <a:pt x="138022" y="75331"/>
                  </a:cubicBezTo>
                  <a:lnTo>
                    <a:pt x="138022" y="187689"/>
                  </a:lnTo>
                  <a:close/>
                  <a:moveTo>
                    <a:pt x="47286" y="41496"/>
                  </a:moveTo>
                  <a:lnTo>
                    <a:pt x="103517" y="41496"/>
                  </a:lnTo>
                  <a:cubicBezTo>
                    <a:pt x="103517" y="41496"/>
                    <a:pt x="103517" y="41496"/>
                    <a:pt x="103517" y="42134"/>
                  </a:cubicBezTo>
                  <a:lnTo>
                    <a:pt x="103517" y="56179"/>
                  </a:lnTo>
                  <a:cubicBezTo>
                    <a:pt x="103517" y="56179"/>
                    <a:pt x="103517" y="56179"/>
                    <a:pt x="103517" y="56818"/>
                  </a:cubicBezTo>
                  <a:lnTo>
                    <a:pt x="47286" y="56818"/>
                  </a:lnTo>
                  <a:cubicBezTo>
                    <a:pt x="47286" y="56818"/>
                    <a:pt x="47286" y="56818"/>
                    <a:pt x="47286" y="56179"/>
                  </a:cubicBezTo>
                  <a:lnTo>
                    <a:pt x="47286" y="41496"/>
                  </a:lnTo>
                  <a:cubicBezTo>
                    <a:pt x="47286" y="42134"/>
                    <a:pt x="47286" y="42134"/>
                    <a:pt x="47286" y="41496"/>
                  </a:cubicBezTo>
                  <a:moveTo>
                    <a:pt x="26838" y="21706"/>
                  </a:moveTo>
                  <a:cubicBezTo>
                    <a:pt x="26838" y="17237"/>
                    <a:pt x="27477" y="15322"/>
                    <a:pt x="27477" y="14045"/>
                  </a:cubicBezTo>
                  <a:lnTo>
                    <a:pt x="41535" y="14045"/>
                  </a:lnTo>
                  <a:cubicBezTo>
                    <a:pt x="41535" y="14045"/>
                    <a:pt x="41535" y="14045"/>
                    <a:pt x="41535" y="14683"/>
                  </a:cubicBezTo>
                  <a:lnTo>
                    <a:pt x="41535" y="28728"/>
                  </a:lnTo>
                  <a:cubicBezTo>
                    <a:pt x="41535" y="28728"/>
                    <a:pt x="41535" y="29366"/>
                    <a:pt x="41535" y="29366"/>
                  </a:cubicBezTo>
                  <a:lnTo>
                    <a:pt x="26838" y="29366"/>
                  </a:lnTo>
                  <a:lnTo>
                    <a:pt x="26838" y="21706"/>
                  </a:lnTo>
                  <a:close/>
                  <a:moveTo>
                    <a:pt x="123965" y="21706"/>
                  </a:moveTo>
                  <a:lnTo>
                    <a:pt x="123965" y="29366"/>
                  </a:lnTo>
                  <a:lnTo>
                    <a:pt x="109268" y="29366"/>
                  </a:lnTo>
                  <a:cubicBezTo>
                    <a:pt x="109268" y="29366"/>
                    <a:pt x="109268" y="29366"/>
                    <a:pt x="109268" y="28728"/>
                  </a:cubicBezTo>
                  <a:lnTo>
                    <a:pt x="109268" y="14683"/>
                  </a:lnTo>
                  <a:cubicBezTo>
                    <a:pt x="109268" y="14683"/>
                    <a:pt x="109268" y="14045"/>
                    <a:pt x="109268" y="14045"/>
                  </a:cubicBezTo>
                  <a:lnTo>
                    <a:pt x="123326" y="14045"/>
                  </a:lnTo>
                  <a:cubicBezTo>
                    <a:pt x="123965" y="14683"/>
                    <a:pt x="123965" y="16598"/>
                    <a:pt x="123965" y="21706"/>
                  </a:cubicBezTo>
                  <a:moveTo>
                    <a:pt x="81791" y="14045"/>
                  </a:moveTo>
                  <a:lnTo>
                    <a:pt x="96488" y="14045"/>
                  </a:lnTo>
                  <a:cubicBezTo>
                    <a:pt x="96488" y="14045"/>
                    <a:pt x="96488" y="14045"/>
                    <a:pt x="96488" y="14683"/>
                  </a:cubicBezTo>
                  <a:lnTo>
                    <a:pt x="96488" y="28728"/>
                  </a:lnTo>
                  <a:cubicBezTo>
                    <a:pt x="96488" y="28728"/>
                    <a:pt x="96488" y="29366"/>
                    <a:pt x="96488" y="29366"/>
                  </a:cubicBezTo>
                  <a:lnTo>
                    <a:pt x="81791" y="29366"/>
                  </a:lnTo>
                  <a:cubicBezTo>
                    <a:pt x="81791" y="29366"/>
                    <a:pt x="81791" y="29366"/>
                    <a:pt x="81791" y="28728"/>
                  </a:cubicBezTo>
                  <a:lnTo>
                    <a:pt x="81791" y="14045"/>
                  </a:lnTo>
                  <a:cubicBezTo>
                    <a:pt x="81791" y="14683"/>
                    <a:pt x="81791" y="14683"/>
                    <a:pt x="81791" y="14045"/>
                  </a:cubicBezTo>
                  <a:moveTo>
                    <a:pt x="54314" y="14045"/>
                  </a:moveTo>
                  <a:lnTo>
                    <a:pt x="69011" y="14045"/>
                  </a:lnTo>
                  <a:cubicBezTo>
                    <a:pt x="69011" y="14045"/>
                    <a:pt x="69011" y="14045"/>
                    <a:pt x="69011" y="14683"/>
                  </a:cubicBezTo>
                  <a:lnTo>
                    <a:pt x="69011" y="28728"/>
                  </a:lnTo>
                  <a:cubicBezTo>
                    <a:pt x="69011" y="28728"/>
                    <a:pt x="69011" y="29366"/>
                    <a:pt x="69011" y="29366"/>
                  </a:cubicBezTo>
                  <a:lnTo>
                    <a:pt x="54314" y="29366"/>
                  </a:lnTo>
                  <a:cubicBezTo>
                    <a:pt x="54314" y="29366"/>
                    <a:pt x="54314" y="29366"/>
                    <a:pt x="54314" y="28728"/>
                  </a:cubicBezTo>
                  <a:lnTo>
                    <a:pt x="54314" y="14045"/>
                  </a:lnTo>
                  <a:cubicBezTo>
                    <a:pt x="54314" y="14683"/>
                    <a:pt x="54314" y="14683"/>
                    <a:pt x="54314" y="14045"/>
                  </a:cubicBezTo>
                  <a:moveTo>
                    <a:pt x="131633" y="56179"/>
                  </a:moveTo>
                  <a:lnTo>
                    <a:pt x="116297" y="56179"/>
                  </a:lnTo>
                  <a:cubicBezTo>
                    <a:pt x="116297" y="56179"/>
                    <a:pt x="116297" y="56179"/>
                    <a:pt x="116297" y="55541"/>
                  </a:cubicBezTo>
                  <a:lnTo>
                    <a:pt x="116297" y="41496"/>
                  </a:lnTo>
                  <a:cubicBezTo>
                    <a:pt x="116297" y="41496"/>
                    <a:pt x="116297" y="40858"/>
                    <a:pt x="116297" y="40858"/>
                  </a:cubicBezTo>
                  <a:lnTo>
                    <a:pt x="130355" y="40858"/>
                  </a:lnTo>
                  <a:cubicBezTo>
                    <a:pt x="134189" y="40858"/>
                    <a:pt x="136745" y="38304"/>
                    <a:pt x="136745" y="34474"/>
                  </a:cubicBezTo>
                  <a:lnTo>
                    <a:pt x="136745" y="20429"/>
                  </a:lnTo>
                  <a:cubicBezTo>
                    <a:pt x="136745" y="7022"/>
                    <a:pt x="132272" y="0"/>
                    <a:pt x="123326" y="0"/>
                  </a:cubicBezTo>
                  <a:lnTo>
                    <a:pt x="26838" y="0"/>
                  </a:lnTo>
                  <a:cubicBezTo>
                    <a:pt x="17892" y="0"/>
                    <a:pt x="13419" y="7022"/>
                    <a:pt x="13419" y="20429"/>
                  </a:cubicBezTo>
                  <a:lnTo>
                    <a:pt x="13419" y="34474"/>
                  </a:lnTo>
                  <a:cubicBezTo>
                    <a:pt x="13419" y="38304"/>
                    <a:pt x="15975" y="40858"/>
                    <a:pt x="19809" y="40858"/>
                  </a:cubicBezTo>
                  <a:lnTo>
                    <a:pt x="33867" y="40858"/>
                  </a:lnTo>
                  <a:cubicBezTo>
                    <a:pt x="33867" y="40858"/>
                    <a:pt x="33867" y="40858"/>
                    <a:pt x="33867" y="41496"/>
                  </a:cubicBezTo>
                  <a:lnTo>
                    <a:pt x="33867" y="55541"/>
                  </a:lnTo>
                  <a:cubicBezTo>
                    <a:pt x="33867" y="55541"/>
                    <a:pt x="33867" y="55541"/>
                    <a:pt x="33867" y="56179"/>
                  </a:cubicBezTo>
                  <a:lnTo>
                    <a:pt x="19170" y="56179"/>
                  </a:lnTo>
                  <a:cubicBezTo>
                    <a:pt x="8307" y="56179"/>
                    <a:pt x="0" y="64478"/>
                    <a:pt x="0" y="75331"/>
                  </a:cubicBezTo>
                  <a:lnTo>
                    <a:pt x="0" y="187689"/>
                  </a:lnTo>
                  <a:cubicBezTo>
                    <a:pt x="0" y="198542"/>
                    <a:pt x="8307" y="206841"/>
                    <a:pt x="19170" y="206841"/>
                  </a:cubicBezTo>
                  <a:lnTo>
                    <a:pt x="131633" y="206841"/>
                  </a:lnTo>
                  <a:cubicBezTo>
                    <a:pt x="142496" y="206841"/>
                    <a:pt x="150802" y="198542"/>
                    <a:pt x="150802" y="187689"/>
                  </a:cubicBezTo>
                  <a:lnTo>
                    <a:pt x="150802" y="75331"/>
                  </a:lnTo>
                  <a:cubicBezTo>
                    <a:pt x="150802" y="65117"/>
                    <a:pt x="141857" y="56179"/>
                    <a:pt x="131633" y="56179"/>
                  </a:cubicBezTo>
                </a:path>
              </a:pathLst>
            </a:custGeom>
            <a:solidFill>
              <a:srgbClr val="00A3E0"/>
            </a:solidFill>
            <a:ln w="6390" cap="flat">
              <a:noFill/>
              <a:prstDash val="solid"/>
              <a:miter/>
            </a:ln>
          </p:spPr>
          <p:txBody>
            <a:bodyPr rtlCol="0" anchor="ctr"/>
            <a:lstStyle/>
            <a:p>
              <a:endParaRPr lang="en-US"/>
            </a:p>
          </p:txBody>
        </p:sp>
        <p:sp>
          <p:nvSpPr>
            <p:cNvPr id="750" name="Graphic 4">
              <a:extLst>
                <a:ext uri="{FF2B5EF4-FFF2-40B4-BE49-F238E27FC236}">
                  <a16:creationId xmlns:a16="http://schemas.microsoft.com/office/drawing/2014/main" id="{25F39971-2A0A-0744-AB11-FC7A738F38D2}"/>
                </a:ext>
              </a:extLst>
            </p:cNvPr>
            <p:cNvSpPr/>
            <p:nvPr/>
          </p:nvSpPr>
          <p:spPr>
            <a:xfrm>
              <a:off x="4801398" y="1085439"/>
              <a:ext cx="81791" cy="81714"/>
            </a:xfrm>
            <a:custGeom>
              <a:avLst/>
              <a:gdLst>
                <a:gd name="connsiteX0" fmla="*/ 75401 w 81791"/>
                <a:gd name="connsiteY0" fmla="*/ 34474 h 81714"/>
                <a:gd name="connsiteX1" fmla="*/ 47285 w 81791"/>
                <a:gd name="connsiteY1" fmla="*/ 34474 h 81714"/>
                <a:gd name="connsiteX2" fmla="*/ 47285 w 81791"/>
                <a:gd name="connsiteY2" fmla="*/ 6384 h 81714"/>
                <a:gd name="connsiteX3" fmla="*/ 40895 w 81791"/>
                <a:gd name="connsiteY3" fmla="*/ 0 h 81714"/>
                <a:gd name="connsiteX4" fmla="*/ 34505 w 81791"/>
                <a:gd name="connsiteY4" fmla="*/ 6384 h 81714"/>
                <a:gd name="connsiteX5" fmla="*/ 34505 w 81791"/>
                <a:gd name="connsiteY5" fmla="*/ 34474 h 81714"/>
                <a:gd name="connsiteX6" fmla="*/ 6390 w 81791"/>
                <a:gd name="connsiteY6" fmla="*/ 34474 h 81714"/>
                <a:gd name="connsiteX7" fmla="*/ 0 w 81791"/>
                <a:gd name="connsiteY7" fmla="*/ 40858 h 81714"/>
                <a:gd name="connsiteX8" fmla="*/ 6390 w 81791"/>
                <a:gd name="connsiteY8" fmla="*/ 47242 h 81714"/>
                <a:gd name="connsiteX9" fmla="*/ 34505 w 81791"/>
                <a:gd name="connsiteY9" fmla="*/ 47242 h 81714"/>
                <a:gd name="connsiteX10" fmla="*/ 34505 w 81791"/>
                <a:gd name="connsiteY10" fmla="*/ 75331 h 81714"/>
                <a:gd name="connsiteX11" fmla="*/ 40895 w 81791"/>
                <a:gd name="connsiteY11" fmla="*/ 81715 h 81714"/>
                <a:gd name="connsiteX12" fmla="*/ 47285 w 81791"/>
                <a:gd name="connsiteY12" fmla="*/ 75331 h 81714"/>
                <a:gd name="connsiteX13" fmla="*/ 47285 w 81791"/>
                <a:gd name="connsiteY13" fmla="*/ 47242 h 81714"/>
                <a:gd name="connsiteX14" fmla="*/ 75401 w 81791"/>
                <a:gd name="connsiteY14" fmla="*/ 47242 h 81714"/>
                <a:gd name="connsiteX15" fmla="*/ 81791 w 81791"/>
                <a:gd name="connsiteY15" fmla="*/ 40858 h 81714"/>
                <a:gd name="connsiteX16" fmla="*/ 75401 w 81791"/>
                <a:gd name="connsiteY16" fmla="*/ 34474 h 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791" h="81714">
                  <a:moveTo>
                    <a:pt x="75401" y="34474"/>
                  </a:moveTo>
                  <a:lnTo>
                    <a:pt x="47285" y="34474"/>
                  </a:lnTo>
                  <a:lnTo>
                    <a:pt x="47285" y="6384"/>
                  </a:lnTo>
                  <a:cubicBezTo>
                    <a:pt x="47285" y="2554"/>
                    <a:pt x="44730" y="0"/>
                    <a:pt x="40895" y="0"/>
                  </a:cubicBezTo>
                  <a:cubicBezTo>
                    <a:pt x="37062" y="0"/>
                    <a:pt x="34505" y="2554"/>
                    <a:pt x="34505" y="6384"/>
                  </a:cubicBezTo>
                  <a:lnTo>
                    <a:pt x="34505" y="34474"/>
                  </a:lnTo>
                  <a:lnTo>
                    <a:pt x="6390" y="34474"/>
                  </a:lnTo>
                  <a:cubicBezTo>
                    <a:pt x="2556" y="34474"/>
                    <a:pt x="0" y="37027"/>
                    <a:pt x="0" y="40858"/>
                  </a:cubicBezTo>
                  <a:cubicBezTo>
                    <a:pt x="0" y="44688"/>
                    <a:pt x="2556" y="47242"/>
                    <a:pt x="6390" y="47242"/>
                  </a:cubicBezTo>
                  <a:lnTo>
                    <a:pt x="34505" y="47242"/>
                  </a:lnTo>
                  <a:lnTo>
                    <a:pt x="34505" y="75331"/>
                  </a:lnTo>
                  <a:cubicBezTo>
                    <a:pt x="34505" y="79161"/>
                    <a:pt x="37062" y="81715"/>
                    <a:pt x="40895" y="81715"/>
                  </a:cubicBezTo>
                  <a:cubicBezTo>
                    <a:pt x="44730" y="81715"/>
                    <a:pt x="47285" y="79161"/>
                    <a:pt x="47285" y="75331"/>
                  </a:cubicBezTo>
                  <a:lnTo>
                    <a:pt x="47285" y="47242"/>
                  </a:lnTo>
                  <a:lnTo>
                    <a:pt x="75401" y="47242"/>
                  </a:lnTo>
                  <a:cubicBezTo>
                    <a:pt x="79235" y="47242"/>
                    <a:pt x="81791" y="44688"/>
                    <a:pt x="81791" y="40858"/>
                  </a:cubicBezTo>
                  <a:cubicBezTo>
                    <a:pt x="81791" y="37666"/>
                    <a:pt x="78596" y="34474"/>
                    <a:pt x="75401" y="34474"/>
                  </a:cubicBezTo>
                </a:path>
              </a:pathLst>
            </a:custGeom>
            <a:solidFill>
              <a:srgbClr val="00A3E0"/>
            </a:solidFill>
            <a:ln w="6390" cap="flat">
              <a:noFill/>
              <a:prstDash val="solid"/>
              <a:miter/>
            </a:ln>
          </p:spPr>
          <p:txBody>
            <a:bodyPr rtlCol="0" anchor="ctr"/>
            <a:lstStyle/>
            <a:p>
              <a:endParaRPr lang="en-US"/>
            </a:p>
          </p:txBody>
        </p:sp>
      </p:grpSp>
      <p:grpSp>
        <p:nvGrpSpPr>
          <p:cNvPr id="751" name="Graphic 4">
            <a:extLst>
              <a:ext uri="{FF2B5EF4-FFF2-40B4-BE49-F238E27FC236}">
                <a16:creationId xmlns:a16="http://schemas.microsoft.com/office/drawing/2014/main" id="{DB1D7A98-D38C-904C-AB35-DBB841A08B4D}"/>
              </a:ext>
            </a:extLst>
          </p:cNvPr>
          <p:cNvGrpSpPr/>
          <p:nvPr/>
        </p:nvGrpSpPr>
        <p:grpSpPr>
          <a:xfrm>
            <a:off x="5024289" y="1893013"/>
            <a:ext cx="361674" cy="361333"/>
            <a:chOff x="4661459" y="1893013"/>
            <a:chExt cx="361674" cy="361333"/>
          </a:xfrm>
          <a:solidFill>
            <a:srgbClr val="00A3E0"/>
          </a:solidFill>
        </p:grpSpPr>
        <p:sp>
          <p:nvSpPr>
            <p:cNvPr id="752" name="Graphic 4">
              <a:extLst>
                <a:ext uri="{FF2B5EF4-FFF2-40B4-BE49-F238E27FC236}">
                  <a16:creationId xmlns:a16="http://schemas.microsoft.com/office/drawing/2014/main" id="{4CABC8FC-E4B9-E544-BF9E-9B1C384FA1DD}"/>
                </a:ext>
              </a:extLst>
            </p:cNvPr>
            <p:cNvSpPr/>
            <p:nvPr/>
          </p:nvSpPr>
          <p:spPr>
            <a:xfrm>
              <a:off x="4661459" y="1893013"/>
              <a:ext cx="361674" cy="361333"/>
            </a:xfrm>
            <a:custGeom>
              <a:avLst/>
              <a:gdLst>
                <a:gd name="connsiteX0" fmla="*/ 180835 w 361674"/>
                <a:gd name="connsiteY0" fmla="*/ 349204 h 361333"/>
                <a:gd name="connsiteX1" fmla="*/ 12780 w 361674"/>
                <a:gd name="connsiteY1" fmla="*/ 181305 h 361333"/>
                <a:gd name="connsiteX2" fmla="*/ 180835 w 361674"/>
                <a:gd name="connsiteY2" fmla="*/ 13406 h 361333"/>
                <a:gd name="connsiteX3" fmla="*/ 348890 w 361674"/>
                <a:gd name="connsiteY3" fmla="*/ 181305 h 361333"/>
                <a:gd name="connsiteX4" fmla="*/ 180835 w 361674"/>
                <a:gd name="connsiteY4" fmla="*/ 349204 h 361333"/>
                <a:gd name="connsiteX5" fmla="*/ 180835 w 361674"/>
                <a:gd name="connsiteY5" fmla="*/ 0 h 361333"/>
                <a:gd name="connsiteX6" fmla="*/ 0 w 361674"/>
                <a:gd name="connsiteY6" fmla="*/ 180667 h 361333"/>
                <a:gd name="connsiteX7" fmla="*/ 180835 w 361674"/>
                <a:gd name="connsiteY7" fmla="*/ 361333 h 361333"/>
                <a:gd name="connsiteX8" fmla="*/ 361670 w 361674"/>
                <a:gd name="connsiteY8" fmla="*/ 180667 h 361333"/>
                <a:gd name="connsiteX9" fmla="*/ 180835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30" y="273873"/>
                    <a:pt x="273489" y="349204"/>
                    <a:pt x="180835" y="349204"/>
                  </a:cubicBezTo>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10" y="81077"/>
                    <a:pt x="281157" y="0"/>
                    <a:pt x="180835" y="0"/>
                  </a:cubicBezTo>
                </a:path>
              </a:pathLst>
            </a:custGeom>
            <a:solidFill>
              <a:srgbClr val="00A3E0"/>
            </a:solidFill>
            <a:ln w="6390" cap="flat">
              <a:noFill/>
              <a:prstDash val="solid"/>
              <a:miter/>
            </a:ln>
          </p:spPr>
          <p:txBody>
            <a:bodyPr rtlCol="0" anchor="ctr"/>
            <a:lstStyle/>
            <a:p>
              <a:endParaRPr lang="en-US"/>
            </a:p>
          </p:txBody>
        </p:sp>
        <p:sp>
          <p:nvSpPr>
            <p:cNvPr id="753" name="Graphic 4">
              <a:extLst>
                <a:ext uri="{FF2B5EF4-FFF2-40B4-BE49-F238E27FC236}">
                  <a16:creationId xmlns:a16="http://schemas.microsoft.com/office/drawing/2014/main" id="{7A8BC312-1CEB-A84A-AE85-F61BFFF2544C}"/>
                </a:ext>
              </a:extLst>
            </p:cNvPr>
            <p:cNvSpPr/>
            <p:nvPr/>
          </p:nvSpPr>
          <p:spPr>
            <a:xfrm>
              <a:off x="4746445" y="1977920"/>
              <a:ext cx="191698" cy="191519"/>
            </a:xfrm>
            <a:custGeom>
              <a:avLst/>
              <a:gdLst>
                <a:gd name="connsiteX0" fmla="*/ 111185 w 191698"/>
                <a:gd name="connsiteY0" fmla="*/ 167260 h 191519"/>
                <a:gd name="connsiteX1" fmla="*/ 107351 w 191698"/>
                <a:gd name="connsiteY1" fmla="*/ 163430 h 191519"/>
                <a:gd name="connsiteX2" fmla="*/ 170611 w 191698"/>
                <a:gd name="connsiteY2" fmla="*/ 163430 h 191519"/>
                <a:gd name="connsiteX3" fmla="*/ 167416 w 191698"/>
                <a:gd name="connsiteY3" fmla="*/ 167260 h 191519"/>
                <a:gd name="connsiteX4" fmla="*/ 111185 w 191698"/>
                <a:gd name="connsiteY4" fmla="*/ 167260 h 191519"/>
                <a:gd name="connsiteX5" fmla="*/ 24282 w 191698"/>
                <a:gd name="connsiteY5" fmla="*/ 24259 h 191519"/>
                <a:gd name="connsiteX6" fmla="*/ 80513 w 191698"/>
                <a:gd name="connsiteY6" fmla="*/ 24259 h 191519"/>
                <a:gd name="connsiteX7" fmla="*/ 119492 w 191698"/>
                <a:gd name="connsiteY7" fmla="*/ 63201 h 191519"/>
                <a:gd name="connsiteX8" fmla="*/ 63260 w 191698"/>
                <a:gd name="connsiteY8" fmla="*/ 119380 h 191519"/>
                <a:gd name="connsiteX9" fmla="*/ 24282 w 191698"/>
                <a:gd name="connsiteY9" fmla="*/ 80438 h 191519"/>
                <a:gd name="connsiteX10" fmla="*/ 24282 w 191698"/>
                <a:gd name="connsiteY10" fmla="*/ 24259 h 191519"/>
                <a:gd name="connsiteX11" fmla="*/ 128438 w 191698"/>
                <a:gd name="connsiteY11" fmla="*/ 72777 h 191519"/>
                <a:gd name="connsiteX12" fmla="*/ 145690 w 191698"/>
                <a:gd name="connsiteY12" fmla="*/ 90014 h 191519"/>
                <a:gd name="connsiteX13" fmla="*/ 111185 w 191698"/>
                <a:gd name="connsiteY13" fmla="*/ 90014 h 191519"/>
                <a:gd name="connsiteX14" fmla="*/ 128438 w 191698"/>
                <a:gd name="connsiteY14" fmla="*/ 72777 h 191519"/>
                <a:gd name="connsiteX15" fmla="*/ 173806 w 191698"/>
                <a:gd name="connsiteY15" fmla="*/ 120019 h 191519"/>
                <a:gd name="connsiteX16" fmla="*/ 80513 w 191698"/>
                <a:gd name="connsiteY16" fmla="*/ 120019 h 191519"/>
                <a:gd name="connsiteX17" fmla="*/ 98405 w 191698"/>
                <a:gd name="connsiteY17" fmla="*/ 102144 h 191519"/>
                <a:gd name="connsiteX18" fmla="*/ 158470 w 191698"/>
                <a:gd name="connsiteY18" fmla="*/ 102144 h 191519"/>
                <a:gd name="connsiteX19" fmla="*/ 167416 w 191698"/>
                <a:gd name="connsiteY19" fmla="*/ 111081 h 191519"/>
                <a:gd name="connsiteX20" fmla="*/ 173806 w 191698"/>
                <a:gd name="connsiteY20" fmla="*/ 120019 h 191519"/>
                <a:gd name="connsiteX21" fmla="*/ 95210 w 191698"/>
                <a:gd name="connsiteY21" fmla="*/ 151300 h 191519"/>
                <a:gd name="connsiteX22" fmla="*/ 77318 w 191698"/>
                <a:gd name="connsiteY22" fmla="*/ 133425 h 191519"/>
                <a:gd name="connsiteX23" fmla="*/ 178918 w 191698"/>
                <a:gd name="connsiteY23" fmla="*/ 133425 h 191519"/>
                <a:gd name="connsiteX24" fmla="*/ 177640 w 191698"/>
                <a:gd name="connsiteY24" fmla="*/ 151300 h 191519"/>
                <a:gd name="connsiteX25" fmla="*/ 96488 w 191698"/>
                <a:gd name="connsiteY25" fmla="*/ 151300 h 191519"/>
                <a:gd name="connsiteX26" fmla="*/ 95210 w 191698"/>
                <a:gd name="connsiteY26" fmla="*/ 151300 h 191519"/>
                <a:gd name="connsiteX27" fmla="*/ 132911 w 191698"/>
                <a:gd name="connsiteY27" fmla="*/ 58733 h 191519"/>
                <a:gd name="connsiteX28" fmla="*/ 89459 w 191698"/>
                <a:gd name="connsiteY28" fmla="*/ 15322 h 191519"/>
                <a:gd name="connsiteX29" fmla="*/ 15336 w 191698"/>
                <a:gd name="connsiteY29" fmla="*/ 15322 h 191519"/>
                <a:gd name="connsiteX30" fmla="*/ 15336 w 191698"/>
                <a:gd name="connsiteY30" fmla="*/ 89376 h 191519"/>
                <a:gd name="connsiteX31" fmla="*/ 58787 w 191698"/>
                <a:gd name="connsiteY31" fmla="*/ 132787 h 191519"/>
                <a:gd name="connsiteX32" fmla="*/ 102239 w 191698"/>
                <a:gd name="connsiteY32" fmla="*/ 176198 h 191519"/>
                <a:gd name="connsiteX33" fmla="*/ 139300 w 191698"/>
                <a:gd name="connsiteY33" fmla="*/ 191520 h 191519"/>
                <a:gd name="connsiteX34" fmla="*/ 176362 w 191698"/>
                <a:gd name="connsiteY34" fmla="*/ 176198 h 191519"/>
                <a:gd name="connsiteX35" fmla="*/ 176362 w 191698"/>
                <a:gd name="connsiteY35" fmla="*/ 102144 h 191519"/>
                <a:gd name="connsiteX36" fmla="*/ 132911 w 191698"/>
                <a:gd name="connsiteY36" fmla="*/ 58733 h 191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1698" h="191519">
                  <a:moveTo>
                    <a:pt x="111185" y="167260"/>
                  </a:moveTo>
                  <a:lnTo>
                    <a:pt x="107351" y="163430"/>
                  </a:lnTo>
                  <a:lnTo>
                    <a:pt x="170611" y="163430"/>
                  </a:lnTo>
                  <a:cubicBezTo>
                    <a:pt x="169333" y="164707"/>
                    <a:pt x="168694" y="165984"/>
                    <a:pt x="167416" y="167260"/>
                  </a:cubicBezTo>
                  <a:cubicBezTo>
                    <a:pt x="152080" y="183220"/>
                    <a:pt x="126521" y="183220"/>
                    <a:pt x="111185" y="167260"/>
                  </a:cubicBezTo>
                  <a:moveTo>
                    <a:pt x="24282" y="24259"/>
                  </a:moveTo>
                  <a:cubicBezTo>
                    <a:pt x="39618" y="8938"/>
                    <a:pt x="65177" y="8938"/>
                    <a:pt x="80513" y="24259"/>
                  </a:cubicBezTo>
                  <a:lnTo>
                    <a:pt x="119492" y="63201"/>
                  </a:lnTo>
                  <a:lnTo>
                    <a:pt x="63260" y="119380"/>
                  </a:lnTo>
                  <a:lnTo>
                    <a:pt x="24282" y="80438"/>
                  </a:lnTo>
                  <a:cubicBezTo>
                    <a:pt x="8946" y="65117"/>
                    <a:pt x="8946" y="40219"/>
                    <a:pt x="24282" y="24259"/>
                  </a:cubicBezTo>
                  <a:moveTo>
                    <a:pt x="128438" y="72777"/>
                  </a:moveTo>
                  <a:lnTo>
                    <a:pt x="145690" y="90014"/>
                  </a:lnTo>
                  <a:lnTo>
                    <a:pt x="111185" y="90014"/>
                  </a:lnTo>
                  <a:lnTo>
                    <a:pt x="128438" y="72777"/>
                  </a:lnTo>
                  <a:close/>
                  <a:moveTo>
                    <a:pt x="173806" y="120019"/>
                  </a:moveTo>
                  <a:lnTo>
                    <a:pt x="80513" y="120019"/>
                  </a:lnTo>
                  <a:lnTo>
                    <a:pt x="98405" y="102144"/>
                  </a:lnTo>
                  <a:lnTo>
                    <a:pt x="158470" y="102144"/>
                  </a:lnTo>
                  <a:lnTo>
                    <a:pt x="167416" y="111081"/>
                  </a:lnTo>
                  <a:cubicBezTo>
                    <a:pt x="169972" y="114273"/>
                    <a:pt x="172528" y="116827"/>
                    <a:pt x="173806" y="120019"/>
                  </a:cubicBezTo>
                  <a:moveTo>
                    <a:pt x="95210" y="151300"/>
                  </a:moveTo>
                  <a:lnTo>
                    <a:pt x="77318" y="133425"/>
                  </a:lnTo>
                  <a:lnTo>
                    <a:pt x="178918" y="133425"/>
                  </a:lnTo>
                  <a:cubicBezTo>
                    <a:pt x="180196" y="139171"/>
                    <a:pt x="179557" y="145555"/>
                    <a:pt x="177640" y="151300"/>
                  </a:cubicBezTo>
                  <a:lnTo>
                    <a:pt x="96488" y="151300"/>
                  </a:lnTo>
                  <a:cubicBezTo>
                    <a:pt x="95849" y="151300"/>
                    <a:pt x="95210" y="151300"/>
                    <a:pt x="95210" y="151300"/>
                  </a:cubicBezTo>
                  <a:moveTo>
                    <a:pt x="132911" y="58733"/>
                  </a:moveTo>
                  <a:lnTo>
                    <a:pt x="89459" y="15322"/>
                  </a:lnTo>
                  <a:cubicBezTo>
                    <a:pt x="69011" y="-5107"/>
                    <a:pt x="35784" y="-5107"/>
                    <a:pt x="15336" y="15322"/>
                  </a:cubicBezTo>
                  <a:cubicBezTo>
                    <a:pt x="-5112" y="35750"/>
                    <a:pt x="-5112" y="68947"/>
                    <a:pt x="15336" y="89376"/>
                  </a:cubicBezTo>
                  <a:lnTo>
                    <a:pt x="58787" y="132787"/>
                  </a:lnTo>
                  <a:lnTo>
                    <a:pt x="102239" y="176198"/>
                  </a:lnTo>
                  <a:cubicBezTo>
                    <a:pt x="112463" y="186412"/>
                    <a:pt x="125882" y="191520"/>
                    <a:pt x="139300" y="191520"/>
                  </a:cubicBezTo>
                  <a:cubicBezTo>
                    <a:pt x="152720" y="191520"/>
                    <a:pt x="166138" y="186412"/>
                    <a:pt x="176362" y="176198"/>
                  </a:cubicBezTo>
                  <a:cubicBezTo>
                    <a:pt x="196810" y="155769"/>
                    <a:pt x="196810" y="122572"/>
                    <a:pt x="176362" y="102144"/>
                  </a:cubicBezTo>
                  <a:lnTo>
                    <a:pt x="132911" y="58733"/>
                  </a:lnTo>
                  <a:close/>
                </a:path>
              </a:pathLst>
            </a:custGeom>
            <a:solidFill>
              <a:srgbClr val="00A3E0"/>
            </a:solidFill>
            <a:ln w="6390" cap="flat">
              <a:noFill/>
              <a:prstDash val="solid"/>
              <a:miter/>
            </a:ln>
          </p:spPr>
          <p:txBody>
            <a:bodyPr rtlCol="0" anchor="ctr"/>
            <a:lstStyle/>
            <a:p>
              <a:endParaRPr lang="en-US"/>
            </a:p>
          </p:txBody>
        </p:sp>
      </p:grpSp>
      <p:grpSp>
        <p:nvGrpSpPr>
          <p:cNvPr id="754" name="Graphic 4">
            <a:extLst>
              <a:ext uri="{FF2B5EF4-FFF2-40B4-BE49-F238E27FC236}">
                <a16:creationId xmlns:a16="http://schemas.microsoft.com/office/drawing/2014/main" id="{A905F071-E303-9C48-8177-8FAFD8365A14}"/>
              </a:ext>
            </a:extLst>
          </p:cNvPr>
          <p:cNvGrpSpPr/>
          <p:nvPr/>
        </p:nvGrpSpPr>
        <p:grpSpPr>
          <a:xfrm>
            <a:off x="5024289" y="3339623"/>
            <a:ext cx="361674" cy="361333"/>
            <a:chOff x="4661459" y="3339623"/>
            <a:chExt cx="361674" cy="361333"/>
          </a:xfrm>
          <a:solidFill>
            <a:srgbClr val="00A3E0"/>
          </a:solidFill>
        </p:grpSpPr>
        <p:sp>
          <p:nvSpPr>
            <p:cNvPr id="755" name="Graphic 4">
              <a:extLst>
                <a:ext uri="{FF2B5EF4-FFF2-40B4-BE49-F238E27FC236}">
                  <a16:creationId xmlns:a16="http://schemas.microsoft.com/office/drawing/2014/main" id="{49A6511B-78AE-0742-A32A-A2C800980D31}"/>
                </a:ext>
              </a:extLst>
            </p:cNvPr>
            <p:cNvSpPr/>
            <p:nvPr/>
          </p:nvSpPr>
          <p:spPr>
            <a:xfrm>
              <a:off x="4661459" y="3339623"/>
              <a:ext cx="361674" cy="361333"/>
            </a:xfrm>
            <a:custGeom>
              <a:avLst/>
              <a:gdLst>
                <a:gd name="connsiteX0" fmla="*/ 180835 w 361674"/>
                <a:gd name="connsiteY0" fmla="*/ 349204 h 361333"/>
                <a:gd name="connsiteX1" fmla="*/ 12780 w 361674"/>
                <a:gd name="connsiteY1" fmla="*/ 181305 h 361333"/>
                <a:gd name="connsiteX2" fmla="*/ 180835 w 361674"/>
                <a:gd name="connsiteY2" fmla="*/ 13406 h 361333"/>
                <a:gd name="connsiteX3" fmla="*/ 348890 w 361674"/>
                <a:gd name="connsiteY3" fmla="*/ 181305 h 361333"/>
                <a:gd name="connsiteX4" fmla="*/ 180835 w 361674"/>
                <a:gd name="connsiteY4" fmla="*/ 349204 h 361333"/>
                <a:gd name="connsiteX5" fmla="*/ 180835 w 361674"/>
                <a:gd name="connsiteY5" fmla="*/ 0 h 361333"/>
                <a:gd name="connsiteX6" fmla="*/ 0 w 361674"/>
                <a:gd name="connsiteY6" fmla="*/ 180667 h 361333"/>
                <a:gd name="connsiteX7" fmla="*/ 180835 w 361674"/>
                <a:gd name="connsiteY7" fmla="*/ 361333 h 361333"/>
                <a:gd name="connsiteX8" fmla="*/ 361670 w 361674"/>
                <a:gd name="connsiteY8" fmla="*/ 180667 h 361333"/>
                <a:gd name="connsiteX9" fmla="*/ 180835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9530" y="273873"/>
                    <a:pt x="273489" y="349204"/>
                    <a:pt x="180835" y="349204"/>
                  </a:cubicBezTo>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10" y="81077"/>
                    <a:pt x="281157" y="0"/>
                    <a:pt x="180835" y="0"/>
                  </a:cubicBezTo>
                </a:path>
              </a:pathLst>
            </a:custGeom>
            <a:solidFill>
              <a:srgbClr val="00A3E0"/>
            </a:solidFill>
            <a:ln w="6390" cap="flat">
              <a:noFill/>
              <a:prstDash val="solid"/>
              <a:miter/>
            </a:ln>
          </p:spPr>
          <p:txBody>
            <a:bodyPr rtlCol="0" anchor="ctr"/>
            <a:lstStyle/>
            <a:p>
              <a:endParaRPr lang="en-US"/>
            </a:p>
          </p:txBody>
        </p:sp>
        <p:sp>
          <p:nvSpPr>
            <p:cNvPr id="756" name="Graphic 4">
              <a:extLst>
                <a:ext uri="{FF2B5EF4-FFF2-40B4-BE49-F238E27FC236}">
                  <a16:creationId xmlns:a16="http://schemas.microsoft.com/office/drawing/2014/main" id="{D1620379-0F97-274C-9167-772AFD5910AB}"/>
                </a:ext>
              </a:extLst>
            </p:cNvPr>
            <p:cNvSpPr/>
            <p:nvPr/>
          </p:nvSpPr>
          <p:spPr>
            <a:xfrm>
              <a:off x="4741333" y="3421338"/>
              <a:ext cx="200643" cy="199818"/>
            </a:xfrm>
            <a:custGeom>
              <a:avLst/>
              <a:gdLst>
                <a:gd name="connsiteX0" fmla="*/ 134827 w 200643"/>
                <a:gd name="connsiteY0" fmla="*/ 146193 h 199818"/>
                <a:gd name="connsiteX1" fmla="*/ 128437 w 200643"/>
                <a:gd name="connsiteY1" fmla="*/ 139809 h 199818"/>
                <a:gd name="connsiteX2" fmla="*/ 123965 w 200643"/>
                <a:gd name="connsiteY2" fmla="*/ 137894 h 199818"/>
                <a:gd name="connsiteX3" fmla="*/ 119492 w 200643"/>
                <a:gd name="connsiteY3" fmla="*/ 139809 h 199818"/>
                <a:gd name="connsiteX4" fmla="*/ 113102 w 200643"/>
                <a:gd name="connsiteY4" fmla="*/ 146193 h 199818"/>
                <a:gd name="connsiteX5" fmla="*/ 33228 w 200643"/>
                <a:gd name="connsiteY5" fmla="*/ 66393 h 199818"/>
                <a:gd name="connsiteX6" fmla="*/ 51119 w 200643"/>
                <a:gd name="connsiteY6" fmla="*/ 48518 h 199818"/>
                <a:gd name="connsiteX7" fmla="*/ 51119 w 200643"/>
                <a:gd name="connsiteY7" fmla="*/ 48518 h 199818"/>
                <a:gd name="connsiteX8" fmla="*/ 51119 w 200643"/>
                <a:gd name="connsiteY8" fmla="*/ 48518 h 199818"/>
                <a:gd name="connsiteX9" fmla="*/ 69011 w 200643"/>
                <a:gd name="connsiteY9" fmla="*/ 30643 h 199818"/>
                <a:gd name="connsiteX10" fmla="*/ 82430 w 200643"/>
                <a:gd name="connsiteY10" fmla="*/ 44050 h 199818"/>
                <a:gd name="connsiteX11" fmla="*/ 70289 w 200643"/>
                <a:gd name="connsiteY11" fmla="*/ 56179 h 199818"/>
                <a:gd name="connsiteX12" fmla="*/ 70289 w 200643"/>
                <a:gd name="connsiteY12" fmla="*/ 65117 h 199818"/>
                <a:gd name="connsiteX13" fmla="*/ 74762 w 200643"/>
                <a:gd name="connsiteY13" fmla="*/ 67032 h 199818"/>
                <a:gd name="connsiteX14" fmla="*/ 79235 w 200643"/>
                <a:gd name="connsiteY14" fmla="*/ 65117 h 199818"/>
                <a:gd name="connsiteX15" fmla="*/ 91376 w 200643"/>
                <a:gd name="connsiteY15" fmla="*/ 52987 h 199818"/>
                <a:gd name="connsiteX16" fmla="*/ 104795 w 200643"/>
                <a:gd name="connsiteY16" fmla="*/ 66393 h 199818"/>
                <a:gd name="connsiteX17" fmla="*/ 92654 w 200643"/>
                <a:gd name="connsiteY17" fmla="*/ 78523 h 199818"/>
                <a:gd name="connsiteX18" fmla="*/ 92654 w 200643"/>
                <a:gd name="connsiteY18" fmla="*/ 87461 h 199818"/>
                <a:gd name="connsiteX19" fmla="*/ 97127 w 200643"/>
                <a:gd name="connsiteY19" fmla="*/ 89376 h 199818"/>
                <a:gd name="connsiteX20" fmla="*/ 101600 w 200643"/>
                <a:gd name="connsiteY20" fmla="*/ 87461 h 199818"/>
                <a:gd name="connsiteX21" fmla="*/ 113741 w 200643"/>
                <a:gd name="connsiteY21" fmla="*/ 75331 h 199818"/>
                <a:gd name="connsiteX22" fmla="*/ 127160 w 200643"/>
                <a:gd name="connsiteY22" fmla="*/ 88737 h 199818"/>
                <a:gd name="connsiteX23" fmla="*/ 115019 w 200643"/>
                <a:gd name="connsiteY23" fmla="*/ 100867 h 199818"/>
                <a:gd name="connsiteX24" fmla="*/ 115019 w 200643"/>
                <a:gd name="connsiteY24" fmla="*/ 109804 h 199818"/>
                <a:gd name="connsiteX25" fmla="*/ 119492 w 200643"/>
                <a:gd name="connsiteY25" fmla="*/ 111720 h 199818"/>
                <a:gd name="connsiteX26" fmla="*/ 123965 w 200643"/>
                <a:gd name="connsiteY26" fmla="*/ 109804 h 199818"/>
                <a:gd name="connsiteX27" fmla="*/ 136105 w 200643"/>
                <a:gd name="connsiteY27" fmla="*/ 97675 h 199818"/>
                <a:gd name="connsiteX28" fmla="*/ 149525 w 200643"/>
                <a:gd name="connsiteY28" fmla="*/ 111081 h 199818"/>
                <a:gd name="connsiteX29" fmla="*/ 143135 w 200643"/>
                <a:gd name="connsiteY29" fmla="*/ 117465 h 199818"/>
                <a:gd name="connsiteX30" fmla="*/ 143135 w 200643"/>
                <a:gd name="connsiteY30" fmla="*/ 126403 h 199818"/>
                <a:gd name="connsiteX31" fmla="*/ 149525 w 200643"/>
                <a:gd name="connsiteY31" fmla="*/ 132787 h 199818"/>
                <a:gd name="connsiteX32" fmla="*/ 143135 w 200643"/>
                <a:gd name="connsiteY32" fmla="*/ 139171 h 199818"/>
                <a:gd name="connsiteX33" fmla="*/ 143135 w 200643"/>
                <a:gd name="connsiteY33" fmla="*/ 139171 h 199818"/>
                <a:gd name="connsiteX34" fmla="*/ 143135 w 200643"/>
                <a:gd name="connsiteY34" fmla="*/ 139171 h 199818"/>
                <a:gd name="connsiteX35" fmla="*/ 134827 w 200643"/>
                <a:gd name="connsiteY35" fmla="*/ 146193 h 199818"/>
                <a:gd name="connsiteX36" fmla="*/ 154636 w 200643"/>
                <a:gd name="connsiteY36" fmla="*/ 144278 h 199818"/>
                <a:gd name="connsiteX37" fmla="*/ 161026 w 200643"/>
                <a:gd name="connsiteY37" fmla="*/ 137894 h 199818"/>
                <a:gd name="connsiteX38" fmla="*/ 162943 w 200643"/>
                <a:gd name="connsiteY38" fmla="*/ 133425 h 199818"/>
                <a:gd name="connsiteX39" fmla="*/ 161026 w 200643"/>
                <a:gd name="connsiteY39" fmla="*/ 128956 h 199818"/>
                <a:gd name="connsiteX40" fmla="*/ 154636 w 200643"/>
                <a:gd name="connsiteY40" fmla="*/ 122572 h 199818"/>
                <a:gd name="connsiteX41" fmla="*/ 161026 w 200643"/>
                <a:gd name="connsiteY41" fmla="*/ 116188 h 199818"/>
                <a:gd name="connsiteX42" fmla="*/ 162943 w 200643"/>
                <a:gd name="connsiteY42" fmla="*/ 111720 h 199818"/>
                <a:gd name="connsiteX43" fmla="*/ 161026 w 200643"/>
                <a:gd name="connsiteY43" fmla="*/ 107251 h 199818"/>
                <a:gd name="connsiteX44" fmla="*/ 72206 w 200643"/>
                <a:gd name="connsiteY44" fmla="*/ 18514 h 199818"/>
                <a:gd name="connsiteX45" fmla="*/ 63260 w 200643"/>
                <a:gd name="connsiteY45" fmla="*/ 18514 h 199818"/>
                <a:gd name="connsiteX46" fmla="*/ 45368 w 200643"/>
                <a:gd name="connsiteY46" fmla="*/ 36389 h 199818"/>
                <a:gd name="connsiteX47" fmla="*/ 31950 w 200643"/>
                <a:gd name="connsiteY47" fmla="*/ 22982 h 199818"/>
                <a:gd name="connsiteX48" fmla="*/ 44091 w 200643"/>
                <a:gd name="connsiteY48" fmla="*/ 10853 h 199818"/>
                <a:gd name="connsiteX49" fmla="*/ 44091 w 200643"/>
                <a:gd name="connsiteY49" fmla="*/ 1915 h 199818"/>
                <a:gd name="connsiteX50" fmla="*/ 35145 w 200643"/>
                <a:gd name="connsiteY50" fmla="*/ 1915 h 199818"/>
                <a:gd name="connsiteX51" fmla="*/ 1917 w 200643"/>
                <a:gd name="connsiteY51" fmla="*/ 35112 h 199818"/>
                <a:gd name="connsiteX52" fmla="*/ 1917 w 200643"/>
                <a:gd name="connsiteY52" fmla="*/ 44050 h 199818"/>
                <a:gd name="connsiteX53" fmla="*/ 6390 w 200643"/>
                <a:gd name="connsiteY53" fmla="*/ 45965 h 199818"/>
                <a:gd name="connsiteX54" fmla="*/ 10863 w 200643"/>
                <a:gd name="connsiteY54" fmla="*/ 44050 h 199818"/>
                <a:gd name="connsiteX55" fmla="*/ 23004 w 200643"/>
                <a:gd name="connsiteY55" fmla="*/ 31920 h 199818"/>
                <a:gd name="connsiteX56" fmla="*/ 36423 w 200643"/>
                <a:gd name="connsiteY56" fmla="*/ 45326 h 199818"/>
                <a:gd name="connsiteX57" fmla="*/ 19170 w 200643"/>
                <a:gd name="connsiteY57" fmla="*/ 61925 h 199818"/>
                <a:gd name="connsiteX58" fmla="*/ 17892 w 200643"/>
                <a:gd name="connsiteY58" fmla="*/ 63840 h 199818"/>
                <a:gd name="connsiteX59" fmla="*/ 17892 w 200643"/>
                <a:gd name="connsiteY59" fmla="*/ 68947 h 199818"/>
                <a:gd name="connsiteX60" fmla="*/ 19170 w 200643"/>
                <a:gd name="connsiteY60" fmla="*/ 70862 h 199818"/>
                <a:gd name="connsiteX61" fmla="*/ 107990 w 200643"/>
                <a:gd name="connsiteY61" fmla="*/ 159599 h 199818"/>
                <a:gd name="connsiteX62" fmla="*/ 112463 w 200643"/>
                <a:gd name="connsiteY62" fmla="*/ 161515 h 199818"/>
                <a:gd name="connsiteX63" fmla="*/ 116936 w 200643"/>
                <a:gd name="connsiteY63" fmla="*/ 159599 h 199818"/>
                <a:gd name="connsiteX64" fmla="*/ 123326 w 200643"/>
                <a:gd name="connsiteY64" fmla="*/ 153215 h 199818"/>
                <a:gd name="connsiteX65" fmla="*/ 129716 w 200643"/>
                <a:gd name="connsiteY65" fmla="*/ 159599 h 199818"/>
                <a:gd name="connsiteX66" fmla="*/ 134189 w 200643"/>
                <a:gd name="connsiteY66" fmla="*/ 161515 h 199818"/>
                <a:gd name="connsiteX67" fmla="*/ 138662 w 200643"/>
                <a:gd name="connsiteY67" fmla="*/ 159599 h 199818"/>
                <a:gd name="connsiteX68" fmla="*/ 145052 w 200643"/>
                <a:gd name="connsiteY68" fmla="*/ 153215 h 199818"/>
                <a:gd name="connsiteX69" fmla="*/ 189781 w 200643"/>
                <a:gd name="connsiteY69" fmla="*/ 197903 h 199818"/>
                <a:gd name="connsiteX70" fmla="*/ 194254 w 200643"/>
                <a:gd name="connsiteY70" fmla="*/ 199818 h 199818"/>
                <a:gd name="connsiteX71" fmla="*/ 198727 w 200643"/>
                <a:gd name="connsiteY71" fmla="*/ 197903 h 199818"/>
                <a:gd name="connsiteX72" fmla="*/ 198727 w 200643"/>
                <a:gd name="connsiteY72" fmla="*/ 188966 h 199818"/>
                <a:gd name="connsiteX73" fmla="*/ 154636 w 200643"/>
                <a:gd name="connsiteY73" fmla="*/ 144278 h 19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00643" h="199818">
                  <a:moveTo>
                    <a:pt x="134827" y="146193"/>
                  </a:moveTo>
                  <a:lnTo>
                    <a:pt x="128437" y="139809"/>
                  </a:lnTo>
                  <a:cubicBezTo>
                    <a:pt x="127160" y="138532"/>
                    <a:pt x="125882" y="137894"/>
                    <a:pt x="123965" y="137894"/>
                  </a:cubicBezTo>
                  <a:cubicBezTo>
                    <a:pt x="122048" y="137894"/>
                    <a:pt x="120770" y="138532"/>
                    <a:pt x="119492" y="139809"/>
                  </a:cubicBezTo>
                  <a:lnTo>
                    <a:pt x="113102" y="146193"/>
                  </a:lnTo>
                  <a:lnTo>
                    <a:pt x="33228" y="66393"/>
                  </a:lnTo>
                  <a:lnTo>
                    <a:pt x="51119" y="48518"/>
                  </a:lnTo>
                  <a:cubicBezTo>
                    <a:pt x="51119" y="48518"/>
                    <a:pt x="51119" y="48518"/>
                    <a:pt x="51119" y="48518"/>
                  </a:cubicBezTo>
                  <a:cubicBezTo>
                    <a:pt x="51119" y="48518"/>
                    <a:pt x="51119" y="48518"/>
                    <a:pt x="51119" y="48518"/>
                  </a:cubicBezTo>
                  <a:lnTo>
                    <a:pt x="69011" y="30643"/>
                  </a:lnTo>
                  <a:lnTo>
                    <a:pt x="82430" y="44050"/>
                  </a:lnTo>
                  <a:lnTo>
                    <a:pt x="70289" y="56179"/>
                  </a:lnTo>
                  <a:cubicBezTo>
                    <a:pt x="67733" y="58733"/>
                    <a:pt x="67733" y="62563"/>
                    <a:pt x="70289" y="65117"/>
                  </a:cubicBezTo>
                  <a:cubicBezTo>
                    <a:pt x="71567" y="66393"/>
                    <a:pt x="73484" y="67032"/>
                    <a:pt x="74762" y="67032"/>
                  </a:cubicBezTo>
                  <a:cubicBezTo>
                    <a:pt x="76679" y="67032"/>
                    <a:pt x="77957" y="66393"/>
                    <a:pt x="79235" y="65117"/>
                  </a:cubicBezTo>
                  <a:lnTo>
                    <a:pt x="91376" y="52987"/>
                  </a:lnTo>
                  <a:lnTo>
                    <a:pt x="104795" y="66393"/>
                  </a:lnTo>
                  <a:lnTo>
                    <a:pt x="92654" y="78523"/>
                  </a:lnTo>
                  <a:cubicBezTo>
                    <a:pt x="90098" y="81077"/>
                    <a:pt x="90098" y="84907"/>
                    <a:pt x="92654" y="87461"/>
                  </a:cubicBezTo>
                  <a:cubicBezTo>
                    <a:pt x="93932" y="88737"/>
                    <a:pt x="95849" y="89376"/>
                    <a:pt x="97127" y="89376"/>
                  </a:cubicBezTo>
                  <a:cubicBezTo>
                    <a:pt x="99044" y="89376"/>
                    <a:pt x="100322" y="88737"/>
                    <a:pt x="101600" y="87461"/>
                  </a:cubicBezTo>
                  <a:lnTo>
                    <a:pt x="113741" y="75331"/>
                  </a:lnTo>
                  <a:lnTo>
                    <a:pt x="127160" y="88737"/>
                  </a:lnTo>
                  <a:lnTo>
                    <a:pt x="115019" y="100867"/>
                  </a:lnTo>
                  <a:cubicBezTo>
                    <a:pt x="112463" y="103420"/>
                    <a:pt x="112463" y="107251"/>
                    <a:pt x="115019" y="109804"/>
                  </a:cubicBezTo>
                  <a:cubicBezTo>
                    <a:pt x="116297" y="111081"/>
                    <a:pt x="118214" y="111720"/>
                    <a:pt x="119492" y="111720"/>
                  </a:cubicBezTo>
                  <a:cubicBezTo>
                    <a:pt x="121409" y="111720"/>
                    <a:pt x="122687" y="111081"/>
                    <a:pt x="123965" y="109804"/>
                  </a:cubicBezTo>
                  <a:lnTo>
                    <a:pt x="136105" y="97675"/>
                  </a:lnTo>
                  <a:lnTo>
                    <a:pt x="149525" y="111081"/>
                  </a:lnTo>
                  <a:lnTo>
                    <a:pt x="143135" y="117465"/>
                  </a:lnTo>
                  <a:cubicBezTo>
                    <a:pt x="140579" y="120019"/>
                    <a:pt x="140579" y="123849"/>
                    <a:pt x="143135" y="126403"/>
                  </a:cubicBezTo>
                  <a:lnTo>
                    <a:pt x="149525" y="132787"/>
                  </a:lnTo>
                  <a:lnTo>
                    <a:pt x="143135" y="139171"/>
                  </a:lnTo>
                  <a:cubicBezTo>
                    <a:pt x="143135" y="139171"/>
                    <a:pt x="143135" y="139171"/>
                    <a:pt x="143135" y="139171"/>
                  </a:cubicBezTo>
                  <a:cubicBezTo>
                    <a:pt x="143135" y="139171"/>
                    <a:pt x="143135" y="139171"/>
                    <a:pt x="143135" y="139171"/>
                  </a:cubicBezTo>
                  <a:lnTo>
                    <a:pt x="134827" y="146193"/>
                  </a:lnTo>
                  <a:close/>
                  <a:moveTo>
                    <a:pt x="154636" y="144278"/>
                  </a:moveTo>
                  <a:lnTo>
                    <a:pt x="161026" y="137894"/>
                  </a:lnTo>
                  <a:cubicBezTo>
                    <a:pt x="162304" y="136617"/>
                    <a:pt x="162943" y="135340"/>
                    <a:pt x="162943" y="133425"/>
                  </a:cubicBezTo>
                  <a:cubicBezTo>
                    <a:pt x="162943" y="131510"/>
                    <a:pt x="162304" y="130233"/>
                    <a:pt x="161026" y="128956"/>
                  </a:cubicBezTo>
                  <a:lnTo>
                    <a:pt x="154636" y="122572"/>
                  </a:lnTo>
                  <a:lnTo>
                    <a:pt x="161026" y="116188"/>
                  </a:lnTo>
                  <a:cubicBezTo>
                    <a:pt x="162304" y="114912"/>
                    <a:pt x="162943" y="113635"/>
                    <a:pt x="162943" y="111720"/>
                  </a:cubicBezTo>
                  <a:cubicBezTo>
                    <a:pt x="162943" y="109804"/>
                    <a:pt x="162304" y="108528"/>
                    <a:pt x="161026" y="107251"/>
                  </a:cubicBezTo>
                  <a:lnTo>
                    <a:pt x="72206" y="18514"/>
                  </a:lnTo>
                  <a:cubicBezTo>
                    <a:pt x="69650" y="15960"/>
                    <a:pt x="65816" y="15960"/>
                    <a:pt x="63260" y="18514"/>
                  </a:cubicBezTo>
                  <a:lnTo>
                    <a:pt x="45368" y="36389"/>
                  </a:lnTo>
                  <a:lnTo>
                    <a:pt x="31950" y="22982"/>
                  </a:lnTo>
                  <a:lnTo>
                    <a:pt x="44091" y="10853"/>
                  </a:lnTo>
                  <a:cubicBezTo>
                    <a:pt x="46646" y="8299"/>
                    <a:pt x="46646" y="4469"/>
                    <a:pt x="44091" y="1915"/>
                  </a:cubicBezTo>
                  <a:cubicBezTo>
                    <a:pt x="41534" y="-638"/>
                    <a:pt x="37701" y="-638"/>
                    <a:pt x="35145" y="1915"/>
                  </a:cubicBezTo>
                  <a:lnTo>
                    <a:pt x="1917" y="35112"/>
                  </a:lnTo>
                  <a:cubicBezTo>
                    <a:pt x="-639" y="37666"/>
                    <a:pt x="-639" y="41496"/>
                    <a:pt x="1917" y="44050"/>
                  </a:cubicBezTo>
                  <a:cubicBezTo>
                    <a:pt x="3195" y="45326"/>
                    <a:pt x="5112" y="45965"/>
                    <a:pt x="6390" y="45965"/>
                  </a:cubicBezTo>
                  <a:cubicBezTo>
                    <a:pt x="8307" y="45965"/>
                    <a:pt x="9585" y="45326"/>
                    <a:pt x="10863" y="44050"/>
                  </a:cubicBezTo>
                  <a:lnTo>
                    <a:pt x="23004" y="31920"/>
                  </a:lnTo>
                  <a:lnTo>
                    <a:pt x="36423" y="45326"/>
                  </a:lnTo>
                  <a:lnTo>
                    <a:pt x="19170" y="61925"/>
                  </a:lnTo>
                  <a:cubicBezTo>
                    <a:pt x="18531" y="62563"/>
                    <a:pt x="17892" y="63201"/>
                    <a:pt x="17892" y="63840"/>
                  </a:cubicBezTo>
                  <a:cubicBezTo>
                    <a:pt x="17253" y="65117"/>
                    <a:pt x="17253" y="67032"/>
                    <a:pt x="17892" y="68947"/>
                  </a:cubicBezTo>
                  <a:cubicBezTo>
                    <a:pt x="17892" y="69585"/>
                    <a:pt x="18531" y="70224"/>
                    <a:pt x="19170" y="70862"/>
                  </a:cubicBezTo>
                  <a:lnTo>
                    <a:pt x="107990" y="159599"/>
                  </a:lnTo>
                  <a:cubicBezTo>
                    <a:pt x="109268" y="160876"/>
                    <a:pt x="111185" y="161515"/>
                    <a:pt x="112463" y="161515"/>
                  </a:cubicBezTo>
                  <a:cubicBezTo>
                    <a:pt x="114380" y="161515"/>
                    <a:pt x="115658" y="160876"/>
                    <a:pt x="116936" y="159599"/>
                  </a:cubicBezTo>
                  <a:lnTo>
                    <a:pt x="123326" y="153215"/>
                  </a:lnTo>
                  <a:lnTo>
                    <a:pt x="129716" y="159599"/>
                  </a:lnTo>
                  <a:cubicBezTo>
                    <a:pt x="130994" y="160876"/>
                    <a:pt x="132272" y="161515"/>
                    <a:pt x="134189" y="161515"/>
                  </a:cubicBezTo>
                  <a:cubicBezTo>
                    <a:pt x="136105" y="161515"/>
                    <a:pt x="137384" y="160876"/>
                    <a:pt x="138662" y="159599"/>
                  </a:cubicBezTo>
                  <a:lnTo>
                    <a:pt x="145052" y="153215"/>
                  </a:lnTo>
                  <a:lnTo>
                    <a:pt x="189781" y="197903"/>
                  </a:lnTo>
                  <a:cubicBezTo>
                    <a:pt x="191059" y="199180"/>
                    <a:pt x="192976" y="199818"/>
                    <a:pt x="194254" y="199818"/>
                  </a:cubicBezTo>
                  <a:cubicBezTo>
                    <a:pt x="196171" y="199818"/>
                    <a:pt x="197449" y="199180"/>
                    <a:pt x="198727" y="197903"/>
                  </a:cubicBezTo>
                  <a:cubicBezTo>
                    <a:pt x="201283" y="195350"/>
                    <a:pt x="201283" y="191519"/>
                    <a:pt x="198727" y="188966"/>
                  </a:cubicBezTo>
                  <a:lnTo>
                    <a:pt x="154636" y="144278"/>
                  </a:lnTo>
                  <a:close/>
                </a:path>
              </a:pathLst>
            </a:custGeom>
            <a:solidFill>
              <a:srgbClr val="00A3E0"/>
            </a:solidFill>
            <a:ln w="6390" cap="flat">
              <a:noFill/>
              <a:prstDash val="solid"/>
              <a:miter/>
            </a:ln>
          </p:spPr>
          <p:txBody>
            <a:bodyPr rtlCol="0" anchor="ctr"/>
            <a:lstStyle/>
            <a:p>
              <a:endParaRPr lang="en-US"/>
            </a:p>
          </p:txBody>
        </p:sp>
      </p:grpSp>
      <p:grpSp>
        <p:nvGrpSpPr>
          <p:cNvPr id="757" name="Graphic 4">
            <a:extLst>
              <a:ext uri="{FF2B5EF4-FFF2-40B4-BE49-F238E27FC236}">
                <a16:creationId xmlns:a16="http://schemas.microsoft.com/office/drawing/2014/main" id="{710D12D7-40FE-BC4A-AFEB-7DB785BE45B3}"/>
              </a:ext>
            </a:extLst>
          </p:cNvPr>
          <p:cNvGrpSpPr/>
          <p:nvPr/>
        </p:nvGrpSpPr>
        <p:grpSpPr>
          <a:xfrm>
            <a:off x="6071599" y="1893013"/>
            <a:ext cx="361674" cy="361333"/>
            <a:chOff x="5708769" y="1893013"/>
            <a:chExt cx="361674" cy="361333"/>
          </a:xfrm>
          <a:solidFill>
            <a:srgbClr val="00A3E0"/>
          </a:solidFill>
        </p:grpSpPr>
        <p:sp>
          <p:nvSpPr>
            <p:cNvPr id="758" name="Graphic 4">
              <a:extLst>
                <a:ext uri="{FF2B5EF4-FFF2-40B4-BE49-F238E27FC236}">
                  <a16:creationId xmlns:a16="http://schemas.microsoft.com/office/drawing/2014/main" id="{FECDECBD-792C-784E-8A75-5983D9332380}"/>
                </a:ext>
              </a:extLst>
            </p:cNvPr>
            <p:cNvSpPr/>
            <p:nvPr/>
          </p:nvSpPr>
          <p:spPr>
            <a:xfrm>
              <a:off x="5708769" y="1893013"/>
              <a:ext cx="361674" cy="361333"/>
            </a:xfrm>
            <a:custGeom>
              <a:avLst/>
              <a:gdLst>
                <a:gd name="connsiteX0" fmla="*/ 180835 w 361674"/>
                <a:gd name="connsiteY0" fmla="*/ 349204 h 361333"/>
                <a:gd name="connsiteX1" fmla="*/ 12780 w 361674"/>
                <a:gd name="connsiteY1" fmla="*/ 181305 h 361333"/>
                <a:gd name="connsiteX2" fmla="*/ 180835 w 361674"/>
                <a:gd name="connsiteY2" fmla="*/ 13406 h 361333"/>
                <a:gd name="connsiteX3" fmla="*/ 348890 w 361674"/>
                <a:gd name="connsiteY3" fmla="*/ 181305 h 361333"/>
                <a:gd name="connsiteX4" fmla="*/ 180835 w 361674"/>
                <a:gd name="connsiteY4" fmla="*/ 349204 h 361333"/>
                <a:gd name="connsiteX5" fmla="*/ 180835 w 361674"/>
                <a:gd name="connsiteY5" fmla="*/ 0 h 361333"/>
                <a:gd name="connsiteX6" fmla="*/ 0 w 361674"/>
                <a:gd name="connsiteY6" fmla="*/ 180667 h 361333"/>
                <a:gd name="connsiteX7" fmla="*/ 180835 w 361674"/>
                <a:gd name="connsiteY7" fmla="*/ 361333 h 361333"/>
                <a:gd name="connsiteX8" fmla="*/ 361670 w 361674"/>
                <a:gd name="connsiteY8" fmla="*/ 180667 h 361333"/>
                <a:gd name="connsiteX9" fmla="*/ 180835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29" y="273873"/>
                    <a:pt x="273489" y="349204"/>
                    <a:pt x="180835" y="349204"/>
                  </a:cubicBezTo>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09" y="81077"/>
                    <a:pt x="281157" y="0"/>
                    <a:pt x="180835" y="0"/>
                  </a:cubicBezTo>
                </a:path>
              </a:pathLst>
            </a:custGeom>
            <a:solidFill>
              <a:srgbClr val="00A3E0"/>
            </a:solidFill>
            <a:ln w="6390" cap="flat">
              <a:noFill/>
              <a:prstDash val="solid"/>
              <a:miter/>
            </a:ln>
          </p:spPr>
          <p:txBody>
            <a:bodyPr rtlCol="0" anchor="ctr"/>
            <a:lstStyle/>
            <a:p>
              <a:endParaRPr lang="en-US"/>
            </a:p>
          </p:txBody>
        </p:sp>
        <p:sp>
          <p:nvSpPr>
            <p:cNvPr id="759" name="Graphic 4">
              <a:extLst>
                <a:ext uri="{FF2B5EF4-FFF2-40B4-BE49-F238E27FC236}">
                  <a16:creationId xmlns:a16="http://schemas.microsoft.com/office/drawing/2014/main" id="{074AA40A-2905-7B4F-8CAE-011145B6C4E1}"/>
                </a:ext>
              </a:extLst>
            </p:cNvPr>
            <p:cNvSpPr/>
            <p:nvPr/>
          </p:nvSpPr>
          <p:spPr>
            <a:xfrm>
              <a:off x="5784330" y="1968982"/>
              <a:ext cx="211347" cy="210033"/>
            </a:xfrm>
            <a:custGeom>
              <a:avLst/>
              <a:gdLst>
                <a:gd name="connsiteX0" fmla="*/ 167257 w 211347"/>
                <a:gd name="connsiteY0" fmla="*/ 92568 h 210033"/>
                <a:gd name="connsiteX1" fmla="*/ 68852 w 211347"/>
                <a:gd name="connsiteY1" fmla="*/ 92568 h 210033"/>
                <a:gd name="connsiteX2" fmla="*/ 134668 w 211347"/>
                <a:gd name="connsiteY2" fmla="*/ 26813 h 210033"/>
                <a:gd name="connsiteX3" fmla="*/ 183870 w 211347"/>
                <a:gd name="connsiteY3" fmla="*/ 75969 h 210033"/>
                <a:gd name="connsiteX4" fmla="*/ 167257 w 211347"/>
                <a:gd name="connsiteY4" fmla="*/ 92568 h 210033"/>
                <a:gd name="connsiteX5" fmla="*/ 72047 w 211347"/>
                <a:gd name="connsiteY5" fmla="*/ 187051 h 210033"/>
                <a:gd name="connsiteX6" fmla="*/ 22844 w 211347"/>
                <a:gd name="connsiteY6" fmla="*/ 187051 h 210033"/>
                <a:gd name="connsiteX7" fmla="*/ 22844 w 211347"/>
                <a:gd name="connsiteY7" fmla="*/ 137894 h 210033"/>
                <a:gd name="connsiteX8" fmla="*/ 56072 w 211347"/>
                <a:gd name="connsiteY8" fmla="*/ 104697 h 210033"/>
                <a:gd name="connsiteX9" fmla="*/ 154477 w 211347"/>
                <a:gd name="connsiteY9" fmla="*/ 104697 h 210033"/>
                <a:gd name="connsiteX10" fmla="*/ 72047 w 211347"/>
                <a:gd name="connsiteY10" fmla="*/ 187051 h 210033"/>
                <a:gd name="connsiteX11" fmla="*/ 139141 w 211347"/>
                <a:gd name="connsiteY11" fmla="*/ 13406 h 210033"/>
                <a:gd name="connsiteX12" fmla="*/ 139141 w 211347"/>
                <a:gd name="connsiteY12" fmla="*/ 13406 h 210033"/>
                <a:gd name="connsiteX13" fmla="*/ 139141 w 211347"/>
                <a:gd name="connsiteY13" fmla="*/ 13406 h 210033"/>
                <a:gd name="connsiteX14" fmla="*/ 127639 w 211347"/>
                <a:gd name="connsiteY14" fmla="*/ 1915 h 210033"/>
                <a:gd name="connsiteX15" fmla="*/ 118693 w 211347"/>
                <a:gd name="connsiteY15" fmla="*/ 1915 h 210033"/>
                <a:gd name="connsiteX16" fmla="*/ 118693 w 211347"/>
                <a:gd name="connsiteY16" fmla="*/ 10853 h 210033"/>
                <a:gd name="connsiteX17" fmla="*/ 125722 w 211347"/>
                <a:gd name="connsiteY17" fmla="*/ 17875 h 210033"/>
                <a:gd name="connsiteX18" fmla="*/ 13898 w 211347"/>
                <a:gd name="connsiteY18" fmla="*/ 128956 h 210033"/>
                <a:gd name="connsiteX19" fmla="*/ 13898 w 211347"/>
                <a:gd name="connsiteY19" fmla="*/ 195988 h 210033"/>
                <a:gd name="connsiteX20" fmla="*/ 47765 w 211347"/>
                <a:gd name="connsiteY20" fmla="*/ 210033 h 210033"/>
                <a:gd name="connsiteX21" fmla="*/ 81631 w 211347"/>
                <a:gd name="connsiteY21" fmla="*/ 195988 h 210033"/>
                <a:gd name="connsiteX22" fmla="*/ 174924 w 211347"/>
                <a:gd name="connsiteY22" fmla="*/ 102782 h 210033"/>
                <a:gd name="connsiteX23" fmla="*/ 174924 w 211347"/>
                <a:gd name="connsiteY23" fmla="*/ 102782 h 210033"/>
                <a:gd name="connsiteX24" fmla="*/ 193455 w 211347"/>
                <a:gd name="connsiteY24" fmla="*/ 84269 h 210033"/>
                <a:gd name="connsiteX25" fmla="*/ 200484 w 211347"/>
                <a:gd name="connsiteY25" fmla="*/ 91291 h 210033"/>
                <a:gd name="connsiteX26" fmla="*/ 204957 w 211347"/>
                <a:gd name="connsiteY26" fmla="*/ 93206 h 210033"/>
                <a:gd name="connsiteX27" fmla="*/ 209430 w 211347"/>
                <a:gd name="connsiteY27" fmla="*/ 91291 h 210033"/>
                <a:gd name="connsiteX28" fmla="*/ 209430 w 211347"/>
                <a:gd name="connsiteY28" fmla="*/ 82353 h 210033"/>
                <a:gd name="connsiteX29" fmla="*/ 139141 w 211347"/>
                <a:gd name="connsiteY29" fmla="*/ 13406 h 210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11347" h="210033">
                  <a:moveTo>
                    <a:pt x="167257" y="92568"/>
                  </a:moveTo>
                  <a:lnTo>
                    <a:pt x="68852" y="92568"/>
                  </a:lnTo>
                  <a:lnTo>
                    <a:pt x="134668" y="26813"/>
                  </a:lnTo>
                  <a:lnTo>
                    <a:pt x="183870" y="75969"/>
                  </a:lnTo>
                  <a:lnTo>
                    <a:pt x="167257" y="92568"/>
                  </a:lnTo>
                  <a:close/>
                  <a:moveTo>
                    <a:pt x="72047" y="187051"/>
                  </a:moveTo>
                  <a:cubicBezTo>
                    <a:pt x="58628" y="200457"/>
                    <a:pt x="36263" y="200457"/>
                    <a:pt x="22844" y="187051"/>
                  </a:cubicBezTo>
                  <a:cubicBezTo>
                    <a:pt x="9425" y="173644"/>
                    <a:pt x="9425" y="151300"/>
                    <a:pt x="22844" y="137894"/>
                  </a:cubicBezTo>
                  <a:lnTo>
                    <a:pt x="56072" y="104697"/>
                  </a:lnTo>
                  <a:lnTo>
                    <a:pt x="154477" y="104697"/>
                  </a:lnTo>
                  <a:lnTo>
                    <a:pt x="72047" y="187051"/>
                  </a:lnTo>
                  <a:close/>
                  <a:moveTo>
                    <a:pt x="139141" y="13406"/>
                  </a:moveTo>
                  <a:cubicBezTo>
                    <a:pt x="139141" y="13406"/>
                    <a:pt x="139141" y="13406"/>
                    <a:pt x="139141" y="13406"/>
                  </a:cubicBezTo>
                  <a:cubicBezTo>
                    <a:pt x="139141" y="13406"/>
                    <a:pt x="139141" y="13406"/>
                    <a:pt x="139141" y="13406"/>
                  </a:cubicBezTo>
                  <a:lnTo>
                    <a:pt x="127639" y="1915"/>
                  </a:lnTo>
                  <a:cubicBezTo>
                    <a:pt x="125083" y="-638"/>
                    <a:pt x="121249" y="-638"/>
                    <a:pt x="118693" y="1915"/>
                  </a:cubicBezTo>
                  <a:cubicBezTo>
                    <a:pt x="116137" y="4469"/>
                    <a:pt x="116137" y="8299"/>
                    <a:pt x="118693" y="10853"/>
                  </a:cubicBezTo>
                  <a:lnTo>
                    <a:pt x="125722" y="17875"/>
                  </a:lnTo>
                  <a:lnTo>
                    <a:pt x="13898" y="128956"/>
                  </a:lnTo>
                  <a:cubicBezTo>
                    <a:pt x="-4633" y="147470"/>
                    <a:pt x="-4633" y="177475"/>
                    <a:pt x="13898" y="195988"/>
                  </a:cubicBezTo>
                  <a:cubicBezTo>
                    <a:pt x="22844" y="204926"/>
                    <a:pt x="34985" y="210033"/>
                    <a:pt x="47765" y="210033"/>
                  </a:cubicBezTo>
                  <a:cubicBezTo>
                    <a:pt x="60545" y="210033"/>
                    <a:pt x="72047" y="205564"/>
                    <a:pt x="81631" y="195988"/>
                  </a:cubicBezTo>
                  <a:lnTo>
                    <a:pt x="174924" y="102782"/>
                  </a:lnTo>
                  <a:cubicBezTo>
                    <a:pt x="174924" y="102782"/>
                    <a:pt x="174924" y="102782"/>
                    <a:pt x="174924" y="102782"/>
                  </a:cubicBezTo>
                  <a:lnTo>
                    <a:pt x="193455" y="84269"/>
                  </a:lnTo>
                  <a:lnTo>
                    <a:pt x="200484" y="91291"/>
                  </a:lnTo>
                  <a:cubicBezTo>
                    <a:pt x="201762" y="92568"/>
                    <a:pt x="203679" y="93206"/>
                    <a:pt x="204957" y="93206"/>
                  </a:cubicBezTo>
                  <a:cubicBezTo>
                    <a:pt x="206874" y="93206"/>
                    <a:pt x="208152" y="92568"/>
                    <a:pt x="209430" y="91291"/>
                  </a:cubicBezTo>
                  <a:cubicBezTo>
                    <a:pt x="211986" y="88737"/>
                    <a:pt x="211986" y="84907"/>
                    <a:pt x="209430" y="82353"/>
                  </a:cubicBezTo>
                  <a:lnTo>
                    <a:pt x="139141" y="13406"/>
                  </a:lnTo>
                  <a:close/>
                </a:path>
              </a:pathLst>
            </a:custGeom>
            <a:solidFill>
              <a:srgbClr val="00A3E0"/>
            </a:solidFill>
            <a:ln w="6390" cap="flat">
              <a:noFill/>
              <a:prstDash val="solid"/>
              <a:miter/>
            </a:ln>
          </p:spPr>
          <p:txBody>
            <a:bodyPr rtlCol="0" anchor="ctr"/>
            <a:lstStyle/>
            <a:p>
              <a:endParaRPr lang="en-US"/>
            </a:p>
          </p:txBody>
        </p:sp>
      </p:grpSp>
      <p:grpSp>
        <p:nvGrpSpPr>
          <p:cNvPr id="760" name="Graphic 4">
            <a:extLst>
              <a:ext uri="{FF2B5EF4-FFF2-40B4-BE49-F238E27FC236}">
                <a16:creationId xmlns:a16="http://schemas.microsoft.com/office/drawing/2014/main" id="{BB46F831-FD64-CA4B-84D1-4DCFE738C247}"/>
              </a:ext>
            </a:extLst>
          </p:cNvPr>
          <p:cNvGrpSpPr/>
          <p:nvPr/>
        </p:nvGrpSpPr>
        <p:grpSpPr>
          <a:xfrm>
            <a:off x="6071599" y="2371173"/>
            <a:ext cx="361674" cy="361333"/>
            <a:chOff x="5708769" y="2371173"/>
            <a:chExt cx="361674" cy="361333"/>
          </a:xfrm>
          <a:solidFill>
            <a:srgbClr val="00A3E0"/>
          </a:solidFill>
        </p:grpSpPr>
        <p:sp>
          <p:nvSpPr>
            <p:cNvPr id="761" name="Graphic 4">
              <a:extLst>
                <a:ext uri="{FF2B5EF4-FFF2-40B4-BE49-F238E27FC236}">
                  <a16:creationId xmlns:a16="http://schemas.microsoft.com/office/drawing/2014/main" id="{3D2D3984-408C-3F4D-B55A-6DF39B66A8FE}"/>
                </a:ext>
              </a:extLst>
            </p:cNvPr>
            <p:cNvSpPr/>
            <p:nvPr/>
          </p:nvSpPr>
          <p:spPr>
            <a:xfrm>
              <a:off x="5708769" y="2371173"/>
              <a:ext cx="361674" cy="361333"/>
            </a:xfrm>
            <a:custGeom>
              <a:avLst/>
              <a:gdLst>
                <a:gd name="connsiteX0" fmla="*/ 180835 w 361674"/>
                <a:gd name="connsiteY0" fmla="*/ 349204 h 361333"/>
                <a:gd name="connsiteX1" fmla="*/ 12780 w 361674"/>
                <a:gd name="connsiteY1" fmla="*/ 181305 h 361333"/>
                <a:gd name="connsiteX2" fmla="*/ 180835 w 361674"/>
                <a:gd name="connsiteY2" fmla="*/ 13406 h 361333"/>
                <a:gd name="connsiteX3" fmla="*/ 348890 w 361674"/>
                <a:gd name="connsiteY3" fmla="*/ 181305 h 361333"/>
                <a:gd name="connsiteX4" fmla="*/ 180835 w 361674"/>
                <a:gd name="connsiteY4" fmla="*/ 349204 h 361333"/>
                <a:gd name="connsiteX5" fmla="*/ 180835 w 361674"/>
                <a:gd name="connsiteY5" fmla="*/ 0 h 361333"/>
                <a:gd name="connsiteX6" fmla="*/ 0 w 361674"/>
                <a:gd name="connsiteY6" fmla="*/ 180667 h 361333"/>
                <a:gd name="connsiteX7" fmla="*/ 180835 w 361674"/>
                <a:gd name="connsiteY7" fmla="*/ 361333 h 361333"/>
                <a:gd name="connsiteX8" fmla="*/ 361670 w 361674"/>
                <a:gd name="connsiteY8" fmla="*/ 180667 h 361333"/>
                <a:gd name="connsiteX9" fmla="*/ 180835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9529" y="273873"/>
                    <a:pt x="273489" y="349204"/>
                    <a:pt x="180835" y="349204"/>
                  </a:cubicBezTo>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09" y="81077"/>
                    <a:pt x="281157" y="0"/>
                    <a:pt x="180835" y="0"/>
                  </a:cubicBezTo>
                </a:path>
              </a:pathLst>
            </a:custGeom>
            <a:solidFill>
              <a:srgbClr val="00A3E0"/>
            </a:solidFill>
            <a:ln w="6390" cap="flat">
              <a:noFill/>
              <a:prstDash val="solid"/>
              <a:miter/>
            </a:ln>
          </p:spPr>
          <p:txBody>
            <a:bodyPr rtlCol="0" anchor="ctr"/>
            <a:lstStyle/>
            <a:p>
              <a:endParaRPr lang="en-US"/>
            </a:p>
          </p:txBody>
        </p:sp>
        <p:sp>
          <p:nvSpPr>
            <p:cNvPr id="762" name="Graphic 4">
              <a:extLst>
                <a:ext uri="{FF2B5EF4-FFF2-40B4-BE49-F238E27FC236}">
                  <a16:creationId xmlns:a16="http://schemas.microsoft.com/office/drawing/2014/main" id="{D6B4891E-C394-E14F-B22C-85D167B4A2CE}"/>
                </a:ext>
              </a:extLst>
            </p:cNvPr>
            <p:cNvSpPr/>
            <p:nvPr/>
          </p:nvSpPr>
          <p:spPr>
            <a:xfrm>
              <a:off x="5765480" y="2427991"/>
              <a:ext cx="168854" cy="168537"/>
            </a:xfrm>
            <a:custGeom>
              <a:avLst/>
              <a:gdLst>
                <a:gd name="connsiteX0" fmla="*/ 127958 w 168854"/>
                <a:gd name="connsiteY0" fmla="*/ 67032 h 168537"/>
                <a:gd name="connsiteX1" fmla="*/ 74922 w 168854"/>
                <a:gd name="connsiteY1" fmla="*/ 67032 h 168537"/>
                <a:gd name="connsiteX2" fmla="*/ 120930 w 168854"/>
                <a:gd name="connsiteY2" fmla="*/ 21067 h 168537"/>
                <a:gd name="connsiteX3" fmla="*/ 147767 w 168854"/>
                <a:gd name="connsiteY3" fmla="*/ 47880 h 168537"/>
                <a:gd name="connsiteX4" fmla="*/ 127958 w 168854"/>
                <a:gd name="connsiteY4" fmla="*/ 67032 h 168537"/>
                <a:gd name="connsiteX5" fmla="*/ 44889 w 168854"/>
                <a:gd name="connsiteY5" fmla="*/ 150662 h 168537"/>
                <a:gd name="connsiteX6" fmla="*/ 18051 w 168854"/>
                <a:gd name="connsiteY6" fmla="*/ 150662 h 168537"/>
                <a:gd name="connsiteX7" fmla="*/ 18051 w 168854"/>
                <a:gd name="connsiteY7" fmla="*/ 123849 h 168537"/>
                <a:gd name="connsiteX8" fmla="*/ 62142 w 168854"/>
                <a:gd name="connsiteY8" fmla="*/ 79800 h 168537"/>
                <a:gd name="connsiteX9" fmla="*/ 115179 w 168854"/>
                <a:gd name="connsiteY9" fmla="*/ 79800 h 168537"/>
                <a:gd name="connsiteX10" fmla="*/ 44889 w 168854"/>
                <a:gd name="connsiteY10" fmla="*/ 150662 h 168537"/>
                <a:gd name="connsiteX11" fmla="*/ 157991 w 168854"/>
                <a:gd name="connsiteY11" fmla="*/ 58094 h 168537"/>
                <a:gd name="connsiteX12" fmla="*/ 162464 w 168854"/>
                <a:gd name="connsiteY12" fmla="*/ 60009 h 168537"/>
                <a:gd name="connsiteX13" fmla="*/ 166937 w 168854"/>
                <a:gd name="connsiteY13" fmla="*/ 58094 h 168537"/>
                <a:gd name="connsiteX14" fmla="*/ 166937 w 168854"/>
                <a:gd name="connsiteY14" fmla="*/ 49157 h 168537"/>
                <a:gd name="connsiteX15" fmla="*/ 119652 w 168854"/>
                <a:gd name="connsiteY15" fmla="*/ 1915 h 168537"/>
                <a:gd name="connsiteX16" fmla="*/ 110706 w 168854"/>
                <a:gd name="connsiteY16" fmla="*/ 1915 h 168537"/>
                <a:gd name="connsiteX17" fmla="*/ 110706 w 168854"/>
                <a:gd name="connsiteY17" fmla="*/ 10853 h 168537"/>
                <a:gd name="connsiteX18" fmla="*/ 111984 w 168854"/>
                <a:gd name="connsiteY18" fmla="*/ 12130 h 168537"/>
                <a:gd name="connsiteX19" fmla="*/ 9106 w 168854"/>
                <a:gd name="connsiteY19" fmla="*/ 114912 h 168537"/>
                <a:gd name="connsiteX20" fmla="*/ 9106 w 168854"/>
                <a:gd name="connsiteY20" fmla="*/ 159600 h 168537"/>
                <a:gd name="connsiteX21" fmla="*/ 31471 w 168854"/>
                <a:gd name="connsiteY21" fmla="*/ 168537 h 168537"/>
                <a:gd name="connsiteX22" fmla="*/ 53835 w 168854"/>
                <a:gd name="connsiteY22" fmla="*/ 159600 h 168537"/>
                <a:gd name="connsiteX23" fmla="*/ 156713 w 168854"/>
                <a:gd name="connsiteY23" fmla="*/ 56817 h 168537"/>
                <a:gd name="connsiteX24" fmla="*/ 157991 w 168854"/>
                <a:gd name="connsiteY24" fmla="*/ 58094 h 168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8854" h="168537">
                  <a:moveTo>
                    <a:pt x="127958" y="67032"/>
                  </a:moveTo>
                  <a:lnTo>
                    <a:pt x="74922" y="67032"/>
                  </a:lnTo>
                  <a:lnTo>
                    <a:pt x="120930" y="21067"/>
                  </a:lnTo>
                  <a:lnTo>
                    <a:pt x="147767" y="47880"/>
                  </a:lnTo>
                  <a:lnTo>
                    <a:pt x="127958" y="67032"/>
                  </a:lnTo>
                  <a:close/>
                  <a:moveTo>
                    <a:pt x="44889" y="150662"/>
                  </a:moveTo>
                  <a:cubicBezTo>
                    <a:pt x="37221" y="157684"/>
                    <a:pt x="25719" y="157684"/>
                    <a:pt x="18051" y="150662"/>
                  </a:cubicBezTo>
                  <a:cubicBezTo>
                    <a:pt x="10384" y="143001"/>
                    <a:pt x="10384" y="131510"/>
                    <a:pt x="18051" y="123849"/>
                  </a:cubicBezTo>
                  <a:lnTo>
                    <a:pt x="62142" y="79800"/>
                  </a:lnTo>
                  <a:lnTo>
                    <a:pt x="115179" y="79800"/>
                  </a:lnTo>
                  <a:lnTo>
                    <a:pt x="44889" y="150662"/>
                  </a:lnTo>
                  <a:close/>
                  <a:moveTo>
                    <a:pt x="157991" y="58094"/>
                  </a:moveTo>
                  <a:cubicBezTo>
                    <a:pt x="159269" y="59371"/>
                    <a:pt x="161186" y="60009"/>
                    <a:pt x="162464" y="60009"/>
                  </a:cubicBezTo>
                  <a:cubicBezTo>
                    <a:pt x="164381" y="60009"/>
                    <a:pt x="165659" y="59371"/>
                    <a:pt x="166937" y="58094"/>
                  </a:cubicBezTo>
                  <a:cubicBezTo>
                    <a:pt x="169493" y="55541"/>
                    <a:pt x="169493" y="51710"/>
                    <a:pt x="166937" y="49157"/>
                  </a:cubicBezTo>
                  <a:lnTo>
                    <a:pt x="119652" y="1915"/>
                  </a:lnTo>
                  <a:cubicBezTo>
                    <a:pt x="117095" y="-638"/>
                    <a:pt x="113262" y="-638"/>
                    <a:pt x="110706" y="1915"/>
                  </a:cubicBezTo>
                  <a:cubicBezTo>
                    <a:pt x="108150" y="4469"/>
                    <a:pt x="108150" y="8299"/>
                    <a:pt x="110706" y="10853"/>
                  </a:cubicBezTo>
                  <a:lnTo>
                    <a:pt x="111984" y="12130"/>
                  </a:lnTo>
                  <a:lnTo>
                    <a:pt x="9106" y="114912"/>
                  </a:lnTo>
                  <a:cubicBezTo>
                    <a:pt x="-3035" y="127041"/>
                    <a:pt x="-3035" y="147470"/>
                    <a:pt x="9106" y="159600"/>
                  </a:cubicBezTo>
                  <a:cubicBezTo>
                    <a:pt x="15496" y="165984"/>
                    <a:pt x="23164" y="168537"/>
                    <a:pt x="31471" y="168537"/>
                  </a:cubicBezTo>
                  <a:cubicBezTo>
                    <a:pt x="39777" y="168537"/>
                    <a:pt x="47445" y="165345"/>
                    <a:pt x="53835" y="159600"/>
                  </a:cubicBezTo>
                  <a:lnTo>
                    <a:pt x="156713" y="56817"/>
                  </a:lnTo>
                  <a:lnTo>
                    <a:pt x="157991" y="58094"/>
                  </a:lnTo>
                  <a:close/>
                </a:path>
              </a:pathLst>
            </a:custGeom>
            <a:solidFill>
              <a:srgbClr val="00A3E0"/>
            </a:solidFill>
            <a:ln w="6390" cap="flat">
              <a:noFill/>
              <a:prstDash val="solid"/>
              <a:miter/>
            </a:ln>
          </p:spPr>
          <p:txBody>
            <a:bodyPr rtlCol="0" anchor="ctr"/>
            <a:lstStyle/>
            <a:p>
              <a:endParaRPr lang="en-US"/>
            </a:p>
          </p:txBody>
        </p:sp>
        <p:sp>
          <p:nvSpPr>
            <p:cNvPr id="763" name="Graphic 4">
              <a:extLst>
                <a:ext uri="{FF2B5EF4-FFF2-40B4-BE49-F238E27FC236}">
                  <a16:creationId xmlns:a16="http://schemas.microsoft.com/office/drawing/2014/main" id="{E8608C08-30CA-244F-9648-BD605CE5ED1F}"/>
                </a:ext>
              </a:extLst>
            </p:cNvPr>
            <p:cNvSpPr/>
            <p:nvPr/>
          </p:nvSpPr>
          <p:spPr>
            <a:xfrm>
              <a:off x="5844236" y="2507152"/>
              <a:ext cx="169422" cy="168537"/>
            </a:xfrm>
            <a:custGeom>
              <a:avLst/>
              <a:gdLst>
                <a:gd name="connsiteX0" fmla="*/ 82430 w 169422"/>
                <a:gd name="connsiteY0" fmla="*/ 114273 h 168537"/>
                <a:gd name="connsiteX1" fmla="*/ 28755 w 169422"/>
                <a:gd name="connsiteY1" fmla="*/ 114273 h 168537"/>
                <a:gd name="connsiteX2" fmla="*/ 121409 w 169422"/>
                <a:gd name="connsiteY2" fmla="*/ 21706 h 168537"/>
                <a:gd name="connsiteX3" fmla="*/ 148247 w 169422"/>
                <a:gd name="connsiteY3" fmla="*/ 48518 h 168537"/>
                <a:gd name="connsiteX4" fmla="*/ 82430 w 169422"/>
                <a:gd name="connsiteY4" fmla="*/ 114273 h 168537"/>
                <a:gd name="connsiteX5" fmla="*/ 45369 w 169422"/>
                <a:gd name="connsiteY5" fmla="*/ 150662 h 168537"/>
                <a:gd name="connsiteX6" fmla="*/ 18531 w 169422"/>
                <a:gd name="connsiteY6" fmla="*/ 150662 h 168537"/>
                <a:gd name="connsiteX7" fmla="*/ 12780 w 169422"/>
                <a:gd name="connsiteY7" fmla="*/ 137256 h 168537"/>
                <a:gd name="connsiteX8" fmla="*/ 15975 w 169422"/>
                <a:gd name="connsiteY8" fmla="*/ 127041 h 168537"/>
                <a:gd name="connsiteX9" fmla="*/ 69012 w 169422"/>
                <a:gd name="connsiteY9" fmla="*/ 127041 h 168537"/>
                <a:gd name="connsiteX10" fmla="*/ 45369 w 169422"/>
                <a:gd name="connsiteY10" fmla="*/ 150662 h 168537"/>
                <a:gd name="connsiteX11" fmla="*/ 168056 w 169422"/>
                <a:gd name="connsiteY11" fmla="*/ 49795 h 168537"/>
                <a:gd name="connsiteX12" fmla="*/ 120131 w 169422"/>
                <a:gd name="connsiteY12" fmla="*/ 1915 h 168537"/>
                <a:gd name="connsiteX13" fmla="*/ 111185 w 169422"/>
                <a:gd name="connsiteY13" fmla="*/ 1915 h 168537"/>
                <a:gd name="connsiteX14" fmla="*/ 111185 w 169422"/>
                <a:gd name="connsiteY14" fmla="*/ 10853 h 168537"/>
                <a:gd name="connsiteX15" fmla="*/ 112463 w 169422"/>
                <a:gd name="connsiteY15" fmla="*/ 12130 h 168537"/>
                <a:gd name="connsiteX16" fmla="*/ 9585 w 169422"/>
                <a:gd name="connsiteY16" fmla="*/ 114912 h 168537"/>
                <a:gd name="connsiteX17" fmla="*/ 0 w 169422"/>
                <a:gd name="connsiteY17" fmla="*/ 137256 h 168537"/>
                <a:gd name="connsiteX18" fmla="*/ 9585 w 169422"/>
                <a:gd name="connsiteY18" fmla="*/ 159600 h 168537"/>
                <a:gd name="connsiteX19" fmla="*/ 31950 w 169422"/>
                <a:gd name="connsiteY19" fmla="*/ 168537 h 168537"/>
                <a:gd name="connsiteX20" fmla="*/ 54314 w 169422"/>
                <a:gd name="connsiteY20" fmla="*/ 159600 h 168537"/>
                <a:gd name="connsiteX21" fmla="*/ 157193 w 169422"/>
                <a:gd name="connsiteY21" fmla="*/ 56817 h 168537"/>
                <a:gd name="connsiteX22" fmla="*/ 158471 w 169422"/>
                <a:gd name="connsiteY22" fmla="*/ 58094 h 168537"/>
                <a:gd name="connsiteX23" fmla="*/ 162943 w 169422"/>
                <a:gd name="connsiteY23" fmla="*/ 60009 h 168537"/>
                <a:gd name="connsiteX24" fmla="*/ 167416 w 169422"/>
                <a:gd name="connsiteY24" fmla="*/ 58094 h 168537"/>
                <a:gd name="connsiteX25" fmla="*/ 168056 w 169422"/>
                <a:gd name="connsiteY25" fmla="*/ 49795 h 168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9422" h="168537">
                  <a:moveTo>
                    <a:pt x="82430" y="114273"/>
                  </a:moveTo>
                  <a:lnTo>
                    <a:pt x="28755" y="114273"/>
                  </a:lnTo>
                  <a:lnTo>
                    <a:pt x="121409" y="21706"/>
                  </a:lnTo>
                  <a:lnTo>
                    <a:pt x="148247" y="48518"/>
                  </a:lnTo>
                  <a:lnTo>
                    <a:pt x="82430" y="114273"/>
                  </a:lnTo>
                  <a:close/>
                  <a:moveTo>
                    <a:pt x="45369" y="150662"/>
                  </a:moveTo>
                  <a:cubicBezTo>
                    <a:pt x="37701" y="157684"/>
                    <a:pt x="26199" y="158323"/>
                    <a:pt x="18531" y="150662"/>
                  </a:cubicBezTo>
                  <a:cubicBezTo>
                    <a:pt x="14697" y="146832"/>
                    <a:pt x="12780" y="142363"/>
                    <a:pt x="12780" y="137256"/>
                  </a:cubicBezTo>
                  <a:cubicBezTo>
                    <a:pt x="12780" y="133425"/>
                    <a:pt x="14058" y="130233"/>
                    <a:pt x="15975" y="127041"/>
                  </a:cubicBezTo>
                  <a:lnTo>
                    <a:pt x="69012" y="127041"/>
                  </a:lnTo>
                  <a:lnTo>
                    <a:pt x="45369" y="150662"/>
                  </a:lnTo>
                  <a:close/>
                  <a:moveTo>
                    <a:pt x="168056" y="49795"/>
                  </a:moveTo>
                  <a:lnTo>
                    <a:pt x="120131" y="1915"/>
                  </a:lnTo>
                  <a:cubicBezTo>
                    <a:pt x="117575" y="-638"/>
                    <a:pt x="113741" y="-638"/>
                    <a:pt x="111185" y="1915"/>
                  </a:cubicBezTo>
                  <a:cubicBezTo>
                    <a:pt x="108629" y="4469"/>
                    <a:pt x="108629" y="8299"/>
                    <a:pt x="111185" y="10853"/>
                  </a:cubicBezTo>
                  <a:lnTo>
                    <a:pt x="112463" y="12130"/>
                  </a:lnTo>
                  <a:lnTo>
                    <a:pt x="9585" y="114912"/>
                  </a:lnTo>
                  <a:cubicBezTo>
                    <a:pt x="3834" y="120657"/>
                    <a:pt x="0" y="128956"/>
                    <a:pt x="0" y="137256"/>
                  </a:cubicBezTo>
                  <a:cubicBezTo>
                    <a:pt x="0" y="145555"/>
                    <a:pt x="3195" y="153854"/>
                    <a:pt x="9585" y="159600"/>
                  </a:cubicBezTo>
                  <a:cubicBezTo>
                    <a:pt x="15975" y="165984"/>
                    <a:pt x="23643" y="168537"/>
                    <a:pt x="31950" y="168537"/>
                  </a:cubicBezTo>
                  <a:cubicBezTo>
                    <a:pt x="40257" y="168537"/>
                    <a:pt x="47925" y="165345"/>
                    <a:pt x="54314" y="159600"/>
                  </a:cubicBezTo>
                  <a:lnTo>
                    <a:pt x="157193" y="56817"/>
                  </a:lnTo>
                  <a:lnTo>
                    <a:pt x="158471" y="58094"/>
                  </a:lnTo>
                  <a:cubicBezTo>
                    <a:pt x="159748" y="59371"/>
                    <a:pt x="161666" y="60009"/>
                    <a:pt x="162943" y="60009"/>
                  </a:cubicBezTo>
                  <a:cubicBezTo>
                    <a:pt x="164861" y="60009"/>
                    <a:pt x="166138" y="59371"/>
                    <a:pt x="167416" y="58094"/>
                  </a:cubicBezTo>
                  <a:cubicBezTo>
                    <a:pt x="169973" y="56179"/>
                    <a:pt x="169973" y="52349"/>
                    <a:pt x="168056" y="49795"/>
                  </a:cubicBezTo>
                </a:path>
              </a:pathLst>
            </a:custGeom>
            <a:solidFill>
              <a:srgbClr val="00A3E0"/>
            </a:solidFill>
            <a:ln w="6390" cap="flat">
              <a:noFill/>
              <a:prstDash val="solid"/>
              <a:miter/>
            </a:ln>
          </p:spPr>
          <p:txBody>
            <a:bodyPr rtlCol="0" anchor="ctr"/>
            <a:lstStyle/>
            <a:p>
              <a:endParaRPr lang="en-US"/>
            </a:p>
          </p:txBody>
        </p:sp>
      </p:grpSp>
      <p:grpSp>
        <p:nvGrpSpPr>
          <p:cNvPr id="2" name="Group 1">
            <a:extLst>
              <a:ext uri="{FF2B5EF4-FFF2-40B4-BE49-F238E27FC236}">
                <a16:creationId xmlns:a16="http://schemas.microsoft.com/office/drawing/2014/main" id="{FF8D911F-3903-1E49-BA3C-59F84A05D06E}"/>
              </a:ext>
            </a:extLst>
          </p:cNvPr>
          <p:cNvGrpSpPr/>
          <p:nvPr/>
        </p:nvGrpSpPr>
        <p:grpSpPr>
          <a:xfrm>
            <a:off x="6509506" y="1402535"/>
            <a:ext cx="361671" cy="361325"/>
            <a:chOff x="6509506" y="1402281"/>
            <a:chExt cx="361925" cy="361579"/>
          </a:xfrm>
        </p:grpSpPr>
        <p:sp>
          <p:nvSpPr>
            <p:cNvPr id="765" name="Graphic 4">
              <a:extLst>
                <a:ext uri="{FF2B5EF4-FFF2-40B4-BE49-F238E27FC236}">
                  <a16:creationId xmlns:a16="http://schemas.microsoft.com/office/drawing/2014/main" id="{1F7B6D46-B575-6647-8790-6ED4B38B5D78}"/>
                </a:ext>
              </a:extLst>
            </p:cNvPr>
            <p:cNvSpPr/>
            <p:nvPr/>
          </p:nvSpPr>
          <p:spPr>
            <a:xfrm rot="21218017">
              <a:off x="6509506" y="1402281"/>
              <a:ext cx="361925" cy="361579"/>
            </a:xfrm>
            <a:custGeom>
              <a:avLst/>
              <a:gdLst>
                <a:gd name="connsiteX0" fmla="*/ 205560 w 361925"/>
                <a:gd name="connsiteY0" fmla="*/ 264739 h 361579"/>
                <a:gd name="connsiteX1" fmla="*/ 217701 w 361925"/>
                <a:gd name="connsiteY1" fmla="*/ 292829 h 361579"/>
                <a:gd name="connsiteX2" fmla="*/ 215784 w 361925"/>
                <a:gd name="connsiteY2" fmla="*/ 297936 h 361579"/>
                <a:gd name="connsiteX3" fmla="*/ 210672 w 361925"/>
                <a:gd name="connsiteY3" fmla="*/ 299851 h 361579"/>
                <a:gd name="connsiteX4" fmla="*/ 133993 w 361925"/>
                <a:gd name="connsiteY4" fmla="*/ 291552 h 361579"/>
                <a:gd name="connsiteX5" fmla="*/ 129520 w 361925"/>
                <a:gd name="connsiteY5" fmla="*/ 288998 h 361579"/>
                <a:gd name="connsiteX6" fmla="*/ 128880 w 361925"/>
                <a:gd name="connsiteY6" fmla="*/ 283891 h 361579"/>
                <a:gd name="connsiteX7" fmla="*/ 139743 w 361925"/>
                <a:gd name="connsiteY7" fmla="*/ 265378 h 361579"/>
                <a:gd name="connsiteX8" fmla="*/ 104599 w 361925"/>
                <a:gd name="connsiteY8" fmla="*/ 214944 h 361579"/>
                <a:gd name="connsiteX9" fmla="*/ 109072 w 361925"/>
                <a:gd name="connsiteY9" fmla="*/ 207283 h 361579"/>
                <a:gd name="connsiteX10" fmla="*/ 116740 w 361925"/>
                <a:gd name="connsiteY10" fmla="*/ 211752 h 361579"/>
                <a:gd name="connsiteX11" fmla="*/ 154440 w 361925"/>
                <a:gd name="connsiteY11" fmla="*/ 258355 h 361579"/>
                <a:gd name="connsiteX12" fmla="*/ 158913 w 361925"/>
                <a:gd name="connsiteY12" fmla="*/ 264101 h 361579"/>
                <a:gd name="connsiteX13" fmla="*/ 155079 w 361925"/>
                <a:gd name="connsiteY13" fmla="*/ 270485 h 361579"/>
                <a:gd name="connsiteX14" fmla="*/ 143578 w 361925"/>
                <a:gd name="connsiteY14" fmla="*/ 280699 h 361579"/>
                <a:gd name="connsiteX15" fmla="*/ 203004 w 361925"/>
                <a:gd name="connsiteY15" fmla="*/ 287083 h 361579"/>
                <a:gd name="connsiteX16" fmla="*/ 187668 w 361925"/>
                <a:gd name="connsiteY16" fmla="*/ 266654 h 361579"/>
                <a:gd name="connsiteX17" fmla="*/ 185112 w 361925"/>
                <a:gd name="connsiteY17" fmla="*/ 259632 h 361579"/>
                <a:gd name="connsiteX18" fmla="*/ 190863 w 361925"/>
                <a:gd name="connsiteY18" fmla="*/ 255163 h 361579"/>
                <a:gd name="connsiteX19" fmla="*/ 254123 w 361925"/>
                <a:gd name="connsiteY19" fmla="*/ 194515 h 361579"/>
                <a:gd name="connsiteX20" fmla="*/ 223452 w 361925"/>
                <a:gd name="connsiteY20" fmla="*/ 130676 h 361579"/>
                <a:gd name="connsiteX21" fmla="*/ 221534 w 361925"/>
                <a:gd name="connsiteY21" fmla="*/ 129399 h 361579"/>
                <a:gd name="connsiteX22" fmla="*/ 205560 w 361925"/>
                <a:gd name="connsiteY22" fmla="*/ 142167 h 361579"/>
                <a:gd name="connsiteX23" fmla="*/ 228564 w 361925"/>
                <a:gd name="connsiteY23" fmla="*/ 187493 h 361579"/>
                <a:gd name="connsiteX24" fmla="*/ 178722 w 361925"/>
                <a:gd name="connsiteY24" fmla="*/ 227712 h 361579"/>
                <a:gd name="connsiteX25" fmla="*/ 172971 w 361925"/>
                <a:gd name="connsiteY25" fmla="*/ 220690 h 361579"/>
                <a:gd name="connsiteX26" fmla="*/ 180000 w 361925"/>
                <a:gd name="connsiteY26" fmla="*/ 214944 h 361579"/>
                <a:gd name="connsiteX27" fmla="*/ 215784 w 361925"/>
                <a:gd name="connsiteY27" fmla="*/ 186216 h 361579"/>
                <a:gd name="connsiteX28" fmla="*/ 194058 w 361925"/>
                <a:gd name="connsiteY28" fmla="*/ 151743 h 361579"/>
                <a:gd name="connsiteX29" fmla="*/ 169776 w 361925"/>
                <a:gd name="connsiteY29" fmla="*/ 170895 h 361579"/>
                <a:gd name="connsiteX30" fmla="*/ 165303 w 361925"/>
                <a:gd name="connsiteY30" fmla="*/ 172171 h 361579"/>
                <a:gd name="connsiteX31" fmla="*/ 160830 w 361925"/>
                <a:gd name="connsiteY31" fmla="*/ 169618 h 361579"/>
                <a:gd name="connsiteX32" fmla="*/ 136548 w 361925"/>
                <a:gd name="connsiteY32" fmla="*/ 138975 h 361579"/>
                <a:gd name="connsiteX33" fmla="*/ 137826 w 361925"/>
                <a:gd name="connsiteY33" fmla="*/ 130037 h 361579"/>
                <a:gd name="connsiteX34" fmla="*/ 210033 w 361925"/>
                <a:gd name="connsiteY34" fmla="*/ 71943 h 361579"/>
                <a:gd name="connsiteX35" fmla="*/ 218979 w 361925"/>
                <a:gd name="connsiteY35" fmla="*/ 73220 h 361579"/>
                <a:gd name="connsiteX36" fmla="*/ 224729 w 361925"/>
                <a:gd name="connsiteY36" fmla="*/ 80242 h 361579"/>
                <a:gd name="connsiteX37" fmla="*/ 225369 w 361925"/>
                <a:gd name="connsiteY37" fmla="*/ 78965 h 361579"/>
                <a:gd name="connsiteX38" fmla="*/ 231119 w 361925"/>
                <a:gd name="connsiteY38" fmla="*/ 73858 h 361579"/>
                <a:gd name="connsiteX39" fmla="*/ 240065 w 361925"/>
                <a:gd name="connsiteY39" fmla="*/ 75135 h 361579"/>
                <a:gd name="connsiteX40" fmla="*/ 245177 w 361925"/>
                <a:gd name="connsiteY40" fmla="*/ 80880 h 361579"/>
                <a:gd name="connsiteX41" fmla="*/ 243899 w 361925"/>
                <a:gd name="connsiteY41" fmla="*/ 89818 h 361579"/>
                <a:gd name="connsiteX42" fmla="*/ 238149 w 361925"/>
                <a:gd name="connsiteY42" fmla="*/ 94925 h 361579"/>
                <a:gd name="connsiteX43" fmla="*/ 236870 w 361925"/>
                <a:gd name="connsiteY43" fmla="*/ 95564 h 361579"/>
                <a:gd name="connsiteX44" fmla="*/ 242622 w 361925"/>
                <a:gd name="connsiteY44" fmla="*/ 102586 h 361579"/>
                <a:gd name="connsiteX45" fmla="*/ 241343 w 361925"/>
                <a:gd name="connsiteY45" fmla="*/ 111524 h 361579"/>
                <a:gd name="connsiteX46" fmla="*/ 230481 w 361925"/>
                <a:gd name="connsiteY46" fmla="*/ 120461 h 361579"/>
                <a:gd name="connsiteX47" fmla="*/ 264986 w 361925"/>
                <a:gd name="connsiteY47" fmla="*/ 195154 h 361579"/>
                <a:gd name="connsiteX48" fmla="*/ 205560 w 361925"/>
                <a:gd name="connsiteY48" fmla="*/ 264739 h 361579"/>
                <a:gd name="connsiteX49" fmla="*/ 92458 w 361925"/>
                <a:gd name="connsiteY49" fmla="*/ 186855 h 361579"/>
                <a:gd name="connsiteX50" fmla="*/ 99487 w 361925"/>
                <a:gd name="connsiteY50" fmla="*/ 181109 h 361579"/>
                <a:gd name="connsiteX51" fmla="*/ 176166 w 361925"/>
                <a:gd name="connsiteY51" fmla="*/ 189408 h 361579"/>
                <a:gd name="connsiteX52" fmla="*/ 181917 w 361925"/>
                <a:gd name="connsiteY52" fmla="*/ 196431 h 361579"/>
                <a:gd name="connsiteX53" fmla="*/ 174888 w 361925"/>
                <a:gd name="connsiteY53" fmla="*/ 202176 h 361579"/>
                <a:gd name="connsiteX54" fmla="*/ 98209 w 361925"/>
                <a:gd name="connsiteY54" fmla="*/ 193877 h 361579"/>
                <a:gd name="connsiteX55" fmla="*/ 92458 w 361925"/>
                <a:gd name="connsiteY55" fmla="*/ 186855 h 361579"/>
                <a:gd name="connsiteX56" fmla="*/ 200448 w 361925"/>
                <a:gd name="connsiteY56" fmla="*/ 1081 h 361579"/>
                <a:gd name="connsiteX57" fmla="*/ 1082 w 361925"/>
                <a:gd name="connsiteY57" fmla="*/ 161319 h 361579"/>
                <a:gd name="connsiteX58" fmla="*/ 161469 w 361925"/>
                <a:gd name="connsiteY58" fmla="*/ 360499 h 361579"/>
                <a:gd name="connsiteX59" fmla="*/ 360835 w 361925"/>
                <a:gd name="connsiteY59" fmla="*/ 200261 h 361579"/>
                <a:gd name="connsiteX60" fmla="*/ 200448 w 361925"/>
                <a:gd name="connsiteY60" fmla="*/ 1081 h 361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61925" h="361579">
                  <a:moveTo>
                    <a:pt x="205560" y="264739"/>
                  </a:moveTo>
                  <a:cubicBezTo>
                    <a:pt x="211950" y="273038"/>
                    <a:pt x="217062" y="283253"/>
                    <a:pt x="217701" y="292829"/>
                  </a:cubicBezTo>
                  <a:cubicBezTo>
                    <a:pt x="217701" y="294744"/>
                    <a:pt x="217062" y="296659"/>
                    <a:pt x="215784" y="297936"/>
                  </a:cubicBezTo>
                  <a:cubicBezTo>
                    <a:pt x="214506" y="299213"/>
                    <a:pt x="212589" y="299851"/>
                    <a:pt x="210672" y="299851"/>
                  </a:cubicBezTo>
                  <a:lnTo>
                    <a:pt x="133993" y="291552"/>
                  </a:lnTo>
                  <a:cubicBezTo>
                    <a:pt x="132075" y="291552"/>
                    <a:pt x="130158" y="290275"/>
                    <a:pt x="129520" y="288998"/>
                  </a:cubicBezTo>
                  <a:cubicBezTo>
                    <a:pt x="128242" y="287083"/>
                    <a:pt x="128242" y="285168"/>
                    <a:pt x="128880" y="283891"/>
                  </a:cubicBezTo>
                  <a:cubicBezTo>
                    <a:pt x="131436" y="275592"/>
                    <a:pt x="134631" y="269846"/>
                    <a:pt x="139743" y="265378"/>
                  </a:cubicBezTo>
                  <a:cubicBezTo>
                    <a:pt x="123130" y="255163"/>
                    <a:pt x="110989" y="237926"/>
                    <a:pt x="104599" y="214944"/>
                  </a:cubicBezTo>
                  <a:cubicBezTo>
                    <a:pt x="103960" y="211752"/>
                    <a:pt x="105877" y="207922"/>
                    <a:pt x="109072" y="207283"/>
                  </a:cubicBezTo>
                  <a:cubicBezTo>
                    <a:pt x="112267" y="206645"/>
                    <a:pt x="116100" y="208560"/>
                    <a:pt x="116740" y="211752"/>
                  </a:cubicBezTo>
                  <a:cubicBezTo>
                    <a:pt x="123130" y="234734"/>
                    <a:pt x="136548" y="251971"/>
                    <a:pt x="154440" y="258355"/>
                  </a:cubicBezTo>
                  <a:cubicBezTo>
                    <a:pt x="156996" y="258994"/>
                    <a:pt x="158274" y="261547"/>
                    <a:pt x="158913" y="264101"/>
                  </a:cubicBezTo>
                  <a:cubicBezTo>
                    <a:pt x="158913" y="266654"/>
                    <a:pt x="157635" y="269208"/>
                    <a:pt x="155079" y="270485"/>
                  </a:cubicBezTo>
                  <a:cubicBezTo>
                    <a:pt x="149967" y="273038"/>
                    <a:pt x="146133" y="275592"/>
                    <a:pt x="143578" y="280699"/>
                  </a:cubicBezTo>
                  <a:lnTo>
                    <a:pt x="203004" y="287083"/>
                  </a:lnTo>
                  <a:cubicBezTo>
                    <a:pt x="199809" y="278784"/>
                    <a:pt x="194058" y="270485"/>
                    <a:pt x="187668" y="266654"/>
                  </a:cubicBezTo>
                  <a:cubicBezTo>
                    <a:pt x="185112" y="265378"/>
                    <a:pt x="184473" y="262186"/>
                    <a:pt x="185112" y="259632"/>
                  </a:cubicBezTo>
                  <a:cubicBezTo>
                    <a:pt x="185751" y="257078"/>
                    <a:pt x="188307" y="255163"/>
                    <a:pt x="190863" y="255163"/>
                  </a:cubicBezTo>
                  <a:cubicBezTo>
                    <a:pt x="223452" y="253248"/>
                    <a:pt x="250928" y="227712"/>
                    <a:pt x="254123" y="194515"/>
                  </a:cubicBezTo>
                  <a:cubicBezTo>
                    <a:pt x="256679" y="168979"/>
                    <a:pt x="245177" y="144720"/>
                    <a:pt x="223452" y="130676"/>
                  </a:cubicBezTo>
                  <a:cubicBezTo>
                    <a:pt x="223452" y="130676"/>
                    <a:pt x="222174" y="130037"/>
                    <a:pt x="221534" y="129399"/>
                  </a:cubicBezTo>
                  <a:lnTo>
                    <a:pt x="205560" y="142167"/>
                  </a:lnTo>
                  <a:cubicBezTo>
                    <a:pt x="221534" y="151104"/>
                    <a:pt x="231119" y="168341"/>
                    <a:pt x="228564" y="187493"/>
                  </a:cubicBezTo>
                  <a:cubicBezTo>
                    <a:pt x="226007" y="213029"/>
                    <a:pt x="204282" y="230266"/>
                    <a:pt x="178722" y="227712"/>
                  </a:cubicBezTo>
                  <a:cubicBezTo>
                    <a:pt x="175527" y="227074"/>
                    <a:pt x="172971" y="223882"/>
                    <a:pt x="172971" y="220690"/>
                  </a:cubicBezTo>
                  <a:cubicBezTo>
                    <a:pt x="173610" y="217498"/>
                    <a:pt x="176805" y="214944"/>
                    <a:pt x="180000" y="214944"/>
                  </a:cubicBezTo>
                  <a:cubicBezTo>
                    <a:pt x="198531" y="216859"/>
                    <a:pt x="213867" y="204730"/>
                    <a:pt x="215784" y="186216"/>
                  </a:cubicBezTo>
                  <a:cubicBezTo>
                    <a:pt x="217701" y="170256"/>
                    <a:pt x="208755" y="156850"/>
                    <a:pt x="194058" y="151743"/>
                  </a:cubicBezTo>
                  <a:lnTo>
                    <a:pt x="169776" y="170895"/>
                  </a:lnTo>
                  <a:cubicBezTo>
                    <a:pt x="168498" y="172171"/>
                    <a:pt x="166581" y="172171"/>
                    <a:pt x="165303" y="172171"/>
                  </a:cubicBezTo>
                  <a:cubicBezTo>
                    <a:pt x="163386" y="172171"/>
                    <a:pt x="162108" y="170895"/>
                    <a:pt x="160830" y="169618"/>
                  </a:cubicBezTo>
                  <a:lnTo>
                    <a:pt x="136548" y="138975"/>
                  </a:lnTo>
                  <a:cubicBezTo>
                    <a:pt x="134631" y="136421"/>
                    <a:pt x="134631" y="131952"/>
                    <a:pt x="137826" y="130037"/>
                  </a:cubicBezTo>
                  <a:lnTo>
                    <a:pt x="210033" y="71943"/>
                  </a:lnTo>
                  <a:cubicBezTo>
                    <a:pt x="212589" y="70028"/>
                    <a:pt x="217062" y="70028"/>
                    <a:pt x="218979" y="73220"/>
                  </a:cubicBezTo>
                  <a:lnTo>
                    <a:pt x="224729" y="80242"/>
                  </a:lnTo>
                  <a:cubicBezTo>
                    <a:pt x="224729" y="79604"/>
                    <a:pt x="225369" y="79604"/>
                    <a:pt x="225369" y="78965"/>
                  </a:cubicBezTo>
                  <a:lnTo>
                    <a:pt x="231119" y="73858"/>
                  </a:lnTo>
                  <a:cubicBezTo>
                    <a:pt x="233675" y="71943"/>
                    <a:pt x="238149" y="71943"/>
                    <a:pt x="240065" y="75135"/>
                  </a:cubicBezTo>
                  <a:lnTo>
                    <a:pt x="245177" y="80880"/>
                  </a:lnTo>
                  <a:cubicBezTo>
                    <a:pt x="247094" y="83434"/>
                    <a:pt x="247094" y="87903"/>
                    <a:pt x="243899" y="89818"/>
                  </a:cubicBezTo>
                  <a:lnTo>
                    <a:pt x="238149" y="94925"/>
                  </a:lnTo>
                  <a:cubicBezTo>
                    <a:pt x="237509" y="94925"/>
                    <a:pt x="237509" y="95564"/>
                    <a:pt x="236870" y="95564"/>
                  </a:cubicBezTo>
                  <a:lnTo>
                    <a:pt x="242622" y="102586"/>
                  </a:lnTo>
                  <a:cubicBezTo>
                    <a:pt x="244538" y="105140"/>
                    <a:pt x="244538" y="109608"/>
                    <a:pt x="241343" y="111524"/>
                  </a:cubicBezTo>
                  <a:lnTo>
                    <a:pt x="230481" y="120461"/>
                  </a:lnTo>
                  <a:cubicBezTo>
                    <a:pt x="255401" y="137698"/>
                    <a:pt x="268181" y="165787"/>
                    <a:pt x="264986" y="195154"/>
                  </a:cubicBezTo>
                  <a:cubicBezTo>
                    <a:pt x="263708" y="228989"/>
                    <a:pt x="238149" y="257078"/>
                    <a:pt x="205560" y="264739"/>
                  </a:cubicBezTo>
                  <a:moveTo>
                    <a:pt x="92458" y="186855"/>
                  </a:moveTo>
                  <a:cubicBezTo>
                    <a:pt x="93097" y="183663"/>
                    <a:pt x="96292" y="181109"/>
                    <a:pt x="99487" y="181109"/>
                  </a:cubicBezTo>
                  <a:lnTo>
                    <a:pt x="176166" y="189408"/>
                  </a:lnTo>
                  <a:cubicBezTo>
                    <a:pt x="179361" y="190047"/>
                    <a:pt x="181917" y="193239"/>
                    <a:pt x="181917" y="196431"/>
                  </a:cubicBezTo>
                  <a:cubicBezTo>
                    <a:pt x="181278" y="199623"/>
                    <a:pt x="178083" y="202176"/>
                    <a:pt x="174888" y="202176"/>
                  </a:cubicBezTo>
                  <a:lnTo>
                    <a:pt x="98209" y="193877"/>
                  </a:lnTo>
                  <a:cubicBezTo>
                    <a:pt x="94375" y="193877"/>
                    <a:pt x="91819" y="190685"/>
                    <a:pt x="92458" y="186855"/>
                  </a:cubicBezTo>
                  <a:moveTo>
                    <a:pt x="200448" y="1081"/>
                  </a:moveTo>
                  <a:cubicBezTo>
                    <a:pt x="100765" y="-9772"/>
                    <a:pt x="11306" y="62367"/>
                    <a:pt x="1082" y="161319"/>
                  </a:cubicBezTo>
                  <a:cubicBezTo>
                    <a:pt x="-9781" y="260909"/>
                    <a:pt x="62425" y="350284"/>
                    <a:pt x="161469" y="360499"/>
                  </a:cubicBezTo>
                  <a:cubicBezTo>
                    <a:pt x="261152" y="371352"/>
                    <a:pt x="350611" y="299213"/>
                    <a:pt x="360835" y="200261"/>
                  </a:cubicBezTo>
                  <a:cubicBezTo>
                    <a:pt x="371698" y="101309"/>
                    <a:pt x="300131" y="11933"/>
                    <a:pt x="200448" y="1081"/>
                  </a:cubicBezTo>
                </a:path>
              </a:pathLst>
            </a:custGeom>
            <a:solidFill>
              <a:srgbClr val="00A3E0"/>
            </a:solidFill>
            <a:ln w="6390" cap="flat">
              <a:noFill/>
              <a:prstDash val="solid"/>
              <a:miter/>
            </a:ln>
          </p:spPr>
          <p:txBody>
            <a:bodyPr rtlCol="0" anchor="ctr"/>
            <a:lstStyle/>
            <a:p>
              <a:endParaRPr lang="en-US"/>
            </a:p>
          </p:txBody>
        </p:sp>
        <p:sp>
          <p:nvSpPr>
            <p:cNvPr id="766" name="Graphic 4">
              <a:extLst>
                <a:ext uri="{FF2B5EF4-FFF2-40B4-BE49-F238E27FC236}">
                  <a16:creationId xmlns:a16="http://schemas.microsoft.com/office/drawing/2014/main" id="{5935695F-02D2-8C49-9FFC-7C611FAFAC55}"/>
                </a:ext>
              </a:extLst>
            </p:cNvPr>
            <p:cNvSpPr/>
            <p:nvPr/>
          </p:nvSpPr>
          <p:spPr>
            <a:xfrm>
              <a:off x="6655543" y="1484389"/>
              <a:ext cx="74762" cy="75331"/>
            </a:xfrm>
            <a:custGeom>
              <a:avLst/>
              <a:gdLst>
                <a:gd name="connsiteX0" fmla="*/ 56231 w 74762"/>
                <a:gd name="connsiteY0" fmla="*/ 0 h 75331"/>
                <a:gd name="connsiteX1" fmla="*/ 0 w 74762"/>
                <a:gd name="connsiteY1" fmla="*/ 56179 h 75331"/>
                <a:gd name="connsiteX2" fmla="*/ 17892 w 74762"/>
                <a:gd name="connsiteY2" fmla="*/ 75331 h 75331"/>
                <a:gd name="connsiteX3" fmla="*/ 74762 w 74762"/>
                <a:gd name="connsiteY3" fmla="*/ 17875 h 75331"/>
              </a:gdLst>
              <a:ahLst/>
              <a:cxnLst>
                <a:cxn ang="0">
                  <a:pos x="connsiteX0" y="connsiteY0"/>
                </a:cxn>
                <a:cxn ang="0">
                  <a:pos x="connsiteX1" y="connsiteY1"/>
                </a:cxn>
                <a:cxn ang="0">
                  <a:pos x="connsiteX2" y="connsiteY2"/>
                </a:cxn>
                <a:cxn ang="0">
                  <a:pos x="connsiteX3" y="connsiteY3"/>
                </a:cxn>
              </a:cxnLst>
              <a:rect l="l" t="t" r="r" b="b"/>
              <a:pathLst>
                <a:path w="74762" h="75331">
                  <a:moveTo>
                    <a:pt x="56231" y="0"/>
                  </a:moveTo>
                  <a:lnTo>
                    <a:pt x="0" y="56179"/>
                  </a:lnTo>
                  <a:lnTo>
                    <a:pt x="17892" y="75331"/>
                  </a:lnTo>
                  <a:lnTo>
                    <a:pt x="74762" y="17875"/>
                  </a:lnTo>
                  <a:close/>
                </a:path>
              </a:pathLst>
            </a:custGeom>
            <a:solidFill>
              <a:srgbClr val="00A3E0"/>
            </a:solidFill>
            <a:ln w="6390" cap="flat">
              <a:noFill/>
              <a:prstDash val="solid"/>
              <a:miter/>
            </a:ln>
          </p:spPr>
          <p:txBody>
            <a:bodyPr rtlCol="0" anchor="ctr"/>
            <a:lstStyle/>
            <a:p>
              <a:endParaRPr lang="en-US"/>
            </a:p>
          </p:txBody>
        </p:sp>
      </p:grpSp>
      <p:grpSp>
        <p:nvGrpSpPr>
          <p:cNvPr id="767" name="Graphic 4">
            <a:extLst>
              <a:ext uri="{FF2B5EF4-FFF2-40B4-BE49-F238E27FC236}">
                <a16:creationId xmlns:a16="http://schemas.microsoft.com/office/drawing/2014/main" id="{E5152F87-957F-BC4C-B602-063B03BCD727}"/>
              </a:ext>
            </a:extLst>
          </p:cNvPr>
          <p:cNvGrpSpPr/>
          <p:nvPr/>
        </p:nvGrpSpPr>
        <p:grpSpPr>
          <a:xfrm>
            <a:off x="5462638" y="2371173"/>
            <a:ext cx="361670" cy="361333"/>
            <a:chOff x="5099808" y="2371173"/>
            <a:chExt cx="361670" cy="361333"/>
          </a:xfrm>
          <a:solidFill>
            <a:srgbClr val="00A3E0"/>
          </a:solidFill>
        </p:grpSpPr>
        <p:sp>
          <p:nvSpPr>
            <p:cNvPr id="768" name="Graphic 4">
              <a:extLst>
                <a:ext uri="{FF2B5EF4-FFF2-40B4-BE49-F238E27FC236}">
                  <a16:creationId xmlns:a16="http://schemas.microsoft.com/office/drawing/2014/main" id="{20B02E58-1B86-9341-93DF-450A7EA44381}"/>
                </a:ext>
              </a:extLst>
            </p:cNvPr>
            <p:cNvSpPr/>
            <p:nvPr/>
          </p:nvSpPr>
          <p:spPr>
            <a:xfrm>
              <a:off x="5233358" y="2505237"/>
              <a:ext cx="93292" cy="93206"/>
            </a:xfrm>
            <a:custGeom>
              <a:avLst/>
              <a:gdLst>
                <a:gd name="connsiteX0" fmla="*/ 53036 w 93292"/>
                <a:gd name="connsiteY0" fmla="*/ 28090 h 93206"/>
                <a:gd name="connsiteX1" fmla="*/ 46646 w 93292"/>
                <a:gd name="connsiteY1" fmla="*/ 34474 h 93206"/>
                <a:gd name="connsiteX2" fmla="*/ 40257 w 93292"/>
                <a:gd name="connsiteY2" fmla="*/ 28090 h 93206"/>
                <a:gd name="connsiteX3" fmla="*/ 46646 w 93292"/>
                <a:gd name="connsiteY3" fmla="*/ 21706 h 93206"/>
                <a:gd name="connsiteX4" fmla="*/ 53036 w 93292"/>
                <a:gd name="connsiteY4" fmla="*/ 28090 h 93206"/>
                <a:gd name="connsiteX5" fmla="*/ 65816 w 93292"/>
                <a:gd name="connsiteY5" fmla="*/ 40858 h 93206"/>
                <a:gd name="connsiteX6" fmla="*/ 72206 w 93292"/>
                <a:gd name="connsiteY6" fmla="*/ 47242 h 93206"/>
                <a:gd name="connsiteX7" fmla="*/ 65816 w 93292"/>
                <a:gd name="connsiteY7" fmla="*/ 53626 h 93206"/>
                <a:gd name="connsiteX8" fmla="*/ 59426 w 93292"/>
                <a:gd name="connsiteY8" fmla="*/ 47242 h 93206"/>
                <a:gd name="connsiteX9" fmla="*/ 65816 w 93292"/>
                <a:gd name="connsiteY9" fmla="*/ 40858 h 93206"/>
                <a:gd name="connsiteX10" fmla="*/ 47286 w 93292"/>
                <a:gd name="connsiteY10" fmla="*/ 71501 h 93206"/>
                <a:gd name="connsiteX11" fmla="*/ 40896 w 93292"/>
                <a:gd name="connsiteY11" fmla="*/ 65117 h 93206"/>
                <a:gd name="connsiteX12" fmla="*/ 47286 w 93292"/>
                <a:gd name="connsiteY12" fmla="*/ 58733 h 93206"/>
                <a:gd name="connsiteX13" fmla="*/ 53676 w 93292"/>
                <a:gd name="connsiteY13" fmla="*/ 65117 h 93206"/>
                <a:gd name="connsiteX14" fmla="*/ 47286 w 93292"/>
                <a:gd name="connsiteY14" fmla="*/ 71501 h 93206"/>
                <a:gd name="connsiteX15" fmla="*/ 28116 w 93292"/>
                <a:gd name="connsiteY15" fmla="*/ 52987 h 93206"/>
                <a:gd name="connsiteX16" fmla="*/ 21726 w 93292"/>
                <a:gd name="connsiteY16" fmla="*/ 46603 h 93206"/>
                <a:gd name="connsiteX17" fmla="*/ 28116 w 93292"/>
                <a:gd name="connsiteY17" fmla="*/ 40219 h 93206"/>
                <a:gd name="connsiteX18" fmla="*/ 34506 w 93292"/>
                <a:gd name="connsiteY18" fmla="*/ 46603 h 93206"/>
                <a:gd name="connsiteX19" fmla="*/ 28116 w 93292"/>
                <a:gd name="connsiteY19" fmla="*/ 52987 h 93206"/>
                <a:gd name="connsiteX20" fmla="*/ 0 w 93292"/>
                <a:gd name="connsiteY20" fmla="*/ 46603 h 93206"/>
                <a:gd name="connsiteX21" fmla="*/ 46646 w 93292"/>
                <a:gd name="connsiteY21" fmla="*/ 93206 h 93206"/>
                <a:gd name="connsiteX22" fmla="*/ 93293 w 93292"/>
                <a:gd name="connsiteY22" fmla="*/ 46603 h 93206"/>
                <a:gd name="connsiteX23" fmla="*/ 46646 w 93292"/>
                <a:gd name="connsiteY23" fmla="*/ 0 h 93206"/>
                <a:gd name="connsiteX24" fmla="*/ 0 w 93292"/>
                <a:gd name="connsiteY24" fmla="*/ 46603 h 93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3292" h="93206">
                  <a:moveTo>
                    <a:pt x="53036" y="28090"/>
                  </a:moveTo>
                  <a:cubicBezTo>
                    <a:pt x="53036" y="31282"/>
                    <a:pt x="50481" y="34474"/>
                    <a:pt x="46646" y="34474"/>
                  </a:cubicBezTo>
                  <a:cubicBezTo>
                    <a:pt x="42813" y="34474"/>
                    <a:pt x="40257" y="31920"/>
                    <a:pt x="40257" y="28090"/>
                  </a:cubicBezTo>
                  <a:cubicBezTo>
                    <a:pt x="40257" y="24898"/>
                    <a:pt x="42813" y="21706"/>
                    <a:pt x="46646" y="21706"/>
                  </a:cubicBezTo>
                  <a:cubicBezTo>
                    <a:pt x="50481" y="21706"/>
                    <a:pt x="53036" y="24898"/>
                    <a:pt x="53036" y="28090"/>
                  </a:cubicBezTo>
                  <a:moveTo>
                    <a:pt x="65816" y="40858"/>
                  </a:moveTo>
                  <a:cubicBezTo>
                    <a:pt x="69011" y="40858"/>
                    <a:pt x="72206" y="43411"/>
                    <a:pt x="72206" y="47242"/>
                  </a:cubicBezTo>
                  <a:cubicBezTo>
                    <a:pt x="72206" y="50434"/>
                    <a:pt x="69650" y="53626"/>
                    <a:pt x="65816" y="53626"/>
                  </a:cubicBezTo>
                  <a:cubicBezTo>
                    <a:pt x="61982" y="53626"/>
                    <a:pt x="59426" y="51072"/>
                    <a:pt x="59426" y="47242"/>
                  </a:cubicBezTo>
                  <a:cubicBezTo>
                    <a:pt x="59426" y="43411"/>
                    <a:pt x="61982" y="40858"/>
                    <a:pt x="65816" y="40858"/>
                  </a:cubicBezTo>
                  <a:moveTo>
                    <a:pt x="47286" y="71501"/>
                  </a:moveTo>
                  <a:cubicBezTo>
                    <a:pt x="44091" y="71501"/>
                    <a:pt x="40896" y="68947"/>
                    <a:pt x="40896" y="65117"/>
                  </a:cubicBezTo>
                  <a:cubicBezTo>
                    <a:pt x="40896" y="61925"/>
                    <a:pt x="43451" y="58733"/>
                    <a:pt x="47286" y="58733"/>
                  </a:cubicBezTo>
                  <a:cubicBezTo>
                    <a:pt x="51119" y="58733"/>
                    <a:pt x="53676" y="61286"/>
                    <a:pt x="53676" y="65117"/>
                  </a:cubicBezTo>
                  <a:cubicBezTo>
                    <a:pt x="53036" y="68947"/>
                    <a:pt x="50481" y="71501"/>
                    <a:pt x="47286" y="71501"/>
                  </a:cubicBezTo>
                  <a:moveTo>
                    <a:pt x="28116" y="52987"/>
                  </a:moveTo>
                  <a:cubicBezTo>
                    <a:pt x="24921" y="52987"/>
                    <a:pt x="21726" y="50434"/>
                    <a:pt x="21726" y="46603"/>
                  </a:cubicBezTo>
                  <a:cubicBezTo>
                    <a:pt x="21726" y="43411"/>
                    <a:pt x="24282" y="40219"/>
                    <a:pt x="28116" y="40219"/>
                  </a:cubicBezTo>
                  <a:cubicBezTo>
                    <a:pt x="31950" y="40219"/>
                    <a:pt x="34506" y="42773"/>
                    <a:pt x="34506" y="46603"/>
                  </a:cubicBezTo>
                  <a:cubicBezTo>
                    <a:pt x="34506" y="50434"/>
                    <a:pt x="31950" y="52987"/>
                    <a:pt x="28116" y="52987"/>
                  </a:cubicBezTo>
                  <a:moveTo>
                    <a:pt x="0" y="46603"/>
                  </a:moveTo>
                  <a:lnTo>
                    <a:pt x="46646" y="93206"/>
                  </a:lnTo>
                  <a:lnTo>
                    <a:pt x="93293" y="46603"/>
                  </a:lnTo>
                  <a:lnTo>
                    <a:pt x="46646" y="0"/>
                  </a:lnTo>
                  <a:lnTo>
                    <a:pt x="0" y="46603"/>
                  </a:lnTo>
                  <a:close/>
                </a:path>
              </a:pathLst>
            </a:custGeom>
            <a:solidFill>
              <a:srgbClr val="00A3E0"/>
            </a:solidFill>
            <a:ln w="6390" cap="flat">
              <a:noFill/>
              <a:prstDash val="solid"/>
              <a:miter/>
            </a:ln>
          </p:spPr>
          <p:txBody>
            <a:bodyPr rtlCol="0" anchor="ctr"/>
            <a:lstStyle/>
            <a:p>
              <a:endParaRPr lang="en-US"/>
            </a:p>
          </p:txBody>
        </p:sp>
        <p:sp>
          <p:nvSpPr>
            <p:cNvPr id="769" name="Graphic 4">
              <a:extLst>
                <a:ext uri="{FF2B5EF4-FFF2-40B4-BE49-F238E27FC236}">
                  <a16:creationId xmlns:a16="http://schemas.microsoft.com/office/drawing/2014/main" id="{398F3DB2-F96A-8141-AEE2-D0CB86DC5BDE}"/>
                </a:ext>
              </a:extLst>
            </p:cNvPr>
            <p:cNvSpPr/>
            <p:nvPr/>
          </p:nvSpPr>
          <p:spPr>
            <a:xfrm>
              <a:off x="5195018" y="2466933"/>
              <a:ext cx="76040" cy="75969"/>
            </a:xfrm>
            <a:custGeom>
              <a:avLst/>
              <a:gdLst>
                <a:gd name="connsiteX0" fmla="*/ 76040 w 76040"/>
                <a:gd name="connsiteY0" fmla="*/ 29366 h 75969"/>
                <a:gd name="connsiteX1" fmla="*/ 48563 w 76040"/>
                <a:gd name="connsiteY1" fmla="*/ 1915 h 75969"/>
                <a:gd name="connsiteX2" fmla="*/ 44091 w 76040"/>
                <a:gd name="connsiteY2" fmla="*/ 0 h 75969"/>
                <a:gd name="connsiteX3" fmla="*/ 39618 w 76040"/>
                <a:gd name="connsiteY3" fmla="*/ 1915 h 75969"/>
                <a:gd name="connsiteX4" fmla="*/ 1917 w 76040"/>
                <a:gd name="connsiteY4" fmla="*/ 39581 h 75969"/>
                <a:gd name="connsiteX5" fmla="*/ 1917 w 76040"/>
                <a:gd name="connsiteY5" fmla="*/ 48518 h 75969"/>
                <a:gd name="connsiteX6" fmla="*/ 29393 w 76040"/>
                <a:gd name="connsiteY6" fmla="*/ 75970 h 75969"/>
                <a:gd name="connsiteX7" fmla="*/ 76040 w 76040"/>
                <a:gd name="connsiteY7" fmla="*/ 29366 h 7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040" h="75969">
                  <a:moveTo>
                    <a:pt x="76040" y="29366"/>
                  </a:moveTo>
                  <a:lnTo>
                    <a:pt x="48563" y="1915"/>
                  </a:lnTo>
                  <a:cubicBezTo>
                    <a:pt x="47286" y="638"/>
                    <a:pt x="45368" y="0"/>
                    <a:pt x="44091" y="0"/>
                  </a:cubicBezTo>
                  <a:cubicBezTo>
                    <a:pt x="42173" y="0"/>
                    <a:pt x="40896" y="638"/>
                    <a:pt x="39618" y="1915"/>
                  </a:cubicBezTo>
                  <a:lnTo>
                    <a:pt x="1917" y="39581"/>
                  </a:lnTo>
                  <a:cubicBezTo>
                    <a:pt x="-639" y="42134"/>
                    <a:pt x="-639" y="45965"/>
                    <a:pt x="1917" y="48518"/>
                  </a:cubicBezTo>
                  <a:lnTo>
                    <a:pt x="29393" y="75970"/>
                  </a:lnTo>
                  <a:lnTo>
                    <a:pt x="76040" y="29366"/>
                  </a:lnTo>
                  <a:close/>
                </a:path>
              </a:pathLst>
            </a:custGeom>
            <a:solidFill>
              <a:srgbClr val="00A3E0"/>
            </a:solidFill>
            <a:ln w="6390" cap="flat">
              <a:noFill/>
              <a:prstDash val="solid"/>
              <a:miter/>
            </a:ln>
          </p:spPr>
          <p:txBody>
            <a:bodyPr rtlCol="0" anchor="ctr"/>
            <a:lstStyle/>
            <a:p>
              <a:endParaRPr lang="en-US"/>
            </a:p>
          </p:txBody>
        </p:sp>
        <p:sp>
          <p:nvSpPr>
            <p:cNvPr id="770" name="Graphic 4">
              <a:extLst>
                <a:ext uri="{FF2B5EF4-FFF2-40B4-BE49-F238E27FC236}">
                  <a16:creationId xmlns:a16="http://schemas.microsoft.com/office/drawing/2014/main" id="{396D2438-B18E-874F-8EFA-BE96025055A5}"/>
                </a:ext>
              </a:extLst>
            </p:cNvPr>
            <p:cNvSpPr/>
            <p:nvPr/>
          </p:nvSpPr>
          <p:spPr>
            <a:xfrm>
              <a:off x="5099808" y="2371173"/>
              <a:ext cx="361670" cy="361333"/>
            </a:xfrm>
            <a:custGeom>
              <a:avLst/>
              <a:gdLst>
                <a:gd name="connsiteX0" fmla="*/ 273490 w 361670"/>
                <a:gd name="connsiteY0" fmla="*/ 235569 h 361333"/>
                <a:gd name="connsiteX1" fmla="*/ 235789 w 361670"/>
                <a:gd name="connsiteY1" fmla="*/ 273235 h 361333"/>
                <a:gd name="connsiteX2" fmla="*/ 222370 w 361670"/>
                <a:gd name="connsiteY2" fmla="*/ 278980 h 361333"/>
                <a:gd name="connsiteX3" fmla="*/ 208951 w 361670"/>
                <a:gd name="connsiteY3" fmla="*/ 273235 h 361333"/>
                <a:gd name="connsiteX4" fmla="*/ 88820 w 361670"/>
                <a:gd name="connsiteY4" fmla="*/ 153216 h 361333"/>
                <a:gd name="connsiteX5" fmla="*/ 83069 w 361670"/>
                <a:gd name="connsiteY5" fmla="*/ 139809 h 361333"/>
                <a:gd name="connsiteX6" fmla="*/ 88820 w 361670"/>
                <a:gd name="connsiteY6" fmla="*/ 126403 h 361333"/>
                <a:gd name="connsiteX7" fmla="*/ 126521 w 361670"/>
                <a:gd name="connsiteY7" fmla="*/ 88738 h 361333"/>
                <a:gd name="connsiteX8" fmla="*/ 153358 w 361670"/>
                <a:gd name="connsiteY8" fmla="*/ 88738 h 361333"/>
                <a:gd name="connsiteX9" fmla="*/ 273490 w 361670"/>
                <a:gd name="connsiteY9" fmla="*/ 208756 h 361333"/>
                <a:gd name="connsiteX10" fmla="*/ 279240 w 361670"/>
                <a:gd name="connsiteY10" fmla="*/ 222163 h 361333"/>
                <a:gd name="connsiteX11" fmla="*/ 273490 w 361670"/>
                <a:gd name="connsiteY11" fmla="*/ 235569 h 361333"/>
                <a:gd name="connsiteX12" fmla="*/ 180836 w 361670"/>
                <a:gd name="connsiteY12" fmla="*/ 0 h 361333"/>
                <a:gd name="connsiteX13" fmla="*/ 0 w 361670"/>
                <a:gd name="connsiteY13" fmla="*/ 180667 h 361333"/>
                <a:gd name="connsiteX14" fmla="*/ 180836 w 361670"/>
                <a:gd name="connsiteY14" fmla="*/ 361333 h 361333"/>
                <a:gd name="connsiteX15" fmla="*/ 361671 w 361670"/>
                <a:gd name="connsiteY15" fmla="*/ 180667 h 361333"/>
                <a:gd name="connsiteX16" fmla="*/ 180836 w 361670"/>
                <a:gd name="connsiteY16"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1670" h="361333">
                  <a:moveTo>
                    <a:pt x="273490" y="235569"/>
                  </a:moveTo>
                  <a:lnTo>
                    <a:pt x="235789" y="273235"/>
                  </a:lnTo>
                  <a:cubicBezTo>
                    <a:pt x="231955" y="277065"/>
                    <a:pt x="227482" y="278980"/>
                    <a:pt x="222370" y="278980"/>
                  </a:cubicBezTo>
                  <a:cubicBezTo>
                    <a:pt x="217258" y="278980"/>
                    <a:pt x="212146" y="277065"/>
                    <a:pt x="208951" y="273235"/>
                  </a:cubicBezTo>
                  <a:lnTo>
                    <a:pt x="88820" y="153216"/>
                  </a:lnTo>
                  <a:cubicBezTo>
                    <a:pt x="84986" y="149385"/>
                    <a:pt x="83069" y="144916"/>
                    <a:pt x="83069" y="139809"/>
                  </a:cubicBezTo>
                  <a:cubicBezTo>
                    <a:pt x="83069" y="134702"/>
                    <a:pt x="84986" y="129595"/>
                    <a:pt x="88820" y="126403"/>
                  </a:cubicBezTo>
                  <a:lnTo>
                    <a:pt x="126521" y="88738"/>
                  </a:lnTo>
                  <a:cubicBezTo>
                    <a:pt x="133550" y="81715"/>
                    <a:pt x="146330" y="81715"/>
                    <a:pt x="153358" y="88738"/>
                  </a:cubicBezTo>
                  <a:lnTo>
                    <a:pt x="273490" y="208756"/>
                  </a:lnTo>
                  <a:cubicBezTo>
                    <a:pt x="277323" y="212587"/>
                    <a:pt x="279240" y="217055"/>
                    <a:pt x="279240" y="222163"/>
                  </a:cubicBezTo>
                  <a:cubicBezTo>
                    <a:pt x="278602" y="227270"/>
                    <a:pt x="276685" y="231739"/>
                    <a:pt x="273490" y="235569"/>
                  </a:cubicBezTo>
                  <a:moveTo>
                    <a:pt x="180836" y="0"/>
                  </a:moveTo>
                  <a:cubicBezTo>
                    <a:pt x="80513" y="0"/>
                    <a:pt x="0" y="81077"/>
                    <a:pt x="0" y="180667"/>
                  </a:cubicBezTo>
                  <a:cubicBezTo>
                    <a:pt x="0" y="280895"/>
                    <a:pt x="81152" y="361333"/>
                    <a:pt x="180836" y="361333"/>
                  </a:cubicBezTo>
                  <a:cubicBezTo>
                    <a:pt x="281157" y="361333"/>
                    <a:pt x="361671" y="280257"/>
                    <a:pt x="361671" y="180667"/>
                  </a:cubicBezTo>
                  <a:cubicBezTo>
                    <a:pt x="361671" y="81077"/>
                    <a:pt x="280518" y="0"/>
                    <a:pt x="180836" y="0"/>
                  </a:cubicBezTo>
                </a:path>
              </a:pathLst>
            </a:custGeom>
            <a:solidFill>
              <a:srgbClr val="00A3E0"/>
            </a:solidFill>
            <a:ln w="6390" cap="flat">
              <a:noFill/>
              <a:prstDash val="solid"/>
              <a:miter/>
            </a:ln>
          </p:spPr>
          <p:txBody>
            <a:bodyPr rtlCol="0" anchor="ctr"/>
            <a:lstStyle/>
            <a:p>
              <a:endParaRPr lang="en-US"/>
            </a:p>
          </p:txBody>
        </p:sp>
        <p:sp>
          <p:nvSpPr>
            <p:cNvPr id="771" name="Graphic 4">
              <a:extLst>
                <a:ext uri="{FF2B5EF4-FFF2-40B4-BE49-F238E27FC236}">
                  <a16:creationId xmlns:a16="http://schemas.microsoft.com/office/drawing/2014/main" id="{F4F1A48D-A199-CF48-98D8-4EBD9A78E2EC}"/>
                </a:ext>
              </a:extLst>
            </p:cNvPr>
            <p:cNvSpPr/>
            <p:nvPr/>
          </p:nvSpPr>
          <p:spPr>
            <a:xfrm>
              <a:off x="5289589" y="2560777"/>
              <a:ext cx="76040" cy="75969"/>
            </a:xfrm>
            <a:custGeom>
              <a:avLst/>
              <a:gdLst>
                <a:gd name="connsiteX0" fmla="*/ 46646 w 76040"/>
                <a:gd name="connsiteY0" fmla="*/ 0 h 75969"/>
                <a:gd name="connsiteX1" fmla="*/ 0 w 76040"/>
                <a:gd name="connsiteY1" fmla="*/ 46603 h 75969"/>
                <a:gd name="connsiteX2" fmla="*/ 27477 w 76040"/>
                <a:gd name="connsiteY2" fmla="*/ 74054 h 75969"/>
                <a:gd name="connsiteX3" fmla="*/ 36423 w 76040"/>
                <a:gd name="connsiteY3" fmla="*/ 74054 h 75969"/>
                <a:gd name="connsiteX4" fmla="*/ 74124 w 76040"/>
                <a:gd name="connsiteY4" fmla="*/ 36389 h 75969"/>
                <a:gd name="connsiteX5" fmla="*/ 76040 w 76040"/>
                <a:gd name="connsiteY5" fmla="*/ 31920 h 75969"/>
                <a:gd name="connsiteX6" fmla="*/ 74124 w 76040"/>
                <a:gd name="connsiteY6" fmla="*/ 27451 h 75969"/>
                <a:gd name="connsiteX7" fmla="*/ 46646 w 76040"/>
                <a:gd name="connsiteY7" fmla="*/ 0 h 7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040" h="75969">
                  <a:moveTo>
                    <a:pt x="46646" y="0"/>
                  </a:moveTo>
                  <a:lnTo>
                    <a:pt x="0" y="46603"/>
                  </a:lnTo>
                  <a:lnTo>
                    <a:pt x="27477" y="74054"/>
                  </a:lnTo>
                  <a:cubicBezTo>
                    <a:pt x="30033" y="76608"/>
                    <a:pt x="33867" y="76608"/>
                    <a:pt x="36423" y="74054"/>
                  </a:cubicBezTo>
                  <a:lnTo>
                    <a:pt x="74124" y="36389"/>
                  </a:lnTo>
                  <a:cubicBezTo>
                    <a:pt x="75401" y="35112"/>
                    <a:pt x="76040" y="33835"/>
                    <a:pt x="76040" y="31920"/>
                  </a:cubicBezTo>
                  <a:cubicBezTo>
                    <a:pt x="76040" y="30005"/>
                    <a:pt x="75401" y="28728"/>
                    <a:pt x="74124" y="27451"/>
                  </a:cubicBezTo>
                  <a:lnTo>
                    <a:pt x="46646" y="0"/>
                  </a:lnTo>
                  <a:close/>
                </a:path>
              </a:pathLst>
            </a:custGeom>
            <a:solidFill>
              <a:srgbClr val="00A3E0"/>
            </a:solidFill>
            <a:ln w="6390" cap="flat">
              <a:noFill/>
              <a:prstDash val="solid"/>
              <a:miter/>
            </a:ln>
          </p:spPr>
          <p:txBody>
            <a:bodyPr rtlCol="0" anchor="ctr"/>
            <a:lstStyle/>
            <a:p>
              <a:endParaRPr lang="en-US"/>
            </a:p>
          </p:txBody>
        </p:sp>
      </p:grpSp>
      <p:grpSp>
        <p:nvGrpSpPr>
          <p:cNvPr id="772" name="Graphic 4">
            <a:extLst>
              <a:ext uri="{FF2B5EF4-FFF2-40B4-BE49-F238E27FC236}">
                <a16:creationId xmlns:a16="http://schemas.microsoft.com/office/drawing/2014/main" id="{EC907B1F-D811-744A-BD15-833BF10582B0}"/>
              </a:ext>
            </a:extLst>
          </p:cNvPr>
          <p:cNvGrpSpPr/>
          <p:nvPr/>
        </p:nvGrpSpPr>
        <p:grpSpPr>
          <a:xfrm>
            <a:off x="6509949" y="2855717"/>
            <a:ext cx="361670" cy="361333"/>
            <a:chOff x="6147119" y="2855717"/>
            <a:chExt cx="361670" cy="361333"/>
          </a:xfrm>
          <a:solidFill>
            <a:srgbClr val="00A3E0"/>
          </a:solidFill>
        </p:grpSpPr>
        <p:sp>
          <p:nvSpPr>
            <p:cNvPr id="773" name="Graphic 4">
              <a:extLst>
                <a:ext uri="{FF2B5EF4-FFF2-40B4-BE49-F238E27FC236}">
                  <a16:creationId xmlns:a16="http://schemas.microsoft.com/office/drawing/2014/main" id="{7470CE88-3524-1C4D-8322-36FE5D1E9DDA}"/>
                </a:ext>
              </a:extLst>
            </p:cNvPr>
            <p:cNvSpPr/>
            <p:nvPr/>
          </p:nvSpPr>
          <p:spPr>
            <a:xfrm>
              <a:off x="6292171" y="2940624"/>
              <a:ext cx="70928" cy="133425"/>
            </a:xfrm>
            <a:custGeom>
              <a:avLst/>
              <a:gdLst>
                <a:gd name="connsiteX0" fmla="*/ 70928 w 70928"/>
                <a:gd name="connsiteY0" fmla="*/ 133425 h 133425"/>
                <a:gd name="connsiteX1" fmla="*/ 44090 w 70928"/>
                <a:gd name="connsiteY1" fmla="*/ 77246 h 133425"/>
                <a:gd name="connsiteX2" fmla="*/ 43451 w 70928"/>
                <a:gd name="connsiteY2" fmla="*/ 74693 h 133425"/>
                <a:gd name="connsiteX3" fmla="*/ 43451 w 70928"/>
                <a:gd name="connsiteY3" fmla="*/ 0 h 133425"/>
                <a:gd name="connsiteX4" fmla="*/ 27477 w 70928"/>
                <a:gd name="connsiteY4" fmla="*/ 0 h 133425"/>
                <a:gd name="connsiteX5" fmla="*/ 27477 w 70928"/>
                <a:gd name="connsiteY5" fmla="*/ 74054 h 133425"/>
                <a:gd name="connsiteX6" fmla="*/ 26838 w 70928"/>
                <a:gd name="connsiteY6" fmla="*/ 76608 h 133425"/>
                <a:gd name="connsiteX7" fmla="*/ 0 w 70928"/>
                <a:gd name="connsiteY7" fmla="*/ 132787 h 133425"/>
                <a:gd name="connsiteX8" fmla="*/ 70928 w 70928"/>
                <a:gd name="connsiteY8" fmla="*/ 132787 h 1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928" h="133425">
                  <a:moveTo>
                    <a:pt x="70928" y="133425"/>
                  </a:moveTo>
                  <a:lnTo>
                    <a:pt x="44090" y="77246"/>
                  </a:lnTo>
                  <a:cubicBezTo>
                    <a:pt x="43451" y="76608"/>
                    <a:pt x="43451" y="75331"/>
                    <a:pt x="43451" y="74693"/>
                  </a:cubicBezTo>
                  <a:lnTo>
                    <a:pt x="43451" y="0"/>
                  </a:lnTo>
                  <a:lnTo>
                    <a:pt x="27477" y="0"/>
                  </a:lnTo>
                  <a:lnTo>
                    <a:pt x="27477" y="74054"/>
                  </a:lnTo>
                  <a:cubicBezTo>
                    <a:pt x="27477" y="74693"/>
                    <a:pt x="27477" y="75969"/>
                    <a:pt x="26838" y="76608"/>
                  </a:cubicBezTo>
                  <a:lnTo>
                    <a:pt x="0" y="132787"/>
                  </a:lnTo>
                  <a:lnTo>
                    <a:pt x="70928" y="132787"/>
                  </a:lnTo>
                  <a:close/>
                </a:path>
              </a:pathLst>
            </a:custGeom>
            <a:solidFill>
              <a:srgbClr val="00A3E0"/>
            </a:solidFill>
            <a:ln w="6390" cap="flat">
              <a:noFill/>
              <a:prstDash val="solid"/>
              <a:miter/>
            </a:ln>
          </p:spPr>
          <p:txBody>
            <a:bodyPr rtlCol="0" anchor="ctr"/>
            <a:lstStyle/>
            <a:p>
              <a:endParaRPr lang="en-US"/>
            </a:p>
          </p:txBody>
        </p:sp>
        <p:sp>
          <p:nvSpPr>
            <p:cNvPr id="774" name="Graphic 4">
              <a:extLst>
                <a:ext uri="{FF2B5EF4-FFF2-40B4-BE49-F238E27FC236}">
                  <a16:creationId xmlns:a16="http://schemas.microsoft.com/office/drawing/2014/main" id="{0DAC9340-D5CC-A34A-9ACD-2C0F4FDD23F5}"/>
                </a:ext>
              </a:extLst>
            </p:cNvPr>
            <p:cNvSpPr/>
            <p:nvPr/>
          </p:nvSpPr>
          <p:spPr>
            <a:xfrm>
              <a:off x="6264694" y="3086818"/>
              <a:ext cx="125881" cy="45326"/>
            </a:xfrm>
            <a:custGeom>
              <a:avLst/>
              <a:gdLst>
                <a:gd name="connsiteX0" fmla="*/ 21726 w 125881"/>
                <a:gd name="connsiteY0" fmla="*/ 0 h 45326"/>
                <a:gd name="connsiteX1" fmla="*/ 0 w 125881"/>
                <a:gd name="connsiteY1" fmla="*/ 45326 h 45326"/>
                <a:gd name="connsiteX2" fmla="*/ 125881 w 125881"/>
                <a:gd name="connsiteY2" fmla="*/ 45326 h 45326"/>
                <a:gd name="connsiteX3" fmla="*/ 104156 w 125881"/>
                <a:gd name="connsiteY3" fmla="*/ 0 h 45326"/>
              </a:gdLst>
              <a:ahLst/>
              <a:cxnLst>
                <a:cxn ang="0">
                  <a:pos x="connsiteX0" y="connsiteY0"/>
                </a:cxn>
                <a:cxn ang="0">
                  <a:pos x="connsiteX1" y="connsiteY1"/>
                </a:cxn>
                <a:cxn ang="0">
                  <a:pos x="connsiteX2" y="connsiteY2"/>
                </a:cxn>
                <a:cxn ang="0">
                  <a:pos x="connsiteX3" y="connsiteY3"/>
                </a:cxn>
              </a:cxnLst>
              <a:rect l="l" t="t" r="r" b="b"/>
              <a:pathLst>
                <a:path w="125881" h="45326">
                  <a:moveTo>
                    <a:pt x="21726" y="0"/>
                  </a:moveTo>
                  <a:lnTo>
                    <a:pt x="0" y="45326"/>
                  </a:lnTo>
                  <a:lnTo>
                    <a:pt x="125881" y="45326"/>
                  </a:lnTo>
                  <a:lnTo>
                    <a:pt x="104156" y="0"/>
                  </a:lnTo>
                  <a:close/>
                </a:path>
              </a:pathLst>
            </a:custGeom>
            <a:solidFill>
              <a:srgbClr val="00A3E0"/>
            </a:solidFill>
            <a:ln w="6390" cap="flat">
              <a:noFill/>
              <a:prstDash val="solid"/>
              <a:miter/>
            </a:ln>
          </p:spPr>
          <p:txBody>
            <a:bodyPr rtlCol="0" anchor="ctr"/>
            <a:lstStyle/>
            <a:p>
              <a:endParaRPr lang="en-US"/>
            </a:p>
          </p:txBody>
        </p:sp>
        <p:sp>
          <p:nvSpPr>
            <p:cNvPr id="775" name="Graphic 4">
              <a:extLst>
                <a:ext uri="{FF2B5EF4-FFF2-40B4-BE49-F238E27FC236}">
                  <a16:creationId xmlns:a16="http://schemas.microsoft.com/office/drawing/2014/main" id="{E52043BC-64EF-5345-9867-CE59E652EE60}"/>
                </a:ext>
              </a:extLst>
            </p:cNvPr>
            <p:cNvSpPr/>
            <p:nvPr/>
          </p:nvSpPr>
          <p:spPr>
            <a:xfrm>
              <a:off x="6147119" y="2855717"/>
              <a:ext cx="361670" cy="361333"/>
            </a:xfrm>
            <a:custGeom>
              <a:avLst/>
              <a:gdLst>
                <a:gd name="connsiteX0" fmla="*/ 258792 w 361670"/>
                <a:gd name="connsiteY0" fmla="*/ 286002 h 361333"/>
                <a:gd name="connsiteX1" fmla="*/ 253681 w 361670"/>
                <a:gd name="connsiteY1" fmla="*/ 289194 h 361333"/>
                <a:gd name="connsiteX2" fmla="*/ 107990 w 361670"/>
                <a:gd name="connsiteY2" fmla="*/ 289194 h 361333"/>
                <a:gd name="connsiteX3" fmla="*/ 102878 w 361670"/>
                <a:gd name="connsiteY3" fmla="*/ 286002 h 361333"/>
                <a:gd name="connsiteX4" fmla="*/ 102239 w 361670"/>
                <a:gd name="connsiteY4" fmla="*/ 279618 h 361333"/>
                <a:gd name="connsiteX5" fmla="*/ 159748 w 361670"/>
                <a:gd name="connsiteY5" fmla="*/ 157046 h 361333"/>
                <a:gd name="connsiteX6" fmla="*/ 159748 w 361670"/>
                <a:gd name="connsiteY6" fmla="*/ 84907 h 361333"/>
                <a:gd name="connsiteX7" fmla="*/ 159110 w 361670"/>
                <a:gd name="connsiteY7" fmla="*/ 84907 h 361333"/>
                <a:gd name="connsiteX8" fmla="*/ 152720 w 361670"/>
                <a:gd name="connsiteY8" fmla="*/ 78523 h 361333"/>
                <a:gd name="connsiteX9" fmla="*/ 159110 w 361670"/>
                <a:gd name="connsiteY9" fmla="*/ 72139 h 361333"/>
                <a:gd name="connsiteX10" fmla="*/ 202561 w 361670"/>
                <a:gd name="connsiteY10" fmla="*/ 72139 h 361333"/>
                <a:gd name="connsiteX11" fmla="*/ 208951 w 361670"/>
                <a:gd name="connsiteY11" fmla="*/ 78523 h 361333"/>
                <a:gd name="connsiteX12" fmla="*/ 202561 w 361670"/>
                <a:gd name="connsiteY12" fmla="*/ 84907 h 361333"/>
                <a:gd name="connsiteX13" fmla="*/ 201922 w 361670"/>
                <a:gd name="connsiteY13" fmla="*/ 84907 h 361333"/>
                <a:gd name="connsiteX14" fmla="*/ 201922 w 361670"/>
                <a:gd name="connsiteY14" fmla="*/ 157046 h 361333"/>
                <a:gd name="connsiteX15" fmla="*/ 259431 w 361670"/>
                <a:gd name="connsiteY15" fmla="*/ 279618 h 361333"/>
                <a:gd name="connsiteX16" fmla="*/ 258792 w 361670"/>
                <a:gd name="connsiteY16" fmla="*/ 286002 h 361333"/>
                <a:gd name="connsiteX17" fmla="*/ 180835 w 361670"/>
                <a:gd name="connsiteY17" fmla="*/ 0 h 361333"/>
                <a:gd name="connsiteX18" fmla="*/ 0 w 361670"/>
                <a:gd name="connsiteY18" fmla="*/ 180667 h 361333"/>
                <a:gd name="connsiteX19" fmla="*/ 180835 w 361670"/>
                <a:gd name="connsiteY19" fmla="*/ 361333 h 361333"/>
                <a:gd name="connsiteX20" fmla="*/ 361670 w 361670"/>
                <a:gd name="connsiteY20" fmla="*/ 180667 h 361333"/>
                <a:gd name="connsiteX21" fmla="*/ 180835 w 361670"/>
                <a:gd name="connsiteY21"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1670" h="361333">
                  <a:moveTo>
                    <a:pt x="258792" y="286002"/>
                  </a:moveTo>
                  <a:cubicBezTo>
                    <a:pt x="257514" y="287917"/>
                    <a:pt x="255597" y="289194"/>
                    <a:pt x="253681" y="289194"/>
                  </a:cubicBezTo>
                  <a:lnTo>
                    <a:pt x="107990" y="289194"/>
                  </a:lnTo>
                  <a:cubicBezTo>
                    <a:pt x="106073" y="289194"/>
                    <a:pt x="103517" y="287917"/>
                    <a:pt x="102878" y="286002"/>
                  </a:cubicBezTo>
                  <a:cubicBezTo>
                    <a:pt x="101600" y="284087"/>
                    <a:pt x="101600" y="281533"/>
                    <a:pt x="102239" y="279618"/>
                  </a:cubicBezTo>
                  <a:lnTo>
                    <a:pt x="159748" y="157046"/>
                  </a:lnTo>
                  <a:lnTo>
                    <a:pt x="159748" y="84907"/>
                  </a:lnTo>
                  <a:lnTo>
                    <a:pt x="159110" y="84907"/>
                  </a:lnTo>
                  <a:cubicBezTo>
                    <a:pt x="155275" y="84907"/>
                    <a:pt x="152720" y="82353"/>
                    <a:pt x="152720" y="78523"/>
                  </a:cubicBezTo>
                  <a:cubicBezTo>
                    <a:pt x="152720" y="74692"/>
                    <a:pt x="155275" y="72139"/>
                    <a:pt x="159110" y="72139"/>
                  </a:cubicBezTo>
                  <a:lnTo>
                    <a:pt x="202561" y="72139"/>
                  </a:lnTo>
                  <a:cubicBezTo>
                    <a:pt x="206395" y="72139"/>
                    <a:pt x="208951" y="74692"/>
                    <a:pt x="208951" y="78523"/>
                  </a:cubicBezTo>
                  <a:cubicBezTo>
                    <a:pt x="208951" y="82353"/>
                    <a:pt x="206395" y="84907"/>
                    <a:pt x="202561" y="84907"/>
                  </a:cubicBezTo>
                  <a:lnTo>
                    <a:pt x="201922" y="84907"/>
                  </a:lnTo>
                  <a:lnTo>
                    <a:pt x="201922" y="157046"/>
                  </a:lnTo>
                  <a:lnTo>
                    <a:pt x="259431" y="279618"/>
                  </a:lnTo>
                  <a:cubicBezTo>
                    <a:pt x="260071" y="282172"/>
                    <a:pt x="260071" y="284087"/>
                    <a:pt x="258792" y="286002"/>
                  </a:cubicBezTo>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1670" y="80438"/>
                    <a:pt x="280518" y="0"/>
                    <a:pt x="180835" y="0"/>
                  </a:cubicBezTo>
                </a:path>
              </a:pathLst>
            </a:custGeom>
            <a:solidFill>
              <a:srgbClr val="00A3E0"/>
            </a:solidFill>
            <a:ln w="6390" cap="flat">
              <a:noFill/>
              <a:prstDash val="solid"/>
              <a:miter/>
            </a:ln>
          </p:spPr>
          <p:txBody>
            <a:bodyPr rtlCol="0" anchor="ctr"/>
            <a:lstStyle/>
            <a:p>
              <a:endParaRPr lang="en-US"/>
            </a:p>
          </p:txBody>
        </p:sp>
      </p:grpSp>
      <p:grpSp>
        <p:nvGrpSpPr>
          <p:cNvPr id="776" name="Graphic 4">
            <a:extLst>
              <a:ext uri="{FF2B5EF4-FFF2-40B4-BE49-F238E27FC236}">
                <a16:creationId xmlns:a16="http://schemas.microsoft.com/office/drawing/2014/main" id="{95C6484B-DC69-C744-8D84-84FF46B85320}"/>
              </a:ext>
            </a:extLst>
          </p:cNvPr>
          <p:cNvGrpSpPr/>
          <p:nvPr/>
        </p:nvGrpSpPr>
        <p:grpSpPr>
          <a:xfrm>
            <a:off x="6509949" y="918179"/>
            <a:ext cx="361670" cy="361333"/>
            <a:chOff x="6147119" y="918179"/>
            <a:chExt cx="361670" cy="361333"/>
          </a:xfrm>
          <a:solidFill>
            <a:srgbClr val="00A3E0"/>
          </a:solidFill>
        </p:grpSpPr>
        <p:sp>
          <p:nvSpPr>
            <p:cNvPr id="777" name="Graphic 4">
              <a:extLst>
                <a:ext uri="{FF2B5EF4-FFF2-40B4-BE49-F238E27FC236}">
                  <a16:creationId xmlns:a16="http://schemas.microsoft.com/office/drawing/2014/main" id="{8981015D-E3BE-E94B-8030-3F14AAE74C1B}"/>
                </a:ext>
              </a:extLst>
            </p:cNvPr>
            <p:cNvSpPr/>
            <p:nvPr/>
          </p:nvSpPr>
          <p:spPr>
            <a:xfrm>
              <a:off x="6284503" y="1136511"/>
              <a:ext cx="84986" cy="17875"/>
            </a:xfrm>
            <a:custGeom>
              <a:avLst/>
              <a:gdLst>
                <a:gd name="connsiteX0" fmla="*/ 84986 w 84986"/>
                <a:gd name="connsiteY0" fmla="*/ 17875 h 17875"/>
                <a:gd name="connsiteX1" fmla="*/ 73484 w 84986"/>
                <a:gd name="connsiteY1" fmla="*/ 0 h 17875"/>
                <a:gd name="connsiteX2" fmla="*/ 11502 w 84986"/>
                <a:gd name="connsiteY2" fmla="*/ 0 h 17875"/>
                <a:gd name="connsiteX3" fmla="*/ 11502 w 84986"/>
                <a:gd name="connsiteY3" fmla="*/ 0 h 17875"/>
                <a:gd name="connsiteX4" fmla="*/ 0 w 84986"/>
                <a:gd name="connsiteY4" fmla="*/ 17875 h 17875"/>
                <a:gd name="connsiteX5" fmla="*/ 84986 w 84986"/>
                <a:gd name="connsiteY5" fmla="*/ 17875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986" h="17875">
                  <a:moveTo>
                    <a:pt x="84986" y="17875"/>
                  </a:moveTo>
                  <a:cubicBezTo>
                    <a:pt x="82430" y="12130"/>
                    <a:pt x="78596" y="5746"/>
                    <a:pt x="73484" y="0"/>
                  </a:cubicBezTo>
                  <a:lnTo>
                    <a:pt x="11502" y="0"/>
                  </a:lnTo>
                  <a:cubicBezTo>
                    <a:pt x="11502" y="0"/>
                    <a:pt x="11502" y="0"/>
                    <a:pt x="11502" y="0"/>
                  </a:cubicBezTo>
                  <a:cubicBezTo>
                    <a:pt x="6390" y="6384"/>
                    <a:pt x="2556" y="12768"/>
                    <a:pt x="0" y="17875"/>
                  </a:cubicBezTo>
                  <a:lnTo>
                    <a:pt x="84986" y="17875"/>
                  </a:lnTo>
                  <a:close/>
                </a:path>
              </a:pathLst>
            </a:custGeom>
            <a:solidFill>
              <a:srgbClr val="00A3E0"/>
            </a:solidFill>
            <a:ln w="6390" cap="flat">
              <a:noFill/>
              <a:prstDash val="solid"/>
              <a:miter/>
            </a:ln>
          </p:spPr>
          <p:txBody>
            <a:bodyPr rtlCol="0" anchor="ctr"/>
            <a:lstStyle/>
            <a:p>
              <a:endParaRPr lang="en-US"/>
            </a:p>
          </p:txBody>
        </p:sp>
        <p:sp>
          <p:nvSpPr>
            <p:cNvPr id="778" name="Graphic 4">
              <a:extLst>
                <a:ext uri="{FF2B5EF4-FFF2-40B4-BE49-F238E27FC236}">
                  <a16:creationId xmlns:a16="http://schemas.microsoft.com/office/drawing/2014/main" id="{14DA53B2-B919-2F49-8422-0B3B4D92729E}"/>
                </a:ext>
              </a:extLst>
            </p:cNvPr>
            <p:cNvSpPr/>
            <p:nvPr/>
          </p:nvSpPr>
          <p:spPr>
            <a:xfrm>
              <a:off x="6279778" y="1012662"/>
              <a:ext cx="95301" cy="17875"/>
            </a:xfrm>
            <a:custGeom>
              <a:avLst/>
              <a:gdLst>
                <a:gd name="connsiteX0" fmla="*/ 1530 w 95301"/>
                <a:gd name="connsiteY0" fmla="*/ 17875 h 17875"/>
                <a:gd name="connsiteX1" fmla="*/ 1530 w 95301"/>
                <a:gd name="connsiteY1" fmla="*/ 17875 h 17875"/>
                <a:gd name="connsiteX2" fmla="*/ 94184 w 95301"/>
                <a:gd name="connsiteY2" fmla="*/ 17875 h 17875"/>
                <a:gd name="connsiteX3" fmla="*/ 94184 w 95301"/>
                <a:gd name="connsiteY3" fmla="*/ 17875 h 17875"/>
                <a:gd name="connsiteX4" fmla="*/ 94823 w 95301"/>
                <a:gd name="connsiteY4" fmla="*/ 13406 h 17875"/>
                <a:gd name="connsiteX5" fmla="*/ 94823 w 95301"/>
                <a:gd name="connsiteY5" fmla="*/ 0 h 17875"/>
                <a:gd name="connsiteX6" fmla="*/ 94184 w 95301"/>
                <a:gd name="connsiteY6" fmla="*/ 0 h 17875"/>
                <a:gd name="connsiteX7" fmla="*/ 1530 w 95301"/>
                <a:gd name="connsiteY7" fmla="*/ 0 h 17875"/>
                <a:gd name="connsiteX8" fmla="*/ 891 w 95301"/>
                <a:gd name="connsiteY8" fmla="*/ 0 h 17875"/>
                <a:gd name="connsiteX9" fmla="*/ 1530 w 95301"/>
                <a:gd name="connsiteY9" fmla="*/ 17875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01" h="17875">
                  <a:moveTo>
                    <a:pt x="1530" y="17875"/>
                  </a:moveTo>
                  <a:cubicBezTo>
                    <a:pt x="1530" y="17875"/>
                    <a:pt x="1530" y="17875"/>
                    <a:pt x="1530" y="17875"/>
                  </a:cubicBezTo>
                  <a:lnTo>
                    <a:pt x="94184" y="17875"/>
                  </a:lnTo>
                  <a:cubicBezTo>
                    <a:pt x="94184" y="17875"/>
                    <a:pt x="94184" y="17875"/>
                    <a:pt x="94184" y="17875"/>
                  </a:cubicBezTo>
                  <a:cubicBezTo>
                    <a:pt x="94823" y="15960"/>
                    <a:pt x="94823" y="14683"/>
                    <a:pt x="94823" y="13406"/>
                  </a:cubicBezTo>
                  <a:cubicBezTo>
                    <a:pt x="95462" y="8938"/>
                    <a:pt x="95462" y="3830"/>
                    <a:pt x="94823" y="0"/>
                  </a:cubicBezTo>
                  <a:cubicBezTo>
                    <a:pt x="94823" y="0"/>
                    <a:pt x="94184" y="0"/>
                    <a:pt x="94184" y="0"/>
                  </a:cubicBezTo>
                  <a:lnTo>
                    <a:pt x="1530" y="0"/>
                  </a:lnTo>
                  <a:cubicBezTo>
                    <a:pt x="1530" y="0"/>
                    <a:pt x="891" y="0"/>
                    <a:pt x="891" y="0"/>
                  </a:cubicBezTo>
                  <a:cubicBezTo>
                    <a:pt x="-387" y="5107"/>
                    <a:pt x="-387" y="11491"/>
                    <a:pt x="1530" y="17875"/>
                  </a:cubicBezTo>
                </a:path>
              </a:pathLst>
            </a:custGeom>
            <a:solidFill>
              <a:srgbClr val="00A3E0"/>
            </a:solidFill>
            <a:ln w="6390" cap="flat">
              <a:noFill/>
              <a:prstDash val="solid"/>
              <a:miter/>
            </a:ln>
          </p:spPr>
          <p:txBody>
            <a:bodyPr rtlCol="0" anchor="ctr"/>
            <a:lstStyle/>
            <a:p>
              <a:endParaRPr lang="en-US"/>
            </a:p>
          </p:txBody>
        </p:sp>
        <p:sp>
          <p:nvSpPr>
            <p:cNvPr id="779" name="Graphic 4">
              <a:extLst>
                <a:ext uri="{FF2B5EF4-FFF2-40B4-BE49-F238E27FC236}">
                  <a16:creationId xmlns:a16="http://schemas.microsoft.com/office/drawing/2014/main" id="{2A052916-86D4-CE40-90A4-974E356B7C2C}"/>
                </a:ext>
              </a:extLst>
            </p:cNvPr>
            <p:cNvSpPr/>
            <p:nvPr/>
          </p:nvSpPr>
          <p:spPr>
            <a:xfrm>
              <a:off x="6285781" y="1043305"/>
              <a:ext cx="84986" cy="17875"/>
            </a:xfrm>
            <a:custGeom>
              <a:avLst/>
              <a:gdLst>
                <a:gd name="connsiteX0" fmla="*/ 0 w 84986"/>
                <a:gd name="connsiteY0" fmla="*/ 0 h 17875"/>
                <a:gd name="connsiteX1" fmla="*/ 11502 w 84986"/>
                <a:gd name="connsiteY1" fmla="*/ 17875 h 17875"/>
                <a:gd name="connsiteX2" fmla="*/ 73484 w 84986"/>
                <a:gd name="connsiteY2" fmla="*/ 17875 h 17875"/>
                <a:gd name="connsiteX3" fmla="*/ 73484 w 84986"/>
                <a:gd name="connsiteY3" fmla="*/ 17875 h 17875"/>
                <a:gd name="connsiteX4" fmla="*/ 84986 w 84986"/>
                <a:gd name="connsiteY4" fmla="*/ 0 h 17875"/>
                <a:gd name="connsiteX5" fmla="*/ 0 w 84986"/>
                <a:gd name="connsiteY5" fmla="*/ 0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986" h="17875">
                  <a:moveTo>
                    <a:pt x="0" y="0"/>
                  </a:moveTo>
                  <a:cubicBezTo>
                    <a:pt x="2556" y="5746"/>
                    <a:pt x="6390" y="12130"/>
                    <a:pt x="11502" y="17875"/>
                  </a:cubicBezTo>
                  <a:lnTo>
                    <a:pt x="73484" y="17875"/>
                  </a:lnTo>
                  <a:cubicBezTo>
                    <a:pt x="73484" y="17875"/>
                    <a:pt x="73484" y="17875"/>
                    <a:pt x="73484" y="17875"/>
                  </a:cubicBezTo>
                  <a:cubicBezTo>
                    <a:pt x="78596" y="11491"/>
                    <a:pt x="82430" y="5107"/>
                    <a:pt x="84986" y="0"/>
                  </a:cubicBezTo>
                  <a:lnTo>
                    <a:pt x="0" y="0"/>
                  </a:lnTo>
                  <a:close/>
                </a:path>
              </a:pathLst>
            </a:custGeom>
            <a:solidFill>
              <a:srgbClr val="00A3E0"/>
            </a:solidFill>
            <a:ln w="6390" cap="flat">
              <a:noFill/>
              <a:prstDash val="solid"/>
              <a:miter/>
            </a:ln>
          </p:spPr>
          <p:txBody>
            <a:bodyPr rtlCol="0" anchor="ctr"/>
            <a:lstStyle/>
            <a:p>
              <a:endParaRPr lang="en-US"/>
            </a:p>
          </p:txBody>
        </p:sp>
        <p:sp>
          <p:nvSpPr>
            <p:cNvPr id="780" name="Graphic 4">
              <a:extLst>
                <a:ext uri="{FF2B5EF4-FFF2-40B4-BE49-F238E27FC236}">
                  <a16:creationId xmlns:a16="http://schemas.microsoft.com/office/drawing/2014/main" id="{69E6D5D4-CB4F-A847-9686-B680538B3FDD}"/>
                </a:ext>
              </a:extLst>
            </p:cNvPr>
            <p:cNvSpPr/>
            <p:nvPr/>
          </p:nvSpPr>
          <p:spPr>
            <a:xfrm>
              <a:off x="6147119" y="918179"/>
              <a:ext cx="361670" cy="361333"/>
            </a:xfrm>
            <a:custGeom>
              <a:avLst/>
              <a:gdLst>
                <a:gd name="connsiteX0" fmla="*/ 229399 w 361670"/>
                <a:gd name="connsiteY0" fmla="*/ 293025 h 361333"/>
                <a:gd name="connsiteX1" fmla="*/ 224287 w 361670"/>
                <a:gd name="connsiteY1" fmla="*/ 295578 h 361333"/>
                <a:gd name="connsiteX2" fmla="*/ 220453 w 361670"/>
                <a:gd name="connsiteY2" fmla="*/ 294302 h 361333"/>
                <a:gd name="connsiteX3" fmla="*/ 219814 w 361670"/>
                <a:gd name="connsiteY3" fmla="*/ 285364 h 361333"/>
                <a:gd name="connsiteX4" fmla="*/ 223009 w 361670"/>
                <a:gd name="connsiteY4" fmla="*/ 280257 h 361333"/>
                <a:gd name="connsiteX5" fmla="*/ 138022 w 361670"/>
                <a:gd name="connsiteY5" fmla="*/ 280257 h 361333"/>
                <a:gd name="connsiteX6" fmla="*/ 141217 w 361670"/>
                <a:gd name="connsiteY6" fmla="*/ 285364 h 361333"/>
                <a:gd name="connsiteX7" fmla="*/ 140579 w 361670"/>
                <a:gd name="connsiteY7" fmla="*/ 294302 h 361333"/>
                <a:gd name="connsiteX8" fmla="*/ 136745 w 361670"/>
                <a:gd name="connsiteY8" fmla="*/ 295578 h 361333"/>
                <a:gd name="connsiteX9" fmla="*/ 131633 w 361670"/>
                <a:gd name="connsiteY9" fmla="*/ 293025 h 361333"/>
                <a:gd name="connsiteX10" fmla="*/ 120770 w 361670"/>
                <a:gd name="connsiteY10" fmla="*/ 252167 h 361333"/>
                <a:gd name="connsiteX11" fmla="*/ 177001 w 361670"/>
                <a:gd name="connsiteY11" fmla="*/ 175560 h 361333"/>
                <a:gd name="connsiteX12" fmla="*/ 200005 w 361670"/>
                <a:gd name="connsiteY12" fmla="*/ 156408 h 361333"/>
                <a:gd name="connsiteX13" fmla="*/ 161027 w 361670"/>
                <a:gd name="connsiteY13" fmla="*/ 156408 h 361333"/>
                <a:gd name="connsiteX14" fmla="*/ 165500 w 361670"/>
                <a:gd name="connsiteY14" fmla="*/ 160876 h 361333"/>
                <a:gd name="connsiteX15" fmla="*/ 166138 w 361670"/>
                <a:gd name="connsiteY15" fmla="*/ 169814 h 361333"/>
                <a:gd name="connsiteX16" fmla="*/ 161665 w 361670"/>
                <a:gd name="connsiteY16" fmla="*/ 171729 h 361333"/>
                <a:gd name="connsiteX17" fmla="*/ 157192 w 361670"/>
                <a:gd name="connsiteY17" fmla="*/ 169814 h 361333"/>
                <a:gd name="connsiteX18" fmla="*/ 131633 w 361670"/>
                <a:gd name="connsiteY18" fmla="*/ 68309 h 361333"/>
                <a:gd name="connsiteX19" fmla="*/ 140579 w 361670"/>
                <a:gd name="connsiteY19" fmla="*/ 67670 h 361333"/>
                <a:gd name="connsiteX20" fmla="*/ 141217 w 361670"/>
                <a:gd name="connsiteY20" fmla="*/ 76608 h 361333"/>
                <a:gd name="connsiteX21" fmla="*/ 138022 w 361670"/>
                <a:gd name="connsiteY21" fmla="*/ 81715 h 361333"/>
                <a:gd name="connsiteX22" fmla="*/ 223009 w 361670"/>
                <a:gd name="connsiteY22" fmla="*/ 81715 h 361333"/>
                <a:gd name="connsiteX23" fmla="*/ 219814 w 361670"/>
                <a:gd name="connsiteY23" fmla="*/ 76608 h 361333"/>
                <a:gd name="connsiteX24" fmla="*/ 220453 w 361670"/>
                <a:gd name="connsiteY24" fmla="*/ 67670 h 361333"/>
                <a:gd name="connsiteX25" fmla="*/ 229399 w 361670"/>
                <a:gd name="connsiteY25" fmla="*/ 68309 h 361333"/>
                <a:gd name="connsiteX26" fmla="*/ 240261 w 361670"/>
                <a:gd name="connsiteY26" fmla="*/ 109166 h 361333"/>
                <a:gd name="connsiteX27" fmla="*/ 184030 w 361670"/>
                <a:gd name="connsiteY27" fmla="*/ 185774 h 361333"/>
                <a:gd name="connsiteX28" fmla="*/ 161027 w 361670"/>
                <a:gd name="connsiteY28" fmla="*/ 204926 h 361333"/>
                <a:gd name="connsiteX29" fmla="*/ 200005 w 361670"/>
                <a:gd name="connsiteY29" fmla="*/ 204926 h 361333"/>
                <a:gd name="connsiteX30" fmla="*/ 195532 w 361670"/>
                <a:gd name="connsiteY30" fmla="*/ 200457 h 361333"/>
                <a:gd name="connsiteX31" fmla="*/ 194893 w 361670"/>
                <a:gd name="connsiteY31" fmla="*/ 191519 h 361333"/>
                <a:gd name="connsiteX32" fmla="*/ 203839 w 361670"/>
                <a:gd name="connsiteY32" fmla="*/ 190881 h 361333"/>
                <a:gd name="connsiteX33" fmla="*/ 229399 w 361670"/>
                <a:gd name="connsiteY33" fmla="*/ 293025 h 361333"/>
                <a:gd name="connsiteX34" fmla="*/ 180835 w 361670"/>
                <a:gd name="connsiteY34" fmla="*/ 0 h 361333"/>
                <a:gd name="connsiteX35" fmla="*/ 0 w 361670"/>
                <a:gd name="connsiteY35" fmla="*/ 180667 h 361333"/>
                <a:gd name="connsiteX36" fmla="*/ 180835 w 361670"/>
                <a:gd name="connsiteY36" fmla="*/ 361333 h 361333"/>
                <a:gd name="connsiteX37" fmla="*/ 361670 w 361670"/>
                <a:gd name="connsiteY37" fmla="*/ 180667 h 361333"/>
                <a:gd name="connsiteX38" fmla="*/ 180835 w 361670"/>
                <a:gd name="connsiteY38"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1670" h="361333">
                  <a:moveTo>
                    <a:pt x="229399" y="293025"/>
                  </a:moveTo>
                  <a:cubicBezTo>
                    <a:pt x="228121" y="294302"/>
                    <a:pt x="226204" y="295578"/>
                    <a:pt x="224287" y="295578"/>
                  </a:cubicBezTo>
                  <a:cubicBezTo>
                    <a:pt x="223009" y="295578"/>
                    <a:pt x="221731" y="294940"/>
                    <a:pt x="220453" y="294302"/>
                  </a:cubicBezTo>
                  <a:cubicBezTo>
                    <a:pt x="217897" y="292386"/>
                    <a:pt x="217258" y="287918"/>
                    <a:pt x="219814" y="285364"/>
                  </a:cubicBezTo>
                  <a:cubicBezTo>
                    <a:pt x="221092" y="284087"/>
                    <a:pt x="222370" y="282172"/>
                    <a:pt x="223009" y="280257"/>
                  </a:cubicBezTo>
                  <a:lnTo>
                    <a:pt x="138022" y="280257"/>
                  </a:lnTo>
                  <a:cubicBezTo>
                    <a:pt x="139301" y="282172"/>
                    <a:pt x="139940" y="283449"/>
                    <a:pt x="141217" y="285364"/>
                  </a:cubicBezTo>
                  <a:cubicBezTo>
                    <a:pt x="143774" y="287918"/>
                    <a:pt x="143135" y="292386"/>
                    <a:pt x="140579" y="294302"/>
                  </a:cubicBezTo>
                  <a:cubicBezTo>
                    <a:pt x="139301" y="295578"/>
                    <a:pt x="138022" y="295578"/>
                    <a:pt x="136745" y="295578"/>
                  </a:cubicBezTo>
                  <a:cubicBezTo>
                    <a:pt x="134828" y="295578"/>
                    <a:pt x="132911" y="294940"/>
                    <a:pt x="131633" y="293025"/>
                  </a:cubicBezTo>
                  <a:cubicBezTo>
                    <a:pt x="122687" y="282172"/>
                    <a:pt x="118853" y="267489"/>
                    <a:pt x="120770" y="252167"/>
                  </a:cubicBezTo>
                  <a:cubicBezTo>
                    <a:pt x="123326" y="234292"/>
                    <a:pt x="134828" y="206203"/>
                    <a:pt x="177001" y="175560"/>
                  </a:cubicBezTo>
                  <a:cubicBezTo>
                    <a:pt x="186586" y="169176"/>
                    <a:pt x="194254" y="162153"/>
                    <a:pt x="200005" y="156408"/>
                  </a:cubicBezTo>
                  <a:lnTo>
                    <a:pt x="161027" y="156408"/>
                  </a:lnTo>
                  <a:cubicBezTo>
                    <a:pt x="162305" y="157684"/>
                    <a:pt x="163582" y="158961"/>
                    <a:pt x="165500" y="160876"/>
                  </a:cubicBezTo>
                  <a:cubicBezTo>
                    <a:pt x="168055" y="163430"/>
                    <a:pt x="168055" y="167260"/>
                    <a:pt x="166138" y="169814"/>
                  </a:cubicBezTo>
                  <a:cubicBezTo>
                    <a:pt x="164860" y="171091"/>
                    <a:pt x="162943" y="171729"/>
                    <a:pt x="161665" y="171729"/>
                  </a:cubicBezTo>
                  <a:cubicBezTo>
                    <a:pt x="160387" y="171729"/>
                    <a:pt x="158470" y="171091"/>
                    <a:pt x="157192" y="169814"/>
                  </a:cubicBezTo>
                  <a:cubicBezTo>
                    <a:pt x="111185" y="127680"/>
                    <a:pt x="115019" y="88737"/>
                    <a:pt x="131633" y="68309"/>
                  </a:cubicBezTo>
                  <a:cubicBezTo>
                    <a:pt x="134189" y="65755"/>
                    <a:pt x="138022" y="65117"/>
                    <a:pt x="140579" y="67670"/>
                  </a:cubicBezTo>
                  <a:cubicBezTo>
                    <a:pt x="143135" y="69585"/>
                    <a:pt x="143774" y="74054"/>
                    <a:pt x="141217" y="76608"/>
                  </a:cubicBezTo>
                  <a:cubicBezTo>
                    <a:pt x="139940" y="77885"/>
                    <a:pt x="138662" y="79800"/>
                    <a:pt x="138022" y="81715"/>
                  </a:cubicBezTo>
                  <a:lnTo>
                    <a:pt x="223009" y="81715"/>
                  </a:lnTo>
                  <a:cubicBezTo>
                    <a:pt x="221731" y="79800"/>
                    <a:pt x="221092" y="78523"/>
                    <a:pt x="219814" y="76608"/>
                  </a:cubicBezTo>
                  <a:cubicBezTo>
                    <a:pt x="217258" y="74054"/>
                    <a:pt x="217897" y="69585"/>
                    <a:pt x="220453" y="67670"/>
                  </a:cubicBezTo>
                  <a:cubicBezTo>
                    <a:pt x="223009" y="65117"/>
                    <a:pt x="227482" y="65755"/>
                    <a:pt x="229399" y="68309"/>
                  </a:cubicBezTo>
                  <a:cubicBezTo>
                    <a:pt x="238345" y="79161"/>
                    <a:pt x="242179" y="93845"/>
                    <a:pt x="240261" y="109166"/>
                  </a:cubicBezTo>
                  <a:cubicBezTo>
                    <a:pt x="237706" y="127041"/>
                    <a:pt x="226204" y="155131"/>
                    <a:pt x="184030" y="185774"/>
                  </a:cubicBezTo>
                  <a:cubicBezTo>
                    <a:pt x="174445" y="192158"/>
                    <a:pt x="166777" y="199180"/>
                    <a:pt x="161027" y="204926"/>
                  </a:cubicBezTo>
                  <a:lnTo>
                    <a:pt x="200005" y="204926"/>
                  </a:lnTo>
                  <a:cubicBezTo>
                    <a:pt x="198727" y="203649"/>
                    <a:pt x="196810" y="201734"/>
                    <a:pt x="195532" y="200457"/>
                  </a:cubicBezTo>
                  <a:cubicBezTo>
                    <a:pt x="192976" y="197903"/>
                    <a:pt x="192976" y="194073"/>
                    <a:pt x="194893" y="191519"/>
                  </a:cubicBezTo>
                  <a:cubicBezTo>
                    <a:pt x="197449" y="188966"/>
                    <a:pt x="201283" y="188966"/>
                    <a:pt x="203839" y="190881"/>
                  </a:cubicBezTo>
                  <a:cubicBezTo>
                    <a:pt x="249846" y="233654"/>
                    <a:pt x="246651" y="272596"/>
                    <a:pt x="229399" y="293025"/>
                  </a:cubicBezTo>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path>
              </a:pathLst>
            </a:custGeom>
            <a:solidFill>
              <a:srgbClr val="00A3E0"/>
            </a:solidFill>
            <a:ln w="6390" cap="flat">
              <a:noFill/>
              <a:prstDash val="solid"/>
              <a:miter/>
            </a:ln>
          </p:spPr>
          <p:txBody>
            <a:bodyPr rtlCol="0" anchor="ctr"/>
            <a:lstStyle/>
            <a:p>
              <a:endParaRPr lang="en-US"/>
            </a:p>
          </p:txBody>
        </p:sp>
        <p:sp>
          <p:nvSpPr>
            <p:cNvPr id="781" name="Graphic 4">
              <a:extLst>
                <a:ext uri="{FF2B5EF4-FFF2-40B4-BE49-F238E27FC236}">
                  <a16:creationId xmlns:a16="http://schemas.microsoft.com/office/drawing/2014/main" id="{8517DA54-CEFF-FD42-A71F-402D0B6AF557}"/>
                </a:ext>
              </a:extLst>
            </p:cNvPr>
            <p:cNvSpPr/>
            <p:nvPr/>
          </p:nvSpPr>
          <p:spPr>
            <a:xfrm>
              <a:off x="6280189" y="1167154"/>
              <a:ext cx="95301" cy="17875"/>
            </a:xfrm>
            <a:custGeom>
              <a:avLst/>
              <a:gdLst>
                <a:gd name="connsiteX0" fmla="*/ 93772 w 95301"/>
                <a:gd name="connsiteY0" fmla="*/ 0 h 17875"/>
                <a:gd name="connsiteX1" fmla="*/ 93772 w 95301"/>
                <a:gd name="connsiteY1" fmla="*/ 0 h 17875"/>
                <a:gd name="connsiteX2" fmla="*/ 1118 w 95301"/>
                <a:gd name="connsiteY2" fmla="*/ 0 h 17875"/>
                <a:gd name="connsiteX3" fmla="*/ 1118 w 95301"/>
                <a:gd name="connsiteY3" fmla="*/ 0 h 17875"/>
                <a:gd name="connsiteX4" fmla="*/ 479 w 95301"/>
                <a:gd name="connsiteY4" fmla="*/ 4469 h 17875"/>
                <a:gd name="connsiteX5" fmla="*/ 479 w 95301"/>
                <a:gd name="connsiteY5" fmla="*/ 17875 h 17875"/>
                <a:gd name="connsiteX6" fmla="*/ 1118 w 95301"/>
                <a:gd name="connsiteY6" fmla="*/ 17875 h 17875"/>
                <a:gd name="connsiteX7" fmla="*/ 93772 w 95301"/>
                <a:gd name="connsiteY7" fmla="*/ 17875 h 17875"/>
                <a:gd name="connsiteX8" fmla="*/ 94411 w 95301"/>
                <a:gd name="connsiteY8" fmla="*/ 17875 h 17875"/>
                <a:gd name="connsiteX9" fmla="*/ 93772 w 95301"/>
                <a:gd name="connsiteY9" fmla="*/ 0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01" h="17875">
                  <a:moveTo>
                    <a:pt x="93772" y="0"/>
                  </a:moveTo>
                  <a:cubicBezTo>
                    <a:pt x="93772" y="0"/>
                    <a:pt x="93772" y="0"/>
                    <a:pt x="93772" y="0"/>
                  </a:cubicBezTo>
                  <a:lnTo>
                    <a:pt x="1118" y="0"/>
                  </a:lnTo>
                  <a:cubicBezTo>
                    <a:pt x="1118" y="0"/>
                    <a:pt x="1118" y="0"/>
                    <a:pt x="1118" y="0"/>
                  </a:cubicBezTo>
                  <a:cubicBezTo>
                    <a:pt x="479" y="1915"/>
                    <a:pt x="479" y="3192"/>
                    <a:pt x="479" y="4469"/>
                  </a:cubicBezTo>
                  <a:cubicBezTo>
                    <a:pt x="-160" y="8938"/>
                    <a:pt x="-160" y="14045"/>
                    <a:pt x="479" y="17875"/>
                  </a:cubicBezTo>
                  <a:cubicBezTo>
                    <a:pt x="479" y="17875"/>
                    <a:pt x="1118" y="17875"/>
                    <a:pt x="1118" y="17875"/>
                  </a:cubicBezTo>
                  <a:lnTo>
                    <a:pt x="93772" y="17875"/>
                  </a:lnTo>
                  <a:cubicBezTo>
                    <a:pt x="93772" y="17875"/>
                    <a:pt x="94411" y="17875"/>
                    <a:pt x="94411" y="17875"/>
                  </a:cubicBezTo>
                  <a:cubicBezTo>
                    <a:pt x="95689" y="12768"/>
                    <a:pt x="95689" y="6384"/>
                    <a:pt x="93772" y="0"/>
                  </a:cubicBezTo>
                </a:path>
              </a:pathLst>
            </a:custGeom>
            <a:solidFill>
              <a:srgbClr val="00A3E0"/>
            </a:solidFill>
            <a:ln w="6390" cap="flat">
              <a:noFill/>
              <a:prstDash val="solid"/>
              <a:miter/>
            </a:ln>
          </p:spPr>
          <p:txBody>
            <a:bodyPr rtlCol="0" anchor="ctr"/>
            <a:lstStyle/>
            <a:p>
              <a:endParaRPr lang="en-US"/>
            </a:p>
          </p:txBody>
        </p:sp>
      </p:grpSp>
      <p:grpSp>
        <p:nvGrpSpPr>
          <p:cNvPr id="782" name="Graphic 4">
            <a:extLst>
              <a:ext uri="{FF2B5EF4-FFF2-40B4-BE49-F238E27FC236}">
                <a16:creationId xmlns:a16="http://schemas.microsoft.com/office/drawing/2014/main" id="{147084A1-A021-6B47-BF8E-D0745DE7F9F1}"/>
              </a:ext>
            </a:extLst>
          </p:cNvPr>
          <p:cNvGrpSpPr/>
          <p:nvPr/>
        </p:nvGrpSpPr>
        <p:grpSpPr>
          <a:xfrm>
            <a:off x="5462638" y="918179"/>
            <a:ext cx="361670" cy="361333"/>
            <a:chOff x="5099808" y="918179"/>
            <a:chExt cx="361670" cy="361333"/>
          </a:xfrm>
          <a:solidFill>
            <a:srgbClr val="00A3E0"/>
          </a:solidFill>
        </p:grpSpPr>
        <p:sp>
          <p:nvSpPr>
            <p:cNvPr id="783" name="Graphic 4">
              <a:extLst>
                <a:ext uri="{FF2B5EF4-FFF2-40B4-BE49-F238E27FC236}">
                  <a16:creationId xmlns:a16="http://schemas.microsoft.com/office/drawing/2014/main" id="{3328D477-8165-0246-877A-BDC073864F62}"/>
                </a:ext>
              </a:extLst>
            </p:cNvPr>
            <p:cNvSpPr/>
            <p:nvPr/>
          </p:nvSpPr>
          <p:spPr>
            <a:xfrm>
              <a:off x="5231441" y="1008831"/>
              <a:ext cx="14980" cy="15321"/>
            </a:xfrm>
            <a:custGeom>
              <a:avLst/>
              <a:gdLst>
                <a:gd name="connsiteX0" fmla="*/ 14697 w 14980"/>
                <a:gd name="connsiteY0" fmla="*/ 14683 h 15321"/>
                <a:gd name="connsiteX1" fmla="*/ 14697 w 14980"/>
                <a:gd name="connsiteY1" fmla="*/ 638 h 15321"/>
                <a:gd name="connsiteX2" fmla="*/ 14697 w 14980"/>
                <a:gd name="connsiteY2" fmla="*/ 0 h 15321"/>
                <a:gd name="connsiteX3" fmla="*/ 639 w 14980"/>
                <a:gd name="connsiteY3" fmla="*/ 0 h 15321"/>
                <a:gd name="connsiteX4" fmla="*/ 0 w 14980"/>
                <a:gd name="connsiteY4" fmla="*/ 7661 h 15321"/>
                <a:gd name="connsiteX5" fmla="*/ 0 w 14980"/>
                <a:gd name="connsiteY5" fmla="*/ 15322 h 15321"/>
                <a:gd name="connsiteX6" fmla="*/ 14697 w 14980"/>
                <a:gd name="connsiteY6" fmla="*/ 14683 h 15321"/>
                <a:gd name="connsiteX7" fmla="*/ 14697 w 14980"/>
                <a:gd name="connsiteY7" fmla="*/ 14683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80" h="15321">
                  <a:moveTo>
                    <a:pt x="14697" y="14683"/>
                  </a:moveTo>
                  <a:lnTo>
                    <a:pt x="14697" y="638"/>
                  </a:lnTo>
                  <a:cubicBezTo>
                    <a:pt x="14697" y="638"/>
                    <a:pt x="14697" y="0"/>
                    <a:pt x="14697" y="0"/>
                  </a:cubicBezTo>
                  <a:lnTo>
                    <a:pt x="639" y="0"/>
                  </a:lnTo>
                  <a:cubicBezTo>
                    <a:pt x="0" y="638"/>
                    <a:pt x="0" y="2554"/>
                    <a:pt x="0" y="7661"/>
                  </a:cubicBezTo>
                  <a:lnTo>
                    <a:pt x="0" y="15322"/>
                  </a:lnTo>
                  <a:lnTo>
                    <a:pt x="14697" y="14683"/>
                  </a:lnTo>
                  <a:cubicBezTo>
                    <a:pt x="15336" y="14683"/>
                    <a:pt x="14697" y="14683"/>
                    <a:pt x="14697" y="14683"/>
                  </a:cubicBezTo>
                </a:path>
              </a:pathLst>
            </a:custGeom>
            <a:solidFill>
              <a:srgbClr val="00A3E0"/>
            </a:solidFill>
            <a:ln w="6390" cap="flat">
              <a:noFill/>
              <a:prstDash val="solid"/>
              <a:miter/>
            </a:ln>
          </p:spPr>
          <p:txBody>
            <a:bodyPr rtlCol="0" anchor="ctr"/>
            <a:lstStyle/>
            <a:p>
              <a:endParaRPr lang="en-US"/>
            </a:p>
          </p:txBody>
        </p:sp>
        <p:sp>
          <p:nvSpPr>
            <p:cNvPr id="784" name="Graphic 4">
              <a:extLst>
                <a:ext uri="{FF2B5EF4-FFF2-40B4-BE49-F238E27FC236}">
                  <a16:creationId xmlns:a16="http://schemas.microsoft.com/office/drawing/2014/main" id="{EC231BEE-4D59-E946-A557-761DDE81C1B8}"/>
                </a:ext>
              </a:extLst>
            </p:cNvPr>
            <p:cNvSpPr/>
            <p:nvPr/>
          </p:nvSpPr>
          <p:spPr>
            <a:xfrm>
              <a:off x="5258918" y="1008193"/>
              <a:ext cx="14696" cy="15321"/>
            </a:xfrm>
            <a:custGeom>
              <a:avLst/>
              <a:gdLst>
                <a:gd name="connsiteX0" fmla="*/ 0 w 14696"/>
                <a:gd name="connsiteY0" fmla="*/ 15322 h 15321"/>
                <a:gd name="connsiteX1" fmla="*/ 14697 w 14696"/>
                <a:gd name="connsiteY1" fmla="*/ 15322 h 15321"/>
                <a:gd name="connsiteX2" fmla="*/ 14697 w 14696"/>
                <a:gd name="connsiteY2" fmla="*/ 14683 h 15321"/>
                <a:gd name="connsiteX3" fmla="*/ 14697 w 14696"/>
                <a:gd name="connsiteY3" fmla="*/ 638 h 15321"/>
                <a:gd name="connsiteX4" fmla="*/ 14697 w 14696"/>
                <a:gd name="connsiteY4" fmla="*/ 0 h 15321"/>
                <a:gd name="connsiteX5" fmla="*/ 0 w 14696"/>
                <a:gd name="connsiteY5" fmla="*/ 0 h 15321"/>
                <a:gd name="connsiteX6" fmla="*/ 0 w 14696"/>
                <a:gd name="connsiteY6" fmla="*/ 638 h 15321"/>
                <a:gd name="connsiteX7" fmla="*/ 0 w 14696"/>
                <a:gd name="connsiteY7" fmla="*/ 15322 h 15321"/>
                <a:gd name="connsiteX8" fmla="*/ 0 w 14696"/>
                <a:gd name="connsiteY8" fmla="*/ 15322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96" h="15321">
                  <a:moveTo>
                    <a:pt x="0" y="15322"/>
                  </a:moveTo>
                  <a:lnTo>
                    <a:pt x="14697" y="15322"/>
                  </a:lnTo>
                  <a:cubicBezTo>
                    <a:pt x="14697" y="15322"/>
                    <a:pt x="14697" y="15322"/>
                    <a:pt x="14697" y="14683"/>
                  </a:cubicBezTo>
                  <a:lnTo>
                    <a:pt x="14697" y="638"/>
                  </a:lnTo>
                  <a:cubicBezTo>
                    <a:pt x="14697" y="638"/>
                    <a:pt x="14697" y="0"/>
                    <a:pt x="14697" y="0"/>
                  </a:cubicBezTo>
                  <a:lnTo>
                    <a:pt x="0" y="0"/>
                  </a:lnTo>
                  <a:cubicBezTo>
                    <a:pt x="0" y="0"/>
                    <a:pt x="0" y="0"/>
                    <a:pt x="0" y="638"/>
                  </a:cubicBezTo>
                  <a:lnTo>
                    <a:pt x="0" y="15322"/>
                  </a:lnTo>
                  <a:cubicBezTo>
                    <a:pt x="0" y="15322"/>
                    <a:pt x="0" y="15322"/>
                    <a:pt x="0" y="15322"/>
                  </a:cubicBezTo>
                </a:path>
              </a:pathLst>
            </a:custGeom>
            <a:solidFill>
              <a:srgbClr val="00A3E0"/>
            </a:solidFill>
            <a:ln w="6390" cap="flat">
              <a:noFill/>
              <a:prstDash val="solid"/>
              <a:miter/>
            </a:ln>
          </p:spPr>
          <p:txBody>
            <a:bodyPr rtlCol="0" anchor="ctr"/>
            <a:lstStyle/>
            <a:p>
              <a:endParaRPr lang="en-US"/>
            </a:p>
          </p:txBody>
        </p:sp>
        <p:sp>
          <p:nvSpPr>
            <p:cNvPr id="785" name="Graphic 4">
              <a:extLst>
                <a:ext uri="{FF2B5EF4-FFF2-40B4-BE49-F238E27FC236}">
                  <a16:creationId xmlns:a16="http://schemas.microsoft.com/office/drawing/2014/main" id="{25E73FF1-9A48-3D44-889E-AC05B523B6BC}"/>
                </a:ext>
              </a:extLst>
            </p:cNvPr>
            <p:cNvSpPr/>
            <p:nvPr/>
          </p:nvSpPr>
          <p:spPr>
            <a:xfrm>
              <a:off x="5314510" y="1008831"/>
              <a:ext cx="14696" cy="15321"/>
            </a:xfrm>
            <a:custGeom>
              <a:avLst/>
              <a:gdLst>
                <a:gd name="connsiteX0" fmla="*/ 0 w 14696"/>
                <a:gd name="connsiteY0" fmla="*/ 638 h 15321"/>
                <a:gd name="connsiteX1" fmla="*/ 0 w 14696"/>
                <a:gd name="connsiteY1" fmla="*/ 14683 h 15321"/>
                <a:gd name="connsiteX2" fmla="*/ 0 w 14696"/>
                <a:gd name="connsiteY2" fmla="*/ 15322 h 15321"/>
                <a:gd name="connsiteX3" fmla="*/ 14697 w 14696"/>
                <a:gd name="connsiteY3" fmla="*/ 15322 h 15321"/>
                <a:gd name="connsiteX4" fmla="*/ 14697 w 14696"/>
                <a:gd name="connsiteY4" fmla="*/ 7661 h 15321"/>
                <a:gd name="connsiteX5" fmla="*/ 14058 w 14696"/>
                <a:gd name="connsiteY5" fmla="*/ 0 h 15321"/>
                <a:gd name="connsiteX6" fmla="*/ 0 w 14696"/>
                <a:gd name="connsiteY6" fmla="*/ 638 h 15321"/>
                <a:gd name="connsiteX7" fmla="*/ 0 w 14696"/>
                <a:gd name="connsiteY7" fmla="*/ 638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96" h="15321">
                  <a:moveTo>
                    <a:pt x="0" y="638"/>
                  </a:moveTo>
                  <a:lnTo>
                    <a:pt x="0" y="14683"/>
                  </a:lnTo>
                  <a:cubicBezTo>
                    <a:pt x="0" y="14683"/>
                    <a:pt x="0" y="15322"/>
                    <a:pt x="0" y="15322"/>
                  </a:cubicBezTo>
                  <a:lnTo>
                    <a:pt x="14697" y="15322"/>
                  </a:lnTo>
                  <a:lnTo>
                    <a:pt x="14697" y="7661"/>
                  </a:lnTo>
                  <a:cubicBezTo>
                    <a:pt x="14697" y="3192"/>
                    <a:pt x="14058" y="1277"/>
                    <a:pt x="14058" y="0"/>
                  </a:cubicBezTo>
                  <a:lnTo>
                    <a:pt x="0" y="638"/>
                  </a:lnTo>
                  <a:cubicBezTo>
                    <a:pt x="0" y="638"/>
                    <a:pt x="0" y="638"/>
                    <a:pt x="0" y="638"/>
                  </a:cubicBezTo>
                </a:path>
              </a:pathLst>
            </a:custGeom>
            <a:solidFill>
              <a:srgbClr val="00A3E0"/>
            </a:solidFill>
            <a:ln w="6390" cap="flat">
              <a:noFill/>
              <a:prstDash val="solid"/>
              <a:miter/>
            </a:ln>
          </p:spPr>
          <p:txBody>
            <a:bodyPr rtlCol="0" anchor="ctr"/>
            <a:lstStyle/>
            <a:p>
              <a:endParaRPr lang="en-US"/>
            </a:p>
          </p:txBody>
        </p:sp>
        <p:sp>
          <p:nvSpPr>
            <p:cNvPr id="786" name="Graphic 4">
              <a:extLst>
                <a:ext uri="{FF2B5EF4-FFF2-40B4-BE49-F238E27FC236}">
                  <a16:creationId xmlns:a16="http://schemas.microsoft.com/office/drawing/2014/main" id="{E9FC953F-DE0B-0441-8CFE-5ACE21360AA5}"/>
                </a:ext>
              </a:extLst>
            </p:cNvPr>
            <p:cNvSpPr/>
            <p:nvPr/>
          </p:nvSpPr>
          <p:spPr>
            <a:xfrm>
              <a:off x="5286394" y="1008193"/>
              <a:ext cx="14696" cy="15321"/>
            </a:xfrm>
            <a:custGeom>
              <a:avLst/>
              <a:gdLst>
                <a:gd name="connsiteX0" fmla="*/ 0 w 14696"/>
                <a:gd name="connsiteY0" fmla="*/ 15322 h 15321"/>
                <a:gd name="connsiteX1" fmla="*/ 14697 w 14696"/>
                <a:gd name="connsiteY1" fmla="*/ 15322 h 15321"/>
                <a:gd name="connsiteX2" fmla="*/ 14697 w 14696"/>
                <a:gd name="connsiteY2" fmla="*/ 14683 h 15321"/>
                <a:gd name="connsiteX3" fmla="*/ 14697 w 14696"/>
                <a:gd name="connsiteY3" fmla="*/ 638 h 15321"/>
                <a:gd name="connsiteX4" fmla="*/ 14697 w 14696"/>
                <a:gd name="connsiteY4" fmla="*/ 0 h 15321"/>
                <a:gd name="connsiteX5" fmla="*/ 0 w 14696"/>
                <a:gd name="connsiteY5" fmla="*/ 0 h 15321"/>
                <a:gd name="connsiteX6" fmla="*/ 0 w 14696"/>
                <a:gd name="connsiteY6" fmla="*/ 638 h 15321"/>
                <a:gd name="connsiteX7" fmla="*/ 0 w 14696"/>
                <a:gd name="connsiteY7" fmla="*/ 15322 h 15321"/>
                <a:gd name="connsiteX8" fmla="*/ 0 w 14696"/>
                <a:gd name="connsiteY8" fmla="*/ 15322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96" h="15321">
                  <a:moveTo>
                    <a:pt x="0" y="15322"/>
                  </a:moveTo>
                  <a:lnTo>
                    <a:pt x="14697" y="15322"/>
                  </a:lnTo>
                  <a:cubicBezTo>
                    <a:pt x="14697" y="15322"/>
                    <a:pt x="14697" y="15322"/>
                    <a:pt x="14697" y="14683"/>
                  </a:cubicBezTo>
                  <a:lnTo>
                    <a:pt x="14697" y="638"/>
                  </a:lnTo>
                  <a:cubicBezTo>
                    <a:pt x="14697" y="638"/>
                    <a:pt x="14697" y="0"/>
                    <a:pt x="14697" y="0"/>
                  </a:cubicBezTo>
                  <a:lnTo>
                    <a:pt x="0" y="0"/>
                  </a:lnTo>
                  <a:cubicBezTo>
                    <a:pt x="0" y="0"/>
                    <a:pt x="0" y="0"/>
                    <a:pt x="0" y="638"/>
                  </a:cubicBezTo>
                  <a:lnTo>
                    <a:pt x="0" y="15322"/>
                  </a:lnTo>
                  <a:cubicBezTo>
                    <a:pt x="639" y="15322"/>
                    <a:pt x="0" y="15322"/>
                    <a:pt x="0" y="15322"/>
                  </a:cubicBezTo>
                </a:path>
              </a:pathLst>
            </a:custGeom>
            <a:solidFill>
              <a:srgbClr val="00A3E0"/>
            </a:solidFill>
            <a:ln w="6390" cap="flat">
              <a:noFill/>
              <a:prstDash val="solid"/>
              <a:miter/>
            </a:ln>
          </p:spPr>
          <p:txBody>
            <a:bodyPr rtlCol="0" anchor="ctr"/>
            <a:lstStyle/>
            <a:p>
              <a:endParaRPr lang="en-US"/>
            </a:p>
          </p:txBody>
        </p:sp>
        <p:sp>
          <p:nvSpPr>
            <p:cNvPr id="787" name="Graphic 4">
              <a:extLst>
                <a:ext uri="{FF2B5EF4-FFF2-40B4-BE49-F238E27FC236}">
                  <a16:creationId xmlns:a16="http://schemas.microsoft.com/office/drawing/2014/main" id="{2FA1D154-A356-1F44-ACE9-CACF2DF7A9EB}"/>
                </a:ext>
              </a:extLst>
            </p:cNvPr>
            <p:cNvSpPr/>
            <p:nvPr/>
          </p:nvSpPr>
          <p:spPr>
            <a:xfrm>
              <a:off x="5251889" y="1035644"/>
              <a:ext cx="56231" cy="15321"/>
            </a:xfrm>
            <a:custGeom>
              <a:avLst/>
              <a:gdLst>
                <a:gd name="connsiteX0" fmla="*/ 0 w 56231"/>
                <a:gd name="connsiteY0" fmla="*/ 15322 h 15321"/>
                <a:gd name="connsiteX1" fmla="*/ 56231 w 56231"/>
                <a:gd name="connsiteY1" fmla="*/ 15322 h 15321"/>
                <a:gd name="connsiteX2" fmla="*/ 56231 w 56231"/>
                <a:gd name="connsiteY2" fmla="*/ 14683 h 15321"/>
                <a:gd name="connsiteX3" fmla="*/ 56231 w 56231"/>
                <a:gd name="connsiteY3" fmla="*/ 638 h 15321"/>
                <a:gd name="connsiteX4" fmla="*/ 56231 w 56231"/>
                <a:gd name="connsiteY4" fmla="*/ 0 h 15321"/>
                <a:gd name="connsiteX5" fmla="*/ 0 w 56231"/>
                <a:gd name="connsiteY5" fmla="*/ 0 h 15321"/>
                <a:gd name="connsiteX6" fmla="*/ 0 w 56231"/>
                <a:gd name="connsiteY6" fmla="*/ 638 h 15321"/>
                <a:gd name="connsiteX7" fmla="*/ 0 w 56231"/>
                <a:gd name="connsiteY7" fmla="*/ 15322 h 15321"/>
                <a:gd name="connsiteX8" fmla="*/ 0 w 56231"/>
                <a:gd name="connsiteY8" fmla="*/ 15322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231" h="15321">
                  <a:moveTo>
                    <a:pt x="0" y="15322"/>
                  </a:moveTo>
                  <a:lnTo>
                    <a:pt x="56231" y="15322"/>
                  </a:lnTo>
                  <a:cubicBezTo>
                    <a:pt x="56231" y="15322"/>
                    <a:pt x="56231" y="15322"/>
                    <a:pt x="56231" y="14683"/>
                  </a:cubicBezTo>
                  <a:lnTo>
                    <a:pt x="56231" y="638"/>
                  </a:lnTo>
                  <a:cubicBezTo>
                    <a:pt x="56231" y="638"/>
                    <a:pt x="56231" y="0"/>
                    <a:pt x="56231" y="0"/>
                  </a:cubicBezTo>
                  <a:lnTo>
                    <a:pt x="0" y="0"/>
                  </a:lnTo>
                  <a:cubicBezTo>
                    <a:pt x="0" y="0"/>
                    <a:pt x="0" y="0"/>
                    <a:pt x="0" y="638"/>
                  </a:cubicBezTo>
                  <a:lnTo>
                    <a:pt x="0" y="15322"/>
                  </a:lnTo>
                  <a:cubicBezTo>
                    <a:pt x="639" y="15322"/>
                    <a:pt x="639" y="15322"/>
                    <a:pt x="0" y="15322"/>
                  </a:cubicBezTo>
                </a:path>
              </a:pathLst>
            </a:custGeom>
            <a:solidFill>
              <a:srgbClr val="00A3E0"/>
            </a:solidFill>
            <a:ln w="6390" cap="flat">
              <a:noFill/>
              <a:prstDash val="solid"/>
              <a:miter/>
            </a:ln>
          </p:spPr>
          <p:txBody>
            <a:bodyPr rtlCol="0" anchor="ctr"/>
            <a:lstStyle/>
            <a:p>
              <a:endParaRPr lang="en-US"/>
            </a:p>
          </p:txBody>
        </p:sp>
        <p:sp>
          <p:nvSpPr>
            <p:cNvPr id="788" name="Graphic 4">
              <a:extLst>
                <a:ext uri="{FF2B5EF4-FFF2-40B4-BE49-F238E27FC236}">
                  <a16:creationId xmlns:a16="http://schemas.microsoft.com/office/drawing/2014/main" id="{DC0CD182-B298-0148-87DC-2EF2873DF6D4}"/>
                </a:ext>
              </a:extLst>
            </p:cNvPr>
            <p:cNvSpPr/>
            <p:nvPr/>
          </p:nvSpPr>
          <p:spPr>
            <a:xfrm>
              <a:off x="5099808" y="918179"/>
              <a:ext cx="361670" cy="361333"/>
            </a:xfrm>
            <a:custGeom>
              <a:avLst/>
              <a:gdLst>
                <a:gd name="connsiteX0" fmla="*/ 255597 w 361670"/>
                <a:gd name="connsiteY0" fmla="*/ 264297 h 361333"/>
                <a:gd name="connsiteX1" fmla="*/ 236428 w 361670"/>
                <a:gd name="connsiteY1" fmla="*/ 283449 h 361333"/>
                <a:gd name="connsiteX2" fmla="*/ 123965 w 361670"/>
                <a:gd name="connsiteY2" fmla="*/ 283449 h 361333"/>
                <a:gd name="connsiteX3" fmla="*/ 104795 w 361670"/>
                <a:gd name="connsiteY3" fmla="*/ 264297 h 361333"/>
                <a:gd name="connsiteX4" fmla="*/ 104795 w 361670"/>
                <a:gd name="connsiteY4" fmla="*/ 151939 h 361333"/>
                <a:gd name="connsiteX5" fmla="*/ 123965 w 361670"/>
                <a:gd name="connsiteY5" fmla="*/ 132787 h 361333"/>
                <a:gd name="connsiteX6" fmla="*/ 139301 w 361670"/>
                <a:gd name="connsiteY6" fmla="*/ 132787 h 361333"/>
                <a:gd name="connsiteX7" fmla="*/ 139301 w 361670"/>
                <a:gd name="connsiteY7" fmla="*/ 132148 h 361333"/>
                <a:gd name="connsiteX8" fmla="*/ 139301 w 361670"/>
                <a:gd name="connsiteY8" fmla="*/ 118104 h 361333"/>
                <a:gd name="connsiteX9" fmla="*/ 139301 w 361670"/>
                <a:gd name="connsiteY9" fmla="*/ 117465 h 361333"/>
                <a:gd name="connsiteX10" fmla="*/ 125243 w 361670"/>
                <a:gd name="connsiteY10" fmla="*/ 117465 h 361333"/>
                <a:gd name="connsiteX11" fmla="*/ 118853 w 361670"/>
                <a:gd name="connsiteY11" fmla="*/ 111081 h 361333"/>
                <a:gd name="connsiteX12" fmla="*/ 118853 w 361670"/>
                <a:gd name="connsiteY12" fmla="*/ 97037 h 361333"/>
                <a:gd name="connsiteX13" fmla="*/ 132272 w 361670"/>
                <a:gd name="connsiteY13" fmla="*/ 76608 h 361333"/>
                <a:gd name="connsiteX14" fmla="*/ 228760 w 361670"/>
                <a:gd name="connsiteY14" fmla="*/ 76608 h 361333"/>
                <a:gd name="connsiteX15" fmla="*/ 242179 w 361670"/>
                <a:gd name="connsiteY15" fmla="*/ 97037 h 361333"/>
                <a:gd name="connsiteX16" fmla="*/ 242179 w 361670"/>
                <a:gd name="connsiteY16" fmla="*/ 111081 h 361333"/>
                <a:gd name="connsiteX17" fmla="*/ 235789 w 361670"/>
                <a:gd name="connsiteY17" fmla="*/ 117465 h 361333"/>
                <a:gd name="connsiteX18" fmla="*/ 221731 w 361670"/>
                <a:gd name="connsiteY18" fmla="*/ 117465 h 361333"/>
                <a:gd name="connsiteX19" fmla="*/ 221731 w 361670"/>
                <a:gd name="connsiteY19" fmla="*/ 118104 h 361333"/>
                <a:gd name="connsiteX20" fmla="*/ 221731 w 361670"/>
                <a:gd name="connsiteY20" fmla="*/ 132148 h 361333"/>
                <a:gd name="connsiteX21" fmla="*/ 221731 w 361670"/>
                <a:gd name="connsiteY21" fmla="*/ 132787 h 361333"/>
                <a:gd name="connsiteX22" fmla="*/ 237067 w 361670"/>
                <a:gd name="connsiteY22" fmla="*/ 132787 h 361333"/>
                <a:gd name="connsiteX23" fmla="*/ 256237 w 361670"/>
                <a:gd name="connsiteY23" fmla="*/ 151939 h 361333"/>
                <a:gd name="connsiteX24" fmla="*/ 256237 w 361670"/>
                <a:gd name="connsiteY24" fmla="*/ 264297 h 361333"/>
                <a:gd name="connsiteX25" fmla="*/ 180836 w 361670"/>
                <a:gd name="connsiteY25" fmla="*/ 0 h 361333"/>
                <a:gd name="connsiteX26" fmla="*/ 0 w 361670"/>
                <a:gd name="connsiteY26" fmla="*/ 180667 h 361333"/>
                <a:gd name="connsiteX27" fmla="*/ 180836 w 361670"/>
                <a:gd name="connsiteY27" fmla="*/ 361333 h 361333"/>
                <a:gd name="connsiteX28" fmla="*/ 361671 w 361670"/>
                <a:gd name="connsiteY28" fmla="*/ 180667 h 361333"/>
                <a:gd name="connsiteX29" fmla="*/ 180836 w 361670"/>
                <a:gd name="connsiteY2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1670" h="361333">
                  <a:moveTo>
                    <a:pt x="255597" y="264297"/>
                  </a:moveTo>
                  <a:cubicBezTo>
                    <a:pt x="255597" y="275150"/>
                    <a:pt x="247291" y="283449"/>
                    <a:pt x="236428" y="283449"/>
                  </a:cubicBezTo>
                  <a:lnTo>
                    <a:pt x="123965" y="283449"/>
                  </a:lnTo>
                  <a:cubicBezTo>
                    <a:pt x="113102" y="283449"/>
                    <a:pt x="104795" y="275150"/>
                    <a:pt x="104795" y="264297"/>
                  </a:cubicBezTo>
                  <a:lnTo>
                    <a:pt x="104795" y="151939"/>
                  </a:lnTo>
                  <a:cubicBezTo>
                    <a:pt x="104795" y="141086"/>
                    <a:pt x="113102" y="132787"/>
                    <a:pt x="123965" y="132787"/>
                  </a:cubicBezTo>
                  <a:lnTo>
                    <a:pt x="139301" y="132787"/>
                  </a:lnTo>
                  <a:cubicBezTo>
                    <a:pt x="139301" y="132787"/>
                    <a:pt x="139301" y="132787"/>
                    <a:pt x="139301" y="132148"/>
                  </a:cubicBezTo>
                  <a:lnTo>
                    <a:pt x="139301" y="118104"/>
                  </a:lnTo>
                  <a:cubicBezTo>
                    <a:pt x="139301" y="118104"/>
                    <a:pt x="139301" y="117465"/>
                    <a:pt x="139301" y="117465"/>
                  </a:cubicBezTo>
                  <a:lnTo>
                    <a:pt x="125243" y="117465"/>
                  </a:lnTo>
                  <a:cubicBezTo>
                    <a:pt x="121409" y="117465"/>
                    <a:pt x="118853" y="114912"/>
                    <a:pt x="118853" y="111081"/>
                  </a:cubicBezTo>
                  <a:lnTo>
                    <a:pt x="118853" y="97037"/>
                  </a:lnTo>
                  <a:cubicBezTo>
                    <a:pt x="118853" y="83630"/>
                    <a:pt x="123326" y="76608"/>
                    <a:pt x="132272" y="76608"/>
                  </a:cubicBezTo>
                  <a:lnTo>
                    <a:pt x="228760" y="76608"/>
                  </a:lnTo>
                  <a:cubicBezTo>
                    <a:pt x="237706" y="76608"/>
                    <a:pt x="242179" y="83630"/>
                    <a:pt x="242179" y="97037"/>
                  </a:cubicBezTo>
                  <a:lnTo>
                    <a:pt x="242179" y="111081"/>
                  </a:lnTo>
                  <a:cubicBezTo>
                    <a:pt x="242179" y="114912"/>
                    <a:pt x="239623" y="117465"/>
                    <a:pt x="235789" y="117465"/>
                  </a:cubicBezTo>
                  <a:lnTo>
                    <a:pt x="221731" y="117465"/>
                  </a:lnTo>
                  <a:cubicBezTo>
                    <a:pt x="221731" y="117465"/>
                    <a:pt x="221731" y="117465"/>
                    <a:pt x="221731" y="118104"/>
                  </a:cubicBezTo>
                  <a:lnTo>
                    <a:pt x="221731" y="132148"/>
                  </a:lnTo>
                  <a:cubicBezTo>
                    <a:pt x="221731" y="132148"/>
                    <a:pt x="221731" y="132787"/>
                    <a:pt x="221731" y="132787"/>
                  </a:cubicBezTo>
                  <a:lnTo>
                    <a:pt x="237067" y="132787"/>
                  </a:lnTo>
                  <a:cubicBezTo>
                    <a:pt x="247930" y="132787"/>
                    <a:pt x="256237" y="141086"/>
                    <a:pt x="256237" y="151939"/>
                  </a:cubicBezTo>
                  <a:lnTo>
                    <a:pt x="256237" y="264297"/>
                  </a:lnTo>
                  <a:close/>
                  <a:moveTo>
                    <a:pt x="180836" y="0"/>
                  </a:moveTo>
                  <a:cubicBezTo>
                    <a:pt x="80513" y="0"/>
                    <a:pt x="0" y="81077"/>
                    <a:pt x="0" y="180667"/>
                  </a:cubicBezTo>
                  <a:cubicBezTo>
                    <a:pt x="0" y="280895"/>
                    <a:pt x="81152" y="361333"/>
                    <a:pt x="180836" y="361333"/>
                  </a:cubicBezTo>
                  <a:cubicBezTo>
                    <a:pt x="281157" y="361333"/>
                    <a:pt x="361671" y="280257"/>
                    <a:pt x="361671" y="180667"/>
                  </a:cubicBezTo>
                  <a:cubicBezTo>
                    <a:pt x="361671" y="81077"/>
                    <a:pt x="280518" y="0"/>
                    <a:pt x="180836" y="0"/>
                  </a:cubicBezTo>
                </a:path>
              </a:pathLst>
            </a:custGeom>
            <a:solidFill>
              <a:srgbClr val="00A3E0"/>
            </a:solidFill>
            <a:ln w="6390" cap="flat">
              <a:noFill/>
              <a:prstDash val="solid"/>
              <a:miter/>
            </a:ln>
          </p:spPr>
          <p:txBody>
            <a:bodyPr rtlCol="0" anchor="ctr"/>
            <a:lstStyle/>
            <a:p>
              <a:endParaRPr lang="en-US"/>
            </a:p>
          </p:txBody>
        </p:sp>
        <p:sp>
          <p:nvSpPr>
            <p:cNvPr id="789" name="Graphic 4">
              <a:extLst>
                <a:ext uri="{FF2B5EF4-FFF2-40B4-BE49-F238E27FC236}">
                  <a16:creationId xmlns:a16="http://schemas.microsoft.com/office/drawing/2014/main" id="{9BBC9D0B-99DC-2D4F-AE2D-593A764231F0}"/>
                </a:ext>
              </a:extLst>
            </p:cNvPr>
            <p:cNvSpPr/>
            <p:nvPr/>
          </p:nvSpPr>
          <p:spPr>
            <a:xfrm>
              <a:off x="5217383" y="1063734"/>
              <a:ext cx="125242" cy="125126"/>
            </a:xfrm>
            <a:custGeom>
              <a:avLst/>
              <a:gdLst>
                <a:gd name="connsiteX0" fmla="*/ 97127 w 125242"/>
                <a:gd name="connsiteY0" fmla="*/ 68947 h 125126"/>
                <a:gd name="connsiteX1" fmla="*/ 69011 w 125242"/>
                <a:gd name="connsiteY1" fmla="*/ 68947 h 125126"/>
                <a:gd name="connsiteX2" fmla="*/ 69011 w 125242"/>
                <a:gd name="connsiteY2" fmla="*/ 97037 h 125126"/>
                <a:gd name="connsiteX3" fmla="*/ 62621 w 125242"/>
                <a:gd name="connsiteY3" fmla="*/ 103420 h 125126"/>
                <a:gd name="connsiteX4" fmla="*/ 56231 w 125242"/>
                <a:gd name="connsiteY4" fmla="*/ 97037 h 125126"/>
                <a:gd name="connsiteX5" fmla="*/ 56231 w 125242"/>
                <a:gd name="connsiteY5" fmla="*/ 68947 h 125126"/>
                <a:gd name="connsiteX6" fmla="*/ 28755 w 125242"/>
                <a:gd name="connsiteY6" fmla="*/ 68947 h 125126"/>
                <a:gd name="connsiteX7" fmla="*/ 22365 w 125242"/>
                <a:gd name="connsiteY7" fmla="*/ 62563 h 125126"/>
                <a:gd name="connsiteX8" fmla="*/ 28755 w 125242"/>
                <a:gd name="connsiteY8" fmla="*/ 56179 h 125126"/>
                <a:gd name="connsiteX9" fmla="*/ 56871 w 125242"/>
                <a:gd name="connsiteY9" fmla="*/ 56179 h 125126"/>
                <a:gd name="connsiteX10" fmla="*/ 56871 w 125242"/>
                <a:gd name="connsiteY10" fmla="*/ 28089 h 125126"/>
                <a:gd name="connsiteX11" fmla="*/ 63261 w 125242"/>
                <a:gd name="connsiteY11" fmla="*/ 21706 h 125126"/>
                <a:gd name="connsiteX12" fmla="*/ 69650 w 125242"/>
                <a:gd name="connsiteY12" fmla="*/ 28089 h 125126"/>
                <a:gd name="connsiteX13" fmla="*/ 69650 w 125242"/>
                <a:gd name="connsiteY13" fmla="*/ 56179 h 125126"/>
                <a:gd name="connsiteX14" fmla="*/ 97766 w 125242"/>
                <a:gd name="connsiteY14" fmla="*/ 56179 h 125126"/>
                <a:gd name="connsiteX15" fmla="*/ 104156 w 125242"/>
                <a:gd name="connsiteY15" fmla="*/ 62563 h 125126"/>
                <a:gd name="connsiteX16" fmla="*/ 97127 w 125242"/>
                <a:gd name="connsiteY16" fmla="*/ 68947 h 125126"/>
                <a:gd name="connsiteX17" fmla="*/ 118853 w 125242"/>
                <a:gd name="connsiteY17" fmla="*/ 0 h 125126"/>
                <a:gd name="connsiteX18" fmla="*/ 6390 w 125242"/>
                <a:gd name="connsiteY18" fmla="*/ 0 h 125126"/>
                <a:gd name="connsiteX19" fmla="*/ 0 w 125242"/>
                <a:gd name="connsiteY19" fmla="*/ 6384 h 125126"/>
                <a:gd name="connsiteX20" fmla="*/ 0 w 125242"/>
                <a:gd name="connsiteY20" fmla="*/ 118742 h 125126"/>
                <a:gd name="connsiteX21" fmla="*/ 6390 w 125242"/>
                <a:gd name="connsiteY21" fmla="*/ 125126 h 125126"/>
                <a:gd name="connsiteX22" fmla="*/ 118853 w 125242"/>
                <a:gd name="connsiteY22" fmla="*/ 125126 h 125126"/>
                <a:gd name="connsiteX23" fmla="*/ 125243 w 125242"/>
                <a:gd name="connsiteY23" fmla="*/ 118742 h 125126"/>
                <a:gd name="connsiteX24" fmla="*/ 125243 w 125242"/>
                <a:gd name="connsiteY24" fmla="*/ 6384 h 125126"/>
                <a:gd name="connsiteX25" fmla="*/ 118853 w 125242"/>
                <a:gd name="connsiteY25" fmla="*/ 0 h 125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5242" h="125126">
                  <a:moveTo>
                    <a:pt x="97127" y="68947"/>
                  </a:moveTo>
                  <a:lnTo>
                    <a:pt x="69011" y="68947"/>
                  </a:lnTo>
                  <a:lnTo>
                    <a:pt x="69011" y="97037"/>
                  </a:lnTo>
                  <a:cubicBezTo>
                    <a:pt x="69011" y="100867"/>
                    <a:pt x="66456" y="103420"/>
                    <a:pt x="62621" y="103420"/>
                  </a:cubicBezTo>
                  <a:cubicBezTo>
                    <a:pt x="58788" y="103420"/>
                    <a:pt x="56231" y="100867"/>
                    <a:pt x="56231" y="97037"/>
                  </a:cubicBezTo>
                  <a:lnTo>
                    <a:pt x="56231" y="68947"/>
                  </a:lnTo>
                  <a:lnTo>
                    <a:pt x="28755" y="68947"/>
                  </a:lnTo>
                  <a:cubicBezTo>
                    <a:pt x="24921" y="68947"/>
                    <a:pt x="22365" y="66393"/>
                    <a:pt x="22365" y="62563"/>
                  </a:cubicBezTo>
                  <a:cubicBezTo>
                    <a:pt x="22365" y="58733"/>
                    <a:pt x="24921" y="56179"/>
                    <a:pt x="28755" y="56179"/>
                  </a:cubicBezTo>
                  <a:lnTo>
                    <a:pt x="56871" y="56179"/>
                  </a:lnTo>
                  <a:lnTo>
                    <a:pt x="56871" y="28089"/>
                  </a:lnTo>
                  <a:cubicBezTo>
                    <a:pt x="56871" y="24259"/>
                    <a:pt x="59426" y="21706"/>
                    <a:pt x="63261" y="21706"/>
                  </a:cubicBezTo>
                  <a:cubicBezTo>
                    <a:pt x="67094" y="21706"/>
                    <a:pt x="69650" y="24259"/>
                    <a:pt x="69650" y="28089"/>
                  </a:cubicBezTo>
                  <a:lnTo>
                    <a:pt x="69650" y="56179"/>
                  </a:lnTo>
                  <a:lnTo>
                    <a:pt x="97766" y="56179"/>
                  </a:lnTo>
                  <a:cubicBezTo>
                    <a:pt x="101600" y="56179"/>
                    <a:pt x="104156" y="58733"/>
                    <a:pt x="104156" y="62563"/>
                  </a:cubicBezTo>
                  <a:cubicBezTo>
                    <a:pt x="103517" y="66393"/>
                    <a:pt x="100961" y="68947"/>
                    <a:pt x="97127" y="68947"/>
                  </a:cubicBezTo>
                  <a:moveTo>
                    <a:pt x="118853" y="0"/>
                  </a:moveTo>
                  <a:lnTo>
                    <a:pt x="6390" y="0"/>
                  </a:lnTo>
                  <a:cubicBezTo>
                    <a:pt x="2556" y="0"/>
                    <a:pt x="0" y="2554"/>
                    <a:pt x="0" y="6384"/>
                  </a:cubicBezTo>
                  <a:lnTo>
                    <a:pt x="0" y="118742"/>
                  </a:lnTo>
                  <a:cubicBezTo>
                    <a:pt x="0" y="122572"/>
                    <a:pt x="2556" y="125126"/>
                    <a:pt x="6390" y="125126"/>
                  </a:cubicBezTo>
                  <a:lnTo>
                    <a:pt x="118853" y="125126"/>
                  </a:lnTo>
                  <a:cubicBezTo>
                    <a:pt x="122687" y="125126"/>
                    <a:pt x="125243" y="122572"/>
                    <a:pt x="125243" y="118742"/>
                  </a:cubicBezTo>
                  <a:lnTo>
                    <a:pt x="125243" y="6384"/>
                  </a:lnTo>
                  <a:cubicBezTo>
                    <a:pt x="125243" y="3192"/>
                    <a:pt x="122687" y="0"/>
                    <a:pt x="118853" y="0"/>
                  </a:cubicBezTo>
                </a:path>
              </a:pathLst>
            </a:custGeom>
            <a:solidFill>
              <a:srgbClr val="00A3E0"/>
            </a:solidFill>
            <a:ln w="6390" cap="flat">
              <a:noFill/>
              <a:prstDash val="solid"/>
              <a:miter/>
            </a:ln>
          </p:spPr>
          <p:txBody>
            <a:bodyPr rtlCol="0" anchor="ctr"/>
            <a:lstStyle/>
            <a:p>
              <a:endParaRPr lang="en-US"/>
            </a:p>
          </p:txBody>
        </p:sp>
      </p:grpSp>
      <p:grpSp>
        <p:nvGrpSpPr>
          <p:cNvPr id="790" name="Graphic 4">
            <a:extLst>
              <a:ext uri="{FF2B5EF4-FFF2-40B4-BE49-F238E27FC236}">
                <a16:creationId xmlns:a16="http://schemas.microsoft.com/office/drawing/2014/main" id="{F5E12431-0D5C-A043-9005-B82F8DF81FF0}"/>
              </a:ext>
            </a:extLst>
          </p:cNvPr>
          <p:cNvGrpSpPr/>
          <p:nvPr/>
        </p:nvGrpSpPr>
        <p:grpSpPr>
          <a:xfrm>
            <a:off x="5462638" y="1893013"/>
            <a:ext cx="361670" cy="361333"/>
            <a:chOff x="5099808" y="1893013"/>
            <a:chExt cx="361670" cy="361333"/>
          </a:xfrm>
          <a:solidFill>
            <a:srgbClr val="00A3E0"/>
          </a:solidFill>
        </p:grpSpPr>
        <p:sp>
          <p:nvSpPr>
            <p:cNvPr id="791" name="Graphic 4">
              <a:extLst>
                <a:ext uri="{FF2B5EF4-FFF2-40B4-BE49-F238E27FC236}">
                  <a16:creationId xmlns:a16="http://schemas.microsoft.com/office/drawing/2014/main" id="{4E441BAB-6604-6147-93BE-0E2DF84BB010}"/>
                </a:ext>
              </a:extLst>
            </p:cNvPr>
            <p:cNvSpPr/>
            <p:nvPr/>
          </p:nvSpPr>
          <p:spPr>
            <a:xfrm>
              <a:off x="5265308" y="2080064"/>
              <a:ext cx="93292" cy="17875"/>
            </a:xfrm>
            <a:custGeom>
              <a:avLst/>
              <a:gdLst>
                <a:gd name="connsiteX0" fmla="*/ 17253 w 93292"/>
                <a:gd name="connsiteY0" fmla="*/ 638 h 17875"/>
                <a:gd name="connsiteX1" fmla="*/ 0 w 93292"/>
                <a:gd name="connsiteY1" fmla="*/ 17875 h 17875"/>
                <a:gd name="connsiteX2" fmla="*/ 93293 w 93292"/>
                <a:gd name="connsiteY2" fmla="*/ 17875 h 17875"/>
                <a:gd name="connsiteX3" fmla="*/ 86903 w 93292"/>
                <a:gd name="connsiteY3" fmla="*/ 8938 h 17875"/>
                <a:gd name="connsiteX4" fmla="*/ 77957 w 93292"/>
                <a:gd name="connsiteY4" fmla="*/ 0 h 17875"/>
                <a:gd name="connsiteX5" fmla="*/ 17253 w 93292"/>
                <a:gd name="connsiteY5" fmla="*/ 638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292" h="17875">
                  <a:moveTo>
                    <a:pt x="17253" y="638"/>
                  </a:moveTo>
                  <a:lnTo>
                    <a:pt x="0" y="17875"/>
                  </a:lnTo>
                  <a:lnTo>
                    <a:pt x="93293" y="17875"/>
                  </a:lnTo>
                  <a:cubicBezTo>
                    <a:pt x="91376" y="14683"/>
                    <a:pt x="89459" y="11491"/>
                    <a:pt x="86903" y="8938"/>
                  </a:cubicBezTo>
                  <a:lnTo>
                    <a:pt x="77957" y="0"/>
                  </a:lnTo>
                  <a:lnTo>
                    <a:pt x="17253" y="638"/>
                  </a:lnTo>
                  <a:close/>
                </a:path>
              </a:pathLst>
            </a:custGeom>
            <a:solidFill>
              <a:srgbClr val="00A3E0"/>
            </a:solidFill>
            <a:ln w="6390" cap="flat">
              <a:noFill/>
              <a:prstDash val="solid"/>
              <a:miter/>
            </a:ln>
          </p:spPr>
          <p:txBody>
            <a:bodyPr rtlCol="0" anchor="ctr"/>
            <a:lstStyle/>
            <a:p>
              <a:endParaRPr lang="en-US"/>
            </a:p>
          </p:txBody>
        </p:sp>
        <p:sp>
          <p:nvSpPr>
            <p:cNvPr id="792" name="Graphic 4">
              <a:extLst>
                <a:ext uri="{FF2B5EF4-FFF2-40B4-BE49-F238E27FC236}">
                  <a16:creationId xmlns:a16="http://schemas.microsoft.com/office/drawing/2014/main" id="{06277DC8-39DB-9846-BD7D-FF0684506214}"/>
                </a:ext>
              </a:extLst>
            </p:cNvPr>
            <p:cNvSpPr/>
            <p:nvPr/>
          </p:nvSpPr>
          <p:spPr>
            <a:xfrm>
              <a:off x="5295340" y="2050697"/>
              <a:ext cx="34505" cy="17236"/>
            </a:xfrm>
            <a:custGeom>
              <a:avLst/>
              <a:gdLst>
                <a:gd name="connsiteX0" fmla="*/ 34505 w 34505"/>
                <a:gd name="connsiteY0" fmla="*/ 16598 h 17236"/>
                <a:gd name="connsiteX1" fmla="*/ 17892 w 34505"/>
                <a:gd name="connsiteY1" fmla="*/ 0 h 17236"/>
                <a:gd name="connsiteX2" fmla="*/ 0 w 34505"/>
                <a:gd name="connsiteY2" fmla="*/ 17237 h 17236"/>
              </a:gdLst>
              <a:ahLst/>
              <a:cxnLst>
                <a:cxn ang="0">
                  <a:pos x="connsiteX0" y="connsiteY0"/>
                </a:cxn>
                <a:cxn ang="0">
                  <a:pos x="connsiteX1" y="connsiteY1"/>
                </a:cxn>
                <a:cxn ang="0">
                  <a:pos x="connsiteX2" y="connsiteY2"/>
                </a:cxn>
              </a:cxnLst>
              <a:rect l="l" t="t" r="r" b="b"/>
              <a:pathLst>
                <a:path w="34505" h="17236">
                  <a:moveTo>
                    <a:pt x="34505" y="16598"/>
                  </a:moveTo>
                  <a:lnTo>
                    <a:pt x="17892" y="0"/>
                  </a:lnTo>
                  <a:lnTo>
                    <a:pt x="0" y="17237"/>
                  </a:lnTo>
                  <a:close/>
                </a:path>
              </a:pathLst>
            </a:custGeom>
            <a:solidFill>
              <a:srgbClr val="00A3E0"/>
            </a:solidFill>
            <a:ln w="6390" cap="flat">
              <a:noFill/>
              <a:prstDash val="solid"/>
              <a:miter/>
            </a:ln>
          </p:spPr>
          <p:txBody>
            <a:bodyPr rtlCol="0" anchor="ctr"/>
            <a:lstStyle/>
            <a:p>
              <a:endParaRPr lang="en-US"/>
            </a:p>
          </p:txBody>
        </p:sp>
        <p:sp>
          <p:nvSpPr>
            <p:cNvPr id="793" name="Graphic 4">
              <a:extLst>
                <a:ext uri="{FF2B5EF4-FFF2-40B4-BE49-F238E27FC236}">
                  <a16:creationId xmlns:a16="http://schemas.microsoft.com/office/drawing/2014/main" id="{6F49E425-277B-BC4F-B659-43C618B3C120}"/>
                </a:ext>
              </a:extLst>
            </p:cNvPr>
            <p:cNvSpPr/>
            <p:nvPr/>
          </p:nvSpPr>
          <p:spPr>
            <a:xfrm>
              <a:off x="5261474" y="2110707"/>
              <a:ext cx="101954" cy="17875"/>
            </a:xfrm>
            <a:custGeom>
              <a:avLst/>
              <a:gdLst>
                <a:gd name="connsiteX0" fmla="*/ 101600 w 101954"/>
                <a:gd name="connsiteY0" fmla="*/ 0 h 17875"/>
                <a:gd name="connsiteX1" fmla="*/ 0 w 101954"/>
                <a:gd name="connsiteY1" fmla="*/ 0 h 17875"/>
                <a:gd name="connsiteX2" fmla="*/ 17892 w 101954"/>
                <a:gd name="connsiteY2" fmla="*/ 17875 h 17875"/>
                <a:gd name="connsiteX3" fmla="*/ 18531 w 101954"/>
                <a:gd name="connsiteY3" fmla="*/ 17875 h 17875"/>
                <a:gd name="connsiteX4" fmla="*/ 99683 w 101954"/>
                <a:gd name="connsiteY4" fmla="*/ 17875 h 17875"/>
                <a:gd name="connsiteX5" fmla="*/ 101600 w 101954"/>
                <a:gd name="connsiteY5" fmla="*/ 0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954" h="17875">
                  <a:moveTo>
                    <a:pt x="101600" y="0"/>
                  </a:moveTo>
                  <a:lnTo>
                    <a:pt x="0" y="0"/>
                  </a:lnTo>
                  <a:lnTo>
                    <a:pt x="17892" y="17875"/>
                  </a:lnTo>
                  <a:cubicBezTo>
                    <a:pt x="17892" y="17875"/>
                    <a:pt x="18531" y="17875"/>
                    <a:pt x="18531" y="17875"/>
                  </a:cubicBezTo>
                  <a:lnTo>
                    <a:pt x="99683" y="17875"/>
                  </a:lnTo>
                  <a:cubicBezTo>
                    <a:pt x="102239" y="12130"/>
                    <a:pt x="102239" y="6384"/>
                    <a:pt x="101600" y="0"/>
                  </a:cubicBezTo>
                </a:path>
              </a:pathLst>
            </a:custGeom>
            <a:solidFill>
              <a:srgbClr val="00A3E0"/>
            </a:solidFill>
            <a:ln w="6390" cap="flat">
              <a:noFill/>
              <a:prstDash val="solid"/>
              <a:miter/>
            </a:ln>
          </p:spPr>
          <p:txBody>
            <a:bodyPr rtlCol="0" anchor="ctr"/>
            <a:lstStyle/>
            <a:p>
              <a:endParaRPr lang="en-US"/>
            </a:p>
          </p:txBody>
        </p:sp>
        <p:sp>
          <p:nvSpPr>
            <p:cNvPr id="794" name="Graphic 4">
              <a:extLst>
                <a:ext uri="{FF2B5EF4-FFF2-40B4-BE49-F238E27FC236}">
                  <a16:creationId xmlns:a16="http://schemas.microsoft.com/office/drawing/2014/main" id="{8125E51D-0F82-3E4C-8DBF-4DD82446A93B}"/>
                </a:ext>
              </a:extLst>
            </p:cNvPr>
            <p:cNvSpPr/>
            <p:nvPr/>
          </p:nvSpPr>
          <p:spPr>
            <a:xfrm>
              <a:off x="5196935" y="1990688"/>
              <a:ext cx="106711" cy="106612"/>
            </a:xfrm>
            <a:custGeom>
              <a:avLst/>
              <a:gdLst>
                <a:gd name="connsiteX0" fmla="*/ 106712 w 106711"/>
                <a:gd name="connsiteY0" fmla="*/ 50433 h 106612"/>
                <a:gd name="connsiteX1" fmla="*/ 67733 w 106711"/>
                <a:gd name="connsiteY1" fmla="*/ 11491 h 106612"/>
                <a:gd name="connsiteX2" fmla="*/ 11502 w 106711"/>
                <a:gd name="connsiteY2" fmla="*/ 11491 h 106612"/>
                <a:gd name="connsiteX3" fmla="*/ 11502 w 106711"/>
                <a:gd name="connsiteY3" fmla="*/ 67670 h 106612"/>
                <a:gd name="connsiteX4" fmla="*/ 50481 w 106711"/>
                <a:gd name="connsiteY4" fmla="*/ 106612 h 106612"/>
                <a:gd name="connsiteX5" fmla="*/ 106712 w 106711"/>
                <a:gd name="connsiteY5" fmla="*/ 50433 h 106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711" h="106612">
                  <a:moveTo>
                    <a:pt x="106712" y="50433"/>
                  </a:moveTo>
                  <a:lnTo>
                    <a:pt x="67733" y="11491"/>
                  </a:lnTo>
                  <a:cubicBezTo>
                    <a:pt x="52397" y="-3830"/>
                    <a:pt x="26838" y="-3830"/>
                    <a:pt x="11502" y="11491"/>
                  </a:cubicBezTo>
                  <a:cubicBezTo>
                    <a:pt x="-3834" y="26813"/>
                    <a:pt x="-3834" y="52349"/>
                    <a:pt x="11502" y="67670"/>
                  </a:cubicBezTo>
                  <a:lnTo>
                    <a:pt x="50481" y="106612"/>
                  </a:lnTo>
                  <a:lnTo>
                    <a:pt x="106712" y="50433"/>
                  </a:lnTo>
                  <a:close/>
                </a:path>
              </a:pathLst>
            </a:custGeom>
            <a:solidFill>
              <a:srgbClr val="00A3E0"/>
            </a:solidFill>
            <a:ln w="6390" cap="flat">
              <a:noFill/>
              <a:prstDash val="solid"/>
              <a:miter/>
            </a:ln>
          </p:spPr>
          <p:txBody>
            <a:bodyPr rtlCol="0" anchor="ctr"/>
            <a:lstStyle/>
            <a:p>
              <a:endParaRPr lang="en-US"/>
            </a:p>
          </p:txBody>
        </p:sp>
        <p:sp>
          <p:nvSpPr>
            <p:cNvPr id="795" name="Graphic 4">
              <a:extLst>
                <a:ext uri="{FF2B5EF4-FFF2-40B4-BE49-F238E27FC236}">
                  <a16:creationId xmlns:a16="http://schemas.microsoft.com/office/drawing/2014/main" id="{D811CD01-45CA-CB47-BAD2-BB67A8E2F348}"/>
                </a:ext>
              </a:extLst>
            </p:cNvPr>
            <p:cNvSpPr/>
            <p:nvPr/>
          </p:nvSpPr>
          <p:spPr>
            <a:xfrm>
              <a:off x="5292145" y="2141988"/>
              <a:ext cx="63260" cy="15321"/>
            </a:xfrm>
            <a:custGeom>
              <a:avLst/>
              <a:gdLst>
                <a:gd name="connsiteX0" fmla="*/ 0 w 63260"/>
                <a:gd name="connsiteY0" fmla="*/ 0 h 15321"/>
                <a:gd name="connsiteX1" fmla="*/ 3834 w 63260"/>
                <a:gd name="connsiteY1" fmla="*/ 3830 h 15321"/>
                <a:gd name="connsiteX2" fmla="*/ 60065 w 63260"/>
                <a:gd name="connsiteY2" fmla="*/ 3830 h 15321"/>
                <a:gd name="connsiteX3" fmla="*/ 63260 w 63260"/>
                <a:gd name="connsiteY3" fmla="*/ 0 h 15321"/>
                <a:gd name="connsiteX4" fmla="*/ 0 w 63260"/>
                <a:gd name="connsiteY4" fmla="*/ 0 h 1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260" h="15321">
                  <a:moveTo>
                    <a:pt x="0" y="0"/>
                  </a:moveTo>
                  <a:lnTo>
                    <a:pt x="3834" y="3830"/>
                  </a:lnTo>
                  <a:cubicBezTo>
                    <a:pt x="19170" y="19152"/>
                    <a:pt x="44730" y="19152"/>
                    <a:pt x="60065" y="3830"/>
                  </a:cubicBezTo>
                  <a:cubicBezTo>
                    <a:pt x="61343" y="2554"/>
                    <a:pt x="61982" y="1277"/>
                    <a:pt x="63260" y="0"/>
                  </a:cubicBezTo>
                  <a:lnTo>
                    <a:pt x="0" y="0"/>
                  </a:lnTo>
                  <a:close/>
                </a:path>
              </a:pathLst>
            </a:custGeom>
            <a:solidFill>
              <a:srgbClr val="00A3E0"/>
            </a:solidFill>
            <a:ln w="6390" cap="flat">
              <a:noFill/>
              <a:prstDash val="solid"/>
              <a:miter/>
            </a:ln>
          </p:spPr>
          <p:txBody>
            <a:bodyPr rtlCol="0" anchor="ctr"/>
            <a:lstStyle/>
            <a:p>
              <a:endParaRPr lang="en-US"/>
            </a:p>
          </p:txBody>
        </p:sp>
        <p:sp>
          <p:nvSpPr>
            <p:cNvPr id="796" name="Graphic 4">
              <a:extLst>
                <a:ext uri="{FF2B5EF4-FFF2-40B4-BE49-F238E27FC236}">
                  <a16:creationId xmlns:a16="http://schemas.microsoft.com/office/drawing/2014/main" id="{A68F2ED2-2B86-704C-9035-36354363F83F}"/>
                </a:ext>
              </a:extLst>
            </p:cNvPr>
            <p:cNvSpPr/>
            <p:nvPr/>
          </p:nvSpPr>
          <p:spPr>
            <a:xfrm>
              <a:off x="5099808" y="1893013"/>
              <a:ext cx="361670" cy="361333"/>
            </a:xfrm>
            <a:custGeom>
              <a:avLst/>
              <a:gdLst>
                <a:gd name="connsiteX0" fmla="*/ 261349 w 361670"/>
                <a:gd name="connsiteY0" fmla="*/ 261105 h 361333"/>
                <a:gd name="connsiteX1" fmla="*/ 224287 w 361670"/>
                <a:gd name="connsiteY1" fmla="*/ 276427 h 361333"/>
                <a:gd name="connsiteX2" fmla="*/ 187225 w 361670"/>
                <a:gd name="connsiteY2" fmla="*/ 261105 h 361333"/>
                <a:gd name="connsiteX3" fmla="*/ 143774 w 361670"/>
                <a:gd name="connsiteY3" fmla="*/ 217694 h 361333"/>
                <a:gd name="connsiteX4" fmla="*/ 100322 w 361670"/>
                <a:gd name="connsiteY4" fmla="*/ 174283 h 361333"/>
                <a:gd name="connsiteX5" fmla="*/ 100322 w 361670"/>
                <a:gd name="connsiteY5" fmla="*/ 100229 h 361333"/>
                <a:gd name="connsiteX6" fmla="*/ 174446 w 361670"/>
                <a:gd name="connsiteY6" fmla="*/ 100229 h 361333"/>
                <a:gd name="connsiteX7" fmla="*/ 217897 w 361670"/>
                <a:gd name="connsiteY7" fmla="*/ 143640 h 361333"/>
                <a:gd name="connsiteX8" fmla="*/ 261349 w 361670"/>
                <a:gd name="connsiteY8" fmla="*/ 187051 h 361333"/>
                <a:gd name="connsiteX9" fmla="*/ 261349 w 361670"/>
                <a:gd name="connsiteY9" fmla="*/ 261105 h 361333"/>
                <a:gd name="connsiteX10" fmla="*/ 180836 w 361670"/>
                <a:gd name="connsiteY10" fmla="*/ 0 h 361333"/>
                <a:gd name="connsiteX11" fmla="*/ 0 w 361670"/>
                <a:gd name="connsiteY11" fmla="*/ 180667 h 361333"/>
                <a:gd name="connsiteX12" fmla="*/ 180836 w 361670"/>
                <a:gd name="connsiteY12" fmla="*/ 361333 h 361333"/>
                <a:gd name="connsiteX13" fmla="*/ 361671 w 361670"/>
                <a:gd name="connsiteY13" fmla="*/ 180667 h 361333"/>
                <a:gd name="connsiteX14" fmla="*/ 180836 w 361670"/>
                <a:gd name="connsiteY14"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1670" h="361333">
                  <a:moveTo>
                    <a:pt x="261349" y="261105"/>
                  </a:moveTo>
                  <a:cubicBezTo>
                    <a:pt x="251125" y="271319"/>
                    <a:pt x="237706" y="276427"/>
                    <a:pt x="224287" y="276427"/>
                  </a:cubicBezTo>
                  <a:cubicBezTo>
                    <a:pt x="210868" y="276427"/>
                    <a:pt x="197449" y="271319"/>
                    <a:pt x="187225" y="261105"/>
                  </a:cubicBezTo>
                  <a:lnTo>
                    <a:pt x="143774" y="217694"/>
                  </a:lnTo>
                  <a:lnTo>
                    <a:pt x="100322" y="174283"/>
                  </a:lnTo>
                  <a:cubicBezTo>
                    <a:pt x="79874" y="153854"/>
                    <a:pt x="79874" y="120657"/>
                    <a:pt x="100322" y="100229"/>
                  </a:cubicBezTo>
                  <a:cubicBezTo>
                    <a:pt x="120770" y="79800"/>
                    <a:pt x="153998" y="79800"/>
                    <a:pt x="174446" y="100229"/>
                  </a:cubicBezTo>
                  <a:lnTo>
                    <a:pt x="217897" y="143640"/>
                  </a:lnTo>
                  <a:lnTo>
                    <a:pt x="261349" y="187051"/>
                  </a:lnTo>
                  <a:cubicBezTo>
                    <a:pt x="281796" y="207479"/>
                    <a:pt x="281796" y="240676"/>
                    <a:pt x="261349" y="261105"/>
                  </a:cubicBezTo>
                  <a:moveTo>
                    <a:pt x="180836" y="0"/>
                  </a:moveTo>
                  <a:cubicBezTo>
                    <a:pt x="80513" y="0"/>
                    <a:pt x="0" y="81077"/>
                    <a:pt x="0" y="180667"/>
                  </a:cubicBezTo>
                  <a:cubicBezTo>
                    <a:pt x="0" y="280895"/>
                    <a:pt x="81152" y="361333"/>
                    <a:pt x="180836" y="361333"/>
                  </a:cubicBezTo>
                  <a:cubicBezTo>
                    <a:pt x="281157" y="361333"/>
                    <a:pt x="361671" y="280257"/>
                    <a:pt x="361671" y="180667"/>
                  </a:cubicBezTo>
                  <a:cubicBezTo>
                    <a:pt x="361671" y="81077"/>
                    <a:pt x="280518" y="0"/>
                    <a:pt x="180836" y="0"/>
                  </a:cubicBezTo>
                </a:path>
              </a:pathLst>
            </a:custGeom>
            <a:solidFill>
              <a:srgbClr val="00A3E0"/>
            </a:solidFill>
            <a:ln w="6390" cap="flat">
              <a:noFill/>
              <a:prstDash val="solid"/>
              <a:miter/>
            </a:ln>
          </p:spPr>
          <p:txBody>
            <a:bodyPr rtlCol="0" anchor="ctr"/>
            <a:lstStyle/>
            <a:p>
              <a:endParaRPr lang="en-US"/>
            </a:p>
          </p:txBody>
        </p:sp>
      </p:grpSp>
      <p:grpSp>
        <p:nvGrpSpPr>
          <p:cNvPr id="797" name="Graphic 4">
            <a:extLst>
              <a:ext uri="{FF2B5EF4-FFF2-40B4-BE49-F238E27FC236}">
                <a16:creationId xmlns:a16="http://schemas.microsoft.com/office/drawing/2014/main" id="{72268FE9-5916-CB47-B96E-FF4F48C4B61D}"/>
              </a:ext>
            </a:extLst>
          </p:cNvPr>
          <p:cNvGrpSpPr/>
          <p:nvPr/>
        </p:nvGrpSpPr>
        <p:grpSpPr>
          <a:xfrm>
            <a:off x="5462638" y="3339623"/>
            <a:ext cx="361670" cy="361333"/>
            <a:chOff x="5099808" y="3339623"/>
            <a:chExt cx="361670" cy="361333"/>
          </a:xfrm>
          <a:solidFill>
            <a:srgbClr val="00A3E0"/>
          </a:solidFill>
        </p:grpSpPr>
        <p:sp>
          <p:nvSpPr>
            <p:cNvPr id="798" name="Graphic 4">
              <a:extLst>
                <a:ext uri="{FF2B5EF4-FFF2-40B4-BE49-F238E27FC236}">
                  <a16:creationId xmlns:a16="http://schemas.microsoft.com/office/drawing/2014/main" id="{41A03A30-C7C3-6245-8530-979E0029B308}"/>
                </a:ext>
              </a:extLst>
            </p:cNvPr>
            <p:cNvSpPr/>
            <p:nvPr/>
          </p:nvSpPr>
          <p:spPr>
            <a:xfrm>
              <a:off x="5210993" y="3452620"/>
              <a:ext cx="116296" cy="115549"/>
            </a:xfrm>
            <a:custGeom>
              <a:avLst/>
              <a:gdLst>
                <a:gd name="connsiteX0" fmla="*/ 116297 w 116296"/>
                <a:gd name="connsiteY0" fmla="*/ 102144 h 115549"/>
                <a:gd name="connsiteX1" fmla="*/ 109907 w 116296"/>
                <a:gd name="connsiteY1" fmla="*/ 95760 h 115549"/>
                <a:gd name="connsiteX2" fmla="*/ 109907 w 116296"/>
                <a:gd name="connsiteY2" fmla="*/ 86822 h 115549"/>
                <a:gd name="connsiteX3" fmla="*/ 116297 w 116296"/>
                <a:gd name="connsiteY3" fmla="*/ 80438 h 115549"/>
                <a:gd name="connsiteX4" fmla="*/ 102878 w 116296"/>
                <a:gd name="connsiteY4" fmla="*/ 67032 h 115549"/>
                <a:gd name="connsiteX5" fmla="*/ 90737 w 116296"/>
                <a:gd name="connsiteY5" fmla="*/ 79161 h 115549"/>
                <a:gd name="connsiteX6" fmla="*/ 86264 w 116296"/>
                <a:gd name="connsiteY6" fmla="*/ 81077 h 115549"/>
                <a:gd name="connsiteX7" fmla="*/ 81791 w 116296"/>
                <a:gd name="connsiteY7" fmla="*/ 79161 h 115549"/>
                <a:gd name="connsiteX8" fmla="*/ 81791 w 116296"/>
                <a:gd name="connsiteY8" fmla="*/ 70224 h 115549"/>
                <a:gd name="connsiteX9" fmla="*/ 93932 w 116296"/>
                <a:gd name="connsiteY9" fmla="*/ 58094 h 115549"/>
                <a:gd name="connsiteX10" fmla="*/ 80513 w 116296"/>
                <a:gd name="connsiteY10" fmla="*/ 44688 h 115549"/>
                <a:gd name="connsiteX11" fmla="*/ 68372 w 116296"/>
                <a:gd name="connsiteY11" fmla="*/ 56817 h 115549"/>
                <a:gd name="connsiteX12" fmla="*/ 63899 w 116296"/>
                <a:gd name="connsiteY12" fmla="*/ 58733 h 115549"/>
                <a:gd name="connsiteX13" fmla="*/ 59426 w 116296"/>
                <a:gd name="connsiteY13" fmla="*/ 56817 h 115549"/>
                <a:gd name="connsiteX14" fmla="*/ 59426 w 116296"/>
                <a:gd name="connsiteY14" fmla="*/ 47880 h 115549"/>
                <a:gd name="connsiteX15" fmla="*/ 71567 w 116296"/>
                <a:gd name="connsiteY15" fmla="*/ 35750 h 115549"/>
                <a:gd name="connsiteX16" fmla="*/ 58148 w 116296"/>
                <a:gd name="connsiteY16" fmla="*/ 22344 h 115549"/>
                <a:gd name="connsiteX17" fmla="*/ 46008 w 116296"/>
                <a:gd name="connsiteY17" fmla="*/ 34473 h 115549"/>
                <a:gd name="connsiteX18" fmla="*/ 41535 w 116296"/>
                <a:gd name="connsiteY18" fmla="*/ 36389 h 115549"/>
                <a:gd name="connsiteX19" fmla="*/ 37062 w 116296"/>
                <a:gd name="connsiteY19" fmla="*/ 34473 h 115549"/>
                <a:gd name="connsiteX20" fmla="*/ 37062 w 116296"/>
                <a:gd name="connsiteY20" fmla="*/ 25536 h 115549"/>
                <a:gd name="connsiteX21" fmla="*/ 49203 w 116296"/>
                <a:gd name="connsiteY21" fmla="*/ 13406 h 115549"/>
                <a:gd name="connsiteX22" fmla="*/ 35783 w 116296"/>
                <a:gd name="connsiteY22" fmla="*/ 0 h 115549"/>
                <a:gd name="connsiteX23" fmla="*/ 17892 w 116296"/>
                <a:gd name="connsiteY23" fmla="*/ 17875 h 115549"/>
                <a:gd name="connsiteX24" fmla="*/ 0 w 116296"/>
                <a:gd name="connsiteY24" fmla="*/ 35750 h 115549"/>
                <a:gd name="connsiteX25" fmla="*/ 79874 w 116296"/>
                <a:gd name="connsiteY25" fmla="*/ 115550 h 115549"/>
                <a:gd name="connsiteX26" fmla="*/ 86264 w 116296"/>
                <a:gd name="connsiteY26" fmla="*/ 109166 h 115549"/>
                <a:gd name="connsiteX27" fmla="*/ 90737 w 116296"/>
                <a:gd name="connsiteY27" fmla="*/ 107251 h 115549"/>
                <a:gd name="connsiteX28" fmla="*/ 95210 w 116296"/>
                <a:gd name="connsiteY28" fmla="*/ 109166 h 115549"/>
                <a:gd name="connsiteX29" fmla="*/ 101600 w 116296"/>
                <a:gd name="connsiteY29" fmla="*/ 115550 h 115549"/>
                <a:gd name="connsiteX30" fmla="*/ 116297 w 116296"/>
                <a:gd name="connsiteY30" fmla="*/ 102144 h 115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6296" h="115549">
                  <a:moveTo>
                    <a:pt x="116297" y="102144"/>
                  </a:moveTo>
                  <a:lnTo>
                    <a:pt x="109907" y="95760"/>
                  </a:lnTo>
                  <a:cubicBezTo>
                    <a:pt x="107351" y="93206"/>
                    <a:pt x="107351" y="89376"/>
                    <a:pt x="109907" y="86822"/>
                  </a:cubicBezTo>
                  <a:lnTo>
                    <a:pt x="116297" y="80438"/>
                  </a:lnTo>
                  <a:lnTo>
                    <a:pt x="102878" y="67032"/>
                  </a:lnTo>
                  <a:lnTo>
                    <a:pt x="90737" y="79161"/>
                  </a:lnTo>
                  <a:cubicBezTo>
                    <a:pt x="89459" y="80438"/>
                    <a:pt x="87542" y="81077"/>
                    <a:pt x="86264" y="81077"/>
                  </a:cubicBezTo>
                  <a:cubicBezTo>
                    <a:pt x="84986" y="81077"/>
                    <a:pt x="83069" y="80438"/>
                    <a:pt x="81791" y="79161"/>
                  </a:cubicBezTo>
                  <a:cubicBezTo>
                    <a:pt x="79235" y="76608"/>
                    <a:pt x="79235" y="72777"/>
                    <a:pt x="81791" y="70224"/>
                  </a:cubicBezTo>
                  <a:lnTo>
                    <a:pt x="93932" y="58094"/>
                  </a:lnTo>
                  <a:lnTo>
                    <a:pt x="80513" y="44688"/>
                  </a:lnTo>
                  <a:lnTo>
                    <a:pt x="68372" y="56817"/>
                  </a:lnTo>
                  <a:cubicBezTo>
                    <a:pt x="67094" y="58094"/>
                    <a:pt x="65177" y="58733"/>
                    <a:pt x="63899" y="58733"/>
                  </a:cubicBezTo>
                  <a:cubicBezTo>
                    <a:pt x="62621" y="58733"/>
                    <a:pt x="60704" y="58094"/>
                    <a:pt x="59426" y="56817"/>
                  </a:cubicBezTo>
                  <a:cubicBezTo>
                    <a:pt x="56871" y="54264"/>
                    <a:pt x="56871" y="50433"/>
                    <a:pt x="59426" y="47880"/>
                  </a:cubicBezTo>
                  <a:lnTo>
                    <a:pt x="71567" y="35750"/>
                  </a:lnTo>
                  <a:lnTo>
                    <a:pt x="58148" y="22344"/>
                  </a:lnTo>
                  <a:lnTo>
                    <a:pt x="46008" y="34473"/>
                  </a:lnTo>
                  <a:cubicBezTo>
                    <a:pt x="44730" y="35750"/>
                    <a:pt x="42813" y="36389"/>
                    <a:pt x="41535" y="36389"/>
                  </a:cubicBezTo>
                  <a:cubicBezTo>
                    <a:pt x="39618" y="36389"/>
                    <a:pt x="38340" y="35750"/>
                    <a:pt x="37062" y="34473"/>
                  </a:cubicBezTo>
                  <a:cubicBezTo>
                    <a:pt x="34506" y="31920"/>
                    <a:pt x="34506" y="28089"/>
                    <a:pt x="37062" y="25536"/>
                  </a:cubicBezTo>
                  <a:lnTo>
                    <a:pt x="49203" y="13406"/>
                  </a:lnTo>
                  <a:lnTo>
                    <a:pt x="35783" y="0"/>
                  </a:lnTo>
                  <a:lnTo>
                    <a:pt x="17892" y="17875"/>
                  </a:lnTo>
                  <a:lnTo>
                    <a:pt x="0" y="35750"/>
                  </a:lnTo>
                  <a:lnTo>
                    <a:pt x="79874" y="115550"/>
                  </a:lnTo>
                  <a:lnTo>
                    <a:pt x="86264" y="109166"/>
                  </a:lnTo>
                  <a:cubicBezTo>
                    <a:pt x="87542" y="107889"/>
                    <a:pt x="88820" y="107251"/>
                    <a:pt x="90737" y="107251"/>
                  </a:cubicBezTo>
                  <a:cubicBezTo>
                    <a:pt x="92654" y="107251"/>
                    <a:pt x="93932" y="107889"/>
                    <a:pt x="95210" y="109166"/>
                  </a:cubicBezTo>
                  <a:lnTo>
                    <a:pt x="101600" y="115550"/>
                  </a:lnTo>
                  <a:lnTo>
                    <a:pt x="116297" y="102144"/>
                  </a:lnTo>
                  <a:close/>
                </a:path>
              </a:pathLst>
            </a:custGeom>
            <a:solidFill>
              <a:srgbClr val="00A3E0"/>
            </a:solidFill>
            <a:ln w="6390" cap="flat">
              <a:noFill/>
              <a:prstDash val="solid"/>
              <a:miter/>
            </a:ln>
          </p:spPr>
          <p:txBody>
            <a:bodyPr rtlCol="0" anchor="ctr"/>
            <a:lstStyle/>
            <a:p>
              <a:endParaRPr lang="en-US"/>
            </a:p>
          </p:txBody>
        </p:sp>
        <p:sp>
          <p:nvSpPr>
            <p:cNvPr id="799" name="Graphic 4">
              <a:extLst>
                <a:ext uri="{FF2B5EF4-FFF2-40B4-BE49-F238E27FC236}">
                  <a16:creationId xmlns:a16="http://schemas.microsoft.com/office/drawing/2014/main" id="{748066FC-EBDE-FB47-A08C-CABA37DD7534}"/>
                </a:ext>
              </a:extLst>
            </p:cNvPr>
            <p:cNvSpPr/>
            <p:nvPr/>
          </p:nvSpPr>
          <p:spPr>
            <a:xfrm>
              <a:off x="5099808" y="3339623"/>
              <a:ext cx="361670" cy="361333"/>
            </a:xfrm>
            <a:custGeom>
              <a:avLst/>
              <a:gdLst>
                <a:gd name="connsiteX0" fmla="*/ 279240 w 361670"/>
                <a:gd name="connsiteY0" fmla="*/ 279618 h 361333"/>
                <a:gd name="connsiteX1" fmla="*/ 274767 w 361670"/>
                <a:gd name="connsiteY1" fmla="*/ 281533 h 361333"/>
                <a:gd name="connsiteX2" fmla="*/ 270295 w 361670"/>
                <a:gd name="connsiteY2" fmla="*/ 279618 h 361333"/>
                <a:gd name="connsiteX3" fmla="*/ 225565 w 361670"/>
                <a:gd name="connsiteY3" fmla="*/ 234930 h 361333"/>
                <a:gd name="connsiteX4" fmla="*/ 219175 w 361670"/>
                <a:gd name="connsiteY4" fmla="*/ 241314 h 361333"/>
                <a:gd name="connsiteX5" fmla="*/ 214702 w 361670"/>
                <a:gd name="connsiteY5" fmla="*/ 243230 h 361333"/>
                <a:gd name="connsiteX6" fmla="*/ 210229 w 361670"/>
                <a:gd name="connsiteY6" fmla="*/ 241314 h 361333"/>
                <a:gd name="connsiteX7" fmla="*/ 203839 w 361670"/>
                <a:gd name="connsiteY7" fmla="*/ 234930 h 361333"/>
                <a:gd name="connsiteX8" fmla="*/ 197449 w 361670"/>
                <a:gd name="connsiteY8" fmla="*/ 241314 h 361333"/>
                <a:gd name="connsiteX9" fmla="*/ 192976 w 361670"/>
                <a:gd name="connsiteY9" fmla="*/ 243230 h 361333"/>
                <a:gd name="connsiteX10" fmla="*/ 188503 w 361670"/>
                <a:gd name="connsiteY10" fmla="*/ 241314 h 361333"/>
                <a:gd name="connsiteX11" fmla="*/ 99683 w 361670"/>
                <a:gd name="connsiteY11" fmla="*/ 152577 h 361333"/>
                <a:gd name="connsiteX12" fmla="*/ 98405 w 361670"/>
                <a:gd name="connsiteY12" fmla="*/ 150662 h 361333"/>
                <a:gd name="connsiteX13" fmla="*/ 98405 w 361670"/>
                <a:gd name="connsiteY13" fmla="*/ 145555 h 361333"/>
                <a:gd name="connsiteX14" fmla="*/ 99683 w 361670"/>
                <a:gd name="connsiteY14" fmla="*/ 143640 h 361333"/>
                <a:gd name="connsiteX15" fmla="*/ 117575 w 361670"/>
                <a:gd name="connsiteY15" fmla="*/ 125765 h 361333"/>
                <a:gd name="connsiteX16" fmla="*/ 104156 w 361670"/>
                <a:gd name="connsiteY16" fmla="*/ 112358 h 361333"/>
                <a:gd name="connsiteX17" fmla="*/ 92015 w 361670"/>
                <a:gd name="connsiteY17" fmla="*/ 124488 h 361333"/>
                <a:gd name="connsiteX18" fmla="*/ 87542 w 361670"/>
                <a:gd name="connsiteY18" fmla="*/ 126403 h 361333"/>
                <a:gd name="connsiteX19" fmla="*/ 83069 w 361670"/>
                <a:gd name="connsiteY19" fmla="*/ 124488 h 361333"/>
                <a:gd name="connsiteX20" fmla="*/ 83069 w 361670"/>
                <a:gd name="connsiteY20" fmla="*/ 115550 h 361333"/>
                <a:gd name="connsiteX21" fmla="*/ 116297 w 361670"/>
                <a:gd name="connsiteY21" fmla="*/ 82354 h 361333"/>
                <a:gd name="connsiteX22" fmla="*/ 125243 w 361670"/>
                <a:gd name="connsiteY22" fmla="*/ 82354 h 361333"/>
                <a:gd name="connsiteX23" fmla="*/ 125243 w 361670"/>
                <a:gd name="connsiteY23" fmla="*/ 91291 h 361333"/>
                <a:gd name="connsiteX24" fmla="*/ 113102 w 361670"/>
                <a:gd name="connsiteY24" fmla="*/ 103421 h 361333"/>
                <a:gd name="connsiteX25" fmla="*/ 126521 w 361670"/>
                <a:gd name="connsiteY25" fmla="*/ 116827 h 361333"/>
                <a:gd name="connsiteX26" fmla="*/ 144413 w 361670"/>
                <a:gd name="connsiteY26" fmla="*/ 98952 h 361333"/>
                <a:gd name="connsiteX27" fmla="*/ 153358 w 361670"/>
                <a:gd name="connsiteY27" fmla="*/ 98952 h 361333"/>
                <a:gd name="connsiteX28" fmla="*/ 242179 w 361670"/>
                <a:gd name="connsiteY28" fmla="*/ 187689 h 361333"/>
                <a:gd name="connsiteX29" fmla="*/ 242179 w 361670"/>
                <a:gd name="connsiteY29" fmla="*/ 196627 h 361333"/>
                <a:gd name="connsiteX30" fmla="*/ 235789 w 361670"/>
                <a:gd name="connsiteY30" fmla="*/ 203011 h 361333"/>
                <a:gd name="connsiteX31" fmla="*/ 242179 w 361670"/>
                <a:gd name="connsiteY31" fmla="*/ 209395 h 361333"/>
                <a:gd name="connsiteX32" fmla="*/ 242179 w 361670"/>
                <a:gd name="connsiteY32" fmla="*/ 218332 h 361333"/>
                <a:gd name="connsiteX33" fmla="*/ 235789 w 361670"/>
                <a:gd name="connsiteY33" fmla="*/ 224716 h 361333"/>
                <a:gd name="connsiteX34" fmla="*/ 280518 w 361670"/>
                <a:gd name="connsiteY34" fmla="*/ 269404 h 361333"/>
                <a:gd name="connsiteX35" fmla="*/ 279240 w 361670"/>
                <a:gd name="connsiteY35" fmla="*/ 279618 h 361333"/>
                <a:gd name="connsiteX36" fmla="*/ 180836 w 361670"/>
                <a:gd name="connsiteY36" fmla="*/ 0 h 361333"/>
                <a:gd name="connsiteX37" fmla="*/ 0 w 361670"/>
                <a:gd name="connsiteY37" fmla="*/ 180667 h 361333"/>
                <a:gd name="connsiteX38" fmla="*/ 180836 w 361670"/>
                <a:gd name="connsiteY38" fmla="*/ 361333 h 361333"/>
                <a:gd name="connsiteX39" fmla="*/ 361671 w 361670"/>
                <a:gd name="connsiteY39" fmla="*/ 180667 h 361333"/>
                <a:gd name="connsiteX40" fmla="*/ 180836 w 361670"/>
                <a:gd name="connsiteY40"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1670" h="361333">
                  <a:moveTo>
                    <a:pt x="279240" y="279618"/>
                  </a:moveTo>
                  <a:cubicBezTo>
                    <a:pt x="277962" y="280895"/>
                    <a:pt x="276045" y="281533"/>
                    <a:pt x="274767" y="281533"/>
                  </a:cubicBezTo>
                  <a:cubicBezTo>
                    <a:pt x="272850" y="281533"/>
                    <a:pt x="271572" y="280895"/>
                    <a:pt x="270295" y="279618"/>
                  </a:cubicBezTo>
                  <a:lnTo>
                    <a:pt x="225565" y="234930"/>
                  </a:lnTo>
                  <a:lnTo>
                    <a:pt x="219175" y="241314"/>
                  </a:lnTo>
                  <a:cubicBezTo>
                    <a:pt x="217897" y="242591"/>
                    <a:pt x="216619" y="243230"/>
                    <a:pt x="214702" y="243230"/>
                  </a:cubicBezTo>
                  <a:cubicBezTo>
                    <a:pt x="212785" y="243230"/>
                    <a:pt x="211507" y="242591"/>
                    <a:pt x="210229" y="241314"/>
                  </a:cubicBezTo>
                  <a:lnTo>
                    <a:pt x="203839" y="234930"/>
                  </a:lnTo>
                  <a:lnTo>
                    <a:pt x="197449" y="241314"/>
                  </a:lnTo>
                  <a:cubicBezTo>
                    <a:pt x="196171" y="242591"/>
                    <a:pt x="194254" y="243230"/>
                    <a:pt x="192976" y="243230"/>
                  </a:cubicBezTo>
                  <a:cubicBezTo>
                    <a:pt x="191059" y="243230"/>
                    <a:pt x="189781" y="242591"/>
                    <a:pt x="188503" y="241314"/>
                  </a:cubicBezTo>
                  <a:lnTo>
                    <a:pt x="99683" y="152577"/>
                  </a:lnTo>
                  <a:cubicBezTo>
                    <a:pt x="99044" y="151939"/>
                    <a:pt x="98405" y="151300"/>
                    <a:pt x="98405" y="150662"/>
                  </a:cubicBezTo>
                  <a:cubicBezTo>
                    <a:pt x="97766" y="149385"/>
                    <a:pt x="97766" y="147470"/>
                    <a:pt x="98405" y="145555"/>
                  </a:cubicBezTo>
                  <a:cubicBezTo>
                    <a:pt x="98405" y="144916"/>
                    <a:pt x="99044" y="144278"/>
                    <a:pt x="99683" y="143640"/>
                  </a:cubicBezTo>
                  <a:lnTo>
                    <a:pt x="117575" y="125765"/>
                  </a:lnTo>
                  <a:lnTo>
                    <a:pt x="104156" y="112358"/>
                  </a:lnTo>
                  <a:lnTo>
                    <a:pt x="92015" y="124488"/>
                  </a:lnTo>
                  <a:cubicBezTo>
                    <a:pt x="90737" y="125765"/>
                    <a:pt x="88820" y="126403"/>
                    <a:pt x="87542" y="126403"/>
                  </a:cubicBezTo>
                  <a:cubicBezTo>
                    <a:pt x="85625" y="126403"/>
                    <a:pt x="84347" y="125765"/>
                    <a:pt x="83069" y="124488"/>
                  </a:cubicBezTo>
                  <a:cubicBezTo>
                    <a:pt x="80513" y="121934"/>
                    <a:pt x="80513" y="118104"/>
                    <a:pt x="83069" y="115550"/>
                  </a:cubicBezTo>
                  <a:lnTo>
                    <a:pt x="116297" y="82354"/>
                  </a:lnTo>
                  <a:cubicBezTo>
                    <a:pt x="118853" y="79800"/>
                    <a:pt x="122687" y="79800"/>
                    <a:pt x="125243" y="82354"/>
                  </a:cubicBezTo>
                  <a:cubicBezTo>
                    <a:pt x="127799" y="84907"/>
                    <a:pt x="127799" y="88738"/>
                    <a:pt x="125243" y="91291"/>
                  </a:cubicBezTo>
                  <a:lnTo>
                    <a:pt x="113102" y="103421"/>
                  </a:lnTo>
                  <a:lnTo>
                    <a:pt x="126521" y="116827"/>
                  </a:lnTo>
                  <a:lnTo>
                    <a:pt x="144413" y="98952"/>
                  </a:lnTo>
                  <a:cubicBezTo>
                    <a:pt x="146969" y="96398"/>
                    <a:pt x="150803" y="96398"/>
                    <a:pt x="153358" y="98952"/>
                  </a:cubicBezTo>
                  <a:lnTo>
                    <a:pt x="242179" y="187689"/>
                  </a:lnTo>
                  <a:cubicBezTo>
                    <a:pt x="244735" y="190243"/>
                    <a:pt x="244735" y="194073"/>
                    <a:pt x="242179" y="196627"/>
                  </a:cubicBezTo>
                  <a:lnTo>
                    <a:pt x="235789" y="203011"/>
                  </a:lnTo>
                  <a:lnTo>
                    <a:pt x="242179" y="209395"/>
                  </a:lnTo>
                  <a:cubicBezTo>
                    <a:pt x="244735" y="211948"/>
                    <a:pt x="244735" y="215779"/>
                    <a:pt x="242179" y="218332"/>
                  </a:cubicBezTo>
                  <a:lnTo>
                    <a:pt x="235789" y="224716"/>
                  </a:lnTo>
                  <a:lnTo>
                    <a:pt x="280518" y="269404"/>
                  </a:lnTo>
                  <a:cubicBezTo>
                    <a:pt x="281157" y="272596"/>
                    <a:pt x="281157" y="277065"/>
                    <a:pt x="279240" y="279618"/>
                  </a:cubicBezTo>
                  <a:moveTo>
                    <a:pt x="180836" y="0"/>
                  </a:moveTo>
                  <a:cubicBezTo>
                    <a:pt x="80513" y="0"/>
                    <a:pt x="0" y="81077"/>
                    <a:pt x="0" y="180667"/>
                  </a:cubicBezTo>
                  <a:cubicBezTo>
                    <a:pt x="0" y="280895"/>
                    <a:pt x="81152" y="361333"/>
                    <a:pt x="180836" y="361333"/>
                  </a:cubicBezTo>
                  <a:cubicBezTo>
                    <a:pt x="281157" y="361333"/>
                    <a:pt x="361671" y="280257"/>
                    <a:pt x="361671" y="180667"/>
                  </a:cubicBezTo>
                  <a:cubicBezTo>
                    <a:pt x="361671" y="81077"/>
                    <a:pt x="280518" y="0"/>
                    <a:pt x="180836" y="0"/>
                  </a:cubicBezTo>
                </a:path>
              </a:pathLst>
            </a:custGeom>
            <a:solidFill>
              <a:srgbClr val="00A3E0"/>
            </a:solidFill>
            <a:ln w="6390" cap="flat">
              <a:noFill/>
              <a:prstDash val="solid"/>
              <a:miter/>
            </a:ln>
          </p:spPr>
          <p:txBody>
            <a:bodyPr rtlCol="0" anchor="ctr"/>
            <a:lstStyle/>
            <a:p>
              <a:endParaRPr lang="en-US"/>
            </a:p>
          </p:txBody>
        </p:sp>
      </p:grpSp>
      <p:grpSp>
        <p:nvGrpSpPr>
          <p:cNvPr id="800" name="Graphic 4">
            <a:extLst>
              <a:ext uri="{FF2B5EF4-FFF2-40B4-BE49-F238E27FC236}">
                <a16:creationId xmlns:a16="http://schemas.microsoft.com/office/drawing/2014/main" id="{26015B60-68F4-1441-9624-51AC424FBAEE}"/>
              </a:ext>
            </a:extLst>
          </p:cNvPr>
          <p:cNvGrpSpPr/>
          <p:nvPr/>
        </p:nvGrpSpPr>
        <p:grpSpPr>
          <a:xfrm>
            <a:off x="6509949" y="1893013"/>
            <a:ext cx="361670" cy="361333"/>
            <a:chOff x="6147119" y="1893013"/>
            <a:chExt cx="361670" cy="361333"/>
          </a:xfrm>
          <a:solidFill>
            <a:srgbClr val="00A3E0"/>
          </a:solidFill>
        </p:grpSpPr>
        <p:sp>
          <p:nvSpPr>
            <p:cNvPr id="801" name="Graphic 4">
              <a:extLst>
                <a:ext uri="{FF2B5EF4-FFF2-40B4-BE49-F238E27FC236}">
                  <a16:creationId xmlns:a16="http://schemas.microsoft.com/office/drawing/2014/main" id="{B43D4C3F-398C-234A-8DA8-EB984213FE67}"/>
                </a:ext>
              </a:extLst>
            </p:cNvPr>
            <p:cNvSpPr/>
            <p:nvPr/>
          </p:nvSpPr>
          <p:spPr>
            <a:xfrm>
              <a:off x="6147119" y="1893013"/>
              <a:ext cx="361670" cy="361333"/>
            </a:xfrm>
            <a:custGeom>
              <a:avLst/>
              <a:gdLst>
                <a:gd name="connsiteX0" fmla="*/ 283713 w 361670"/>
                <a:gd name="connsiteY0" fmla="*/ 167899 h 361333"/>
                <a:gd name="connsiteX1" fmla="*/ 279240 w 361670"/>
                <a:gd name="connsiteY1" fmla="*/ 169814 h 361333"/>
                <a:gd name="connsiteX2" fmla="*/ 274767 w 361670"/>
                <a:gd name="connsiteY2" fmla="*/ 167899 h 361333"/>
                <a:gd name="connsiteX3" fmla="*/ 267739 w 361670"/>
                <a:gd name="connsiteY3" fmla="*/ 160876 h 361333"/>
                <a:gd name="connsiteX4" fmla="*/ 249208 w 361670"/>
                <a:gd name="connsiteY4" fmla="*/ 179390 h 361333"/>
                <a:gd name="connsiteX5" fmla="*/ 249208 w 361670"/>
                <a:gd name="connsiteY5" fmla="*/ 179390 h 361333"/>
                <a:gd name="connsiteX6" fmla="*/ 155915 w 361670"/>
                <a:gd name="connsiteY6" fmla="*/ 272596 h 361333"/>
                <a:gd name="connsiteX7" fmla="*/ 122048 w 361670"/>
                <a:gd name="connsiteY7" fmla="*/ 286641 h 361333"/>
                <a:gd name="connsiteX8" fmla="*/ 88181 w 361670"/>
                <a:gd name="connsiteY8" fmla="*/ 272596 h 361333"/>
                <a:gd name="connsiteX9" fmla="*/ 88181 w 361670"/>
                <a:gd name="connsiteY9" fmla="*/ 205564 h 361333"/>
                <a:gd name="connsiteX10" fmla="*/ 200005 w 361670"/>
                <a:gd name="connsiteY10" fmla="*/ 93845 h 361333"/>
                <a:gd name="connsiteX11" fmla="*/ 192976 w 361670"/>
                <a:gd name="connsiteY11" fmla="*/ 86822 h 361333"/>
                <a:gd name="connsiteX12" fmla="*/ 192976 w 361670"/>
                <a:gd name="connsiteY12" fmla="*/ 77885 h 361333"/>
                <a:gd name="connsiteX13" fmla="*/ 201922 w 361670"/>
                <a:gd name="connsiteY13" fmla="*/ 77885 h 361333"/>
                <a:gd name="connsiteX14" fmla="*/ 213424 w 361670"/>
                <a:gd name="connsiteY14" fmla="*/ 89376 h 361333"/>
                <a:gd name="connsiteX15" fmla="*/ 213424 w 361670"/>
                <a:gd name="connsiteY15" fmla="*/ 89376 h 361333"/>
                <a:gd name="connsiteX16" fmla="*/ 213424 w 361670"/>
                <a:gd name="connsiteY16" fmla="*/ 89376 h 361333"/>
                <a:gd name="connsiteX17" fmla="*/ 283074 w 361670"/>
                <a:gd name="connsiteY17" fmla="*/ 158961 h 361333"/>
                <a:gd name="connsiteX18" fmla="*/ 283713 w 361670"/>
                <a:gd name="connsiteY18" fmla="*/ 167899 h 361333"/>
                <a:gd name="connsiteX19" fmla="*/ 180835 w 361670"/>
                <a:gd name="connsiteY19" fmla="*/ 0 h 361333"/>
                <a:gd name="connsiteX20" fmla="*/ 0 w 361670"/>
                <a:gd name="connsiteY20" fmla="*/ 180667 h 361333"/>
                <a:gd name="connsiteX21" fmla="*/ 180835 w 361670"/>
                <a:gd name="connsiteY21" fmla="*/ 361333 h 361333"/>
                <a:gd name="connsiteX22" fmla="*/ 361670 w 361670"/>
                <a:gd name="connsiteY22" fmla="*/ 180667 h 361333"/>
                <a:gd name="connsiteX23" fmla="*/ 180835 w 361670"/>
                <a:gd name="connsiteY23"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1670" h="361333">
                  <a:moveTo>
                    <a:pt x="283713" y="167899"/>
                  </a:moveTo>
                  <a:cubicBezTo>
                    <a:pt x="282435" y="169176"/>
                    <a:pt x="280518" y="169814"/>
                    <a:pt x="279240" y="169814"/>
                  </a:cubicBezTo>
                  <a:cubicBezTo>
                    <a:pt x="277323" y="169814"/>
                    <a:pt x="276045" y="169176"/>
                    <a:pt x="274767" y="167899"/>
                  </a:cubicBezTo>
                  <a:lnTo>
                    <a:pt x="267739" y="160876"/>
                  </a:lnTo>
                  <a:lnTo>
                    <a:pt x="249208" y="179390"/>
                  </a:lnTo>
                  <a:lnTo>
                    <a:pt x="249208" y="179390"/>
                  </a:lnTo>
                  <a:lnTo>
                    <a:pt x="155915" y="272596"/>
                  </a:lnTo>
                  <a:cubicBezTo>
                    <a:pt x="146969" y="281534"/>
                    <a:pt x="134828" y="286641"/>
                    <a:pt x="122048" y="286641"/>
                  </a:cubicBezTo>
                  <a:cubicBezTo>
                    <a:pt x="109268" y="286641"/>
                    <a:pt x="97766" y="282172"/>
                    <a:pt x="88181" y="272596"/>
                  </a:cubicBezTo>
                  <a:cubicBezTo>
                    <a:pt x="69650" y="254083"/>
                    <a:pt x="69650" y="224078"/>
                    <a:pt x="88181" y="205564"/>
                  </a:cubicBezTo>
                  <a:lnTo>
                    <a:pt x="200005" y="93845"/>
                  </a:lnTo>
                  <a:lnTo>
                    <a:pt x="192976" y="86822"/>
                  </a:lnTo>
                  <a:cubicBezTo>
                    <a:pt x="190420" y="84269"/>
                    <a:pt x="190420" y="80438"/>
                    <a:pt x="192976" y="77885"/>
                  </a:cubicBezTo>
                  <a:cubicBezTo>
                    <a:pt x="195532" y="75331"/>
                    <a:pt x="199366" y="75331"/>
                    <a:pt x="201922" y="77885"/>
                  </a:cubicBezTo>
                  <a:lnTo>
                    <a:pt x="213424" y="89376"/>
                  </a:lnTo>
                  <a:cubicBezTo>
                    <a:pt x="213424" y="89376"/>
                    <a:pt x="213424" y="89376"/>
                    <a:pt x="213424" y="89376"/>
                  </a:cubicBezTo>
                  <a:cubicBezTo>
                    <a:pt x="213424" y="89376"/>
                    <a:pt x="213424" y="89376"/>
                    <a:pt x="213424" y="89376"/>
                  </a:cubicBezTo>
                  <a:lnTo>
                    <a:pt x="283074" y="158961"/>
                  </a:lnTo>
                  <a:cubicBezTo>
                    <a:pt x="286269" y="161515"/>
                    <a:pt x="286269" y="165345"/>
                    <a:pt x="283713" y="167899"/>
                  </a:cubicBezTo>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path>
              </a:pathLst>
            </a:custGeom>
            <a:solidFill>
              <a:srgbClr val="00A3E0"/>
            </a:solidFill>
            <a:ln w="6390" cap="flat">
              <a:noFill/>
              <a:prstDash val="solid"/>
              <a:miter/>
            </a:ln>
          </p:spPr>
          <p:txBody>
            <a:bodyPr rtlCol="0" anchor="ctr"/>
            <a:lstStyle/>
            <a:p>
              <a:endParaRPr lang="en-US"/>
            </a:p>
          </p:txBody>
        </p:sp>
        <p:sp>
          <p:nvSpPr>
            <p:cNvPr id="802" name="Graphic 4">
              <a:extLst>
                <a:ext uri="{FF2B5EF4-FFF2-40B4-BE49-F238E27FC236}">
                  <a16:creationId xmlns:a16="http://schemas.microsoft.com/office/drawing/2014/main" id="{E0BC48B8-7A92-0342-B7FA-350E4EE0350B}"/>
                </a:ext>
              </a:extLst>
            </p:cNvPr>
            <p:cNvSpPr/>
            <p:nvPr/>
          </p:nvSpPr>
          <p:spPr>
            <a:xfrm>
              <a:off x="6290893" y="1995795"/>
              <a:ext cx="115018" cy="65754"/>
            </a:xfrm>
            <a:custGeom>
              <a:avLst/>
              <a:gdLst>
                <a:gd name="connsiteX0" fmla="*/ 0 w 115018"/>
                <a:gd name="connsiteY0" fmla="*/ 65755 h 65754"/>
                <a:gd name="connsiteX1" fmla="*/ 98405 w 115018"/>
                <a:gd name="connsiteY1" fmla="*/ 65755 h 65754"/>
                <a:gd name="connsiteX2" fmla="*/ 115019 w 115018"/>
                <a:gd name="connsiteY2" fmla="*/ 49157 h 65754"/>
                <a:gd name="connsiteX3" fmla="*/ 65816 w 115018"/>
                <a:gd name="connsiteY3" fmla="*/ 0 h 65754"/>
              </a:gdLst>
              <a:ahLst/>
              <a:cxnLst>
                <a:cxn ang="0">
                  <a:pos x="connsiteX0" y="connsiteY0"/>
                </a:cxn>
                <a:cxn ang="0">
                  <a:pos x="connsiteX1" y="connsiteY1"/>
                </a:cxn>
                <a:cxn ang="0">
                  <a:pos x="connsiteX2" y="connsiteY2"/>
                </a:cxn>
                <a:cxn ang="0">
                  <a:pos x="connsiteX3" y="connsiteY3"/>
                </a:cxn>
              </a:cxnLst>
              <a:rect l="l" t="t" r="r" b="b"/>
              <a:pathLst>
                <a:path w="115018" h="65754">
                  <a:moveTo>
                    <a:pt x="0" y="65755"/>
                  </a:moveTo>
                  <a:lnTo>
                    <a:pt x="98405" y="65755"/>
                  </a:lnTo>
                  <a:lnTo>
                    <a:pt x="115019" y="49157"/>
                  </a:lnTo>
                  <a:lnTo>
                    <a:pt x="65816" y="0"/>
                  </a:lnTo>
                  <a:close/>
                </a:path>
              </a:pathLst>
            </a:custGeom>
            <a:solidFill>
              <a:srgbClr val="00A3E0"/>
            </a:solidFill>
            <a:ln w="6390" cap="flat">
              <a:noFill/>
              <a:prstDash val="solid"/>
              <a:miter/>
            </a:ln>
          </p:spPr>
          <p:txBody>
            <a:bodyPr rtlCol="0" anchor="ctr"/>
            <a:lstStyle/>
            <a:p>
              <a:endParaRPr lang="en-US"/>
            </a:p>
          </p:txBody>
        </p:sp>
        <p:sp>
          <p:nvSpPr>
            <p:cNvPr id="803" name="Graphic 4">
              <a:extLst>
                <a:ext uri="{FF2B5EF4-FFF2-40B4-BE49-F238E27FC236}">
                  <a16:creationId xmlns:a16="http://schemas.microsoft.com/office/drawing/2014/main" id="{822BAAF4-B2D5-9E45-8D81-C596CF362750}"/>
                </a:ext>
              </a:extLst>
            </p:cNvPr>
            <p:cNvSpPr/>
            <p:nvPr/>
          </p:nvSpPr>
          <p:spPr>
            <a:xfrm>
              <a:off x="6234821" y="2074318"/>
              <a:ext cx="141696" cy="92408"/>
            </a:xfrm>
            <a:custGeom>
              <a:avLst/>
              <a:gdLst>
                <a:gd name="connsiteX0" fmla="*/ 43292 w 141696"/>
                <a:gd name="connsiteY0" fmla="*/ 0 h 92408"/>
                <a:gd name="connsiteX1" fmla="*/ 10064 w 141696"/>
                <a:gd name="connsiteY1" fmla="*/ 33197 h 92408"/>
                <a:gd name="connsiteX2" fmla="*/ 10064 w 141696"/>
                <a:gd name="connsiteY2" fmla="*/ 82354 h 92408"/>
                <a:gd name="connsiteX3" fmla="*/ 59267 w 141696"/>
                <a:gd name="connsiteY3" fmla="*/ 82354 h 92408"/>
                <a:gd name="connsiteX4" fmla="*/ 141697 w 141696"/>
                <a:gd name="connsiteY4" fmla="*/ 0 h 92408"/>
                <a:gd name="connsiteX5" fmla="*/ 43292 w 141696"/>
                <a:gd name="connsiteY5" fmla="*/ 0 h 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696" h="92408">
                  <a:moveTo>
                    <a:pt x="43292" y="0"/>
                  </a:moveTo>
                  <a:lnTo>
                    <a:pt x="10064" y="33197"/>
                  </a:lnTo>
                  <a:cubicBezTo>
                    <a:pt x="-3355" y="46603"/>
                    <a:pt x="-3355" y="68947"/>
                    <a:pt x="10064" y="82354"/>
                  </a:cubicBezTo>
                  <a:cubicBezTo>
                    <a:pt x="23483" y="95760"/>
                    <a:pt x="45848" y="95760"/>
                    <a:pt x="59267" y="82354"/>
                  </a:cubicBezTo>
                  <a:lnTo>
                    <a:pt x="141697" y="0"/>
                  </a:lnTo>
                  <a:lnTo>
                    <a:pt x="43292" y="0"/>
                  </a:lnTo>
                  <a:close/>
                </a:path>
              </a:pathLst>
            </a:custGeom>
            <a:solidFill>
              <a:srgbClr val="00A3E0"/>
            </a:solidFill>
            <a:ln w="6390" cap="flat">
              <a:noFill/>
              <a:prstDash val="solid"/>
              <a:miter/>
            </a:ln>
          </p:spPr>
          <p:txBody>
            <a:bodyPr rtlCol="0" anchor="ctr"/>
            <a:lstStyle/>
            <a:p>
              <a:endParaRPr lang="en-US"/>
            </a:p>
          </p:txBody>
        </p:sp>
      </p:grpSp>
      <p:grpSp>
        <p:nvGrpSpPr>
          <p:cNvPr id="804" name="Graphic 4">
            <a:extLst>
              <a:ext uri="{FF2B5EF4-FFF2-40B4-BE49-F238E27FC236}">
                <a16:creationId xmlns:a16="http://schemas.microsoft.com/office/drawing/2014/main" id="{D06AE011-05F9-DD45-A27D-91B41544109C}"/>
              </a:ext>
            </a:extLst>
          </p:cNvPr>
          <p:cNvGrpSpPr/>
          <p:nvPr/>
        </p:nvGrpSpPr>
        <p:grpSpPr>
          <a:xfrm>
            <a:off x="6509949" y="2371173"/>
            <a:ext cx="361670" cy="361333"/>
            <a:chOff x="6147119" y="2371173"/>
            <a:chExt cx="361670" cy="361333"/>
          </a:xfrm>
          <a:solidFill>
            <a:srgbClr val="00A3E0"/>
          </a:solidFill>
        </p:grpSpPr>
        <p:sp>
          <p:nvSpPr>
            <p:cNvPr id="805" name="Graphic 4">
              <a:extLst>
                <a:ext uri="{FF2B5EF4-FFF2-40B4-BE49-F238E27FC236}">
                  <a16:creationId xmlns:a16="http://schemas.microsoft.com/office/drawing/2014/main" id="{F0E99CB1-CBA9-DC46-AC1C-23B959614A3C}"/>
                </a:ext>
              </a:extLst>
            </p:cNvPr>
            <p:cNvSpPr/>
            <p:nvPr/>
          </p:nvSpPr>
          <p:spPr>
            <a:xfrm>
              <a:off x="6310701" y="2528857"/>
              <a:ext cx="119491" cy="92567"/>
            </a:xfrm>
            <a:custGeom>
              <a:avLst/>
              <a:gdLst>
                <a:gd name="connsiteX0" fmla="*/ 0 w 119491"/>
                <a:gd name="connsiteY0" fmla="*/ 92568 h 92567"/>
                <a:gd name="connsiteX1" fmla="*/ 53676 w 119491"/>
                <a:gd name="connsiteY1" fmla="*/ 92568 h 92567"/>
                <a:gd name="connsiteX2" fmla="*/ 119492 w 119491"/>
                <a:gd name="connsiteY2" fmla="*/ 26174 h 92567"/>
                <a:gd name="connsiteX3" fmla="*/ 93293 w 119491"/>
                <a:gd name="connsiteY3" fmla="*/ 0 h 92567"/>
              </a:gdLst>
              <a:ahLst/>
              <a:cxnLst>
                <a:cxn ang="0">
                  <a:pos x="connsiteX0" y="connsiteY0"/>
                </a:cxn>
                <a:cxn ang="0">
                  <a:pos x="connsiteX1" y="connsiteY1"/>
                </a:cxn>
                <a:cxn ang="0">
                  <a:pos x="connsiteX2" y="connsiteY2"/>
                </a:cxn>
                <a:cxn ang="0">
                  <a:pos x="connsiteX3" y="connsiteY3"/>
                </a:cxn>
              </a:cxnLst>
              <a:rect l="l" t="t" r="r" b="b"/>
              <a:pathLst>
                <a:path w="119491" h="92567">
                  <a:moveTo>
                    <a:pt x="0" y="92568"/>
                  </a:moveTo>
                  <a:lnTo>
                    <a:pt x="53676" y="92568"/>
                  </a:lnTo>
                  <a:lnTo>
                    <a:pt x="119492" y="26174"/>
                  </a:lnTo>
                  <a:lnTo>
                    <a:pt x="93293" y="0"/>
                  </a:lnTo>
                  <a:close/>
                </a:path>
              </a:pathLst>
            </a:custGeom>
            <a:solidFill>
              <a:srgbClr val="00A3E0"/>
            </a:solidFill>
            <a:ln w="6390" cap="flat">
              <a:noFill/>
              <a:prstDash val="solid"/>
              <a:miter/>
            </a:ln>
          </p:spPr>
          <p:txBody>
            <a:bodyPr rtlCol="0" anchor="ctr"/>
            <a:lstStyle/>
            <a:p>
              <a:endParaRPr lang="en-US"/>
            </a:p>
          </p:txBody>
        </p:sp>
        <p:sp>
          <p:nvSpPr>
            <p:cNvPr id="806" name="Graphic 4">
              <a:extLst>
                <a:ext uri="{FF2B5EF4-FFF2-40B4-BE49-F238E27FC236}">
                  <a16:creationId xmlns:a16="http://schemas.microsoft.com/office/drawing/2014/main" id="{C59266A3-CDD0-4549-AACD-A74B8B9C9728}"/>
                </a:ext>
              </a:extLst>
            </p:cNvPr>
            <p:cNvSpPr/>
            <p:nvPr/>
          </p:nvSpPr>
          <p:spPr>
            <a:xfrm>
              <a:off x="6278752" y="2449058"/>
              <a:ext cx="72206" cy="45964"/>
            </a:xfrm>
            <a:custGeom>
              <a:avLst/>
              <a:gdLst>
                <a:gd name="connsiteX0" fmla="*/ 0 w 72206"/>
                <a:gd name="connsiteY0" fmla="*/ 45965 h 45964"/>
                <a:gd name="connsiteX1" fmla="*/ 53037 w 72206"/>
                <a:gd name="connsiteY1" fmla="*/ 45965 h 45964"/>
                <a:gd name="connsiteX2" fmla="*/ 72207 w 72206"/>
                <a:gd name="connsiteY2" fmla="*/ 26813 h 45964"/>
                <a:gd name="connsiteX3" fmla="*/ 45369 w 72206"/>
                <a:gd name="connsiteY3" fmla="*/ 0 h 45964"/>
              </a:gdLst>
              <a:ahLst/>
              <a:cxnLst>
                <a:cxn ang="0">
                  <a:pos x="connsiteX0" y="connsiteY0"/>
                </a:cxn>
                <a:cxn ang="0">
                  <a:pos x="connsiteX1" y="connsiteY1"/>
                </a:cxn>
                <a:cxn ang="0">
                  <a:pos x="connsiteX2" y="connsiteY2"/>
                </a:cxn>
                <a:cxn ang="0">
                  <a:pos x="connsiteX3" y="connsiteY3"/>
                </a:cxn>
              </a:cxnLst>
              <a:rect l="l" t="t" r="r" b="b"/>
              <a:pathLst>
                <a:path w="72206" h="45964">
                  <a:moveTo>
                    <a:pt x="0" y="45965"/>
                  </a:moveTo>
                  <a:lnTo>
                    <a:pt x="53037" y="45965"/>
                  </a:lnTo>
                  <a:lnTo>
                    <a:pt x="72207" y="26813"/>
                  </a:lnTo>
                  <a:lnTo>
                    <a:pt x="45369" y="0"/>
                  </a:lnTo>
                  <a:close/>
                </a:path>
              </a:pathLst>
            </a:custGeom>
            <a:solidFill>
              <a:srgbClr val="00A3E0"/>
            </a:solidFill>
            <a:ln w="6390" cap="flat">
              <a:noFill/>
              <a:prstDash val="solid"/>
              <a:miter/>
            </a:ln>
          </p:spPr>
          <p:txBody>
            <a:bodyPr rtlCol="0" anchor="ctr"/>
            <a:lstStyle/>
            <a:p>
              <a:endParaRPr lang="en-US"/>
            </a:p>
          </p:txBody>
        </p:sp>
        <p:sp>
          <p:nvSpPr>
            <p:cNvPr id="807" name="Graphic 4">
              <a:extLst>
                <a:ext uri="{FF2B5EF4-FFF2-40B4-BE49-F238E27FC236}">
                  <a16:creationId xmlns:a16="http://schemas.microsoft.com/office/drawing/2014/main" id="{9CA49B25-1074-8441-BB58-12D9AD9442FD}"/>
                </a:ext>
              </a:extLst>
            </p:cNvPr>
            <p:cNvSpPr/>
            <p:nvPr/>
          </p:nvSpPr>
          <p:spPr>
            <a:xfrm>
              <a:off x="6295366" y="2634193"/>
              <a:ext cx="56231" cy="29366"/>
            </a:xfrm>
            <a:custGeom>
              <a:avLst/>
              <a:gdLst>
                <a:gd name="connsiteX0" fmla="*/ 3195 w 56231"/>
                <a:gd name="connsiteY0" fmla="*/ 0 h 29366"/>
                <a:gd name="connsiteX1" fmla="*/ 0 w 56231"/>
                <a:gd name="connsiteY1" fmla="*/ 10214 h 29366"/>
                <a:gd name="connsiteX2" fmla="*/ 5751 w 56231"/>
                <a:gd name="connsiteY2" fmla="*/ 23621 h 29366"/>
                <a:gd name="connsiteX3" fmla="*/ 32589 w 56231"/>
                <a:gd name="connsiteY3" fmla="*/ 23621 h 29366"/>
                <a:gd name="connsiteX4" fmla="*/ 56231 w 56231"/>
                <a:gd name="connsiteY4" fmla="*/ 0 h 29366"/>
                <a:gd name="connsiteX5" fmla="*/ 3195 w 56231"/>
                <a:gd name="connsiteY5"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231" h="29366">
                  <a:moveTo>
                    <a:pt x="3195" y="0"/>
                  </a:moveTo>
                  <a:cubicBezTo>
                    <a:pt x="1278" y="3192"/>
                    <a:pt x="0" y="6384"/>
                    <a:pt x="0" y="10214"/>
                  </a:cubicBezTo>
                  <a:cubicBezTo>
                    <a:pt x="0" y="15322"/>
                    <a:pt x="1917" y="19790"/>
                    <a:pt x="5751" y="23621"/>
                  </a:cubicBezTo>
                  <a:cubicBezTo>
                    <a:pt x="12780" y="31281"/>
                    <a:pt x="24921" y="31281"/>
                    <a:pt x="32589" y="23621"/>
                  </a:cubicBezTo>
                  <a:lnTo>
                    <a:pt x="56231" y="0"/>
                  </a:lnTo>
                  <a:lnTo>
                    <a:pt x="3195" y="0"/>
                  </a:lnTo>
                  <a:close/>
                </a:path>
              </a:pathLst>
            </a:custGeom>
            <a:solidFill>
              <a:srgbClr val="00A3E0"/>
            </a:solidFill>
            <a:ln w="6390" cap="flat">
              <a:noFill/>
              <a:prstDash val="solid"/>
              <a:miter/>
            </a:ln>
          </p:spPr>
          <p:txBody>
            <a:bodyPr rtlCol="0" anchor="ctr"/>
            <a:lstStyle/>
            <a:p>
              <a:endParaRPr lang="en-US"/>
            </a:p>
          </p:txBody>
        </p:sp>
        <p:sp>
          <p:nvSpPr>
            <p:cNvPr id="808" name="Graphic 4">
              <a:extLst>
                <a:ext uri="{FF2B5EF4-FFF2-40B4-BE49-F238E27FC236}">
                  <a16:creationId xmlns:a16="http://schemas.microsoft.com/office/drawing/2014/main" id="{C5396B23-1ED4-8B4D-B698-E63755C8B9F5}"/>
                </a:ext>
              </a:extLst>
            </p:cNvPr>
            <p:cNvSpPr/>
            <p:nvPr/>
          </p:nvSpPr>
          <p:spPr>
            <a:xfrm>
              <a:off x="6216130" y="2507790"/>
              <a:ext cx="102878" cy="76128"/>
            </a:xfrm>
            <a:custGeom>
              <a:avLst/>
              <a:gdLst>
                <a:gd name="connsiteX0" fmla="*/ 49841 w 102878"/>
                <a:gd name="connsiteY0" fmla="*/ 0 h 76128"/>
                <a:gd name="connsiteX1" fmla="*/ 5751 w 102878"/>
                <a:gd name="connsiteY1" fmla="*/ 44049 h 76128"/>
                <a:gd name="connsiteX2" fmla="*/ 5751 w 102878"/>
                <a:gd name="connsiteY2" fmla="*/ 70862 h 76128"/>
                <a:gd name="connsiteX3" fmla="*/ 32589 w 102878"/>
                <a:gd name="connsiteY3" fmla="*/ 70862 h 76128"/>
                <a:gd name="connsiteX4" fmla="*/ 102878 w 102878"/>
                <a:gd name="connsiteY4" fmla="*/ 638 h 76128"/>
                <a:gd name="connsiteX5" fmla="*/ 49841 w 102878"/>
                <a:gd name="connsiteY5" fmla="*/ 0 h 76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878" h="76128">
                  <a:moveTo>
                    <a:pt x="49841" y="0"/>
                  </a:moveTo>
                  <a:lnTo>
                    <a:pt x="5751" y="44049"/>
                  </a:lnTo>
                  <a:cubicBezTo>
                    <a:pt x="-1917" y="51710"/>
                    <a:pt x="-1917" y="63201"/>
                    <a:pt x="5751" y="70862"/>
                  </a:cubicBezTo>
                  <a:cubicBezTo>
                    <a:pt x="12780" y="77884"/>
                    <a:pt x="24921" y="77884"/>
                    <a:pt x="32589" y="70862"/>
                  </a:cubicBezTo>
                  <a:lnTo>
                    <a:pt x="102878" y="638"/>
                  </a:lnTo>
                  <a:lnTo>
                    <a:pt x="49841" y="0"/>
                  </a:lnTo>
                  <a:close/>
                </a:path>
              </a:pathLst>
            </a:custGeom>
            <a:solidFill>
              <a:srgbClr val="00A3E0"/>
            </a:solidFill>
            <a:ln w="6390" cap="flat">
              <a:noFill/>
              <a:prstDash val="solid"/>
              <a:miter/>
            </a:ln>
          </p:spPr>
          <p:txBody>
            <a:bodyPr rtlCol="0" anchor="ctr"/>
            <a:lstStyle/>
            <a:p>
              <a:endParaRPr lang="en-US"/>
            </a:p>
          </p:txBody>
        </p:sp>
        <p:sp>
          <p:nvSpPr>
            <p:cNvPr id="809" name="Graphic 4">
              <a:extLst>
                <a:ext uri="{FF2B5EF4-FFF2-40B4-BE49-F238E27FC236}">
                  <a16:creationId xmlns:a16="http://schemas.microsoft.com/office/drawing/2014/main" id="{27A4276F-78B1-C34C-B7A7-9F17998F8D78}"/>
                </a:ext>
              </a:extLst>
            </p:cNvPr>
            <p:cNvSpPr/>
            <p:nvPr/>
          </p:nvSpPr>
          <p:spPr>
            <a:xfrm>
              <a:off x="6147119" y="2371173"/>
              <a:ext cx="361670" cy="361333"/>
            </a:xfrm>
            <a:custGeom>
              <a:avLst/>
              <a:gdLst>
                <a:gd name="connsiteX0" fmla="*/ 302883 w 361670"/>
                <a:gd name="connsiteY0" fmla="*/ 194711 h 361333"/>
                <a:gd name="connsiteX1" fmla="*/ 298410 w 361670"/>
                <a:gd name="connsiteY1" fmla="*/ 196627 h 361333"/>
                <a:gd name="connsiteX2" fmla="*/ 293937 w 361670"/>
                <a:gd name="connsiteY2" fmla="*/ 194711 h 361333"/>
                <a:gd name="connsiteX3" fmla="*/ 292659 w 361670"/>
                <a:gd name="connsiteY3" fmla="*/ 193435 h 361333"/>
                <a:gd name="connsiteX4" fmla="*/ 189781 w 361670"/>
                <a:gd name="connsiteY4" fmla="*/ 296217 h 361333"/>
                <a:gd name="connsiteX5" fmla="*/ 167416 w 361670"/>
                <a:gd name="connsiteY5" fmla="*/ 305154 h 361333"/>
                <a:gd name="connsiteX6" fmla="*/ 145052 w 361670"/>
                <a:gd name="connsiteY6" fmla="*/ 296217 h 361333"/>
                <a:gd name="connsiteX7" fmla="*/ 135467 w 361670"/>
                <a:gd name="connsiteY7" fmla="*/ 273873 h 361333"/>
                <a:gd name="connsiteX8" fmla="*/ 145052 w 361670"/>
                <a:gd name="connsiteY8" fmla="*/ 251529 h 361333"/>
                <a:gd name="connsiteX9" fmla="*/ 247929 w 361670"/>
                <a:gd name="connsiteY9" fmla="*/ 148747 h 361333"/>
                <a:gd name="connsiteX10" fmla="*/ 246651 w 361670"/>
                <a:gd name="connsiteY10" fmla="*/ 147470 h 361333"/>
                <a:gd name="connsiteX11" fmla="*/ 246651 w 361670"/>
                <a:gd name="connsiteY11" fmla="*/ 138533 h 361333"/>
                <a:gd name="connsiteX12" fmla="*/ 255597 w 361670"/>
                <a:gd name="connsiteY12" fmla="*/ 138533 h 361333"/>
                <a:gd name="connsiteX13" fmla="*/ 303522 w 361670"/>
                <a:gd name="connsiteY13" fmla="*/ 186412 h 361333"/>
                <a:gd name="connsiteX14" fmla="*/ 302883 w 361670"/>
                <a:gd name="connsiteY14" fmla="*/ 194711 h 361333"/>
                <a:gd name="connsiteX15" fmla="*/ 88181 w 361670"/>
                <a:gd name="connsiteY15" fmla="*/ 225355 h 361333"/>
                <a:gd name="connsiteX16" fmla="*/ 65816 w 361670"/>
                <a:gd name="connsiteY16" fmla="*/ 216417 h 361333"/>
                <a:gd name="connsiteX17" fmla="*/ 65816 w 361670"/>
                <a:gd name="connsiteY17" fmla="*/ 171729 h 361333"/>
                <a:gd name="connsiteX18" fmla="*/ 168695 w 361670"/>
                <a:gd name="connsiteY18" fmla="*/ 68947 h 361333"/>
                <a:gd name="connsiteX19" fmla="*/ 167416 w 361670"/>
                <a:gd name="connsiteY19" fmla="*/ 67670 h 361333"/>
                <a:gd name="connsiteX20" fmla="*/ 167416 w 361670"/>
                <a:gd name="connsiteY20" fmla="*/ 58733 h 361333"/>
                <a:gd name="connsiteX21" fmla="*/ 176362 w 361670"/>
                <a:gd name="connsiteY21" fmla="*/ 58733 h 361333"/>
                <a:gd name="connsiteX22" fmla="*/ 224287 w 361670"/>
                <a:gd name="connsiteY22" fmla="*/ 106613 h 361333"/>
                <a:gd name="connsiteX23" fmla="*/ 224287 w 361670"/>
                <a:gd name="connsiteY23" fmla="*/ 115550 h 361333"/>
                <a:gd name="connsiteX24" fmla="*/ 219814 w 361670"/>
                <a:gd name="connsiteY24" fmla="*/ 117465 h 361333"/>
                <a:gd name="connsiteX25" fmla="*/ 215341 w 361670"/>
                <a:gd name="connsiteY25" fmla="*/ 115550 h 361333"/>
                <a:gd name="connsiteX26" fmla="*/ 214063 w 361670"/>
                <a:gd name="connsiteY26" fmla="*/ 114273 h 361333"/>
                <a:gd name="connsiteX27" fmla="*/ 111185 w 361670"/>
                <a:gd name="connsiteY27" fmla="*/ 217055 h 361333"/>
                <a:gd name="connsiteX28" fmla="*/ 88181 w 361670"/>
                <a:gd name="connsiteY28" fmla="*/ 225355 h 361333"/>
                <a:gd name="connsiteX29" fmla="*/ 180835 w 361670"/>
                <a:gd name="connsiteY29" fmla="*/ 0 h 361333"/>
                <a:gd name="connsiteX30" fmla="*/ 0 w 361670"/>
                <a:gd name="connsiteY30" fmla="*/ 180667 h 361333"/>
                <a:gd name="connsiteX31" fmla="*/ 180835 w 361670"/>
                <a:gd name="connsiteY31" fmla="*/ 361333 h 361333"/>
                <a:gd name="connsiteX32" fmla="*/ 361670 w 361670"/>
                <a:gd name="connsiteY32" fmla="*/ 180667 h 361333"/>
                <a:gd name="connsiteX33" fmla="*/ 180835 w 361670"/>
                <a:gd name="connsiteY33"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1670" h="361333">
                  <a:moveTo>
                    <a:pt x="302883" y="194711"/>
                  </a:moveTo>
                  <a:cubicBezTo>
                    <a:pt x="301605" y="195988"/>
                    <a:pt x="299688" y="196627"/>
                    <a:pt x="298410" y="196627"/>
                  </a:cubicBezTo>
                  <a:cubicBezTo>
                    <a:pt x="297132" y="196627"/>
                    <a:pt x="295215" y="195988"/>
                    <a:pt x="293937" y="194711"/>
                  </a:cubicBezTo>
                  <a:lnTo>
                    <a:pt x="292659" y="193435"/>
                  </a:lnTo>
                  <a:lnTo>
                    <a:pt x="189781" y="296217"/>
                  </a:lnTo>
                  <a:cubicBezTo>
                    <a:pt x="183391" y="302601"/>
                    <a:pt x="175723" y="305154"/>
                    <a:pt x="167416" y="305154"/>
                  </a:cubicBezTo>
                  <a:cubicBezTo>
                    <a:pt x="159110" y="305154"/>
                    <a:pt x="151442" y="301962"/>
                    <a:pt x="145052" y="296217"/>
                  </a:cubicBezTo>
                  <a:cubicBezTo>
                    <a:pt x="139301" y="290471"/>
                    <a:pt x="135467" y="282172"/>
                    <a:pt x="135467" y="273873"/>
                  </a:cubicBezTo>
                  <a:cubicBezTo>
                    <a:pt x="135467" y="265574"/>
                    <a:pt x="138662" y="257275"/>
                    <a:pt x="145052" y="251529"/>
                  </a:cubicBezTo>
                  <a:lnTo>
                    <a:pt x="247929" y="148747"/>
                  </a:lnTo>
                  <a:lnTo>
                    <a:pt x="246651" y="147470"/>
                  </a:lnTo>
                  <a:cubicBezTo>
                    <a:pt x="244096" y="144916"/>
                    <a:pt x="244096" y="141086"/>
                    <a:pt x="246651" y="138533"/>
                  </a:cubicBezTo>
                  <a:cubicBezTo>
                    <a:pt x="249208" y="135979"/>
                    <a:pt x="253041" y="135979"/>
                    <a:pt x="255597" y="138533"/>
                  </a:cubicBezTo>
                  <a:lnTo>
                    <a:pt x="303522" y="186412"/>
                  </a:lnTo>
                  <a:cubicBezTo>
                    <a:pt x="305439" y="188327"/>
                    <a:pt x="305439" y="192158"/>
                    <a:pt x="302883" y="194711"/>
                  </a:cubicBezTo>
                  <a:moveTo>
                    <a:pt x="88181" y="225355"/>
                  </a:moveTo>
                  <a:cubicBezTo>
                    <a:pt x="79874" y="225355"/>
                    <a:pt x="72206" y="222163"/>
                    <a:pt x="65816" y="216417"/>
                  </a:cubicBezTo>
                  <a:cubicBezTo>
                    <a:pt x="53676" y="204287"/>
                    <a:pt x="53676" y="183859"/>
                    <a:pt x="65816" y="171729"/>
                  </a:cubicBezTo>
                  <a:lnTo>
                    <a:pt x="168695" y="68947"/>
                  </a:lnTo>
                  <a:lnTo>
                    <a:pt x="167416" y="67670"/>
                  </a:lnTo>
                  <a:cubicBezTo>
                    <a:pt x="164860" y="65117"/>
                    <a:pt x="164860" y="61286"/>
                    <a:pt x="167416" y="58733"/>
                  </a:cubicBezTo>
                  <a:cubicBezTo>
                    <a:pt x="169972" y="56179"/>
                    <a:pt x="173806" y="56179"/>
                    <a:pt x="176362" y="58733"/>
                  </a:cubicBezTo>
                  <a:lnTo>
                    <a:pt x="224287" y="106613"/>
                  </a:lnTo>
                  <a:cubicBezTo>
                    <a:pt x="226843" y="109166"/>
                    <a:pt x="226843" y="112997"/>
                    <a:pt x="224287" y="115550"/>
                  </a:cubicBezTo>
                  <a:cubicBezTo>
                    <a:pt x="223009" y="116827"/>
                    <a:pt x="221092" y="117465"/>
                    <a:pt x="219814" y="117465"/>
                  </a:cubicBezTo>
                  <a:cubicBezTo>
                    <a:pt x="217897" y="117465"/>
                    <a:pt x="216619" y="116827"/>
                    <a:pt x="215341" y="115550"/>
                  </a:cubicBezTo>
                  <a:lnTo>
                    <a:pt x="214063" y="114273"/>
                  </a:lnTo>
                  <a:lnTo>
                    <a:pt x="111185" y="217055"/>
                  </a:lnTo>
                  <a:cubicBezTo>
                    <a:pt x="104156" y="222163"/>
                    <a:pt x="95849" y="225355"/>
                    <a:pt x="88181" y="225355"/>
                  </a:cubicBezTo>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path>
              </a:pathLst>
            </a:custGeom>
            <a:solidFill>
              <a:srgbClr val="00A3E0"/>
            </a:solidFill>
            <a:ln w="6390" cap="flat">
              <a:noFill/>
              <a:prstDash val="solid"/>
              <a:miter/>
            </a:ln>
          </p:spPr>
          <p:txBody>
            <a:bodyPr rtlCol="0" anchor="ctr"/>
            <a:lstStyle/>
            <a:p>
              <a:endParaRPr lang="en-US"/>
            </a:p>
          </p:txBody>
        </p:sp>
      </p:grpSp>
      <p:grpSp>
        <p:nvGrpSpPr>
          <p:cNvPr id="810" name="Graphic 4">
            <a:extLst>
              <a:ext uri="{FF2B5EF4-FFF2-40B4-BE49-F238E27FC236}">
                <a16:creationId xmlns:a16="http://schemas.microsoft.com/office/drawing/2014/main" id="{3BC67859-DCC4-2C49-B329-E169DCA7FF6D}"/>
              </a:ext>
            </a:extLst>
          </p:cNvPr>
          <p:cNvGrpSpPr/>
          <p:nvPr/>
        </p:nvGrpSpPr>
        <p:grpSpPr>
          <a:xfrm>
            <a:off x="5024289" y="2855717"/>
            <a:ext cx="361674" cy="361333"/>
            <a:chOff x="4661459" y="2855717"/>
            <a:chExt cx="361674" cy="361333"/>
          </a:xfrm>
          <a:solidFill>
            <a:srgbClr val="00A3E0"/>
          </a:solidFill>
        </p:grpSpPr>
        <p:sp>
          <p:nvSpPr>
            <p:cNvPr id="811" name="Graphic 4">
              <a:extLst>
                <a:ext uri="{FF2B5EF4-FFF2-40B4-BE49-F238E27FC236}">
                  <a16:creationId xmlns:a16="http://schemas.microsoft.com/office/drawing/2014/main" id="{C34448C1-0DFA-FD40-8987-0DC0B7E75835}"/>
                </a:ext>
              </a:extLst>
            </p:cNvPr>
            <p:cNvSpPr/>
            <p:nvPr/>
          </p:nvSpPr>
          <p:spPr>
            <a:xfrm>
              <a:off x="4661459" y="2855717"/>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835 w 361674"/>
                <a:gd name="connsiteY5" fmla="*/ 12768 h 361333"/>
                <a:gd name="connsiteX6" fmla="*/ 348890 w 361674"/>
                <a:gd name="connsiteY6" fmla="*/ 180667 h 361333"/>
                <a:gd name="connsiteX7" fmla="*/ 180835 w 361674"/>
                <a:gd name="connsiteY7" fmla="*/ 348565 h 361333"/>
                <a:gd name="connsiteX8" fmla="*/ 12780 w 361674"/>
                <a:gd name="connsiteY8" fmla="*/ 180667 h 361333"/>
                <a:gd name="connsiteX9" fmla="*/ 180835 w 361674"/>
                <a:gd name="connsiteY9" fmla="*/ 1276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2310" y="80438"/>
                    <a:pt x="281157" y="0"/>
                    <a:pt x="180835" y="0"/>
                  </a:cubicBezTo>
                  <a:moveTo>
                    <a:pt x="180835" y="12768"/>
                  </a:moveTo>
                  <a:cubicBezTo>
                    <a:pt x="273489" y="12768"/>
                    <a:pt x="348890" y="88099"/>
                    <a:pt x="348890" y="180667"/>
                  </a:cubicBezTo>
                  <a:cubicBezTo>
                    <a:pt x="348890" y="273234"/>
                    <a:pt x="273489" y="348565"/>
                    <a:pt x="180835" y="348565"/>
                  </a:cubicBezTo>
                  <a:cubicBezTo>
                    <a:pt x="88181" y="348565"/>
                    <a:pt x="12780" y="273234"/>
                    <a:pt x="12780" y="180667"/>
                  </a:cubicBezTo>
                  <a:cubicBezTo>
                    <a:pt x="12780" y="88099"/>
                    <a:pt x="88181" y="12768"/>
                    <a:pt x="180835" y="12768"/>
                  </a:cubicBezTo>
                </a:path>
              </a:pathLst>
            </a:custGeom>
            <a:solidFill>
              <a:srgbClr val="00A3E0"/>
            </a:solidFill>
            <a:ln w="6390" cap="flat">
              <a:noFill/>
              <a:prstDash val="solid"/>
              <a:miter/>
            </a:ln>
          </p:spPr>
          <p:txBody>
            <a:bodyPr rtlCol="0" anchor="ctr"/>
            <a:lstStyle/>
            <a:p>
              <a:endParaRPr lang="en-US"/>
            </a:p>
          </p:txBody>
        </p:sp>
        <p:sp>
          <p:nvSpPr>
            <p:cNvPr id="812" name="Graphic 4">
              <a:extLst>
                <a:ext uri="{FF2B5EF4-FFF2-40B4-BE49-F238E27FC236}">
                  <a16:creationId xmlns:a16="http://schemas.microsoft.com/office/drawing/2014/main" id="{141F7B9F-961B-7246-9352-A0ACF285F524}"/>
                </a:ext>
              </a:extLst>
            </p:cNvPr>
            <p:cNvSpPr/>
            <p:nvPr/>
          </p:nvSpPr>
          <p:spPr>
            <a:xfrm>
              <a:off x="4731748" y="3016594"/>
              <a:ext cx="220543" cy="109166"/>
            </a:xfrm>
            <a:custGeom>
              <a:avLst/>
              <a:gdLst>
                <a:gd name="connsiteX0" fmla="*/ 72845 w 220543"/>
                <a:gd name="connsiteY0" fmla="*/ 96398 h 109166"/>
                <a:gd name="connsiteX1" fmla="*/ 149525 w 220543"/>
                <a:gd name="connsiteY1" fmla="*/ 96398 h 109166"/>
                <a:gd name="connsiteX2" fmla="*/ 149525 w 220543"/>
                <a:gd name="connsiteY2" fmla="*/ 92568 h 109166"/>
                <a:gd name="connsiteX3" fmla="*/ 153358 w 220543"/>
                <a:gd name="connsiteY3" fmla="*/ 86822 h 109166"/>
                <a:gd name="connsiteX4" fmla="*/ 207673 w 220543"/>
                <a:gd name="connsiteY4" fmla="*/ 12768 h 109166"/>
                <a:gd name="connsiteX5" fmla="*/ 12780 w 220543"/>
                <a:gd name="connsiteY5" fmla="*/ 12768 h 109166"/>
                <a:gd name="connsiteX6" fmla="*/ 68372 w 220543"/>
                <a:gd name="connsiteY6" fmla="*/ 88099 h 109166"/>
                <a:gd name="connsiteX7" fmla="*/ 72206 w 220543"/>
                <a:gd name="connsiteY7" fmla="*/ 93845 h 109166"/>
                <a:gd name="connsiteX8" fmla="*/ 72206 w 220543"/>
                <a:gd name="connsiteY8" fmla="*/ 96398 h 109166"/>
                <a:gd name="connsiteX9" fmla="*/ 155915 w 220543"/>
                <a:gd name="connsiteY9" fmla="*/ 109166 h 109166"/>
                <a:gd name="connsiteX10" fmla="*/ 66456 w 220543"/>
                <a:gd name="connsiteY10" fmla="*/ 109166 h 109166"/>
                <a:gd name="connsiteX11" fmla="*/ 60066 w 220543"/>
                <a:gd name="connsiteY11" fmla="*/ 102782 h 109166"/>
                <a:gd name="connsiteX12" fmla="*/ 60066 w 220543"/>
                <a:gd name="connsiteY12" fmla="*/ 97675 h 109166"/>
                <a:gd name="connsiteX13" fmla="*/ 0 w 220543"/>
                <a:gd name="connsiteY13" fmla="*/ 6384 h 109166"/>
                <a:gd name="connsiteX14" fmla="*/ 6390 w 220543"/>
                <a:gd name="connsiteY14" fmla="*/ 0 h 109166"/>
                <a:gd name="connsiteX15" fmla="*/ 214063 w 220543"/>
                <a:gd name="connsiteY15" fmla="*/ 0 h 109166"/>
                <a:gd name="connsiteX16" fmla="*/ 220453 w 220543"/>
                <a:gd name="connsiteY16" fmla="*/ 5746 h 109166"/>
                <a:gd name="connsiteX17" fmla="*/ 214702 w 220543"/>
                <a:gd name="connsiteY17" fmla="*/ 41496 h 109166"/>
                <a:gd name="connsiteX18" fmla="*/ 162305 w 220543"/>
                <a:gd name="connsiteY18" fmla="*/ 96398 h 109166"/>
                <a:gd name="connsiteX19" fmla="*/ 162305 w 220543"/>
                <a:gd name="connsiteY19" fmla="*/ 102782 h 109166"/>
                <a:gd name="connsiteX20" fmla="*/ 155915 w 220543"/>
                <a:gd name="connsiteY20" fmla="*/ 109166 h 109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0543" h="109166">
                  <a:moveTo>
                    <a:pt x="72845" y="96398"/>
                  </a:moveTo>
                  <a:lnTo>
                    <a:pt x="149525" y="96398"/>
                  </a:lnTo>
                  <a:lnTo>
                    <a:pt x="149525" y="92568"/>
                  </a:lnTo>
                  <a:cubicBezTo>
                    <a:pt x="149525" y="90014"/>
                    <a:pt x="150802" y="87461"/>
                    <a:pt x="153358" y="86822"/>
                  </a:cubicBezTo>
                  <a:cubicBezTo>
                    <a:pt x="200644" y="67032"/>
                    <a:pt x="207034" y="27451"/>
                    <a:pt x="207673" y="12768"/>
                  </a:cubicBezTo>
                  <a:lnTo>
                    <a:pt x="12780" y="12768"/>
                  </a:lnTo>
                  <a:cubicBezTo>
                    <a:pt x="16614" y="66393"/>
                    <a:pt x="66456" y="86822"/>
                    <a:pt x="68372" y="88099"/>
                  </a:cubicBezTo>
                  <a:cubicBezTo>
                    <a:pt x="70928" y="89376"/>
                    <a:pt x="72206" y="91291"/>
                    <a:pt x="72206" y="93845"/>
                  </a:cubicBezTo>
                  <a:lnTo>
                    <a:pt x="72206" y="96398"/>
                  </a:lnTo>
                  <a:close/>
                  <a:moveTo>
                    <a:pt x="155915" y="109166"/>
                  </a:moveTo>
                  <a:lnTo>
                    <a:pt x="66456" y="109166"/>
                  </a:lnTo>
                  <a:cubicBezTo>
                    <a:pt x="62621" y="109166"/>
                    <a:pt x="60066" y="106613"/>
                    <a:pt x="60066" y="102782"/>
                  </a:cubicBezTo>
                  <a:lnTo>
                    <a:pt x="60066" y="97675"/>
                  </a:lnTo>
                  <a:cubicBezTo>
                    <a:pt x="46008" y="90653"/>
                    <a:pt x="0" y="63201"/>
                    <a:pt x="0" y="6384"/>
                  </a:cubicBezTo>
                  <a:cubicBezTo>
                    <a:pt x="0" y="2554"/>
                    <a:pt x="2556" y="0"/>
                    <a:pt x="6390" y="0"/>
                  </a:cubicBezTo>
                  <a:lnTo>
                    <a:pt x="214063" y="0"/>
                  </a:lnTo>
                  <a:cubicBezTo>
                    <a:pt x="217258" y="0"/>
                    <a:pt x="220453" y="2554"/>
                    <a:pt x="220453" y="5746"/>
                  </a:cubicBezTo>
                  <a:cubicBezTo>
                    <a:pt x="220453" y="6384"/>
                    <a:pt x="221731" y="22344"/>
                    <a:pt x="214702" y="41496"/>
                  </a:cubicBezTo>
                  <a:cubicBezTo>
                    <a:pt x="208312" y="58733"/>
                    <a:pt x="194254" y="81715"/>
                    <a:pt x="162305" y="96398"/>
                  </a:cubicBezTo>
                  <a:lnTo>
                    <a:pt x="162305" y="102782"/>
                  </a:lnTo>
                  <a:cubicBezTo>
                    <a:pt x="162305" y="106613"/>
                    <a:pt x="159748" y="109166"/>
                    <a:pt x="155915" y="109166"/>
                  </a:cubicBezTo>
                </a:path>
              </a:pathLst>
            </a:custGeom>
            <a:solidFill>
              <a:srgbClr val="00A3E0"/>
            </a:solidFill>
            <a:ln w="6390" cap="flat">
              <a:noFill/>
              <a:prstDash val="solid"/>
              <a:miter/>
            </a:ln>
          </p:spPr>
          <p:txBody>
            <a:bodyPr rtlCol="0" anchor="ctr"/>
            <a:lstStyle/>
            <a:p>
              <a:endParaRPr lang="en-US"/>
            </a:p>
          </p:txBody>
        </p:sp>
        <p:sp>
          <p:nvSpPr>
            <p:cNvPr id="813" name="Graphic 4">
              <a:extLst>
                <a:ext uri="{FF2B5EF4-FFF2-40B4-BE49-F238E27FC236}">
                  <a16:creationId xmlns:a16="http://schemas.microsoft.com/office/drawing/2014/main" id="{FB820DED-3298-F34F-80B9-B570F9213E96}"/>
                </a:ext>
              </a:extLst>
            </p:cNvPr>
            <p:cNvSpPr/>
            <p:nvPr/>
          </p:nvSpPr>
          <p:spPr>
            <a:xfrm>
              <a:off x="4847605" y="2946630"/>
              <a:ext cx="80634" cy="81454"/>
            </a:xfrm>
            <a:custGeom>
              <a:avLst/>
              <a:gdLst>
                <a:gd name="connsiteX0" fmla="*/ 50920 w 80634"/>
                <a:gd name="connsiteY0" fmla="*/ 81455 h 81454"/>
                <a:gd name="connsiteX1" fmla="*/ 48364 w 80634"/>
                <a:gd name="connsiteY1" fmla="*/ 80816 h 81454"/>
                <a:gd name="connsiteX2" fmla="*/ 45169 w 80634"/>
                <a:gd name="connsiteY2" fmla="*/ 72517 h 81454"/>
                <a:gd name="connsiteX3" fmla="*/ 65617 w 80634"/>
                <a:gd name="connsiteY3" fmla="*/ 29106 h 81454"/>
                <a:gd name="connsiteX4" fmla="*/ 67534 w 80634"/>
                <a:gd name="connsiteY4" fmla="*/ 17615 h 81454"/>
                <a:gd name="connsiteX5" fmla="*/ 63700 w 80634"/>
                <a:gd name="connsiteY5" fmla="*/ 13785 h 81454"/>
                <a:gd name="connsiteX6" fmla="*/ 49003 w 80634"/>
                <a:gd name="connsiteY6" fmla="*/ 21445 h 81454"/>
                <a:gd name="connsiteX7" fmla="*/ 11941 w 80634"/>
                <a:gd name="connsiteY7" fmla="*/ 77624 h 81454"/>
                <a:gd name="connsiteX8" fmla="*/ 2995 w 80634"/>
                <a:gd name="connsiteY8" fmla="*/ 79540 h 81454"/>
                <a:gd name="connsiteX9" fmla="*/ 1078 w 80634"/>
                <a:gd name="connsiteY9" fmla="*/ 70602 h 81454"/>
                <a:gd name="connsiteX10" fmla="*/ 38140 w 80634"/>
                <a:gd name="connsiteY10" fmla="*/ 15061 h 81454"/>
                <a:gd name="connsiteX11" fmla="*/ 69451 w 80634"/>
                <a:gd name="connsiteY11" fmla="*/ 2293 h 81454"/>
                <a:gd name="connsiteX12" fmla="*/ 79674 w 80634"/>
                <a:gd name="connsiteY12" fmla="*/ 13785 h 81454"/>
                <a:gd name="connsiteX13" fmla="*/ 76479 w 80634"/>
                <a:gd name="connsiteY13" fmla="*/ 35490 h 81454"/>
                <a:gd name="connsiteX14" fmla="*/ 56032 w 80634"/>
                <a:gd name="connsiteY14" fmla="*/ 78263 h 81454"/>
                <a:gd name="connsiteX15" fmla="*/ 50920 w 80634"/>
                <a:gd name="connsiteY15" fmla="*/ 81455 h 81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0634" h="81454">
                  <a:moveTo>
                    <a:pt x="50920" y="81455"/>
                  </a:moveTo>
                  <a:cubicBezTo>
                    <a:pt x="50281" y="81455"/>
                    <a:pt x="49003" y="81455"/>
                    <a:pt x="48364" y="80816"/>
                  </a:cubicBezTo>
                  <a:cubicBezTo>
                    <a:pt x="45169" y="79540"/>
                    <a:pt x="43891" y="75709"/>
                    <a:pt x="45169" y="72517"/>
                  </a:cubicBezTo>
                  <a:lnTo>
                    <a:pt x="65617" y="29106"/>
                  </a:lnTo>
                  <a:cubicBezTo>
                    <a:pt x="66895" y="27191"/>
                    <a:pt x="68812" y="21445"/>
                    <a:pt x="67534" y="17615"/>
                  </a:cubicBezTo>
                  <a:cubicBezTo>
                    <a:pt x="66895" y="16338"/>
                    <a:pt x="66256" y="15061"/>
                    <a:pt x="63700" y="13785"/>
                  </a:cubicBezTo>
                  <a:cubicBezTo>
                    <a:pt x="55393" y="9954"/>
                    <a:pt x="49642" y="20807"/>
                    <a:pt x="49003" y="21445"/>
                  </a:cubicBezTo>
                  <a:lnTo>
                    <a:pt x="11941" y="77624"/>
                  </a:lnTo>
                  <a:cubicBezTo>
                    <a:pt x="10024" y="80816"/>
                    <a:pt x="6190" y="81455"/>
                    <a:pt x="2995" y="79540"/>
                  </a:cubicBezTo>
                  <a:cubicBezTo>
                    <a:pt x="-200" y="77624"/>
                    <a:pt x="-839" y="73794"/>
                    <a:pt x="1078" y="70602"/>
                  </a:cubicBezTo>
                  <a:lnTo>
                    <a:pt x="38140" y="15061"/>
                  </a:lnTo>
                  <a:cubicBezTo>
                    <a:pt x="41974" y="8039"/>
                    <a:pt x="54115" y="-5367"/>
                    <a:pt x="69451" y="2293"/>
                  </a:cubicBezTo>
                  <a:cubicBezTo>
                    <a:pt x="74563" y="4847"/>
                    <a:pt x="78397" y="8677"/>
                    <a:pt x="79674" y="13785"/>
                  </a:cubicBezTo>
                  <a:cubicBezTo>
                    <a:pt x="82869" y="23361"/>
                    <a:pt x="77119" y="34213"/>
                    <a:pt x="76479" y="35490"/>
                  </a:cubicBezTo>
                  <a:lnTo>
                    <a:pt x="56032" y="78263"/>
                  </a:lnTo>
                  <a:cubicBezTo>
                    <a:pt x="56032" y="80178"/>
                    <a:pt x="53476" y="81455"/>
                    <a:pt x="50920" y="81455"/>
                  </a:cubicBezTo>
                </a:path>
              </a:pathLst>
            </a:custGeom>
            <a:solidFill>
              <a:srgbClr val="00A3E0"/>
            </a:solidFill>
            <a:ln w="6390" cap="flat">
              <a:noFill/>
              <a:prstDash val="solid"/>
              <a:miter/>
            </a:ln>
          </p:spPr>
          <p:txBody>
            <a:bodyPr rtlCol="0" anchor="ctr"/>
            <a:lstStyle/>
            <a:p>
              <a:endParaRPr lang="en-US"/>
            </a:p>
          </p:txBody>
        </p:sp>
      </p:grpSp>
      <p:sp>
        <p:nvSpPr>
          <p:cNvPr id="814" name="Graphic 4">
            <a:extLst>
              <a:ext uri="{FF2B5EF4-FFF2-40B4-BE49-F238E27FC236}">
                <a16:creationId xmlns:a16="http://schemas.microsoft.com/office/drawing/2014/main" id="{79D50993-BEB6-6344-B4D8-F41FF851E595}"/>
              </a:ext>
            </a:extLst>
          </p:cNvPr>
          <p:cNvSpPr/>
          <p:nvPr/>
        </p:nvSpPr>
        <p:spPr>
          <a:xfrm>
            <a:off x="5462638" y="2855717"/>
            <a:ext cx="361670" cy="361336"/>
          </a:xfrm>
          <a:custGeom>
            <a:avLst/>
            <a:gdLst>
              <a:gd name="connsiteX0" fmla="*/ 203200 w 361670"/>
              <a:gd name="connsiteY0" fmla="*/ 160876 h 361336"/>
              <a:gd name="connsiteX1" fmla="*/ 232594 w 361670"/>
              <a:gd name="connsiteY1" fmla="*/ 160876 h 361336"/>
              <a:gd name="connsiteX2" fmla="*/ 251764 w 361670"/>
              <a:gd name="connsiteY2" fmla="*/ 120019 h 361336"/>
              <a:gd name="connsiteX3" fmla="*/ 253681 w 361670"/>
              <a:gd name="connsiteY3" fmla="*/ 108528 h 361336"/>
              <a:gd name="connsiteX4" fmla="*/ 249847 w 361670"/>
              <a:gd name="connsiteY4" fmla="*/ 104697 h 361336"/>
              <a:gd name="connsiteX5" fmla="*/ 235150 w 361670"/>
              <a:gd name="connsiteY5" fmla="*/ 112358 h 361336"/>
              <a:gd name="connsiteX6" fmla="*/ 203200 w 361670"/>
              <a:gd name="connsiteY6" fmla="*/ 160876 h 361336"/>
              <a:gd name="connsiteX7" fmla="*/ 277962 w 361670"/>
              <a:gd name="connsiteY7" fmla="*/ 173644 h 361336"/>
              <a:gd name="connsiteX8" fmla="*/ 83069 w 361670"/>
              <a:gd name="connsiteY8" fmla="*/ 173644 h 361336"/>
              <a:gd name="connsiteX9" fmla="*/ 138662 w 361670"/>
              <a:gd name="connsiteY9" fmla="*/ 248975 h 361336"/>
              <a:gd name="connsiteX10" fmla="*/ 142496 w 361670"/>
              <a:gd name="connsiteY10" fmla="*/ 254721 h 361336"/>
              <a:gd name="connsiteX11" fmla="*/ 142496 w 361670"/>
              <a:gd name="connsiteY11" fmla="*/ 257913 h 361336"/>
              <a:gd name="connsiteX12" fmla="*/ 219175 w 361670"/>
              <a:gd name="connsiteY12" fmla="*/ 257913 h 361336"/>
              <a:gd name="connsiteX13" fmla="*/ 219175 w 361670"/>
              <a:gd name="connsiteY13" fmla="*/ 254082 h 361336"/>
              <a:gd name="connsiteX14" fmla="*/ 223009 w 361670"/>
              <a:gd name="connsiteY14" fmla="*/ 248337 h 361336"/>
              <a:gd name="connsiteX15" fmla="*/ 277962 w 361670"/>
              <a:gd name="connsiteY15" fmla="*/ 173644 h 361336"/>
              <a:gd name="connsiteX16" fmla="*/ 284991 w 361670"/>
              <a:gd name="connsiteY16" fmla="*/ 202372 h 361336"/>
              <a:gd name="connsiteX17" fmla="*/ 232594 w 361670"/>
              <a:gd name="connsiteY17" fmla="*/ 257274 h 361336"/>
              <a:gd name="connsiteX18" fmla="*/ 232594 w 361670"/>
              <a:gd name="connsiteY18" fmla="*/ 263658 h 361336"/>
              <a:gd name="connsiteX19" fmla="*/ 226204 w 361670"/>
              <a:gd name="connsiteY19" fmla="*/ 270042 h 361336"/>
              <a:gd name="connsiteX20" fmla="*/ 136745 w 361670"/>
              <a:gd name="connsiteY20" fmla="*/ 270042 h 361336"/>
              <a:gd name="connsiteX21" fmla="*/ 130355 w 361670"/>
              <a:gd name="connsiteY21" fmla="*/ 263658 h 361336"/>
              <a:gd name="connsiteX22" fmla="*/ 130355 w 361670"/>
              <a:gd name="connsiteY22" fmla="*/ 258551 h 361336"/>
              <a:gd name="connsiteX23" fmla="*/ 70289 w 361670"/>
              <a:gd name="connsiteY23" fmla="*/ 167260 h 361336"/>
              <a:gd name="connsiteX24" fmla="*/ 76679 w 361670"/>
              <a:gd name="connsiteY24" fmla="*/ 160876 h 361336"/>
              <a:gd name="connsiteX25" fmla="*/ 187864 w 361670"/>
              <a:gd name="connsiteY25" fmla="*/ 160876 h 361336"/>
              <a:gd name="connsiteX26" fmla="*/ 224287 w 361670"/>
              <a:gd name="connsiteY26" fmla="*/ 105974 h 361336"/>
              <a:gd name="connsiteX27" fmla="*/ 255597 w 361670"/>
              <a:gd name="connsiteY27" fmla="*/ 93206 h 361336"/>
              <a:gd name="connsiteX28" fmla="*/ 265822 w 361670"/>
              <a:gd name="connsiteY28" fmla="*/ 104697 h 361336"/>
              <a:gd name="connsiteX29" fmla="*/ 262627 w 361670"/>
              <a:gd name="connsiteY29" fmla="*/ 126403 h 361336"/>
              <a:gd name="connsiteX30" fmla="*/ 246013 w 361670"/>
              <a:gd name="connsiteY30" fmla="*/ 160876 h 361336"/>
              <a:gd name="connsiteX31" fmla="*/ 283713 w 361670"/>
              <a:gd name="connsiteY31" fmla="*/ 160876 h 361336"/>
              <a:gd name="connsiteX32" fmla="*/ 290103 w 361670"/>
              <a:gd name="connsiteY32" fmla="*/ 166622 h 361336"/>
              <a:gd name="connsiteX33" fmla="*/ 284991 w 361670"/>
              <a:gd name="connsiteY33" fmla="*/ 202372 h 361336"/>
              <a:gd name="connsiteX34" fmla="*/ 361671 w 361670"/>
              <a:gd name="connsiteY34" fmla="*/ 180667 h 361336"/>
              <a:gd name="connsiteX35" fmla="*/ 180836 w 361670"/>
              <a:gd name="connsiteY35" fmla="*/ 0 h 361336"/>
              <a:gd name="connsiteX36" fmla="*/ 0 w 361670"/>
              <a:gd name="connsiteY36" fmla="*/ 180667 h 361336"/>
              <a:gd name="connsiteX37" fmla="*/ 180836 w 361670"/>
              <a:gd name="connsiteY37" fmla="*/ 361333 h 361336"/>
              <a:gd name="connsiteX38" fmla="*/ 361671 w 361670"/>
              <a:gd name="connsiteY38" fmla="*/ 180667 h 361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1670" h="361336">
                <a:moveTo>
                  <a:pt x="203200" y="160876"/>
                </a:moveTo>
                <a:lnTo>
                  <a:pt x="232594" y="160876"/>
                </a:lnTo>
                <a:lnTo>
                  <a:pt x="251764" y="120019"/>
                </a:lnTo>
                <a:cubicBezTo>
                  <a:pt x="253042" y="118104"/>
                  <a:pt x="254959" y="112358"/>
                  <a:pt x="253681" y="108528"/>
                </a:cubicBezTo>
                <a:cubicBezTo>
                  <a:pt x="253042" y="107251"/>
                  <a:pt x="252403" y="105974"/>
                  <a:pt x="249847" y="104697"/>
                </a:cubicBezTo>
                <a:cubicBezTo>
                  <a:pt x="241540" y="100867"/>
                  <a:pt x="235789" y="111720"/>
                  <a:pt x="235150" y="112358"/>
                </a:cubicBezTo>
                <a:lnTo>
                  <a:pt x="203200" y="160876"/>
                </a:lnTo>
                <a:close/>
                <a:moveTo>
                  <a:pt x="277962" y="173644"/>
                </a:moveTo>
                <a:lnTo>
                  <a:pt x="83069" y="173644"/>
                </a:lnTo>
                <a:cubicBezTo>
                  <a:pt x="86903" y="227270"/>
                  <a:pt x="136745" y="247698"/>
                  <a:pt x="138662" y="248975"/>
                </a:cubicBezTo>
                <a:cubicBezTo>
                  <a:pt x="141218" y="250252"/>
                  <a:pt x="142496" y="252167"/>
                  <a:pt x="142496" y="254721"/>
                </a:cubicBezTo>
                <a:lnTo>
                  <a:pt x="142496" y="257913"/>
                </a:lnTo>
                <a:lnTo>
                  <a:pt x="219175" y="257913"/>
                </a:lnTo>
                <a:lnTo>
                  <a:pt x="219175" y="254082"/>
                </a:lnTo>
                <a:cubicBezTo>
                  <a:pt x="219175" y="251529"/>
                  <a:pt x="220453" y="248975"/>
                  <a:pt x="223009" y="248337"/>
                </a:cubicBezTo>
                <a:cubicBezTo>
                  <a:pt x="270295" y="227908"/>
                  <a:pt x="277323" y="188327"/>
                  <a:pt x="277962" y="173644"/>
                </a:cubicBezTo>
                <a:moveTo>
                  <a:pt x="284991" y="202372"/>
                </a:moveTo>
                <a:cubicBezTo>
                  <a:pt x="278602" y="219609"/>
                  <a:pt x="264544" y="242591"/>
                  <a:pt x="232594" y="257274"/>
                </a:cubicBezTo>
                <a:lnTo>
                  <a:pt x="232594" y="263658"/>
                </a:lnTo>
                <a:cubicBezTo>
                  <a:pt x="232594" y="267489"/>
                  <a:pt x="230038" y="270042"/>
                  <a:pt x="226204" y="270042"/>
                </a:cubicBezTo>
                <a:lnTo>
                  <a:pt x="136745" y="270042"/>
                </a:lnTo>
                <a:cubicBezTo>
                  <a:pt x="132911" y="270042"/>
                  <a:pt x="130355" y="267489"/>
                  <a:pt x="130355" y="263658"/>
                </a:cubicBezTo>
                <a:lnTo>
                  <a:pt x="130355" y="258551"/>
                </a:lnTo>
                <a:cubicBezTo>
                  <a:pt x="116297" y="251529"/>
                  <a:pt x="70289" y="224078"/>
                  <a:pt x="70289" y="167260"/>
                </a:cubicBezTo>
                <a:cubicBezTo>
                  <a:pt x="70289" y="163430"/>
                  <a:pt x="72845" y="160876"/>
                  <a:pt x="76679" y="160876"/>
                </a:cubicBezTo>
                <a:lnTo>
                  <a:pt x="187864" y="160876"/>
                </a:lnTo>
                <a:lnTo>
                  <a:pt x="224287" y="105974"/>
                </a:lnTo>
                <a:cubicBezTo>
                  <a:pt x="228121" y="98952"/>
                  <a:pt x="240262" y="85545"/>
                  <a:pt x="255597" y="93206"/>
                </a:cubicBezTo>
                <a:cubicBezTo>
                  <a:pt x="260710" y="95760"/>
                  <a:pt x="264544" y="99590"/>
                  <a:pt x="265822" y="104697"/>
                </a:cubicBezTo>
                <a:cubicBezTo>
                  <a:pt x="269017" y="114273"/>
                  <a:pt x="263266" y="125126"/>
                  <a:pt x="262627" y="126403"/>
                </a:cubicBezTo>
                <a:lnTo>
                  <a:pt x="246013" y="160876"/>
                </a:lnTo>
                <a:lnTo>
                  <a:pt x="283713" y="160876"/>
                </a:lnTo>
                <a:cubicBezTo>
                  <a:pt x="286908" y="160876"/>
                  <a:pt x="290103" y="163430"/>
                  <a:pt x="290103" y="166622"/>
                </a:cubicBezTo>
                <a:cubicBezTo>
                  <a:pt x="290742" y="167260"/>
                  <a:pt x="292020" y="183220"/>
                  <a:pt x="284991" y="202372"/>
                </a:cubicBezTo>
                <a:moveTo>
                  <a:pt x="361671" y="180667"/>
                </a:moveTo>
                <a:cubicBezTo>
                  <a:pt x="361671" y="80438"/>
                  <a:pt x="280518" y="0"/>
                  <a:pt x="180836" y="0"/>
                </a:cubicBezTo>
                <a:cubicBezTo>
                  <a:pt x="80513" y="0"/>
                  <a:pt x="0" y="81076"/>
                  <a:pt x="0" y="180667"/>
                </a:cubicBezTo>
                <a:cubicBezTo>
                  <a:pt x="0" y="280895"/>
                  <a:pt x="81152" y="361333"/>
                  <a:pt x="180836" y="361333"/>
                </a:cubicBezTo>
                <a:cubicBezTo>
                  <a:pt x="280518" y="361972"/>
                  <a:pt x="361671" y="280895"/>
                  <a:pt x="361671" y="180667"/>
                </a:cubicBezTo>
              </a:path>
            </a:pathLst>
          </a:custGeom>
          <a:solidFill>
            <a:srgbClr val="00A3E0"/>
          </a:solidFill>
          <a:ln w="6390" cap="flat">
            <a:noFill/>
            <a:prstDash val="solid"/>
            <a:miter/>
          </a:ln>
        </p:spPr>
        <p:txBody>
          <a:bodyPr rtlCol="0" anchor="ctr"/>
          <a:lstStyle/>
          <a:p>
            <a:endParaRPr lang="en-US"/>
          </a:p>
        </p:txBody>
      </p:sp>
      <p:grpSp>
        <p:nvGrpSpPr>
          <p:cNvPr id="815" name="Graphic 4">
            <a:extLst>
              <a:ext uri="{FF2B5EF4-FFF2-40B4-BE49-F238E27FC236}">
                <a16:creationId xmlns:a16="http://schemas.microsoft.com/office/drawing/2014/main" id="{8E98D17D-4C61-1C41-84CD-29CA593B37BC}"/>
              </a:ext>
            </a:extLst>
          </p:cNvPr>
          <p:cNvGrpSpPr/>
          <p:nvPr/>
        </p:nvGrpSpPr>
        <p:grpSpPr>
          <a:xfrm>
            <a:off x="5024289" y="1402085"/>
            <a:ext cx="361674" cy="361333"/>
            <a:chOff x="4661459" y="1402085"/>
            <a:chExt cx="361674" cy="361333"/>
          </a:xfrm>
          <a:solidFill>
            <a:srgbClr val="00A3E0"/>
          </a:solidFill>
        </p:grpSpPr>
        <p:sp>
          <p:nvSpPr>
            <p:cNvPr id="816" name="Graphic 4">
              <a:extLst>
                <a:ext uri="{FF2B5EF4-FFF2-40B4-BE49-F238E27FC236}">
                  <a16:creationId xmlns:a16="http://schemas.microsoft.com/office/drawing/2014/main" id="{99DD4B7D-2ECF-5648-8585-63A018643C0C}"/>
                </a:ext>
              </a:extLst>
            </p:cNvPr>
            <p:cNvSpPr/>
            <p:nvPr/>
          </p:nvSpPr>
          <p:spPr>
            <a:xfrm>
              <a:off x="4661459" y="1402085"/>
              <a:ext cx="361674" cy="361333"/>
            </a:xfrm>
            <a:custGeom>
              <a:avLst/>
              <a:gdLst>
                <a:gd name="connsiteX0" fmla="*/ 180835 w 361674"/>
                <a:gd name="connsiteY0" fmla="*/ 349204 h 361333"/>
                <a:gd name="connsiteX1" fmla="*/ 12780 w 361674"/>
                <a:gd name="connsiteY1" fmla="*/ 181305 h 361333"/>
                <a:gd name="connsiteX2" fmla="*/ 180835 w 361674"/>
                <a:gd name="connsiteY2" fmla="*/ 13406 h 361333"/>
                <a:gd name="connsiteX3" fmla="*/ 348890 w 361674"/>
                <a:gd name="connsiteY3" fmla="*/ 181305 h 361333"/>
                <a:gd name="connsiteX4" fmla="*/ 180835 w 361674"/>
                <a:gd name="connsiteY4" fmla="*/ 349204 h 361333"/>
                <a:gd name="connsiteX5" fmla="*/ 180835 w 361674"/>
                <a:gd name="connsiteY5" fmla="*/ 0 h 361333"/>
                <a:gd name="connsiteX6" fmla="*/ 0 w 361674"/>
                <a:gd name="connsiteY6" fmla="*/ 180667 h 361333"/>
                <a:gd name="connsiteX7" fmla="*/ 180835 w 361674"/>
                <a:gd name="connsiteY7" fmla="*/ 361333 h 361333"/>
                <a:gd name="connsiteX8" fmla="*/ 361670 w 361674"/>
                <a:gd name="connsiteY8" fmla="*/ 180667 h 361333"/>
                <a:gd name="connsiteX9" fmla="*/ 180835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30" y="273873"/>
                    <a:pt x="273489" y="349204"/>
                    <a:pt x="180835" y="349204"/>
                  </a:cubicBezTo>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10" y="81077"/>
                    <a:pt x="281157" y="0"/>
                    <a:pt x="180835" y="0"/>
                  </a:cubicBezTo>
                </a:path>
              </a:pathLst>
            </a:custGeom>
            <a:solidFill>
              <a:srgbClr val="00A3E0"/>
            </a:solidFill>
            <a:ln w="6390" cap="flat">
              <a:noFill/>
              <a:prstDash val="solid"/>
              <a:miter/>
            </a:ln>
          </p:spPr>
          <p:txBody>
            <a:bodyPr rtlCol="0" anchor="ctr"/>
            <a:lstStyle/>
            <a:p>
              <a:endParaRPr lang="en-US"/>
            </a:p>
          </p:txBody>
        </p:sp>
        <p:sp>
          <p:nvSpPr>
            <p:cNvPr id="817" name="Graphic 4">
              <a:extLst>
                <a:ext uri="{FF2B5EF4-FFF2-40B4-BE49-F238E27FC236}">
                  <a16:creationId xmlns:a16="http://schemas.microsoft.com/office/drawing/2014/main" id="{924A173B-424A-0641-8A2A-B24DC8CFB9C5}"/>
                </a:ext>
              </a:extLst>
            </p:cNvPr>
            <p:cNvSpPr/>
            <p:nvPr/>
          </p:nvSpPr>
          <p:spPr>
            <a:xfrm>
              <a:off x="4788619" y="1594881"/>
              <a:ext cx="143154" cy="91929"/>
            </a:xfrm>
            <a:custGeom>
              <a:avLst/>
              <a:gdLst>
                <a:gd name="connsiteX0" fmla="*/ 71567 w 143154"/>
                <a:gd name="connsiteY0" fmla="*/ 78523 h 91929"/>
                <a:gd name="connsiteX1" fmla="*/ 12780 w 143154"/>
                <a:gd name="connsiteY1" fmla="*/ 60648 h 91929"/>
                <a:gd name="connsiteX2" fmla="*/ 12780 w 143154"/>
                <a:gd name="connsiteY2" fmla="*/ 47880 h 91929"/>
                <a:gd name="connsiteX3" fmla="*/ 30672 w 143154"/>
                <a:gd name="connsiteY3" fmla="*/ 54902 h 91929"/>
                <a:gd name="connsiteX4" fmla="*/ 31310 w 143154"/>
                <a:gd name="connsiteY4" fmla="*/ 54902 h 91929"/>
                <a:gd name="connsiteX5" fmla="*/ 72206 w 143154"/>
                <a:gd name="connsiteY5" fmla="*/ 60009 h 91929"/>
                <a:gd name="connsiteX6" fmla="*/ 98405 w 143154"/>
                <a:gd name="connsiteY6" fmla="*/ 58094 h 91929"/>
                <a:gd name="connsiteX7" fmla="*/ 103517 w 143154"/>
                <a:gd name="connsiteY7" fmla="*/ 51072 h 91929"/>
                <a:gd name="connsiteX8" fmla="*/ 96488 w 143154"/>
                <a:gd name="connsiteY8" fmla="*/ 45965 h 91929"/>
                <a:gd name="connsiteX9" fmla="*/ 72206 w 143154"/>
                <a:gd name="connsiteY9" fmla="*/ 47880 h 91929"/>
                <a:gd name="connsiteX10" fmla="*/ 51758 w 143154"/>
                <a:gd name="connsiteY10" fmla="*/ 46603 h 91929"/>
                <a:gd name="connsiteX11" fmla="*/ 108629 w 143154"/>
                <a:gd name="connsiteY11" fmla="*/ 17237 h 91929"/>
                <a:gd name="connsiteX12" fmla="*/ 130994 w 143154"/>
                <a:gd name="connsiteY12" fmla="*/ 30643 h 91929"/>
                <a:gd name="connsiteX13" fmla="*/ 112463 w 143154"/>
                <a:gd name="connsiteY13" fmla="*/ 42773 h 91929"/>
                <a:gd name="connsiteX14" fmla="*/ 107990 w 143154"/>
                <a:gd name="connsiteY14" fmla="*/ 51072 h 91929"/>
                <a:gd name="connsiteX15" fmla="*/ 114380 w 143154"/>
                <a:gd name="connsiteY15" fmla="*/ 55541 h 91929"/>
                <a:gd name="connsiteX16" fmla="*/ 116297 w 143154"/>
                <a:gd name="connsiteY16" fmla="*/ 55541 h 91929"/>
                <a:gd name="connsiteX17" fmla="*/ 131633 w 143154"/>
                <a:gd name="connsiteY17" fmla="*/ 49157 h 91929"/>
                <a:gd name="connsiteX18" fmla="*/ 131633 w 143154"/>
                <a:gd name="connsiteY18" fmla="*/ 61925 h 91929"/>
                <a:gd name="connsiteX19" fmla="*/ 71567 w 143154"/>
                <a:gd name="connsiteY19" fmla="*/ 78523 h 91929"/>
                <a:gd name="connsiteX20" fmla="*/ 71567 w 143154"/>
                <a:gd name="connsiteY20" fmla="*/ 13406 h 91929"/>
                <a:gd name="connsiteX21" fmla="*/ 87542 w 143154"/>
                <a:gd name="connsiteY21" fmla="*/ 14045 h 91929"/>
                <a:gd name="connsiteX22" fmla="*/ 31950 w 143154"/>
                <a:gd name="connsiteY22" fmla="*/ 43411 h 91929"/>
                <a:gd name="connsiteX23" fmla="*/ 12780 w 143154"/>
                <a:gd name="connsiteY23" fmla="*/ 31282 h 91929"/>
                <a:gd name="connsiteX24" fmla="*/ 71567 w 143154"/>
                <a:gd name="connsiteY24" fmla="*/ 13406 h 91929"/>
                <a:gd name="connsiteX25" fmla="*/ 109268 w 143154"/>
                <a:gd name="connsiteY25" fmla="*/ 4469 h 91929"/>
                <a:gd name="connsiteX26" fmla="*/ 109268 w 143154"/>
                <a:gd name="connsiteY26" fmla="*/ 4469 h 91929"/>
                <a:gd name="connsiteX27" fmla="*/ 71567 w 143154"/>
                <a:gd name="connsiteY27" fmla="*/ 0 h 91929"/>
                <a:gd name="connsiteX28" fmla="*/ 0 w 143154"/>
                <a:gd name="connsiteY28" fmla="*/ 30643 h 91929"/>
                <a:gd name="connsiteX29" fmla="*/ 0 w 143154"/>
                <a:gd name="connsiteY29" fmla="*/ 61286 h 91929"/>
                <a:gd name="connsiteX30" fmla="*/ 71567 w 143154"/>
                <a:gd name="connsiteY30" fmla="*/ 91929 h 91929"/>
                <a:gd name="connsiteX31" fmla="*/ 143134 w 143154"/>
                <a:gd name="connsiteY31" fmla="*/ 61286 h 91929"/>
                <a:gd name="connsiteX32" fmla="*/ 143134 w 143154"/>
                <a:gd name="connsiteY32" fmla="*/ 30643 h 91929"/>
                <a:gd name="connsiteX33" fmla="*/ 109268 w 143154"/>
                <a:gd name="connsiteY33" fmla="*/ 4469 h 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43154" h="91929">
                  <a:moveTo>
                    <a:pt x="71567" y="78523"/>
                  </a:moveTo>
                  <a:cubicBezTo>
                    <a:pt x="33227" y="78523"/>
                    <a:pt x="12780" y="67032"/>
                    <a:pt x="12780" y="60648"/>
                  </a:cubicBezTo>
                  <a:lnTo>
                    <a:pt x="12780" y="47880"/>
                  </a:lnTo>
                  <a:cubicBezTo>
                    <a:pt x="17892" y="51072"/>
                    <a:pt x="23642" y="52987"/>
                    <a:pt x="30672" y="54902"/>
                  </a:cubicBezTo>
                  <a:cubicBezTo>
                    <a:pt x="30672" y="54902"/>
                    <a:pt x="30672" y="54902"/>
                    <a:pt x="31310" y="54902"/>
                  </a:cubicBezTo>
                  <a:cubicBezTo>
                    <a:pt x="43451" y="58094"/>
                    <a:pt x="57509" y="60009"/>
                    <a:pt x="72206" y="60009"/>
                  </a:cubicBezTo>
                  <a:cubicBezTo>
                    <a:pt x="81152" y="60009"/>
                    <a:pt x="90098" y="59371"/>
                    <a:pt x="98405" y="58094"/>
                  </a:cubicBezTo>
                  <a:cubicBezTo>
                    <a:pt x="101600" y="57456"/>
                    <a:pt x="104156" y="54264"/>
                    <a:pt x="103517" y="51072"/>
                  </a:cubicBezTo>
                  <a:cubicBezTo>
                    <a:pt x="102878" y="47880"/>
                    <a:pt x="99683" y="45326"/>
                    <a:pt x="96488" y="45965"/>
                  </a:cubicBezTo>
                  <a:cubicBezTo>
                    <a:pt x="88820" y="47242"/>
                    <a:pt x="80513" y="47880"/>
                    <a:pt x="72206" y="47880"/>
                  </a:cubicBezTo>
                  <a:cubicBezTo>
                    <a:pt x="64538" y="47880"/>
                    <a:pt x="58148" y="47242"/>
                    <a:pt x="51758" y="46603"/>
                  </a:cubicBezTo>
                  <a:lnTo>
                    <a:pt x="108629" y="17237"/>
                  </a:lnTo>
                  <a:cubicBezTo>
                    <a:pt x="123326" y="21067"/>
                    <a:pt x="130994" y="26813"/>
                    <a:pt x="130994" y="30643"/>
                  </a:cubicBezTo>
                  <a:cubicBezTo>
                    <a:pt x="130994" y="33835"/>
                    <a:pt x="125243" y="38942"/>
                    <a:pt x="112463" y="42773"/>
                  </a:cubicBezTo>
                  <a:cubicBezTo>
                    <a:pt x="109268" y="44050"/>
                    <a:pt x="107351" y="47242"/>
                    <a:pt x="107990" y="51072"/>
                  </a:cubicBezTo>
                  <a:cubicBezTo>
                    <a:pt x="108629" y="53626"/>
                    <a:pt x="111185" y="55541"/>
                    <a:pt x="114380" y="55541"/>
                  </a:cubicBezTo>
                  <a:cubicBezTo>
                    <a:pt x="115019" y="55541"/>
                    <a:pt x="115658" y="55541"/>
                    <a:pt x="116297" y="55541"/>
                  </a:cubicBezTo>
                  <a:cubicBezTo>
                    <a:pt x="122048" y="53626"/>
                    <a:pt x="127160" y="51710"/>
                    <a:pt x="131633" y="49157"/>
                  </a:cubicBezTo>
                  <a:lnTo>
                    <a:pt x="131633" y="61925"/>
                  </a:lnTo>
                  <a:cubicBezTo>
                    <a:pt x="130994" y="67032"/>
                    <a:pt x="109907" y="78523"/>
                    <a:pt x="71567" y="78523"/>
                  </a:cubicBezTo>
                  <a:moveTo>
                    <a:pt x="71567" y="13406"/>
                  </a:moveTo>
                  <a:cubicBezTo>
                    <a:pt x="77318" y="13406"/>
                    <a:pt x="82430" y="13406"/>
                    <a:pt x="87542" y="14045"/>
                  </a:cubicBezTo>
                  <a:lnTo>
                    <a:pt x="31950" y="43411"/>
                  </a:lnTo>
                  <a:cubicBezTo>
                    <a:pt x="19170" y="39581"/>
                    <a:pt x="12780" y="34474"/>
                    <a:pt x="12780" y="31282"/>
                  </a:cubicBezTo>
                  <a:cubicBezTo>
                    <a:pt x="12780" y="24898"/>
                    <a:pt x="33867" y="13406"/>
                    <a:pt x="71567" y="13406"/>
                  </a:cubicBezTo>
                  <a:moveTo>
                    <a:pt x="109268" y="4469"/>
                  </a:moveTo>
                  <a:cubicBezTo>
                    <a:pt x="109268" y="4469"/>
                    <a:pt x="109268" y="4469"/>
                    <a:pt x="109268" y="4469"/>
                  </a:cubicBezTo>
                  <a:cubicBezTo>
                    <a:pt x="97766" y="1915"/>
                    <a:pt x="84986" y="0"/>
                    <a:pt x="71567" y="0"/>
                  </a:cubicBezTo>
                  <a:cubicBezTo>
                    <a:pt x="35783" y="0"/>
                    <a:pt x="0" y="10214"/>
                    <a:pt x="0" y="30643"/>
                  </a:cubicBezTo>
                  <a:lnTo>
                    <a:pt x="0" y="61286"/>
                  </a:lnTo>
                  <a:cubicBezTo>
                    <a:pt x="0" y="81077"/>
                    <a:pt x="36422" y="91929"/>
                    <a:pt x="71567" y="91929"/>
                  </a:cubicBezTo>
                  <a:cubicBezTo>
                    <a:pt x="107351" y="91929"/>
                    <a:pt x="143134" y="81715"/>
                    <a:pt x="143134" y="61286"/>
                  </a:cubicBezTo>
                  <a:lnTo>
                    <a:pt x="143134" y="30643"/>
                  </a:lnTo>
                  <a:cubicBezTo>
                    <a:pt x="143774" y="17875"/>
                    <a:pt x="129076" y="9576"/>
                    <a:pt x="109268" y="4469"/>
                  </a:cubicBezTo>
                </a:path>
              </a:pathLst>
            </a:custGeom>
            <a:solidFill>
              <a:srgbClr val="00A3E0"/>
            </a:solidFill>
            <a:ln w="6390" cap="flat">
              <a:noFill/>
              <a:prstDash val="solid"/>
              <a:miter/>
            </a:ln>
          </p:spPr>
          <p:txBody>
            <a:bodyPr rtlCol="0" anchor="ctr"/>
            <a:lstStyle/>
            <a:p>
              <a:endParaRPr lang="en-US"/>
            </a:p>
          </p:txBody>
        </p:sp>
        <p:sp>
          <p:nvSpPr>
            <p:cNvPr id="818" name="Graphic 4">
              <a:extLst>
                <a:ext uri="{FF2B5EF4-FFF2-40B4-BE49-F238E27FC236}">
                  <a16:creationId xmlns:a16="http://schemas.microsoft.com/office/drawing/2014/main" id="{60206206-FF81-DD4D-952B-42CF8397B007}"/>
                </a:ext>
              </a:extLst>
            </p:cNvPr>
            <p:cNvSpPr/>
            <p:nvPr/>
          </p:nvSpPr>
          <p:spPr>
            <a:xfrm>
              <a:off x="4750918" y="1480394"/>
              <a:ext cx="181473" cy="178326"/>
            </a:xfrm>
            <a:custGeom>
              <a:avLst/>
              <a:gdLst>
                <a:gd name="connsiteX0" fmla="*/ 133549 w 181473"/>
                <a:gd name="connsiteY0" fmla="*/ 214 h 178326"/>
                <a:gd name="connsiteX1" fmla="*/ 97127 w 181473"/>
                <a:gd name="connsiteY1" fmla="*/ 16812 h 178326"/>
                <a:gd name="connsiteX2" fmla="*/ 56870 w 181473"/>
                <a:gd name="connsiteY2" fmla="*/ 57031 h 178326"/>
                <a:gd name="connsiteX3" fmla="*/ 56870 w 181473"/>
                <a:gd name="connsiteY3" fmla="*/ 57031 h 178326"/>
                <a:gd name="connsiteX4" fmla="*/ 56870 w 181473"/>
                <a:gd name="connsiteY4" fmla="*/ 57031 h 178326"/>
                <a:gd name="connsiteX5" fmla="*/ 16613 w 181473"/>
                <a:gd name="connsiteY5" fmla="*/ 97250 h 178326"/>
                <a:gd name="connsiteX6" fmla="*/ 12779 w 181473"/>
                <a:gd name="connsiteY6" fmla="*/ 168751 h 178326"/>
                <a:gd name="connsiteX7" fmla="*/ 26198 w 181473"/>
                <a:gd name="connsiteY7" fmla="*/ 177688 h 178326"/>
                <a:gd name="connsiteX8" fmla="*/ 28754 w 181473"/>
                <a:gd name="connsiteY8" fmla="*/ 178327 h 178326"/>
                <a:gd name="connsiteX9" fmla="*/ 34505 w 181473"/>
                <a:gd name="connsiteY9" fmla="*/ 174496 h 178326"/>
                <a:gd name="connsiteX10" fmla="*/ 31310 w 181473"/>
                <a:gd name="connsiteY10" fmla="*/ 166197 h 178326"/>
                <a:gd name="connsiteX11" fmla="*/ 21726 w 181473"/>
                <a:gd name="connsiteY11" fmla="*/ 159813 h 178326"/>
                <a:gd name="connsiteX12" fmla="*/ 25559 w 181473"/>
                <a:gd name="connsiteY12" fmla="*/ 106826 h 178326"/>
                <a:gd name="connsiteX13" fmla="*/ 61343 w 181473"/>
                <a:gd name="connsiteY13" fmla="*/ 71076 h 178326"/>
                <a:gd name="connsiteX14" fmla="*/ 102239 w 181473"/>
                <a:gd name="connsiteY14" fmla="*/ 111933 h 178326"/>
                <a:gd name="connsiteX15" fmla="*/ 106712 w 181473"/>
                <a:gd name="connsiteY15" fmla="*/ 113849 h 178326"/>
                <a:gd name="connsiteX16" fmla="*/ 111185 w 181473"/>
                <a:gd name="connsiteY16" fmla="*/ 111933 h 178326"/>
                <a:gd name="connsiteX17" fmla="*/ 111185 w 181473"/>
                <a:gd name="connsiteY17" fmla="*/ 102996 h 178326"/>
                <a:gd name="connsiteX18" fmla="*/ 70289 w 181473"/>
                <a:gd name="connsiteY18" fmla="*/ 62138 h 178326"/>
                <a:gd name="connsiteX19" fmla="*/ 106072 w 181473"/>
                <a:gd name="connsiteY19" fmla="*/ 26388 h 178326"/>
                <a:gd name="connsiteX20" fmla="*/ 134188 w 181473"/>
                <a:gd name="connsiteY20" fmla="*/ 13620 h 178326"/>
                <a:gd name="connsiteX21" fmla="*/ 159748 w 181473"/>
                <a:gd name="connsiteY21" fmla="*/ 22558 h 178326"/>
                <a:gd name="connsiteX22" fmla="*/ 155914 w 181473"/>
                <a:gd name="connsiteY22" fmla="*/ 75545 h 178326"/>
                <a:gd name="connsiteX23" fmla="*/ 129076 w 181473"/>
                <a:gd name="connsiteY23" fmla="*/ 102357 h 178326"/>
                <a:gd name="connsiteX24" fmla="*/ 129076 w 181473"/>
                <a:gd name="connsiteY24" fmla="*/ 111295 h 178326"/>
                <a:gd name="connsiteX25" fmla="*/ 138022 w 181473"/>
                <a:gd name="connsiteY25" fmla="*/ 111295 h 178326"/>
                <a:gd name="connsiteX26" fmla="*/ 164860 w 181473"/>
                <a:gd name="connsiteY26" fmla="*/ 84482 h 178326"/>
                <a:gd name="connsiteX27" fmla="*/ 168694 w 181473"/>
                <a:gd name="connsiteY27" fmla="*/ 12982 h 178326"/>
                <a:gd name="connsiteX28" fmla="*/ 133549 w 181473"/>
                <a:gd name="connsiteY28" fmla="*/ 214 h 17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1473" h="178326">
                  <a:moveTo>
                    <a:pt x="133549" y="214"/>
                  </a:moveTo>
                  <a:cubicBezTo>
                    <a:pt x="120130" y="852"/>
                    <a:pt x="107350" y="7236"/>
                    <a:pt x="97127" y="16812"/>
                  </a:cubicBezTo>
                  <a:lnTo>
                    <a:pt x="56870" y="57031"/>
                  </a:lnTo>
                  <a:cubicBezTo>
                    <a:pt x="56870" y="57031"/>
                    <a:pt x="56870" y="57031"/>
                    <a:pt x="56870" y="57031"/>
                  </a:cubicBezTo>
                  <a:cubicBezTo>
                    <a:pt x="56870" y="57031"/>
                    <a:pt x="56870" y="57031"/>
                    <a:pt x="56870" y="57031"/>
                  </a:cubicBezTo>
                  <a:lnTo>
                    <a:pt x="16613" y="97250"/>
                  </a:lnTo>
                  <a:cubicBezTo>
                    <a:pt x="-3834" y="117679"/>
                    <a:pt x="-5751" y="150237"/>
                    <a:pt x="12779" y="168751"/>
                  </a:cubicBezTo>
                  <a:cubicBezTo>
                    <a:pt x="16613" y="172581"/>
                    <a:pt x="21086" y="175773"/>
                    <a:pt x="26198" y="177688"/>
                  </a:cubicBezTo>
                  <a:cubicBezTo>
                    <a:pt x="26837" y="178327"/>
                    <a:pt x="28115" y="178327"/>
                    <a:pt x="28754" y="178327"/>
                  </a:cubicBezTo>
                  <a:cubicBezTo>
                    <a:pt x="31310" y="178327"/>
                    <a:pt x="33866" y="177050"/>
                    <a:pt x="34505" y="174496"/>
                  </a:cubicBezTo>
                  <a:cubicBezTo>
                    <a:pt x="35783" y="171304"/>
                    <a:pt x="34505" y="167474"/>
                    <a:pt x="31310" y="166197"/>
                  </a:cubicBezTo>
                  <a:cubicBezTo>
                    <a:pt x="27476" y="164920"/>
                    <a:pt x="24281" y="162367"/>
                    <a:pt x="21726" y="159813"/>
                  </a:cubicBezTo>
                  <a:cubicBezTo>
                    <a:pt x="8306" y="146407"/>
                    <a:pt x="9585" y="122148"/>
                    <a:pt x="25559" y="106826"/>
                  </a:cubicBezTo>
                  <a:lnTo>
                    <a:pt x="61343" y="71076"/>
                  </a:lnTo>
                  <a:lnTo>
                    <a:pt x="102239" y="111933"/>
                  </a:lnTo>
                  <a:cubicBezTo>
                    <a:pt x="103517" y="113210"/>
                    <a:pt x="105434" y="113849"/>
                    <a:pt x="106712" y="113849"/>
                  </a:cubicBezTo>
                  <a:cubicBezTo>
                    <a:pt x="108629" y="113849"/>
                    <a:pt x="109907" y="113210"/>
                    <a:pt x="111185" y="111933"/>
                  </a:cubicBezTo>
                  <a:cubicBezTo>
                    <a:pt x="113740" y="109380"/>
                    <a:pt x="113740" y="105549"/>
                    <a:pt x="111185" y="102996"/>
                  </a:cubicBezTo>
                  <a:lnTo>
                    <a:pt x="70289" y="62138"/>
                  </a:lnTo>
                  <a:lnTo>
                    <a:pt x="106072" y="26388"/>
                  </a:lnTo>
                  <a:cubicBezTo>
                    <a:pt x="113740" y="18727"/>
                    <a:pt x="123965" y="14258"/>
                    <a:pt x="134188" y="13620"/>
                  </a:cubicBezTo>
                  <a:cubicBezTo>
                    <a:pt x="144412" y="12982"/>
                    <a:pt x="153358" y="16174"/>
                    <a:pt x="159748" y="22558"/>
                  </a:cubicBezTo>
                  <a:cubicBezTo>
                    <a:pt x="173167" y="35964"/>
                    <a:pt x="171889" y="60223"/>
                    <a:pt x="155914" y="75545"/>
                  </a:cubicBezTo>
                  <a:lnTo>
                    <a:pt x="129076" y="102357"/>
                  </a:lnTo>
                  <a:cubicBezTo>
                    <a:pt x="126520" y="104911"/>
                    <a:pt x="126520" y="108741"/>
                    <a:pt x="129076" y="111295"/>
                  </a:cubicBezTo>
                  <a:cubicBezTo>
                    <a:pt x="131632" y="113849"/>
                    <a:pt x="135466" y="113849"/>
                    <a:pt x="138022" y="111295"/>
                  </a:cubicBezTo>
                  <a:lnTo>
                    <a:pt x="164860" y="84482"/>
                  </a:lnTo>
                  <a:cubicBezTo>
                    <a:pt x="185308" y="64054"/>
                    <a:pt x="187225" y="31495"/>
                    <a:pt x="168694" y="12982"/>
                  </a:cubicBezTo>
                  <a:cubicBezTo>
                    <a:pt x="159748" y="3406"/>
                    <a:pt x="147607" y="-1063"/>
                    <a:pt x="133549" y="214"/>
                  </a:cubicBezTo>
                </a:path>
              </a:pathLst>
            </a:custGeom>
            <a:solidFill>
              <a:srgbClr val="00A3E0"/>
            </a:solidFill>
            <a:ln w="6390" cap="flat">
              <a:noFill/>
              <a:prstDash val="solid"/>
              <a:miter/>
            </a:ln>
          </p:spPr>
          <p:txBody>
            <a:bodyPr rtlCol="0" anchor="ctr"/>
            <a:lstStyle/>
            <a:p>
              <a:endParaRPr lang="en-US"/>
            </a:p>
          </p:txBody>
        </p:sp>
        <p:sp>
          <p:nvSpPr>
            <p:cNvPr id="819" name="Graphic 4">
              <a:extLst>
                <a:ext uri="{FF2B5EF4-FFF2-40B4-BE49-F238E27FC236}">
                  <a16:creationId xmlns:a16="http://schemas.microsoft.com/office/drawing/2014/main" id="{3B878215-E9D9-7341-8499-989ABA1E073E}"/>
                </a:ext>
              </a:extLst>
            </p:cNvPr>
            <p:cNvSpPr/>
            <p:nvPr/>
          </p:nvSpPr>
          <p:spPr>
            <a:xfrm>
              <a:off x="4839099" y="1497844"/>
              <a:ext cx="54314" cy="42134"/>
            </a:xfrm>
            <a:custGeom>
              <a:avLst/>
              <a:gdLst>
                <a:gd name="connsiteX0" fmla="*/ 54314 w 54314"/>
                <a:gd name="connsiteY0" fmla="*/ 6384 h 42134"/>
                <a:gd name="connsiteX1" fmla="*/ 47924 w 54314"/>
                <a:gd name="connsiteY1" fmla="*/ 0 h 42134"/>
                <a:gd name="connsiteX2" fmla="*/ 22365 w 54314"/>
                <a:gd name="connsiteY2" fmla="*/ 10853 h 42134"/>
                <a:gd name="connsiteX3" fmla="*/ 1917 w 54314"/>
                <a:gd name="connsiteY3" fmla="*/ 31281 h 42134"/>
                <a:gd name="connsiteX4" fmla="*/ 1917 w 54314"/>
                <a:gd name="connsiteY4" fmla="*/ 40219 h 42134"/>
                <a:gd name="connsiteX5" fmla="*/ 6390 w 54314"/>
                <a:gd name="connsiteY5" fmla="*/ 42134 h 42134"/>
                <a:gd name="connsiteX6" fmla="*/ 10863 w 54314"/>
                <a:gd name="connsiteY6" fmla="*/ 40219 h 42134"/>
                <a:gd name="connsiteX7" fmla="*/ 31311 w 54314"/>
                <a:gd name="connsiteY7" fmla="*/ 19790 h 42134"/>
                <a:gd name="connsiteX8" fmla="*/ 47286 w 54314"/>
                <a:gd name="connsiteY8" fmla="*/ 12768 h 42134"/>
                <a:gd name="connsiteX9" fmla="*/ 54314 w 54314"/>
                <a:gd name="connsiteY9" fmla="*/ 6384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314" h="42134">
                  <a:moveTo>
                    <a:pt x="54314" y="6384"/>
                  </a:moveTo>
                  <a:cubicBezTo>
                    <a:pt x="54314" y="2554"/>
                    <a:pt x="51759" y="0"/>
                    <a:pt x="47924" y="0"/>
                  </a:cubicBezTo>
                  <a:cubicBezTo>
                    <a:pt x="38979" y="0"/>
                    <a:pt x="29394" y="3830"/>
                    <a:pt x="22365" y="10853"/>
                  </a:cubicBezTo>
                  <a:lnTo>
                    <a:pt x="1917" y="31281"/>
                  </a:lnTo>
                  <a:cubicBezTo>
                    <a:pt x="-639" y="33835"/>
                    <a:pt x="-639" y="37665"/>
                    <a:pt x="1917" y="40219"/>
                  </a:cubicBezTo>
                  <a:cubicBezTo>
                    <a:pt x="3195" y="41496"/>
                    <a:pt x="5112" y="42134"/>
                    <a:pt x="6390" y="42134"/>
                  </a:cubicBezTo>
                  <a:cubicBezTo>
                    <a:pt x="8307" y="42134"/>
                    <a:pt x="9585" y="41496"/>
                    <a:pt x="10863" y="40219"/>
                  </a:cubicBezTo>
                  <a:lnTo>
                    <a:pt x="31311" y="19790"/>
                  </a:lnTo>
                  <a:cubicBezTo>
                    <a:pt x="35784" y="15322"/>
                    <a:pt x="41534" y="12768"/>
                    <a:pt x="47286" y="12768"/>
                  </a:cubicBezTo>
                  <a:cubicBezTo>
                    <a:pt x="51119" y="12768"/>
                    <a:pt x="54314" y="9576"/>
                    <a:pt x="54314" y="6384"/>
                  </a:cubicBezTo>
                </a:path>
              </a:pathLst>
            </a:custGeom>
            <a:solidFill>
              <a:srgbClr val="00A3E0"/>
            </a:solidFill>
            <a:ln w="6390" cap="flat">
              <a:noFill/>
              <a:prstDash val="solid"/>
              <a:miter/>
            </a:ln>
          </p:spPr>
          <p:txBody>
            <a:bodyPr rtlCol="0" anchor="ctr"/>
            <a:lstStyle/>
            <a:p>
              <a:endParaRPr lang="en-US"/>
            </a:p>
          </p:txBody>
        </p:sp>
      </p:grpSp>
      <p:grpSp>
        <p:nvGrpSpPr>
          <p:cNvPr id="820" name="Graphic 4">
            <a:extLst>
              <a:ext uri="{FF2B5EF4-FFF2-40B4-BE49-F238E27FC236}">
                <a16:creationId xmlns:a16="http://schemas.microsoft.com/office/drawing/2014/main" id="{970D68B2-6A48-C548-A10B-8232EAE77E57}"/>
              </a:ext>
            </a:extLst>
          </p:cNvPr>
          <p:cNvGrpSpPr/>
          <p:nvPr/>
        </p:nvGrpSpPr>
        <p:grpSpPr>
          <a:xfrm>
            <a:off x="5024289" y="4308712"/>
            <a:ext cx="361674" cy="361333"/>
            <a:chOff x="4661459" y="4308712"/>
            <a:chExt cx="361674" cy="361333"/>
          </a:xfrm>
          <a:solidFill>
            <a:srgbClr val="00A3E0"/>
          </a:solidFill>
        </p:grpSpPr>
        <p:sp>
          <p:nvSpPr>
            <p:cNvPr id="821" name="Graphic 4">
              <a:extLst>
                <a:ext uri="{FF2B5EF4-FFF2-40B4-BE49-F238E27FC236}">
                  <a16:creationId xmlns:a16="http://schemas.microsoft.com/office/drawing/2014/main" id="{BE1005A8-62A8-474F-B8F4-DC620C448BC7}"/>
                </a:ext>
              </a:extLst>
            </p:cNvPr>
            <p:cNvSpPr/>
            <p:nvPr/>
          </p:nvSpPr>
          <p:spPr>
            <a:xfrm>
              <a:off x="4661459" y="4308712"/>
              <a:ext cx="361674" cy="361333"/>
            </a:xfrm>
            <a:custGeom>
              <a:avLst/>
              <a:gdLst>
                <a:gd name="connsiteX0" fmla="*/ 180835 w 361674"/>
                <a:gd name="connsiteY0" fmla="*/ 349204 h 361333"/>
                <a:gd name="connsiteX1" fmla="*/ 12780 w 361674"/>
                <a:gd name="connsiteY1" fmla="*/ 181305 h 361333"/>
                <a:gd name="connsiteX2" fmla="*/ 180835 w 361674"/>
                <a:gd name="connsiteY2" fmla="*/ 13407 h 361333"/>
                <a:gd name="connsiteX3" fmla="*/ 348890 w 361674"/>
                <a:gd name="connsiteY3" fmla="*/ 181305 h 361333"/>
                <a:gd name="connsiteX4" fmla="*/ 180835 w 361674"/>
                <a:gd name="connsiteY4" fmla="*/ 349204 h 361333"/>
                <a:gd name="connsiteX5" fmla="*/ 180835 w 361674"/>
                <a:gd name="connsiteY5" fmla="*/ 0 h 361333"/>
                <a:gd name="connsiteX6" fmla="*/ 0 w 361674"/>
                <a:gd name="connsiteY6" fmla="*/ 180667 h 361333"/>
                <a:gd name="connsiteX7" fmla="*/ 180835 w 361674"/>
                <a:gd name="connsiteY7" fmla="*/ 361334 h 361333"/>
                <a:gd name="connsiteX8" fmla="*/ 361670 w 361674"/>
                <a:gd name="connsiteY8" fmla="*/ 180667 h 361333"/>
                <a:gd name="connsiteX9" fmla="*/ 180835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349204"/>
                  </a:moveTo>
                  <a:cubicBezTo>
                    <a:pt x="88181" y="349204"/>
                    <a:pt x="12780" y="273873"/>
                    <a:pt x="12780" y="181305"/>
                  </a:cubicBezTo>
                  <a:cubicBezTo>
                    <a:pt x="12780" y="88738"/>
                    <a:pt x="88181" y="13407"/>
                    <a:pt x="180835" y="13407"/>
                  </a:cubicBezTo>
                  <a:cubicBezTo>
                    <a:pt x="273489" y="13407"/>
                    <a:pt x="348890" y="88738"/>
                    <a:pt x="348890" y="181305"/>
                  </a:cubicBezTo>
                  <a:cubicBezTo>
                    <a:pt x="349530" y="273234"/>
                    <a:pt x="273489" y="349204"/>
                    <a:pt x="180835" y="349204"/>
                  </a:cubicBezTo>
                  <a:moveTo>
                    <a:pt x="180835" y="0"/>
                  </a:moveTo>
                  <a:cubicBezTo>
                    <a:pt x="80513" y="0"/>
                    <a:pt x="0" y="81077"/>
                    <a:pt x="0" y="180667"/>
                  </a:cubicBezTo>
                  <a:cubicBezTo>
                    <a:pt x="0" y="280895"/>
                    <a:pt x="81152" y="361334"/>
                    <a:pt x="180835" y="361334"/>
                  </a:cubicBezTo>
                  <a:cubicBezTo>
                    <a:pt x="281157" y="361334"/>
                    <a:pt x="361670" y="280257"/>
                    <a:pt x="361670" y="180667"/>
                  </a:cubicBezTo>
                  <a:cubicBezTo>
                    <a:pt x="362310" y="81077"/>
                    <a:pt x="281157" y="0"/>
                    <a:pt x="180835" y="0"/>
                  </a:cubicBezTo>
                </a:path>
              </a:pathLst>
            </a:custGeom>
            <a:solidFill>
              <a:srgbClr val="00A3E0"/>
            </a:solidFill>
            <a:ln w="6390" cap="flat">
              <a:noFill/>
              <a:prstDash val="solid"/>
              <a:miter/>
            </a:ln>
          </p:spPr>
          <p:txBody>
            <a:bodyPr rtlCol="0" anchor="ctr"/>
            <a:lstStyle/>
            <a:p>
              <a:endParaRPr lang="en-US"/>
            </a:p>
          </p:txBody>
        </p:sp>
        <p:sp>
          <p:nvSpPr>
            <p:cNvPr id="822" name="Graphic 4">
              <a:extLst>
                <a:ext uri="{FF2B5EF4-FFF2-40B4-BE49-F238E27FC236}">
                  <a16:creationId xmlns:a16="http://schemas.microsoft.com/office/drawing/2014/main" id="{60AB0965-6138-4B4D-AB85-9D1AA84F89FF}"/>
                </a:ext>
              </a:extLst>
            </p:cNvPr>
            <p:cNvSpPr/>
            <p:nvPr/>
          </p:nvSpPr>
          <p:spPr>
            <a:xfrm>
              <a:off x="4739416" y="4392980"/>
              <a:ext cx="192976" cy="193434"/>
            </a:xfrm>
            <a:custGeom>
              <a:avLst/>
              <a:gdLst>
                <a:gd name="connsiteX0" fmla="*/ 134189 w 192976"/>
                <a:gd name="connsiteY0" fmla="*/ 79161 h 193434"/>
                <a:gd name="connsiteX1" fmla="*/ 76040 w 192976"/>
                <a:gd name="connsiteY1" fmla="*/ 137256 h 193434"/>
                <a:gd name="connsiteX2" fmla="*/ 54954 w 192976"/>
                <a:gd name="connsiteY2" fmla="*/ 116188 h 193434"/>
                <a:gd name="connsiteX3" fmla="*/ 67095 w 192976"/>
                <a:gd name="connsiteY3" fmla="*/ 104059 h 193434"/>
                <a:gd name="connsiteX4" fmla="*/ 74763 w 192976"/>
                <a:gd name="connsiteY4" fmla="*/ 111720 h 193434"/>
                <a:gd name="connsiteX5" fmla="*/ 79235 w 192976"/>
                <a:gd name="connsiteY5" fmla="*/ 113635 h 193434"/>
                <a:gd name="connsiteX6" fmla="*/ 83708 w 192976"/>
                <a:gd name="connsiteY6" fmla="*/ 111720 h 193434"/>
                <a:gd name="connsiteX7" fmla="*/ 83708 w 192976"/>
                <a:gd name="connsiteY7" fmla="*/ 102782 h 193434"/>
                <a:gd name="connsiteX8" fmla="*/ 76040 w 192976"/>
                <a:gd name="connsiteY8" fmla="*/ 95121 h 193434"/>
                <a:gd name="connsiteX9" fmla="*/ 81791 w 192976"/>
                <a:gd name="connsiteY9" fmla="*/ 89376 h 193434"/>
                <a:gd name="connsiteX10" fmla="*/ 89459 w 192976"/>
                <a:gd name="connsiteY10" fmla="*/ 97037 h 193434"/>
                <a:gd name="connsiteX11" fmla="*/ 93932 w 192976"/>
                <a:gd name="connsiteY11" fmla="*/ 98952 h 193434"/>
                <a:gd name="connsiteX12" fmla="*/ 98405 w 192976"/>
                <a:gd name="connsiteY12" fmla="*/ 97037 h 193434"/>
                <a:gd name="connsiteX13" fmla="*/ 98405 w 192976"/>
                <a:gd name="connsiteY13" fmla="*/ 88099 h 193434"/>
                <a:gd name="connsiteX14" fmla="*/ 90737 w 192976"/>
                <a:gd name="connsiteY14" fmla="*/ 80438 h 193434"/>
                <a:gd name="connsiteX15" fmla="*/ 96488 w 192976"/>
                <a:gd name="connsiteY15" fmla="*/ 74693 h 193434"/>
                <a:gd name="connsiteX16" fmla="*/ 104156 w 192976"/>
                <a:gd name="connsiteY16" fmla="*/ 82353 h 193434"/>
                <a:gd name="connsiteX17" fmla="*/ 108629 w 192976"/>
                <a:gd name="connsiteY17" fmla="*/ 84269 h 193434"/>
                <a:gd name="connsiteX18" fmla="*/ 113102 w 192976"/>
                <a:gd name="connsiteY18" fmla="*/ 82353 h 193434"/>
                <a:gd name="connsiteX19" fmla="*/ 113102 w 192976"/>
                <a:gd name="connsiteY19" fmla="*/ 73416 h 193434"/>
                <a:gd name="connsiteX20" fmla="*/ 105434 w 192976"/>
                <a:gd name="connsiteY20" fmla="*/ 65755 h 193434"/>
                <a:gd name="connsiteX21" fmla="*/ 113102 w 192976"/>
                <a:gd name="connsiteY21" fmla="*/ 58094 h 193434"/>
                <a:gd name="connsiteX22" fmla="*/ 116297 w 192976"/>
                <a:gd name="connsiteY22" fmla="*/ 58094 h 193434"/>
                <a:gd name="connsiteX23" fmla="*/ 119492 w 192976"/>
                <a:gd name="connsiteY23" fmla="*/ 61286 h 193434"/>
                <a:gd name="connsiteX24" fmla="*/ 119492 w 192976"/>
                <a:gd name="connsiteY24" fmla="*/ 61286 h 193434"/>
                <a:gd name="connsiteX25" fmla="*/ 119492 w 192976"/>
                <a:gd name="connsiteY25" fmla="*/ 61286 h 193434"/>
                <a:gd name="connsiteX26" fmla="*/ 131633 w 192976"/>
                <a:gd name="connsiteY26" fmla="*/ 73416 h 193434"/>
                <a:gd name="connsiteX27" fmla="*/ 131633 w 192976"/>
                <a:gd name="connsiteY27" fmla="*/ 73416 h 193434"/>
                <a:gd name="connsiteX28" fmla="*/ 134828 w 192976"/>
                <a:gd name="connsiteY28" fmla="*/ 76608 h 193434"/>
                <a:gd name="connsiteX29" fmla="*/ 134189 w 192976"/>
                <a:gd name="connsiteY29" fmla="*/ 79161 h 193434"/>
                <a:gd name="connsiteX30" fmla="*/ 53675 w 192976"/>
                <a:gd name="connsiteY30" fmla="*/ 141724 h 193434"/>
                <a:gd name="connsiteX31" fmla="*/ 30033 w 192976"/>
                <a:gd name="connsiteY31" fmla="*/ 165345 h 193434"/>
                <a:gd name="connsiteX32" fmla="*/ 26838 w 192976"/>
                <a:gd name="connsiteY32" fmla="*/ 162153 h 193434"/>
                <a:gd name="connsiteX33" fmla="*/ 50480 w 192976"/>
                <a:gd name="connsiteY33" fmla="*/ 138532 h 193434"/>
                <a:gd name="connsiteX34" fmla="*/ 51120 w 192976"/>
                <a:gd name="connsiteY34" fmla="*/ 130233 h 193434"/>
                <a:gd name="connsiteX35" fmla="*/ 61983 w 192976"/>
                <a:gd name="connsiteY35" fmla="*/ 141086 h 193434"/>
                <a:gd name="connsiteX36" fmla="*/ 53675 w 192976"/>
                <a:gd name="connsiteY36" fmla="*/ 141724 h 193434"/>
                <a:gd name="connsiteX37" fmla="*/ 143135 w 192976"/>
                <a:gd name="connsiteY37" fmla="*/ 49795 h 193434"/>
                <a:gd name="connsiteX38" fmla="*/ 143135 w 192976"/>
                <a:gd name="connsiteY38" fmla="*/ 49795 h 193434"/>
                <a:gd name="connsiteX39" fmla="*/ 144413 w 192976"/>
                <a:gd name="connsiteY39" fmla="*/ 51072 h 193434"/>
                <a:gd name="connsiteX40" fmla="*/ 135467 w 192976"/>
                <a:gd name="connsiteY40" fmla="*/ 60009 h 193434"/>
                <a:gd name="connsiteX41" fmla="*/ 132272 w 192976"/>
                <a:gd name="connsiteY41" fmla="*/ 56818 h 193434"/>
                <a:gd name="connsiteX42" fmla="*/ 141218 w 192976"/>
                <a:gd name="connsiteY42" fmla="*/ 47880 h 193434"/>
                <a:gd name="connsiteX43" fmla="*/ 143135 w 192976"/>
                <a:gd name="connsiteY43" fmla="*/ 49795 h 193434"/>
                <a:gd name="connsiteX44" fmla="*/ 143135 w 192976"/>
                <a:gd name="connsiteY44" fmla="*/ 49795 h 193434"/>
                <a:gd name="connsiteX45" fmla="*/ 156554 w 192976"/>
                <a:gd name="connsiteY45" fmla="*/ 45326 h 193434"/>
                <a:gd name="connsiteX46" fmla="*/ 191059 w 192976"/>
                <a:gd name="connsiteY46" fmla="*/ 10853 h 193434"/>
                <a:gd name="connsiteX47" fmla="*/ 191059 w 192976"/>
                <a:gd name="connsiteY47" fmla="*/ 1915 h 193434"/>
                <a:gd name="connsiteX48" fmla="*/ 182113 w 192976"/>
                <a:gd name="connsiteY48" fmla="*/ 1915 h 193434"/>
                <a:gd name="connsiteX49" fmla="*/ 147608 w 192976"/>
                <a:gd name="connsiteY49" fmla="*/ 36389 h 193434"/>
                <a:gd name="connsiteX50" fmla="*/ 141857 w 192976"/>
                <a:gd name="connsiteY50" fmla="*/ 30643 h 193434"/>
                <a:gd name="connsiteX51" fmla="*/ 123965 w 192976"/>
                <a:gd name="connsiteY51" fmla="*/ 48518 h 193434"/>
                <a:gd name="connsiteX52" fmla="*/ 104795 w 192976"/>
                <a:gd name="connsiteY52" fmla="*/ 49795 h 193434"/>
                <a:gd name="connsiteX53" fmla="*/ 77958 w 192976"/>
                <a:gd name="connsiteY53" fmla="*/ 76608 h 193434"/>
                <a:gd name="connsiteX54" fmla="*/ 77958 w 192976"/>
                <a:gd name="connsiteY54" fmla="*/ 76608 h 193434"/>
                <a:gd name="connsiteX55" fmla="*/ 46647 w 192976"/>
                <a:gd name="connsiteY55" fmla="*/ 107889 h 193434"/>
                <a:gd name="connsiteX56" fmla="*/ 42174 w 192976"/>
                <a:gd name="connsiteY56" fmla="*/ 103420 h 193434"/>
                <a:gd name="connsiteX57" fmla="*/ 33228 w 192976"/>
                <a:gd name="connsiteY57" fmla="*/ 103420 h 193434"/>
                <a:gd name="connsiteX58" fmla="*/ 33228 w 192976"/>
                <a:gd name="connsiteY58" fmla="*/ 112358 h 193434"/>
                <a:gd name="connsiteX59" fmla="*/ 42174 w 192976"/>
                <a:gd name="connsiteY59" fmla="*/ 121296 h 193434"/>
                <a:gd name="connsiteX60" fmla="*/ 42174 w 192976"/>
                <a:gd name="connsiteY60" fmla="*/ 121296 h 193434"/>
                <a:gd name="connsiteX61" fmla="*/ 42174 w 192976"/>
                <a:gd name="connsiteY61" fmla="*/ 121296 h 193434"/>
                <a:gd name="connsiteX62" fmla="*/ 50480 w 192976"/>
                <a:gd name="connsiteY62" fmla="*/ 129595 h 193434"/>
                <a:gd name="connsiteX63" fmla="*/ 42174 w 192976"/>
                <a:gd name="connsiteY63" fmla="*/ 130233 h 193434"/>
                <a:gd name="connsiteX64" fmla="*/ 18531 w 192976"/>
                <a:gd name="connsiteY64" fmla="*/ 153854 h 193434"/>
                <a:gd name="connsiteX65" fmla="*/ 10863 w 192976"/>
                <a:gd name="connsiteY65" fmla="*/ 146193 h 193434"/>
                <a:gd name="connsiteX66" fmla="*/ 1917 w 192976"/>
                <a:gd name="connsiteY66" fmla="*/ 146193 h 193434"/>
                <a:gd name="connsiteX67" fmla="*/ 1917 w 192976"/>
                <a:gd name="connsiteY67" fmla="*/ 155131 h 193434"/>
                <a:gd name="connsiteX68" fmla="*/ 14058 w 192976"/>
                <a:gd name="connsiteY68" fmla="*/ 167260 h 193434"/>
                <a:gd name="connsiteX69" fmla="*/ 14058 w 192976"/>
                <a:gd name="connsiteY69" fmla="*/ 167260 h 193434"/>
                <a:gd name="connsiteX70" fmla="*/ 14058 w 192976"/>
                <a:gd name="connsiteY70" fmla="*/ 167260 h 193434"/>
                <a:gd name="connsiteX71" fmla="*/ 26199 w 192976"/>
                <a:gd name="connsiteY71" fmla="*/ 179390 h 193434"/>
                <a:gd name="connsiteX72" fmla="*/ 26199 w 192976"/>
                <a:gd name="connsiteY72" fmla="*/ 179390 h 193434"/>
                <a:gd name="connsiteX73" fmla="*/ 26199 w 192976"/>
                <a:gd name="connsiteY73" fmla="*/ 179390 h 193434"/>
                <a:gd name="connsiteX74" fmla="*/ 38340 w 192976"/>
                <a:gd name="connsiteY74" fmla="*/ 191519 h 193434"/>
                <a:gd name="connsiteX75" fmla="*/ 42813 w 192976"/>
                <a:gd name="connsiteY75" fmla="*/ 193434 h 193434"/>
                <a:gd name="connsiteX76" fmla="*/ 47285 w 192976"/>
                <a:gd name="connsiteY76" fmla="*/ 191519 h 193434"/>
                <a:gd name="connsiteX77" fmla="*/ 47285 w 192976"/>
                <a:gd name="connsiteY77" fmla="*/ 182582 h 193434"/>
                <a:gd name="connsiteX78" fmla="*/ 39618 w 192976"/>
                <a:gd name="connsiteY78" fmla="*/ 174921 h 193434"/>
                <a:gd name="connsiteX79" fmla="*/ 63260 w 192976"/>
                <a:gd name="connsiteY79" fmla="*/ 151300 h 193434"/>
                <a:gd name="connsiteX80" fmla="*/ 63900 w 192976"/>
                <a:gd name="connsiteY80" fmla="*/ 143001 h 193434"/>
                <a:gd name="connsiteX81" fmla="*/ 81152 w 192976"/>
                <a:gd name="connsiteY81" fmla="*/ 160238 h 193434"/>
                <a:gd name="connsiteX82" fmla="*/ 85625 w 192976"/>
                <a:gd name="connsiteY82" fmla="*/ 162153 h 193434"/>
                <a:gd name="connsiteX83" fmla="*/ 90098 w 192976"/>
                <a:gd name="connsiteY83" fmla="*/ 160238 h 193434"/>
                <a:gd name="connsiteX84" fmla="*/ 90098 w 192976"/>
                <a:gd name="connsiteY84" fmla="*/ 151300 h 193434"/>
                <a:gd name="connsiteX85" fmla="*/ 85625 w 192976"/>
                <a:gd name="connsiteY85" fmla="*/ 146832 h 193434"/>
                <a:gd name="connsiteX86" fmla="*/ 143774 w 192976"/>
                <a:gd name="connsiteY86" fmla="*/ 88737 h 193434"/>
                <a:gd name="connsiteX87" fmla="*/ 145052 w 192976"/>
                <a:gd name="connsiteY87" fmla="*/ 69585 h 193434"/>
                <a:gd name="connsiteX88" fmla="*/ 162944 w 192976"/>
                <a:gd name="connsiteY88" fmla="*/ 51710 h 193434"/>
                <a:gd name="connsiteX89" fmla="*/ 156554 w 192976"/>
                <a:gd name="connsiteY89" fmla="*/ 45326 h 19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192976" h="193434">
                  <a:moveTo>
                    <a:pt x="134189" y="79161"/>
                  </a:moveTo>
                  <a:lnTo>
                    <a:pt x="76040" y="137256"/>
                  </a:lnTo>
                  <a:lnTo>
                    <a:pt x="54954" y="116188"/>
                  </a:lnTo>
                  <a:lnTo>
                    <a:pt x="67095" y="104059"/>
                  </a:lnTo>
                  <a:lnTo>
                    <a:pt x="74763" y="111720"/>
                  </a:lnTo>
                  <a:cubicBezTo>
                    <a:pt x="76040" y="112996"/>
                    <a:pt x="77958" y="113635"/>
                    <a:pt x="79235" y="113635"/>
                  </a:cubicBezTo>
                  <a:cubicBezTo>
                    <a:pt x="81152" y="113635"/>
                    <a:pt x="82430" y="112996"/>
                    <a:pt x="83708" y="111720"/>
                  </a:cubicBezTo>
                  <a:cubicBezTo>
                    <a:pt x="86264" y="109166"/>
                    <a:pt x="86264" y="105336"/>
                    <a:pt x="83708" y="102782"/>
                  </a:cubicBezTo>
                  <a:lnTo>
                    <a:pt x="76040" y="95121"/>
                  </a:lnTo>
                  <a:lnTo>
                    <a:pt x="81791" y="89376"/>
                  </a:lnTo>
                  <a:lnTo>
                    <a:pt x="89459" y="97037"/>
                  </a:lnTo>
                  <a:cubicBezTo>
                    <a:pt x="90737" y="98313"/>
                    <a:pt x="92654" y="98952"/>
                    <a:pt x="93932" y="98952"/>
                  </a:cubicBezTo>
                  <a:cubicBezTo>
                    <a:pt x="95849" y="98952"/>
                    <a:pt x="97127" y="98313"/>
                    <a:pt x="98405" y="97037"/>
                  </a:cubicBezTo>
                  <a:cubicBezTo>
                    <a:pt x="100961" y="94483"/>
                    <a:pt x="100961" y="90653"/>
                    <a:pt x="98405" y="88099"/>
                  </a:cubicBezTo>
                  <a:lnTo>
                    <a:pt x="90737" y="80438"/>
                  </a:lnTo>
                  <a:lnTo>
                    <a:pt x="96488" y="74693"/>
                  </a:lnTo>
                  <a:lnTo>
                    <a:pt x="104156" y="82353"/>
                  </a:lnTo>
                  <a:cubicBezTo>
                    <a:pt x="105434" y="83630"/>
                    <a:pt x="107351" y="84269"/>
                    <a:pt x="108629" y="84269"/>
                  </a:cubicBezTo>
                  <a:cubicBezTo>
                    <a:pt x="110546" y="84269"/>
                    <a:pt x="111824" y="83630"/>
                    <a:pt x="113102" y="82353"/>
                  </a:cubicBezTo>
                  <a:cubicBezTo>
                    <a:pt x="115658" y="79800"/>
                    <a:pt x="115658" y="75969"/>
                    <a:pt x="113102" y="73416"/>
                  </a:cubicBezTo>
                  <a:lnTo>
                    <a:pt x="105434" y="65755"/>
                  </a:lnTo>
                  <a:lnTo>
                    <a:pt x="113102" y="58094"/>
                  </a:lnTo>
                  <a:cubicBezTo>
                    <a:pt x="113741" y="57456"/>
                    <a:pt x="115019" y="57456"/>
                    <a:pt x="116297" y="58094"/>
                  </a:cubicBezTo>
                  <a:lnTo>
                    <a:pt x="119492" y="61286"/>
                  </a:lnTo>
                  <a:cubicBezTo>
                    <a:pt x="119492" y="61286"/>
                    <a:pt x="119492" y="61286"/>
                    <a:pt x="119492" y="61286"/>
                  </a:cubicBezTo>
                  <a:cubicBezTo>
                    <a:pt x="119492" y="61286"/>
                    <a:pt x="119492" y="61286"/>
                    <a:pt x="119492" y="61286"/>
                  </a:cubicBezTo>
                  <a:lnTo>
                    <a:pt x="131633" y="73416"/>
                  </a:lnTo>
                  <a:cubicBezTo>
                    <a:pt x="131633" y="73416"/>
                    <a:pt x="131633" y="73416"/>
                    <a:pt x="131633" y="73416"/>
                  </a:cubicBezTo>
                  <a:lnTo>
                    <a:pt x="134828" y="76608"/>
                  </a:lnTo>
                  <a:cubicBezTo>
                    <a:pt x="134828" y="77246"/>
                    <a:pt x="134828" y="78523"/>
                    <a:pt x="134189" y="79161"/>
                  </a:cubicBezTo>
                  <a:moveTo>
                    <a:pt x="53675" y="141724"/>
                  </a:moveTo>
                  <a:lnTo>
                    <a:pt x="30033" y="165345"/>
                  </a:lnTo>
                  <a:lnTo>
                    <a:pt x="26838" y="162153"/>
                  </a:lnTo>
                  <a:lnTo>
                    <a:pt x="50480" y="138532"/>
                  </a:lnTo>
                  <a:cubicBezTo>
                    <a:pt x="53037" y="135979"/>
                    <a:pt x="53037" y="132787"/>
                    <a:pt x="51120" y="130233"/>
                  </a:cubicBezTo>
                  <a:lnTo>
                    <a:pt x="61983" y="141086"/>
                  </a:lnTo>
                  <a:cubicBezTo>
                    <a:pt x="59427" y="139809"/>
                    <a:pt x="55593" y="139809"/>
                    <a:pt x="53675" y="141724"/>
                  </a:cubicBezTo>
                  <a:moveTo>
                    <a:pt x="143135" y="49795"/>
                  </a:moveTo>
                  <a:cubicBezTo>
                    <a:pt x="143135" y="49795"/>
                    <a:pt x="143135" y="49795"/>
                    <a:pt x="143135" y="49795"/>
                  </a:cubicBezTo>
                  <a:lnTo>
                    <a:pt x="144413" y="51072"/>
                  </a:lnTo>
                  <a:lnTo>
                    <a:pt x="135467" y="60009"/>
                  </a:lnTo>
                  <a:lnTo>
                    <a:pt x="132272" y="56818"/>
                  </a:lnTo>
                  <a:lnTo>
                    <a:pt x="141218" y="47880"/>
                  </a:lnTo>
                  <a:lnTo>
                    <a:pt x="143135" y="49795"/>
                  </a:lnTo>
                  <a:cubicBezTo>
                    <a:pt x="143135" y="49795"/>
                    <a:pt x="143135" y="49795"/>
                    <a:pt x="143135" y="49795"/>
                  </a:cubicBezTo>
                  <a:moveTo>
                    <a:pt x="156554" y="45326"/>
                  </a:moveTo>
                  <a:lnTo>
                    <a:pt x="191059" y="10853"/>
                  </a:lnTo>
                  <a:cubicBezTo>
                    <a:pt x="193615" y="8299"/>
                    <a:pt x="193615" y="4469"/>
                    <a:pt x="191059" y="1915"/>
                  </a:cubicBezTo>
                  <a:cubicBezTo>
                    <a:pt x="188503" y="-638"/>
                    <a:pt x="184669" y="-638"/>
                    <a:pt x="182113" y="1915"/>
                  </a:cubicBezTo>
                  <a:lnTo>
                    <a:pt x="147608" y="36389"/>
                  </a:lnTo>
                  <a:lnTo>
                    <a:pt x="141857" y="30643"/>
                  </a:lnTo>
                  <a:lnTo>
                    <a:pt x="123965" y="48518"/>
                  </a:lnTo>
                  <a:cubicBezTo>
                    <a:pt x="118214" y="44050"/>
                    <a:pt x="109907" y="44688"/>
                    <a:pt x="104795" y="49795"/>
                  </a:cubicBezTo>
                  <a:lnTo>
                    <a:pt x="77958" y="76608"/>
                  </a:lnTo>
                  <a:cubicBezTo>
                    <a:pt x="77958" y="76608"/>
                    <a:pt x="77958" y="76608"/>
                    <a:pt x="77958" y="76608"/>
                  </a:cubicBezTo>
                  <a:lnTo>
                    <a:pt x="46647" y="107889"/>
                  </a:lnTo>
                  <a:lnTo>
                    <a:pt x="42174" y="103420"/>
                  </a:lnTo>
                  <a:cubicBezTo>
                    <a:pt x="39618" y="100867"/>
                    <a:pt x="35784" y="100867"/>
                    <a:pt x="33228" y="103420"/>
                  </a:cubicBezTo>
                  <a:cubicBezTo>
                    <a:pt x="30672" y="105974"/>
                    <a:pt x="30672" y="109804"/>
                    <a:pt x="33228" y="112358"/>
                  </a:cubicBezTo>
                  <a:lnTo>
                    <a:pt x="42174" y="121296"/>
                  </a:lnTo>
                  <a:cubicBezTo>
                    <a:pt x="42174" y="121296"/>
                    <a:pt x="42174" y="121296"/>
                    <a:pt x="42174" y="121296"/>
                  </a:cubicBezTo>
                  <a:cubicBezTo>
                    <a:pt x="42174" y="121296"/>
                    <a:pt x="42174" y="121296"/>
                    <a:pt x="42174" y="121296"/>
                  </a:cubicBezTo>
                  <a:lnTo>
                    <a:pt x="50480" y="129595"/>
                  </a:lnTo>
                  <a:cubicBezTo>
                    <a:pt x="47925" y="127680"/>
                    <a:pt x="44091" y="127680"/>
                    <a:pt x="42174" y="130233"/>
                  </a:cubicBezTo>
                  <a:lnTo>
                    <a:pt x="18531" y="153854"/>
                  </a:lnTo>
                  <a:lnTo>
                    <a:pt x="10863" y="146193"/>
                  </a:lnTo>
                  <a:cubicBezTo>
                    <a:pt x="8307" y="143640"/>
                    <a:pt x="4473" y="143640"/>
                    <a:pt x="1917" y="146193"/>
                  </a:cubicBezTo>
                  <a:cubicBezTo>
                    <a:pt x="-639" y="148747"/>
                    <a:pt x="-639" y="152577"/>
                    <a:pt x="1917" y="155131"/>
                  </a:cubicBezTo>
                  <a:lnTo>
                    <a:pt x="14058" y="167260"/>
                  </a:lnTo>
                  <a:cubicBezTo>
                    <a:pt x="14058" y="167260"/>
                    <a:pt x="14058" y="167260"/>
                    <a:pt x="14058" y="167260"/>
                  </a:cubicBezTo>
                  <a:lnTo>
                    <a:pt x="14058" y="167260"/>
                  </a:lnTo>
                  <a:lnTo>
                    <a:pt x="26199" y="179390"/>
                  </a:lnTo>
                  <a:lnTo>
                    <a:pt x="26199" y="179390"/>
                  </a:lnTo>
                  <a:lnTo>
                    <a:pt x="26199" y="179390"/>
                  </a:lnTo>
                  <a:lnTo>
                    <a:pt x="38340" y="191519"/>
                  </a:lnTo>
                  <a:cubicBezTo>
                    <a:pt x="39618" y="192796"/>
                    <a:pt x="41535" y="193434"/>
                    <a:pt x="42813" y="193434"/>
                  </a:cubicBezTo>
                  <a:cubicBezTo>
                    <a:pt x="44730" y="193434"/>
                    <a:pt x="46008" y="192796"/>
                    <a:pt x="47285" y="191519"/>
                  </a:cubicBezTo>
                  <a:cubicBezTo>
                    <a:pt x="49842" y="188966"/>
                    <a:pt x="49842" y="185135"/>
                    <a:pt x="47285" y="182582"/>
                  </a:cubicBezTo>
                  <a:lnTo>
                    <a:pt x="39618" y="174921"/>
                  </a:lnTo>
                  <a:lnTo>
                    <a:pt x="63260" y="151300"/>
                  </a:lnTo>
                  <a:cubicBezTo>
                    <a:pt x="65816" y="148747"/>
                    <a:pt x="65816" y="145555"/>
                    <a:pt x="63900" y="143001"/>
                  </a:cubicBezTo>
                  <a:lnTo>
                    <a:pt x="81152" y="160238"/>
                  </a:lnTo>
                  <a:cubicBezTo>
                    <a:pt x="82430" y="161515"/>
                    <a:pt x="84347" y="162153"/>
                    <a:pt x="85625" y="162153"/>
                  </a:cubicBezTo>
                  <a:cubicBezTo>
                    <a:pt x="86903" y="162153"/>
                    <a:pt x="88820" y="161515"/>
                    <a:pt x="90098" y="160238"/>
                  </a:cubicBezTo>
                  <a:cubicBezTo>
                    <a:pt x="92654" y="157684"/>
                    <a:pt x="92654" y="153854"/>
                    <a:pt x="90098" y="151300"/>
                  </a:cubicBezTo>
                  <a:lnTo>
                    <a:pt x="85625" y="146832"/>
                  </a:lnTo>
                  <a:lnTo>
                    <a:pt x="143774" y="88737"/>
                  </a:lnTo>
                  <a:cubicBezTo>
                    <a:pt x="148886" y="83630"/>
                    <a:pt x="149524" y="75331"/>
                    <a:pt x="145052" y="69585"/>
                  </a:cubicBezTo>
                  <a:lnTo>
                    <a:pt x="162944" y="51710"/>
                  </a:lnTo>
                  <a:lnTo>
                    <a:pt x="156554" y="45326"/>
                  </a:lnTo>
                  <a:close/>
                </a:path>
              </a:pathLst>
            </a:custGeom>
            <a:solidFill>
              <a:srgbClr val="00A3E0"/>
            </a:solidFill>
            <a:ln w="6390" cap="flat">
              <a:noFill/>
              <a:prstDash val="solid"/>
              <a:miter/>
            </a:ln>
          </p:spPr>
          <p:txBody>
            <a:bodyPr rtlCol="0" anchor="ctr"/>
            <a:lstStyle/>
            <a:p>
              <a:endParaRPr lang="en-US"/>
            </a:p>
          </p:txBody>
        </p:sp>
        <p:sp>
          <p:nvSpPr>
            <p:cNvPr id="823" name="Graphic 4">
              <a:extLst>
                <a:ext uri="{FF2B5EF4-FFF2-40B4-BE49-F238E27FC236}">
                  <a16:creationId xmlns:a16="http://schemas.microsoft.com/office/drawing/2014/main" id="{1075B521-1203-5146-9263-47C140F4D992}"/>
                </a:ext>
              </a:extLst>
            </p:cNvPr>
            <p:cNvSpPr/>
            <p:nvPr/>
          </p:nvSpPr>
          <p:spPr>
            <a:xfrm>
              <a:off x="4907471" y="4419793"/>
              <a:ext cx="38339" cy="54902"/>
            </a:xfrm>
            <a:custGeom>
              <a:avLst/>
              <a:gdLst>
                <a:gd name="connsiteX0" fmla="*/ 19170 w 38339"/>
                <a:gd name="connsiteY0" fmla="*/ 41496 h 54902"/>
                <a:gd name="connsiteX1" fmla="*/ 12780 w 38339"/>
                <a:gd name="connsiteY1" fmla="*/ 35112 h 54902"/>
                <a:gd name="connsiteX2" fmla="*/ 18531 w 38339"/>
                <a:gd name="connsiteY2" fmla="*/ 21705 h 54902"/>
                <a:gd name="connsiteX3" fmla="*/ 19170 w 38339"/>
                <a:gd name="connsiteY3" fmla="*/ 20429 h 54902"/>
                <a:gd name="connsiteX4" fmla="*/ 19809 w 38339"/>
                <a:gd name="connsiteY4" fmla="*/ 21705 h 54902"/>
                <a:gd name="connsiteX5" fmla="*/ 25560 w 38339"/>
                <a:gd name="connsiteY5" fmla="*/ 35112 h 54902"/>
                <a:gd name="connsiteX6" fmla="*/ 19170 w 38339"/>
                <a:gd name="connsiteY6" fmla="*/ 41496 h 54902"/>
                <a:gd name="connsiteX7" fmla="*/ 25560 w 38339"/>
                <a:gd name="connsiteY7" fmla="*/ 5107 h 54902"/>
                <a:gd name="connsiteX8" fmla="*/ 19170 w 38339"/>
                <a:gd name="connsiteY8" fmla="*/ 0 h 54902"/>
                <a:gd name="connsiteX9" fmla="*/ 12780 w 38339"/>
                <a:gd name="connsiteY9" fmla="*/ 5107 h 54902"/>
                <a:gd name="connsiteX10" fmla="*/ 7668 w 38339"/>
                <a:gd name="connsiteY10" fmla="*/ 15321 h 54902"/>
                <a:gd name="connsiteX11" fmla="*/ 0 w 38339"/>
                <a:gd name="connsiteY11" fmla="*/ 35750 h 54902"/>
                <a:gd name="connsiteX12" fmla="*/ 19170 w 38339"/>
                <a:gd name="connsiteY12" fmla="*/ 54902 h 54902"/>
                <a:gd name="connsiteX13" fmla="*/ 38340 w 38339"/>
                <a:gd name="connsiteY13" fmla="*/ 35750 h 54902"/>
                <a:gd name="connsiteX14" fmla="*/ 30672 w 38339"/>
                <a:gd name="connsiteY14" fmla="*/ 15321 h 54902"/>
                <a:gd name="connsiteX15" fmla="*/ 25560 w 38339"/>
                <a:gd name="connsiteY15" fmla="*/ 5107 h 5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339" h="54902">
                  <a:moveTo>
                    <a:pt x="19170" y="41496"/>
                  </a:moveTo>
                  <a:cubicBezTo>
                    <a:pt x="17892" y="41496"/>
                    <a:pt x="12780" y="41496"/>
                    <a:pt x="12780" y="35112"/>
                  </a:cubicBezTo>
                  <a:cubicBezTo>
                    <a:pt x="12780" y="30643"/>
                    <a:pt x="15336" y="26174"/>
                    <a:pt x="18531" y="21705"/>
                  </a:cubicBezTo>
                  <a:cubicBezTo>
                    <a:pt x="18531" y="21067"/>
                    <a:pt x="19170" y="21067"/>
                    <a:pt x="19170" y="20429"/>
                  </a:cubicBezTo>
                  <a:cubicBezTo>
                    <a:pt x="19170" y="21067"/>
                    <a:pt x="19809" y="21067"/>
                    <a:pt x="19809" y="21705"/>
                  </a:cubicBezTo>
                  <a:cubicBezTo>
                    <a:pt x="23004" y="26174"/>
                    <a:pt x="25560" y="30643"/>
                    <a:pt x="25560" y="35112"/>
                  </a:cubicBezTo>
                  <a:cubicBezTo>
                    <a:pt x="25560" y="41496"/>
                    <a:pt x="20448" y="41496"/>
                    <a:pt x="19170" y="41496"/>
                  </a:cubicBezTo>
                  <a:moveTo>
                    <a:pt x="25560" y="5107"/>
                  </a:moveTo>
                  <a:cubicBezTo>
                    <a:pt x="24921" y="1915"/>
                    <a:pt x="22365" y="0"/>
                    <a:pt x="19170" y="0"/>
                  </a:cubicBezTo>
                  <a:cubicBezTo>
                    <a:pt x="15975" y="0"/>
                    <a:pt x="13419" y="2553"/>
                    <a:pt x="12780" y="5107"/>
                  </a:cubicBezTo>
                  <a:cubicBezTo>
                    <a:pt x="12141" y="8299"/>
                    <a:pt x="10224" y="11491"/>
                    <a:pt x="7668" y="15321"/>
                  </a:cubicBezTo>
                  <a:cubicBezTo>
                    <a:pt x="3834" y="21067"/>
                    <a:pt x="0" y="27451"/>
                    <a:pt x="0" y="35750"/>
                  </a:cubicBezTo>
                  <a:cubicBezTo>
                    <a:pt x="0" y="46603"/>
                    <a:pt x="8307" y="54902"/>
                    <a:pt x="19170" y="54902"/>
                  </a:cubicBezTo>
                  <a:cubicBezTo>
                    <a:pt x="30033" y="54902"/>
                    <a:pt x="38340" y="46603"/>
                    <a:pt x="38340" y="35750"/>
                  </a:cubicBezTo>
                  <a:cubicBezTo>
                    <a:pt x="38340" y="27451"/>
                    <a:pt x="34506" y="21067"/>
                    <a:pt x="30672" y="15321"/>
                  </a:cubicBezTo>
                  <a:cubicBezTo>
                    <a:pt x="28116" y="11491"/>
                    <a:pt x="26199" y="8299"/>
                    <a:pt x="25560" y="5107"/>
                  </a:cubicBezTo>
                </a:path>
              </a:pathLst>
            </a:custGeom>
            <a:solidFill>
              <a:srgbClr val="00A3E0"/>
            </a:solidFill>
            <a:ln w="6390" cap="flat">
              <a:noFill/>
              <a:prstDash val="solid"/>
              <a:miter/>
            </a:ln>
          </p:spPr>
          <p:txBody>
            <a:bodyPr rtlCol="0" anchor="ctr"/>
            <a:lstStyle/>
            <a:p>
              <a:endParaRPr lang="en-US"/>
            </a:p>
          </p:txBody>
        </p:sp>
      </p:grpSp>
      <p:grpSp>
        <p:nvGrpSpPr>
          <p:cNvPr id="824" name="Graphic 4">
            <a:extLst>
              <a:ext uri="{FF2B5EF4-FFF2-40B4-BE49-F238E27FC236}">
                <a16:creationId xmlns:a16="http://schemas.microsoft.com/office/drawing/2014/main" id="{16205CE4-58B8-2144-9A1F-2DEBB9283CC7}"/>
              </a:ext>
            </a:extLst>
          </p:cNvPr>
          <p:cNvGrpSpPr/>
          <p:nvPr/>
        </p:nvGrpSpPr>
        <p:grpSpPr>
          <a:xfrm>
            <a:off x="5024289" y="3824168"/>
            <a:ext cx="361674" cy="361333"/>
            <a:chOff x="4661459" y="3824168"/>
            <a:chExt cx="361674" cy="361333"/>
          </a:xfrm>
          <a:solidFill>
            <a:srgbClr val="00A3E0"/>
          </a:solidFill>
        </p:grpSpPr>
        <p:sp>
          <p:nvSpPr>
            <p:cNvPr id="825" name="Graphic 4">
              <a:extLst>
                <a:ext uri="{FF2B5EF4-FFF2-40B4-BE49-F238E27FC236}">
                  <a16:creationId xmlns:a16="http://schemas.microsoft.com/office/drawing/2014/main" id="{4F073930-B51B-8B42-BC83-B9D0166E4662}"/>
                </a:ext>
              </a:extLst>
            </p:cNvPr>
            <p:cNvSpPr/>
            <p:nvPr/>
          </p:nvSpPr>
          <p:spPr>
            <a:xfrm>
              <a:off x="4661459" y="3824168"/>
              <a:ext cx="361674" cy="361333"/>
            </a:xfrm>
            <a:custGeom>
              <a:avLst/>
              <a:gdLst>
                <a:gd name="connsiteX0" fmla="*/ 180835 w 361674"/>
                <a:gd name="connsiteY0" fmla="*/ 349204 h 361333"/>
                <a:gd name="connsiteX1" fmla="*/ 12780 w 361674"/>
                <a:gd name="connsiteY1" fmla="*/ 181305 h 361333"/>
                <a:gd name="connsiteX2" fmla="*/ 180835 w 361674"/>
                <a:gd name="connsiteY2" fmla="*/ 13406 h 361333"/>
                <a:gd name="connsiteX3" fmla="*/ 348890 w 361674"/>
                <a:gd name="connsiteY3" fmla="*/ 181305 h 361333"/>
                <a:gd name="connsiteX4" fmla="*/ 180835 w 361674"/>
                <a:gd name="connsiteY4" fmla="*/ 349204 h 361333"/>
                <a:gd name="connsiteX5" fmla="*/ 180835 w 361674"/>
                <a:gd name="connsiteY5" fmla="*/ 0 h 361333"/>
                <a:gd name="connsiteX6" fmla="*/ 0 w 361674"/>
                <a:gd name="connsiteY6" fmla="*/ 180667 h 361333"/>
                <a:gd name="connsiteX7" fmla="*/ 180835 w 361674"/>
                <a:gd name="connsiteY7" fmla="*/ 361333 h 361333"/>
                <a:gd name="connsiteX8" fmla="*/ 361670 w 361674"/>
                <a:gd name="connsiteY8" fmla="*/ 180667 h 361333"/>
                <a:gd name="connsiteX9" fmla="*/ 180835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30" y="273873"/>
                    <a:pt x="273489" y="349204"/>
                    <a:pt x="180835" y="349204"/>
                  </a:cubicBezTo>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2310" y="81076"/>
                    <a:pt x="281157" y="0"/>
                    <a:pt x="180835" y="0"/>
                  </a:cubicBezTo>
                </a:path>
              </a:pathLst>
            </a:custGeom>
            <a:solidFill>
              <a:srgbClr val="00A3E0"/>
            </a:solidFill>
            <a:ln w="6390" cap="flat">
              <a:noFill/>
              <a:prstDash val="solid"/>
              <a:miter/>
            </a:ln>
          </p:spPr>
          <p:txBody>
            <a:bodyPr rtlCol="0" anchor="ctr"/>
            <a:lstStyle/>
            <a:p>
              <a:endParaRPr lang="en-US"/>
            </a:p>
          </p:txBody>
        </p:sp>
        <p:sp>
          <p:nvSpPr>
            <p:cNvPr id="826" name="Graphic 4">
              <a:extLst>
                <a:ext uri="{FF2B5EF4-FFF2-40B4-BE49-F238E27FC236}">
                  <a16:creationId xmlns:a16="http://schemas.microsoft.com/office/drawing/2014/main" id="{B77AE3C4-58D1-9540-BDFE-DB9661569056}"/>
                </a:ext>
              </a:extLst>
            </p:cNvPr>
            <p:cNvSpPr/>
            <p:nvPr/>
          </p:nvSpPr>
          <p:spPr>
            <a:xfrm>
              <a:off x="4787340" y="3904606"/>
              <a:ext cx="111184" cy="201095"/>
            </a:xfrm>
            <a:custGeom>
              <a:avLst/>
              <a:gdLst>
                <a:gd name="connsiteX0" fmla="*/ 89459 w 111184"/>
                <a:gd name="connsiteY0" fmla="*/ 69586 h 201095"/>
                <a:gd name="connsiteX1" fmla="*/ 42173 w 111184"/>
                <a:gd name="connsiteY1" fmla="*/ 69586 h 201095"/>
                <a:gd name="connsiteX2" fmla="*/ 37700 w 111184"/>
                <a:gd name="connsiteY2" fmla="*/ 71501 h 201095"/>
                <a:gd name="connsiteX3" fmla="*/ 35783 w 111184"/>
                <a:gd name="connsiteY3" fmla="*/ 75970 h 201095"/>
                <a:gd name="connsiteX4" fmla="*/ 35783 w 111184"/>
                <a:gd name="connsiteY4" fmla="*/ 162153 h 201095"/>
                <a:gd name="connsiteX5" fmla="*/ 42173 w 111184"/>
                <a:gd name="connsiteY5" fmla="*/ 168537 h 201095"/>
                <a:gd name="connsiteX6" fmla="*/ 89459 w 111184"/>
                <a:gd name="connsiteY6" fmla="*/ 168537 h 201095"/>
                <a:gd name="connsiteX7" fmla="*/ 89459 w 111184"/>
                <a:gd name="connsiteY7" fmla="*/ 188327 h 201095"/>
                <a:gd name="connsiteX8" fmla="*/ 19809 w 111184"/>
                <a:gd name="connsiteY8" fmla="*/ 188327 h 201095"/>
                <a:gd name="connsiteX9" fmla="*/ 19809 w 111184"/>
                <a:gd name="connsiteY9" fmla="*/ 52987 h 201095"/>
                <a:gd name="connsiteX10" fmla="*/ 89459 w 111184"/>
                <a:gd name="connsiteY10" fmla="*/ 52987 h 201095"/>
                <a:gd name="connsiteX11" fmla="*/ 89459 w 111184"/>
                <a:gd name="connsiteY11" fmla="*/ 69586 h 201095"/>
                <a:gd name="connsiteX12" fmla="*/ 89459 w 111184"/>
                <a:gd name="connsiteY12" fmla="*/ 155769 h 201095"/>
                <a:gd name="connsiteX13" fmla="*/ 48563 w 111184"/>
                <a:gd name="connsiteY13" fmla="*/ 155769 h 201095"/>
                <a:gd name="connsiteX14" fmla="*/ 48563 w 111184"/>
                <a:gd name="connsiteY14" fmla="*/ 82354 h 201095"/>
                <a:gd name="connsiteX15" fmla="*/ 89459 w 111184"/>
                <a:gd name="connsiteY15" fmla="*/ 82354 h 201095"/>
                <a:gd name="connsiteX16" fmla="*/ 89459 w 111184"/>
                <a:gd name="connsiteY16" fmla="*/ 155769 h 201095"/>
                <a:gd name="connsiteX17" fmla="*/ 85625 w 111184"/>
                <a:gd name="connsiteY17" fmla="*/ 12130 h 201095"/>
                <a:gd name="connsiteX18" fmla="*/ 85625 w 111184"/>
                <a:gd name="connsiteY18" fmla="*/ 19790 h 201095"/>
                <a:gd name="connsiteX19" fmla="*/ 79874 w 111184"/>
                <a:gd name="connsiteY19" fmla="*/ 19790 h 201095"/>
                <a:gd name="connsiteX20" fmla="*/ 73484 w 111184"/>
                <a:gd name="connsiteY20" fmla="*/ 26174 h 201095"/>
                <a:gd name="connsiteX21" fmla="*/ 79874 w 111184"/>
                <a:gd name="connsiteY21" fmla="*/ 32558 h 201095"/>
                <a:gd name="connsiteX22" fmla="*/ 92015 w 111184"/>
                <a:gd name="connsiteY22" fmla="*/ 32558 h 201095"/>
                <a:gd name="connsiteX23" fmla="*/ 97766 w 111184"/>
                <a:gd name="connsiteY23" fmla="*/ 32558 h 201095"/>
                <a:gd name="connsiteX24" fmla="*/ 97766 w 111184"/>
                <a:gd name="connsiteY24" fmla="*/ 40219 h 201095"/>
                <a:gd name="connsiteX25" fmla="*/ 12141 w 111184"/>
                <a:gd name="connsiteY25" fmla="*/ 40219 h 201095"/>
                <a:gd name="connsiteX26" fmla="*/ 12141 w 111184"/>
                <a:gd name="connsiteY26" fmla="*/ 32558 h 201095"/>
                <a:gd name="connsiteX27" fmla="*/ 17892 w 111184"/>
                <a:gd name="connsiteY27" fmla="*/ 32558 h 201095"/>
                <a:gd name="connsiteX28" fmla="*/ 58788 w 111184"/>
                <a:gd name="connsiteY28" fmla="*/ 32558 h 201095"/>
                <a:gd name="connsiteX29" fmla="*/ 65177 w 111184"/>
                <a:gd name="connsiteY29" fmla="*/ 26174 h 201095"/>
                <a:gd name="connsiteX30" fmla="*/ 58788 w 111184"/>
                <a:gd name="connsiteY30" fmla="*/ 19790 h 201095"/>
                <a:gd name="connsiteX31" fmla="*/ 24282 w 111184"/>
                <a:gd name="connsiteY31" fmla="*/ 19790 h 201095"/>
                <a:gd name="connsiteX32" fmla="*/ 24282 w 111184"/>
                <a:gd name="connsiteY32" fmla="*/ 12130 h 201095"/>
                <a:gd name="connsiteX33" fmla="*/ 85625 w 111184"/>
                <a:gd name="connsiteY33" fmla="*/ 12130 h 201095"/>
                <a:gd name="connsiteX34" fmla="*/ 104156 w 111184"/>
                <a:gd name="connsiteY34" fmla="*/ 20429 h 201095"/>
                <a:gd name="connsiteX35" fmla="*/ 98405 w 111184"/>
                <a:gd name="connsiteY35" fmla="*/ 20429 h 201095"/>
                <a:gd name="connsiteX36" fmla="*/ 98405 w 111184"/>
                <a:gd name="connsiteY36" fmla="*/ 10214 h 201095"/>
                <a:gd name="connsiteX37" fmla="*/ 88181 w 111184"/>
                <a:gd name="connsiteY37" fmla="*/ 0 h 201095"/>
                <a:gd name="connsiteX38" fmla="*/ 22365 w 111184"/>
                <a:gd name="connsiteY38" fmla="*/ 0 h 201095"/>
                <a:gd name="connsiteX39" fmla="*/ 12141 w 111184"/>
                <a:gd name="connsiteY39" fmla="*/ 10214 h 201095"/>
                <a:gd name="connsiteX40" fmla="*/ 12141 w 111184"/>
                <a:gd name="connsiteY40" fmla="*/ 20429 h 201095"/>
                <a:gd name="connsiteX41" fmla="*/ 6390 w 111184"/>
                <a:gd name="connsiteY41" fmla="*/ 20429 h 201095"/>
                <a:gd name="connsiteX42" fmla="*/ 0 w 111184"/>
                <a:gd name="connsiteY42" fmla="*/ 26813 h 201095"/>
                <a:gd name="connsiteX43" fmla="*/ 0 w 111184"/>
                <a:gd name="connsiteY43" fmla="*/ 47242 h 201095"/>
                <a:gd name="connsiteX44" fmla="*/ 6390 w 111184"/>
                <a:gd name="connsiteY44" fmla="*/ 53626 h 201095"/>
                <a:gd name="connsiteX45" fmla="*/ 8307 w 111184"/>
                <a:gd name="connsiteY45" fmla="*/ 53626 h 201095"/>
                <a:gd name="connsiteX46" fmla="*/ 8307 w 111184"/>
                <a:gd name="connsiteY46" fmla="*/ 190881 h 201095"/>
                <a:gd name="connsiteX47" fmla="*/ 18531 w 111184"/>
                <a:gd name="connsiteY47" fmla="*/ 201095 h 201095"/>
                <a:gd name="connsiteX48" fmla="*/ 92654 w 111184"/>
                <a:gd name="connsiteY48" fmla="*/ 201095 h 201095"/>
                <a:gd name="connsiteX49" fmla="*/ 102878 w 111184"/>
                <a:gd name="connsiteY49" fmla="*/ 190881 h 201095"/>
                <a:gd name="connsiteX50" fmla="*/ 102878 w 111184"/>
                <a:gd name="connsiteY50" fmla="*/ 53626 h 201095"/>
                <a:gd name="connsiteX51" fmla="*/ 104795 w 111184"/>
                <a:gd name="connsiteY51" fmla="*/ 53626 h 201095"/>
                <a:gd name="connsiteX52" fmla="*/ 111185 w 111184"/>
                <a:gd name="connsiteY52" fmla="*/ 47242 h 201095"/>
                <a:gd name="connsiteX53" fmla="*/ 111185 w 111184"/>
                <a:gd name="connsiteY53" fmla="*/ 26813 h 201095"/>
                <a:gd name="connsiteX54" fmla="*/ 104156 w 111184"/>
                <a:gd name="connsiteY54" fmla="*/ 20429 h 20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11184" h="201095">
                  <a:moveTo>
                    <a:pt x="89459" y="69586"/>
                  </a:moveTo>
                  <a:lnTo>
                    <a:pt x="42173" y="69586"/>
                  </a:lnTo>
                  <a:cubicBezTo>
                    <a:pt x="40257" y="69586"/>
                    <a:pt x="38978" y="70224"/>
                    <a:pt x="37700" y="71501"/>
                  </a:cubicBezTo>
                  <a:cubicBezTo>
                    <a:pt x="36423" y="72778"/>
                    <a:pt x="35783" y="74054"/>
                    <a:pt x="35783" y="75970"/>
                  </a:cubicBezTo>
                  <a:lnTo>
                    <a:pt x="35783" y="162153"/>
                  </a:lnTo>
                  <a:cubicBezTo>
                    <a:pt x="35783" y="165984"/>
                    <a:pt x="38340" y="168537"/>
                    <a:pt x="42173" y="168537"/>
                  </a:cubicBezTo>
                  <a:lnTo>
                    <a:pt x="89459" y="168537"/>
                  </a:lnTo>
                  <a:lnTo>
                    <a:pt x="89459" y="188327"/>
                  </a:lnTo>
                  <a:lnTo>
                    <a:pt x="19809" y="188327"/>
                  </a:lnTo>
                  <a:lnTo>
                    <a:pt x="19809" y="52987"/>
                  </a:lnTo>
                  <a:lnTo>
                    <a:pt x="89459" y="52987"/>
                  </a:lnTo>
                  <a:lnTo>
                    <a:pt x="89459" y="69586"/>
                  </a:lnTo>
                  <a:close/>
                  <a:moveTo>
                    <a:pt x="89459" y="155769"/>
                  </a:moveTo>
                  <a:lnTo>
                    <a:pt x="48563" y="155769"/>
                  </a:lnTo>
                  <a:lnTo>
                    <a:pt x="48563" y="82354"/>
                  </a:lnTo>
                  <a:lnTo>
                    <a:pt x="89459" y="82354"/>
                  </a:lnTo>
                  <a:lnTo>
                    <a:pt x="89459" y="155769"/>
                  </a:lnTo>
                  <a:close/>
                  <a:moveTo>
                    <a:pt x="85625" y="12130"/>
                  </a:moveTo>
                  <a:lnTo>
                    <a:pt x="85625" y="19790"/>
                  </a:lnTo>
                  <a:lnTo>
                    <a:pt x="79874" y="19790"/>
                  </a:lnTo>
                  <a:cubicBezTo>
                    <a:pt x="76040" y="19790"/>
                    <a:pt x="73484" y="22344"/>
                    <a:pt x="73484" y="26174"/>
                  </a:cubicBezTo>
                  <a:cubicBezTo>
                    <a:pt x="73484" y="30005"/>
                    <a:pt x="76040" y="32558"/>
                    <a:pt x="79874" y="32558"/>
                  </a:cubicBezTo>
                  <a:lnTo>
                    <a:pt x="92015" y="32558"/>
                  </a:lnTo>
                  <a:lnTo>
                    <a:pt x="97766" y="32558"/>
                  </a:lnTo>
                  <a:lnTo>
                    <a:pt x="97766" y="40219"/>
                  </a:lnTo>
                  <a:lnTo>
                    <a:pt x="12141" y="40219"/>
                  </a:lnTo>
                  <a:lnTo>
                    <a:pt x="12141" y="32558"/>
                  </a:lnTo>
                  <a:lnTo>
                    <a:pt x="17892" y="32558"/>
                  </a:lnTo>
                  <a:lnTo>
                    <a:pt x="58788" y="32558"/>
                  </a:lnTo>
                  <a:cubicBezTo>
                    <a:pt x="62621" y="32558"/>
                    <a:pt x="65177" y="30005"/>
                    <a:pt x="65177" y="26174"/>
                  </a:cubicBezTo>
                  <a:cubicBezTo>
                    <a:pt x="65177" y="22344"/>
                    <a:pt x="62621" y="19790"/>
                    <a:pt x="58788" y="19790"/>
                  </a:cubicBezTo>
                  <a:lnTo>
                    <a:pt x="24282" y="19790"/>
                  </a:lnTo>
                  <a:lnTo>
                    <a:pt x="24282" y="12130"/>
                  </a:lnTo>
                  <a:lnTo>
                    <a:pt x="85625" y="12130"/>
                  </a:lnTo>
                  <a:close/>
                  <a:moveTo>
                    <a:pt x="104156" y="20429"/>
                  </a:moveTo>
                  <a:lnTo>
                    <a:pt x="98405" y="20429"/>
                  </a:lnTo>
                  <a:lnTo>
                    <a:pt x="98405" y="10214"/>
                  </a:lnTo>
                  <a:cubicBezTo>
                    <a:pt x="98405" y="4469"/>
                    <a:pt x="93932" y="0"/>
                    <a:pt x="88181" y="0"/>
                  </a:cubicBezTo>
                  <a:lnTo>
                    <a:pt x="22365" y="0"/>
                  </a:lnTo>
                  <a:cubicBezTo>
                    <a:pt x="16614" y="0"/>
                    <a:pt x="12141" y="4469"/>
                    <a:pt x="12141" y="10214"/>
                  </a:cubicBezTo>
                  <a:lnTo>
                    <a:pt x="12141" y="20429"/>
                  </a:lnTo>
                  <a:lnTo>
                    <a:pt x="6390" y="20429"/>
                  </a:lnTo>
                  <a:cubicBezTo>
                    <a:pt x="2556" y="20429"/>
                    <a:pt x="0" y="22982"/>
                    <a:pt x="0" y="26813"/>
                  </a:cubicBezTo>
                  <a:lnTo>
                    <a:pt x="0" y="47242"/>
                  </a:lnTo>
                  <a:cubicBezTo>
                    <a:pt x="0" y="51072"/>
                    <a:pt x="2556" y="53626"/>
                    <a:pt x="6390" y="53626"/>
                  </a:cubicBezTo>
                  <a:lnTo>
                    <a:pt x="8307" y="53626"/>
                  </a:lnTo>
                  <a:lnTo>
                    <a:pt x="8307" y="190881"/>
                  </a:lnTo>
                  <a:cubicBezTo>
                    <a:pt x="8307" y="196627"/>
                    <a:pt x="12780" y="201095"/>
                    <a:pt x="18531" y="201095"/>
                  </a:cubicBezTo>
                  <a:lnTo>
                    <a:pt x="92654" y="201095"/>
                  </a:lnTo>
                  <a:cubicBezTo>
                    <a:pt x="98405" y="201095"/>
                    <a:pt x="102878" y="196627"/>
                    <a:pt x="102878" y="190881"/>
                  </a:cubicBezTo>
                  <a:lnTo>
                    <a:pt x="102878" y="53626"/>
                  </a:lnTo>
                  <a:lnTo>
                    <a:pt x="104795" y="53626"/>
                  </a:lnTo>
                  <a:cubicBezTo>
                    <a:pt x="108629" y="53626"/>
                    <a:pt x="111185" y="51072"/>
                    <a:pt x="111185" y="47242"/>
                  </a:cubicBezTo>
                  <a:lnTo>
                    <a:pt x="111185" y="26813"/>
                  </a:lnTo>
                  <a:cubicBezTo>
                    <a:pt x="110546" y="22982"/>
                    <a:pt x="107990" y="20429"/>
                    <a:pt x="104156" y="20429"/>
                  </a:cubicBezTo>
                </a:path>
              </a:pathLst>
            </a:custGeom>
            <a:solidFill>
              <a:srgbClr val="00A3E0"/>
            </a:solidFill>
            <a:ln w="6390" cap="flat">
              <a:noFill/>
              <a:prstDash val="solid"/>
              <a:miter/>
            </a:ln>
          </p:spPr>
          <p:txBody>
            <a:bodyPr rtlCol="0" anchor="ctr"/>
            <a:lstStyle/>
            <a:p>
              <a:endParaRPr lang="en-US"/>
            </a:p>
          </p:txBody>
        </p:sp>
      </p:grpSp>
      <p:grpSp>
        <p:nvGrpSpPr>
          <p:cNvPr id="827" name="Graphic 4">
            <a:extLst>
              <a:ext uri="{FF2B5EF4-FFF2-40B4-BE49-F238E27FC236}">
                <a16:creationId xmlns:a16="http://schemas.microsoft.com/office/drawing/2014/main" id="{FE3E83C2-D68B-5D44-BA1A-71074A8CCCD5}"/>
              </a:ext>
            </a:extLst>
          </p:cNvPr>
          <p:cNvGrpSpPr/>
          <p:nvPr/>
        </p:nvGrpSpPr>
        <p:grpSpPr>
          <a:xfrm>
            <a:off x="5024289" y="4792617"/>
            <a:ext cx="361674" cy="361333"/>
            <a:chOff x="4661459" y="4792617"/>
            <a:chExt cx="361674" cy="361333"/>
          </a:xfrm>
          <a:solidFill>
            <a:srgbClr val="00A3E0"/>
          </a:solidFill>
        </p:grpSpPr>
        <p:sp>
          <p:nvSpPr>
            <p:cNvPr id="828" name="Graphic 4">
              <a:extLst>
                <a:ext uri="{FF2B5EF4-FFF2-40B4-BE49-F238E27FC236}">
                  <a16:creationId xmlns:a16="http://schemas.microsoft.com/office/drawing/2014/main" id="{B5344998-0189-C444-987E-3C0E42AD8077}"/>
                </a:ext>
              </a:extLst>
            </p:cNvPr>
            <p:cNvSpPr/>
            <p:nvPr/>
          </p:nvSpPr>
          <p:spPr>
            <a:xfrm>
              <a:off x="4661459" y="4792617"/>
              <a:ext cx="361674" cy="361333"/>
            </a:xfrm>
            <a:custGeom>
              <a:avLst/>
              <a:gdLst>
                <a:gd name="connsiteX0" fmla="*/ 180835 w 361674"/>
                <a:gd name="connsiteY0" fmla="*/ 349204 h 361333"/>
                <a:gd name="connsiteX1" fmla="*/ 12780 w 361674"/>
                <a:gd name="connsiteY1" fmla="*/ 181305 h 361333"/>
                <a:gd name="connsiteX2" fmla="*/ 180835 w 361674"/>
                <a:gd name="connsiteY2" fmla="*/ 13407 h 361333"/>
                <a:gd name="connsiteX3" fmla="*/ 348890 w 361674"/>
                <a:gd name="connsiteY3" fmla="*/ 181305 h 361333"/>
                <a:gd name="connsiteX4" fmla="*/ 180835 w 361674"/>
                <a:gd name="connsiteY4" fmla="*/ 349204 h 361333"/>
                <a:gd name="connsiteX5" fmla="*/ 180835 w 361674"/>
                <a:gd name="connsiteY5" fmla="*/ 0 h 361333"/>
                <a:gd name="connsiteX6" fmla="*/ 0 w 361674"/>
                <a:gd name="connsiteY6" fmla="*/ 180667 h 361333"/>
                <a:gd name="connsiteX7" fmla="*/ 180835 w 361674"/>
                <a:gd name="connsiteY7" fmla="*/ 361334 h 361333"/>
                <a:gd name="connsiteX8" fmla="*/ 361670 w 361674"/>
                <a:gd name="connsiteY8" fmla="*/ 180667 h 361333"/>
                <a:gd name="connsiteX9" fmla="*/ 180835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349204"/>
                  </a:moveTo>
                  <a:cubicBezTo>
                    <a:pt x="88181" y="349204"/>
                    <a:pt x="12780" y="273873"/>
                    <a:pt x="12780" y="181305"/>
                  </a:cubicBezTo>
                  <a:cubicBezTo>
                    <a:pt x="12780" y="88738"/>
                    <a:pt x="88181" y="13407"/>
                    <a:pt x="180835" y="13407"/>
                  </a:cubicBezTo>
                  <a:cubicBezTo>
                    <a:pt x="273489" y="13407"/>
                    <a:pt x="348890" y="88738"/>
                    <a:pt x="348890" y="181305"/>
                  </a:cubicBezTo>
                  <a:cubicBezTo>
                    <a:pt x="349530" y="273873"/>
                    <a:pt x="273489" y="349204"/>
                    <a:pt x="180835" y="349204"/>
                  </a:cubicBezTo>
                  <a:moveTo>
                    <a:pt x="180835" y="0"/>
                  </a:moveTo>
                  <a:cubicBezTo>
                    <a:pt x="80513" y="0"/>
                    <a:pt x="0" y="81077"/>
                    <a:pt x="0" y="180667"/>
                  </a:cubicBezTo>
                  <a:cubicBezTo>
                    <a:pt x="0" y="280895"/>
                    <a:pt x="81152" y="361334"/>
                    <a:pt x="180835" y="361334"/>
                  </a:cubicBezTo>
                  <a:cubicBezTo>
                    <a:pt x="281157" y="361334"/>
                    <a:pt x="361670" y="280257"/>
                    <a:pt x="361670" y="180667"/>
                  </a:cubicBezTo>
                  <a:cubicBezTo>
                    <a:pt x="362310" y="81077"/>
                    <a:pt x="281157" y="0"/>
                    <a:pt x="180835" y="0"/>
                  </a:cubicBezTo>
                </a:path>
              </a:pathLst>
            </a:custGeom>
            <a:solidFill>
              <a:srgbClr val="00A3E0"/>
            </a:solidFill>
            <a:ln w="6390" cap="flat">
              <a:noFill/>
              <a:prstDash val="solid"/>
              <a:miter/>
            </a:ln>
          </p:spPr>
          <p:txBody>
            <a:bodyPr rtlCol="0" anchor="ctr"/>
            <a:lstStyle/>
            <a:p>
              <a:endParaRPr lang="en-US"/>
            </a:p>
          </p:txBody>
        </p:sp>
        <p:sp>
          <p:nvSpPr>
            <p:cNvPr id="829" name="Graphic 4">
              <a:extLst>
                <a:ext uri="{FF2B5EF4-FFF2-40B4-BE49-F238E27FC236}">
                  <a16:creationId xmlns:a16="http://schemas.microsoft.com/office/drawing/2014/main" id="{BD11E0E4-B8B5-D944-9AFB-BEFAB56B5E07}"/>
                </a:ext>
              </a:extLst>
            </p:cNvPr>
            <p:cNvSpPr/>
            <p:nvPr/>
          </p:nvSpPr>
          <p:spPr>
            <a:xfrm>
              <a:off x="4789257" y="4918000"/>
              <a:ext cx="140441" cy="140829"/>
            </a:xfrm>
            <a:custGeom>
              <a:avLst/>
              <a:gdLst>
                <a:gd name="connsiteX0" fmla="*/ 97127 w 140441"/>
                <a:gd name="connsiteY0" fmla="*/ 126146 h 140829"/>
                <a:gd name="connsiteX1" fmla="*/ 94571 w 140441"/>
                <a:gd name="connsiteY1" fmla="*/ 128700 h 140829"/>
                <a:gd name="connsiteX2" fmla="*/ 12780 w 140441"/>
                <a:gd name="connsiteY2" fmla="*/ 128700 h 140829"/>
                <a:gd name="connsiteX3" fmla="*/ 12780 w 140441"/>
                <a:gd name="connsiteY3" fmla="*/ 94865 h 140829"/>
                <a:gd name="connsiteX4" fmla="*/ 44091 w 140441"/>
                <a:gd name="connsiteY4" fmla="*/ 94865 h 140829"/>
                <a:gd name="connsiteX5" fmla="*/ 59426 w 140441"/>
                <a:gd name="connsiteY5" fmla="*/ 99333 h 140829"/>
                <a:gd name="connsiteX6" fmla="*/ 63899 w 140441"/>
                <a:gd name="connsiteY6" fmla="*/ 101249 h 140829"/>
                <a:gd name="connsiteX7" fmla="*/ 68372 w 140441"/>
                <a:gd name="connsiteY7" fmla="*/ 99333 h 140829"/>
                <a:gd name="connsiteX8" fmla="*/ 67733 w 140441"/>
                <a:gd name="connsiteY8" fmla="*/ 90396 h 140829"/>
                <a:gd name="connsiteX9" fmla="*/ 52398 w 140441"/>
                <a:gd name="connsiteY9" fmla="*/ 84012 h 140829"/>
                <a:gd name="connsiteX10" fmla="*/ 75401 w 140441"/>
                <a:gd name="connsiteY10" fmla="*/ 13788 h 140829"/>
                <a:gd name="connsiteX11" fmla="*/ 81791 w 140441"/>
                <a:gd name="connsiteY11" fmla="*/ 14427 h 140829"/>
                <a:gd name="connsiteX12" fmla="*/ 127160 w 140441"/>
                <a:gd name="connsiteY12" fmla="*/ 45070 h 140829"/>
                <a:gd name="connsiteX13" fmla="*/ 97127 w 140441"/>
                <a:gd name="connsiteY13" fmla="*/ 126146 h 140829"/>
                <a:gd name="connsiteX14" fmla="*/ 86903 w 140441"/>
                <a:gd name="connsiteY14" fmla="*/ 1659 h 140829"/>
                <a:gd name="connsiteX15" fmla="*/ 72206 w 140441"/>
                <a:gd name="connsiteY15" fmla="*/ 382 h 140829"/>
                <a:gd name="connsiteX16" fmla="*/ 64538 w 140441"/>
                <a:gd name="connsiteY16" fmla="*/ 7404 h 140829"/>
                <a:gd name="connsiteX17" fmla="*/ 39618 w 140441"/>
                <a:gd name="connsiteY17" fmla="*/ 81458 h 140829"/>
                <a:gd name="connsiteX18" fmla="*/ 0 w 140441"/>
                <a:gd name="connsiteY18" fmla="*/ 81458 h 140829"/>
                <a:gd name="connsiteX19" fmla="*/ 0 w 140441"/>
                <a:gd name="connsiteY19" fmla="*/ 140829 h 140829"/>
                <a:gd name="connsiteX20" fmla="*/ 94571 w 140441"/>
                <a:gd name="connsiteY20" fmla="*/ 140829 h 140829"/>
                <a:gd name="connsiteX21" fmla="*/ 108629 w 140441"/>
                <a:gd name="connsiteY21" fmla="*/ 130615 h 140829"/>
                <a:gd name="connsiteX22" fmla="*/ 139940 w 140441"/>
                <a:gd name="connsiteY22" fmla="*/ 47623 h 140829"/>
                <a:gd name="connsiteX23" fmla="*/ 137384 w 140441"/>
                <a:gd name="connsiteY23" fmla="*/ 36770 h 140829"/>
                <a:gd name="connsiteX24" fmla="*/ 86903 w 140441"/>
                <a:gd name="connsiteY24" fmla="*/ 1659 h 14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0441" h="140829">
                  <a:moveTo>
                    <a:pt x="97127" y="126146"/>
                  </a:moveTo>
                  <a:cubicBezTo>
                    <a:pt x="97127" y="126146"/>
                    <a:pt x="96488" y="128700"/>
                    <a:pt x="94571" y="128700"/>
                  </a:cubicBezTo>
                  <a:lnTo>
                    <a:pt x="12780" y="128700"/>
                  </a:lnTo>
                  <a:lnTo>
                    <a:pt x="12780" y="94865"/>
                  </a:lnTo>
                  <a:lnTo>
                    <a:pt x="44091" y="94865"/>
                  </a:lnTo>
                  <a:cubicBezTo>
                    <a:pt x="46646" y="94865"/>
                    <a:pt x="55593" y="95503"/>
                    <a:pt x="59426" y="99333"/>
                  </a:cubicBezTo>
                  <a:cubicBezTo>
                    <a:pt x="60704" y="100610"/>
                    <a:pt x="61982" y="101249"/>
                    <a:pt x="63899" y="101249"/>
                  </a:cubicBezTo>
                  <a:cubicBezTo>
                    <a:pt x="65816" y="101249"/>
                    <a:pt x="67094" y="100610"/>
                    <a:pt x="68372" y="99333"/>
                  </a:cubicBezTo>
                  <a:cubicBezTo>
                    <a:pt x="70928" y="96780"/>
                    <a:pt x="70289" y="92949"/>
                    <a:pt x="67733" y="90396"/>
                  </a:cubicBezTo>
                  <a:cubicBezTo>
                    <a:pt x="63261" y="86565"/>
                    <a:pt x="57509" y="84650"/>
                    <a:pt x="52398" y="84012"/>
                  </a:cubicBezTo>
                  <a:lnTo>
                    <a:pt x="75401" y="13788"/>
                  </a:lnTo>
                  <a:cubicBezTo>
                    <a:pt x="76679" y="13788"/>
                    <a:pt x="79235" y="13788"/>
                    <a:pt x="81791" y="14427"/>
                  </a:cubicBezTo>
                  <a:cubicBezTo>
                    <a:pt x="99683" y="20811"/>
                    <a:pt x="119492" y="38686"/>
                    <a:pt x="127160" y="45070"/>
                  </a:cubicBezTo>
                  <a:lnTo>
                    <a:pt x="97127" y="126146"/>
                  </a:lnTo>
                  <a:close/>
                  <a:moveTo>
                    <a:pt x="86903" y="1659"/>
                  </a:moveTo>
                  <a:cubicBezTo>
                    <a:pt x="80513" y="-257"/>
                    <a:pt x="75401" y="-257"/>
                    <a:pt x="72206" y="382"/>
                  </a:cubicBezTo>
                  <a:cubicBezTo>
                    <a:pt x="68372" y="1020"/>
                    <a:pt x="65816" y="3574"/>
                    <a:pt x="64538" y="7404"/>
                  </a:cubicBezTo>
                  <a:lnTo>
                    <a:pt x="39618" y="81458"/>
                  </a:lnTo>
                  <a:lnTo>
                    <a:pt x="0" y="81458"/>
                  </a:lnTo>
                  <a:lnTo>
                    <a:pt x="0" y="140829"/>
                  </a:lnTo>
                  <a:lnTo>
                    <a:pt x="94571" y="140829"/>
                  </a:lnTo>
                  <a:cubicBezTo>
                    <a:pt x="100961" y="140829"/>
                    <a:pt x="106712" y="136999"/>
                    <a:pt x="108629" y="130615"/>
                  </a:cubicBezTo>
                  <a:lnTo>
                    <a:pt x="139940" y="47623"/>
                  </a:lnTo>
                  <a:cubicBezTo>
                    <a:pt x="141217" y="43793"/>
                    <a:pt x="139940" y="39324"/>
                    <a:pt x="137384" y="36770"/>
                  </a:cubicBezTo>
                  <a:cubicBezTo>
                    <a:pt x="129077" y="28471"/>
                    <a:pt x="107351" y="8681"/>
                    <a:pt x="86903" y="1659"/>
                  </a:cubicBezTo>
                </a:path>
              </a:pathLst>
            </a:custGeom>
            <a:solidFill>
              <a:srgbClr val="00A3E0"/>
            </a:solidFill>
            <a:ln w="6390" cap="flat">
              <a:noFill/>
              <a:prstDash val="solid"/>
              <a:miter/>
            </a:ln>
          </p:spPr>
          <p:txBody>
            <a:bodyPr rtlCol="0" anchor="ctr"/>
            <a:lstStyle/>
            <a:p>
              <a:endParaRPr lang="en-US"/>
            </a:p>
          </p:txBody>
        </p:sp>
        <p:sp>
          <p:nvSpPr>
            <p:cNvPr id="830" name="Graphic 4">
              <a:extLst>
                <a:ext uri="{FF2B5EF4-FFF2-40B4-BE49-F238E27FC236}">
                  <a16:creationId xmlns:a16="http://schemas.microsoft.com/office/drawing/2014/main" id="{E39C9047-6589-3441-BD61-D7209C9B9B8D}"/>
                </a:ext>
              </a:extLst>
            </p:cNvPr>
            <p:cNvSpPr/>
            <p:nvPr/>
          </p:nvSpPr>
          <p:spPr>
            <a:xfrm>
              <a:off x="4866814" y="4888377"/>
              <a:ext cx="73890" cy="61924"/>
            </a:xfrm>
            <a:custGeom>
              <a:avLst/>
              <a:gdLst>
                <a:gd name="connsiteX0" fmla="*/ 45769 w 73890"/>
                <a:gd name="connsiteY0" fmla="*/ 4469 h 61924"/>
                <a:gd name="connsiteX1" fmla="*/ 22765 w 73890"/>
                <a:gd name="connsiteY1" fmla="*/ 0 h 61924"/>
                <a:gd name="connsiteX2" fmla="*/ 6151 w 73890"/>
                <a:gd name="connsiteY2" fmla="*/ 5746 h 61924"/>
                <a:gd name="connsiteX3" fmla="*/ 400 w 73890"/>
                <a:gd name="connsiteY3" fmla="*/ 21706 h 61924"/>
                <a:gd name="connsiteX4" fmla="*/ 4234 w 73890"/>
                <a:gd name="connsiteY4" fmla="*/ 30005 h 61924"/>
                <a:gd name="connsiteX5" fmla="*/ 12541 w 73890"/>
                <a:gd name="connsiteY5" fmla="*/ 26175 h 61924"/>
                <a:gd name="connsiteX6" fmla="*/ 17014 w 73890"/>
                <a:gd name="connsiteY6" fmla="*/ 12768 h 61924"/>
                <a:gd name="connsiteX7" fmla="*/ 41296 w 73890"/>
                <a:gd name="connsiteY7" fmla="*/ 15960 h 61924"/>
                <a:gd name="connsiteX8" fmla="*/ 61105 w 73890"/>
                <a:gd name="connsiteY8" fmla="*/ 27451 h 61924"/>
                <a:gd name="connsiteX9" fmla="*/ 52159 w 73890"/>
                <a:gd name="connsiteY9" fmla="*/ 52987 h 61924"/>
                <a:gd name="connsiteX10" fmla="*/ 55993 w 73890"/>
                <a:gd name="connsiteY10" fmla="*/ 61286 h 61924"/>
                <a:gd name="connsiteX11" fmla="*/ 57910 w 73890"/>
                <a:gd name="connsiteY11" fmla="*/ 61925 h 61924"/>
                <a:gd name="connsiteX12" fmla="*/ 63660 w 73890"/>
                <a:gd name="connsiteY12" fmla="*/ 57456 h 61924"/>
                <a:gd name="connsiteX13" fmla="*/ 73245 w 73890"/>
                <a:gd name="connsiteY13" fmla="*/ 29367 h 61924"/>
                <a:gd name="connsiteX14" fmla="*/ 45769 w 73890"/>
                <a:gd name="connsiteY14" fmla="*/ 4469 h 6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90" h="61924">
                  <a:moveTo>
                    <a:pt x="45769" y="4469"/>
                  </a:moveTo>
                  <a:cubicBezTo>
                    <a:pt x="35545" y="1277"/>
                    <a:pt x="27238" y="0"/>
                    <a:pt x="22765" y="0"/>
                  </a:cubicBezTo>
                  <a:cubicBezTo>
                    <a:pt x="13180" y="0"/>
                    <a:pt x="8068" y="1277"/>
                    <a:pt x="6151" y="5746"/>
                  </a:cubicBezTo>
                  <a:lnTo>
                    <a:pt x="400" y="21706"/>
                  </a:lnTo>
                  <a:cubicBezTo>
                    <a:pt x="-878" y="24898"/>
                    <a:pt x="1039" y="28728"/>
                    <a:pt x="4234" y="30005"/>
                  </a:cubicBezTo>
                  <a:cubicBezTo>
                    <a:pt x="7429" y="31282"/>
                    <a:pt x="11263" y="29367"/>
                    <a:pt x="12541" y="26175"/>
                  </a:cubicBezTo>
                  <a:lnTo>
                    <a:pt x="17014" y="12768"/>
                  </a:lnTo>
                  <a:cubicBezTo>
                    <a:pt x="20848" y="12130"/>
                    <a:pt x="31072" y="12768"/>
                    <a:pt x="41296" y="15960"/>
                  </a:cubicBezTo>
                  <a:cubicBezTo>
                    <a:pt x="51520" y="19791"/>
                    <a:pt x="58549" y="24898"/>
                    <a:pt x="61105" y="27451"/>
                  </a:cubicBezTo>
                  <a:lnTo>
                    <a:pt x="52159" y="52987"/>
                  </a:lnTo>
                  <a:cubicBezTo>
                    <a:pt x="50881" y="56179"/>
                    <a:pt x="52798" y="60010"/>
                    <a:pt x="55993" y="61286"/>
                  </a:cubicBezTo>
                  <a:cubicBezTo>
                    <a:pt x="56632" y="61286"/>
                    <a:pt x="57271" y="61925"/>
                    <a:pt x="57910" y="61925"/>
                  </a:cubicBezTo>
                  <a:cubicBezTo>
                    <a:pt x="60466" y="61925"/>
                    <a:pt x="63022" y="60010"/>
                    <a:pt x="63660" y="57456"/>
                  </a:cubicBezTo>
                  <a:lnTo>
                    <a:pt x="73245" y="29367"/>
                  </a:lnTo>
                  <a:cubicBezTo>
                    <a:pt x="77718" y="19791"/>
                    <a:pt x="57910" y="8299"/>
                    <a:pt x="45769" y="4469"/>
                  </a:cubicBezTo>
                </a:path>
              </a:pathLst>
            </a:custGeom>
            <a:solidFill>
              <a:srgbClr val="00A3E0"/>
            </a:solidFill>
            <a:ln w="6390" cap="flat">
              <a:noFill/>
              <a:prstDash val="solid"/>
              <a:miter/>
            </a:ln>
          </p:spPr>
          <p:txBody>
            <a:bodyPr rtlCol="0" anchor="ctr"/>
            <a:lstStyle/>
            <a:p>
              <a:endParaRPr lang="en-US"/>
            </a:p>
          </p:txBody>
        </p:sp>
        <p:sp>
          <p:nvSpPr>
            <p:cNvPr id="831" name="Graphic 4">
              <a:extLst>
                <a:ext uri="{FF2B5EF4-FFF2-40B4-BE49-F238E27FC236}">
                  <a16:creationId xmlns:a16="http://schemas.microsoft.com/office/drawing/2014/main" id="{D8BBF0AC-D44B-3542-9B2E-CD936C3B2CBC}"/>
                </a:ext>
              </a:extLst>
            </p:cNvPr>
            <p:cNvSpPr/>
            <p:nvPr/>
          </p:nvSpPr>
          <p:spPr>
            <a:xfrm>
              <a:off x="4763698" y="5016695"/>
              <a:ext cx="17252" cy="12767"/>
            </a:xfrm>
            <a:custGeom>
              <a:avLst/>
              <a:gdLst>
                <a:gd name="connsiteX0" fmla="*/ 10863 w 17252"/>
                <a:gd name="connsiteY0" fmla="*/ 0 h 12767"/>
                <a:gd name="connsiteX1" fmla="*/ 6390 w 17252"/>
                <a:gd name="connsiteY1" fmla="*/ 0 h 12767"/>
                <a:gd name="connsiteX2" fmla="*/ 0 w 17252"/>
                <a:gd name="connsiteY2" fmla="*/ 6384 h 12767"/>
                <a:gd name="connsiteX3" fmla="*/ 6390 w 17252"/>
                <a:gd name="connsiteY3" fmla="*/ 12768 h 12767"/>
                <a:gd name="connsiteX4" fmla="*/ 10863 w 17252"/>
                <a:gd name="connsiteY4" fmla="*/ 12768 h 12767"/>
                <a:gd name="connsiteX5" fmla="*/ 17253 w 17252"/>
                <a:gd name="connsiteY5" fmla="*/ 6384 h 12767"/>
                <a:gd name="connsiteX6" fmla="*/ 10863 w 1725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52" h="12767">
                  <a:moveTo>
                    <a:pt x="10863" y="0"/>
                  </a:moveTo>
                  <a:lnTo>
                    <a:pt x="6390" y="0"/>
                  </a:lnTo>
                  <a:cubicBezTo>
                    <a:pt x="2556" y="0"/>
                    <a:pt x="0" y="2553"/>
                    <a:pt x="0" y="6384"/>
                  </a:cubicBezTo>
                  <a:cubicBezTo>
                    <a:pt x="0" y="10214"/>
                    <a:pt x="2556" y="12768"/>
                    <a:pt x="6390" y="12768"/>
                  </a:cubicBezTo>
                  <a:lnTo>
                    <a:pt x="10863" y="12768"/>
                  </a:lnTo>
                  <a:cubicBezTo>
                    <a:pt x="14697" y="12768"/>
                    <a:pt x="17253" y="10214"/>
                    <a:pt x="17253" y="6384"/>
                  </a:cubicBezTo>
                  <a:cubicBezTo>
                    <a:pt x="17253" y="3192"/>
                    <a:pt x="14058" y="0"/>
                    <a:pt x="10863" y="0"/>
                  </a:cubicBezTo>
                </a:path>
              </a:pathLst>
            </a:custGeom>
            <a:solidFill>
              <a:srgbClr val="00A3E0"/>
            </a:solidFill>
            <a:ln w="6390" cap="flat">
              <a:noFill/>
              <a:prstDash val="solid"/>
              <a:miter/>
            </a:ln>
          </p:spPr>
          <p:txBody>
            <a:bodyPr rtlCol="0" anchor="ctr"/>
            <a:lstStyle/>
            <a:p>
              <a:endParaRPr lang="en-US"/>
            </a:p>
          </p:txBody>
        </p:sp>
        <p:sp>
          <p:nvSpPr>
            <p:cNvPr id="832" name="Graphic 4">
              <a:extLst>
                <a:ext uri="{FF2B5EF4-FFF2-40B4-BE49-F238E27FC236}">
                  <a16:creationId xmlns:a16="http://schemas.microsoft.com/office/drawing/2014/main" id="{2EE8AAA1-7F0A-C54F-81C3-8AE112D7BE0E}"/>
                </a:ext>
              </a:extLst>
            </p:cNvPr>
            <p:cNvSpPr/>
            <p:nvPr/>
          </p:nvSpPr>
          <p:spPr>
            <a:xfrm>
              <a:off x="4763698" y="5033932"/>
              <a:ext cx="17252" cy="12767"/>
            </a:xfrm>
            <a:custGeom>
              <a:avLst/>
              <a:gdLst>
                <a:gd name="connsiteX0" fmla="*/ 10863 w 17252"/>
                <a:gd name="connsiteY0" fmla="*/ 0 h 12767"/>
                <a:gd name="connsiteX1" fmla="*/ 6390 w 17252"/>
                <a:gd name="connsiteY1" fmla="*/ 0 h 12767"/>
                <a:gd name="connsiteX2" fmla="*/ 0 w 17252"/>
                <a:gd name="connsiteY2" fmla="*/ 6384 h 12767"/>
                <a:gd name="connsiteX3" fmla="*/ 6390 w 17252"/>
                <a:gd name="connsiteY3" fmla="*/ 12768 h 12767"/>
                <a:gd name="connsiteX4" fmla="*/ 10863 w 17252"/>
                <a:gd name="connsiteY4" fmla="*/ 12768 h 12767"/>
                <a:gd name="connsiteX5" fmla="*/ 17253 w 17252"/>
                <a:gd name="connsiteY5" fmla="*/ 6384 h 12767"/>
                <a:gd name="connsiteX6" fmla="*/ 10863 w 1725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52" h="12767">
                  <a:moveTo>
                    <a:pt x="10863" y="0"/>
                  </a:moveTo>
                  <a:lnTo>
                    <a:pt x="6390" y="0"/>
                  </a:lnTo>
                  <a:cubicBezTo>
                    <a:pt x="2556" y="0"/>
                    <a:pt x="0" y="2553"/>
                    <a:pt x="0" y="6384"/>
                  </a:cubicBezTo>
                  <a:cubicBezTo>
                    <a:pt x="0" y="10214"/>
                    <a:pt x="2556" y="12768"/>
                    <a:pt x="6390" y="12768"/>
                  </a:cubicBezTo>
                  <a:lnTo>
                    <a:pt x="10863" y="12768"/>
                  </a:lnTo>
                  <a:cubicBezTo>
                    <a:pt x="14697" y="12768"/>
                    <a:pt x="17253" y="10214"/>
                    <a:pt x="17253" y="6384"/>
                  </a:cubicBezTo>
                  <a:cubicBezTo>
                    <a:pt x="17253" y="2553"/>
                    <a:pt x="14058" y="0"/>
                    <a:pt x="10863" y="0"/>
                  </a:cubicBezTo>
                </a:path>
              </a:pathLst>
            </a:custGeom>
            <a:solidFill>
              <a:srgbClr val="00A3E0"/>
            </a:solidFill>
            <a:ln w="6390" cap="flat">
              <a:noFill/>
              <a:prstDash val="solid"/>
              <a:miter/>
            </a:ln>
          </p:spPr>
          <p:txBody>
            <a:bodyPr rtlCol="0" anchor="ctr"/>
            <a:lstStyle/>
            <a:p>
              <a:endParaRPr lang="en-US"/>
            </a:p>
          </p:txBody>
        </p:sp>
        <p:sp>
          <p:nvSpPr>
            <p:cNvPr id="833" name="Graphic 4">
              <a:extLst>
                <a:ext uri="{FF2B5EF4-FFF2-40B4-BE49-F238E27FC236}">
                  <a16:creationId xmlns:a16="http://schemas.microsoft.com/office/drawing/2014/main" id="{2FACF962-27E2-314C-A817-D89C692FDBB8}"/>
                </a:ext>
              </a:extLst>
            </p:cNvPr>
            <p:cNvSpPr/>
            <p:nvPr/>
          </p:nvSpPr>
          <p:spPr>
            <a:xfrm>
              <a:off x="4742611" y="5025633"/>
              <a:ext cx="17252" cy="12767"/>
            </a:xfrm>
            <a:custGeom>
              <a:avLst/>
              <a:gdLst>
                <a:gd name="connsiteX0" fmla="*/ 10863 w 17252"/>
                <a:gd name="connsiteY0" fmla="*/ 0 h 12767"/>
                <a:gd name="connsiteX1" fmla="*/ 6390 w 17252"/>
                <a:gd name="connsiteY1" fmla="*/ 0 h 12767"/>
                <a:gd name="connsiteX2" fmla="*/ 0 w 17252"/>
                <a:gd name="connsiteY2" fmla="*/ 6384 h 12767"/>
                <a:gd name="connsiteX3" fmla="*/ 6390 w 17252"/>
                <a:gd name="connsiteY3" fmla="*/ 12768 h 12767"/>
                <a:gd name="connsiteX4" fmla="*/ 10863 w 17252"/>
                <a:gd name="connsiteY4" fmla="*/ 12768 h 12767"/>
                <a:gd name="connsiteX5" fmla="*/ 17253 w 17252"/>
                <a:gd name="connsiteY5" fmla="*/ 6384 h 12767"/>
                <a:gd name="connsiteX6" fmla="*/ 10863 w 1725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52" h="12767">
                  <a:moveTo>
                    <a:pt x="10863" y="0"/>
                  </a:moveTo>
                  <a:lnTo>
                    <a:pt x="6390" y="0"/>
                  </a:lnTo>
                  <a:cubicBezTo>
                    <a:pt x="2556" y="0"/>
                    <a:pt x="0" y="2554"/>
                    <a:pt x="0" y="6384"/>
                  </a:cubicBezTo>
                  <a:cubicBezTo>
                    <a:pt x="0" y="10215"/>
                    <a:pt x="2556" y="12768"/>
                    <a:pt x="6390" y="12768"/>
                  </a:cubicBezTo>
                  <a:lnTo>
                    <a:pt x="10863" y="12768"/>
                  </a:lnTo>
                  <a:cubicBezTo>
                    <a:pt x="14697" y="12768"/>
                    <a:pt x="17253" y="10215"/>
                    <a:pt x="17253" y="6384"/>
                  </a:cubicBezTo>
                  <a:cubicBezTo>
                    <a:pt x="17253" y="2554"/>
                    <a:pt x="14058" y="0"/>
                    <a:pt x="10863" y="0"/>
                  </a:cubicBezTo>
                </a:path>
              </a:pathLst>
            </a:custGeom>
            <a:solidFill>
              <a:srgbClr val="00A3E0"/>
            </a:solidFill>
            <a:ln w="6390" cap="flat">
              <a:noFill/>
              <a:prstDash val="solid"/>
              <a:miter/>
            </a:ln>
          </p:spPr>
          <p:txBody>
            <a:bodyPr rtlCol="0" anchor="ctr"/>
            <a:lstStyle/>
            <a:p>
              <a:endParaRPr lang="en-US"/>
            </a:p>
          </p:txBody>
        </p:sp>
        <p:sp>
          <p:nvSpPr>
            <p:cNvPr id="834" name="Graphic 4">
              <a:extLst>
                <a:ext uri="{FF2B5EF4-FFF2-40B4-BE49-F238E27FC236}">
                  <a16:creationId xmlns:a16="http://schemas.microsoft.com/office/drawing/2014/main" id="{30E8B63B-5BF8-C843-BB9F-693E6E7F90FC}"/>
                </a:ext>
              </a:extLst>
            </p:cNvPr>
            <p:cNvSpPr/>
            <p:nvPr/>
          </p:nvSpPr>
          <p:spPr>
            <a:xfrm>
              <a:off x="4742611" y="5008396"/>
              <a:ext cx="17252" cy="12767"/>
            </a:xfrm>
            <a:custGeom>
              <a:avLst/>
              <a:gdLst>
                <a:gd name="connsiteX0" fmla="*/ 10863 w 17252"/>
                <a:gd name="connsiteY0" fmla="*/ 0 h 12767"/>
                <a:gd name="connsiteX1" fmla="*/ 6390 w 17252"/>
                <a:gd name="connsiteY1" fmla="*/ 0 h 12767"/>
                <a:gd name="connsiteX2" fmla="*/ 0 w 17252"/>
                <a:gd name="connsiteY2" fmla="*/ 6384 h 12767"/>
                <a:gd name="connsiteX3" fmla="*/ 6390 w 17252"/>
                <a:gd name="connsiteY3" fmla="*/ 12768 h 12767"/>
                <a:gd name="connsiteX4" fmla="*/ 10863 w 17252"/>
                <a:gd name="connsiteY4" fmla="*/ 12768 h 12767"/>
                <a:gd name="connsiteX5" fmla="*/ 17253 w 17252"/>
                <a:gd name="connsiteY5" fmla="*/ 6384 h 12767"/>
                <a:gd name="connsiteX6" fmla="*/ 10863 w 1725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52" h="12767">
                  <a:moveTo>
                    <a:pt x="10863" y="0"/>
                  </a:moveTo>
                  <a:lnTo>
                    <a:pt x="6390" y="0"/>
                  </a:lnTo>
                  <a:cubicBezTo>
                    <a:pt x="2556" y="0"/>
                    <a:pt x="0" y="2553"/>
                    <a:pt x="0" y="6384"/>
                  </a:cubicBezTo>
                  <a:cubicBezTo>
                    <a:pt x="0" y="10214"/>
                    <a:pt x="2556" y="12768"/>
                    <a:pt x="6390" y="12768"/>
                  </a:cubicBezTo>
                  <a:lnTo>
                    <a:pt x="10863" y="12768"/>
                  </a:lnTo>
                  <a:cubicBezTo>
                    <a:pt x="14697" y="12768"/>
                    <a:pt x="17253" y="10214"/>
                    <a:pt x="17253" y="6384"/>
                  </a:cubicBezTo>
                  <a:cubicBezTo>
                    <a:pt x="17253" y="3192"/>
                    <a:pt x="14058" y="0"/>
                    <a:pt x="10863" y="0"/>
                  </a:cubicBezTo>
                </a:path>
              </a:pathLst>
            </a:custGeom>
            <a:solidFill>
              <a:srgbClr val="00A3E0"/>
            </a:solidFill>
            <a:ln w="6390" cap="flat">
              <a:noFill/>
              <a:prstDash val="solid"/>
              <a:miter/>
            </a:ln>
          </p:spPr>
          <p:txBody>
            <a:bodyPr rtlCol="0" anchor="ctr"/>
            <a:lstStyle/>
            <a:p>
              <a:endParaRPr lang="en-US"/>
            </a:p>
          </p:txBody>
        </p:sp>
        <p:sp>
          <p:nvSpPr>
            <p:cNvPr id="835" name="Graphic 4">
              <a:extLst>
                <a:ext uri="{FF2B5EF4-FFF2-40B4-BE49-F238E27FC236}">
                  <a16:creationId xmlns:a16="http://schemas.microsoft.com/office/drawing/2014/main" id="{FDC8B083-544D-354D-9174-35AA9389ED09}"/>
                </a:ext>
              </a:extLst>
            </p:cNvPr>
            <p:cNvSpPr/>
            <p:nvPr/>
          </p:nvSpPr>
          <p:spPr>
            <a:xfrm>
              <a:off x="4742611" y="5042231"/>
              <a:ext cx="17252" cy="12767"/>
            </a:xfrm>
            <a:custGeom>
              <a:avLst/>
              <a:gdLst>
                <a:gd name="connsiteX0" fmla="*/ 10863 w 17252"/>
                <a:gd name="connsiteY0" fmla="*/ 0 h 12767"/>
                <a:gd name="connsiteX1" fmla="*/ 6390 w 17252"/>
                <a:gd name="connsiteY1" fmla="*/ 0 h 12767"/>
                <a:gd name="connsiteX2" fmla="*/ 0 w 17252"/>
                <a:gd name="connsiteY2" fmla="*/ 6384 h 12767"/>
                <a:gd name="connsiteX3" fmla="*/ 6390 w 17252"/>
                <a:gd name="connsiteY3" fmla="*/ 12768 h 12767"/>
                <a:gd name="connsiteX4" fmla="*/ 10863 w 17252"/>
                <a:gd name="connsiteY4" fmla="*/ 12768 h 12767"/>
                <a:gd name="connsiteX5" fmla="*/ 17253 w 17252"/>
                <a:gd name="connsiteY5" fmla="*/ 6384 h 12767"/>
                <a:gd name="connsiteX6" fmla="*/ 10863 w 1725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52" h="12767">
                  <a:moveTo>
                    <a:pt x="10863" y="0"/>
                  </a:moveTo>
                  <a:lnTo>
                    <a:pt x="6390" y="0"/>
                  </a:lnTo>
                  <a:cubicBezTo>
                    <a:pt x="2556" y="0"/>
                    <a:pt x="0" y="2553"/>
                    <a:pt x="0" y="6384"/>
                  </a:cubicBezTo>
                  <a:cubicBezTo>
                    <a:pt x="0" y="10214"/>
                    <a:pt x="2556" y="12768"/>
                    <a:pt x="6390" y="12768"/>
                  </a:cubicBezTo>
                  <a:lnTo>
                    <a:pt x="10863" y="12768"/>
                  </a:lnTo>
                  <a:cubicBezTo>
                    <a:pt x="14697" y="12768"/>
                    <a:pt x="17253" y="10214"/>
                    <a:pt x="17253" y="6384"/>
                  </a:cubicBezTo>
                  <a:cubicBezTo>
                    <a:pt x="17253" y="3192"/>
                    <a:pt x="14058" y="0"/>
                    <a:pt x="10863" y="0"/>
                  </a:cubicBezTo>
                </a:path>
              </a:pathLst>
            </a:custGeom>
            <a:solidFill>
              <a:srgbClr val="00A3E0"/>
            </a:solidFill>
            <a:ln w="6390" cap="flat">
              <a:noFill/>
              <a:prstDash val="solid"/>
              <a:miter/>
            </a:ln>
          </p:spPr>
          <p:txBody>
            <a:bodyPr rtlCol="0" anchor="ctr"/>
            <a:lstStyle/>
            <a:p>
              <a:endParaRPr lang="en-US"/>
            </a:p>
          </p:txBody>
        </p:sp>
      </p:grpSp>
      <p:grpSp>
        <p:nvGrpSpPr>
          <p:cNvPr id="836" name="Graphic 4">
            <a:extLst>
              <a:ext uri="{FF2B5EF4-FFF2-40B4-BE49-F238E27FC236}">
                <a16:creationId xmlns:a16="http://schemas.microsoft.com/office/drawing/2014/main" id="{6CAE8766-5B4F-1F49-9740-1C5FB0A46AFA}"/>
              </a:ext>
            </a:extLst>
          </p:cNvPr>
          <p:cNvGrpSpPr/>
          <p:nvPr/>
        </p:nvGrpSpPr>
        <p:grpSpPr>
          <a:xfrm>
            <a:off x="5462638" y="1402085"/>
            <a:ext cx="361670" cy="361333"/>
            <a:chOff x="5099808" y="1402085"/>
            <a:chExt cx="361670" cy="361333"/>
          </a:xfrm>
          <a:solidFill>
            <a:srgbClr val="00A3E0"/>
          </a:solidFill>
        </p:grpSpPr>
        <p:sp>
          <p:nvSpPr>
            <p:cNvPr id="837" name="Graphic 4">
              <a:extLst>
                <a:ext uri="{FF2B5EF4-FFF2-40B4-BE49-F238E27FC236}">
                  <a16:creationId xmlns:a16="http://schemas.microsoft.com/office/drawing/2014/main" id="{33EECA14-9F8C-994C-ACF9-E897983AD17F}"/>
                </a:ext>
              </a:extLst>
            </p:cNvPr>
            <p:cNvSpPr/>
            <p:nvPr/>
          </p:nvSpPr>
          <p:spPr>
            <a:xfrm>
              <a:off x="5239109" y="1611479"/>
              <a:ext cx="118213" cy="61286"/>
            </a:xfrm>
            <a:custGeom>
              <a:avLst/>
              <a:gdLst>
                <a:gd name="connsiteX0" fmla="*/ 103517 w 118213"/>
                <a:gd name="connsiteY0" fmla="*/ 38304 h 61286"/>
                <a:gd name="connsiteX1" fmla="*/ 101600 w 118213"/>
                <a:gd name="connsiteY1" fmla="*/ 38304 h 61286"/>
                <a:gd name="connsiteX2" fmla="*/ 95210 w 118213"/>
                <a:gd name="connsiteY2" fmla="*/ 33835 h 61286"/>
                <a:gd name="connsiteX3" fmla="*/ 99683 w 118213"/>
                <a:gd name="connsiteY3" fmla="*/ 25536 h 61286"/>
                <a:gd name="connsiteX4" fmla="*/ 118214 w 118213"/>
                <a:gd name="connsiteY4" fmla="*/ 13406 h 61286"/>
                <a:gd name="connsiteX5" fmla="*/ 95849 w 118213"/>
                <a:gd name="connsiteY5" fmla="*/ 0 h 61286"/>
                <a:gd name="connsiteX6" fmla="*/ 38978 w 118213"/>
                <a:gd name="connsiteY6" fmla="*/ 29366 h 61286"/>
                <a:gd name="connsiteX7" fmla="*/ 59426 w 118213"/>
                <a:gd name="connsiteY7" fmla="*/ 30643 h 61286"/>
                <a:gd name="connsiteX8" fmla="*/ 83708 w 118213"/>
                <a:gd name="connsiteY8" fmla="*/ 28728 h 61286"/>
                <a:gd name="connsiteX9" fmla="*/ 90737 w 118213"/>
                <a:gd name="connsiteY9" fmla="*/ 33835 h 61286"/>
                <a:gd name="connsiteX10" fmla="*/ 85625 w 118213"/>
                <a:gd name="connsiteY10" fmla="*/ 40858 h 61286"/>
                <a:gd name="connsiteX11" fmla="*/ 59426 w 118213"/>
                <a:gd name="connsiteY11" fmla="*/ 42773 h 61286"/>
                <a:gd name="connsiteX12" fmla="*/ 18531 w 118213"/>
                <a:gd name="connsiteY12" fmla="*/ 37666 h 61286"/>
                <a:gd name="connsiteX13" fmla="*/ 17892 w 118213"/>
                <a:gd name="connsiteY13" fmla="*/ 37666 h 61286"/>
                <a:gd name="connsiteX14" fmla="*/ 0 w 118213"/>
                <a:gd name="connsiteY14" fmla="*/ 30643 h 61286"/>
                <a:gd name="connsiteX15" fmla="*/ 0 w 118213"/>
                <a:gd name="connsiteY15" fmla="*/ 43411 h 61286"/>
                <a:gd name="connsiteX16" fmla="*/ 58787 w 118213"/>
                <a:gd name="connsiteY16" fmla="*/ 61286 h 61286"/>
                <a:gd name="connsiteX17" fmla="*/ 117575 w 118213"/>
                <a:gd name="connsiteY17" fmla="*/ 43411 h 61286"/>
                <a:gd name="connsiteX18" fmla="*/ 117575 w 118213"/>
                <a:gd name="connsiteY18" fmla="*/ 30643 h 61286"/>
                <a:gd name="connsiteX19" fmla="*/ 103517 w 118213"/>
                <a:gd name="connsiteY19" fmla="*/ 38304 h 61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8213" h="61286">
                  <a:moveTo>
                    <a:pt x="103517" y="38304"/>
                  </a:moveTo>
                  <a:cubicBezTo>
                    <a:pt x="102878" y="38304"/>
                    <a:pt x="102239" y="38304"/>
                    <a:pt x="101600" y="38304"/>
                  </a:cubicBezTo>
                  <a:cubicBezTo>
                    <a:pt x="99044" y="38304"/>
                    <a:pt x="96488" y="36389"/>
                    <a:pt x="95210" y="33835"/>
                  </a:cubicBezTo>
                  <a:cubicBezTo>
                    <a:pt x="93932" y="30643"/>
                    <a:pt x="95849" y="26813"/>
                    <a:pt x="99683" y="25536"/>
                  </a:cubicBezTo>
                  <a:cubicBezTo>
                    <a:pt x="112463" y="21706"/>
                    <a:pt x="118214" y="16598"/>
                    <a:pt x="118214" y="13406"/>
                  </a:cubicBezTo>
                  <a:cubicBezTo>
                    <a:pt x="118214" y="9576"/>
                    <a:pt x="110546" y="3830"/>
                    <a:pt x="95849" y="0"/>
                  </a:cubicBezTo>
                  <a:lnTo>
                    <a:pt x="38978" y="29366"/>
                  </a:lnTo>
                  <a:cubicBezTo>
                    <a:pt x="44730" y="30005"/>
                    <a:pt x="51758" y="30643"/>
                    <a:pt x="59426" y="30643"/>
                  </a:cubicBezTo>
                  <a:cubicBezTo>
                    <a:pt x="67733" y="30643"/>
                    <a:pt x="76040" y="30005"/>
                    <a:pt x="83708" y="28728"/>
                  </a:cubicBezTo>
                  <a:cubicBezTo>
                    <a:pt x="86903" y="28090"/>
                    <a:pt x="90737" y="30643"/>
                    <a:pt x="90737" y="33835"/>
                  </a:cubicBezTo>
                  <a:cubicBezTo>
                    <a:pt x="90737" y="37027"/>
                    <a:pt x="88820" y="40858"/>
                    <a:pt x="85625" y="40858"/>
                  </a:cubicBezTo>
                  <a:cubicBezTo>
                    <a:pt x="77318" y="42134"/>
                    <a:pt x="68372" y="42773"/>
                    <a:pt x="59426" y="42773"/>
                  </a:cubicBezTo>
                  <a:cubicBezTo>
                    <a:pt x="45368" y="42773"/>
                    <a:pt x="30672" y="40858"/>
                    <a:pt x="18531" y="37666"/>
                  </a:cubicBezTo>
                  <a:cubicBezTo>
                    <a:pt x="18531" y="37666"/>
                    <a:pt x="18531" y="37666"/>
                    <a:pt x="17892" y="37666"/>
                  </a:cubicBezTo>
                  <a:cubicBezTo>
                    <a:pt x="10863" y="35750"/>
                    <a:pt x="5112" y="33197"/>
                    <a:pt x="0" y="30643"/>
                  </a:cubicBezTo>
                  <a:lnTo>
                    <a:pt x="0" y="43411"/>
                  </a:lnTo>
                  <a:cubicBezTo>
                    <a:pt x="0" y="49157"/>
                    <a:pt x="21087" y="61286"/>
                    <a:pt x="58787" y="61286"/>
                  </a:cubicBezTo>
                  <a:cubicBezTo>
                    <a:pt x="97127" y="61286"/>
                    <a:pt x="117575" y="49795"/>
                    <a:pt x="117575" y="43411"/>
                  </a:cubicBezTo>
                  <a:lnTo>
                    <a:pt x="117575" y="30643"/>
                  </a:lnTo>
                  <a:cubicBezTo>
                    <a:pt x="114380" y="34474"/>
                    <a:pt x="109268" y="36389"/>
                    <a:pt x="103517" y="38304"/>
                  </a:cubicBezTo>
                </a:path>
              </a:pathLst>
            </a:custGeom>
            <a:solidFill>
              <a:srgbClr val="00A3E0"/>
            </a:solidFill>
            <a:ln w="6390" cap="flat">
              <a:noFill/>
              <a:prstDash val="solid"/>
              <a:miter/>
            </a:ln>
          </p:spPr>
          <p:txBody>
            <a:bodyPr rtlCol="0" anchor="ctr"/>
            <a:lstStyle/>
            <a:p>
              <a:endParaRPr lang="en-US"/>
            </a:p>
          </p:txBody>
        </p:sp>
        <p:sp>
          <p:nvSpPr>
            <p:cNvPr id="838" name="Graphic 4">
              <a:extLst>
                <a:ext uri="{FF2B5EF4-FFF2-40B4-BE49-F238E27FC236}">
                  <a16:creationId xmlns:a16="http://schemas.microsoft.com/office/drawing/2014/main" id="{215979CC-D112-BD49-99DC-3BB6AE71B3E9}"/>
                </a:ext>
              </a:extLst>
            </p:cNvPr>
            <p:cNvSpPr/>
            <p:nvPr/>
          </p:nvSpPr>
          <p:spPr>
            <a:xfrm>
              <a:off x="5239109" y="1607649"/>
              <a:ext cx="74761" cy="30004"/>
            </a:xfrm>
            <a:custGeom>
              <a:avLst/>
              <a:gdLst>
                <a:gd name="connsiteX0" fmla="*/ 19170 w 74761"/>
                <a:gd name="connsiteY0" fmla="*/ 30005 h 30004"/>
                <a:gd name="connsiteX1" fmla="*/ 74762 w 74761"/>
                <a:gd name="connsiteY1" fmla="*/ 638 h 30004"/>
                <a:gd name="connsiteX2" fmla="*/ 58787 w 74761"/>
                <a:gd name="connsiteY2" fmla="*/ 0 h 30004"/>
                <a:gd name="connsiteX3" fmla="*/ 0 w 74761"/>
                <a:gd name="connsiteY3" fmla="*/ 17875 h 30004"/>
                <a:gd name="connsiteX4" fmla="*/ 19170 w 74761"/>
                <a:gd name="connsiteY4" fmla="*/ 30005 h 300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61" h="30004">
                  <a:moveTo>
                    <a:pt x="19170" y="30005"/>
                  </a:moveTo>
                  <a:lnTo>
                    <a:pt x="74762" y="638"/>
                  </a:lnTo>
                  <a:cubicBezTo>
                    <a:pt x="69650" y="0"/>
                    <a:pt x="64538" y="0"/>
                    <a:pt x="58787" y="0"/>
                  </a:cubicBezTo>
                  <a:cubicBezTo>
                    <a:pt x="20447" y="0"/>
                    <a:pt x="0" y="11491"/>
                    <a:pt x="0" y="17875"/>
                  </a:cubicBezTo>
                  <a:cubicBezTo>
                    <a:pt x="639" y="21067"/>
                    <a:pt x="7029" y="26174"/>
                    <a:pt x="19170" y="30005"/>
                  </a:cubicBezTo>
                </a:path>
              </a:pathLst>
            </a:custGeom>
            <a:solidFill>
              <a:srgbClr val="00A3E0"/>
            </a:solidFill>
            <a:ln w="6390" cap="flat">
              <a:noFill/>
              <a:prstDash val="solid"/>
              <a:miter/>
            </a:ln>
          </p:spPr>
          <p:txBody>
            <a:bodyPr rtlCol="0" anchor="ctr"/>
            <a:lstStyle/>
            <a:p>
              <a:endParaRPr lang="en-US"/>
            </a:p>
          </p:txBody>
        </p:sp>
        <p:sp>
          <p:nvSpPr>
            <p:cNvPr id="839" name="Graphic 4">
              <a:extLst>
                <a:ext uri="{FF2B5EF4-FFF2-40B4-BE49-F238E27FC236}">
                  <a16:creationId xmlns:a16="http://schemas.microsoft.com/office/drawing/2014/main" id="{B81722B0-DA76-F445-8C37-F2045AF1F8F0}"/>
                </a:ext>
              </a:extLst>
            </p:cNvPr>
            <p:cNvSpPr/>
            <p:nvPr/>
          </p:nvSpPr>
          <p:spPr>
            <a:xfrm>
              <a:off x="5099808" y="1402085"/>
              <a:ext cx="361670" cy="361333"/>
            </a:xfrm>
            <a:custGeom>
              <a:avLst/>
              <a:gdLst>
                <a:gd name="connsiteX0" fmla="*/ 208951 w 361670"/>
                <a:gd name="connsiteY0" fmla="*/ 114912 h 361333"/>
                <a:gd name="connsiteX1" fmla="*/ 188503 w 361670"/>
                <a:gd name="connsiteY1" fmla="*/ 135340 h 361333"/>
                <a:gd name="connsiteX2" fmla="*/ 184031 w 361670"/>
                <a:gd name="connsiteY2" fmla="*/ 137256 h 361333"/>
                <a:gd name="connsiteX3" fmla="*/ 179557 w 361670"/>
                <a:gd name="connsiteY3" fmla="*/ 135340 h 361333"/>
                <a:gd name="connsiteX4" fmla="*/ 179557 w 361670"/>
                <a:gd name="connsiteY4" fmla="*/ 126403 h 361333"/>
                <a:gd name="connsiteX5" fmla="*/ 200005 w 361670"/>
                <a:gd name="connsiteY5" fmla="*/ 105974 h 361333"/>
                <a:gd name="connsiteX6" fmla="*/ 225565 w 361670"/>
                <a:gd name="connsiteY6" fmla="*/ 95121 h 361333"/>
                <a:gd name="connsiteX7" fmla="*/ 231955 w 361670"/>
                <a:gd name="connsiteY7" fmla="*/ 101505 h 361333"/>
                <a:gd name="connsiteX8" fmla="*/ 225565 w 361670"/>
                <a:gd name="connsiteY8" fmla="*/ 107889 h 361333"/>
                <a:gd name="connsiteX9" fmla="*/ 208951 w 361670"/>
                <a:gd name="connsiteY9" fmla="*/ 114912 h 361333"/>
                <a:gd name="connsiteX10" fmla="*/ 254320 w 361670"/>
                <a:gd name="connsiteY10" fmla="*/ 162792 h 361333"/>
                <a:gd name="connsiteX11" fmla="*/ 227482 w 361670"/>
                <a:gd name="connsiteY11" fmla="*/ 189604 h 361333"/>
                <a:gd name="connsiteX12" fmla="*/ 218536 w 361670"/>
                <a:gd name="connsiteY12" fmla="*/ 189604 h 361333"/>
                <a:gd name="connsiteX13" fmla="*/ 218536 w 361670"/>
                <a:gd name="connsiteY13" fmla="*/ 180667 h 361333"/>
                <a:gd name="connsiteX14" fmla="*/ 245374 w 361670"/>
                <a:gd name="connsiteY14" fmla="*/ 153854 h 361333"/>
                <a:gd name="connsiteX15" fmla="*/ 249208 w 361670"/>
                <a:gd name="connsiteY15" fmla="*/ 100229 h 361333"/>
                <a:gd name="connsiteX16" fmla="*/ 223648 w 361670"/>
                <a:gd name="connsiteY16" fmla="*/ 91291 h 361333"/>
                <a:gd name="connsiteX17" fmla="*/ 195532 w 361670"/>
                <a:gd name="connsiteY17" fmla="*/ 104059 h 361333"/>
                <a:gd name="connsiteX18" fmla="*/ 159748 w 361670"/>
                <a:gd name="connsiteY18" fmla="*/ 139809 h 361333"/>
                <a:gd name="connsiteX19" fmla="*/ 200644 w 361670"/>
                <a:gd name="connsiteY19" fmla="*/ 180667 h 361333"/>
                <a:gd name="connsiteX20" fmla="*/ 200644 w 361670"/>
                <a:gd name="connsiteY20" fmla="*/ 189604 h 361333"/>
                <a:gd name="connsiteX21" fmla="*/ 196171 w 361670"/>
                <a:gd name="connsiteY21" fmla="*/ 191519 h 361333"/>
                <a:gd name="connsiteX22" fmla="*/ 191698 w 361670"/>
                <a:gd name="connsiteY22" fmla="*/ 189604 h 361333"/>
                <a:gd name="connsiteX23" fmla="*/ 150803 w 361670"/>
                <a:gd name="connsiteY23" fmla="*/ 148747 h 361333"/>
                <a:gd name="connsiteX24" fmla="*/ 115019 w 361670"/>
                <a:gd name="connsiteY24" fmla="*/ 184497 h 361333"/>
                <a:gd name="connsiteX25" fmla="*/ 111185 w 361670"/>
                <a:gd name="connsiteY25" fmla="*/ 238122 h 361333"/>
                <a:gd name="connsiteX26" fmla="*/ 120770 w 361670"/>
                <a:gd name="connsiteY26" fmla="*/ 244506 h 361333"/>
                <a:gd name="connsiteX27" fmla="*/ 123965 w 361670"/>
                <a:gd name="connsiteY27" fmla="*/ 252806 h 361333"/>
                <a:gd name="connsiteX28" fmla="*/ 118214 w 361670"/>
                <a:gd name="connsiteY28" fmla="*/ 256636 h 361333"/>
                <a:gd name="connsiteX29" fmla="*/ 115658 w 361670"/>
                <a:gd name="connsiteY29" fmla="*/ 255998 h 361333"/>
                <a:gd name="connsiteX30" fmla="*/ 102239 w 361670"/>
                <a:gd name="connsiteY30" fmla="*/ 247060 h 361333"/>
                <a:gd name="connsiteX31" fmla="*/ 106073 w 361670"/>
                <a:gd name="connsiteY31" fmla="*/ 175560 h 361333"/>
                <a:gd name="connsiteX32" fmla="*/ 146330 w 361670"/>
                <a:gd name="connsiteY32" fmla="*/ 135340 h 361333"/>
                <a:gd name="connsiteX33" fmla="*/ 146330 w 361670"/>
                <a:gd name="connsiteY33" fmla="*/ 135340 h 361333"/>
                <a:gd name="connsiteX34" fmla="*/ 146330 w 361670"/>
                <a:gd name="connsiteY34" fmla="*/ 135340 h 361333"/>
                <a:gd name="connsiteX35" fmla="*/ 186586 w 361670"/>
                <a:gd name="connsiteY35" fmla="*/ 95121 h 361333"/>
                <a:gd name="connsiteX36" fmla="*/ 223009 w 361670"/>
                <a:gd name="connsiteY36" fmla="*/ 78523 h 361333"/>
                <a:gd name="connsiteX37" fmla="*/ 258154 w 361670"/>
                <a:gd name="connsiteY37" fmla="*/ 91291 h 361333"/>
                <a:gd name="connsiteX38" fmla="*/ 254320 w 361670"/>
                <a:gd name="connsiteY38" fmla="*/ 162792 h 361333"/>
                <a:gd name="connsiteX39" fmla="*/ 270295 w 361670"/>
                <a:gd name="connsiteY39" fmla="*/ 254082 h 361333"/>
                <a:gd name="connsiteX40" fmla="*/ 198727 w 361670"/>
                <a:gd name="connsiteY40" fmla="*/ 284726 h 361333"/>
                <a:gd name="connsiteX41" fmla="*/ 127160 w 361670"/>
                <a:gd name="connsiteY41" fmla="*/ 254082 h 361333"/>
                <a:gd name="connsiteX42" fmla="*/ 127160 w 361670"/>
                <a:gd name="connsiteY42" fmla="*/ 223439 h 361333"/>
                <a:gd name="connsiteX43" fmla="*/ 198727 w 361670"/>
                <a:gd name="connsiteY43" fmla="*/ 192796 h 361333"/>
                <a:gd name="connsiteX44" fmla="*/ 236428 w 361670"/>
                <a:gd name="connsiteY44" fmla="*/ 197265 h 361333"/>
                <a:gd name="connsiteX45" fmla="*/ 236428 w 361670"/>
                <a:gd name="connsiteY45" fmla="*/ 197265 h 361333"/>
                <a:gd name="connsiteX46" fmla="*/ 270295 w 361670"/>
                <a:gd name="connsiteY46" fmla="*/ 223439 h 361333"/>
                <a:gd name="connsiteX47" fmla="*/ 270295 w 361670"/>
                <a:gd name="connsiteY47" fmla="*/ 254082 h 361333"/>
                <a:gd name="connsiteX48" fmla="*/ 180836 w 361670"/>
                <a:gd name="connsiteY48" fmla="*/ 0 h 361333"/>
                <a:gd name="connsiteX49" fmla="*/ 0 w 361670"/>
                <a:gd name="connsiteY49" fmla="*/ 180667 h 361333"/>
                <a:gd name="connsiteX50" fmla="*/ 180836 w 361670"/>
                <a:gd name="connsiteY50" fmla="*/ 361333 h 361333"/>
                <a:gd name="connsiteX51" fmla="*/ 361671 w 361670"/>
                <a:gd name="connsiteY51" fmla="*/ 180667 h 361333"/>
                <a:gd name="connsiteX52" fmla="*/ 180836 w 361670"/>
                <a:gd name="connsiteY52"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1670" h="361333">
                  <a:moveTo>
                    <a:pt x="208951" y="114912"/>
                  </a:moveTo>
                  <a:lnTo>
                    <a:pt x="188503" y="135340"/>
                  </a:lnTo>
                  <a:cubicBezTo>
                    <a:pt x="187225" y="136617"/>
                    <a:pt x="185308" y="137256"/>
                    <a:pt x="184031" y="137256"/>
                  </a:cubicBezTo>
                  <a:cubicBezTo>
                    <a:pt x="182113" y="137256"/>
                    <a:pt x="180836" y="136617"/>
                    <a:pt x="179557" y="135340"/>
                  </a:cubicBezTo>
                  <a:cubicBezTo>
                    <a:pt x="177001" y="132787"/>
                    <a:pt x="177001" y="128956"/>
                    <a:pt x="179557" y="126403"/>
                  </a:cubicBezTo>
                  <a:lnTo>
                    <a:pt x="200005" y="105974"/>
                  </a:lnTo>
                  <a:cubicBezTo>
                    <a:pt x="207034" y="98952"/>
                    <a:pt x="215980" y="95121"/>
                    <a:pt x="225565" y="95121"/>
                  </a:cubicBezTo>
                  <a:cubicBezTo>
                    <a:pt x="229399" y="95121"/>
                    <a:pt x="231955" y="98313"/>
                    <a:pt x="231955" y="101505"/>
                  </a:cubicBezTo>
                  <a:cubicBezTo>
                    <a:pt x="231955" y="105336"/>
                    <a:pt x="228760" y="107889"/>
                    <a:pt x="225565" y="107889"/>
                  </a:cubicBezTo>
                  <a:cubicBezTo>
                    <a:pt x="219175" y="107889"/>
                    <a:pt x="213424" y="110443"/>
                    <a:pt x="208951" y="114912"/>
                  </a:cubicBezTo>
                  <a:moveTo>
                    <a:pt x="254320" y="162792"/>
                  </a:moveTo>
                  <a:lnTo>
                    <a:pt x="227482" y="189604"/>
                  </a:lnTo>
                  <a:cubicBezTo>
                    <a:pt x="224926" y="192158"/>
                    <a:pt x="221092" y="192158"/>
                    <a:pt x="218536" y="189604"/>
                  </a:cubicBezTo>
                  <a:cubicBezTo>
                    <a:pt x="215980" y="187051"/>
                    <a:pt x="215980" y="183220"/>
                    <a:pt x="218536" y="180667"/>
                  </a:cubicBezTo>
                  <a:lnTo>
                    <a:pt x="245374" y="153854"/>
                  </a:lnTo>
                  <a:cubicBezTo>
                    <a:pt x="261349" y="137894"/>
                    <a:pt x="262627" y="114273"/>
                    <a:pt x="249208" y="100229"/>
                  </a:cubicBezTo>
                  <a:cubicBezTo>
                    <a:pt x="242818" y="93845"/>
                    <a:pt x="233872" y="90653"/>
                    <a:pt x="223648" y="91291"/>
                  </a:cubicBezTo>
                  <a:cubicBezTo>
                    <a:pt x="213424" y="91929"/>
                    <a:pt x="203839" y="96398"/>
                    <a:pt x="195532" y="104059"/>
                  </a:cubicBezTo>
                  <a:lnTo>
                    <a:pt x="159748" y="139809"/>
                  </a:lnTo>
                  <a:lnTo>
                    <a:pt x="200644" y="180667"/>
                  </a:lnTo>
                  <a:cubicBezTo>
                    <a:pt x="203200" y="183220"/>
                    <a:pt x="203200" y="187051"/>
                    <a:pt x="200644" y="189604"/>
                  </a:cubicBezTo>
                  <a:cubicBezTo>
                    <a:pt x="199366" y="190881"/>
                    <a:pt x="197449" y="191519"/>
                    <a:pt x="196171" y="191519"/>
                  </a:cubicBezTo>
                  <a:cubicBezTo>
                    <a:pt x="194893" y="191519"/>
                    <a:pt x="192976" y="190881"/>
                    <a:pt x="191698" y="189604"/>
                  </a:cubicBezTo>
                  <a:lnTo>
                    <a:pt x="150803" y="148747"/>
                  </a:lnTo>
                  <a:lnTo>
                    <a:pt x="115019" y="184497"/>
                  </a:lnTo>
                  <a:cubicBezTo>
                    <a:pt x="99044" y="200457"/>
                    <a:pt x="97766" y="224078"/>
                    <a:pt x="111185" y="238122"/>
                  </a:cubicBezTo>
                  <a:cubicBezTo>
                    <a:pt x="113741" y="240676"/>
                    <a:pt x="116936" y="243230"/>
                    <a:pt x="120770" y="244506"/>
                  </a:cubicBezTo>
                  <a:cubicBezTo>
                    <a:pt x="123965" y="245783"/>
                    <a:pt x="125243" y="249614"/>
                    <a:pt x="123965" y="252806"/>
                  </a:cubicBezTo>
                  <a:cubicBezTo>
                    <a:pt x="122687" y="255359"/>
                    <a:pt x="120770" y="256636"/>
                    <a:pt x="118214" y="256636"/>
                  </a:cubicBezTo>
                  <a:cubicBezTo>
                    <a:pt x="117575" y="256636"/>
                    <a:pt x="116297" y="256636"/>
                    <a:pt x="115658" y="255998"/>
                  </a:cubicBezTo>
                  <a:cubicBezTo>
                    <a:pt x="110546" y="254082"/>
                    <a:pt x="106073" y="250890"/>
                    <a:pt x="102239" y="247060"/>
                  </a:cubicBezTo>
                  <a:cubicBezTo>
                    <a:pt x="83708" y="228547"/>
                    <a:pt x="85625" y="196627"/>
                    <a:pt x="106073" y="175560"/>
                  </a:cubicBezTo>
                  <a:lnTo>
                    <a:pt x="146330" y="135340"/>
                  </a:lnTo>
                  <a:cubicBezTo>
                    <a:pt x="146330" y="135340"/>
                    <a:pt x="146330" y="135340"/>
                    <a:pt x="146330" y="135340"/>
                  </a:cubicBezTo>
                  <a:cubicBezTo>
                    <a:pt x="146330" y="135340"/>
                    <a:pt x="146330" y="135340"/>
                    <a:pt x="146330" y="135340"/>
                  </a:cubicBezTo>
                  <a:lnTo>
                    <a:pt x="186586" y="95121"/>
                  </a:lnTo>
                  <a:cubicBezTo>
                    <a:pt x="196810" y="84907"/>
                    <a:pt x="209590" y="79161"/>
                    <a:pt x="223009" y="78523"/>
                  </a:cubicBezTo>
                  <a:cubicBezTo>
                    <a:pt x="236428" y="77885"/>
                    <a:pt x="249208" y="82353"/>
                    <a:pt x="258154" y="91291"/>
                  </a:cubicBezTo>
                  <a:cubicBezTo>
                    <a:pt x="276685" y="109804"/>
                    <a:pt x="275407" y="141724"/>
                    <a:pt x="254320" y="162792"/>
                  </a:cubicBezTo>
                  <a:moveTo>
                    <a:pt x="270295" y="254082"/>
                  </a:moveTo>
                  <a:cubicBezTo>
                    <a:pt x="270295" y="273873"/>
                    <a:pt x="233872" y="284726"/>
                    <a:pt x="198727" y="284726"/>
                  </a:cubicBezTo>
                  <a:cubicBezTo>
                    <a:pt x="163583" y="284726"/>
                    <a:pt x="127160" y="274511"/>
                    <a:pt x="127160" y="254082"/>
                  </a:cubicBezTo>
                  <a:lnTo>
                    <a:pt x="127160" y="223439"/>
                  </a:lnTo>
                  <a:cubicBezTo>
                    <a:pt x="127160" y="203649"/>
                    <a:pt x="163583" y="192796"/>
                    <a:pt x="198727" y="192796"/>
                  </a:cubicBezTo>
                  <a:cubicBezTo>
                    <a:pt x="211507" y="192796"/>
                    <a:pt x="224926" y="194073"/>
                    <a:pt x="236428" y="197265"/>
                  </a:cubicBezTo>
                  <a:cubicBezTo>
                    <a:pt x="236428" y="197265"/>
                    <a:pt x="236428" y="197265"/>
                    <a:pt x="236428" y="197265"/>
                  </a:cubicBezTo>
                  <a:cubicBezTo>
                    <a:pt x="256237" y="201734"/>
                    <a:pt x="270295" y="210671"/>
                    <a:pt x="270295" y="223439"/>
                  </a:cubicBezTo>
                  <a:lnTo>
                    <a:pt x="270295" y="254082"/>
                  </a:lnTo>
                  <a:close/>
                  <a:moveTo>
                    <a:pt x="180836" y="0"/>
                  </a:moveTo>
                  <a:cubicBezTo>
                    <a:pt x="80513" y="0"/>
                    <a:pt x="0" y="81077"/>
                    <a:pt x="0" y="180667"/>
                  </a:cubicBezTo>
                  <a:cubicBezTo>
                    <a:pt x="0" y="280895"/>
                    <a:pt x="81152" y="361333"/>
                    <a:pt x="180836" y="361333"/>
                  </a:cubicBezTo>
                  <a:cubicBezTo>
                    <a:pt x="281157" y="361333"/>
                    <a:pt x="361671" y="280257"/>
                    <a:pt x="361671" y="180667"/>
                  </a:cubicBezTo>
                  <a:cubicBezTo>
                    <a:pt x="361671" y="81077"/>
                    <a:pt x="280518" y="0"/>
                    <a:pt x="180836" y="0"/>
                  </a:cubicBezTo>
                </a:path>
              </a:pathLst>
            </a:custGeom>
            <a:solidFill>
              <a:srgbClr val="00A3E0"/>
            </a:solidFill>
            <a:ln w="6390" cap="flat">
              <a:noFill/>
              <a:prstDash val="solid"/>
              <a:miter/>
            </a:ln>
          </p:spPr>
          <p:txBody>
            <a:bodyPr rtlCol="0" anchor="ctr"/>
            <a:lstStyle/>
            <a:p>
              <a:endParaRPr lang="en-US"/>
            </a:p>
          </p:txBody>
        </p:sp>
      </p:grpSp>
      <p:grpSp>
        <p:nvGrpSpPr>
          <p:cNvPr id="840" name="Graphic 4">
            <a:extLst>
              <a:ext uri="{FF2B5EF4-FFF2-40B4-BE49-F238E27FC236}">
                <a16:creationId xmlns:a16="http://schemas.microsoft.com/office/drawing/2014/main" id="{496E5683-4B63-5C47-8CD2-09B4D0F0B8D4}"/>
              </a:ext>
            </a:extLst>
          </p:cNvPr>
          <p:cNvGrpSpPr/>
          <p:nvPr/>
        </p:nvGrpSpPr>
        <p:grpSpPr>
          <a:xfrm>
            <a:off x="5462638" y="4308712"/>
            <a:ext cx="361670" cy="361333"/>
            <a:chOff x="5099808" y="4308712"/>
            <a:chExt cx="361670" cy="361333"/>
          </a:xfrm>
          <a:solidFill>
            <a:srgbClr val="00A3E0"/>
          </a:solidFill>
        </p:grpSpPr>
        <p:sp>
          <p:nvSpPr>
            <p:cNvPr id="841" name="Graphic 4">
              <a:extLst>
                <a:ext uri="{FF2B5EF4-FFF2-40B4-BE49-F238E27FC236}">
                  <a16:creationId xmlns:a16="http://schemas.microsoft.com/office/drawing/2014/main" id="{92C1830C-5620-D549-BA69-2CDE451A4FA8}"/>
                </a:ext>
              </a:extLst>
            </p:cNvPr>
            <p:cNvSpPr/>
            <p:nvPr/>
          </p:nvSpPr>
          <p:spPr>
            <a:xfrm>
              <a:off x="5232080" y="4451234"/>
              <a:ext cx="79714" cy="79640"/>
            </a:xfrm>
            <a:custGeom>
              <a:avLst/>
              <a:gdLst>
                <a:gd name="connsiteX0" fmla="*/ 61344 w 79714"/>
                <a:gd name="connsiteY0" fmla="*/ 479 h 79640"/>
                <a:gd name="connsiteX1" fmla="*/ 58149 w 79714"/>
                <a:gd name="connsiteY1" fmla="*/ 479 h 79640"/>
                <a:gd name="connsiteX2" fmla="*/ 50481 w 79714"/>
                <a:gd name="connsiteY2" fmla="*/ 8140 h 79640"/>
                <a:gd name="connsiteX3" fmla="*/ 58149 w 79714"/>
                <a:gd name="connsiteY3" fmla="*/ 15800 h 79640"/>
                <a:gd name="connsiteX4" fmla="*/ 58149 w 79714"/>
                <a:gd name="connsiteY4" fmla="*/ 24738 h 79640"/>
                <a:gd name="connsiteX5" fmla="*/ 53676 w 79714"/>
                <a:gd name="connsiteY5" fmla="*/ 26653 h 79640"/>
                <a:gd name="connsiteX6" fmla="*/ 49203 w 79714"/>
                <a:gd name="connsiteY6" fmla="*/ 24738 h 79640"/>
                <a:gd name="connsiteX7" fmla="*/ 41535 w 79714"/>
                <a:gd name="connsiteY7" fmla="*/ 17077 h 79640"/>
                <a:gd name="connsiteX8" fmla="*/ 35784 w 79714"/>
                <a:gd name="connsiteY8" fmla="*/ 22823 h 79640"/>
                <a:gd name="connsiteX9" fmla="*/ 43451 w 79714"/>
                <a:gd name="connsiteY9" fmla="*/ 30484 h 79640"/>
                <a:gd name="connsiteX10" fmla="*/ 43451 w 79714"/>
                <a:gd name="connsiteY10" fmla="*/ 39421 h 79640"/>
                <a:gd name="connsiteX11" fmla="*/ 38979 w 79714"/>
                <a:gd name="connsiteY11" fmla="*/ 41336 h 79640"/>
                <a:gd name="connsiteX12" fmla="*/ 34506 w 79714"/>
                <a:gd name="connsiteY12" fmla="*/ 39421 h 79640"/>
                <a:gd name="connsiteX13" fmla="*/ 26838 w 79714"/>
                <a:gd name="connsiteY13" fmla="*/ 31760 h 79640"/>
                <a:gd name="connsiteX14" fmla="*/ 21087 w 79714"/>
                <a:gd name="connsiteY14" fmla="*/ 37506 h 79640"/>
                <a:gd name="connsiteX15" fmla="*/ 28755 w 79714"/>
                <a:gd name="connsiteY15" fmla="*/ 45167 h 79640"/>
                <a:gd name="connsiteX16" fmla="*/ 28755 w 79714"/>
                <a:gd name="connsiteY16" fmla="*/ 54104 h 79640"/>
                <a:gd name="connsiteX17" fmla="*/ 24282 w 79714"/>
                <a:gd name="connsiteY17" fmla="*/ 56020 h 79640"/>
                <a:gd name="connsiteX18" fmla="*/ 19809 w 79714"/>
                <a:gd name="connsiteY18" fmla="*/ 54104 h 79640"/>
                <a:gd name="connsiteX19" fmla="*/ 12141 w 79714"/>
                <a:gd name="connsiteY19" fmla="*/ 46444 h 79640"/>
                <a:gd name="connsiteX20" fmla="*/ 0 w 79714"/>
                <a:gd name="connsiteY20" fmla="*/ 58573 h 79640"/>
                <a:gd name="connsiteX21" fmla="*/ 21087 w 79714"/>
                <a:gd name="connsiteY21" fmla="*/ 79640 h 79640"/>
                <a:gd name="connsiteX22" fmla="*/ 79235 w 79714"/>
                <a:gd name="connsiteY22" fmla="*/ 21546 h 79640"/>
                <a:gd name="connsiteX23" fmla="*/ 79235 w 79714"/>
                <a:gd name="connsiteY23" fmla="*/ 18354 h 79640"/>
                <a:gd name="connsiteX24" fmla="*/ 61344 w 79714"/>
                <a:gd name="connsiteY24" fmla="*/ 479 h 79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14" h="79640">
                  <a:moveTo>
                    <a:pt x="61344" y="479"/>
                  </a:moveTo>
                  <a:cubicBezTo>
                    <a:pt x="60704" y="-160"/>
                    <a:pt x="59426" y="-160"/>
                    <a:pt x="58149" y="479"/>
                  </a:cubicBezTo>
                  <a:lnTo>
                    <a:pt x="50481" y="8140"/>
                  </a:lnTo>
                  <a:lnTo>
                    <a:pt x="58149" y="15800"/>
                  </a:lnTo>
                  <a:cubicBezTo>
                    <a:pt x="60704" y="18354"/>
                    <a:pt x="60704" y="22184"/>
                    <a:pt x="58149" y="24738"/>
                  </a:cubicBezTo>
                  <a:cubicBezTo>
                    <a:pt x="56871" y="26015"/>
                    <a:pt x="54954" y="26653"/>
                    <a:pt x="53676" y="26653"/>
                  </a:cubicBezTo>
                  <a:cubicBezTo>
                    <a:pt x="51759" y="26653"/>
                    <a:pt x="50481" y="26015"/>
                    <a:pt x="49203" y="24738"/>
                  </a:cubicBezTo>
                  <a:lnTo>
                    <a:pt x="41535" y="17077"/>
                  </a:lnTo>
                  <a:lnTo>
                    <a:pt x="35784" y="22823"/>
                  </a:lnTo>
                  <a:lnTo>
                    <a:pt x="43451" y="30484"/>
                  </a:lnTo>
                  <a:cubicBezTo>
                    <a:pt x="46008" y="33037"/>
                    <a:pt x="46008" y="36868"/>
                    <a:pt x="43451" y="39421"/>
                  </a:cubicBezTo>
                  <a:cubicBezTo>
                    <a:pt x="42174" y="40698"/>
                    <a:pt x="40257" y="41336"/>
                    <a:pt x="38979" y="41336"/>
                  </a:cubicBezTo>
                  <a:cubicBezTo>
                    <a:pt x="37701" y="41336"/>
                    <a:pt x="35784" y="40698"/>
                    <a:pt x="34506" y="39421"/>
                  </a:cubicBezTo>
                  <a:lnTo>
                    <a:pt x="26838" y="31760"/>
                  </a:lnTo>
                  <a:lnTo>
                    <a:pt x="21087" y="37506"/>
                  </a:lnTo>
                  <a:lnTo>
                    <a:pt x="28755" y="45167"/>
                  </a:lnTo>
                  <a:cubicBezTo>
                    <a:pt x="31311" y="47720"/>
                    <a:pt x="31311" y="51551"/>
                    <a:pt x="28755" y="54104"/>
                  </a:cubicBezTo>
                  <a:cubicBezTo>
                    <a:pt x="27477" y="55381"/>
                    <a:pt x="25560" y="56020"/>
                    <a:pt x="24282" y="56020"/>
                  </a:cubicBezTo>
                  <a:cubicBezTo>
                    <a:pt x="23004" y="56020"/>
                    <a:pt x="21087" y="55381"/>
                    <a:pt x="19809" y="54104"/>
                  </a:cubicBezTo>
                  <a:lnTo>
                    <a:pt x="12141" y="46444"/>
                  </a:lnTo>
                  <a:lnTo>
                    <a:pt x="0" y="58573"/>
                  </a:lnTo>
                  <a:lnTo>
                    <a:pt x="21087" y="79640"/>
                  </a:lnTo>
                  <a:lnTo>
                    <a:pt x="79235" y="21546"/>
                  </a:lnTo>
                  <a:cubicBezTo>
                    <a:pt x="79874" y="20908"/>
                    <a:pt x="79874" y="19631"/>
                    <a:pt x="79235" y="18354"/>
                  </a:cubicBezTo>
                  <a:lnTo>
                    <a:pt x="61344" y="479"/>
                  </a:lnTo>
                  <a:close/>
                </a:path>
              </a:pathLst>
            </a:custGeom>
            <a:solidFill>
              <a:srgbClr val="00A3E0"/>
            </a:solidFill>
            <a:ln w="6390" cap="flat">
              <a:noFill/>
              <a:prstDash val="solid"/>
              <a:miter/>
            </a:ln>
          </p:spPr>
          <p:txBody>
            <a:bodyPr rtlCol="0" anchor="ctr"/>
            <a:lstStyle/>
            <a:p>
              <a:endParaRPr lang="en-US"/>
            </a:p>
          </p:txBody>
        </p:sp>
        <p:sp>
          <p:nvSpPr>
            <p:cNvPr id="842" name="Graphic 4">
              <a:extLst>
                <a:ext uri="{FF2B5EF4-FFF2-40B4-BE49-F238E27FC236}">
                  <a16:creationId xmlns:a16="http://schemas.microsoft.com/office/drawing/2014/main" id="{586979A0-0CE6-6643-8C4F-D8E0DC46828F}"/>
                </a:ext>
              </a:extLst>
            </p:cNvPr>
            <p:cNvSpPr/>
            <p:nvPr/>
          </p:nvSpPr>
          <p:spPr>
            <a:xfrm>
              <a:off x="5203964" y="4523852"/>
              <a:ext cx="35144" cy="35111"/>
            </a:xfrm>
            <a:custGeom>
              <a:avLst/>
              <a:gdLst>
                <a:gd name="connsiteX0" fmla="*/ 23642 w 35144"/>
                <a:gd name="connsiteY0" fmla="*/ 8299 h 35111"/>
                <a:gd name="connsiteX1" fmla="*/ 0 w 35144"/>
                <a:gd name="connsiteY1" fmla="*/ 31920 h 35111"/>
                <a:gd name="connsiteX2" fmla="*/ 3195 w 35144"/>
                <a:gd name="connsiteY2" fmla="*/ 35112 h 35111"/>
                <a:gd name="connsiteX3" fmla="*/ 26837 w 35144"/>
                <a:gd name="connsiteY3" fmla="*/ 11491 h 35111"/>
                <a:gd name="connsiteX4" fmla="*/ 35145 w 35144"/>
                <a:gd name="connsiteY4" fmla="*/ 10853 h 35111"/>
                <a:gd name="connsiteX5" fmla="*/ 24282 w 35144"/>
                <a:gd name="connsiteY5" fmla="*/ 0 h 35111"/>
                <a:gd name="connsiteX6" fmla="*/ 23642 w 35144"/>
                <a:gd name="connsiteY6" fmla="*/ 8299 h 35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44" h="35111">
                  <a:moveTo>
                    <a:pt x="23642" y="8299"/>
                  </a:moveTo>
                  <a:lnTo>
                    <a:pt x="0" y="31920"/>
                  </a:lnTo>
                  <a:lnTo>
                    <a:pt x="3195" y="35112"/>
                  </a:lnTo>
                  <a:lnTo>
                    <a:pt x="26837" y="11491"/>
                  </a:lnTo>
                  <a:cubicBezTo>
                    <a:pt x="29394" y="8938"/>
                    <a:pt x="32589" y="8938"/>
                    <a:pt x="35145" y="10853"/>
                  </a:cubicBezTo>
                  <a:lnTo>
                    <a:pt x="24282" y="0"/>
                  </a:lnTo>
                  <a:cubicBezTo>
                    <a:pt x="26199" y="2554"/>
                    <a:pt x="26199" y="5746"/>
                    <a:pt x="23642" y="8299"/>
                  </a:cubicBezTo>
                </a:path>
              </a:pathLst>
            </a:custGeom>
            <a:solidFill>
              <a:srgbClr val="00A3E0"/>
            </a:solidFill>
            <a:ln w="6390" cap="flat">
              <a:noFill/>
              <a:prstDash val="solid"/>
              <a:miter/>
            </a:ln>
          </p:spPr>
          <p:txBody>
            <a:bodyPr rtlCol="0" anchor="ctr"/>
            <a:lstStyle/>
            <a:p>
              <a:endParaRPr lang="en-US"/>
            </a:p>
          </p:txBody>
        </p:sp>
        <p:sp>
          <p:nvSpPr>
            <p:cNvPr id="843" name="Graphic 4">
              <a:extLst>
                <a:ext uri="{FF2B5EF4-FFF2-40B4-BE49-F238E27FC236}">
                  <a16:creationId xmlns:a16="http://schemas.microsoft.com/office/drawing/2014/main" id="{9F3ABD2B-2107-0C44-A839-BF8EC2C20B4E}"/>
                </a:ext>
              </a:extLst>
            </p:cNvPr>
            <p:cNvSpPr/>
            <p:nvPr/>
          </p:nvSpPr>
          <p:spPr>
            <a:xfrm rot="-2700000">
              <a:off x="5309392" y="4445349"/>
              <a:ext cx="12779" cy="3830"/>
            </a:xfrm>
            <a:custGeom>
              <a:avLst/>
              <a:gdLst>
                <a:gd name="connsiteX0" fmla="*/ 0 w 12779"/>
                <a:gd name="connsiteY0" fmla="*/ 0 h 3830"/>
                <a:gd name="connsiteX1" fmla="*/ 12780 w 12779"/>
                <a:gd name="connsiteY1" fmla="*/ 0 h 3830"/>
                <a:gd name="connsiteX2" fmla="*/ 12780 w 12779"/>
                <a:gd name="connsiteY2" fmla="*/ 3830 h 3830"/>
                <a:gd name="connsiteX3" fmla="*/ 0 w 12779"/>
                <a:gd name="connsiteY3" fmla="*/ 3830 h 3830"/>
              </a:gdLst>
              <a:ahLst/>
              <a:cxnLst>
                <a:cxn ang="0">
                  <a:pos x="connsiteX0" y="connsiteY0"/>
                </a:cxn>
                <a:cxn ang="0">
                  <a:pos x="connsiteX1" y="connsiteY1"/>
                </a:cxn>
                <a:cxn ang="0">
                  <a:pos x="connsiteX2" y="connsiteY2"/>
                </a:cxn>
                <a:cxn ang="0">
                  <a:pos x="connsiteX3" y="connsiteY3"/>
                </a:cxn>
              </a:cxnLst>
              <a:rect l="l" t="t" r="r" b="b"/>
              <a:pathLst>
                <a:path w="12779" h="3830">
                  <a:moveTo>
                    <a:pt x="0" y="0"/>
                  </a:moveTo>
                  <a:lnTo>
                    <a:pt x="12780" y="0"/>
                  </a:lnTo>
                  <a:lnTo>
                    <a:pt x="12780" y="3830"/>
                  </a:lnTo>
                  <a:lnTo>
                    <a:pt x="0" y="3830"/>
                  </a:lnTo>
                  <a:close/>
                </a:path>
              </a:pathLst>
            </a:custGeom>
            <a:solidFill>
              <a:srgbClr val="00A3E0"/>
            </a:solidFill>
            <a:ln w="6390" cap="flat">
              <a:noFill/>
              <a:prstDash val="solid"/>
              <a:miter/>
            </a:ln>
          </p:spPr>
          <p:txBody>
            <a:bodyPr rtlCol="0" anchor="ctr"/>
            <a:lstStyle/>
            <a:p>
              <a:endParaRPr lang="en-US"/>
            </a:p>
          </p:txBody>
        </p:sp>
        <p:sp>
          <p:nvSpPr>
            <p:cNvPr id="844" name="Graphic 4">
              <a:extLst>
                <a:ext uri="{FF2B5EF4-FFF2-40B4-BE49-F238E27FC236}">
                  <a16:creationId xmlns:a16="http://schemas.microsoft.com/office/drawing/2014/main" id="{28534E08-055E-254C-A1B1-520857A0E178}"/>
                </a:ext>
              </a:extLst>
            </p:cNvPr>
            <p:cNvSpPr/>
            <p:nvPr/>
          </p:nvSpPr>
          <p:spPr>
            <a:xfrm>
              <a:off x="5357962" y="4440860"/>
              <a:ext cx="12779" cy="21067"/>
            </a:xfrm>
            <a:custGeom>
              <a:avLst/>
              <a:gdLst>
                <a:gd name="connsiteX0" fmla="*/ 6390 w 12779"/>
                <a:gd name="connsiteY0" fmla="*/ 0 h 21067"/>
                <a:gd name="connsiteX1" fmla="*/ 5751 w 12779"/>
                <a:gd name="connsiteY1" fmla="*/ 1277 h 21067"/>
                <a:gd name="connsiteX2" fmla="*/ 0 w 12779"/>
                <a:gd name="connsiteY2" fmla="*/ 14683 h 21067"/>
                <a:gd name="connsiteX3" fmla="*/ 6390 w 12779"/>
                <a:gd name="connsiteY3" fmla="*/ 21067 h 21067"/>
                <a:gd name="connsiteX4" fmla="*/ 12780 w 12779"/>
                <a:gd name="connsiteY4" fmla="*/ 14683 h 21067"/>
                <a:gd name="connsiteX5" fmla="*/ 7029 w 12779"/>
                <a:gd name="connsiteY5" fmla="*/ 1277 h 21067"/>
                <a:gd name="connsiteX6" fmla="*/ 6390 w 12779"/>
                <a:gd name="connsiteY6" fmla="*/ 0 h 2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1067">
                  <a:moveTo>
                    <a:pt x="6390" y="0"/>
                  </a:moveTo>
                  <a:cubicBezTo>
                    <a:pt x="6390" y="638"/>
                    <a:pt x="5751" y="638"/>
                    <a:pt x="5751" y="1277"/>
                  </a:cubicBezTo>
                  <a:cubicBezTo>
                    <a:pt x="2556" y="5746"/>
                    <a:pt x="0" y="10214"/>
                    <a:pt x="0" y="14683"/>
                  </a:cubicBezTo>
                  <a:cubicBezTo>
                    <a:pt x="0" y="20429"/>
                    <a:pt x="5112" y="21067"/>
                    <a:pt x="6390" y="21067"/>
                  </a:cubicBezTo>
                  <a:cubicBezTo>
                    <a:pt x="7668" y="21067"/>
                    <a:pt x="12780" y="21067"/>
                    <a:pt x="12780" y="14683"/>
                  </a:cubicBezTo>
                  <a:cubicBezTo>
                    <a:pt x="12780" y="10214"/>
                    <a:pt x="10224" y="5746"/>
                    <a:pt x="7029" y="1277"/>
                  </a:cubicBezTo>
                  <a:cubicBezTo>
                    <a:pt x="7029" y="638"/>
                    <a:pt x="7029" y="638"/>
                    <a:pt x="6390" y="0"/>
                  </a:cubicBezTo>
                </a:path>
              </a:pathLst>
            </a:custGeom>
            <a:solidFill>
              <a:srgbClr val="00A3E0"/>
            </a:solidFill>
            <a:ln w="6390" cap="flat">
              <a:noFill/>
              <a:prstDash val="solid"/>
              <a:miter/>
            </a:ln>
          </p:spPr>
          <p:txBody>
            <a:bodyPr rtlCol="0" anchor="ctr"/>
            <a:lstStyle/>
            <a:p>
              <a:endParaRPr lang="en-US"/>
            </a:p>
          </p:txBody>
        </p:sp>
        <p:sp>
          <p:nvSpPr>
            <p:cNvPr id="845" name="Graphic 4">
              <a:extLst>
                <a:ext uri="{FF2B5EF4-FFF2-40B4-BE49-F238E27FC236}">
                  <a16:creationId xmlns:a16="http://schemas.microsoft.com/office/drawing/2014/main" id="{F7DB6F67-EDB3-CE4C-82EC-8B715EB92BA4}"/>
                </a:ext>
              </a:extLst>
            </p:cNvPr>
            <p:cNvSpPr/>
            <p:nvPr/>
          </p:nvSpPr>
          <p:spPr>
            <a:xfrm>
              <a:off x="5099808" y="4308712"/>
              <a:ext cx="361670" cy="361333"/>
            </a:xfrm>
            <a:custGeom>
              <a:avLst/>
              <a:gdLst>
                <a:gd name="connsiteX0" fmla="*/ 264544 w 361670"/>
                <a:gd name="connsiteY0" fmla="*/ 165345 h 361333"/>
                <a:gd name="connsiteX1" fmla="*/ 245374 w 361670"/>
                <a:gd name="connsiteY1" fmla="*/ 146193 h 361333"/>
                <a:gd name="connsiteX2" fmla="*/ 253042 w 361670"/>
                <a:gd name="connsiteY2" fmla="*/ 125765 h 361333"/>
                <a:gd name="connsiteX3" fmla="*/ 258154 w 361670"/>
                <a:gd name="connsiteY3" fmla="*/ 115550 h 361333"/>
                <a:gd name="connsiteX4" fmla="*/ 264544 w 361670"/>
                <a:gd name="connsiteY4" fmla="*/ 110443 h 361333"/>
                <a:gd name="connsiteX5" fmla="*/ 270934 w 361670"/>
                <a:gd name="connsiteY5" fmla="*/ 115550 h 361333"/>
                <a:gd name="connsiteX6" fmla="*/ 276045 w 361670"/>
                <a:gd name="connsiteY6" fmla="*/ 125765 h 361333"/>
                <a:gd name="connsiteX7" fmla="*/ 283713 w 361670"/>
                <a:gd name="connsiteY7" fmla="*/ 146193 h 361333"/>
                <a:gd name="connsiteX8" fmla="*/ 264544 w 361670"/>
                <a:gd name="connsiteY8" fmla="*/ 165345 h 361333"/>
                <a:gd name="connsiteX9" fmla="*/ 220453 w 361670"/>
                <a:gd name="connsiteY9" fmla="*/ 173006 h 361333"/>
                <a:gd name="connsiteX10" fmla="*/ 162305 w 361670"/>
                <a:gd name="connsiteY10" fmla="*/ 231100 h 361333"/>
                <a:gd name="connsiteX11" fmla="*/ 166778 w 361670"/>
                <a:gd name="connsiteY11" fmla="*/ 235569 h 361333"/>
                <a:gd name="connsiteX12" fmla="*/ 166778 w 361670"/>
                <a:gd name="connsiteY12" fmla="*/ 244506 h 361333"/>
                <a:gd name="connsiteX13" fmla="*/ 162305 w 361670"/>
                <a:gd name="connsiteY13" fmla="*/ 246422 h 361333"/>
                <a:gd name="connsiteX14" fmla="*/ 157832 w 361670"/>
                <a:gd name="connsiteY14" fmla="*/ 244506 h 361333"/>
                <a:gd name="connsiteX15" fmla="*/ 140579 w 361670"/>
                <a:gd name="connsiteY15" fmla="*/ 227270 h 361333"/>
                <a:gd name="connsiteX16" fmla="*/ 139940 w 361670"/>
                <a:gd name="connsiteY16" fmla="*/ 235569 h 361333"/>
                <a:gd name="connsiteX17" fmla="*/ 116297 w 361670"/>
                <a:gd name="connsiteY17" fmla="*/ 259190 h 361333"/>
                <a:gd name="connsiteX18" fmla="*/ 123965 w 361670"/>
                <a:gd name="connsiteY18" fmla="*/ 266850 h 361333"/>
                <a:gd name="connsiteX19" fmla="*/ 123965 w 361670"/>
                <a:gd name="connsiteY19" fmla="*/ 275788 h 361333"/>
                <a:gd name="connsiteX20" fmla="*/ 119492 w 361670"/>
                <a:gd name="connsiteY20" fmla="*/ 277703 h 361333"/>
                <a:gd name="connsiteX21" fmla="*/ 115019 w 361670"/>
                <a:gd name="connsiteY21" fmla="*/ 275788 h 361333"/>
                <a:gd name="connsiteX22" fmla="*/ 91376 w 361670"/>
                <a:gd name="connsiteY22" fmla="*/ 252167 h 361333"/>
                <a:gd name="connsiteX23" fmla="*/ 91376 w 361670"/>
                <a:gd name="connsiteY23" fmla="*/ 252167 h 361333"/>
                <a:gd name="connsiteX24" fmla="*/ 91376 w 361670"/>
                <a:gd name="connsiteY24" fmla="*/ 252167 h 361333"/>
                <a:gd name="connsiteX25" fmla="*/ 79235 w 361670"/>
                <a:gd name="connsiteY25" fmla="*/ 240038 h 361333"/>
                <a:gd name="connsiteX26" fmla="*/ 79235 w 361670"/>
                <a:gd name="connsiteY26" fmla="*/ 231100 h 361333"/>
                <a:gd name="connsiteX27" fmla="*/ 88181 w 361670"/>
                <a:gd name="connsiteY27" fmla="*/ 231100 h 361333"/>
                <a:gd name="connsiteX28" fmla="*/ 95849 w 361670"/>
                <a:gd name="connsiteY28" fmla="*/ 238761 h 361333"/>
                <a:gd name="connsiteX29" fmla="*/ 119492 w 361670"/>
                <a:gd name="connsiteY29" fmla="*/ 215140 h 361333"/>
                <a:gd name="connsiteX30" fmla="*/ 127799 w 361670"/>
                <a:gd name="connsiteY30" fmla="*/ 214502 h 361333"/>
                <a:gd name="connsiteX31" fmla="*/ 110546 w 361670"/>
                <a:gd name="connsiteY31" fmla="*/ 197265 h 361333"/>
                <a:gd name="connsiteX32" fmla="*/ 110546 w 361670"/>
                <a:gd name="connsiteY32" fmla="*/ 188327 h 361333"/>
                <a:gd name="connsiteX33" fmla="*/ 119492 w 361670"/>
                <a:gd name="connsiteY33" fmla="*/ 188327 h 361333"/>
                <a:gd name="connsiteX34" fmla="*/ 123965 w 361670"/>
                <a:gd name="connsiteY34" fmla="*/ 192796 h 361333"/>
                <a:gd name="connsiteX35" fmla="*/ 182113 w 361670"/>
                <a:gd name="connsiteY35" fmla="*/ 134702 h 361333"/>
                <a:gd name="connsiteX36" fmla="*/ 201283 w 361670"/>
                <a:gd name="connsiteY36" fmla="*/ 133425 h 361333"/>
                <a:gd name="connsiteX37" fmla="*/ 219175 w 361670"/>
                <a:gd name="connsiteY37" fmla="*/ 115550 h 361333"/>
                <a:gd name="connsiteX38" fmla="*/ 224926 w 361670"/>
                <a:gd name="connsiteY38" fmla="*/ 121296 h 361333"/>
                <a:gd name="connsiteX39" fmla="*/ 259432 w 361670"/>
                <a:gd name="connsiteY39" fmla="*/ 86822 h 361333"/>
                <a:gd name="connsiteX40" fmla="*/ 268377 w 361670"/>
                <a:gd name="connsiteY40" fmla="*/ 86822 h 361333"/>
                <a:gd name="connsiteX41" fmla="*/ 268377 w 361670"/>
                <a:gd name="connsiteY41" fmla="*/ 95760 h 361333"/>
                <a:gd name="connsiteX42" fmla="*/ 233872 w 361670"/>
                <a:gd name="connsiteY42" fmla="*/ 130233 h 361333"/>
                <a:gd name="connsiteX43" fmla="*/ 239623 w 361670"/>
                <a:gd name="connsiteY43" fmla="*/ 135979 h 361333"/>
                <a:gd name="connsiteX44" fmla="*/ 221731 w 361670"/>
                <a:gd name="connsiteY44" fmla="*/ 153854 h 361333"/>
                <a:gd name="connsiteX45" fmla="*/ 220453 w 361670"/>
                <a:gd name="connsiteY45" fmla="*/ 173006 h 361333"/>
                <a:gd name="connsiteX46" fmla="*/ 180836 w 361670"/>
                <a:gd name="connsiteY46" fmla="*/ 0 h 361333"/>
                <a:gd name="connsiteX47" fmla="*/ 0 w 361670"/>
                <a:gd name="connsiteY47" fmla="*/ 180667 h 361333"/>
                <a:gd name="connsiteX48" fmla="*/ 180836 w 361670"/>
                <a:gd name="connsiteY48" fmla="*/ 361334 h 361333"/>
                <a:gd name="connsiteX49" fmla="*/ 361671 w 361670"/>
                <a:gd name="connsiteY49" fmla="*/ 180667 h 361333"/>
                <a:gd name="connsiteX50" fmla="*/ 180836 w 361670"/>
                <a:gd name="connsiteY50"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61670" h="361333">
                  <a:moveTo>
                    <a:pt x="264544" y="165345"/>
                  </a:moveTo>
                  <a:cubicBezTo>
                    <a:pt x="253681" y="165345"/>
                    <a:pt x="245374" y="157046"/>
                    <a:pt x="245374" y="146193"/>
                  </a:cubicBezTo>
                  <a:cubicBezTo>
                    <a:pt x="245374" y="137894"/>
                    <a:pt x="249208" y="131510"/>
                    <a:pt x="253042" y="125765"/>
                  </a:cubicBezTo>
                  <a:cubicBezTo>
                    <a:pt x="255597" y="121934"/>
                    <a:pt x="257515" y="118742"/>
                    <a:pt x="258154" y="115550"/>
                  </a:cubicBezTo>
                  <a:cubicBezTo>
                    <a:pt x="258792" y="112358"/>
                    <a:pt x="261349" y="110443"/>
                    <a:pt x="264544" y="110443"/>
                  </a:cubicBezTo>
                  <a:cubicBezTo>
                    <a:pt x="267739" y="110443"/>
                    <a:pt x="270295" y="112997"/>
                    <a:pt x="270934" y="115550"/>
                  </a:cubicBezTo>
                  <a:cubicBezTo>
                    <a:pt x="271572" y="118742"/>
                    <a:pt x="273490" y="121934"/>
                    <a:pt x="276045" y="125765"/>
                  </a:cubicBezTo>
                  <a:cubicBezTo>
                    <a:pt x="279880" y="131510"/>
                    <a:pt x="283713" y="137894"/>
                    <a:pt x="283713" y="146193"/>
                  </a:cubicBezTo>
                  <a:cubicBezTo>
                    <a:pt x="283713" y="157684"/>
                    <a:pt x="275407" y="165345"/>
                    <a:pt x="264544" y="165345"/>
                  </a:cubicBezTo>
                  <a:moveTo>
                    <a:pt x="220453" y="173006"/>
                  </a:moveTo>
                  <a:lnTo>
                    <a:pt x="162305" y="231100"/>
                  </a:lnTo>
                  <a:lnTo>
                    <a:pt x="166778" y="235569"/>
                  </a:lnTo>
                  <a:cubicBezTo>
                    <a:pt x="169333" y="238122"/>
                    <a:pt x="169333" y="241953"/>
                    <a:pt x="166778" y="244506"/>
                  </a:cubicBezTo>
                  <a:cubicBezTo>
                    <a:pt x="165500" y="245783"/>
                    <a:pt x="163583" y="246422"/>
                    <a:pt x="162305" y="246422"/>
                  </a:cubicBezTo>
                  <a:cubicBezTo>
                    <a:pt x="160388" y="246422"/>
                    <a:pt x="159110" y="245783"/>
                    <a:pt x="157832" y="244506"/>
                  </a:cubicBezTo>
                  <a:lnTo>
                    <a:pt x="140579" y="227270"/>
                  </a:lnTo>
                  <a:cubicBezTo>
                    <a:pt x="142496" y="229823"/>
                    <a:pt x="142496" y="233654"/>
                    <a:pt x="139940" y="235569"/>
                  </a:cubicBezTo>
                  <a:lnTo>
                    <a:pt x="116297" y="259190"/>
                  </a:lnTo>
                  <a:lnTo>
                    <a:pt x="123965" y="266850"/>
                  </a:lnTo>
                  <a:cubicBezTo>
                    <a:pt x="126521" y="269404"/>
                    <a:pt x="126521" y="273234"/>
                    <a:pt x="123965" y="275788"/>
                  </a:cubicBezTo>
                  <a:cubicBezTo>
                    <a:pt x="122687" y="277065"/>
                    <a:pt x="120770" y="277703"/>
                    <a:pt x="119492" y="277703"/>
                  </a:cubicBezTo>
                  <a:cubicBezTo>
                    <a:pt x="117575" y="277703"/>
                    <a:pt x="116297" y="277065"/>
                    <a:pt x="115019" y="275788"/>
                  </a:cubicBezTo>
                  <a:lnTo>
                    <a:pt x="91376" y="252167"/>
                  </a:lnTo>
                  <a:cubicBezTo>
                    <a:pt x="91376" y="252167"/>
                    <a:pt x="91376" y="252167"/>
                    <a:pt x="91376" y="252167"/>
                  </a:cubicBezTo>
                  <a:cubicBezTo>
                    <a:pt x="91376" y="252167"/>
                    <a:pt x="91376" y="252167"/>
                    <a:pt x="91376" y="252167"/>
                  </a:cubicBezTo>
                  <a:lnTo>
                    <a:pt x="79235" y="240038"/>
                  </a:lnTo>
                  <a:cubicBezTo>
                    <a:pt x="76679" y="237484"/>
                    <a:pt x="76679" y="233654"/>
                    <a:pt x="79235" y="231100"/>
                  </a:cubicBezTo>
                  <a:cubicBezTo>
                    <a:pt x="81792" y="228546"/>
                    <a:pt x="85625" y="228546"/>
                    <a:pt x="88181" y="231100"/>
                  </a:cubicBezTo>
                  <a:lnTo>
                    <a:pt x="95849" y="238761"/>
                  </a:lnTo>
                  <a:lnTo>
                    <a:pt x="119492" y="215140"/>
                  </a:lnTo>
                  <a:cubicBezTo>
                    <a:pt x="122048" y="212587"/>
                    <a:pt x="125243" y="212587"/>
                    <a:pt x="127799" y="214502"/>
                  </a:cubicBezTo>
                  <a:lnTo>
                    <a:pt x="110546" y="197265"/>
                  </a:lnTo>
                  <a:cubicBezTo>
                    <a:pt x="107990" y="194711"/>
                    <a:pt x="107990" y="190881"/>
                    <a:pt x="110546" y="188327"/>
                  </a:cubicBezTo>
                  <a:cubicBezTo>
                    <a:pt x="113102" y="185774"/>
                    <a:pt x="116936" y="185774"/>
                    <a:pt x="119492" y="188327"/>
                  </a:cubicBezTo>
                  <a:lnTo>
                    <a:pt x="123965" y="192796"/>
                  </a:lnTo>
                  <a:lnTo>
                    <a:pt x="182113" y="134702"/>
                  </a:lnTo>
                  <a:cubicBezTo>
                    <a:pt x="187225" y="129595"/>
                    <a:pt x="195532" y="128957"/>
                    <a:pt x="201283" y="133425"/>
                  </a:cubicBezTo>
                  <a:lnTo>
                    <a:pt x="219175" y="115550"/>
                  </a:lnTo>
                  <a:lnTo>
                    <a:pt x="224926" y="121296"/>
                  </a:lnTo>
                  <a:lnTo>
                    <a:pt x="259432" y="86822"/>
                  </a:lnTo>
                  <a:cubicBezTo>
                    <a:pt x="261987" y="84269"/>
                    <a:pt x="265822" y="84269"/>
                    <a:pt x="268377" y="86822"/>
                  </a:cubicBezTo>
                  <a:cubicBezTo>
                    <a:pt x="270934" y="89376"/>
                    <a:pt x="270934" y="93206"/>
                    <a:pt x="268377" y="95760"/>
                  </a:cubicBezTo>
                  <a:lnTo>
                    <a:pt x="233872" y="130233"/>
                  </a:lnTo>
                  <a:lnTo>
                    <a:pt x="239623" y="135979"/>
                  </a:lnTo>
                  <a:lnTo>
                    <a:pt x="221731" y="153854"/>
                  </a:lnTo>
                  <a:cubicBezTo>
                    <a:pt x="226204" y="159600"/>
                    <a:pt x="225565" y="167260"/>
                    <a:pt x="220453" y="173006"/>
                  </a:cubicBezTo>
                  <a:moveTo>
                    <a:pt x="180836" y="0"/>
                  </a:moveTo>
                  <a:cubicBezTo>
                    <a:pt x="80513" y="0"/>
                    <a:pt x="0" y="81077"/>
                    <a:pt x="0" y="180667"/>
                  </a:cubicBezTo>
                  <a:cubicBezTo>
                    <a:pt x="0" y="280895"/>
                    <a:pt x="81152" y="361334"/>
                    <a:pt x="180836" y="361334"/>
                  </a:cubicBezTo>
                  <a:cubicBezTo>
                    <a:pt x="281157" y="361334"/>
                    <a:pt x="361671" y="280257"/>
                    <a:pt x="361671" y="180667"/>
                  </a:cubicBezTo>
                  <a:cubicBezTo>
                    <a:pt x="361671" y="81077"/>
                    <a:pt x="280518" y="0"/>
                    <a:pt x="180836" y="0"/>
                  </a:cubicBezTo>
                </a:path>
              </a:pathLst>
            </a:custGeom>
            <a:solidFill>
              <a:srgbClr val="00A3E0"/>
            </a:solidFill>
            <a:ln w="6390" cap="flat">
              <a:noFill/>
              <a:prstDash val="solid"/>
              <a:miter/>
            </a:ln>
          </p:spPr>
          <p:txBody>
            <a:bodyPr rtlCol="0" anchor="ctr"/>
            <a:lstStyle/>
            <a:p>
              <a:endParaRPr lang="en-US"/>
            </a:p>
          </p:txBody>
        </p:sp>
      </p:grpSp>
      <p:grpSp>
        <p:nvGrpSpPr>
          <p:cNvPr id="846" name="Graphic 4">
            <a:extLst>
              <a:ext uri="{FF2B5EF4-FFF2-40B4-BE49-F238E27FC236}">
                <a16:creationId xmlns:a16="http://schemas.microsoft.com/office/drawing/2014/main" id="{897B5300-379D-834C-9704-422EC1463065}"/>
              </a:ext>
            </a:extLst>
          </p:cNvPr>
          <p:cNvGrpSpPr/>
          <p:nvPr/>
        </p:nvGrpSpPr>
        <p:grpSpPr>
          <a:xfrm>
            <a:off x="5462638" y="3824168"/>
            <a:ext cx="361670" cy="361333"/>
            <a:chOff x="5099808" y="3824168"/>
            <a:chExt cx="361670" cy="361333"/>
          </a:xfrm>
          <a:solidFill>
            <a:srgbClr val="00A3E0"/>
          </a:solidFill>
        </p:grpSpPr>
        <p:sp>
          <p:nvSpPr>
            <p:cNvPr id="847" name="Graphic 4">
              <a:extLst>
                <a:ext uri="{FF2B5EF4-FFF2-40B4-BE49-F238E27FC236}">
                  <a16:creationId xmlns:a16="http://schemas.microsoft.com/office/drawing/2014/main" id="{7472FDF8-0356-4946-83D2-5D6907DE6921}"/>
                </a:ext>
              </a:extLst>
            </p:cNvPr>
            <p:cNvSpPr/>
            <p:nvPr/>
          </p:nvSpPr>
          <p:spPr>
            <a:xfrm>
              <a:off x="5245499" y="3958231"/>
              <a:ext cx="69650" cy="134701"/>
            </a:xfrm>
            <a:custGeom>
              <a:avLst/>
              <a:gdLst>
                <a:gd name="connsiteX0" fmla="*/ 0 w 69650"/>
                <a:gd name="connsiteY0" fmla="*/ 134702 h 134701"/>
                <a:gd name="connsiteX1" fmla="*/ 69650 w 69650"/>
                <a:gd name="connsiteY1" fmla="*/ 134702 h 134701"/>
                <a:gd name="connsiteX2" fmla="*/ 69650 w 69650"/>
                <a:gd name="connsiteY2" fmla="*/ 114912 h 134701"/>
                <a:gd name="connsiteX3" fmla="*/ 22365 w 69650"/>
                <a:gd name="connsiteY3" fmla="*/ 114912 h 134701"/>
                <a:gd name="connsiteX4" fmla="*/ 15975 w 69650"/>
                <a:gd name="connsiteY4" fmla="*/ 108528 h 134701"/>
                <a:gd name="connsiteX5" fmla="*/ 15975 w 69650"/>
                <a:gd name="connsiteY5" fmla="*/ 22344 h 134701"/>
                <a:gd name="connsiteX6" fmla="*/ 22365 w 69650"/>
                <a:gd name="connsiteY6" fmla="*/ 15960 h 134701"/>
                <a:gd name="connsiteX7" fmla="*/ 69650 w 69650"/>
                <a:gd name="connsiteY7" fmla="*/ 15960 h 134701"/>
                <a:gd name="connsiteX8" fmla="*/ 69650 w 69650"/>
                <a:gd name="connsiteY8" fmla="*/ 0 h 134701"/>
                <a:gd name="connsiteX9" fmla="*/ 0 w 69650"/>
                <a:gd name="connsiteY9" fmla="*/ 0 h 134701"/>
                <a:gd name="connsiteX10" fmla="*/ 0 w 69650"/>
                <a:gd name="connsiteY10" fmla="*/ 134702 h 134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650" h="134701">
                  <a:moveTo>
                    <a:pt x="0" y="134702"/>
                  </a:moveTo>
                  <a:lnTo>
                    <a:pt x="69650" y="134702"/>
                  </a:lnTo>
                  <a:lnTo>
                    <a:pt x="69650" y="114912"/>
                  </a:lnTo>
                  <a:lnTo>
                    <a:pt x="22365" y="114912"/>
                  </a:lnTo>
                  <a:cubicBezTo>
                    <a:pt x="18531" y="114912"/>
                    <a:pt x="15975" y="112358"/>
                    <a:pt x="15975" y="108528"/>
                  </a:cubicBezTo>
                  <a:lnTo>
                    <a:pt x="15975" y="22344"/>
                  </a:lnTo>
                  <a:cubicBezTo>
                    <a:pt x="15975" y="18513"/>
                    <a:pt x="18531" y="15960"/>
                    <a:pt x="22365" y="15960"/>
                  </a:cubicBezTo>
                  <a:lnTo>
                    <a:pt x="69650" y="15960"/>
                  </a:lnTo>
                  <a:lnTo>
                    <a:pt x="69650" y="0"/>
                  </a:lnTo>
                  <a:lnTo>
                    <a:pt x="0" y="0"/>
                  </a:lnTo>
                  <a:lnTo>
                    <a:pt x="0" y="134702"/>
                  </a:lnTo>
                  <a:close/>
                </a:path>
              </a:pathLst>
            </a:custGeom>
            <a:solidFill>
              <a:srgbClr val="00A3E0"/>
            </a:solidFill>
            <a:ln w="6390" cap="flat">
              <a:noFill/>
              <a:prstDash val="solid"/>
              <a:miter/>
            </a:ln>
          </p:spPr>
          <p:txBody>
            <a:bodyPr rtlCol="0" anchor="ctr"/>
            <a:lstStyle/>
            <a:p>
              <a:endParaRPr lang="en-US"/>
            </a:p>
          </p:txBody>
        </p:sp>
        <p:sp>
          <p:nvSpPr>
            <p:cNvPr id="848" name="Graphic 4">
              <a:extLst>
                <a:ext uri="{FF2B5EF4-FFF2-40B4-BE49-F238E27FC236}">
                  <a16:creationId xmlns:a16="http://schemas.microsoft.com/office/drawing/2014/main" id="{546BE924-49DB-1347-BAB9-466404687594}"/>
                </a:ext>
              </a:extLst>
            </p:cNvPr>
            <p:cNvSpPr/>
            <p:nvPr/>
          </p:nvSpPr>
          <p:spPr>
            <a:xfrm>
              <a:off x="5274254" y="3986959"/>
              <a:ext cx="40895" cy="73415"/>
            </a:xfrm>
            <a:custGeom>
              <a:avLst/>
              <a:gdLst>
                <a:gd name="connsiteX0" fmla="*/ 0 w 40895"/>
                <a:gd name="connsiteY0" fmla="*/ 0 h 73415"/>
                <a:gd name="connsiteX1" fmla="*/ 40896 w 40895"/>
                <a:gd name="connsiteY1" fmla="*/ 0 h 73415"/>
                <a:gd name="connsiteX2" fmla="*/ 40896 w 40895"/>
                <a:gd name="connsiteY2" fmla="*/ 73416 h 73415"/>
                <a:gd name="connsiteX3" fmla="*/ 0 w 40895"/>
                <a:gd name="connsiteY3" fmla="*/ 73416 h 73415"/>
              </a:gdLst>
              <a:ahLst/>
              <a:cxnLst>
                <a:cxn ang="0">
                  <a:pos x="connsiteX0" y="connsiteY0"/>
                </a:cxn>
                <a:cxn ang="0">
                  <a:pos x="connsiteX1" y="connsiteY1"/>
                </a:cxn>
                <a:cxn ang="0">
                  <a:pos x="connsiteX2" y="connsiteY2"/>
                </a:cxn>
                <a:cxn ang="0">
                  <a:pos x="connsiteX3" y="connsiteY3"/>
                </a:cxn>
              </a:cxnLst>
              <a:rect l="l" t="t" r="r" b="b"/>
              <a:pathLst>
                <a:path w="40895" h="73415">
                  <a:moveTo>
                    <a:pt x="0" y="0"/>
                  </a:moveTo>
                  <a:lnTo>
                    <a:pt x="40896" y="0"/>
                  </a:lnTo>
                  <a:lnTo>
                    <a:pt x="40896" y="73416"/>
                  </a:lnTo>
                  <a:lnTo>
                    <a:pt x="0" y="73416"/>
                  </a:lnTo>
                  <a:close/>
                </a:path>
              </a:pathLst>
            </a:custGeom>
            <a:solidFill>
              <a:srgbClr val="00A3E0"/>
            </a:solidFill>
            <a:ln w="6390" cap="flat">
              <a:noFill/>
              <a:prstDash val="solid"/>
              <a:miter/>
            </a:ln>
          </p:spPr>
          <p:txBody>
            <a:bodyPr rtlCol="0" anchor="ctr"/>
            <a:lstStyle/>
            <a:p>
              <a:endParaRPr lang="en-US"/>
            </a:p>
          </p:txBody>
        </p:sp>
        <p:sp>
          <p:nvSpPr>
            <p:cNvPr id="849" name="Graphic 4">
              <a:extLst>
                <a:ext uri="{FF2B5EF4-FFF2-40B4-BE49-F238E27FC236}">
                  <a16:creationId xmlns:a16="http://schemas.microsoft.com/office/drawing/2014/main" id="{E4CCF119-815E-CB49-93D3-BC3B4DEDAAAD}"/>
                </a:ext>
              </a:extLst>
            </p:cNvPr>
            <p:cNvSpPr/>
            <p:nvPr/>
          </p:nvSpPr>
          <p:spPr>
            <a:xfrm>
              <a:off x="5237831" y="3917374"/>
              <a:ext cx="85624" cy="28089"/>
            </a:xfrm>
            <a:custGeom>
              <a:avLst/>
              <a:gdLst>
                <a:gd name="connsiteX0" fmla="*/ 46646 w 85624"/>
                <a:gd name="connsiteY0" fmla="*/ 7661 h 28089"/>
                <a:gd name="connsiteX1" fmla="*/ 53036 w 85624"/>
                <a:gd name="connsiteY1" fmla="*/ 14045 h 28089"/>
                <a:gd name="connsiteX2" fmla="*/ 46646 w 85624"/>
                <a:gd name="connsiteY2" fmla="*/ 20429 h 28089"/>
                <a:gd name="connsiteX3" fmla="*/ 5751 w 85624"/>
                <a:gd name="connsiteY3" fmla="*/ 20429 h 28089"/>
                <a:gd name="connsiteX4" fmla="*/ 0 w 85624"/>
                <a:gd name="connsiteY4" fmla="*/ 20429 h 28089"/>
                <a:gd name="connsiteX5" fmla="*/ 0 w 85624"/>
                <a:gd name="connsiteY5" fmla="*/ 28090 h 28089"/>
                <a:gd name="connsiteX6" fmla="*/ 85625 w 85624"/>
                <a:gd name="connsiteY6" fmla="*/ 28090 h 28089"/>
                <a:gd name="connsiteX7" fmla="*/ 85625 w 85624"/>
                <a:gd name="connsiteY7" fmla="*/ 20429 h 28089"/>
                <a:gd name="connsiteX8" fmla="*/ 79874 w 85624"/>
                <a:gd name="connsiteY8" fmla="*/ 20429 h 28089"/>
                <a:gd name="connsiteX9" fmla="*/ 67733 w 85624"/>
                <a:gd name="connsiteY9" fmla="*/ 20429 h 28089"/>
                <a:gd name="connsiteX10" fmla="*/ 61343 w 85624"/>
                <a:gd name="connsiteY10" fmla="*/ 14045 h 28089"/>
                <a:gd name="connsiteX11" fmla="*/ 67733 w 85624"/>
                <a:gd name="connsiteY11" fmla="*/ 7661 h 28089"/>
                <a:gd name="connsiteX12" fmla="*/ 73484 w 85624"/>
                <a:gd name="connsiteY12" fmla="*/ 7661 h 28089"/>
                <a:gd name="connsiteX13" fmla="*/ 73484 w 85624"/>
                <a:gd name="connsiteY13" fmla="*/ 0 h 28089"/>
                <a:gd name="connsiteX14" fmla="*/ 12141 w 85624"/>
                <a:gd name="connsiteY14" fmla="*/ 0 h 28089"/>
                <a:gd name="connsiteX15" fmla="*/ 12141 w 85624"/>
                <a:gd name="connsiteY15" fmla="*/ 7661 h 28089"/>
                <a:gd name="connsiteX16" fmla="*/ 46646 w 85624"/>
                <a:gd name="connsiteY16" fmla="*/ 7661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5624" h="28089">
                  <a:moveTo>
                    <a:pt x="46646" y="7661"/>
                  </a:moveTo>
                  <a:cubicBezTo>
                    <a:pt x="50480" y="7661"/>
                    <a:pt x="53036" y="10214"/>
                    <a:pt x="53036" y="14045"/>
                  </a:cubicBezTo>
                  <a:cubicBezTo>
                    <a:pt x="53036" y="17875"/>
                    <a:pt x="50480" y="20429"/>
                    <a:pt x="46646" y="20429"/>
                  </a:cubicBezTo>
                  <a:lnTo>
                    <a:pt x="5751" y="20429"/>
                  </a:lnTo>
                  <a:lnTo>
                    <a:pt x="0" y="20429"/>
                  </a:lnTo>
                  <a:lnTo>
                    <a:pt x="0" y="28090"/>
                  </a:lnTo>
                  <a:lnTo>
                    <a:pt x="85625" y="28090"/>
                  </a:lnTo>
                  <a:lnTo>
                    <a:pt x="85625" y="20429"/>
                  </a:lnTo>
                  <a:lnTo>
                    <a:pt x="79874" y="20429"/>
                  </a:lnTo>
                  <a:lnTo>
                    <a:pt x="67733" y="20429"/>
                  </a:lnTo>
                  <a:cubicBezTo>
                    <a:pt x="63899" y="20429"/>
                    <a:pt x="61343" y="17875"/>
                    <a:pt x="61343" y="14045"/>
                  </a:cubicBezTo>
                  <a:cubicBezTo>
                    <a:pt x="61343" y="10214"/>
                    <a:pt x="63899" y="7661"/>
                    <a:pt x="67733" y="7661"/>
                  </a:cubicBezTo>
                  <a:lnTo>
                    <a:pt x="73484" y="7661"/>
                  </a:lnTo>
                  <a:lnTo>
                    <a:pt x="73484" y="0"/>
                  </a:lnTo>
                  <a:lnTo>
                    <a:pt x="12141" y="0"/>
                  </a:lnTo>
                  <a:lnTo>
                    <a:pt x="12141" y="7661"/>
                  </a:lnTo>
                  <a:lnTo>
                    <a:pt x="46646" y="7661"/>
                  </a:lnTo>
                  <a:close/>
                </a:path>
              </a:pathLst>
            </a:custGeom>
            <a:solidFill>
              <a:srgbClr val="00A3E0"/>
            </a:solidFill>
            <a:ln w="6390" cap="flat">
              <a:noFill/>
              <a:prstDash val="solid"/>
              <a:miter/>
            </a:ln>
          </p:spPr>
          <p:txBody>
            <a:bodyPr rtlCol="0" anchor="ctr"/>
            <a:lstStyle/>
            <a:p>
              <a:endParaRPr lang="en-US"/>
            </a:p>
          </p:txBody>
        </p:sp>
        <p:sp>
          <p:nvSpPr>
            <p:cNvPr id="850" name="Graphic 4">
              <a:extLst>
                <a:ext uri="{FF2B5EF4-FFF2-40B4-BE49-F238E27FC236}">
                  <a16:creationId xmlns:a16="http://schemas.microsoft.com/office/drawing/2014/main" id="{A37CD79A-EFC7-FD47-8CFE-8A8684C1C5F7}"/>
                </a:ext>
              </a:extLst>
            </p:cNvPr>
            <p:cNvSpPr/>
            <p:nvPr/>
          </p:nvSpPr>
          <p:spPr>
            <a:xfrm>
              <a:off x="5099808" y="3824168"/>
              <a:ext cx="361670" cy="361333"/>
            </a:xfrm>
            <a:custGeom>
              <a:avLst/>
              <a:gdLst>
                <a:gd name="connsiteX0" fmla="*/ 236428 w 361670"/>
                <a:gd name="connsiteY0" fmla="*/ 127680 h 361333"/>
                <a:gd name="connsiteX1" fmla="*/ 230038 w 361670"/>
                <a:gd name="connsiteY1" fmla="*/ 134064 h 361333"/>
                <a:gd name="connsiteX2" fmla="*/ 228121 w 361670"/>
                <a:gd name="connsiteY2" fmla="*/ 134064 h 361333"/>
                <a:gd name="connsiteX3" fmla="*/ 228121 w 361670"/>
                <a:gd name="connsiteY3" fmla="*/ 271319 h 361333"/>
                <a:gd name="connsiteX4" fmla="*/ 217897 w 361670"/>
                <a:gd name="connsiteY4" fmla="*/ 281533 h 361333"/>
                <a:gd name="connsiteX5" fmla="*/ 143774 w 361670"/>
                <a:gd name="connsiteY5" fmla="*/ 281533 h 361333"/>
                <a:gd name="connsiteX6" fmla="*/ 133550 w 361670"/>
                <a:gd name="connsiteY6" fmla="*/ 271319 h 361333"/>
                <a:gd name="connsiteX7" fmla="*/ 133550 w 361670"/>
                <a:gd name="connsiteY7" fmla="*/ 134064 h 361333"/>
                <a:gd name="connsiteX8" fmla="*/ 131633 w 361670"/>
                <a:gd name="connsiteY8" fmla="*/ 134064 h 361333"/>
                <a:gd name="connsiteX9" fmla="*/ 125243 w 361670"/>
                <a:gd name="connsiteY9" fmla="*/ 127680 h 361333"/>
                <a:gd name="connsiteX10" fmla="*/ 125243 w 361670"/>
                <a:gd name="connsiteY10" fmla="*/ 107251 h 361333"/>
                <a:gd name="connsiteX11" fmla="*/ 131633 w 361670"/>
                <a:gd name="connsiteY11" fmla="*/ 100867 h 361333"/>
                <a:gd name="connsiteX12" fmla="*/ 137384 w 361670"/>
                <a:gd name="connsiteY12" fmla="*/ 100867 h 361333"/>
                <a:gd name="connsiteX13" fmla="*/ 137384 w 361670"/>
                <a:gd name="connsiteY13" fmla="*/ 90652 h 361333"/>
                <a:gd name="connsiteX14" fmla="*/ 147608 w 361670"/>
                <a:gd name="connsiteY14" fmla="*/ 80438 h 361333"/>
                <a:gd name="connsiteX15" fmla="*/ 213424 w 361670"/>
                <a:gd name="connsiteY15" fmla="*/ 80438 h 361333"/>
                <a:gd name="connsiteX16" fmla="*/ 223648 w 361670"/>
                <a:gd name="connsiteY16" fmla="*/ 90652 h 361333"/>
                <a:gd name="connsiteX17" fmla="*/ 223648 w 361670"/>
                <a:gd name="connsiteY17" fmla="*/ 100867 h 361333"/>
                <a:gd name="connsiteX18" fmla="*/ 229399 w 361670"/>
                <a:gd name="connsiteY18" fmla="*/ 100867 h 361333"/>
                <a:gd name="connsiteX19" fmla="*/ 235789 w 361670"/>
                <a:gd name="connsiteY19" fmla="*/ 107251 h 361333"/>
                <a:gd name="connsiteX20" fmla="*/ 235789 w 361670"/>
                <a:gd name="connsiteY20" fmla="*/ 127680 h 361333"/>
                <a:gd name="connsiteX21" fmla="*/ 180836 w 361670"/>
                <a:gd name="connsiteY21" fmla="*/ 0 h 361333"/>
                <a:gd name="connsiteX22" fmla="*/ 0 w 361670"/>
                <a:gd name="connsiteY22" fmla="*/ 180667 h 361333"/>
                <a:gd name="connsiteX23" fmla="*/ 180836 w 361670"/>
                <a:gd name="connsiteY23" fmla="*/ 361333 h 361333"/>
                <a:gd name="connsiteX24" fmla="*/ 361671 w 361670"/>
                <a:gd name="connsiteY24" fmla="*/ 180667 h 361333"/>
                <a:gd name="connsiteX25" fmla="*/ 180836 w 361670"/>
                <a:gd name="connsiteY25"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1670" h="361333">
                  <a:moveTo>
                    <a:pt x="236428" y="127680"/>
                  </a:moveTo>
                  <a:cubicBezTo>
                    <a:pt x="236428" y="131510"/>
                    <a:pt x="233872" y="134064"/>
                    <a:pt x="230038" y="134064"/>
                  </a:cubicBezTo>
                  <a:lnTo>
                    <a:pt x="228121" y="134064"/>
                  </a:lnTo>
                  <a:lnTo>
                    <a:pt x="228121" y="271319"/>
                  </a:lnTo>
                  <a:cubicBezTo>
                    <a:pt x="228121" y="277065"/>
                    <a:pt x="223648" y="281533"/>
                    <a:pt x="217897" y="281533"/>
                  </a:cubicBezTo>
                  <a:lnTo>
                    <a:pt x="143774" y="281533"/>
                  </a:lnTo>
                  <a:cubicBezTo>
                    <a:pt x="138023" y="281533"/>
                    <a:pt x="133550" y="277065"/>
                    <a:pt x="133550" y="271319"/>
                  </a:cubicBezTo>
                  <a:lnTo>
                    <a:pt x="133550" y="134064"/>
                  </a:lnTo>
                  <a:lnTo>
                    <a:pt x="131633" y="134064"/>
                  </a:lnTo>
                  <a:cubicBezTo>
                    <a:pt x="127799" y="134064"/>
                    <a:pt x="125243" y="131510"/>
                    <a:pt x="125243" y="127680"/>
                  </a:cubicBezTo>
                  <a:lnTo>
                    <a:pt x="125243" y="107251"/>
                  </a:lnTo>
                  <a:cubicBezTo>
                    <a:pt x="125243" y="103420"/>
                    <a:pt x="127799" y="100867"/>
                    <a:pt x="131633" y="100867"/>
                  </a:cubicBezTo>
                  <a:lnTo>
                    <a:pt x="137384" y="100867"/>
                  </a:lnTo>
                  <a:lnTo>
                    <a:pt x="137384" y="90652"/>
                  </a:lnTo>
                  <a:cubicBezTo>
                    <a:pt x="137384" y="84907"/>
                    <a:pt x="141857" y="80438"/>
                    <a:pt x="147608" y="80438"/>
                  </a:cubicBezTo>
                  <a:lnTo>
                    <a:pt x="213424" y="80438"/>
                  </a:lnTo>
                  <a:cubicBezTo>
                    <a:pt x="219175" y="80438"/>
                    <a:pt x="223648" y="84907"/>
                    <a:pt x="223648" y="90652"/>
                  </a:cubicBezTo>
                  <a:lnTo>
                    <a:pt x="223648" y="100867"/>
                  </a:lnTo>
                  <a:lnTo>
                    <a:pt x="229399" y="100867"/>
                  </a:lnTo>
                  <a:cubicBezTo>
                    <a:pt x="233233" y="100867"/>
                    <a:pt x="235789" y="103420"/>
                    <a:pt x="235789" y="107251"/>
                  </a:cubicBezTo>
                  <a:lnTo>
                    <a:pt x="235789" y="127680"/>
                  </a:lnTo>
                  <a:close/>
                  <a:moveTo>
                    <a:pt x="180836" y="0"/>
                  </a:moveTo>
                  <a:cubicBezTo>
                    <a:pt x="80513" y="0"/>
                    <a:pt x="0" y="81076"/>
                    <a:pt x="0" y="180667"/>
                  </a:cubicBezTo>
                  <a:cubicBezTo>
                    <a:pt x="0" y="280895"/>
                    <a:pt x="81152" y="361333"/>
                    <a:pt x="180836" y="361333"/>
                  </a:cubicBezTo>
                  <a:cubicBezTo>
                    <a:pt x="281157" y="361333"/>
                    <a:pt x="361671" y="280257"/>
                    <a:pt x="361671" y="180667"/>
                  </a:cubicBezTo>
                  <a:cubicBezTo>
                    <a:pt x="361671" y="81076"/>
                    <a:pt x="280518" y="0"/>
                    <a:pt x="180836" y="0"/>
                  </a:cubicBezTo>
                </a:path>
              </a:pathLst>
            </a:custGeom>
            <a:solidFill>
              <a:srgbClr val="00A3E0"/>
            </a:solidFill>
            <a:ln w="6390" cap="flat">
              <a:noFill/>
              <a:prstDash val="solid"/>
              <a:miter/>
            </a:ln>
          </p:spPr>
          <p:txBody>
            <a:bodyPr rtlCol="0" anchor="ctr"/>
            <a:lstStyle/>
            <a:p>
              <a:endParaRPr lang="en-US"/>
            </a:p>
          </p:txBody>
        </p:sp>
      </p:grpSp>
      <p:grpSp>
        <p:nvGrpSpPr>
          <p:cNvPr id="851" name="Graphic 4">
            <a:extLst>
              <a:ext uri="{FF2B5EF4-FFF2-40B4-BE49-F238E27FC236}">
                <a16:creationId xmlns:a16="http://schemas.microsoft.com/office/drawing/2014/main" id="{FA577E2E-494C-6646-9510-D3D93A0F56C0}"/>
              </a:ext>
            </a:extLst>
          </p:cNvPr>
          <p:cNvGrpSpPr/>
          <p:nvPr/>
        </p:nvGrpSpPr>
        <p:grpSpPr>
          <a:xfrm>
            <a:off x="5462638" y="4792617"/>
            <a:ext cx="361670" cy="361333"/>
            <a:chOff x="5099808" y="4792617"/>
            <a:chExt cx="361670" cy="361333"/>
          </a:xfrm>
          <a:solidFill>
            <a:srgbClr val="00A3E0"/>
          </a:solidFill>
        </p:grpSpPr>
        <p:sp>
          <p:nvSpPr>
            <p:cNvPr id="852" name="Graphic 4">
              <a:extLst>
                <a:ext uri="{FF2B5EF4-FFF2-40B4-BE49-F238E27FC236}">
                  <a16:creationId xmlns:a16="http://schemas.microsoft.com/office/drawing/2014/main" id="{0FB40638-3B9F-0C42-A63A-EC017342322F}"/>
                </a:ext>
              </a:extLst>
            </p:cNvPr>
            <p:cNvSpPr/>
            <p:nvPr/>
          </p:nvSpPr>
          <p:spPr>
            <a:xfrm>
              <a:off x="5239748" y="4931150"/>
              <a:ext cx="115018" cy="114911"/>
            </a:xfrm>
            <a:custGeom>
              <a:avLst/>
              <a:gdLst>
                <a:gd name="connsiteX0" fmla="*/ 63899 w 115018"/>
                <a:gd name="connsiteY0" fmla="*/ 0 h 114911"/>
                <a:gd name="connsiteX1" fmla="*/ 40896 w 115018"/>
                <a:gd name="connsiteY1" fmla="*/ 70224 h 114911"/>
                <a:gd name="connsiteX2" fmla="*/ 56231 w 115018"/>
                <a:gd name="connsiteY2" fmla="*/ 76608 h 114911"/>
                <a:gd name="connsiteX3" fmla="*/ 56871 w 115018"/>
                <a:gd name="connsiteY3" fmla="*/ 85546 h 114911"/>
                <a:gd name="connsiteX4" fmla="*/ 52398 w 115018"/>
                <a:gd name="connsiteY4" fmla="*/ 87461 h 114911"/>
                <a:gd name="connsiteX5" fmla="*/ 47925 w 115018"/>
                <a:gd name="connsiteY5" fmla="*/ 85546 h 114911"/>
                <a:gd name="connsiteX6" fmla="*/ 32589 w 115018"/>
                <a:gd name="connsiteY6" fmla="*/ 81077 h 114911"/>
                <a:gd name="connsiteX7" fmla="*/ 0 w 115018"/>
                <a:gd name="connsiteY7" fmla="*/ 81077 h 114911"/>
                <a:gd name="connsiteX8" fmla="*/ 0 w 115018"/>
                <a:gd name="connsiteY8" fmla="*/ 114912 h 114911"/>
                <a:gd name="connsiteX9" fmla="*/ 81791 w 115018"/>
                <a:gd name="connsiteY9" fmla="*/ 114912 h 114911"/>
                <a:gd name="connsiteX10" fmla="*/ 84347 w 115018"/>
                <a:gd name="connsiteY10" fmla="*/ 112358 h 114911"/>
                <a:gd name="connsiteX11" fmla="*/ 115019 w 115018"/>
                <a:gd name="connsiteY11" fmla="*/ 30643 h 114911"/>
                <a:gd name="connsiteX12" fmla="*/ 69650 w 115018"/>
                <a:gd name="connsiteY12" fmla="*/ 0 h 114911"/>
                <a:gd name="connsiteX13" fmla="*/ 63899 w 115018"/>
                <a:gd name="connsiteY13" fmla="*/ 0 h 11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5018" h="114911">
                  <a:moveTo>
                    <a:pt x="63899" y="0"/>
                  </a:moveTo>
                  <a:lnTo>
                    <a:pt x="40896" y="70224"/>
                  </a:lnTo>
                  <a:cubicBezTo>
                    <a:pt x="46008" y="70862"/>
                    <a:pt x="51758" y="72778"/>
                    <a:pt x="56231" y="76608"/>
                  </a:cubicBezTo>
                  <a:cubicBezTo>
                    <a:pt x="58788" y="79162"/>
                    <a:pt x="59426" y="82992"/>
                    <a:pt x="56871" y="85546"/>
                  </a:cubicBezTo>
                  <a:cubicBezTo>
                    <a:pt x="55593" y="86822"/>
                    <a:pt x="53676" y="87461"/>
                    <a:pt x="52398" y="87461"/>
                  </a:cubicBezTo>
                  <a:cubicBezTo>
                    <a:pt x="51119" y="87461"/>
                    <a:pt x="49203" y="86822"/>
                    <a:pt x="47925" y="85546"/>
                  </a:cubicBezTo>
                  <a:cubicBezTo>
                    <a:pt x="44091" y="81715"/>
                    <a:pt x="35145" y="81077"/>
                    <a:pt x="32589" y="81077"/>
                  </a:cubicBezTo>
                  <a:lnTo>
                    <a:pt x="0" y="81077"/>
                  </a:lnTo>
                  <a:lnTo>
                    <a:pt x="0" y="114912"/>
                  </a:lnTo>
                  <a:lnTo>
                    <a:pt x="81791" y="114912"/>
                  </a:lnTo>
                  <a:cubicBezTo>
                    <a:pt x="83069" y="114912"/>
                    <a:pt x="84347" y="112997"/>
                    <a:pt x="84347" y="112358"/>
                  </a:cubicBezTo>
                  <a:lnTo>
                    <a:pt x="115019" y="30643"/>
                  </a:lnTo>
                  <a:cubicBezTo>
                    <a:pt x="107990" y="23621"/>
                    <a:pt x="87542" y="5746"/>
                    <a:pt x="69650" y="0"/>
                  </a:cubicBezTo>
                  <a:cubicBezTo>
                    <a:pt x="67733" y="0"/>
                    <a:pt x="65177" y="0"/>
                    <a:pt x="63899" y="0"/>
                  </a:cubicBezTo>
                </a:path>
              </a:pathLst>
            </a:custGeom>
            <a:solidFill>
              <a:srgbClr val="00A3E0"/>
            </a:solidFill>
            <a:ln w="6390" cap="flat">
              <a:noFill/>
              <a:prstDash val="solid"/>
              <a:miter/>
            </a:ln>
          </p:spPr>
          <p:txBody>
            <a:bodyPr rtlCol="0" anchor="ctr"/>
            <a:lstStyle/>
            <a:p>
              <a:endParaRPr lang="en-US"/>
            </a:p>
          </p:txBody>
        </p:sp>
        <p:sp>
          <p:nvSpPr>
            <p:cNvPr id="853" name="Graphic 4">
              <a:extLst>
                <a:ext uri="{FF2B5EF4-FFF2-40B4-BE49-F238E27FC236}">
                  <a16:creationId xmlns:a16="http://schemas.microsoft.com/office/drawing/2014/main" id="{75F0B09A-E56A-0C4E-AC55-0B0AE1861712}"/>
                </a:ext>
              </a:extLst>
            </p:cNvPr>
            <p:cNvSpPr/>
            <p:nvPr/>
          </p:nvSpPr>
          <p:spPr>
            <a:xfrm>
              <a:off x="5099808" y="4792617"/>
              <a:ext cx="361670" cy="361333"/>
            </a:xfrm>
            <a:custGeom>
              <a:avLst/>
              <a:gdLst>
                <a:gd name="connsiteX0" fmla="*/ 279880 w 361670"/>
                <a:gd name="connsiteY0" fmla="*/ 125126 h 361333"/>
                <a:gd name="connsiteX1" fmla="*/ 270295 w 361670"/>
                <a:gd name="connsiteY1" fmla="*/ 153216 h 361333"/>
                <a:gd name="connsiteX2" fmla="*/ 264544 w 361670"/>
                <a:gd name="connsiteY2" fmla="*/ 157684 h 361333"/>
                <a:gd name="connsiteX3" fmla="*/ 262627 w 361670"/>
                <a:gd name="connsiteY3" fmla="*/ 157046 h 361333"/>
                <a:gd name="connsiteX4" fmla="*/ 258792 w 361670"/>
                <a:gd name="connsiteY4" fmla="*/ 148747 h 361333"/>
                <a:gd name="connsiteX5" fmla="*/ 267739 w 361670"/>
                <a:gd name="connsiteY5" fmla="*/ 123211 h 361333"/>
                <a:gd name="connsiteX6" fmla="*/ 247930 w 361670"/>
                <a:gd name="connsiteY6" fmla="*/ 111720 h 361333"/>
                <a:gd name="connsiteX7" fmla="*/ 223648 w 361670"/>
                <a:gd name="connsiteY7" fmla="*/ 108528 h 361333"/>
                <a:gd name="connsiteX8" fmla="*/ 219175 w 361670"/>
                <a:gd name="connsiteY8" fmla="*/ 121934 h 361333"/>
                <a:gd name="connsiteX9" fmla="*/ 210868 w 361670"/>
                <a:gd name="connsiteY9" fmla="*/ 125765 h 361333"/>
                <a:gd name="connsiteX10" fmla="*/ 207034 w 361670"/>
                <a:gd name="connsiteY10" fmla="*/ 117465 h 361333"/>
                <a:gd name="connsiteX11" fmla="*/ 212785 w 361670"/>
                <a:gd name="connsiteY11" fmla="*/ 101505 h 361333"/>
                <a:gd name="connsiteX12" fmla="*/ 229399 w 361670"/>
                <a:gd name="connsiteY12" fmla="*/ 95760 h 361333"/>
                <a:gd name="connsiteX13" fmla="*/ 252403 w 361670"/>
                <a:gd name="connsiteY13" fmla="*/ 100229 h 361333"/>
                <a:gd name="connsiteX14" fmla="*/ 279880 w 361670"/>
                <a:gd name="connsiteY14" fmla="*/ 125126 h 361333"/>
                <a:gd name="connsiteX15" fmla="*/ 267739 w 361670"/>
                <a:gd name="connsiteY15" fmla="*/ 173006 h 361333"/>
                <a:gd name="connsiteX16" fmla="*/ 236428 w 361670"/>
                <a:gd name="connsiteY16" fmla="*/ 255998 h 361333"/>
                <a:gd name="connsiteX17" fmla="*/ 222370 w 361670"/>
                <a:gd name="connsiteY17" fmla="*/ 266212 h 361333"/>
                <a:gd name="connsiteX18" fmla="*/ 127160 w 361670"/>
                <a:gd name="connsiteY18" fmla="*/ 266212 h 361333"/>
                <a:gd name="connsiteX19" fmla="*/ 127160 w 361670"/>
                <a:gd name="connsiteY19" fmla="*/ 206841 h 361333"/>
                <a:gd name="connsiteX20" fmla="*/ 166778 w 361670"/>
                <a:gd name="connsiteY20" fmla="*/ 206841 h 361333"/>
                <a:gd name="connsiteX21" fmla="*/ 191698 w 361670"/>
                <a:gd name="connsiteY21" fmla="*/ 132787 h 361333"/>
                <a:gd name="connsiteX22" fmla="*/ 199366 w 361670"/>
                <a:gd name="connsiteY22" fmla="*/ 125765 h 361333"/>
                <a:gd name="connsiteX23" fmla="*/ 214063 w 361670"/>
                <a:gd name="connsiteY23" fmla="*/ 127041 h 361333"/>
                <a:gd name="connsiteX24" fmla="*/ 265182 w 361670"/>
                <a:gd name="connsiteY24" fmla="*/ 161515 h 361333"/>
                <a:gd name="connsiteX25" fmla="*/ 267739 w 361670"/>
                <a:gd name="connsiteY25" fmla="*/ 173006 h 361333"/>
                <a:gd name="connsiteX26" fmla="*/ 112463 w 361670"/>
                <a:gd name="connsiteY26" fmla="*/ 236846 h 361333"/>
                <a:gd name="connsiteX27" fmla="*/ 107990 w 361670"/>
                <a:gd name="connsiteY27" fmla="*/ 236846 h 361333"/>
                <a:gd name="connsiteX28" fmla="*/ 101600 w 361670"/>
                <a:gd name="connsiteY28" fmla="*/ 230462 h 361333"/>
                <a:gd name="connsiteX29" fmla="*/ 107990 w 361670"/>
                <a:gd name="connsiteY29" fmla="*/ 224078 h 361333"/>
                <a:gd name="connsiteX30" fmla="*/ 112463 w 361670"/>
                <a:gd name="connsiteY30" fmla="*/ 224078 h 361333"/>
                <a:gd name="connsiteX31" fmla="*/ 118853 w 361670"/>
                <a:gd name="connsiteY31" fmla="*/ 230462 h 361333"/>
                <a:gd name="connsiteX32" fmla="*/ 112463 w 361670"/>
                <a:gd name="connsiteY32" fmla="*/ 236846 h 361333"/>
                <a:gd name="connsiteX33" fmla="*/ 112463 w 361670"/>
                <a:gd name="connsiteY33" fmla="*/ 254083 h 361333"/>
                <a:gd name="connsiteX34" fmla="*/ 107990 w 361670"/>
                <a:gd name="connsiteY34" fmla="*/ 254083 h 361333"/>
                <a:gd name="connsiteX35" fmla="*/ 101600 w 361670"/>
                <a:gd name="connsiteY35" fmla="*/ 247699 h 361333"/>
                <a:gd name="connsiteX36" fmla="*/ 107990 w 361670"/>
                <a:gd name="connsiteY36" fmla="*/ 241315 h 361333"/>
                <a:gd name="connsiteX37" fmla="*/ 112463 w 361670"/>
                <a:gd name="connsiteY37" fmla="*/ 241315 h 361333"/>
                <a:gd name="connsiteX38" fmla="*/ 118853 w 361670"/>
                <a:gd name="connsiteY38" fmla="*/ 247699 h 361333"/>
                <a:gd name="connsiteX39" fmla="*/ 112463 w 361670"/>
                <a:gd name="connsiteY39" fmla="*/ 254083 h 361333"/>
                <a:gd name="connsiteX40" fmla="*/ 91376 w 361670"/>
                <a:gd name="connsiteY40" fmla="*/ 228547 h 361333"/>
                <a:gd name="connsiteX41" fmla="*/ 86903 w 361670"/>
                <a:gd name="connsiteY41" fmla="*/ 228547 h 361333"/>
                <a:gd name="connsiteX42" fmla="*/ 80513 w 361670"/>
                <a:gd name="connsiteY42" fmla="*/ 222163 h 361333"/>
                <a:gd name="connsiteX43" fmla="*/ 86903 w 361670"/>
                <a:gd name="connsiteY43" fmla="*/ 215779 h 361333"/>
                <a:gd name="connsiteX44" fmla="*/ 91376 w 361670"/>
                <a:gd name="connsiteY44" fmla="*/ 215779 h 361333"/>
                <a:gd name="connsiteX45" fmla="*/ 97766 w 361670"/>
                <a:gd name="connsiteY45" fmla="*/ 222163 h 361333"/>
                <a:gd name="connsiteX46" fmla="*/ 91376 w 361670"/>
                <a:gd name="connsiteY46" fmla="*/ 228547 h 361333"/>
                <a:gd name="connsiteX47" fmla="*/ 91376 w 361670"/>
                <a:gd name="connsiteY47" fmla="*/ 245783 h 361333"/>
                <a:gd name="connsiteX48" fmla="*/ 86903 w 361670"/>
                <a:gd name="connsiteY48" fmla="*/ 245783 h 361333"/>
                <a:gd name="connsiteX49" fmla="*/ 80513 w 361670"/>
                <a:gd name="connsiteY49" fmla="*/ 239399 h 361333"/>
                <a:gd name="connsiteX50" fmla="*/ 86903 w 361670"/>
                <a:gd name="connsiteY50" fmla="*/ 233015 h 361333"/>
                <a:gd name="connsiteX51" fmla="*/ 91376 w 361670"/>
                <a:gd name="connsiteY51" fmla="*/ 233015 h 361333"/>
                <a:gd name="connsiteX52" fmla="*/ 97766 w 361670"/>
                <a:gd name="connsiteY52" fmla="*/ 239399 h 361333"/>
                <a:gd name="connsiteX53" fmla="*/ 91376 w 361670"/>
                <a:gd name="connsiteY53" fmla="*/ 245783 h 361333"/>
                <a:gd name="connsiteX54" fmla="*/ 91376 w 361670"/>
                <a:gd name="connsiteY54" fmla="*/ 262382 h 361333"/>
                <a:gd name="connsiteX55" fmla="*/ 86903 w 361670"/>
                <a:gd name="connsiteY55" fmla="*/ 262382 h 361333"/>
                <a:gd name="connsiteX56" fmla="*/ 80513 w 361670"/>
                <a:gd name="connsiteY56" fmla="*/ 255998 h 361333"/>
                <a:gd name="connsiteX57" fmla="*/ 86903 w 361670"/>
                <a:gd name="connsiteY57" fmla="*/ 249614 h 361333"/>
                <a:gd name="connsiteX58" fmla="*/ 91376 w 361670"/>
                <a:gd name="connsiteY58" fmla="*/ 249614 h 361333"/>
                <a:gd name="connsiteX59" fmla="*/ 97766 w 361670"/>
                <a:gd name="connsiteY59" fmla="*/ 255998 h 361333"/>
                <a:gd name="connsiteX60" fmla="*/ 91376 w 361670"/>
                <a:gd name="connsiteY60" fmla="*/ 262382 h 361333"/>
                <a:gd name="connsiteX61" fmla="*/ 180836 w 361670"/>
                <a:gd name="connsiteY61" fmla="*/ 0 h 361333"/>
                <a:gd name="connsiteX62" fmla="*/ 0 w 361670"/>
                <a:gd name="connsiteY62" fmla="*/ 180667 h 361333"/>
                <a:gd name="connsiteX63" fmla="*/ 180836 w 361670"/>
                <a:gd name="connsiteY63" fmla="*/ 361334 h 361333"/>
                <a:gd name="connsiteX64" fmla="*/ 361671 w 361670"/>
                <a:gd name="connsiteY64" fmla="*/ 180667 h 361333"/>
                <a:gd name="connsiteX65" fmla="*/ 180836 w 361670"/>
                <a:gd name="connsiteY65"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61670" h="361333">
                  <a:moveTo>
                    <a:pt x="279880" y="125126"/>
                  </a:moveTo>
                  <a:lnTo>
                    <a:pt x="270295" y="153216"/>
                  </a:lnTo>
                  <a:cubicBezTo>
                    <a:pt x="269655" y="155769"/>
                    <a:pt x="267100" y="157684"/>
                    <a:pt x="264544" y="157684"/>
                  </a:cubicBezTo>
                  <a:cubicBezTo>
                    <a:pt x="263905" y="157684"/>
                    <a:pt x="263266" y="157684"/>
                    <a:pt x="262627" y="157046"/>
                  </a:cubicBezTo>
                  <a:cubicBezTo>
                    <a:pt x="259432" y="155769"/>
                    <a:pt x="257515" y="152577"/>
                    <a:pt x="258792" y="148747"/>
                  </a:cubicBezTo>
                  <a:lnTo>
                    <a:pt x="267739" y="123211"/>
                  </a:lnTo>
                  <a:cubicBezTo>
                    <a:pt x="265182" y="120657"/>
                    <a:pt x="258154" y="115550"/>
                    <a:pt x="247930" y="111720"/>
                  </a:cubicBezTo>
                  <a:cubicBezTo>
                    <a:pt x="237706" y="107889"/>
                    <a:pt x="228121" y="107889"/>
                    <a:pt x="223648" y="108528"/>
                  </a:cubicBezTo>
                  <a:lnTo>
                    <a:pt x="219175" y="121934"/>
                  </a:lnTo>
                  <a:cubicBezTo>
                    <a:pt x="217897" y="125126"/>
                    <a:pt x="214702" y="127041"/>
                    <a:pt x="210868" y="125765"/>
                  </a:cubicBezTo>
                  <a:cubicBezTo>
                    <a:pt x="207673" y="124488"/>
                    <a:pt x="205756" y="121296"/>
                    <a:pt x="207034" y="117465"/>
                  </a:cubicBezTo>
                  <a:lnTo>
                    <a:pt x="212785" y="101505"/>
                  </a:lnTo>
                  <a:cubicBezTo>
                    <a:pt x="214063" y="97037"/>
                    <a:pt x="219175" y="95121"/>
                    <a:pt x="229399" y="95760"/>
                  </a:cubicBezTo>
                  <a:cubicBezTo>
                    <a:pt x="233872" y="95760"/>
                    <a:pt x="242179" y="96398"/>
                    <a:pt x="252403" y="100229"/>
                  </a:cubicBezTo>
                  <a:cubicBezTo>
                    <a:pt x="262627" y="104059"/>
                    <a:pt x="283075" y="115550"/>
                    <a:pt x="279880" y="125126"/>
                  </a:cubicBezTo>
                  <a:moveTo>
                    <a:pt x="267739" y="173006"/>
                  </a:moveTo>
                  <a:lnTo>
                    <a:pt x="236428" y="255998"/>
                  </a:lnTo>
                  <a:cubicBezTo>
                    <a:pt x="233872" y="262382"/>
                    <a:pt x="228121" y="266212"/>
                    <a:pt x="222370" y="266212"/>
                  </a:cubicBezTo>
                  <a:lnTo>
                    <a:pt x="127160" y="266212"/>
                  </a:lnTo>
                  <a:lnTo>
                    <a:pt x="127160" y="206841"/>
                  </a:lnTo>
                  <a:lnTo>
                    <a:pt x="166778" y="206841"/>
                  </a:lnTo>
                  <a:lnTo>
                    <a:pt x="191698" y="132787"/>
                  </a:lnTo>
                  <a:cubicBezTo>
                    <a:pt x="192976" y="128957"/>
                    <a:pt x="196171" y="126403"/>
                    <a:pt x="199366" y="125765"/>
                  </a:cubicBezTo>
                  <a:cubicBezTo>
                    <a:pt x="202561" y="125126"/>
                    <a:pt x="207673" y="124488"/>
                    <a:pt x="214063" y="127041"/>
                  </a:cubicBezTo>
                  <a:cubicBezTo>
                    <a:pt x="235150" y="134064"/>
                    <a:pt x="256876" y="153854"/>
                    <a:pt x="265182" y="161515"/>
                  </a:cubicBezTo>
                  <a:cubicBezTo>
                    <a:pt x="267739" y="164707"/>
                    <a:pt x="269017" y="169176"/>
                    <a:pt x="267739" y="173006"/>
                  </a:cubicBezTo>
                  <a:moveTo>
                    <a:pt x="112463" y="236846"/>
                  </a:moveTo>
                  <a:lnTo>
                    <a:pt x="107990" y="236846"/>
                  </a:lnTo>
                  <a:cubicBezTo>
                    <a:pt x="104156" y="236846"/>
                    <a:pt x="101600" y="234292"/>
                    <a:pt x="101600" y="230462"/>
                  </a:cubicBezTo>
                  <a:cubicBezTo>
                    <a:pt x="101600" y="226631"/>
                    <a:pt x="104156" y="224078"/>
                    <a:pt x="107990" y="224078"/>
                  </a:cubicBezTo>
                  <a:lnTo>
                    <a:pt x="112463" y="224078"/>
                  </a:lnTo>
                  <a:cubicBezTo>
                    <a:pt x="116297" y="224078"/>
                    <a:pt x="118853" y="226631"/>
                    <a:pt x="118853" y="230462"/>
                  </a:cubicBezTo>
                  <a:cubicBezTo>
                    <a:pt x="118853" y="234292"/>
                    <a:pt x="116297" y="236846"/>
                    <a:pt x="112463" y="236846"/>
                  </a:cubicBezTo>
                  <a:moveTo>
                    <a:pt x="112463" y="254083"/>
                  </a:moveTo>
                  <a:lnTo>
                    <a:pt x="107990" y="254083"/>
                  </a:lnTo>
                  <a:cubicBezTo>
                    <a:pt x="104156" y="254083"/>
                    <a:pt x="101600" y="251529"/>
                    <a:pt x="101600" y="247699"/>
                  </a:cubicBezTo>
                  <a:cubicBezTo>
                    <a:pt x="101600" y="243868"/>
                    <a:pt x="104156" y="241315"/>
                    <a:pt x="107990" y="241315"/>
                  </a:cubicBezTo>
                  <a:lnTo>
                    <a:pt x="112463" y="241315"/>
                  </a:lnTo>
                  <a:cubicBezTo>
                    <a:pt x="116297" y="241315"/>
                    <a:pt x="118853" y="243868"/>
                    <a:pt x="118853" y="247699"/>
                  </a:cubicBezTo>
                  <a:cubicBezTo>
                    <a:pt x="118853" y="251529"/>
                    <a:pt x="116297" y="254083"/>
                    <a:pt x="112463" y="254083"/>
                  </a:cubicBezTo>
                  <a:moveTo>
                    <a:pt x="91376" y="228547"/>
                  </a:moveTo>
                  <a:lnTo>
                    <a:pt x="86903" y="228547"/>
                  </a:lnTo>
                  <a:cubicBezTo>
                    <a:pt x="83069" y="228547"/>
                    <a:pt x="80513" y="225993"/>
                    <a:pt x="80513" y="222163"/>
                  </a:cubicBezTo>
                  <a:cubicBezTo>
                    <a:pt x="80513" y="218332"/>
                    <a:pt x="83069" y="215779"/>
                    <a:pt x="86903" y="215779"/>
                  </a:cubicBezTo>
                  <a:lnTo>
                    <a:pt x="91376" y="215779"/>
                  </a:lnTo>
                  <a:cubicBezTo>
                    <a:pt x="95210" y="215779"/>
                    <a:pt x="97766" y="218332"/>
                    <a:pt x="97766" y="222163"/>
                  </a:cubicBezTo>
                  <a:cubicBezTo>
                    <a:pt x="97766" y="225993"/>
                    <a:pt x="95210" y="228547"/>
                    <a:pt x="91376" y="228547"/>
                  </a:cubicBezTo>
                  <a:moveTo>
                    <a:pt x="91376" y="245783"/>
                  </a:moveTo>
                  <a:lnTo>
                    <a:pt x="86903" y="245783"/>
                  </a:lnTo>
                  <a:cubicBezTo>
                    <a:pt x="83069" y="245783"/>
                    <a:pt x="80513" y="243230"/>
                    <a:pt x="80513" y="239399"/>
                  </a:cubicBezTo>
                  <a:cubicBezTo>
                    <a:pt x="80513" y="235569"/>
                    <a:pt x="83069" y="233015"/>
                    <a:pt x="86903" y="233015"/>
                  </a:cubicBezTo>
                  <a:lnTo>
                    <a:pt x="91376" y="233015"/>
                  </a:lnTo>
                  <a:cubicBezTo>
                    <a:pt x="95210" y="233015"/>
                    <a:pt x="97766" y="235569"/>
                    <a:pt x="97766" y="239399"/>
                  </a:cubicBezTo>
                  <a:cubicBezTo>
                    <a:pt x="97766" y="242591"/>
                    <a:pt x="95210" y="245783"/>
                    <a:pt x="91376" y="245783"/>
                  </a:cubicBezTo>
                  <a:moveTo>
                    <a:pt x="91376" y="262382"/>
                  </a:moveTo>
                  <a:lnTo>
                    <a:pt x="86903" y="262382"/>
                  </a:lnTo>
                  <a:cubicBezTo>
                    <a:pt x="83069" y="262382"/>
                    <a:pt x="80513" y="259828"/>
                    <a:pt x="80513" y="255998"/>
                  </a:cubicBezTo>
                  <a:cubicBezTo>
                    <a:pt x="80513" y="252167"/>
                    <a:pt x="83069" y="249614"/>
                    <a:pt x="86903" y="249614"/>
                  </a:cubicBezTo>
                  <a:lnTo>
                    <a:pt x="91376" y="249614"/>
                  </a:lnTo>
                  <a:cubicBezTo>
                    <a:pt x="95210" y="249614"/>
                    <a:pt x="97766" y="252167"/>
                    <a:pt x="97766" y="255998"/>
                  </a:cubicBezTo>
                  <a:cubicBezTo>
                    <a:pt x="97766" y="259828"/>
                    <a:pt x="95210" y="262382"/>
                    <a:pt x="91376" y="262382"/>
                  </a:cubicBezTo>
                  <a:moveTo>
                    <a:pt x="180836" y="0"/>
                  </a:moveTo>
                  <a:cubicBezTo>
                    <a:pt x="80513" y="0"/>
                    <a:pt x="0" y="81077"/>
                    <a:pt x="0" y="180667"/>
                  </a:cubicBezTo>
                  <a:cubicBezTo>
                    <a:pt x="0" y="280895"/>
                    <a:pt x="81152" y="361334"/>
                    <a:pt x="180836" y="361334"/>
                  </a:cubicBezTo>
                  <a:cubicBezTo>
                    <a:pt x="281157" y="361334"/>
                    <a:pt x="361671" y="280257"/>
                    <a:pt x="361671" y="180667"/>
                  </a:cubicBezTo>
                  <a:cubicBezTo>
                    <a:pt x="361671" y="81077"/>
                    <a:pt x="280518" y="0"/>
                    <a:pt x="180836" y="0"/>
                  </a:cubicBezTo>
                </a:path>
              </a:pathLst>
            </a:custGeom>
            <a:solidFill>
              <a:srgbClr val="00A3E0"/>
            </a:solidFill>
            <a:ln w="6390" cap="flat">
              <a:noFill/>
              <a:prstDash val="solid"/>
              <a:miter/>
            </a:ln>
          </p:spPr>
          <p:txBody>
            <a:bodyPr rtlCol="0" anchor="ctr"/>
            <a:lstStyle/>
            <a:p>
              <a:endParaRPr lang="en-US"/>
            </a:p>
          </p:txBody>
        </p:sp>
      </p:grpSp>
      <p:grpSp>
        <p:nvGrpSpPr>
          <p:cNvPr id="854" name="Graphic 4">
            <a:extLst>
              <a:ext uri="{FF2B5EF4-FFF2-40B4-BE49-F238E27FC236}">
                <a16:creationId xmlns:a16="http://schemas.microsoft.com/office/drawing/2014/main" id="{BDB568D6-43B9-E243-A169-A2ADAD2C79AB}"/>
              </a:ext>
            </a:extLst>
          </p:cNvPr>
          <p:cNvGrpSpPr/>
          <p:nvPr/>
        </p:nvGrpSpPr>
        <p:grpSpPr>
          <a:xfrm>
            <a:off x="9887149" y="918179"/>
            <a:ext cx="361670" cy="361333"/>
            <a:chOff x="9887149" y="918179"/>
            <a:chExt cx="361670" cy="361333"/>
          </a:xfrm>
          <a:solidFill>
            <a:srgbClr val="0076A8"/>
          </a:solidFill>
        </p:grpSpPr>
        <p:sp>
          <p:nvSpPr>
            <p:cNvPr id="855" name="Graphic 4">
              <a:extLst>
                <a:ext uri="{FF2B5EF4-FFF2-40B4-BE49-F238E27FC236}">
                  <a16:creationId xmlns:a16="http://schemas.microsoft.com/office/drawing/2014/main" id="{9676E60B-A32D-8446-B844-544BAAB61C7E}"/>
                </a:ext>
              </a:extLst>
            </p:cNvPr>
            <p:cNvSpPr/>
            <p:nvPr/>
          </p:nvSpPr>
          <p:spPr>
            <a:xfrm>
              <a:off x="9887149" y="918179"/>
              <a:ext cx="361670" cy="361333"/>
            </a:xfrm>
            <a:custGeom>
              <a:avLst/>
              <a:gdLst>
                <a:gd name="connsiteX0" fmla="*/ 180835 w 361670"/>
                <a:gd name="connsiteY0" fmla="*/ 349204 h 361333"/>
                <a:gd name="connsiteX1" fmla="*/ 12780 w 361670"/>
                <a:gd name="connsiteY1" fmla="*/ 181305 h 361333"/>
                <a:gd name="connsiteX2" fmla="*/ 180835 w 361670"/>
                <a:gd name="connsiteY2" fmla="*/ 13406 h 361333"/>
                <a:gd name="connsiteX3" fmla="*/ 348890 w 361670"/>
                <a:gd name="connsiteY3" fmla="*/ 181305 h 361333"/>
                <a:gd name="connsiteX4" fmla="*/ 180835 w 361670"/>
                <a:gd name="connsiteY4" fmla="*/ 349204 h 361333"/>
                <a:gd name="connsiteX5" fmla="*/ 180835 w 361670"/>
                <a:gd name="connsiteY5" fmla="*/ 0 h 361333"/>
                <a:gd name="connsiteX6" fmla="*/ 0 w 361670"/>
                <a:gd name="connsiteY6" fmla="*/ 180667 h 361333"/>
                <a:gd name="connsiteX7" fmla="*/ 180835 w 361670"/>
                <a:gd name="connsiteY7" fmla="*/ 361333 h 361333"/>
                <a:gd name="connsiteX8" fmla="*/ 361670 w 361670"/>
                <a:gd name="connsiteY8" fmla="*/ 180667 h 361333"/>
                <a:gd name="connsiteX9" fmla="*/ 180835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234"/>
                    <a:pt x="273489" y="349204"/>
                    <a:pt x="180835" y="349204"/>
                  </a:cubicBezTo>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1157" y="0"/>
                    <a:pt x="180835" y="0"/>
                  </a:cubicBezTo>
                </a:path>
              </a:pathLst>
            </a:custGeom>
            <a:solidFill>
              <a:srgbClr val="0076A8"/>
            </a:solidFill>
            <a:ln w="6390" cap="flat">
              <a:noFill/>
              <a:prstDash val="solid"/>
              <a:miter/>
            </a:ln>
          </p:spPr>
          <p:txBody>
            <a:bodyPr rtlCol="0" anchor="ctr"/>
            <a:lstStyle/>
            <a:p>
              <a:endParaRPr lang="en-US"/>
            </a:p>
          </p:txBody>
        </p:sp>
        <p:sp>
          <p:nvSpPr>
            <p:cNvPr id="856" name="Graphic 4">
              <a:extLst>
                <a:ext uri="{FF2B5EF4-FFF2-40B4-BE49-F238E27FC236}">
                  <a16:creationId xmlns:a16="http://schemas.microsoft.com/office/drawing/2014/main" id="{111943E7-3236-1F4B-8C98-275A26A411C2}"/>
                </a:ext>
              </a:extLst>
            </p:cNvPr>
            <p:cNvSpPr/>
            <p:nvPr/>
          </p:nvSpPr>
          <p:spPr>
            <a:xfrm>
              <a:off x="9954244" y="1012023"/>
              <a:ext cx="226872" cy="173644"/>
            </a:xfrm>
            <a:custGeom>
              <a:avLst/>
              <a:gdLst>
                <a:gd name="connsiteX0" fmla="*/ 214702 w 226872"/>
                <a:gd name="connsiteY0" fmla="*/ 145555 h 173644"/>
                <a:gd name="connsiteX1" fmla="*/ 195532 w 226872"/>
                <a:gd name="connsiteY1" fmla="*/ 145555 h 173644"/>
                <a:gd name="connsiteX2" fmla="*/ 175084 w 226872"/>
                <a:gd name="connsiteY2" fmla="*/ 130233 h 173644"/>
                <a:gd name="connsiteX3" fmla="*/ 166138 w 226872"/>
                <a:gd name="connsiteY3" fmla="*/ 132149 h 173644"/>
                <a:gd name="connsiteX4" fmla="*/ 166138 w 226872"/>
                <a:gd name="connsiteY4" fmla="*/ 81715 h 173644"/>
                <a:gd name="connsiteX5" fmla="*/ 205756 w 226872"/>
                <a:gd name="connsiteY5" fmla="*/ 81715 h 173644"/>
                <a:gd name="connsiteX6" fmla="*/ 214702 w 226872"/>
                <a:gd name="connsiteY6" fmla="*/ 90653 h 173644"/>
                <a:gd name="connsiteX7" fmla="*/ 214702 w 226872"/>
                <a:gd name="connsiteY7" fmla="*/ 145555 h 173644"/>
                <a:gd name="connsiteX8" fmla="*/ 175084 w 226872"/>
                <a:gd name="connsiteY8" fmla="*/ 160876 h 173644"/>
                <a:gd name="connsiteX9" fmla="*/ 166138 w 226872"/>
                <a:gd name="connsiteY9" fmla="*/ 151939 h 173644"/>
                <a:gd name="connsiteX10" fmla="*/ 175084 w 226872"/>
                <a:gd name="connsiteY10" fmla="*/ 143001 h 173644"/>
                <a:gd name="connsiteX11" fmla="*/ 184030 w 226872"/>
                <a:gd name="connsiteY11" fmla="*/ 151939 h 173644"/>
                <a:gd name="connsiteX12" fmla="*/ 175084 w 226872"/>
                <a:gd name="connsiteY12" fmla="*/ 160876 h 173644"/>
                <a:gd name="connsiteX13" fmla="*/ 44730 w 226872"/>
                <a:gd name="connsiteY13" fmla="*/ 160876 h 173644"/>
                <a:gd name="connsiteX14" fmla="*/ 35783 w 226872"/>
                <a:gd name="connsiteY14" fmla="*/ 151939 h 173644"/>
                <a:gd name="connsiteX15" fmla="*/ 44730 w 226872"/>
                <a:gd name="connsiteY15" fmla="*/ 143001 h 173644"/>
                <a:gd name="connsiteX16" fmla="*/ 53675 w 226872"/>
                <a:gd name="connsiteY16" fmla="*/ 151939 h 173644"/>
                <a:gd name="connsiteX17" fmla="*/ 44730 w 226872"/>
                <a:gd name="connsiteY17" fmla="*/ 160876 h 173644"/>
                <a:gd name="connsiteX18" fmla="*/ 12780 w 226872"/>
                <a:gd name="connsiteY18" fmla="*/ 35750 h 173644"/>
                <a:gd name="connsiteX19" fmla="*/ 153358 w 226872"/>
                <a:gd name="connsiteY19" fmla="*/ 35750 h 173644"/>
                <a:gd name="connsiteX20" fmla="*/ 153358 w 226872"/>
                <a:gd name="connsiteY20" fmla="*/ 145555 h 173644"/>
                <a:gd name="connsiteX21" fmla="*/ 65177 w 226872"/>
                <a:gd name="connsiteY21" fmla="*/ 145555 h 173644"/>
                <a:gd name="connsiteX22" fmla="*/ 44730 w 226872"/>
                <a:gd name="connsiteY22" fmla="*/ 130233 h 173644"/>
                <a:gd name="connsiteX23" fmla="*/ 24281 w 226872"/>
                <a:gd name="connsiteY23" fmla="*/ 145555 h 173644"/>
                <a:gd name="connsiteX24" fmla="*/ 12780 w 226872"/>
                <a:gd name="connsiteY24" fmla="*/ 145555 h 173644"/>
                <a:gd name="connsiteX25" fmla="*/ 12780 w 226872"/>
                <a:gd name="connsiteY25" fmla="*/ 35750 h 173644"/>
                <a:gd name="connsiteX26" fmla="*/ 120130 w 226872"/>
                <a:gd name="connsiteY26" fmla="*/ 21706 h 173644"/>
                <a:gd name="connsiteX27" fmla="*/ 129076 w 226872"/>
                <a:gd name="connsiteY27" fmla="*/ 12768 h 173644"/>
                <a:gd name="connsiteX28" fmla="*/ 138022 w 226872"/>
                <a:gd name="connsiteY28" fmla="*/ 21706 h 173644"/>
                <a:gd name="connsiteX29" fmla="*/ 138022 w 226872"/>
                <a:gd name="connsiteY29" fmla="*/ 22982 h 173644"/>
                <a:gd name="connsiteX30" fmla="*/ 119492 w 226872"/>
                <a:gd name="connsiteY30" fmla="*/ 22982 h 173644"/>
                <a:gd name="connsiteX31" fmla="*/ 120130 w 226872"/>
                <a:gd name="connsiteY31" fmla="*/ 21706 h 173644"/>
                <a:gd name="connsiteX32" fmla="*/ 205756 w 226872"/>
                <a:gd name="connsiteY32" fmla="*/ 68947 h 173644"/>
                <a:gd name="connsiteX33" fmla="*/ 166138 w 226872"/>
                <a:gd name="connsiteY33" fmla="*/ 68947 h 173644"/>
                <a:gd name="connsiteX34" fmla="*/ 166138 w 226872"/>
                <a:gd name="connsiteY34" fmla="*/ 29366 h 173644"/>
                <a:gd name="connsiteX35" fmla="*/ 159748 w 226872"/>
                <a:gd name="connsiteY35" fmla="*/ 22982 h 173644"/>
                <a:gd name="connsiteX36" fmla="*/ 150802 w 226872"/>
                <a:gd name="connsiteY36" fmla="*/ 22982 h 173644"/>
                <a:gd name="connsiteX37" fmla="*/ 150802 w 226872"/>
                <a:gd name="connsiteY37" fmla="*/ 21706 h 173644"/>
                <a:gd name="connsiteX38" fmla="*/ 129076 w 226872"/>
                <a:gd name="connsiteY38" fmla="*/ 0 h 173644"/>
                <a:gd name="connsiteX39" fmla="*/ 107350 w 226872"/>
                <a:gd name="connsiteY39" fmla="*/ 21706 h 173644"/>
                <a:gd name="connsiteX40" fmla="*/ 107350 w 226872"/>
                <a:gd name="connsiteY40" fmla="*/ 22982 h 173644"/>
                <a:gd name="connsiteX41" fmla="*/ 6390 w 226872"/>
                <a:gd name="connsiteY41" fmla="*/ 22982 h 173644"/>
                <a:gd name="connsiteX42" fmla="*/ 0 w 226872"/>
                <a:gd name="connsiteY42" fmla="*/ 29366 h 173644"/>
                <a:gd name="connsiteX43" fmla="*/ 0 w 226872"/>
                <a:gd name="connsiteY43" fmla="*/ 151939 h 173644"/>
                <a:gd name="connsiteX44" fmla="*/ 6390 w 226872"/>
                <a:gd name="connsiteY44" fmla="*/ 158323 h 173644"/>
                <a:gd name="connsiteX45" fmla="*/ 24281 w 226872"/>
                <a:gd name="connsiteY45" fmla="*/ 158323 h 173644"/>
                <a:gd name="connsiteX46" fmla="*/ 44730 w 226872"/>
                <a:gd name="connsiteY46" fmla="*/ 173644 h 173644"/>
                <a:gd name="connsiteX47" fmla="*/ 65177 w 226872"/>
                <a:gd name="connsiteY47" fmla="*/ 158323 h 173644"/>
                <a:gd name="connsiteX48" fmla="*/ 153997 w 226872"/>
                <a:gd name="connsiteY48" fmla="*/ 158323 h 173644"/>
                <a:gd name="connsiteX49" fmla="*/ 174445 w 226872"/>
                <a:gd name="connsiteY49" fmla="*/ 173644 h 173644"/>
                <a:gd name="connsiteX50" fmla="*/ 194893 w 226872"/>
                <a:gd name="connsiteY50" fmla="*/ 158323 h 173644"/>
                <a:gd name="connsiteX51" fmla="*/ 220453 w 226872"/>
                <a:gd name="connsiteY51" fmla="*/ 158323 h 173644"/>
                <a:gd name="connsiteX52" fmla="*/ 226843 w 226872"/>
                <a:gd name="connsiteY52" fmla="*/ 151939 h 173644"/>
                <a:gd name="connsiteX53" fmla="*/ 226843 w 226872"/>
                <a:gd name="connsiteY53" fmla="*/ 90653 h 173644"/>
                <a:gd name="connsiteX54" fmla="*/ 205756 w 226872"/>
                <a:gd name="connsiteY54" fmla="*/ 68947 h 173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26872" h="173644">
                  <a:moveTo>
                    <a:pt x="214702" y="145555"/>
                  </a:moveTo>
                  <a:lnTo>
                    <a:pt x="195532" y="145555"/>
                  </a:lnTo>
                  <a:cubicBezTo>
                    <a:pt x="192976" y="136617"/>
                    <a:pt x="184669" y="130233"/>
                    <a:pt x="175084" y="130233"/>
                  </a:cubicBezTo>
                  <a:cubicBezTo>
                    <a:pt x="171889" y="130233"/>
                    <a:pt x="168694" y="130872"/>
                    <a:pt x="166138" y="132149"/>
                  </a:cubicBezTo>
                  <a:lnTo>
                    <a:pt x="166138" y="81715"/>
                  </a:lnTo>
                  <a:lnTo>
                    <a:pt x="205756" y="81715"/>
                  </a:lnTo>
                  <a:cubicBezTo>
                    <a:pt x="210868" y="81715"/>
                    <a:pt x="214702" y="85545"/>
                    <a:pt x="214702" y="90653"/>
                  </a:cubicBezTo>
                  <a:lnTo>
                    <a:pt x="214702" y="145555"/>
                  </a:lnTo>
                  <a:close/>
                  <a:moveTo>
                    <a:pt x="175084" y="160876"/>
                  </a:moveTo>
                  <a:cubicBezTo>
                    <a:pt x="169972" y="160876"/>
                    <a:pt x="166138" y="157046"/>
                    <a:pt x="166138" y="151939"/>
                  </a:cubicBezTo>
                  <a:cubicBezTo>
                    <a:pt x="166138" y="146832"/>
                    <a:pt x="169972" y="143001"/>
                    <a:pt x="175084" y="143001"/>
                  </a:cubicBezTo>
                  <a:cubicBezTo>
                    <a:pt x="180196" y="143001"/>
                    <a:pt x="184030" y="146832"/>
                    <a:pt x="184030" y="151939"/>
                  </a:cubicBezTo>
                  <a:cubicBezTo>
                    <a:pt x="184030" y="157046"/>
                    <a:pt x="180196" y="160876"/>
                    <a:pt x="175084" y="160876"/>
                  </a:cubicBezTo>
                  <a:moveTo>
                    <a:pt x="44730" y="160876"/>
                  </a:moveTo>
                  <a:cubicBezTo>
                    <a:pt x="39617" y="160876"/>
                    <a:pt x="35783" y="157046"/>
                    <a:pt x="35783" y="151939"/>
                  </a:cubicBezTo>
                  <a:cubicBezTo>
                    <a:pt x="35783" y="146832"/>
                    <a:pt x="39617" y="143001"/>
                    <a:pt x="44730" y="143001"/>
                  </a:cubicBezTo>
                  <a:cubicBezTo>
                    <a:pt x="49841" y="143001"/>
                    <a:pt x="53675" y="146832"/>
                    <a:pt x="53675" y="151939"/>
                  </a:cubicBezTo>
                  <a:cubicBezTo>
                    <a:pt x="53675" y="157046"/>
                    <a:pt x="49841" y="160876"/>
                    <a:pt x="44730" y="160876"/>
                  </a:cubicBezTo>
                  <a:moveTo>
                    <a:pt x="12780" y="35750"/>
                  </a:moveTo>
                  <a:lnTo>
                    <a:pt x="153358" y="35750"/>
                  </a:lnTo>
                  <a:lnTo>
                    <a:pt x="153358" y="145555"/>
                  </a:lnTo>
                  <a:lnTo>
                    <a:pt x="65177" y="145555"/>
                  </a:lnTo>
                  <a:cubicBezTo>
                    <a:pt x="62621" y="136617"/>
                    <a:pt x="54314" y="130233"/>
                    <a:pt x="44730" y="130233"/>
                  </a:cubicBezTo>
                  <a:cubicBezTo>
                    <a:pt x="35145" y="130233"/>
                    <a:pt x="26837" y="136617"/>
                    <a:pt x="24281" y="145555"/>
                  </a:cubicBezTo>
                  <a:lnTo>
                    <a:pt x="12780" y="145555"/>
                  </a:lnTo>
                  <a:lnTo>
                    <a:pt x="12780" y="35750"/>
                  </a:lnTo>
                  <a:close/>
                  <a:moveTo>
                    <a:pt x="120130" y="21706"/>
                  </a:moveTo>
                  <a:cubicBezTo>
                    <a:pt x="120130" y="16598"/>
                    <a:pt x="123964" y="12768"/>
                    <a:pt x="129076" y="12768"/>
                  </a:cubicBezTo>
                  <a:cubicBezTo>
                    <a:pt x="134189" y="12768"/>
                    <a:pt x="138022" y="16598"/>
                    <a:pt x="138022" y="21706"/>
                  </a:cubicBezTo>
                  <a:cubicBezTo>
                    <a:pt x="138022" y="22344"/>
                    <a:pt x="138022" y="22344"/>
                    <a:pt x="138022" y="22982"/>
                  </a:cubicBezTo>
                  <a:lnTo>
                    <a:pt x="119492" y="22982"/>
                  </a:lnTo>
                  <a:cubicBezTo>
                    <a:pt x="120130" y="22982"/>
                    <a:pt x="120130" y="22344"/>
                    <a:pt x="120130" y="21706"/>
                  </a:cubicBezTo>
                  <a:moveTo>
                    <a:pt x="205756" y="68947"/>
                  </a:moveTo>
                  <a:lnTo>
                    <a:pt x="166138" y="68947"/>
                  </a:lnTo>
                  <a:lnTo>
                    <a:pt x="166138" y="29366"/>
                  </a:lnTo>
                  <a:cubicBezTo>
                    <a:pt x="166138" y="25536"/>
                    <a:pt x="163582" y="22982"/>
                    <a:pt x="159748" y="22982"/>
                  </a:cubicBezTo>
                  <a:lnTo>
                    <a:pt x="150802" y="22982"/>
                  </a:lnTo>
                  <a:cubicBezTo>
                    <a:pt x="150802" y="22344"/>
                    <a:pt x="150802" y="22344"/>
                    <a:pt x="150802" y="21706"/>
                  </a:cubicBezTo>
                  <a:cubicBezTo>
                    <a:pt x="150802" y="9576"/>
                    <a:pt x="141217" y="0"/>
                    <a:pt x="129076" y="0"/>
                  </a:cubicBezTo>
                  <a:cubicBezTo>
                    <a:pt x="116935" y="0"/>
                    <a:pt x="107350" y="9576"/>
                    <a:pt x="107350" y="21706"/>
                  </a:cubicBezTo>
                  <a:cubicBezTo>
                    <a:pt x="107350" y="22344"/>
                    <a:pt x="107350" y="22344"/>
                    <a:pt x="107350" y="22982"/>
                  </a:cubicBezTo>
                  <a:lnTo>
                    <a:pt x="6390" y="22982"/>
                  </a:lnTo>
                  <a:cubicBezTo>
                    <a:pt x="2555" y="22982"/>
                    <a:pt x="0" y="25536"/>
                    <a:pt x="0" y="29366"/>
                  </a:cubicBezTo>
                  <a:lnTo>
                    <a:pt x="0" y="151939"/>
                  </a:lnTo>
                  <a:cubicBezTo>
                    <a:pt x="0" y="155769"/>
                    <a:pt x="2555" y="158323"/>
                    <a:pt x="6390" y="158323"/>
                  </a:cubicBezTo>
                  <a:lnTo>
                    <a:pt x="24281" y="158323"/>
                  </a:lnTo>
                  <a:cubicBezTo>
                    <a:pt x="26837" y="167260"/>
                    <a:pt x="35145" y="173644"/>
                    <a:pt x="44730" y="173644"/>
                  </a:cubicBezTo>
                  <a:cubicBezTo>
                    <a:pt x="54314" y="173644"/>
                    <a:pt x="62621" y="167260"/>
                    <a:pt x="65177" y="158323"/>
                  </a:cubicBezTo>
                  <a:lnTo>
                    <a:pt x="153997" y="158323"/>
                  </a:lnTo>
                  <a:cubicBezTo>
                    <a:pt x="156553" y="167260"/>
                    <a:pt x="164860" y="173644"/>
                    <a:pt x="174445" y="173644"/>
                  </a:cubicBezTo>
                  <a:cubicBezTo>
                    <a:pt x="184030" y="173644"/>
                    <a:pt x="192337" y="167260"/>
                    <a:pt x="194893" y="158323"/>
                  </a:cubicBezTo>
                  <a:lnTo>
                    <a:pt x="220453" y="158323"/>
                  </a:lnTo>
                  <a:cubicBezTo>
                    <a:pt x="224287" y="158323"/>
                    <a:pt x="226843" y="155769"/>
                    <a:pt x="226843" y="151939"/>
                  </a:cubicBezTo>
                  <a:lnTo>
                    <a:pt x="226843" y="90653"/>
                  </a:lnTo>
                  <a:cubicBezTo>
                    <a:pt x="227482" y="78523"/>
                    <a:pt x="217897" y="68947"/>
                    <a:pt x="205756" y="68947"/>
                  </a:cubicBezTo>
                </a:path>
              </a:pathLst>
            </a:custGeom>
            <a:solidFill>
              <a:srgbClr val="0076A8"/>
            </a:solidFill>
            <a:ln w="6390" cap="flat">
              <a:noFill/>
              <a:prstDash val="solid"/>
              <a:miter/>
            </a:ln>
          </p:spPr>
          <p:txBody>
            <a:bodyPr rtlCol="0" anchor="ctr"/>
            <a:lstStyle/>
            <a:p>
              <a:endParaRPr lang="en-US"/>
            </a:p>
          </p:txBody>
        </p:sp>
        <p:sp>
          <p:nvSpPr>
            <p:cNvPr id="857" name="Graphic 4">
              <a:extLst>
                <a:ext uri="{FF2B5EF4-FFF2-40B4-BE49-F238E27FC236}">
                  <a16:creationId xmlns:a16="http://schemas.microsoft.com/office/drawing/2014/main" id="{A208F66E-1888-D548-ACAC-1545C1B4CB73}"/>
                </a:ext>
              </a:extLst>
            </p:cNvPr>
            <p:cNvSpPr/>
            <p:nvPr/>
          </p:nvSpPr>
          <p:spPr>
            <a:xfrm>
              <a:off x="10007919" y="1065649"/>
              <a:ext cx="58787" cy="58732"/>
            </a:xfrm>
            <a:custGeom>
              <a:avLst/>
              <a:gdLst>
                <a:gd name="connsiteX0" fmla="*/ 6390 w 58787"/>
                <a:gd name="connsiteY0" fmla="*/ 35750 h 58732"/>
                <a:gd name="connsiteX1" fmla="*/ 23004 w 58787"/>
                <a:gd name="connsiteY1" fmla="*/ 35750 h 58732"/>
                <a:gd name="connsiteX2" fmla="*/ 23004 w 58787"/>
                <a:gd name="connsiteY2" fmla="*/ 52349 h 58732"/>
                <a:gd name="connsiteX3" fmla="*/ 29394 w 58787"/>
                <a:gd name="connsiteY3" fmla="*/ 58733 h 58732"/>
                <a:gd name="connsiteX4" fmla="*/ 35784 w 58787"/>
                <a:gd name="connsiteY4" fmla="*/ 52349 h 58732"/>
                <a:gd name="connsiteX5" fmla="*/ 35784 w 58787"/>
                <a:gd name="connsiteY5" fmla="*/ 35750 h 58732"/>
                <a:gd name="connsiteX6" fmla="*/ 52398 w 58787"/>
                <a:gd name="connsiteY6" fmla="*/ 35750 h 58732"/>
                <a:gd name="connsiteX7" fmla="*/ 58788 w 58787"/>
                <a:gd name="connsiteY7" fmla="*/ 29366 h 58732"/>
                <a:gd name="connsiteX8" fmla="*/ 52398 w 58787"/>
                <a:gd name="connsiteY8" fmla="*/ 22982 h 58732"/>
                <a:gd name="connsiteX9" fmla="*/ 35784 w 58787"/>
                <a:gd name="connsiteY9" fmla="*/ 22982 h 58732"/>
                <a:gd name="connsiteX10" fmla="*/ 35784 w 58787"/>
                <a:gd name="connsiteY10" fmla="*/ 6384 h 58732"/>
                <a:gd name="connsiteX11" fmla="*/ 29394 w 58787"/>
                <a:gd name="connsiteY11" fmla="*/ 0 h 58732"/>
                <a:gd name="connsiteX12" fmla="*/ 23004 w 58787"/>
                <a:gd name="connsiteY12" fmla="*/ 6384 h 58732"/>
                <a:gd name="connsiteX13" fmla="*/ 23004 w 58787"/>
                <a:gd name="connsiteY13" fmla="*/ 22982 h 58732"/>
                <a:gd name="connsiteX14" fmla="*/ 6390 w 58787"/>
                <a:gd name="connsiteY14" fmla="*/ 22982 h 58732"/>
                <a:gd name="connsiteX15" fmla="*/ 0 w 58787"/>
                <a:gd name="connsiteY15" fmla="*/ 29366 h 58732"/>
                <a:gd name="connsiteX16" fmla="*/ 6390 w 58787"/>
                <a:gd name="connsiteY16" fmla="*/ 35750 h 5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8787" h="58732">
                  <a:moveTo>
                    <a:pt x="6390" y="35750"/>
                  </a:moveTo>
                  <a:lnTo>
                    <a:pt x="23004" y="35750"/>
                  </a:lnTo>
                  <a:lnTo>
                    <a:pt x="23004" y="52349"/>
                  </a:lnTo>
                  <a:cubicBezTo>
                    <a:pt x="23004" y="56179"/>
                    <a:pt x="25560" y="58733"/>
                    <a:pt x="29394" y="58733"/>
                  </a:cubicBezTo>
                  <a:cubicBezTo>
                    <a:pt x="33228" y="58733"/>
                    <a:pt x="35784" y="56179"/>
                    <a:pt x="35784" y="52349"/>
                  </a:cubicBezTo>
                  <a:lnTo>
                    <a:pt x="35784" y="35750"/>
                  </a:lnTo>
                  <a:lnTo>
                    <a:pt x="52398" y="35750"/>
                  </a:lnTo>
                  <a:cubicBezTo>
                    <a:pt x="56232" y="35750"/>
                    <a:pt x="58788" y="33197"/>
                    <a:pt x="58788" y="29366"/>
                  </a:cubicBezTo>
                  <a:cubicBezTo>
                    <a:pt x="58788" y="25536"/>
                    <a:pt x="56232" y="22982"/>
                    <a:pt x="52398" y="22982"/>
                  </a:cubicBezTo>
                  <a:lnTo>
                    <a:pt x="35784" y="22982"/>
                  </a:lnTo>
                  <a:lnTo>
                    <a:pt x="35784" y="6384"/>
                  </a:lnTo>
                  <a:cubicBezTo>
                    <a:pt x="35784" y="2554"/>
                    <a:pt x="33228" y="0"/>
                    <a:pt x="29394" y="0"/>
                  </a:cubicBezTo>
                  <a:cubicBezTo>
                    <a:pt x="25560" y="0"/>
                    <a:pt x="23004" y="2554"/>
                    <a:pt x="23004" y="6384"/>
                  </a:cubicBezTo>
                  <a:lnTo>
                    <a:pt x="23004" y="22982"/>
                  </a:lnTo>
                  <a:lnTo>
                    <a:pt x="6390" y="22982"/>
                  </a:lnTo>
                  <a:cubicBezTo>
                    <a:pt x="2556" y="22982"/>
                    <a:pt x="0" y="25536"/>
                    <a:pt x="0" y="29366"/>
                  </a:cubicBezTo>
                  <a:cubicBezTo>
                    <a:pt x="0" y="33197"/>
                    <a:pt x="2556" y="35750"/>
                    <a:pt x="6390" y="35750"/>
                  </a:cubicBezTo>
                </a:path>
              </a:pathLst>
            </a:custGeom>
            <a:solidFill>
              <a:srgbClr val="0076A8"/>
            </a:solidFill>
            <a:ln w="6390" cap="flat">
              <a:noFill/>
              <a:prstDash val="solid"/>
              <a:miter/>
            </a:ln>
          </p:spPr>
          <p:txBody>
            <a:bodyPr rtlCol="0" anchor="ctr"/>
            <a:lstStyle/>
            <a:p>
              <a:endParaRPr lang="en-US"/>
            </a:p>
          </p:txBody>
        </p:sp>
      </p:grpSp>
      <p:grpSp>
        <p:nvGrpSpPr>
          <p:cNvPr id="858" name="Graphic 4">
            <a:extLst>
              <a:ext uri="{FF2B5EF4-FFF2-40B4-BE49-F238E27FC236}">
                <a16:creationId xmlns:a16="http://schemas.microsoft.com/office/drawing/2014/main" id="{41B68CEF-94ED-004A-B1E6-86AB346A000F}"/>
              </a:ext>
            </a:extLst>
          </p:cNvPr>
          <p:cNvGrpSpPr/>
          <p:nvPr/>
        </p:nvGrpSpPr>
        <p:grpSpPr>
          <a:xfrm>
            <a:off x="8841116" y="2855717"/>
            <a:ext cx="361674" cy="361333"/>
            <a:chOff x="8841116" y="2855717"/>
            <a:chExt cx="361674" cy="361333"/>
          </a:xfrm>
          <a:solidFill>
            <a:srgbClr val="0076A8"/>
          </a:solidFill>
        </p:grpSpPr>
        <p:sp>
          <p:nvSpPr>
            <p:cNvPr id="859" name="Graphic 4">
              <a:extLst>
                <a:ext uri="{FF2B5EF4-FFF2-40B4-BE49-F238E27FC236}">
                  <a16:creationId xmlns:a16="http://schemas.microsoft.com/office/drawing/2014/main" id="{E827FB65-2306-6044-964A-C7716433CC0D}"/>
                </a:ext>
              </a:extLst>
            </p:cNvPr>
            <p:cNvSpPr/>
            <p:nvPr/>
          </p:nvSpPr>
          <p:spPr>
            <a:xfrm>
              <a:off x="8841116" y="2855717"/>
              <a:ext cx="361674" cy="361333"/>
            </a:xfrm>
            <a:custGeom>
              <a:avLst/>
              <a:gdLst>
                <a:gd name="connsiteX0" fmla="*/ 180836 w 361674"/>
                <a:gd name="connsiteY0" fmla="*/ 349204 h 361333"/>
                <a:gd name="connsiteX1" fmla="*/ 12780 w 361674"/>
                <a:gd name="connsiteY1" fmla="*/ 181305 h 361333"/>
                <a:gd name="connsiteX2" fmla="*/ 180836 w 361674"/>
                <a:gd name="connsiteY2" fmla="*/ 13406 h 361333"/>
                <a:gd name="connsiteX3" fmla="*/ 348890 w 361674"/>
                <a:gd name="connsiteY3" fmla="*/ 181305 h 361333"/>
                <a:gd name="connsiteX4" fmla="*/ 180836 w 361674"/>
                <a:gd name="connsiteY4" fmla="*/ 349204 h 361333"/>
                <a:gd name="connsiteX5" fmla="*/ 180836 w 361674"/>
                <a:gd name="connsiteY5" fmla="*/ 0 h 361333"/>
                <a:gd name="connsiteX6" fmla="*/ 0 w 361674"/>
                <a:gd name="connsiteY6" fmla="*/ 180667 h 361333"/>
                <a:gd name="connsiteX7" fmla="*/ 180836 w 361674"/>
                <a:gd name="connsiteY7" fmla="*/ 361333 h 361333"/>
                <a:gd name="connsiteX8" fmla="*/ 361670 w 361674"/>
                <a:gd name="connsiteY8" fmla="*/ 180667 h 361333"/>
                <a:gd name="connsiteX9" fmla="*/ 180836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9530" y="273234"/>
                    <a:pt x="274128" y="349204"/>
                    <a:pt x="180836" y="349204"/>
                  </a:cubicBezTo>
                  <a:moveTo>
                    <a:pt x="180836" y="0"/>
                  </a:moveTo>
                  <a:cubicBezTo>
                    <a:pt x="80513" y="0"/>
                    <a:pt x="0" y="81076"/>
                    <a:pt x="0" y="180667"/>
                  </a:cubicBezTo>
                  <a:cubicBezTo>
                    <a:pt x="0" y="280895"/>
                    <a:pt x="81153" y="361333"/>
                    <a:pt x="180836" y="361333"/>
                  </a:cubicBezTo>
                  <a:cubicBezTo>
                    <a:pt x="280518" y="361333"/>
                    <a:pt x="361670" y="280257"/>
                    <a:pt x="361670" y="180667"/>
                  </a:cubicBezTo>
                  <a:cubicBezTo>
                    <a:pt x="362310" y="80438"/>
                    <a:pt x="281157" y="0"/>
                    <a:pt x="180836" y="0"/>
                  </a:cubicBezTo>
                </a:path>
              </a:pathLst>
            </a:custGeom>
            <a:solidFill>
              <a:srgbClr val="0076A8"/>
            </a:solidFill>
            <a:ln w="6390" cap="flat">
              <a:noFill/>
              <a:prstDash val="solid"/>
              <a:miter/>
            </a:ln>
          </p:spPr>
          <p:txBody>
            <a:bodyPr rtlCol="0" anchor="ctr"/>
            <a:lstStyle/>
            <a:p>
              <a:endParaRPr lang="en-US"/>
            </a:p>
          </p:txBody>
        </p:sp>
        <p:sp>
          <p:nvSpPr>
            <p:cNvPr id="860" name="Graphic 4">
              <a:extLst>
                <a:ext uri="{FF2B5EF4-FFF2-40B4-BE49-F238E27FC236}">
                  <a16:creationId xmlns:a16="http://schemas.microsoft.com/office/drawing/2014/main" id="{D95D7A35-FFD8-D247-9D97-C446CA904FCC}"/>
                </a:ext>
              </a:extLst>
            </p:cNvPr>
            <p:cNvSpPr/>
            <p:nvPr/>
          </p:nvSpPr>
          <p:spPr>
            <a:xfrm>
              <a:off x="8961886" y="2921472"/>
              <a:ext cx="121408" cy="231100"/>
            </a:xfrm>
            <a:custGeom>
              <a:avLst/>
              <a:gdLst>
                <a:gd name="connsiteX0" fmla="*/ 108629 w 121408"/>
                <a:gd name="connsiteY0" fmla="*/ 93206 h 231100"/>
                <a:gd name="connsiteX1" fmla="*/ 99683 w 121408"/>
                <a:gd name="connsiteY1" fmla="*/ 93206 h 231100"/>
                <a:gd name="connsiteX2" fmla="*/ 21726 w 121408"/>
                <a:gd name="connsiteY2" fmla="*/ 93206 h 231100"/>
                <a:gd name="connsiteX3" fmla="*/ 12780 w 121408"/>
                <a:gd name="connsiteY3" fmla="*/ 93206 h 231100"/>
                <a:gd name="connsiteX4" fmla="*/ 12780 w 121408"/>
                <a:gd name="connsiteY4" fmla="*/ 74693 h 231100"/>
                <a:gd name="connsiteX5" fmla="*/ 21726 w 121408"/>
                <a:gd name="connsiteY5" fmla="*/ 74693 h 231100"/>
                <a:gd name="connsiteX6" fmla="*/ 99683 w 121408"/>
                <a:gd name="connsiteY6" fmla="*/ 74693 h 231100"/>
                <a:gd name="connsiteX7" fmla="*/ 108629 w 121408"/>
                <a:gd name="connsiteY7" fmla="*/ 74693 h 231100"/>
                <a:gd name="connsiteX8" fmla="*/ 108629 w 121408"/>
                <a:gd name="connsiteY8" fmla="*/ 93206 h 231100"/>
                <a:gd name="connsiteX9" fmla="*/ 92654 w 121408"/>
                <a:gd name="connsiteY9" fmla="*/ 124488 h 231100"/>
                <a:gd name="connsiteX10" fmla="*/ 67733 w 121408"/>
                <a:gd name="connsiteY10" fmla="*/ 124488 h 231100"/>
                <a:gd name="connsiteX11" fmla="*/ 61343 w 121408"/>
                <a:gd name="connsiteY11" fmla="*/ 130872 h 231100"/>
                <a:gd name="connsiteX12" fmla="*/ 67733 w 121408"/>
                <a:gd name="connsiteY12" fmla="*/ 137256 h 231100"/>
                <a:gd name="connsiteX13" fmla="*/ 92654 w 121408"/>
                <a:gd name="connsiteY13" fmla="*/ 137256 h 231100"/>
                <a:gd name="connsiteX14" fmla="*/ 92654 w 121408"/>
                <a:gd name="connsiteY14" fmla="*/ 155769 h 231100"/>
                <a:gd name="connsiteX15" fmla="*/ 67733 w 121408"/>
                <a:gd name="connsiteY15" fmla="*/ 155769 h 231100"/>
                <a:gd name="connsiteX16" fmla="*/ 61343 w 121408"/>
                <a:gd name="connsiteY16" fmla="*/ 162153 h 231100"/>
                <a:gd name="connsiteX17" fmla="*/ 67733 w 121408"/>
                <a:gd name="connsiteY17" fmla="*/ 168537 h 231100"/>
                <a:gd name="connsiteX18" fmla="*/ 92654 w 121408"/>
                <a:gd name="connsiteY18" fmla="*/ 168537 h 231100"/>
                <a:gd name="connsiteX19" fmla="*/ 92654 w 121408"/>
                <a:gd name="connsiteY19" fmla="*/ 187051 h 231100"/>
                <a:gd name="connsiteX20" fmla="*/ 67733 w 121408"/>
                <a:gd name="connsiteY20" fmla="*/ 187051 h 231100"/>
                <a:gd name="connsiteX21" fmla="*/ 61343 w 121408"/>
                <a:gd name="connsiteY21" fmla="*/ 193435 h 231100"/>
                <a:gd name="connsiteX22" fmla="*/ 67733 w 121408"/>
                <a:gd name="connsiteY22" fmla="*/ 199819 h 231100"/>
                <a:gd name="connsiteX23" fmla="*/ 92654 w 121408"/>
                <a:gd name="connsiteY23" fmla="*/ 199819 h 231100"/>
                <a:gd name="connsiteX24" fmla="*/ 92654 w 121408"/>
                <a:gd name="connsiteY24" fmla="*/ 218332 h 231100"/>
                <a:gd name="connsiteX25" fmla="*/ 27477 w 121408"/>
                <a:gd name="connsiteY25" fmla="*/ 218332 h 231100"/>
                <a:gd name="connsiteX26" fmla="*/ 27477 w 121408"/>
                <a:gd name="connsiteY26" fmla="*/ 105974 h 231100"/>
                <a:gd name="connsiteX27" fmla="*/ 92654 w 121408"/>
                <a:gd name="connsiteY27" fmla="*/ 105974 h 231100"/>
                <a:gd name="connsiteX28" fmla="*/ 92654 w 121408"/>
                <a:gd name="connsiteY28" fmla="*/ 124488 h 231100"/>
                <a:gd name="connsiteX29" fmla="*/ 47286 w 121408"/>
                <a:gd name="connsiteY29" fmla="*/ 38304 h 231100"/>
                <a:gd name="connsiteX30" fmla="*/ 51119 w 121408"/>
                <a:gd name="connsiteY30" fmla="*/ 32558 h 231100"/>
                <a:gd name="connsiteX31" fmla="*/ 51119 w 121408"/>
                <a:gd name="connsiteY31" fmla="*/ 21706 h 231100"/>
                <a:gd name="connsiteX32" fmla="*/ 60066 w 121408"/>
                <a:gd name="connsiteY32" fmla="*/ 12768 h 231100"/>
                <a:gd name="connsiteX33" fmla="*/ 69012 w 121408"/>
                <a:gd name="connsiteY33" fmla="*/ 21706 h 231100"/>
                <a:gd name="connsiteX34" fmla="*/ 69012 w 121408"/>
                <a:gd name="connsiteY34" fmla="*/ 32558 h 231100"/>
                <a:gd name="connsiteX35" fmla="*/ 72845 w 121408"/>
                <a:gd name="connsiteY35" fmla="*/ 38304 h 231100"/>
                <a:gd name="connsiteX36" fmla="*/ 92015 w 121408"/>
                <a:gd name="connsiteY36" fmla="*/ 61925 h 231100"/>
                <a:gd name="connsiteX37" fmla="*/ 28116 w 121408"/>
                <a:gd name="connsiteY37" fmla="*/ 61925 h 231100"/>
                <a:gd name="connsiteX38" fmla="*/ 47286 w 121408"/>
                <a:gd name="connsiteY38" fmla="*/ 38304 h 231100"/>
                <a:gd name="connsiteX39" fmla="*/ 115019 w 121408"/>
                <a:gd name="connsiteY39" fmla="*/ 61925 h 231100"/>
                <a:gd name="connsiteX40" fmla="*/ 105434 w 121408"/>
                <a:gd name="connsiteY40" fmla="*/ 61925 h 231100"/>
                <a:gd name="connsiteX41" fmla="*/ 82430 w 121408"/>
                <a:gd name="connsiteY41" fmla="*/ 28728 h 231100"/>
                <a:gd name="connsiteX42" fmla="*/ 82430 w 121408"/>
                <a:gd name="connsiteY42" fmla="*/ 21706 h 231100"/>
                <a:gd name="connsiteX43" fmla="*/ 60704 w 121408"/>
                <a:gd name="connsiteY43" fmla="*/ 0 h 231100"/>
                <a:gd name="connsiteX44" fmla="*/ 38978 w 121408"/>
                <a:gd name="connsiteY44" fmla="*/ 21706 h 231100"/>
                <a:gd name="connsiteX45" fmla="*/ 38978 w 121408"/>
                <a:gd name="connsiteY45" fmla="*/ 28728 h 231100"/>
                <a:gd name="connsiteX46" fmla="*/ 15975 w 121408"/>
                <a:gd name="connsiteY46" fmla="*/ 61925 h 231100"/>
                <a:gd name="connsiteX47" fmla="*/ 6390 w 121408"/>
                <a:gd name="connsiteY47" fmla="*/ 61925 h 231100"/>
                <a:gd name="connsiteX48" fmla="*/ 0 w 121408"/>
                <a:gd name="connsiteY48" fmla="*/ 68309 h 231100"/>
                <a:gd name="connsiteX49" fmla="*/ 0 w 121408"/>
                <a:gd name="connsiteY49" fmla="*/ 99590 h 231100"/>
                <a:gd name="connsiteX50" fmla="*/ 6390 w 121408"/>
                <a:gd name="connsiteY50" fmla="*/ 105974 h 231100"/>
                <a:gd name="connsiteX51" fmla="*/ 15336 w 121408"/>
                <a:gd name="connsiteY51" fmla="*/ 105974 h 231100"/>
                <a:gd name="connsiteX52" fmla="*/ 15336 w 121408"/>
                <a:gd name="connsiteY52" fmla="*/ 224716 h 231100"/>
                <a:gd name="connsiteX53" fmla="*/ 21726 w 121408"/>
                <a:gd name="connsiteY53" fmla="*/ 231100 h 231100"/>
                <a:gd name="connsiteX54" fmla="*/ 99683 w 121408"/>
                <a:gd name="connsiteY54" fmla="*/ 231100 h 231100"/>
                <a:gd name="connsiteX55" fmla="*/ 106073 w 121408"/>
                <a:gd name="connsiteY55" fmla="*/ 224716 h 231100"/>
                <a:gd name="connsiteX56" fmla="*/ 106073 w 121408"/>
                <a:gd name="connsiteY56" fmla="*/ 105974 h 231100"/>
                <a:gd name="connsiteX57" fmla="*/ 115019 w 121408"/>
                <a:gd name="connsiteY57" fmla="*/ 105974 h 231100"/>
                <a:gd name="connsiteX58" fmla="*/ 121409 w 121408"/>
                <a:gd name="connsiteY58" fmla="*/ 99590 h 231100"/>
                <a:gd name="connsiteX59" fmla="*/ 121409 w 121408"/>
                <a:gd name="connsiteY59" fmla="*/ 68309 h 231100"/>
                <a:gd name="connsiteX60" fmla="*/ 115019 w 121408"/>
                <a:gd name="connsiteY60" fmla="*/ 61925 h 23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21408" h="231100">
                  <a:moveTo>
                    <a:pt x="108629" y="93206"/>
                  </a:moveTo>
                  <a:lnTo>
                    <a:pt x="99683" y="93206"/>
                  </a:lnTo>
                  <a:lnTo>
                    <a:pt x="21726" y="93206"/>
                  </a:lnTo>
                  <a:lnTo>
                    <a:pt x="12780" y="93206"/>
                  </a:lnTo>
                  <a:lnTo>
                    <a:pt x="12780" y="74693"/>
                  </a:lnTo>
                  <a:lnTo>
                    <a:pt x="21726" y="74693"/>
                  </a:lnTo>
                  <a:lnTo>
                    <a:pt x="99683" y="74693"/>
                  </a:lnTo>
                  <a:lnTo>
                    <a:pt x="108629" y="74693"/>
                  </a:lnTo>
                  <a:lnTo>
                    <a:pt x="108629" y="93206"/>
                  </a:lnTo>
                  <a:close/>
                  <a:moveTo>
                    <a:pt x="92654" y="124488"/>
                  </a:moveTo>
                  <a:lnTo>
                    <a:pt x="67733" y="124488"/>
                  </a:lnTo>
                  <a:cubicBezTo>
                    <a:pt x="63899" y="124488"/>
                    <a:pt x="61343" y="127041"/>
                    <a:pt x="61343" y="130872"/>
                  </a:cubicBezTo>
                  <a:cubicBezTo>
                    <a:pt x="61343" y="134702"/>
                    <a:pt x="63899" y="137256"/>
                    <a:pt x="67733" y="137256"/>
                  </a:cubicBezTo>
                  <a:lnTo>
                    <a:pt x="92654" y="137256"/>
                  </a:lnTo>
                  <a:lnTo>
                    <a:pt x="92654" y="155769"/>
                  </a:lnTo>
                  <a:lnTo>
                    <a:pt x="67733" y="155769"/>
                  </a:lnTo>
                  <a:cubicBezTo>
                    <a:pt x="63899" y="155769"/>
                    <a:pt x="61343" y="158323"/>
                    <a:pt x="61343" y="162153"/>
                  </a:cubicBezTo>
                  <a:cubicBezTo>
                    <a:pt x="61343" y="165984"/>
                    <a:pt x="63899" y="168537"/>
                    <a:pt x="67733" y="168537"/>
                  </a:cubicBezTo>
                  <a:lnTo>
                    <a:pt x="92654" y="168537"/>
                  </a:lnTo>
                  <a:lnTo>
                    <a:pt x="92654" y="187051"/>
                  </a:lnTo>
                  <a:lnTo>
                    <a:pt x="67733" y="187051"/>
                  </a:lnTo>
                  <a:cubicBezTo>
                    <a:pt x="63899" y="187051"/>
                    <a:pt x="61343" y="189604"/>
                    <a:pt x="61343" y="193435"/>
                  </a:cubicBezTo>
                  <a:cubicBezTo>
                    <a:pt x="61343" y="197265"/>
                    <a:pt x="63899" y="199819"/>
                    <a:pt x="67733" y="199819"/>
                  </a:cubicBezTo>
                  <a:lnTo>
                    <a:pt x="92654" y="199819"/>
                  </a:lnTo>
                  <a:lnTo>
                    <a:pt x="92654" y="218332"/>
                  </a:lnTo>
                  <a:lnTo>
                    <a:pt x="27477" y="218332"/>
                  </a:lnTo>
                  <a:lnTo>
                    <a:pt x="27477" y="105974"/>
                  </a:lnTo>
                  <a:lnTo>
                    <a:pt x="92654" y="105974"/>
                  </a:lnTo>
                  <a:lnTo>
                    <a:pt x="92654" y="124488"/>
                  </a:lnTo>
                  <a:close/>
                  <a:moveTo>
                    <a:pt x="47286" y="38304"/>
                  </a:moveTo>
                  <a:cubicBezTo>
                    <a:pt x="49842" y="37027"/>
                    <a:pt x="51119" y="35112"/>
                    <a:pt x="51119" y="32558"/>
                  </a:cubicBezTo>
                  <a:lnTo>
                    <a:pt x="51119" y="21706"/>
                  </a:lnTo>
                  <a:cubicBezTo>
                    <a:pt x="51119" y="16598"/>
                    <a:pt x="54953" y="12768"/>
                    <a:pt x="60066" y="12768"/>
                  </a:cubicBezTo>
                  <a:cubicBezTo>
                    <a:pt x="65177" y="12768"/>
                    <a:pt x="69012" y="16598"/>
                    <a:pt x="69012" y="21706"/>
                  </a:cubicBezTo>
                  <a:lnTo>
                    <a:pt x="69012" y="32558"/>
                  </a:lnTo>
                  <a:cubicBezTo>
                    <a:pt x="69012" y="35112"/>
                    <a:pt x="70289" y="37665"/>
                    <a:pt x="72845" y="38304"/>
                  </a:cubicBezTo>
                  <a:cubicBezTo>
                    <a:pt x="83069" y="42773"/>
                    <a:pt x="89459" y="51710"/>
                    <a:pt x="92015" y="61925"/>
                  </a:cubicBezTo>
                  <a:lnTo>
                    <a:pt x="28116" y="61925"/>
                  </a:lnTo>
                  <a:cubicBezTo>
                    <a:pt x="30032" y="51072"/>
                    <a:pt x="37062" y="42773"/>
                    <a:pt x="47286" y="38304"/>
                  </a:cubicBezTo>
                  <a:moveTo>
                    <a:pt x="115019" y="61925"/>
                  </a:moveTo>
                  <a:lnTo>
                    <a:pt x="105434" y="61925"/>
                  </a:lnTo>
                  <a:cubicBezTo>
                    <a:pt x="103517" y="47880"/>
                    <a:pt x="95210" y="35750"/>
                    <a:pt x="82430" y="28728"/>
                  </a:cubicBezTo>
                  <a:lnTo>
                    <a:pt x="82430" y="21706"/>
                  </a:lnTo>
                  <a:cubicBezTo>
                    <a:pt x="82430" y="9576"/>
                    <a:pt x="72845" y="0"/>
                    <a:pt x="60704" y="0"/>
                  </a:cubicBezTo>
                  <a:cubicBezTo>
                    <a:pt x="48563" y="0"/>
                    <a:pt x="38978" y="9576"/>
                    <a:pt x="38978" y="21706"/>
                  </a:cubicBezTo>
                  <a:lnTo>
                    <a:pt x="38978" y="28728"/>
                  </a:lnTo>
                  <a:cubicBezTo>
                    <a:pt x="26199" y="35750"/>
                    <a:pt x="17892" y="47880"/>
                    <a:pt x="15975" y="61925"/>
                  </a:cubicBezTo>
                  <a:lnTo>
                    <a:pt x="6390" y="61925"/>
                  </a:lnTo>
                  <a:cubicBezTo>
                    <a:pt x="2556" y="61925"/>
                    <a:pt x="0" y="64478"/>
                    <a:pt x="0" y="68309"/>
                  </a:cubicBezTo>
                  <a:lnTo>
                    <a:pt x="0" y="99590"/>
                  </a:lnTo>
                  <a:cubicBezTo>
                    <a:pt x="0" y="103421"/>
                    <a:pt x="2556" y="105974"/>
                    <a:pt x="6390" y="105974"/>
                  </a:cubicBezTo>
                  <a:lnTo>
                    <a:pt x="15336" y="105974"/>
                  </a:lnTo>
                  <a:lnTo>
                    <a:pt x="15336" y="224716"/>
                  </a:lnTo>
                  <a:cubicBezTo>
                    <a:pt x="15336" y="228546"/>
                    <a:pt x="17892" y="231100"/>
                    <a:pt x="21726" y="231100"/>
                  </a:cubicBezTo>
                  <a:lnTo>
                    <a:pt x="99683" y="231100"/>
                  </a:lnTo>
                  <a:cubicBezTo>
                    <a:pt x="103517" y="231100"/>
                    <a:pt x="106073" y="228546"/>
                    <a:pt x="106073" y="224716"/>
                  </a:cubicBezTo>
                  <a:lnTo>
                    <a:pt x="106073" y="105974"/>
                  </a:lnTo>
                  <a:lnTo>
                    <a:pt x="115019" y="105974"/>
                  </a:lnTo>
                  <a:cubicBezTo>
                    <a:pt x="118853" y="105974"/>
                    <a:pt x="121409" y="103421"/>
                    <a:pt x="121409" y="99590"/>
                  </a:cubicBezTo>
                  <a:lnTo>
                    <a:pt x="121409" y="68309"/>
                  </a:lnTo>
                  <a:cubicBezTo>
                    <a:pt x="121409" y="64478"/>
                    <a:pt x="118214" y="61925"/>
                    <a:pt x="115019" y="61925"/>
                  </a:cubicBezTo>
                </a:path>
              </a:pathLst>
            </a:custGeom>
            <a:solidFill>
              <a:srgbClr val="0076A8"/>
            </a:solidFill>
            <a:ln w="6390" cap="flat">
              <a:noFill/>
              <a:prstDash val="solid"/>
              <a:miter/>
            </a:ln>
          </p:spPr>
          <p:txBody>
            <a:bodyPr rtlCol="0" anchor="ctr"/>
            <a:lstStyle/>
            <a:p>
              <a:endParaRPr lang="en-US"/>
            </a:p>
          </p:txBody>
        </p:sp>
      </p:grpSp>
      <p:grpSp>
        <p:nvGrpSpPr>
          <p:cNvPr id="861" name="Graphic 4">
            <a:extLst>
              <a:ext uri="{FF2B5EF4-FFF2-40B4-BE49-F238E27FC236}">
                <a16:creationId xmlns:a16="http://schemas.microsoft.com/office/drawing/2014/main" id="{D0D2B0D5-1CB5-C74B-B281-76CE8438AC14}"/>
              </a:ext>
            </a:extLst>
          </p:cNvPr>
          <p:cNvGrpSpPr/>
          <p:nvPr/>
        </p:nvGrpSpPr>
        <p:grpSpPr>
          <a:xfrm>
            <a:off x="8841116" y="1893013"/>
            <a:ext cx="361674" cy="361333"/>
            <a:chOff x="8841116" y="1893013"/>
            <a:chExt cx="361674" cy="361333"/>
          </a:xfrm>
          <a:solidFill>
            <a:srgbClr val="0076A8"/>
          </a:solidFill>
        </p:grpSpPr>
        <p:sp>
          <p:nvSpPr>
            <p:cNvPr id="862" name="Graphic 4">
              <a:extLst>
                <a:ext uri="{FF2B5EF4-FFF2-40B4-BE49-F238E27FC236}">
                  <a16:creationId xmlns:a16="http://schemas.microsoft.com/office/drawing/2014/main" id="{EE15F6CC-D36F-8347-A3F1-2DBA89BC897C}"/>
                </a:ext>
              </a:extLst>
            </p:cNvPr>
            <p:cNvSpPr/>
            <p:nvPr/>
          </p:nvSpPr>
          <p:spPr>
            <a:xfrm>
              <a:off x="8841116" y="1893013"/>
              <a:ext cx="361674" cy="361333"/>
            </a:xfrm>
            <a:custGeom>
              <a:avLst/>
              <a:gdLst>
                <a:gd name="connsiteX0" fmla="*/ 180836 w 361674"/>
                <a:gd name="connsiteY0" fmla="*/ 349204 h 361333"/>
                <a:gd name="connsiteX1" fmla="*/ 12780 w 361674"/>
                <a:gd name="connsiteY1" fmla="*/ 181305 h 361333"/>
                <a:gd name="connsiteX2" fmla="*/ 180836 w 361674"/>
                <a:gd name="connsiteY2" fmla="*/ 13406 h 361333"/>
                <a:gd name="connsiteX3" fmla="*/ 348890 w 361674"/>
                <a:gd name="connsiteY3" fmla="*/ 181305 h 361333"/>
                <a:gd name="connsiteX4" fmla="*/ 180836 w 361674"/>
                <a:gd name="connsiteY4" fmla="*/ 349204 h 361333"/>
                <a:gd name="connsiteX5" fmla="*/ 180836 w 361674"/>
                <a:gd name="connsiteY5" fmla="*/ 0 h 361333"/>
                <a:gd name="connsiteX6" fmla="*/ 0 w 361674"/>
                <a:gd name="connsiteY6" fmla="*/ 180667 h 361333"/>
                <a:gd name="connsiteX7" fmla="*/ 180836 w 361674"/>
                <a:gd name="connsiteY7" fmla="*/ 361333 h 361333"/>
                <a:gd name="connsiteX8" fmla="*/ 361670 w 361674"/>
                <a:gd name="connsiteY8" fmla="*/ 180667 h 361333"/>
                <a:gd name="connsiteX9" fmla="*/ 180836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9530" y="273873"/>
                    <a:pt x="274128" y="349204"/>
                    <a:pt x="180836" y="349204"/>
                  </a:cubicBezTo>
                  <a:moveTo>
                    <a:pt x="180836" y="0"/>
                  </a:moveTo>
                  <a:cubicBezTo>
                    <a:pt x="80513" y="0"/>
                    <a:pt x="0" y="81077"/>
                    <a:pt x="0" y="180667"/>
                  </a:cubicBezTo>
                  <a:cubicBezTo>
                    <a:pt x="0" y="280895"/>
                    <a:pt x="81153" y="361333"/>
                    <a:pt x="180836" y="361333"/>
                  </a:cubicBezTo>
                  <a:cubicBezTo>
                    <a:pt x="280518" y="361333"/>
                    <a:pt x="361670" y="280257"/>
                    <a:pt x="361670" y="180667"/>
                  </a:cubicBezTo>
                  <a:cubicBezTo>
                    <a:pt x="362310" y="81077"/>
                    <a:pt x="281157" y="0"/>
                    <a:pt x="180836" y="0"/>
                  </a:cubicBezTo>
                </a:path>
              </a:pathLst>
            </a:custGeom>
            <a:solidFill>
              <a:srgbClr val="0076A8"/>
            </a:solidFill>
            <a:ln w="6390" cap="flat">
              <a:noFill/>
              <a:prstDash val="solid"/>
              <a:miter/>
            </a:ln>
          </p:spPr>
          <p:txBody>
            <a:bodyPr rtlCol="0" anchor="ctr"/>
            <a:lstStyle/>
            <a:p>
              <a:endParaRPr lang="en-US"/>
            </a:p>
          </p:txBody>
        </p:sp>
        <p:sp>
          <p:nvSpPr>
            <p:cNvPr id="863" name="Graphic 4">
              <a:extLst>
                <a:ext uri="{FF2B5EF4-FFF2-40B4-BE49-F238E27FC236}">
                  <a16:creationId xmlns:a16="http://schemas.microsoft.com/office/drawing/2014/main" id="{27CF86CE-AED2-7241-AD23-33643E92C306}"/>
                </a:ext>
              </a:extLst>
            </p:cNvPr>
            <p:cNvSpPr/>
            <p:nvPr/>
          </p:nvSpPr>
          <p:spPr>
            <a:xfrm>
              <a:off x="8925464" y="1971536"/>
              <a:ext cx="193614" cy="163429"/>
            </a:xfrm>
            <a:custGeom>
              <a:avLst/>
              <a:gdLst>
                <a:gd name="connsiteX0" fmla="*/ 111824 w 193614"/>
                <a:gd name="connsiteY0" fmla="*/ 151300 h 163429"/>
                <a:gd name="connsiteX1" fmla="*/ 42812 w 193614"/>
                <a:gd name="connsiteY1" fmla="*/ 88737 h 163429"/>
                <a:gd name="connsiteX2" fmla="*/ 180835 w 193614"/>
                <a:gd name="connsiteY2" fmla="*/ 88737 h 163429"/>
                <a:gd name="connsiteX3" fmla="*/ 111824 w 193614"/>
                <a:gd name="connsiteY3" fmla="*/ 151300 h 163429"/>
                <a:gd name="connsiteX4" fmla="*/ 118214 w 193614"/>
                <a:gd name="connsiteY4" fmla="*/ 13406 h 163429"/>
                <a:gd name="connsiteX5" fmla="*/ 180835 w 193614"/>
                <a:gd name="connsiteY5" fmla="*/ 75969 h 163429"/>
                <a:gd name="connsiteX6" fmla="*/ 118214 w 193614"/>
                <a:gd name="connsiteY6" fmla="*/ 75969 h 163429"/>
                <a:gd name="connsiteX7" fmla="*/ 118214 w 193614"/>
                <a:gd name="connsiteY7" fmla="*/ 13406 h 163429"/>
                <a:gd name="connsiteX8" fmla="*/ 111824 w 193614"/>
                <a:gd name="connsiteY8" fmla="*/ 0 h 163429"/>
                <a:gd name="connsiteX9" fmla="*/ 105434 w 193614"/>
                <a:gd name="connsiteY9" fmla="*/ 6384 h 163429"/>
                <a:gd name="connsiteX10" fmla="*/ 105434 w 193614"/>
                <a:gd name="connsiteY10" fmla="*/ 75331 h 163429"/>
                <a:gd name="connsiteX11" fmla="*/ 42173 w 193614"/>
                <a:gd name="connsiteY11" fmla="*/ 75331 h 163429"/>
                <a:gd name="connsiteX12" fmla="*/ 6390 w 193614"/>
                <a:gd name="connsiteY12" fmla="*/ 45326 h 163429"/>
                <a:gd name="connsiteX13" fmla="*/ 0 w 193614"/>
                <a:gd name="connsiteY13" fmla="*/ 51710 h 163429"/>
                <a:gd name="connsiteX14" fmla="*/ 6390 w 193614"/>
                <a:gd name="connsiteY14" fmla="*/ 58094 h 163429"/>
                <a:gd name="connsiteX15" fmla="*/ 30032 w 193614"/>
                <a:gd name="connsiteY15" fmla="*/ 81715 h 163429"/>
                <a:gd name="connsiteX16" fmla="*/ 111824 w 193614"/>
                <a:gd name="connsiteY16" fmla="*/ 163430 h 163429"/>
                <a:gd name="connsiteX17" fmla="*/ 193615 w 193614"/>
                <a:gd name="connsiteY17" fmla="*/ 81715 h 163429"/>
                <a:gd name="connsiteX18" fmla="*/ 111824 w 193614"/>
                <a:gd name="connsiteY18" fmla="*/ 0 h 16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3614" h="163429">
                  <a:moveTo>
                    <a:pt x="111824" y="151300"/>
                  </a:moveTo>
                  <a:cubicBezTo>
                    <a:pt x="76040" y="151300"/>
                    <a:pt x="46007" y="123849"/>
                    <a:pt x="42812" y="88737"/>
                  </a:cubicBezTo>
                  <a:lnTo>
                    <a:pt x="180835" y="88737"/>
                  </a:lnTo>
                  <a:cubicBezTo>
                    <a:pt x="177640" y="123849"/>
                    <a:pt x="147607" y="151300"/>
                    <a:pt x="111824" y="151300"/>
                  </a:cubicBezTo>
                  <a:moveTo>
                    <a:pt x="118214" y="13406"/>
                  </a:moveTo>
                  <a:cubicBezTo>
                    <a:pt x="151441" y="16598"/>
                    <a:pt x="177640" y="42773"/>
                    <a:pt x="180835" y="75969"/>
                  </a:cubicBezTo>
                  <a:lnTo>
                    <a:pt x="118214" y="75969"/>
                  </a:lnTo>
                  <a:lnTo>
                    <a:pt x="118214" y="13406"/>
                  </a:lnTo>
                  <a:close/>
                  <a:moveTo>
                    <a:pt x="111824" y="0"/>
                  </a:moveTo>
                  <a:cubicBezTo>
                    <a:pt x="107989" y="0"/>
                    <a:pt x="105434" y="2554"/>
                    <a:pt x="105434" y="6384"/>
                  </a:cubicBezTo>
                  <a:lnTo>
                    <a:pt x="105434" y="75331"/>
                  </a:lnTo>
                  <a:lnTo>
                    <a:pt x="42173" y="75331"/>
                  </a:lnTo>
                  <a:cubicBezTo>
                    <a:pt x="38978" y="58094"/>
                    <a:pt x="24281" y="45326"/>
                    <a:pt x="6390" y="45326"/>
                  </a:cubicBezTo>
                  <a:cubicBezTo>
                    <a:pt x="2555" y="45326"/>
                    <a:pt x="0" y="47880"/>
                    <a:pt x="0" y="51710"/>
                  </a:cubicBezTo>
                  <a:cubicBezTo>
                    <a:pt x="0" y="55541"/>
                    <a:pt x="2555" y="58094"/>
                    <a:pt x="6390" y="58094"/>
                  </a:cubicBezTo>
                  <a:cubicBezTo>
                    <a:pt x="19809" y="58094"/>
                    <a:pt x="30032" y="68947"/>
                    <a:pt x="30032" y="81715"/>
                  </a:cubicBezTo>
                  <a:cubicBezTo>
                    <a:pt x="30032" y="127041"/>
                    <a:pt x="67094" y="163430"/>
                    <a:pt x="111824" y="163430"/>
                  </a:cubicBezTo>
                  <a:cubicBezTo>
                    <a:pt x="156553" y="163430"/>
                    <a:pt x="193615" y="126403"/>
                    <a:pt x="193615" y="81715"/>
                  </a:cubicBezTo>
                  <a:cubicBezTo>
                    <a:pt x="193615" y="37027"/>
                    <a:pt x="157192" y="0"/>
                    <a:pt x="111824" y="0"/>
                  </a:cubicBezTo>
                </a:path>
              </a:pathLst>
            </a:custGeom>
            <a:solidFill>
              <a:srgbClr val="0076A8"/>
            </a:solidFill>
            <a:ln w="6390" cap="flat">
              <a:noFill/>
              <a:prstDash val="solid"/>
              <a:miter/>
            </a:ln>
          </p:spPr>
          <p:txBody>
            <a:bodyPr rtlCol="0" anchor="ctr"/>
            <a:lstStyle/>
            <a:p>
              <a:endParaRPr lang="en-US"/>
            </a:p>
          </p:txBody>
        </p:sp>
        <p:sp>
          <p:nvSpPr>
            <p:cNvPr id="864" name="Graphic 4">
              <a:extLst>
                <a:ext uri="{FF2B5EF4-FFF2-40B4-BE49-F238E27FC236}">
                  <a16:creationId xmlns:a16="http://schemas.microsoft.com/office/drawing/2014/main" id="{695B2614-CFFE-FF42-8B7F-00B80935D24C}"/>
                </a:ext>
              </a:extLst>
            </p:cNvPr>
            <p:cNvSpPr/>
            <p:nvPr/>
          </p:nvSpPr>
          <p:spPr>
            <a:xfrm>
              <a:off x="9053263" y="2145819"/>
              <a:ext cx="43451" cy="43411"/>
            </a:xfrm>
            <a:custGeom>
              <a:avLst/>
              <a:gdLst>
                <a:gd name="connsiteX0" fmla="*/ 21725 w 43451"/>
                <a:gd name="connsiteY0" fmla="*/ 30005 h 43411"/>
                <a:gd name="connsiteX1" fmla="*/ 12780 w 43451"/>
                <a:gd name="connsiteY1" fmla="*/ 21067 h 43411"/>
                <a:gd name="connsiteX2" fmla="*/ 21725 w 43451"/>
                <a:gd name="connsiteY2" fmla="*/ 12130 h 43411"/>
                <a:gd name="connsiteX3" fmla="*/ 30671 w 43451"/>
                <a:gd name="connsiteY3" fmla="*/ 21067 h 43411"/>
                <a:gd name="connsiteX4" fmla="*/ 21725 w 43451"/>
                <a:gd name="connsiteY4" fmla="*/ 30005 h 43411"/>
                <a:gd name="connsiteX5" fmla="*/ 21725 w 43451"/>
                <a:gd name="connsiteY5" fmla="*/ 0 h 43411"/>
                <a:gd name="connsiteX6" fmla="*/ 0 w 43451"/>
                <a:gd name="connsiteY6" fmla="*/ 21706 h 43411"/>
                <a:gd name="connsiteX7" fmla="*/ 21725 w 43451"/>
                <a:gd name="connsiteY7" fmla="*/ 43411 h 43411"/>
                <a:gd name="connsiteX8" fmla="*/ 43451 w 43451"/>
                <a:gd name="connsiteY8" fmla="*/ 21706 h 43411"/>
                <a:gd name="connsiteX9" fmla="*/ 21725 w 43451"/>
                <a:gd name="connsiteY9" fmla="*/ 0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451" h="43411">
                  <a:moveTo>
                    <a:pt x="21725" y="30005"/>
                  </a:moveTo>
                  <a:cubicBezTo>
                    <a:pt x="16614" y="30005"/>
                    <a:pt x="12780" y="26174"/>
                    <a:pt x="12780" y="21067"/>
                  </a:cubicBezTo>
                  <a:cubicBezTo>
                    <a:pt x="12780" y="15960"/>
                    <a:pt x="16614" y="12130"/>
                    <a:pt x="21725" y="12130"/>
                  </a:cubicBezTo>
                  <a:cubicBezTo>
                    <a:pt x="26837" y="12130"/>
                    <a:pt x="30671" y="15960"/>
                    <a:pt x="30671" y="21067"/>
                  </a:cubicBezTo>
                  <a:cubicBezTo>
                    <a:pt x="30671" y="26174"/>
                    <a:pt x="26837" y="30005"/>
                    <a:pt x="21725" y="30005"/>
                  </a:cubicBezTo>
                  <a:moveTo>
                    <a:pt x="21725" y="0"/>
                  </a:moveTo>
                  <a:cubicBezTo>
                    <a:pt x="9585" y="0"/>
                    <a:pt x="0" y="9576"/>
                    <a:pt x="0" y="21706"/>
                  </a:cubicBezTo>
                  <a:cubicBezTo>
                    <a:pt x="0" y="33835"/>
                    <a:pt x="9585" y="43411"/>
                    <a:pt x="21725" y="43411"/>
                  </a:cubicBezTo>
                  <a:cubicBezTo>
                    <a:pt x="33866" y="43411"/>
                    <a:pt x="43451" y="33835"/>
                    <a:pt x="43451" y="21706"/>
                  </a:cubicBezTo>
                  <a:cubicBezTo>
                    <a:pt x="43451" y="9576"/>
                    <a:pt x="33866" y="0"/>
                    <a:pt x="21725" y="0"/>
                  </a:cubicBezTo>
                </a:path>
              </a:pathLst>
            </a:custGeom>
            <a:solidFill>
              <a:srgbClr val="0076A8"/>
            </a:solidFill>
            <a:ln w="6390" cap="flat">
              <a:noFill/>
              <a:prstDash val="solid"/>
              <a:miter/>
            </a:ln>
          </p:spPr>
          <p:txBody>
            <a:bodyPr rtlCol="0" anchor="ctr"/>
            <a:lstStyle/>
            <a:p>
              <a:endParaRPr lang="en-US"/>
            </a:p>
          </p:txBody>
        </p:sp>
        <p:sp>
          <p:nvSpPr>
            <p:cNvPr id="865" name="Graphic 4">
              <a:extLst>
                <a:ext uri="{FF2B5EF4-FFF2-40B4-BE49-F238E27FC236}">
                  <a16:creationId xmlns:a16="http://schemas.microsoft.com/office/drawing/2014/main" id="{45C4825E-4D88-6F49-8BE0-FA8A79E2D384}"/>
                </a:ext>
              </a:extLst>
            </p:cNvPr>
            <p:cNvSpPr/>
            <p:nvPr/>
          </p:nvSpPr>
          <p:spPr>
            <a:xfrm>
              <a:off x="8977861" y="2145819"/>
              <a:ext cx="43451" cy="43411"/>
            </a:xfrm>
            <a:custGeom>
              <a:avLst/>
              <a:gdLst>
                <a:gd name="connsiteX0" fmla="*/ 21726 w 43451"/>
                <a:gd name="connsiteY0" fmla="*/ 30005 h 43411"/>
                <a:gd name="connsiteX1" fmla="*/ 12780 w 43451"/>
                <a:gd name="connsiteY1" fmla="*/ 21067 h 43411"/>
                <a:gd name="connsiteX2" fmla="*/ 21726 w 43451"/>
                <a:gd name="connsiteY2" fmla="*/ 12130 h 43411"/>
                <a:gd name="connsiteX3" fmla="*/ 30672 w 43451"/>
                <a:gd name="connsiteY3" fmla="*/ 21067 h 43411"/>
                <a:gd name="connsiteX4" fmla="*/ 21726 w 43451"/>
                <a:gd name="connsiteY4" fmla="*/ 30005 h 43411"/>
                <a:gd name="connsiteX5" fmla="*/ 21726 w 43451"/>
                <a:gd name="connsiteY5" fmla="*/ 0 h 43411"/>
                <a:gd name="connsiteX6" fmla="*/ 0 w 43451"/>
                <a:gd name="connsiteY6" fmla="*/ 21706 h 43411"/>
                <a:gd name="connsiteX7" fmla="*/ 21726 w 43451"/>
                <a:gd name="connsiteY7" fmla="*/ 43411 h 43411"/>
                <a:gd name="connsiteX8" fmla="*/ 43452 w 43451"/>
                <a:gd name="connsiteY8" fmla="*/ 21706 h 43411"/>
                <a:gd name="connsiteX9" fmla="*/ 21726 w 43451"/>
                <a:gd name="connsiteY9" fmla="*/ 0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451" h="43411">
                  <a:moveTo>
                    <a:pt x="21726" y="30005"/>
                  </a:moveTo>
                  <a:cubicBezTo>
                    <a:pt x="16614" y="30005"/>
                    <a:pt x="12780" y="26174"/>
                    <a:pt x="12780" y="21067"/>
                  </a:cubicBezTo>
                  <a:cubicBezTo>
                    <a:pt x="12780" y="15960"/>
                    <a:pt x="16614" y="12130"/>
                    <a:pt x="21726" y="12130"/>
                  </a:cubicBezTo>
                  <a:cubicBezTo>
                    <a:pt x="26837" y="12130"/>
                    <a:pt x="30672" y="15960"/>
                    <a:pt x="30672" y="21067"/>
                  </a:cubicBezTo>
                  <a:cubicBezTo>
                    <a:pt x="30672" y="26174"/>
                    <a:pt x="26199" y="30005"/>
                    <a:pt x="21726" y="30005"/>
                  </a:cubicBezTo>
                  <a:moveTo>
                    <a:pt x="21726" y="0"/>
                  </a:moveTo>
                  <a:cubicBezTo>
                    <a:pt x="9585" y="0"/>
                    <a:pt x="0" y="9576"/>
                    <a:pt x="0" y="21706"/>
                  </a:cubicBezTo>
                  <a:cubicBezTo>
                    <a:pt x="0" y="33835"/>
                    <a:pt x="9585" y="43411"/>
                    <a:pt x="21726" y="43411"/>
                  </a:cubicBezTo>
                  <a:cubicBezTo>
                    <a:pt x="33867" y="43411"/>
                    <a:pt x="43452" y="33835"/>
                    <a:pt x="43452" y="21706"/>
                  </a:cubicBezTo>
                  <a:cubicBezTo>
                    <a:pt x="42812" y="9576"/>
                    <a:pt x="33227" y="0"/>
                    <a:pt x="21726" y="0"/>
                  </a:cubicBezTo>
                </a:path>
              </a:pathLst>
            </a:custGeom>
            <a:solidFill>
              <a:srgbClr val="0076A8"/>
            </a:solidFill>
            <a:ln w="6390" cap="flat">
              <a:noFill/>
              <a:prstDash val="solid"/>
              <a:miter/>
            </a:ln>
          </p:spPr>
          <p:txBody>
            <a:bodyPr rtlCol="0" anchor="ctr"/>
            <a:lstStyle/>
            <a:p>
              <a:endParaRPr lang="en-US"/>
            </a:p>
          </p:txBody>
        </p:sp>
      </p:grpSp>
      <p:grpSp>
        <p:nvGrpSpPr>
          <p:cNvPr id="866" name="Graphic 4">
            <a:extLst>
              <a:ext uri="{FF2B5EF4-FFF2-40B4-BE49-F238E27FC236}">
                <a16:creationId xmlns:a16="http://schemas.microsoft.com/office/drawing/2014/main" id="{7CD99A1F-5F1F-F242-877A-1312E6FBC0E3}"/>
              </a:ext>
            </a:extLst>
          </p:cNvPr>
          <p:cNvGrpSpPr/>
          <p:nvPr/>
        </p:nvGrpSpPr>
        <p:grpSpPr>
          <a:xfrm>
            <a:off x="7802113" y="918179"/>
            <a:ext cx="361670" cy="361333"/>
            <a:chOff x="7802113" y="918179"/>
            <a:chExt cx="361670" cy="361333"/>
          </a:xfrm>
          <a:solidFill>
            <a:srgbClr val="0076A8"/>
          </a:solidFill>
        </p:grpSpPr>
        <p:sp>
          <p:nvSpPr>
            <p:cNvPr id="867" name="Graphic 4">
              <a:extLst>
                <a:ext uri="{FF2B5EF4-FFF2-40B4-BE49-F238E27FC236}">
                  <a16:creationId xmlns:a16="http://schemas.microsoft.com/office/drawing/2014/main" id="{538219A2-DA2E-844A-8FAA-7D41D30DEFDC}"/>
                </a:ext>
              </a:extLst>
            </p:cNvPr>
            <p:cNvSpPr/>
            <p:nvPr/>
          </p:nvSpPr>
          <p:spPr>
            <a:xfrm>
              <a:off x="7802113" y="918179"/>
              <a:ext cx="361670" cy="361333"/>
            </a:xfrm>
            <a:custGeom>
              <a:avLst/>
              <a:gdLst>
                <a:gd name="connsiteX0" fmla="*/ 180836 w 361670"/>
                <a:gd name="connsiteY0" fmla="*/ 349204 h 361333"/>
                <a:gd name="connsiteX1" fmla="*/ 12780 w 361670"/>
                <a:gd name="connsiteY1" fmla="*/ 181305 h 361333"/>
                <a:gd name="connsiteX2" fmla="*/ 180836 w 361670"/>
                <a:gd name="connsiteY2" fmla="*/ 13406 h 361333"/>
                <a:gd name="connsiteX3" fmla="*/ 348890 w 361670"/>
                <a:gd name="connsiteY3" fmla="*/ 181305 h 361333"/>
                <a:gd name="connsiteX4" fmla="*/ 180836 w 361670"/>
                <a:gd name="connsiteY4" fmla="*/ 349204 h 361333"/>
                <a:gd name="connsiteX5" fmla="*/ 180836 w 361670"/>
                <a:gd name="connsiteY5" fmla="*/ 0 h 361333"/>
                <a:gd name="connsiteX6" fmla="*/ 0 w 361670"/>
                <a:gd name="connsiteY6" fmla="*/ 180667 h 361333"/>
                <a:gd name="connsiteX7" fmla="*/ 180836 w 361670"/>
                <a:gd name="connsiteY7" fmla="*/ 361333 h 361333"/>
                <a:gd name="connsiteX8" fmla="*/ 361670 w 361670"/>
                <a:gd name="connsiteY8" fmla="*/ 180667 h 361333"/>
                <a:gd name="connsiteX9" fmla="*/ 180836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234"/>
                    <a:pt x="273490" y="349204"/>
                    <a:pt x="180836" y="349204"/>
                  </a:cubicBezTo>
                  <a:moveTo>
                    <a:pt x="180836" y="0"/>
                  </a:moveTo>
                  <a:cubicBezTo>
                    <a:pt x="80513" y="0"/>
                    <a:pt x="0" y="81077"/>
                    <a:pt x="0" y="180667"/>
                  </a:cubicBezTo>
                  <a:cubicBezTo>
                    <a:pt x="0" y="280895"/>
                    <a:pt x="81152" y="361333"/>
                    <a:pt x="180836" y="361333"/>
                  </a:cubicBezTo>
                  <a:cubicBezTo>
                    <a:pt x="281157" y="361333"/>
                    <a:pt x="361670" y="280257"/>
                    <a:pt x="361670" y="180667"/>
                  </a:cubicBezTo>
                  <a:cubicBezTo>
                    <a:pt x="361670" y="81077"/>
                    <a:pt x="280518" y="0"/>
                    <a:pt x="180836" y="0"/>
                  </a:cubicBezTo>
                </a:path>
              </a:pathLst>
            </a:custGeom>
            <a:solidFill>
              <a:srgbClr val="0076A8"/>
            </a:solidFill>
            <a:ln w="6390" cap="flat">
              <a:noFill/>
              <a:prstDash val="solid"/>
              <a:miter/>
            </a:ln>
          </p:spPr>
          <p:txBody>
            <a:bodyPr rtlCol="0" anchor="ctr"/>
            <a:lstStyle/>
            <a:p>
              <a:endParaRPr lang="en-US"/>
            </a:p>
          </p:txBody>
        </p:sp>
        <p:sp>
          <p:nvSpPr>
            <p:cNvPr id="868" name="Graphic 4">
              <a:extLst>
                <a:ext uri="{FF2B5EF4-FFF2-40B4-BE49-F238E27FC236}">
                  <a16:creationId xmlns:a16="http://schemas.microsoft.com/office/drawing/2014/main" id="{80631714-18EF-5A4A-A7EE-2DCBA445CBBC}"/>
                </a:ext>
              </a:extLst>
            </p:cNvPr>
            <p:cNvSpPr/>
            <p:nvPr/>
          </p:nvSpPr>
          <p:spPr>
            <a:xfrm>
              <a:off x="7953554" y="985849"/>
              <a:ext cx="58787" cy="58732"/>
            </a:xfrm>
            <a:custGeom>
              <a:avLst/>
              <a:gdLst>
                <a:gd name="connsiteX0" fmla="*/ 29394 w 58787"/>
                <a:gd name="connsiteY0" fmla="*/ 12768 h 58732"/>
                <a:gd name="connsiteX1" fmla="*/ 46008 w 58787"/>
                <a:gd name="connsiteY1" fmla="*/ 29366 h 58732"/>
                <a:gd name="connsiteX2" fmla="*/ 29394 w 58787"/>
                <a:gd name="connsiteY2" fmla="*/ 45965 h 58732"/>
                <a:gd name="connsiteX3" fmla="*/ 12780 w 58787"/>
                <a:gd name="connsiteY3" fmla="*/ 29366 h 58732"/>
                <a:gd name="connsiteX4" fmla="*/ 29394 w 58787"/>
                <a:gd name="connsiteY4" fmla="*/ 12768 h 58732"/>
                <a:gd name="connsiteX5" fmla="*/ 29394 w 58787"/>
                <a:gd name="connsiteY5" fmla="*/ 58733 h 58732"/>
                <a:gd name="connsiteX6" fmla="*/ 58788 w 58787"/>
                <a:gd name="connsiteY6" fmla="*/ 29366 h 58732"/>
                <a:gd name="connsiteX7" fmla="*/ 29394 w 58787"/>
                <a:gd name="connsiteY7" fmla="*/ 0 h 58732"/>
                <a:gd name="connsiteX8" fmla="*/ 0 w 58787"/>
                <a:gd name="connsiteY8" fmla="*/ 29366 h 58732"/>
                <a:gd name="connsiteX9" fmla="*/ 29394 w 58787"/>
                <a:gd name="connsiteY9" fmla="*/ 58733 h 5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787" h="58732">
                  <a:moveTo>
                    <a:pt x="29394" y="12768"/>
                  </a:moveTo>
                  <a:cubicBezTo>
                    <a:pt x="38340" y="12768"/>
                    <a:pt x="46008" y="20429"/>
                    <a:pt x="46008" y="29366"/>
                  </a:cubicBezTo>
                  <a:cubicBezTo>
                    <a:pt x="46008" y="38304"/>
                    <a:pt x="38340" y="45965"/>
                    <a:pt x="29394" y="45965"/>
                  </a:cubicBezTo>
                  <a:cubicBezTo>
                    <a:pt x="20448" y="45965"/>
                    <a:pt x="12780" y="38304"/>
                    <a:pt x="12780" y="29366"/>
                  </a:cubicBezTo>
                  <a:cubicBezTo>
                    <a:pt x="12780" y="20429"/>
                    <a:pt x="19809" y="12768"/>
                    <a:pt x="29394" y="12768"/>
                  </a:cubicBezTo>
                  <a:moveTo>
                    <a:pt x="29394" y="58733"/>
                  </a:moveTo>
                  <a:cubicBezTo>
                    <a:pt x="45369" y="58733"/>
                    <a:pt x="58788" y="45326"/>
                    <a:pt x="58788" y="29366"/>
                  </a:cubicBezTo>
                  <a:cubicBezTo>
                    <a:pt x="58788" y="13406"/>
                    <a:pt x="45369" y="0"/>
                    <a:pt x="29394" y="0"/>
                  </a:cubicBezTo>
                  <a:cubicBezTo>
                    <a:pt x="13419" y="0"/>
                    <a:pt x="0" y="13406"/>
                    <a:pt x="0" y="29366"/>
                  </a:cubicBezTo>
                  <a:cubicBezTo>
                    <a:pt x="0" y="45326"/>
                    <a:pt x="12780" y="58733"/>
                    <a:pt x="29394" y="58733"/>
                  </a:cubicBezTo>
                </a:path>
              </a:pathLst>
            </a:custGeom>
            <a:solidFill>
              <a:srgbClr val="0076A8"/>
            </a:solidFill>
            <a:ln w="6390" cap="flat">
              <a:noFill/>
              <a:prstDash val="solid"/>
              <a:miter/>
            </a:ln>
          </p:spPr>
          <p:txBody>
            <a:bodyPr rtlCol="0" anchor="ctr"/>
            <a:lstStyle/>
            <a:p>
              <a:endParaRPr lang="en-US"/>
            </a:p>
          </p:txBody>
        </p:sp>
        <p:sp>
          <p:nvSpPr>
            <p:cNvPr id="869" name="Graphic 4">
              <a:extLst>
                <a:ext uri="{FF2B5EF4-FFF2-40B4-BE49-F238E27FC236}">
                  <a16:creationId xmlns:a16="http://schemas.microsoft.com/office/drawing/2014/main" id="{8583FF40-797C-8D42-90FE-DEA4BB7C2D0C}"/>
                </a:ext>
              </a:extLst>
            </p:cNvPr>
            <p:cNvSpPr/>
            <p:nvPr/>
          </p:nvSpPr>
          <p:spPr>
            <a:xfrm>
              <a:off x="7907710" y="1054796"/>
              <a:ext cx="150669" cy="157684"/>
            </a:xfrm>
            <a:custGeom>
              <a:avLst/>
              <a:gdLst>
                <a:gd name="connsiteX0" fmla="*/ 79711 w 150669"/>
                <a:gd name="connsiteY0" fmla="*/ 91291 h 157684"/>
                <a:gd name="connsiteX1" fmla="*/ 69487 w 150669"/>
                <a:gd name="connsiteY1" fmla="*/ 91291 h 157684"/>
                <a:gd name="connsiteX2" fmla="*/ 50317 w 150669"/>
                <a:gd name="connsiteY2" fmla="*/ 72139 h 157684"/>
                <a:gd name="connsiteX3" fmla="*/ 50317 w 150669"/>
                <a:gd name="connsiteY3" fmla="*/ 65755 h 157684"/>
                <a:gd name="connsiteX4" fmla="*/ 98881 w 150669"/>
                <a:gd name="connsiteY4" fmla="*/ 65755 h 157684"/>
                <a:gd name="connsiteX5" fmla="*/ 98881 w 150669"/>
                <a:gd name="connsiteY5" fmla="*/ 72139 h 157684"/>
                <a:gd name="connsiteX6" fmla="*/ 79711 w 150669"/>
                <a:gd name="connsiteY6" fmla="*/ 91291 h 157684"/>
                <a:gd name="connsiteX7" fmla="*/ 50956 w 150669"/>
                <a:gd name="connsiteY7" fmla="*/ 28728 h 157684"/>
                <a:gd name="connsiteX8" fmla="*/ 75238 w 150669"/>
                <a:gd name="connsiteY8" fmla="*/ 12130 h 157684"/>
                <a:gd name="connsiteX9" fmla="*/ 99519 w 150669"/>
                <a:gd name="connsiteY9" fmla="*/ 28728 h 157684"/>
                <a:gd name="connsiteX10" fmla="*/ 99519 w 150669"/>
                <a:gd name="connsiteY10" fmla="*/ 52987 h 157684"/>
                <a:gd name="connsiteX11" fmla="*/ 50956 w 150669"/>
                <a:gd name="connsiteY11" fmla="*/ 52987 h 157684"/>
                <a:gd name="connsiteX12" fmla="*/ 50956 w 150669"/>
                <a:gd name="connsiteY12" fmla="*/ 28728 h 157684"/>
                <a:gd name="connsiteX13" fmla="*/ 109743 w 150669"/>
                <a:gd name="connsiteY13" fmla="*/ 16598 h 157684"/>
                <a:gd name="connsiteX14" fmla="*/ 109104 w 150669"/>
                <a:gd name="connsiteY14" fmla="*/ 15960 h 157684"/>
                <a:gd name="connsiteX15" fmla="*/ 75238 w 150669"/>
                <a:gd name="connsiteY15" fmla="*/ 0 h 157684"/>
                <a:gd name="connsiteX16" fmla="*/ 41371 w 150669"/>
                <a:gd name="connsiteY16" fmla="*/ 15960 h 157684"/>
                <a:gd name="connsiteX17" fmla="*/ 40732 w 150669"/>
                <a:gd name="connsiteY17" fmla="*/ 16598 h 157684"/>
                <a:gd name="connsiteX18" fmla="*/ 2393 w 150669"/>
                <a:gd name="connsiteY18" fmla="*/ 47241 h 157684"/>
                <a:gd name="connsiteX19" fmla="*/ 1114 w 150669"/>
                <a:gd name="connsiteY19" fmla="*/ 56179 h 157684"/>
                <a:gd name="connsiteX20" fmla="*/ 6227 w 150669"/>
                <a:gd name="connsiteY20" fmla="*/ 58733 h 157684"/>
                <a:gd name="connsiteX21" fmla="*/ 10060 w 150669"/>
                <a:gd name="connsiteY21" fmla="*/ 57456 h 157684"/>
                <a:gd name="connsiteX22" fmla="*/ 37537 w 150669"/>
                <a:gd name="connsiteY22" fmla="*/ 35112 h 157684"/>
                <a:gd name="connsiteX23" fmla="*/ 37537 w 150669"/>
                <a:gd name="connsiteY23" fmla="*/ 60009 h 157684"/>
                <a:gd name="connsiteX24" fmla="*/ 37537 w 150669"/>
                <a:gd name="connsiteY24" fmla="*/ 75331 h 157684"/>
                <a:gd name="connsiteX25" fmla="*/ 39454 w 150669"/>
                <a:gd name="connsiteY25" fmla="*/ 79800 h 157684"/>
                <a:gd name="connsiteX26" fmla="*/ 46483 w 150669"/>
                <a:gd name="connsiteY26" fmla="*/ 86822 h 157684"/>
                <a:gd name="connsiteX27" fmla="*/ 46483 w 150669"/>
                <a:gd name="connsiteY27" fmla="*/ 86822 h 157684"/>
                <a:gd name="connsiteX28" fmla="*/ 31147 w 150669"/>
                <a:gd name="connsiteY28" fmla="*/ 109804 h 157684"/>
                <a:gd name="connsiteX29" fmla="*/ 31147 w 150669"/>
                <a:gd name="connsiteY29" fmla="*/ 109804 h 157684"/>
                <a:gd name="connsiteX30" fmla="*/ 30509 w 150669"/>
                <a:gd name="connsiteY30" fmla="*/ 111720 h 157684"/>
                <a:gd name="connsiteX31" fmla="*/ 30509 w 150669"/>
                <a:gd name="connsiteY31" fmla="*/ 114273 h 157684"/>
                <a:gd name="connsiteX32" fmla="*/ 38176 w 150669"/>
                <a:gd name="connsiteY32" fmla="*/ 152577 h 157684"/>
                <a:gd name="connsiteX33" fmla="*/ 44566 w 150669"/>
                <a:gd name="connsiteY33" fmla="*/ 157684 h 157684"/>
                <a:gd name="connsiteX34" fmla="*/ 45844 w 150669"/>
                <a:gd name="connsiteY34" fmla="*/ 157684 h 157684"/>
                <a:gd name="connsiteX35" fmla="*/ 50956 w 150669"/>
                <a:gd name="connsiteY35" fmla="*/ 150024 h 157684"/>
                <a:gd name="connsiteX36" fmla="*/ 43927 w 150669"/>
                <a:gd name="connsiteY36" fmla="*/ 114273 h 157684"/>
                <a:gd name="connsiteX37" fmla="*/ 56707 w 150669"/>
                <a:gd name="connsiteY37" fmla="*/ 95760 h 157684"/>
                <a:gd name="connsiteX38" fmla="*/ 63097 w 150669"/>
                <a:gd name="connsiteY38" fmla="*/ 102144 h 157684"/>
                <a:gd name="connsiteX39" fmla="*/ 67570 w 150669"/>
                <a:gd name="connsiteY39" fmla="*/ 104059 h 157684"/>
                <a:gd name="connsiteX40" fmla="*/ 82906 w 150669"/>
                <a:gd name="connsiteY40" fmla="*/ 104059 h 157684"/>
                <a:gd name="connsiteX41" fmla="*/ 87378 w 150669"/>
                <a:gd name="connsiteY41" fmla="*/ 102144 h 157684"/>
                <a:gd name="connsiteX42" fmla="*/ 93768 w 150669"/>
                <a:gd name="connsiteY42" fmla="*/ 95760 h 157684"/>
                <a:gd name="connsiteX43" fmla="*/ 106548 w 150669"/>
                <a:gd name="connsiteY43" fmla="*/ 114273 h 157684"/>
                <a:gd name="connsiteX44" fmla="*/ 99519 w 150669"/>
                <a:gd name="connsiteY44" fmla="*/ 150024 h 157684"/>
                <a:gd name="connsiteX45" fmla="*/ 104632 w 150669"/>
                <a:gd name="connsiteY45" fmla="*/ 157684 h 157684"/>
                <a:gd name="connsiteX46" fmla="*/ 105909 w 150669"/>
                <a:gd name="connsiteY46" fmla="*/ 157684 h 157684"/>
                <a:gd name="connsiteX47" fmla="*/ 112299 w 150669"/>
                <a:gd name="connsiteY47" fmla="*/ 152577 h 157684"/>
                <a:gd name="connsiteX48" fmla="*/ 119968 w 150669"/>
                <a:gd name="connsiteY48" fmla="*/ 114273 h 157684"/>
                <a:gd name="connsiteX49" fmla="*/ 119968 w 150669"/>
                <a:gd name="connsiteY49" fmla="*/ 111720 h 157684"/>
                <a:gd name="connsiteX50" fmla="*/ 119328 w 150669"/>
                <a:gd name="connsiteY50" fmla="*/ 109804 h 157684"/>
                <a:gd name="connsiteX51" fmla="*/ 119328 w 150669"/>
                <a:gd name="connsiteY51" fmla="*/ 109804 h 157684"/>
                <a:gd name="connsiteX52" fmla="*/ 103993 w 150669"/>
                <a:gd name="connsiteY52" fmla="*/ 86822 h 157684"/>
                <a:gd name="connsiteX53" fmla="*/ 103993 w 150669"/>
                <a:gd name="connsiteY53" fmla="*/ 86822 h 157684"/>
                <a:gd name="connsiteX54" fmla="*/ 111022 w 150669"/>
                <a:gd name="connsiteY54" fmla="*/ 79800 h 157684"/>
                <a:gd name="connsiteX55" fmla="*/ 112938 w 150669"/>
                <a:gd name="connsiteY55" fmla="*/ 75331 h 157684"/>
                <a:gd name="connsiteX56" fmla="*/ 112938 w 150669"/>
                <a:gd name="connsiteY56" fmla="*/ 60009 h 157684"/>
                <a:gd name="connsiteX57" fmla="*/ 112938 w 150669"/>
                <a:gd name="connsiteY57" fmla="*/ 34473 h 157684"/>
                <a:gd name="connsiteX58" fmla="*/ 140415 w 150669"/>
                <a:gd name="connsiteY58" fmla="*/ 56817 h 157684"/>
                <a:gd name="connsiteX59" fmla="*/ 144249 w 150669"/>
                <a:gd name="connsiteY59" fmla="*/ 58094 h 157684"/>
                <a:gd name="connsiteX60" fmla="*/ 149361 w 150669"/>
                <a:gd name="connsiteY60" fmla="*/ 55541 h 157684"/>
                <a:gd name="connsiteX61" fmla="*/ 148083 w 150669"/>
                <a:gd name="connsiteY61" fmla="*/ 46603 h 157684"/>
                <a:gd name="connsiteX62" fmla="*/ 109743 w 150669"/>
                <a:gd name="connsiteY62" fmla="*/ 16598 h 15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50669" h="157684">
                  <a:moveTo>
                    <a:pt x="79711" y="91291"/>
                  </a:moveTo>
                  <a:lnTo>
                    <a:pt x="69487" y="91291"/>
                  </a:lnTo>
                  <a:lnTo>
                    <a:pt x="50317" y="72139"/>
                  </a:lnTo>
                  <a:lnTo>
                    <a:pt x="50317" y="65755"/>
                  </a:lnTo>
                  <a:lnTo>
                    <a:pt x="98881" y="65755"/>
                  </a:lnTo>
                  <a:lnTo>
                    <a:pt x="98881" y="72139"/>
                  </a:lnTo>
                  <a:lnTo>
                    <a:pt x="79711" y="91291"/>
                  </a:lnTo>
                  <a:close/>
                  <a:moveTo>
                    <a:pt x="50956" y="28728"/>
                  </a:moveTo>
                  <a:cubicBezTo>
                    <a:pt x="50956" y="23621"/>
                    <a:pt x="53512" y="12130"/>
                    <a:pt x="75238" y="12130"/>
                  </a:cubicBezTo>
                  <a:cubicBezTo>
                    <a:pt x="96963" y="12130"/>
                    <a:pt x="99519" y="23621"/>
                    <a:pt x="99519" y="28728"/>
                  </a:cubicBezTo>
                  <a:lnTo>
                    <a:pt x="99519" y="52987"/>
                  </a:lnTo>
                  <a:lnTo>
                    <a:pt x="50956" y="52987"/>
                  </a:lnTo>
                  <a:lnTo>
                    <a:pt x="50956" y="28728"/>
                  </a:lnTo>
                  <a:close/>
                  <a:moveTo>
                    <a:pt x="109743" y="16598"/>
                  </a:moveTo>
                  <a:cubicBezTo>
                    <a:pt x="109743" y="16598"/>
                    <a:pt x="109104" y="16598"/>
                    <a:pt x="109104" y="15960"/>
                  </a:cubicBezTo>
                  <a:cubicBezTo>
                    <a:pt x="104632" y="7022"/>
                    <a:pt x="93768" y="0"/>
                    <a:pt x="75238" y="0"/>
                  </a:cubicBezTo>
                  <a:cubicBezTo>
                    <a:pt x="56707" y="0"/>
                    <a:pt x="46483" y="7022"/>
                    <a:pt x="41371" y="15960"/>
                  </a:cubicBezTo>
                  <a:cubicBezTo>
                    <a:pt x="41371" y="15960"/>
                    <a:pt x="40732" y="15960"/>
                    <a:pt x="40732" y="16598"/>
                  </a:cubicBezTo>
                  <a:lnTo>
                    <a:pt x="2393" y="47241"/>
                  </a:lnTo>
                  <a:cubicBezTo>
                    <a:pt x="-163" y="49157"/>
                    <a:pt x="-802" y="53625"/>
                    <a:pt x="1114" y="56179"/>
                  </a:cubicBezTo>
                  <a:cubicBezTo>
                    <a:pt x="2393" y="57456"/>
                    <a:pt x="4309" y="58733"/>
                    <a:pt x="6227" y="58733"/>
                  </a:cubicBezTo>
                  <a:cubicBezTo>
                    <a:pt x="7504" y="58733"/>
                    <a:pt x="8783" y="58094"/>
                    <a:pt x="10060" y="57456"/>
                  </a:cubicBezTo>
                  <a:lnTo>
                    <a:pt x="37537" y="35112"/>
                  </a:lnTo>
                  <a:lnTo>
                    <a:pt x="37537" y="60009"/>
                  </a:lnTo>
                  <a:lnTo>
                    <a:pt x="37537" y="75331"/>
                  </a:lnTo>
                  <a:cubicBezTo>
                    <a:pt x="37537" y="77246"/>
                    <a:pt x="38176" y="78523"/>
                    <a:pt x="39454" y="79800"/>
                  </a:cubicBezTo>
                  <a:lnTo>
                    <a:pt x="46483" y="86822"/>
                  </a:lnTo>
                  <a:cubicBezTo>
                    <a:pt x="46483" y="86822"/>
                    <a:pt x="46483" y="86822"/>
                    <a:pt x="46483" y="86822"/>
                  </a:cubicBezTo>
                  <a:lnTo>
                    <a:pt x="31147" y="109804"/>
                  </a:lnTo>
                  <a:cubicBezTo>
                    <a:pt x="31147" y="109804"/>
                    <a:pt x="31147" y="109804"/>
                    <a:pt x="31147" y="109804"/>
                  </a:cubicBezTo>
                  <a:cubicBezTo>
                    <a:pt x="30509" y="110443"/>
                    <a:pt x="30509" y="111081"/>
                    <a:pt x="30509" y="111720"/>
                  </a:cubicBezTo>
                  <a:cubicBezTo>
                    <a:pt x="30509" y="112358"/>
                    <a:pt x="30509" y="113635"/>
                    <a:pt x="30509" y="114273"/>
                  </a:cubicBezTo>
                  <a:lnTo>
                    <a:pt x="38176" y="152577"/>
                  </a:lnTo>
                  <a:cubicBezTo>
                    <a:pt x="38815" y="155769"/>
                    <a:pt x="41371" y="157684"/>
                    <a:pt x="44566" y="157684"/>
                  </a:cubicBezTo>
                  <a:cubicBezTo>
                    <a:pt x="45205" y="157684"/>
                    <a:pt x="45205" y="157684"/>
                    <a:pt x="45844" y="157684"/>
                  </a:cubicBezTo>
                  <a:cubicBezTo>
                    <a:pt x="49039" y="157046"/>
                    <a:pt x="51595" y="153854"/>
                    <a:pt x="50956" y="150024"/>
                  </a:cubicBezTo>
                  <a:lnTo>
                    <a:pt x="43927" y="114273"/>
                  </a:lnTo>
                  <a:lnTo>
                    <a:pt x="56707" y="95760"/>
                  </a:lnTo>
                  <a:lnTo>
                    <a:pt x="63097" y="102144"/>
                  </a:lnTo>
                  <a:cubicBezTo>
                    <a:pt x="64375" y="103420"/>
                    <a:pt x="65653" y="104059"/>
                    <a:pt x="67570" y="104059"/>
                  </a:cubicBezTo>
                  <a:lnTo>
                    <a:pt x="82906" y="104059"/>
                  </a:lnTo>
                  <a:cubicBezTo>
                    <a:pt x="84823" y="104059"/>
                    <a:pt x="86101" y="103420"/>
                    <a:pt x="87378" y="102144"/>
                  </a:cubicBezTo>
                  <a:lnTo>
                    <a:pt x="93768" y="95760"/>
                  </a:lnTo>
                  <a:lnTo>
                    <a:pt x="106548" y="114273"/>
                  </a:lnTo>
                  <a:lnTo>
                    <a:pt x="99519" y="150024"/>
                  </a:lnTo>
                  <a:cubicBezTo>
                    <a:pt x="98881" y="153216"/>
                    <a:pt x="100798" y="157046"/>
                    <a:pt x="104632" y="157684"/>
                  </a:cubicBezTo>
                  <a:cubicBezTo>
                    <a:pt x="105271" y="157684"/>
                    <a:pt x="105271" y="157684"/>
                    <a:pt x="105909" y="157684"/>
                  </a:cubicBezTo>
                  <a:cubicBezTo>
                    <a:pt x="109104" y="157684"/>
                    <a:pt x="111661" y="155769"/>
                    <a:pt x="112299" y="152577"/>
                  </a:cubicBezTo>
                  <a:lnTo>
                    <a:pt x="119968" y="114273"/>
                  </a:lnTo>
                  <a:cubicBezTo>
                    <a:pt x="119968" y="113635"/>
                    <a:pt x="119968" y="112358"/>
                    <a:pt x="119968" y="111720"/>
                  </a:cubicBezTo>
                  <a:cubicBezTo>
                    <a:pt x="119968" y="111081"/>
                    <a:pt x="119328" y="110443"/>
                    <a:pt x="119328" y="109804"/>
                  </a:cubicBezTo>
                  <a:cubicBezTo>
                    <a:pt x="119328" y="109804"/>
                    <a:pt x="119328" y="109804"/>
                    <a:pt x="119328" y="109804"/>
                  </a:cubicBezTo>
                  <a:lnTo>
                    <a:pt x="103993" y="86822"/>
                  </a:lnTo>
                  <a:cubicBezTo>
                    <a:pt x="103993" y="86822"/>
                    <a:pt x="103993" y="86822"/>
                    <a:pt x="103993" y="86822"/>
                  </a:cubicBezTo>
                  <a:lnTo>
                    <a:pt x="111022" y="79800"/>
                  </a:lnTo>
                  <a:cubicBezTo>
                    <a:pt x="112299" y="78523"/>
                    <a:pt x="112938" y="77246"/>
                    <a:pt x="112938" y="75331"/>
                  </a:cubicBezTo>
                  <a:lnTo>
                    <a:pt x="112938" y="60009"/>
                  </a:lnTo>
                  <a:lnTo>
                    <a:pt x="112938" y="34473"/>
                  </a:lnTo>
                  <a:lnTo>
                    <a:pt x="140415" y="56817"/>
                  </a:lnTo>
                  <a:cubicBezTo>
                    <a:pt x="141693" y="57456"/>
                    <a:pt x="142971" y="58094"/>
                    <a:pt x="144249" y="58094"/>
                  </a:cubicBezTo>
                  <a:cubicBezTo>
                    <a:pt x="146166" y="58094"/>
                    <a:pt x="148083" y="57456"/>
                    <a:pt x="149361" y="55541"/>
                  </a:cubicBezTo>
                  <a:cubicBezTo>
                    <a:pt x="151278" y="52987"/>
                    <a:pt x="151278" y="48518"/>
                    <a:pt x="148083" y="46603"/>
                  </a:cubicBezTo>
                  <a:lnTo>
                    <a:pt x="109743" y="16598"/>
                  </a:lnTo>
                  <a:close/>
                </a:path>
              </a:pathLst>
            </a:custGeom>
            <a:solidFill>
              <a:srgbClr val="0076A8"/>
            </a:solidFill>
            <a:ln w="6390" cap="flat">
              <a:noFill/>
              <a:prstDash val="solid"/>
              <a:miter/>
            </a:ln>
          </p:spPr>
          <p:txBody>
            <a:bodyPr rtlCol="0" anchor="ctr"/>
            <a:lstStyle/>
            <a:p>
              <a:endParaRPr lang="en-US"/>
            </a:p>
          </p:txBody>
        </p:sp>
      </p:grpSp>
      <p:grpSp>
        <p:nvGrpSpPr>
          <p:cNvPr id="870" name="Graphic 4">
            <a:extLst>
              <a:ext uri="{FF2B5EF4-FFF2-40B4-BE49-F238E27FC236}">
                <a16:creationId xmlns:a16="http://schemas.microsoft.com/office/drawing/2014/main" id="{BD4BC00F-1977-DC4A-A149-D6E27F3D8F0B}"/>
              </a:ext>
            </a:extLst>
          </p:cNvPr>
          <p:cNvGrpSpPr/>
          <p:nvPr/>
        </p:nvGrpSpPr>
        <p:grpSpPr>
          <a:xfrm>
            <a:off x="8841116" y="4308712"/>
            <a:ext cx="361674" cy="361333"/>
            <a:chOff x="8841116" y="4308712"/>
            <a:chExt cx="361674" cy="361333"/>
          </a:xfrm>
          <a:solidFill>
            <a:srgbClr val="0076A8"/>
          </a:solidFill>
        </p:grpSpPr>
        <p:sp>
          <p:nvSpPr>
            <p:cNvPr id="871" name="Graphic 4">
              <a:extLst>
                <a:ext uri="{FF2B5EF4-FFF2-40B4-BE49-F238E27FC236}">
                  <a16:creationId xmlns:a16="http://schemas.microsoft.com/office/drawing/2014/main" id="{A22B10C9-F67B-E246-BE9F-124BD2214437}"/>
                </a:ext>
              </a:extLst>
            </p:cNvPr>
            <p:cNvSpPr/>
            <p:nvPr/>
          </p:nvSpPr>
          <p:spPr>
            <a:xfrm>
              <a:off x="8841116" y="4308712"/>
              <a:ext cx="361674" cy="361333"/>
            </a:xfrm>
            <a:custGeom>
              <a:avLst/>
              <a:gdLst>
                <a:gd name="connsiteX0" fmla="*/ 180836 w 361674"/>
                <a:gd name="connsiteY0" fmla="*/ 349204 h 361333"/>
                <a:gd name="connsiteX1" fmla="*/ 12780 w 361674"/>
                <a:gd name="connsiteY1" fmla="*/ 181305 h 361333"/>
                <a:gd name="connsiteX2" fmla="*/ 180836 w 361674"/>
                <a:gd name="connsiteY2" fmla="*/ 13407 h 361333"/>
                <a:gd name="connsiteX3" fmla="*/ 348890 w 361674"/>
                <a:gd name="connsiteY3" fmla="*/ 181305 h 361333"/>
                <a:gd name="connsiteX4" fmla="*/ 180836 w 361674"/>
                <a:gd name="connsiteY4" fmla="*/ 349204 h 361333"/>
                <a:gd name="connsiteX5" fmla="*/ 180836 w 361674"/>
                <a:gd name="connsiteY5" fmla="*/ 0 h 361333"/>
                <a:gd name="connsiteX6" fmla="*/ 0 w 361674"/>
                <a:gd name="connsiteY6" fmla="*/ 180667 h 361333"/>
                <a:gd name="connsiteX7" fmla="*/ 180836 w 361674"/>
                <a:gd name="connsiteY7" fmla="*/ 361334 h 361333"/>
                <a:gd name="connsiteX8" fmla="*/ 361670 w 361674"/>
                <a:gd name="connsiteY8" fmla="*/ 180667 h 361333"/>
                <a:gd name="connsiteX9" fmla="*/ 180836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349204"/>
                  </a:moveTo>
                  <a:cubicBezTo>
                    <a:pt x="88181" y="349204"/>
                    <a:pt x="12780" y="273873"/>
                    <a:pt x="12780" y="181305"/>
                  </a:cubicBezTo>
                  <a:cubicBezTo>
                    <a:pt x="12780" y="88738"/>
                    <a:pt x="88181" y="13407"/>
                    <a:pt x="180836" y="13407"/>
                  </a:cubicBezTo>
                  <a:cubicBezTo>
                    <a:pt x="273490" y="13407"/>
                    <a:pt x="348890" y="88738"/>
                    <a:pt x="348890" y="181305"/>
                  </a:cubicBezTo>
                  <a:cubicBezTo>
                    <a:pt x="349530" y="273234"/>
                    <a:pt x="274128" y="349204"/>
                    <a:pt x="180836" y="349204"/>
                  </a:cubicBezTo>
                  <a:moveTo>
                    <a:pt x="180836" y="0"/>
                  </a:moveTo>
                  <a:cubicBezTo>
                    <a:pt x="80513" y="0"/>
                    <a:pt x="0" y="81077"/>
                    <a:pt x="0" y="180667"/>
                  </a:cubicBezTo>
                  <a:cubicBezTo>
                    <a:pt x="0" y="280895"/>
                    <a:pt x="81153" y="361334"/>
                    <a:pt x="180836" y="361334"/>
                  </a:cubicBezTo>
                  <a:cubicBezTo>
                    <a:pt x="280518" y="361334"/>
                    <a:pt x="361670" y="280257"/>
                    <a:pt x="361670" y="180667"/>
                  </a:cubicBezTo>
                  <a:cubicBezTo>
                    <a:pt x="362310" y="81077"/>
                    <a:pt x="281157" y="0"/>
                    <a:pt x="180836" y="0"/>
                  </a:cubicBezTo>
                </a:path>
              </a:pathLst>
            </a:custGeom>
            <a:solidFill>
              <a:srgbClr val="0076A8"/>
            </a:solidFill>
            <a:ln w="6390" cap="flat">
              <a:noFill/>
              <a:prstDash val="solid"/>
              <a:miter/>
            </a:ln>
          </p:spPr>
          <p:txBody>
            <a:bodyPr rtlCol="0" anchor="ctr"/>
            <a:lstStyle/>
            <a:p>
              <a:endParaRPr lang="en-US"/>
            </a:p>
          </p:txBody>
        </p:sp>
        <p:sp>
          <p:nvSpPr>
            <p:cNvPr id="872" name="Graphic 4">
              <a:extLst>
                <a:ext uri="{FF2B5EF4-FFF2-40B4-BE49-F238E27FC236}">
                  <a16:creationId xmlns:a16="http://schemas.microsoft.com/office/drawing/2014/main" id="{E8108969-2AB3-1741-BB70-7F56D674591A}"/>
                </a:ext>
              </a:extLst>
            </p:cNvPr>
            <p:cNvSpPr/>
            <p:nvPr/>
          </p:nvSpPr>
          <p:spPr>
            <a:xfrm>
              <a:off x="8900543" y="4384043"/>
              <a:ext cx="244095" cy="211310"/>
            </a:xfrm>
            <a:custGeom>
              <a:avLst/>
              <a:gdLst>
                <a:gd name="connsiteX0" fmla="*/ 215341 w 244095"/>
                <a:gd name="connsiteY0" fmla="*/ 130872 h 211310"/>
                <a:gd name="connsiteX1" fmla="*/ 211507 w 244095"/>
                <a:gd name="connsiteY1" fmla="*/ 134702 h 211310"/>
                <a:gd name="connsiteX2" fmla="*/ 212146 w 244095"/>
                <a:gd name="connsiteY2" fmla="*/ 140448 h 211310"/>
                <a:gd name="connsiteX3" fmla="*/ 215341 w 244095"/>
                <a:gd name="connsiteY3" fmla="*/ 151300 h 211310"/>
                <a:gd name="connsiteX4" fmla="*/ 199366 w 244095"/>
                <a:gd name="connsiteY4" fmla="*/ 173006 h 211310"/>
                <a:gd name="connsiteX5" fmla="*/ 182752 w 244095"/>
                <a:gd name="connsiteY5" fmla="*/ 198542 h 211310"/>
                <a:gd name="connsiteX6" fmla="*/ 145051 w 244095"/>
                <a:gd name="connsiteY6" fmla="*/ 198542 h 211310"/>
                <a:gd name="connsiteX7" fmla="*/ 145051 w 244095"/>
                <a:gd name="connsiteY7" fmla="*/ 155131 h 211310"/>
                <a:gd name="connsiteX8" fmla="*/ 139300 w 244095"/>
                <a:gd name="connsiteY8" fmla="*/ 148747 h 211310"/>
                <a:gd name="connsiteX9" fmla="*/ 121409 w 244095"/>
                <a:gd name="connsiteY9" fmla="*/ 134064 h 211310"/>
                <a:gd name="connsiteX10" fmla="*/ 116297 w 244095"/>
                <a:gd name="connsiteY10" fmla="*/ 130233 h 211310"/>
                <a:gd name="connsiteX11" fmla="*/ 110545 w 244095"/>
                <a:gd name="connsiteY11" fmla="*/ 132787 h 211310"/>
                <a:gd name="connsiteX12" fmla="*/ 93293 w 244095"/>
                <a:gd name="connsiteY12" fmla="*/ 141086 h 211310"/>
                <a:gd name="connsiteX13" fmla="*/ 74123 w 244095"/>
                <a:gd name="connsiteY13" fmla="*/ 130233 h 211310"/>
                <a:gd name="connsiteX14" fmla="*/ 65177 w 244095"/>
                <a:gd name="connsiteY14" fmla="*/ 128318 h 211310"/>
                <a:gd name="connsiteX15" fmla="*/ 47925 w 244095"/>
                <a:gd name="connsiteY15" fmla="*/ 133425 h 211310"/>
                <a:gd name="connsiteX16" fmla="*/ 12780 w 244095"/>
                <a:gd name="connsiteY16" fmla="*/ 98313 h 211310"/>
                <a:gd name="connsiteX17" fmla="*/ 34506 w 244095"/>
                <a:gd name="connsiteY17" fmla="*/ 65755 h 211310"/>
                <a:gd name="connsiteX18" fmla="*/ 38340 w 244095"/>
                <a:gd name="connsiteY18" fmla="*/ 58094 h 211310"/>
                <a:gd name="connsiteX19" fmla="*/ 37701 w 244095"/>
                <a:gd name="connsiteY19" fmla="*/ 52349 h 211310"/>
                <a:gd name="connsiteX20" fmla="*/ 60066 w 244095"/>
                <a:gd name="connsiteY20" fmla="*/ 30005 h 211310"/>
                <a:gd name="connsiteX21" fmla="*/ 68372 w 244095"/>
                <a:gd name="connsiteY21" fmla="*/ 31920 h 211310"/>
                <a:gd name="connsiteX22" fmla="*/ 75401 w 244095"/>
                <a:gd name="connsiteY22" fmla="*/ 30005 h 211310"/>
                <a:gd name="connsiteX23" fmla="*/ 100961 w 244095"/>
                <a:gd name="connsiteY23" fmla="*/ 23621 h 211310"/>
                <a:gd name="connsiteX24" fmla="*/ 107990 w 244095"/>
                <a:gd name="connsiteY24" fmla="*/ 21706 h 211310"/>
                <a:gd name="connsiteX25" fmla="*/ 125243 w 244095"/>
                <a:gd name="connsiteY25" fmla="*/ 13407 h 211310"/>
                <a:gd name="connsiteX26" fmla="*/ 144412 w 244095"/>
                <a:gd name="connsiteY26" fmla="*/ 24259 h 211310"/>
                <a:gd name="connsiteX27" fmla="*/ 148885 w 244095"/>
                <a:gd name="connsiteY27" fmla="*/ 27451 h 211310"/>
                <a:gd name="connsiteX28" fmla="*/ 153997 w 244095"/>
                <a:gd name="connsiteY28" fmla="*/ 26175 h 211310"/>
                <a:gd name="connsiteX29" fmla="*/ 166777 w 244095"/>
                <a:gd name="connsiteY29" fmla="*/ 21706 h 211310"/>
                <a:gd name="connsiteX30" fmla="*/ 189142 w 244095"/>
                <a:gd name="connsiteY30" fmla="*/ 41496 h 211310"/>
                <a:gd name="connsiteX31" fmla="*/ 191698 w 244095"/>
                <a:gd name="connsiteY31" fmla="*/ 45965 h 211310"/>
                <a:gd name="connsiteX32" fmla="*/ 196810 w 244095"/>
                <a:gd name="connsiteY32" fmla="*/ 47242 h 211310"/>
                <a:gd name="connsiteX33" fmla="*/ 200644 w 244095"/>
                <a:gd name="connsiteY33" fmla="*/ 46603 h 211310"/>
                <a:gd name="connsiteX34" fmla="*/ 223009 w 244095"/>
                <a:gd name="connsiteY34" fmla="*/ 68947 h 211310"/>
                <a:gd name="connsiteX35" fmla="*/ 218536 w 244095"/>
                <a:gd name="connsiteY35" fmla="*/ 81715 h 211310"/>
                <a:gd name="connsiteX36" fmla="*/ 217258 w 244095"/>
                <a:gd name="connsiteY36" fmla="*/ 86822 h 211310"/>
                <a:gd name="connsiteX37" fmla="*/ 220453 w 244095"/>
                <a:gd name="connsiteY37" fmla="*/ 91291 h 211310"/>
                <a:gd name="connsiteX38" fmla="*/ 231315 w 244095"/>
                <a:gd name="connsiteY38" fmla="*/ 110443 h 211310"/>
                <a:gd name="connsiteX39" fmla="*/ 215341 w 244095"/>
                <a:gd name="connsiteY39" fmla="*/ 130872 h 211310"/>
                <a:gd name="connsiteX40" fmla="*/ 231954 w 244095"/>
                <a:gd name="connsiteY40" fmla="*/ 83630 h 211310"/>
                <a:gd name="connsiteX41" fmla="*/ 235149 w 244095"/>
                <a:gd name="connsiteY41" fmla="*/ 68309 h 211310"/>
                <a:gd name="connsiteX42" fmla="*/ 200644 w 244095"/>
                <a:gd name="connsiteY42" fmla="*/ 33197 h 211310"/>
                <a:gd name="connsiteX43" fmla="*/ 167416 w 244095"/>
                <a:gd name="connsiteY43" fmla="*/ 8299 h 211310"/>
                <a:gd name="connsiteX44" fmla="*/ 152080 w 244095"/>
                <a:gd name="connsiteY44" fmla="*/ 11491 h 211310"/>
                <a:gd name="connsiteX45" fmla="*/ 125881 w 244095"/>
                <a:gd name="connsiteY45" fmla="*/ 0 h 211310"/>
                <a:gd name="connsiteX46" fmla="*/ 102239 w 244095"/>
                <a:gd name="connsiteY46" fmla="*/ 9576 h 211310"/>
                <a:gd name="connsiteX47" fmla="*/ 69011 w 244095"/>
                <a:gd name="connsiteY47" fmla="*/ 17875 h 211310"/>
                <a:gd name="connsiteX48" fmla="*/ 60066 w 244095"/>
                <a:gd name="connsiteY48" fmla="*/ 16599 h 211310"/>
                <a:gd name="connsiteX49" fmla="*/ 24921 w 244095"/>
                <a:gd name="connsiteY49" fmla="*/ 51710 h 211310"/>
                <a:gd name="connsiteX50" fmla="*/ 24921 w 244095"/>
                <a:gd name="connsiteY50" fmla="*/ 55541 h 211310"/>
                <a:gd name="connsiteX51" fmla="*/ 0 w 244095"/>
                <a:gd name="connsiteY51" fmla="*/ 97675 h 211310"/>
                <a:gd name="connsiteX52" fmla="*/ 47925 w 244095"/>
                <a:gd name="connsiteY52" fmla="*/ 145555 h 211310"/>
                <a:gd name="connsiteX53" fmla="*/ 66456 w 244095"/>
                <a:gd name="connsiteY53" fmla="*/ 141724 h 211310"/>
                <a:gd name="connsiteX54" fmla="*/ 93293 w 244095"/>
                <a:gd name="connsiteY54" fmla="*/ 153854 h 211310"/>
                <a:gd name="connsiteX55" fmla="*/ 113740 w 244095"/>
                <a:gd name="connsiteY55" fmla="*/ 146832 h 211310"/>
                <a:gd name="connsiteX56" fmla="*/ 132271 w 244095"/>
                <a:gd name="connsiteY56" fmla="*/ 160238 h 211310"/>
                <a:gd name="connsiteX57" fmla="*/ 132271 w 244095"/>
                <a:gd name="connsiteY57" fmla="*/ 204926 h 211310"/>
                <a:gd name="connsiteX58" fmla="*/ 138661 w 244095"/>
                <a:gd name="connsiteY58" fmla="*/ 211310 h 211310"/>
                <a:gd name="connsiteX59" fmla="*/ 188503 w 244095"/>
                <a:gd name="connsiteY59" fmla="*/ 211310 h 211310"/>
                <a:gd name="connsiteX60" fmla="*/ 194893 w 244095"/>
                <a:gd name="connsiteY60" fmla="*/ 204926 h 211310"/>
                <a:gd name="connsiteX61" fmla="*/ 205756 w 244095"/>
                <a:gd name="connsiteY61" fmla="*/ 183859 h 211310"/>
                <a:gd name="connsiteX62" fmla="*/ 227482 w 244095"/>
                <a:gd name="connsiteY62" fmla="*/ 151300 h 211310"/>
                <a:gd name="connsiteX63" fmla="*/ 225564 w 244095"/>
                <a:gd name="connsiteY63" fmla="*/ 141086 h 211310"/>
                <a:gd name="connsiteX64" fmla="*/ 244095 w 244095"/>
                <a:gd name="connsiteY64" fmla="*/ 110443 h 211310"/>
                <a:gd name="connsiteX65" fmla="*/ 231954 w 244095"/>
                <a:gd name="connsiteY65" fmla="*/ 83630 h 211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44095" h="211310">
                  <a:moveTo>
                    <a:pt x="215341" y="130872"/>
                  </a:moveTo>
                  <a:cubicBezTo>
                    <a:pt x="213424" y="131510"/>
                    <a:pt x="212146" y="132787"/>
                    <a:pt x="211507" y="134702"/>
                  </a:cubicBezTo>
                  <a:cubicBezTo>
                    <a:pt x="210868" y="136617"/>
                    <a:pt x="210868" y="138533"/>
                    <a:pt x="212146" y="140448"/>
                  </a:cubicBezTo>
                  <a:cubicBezTo>
                    <a:pt x="214063" y="143640"/>
                    <a:pt x="214702" y="147470"/>
                    <a:pt x="215341" y="151300"/>
                  </a:cubicBezTo>
                  <a:cubicBezTo>
                    <a:pt x="215341" y="157684"/>
                    <a:pt x="212784" y="164068"/>
                    <a:pt x="199366" y="173006"/>
                  </a:cubicBezTo>
                  <a:cubicBezTo>
                    <a:pt x="188503" y="180028"/>
                    <a:pt x="184669" y="191519"/>
                    <a:pt x="182752" y="198542"/>
                  </a:cubicBezTo>
                  <a:lnTo>
                    <a:pt x="145051" y="198542"/>
                  </a:lnTo>
                  <a:lnTo>
                    <a:pt x="145051" y="155131"/>
                  </a:lnTo>
                  <a:cubicBezTo>
                    <a:pt x="145051" y="151939"/>
                    <a:pt x="142495" y="149385"/>
                    <a:pt x="139300" y="148747"/>
                  </a:cubicBezTo>
                  <a:cubicBezTo>
                    <a:pt x="130994" y="147470"/>
                    <a:pt x="123965" y="141724"/>
                    <a:pt x="121409" y="134064"/>
                  </a:cubicBezTo>
                  <a:cubicBezTo>
                    <a:pt x="120770" y="132149"/>
                    <a:pt x="118853" y="130233"/>
                    <a:pt x="116297" y="130233"/>
                  </a:cubicBezTo>
                  <a:cubicBezTo>
                    <a:pt x="113740" y="129595"/>
                    <a:pt x="111824" y="130872"/>
                    <a:pt x="110545" y="132787"/>
                  </a:cubicBezTo>
                  <a:cubicBezTo>
                    <a:pt x="106073" y="137894"/>
                    <a:pt x="99683" y="141086"/>
                    <a:pt x="93293" y="141086"/>
                  </a:cubicBezTo>
                  <a:cubicBezTo>
                    <a:pt x="85625" y="141086"/>
                    <a:pt x="77957" y="137256"/>
                    <a:pt x="74123" y="130233"/>
                  </a:cubicBezTo>
                  <a:cubicBezTo>
                    <a:pt x="72206" y="127041"/>
                    <a:pt x="68372" y="126403"/>
                    <a:pt x="65177" y="128318"/>
                  </a:cubicBezTo>
                  <a:cubicBezTo>
                    <a:pt x="59426" y="131510"/>
                    <a:pt x="53676" y="133425"/>
                    <a:pt x="47925" y="133425"/>
                  </a:cubicBezTo>
                  <a:cubicBezTo>
                    <a:pt x="28755" y="133425"/>
                    <a:pt x="12780" y="118104"/>
                    <a:pt x="12780" y="98313"/>
                  </a:cubicBezTo>
                  <a:cubicBezTo>
                    <a:pt x="12780" y="84269"/>
                    <a:pt x="21086" y="71501"/>
                    <a:pt x="34506" y="65755"/>
                  </a:cubicBezTo>
                  <a:cubicBezTo>
                    <a:pt x="37701" y="64478"/>
                    <a:pt x="38978" y="61286"/>
                    <a:pt x="38340" y="58094"/>
                  </a:cubicBezTo>
                  <a:cubicBezTo>
                    <a:pt x="37701" y="56179"/>
                    <a:pt x="37701" y="54264"/>
                    <a:pt x="37701" y="52349"/>
                  </a:cubicBezTo>
                  <a:cubicBezTo>
                    <a:pt x="37701" y="40219"/>
                    <a:pt x="47925" y="30005"/>
                    <a:pt x="60066" y="30005"/>
                  </a:cubicBezTo>
                  <a:cubicBezTo>
                    <a:pt x="63261" y="30005"/>
                    <a:pt x="65816" y="30643"/>
                    <a:pt x="68372" y="31920"/>
                  </a:cubicBezTo>
                  <a:cubicBezTo>
                    <a:pt x="70928" y="33197"/>
                    <a:pt x="74123" y="32559"/>
                    <a:pt x="75401" y="30005"/>
                  </a:cubicBezTo>
                  <a:cubicBezTo>
                    <a:pt x="81791" y="22344"/>
                    <a:pt x="92015" y="19791"/>
                    <a:pt x="100961" y="23621"/>
                  </a:cubicBezTo>
                  <a:cubicBezTo>
                    <a:pt x="103517" y="24898"/>
                    <a:pt x="106712" y="24259"/>
                    <a:pt x="107990" y="21706"/>
                  </a:cubicBezTo>
                  <a:cubicBezTo>
                    <a:pt x="112463" y="16599"/>
                    <a:pt x="118853" y="13407"/>
                    <a:pt x="125243" y="13407"/>
                  </a:cubicBezTo>
                  <a:cubicBezTo>
                    <a:pt x="132910" y="13407"/>
                    <a:pt x="139940" y="17237"/>
                    <a:pt x="144412" y="24259"/>
                  </a:cubicBezTo>
                  <a:cubicBezTo>
                    <a:pt x="145051" y="25536"/>
                    <a:pt x="146969" y="26813"/>
                    <a:pt x="148885" y="27451"/>
                  </a:cubicBezTo>
                  <a:cubicBezTo>
                    <a:pt x="150802" y="28090"/>
                    <a:pt x="152720" y="27451"/>
                    <a:pt x="153997" y="26175"/>
                  </a:cubicBezTo>
                  <a:cubicBezTo>
                    <a:pt x="157831" y="23621"/>
                    <a:pt x="162305" y="21706"/>
                    <a:pt x="166777" y="21706"/>
                  </a:cubicBezTo>
                  <a:cubicBezTo>
                    <a:pt x="178279" y="21706"/>
                    <a:pt x="187225" y="30005"/>
                    <a:pt x="189142" y="41496"/>
                  </a:cubicBezTo>
                  <a:cubicBezTo>
                    <a:pt x="189142" y="43411"/>
                    <a:pt x="190420" y="44688"/>
                    <a:pt x="191698" y="45965"/>
                  </a:cubicBezTo>
                  <a:cubicBezTo>
                    <a:pt x="192976" y="47242"/>
                    <a:pt x="194893" y="47242"/>
                    <a:pt x="196810" y="47242"/>
                  </a:cubicBezTo>
                  <a:cubicBezTo>
                    <a:pt x="198088" y="47242"/>
                    <a:pt x="199366" y="46603"/>
                    <a:pt x="200644" y="46603"/>
                  </a:cubicBezTo>
                  <a:cubicBezTo>
                    <a:pt x="212784" y="46603"/>
                    <a:pt x="223009" y="56818"/>
                    <a:pt x="223009" y="68947"/>
                  </a:cubicBezTo>
                  <a:cubicBezTo>
                    <a:pt x="223009" y="73416"/>
                    <a:pt x="221731" y="77885"/>
                    <a:pt x="218536" y="81715"/>
                  </a:cubicBezTo>
                  <a:cubicBezTo>
                    <a:pt x="217258" y="82992"/>
                    <a:pt x="217258" y="84907"/>
                    <a:pt x="217258" y="86822"/>
                  </a:cubicBezTo>
                  <a:cubicBezTo>
                    <a:pt x="217897" y="88738"/>
                    <a:pt x="218536" y="90014"/>
                    <a:pt x="220453" y="91291"/>
                  </a:cubicBezTo>
                  <a:cubicBezTo>
                    <a:pt x="226843" y="95760"/>
                    <a:pt x="231315" y="102782"/>
                    <a:pt x="231315" y="110443"/>
                  </a:cubicBezTo>
                  <a:cubicBezTo>
                    <a:pt x="230677" y="119381"/>
                    <a:pt x="224287" y="127680"/>
                    <a:pt x="215341" y="130872"/>
                  </a:cubicBezTo>
                  <a:moveTo>
                    <a:pt x="231954" y="83630"/>
                  </a:moveTo>
                  <a:cubicBezTo>
                    <a:pt x="234510" y="79162"/>
                    <a:pt x="235149" y="74054"/>
                    <a:pt x="235149" y="68309"/>
                  </a:cubicBezTo>
                  <a:cubicBezTo>
                    <a:pt x="235149" y="49157"/>
                    <a:pt x="219814" y="33197"/>
                    <a:pt x="200644" y="33197"/>
                  </a:cubicBezTo>
                  <a:cubicBezTo>
                    <a:pt x="196171" y="18514"/>
                    <a:pt x="182752" y="8299"/>
                    <a:pt x="167416" y="8299"/>
                  </a:cubicBezTo>
                  <a:cubicBezTo>
                    <a:pt x="162305" y="8299"/>
                    <a:pt x="157192" y="9576"/>
                    <a:pt x="152080" y="11491"/>
                  </a:cubicBezTo>
                  <a:cubicBezTo>
                    <a:pt x="145690" y="3831"/>
                    <a:pt x="136105" y="0"/>
                    <a:pt x="125881" y="0"/>
                  </a:cubicBezTo>
                  <a:cubicBezTo>
                    <a:pt x="116935" y="0"/>
                    <a:pt x="108629" y="3192"/>
                    <a:pt x="102239" y="9576"/>
                  </a:cubicBezTo>
                  <a:cubicBezTo>
                    <a:pt x="90737" y="6384"/>
                    <a:pt x="77957" y="9576"/>
                    <a:pt x="69011" y="17875"/>
                  </a:cubicBezTo>
                  <a:cubicBezTo>
                    <a:pt x="65816" y="17237"/>
                    <a:pt x="63261" y="16599"/>
                    <a:pt x="60066" y="16599"/>
                  </a:cubicBezTo>
                  <a:cubicBezTo>
                    <a:pt x="40896" y="16599"/>
                    <a:pt x="24921" y="32559"/>
                    <a:pt x="24921" y="51710"/>
                  </a:cubicBezTo>
                  <a:cubicBezTo>
                    <a:pt x="24921" y="52987"/>
                    <a:pt x="24921" y="54264"/>
                    <a:pt x="24921" y="55541"/>
                  </a:cubicBezTo>
                  <a:cubicBezTo>
                    <a:pt x="9585" y="63840"/>
                    <a:pt x="0" y="79800"/>
                    <a:pt x="0" y="97675"/>
                  </a:cubicBezTo>
                  <a:cubicBezTo>
                    <a:pt x="0" y="123849"/>
                    <a:pt x="21086" y="145555"/>
                    <a:pt x="47925" y="145555"/>
                  </a:cubicBezTo>
                  <a:cubicBezTo>
                    <a:pt x="54314" y="145555"/>
                    <a:pt x="60704" y="144278"/>
                    <a:pt x="66456" y="141724"/>
                  </a:cubicBezTo>
                  <a:cubicBezTo>
                    <a:pt x="72845" y="149385"/>
                    <a:pt x="82430" y="153854"/>
                    <a:pt x="93293" y="153854"/>
                  </a:cubicBezTo>
                  <a:cubicBezTo>
                    <a:pt x="100961" y="153854"/>
                    <a:pt x="107990" y="151300"/>
                    <a:pt x="113740" y="146832"/>
                  </a:cubicBezTo>
                  <a:cubicBezTo>
                    <a:pt x="118214" y="153216"/>
                    <a:pt x="124604" y="157684"/>
                    <a:pt x="132271" y="160238"/>
                  </a:cubicBezTo>
                  <a:lnTo>
                    <a:pt x="132271" y="204926"/>
                  </a:lnTo>
                  <a:cubicBezTo>
                    <a:pt x="132271" y="208756"/>
                    <a:pt x="134828" y="211310"/>
                    <a:pt x="138661" y="211310"/>
                  </a:cubicBezTo>
                  <a:lnTo>
                    <a:pt x="188503" y="211310"/>
                  </a:lnTo>
                  <a:cubicBezTo>
                    <a:pt x="191698" y="211310"/>
                    <a:pt x="194893" y="208756"/>
                    <a:pt x="194893" y="204926"/>
                  </a:cubicBezTo>
                  <a:cubicBezTo>
                    <a:pt x="194893" y="204926"/>
                    <a:pt x="195532" y="190243"/>
                    <a:pt x="205756" y="183859"/>
                  </a:cubicBezTo>
                  <a:cubicBezTo>
                    <a:pt x="216619" y="176836"/>
                    <a:pt x="228120" y="167260"/>
                    <a:pt x="227482" y="151300"/>
                  </a:cubicBezTo>
                  <a:cubicBezTo>
                    <a:pt x="227482" y="147470"/>
                    <a:pt x="226843" y="144278"/>
                    <a:pt x="225564" y="141086"/>
                  </a:cubicBezTo>
                  <a:cubicBezTo>
                    <a:pt x="236428" y="134702"/>
                    <a:pt x="244095" y="123211"/>
                    <a:pt x="244095" y="110443"/>
                  </a:cubicBezTo>
                  <a:cubicBezTo>
                    <a:pt x="243456" y="99590"/>
                    <a:pt x="238984" y="90014"/>
                    <a:pt x="231954" y="83630"/>
                  </a:cubicBezTo>
                </a:path>
              </a:pathLst>
            </a:custGeom>
            <a:solidFill>
              <a:srgbClr val="0076A8"/>
            </a:solidFill>
            <a:ln w="6390" cap="flat">
              <a:noFill/>
              <a:prstDash val="solid"/>
              <a:miter/>
            </a:ln>
          </p:spPr>
          <p:txBody>
            <a:bodyPr rtlCol="0" anchor="ctr"/>
            <a:lstStyle/>
            <a:p>
              <a:endParaRPr lang="en-US"/>
            </a:p>
          </p:txBody>
        </p:sp>
        <p:sp>
          <p:nvSpPr>
            <p:cNvPr id="873" name="Graphic 4">
              <a:extLst>
                <a:ext uri="{FF2B5EF4-FFF2-40B4-BE49-F238E27FC236}">
                  <a16:creationId xmlns:a16="http://schemas.microsoft.com/office/drawing/2014/main" id="{14FED113-A5B3-9B49-9516-8024CC9F1D71}"/>
                </a:ext>
              </a:extLst>
            </p:cNvPr>
            <p:cNvSpPr/>
            <p:nvPr/>
          </p:nvSpPr>
          <p:spPr>
            <a:xfrm>
              <a:off x="8933295" y="4433554"/>
              <a:ext cx="45367" cy="54547"/>
            </a:xfrm>
            <a:custGeom>
              <a:avLst/>
              <a:gdLst>
                <a:gd name="connsiteX0" fmla="*/ 27953 w 45367"/>
                <a:gd name="connsiteY0" fmla="*/ 922 h 54547"/>
                <a:gd name="connsiteX1" fmla="*/ 25396 w 45367"/>
                <a:gd name="connsiteY1" fmla="*/ 9860 h 54547"/>
                <a:gd name="connsiteX2" fmla="*/ 31786 w 45367"/>
                <a:gd name="connsiteY2" fmla="*/ 30927 h 54547"/>
                <a:gd name="connsiteX3" fmla="*/ 2393 w 45367"/>
                <a:gd name="connsiteY3" fmla="*/ 43056 h 54547"/>
                <a:gd name="connsiteX4" fmla="*/ 1114 w 45367"/>
                <a:gd name="connsiteY4" fmla="*/ 51994 h 54547"/>
                <a:gd name="connsiteX5" fmla="*/ 6227 w 45367"/>
                <a:gd name="connsiteY5" fmla="*/ 54548 h 54547"/>
                <a:gd name="connsiteX6" fmla="*/ 10060 w 45367"/>
                <a:gd name="connsiteY6" fmla="*/ 53271 h 54547"/>
                <a:gd name="connsiteX7" fmla="*/ 34981 w 45367"/>
                <a:gd name="connsiteY7" fmla="*/ 44333 h 54547"/>
                <a:gd name="connsiteX8" fmla="*/ 42010 w 45367"/>
                <a:gd name="connsiteY8" fmla="*/ 44972 h 54547"/>
                <a:gd name="connsiteX9" fmla="*/ 45205 w 45367"/>
                <a:gd name="connsiteY9" fmla="*/ 38588 h 54547"/>
                <a:gd name="connsiteX10" fmla="*/ 36259 w 45367"/>
                <a:gd name="connsiteY10" fmla="*/ 2837 h 54547"/>
                <a:gd name="connsiteX11" fmla="*/ 27953 w 45367"/>
                <a:gd name="connsiteY11" fmla="*/ 922 h 5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367" h="54547">
                  <a:moveTo>
                    <a:pt x="27953" y="922"/>
                  </a:moveTo>
                  <a:cubicBezTo>
                    <a:pt x="24758" y="2837"/>
                    <a:pt x="23479" y="6668"/>
                    <a:pt x="25396" y="9860"/>
                  </a:cubicBezTo>
                  <a:cubicBezTo>
                    <a:pt x="28591" y="14967"/>
                    <a:pt x="30509" y="23904"/>
                    <a:pt x="31786" y="30927"/>
                  </a:cubicBezTo>
                  <a:cubicBezTo>
                    <a:pt x="19645" y="30927"/>
                    <a:pt x="6227" y="40503"/>
                    <a:pt x="2393" y="43056"/>
                  </a:cubicBezTo>
                  <a:cubicBezTo>
                    <a:pt x="-163" y="44972"/>
                    <a:pt x="-802" y="49440"/>
                    <a:pt x="1114" y="51994"/>
                  </a:cubicBezTo>
                  <a:cubicBezTo>
                    <a:pt x="2393" y="53909"/>
                    <a:pt x="4309" y="54548"/>
                    <a:pt x="6227" y="54548"/>
                  </a:cubicBezTo>
                  <a:cubicBezTo>
                    <a:pt x="7504" y="54548"/>
                    <a:pt x="8783" y="53909"/>
                    <a:pt x="10060" y="53271"/>
                  </a:cubicBezTo>
                  <a:cubicBezTo>
                    <a:pt x="17729" y="47525"/>
                    <a:pt x="31147" y="41141"/>
                    <a:pt x="34981" y="44333"/>
                  </a:cubicBezTo>
                  <a:cubicBezTo>
                    <a:pt x="36899" y="46248"/>
                    <a:pt x="40094" y="46248"/>
                    <a:pt x="42010" y="44972"/>
                  </a:cubicBezTo>
                  <a:cubicBezTo>
                    <a:pt x="44566" y="43695"/>
                    <a:pt x="45844" y="41141"/>
                    <a:pt x="45205" y="38588"/>
                  </a:cubicBezTo>
                  <a:cubicBezTo>
                    <a:pt x="45205" y="37949"/>
                    <a:pt x="42649" y="15605"/>
                    <a:pt x="36259" y="2837"/>
                  </a:cubicBezTo>
                  <a:cubicBezTo>
                    <a:pt x="34981" y="284"/>
                    <a:pt x="31147" y="-993"/>
                    <a:pt x="27953" y="922"/>
                  </a:cubicBezTo>
                </a:path>
              </a:pathLst>
            </a:custGeom>
            <a:solidFill>
              <a:srgbClr val="0076A8"/>
            </a:solidFill>
            <a:ln w="6390" cap="flat">
              <a:noFill/>
              <a:prstDash val="solid"/>
              <a:miter/>
            </a:ln>
          </p:spPr>
          <p:txBody>
            <a:bodyPr rtlCol="0" anchor="ctr"/>
            <a:lstStyle/>
            <a:p>
              <a:endParaRPr lang="en-US"/>
            </a:p>
          </p:txBody>
        </p:sp>
        <p:sp>
          <p:nvSpPr>
            <p:cNvPr id="874" name="Graphic 4">
              <a:extLst>
                <a:ext uri="{FF2B5EF4-FFF2-40B4-BE49-F238E27FC236}">
                  <a16:creationId xmlns:a16="http://schemas.microsoft.com/office/drawing/2014/main" id="{ECD9C1F4-8F83-A94A-9803-A5C549D945A7}"/>
                </a:ext>
              </a:extLst>
            </p:cNvPr>
            <p:cNvSpPr/>
            <p:nvPr/>
          </p:nvSpPr>
          <p:spPr>
            <a:xfrm>
              <a:off x="8998078" y="4424639"/>
              <a:ext cx="30385" cy="30266"/>
            </a:xfrm>
            <a:custGeom>
              <a:avLst/>
              <a:gdLst>
                <a:gd name="connsiteX0" fmla="*/ 7260 w 30385"/>
                <a:gd name="connsiteY0" fmla="*/ 30266 h 30266"/>
                <a:gd name="connsiteX1" fmla="*/ 11733 w 30385"/>
                <a:gd name="connsiteY1" fmla="*/ 28351 h 30266"/>
                <a:gd name="connsiteX2" fmla="*/ 13650 w 30385"/>
                <a:gd name="connsiteY2" fmla="*/ 23882 h 30266"/>
                <a:gd name="connsiteX3" fmla="*/ 25790 w 30385"/>
                <a:gd name="connsiteY3" fmla="*/ 18775 h 30266"/>
                <a:gd name="connsiteX4" fmla="*/ 30264 w 30385"/>
                <a:gd name="connsiteY4" fmla="*/ 11753 h 30266"/>
                <a:gd name="connsiteX5" fmla="*/ 24512 w 30385"/>
                <a:gd name="connsiteY5" fmla="*/ 6007 h 30266"/>
                <a:gd name="connsiteX6" fmla="*/ 21956 w 30385"/>
                <a:gd name="connsiteY6" fmla="*/ 5369 h 30266"/>
                <a:gd name="connsiteX7" fmla="*/ 18761 w 30385"/>
                <a:gd name="connsiteY7" fmla="*/ 900 h 30266"/>
                <a:gd name="connsiteX8" fmla="*/ 9815 w 30385"/>
                <a:gd name="connsiteY8" fmla="*/ 3454 h 30266"/>
                <a:gd name="connsiteX9" fmla="*/ 9176 w 30385"/>
                <a:gd name="connsiteY9" fmla="*/ 11114 h 30266"/>
                <a:gd name="connsiteX10" fmla="*/ 230 w 30385"/>
                <a:gd name="connsiteY10" fmla="*/ 20052 h 30266"/>
                <a:gd name="connsiteX11" fmla="*/ 2787 w 30385"/>
                <a:gd name="connsiteY11" fmla="*/ 27713 h 30266"/>
                <a:gd name="connsiteX12" fmla="*/ 7260 w 30385"/>
                <a:gd name="connsiteY12" fmla="*/ 30266 h 30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385" h="30266">
                  <a:moveTo>
                    <a:pt x="7260" y="30266"/>
                  </a:moveTo>
                  <a:cubicBezTo>
                    <a:pt x="9176" y="30266"/>
                    <a:pt x="10455" y="29628"/>
                    <a:pt x="11733" y="28351"/>
                  </a:cubicBezTo>
                  <a:cubicBezTo>
                    <a:pt x="13010" y="27074"/>
                    <a:pt x="13650" y="25797"/>
                    <a:pt x="13650" y="23882"/>
                  </a:cubicBezTo>
                  <a:cubicBezTo>
                    <a:pt x="16205" y="22605"/>
                    <a:pt x="21318" y="20690"/>
                    <a:pt x="25790" y="18775"/>
                  </a:cubicBezTo>
                  <a:cubicBezTo>
                    <a:pt x="28985" y="18137"/>
                    <a:pt x="30902" y="14945"/>
                    <a:pt x="30264" y="11753"/>
                  </a:cubicBezTo>
                  <a:cubicBezTo>
                    <a:pt x="30264" y="8561"/>
                    <a:pt x="27707" y="6007"/>
                    <a:pt x="24512" y="6007"/>
                  </a:cubicBezTo>
                  <a:cubicBezTo>
                    <a:pt x="23235" y="6007"/>
                    <a:pt x="22595" y="6007"/>
                    <a:pt x="21956" y="5369"/>
                  </a:cubicBezTo>
                  <a:cubicBezTo>
                    <a:pt x="21318" y="3454"/>
                    <a:pt x="20679" y="2177"/>
                    <a:pt x="18761" y="900"/>
                  </a:cubicBezTo>
                  <a:cubicBezTo>
                    <a:pt x="15566" y="-1015"/>
                    <a:pt x="11733" y="262"/>
                    <a:pt x="9815" y="3454"/>
                  </a:cubicBezTo>
                  <a:cubicBezTo>
                    <a:pt x="8538" y="5369"/>
                    <a:pt x="7899" y="7922"/>
                    <a:pt x="9176" y="11114"/>
                  </a:cubicBezTo>
                  <a:cubicBezTo>
                    <a:pt x="1509" y="14945"/>
                    <a:pt x="230" y="18775"/>
                    <a:pt x="230" y="20052"/>
                  </a:cubicBezTo>
                  <a:cubicBezTo>
                    <a:pt x="-408" y="23244"/>
                    <a:pt x="230" y="25797"/>
                    <a:pt x="2787" y="27713"/>
                  </a:cubicBezTo>
                  <a:cubicBezTo>
                    <a:pt x="4065" y="29628"/>
                    <a:pt x="5982" y="30266"/>
                    <a:pt x="7260" y="30266"/>
                  </a:cubicBezTo>
                </a:path>
              </a:pathLst>
            </a:custGeom>
            <a:solidFill>
              <a:srgbClr val="0076A8"/>
            </a:solidFill>
            <a:ln w="6390" cap="flat">
              <a:noFill/>
              <a:prstDash val="solid"/>
              <a:miter/>
            </a:ln>
          </p:spPr>
          <p:txBody>
            <a:bodyPr rtlCol="0" anchor="ctr"/>
            <a:lstStyle/>
            <a:p>
              <a:endParaRPr lang="en-US"/>
            </a:p>
          </p:txBody>
        </p:sp>
        <p:sp>
          <p:nvSpPr>
            <p:cNvPr id="875" name="Graphic 4">
              <a:extLst>
                <a:ext uri="{FF2B5EF4-FFF2-40B4-BE49-F238E27FC236}">
                  <a16:creationId xmlns:a16="http://schemas.microsoft.com/office/drawing/2014/main" id="{0756D484-6412-4C41-BE1B-F7C8FBD4E98F}"/>
                </a:ext>
              </a:extLst>
            </p:cNvPr>
            <p:cNvSpPr/>
            <p:nvPr/>
          </p:nvSpPr>
          <p:spPr>
            <a:xfrm>
              <a:off x="8999097" y="4458260"/>
              <a:ext cx="45784" cy="36863"/>
            </a:xfrm>
            <a:custGeom>
              <a:avLst/>
              <a:gdLst>
                <a:gd name="connsiteX0" fmla="*/ 43302 w 45784"/>
                <a:gd name="connsiteY0" fmla="*/ 1114 h 36863"/>
                <a:gd name="connsiteX1" fmla="*/ 34356 w 45784"/>
                <a:gd name="connsiteY1" fmla="*/ 2390 h 36863"/>
                <a:gd name="connsiteX2" fmla="*/ 27966 w 45784"/>
                <a:gd name="connsiteY2" fmla="*/ 21542 h 36863"/>
                <a:gd name="connsiteX3" fmla="*/ 3685 w 45784"/>
                <a:gd name="connsiteY3" fmla="*/ 24734 h 36863"/>
                <a:gd name="connsiteX4" fmla="*/ 490 w 45784"/>
                <a:gd name="connsiteY4" fmla="*/ 33034 h 36863"/>
                <a:gd name="connsiteX5" fmla="*/ 6241 w 45784"/>
                <a:gd name="connsiteY5" fmla="*/ 36864 h 36863"/>
                <a:gd name="connsiteX6" fmla="*/ 8796 w 45784"/>
                <a:gd name="connsiteY6" fmla="*/ 36226 h 36863"/>
                <a:gd name="connsiteX7" fmla="*/ 36912 w 45784"/>
                <a:gd name="connsiteY7" fmla="*/ 36226 h 36863"/>
                <a:gd name="connsiteX8" fmla="*/ 44581 w 45784"/>
                <a:gd name="connsiteY8" fmla="*/ 33672 h 36863"/>
                <a:gd name="connsiteX9" fmla="*/ 43302 w 45784"/>
                <a:gd name="connsiteY9" fmla="*/ 25373 h 36863"/>
                <a:gd name="connsiteX10" fmla="*/ 43941 w 45784"/>
                <a:gd name="connsiteY10" fmla="*/ 9413 h 36863"/>
                <a:gd name="connsiteX11" fmla="*/ 43302 w 45784"/>
                <a:gd name="connsiteY11" fmla="*/ 1114 h 36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784" h="36863">
                  <a:moveTo>
                    <a:pt x="43302" y="1114"/>
                  </a:moveTo>
                  <a:cubicBezTo>
                    <a:pt x="40746" y="-802"/>
                    <a:pt x="36273" y="-163"/>
                    <a:pt x="34356" y="2390"/>
                  </a:cubicBezTo>
                  <a:cubicBezTo>
                    <a:pt x="29245" y="9413"/>
                    <a:pt x="27966" y="15797"/>
                    <a:pt x="27966" y="21542"/>
                  </a:cubicBezTo>
                  <a:cubicBezTo>
                    <a:pt x="14547" y="20266"/>
                    <a:pt x="4963" y="24096"/>
                    <a:pt x="3685" y="24734"/>
                  </a:cubicBezTo>
                  <a:cubicBezTo>
                    <a:pt x="490" y="26011"/>
                    <a:pt x="-789" y="29842"/>
                    <a:pt x="490" y="33034"/>
                  </a:cubicBezTo>
                  <a:cubicBezTo>
                    <a:pt x="1768" y="35587"/>
                    <a:pt x="3685" y="36864"/>
                    <a:pt x="6241" y="36864"/>
                  </a:cubicBezTo>
                  <a:cubicBezTo>
                    <a:pt x="6880" y="36864"/>
                    <a:pt x="8158" y="36864"/>
                    <a:pt x="8796" y="36226"/>
                  </a:cubicBezTo>
                  <a:cubicBezTo>
                    <a:pt x="9436" y="36226"/>
                    <a:pt x="22216" y="30480"/>
                    <a:pt x="36912" y="36226"/>
                  </a:cubicBezTo>
                  <a:cubicBezTo>
                    <a:pt x="39468" y="37502"/>
                    <a:pt x="43302" y="36226"/>
                    <a:pt x="44581" y="33672"/>
                  </a:cubicBezTo>
                  <a:cubicBezTo>
                    <a:pt x="46497" y="31118"/>
                    <a:pt x="45858" y="27926"/>
                    <a:pt x="43302" y="25373"/>
                  </a:cubicBezTo>
                  <a:cubicBezTo>
                    <a:pt x="42025" y="24096"/>
                    <a:pt x="36912" y="18989"/>
                    <a:pt x="43941" y="9413"/>
                  </a:cubicBezTo>
                  <a:cubicBezTo>
                    <a:pt x="46497" y="7498"/>
                    <a:pt x="46497" y="3667"/>
                    <a:pt x="43302" y="1114"/>
                  </a:cubicBezTo>
                </a:path>
              </a:pathLst>
            </a:custGeom>
            <a:solidFill>
              <a:srgbClr val="0076A8"/>
            </a:solidFill>
            <a:ln w="6390" cap="flat">
              <a:noFill/>
              <a:prstDash val="solid"/>
              <a:miter/>
            </a:ln>
          </p:spPr>
          <p:txBody>
            <a:bodyPr rtlCol="0" anchor="ctr"/>
            <a:lstStyle/>
            <a:p>
              <a:endParaRPr lang="en-US"/>
            </a:p>
          </p:txBody>
        </p:sp>
        <p:sp>
          <p:nvSpPr>
            <p:cNvPr id="876" name="Graphic 4">
              <a:extLst>
                <a:ext uri="{FF2B5EF4-FFF2-40B4-BE49-F238E27FC236}">
                  <a16:creationId xmlns:a16="http://schemas.microsoft.com/office/drawing/2014/main" id="{89017831-74B3-0D49-A98E-BF1606798C9C}"/>
                </a:ext>
              </a:extLst>
            </p:cNvPr>
            <p:cNvSpPr/>
            <p:nvPr/>
          </p:nvSpPr>
          <p:spPr>
            <a:xfrm>
              <a:off x="9064764" y="4441498"/>
              <a:ext cx="29194" cy="29366"/>
            </a:xfrm>
            <a:custGeom>
              <a:avLst/>
              <a:gdLst>
                <a:gd name="connsiteX0" fmla="*/ 5751 w 29194"/>
                <a:gd name="connsiteY0" fmla="*/ 12768 h 29366"/>
                <a:gd name="connsiteX1" fmla="*/ 17892 w 29194"/>
                <a:gd name="connsiteY1" fmla="*/ 26175 h 29366"/>
                <a:gd name="connsiteX2" fmla="*/ 23004 w 29194"/>
                <a:gd name="connsiteY2" fmla="*/ 29367 h 29366"/>
                <a:gd name="connsiteX3" fmla="*/ 26199 w 29194"/>
                <a:gd name="connsiteY3" fmla="*/ 28090 h 29366"/>
                <a:gd name="connsiteX4" fmla="*/ 28116 w 29194"/>
                <a:gd name="connsiteY4" fmla="*/ 19152 h 29366"/>
                <a:gd name="connsiteX5" fmla="*/ 6390 w 29194"/>
                <a:gd name="connsiteY5" fmla="*/ 0 h 29366"/>
                <a:gd name="connsiteX6" fmla="*/ 6390 w 29194"/>
                <a:gd name="connsiteY6" fmla="*/ 0 h 29366"/>
                <a:gd name="connsiteX7" fmla="*/ 0 w 29194"/>
                <a:gd name="connsiteY7" fmla="*/ 6384 h 29366"/>
                <a:gd name="connsiteX8" fmla="*/ 5751 w 29194"/>
                <a:gd name="connsiteY8" fmla="*/ 12768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194" h="29366">
                  <a:moveTo>
                    <a:pt x="5751" y="12768"/>
                  </a:moveTo>
                  <a:cubicBezTo>
                    <a:pt x="6390" y="12768"/>
                    <a:pt x="10863" y="15322"/>
                    <a:pt x="17892" y="26175"/>
                  </a:cubicBezTo>
                  <a:cubicBezTo>
                    <a:pt x="19170" y="28090"/>
                    <a:pt x="21087" y="29367"/>
                    <a:pt x="23004" y="29367"/>
                  </a:cubicBezTo>
                  <a:cubicBezTo>
                    <a:pt x="24282" y="29367"/>
                    <a:pt x="25560" y="29367"/>
                    <a:pt x="26199" y="28090"/>
                  </a:cubicBezTo>
                  <a:cubicBezTo>
                    <a:pt x="29394" y="26175"/>
                    <a:pt x="30033" y="22344"/>
                    <a:pt x="28116" y="19152"/>
                  </a:cubicBezTo>
                  <a:cubicBezTo>
                    <a:pt x="17253" y="1916"/>
                    <a:pt x="8946" y="0"/>
                    <a:pt x="6390" y="0"/>
                  </a:cubicBezTo>
                  <a:lnTo>
                    <a:pt x="6390" y="0"/>
                  </a:lnTo>
                  <a:cubicBezTo>
                    <a:pt x="3195" y="0"/>
                    <a:pt x="0" y="2554"/>
                    <a:pt x="0" y="6384"/>
                  </a:cubicBezTo>
                  <a:cubicBezTo>
                    <a:pt x="639" y="10215"/>
                    <a:pt x="3195" y="12768"/>
                    <a:pt x="5751" y="12768"/>
                  </a:cubicBezTo>
                </a:path>
              </a:pathLst>
            </a:custGeom>
            <a:solidFill>
              <a:srgbClr val="0076A8"/>
            </a:solidFill>
            <a:ln w="6390" cap="flat">
              <a:noFill/>
              <a:prstDash val="solid"/>
              <a:miter/>
            </a:ln>
          </p:spPr>
          <p:txBody>
            <a:bodyPr rtlCol="0" anchor="ctr"/>
            <a:lstStyle/>
            <a:p>
              <a:endParaRPr lang="en-US"/>
            </a:p>
          </p:txBody>
        </p:sp>
        <p:sp>
          <p:nvSpPr>
            <p:cNvPr id="877" name="Graphic 4">
              <a:extLst>
                <a:ext uri="{FF2B5EF4-FFF2-40B4-BE49-F238E27FC236}">
                  <a16:creationId xmlns:a16="http://schemas.microsoft.com/office/drawing/2014/main" id="{DD8E1ABF-96FF-2E49-9367-F8791D7AEF37}"/>
                </a:ext>
              </a:extLst>
            </p:cNvPr>
            <p:cNvSpPr/>
            <p:nvPr/>
          </p:nvSpPr>
          <p:spPr>
            <a:xfrm>
              <a:off x="9064125" y="4482964"/>
              <a:ext cx="47285" cy="62593"/>
            </a:xfrm>
            <a:custGeom>
              <a:avLst/>
              <a:gdLst>
                <a:gd name="connsiteX0" fmla="*/ 40896 w 47285"/>
                <a:gd name="connsiteY0" fmla="*/ 30 h 62593"/>
                <a:gd name="connsiteX1" fmla="*/ 18531 w 47285"/>
                <a:gd name="connsiteY1" fmla="*/ 8330 h 62593"/>
                <a:gd name="connsiteX2" fmla="*/ 12141 w 47285"/>
                <a:gd name="connsiteY2" fmla="*/ 1307 h 62593"/>
                <a:gd name="connsiteX3" fmla="*/ 3195 w 47285"/>
                <a:gd name="connsiteY3" fmla="*/ 2584 h 62593"/>
                <a:gd name="connsiteX4" fmla="*/ 4473 w 47285"/>
                <a:gd name="connsiteY4" fmla="*/ 11522 h 62593"/>
                <a:gd name="connsiteX5" fmla="*/ 10224 w 47285"/>
                <a:gd name="connsiteY5" fmla="*/ 21098 h 62593"/>
                <a:gd name="connsiteX6" fmla="*/ 2556 w 47285"/>
                <a:gd name="connsiteY6" fmla="*/ 36419 h 62593"/>
                <a:gd name="connsiteX7" fmla="*/ 639 w 47285"/>
                <a:gd name="connsiteY7" fmla="*/ 48549 h 62593"/>
                <a:gd name="connsiteX8" fmla="*/ 13419 w 47285"/>
                <a:gd name="connsiteY8" fmla="*/ 61955 h 62593"/>
                <a:gd name="connsiteX9" fmla="*/ 15975 w 47285"/>
                <a:gd name="connsiteY9" fmla="*/ 62593 h 62593"/>
                <a:gd name="connsiteX10" fmla="*/ 21726 w 47285"/>
                <a:gd name="connsiteY10" fmla="*/ 58763 h 62593"/>
                <a:gd name="connsiteX11" fmla="*/ 18531 w 47285"/>
                <a:gd name="connsiteY11" fmla="*/ 50464 h 62593"/>
                <a:gd name="connsiteX12" fmla="*/ 12780 w 47285"/>
                <a:gd name="connsiteY12" fmla="*/ 44718 h 62593"/>
                <a:gd name="connsiteX13" fmla="*/ 13419 w 47285"/>
                <a:gd name="connsiteY13" fmla="*/ 42803 h 62593"/>
                <a:gd name="connsiteX14" fmla="*/ 22365 w 47285"/>
                <a:gd name="connsiteY14" fmla="*/ 25566 h 62593"/>
                <a:gd name="connsiteX15" fmla="*/ 22365 w 47285"/>
                <a:gd name="connsiteY15" fmla="*/ 25566 h 62593"/>
                <a:gd name="connsiteX16" fmla="*/ 22365 w 47285"/>
                <a:gd name="connsiteY16" fmla="*/ 25566 h 62593"/>
                <a:gd name="connsiteX17" fmla="*/ 40257 w 47285"/>
                <a:gd name="connsiteY17" fmla="*/ 13437 h 62593"/>
                <a:gd name="connsiteX18" fmla="*/ 40896 w 47285"/>
                <a:gd name="connsiteY18" fmla="*/ 13437 h 62593"/>
                <a:gd name="connsiteX19" fmla="*/ 47286 w 47285"/>
                <a:gd name="connsiteY19" fmla="*/ 7053 h 62593"/>
                <a:gd name="connsiteX20" fmla="*/ 40896 w 47285"/>
                <a:gd name="connsiteY20" fmla="*/ 30 h 62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7285" h="62593">
                  <a:moveTo>
                    <a:pt x="40896" y="30"/>
                  </a:moveTo>
                  <a:cubicBezTo>
                    <a:pt x="30672" y="30"/>
                    <a:pt x="23642" y="3222"/>
                    <a:pt x="18531" y="8330"/>
                  </a:cubicBezTo>
                  <a:cubicBezTo>
                    <a:pt x="15975" y="4499"/>
                    <a:pt x="12780" y="1946"/>
                    <a:pt x="12141" y="1307"/>
                  </a:cubicBezTo>
                  <a:cubicBezTo>
                    <a:pt x="9585" y="-608"/>
                    <a:pt x="5112" y="-608"/>
                    <a:pt x="3195" y="2584"/>
                  </a:cubicBezTo>
                  <a:cubicBezTo>
                    <a:pt x="1278" y="5138"/>
                    <a:pt x="1278" y="9606"/>
                    <a:pt x="4473" y="11522"/>
                  </a:cubicBezTo>
                  <a:cubicBezTo>
                    <a:pt x="7029" y="13437"/>
                    <a:pt x="10863" y="18544"/>
                    <a:pt x="10224" y="21098"/>
                  </a:cubicBezTo>
                  <a:cubicBezTo>
                    <a:pt x="9585" y="23013"/>
                    <a:pt x="5751" y="30674"/>
                    <a:pt x="2556" y="36419"/>
                  </a:cubicBezTo>
                  <a:cubicBezTo>
                    <a:pt x="0" y="40250"/>
                    <a:pt x="-639" y="44718"/>
                    <a:pt x="639" y="48549"/>
                  </a:cubicBezTo>
                  <a:cubicBezTo>
                    <a:pt x="3195" y="56848"/>
                    <a:pt x="12141" y="61317"/>
                    <a:pt x="13419" y="61955"/>
                  </a:cubicBezTo>
                  <a:cubicBezTo>
                    <a:pt x="14058" y="62593"/>
                    <a:pt x="15336" y="62593"/>
                    <a:pt x="15975" y="62593"/>
                  </a:cubicBezTo>
                  <a:cubicBezTo>
                    <a:pt x="18531" y="62593"/>
                    <a:pt x="20447" y="61317"/>
                    <a:pt x="21726" y="58763"/>
                  </a:cubicBezTo>
                  <a:cubicBezTo>
                    <a:pt x="23004" y="55571"/>
                    <a:pt x="21726" y="51741"/>
                    <a:pt x="18531" y="50464"/>
                  </a:cubicBezTo>
                  <a:cubicBezTo>
                    <a:pt x="16614" y="49825"/>
                    <a:pt x="13419" y="47272"/>
                    <a:pt x="12780" y="44718"/>
                  </a:cubicBezTo>
                  <a:cubicBezTo>
                    <a:pt x="12780" y="44718"/>
                    <a:pt x="12780" y="44080"/>
                    <a:pt x="13419" y="42803"/>
                  </a:cubicBezTo>
                  <a:cubicBezTo>
                    <a:pt x="17892" y="35781"/>
                    <a:pt x="21726" y="26205"/>
                    <a:pt x="22365" y="25566"/>
                  </a:cubicBezTo>
                  <a:cubicBezTo>
                    <a:pt x="22365" y="25566"/>
                    <a:pt x="22365" y="25566"/>
                    <a:pt x="22365" y="25566"/>
                  </a:cubicBezTo>
                  <a:cubicBezTo>
                    <a:pt x="22365" y="25566"/>
                    <a:pt x="22365" y="25566"/>
                    <a:pt x="22365" y="25566"/>
                  </a:cubicBezTo>
                  <a:cubicBezTo>
                    <a:pt x="22365" y="25566"/>
                    <a:pt x="26199" y="13437"/>
                    <a:pt x="40257" y="13437"/>
                  </a:cubicBezTo>
                  <a:cubicBezTo>
                    <a:pt x="40257" y="13437"/>
                    <a:pt x="40896" y="13437"/>
                    <a:pt x="40896" y="13437"/>
                  </a:cubicBezTo>
                  <a:cubicBezTo>
                    <a:pt x="44091" y="13437"/>
                    <a:pt x="47286" y="10883"/>
                    <a:pt x="47286" y="7053"/>
                  </a:cubicBezTo>
                  <a:cubicBezTo>
                    <a:pt x="47286" y="3222"/>
                    <a:pt x="44091" y="30"/>
                    <a:pt x="40896" y="30"/>
                  </a:cubicBezTo>
                </a:path>
              </a:pathLst>
            </a:custGeom>
            <a:solidFill>
              <a:srgbClr val="0076A8"/>
            </a:solidFill>
            <a:ln w="6390" cap="flat">
              <a:noFill/>
              <a:prstDash val="solid"/>
              <a:miter/>
            </a:ln>
          </p:spPr>
          <p:txBody>
            <a:bodyPr rtlCol="0" anchor="ctr"/>
            <a:lstStyle/>
            <a:p>
              <a:endParaRPr lang="en-US"/>
            </a:p>
          </p:txBody>
        </p:sp>
      </p:grpSp>
      <p:grpSp>
        <p:nvGrpSpPr>
          <p:cNvPr id="878" name="Graphic 4">
            <a:extLst>
              <a:ext uri="{FF2B5EF4-FFF2-40B4-BE49-F238E27FC236}">
                <a16:creationId xmlns:a16="http://schemas.microsoft.com/office/drawing/2014/main" id="{9FB61DC6-8F7B-6748-A163-8016AEBBC9C9}"/>
              </a:ext>
            </a:extLst>
          </p:cNvPr>
          <p:cNvGrpSpPr/>
          <p:nvPr/>
        </p:nvGrpSpPr>
        <p:grpSpPr>
          <a:xfrm>
            <a:off x="7802113" y="3339623"/>
            <a:ext cx="361670" cy="361333"/>
            <a:chOff x="7802113" y="3339623"/>
            <a:chExt cx="361670" cy="361333"/>
          </a:xfrm>
          <a:solidFill>
            <a:srgbClr val="0076A8"/>
          </a:solidFill>
        </p:grpSpPr>
        <p:sp>
          <p:nvSpPr>
            <p:cNvPr id="879" name="Graphic 4">
              <a:extLst>
                <a:ext uri="{FF2B5EF4-FFF2-40B4-BE49-F238E27FC236}">
                  <a16:creationId xmlns:a16="http://schemas.microsoft.com/office/drawing/2014/main" id="{74E6F8AD-2013-194C-8C04-C4BA32C58F10}"/>
                </a:ext>
              </a:extLst>
            </p:cNvPr>
            <p:cNvSpPr/>
            <p:nvPr/>
          </p:nvSpPr>
          <p:spPr>
            <a:xfrm>
              <a:off x="7802113" y="3339623"/>
              <a:ext cx="361670" cy="361333"/>
            </a:xfrm>
            <a:custGeom>
              <a:avLst/>
              <a:gdLst>
                <a:gd name="connsiteX0" fmla="*/ 180836 w 361670"/>
                <a:gd name="connsiteY0" fmla="*/ 349204 h 361333"/>
                <a:gd name="connsiteX1" fmla="*/ 12780 w 361670"/>
                <a:gd name="connsiteY1" fmla="*/ 181305 h 361333"/>
                <a:gd name="connsiteX2" fmla="*/ 180836 w 361670"/>
                <a:gd name="connsiteY2" fmla="*/ 13406 h 361333"/>
                <a:gd name="connsiteX3" fmla="*/ 348890 w 361670"/>
                <a:gd name="connsiteY3" fmla="*/ 181305 h 361333"/>
                <a:gd name="connsiteX4" fmla="*/ 180836 w 361670"/>
                <a:gd name="connsiteY4" fmla="*/ 349204 h 361333"/>
                <a:gd name="connsiteX5" fmla="*/ 180836 w 361670"/>
                <a:gd name="connsiteY5" fmla="*/ 0 h 361333"/>
                <a:gd name="connsiteX6" fmla="*/ 0 w 361670"/>
                <a:gd name="connsiteY6" fmla="*/ 180667 h 361333"/>
                <a:gd name="connsiteX7" fmla="*/ 180836 w 361670"/>
                <a:gd name="connsiteY7" fmla="*/ 361333 h 361333"/>
                <a:gd name="connsiteX8" fmla="*/ 361670 w 361670"/>
                <a:gd name="connsiteY8" fmla="*/ 180667 h 361333"/>
                <a:gd name="connsiteX9" fmla="*/ 180836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349204"/>
                  </a:moveTo>
                  <a:cubicBezTo>
                    <a:pt x="88181" y="349204"/>
                    <a:pt x="12780" y="273873"/>
                    <a:pt x="12780" y="181305"/>
                  </a:cubicBezTo>
                  <a:cubicBezTo>
                    <a:pt x="12780" y="88738"/>
                    <a:pt x="88181" y="13406"/>
                    <a:pt x="180836" y="13406"/>
                  </a:cubicBezTo>
                  <a:cubicBezTo>
                    <a:pt x="273490" y="13406"/>
                    <a:pt x="348890" y="88738"/>
                    <a:pt x="348890" y="181305"/>
                  </a:cubicBezTo>
                  <a:cubicBezTo>
                    <a:pt x="348890" y="273873"/>
                    <a:pt x="273490" y="349204"/>
                    <a:pt x="180836" y="349204"/>
                  </a:cubicBezTo>
                  <a:moveTo>
                    <a:pt x="180836" y="0"/>
                  </a:moveTo>
                  <a:cubicBezTo>
                    <a:pt x="80513" y="0"/>
                    <a:pt x="0" y="81077"/>
                    <a:pt x="0" y="180667"/>
                  </a:cubicBezTo>
                  <a:cubicBezTo>
                    <a:pt x="0" y="280895"/>
                    <a:pt x="81152" y="361333"/>
                    <a:pt x="180836" y="361333"/>
                  </a:cubicBezTo>
                  <a:cubicBezTo>
                    <a:pt x="281157" y="361333"/>
                    <a:pt x="361670" y="280257"/>
                    <a:pt x="361670" y="180667"/>
                  </a:cubicBezTo>
                  <a:cubicBezTo>
                    <a:pt x="361670" y="81077"/>
                    <a:pt x="280518" y="0"/>
                    <a:pt x="180836" y="0"/>
                  </a:cubicBezTo>
                </a:path>
              </a:pathLst>
            </a:custGeom>
            <a:solidFill>
              <a:srgbClr val="0076A8"/>
            </a:solidFill>
            <a:ln w="6390" cap="flat">
              <a:noFill/>
              <a:prstDash val="solid"/>
              <a:miter/>
            </a:ln>
          </p:spPr>
          <p:txBody>
            <a:bodyPr rtlCol="0" anchor="ctr"/>
            <a:lstStyle/>
            <a:p>
              <a:endParaRPr lang="en-US"/>
            </a:p>
          </p:txBody>
        </p:sp>
        <p:sp>
          <p:nvSpPr>
            <p:cNvPr id="880" name="Graphic 4">
              <a:extLst>
                <a:ext uri="{FF2B5EF4-FFF2-40B4-BE49-F238E27FC236}">
                  <a16:creationId xmlns:a16="http://schemas.microsoft.com/office/drawing/2014/main" id="{217425F8-ABF8-814A-86E7-B9C33D80655D}"/>
                </a:ext>
              </a:extLst>
            </p:cNvPr>
            <p:cNvSpPr/>
            <p:nvPr/>
          </p:nvSpPr>
          <p:spPr>
            <a:xfrm>
              <a:off x="7870805" y="3422940"/>
              <a:ext cx="223008" cy="196940"/>
            </a:xfrm>
            <a:custGeom>
              <a:avLst/>
              <a:gdLst>
                <a:gd name="connsiteX0" fmla="*/ 197768 w 223008"/>
                <a:gd name="connsiteY0" fmla="*/ 90328 h 196940"/>
                <a:gd name="connsiteX1" fmla="*/ 112144 w 223008"/>
                <a:gd name="connsiteY1" fmla="*/ 180981 h 196940"/>
                <a:gd name="connsiteX2" fmla="*/ 26518 w 223008"/>
                <a:gd name="connsiteY2" fmla="*/ 90328 h 196940"/>
                <a:gd name="connsiteX3" fmla="*/ 26518 w 223008"/>
                <a:gd name="connsiteY3" fmla="*/ 25850 h 196940"/>
                <a:gd name="connsiteX4" fmla="*/ 57189 w 223008"/>
                <a:gd name="connsiteY4" fmla="*/ 12443 h 196940"/>
                <a:gd name="connsiteX5" fmla="*/ 84666 w 223008"/>
                <a:gd name="connsiteY5" fmla="*/ 22658 h 196940"/>
                <a:gd name="connsiteX6" fmla="*/ 64219 w 223008"/>
                <a:gd name="connsiteY6" fmla="*/ 43087 h 196940"/>
                <a:gd name="connsiteX7" fmla="*/ 64219 w 223008"/>
                <a:gd name="connsiteY7" fmla="*/ 52024 h 196940"/>
                <a:gd name="connsiteX8" fmla="*/ 93613 w 223008"/>
                <a:gd name="connsiteY8" fmla="*/ 80752 h 196940"/>
                <a:gd name="connsiteX9" fmla="*/ 83389 w 223008"/>
                <a:gd name="connsiteY9" fmla="*/ 90966 h 196940"/>
                <a:gd name="connsiteX10" fmla="*/ 81472 w 223008"/>
                <a:gd name="connsiteY10" fmla="*/ 95435 h 196940"/>
                <a:gd name="connsiteX11" fmla="*/ 83389 w 223008"/>
                <a:gd name="connsiteY11" fmla="*/ 99904 h 196940"/>
                <a:gd name="connsiteX12" fmla="*/ 117255 w 223008"/>
                <a:gd name="connsiteY12" fmla="*/ 133739 h 196940"/>
                <a:gd name="connsiteX13" fmla="*/ 124923 w 223008"/>
                <a:gd name="connsiteY13" fmla="*/ 135016 h 196940"/>
                <a:gd name="connsiteX14" fmla="*/ 128118 w 223008"/>
                <a:gd name="connsiteY14" fmla="*/ 127993 h 196940"/>
                <a:gd name="connsiteX15" fmla="*/ 121728 w 223008"/>
                <a:gd name="connsiteY15" fmla="*/ 101819 h 196940"/>
                <a:gd name="connsiteX16" fmla="*/ 141537 w 223008"/>
                <a:gd name="connsiteY16" fmla="*/ 82029 h 196940"/>
                <a:gd name="connsiteX17" fmla="*/ 141537 w 223008"/>
                <a:gd name="connsiteY17" fmla="*/ 73091 h 196940"/>
                <a:gd name="connsiteX18" fmla="*/ 123645 w 223008"/>
                <a:gd name="connsiteY18" fmla="*/ 55216 h 196940"/>
                <a:gd name="connsiteX19" fmla="*/ 149205 w 223008"/>
                <a:gd name="connsiteY19" fmla="*/ 29680 h 196940"/>
                <a:gd name="connsiteX20" fmla="*/ 149205 w 223008"/>
                <a:gd name="connsiteY20" fmla="*/ 20743 h 196940"/>
                <a:gd name="connsiteX21" fmla="*/ 147288 w 223008"/>
                <a:gd name="connsiteY21" fmla="*/ 18827 h 196940"/>
                <a:gd name="connsiteX22" fmla="*/ 200324 w 223008"/>
                <a:gd name="connsiteY22" fmla="*/ 25211 h 196940"/>
                <a:gd name="connsiteX23" fmla="*/ 197768 w 223008"/>
                <a:gd name="connsiteY23" fmla="*/ 90328 h 196940"/>
                <a:gd name="connsiteX24" fmla="*/ 131313 w 223008"/>
                <a:gd name="connsiteY24" fmla="*/ 13720 h 196940"/>
                <a:gd name="connsiteX25" fmla="*/ 129396 w 223008"/>
                <a:gd name="connsiteY25" fmla="*/ 18189 h 196940"/>
                <a:gd name="connsiteX26" fmla="*/ 131313 w 223008"/>
                <a:gd name="connsiteY26" fmla="*/ 22658 h 196940"/>
                <a:gd name="connsiteX27" fmla="*/ 133869 w 223008"/>
                <a:gd name="connsiteY27" fmla="*/ 25211 h 196940"/>
                <a:gd name="connsiteX28" fmla="*/ 108309 w 223008"/>
                <a:gd name="connsiteY28" fmla="*/ 50747 h 196940"/>
                <a:gd name="connsiteX29" fmla="*/ 108309 w 223008"/>
                <a:gd name="connsiteY29" fmla="*/ 59685 h 196940"/>
                <a:gd name="connsiteX30" fmla="*/ 126201 w 223008"/>
                <a:gd name="connsiteY30" fmla="*/ 77560 h 196940"/>
                <a:gd name="connsiteX31" fmla="*/ 108309 w 223008"/>
                <a:gd name="connsiteY31" fmla="*/ 95435 h 196940"/>
                <a:gd name="connsiteX32" fmla="*/ 106392 w 223008"/>
                <a:gd name="connsiteY32" fmla="*/ 101819 h 196940"/>
                <a:gd name="connsiteX33" fmla="*/ 108309 w 223008"/>
                <a:gd name="connsiteY33" fmla="*/ 109480 h 196940"/>
                <a:gd name="connsiteX34" fmla="*/ 95529 w 223008"/>
                <a:gd name="connsiteY34" fmla="*/ 96712 h 196940"/>
                <a:gd name="connsiteX35" fmla="*/ 105754 w 223008"/>
                <a:gd name="connsiteY35" fmla="*/ 86498 h 196940"/>
                <a:gd name="connsiteX36" fmla="*/ 105754 w 223008"/>
                <a:gd name="connsiteY36" fmla="*/ 77560 h 196940"/>
                <a:gd name="connsiteX37" fmla="*/ 76359 w 223008"/>
                <a:gd name="connsiteY37" fmla="*/ 48832 h 196940"/>
                <a:gd name="connsiteX38" fmla="*/ 96808 w 223008"/>
                <a:gd name="connsiteY38" fmla="*/ 28403 h 196940"/>
                <a:gd name="connsiteX39" fmla="*/ 96808 w 223008"/>
                <a:gd name="connsiteY39" fmla="*/ 19466 h 196940"/>
                <a:gd name="connsiteX40" fmla="*/ 95529 w 223008"/>
                <a:gd name="connsiteY40" fmla="*/ 18189 h 196940"/>
                <a:gd name="connsiteX41" fmla="*/ 55912 w 223008"/>
                <a:gd name="connsiteY41" fmla="*/ 952 h 196940"/>
                <a:gd name="connsiteX42" fmla="*/ 16294 w 223008"/>
                <a:gd name="connsiteY42" fmla="*/ 18189 h 196940"/>
                <a:gd name="connsiteX43" fmla="*/ 16294 w 223008"/>
                <a:gd name="connsiteY43" fmla="*/ 99904 h 196940"/>
                <a:gd name="connsiteX44" fmla="*/ 106392 w 223008"/>
                <a:gd name="connsiteY44" fmla="*/ 195025 h 196940"/>
                <a:gd name="connsiteX45" fmla="*/ 110865 w 223008"/>
                <a:gd name="connsiteY45" fmla="*/ 196941 h 196940"/>
                <a:gd name="connsiteX46" fmla="*/ 112144 w 223008"/>
                <a:gd name="connsiteY46" fmla="*/ 196941 h 196940"/>
                <a:gd name="connsiteX47" fmla="*/ 116616 w 223008"/>
                <a:gd name="connsiteY47" fmla="*/ 195025 h 196940"/>
                <a:gd name="connsiteX48" fmla="*/ 206714 w 223008"/>
                <a:gd name="connsiteY48" fmla="*/ 99904 h 196940"/>
                <a:gd name="connsiteX49" fmla="*/ 206714 w 223008"/>
                <a:gd name="connsiteY49" fmla="*/ 17551 h 196940"/>
                <a:gd name="connsiteX50" fmla="*/ 131313 w 223008"/>
                <a:gd name="connsiteY50" fmla="*/ 13720 h 196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23008" h="196940">
                  <a:moveTo>
                    <a:pt x="197768" y="90328"/>
                  </a:moveTo>
                  <a:lnTo>
                    <a:pt x="112144" y="180981"/>
                  </a:lnTo>
                  <a:lnTo>
                    <a:pt x="26518" y="90328"/>
                  </a:lnTo>
                  <a:cubicBezTo>
                    <a:pt x="9265" y="72453"/>
                    <a:pt x="9265" y="43725"/>
                    <a:pt x="26518" y="25850"/>
                  </a:cubicBezTo>
                  <a:cubicBezTo>
                    <a:pt x="34825" y="17551"/>
                    <a:pt x="45688" y="12443"/>
                    <a:pt x="57189" y="12443"/>
                  </a:cubicBezTo>
                  <a:cubicBezTo>
                    <a:pt x="67414" y="12443"/>
                    <a:pt x="76999" y="16274"/>
                    <a:pt x="84666" y="22658"/>
                  </a:cubicBezTo>
                  <a:lnTo>
                    <a:pt x="64219" y="43087"/>
                  </a:lnTo>
                  <a:cubicBezTo>
                    <a:pt x="61663" y="45640"/>
                    <a:pt x="61663" y="49470"/>
                    <a:pt x="64219" y="52024"/>
                  </a:cubicBezTo>
                  <a:lnTo>
                    <a:pt x="93613" y="80752"/>
                  </a:lnTo>
                  <a:lnTo>
                    <a:pt x="83389" y="90966"/>
                  </a:lnTo>
                  <a:cubicBezTo>
                    <a:pt x="82110" y="92243"/>
                    <a:pt x="81472" y="93520"/>
                    <a:pt x="81472" y="95435"/>
                  </a:cubicBezTo>
                  <a:cubicBezTo>
                    <a:pt x="81472" y="97350"/>
                    <a:pt x="82110" y="98627"/>
                    <a:pt x="83389" y="99904"/>
                  </a:cubicBezTo>
                  <a:lnTo>
                    <a:pt x="117255" y="133739"/>
                  </a:lnTo>
                  <a:cubicBezTo>
                    <a:pt x="119172" y="135654"/>
                    <a:pt x="122367" y="136293"/>
                    <a:pt x="124923" y="135016"/>
                  </a:cubicBezTo>
                  <a:cubicBezTo>
                    <a:pt x="127479" y="133739"/>
                    <a:pt x="128757" y="130547"/>
                    <a:pt x="128118" y="127993"/>
                  </a:cubicBezTo>
                  <a:lnTo>
                    <a:pt x="121728" y="101819"/>
                  </a:lnTo>
                  <a:lnTo>
                    <a:pt x="141537" y="82029"/>
                  </a:lnTo>
                  <a:cubicBezTo>
                    <a:pt x="144093" y="79475"/>
                    <a:pt x="144093" y="75645"/>
                    <a:pt x="141537" y="73091"/>
                  </a:cubicBezTo>
                  <a:lnTo>
                    <a:pt x="123645" y="55216"/>
                  </a:lnTo>
                  <a:lnTo>
                    <a:pt x="149205" y="29680"/>
                  </a:lnTo>
                  <a:cubicBezTo>
                    <a:pt x="151761" y="27127"/>
                    <a:pt x="151761" y="23296"/>
                    <a:pt x="149205" y="20743"/>
                  </a:cubicBezTo>
                  <a:lnTo>
                    <a:pt x="147288" y="18827"/>
                  </a:lnTo>
                  <a:cubicBezTo>
                    <a:pt x="163902" y="8613"/>
                    <a:pt x="186267" y="11167"/>
                    <a:pt x="200324" y="25211"/>
                  </a:cubicBezTo>
                  <a:cubicBezTo>
                    <a:pt x="215021" y="43725"/>
                    <a:pt x="215021" y="72453"/>
                    <a:pt x="197768" y="90328"/>
                  </a:cubicBezTo>
                  <a:moveTo>
                    <a:pt x="131313" y="13720"/>
                  </a:moveTo>
                  <a:cubicBezTo>
                    <a:pt x="130035" y="14997"/>
                    <a:pt x="129396" y="16274"/>
                    <a:pt x="129396" y="18189"/>
                  </a:cubicBezTo>
                  <a:cubicBezTo>
                    <a:pt x="129396" y="20104"/>
                    <a:pt x="130035" y="21381"/>
                    <a:pt x="131313" y="22658"/>
                  </a:cubicBezTo>
                  <a:lnTo>
                    <a:pt x="133869" y="25211"/>
                  </a:lnTo>
                  <a:lnTo>
                    <a:pt x="108309" y="50747"/>
                  </a:lnTo>
                  <a:cubicBezTo>
                    <a:pt x="105754" y="53301"/>
                    <a:pt x="105754" y="57131"/>
                    <a:pt x="108309" y="59685"/>
                  </a:cubicBezTo>
                  <a:lnTo>
                    <a:pt x="126201" y="77560"/>
                  </a:lnTo>
                  <a:lnTo>
                    <a:pt x="108309" y="95435"/>
                  </a:lnTo>
                  <a:cubicBezTo>
                    <a:pt x="107031" y="96712"/>
                    <a:pt x="106392" y="99265"/>
                    <a:pt x="106392" y="101819"/>
                  </a:cubicBezTo>
                  <a:lnTo>
                    <a:pt x="108309" y="109480"/>
                  </a:lnTo>
                  <a:lnTo>
                    <a:pt x="95529" y="96712"/>
                  </a:lnTo>
                  <a:lnTo>
                    <a:pt x="105754" y="86498"/>
                  </a:lnTo>
                  <a:cubicBezTo>
                    <a:pt x="108309" y="83944"/>
                    <a:pt x="108309" y="80114"/>
                    <a:pt x="105754" y="77560"/>
                  </a:cubicBezTo>
                  <a:lnTo>
                    <a:pt x="76359" y="48832"/>
                  </a:lnTo>
                  <a:lnTo>
                    <a:pt x="96808" y="28403"/>
                  </a:lnTo>
                  <a:cubicBezTo>
                    <a:pt x="99364" y="25850"/>
                    <a:pt x="99364" y="22019"/>
                    <a:pt x="96808" y="19466"/>
                  </a:cubicBezTo>
                  <a:lnTo>
                    <a:pt x="95529" y="18189"/>
                  </a:lnTo>
                  <a:cubicBezTo>
                    <a:pt x="84666" y="7336"/>
                    <a:pt x="70609" y="952"/>
                    <a:pt x="55912" y="952"/>
                  </a:cubicBezTo>
                  <a:cubicBezTo>
                    <a:pt x="40576" y="952"/>
                    <a:pt x="26518" y="6698"/>
                    <a:pt x="16294" y="18189"/>
                  </a:cubicBezTo>
                  <a:cubicBezTo>
                    <a:pt x="-5431" y="40533"/>
                    <a:pt x="-5431" y="77560"/>
                    <a:pt x="16294" y="99904"/>
                  </a:cubicBezTo>
                  <a:lnTo>
                    <a:pt x="106392" y="195025"/>
                  </a:lnTo>
                  <a:cubicBezTo>
                    <a:pt x="107670" y="196302"/>
                    <a:pt x="109587" y="196941"/>
                    <a:pt x="110865" y="196941"/>
                  </a:cubicBezTo>
                  <a:lnTo>
                    <a:pt x="112144" y="196941"/>
                  </a:lnTo>
                  <a:cubicBezTo>
                    <a:pt x="114060" y="196941"/>
                    <a:pt x="115338" y="196302"/>
                    <a:pt x="116616" y="195025"/>
                  </a:cubicBezTo>
                  <a:lnTo>
                    <a:pt x="206714" y="99904"/>
                  </a:lnTo>
                  <a:cubicBezTo>
                    <a:pt x="228440" y="77560"/>
                    <a:pt x="228440" y="40533"/>
                    <a:pt x="206714" y="17551"/>
                  </a:cubicBezTo>
                  <a:cubicBezTo>
                    <a:pt x="186905" y="-4155"/>
                    <a:pt x="153038" y="-6070"/>
                    <a:pt x="131313" y="13720"/>
                  </a:cubicBezTo>
                </a:path>
              </a:pathLst>
            </a:custGeom>
            <a:solidFill>
              <a:srgbClr val="0076A8"/>
            </a:solidFill>
            <a:ln w="6390" cap="flat">
              <a:noFill/>
              <a:prstDash val="solid"/>
              <a:miter/>
            </a:ln>
          </p:spPr>
          <p:txBody>
            <a:bodyPr rtlCol="0" anchor="ctr"/>
            <a:lstStyle/>
            <a:p>
              <a:endParaRPr lang="en-US"/>
            </a:p>
          </p:txBody>
        </p:sp>
      </p:grpSp>
      <p:grpSp>
        <p:nvGrpSpPr>
          <p:cNvPr id="881" name="Graphic 4">
            <a:extLst>
              <a:ext uri="{FF2B5EF4-FFF2-40B4-BE49-F238E27FC236}">
                <a16:creationId xmlns:a16="http://schemas.microsoft.com/office/drawing/2014/main" id="{3B703F93-F0BE-2540-B41A-1096544AEA81}"/>
              </a:ext>
            </a:extLst>
          </p:cNvPr>
          <p:cNvGrpSpPr/>
          <p:nvPr/>
        </p:nvGrpSpPr>
        <p:grpSpPr>
          <a:xfrm>
            <a:off x="9887149" y="2855717"/>
            <a:ext cx="361670" cy="361333"/>
            <a:chOff x="9887149" y="2855717"/>
            <a:chExt cx="361670" cy="361333"/>
          </a:xfrm>
          <a:solidFill>
            <a:srgbClr val="0076A8"/>
          </a:solidFill>
        </p:grpSpPr>
        <p:sp>
          <p:nvSpPr>
            <p:cNvPr id="882" name="Graphic 4">
              <a:extLst>
                <a:ext uri="{FF2B5EF4-FFF2-40B4-BE49-F238E27FC236}">
                  <a16:creationId xmlns:a16="http://schemas.microsoft.com/office/drawing/2014/main" id="{A5B05139-CCE5-1D45-9EF0-DFEB0A78CFEA}"/>
                </a:ext>
              </a:extLst>
            </p:cNvPr>
            <p:cNvSpPr/>
            <p:nvPr/>
          </p:nvSpPr>
          <p:spPr>
            <a:xfrm>
              <a:off x="9887149" y="2855717"/>
              <a:ext cx="361670" cy="361333"/>
            </a:xfrm>
            <a:custGeom>
              <a:avLst/>
              <a:gdLst>
                <a:gd name="connsiteX0" fmla="*/ 180835 w 361670"/>
                <a:gd name="connsiteY0" fmla="*/ 349204 h 361333"/>
                <a:gd name="connsiteX1" fmla="*/ 12780 w 361670"/>
                <a:gd name="connsiteY1" fmla="*/ 181305 h 361333"/>
                <a:gd name="connsiteX2" fmla="*/ 180835 w 361670"/>
                <a:gd name="connsiteY2" fmla="*/ 13406 h 361333"/>
                <a:gd name="connsiteX3" fmla="*/ 348890 w 361670"/>
                <a:gd name="connsiteY3" fmla="*/ 181305 h 361333"/>
                <a:gd name="connsiteX4" fmla="*/ 180835 w 361670"/>
                <a:gd name="connsiteY4" fmla="*/ 349204 h 361333"/>
                <a:gd name="connsiteX5" fmla="*/ 180835 w 361670"/>
                <a:gd name="connsiteY5" fmla="*/ 0 h 361333"/>
                <a:gd name="connsiteX6" fmla="*/ 0 w 361670"/>
                <a:gd name="connsiteY6" fmla="*/ 180667 h 361333"/>
                <a:gd name="connsiteX7" fmla="*/ 180835 w 361670"/>
                <a:gd name="connsiteY7" fmla="*/ 361333 h 361333"/>
                <a:gd name="connsiteX8" fmla="*/ 361670 w 361670"/>
                <a:gd name="connsiteY8" fmla="*/ 180667 h 361333"/>
                <a:gd name="connsiteX9" fmla="*/ 180835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234"/>
                    <a:pt x="273489" y="349204"/>
                    <a:pt x="180835" y="349204"/>
                  </a:cubicBezTo>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0438"/>
                    <a:pt x="281157" y="0"/>
                    <a:pt x="180835" y="0"/>
                  </a:cubicBezTo>
                </a:path>
              </a:pathLst>
            </a:custGeom>
            <a:solidFill>
              <a:srgbClr val="0076A8"/>
            </a:solidFill>
            <a:ln w="6390" cap="flat">
              <a:noFill/>
              <a:prstDash val="solid"/>
              <a:miter/>
            </a:ln>
          </p:spPr>
          <p:txBody>
            <a:bodyPr rtlCol="0" anchor="ctr"/>
            <a:lstStyle/>
            <a:p>
              <a:endParaRPr lang="en-US"/>
            </a:p>
          </p:txBody>
        </p:sp>
        <p:sp>
          <p:nvSpPr>
            <p:cNvPr id="883" name="Graphic 4">
              <a:extLst>
                <a:ext uri="{FF2B5EF4-FFF2-40B4-BE49-F238E27FC236}">
                  <a16:creationId xmlns:a16="http://schemas.microsoft.com/office/drawing/2014/main" id="{CFD553BD-EFF4-6D44-BD35-655ACBDA78BF}"/>
                </a:ext>
              </a:extLst>
            </p:cNvPr>
            <p:cNvSpPr/>
            <p:nvPr/>
          </p:nvSpPr>
          <p:spPr>
            <a:xfrm>
              <a:off x="9965106" y="2933602"/>
              <a:ext cx="205755" cy="205564"/>
            </a:xfrm>
            <a:custGeom>
              <a:avLst/>
              <a:gdLst>
                <a:gd name="connsiteX0" fmla="*/ 192976 w 205755"/>
                <a:gd name="connsiteY0" fmla="*/ 130872 h 205564"/>
                <a:gd name="connsiteX1" fmla="*/ 137384 w 205755"/>
                <a:gd name="connsiteY1" fmla="*/ 130872 h 205564"/>
                <a:gd name="connsiteX2" fmla="*/ 130994 w 205755"/>
                <a:gd name="connsiteY2" fmla="*/ 137256 h 205564"/>
                <a:gd name="connsiteX3" fmla="*/ 130994 w 205755"/>
                <a:gd name="connsiteY3" fmla="*/ 192796 h 205564"/>
                <a:gd name="connsiteX4" fmla="*/ 74762 w 205755"/>
                <a:gd name="connsiteY4" fmla="*/ 192796 h 205564"/>
                <a:gd name="connsiteX5" fmla="*/ 74762 w 205755"/>
                <a:gd name="connsiteY5" fmla="*/ 137256 h 205564"/>
                <a:gd name="connsiteX6" fmla="*/ 68372 w 205755"/>
                <a:gd name="connsiteY6" fmla="*/ 130872 h 205564"/>
                <a:gd name="connsiteX7" fmla="*/ 12780 w 205755"/>
                <a:gd name="connsiteY7" fmla="*/ 130872 h 205564"/>
                <a:gd name="connsiteX8" fmla="*/ 12780 w 205755"/>
                <a:gd name="connsiteY8" fmla="*/ 74693 h 205564"/>
                <a:gd name="connsiteX9" fmla="*/ 68372 w 205755"/>
                <a:gd name="connsiteY9" fmla="*/ 74693 h 205564"/>
                <a:gd name="connsiteX10" fmla="*/ 74762 w 205755"/>
                <a:gd name="connsiteY10" fmla="*/ 68309 h 205564"/>
                <a:gd name="connsiteX11" fmla="*/ 74762 w 205755"/>
                <a:gd name="connsiteY11" fmla="*/ 12768 h 205564"/>
                <a:gd name="connsiteX12" fmla="*/ 130994 w 205755"/>
                <a:gd name="connsiteY12" fmla="*/ 12768 h 205564"/>
                <a:gd name="connsiteX13" fmla="*/ 130994 w 205755"/>
                <a:gd name="connsiteY13" fmla="*/ 68309 h 205564"/>
                <a:gd name="connsiteX14" fmla="*/ 137384 w 205755"/>
                <a:gd name="connsiteY14" fmla="*/ 74693 h 205564"/>
                <a:gd name="connsiteX15" fmla="*/ 192976 w 205755"/>
                <a:gd name="connsiteY15" fmla="*/ 74693 h 205564"/>
                <a:gd name="connsiteX16" fmla="*/ 192976 w 205755"/>
                <a:gd name="connsiteY16" fmla="*/ 130872 h 205564"/>
                <a:gd name="connsiteX17" fmla="*/ 199366 w 205755"/>
                <a:gd name="connsiteY17" fmla="*/ 61925 h 205564"/>
                <a:gd name="connsiteX18" fmla="*/ 143774 w 205755"/>
                <a:gd name="connsiteY18" fmla="*/ 61925 h 205564"/>
                <a:gd name="connsiteX19" fmla="*/ 143774 w 205755"/>
                <a:gd name="connsiteY19" fmla="*/ 6384 h 205564"/>
                <a:gd name="connsiteX20" fmla="*/ 137384 w 205755"/>
                <a:gd name="connsiteY20" fmla="*/ 0 h 205564"/>
                <a:gd name="connsiteX21" fmla="*/ 68372 w 205755"/>
                <a:gd name="connsiteY21" fmla="*/ 0 h 205564"/>
                <a:gd name="connsiteX22" fmla="*/ 61982 w 205755"/>
                <a:gd name="connsiteY22" fmla="*/ 6384 h 205564"/>
                <a:gd name="connsiteX23" fmla="*/ 61982 w 205755"/>
                <a:gd name="connsiteY23" fmla="*/ 61925 h 205564"/>
                <a:gd name="connsiteX24" fmla="*/ 6390 w 205755"/>
                <a:gd name="connsiteY24" fmla="*/ 61925 h 205564"/>
                <a:gd name="connsiteX25" fmla="*/ 0 w 205755"/>
                <a:gd name="connsiteY25" fmla="*/ 68309 h 205564"/>
                <a:gd name="connsiteX26" fmla="*/ 0 w 205755"/>
                <a:gd name="connsiteY26" fmla="*/ 137256 h 205564"/>
                <a:gd name="connsiteX27" fmla="*/ 6390 w 205755"/>
                <a:gd name="connsiteY27" fmla="*/ 143640 h 205564"/>
                <a:gd name="connsiteX28" fmla="*/ 61982 w 205755"/>
                <a:gd name="connsiteY28" fmla="*/ 143640 h 205564"/>
                <a:gd name="connsiteX29" fmla="*/ 61982 w 205755"/>
                <a:gd name="connsiteY29" fmla="*/ 199180 h 205564"/>
                <a:gd name="connsiteX30" fmla="*/ 68372 w 205755"/>
                <a:gd name="connsiteY30" fmla="*/ 205564 h 205564"/>
                <a:gd name="connsiteX31" fmla="*/ 137384 w 205755"/>
                <a:gd name="connsiteY31" fmla="*/ 205564 h 205564"/>
                <a:gd name="connsiteX32" fmla="*/ 143774 w 205755"/>
                <a:gd name="connsiteY32" fmla="*/ 199180 h 205564"/>
                <a:gd name="connsiteX33" fmla="*/ 143774 w 205755"/>
                <a:gd name="connsiteY33" fmla="*/ 143640 h 205564"/>
                <a:gd name="connsiteX34" fmla="*/ 199366 w 205755"/>
                <a:gd name="connsiteY34" fmla="*/ 143640 h 205564"/>
                <a:gd name="connsiteX35" fmla="*/ 205756 w 205755"/>
                <a:gd name="connsiteY35" fmla="*/ 137256 h 205564"/>
                <a:gd name="connsiteX36" fmla="*/ 205756 w 205755"/>
                <a:gd name="connsiteY36" fmla="*/ 68309 h 205564"/>
                <a:gd name="connsiteX37" fmla="*/ 199366 w 205755"/>
                <a:gd name="connsiteY37" fmla="*/ 61925 h 205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05755" h="205564">
                  <a:moveTo>
                    <a:pt x="192976" y="130872"/>
                  </a:moveTo>
                  <a:lnTo>
                    <a:pt x="137384" y="130872"/>
                  </a:lnTo>
                  <a:cubicBezTo>
                    <a:pt x="133550" y="130872"/>
                    <a:pt x="130994" y="133425"/>
                    <a:pt x="130994" y="137256"/>
                  </a:cubicBezTo>
                  <a:lnTo>
                    <a:pt x="130994" y="192796"/>
                  </a:lnTo>
                  <a:lnTo>
                    <a:pt x="74762" y="192796"/>
                  </a:lnTo>
                  <a:lnTo>
                    <a:pt x="74762" y="137256"/>
                  </a:lnTo>
                  <a:cubicBezTo>
                    <a:pt x="74762" y="133425"/>
                    <a:pt x="72207" y="130872"/>
                    <a:pt x="68372" y="130872"/>
                  </a:cubicBezTo>
                  <a:lnTo>
                    <a:pt x="12780" y="130872"/>
                  </a:lnTo>
                  <a:lnTo>
                    <a:pt x="12780" y="74693"/>
                  </a:lnTo>
                  <a:lnTo>
                    <a:pt x="68372" y="74693"/>
                  </a:lnTo>
                  <a:cubicBezTo>
                    <a:pt x="72207" y="74693"/>
                    <a:pt x="74762" y="72139"/>
                    <a:pt x="74762" y="68309"/>
                  </a:cubicBezTo>
                  <a:lnTo>
                    <a:pt x="74762" y="12768"/>
                  </a:lnTo>
                  <a:lnTo>
                    <a:pt x="130994" y="12768"/>
                  </a:lnTo>
                  <a:lnTo>
                    <a:pt x="130994" y="68309"/>
                  </a:lnTo>
                  <a:cubicBezTo>
                    <a:pt x="130994" y="72139"/>
                    <a:pt x="133550" y="74693"/>
                    <a:pt x="137384" y="74693"/>
                  </a:cubicBezTo>
                  <a:lnTo>
                    <a:pt x="192976" y="74693"/>
                  </a:lnTo>
                  <a:lnTo>
                    <a:pt x="192976" y="130872"/>
                  </a:lnTo>
                  <a:close/>
                  <a:moveTo>
                    <a:pt x="199366" y="61925"/>
                  </a:moveTo>
                  <a:lnTo>
                    <a:pt x="143774" y="61925"/>
                  </a:lnTo>
                  <a:lnTo>
                    <a:pt x="143774" y="6384"/>
                  </a:lnTo>
                  <a:cubicBezTo>
                    <a:pt x="143774" y="2554"/>
                    <a:pt x="141217" y="0"/>
                    <a:pt x="137384" y="0"/>
                  </a:cubicBezTo>
                  <a:lnTo>
                    <a:pt x="68372" y="0"/>
                  </a:lnTo>
                  <a:cubicBezTo>
                    <a:pt x="64538" y="0"/>
                    <a:pt x="61982" y="2554"/>
                    <a:pt x="61982" y="6384"/>
                  </a:cubicBezTo>
                  <a:lnTo>
                    <a:pt x="61982" y="61925"/>
                  </a:lnTo>
                  <a:lnTo>
                    <a:pt x="6390" y="61925"/>
                  </a:lnTo>
                  <a:cubicBezTo>
                    <a:pt x="2556" y="61925"/>
                    <a:pt x="0" y="64478"/>
                    <a:pt x="0" y="68309"/>
                  </a:cubicBezTo>
                  <a:lnTo>
                    <a:pt x="0" y="137256"/>
                  </a:lnTo>
                  <a:cubicBezTo>
                    <a:pt x="0" y="141086"/>
                    <a:pt x="2556" y="143640"/>
                    <a:pt x="6390" y="143640"/>
                  </a:cubicBezTo>
                  <a:lnTo>
                    <a:pt x="61982" y="143640"/>
                  </a:lnTo>
                  <a:lnTo>
                    <a:pt x="61982" y="199180"/>
                  </a:lnTo>
                  <a:cubicBezTo>
                    <a:pt x="61982" y="203011"/>
                    <a:pt x="64538" y="205564"/>
                    <a:pt x="68372" y="205564"/>
                  </a:cubicBezTo>
                  <a:lnTo>
                    <a:pt x="137384" y="205564"/>
                  </a:lnTo>
                  <a:cubicBezTo>
                    <a:pt x="141217" y="205564"/>
                    <a:pt x="143774" y="203011"/>
                    <a:pt x="143774" y="199180"/>
                  </a:cubicBezTo>
                  <a:lnTo>
                    <a:pt x="143774" y="143640"/>
                  </a:lnTo>
                  <a:lnTo>
                    <a:pt x="199366" y="143640"/>
                  </a:lnTo>
                  <a:cubicBezTo>
                    <a:pt x="203200" y="143640"/>
                    <a:pt x="205756" y="141086"/>
                    <a:pt x="205756" y="137256"/>
                  </a:cubicBezTo>
                  <a:lnTo>
                    <a:pt x="205756" y="68309"/>
                  </a:lnTo>
                  <a:cubicBezTo>
                    <a:pt x="205756" y="65117"/>
                    <a:pt x="203200" y="61925"/>
                    <a:pt x="199366" y="61925"/>
                  </a:cubicBezTo>
                </a:path>
              </a:pathLst>
            </a:custGeom>
            <a:solidFill>
              <a:srgbClr val="0076A8"/>
            </a:solidFill>
            <a:ln w="6390" cap="flat">
              <a:noFill/>
              <a:prstDash val="solid"/>
              <a:miter/>
            </a:ln>
          </p:spPr>
          <p:txBody>
            <a:bodyPr rtlCol="0" anchor="ctr"/>
            <a:lstStyle/>
            <a:p>
              <a:endParaRPr lang="en-US"/>
            </a:p>
          </p:txBody>
        </p:sp>
      </p:grpSp>
      <p:grpSp>
        <p:nvGrpSpPr>
          <p:cNvPr id="884" name="Graphic 4">
            <a:extLst>
              <a:ext uri="{FF2B5EF4-FFF2-40B4-BE49-F238E27FC236}">
                <a16:creationId xmlns:a16="http://schemas.microsoft.com/office/drawing/2014/main" id="{B75F20C9-DCA0-7F47-A4DE-5BBA80C28530}"/>
              </a:ext>
            </a:extLst>
          </p:cNvPr>
          <p:cNvGrpSpPr/>
          <p:nvPr/>
        </p:nvGrpSpPr>
        <p:grpSpPr>
          <a:xfrm>
            <a:off x="8841116" y="3339623"/>
            <a:ext cx="361674" cy="361333"/>
            <a:chOff x="8841116" y="3339623"/>
            <a:chExt cx="361674" cy="361333"/>
          </a:xfrm>
          <a:solidFill>
            <a:srgbClr val="0076A8"/>
          </a:solidFill>
        </p:grpSpPr>
        <p:sp>
          <p:nvSpPr>
            <p:cNvPr id="885" name="Graphic 4">
              <a:extLst>
                <a:ext uri="{FF2B5EF4-FFF2-40B4-BE49-F238E27FC236}">
                  <a16:creationId xmlns:a16="http://schemas.microsoft.com/office/drawing/2014/main" id="{A6292A49-D2DD-E743-8250-CC566F4216AF}"/>
                </a:ext>
              </a:extLst>
            </p:cNvPr>
            <p:cNvSpPr/>
            <p:nvPr/>
          </p:nvSpPr>
          <p:spPr>
            <a:xfrm>
              <a:off x="8841116" y="3339623"/>
              <a:ext cx="361674" cy="361333"/>
            </a:xfrm>
            <a:custGeom>
              <a:avLst/>
              <a:gdLst>
                <a:gd name="connsiteX0" fmla="*/ 180836 w 361674"/>
                <a:gd name="connsiteY0" fmla="*/ 349204 h 361333"/>
                <a:gd name="connsiteX1" fmla="*/ 12780 w 361674"/>
                <a:gd name="connsiteY1" fmla="*/ 181305 h 361333"/>
                <a:gd name="connsiteX2" fmla="*/ 180836 w 361674"/>
                <a:gd name="connsiteY2" fmla="*/ 13406 h 361333"/>
                <a:gd name="connsiteX3" fmla="*/ 348890 w 361674"/>
                <a:gd name="connsiteY3" fmla="*/ 181305 h 361333"/>
                <a:gd name="connsiteX4" fmla="*/ 180836 w 361674"/>
                <a:gd name="connsiteY4" fmla="*/ 349204 h 361333"/>
                <a:gd name="connsiteX5" fmla="*/ 180836 w 361674"/>
                <a:gd name="connsiteY5" fmla="*/ 0 h 361333"/>
                <a:gd name="connsiteX6" fmla="*/ 0 w 361674"/>
                <a:gd name="connsiteY6" fmla="*/ 180667 h 361333"/>
                <a:gd name="connsiteX7" fmla="*/ 180836 w 361674"/>
                <a:gd name="connsiteY7" fmla="*/ 361333 h 361333"/>
                <a:gd name="connsiteX8" fmla="*/ 361670 w 361674"/>
                <a:gd name="connsiteY8" fmla="*/ 180667 h 361333"/>
                <a:gd name="connsiteX9" fmla="*/ 180836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349204"/>
                  </a:moveTo>
                  <a:cubicBezTo>
                    <a:pt x="88181" y="349204"/>
                    <a:pt x="12780" y="273873"/>
                    <a:pt x="12780" y="181305"/>
                  </a:cubicBezTo>
                  <a:cubicBezTo>
                    <a:pt x="12780" y="88738"/>
                    <a:pt x="88181" y="13406"/>
                    <a:pt x="180836" y="13406"/>
                  </a:cubicBezTo>
                  <a:cubicBezTo>
                    <a:pt x="273490" y="13406"/>
                    <a:pt x="348890" y="88738"/>
                    <a:pt x="348890" y="181305"/>
                  </a:cubicBezTo>
                  <a:cubicBezTo>
                    <a:pt x="349530" y="273873"/>
                    <a:pt x="274128" y="349204"/>
                    <a:pt x="180836" y="349204"/>
                  </a:cubicBezTo>
                  <a:moveTo>
                    <a:pt x="180836" y="0"/>
                  </a:moveTo>
                  <a:cubicBezTo>
                    <a:pt x="80513" y="0"/>
                    <a:pt x="0" y="81077"/>
                    <a:pt x="0" y="180667"/>
                  </a:cubicBezTo>
                  <a:cubicBezTo>
                    <a:pt x="0" y="280895"/>
                    <a:pt x="81153" y="361333"/>
                    <a:pt x="180836" y="361333"/>
                  </a:cubicBezTo>
                  <a:cubicBezTo>
                    <a:pt x="280518" y="361333"/>
                    <a:pt x="361670" y="280257"/>
                    <a:pt x="361670" y="180667"/>
                  </a:cubicBezTo>
                  <a:cubicBezTo>
                    <a:pt x="362310" y="81077"/>
                    <a:pt x="281157" y="0"/>
                    <a:pt x="180836" y="0"/>
                  </a:cubicBezTo>
                </a:path>
              </a:pathLst>
            </a:custGeom>
            <a:solidFill>
              <a:srgbClr val="0076A8"/>
            </a:solidFill>
            <a:ln w="6390" cap="flat">
              <a:noFill/>
              <a:prstDash val="solid"/>
              <a:miter/>
            </a:ln>
          </p:spPr>
          <p:txBody>
            <a:bodyPr rtlCol="0" anchor="ctr"/>
            <a:lstStyle/>
            <a:p>
              <a:endParaRPr lang="en-US"/>
            </a:p>
          </p:txBody>
        </p:sp>
        <p:sp>
          <p:nvSpPr>
            <p:cNvPr id="886" name="Graphic 4">
              <a:extLst>
                <a:ext uri="{FF2B5EF4-FFF2-40B4-BE49-F238E27FC236}">
                  <a16:creationId xmlns:a16="http://schemas.microsoft.com/office/drawing/2014/main" id="{48DAC825-1545-4A4F-A2DA-B1A275A34B5B}"/>
                </a:ext>
              </a:extLst>
            </p:cNvPr>
            <p:cNvSpPr/>
            <p:nvPr/>
          </p:nvSpPr>
          <p:spPr>
            <a:xfrm>
              <a:off x="8921629" y="3434106"/>
              <a:ext cx="200644" cy="173644"/>
            </a:xfrm>
            <a:custGeom>
              <a:avLst/>
              <a:gdLst>
                <a:gd name="connsiteX0" fmla="*/ 187864 w 200644"/>
                <a:gd name="connsiteY0" fmla="*/ 160876 h 173644"/>
                <a:gd name="connsiteX1" fmla="*/ 12780 w 200644"/>
                <a:gd name="connsiteY1" fmla="*/ 160876 h 173644"/>
                <a:gd name="connsiteX2" fmla="*/ 12780 w 200644"/>
                <a:gd name="connsiteY2" fmla="*/ 39581 h 173644"/>
                <a:gd name="connsiteX3" fmla="*/ 187864 w 200644"/>
                <a:gd name="connsiteY3" fmla="*/ 39581 h 173644"/>
                <a:gd name="connsiteX4" fmla="*/ 187864 w 200644"/>
                <a:gd name="connsiteY4" fmla="*/ 160876 h 173644"/>
                <a:gd name="connsiteX5" fmla="*/ 79874 w 200644"/>
                <a:gd name="connsiteY5" fmla="*/ 12768 h 173644"/>
                <a:gd name="connsiteX6" fmla="*/ 120770 w 200644"/>
                <a:gd name="connsiteY6" fmla="*/ 12768 h 173644"/>
                <a:gd name="connsiteX7" fmla="*/ 120770 w 200644"/>
                <a:gd name="connsiteY7" fmla="*/ 26813 h 173644"/>
                <a:gd name="connsiteX8" fmla="*/ 79874 w 200644"/>
                <a:gd name="connsiteY8" fmla="*/ 26813 h 173644"/>
                <a:gd name="connsiteX9" fmla="*/ 79874 w 200644"/>
                <a:gd name="connsiteY9" fmla="*/ 12768 h 173644"/>
                <a:gd name="connsiteX10" fmla="*/ 194254 w 200644"/>
                <a:gd name="connsiteY10" fmla="*/ 26813 h 173644"/>
                <a:gd name="connsiteX11" fmla="*/ 133550 w 200644"/>
                <a:gd name="connsiteY11" fmla="*/ 26813 h 173644"/>
                <a:gd name="connsiteX12" fmla="*/ 133550 w 200644"/>
                <a:gd name="connsiteY12" fmla="*/ 6384 h 173644"/>
                <a:gd name="connsiteX13" fmla="*/ 127160 w 200644"/>
                <a:gd name="connsiteY13" fmla="*/ 0 h 173644"/>
                <a:gd name="connsiteX14" fmla="*/ 73484 w 200644"/>
                <a:gd name="connsiteY14" fmla="*/ 0 h 173644"/>
                <a:gd name="connsiteX15" fmla="*/ 67094 w 200644"/>
                <a:gd name="connsiteY15" fmla="*/ 6384 h 173644"/>
                <a:gd name="connsiteX16" fmla="*/ 67094 w 200644"/>
                <a:gd name="connsiteY16" fmla="*/ 26813 h 173644"/>
                <a:gd name="connsiteX17" fmla="*/ 6390 w 200644"/>
                <a:gd name="connsiteY17" fmla="*/ 26813 h 173644"/>
                <a:gd name="connsiteX18" fmla="*/ 0 w 200644"/>
                <a:gd name="connsiteY18" fmla="*/ 33197 h 173644"/>
                <a:gd name="connsiteX19" fmla="*/ 0 w 200644"/>
                <a:gd name="connsiteY19" fmla="*/ 167260 h 173644"/>
                <a:gd name="connsiteX20" fmla="*/ 6390 w 200644"/>
                <a:gd name="connsiteY20" fmla="*/ 173644 h 173644"/>
                <a:gd name="connsiteX21" fmla="*/ 194254 w 200644"/>
                <a:gd name="connsiteY21" fmla="*/ 173644 h 173644"/>
                <a:gd name="connsiteX22" fmla="*/ 200644 w 200644"/>
                <a:gd name="connsiteY22" fmla="*/ 167260 h 173644"/>
                <a:gd name="connsiteX23" fmla="*/ 200644 w 200644"/>
                <a:gd name="connsiteY23" fmla="*/ 33197 h 173644"/>
                <a:gd name="connsiteX24" fmla="*/ 194254 w 200644"/>
                <a:gd name="connsiteY24" fmla="*/ 26813 h 173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0644" h="173644">
                  <a:moveTo>
                    <a:pt x="187864" y="160876"/>
                  </a:moveTo>
                  <a:lnTo>
                    <a:pt x="12780" y="160876"/>
                  </a:lnTo>
                  <a:lnTo>
                    <a:pt x="12780" y="39581"/>
                  </a:lnTo>
                  <a:lnTo>
                    <a:pt x="187864" y="39581"/>
                  </a:lnTo>
                  <a:lnTo>
                    <a:pt x="187864" y="160876"/>
                  </a:lnTo>
                  <a:close/>
                  <a:moveTo>
                    <a:pt x="79874" y="12768"/>
                  </a:moveTo>
                  <a:lnTo>
                    <a:pt x="120770" y="12768"/>
                  </a:lnTo>
                  <a:lnTo>
                    <a:pt x="120770" y="26813"/>
                  </a:lnTo>
                  <a:lnTo>
                    <a:pt x="79874" y="26813"/>
                  </a:lnTo>
                  <a:lnTo>
                    <a:pt x="79874" y="12768"/>
                  </a:lnTo>
                  <a:close/>
                  <a:moveTo>
                    <a:pt x="194254" y="26813"/>
                  </a:moveTo>
                  <a:lnTo>
                    <a:pt x="133550" y="26813"/>
                  </a:lnTo>
                  <a:lnTo>
                    <a:pt x="133550" y="6384"/>
                  </a:lnTo>
                  <a:cubicBezTo>
                    <a:pt x="133550" y="2554"/>
                    <a:pt x="130994" y="0"/>
                    <a:pt x="127160" y="0"/>
                  </a:cubicBezTo>
                  <a:lnTo>
                    <a:pt x="73484" y="0"/>
                  </a:lnTo>
                  <a:cubicBezTo>
                    <a:pt x="69650" y="0"/>
                    <a:pt x="67094" y="2554"/>
                    <a:pt x="67094" y="6384"/>
                  </a:cubicBezTo>
                  <a:lnTo>
                    <a:pt x="67094" y="26813"/>
                  </a:lnTo>
                  <a:lnTo>
                    <a:pt x="6390" y="26813"/>
                  </a:lnTo>
                  <a:cubicBezTo>
                    <a:pt x="2556" y="26813"/>
                    <a:pt x="0" y="29367"/>
                    <a:pt x="0" y="33197"/>
                  </a:cubicBezTo>
                  <a:lnTo>
                    <a:pt x="0" y="167260"/>
                  </a:lnTo>
                  <a:cubicBezTo>
                    <a:pt x="0" y="171091"/>
                    <a:pt x="2556" y="173644"/>
                    <a:pt x="6390" y="173644"/>
                  </a:cubicBezTo>
                  <a:lnTo>
                    <a:pt x="194254" y="173644"/>
                  </a:lnTo>
                  <a:cubicBezTo>
                    <a:pt x="198088" y="173644"/>
                    <a:pt x="200644" y="171091"/>
                    <a:pt x="200644" y="167260"/>
                  </a:cubicBezTo>
                  <a:lnTo>
                    <a:pt x="200644" y="33197"/>
                  </a:lnTo>
                  <a:cubicBezTo>
                    <a:pt x="200644" y="29367"/>
                    <a:pt x="198088" y="26813"/>
                    <a:pt x="194254" y="26813"/>
                  </a:cubicBezTo>
                </a:path>
              </a:pathLst>
            </a:custGeom>
            <a:solidFill>
              <a:srgbClr val="0076A8"/>
            </a:solidFill>
            <a:ln w="6390" cap="flat">
              <a:noFill/>
              <a:prstDash val="solid"/>
              <a:miter/>
            </a:ln>
          </p:spPr>
          <p:txBody>
            <a:bodyPr rtlCol="0" anchor="ctr"/>
            <a:lstStyle/>
            <a:p>
              <a:endParaRPr lang="en-US"/>
            </a:p>
          </p:txBody>
        </p:sp>
        <p:sp>
          <p:nvSpPr>
            <p:cNvPr id="887" name="Graphic 4">
              <a:extLst>
                <a:ext uri="{FF2B5EF4-FFF2-40B4-BE49-F238E27FC236}">
                  <a16:creationId xmlns:a16="http://schemas.microsoft.com/office/drawing/2014/main" id="{050D3140-5629-ED40-B25C-085FA46C968E}"/>
                </a:ext>
              </a:extLst>
            </p:cNvPr>
            <p:cNvSpPr/>
            <p:nvPr/>
          </p:nvSpPr>
          <p:spPr>
            <a:xfrm>
              <a:off x="8975305" y="3487732"/>
              <a:ext cx="93292" cy="93205"/>
            </a:xfrm>
            <a:custGeom>
              <a:avLst/>
              <a:gdLst>
                <a:gd name="connsiteX0" fmla="*/ 80513 w 93292"/>
                <a:gd name="connsiteY0" fmla="*/ 39581 h 93205"/>
                <a:gd name="connsiteX1" fmla="*/ 80513 w 93292"/>
                <a:gd name="connsiteY1" fmla="*/ 53625 h 93205"/>
                <a:gd name="connsiteX2" fmla="*/ 60066 w 93292"/>
                <a:gd name="connsiteY2" fmla="*/ 53625 h 93205"/>
                <a:gd name="connsiteX3" fmla="*/ 53676 w 93292"/>
                <a:gd name="connsiteY3" fmla="*/ 60009 h 93205"/>
                <a:gd name="connsiteX4" fmla="*/ 53676 w 93292"/>
                <a:gd name="connsiteY4" fmla="*/ 80438 h 93205"/>
                <a:gd name="connsiteX5" fmla="*/ 39618 w 93292"/>
                <a:gd name="connsiteY5" fmla="*/ 80438 h 93205"/>
                <a:gd name="connsiteX6" fmla="*/ 39618 w 93292"/>
                <a:gd name="connsiteY6" fmla="*/ 60009 h 93205"/>
                <a:gd name="connsiteX7" fmla="*/ 33228 w 93292"/>
                <a:gd name="connsiteY7" fmla="*/ 53625 h 93205"/>
                <a:gd name="connsiteX8" fmla="*/ 12780 w 93292"/>
                <a:gd name="connsiteY8" fmla="*/ 53625 h 93205"/>
                <a:gd name="connsiteX9" fmla="*/ 12780 w 93292"/>
                <a:gd name="connsiteY9" fmla="*/ 39581 h 93205"/>
                <a:gd name="connsiteX10" fmla="*/ 33228 w 93292"/>
                <a:gd name="connsiteY10" fmla="*/ 39581 h 93205"/>
                <a:gd name="connsiteX11" fmla="*/ 39618 w 93292"/>
                <a:gd name="connsiteY11" fmla="*/ 33197 h 93205"/>
                <a:gd name="connsiteX12" fmla="*/ 39618 w 93292"/>
                <a:gd name="connsiteY12" fmla="*/ 12768 h 93205"/>
                <a:gd name="connsiteX13" fmla="*/ 53676 w 93292"/>
                <a:gd name="connsiteY13" fmla="*/ 12768 h 93205"/>
                <a:gd name="connsiteX14" fmla="*/ 53676 w 93292"/>
                <a:gd name="connsiteY14" fmla="*/ 33197 h 93205"/>
                <a:gd name="connsiteX15" fmla="*/ 60066 w 93292"/>
                <a:gd name="connsiteY15" fmla="*/ 39581 h 93205"/>
                <a:gd name="connsiteX16" fmla="*/ 80513 w 93292"/>
                <a:gd name="connsiteY16" fmla="*/ 39581 h 93205"/>
                <a:gd name="connsiteX17" fmla="*/ 66456 w 93292"/>
                <a:gd name="connsiteY17" fmla="*/ 6384 h 93205"/>
                <a:gd name="connsiteX18" fmla="*/ 60066 w 93292"/>
                <a:gd name="connsiteY18" fmla="*/ 0 h 93205"/>
                <a:gd name="connsiteX19" fmla="*/ 33228 w 93292"/>
                <a:gd name="connsiteY19" fmla="*/ 0 h 93205"/>
                <a:gd name="connsiteX20" fmla="*/ 26838 w 93292"/>
                <a:gd name="connsiteY20" fmla="*/ 6384 h 93205"/>
                <a:gd name="connsiteX21" fmla="*/ 26838 w 93292"/>
                <a:gd name="connsiteY21" fmla="*/ 26813 h 93205"/>
                <a:gd name="connsiteX22" fmla="*/ 6390 w 93292"/>
                <a:gd name="connsiteY22" fmla="*/ 26813 h 93205"/>
                <a:gd name="connsiteX23" fmla="*/ 0 w 93292"/>
                <a:gd name="connsiteY23" fmla="*/ 33197 h 93205"/>
                <a:gd name="connsiteX24" fmla="*/ 0 w 93292"/>
                <a:gd name="connsiteY24" fmla="*/ 60009 h 93205"/>
                <a:gd name="connsiteX25" fmla="*/ 6390 w 93292"/>
                <a:gd name="connsiteY25" fmla="*/ 66393 h 93205"/>
                <a:gd name="connsiteX26" fmla="*/ 26838 w 93292"/>
                <a:gd name="connsiteY26" fmla="*/ 66393 h 93205"/>
                <a:gd name="connsiteX27" fmla="*/ 26838 w 93292"/>
                <a:gd name="connsiteY27" fmla="*/ 86822 h 93205"/>
                <a:gd name="connsiteX28" fmla="*/ 33228 w 93292"/>
                <a:gd name="connsiteY28" fmla="*/ 93206 h 93205"/>
                <a:gd name="connsiteX29" fmla="*/ 60066 w 93292"/>
                <a:gd name="connsiteY29" fmla="*/ 93206 h 93205"/>
                <a:gd name="connsiteX30" fmla="*/ 66456 w 93292"/>
                <a:gd name="connsiteY30" fmla="*/ 86822 h 93205"/>
                <a:gd name="connsiteX31" fmla="*/ 66456 w 93292"/>
                <a:gd name="connsiteY31" fmla="*/ 66393 h 93205"/>
                <a:gd name="connsiteX32" fmla="*/ 86903 w 93292"/>
                <a:gd name="connsiteY32" fmla="*/ 66393 h 93205"/>
                <a:gd name="connsiteX33" fmla="*/ 93293 w 93292"/>
                <a:gd name="connsiteY33" fmla="*/ 60009 h 93205"/>
                <a:gd name="connsiteX34" fmla="*/ 93293 w 93292"/>
                <a:gd name="connsiteY34" fmla="*/ 33197 h 93205"/>
                <a:gd name="connsiteX35" fmla="*/ 86903 w 93292"/>
                <a:gd name="connsiteY35" fmla="*/ 26813 h 93205"/>
                <a:gd name="connsiteX36" fmla="*/ 66456 w 93292"/>
                <a:gd name="connsiteY36" fmla="*/ 26813 h 93205"/>
                <a:gd name="connsiteX37" fmla="*/ 66456 w 93292"/>
                <a:gd name="connsiteY37" fmla="*/ 6384 h 93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93292" h="93205">
                  <a:moveTo>
                    <a:pt x="80513" y="39581"/>
                  </a:moveTo>
                  <a:lnTo>
                    <a:pt x="80513" y="53625"/>
                  </a:lnTo>
                  <a:lnTo>
                    <a:pt x="60066" y="53625"/>
                  </a:lnTo>
                  <a:cubicBezTo>
                    <a:pt x="56232" y="53625"/>
                    <a:pt x="53676" y="56179"/>
                    <a:pt x="53676" y="60009"/>
                  </a:cubicBezTo>
                  <a:lnTo>
                    <a:pt x="53676" y="80438"/>
                  </a:lnTo>
                  <a:lnTo>
                    <a:pt x="39618" y="80438"/>
                  </a:lnTo>
                  <a:lnTo>
                    <a:pt x="39618" y="60009"/>
                  </a:lnTo>
                  <a:cubicBezTo>
                    <a:pt x="39618" y="56179"/>
                    <a:pt x="37062" y="53625"/>
                    <a:pt x="33228" y="53625"/>
                  </a:cubicBezTo>
                  <a:lnTo>
                    <a:pt x="12780" y="53625"/>
                  </a:lnTo>
                  <a:lnTo>
                    <a:pt x="12780" y="39581"/>
                  </a:lnTo>
                  <a:lnTo>
                    <a:pt x="33228" y="39581"/>
                  </a:lnTo>
                  <a:cubicBezTo>
                    <a:pt x="37062" y="39581"/>
                    <a:pt x="39618" y="37027"/>
                    <a:pt x="39618" y="33197"/>
                  </a:cubicBezTo>
                  <a:lnTo>
                    <a:pt x="39618" y="12768"/>
                  </a:lnTo>
                  <a:lnTo>
                    <a:pt x="53676" y="12768"/>
                  </a:lnTo>
                  <a:lnTo>
                    <a:pt x="53676" y="33197"/>
                  </a:lnTo>
                  <a:cubicBezTo>
                    <a:pt x="53676" y="37027"/>
                    <a:pt x="56232" y="39581"/>
                    <a:pt x="60066" y="39581"/>
                  </a:cubicBezTo>
                  <a:lnTo>
                    <a:pt x="80513" y="39581"/>
                  </a:lnTo>
                  <a:close/>
                  <a:moveTo>
                    <a:pt x="66456" y="6384"/>
                  </a:moveTo>
                  <a:cubicBezTo>
                    <a:pt x="66456" y="2553"/>
                    <a:pt x="63899" y="0"/>
                    <a:pt x="60066" y="0"/>
                  </a:cubicBezTo>
                  <a:lnTo>
                    <a:pt x="33228" y="0"/>
                  </a:lnTo>
                  <a:cubicBezTo>
                    <a:pt x="29394" y="0"/>
                    <a:pt x="26838" y="2553"/>
                    <a:pt x="26838" y="6384"/>
                  </a:cubicBezTo>
                  <a:lnTo>
                    <a:pt x="26838" y="26813"/>
                  </a:lnTo>
                  <a:lnTo>
                    <a:pt x="6390" y="26813"/>
                  </a:lnTo>
                  <a:cubicBezTo>
                    <a:pt x="2556" y="26813"/>
                    <a:pt x="0" y="29366"/>
                    <a:pt x="0" y="33197"/>
                  </a:cubicBezTo>
                  <a:lnTo>
                    <a:pt x="0" y="60009"/>
                  </a:lnTo>
                  <a:cubicBezTo>
                    <a:pt x="0" y="63840"/>
                    <a:pt x="2556" y="66393"/>
                    <a:pt x="6390" y="66393"/>
                  </a:cubicBezTo>
                  <a:lnTo>
                    <a:pt x="26838" y="66393"/>
                  </a:lnTo>
                  <a:lnTo>
                    <a:pt x="26838" y="86822"/>
                  </a:lnTo>
                  <a:cubicBezTo>
                    <a:pt x="26838" y="90653"/>
                    <a:pt x="29394" y="93206"/>
                    <a:pt x="33228" y="93206"/>
                  </a:cubicBezTo>
                  <a:lnTo>
                    <a:pt x="60066" y="93206"/>
                  </a:lnTo>
                  <a:cubicBezTo>
                    <a:pt x="63899" y="93206"/>
                    <a:pt x="66456" y="90653"/>
                    <a:pt x="66456" y="86822"/>
                  </a:cubicBezTo>
                  <a:lnTo>
                    <a:pt x="66456" y="66393"/>
                  </a:lnTo>
                  <a:lnTo>
                    <a:pt x="86903" y="66393"/>
                  </a:lnTo>
                  <a:cubicBezTo>
                    <a:pt x="90738" y="66393"/>
                    <a:pt x="93293" y="63840"/>
                    <a:pt x="93293" y="60009"/>
                  </a:cubicBezTo>
                  <a:lnTo>
                    <a:pt x="93293" y="33197"/>
                  </a:lnTo>
                  <a:cubicBezTo>
                    <a:pt x="93293" y="29366"/>
                    <a:pt x="90738" y="26813"/>
                    <a:pt x="86903" y="26813"/>
                  </a:cubicBezTo>
                  <a:lnTo>
                    <a:pt x="66456" y="26813"/>
                  </a:lnTo>
                  <a:lnTo>
                    <a:pt x="66456" y="6384"/>
                  </a:lnTo>
                  <a:close/>
                </a:path>
              </a:pathLst>
            </a:custGeom>
            <a:solidFill>
              <a:srgbClr val="0076A8"/>
            </a:solidFill>
            <a:ln w="6390" cap="flat">
              <a:noFill/>
              <a:prstDash val="solid"/>
              <a:miter/>
            </a:ln>
          </p:spPr>
          <p:txBody>
            <a:bodyPr rtlCol="0" anchor="ctr"/>
            <a:lstStyle/>
            <a:p>
              <a:endParaRPr lang="en-US"/>
            </a:p>
          </p:txBody>
        </p:sp>
      </p:grpSp>
      <p:grpSp>
        <p:nvGrpSpPr>
          <p:cNvPr id="888" name="Graphic 4">
            <a:extLst>
              <a:ext uri="{FF2B5EF4-FFF2-40B4-BE49-F238E27FC236}">
                <a16:creationId xmlns:a16="http://schemas.microsoft.com/office/drawing/2014/main" id="{37A1F6BB-DBF9-6F41-B609-0E09D60738C2}"/>
              </a:ext>
            </a:extLst>
          </p:cNvPr>
          <p:cNvGrpSpPr/>
          <p:nvPr/>
        </p:nvGrpSpPr>
        <p:grpSpPr>
          <a:xfrm>
            <a:off x="9887149" y="2371173"/>
            <a:ext cx="361670" cy="361333"/>
            <a:chOff x="9887149" y="2371173"/>
            <a:chExt cx="361670" cy="361333"/>
          </a:xfrm>
          <a:solidFill>
            <a:srgbClr val="0076A8"/>
          </a:solidFill>
        </p:grpSpPr>
        <p:sp>
          <p:nvSpPr>
            <p:cNvPr id="889" name="Graphic 4">
              <a:extLst>
                <a:ext uri="{FF2B5EF4-FFF2-40B4-BE49-F238E27FC236}">
                  <a16:creationId xmlns:a16="http://schemas.microsoft.com/office/drawing/2014/main" id="{89FE6EA1-9D60-914E-854E-3222E14DBFA6}"/>
                </a:ext>
              </a:extLst>
            </p:cNvPr>
            <p:cNvSpPr/>
            <p:nvPr/>
          </p:nvSpPr>
          <p:spPr>
            <a:xfrm>
              <a:off x="9887149" y="2371173"/>
              <a:ext cx="361670" cy="361333"/>
            </a:xfrm>
            <a:custGeom>
              <a:avLst/>
              <a:gdLst>
                <a:gd name="connsiteX0" fmla="*/ 180835 w 361670"/>
                <a:gd name="connsiteY0" fmla="*/ 349204 h 361333"/>
                <a:gd name="connsiteX1" fmla="*/ 12780 w 361670"/>
                <a:gd name="connsiteY1" fmla="*/ 181305 h 361333"/>
                <a:gd name="connsiteX2" fmla="*/ 180835 w 361670"/>
                <a:gd name="connsiteY2" fmla="*/ 13406 h 361333"/>
                <a:gd name="connsiteX3" fmla="*/ 348890 w 361670"/>
                <a:gd name="connsiteY3" fmla="*/ 181305 h 361333"/>
                <a:gd name="connsiteX4" fmla="*/ 180835 w 361670"/>
                <a:gd name="connsiteY4" fmla="*/ 349204 h 361333"/>
                <a:gd name="connsiteX5" fmla="*/ 180835 w 361670"/>
                <a:gd name="connsiteY5" fmla="*/ 0 h 361333"/>
                <a:gd name="connsiteX6" fmla="*/ 0 w 361670"/>
                <a:gd name="connsiteY6" fmla="*/ 180667 h 361333"/>
                <a:gd name="connsiteX7" fmla="*/ 180835 w 361670"/>
                <a:gd name="connsiteY7" fmla="*/ 361333 h 361333"/>
                <a:gd name="connsiteX8" fmla="*/ 361670 w 361670"/>
                <a:gd name="connsiteY8" fmla="*/ 180667 h 361333"/>
                <a:gd name="connsiteX9" fmla="*/ 180835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3489" y="349204"/>
                    <a:pt x="180835" y="349204"/>
                  </a:cubicBezTo>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1157" y="0"/>
                    <a:pt x="180835" y="0"/>
                  </a:cubicBezTo>
                </a:path>
              </a:pathLst>
            </a:custGeom>
            <a:solidFill>
              <a:srgbClr val="0076A8"/>
            </a:solidFill>
            <a:ln w="6390" cap="flat">
              <a:noFill/>
              <a:prstDash val="solid"/>
              <a:miter/>
            </a:ln>
          </p:spPr>
          <p:txBody>
            <a:bodyPr rtlCol="0" anchor="ctr"/>
            <a:lstStyle/>
            <a:p>
              <a:endParaRPr lang="en-US"/>
            </a:p>
          </p:txBody>
        </p:sp>
        <p:sp>
          <p:nvSpPr>
            <p:cNvPr id="890" name="Graphic 4">
              <a:extLst>
                <a:ext uri="{FF2B5EF4-FFF2-40B4-BE49-F238E27FC236}">
                  <a16:creationId xmlns:a16="http://schemas.microsoft.com/office/drawing/2014/main" id="{AAAA0C20-531B-9B4F-9AB8-4AD4F0E9D973}"/>
                </a:ext>
              </a:extLst>
            </p:cNvPr>
            <p:cNvSpPr/>
            <p:nvPr/>
          </p:nvSpPr>
          <p:spPr>
            <a:xfrm>
              <a:off x="10046898" y="2479701"/>
              <a:ext cx="42173" cy="42134"/>
            </a:xfrm>
            <a:custGeom>
              <a:avLst/>
              <a:gdLst>
                <a:gd name="connsiteX0" fmla="*/ 35783 w 42173"/>
                <a:gd name="connsiteY0" fmla="*/ 14683 h 42134"/>
                <a:gd name="connsiteX1" fmla="*/ 27476 w 42173"/>
                <a:gd name="connsiteY1" fmla="*/ 14683 h 42134"/>
                <a:gd name="connsiteX2" fmla="*/ 27476 w 42173"/>
                <a:gd name="connsiteY2" fmla="*/ 6384 h 42134"/>
                <a:gd name="connsiteX3" fmla="*/ 21086 w 42173"/>
                <a:gd name="connsiteY3" fmla="*/ 0 h 42134"/>
                <a:gd name="connsiteX4" fmla="*/ 14696 w 42173"/>
                <a:gd name="connsiteY4" fmla="*/ 6384 h 42134"/>
                <a:gd name="connsiteX5" fmla="*/ 14696 w 42173"/>
                <a:gd name="connsiteY5" fmla="*/ 14683 h 42134"/>
                <a:gd name="connsiteX6" fmla="*/ 6390 w 42173"/>
                <a:gd name="connsiteY6" fmla="*/ 14683 h 42134"/>
                <a:gd name="connsiteX7" fmla="*/ 0 w 42173"/>
                <a:gd name="connsiteY7" fmla="*/ 21067 h 42134"/>
                <a:gd name="connsiteX8" fmla="*/ 6390 w 42173"/>
                <a:gd name="connsiteY8" fmla="*/ 27451 h 42134"/>
                <a:gd name="connsiteX9" fmla="*/ 14696 w 42173"/>
                <a:gd name="connsiteY9" fmla="*/ 27451 h 42134"/>
                <a:gd name="connsiteX10" fmla="*/ 14696 w 42173"/>
                <a:gd name="connsiteY10" fmla="*/ 35750 h 42134"/>
                <a:gd name="connsiteX11" fmla="*/ 21086 w 42173"/>
                <a:gd name="connsiteY11" fmla="*/ 42134 h 42134"/>
                <a:gd name="connsiteX12" fmla="*/ 27476 w 42173"/>
                <a:gd name="connsiteY12" fmla="*/ 35750 h 42134"/>
                <a:gd name="connsiteX13" fmla="*/ 27476 w 42173"/>
                <a:gd name="connsiteY13" fmla="*/ 27451 h 42134"/>
                <a:gd name="connsiteX14" fmla="*/ 35783 w 42173"/>
                <a:gd name="connsiteY14" fmla="*/ 27451 h 42134"/>
                <a:gd name="connsiteX15" fmla="*/ 42173 w 42173"/>
                <a:gd name="connsiteY15" fmla="*/ 21067 h 42134"/>
                <a:gd name="connsiteX16" fmla="*/ 35783 w 42173"/>
                <a:gd name="connsiteY16" fmla="*/ 14683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173" h="42134">
                  <a:moveTo>
                    <a:pt x="35783" y="14683"/>
                  </a:moveTo>
                  <a:lnTo>
                    <a:pt x="27476" y="14683"/>
                  </a:lnTo>
                  <a:lnTo>
                    <a:pt x="27476" y="6384"/>
                  </a:lnTo>
                  <a:cubicBezTo>
                    <a:pt x="27476" y="2554"/>
                    <a:pt x="24920" y="0"/>
                    <a:pt x="21086" y="0"/>
                  </a:cubicBezTo>
                  <a:cubicBezTo>
                    <a:pt x="17253" y="0"/>
                    <a:pt x="14696" y="2554"/>
                    <a:pt x="14696" y="6384"/>
                  </a:cubicBezTo>
                  <a:lnTo>
                    <a:pt x="14696" y="14683"/>
                  </a:lnTo>
                  <a:lnTo>
                    <a:pt x="6390" y="14683"/>
                  </a:lnTo>
                  <a:cubicBezTo>
                    <a:pt x="2555" y="14683"/>
                    <a:pt x="0" y="17237"/>
                    <a:pt x="0" y="21067"/>
                  </a:cubicBezTo>
                  <a:cubicBezTo>
                    <a:pt x="0" y="24898"/>
                    <a:pt x="2555" y="27451"/>
                    <a:pt x="6390" y="27451"/>
                  </a:cubicBezTo>
                  <a:lnTo>
                    <a:pt x="14696" y="27451"/>
                  </a:lnTo>
                  <a:lnTo>
                    <a:pt x="14696" y="35750"/>
                  </a:lnTo>
                  <a:cubicBezTo>
                    <a:pt x="14696" y="39581"/>
                    <a:pt x="17253" y="42134"/>
                    <a:pt x="21086" y="42134"/>
                  </a:cubicBezTo>
                  <a:cubicBezTo>
                    <a:pt x="24920" y="42134"/>
                    <a:pt x="27476" y="39581"/>
                    <a:pt x="27476" y="35750"/>
                  </a:cubicBezTo>
                  <a:lnTo>
                    <a:pt x="27476" y="27451"/>
                  </a:lnTo>
                  <a:lnTo>
                    <a:pt x="35783" y="27451"/>
                  </a:lnTo>
                  <a:cubicBezTo>
                    <a:pt x="39617" y="27451"/>
                    <a:pt x="42173" y="24898"/>
                    <a:pt x="42173" y="21067"/>
                  </a:cubicBezTo>
                  <a:cubicBezTo>
                    <a:pt x="42173" y="17237"/>
                    <a:pt x="38978" y="14683"/>
                    <a:pt x="35783" y="14683"/>
                  </a:cubicBezTo>
                </a:path>
              </a:pathLst>
            </a:custGeom>
            <a:solidFill>
              <a:srgbClr val="0076A8"/>
            </a:solidFill>
            <a:ln w="6390" cap="flat">
              <a:noFill/>
              <a:prstDash val="solid"/>
              <a:miter/>
            </a:ln>
          </p:spPr>
          <p:txBody>
            <a:bodyPr rtlCol="0" anchor="ctr"/>
            <a:lstStyle/>
            <a:p>
              <a:endParaRPr lang="en-US"/>
            </a:p>
          </p:txBody>
        </p:sp>
        <p:sp>
          <p:nvSpPr>
            <p:cNvPr id="891" name="Graphic 4">
              <a:extLst>
                <a:ext uri="{FF2B5EF4-FFF2-40B4-BE49-F238E27FC236}">
                  <a16:creationId xmlns:a16="http://schemas.microsoft.com/office/drawing/2014/main" id="{5F0AF919-28B5-FB42-AEB5-0C74324F3F6E}"/>
                </a:ext>
              </a:extLst>
            </p:cNvPr>
            <p:cNvSpPr/>
            <p:nvPr/>
          </p:nvSpPr>
          <p:spPr>
            <a:xfrm>
              <a:off x="9966384" y="2450335"/>
              <a:ext cx="202659" cy="203010"/>
            </a:xfrm>
            <a:custGeom>
              <a:avLst/>
              <a:gdLst>
                <a:gd name="connsiteX0" fmla="*/ 183392 w 202659"/>
                <a:gd name="connsiteY0" fmla="*/ 190243 h 203010"/>
                <a:gd name="connsiteX1" fmla="*/ 137384 w 202659"/>
                <a:gd name="connsiteY1" fmla="*/ 190243 h 203010"/>
                <a:gd name="connsiteX2" fmla="*/ 137384 w 202659"/>
                <a:gd name="connsiteY2" fmla="*/ 137894 h 203010"/>
                <a:gd name="connsiteX3" fmla="*/ 130994 w 202659"/>
                <a:gd name="connsiteY3" fmla="*/ 131510 h 203010"/>
                <a:gd name="connsiteX4" fmla="*/ 72207 w 202659"/>
                <a:gd name="connsiteY4" fmla="*/ 131510 h 203010"/>
                <a:gd name="connsiteX5" fmla="*/ 65817 w 202659"/>
                <a:gd name="connsiteY5" fmla="*/ 137894 h 203010"/>
                <a:gd name="connsiteX6" fmla="*/ 65817 w 202659"/>
                <a:gd name="connsiteY6" fmla="*/ 190243 h 203010"/>
                <a:gd name="connsiteX7" fmla="*/ 19809 w 202659"/>
                <a:gd name="connsiteY7" fmla="*/ 190243 h 203010"/>
                <a:gd name="connsiteX8" fmla="*/ 19809 w 202659"/>
                <a:gd name="connsiteY8" fmla="*/ 56817 h 203010"/>
                <a:gd name="connsiteX9" fmla="*/ 57509 w 202659"/>
                <a:gd name="connsiteY9" fmla="*/ 56817 h 203010"/>
                <a:gd name="connsiteX10" fmla="*/ 63899 w 202659"/>
                <a:gd name="connsiteY10" fmla="*/ 50433 h 203010"/>
                <a:gd name="connsiteX11" fmla="*/ 63899 w 202659"/>
                <a:gd name="connsiteY11" fmla="*/ 12768 h 203010"/>
                <a:gd name="connsiteX12" fmla="*/ 139301 w 202659"/>
                <a:gd name="connsiteY12" fmla="*/ 12768 h 203010"/>
                <a:gd name="connsiteX13" fmla="*/ 139301 w 202659"/>
                <a:gd name="connsiteY13" fmla="*/ 50433 h 203010"/>
                <a:gd name="connsiteX14" fmla="*/ 145691 w 202659"/>
                <a:gd name="connsiteY14" fmla="*/ 56817 h 203010"/>
                <a:gd name="connsiteX15" fmla="*/ 183392 w 202659"/>
                <a:gd name="connsiteY15" fmla="*/ 56817 h 203010"/>
                <a:gd name="connsiteX16" fmla="*/ 183392 w 202659"/>
                <a:gd name="connsiteY16" fmla="*/ 190243 h 203010"/>
                <a:gd name="connsiteX17" fmla="*/ 95210 w 202659"/>
                <a:gd name="connsiteY17" fmla="*/ 190243 h 203010"/>
                <a:gd name="connsiteX18" fmla="*/ 78597 w 202659"/>
                <a:gd name="connsiteY18" fmla="*/ 190243 h 203010"/>
                <a:gd name="connsiteX19" fmla="*/ 78597 w 202659"/>
                <a:gd name="connsiteY19" fmla="*/ 144278 h 203010"/>
                <a:gd name="connsiteX20" fmla="*/ 95210 w 202659"/>
                <a:gd name="connsiteY20" fmla="*/ 144278 h 203010"/>
                <a:gd name="connsiteX21" fmla="*/ 95210 w 202659"/>
                <a:gd name="connsiteY21" fmla="*/ 190243 h 203010"/>
                <a:gd name="connsiteX22" fmla="*/ 124604 w 202659"/>
                <a:gd name="connsiteY22" fmla="*/ 190243 h 203010"/>
                <a:gd name="connsiteX23" fmla="*/ 107990 w 202659"/>
                <a:gd name="connsiteY23" fmla="*/ 190243 h 203010"/>
                <a:gd name="connsiteX24" fmla="*/ 107990 w 202659"/>
                <a:gd name="connsiteY24" fmla="*/ 144278 h 203010"/>
                <a:gd name="connsiteX25" fmla="*/ 124604 w 202659"/>
                <a:gd name="connsiteY25" fmla="*/ 144278 h 203010"/>
                <a:gd name="connsiteX26" fmla="*/ 124604 w 202659"/>
                <a:gd name="connsiteY26" fmla="*/ 190243 h 203010"/>
                <a:gd name="connsiteX27" fmla="*/ 196810 w 202659"/>
                <a:gd name="connsiteY27" fmla="*/ 44049 h 203010"/>
                <a:gd name="connsiteX28" fmla="*/ 189782 w 202659"/>
                <a:gd name="connsiteY28" fmla="*/ 44049 h 203010"/>
                <a:gd name="connsiteX29" fmla="*/ 152081 w 202659"/>
                <a:gd name="connsiteY29" fmla="*/ 44049 h 203010"/>
                <a:gd name="connsiteX30" fmla="*/ 152081 w 202659"/>
                <a:gd name="connsiteY30" fmla="*/ 6384 h 203010"/>
                <a:gd name="connsiteX31" fmla="*/ 145691 w 202659"/>
                <a:gd name="connsiteY31" fmla="*/ 0 h 203010"/>
                <a:gd name="connsiteX32" fmla="*/ 57509 w 202659"/>
                <a:gd name="connsiteY32" fmla="*/ 0 h 203010"/>
                <a:gd name="connsiteX33" fmla="*/ 51119 w 202659"/>
                <a:gd name="connsiteY33" fmla="*/ 6384 h 203010"/>
                <a:gd name="connsiteX34" fmla="*/ 51119 w 202659"/>
                <a:gd name="connsiteY34" fmla="*/ 44049 h 203010"/>
                <a:gd name="connsiteX35" fmla="*/ 13419 w 202659"/>
                <a:gd name="connsiteY35" fmla="*/ 44049 h 203010"/>
                <a:gd name="connsiteX36" fmla="*/ 6390 w 202659"/>
                <a:gd name="connsiteY36" fmla="*/ 44049 h 203010"/>
                <a:gd name="connsiteX37" fmla="*/ 0 w 202659"/>
                <a:gd name="connsiteY37" fmla="*/ 50433 h 203010"/>
                <a:gd name="connsiteX38" fmla="*/ 6390 w 202659"/>
                <a:gd name="connsiteY38" fmla="*/ 56817 h 203010"/>
                <a:gd name="connsiteX39" fmla="*/ 7030 w 202659"/>
                <a:gd name="connsiteY39" fmla="*/ 56817 h 203010"/>
                <a:gd name="connsiteX40" fmla="*/ 7030 w 202659"/>
                <a:gd name="connsiteY40" fmla="*/ 196627 h 203010"/>
                <a:gd name="connsiteX41" fmla="*/ 13419 w 202659"/>
                <a:gd name="connsiteY41" fmla="*/ 203011 h 203010"/>
                <a:gd name="connsiteX42" fmla="*/ 189143 w 202659"/>
                <a:gd name="connsiteY42" fmla="*/ 203011 h 203010"/>
                <a:gd name="connsiteX43" fmla="*/ 195533 w 202659"/>
                <a:gd name="connsiteY43" fmla="*/ 196627 h 203010"/>
                <a:gd name="connsiteX44" fmla="*/ 195533 w 202659"/>
                <a:gd name="connsiteY44" fmla="*/ 56817 h 203010"/>
                <a:gd name="connsiteX45" fmla="*/ 196172 w 202659"/>
                <a:gd name="connsiteY45" fmla="*/ 56817 h 203010"/>
                <a:gd name="connsiteX46" fmla="*/ 202561 w 202659"/>
                <a:gd name="connsiteY46" fmla="*/ 50433 h 203010"/>
                <a:gd name="connsiteX47" fmla="*/ 196810 w 202659"/>
                <a:gd name="connsiteY47" fmla="*/ 44049 h 203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2659" h="203010">
                  <a:moveTo>
                    <a:pt x="183392" y="190243"/>
                  </a:moveTo>
                  <a:lnTo>
                    <a:pt x="137384" y="190243"/>
                  </a:lnTo>
                  <a:lnTo>
                    <a:pt x="137384" y="137894"/>
                  </a:lnTo>
                  <a:cubicBezTo>
                    <a:pt x="137384" y="134064"/>
                    <a:pt x="134828" y="131510"/>
                    <a:pt x="130994" y="131510"/>
                  </a:cubicBezTo>
                  <a:lnTo>
                    <a:pt x="72207" y="131510"/>
                  </a:lnTo>
                  <a:cubicBezTo>
                    <a:pt x="68373" y="131510"/>
                    <a:pt x="65817" y="134064"/>
                    <a:pt x="65817" y="137894"/>
                  </a:cubicBezTo>
                  <a:lnTo>
                    <a:pt x="65817" y="190243"/>
                  </a:lnTo>
                  <a:lnTo>
                    <a:pt x="19809" y="190243"/>
                  </a:lnTo>
                  <a:lnTo>
                    <a:pt x="19809" y="56817"/>
                  </a:lnTo>
                  <a:lnTo>
                    <a:pt x="57509" y="56817"/>
                  </a:lnTo>
                  <a:cubicBezTo>
                    <a:pt x="61344" y="56817"/>
                    <a:pt x="63899" y="54264"/>
                    <a:pt x="63899" y="50433"/>
                  </a:cubicBezTo>
                  <a:lnTo>
                    <a:pt x="63899" y="12768"/>
                  </a:lnTo>
                  <a:lnTo>
                    <a:pt x="139301" y="12768"/>
                  </a:lnTo>
                  <a:lnTo>
                    <a:pt x="139301" y="50433"/>
                  </a:lnTo>
                  <a:cubicBezTo>
                    <a:pt x="139301" y="54264"/>
                    <a:pt x="141857" y="56817"/>
                    <a:pt x="145691" y="56817"/>
                  </a:cubicBezTo>
                  <a:lnTo>
                    <a:pt x="183392" y="56817"/>
                  </a:lnTo>
                  <a:lnTo>
                    <a:pt x="183392" y="190243"/>
                  </a:lnTo>
                  <a:close/>
                  <a:moveTo>
                    <a:pt x="95210" y="190243"/>
                  </a:moveTo>
                  <a:lnTo>
                    <a:pt x="78597" y="190243"/>
                  </a:lnTo>
                  <a:lnTo>
                    <a:pt x="78597" y="144278"/>
                  </a:lnTo>
                  <a:lnTo>
                    <a:pt x="95210" y="144278"/>
                  </a:lnTo>
                  <a:lnTo>
                    <a:pt x="95210" y="190243"/>
                  </a:lnTo>
                  <a:close/>
                  <a:moveTo>
                    <a:pt x="124604" y="190243"/>
                  </a:moveTo>
                  <a:lnTo>
                    <a:pt x="107990" y="190243"/>
                  </a:lnTo>
                  <a:lnTo>
                    <a:pt x="107990" y="144278"/>
                  </a:lnTo>
                  <a:lnTo>
                    <a:pt x="124604" y="144278"/>
                  </a:lnTo>
                  <a:lnTo>
                    <a:pt x="124604" y="190243"/>
                  </a:lnTo>
                  <a:close/>
                  <a:moveTo>
                    <a:pt x="196810" y="44049"/>
                  </a:moveTo>
                  <a:lnTo>
                    <a:pt x="189782" y="44049"/>
                  </a:lnTo>
                  <a:lnTo>
                    <a:pt x="152081" y="44049"/>
                  </a:lnTo>
                  <a:lnTo>
                    <a:pt x="152081" y="6384"/>
                  </a:lnTo>
                  <a:cubicBezTo>
                    <a:pt x="152081" y="2554"/>
                    <a:pt x="149525" y="0"/>
                    <a:pt x="145691" y="0"/>
                  </a:cubicBezTo>
                  <a:lnTo>
                    <a:pt x="57509" y="0"/>
                  </a:lnTo>
                  <a:cubicBezTo>
                    <a:pt x="53676" y="0"/>
                    <a:pt x="51119" y="2554"/>
                    <a:pt x="51119" y="6384"/>
                  </a:cubicBezTo>
                  <a:lnTo>
                    <a:pt x="51119" y="44049"/>
                  </a:lnTo>
                  <a:lnTo>
                    <a:pt x="13419" y="44049"/>
                  </a:lnTo>
                  <a:lnTo>
                    <a:pt x="6390" y="44049"/>
                  </a:lnTo>
                  <a:cubicBezTo>
                    <a:pt x="2556" y="44049"/>
                    <a:pt x="0" y="46603"/>
                    <a:pt x="0" y="50433"/>
                  </a:cubicBezTo>
                  <a:cubicBezTo>
                    <a:pt x="0" y="54264"/>
                    <a:pt x="2556" y="56817"/>
                    <a:pt x="6390" y="56817"/>
                  </a:cubicBezTo>
                  <a:lnTo>
                    <a:pt x="7030" y="56817"/>
                  </a:lnTo>
                  <a:lnTo>
                    <a:pt x="7030" y="196627"/>
                  </a:lnTo>
                  <a:cubicBezTo>
                    <a:pt x="7030" y="200457"/>
                    <a:pt x="9585" y="203011"/>
                    <a:pt x="13419" y="203011"/>
                  </a:cubicBezTo>
                  <a:lnTo>
                    <a:pt x="189143" y="203011"/>
                  </a:lnTo>
                  <a:cubicBezTo>
                    <a:pt x="192977" y="203011"/>
                    <a:pt x="195533" y="200457"/>
                    <a:pt x="195533" y="196627"/>
                  </a:cubicBezTo>
                  <a:lnTo>
                    <a:pt x="195533" y="56817"/>
                  </a:lnTo>
                  <a:lnTo>
                    <a:pt x="196172" y="56817"/>
                  </a:lnTo>
                  <a:cubicBezTo>
                    <a:pt x="200005" y="56817"/>
                    <a:pt x="202561" y="54264"/>
                    <a:pt x="202561" y="50433"/>
                  </a:cubicBezTo>
                  <a:cubicBezTo>
                    <a:pt x="203200" y="46603"/>
                    <a:pt x="200644" y="44049"/>
                    <a:pt x="196810" y="44049"/>
                  </a:cubicBezTo>
                </a:path>
              </a:pathLst>
            </a:custGeom>
            <a:solidFill>
              <a:srgbClr val="0076A8"/>
            </a:solidFill>
            <a:ln w="6390" cap="flat">
              <a:noFill/>
              <a:prstDash val="solid"/>
              <a:miter/>
            </a:ln>
          </p:spPr>
          <p:txBody>
            <a:bodyPr rtlCol="0" anchor="ctr"/>
            <a:lstStyle/>
            <a:p>
              <a:endParaRPr lang="en-US"/>
            </a:p>
          </p:txBody>
        </p:sp>
        <p:sp>
          <p:nvSpPr>
            <p:cNvPr id="892" name="Graphic 4">
              <a:extLst>
                <a:ext uri="{FF2B5EF4-FFF2-40B4-BE49-F238E27FC236}">
                  <a16:creationId xmlns:a16="http://schemas.microsoft.com/office/drawing/2014/main" id="{4EF4F54C-5D6A-C443-ABA6-D8D1471A6C76}"/>
                </a:ext>
              </a:extLst>
            </p:cNvPr>
            <p:cNvSpPr/>
            <p:nvPr/>
          </p:nvSpPr>
          <p:spPr>
            <a:xfrm>
              <a:off x="10000890" y="2521835"/>
              <a:ext cx="16683" cy="16598"/>
            </a:xfrm>
            <a:custGeom>
              <a:avLst/>
              <a:gdLst>
                <a:gd name="connsiteX0" fmla="*/ 8307 w 16683"/>
                <a:gd name="connsiteY0" fmla="*/ 0 h 16598"/>
                <a:gd name="connsiteX1" fmla="*/ 0 w 16683"/>
                <a:gd name="connsiteY1" fmla="*/ 8299 h 16598"/>
                <a:gd name="connsiteX2" fmla="*/ 8307 w 16683"/>
                <a:gd name="connsiteY2" fmla="*/ 16598 h 16598"/>
                <a:gd name="connsiteX3" fmla="*/ 16614 w 16683"/>
                <a:gd name="connsiteY3" fmla="*/ 8299 h 16598"/>
                <a:gd name="connsiteX4" fmla="*/ 8307 w 16683"/>
                <a:gd name="connsiteY4" fmla="*/ 0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83" h="16598">
                  <a:moveTo>
                    <a:pt x="8307" y="0"/>
                  </a:moveTo>
                  <a:cubicBezTo>
                    <a:pt x="3834" y="0"/>
                    <a:pt x="0" y="3830"/>
                    <a:pt x="0" y="8299"/>
                  </a:cubicBezTo>
                  <a:cubicBezTo>
                    <a:pt x="0" y="12768"/>
                    <a:pt x="3834" y="16598"/>
                    <a:pt x="8307" y="16598"/>
                  </a:cubicBezTo>
                  <a:cubicBezTo>
                    <a:pt x="12780" y="16598"/>
                    <a:pt x="16614" y="12768"/>
                    <a:pt x="16614" y="8299"/>
                  </a:cubicBezTo>
                  <a:cubicBezTo>
                    <a:pt x="17253" y="3830"/>
                    <a:pt x="13419" y="0"/>
                    <a:pt x="8307" y="0"/>
                  </a:cubicBezTo>
                </a:path>
              </a:pathLst>
            </a:custGeom>
            <a:solidFill>
              <a:srgbClr val="0076A8"/>
            </a:solidFill>
            <a:ln w="6390" cap="flat">
              <a:noFill/>
              <a:prstDash val="solid"/>
              <a:miter/>
            </a:ln>
          </p:spPr>
          <p:txBody>
            <a:bodyPr rtlCol="0" anchor="ctr"/>
            <a:lstStyle/>
            <a:p>
              <a:endParaRPr lang="en-US"/>
            </a:p>
          </p:txBody>
        </p:sp>
        <p:sp>
          <p:nvSpPr>
            <p:cNvPr id="893" name="Graphic 4">
              <a:extLst>
                <a:ext uri="{FF2B5EF4-FFF2-40B4-BE49-F238E27FC236}">
                  <a16:creationId xmlns:a16="http://schemas.microsoft.com/office/drawing/2014/main" id="{6E652FB6-01E0-D941-BCBA-E4030338D2CA}"/>
                </a:ext>
              </a:extLst>
            </p:cNvPr>
            <p:cNvSpPr/>
            <p:nvPr/>
          </p:nvSpPr>
          <p:spPr>
            <a:xfrm>
              <a:off x="10030283" y="2521835"/>
              <a:ext cx="16614" cy="16598"/>
            </a:xfrm>
            <a:custGeom>
              <a:avLst/>
              <a:gdLst>
                <a:gd name="connsiteX0" fmla="*/ 8307 w 16614"/>
                <a:gd name="connsiteY0" fmla="*/ 0 h 16598"/>
                <a:gd name="connsiteX1" fmla="*/ 0 w 16614"/>
                <a:gd name="connsiteY1" fmla="*/ 8299 h 16598"/>
                <a:gd name="connsiteX2" fmla="*/ 8307 w 16614"/>
                <a:gd name="connsiteY2" fmla="*/ 16598 h 16598"/>
                <a:gd name="connsiteX3" fmla="*/ 16614 w 16614"/>
                <a:gd name="connsiteY3" fmla="*/ 8299 h 16598"/>
                <a:gd name="connsiteX4" fmla="*/ 8307 w 16614"/>
                <a:gd name="connsiteY4" fmla="*/ 0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4" h="16598">
                  <a:moveTo>
                    <a:pt x="8307" y="0"/>
                  </a:moveTo>
                  <a:cubicBezTo>
                    <a:pt x="3835" y="0"/>
                    <a:pt x="0" y="3830"/>
                    <a:pt x="0" y="8299"/>
                  </a:cubicBezTo>
                  <a:cubicBezTo>
                    <a:pt x="0" y="12768"/>
                    <a:pt x="3835" y="16598"/>
                    <a:pt x="8307" y="16598"/>
                  </a:cubicBezTo>
                  <a:cubicBezTo>
                    <a:pt x="12780" y="16598"/>
                    <a:pt x="16614" y="12768"/>
                    <a:pt x="16614" y="8299"/>
                  </a:cubicBezTo>
                  <a:cubicBezTo>
                    <a:pt x="16614" y="3830"/>
                    <a:pt x="12780" y="0"/>
                    <a:pt x="8307" y="0"/>
                  </a:cubicBezTo>
                </a:path>
              </a:pathLst>
            </a:custGeom>
            <a:solidFill>
              <a:srgbClr val="0076A8"/>
            </a:solidFill>
            <a:ln w="6390" cap="flat">
              <a:noFill/>
              <a:prstDash val="solid"/>
              <a:miter/>
            </a:ln>
          </p:spPr>
          <p:txBody>
            <a:bodyPr rtlCol="0" anchor="ctr"/>
            <a:lstStyle/>
            <a:p>
              <a:endParaRPr lang="en-US"/>
            </a:p>
          </p:txBody>
        </p:sp>
        <p:sp>
          <p:nvSpPr>
            <p:cNvPr id="894" name="Graphic 4">
              <a:extLst>
                <a:ext uri="{FF2B5EF4-FFF2-40B4-BE49-F238E27FC236}">
                  <a16:creationId xmlns:a16="http://schemas.microsoft.com/office/drawing/2014/main" id="{F18B2A75-D639-D144-BCD3-A9730AD6563E}"/>
                </a:ext>
              </a:extLst>
            </p:cNvPr>
            <p:cNvSpPr/>
            <p:nvPr/>
          </p:nvSpPr>
          <p:spPr>
            <a:xfrm>
              <a:off x="10000890" y="2550563"/>
              <a:ext cx="16683" cy="16598"/>
            </a:xfrm>
            <a:custGeom>
              <a:avLst/>
              <a:gdLst>
                <a:gd name="connsiteX0" fmla="*/ 8307 w 16683"/>
                <a:gd name="connsiteY0" fmla="*/ 0 h 16598"/>
                <a:gd name="connsiteX1" fmla="*/ 0 w 16683"/>
                <a:gd name="connsiteY1" fmla="*/ 8299 h 16598"/>
                <a:gd name="connsiteX2" fmla="*/ 8307 w 16683"/>
                <a:gd name="connsiteY2" fmla="*/ 16598 h 16598"/>
                <a:gd name="connsiteX3" fmla="*/ 16614 w 16683"/>
                <a:gd name="connsiteY3" fmla="*/ 8299 h 16598"/>
                <a:gd name="connsiteX4" fmla="*/ 8307 w 16683"/>
                <a:gd name="connsiteY4" fmla="*/ 0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83" h="16598">
                  <a:moveTo>
                    <a:pt x="8307" y="0"/>
                  </a:moveTo>
                  <a:cubicBezTo>
                    <a:pt x="3834" y="0"/>
                    <a:pt x="0" y="3830"/>
                    <a:pt x="0" y="8299"/>
                  </a:cubicBezTo>
                  <a:cubicBezTo>
                    <a:pt x="0" y="12768"/>
                    <a:pt x="3834" y="16598"/>
                    <a:pt x="8307" y="16598"/>
                  </a:cubicBezTo>
                  <a:cubicBezTo>
                    <a:pt x="12780" y="16598"/>
                    <a:pt x="16614" y="12768"/>
                    <a:pt x="16614" y="8299"/>
                  </a:cubicBezTo>
                  <a:cubicBezTo>
                    <a:pt x="17253" y="3830"/>
                    <a:pt x="13419" y="0"/>
                    <a:pt x="8307" y="0"/>
                  </a:cubicBezTo>
                </a:path>
              </a:pathLst>
            </a:custGeom>
            <a:solidFill>
              <a:srgbClr val="0076A8"/>
            </a:solidFill>
            <a:ln w="6390" cap="flat">
              <a:noFill/>
              <a:prstDash val="solid"/>
              <a:miter/>
            </a:ln>
          </p:spPr>
          <p:txBody>
            <a:bodyPr rtlCol="0" anchor="ctr"/>
            <a:lstStyle/>
            <a:p>
              <a:endParaRPr lang="en-US"/>
            </a:p>
          </p:txBody>
        </p:sp>
        <p:sp>
          <p:nvSpPr>
            <p:cNvPr id="895" name="Graphic 4">
              <a:extLst>
                <a:ext uri="{FF2B5EF4-FFF2-40B4-BE49-F238E27FC236}">
                  <a16:creationId xmlns:a16="http://schemas.microsoft.com/office/drawing/2014/main" id="{3813D984-3AAE-C041-80AF-06AC372B7BB7}"/>
                </a:ext>
              </a:extLst>
            </p:cNvPr>
            <p:cNvSpPr/>
            <p:nvPr/>
          </p:nvSpPr>
          <p:spPr>
            <a:xfrm>
              <a:off x="10000890" y="2579291"/>
              <a:ext cx="16613" cy="16598"/>
            </a:xfrm>
            <a:custGeom>
              <a:avLst/>
              <a:gdLst>
                <a:gd name="connsiteX0" fmla="*/ 8307 w 16613"/>
                <a:gd name="connsiteY0" fmla="*/ 0 h 16598"/>
                <a:gd name="connsiteX1" fmla="*/ 0 w 16613"/>
                <a:gd name="connsiteY1" fmla="*/ 8299 h 16598"/>
                <a:gd name="connsiteX2" fmla="*/ 8307 w 16613"/>
                <a:gd name="connsiteY2" fmla="*/ 16598 h 16598"/>
                <a:gd name="connsiteX3" fmla="*/ 16614 w 16613"/>
                <a:gd name="connsiteY3" fmla="*/ 8299 h 16598"/>
                <a:gd name="connsiteX4" fmla="*/ 8307 w 16613"/>
                <a:gd name="connsiteY4" fmla="*/ 0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16598">
                  <a:moveTo>
                    <a:pt x="8307" y="0"/>
                  </a:moveTo>
                  <a:cubicBezTo>
                    <a:pt x="3834" y="0"/>
                    <a:pt x="0" y="3830"/>
                    <a:pt x="0" y="8299"/>
                  </a:cubicBezTo>
                  <a:cubicBezTo>
                    <a:pt x="0" y="12768"/>
                    <a:pt x="3834" y="16598"/>
                    <a:pt x="8307" y="16598"/>
                  </a:cubicBezTo>
                  <a:cubicBezTo>
                    <a:pt x="12780" y="16598"/>
                    <a:pt x="16614" y="12768"/>
                    <a:pt x="16614" y="8299"/>
                  </a:cubicBezTo>
                  <a:cubicBezTo>
                    <a:pt x="16614" y="3830"/>
                    <a:pt x="13419" y="0"/>
                    <a:pt x="8307" y="0"/>
                  </a:cubicBezTo>
                </a:path>
              </a:pathLst>
            </a:custGeom>
            <a:solidFill>
              <a:srgbClr val="0076A8"/>
            </a:solidFill>
            <a:ln w="6390" cap="flat">
              <a:noFill/>
              <a:prstDash val="solid"/>
              <a:miter/>
            </a:ln>
          </p:spPr>
          <p:txBody>
            <a:bodyPr rtlCol="0" anchor="ctr"/>
            <a:lstStyle/>
            <a:p>
              <a:endParaRPr lang="en-US"/>
            </a:p>
          </p:txBody>
        </p:sp>
        <p:sp>
          <p:nvSpPr>
            <p:cNvPr id="896" name="Graphic 4">
              <a:extLst>
                <a:ext uri="{FF2B5EF4-FFF2-40B4-BE49-F238E27FC236}">
                  <a16:creationId xmlns:a16="http://schemas.microsoft.com/office/drawing/2014/main" id="{5C6783A6-0464-624B-9290-359A7E5CD9C3}"/>
                </a:ext>
              </a:extLst>
            </p:cNvPr>
            <p:cNvSpPr/>
            <p:nvPr/>
          </p:nvSpPr>
          <p:spPr>
            <a:xfrm>
              <a:off x="10000890" y="2607380"/>
              <a:ext cx="16613" cy="16598"/>
            </a:xfrm>
            <a:custGeom>
              <a:avLst/>
              <a:gdLst>
                <a:gd name="connsiteX0" fmla="*/ 8307 w 16613"/>
                <a:gd name="connsiteY0" fmla="*/ 0 h 16598"/>
                <a:gd name="connsiteX1" fmla="*/ 0 w 16613"/>
                <a:gd name="connsiteY1" fmla="*/ 8299 h 16598"/>
                <a:gd name="connsiteX2" fmla="*/ 8307 w 16613"/>
                <a:gd name="connsiteY2" fmla="*/ 16598 h 16598"/>
                <a:gd name="connsiteX3" fmla="*/ 16614 w 16613"/>
                <a:gd name="connsiteY3" fmla="*/ 8299 h 16598"/>
                <a:gd name="connsiteX4" fmla="*/ 8307 w 16613"/>
                <a:gd name="connsiteY4" fmla="*/ 0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16598">
                  <a:moveTo>
                    <a:pt x="8307" y="0"/>
                  </a:moveTo>
                  <a:cubicBezTo>
                    <a:pt x="3834" y="0"/>
                    <a:pt x="0" y="3830"/>
                    <a:pt x="0" y="8299"/>
                  </a:cubicBezTo>
                  <a:cubicBezTo>
                    <a:pt x="0" y="12768"/>
                    <a:pt x="3834" y="16598"/>
                    <a:pt x="8307" y="16598"/>
                  </a:cubicBezTo>
                  <a:cubicBezTo>
                    <a:pt x="12780" y="16598"/>
                    <a:pt x="16614" y="12768"/>
                    <a:pt x="16614" y="8299"/>
                  </a:cubicBezTo>
                  <a:cubicBezTo>
                    <a:pt x="16614" y="3830"/>
                    <a:pt x="13419" y="0"/>
                    <a:pt x="8307" y="0"/>
                  </a:cubicBezTo>
                </a:path>
              </a:pathLst>
            </a:custGeom>
            <a:solidFill>
              <a:srgbClr val="0076A8"/>
            </a:solidFill>
            <a:ln w="6390" cap="flat">
              <a:noFill/>
              <a:prstDash val="solid"/>
              <a:miter/>
            </a:ln>
          </p:spPr>
          <p:txBody>
            <a:bodyPr rtlCol="0" anchor="ctr"/>
            <a:lstStyle/>
            <a:p>
              <a:endParaRPr lang="en-US"/>
            </a:p>
          </p:txBody>
        </p:sp>
        <p:sp>
          <p:nvSpPr>
            <p:cNvPr id="897" name="Graphic 4">
              <a:extLst>
                <a:ext uri="{FF2B5EF4-FFF2-40B4-BE49-F238E27FC236}">
                  <a16:creationId xmlns:a16="http://schemas.microsoft.com/office/drawing/2014/main" id="{20AD0E9F-71DC-2448-9AB0-5D18357426DD}"/>
                </a:ext>
              </a:extLst>
            </p:cNvPr>
            <p:cNvSpPr/>
            <p:nvPr/>
          </p:nvSpPr>
          <p:spPr>
            <a:xfrm>
              <a:off x="10118395" y="2521835"/>
              <a:ext cx="16683" cy="16598"/>
            </a:xfrm>
            <a:custGeom>
              <a:avLst/>
              <a:gdLst>
                <a:gd name="connsiteX0" fmla="*/ 8377 w 16683"/>
                <a:gd name="connsiteY0" fmla="*/ 16598 h 16598"/>
                <a:gd name="connsiteX1" fmla="*/ 16683 w 16683"/>
                <a:gd name="connsiteY1" fmla="*/ 8299 h 16598"/>
                <a:gd name="connsiteX2" fmla="*/ 8377 w 16683"/>
                <a:gd name="connsiteY2" fmla="*/ 0 h 16598"/>
                <a:gd name="connsiteX3" fmla="*/ 70 w 16683"/>
                <a:gd name="connsiteY3" fmla="*/ 8299 h 16598"/>
                <a:gd name="connsiteX4" fmla="*/ 8377 w 16683"/>
                <a:gd name="connsiteY4" fmla="*/ 16598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83" h="16598">
                  <a:moveTo>
                    <a:pt x="8377" y="16598"/>
                  </a:moveTo>
                  <a:cubicBezTo>
                    <a:pt x="12850" y="16598"/>
                    <a:pt x="16683" y="12768"/>
                    <a:pt x="16683" y="8299"/>
                  </a:cubicBezTo>
                  <a:cubicBezTo>
                    <a:pt x="16683" y="3830"/>
                    <a:pt x="12850" y="0"/>
                    <a:pt x="8377" y="0"/>
                  </a:cubicBezTo>
                  <a:cubicBezTo>
                    <a:pt x="3903" y="0"/>
                    <a:pt x="70" y="3830"/>
                    <a:pt x="70" y="8299"/>
                  </a:cubicBezTo>
                  <a:cubicBezTo>
                    <a:pt x="-569" y="12768"/>
                    <a:pt x="3265" y="16598"/>
                    <a:pt x="8377" y="16598"/>
                  </a:cubicBezTo>
                </a:path>
              </a:pathLst>
            </a:custGeom>
            <a:solidFill>
              <a:srgbClr val="0076A8"/>
            </a:solidFill>
            <a:ln w="6390" cap="flat">
              <a:noFill/>
              <a:prstDash val="solid"/>
              <a:miter/>
            </a:ln>
          </p:spPr>
          <p:txBody>
            <a:bodyPr rtlCol="0" anchor="ctr"/>
            <a:lstStyle/>
            <a:p>
              <a:endParaRPr lang="en-US"/>
            </a:p>
          </p:txBody>
        </p:sp>
        <p:sp>
          <p:nvSpPr>
            <p:cNvPr id="898" name="Graphic 4">
              <a:extLst>
                <a:ext uri="{FF2B5EF4-FFF2-40B4-BE49-F238E27FC236}">
                  <a16:creationId xmlns:a16="http://schemas.microsoft.com/office/drawing/2014/main" id="{AEF56523-9380-5444-8454-5212829F87C1}"/>
                </a:ext>
              </a:extLst>
            </p:cNvPr>
            <p:cNvSpPr/>
            <p:nvPr/>
          </p:nvSpPr>
          <p:spPr>
            <a:xfrm>
              <a:off x="10118395" y="2551201"/>
              <a:ext cx="16683" cy="16598"/>
            </a:xfrm>
            <a:custGeom>
              <a:avLst/>
              <a:gdLst>
                <a:gd name="connsiteX0" fmla="*/ 8377 w 16683"/>
                <a:gd name="connsiteY0" fmla="*/ 16598 h 16598"/>
                <a:gd name="connsiteX1" fmla="*/ 16683 w 16683"/>
                <a:gd name="connsiteY1" fmla="*/ 8299 h 16598"/>
                <a:gd name="connsiteX2" fmla="*/ 8377 w 16683"/>
                <a:gd name="connsiteY2" fmla="*/ 0 h 16598"/>
                <a:gd name="connsiteX3" fmla="*/ 70 w 16683"/>
                <a:gd name="connsiteY3" fmla="*/ 8299 h 16598"/>
                <a:gd name="connsiteX4" fmla="*/ 8377 w 16683"/>
                <a:gd name="connsiteY4" fmla="*/ 16598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83" h="16598">
                  <a:moveTo>
                    <a:pt x="8377" y="16598"/>
                  </a:moveTo>
                  <a:cubicBezTo>
                    <a:pt x="12850" y="16598"/>
                    <a:pt x="16683" y="12768"/>
                    <a:pt x="16683" y="8299"/>
                  </a:cubicBezTo>
                  <a:cubicBezTo>
                    <a:pt x="16683" y="3830"/>
                    <a:pt x="12850" y="0"/>
                    <a:pt x="8377" y="0"/>
                  </a:cubicBezTo>
                  <a:cubicBezTo>
                    <a:pt x="3903" y="0"/>
                    <a:pt x="70" y="3830"/>
                    <a:pt x="70" y="8299"/>
                  </a:cubicBezTo>
                  <a:cubicBezTo>
                    <a:pt x="-569" y="12768"/>
                    <a:pt x="3265" y="16598"/>
                    <a:pt x="8377" y="16598"/>
                  </a:cubicBezTo>
                </a:path>
              </a:pathLst>
            </a:custGeom>
            <a:solidFill>
              <a:srgbClr val="0076A8"/>
            </a:solidFill>
            <a:ln w="6390" cap="flat">
              <a:noFill/>
              <a:prstDash val="solid"/>
              <a:miter/>
            </a:ln>
          </p:spPr>
          <p:txBody>
            <a:bodyPr rtlCol="0" anchor="ctr"/>
            <a:lstStyle/>
            <a:p>
              <a:endParaRPr lang="en-US"/>
            </a:p>
          </p:txBody>
        </p:sp>
        <p:sp>
          <p:nvSpPr>
            <p:cNvPr id="899" name="Graphic 4">
              <a:extLst>
                <a:ext uri="{FF2B5EF4-FFF2-40B4-BE49-F238E27FC236}">
                  <a16:creationId xmlns:a16="http://schemas.microsoft.com/office/drawing/2014/main" id="{76E1D76E-DC53-9C41-9FAC-B914C043D90E}"/>
                </a:ext>
              </a:extLst>
            </p:cNvPr>
            <p:cNvSpPr/>
            <p:nvPr/>
          </p:nvSpPr>
          <p:spPr>
            <a:xfrm>
              <a:off x="10089071" y="2521835"/>
              <a:ext cx="16613" cy="16598"/>
            </a:xfrm>
            <a:custGeom>
              <a:avLst/>
              <a:gdLst>
                <a:gd name="connsiteX0" fmla="*/ 8306 w 16613"/>
                <a:gd name="connsiteY0" fmla="*/ 0 h 16598"/>
                <a:gd name="connsiteX1" fmla="*/ 0 w 16613"/>
                <a:gd name="connsiteY1" fmla="*/ 8299 h 16598"/>
                <a:gd name="connsiteX2" fmla="*/ 8306 w 16613"/>
                <a:gd name="connsiteY2" fmla="*/ 16598 h 16598"/>
                <a:gd name="connsiteX3" fmla="*/ 16614 w 16613"/>
                <a:gd name="connsiteY3" fmla="*/ 8299 h 16598"/>
                <a:gd name="connsiteX4" fmla="*/ 8306 w 16613"/>
                <a:gd name="connsiteY4" fmla="*/ 0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16598">
                  <a:moveTo>
                    <a:pt x="8306" y="0"/>
                  </a:moveTo>
                  <a:cubicBezTo>
                    <a:pt x="3834" y="0"/>
                    <a:pt x="0" y="3830"/>
                    <a:pt x="0" y="8299"/>
                  </a:cubicBezTo>
                  <a:cubicBezTo>
                    <a:pt x="0" y="12768"/>
                    <a:pt x="3834" y="16598"/>
                    <a:pt x="8306" y="16598"/>
                  </a:cubicBezTo>
                  <a:cubicBezTo>
                    <a:pt x="12780" y="16598"/>
                    <a:pt x="16614" y="12768"/>
                    <a:pt x="16614" y="8299"/>
                  </a:cubicBezTo>
                  <a:cubicBezTo>
                    <a:pt x="16614" y="3830"/>
                    <a:pt x="12780" y="0"/>
                    <a:pt x="8306" y="0"/>
                  </a:cubicBezTo>
                </a:path>
              </a:pathLst>
            </a:custGeom>
            <a:solidFill>
              <a:srgbClr val="0076A8"/>
            </a:solidFill>
            <a:ln w="6390" cap="flat">
              <a:noFill/>
              <a:prstDash val="solid"/>
              <a:miter/>
            </a:ln>
          </p:spPr>
          <p:txBody>
            <a:bodyPr rtlCol="0" anchor="ctr"/>
            <a:lstStyle/>
            <a:p>
              <a:endParaRPr lang="en-US"/>
            </a:p>
          </p:txBody>
        </p:sp>
        <p:sp>
          <p:nvSpPr>
            <p:cNvPr id="900" name="Graphic 4">
              <a:extLst>
                <a:ext uri="{FF2B5EF4-FFF2-40B4-BE49-F238E27FC236}">
                  <a16:creationId xmlns:a16="http://schemas.microsoft.com/office/drawing/2014/main" id="{EA5BC4C2-2F17-B341-B199-2AE9A95A25EA}"/>
                </a:ext>
              </a:extLst>
            </p:cNvPr>
            <p:cNvSpPr/>
            <p:nvPr/>
          </p:nvSpPr>
          <p:spPr>
            <a:xfrm>
              <a:off x="10089071" y="2550563"/>
              <a:ext cx="16613" cy="16598"/>
            </a:xfrm>
            <a:custGeom>
              <a:avLst/>
              <a:gdLst>
                <a:gd name="connsiteX0" fmla="*/ 8306 w 16613"/>
                <a:gd name="connsiteY0" fmla="*/ 0 h 16598"/>
                <a:gd name="connsiteX1" fmla="*/ 0 w 16613"/>
                <a:gd name="connsiteY1" fmla="*/ 8299 h 16598"/>
                <a:gd name="connsiteX2" fmla="*/ 8306 w 16613"/>
                <a:gd name="connsiteY2" fmla="*/ 16598 h 16598"/>
                <a:gd name="connsiteX3" fmla="*/ 16614 w 16613"/>
                <a:gd name="connsiteY3" fmla="*/ 8299 h 16598"/>
                <a:gd name="connsiteX4" fmla="*/ 8306 w 16613"/>
                <a:gd name="connsiteY4" fmla="*/ 0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16598">
                  <a:moveTo>
                    <a:pt x="8306" y="0"/>
                  </a:moveTo>
                  <a:cubicBezTo>
                    <a:pt x="3834" y="0"/>
                    <a:pt x="0" y="3830"/>
                    <a:pt x="0" y="8299"/>
                  </a:cubicBezTo>
                  <a:cubicBezTo>
                    <a:pt x="0" y="12768"/>
                    <a:pt x="3834" y="16598"/>
                    <a:pt x="8306" y="16598"/>
                  </a:cubicBezTo>
                  <a:cubicBezTo>
                    <a:pt x="12780" y="16598"/>
                    <a:pt x="16614" y="12768"/>
                    <a:pt x="16614" y="8299"/>
                  </a:cubicBezTo>
                  <a:cubicBezTo>
                    <a:pt x="16614" y="3830"/>
                    <a:pt x="12780" y="0"/>
                    <a:pt x="8306" y="0"/>
                  </a:cubicBezTo>
                </a:path>
              </a:pathLst>
            </a:custGeom>
            <a:solidFill>
              <a:srgbClr val="0076A8"/>
            </a:solidFill>
            <a:ln w="6390" cap="flat">
              <a:noFill/>
              <a:prstDash val="solid"/>
              <a:miter/>
            </a:ln>
          </p:spPr>
          <p:txBody>
            <a:bodyPr rtlCol="0" anchor="ctr"/>
            <a:lstStyle/>
            <a:p>
              <a:endParaRPr lang="en-US"/>
            </a:p>
          </p:txBody>
        </p:sp>
        <p:sp>
          <p:nvSpPr>
            <p:cNvPr id="901" name="Graphic 4">
              <a:extLst>
                <a:ext uri="{FF2B5EF4-FFF2-40B4-BE49-F238E27FC236}">
                  <a16:creationId xmlns:a16="http://schemas.microsoft.com/office/drawing/2014/main" id="{FA87245A-3617-2C4F-80A4-717757D3F883}"/>
                </a:ext>
              </a:extLst>
            </p:cNvPr>
            <p:cNvSpPr/>
            <p:nvPr/>
          </p:nvSpPr>
          <p:spPr>
            <a:xfrm>
              <a:off x="10118465" y="2579291"/>
              <a:ext cx="16613" cy="16598"/>
            </a:xfrm>
            <a:custGeom>
              <a:avLst/>
              <a:gdLst>
                <a:gd name="connsiteX0" fmla="*/ 8307 w 16613"/>
                <a:gd name="connsiteY0" fmla="*/ 16598 h 16598"/>
                <a:gd name="connsiteX1" fmla="*/ 16614 w 16613"/>
                <a:gd name="connsiteY1" fmla="*/ 8299 h 16598"/>
                <a:gd name="connsiteX2" fmla="*/ 8307 w 16613"/>
                <a:gd name="connsiteY2" fmla="*/ 0 h 16598"/>
                <a:gd name="connsiteX3" fmla="*/ 0 w 16613"/>
                <a:gd name="connsiteY3" fmla="*/ 8299 h 16598"/>
                <a:gd name="connsiteX4" fmla="*/ 8307 w 16613"/>
                <a:gd name="connsiteY4" fmla="*/ 16598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16598">
                  <a:moveTo>
                    <a:pt x="8307" y="16598"/>
                  </a:moveTo>
                  <a:cubicBezTo>
                    <a:pt x="12780" y="16598"/>
                    <a:pt x="16614" y="12768"/>
                    <a:pt x="16614" y="8299"/>
                  </a:cubicBezTo>
                  <a:cubicBezTo>
                    <a:pt x="16614" y="3830"/>
                    <a:pt x="12780" y="0"/>
                    <a:pt x="8307" y="0"/>
                  </a:cubicBezTo>
                  <a:cubicBezTo>
                    <a:pt x="3834" y="0"/>
                    <a:pt x="0" y="3830"/>
                    <a:pt x="0" y="8299"/>
                  </a:cubicBezTo>
                  <a:cubicBezTo>
                    <a:pt x="0" y="12768"/>
                    <a:pt x="3195" y="16598"/>
                    <a:pt x="8307" y="16598"/>
                  </a:cubicBezTo>
                </a:path>
              </a:pathLst>
            </a:custGeom>
            <a:solidFill>
              <a:srgbClr val="0076A8"/>
            </a:solidFill>
            <a:ln w="6390" cap="flat">
              <a:noFill/>
              <a:prstDash val="solid"/>
              <a:miter/>
            </a:ln>
          </p:spPr>
          <p:txBody>
            <a:bodyPr rtlCol="0" anchor="ctr"/>
            <a:lstStyle/>
            <a:p>
              <a:endParaRPr lang="en-US"/>
            </a:p>
          </p:txBody>
        </p:sp>
        <p:sp>
          <p:nvSpPr>
            <p:cNvPr id="902" name="Graphic 4">
              <a:extLst>
                <a:ext uri="{FF2B5EF4-FFF2-40B4-BE49-F238E27FC236}">
                  <a16:creationId xmlns:a16="http://schemas.microsoft.com/office/drawing/2014/main" id="{A9C15CA8-856A-2A48-928A-C9F2D1ED9646}"/>
                </a:ext>
              </a:extLst>
            </p:cNvPr>
            <p:cNvSpPr/>
            <p:nvPr/>
          </p:nvSpPr>
          <p:spPr>
            <a:xfrm>
              <a:off x="10118465" y="2608019"/>
              <a:ext cx="16613" cy="16598"/>
            </a:xfrm>
            <a:custGeom>
              <a:avLst/>
              <a:gdLst>
                <a:gd name="connsiteX0" fmla="*/ 8307 w 16613"/>
                <a:gd name="connsiteY0" fmla="*/ 16598 h 16598"/>
                <a:gd name="connsiteX1" fmla="*/ 16614 w 16613"/>
                <a:gd name="connsiteY1" fmla="*/ 8299 h 16598"/>
                <a:gd name="connsiteX2" fmla="*/ 8307 w 16613"/>
                <a:gd name="connsiteY2" fmla="*/ 0 h 16598"/>
                <a:gd name="connsiteX3" fmla="*/ 0 w 16613"/>
                <a:gd name="connsiteY3" fmla="*/ 8299 h 16598"/>
                <a:gd name="connsiteX4" fmla="*/ 8307 w 16613"/>
                <a:gd name="connsiteY4" fmla="*/ 16598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16598">
                  <a:moveTo>
                    <a:pt x="8307" y="16598"/>
                  </a:moveTo>
                  <a:cubicBezTo>
                    <a:pt x="12780" y="16598"/>
                    <a:pt x="16614" y="12768"/>
                    <a:pt x="16614" y="8299"/>
                  </a:cubicBezTo>
                  <a:cubicBezTo>
                    <a:pt x="16614" y="3830"/>
                    <a:pt x="12780" y="0"/>
                    <a:pt x="8307" y="0"/>
                  </a:cubicBezTo>
                  <a:cubicBezTo>
                    <a:pt x="3834" y="0"/>
                    <a:pt x="0" y="3830"/>
                    <a:pt x="0" y="8299"/>
                  </a:cubicBezTo>
                  <a:cubicBezTo>
                    <a:pt x="0" y="12768"/>
                    <a:pt x="3195" y="16598"/>
                    <a:pt x="8307" y="16598"/>
                  </a:cubicBezTo>
                </a:path>
              </a:pathLst>
            </a:custGeom>
            <a:solidFill>
              <a:srgbClr val="0076A8"/>
            </a:solidFill>
            <a:ln w="6390" cap="flat">
              <a:noFill/>
              <a:prstDash val="solid"/>
              <a:miter/>
            </a:ln>
          </p:spPr>
          <p:txBody>
            <a:bodyPr rtlCol="0" anchor="ctr"/>
            <a:lstStyle/>
            <a:p>
              <a:endParaRPr lang="en-US"/>
            </a:p>
          </p:txBody>
        </p:sp>
        <p:sp>
          <p:nvSpPr>
            <p:cNvPr id="903" name="Graphic 4">
              <a:extLst>
                <a:ext uri="{FF2B5EF4-FFF2-40B4-BE49-F238E27FC236}">
                  <a16:creationId xmlns:a16="http://schemas.microsoft.com/office/drawing/2014/main" id="{71FBD95D-2794-A74B-B4E1-74D82F5341C3}"/>
                </a:ext>
              </a:extLst>
            </p:cNvPr>
            <p:cNvSpPr/>
            <p:nvPr/>
          </p:nvSpPr>
          <p:spPr>
            <a:xfrm>
              <a:off x="10030283" y="2550563"/>
              <a:ext cx="16614" cy="16598"/>
            </a:xfrm>
            <a:custGeom>
              <a:avLst/>
              <a:gdLst>
                <a:gd name="connsiteX0" fmla="*/ 8307 w 16614"/>
                <a:gd name="connsiteY0" fmla="*/ 0 h 16598"/>
                <a:gd name="connsiteX1" fmla="*/ 0 w 16614"/>
                <a:gd name="connsiteY1" fmla="*/ 8299 h 16598"/>
                <a:gd name="connsiteX2" fmla="*/ 8307 w 16614"/>
                <a:gd name="connsiteY2" fmla="*/ 16598 h 16598"/>
                <a:gd name="connsiteX3" fmla="*/ 16614 w 16614"/>
                <a:gd name="connsiteY3" fmla="*/ 8299 h 16598"/>
                <a:gd name="connsiteX4" fmla="*/ 8307 w 16614"/>
                <a:gd name="connsiteY4" fmla="*/ 0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4" h="16598">
                  <a:moveTo>
                    <a:pt x="8307" y="0"/>
                  </a:moveTo>
                  <a:cubicBezTo>
                    <a:pt x="3835" y="0"/>
                    <a:pt x="0" y="3830"/>
                    <a:pt x="0" y="8299"/>
                  </a:cubicBezTo>
                  <a:cubicBezTo>
                    <a:pt x="0" y="12768"/>
                    <a:pt x="3835" y="16598"/>
                    <a:pt x="8307" y="16598"/>
                  </a:cubicBezTo>
                  <a:cubicBezTo>
                    <a:pt x="12780" y="16598"/>
                    <a:pt x="16614" y="12768"/>
                    <a:pt x="16614" y="8299"/>
                  </a:cubicBezTo>
                  <a:cubicBezTo>
                    <a:pt x="16614" y="3830"/>
                    <a:pt x="12780" y="0"/>
                    <a:pt x="8307" y="0"/>
                  </a:cubicBezTo>
                </a:path>
              </a:pathLst>
            </a:custGeom>
            <a:solidFill>
              <a:srgbClr val="0076A8"/>
            </a:solidFill>
            <a:ln w="6390" cap="flat">
              <a:noFill/>
              <a:prstDash val="solid"/>
              <a:miter/>
            </a:ln>
          </p:spPr>
          <p:txBody>
            <a:bodyPr rtlCol="0" anchor="ctr"/>
            <a:lstStyle/>
            <a:p>
              <a:endParaRPr lang="en-US"/>
            </a:p>
          </p:txBody>
        </p:sp>
        <p:sp>
          <p:nvSpPr>
            <p:cNvPr id="904" name="Graphic 4">
              <a:extLst>
                <a:ext uri="{FF2B5EF4-FFF2-40B4-BE49-F238E27FC236}">
                  <a16:creationId xmlns:a16="http://schemas.microsoft.com/office/drawing/2014/main" id="{6BAA5867-98CF-9B41-A9CA-D9E9AD9926DA}"/>
                </a:ext>
              </a:extLst>
            </p:cNvPr>
            <p:cNvSpPr/>
            <p:nvPr/>
          </p:nvSpPr>
          <p:spPr>
            <a:xfrm>
              <a:off x="10059678" y="2550563"/>
              <a:ext cx="16613" cy="16598"/>
            </a:xfrm>
            <a:custGeom>
              <a:avLst/>
              <a:gdLst>
                <a:gd name="connsiteX0" fmla="*/ 8306 w 16613"/>
                <a:gd name="connsiteY0" fmla="*/ 0 h 16598"/>
                <a:gd name="connsiteX1" fmla="*/ 0 w 16613"/>
                <a:gd name="connsiteY1" fmla="*/ 8299 h 16598"/>
                <a:gd name="connsiteX2" fmla="*/ 8306 w 16613"/>
                <a:gd name="connsiteY2" fmla="*/ 16598 h 16598"/>
                <a:gd name="connsiteX3" fmla="*/ 16614 w 16613"/>
                <a:gd name="connsiteY3" fmla="*/ 8299 h 16598"/>
                <a:gd name="connsiteX4" fmla="*/ 8306 w 16613"/>
                <a:gd name="connsiteY4" fmla="*/ 0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16598">
                  <a:moveTo>
                    <a:pt x="8306" y="0"/>
                  </a:moveTo>
                  <a:cubicBezTo>
                    <a:pt x="3834" y="0"/>
                    <a:pt x="0" y="3830"/>
                    <a:pt x="0" y="8299"/>
                  </a:cubicBezTo>
                  <a:cubicBezTo>
                    <a:pt x="0" y="12768"/>
                    <a:pt x="3834" y="16598"/>
                    <a:pt x="8306" y="16598"/>
                  </a:cubicBezTo>
                  <a:cubicBezTo>
                    <a:pt x="12780" y="16598"/>
                    <a:pt x="16614" y="12768"/>
                    <a:pt x="16614" y="8299"/>
                  </a:cubicBezTo>
                  <a:cubicBezTo>
                    <a:pt x="16614" y="3830"/>
                    <a:pt x="12780" y="0"/>
                    <a:pt x="8306" y="0"/>
                  </a:cubicBezTo>
                </a:path>
              </a:pathLst>
            </a:custGeom>
            <a:solidFill>
              <a:srgbClr val="0076A8"/>
            </a:solidFill>
            <a:ln w="6390" cap="flat">
              <a:noFill/>
              <a:prstDash val="solid"/>
              <a:miter/>
            </a:ln>
          </p:spPr>
          <p:txBody>
            <a:bodyPr rtlCol="0" anchor="ctr"/>
            <a:lstStyle/>
            <a:p>
              <a:endParaRPr lang="en-US"/>
            </a:p>
          </p:txBody>
        </p:sp>
      </p:grpSp>
      <p:sp>
        <p:nvSpPr>
          <p:cNvPr id="905" name="Graphic 4">
            <a:extLst>
              <a:ext uri="{FF2B5EF4-FFF2-40B4-BE49-F238E27FC236}">
                <a16:creationId xmlns:a16="http://schemas.microsoft.com/office/drawing/2014/main" id="{D2FD3C32-DDB6-C846-AF29-83EEFA42798E}"/>
              </a:ext>
            </a:extLst>
          </p:cNvPr>
          <p:cNvSpPr/>
          <p:nvPr/>
        </p:nvSpPr>
        <p:spPr>
          <a:xfrm>
            <a:off x="8240462" y="1402723"/>
            <a:ext cx="361670" cy="361333"/>
          </a:xfrm>
          <a:custGeom>
            <a:avLst/>
            <a:gdLst>
              <a:gd name="connsiteX0" fmla="*/ 246013 w 361670"/>
              <a:gd name="connsiteY0" fmla="*/ 233015 h 361333"/>
              <a:gd name="connsiteX1" fmla="*/ 244735 w 361670"/>
              <a:gd name="connsiteY1" fmla="*/ 238761 h 361333"/>
              <a:gd name="connsiteX2" fmla="*/ 258792 w 361670"/>
              <a:gd name="connsiteY2" fmla="*/ 253444 h 361333"/>
              <a:gd name="connsiteX3" fmla="*/ 261987 w 361670"/>
              <a:gd name="connsiteY3" fmla="*/ 253444 h 361333"/>
              <a:gd name="connsiteX4" fmla="*/ 276046 w 361670"/>
              <a:gd name="connsiteY4" fmla="*/ 238761 h 361333"/>
              <a:gd name="connsiteX5" fmla="*/ 274767 w 361670"/>
              <a:gd name="connsiteY5" fmla="*/ 233015 h 361333"/>
              <a:gd name="connsiteX6" fmla="*/ 273490 w 361670"/>
              <a:gd name="connsiteY6" fmla="*/ 231100 h 361333"/>
              <a:gd name="connsiteX7" fmla="*/ 271572 w 361670"/>
              <a:gd name="connsiteY7" fmla="*/ 228546 h 361333"/>
              <a:gd name="connsiteX8" fmla="*/ 260710 w 361670"/>
              <a:gd name="connsiteY8" fmla="*/ 214502 h 361333"/>
              <a:gd name="connsiteX9" fmla="*/ 249846 w 361670"/>
              <a:gd name="connsiteY9" fmla="*/ 228546 h 361333"/>
              <a:gd name="connsiteX10" fmla="*/ 249208 w 361670"/>
              <a:gd name="connsiteY10" fmla="*/ 229185 h 361333"/>
              <a:gd name="connsiteX11" fmla="*/ 247930 w 361670"/>
              <a:gd name="connsiteY11" fmla="*/ 231100 h 361333"/>
              <a:gd name="connsiteX12" fmla="*/ 246013 w 361670"/>
              <a:gd name="connsiteY12" fmla="*/ 233015 h 361333"/>
              <a:gd name="connsiteX13" fmla="*/ 292659 w 361670"/>
              <a:gd name="connsiteY13" fmla="*/ 164707 h 361333"/>
              <a:gd name="connsiteX14" fmla="*/ 286908 w 361670"/>
              <a:gd name="connsiteY14" fmla="*/ 179390 h 361333"/>
              <a:gd name="connsiteX15" fmla="*/ 274128 w 361670"/>
              <a:gd name="connsiteY15" fmla="*/ 185135 h 361333"/>
              <a:gd name="connsiteX16" fmla="*/ 272851 w 361670"/>
              <a:gd name="connsiteY16" fmla="*/ 185135 h 361333"/>
              <a:gd name="connsiteX17" fmla="*/ 235789 w 361670"/>
              <a:gd name="connsiteY17" fmla="*/ 185135 h 361333"/>
              <a:gd name="connsiteX18" fmla="*/ 237067 w 361670"/>
              <a:gd name="connsiteY18" fmla="*/ 192796 h 361333"/>
              <a:gd name="connsiteX19" fmla="*/ 231316 w 361670"/>
              <a:gd name="connsiteY19" fmla="*/ 207479 h 361333"/>
              <a:gd name="connsiteX20" fmla="*/ 222370 w 361670"/>
              <a:gd name="connsiteY20" fmla="*/ 212587 h 361333"/>
              <a:gd name="connsiteX21" fmla="*/ 224287 w 361670"/>
              <a:gd name="connsiteY21" fmla="*/ 220886 h 361333"/>
              <a:gd name="connsiteX22" fmla="*/ 218536 w 361670"/>
              <a:gd name="connsiteY22" fmla="*/ 235569 h 361333"/>
              <a:gd name="connsiteX23" fmla="*/ 210868 w 361670"/>
              <a:gd name="connsiteY23" fmla="*/ 240038 h 361333"/>
              <a:gd name="connsiteX24" fmla="*/ 212785 w 361670"/>
              <a:gd name="connsiteY24" fmla="*/ 248975 h 361333"/>
              <a:gd name="connsiteX25" fmla="*/ 207034 w 361670"/>
              <a:gd name="connsiteY25" fmla="*/ 263658 h 361333"/>
              <a:gd name="connsiteX26" fmla="*/ 192337 w 361670"/>
              <a:gd name="connsiteY26" fmla="*/ 269404 h 361333"/>
              <a:gd name="connsiteX27" fmla="*/ 142496 w 361670"/>
              <a:gd name="connsiteY27" fmla="*/ 269404 h 361333"/>
              <a:gd name="connsiteX28" fmla="*/ 104156 w 361670"/>
              <a:gd name="connsiteY28" fmla="*/ 254082 h 361333"/>
              <a:gd name="connsiteX29" fmla="*/ 97766 w 361670"/>
              <a:gd name="connsiteY29" fmla="*/ 251529 h 361333"/>
              <a:gd name="connsiteX30" fmla="*/ 74123 w 361670"/>
              <a:gd name="connsiteY30" fmla="*/ 251529 h 361333"/>
              <a:gd name="connsiteX31" fmla="*/ 67733 w 361670"/>
              <a:gd name="connsiteY31" fmla="*/ 245145 h 361333"/>
              <a:gd name="connsiteX32" fmla="*/ 74123 w 361670"/>
              <a:gd name="connsiteY32" fmla="*/ 238761 h 361333"/>
              <a:gd name="connsiteX33" fmla="*/ 97766 w 361670"/>
              <a:gd name="connsiteY33" fmla="*/ 238761 h 361333"/>
              <a:gd name="connsiteX34" fmla="*/ 113102 w 361670"/>
              <a:gd name="connsiteY34" fmla="*/ 245145 h 361333"/>
              <a:gd name="connsiteX35" fmla="*/ 142496 w 361670"/>
              <a:gd name="connsiteY35" fmla="*/ 256636 h 361333"/>
              <a:gd name="connsiteX36" fmla="*/ 192337 w 361670"/>
              <a:gd name="connsiteY36" fmla="*/ 256636 h 361333"/>
              <a:gd name="connsiteX37" fmla="*/ 198088 w 361670"/>
              <a:gd name="connsiteY37" fmla="*/ 254082 h 361333"/>
              <a:gd name="connsiteX38" fmla="*/ 200644 w 361670"/>
              <a:gd name="connsiteY38" fmla="*/ 248337 h 361333"/>
              <a:gd name="connsiteX39" fmla="*/ 192977 w 361670"/>
              <a:gd name="connsiteY39" fmla="*/ 240676 h 361333"/>
              <a:gd name="connsiteX40" fmla="*/ 181474 w 361670"/>
              <a:gd name="connsiteY40" fmla="*/ 240676 h 361333"/>
              <a:gd name="connsiteX41" fmla="*/ 175084 w 361670"/>
              <a:gd name="connsiteY41" fmla="*/ 234292 h 361333"/>
              <a:gd name="connsiteX42" fmla="*/ 181474 w 361670"/>
              <a:gd name="connsiteY42" fmla="*/ 227908 h 361333"/>
              <a:gd name="connsiteX43" fmla="*/ 203839 w 361670"/>
              <a:gd name="connsiteY43" fmla="*/ 227908 h 361333"/>
              <a:gd name="connsiteX44" fmla="*/ 209590 w 361670"/>
              <a:gd name="connsiteY44" fmla="*/ 225355 h 361333"/>
              <a:gd name="connsiteX45" fmla="*/ 212146 w 361670"/>
              <a:gd name="connsiteY45" fmla="*/ 219609 h 361333"/>
              <a:gd name="connsiteX46" fmla="*/ 205117 w 361670"/>
              <a:gd name="connsiteY46" fmla="*/ 211948 h 361333"/>
              <a:gd name="connsiteX47" fmla="*/ 189142 w 361670"/>
              <a:gd name="connsiteY47" fmla="*/ 211948 h 361333"/>
              <a:gd name="connsiteX48" fmla="*/ 182752 w 361670"/>
              <a:gd name="connsiteY48" fmla="*/ 205564 h 361333"/>
              <a:gd name="connsiteX49" fmla="*/ 189142 w 361670"/>
              <a:gd name="connsiteY49" fmla="*/ 199180 h 361333"/>
              <a:gd name="connsiteX50" fmla="*/ 204478 w 361670"/>
              <a:gd name="connsiteY50" fmla="*/ 199180 h 361333"/>
              <a:gd name="connsiteX51" fmla="*/ 204478 w 361670"/>
              <a:gd name="connsiteY51" fmla="*/ 199180 h 361333"/>
              <a:gd name="connsiteX52" fmla="*/ 205756 w 361670"/>
              <a:gd name="connsiteY52" fmla="*/ 199180 h 361333"/>
              <a:gd name="connsiteX53" fmla="*/ 217258 w 361670"/>
              <a:gd name="connsiteY53" fmla="*/ 199180 h 361333"/>
              <a:gd name="connsiteX54" fmla="*/ 223009 w 361670"/>
              <a:gd name="connsiteY54" fmla="*/ 196627 h 361333"/>
              <a:gd name="connsiteX55" fmla="*/ 225565 w 361670"/>
              <a:gd name="connsiteY55" fmla="*/ 190881 h 361333"/>
              <a:gd name="connsiteX56" fmla="*/ 218536 w 361670"/>
              <a:gd name="connsiteY56" fmla="*/ 183220 h 361333"/>
              <a:gd name="connsiteX57" fmla="*/ 196172 w 361670"/>
              <a:gd name="connsiteY57" fmla="*/ 183220 h 361333"/>
              <a:gd name="connsiteX58" fmla="*/ 189782 w 361670"/>
              <a:gd name="connsiteY58" fmla="*/ 176836 h 361333"/>
              <a:gd name="connsiteX59" fmla="*/ 196172 w 361670"/>
              <a:gd name="connsiteY59" fmla="*/ 170452 h 361333"/>
              <a:gd name="connsiteX60" fmla="*/ 217258 w 361670"/>
              <a:gd name="connsiteY60" fmla="*/ 170452 h 361333"/>
              <a:gd name="connsiteX61" fmla="*/ 217258 w 361670"/>
              <a:gd name="connsiteY61" fmla="*/ 170452 h 361333"/>
              <a:gd name="connsiteX62" fmla="*/ 217897 w 361670"/>
              <a:gd name="connsiteY62" fmla="*/ 170452 h 361333"/>
              <a:gd name="connsiteX63" fmla="*/ 272851 w 361670"/>
              <a:gd name="connsiteY63" fmla="*/ 170452 h 361333"/>
              <a:gd name="connsiteX64" fmla="*/ 278601 w 361670"/>
              <a:gd name="connsiteY64" fmla="*/ 167899 h 361333"/>
              <a:gd name="connsiteX65" fmla="*/ 281157 w 361670"/>
              <a:gd name="connsiteY65" fmla="*/ 162153 h 361333"/>
              <a:gd name="connsiteX66" fmla="*/ 273490 w 361670"/>
              <a:gd name="connsiteY66" fmla="*/ 154492 h 361333"/>
              <a:gd name="connsiteX67" fmla="*/ 162305 w 361670"/>
              <a:gd name="connsiteY67" fmla="*/ 154492 h 361333"/>
              <a:gd name="connsiteX68" fmla="*/ 155915 w 361670"/>
              <a:gd name="connsiteY68" fmla="*/ 150024 h 361333"/>
              <a:gd name="connsiteX69" fmla="*/ 158471 w 361670"/>
              <a:gd name="connsiteY69" fmla="*/ 143001 h 361333"/>
              <a:gd name="connsiteX70" fmla="*/ 196172 w 361670"/>
              <a:gd name="connsiteY70" fmla="*/ 120019 h 361333"/>
              <a:gd name="connsiteX71" fmla="*/ 201283 w 361670"/>
              <a:gd name="connsiteY71" fmla="*/ 109166 h 361333"/>
              <a:gd name="connsiteX72" fmla="*/ 198727 w 361670"/>
              <a:gd name="connsiteY72" fmla="*/ 102144 h 361333"/>
              <a:gd name="connsiteX73" fmla="*/ 124604 w 361670"/>
              <a:gd name="connsiteY73" fmla="*/ 132787 h 361333"/>
              <a:gd name="connsiteX74" fmla="*/ 108629 w 361670"/>
              <a:gd name="connsiteY74" fmla="*/ 145555 h 361333"/>
              <a:gd name="connsiteX75" fmla="*/ 91376 w 361670"/>
              <a:gd name="connsiteY75" fmla="*/ 154492 h 361333"/>
              <a:gd name="connsiteX76" fmla="*/ 74123 w 361670"/>
              <a:gd name="connsiteY76" fmla="*/ 154492 h 361333"/>
              <a:gd name="connsiteX77" fmla="*/ 67733 w 361670"/>
              <a:gd name="connsiteY77" fmla="*/ 148108 h 361333"/>
              <a:gd name="connsiteX78" fmla="*/ 74123 w 361670"/>
              <a:gd name="connsiteY78" fmla="*/ 141724 h 361333"/>
              <a:gd name="connsiteX79" fmla="*/ 91376 w 361670"/>
              <a:gd name="connsiteY79" fmla="*/ 141724 h 361333"/>
              <a:gd name="connsiteX80" fmla="*/ 98405 w 361670"/>
              <a:gd name="connsiteY80" fmla="*/ 137894 h 361333"/>
              <a:gd name="connsiteX81" fmla="*/ 119492 w 361670"/>
              <a:gd name="connsiteY81" fmla="*/ 120657 h 361333"/>
              <a:gd name="connsiteX82" fmla="*/ 193615 w 361670"/>
              <a:gd name="connsiteY82" fmla="*/ 90014 h 361333"/>
              <a:gd name="connsiteX83" fmla="*/ 210868 w 361670"/>
              <a:gd name="connsiteY83" fmla="*/ 97675 h 361333"/>
              <a:gd name="connsiteX84" fmla="*/ 202561 w 361670"/>
              <a:gd name="connsiteY84" fmla="*/ 130233 h 361333"/>
              <a:gd name="connsiteX85" fmla="*/ 184031 w 361670"/>
              <a:gd name="connsiteY85" fmla="*/ 141086 h 361333"/>
              <a:gd name="connsiteX86" fmla="*/ 272211 w 361670"/>
              <a:gd name="connsiteY86" fmla="*/ 141086 h 361333"/>
              <a:gd name="connsiteX87" fmla="*/ 292659 w 361670"/>
              <a:gd name="connsiteY87" fmla="*/ 164707 h 361333"/>
              <a:gd name="connsiteX88" fmla="*/ 231955 w 361670"/>
              <a:gd name="connsiteY88" fmla="*/ 238761 h 361333"/>
              <a:gd name="connsiteX89" fmla="*/ 234511 w 361670"/>
              <a:gd name="connsiteY89" fmla="*/ 227908 h 361333"/>
              <a:gd name="connsiteX90" fmla="*/ 237706 w 361670"/>
              <a:gd name="connsiteY90" fmla="*/ 222801 h 361333"/>
              <a:gd name="connsiteX91" fmla="*/ 239623 w 361670"/>
              <a:gd name="connsiteY91" fmla="*/ 220886 h 361333"/>
              <a:gd name="connsiteX92" fmla="*/ 240261 w 361670"/>
              <a:gd name="connsiteY92" fmla="*/ 220247 h 361333"/>
              <a:gd name="connsiteX93" fmla="*/ 253041 w 361670"/>
              <a:gd name="connsiteY93" fmla="*/ 204287 h 361333"/>
              <a:gd name="connsiteX94" fmla="*/ 256236 w 361670"/>
              <a:gd name="connsiteY94" fmla="*/ 199180 h 361333"/>
              <a:gd name="connsiteX95" fmla="*/ 261987 w 361670"/>
              <a:gd name="connsiteY95" fmla="*/ 195988 h 361333"/>
              <a:gd name="connsiteX96" fmla="*/ 267739 w 361670"/>
              <a:gd name="connsiteY96" fmla="*/ 199180 h 361333"/>
              <a:gd name="connsiteX97" fmla="*/ 270934 w 361670"/>
              <a:gd name="connsiteY97" fmla="*/ 204287 h 361333"/>
              <a:gd name="connsiteX98" fmla="*/ 283075 w 361670"/>
              <a:gd name="connsiteY98" fmla="*/ 220247 h 361333"/>
              <a:gd name="connsiteX99" fmla="*/ 283713 w 361670"/>
              <a:gd name="connsiteY99" fmla="*/ 220886 h 361333"/>
              <a:gd name="connsiteX100" fmla="*/ 284991 w 361670"/>
              <a:gd name="connsiteY100" fmla="*/ 222801 h 361333"/>
              <a:gd name="connsiteX101" fmla="*/ 288186 w 361670"/>
              <a:gd name="connsiteY101" fmla="*/ 227908 h 361333"/>
              <a:gd name="connsiteX102" fmla="*/ 290103 w 361670"/>
              <a:gd name="connsiteY102" fmla="*/ 238761 h 361333"/>
              <a:gd name="connsiteX103" fmla="*/ 264544 w 361670"/>
              <a:gd name="connsiteY103" fmla="*/ 265574 h 361333"/>
              <a:gd name="connsiteX104" fmla="*/ 261987 w 361670"/>
              <a:gd name="connsiteY104" fmla="*/ 265574 h 361333"/>
              <a:gd name="connsiteX105" fmla="*/ 258792 w 361670"/>
              <a:gd name="connsiteY105" fmla="*/ 265574 h 361333"/>
              <a:gd name="connsiteX106" fmla="*/ 231955 w 361670"/>
              <a:gd name="connsiteY106" fmla="*/ 238761 h 361333"/>
              <a:gd name="connsiteX107" fmla="*/ 361670 w 361670"/>
              <a:gd name="connsiteY107" fmla="*/ 180667 h 361333"/>
              <a:gd name="connsiteX108" fmla="*/ 180836 w 361670"/>
              <a:gd name="connsiteY108" fmla="*/ 0 h 361333"/>
              <a:gd name="connsiteX109" fmla="*/ 0 w 361670"/>
              <a:gd name="connsiteY109" fmla="*/ 180667 h 361333"/>
              <a:gd name="connsiteX110" fmla="*/ 180836 w 361670"/>
              <a:gd name="connsiteY110" fmla="*/ 361333 h 361333"/>
              <a:gd name="connsiteX111" fmla="*/ 361670 w 361670"/>
              <a:gd name="connsiteY111" fmla="*/ 18066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361670" h="361333">
                <a:moveTo>
                  <a:pt x="246013" y="233015"/>
                </a:moveTo>
                <a:cubicBezTo>
                  <a:pt x="245374" y="234292"/>
                  <a:pt x="244735" y="237484"/>
                  <a:pt x="244735" y="238761"/>
                </a:cubicBezTo>
                <a:cubicBezTo>
                  <a:pt x="244735" y="246422"/>
                  <a:pt x="250486" y="252167"/>
                  <a:pt x="258792" y="253444"/>
                </a:cubicBezTo>
                <a:cubicBezTo>
                  <a:pt x="259431" y="253444"/>
                  <a:pt x="261349" y="253444"/>
                  <a:pt x="261987" y="253444"/>
                </a:cubicBezTo>
                <a:cubicBezTo>
                  <a:pt x="269656" y="252806"/>
                  <a:pt x="276046" y="246422"/>
                  <a:pt x="276046" y="238761"/>
                </a:cubicBezTo>
                <a:cubicBezTo>
                  <a:pt x="276046" y="237484"/>
                  <a:pt x="275406" y="234292"/>
                  <a:pt x="274767" y="233015"/>
                </a:cubicBezTo>
                <a:cubicBezTo>
                  <a:pt x="274767" y="233015"/>
                  <a:pt x="274128" y="232377"/>
                  <a:pt x="273490" y="231100"/>
                </a:cubicBezTo>
                <a:lnTo>
                  <a:pt x="271572" y="228546"/>
                </a:lnTo>
                <a:cubicBezTo>
                  <a:pt x="269016" y="225355"/>
                  <a:pt x="264544" y="220247"/>
                  <a:pt x="260710" y="214502"/>
                </a:cubicBezTo>
                <a:cubicBezTo>
                  <a:pt x="256236" y="220886"/>
                  <a:pt x="251764" y="225993"/>
                  <a:pt x="249846" y="228546"/>
                </a:cubicBezTo>
                <a:lnTo>
                  <a:pt x="249208" y="229185"/>
                </a:lnTo>
                <a:cubicBezTo>
                  <a:pt x="248569" y="229823"/>
                  <a:pt x="247930" y="230462"/>
                  <a:pt x="247930" y="231100"/>
                </a:cubicBezTo>
                <a:cubicBezTo>
                  <a:pt x="246651" y="232377"/>
                  <a:pt x="246013" y="233015"/>
                  <a:pt x="246013" y="233015"/>
                </a:cubicBezTo>
                <a:moveTo>
                  <a:pt x="292659" y="164707"/>
                </a:moveTo>
                <a:cubicBezTo>
                  <a:pt x="292659" y="170452"/>
                  <a:pt x="290742" y="175560"/>
                  <a:pt x="286908" y="179390"/>
                </a:cubicBezTo>
                <a:cubicBezTo>
                  <a:pt x="283713" y="182582"/>
                  <a:pt x="278601" y="185135"/>
                  <a:pt x="274128" y="185135"/>
                </a:cubicBezTo>
                <a:cubicBezTo>
                  <a:pt x="273490" y="185135"/>
                  <a:pt x="272851" y="185135"/>
                  <a:pt x="272851" y="185135"/>
                </a:cubicBezTo>
                <a:lnTo>
                  <a:pt x="235789" y="185135"/>
                </a:lnTo>
                <a:cubicBezTo>
                  <a:pt x="237067" y="187689"/>
                  <a:pt x="237067" y="190243"/>
                  <a:pt x="237067" y="192796"/>
                </a:cubicBezTo>
                <a:cubicBezTo>
                  <a:pt x="237067" y="198542"/>
                  <a:pt x="235150" y="203649"/>
                  <a:pt x="231316" y="207479"/>
                </a:cubicBezTo>
                <a:cubicBezTo>
                  <a:pt x="228760" y="210033"/>
                  <a:pt x="225565" y="211948"/>
                  <a:pt x="222370" y="212587"/>
                </a:cubicBezTo>
                <a:cubicBezTo>
                  <a:pt x="223648" y="215140"/>
                  <a:pt x="224287" y="218332"/>
                  <a:pt x="224287" y="220886"/>
                </a:cubicBezTo>
                <a:cubicBezTo>
                  <a:pt x="224287" y="226631"/>
                  <a:pt x="222370" y="231738"/>
                  <a:pt x="218536" y="235569"/>
                </a:cubicBezTo>
                <a:cubicBezTo>
                  <a:pt x="216619" y="237484"/>
                  <a:pt x="214063" y="239399"/>
                  <a:pt x="210868" y="240038"/>
                </a:cubicBezTo>
                <a:cubicBezTo>
                  <a:pt x="212146" y="242591"/>
                  <a:pt x="212785" y="245783"/>
                  <a:pt x="212785" y="248975"/>
                </a:cubicBezTo>
                <a:cubicBezTo>
                  <a:pt x="212785" y="254721"/>
                  <a:pt x="210868" y="259828"/>
                  <a:pt x="207034" y="263658"/>
                </a:cubicBezTo>
                <a:cubicBezTo>
                  <a:pt x="203200" y="267489"/>
                  <a:pt x="198088" y="269404"/>
                  <a:pt x="192337" y="269404"/>
                </a:cubicBezTo>
                <a:lnTo>
                  <a:pt x="142496" y="269404"/>
                </a:lnTo>
                <a:cubicBezTo>
                  <a:pt x="128438" y="269404"/>
                  <a:pt x="114380" y="263658"/>
                  <a:pt x="104156" y="254082"/>
                </a:cubicBezTo>
                <a:cubicBezTo>
                  <a:pt x="102239" y="252167"/>
                  <a:pt x="100322" y="251529"/>
                  <a:pt x="97766" y="251529"/>
                </a:cubicBezTo>
                <a:lnTo>
                  <a:pt x="74123" y="251529"/>
                </a:lnTo>
                <a:cubicBezTo>
                  <a:pt x="70289" y="251529"/>
                  <a:pt x="67733" y="248975"/>
                  <a:pt x="67733" y="245145"/>
                </a:cubicBezTo>
                <a:cubicBezTo>
                  <a:pt x="67733" y="241314"/>
                  <a:pt x="70289" y="238761"/>
                  <a:pt x="74123" y="238761"/>
                </a:cubicBezTo>
                <a:lnTo>
                  <a:pt x="97766" y="238761"/>
                </a:lnTo>
                <a:cubicBezTo>
                  <a:pt x="103517" y="238761"/>
                  <a:pt x="108629" y="240676"/>
                  <a:pt x="113102" y="245145"/>
                </a:cubicBezTo>
                <a:cubicBezTo>
                  <a:pt x="121409" y="252806"/>
                  <a:pt x="131633" y="256636"/>
                  <a:pt x="142496" y="256636"/>
                </a:cubicBezTo>
                <a:lnTo>
                  <a:pt x="192337" y="256636"/>
                </a:lnTo>
                <a:cubicBezTo>
                  <a:pt x="194254" y="256636"/>
                  <a:pt x="196172" y="255998"/>
                  <a:pt x="198088" y="254082"/>
                </a:cubicBezTo>
                <a:cubicBezTo>
                  <a:pt x="199367" y="252806"/>
                  <a:pt x="200644" y="250890"/>
                  <a:pt x="200644" y="248337"/>
                </a:cubicBezTo>
                <a:cubicBezTo>
                  <a:pt x="200644" y="243868"/>
                  <a:pt x="197449" y="240676"/>
                  <a:pt x="192977" y="240676"/>
                </a:cubicBezTo>
                <a:lnTo>
                  <a:pt x="181474" y="240676"/>
                </a:lnTo>
                <a:cubicBezTo>
                  <a:pt x="177641" y="240676"/>
                  <a:pt x="175084" y="238122"/>
                  <a:pt x="175084" y="234292"/>
                </a:cubicBezTo>
                <a:cubicBezTo>
                  <a:pt x="175084" y="230462"/>
                  <a:pt x="177641" y="227908"/>
                  <a:pt x="181474" y="227908"/>
                </a:cubicBezTo>
                <a:lnTo>
                  <a:pt x="203839" y="227908"/>
                </a:lnTo>
                <a:cubicBezTo>
                  <a:pt x="205756" y="227908"/>
                  <a:pt x="207673" y="227270"/>
                  <a:pt x="209590" y="225355"/>
                </a:cubicBezTo>
                <a:cubicBezTo>
                  <a:pt x="210868" y="224078"/>
                  <a:pt x="212146" y="222163"/>
                  <a:pt x="212146" y="219609"/>
                </a:cubicBezTo>
                <a:cubicBezTo>
                  <a:pt x="212146" y="215779"/>
                  <a:pt x="208951" y="211948"/>
                  <a:pt x="205117" y="211948"/>
                </a:cubicBezTo>
                <a:lnTo>
                  <a:pt x="189142" y="211948"/>
                </a:lnTo>
                <a:cubicBezTo>
                  <a:pt x="185308" y="211948"/>
                  <a:pt x="182752" y="209395"/>
                  <a:pt x="182752" y="205564"/>
                </a:cubicBezTo>
                <a:cubicBezTo>
                  <a:pt x="182752" y="201734"/>
                  <a:pt x="185308" y="199180"/>
                  <a:pt x="189142" y="199180"/>
                </a:cubicBezTo>
                <a:lnTo>
                  <a:pt x="204478" y="199180"/>
                </a:lnTo>
                <a:cubicBezTo>
                  <a:pt x="204478" y="199180"/>
                  <a:pt x="204478" y="199180"/>
                  <a:pt x="204478" y="199180"/>
                </a:cubicBezTo>
                <a:cubicBezTo>
                  <a:pt x="205117" y="199180"/>
                  <a:pt x="205117" y="199180"/>
                  <a:pt x="205756" y="199180"/>
                </a:cubicBezTo>
                <a:lnTo>
                  <a:pt x="217258" y="199180"/>
                </a:lnTo>
                <a:cubicBezTo>
                  <a:pt x="219175" y="199180"/>
                  <a:pt x="221092" y="198542"/>
                  <a:pt x="223009" y="196627"/>
                </a:cubicBezTo>
                <a:cubicBezTo>
                  <a:pt x="224287" y="195350"/>
                  <a:pt x="225565" y="193435"/>
                  <a:pt x="225565" y="190881"/>
                </a:cubicBezTo>
                <a:cubicBezTo>
                  <a:pt x="225565" y="187051"/>
                  <a:pt x="222370" y="183220"/>
                  <a:pt x="218536" y="183220"/>
                </a:cubicBezTo>
                <a:lnTo>
                  <a:pt x="196172" y="183220"/>
                </a:lnTo>
                <a:cubicBezTo>
                  <a:pt x="192337" y="183220"/>
                  <a:pt x="189782" y="180667"/>
                  <a:pt x="189782" y="176836"/>
                </a:cubicBezTo>
                <a:cubicBezTo>
                  <a:pt x="189782" y="173006"/>
                  <a:pt x="192337" y="170452"/>
                  <a:pt x="196172" y="170452"/>
                </a:cubicBezTo>
                <a:lnTo>
                  <a:pt x="217258" y="170452"/>
                </a:lnTo>
                <a:cubicBezTo>
                  <a:pt x="217258" y="170452"/>
                  <a:pt x="217258" y="170452"/>
                  <a:pt x="217258" y="170452"/>
                </a:cubicBezTo>
                <a:cubicBezTo>
                  <a:pt x="217258" y="170452"/>
                  <a:pt x="217897" y="170452"/>
                  <a:pt x="217897" y="170452"/>
                </a:cubicBezTo>
                <a:lnTo>
                  <a:pt x="272851" y="170452"/>
                </a:lnTo>
                <a:cubicBezTo>
                  <a:pt x="275406" y="170452"/>
                  <a:pt x="276685" y="169814"/>
                  <a:pt x="278601" y="167899"/>
                </a:cubicBezTo>
                <a:cubicBezTo>
                  <a:pt x="279880" y="166622"/>
                  <a:pt x="281157" y="164707"/>
                  <a:pt x="281157" y="162153"/>
                </a:cubicBezTo>
                <a:cubicBezTo>
                  <a:pt x="281157" y="157684"/>
                  <a:pt x="277962" y="154492"/>
                  <a:pt x="273490" y="154492"/>
                </a:cubicBezTo>
                <a:lnTo>
                  <a:pt x="162305" y="154492"/>
                </a:lnTo>
                <a:cubicBezTo>
                  <a:pt x="159748" y="154492"/>
                  <a:pt x="157192" y="152577"/>
                  <a:pt x="155915" y="150024"/>
                </a:cubicBezTo>
                <a:cubicBezTo>
                  <a:pt x="154637" y="147470"/>
                  <a:pt x="156553" y="144278"/>
                  <a:pt x="158471" y="143001"/>
                </a:cubicBezTo>
                <a:cubicBezTo>
                  <a:pt x="158471" y="143001"/>
                  <a:pt x="178279" y="130872"/>
                  <a:pt x="196172" y="120019"/>
                </a:cubicBezTo>
                <a:cubicBezTo>
                  <a:pt x="200644" y="116827"/>
                  <a:pt x="201283" y="111720"/>
                  <a:pt x="201283" y="109166"/>
                </a:cubicBezTo>
                <a:cubicBezTo>
                  <a:pt x="201283" y="105336"/>
                  <a:pt x="200005" y="102782"/>
                  <a:pt x="198727" y="102144"/>
                </a:cubicBezTo>
                <a:lnTo>
                  <a:pt x="124604" y="132787"/>
                </a:lnTo>
                <a:cubicBezTo>
                  <a:pt x="118853" y="135340"/>
                  <a:pt x="113102" y="139809"/>
                  <a:pt x="108629" y="145555"/>
                </a:cubicBezTo>
                <a:cubicBezTo>
                  <a:pt x="104795" y="151300"/>
                  <a:pt x="97766" y="154492"/>
                  <a:pt x="91376" y="154492"/>
                </a:cubicBezTo>
                <a:lnTo>
                  <a:pt x="74123" y="154492"/>
                </a:lnTo>
                <a:cubicBezTo>
                  <a:pt x="70289" y="154492"/>
                  <a:pt x="67733" y="151939"/>
                  <a:pt x="67733" y="148108"/>
                </a:cubicBezTo>
                <a:cubicBezTo>
                  <a:pt x="67733" y="144278"/>
                  <a:pt x="70289" y="141724"/>
                  <a:pt x="74123" y="141724"/>
                </a:cubicBezTo>
                <a:lnTo>
                  <a:pt x="91376" y="141724"/>
                </a:lnTo>
                <a:cubicBezTo>
                  <a:pt x="93933" y="141724"/>
                  <a:pt x="97128" y="140448"/>
                  <a:pt x="98405" y="137894"/>
                </a:cubicBezTo>
                <a:cubicBezTo>
                  <a:pt x="104156" y="130233"/>
                  <a:pt x="111824" y="124488"/>
                  <a:pt x="119492" y="120657"/>
                </a:cubicBezTo>
                <a:lnTo>
                  <a:pt x="193615" y="90014"/>
                </a:lnTo>
                <a:cubicBezTo>
                  <a:pt x="200005" y="87461"/>
                  <a:pt x="207034" y="90653"/>
                  <a:pt x="210868" y="97675"/>
                </a:cubicBezTo>
                <a:cubicBezTo>
                  <a:pt x="215980" y="107889"/>
                  <a:pt x="214063" y="123211"/>
                  <a:pt x="202561" y="130233"/>
                </a:cubicBezTo>
                <a:cubicBezTo>
                  <a:pt x="196172" y="134064"/>
                  <a:pt x="189782" y="137894"/>
                  <a:pt x="184031" y="141086"/>
                </a:cubicBezTo>
                <a:lnTo>
                  <a:pt x="272211" y="141086"/>
                </a:lnTo>
                <a:cubicBezTo>
                  <a:pt x="283713" y="144278"/>
                  <a:pt x="292659" y="153216"/>
                  <a:pt x="292659" y="164707"/>
                </a:cubicBezTo>
                <a:moveTo>
                  <a:pt x="231955" y="238761"/>
                </a:moveTo>
                <a:cubicBezTo>
                  <a:pt x="231955" y="235569"/>
                  <a:pt x="233233" y="230462"/>
                  <a:pt x="234511" y="227908"/>
                </a:cubicBezTo>
                <a:cubicBezTo>
                  <a:pt x="235150" y="227270"/>
                  <a:pt x="235789" y="225355"/>
                  <a:pt x="237706" y="222801"/>
                </a:cubicBezTo>
                <a:cubicBezTo>
                  <a:pt x="238345" y="222163"/>
                  <a:pt x="238345" y="221524"/>
                  <a:pt x="239623" y="220886"/>
                </a:cubicBezTo>
                <a:lnTo>
                  <a:pt x="240261" y="220247"/>
                </a:lnTo>
                <a:cubicBezTo>
                  <a:pt x="242818" y="217055"/>
                  <a:pt x="247930" y="210671"/>
                  <a:pt x="253041" y="204287"/>
                </a:cubicBezTo>
                <a:cubicBezTo>
                  <a:pt x="254320" y="202372"/>
                  <a:pt x="254959" y="201095"/>
                  <a:pt x="256236" y="199180"/>
                </a:cubicBezTo>
                <a:cubicBezTo>
                  <a:pt x="257515" y="197265"/>
                  <a:pt x="259431" y="195988"/>
                  <a:pt x="261987" y="195988"/>
                </a:cubicBezTo>
                <a:cubicBezTo>
                  <a:pt x="264544" y="195988"/>
                  <a:pt x="266461" y="197265"/>
                  <a:pt x="267739" y="199180"/>
                </a:cubicBezTo>
                <a:cubicBezTo>
                  <a:pt x="269016" y="201095"/>
                  <a:pt x="269656" y="202372"/>
                  <a:pt x="270934" y="204287"/>
                </a:cubicBezTo>
                <a:cubicBezTo>
                  <a:pt x="275406" y="210671"/>
                  <a:pt x="280518" y="217055"/>
                  <a:pt x="283075" y="220247"/>
                </a:cubicBezTo>
                <a:lnTo>
                  <a:pt x="283713" y="220886"/>
                </a:lnTo>
                <a:cubicBezTo>
                  <a:pt x="284352" y="221524"/>
                  <a:pt x="284991" y="222163"/>
                  <a:pt x="284991" y="222801"/>
                </a:cubicBezTo>
                <a:cubicBezTo>
                  <a:pt x="286908" y="225355"/>
                  <a:pt x="287547" y="227270"/>
                  <a:pt x="288186" y="227908"/>
                </a:cubicBezTo>
                <a:cubicBezTo>
                  <a:pt x="288826" y="229823"/>
                  <a:pt x="290103" y="234930"/>
                  <a:pt x="290103" y="238761"/>
                </a:cubicBezTo>
                <a:cubicBezTo>
                  <a:pt x="290103" y="252806"/>
                  <a:pt x="279241" y="264297"/>
                  <a:pt x="264544" y="265574"/>
                </a:cubicBezTo>
                <a:cubicBezTo>
                  <a:pt x="263905" y="265574"/>
                  <a:pt x="263266" y="265574"/>
                  <a:pt x="261987" y="265574"/>
                </a:cubicBezTo>
                <a:cubicBezTo>
                  <a:pt x="260710" y="265574"/>
                  <a:pt x="259431" y="265574"/>
                  <a:pt x="258792" y="265574"/>
                </a:cubicBezTo>
                <a:cubicBezTo>
                  <a:pt x="242818" y="264297"/>
                  <a:pt x="231955" y="252806"/>
                  <a:pt x="231955" y="238761"/>
                </a:cubicBezTo>
                <a:moveTo>
                  <a:pt x="361670" y="180667"/>
                </a:moveTo>
                <a:cubicBezTo>
                  <a:pt x="361670" y="80438"/>
                  <a:pt x="280518" y="0"/>
                  <a:pt x="180836" y="0"/>
                </a:cubicBezTo>
                <a:cubicBezTo>
                  <a:pt x="80513" y="0"/>
                  <a:pt x="0" y="81077"/>
                  <a:pt x="0" y="180667"/>
                </a:cubicBezTo>
                <a:cubicBezTo>
                  <a:pt x="0" y="280895"/>
                  <a:pt x="81153" y="361333"/>
                  <a:pt x="180836" y="361333"/>
                </a:cubicBezTo>
                <a:cubicBezTo>
                  <a:pt x="280518" y="361333"/>
                  <a:pt x="361670" y="280257"/>
                  <a:pt x="361670" y="180667"/>
                </a:cubicBezTo>
              </a:path>
            </a:pathLst>
          </a:custGeom>
          <a:solidFill>
            <a:srgbClr val="0076A8"/>
          </a:solidFill>
          <a:ln w="6390" cap="flat">
            <a:noFill/>
            <a:prstDash val="solid"/>
            <a:miter/>
          </a:ln>
        </p:spPr>
        <p:txBody>
          <a:bodyPr rtlCol="0" anchor="ctr"/>
          <a:lstStyle/>
          <a:p>
            <a:endParaRPr lang="en-US"/>
          </a:p>
        </p:txBody>
      </p:sp>
      <p:grpSp>
        <p:nvGrpSpPr>
          <p:cNvPr id="906" name="Graphic 4">
            <a:extLst>
              <a:ext uri="{FF2B5EF4-FFF2-40B4-BE49-F238E27FC236}">
                <a16:creationId xmlns:a16="http://schemas.microsoft.com/office/drawing/2014/main" id="{0E48BDE4-18F2-C44F-BA5B-274A7B117D76}"/>
              </a:ext>
            </a:extLst>
          </p:cNvPr>
          <p:cNvGrpSpPr/>
          <p:nvPr/>
        </p:nvGrpSpPr>
        <p:grpSpPr>
          <a:xfrm>
            <a:off x="8841116" y="2371173"/>
            <a:ext cx="361674" cy="361333"/>
            <a:chOff x="8841116" y="2371173"/>
            <a:chExt cx="361674" cy="361333"/>
          </a:xfrm>
          <a:solidFill>
            <a:srgbClr val="0076A8"/>
          </a:solidFill>
        </p:grpSpPr>
        <p:sp>
          <p:nvSpPr>
            <p:cNvPr id="907" name="Graphic 4">
              <a:extLst>
                <a:ext uri="{FF2B5EF4-FFF2-40B4-BE49-F238E27FC236}">
                  <a16:creationId xmlns:a16="http://schemas.microsoft.com/office/drawing/2014/main" id="{0A03B11A-EE09-F844-BA0A-602A42EA8B92}"/>
                </a:ext>
              </a:extLst>
            </p:cNvPr>
            <p:cNvSpPr/>
            <p:nvPr/>
          </p:nvSpPr>
          <p:spPr>
            <a:xfrm>
              <a:off x="8841116" y="2371173"/>
              <a:ext cx="361674" cy="361333"/>
            </a:xfrm>
            <a:custGeom>
              <a:avLst/>
              <a:gdLst>
                <a:gd name="connsiteX0" fmla="*/ 180836 w 361674"/>
                <a:gd name="connsiteY0" fmla="*/ 349204 h 361333"/>
                <a:gd name="connsiteX1" fmla="*/ 12780 w 361674"/>
                <a:gd name="connsiteY1" fmla="*/ 181305 h 361333"/>
                <a:gd name="connsiteX2" fmla="*/ 180836 w 361674"/>
                <a:gd name="connsiteY2" fmla="*/ 13406 h 361333"/>
                <a:gd name="connsiteX3" fmla="*/ 348890 w 361674"/>
                <a:gd name="connsiteY3" fmla="*/ 181305 h 361333"/>
                <a:gd name="connsiteX4" fmla="*/ 180836 w 361674"/>
                <a:gd name="connsiteY4" fmla="*/ 349204 h 361333"/>
                <a:gd name="connsiteX5" fmla="*/ 180836 w 361674"/>
                <a:gd name="connsiteY5" fmla="*/ 0 h 361333"/>
                <a:gd name="connsiteX6" fmla="*/ 0 w 361674"/>
                <a:gd name="connsiteY6" fmla="*/ 180667 h 361333"/>
                <a:gd name="connsiteX7" fmla="*/ 180836 w 361674"/>
                <a:gd name="connsiteY7" fmla="*/ 361333 h 361333"/>
                <a:gd name="connsiteX8" fmla="*/ 361670 w 361674"/>
                <a:gd name="connsiteY8" fmla="*/ 180667 h 361333"/>
                <a:gd name="connsiteX9" fmla="*/ 180836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349204"/>
                  </a:moveTo>
                  <a:cubicBezTo>
                    <a:pt x="88181" y="349204"/>
                    <a:pt x="12780" y="273873"/>
                    <a:pt x="12780" y="181305"/>
                  </a:cubicBezTo>
                  <a:cubicBezTo>
                    <a:pt x="12780" y="88738"/>
                    <a:pt x="88181" y="13406"/>
                    <a:pt x="180836" y="13406"/>
                  </a:cubicBezTo>
                  <a:cubicBezTo>
                    <a:pt x="273490" y="13406"/>
                    <a:pt x="348890" y="88738"/>
                    <a:pt x="348890" y="181305"/>
                  </a:cubicBezTo>
                  <a:cubicBezTo>
                    <a:pt x="349530" y="273873"/>
                    <a:pt x="274128" y="349204"/>
                    <a:pt x="180836" y="349204"/>
                  </a:cubicBezTo>
                  <a:moveTo>
                    <a:pt x="180836" y="0"/>
                  </a:moveTo>
                  <a:cubicBezTo>
                    <a:pt x="80513" y="0"/>
                    <a:pt x="0" y="81077"/>
                    <a:pt x="0" y="180667"/>
                  </a:cubicBezTo>
                  <a:cubicBezTo>
                    <a:pt x="0" y="280895"/>
                    <a:pt x="81153" y="361333"/>
                    <a:pt x="180836" y="361333"/>
                  </a:cubicBezTo>
                  <a:cubicBezTo>
                    <a:pt x="280518" y="361333"/>
                    <a:pt x="361670" y="280257"/>
                    <a:pt x="361670" y="180667"/>
                  </a:cubicBezTo>
                  <a:cubicBezTo>
                    <a:pt x="362310" y="81077"/>
                    <a:pt x="281157" y="0"/>
                    <a:pt x="180836" y="0"/>
                  </a:cubicBezTo>
                </a:path>
              </a:pathLst>
            </a:custGeom>
            <a:solidFill>
              <a:srgbClr val="0076A8"/>
            </a:solidFill>
            <a:ln w="6390" cap="flat">
              <a:noFill/>
              <a:prstDash val="solid"/>
              <a:miter/>
            </a:ln>
          </p:spPr>
          <p:txBody>
            <a:bodyPr rtlCol="0" anchor="ctr"/>
            <a:lstStyle/>
            <a:p>
              <a:endParaRPr lang="en-US"/>
            </a:p>
          </p:txBody>
        </p:sp>
        <p:sp>
          <p:nvSpPr>
            <p:cNvPr id="908" name="Graphic 4">
              <a:extLst>
                <a:ext uri="{FF2B5EF4-FFF2-40B4-BE49-F238E27FC236}">
                  <a16:creationId xmlns:a16="http://schemas.microsoft.com/office/drawing/2014/main" id="{19FC6F41-CDEC-FF41-8EE9-12EDCF531C91}"/>
                </a:ext>
              </a:extLst>
            </p:cNvPr>
            <p:cNvSpPr/>
            <p:nvPr/>
          </p:nvSpPr>
          <p:spPr>
            <a:xfrm>
              <a:off x="8935049" y="2433736"/>
              <a:ext cx="174444" cy="237484"/>
            </a:xfrm>
            <a:custGeom>
              <a:avLst/>
              <a:gdLst>
                <a:gd name="connsiteX0" fmla="*/ 161026 w 174444"/>
                <a:gd name="connsiteY0" fmla="*/ 135979 h 237484"/>
                <a:gd name="connsiteX1" fmla="*/ 146969 w 174444"/>
                <a:gd name="connsiteY1" fmla="*/ 135979 h 237484"/>
                <a:gd name="connsiteX2" fmla="*/ 146969 w 174444"/>
                <a:gd name="connsiteY2" fmla="*/ 135979 h 237484"/>
                <a:gd name="connsiteX3" fmla="*/ 25560 w 174444"/>
                <a:gd name="connsiteY3" fmla="*/ 135979 h 237484"/>
                <a:gd name="connsiteX4" fmla="*/ 25560 w 174444"/>
                <a:gd name="connsiteY4" fmla="*/ 135979 h 237484"/>
                <a:gd name="connsiteX5" fmla="*/ 12780 w 174444"/>
                <a:gd name="connsiteY5" fmla="*/ 135979 h 237484"/>
                <a:gd name="connsiteX6" fmla="*/ 12780 w 174444"/>
                <a:gd name="connsiteY6" fmla="*/ 116827 h 237484"/>
                <a:gd name="connsiteX7" fmla="*/ 161026 w 174444"/>
                <a:gd name="connsiteY7" fmla="*/ 116827 h 237484"/>
                <a:gd name="connsiteX8" fmla="*/ 161026 w 174444"/>
                <a:gd name="connsiteY8" fmla="*/ 135979 h 237484"/>
                <a:gd name="connsiteX9" fmla="*/ 105434 w 174444"/>
                <a:gd name="connsiteY9" fmla="*/ 148747 h 237484"/>
                <a:gd name="connsiteX10" fmla="*/ 113102 w 174444"/>
                <a:gd name="connsiteY10" fmla="*/ 166622 h 237484"/>
                <a:gd name="connsiteX11" fmla="*/ 87542 w 174444"/>
                <a:gd name="connsiteY11" fmla="*/ 192158 h 237484"/>
                <a:gd name="connsiteX12" fmla="*/ 61982 w 174444"/>
                <a:gd name="connsiteY12" fmla="*/ 166622 h 237484"/>
                <a:gd name="connsiteX13" fmla="*/ 67733 w 174444"/>
                <a:gd name="connsiteY13" fmla="*/ 148747 h 237484"/>
                <a:gd name="connsiteX14" fmla="*/ 105434 w 174444"/>
                <a:gd name="connsiteY14" fmla="*/ 148747 h 237484"/>
                <a:gd name="connsiteX15" fmla="*/ 145051 w 174444"/>
                <a:gd name="connsiteY15" fmla="*/ 166622 h 237484"/>
                <a:gd name="connsiteX16" fmla="*/ 86903 w 174444"/>
                <a:gd name="connsiteY16" fmla="*/ 224716 h 237484"/>
                <a:gd name="connsiteX17" fmla="*/ 28115 w 174444"/>
                <a:gd name="connsiteY17" fmla="*/ 166622 h 237484"/>
                <a:gd name="connsiteX18" fmla="*/ 30032 w 174444"/>
                <a:gd name="connsiteY18" fmla="*/ 148747 h 237484"/>
                <a:gd name="connsiteX19" fmla="*/ 51758 w 174444"/>
                <a:gd name="connsiteY19" fmla="*/ 148747 h 237484"/>
                <a:gd name="connsiteX20" fmla="*/ 48563 w 174444"/>
                <a:gd name="connsiteY20" fmla="*/ 166622 h 237484"/>
                <a:gd name="connsiteX21" fmla="*/ 86903 w 174444"/>
                <a:gd name="connsiteY21" fmla="*/ 204926 h 237484"/>
                <a:gd name="connsiteX22" fmla="*/ 125243 w 174444"/>
                <a:gd name="connsiteY22" fmla="*/ 166622 h 237484"/>
                <a:gd name="connsiteX23" fmla="*/ 120769 w 174444"/>
                <a:gd name="connsiteY23" fmla="*/ 148747 h 237484"/>
                <a:gd name="connsiteX24" fmla="*/ 141856 w 174444"/>
                <a:gd name="connsiteY24" fmla="*/ 148747 h 237484"/>
                <a:gd name="connsiteX25" fmla="*/ 145051 w 174444"/>
                <a:gd name="connsiteY25" fmla="*/ 166622 h 237484"/>
                <a:gd name="connsiteX26" fmla="*/ 68372 w 174444"/>
                <a:gd name="connsiteY26" fmla="*/ 55541 h 237484"/>
                <a:gd name="connsiteX27" fmla="*/ 61343 w 174444"/>
                <a:gd name="connsiteY27" fmla="*/ 37665 h 237484"/>
                <a:gd name="connsiteX28" fmla="*/ 86903 w 174444"/>
                <a:gd name="connsiteY28" fmla="*/ 12130 h 237484"/>
                <a:gd name="connsiteX29" fmla="*/ 112463 w 174444"/>
                <a:gd name="connsiteY29" fmla="*/ 37665 h 237484"/>
                <a:gd name="connsiteX30" fmla="*/ 105434 w 174444"/>
                <a:gd name="connsiteY30" fmla="*/ 55541 h 237484"/>
                <a:gd name="connsiteX31" fmla="*/ 96488 w 174444"/>
                <a:gd name="connsiteY31" fmla="*/ 82353 h 237484"/>
                <a:gd name="connsiteX32" fmla="*/ 102239 w 174444"/>
                <a:gd name="connsiteY32" fmla="*/ 104059 h 237484"/>
                <a:gd name="connsiteX33" fmla="*/ 70928 w 174444"/>
                <a:gd name="connsiteY33" fmla="*/ 104059 h 237484"/>
                <a:gd name="connsiteX34" fmla="*/ 76679 w 174444"/>
                <a:gd name="connsiteY34" fmla="*/ 82353 h 237484"/>
                <a:gd name="connsiteX35" fmla="*/ 68372 w 174444"/>
                <a:gd name="connsiteY35" fmla="*/ 55541 h 237484"/>
                <a:gd name="connsiteX36" fmla="*/ 167416 w 174444"/>
                <a:gd name="connsiteY36" fmla="*/ 104059 h 237484"/>
                <a:gd name="connsiteX37" fmla="*/ 123325 w 174444"/>
                <a:gd name="connsiteY37" fmla="*/ 104059 h 237484"/>
                <a:gd name="connsiteX38" fmla="*/ 109268 w 174444"/>
                <a:gd name="connsiteY38" fmla="*/ 82353 h 237484"/>
                <a:gd name="connsiteX39" fmla="*/ 116297 w 174444"/>
                <a:gd name="connsiteY39" fmla="*/ 63201 h 237484"/>
                <a:gd name="connsiteX40" fmla="*/ 125243 w 174444"/>
                <a:gd name="connsiteY40" fmla="*/ 38304 h 237484"/>
                <a:gd name="connsiteX41" fmla="*/ 86903 w 174444"/>
                <a:gd name="connsiteY41" fmla="*/ 0 h 237484"/>
                <a:gd name="connsiteX42" fmla="*/ 48563 w 174444"/>
                <a:gd name="connsiteY42" fmla="*/ 38304 h 237484"/>
                <a:gd name="connsiteX43" fmla="*/ 57509 w 174444"/>
                <a:gd name="connsiteY43" fmla="*/ 63201 h 237484"/>
                <a:gd name="connsiteX44" fmla="*/ 64538 w 174444"/>
                <a:gd name="connsiteY44" fmla="*/ 82353 h 237484"/>
                <a:gd name="connsiteX45" fmla="*/ 50480 w 174444"/>
                <a:gd name="connsiteY45" fmla="*/ 104059 h 237484"/>
                <a:gd name="connsiteX46" fmla="*/ 6390 w 174444"/>
                <a:gd name="connsiteY46" fmla="*/ 104059 h 237484"/>
                <a:gd name="connsiteX47" fmla="*/ 0 w 174444"/>
                <a:gd name="connsiteY47" fmla="*/ 110443 h 237484"/>
                <a:gd name="connsiteX48" fmla="*/ 0 w 174444"/>
                <a:gd name="connsiteY48" fmla="*/ 142363 h 237484"/>
                <a:gd name="connsiteX49" fmla="*/ 6390 w 174444"/>
                <a:gd name="connsiteY49" fmla="*/ 148747 h 237484"/>
                <a:gd name="connsiteX50" fmla="*/ 17253 w 174444"/>
                <a:gd name="connsiteY50" fmla="*/ 148747 h 237484"/>
                <a:gd name="connsiteX51" fmla="*/ 15335 w 174444"/>
                <a:gd name="connsiteY51" fmla="*/ 166622 h 237484"/>
                <a:gd name="connsiteX52" fmla="*/ 86903 w 174444"/>
                <a:gd name="connsiteY52" fmla="*/ 237484 h 237484"/>
                <a:gd name="connsiteX53" fmla="*/ 157831 w 174444"/>
                <a:gd name="connsiteY53" fmla="*/ 166622 h 237484"/>
                <a:gd name="connsiteX54" fmla="*/ 155914 w 174444"/>
                <a:gd name="connsiteY54" fmla="*/ 148747 h 237484"/>
                <a:gd name="connsiteX55" fmla="*/ 168055 w 174444"/>
                <a:gd name="connsiteY55" fmla="*/ 148747 h 237484"/>
                <a:gd name="connsiteX56" fmla="*/ 174445 w 174444"/>
                <a:gd name="connsiteY56" fmla="*/ 142363 h 237484"/>
                <a:gd name="connsiteX57" fmla="*/ 174445 w 174444"/>
                <a:gd name="connsiteY57" fmla="*/ 110443 h 237484"/>
                <a:gd name="connsiteX58" fmla="*/ 167416 w 174444"/>
                <a:gd name="connsiteY58" fmla="*/ 104059 h 237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4444" h="237484">
                  <a:moveTo>
                    <a:pt x="161026" y="135979"/>
                  </a:moveTo>
                  <a:lnTo>
                    <a:pt x="146969" y="135979"/>
                  </a:lnTo>
                  <a:lnTo>
                    <a:pt x="146969" y="135979"/>
                  </a:lnTo>
                  <a:lnTo>
                    <a:pt x="25560" y="135979"/>
                  </a:lnTo>
                  <a:lnTo>
                    <a:pt x="25560" y="135979"/>
                  </a:lnTo>
                  <a:lnTo>
                    <a:pt x="12780" y="135979"/>
                  </a:lnTo>
                  <a:lnTo>
                    <a:pt x="12780" y="116827"/>
                  </a:lnTo>
                  <a:lnTo>
                    <a:pt x="161026" y="116827"/>
                  </a:lnTo>
                  <a:lnTo>
                    <a:pt x="161026" y="135979"/>
                  </a:lnTo>
                  <a:close/>
                  <a:moveTo>
                    <a:pt x="105434" y="148747"/>
                  </a:moveTo>
                  <a:cubicBezTo>
                    <a:pt x="109907" y="153854"/>
                    <a:pt x="113102" y="159600"/>
                    <a:pt x="113102" y="166622"/>
                  </a:cubicBezTo>
                  <a:cubicBezTo>
                    <a:pt x="113102" y="180667"/>
                    <a:pt x="101599" y="192158"/>
                    <a:pt x="87542" y="192158"/>
                  </a:cubicBezTo>
                  <a:cubicBezTo>
                    <a:pt x="73484" y="192158"/>
                    <a:pt x="61982" y="180667"/>
                    <a:pt x="61982" y="166622"/>
                  </a:cubicBezTo>
                  <a:cubicBezTo>
                    <a:pt x="61982" y="158961"/>
                    <a:pt x="63899" y="153216"/>
                    <a:pt x="67733" y="148747"/>
                  </a:cubicBezTo>
                  <a:lnTo>
                    <a:pt x="105434" y="148747"/>
                  </a:lnTo>
                  <a:close/>
                  <a:moveTo>
                    <a:pt x="145051" y="166622"/>
                  </a:moveTo>
                  <a:cubicBezTo>
                    <a:pt x="145051" y="198542"/>
                    <a:pt x="118853" y="224716"/>
                    <a:pt x="86903" y="224716"/>
                  </a:cubicBezTo>
                  <a:cubicBezTo>
                    <a:pt x="54953" y="224716"/>
                    <a:pt x="28115" y="198542"/>
                    <a:pt x="28115" y="166622"/>
                  </a:cubicBezTo>
                  <a:cubicBezTo>
                    <a:pt x="28115" y="159600"/>
                    <a:pt x="28755" y="153854"/>
                    <a:pt x="30032" y="148747"/>
                  </a:cubicBezTo>
                  <a:lnTo>
                    <a:pt x="51758" y="148747"/>
                  </a:lnTo>
                  <a:cubicBezTo>
                    <a:pt x="49202" y="153854"/>
                    <a:pt x="48563" y="159600"/>
                    <a:pt x="48563" y="166622"/>
                  </a:cubicBezTo>
                  <a:cubicBezTo>
                    <a:pt x="48563" y="187689"/>
                    <a:pt x="65816" y="204926"/>
                    <a:pt x="86903" y="204926"/>
                  </a:cubicBezTo>
                  <a:cubicBezTo>
                    <a:pt x="107989" y="204926"/>
                    <a:pt x="125243" y="187689"/>
                    <a:pt x="125243" y="166622"/>
                  </a:cubicBezTo>
                  <a:cubicBezTo>
                    <a:pt x="125243" y="160238"/>
                    <a:pt x="123325" y="154492"/>
                    <a:pt x="120769" y="148747"/>
                  </a:cubicBezTo>
                  <a:lnTo>
                    <a:pt x="141856" y="148747"/>
                  </a:lnTo>
                  <a:cubicBezTo>
                    <a:pt x="143774" y="154492"/>
                    <a:pt x="145051" y="160238"/>
                    <a:pt x="145051" y="166622"/>
                  </a:cubicBezTo>
                  <a:moveTo>
                    <a:pt x="68372" y="55541"/>
                  </a:moveTo>
                  <a:cubicBezTo>
                    <a:pt x="63899" y="49157"/>
                    <a:pt x="61343" y="44049"/>
                    <a:pt x="61343" y="37665"/>
                  </a:cubicBezTo>
                  <a:cubicBezTo>
                    <a:pt x="61343" y="23621"/>
                    <a:pt x="72845" y="12130"/>
                    <a:pt x="86903" y="12130"/>
                  </a:cubicBezTo>
                  <a:cubicBezTo>
                    <a:pt x="100961" y="12130"/>
                    <a:pt x="112463" y="23621"/>
                    <a:pt x="112463" y="37665"/>
                  </a:cubicBezTo>
                  <a:cubicBezTo>
                    <a:pt x="112463" y="44049"/>
                    <a:pt x="109907" y="49157"/>
                    <a:pt x="105434" y="55541"/>
                  </a:cubicBezTo>
                  <a:cubicBezTo>
                    <a:pt x="100961" y="62563"/>
                    <a:pt x="96488" y="70862"/>
                    <a:pt x="96488" y="82353"/>
                  </a:cubicBezTo>
                  <a:cubicBezTo>
                    <a:pt x="96488" y="90652"/>
                    <a:pt x="99044" y="98313"/>
                    <a:pt x="102239" y="104059"/>
                  </a:cubicBezTo>
                  <a:lnTo>
                    <a:pt x="70928" y="104059"/>
                  </a:lnTo>
                  <a:cubicBezTo>
                    <a:pt x="74762" y="98313"/>
                    <a:pt x="76679" y="90652"/>
                    <a:pt x="76679" y="82353"/>
                  </a:cubicBezTo>
                  <a:cubicBezTo>
                    <a:pt x="77318" y="70224"/>
                    <a:pt x="72845" y="62563"/>
                    <a:pt x="68372" y="55541"/>
                  </a:cubicBezTo>
                  <a:moveTo>
                    <a:pt x="167416" y="104059"/>
                  </a:moveTo>
                  <a:lnTo>
                    <a:pt x="123325" y="104059"/>
                  </a:lnTo>
                  <a:cubicBezTo>
                    <a:pt x="115658" y="104059"/>
                    <a:pt x="109268" y="93844"/>
                    <a:pt x="109268" y="82353"/>
                  </a:cubicBezTo>
                  <a:cubicBezTo>
                    <a:pt x="109268" y="74692"/>
                    <a:pt x="111824" y="68947"/>
                    <a:pt x="116297" y="63201"/>
                  </a:cubicBezTo>
                  <a:cubicBezTo>
                    <a:pt x="120769" y="56817"/>
                    <a:pt x="125243" y="49157"/>
                    <a:pt x="125243" y="38304"/>
                  </a:cubicBezTo>
                  <a:cubicBezTo>
                    <a:pt x="125243" y="17237"/>
                    <a:pt x="107989" y="0"/>
                    <a:pt x="86903" y="0"/>
                  </a:cubicBezTo>
                  <a:cubicBezTo>
                    <a:pt x="65816" y="0"/>
                    <a:pt x="48563" y="17237"/>
                    <a:pt x="48563" y="38304"/>
                  </a:cubicBezTo>
                  <a:cubicBezTo>
                    <a:pt x="48563" y="49157"/>
                    <a:pt x="53036" y="56817"/>
                    <a:pt x="57509" y="63201"/>
                  </a:cubicBezTo>
                  <a:cubicBezTo>
                    <a:pt x="61982" y="69585"/>
                    <a:pt x="64538" y="74692"/>
                    <a:pt x="64538" y="82353"/>
                  </a:cubicBezTo>
                  <a:cubicBezTo>
                    <a:pt x="64538" y="94483"/>
                    <a:pt x="58148" y="104059"/>
                    <a:pt x="50480" y="104059"/>
                  </a:cubicBezTo>
                  <a:lnTo>
                    <a:pt x="6390" y="104059"/>
                  </a:lnTo>
                  <a:cubicBezTo>
                    <a:pt x="2555" y="104059"/>
                    <a:pt x="0" y="106612"/>
                    <a:pt x="0" y="110443"/>
                  </a:cubicBezTo>
                  <a:lnTo>
                    <a:pt x="0" y="142363"/>
                  </a:lnTo>
                  <a:cubicBezTo>
                    <a:pt x="0" y="146193"/>
                    <a:pt x="2555" y="148747"/>
                    <a:pt x="6390" y="148747"/>
                  </a:cubicBezTo>
                  <a:lnTo>
                    <a:pt x="17253" y="148747"/>
                  </a:lnTo>
                  <a:cubicBezTo>
                    <a:pt x="15975" y="153854"/>
                    <a:pt x="15335" y="159600"/>
                    <a:pt x="15335" y="166622"/>
                  </a:cubicBezTo>
                  <a:cubicBezTo>
                    <a:pt x="15335" y="205564"/>
                    <a:pt x="47285" y="237484"/>
                    <a:pt x="86903" y="237484"/>
                  </a:cubicBezTo>
                  <a:cubicBezTo>
                    <a:pt x="125881" y="237484"/>
                    <a:pt x="157831" y="205564"/>
                    <a:pt x="157831" y="166622"/>
                  </a:cubicBezTo>
                  <a:cubicBezTo>
                    <a:pt x="157831" y="160238"/>
                    <a:pt x="157192" y="154492"/>
                    <a:pt x="155914" y="148747"/>
                  </a:cubicBezTo>
                  <a:lnTo>
                    <a:pt x="168055" y="148747"/>
                  </a:lnTo>
                  <a:cubicBezTo>
                    <a:pt x="171889" y="148747"/>
                    <a:pt x="174445" y="146193"/>
                    <a:pt x="174445" y="142363"/>
                  </a:cubicBezTo>
                  <a:lnTo>
                    <a:pt x="174445" y="110443"/>
                  </a:lnTo>
                  <a:cubicBezTo>
                    <a:pt x="173806" y="106612"/>
                    <a:pt x="171250" y="104059"/>
                    <a:pt x="167416" y="104059"/>
                  </a:cubicBezTo>
                </a:path>
              </a:pathLst>
            </a:custGeom>
            <a:solidFill>
              <a:srgbClr val="0076A8"/>
            </a:solidFill>
            <a:ln w="6390" cap="flat">
              <a:noFill/>
              <a:prstDash val="solid"/>
              <a:miter/>
            </a:ln>
          </p:spPr>
          <p:txBody>
            <a:bodyPr rtlCol="0" anchor="ctr"/>
            <a:lstStyle/>
            <a:p>
              <a:endParaRPr lang="en-US"/>
            </a:p>
          </p:txBody>
        </p:sp>
      </p:grpSp>
      <p:grpSp>
        <p:nvGrpSpPr>
          <p:cNvPr id="909" name="Graphic 4">
            <a:extLst>
              <a:ext uri="{FF2B5EF4-FFF2-40B4-BE49-F238E27FC236}">
                <a16:creationId xmlns:a16="http://schemas.microsoft.com/office/drawing/2014/main" id="{F1352282-EB6B-CF4F-A5BC-121A53DE21B9}"/>
              </a:ext>
            </a:extLst>
          </p:cNvPr>
          <p:cNvGrpSpPr/>
          <p:nvPr/>
        </p:nvGrpSpPr>
        <p:grpSpPr>
          <a:xfrm>
            <a:off x="8841116" y="1402085"/>
            <a:ext cx="361674" cy="361333"/>
            <a:chOff x="8841116" y="1402085"/>
            <a:chExt cx="361674" cy="361333"/>
          </a:xfrm>
          <a:solidFill>
            <a:srgbClr val="0076A8"/>
          </a:solidFill>
        </p:grpSpPr>
        <p:sp>
          <p:nvSpPr>
            <p:cNvPr id="910" name="Graphic 4">
              <a:extLst>
                <a:ext uri="{FF2B5EF4-FFF2-40B4-BE49-F238E27FC236}">
                  <a16:creationId xmlns:a16="http://schemas.microsoft.com/office/drawing/2014/main" id="{2B6B881F-19C4-DD4B-93A7-2F8208C4656F}"/>
                </a:ext>
              </a:extLst>
            </p:cNvPr>
            <p:cNvSpPr/>
            <p:nvPr/>
          </p:nvSpPr>
          <p:spPr>
            <a:xfrm>
              <a:off x="8841116" y="1402085"/>
              <a:ext cx="361674" cy="361333"/>
            </a:xfrm>
            <a:custGeom>
              <a:avLst/>
              <a:gdLst>
                <a:gd name="connsiteX0" fmla="*/ 180836 w 361674"/>
                <a:gd name="connsiteY0" fmla="*/ 349204 h 361333"/>
                <a:gd name="connsiteX1" fmla="*/ 12780 w 361674"/>
                <a:gd name="connsiteY1" fmla="*/ 181305 h 361333"/>
                <a:gd name="connsiteX2" fmla="*/ 180836 w 361674"/>
                <a:gd name="connsiteY2" fmla="*/ 13406 h 361333"/>
                <a:gd name="connsiteX3" fmla="*/ 348890 w 361674"/>
                <a:gd name="connsiteY3" fmla="*/ 181305 h 361333"/>
                <a:gd name="connsiteX4" fmla="*/ 180836 w 361674"/>
                <a:gd name="connsiteY4" fmla="*/ 349204 h 361333"/>
                <a:gd name="connsiteX5" fmla="*/ 180836 w 361674"/>
                <a:gd name="connsiteY5" fmla="*/ 0 h 361333"/>
                <a:gd name="connsiteX6" fmla="*/ 0 w 361674"/>
                <a:gd name="connsiteY6" fmla="*/ 180667 h 361333"/>
                <a:gd name="connsiteX7" fmla="*/ 180836 w 361674"/>
                <a:gd name="connsiteY7" fmla="*/ 361333 h 361333"/>
                <a:gd name="connsiteX8" fmla="*/ 361670 w 361674"/>
                <a:gd name="connsiteY8" fmla="*/ 180667 h 361333"/>
                <a:gd name="connsiteX9" fmla="*/ 180836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9530" y="273873"/>
                    <a:pt x="274128" y="349204"/>
                    <a:pt x="180836" y="349204"/>
                  </a:cubicBezTo>
                  <a:moveTo>
                    <a:pt x="180836" y="0"/>
                  </a:moveTo>
                  <a:cubicBezTo>
                    <a:pt x="80513" y="0"/>
                    <a:pt x="0" y="81077"/>
                    <a:pt x="0" y="180667"/>
                  </a:cubicBezTo>
                  <a:cubicBezTo>
                    <a:pt x="0" y="280895"/>
                    <a:pt x="81153" y="361333"/>
                    <a:pt x="180836" y="361333"/>
                  </a:cubicBezTo>
                  <a:cubicBezTo>
                    <a:pt x="280518" y="361333"/>
                    <a:pt x="361670" y="280257"/>
                    <a:pt x="361670" y="180667"/>
                  </a:cubicBezTo>
                  <a:cubicBezTo>
                    <a:pt x="362310" y="81077"/>
                    <a:pt x="281157" y="0"/>
                    <a:pt x="180836" y="0"/>
                  </a:cubicBezTo>
                </a:path>
              </a:pathLst>
            </a:custGeom>
            <a:solidFill>
              <a:srgbClr val="0076A8"/>
            </a:solidFill>
            <a:ln w="6390" cap="flat">
              <a:noFill/>
              <a:prstDash val="solid"/>
              <a:miter/>
            </a:ln>
          </p:spPr>
          <p:txBody>
            <a:bodyPr rtlCol="0" anchor="ctr"/>
            <a:lstStyle/>
            <a:p>
              <a:endParaRPr lang="en-US"/>
            </a:p>
          </p:txBody>
        </p:sp>
        <p:sp>
          <p:nvSpPr>
            <p:cNvPr id="911" name="Graphic 4">
              <a:extLst>
                <a:ext uri="{FF2B5EF4-FFF2-40B4-BE49-F238E27FC236}">
                  <a16:creationId xmlns:a16="http://schemas.microsoft.com/office/drawing/2014/main" id="{9B0CB009-66D9-3444-A3CB-A76019BA872B}"/>
                </a:ext>
              </a:extLst>
            </p:cNvPr>
            <p:cNvSpPr/>
            <p:nvPr/>
          </p:nvSpPr>
          <p:spPr>
            <a:xfrm>
              <a:off x="8929937" y="1479969"/>
              <a:ext cx="181500" cy="164706"/>
            </a:xfrm>
            <a:custGeom>
              <a:avLst/>
              <a:gdLst>
                <a:gd name="connsiteX0" fmla="*/ 63260 w 181500"/>
                <a:gd name="connsiteY0" fmla="*/ 151939 h 164706"/>
                <a:gd name="connsiteX1" fmla="*/ 63260 w 181500"/>
                <a:gd name="connsiteY1" fmla="*/ 55541 h 164706"/>
                <a:gd name="connsiteX2" fmla="*/ 159748 w 181500"/>
                <a:gd name="connsiteY2" fmla="*/ 151939 h 164706"/>
                <a:gd name="connsiteX3" fmla="*/ 63260 w 181500"/>
                <a:gd name="connsiteY3" fmla="*/ 151939 h 164706"/>
                <a:gd name="connsiteX4" fmla="*/ 180835 w 181500"/>
                <a:gd name="connsiteY4" fmla="*/ 160876 h 164706"/>
                <a:gd name="connsiteX5" fmla="*/ 179557 w 181500"/>
                <a:gd name="connsiteY5" fmla="*/ 153854 h 164706"/>
                <a:gd name="connsiteX6" fmla="*/ 27477 w 181500"/>
                <a:gd name="connsiteY6" fmla="*/ 1915 h 164706"/>
                <a:gd name="connsiteX7" fmla="*/ 18531 w 181500"/>
                <a:gd name="connsiteY7" fmla="*/ 1915 h 164706"/>
                <a:gd name="connsiteX8" fmla="*/ 1917 w 181500"/>
                <a:gd name="connsiteY8" fmla="*/ 18514 h 164706"/>
                <a:gd name="connsiteX9" fmla="*/ 1917 w 181500"/>
                <a:gd name="connsiteY9" fmla="*/ 27451 h 164706"/>
                <a:gd name="connsiteX10" fmla="*/ 10862 w 181500"/>
                <a:gd name="connsiteY10" fmla="*/ 27451 h 164706"/>
                <a:gd name="connsiteX11" fmla="*/ 23003 w 181500"/>
                <a:gd name="connsiteY11" fmla="*/ 15322 h 164706"/>
                <a:gd name="connsiteX12" fmla="*/ 50480 w 181500"/>
                <a:gd name="connsiteY12" fmla="*/ 42773 h 164706"/>
                <a:gd name="connsiteX13" fmla="*/ 50480 w 181500"/>
                <a:gd name="connsiteY13" fmla="*/ 158323 h 164706"/>
                <a:gd name="connsiteX14" fmla="*/ 56870 w 181500"/>
                <a:gd name="connsiteY14" fmla="*/ 164707 h 164706"/>
                <a:gd name="connsiteX15" fmla="*/ 175084 w 181500"/>
                <a:gd name="connsiteY15" fmla="*/ 164707 h 164706"/>
                <a:gd name="connsiteX16" fmla="*/ 180835 w 181500"/>
                <a:gd name="connsiteY16" fmla="*/ 160876 h 16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1500" h="164706">
                  <a:moveTo>
                    <a:pt x="63260" y="151939"/>
                  </a:moveTo>
                  <a:lnTo>
                    <a:pt x="63260" y="55541"/>
                  </a:lnTo>
                  <a:lnTo>
                    <a:pt x="159748" y="151939"/>
                  </a:lnTo>
                  <a:lnTo>
                    <a:pt x="63260" y="151939"/>
                  </a:lnTo>
                  <a:close/>
                  <a:moveTo>
                    <a:pt x="180835" y="160876"/>
                  </a:moveTo>
                  <a:cubicBezTo>
                    <a:pt x="182113" y="158323"/>
                    <a:pt x="181474" y="155769"/>
                    <a:pt x="179557" y="153854"/>
                  </a:cubicBezTo>
                  <a:lnTo>
                    <a:pt x="27477" y="1915"/>
                  </a:lnTo>
                  <a:cubicBezTo>
                    <a:pt x="24921" y="-638"/>
                    <a:pt x="21087" y="-638"/>
                    <a:pt x="18531" y="1915"/>
                  </a:cubicBezTo>
                  <a:lnTo>
                    <a:pt x="1917" y="18514"/>
                  </a:lnTo>
                  <a:cubicBezTo>
                    <a:pt x="-639" y="21067"/>
                    <a:pt x="-639" y="24898"/>
                    <a:pt x="1917" y="27451"/>
                  </a:cubicBezTo>
                  <a:cubicBezTo>
                    <a:pt x="4472" y="30005"/>
                    <a:pt x="8307" y="30005"/>
                    <a:pt x="10862" y="27451"/>
                  </a:cubicBezTo>
                  <a:lnTo>
                    <a:pt x="23003" y="15322"/>
                  </a:lnTo>
                  <a:lnTo>
                    <a:pt x="50480" y="42773"/>
                  </a:lnTo>
                  <a:lnTo>
                    <a:pt x="50480" y="158323"/>
                  </a:lnTo>
                  <a:cubicBezTo>
                    <a:pt x="50480" y="162153"/>
                    <a:pt x="53037" y="164707"/>
                    <a:pt x="56870" y="164707"/>
                  </a:cubicBezTo>
                  <a:lnTo>
                    <a:pt x="175084" y="164707"/>
                  </a:lnTo>
                  <a:cubicBezTo>
                    <a:pt x="177640" y="164707"/>
                    <a:pt x="180196" y="163430"/>
                    <a:pt x="180835" y="160876"/>
                  </a:cubicBezTo>
                </a:path>
              </a:pathLst>
            </a:custGeom>
            <a:solidFill>
              <a:srgbClr val="0076A8"/>
            </a:solidFill>
            <a:ln w="6390" cap="flat">
              <a:noFill/>
              <a:prstDash val="solid"/>
              <a:miter/>
            </a:ln>
          </p:spPr>
          <p:txBody>
            <a:bodyPr rtlCol="0" anchor="ctr"/>
            <a:lstStyle/>
            <a:p>
              <a:endParaRPr lang="en-US"/>
            </a:p>
          </p:txBody>
        </p:sp>
        <p:sp>
          <p:nvSpPr>
            <p:cNvPr id="912" name="Graphic 4">
              <a:extLst>
                <a:ext uri="{FF2B5EF4-FFF2-40B4-BE49-F238E27FC236}">
                  <a16:creationId xmlns:a16="http://schemas.microsoft.com/office/drawing/2014/main" id="{DF444C0B-22BB-BE40-A4EE-75D3D994B758}"/>
                </a:ext>
              </a:extLst>
            </p:cNvPr>
            <p:cNvSpPr/>
            <p:nvPr/>
          </p:nvSpPr>
          <p:spPr>
            <a:xfrm>
              <a:off x="9087768" y="1659997"/>
              <a:ext cx="26838" cy="26812"/>
            </a:xfrm>
            <a:custGeom>
              <a:avLst/>
              <a:gdLst>
                <a:gd name="connsiteX0" fmla="*/ 13419 w 26838"/>
                <a:gd name="connsiteY0" fmla="*/ 0 h 26812"/>
                <a:gd name="connsiteX1" fmla="*/ 0 w 26838"/>
                <a:gd name="connsiteY1" fmla="*/ 13406 h 26812"/>
                <a:gd name="connsiteX2" fmla="*/ 13419 w 26838"/>
                <a:gd name="connsiteY2" fmla="*/ 26813 h 26812"/>
                <a:gd name="connsiteX3" fmla="*/ 26838 w 26838"/>
                <a:gd name="connsiteY3" fmla="*/ 13406 h 26812"/>
                <a:gd name="connsiteX4" fmla="*/ 13419 w 26838"/>
                <a:gd name="connsiteY4" fmla="*/ 0 h 26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8" h="26812">
                  <a:moveTo>
                    <a:pt x="13419" y="0"/>
                  </a:moveTo>
                  <a:cubicBezTo>
                    <a:pt x="6390" y="0"/>
                    <a:pt x="0" y="5746"/>
                    <a:pt x="0" y="13406"/>
                  </a:cubicBezTo>
                  <a:cubicBezTo>
                    <a:pt x="0" y="20429"/>
                    <a:pt x="5751" y="26813"/>
                    <a:pt x="13419" y="26813"/>
                  </a:cubicBezTo>
                  <a:cubicBezTo>
                    <a:pt x="20448" y="26813"/>
                    <a:pt x="26838" y="21067"/>
                    <a:pt x="26838" y="13406"/>
                  </a:cubicBezTo>
                  <a:cubicBezTo>
                    <a:pt x="26838" y="6384"/>
                    <a:pt x="21087" y="0"/>
                    <a:pt x="13419" y="0"/>
                  </a:cubicBezTo>
                </a:path>
              </a:pathLst>
            </a:custGeom>
            <a:solidFill>
              <a:srgbClr val="0076A8"/>
            </a:solidFill>
            <a:ln w="6390" cap="flat">
              <a:noFill/>
              <a:prstDash val="solid"/>
              <a:miter/>
            </a:ln>
          </p:spPr>
          <p:txBody>
            <a:bodyPr rtlCol="0" anchor="ctr"/>
            <a:lstStyle/>
            <a:p>
              <a:endParaRPr lang="en-US"/>
            </a:p>
          </p:txBody>
        </p:sp>
        <p:sp>
          <p:nvSpPr>
            <p:cNvPr id="913" name="Graphic 4">
              <a:extLst>
                <a:ext uri="{FF2B5EF4-FFF2-40B4-BE49-F238E27FC236}">
                  <a16:creationId xmlns:a16="http://schemas.microsoft.com/office/drawing/2014/main" id="{EA011F4C-6F21-0B40-8C4E-82875D7EA601}"/>
                </a:ext>
              </a:extLst>
            </p:cNvPr>
            <p:cNvSpPr/>
            <p:nvPr/>
          </p:nvSpPr>
          <p:spPr>
            <a:xfrm>
              <a:off x="8959330" y="1659997"/>
              <a:ext cx="26838" cy="26812"/>
            </a:xfrm>
            <a:custGeom>
              <a:avLst/>
              <a:gdLst>
                <a:gd name="connsiteX0" fmla="*/ 13419 w 26838"/>
                <a:gd name="connsiteY0" fmla="*/ 0 h 26812"/>
                <a:gd name="connsiteX1" fmla="*/ 0 w 26838"/>
                <a:gd name="connsiteY1" fmla="*/ 13406 h 26812"/>
                <a:gd name="connsiteX2" fmla="*/ 13419 w 26838"/>
                <a:gd name="connsiteY2" fmla="*/ 26813 h 26812"/>
                <a:gd name="connsiteX3" fmla="*/ 26838 w 26838"/>
                <a:gd name="connsiteY3" fmla="*/ 13406 h 26812"/>
                <a:gd name="connsiteX4" fmla="*/ 13419 w 26838"/>
                <a:gd name="connsiteY4" fmla="*/ 0 h 26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8" h="26812">
                  <a:moveTo>
                    <a:pt x="13419" y="0"/>
                  </a:moveTo>
                  <a:cubicBezTo>
                    <a:pt x="6390" y="0"/>
                    <a:pt x="0" y="5746"/>
                    <a:pt x="0" y="13406"/>
                  </a:cubicBezTo>
                  <a:cubicBezTo>
                    <a:pt x="0" y="20429"/>
                    <a:pt x="5751" y="26813"/>
                    <a:pt x="13419" y="26813"/>
                  </a:cubicBezTo>
                  <a:cubicBezTo>
                    <a:pt x="20448" y="26813"/>
                    <a:pt x="26838" y="21067"/>
                    <a:pt x="26838" y="13406"/>
                  </a:cubicBezTo>
                  <a:cubicBezTo>
                    <a:pt x="26838" y="6384"/>
                    <a:pt x="20448" y="0"/>
                    <a:pt x="13419" y="0"/>
                  </a:cubicBezTo>
                </a:path>
              </a:pathLst>
            </a:custGeom>
            <a:solidFill>
              <a:srgbClr val="0076A8"/>
            </a:solidFill>
            <a:ln w="6390" cap="flat">
              <a:noFill/>
              <a:prstDash val="solid"/>
              <a:miter/>
            </a:ln>
          </p:spPr>
          <p:txBody>
            <a:bodyPr rtlCol="0" anchor="ctr"/>
            <a:lstStyle/>
            <a:p>
              <a:endParaRPr lang="en-US"/>
            </a:p>
          </p:txBody>
        </p:sp>
      </p:grpSp>
      <p:grpSp>
        <p:nvGrpSpPr>
          <p:cNvPr id="914" name="Graphic 4">
            <a:extLst>
              <a:ext uri="{FF2B5EF4-FFF2-40B4-BE49-F238E27FC236}">
                <a16:creationId xmlns:a16="http://schemas.microsoft.com/office/drawing/2014/main" id="{0C7C299D-D00E-7A4F-9B41-A4278A8CD9C0}"/>
              </a:ext>
            </a:extLst>
          </p:cNvPr>
          <p:cNvGrpSpPr/>
          <p:nvPr/>
        </p:nvGrpSpPr>
        <p:grpSpPr>
          <a:xfrm>
            <a:off x="9887149" y="4792617"/>
            <a:ext cx="361670" cy="361333"/>
            <a:chOff x="9887149" y="4792617"/>
            <a:chExt cx="361670" cy="361333"/>
          </a:xfrm>
          <a:solidFill>
            <a:srgbClr val="0076A8"/>
          </a:solidFill>
        </p:grpSpPr>
        <p:sp>
          <p:nvSpPr>
            <p:cNvPr id="915" name="Graphic 4">
              <a:extLst>
                <a:ext uri="{FF2B5EF4-FFF2-40B4-BE49-F238E27FC236}">
                  <a16:creationId xmlns:a16="http://schemas.microsoft.com/office/drawing/2014/main" id="{2C8F2D87-6910-9445-94FC-AECC09319389}"/>
                </a:ext>
              </a:extLst>
            </p:cNvPr>
            <p:cNvSpPr/>
            <p:nvPr/>
          </p:nvSpPr>
          <p:spPr>
            <a:xfrm>
              <a:off x="9887149" y="4792617"/>
              <a:ext cx="361670" cy="361333"/>
            </a:xfrm>
            <a:custGeom>
              <a:avLst/>
              <a:gdLst>
                <a:gd name="connsiteX0" fmla="*/ 180835 w 361670"/>
                <a:gd name="connsiteY0" fmla="*/ 349204 h 361333"/>
                <a:gd name="connsiteX1" fmla="*/ 12780 w 361670"/>
                <a:gd name="connsiteY1" fmla="*/ 181305 h 361333"/>
                <a:gd name="connsiteX2" fmla="*/ 180835 w 361670"/>
                <a:gd name="connsiteY2" fmla="*/ 13407 h 361333"/>
                <a:gd name="connsiteX3" fmla="*/ 348890 w 361670"/>
                <a:gd name="connsiteY3" fmla="*/ 181305 h 361333"/>
                <a:gd name="connsiteX4" fmla="*/ 180835 w 361670"/>
                <a:gd name="connsiteY4" fmla="*/ 349204 h 361333"/>
                <a:gd name="connsiteX5" fmla="*/ 180835 w 361670"/>
                <a:gd name="connsiteY5" fmla="*/ 0 h 361333"/>
                <a:gd name="connsiteX6" fmla="*/ 0 w 361670"/>
                <a:gd name="connsiteY6" fmla="*/ 180667 h 361333"/>
                <a:gd name="connsiteX7" fmla="*/ 180835 w 361670"/>
                <a:gd name="connsiteY7" fmla="*/ 361334 h 361333"/>
                <a:gd name="connsiteX8" fmla="*/ 361670 w 361670"/>
                <a:gd name="connsiteY8" fmla="*/ 180667 h 361333"/>
                <a:gd name="connsiteX9" fmla="*/ 180835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349204"/>
                  </a:moveTo>
                  <a:cubicBezTo>
                    <a:pt x="88181" y="349204"/>
                    <a:pt x="12780" y="273873"/>
                    <a:pt x="12780" y="181305"/>
                  </a:cubicBezTo>
                  <a:cubicBezTo>
                    <a:pt x="12780" y="88738"/>
                    <a:pt x="88181" y="13407"/>
                    <a:pt x="180835" y="13407"/>
                  </a:cubicBezTo>
                  <a:cubicBezTo>
                    <a:pt x="273489" y="13407"/>
                    <a:pt x="348890" y="88738"/>
                    <a:pt x="348890" y="181305"/>
                  </a:cubicBezTo>
                  <a:cubicBezTo>
                    <a:pt x="348890" y="273873"/>
                    <a:pt x="273489" y="349204"/>
                    <a:pt x="180835" y="349204"/>
                  </a:cubicBezTo>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1670" y="81077"/>
                    <a:pt x="281157" y="0"/>
                    <a:pt x="180835" y="0"/>
                  </a:cubicBezTo>
                </a:path>
              </a:pathLst>
            </a:custGeom>
            <a:solidFill>
              <a:srgbClr val="0076A8"/>
            </a:solidFill>
            <a:ln w="6390" cap="flat">
              <a:noFill/>
              <a:prstDash val="solid"/>
              <a:miter/>
            </a:ln>
          </p:spPr>
          <p:txBody>
            <a:bodyPr rtlCol="0" anchor="ctr"/>
            <a:lstStyle/>
            <a:p>
              <a:endParaRPr lang="en-US"/>
            </a:p>
          </p:txBody>
        </p:sp>
        <p:sp>
          <p:nvSpPr>
            <p:cNvPr id="916" name="Graphic 4">
              <a:extLst>
                <a:ext uri="{FF2B5EF4-FFF2-40B4-BE49-F238E27FC236}">
                  <a16:creationId xmlns:a16="http://schemas.microsoft.com/office/drawing/2014/main" id="{F2039FC0-EF5D-4541-AF89-1E24A5FEFFE3}"/>
                </a:ext>
              </a:extLst>
            </p:cNvPr>
            <p:cNvSpPr/>
            <p:nvPr/>
          </p:nvSpPr>
          <p:spPr>
            <a:xfrm>
              <a:off x="10003446" y="4865395"/>
              <a:ext cx="129076" cy="143639"/>
            </a:xfrm>
            <a:custGeom>
              <a:avLst/>
              <a:gdLst>
                <a:gd name="connsiteX0" fmla="*/ 64538 w 129076"/>
                <a:gd name="connsiteY0" fmla="*/ 12768 h 143639"/>
                <a:gd name="connsiteX1" fmla="*/ 116297 w 129076"/>
                <a:gd name="connsiteY1" fmla="*/ 64478 h 143639"/>
                <a:gd name="connsiteX2" fmla="*/ 97127 w 129076"/>
                <a:gd name="connsiteY2" fmla="*/ 104697 h 143639"/>
                <a:gd name="connsiteX3" fmla="*/ 94571 w 129076"/>
                <a:gd name="connsiteY3" fmla="*/ 109805 h 143639"/>
                <a:gd name="connsiteX4" fmla="*/ 94571 w 129076"/>
                <a:gd name="connsiteY4" fmla="*/ 130872 h 143639"/>
                <a:gd name="connsiteX5" fmla="*/ 34506 w 129076"/>
                <a:gd name="connsiteY5" fmla="*/ 130872 h 143639"/>
                <a:gd name="connsiteX6" fmla="*/ 34506 w 129076"/>
                <a:gd name="connsiteY6" fmla="*/ 109805 h 143639"/>
                <a:gd name="connsiteX7" fmla="*/ 31950 w 129076"/>
                <a:gd name="connsiteY7" fmla="*/ 104697 h 143639"/>
                <a:gd name="connsiteX8" fmla="*/ 12141 w 129076"/>
                <a:gd name="connsiteY8" fmla="*/ 63840 h 143639"/>
                <a:gd name="connsiteX9" fmla="*/ 64538 w 129076"/>
                <a:gd name="connsiteY9" fmla="*/ 12768 h 143639"/>
                <a:gd name="connsiteX10" fmla="*/ 21726 w 129076"/>
                <a:gd name="connsiteY10" fmla="*/ 112997 h 143639"/>
                <a:gd name="connsiteX11" fmla="*/ 21726 w 129076"/>
                <a:gd name="connsiteY11" fmla="*/ 137256 h 143639"/>
                <a:gd name="connsiteX12" fmla="*/ 23642 w 129076"/>
                <a:gd name="connsiteY12" fmla="*/ 141724 h 143639"/>
                <a:gd name="connsiteX13" fmla="*/ 28116 w 129076"/>
                <a:gd name="connsiteY13" fmla="*/ 143640 h 143639"/>
                <a:gd name="connsiteX14" fmla="*/ 100961 w 129076"/>
                <a:gd name="connsiteY14" fmla="*/ 143640 h 143639"/>
                <a:gd name="connsiteX15" fmla="*/ 107351 w 129076"/>
                <a:gd name="connsiteY15" fmla="*/ 137256 h 143639"/>
                <a:gd name="connsiteX16" fmla="*/ 107351 w 129076"/>
                <a:gd name="connsiteY16" fmla="*/ 112997 h 143639"/>
                <a:gd name="connsiteX17" fmla="*/ 129076 w 129076"/>
                <a:gd name="connsiteY17" fmla="*/ 64478 h 143639"/>
                <a:gd name="connsiteX18" fmla="*/ 64538 w 129076"/>
                <a:gd name="connsiteY18" fmla="*/ 0 h 143639"/>
                <a:gd name="connsiteX19" fmla="*/ 0 w 129076"/>
                <a:gd name="connsiteY19" fmla="*/ 64478 h 143639"/>
                <a:gd name="connsiteX20" fmla="*/ 21726 w 129076"/>
                <a:gd name="connsiteY20" fmla="*/ 112997 h 143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9076" h="143639">
                  <a:moveTo>
                    <a:pt x="64538" y="12768"/>
                  </a:moveTo>
                  <a:cubicBezTo>
                    <a:pt x="93293" y="12768"/>
                    <a:pt x="116297" y="35750"/>
                    <a:pt x="116297" y="64478"/>
                  </a:cubicBezTo>
                  <a:cubicBezTo>
                    <a:pt x="116297" y="81715"/>
                    <a:pt x="109268" y="95760"/>
                    <a:pt x="97127" y="104697"/>
                  </a:cubicBezTo>
                  <a:cubicBezTo>
                    <a:pt x="95210" y="105974"/>
                    <a:pt x="94571" y="107889"/>
                    <a:pt x="94571" y="109805"/>
                  </a:cubicBezTo>
                  <a:lnTo>
                    <a:pt x="94571" y="130872"/>
                  </a:lnTo>
                  <a:lnTo>
                    <a:pt x="34506" y="130872"/>
                  </a:lnTo>
                  <a:lnTo>
                    <a:pt x="34506" y="109805"/>
                  </a:lnTo>
                  <a:cubicBezTo>
                    <a:pt x="34506" y="107889"/>
                    <a:pt x="33867" y="105974"/>
                    <a:pt x="31950" y="104697"/>
                  </a:cubicBezTo>
                  <a:cubicBezTo>
                    <a:pt x="19809" y="94483"/>
                    <a:pt x="12141" y="79800"/>
                    <a:pt x="12141" y="63840"/>
                  </a:cubicBezTo>
                  <a:cubicBezTo>
                    <a:pt x="12780" y="36389"/>
                    <a:pt x="35783" y="12768"/>
                    <a:pt x="64538" y="12768"/>
                  </a:cubicBezTo>
                  <a:moveTo>
                    <a:pt x="21726" y="112997"/>
                  </a:moveTo>
                  <a:lnTo>
                    <a:pt x="21726" y="137256"/>
                  </a:lnTo>
                  <a:cubicBezTo>
                    <a:pt x="21726" y="139171"/>
                    <a:pt x="22365" y="140448"/>
                    <a:pt x="23642" y="141724"/>
                  </a:cubicBezTo>
                  <a:cubicBezTo>
                    <a:pt x="24921" y="143001"/>
                    <a:pt x="26199" y="143640"/>
                    <a:pt x="28116" y="143640"/>
                  </a:cubicBezTo>
                  <a:lnTo>
                    <a:pt x="100961" y="143640"/>
                  </a:lnTo>
                  <a:cubicBezTo>
                    <a:pt x="104795" y="143640"/>
                    <a:pt x="107351" y="141086"/>
                    <a:pt x="107351" y="137256"/>
                  </a:cubicBezTo>
                  <a:lnTo>
                    <a:pt x="107351" y="112997"/>
                  </a:lnTo>
                  <a:cubicBezTo>
                    <a:pt x="121409" y="101505"/>
                    <a:pt x="129076" y="84269"/>
                    <a:pt x="129076" y="64478"/>
                  </a:cubicBezTo>
                  <a:cubicBezTo>
                    <a:pt x="129076" y="28728"/>
                    <a:pt x="100322" y="0"/>
                    <a:pt x="64538" y="0"/>
                  </a:cubicBezTo>
                  <a:cubicBezTo>
                    <a:pt x="28755" y="0"/>
                    <a:pt x="0" y="28728"/>
                    <a:pt x="0" y="64478"/>
                  </a:cubicBezTo>
                  <a:cubicBezTo>
                    <a:pt x="0" y="83630"/>
                    <a:pt x="7668" y="100867"/>
                    <a:pt x="21726" y="112997"/>
                  </a:cubicBezTo>
                </a:path>
              </a:pathLst>
            </a:custGeom>
            <a:solidFill>
              <a:srgbClr val="0076A8"/>
            </a:solidFill>
            <a:ln w="6390" cap="flat">
              <a:noFill/>
              <a:prstDash val="solid"/>
              <a:miter/>
            </a:ln>
          </p:spPr>
          <p:txBody>
            <a:bodyPr rtlCol="0" anchor="ctr"/>
            <a:lstStyle/>
            <a:p>
              <a:endParaRPr lang="en-US"/>
            </a:p>
          </p:txBody>
        </p:sp>
        <p:sp>
          <p:nvSpPr>
            <p:cNvPr id="917" name="Graphic 4">
              <a:extLst>
                <a:ext uri="{FF2B5EF4-FFF2-40B4-BE49-F238E27FC236}">
                  <a16:creationId xmlns:a16="http://schemas.microsoft.com/office/drawing/2014/main" id="{B4796D30-7518-7245-A2DD-84A0A13E9B35}"/>
                </a:ext>
              </a:extLst>
            </p:cNvPr>
            <p:cNvSpPr/>
            <p:nvPr/>
          </p:nvSpPr>
          <p:spPr>
            <a:xfrm>
              <a:off x="9988349" y="5018211"/>
              <a:ext cx="159025" cy="63601"/>
            </a:xfrm>
            <a:custGeom>
              <a:avLst/>
              <a:gdLst>
                <a:gd name="connsiteX0" fmla="*/ 158871 w 159025"/>
                <a:gd name="connsiteY0" fmla="*/ 4230 h 63601"/>
                <a:gd name="connsiteX1" fmla="*/ 150564 w 159025"/>
                <a:gd name="connsiteY1" fmla="*/ 400 h 63601"/>
                <a:gd name="connsiteX2" fmla="*/ 79635 w 159025"/>
                <a:gd name="connsiteY2" fmla="*/ 25298 h 63601"/>
                <a:gd name="connsiteX3" fmla="*/ 8707 w 159025"/>
                <a:gd name="connsiteY3" fmla="*/ 400 h 63601"/>
                <a:gd name="connsiteX4" fmla="*/ 400 w 159025"/>
                <a:gd name="connsiteY4" fmla="*/ 4230 h 63601"/>
                <a:gd name="connsiteX5" fmla="*/ 4235 w 159025"/>
                <a:gd name="connsiteY5" fmla="*/ 12530 h 63601"/>
                <a:gd name="connsiteX6" fmla="*/ 59827 w 159025"/>
                <a:gd name="connsiteY6" fmla="*/ 31682 h 63601"/>
                <a:gd name="connsiteX7" fmla="*/ 4235 w 159025"/>
                <a:gd name="connsiteY7" fmla="*/ 50834 h 63601"/>
                <a:gd name="connsiteX8" fmla="*/ 400 w 159025"/>
                <a:gd name="connsiteY8" fmla="*/ 59133 h 63601"/>
                <a:gd name="connsiteX9" fmla="*/ 6151 w 159025"/>
                <a:gd name="connsiteY9" fmla="*/ 63602 h 63601"/>
                <a:gd name="connsiteX10" fmla="*/ 8069 w 159025"/>
                <a:gd name="connsiteY10" fmla="*/ 62963 h 63601"/>
                <a:gd name="connsiteX11" fmla="*/ 78997 w 159025"/>
                <a:gd name="connsiteY11" fmla="*/ 38066 h 63601"/>
                <a:gd name="connsiteX12" fmla="*/ 149925 w 159025"/>
                <a:gd name="connsiteY12" fmla="*/ 62963 h 63601"/>
                <a:gd name="connsiteX13" fmla="*/ 151842 w 159025"/>
                <a:gd name="connsiteY13" fmla="*/ 63602 h 63601"/>
                <a:gd name="connsiteX14" fmla="*/ 157593 w 159025"/>
                <a:gd name="connsiteY14" fmla="*/ 59133 h 63601"/>
                <a:gd name="connsiteX15" fmla="*/ 153759 w 159025"/>
                <a:gd name="connsiteY15" fmla="*/ 50834 h 63601"/>
                <a:gd name="connsiteX16" fmla="*/ 98166 w 159025"/>
                <a:gd name="connsiteY16" fmla="*/ 31682 h 63601"/>
                <a:gd name="connsiteX17" fmla="*/ 153759 w 159025"/>
                <a:gd name="connsiteY17" fmla="*/ 12530 h 63601"/>
                <a:gd name="connsiteX18" fmla="*/ 158871 w 159025"/>
                <a:gd name="connsiteY18" fmla="*/ 4230 h 6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025" h="63601">
                  <a:moveTo>
                    <a:pt x="158871" y="4230"/>
                  </a:moveTo>
                  <a:cubicBezTo>
                    <a:pt x="157593" y="1038"/>
                    <a:pt x="153759" y="-877"/>
                    <a:pt x="150564" y="400"/>
                  </a:cubicBezTo>
                  <a:lnTo>
                    <a:pt x="79635" y="25298"/>
                  </a:lnTo>
                  <a:lnTo>
                    <a:pt x="8707" y="400"/>
                  </a:lnTo>
                  <a:cubicBezTo>
                    <a:pt x="5512" y="-877"/>
                    <a:pt x="1679" y="1038"/>
                    <a:pt x="400" y="4230"/>
                  </a:cubicBezTo>
                  <a:cubicBezTo>
                    <a:pt x="-878" y="7422"/>
                    <a:pt x="1040" y="11253"/>
                    <a:pt x="4235" y="12530"/>
                  </a:cubicBezTo>
                  <a:lnTo>
                    <a:pt x="59827" y="31682"/>
                  </a:lnTo>
                  <a:lnTo>
                    <a:pt x="4235" y="50834"/>
                  </a:lnTo>
                  <a:cubicBezTo>
                    <a:pt x="1040" y="52110"/>
                    <a:pt x="-878" y="55941"/>
                    <a:pt x="400" y="59133"/>
                  </a:cubicBezTo>
                  <a:cubicBezTo>
                    <a:pt x="1040" y="61686"/>
                    <a:pt x="3595" y="63602"/>
                    <a:pt x="6151" y="63602"/>
                  </a:cubicBezTo>
                  <a:cubicBezTo>
                    <a:pt x="6790" y="63602"/>
                    <a:pt x="7430" y="63602"/>
                    <a:pt x="8069" y="62963"/>
                  </a:cubicBezTo>
                  <a:lnTo>
                    <a:pt x="78997" y="38066"/>
                  </a:lnTo>
                  <a:lnTo>
                    <a:pt x="149925" y="62963"/>
                  </a:lnTo>
                  <a:cubicBezTo>
                    <a:pt x="150564" y="62963"/>
                    <a:pt x="151203" y="63602"/>
                    <a:pt x="151842" y="63602"/>
                  </a:cubicBezTo>
                  <a:cubicBezTo>
                    <a:pt x="154398" y="63602"/>
                    <a:pt x="156954" y="61686"/>
                    <a:pt x="157593" y="59133"/>
                  </a:cubicBezTo>
                  <a:cubicBezTo>
                    <a:pt x="158871" y="55941"/>
                    <a:pt x="156954" y="52110"/>
                    <a:pt x="153759" y="50834"/>
                  </a:cubicBezTo>
                  <a:lnTo>
                    <a:pt x="98166" y="31682"/>
                  </a:lnTo>
                  <a:lnTo>
                    <a:pt x="153759" y="12530"/>
                  </a:lnTo>
                  <a:cubicBezTo>
                    <a:pt x="158232" y="11253"/>
                    <a:pt x="159510" y="8061"/>
                    <a:pt x="158871" y="4230"/>
                  </a:cubicBezTo>
                </a:path>
              </a:pathLst>
            </a:custGeom>
            <a:solidFill>
              <a:srgbClr val="0076A8"/>
            </a:solidFill>
            <a:ln w="6390" cap="flat">
              <a:noFill/>
              <a:prstDash val="solid"/>
              <a:miter/>
            </a:ln>
          </p:spPr>
          <p:txBody>
            <a:bodyPr rtlCol="0" anchor="ctr"/>
            <a:lstStyle/>
            <a:p>
              <a:endParaRPr lang="en-US"/>
            </a:p>
          </p:txBody>
        </p:sp>
        <p:sp>
          <p:nvSpPr>
            <p:cNvPr id="918" name="Graphic 4">
              <a:extLst>
                <a:ext uri="{FF2B5EF4-FFF2-40B4-BE49-F238E27FC236}">
                  <a16:creationId xmlns:a16="http://schemas.microsoft.com/office/drawing/2014/main" id="{BD4F91A9-DB55-F54B-9A92-2A1EFE038690}"/>
                </a:ext>
              </a:extLst>
            </p:cNvPr>
            <p:cNvSpPr/>
            <p:nvPr/>
          </p:nvSpPr>
          <p:spPr>
            <a:xfrm>
              <a:off x="10038521" y="4929873"/>
              <a:ext cx="15405" cy="15321"/>
            </a:xfrm>
            <a:custGeom>
              <a:avLst/>
              <a:gdLst>
                <a:gd name="connsiteX0" fmla="*/ 7738 w 15405"/>
                <a:gd name="connsiteY0" fmla="*/ 15322 h 15321"/>
                <a:gd name="connsiteX1" fmla="*/ 15406 w 15405"/>
                <a:gd name="connsiteY1" fmla="*/ 7661 h 15321"/>
                <a:gd name="connsiteX2" fmla="*/ 7738 w 15405"/>
                <a:gd name="connsiteY2" fmla="*/ 0 h 15321"/>
                <a:gd name="connsiteX3" fmla="*/ 70 w 15405"/>
                <a:gd name="connsiteY3" fmla="*/ 7661 h 15321"/>
                <a:gd name="connsiteX4" fmla="*/ 7738 w 15405"/>
                <a:gd name="connsiteY4" fmla="*/ 15322 h 1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05" h="15321">
                  <a:moveTo>
                    <a:pt x="7738" y="15322"/>
                  </a:moveTo>
                  <a:cubicBezTo>
                    <a:pt x="12211" y="15322"/>
                    <a:pt x="15406" y="11491"/>
                    <a:pt x="15406" y="7661"/>
                  </a:cubicBezTo>
                  <a:cubicBezTo>
                    <a:pt x="15406" y="3192"/>
                    <a:pt x="11572" y="0"/>
                    <a:pt x="7738" y="0"/>
                  </a:cubicBezTo>
                  <a:cubicBezTo>
                    <a:pt x="3265" y="0"/>
                    <a:pt x="70" y="3831"/>
                    <a:pt x="70" y="7661"/>
                  </a:cubicBezTo>
                  <a:cubicBezTo>
                    <a:pt x="-569" y="12130"/>
                    <a:pt x="3265" y="15322"/>
                    <a:pt x="7738" y="15322"/>
                  </a:cubicBezTo>
                </a:path>
              </a:pathLst>
            </a:custGeom>
            <a:solidFill>
              <a:srgbClr val="0076A8"/>
            </a:solidFill>
            <a:ln w="6390" cap="flat">
              <a:noFill/>
              <a:prstDash val="solid"/>
              <a:miter/>
            </a:ln>
          </p:spPr>
          <p:txBody>
            <a:bodyPr rtlCol="0" anchor="ctr"/>
            <a:lstStyle/>
            <a:p>
              <a:endParaRPr lang="en-US"/>
            </a:p>
          </p:txBody>
        </p:sp>
        <p:sp>
          <p:nvSpPr>
            <p:cNvPr id="919" name="Graphic 4">
              <a:extLst>
                <a:ext uri="{FF2B5EF4-FFF2-40B4-BE49-F238E27FC236}">
                  <a16:creationId xmlns:a16="http://schemas.microsoft.com/office/drawing/2014/main" id="{8125C5FE-0964-C148-9B33-3598650F8FC2}"/>
                </a:ext>
              </a:extLst>
            </p:cNvPr>
            <p:cNvSpPr/>
            <p:nvPr/>
          </p:nvSpPr>
          <p:spPr>
            <a:xfrm>
              <a:off x="10082043" y="4929873"/>
              <a:ext cx="15335" cy="15321"/>
            </a:xfrm>
            <a:custGeom>
              <a:avLst/>
              <a:gdLst>
                <a:gd name="connsiteX0" fmla="*/ 7668 w 15335"/>
                <a:gd name="connsiteY0" fmla="*/ 15322 h 15321"/>
                <a:gd name="connsiteX1" fmla="*/ 15335 w 15335"/>
                <a:gd name="connsiteY1" fmla="*/ 7661 h 15321"/>
                <a:gd name="connsiteX2" fmla="*/ 7668 w 15335"/>
                <a:gd name="connsiteY2" fmla="*/ 0 h 15321"/>
                <a:gd name="connsiteX3" fmla="*/ 0 w 15335"/>
                <a:gd name="connsiteY3" fmla="*/ 7661 h 15321"/>
                <a:gd name="connsiteX4" fmla="*/ 7668 w 15335"/>
                <a:gd name="connsiteY4" fmla="*/ 15322 h 1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5" h="15321">
                  <a:moveTo>
                    <a:pt x="7668" y="15322"/>
                  </a:moveTo>
                  <a:cubicBezTo>
                    <a:pt x="12140" y="15322"/>
                    <a:pt x="15335" y="11491"/>
                    <a:pt x="15335" y="7661"/>
                  </a:cubicBezTo>
                  <a:cubicBezTo>
                    <a:pt x="15335" y="3192"/>
                    <a:pt x="11501" y="0"/>
                    <a:pt x="7668" y="0"/>
                  </a:cubicBezTo>
                  <a:cubicBezTo>
                    <a:pt x="3195" y="0"/>
                    <a:pt x="0" y="3831"/>
                    <a:pt x="0" y="7661"/>
                  </a:cubicBezTo>
                  <a:cubicBezTo>
                    <a:pt x="0" y="12130"/>
                    <a:pt x="3195" y="15322"/>
                    <a:pt x="7668" y="15322"/>
                  </a:cubicBezTo>
                </a:path>
              </a:pathLst>
            </a:custGeom>
            <a:solidFill>
              <a:srgbClr val="0076A8"/>
            </a:solidFill>
            <a:ln w="6390" cap="flat">
              <a:noFill/>
              <a:prstDash val="solid"/>
              <a:miter/>
            </a:ln>
          </p:spPr>
          <p:txBody>
            <a:bodyPr rtlCol="0" anchor="ctr"/>
            <a:lstStyle/>
            <a:p>
              <a:endParaRPr lang="en-US"/>
            </a:p>
          </p:txBody>
        </p:sp>
      </p:grpSp>
      <p:grpSp>
        <p:nvGrpSpPr>
          <p:cNvPr id="920" name="Graphic 4">
            <a:extLst>
              <a:ext uri="{FF2B5EF4-FFF2-40B4-BE49-F238E27FC236}">
                <a16:creationId xmlns:a16="http://schemas.microsoft.com/office/drawing/2014/main" id="{189A8A7D-6408-2B48-9965-C179E067ADC2}"/>
              </a:ext>
            </a:extLst>
          </p:cNvPr>
          <p:cNvGrpSpPr/>
          <p:nvPr/>
        </p:nvGrpSpPr>
        <p:grpSpPr>
          <a:xfrm>
            <a:off x="7802113" y="3824168"/>
            <a:ext cx="361670" cy="361333"/>
            <a:chOff x="7802113" y="3824168"/>
            <a:chExt cx="361670" cy="361333"/>
          </a:xfrm>
          <a:solidFill>
            <a:srgbClr val="0076A8"/>
          </a:solidFill>
        </p:grpSpPr>
        <p:sp>
          <p:nvSpPr>
            <p:cNvPr id="921" name="Graphic 4">
              <a:extLst>
                <a:ext uri="{FF2B5EF4-FFF2-40B4-BE49-F238E27FC236}">
                  <a16:creationId xmlns:a16="http://schemas.microsoft.com/office/drawing/2014/main" id="{2CF7A511-B25C-6144-BF98-4004148633F6}"/>
                </a:ext>
              </a:extLst>
            </p:cNvPr>
            <p:cNvSpPr/>
            <p:nvPr/>
          </p:nvSpPr>
          <p:spPr>
            <a:xfrm>
              <a:off x="7802113" y="3824168"/>
              <a:ext cx="361670" cy="361333"/>
            </a:xfrm>
            <a:custGeom>
              <a:avLst/>
              <a:gdLst>
                <a:gd name="connsiteX0" fmla="*/ 180836 w 361670"/>
                <a:gd name="connsiteY0" fmla="*/ 349204 h 361333"/>
                <a:gd name="connsiteX1" fmla="*/ 12780 w 361670"/>
                <a:gd name="connsiteY1" fmla="*/ 181305 h 361333"/>
                <a:gd name="connsiteX2" fmla="*/ 180836 w 361670"/>
                <a:gd name="connsiteY2" fmla="*/ 13406 h 361333"/>
                <a:gd name="connsiteX3" fmla="*/ 348890 w 361670"/>
                <a:gd name="connsiteY3" fmla="*/ 181305 h 361333"/>
                <a:gd name="connsiteX4" fmla="*/ 180836 w 361670"/>
                <a:gd name="connsiteY4" fmla="*/ 349204 h 361333"/>
                <a:gd name="connsiteX5" fmla="*/ 180836 w 361670"/>
                <a:gd name="connsiteY5" fmla="*/ 0 h 361333"/>
                <a:gd name="connsiteX6" fmla="*/ 0 w 361670"/>
                <a:gd name="connsiteY6" fmla="*/ 180667 h 361333"/>
                <a:gd name="connsiteX7" fmla="*/ 180836 w 361670"/>
                <a:gd name="connsiteY7" fmla="*/ 361333 h 361333"/>
                <a:gd name="connsiteX8" fmla="*/ 361670 w 361670"/>
                <a:gd name="connsiteY8" fmla="*/ 180667 h 361333"/>
                <a:gd name="connsiteX9" fmla="*/ 180836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873"/>
                    <a:pt x="273490" y="349204"/>
                    <a:pt x="180836" y="349204"/>
                  </a:cubicBezTo>
                  <a:moveTo>
                    <a:pt x="180836" y="0"/>
                  </a:moveTo>
                  <a:cubicBezTo>
                    <a:pt x="80513" y="0"/>
                    <a:pt x="0" y="81076"/>
                    <a:pt x="0" y="180667"/>
                  </a:cubicBezTo>
                  <a:cubicBezTo>
                    <a:pt x="0" y="280895"/>
                    <a:pt x="81152" y="361333"/>
                    <a:pt x="180836" y="361333"/>
                  </a:cubicBezTo>
                  <a:cubicBezTo>
                    <a:pt x="281157" y="361333"/>
                    <a:pt x="361670" y="280257"/>
                    <a:pt x="361670" y="180667"/>
                  </a:cubicBezTo>
                  <a:cubicBezTo>
                    <a:pt x="361670" y="81076"/>
                    <a:pt x="280518" y="0"/>
                    <a:pt x="180836" y="0"/>
                  </a:cubicBezTo>
                </a:path>
              </a:pathLst>
            </a:custGeom>
            <a:solidFill>
              <a:srgbClr val="0076A8"/>
            </a:solidFill>
            <a:ln w="6390" cap="flat">
              <a:noFill/>
              <a:prstDash val="solid"/>
              <a:miter/>
            </a:ln>
          </p:spPr>
          <p:txBody>
            <a:bodyPr rtlCol="0" anchor="ctr"/>
            <a:lstStyle/>
            <a:p>
              <a:endParaRPr lang="en-US"/>
            </a:p>
          </p:txBody>
        </p:sp>
        <p:sp>
          <p:nvSpPr>
            <p:cNvPr id="922" name="Graphic 4">
              <a:extLst>
                <a:ext uri="{FF2B5EF4-FFF2-40B4-BE49-F238E27FC236}">
                  <a16:creationId xmlns:a16="http://schemas.microsoft.com/office/drawing/2014/main" id="{39D1FF3F-CFB5-A04B-8BEF-5F283F8BE958}"/>
                </a:ext>
              </a:extLst>
            </p:cNvPr>
            <p:cNvSpPr/>
            <p:nvPr/>
          </p:nvSpPr>
          <p:spPr>
            <a:xfrm>
              <a:off x="7865109" y="3889284"/>
              <a:ext cx="235678" cy="232377"/>
            </a:xfrm>
            <a:custGeom>
              <a:avLst/>
              <a:gdLst>
                <a:gd name="connsiteX0" fmla="*/ 193879 w 235678"/>
                <a:gd name="connsiteY0" fmla="*/ 190243 h 232377"/>
                <a:gd name="connsiteX1" fmla="*/ 152984 w 235678"/>
                <a:gd name="connsiteY1" fmla="*/ 166622 h 232377"/>
                <a:gd name="connsiteX2" fmla="*/ 146594 w 235678"/>
                <a:gd name="connsiteY2" fmla="*/ 166622 h 232377"/>
                <a:gd name="connsiteX3" fmla="*/ 143399 w 235678"/>
                <a:gd name="connsiteY3" fmla="*/ 172368 h 232377"/>
                <a:gd name="connsiteX4" fmla="*/ 143399 w 235678"/>
                <a:gd name="connsiteY4" fmla="*/ 218971 h 232377"/>
                <a:gd name="connsiteX5" fmla="*/ 91001 w 235678"/>
                <a:gd name="connsiteY5" fmla="*/ 218971 h 232377"/>
                <a:gd name="connsiteX6" fmla="*/ 91001 w 235678"/>
                <a:gd name="connsiteY6" fmla="*/ 172368 h 232377"/>
                <a:gd name="connsiteX7" fmla="*/ 87806 w 235678"/>
                <a:gd name="connsiteY7" fmla="*/ 166622 h 232377"/>
                <a:gd name="connsiteX8" fmla="*/ 81417 w 235678"/>
                <a:gd name="connsiteY8" fmla="*/ 166622 h 232377"/>
                <a:gd name="connsiteX9" fmla="*/ 40521 w 235678"/>
                <a:gd name="connsiteY9" fmla="*/ 190243 h 232377"/>
                <a:gd name="connsiteX10" fmla="*/ 14322 w 235678"/>
                <a:gd name="connsiteY10" fmla="*/ 144916 h 232377"/>
                <a:gd name="connsiteX11" fmla="*/ 55218 w 235678"/>
                <a:gd name="connsiteY11" fmla="*/ 121296 h 232377"/>
                <a:gd name="connsiteX12" fmla="*/ 58413 w 235678"/>
                <a:gd name="connsiteY12" fmla="*/ 115550 h 232377"/>
                <a:gd name="connsiteX13" fmla="*/ 55218 w 235678"/>
                <a:gd name="connsiteY13" fmla="*/ 109805 h 232377"/>
                <a:gd name="connsiteX14" fmla="*/ 14322 w 235678"/>
                <a:gd name="connsiteY14" fmla="*/ 86184 h 232377"/>
                <a:gd name="connsiteX15" fmla="*/ 40521 w 235678"/>
                <a:gd name="connsiteY15" fmla="*/ 40858 h 232377"/>
                <a:gd name="connsiteX16" fmla="*/ 81417 w 235678"/>
                <a:gd name="connsiteY16" fmla="*/ 64478 h 232377"/>
                <a:gd name="connsiteX17" fmla="*/ 87806 w 235678"/>
                <a:gd name="connsiteY17" fmla="*/ 64478 h 232377"/>
                <a:gd name="connsiteX18" fmla="*/ 91001 w 235678"/>
                <a:gd name="connsiteY18" fmla="*/ 58733 h 232377"/>
                <a:gd name="connsiteX19" fmla="*/ 91001 w 235678"/>
                <a:gd name="connsiteY19" fmla="*/ 12130 h 232377"/>
                <a:gd name="connsiteX20" fmla="*/ 143399 w 235678"/>
                <a:gd name="connsiteY20" fmla="*/ 12130 h 232377"/>
                <a:gd name="connsiteX21" fmla="*/ 143399 w 235678"/>
                <a:gd name="connsiteY21" fmla="*/ 58733 h 232377"/>
                <a:gd name="connsiteX22" fmla="*/ 146594 w 235678"/>
                <a:gd name="connsiteY22" fmla="*/ 64478 h 232377"/>
                <a:gd name="connsiteX23" fmla="*/ 152984 w 235678"/>
                <a:gd name="connsiteY23" fmla="*/ 64478 h 232377"/>
                <a:gd name="connsiteX24" fmla="*/ 193879 w 235678"/>
                <a:gd name="connsiteY24" fmla="*/ 40858 h 232377"/>
                <a:gd name="connsiteX25" fmla="*/ 220079 w 235678"/>
                <a:gd name="connsiteY25" fmla="*/ 86184 h 232377"/>
                <a:gd name="connsiteX26" fmla="*/ 179183 w 235678"/>
                <a:gd name="connsiteY26" fmla="*/ 109805 h 232377"/>
                <a:gd name="connsiteX27" fmla="*/ 175988 w 235678"/>
                <a:gd name="connsiteY27" fmla="*/ 115550 h 232377"/>
                <a:gd name="connsiteX28" fmla="*/ 179183 w 235678"/>
                <a:gd name="connsiteY28" fmla="*/ 121296 h 232377"/>
                <a:gd name="connsiteX29" fmla="*/ 220079 w 235678"/>
                <a:gd name="connsiteY29" fmla="*/ 144916 h 232377"/>
                <a:gd name="connsiteX30" fmla="*/ 193879 w 235678"/>
                <a:gd name="connsiteY30" fmla="*/ 190243 h 232377"/>
                <a:gd name="connsiteX31" fmla="*/ 232219 w 235678"/>
                <a:gd name="connsiteY31" fmla="*/ 137256 h 232377"/>
                <a:gd name="connsiteX32" fmla="*/ 195797 w 235678"/>
                <a:gd name="connsiteY32" fmla="*/ 116189 h 232377"/>
                <a:gd name="connsiteX33" fmla="*/ 232219 w 235678"/>
                <a:gd name="connsiteY33" fmla="*/ 95121 h 232377"/>
                <a:gd name="connsiteX34" fmla="*/ 235414 w 235678"/>
                <a:gd name="connsiteY34" fmla="*/ 91291 h 232377"/>
                <a:gd name="connsiteX35" fmla="*/ 234775 w 235678"/>
                <a:gd name="connsiteY35" fmla="*/ 86184 h 232377"/>
                <a:gd name="connsiteX36" fmla="*/ 202186 w 235678"/>
                <a:gd name="connsiteY36" fmla="*/ 30005 h 232377"/>
                <a:gd name="connsiteX37" fmla="*/ 198353 w 235678"/>
                <a:gd name="connsiteY37" fmla="*/ 26813 h 232377"/>
                <a:gd name="connsiteX38" fmla="*/ 193240 w 235678"/>
                <a:gd name="connsiteY38" fmla="*/ 27451 h 232377"/>
                <a:gd name="connsiteX39" fmla="*/ 156818 w 235678"/>
                <a:gd name="connsiteY39" fmla="*/ 48519 h 232377"/>
                <a:gd name="connsiteX40" fmla="*/ 156818 w 235678"/>
                <a:gd name="connsiteY40" fmla="*/ 6384 h 232377"/>
                <a:gd name="connsiteX41" fmla="*/ 150428 w 235678"/>
                <a:gd name="connsiteY41" fmla="*/ 0 h 232377"/>
                <a:gd name="connsiteX42" fmla="*/ 85250 w 235678"/>
                <a:gd name="connsiteY42" fmla="*/ 0 h 232377"/>
                <a:gd name="connsiteX43" fmla="*/ 78860 w 235678"/>
                <a:gd name="connsiteY43" fmla="*/ 6384 h 232377"/>
                <a:gd name="connsiteX44" fmla="*/ 78860 w 235678"/>
                <a:gd name="connsiteY44" fmla="*/ 48519 h 232377"/>
                <a:gd name="connsiteX45" fmla="*/ 42438 w 235678"/>
                <a:gd name="connsiteY45" fmla="*/ 27451 h 232377"/>
                <a:gd name="connsiteX46" fmla="*/ 37326 w 235678"/>
                <a:gd name="connsiteY46" fmla="*/ 26813 h 232377"/>
                <a:gd name="connsiteX47" fmla="*/ 33492 w 235678"/>
                <a:gd name="connsiteY47" fmla="*/ 30005 h 232377"/>
                <a:gd name="connsiteX48" fmla="*/ 903 w 235678"/>
                <a:gd name="connsiteY48" fmla="*/ 86184 h 232377"/>
                <a:gd name="connsiteX49" fmla="*/ 265 w 235678"/>
                <a:gd name="connsiteY49" fmla="*/ 91291 h 232377"/>
                <a:gd name="connsiteX50" fmla="*/ 3460 w 235678"/>
                <a:gd name="connsiteY50" fmla="*/ 95121 h 232377"/>
                <a:gd name="connsiteX51" fmla="*/ 39882 w 235678"/>
                <a:gd name="connsiteY51" fmla="*/ 116189 h 232377"/>
                <a:gd name="connsiteX52" fmla="*/ 3460 w 235678"/>
                <a:gd name="connsiteY52" fmla="*/ 137256 h 232377"/>
                <a:gd name="connsiteX53" fmla="*/ 903 w 235678"/>
                <a:gd name="connsiteY53" fmla="*/ 146193 h 232377"/>
                <a:gd name="connsiteX54" fmla="*/ 33492 w 235678"/>
                <a:gd name="connsiteY54" fmla="*/ 202372 h 232377"/>
                <a:gd name="connsiteX55" fmla="*/ 37326 w 235678"/>
                <a:gd name="connsiteY55" fmla="*/ 205564 h 232377"/>
                <a:gd name="connsiteX56" fmla="*/ 42438 w 235678"/>
                <a:gd name="connsiteY56" fmla="*/ 204926 h 232377"/>
                <a:gd name="connsiteX57" fmla="*/ 78860 w 235678"/>
                <a:gd name="connsiteY57" fmla="*/ 183859 h 232377"/>
                <a:gd name="connsiteX58" fmla="*/ 78860 w 235678"/>
                <a:gd name="connsiteY58" fmla="*/ 225993 h 232377"/>
                <a:gd name="connsiteX59" fmla="*/ 85250 w 235678"/>
                <a:gd name="connsiteY59" fmla="*/ 232377 h 232377"/>
                <a:gd name="connsiteX60" fmla="*/ 150428 w 235678"/>
                <a:gd name="connsiteY60" fmla="*/ 232377 h 232377"/>
                <a:gd name="connsiteX61" fmla="*/ 156818 w 235678"/>
                <a:gd name="connsiteY61" fmla="*/ 225993 h 232377"/>
                <a:gd name="connsiteX62" fmla="*/ 156818 w 235678"/>
                <a:gd name="connsiteY62" fmla="*/ 183859 h 232377"/>
                <a:gd name="connsiteX63" fmla="*/ 193240 w 235678"/>
                <a:gd name="connsiteY63" fmla="*/ 204926 h 232377"/>
                <a:gd name="connsiteX64" fmla="*/ 198353 w 235678"/>
                <a:gd name="connsiteY64" fmla="*/ 205564 h 232377"/>
                <a:gd name="connsiteX65" fmla="*/ 202186 w 235678"/>
                <a:gd name="connsiteY65" fmla="*/ 202372 h 232377"/>
                <a:gd name="connsiteX66" fmla="*/ 234775 w 235678"/>
                <a:gd name="connsiteY66" fmla="*/ 146193 h 232377"/>
                <a:gd name="connsiteX67" fmla="*/ 232219 w 235678"/>
                <a:gd name="connsiteY67" fmla="*/ 137256 h 23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35678" h="232377">
                  <a:moveTo>
                    <a:pt x="193879" y="190243"/>
                  </a:moveTo>
                  <a:lnTo>
                    <a:pt x="152984" y="166622"/>
                  </a:lnTo>
                  <a:cubicBezTo>
                    <a:pt x="151067" y="165345"/>
                    <a:pt x="148511" y="165345"/>
                    <a:pt x="146594" y="166622"/>
                  </a:cubicBezTo>
                  <a:cubicBezTo>
                    <a:pt x="144677" y="167899"/>
                    <a:pt x="143399" y="169814"/>
                    <a:pt x="143399" y="172368"/>
                  </a:cubicBezTo>
                  <a:lnTo>
                    <a:pt x="143399" y="218971"/>
                  </a:lnTo>
                  <a:lnTo>
                    <a:pt x="91001" y="218971"/>
                  </a:lnTo>
                  <a:lnTo>
                    <a:pt x="91001" y="172368"/>
                  </a:lnTo>
                  <a:cubicBezTo>
                    <a:pt x="91001" y="169814"/>
                    <a:pt x="89724" y="167899"/>
                    <a:pt x="87806" y="166622"/>
                  </a:cubicBezTo>
                  <a:cubicBezTo>
                    <a:pt x="85890" y="165345"/>
                    <a:pt x="83334" y="165345"/>
                    <a:pt x="81417" y="166622"/>
                  </a:cubicBezTo>
                  <a:lnTo>
                    <a:pt x="40521" y="190243"/>
                  </a:lnTo>
                  <a:lnTo>
                    <a:pt x="14322" y="144916"/>
                  </a:lnTo>
                  <a:lnTo>
                    <a:pt x="55218" y="121296"/>
                  </a:lnTo>
                  <a:cubicBezTo>
                    <a:pt x="57135" y="120019"/>
                    <a:pt x="58413" y="118104"/>
                    <a:pt x="58413" y="115550"/>
                  </a:cubicBezTo>
                  <a:cubicBezTo>
                    <a:pt x="58413" y="112997"/>
                    <a:pt x="57135" y="111081"/>
                    <a:pt x="55218" y="109805"/>
                  </a:cubicBezTo>
                  <a:lnTo>
                    <a:pt x="14322" y="86184"/>
                  </a:lnTo>
                  <a:lnTo>
                    <a:pt x="40521" y="40858"/>
                  </a:lnTo>
                  <a:lnTo>
                    <a:pt x="81417" y="64478"/>
                  </a:lnTo>
                  <a:cubicBezTo>
                    <a:pt x="83334" y="65755"/>
                    <a:pt x="85890" y="65755"/>
                    <a:pt x="87806" y="64478"/>
                  </a:cubicBezTo>
                  <a:cubicBezTo>
                    <a:pt x="89724" y="63202"/>
                    <a:pt x="91001" y="61286"/>
                    <a:pt x="91001" y="58733"/>
                  </a:cubicBezTo>
                  <a:lnTo>
                    <a:pt x="91001" y="12130"/>
                  </a:lnTo>
                  <a:lnTo>
                    <a:pt x="143399" y="12130"/>
                  </a:lnTo>
                  <a:lnTo>
                    <a:pt x="143399" y="58733"/>
                  </a:lnTo>
                  <a:cubicBezTo>
                    <a:pt x="143399" y="61286"/>
                    <a:pt x="144677" y="63202"/>
                    <a:pt x="146594" y="64478"/>
                  </a:cubicBezTo>
                  <a:cubicBezTo>
                    <a:pt x="148511" y="65755"/>
                    <a:pt x="151067" y="65755"/>
                    <a:pt x="152984" y="64478"/>
                  </a:cubicBezTo>
                  <a:lnTo>
                    <a:pt x="193879" y="40858"/>
                  </a:lnTo>
                  <a:lnTo>
                    <a:pt x="220079" y="86184"/>
                  </a:lnTo>
                  <a:lnTo>
                    <a:pt x="179183" y="109805"/>
                  </a:lnTo>
                  <a:cubicBezTo>
                    <a:pt x="177266" y="111081"/>
                    <a:pt x="175988" y="112997"/>
                    <a:pt x="175988" y="115550"/>
                  </a:cubicBezTo>
                  <a:cubicBezTo>
                    <a:pt x="175988" y="118104"/>
                    <a:pt x="177266" y="120019"/>
                    <a:pt x="179183" y="121296"/>
                  </a:cubicBezTo>
                  <a:lnTo>
                    <a:pt x="220079" y="144916"/>
                  </a:lnTo>
                  <a:lnTo>
                    <a:pt x="193879" y="190243"/>
                  </a:lnTo>
                  <a:close/>
                  <a:moveTo>
                    <a:pt x="232219" y="137256"/>
                  </a:moveTo>
                  <a:lnTo>
                    <a:pt x="195797" y="116189"/>
                  </a:lnTo>
                  <a:lnTo>
                    <a:pt x="232219" y="95121"/>
                  </a:lnTo>
                  <a:cubicBezTo>
                    <a:pt x="233497" y="94483"/>
                    <a:pt x="234775" y="92568"/>
                    <a:pt x="235414" y="91291"/>
                  </a:cubicBezTo>
                  <a:cubicBezTo>
                    <a:pt x="236053" y="89376"/>
                    <a:pt x="235414" y="88099"/>
                    <a:pt x="234775" y="86184"/>
                  </a:cubicBezTo>
                  <a:lnTo>
                    <a:pt x="202186" y="30005"/>
                  </a:lnTo>
                  <a:cubicBezTo>
                    <a:pt x="201548" y="28728"/>
                    <a:pt x="199630" y="27451"/>
                    <a:pt x="198353" y="26813"/>
                  </a:cubicBezTo>
                  <a:cubicBezTo>
                    <a:pt x="196435" y="26175"/>
                    <a:pt x="195158" y="26813"/>
                    <a:pt x="193240" y="27451"/>
                  </a:cubicBezTo>
                  <a:lnTo>
                    <a:pt x="156818" y="48519"/>
                  </a:lnTo>
                  <a:lnTo>
                    <a:pt x="156818" y="6384"/>
                  </a:lnTo>
                  <a:cubicBezTo>
                    <a:pt x="156818" y="2554"/>
                    <a:pt x="154262" y="0"/>
                    <a:pt x="150428" y="0"/>
                  </a:cubicBezTo>
                  <a:lnTo>
                    <a:pt x="85250" y="0"/>
                  </a:lnTo>
                  <a:cubicBezTo>
                    <a:pt x="81417" y="0"/>
                    <a:pt x="78860" y="2554"/>
                    <a:pt x="78860" y="6384"/>
                  </a:cubicBezTo>
                  <a:lnTo>
                    <a:pt x="78860" y="48519"/>
                  </a:lnTo>
                  <a:lnTo>
                    <a:pt x="42438" y="27451"/>
                  </a:lnTo>
                  <a:cubicBezTo>
                    <a:pt x="41160" y="26813"/>
                    <a:pt x="39243" y="26175"/>
                    <a:pt x="37326" y="26813"/>
                  </a:cubicBezTo>
                  <a:cubicBezTo>
                    <a:pt x="35409" y="27451"/>
                    <a:pt x="34131" y="28090"/>
                    <a:pt x="33492" y="30005"/>
                  </a:cubicBezTo>
                  <a:lnTo>
                    <a:pt x="903" y="86184"/>
                  </a:lnTo>
                  <a:cubicBezTo>
                    <a:pt x="265" y="87461"/>
                    <a:pt x="-374" y="89376"/>
                    <a:pt x="265" y="91291"/>
                  </a:cubicBezTo>
                  <a:cubicBezTo>
                    <a:pt x="903" y="93206"/>
                    <a:pt x="1542" y="94483"/>
                    <a:pt x="3460" y="95121"/>
                  </a:cubicBezTo>
                  <a:lnTo>
                    <a:pt x="39882" y="116189"/>
                  </a:lnTo>
                  <a:lnTo>
                    <a:pt x="3460" y="137256"/>
                  </a:lnTo>
                  <a:cubicBezTo>
                    <a:pt x="265" y="139171"/>
                    <a:pt x="-374" y="143001"/>
                    <a:pt x="903" y="146193"/>
                  </a:cubicBezTo>
                  <a:lnTo>
                    <a:pt x="33492" y="202372"/>
                  </a:lnTo>
                  <a:cubicBezTo>
                    <a:pt x="34131" y="203649"/>
                    <a:pt x="36048" y="204926"/>
                    <a:pt x="37326" y="205564"/>
                  </a:cubicBezTo>
                  <a:cubicBezTo>
                    <a:pt x="39243" y="206203"/>
                    <a:pt x="40521" y="205564"/>
                    <a:pt x="42438" y="204926"/>
                  </a:cubicBezTo>
                  <a:lnTo>
                    <a:pt x="78860" y="183859"/>
                  </a:lnTo>
                  <a:lnTo>
                    <a:pt x="78860" y="225993"/>
                  </a:lnTo>
                  <a:cubicBezTo>
                    <a:pt x="78860" y="229823"/>
                    <a:pt x="81417" y="232377"/>
                    <a:pt x="85250" y="232377"/>
                  </a:cubicBezTo>
                  <a:lnTo>
                    <a:pt x="150428" y="232377"/>
                  </a:lnTo>
                  <a:cubicBezTo>
                    <a:pt x="154262" y="232377"/>
                    <a:pt x="156818" y="229823"/>
                    <a:pt x="156818" y="225993"/>
                  </a:cubicBezTo>
                  <a:lnTo>
                    <a:pt x="156818" y="183859"/>
                  </a:lnTo>
                  <a:lnTo>
                    <a:pt x="193240" y="204926"/>
                  </a:lnTo>
                  <a:cubicBezTo>
                    <a:pt x="194519" y="205564"/>
                    <a:pt x="196435" y="206203"/>
                    <a:pt x="198353" y="205564"/>
                  </a:cubicBezTo>
                  <a:cubicBezTo>
                    <a:pt x="200269" y="204926"/>
                    <a:pt x="201548" y="204287"/>
                    <a:pt x="202186" y="202372"/>
                  </a:cubicBezTo>
                  <a:lnTo>
                    <a:pt x="234775" y="146193"/>
                  </a:lnTo>
                  <a:cubicBezTo>
                    <a:pt x="236053" y="142363"/>
                    <a:pt x="234775" y="138533"/>
                    <a:pt x="232219" y="137256"/>
                  </a:cubicBezTo>
                </a:path>
              </a:pathLst>
            </a:custGeom>
            <a:solidFill>
              <a:srgbClr val="0076A8"/>
            </a:solidFill>
            <a:ln w="6390" cap="flat">
              <a:noFill/>
              <a:prstDash val="solid"/>
              <a:miter/>
            </a:ln>
          </p:spPr>
          <p:txBody>
            <a:bodyPr rtlCol="0" anchor="ctr"/>
            <a:lstStyle/>
            <a:p>
              <a:endParaRPr lang="en-US"/>
            </a:p>
          </p:txBody>
        </p:sp>
      </p:grpSp>
      <p:grpSp>
        <p:nvGrpSpPr>
          <p:cNvPr id="923" name="Graphic 4">
            <a:extLst>
              <a:ext uri="{FF2B5EF4-FFF2-40B4-BE49-F238E27FC236}">
                <a16:creationId xmlns:a16="http://schemas.microsoft.com/office/drawing/2014/main" id="{9F504899-42B0-3E4F-9392-3C86A1A87A4D}"/>
              </a:ext>
            </a:extLst>
          </p:cNvPr>
          <p:cNvGrpSpPr/>
          <p:nvPr/>
        </p:nvGrpSpPr>
        <p:grpSpPr>
          <a:xfrm>
            <a:off x="8841116" y="3824168"/>
            <a:ext cx="361674" cy="361333"/>
            <a:chOff x="8841116" y="3824168"/>
            <a:chExt cx="361674" cy="361333"/>
          </a:xfrm>
          <a:solidFill>
            <a:srgbClr val="0076A8"/>
          </a:solidFill>
        </p:grpSpPr>
        <p:sp>
          <p:nvSpPr>
            <p:cNvPr id="924" name="Graphic 4">
              <a:extLst>
                <a:ext uri="{FF2B5EF4-FFF2-40B4-BE49-F238E27FC236}">
                  <a16:creationId xmlns:a16="http://schemas.microsoft.com/office/drawing/2014/main" id="{FDB08060-E498-ED4C-8A86-36BE82E2738F}"/>
                </a:ext>
              </a:extLst>
            </p:cNvPr>
            <p:cNvSpPr/>
            <p:nvPr/>
          </p:nvSpPr>
          <p:spPr>
            <a:xfrm>
              <a:off x="8841116" y="3824168"/>
              <a:ext cx="361674" cy="361333"/>
            </a:xfrm>
            <a:custGeom>
              <a:avLst/>
              <a:gdLst>
                <a:gd name="connsiteX0" fmla="*/ 180836 w 361674"/>
                <a:gd name="connsiteY0" fmla="*/ 349204 h 361333"/>
                <a:gd name="connsiteX1" fmla="*/ 12780 w 361674"/>
                <a:gd name="connsiteY1" fmla="*/ 181305 h 361333"/>
                <a:gd name="connsiteX2" fmla="*/ 180836 w 361674"/>
                <a:gd name="connsiteY2" fmla="*/ 13406 h 361333"/>
                <a:gd name="connsiteX3" fmla="*/ 348890 w 361674"/>
                <a:gd name="connsiteY3" fmla="*/ 181305 h 361333"/>
                <a:gd name="connsiteX4" fmla="*/ 180836 w 361674"/>
                <a:gd name="connsiteY4" fmla="*/ 349204 h 361333"/>
                <a:gd name="connsiteX5" fmla="*/ 180836 w 361674"/>
                <a:gd name="connsiteY5" fmla="*/ 0 h 361333"/>
                <a:gd name="connsiteX6" fmla="*/ 0 w 361674"/>
                <a:gd name="connsiteY6" fmla="*/ 180667 h 361333"/>
                <a:gd name="connsiteX7" fmla="*/ 180836 w 361674"/>
                <a:gd name="connsiteY7" fmla="*/ 361333 h 361333"/>
                <a:gd name="connsiteX8" fmla="*/ 361670 w 361674"/>
                <a:gd name="connsiteY8" fmla="*/ 180667 h 361333"/>
                <a:gd name="connsiteX9" fmla="*/ 180836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9530" y="273873"/>
                    <a:pt x="274128" y="349204"/>
                    <a:pt x="180836" y="349204"/>
                  </a:cubicBezTo>
                  <a:moveTo>
                    <a:pt x="180836" y="0"/>
                  </a:moveTo>
                  <a:cubicBezTo>
                    <a:pt x="80513" y="0"/>
                    <a:pt x="0" y="81076"/>
                    <a:pt x="0" y="180667"/>
                  </a:cubicBezTo>
                  <a:cubicBezTo>
                    <a:pt x="0" y="280895"/>
                    <a:pt x="81153" y="361333"/>
                    <a:pt x="180836" y="361333"/>
                  </a:cubicBezTo>
                  <a:cubicBezTo>
                    <a:pt x="280518" y="361333"/>
                    <a:pt x="361670" y="280257"/>
                    <a:pt x="361670" y="180667"/>
                  </a:cubicBezTo>
                  <a:cubicBezTo>
                    <a:pt x="362310" y="81076"/>
                    <a:pt x="281157" y="0"/>
                    <a:pt x="180836" y="0"/>
                  </a:cubicBezTo>
                </a:path>
              </a:pathLst>
            </a:custGeom>
            <a:solidFill>
              <a:srgbClr val="0076A8"/>
            </a:solidFill>
            <a:ln w="6390" cap="flat">
              <a:noFill/>
              <a:prstDash val="solid"/>
              <a:miter/>
            </a:ln>
          </p:spPr>
          <p:txBody>
            <a:bodyPr rtlCol="0" anchor="ctr"/>
            <a:lstStyle/>
            <a:p>
              <a:endParaRPr lang="en-US"/>
            </a:p>
          </p:txBody>
        </p:sp>
        <p:sp>
          <p:nvSpPr>
            <p:cNvPr id="925" name="Graphic 4">
              <a:extLst>
                <a:ext uri="{FF2B5EF4-FFF2-40B4-BE49-F238E27FC236}">
                  <a16:creationId xmlns:a16="http://schemas.microsoft.com/office/drawing/2014/main" id="{9A647DB1-E422-0548-9446-ECFF46C68BAF}"/>
                </a:ext>
              </a:extLst>
            </p:cNvPr>
            <p:cNvSpPr/>
            <p:nvPr/>
          </p:nvSpPr>
          <p:spPr>
            <a:xfrm>
              <a:off x="8909489" y="3907798"/>
              <a:ext cx="225564" cy="194711"/>
            </a:xfrm>
            <a:custGeom>
              <a:avLst/>
              <a:gdLst>
                <a:gd name="connsiteX0" fmla="*/ 203838 w 225564"/>
                <a:gd name="connsiteY0" fmla="*/ 136617 h 194711"/>
                <a:gd name="connsiteX1" fmla="*/ 194893 w 225564"/>
                <a:gd name="connsiteY1" fmla="*/ 127680 h 194711"/>
                <a:gd name="connsiteX2" fmla="*/ 203838 w 225564"/>
                <a:gd name="connsiteY2" fmla="*/ 118742 h 194711"/>
                <a:gd name="connsiteX3" fmla="*/ 212784 w 225564"/>
                <a:gd name="connsiteY3" fmla="*/ 127680 h 194711"/>
                <a:gd name="connsiteX4" fmla="*/ 203838 w 225564"/>
                <a:gd name="connsiteY4" fmla="*/ 136617 h 194711"/>
                <a:gd name="connsiteX5" fmla="*/ 210228 w 225564"/>
                <a:gd name="connsiteY5" fmla="*/ 107251 h 194711"/>
                <a:gd name="connsiteX6" fmla="*/ 210228 w 225564"/>
                <a:gd name="connsiteY6" fmla="*/ 74693 h 194711"/>
                <a:gd name="connsiteX7" fmla="*/ 173167 w 225564"/>
                <a:gd name="connsiteY7" fmla="*/ 37666 h 194711"/>
                <a:gd name="connsiteX8" fmla="*/ 136105 w 225564"/>
                <a:gd name="connsiteY8" fmla="*/ 74693 h 194711"/>
                <a:gd name="connsiteX9" fmla="*/ 136105 w 225564"/>
                <a:gd name="connsiteY9" fmla="*/ 143001 h 194711"/>
                <a:gd name="connsiteX10" fmla="*/ 97127 w 225564"/>
                <a:gd name="connsiteY10" fmla="*/ 181944 h 194711"/>
                <a:gd name="connsiteX11" fmla="*/ 58148 w 225564"/>
                <a:gd name="connsiteY11" fmla="*/ 143001 h 194711"/>
                <a:gd name="connsiteX12" fmla="*/ 58148 w 225564"/>
                <a:gd name="connsiteY12" fmla="*/ 103421 h 194711"/>
                <a:gd name="connsiteX13" fmla="*/ 103517 w 225564"/>
                <a:gd name="connsiteY13" fmla="*/ 59371 h 194711"/>
                <a:gd name="connsiteX14" fmla="*/ 103517 w 225564"/>
                <a:gd name="connsiteY14" fmla="*/ 6384 h 194711"/>
                <a:gd name="connsiteX15" fmla="*/ 97127 w 225564"/>
                <a:gd name="connsiteY15" fmla="*/ 0 h 194711"/>
                <a:gd name="connsiteX16" fmla="*/ 81791 w 225564"/>
                <a:gd name="connsiteY16" fmla="*/ 0 h 194711"/>
                <a:gd name="connsiteX17" fmla="*/ 75401 w 225564"/>
                <a:gd name="connsiteY17" fmla="*/ 6384 h 194711"/>
                <a:gd name="connsiteX18" fmla="*/ 81791 w 225564"/>
                <a:gd name="connsiteY18" fmla="*/ 12768 h 194711"/>
                <a:gd name="connsiteX19" fmla="*/ 90737 w 225564"/>
                <a:gd name="connsiteY19" fmla="*/ 12768 h 194711"/>
                <a:gd name="connsiteX20" fmla="*/ 90737 w 225564"/>
                <a:gd name="connsiteY20" fmla="*/ 59371 h 194711"/>
                <a:gd name="connsiteX21" fmla="*/ 51758 w 225564"/>
                <a:gd name="connsiteY21" fmla="*/ 91291 h 194711"/>
                <a:gd name="connsiteX22" fmla="*/ 12780 w 225564"/>
                <a:gd name="connsiteY22" fmla="*/ 59371 h 194711"/>
                <a:gd name="connsiteX23" fmla="*/ 12780 w 225564"/>
                <a:gd name="connsiteY23" fmla="*/ 12768 h 194711"/>
                <a:gd name="connsiteX24" fmla="*/ 21725 w 225564"/>
                <a:gd name="connsiteY24" fmla="*/ 12768 h 194711"/>
                <a:gd name="connsiteX25" fmla="*/ 28115 w 225564"/>
                <a:gd name="connsiteY25" fmla="*/ 6384 h 194711"/>
                <a:gd name="connsiteX26" fmla="*/ 21725 w 225564"/>
                <a:gd name="connsiteY26" fmla="*/ 0 h 194711"/>
                <a:gd name="connsiteX27" fmla="*/ 6390 w 225564"/>
                <a:gd name="connsiteY27" fmla="*/ 0 h 194711"/>
                <a:gd name="connsiteX28" fmla="*/ 0 w 225564"/>
                <a:gd name="connsiteY28" fmla="*/ 6384 h 194711"/>
                <a:gd name="connsiteX29" fmla="*/ 0 w 225564"/>
                <a:gd name="connsiteY29" fmla="*/ 59371 h 194711"/>
                <a:gd name="connsiteX30" fmla="*/ 45368 w 225564"/>
                <a:gd name="connsiteY30" fmla="*/ 103421 h 194711"/>
                <a:gd name="connsiteX31" fmla="*/ 45368 w 225564"/>
                <a:gd name="connsiteY31" fmla="*/ 143001 h 194711"/>
                <a:gd name="connsiteX32" fmla="*/ 97127 w 225564"/>
                <a:gd name="connsiteY32" fmla="*/ 194711 h 194711"/>
                <a:gd name="connsiteX33" fmla="*/ 148885 w 225564"/>
                <a:gd name="connsiteY33" fmla="*/ 143001 h 194711"/>
                <a:gd name="connsiteX34" fmla="*/ 148885 w 225564"/>
                <a:gd name="connsiteY34" fmla="*/ 74693 h 194711"/>
                <a:gd name="connsiteX35" fmla="*/ 173167 w 225564"/>
                <a:gd name="connsiteY35" fmla="*/ 50434 h 194711"/>
                <a:gd name="connsiteX36" fmla="*/ 197448 w 225564"/>
                <a:gd name="connsiteY36" fmla="*/ 74693 h 194711"/>
                <a:gd name="connsiteX37" fmla="*/ 197448 w 225564"/>
                <a:gd name="connsiteY37" fmla="*/ 107251 h 194711"/>
                <a:gd name="connsiteX38" fmla="*/ 182113 w 225564"/>
                <a:gd name="connsiteY38" fmla="*/ 127680 h 194711"/>
                <a:gd name="connsiteX39" fmla="*/ 203838 w 225564"/>
                <a:gd name="connsiteY39" fmla="*/ 149385 h 194711"/>
                <a:gd name="connsiteX40" fmla="*/ 225564 w 225564"/>
                <a:gd name="connsiteY40" fmla="*/ 127680 h 194711"/>
                <a:gd name="connsiteX41" fmla="*/ 210228 w 225564"/>
                <a:gd name="connsiteY41" fmla="*/ 107251 h 194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25564" h="194711">
                  <a:moveTo>
                    <a:pt x="203838" y="136617"/>
                  </a:moveTo>
                  <a:cubicBezTo>
                    <a:pt x="198727" y="136617"/>
                    <a:pt x="194893" y="132787"/>
                    <a:pt x="194893" y="127680"/>
                  </a:cubicBezTo>
                  <a:cubicBezTo>
                    <a:pt x="194893" y="122573"/>
                    <a:pt x="198727" y="118742"/>
                    <a:pt x="203838" y="118742"/>
                  </a:cubicBezTo>
                  <a:cubicBezTo>
                    <a:pt x="208951" y="118742"/>
                    <a:pt x="212784" y="122573"/>
                    <a:pt x="212784" y="127680"/>
                  </a:cubicBezTo>
                  <a:cubicBezTo>
                    <a:pt x="212784" y="132787"/>
                    <a:pt x="208951" y="136617"/>
                    <a:pt x="203838" y="136617"/>
                  </a:cubicBezTo>
                  <a:moveTo>
                    <a:pt x="210228" y="107251"/>
                  </a:moveTo>
                  <a:lnTo>
                    <a:pt x="210228" y="74693"/>
                  </a:lnTo>
                  <a:cubicBezTo>
                    <a:pt x="210228" y="54264"/>
                    <a:pt x="193615" y="37666"/>
                    <a:pt x="173167" y="37666"/>
                  </a:cubicBezTo>
                  <a:cubicBezTo>
                    <a:pt x="152719" y="37666"/>
                    <a:pt x="136105" y="54264"/>
                    <a:pt x="136105" y="74693"/>
                  </a:cubicBezTo>
                  <a:lnTo>
                    <a:pt x="136105" y="143001"/>
                  </a:lnTo>
                  <a:cubicBezTo>
                    <a:pt x="136105" y="164707"/>
                    <a:pt x="118214" y="181944"/>
                    <a:pt x="97127" y="181944"/>
                  </a:cubicBezTo>
                  <a:cubicBezTo>
                    <a:pt x="75401" y="181944"/>
                    <a:pt x="58148" y="164068"/>
                    <a:pt x="58148" y="143001"/>
                  </a:cubicBezTo>
                  <a:lnTo>
                    <a:pt x="58148" y="103421"/>
                  </a:lnTo>
                  <a:cubicBezTo>
                    <a:pt x="80513" y="100229"/>
                    <a:pt x="103517" y="82354"/>
                    <a:pt x="103517" y="59371"/>
                  </a:cubicBezTo>
                  <a:lnTo>
                    <a:pt x="103517" y="6384"/>
                  </a:lnTo>
                  <a:cubicBezTo>
                    <a:pt x="103517" y="2554"/>
                    <a:pt x="100961" y="0"/>
                    <a:pt x="97127" y="0"/>
                  </a:cubicBezTo>
                  <a:lnTo>
                    <a:pt x="81791" y="0"/>
                  </a:lnTo>
                  <a:cubicBezTo>
                    <a:pt x="77957" y="0"/>
                    <a:pt x="75401" y="2554"/>
                    <a:pt x="75401" y="6384"/>
                  </a:cubicBezTo>
                  <a:cubicBezTo>
                    <a:pt x="75401" y="10214"/>
                    <a:pt x="77957" y="12768"/>
                    <a:pt x="81791" y="12768"/>
                  </a:cubicBezTo>
                  <a:lnTo>
                    <a:pt x="90737" y="12768"/>
                  </a:lnTo>
                  <a:lnTo>
                    <a:pt x="90737" y="59371"/>
                  </a:lnTo>
                  <a:cubicBezTo>
                    <a:pt x="90737" y="76608"/>
                    <a:pt x="69011" y="91291"/>
                    <a:pt x="51758" y="91291"/>
                  </a:cubicBezTo>
                  <a:cubicBezTo>
                    <a:pt x="33866" y="91291"/>
                    <a:pt x="12780" y="76608"/>
                    <a:pt x="12780" y="59371"/>
                  </a:cubicBezTo>
                  <a:lnTo>
                    <a:pt x="12780" y="12768"/>
                  </a:lnTo>
                  <a:lnTo>
                    <a:pt x="21725" y="12768"/>
                  </a:lnTo>
                  <a:cubicBezTo>
                    <a:pt x="25560" y="12768"/>
                    <a:pt x="28115" y="10214"/>
                    <a:pt x="28115" y="6384"/>
                  </a:cubicBezTo>
                  <a:cubicBezTo>
                    <a:pt x="28115" y="2554"/>
                    <a:pt x="25560" y="0"/>
                    <a:pt x="21725" y="0"/>
                  </a:cubicBezTo>
                  <a:lnTo>
                    <a:pt x="6390" y="0"/>
                  </a:lnTo>
                  <a:cubicBezTo>
                    <a:pt x="2555" y="0"/>
                    <a:pt x="0" y="2554"/>
                    <a:pt x="0" y="6384"/>
                  </a:cubicBezTo>
                  <a:lnTo>
                    <a:pt x="0" y="59371"/>
                  </a:lnTo>
                  <a:cubicBezTo>
                    <a:pt x="0" y="82354"/>
                    <a:pt x="23004" y="100229"/>
                    <a:pt x="45368" y="103421"/>
                  </a:cubicBezTo>
                  <a:lnTo>
                    <a:pt x="45368" y="143001"/>
                  </a:lnTo>
                  <a:cubicBezTo>
                    <a:pt x="45368" y="171729"/>
                    <a:pt x="69011" y="194711"/>
                    <a:pt x="97127" y="194711"/>
                  </a:cubicBezTo>
                  <a:cubicBezTo>
                    <a:pt x="125881" y="194711"/>
                    <a:pt x="148885" y="171091"/>
                    <a:pt x="148885" y="143001"/>
                  </a:cubicBezTo>
                  <a:lnTo>
                    <a:pt x="148885" y="74693"/>
                  </a:lnTo>
                  <a:cubicBezTo>
                    <a:pt x="148885" y="61286"/>
                    <a:pt x="159748" y="50434"/>
                    <a:pt x="173167" y="50434"/>
                  </a:cubicBezTo>
                  <a:cubicBezTo>
                    <a:pt x="186586" y="50434"/>
                    <a:pt x="197448" y="61286"/>
                    <a:pt x="197448" y="74693"/>
                  </a:cubicBezTo>
                  <a:lnTo>
                    <a:pt x="197448" y="107251"/>
                  </a:lnTo>
                  <a:cubicBezTo>
                    <a:pt x="188503" y="109805"/>
                    <a:pt x="182113" y="118104"/>
                    <a:pt x="182113" y="127680"/>
                  </a:cubicBezTo>
                  <a:cubicBezTo>
                    <a:pt x="182113" y="139809"/>
                    <a:pt x="191698" y="149385"/>
                    <a:pt x="203838" y="149385"/>
                  </a:cubicBezTo>
                  <a:cubicBezTo>
                    <a:pt x="215979" y="149385"/>
                    <a:pt x="225564" y="139809"/>
                    <a:pt x="225564" y="127680"/>
                  </a:cubicBezTo>
                  <a:cubicBezTo>
                    <a:pt x="225564" y="118104"/>
                    <a:pt x="219174" y="109805"/>
                    <a:pt x="210228" y="107251"/>
                  </a:cubicBezTo>
                </a:path>
              </a:pathLst>
            </a:custGeom>
            <a:solidFill>
              <a:srgbClr val="0076A8"/>
            </a:solidFill>
            <a:ln w="6390" cap="flat">
              <a:noFill/>
              <a:prstDash val="solid"/>
              <a:miter/>
            </a:ln>
          </p:spPr>
          <p:txBody>
            <a:bodyPr rtlCol="0" anchor="ctr"/>
            <a:lstStyle/>
            <a:p>
              <a:endParaRPr lang="en-US"/>
            </a:p>
          </p:txBody>
        </p:sp>
      </p:grpSp>
      <p:grpSp>
        <p:nvGrpSpPr>
          <p:cNvPr id="926" name="Graphic 4">
            <a:extLst>
              <a:ext uri="{FF2B5EF4-FFF2-40B4-BE49-F238E27FC236}">
                <a16:creationId xmlns:a16="http://schemas.microsoft.com/office/drawing/2014/main" id="{0D0FCBD2-D7F1-CB4A-A3F9-22CDC7E5268E}"/>
              </a:ext>
            </a:extLst>
          </p:cNvPr>
          <p:cNvGrpSpPr/>
          <p:nvPr/>
        </p:nvGrpSpPr>
        <p:grpSpPr>
          <a:xfrm>
            <a:off x="9887149" y="1893013"/>
            <a:ext cx="361670" cy="361333"/>
            <a:chOff x="9887149" y="1893013"/>
            <a:chExt cx="361670" cy="361333"/>
          </a:xfrm>
          <a:solidFill>
            <a:srgbClr val="0076A8"/>
          </a:solidFill>
        </p:grpSpPr>
        <p:sp>
          <p:nvSpPr>
            <p:cNvPr id="927" name="Graphic 4">
              <a:extLst>
                <a:ext uri="{FF2B5EF4-FFF2-40B4-BE49-F238E27FC236}">
                  <a16:creationId xmlns:a16="http://schemas.microsoft.com/office/drawing/2014/main" id="{44DFCE5B-BE10-FA46-8778-6BE59FC991A5}"/>
                </a:ext>
              </a:extLst>
            </p:cNvPr>
            <p:cNvSpPr/>
            <p:nvPr/>
          </p:nvSpPr>
          <p:spPr>
            <a:xfrm>
              <a:off x="9887149" y="1893013"/>
              <a:ext cx="361670" cy="361333"/>
            </a:xfrm>
            <a:custGeom>
              <a:avLst/>
              <a:gdLst>
                <a:gd name="connsiteX0" fmla="*/ 180835 w 361670"/>
                <a:gd name="connsiteY0" fmla="*/ 349204 h 361333"/>
                <a:gd name="connsiteX1" fmla="*/ 12780 w 361670"/>
                <a:gd name="connsiteY1" fmla="*/ 181305 h 361333"/>
                <a:gd name="connsiteX2" fmla="*/ 180835 w 361670"/>
                <a:gd name="connsiteY2" fmla="*/ 13406 h 361333"/>
                <a:gd name="connsiteX3" fmla="*/ 348890 w 361670"/>
                <a:gd name="connsiteY3" fmla="*/ 181305 h 361333"/>
                <a:gd name="connsiteX4" fmla="*/ 180835 w 361670"/>
                <a:gd name="connsiteY4" fmla="*/ 349204 h 361333"/>
                <a:gd name="connsiteX5" fmla="*/ 180835 w 361670"/>
                <a:gd name="connsiteY5" fmla="*/ 0 h 361333"/>
                <a:gd name="connsiteX6" fmla="*/ 0 w 361670"/>
                <a:gd name="connsiteY6" fmla="*/ 180667 h 361333"/>
                <a:gd name="connsiteX7" fmla="*/ 180835 w 361670"/>
                <a:gd name="connsiteY7" fmla="*/ 361333 h 361333"/>
                <a:gd name="connsiteX8" fmla="*/ 361670 w 361670"/>
                <a:gd name="connsiteY8" fmla="*/ 180667 h 361333"/>
                <a:gd name="connsiteX9" fmla="*/ 180835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1157" y="0"/>
                    <a:pt x="180835" y="0"/>
                  </a:cubicBezTo>
                </a:path>
              </a:pathLst>
            </a:custGeom>
            <a:solidFill>
              <a:srgbClr val="0076A8"/>
            </a:solidFill>
            <a:ln w="6390" cap="flat">
              <a:noFill/>
              <a:prstDash val="solid"/>
              <a:miter/>
            </a:ln>
          </p:spPr>
          <p:txBody>
            <a:bodyPr rtlCol="0" anchor="ctr"/>
            <a:lstStyle/>
            <a:p>
              <a:endParaRPr lang="en-US"/>
            </a:p>
          </p:txBody>
        </p:sp>
        <p:sp>
          <p:nvSpPr>
            <p:cNvPr id="928" name="Graphic 4">
              <a:extLst>
                <a:ext uri="{FF2B5EF4-FFF2-40B4-BE49-F238E27FC236}">
                  <a16:creationId xmlns:a16="http://schemas.microsoft.com/office/drawing/2014/main" id="{4B9D43F2-A2AE-4B40-A078-BBC19314F05B}"/>
                </a:ext>
              </a:extLst>
            </p:cNvPr>
            <p:cNvSpPr/>
            <p:nvPr/>
          </p:nvSpPr>
          <p:spPr>
            <a:xfrm>
              <a:off x="9971496" y="2049620"/>
              <a:ext cx="134664" cy="135141"/>
            </a:xfrm>
            <a:custGeom>
              <a:avLst/>
              <a:gdLst>
                <a:gd name="connsiteX0" fmla="*/ 123326 w 134664"/>
                <a:gd name="connsiteY0" fmla="*/ 97476 h 135141"/>
                <a:gd name="connsiteX1" fmla="*/ 73484 w 134664"/>
                <a:gd name="connsiteY1" fmla="*/ 123011 h 135141"/>
                <a:gd name="connsiteX2" fmla="*/ 12780 w 134664"/>
                <a:gd name="connsiteY2" fmla="*/ 62364 h 135141"/>
                <a:gd name="connsiteX3" fmla="*/ 39617 w 134664"/>
                <a:gd name="connsiteY3" fmla="*/ 11930 h 135141"/>
                <a:gd name="connsiteX4" fmla="*/ 41535 w 134664"/>
                <a:gd name="connsiteY4" fmla="*/ 2992 h 135141"/>
                <a:gd name="connsiteX5" fmla="*/ 32589 w 134664"/>
                <a:gd name="connsiteY5" fmla="*/ 1077 h 135141"/>
                <a:gd name="connsiteX6" fmla="*/ 0 w 134664"/>
                <a:gd name="connsiteY6" fmla="*/ 61725 h 135141"/>
                <a:gd name="connsiteX7" fmla="*/ 73484 w 134664"/>
                <a:gd name="connsiteY7" fmla="*/ 135141 h 135141"/>
                <a:gd name="connsiteX8" fmla="*/ 133550 w 134664"/>
                <a:gd name="connsiteY8" fmla="*/ 104498 h 135141"/>
                <a:gd name="connsiteX9" fmla="*/ 132271 w 134664"/>
                <a:gd name="connsiteY9" fmla="*/ 95560 h 135141"/>
                <a:gd name="connsiteX10" fmla="*/ 123326 w 134664"/>
                <a:gd name="connsiteY10" fmla="*/ 97476 h 135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664" h="135141">
                  <a:moveTo>
                    <a:pt x="123326" y="97476"/>
                  </a:moveTo>
                  <a:cubicBezTo>
                    <a:pt x="111824" y="113436"/>
                    <a:pt x="93293" y="123011"/>
                    <a:pt x="73484" y="123011"/>
                  </a:cubicBezTo>
                  <a:cubicBezTo>
                    <a:pt x="40257" y="123011"/>
                    <a:pt x="12780" y="95560"/>
                    <a:pt x="12780" y="62364"/>
                  </a:cubicBezTo>
                  <a:cubicBezTo>
                    <a:pt x="12780" y="41935"/>
                    <a:pt x="23004" y="23421"/>
                    <a:pt x="39617" y="11930"/>
                  </a:cubicBezTo>
                  <a:cubicBezTo>
                    <a:pt x="42812" y="10015"/>
                    <a:pt x="43452" y="6184"/>
                    <a:pt x="41535" y="2992"/>
                  </a:cubicBezTo>
                  <a:cubicBezTo>
                    <a:pt x="39617" y="-200"/>
                    <a:pt x="35783" y="-838"/>
                    <a:pt x="32589" y="1077"/>
                  </a:cubicBezTo>
                  <a:cubicBezTo>
                    <a:pt x="12141" y="14484"/>
                    <a:pt x="0" y="37466"/>
                    <a:pt x="0" y="61725"/>
                  </a:cubicBezTo>
                  <a:cubicBezTo>
                    <a:pt x="0" y="101944"/>
                    <a:pt x="33227" y="135141"/>
                    <a:pt x="73484" y="135141"/>
                  </a:cubicBezTo>
                  <a:cubicBezTo>
                    <a:pt x="97127" y="135141"/>
                    <a:pt x="119492" y="123650"/>
                    <a:pt x="133550" y="104498"/>
                  </a:cubicBezTo>
                  <a:cubicBezTo>
                    <a:pt x="135466" y="101306"/>
                    <a:pt x="134828" y="97476"/>
                    <a:pt x="132271" y="95560"/>
                  </a:cubicBezTo>
                  <a:cubicBezTo>
                    <a:pt x="129716" y="94284"/>
                    <a:pt x="125243" y="94922"/>
                    <a:pt x="123326" y="97476"/>
                  </a:cubicBezTo>
                </a:path>
              </a:pathLst>
            </a:custGeom>
            <a:solidFill>
              <a:srgbClr val="0076A8"/>
            </a:solidFill>
            <a:ln w="6390" cap="flat">
              <a:noFill/>
              <a:prstDash val="solid"/>
              <a:miter/>
            </a:ln>
          </p:spPr>
          <p:txBody>
            <a:bodyPr rtlCol="0" anchor="ctr"/>
            <a:lstStyle/>
            <a:p>
              <a:endParaRPr lang="en-US"/>
            </a:p>
          </p:txBody>
        </p:sp>
        <p:sp>
          <p:nvSpPr>
            <p:cNvPr id="929" name="Graphic 4">
              <a:extLst>
                <a:ext uri="{FF2B5EF4-FFF2-40B4-BE49-F238E27FC236}">
                  <a16:creationId xmlns:a16="http://schemas.microsoft.com/office/drawing/2014/main" id="{8EF0557B-1B0C-6C4F-9992-C1050E9AF4C6}"/>
                </a:ext>
              </a:extLst>
            </p:cNvPr>
            <p:cNvSpPr/>
            <p:nvPr/>
          </p:nvSpPr>
          <p:spPr>
            <a:xfrm>
              <a:off x="10033478" y="2025161"/>
              <a:ext cx="129477" cy="136617"/>
            </a:xfrm>
            <a:custGeom>
              <a:avLst/>
              <a:gdLst>
                <a:gd name="connsiteX0" fmla="*/ 122048 w 129477"/>
                <a:gd name="connsiteY0" fmla="*/ 116827 h 136617"/>
                <a:gd name="connsiteX1" fmla="*/ 104795 w 129477"/>
                <a:gd name="connsiteY1" fmla="*/ 122572 h 136617"/>
                <a:gd name="connsiteX2" fmla="*/ 83069 w 129477"/>
                <a:gd name="connsiteY2" fmla="*/ 51072 h 136617"/>
                <a:gd name="connsiteX3" fmla="*/ 83069 w 129477"/>
                <a:gd name="connsiteY3" fmla="*/ 51072 h 136617"/>
                <a:gd name="connsiteX4" fmla="*/ 82430 w 129477"/>
                <a:gd name="connsiteY4" fmla="*/ 49795 h 136617"/>
                <a:gd name="connsiteX5" fmla="*/ 81792 w 129477"/>
                <a:gd name="connsiteY5" fmla="*/ 48518 h 136617"/>
                <a:gd name="connsiteX6" fmla="*/ 81153 w 129477"/>
                <a:gd name="connsiteY6" fmla="*/ 47880 h 136617"/>
                <a:gd name="connsiteX7" fmla="*/ 79874 w 129477"/>
                <a:gd name="connsiteY7" fmla="*/ 47241 h 136617"/>
                <a:gd name="connsiteX8" fmla="*/ 78597 w 129477"/>
                <a:gd name="connsiteY8" fmla="*/ 46603 h 136617"/>
                <a:gd name="connsiteX9" fmla="*/ 77319 w 129477"/>
                <a:gd name="connsiteY9" fmla="*/ 46603 h 136617"/>
                <a:gd name="connsiteX10" fmla="*/ 76679 w 129477"/>
                <a:gd name="connsiteY10" fmla="*/ 46603 h 136617"/>
                <a:gd name="connsiteX11" fmla="*/ 12780 w 129477"/>
                <a:gd name="connsiteY11" fmla="*/ 46603 h 136617"/>
                <a:gd name="connsiteX12" fmla="*/ 12780 w 129477"/>
                <a:gd name="connsiteY12" fmla="*/ 28089 h 136617"/>
                <a:gd name="connsiteX13" fmla="*/ 76679 w 129477"/>
                <a:gd name="connsiteY13" fmla="*/ 28089 h 136617"/>
                <a:gd name="connsiteX14" fmla="*/ 83069 w 129477"/>
                <a:gd name="connsiteY14" fmla="*/ 21706 h 136617"/>
                <a:gd name="connsiteX15" fmla="*/ 76679 w 129477"/>
                <a:gd name="connsiteY15" fmla="*/ 15322 h 136617"/>
                <a:gd name="connsiteX16" fmla="*/ 12780 w 129477"/>
                <a:gd name="connsiteY16" fmla="*/ 15322 h 136617"/>
                <a:gd name="connsiteX17" fmla="*/ 12780 w 129477"/>
                <a:gd name="connsiteY17" fmla="*/ 6384 h 136617"/>
                <a:gd name="connsiteX18" fmla="*/ 6390 w 129477"/>
                <a:gd name="connsiteY18" fmla="*/ 0 h 136617"/>
                <a:gd name="connsiteX19" fmla="*/ 0 w 129477"/>
                <a:gd name="connsiteY19" fmla="*/ 6384 h 136617"/>
                <a:gd name="connsiteX20" fmla="*/ 0 w 129477"/>
                <a:gd name="connsiteY20" fmla="*/ 52987 h 136617"/>
                <a:gd name="connsiteX21" fmla="*/ 6390 w 129477"/>
                <a:gd name="connsiteY21" fmla="*/ 59371 h 136617"/>
                <a:gd name="connsiteX22" fmla="*/ 71568 w 129477"/>
                <a:gd name="connsiteY22" fmla="*/ 59371 h 136617"/>
                <a:gd name="connsiteX23" fmla="*/ 93294 w 129477"/>
                <a:gd name="connsiteY23" fmla="*/ 132787 h 136617"/>
                <a:gd name="connsiteX24" fmla="*/ 93294 w 129477"/>
                <a:gd name="connsiteY24" fmla="*/ 132787 h 136617"/>
                <a:gd name="connsiteX25" fmla="*/ 93294 w 129477"/>
                <a:gd name="connsiteY25" fmla="*/ 132787 h 136617"/>
                <a:gd name="connsiteX26" fmla="*/ 93933 w 129477"/>
                <a:gd name="connsiteY26" fmla="*/ 133425 h 136617"/>
                <a:gd name="connsiteX27" fmla="*/ 94571 w 129477"/>
                <a:gd name="connsiteY27" fmla="*/ 134064 h 136617"/>
                <a:gd name="connsiteX28" fmla="*/ 95210 w 129477"/>
                <a:gd name="connsiteY28" fmla="*/ 134702 h 136617"/>
                <a:gd name="connsiteX29" fmla="*/ 95849 w 129477"/>
                <a:gd name="connsiteY29" fmla="*/ 135340 h 136617"/>
                <a:gd name="connsiteX30" fmla="*/ 97128 w 129477"/>
                <a:gd name="connsiteY30" fmla="*/ 135979 h 136617"/>
                <a:gd name="connsiteX31" fmla="*/ 97766 w 129477"/>
                <a:gd name="connsiteY31" fmla="*/ 136617 h 136617"/>
                <a:gd name="connsiteX32" fmla="*/ 99684 w 129477"/>
                <a:gd name="connsiteY32" fmla="*/ 136617 h 136617"/>
                <a:gd name="connsiteX33" fmla="*/ 101600 w 129477"/>
                <a:gd name="connsiteY33" fmla="*/ 136617 h 136617"/>
                <a:gd name="connsiteX34" fmla="*/ 101600 w 129477"/>
                <a:gd name="connsiteY34" fmla="*/ 136617 h 136617"/>
                <a:gd name="connsiteX35" fmla="*/ 101600 w 129477"/>
                <a:gd name="connsiteY35" fmla="*/ 136617 h 136617"/>
                <a:gd name="connsiteX36" fmla="*/ 125243 w 129477"/>
                <a:gd name="connsiteY36" fmla="*/ 128956 h 136617"/>
                <a:gd name="connsiteX37" fmla="*/ 129077 w 129477"/>
                <a:gd name="connsiteY37" fmla="*/ 120657 h 136617"/>
                <a:gd name="connsiteX38" fmla="*/ 122048 w 129477"/>
                <a:gd name="connsiteY38" fmla="*/ 116827 h 136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9477" h="136617">
                  <a:moveTo>
                    <a:pt x="122048" y="116827"/>
                  </a:moveTo>
                  <a:lnTo>
                    <a:pt x="104795" y="122572"/>
                  </a:lnTo>
                  <a:lnTo>
                    <a:pt x="83069" y="51072"/>
                  </a:lnTo>
                  <a:cubicBezTo>
                    <a:pt x="83069" y="51072"/>
                    <a:pt x="83069" y="51072"/>
                    <a:pt x="83069" y="51072"/>
                  </a:cubicBezTo>
                  <a:cubicBezTo>
                    <a:pt x="83069" y="50433"/>
                    <a:pt x="82430" y="50433"/>
                    <a:pt x="82430" y="49795"/>
                  </a:cubicBezTo>
                  <a:cubicBezTo>
                    <a:pt x="82430" y="49157"/>
                    <a:pt x="81792" y="49157"/>
                    <a:pt x="81792" y="48518"/>
                  </a:cubicBezTo>
                  <a:cubicBezTo>
                    <a:pt x="81792" y="48518"/>
                    <a:pt x="81153" y="47880"/>
                    <a:pt x="81153" y="47880"/>
                  </a:cubicBezTo>
                  <a:cubicBezTo>
                    <a:pt x="80514" y="47880"/>
                    <a:pt x="80514" y="47241"/>
                    <a:pt x="79874" y="47241"/>
                  </a:cubicBezTo>
                  <a:cubicBezTo>
                    <a:pt x="79235" y="47241"/>
                    <a:pt x="79235" y="47241"/>
                    <a:pt x="78597" y="46603"/>
                  </a:cubicBezTo>
                  <a:cubicBezTo>
                    <a:pt x="77958" y="46603"/>
                    <a:pt x="77958" y="46603"/>
                    <a:pt x="77319" y="46603"/>
                  </a:cubicBezTo>
                  <a:cubicBezTo>
                    <a:pt x="77319" y="46603"/>
                    <a:pt x="77319" y="46603"/>
                    <a:pt x="76679" y="46603"/>
                  </a:cubicBezTo>
                  <a:lnTo>
                    <a:pt x="12780" y="46603"/>
                  </a:lnTo>
                  <a:lnTo>
                    <a:pt x="12780" y="28089"/>
                  </a:lnTo>
                  <a:lnTo>
                    <a:pt x="76679" y="28089"/>
                  </a:lnTo>
                  <a:cubicBezTo>
                    <a:pt x="80514" y="28089"/>
                    <a:pt x="83069" y="25536"/>
                    <a:pt x="83069" y="21706"/>
                  </a:cubicBezTo>
                  <a:cubicBezTo>
                    <a:pt x="83069" y="17875"/>
                    <a:pt x="80514" y="15322"/>
                    <a:pt x="76679" y="15322"/>
                  </a:cubicBezTo>
                  <a:lnTo>
                    <a:pt x="12780" y="15322"/>
                  </a:lnTo>
                  <a:lnTo>
                    <a:pt x="12780" y="6384"/>
                  </a:lnTo>
                  <a:cubicBezTo>
                    <a:pt x="12780" y="2554"/>
                    <a:pt x="10225" y="0"/>
                    <a:pt x="6390" y="0"/>
                  </a:cubicBezTo>
                  <a:cubicBezTo>
                    <a:pt x="2556" y="0"/>
                    <a:pt x="0" y="2554"/>
                    <a:pt x="0" y="6384"/>
                  </a:cubicBezTo>
                  <a:lnTo>
                    <a:pt x="0" y="52987"/>
                  </a:lnTo>
                  <a:cubicBezTo>
                    <a:pt x="0" y="56817"/>
                    <a:pt x="2556" y="59371"/>
                    <a:pt x="6390" y="59371"/>
                  </a:cubicBezTo>
                  <a:lnTo>
                    <a:pt x="71568" y="59371"/>
                  </a:lnTo>
                  <a:lnTo>
                    <a:pt x="93294" y="132787"/>
                  </a:lnTo>
                  <a:cubicBezTo>
                    <a:pt x="93294" y="132787"/>
                    <a:pt x="93294" y="132787"/>
                    <a:pt x="93294" y="132787"/>
                  </a:cubicBezTo>
                  <a:cubicBezTo>
                    <a:pt x="93294" y="132787"/>
                    <a:pt x="93294" y="132787"/>
                    <a:pt x="93294" y="132787"/>
                  </a:cubicBezTo>
                  <a:cubicBezTo>
                    <a:pt x="93294" y="133425"/>
                    <a:pt x="93294" y="133425"/>
                    <a:pt x="93933" y="133425"/>
                  </a:cubicBezTo>
                  <a:cubicBezTo>
                    <a:pt x="93933" y="133425"/>
                    <a:pt x="93933" y="134064"/>
                    <a:pt x="94571" y="134064"/>
                  </a:cubicBezTo>
                  <a:cubicBezTo>
                    <a:pt x="94571" y="134064"/>
                    <a:pt x="95210" y="134702"/>
                    <a:pt x="95210" y="134702"/>
                  </a:cubicBezTo>
                  <a:cubicBezTo>
                    <a:pt x="95210" y="134702"/>
                    <a:pt x="95849" y="135340"/>
                    <a:pt x="95849" y="135340"/>
                  </a:cubicBezTo>
                  <a:cubicBezTo>
                    <a:pt x="96489" y="135340"/>
                    <a:pt x="96489" y="135979"/>
                    <a:pt x="97128" y="135979"/>
                  </a:cubicBezTo>
                  <a:cubicBezTo>
                    <a:pt x="97128" y="135979"/>
                    <a:pt x="97766" y="135979"/>
                    <a:pt x="97766" y="136617"/>
                  </a:cubicBezTo>
                  <a:cubicBezTo>
                    <a:pt x="98405" y="136617"/>
                    <a:pt x="99044" y="136617"/>
                    <a:pt x="99684" y="136617"/>
                  </a:cubicBezTo>
                  <a:cubicBezTo>
                    <a:pt x="100322" y="136617"/>
                    <a:pt x="100961" y="136617"/>
                    <a:pt x="101600" y="136617"/>
                  </a:cubicBezTo>
                  <a:cubicBezTo>
                    <a:pt x="101600" y="136617"/>
                    <a:pt x="101600" y="136617"/>
                    <a:pt x="101600" y="136617"/>
                  </a:cubicBezTo>
                  <a:cubicBezTo>
                    <a:pt x="101600" y="136617"/>
                    <a:pt x="101600" y="136617"/>
                    <a:pt x="101600" y="136617"/>
                  </a:cubicBezTo>
                  <a:lnTo>
                    <a:pt x="125243" y="128956"/>
                  </a:lnTo>
                  <a:cubicBezTo>
                    <a:pt x="128438" y="127680"/>
                    <a:pt x="130355" y="124488"/>
                    <a:pt x="129077" y="120657"/>
                  </a:cubicBezTo>
                  <a:cubicBezTo>
                    <a:pt x="129077" y="117465"/>
                    <a:pt x="125243" y="115550"/>
                    <a:pt x="122048" y="116827"/>
                  </a:cubicBezTo>
                </a:path>
              </a:pathLst>
            </a:custGeom>
            <a:solidFill>
              <a:srgbClr val="0076A8"/>
            </a:solidFill>
            <a:ln w="6390" cap="flat">
              <a:noFill/>
              <a:prstDash val="solid"/>
              <a:miter/>
            </a:ln>
          </p:spPr>
          <p:txBody>
            <a:bodyPr rtlCol="0" anchor="ctr"/>
            <a:lstStyle/>
            <a:p>
              <a:endParaRPr lang="en-US"/>
            </a:p>
          </p:txBody>
        </p:sp>
        <p:sp>
          <p:nvSpPr>
            <p:cNvPr id="930" name="Graphic 4">
              <a:extLst>
                <a:ext uri="{FF2B5EF4-FFF2-40B4-BE49-F238E27FC236}">
                  <a16:creationId xmlns:a16="http://schemas.microsoft.com/office/drawing/2014/main" id="{0442D430-3B2C-0D4B-87D3-DCDA7DA69F65}"/>
                </a:ext>
              </a:extLst>
            </p:cNvPr>
            <p:cNvSpPr/>
            <p:nvPr/>
          </p:nvSpPr>
          <p:spPr>
            <a:xfrm>
              <a:off x="10018782" y="1962598"/>
              <a:ext cx="43451" cy="43411"/>
            </a:xfrm>
            <a:custGeom>
              <a:avLst/>
              <a:gdLst>
                <a:gd name="connsiteX0" fmla="*/ 21726 w 43451"/>
                <a:gd name="connsiteY0" fmla="*/ 12768 h 43411"/>
                <a:gd name="connsiteX1" fmla="*/ 30671 w 43451"/>
                <a:gd name="connsiteY1" fmla="*/ 21706 h 43411"/>
                <a:gd name="connsiteX2" fmla="*/ 21726 w 43451"/>
                <a:gd name="connsiteY2" fmla="*/ 30643 h 43411"/>
                <a:gd name="connsiteX3" fmla="*/ 12780 w 43451"/>
                <a:gd name="connsiteY3" fmla="*/ 21706 h 43411"/>
                <a:gd name="connsiteX4" fmla="*/ 21726 w 43451"/>
                <a:gd name="connsiteY4" fmla="*/ 12768 h 43411"/>
                <a:gd name="connsiteX5" fmla="*/ 21726 w 43451"/>
                <a:gd name="connsiteY5" fmla="*/ 43411 h 43411"/>
                <a:gd name="connsiteX6" fmla="*/ 43451 w 43451"/>
                <a:gd name="connsiteY6" fmla="*/ 21706 h 43411"/>
                <a:gd name="connsiteX7" fmla="*/ 21726 w 43451"/>
                <a:gd name="connsiteY7" fmla="*/ 0 h 43411"/>
                <a:gd name="connsiteX8" fmla="*/ 0 w 43451"/>
                <a:gd name="connsiteY8" fmla="*/ 21706 h 43411"/>
                <a:gd name="connsiteX9" fmla="*/ 21726 w 43451"/>
                <a:gd name="connsiteY9" fmla="*/ 43411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451" h="43411">
                  <a:moveTo>
                    <a:pt x="21726" y="12768"/>
                  </a:moveTo>
                  <a:cubicBezTo>
                    <a:pt x="26837" y="12768"/>
                    <a:pt x="30671" y="16598"/>
                    <a:pt x="30671" y="21706"/>
                  </a:cubicBezTo>
                  <a:cubicBezTo>
                    <a:pt x="30671" y="26813"/>
                    <a:pt x="26837" y="30643"/>
                    <a:pt x="21726" y="30643"/>
                  </a:cubicBezTo>
                  <a:cubicBezTo>
                    <a:pt x="16614" y="30643"/>
                    <a:pt x="12780" y="26813"/>
                    <a:pt x="12780" y="21706"/>
                  </a:cubicBezTo>
                  <a:cubicBezTo>
                    <a:pt x="12780" y="16598"/>
                    <a:pt x="16614" y="12768"/>
                    <a:pt x="21726" y="12768"/>
                  </a:cubicBezTo>
                  <a:moveTo>
                    <a:pt x="21726" y="43411"/>
                  </a:moveTo>
                  <a:cubicBezTo>
                    <a:pt x="33866" y="43411"/>
                    <a:pt x="43451" y="33835"/>
                    <a:pt x="43451" y="21706"/>
                  </a:cubicBezTo>
                  <a:cubicBezTo>
                    <a:pt x="43451" y="9576"/>
                    <a:pt x="33866" y="0"/>
                    <a:pt x="21726" y="0"/>
                  </a:cubicBezTo>
                  <a:cubicBezTo>
                    <a:pt x="9585" y="0"/>
                    <a:pt x="0" y="9576"/>
                    <a:pt x="0" y="21706"/>
                  </a:cubicBezTo>
                  <a:cubicBezTo>
                    <a:pt x="0" y="33835"/>
                    <a:pt x="9585" y="43411"/>
                    <a:pt x="21726" y="43411"/>
                  </a:cubicBezTo>
                </a:path>
              </a:pathLst>
            </a:custGeom>
            <a:solidFill>
              <a:srgbClr val="0076A8"/>
            </a:solidFill>
            <a:ln w="6390" cap="flat">
              <a:noFill/>
              <a:prstDash val="solid"/>
              <a:miter/>
            </a:ln>
          </p:spPr>
          <p:txBody>
            <a:bodyPr rtlCol="0" anchor="ctr"/>
            <a:lstStyle/>
            <a:p>
              <a:endParaRPr lang="en-US"/>
            </a:p>
          </p:txBody>
        </p:sp>
      </p:grpSp>
      <p:grpSp>
        <p:nvGrpSpPr>
          <p:cNvPr id="931" name="Graphic 4">
            <a:extLst>
              <a:ext uri="{FF2B5EF4-FFF2-40B4-BE49-F238E27FC236}">
                <a16:creationId xmlns:a16="http://schemas.microsoft.com/office/drawing/2014/main" id="{C329C8B7-0995-3B4F-9652-834B2C64EB0A}"/>
              </a:ext>
            </a:extLst>
          </p:cNvPr>
          <p:cNvGrpSpPr/>
          <p:nvPr/>
        </p:nvGrpSpPr>
        <p:grpSpPr>
          <a:xfrm>
            <a:off x="7802113" y="2855717"/>
            <a:ext cx="361670" cy="361333"/>
            <a:chOff x="7802113" y="2855717"/>
            <a:chExt cx="361670" cy="361333"/>
          </a:xfrm>
          <a:solidFill>
            <a:srgbClr val="0076A8"/>
          </a:solidFill>
        </p:grpSpPr>
        <p:sp>
          <p:nvSpPr>
            <p:cNvPr id="932" name="Graphic 4">
              <a:extLst>
                <a:ext uri="{FF2B5EF4-FFF2-40B4-BE49-F238E27FC236}">
                  <a16:creationId xmlns:a16="http://schemas.microsoft.com/office/drawing/2014/main" id="{21727B4B-F561-5E48-AB74-48541F6A4AB5}"/>
                </a:ext>
              </a:extLst>
            </p:cNvPr>
            <p:cNvSpPr/>
            <p:nvPr/>
          </p:nvSpPr>
          <p:spPr>
            <a:xfrm>
              <a:off x="7802113" y="2855717"/>
              <a:ext cx="361670" cy="361333"/>
            </a:xfrm>
            <a:custGeom>
              <a:avLst/>
              <a:gdLst>
                <a:gd name="connsiteX0" fmla="*/ 180836 w 361670"/>
                <a:gd name="connsiteY0" fmla="*/ 349204 h 361333"/>
                <a:gd name="connsiteX1" fmla="*/ 12780 w 361670"/>
                <a:gd name="connsiteY1" fmla="*/ 181305 h 361333"/>
                <a:gd name="connsiteX2" fmla="*/ 180836 w 361670"/>
                <a:gd name="connsiteY2" fmla="*/ 13406 h 361333"/>
                <a:gd name="connsiteX3" fmla="*/ 348890 w 361670"/>
                <a:gd name="connsiteY3" fmla="*/ 181305 h 361333"/>
                <a:gd name="connsiteX4" fmla="*/ 180836 w 361670"/>
                <a:gd name="connsiteY4" fmla="*/ 349204 h 361333"/>
                <a:gd name="connsiteX5" fmla="*/ 180836 w 361670"/>
                <a:gd name="connsiteY5" fmla="*/ 0 h 361333"/>
                <a:gd name="connsiteX6" fmla="*/ 0 w 361670"/>
                <a:gd name="connsiteY6" fmla="*/ 180667 h 361333"/>
                <a:gd name="connsiteX7" fmla="*/ 180836 w 361670"/>
                <a:gd name="connsiteY7" fmla="*/ 361333 h 361333"/>
                <a:gd name="connsiteX8" fmla="*/ 361670 w 361670"/>
                <a:gd name="connsiteY8" fmla="*/ 180667 h 361333"/>
                <a:gd name="connsiteX9" fmla="*/ 180836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234"/>
                    <a:pt x="273490" y="349204"/>
                    <a:pt x="180836" y="349204"/>
                  </a:cubicBezTo>
                  <a:moveTo>
                    <a:pt x="180836" y="0"/>
                  </a:moveTo>
                  <a:cubicBezTo>
                    <a:pt x="80513" y="0"/>
                    <a:pt x="0" y="81076"/>
                    <a:pt x="0" y="180667"/>
                  </a:cubicBezTo>
                  <a:cubicBezTo>
                    <a:pt x="0" y="280895"/>
                    <a:pt x="81152" y="361333"/>
                    <a:pt x="180836" y="361333"/>
                  </a:cubicBezTo>
                  <a:cubicBezTo>
                    <a:pt x="281157" y="361333"/>
                    <a:pt x="361670" y="280257"/>
                    <a:pt x="361670" y="180667"/>
                  </a:cubicBezTo>
                  <a:cubicBezTo>
                    <a:pt x="361670" y="80438"/>
                    <a:pt x="280518" y="0"/>
                    <a:pt x="180836" y="0"/>
                  </a:cubicBezTo>
                </a:path>
              </a:pathLst>
            </a:custGeom>
            <a:solidFill>
              <a:srgbClr val="0076A8"/>
            </a:solidFill>
            <a:ln w="6390" cap="flat">
              <a:noFill/>
              <a:prstDash val="solid"/>
              <a:miter/>
            </a:ln>
          </p:spPr>
          <p:txBody>
            <a:bodyPr rtlCol="0" anchor="ctr"/>
            <a:lstStyle/>
            <a:p>
              <a:endParaRPr lang="en-US"/>
            </a:p>
          </p:txBody>
        </p:sp>
        <p:sp>
          <p:nvSpPr>
            <p:cNvPr id="933" name="Graphic 4">
              <a:extLst>
                <a:ext uri="{FF2B5EF4-FFF2-40B4-BE49-F238E27FC236}">
                  <a16:creationId xmlns:a16="http://schemas.microsoft.com/office/drawing/2014/main" id="{F174126F-D84B-E249-A131-CEFD2CB19DA5}"/>
                </a:ext>
              </a:extLst>
            </p:cNvPr>
            <p:cNvSpPr/>
            <p:nvPr/>
          </p:nvSpPr>
          <p:spPr>
            <a:xfrm>
              <a:off x="7847383" y="2954510"/>
              <a:ext cx="269875" cy="162951"/>
            </a:xfrm>
            <a:custGeom>
              <a:avLst/>
              <a:gdLst>
                <a:gd name="connsiteX0" fmla="*/ 219913 w 269875"/>
                <a:gd name="connsiteY0" fmla="*/ 134223 h 162951"/>
                <a:gd name="connsiteX1" fmla="*/ 168154 w 269875"/>
                <a:gd name="connsiteY1" fmla="*/ 150821 h 162951"/>
                <a:gd name="connsiteX2" fmla="*/ 209050 w 269875"/>
                <a:gd name="connsiteY2" fmla="*/ 115710 h 162951"/>
                <a:gd name="connsiteX3" fmla="*/ 220551 w 269875"/>
                <a:gd name="connsiteY3" fmla="*/ 74852 h 162951"/>
                <a:gd name="connsiteX4" fmla="*/ 256335 w 269875"/>
                <a:gd name="connsiteY4" fmla="*/ 77406 h 162951"/>
                <a:gd name="connsiteX5" fmla="*/ 219913 w 269875"/>
                <a:gd name="connsiteY5" fmla="*/ 134223 h 162951"/>
                <a:gd name="connsiteX6" fmla="*/ 14796 w 269875"/>
                <a:gd name="connsiteY6" fmla="*/ 77406 h 162951"/>
                <a:gd name="connsiteX7" fmla="*/ 48662 w 269875"/>
                <a:gd name="connsiteY7" fmla="*/ 74852 h 162951"/>
                <a:gd name="connsiteX8" fmla="*/ 60164 w 269875"/>
                <a:gd name="connsiteY8" fmla="*/ 115071 h 162951"/>
                <a:gd name="connsiteX9" fmla="*/ 101699 w 269875"/>
                <a:gd name="connsiteY9" fmla="*/ 150183 h 162951"/>
                <a:gd name="connsiteX10" fmla="*/ 51218 w 269875"/>
                <a:gd name="connsiteY10" fmla="*/ 133585 h 162951"/>
                <a:gd name="connsiteX11" fmla="*/ 14796 w 269875"/>
                <a:gd name="connsiteY11" fmla="*/ 77406 h 162951"/>
                <a:gd name="connsiteX12" fmla="*/ 64637 w 269875"/>
                <a:gd name="connsiteY12" fmla="*/ 40379 h 162951"/>
                <a:gd name="connsiteX13" fmla="*/ 97226 w 269875"/>
                <a:gd name="connsiteY13" fmla="*/ 53785 h 162951"/>
                <a:gd name="connsiteX14" fmla="*/ 92753 w 269875"/>
                <a:gd name="connsiteY14" fmla="*/ 80598 h 162951"/>
                <a:gd name="connsiteX15" fmla="*/ 115756 w 269875"/>
                <a:gd name="connsiteY15" fmla="*/ 142522 h 162951"/>
                <a:gd name="connsiteX16" fmla="*/ 70388 w 269875"/>
                <a:gd name="connsiteY16" fmla="*/ 108687 h 162951"/>
                <a:gd name="connsiteX17" fmla="*/ 64637 w 269875"/>
                <a:gd name="connsiteY17" fmla="*/ 40379 h 162951"/>
                <a:gd name="connsiteX18" fmla="*/ 138761 w 269875"/>
                <a:gd name="connsiteY18" fmla="*/ 14843 h 162951"/>
                <a:gd name="connsiteX19" fmla="*/ 168793 w 269875"/>
                <a:gd name="connsiteY19" fmla="*/ 81236 h 162951"/>
                <a:gd name="connsiteX20" fmla="*/ 134926 w 269875"/>
                <a:gd name="connsiteY20" fmla="*/ 145076 h 162951"/>
                <a:gd name="connsiteX21" fmla="*/ 106171 w 269875"/>
                <a:gd name="connsiteY21" fmla="*/ 80598 h 162951"/>
                <a:gd name="connsiteX22" fmla="*/ 138761 w 269875"/>
                <a:gd name="connsiteY22" fmla="*/ 14843 h 162951"/>
                <a:gd name="connsiteX23" fmla="*/ 203938 w 269875"/>
                <a:gd name="connsiteY23" fmla="*/ 40379 h 162951"/>
                <a:gd name="connsiteX24" fmla="*/ 198187 w 269875"/>
                <a:gd name="connsiteY24" fmla="*/ 108687 h 162951"/>
                <a:gd name="connsiteX25" fmla="*/ 156013 w 269875"/>
                <a:gd name="connsiteY25" fmla="*/ 141246 h 162951"/>
                <a:gd name="connsiteX26" fmla="*/ 181573 w 269875"/>
                <a:gd name="connsiteY26" fmla="*/ 80598 h 162951"/>
                <a:gd name="connsiteX27" fmla="*/ 176461 w 269875"/>
                <a:gd name="connsiteY27" fmla="*/ 49955 h 162951"/>
                <a:gd name="connsiteX28" fmla="*/ 203938 w 269875"/>
                <a:gd name="connsiteY28" fmla="*/ 40379 h 162951"/>
                <a:gd name="connsiteX29" fmla="*/ 264642 w 269875"/>
                <a:gd name="connsiteY29" fmla="*/ 65915 h 162951"/>
                <a:gd name="connsiteX30" fmla="*/ 219913 w 269875"/>
                <a:gd name="connsiteY30" fmla="*/ 62084 h 162951"/>
                <a:gd name="connsiteX31" fmla="*/ 214161 w 269875"/>
                <a:gd name="connsiteY31" fmla="*/ 30803 h 162951"/>
                <a:gd name="connsiteX32" fmla="*/ 206494 w 269875"/>
                <a:gd name="connsiteY32" fmla="*/ 26972 h 162951"/>
                <a:gd name="connsiteX33" fmla="*/ 170710 w 269875"/>
                <a:gd name="connsiteY33" fmla="*/ 39102 h 162951"/>
                <a:gd name="connsiteX34" fmla="*/ 142594 w 269875"/>
                <a:gd name="connsiteY34" fmla="*/ 1436 h 162951"/>
                <a:gd name="connsiteX35" fmla="*/ 134287 w 269875"/>
                <a:gd name="connsiteY35" fmla="*/ 1436 h 162951"/>
                <a:gd name="connsiteX36" fmla="*/ 102338 w 269875"/>
                <a:gd name="connsiteY36" fmla="*/ 41656 h 162951"/>
                <a:gd name="connsiteX37" fmla="*/ 61442 w 269875"/>
                <a:gd name="connsiteY37" fmla="*/ 26334 h 162951"/>
                <a:gd name="connsiteX38" fmla="*/ 53774 w 269875"/>
                <a:gd name="connsiteY38" fmla="*/ 30164 h 162951"/>
                <a:gd name="connsiteX39" fmla="*/ 48023 w 269875"/>
                <a:gd name="connsiteY39" fmla="*/ 61446 h 162951"/>
                <a:gd name="connsiteX40" fmla="*/ 5211 w 269875"/>
                <a:gd name="connsiteY40" fmla="*/ 65276 h 162951"/>
                <a:gd name="connsiteX41" fmla="*/ 99 w 269875"/>
                <a:gd name="connsiteY41" fmla="*/ 72299 h 162951"/>
                <a:gd name="connsiteX42" fmla="*/ 42272 w 269875"/>
                <a:gd name="connsiteY42" fmla="*/ 143799 h 162951"/>
                <a:gd name="connsiteX43" fmla="*/ 106171 w 269875"/>
                <a:gd name="connsiteY43" fmla="*/ 162951 h 162951"/>
                <a:gd name="connsiteX44" fmla="*/ 134926 w 269875"/>
                <a:gd name="connsiteY44" fmla="*/ 160397 h 162951"/>
                <a:gd name="connsiteX45" fmla="*/ 135566 w 269875"/>
                <a:gd name="connsiteY45" fmla="*/ 160397 h 162951"/>
                <a:gd name="connsiteX46" fmla="*/ 135566 w 269875"/>
                <a:gd name="connsiteY46" fmla="*/ 160397 h 162951"/>
                <a:gd name="connsiteX47" fmla="*/ 163681 w 269875"/>
                <a:gd name="connsiteY47" fmla="*/ 162951 h 162951"/>
                <a:gd name="connsiteX48" fmla="*/ 227580 w 269875"/>
                <a:gd name="connsiteY48" fmla="*/ 143799 h 162951"/>
                <a:gd name="connsiteX49" fmla="*/ 269754 w 269875"/>
                <a:gd name="connsiteY49" fmla="*/ 72299 h 162951"/>
                <a:gd name="connsiteX50" fmla="*/ 264642 w 269875"/>
                <a:gd name="connsiteY50" fmla="*/ 65915 h 162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69875" h="162951">
                  <a:moveTo>
                    <a:pt x="219913" y="134223"/>
                  </a:moveTo>
                  <a:cubicBezTo>
                    <a:pt x="205855" y="144438"/>
                    <a:pt x="188602" y="150183"/>
                    <a:pt x="168154" y="150821"/>
                  </a:cubicBezTo>
                  <a:cubicBezTo>
                    <a:pt x="186685" y="142522"/>
                    <a:pt x="200104" y="131031"/>
                    <a:pt x="209050" y="115710"/>
                  </a:cubicBezTo>
                  <a:cubicBezTo>
                    <a:pt x="216718" y="102303"/>
                    <a:pt x="219913" y="88259"/>
                    <a:pt x="220551" y="74852"/>
                  </a:cubicBezTo>
                  <a:cubicBezTo>
                    <a:pt x="231415" y="74214"/>
                    <a:pt x="242916" y="74852"/>
                    <a:pt x="256335" y="77406"/>
                  </a:cubicBezTo>
                  <a:cubicBezTo>
                    <a:pt x="253140" y="89535"/>
                    <a:pt x="244195" y="116348"/>
                    <a:pt x="219913" y="134223"/>
                  </a:cubicBezTo>
                  <a:moveTo>
                    <a:pt x="14796" y="77406"/>
                  </a:moveTo>
                  <a:cubicBezTo>
                    <a:pt x="26937" y="75491"/>
                    <a:pt x="38438" y="74852"/>
                    <a:pt x="48662" y="74852"/>
                  </a:cubicBezTo>
                  <a:cubicBezTo>
                    <a:pt x="49302" y="87620"/>
                    <a:pt x="52496" y="101665"/>
                    <a:pt x="60164" y="115071"/>
                  </a:cubicBezTo>
                  <a:cubicBezTo>
                    <a:pt x="69110" y="130393"/>
                    <a:pt x="83168" y="142522"/>
                    <a:pt x="101699" y="150183"/>
                  </a:cubicBezTo>
                  <a:cubicBezTo>
                    <a:pt x="81890" y="149545"/>
                    <a:pt x="65276" y="143799"/>
                    <a:pt x="51218" y="133585"/>
                  </a:cubicBezTo>
                  <a:cubicBezTo>
                    <a:pt x="26297" y="116986"/>
                    <a:pt x="17352" y="89535"/>
                    <a:pt x="14796" y="77406"/>
                  </a:cubicBezTo>
                  <a:moveTo>
                    <a:pt x="64637" y="40379"/>
                  </a:moveTo>
                  <a:cubicBezTo>
                    <a:pt x="78695" y="43571"/>
                    <a:pt x="88919" y="48040"/>
                    <a:pt x="97226" y="53785"/>
                  </a:cubicBezTo>
                  <a:cubicBezTo>
                    <a:pt x="94670" y="62723"/>
                    <a:pt x="92753" y="71022"/>
                    <a:pt x="92753" y="80598"/>
                  </a:cubicBezTo>
                  <a:cubicBezTo>
                    <a:pt x="92753" y="106772"/>
                    <a:pt x="104894" y="129116"/>
                    <a:pt x="115756" y="142522"/>
                  </a:cubicBezTo>
                  <a:cubicBezTo>
                    <a:pt x="94670" y="135500"/>
                    <a:pt x="79334" y="124647"/>
                    <a:pt x="70388" y="108687"/>
                  </a:cubicBezTo>
                  <a:cubicBezTo>
                    <a:pt x="56330" y="83790"/>
                    <a:pt x="61442" y="53147"/>
                    <a:pt x="64637" y="40379"/>
                  </a:cubicBezTo>
                  <a:moveTo>
                    <a:pt x="138761" y="14843"/>
                  </a:moveTo>
                  <a:cubicBezTo>
                    <a:pt x="147706" y="24419"/>
                    <a:pt x="169432" y="49955"/>
                    <a:pt x="168793" y="81236"/>
                  </a:cubicBezTo>
                  <a:cubicBezTo>
                    <a:pt x="168154" y="103580"/>
                    <a:pt x="157291" y="125286"/>
                    <a:pt x="134926" y="145076"/>
                  </a:cubicBezTo>
                  <a:cubicBezTo>
                    <a:pt x="125981" y="136138"/>
                    <a:pt x="106171" y="111241"/>
                    <a:pt x="106171" y="80598"/>
                  </a:cubicBezTo>
                  <a:cubicBezTo>
                    <a:pt x="106171" y="57616"/>
                    <a:pt x="117035" y="35910"/>
                    <a:pt x="138761" y="14843"/>
                  </a:cubicBezTo>
                  <a:moveTo>
                    <a:pt x="203938" y="40379"/>
                  </a:moveTo>
                  <a:cubicBezTo>
                    <a:pt x="207133" y="52508"/>
                    <a:pt x="212884" y="83151"/>
                    <a:pt x="198187" y="108687"/>
                  </a:cubicBezTo>
                  <a:cubicBezTo>
                    <a:pt x="189880" y="123370"/>
                    <a:pt x="175183" y="134223"/>
                    <a:pt x="156013" y="141246"/>
                  </a:cubicBezTo>
                  <a:cubicBezTo>
                    <a:pt x="172627" y="122094"/>
                    <a:pt x="181573" y="102303"/>
                    <a:pt x="181573" y="80598"/>
                  </a:cubicBezTo>
                  <a:cubicBezTo>
                    <a:pt x="181573" y="69745"/>
                    <a:pt x="179656" y="59531"/>
                    <a:pt x="176461" y="49955"/>
                  </a:cubicBezTo>
                  <a:cubicBezTo>
                    <a:pt x="184129" y="46763"/>
                    <a:pt x="192435" y="43571"/>
                    <a:pt x="203938" y="40379"/>
                  </a:cubicBezTo>
                  <a:moveTo>
                    <a:pt x="264642" y="65915"/>
                  </a:moveTo>
                  <a:cubicBezTo>
                    <a:pt x="248667" y="62723"/>
                    <a:pt x="233970" y="61446"/>
                    <a:pt x="219913" y="62084"/>
                  </a:cubicBezTo>
                  <a:cubicBezTo>
                    <a:pt x="218635" y="44848"/>
                    <a:pt x="214161" y="32080"/>
                    <a:pt x="214161" y="30803"/>
                  </a:cubicBezTo>
                  <a:cubicBezTo>
                    <a:pt x="212884" y="27611"/>
                    <a:pt x="209689" y="26334"/>
                    <a:pt x="206494" y="26972"/>
                  </a:cubicBezTo>
                  <a:cubicBezTo>
                    <a:pt x="191158" y="30164"/>
                    <a:pt x="180295" y="33995"/>
                    <a:pt x="170710" y="39102"/>
                  </a:cubicBezTo>
                  <a:cubicBezTo>
                    <a:pt x="159847" y="16758"/>
                    <a:pt x="143233" y="2075"/>
                    <a:pt x="142594" y="1436"/>
                  </a:cubicBezTo>
                  <a:cubicBezTo>
                    <a:pt x="140038" y="-479"/>
                    <a:pt x="136843" y="-479"/>
                    <a:pt x="134287" y="1436"/>
                  </a:cubicBezTo>
                  <a:cubicBezTo>
                    <a:pt x="119591" y="14204"/>
                    <a:pt x="108727" y="27611"/>
                    <a:pt x="102338" y="41656"/>
                  </a:cubicBezTo>
                  <a:cubicBezTo>
                    <a:pt x="91475" y="34633"/>
                    <a:pt x="79334" y="30164"/>
                    <a:pt x="61442" y="26334"/>
                  </a:cubicBezTo>
                  <a:cubicBezTo>
                    <a:pt x="58247" y="25696"/>
                    <a:pt x="55052" y="27611"/>
                    <a:pt x="53774" y="30164"/>
                  </a:cubicBezTo>
                  <a:cubicBezTo>
                    <a:pt x="53135" y="31441"/>
                    <a:pt x="48662" y="44209"/>
                    <a:pt x="48023" y="61446"/>
                  </a:cubicBezTo>
                  <a:cubicBezTo>
                    <a:pt x="35243" y="60807"/>
                    <a:pt x="20547" y="62084"/>
                    <a:pt x="5211" y="65276"/>
                  </a:cubicBezTo>
                  <a:cubicBezTo>
                    <a:pt x="2016" y="65915"/>
                    <a:pt x="-540" y="69107"/>
                    <a:pt x="99" y="72299"/>
                  </a:cubicBezTo>
                  <a:cubicBezTo>
                    <a:pt x="99" y="74214"/>
                    <a:pt x="6488" y="117625"/>
                    <a:pt x="42272" y="143799"/>
                  </a:cubicBezTo>
                  <a:cubicBezTo>
                    <a:pt x="59525" y="156567"/>
                    <a:pt x="81251" y="162951"/>
                    <a:pt x="106171" y="162951"/>
                  </a:cubicBezTo>
                  <a:cubicBezTo>
                    <a:pt x="115117" y="162951"/>
                    <a:pt x="124702" y="162313"/>
                    <a:pt x="134926" y="160397"/>
                  </a:cubicBezTo>
                  <a:cubicBezTo>
                    <a:pt x="134926" y="160397"/>
                    <a:pt x="135566" y="160397"/>
                    <a:pt x="135566" y="160397"/>
                  </a:cubicBezTo>
                  <a:cubicBezTo>
                    <a:pt x="135566" y="160397"/>
                    <a:pt x="135566" y="160397"/>
                    <a:pt x="135566" y="160397"/>
                  </a:cubicBezTo>
                  <a:cubicBezTo>
                    <a:pt x="145789" y="162313"/>
                    <a:pt x="154735" y="162951"/>
                    <a:pt x="163681" y="162951"/>
                  </a:cubicBezTo>
                  <a:cubicBezTo>
                    <a:pt x="188602" y="162951"/>
                    <a:pt x="209689" y="156567"/>
                    <a:pt x="227580" y="143799"/>
                  </a:cubicBezTo>
                  <a:cubicBezTo>
                    <a:pt x="263364" y="117625"/>
                    <a:pt x="269754" y="74214"/>
                    <a:pt x="269754" y="72299"/>
                  </a:cubicBezTo>
                  <a:cubicBezTo>
                    <a:pt x="270393" y="69745"/>
                    <a:pt x="268476" y="66553"/>
                    <a:pt x="264642" y="65915"/>
                  </a:cubicBezTo>
                </a:path>
              </a:pathLst>
            </a:custGeom>
            <a:solidFill>
              <a:srgbClr val="0076A8"/>
            </a:solidFill>
            <a:ln w="6390" cap="flat">
              <a:noFill/>
              <a:prstDash val="solid"/>
              <a:miter/>
            </a:ln>
          </p:spPr>
          <p:txBody>
            <a:bodyPr rtlCol="0" anchor="ctr"/>
            <a:lstStyle/>
            <a:p>
              <a:endParaRPr lang="en-US"/>
            </a:p>
          </p:txBody>
        </p:sp>
      </p:grpSp>
      <p:grpSp>
        <p:nvGrpSpPr>
          <p:cNvPr id="934" name="Graphic 4">
            <a:extLst>
              <a:ext uri="{FF2B5EF4-FFF2-40B4-BE49-F238E27FC236}">
                <a16:creationId xmlns:a16="http://schemas.microsoft.com/office/drawing/2014/main" id="{F2D7C85C-9608-1742-92AC-6A0BCF50B9FC}"/>
              </a:ext>
            </a:extLst>
          </p:cNvPr>
          <p:cNvGrpSpPr/>
          <p:nvPr/>
        </p:nvGrpSpPr>
        <p:grpSpPr>
          <a:xfrm>
            <a:off x="10324860" y="918179"/>
            <a:ext cx="361674" cy="361333"/>
            <a:chOff x="10324860" y="918179"/>
            <a:chExt cx="361674" cy="361333"/>
          </a:xfrm>
          <a:solidFill>
            <a:srgbClr val="0076A8"/>
          </a:solidFill>
        </p:grpSpPr>
        <p:sp>
          <p:nvSpPr>
            <p:cNvPr id="935" name="Graphic 4">
              <a:extLst>
                <a:ext uri="{FF2B5EF4-FFF2-40B4-BE49-F238E27FC236}">
                  <a16:creationId xmlns:a16="http://schemas.microsoft.com/office/drawing/2014/main" id="{D687A5B4-D80D-2D43-9921-67D83E504A6C}"/>
                </a:ext>
              </a:extLst>
            </p:cNvPr>
            <p:cNvSpPr/>
            <p:nvPr/>
          </p:nvSpPr>
          <p:spPr>
            <a:xfrm>
              <a:off x="10427738" y="1155025"/>
              <a:ext cx="17891" cy="17875"/>
            </a:xfrm>
            <a:custGeom>
              <a:avLst/>
              <a:gdLst>
                <a:gd name="connsiteX0" fmla="*/ 8946 w 17891"/>
                <a:gd name="connsiteY0" fmla="*/ 0 h 17875"/>
                <a:gd name="connsiteX1" fmla="*/ 0 w 17891"/>
                <a:gd name="connsiteY1" fmla="*/ 8938 h 17875"/>
                <a:gd name="connsiteX2" fmla="*/ 8946 w 17891"/>
                <a:gd name="connsiteY2" fmla="*/ 17875 h 17875"/>
                <a:gd name="connsiteX3" fmla="*/ 17891 w 17891"/>
                <a:gd name="connsiteY3" fmla="*/ 8938 h 17875"/>
                <a:gd name="connsiteX4" fmla="*/ 8946 w 17891"/>
                <a:gd name="connsiteY4" fmla="*/ 0 h 17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91" h="17875">
                  <a:moveTo>
                    <a:pt x="8946" y="0"/>
                  </a:moveTo>
                  <a:cubicBezTo>
                    <a:pt x="3834" y="0"/>
                    <a:pt x="0" y="3830"/>
                    <a:pt x="0" y="8938"/>
                  </a:cubicBezTo>
                  <a:cubicBezTo>
                    <a:pt x="0" y="14045"/>
                    <a:pt x="3834" y="17875"/>
                    <a:pt x="8946" y="17875"/>
                  </a:cubicBezTo>
                  <a:cubicBezTo>
                    <a:pt x="14058" y="17875"/>
                    <a:pt x="17891" y="14045"/>
                    <a:pt x="17891" y="8938"/>
                  </a:cubicBezTo>
                  <a:cubicBezTo>
                    <a:pt x="17891" y="3830"/>
                    <a:pt x="14058" y="0"/>
                    <a:pt x="8946" y="0"/>
                  </a:cubicBezTo>
                </a:path>
              </a:pathLst>
            </a:custGeom>
            <a:solidFill>
              <a:srgbClr val="0076A8"/>
            </a:solidFill>
            <a:ln w="6390" cap="flat">
              <a:noFill/>
              <a:prstDash val="solid"/>
              <a:miter/>
            </a:ln>
          </p:spPr>
          <p:txBody>
            <a:bodyPr rtlCol="0" anchor="ctr"/>
            <a:lstStyle/>
            <a:p>
              <a:endParaRPr lang="en-US"/>
            </a:p>
          </p:txBody>
        </p:sp>
        <p:sp>
          <p:nvSpPr>
            <p:cNvPr id="936" name="Graphic 4">
              <a:extLst>
                <a:ext uri="{FF2B5EF4-FFF2-40B4-BE49-F238E27FC236}">
                  <a16:creationId xmlns:a16="http://schemas.microsoft.com/office/drawing/2014/main" id="{8E19110F-CF1F-9F46-A1CC-942371AA8EB0}"/>
                </a:ext>
              </a:extLst>
            </p:cNvPr>
            <p:cNvSpPr/>
            <p:nvPr/>
          </p:nvSpPr>
          <p:spPr>
            <a:xfrm>
              <a:off x="10404734" y="1047774"/>
              <a:ext cx="140578" cy="109804"/>
            </a:xfrm>
            <a:custGeom>
              <a:avLst/>
              <a:gdLst>
                <a:gd name="connsiteX0" fmla="*/ 47285 w 140578"/>
                <a:gd name="connsiteY0" fmla="*/ 40857 h 109804"/>
                <a:gd name="connsiteX1" fmla="*/ 63899 w 140578"/>
                <a:gd name="connsiteY1" fmla="*/ 40857 h 109804"/>
                <a:gd name="connsiteX2" fmla="*/ 63899 w 140578"/>
                <a:gd name="connsiteY2" fmla="*/ 24259 h 109804"/>
                <a:gd name="connsiteX3" fmla="*/ 70289 w 140578"/>
                <a:gd name="connsiteY3" fmla="*/ 17875 h 109804"/>
                <a:gd name="connsiteX4" fmla="*/ 76679 w 140578"/>
                <a:gd name="connsiteY4" fmla="*/ 24259 h 109804"/>
                <a:gd name="connsiteX5" fmla="*/ 76679 w 140578"/>
                <a:gd name="connsiteY5" fmla="*/ 40857 h 109804"/>
                <a:gd name="connsiteX6" fmla="*/ 93293 w 140578"/>
                <a:gd name="connsiteY6" fmla="*/ 40857 h 109804"/>
                <a:gd name="connsiteX7" fmla="*/ 99683 w 140578"/>
                <a:gd name="connsiteY7" fmla="*/ 47241 h 109804"/>
                <a:gd name="connsiteX8" fmla="*/ 93293 w 140578"/>
                <a:gd name="connsiteY8" fmla="*/ 53625 h 109804"/>
                <a:gd name="connsiteX9" fmla="*/ 76679 w 140578"/>
                <a:gd name="connsiteY9" fmla="*/ 53625 h 109804"/>
                <a:gd name="connsiteX10" fmla="*/ 76679 w 140578"/>
                <a:gd name="connsiteY10" fmla="*/ 70224 h 109804"/>
                <a:gd name="connsiteX11" fmla="*/ 70289 w 140578"/>
                <a:gd name="connsiteY11" fmla="*/ 76608 h 109804"/>
                <a:gd name="connsiteX12" fmla="*/ 63899 w 140578"/>
                <a:gd name="connsiteY12" fmla="*/ 70224 h 109804"/>
                <a:gd name="connsiteX13" fmla="*/ 63899 w 140578"/>
                <a:gd name="connsiteY13" fmla="*/ 53625 h 109804"/>
                <a:gd name="connsiteX14" fmla="*/ 47285 w 140578"/>
                <a:gd name="connsiteY14" fmla="*/ 53625 h 109804"/>
                <a:gd name="connsiteX15" fmla="*/ 40895 w 140578"/>
                <a:gd name="connsiteY15" fmla="*/ 47241 h 109804"/>
                <a:gd name="connsiteX16" fmla="*/ 47285 w 140578"/>
                <a:gd name="connsiteY16" fmla="*/ 40857 h 109804"/>
                <a:gd name="connsiteX17" fmla="*/ 31950 w 140578"/>
                <a:gd name="connsiteY17" fmla="*/ 94483 h 109804"/>
                <a:gd name="connsiteX18" fmla="*/ 52397 w 140578"/>
                <a:gd name="connsiteY18" fmla="*/ 109804 h 109804"/>
                <a:gd name="connsiteX19" fmla="*/ 140579 w 140578"/>
                <a:gd name="connsiteY19" fmla="*/ 109804 h 109804"/>
                <a:gd name="connsiteX20" fmla="*/ 140579 w 140578"/>
                <a:gd name="connsiteY20" fmla="*/ 0 h 109804"/>
                <a:gd name="connsiteX21" fmla="*/ 0 w 140578"/>
                <a:gd name="connsiteY21" fmla="*/ 0 h 109804"/>
                <a:gd name="connsiteX22" fmla="*/ 0 w 140578"/>
                <a:gd name="connsiteY22" fmla="*/ 109804 h 109804"/>
                <a:gd name="connsiteX23" fmla="*/ 11501 w 140578"/>
                <a:gd name="connsiteY23" fmla="*/ 109804 h 109804"/>
                <a:gd name="connsiteX24" fmla="*/ 31950 w 140578"/>
                <a:gd name="connsiteY24" fmla="*/ 94483 h 10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0578" h="109804">
                  <a:moveTo>
                    <a:pt x="47285" y="40857"/>
                  </a:moveTo>
                  <a:lnTo>
                    <a:pt x="63899" y="40857"/>
                  </a:lnTo>
                  <a:lnTo>
                    <a:pt x="63899" y="24259"/>
                  </a:lnTo>
                  <a:cubicBezTo>
                    <a:pt x="63899" y="20429"/>
                    <a:pt x="66455" y="17875"/>
                    <a:pt x="70289" y="17875"/>
                  </a:cubicBezTo>
                  <a:cubicBezTo>
                    <a:pt x="74123" y="17875"/>
                    <a:pt x="76679" y="20429"/>
                    <a:pt x="76679" y="24259"/>
                  </a:cubicBezTo>
                  <a:lnTo>
                    <a:pt x="76679" y="40857"/>
                  </a:lnTo>
                  <a:lnTo>
                    <a:pt x="93293" y="40857"/>
                  </a:lnTo>
                  <a:cubicBezTo>
                    <a:pt x="97127" y="40857"/>
                    <a:pt x="99683" y="43411"/>
                    <a:pt x="99683" y="47241"/>
                  </a:cubicBezTo>
                  <a:cubicBezTo>
                    <a:pt x="99683" y="51072"/>
                    <a:pt x="97127" y="53625"/>
                    <a:pt x="93293" y="53625"/>
                  </a:cubicBezTo>
                  <a:lnTo>
                    <a:pt x="76679" y="53625"/>
                  </a:lnTo>
                  <a:lnTo>
                    <a:pt x="76679" y="70224"/>
                  </a:lnTo>
                  <a:cubicBezTo>
                    <a:pt x="76679" y="74054"/>
                    <a:pt x="74123" y="76608"/>
                    <a:pt x="70289" y="76608"/>
                  </a:cubicBezTo>
                  <a:cubicBezTo>
                    <a:pt x="66455" y="76608"/>
                    <a:pt x="63899" y="74054"/>
                    <a:pt x="63899" y="70224"/>
                  </a:cubicBezTo>
                  <a:lnTo>
                    <a:pt x="63899" y="53625"/>
                  </a:lnTo>
                  <a:lnTo>
                    <a:pt x="47285" y="53625"/>
                  </a:lnTo>
                  <a:cubicBezTo>
                    <a:pt x="43451" y="53625"/>
                    <a:pt x="40895" y="51072"/>
                    <a:pt x="40895" y="47241"/>
                  </a:cubicBezTo>
                  <a:cubicBezTo>
                    <a:pt x="40895" y="44049"/>
                    <a:pt x="44090" y="40857"/>
                    <a:pt x="47285" y="40857"/>
                  </a:cubicBezTo>
                  <a:moveTo>
                    <a:pt x="31950" y="94483"/>
                  </a:moveTo>
                  <a:cubicBezTo>
                    <a:pt x="41535" y="94483"/>
                    <a:pt x="49841" y="100867"/>
                    <a:pt x="52397" y="109804"/>
                  </a:cubicBezTo>
                  <a:lnTo>
                    <a:pt x="140579" y="109804"/>
                  </a:lnTo>
                  <a:lnTo>
                    <a:pt x="140579" y="0"/>
                  </a:lnTo>
                  <a:lnTo>
                    <a:pt x="0" y="0"/>
                  </a:lnTo>
                  <a:lnTo>
                    <a:pt x="0" y="109804"/>
                  </a:lnTo>
                  <a:lnTo>
                    <a:pt x="11501" y="109804"/>
                  </a:lnTo>
                  <a:cubicBezTo>
                    <a:pt x="14058" y="100867"/>
                    <a:pt x="22365" y="94483"/>
                    <a:pt x="31950" y="94483"/>
                  </a:cubicBezTo>
                </a:path>
              </a:pathLst>
            </a:custGeom>
            <a:solidFill>
              <a:srgbClr val="0076A8"/>
            </a:solidFill>
            <a:ln w="6390" cap="flat">
              <a:noFill/>
              <a:prstDash val="solid"/>
              <a:miter/>
            </a:ln>
          </p:spPr>
          <p:txBody>
            <a:bodyPr rtlCol="0" anchor="ctr"/>
            <a:lstStyle/>
            <a:p>
              <a:endParaRPr lang="en-US"/>
            </a:p>
          </p:txBody>
        </p:sp>
        <p:sp>
          <p:nvSpPr>
            <p:cNvPr id="937" name="Graphic 4">
              <a:extLst>
                <a:ext uri="{FF2B5EF4-FFF2-40B4-BE49-F238E27FC236}">
                  <a16:creationId xmlns:a16="http://schemas.microsoft.com/office/drawing/2014/main" id="{86375056-9CE3-CD49-9066-3A8C9170593F}"/>
                </a:ext>
              </a:extLst>
            </p:cNvPr>
            <p:cNvSpPr/>
            <p:nvPr/>
          </p:nvSpPr>
          <p:spPr>
            <a:xfrm>
              <a:off x="10558093" y="1155025"/>
              <a:ext cx="17891" cy="17875"/>
            </a:xfrm>
            <a:custGeom>
              <a:avLst/>
              <a:gdLst>
                <a:gd name="connsiteX0" fmla="*/ 8945 w 17891"/>
                <a:gd name="connsiteY0" fmla="*/ 0 h 17875"/>
                <a:gd name="connsiteX1" fmla="*/ 0 w 17891"/>
                <a:gd name="connsiteY1" fmla="*/ 8938 h 17875"/>
                <a:gd name="connsiteX2" fmla="*/ 8945 w 17891"/>
                <a:gd name="connsiteY2" fmla="*/ 17875 h 17875"/>
                <a:gd name="connsiteX3" fmla="*/ 17891 w 17891"/>
                <a:gd name="connsiteY3" fmla="*/ 8938 h 17875"/>
                <a:gd name="connsiteX4" fmla="*/ 8945 w 17891"/>
                <a:gd name="connsiteY4" fmla="*/ 0 h 17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91" h="17875">
                  <a:moveTo>
                    <a:pt x="8945" y="0"/>
                  </a:moveTo>
                  <a:cubicBezTo>
                    <a:pt x="3834" y="0"/>
                    <a:pt x="0" y="3830"/>
                    <a:pt x="0" y="8938"/>
                  </a:cubicBezTo>
                  <a:cubicBezTo>
                    <a:pt x="0" y="14045"/>
                    <a:pt x="3834" y="17875"/>
                    <a:pt x="8945" y="17875"/>
                  </a:cubicBezTo>
                  <a:cubicBezTo>
                    <a:pt x="14058" y="17875"/>
                    <a:pt x="17891" y="14045"/>
                    <a:pt x="17891" y="8938"/>
                  </a:cubicBezTo>
                  <a:cubicBezTo>
                    <a:pt x="17891" y="3830"/>
                    <a:pt x="14058" y="0"/>
                    <a:pt x="8945" y="0"/>
                  </a:cubicBezTo>
                </a:path>
              </a:pathLst>
            </a:custGeom>
            <a:solidFill>
              <a:srgbClr val="0076A8"/>
            </a:solidFill>
            <a:ln w="6390" cap="flat">
              <a:noFill/>
              <a:prstDash val="solid"/>
              <a:miter/>
            </a:ln>
          </p:spPr>
          <p:txBody>
            <a:bodyPr rtlCol="0" anchor="ctr"/>
            <a:lstStyle/>
            <a:p>
              <a:endParaRPr lang="en-US"/>
            </a:p>
          </p:txBody>
        </p:sp>
        <p:sp>
          <p:nvSpPr>
            <p:cNvPr id="938" name="Graphic 4">
              <a:extLst>
                <a:ext uri="{FF2B5EF4-FFF2-40B4-BE49-F238E27FC236}">
                  <a16:creationId xmlns:a16="http://schemas.microsoft.com/office/drawing/2014/main" id="{1C4AC41E-E2AB-2A46-A84F-F09CD45FD4F6}"/>
                </a:ext>
              </a:extLst>
            </p:cNvPr>
            <p:cNvSpPr/>
            <p:nvPr/>
          </p:nvSpPr>
          <p:spPr>
            <a:xfrm>
              <a:off x="10512085" y="1024791"/>
              <a:ext cx="18530" cy="10214"/>
            </a:xfrm>
            <a:custGeom>
              <a:avLst/>
              <a:gdLst>
                <a:gd name="connsiteX0" fmla="*/ 17892 w 18530"/>
                <a:gd name="connsiteY0" fmla="*/ 8938 h 10214"/>
                <a:gd name="connsiteX1" fmla="*/ 8946 w 18530"/>
                <a:gd name="connsiteY1" fmla="*/ 0 h 10214"/>
                <a:gd name="connsiteX2" fmla="*/ 0 w 18530"/>
                <a:gd name="connsiteY2" fmla="*/ 8938 h 10214"/>
                <a:gd name="connsiteX3" fmla="*/ 0 w 18530"/>
                <a:gd name="connsiteY3" fmla="*/ 10214 h 10214"/>
                <a:gd name="connsiteX4" fmla="*/ 18531 w 18530"/>
                <a:gd name="connsiteY4" fmla="*/ 10214 h 10214"/>
                <a:gd name="connsiteX5" fmla="*/ 17892 w 18530"/>
                <a:gd name="connsiteY5" fmla="*/ 8938 h 1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530" h="10214">
                  <a:moveTo>
                    <a:pt x="17892" y="8938"/>
                  </a:moveTo>
                  <a:cubicBezTo>
                    <a:pt x="17892" y="3830"/>
                    <a:pt x="14058" y="0"/>
                    <a:pt x="8946" y="0"/>
                  </a:cubicBezTo>
                  <a:cubicBezTo>
                    <a:pt x="3834" y="0"/>
                    <a:pt x="0" y="3830"/>
                    <a:pt x="0" y="8938"/>
                  </a:cubicBezTo>
                  <a:cubicBezTo>
                    <a:pt x="0" y="9576"/>
                    <a:pt x="0" y="9576"/>
                    <a:pt x="0" y="10214"/>
                  </a:cubicBezTo>
                  <a:lnTo>
                    <a:pt x="18531" y="10214"/>
                  </a:lnTo>
                  <a:cubicBezTo>
                    <a:pt x="18531" y="9576"/>
                    <a:pt x="17892" y="9576"/>
                    <a:pt x="17892" y="8938"/>
                  </a:cubicBezTo>
                </a:path>
              </a:pathLst>
            </a:custGeom>
            <a:solidFill>
              <a:srgbClr val="0076A8"/>
            </a:solidFill>
            <a:ln w="6390" cap="flat">
              <a:noFill/>
              <a:prstDash val="solid"/>
              <a:miter/>
            </a:ln>
          </p:spPr>
          <p:txBody>
            <a:bodyPr rtlCol="0" anchor="ctr"/>
            <a:lstStyle/>
            <a:p>
              <a:endParaRPr lang="en-US"/>
            </a:p>
          </p:txBody>
        </p:sp>
        <p:sp>
          <p:nvSpPr>
            <p:cNvPr id="939" name="Graphic 4">
              <a:extLst>
                <a:ext uri="{FF2B5EF4-FFF2-40B4-BE49-F238E27FC236}">
                  <a16:creationId xmlns:a16="http://schemas.microsoft.com/office/drawing/2014/main" id="{27A68A45-738A-4441-955D-ED6C0C44F5DB}"/>
                </a:ext>
              </a:extLst>
            </p:cNvPr>
            <p:cNvSpPr/>
            <p:nvPr/>
          </p:nvSpPr>
          <p:spPr>
            <a:xfrm>
              <a:off x="10558093" y="1093738"/>
              <a:ext cx="48563" cy="63839"/>
            </a:xfrm>
            <a:custGeom>
              <a:avLst/>
              <a:gdLst>
                <a:gd name="connsiteX0" fmla="*/ 39617 w 48563"/>
                <a:gd name="connsiteY0" fmla="*/ 0 h 63839"/>
                <a:gd name="connsiteX1" fmla="*/ 0 w 48563"/>
                <a:gd name="connsiteY1" fmla="*/ 0 h 63839"/>
                <a:gd name="connsiteX2" fmla="*/ 0 w 48563"/>
                <a:gd name="connsiteY2" fmla="*/ 50434 h 63839"/>
                <a:gd name="connsiteX3" fmla="*/ 8945 w 48563"/>
                <a:gd name="connsiteY3" fmla="*/ 48518 h 63839"/>
                <a:gd name="connsiteX4" fmla="*/ 29394 w 48563"/>
                <a:gd name="connsiteY4" fmla="*/ 63840 h 63839"/>
                <a:gd name="connsiteX5" fmla="*/ 48563 w 48563"/>
                <a:gd name="connsiteY5" fmla="*/ 63840 h 63839"/>
                <a:gd name="connsiteX6" fmla="*/ 48563 w 48563"/>
                <a:gd name="connsiteY6" fmla="*/ 8938 h 63839"/>
                <a:gd name="connsiteX7" fmla="*/ 39617 w 48563"/>
                <a:gd name="connsiteY7" fmla="*/ 0 h 6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563" h="63839">
                  <a:moveTo>
                    <a:pt x="39617" y="0"/>
                  </a:moveTo>
                  <a:lnTo>
                    <a:pt x="0" y="0"/>
                  </a:lnTo>
                  <a:lnTo>
                    <a:pt x="0" y="50434"/>
                  </a:lnTo>
                  <a:cubicBezTo>
                    <a:pt x="2555" y="49157"/>
                    <a:pt x="5750" y="48518"/>
                    <a:pt x="8945" y="48518"/>
                  </a:cubicBezTo>
                  <a:cubicBezTo>
                    <a:pt x="18530" y="48518"/>
                    <a:pt x="26837" y="54902"/>
                    <a:pt x="29394" y="63840"/>
                  </a:cubicBezTo>
                  <a:lnTo>
                    <a:pt x="48563" y="63840"/>
                  </a:lnTo>
                  <a:lnTo>
                    <a:pt x="48563" y="8938"/>
                  </a:lnTo>
                  <a:cubicBezTo>
                    <a:pt x="48563" y="3830"/>
                    <a:pt x="44730" y="0"/>
                    <a:pt x="39617" y="0"/>
                  </a:cubicBezTo>
                </a:path>
              </a:pathLst>
            </a:custGeom>
            <a:solidFill>
              <a:srgbClr val="0076A8"/>
            </a:solidFill>
            <a:ln w="6390" cap="flat">
              <a:noFill/>
              <a:prstDash val="solid"/>
              <a:miter/>
            </a:ln>
          </p:spPr>
          <p:txBody>
            <a:bodyPr rtlCol="0" anchor="ctr"/>
            <a:lstStyle/>
            <a:p>
              <a:endParaRPr lang="en-US"/>
            </a:p>
          </p:txBody>
        </p:sp>
        <p:sp>
          <p:nvSpPr>
            <p:cNvPr id="940" name="Graphic 4">
              <a:extLst>
                <a:ext uri="{FF2B5EF4-FFF2-40B4-BE49-F238E27FC236}">
                  <a16:creationId xmlns:a16="http://schemas.microsoft.com/office/drawing/2014/main" id="{080D2A9A-1402-D344-AAAF-C230A6F2DFB2}"/>
                </a:ext>
              </a:extLst>
            </p:cNvPr>
            <p:cNvSpPr/>
            <p:nvPr/>
          </p:nvSpPr>
          <p:spPr>
            <a:xfrm>
              <a:off x="10324860" y="918179"/>
              <a:ext cx="361674" cy="361333"/>
            </a:xfrm>
            <a:custGeom>
              <a:avLst/>
              <a:gdLst>
                <a:gd name="connsiteX0" fmla="*/ 294576 w 361674"/>
                <a:gd name="connsiteY0" fmla="*/ 245783 h 361333"/>
                <a:gd name="connsiteX1" fmla="*/ 288186 w 361674"/>
                <a:gd name="connsiteY1" fmla="*/ 252167 h 361333"/>
                <a:gd name="connsiteX2" fmla="*/ 262626 w 361674"/>
                <a:gd name="connsiteY2" fmla="*/ 252167 h 361333"/>
                <a:gd name="connsiteX3" fmla="*/ 242178 w 361674"/>
                <a:gd name="connsiteY3" fmla="*/ 267489 h 361333"/>
                <a:gd name="connsiteX4" fmla="*/ 221731 w 361674"/>
                <a:gd name="connsiteY4" fmla="*/ 252167 h 361333"/>
                <a:gd name="connsiteX5" fmla="*/ 132910 w 361674"/>
                <a:gd name="connsiteY5" fmla="*/ 252167 h 361333"/>
                <a:gd name="connsiteX6" fmla="*/ 112463 w 361674"/>
                <a:gd name="connsiteY6" fmla="*/ 267489 h 361333"/>
                <a:gd name="connsiteX7" fmla="*/ 92014 w 361674"/>
                <a:gd name="connsiteY7" fmla="*/ 252167 h 361333"/>
                <a:gd name="connsiteX8" fmla="*/ 74123 w 361674"/>
                <a:gd name="connsiteY8" fmla="*/ 252167 h 361333"/>
                <a:gd name="connsiteX9" fmla="*/ 67733 w 361674"/>
                <a:gd name="connsiteY9" fmla="*/ 245783 h 361333"/>
                <a:gd name="connsiteX10" fmla="*/ 67733 w 361674"/>
                <a:gd name="connsiteY10" fmla="*/ 123211 h 361333"/>
                <a:gd name="connsiteX11" fmla="*/ 74123 w 361674"/>
                <a:gd name="connsiteY11" fmla="*/ 116827 h 361333"/>
                <a:gd name="connsiteX12" fmla="*/ 175084 w 361674"/>
                <a:gd name="connsiteY12" fmla="*/ 116827 h 361333"/>
                <a:gd name="connsiteX13" fmla="*/ 175084 w 361674"/>
                <a:gd name="connsiteY13" fmla="*/ 115550 h 361333"/>
                <a:gd name="connsiteX14" fmla="*/ 196810 w 361674"/>
                <a:gd name="connsiteY14" fmla="*/ 93845 h 361333"/>
                <a:gd name="connsiteX15" fmla="*/ 218536 w 361674"/>
                <a:gd name="connsiteY15" fmla="*/ 115550 h 361333"/>
                <a:gd name="connsiteX16" fmla="*/ 218536 w 361674"/>
                <a:gd name="connsiteY16" fmla="*/ 116827 h 361333"/>
                <a:gd name="connsiteX17" fmla="*/ 227482 w 361674"/>
                <a:gd name="connsiteY17" fmla="*/ 116827 h 361333"/>
                <a:gd name="connsiteX18" fmla="*/ 233872 w 361674"/>
                <a:gd name="connsiteY18" fmla="*/ 123211 h 361333"/>
                <a:gd name="connsiteX19" fmla="*/ 233872 w 361674"/>
                <a:gd name="connsiteY19" fmla="*/ 162792 h 361333"/>
                <a:gd name="connsiteX20" fmla="*/ 273489 w 361674"/>
                <a:gd name="connsiteY20" fmla="*/ 162792 h 361333"/>
                <a:gd name="connsiteX21" fmla="*/ 295215 w 361674"/>
                <a:gd name="connsiteY21" fmla="*/ 184497 h 361333"/>
                <a:gd name="connsiteX22" fmla="*/ 295215 w 361674"/>
                <a:gd name="connsiteY22" fmla="*/ 245783 h 361333"/>
                <a:gd name="connsiteX23" fmla="*/ 180835 w 361674"/>
                <a:gd name="connsiteY23" fmla="*/ 0 h 361333"/>
                <a:gd name="connsiteX24" fmla="*/ 0 w 361674"/>
                <a:gd name="connsiteY24" fmla="*/ 180667 h 361333"/>
                <a:gd name="connsiteX25" fmla="*/ 180835 w 361674"/>
                <a:gd name="connsiteY25" fmla="*/ 361333 h 361333"/>
                <a:gd name="connsiteX26" fmla="*/ 361670 w 361674"/>
                <a:gd name="connsiteY26" fmla="*/ 180667 h 361333"/>
                <a:gd name="connsiteX27" fmla="*/ 180835 w 361674"/>
                <a:gd name="connsiteY27"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1674" h="361333">
                  <a:moveTo>
                    <a:pt x="294576" y="245783"/>
                  </a:moveTo>
                  <a:cubicBezTo>
                    <a:pt x="294576" y="249614"/>
                    <a:pt x="292020" y="252167"/>
                    <a:pt x="288186" y="252167"/>
                  </a:cubicBezTo>
                  <a:lnTo>
                    <a:pt x="262626" y="252167"/>
                  </a:lnTo>
                  <a:cubicBezTo>
                    <a:pt x="260070" y="261105"/>
                    <a:pt x="251763" y="267489"/>
                    <a:pt x="242178" y="267489"/>
                  </a:cubicBezTo>
                  <a:cubicBezTo>
                    <a:pt x="232593" y="267489"/>
                    <a:pt x="224287" y="261105"/>
                    <a:pt x="221731" y="252167"/>
                  </a:cubicBezTo>
                  <a:lnTo>
                    <a:pt x="132910" y="252167"/>
                  </a:lnTo>
                  <a:cubicBezTo>
                    <a:pt x="130354" y="261105"/>
                    <a:pt x="122048" y="267489"/>
                    <a:pt x="112463" y="267489"/>
                  </a:cubicBezTo>
                  <a:cubicBezTo>
                    <a:pt x="102878" y="267489"/>
                    <a:pt x="94571" y="261105"/>
                    <a:pt x="92014" y="252167"/>
                  </a:cubicBezTo>
                  <a:lnTo>
                    <a:pt x="74123" y="252167"/>
                  </a:lnTo>
                  <a:cubicBezTo>
                    <a:pt x="70289" y="252167"/>
                    <a:pt x="67733" y="249614"/>
                    <a:pt x="67733" y="245783"/>
                  </a:cubicBezTo>
                  <a:lnTo>
                    <a:pt x="67733" y="123211"/>
                  </a:lnTo>
                  <a:cubicBezTo>
                    <a:pt x="67733" y="119380"/>
                    <a:pt x="70289" y="116827"/>
                    <a:pt x="74123" y="116827"/>
                  </a:cubicBezTo>
                  <a:lnTo>
                    <a:pt x="175084" y="116827"/>
                  </a:lnTo>
                  <a:cubicBezTo>
                    <a:pt x="175084" y="116188"/>
                    <a:pt x="175084" y="116188"/>
                    <a:pt x="175084" y="115550"/>
                  </a:cubicBezTo>
                  <a:cubicBezTo>
                    <a:pt x="175084" y="103420"/>
                    <a:pt x="184669" y="93845"/>
                    <a:pt x="196810" y="93845"/>
                  </a:cubicBezTo>
                  <a:cubicBezTo>
                    <a:pt x="208951" y="93845"/>
                    <a:pt x="218536" y="103420"/>
                    <a:pt x="218536" y="115550"/>
                  </a:cubicBezTo>
                  <a:cubicBezTo>
                    <a:pt x="218536" y="116188"/>
                    <a:pt x="218536" y="116188"/>
                    <a:pt x="218536" y="116827"/>
                  </a:cubicBezTo>
                  <a:lnTo>
                    <a:pt x="227482" y="116827"/>
                  </a:lnTo>
                  <a:cubicBezTo>
                    <a:pt x="231315" y="116827"/>
                    <a:pt x="233872" y="119380"/>
                    <a:pt x="233872" y="123211"/>
                  </a:cubicBezTo>
                  <a:lnTo>
                    <a:pt x="233872" y="162792"/>
                  </a:lnTo>
                  <a:lnTo>
                    <a:pt x="273489" y="162792"/>
                  </a:lnTo>
                  <a:cubicBezTo>
                    <a:pt x="285630" y="162792"/>
                    <a:pt x="295215" y="172368"/>
                    <a:pt x="295215" y="184497"/>
                  </a:cubicBezTo>
                  <a:lnTo>
                    <a:pt x="295215" y="245783"/>
                  </a:lnTo>
                  <a:close/>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09" y="81077"/>
                    <a:pt x="281157" y="0"/>
                    <a:pt x="180835" y="0"/>
                  </a:cubicBezTo>
                </a:path>
              </a:pathLst>
            </a:custGeom>
            <a:solidFill>
              <a:srgbClr val="0076A8"/>
            </a:solidFill>
            <a:ln w="6390" cap="flat">
              <a:noFill/>
              <a:prstDash val="solid"/>
              <a:miter/>
            </a:ln>
          </p:spPr>
          <p:txBody>
            <a:bodyPr rtlCol="0" anchor="ctr"/>
            <a:lstStyle/>
            <a:p>
              <a:endParaRPr lang="en-US"/>
            </a:p>
          </p:txBody>
        </p:sp>
      </p:grpSp>
      <p:grpSp>
        <p:nvGrpSpPr>
          <p:cNvPr id="941" name="Graphic 4">
            <a:extLst>
              <a:ext uri="{FF2B5EF4-FFF2-40B4-BE49-F238E27FC236}">
                <a16:creationId xmlns:a16="http://schemas.microsoft.com/office/drawing/2014/main" id="{5248FAC8-801B-E24D-8D92-02AFB59B7092}"/>
              </a:ext>
            </a:extLst>
          </p:cNvPr>
          <p:cNvGrpSpPr/>
          <p:nvPr/>
        </p:nvGrpSpPr>
        <p:grpSpPr>
          <a:xfrm>
            <a:off x="9279466" y="2855717"/>
            <a:ext cx="361671" cy="361333"/>
            <a:chOff x="9279466" y="2855717"/>
            <a:chExt cx="361671" cy="361333"/>
          </a:xfrm>
          <a:solidFill>
            <a:srgbClr val="0076A8"/>
          </a:solidFill>
        </p:grpSpPr>
        <p:sp>
          <p:nvSpPr>
            <p:cNvPr id="942" name="Graphic 4">
              <a:extLst>
                <a:ext uri="{FF2B5EF4-FFF2-40B4-BE49-F238E27FC236}">
                  <a16:creationId xmlns:a16="http://schemas.microsoft.com/office/drawing/2014/main" id="{7A9F0959-9D6D-C945-8185-3A11AC8DDB7B}"/>
                </a:ext>
              </a:extLst>
            </p:cNvPr>
            <p:cNvSpPr/>
            <p:nvPr/>
          </p:nvSpPr>
          <p:spPr>
            <a:xfrm>
              <a:off x="9427713" y="3026808"/>
              <a:ext cx="65177" cy="112358"/>
            </a:xfrm>
            <a:custGeom>
              <a:avLst/>
              <a:gdLst>
                <a:gd name="connsiteX0" fmla="*/ 0 w 65177"/>
                <a:gd name="connsiteY0" fmla="*/ 112358 h 112358"/>
                <a:gd name="connsiteX1" fmla="*/ 65177 w 65177"/>
                <a:gd name="connsiteY1" fmla="*/ 112358 h 112358"/>
                <a:gd name="connsiteX2" fmla="*/ 65177 w 65177"/>
                <a:gd name="connsiteY2" fmla="*/ 93845 h 112358"/>
                <a:gd name="connsiteX3" fmla="*/ 40256 w 65177"/>
                <a:gd name="connsiteY3" fmla="*/ 93845 h 112358"/>
                <a:gd name="connsiteX4" fmla="*/ 33866 w 65177"/>
                <a:gd name="connsiteY4" fmla="*/ 87461 h 112358"/>
                <a:gd name="connsiteX5" fmla="*/ 40256 w 65177"/>
                <a:gd name="connsiteY5" fmla="*/ 81077 h 112358"/>
                <a:gd name="connsiteX6" fmla="*/ 65177 w 65177"/>
                <a:gd name="connsiteY6" fmla="*/ 81077 h 112358"/>
                <a:gd name="connsiteX7" fmla="*/ 65177 w 65177"/>
                <a:gd name="connsiteY7" fmla="*/ 62563 h 112358"/>
                <a:gd name="connsiteX8" fmla="*/ 40256 w 65177"/>
                <a:gd name="connsiteY8" fmla="*/ 62563 h 112358"/>
                <a:gd name="connsiteX9" fmla="*/ 33866 w 65177"/>
                <a:gd name="connsiteY9" fmla="*/ 56179 h 112358"/>
                <a:gd name="connsiteX10" fmla="*/ 40256 w 65177"/>
                <a:gd name="connsiteY10" fmla="*/ 49795 h 112358"/>
                <a:gd name="connsiteX11" fmla="*/ 65177 w 65177"/>
                <a:gd name="connsiteY11" fmla="*/ 49795 h 112358"/>
                <a:gd name="connsiteX12" fmla="*/ 65177 w 65177"/>
                <a:gd name="connsiteY12" fmla="*/ 31281 h 112358"/>
                <a:gd name="connsiteX13" fmla="*/ 40256 w 65177"/>
                <a:gd name="connsiteY13" fmla="*/ 31281 h 112358"/>
                <a:gd name="connsiteX14" fmla="*/ 33866 w 65177"/>
                <a:gd name="connsiteY14" fmla="*/ 24897 h 112358"/>
                <a:gd name="connsiteX15" fmla="*/ 40256 w 65177"/>
                <a:gd name="connsiteY15" fmla="*/ 18514 h 112358"/>
                <a:gd name="connsiteX16" fmla="*/ 65177 w 65177"/>
                <a:gd name="connsiteY16" fmla="*/ 18514 h 112358"/>
                <a:gd name="connsiteX17" fmla="*/ 65177 w 65177"/>
                <a:gd name="connsiteY17" fmla="*/ 0 h 112358"/>
                <a:gd name="connsiteX18" fmla="*/ 0 w 65177"/>
                <a:gd name="connsiteY18" fmla="*/ 0 h 112358"/>
                <a:gd name="connsiteX19" fmla="*/ 0 w 65177"/>
                <a:gd name="connsiteY19" fmla="*/ 112358 h 112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5177" h="112358">
                  <a:moveTo>
                    <a:pt x="0" y="112358"/>
                  </a:moveTo>
                  <a:lnTo>
                    <a:pt x="65177" y="112358"/>
                  </a:lnTo>
                  <a:lnTo>
                    <a:pt x="65177" y="93845"/>
                  </a:lnTo>
                  <a:lnTo>
                    <a:pt x="40256" y="93845"/>
                  </a:lnTo>
                  <a:cubicBezTo>
                    <a:pt x="36422" y="93845"/>
                    <a:pt x="33866" y="91291"/>
                    <a:pt x="33866" y="87461"/>
                  </a:cubicBezTo>
                  <a:cubicBezTo>
                    <a:pt x="33866" y="83630"/>
                    <a:pt x="36422" y="81077"/>
                    <a:pt x="40256" y="81077"/>
                  </a:cubicBezTo>
                  <a:lnTo>
                    <a:pt x="65177" y="81077"/>
                  </a:lnTo>
                  <a:lnTo>
                    <a:pt x="65177" y="62563"/>
                  </a:lnTo>
                  <a:lnTo>
                    <a:pt x="40256" y="62563"/>
                  </a:lnTo>
                  <a:cubicBezTo>
                    <a:pt x="36422" y="62563"/>
                    <a:pt x="33866" y="60009"/>
                    <a:pt x="33866" y="56179"/>
                  </a:cubicBezTo>
                  <a:cubicBezTo>
                    <a:pt x="33866" y="52349"/>
                    <a:pt x="36422" y="49795"/>
                    <a:pt x="40256" y="49795"/>
                  </a:cubicBezTo>
                  <a:lnTo>
                    <a:pt x="65177" y="49795"/>
                  </a:lnTo>
                  <a:lnTo>
                    <a:pt x="65177" y="31281"/>
                  </a:lnTo>
                  <a:lnTo>
                    <a:pt x="40256" y="31281"/>
                  </a:lnTo>
                  <a:cubicBezTo>
                    <a:pt x="36422" y="31281"/>
                    <a:pt x="33866" y="28728"/>
                    <a:pt x="33866" y="24897"/>
                  </a:cubicBezTo>
                  <a:cubicBezTo>
                    <a:pt x="33866" y="21067"/>
                    <a:pt x="36422" y="18514"/>
                    <a:pt x="40256" y="18514"/>
                  </a:cubicBezTo>
                  <a:lnTo>
                    <a:pt x="65177" y="18514"/>
                  </a:lnTo>
                  <a:lnTo>
                    <a:pt x="65177" y="0"/>
                  </a:lnTo>
                  <a:lnTo>
                    <a:pt x="0" y="0"/>
                  </a:lnTo>
                  <a:lnTo>
                    <a:pt x="0" y="112358"/>
                  </a:lnTo>
                  <a:close/>
                </a:path>
              </a:pathLst>
            </a:custGeom>
            <a:solidFill>
              <a:srgbClr val="0076A8"/>
            </a:solidFill>
            <a:ln w="6390" cap="flat">
              <a:noFill/>
              <a:prstDash val="solid"/>
              <a:miter/>
            </a:ln>
          </p:spPr>
          <p:txBody>
            <a:bodyPr rtlCol="0" anchor="ctr"/>
            <a:lstStyle/>
            <a:p>
              <a:endParaRPr lang="en-US"/>
            </a:p>
          </p:txBody>
        </p:sp>
        <p:sp>
          <p:nvSpPr>
            <p:cNvPr id="943" name="Graphic 4">
              <a:extLst>
                <a:ext uri="{FF2B5EF4-FFF2-40B4-BE49-F238E27FC236}">
                  <a16:creationId xmlns:a16="http://schemas.microsoft.com/office/drawing/2014/main" id="{DA24F935-E043-284D-8869-56A4C7726A47}"/>
                </a:ext>
              </a:extLst>
            </p:cNvPr>
            <p:cNvSpPr/>
            <p:nvPr/>
          </p:nvSpPr>
          <p:spPr>
            <a:xfrm>
              <a:off x="9428352" y="2934240"/>
              <a:ext cx="63899" cy="49156"/>
            </a:xfrm>
            <a:custGeom>
              <a:avLst/>
              <a:gdLst>
                <a:gd name="connsiteX0" fmla="*/ 44730 w 63899"/>
                <a:gd name="connsiteY0" fmla="*/ 25536 h 49156"/>
                <a:gd name="connsiteX1" fmla="*/ 40896 w 63899"/>
                <a:gd name="connsiteY1" fmla="*/ 19790 h 49156"/>
                <a:gd name="connsiteX2" fmla="*/ 40896 w 63899"/>
                <a:gd name="connsiteY2" fmla="*/ 8938 h 49156"/>
                <a:gd name="connsiteX3" fmla="*/ 31950 w 63899"/>
                <a:gd name="connsiteY3" fmla="*/ 0 h 49156"/>
                <a:gd name="connsiteX4" fmla="*/ 23004 w 63899"/>
                <a:gd name="connsiteY4" fmla="*/ 8938 h 49156"/>
                <a:gd name="connsiteX5" fmla="*/ 23004 w 63899"/>
                <a:gd name="connsiteY5" fmla="*/ 19790 h 49156"/>
                <a:gd name="connsiteX6" fmla="*/ 19170 w 63899"/>
                <a:gd name="connsiteY6" fmla="*/ 25536 h 49156"/>
                <a:gd name="connsiteX7" fmla="*/ 0 w 63899"/>
                <a:gd name="connsiteY7" fmla="*/ 49157 h 49156"/>
                <a:gd name="connsiteX8" fmla="*/ 63899 w 63899"/>
                <a:gd name="connsiteY8" fmla="*/ 49157 h 49156"/>
                <a:gd name="connsiteX9" fmla="*/ 44730 w 63899"/>
                <a:gd name="connsiteY9" fmla="*/ 25536 h 49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899" h="49156">
                  <a:moveTo>
                    <a:pt x="44730" y="25536"/>
                  </a:moveTo>
                  <a:cubicBezTo>
                    <a:pt x="42173" y="24259"/>
                    <a:pt x="40896" y="22344"/>
                    <a:pt x="40896" y="19790"/>
                  </a:cubicBezTo>
                  <a:lnTo>
                    <a:pt x="40896" y="8938"/>
                  </a:lnTo>
                  <a:cubicBezTo>
                    <a:pt x="40896" y="3830"/>
                    <a:pt x="37062" y="0"/>
                    <a:pt x="31950" y="0"/>
                  </a:cubicBezTo>
                  <a:cubicBezTo>
                    <a:pt x="26837" y="0"/>
                    <a:pt x="23004" y="3830"/>
                    <a:pt x="23004" y="8938"/>
                  </a:cubicBezTo>
                  <a:lnTo>
                    <a:pt x="23004" y="19790"/>
                  </a:lnTo>
                  <a:cubicBezTo>
                    <a:pt x="23004" y="22344"/>
                    <a:pt x="21726" y="24897"/>
                    <a:pt x="19170" y="25536"/>
                  </a:cubicBezTo>
                  <a:cubicBezTo>
                    <a:pt x="8946" y="30005"/>
                    <a:pt x="2556" y="38942"/>
                    <a:pt x="0" y="49157"/>
                  </a:cubicBezTo>
                  <a:lnTo>
                    <a:pt x="63899" y="49157"/>
                  </a:lnTo>
                  <a:cubicBezTo>
                    <a:pt x="61982" y="38304"/>
                    <a:pt x="54953" y="30005"/>
                    <a:pt x="44730" y="25536"/>
                  </a:cubicBezTo>
                </a:path>
              </a:pathLst>
            </a:custGeom>
            <a:solidFill>
              <a:srgbClr val="0076A8"/>
            </a:solidFill>
            <a:ln w="6390" cap="flat">
              <a:noFill/>
              <a:prstDash val="solid"/>
              <a:miter/>
            </a:ln>
          </p:spPr>
          <p:txBody>
            <a:bodyPr rtlCol="0" anchor="ctr"/>
            <a:lstStyle/>
            <a:p>
              <a:endParaRPr lang="en-US"/>
            </a:p>
          </p:txBody>
        </p:sp>
        <p:sp>
          <p:nvSpPr>
            <p:cNvPr id="944" name="Graphic 4">
              <a:extLst>
                <a:ext uri="{FF2B5EF4-FFF2-40B4-BE49-F238E27FC236}">
                  <a16:creationId xmlns:a16="http://schemas.microsoft.com/office/drawing/2014/main" id="{CF228714-485C-484F-AC8B-D198695743C3}"/>
                </a:ext>
              </a:extLst>
            </p:cNvPr>
            <p:cNvSpPr/>
            <p:nvPr/>
          </p:nvSpPr>
          <p:spPr>
            <a:xfrm>
              <a:off x="9279466" y="2855717"/>
              <a:ext cx="361671" cy="361333"/>
            </a:xfrm>
            <a:custGeom>
              <a:avLst/>
              <a:gdLst>
                <a:gd name="connsiteX0" fmla="*/ 241540 w 361671"/>
                <a:gd name="connsiteY0" fmla="*/ 165345 h 361333"/>
                <a:gd name="connsiteX1" fmla="*/ 235150 w 361671"/>
                <a:gd name="connsiteY1" fmla="*/ 171729 h 361333"/>
                <a:gd name="connsiteX2" fmla="*/ 226204 w 361671"/>
                <a:gd name="connsiteY2" fmla="*/ 171729 h 361333"/>
                <a:gd name="connsiteX3" fmla="*/ 226204 w 361671"/>
                <a:gd name="connsiteY3" fmla="*/ 290471 h 361333"/>
                <a:gd name="connsiteX4" fmla="*/ 219814 w 361671"/>
                <a:gd name="connsiteY4" fmla="*/ 296855 h 361333"/>
                <a:gd name="connsiteX5" fmla="*/ 141857 w 361671"/>
                <a:gd name="connsiteY5" fmla="*/ 296855 h 361333"/>
                <a:gd name="connsiteX6" fmla="*/ 135467 w 361671"/>
                <a:gd name="connsiteY6" fmla="*/ 290471 h 361333"/>
                <a:gd name="connsiteX7" fmla="*/ 135467 w 361671"/>
                <a:gd name="connsiteY7" fmla="*/ 171729 h 361333"/>
                <a:gd name="connsiteX8" fmla="*/ 126521 w 361671"/>
                <a:gd name="connsiteY8" fmla="*/ 171729 h 361333"/>
                <a:gd name="connsiteX9" fmla="*/ 120131 w 361671"/>
                <a:gd name="connsiteY9" fmla="*/ 165345 h 361333"/>
                <a:gd name="connsiteX10" fmla="*/ 120131 w 361671"/>
                <a:gd name="connsiteY10" fmla="*/ 134064 h 361333"/>
                <a:gd name="connsiteX11" fmla="*/ 126521 w 361671"/>
                <a:gd name="connsiteY11" fmla="*/ 127680 h 361333"/>
                <a:gd name="connsiteX12" fmla="*/ 136106 w 361671"/>
                <a:gd name="connsiteY12" fmla="*/ 127680 h 361333"/>
                <a:gd name="connsiteX13" fmla="*/ 159110 w 361671"/>
                <a:gd name="connsiteY13" fmla="*/ 94483 h 361333"/>
                <a:gd name="connsiteX14" fmla="*/ 159110 w 361671"/>
                <a:gd name="connsiteY14" fmla="*/ 87460 h 361333"/>
                <a:gd name="connsiteX15" fmla="*/ 180836 w 361671"/>
                <a:gd name="connsiteY15" fmla="*/ 65755 h 361333"/>
                <a:gd name="connsiteX16" fmla="*/ 202561 w 361671"/>
                <a:gd name="connsiteY16" fmla="*/ 87460 h 361333"/>
                <a:gd name="connsiteX17" fmla="*/ 202561 w 361671"/>
                <a:gd name="connsiteY17" fmla="*/ 94483 h 361333"/>
                <a:gd name="connsiteX18" fmla="*/ 225565 w 361671"/>
                <a:gd name="connsiteY18" fmla="*/ 127680 h 361333"/>
                <a:gd name="connsiteX19" fmla="*/ 235150 w 361671"/>
                <a:gd name="connsiteY19" fmla="*/ 127680 h 361333"/>
                <a:gd name="connsiteX20" fmla="*/ 241540 w 361671"/>
                <a:gd name="connsiteY20" fmla="*/ 134064 h 361333"/>
                <a:gd name="connsiteX21" fmla="*/ 241540 w 361671"/>
                <a:gd name="connsiteY21" fmla="*/ 165345 h 361333"/>
                <a:gd name="connsiteX22" fmla="*/ 180836 w 361671"/>
                <a:gd name="connsiteY22" fmla="*/ 0 h 361333"/>
                <a:gd name="connsiteX23" fmla="*/ 0 w 361671"/>
                <a:gd name="connsiteY23" fmla="*/ 180667 h 361333"/>
                <a:gd name="connsiteX24" fmla="*/ 180836 w 361671"/>
                <a:gd name="connsiteY24" fmla="*/ 361333 h 361333"/>
                <a:gd name="connsiteX25" fmla="*/ 361671 w 361671"/>
                <a:gd name="connsiteY25" fmla="*/ 180667 h 361333"/>
                <a:gd name="connsiteX26" fmla="*/ 180836 w 361671"/>
                <a:gd name="connsiteY26"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1671" h="361333">
                  <a:moveTo>
                    <a:pt x="241540" y="165345"/>
                  </a:moveTo>
                  <a:cubicBezTo>
                    <a:pt x="241540" y="169176"/>
                    <a:pt x="238984" y="171729"/>
                    <a:pt x="235150" y="171729"/>
                  </a:cubicBezTo>
                  <a:lnTo>
                    <a:pt x="226204" y="171729"/>
                  </a:lnTo>
                  <a:lnTo>
                    <a:pt x="226204" y="290471"/>
                  </a:lnTo>
                  <a:cubicBezTo>
                    <a:pt x="226204" y="294301"/>
                    <a:pt x="223648" y="296855"/>
                    <a:pt x="219814" y="296855"/>
                  </a:cubicBezTo>
                  <a:lnTo>
                    <a:pt x="141857" y="296855"/>
                  </a:lnTo>
                  <a:cubicBezTo>
                    <a:pt x="138023" y="296855"/>
                    <a:pt x="135467" y="294301"/>
                    <a:pt x="135467" y="290471"/>
                  </a:cubicBezTo>
                  <a:lnTo>
                    <a:pt x="135467" y="171729"/>
                  </a:lnTo>
                  <a:lnTo>
                    <a:pt x="126521" y="171729"/>
                  </a:lnTo>
                  <a:cubicBezTo>
                    <a:pt x="122687" y="171729"/>
                    <a:pt x="120131" y="169176"/>
                    <a:pt x="120131" y="165345"/>
                  </a:cubicBezTo>
                  <a:lnTo>
                    <a:pt x="120131" y="134064"/>
                  </a:lnTo>
                  <a:cubicBezTo>
                    <a:pt x="120131" y="130233"/>
                    <a:pt x="122687" y="127680"/>
                    <a:pt x="126521" y="127680"/>
                  </a:cubicBezTo>
                  <a:lnTo>
                    <a:pt x="136106" y="127680"/>
                  </a:lnTo>
                  <a:cubicBezTo>
                    <a:pt x="138023" y="113635"/>
                    <a:pt x="146330" y="101505"/>
                    <a:pt x="159110" y="94483"/>
                  </a:cubicBezTo>
                  <a:lnTo>
                    <a:pt x="159110" y="87460"/>
                  </a:lnTo>
                  <a:cubicBezTo>
                    <a:pt x="159110" y="75331"/>
                    <a:pt x="168695" y="65755"/>
                    <a:pt x="180836" y="65755"/>
                  </a:cubicBezTo>
                  <a:cubicBezTo>
                    <a:pt x="192977" y="65755"/>
                    <a:pt x="202561" y="75331"/>
                    <a:pt x="202561" y="87460"/>
                  </a:cubicBezTo>
                  <a:lnTo>
                    <a:pt x="202561" y="94483"/>
                  </a:lnTo>
                  <a:cubicBezTo>
                    <a:pt x="215341" y="101505"/>
                    <a:pt x="223648" y="113635"/>
                    <a:pt x="225565" y="127680"/>
                  </a:cubicBezTo>
                  <a:lnTo>
                    <a:pt x="235150" y="127680"/>
                  </a:lnTo>
                  <a:cubicBezTo>
                    <a:pt x="238984" y="127680"/>
                    <a:pt x="241540" y="130233"/>
                    <a:pt x="241540" y="134064"/>
                  </a:cubicBezTo>
                  <a:lnTo>
                    <a:pt x="241540" y="165345"/>
                  </a:lnTo>
                  <a:close/>
                  <a:moveTo>
                    <a:pt x="180836" y="0"/>
                  </a:moveTo>
                  <a:cubicBezTo>
                    <a:pt x="80514" y="0"/>
                    <a:pt x="0" y="81076"/>
                    <a:pt x="0" y="180667"/>
                  </a:cubicBezTo>
                  <a:cubicBezTo>
                    <a:pt x="0" y="280895"/>
                    <a:pt x="81153" y="361333"/>
                    <a:pt x="180836" y="361333"/>
                  </a:cubicBezTo>
                  <a:cubicBezTo>
                    <a:pt x="280518" y="361333"/>
                    <a:pt x="361671" y="280257"/>
                    <a:pt x="361671" y="180667"/>
                  </a:cubicBezTo>
                  <a:cubicBezTo>
                    <a:pt x="361671" y="80438"/>
                    <a:pt x="280518" y="0"/>
                    <a:pt x="180836" y="0"/>
                  </a:cubicBezTo>
                </a:path>
              </a:pathLst>
            </a:custGeom>
            <a:solidFill>
              <a:srgbClr val="0076A8"/>
            </a:solidFill>
            <a:ln w="6390" cap="flat">
              <a:noFill/>
              <a:prstDash val="solid"/>
              <a:miter/>
            </a:ln>
          </p:spPr>
          <p:txBody>
            <a:bodyPr rtlCol="0" anchor="ctr"/>
            <a:lstStyle/>
            <a:p>
              <a:endParaRPr lang="en-US"/>
            </a:p>
          </p:txBody>
        </p:sp>
        <p:sp>
          <p:nvSpPr>
            <p:cNvPr id="945" name="Graphic 4">
              <a:extLst>
                <a:ext uri="{FF2B5EF4-FFF2-40B4-BE49-F238E27FC236}">
                  <a16:creationId xmlns:a16="http://schemas.microsoft.com/office/drawing/2014/main" id="{BE52DC4B-AB98-1F4E-8335-F958B378D8DB}"/>
                </a:ext>
              </a:extLst>
            </p:cNvPr>
            <p:cNvSpPr/>
            <p:nvPr/>
          </p:nvSpPr>
          <p:spPr>
            <a:xfrm>
              <a:off x="9411738" y="2996165"/>
              <a:ext cx="96487" cy="18513"/>
            </a:xfrm>
            <a:custGeom>
              <a:avLst/>
              <a:gdLst>
                <a:gd name="connsiteX0" fmla="*/ 9585 w 96487"/>
                <a:gd name="connsiteY0" fmla="*/ 0 h 18513"/>
                <a:gd name="connsiteX1" fmla="*/ 0 w 96487"/>
                <a:gd name="connsiteY1" fmla="*/ 0 h 18513"/>
                <a:gd name="connsiteX2" fmla="*/ 0 w 96487"/>
                <a:gd name="connsiteY2" fmla="*/ 18514 h 18513"/>
                <a:gd name="connsiteX3" fmla="*/ 9585 w 96487"/>
                <a:gd name="connsiteY3" fmla="*/ 18514 h 18513"/>
                <a:gd name="connsiteX4" fmla="*/ 87542 w 96487"/>
                <a:gd name="connsiteY4" fmla="*/ 18514 h 18513"/>
                <a:gd name="connsiteX5" fmla="*/ 96488 w 96487"/>
                <a:gd name="connsiteY5" fmla="*/ 18514 h 18513"/>
                <a:gd name="connsiteX6" fmla="*/ 96488 w 96487"/>
                <a:gd name="connsiteY6" fmla="*/ 0 h 18513"/>
                <a:gd name="connsiteX7" fmla="*/ 87542 w 96487"/>
                <a:gd name="connsiteY7" fmla="*/ 0 h 1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6487" h="18513">
                  <a:moveTo>
                    <a:pt x="9585" y="0"/>
                  </a:moveTo>
                  <a:lnTo>
                    <a:pt x="0" y="0"/>
                  </a:lnTo>
                  <a:lnTo>
                    <a:pt x="0" y="18514"/>
                  </a:lnTo>
                  <a:lnTo>
                    <a:pt x="9585" y="18514"/>
                  </a:lnTo>
                  <a:lnTo>
                    <a:pt x="87542" y="18514"/>
                  </a:lnTo>
                  <a:lnTo>
                    <a:pt x="96488" y="18514"/>
                  </a:lnTo>
                  <a:lnTo>
                    <a:pt x="96488" y="0"/>
                  </a:lnTo>
                  <a:lnTo>
                    <a:pt x="87542" y="0"/>
                  </a:lnTo>
                  <a:close/>
                </a:path>
              </a:pathLst>
            </a:custGeom>
            <a:solidFill>
              <a:srgbClr val="0076A8"/>
            </a:solidFill>
            <a:ln w="6390" cap="flat">
              <a:noFill/>
              <a:prstDash val="solid"/>
              <a:miter/>
            </a:ln>
          </p:spPr>
          <p:txBody>
            <a:bodyPr rtlCol="0" anchor="ctr"/>
            <a:lstStyle/>
            <a:p>
              <a:endParaRPr lang="en-US"/>
            </a:p>
          </p:txBody>
        </p:sp>
      </p:grpSp>
      <p:grpSp>
        <p:nvGrpSpPr>
          <p:cNvPr id="946" name="Graphic 4">
            <a:extLst>
              <a:ext uri="{FF2B5EF4-FFF2-40B4-BE49-F238E27FC236}">
                <a16:creationId xmlns:a16="http://schemas.microsoft.com/office/drawing/2014/main" id="{CEB8F4E5-931F-C34C-964D-B5B1166B6B73}"/>
              </a:ext>
            </a:extLst>
          </p:cNvPr>
          <p:cNvGrpSpPr/>
          <p:nvPr/>
        </p:nvGrpSpPr>
        <p:grpSpPr>
          <a:xfrm>
            <a:off x="9279466" y="1893013"/>
            <a:ext cx="361671" cy="361333"/>
            <a:chOff x="9279466" y="1893013"/>
            <a:chExt cx="361671" cy="361333"/>
          </a:xfrm>
          <a:solidFill>
            <a:srgbClr val="0076A8"/>
          </a:solidFill>
        </p:grpSpPr>
        <p:sp>
          <p:nvSpPr>
            <p:cNvPr id="947" name="Graphic 4">
              <a:extLst>
                <a:ext uri="{FF2B5EF4-FFF2-40B4-BE49-F238E27FC236}">
                  <a16:creationId xmlns:a16="http://schemas.microsoft.com/office/drawing/2014/main" id="{9157BD2E-5B57-AC43-B458-E84A8E27BCE4}"/>
                </a:ext>
              </a:extLst>
            </p:cNvPr>
            <p:cNvSpPr/>
            <p:nvPr/>
          </p:nvSpPr>
          <p:spPr>
            <a:xfrm>
              <a:off x="9504392" y="2158587"/>
              <a:ext cx="17891" cy="17875"/>
            </a:xfrm>
            <a:custGeom>
              <a:avLst/>
              <a:gdLst>
                <a:gd name="connsiteX0" fmla="*/ 8946 w 17891"/>
                <a:gd name="connsiteY0" fmla="*/ 0 h 17875"/>
                <a:gd name="connsiteX1" fmla="*/ 0 w 17891"/>
                <a:gd name="connsiteY1" fmla="*/ 8938 h 17875"/>
                <a:gd name="connsiteX2" fmla="*/ 8946 w 17891"/>
                <a:gd name="connsiteY2" fmla="*/ 17875 h 17875"/>
                <a:gd name="connsiteX3" fmla="*/ 17891 w 17891"/>
                <a:gd name="connsiteY3" fmla="*/ 8938 h 17875"/>
                <a:gd name="connsiteX4" fmla="*/ 8946 w 17891"/>
                <a:gd name="connsiteY4" fmla="*/ 0 h 17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91" h="17875">
                  <a:moveTo>
                    <a:pt x="8946" y="0"/>
                  </a:moveTo>
                  <a:cubicBezTo>
                    <a:pt x="3834" y="0"/>
                    <a:pt x="0" y="3830"/>
                    <a:pt x="0" y="8938"/>
                  </a:cubicBezTo>
                  <a:cubicBezTo>
                    <a:pt x="0" y="14045"/>
                    <a:pt x="3834" y="17875"/>
                    <a:pt x="8946" y="17875"/>
                  </a:cubicBezTo>
                  <a:cubicBezTo>
                    <a:pt x="14058" y="17875"/>
                    <a:pt x="17891" y="14045"/>
                    <a:pt x="17891" y="8938"/>
                  </a:cubicBezTo>
                  <a:cubicBezTo>
                    <a:pt x="17891" y="3830"/>
                    <a:pt x="13419" y="0"/>
                    <a:pt x="8946" y="0"/>
                  </a:cubicBezTo>
                </a:path>
              </a:pathLst>
            </a:custGeom>
            <a:solidFill>
              <a:srgbClr val="0076A8"/>
            </a:solidFill>
            <a:ln w="6390" cap="flat">
              <a:noFill/>
              <a:prstDash val="solid"/>
              <a:miter/>
            </a:ln>
          </p:spPr>
          <p:txBody>
            <a:bodyPr rtlCol="0" anchor="ctr"/>
            <a:lstStyle/>
            <a:p>
              <a:endParaRPr lang="en-US"/>
            </a:p>
          </p:txBody>
        </p:sp>
        <p:sp>
          <p:nvSpPr>
            <p:cNvPr id="948" name="Graphic 4">
              <a:extLst>
                <a:ext uri="{FF2B5EF4-FFF2-40B4-BE49-F238E27FC236}">
                  <a16:creationId xmlns:a16="http://schemas.microsoft.com/office/drawing/2014/main" id="{3A3153AB-9EF3-E041-A0D2-82E41C12C346}"/>
                </a:ext>
              </a:extLst>
            </p:cNvPr>
            <p:cNvSpPr/>
            <p:nvPr/>
          </p:nvSpPr>
          <p:spPr>
            <a:xfrm>
              <a:off x="9428352" y="2158587"/>
              <a:ext cx="17892" cy="17875"/>
            </a:xfrm>
            <a:custGeom>
              <a:avLst/>
              <a:gdLst>
                <a:gd name="connsiteX0" fmla="*/ 8946 w 17892"/>
                <a:gd name="connsiteY0" fmla="*/ 0 h 17875"/>
                <a:gd name="connsiteX1" fmla="*/ 0 w 17892"/>
                <a:gd name="connsiteY1" fmla="*/ 8938 h 17875"/>
                <a:gd name="connsiteX2" fmla="*/ 8946 w 17892"/>
                <a:gd name="connsiteY2" fmla="*/ 17875 h 17875"/>
                <a:gd name="connsiteX3" fmla="*/ 17892 w 17892"/>
                <a:gd name="connsiteY3" fmla="*/ 8938 h 17875"/>
                <a:gd name="connsiteX4" fmla="*/ 8946 w 17892"/>
                <a:gd name="connsiteY4" fmla="*/ 0 h 17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92" h="17875">
                  <a:moveTo>
                    <a:pt x="8946" y="0"/>
                  </a:moveTo>
                  <a:cubicBezTo>
                    <a:pt x="3834" y="0"/>
                    <a:pt x="0" y="3830"/>
                    <a:pt x="0" y="8938"/>
                  </a:cubicBezTo>
                  <a:cubicBezTo>
                    <a:pt x="0" y="14045"/>
                    <a:pt x="3834" y="17875"/>
                    <a:pt x="8946" y="17875"/>
                  </a:cubicBezTo>
                  <a:cubicBezTo>
                    <a:pt x="14058" y="17875"/>
                    <a:pt x="17892" y="14045"/>
                    <a:pt x="17892" y="8938"/>
                  </a:cubicBezTo>
                  <a:cubicBezTo>
                    <a:pt x="17892" y="3830"/>
                    <a:pt x="14058" y="0"/>
                    <a:pt x="8946" y="0"/>
                  </a:cubicBezTo>
                </a:path>
              </a:pathLst>
            </a:custGeom>
            <a:solidFill>
              <a:srgbClr val="0076A8"/>
            </a:solidFill>
            <a:ln w="6390" cap="flat">
              <a:noFill/>
              <a:prstDash val="solid"/>
              <a:miter/>
            </a:ln>
          </p:spPr>
          <p:txBody>
            <a:bodyPr rtlCol="0" anchor="ctr"/>
            <a:lstStyle/>
            <a:p>
              <a:endParaRPr lang="en-US"/>
            </a:p>
          </p:txBody>
        </p:sp>
        <p:sp>
          <p:nvSpPr>
            <p:cNvPr id="949" name="Graphic 4">
              <a:extLst>
                <a:ext uri="{FF2B5EF4-FFF2-40B4-BE49-F238E27FC236}">
                  <a16:creationId xmlns:a16="http://schemas.microsoft.com/office/drawing/2014/main" id="{6690D20F-0045-CE4E-9061-7E8201582916}"/>
                </a:ext>
              </a:extLst>
            </p:cNvPr>
            <p:cNvSpPr/>
            <p:nvPr/>
          </p:nvSpPr>
          <p:spPr>
            <a:xfrm>
              <a:off x="9481388" y="1984942"/>
              <a:ext cx="62620" cy="62563"/>
            </a:xfrm>
            <a:custGeom>
              <a:avLst/>
              <a:gdLst>
                <a:gd name="connsiteX0" fmla="*/ 0 w 62620"/>
                <a:gd name="connsiteY0" fmla="*/ 0 h 62563"/>
                <a:gd name="connsiteX1" fmla="*/ 0 w 62620"/>
                <a:gd name="connsiteY1" fmla="*/ 62563 h 62563"/>
                <a:gd name="connsiteX2" fmla="*/ 62621 w 62620"/>
                <a:gd name="connsiteY2" fmla="*/ 62563 h 62563"/>
                <a:gd name="connsiteX3" fmla="*/ 0 w 62620"/>
                <a:gd name="connsiteY3" fmla="*/ 0 h 62563"/>
              </a:gdLst>
              <a:ahLst/>
              <a:cxnLst>
                <a:cxn ang="0">
                  <a:pos x="connsiteX0" y="connsiteY0"/>
                </a:cxn>
                <a:cxn ang="0">
                  <a:pos x="connsiteX1" y="connsiteY1"/>
                </a:cxn>
                <a:cxn ang="0">
                  <a:pos x="connsiteX2" y="connsiteY2"/>
                </a:cxn>
                <a:cxn ang="0">
                  <a:pos x="connsiteX3" y="connsiteY3"/>
                </a:cxn>
              </a:cxnLst>
              <a:rect l="l" t="t" r="r" b="b"/>
              <a:pathLst>
                <a:path w="62620" h="62563">
                  <a:moveTo>
                    <a:pt x="0" y="0"/>
                  </a:moveTo>
                  <a:lnTo>
                    <a:pt x="0" y="62563"/>
                  </a:lnTo>
                  <a:lnTo>
                    <a:pt x="62621" y="62563"/>
                  </a:lnTo>
                  <a:cubicBezTo>
                    <a:pt x="60065" y="29366"/>
                    <a:pt x="33227" y="2554"/>
                    <a:pt x="0" y="0"/>
                  </a:cubicBezTo>
                </a:path>
              </a:pathLst>
            </a:custGeom>
            <a:solidFill>
              <a:srgbClr val="0076A8"/>
            </a:solidFill>
            <a:ln w="6390" cap="flat">
              <a:noFill/>
              <a:prstDash val="solid"/>
              <a:miter/>
            </a:ln>
          </p:spPr>
          <p:txBody>
            <a:bodyPr rtlCol="0" anchor="ctr"/>
            <a:lstStyle/>
            <a:p>
              <a:endParaRPr lang="en-US"/>
            </a:p>
          </p:txBody>
        </p:sp>
        <p:sp>
          <p:nvSpPr>
            <p:cNvPr id="950" name="Graphic 4">
              <a:extLst>
                <a:ext uri="{FF2B5EF4-FFF2-40B4-BE49-F238E27FC236}">
                  <a16:creationId xmlns:a16="http://schemas.microsoft.com/office/drawing/2014/main" id="{971D5DB0-5C02-D34E-B03F-C9B288537C84}"/>
                </a:ext>
              </a:extLst>
            </p:cNvPr>
            <p:cNvSpPr/>
            <p:nvPr/>
          </p:nvSpPr>
          <p:spPr>
            <a:xfrm>
              <a:off x="9279466" y="1893013"/>
              <a:ext cx="361671" cy="361333"/>
            </a:xfrm>
            <a:custGeom>
              <a:avLst/>
              <a:gdLst>
                <a:gd name="connsiteX0" fmla="*/ 195533 w 361671"/>
                <a:gd name="connsiteY0" fmla="*/ 242591 h 361333"/>
                <a:gd name="connsiteX1" fmla="*/ 113741 w 361671"/>
                <a:gd name="connsiteY1" fmla="*/ 160876 h 361333"/>
                <a:gd name="connsiteX2" fmla="*/ 90099 w 361671"/>
                <a:gd name="connsiteY2" fmla="*/ 137256 h 361333"/>
                <a:gd name="connsiteX3" fmla="*/ 83709 w 361671"/>
                <a:gd name="connsiteY3" fmla="*/ 130872 h 361333"/>
                <a:gd name="connsiteX4" fmla="*/ 90099 w 361671"/>
                <a:gd name="connsiteY4" fmla="*/ 124488 h 361333"/>
                <a:gd name="connsiteX5" fmla="*/ 125882 w 361671"/>
                <a:gd name="connsiteY5" fmla="*/ 154492 h 361333"/>
                <a:gd name="connsiteX6" fmla="*/ 189143 w 361671"/>
                <a:gd name="connsiteY6" fmla="*/ 154492 h 361333"/>
                <a:gd name="connsiteX7" fmla="*/ 189143 w 361671"/>
                <a:gd name="connsiteY7" fmla="*/ 85545 h 361333"/>
                <a:gd name="connsiteX8" fmla="*/ 195533 w 361671"/>
                <a:gd name="connsiteY8" fmla="*/ 79161 h 361333"/>
                <a:gd name="connsiteX9" fmla="*/ 277323 w 361671"/>
                <a:gd name="connsiteY9" fmla="*/ 160876 h 361333"/>
                <a:gd name="connsiteX10" fmla="*/ 195533 w 361671"/>
                <a:gd name="connsiteY10" fmla="*/ 242591 h 361333"/>
                <a:gd name="connsiteX11" fmla="*/ 233872 w 361671"/>
                <a:gd name="connsiteY11" fmla="*/ 295579 h 361333"/>
                <a:gd name="connsiteX12" fmla="*/ 212146 w 361671"/>
                <a:gd name="connsiteY12" fmla="*/ 273873 h 361333"/>
                <a:gd name="connsiteX13" fmla="*/ 233872 w 361671"/>
                <a:gd name="connsiteY13" fmla="*/ 252167 h 361333"/>
                <a:gd name="connsiteX14" fmla="*/ 255597 w 361671"/>
                <a:gd name="connsiteY14" fmla="*/ 273873 h 361333"/>
                <a:gd name="connsiteX15" fmla="*/ 233872 w 361671"/>
                <a:gd name="connsiteY15" fmla="*/ 295579 h 361333"/>
                <a:gd name="connsiteX16" fmla="*/ 157832 w 361671"/>
                <a:gd name="connsiteY16" fmla="*/ 295579 h 361333"/>
                <a:gd name="connsiteX17" fmla="*/ 136106 w 361671"/>
                <a:gd name="connsiteY17" fmla="*/ 273873 h 361333"/>
                <a:gd name="connsiteX18" fmla="*/ 157832 w 361671"/>
                <a:gd name="connsiteY18" fmla="*/ 252167 h 361333"/>
                <a:gd name="connsiteX19" fmla="*/ 179558 w 361671"/>
                <a:gd name="connsiteY19" fmla="*/ 273873 h 361333"/>
                <a:gd name="connsiteX20" fmla="*/ 157832 w 361671"/>
                <a:gd name="connsiteY20" fmla="*/ 295579 h 361333"/>
                <a:gd name="connsiteX21" fmla="*/ 180836 w 361671"/>
                <a:gd name="connsiteY21" fmla="*/ 0 h 361333"/>
                <a:gd name="connsiteX22" fmla="*/ 0 w 361671"/>
                <a:gd name="connsiteY22" fmla="*/ 180667 h 361333"/>
                <a:gd name="connsiteX23" fmla="*/ 180836 w 361671"/>
                <a:gd name="connsiteY23" fmla="*/ 361333 h 361333"/>
                <a:gd name="connsiteX24" fmla="*/ 361671 w 361671"/>
                <a:gd name="connsiteY24" fmla="*/ 180667 h 361333"/>
                <a:gd name="connsiteX25" fmla="*/ 180836 w 361671"/>
                <a:gd name="connsiteY25"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1671" h="361333">
                  <a:moveTo>
                    <a:pt x="195533" y="242591"/>
                  </a:moveTo>
                  <a:cubicBezTo>
                    <a:pt x="150164" y="242591"/>
                    <a:pt x="113741" y="205564"/>
                    <a:pt x="113741" y="160876"/>
                  </a:cubicBezTo>
                  <a:cubicBezTo>
                    <a:pt x="113741" y="147470"/>
                    <a:pt x="102879" y="137256"/>
                    <a:pt x="90099" y="137256"/>
                  </a:cubicBezTo>
                  <a:cubicBezTo>
                    <a:pt x="86264" y="137256"/>
                    <a:pt x="83709" y="134702"/>
                    <a:pt x="83709" y="130872"/>
                  </a:cubicBezTo>
                  <a:cubicBezTo>
                    <a:pt x="83709" y="127041"/>
                    <a:pt x="86264" y="124488"/>
                    <a:pt x="90099" y="124488"/>
                  </a:cubicBezTo>
                  <a:cubicBezTo>
                    <a:pt x="107990" y="124488"/>
                    <a:pt x="123326" y="137894"/>
                    <a:pt x="125882" y="154492"/>
                  </a:cubicBezTo>
                  <a:lnTo>
                    <a:pt x="189143" y="154492"/>
                  </a:lnTo>
                  <a:lnTo>
                    <a:pt x="189143" y="85545"/>
                  </a:lnTo>
                  <a:cubicBezTo>
                    <a:pt x="189143" y="81715"/>
                    <a:pt x="191698" y="79161"/>
                    <a:pt x="195533" y="79161"/>
                  </a:cubicBezTo>
                  <a:cubicBezTo>
                    <a:pt x="240901" y="79161"/>
                    <a:pt x="277323" y="116189"/>
                    <a:pt x="277323" y="160876"/>
                  </a:cubicBezTo>
                  <a:cubicBezTo>
                    <a:pt x="277962" y="205564"/>
                    <a:pt x="240901" y="242591"/>
                    <a:pt x="195533" y="242591"/>
                  </a:cubicBezTo>
                  <a:moveTo>
                    <a:pt x="233872" y="295579"/>
                  </a:moveTo>
                  <a:cubicBezTo>
                    <a:pt x="221731" y="295579"/>
                    <a:pt x="212146" y="286003"/>
                    <a:pt x="212146" y="273873"/>
                  </a:cubicBezTo>
                  <a:cubicBezTo>
                    <a:pt x="212146" y="261743"/>
                    <a:pt x="221731" y="252167"/>
                    <a:pt x="233872" y="252167"/>
                  </a:cubicBezTo>
                  <a:cubicBezTo>
                    <a:pt x="246013" y="252167"/>
                    <a:pt x="255597" y="261743"/>
                    <a:pt x="255597" y="273873"/>
                  </a:cubicBezTo>
                  <a:cubicBezTo>
                    <a:pt x="254959" y="286003"/>
                    <a:pt x="245374" y="295579"/>
                    <a:pt x="233872" y="295579"/>
                  </a:cubicBezTo>
                  <a:moveTo>
                    <a:pt x="157832" y="295579"/>
                  </a:moveTo>
                  <a:cubicBezTo>
                    <a:pt x="145691" y="295579"/>
                    <a:pt x="136106" y="286003"/>
                    <a:pt x="136106" y="273873"/>
                  </a:cubicBezTo>
                  <a:cubicBezTo>
                    <a:pt x="136106" y="261743"/>
                    <a:pt x="145691" y="252167"/>
                    <a:pt x="157832" y="252167"/>
                  </a:cubicBezTo>
                  <a:cubicBezTo>
                    <a:pt x="169973" y="252167"/>
                    <a:pt x="179558" y="261743"/>
                    <a:pt x="179558" y="273873"/>
                  </a:cubicBezTo>
                  <a:cubicBezTo>
                    <a:pt x="179558" y="286003"/>
                    <a:pt x="169973" y="295579"/>
                    <a:pt x="157832" y="295579"/>
                  </a:cubicBezTo>
                  <a:moveTo>
                    <a:pt x="180836" y="0"/>
                  </a:moveTo>
                  <a:cubicBezTo>
                    <a:pt x="80514" y="0"/>
                    <a:pt x="0" y="81077"/>
                    <a:pt x="0" y="180667"/>
                  </a:cubicBezTo>
                  <a:cubicBezTo>
                    <a:pt x="0" y="280895"/>
                    <a:pt x="81153" y="361333"/>
                    <a:pt x="180836" y="361333"/>
                  </a:cubicBezTo>
                  <a:cubicBezTo>
                    <a:pt x="280518" y="361333"/>
                    <a:pt x="361671" y="280257"/>
                    <a:pt x="361671" y="180667"/>
                  </a:cubicBezTo>
                  <a:cubicBezTo>
                    <a:pt x="361671" y="81077"/>
                    <a:pt x="280518" y="0"/>
                    <a:pt x="180836" y="0"/>
                  </a:cubicBezTo>
                </a:path>
              </a:pathLst>
            </a:custGeom>
            <a:solidFill>
              <a:srgbClr val="0076A8"/>
            </a:solidFill>
            <a:ln w="6390" cap="flat">
              <a:noFill/>
              <a:prstDash val="solid"/>
              <a:miter/>
            </a:ln>
          </p:spPr>
          <p:txBody>
            <a:bodyPr rtlCol="0" anchor="ctr"/>
            <a:lstStyle/>
            <a:p>
              <a:endParaRPr lang="en-US"/>
            </a:p>
          </p:txBody>
        </p:sp>
        <p:sp>
          <p:nvSpPr>
            <p:cNvPr id="951" name="Graphic 4">
              <a:extLst>
                <a:ext uri="{FF2B5EF4-FFF2-40B4-BE49-F238E27FC236}">
                  <a16:creationId xmlns:a16="http://schemas.microsoft.com/office/drawing/2014/main" id="{098C69B5-0857-ED49-A4EC-B063AF28CF74}"/>
                </a:ext>
              </a:extLst>
            </p:cNvPr>
            <p:cNvSpPr/>
            <p:nvPr/>
          </p:nvSpPr>
          <p:spPr>
            <a:xfrm>
              <a:off x="9406626" y="2060273"/>
              <a:ext cx="138022" cy="62562"/>
            </a:xfrm>
            <a:custGeom>
              <a:avLst/>
              <a:gdLst>
                <a:gd name="connsiteX0" fmla="*/ 0 w 138022"/>
                <a:gd name="connsiteY0" fmla="*/ 0 h 62562"/>
                <a:gd name="connsiteX1" fmla="*/ 69012 w 138022"/>
                <a:gd name="connsiteY1" fmla="*/ 62563 h 62562"/>
                <a:gd name="connsiteX2" fmla="*/ 138022 w 138022"/>
                <a:gd name="connsiteY2" fmla="*/ 0 h 62562"/>
                <a:gd name="connsiteX3" fmla="*/ 0 w 138022"/>
                <a:gd name="connsiteY3" fmla="*/ 0 h 62562"/>
              </a:gdLst>
              <a:ahLst/>
              <a:cxnLst>
                <a:cxn ang="0">
                  <a:pos x="connsiteX0" y="connsiteY0"/>
                </a:cxn>
                <a:cxn ang="0">
                  <a:pos x="connsiteX1" y="connsiteY1"/>
                </a:cxn>
                <a:cxn ang="0">
                  <a:pos x="connsiteX2" y="connsiteY2"/>
                </a:cxn>
                <a:cxn ang="0">
                  <a:pos x="connsiteX3" y="connsiteY3"/>
                </a:cxn>
              </a:cxnLst>
              <a:rect l="l" t="t" r="r" b="b"/>
              <a:pathLst>
                <a:path w="138022" h="62562">
                  <a:moveTo>
                    <a:pt x="0" y="0"/>
                  </a:moveTo>
                  <a:cubicBezTo>
                    <a:pt x="3195" y="35112"/>
                    <a:pt x="33228" y="62563"/>
                    <a:pt x="69012" y="62563"/>
                  </a:cubicBezTo>
                  <a:cubicBezTo>
                    <a:pt x="104795" y="62563"/>
                    <a:pt x="134828" y="35112"/>
                    <a:pt x="138022" y="0"/>
                  </a:cubicBezTo>
                  <a:lnTo>
                    <a:pt x="0" y="0"/>
                  </a:lnTo>
                  <a:close/>
                </a:path>
              </a:pathLst>
            </a:custGeom>
            <a:solidFill>
              <a:srgbClr val="0076A8"/>
            </a:solidFill>
            <a:ln w="6390" cap="flat">
              <a:noFill/>
              <a:prstDash val="solid"/>
              <a:miter/>
            </a:ln>
          </p:spPr>
          <p:txBody>
            <a:bodyPr rtlCol="0" anchor="ctr"/>
            <a:lstStyle/>
            <a:p>
              <a:endParaRPr lang="en-US"/>
            </a:p>
          </p:txBody>
        </p:sp>
      </p:grpSp>
      <p:grpSp>
        <p:nvGrpSpPr>
          <p:cNvPr id="952" name="Graphic 4">
            <a:extLst>
              <a:ext uri="{FF2B5EF4-FFF2-40B4-BE49-F238E27FC236}">
                <a16:creationId xmlns:a16="http://schemas.microsoft.com/office/drawing/2014/main" id="{E2A146D5-FC88-1041-9E2B-655871C748BF}"/>
              </a:ext>
            </a:extLst>
          </p:cNvPr>
          <p:cNvGrpSpPr/>
          <p:nvPr/>
        </p:nvGrpSpPr>
        <p:grpSpPr>
          <a:xfrm>
            <a:off x="8239823" y="918179"/>
            <a:ext cx="361674" cy="361333"/>
            <a:chOff x="8239823" y="918179"/>
            <a:chExt cx="361674" cy="361333"/>
          </a:xfrm>
          <a:solidFill>
            <a:srgbClr val="0076A8"/>
          </a:solidFill>
        </p:grpSpPr>
        <p:sp>
          <p:nvSpPr>
            <p:cNvPr id="953" name="Graphic 4">
              <a:extLst>
                <a:ext uri="{FF2B5EF4-FFF2-40B4-BE49-F238E27FC236}">
                  <a16:creationId xmlns:a16="http://schemas.microsoft.com/office/drawing/2014/main" id="{307B5DBC-48EE-834C-B073-20AA5A53DA91}"/>
                </a:ext>
              </a:extLst>
            </p:cNvPr>
            <p:cNvSpPr/>
            <p:nvPr/>
          </p:nvSpPr>
          <p:spPr>
            <a:xfrm>
              <a:off x="8396377" y="1066926"/>
              <a:ext cx="48563" cy="40857"/>
            </a:xfrm>
            <a:custGeom>
              <a:avLst/>
              <a:gdLst>
                <a:gd name="connsiteX0" fmla="*/ 48563 w 48563"/>
                <a:gd name="connsiteY0" fmla="*/ 16598 h 40857"/>
                <a:gd name="connsiteX1" fmla="*/ 24282 w 48563"/>
                <a:gd name="connsiteY1" fmla="*/ 0 h 40857"/>
                <a:gd name="connsiteX2" fmla="*/ 0 w 48563"/>
                <a:gd name="connsiteY2" fmla="*/ 16598 h 40857"/>
                <a:gd name="connsiteX3" fmla="*/ 0 w 48563"/>
                <a:gd name="connsiteY3" fmla="*/ 40857 h 40857"/>
                <a:gd name="connsiteX4" fmla="*/ 48563 w 48563"/>
                <a:gd name="connsiteY4" fmla="*/ 40857 h 40857"/>
                <a:gd name="connsiteX5" fmla="*/ 48563 w 48563"/>
                <a:gd name="connsiteY5" fmla="*/ 16598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563" h="40857">
                  <a:moveTo>
                    <a:pt x="48563" y="16598"/>
                  </a:moveTo>
                  <a:cubicBezTo>
                    <a:pt x="48563" y="11491"/>
                    <a:pt x="46007" y="0"/>
                    <a:pt x="24282" y="0"/>
                  </a:cubicBezTo>
                  <a:cubicBezTo>
                    <a:pt x="2556" y="0"/>
                    <a:pt x="0" y="11491"/>
                    <a:pt x="0" y="16598"/>
                  </a:cubicBezTo>
                  <a:lnTo>
                    <a:pt x="0" y="40857"/>
                  </a:lnTo>
                  <a:lnTo>
                    <a:pt x="48563" y="40857"/>
                  </a:lnTo>
                  <a:lnTo>
                    <a:pt x="48563" y="16598"/>
                  </a:lnTo>
                  <a:close/>
                </a:path>
              </a:pathLst>
            </a:custGeom>
            <a:solidFill>
              <a:srgbClr val="0076A8"/>
            </a:solidFill>
            <a:ln w="6390" cap="flat">
              <a:noFill/>
              <a:prstDash val="solid"/>
              <a:miter/>
            </a:ln>
          </p:spPr>
          <p:txBody>
            <a:bodyPr rtlCol="0" anchor="ctr"/>
            <a:lstStyle/>
            <a:p>
              <a:endParaRPr lang="en-US"/>
            </a:p>
          </p:txBody>
        </p:sp>
        <p:sp>
          <p:nvSpPr>
            <p:cNvPr id="954" name="Graphic 4">
              <a:extLst>
                <a:ext uri="{FF2B5EF4-FFF2-40B4-BE49-F238E27FC236}">
                  <a16:creationId xmlns:a16="http://schemas.microsoft.com/office/drawing/2014/main" id="{F38C3198-0277-CC44-9B57-22DA09087641}"/>
                </a:ext>
              </a:extLst>
            </p:cNvPr>
            <p:cNvSpPr/>
            <p:nvPr/>
          </p:nvSpPr>
          <p:spPr>
            <a:xfrm>
              <a:off x="8404044" y="998617"/>
              <a:ext cx="33228" cy="33196"/>
            </a:xfrm>
            <a:custGeom>
              <a:avLst/>
              <a:gdLst>
                <a:gd name="connsiteX0" fmla="*/ 16614 w 33228"/>
                <a:gd name="connsiteY0" fmla="*/ 33197 h 33196"/>
                <a:gd name="connsiteX1" fmla="*/ 33228 w 33228"/>
                <a:gd name="connsiteY1" fmla="*/ 16598 h 33196"/>
                <a:gd name="connsiteX2" fmla="*/ 16614 w 33228"/>
                <a:gd name="connsiteY2" fmla="*/ 0 h 33196"/>
                <a:gd name="connsiteX3" fmla="*/ 0 w 33228"/>
                <a:gd name="connsiteY3" fmla="*/ 16598 h 33196"/>
                <a:gd name="connsiteX4" fmla="*/ 16614 w 33228"/>
                <a:gd name="connsiteY4" fmla="*/ 33197 h 33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28" h="33196">
                  <a:moveTo>
                    <a:pt x="16614" y="33197"/>
                  </a:moveTo>
                  <a:cubicBezTo>
                    <a:pt x="25560" y="33197"/>
                    <a:pt x="33228" y="25536"/>
                    <a:pt x="33228" y="16598"/>
                  </a:cubicBezTo>
                  <a:cubicBezTo>
                    <a:pt x="33228" y="7661"/>
                    <a:pt x="25560" y="0"/>
                    <a:pt x="16614" y="0"/>
                  </a:cubicBezTo>
                  <a:cubicBezTo>
                    <a:pt x="7668" y="0"/>
                    <a:pt x="0" y="7661"/>
                    <a:pt x="0" y="16598"/>
                  </a:cubicBezTo>
                  <a:cubicBezTo>
                    <a:pt x="0" y="25536"/>
                    <a:pt x="7668" y="33197"/>
                    <a:pt x="16614" y="33197"/>
                  </a:cubicBezTo>
                </a:path>
              </a:pathLst>
            </a:custGeom>
            <a:solidFill>
              <a:srgbClr val="0076A8"/>
            </a:solidFill>
            <a:ln w="6390" cap="flat">
              <a:noFill/>
              <a:prstDash val="solid"/>
              <a:miter/>
            </a:ln>
          </p:spPr>
          <p:txBody>
            <a:bodyPr rtlCol="0" anchor="ctr"/>
            <a:lstStyle/>
            <a:p>
              <a:endParaRPr lang="en-US"/>
            </a:p>
          </p:txBody>
        </p:sp>
        <p:sp>
          <p:nvSpPr>
            <p:cNvPr id="955" name="Graphic 4">
              <a:extLst>
                <a:ext uri="{FF2B5EF4-FFF2-40B4-BE49-F238E27FC236}">
                  <a16:creationId xmlns:a16="http://schemas.microsoft.com/office/drawing/2014/main" id="{8A240B49-BFA8-2347-9223-2D6D69519284}"/>
                </a:ext>
              </a:extLst>
            </p:cNvPr>
            <p:cNvSpPr/>
            <p:nvPr/>
          </p:nvSpPr>
          <p:spPr>
            <a:xfrm>
              <a:off x="8396377" y="1120551"/>
              <a:ext cx="48563" cy="25535"/>
            </a:xfrm>
            <a:custGeom>
              <a:avLst/>
              <a:gdLst>
                <a:gd name="connsiteX0" fmla="*/ 48563 w 48563"/>
                <a:gd name="connsiteY0" fmla="*/ 0 h 25535"/>
                <a:gd name="connsiteX1" fmla="*/ 0 w 48563"/>
                <a:gd name="connsiteY1" fmla="*/ 0 h 25535"/>
                <a:gd name="connsiteX2" fmla="*/ 0 w 48563"/>
                <a:gd name="connsiteY2" fmla="*/ 6384 h 25535"/>
                <a:gd name="connsiteX3" fmla="*/ 19170 w 48563"/>
                <a:gd name="connsiteY3" fmla="*/ 25536 h 25535"/>
                <a:gd name="connsiteX4" fmla="*/ 29394 w 48563"/>
                <a:gd name="connsiteY4" fmla="*/ 25536 h 25535"/>
                <a:gd name="connsiteX5" fmla="*/ 48563 w 48563"/>
                <a:gd name="connsiteY5" fmla="*/ 6384 h 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563" h="25535">
                  <a:moveTo>
                    <a:pt x="48563" y="0"/>
                  </a:moveTo>
                  <a:lnTo>
                    <a:pt x="0" y="0"/>
                  </a:lnTo>
                  <a:lnTo>
                    <a:pt x="0" y="6384"/>
                  </a:lnTo>
                  <a:lnTo>
                    <a:pt x="19170" y="25536"/>
                  </a:lnTo>
                  <a:lnTo>
                    <a:pt x="29394" y="25536"/>
                  </a:lnTo>
                  <a:lnTo>
                    <a:pt x="48563" y="6384"/>
                  </a:lnTo>
                  <a:close/>
                </a:path>
              </a:pathLst>
            </a:custGeom>
            <a:solidFill>
              <a:srgbClr val="0076A8"/>
            </a:solidFill>
            <a:ln w="6390" cap="flat">
              <a:noFill/>
              <a:prstDash val="solid"/>
              <a:miter/>
            </a:ln>
          </p:spPr>
          <p:txBody>
            <a:bodyPr rtlCol="0" anchor="ctr"/>
            <a:lstStyle/>
            <a:p>
              <a:endParaRPr lang="en-US"/>
            </a:p>
          </p:txBody>
        </p:sp>
        <p:sp>
          <p:nvSpPr>
            <p:cNvPr id="956" name="Graphic 4">
              <a:extLst>
                <a:ext uri="{FF2B5EF4-FFF2-40B4-BE49-F238E27FC236}">
                  <a16:creationId xmlns:a16="http://schemas.microsoft.com/office/drawing/2014/main" id="{78B1591D-05AC-6746-8F1C-49B01AAA5F15}"/>
                </a:ext>
              </a:extLst>
            </p:cNvPr>
            <p:cNvSpPr/>
            <p:nvPr/>
          </p:nvSpPr>
          <p:spPr>
            <a:xfrm>
              <a:off x="8239823" y="918179"/>
              <a:ext cx="361674" cy="361333"/>
            </a:xfrm>
            <a:custGeom>
              <a:avLst/>
              <a:gdLst>
                <a:gd name="connsiteX0" fmla="*/ 254320 w 361674"/>
                <a:gd name="connsiteY0" fmla="*/ 192158 h 361333"/>
                <a:gd name="connsiteX1" fmla="*/ 249208 w 361674"/>
                <a:gd name="connsiteY1" fmla="*/ 194711 h 361333"/>
                <a:gd name="connsiteX2" fmla="*/ 245374 w 361674"/>
                <a:gd name="connsiteY2" fmla="*/ 193435 h 361333"/>
                <a:gd name="connsiteX3" fmla="*/ 217897 w 361674"/>
                <a:gd name="connsiteY3" fmla="*/ 171091 h 361333"/>
                <a:gd name="connsiteX4" fmla="*/ 217897 w 361674"/>
                <a:gd name="connsiteY4" fmla="*/ 195988 h 361333"/>
                <a:gd name="connsiteX5" fmla="*/ 217897 w 361674"/>
                <a:gd name="connsiteY5" fmla="*/ 211310 h 361333"/>
                <a:gd name="connsiteX6" fmla="*/ 215980 w 361674"/>
                <a:gd name="connsiteY6" fmla="*/ 215779 h 361333"/>
                <a:gd name="connsiteX7" fmla="*/ 208951 w 361674"/>
                <a:gd name="connsiteY7" fmla="*/ 222801 h 361333"/>
                <a:gd name="connsiteX8" fmla="*/ 208951 w 361674"/>
                <a:gd name="connsiteY8" fmla="*/ 222801 h 361333"/>
                <a:gd name="connsiteX9" fmla="*/ 224287 w 361674"/>
                <a:gd name="connsiteY9" fmla="*/ 245783 h 361333"/>
                <a:gd name="connsiteX10" fmla="*/ 224287 w 361674"/>
                <a:gd name="connsiteY10" fmla="*/ 245783 h 361333"/>
                <a:gd name="connsiteX11" fmla="*/ 224925 w 361674"/>
                <a:gd name="connsiteY11" fmla="*/ 247699 h 361333"/>
                <a:gd name="connsiteX12" fmla="*/ 224925 w 361674"/>
                <a:gd name="connsiteY12" fmla="*/ 250252 h 361333"/>
                <a:gd name="connsiteX13" fmla="*/ 217258 w 361674"/>
                <a:gd name="connsiteY13" fmla="*/ 288556 h 361333"/>
                <a:gd name="connsiteX14" fmla="*/ 210868 w 361674"/>
                <a:gd name="connsiteY14" fmla="*/ 293663 h 361333"/>
                <a:gd name="connsiteX15" fmla="*/ 209590 w 361674"/>
                <a:gd name="connsiteY15" fmla="*/ 293663 h 361333"/>
                <a:gd name="connsiteX16" fmla="*/ 204478 w 361674"/>
                <a:gd name="connsiteY16" fmla="*/ 286002 h 361333"/>
                <a:gd name="connsiteX17" fmla="*/ 211507 w 361674"/>
                <a:gd name="connsiteY17" fmla="*/ 250252 h 361333"/>
                <a:gd name="connsiteX18" fmla="*/ 198727 w 361674"/>
                <a:gd name="connsiteY18" fmla="*/ 231739 h 361333"/>
                <a:gd name="connsiteX19" fmla="*/ 192337 w 361674"/>
                <a:gd name="connsiteY19" fmla="*/ 238123 h 361333"/>
                <a:gd name="connsiteX20" fmla="*/ 187864 w 361674"/>
                <a:gd name="connsiteY20" fmla="*/ 240038 h 361333"/>
                <a:gd name="connsiteX21" fmla="*/ 172528 w 361674"/>
                <a:gd name="connsiteY21" fmla="*/ 240038 h 361333"/>
                <a:gd name="connsiteX22" fmla="*/ 168056 w 361674"/>
                <a:gd name="connsiteY22" fmla="*/ 238123 h 361333"/>
                <a:gd name="connsiteX23" fmla="*/ 161666 w 361674"/>
                <a:gd name="connsiteY23" fmla="*/ 231739 h 361333"/>
                <a:gd name="connsiteX24" fmla="*/ 148886 w 361674"/>
                <a:gd name="connsiteY24" fmla="*/ 250252 h 361333"/>
                <a:gd name="connsiteX25" fmla="*/ 155915 w 361674"/>
                <a:gd name="connsiteY25" fmla="*/ 286002 h 361333"/>
                <a:gd name="connsiteX26" fmla="*/ 150802 w 361674"/>
                <a:gd name="connsiteY26" fmla="*/ 293663 h 361333"/>
                <a:gd name="connsiteX27" fmla="*/ 149525 w 361674"/>
                <a:gd name="connsiteY27" fmla="*/ 293663 h 361333"/>
                <a:gd name="connsiteX28" fmla="*/ 143135 w 361674"/>
                <a:gd name="connsiteY28" fmla="*/ 288556 h 361333"/>
                <a:gd name="connsiteX29" fmla="*/ 135466 w 361674"/>
                <a:gd name="connsiteY29" fmla="*/ 250252 h 361333"/>
                <a:gd name="connsiteX30" fmla="*/ 135466 w 361674"/>
                <a:gd name="connsiteY30" fmla="*/ 247699 h 361333"/>
                <a:gd name="connsiteX31" fmla="*/ 136106 w 361674"/>
                <a:gd name="connsiteY31" fmla="*/ 245783 h 361333"/>
                <a:gd name="connsiteX32" fmla="*/ 136106 w 361674"/>
                <a:gd name="connsiteY32" fmla="*/ 245783 h 361333"/>
                <a:gd name="connsiteX33" fmla="*/ 151441 w 361674"/>
                <a:gd name="connsiteY33" fmla="*/ 222801 h 361333"/>
                <a:gd name="connsiteX34" fmla="*/ 151441 w 361674"/>
                <a:gd name="connsiteY34" fmla="*/ 222801 h 361333"/>
                <a:gd name="connsiteX35" fmla="*/ 144412 w 361674"/>
                <a:gd name="connsiteY35" fmla="*/ 215779 h 361333"/>
                <a:gd name="connsiteX36" fmla="*/ 142496 w 361674"/>
                <a:gd name="connsiteY36" fmla="*/ 211310 h 361333"/>
                <a:gd name="connsiteX37" fmla="*/ 142496 w 361674"/>
                <a:gd name="connsiteY37" fmla="*/ 195988 h 361333"/>
                <a:gd name="connsiteX38" fmla="*/ 142496 w 361674"/>
                <a:gd name="connsiteY38" fmla="*/ 171091 h 361333"/>
                <a:gd name="connsiteX39" fmla="*/ 115019 w 361674"/>
                <a:gd name="connsiteY39" fmla="*/ 193435 h 361333"/>
                <a:gd name="connsiteX40" fmla="*/ 111185 w 361674"/>
                <a:gd name="connsiteY40" fmla="*/ 194711 h 361333"/>
                <a:gd name="connsiteX41" fmla="*/ 106073 w 361674"/>
                <a:gd name="connsiteY41" fmla="*/ 192158 h 361333"/>
                <a:gd name="connsiteX42" fmla="*/ 107351 w 361674"/>
                <a:gd name="connsiteY42" fmla="*/ 183220 h 361333"/>
                <a:gd name="connsiteX43" fmla="*/ 145691 w 361674"/>
                <a:gd name="connsiteY43" fmla="*/ 152577 h 361333"/>
                <a:gd name="connsiteX44" fmla="*/ 146330 w 361674"/>
                <a:gd name="connsiteY44" fmla="*/ 151939 h 361333"/>
                <a:gd name="connsiteX45" fmla="*/ 180196 w 361674"/>
                <a:gd name="connsiteY45" fmla="*/ 135979 h 361333"/>
                <a:gd name="connsiteX46" fmla="*/ 214063 w 361674"/>
                <a:gd name="connsiteY46" fmla="*/ 151939 h 361333"/>
                <a:gd name="connsiteX47" fmla="*/ 214702 w 361674"/>
                <a:gd name="connsiteY47" fmla="*/ 152577 h 361333"/>
                <a:gd name="connsiteX48" fmla="*/ 253041 w 361674"/>
                <a:gd name="connsiteY48" fmla="*/ 183220 h 361333"/>
                <a:gd name="connsiteX49" fmla="*/ 254320 w 361674"/>
                <a:gd name="connsiteY49" fmla="*/ 192158 h 361333"/>
                <a:gd name="connsiteX50" fmla="*/ 180836 w 361674"/>
                <a:gd name="connsiteY50" fmla="*/ 67670 h 361333"/>
                <a:gd name="connsiteX51" fmla="*/ 210229 w 361674"/>
                <a:gd name="connsiteY51" fmla="*/ 97037 h 361333"/>
                <a:gd name="connsiteX52" fmla="*/ 180836 w 361674"/>
                <a:gd name="connsiteY52" fmla="*/ 126403 h 361333"/>
                <a:gd name="connsiteX53" fmla="*/ 151441 w 361674"/>
                <a:gd name="connsiteY53" fmla="*/ 97037 h 361333"/>
                <a:gd name="connsiteX54" fmla="*/ 180836 w 361674"/>
                <a:gd name="connsiteY54" fmla="*/ 67670 h 361333"/>
                <a:gd name="connsiteX55" fmla="*/ 180836 w 361674"/>
                <a:gd name="connsiteY55" fmla="*/ 0 h 361333"/>
                <a:gd name="connsiteX56" fmla="*/ 0 w 361674"/>
                <a:gd name="connsiteY56" fmla="*/ 180667 h 361333"/>
                <a:gd name="connsiteX57" fmla="*/ 180836 w 361674"/>
                <a:gd name="connsiteY57" fmla="*/ 361333 h 361333"/>
                <a:gd name="connsiteX58" fmla="*/ 361670 w 361674"/>
                <a:gd name="connsiteY58" fmla="*/ 180667 h 361333"/>
                <a:gd name="connsiteX59" fmla="*/ 180836 w 361674"/>
                <a:gd name="connsiteY5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61674" h="361333">
                  <a:moveTo>
                    <a:pt x="254320" y="192158"/>
                  </a:moveTo>
                  <a:cubicBezTo>
                    <a:pt x="253041" y="193435"/>
                    <a:pt x="251125" y="194711"/>
                    <a:pt x="249208" y="194711"/>
                  </a:cubicBezTo>
                  <a:cubicBezTo>
                    <a:pt x="247930" y="194711"/>
                    <a:pt x="246651" y="194073"/>
                    <a:pt x="245374" y="193435"/>
                  </a:cubicBezTo>
                  <a:lnTo>
                    <a:pt x="217897" y="171091"/>
                  </a:lnTo>
                  <a:lnTo>
                    <a:pt x="217897" y="195988"/>
                  </a:lnTo>
                  <a:lnTo>
                    <a:pt x="217897" y="211310"/>
                  </a:lnTo>
                  <a:cubicBezTo>
                    <a:pt x="217897" y="213225"/>
                    <a:pt x="217258" y="214502"/>
                    <a:pt x="215980" y="215779"/>
                  </a:cubicBezTo>
                  <a:lnTo>
                    <a:pt x="208951" y="222801"/>
                  </a:lnTo>
                  <a:cubicBezTo>
                    <a:pt x="208951" y="222801"/>
                    <a:pt x="208951" y="222801"/>
                    <a:pt x="208951" y="222801"/>
                  </a:cubicBezTo>
                  <a:lnTo>
                    <a:pt x="224287" y="245783"/>
                  </a:lnTo>
                  <a:cubicBezTo>
                    <a:pt x="224287" y="245783"/>
                    <a:pt x="224287" y="245783"/>
                    <a:pt x="224287" y="245783"/>
                  </a:cubicBezTo>
                  <a:cubicBezTo>
                    <a:pt x="224925" y="246422"/>
                    <a:pt x="224925" y="247060"/>
                    <a:pt x="224925" y="247699"/>
                  </a:cubicBezTo>
                  <a:cubicBezTo>
                    <a:pt x="224925" y="248337"/>
                    <a:pt x="224925" y="249614"/>
                    <a:pt x="224925" y="250252"/>
                  </a:cubicBezTo>
                  <a:lnTo>
                    <a:pt x="217258" y="288556"/>
                  </a:lnTo>
                  <a:cubicBezTo>
                    <a:pt x="216619" y="291748"/>
                    <a:pt x="214063" y="293663"/>
                    <a:pt x="210868" y="293663"/>
                  </a:cubicBezTo>
                  <a:cubicBezTo>
                    <a:pt x="210229" y="293663"/>
                    <a:pt x="210229" y="293663"/>
                    <a:pt x="209590" y="293663"/>
                  </a:cubicBezTo>
                  <a:cubicBezTo>
                    <a:pt x="206395" y="293025"/>
                    <a:pt x="203839" y="289833"/>
                    <a:pt x="204478" y="286002"/>
                  </a:cubicBezTo>
                  <a:lnTo>
                    <a:pt x="211507" y="250252"/>
                  </a:lnTo>
                  <a:lnTo>
                    <a:pt x="198727" y="231739"/>
                  </a:lnTo>
                  <a:lnTo>
                    <a:pt x="192337" y="238123"/>
                  </a:lnTo>
                  <a:cubicBezTo>
                    <a:pt x="191059" y="239399"/>
                    <a:pt x="189781" y="240038"/>
                    <a:pt x="187864" y="240038"/>
                  </a:cubicBezTo>
                  <a:lnTo>
                    <a:pt x="172528" y="240038"/>
                  </a:lnTo>
                  <a:cubicBezTo>
                    <a:pt x="170611" y="240038"/>
                    <a:pt x="169333" y="239399"/>
                    <a:pt x="168056" y="238123"/>
                  </a:cubicBezTo>
                  <a:lnTo>
                    <a:pt x="161666" y="231739"/>
                  </a:lnTo>
                  <a:lnTo>
                    <a:pt x="148886" y="250252"/>
                  </a:lnTo>
                  <a:lnTo>
                    <a:pt x="155915" y="286002"/>
                  </a:lnTo>
                  <a:cubicBezTo>
                    <a:pt x="156553" y="289194"/>
                    <a:pt x="154636" y="293025"/>
                    <a:pt x="150802" y="293663"/>
                  </a:cubicBezTo>
                  <a:cubicBezTo>
                    <a:pt x="150164" y="293663"/>
                    <a:pt x="150164" y="293663"/>
                    <a:pt x="149525" y="293663"/>
                  </a:cubicBezTo>
                  <a:cubicBezTo>
                    <a:pt x="146330" y="293663"/>
                    <a:pt x="143774" y="291748"/>
                    <a:pt x="143135" y="288556"/>
                  </a:cubicBezTo>
                  <a:lnTo>
                    <a:pt x="135466" y="250252"/>
                  </a:lnTo>
                  <a:cubicBezTo>
                    <a:pt x="135466" y="249614"/>
                    <a:pt x="135466" y="248337"/>
                    <a:pt x="135466" y="247699"/>
                  </a:cubicBezTo>
                  <a:cubicBezTo>
                    <a:pt x="135466" y="247060"/>
                    <a:pt x="136106" y="246422"/>
                    <a:pt x="136106" y="245783"/>
                  </a:cubicBezTo>
                  <a:cubicBezTo>
                    <a:pt x="136106" y="245783"/>
                    <a:pt x="136106" y="245783"/>
                    <a:pt x="136106" y="245783"/>
                  </a:cubicBezTo>
                  <a:lnTo>
                    <a:pt x="151441" y="222801"/>
                  </a:lnTo>
                  <a:cubicBezTo>
                    <a:pt x="151441" y="222801"/>
                    <a:pt x="151441" y="222801"/>
                    <a:pt x="151441" y="222801"/>
                  </a:cubicBezTo>
                  <a:lnTo>
                    <a:pt x="144412" y="215779"/>
                  </a:lnTo>
                  <a:cubicBezTo>
                    <a:pt x="143135" y="214502"/>
                    <a:pt x="142496" y="213225"/>
                    <a:pt x="142496" y="211310"/>
                  </a:cubicBezTo>
                  <a:lnTo>
                    <a:pt x="142496" y="195988"/>
                  </a:lnTo>
                  <a:lnTo>
                    <a:pt x="142496" y="171091"/>
                  </a:lnTo>
                  <a:lnTo>
                    <a:pt x="115019" y="193435"/>
                  </a:lnTo>
                  <a:cubicBezTo>
                    <a:pt x="113741" y="194073"/>
                    <a:pt x="112463" y="194711"/>
                    <a:pt x="111185" y="194711"/>
                  </a:cubicBezTo>
                  <a:cubicBezTo>
                    <a:pt x="109268" y="194711"/>
                    <a:pt x="107351" y="194073"/>
                    <a:pt x="106073" y="192158"/>
                  </a:cubicBezTo>
                  <a:cubicBezTo>
                    <a:pt x="104156" y="189604"/>
                    <a:pt x="104156" y="185135"/>
                    <a:pt x="107351" y="183220"/>
                  </a:cubicBezTo>
                  <a:lnTo>
                    <a:pt x="145691" y="152577"/>
                  </a:lnTo>
                  <a:cubicBezTo>
                    <a:pt x="145691" y="152577"/>
                    <a:pt x="146330" y="152577"/>
                    <a:pt x="146330" y="151939"/>
                  </a:cubicBezTo>
                  <a:cubicBezTo>
                    <a:pt x="150802" y="143001"/>
                    <a:pt x="161666" y="135979"/>
                    <a:pt x="180196" y="135979"/>
                  </a:cubicBezTo>
                  <a:cubicBezTo>
                    <a:pt x="198727" y="135979"/>
                    <a:pt x="208951" y="143001"/>
                    <a:pt x="214063" y="151939"/>
                  </a:cubicBezTo>
                  <a:cubicBezTo>
                    <a:pt x="214063" y="151939"/>
                    <a:pt x="214702" y="151939"/>
                    <a:pt x="214702" y="152577"/>
                  </a:cubicBezTo>
                  <a:lnTo>
                    <a:pt x="253041" y="183220"/>
                  </a:lnTo>
                  <a:cubicBezTo>
                    <a:pt x="256236" y="185774"/>
                    <a:pt x="256875" y="189604"/>
                    <a:pt x="254320" y="192158"/>
                  </a:cubicBezTo>
                  <a:moveTo>
                    <a:pt x="180836" y="67670"/>
                  </a:moveTo>
                  <a:cubicBezTo>
                    <a:pt x="196810" y="67670"/>
                    <a:pt x="210229" y="81077"/>
                    <a:pt x="210229" y="97037"/>
                  </a:cubicBezTo>
                  <a:cubicBezTo>
                    <a:pt x="210229" y="112996"/>
                    <a:pt x="196810" y="126403"/>
                    <a:pt x="180836" y="126403"/>
                  </a:cubicBezTo>
                  <a:cubicBezTo>
                    <a:pt x="164861" y="126403"/>
                    <a:pt x="151441" y="112996"/>
                    <a:pt x="151441" y="97037"/>
                  </a:cubicBezTo>
                  <a:cubicBezTo>
                    <a:pt x="151441" y="81077"/>
                    <a:pt x="164861" y="67670"/>
                    <a:pt x="180836" y="67670"/>
                  </a:cubicBezTo>
                  <a:moveTo>
                    <a:pt x="180836" y="0"/>
                  </a:moveTo>
                  <a:cubicBezTo>
                    <a:pt x="80513" y="0"/>
                    <a:pt x="0" y="81077"/>
                    <a:pt x="0" y="180667"/>
                  </a:cubicBezTo>
                  <a:cubicBezTo>
                    <a:pt x="0" y="280895"/>
                    <a:pt x="81152" y="361333"/>
                    <a:pt x="180836" y="361333"/>
                  </a:cubicBezTo>
                  <a:cubicBezTo>
                    <a:pt x="281157" y="361333"/>
                    <a:pt x="361670" y="280257"/>
                    <a:pt x="361670" y="180667"/>
                  </a:cubicBezTo>
                  <a:cubicBezTo>
                    <a:pt x="362309" y="81077"/>
                    <a:pt x="281157" y="0"/>
                    <a:pt x="180836" y="0"/>
                  </a:cubicBezTo>
                </a:path>
              </a:pathLst>
            </a:custGeom>
            <a:solidFill>
              <a:srgbClr val="0076A8"/>
            </a:solidFill>
            <a:ln w="6390" cap="flat">
              <a:noFill/>
              <a:prstDash val="solid"/>
              <a:miter/>
            </a:ln>
          </p:spPr>
          <p:txBody>
            <a:bodyPr rtlCol="0" anchor="ctr"/>
            <a:lstStyle/>
            <a:p>
              <a:endParaRPr lang="en-US"/>
            </a:p>
          </p:txBody>
        </p:sp>
      </p:grpSp>
      <p:grpSp>
        <p:nvGrpSpPr>
          <p:cNvPr id="957" name="Graphic 4">
            <a:extLst>
              <a:ext uri="{FF2B5EF4-FFF2-40B4-BE49-F238E27FC236}">
                <a16:creationId xmlns:a16="http://schemas.microsoft.com/office/drawing/2014/main" id="{52172962-81E1-E544-932C-4D109EDEC89D}"/>
              </a:ext>
            </a:extLst>
          </p:cNvPr>
          <p:cNvGrpSpPr/>
          <p:nvPr/>
        </p:nvGrpSpPr>
        <p:grpSpPr>
          <a:xfrm>
            <a:off x="9279466" y="4308712"/>
            <a:ext cx="361671" cy="361333"/>
            <a:chOff x="9279466" y="4308712"/>
            <a:chExt cx="361671" cy="361333"/>
          </a:xfrm>
          <a:solidFill>
            <a:srgbClr val="0076A8"/>
          </a:solidFill>
        </p:grpSpPr>
        <p:sp>
          <p:nvSpPr>
            <p:cNvPr id="958" name="Graphic 4">
              <a:extLst>
                <a:ext uri="{FF2B5EF4-FFF2-40B4-BE49-F238E27FC236}">
                  <a16:creationId xmlns:a16="http://schemas.microsoft.com/office/drawing/2014/main" id="{1AA08214-E5CF-214C-A20F-DD73709B659C}"/>
                </a:ext>
              </a:extLst>
            </p:cNvPr>
            <p:cNvSpPr/>
            <p:nvPr/>
          </p:nvSpPr>
          <p:spPr>
            <a:xfrm>
              <a:off x="9351672" y="4396811"/>
              <a:ext cx="218535" cy="185135"/>
            </a:xfrm>
            <a:custGeom>
              <a:avLst/>
              <a:gdLst>
                <a:gd name="connsiteX0" fmla="*/ 191059 w 218535"/>
                <a:gd name="connsiteY0" fmla="*/ 98952 h 185135"/>
                <a:gd name="connsiteX1" fmla="*/ 172528 w 218535"/>
                <a:gd name="connsiteY1" fmla="*/ 111081 h 185135"/>
                <a:gd name="connsiteX2" fmla="*/ 172528 w 218535"/>
                <a:gd name="connsiteY2" fmla="*/ 111081 h 185135"/>
                <a:gd name="connsiteX3" fmla="*/ 172528 w 218535"/>
                <a:gd name="connsiteY3" fmla="*/ 111081 h 185135"/>
                <a:gd name="connsiteX4" fmla="*/ 163582 w 218535"/>
                <a:gd name="connsiteY4" fmla="*/ 128318 h 185135"/>
                <a:gd name="connsiteX5" fmla="*/ 162943 w 218535"/>
                <a:gd name="connsiteY5" fmla="*/ 130233 h 185135"/>
                <a:gd name="connsiteX6" fmla="*/ 168695 w 218535"/>
                <a:gd name="connsiteY6" fmla="*/ 135979 h 185135"/>
                <a:gd name="connsiteX7" fmla="*/ 171889 w 218535"/>
                <a:gd name="connsiteY7" fmla="*/ 144278 h 185135"/>
                <a:gd name="connsiteX8" fmla="*/ 166138 w 218535"/>
                <a:gd name="connsiteY8" fmla="*/ 148108 h 185135"/>
                <a:gd name="connsiteX9" fmla="*/ 163582 w 218535"/>
                <a:gd name="connsiteY9" fmla="*/ 147470 h 185135"/>
                <a:gd name="connsiteX10" fmla="*/ 150802 w 218535"/>
                <a:gd name="connsiteY10" fmla="*/ 134064 h 185135"/>
                <a:gd name="connsiteX11" fmla="*/ 152720 w 218535"/>
                <a:gd name="connsiteY11" fmla="*/ 121934 h 185135"/>
                <a:gd name="connsiteX12" fmla="*/ 160387 w 218535"/>
                <a:gd name="connsiteY12" fmla="*/ 106613 h 185135"/>
                <a:gd name="connsiteX13" fmla="*/ 154636 w 218535"/>
                <a:gd name="connsiteY13" fmla="*/ 97037 h 185135"/>
                <a:gd name="connsiteX14" fmla="*/ 153358 w 218535"/>
                <a:gd name="connsiteY14" fmla="*/ 88099 h 185135"/>
                <a:gd name="connsiteX15" fmla="*/ 162305 w 218535"/>
                <a:gd name="connsiteY15" fmla="*/ 86822 h 185135"/>
                <a:gd name="connsiteX16" fmla="*/ 168695 w 218535"/>
                <a:gd name="connsiteY16" fmla="*/ 93845 h 185135"/>
                <a:gd name="connsiteX17" fmla="*/ 191059 w 218535"/>
                <a:gd name="connsiteY17" fmla="*/ 85546 h 185135"/>
                <a:gd name="connsiteX18" fmla="*/ 197449 w 218535"/>
                <a:gd name="connsiteY18" fmla="*/ 91930 h 185135"/>
                <a:gd name="connsiteX19" fmla="*/ 191059 w 218535"/>
                <a:gd name="connsiteY19" fmla="*/ 98952 h 185135"/>
                <a:gd name="connsiteX20" fmla="*/ 157831 w 218535"/>
                <a:gd name="connsiteY20" fmla="*/ 45327 h 185135"/>
                <a:gd name="connsiteX21" fmla="*/ 157831 w 218535"/>
                <a:gd name="connsiteY21" fmla="*/ 45327 h 185135"/>
                <a:gd name="connsiteX22" fmla="*/ 179557 w 218535"/>
                <a:gd name="connsiteY22" fmla="*/ 64478 h 185135"/>
                <a:gd name="connsiteX23" fmla="*/ 177641 w 218535"/>
                <a:gd name="connsiteY23" fmla="*/ 73416 h 185135"/>
                <a:gd name="connsiteX24" fmla="*/ 174446 w 218535"/>
                <a:gd name="connsiteY24" fmla="*/ 74693 h 185135"/>
                <a:gd name="connsiteX25" fmla="*/ 169333 w 218535"/>
                <a:gd name="connsiteY25" fmla="*/ 71501 h 185135"/>
                <a:gd name="connsiteX26" fmla="*/ 157192 w 218535"/>
                <a:gd name="connsiteY26" fmla="*/ 58094 h 185135"/>
                <a:gd name="connsiteX27" fmla="*/ 151441 w 218535"/>
                <a:gd name="connsiteY27" fmla="*/ 51710 h 185135"/>
                <a:gd name="connsiteX28" fmla="*/ 157831 w 218535"/>
                <a:gd name="connsiteY28" fmla="*/ 45327 h 185135"/>
                <a:gd name="connsiteX29" fmla="*/ 129076 w 218535"/>
                <a:gd name="connsiteY29" fmla="*/ 88099 h 185135"/>
                <a:gd name="connsiteX30" fmla="*/ 130355 w 218535"/>
                <a:gd name="connsiteY30" fmla="*/ 96398 h 185135"/>
                <a:gd name="connsiteX31" fmla="*/ 125243 w 218535"/>
                <a:gd name="connsiteY31" fmla="*/ 99590 h 185135"/>
                <a:gd name="connsiteX32" fmla="*/ 122686 w 218535"/>
                <a:gd name="connsiteY32" fmla="*/ 98952 h 185135"/>
                <a:gd name="connsiteX33" fmla="*/ 94571 w 218535"/>
                <a:gd name="connsiteY33" fmla="*/ 98952 h 185135"/>
                <a:gd name="connsiteX34" fmla="*/ 86264 w 218535"/>
                <a:gd name="connsiteY34" fmla="*/ 95760 h 185135"/>
                <a:gd name="connsiteX35" fmla="*/ 89459 w 218535"/>
                <a:gd name="connsiteY35" fmla="*/ 87461 h 185135"/>
                <a:gd name="connsiteX36" fmla="*/ 113741 w 218535"/>
                <a:gd name="connsiteY36" fmla="*/ 84269 h 185135"/>
                <a:gd name="connsiteX37" fmla="*/ 120131 w 218535"/>
                <a:gd name="connsiteY37" fmla="*/ 65117 h 185135"/>
                <a:gd name="connsiteX38" fmla="*/ 129076 w 218535"/>
                <a:gd name="connsiteY38" fmla="*/ 63840 h 185135"/>
                <a:gd name="connsiteX39" fmla="*/ 130355 w 218535"/>
                <a:gd name="connsiteY39" fmla="*/ 72778 h 185135"/>
                <a:gd name="connsiteX40" fmla="*/ 129076 w 218535"/>
                <a:gd name="connsiteY40" fmla="*/ 88099 h 185135"/>
                <a:gd name="connsiteX41" fmla="*/ 84986 w 218535"/>
                <a:gd name="connsiteY41" fmla="*/ 47880 h 185135"/>
                <a:gd name="connsiteX42" fmla="*/ 93932 w 218535"/>
                <a:gd name="connsiteY42" fmla="*/ 38943 h 185135"/>
                <a:gd name="connsiteX43" fmla="*/ 94571 w 218535"/>
                <a:gd name="connsiteY43" fmla="*/ 31282 h 185135"/>
                <a:gd name="connsiteX44" fmla="*/ 103517 w 218535"/>
                <a:gd name="connsiteY44" fmla="*/ 28728 h 185135"/>
                <a:gd name="connsiteX45" fmla="*/ 106712 w 218535"/>
                <a:gd name="connsiteY45" fmla="*/ 33197 h 185135"/>
                <a:gd name="connsiteX46" fmla="*/ 109268 w 218535"/>
                <a:gd name="connsiteY46" fmla="*/ 33835 h 185135"/>
                <a:gd name="connsiteX47" fmla="*/ 115019 w 218535"/>
                <a:gd name="connsiteY47" fmla="*/ 39581 h 185135"/>
                <a:gd name="connsiteX48" fmla="*/ 110546 w 218535"/>
                <a:gd name="connsiteY48" fmla="*/ 46603 h 185135"/>
                <a:gd name="connsiteX49" fmla="*/ 98405 w 218535"/>
                <a:gd name="connsiteY49" fmla="*/ 51710 h 185135"/>
                <a:gd name="connsiteX50" fmla="*/ 96488 w 218535"/>
                <a:gd name="connsiteY50" fmla="*/ 56179 h 185135"/>
                <a:gd name="connsiteX51" fmla="*/ 92015 w 218535"/>
                <a:gd name="connsiteY51" fmla="*/ 58094 h 185135"/>
                <a:gd name="connsiteX52" fmla="*/ 87542 w 218535"/>
                <a:gd name="connsiteY52" fmla="*/ 56179 h 185135"/>
                <a:gd name="connsiteX53" fmla="*/ 84986 w 218535"/>
                <a:gd name="connsiteY53" fmla="*/ 47880 h 185135"/>
                <a:gd name="connsiteX54" fmla="*/ 61982 w 218535"/>
                <a:gd name="connsiteY54" fmla="*/ 81715 h 185135"/>
                <a:gd name="connsiteX55" fmla="*/ 54953 w 218535"/>
                <a:gd name="connsiteY55" fmla="*/ 81077 h 185135"/>
                <a:gd name="connsiteX56" fmla="*/ 30032 w 218535"/>
                <a:gd name="connsiteY56" fmla="*/ 90014 h 185135"/>
                <a:gd name="connsiteX57" fmla="*/ 26199 w 218535"/>
                <a:gd name="connsiteY57" fmla="*/ 91291 h 185135"/>
                <a:gd name="connsiteX58" fmla="*/ 21087 w 218535"/>
                <a:gd name="connsiteY58" fmla="*/ 88738 h 185135"/>
                <a:gd name="connsiteX59" fmla="*/ 22365 w 218535"/>
                <a:gd name="connsiteY59" fmla="*/ 79800 h 185135"/>
                <a:gd name="connsiteX60" fmla="*/ 51758 w 218535"/>
                <a:gd name="connsiteY60" fmla="*/ 67670 h 185135"/>
                <a:gd name="connsiteX61" fmla="*/ 45368 w 218535"/>
                <a:gd name="connsiteY61" fmla="*/ 46603 h 185135"/>
                <a:gd name="connsiteX62" fmla="*/ 47925 w 218535"/>
                <a:gd name="connsiteY62" fmla="*/ 37666 h 185135"/>
                <a:gd name="connsiteX63" fmla="*/ 56871 w 218535"/>
                <a:gd name="connsiteY63" fmla="*/ 40219 h 185135"/>
                <a:gd name="connsiteX64" fmla="*/ 65817 w 218535"/>
                <a:gd name="connsiteY64" fmla="*/ 75970 h 185135"/>
                <a:gd name="connsiteX65" fmla="*/ 61982 w 218535"/>
                <a:gd name="connsiteY65" fmla="*/ 81715 h 185135"/>
                <a:gd name="connsiteX66" fmla="*/ 207034 w 218535"/>
                <a:gd name="connsiteY66" fmla="*/ 77885 h 185135"/>
                <a:gd name="connsiteX67" fmla="*/ 203839 w 218535"/>
                <a:gd name="connsiteY67" fmla="*/ 73416 h 185135"/>
                <a:gd name="connsiteX68" fmla="*/ 205117 w 218535"/>
                <a:gd name="connsiteY68" fmla="*/ 68309 h 185135"/>
                <a:gd name="connsiteX69" fmla="*/ 209590 w 218535"/>
                <a:gd name="connsiteY69" fmla="*/ 55541 h 185135"/>
                <a:gd name="connsiteX70" fmla="*/ 187225 w 218535"/>
                <a:gd name="connsiteY70" fmla="*/ 33197 h 185135"/>
                <a:gd name="connsiteX71" fmla="*/ 184031 w 218535"/>
                <a:gd name="connsiteY71" fmla="*/ 33835 h 185135"/>
                <a:gd name="connsiteX72" fmla="*/ 178918 w 218535"/>
                <a:gd name="connsiteY72" fmla="*/ 32559 h 185135"/>
                <a:gd name="connsiteX73" fmla="*/ 176362 w 218535"/>
                <a:gd name="connsiteY73" fmla="*/ 28090 h 185135"/>
                <a:gd name="connsiteX74" fmla="*/ 153997 w 218535"/>
                <a:gd name="connsiteY74" fmla="*/ 8299 h 185135"/>
                <a:gd name="connsiteX75" fmla="*/ 141217 w 218535"/>
                <a:gd name="connsiteY75" fmla="*/ 12768 h 185135"/>
                <a:gd name="connsiteX76" fmla="*/ 136106 w 218535"/>
                <a:gd name="connsiteY76" fmla="*/ 14045 h 185135"/>
                <a:gd name="connsiteX77" fmla="*/ 131633 w 218535"/>
                <a:gd name="connsiteY77" fmla="*/ 10853 h 185135"/>
                <a:gd name="connsiteX78" fmla="*/ 112463 w 218535"/>
                <a:gd name="connsiteY78" fmla="*/ 0 h 185135"/>
                <a:gd name="connsiteX79" fmla="*/ 95210 w 218535"/>
                <a:gd name="connsiteY79" fmla="*/ 8299 h 185135"/>
                <a:gd name="connsiteX80" fmla="*/ 88181 w 218535"/>
                <a:gd name="connsiteY80" fmla="*/ 10215 h 185135"/>
                <a:gd name="connsiteX81" fmla="*/ 62622 w 218535"/>
                <a:gd name="connsiteY81" fmla="*/ 16599 h 185135"/>
                <a:gd name="connsiteX82" fmla="*/ 55592 w 218535"/>
                <a:gd name="connsiteY82" fmla="*/ 18514 h 185135"/>
                <a:gd name="connsiteX83" fmla="*/ 47286 w 218535"/>
                <a:gd name="connsiteY83" fmla="*/ 16599 h 185135"/>
                <a:gd name="connsiteX84" fmla="*/ 24921 w 218535"/>
                <a:gd name="connsiteY84" fmla="*/ 38943 h 185135"/>
                <a:gd name="connsiteX85" fmla="*/ 25560 w 218535"/>
                <a:gd name="connsiteY85" fmla="*/ 44688 h 185135"/>
                <a:gd name="connsiteX86" fmla="*/ 21726 w 218535"/>
                <a:gd name="connsiteY86" fmla="*/ 52349 h 185135"/>
                <a:gd name="connsiteX87" fmla="*/ 0 w 218535"/>
                <a:gd name="connsiteY87" fmla="*/ 84907 h 185135"/>
                <a:gd name="connsiteX88" fmla="*/ 35145 w 218535"/>
                <a:gd name="connsiteY88" fmla="*/ 120019 h 185135"/>
                <a:gd name="connsiteX89" fmla="*/ 52397 w 218535"/>
                <a:gd name="connsiteY89" fmla="*/ 114912 h 185135"/>
                <a:gd name="connsiteX90" fmla="*/ 61343 w 218535"/>
                <a:gd name="connsiteY90" fmla="*/ 116827 h 185135"/>
                <a:gd name="connsiteX91" fmla="*/ 80513 w 218535"/>
                <a:gd name="connsiteY91" fmla="*/ 127680 h 185135"/>
                <a:gd name="connsiteX92" fmla="*/ 97766 w 218535"/>
                <a:gd name="connsiteY92" fmla="*/ 119381 h 185135"/>
                <a:gd name="connsiteX93" fmla="*/ 103517 w 218535"/>
                <a:gd name="connsiteY93" fmla="*/ 116827 h 185135"/>
                <a:gd name="connsiteX94" fmla="*/ 108629 w 218535"/>
                <a:gd name="connsiteY94" fmla="*/ 120657 h 185135"/>
                <a:gd name="connsiteX95" fmla="*/ 126521 w 218535"/>
                <a:gd name="connsiteY95" fmla="*/ 135341 h 185135"/>
                <a:gd name="connsiteX96" fmla="*/ 132271 w 218535"/>
                <a:gd name="connsiteY96" fmla="*/ 141724 h 185135"/>
                <a:gd name="connsiteX97" fmla="*/ 132271 w 218535"/>
                <a:gd name="connsiteY97" fmla="*/ 185135 h 185135"/>
                <a:gd name="connsiteX98" fmla="*/ 169972 w 218535"/>
                <a:gd name="connsiteY98" fmla="*/ 185135 h 185135"/>
                <a:gd name="connsiteX99" fmla="*/ 186586 w 218535"/>
                <a:gd name="connsiteY99" fmla="*/ 159600 h 185135"/>
                <a:gd name="connsiteX100" fmla="*/ 202561 w 218535"/>
                <a:gd name="connsiteY100" fmla="*/ 137894 h 185135"/>
                <a:gd name="connsiteX101" fmla="*/ 199366 w 218535"/>
                <a:gd name="connsiteY101" fmla="*/ 127041 h 185135"/>
                <a:gd name="connsiteX102" fmla="*/ 198727 w 218535"/>
                <a:gd name="connsiteY102" fmla="*/ 121296 h 185135"/>
                <a:gd name="connsiteX103" fmla="*/ 202561 w 218535"/>
                <a:gd name="connsiteY103" fmla="*/ 117465 h 185135"/>
                <a:gd name="connsiteX104" fmla="*/ 218536 w 218535"/>
                <a:gd name="connsiteY104" fmla="*/ 96398 h 185135"/>
                <a:gd name="connsiteX105" fmla="*/ 207034 w 218535"/>
                <a:gd name="connsiteY105" fmla="*/ 77885 h 185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218535" h="185135">
                  <a:moveTo>
                    <a:pt x="191059" y="98952"/>
                  </a:moveTo>
                  <a:cubicBezTo>
                    <a:pt x="176362" y="98313"/>
                    <a:pt x="172528" y="111081"/>
                    <a:pt x="172528" y="111081"/>
                  </a:cubicBezTo>
                  <a:cubicBezTo>
                    <a:pt x="172528" y="111081"/>
                    <a:pt x="172528" y="111081"/>
                    <a:pt x="172528" y="111081"/>
                  </a:cubicBezTo>
                  <a:cubicBezTo>
                    <a:pt x="172528" y="111081"/>
                    <a:pt x="172528" y="111081"/>
                    <a:pt x="172528" y="111081"/>
                  </a:cubicBezTo>
                  <a:cubicBezTo>
                    <a:pt x="172528" y="111720"/>
                    <a:pt x="168056" y="121296"/>
                    <a:pt x="163582" y="128318"/>
                  </a:cubicBezTo>
                  <a:cubicBezTo>
                    <a:pt x="162943" y="129595"/>
                    <a:pt x="162943" y="130233"/>
                    <a:pt x="162943" y="130233"/>
                  </a:cubicBezTo>
                  <a:cubicBezTo>
                    <a:pt x="163582" y="132149"/>
                    <a:pt x="167416" y="134702"/>
                    <a:pt x="168695" y="135979"/>
                  </a:cubicBezTo>
                  <a:cubicBezTo>
                    <a:pt x="171889" y="137256"/>
                    <a:pt x="173167" y="141086"/>
                    <a:pt x="171889" y="144278"/>
                  </a:cubicBezTo>
                  <a:cubicBezTo>
                    <a:pt x="170611" y="146832"/>
                    <a:pt x="168695" y="148108"/>
                    <a:pt x="166138" y="148108"/>
                  </a:cubicBezTo>
                  <a:cubicBezTo>
                    <a:pt x="165500" y="148108"/>
                    <a:pt x="164221" y="148108"/>
                    <a:pt x="163582" y="147470"/>
                  </a:cubicBezTo>
                  <a:cubicBezTo>
                    <a:pt x="162305" y="146832"/>
                    <a:pt x="153358" y="142363"/>
                    <a:pt x="150802" y="134064"/>
                  </a:cubicBezTo>
                  <a:cubicBezTo>
                    <a:pt x="149525" y="130233"/>
                    <a:pt x="150164" y="125765"/>
                    <a:pt x="152720" y="121934"/>
                  </a:cubicBezTo>
                  <a:cubicBezTo>
                    <a:pt x="155915" y="116189"/>
                    <a:pt x="159748" y="108528"/>
                    <a:pt x="160387" y="106613"/>
                  </a:cubicBezTo>
                  <a:cubicBezTo>
                    <a:pt x="161026" y="104059"/>
                    <a:pt x="157192" y="99590"/>
                    <a:pt x="154636" y="97037"/>
                  </a:cubicBezTo>
                  <a:cubicBezTo>
                    <a:pt x="152081" y="95121"/>
                    <a:pt x="151441" y="90653"/>
                    <a:pt x="153358" y="88099"/>
                  </a:cubicBezTo>
                  <a:cubicBezTo>
                    <a:pt x="155276" y="85546"/>
                    <a:pt x="159748" y="84907"/>
                    <a:pt x="162305" y="86822"/>
                  </a:cubicBezTo>
                  <a:cubicBezTo>
                    <a:pt x="162943" y="87461"/>
                    <a:pt x="166138" y="90014"/>
                    <a:pt x="168695" y="93845"/>
                  </a:cubicBezTo>
                  <a:cubicBezTo>
                    <a:pt x="173806" y="89376"/>
                    <a:pt x="181474" y="85546"/>
                    <a:pt x="191059" y="85546"/>
                  </a:cubicBezTo>
                  <a:cubicBezTo>
                    <a:pt x="194893" y="85546"/>
                    <a:pt x="197449" y="88738"/>
                    <a:pt x="197449" y="91930"/>
                  </a:cubicBezTo>
                  <a:cubicBezTo>
                    <a:pt x="197449" y="96398"/>
                    <a:pt x="194254" y="99590"/>
                    <a:pt x="191059" y="98952"/>
                  </a:cubicBezTo>
                  <a:moveTo>
                    <a:pt x="157831" y="45327"/>
                  </a:moveTo>
                  <a:lnTo>
                    <a:pt x="157831" y="45327"/>
                  </a:lnTo>
                  <a:cubicBezTo>
                    <a:pt x="161026" y="45327"/>
                    <a:pt x="168695" y="47242"/>
                    <a:pt x="179557" y="64478"/>
                  </a:cubicBezTo>
                  <a:cubicBezTo>
                    <a:pt x="181474" y="67670"/>
                    <a:pt x="180836" y="71501"/>
                    <a:pt x="177641" y="73416"/>
                  </a:cubicBezTo>
                  <a:cubicBezTo>
                    <a:pt x="176362" y="74054"/>
                    <a:pt x="175084" y="74693"/>
                    <a:pt x="174446" y="74693"/>
                  </a:cubicBezTo>
                  <a:cubicBezTo>
                    <a:pt x="172528" y="74693"/>
                    <a:pt x="169972" y="73416"/>
                    <a:pt x="169333" y="71501"/>
                  </a:cubicBezTo>
                  <a:cubicBezTo>
                    <a:pt x="162305" y="60648"/>
                    <a:pt x="157831" y="58094"/>
                    <a:pt x="157192" y="58094"/>
                  </a:cubicBezTo>
                  <a:cubicBezTo>
                    <a:pt x="153997" y="57456"/>
                    <a:pt x="151441" y="54902"/>
                    <a:pt x="151441" y="51710"/>
                  </a:cubicBezTo>
                  <a:cubicBezTo>
                    <a:pt x="151441" y="47880"/>
                    <a:pt x="154636" y="45327"/>
                    <a:pt x="157831" y="45327"/>
                  </a:cubicBezTo>
                  <a:moveTo>
                    <a:pt x="129076" y="88099"/>
                  </a:moveTo>
                  <a:cubicBezTo>
                    <a:pt x="131633" y="90014"/>
                    <a:pt x="131633" y="93845"/>
                    <a:pt x="130355" y="96398"/>
                  </a:cubicBezTo>
                  <a:cubicBezTo>
                    <a:pt x="129076" y="98313"/>
                    <a:pt x="127160" y="99590"/>
                    <a:pt x="125243" y="99590"/>
                  </a:cubicBezTo>
                  <a:cubicBezTo>
                    <a:pt x="124604" y="99590"/>
                    <a:pt x="123326" y="99590"/>
                    <a:pt x="122686" y="98952"/>
                  </a:cubicBezTo>
                  <a:cubicBezTo>
                    <a:pt x="107990" y="93206"/>
                    <a:pt x="95210" y="98313"/>
                    <a:pt x="94571" y="98952"/>
                  </a:cubicBezTo>
                  <a:cubicBezTo>
                    <a:pt x="91376" y="100229"/>
                    <a:pt x="87542" y="98952"/>
                    <a:pt x="86264" y="95760"/>
                  </a:cubicBezTo>
                  <a:cubicBezTo>
                    <a:pt x="84986" y="92568"/>
                    <a:pt x="86264" y="88738"/>
                    <a:pt x="89459" y="87461"/>
                  </a:cubicBezTo>
                  <a:cubicBezTo>
                    <a:pt x="90737" y="86822"/>
                    <a:pt x="100961" y="82354"/>
                    <a:pt x="113741" y="84269"/>
                  </a:cubicBezTo>
                  <a:cubicBezTo>
                    <a:pt x="113102" y="78523"/>
                    <a:pt x="114380" y="72139"/>
                    <a:pt x="120131" y="65117"/>
                  </a:cubicBezTo>
                  <a:cubicBezTo>
                    <a:pt x="122048" y="62563"/>
                    <a:pt x="126521" y="61925"/>
                    <a:pt x="129076" y="63840"/>
                  </a:cubicBezTo>
                  <a:cubicBezTo>
                    <a:pt x="131633" y="65755"/>
                    <a:pt x="132271" y="70224"/>
                    <a:pt x="130355" y="72778"/>
                  </a:cubicBezTo>
                  <a:cubicBezTo>
                    <a:pt x="122686" y="81715"/>
                    <a:pt x="129076" y="87461"/>
                    <a:pt x="129076" y="88099"/>
                  </a:cubicBezTo>
                  <a:moveTo>
                    <a:pt x="84986" y="47880"/>
                  </a:moveTo>
                  <a:cubicBezTo>
                    <a:pt x="85625" y="46603"/>
                    <a:pt x="86264" y="42773"/>
                    <a:pt x="93932" y="38943"/>
                  </a:cubicBezTo>
                  <a:cubicBezTo>
                    <a:pt x="92654" y="36389"/>
                    <a:pt x="93293" y="33197"/>
                    <a:pt x="94571" y="31282"/>
                  </a:cubicBezTo>
                  <a:cubicBezTo>
                    <a:pt x="96488" y="28090"/>
                    <a:pt x="100322" y="27451"/>
                    <a:pt x="103517" y="28728"/>
                  </a:cubicBezTo>
                  <a:cubicBezTo>
                    <a:pt x="105434" y="29367"/>
                    <a:pt x="106073" y="31282"/>
                    <a:pt x="106712" y="33197"/>
                  </a:cubicBezTo>
                  <a:cubicBezTo>
                    <a:pt x="107351" y="33197"/>
                    <a:pt x="107990" y="33197"/>
                    <a:pt x="109268" y="33835"/>
                  </a:cubicBezTo>
                  <a:cubicBezTo>
                    <a:pt x="112463" y="33835"/>
                    <a:pt x="115019" y="36389"/>
                    <a:pt x="115019" y="39581"/>
                  </a:cubicBezTo>
                  <a:cubicBezTo>
                    <a:pt x="115019" y="42773"/>
                    <a:pt x="113741" y="45327"/>
                    <a:pt x="110546" y="46603"/>
                  </a:cubicBezTo>
                  <a:cubicBezTo>
                    <a:pt x="106073" y="47880"/>
                    <a:pt x="100961" y="49795"/>
                    <a:pt x="98405" y="51710"/>
                  </a:cubicBezTo>
                  <a:cubicBezTo>
                    <a:pt x="98405" y="53626"/>
                    <a:pt x="97766" y="54902"/>
                    <a:pt x="96488" y="56179"/>
                  </a:cubicBezTo>
                  <a:cubicBezTo>
                    <a:pt x="95210" y="57456"/>
                    <a:pt x="93293" y="58094"/>
                    <a:pt x="92015" y="58094"/>
                  </a:cubicBezTo>
                  <a:cubicBezTo>
                    <a:pt x="90098" y="58094"/>
                    <a:pt x="88820" y="57456"/>
                    <a:pt x="87542" y="56179"/>
                  </a:cubicBezTo>
                  <a:cubicBezTo>
                    <a:pt x="84986" y="53626"/>
                    <a:pt x="84347" y="51072"/>
                    <a:pt x="84986" y="47880"/>
                  </a:cubicBezTo>
                  <a:moveTo>
                    <a:pt x="61982" y="81715"/>
                  </a:moveTo>
                  <a:cubicBezTo>
                    <a:pt x="59427" y="82992"/>
                    <a:pt x="56871" y="82354"/>
                    <a:pt x="54953" y="81077"/>
                  </a:cubicBezTo>
                  <a:cubicBezTo>
                    <a:pt x="51119" y="77885"/>
                    <a:pt x="37701" y="83630"/>
                    <a:pt x="30032" y="90014"/>
                  </a:cubicBezTo>
                  <a:cubicBezTo>
                    <a:pt x="28755" y="90653"/>
                    <a:pt x="27477" y="91291"/>
                    <a:pt x="26199" y="91291"/>
                  </a:cubicBezTo>
                  <a:cubicBezTo>
                    <a:pt x="24282" y="91291"/>
                    <a:pt x="22365" y="90653"/>
                    <a:pt x="21087" y="88738"/>
                  </a:cubicBezTo>
                  <a:cubicBezTo>
                    <a:pt x="19170" y="86184"/>
                    <a:pt x="19809" y="81715"/>
                    <a:pt x="22365" y="79800"/>
                  </a:cubicBezTo>
                  <a:cubicBezTo>
                    <a:pt x="25560" y="77246"/>
                    <a:pt x="39617" y="67670"/>
                    <a:pt x="51758" y="67670"/>
                  </a:cubicBezTo>
                  <a:cubicBezTo>
                    <a:pt x="50481" y="60648"/>
                    <a:pt x="48563" y="51710"/>
                    <a:pt x="45368" y="46603"/>
                  </a:cubicBezTo>
                  <a:cubicBezTo>
                    <a:pt x="43452" y="43411"/>
                    <a:pt x="44730" y="39581"/>
                    <a:pt x="47925" y="37666"/>
                  </a:cubicBezTo>
                  <a:cubicBezTo>
                    <a:pt x="51119" y="35751"/>
                    <a:pt x="54953" y="37027"/>
                    <a:pt x="56871" y="40219"/>
                  </a:cubicBezTo>
                  <a:cubicBezTo>
                    <a:pt x="63899" y="52349"/>
                    <a:pt x="65817" y="74693"/>
                    <a:pt x="65817" y="75970"/>
                  </a:cubicBezTo>
                  <a:cubicBezTo>
                    <a:pt x="65817" y="78523"/>
                    <a:pt x="63899" y="80438"/>
                    <a:pt x="61982" y="81715"/>
                  </a:cubicBezTo>
                  <a:moveTo>
                    <a:pt x="207034" y="77885"/>
                  </a:moveTo>
                  <a:cubicBezTo>
                    <a:pt x="205756" y="77246"/>
                    <a:pt x="204478" y="75331"/>
                    <a:pt x="203839" y="73416"/>
                  </a:cubicBezTo>
                  <a:cubicBezTo>
                    <a:pt x="203200" y="71501"/>
                    <a:pt x="203839" y="69586"/>
                    <a:pt x="205117" y="68309"/>
                  </a:cubicBezTo>
                  <a:cubicBezTo>
                    <a:pt x="207673" y="64478"/>
                    <a:pt x="209590" y="60010"/>
                    <a:pt x="209590" y="55541"/>
                  </a:cubicBezTo>
                  <a:cubicBezTo>
                    <a:pt x="209590" y="43411"/>
                    <a:pt x="199366" y="33197"/>
                    <a:pt x="187225" y="33197"/>
                  </a:cubicBezTo>
                  <a:cubicBezTo>
                    <a:pt x="185947" y="33197"/>
                    <a:pt x="184669" y="33197"/>
                    <a:pt x="184031" y="33835"/>
                  </a:cubicBezTo>
                  <a:cubicBezTo>
                    <a:pt x="182113" y="33835"/>
                    <a:pt x="180836" y="33835"/>
                    <a:pt x="178918" y="32559"/>
                  </a:cubicBezTo>
                  <a:cubicBezTo>
                    <a:pt x="177641" y="31282"/>
                    <a:pt x="176362" y="30005"/>
                    <a:pt x="176362" y="28090"/>
                  </a:cubicBezTo>
                  <a:cubicBezTo>
                    <a:pt x="175084" y="16599"/>
                    <a:pt x="165500" y="8299"/>
                    <a:pt x="153997" y="8299"/>
                  </a:cubicBezTo>
                  <a:cubicBezTo>
                    <a:pt x="149525" y="8299"/>
                    <a:pt x="145051" y="9576"/>
                    <a:pt x="141217" y="12768"/>
                  </a:cubicBezTo>
                  <a:cubicBezTo>
                    <a:pt x="139940" y="14045"/>
                    <a:pt x="138022" y="14045"/>
                    <a:pt x="136106" y="14045"/>
                  </a:cubicBezTo>
                  <a:cubicBezTo>
                    <a:pt x="134189" y="13407"/>
                    <a:pt x="132911" y="12768"/>
                    <a:pt x="131633" y="10853"/>
                  </a:cubicBezTo>
                  <a:cubicBezTo>
                    <a:pt x="127160" y="4469"/>
                    <a:pt x="120131" y="0"/>
                    <a:pt x="112463" y="0"/>
                  </a:cubicBezTo>
                  <a:cubicBezTo>
                    <a:pt x="106073" y="0"/>
                    <a:pt x="99683" y="3192"/>
                    <a:pt x="95210" y="8299"/>
                  </a:cubicBezTo>
                  <a:cubicBezTo>
                    <a:pt x="93293" y="10215"/>
                    <a:pt x="90737" y="10853"/>
                    <a:pt x="88181" y="10215"/>
                  </a:cubicBezTo>
                  <a:cubicBezTo>
                    <a:pt x="79235" y="6384"/>
                    <a:pt x="69012" y="8938"/>
                    <a:pt x="62622" y="16599"/>
                  </a:cubicBezTo>
                  <a:cubicBezTo>
                    <a:pt x="60704" y="18514"/>
                    <a:pt x="58148" y="19791"/>
                    <a:pt x="55592" y="18514"/>
                  </a:cubicBezTo>
                  <a:cubicBezTo>
                    <a:pt x="53037" y="17237"/>
                    <a:pt x="49842" y="16599"/>
                    <a:pt x="47286" y="16599"/>
                  </a:cubicBezTo>
                  <a:cubicBezTo>
                    <a:pt x="35145" y="16599"/>
                    <a:pt x="24921" y="26813"/>
                    <a:pt x="24921" y="38943"/>
                  </a:cubicBezTo>
                  <a:cubicBezTo>
                    <a:pt x="24921" y="40858"/>
                    <a:pt x="24921" y="42135"/>
                    <a:pt x="25560" y="44688"/>
                  </a:cubicBezTo>
                  <a:cubicBezTo>
                    <a:pt x="26199" y="47880"/>
                    <a:pt x="24921" y="51072"/>
                    <a:pt x="21726" y="52349"/>
                  </a:cubicBezTo>
                  <a:cubicBezTo>
                    <a:pt x="8307" y="57456"/>
                    <a:pt x="0" y="70224"/>
                    <a:pt x="0" y="84907"/>
                  </a:cubicBezTo>
                  <a:cubicBezTo>
                    <a:pt x="0" y="104059"/>
                    <a:pt x="15336" y="120019"/>
                    <a:pt x="35145" y="120019"/>
                  </a:cubicBezTo>
                  <a:cubicBezTo>
                    <a:pt x="40896" y="120019"/>
                    <a:pt x="47286" y="118104"/>
                    <a:pt x="52397" y="114912"/>
                  </a:cubicBezTo>
                  <a:cubicBezTo>
                    <a:pt x="55592" y="112997"/>
                    <a:pt x="59427" y="114273"/>
                    <a:pt x="61343" y="116827"/>
                  </a:cubicBezTo>
                  <a:cubicBezTo>
                    <a:pt x="65177" y="123849"/>
                    <a:pt x="72845" y="127680"/>
                    <a:pt x="80513" y="127680"/>
                  </a:cubicBezTo>
                  <a:cubicBezTo>
                    <a:pt x="87542" y="127680"/>
                    <a:pt x="93932" y="124488"/>
                    <a:pt x="97766" y="119381"/>
                  </a:cubicBezTo>
                  <a:cubicBezTo>
                    <a:pt x="99044" y="117465"/>
                    <a:pt x="101600" y="116827"/>
                    <a:pt x="103517" y="116827"/>
                  </a:cubicBezTo>
                  <a:cubicBezTo>
                    <a:pt x="106073" y="117465"/>
                    <a:pt x="107990" y="118742"/>
                    <a:pt x="108629" y="120657"/>
                  </a:cubicBezTo>
                  <a:cubicBezTo>
                    <a:pt x="111185" y="128318"/>
                    <a:pt x="118214" y="134064"/>
                    <a:pt x="126521" y="135341"/>
                  </a:cubicBezTo>
                  <a:cubicBezTo>
                    <a:pt x="129716" y="135979"/>
                    <a:pt x="132271" y="138533"/>
                    <a:pt x="132271" y="141724"/>
                  </a:cubicBezTo>
                  <a:lnTo>
                    <a:pt x="132271" y="185135"/>
                  </a:lnTo>
                  <a:lnTo>
                    <a:pt x="169972" y="185135"/>
                  </a:lnTo>
                  <a:cubicBezTo>
                    <a:pt x="171251" y="178113"/>
                    <a:pt x="175084" y="166622"/>
                    <a:pt x="186586" y="159600"/>
                  </a:cubicBezTo>
                  <a:cubicBezTo>
                    <a:pt x="200005" y="151300"/>
                    <a:pt x="202561" y="144916"/>
                    <a:pt x="202561" y="137894"/>
                  </a:cubicBezTo>
                  <a:cubicBezTo>
                    <a:pt x="202561" y="134064"/>
                    <a:pt x="201283" y="130233"/>
                    <a:pt x="199366" y="127041"/>
                  </a:cubicBezTo>
                  <a:cubicBezTo>
                    <a:pt x="198727" y="125126"/>
                    <a:pt x="198088" y="123211"/>
                    <a:pt x="198727" y="121296"/>
                  </a:cubicBezTo>
                  <a:cubicBezTo>
                    <a:pt x="199366" y="119381"/>
                    <a:pt x="200644" y="118104"/>
                    <a:pt x="202561" y="117465"/>
                  </a:cubicBezTo>
                  <a:cubicBezTo>
                    <a:pt x="212146" y="114273"/>
                    <a:pt x="218536" y="105974"/>
                    <a:pt x="218536" y="96398"/>
                  </a:cubicBezTo>
                  <a:cubicBezTo>
                    <a:pt x="217897" y="88738"/>
                    <a:pt x="213424" y="81715"/>
                    <a:pt x="207034" y="77885"/>
                  </a:cubicBezTo>
                </a:path>
              </a:pathLst>
            </a:custGeom>
            <a:solidFill>
              <a:srgbClr val="0076A8"/>
            </a:solidFill>
            <a:ln w="6390" cap="flat">
              <a:noFill/>
              <a:prstDash val="solid"/>
              <a:miter/>
            </a:ln>
          </p:spPr>
          <p:txBody>
            <a:bodyPr rtlCol="0" anchor="ctr"/>
            <a:lstStyle/>
            <a:p>
              <a:endParaRPr lang="en-US"/>
            </a:p>
          </p:txBody>
        </p:sp>
        <p:sp>
          <p:nvSpPr>
            <p:cNvPr id="959" name="Graphic 4">
              <a:extLst>
                <a:ext uri="{FF2B5EF4-FFF2-40B4-BE49-F238E27FC236}">
                  <a16:creationId xmlns:a16="http://schemas.microsoft.com/office/drawing/2014/main" id="{0848A7E4-4B2C-724A-BB16-4169B19C0D0C}"/>
                </a:ext>
              </a:extLst>
            </p:cNvPr>
            <p:cNvSpPr/>
            <p:nvPr/>
          </p:nvSpPr>
          <p:spPr>
            <a:xfrm>
              <a:off x="9279466" y="4308712"/>
              <a:ext cx="361671" cy="361333"/>
            </a:xfrm>
            <a:custGeom>
              <a:avLst/>
              <a:gdLst>
                <a:gd name="connsiteX0" fmla="*/ 284352 w 361671"/>
                <a:gd name="connsiteY0" fmla="*/ 215779 h 361333"/>
                <a:gd name="connsiteX1" fmla="*/ 286270 w 361671"/>
                <a:gd name="connsiteY1" fmla="*/ 225993 h 361333"/>
                <a:gd name="connsiteX2" fmla="*/ 264544 w 361671"/>
                <a:gd name="connsiteY2" fmla="*/ 258551 h 361333"/>
                <a:gd name="connsiteX3" fmla="*/ 253681 w 361671"/>
                <a:gd name="connsiteY3" fmla="*/ 279618 h 361333"/>
                <a:gd name="connsiteX4" fmla="*/ 247291 w 361671"/>
                <a:gd name="connsiteY4" fmla="*/ 286002 h 361333"/>
                <a:gd name="connsiteX5" fmla="*/ 197449 w 361671"/>
                <a:gd name="connsiteY5" fmla="*/ 286002 h 361333"/>
                <a:gd name="connsiteX6" fmla="*/ 191059 w 361671"/>
                <a:gd name="connsiteY6" fmla="*/ 279618 h 361333"/>
                <a:gd name="connsiteX7" fmla="*/ 191059 w 361671"/>
                <a:gd name="connsiteY7" fmla="*/ 234930 h 361333"/>
                <a:gd name="connsiteX8" fmla="*/ 172528 w 361671"/>
                <a:gd name="connsiteY8" fmla="*/ 221524 h 361333"/>
                <a:gd name="connsiteX9" fmla="*/ 152081 w 361671"/>
                <a:gd name="connsiteY9" fmla="*/ 228546 h 361333"/>
                <a:gd name="connsiteX10" fmla="*/ 125243 w 361671"/>
                <a:gd name="connsiteY10" fmla="*/ 216417 h 361333"/>
                <a:gd name="connsiteX11" fmla="*/ 106712 w 361671"/>
                <a:gd name="connsiteY11" fmla="*/ 220247 h 361333"/>
                <a:gd name="connsiteX12" fmla="*/ 58788 w 361671"/>
                <a:gd name="connsiteY12" fmla="*/ 172368 h 361333"/>
                <a:gd name="connsiteX13" fmla="*/ 83709 w 361671"/>
                <a:gd name="connsiteY13" fmla="*/ 130233 h 361333"/>
                <a:gd name="connsiteX14" fmla="*/ 83709 w 361671"/>
                <a:gd name="connsiteY14" fmla="*/ 126403 h 361333"/>
                <a:gd name="connsiteX15" fmla="*/ 118853 w 361671"/>
                <a:gd name="connsiteY15" fmla="*/ 91291 h 361333"/>
                <a:gd name="connsiteX16" fmla="*/ 127799 w 361671"/>
                <a:gd name="connsiteY16" fmla="*/ 92568 h 361333"/>
                <a:gd name="connsiteX17" fmla="*/ 161027 w 361671"/>
                <a:gd name="connsiteY17" fmla="*/ 84269 h 361333"/>
                <a:gd name="connsiteX18" fmla="*/ 184669 w 361671"/>
                <a:gd name="connsiteY18" fmla="*/ 74693 h 361333"/>
                <a:gd name="connsiteX19" fmla="*/ 210868 w 361671"/>
                <a:gd name="connsiteY19" fmla="*/ 86184 h 361333"/>
                <a:gd name="connsiteX20" fmla="*/ 226204 w 361671"/>
                <a:gd name="connsiteY20" fmla="*/ 82992 h 361333"/>
                <a:gd name="connsiteX21" fmla="*/ 259432 w 361671"/>
                <a:gd name="connsiteY21" fmla="*/ 107889 h 361333"/>
                <a:gd name="connsiteX22" fmla="*/ 293937 w 361671"/>
                <a:gd name="connsiteY22" fmla="*/ 143001 h 361333"/>
                <a:gd name="connsiteX23" fmla="*/ 290742 w 361671"/>
                <a:gd name="connsiteY23" fmla="*/ 158323 h 361333"/>
                <a:gd name="connsiteX24" fmla="*/ 302244 w 361671"/>
                <a:gd name="connsiteY24" fmla="*/ 184497 h 361333"/>
                <a:gd name="connsiteX25" fmla="*/ 284352 w 361671"/>
                <a:gd name="connsiteY25" fmla="*/ 215779 h 361333"/>
                <a:gd name="connsiteX26" fmla="*/ 180836 w 361671"/>
                <a:gd name="connsiteY26" fmla="*/ 0 h 361333"/>
                <a:gd name="connsiteX27" fmla="*/ 0 w 361671"/>
                <a:gd name="connsiteY27" fmla="*/ 180667 h 361333"/>
                <a:gd name="connsiteX28" fmla="*/ 180836 w 361671"/>
                <a:gd name="connsiteY28" fmla="*/ 361334 h 361333"/>
                <a:gd name="connsiteX29" fmla="*/ 361671 w 361671"/>
                <a:gd name="connsiteY29" fmla="*/ 180667 h 361333"/>
                <a:gd name="connsiteX30" fmla="*/ 180836 w 361671"/>
                <a:gd name="connsiteY30"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1671" h="361333">
                  <a:moveTo>
                    <a:pt x="284352" y="215779"/>
                  </a:moveTo>
                  <a:cubicBezTo>
                    <a:pt x="285631" y="218971"/>
                    <a:pt x="286270" y="222801"/>
                    <a:pt x="286270" y="225993"/>
                  </a:cubicBezTo>
                  <a:cubicBezTo>
                    <a:pt x="286908" y="241953"/>
                    <a:pt x="275407" y="251529"/>
                    <a:pt x="264544" y="258551"/>
                  </a:cubicBezTo>
                  <a:cubicBezTo>
                    <a:pt x="253681" y="265574"/>
                    <a:pt x="253681" y="279618"/>
                    <a:pt x="253681" y="279618"/>
                  </a:cubicBezTo>
                  <a:cubicBezTo>
                    <a:pt x="253681" y="282810"/>
                    <a:pt x="251125" y="286002"/>
                    <a:pt x="247291" y="286002"/>
                  </a:cubicBezTo>
                  <a:lnTo>
                    <a:pt x="197449" y="286002"/>
                  </a:lnTo>
                  <a:cubicBezTo>
                    <a:pt x="193615" y="286002"/>
                    <a:pt x="191059" y="283449"/>
                    <a:pt x="191059" y="279618"/>
                  </a:cubicBezTo>
                  <a:lnTo>
                    <a:pt x="191059" y="234930"/>
                  </a:lnTo>
                  <a:cubicBezTo>
                    <a:pt x="183392" y="232377"/>
                    <a:pt x="177002" y="227908"/>
                    <a:pt x="172528" y="221524"/>
                  </a:cubicBezTo>
                  <a:cubicBezTo>
                    <a:pt x="166778" y="225993"/>
                    <a:pt x="159110" y="228546"/>
                    <a:pt x="152081" y="228546"/>
                  </a:cubicBezTo>
                  <a:cubicBezTo>
                    <a:pt x="141857" y="228546"/>
                    <a:pt x="132272" y="224078"/>
                    <a:pt x="125243" y="216417"/>
                  </a:cubicBezTo>
                  <a:cubicBezTo>
                    <a:pt x="119492" y="218971"/>
                    <a:pt x="113102" y="220247"/>
                    <a:pt x="106712" y="220247"/>
                  </a:cubicBezTo>
                  <a:cubicBezTo>
                    <a:pt x="80514" y="220247"/>
                    <a:pt x="58788" y="199180"/>
                    <a:pt x="58788" y="172368"/>
                  </a:cubicBezTo>
                  <a:cubicBezTo>
                    <a:pt x="58788" y="154492"/>
                    <a:pt x="68373" y="138533"/>
                    <a:pt x="83709" y="130233"/>
                  </a:cubicBezTo>
                  <a:cubicBezTo>
                    <a:pt x="83709" y="128957"/>
                    <a:pt x="83709" y="127680"/>
                    <a:pt x="83709" y="126403"/>
                  </a:cubicBezTo>
                  <a:cubicBezTo>
                    <a:pt x="83709" y="107251"/>
                    <a:pt x="99684" y="91291"/>
                    <a:pt x="118853" y="91291"/>
                  </a:cubicBezTo>
                  <a:cubicBezTo>
                    <a:pt x="122048" y="91291"/>
                    <a:pt x="125243" y="91930"/>
                    <a:pt x="127799" y="92568"/>
                  </a:cubicBezTo>
                  <a:cubicBezTo>
                    <a:pt x="136745" y="84269"/>
                    <a:pt x="149525" y="81077"/>
                    <a:pt x="161027" y="84269"/>
                  </a:cubicBezTo>
                  <a:cubicBezTo>
                    <a:pt x="167417" y="78523"/>
                    <a:pt x="175723" y="74693"/>
                    <a:pt x="184669" y="74693"/>
                  </a:cubicBezTo>
                  <a:cubicBezTo>
                    <a:pt x="194893" y="74693"/>
                    <a:pt x="204478" y="79162"/>
                    <a:pt x="210868" y="86184"/>
                  </a:cubicBezTo>
                  <a:cubicBezTo>
                    <a:pt x="215341" y="83630"/>
                    <a:pt x="220453" y="82992"/>
                    <a:pt x="226204" y="82992"/>
                  </a:cubicBezTo>
                  <a:cubicBezTo>
                    <a:pt x="241540" y="82992"/>
                    <a:pt x="254959" y="93206"/>
                    <a:pt x="259432" y="107889"/>
                  </a:cubicBezTo>
                  <a:cubicBezTo>
                    <a:pt x="278602" y="107889"/>
                    <a:pt x="293937" y="123849"/>
                    <a:pt x="293937" y="143001"/>
                  </a:cubicBezTo>
                  <a:cubicBezTo>
                    <a:pt x="293937" y="148108"/>
                    <a:pt x="292659" y="153216"/>
                    <a:pt x="290742" y="158323"/>
                  </a:cubicBezTo>
                  <a:cubicBezTo>
                    <a:pt x="298411" y="164707"/>
                    <a:pt x="302244" y="174283"/>
                    <a:pt x="302244" y="184497"/>
                  </a:cubicBezTo>
                  <a:cubicBezTo>
                    <a:pt x="302883" y="197903"/>
                    <a:pt x="295854" y="209395"/>
                    <a:pt x="284352" y="215779"/>
                  </a:cubicBezTo>
                  <a:moveTo>
                    <a:pt x="180836" y="0"/>
                  </a:moveTo>
                  <a:cubicBezTo>
                    <a:pt x="80514" y="0"/>
                    <a:pt x="0" y="81077"/>
                    <a:pt x="0" y="180667"/>
                  </a:cubicBezTo>
                  <a:cubicBezTo>
                    <a:pt x="0" y="280895"/>
                    <a:pt x="81153" y="361334"/>
                    <a:pt x="180836" y="361334"/>
                  </a:cubicBezTo>
                  <a:cubicBezTo>
                    <a:pt x="280518" y="361334"/>
                    <a:pt x="361671" y="280257"/>
                    <a:pt x="361671" y="180667"/>
                  </a:cubicBezTo>
                  <a:cubicBezTo>
                    <a:pt x="361671" y="81077"/>
                    <a:pt x="280518" y="0"/>
                    <a:pt x="180836" y="0"/>
                  </a:cubicBezTo>
                </a:path>
              </a:pathLst>
            </a:custGeom>
            <a:solidFill>
              <a:srgbClr val="0076A8"/>
            </a:solidFill>
            <a:ln w="6390" cap="flat">
              <a:noFill/>
              <a:prstDash val="solid"/>
              <a:miter/>
            </a:ln>
          </p:spPr>
          <p:txBody>
            <a:bodyPr rtlCol="0" anchor="ctr"/>
            <a:lstStyle/>
            <a:p>
              <a:endParaRPr lang="en-US"/>
            </a:p>
          </p:txBody>
        </p:sp>
      </p:grpSp>
      <p:grpSp>
        <p:nvGrpSpPr>
          <p:cNvPr id="960" name="Graphic 4">
            <a:extLst>
              <a:ext uri="{FF2B5EF4-FFF2-40B4-BE49-F238E27FC236}">
                <a16:creationId xmlns:a16="http://schemas.microsoft.com/office/drawing/2014/main" id="{73DF7AEB-A0E0-8741-89FB-DF3B017E77C1}"/>
              </a:ext>
            </a:extLst>
          </p:cNvPr>
          <p:cNvGrpSpPr/>
          <p:nvPr/>
        </p:nvGrpSpPr>
        <p:grpSpPr>
          <a:xfrm>
            <a:off x="8239823" y="3339623"/>
            <a:ext cx="361674" cy="361333"/>
            <a:chOff x="8239823" y="3339623"/>
            <a:chExt cx="361674" cy="361333"/>
          </a:xfrm>
          <a:solidFill>
            <a:srgbClr val="0076A8"/>
          </a:solidFill>
        </p:grpSpPr>
        <p:sp>
          <p:nvSpPr>
            <p:cNvPr id="961" name="Graphic 4">
              <a:extLst>
                <a:ext uri="{FF2B5EF4-FFF2-40B4-BE49-F238E27FC236}">
                  <a16:creationId xmlns:a16="http://schemas.microsoft.com/office/drawing/2014/main" id="{A057C285-13D5-C44B-B01B-F81EECDCB446}"/>
                </a:ext>
              </a:extLst>
            </p:cNvPr>
            <p:cNvSpPr/>
            <p:nvPr/>
          </p:nvSpPr>
          <p:spPr>
            <a:xfrm>
              <a:off x="8320177" y="3434745"/>
              <a:ext cx="197129" cy="168536"/>
            </a:xfrm>
            <a:custGeom>
              <a:avLst/>
              <a:gdLst>
                <a:gd name="connsiteX0" fmla="*/ 133709 w 197129"/>
                <a:gd name="connsiteY0" fmla="*/ 7022 h 168536"/>
                <a:gd name="connsiteX1" fmla="*/ 135627 w 197129"/>
                <a:gd name="connsiteY1" fmla="*/ 8937 h 168536"/>
                <a:gd name="connsiteX2" fmla="*/ 135627 w 197129"/>
                <a:gd name="connsiteY2" fmla="*/ 17875 h 168536"/>
                <a:gd name="connsiteX3" fmla="*/ 110067 w 197129"/>
                <a:gd name="connsiteY3" fmla="*/ 43411 h 168536"/>
                <a:gd name="connsiteX4" fmla="*/ 127958 w 197129"/>
                <a:gd name="connsiteY4" fmla="*/ 61286 h 168536"/>
                <a:gd name="connsiteX5" fmla="*/ 127958 w 197129"/>
                <a:gd name="connsiteY5" fmla="*/ 70224 h 168536"/>
                <a:gd name="connsiteX6" fmla="*/ 108150 w 197129"/>
                <a:gd name="connsiteY6" fmla="*/ 90014 h 168536"/>
                <a:gd name="connsiteX7" fmla="*/ 114540 w 197129"/>
                <a:gd name="connsiteY7" fmla="*/ 116188 h 168536"/>
                <a:gd name="connsiteX8" fmla="*/ 111345 w 197129"/>
                <a:gd name="connsiteY8" fmla="*/ 123211 h 168536"/>
                <a:gd name="connsiteX9" fmla="*/ 103677 w 197129"/>
                <a:gd name="connsiteY9" fmla="*/ 121934 h 168536"/>
                <a:gd name="connsiteX10" fmla="*/ 69810 w 197129"/>
                <a:gd name="connsiteY10" fmla="*/ 88099 h 168536"/>
                <a:gd name="connsiteX11" fmla="*/ 67893 w 197129"/>
                <a:gd name="connsiteY11" fmla="*/ 83630 h 168536"/>
                <a:gd name="connsiteX12" fmla="*/ 69810 w 197129"/>
                <a:gd name="connsiteY12" fmla="*/ 79161 h 168536"/>
                <a:gd name="connsiteX13" fmla="*/ 80034 w 197129"/>
                <a:gd name="connsiteY13" fmla="*/ 68947 h 168536"/>
                <a:gd name="connsiteX14" fmla="*/ 50640 w 197129"/>
                <a:gd name="connsiteY14" fmla="*/ 39580 h 168536"/>
                <a:gd name="connsiteX15" fmla="*/ 50640 w 197129"/>
                <a:gd name="connsiteY15" fmla="*/ 30643 h 168536"/>
                <a:gd name="connsiteX16" fmla="*/ 71088 w 197129"/>
                <a:gd name="connsiteY16" fmla="*/ 10214 h 168536"/>
                <a:gd name="connsiteX17" fmla="*/ 43611 w 197129"/>
                <a:gd name="connsiteY17" fmla="*/ 0 h 168536"/>
                <a:gd name="connsiteX18" fmla="*/ 12939 w 197129"/>
                <a:gd name="connsiteY18" fmla="*/ 13406 h 168536"/>
                <a:gd name="connsiteX19" fmla="*/ 12939 w 197129"/>
                <a:gd name="connsiteY19" fmla="*/ 77884 h 168536"/>
                <a:gd name="connsiteX20" fmla="*/ 98565 w 197129"/>
                <a:gd name="connsiteY20" fmla="*/ 168537 h 168536"/>
                <a:gd name="connsiteX21" fmla="*/ 184190 w 197129"/>
                <a:gd name="connsiteY21" fmla="*/ 77884 h 168536"/>
                <a:gd name="connsiteX22" fmla="*/ 184190 w 197129"/>
                <a:gd name="connsiteY22" fmla="*/ 13406 h 168536"/>
                <a:gd name="connsiteX23" fmla="*/ 133709 w 197129"/>
                <a:gd name="connsiteY23" fmla="*/ 7022 h 168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7129" h="168536">
                  <a:moveTo>
                    <a:pt x="133709" y="7022"/>
                  </a:moveTo>
                  <a:lnTo>
                    <a:pt x="135627" y="8937"/>
                  </a:lnTo>
                  <a:cubicBezTo>
                    <a:pt x="138182" y="11491"/>
                    <a:pt x="138182" y="15321"/>
                    <a:pt x="135627" y="17875"/>
                  </a:cubicBezTo>
                  <a:lnTo>
                    <a:pt x="110067" y="43411"/>
                  </a:lnTo>
                  <a:lnTo>
                    <a:pt x="127958" y="61286"/>
                  </a:lnTo>
                  <a:cubicBezTo>
                    <a:pt x="130514" y="63840"/>
                    <a:pt x="130514" y="67670"/>
                    <a:pt x="127958" y="70224"/>
                  </a:cubicBezTo>
                  <a:lnTo>
                    <a:pt x="108150" y="90014"/>
                  </a:lnTo>
                  <a:lnTo>
                    <a:pt x="114540" y="116188"/>
                  </a:lnTo>
                  <a:cubicBezTo>
                    <a:pt x="115178" y="118742"/>
                    <a:pt x="113901" y="121934"/>
                    <a:pt x="111345" y="123211"/>
                  </a:cubicBezTo>
                  <a:cubicBezTo>
                    <a:pt x="108788" y="124488"/>
                    <a:pt x="105593" y="124488"/>
                    <a:pt x="103677" y="121934"/>
                  </a:cubicBezTo>
                  <a:lnTo>
                    <a:pt x="69810" y="88099"/>
                  </a:lnTo>
                  <a:cubicBezTo>
                    <a:pt x="68532" y="86822"/>
                    <a:pt x="67893" y="85545"/>
                    <a:pt x="67893" y="83630"/>
                  </a:cubicBezTo>
                  <a:cubicBezTo>
                    <a:pt x="67893" y="81715"/>
                    <a:pt x="68532" y="80438"/>
                    <a:pt x="69810" y="79161"/>
                  </a:cubicBezTo>
                  <a:lnTo>
                    <a:pt x="80034" y="68947"/>
                  </a:lnTo>
                  <a:lnTo>
                    <a:pt x="50640" y="39580"/>
                  </a:lnTo>
                  <a:cubicBezTo>
                    <a:pt x="48084" y="37027"/>
                    <a:pt x="48084" y="33196"/>
                    <a:pt x="50640" y="30643"/>
                  </a:cubicBezTo>
                  <a:lnTo>
                    <a:pt x="71088" y="10214"/>
                  </a:lnTo>
                  <a:cubicBezTo>
                    <a:pt x="63420" y="3830"/>
                    <a:pt x="53835" y="0"/>
                    <a:pt x="43611" y="0"/>
                  </a:cubicBezTo>
                  <a:cubicBezTo>
                    <a:pt x="32109" y="0"/>
                    <a:pt x="21247" y="4468"/>
                    <a:pt x="12939" y="13406"/>
                  </a:cubicBezTo>
                  <a:cubicBezTo>
                    <a:pt x="-4313" y="31281"/>
                    <a:pt x="-4313" y="60009"/>
                    <a:pt x="12939" y="77884"/>
                  </a:cubicBezTo>
                  <a:lnTo>
                    <a:pt x="98565" y="168537"/>
                  </a:lnTo>
                  <a:lnTo>
                    <a:pt x="184190" y="77884"/>
                  </a:lnTo>
                  <a:cubicBezTo>
                    <a:pt x="201443" y="60009"/>
                    <a:pt x="201443" y="31281"/>
                    <a:pt x="184190" y="13406"/>
                  </a:cubicBezTo>
                  <a:cubicBezTo>
                    <a:pt x="172688" y="-639"/>
                    <a:pt x="150323" y="-3192"/>
                    <a:pt x="133709" y="7022"/>
                  </a:cubicBezTo>
                </a:path>
              </a:pathLst>
            </a:custGeom>
            <a:solidFill>
              <a:srgbClr val="0076A8"/>
            </a:solidFill>
            <a:ln w="6390" cap="flat">
              <a:noFill/>
              <a:prstDash val="solid"/>
              <a:miter/>
            </a:ln>
          </p:spPr>
          <p:txBody>
            <a:bodyPr rtlCol="0" anchor="ctr"/>
            <a:lstStyle/>
            <a:p>
              <a:endParaRPr lang="en-US"/>
            </a:p>
          </p:txBody>
        </p:sp>
        <p:sp>
          <p:nvSpPr>
            <p:cNvPr id="962" name="Graphic 4">
              <a:extLst>
                <a:ext uri="{FF2B5EF4-FFF2-40B4-BE49-F238E27FC236}">
                  <a16:creationId xmlns:a16="http://schemas.microsoft.com/office/drawing/2014/main" id="{0247AAB4-28B0-A044-9271-CAB60EC2540F}"/>
                </a:ext>
              </a:extLst>
            </p:cNvPr>
            <p:cNvSpPr/>
            <p:nvPr/>
          </p:nvSpPr>
          <p:spPr>
            <a:xfrm>
              <a:off x="8239823" y="3339623"/>
              <a:ext cx="361674" cy="361333"/>
            </a:xfrm>
            <a:custGeom>
              <a:avLst/>
              <a:gdLst>
                <a:gd name="connsiteX0" fmla="*/ 276045 w 361674"/>
                <a:gd name="connsiteY0" fmla="*/ 182582 h 361333"/>
                <a:gd name="connsiteX1" fmla="*/ 185947 w 361674"/>
                <a:gd name="connsiteY1" fmla="*/ 277703 h 361333"/>
                <a:gd name="connsiteX2" fmla="*/ 181474 w 361674"/>
                <a:gd name="connsiteY2" fmla="*/ 279618 h 361333"/>
                <a:gd name="connsiteX3" fmla="*/ 180196 w 361674"/>
                <a:gd name="connsiteY3" fmla="*/ 279618 h 361333"/>
                <a:gd name="connsiteX4" fmla="*/ 175723 w 361674"/>
                <a:gd name="connsiteY4" fmla="*/ 277703 h 361333"/>
                <a:gd name="connsiteX5" fmla="*/ 85625 w 361674"/>
                <a:gd name="connsiteY5" fmla="*/ 182582 h 361333"/>
                <a:gd name="connsiteX6" fmla="*/ 85625 w 361674"/>
                <a:gd name="connsiteY6" fmla="*/ 100867 h 361333"/>
                <a:gd name="connsiteX7" fmla="*/ 125243 w 361674"/>
                <a:gd name="connsiteY7" fmla="*/ 83630 h 361333"/>
                <a:gd name="connsiteX8" fmla="*/ 164861 w 361674"/>
                <a:gd name="connsiteY8" fmla="*/ 100867 h 361333"/>
                <a:gd name="connsiteX9" fmla="*/ 166138 w 361674"/>
                <a:gd name="connsiteY9" fmla="*/ 102144 h 361333"/>
                <a:gd name="connsiteX10" fmla="*/ 166138 w 361674"/>
                <a:gd name="connsiteY10" fmla="*/ 111081 h 361333"/>
                <a:gd name="connsiteX11" fmla="*/ 145691 w 361674"/>
                <a:gd name="connsiteY11" fmla="*/ 131510 h 361333"/>
                <a:gd name="connsiteX12" fmla="*/ 175084 w 361674"/>
                <a:gd name="connsiteY12" fmla="*/ 160876 h 361333"/>
                <a:gd name="connsiteX13" fmla="*/ 175084 w 361674"/>
                <a:gd name="connsiteY13" fmla="*/ 169814 h 361333"/>
                <a:gd name="connsiteX14" fmla="*/ 164861 w 361674"/>
                <a:gd name="connsiteY14" fmla="*/ 180028 h 361333"/>
                <a:gd name="connsiteX15" fmla="*/ 177641 w 361674"/>
                <a:gd name="connsiteY15" fmla="*/ 192796 h 361333"/>
                <a:gd name="connsiteX16" fmla="*/ 175723 w 361674"/>
                <a:gd name="connsiteY16" fmla="*/ 185135 h 361333"/>
                <a:gd name="connsiteX17" fmla="*/ 177641 w 361674"/>
                <a:gd name="connsiteY17" fmla="*/ 179390 h 361333"/>
                <a:gd name="connsiteX18" fmla="*/ 195532 w 361674"/>
                <a:gd name="connsiteY18" fmla="*/ 161515 h 361333"/>
                <a:gd name="connsiteX19" fmla="*/ 177641 w 361674"/>
                <a:gd name="connsiteY19" fmla="*/ 143640 h 361333"/>
                <a:gd name="connsiteX20" fmla="*/ 177641 w 361674"/>
                <a:gd name="connsiteY20" fmla="*/ 134702 h 361333"/>
                <a:gd name="connsiteX21" fmla="*/ 203200 w 361674"/>
                <a:gd name="connsiteY21" fmla="*/ 109166 h 361333"/>
                <a:gd name="connsiteX22" fmla="*/ 200644 w 361674"/>
                <a:gd name="connsiteY22" fmla="*/ 106613 h 361333"/>
                <a:gd name="connsiteX23" fmla="*/ 198727 w 361674"/>
                <a:gd name="connsiteY23" fmla="*/ 102144 h 361333"/>
                <a:gd name="connsiteX24" fmla="*/ 200644 w 361674"/>
                <a:gd name="connsiteY24" fmla="*/ 97675 h 361333"/>
                <a:gd name="connsiteX25" fmla="*/ 276685 w 361674"/>
                <a:gd name="connsiteY25" fmla="*/ 100867 h 361333"/>
                <a:gd name="connsiteX26" fmla="*/ 276045 w 361674"/>
                <a:gd name="connsiteY26" fmla="*/ 182582 h 361333"/>
                <a:gd name="connsiteX27" fmla="*/ 180836 w 361674"/>
                <a:gd name="connsiteY27" fmla="*/ 0 h 361333"/>
                <a:gd name="connsiteX28" fmla="*/ 0 w 361674"/>
                <a:gd name="connsiteY28" fmla="*/ 180667 h 361333"/>
                <a:gd name="connsiteX29" fmla="*/ 180836 w 361674"/>
                <a:gd name="connsiteY29" fmla="*/ 361333 h 361333"/>
                <a:gd name="connsiteX30" fmla="*/ 361670 w 361674"/>
                <a:gd name="connsiteY30" fmla="*/ 180667 h 361333"/>
                <a:gd name="connsiteX31" fmla="*/ 180836 w 361674"/>
                <a:gd name="connsiteY31"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1674" h="361333">
                  <a:moveTo>
                    <a:pt x="276045" y="182582"/>
                  </a:moveTo>
                  <a:lnTo>
                    <a:pt x="185947" y="277703"/>
                  </a:lnTo>
                  <a:cubicBezTo>
                    <a:pt x="184669" y="278980"/>
                    <a:pt x="182752" y="279618"/>
                    <a:pt x="181474" y="279618"/>
                  </a:cubicBezTo>
                  <a:lnTo>
                    <a:pt x="180196" y="279618"/>
                  </a:lnTo>
                  <a:cubicBezTo>
                    <a:pt x="178279" y="279618"/>
                    <a:pt x="177001" y="278980"/>
                    <a:pt x="175723" y="277703"/>
                  </a:cubicBezTo>
                  <a:lnTo>
                    <a:pt x="85625" y="182582"/>
                  </a:lnTo>
                  <a:cubicBezTo>
                    <a:pt x="63899" y="160238"/>
                    <a:pt x="63899" y="123211"/>
                    <a:pt x="85625" y="100867"/>
                  </a:cubicBezTo>
                  <a:cubicBezTo>
                    <a:pt x="96488" y="90014"/>
                    <a:pt x="110546" y="83630"/>
                    <a:pt x="125243" y="83630"/>
                  </a:cubicBezTo>
                  <a:cubicBezTo>
                    <a:pt x="140579" y="83630"/>
                    <a:pt x="154636" y="90014"/>
                    <a:pt x="164861" y="100867"/>
                  </a:cubicBezTo>
                  <a:lnTo>
                    <a:pt x="166138" y="102144"/>
                  </a:lnTo>
                  <a:cubicBezTo>
                    <a:pt x="168695" y="104697"/>
                    <a:pt x="168695" y="108528"/>
                    <a:pt x="166138" y="111081"/>
                  </a:cubicBezTo>
                  <a:lnTo>
                    <a:pt x="145691" y="131510"/>
                  </a:lnTo>
                  <a:lnTo>
                    <a:pt x="175084" y="160876"/>
                  </a:lnTo>
                  <a:cubicBezTo>
                    <a:pt x="177641" y="163430"/>
                    <a:pt x="177641" y="167260"/>
                    <a:pt x="175084" y="169814"/>
                  </a:cubicBezTo>
                  <a:lnTo>
                    <a:pt x="164861" y="180028"/>
                  </a:lnTo>
                  <a:lnTo>
                    <a:pt x="177641" y="192796"/>
                  </a:lnTo>
                  <a:lnTo>
                    <a:pt x="175723" y="185135"/>
                  </a:lnTo>
                  <a:cubicBezTo>
                    <a:pt x="175084" y="183220"/>
                    <a:pt x="175723" y="180667"/>
                    <a:pt x="177641" y="179390"/>
                  </a:cubicBezTo>
                  <a:lnTo>
                    <a:pt x="195532" y="161515"/>
                  </a:lnTo>
                  <a:lnTo>
                    <a:pt x="177641" y="143640"/>
                  </a:lnTo>
                  <a:cubicBezTo>
                    <a:pt x="175084" y="141086"/>
                    <a:pt x="175084" y="137256"/>
                    <a:pt x="177641" y="134702"/>
                  </a:cubicBezTo>
                  <a:lnTo>
                    <a:pt x="203200" y="109166"/>
                  </a:lnTo>
                  <a:lnTo>
                    <a:pt x="200644" y="106613"/>
                  </a:lnTo>
                  <a:cubicBezTo>
                    <a:pt x="199366" y="105336"/>
                    <a:pt x="198727" y="103421"/>
                    <a:pt x="198727" y="102144"/>
                  </a:cubicBezTo>
                  <a:cubicBezTo>
                    <a:pt x="198727" y="100229"/>
                    <a:pt x="199366" y="98952"/>
                    <a:pt x="200644" y="97675"/>
                  </a:cubicBezTo>
                  <a:cubicBezTo>
                    <a:pt x="223009" y="78523"/>
                    <a:pt x="256236" y="79800"/>
                    <a:pt x="276685" y="100867"/>
                  </a:cubicBezTo>
                  <a:cubicBezTo>
                    <a:pt x="297771" y="122573"/>
                    <a:pt x="297771" y="159600"/>
                    <a:pt x="276045" y="182582"/>
                  </a:cubicBezTo>
                  <a:moveTo>
                    <a:pt x="180836" y="0"/>
                  </a:moveTo>
                  <a:cubicBezTo>
                    <a:pt x="80513" y="0"/>
                    <a:pt x="0" y="81077"/>
                    <a:pt x="0" y="180667"/>
                  </a:cubicBezTo>
                  <a:cubicBezTo>
                    <a:pt x="0" y="280895"/>
                    <a:pt x="81152" y="361333"/>
                    <a:pt x="180836" y="361333"/>
                  </a:cubicBezTo>
                  <a:cubicBezTo>
                    <a:pt x="281157" y="361333"/>
                    <a:pt x="361670" y="280257"/>
                    <a:pt x="361670" y="180667"/>
                  </a:cubicBezTo>
                  <a:cubicBezTo>
                    <a:pt x="362309" y="81077"/>
                    <a:pt x="281157" y="0"/>
                    <a:pt x="180836" y="0"/>
                  </a:cubicBezTo>
                </a:path>
              </a:pathLst>
            </a:custGeom>
            <a:solidFill>
              <a:srgbClr val="0076A8"/>
            </a:solidFill>
            <a:ln w="6390" cap="flat">
              <a:noFill/>
              <a:prstDash val="solid"/>
              <a:miter/>
            </a:ln>
          </p:spPr>
          <p:txBody>
            <a:bodyPr rtlCol="0" anchor="ctr"/>
            <a:lstStyle/>
            <a:p>
              <a:endParaRPr lang="en-US"/>
            </a:p>
          </p:txBody>
        </p:sp>
      </p:grpSp>
      <p:grpSp>
        <p:nvGrpSpPr>
          <p:cNvPr id="963" name="Graphic 4">
            <a:extLst>
              <a:ext uri="{FF2B5EF4-FFF2-40B4-BE49-F238E27FC236}">
                <a16:creationId xmlns:a16="http://schemas.microsoft.com/office/drawing/2014/main" id="{08CDF1E0-969A-D248-BB00-434AF084FD6A}"/>
              </a:ext>
            </a:extLst>
          </p:cNvPr>
          <p:cNvGrpSpPr/>
          <p:nvPr/>
        </p:nvGrpSpPr>
        <p:grpSpPr>
          <a:xfrm>
            <a:off x="10324860" y="2855717"/>
            <a:ext cx="361674" cy="361333"/>
            <a:chOff x="10324860" y="2855717"/>
            <a:chExt cx="361674" cy="361333"/>
          </a:xfrm>
          <a:solidFill>
            <a:srgbClr val="0076A8"/>
          </a:solidFill>
        </p:grpSpPr>
        <p:sp>
          <p:nvSpPr>
            <p:cNvPr id="964" name="Graphic 4">
              <a:extLst>
                <a:ext uri="{FF2B5EF4-FFF2-40B4-BE49-F238E27FC236}">
                  <a16:creationId xmlns:a16="http://schemas.microsoft.com/office/drawing/2014/main" id="{8F123845-C8F6-6D4D-9577-97A7B3886B1A}"/>
                </a:ext>
              </a:extLst>
            </p:cNvPr>
            <p:cNvSpPr/>
            <p:nvPr/>
          </p:nvSpPr>
          <p:spPr>
            <a:xfrm>
              <a:off x="10415597" y="2946370"/>
              <a:ext cx="180195" cy="180028"/>
            </a:xfrm>
            <a:custGeom>
              <a:avLst/>
              <a:gdLst>
                <a:gd name="connsiteX0" fmla="*/ 118214 w 180195"/>
                <a:gd name="connsiteY0" fmla="*/ 55541 h 180028"/>
                <a:gd name="connsiteX1" fmla="*/ 118214 w 180195"/>
                <a:gd name="connsiteY1" fmla="*/ 0 h 180028"/>
                <a:gd name="connsiteX2" fmla="*/ 61982 w 180195"/>
                <a:gd name="connsiteY2" fmla="*/ 0 h 180028"/>
                <a:gd name="connsiteX3" fmla="*/ 61982 w 180195"/>
                <a:gd name="connsiteY3" fmla="*/ 55541 h 180028"/>
                <a:gd name="connsiteX4" fmla="*/ 55592 w 180195"/>
                <a:gd name="connsiteY4" fmla="*/ 61925 h 180028"/>
                <a:gd name="connsiteX5" fmla="*/ 0 w 180195"/>
                <a:gd name="connsiteY5" fmla="*/ 61925 h 180028"/>
                <a:gd name="connsiteX6" fmla="*/ 0 w 180195"/>
                <a:gd name="connsiteY6" fmla="*/ 118104 h 180028"/>
                <a:gd name="connsiteX7" fmla="*/ 55592 w 180195"/>
                <a:gd name="connsiteY7" fmla="*/ 118104 h 180028"/>
                <a:gd name="connsiteX8" fmla="*/ 61982 w 180195"/>
                <a:gd name="connsiteY8" fmla="*/ 124488 h 180028"/>
                <a:gd name="connsiteX9" fmla="*/ 61982 w 180195"/>
                <a:gd name="connsiteY9" fmla="*/ 180028 h 180028"/>
                <a:gd name="connsiteX10" fmla="*/ 118214 w 180195"/>
                <a:gd name="connsiteY10" fmla="*/ 180028 h 180028"/>
                <a:gd name="connsiteX11" fmla="*/ 118214 w 180195"/>
                <a:gd name="connsiteY11" fmla="*/ 124488 h 180028"/>
                <a:gd name="connsiteX12" fmla="*/ 124604 w 180195"/>
                <a:gd name="connsiteY12" fmla="*/ 118104 h 180028"/>
                <a:gd name="connsiteX13" fmla="*/ 180196 w 180195"/>
                <a:gd name="connsiteY13" fmla="*/ 118104 h 180028"/>
                <a:gd name="connsiteX14" fmla="*/ 180196 w 180195"/>
                <a:gd name="connsiteY14" fmla="*/ 61925 h 180028"/>
                <a:gd name="connsiteX15" fmla="*/ 124604 w 180195"/>
                <a:gd name="connsiteY15" fmla="*/ 61925 h 180028"/>
                <a:gd name="connsiteX16" fmla="*/ 118214 w 180195"/>
                <a:gd name="connsiteY16" fmla="*/ 55541 h 18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0195" h="180028">
                  <a:moveTo>
                    <a:pt x="118214" y="55541"/>
                  </a:moveTo>
                  <a:lnTo>
                    <a:pt x="118214" y="0"/>
                  </a:lnTo>
                  <a:lnTo>
                    <a:pt x="61982" y="0"/>
                  </a:lnTo>
                  <a:lnTo>
                    <a:pt x="61982" y="55541"/>
                  </a:lnTo>
                  <a:cubicBezTo>
                    <a:pt x="61982" y="59371"/>
                    <a:pt x="59427" y="61925"/>
                    <a:pt x="55592" y="61925"/>
                  </a:cubicBezTo>
                  <a:lnTo>
                    <a:pt x="0" y="61925"/>
                  </a:lnTo>
                  <a:lnTo>
                    <a:pt x="0" y="118104"/>
                  </a:lnTo>
                  <a:lnTo>
                    <a:pt x="55592" y="118104"/>
                  </a:lnTo>
                  <a:cubicBezTo>
                    <a:pt x="59427" y="118104"/>
                    <a:pt x="61982" y="120657"/>
                    <a:pt x="61982" y="124488"/>
                  </a:cubicBezTo>
                  <a:lnTo>
                    <a:pt x="61982" y="180028"/>
                  </a:lnTo>
                  <a:lnTo>
                    <a:pt x="118214" y="180028"/>
                  </a:lnTo>
                  <a:lnTo>
                    <a:pt x="118214" y="124488"/>
                  </a:lnTo>
                  <a:cubicBezTo>
                    <a:pt x="118214" y="120657"/>
                    <a:pt x="120770" y="118104"/>
                    <a:pt x="124604" y="118104"/>
                  </a:cubicBezTo>
                  <a:lnTo>
                    <a:pt x="180196" y="118104"/>
                  </a:lnTo>
                  <a:lnTo>
                    <a:pt x="180196" y="61925"/>
                  </a:lnTo>
                  <a:lnTo>
                    <a:pt x="124604" y="61925"/>
                  </a:lnTo>
                  <a:cubicBezTo>
                    <a:pt x="121409" y="61925"/>
                    <a:pt x="118214" y="59371"/>
                    <a:pt x="118214" y="55541"/>
                  </a:cubicBezTo>
                </a:path>
              </a:pathLst>
            </a:custGeom>
            <a:solidFill>
              <a:srgbClr val="0076A8"/>
            </a:solidFill>
            <a:ln w="6390" cap="flat">
              <a:noFill/>
              <a:prstDash val="solid"/>
              <a:miter/>
            </a:ln>
          </p:spPr>
          <p:txBody>
            <a:bodyPr rtlCol="0" anchor="ctr"/>
            <a:lstStyle/>
            <a:p>
              <a:endParaRPr lang="en-US"/>
            </a:p>
          </p:txBody>
        </p:sp>
        <p:sp>
          <p:nvSpPr>
            <p:cNvPr id="965" name="Graphic 4">
              <a:extLst>
                <a:ext uri="{FF2B5EF4-FFF2-40B4-BE49-F238E27FC236}">
                  <a16:creationId xmlns:a16="http://schemas.microsoft.com/office/drawing/2014/main" id="{02D84341-4197-D847-B443-355FFF8EF35F}"/>
                </a:ext>
              </a:extLst>
            </p:cNvPr>
            <p:cNvSpPr/>
            <p:nvPr/>
          </p:nvSpPr>
          <p:spPr>
            <a:xfrm>
              <a:off x="10324860" y="2855717"/>
              <a:ext cx="361674" cy="361333"/>
            </a:xfrm>
            <a:custGeom>
              <a:avLst/>
              <a:gdLst>
                <a:gd name="connsiteX0" fmla="*/ 284352 w 361674"/>
                <a:gd name="connsiteY0" fmla="*/ 215140 h 361333"/>
                <a:gd name="connsiteX1" fmla="*/ 277962 w 361674"/>
                <a:gd name="connsiteY1" fmla="*/ 221524 h 361333"/>
                <a:gd name="connsiteX2" fmla="*/ 222369 w 361674"/>
                <a:gd name="connsiteY2" fmla="*/ 221524 h 361333"/>
                <a:gd name="connsiteX3" fmla="*/ 222369 w 361674"/>
                <a:gd name="connsiteY3" fmla="*/ 277065 h 361333"/>
                <a:gd name="connsiteX4" fmla="*/ 215979 w 361674"/>
                <a:gd name="connsiteY4" fmla="*/ 283449 h 361333"/>
                <a:gd name="connsiteX5" fmla="*/ 146969 w 361674"/>
                <a:gd name="connsiteY5" fmla="*/ 283449 h 361333"/>
                <a:gd name="connsiteX6" fmla="*/ 140579 w 361674"/>
                <a:gd name="connsiteY6" fmla="*/ 277065 h 361333"/>
                <a:gd name="connsiteX7" fmla="*/ 140579 w 361674"/>
                <a:gd name="connsiteY7" fmla="*/ 221524 h 361333"/>
                <a:gd name="connsiteX8" fmla="*/ 84986 w 361674"/>
                <a:gd name="connsiteY8" fmla="*/ 221524 h 361333"/>
                <a:gd name="connsiteX9" fmla="*/ 78596 w 361674"/>
                <a:gd name="connsiteY9" fmla="*/ 215140 h 361333"/>
                <a:gd name="connsiteX10" fmla="*/ 78596 w 361674"/>
                <a:gd name="connsiteY10" fmla="*/ 146193 h 361333"/>
                <a:gd name="connsiteX11" fmla="*/ 84986 w 361674"/>
                <a:gd name="connsiteY11" fmla="*/ 139809 h 361333"/>
                <a:gd name="connsiteX12" fmla="*/ 140579 w 361674"/>
                <a:gd name="connsiteY12" fmla="*/ 139809 h 361333"/>
                <a:gd name="connsiteX13" fmla="*/ 140579 w 361674"/>
                <a:gd name="connsiteY13" fmla="*/ 84268 h 361333"/>
                <a:gd name="connsiteX14" fmla="*/ 146969 w 361674"/>
                <a:gd name="connsiteY14" fmla="*/ 77884 h 361333"/>
                <a:gd name="connsiteX15" fmla="*/ 215979 w 361674"/>
                <a:gd name="connsiteY15" fmla="*/ 77884 h 361333"/>
                <a:gd name="connsiteX16" fmla="*/ 222369 w 361674"/>
                <a:gd name="connsiteY16" fmla="*/ 84268 h 361333"/>
                <a:gd name="connsiteX17" fmla="*/ 222369 w 361674"/>
                <a:gd name="connsiteY17" fmla="*/ 139809 h 361333"/>
                <a:gd name="connsiteX18" fmla="*/ 277962 w 361674"/>
                <a:gd name="connsiteY18" fmla="*/ 139809 h 361333"/>
                <a:gd name="connsiteX19" fmla="*/ 284352 w 361674"/>
                <a:gd name="connsiteY19" fmla="*/ 146193 h 361333"/>
                <a:gd name="connsiteX20" fmla="*/ 284352 w 361674"/>
                <a:gd name="connsiteY20" fmla="*/ 215140 h 361333"/>
                <a:gd name="connsiteX21" fmla="*/ 180835 w 361674"/>
                <a:gd name="connsiteY21" fmla="*/ 0 h 361333"/>
                <a:gd name="connsiteX22" fmla="*/ 0 w 361674"/>
                <a:gd name="connsiteY22" fmla="*/ 180667 h 361333"/>
                <a:gd name="connsiteX23" fmla="*/ 180835 w 361674"/>
                <a:gd name="connsiteY23" fmla="*/ 361333 h 361333"/>
                <a:gd name="connsiteX24" fmla="*/ 361670 w 361674"/>
                <a:gd name="connsiteY24" fmla="*/ 180667 h 361333"/>
                <a:gd name="connsiteX25" fmla="*/ 180835 w 361674"/>
                <a:gd name="connsiteY25"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1674" h="361333">
                  <a:moveTo>
                    <a:pt x="284352" y="215140"/>
                  </a:moveTo>
                  <a:cubicBezTo>
                    <a:pt x="284352" y="218971"/>
                    <a:pt x="281796" y="221524"/>
                    <a:pt x="277962" y="221524"/>
                  </a:cubicBezTo>
                  <a:lnTo>
                    <a:pt x="222369" y="221524"/>
                  </a:lnTo>
                  <a:lnTo>
                    <a:pt x="222369" y="277065"/>
                  </a:lnTo>
                  <a:cubicBezTo>
                    <a:pt x="222369" y="280895"/>
                    <a:pt x="219813" y="283449"/>
                    <a:pt x="215979" y="283449"/>
                  </a:cubicBezTo>
                  <a:lnTo>
                    <a:pt x="146969" y="283449"/>
                  </a:lnTo>
                  <a:cubicBezTo>
                    <a:pt x="143134" y="283449"/>
                    <a:pt x="140579" y="280895"/>
                    <a:pt x="140579" y="277065"/>
                  </a:cubicBezTo>
                  <a:lnTo>
                    <a:pt x="140579" y="221524"/>
                  </a:lnTo>
                  <a:lnTo>
                    <a:pt x="84986" y="221524"/>
                  </a:lnTo>
                  <a:cubicBezTo>
                    <a:pt x="81152" y="221524"/>
                    <a:pt x="78596" y="218971"/>
                    <a:pt x="78596" y="215140"/>
                  </a:cubicBezTo>
                  <a:lnTo>
                    <a:pt x="78596" y="146193"/>
                  </a:lnTo>
                  <a:cubicBezTo>
                    <a:pt x="78596" y="142363"/>
                    <a:pt x="81152" y="139809"/>
                    <a:pt x="84986" y="139809"/>
                  </a:cubicBezTo>
                  <a:lnTo>
                    <a:pt x="140579" y="139809"/>
                  </a:lnTo>
                  <a:lnTo>
                    <a:pt x="140579" y="84268"/>
                  </a:lnTo>
                  <a:cubicBezTo>
                    <a:pt x="140579" y="80438"/>
                    <a:pt x="143134" y="77884"/>
                    <a:pt x="146969" y="77884"/>
                  </a:cubicBezTo>
                  <a:lnTo>
                    <a:pt x="215979" y="77884"/>
                  </a:lnTo>
                  <a:cubicBezTo>
                    <a:pt x="219813" y="77884"/>
                    <a:pt x="222369" y="80438"/>
                    <a:pt x="222369" y="84268"/>
                  </a:cubicBezTo>
                  <a:lnTo>
                    <a:pt x="222369" y="139809"/>
                  </a:lnTo>
                  <a:lnTo>
                    <a:pt x="277962" y="139809"/>
                  </a:lnTo>
                  <a:cubicBezTo>
                    <a:pt x="281796" y="139809"/>
                    <a:pt x="284352" y="142363"/>
                    <a:pt x="284352" y="146193"/>
                  </a:cubicBezTo>
                  <a:lnTo>
                    <a:pt x="284352" y="215140"/>
                  </a:lnTo>
                  <a:close/>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2309" y="80438"/>
                    <a:pt x="281157" y="0"/>
                    <a:pt x="180835" y="0"/>
                  </a:cubicBezTo>
                </a:path>
              </a:pathLst>
            </a:custGeom>
            <a:solidFill>
              <a:srgbClr val="0076A8"/>
            </a:solidFill>
            <a:ln w="6390" cap="flat">
              <a:noFill/>
              <a:prstDash val="solid"/>
              <a:miter/>
            </a:ln>
          </p:spPr>
          <p:txBody>
            <a:bodyPr rtlCol="0" anchor="ctr"/>
            <a:lstStyle/>
            <a:p>
              <a:endParaRPr lang="en-US"/>
            </a:p>
          </p:txBody>
        </p:sp>
      </p:grpSp>
      <p:grpSp>
        <p:nvGrpSpPr>
          <p:cNvPr id="966" name="Graphic 4">
            <a:extLst>
              <a:ext uri="{FF2B5EF4-FFF2-40B4-BE49-F238E27FC236}">
                <a16:creationId xmlns:a16="http://schemas.microsoft.com/office/drawing/2014/main" id="{488686C5-26F2-4646-9347-9BD86C95D892}"/>
              </a:ext>
            </a:extLst>
          </p:cNvPr>
          <p:cNvGrpSpPr/>
          <p:nvPr/>
        </p:nvGrpSpPr>
        <p:grpSpPr>
          <a:xfrm>
            <a:off x="9279466" y="3339623"/>
            <a:ext cx="361671" cy="361333"/>
            <a:chOff x="9279466" y="3339623"/>
            <a:chExt cx="361671" cy="361333"/>
          </a:xfrm>
          <a:solidFill>
            <a:srgbClr val="0076A8"/>
          </a:solidFill>
        </p:grpSpPr>
        <p:sp>
          <p:nvSpPr>
            <p:cNvPr id="967" name="Graphic 4">
              <a:extLst>
                <a:ext uri="{FF2B5EF4-FFF2-40B4-BE49-F238E27FC236}">
                  <a16:creationId xmlns:a16="http://schemas.microsoft.com/office/drawing/2014/main" id="{5A6092EA-CC22-844D-AC6D-66D791325272}"/>
                </a:ext>
              </a:extLst>
            </p:cNvPr>
            <p:cNvSpPr/>
            <p:nvPr/>
          </p:nvSpPr>
          <p:spPr>
            <a:xfrm>
              <a:off x="9372760" y="3473687"/>
              <a:ext cx="175083" cy="121295"/>
            </a:xfrm>
            <a:custGeom>
              <a:avLst/>
              <a:gdLst>
                <a:gd name="connsiteX0" fmla="*/ 134189 w 175083"/>
                <a:gd name="connsiteY0" fmla="*/ 47242 h 121295"/>
                <a:gd name="connsiteX1" fmla="*/ 134189 w 175083"/>
                <a:gd name="connsiteY1" fmla="*/ 74054 h 121295"/>
                <a:gd name="connsiteX2" fmla="*/ 127799 w 175083"/>
                <a:gd name="connsiteY2" fmla="*/ 80438 h 121295"/>
                <a:gd name="connsiteX3" fmla="*/ 107350 w 175083"/>
                <a:gd name="connsiteY3" fmla="*/ 80438 h 121295"/>
                <a:gd name="connsiteX4" fmla="*/ 107350 w 175083"/>
                <a:gd name="connsiteY4" fmla="*/ 100867 h 121295"/>
                <a:gd name="connsiteX5" fmla="*/ 100961 w 175083"/>
                <a:gd name="connsiteY5" fmla="*/ 107251 h 121295"/>
                <a:gd name="connsiteX6" fmla="*/ 74123 w 175083"/>
                <a:gd name="connsiteY6" fmla="*/ 107251 h 121295"/>
                <a:gd name="connsiteX7" fmla="*/ 67733 w 175083"/>
                <a:gd name="connsiteY7" fmla="*/ 100867 h 121295"/>
                <a:gd name="connsiteX8" fmla="*/ 67733 w 175083"/>
                <a:gd name="connsiteY8" fmla="*/ 80438 h 121295"/>
                <a:gd name="connsiteX9" fmla="*/ 47285 w 175083"/>
                <a:gd name="connsiteY9" fmla="*/ 80438 h 121295"/>
                <a:gd name="connsiteX10" fmla="*/ 40895 w 175083"/>
                <a:gd name="connsiteY10" fmla="*/ 74054 h 121295"/>
                <a:gd name="connsiteX11" fmla="*/ 40895 w 175083"/>
                <a:gd name="connsiteY11" fmla="*/ 47242 h 121295"/>
                <a:gd name="connsiteX12" fmla="*/ 47285 w 175083"/>
                <a:gd name="connsiteY12" fmla="*/ 40858 h 121295"/>
                <a:gd name="connsiteX13" fmla="*/ 67733 w 175083"/>
                <a:gd name="connsiteY13" fmla="*/ 40858 h 121295"/>
                <a:gd name="connsiteX14" fmla="*/ 67733 w 175083"/>
                <a:gd name="connsiteY14" fmla="*/ 20429 h 121295"/>
                <a:gd name="connsiteX15" fmla="*/ 74123 w 175083"/>
                <a:gd name="connsiteY15" fmla="*/ 14045 h 121295"/>
                <a:gd name="connsiteX16" fmla="*/ 100961 w 175083"/>
                <a:gd name="connsiteY16" fmla="*/ 14045 h 121295"/>
                <a:gd name="connsiteX17" fmla="*/ 107350 w 175083"/>
                <a:gd name="connsiteY17" fmla="*/ 20429 h 121295"/>
                <a:gd name="connsiteX18" fmla="*/ 107350 w 175083"/>
                <a:gd name="connsiteY18" fmla="*/ 40858 h 121295"/>
                <a:gd name="connsiteX19" fmla="*/ 127799 w 175083"/>
                <a:gd name="connsiteY19" fmla="*/ 40858 h 121295"/>
                <a:gd name="connsiteX20" fmla="*/ 134189 w 175083"/>
                <a:gd name="connsiteY20" fmla="*/ 47242 h 121295"/>
                <a:gd name="connsiteX21" fmla="*/ 0 w 175083"/>
                <a:gd name="connsiteY21" fmla="*/ 121296 h 121295"/>
                <a:gd name="connsiteX22" fmla="*/ 175084 w 175083"/>
                <a:gd name="connsiteY22" fmla="*/ 121296 h 121295"/>
                <a:gd name="connsiteX23" fmla="*/ 175084 w 175083"/>
                <a:gd name="connsiteY23" fmla="*/ 0 h 121295"/>
                <a:gd name="connsiteX24" fmla="*/ 0 w 175083"/>
                <a:gd name="connsiteY24" fmla="*/ 0 h 121295"/>
                <a:gd name="connsiteX25" fmla="*/ 0 w 175083"/>
                <a:gd name="connsiteY25" fmla="*/ 121296 h 12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5083" h="121295">
                  <a:moveTo>
                    <a:pt x="134189" y="47242"/>
                  </a:moveTo>
                  <a:lnTo>
                    <a:pt x="134189" y="74054"/>
                  </a:lnTo>
                  <a:cubicBezTo>
                    <a:pt x="134189" y="77885"/>
                    <a:pt x="131633" y="80438"/>
                    <a:pt x="127799" y="80438"/>
                  </a:cubicBezTo>
                  <a:lnTo>
                    <a:pt x="107350" y="80438"/>
                  </a:lnTo>
                  <a:lnTo>
                    <a:pt x="107350" y="100867"/>
                  </a:lnTo>
                  <a:cubicBezTo>
                    <a:pt x="107350" y="104697"/>
                    <a:pt x="104794" y="107251"/>
                    <a:pt x="100961" y="107251"/>
                  </a:cubicBezTo>
                  <a:lnTo>
                    <a:pt x="74123" y="107251"/>
                  </a:lnTo>
                  <a:cubicBezTo>
                    <a:pt x="70289" y="107251"/>
                    <a:pt x="67733" y="104697"/>
                    <a:pt x="67733" y="100867"/>
                  </a:cubicBezTo>
                  <a:lnTo>
                    <a:pt x="67733" y="80438"/>
                  </a:lnTo>
                  <a:lnTo>
                    <a:pt x="47285" y="80438"/>
                  </a:lnTo>
                  <a:cubicBezTo>
                    <a:pt x="43451" y="80438"/>
                    <a:pt x="40895" y="77885"/>
                    <a:pt x="40895" y="74054"/>
                  </a:cubicBezTo>
                  <a:lnTo>
                    <a:pt x="40895" y="47242"/>
                  </a:lnTo>
                  <a:cubicBezTo>
                    <a:pt x="40895" y="43411"/>
                    <a:pt x="43451" y="40858"/>
                    <a:pt x="47285" y="40858"/>
                  </a:cubicBezTo>
                  <a:lnTo>
                    <a:pt x="67733" y="40858"/>
                  </a:lnTo>
                  <a:lnTo>
                    <a:pt x="67733" y="20429"/>
                  </a:lnTo>
                  <a:cubicBezTo>
                    <a:pt x="67733" y="16598"/>
                    <a:pt x="70289" y="14045"/>
                    <a:pt x="74123" y="14045"/>
                  </a:cubicBezTo>
                  <a:lnTo>
                    <a:pt x="100961" y="14045"/>
                  </a:lnTo>
                  <a:cubicBezTo>
                    <a:pt x="104794" y="14045"/>
                    <a:pt x="107350" y="16598"/>
                    <a:pt x="107350" y="20429"/>
                  </a:cubicBezTo>
                  <a:lnTo>
                    <a:pt x="107350" y="40858"/>
                  </a:lnTo>
                  <a:lnTo>
                    <a:pt x="127799" y="40858"/>
                  </a:lnTo>
                  <a:cubicBezTo>
                    <a:pt x="130994" y="40858"/>
                    <a:pt x="134189" y="43411"/>
                    <a:pt x="134189" y="47242"/>
                  </a:cubicBezTo>
                  <a:moveTo>
                    <a:pt x="0" y="121296"/>
                  </a:moveTo>
                  <a:lnTo>
                    <a:pt x="175084" y="121296"/>
                  </a:lnTo>
                  <a:lnTo>
                    <a:pt x="175084" y="0"/>
                  </a:lnTo>
                  <a:lnTo>
                    <a:pt x="0" y="0"/>
                  </a:lnTo>
                  <a:lnTo>
                    <a:pt x="0" y="121296"/>
                  </a:lnTo>
                  <a:close/>
                </a:path>
              </a:pathLst>
            </a:custGeom>
            <a:solidFill>
              <a:srgbClr val="0076A8"/>
            </a:solidFill>
            <a:ln w="6390" cap="flat">
              <a:noFill/>
              <a:prstDash val="solid"/>
              <a:miter/>
            </a:ln>
          </p:spPr>
          <p:txBody>
            <a:bodyPr rtlCol="0" anchor="ctr"/>
            <a:lstStyle/>
            <a:p>
              <a:endParaRPr lang="en-US"/>
            </a:p>
          </p:txBody>
        </p:sp>
        <p:sp>
          <p:nvSpPr>
            <p:cNvPr id="968" name="Graphic 4">
              <a:extLst>
                <a:ext uri="{FF2B5EF4-FFF2-40B4-BE49-F238E27FC236}">
                  <a16:creationId xmlns:a16="http://schemas.microsoft.com/office/drawing/2014/main" id="{B61E2117-1543-8745-B23C-1A63A7C0B0C5}"/>
                </a:ext>
              </a:extLst>
            </p:cNvPr>
            <p:cNvSpPr/>
            <p:nvPr/>
          </p:nvSpPr>
          <p:spPr>
            <a:xfrm>
              <a:off x="9426434" y="3500500"/>
              <a:ext cx="67733" cy="67670"/>
            </a:xfrm>
            <a:custGeom>
              <a:avLst/>
              <a:gdLst>
                <a:gd name="connsiteX0" fmla="*/ 40896 w 67733"/>
                <a:gd name="connsiteY0" fmla="*/ 20429 h 67670"/>
                <a:gd name="connsiteX1" fmla="*/ 40896 w 67733"/>
                <a:gd name="connsiteY1" fmla="*/ 0 h 67670"/>
                <a:gd name="connsiteX2" fmla="*/ 26838 w 67733"/>
                <a:gd name="connsiteY2" fmla="*/ 0 h 67670"/>
                <a:gd name="connsiteX3" fmla="*/ 26838 w 67733"/>
                <a:gd name="connsiteY3" fmla="*/ 20429 h 67670"/>
                <a:gd name="connsiteX4" fmla="*/ 20448 w 67733"/>
                <a:gd name="connsiteY4" fmla="*/ 26813 h 67670"/>
                <a:gd name="connsiteX5" fmla="*/ 0 w 67733"/>
                <a:gd name="connsiteY5" fmla="*/ 26813 h 67670"/>
                <a:gd name="connsiteX6" fmla="*/ 0 w 67733"/>
                <a:gd name="connsiteY6" fmla="*/ 40857 h 67670"/>
                <a:gd name="connsiteX7" fmla="*/ 20448 w 67733"/>
                <a:gd name="connsiteY7" fmla="*/ 40857 h 67670"/>
                <a:gd name="connsiteX8" fmla="*/ 26838 w 67733"/>
                <a:gd name="connsiteY8" fmla="*/ 47241 h 67670"/>
                <a:gd name="connsiteX9" fmla="*/ 26838 w 67733"/>
                <a:gd name="connsiteY9" fmla="*/ 67670 h 67670"/>
                <a:gd name="connsiteX10" fmla="*/ 40896 w 67733"/>
                <a:gd name="connsiteY10" fmla="*/ 67670 h 67670"/>
                <a:gd name="connsiteX11" fmla="*/ 40896 w 67733"/>
                <a:gd name="connsiteY11" fmla="*/ 47241 h 67670"/>
                <a:gd name="connsiteX12" fmla="*/ 47286 w 67733"/>
                <a:gd name="connsiteY12" fmla="*/ 40857 h 67670"/>
                <a:gd name="connsiteX13" fmla="*/ 67734 w 67733"/>
                <a:gd name="connsiteY13" fmla="*/ 40857 h 67670"/>
                <a:gd name="connsiteX14" fmla="*/ 67734 w 67733"/>
                <a:gd name="connsiteY14" fmla="*/ 26813 h 67670"/>
                <a:gd name="connsiteX15" fmla="*/ 47286 w 67733"/>
                <a:gd name="connsiteY15" fmla="*/ 26813 h 67670"/>
                <a:gd name="connsiteX16" fmla="*/ 40896 w 67733"/>
                <a:gd name="connsiteY16" fmla="*/ 20429 h 6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733" h="67670">
                  <a:moveTo>
                    <a:pt x="40896" y="20429"/>
                  </a:moveTo>
                  <a:lnTo>
                    <a:pt x="40896" y="0"/>
                  </a:lnTo>
                  <a:lnTo>
                    <a:pt x="26838" y="0"/>
                  </a:lnTo>
                  <a:lnTo>
                    <a:pt x="26838" y="20429"/>
                  </a:lnTo>
                  <a:cubicBezTo>
                    <a:pt x="26838" y="24259"/>
                    <a:pt x="24282" y="26813"/>
                    <a:pt x="20448" y="26813"/>
                  </a:cubicBezTo>
                  <a:lnTo>
                    <a:pt x="0" y="26813"/>
                  </a:lnTo>
                  <a:lnTo>
                    <a:pt x="0" y="40857"/>
                  </a:lnTo>
                  <a:lnTo>
                    <a:pt x="20448" y="40857"/>
                  </a:lnTo>
                  <a:cubicBezTo>
                    <a:pt x="24282" y="40857"/>
                    <a:pt x="26838" y="43411"/>
                    <a:pt x="26838" y="47241"/>
                  </a:cubicBezTo>
                  <a:lnTo>
                    <a:pt x="26838" y="67670"/>
                  </a:lnTo>
                  <a:lnTo>
                    <a:pt x="40896" y="67670"/>
                  </a:lnTo>
                  <a:lnTo>
                    <a:pt x="40896" y="47241"/>
                  </a:lnTo>
                  <a:cubicBezTo>
                    <a:pt x="40896" y="43411"/>
                    <a:pt x="43452" y="40857"/>
                    <a:pt x="47286" y="40857"/>
                  </a:cubicBezTo>
                  <a:lnTo>
                    <a:pt x="67734" y="40857"/>
                  </a:lnTo>
                  <a:lnTo>
                    <a:pt x="67734" y="26813"/>
                  </a:lnTo>
                  <a:lnTo>
                    <a:pt x="47286" y="26813"/>
                  </a:lnTo>
                  <a:cubicBezTo>
                    <a:pt x="43452" y="26813"/>
                    <a:pt x="40896" y="23621"/>
                    <a:pt x="40896" y="20429"/>
                  </a:cubicBezTo>
                </a:path>
              </a:pathLst>
            </a:custGeom>
            <a:solidFill>
              <a:srgbClr val="0076A8"/>
            </a:solidFill>
            <a:ln w="6390" cap="flat">
              <a:noFill/>
              <a:prstDash val="solid"/>
              <a:miter/>
            </a:ln>
          </p:spPr>
          <p:txBody>
            <a:bodyPr rtlCol="0" anchor="ctr"/>
            <a:lstStyle/>
            <a:p>
              <a:endParaRPr lang="en-US"/>
            </a:p>
          </p:txBody>
        </p:sp>
        <p:sp>
          <p:nvSpPr>
            <p:cNvPr id="969" name="Graphic 4">
              <a:extLst>
                <a:ext uri="{FF2B5EF4-FFF2-40B4-BE49-F238E27FC236}">
                  <a16:creationId xmlns:a16="http://schemas.microsoft.com/office/drawing/2014/main" id="{02EDCA3A-908C-CB4C-89D0-7E3F61E6B493}"/>
                </a:ext>
              </a:extLst>
            </p:cNvPr>
            <p:cNvSpPr/>
            <p:nvPr/>
          </p:nvSpPr>
          <p:spPr>
            <a:xfrm>
              <a:off x="9439854" y="3446874"/>
              <a:ext cx="40895" cy="14044"/>
            </a:xfrm>
            <a:custGeom>
              <a:avLst/>
              <a:gdLst>
                <a:gd name="connsiteX0" fmla="*/ 0 w 40895"/>
                <a:gd name="connsiteY0" fmla="*/ 0 h 14044"/>
                <a:gd name="connsiteX1" fmla="*/ 40896 w 40895"/>
                <a:gd name="connsiteY1" fmla="*/ 0 h 14044"/>
                <a:gd name="connsiteX2" fmla="*/ 40896 w 40895"/>
                <a:gd name="connsiteY2" fmla="*/ 14045 h 14044"/>
                <a:gd name="connsiteX3" fmla="*/ 0 w 40895"/>
                <a:gd name="connsiteY3" fmla="*/ 14045 h 14044"/>
              </a:gdLst>
              <a:ahLst/>
              <a:cxnLst>
                <a:cxn ang="0">
                  <a:pos x="connsiteX0" y="connsiteY0"/>
                </a:cxn>
                <a:cxn ang="0">
                  <a:pos x="connsiteX1" y="connsiteY1"/>
                </a:cxn>
                <a:cxn ang="0">
                  <a:pos x="connsiteX2" y="connsiteY2"/>
                </a:cxn>
                <a:cxn ang="0">
                  <a:pos x="connsiteX3" y="connsiteY3"/>
                </a:cxn>
              </a:cxnLst>
              <a:rect l="l" t="t" r="r" b="b"/>
              <a:pathLst>
                <a:path w="40895" h="14044">
                  <a:moveTo>
                    <a:pt x="0" y="0"/>
                  </a:moveTo>
                  <a:lnTo>
                    <a:pt x="40896" y="0"/>
                  </a:lnTo>
                  <a:lnTo>
                    <a:pt x="40896" y="14045"/>
                  </a:lnTo>
                  <a:lnTo>
                    <a:pt x="0" y="14045"/>
                  </a:lnTo>
                  <a:close/>
                </a:path>
              </a:pathLst>
            </a:custGeom>
            <a:solidFill>
              <a:srgbClr val="0076A8"/>
            </a:solidFill>
            <a:ln w="6390" cap="flat">
              <a:noFill/>
              <a:prstDash val="solid"/>
              <a:miter/>
            </a:ln>
          </p:spPr>
          <p:txBody>
            <a:bodyPr rtlCol="0" anchor="ctr"/>
            <a:lstStyle/>
            <a:p>
              <a:endParaRPr lang="en-US"/>
            </a:p>
          </p:txBody>
        </p:sp>
        <p:sp>
          <p:nvSpPr>
            <p:cNvPr id="970" name="Graphic 4">
              <a:extLst>
                <a:ext uri="{FF2B5EF4-FFF2-40B4-BE49-F238E27FC236}">
                  <a16:creationId xmlns:a16="http://schemas.microsoft.com/office/drawing/2014/main" id="{A2176338-7C61-914C-8E78-7A83D098C5A3}"/>
                </a:ext>
              </a:extLst>
            </p:cNvPr>
            <p:cNvSpPr/>
            <p:nvPr/>
          </p:nvSpPr>
          <p:spPr>
            <a:xfrm>
              <a:off x="9279466" y="3339623"/>
              <a:ext cx="361671" cy="361333"/>
            </a:xfrm>
            <a:custGeom>
              <a:avLst/>
              <a:gdLst>
                <a:gd name="connsiteX0" fmla="*/ 281157 w 361671"/>
                <a:gd name="connsiteY0" fmla="*/ 261743 h 361333"/>
                <a:gd name="connsiteX1" fmla="*/ 274767 w 361671"/>
                <a:gd name="connsiteY1" fmla="*/ 268127 h 361333"/>
                <a:gd name="connsiteX2" fmla="*/ 86904 w 361671"/>
                <a:gd name="connsiteY2" fmla="*/ 268127 h 361333"/>
                <a:gd name="connsiteX3" fmla="*/ 80514 w 361671"/>
                <a:gd name="connsiteY3" fmla="*/ 261743 h 361333"/>
                <a:gd name="connsiteX4" fmla="*/ 80514 w 361671"/>
                <a:gd name="connsiteY4" fmla="*/ 127680 h 361333"/>
                <a:gd name="connsiteX5" fmla="*/ 86904 w 361671"/>
                <a:gd name="connsiteY5" fmla="*/ 121296 h 361333"/>
                <a:gd name="connsiteX6" fmla="*/ 147608 w 361671"/>
                <a:gd name="connsiteY6" fmla="*/ 121296 h 361333"/>
                <a:gd name="connsiteX7" fmla="*/ 147608 w 361671"/>
                <a:gd name="connsiteY7" fmla="*/ 100867 h 361333"/>
                <a:gd name="connsiteX8" fmla="*/ 153998 w 361671"/>
                <a:gd name="connsiteY8" fmla="*/ 94483 h 361333"/>
                <a:gd name="connsiteX9" fmla="*/ 207673 w 361671"/>
                <a:gd name="connsiteY9" fmla="*/ 94483 h 361333"/>
                <a:gd name="connsiteX10" fmla="*/ 214063 w 361671"/>
                <a:gd name="connsiteY10" fmla="*/ 100867 h 361333"/>
                <a:gd name="connsiteX11" fmla="*/ 214063 w 361671"/>
                <a:gd name="connsiteY11" fmla="*/ 121296 h 361333"/>
                <a:gd name="connsiteX12" fmla="*/ 274767 w 361671"/>
                <a:gd name="connsiteY12" fmla="*/ 121296 h 361333"/>
                <a:gd name="connsiteX13" fmla="*/ 281157 w 361671"/>
                <a:gd name="connsiteY13" fmla="*/ 127680 h 361333"/>
                <a:gd name="connsiteX14" fmla="*/ 281157 w 361671"/>
                <a:gd name="connsiteY14" fmla="*/ 261743 h 361333"/>
                <a:gd name="connsiteX15" fmla="*/ 180836 w 361671"/>
                <a:gd name="connsiteY15" fmla="*/ 0 h 361333"/>
                <a:gd name="connsiteX16" fmla="*/ 0 w 361671"/>
                <a:gd name="connsiteY16" fmla="*/ 180667 h 361333"/>
                <a:gd name="connsiteX17" fmla="*/ 180836 w 361671"/>
                <a:gd name="connsiteY17" fmla="*/ 361333 h 361333"/>
                <a:gd name="connsiteX18" fmla="*/ 361671 w 361671"/>
                <a:gd name="connsiteY18" fmla="*/ 180667 h 361333"/>
                <a:gd name="connsiteX19" fmla="*/ 180836 w 361671"/>
                <a:gd name="connsiteY1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671" h="361333">
                  <a:moveTo>
                    <a:pt x="281157" y="261743"/>
                  </a:moveTo>
                  <a:cubicBezTo>
                    <a:pt x="281157" y="265574"/>
                    <a:pt x="278602" y="268127"/>
                    <a:pt x="274767" y="268127"/>
                  </a:cubicBezTo>
                  <a:lnTo>
                    <a:pt x="86904" y="268127"/>
                  </a:lnTo>
                  <a:cubicBezTo>
                    <a:pt x="83069" y="268127"/>
                    <a:pt x="80514" y="265574"/>
                    <a:pt x="80514" y="261743"/>
                  </a:cubicBezTo>
                  <a:lnTo>
                    <a:pt x="80514" y="127680"/>
                  </a:lnTo>
                  <a:cubicBezTo>
                    <a:pt x="80514" y="123849"/>
                    <a:pt x="83069" y="121296"/>
                    <a:pt x="86904" y="121296"/>
                  </a:cubicBezTo>
                  <a:lnTo>
                    <a:pt x="147608" y="121296"/>
                  </a:lnTo>
                  <a:lnTo>
                    <a:pt x="147608" y="100867"/>
                  </a:lnTo>
                  <a:cubicBezTo>
                    <a:pt x="147608" y="97037"/>
                    <a:pt x="150164" y="94483"/>
                    <a:pt x="153998" y="94483"/>
                  </a:cubicBezTo>
                  <a:lnTo>
                    <a:pt x="207673" y="94483"/>
                  </a:lnTo>
                  <a:cubicBezTo>
                    <a:pt x="211508" y="94483"/>
                    <a:pt x="214063" y="97037"/>
                    <a:pt x="214063" y="100867"/>
                  </a:cubicBezTo>
                  <a:lnTo>
                    <a:pt x="214063" y="121296"/>
                  </a:lnTo>
                  <a:lnTo>
                    <a:pt x="274767" y="121296"/>
                  </a:lnTo>
                  <a:cubicBezTo>
                    <a:pt x="278602" y="121296"/>
                    <a:pt x="281157" y="123849"/>
                    <a:pt x="281157" y="127680"/>
                  </a:cubicBezTo>
                  <a:lnTo>
                    <a:pt x="281157" y="261743"/>
                  </a:lnTo>
                  <a:close/>
                  <a:moveTo>
                    <a:pt x="180836" y="0"/>
                  </a:moveTo>
                  <a:cubicBezTo>
                    <a:pt x="80514" y="0"/>
                    <a:pt x="0" y="81077"/>
                    <a:pt x="0" y="180667"/>
                  </a:cubicBezTo>
                  <a:cubicBezTo>
                    <a:pt x="0" y="280895"/>
                    <a:pt x="81153" y="361333"/>
                    <a:pt x="180836" y="361333"/>
                  </a:cubicBezTo>
                  <a:cubicBezTo>
                    <a:pt x="280518" y="361333"/>
                    <a:pt x="361671" y="280257"/>
                    <a:pt x="361671" y="180667"/>
                  </a:cubicBezTo>
                  <a:cubicBezTo>
                    <a:pt x="361671" y="81077"/>
                    <a:pt x="280518" y="0"/>
                    <a:pt x="180836" y="0"/>
                  </a:cubicBezTo>
                </a:path>
              </a:pathLst>
            </a:custGeom>
            <a:solidFill>
              <a:srgbClr val="0076A8"/>
            </a:solidFill>
            <a:ln w="6390" cap="flat">
              <a:noFill/>
              <a:prstDash val="solid"/>
              <a:miter/>
            </a:ln>
          </p:spPr>
          <p:txBody>
            <a:bodyPr rtlCol="0" anchor="ctr"/>
            <a:lstStyle/>
            <a:p>
              <a:endParaRPr lang="en-US"/>
            </a:p>
          </p:txBody>
        </p:sp>
      </p:grpSp>
      <p:grpSp>
        <p:nvGrpSpPr>
          <p:cNvPr id="971" name="Graphic 4">
            <a:extLst>
              <a:ext uri="{FF2B5EF4-FFF2-40B4-BE49-F238E27FC236}">
                <a16:creationId xmlns:a16="http://schemas.microsoft.com/office/drawing/2014/main" id="{9FE299CF-4579-694A-9F14-4D10A6575F1A}"/>
              </a:ext>
            </a:extLst>
          </p:cNvPr>
          <p:cNvGrpSpPr/>
          <p:nvPr/>
        </p:nvGrpSpPr>
        <p:grpSpPr>
          <a:xfrm>
            <a:off x="9887149" y="1402085"/>
            <a:ext cx="361670" cy="361333"/>
            <a:chOff x="9887149" y="1402085"/>
            <a:chExt cx="361670" cy="361333"/>
          </a:xfrm>
          <a:solidFill>
            <a:srgbClr val="0076A8"/>
          </a:solidFill>
        </p:grpSpPr>
        <p:sp>
          <p:nvSpPr>
            <p:cNvPr id="972" name="Graphic 4">
              <a:extLst>
                <a:ext uri="{FF2B5EF4-FFF2-40B4-BE49-F238E27FC236}">
                  <a16:creationId xmlns:a16="http://schemas.microsoft.com/office/drawing/2014/main" id="{2F13C82A-6189-3142-8F3D-8DE3106C40DB}"/>
                </a:ext>
              </a:extLst>
            </p:cNvPr>
            <p:cNvSpPr/>
            <p:nvPr/>
          </p:nvSpPr>
          <p:spPr>
            <a:xfrm>
              <a:off x="9887149" y="1402085"/>
              <a:ext cx="361670" cy="361333"/>
            </a:xfrm>
            <a:custGeom>
              <a:avLst/>
              <a:gdLst>
                <a:gd name="connsiteX0" fmla="*/ 180835 w 361670"/>
                <a:gd name="connsiteY0" fmla="*/ 349204 h 361333"/>
                <a:gd name="connsiteX1" fmla="*/ 12780 w 361670"/>
                <a:gd name="connsiteY1" fmla="*/ 181305 h 361333"/>
                <a:gd name="connsiteX2" fmla="*/ 180835 w 361670"/>
                <a:gd name="connsiteY2" fmla="*/ 13406 h 361333"/>
                <a:gd name="connsiteX3" fmla="*/ 348890 w 361670"/>
                <a:gd name="connsiteY3" fmla="*/ 181305 h 361333"/>
                <a:gd name="connsiteX4" fmla="*/ 180835 w 361670"/>
                <a:gd name="connsiteY4" fmla="*/ 349204 h 361333"/>
                <a:gd name="connsiteX5" fmla="*/ 180835 w 361670"/>
                <a:gd name="connsiteY5" fmla="*/ 0 h 361333"/>
                <a:gd name="connsiteX6" fmla="*/ 0 w 361670"/>
                <a:gd name="connsiteY6" fmla="*/ 180667 h 361333"/>
                <a:gd name="connsiteX7" fmla="*/ 180835 w 361670"/>
                <a:gd name="connsiteY7" fmla="*/ 361333 h 361333"/>
                <a:gd name="connsiteX8" fmla="*/ 361670 w 361670"/>
                <a:gd name="connsiteY8" fmla="*/ 180667 h 361333"/>
                <a:gd name="connsiteX9" fmla="*/ 180835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1157" y="0"/>
                    <a:pt x="180835" y="0"/>
                  </a:cubicBezTo>
                </a:path>
              </a:pathLst>
            </a:custGeom>
            <a:solidFill>
              <a:srgbClr val="0076A8"/>
            </a:solidFill>
            <a:ln w="6390" cap="flat">
              <a:noFill/>
              <a:prstDash val="solid"/>
              <a:miter/>
            </a:ln>
          </p:spPr>
          <p:txBody>
            <a:bodyPr rtlCol="0" anchor="ctr"/>
            <a:lstStyle/>
            <a:p>
              <a:endParaRPr lang="en-US"/>
            </a:p>
          </p:txBody>
        </p:sp>
        <p:sp>
          <p:nvSpPr>
            <p:cNvPr id="973" name="Graphic 4">
              <a:extLst>
                <a:ext uri="{FF2B5EF4-FFF2-40B4-BE49-F238E27FC236}">
                  <a16:creationId xmlns:a16="http://schemas.microsoft.com/office/drawing/2014/main" id="{AC82FEE5-8D94-AE4C-B5D5-7FCCF33957F2}"/>
                </a:ext>
              </a:extLst>
            </p:cNvPr>
            <p:cNvSpPr/>
            <p:nvPr/>
          </p:nvSpPr>
          <p:spPr>
            <a:xfrm>
              <a:off x="9961273" y="1477416"/>
              <a:ext cx="213424" cy="213225"/>
            </a:xfrm>
            <a:custGeom>
              <a:avLst/>
              <a:gdLst>
                <a:gd name="connsiteX0" fmla="*/ 207034 w 213424"/>
                <a:gd name="connsiteY0" fmla="*/ 99590 h 213225"/>
                <a:gd name="connsiteX1" fmla="*/ 178279 w 213424"/>
                <a:gd name="connsiteY1" fmla="*/ 99590 h 213225"/>
                <a:gd name="connsiteX2" fmla="*/ 171889 w 213424"/>
                <a:gd name="connsiteY2" fmla="*/ 104697 h 213225"/>
                <a:gd name="connsiteX3" fmla="*/ 169972 w 213424"/>
                <a:gd name="connsiteY3" fmla="*/ 112358 h 213225"/>
                <a:gd name="connsiteX4" fmla="*/ 155275 w 213424"/>
                <a:gd name="connsiteY4" fmla="*/ 68947 h 213225"/>
                <a:gd name="connsiteX5" fmla="*/ 148885 w 213424"/>
                <a:gd name="connsiteY5" fmla="*/ 64478 h 213225"/>
                <a:gd name="connsiteX6" fmla="*/ 143135 w 213424"/>
                <a:gd name="connsiteY6" fmla="*/ 69585 h 213225"/>
                <a:gd name="connsiteX7" fmla="*/ 121409 w 213424"/>
                <a:gd name="connsiteY7" fmla="*/ 173644 h 213225"/>
                <a:gd name="connsiteX8" fmla="*/ 91376 w 213424"/>
                <a:gd name="connsiteY8" fmla="*/ 5107 h 213225"/>
                <a:gd name="connsiteX9" fmla="*/ 84986 w 213424"/>
                <a:gd name="connsiteY9" fmla="*/ 0 h 213225"/>
                <a:gd name="connsiteX10" fmla="*/ 78596 w 213424"/>
                <a:gd name="connsiteY10" fmla="*/ 5107 h 213225"/>
                <a:gd name="connsiteX11" fmla="*/ 54953 w 213424"/>
                <a:gd name="connsiteY11" fmla="*/ 105336 h 213225"/>
                <a:gd name="connsiteX12" fmla="*/ 47925 w 213424"/>
                <a:gd name="connsiteY12" fmla="*/ 83630 h 213225"/>
                <a:gd name="connsiteX13" fmla="*/ 42812 w 213424"/>
                <a:gd name="connsiteY13" fmla="*/ 79161 h 213225"/>
                <a:gd name="connsiteX14" fmla="*/ 36422 w 213424"/>
                <a:gd name="connsiteY14" fmla="*/ 81715 h 213225"/>
                <a:gd name="connsiteX15" fmla="*/ 24281 w 213424"/>
                <a:gd name="connsiteY15" fmla="*/ 100229 h 213225"/>
                <a:gd name="connsiteX16" fmla="*/ 6390 w 213424"/>
                <a:gd name="connsiteY16" fmla="*/ 100229 h 213225"/>
                <a:gd name="connsiteX17" fmla="*/ 0 w 213424"/>
                <a:gd name="connsiteY17" fmla="*/ 106612 h 213225"/>
                <a:gd name="connsiteX18" fmla="*/ 6390 w 213424"/>
                <a:gd name="connsiteY18" fmla="*/ 112996 h 213225"/>
                <a:gd name="connsiteX19" fmla="*/ 28116 w 213424"/>
                <a:gd name="connsiteY19" fmla="*/ 112996 h 213225"/>
                <a:gd name="connsiteX20" fmla="*/ 33227 w 213424"/>
                <a:gd name="connsiteY20" fmla="*/ 110443 h 213225"/>
                <a:gd name="connsiteX21" fmla="*/ 40256 w 213424"/>
                <a:gd name="connsiteY21" fmla="*/ 99590 h 213225"/>
                <a:gd name="connsiteX22" fmla="*/ 50481 w 213424"/>
                <a:gd name="connsiteY22" fmla="*/ 130233 h 213225"/>
                <a:gd name="connsiteX23" fmla="*/ 56871 w 213424"/>
                <a:gd name="connsiteY23" fmla="*/ 134702 h 213225"/>
                <a:gd name="connsiteX24" fmla="*/ 62621 w 213424"/>
                <a:gd name="connsiteY24" fmla="*/ 129595 h 213225"/>
                <a:gd name="connsiteX25" fmla="*/ 84347 w 213424"/>
                <a:gd name="connsiteY25" fmla="*/ 37665 h 213225"/>
                <a:gd name="connsiteX26" fmla="*/ 115019 w 213424"/>
                <a:gd name="connsiteY26" fmla="*/ 208118 h 213225"/>
                <a:gd name="connsiteX27" fmla="*/ 121409 w 213424"/>
                <a:gd name="connsiteY27" fmla="*/ 213225 h 213225"/>
                <a:gd name="connsiteX28" fmla="*/ 121409 w 213424"/>
                <a:gd name="connsiteY28" fmla="*/ 213225 h 213225"/>
                <a:gd name="connsiteX29" fmla="*/ 127799 w 213424"/>
                <a:gd name="connsiteY29" fmla="*/ 208118 h 213225"/>
                <a:gd name="connsiteX30" fmla="*/ 151441 w 213424"/>
                <a:gd name="connsiteY30" fmla="*/ 95121 h 213225"/>
                <a:gd name="connsiteX31" fmla="*/ 165500 w 213424"/>
                <a:gd name="connsiteY31" fmla="*/ 137256 h 213225"/>
                <a:gd name="connsiteX32" fmla="*/ 171889 w 213424"/>
                <a:gd name="connsiteY32" fmla="*/ 141724 h 213225"/>
                <a:gd name="connsiteX33" fmla="*/ 177640 w 213424"/>
                <a:gd name="connsiteY33" fmla="*/ 136617 h 213225"/>
                <a:gd name="connsiteX34" fmla="*/ 183391 w 213424"/>
                <a:gd name="connsiteY34" fmla="*/ 112996 h 213225"/>
                <a:gd name="connsiteX35" fmla="*/ 207034 w 213424"/>
                <a:gd name="connsiteY35" fmla="*/ 112996 h 213225"/>
                <a:gd name="connsiteX36" fmla="*/ 213424 w 213424"/>
                <a:gd name="connsiteY36" fmla="*/ 106612 h 213225"/>
                <a:gd name="connsiteX37" fmla="*/ 207034 w 213424"/>
                <a:gd name="connsiteY37" fmla="*/ 99590 h 213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13424" h="213225">
                  <a:moveTo>
                    <a:pt x="207034" y="99590"/>
                  </a:moveTo>
                  <a:lnTo>
                    <a:pt x="178279" y="99590"/>
                  </a:lnTo>
                  <a:cubicBezTo>
                    <a:pt x="175084" y="99590"/>
                    <a:pt x="172528" y="101505"/>
                    <a:pt x="171889" y="104697"/>
                  </a:cubicBezTo>
                  <a:lnTo>
                    <a:pt x="169972" y="112358"/>
                  </a:lnTo>
                  <a:lnTo>
                    <a:pt x="155275" y="68947"/>
                  </a:lnTo>
                  <a:cubicBezTo>
                    <a:pt x="154636" y="66393"/>
                    <a:pt x="151441" y="64478"/>
                    <a:pt x="148885" y="64478"/>
                  </a:cubicBezTo>
                  <a:cubicBezTo>
                    <a:pt x="145690" y="64478"/>
                    <a:pt x="143774" y="66393"/>
                    <a:pt x="143135" y="69585"/>
                  </a:cubicBezTo>
                  <a:lnTo>
                    <a:pt x="121409" y="173644"/>
                  </a:lnTo>
                  <a:lnTo>
                    <a:pt x="91376" y="5107"/>
                  </a:lnTo>
                  <a:cubicBezTo>
                    <a:pt x="90737" y="1915"/>
                    <a:pt x="88181" y="0"/>
                    <a:pt x="84986" y="0"/>
                  </a:cubicBezTo>
                  <a:cubicBezTo>
                    <a:pt x="81791" y="0"/>
                    <a:pt x="79235" y="1915"/>
                    <a:pt x="78596" y="5107"/>
                  </a:cubicBezTo>
                  <a:lnTo>
                    <a:pt x="54953" y="105336"/>
                  </a:lnTo>
                  <a:lnTo>
                    <a:pt x="47925" y="83630"/>
                  </a:lnTo>
                  <a:cubicBezTo>
                    <a:pt x="47286" y="81077"/>
                    <a:pt x="45368" y="79800"/>
                    <a:pt x="42812" y="79161"/>
                  </a:cubicBezTo>
                  <a:cubicBezTo>
                    <a:pt x="40256" y="78523"/>
                    <a:pt x="37701" y="79800"/>
                    <a:pt x="36422" y="81715"/>
                  </a:cubicBezTo>
                  <a:lnTo>
                    <a:pt x="24281" y="100229"/>
                  </a:lnTo>
                  <a:lnTo>
                    <a:pt x="6390" y="100229"/>
                  </a:lnTo>
                  <a:cubicBezTo>
                    <a:pt x="2556" y="100229"/>
                    <a:pt x="0" y="102782"/>
                    <a:pt x="0" y="106612"/>
                  </a:cubicBezTo>
                  <a:cubicBezTo>
                    <a:pt x="0" y="110443"/>
                    <a:pt x="2556" y="112996"/>
                    <a:pt x="6390" y="112996"/>
                  </a:cubicBezTo>
                  <a:lnTo>
                    <a:pt x="28116" y="112996"/>
                  </a:lnTo>
                  <a:cubicBezTo>
                    <a:pt x="30032" y="112996"/>
                    <a:pt x="31950" y="111720"/>
                    <a:pt x="33227" y="110443"/>
                  </a:cubicBezTo>
                  <a:lnTo>
                    <a:pt x="40256" y="99590"/>
                  </a:lnTo>
                  <a:lnTo>
                    <a:pt x="50481" y="130233"/>
                  </a:lnTo>
                  <a:cubicBezTo>
                    <a:pt x="51119" y="132787"/>
                    <a:pt x="53676" y="134702"/>
                    <a:pt x="56871" y="134702"/>
                  </a:cubicBezTo>
                  <a:cubicBezTo>
                    <a:pt x="59426" y="134702"/>
                    <a:pt x="61982" y="132787"/>
                    <a:pt x="62621" y="129595"/>
                  </a:cubicBezTo>
                  <a:lnTo>
                    <a:pt x="84347" y="37665"/>
                  </a:lnTo>
                  <a:lnTo>
                    <a:pt x="115019" y="208118"/>
                  </a:lnTo>
                  <a:cubicBezTo>
                    <a:pt x="115658" y="211310"/>
                    <a:pt x="118214" y="213225"/>
                    <a:pt x="121409" y="213225"/>
                  </a:cubicBezTo>
                  <a:lnTo>
                    <a:pt x="121409" y="213225"/>
                  </a:lnTo>
                  <a:cubicBezTo>
                    <a:pt x="124604" y="213225"/>
                    <a:pt x="127160" y="211310"/>
                    <a:pt x="127799" y="208118"/>
                  </a:cubicBezTo>
                  <a:lnTo>
                    <a:pt x="151441" y="95121"/>
                  </a:lnTo>
                  <a:lnTo>
                    <a:pt x="165500" y="137256"/>
                  </a:lnTo>
                  <a:cubicBezTo>
                    <a:pt x="166138" y="139809"/>
                    <a:pt x="168695" y="141724"/>
                    <a:pt x="171889" y="141724"/>
                  </a:cubicBezTo>
                  <a:cubicBezTo>
                    <a:pt x="174445" y="141724"/>
                    <a:pt x="177001" y="139809"/>
                    <a:pt x="177640" y="136617"/>
                  </a:cubicBezTo>
                  <a:lnTo>
                    <a:pt x="183391" y="112996"/>
                  </a:lnTo>
                  <a:lnTo>
                    <a:pt x="207034" y="112996"/>
                  </a:lnTo>
                  <a:cubicBezTo>
                    <a:pt x="210868" y="112996"/>
                    <a:pt x="213424" y="110443"/>
                    <a:pt x="213424" y="106612"/>
                  </a:cubicBezTo>
                  <a:cubicBezTo>
                    <a:pt x="213424" y="102144"/>
                    <a:pt x="210868" y="99590"/>
                    <a:pt x="207034" y="99590"/>
                  </a:cubicBezTo>
                </a:path>
              </a:pathLst>
            </a:custGeom>
            <a:solidFill>
              <a:srgbClr val="0076A8"/>
            </a:solidFill>
            <a:ln w="6390" cap="flat">
              <a:noFill/>
              <a:prstDash val="solid"/>
              <a:miter/>
            </a:ln>
          </p:spPr>
          <p:txBody>
            <a:bodyPr rtlCol="0" anchor="ctr"/>
            <a:lstStyle/>
            <a:p>
              <a:endParaRPr lang="en-US"/>
            </a:p>
          </p:txBody>
        </p:sp>
      </p:grpSp>
      <p:sp>
        <p:nvSpPr>
          <p:cNvPr id="974" name="Graphic 4">
            <a:extLst>
              <a:ext uri="{FF2B5EF4-FFF2-40B4-BE49-F238E27FC236}">
                <a16:creationId xmlns:a16="http://schemas.microsoft.com/office/drawing/2014/main" id="{D9EBAF9C-0A50-1B40-9E1F-AC82D3F71367}"/>
              </a:ext>
            </a:extLst>
          </p:cNvPr>
          <p:cNvSpPr/>
          <p:nvPr/>
        </p:nvSpPr>
        <p:spPr>
          <a:xfrm>
            <a:off x="10324860" y="1402085"/>
            <a:ext cx="361674" cy="361333"/>
          </a:xfrm>
          <a:custGeom>
            <a:avLst/>
            <a:gdLst>
              <a:gd name="connsiteX0" fmla="*/ 281796 w 361674"/>
              <a:gd name="connsiteY0" fmla="*/ 187689 h 361333"/>
              <a:gd name="connsiteX1" fmla="*/ 258153 w 361674"/>
              <a:gd name="connsiteY1" fmla="*/ 187689 h 361333"/>
              <a:gd name="connsiteX2" fmla="*/ 252403 w 361674"/>
              <a:gd name="connsiteY2" fmla="*/ 211310 h 361333"/>
              <a:gd name="connsiteX3" fmla="*/ 246651 w 361674"/>
              <a:gd name="connsiteY3" fmla="*/ 216417 h 361333"/>
              <a:gd name="connsiteX4" fmla="*/ 240261 w 361674"/>
              <a:gd name="connsiteY4" fmla="*/ 211948 h 361333"/>
              <a:gd name="connsiteX5" fmla="*/ 226203 w 361674"/>
              <a:gd name="connsiteY5" fmla="*/ 169814 h 361333"/>
              <a:gd name="connsiteX6" fmla="*/ 202561 w 361674"/>
              <a:gd name="connsiteY6" fmla="*/ 282810 h 361333"/>
              <a:gd name="connsiteX7" fmla="*/ 196171 w 361674"/>
              <a:gd name="connsiteY7" fmla="*/ 287918 h 361333"/>
              <a:gd name="connsiteX8" fmla="*/ 196171 w 361674"/>
              <a:gd name="connsiteY8" fmla="*/ 287918 h 361333"/>
              <a:gd name="connsiteX9" fmla="*/ 189781 w 361674"/>
              <a:gd name="connsiteY9" fmla="*/ 282810 h 361333"/>
              <a:gd name="connsiteX10" fmla="*/ 159109 w 361674"/>
              <a:gd name="connsiteY10" fmla="*/ 112358 h 361333"/>
              <a:gd name="connsiteX11" fmla="*/ 137384 w 361674"/>
              <a:gd name="connsiteY11" fmla="*/ 204287 h 361333"/>
              <a:gd name="connsiteX12" fmla="*/ 131633 w 361674"/>
              <a:gd name="connsiteY12" fmla="*/ 209395 h 361333"/>
              <a:gd name="connsiteX13" fmla="*/ 125243 w 361674"/>
              <a:gd name="connsiteY13" fmla="*/ 204926 h 361333"/>
              <a:gd name="connsiteX14" fmla="*/ 115019 w 361674"/>
              <a:gd name="connsiteY14" fmla="*/ 174283 h 361333"/>
              <a:gd name="connsiteX15" fmla="*/ 107989 w 361674"/>
              <a:gd name="connsiteY15" fmla="*/ 185135 h 361333"/>
              <a:gd name="connsiteX16" fmla="*/ 102878 w 361674"/>
              <a:gd name="connsiteY16" fmla="*/ 187689 h 361333"/>
              <a:gd name="connsiteX17" fmla="*/ 81152 w 361674"/>
              <a:gd name="connsiteY17" fmla="*/ 187689 h 361333"/>
              <a:gd name="connsiteX18" fmla="*/ 74762 w 361674"/>
              <a:gd name="connsiteY18" fmla="*/ 181305 h 361333"/>
              <a:gd name="connsiteX19" fmla="*/ 81152 w 361674"/>
              <a:gd name="connsiteY19" fmla="*/ 174921 h 361333"/>
              <a:gd name="connsiteX20" fmla="*/ 99044 w 361674"/>
              <a:gd name="connsiteY20" fmla="*/ 174921 h 361333"/>
              <a:gd name="connsiteX21" fmla="*/ 111184 w 361674"/>
              <a:gd name="connsiteY21" fmla="*/ 156408 h 361333"/>
              <a:gd name="connsiteX22" fmla="*/ 117574 w 361674"/>
              <a:gd name="connsiteY22" fmla="*/ 153854 h 361333"/>
              <a:gd name="connsiteX23" fmla="*/ 122686 w 361674"/>
              <a:gd name="connsiteY23" fmla="*/ 158323 h 361333"/>
              <a:gd name="connsiteX24" fmla="*/ 129715 w 361674"/>
              <a:gd name="connsiteY24" fmla="*/ 180028 h 361333"/>
              <a:gd name="connsiteX25" fmla="*/ 153358 w 361674"/>
              <a:gd name="connsiteY25" fmla="*/ 79800 h 361333"/>
              <a:gd name="connsiteX26" fmla="*/ 159748 w 361674"/>
              <a:gd name="connsiteY26" fmla="*/ 74693 h 361333"/>
              <a:gd name="connsiteX27" fmla="*/ 159748 w 361674"/>
              <a:gd name="connsiteY27" fmla="*/ 74693 h 361333"/>
              <a:gd name="connsiteX28" fmla="*/ 166138 w 361674"/>
              <a:gd name="connsiteY28" fmla="*/ 79800 h 361333"/>
              <a:gd name="connsiteX29" fmla="*/ 196171 w 361674"/>
              <a:gd name="connsiteY29" fmla="*/ 248337 h 361333"/>
              <a:gd name="connsiteX30" fmla="*/ 217897 w 361674"/>
              <a:gd name="connsiteY30" fmla="*/ 144278 h 361333"/>
              <a:gd name="connsiteX31" fmla="*/ 223648 w 361674"/>
              <a:gd name="connsiteY31" fmla="*/ 139171 h 361333"/>
              <a:gd name="connsiteX32" fmla="*/ 230038 w 361674"/>
              <a:gd name="connsiteY32" fmla="*/ 143640 h 361333"/>
              <a:gd name="connsiteX33" fmla="*/ 244734 w 361674"/>
              <a:gd name="connsiteY33" fmla="*/ 187051 h 361333"/>
              <a:gd name="connsiteX34" fmla="*/ 246651 w 361674"/>
              <a:gd name="connsiteY34" fmla="*/ 179390 h 361333"/>
              <a:gd name="connsiteX35" fmla="*/ 253041 w 361674"/>
              <a:gd name="connsiteY35" fmla="*/ 174283 h 361333"/>
              <a:gd name="connsiteX36" fmla="*/ 281796 w 361674"/>
              <a:gd name="connsiteY36" fmla="*/ 174283 h 361333"/>
              <a:gd name="connsiteX37" fmla="*/ 288186 w 361674"/>
              <a:gd name="connsiteY37" fmla="*/ 180667 h 361333"/>
              <a:gd name="connsiteX38" fmla="*/ 281796 w 361674"/>
              <a:gd name="connsiteY38" fmla="*/ 187689 h 361333"/>
              <a:gd name="connsiteX39" fmla="*/ 180835 w 361674"/>
              <a:gd name="connsiteY39" fmla="*/ 0 h 361333"/>
              <a:gd name="connsiteX40" fmla="*/ 0 w 361674"/>
              <a:gd name="connsiteY40" fmla="*/ 180667 h 361333"/>
              <a:gd name="connsiteX41" fmla="*/ 180835 w 361674"/>
              <a:gd name="connsiteY41" fmla="*/ 361333 h 361333"/>
              <a:gd name="connsiteX42" fmla="*/ 361670 w 361674"/>
              <a:gd name="connsiteY42" fmla="*/ 180667 h 361333"/>
              <a:gd name="connsiteX43" fmla="*/ 180835 w 361674"/>
              <a:gd name="connsiteY43"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1674" h="361333">
                <a:moveTo>
                  <a:pt x="281796" y="187689"/>
                </a:moveTo>
                <a:lnTo>
                  <a:pt x="258153" y="187689"/>
                </a:lnTo>
                <a:lnTo>
                  <a:pt x="252403" y="211310"/>
                </a:lnTo>
                <a:cubicBezTo>
                  <a:pt x="251763" y="213863"/>
                  <a:pt x="249208" y="215779"/>
                  <a:pt x="246651" y="216417"/>
                </a:cubicBezTo>
                <a:cubicBezTo>
                  <a:pt x="244095" y="216417"/>
                  <a:pt x="241539" y="214502"/>
                  <a:pt x="240261" y="211948"/>
                </a:cubicBezTo>
                <a:lnTo>
                  <a:pt x="226203" y="169814"/>
                </a:lnTo>
                <a:lnTo>
                  <a:pt x="202561" y="282810"/>
                </a:lnTo>
                <a:cubicBezTo>
                  <a:pt x="201922" y="286002"/>
                  <a:pt x="199366" y="287918"/>
                  <a:pt x="196171" y="287918"/>
                </a:cubicBezTo>
                <a:lnTo>
                  <a:pt x="196171" y="287918"/>
                </a:lnTo>
                <a:cubicBezTo>
                  <a:pt x="192976" y="287918"/>
                  <a:pt x="190420" y="285364"/>
                  <a:pt x="189781" y="282810"/>
                </a:cubicBezTo>
                <a:lnTo>
                  <a:pt x="159109" y="112358"/>
                </a:lnTo>
                <a:lnTo>
                  <a:pt x="137384" y="204287"/>
                </a:lnTo>
                <a:cubicBezTo>
                  <a:pt x="136744" y="206841"/>
                  <a:pt x="134189" y="208756"/>
                  <a:pt x="131633" y="209395"/>
                </a:cubicBezTo>
                <a:cubicBezTo>
                  <a:pt x="129076" y="209395"/>
                  <a:pt x="125881" y="207479"/>
                  <a:pt x="125243" y="204926"/>
                </a:cubicBezTo>
                <a:lnTo>
                  <a:pt x="115019" y="174283"/>
                </a:lnTo>
                <a:lnTo>
                  <a:pt x="107989" y="185135"/>
                </a:lnTo>
                <a:cubicBezTo>
                  <a:pt x="106712" y="187051"/>
                  <a:pt x="104794" y="187689"/>
                  <a:pt x="102878" y="187689"/>
                </a:cubicBezTo>
                <a:lnTo>
                  <a:pt x="81152" y="187689"/>
                </a:lnTo>
                <a:cubicBezTo>
                  <a:pt x="77318" y="187689"/>
                  <a:pt x="74762" y="185135"/>
                  <a:pt x="74762" y="181305"/>
                </a:cubicBezTo>
                <a:cubicBezTo>
                  <a:pt x="74762" y="177475"/>
                  <a:pt x="77318" y="174921"/>
                  <a:pt x="81152" y="174921"/>
                </a:cubicBezTo>
                <a:lnTo>
                  <a:pt x="99044" y="174921"/>
                </a:lnTo>
                <a:lnTo>
                  <a:pt x="111184" y="156408"/>
                </a:lnTo>
                <a:cubicBezTo>
                  <a:pt x="112463" y="154492"/>
                  <a:pt x="115019" y="153216"/>
                  <a:pt x="117574" y="153854"/>
                </a:cubicBezTo>
                <a:cubicBezTo>
                  <a:pt x="120130" y="154492"/>
                  <a:pt x="122048" y="155769"/>
                  <a:pt x="122686" y="158323"/>
                </a:cubicBezTo>
                <a:lnTo>
                  <a:pt x="129715" y="180028"/>
                </a:lnTo>
                <a:lnTo>
                  <a:pt x="153358" y="79800"/>
                </a:lnTo>
                <a:cubicBezTo>
                  <a:pt x="153997" y="76608"/>
                  <a:pt x="156553" y="74693"/>
                  <a:pt x="159748" y="74693"/>
                </a:cubicBezTo>
                <a:lnTo>
                  <a:pt x="159748" y="74693"/>
                </a:lnTo>
                <a:cubicBezTo>
                  <a:pt x="162943" y="74693"/>
                  <a:pt x="165499" y="77246"/>
                  <a:pt x="166138" y="79800"/>
                </a:cubicBezTo>
                <a:lnTo>
                  <a:pt x="196171" y="248337"/>
                </a:lnTo>
                <a:lnTo>
                  <a:pt x="217897" y="144278"/>
                </a:lnTo>
                <a:cubicBezTo>
                  <a:pt x="218536" y="141724"/>
                  <a:pt x="221092" y="139171"/>
                  <a:pt x="223648" y="139171"/>
                </a:cubicBezTo>
                <a:cubicBezTo>
                  <a:pt x="226843" y="139171"/>
                  <a:pt x="229398" y="141086"/>
                  <a:pt x="230038" y="143640"/>
                </a:cubicBezTo>
                <a:lnTo>
                  <a:pt x="244734" y="187051"/>
                </a:lnTo>
                <a:lnTo>
                  <a:pt x="246651" y="179390"/>
                </a:lnTo>
                <a:cubicBezTo>
                  <a:pt x="247290" y="176836"/>
                  <a:pt x="249846" y="174283"/>
                  <a:pt x="253041" y="174283"/>
                </a:cubicBezTo>
                <a:lnTo>
                  <a:pt x="281796" y="174283"/>
                </a:lnTo>
                <a:cubicBezTo>
                  <a:pt x="285630" y="174283"/>
                  <a:pt x="288186" y="176836"/>
                  <a:pt x="288186" y="180667"/>
                </a:cubicBezTo>
                <a:cubicBezTo>
                  <a:pt x="288186" y="184497"/>
                  <a:pt x="284991" y="187689"/>
                  <a:pt x="281796" y="187689"/>
                </a:cubicBezTo>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09" y="81077"/>
                  <a:pt x="281157" y="0"/>
                  <a:pt x="180835" y="0"/>
                </a:cubicBezTo>
              </a:path>
            </a:pathLst>
          </a:custGeom>
          <a:solidFill>
            <a:srgbClr val="0076A8"/>
          </a:solidFill>
          <a:ln w="6390" cap="flat">
            <a:noFill/>
            <a:prstDash val="solid"/>
            <a:miter/>
          </a:ln>
        </p:spPr>
        <p:txBody>
          <a:bodyPr rtlCol="0" anchor="ctr"/>
          <a:lstStyle/>
          <a:p>
            <a:endParaRPr lang="en-US"/>
          </a:p>
        </p:txBody>
      </p:sp>
      <p:grpSp>
        <p:nvGrpSpPr>
          <p:cNvPr id="975" name="Graphic 4">
            <a:extLst>
              <a:ext uri="{FF2B5EF4-FFF2-40B4-BE49-F238E27FC236}">
                <a16:creationId xmlns:a16="http://schemas.microsoft.com/office/drawing/2014/main" id="{241133D5-2E16-D943-8D4E-B936E125A5D0}"/>
              </a:ext>
            </a:extLst>
          </p:cNvPr>
          <p:cNvGrpSpPr/>
          <p:nvPr/>
        </p:nvGrpSpPr>
        <p:grpSpPr>
          <a:xfrm>
            <a:off x="10324860" y="2371173"/>
            <a:ext cx="361674" cy="361333"/>
            <a:chOff x="10324860" y="2371173"/>
            <a:chExt cx="361674" cy="361333"/>
          </a:xfrm>
          <a:solidFill>
            <a:srgbClr val="0076A8"/>
          </a:solidFill>
        </p:grpSpPr>
        <p:sp>
          <p:nvSpPr>
            <p:cNvPr id="976" name="Graphic 4">
              <a:extLst>
                <a:ext uri="{FF2B5EF4-FFF2-40B4-BE49-F238E27FC236}">
                  <a16:creationId xmlns:a16="http://schemas.microsoft.com/office/drawing/2014/main" id="{5A7F14CA-501D-444C-A964-1A96284A4DD1}"/>
                </a:ext>
              </a:extLst>
            </p:cNvPr>
            <p:cNvSpPr/>
            <p:nvPr/>
          </p:nvSpPr>
          <p:spPr>
            <a:xfrm>
              <a:off x="10423904" y="2463103"/>
              <a:ext cx="163582" cy="177474"/>
            </a:xfrm>
            <a:custGeom>
              <a:avLst/>
              <a:gdLst>
                <a:gd name="connsiteX0" fmla="*/ 140579 w 163582"/>
                <a:gd name="connsiteY0" fmla="*/ 144278 h 177474"/>
                <a:gd name="connsiteX1" fmla="*/ 148885 w 163582"/>
                <a:gd name="connsiteY1" fmla="*/ 152577 h 177474"/>
                <a:gd name="connsiteX2" fmla="*/ 140579 w 163582"/>
                <a:gd name="connsiteY2" fmla="*/ 160876 h 177474"/>
                <a:gd name="connsiteX3" fmla="*/ 132271 w 163582"/>
                <a:gd name="connsiteY3" fmla="*/ 152577 h 177474"/>
                <a:gd name="connsiteX4" fmla="*/ 140579 w 163582"/>
                <a:gd name="connsiteY4" fmla="*/ 144278 h 177474"/>
                <a:gd name="connsiteX5" fmla="*/ 140579 w 163582"/>
                <a:gd name="connsiteY5" fmla="*/ 116188 h 177474"/>
                <a:gd name="connsiteX6" fmla="*/ 148885 w 163582"/>
                <a:gd name="connsiteY6" fmla="*/ 124488 h 177474"/>
                <a:gd name="connsiteX7" fmla="*/ 140579 w 163582"/>
                <a:gd name="connsiteY7" fmla="*/ 132787 h 177474"/>
                <a:gd name="connsiteX8" fmla="*/ 132271 w 163582"/>
                <a:gd name="connsiteY8" fmla="*/ 124488 h 177474"/>
                <a:gd name="connsiteX9" fmla="*/ 140579 w 163582"/>
                <a:gd name="connsiteY9" fmla="*/ 116188 h 177474"/>
                <a:gd name="connsiteX10" fmla="*/ 140579 w 163582"/>
                <a:gd name="connsiteY10" fmla="*/ 87460 h 177474"/>
                <a:gd name="connsiteX11" fmla="*/ 148885 w 163582"/>
                <a:gd name="connsiteY11" fmla="*/ 95760 h 177474"/>
                <a:gd name="connsiteX12" fmla="*/ 140579 w 163582"/>
                <a:gd name="connsiteY12" fmla="*/ 104059 h 177474"/>
                <a:gd name="connsiteX13" fmla="*/ 132271 w 163582"/>
                <a:gd name="connsiteY13" fmla="*/ 95760 h 177474"/>
                <a:gd name="connsiteX14" fmla="*/ 140579 w 163582"/>
                <a:gd name="connsiteY14" fmla="*/ 87460 h 177474"/>
                <a:gd name="connsiteX15" fmla="*/ 140579 w 163582"/>
                <a:gd name="connsiteY15" fmla="*/ 58733 h 177474"/>
                <a:gd name="connsiteX16" fmla="*/ 148885 w 163582"/>
                <a:gd name="connsiteY16" fmla="*/ 67032 h 177474"/>
                <a:gd name="connsiteX17" fmla="*/ 140579 w 163582"/>
                <a:gd name="connsiteY17" fmla="*/ 75331 h 177474"/>
                <a:gd name="connsiteX18" fmla="*/ 132271 w 163582"/>
                <a:gd name="connsiteY18" fmla="*/ 67032 h 177474"/>
                <a:gd name="connsiteX19" fmla="*/ 140579 w 163582"/>
                <a:gd name="connsiteY19" fmla="*/ 58733 h 177474"/>
                <a:gd name="connsiteX20" fmla="*/ 111184 w 163582"/>
                <a:gd name="connsiteY20" fmla="*/ 75331 h 177474"/>
                <a:gd name="connsiteX21" fmla="*/ 102878 w 163582"/>
                <a:gd name="connsiteY21" fmla="*/ 67032 h 177474"/>
                <a:gd name="connsiteX22" fmla="*/ 111184 w 163582"/>
                <a:gd name="connsiteY22" fmla="*/ 58733 h 177474"/>
                <a:gd name="connsiteX23" fmla="*/ 119492 w 163582"/>
                <a:gd name="connsiteY23" fmla="*/ 67032 h 177474"/>
                <a:gd name="connsiteX24" fmla="*/ 111184 w 163582"/>
                <a:gd name="connsiteY24" fmla="*/ 75331 h 177474"/>
                <a:gd name="connsiteX25" fmla="*/ 111184 w 163582"/>
                <a:gd name="connsiteY25" fmla="*/ 104697 h 177474"/>
                <a:gd name="connsiteX26" fmla="*/ 102878 w 163582"/>
                <a:gd name="connsiteY26" fmla="*/ 96398 h 177474"/>
                <a:gd name="connsiteX27" fmla="*/ 111184 w 163582"/>
                <a:gd name="connsiteY27" fmla="*/ 88099 h 177474"/>
                <a:gd name="connsiteX28" fmla="*/ 119492 w 163582"/>
                <a:gd name="connsiteY28" fmla="*/ 96398 h 177474"/>
                <a:gd name="connsiteX29" fmla="*/ 111184 w 163582"/>
                <a:gd name="connsiteY29" fmla="*/ 104697 h 177474"/>
                <a:gd name="connsiteX30" fmla="*/ 96488 w 163582"/>
                <a:gd name="connsiteY30" fmla="*/ 44049 h 177474"/>
                <a:gd name="connsiteX31" fmla="*/ 88181 w 163582"/>
                <a:gd name="connsiteY31" fmla="*/ 44049 h 177474"/>
                <a:gd name="connsiteX32" fmla="*/ 88181 w 163582"/>
                <a:gd name="connsiteY32" fmla="*/ 52349 h 177474"/>
                <a:gd name="connsiteX33" fmla="*/ 81791 w 163582"/>
                <a:gd name="connsiteY33" fmla="*/ 58733 h 177474"/>
                <a:gd name="connsiteX34" fmla="*/ 75401 w 163582"/>
                <a:gd name="connsiteY34" fmla="*/ 52349 h 177474"/>
                <a:gd name="connsiteX35" fmla="*/ 75401 w 163582"/>
                <a:gd name="connsiteY35" fmla="*/ 44049 h 177474"/>
                <a:gd name="connsiteX36" fmla="*/ 67094 w 163582"/>
                <a:gd name="connsiteY36" fmla="*/ 44049 h 177474"/>
                <a:gd name="connsiteX37" fmla="*/ 60704 w 163582"/>
                <a:gd name="connsiteY37" fmla="*/ 37665 h 177474"/>
                <a:gd name="connsiteX38" fmla="*/ 67094 w 163582"/>
                <a:gd name="connsiteY38" fmla="*/ 31281 h 177474"/>
                <a:gd name="connsiteX39" fmla="*/ 75401 w 163582"/>
                <a:gd name="connsiteY39" fmla="*/ 31281 h 177474"/>
                <a:gd name="connsiteX40" fmla="*/ 75401 w 163582"/>
                <a:gd name="connsiteY40" fmla="*/ 22982 h 177474"/>
                <a:gd name="connsiteX41" fmla="*/ 81791 w 163582"/>
                <a:gd name="connsiteY41" fmla="*/ 16598 h 177474"/>
                <a:gd name="connsiteX42" fmla="*/ 88181 w 163582"/>
                <a:gd name="connsiteY42" fmla="*/ 22982 h 177474"/>
                <a:gd name="connsiteX43" fmla="*/ 88181 w 163582"/>
                <a:gd name="connsiteY43" fmla="*/ 31281 h 177474"/>
                <a:gd name="connsiteX44" fmla="*/ 96488 w 163582"/>
                <a:gd name="connsiteY44" fmla="*/ 31281 h 177474"/>
                <a:gd name="connsiteX45" fmla="*/ 102878 w 163582"/>
                <a:gd name="connsiteY45" fmla="*/ 37665 h 177474"/>
                <a:gd name="connsiteX46" fmla="*/ 96488 w 163582"/>
                <a:gd name="connsiteY46" fmla="*/ 44049 h 177474"/>
                <a:gd name="connsiteX47" fmla="*/ 81791 w 163582"/>
                <a:gd name="connsiteY47" fmla="*/ 104697 h 177474"/>
                <a:gd name="connsiteX48" fmla="*/ 73484 w 163582"/>
                <a:gd name="connsiteY48" fmla="*/ 96398 h 177474"/>
                <a:gd name="connsiteX49" fmla="*/ 81791 w 163582"/>
                <a:gd name="connsiteY49" fmla="*/ 88099 h 177474"/>
                <a:gd name="connsiteX50" fmla="*/ 90098 w 163582"/>
                <a:gd name="connsiteY50" fmla="*/ 96398 h 177474"/>
                <a:gd name="connsiteX51" fmla="*/ 81791 w 163582"/>
                <a:gd name="connsiteY51" fmla="*/ 104697 h 177474"/>
                <a:gd name="connsiteX52" fmla="*/ 53036 w 163582"/>
                <a:gd name="connsiteY52" fmla="*/ 75331 h 177474"/>
                <a:gd name="connsiteX53" fmla="*/ 44730 w 163582"/>
                <a:gd name="connsiteY53" fmla="*/ 67032 h 177474"/>
                <a:gd name="connsiteX54" fmla="*/ 53036 w 163582"/>
                <a:gd name="connsiteY54" fmla="*/ 58733 h 177474"/>
                <a:gd name="connsiteX55" fmla="*/ 61343 w 163582"/>
                <a:gd name="connsiteY55" fmla="*/ 67032 h 177474"/>
                <a:gd name="connsiteX56" fmla="*/ 53036 w 163582"/>
                <a:gd name="connsiteY56" fmla="*/ 75331 h 177474"/>
                <a:gd name="connsiteX57" fmla="*/ 53036 w 163582"/>
                <a:gd name="connsiteY57" fmla="*/ 104697 h 177474"/>
                <a:gd name="connsiteX58" fmla="*/ 44730 w 163582"/>
                <a:gd name="connsiteY58" fmla="*/ 96398 h 177474"/>
                <a:gd name="connsiteX59" fmla="*/ 53036 w 163582"/>
                <a:gd name="connsiteY59" fmla="*/ 88099 h 177474"/>
                <a:gd name="connsiteX60" fmla="*/ 61343 w 163582"/>
                <a:gd name="connsiteY60" fmla="*/ 96398 h 177474"/>
                <a:gd name="connsiteX61" fmla="*/ 53036 w 163582"/>
                <a:gd name="connsiteY61" fmla="*/ 104697 h 177474"/>
                <a:gd name="connsiteX62" fmla="*/ 23642 w 163582"/>
                <a:gd name="connsiteY62" fmla="*/ 75331 h 177474"/>
                <a:gd name="connsiteX63" fmla="*/ 15335 w 163582"/>
                <a:gd name="connsiteY63" fmla="*/ 67032 h 177474"/>
                <a:gd name="connsiteX64" fmla="*/ 23642 w 163582"/>
                <a:gd name="connsiteY64" fmla="*/ 58733 h 177474"/>
                <a:gd name="connsiteX65" fmla="*/ 31950 w 163582"/>
                <a:gd name="connsiteY65" fmla="*/ 67032 h 177474"/>
                <a:gd name="connsiteX66" fmla="*/ 23642 w 163582"/>
                <a:gd name="connsiteY66" fmla="*/ 75331 h 177474"/>
                <a:gd name="connsiteX67" fmla="*/ 23642 w 163582"/>
                <a:gd name="connsiteY67" fmla="*/ 104697 h 177474"/>
                <a:gd name="connsiteX68" fmla="*/ 15335 w 163582"/>
                <a:gd name="connsiteY68" fmla="*/ 96398 h 177474"/>
                <a:gd name="connsiteX69" fmla="*/ 23642 w 163582"/>
                <a:gd name="connsiteY69" fmla="*/ 88099 h 177474"/>
                <a:gd name="connsiteX70" fmla="*/ 31950 w 163582"/>
                <a:gd name="connsiteY70" fmla="*/ 96398 h 177474"/>
                <a:gd name="connsiteX71" fmla="*/ 23642 w 163582"/>
                <a:gd name="connsiteY71" fmla="*/ 104697 h 177474"/>
                <a:gd name="connsiteX72" fmla="*/ 23642 w 163582"/>
                <a:gd name="connsiteY72" fmla="*/ 132787 h 177474"/>
                <a:gd name="connsiteX73" fmla="*/ 15335 w 163582"/>
                <a:gd name="connsiteY73" fmla="*/ 124488 h 177474"/>
                <a:gd name="connsiteX74" fmla="*/ 23642 w 163582"/>
                <a:gd name="connsiteY74" fmla="*/ 116188 h 177474"/>
                <a:gd name="connsiteX75" fmla="*/ 31950 w 163582"/>
                <a:gd name="connsiteY75" fmla="*/ 124488 h 177474"/>
                <a:gd name="connsiteX76" fmla="*/ 23642 w 163582"/>
                <a:gd name="connsiteY76" fmla="*/ 132787 h 177474"/>
                <a:gd name="connsiteX77" fmla="*/ 23642 w 163582"/>
                <a:gd name="connsiteY77" fmla="*/ 161515 h 177474"/>
                <a:gd name="connsiteX78" fmla="*/ 15335 w 163582"/>
                <a:gd name="connsiteY78" fmla="*/ 153216 h 177474"/>
                <a:gd name="connsiteX79" fmla="*/ 23642 w 163582"/>
                <a:gd name="connsiteY79" fmla="*/ 144916 h 177474"/>
                <a:gd name="connsiteX80" fmla="*/ 31950 w 163582"/>
                <a:gd name="connsiteY80" fmla="*/ 153216 h 177474"/>
                <a:gd name="connsiteX81" fmla="*/ 23642 w 163582"/>
                <a:gd name="connsiteY81" fmla="*/ 161515 h 177474"/>
                <a:gd name="connsiteX82" fmla="*/ 119492 w 163582"/>
                <a:gd name="connsiteY82" fmla="*/ 37665 h 177474"/>
                <a:gd name="connsiteX83" fmla="*/ 119492 w 163582"/>
                <a:gd name="connsiteY83" fmla="*/ 0 h 177474"/>
                <a:gd name="connsiteX84" fmla="*/ 44090 w 163582"/>
                <a:gd name="connsiteY84" fmla="*/ 0 h 177474"/>
                <a:gd name="connsiteX85" fmla="*/ 44090 w 163582"/>
                <a:gd name="connsiteY85" fmla="*/ 37665 h 177474"/>
                <a:gd name="connsiteX86" fmla="*/ 37700 w 163582"/>
                <a:gd name="connsiteY86" fmla="*/ 44049 h 177474"/>
                <a:gd name="connsiteX87" fmla="*/ 0 w 163582"/>
                <a:gd name="connsiteY87" fmla="*/ 44049 h 177474"/>
                <a:gd name="connsiteX88" fmla="*/ 0 w 163582"/>
                <a:gd name="connsiteY88" fmla="*/ 177475 h 177474"/>
                <a:gd name="connsiteX89" fmla="*/ 46007 w 163582"/>
                <a:gd name="connsiteY89" fmla="*/ 177475 h 177474"/>
                <a:gd name="connsiteX90" fmla="*/ 46007 w 163582"/>
                <a:gd name="connsiteY90" fmla="*/ 125126 h 177474"/>
                <a:gd name="connsiteX91" fmla="*/ 52397 w 163582"/>
                <a:gd name="connsiteY91" fmla="*/ 118742 h 177474"/>
                <a:gd name="connsiteX92" fmla="*/ 111184 w 163582"/>
                <a:gd name="connsiteY92" fmla="*/ 118742 h 177474"/>
                <a:gd name="connsiteX93" fmla="*/ 117574 w 163582"/>
                <a:gd name="connsiteY93" fmla="*/ 125126 h 177474"/>
                <a:gd name="connsiteX94" fmla="*/ 117574 w 163582"/>
                <a:gd name="connsiteY94" fmla="*/ 177475 h 177474"/>
                <a:gd name="connsiteX95" fmla="*/ 163582 w 163582"/>
                <a:gd name="connsiteY95" fmla="*/ 177475 h 177474"/>
                <a:gd name="connsiteX96" fmla="*/ 163582 w 163582"/>
                <a:gd name="connsiteY96" fmla="*/ 44049 h 177474"/>
                <a:gd name="connsiteX97" fmla="*/ 125881 w 163582"/>
                <a:gd name="connsiteY97" fmla="*/ 44049 h 177474"/>
                <a:gd name="connsiteX98" fmla="*/ 119492 w 163582"/>
                <a:gd name="connsiteY98" fmla="*/ 37665 h 177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63582" h="177474">
                  <a:moveTo>
                    <a:pt x="140579" y="144278"/>
                  </a:moveTo>
                  <a:cubicBezTo>
                    <a:pt x="145051" y="144278"/>
                    <a:pt x="148885" y="148108"/>
                    <a:pt x="148885" y="152577"/>
                  </a:cubicBezTo>
                  <a:cubicBezTo>
                    <a:pt x="148885" y="157046"/>
                    <a:pt x="145051" y="160876"/>
                    <a:pt x="140579" y="160876"/>
                  </a:cubicBezTo>
                  <a:cubicBezTo>
                    <a:pt x="136105" y="160876"/>
                    <a:pt x="132271" y="157046"/>
                    <a:pt x="132271" y="152577"/>
                  </a:cubicBezTo>
                  <a:cubicBezTo>
                    <a:pt x="132271" y="148108"/>
                    <a:pt x="136105" y="144278"/>
                    <a:pt x="140579" y="144278"/>
                  </a:cubicBezTo>
                  <a:moveTo>
                    <a:pt x="140579" y="116188"/>
                  </a:moveTo>
                  <a:cubicBezTo>
                    <a:pt x="145051" y="116188"/>
                    <a:pt x="148885" y="120019"/>
                    <a:pt x="148885" y="124488"/>
                  </a:cubicBezTo>
                  <a:cubicBezTo>
                    <a:pt x="148885" y="128956"/>
                    <a:pt x="145051" y="132787"/>
                    <a:pt x="140579" y="132787"/>
                  </a:cubicBezTo>
                  <a:cubicBezTo>
                    <a:pt x="136105" y="132787"/>
                    <a:pt x="132271" y="128956"/>
                    <a:pt x="132271" y="124488"/>
                  </a:cubicBezTo>
                  <a:cubicBezTo>
                    <a:pt x="132271" y="120019"/>
                    <a:pt x="136105" y="116188"/>
                    <a:pt x="140579" y="116188"/>
                  </a:cubicBezTo>
                  <a:moveTo>
                    <a:pt x="140579" y="87460"/>
                  </a:moveTo>
                  <a:cubicBezTo>
                    <a:pt x="145051" y="87460"/>
                    <a:pt x="148885" y="91291"/>
                    <a:pt x="148885" y="95760"/>
                  </a:cubicBezTo>
                  <a:cubicBezTo>
                    <a:pt x="148885" y="100228"/>
                    <a:pt x="145051" y="104059"/>
                    <a:pt x="140579" y="104059"/>
                  </a:cubicBezTo>
                  <a:cubicBezTo>
                    <a:pt x="136105" y="104059"/>
                    <a:pt x="132271" y="100228"/>
                    <a:pt x="132271" y="95760"/>
                  </a:cubicBezTo>
                  <a:cubicBezTo>
                    <a:pt x="132271" y="91291"/>
                    <a:pt x="136105" y="87460"/>
                    <a:pt x="140579" y="87460"/>
                  </a:cubicBezTo>
                  <a:moveTo>
                    <a:pt x="140579" y="58733"/>
                  </a:moveTo>
                  <a:cubicBezTo>
                    <a:pt x="145051" y="58733"/>
                    <a:pt x="148885" y="62563"/>
                    <a:pt x="148885" y="67032"/>
                  </a:cubicBezTo>
                  <a:cubicBezTo>
                    <a:pt x="148885" y="71500"/>
                    <a:pt x="145051" y="75331"/>
                    <a:pt x="140579" y="75331"/>
                  </a:cubicBezTo>
                  <a:cubicBezTo>
                    <a:pt x="136105" y="75331"/>
                    <a:pt x="132271" y="71500"/>
                    <a:pt x="132271" y="67032"/>
                  </a:cubicBezTo>
                  <a:cubicBezTo>
                    <a:pt x="132271" y="62563"/>
                    <a:pt x="136105" y="58733"/>
                    <a:pt x="140579" y="58733"/>
                  </a:cubicBezTo>
                  <a:moveTo>
                    <a:pt x="111184" y="75331"/>
                  </a:moveTo>
                  <a:cubicBezTo>
                    <a:pt x="106712" y="75331"/>
                    <a:pt x="102878" y="71500"/>
                    <a:pt x="102878" y="67032"/>
                  </a:cubicBezTo>
                  <a:cubicBezTo>
                    <a:pt x="102878" y="62563"/>
                    <a:pt x="106712" y="58733"/>
                    <a:pt x="111184" y="58733"/>
                  </a:cubicBezTo>
                  <a:cubicBezTo>
                    <a:pt x="115658" y="58733"/>
                    <a:pt x="119492" y="62563"/>
                    <a:pt x="119492" y="67032"/>
                  </a:cubicBezTo>
                  <a:cubicBezTo>
                    <a:pt x="120130" y="71500"/>
                    <a:pt x="116297" y="75331"/>
                    <a:pt x="111184" y="75331"/>
                  </a:cubicBezTo>
                  <a:moveTo>
                    <a:pt x="111184" y="104697"/>
                  </a:moveTo>
                  <a:cubicBezTo>
                    <a:pt x="106712" y="104697"/>
                    <a:pt x="102878" y="100867"/>
                    <a:pt x="102878" y="96398"/>
                  </a:cubicBezTo>
                  <a:cubicBezTo>
                    <a:pt x="102878" y="91929"/>
                    <a:pt x="106712" y="88099"/>
                    <a:pt x="111184" y="88099"/>
                  </a:cubicBezTo>
                  <a:cubicBezTo>
                    <a:pt x="115658" y="88099"/>
                    <a:pt x="119492" y="91929"/>
                    <a:pt x="119492" y="96398"/>
                  </a:cubicBezTo>
                  <a:cubicBezTo>
                    <a:pt x="119492" y="100867"/>
                    <a:pt x="116297" y="104697"/>
                    <a:pt x="111184" y="104697"/>
                  </a:cubicBezTo>
                  <a:moveTo>
                    <a:pt x="96488" y="44049"/>
                  </a:moveTo>
                  <a:lnTo>
                    <a:pt x="88181" y="44049"/>
                  </a:lnTo>
                  <a:lnTo>
                    <a:pt x="88181" y="52349"/>
                  </a:lnTo>
                  <a:cubicBezTo>
                    <a:pt x="88181" y="56179"/>
                    <a:pt x="85625" y="58733"/>
                    <a:pt x="81791" y="58733"/>
                  </a:cubicBezTo>
                  <a:cubicBezTo>
                    <a:pt x="77957" y="58733"/>
                    <a:pt x="75401" y="56179"/>
                    <a:pt x="75401" y="52349"/>
                  </a:cubicBezTo>
                  <a:lnTo>
                    <a:pt x="75401" y="44049"/>
                  </a:lnTo>
                  <a:lnTo>
                    <a:pt x="67094" y="44049"/>
                  </a:lnTo>
                  <a:cubicBezTo>
                    <a:pt x="63260" y="44049"/>
                    <a:pt x="60704" y="41496"/>
                    <a:pt x="60704" y="37665"/>
                  </a:cubicBezTo>
                  <a:cubicBezTo>
                    <a:pt x="60704" y="33835"/>
                    <a:pt x="63260" y="31281"/>
                    <a:pt x="67094" y="31281"/>
                  </a:cubicBezTo>
                  <a:lnTo>
                    <a:pt x="75401" y="31281"/>
                  </a:lnTo>
                  <a:lnTo>
                    <a:pt x="75401" y="22982"/>
                  </a:lnTo>
                  <a:cubicBezTo>
                    <a:pt x="75401" y="19152"/>
                    <a:pt x="77957" y="16598"/>
                    <a:pt x="81791" y="16598"/>
                  </a:cubicBezTo>
                  <a:cubicBezTo>
                    <a:pt x="85625" y="16598"/>
                    <a:pt x="88181" y="19152"/>
                    <a:pt x="88181" y="22982"/>
                  </a:cubicBezTo>
                  <a:lnTo>
                    <a:pt x="88181" y="31281"/>
                  </a:lnTo>
                  <a:lnTo>
                    <a:pt x="96488" y="31281"/>
                  </a:lnTo>
                  <a:cubicBezTo>
                    <a:pt x="100322" y="31281"/>
                    <a:pt x="102878" y="33835"/>
                    <a:pt x="102878" y="37665"/>
                  </a:cubicBezTo>
                  <a:cubicBezTo>
                    <a:pt x="102878" y="41496"/>
                    <a:pt x="100322" y="44049"/>
                    <a:pt x="96488" y="44049"/>
                  </a:cubicBezTo>
                  <a:moveTo>
                    <a:pt x="81791" y="104697"/>
                  </a:moveTo>
                  <a:cubicBezTo>
                    <a:pt x="77318" y="104697"/>
                    <a:pt x="73484" y="100867"/>
                    <a:pt x="73484" y="96398"/>
                  </a:cubicBezTo>
                  <a:cubicBezTo>
                    <a:pt x="73484" y="91929"/>
                    <a:pt x="77318" y="88099"/>
                    <a:pt x="81791" y="88099"/>
                  </a:cubicBezTo>
                  <a:cubicBezTo>
                    <a:pt x="86264" y="88099"/>
                    <a:pt x="90098" y="91929"/>
                    <a:pt x="90098" y="96398"/>
                  </a:cubicBezTo>
                  <a:cubicBezTo>
                    <a:pt x="90098" y="100867"/>
                    <a:pt x="86903" y="104697"/>
                    <a:pt x="81791" y="104697"/>
                  </a:cubicBezTo>
                  <a:moveTo>
                    <a:pt x="53036" y="75331"/>
                  </a:moveTo>
                  <a:cubicBezTo>
                    <a:pt x="48563" y="75331"/>
                    <a:pt x="44730" y="71500"/>
                    <a:pt x="44730" y="67032"/>
                  </a:cubicBezTo>
                  <a:cubicBezTo>
                    <a:pt x="44730" y="62563"/>
                    <a:pt x="48563" y="58733"/>
                    <a:pt x="53036" y="58733"/>
                  </a:cubicBezTo>
                  <a:cubicBezTo>
                    <a:pt x="57509" y="58733"/>
                    <a:pt x="61343" y="62563"/>
                    <a:pt x="61343" y="67032"/>
                  </a:cubicBezTo>
                  <a:cubicBezTo>
                    <a:pt x="61343" y="71500"/>
                    <a:pt x="57509" y="75331"/>
                    <a:pt x="53036" y="75331"/>
                  </a:cubicBezTo>
                  <a:moveTo>
                    <a:pt x="53036" y="104697"/>
                  </a:moveTo>
                  <a:cubicBezTo>
                    <a:pt x="48563" y="104697"/>
                    <a:pt x="44730" y="100867"/>
                    <a:pt x="44730" y="96398"/>
                  </a:cubicBezTo>
                  <a:cubicBezTo>
                    <a:pt x="44730" y="91929"/>
                    <a:pt x="48563" y="88099"/>
                    <a:pt x="53036" y="88099"/>
                  </a:cubicBezTo>
                  <a:cubicBezTo>
                    <a:pt x="57509" y="88099"/>
                    <a:pt x="61343" y="91929"/>
                    <a:pt x="61343" y="96398"/>
                  </a:cubicBezTo>
                  <a:cubicBezTo>
                    <a:pt x="61343" y="100867"/>
                    <a:pt x="57509" y="104697"/>
                    <a:pt x="53036" y="104697"/>
                  </a:cubicBezTo>
                  <a:moveTo>
                    <a:pt x="23642" y="75331"/>
                  </a:moveTo>
                  <a:cubicBezTo>
                    <a:pt x="19170" y="75331"/>
                    <a:pt x="15335" y="71500"/>
                    <a:pt x="15335" y="67032"/>
                  </a:cubicBezTo>
                  <a:cubicBezTo>
                    <a:pt x="15335" y="62563"/>
                    <a:pt x="19170" y="58733"/>
                    <a:pt x="23642" y="58733"/>
                  </a:cubicBezTo>
                  <a:cubicBezTo>
                    <a:pt x="28115" y="58733"/>
                    <a:pt x="31950" y="62563"/>
                    <a:pt x="31950" y="67032"/>
                  </a:cubicBezTo>
                  <a:cubicBezTo>
                    <a:pt x="31950" y="71500"/>
                    <a:pt x="28115" y="75331"/>
                    <a:pt x="23642" y="75331"/>
                  </a:cubicBezTo>
                  <a:moveTo>
                    <a:pt x="23642" y="104697"/>
                  </a:moveTo>
                  <a:cubicBezTo>
                    <a:pt x="19170" y="104697"/>
                    <a:pt x="15335" y="100867"/>
                    <a:pt x="15335" y="96398"/>
                  </a:cubicBezTo>
                  <a:cubicBezTo>
                    <a:pt x="15335" y="91929"/>
                    <a:pt x="19170" y="88099"/>
                    <a:pt x="23642" y="88099"/>
                  </a:cubicBezTo>
                  <a:cubicBezTo>
                    <a:pt x="28115" y="88099"/>
                    <a:pt x="31950" y="91929"/>
                    <a:pt x="31950" y="96398"/>
                  </a:cubicBezTo>
                  <a:cubicBezTo>
                    <a:pt x="31950" y="100867"/>
                    <a:pt x="28115" y="104697"/>
                    <a:pt x="23642" y="104697"/>
                  </a:cubicBezTo>
                  <a:moveTo>
                    <a:pt x="23642" y="132787"/>
                  </a:moveTo>
                  <a:cubicBezTo>
                    <a:pt x="19170" y="132787"/>
                    <a:pt x="15335" y="128956"/>
                    <a:pt x="15335" y="124488"/>
                  </a:cubicBezTo>
                  <a:cubicBezTo>
                    <a:pt x="15335" y="120019"/>
                    <a:pt x="19170" y="116188"/>
                    <a:pt x="23642" y="116188"/>
                  </a:cubicBezTo>
                  <a:cubicBezTo>
                    <a:pt x="28115" y="116188"/>
                    <a:pt x="31950" y="120019"/>
                    <a:pt x="31950" y="124488"/>
                  </a:cubicBezTo>
                  <a:cubicBezTo>
                    <a:pt x="31950" y="128956"/>
                    <a:pt x="28115" y="132787"/>
                    <a:pt x="23642" y="132787"/>
                  </a:cubicBezTo>
                  <a:moveTo>
                    <a:pt x="23642" y="161515"/>
                  </a:moveTo>
                  <a:cubicBezTo>
                    <a:pt x="19170" y="161515"/>
                    <a:pt x="15335" y="157684"/>
                    <a:pt x="15335" y="153216"/>
                  </a:cubicBezTo>
                  <a:cubicBezTo>
                    <a:pt x="15335" y="148747"/>
                    <a:pt x="19170" y="144916"/>
                    <a:pt x="23642" y="144916"/>
                  </a:cubicBezTo>
                  <a:cubicBezTo>
                    <a:pt x="28115" y="144916"/>
                    <a:pt x="31950" y="148747"/>
                    <a:pt x="31950" y="153216"/>
                  </a:cubicBezTo>
                  <a:cubicBezTo>
                    <a:pt x="31950" y="157684"/>
                    <a:pt x="28115" y="161515"/>
                    <a:pt x="23642" y="161515"/>
                  </a:cubicBezTo>
                  <a:moveTo>
                    <a:pt x="119492" y="37665"/>
                  </a:moveTo>
                  <a:lnTo>
                    <a:pt x="119492" y="0"/>
                  </a:lnTo>
                  <a:lnTo>
                    <a:pt x="44090" y="0"/>
                  </a:lnTo>
                  <a:lnTo>
                    <a:pt x="44090" y="37665"/>
                  </a:lnTo>
                  <a:cubicBezTo>
                    <a:pt x="44090" y="41496"/>
                    <a:pt x="41535" y="44049"/>
                    <a:pt x="37700" y="44049"/>
                  </a:cubicBezTo>
                  <a:lnTo>
                    <a:pt x="0" y="44049"/>
                  </a:lnTo>
                  <a:lnTo>
                    <a:pt x="0" y="177475"/>
                  </a:lnTo>
                  <a:lnTo>
                    <a:pt x="46007" y="177475"/>
                  </a:lnTo>
                  <a:lnTo>
                    <a:pt x="46007" y="125126"/>
                  </a:lnTo>
                  <a:cubicBezTo>
                    <a:pt x="46007" y="121296"/>
                    <a:pt x="48563" y="118742"/>
                    <a:pt x="52397" y="118742"/>
                  </a:cubicBezTo>
                  <a:lnTo>
                    <a:pt x="111184" y="118742"/>
                  </a:lnTo>
                  <a:cubicBezTo>
                    <a:pt x="115019" y="118742"/>
                    <a:pt x="117574" y="121296"/>
                    <a:pt x="117574" y="125126"/>
                  </a:cubicBezTo>
                  <a:lnTo>
                    <a:pt x="117574" y="177475"/>
                  </a:lnTo>
                  <a:lnTo>
                    <a:pt x="163582" y="177475"/>
                  </a:lnTo>
                  <a:lnTo>
                    <a:pt x="163582" y="44049"/>
                  </a:lnTo>
                  <a:lnTo>
                    <a:pt x="125881" y="44049"/>
                  </a:lnTo>
                  <a:cubicBezTo>
                    <a:pt x="122686" y="44049"/>
                    <a:pt x="119492" y="41496"/>
                    <a:pt x="119492" y="37665"/>
                  </a:cubicBezTo>
                </a:path>
              </a:pathLst>
            </a:custGeom>
            <a:solidFill>
              <a:srgbClr val="0076A8"/>
            </a:solidFill>
            <a:ln w="6390" cap="flat">
              <a:noFill/>
              <a:prstDash val="solid"/>
              <a:miter/>
            </a:ln>
          </p:spPr>
          <p:txBody>
            <a:bodyPr rtlCol="0" anchor="ctr"/>
            <a:lstStyle/>
            <a:p>
              <a:endParaRPr lang="en-US"/>
            </a:p>
          </p:txBody>
        </p:sp>
        <p:sp>
          <p:nvSpPr>
            <p:cNvPr id="977" name="Graphic 4">
              <a:extLst>
                <a:ext uri="{FF2B5EF4-FFF2-40B4-BE49-F238E27FC236}">
                  <a16:creationId xmlns:a16="http://schemas.microsoft.com/office/drawing/2014/main" id="{D9E5324F-41D8-EE4E-82D3-673E4AABFDE6}"/>
                </a:ext>
              </a:extLst>
            </p:cNvPr>
            <p:cNvSpPr/>
            <p:nvPr/>
          </p:nvSpPr>
          <p:spPr>
            <a:xfrm>
              <a:off x="10512085" y="2595251"/>
              <a:ext cx="16613" cy="45964"/>
            </a:xfrm>
            <a:custGeom>
              <a:avLst/>
              <a:gdLst>
                <a:gd name="connsiteX0" fmla="*/ 0 w 16613"/>
                <a:gd name="connsiteY0" fmla="*/ 0 h 45964"/>
                <a:gd name="connsiteX1" fmla="*/ 16614 w 16613"/>
                <a:gd name="connsiteY1" fmla="*/ 0 h 45964"/>
                <a:gd name="connsiteX2" fmla="*/ 16614 w 16613"/>
                <a:gd name="connsiteY2" fmla="*/ 45965 h 45964"/>
                <a:gd name="connsiteX3" fmla="*/ 0 w 16613"/>
                <a:gd name="connsiteY3" fmla="*/ 45965 h 45964"/>
              </a:gdLst>
              <a:ahLst/>
              <a:cxnLst>
                <a:cxn ang="0">
                  <a:pos x="connsiteX0" y="connsiteY0"/>
                </a:cxn>
                <a:cxn ang="0">
                  <a:pos x="connsiteX1" y="connsiteY1"/>
                </a:cxn>
                <a:cxn ang="0">
                  <a:pos x="connsiteX2" y="connsiteY2"/>
                </a:cxn>
                <a:cxn ang="0">
                  <a:pos x="connsiteX3" y="connsiteY3"/>
                </a:cxn>
              </a:cxnLst>
              <a:rect l="l" t="t" r="r" b="b"/>
              <a:pathLst>
                <a:path w="16613" h="45964">
                  <a:moveTo>
                    <a:pt x="0" y="0"/>
                  </a:moveTo>
                  <a:lnTo>
                    <a:pt x="16614" y="0"/>
                  </a:lnTo>
                  <a:lnTo>
                    <a:pt x="16614" y="45965"/>
                  </a:lnTo>
                  <a:lnTo>
                    <a:pt x="0" y="45965"/>
                  </a:lnTo>
                  <a:close/>
                </a:path>
              </a:pathLst>
            </a:custGeom>
            <a:solidFill>
              <a:srgbClr val="0076A8"/>
            </a:solidFill>
            <a:ln w="6390" cap="flat">
              <a:noFill/>
              <a:prstDash val="solid"/>
              <a:miter/>
            </a:ln>
          </p:spPr>
          <p:txBody>
            <a:bodyPr rtlCol="0" anchor="ctr"/>
            <a:lstStyle/>
            <a:p>
              <a:endParaRPr lang="en-US"/>
            </a:p>
          </p:txBody>
        </p:sp>
        <p:sp>
          <p:nvSpPr>
            <p:cNvPr id="978" name="Graphic 4">
              <a:extLst>
                <a:ext uri="{FF2B5EF4-FFF2-40B4-BE49-F238E27FC236}">
                  <a16:creationId xmlns:a16="http://schemas.microsoft.com/office/drawing/2014/main" id="{C5864093-0D72-124E-B17C-5D0C9D60221D}"/>
                </a:ext>
              </a:extLst>
            </p:cNvPr>
            <p:cNvSpPr/>
            <p:nvPr/>
          </p:nvSpPr>
          <p:spPr>
            <a:xfrm>
              <a:off x="10483330" y="2595251"/>
              <a:ext cx="16613" cy="45964"/>
            </a:xfrm>
            <a:custGeom>
              <a:avLst/>
              <a:gdLst>
                <a:gd name="connsiteX0" fmla="*/ 0 w 16613"/>
                <a:gd name="connsiteY0" fmla="*/ 0 h 45964"/>
                <a:gd name="connsiteX1" fmla="*/ 16614 w 16613"/>
                <a:gd name="connsiteY1" fmla="*/ 0 h 45964"/>
                <a:gd name="connsiteX2" fmla="*/ 16614 w 16613"/>
                <a:gd name="connsiteY2" fmla="*/ 45965 h 45964"/>
                <a:gd name="connsiteX3" fmla="*/ 0 w 16613"/>
                <a:gd name="connsiteY3" fmla="*/ 45965 h 45964"/>
              </a:gdLst>
              <a:ahLst/>
              <a:cxnLst>
                <a:cxn ang="0">
                  <a:pos x="connsiteX0" y="connsiteY0"/>
                </a:cxn>
                <a:cxn ang="0">
                  <a:pos x="connsiteX1" y="connsiteY1"/>
                </a:cxn>
                <a:cxn ang="0">
                  <a:pos x="connsiteX2" y="connsiteY2"/>
                </a:cxn>
                <a:cxn ang="0">
                  <a:pos x="connsiteX3" y="connsiteY3"/>
                </a:cxn>
              </a:cxnLst>
              <a:rect l="l" t="t" r="r" b="b"/>
              <a:pathLst>
                <a:path w="16613" h="45964">
                  <a:moveTo>
                    <a:pt x="0" y="0"/>
                  </a:moveTo>
                  <a:lnTo>
                    <a:pt x="16614" y="0"/>
                  </a:lnTo>
                  <a:lnTo>
                    <a:pt x="16614" y="45965"/>
                  </a:lnTo>
                  <a:lnTo>
                    <a:pt x="0" y="45965"/>
                  </a:lnTo>
                  <a:close/>
                </a:path>
              </a:pathLst>
            </a:custGeom>
            <a:solidFill>
              <a:srgbClr val="0076A8"/>
            </a:solidFill>
            <a:ln w="6390" cap="flat">
              <a:noFill/>
              <a:prstDash val="solid"/>
              <a:miter/>
            </a:ln>
          </p:spPr>
          <p:txBody>
            <a:bodyPr rtlCol="0" anchor="ctr"/>
            <a:lstStyle/>
            <a:p>
              <a:endParaRPr lang="en-US"/>
            </a:p>
          </p:txBody>
        </p:sp>
        <p:sp>
          <p:nvSpPr>
            <p:cNvPr id="979" name="Graphic 4">
              <a:extLst>
                <a:ext uri="{FF2B5EF4-FFF2-40B4-BE49-F238E27FC236}">
                  <a16:creationId xmlns:a16="http://schemas.microsoft.com/office/drawing/2014/main" id="{DBA7F8F3-5571-E14C-811C-FE982D9C5226}"/>
                </a:ext>
              </a:extLst>
            </p:cNvPr>
            <p:cNvSpPr/>
            <p:nvPr/>
          </p:nvSpPr>
          <p:spPr>
            <a:xfrm>
              <a:off x="10324860" y="2371173"/>
              <a:ext cx="361674" cy="361333"/>
            </a:xfrm>
            <a:custGeom>
              <a:avLst/>
              <a:gdLst>
                <a:gd name="connsiteX0" fmla="*/ 276684 w 361674"/>
                <a:gd name="connsiteY0" fmla="*/ 135979 h 361333"/>
                <a:gd name="connsiteX1" fmla="*/ 276045 w 361674"/>
                <a:gd name="connsiteY1" fmla="*/ 135979 h 361333"/>
                <a:gd name="connsiteX2" fmla="*/ 276045 w 361674"/>
                <a:gd name="connsiteY2" fmla="*/ 275788 h 361333"/>
                <a:gd name="connsiteX3" fmla="*/ 269655 w 361674"/>
                <a:gd name="connsiteY3" fmla="*/ 282172 h 361333"/>
                <a:gd name="connsiteX4" fmla="*/ 93932 w 361674"/>
                <a:gd name="connsiteY4" fmla="*/ 282172 h 361333"/>
                <a:gd name="connsiteX5" fmla="*/ 87542 w 361674"/>
                <a:gd name="connsiteY5" fmla="*/ 275788 h 361333"/>
                <a:gd name="connsiteX6" fmla="*/ 87542 w 361674"/>
                <a:gd name="connsiteY6" fmla="*/ 135979 h 361333"/>
                <a:gd name="connsiteX7" fmla="*/ 86903 w 361674"/>
                <a:gd name="connsiteY7" fmla="*/ 135979 h 361333"/>
                <a:gd name="connsiteX8" fmla="*/ 80513 w 361674"/>
                <a:gd name="connsiteY8" fmla="*/ 129595 h 361333"/>
                <a:gd name="connsiteX9" fmla="*/ 86903 w 361674"/>
                <a:gd name="connsiteY9" fmla="*/ 123211 h 361333"/>
                <a:gd name="connsiteX10" fmla="*/ 93932 w 361674"/>
                <a:gd name="connsiteY10" fmla="*/ 123211 h 361333"/>
                <a:gd name="connsiteX11" fmla="*/ 131633 w 361674"/>
                <a:gd name="connsiteY11" fmla="*/ 123211 h 361333"/>
                <a:gd name="connsiteX12" fmla="*/ 131633 w 361674"/>
                <a:gd name="connsiteY12" fmla="*/ 85546 h 361333"/>
                <a:gd name="connsiteX13" fmla="*/ 138022 w 361674"/>
                <a:gd name="connsiteY13" fmla="*/ 79162 h 361333"/>
                <a:gd name="connsiteX14" fmla="*/ 226203 w 361674"/>
                <a:gd name="connsiteY14" fmla="*/ 79162 h 361333"/>
                <a:gd name="connsiteX15" fmla="*/ 232593 w 361674"/>
                <a:gd name="connsiteY15" fmla="*/ 85546 h 361333"/>
                <a:gd name="connsiteX16" fmla="*/ 232593 w 361674"/>
                <a:gd name="connsiteY16" fmla="*/ 123211 h 361333"/>
                <a:gd name="connsiteX17" fmla="*/ 270294 w 361674"/>
                <a:gd name="connsiteY17" fmla="*/ 123211 h 361333"/>
                <a:gd name="connsiteX18" fmla="*/ 277323 w 361674"/>
                <a:gd name="connsiteY18" fmla="*/ 123211 h 361333"/>
                <a:gd name="connsiteX19" fmla="*/ 283713 w 361674"/>
                <a:gd name="connsiteY19" fmla="*/ 129595 h 361333"/>
                <a:gd name="connsiteX20" fmla="*/ 276684 w 361674"/>
                <a:gd name="connsiteY20" fmla="*/ 135979 h 361333"/>
                <a:gd name="connsiteX21" fmla="*/ 180835 w 361674"/>
                <a:gd name="connsiteY21" fmla="*/ 0 h 361333"/>
                <a:gd name="connsiteX22" fmla="*/ 0 w 361674"/>
                <a:gd name="connsiteY22" fmla="*/ 180667 h 361333"/>
                <a:gd name="connsiteX23" fmla="*/ 180835 w 361674"/>
                <a:gd name="connsiteY23" fmla="*/ 361333 h 361333"/>
                <a:gd name="connsiteX24" fmla="*/ 361670 w 361674"/>
                <a:gd name="connsiteY24" fmla="*/ 180667 h 361333"/>
                <a:gd name="connsiteX25" fmla="*/ 180835 w 361674"/>
                <a:gd name="connsiteY25"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1674" h="361333">
                  <a:moveTo>
                    <a:pt x="276684" y="135979"/>
                  </a:moveTo>
                  <a:lnTo>
                    <a:pt x="276045" y="135979"/>
                  </a:lnTo>
                  <a:lnTo>
                    <a:pt x="276045" y="275788"/>
                  </a:lnTo>
                  <a:cubicBezTo>
                    <a:pt x="276045" y="279619"/>
                    <a:pt x="273489" y="282172"/>
                    <a:pt x="269655" y="282172"/>
                  </a:cubicBezTo>
                  <a:lnTo>
                    <a:pt x="93932" y="282172"/>
                  </a:lnTo>
                  <a:cubicBezTo>
                    <a:pt x="90098" y="282172"/>
                    <a:pt x="87542" y="279619"/>
                    <a:pt x="87542" y="275788"/>
                  </a:cubicBezTo>
                  <a:lnTo>
                    <a:pt x="87542" y="135979"/>
                  </a:lnTo>
                  <a:lnTo>
                    <a:pt x="86903" y="135979"/>
                  </a:lnTo>
                  <a:cubicBezTo>
                    <a:pt x="83069" y="135979"/>
                    <a:pt x="80513" y="133425"/>
                    <a:pt x="80513" y="129595"/>
                  </a:cubicBezTo>
                  <a:cubicBezTo>
                    <a:pt x="80513" y="125765"/>
                    <a:pt x="83069" y="123211"/>
                    <a:pt x="86903" y="123211"/>
                  </a:cubicBezTo>
                  <a:lnTo>
                    <a:pt x="93932" y="123211"/>
                  </a:lnTo>
                  <a:lnTo>
                    <a:pt x="131633" y="123211"/>
                  </a:lnTo>
                  <a:lnTo>
                    <a:pt x="131633" y="85546"/>
                  </a:lnTo>
                  <a:cubicBezTo>
                    <a:pt x="131633" y="81715"/>
                    <a:pt x="134189" y="79162"/>
                    <a:pt x="138022" y="79162"/>
                  </a:cubicBezTo>
                  <a:lnTo>
                    <a:pt x="226203" y="79162"/>
                  </a:lnTo>
                  <a:cubicBezTo>
                    <a:pt x="230038" y="79162"/>
                    <a:pt x="232593" y="81715"/>
                    <a:pt x="232593" y="85546"/>
                  </a:cubicBezTo>
                  <a:lnTo>
                    <a:pt x="232593" y="123211"/>
                  </a:lnTo>
                  <a:lnTo>
                    <a:pt x="270294" y="123211"/>
                  </a:lnTo>
                  <a:lnTo>
                    <a:pt x="277323" y="123211"/>
                  </a:lnTo>
                  <a:cubicBezTo>
                    <a:pt x="281157" y="123211"/>
                    <a:pt x="283713" y="125765"/>
                    <a:pt x="283713" y="129595"/>
                  </a:cubicBezTo>
                  <a:cubicBezTo>
                    <a:pt x="283074" y="133425"/>
                    <a:pt x="279879" y="135979"/>
                    <a:pt x="276684" y="135979"/>
                  </a:cubicBezTo>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09" y="81077"/>
                    <a:pt x="281157" y="0"/>
                    <a:pt x="180835" y="0"/>
                  </a:cubicBezTo>
                </a:path>
              </a:pathLst>
            </a:custGeom>
            <a:solidFill>
              <a:srgbClr val="0076A8"/>
            </a:solidFill>
            <a:ln w="6390" cap="flat">
              <a:noFill/>
              <a:prstDash val="solid"/>
              <a:miter/>
            </a:ln>
          </p:spPr>
          <p:txBody>
            <a:bodyPr rtlCol="0" anchor="ctr"/>
            <a:lstStyle/>
            <a:p>
              <a:endParaRPr lang="en-US"/>
            </a:p>
          </p:txBody>
        </p:sp>
      </p:grpSp>
      <p:grpSp>
        <p:nvGrpSpPr>
          <p:cNvPr id="980" name="Graphic 4">
            <a:extLst>
              <a:ext uri="{FF2B5EF4-FFF2-40B4-BE49-F238E27FC236}">
                <a16:creationId xmlns:a16="http://schemas.microsoft.com/office/drawing/2014/main" id="{6BBF8F2D-DBBA-CE49-B88A-2584B79F6433}"/>
              </a:ext>
            </a:extLst>
          </p:cNvPr>
          <p:cNvGrpSpPr/>
          <p:nvPr/>
        </p:nvGrpSpPr>
        <p:grpSpPr>
          <a:xfrm>
            <a:off x="9279466" y="2371173"/>
            <a:ext cx="361671" cy="361333"/>
            <a:chOff x="9279466" y="2371173"/>
            <a:chExt cx="361671" cy="361333"/>
          </a:xfrm>
          <a:solidFill>
            <a:srgbClr val="0076A8"/>
          </a:solidFill>
        </p:grpSpPr>
        <p:sp>
          <p:nvSpPr>
            <p:cNvPr id="981" name="Graphic 4">
              <a:extLst>
                <a:ext uri="{FF2B5EF4-FFF2-40B4-BE49-F238E27FC236}">
                  <a16:creationId xmlns:a16="http://schemas.microsoft.com/office/drawing/2014/main" id="{8CA7D299-37FC-E74C-91D0-546FE28243CD}"/>
                </a:ext>
              </a:extLst>
            </p:cNvPr>
            <p:cNvSpPr/>
            <p:nvPr/>
          </p:nvSpPr>
          <p:spPr>
            <a:xfrm>
              <a:off x="9401514" y="2582483"/>
              <a:ext cx="116935" cy="75969"/>
            </a:xfrm>
            <a:custGeom>
              <a:avLst/>
              <a:gdLst>
                <a:gd name="connsiteX0" fmla="*/ 97127 w 116935"/>
                <a:gd name="connsiteY0" fmla="*/ 17875 h 75969"/>
                <a:gd name="connsiteX1" fmla="*/ 58787 w 116935"/>
                <a:gd name="connsiteY1" fmla="*/ 56179 h 75969"/>
                <a:gd name="connsiteX2" fmla="*/ 20447 w 116935"/>
                <a:gd name="connsiteY2" fmla="*/ 17875 h 75969"/>
                <a:gd name="connsiteX3" fmla="*/ 23642 w 116935"/>
                <a:gd name="connsiteY3" fmla="*/ 0 h 75969"/>
                <a:gd name="connsiteX4" fmla="*/ 1917 w 116935"/>
                <a:gd name="connsiteY4" fmla="*/ 0 h 75969"/>
                <a:gd name="connsiteX5" fmla="*/ 0 w 116935"/>
                <a:gd name="connsiteY5" fmla="*/ 17875 h 75969"/>
                <a:gd name="connsiteX6" fmla="*/ 58787 w 116935"/>
                <a:gd name="connsiteY6" fmla="*/ 75969 h 75969"/>
                <a:gd name="connsiteX7" fmla="*/ 116935 w 116935"/>
                <a:gd name="connsiteY7" fmla="*/ 17875 h 75969"/>
                <a:gd name="connsiteX8" fmla="*/ 114379 w 116935"/>
                <a:gd name="connsiteY8" fmla="*/ 0 h 75969"/>
                <a:gd name="connsiteX9" fmla="*/ 93293 w 116935"/>
                <a:gd name="connsiteY9" fmla="*/ 0 h 75969"/>
                <a:gd name="connsiteX10" fmla="*/ 97127 w 116935"/>
                <a:gd name="connsiteY10" fmla="*/ 17875 h 7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6935" h="75969">
                  <a:moveTo>
                    <a:pt x="97127" y="17875"/>
                  </a:moveTo>
                  <a:cubicBezTo>
                    <a:pt x="97127" y="38942"/>
                    <a:pt x="79874" y="56179"/>
                    <a:pt x="58787" y="56179"/>
                  </a:cubicBezTo>
                  <a:cubicBezTo>
                    <a:pt x="37700" y="56179"/>
                    <a:pt x="20447" y="38942"/>
                    <a:pt x="20447" y="17875"/>
                  </a:cubicBezTo>
                  <a:cubicBezTo>
                    <a:pt x="20447" y="10853"/>
                    <a:pt x="21725" y="5107"/>
                    <a:pt x="23642" y="0"/>
                  </a:cubicBezTo>
                  <a:lnTo>
                    <a:pt x="1917" y="0"/>
                  </a:lnTo>
                  <a:cubicBezTo>
                    <a:pt x="639" y="5107"/>
                    <a:pt x="0" y="10853"/>
                    <a:pt x="0" y="17875"/>
                  </a:cubicBezTo>
                  <a:cubicBezTo>
                    <a:pt x="0" y="49795"/>
                    <a:pt x="26199" y="75969"/>
                    <a:pt x="58787" y="75969"/>
                  </a:cubicBezTo>
                  <a:cubicBezTo>
                    <a:pt x="90737" y="75969"/>
                    <a:pt x="116935" y="49795"/>
                    <a:pt x="116935" y="17875"/>
                  </a:cubicBezTo>
                  <a:cubicBezTo>
                    <a:pt x="116935" y="11491"/>
                    <a:pt x="116297" y="5746"/>
                    <a:pt x="114379" y="0"/>
                  </a:cubicBezTo>
                  <a:lnTo>
                    <a:pt x="93293" y="0"/>
                  </a:lnTo>
                  <a:cubicBezTo>
                    <a:pt x="95849" y="5746"/>
                    <a:pt x="97127" y="11491"/>
                    <a:pt x="97127" y="17875"/>
                  </a:cubicBezTo>
                </a:path>
              </a:pathLst>
            </a:custGeom>
            <a:solidFill>
              <a:srgbClr val="0076A8"/>
            </a:solidFill>
            <a:ln w="6390" cap="flat">
              <a:noFill/>
              <a:prstDash val="solid"/>
              <a:miter/>
            </a:ln>
          </p:spPr>
          <p:txBody>
            <a:bodyPr rtlCol="0" anchor="ctr"/>
            <a:lstStyle/>
            <a:p>
              <a:endParaRPr lang="en-US"/>
            </a:p>
          </p:txBody>
        </p:sp>
        <p:sp>
          <p:nvSpPr>
            <p:cNvPr id="982" name="Graphic 4">
              <a:extLst>
                <a:ext uri="{FF2B5EF4-FFF2-40B4-BE49-F238E27FC236}">
                  <a16:creationId xmlns:a16="http://schemas.microsoft.com/office/drawing/2014/main" id="{594A0D35-0A67-734B-8CA2-7FA4E4B11122}"/>
                </a:ext>
              </a:extLst>
            </p:cNvPr>
            <p:cNvSpPr/>
            <p:nvPr/>
          </p:nvSpPr>
          <p:spPr>
            <a:xfrm>
              <a:off x="9434742" y="2445866"/>
              <a:ext cx="51119" cy="91929"/>
            </a:xfrm>
            <a:custGeom>
              <a:avLst/>
              <a:gdLst>
                <a:gd name="connsiteX0" fmla="*/ 40896 w 51119"/>
                <a:gd name="connsiteY0" fmla="*/ 91929 h 91929"/>
                <a:gd name="connsiteX1" fmla="*/ 35145 w 51119"/>
                <a:gd name="connsiteY1" fmla="*/ 70224 h 91929"/>
                <a:gd name="connsiteX2" fmla="*/ 44091 w 51119"/>
                <a:gd name="connsiteY2" fmla="*/ 43411 h 91929"/>
                <a:gd name="connsiteX3" fmla="*/ 51119 w 51119"/>
                <a:gd name="connsiteY3" fmla="*/ 25536 h 91929"/>
                <a:gd name="connsiteX4" fmla="*/ 25560 w 51119"/>
                <a:gd name="connsiteY4" fmla="*/ 0 h 91929"/>
                <a:gd name="connsiteX5" fmla="*/ 0 w 51119"/>
                <a:gd name="connsiteY5" fmla="*/ 25536 h 91929"/>
                <a:gd name="connsiteX6" fmla="*/ 7029 w 51119"/>
                <a:gd name="connsiteY6" fmla="*/ 43411 h 91929"/>
                <a:gd name="connsiteX7" fmla="*/ 15975 w 51119"/>
                <a:gd name="connsiteY7" fmla="*/ 70224 h 91929"/>
                <a:gd name="connsiteX8" fmla="*/ 10224 w 51119"/>
                <a:gd name="connsiteY8" fmla="*/ 91929 h 91929"/>
                <a:gd name="connsiteX9" fmla="*/ 40896 w 51119"/>
                <a:gd name="connsiteY9" fmla="*/ 91929 h 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119" h="91929">
                  <a:moveTo>
                    <a:pt x="40896" y="91929"/>
                  </a:moveTo>
                  <a:cubicBezTo>
                    <a:pt x="37062" y="86184"/>
                    <a:pt x="35145" y="78523"/>
                    <a:pt x="35145" y="70224"/>
                  </a:cubicBezTo>
                  <a:cubicBezTo>
                    <a:pt x="35145" y="58733"/>
                    <a:pt x="39617" y="50433"/>
                    <a:pt x="44091" y="43411"/>
                  </a:cubicBezTo>
                  <a:cubicBezTo>
                    <a:pt x="48563" y="37027"/>
                    <a:pt x="51119" y="31920"/>
                    <a:pt x="51119" y="25536"/>
                  </a:cubicBezTo>
                  <a:cubicBezTo>
                    <a:pt x="51119" y="11491"/>
                    <a:pt x="39617" y="0"/>
                    <a:pt x="25560" y="0"/>
                  </a:cubicBezTo>
                  <a:cubicBezTo>
                    <a:pt x="11502" y="0"/>
                    <a:pt x="0" y="11491"/>
                    <a:pt x="0" y="25536"/>
                  </a:cubicBezTo>
                  <a:cubicBezTo>
                    <a:pt x="0" y="31920"/>
                    <a:pt x="2556" y="36389"/>
                    <a:pt x="7029" y="43411"/>
                  </a:cubicBezTo>
                  <a:cubicBezTo>
                    <a:pt x="11502" y="50433"/>
                    <a:pt x="15975" y="58733"/>
                    <a:pt x="15975" y="70224"/>
                  </a:cubicBezTo>
                  <a:cubicBezTo>
                    <a:pt x="15975" y="78523"/>
                    <a:pt x="13419" y="86184"/>
                    <a:pt x="10224" y="91929"/>
                  </a:cubicBezTo>
                  <a:lnTo>
                    <a:pt x="40896" y="91929"/>
                  </a:lnTo>
                  <a:close/>
                </a:path>
              </a:pathLst>
            </a:custGeom>
            <a:solidFill>
              <a:srgbClr val="0076A8"/>
            </a:solidFill>
            <a:ln w="6390" cap="flat">
              <a:noFill/>
              <a:prstDash val="solid"/>
              <a:miter/>
            </a:ln>
          </p:spPr>
          <p:txBody>
            <a:bodyPr rtlCol="0" anchor="ctr"/>
            <a:lstStyle/>
            <a:p>
              <a:endParaRPr lang="en-US"/>
            </a:p>
          </p:txBody>
        </p:sp>
        <p:sp>
          <p:nvSpPr>
            <p:cNvPr id="983" name="Graphic 4">
              <a:extLst>
                <a:ext uri="{FF2B5EF4-FFF2-40B4-BE49-F238E27FC236}">
                  <a16:creationId xmlns:a16="http://schemas.microsoft.com/office/drawing/2014/main" id="{1E2AF7B8-3D13-914D-B42C-5FB13E2BC5FB}"/>
                </a:ext>
              </a:extLst>
            </p:cNvPr>
            <p:cNvSpPr/>
            <p:nvPr/>
          </p:nvSpPr>
          <p:spPr>
            <a:xfrm>
              <a:off x="9434103" y="2582483"/>
              <a:ext cx="51119" cy="43411"/>
            </a:xfrm>
            <a:custGeom>
              <a:avLst/>
              <a:gdLst>
                <a:gd name="connsiteX0" fmla="*/ 0 w 51119"/>
                <a:gd name="connsiteY0" fmla="*/ 17875 h 43411"/>
                <a:gd name="connsiteX1" fmla="*/ 25560 w 51119"/>
                <a:gd name="connsiteY1" fmla="*/ 43411 h 43411"/>
                <a:gd name="connsiteX2" fmla="*/ 51119 w 51119"/>
                <a:gd name="connsiteY2" fmla="*/ 17875 h 43411"/>
                <a:gd name="connsiteX3" fmla="*/ 43451 w 51119"/>
                <a:gd name="connsiteY3" fmla="*/ 0 h 43411"/>
                <a:gd name="connsiteX4" fmla="*/ 5111 w 51119"/>
                <a:gd name="connsiteY4" fmla="*/ 0 h 43411"/>
                <a:gd name="connsiteX5" fmla="*/ 0 w 51119"/>
                <a:gd name="connsiteY5" fmla="*/ 17875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19" h="43411">
                  <a:moveTo>
                    <a:pt x="0" y="17875"/>
                  </a:moveTo>
                  <a:cubicBezTo>
                    <a:pt x="0" y="31920"/>
                    <a:pt x="11501" y="43411"/>
                    <a:pt x="25560" y="43411"/>
                  </a:cubicBezTo>
                  <a:cubicBezTo>
                    <a:pt x="39617" y="43411"/>
                    <a:pt x="51119" y="31920"/>
                    <a:pt x="51119" y="17875"/>
                  </a:cubicBezTo>
                  <a:cubicBezTo>
                    <a:pt x="51119" y="10853"/>
                    <a:pt x="48563" y="5107"/>
                    <a:pt x="43451" y="0"/>
                  </a:cubicBezTo>
                  <a:lnTo>
                    <a:pt x="5111" y="0"/>
                  </a:lnTo>
                  <a:cubicBezTo>
                    <a:pt x="2556" y="4469"/>
                    <a:pt x="0" y="10214"/>
                    <a:pt x="0" y="17875"/>
                  </a:cubicBezTo>
                </a:path>
              </a:pathLst>
            </a:custGeom>
            <a:solidFill>
              <a:srgbClr val="0076A8"/>
            </a:solidFill>
            <a:ln w="6390" cap="flat">
              <a:noFill/>
              <a:prstDash val="solid"/>
              <a:miter/>
            </a:ln>
          </p:spPr>
          <p:txBody>
            <a:bodyPr rtlCol="0" anchor="ctr"/>
            <a:lstStyle/>
            <a:p>
              <a:endParaRPr lang="en-US"/>
            </a:p>
          </p:txBody>
        </p:sp>
        <p:sp>
          <p:nvSpPr>
            <p:cNvPr id="984" name="Graphic 4">
              <a:extLst>
                <a:ext uri="{FF2B5EF4-FFF2-40B4-BE49-F238E27FC236}">
                  <a16:creationId xmlns:a16="http://schemas.microsoft.com/office/drawing/2014/main" id="{B9BDE3F4-0566-8D44-A8FD-6B8E8F82035A}"/>
                </a:ext>
              </a:extLst>
            </p:cNvPr>
            <p:cNvSpPr/>
            <p:nvPr/>
          </p:nvSpPr>
          <p:spPr>
            <a:xfrm>
              <a:off x="9279466" y="2371173"/>
              <a:ext cx="361671" cy="361333"/>
            </a:xfrm>
            <a:custGeom>
              <a:avLst/>
              <a:gdLst>
                <a:gd name="connsiteX0" fmla="*/ 267739 w 361671"/>
                <a:gd name="connsiteY0" fmla="*/ 204926 h 361333"/>
                <a:gd name="connsiteX1" fmla="*/ 261349 w 361671"/>
                <a:gd name="connsiteY1" fmla="*/ 211310 h 361333"/>
                <a:gd name="connsiteX2" fmla="*/ 249208 w 361671"/>
                <a:gd name="connsiteY2" fmla="*/ 211310 h 361333"/>
                <a:gd name="connsiteX3" fmla="*/ 251125 w 361671"/>
                <a:gd name="connsiteY3" fmla="*/ 229185 h 361333"/>
                <a:gd name="connsiteX4" fmla="*/ 180197 w 361671"/>
                <a:gd name="connsiteY4" fmla="*/ 300047 h 361333"/>
                <a:gd name="connsiteX5" fmla="*/ 108629 w 361671"/>
                <a:gd name="connsiteY5" fmla="*/ 229185 h 361333"/>
                <a:gd name="connsiteX6" fmla="*/ 110546 w 361671"/>
                <a:gd name="connsiteY6" fmla="*/ 211310 h 361333"/>
                <a:gd name="connsiteX7" fmla="*/ 99684 w 361671"/>
                <a:gd name="connsiteY7" fmla="*/ 211310 h 361333"/>
                <a:gd name="connsiteX8" fmla="*/ 93294 w 361671"/>
                <a:gd name="connsiteY8" fmla="*/ 204926 h 361333"/>
                <a:gd name="connsiteX9" fmla="*/ 93294 w 361671"/>
                <a:gd name="connsiteY9" fmla="*/ 173006 h 361333"/>
                <a:gd name="connsiteX10" fmla="*/ 99684 w 361671"/>
                <a:gd name="connsiteY10" fmla="*/ 166622 h 361333"/>
                <a:gd name="connsiteX11" fmla="*/ 143774 w 361671"/>
                <a:gd name="connsiteY11" fmla="*/ 166622 h 361333"/>
                <a:gd name="connsiteX12" fmla="*/ 157832 w 361671"/>
                <a:gd name="connsiteY12" fmla="*/ 144916 h 361333"/>
                <a:gd name="connsiteX13" fmla="*/ 150803 w 361671"/>
                <a:gd name="connsiteY13" fmla="*/ 125765 h 361333"/>
                <a:gd name="connsiteX14" fmla="*/ 141857 w 361671"/>
                <a:gd name="connsiteY14" fmla="*/ 100867 h 361333"/>
                <a:gd name="connsiteX15" fmla="*/ 180197 w 361671"/>
                <a:gd name="connsiteY15" fmla="*/ 62563 h 361333"/>
                <a:gd name="connsiteX16" fmla="*/ 218536 w 361671"/>
                <a:gd name="connsiteY16" fmla="*/ 100867 h 361333"/>
                <a:gd name="connsiteX17" fmla="*/ 209590 w 361671"/>
                <a:gd name="connsiteY17" fmla="*/ 125765 h 361333"/>
                <a:gd name="connsiteX18" fmla="*/ 202561 w 361671"/>
                <a:gd name="connsiteY18" fmla="*/ 144916 h 361333"/>
                <a:gd name="connsiteX19" fmla="*/ 216619 w 361671"/>
                <a:gd name="connsiteY19" fmla="*/ 166622 h 361333"/>
                <a:gd name="connsiteX20" fmla="*/ 260710 w 361671"/>
                <a:gd name="connsiteY20" fmla="*/ 166622 h 361333"/>
                <a:gd name="connsiteX21" fmla="*/ 267100 w 361671"/>
                <a:gd name="connsiteY21" fmla="*/ 173006 h 361333"/>
                <a:gd name="connsiteX22" fmla="*/ 267100 w 361671"/>
                <a:gd name="connsiteY22" fmla="*/ 204926 h 361333"/>
                <a:gd name="connsiteX23" fmla="*/ 180836 w 361671"/>
                <a:gd name="connsiteY23" fmla="*/ 0 h 361333"/>
                <a:gd name="connsiteX24" fmla="*/ 0 w 361671"/>
                <a:gd name="connsiteY24" fmla="*/ 180667 h 361333"/>
                <a:gd name="connsiteX25" fmla="*/ 180836 w 361671"/>
                <a:gd name="connsiteY25" fmla="*/ 361333 h 361333"/>
                <a:gd name="connsiteX26" fmla="*/ 361671 w 361671"/>
                <a:gd name="connsiteY26" fmla="*/ 180667 h 361333"/>
                <a:gd name="connsiteX27" fmla="*/ 180836 w 361671"/>
                <a:gd name="connsiteY27"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1671" h="361333">
                  <a:moveTo>
                    <a:pt x="267739" y="204926"/>
                  </a:moveTo>
                  <a:cubicBezTo>
                    <a:pt x="267739" y="208756"/>
                    <a:pt x="265182" y="211310"/>
                    <a:pt x="261349" y="211310"/>
                  </a:cubicBezTo>
                  <a:lnTo>
                    <a:pt x="249208" y="211310"/>
                  </a:lnTo>
                  <a:cubicBezTo>
                    <a:pt x="250486" y="217055"/>
                    <a:pt x="251125" y="222801"/>
                    <a:pt x="251125" y="229185"/>
                  </a:cubicBezTo>
                  <a:cubicBezTo>
                    <a:pt x="251125" y="268127"/>
                    <a:pt x="219175" y="300047"/>
                    <a:pt x="180197" y="300047"/>
                  </a:cubicBezTo>
                  <a:cubicBezTo>
                    <a:pt x="140579" y="300047"/>
                    <a:pt x="108629" y="268127"/>
                    <a:pt x="108629" y="229185"/>
                  </a:cubicBezTo>
                  <a:cubicBezTo>
                    <a:pt x="108629" y="222163"/>
                    <a:pt x="109269" y="216417"/>
                    <a:pt x="110546" y="211310"/>
                  </a:cubicBezTo>
                  <a:lnTo>
                    <a:pt x="99684" y="211310"/>
                  </a:lnTo>
                  <a:cubicBezTo>
                    <a:pt x="95849" y="211310"/>
                    <a:pt x="93294" y="208756"/>
                    <a:pt x="93294" y="204926"/>
                  </a:cubicBezTo>
                  <a:lnTo>
                    <a:pt x="93294" y="173006"/>
                  </a:lnTo>
                  <a:cubicBezTo>
                    <a:pt x="93294" y="169176"/>
                    <a:pt x="95849" y="166622"/>
                    <a:pt x="99684" y="166622"/>
                  </a:cubicBezTo>
                  <a:lnTo>
                    <a:pt x="143774" y="166622"/>
                  </a:lnTo>
                  <a:cubicBezTo>
                    <a:pt x="151442" y="166622"/>
                    <a:pt x="157832" y="156408"/>
                    <a:pt x="157832" y="144916"/>
                  </a:cubicBezTo>
                  <a:cubicBezTo>
                    <a:pt x="157832" y="137256"/>
                    <a:pt x="155276" y="131510"/>
                    <a:pt x="150803" y="125765"/>
                  </a:cubicBezTo>
                  <a:cubicBezTo>
                    <a:pt x="146330" y="119381"/>
                    <a:pt x="141857" y="111720"/>
                    <a:pt x="141857" y="100867"/>
                  </a:cubicBezTo>
                  <a:cubicBezTo>
                    <a:pt x="141857" y="79800"/>
                    <a:pt x="159110" y="62563"/>
                    <a:pt x="180197" y="62563"/>
                  </a:cubicBezTo>
                  <a:cubicBezTo>
                    <a:pt x="201283" y="62563"/>
                    <a:pt x="218536" y="79800"/>
                    <a:pt x="218536" y="100867"/>
                  </a:cubicBezTo>
                  <a:cubicBezTo>
                    <a:pt x="218536" y="111720"/>
                    <a:pt x="214063" y="119381"/>
                    <a:pt x="209590" y="125765"/>
                  </a:cubicBezTo>
                  <a:cubicBezTo>
                    <a:pt x="205118" y="132149"/>
                    <a:pt x="202561" y="137256"/>
                    <a:pt x="202561" y="144916"/>
                  </a:cubicBezTo>
                  <a:cubicBezTo>
                    <a:pt x="202561" y="157046"/>
                    <a:pt x="208951" y="166622"/>
                    <a:pt x="216619" y="166622"/>
                  </a:cubicBezTo>
                  <a:lnTo>
                    <a:pt x="260710" y="166622"/>
                  </a:lnTo>
                  <a:cubicBezTo>
                    <a:pt x="264544" y="166622"/>
                    <a:pt x="267100" y="169176"/>
                    <a:pt x="267100" y="173006"/>
                  </a:cubicBezTo>
                  <a:lnTo>
                    <a:pt x="267100" y="204926"/>
                  </a:lnTo>
                  <a:close/>
                  <a:moveTo>
                    <a:pt x="180836" y="0"/>
                  </a:moveTo>
                  <a:cubicBezTo>
                    <a:pt x="80514" y="0"/>
                    <a:pt x="0" y="81077"/>
                    <a:pt x="0" y="180667"/>
                  </a:cubicBezTo>
                  <a:cubicBezTo>
                    <a:pt x="0" y="280895"/>
                    <a:pt x="81153" y="361333"/>
                    <a:pt x="180836" y="361333"/>
                  </a:cubicBezTo>
                  <a:cubicBezTo>
                    <a:pt x="280518" y="361333"/>
                    <a:pt x="361671" y="280257"/>
                    <a:pt x="361671" y="180667"/>
                  </a:cubicBezTo>
                  <a:cubicBezTo>
                    <a:pt x="361671" y="81077"/>
                    <a:pt x="280518" y="0"/>
                    <a:pt x="180836" y="0"/>
                  </a:cubicBezTo>
                </a:path>
              </a:pathLst>
            </a:custGeom>
            <a:solidFill>
              <a:srgbClr val="0076A8"/>
            </a:solidFill>
            <a:ln w="6390" cap="flat">
              <a:noFill/>
              <a:prstDash val="solid"/>
              <a:miter/>
            </a:ln>
          </p:spPr>
          <p:txBody>
            <a:bodyPr rtlCol="0" anchor="ctr"/>
            <a:lstStyle/>
            <a:p>
              <a:endParaRPr lang="en-US"/>
            </a:p>
          </p:txBody>
        </p:sp>
        <p:sp>
          <p:nvSpPr>
            <p:cNvPr id="985" name="Graphic 4">
              <a:extLst>
                <a:ext uri="{FF2B5EF4-FFF2-40B4-BE49-F238E27FC236}">
                  <a16:creationId xmlns:a16="http://schemas.microsoft.com/office/drawing/2014/main" id="{47219945-7FC5-1F4C-9E6C-9C492633FBCF}"/>
                </a:ext>
              </a:extLst>
            </p:cNvPr>
            <p:cNvSpPr/>
            <p:nvPr/>
          </p:nvSpPr>
          <p:spPr>
            <a:xfrm>
              <a:off x="9386178" y="2550563"/>
              <a:ext cx="148246" cy="19151"/>
            </a:xfrm>
            <a:custGeom>
              <a:avLst/>
              <a:gdLst>
                <a:gd name="connsiteX0" fmla="*/ 0 w 148246"/>
                <a:gd name="connsiteY0" fmla="*/ 0 h 19151"/>
                <a:gd name="connsiteX1" fmla="*/ 0 w 148246"/>
                <a:gd name="connsiteY1" fmla="*/ 19152 h 19151"/>
                <a:gd name="connsiteX2" fmla="*/ 12141 w 148246"/>
                <a:gd name="connsiteY2" fmla="*/ 19152 h 19151"/>
                <a:gd name="connsiteX3" fmla="*/ 12780 w 148246"/>
                <a:gd name="connsiteY3" fmla="*/ 19152 h 19151"/>
                <a:gd name="connsiteX4" fmla="*/ 133550 w 148246"/>
                <a:gd name="connsiteY4" fmla="*/ 19152 h 19151"/>
                <a:gd name="connsiteX5" fmla="*/ 133550 w 148246"/>
                <a:gd name="connsiteY5" fmla="*/ 19152 h 19151"/>
                <a:gd name="connsiteX6" fmla="*/ 148246 w 148246"/>
                <a:gd name="connsiteY6" fmla="*/ 19152 h 19151"/>
                <a:gd name="connsiteX7" fmla="*/ 148246 w 148246"/>
                <a:gd name="connsiteY7" fmla="*/ 0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246" h="19151">
                  <a:moveTo>
                    <a:pt x="0" y="0"/>
                  </a:moveTo>
                  <a:lnTo>
                    <a:pt x="0" y="19152"/>
                  </a:lnTo>
                  <a:lnTo>
                    <a:pt x="12141" y="19152"/>
                  </a:lnTo>
                  <a:lnTo>
                    <a:pt x="12780" y="19152"/>
                  </a:lnTo>
                  <a:lnTo>
                    <a:pt x="133550" y="19152"/>
                  </a:lnTo>
                  <a:lnTo>
                    <a:pt x="133550" y="19152"/>
                  </a:lnTo>
                  <a:lnTo>
                    <a:pt x="148246" y="19152"/>
                  </a:lnTo>
                  <a:lnTo>
                    <a:pt x="148246" y="0"/>
                  </a:lnTo>
                  <a:close/>
                </a:path>
              </a:pathLst>
            </a:custGeom>
            <a:solidFill>
              <a:srgbClr val="0076A8"/>
            </a:solidFill>
            <a:ln w="6390" cap="flat">
              <a:noFill/>
              <a:prstDash val="solid"/>
              <a:miter/>
            </a:ln>
          </p:spPr>
          <p:txBody>
            <a:bodyPr rtlCol="0" anchor="ctr"/>
            <a:lstStyle/>
            <a:p>
              <a:endParaRPr lang="en-US"/>
            </a:p>
          </p:txBody>
        </p:sp>
      </p:grpSp>
      <p:grpSp>
        <p:nvGrpSpPr>
          <p:cNvPr id="986" name="Graphic 4">
            <a:extLst>
              <a:ext uri="{FF2B5EF4-FFF2-40B4-BE49-F238E27FC236}">
                <a16:creationId xmlns:a16="http://schemas.microsoft.com/office/drawing/2014/main" id="{207E523E-F640-3643-BE4B-6347C0408153}"/>
              </a:ext>
            </a:extLst>
          </p:cNvPr>
          <p:cNvGrpSpPr/>
          <p:nvPr/>
        </p:nvGrpSpPr>
        <p:grpSpPr>
          <a:xfrm>
            <a:off x="9279466" y="1402085"/>
            <a:ext cx="361671" cy="361333"/>
            <a:chOff x="9279466" y="1402085"/>
            <a:chExt cx="361671" cy="361333"/>
          </a:xfrm>
          <a:solidFill>
            <a:srgbClr val="0076A8"/>
          </a:solidFill>
        </p:grpSpPr>
        <p:sp>
          <p:nvSpPr>
            <p:cNvPr id="987" name="Graphic 4">
              <a:extLst>
                <a:ext uri="{FF2B5EF4-FFF2-40B4-BE49-F238E27FC236}">
                  <a16:creationId xmlns:a16="http://schemas.microsoft.com/office/drawing/2014/main" id="{D554DB96-77EB-E24E-B128-442019ACAC6C}"/>
                </a:ext>
              </a:extLst>
            </p:cNvPr>
            <p:cNvSpPr/>
            <p:nvPr/>
          </p:nvSpPr>
          <p:spPr>
            <a:xfrm>
              <a:off x="9430908" y="1535510"/>
              <a:ext cx="96487" cy="96398"/>
            </a:xfrm>
            <a:custGeom>
              <a:avLst/>
              <a:gdLst>
                <a:gd name="connsiteX0" fmla="*/ 0 w 96487"/>
                <a:gd name="connsiteY0" fmla="*/ 96398 h 96398"/>
                <a:gd name="connsiteX1" fmla="*/ 96488 w 96487"/>
                <a:gd name="connsiteY1" fmla="*/ 96398 h 96398"/>
                <a:gd name="connsiteX2" fmla="*/ 0 w 96487"/>
                <a:gd name="connsiteY2" fmla="*/ 0 h 96398"/>
              </a:gdLst>
              <a:ahLst/>
              <a:cxnLst>
                <a:cxn ang="0">
                  <a:pos x="connsiteX0" y="connsiteY0"/>
                </a:cxn>
                <a:cxn ang="0">
                  <a:pos x="connsiteX1" y="connsiteY1"/>
                </a:cxn>
                <a:cxn ang="0">
                  <a:pos x="connsiteX2" y="connsiteY2"/>
                </a:cxn>
              </a:cxnLst>
              <a:rect l="l" t="t" r="r" b="b"/>
              <a:pathLst>
                <a:path w="96487" h="96398">
                  <a:moveTo>
                    <a:pt x="0" y="96398"/>
                  </a:moveTo>
                  <a:lnTo>
                    <a:pt x="96488" y="96398"/>
                  </a:lnTo>
                  <a:lnTo>
                    <a:pt x="0" y="0"/>
                  </a:lnTo>
                  <a:close/>
                </a:path>
              </a:pathLst>
            </a:custGeom>
            <a:solidFill>
              <a:srgbClr val="0076A8"/>
            </a:solidFill>
            <a:ln w="6390" cap="flat">
              <a:noFill/>
              <a:prstDash val="solid"/>
              <a:miter/>
            </a:ln>
          </p:spPr>
          <p:txBody>
            <a:bodyPr rtlCol="0" anchor="ctr"/>
            <a:lstStyle/>
            <a:p>
              <a:endParaRPr lang="en-US"/>
            </a:p>
          </p:txBody>
        </p:sp>
        <p:sp>
          <p:nvSpPr>
            <p:cNvPr id="988" name="Graphic 4">
              <a:extLst>
                <a:ext uri="{FF2B5EF4-FFF2-40B4-BE49-F238E27FC236}">
                  <a16:creationId xmlns:a16="http://schemas.microsoft.com/office/drawing/2014/main" id="{520E84B3-8077-F64C-8FCC-60C2775D2881}"/>
                </a:ext>
              </a:extLst>
            </p:cNvPr>
            <p:cNvSpPr/>
            <p:nvPr/>
          </p:nvSpPr>
          <p:spPr>
            <a:xfrm>
              <a:off x="9279466" y="1402085"/>
              <a:ext cx="361671" cy="361333"/>
            </a:xfrm>
            <a:custGeom>
              <a:avLst/>
              <a:gdLst>
                <a:gd name="connsiteX0" fmla="*/ 260071 w 361671"/>
                <a:gd name="connsiteY0" fmla="*/ 284726 h 361333"/>
                <a:gd name="connsiteX1" fmla="*/ 246652 w 361671"/>
                <a:gd name="connsiteY1" fmla="*/ 271319 h 361333"/>
                <a:gd name="connsiteX2" fmla="*/ 260071 w 361671"/>
                <a:gd name="connsiteY2" fmla="*/ 257913 h 361333"/>
                <a:gd name="connsiteX3" fmla="*/ 273490 w 361671"/>
                <a:gd name="connsiteY3" fmla="*/ 271319 h 361333"/>
                <a:gd name="connsiteX4" fmla="*/ 260071 w 361671"/>
                <a:gd name="connsiteY4" fmla="*/ 284726 h 361333"/>
                <a:gd name="connsiteX5" fmla="*/ 145052 w 361671"/>
                <a:gd name="connsiteY5" fmla="*/ 242591 h 361333"/>
                <a:gd name="connsiteX6" fmla="*/ 138662 w 361671"/>
                <a:gd name="connsiteY6" fmla="*/ 236207 h 361333"/>
                <a:gd name="connsiteX7" fmla="*/ 138662 w 361671"/>
                <a:gd name="connsiteY7" fmla="*/ 120657 h 361333"/>
                <a:gd name="connsiteX8" fmla="*/ 111185 w 361671"/>
                <a:gd name="connsiteY8" fmla="*/ 93206 h 361333"/>
                <a:gd name="connsiteX9" fmla="*/ 99044 w 361671"/>
                <a:gd name="connsiteY9" fmla="*/ 105336 h 361333"/>
                <a:gd name="connsiteX10" fmla="*/ 90099 w 361671"/>
                <a:gd name="connsiteY10" fmla="*/ 105336 h 361333"/>
                <a:gd name="connsiteX11" fmla="*/ 90099 w 361671"/>
                <a:gd name="connsiteY11" fmla="*/ 96398 h 361333"/>
                <a:gd name="connsiteX12" fmla="*/ 106712 w 361671"/>
                <a:gd name="connsiteY12" fmla="*/ 79800 h 361333"/>
                <a:gd name="connsiteX13" fmla="*/ 115658 w 361671"/>
                <a:gd name="connsiteY13" fmla="*/ 79800 h 361333"/>
                <a:gd name="connsiteX14" fmla="*/ 149525 w 361671"/>
                <a:gd name="connsiteY14" fmla="*/ 113635 h 361333"/>
                <a:gd name="connsiteX15" fmla="*/ 149525 w 361671"/>
                <a:gd name="connsiteY15" fmla="*/ 113635 h 361333"/>
                <a:gd name="connsiteX16" fmla="*/ 267739 w 361671"/>
                <a:gd name="connsiteY16" fmla="*/ 231739 h 361333"/>
                <a:gd name="connsiteX17" fmla="*/ 269017 w 361671"/>
                <a:gd name="connsiteY17" fmla="*/ 238761 h 361333"/>
                <a:gd name="connsiteX18" fmla="*/ 263266 w 361671"/>
                <a:gd name="connsiteY18" fmla="*/ 242591 h 361333"/>
                <a:gd name="connsiteX19" fmla="*/ 145052 w 361671"/>
                <a:gd name="connsiteY19" fmla="*/ 242591 h 361333"/>
                <a:gd name="connsiteX20" fmla="*/ 130994 w 361671"/>
                <a:gd name="connsiteY20" fmla="*/ 284726 h 361333"/>
                <a:gd name="connsiteX21" fmla="*/ 117575 w 361671"/>
                <a:gd name="connsiteY21" fmla="*/ 271319 h 361333"/>
                <a:gd name="connsiteX22" fmla="*/ 130994 w 361671"/>
                <a:gd name="connsiteY22" fmla="*/ 257913 h 361333"/>
                <a:gd name="connsiteX23" fmla="*/ 144413 w 361671"/>
                <a:gd name="connsiteY23" fmla="*/ 271319 h 361333"/>
                <a:gd name="connsiteX24" fmla="*/ 130994 w 361671"/>
                <a:gd name="connsiteY24" fmla="*/ 284726 h 361333"/>
                <a:gd name="connsiteX25" fmla="*/ 180836 w 361671"/>
                <a:gd name="connsiteY25" fmla="*/ 0 h 361333"/>
                <a:gd name="connsiteX26" fmla="*/ 0 w 361671"/>
                <a:gd name="connsiteY26" fmla="*/ 180667 h 361333"/>
                <a:gd name="connsiteX27" fmla="*/ 180836 w 361671"/>
                <a:gd name="connsiteY27" fmla="*/ 361333 h 361333"/>
                <a:gd name="connsiteX28" fmla="*/ 361671 w 361671"/>
                <a:gd name="connsiteY28" fmla="*/ 180667 h 361333"/>
                <a:gd name="connsiteX29" fmla="*/ 180836 w 361671"/>
                <a:gd name="connsiteY2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1671" h="361333">
                  <a:moveTo>
                    <a:pt x="260071" y="284726"/>
                  </a:moveTo>
                  <a:cubicBezTo>
                    <a:pt x="253042" y="284726"/>
                    <a:pt x="246652" y="278980"/>
                    <a:pt x="246652" y="271319"/>
                  </a:cubicBezTo>
                  <a:cubicBezTo>
                    <a:pt x="246652" y="264297"/>
                    <a:pt x="252403" y="257913"/>
                    <a:pt x="260071" y="257913"/>
                  </a:cubicBezTo>
                  <a:cubicBezTo>
                    <a:pt x="267100" y="257913"/>
                    <a:pt x="273490" y="263658"/>
                    <a:pt x="273490" y="271319"/>
                  </a:cubicBezTo>
                  <a:cubicBezTo>
                    <a:pt x="273490" y="278342"/>
                    <a:pt x="267100" y="284726"/>
                    <a:pt x="260071" y="284726"/>
                  </a:cubicBezTo>
                  <a:moveTo>
                    <a:pt x="145052" y="242591"/>
                  </a:moveTo>
                  <a:cubicBezTo>
                    <a:pt x="141218" y="242591"/>
                    <a:pt x="138662" y="240038"/>
                    <a:pt x="138662" y="236207"/>
                  </a:cubicBezTo>
                  <a:lnTo>
                    <a:pt x="138662" y="120657"/>
                  </a:lnTo>
                  <a:lnTo>
                    <a:pt x="111185" y="93206"/>
                  </a:lnTo>
                  <a:lnTo>
                    <a:pt x="99044" y="105336"/>
                  </a:lnTo>
                  <a:cubicBezTo>
                    <a:pt x="96489" y="107889"/>
                    <a:pt x="92654" y="107889"/>
                    <a:pt x="90099" y="105336"/>
                  </a:cubicBezTo>
                  <a:cubicBezTo>
                    <a:pt x="87543" y="102782"/>
                    <a:pt x="87543" y="98952"/>
                    <a:pt x="90099" y="96398"/>
                  </a:cubicBezTo>
                  <a:lnTo>
                    <a:pt x="106712" y="79800"/>
                  </a:lnTo>
                  <a:cubicBezTo>
                    <a:pt x="109269" y="77246"/>
                    <a:pt x="113102" y="77246"/>
                    <a:pt x="115658" y="79800"/>
                  </a:cubicBezTo>
                  <a:lnTo>
                    <a:pt x="149525" y="113635"/>
                  </a:lnTo>
                  <a:lnTo>
                    <a:pt x="149525" y="113635"/>
                  </a:lnTo>
                  <a:lnTo>
                    <a:pt x="267739" y="231739"/>
                  </a:lnTo>
                  <a:cubicBezTo>
                    <a:pt x="269656" y="233654"/>
                    <a:pt x="270295" y="236207"/>
                    <a:pt x="269017" y="238761"/>
                  </a:cubicBezTo>
                  <a:cubicBezTo>
                    <a:pt x="267739" y="241314"/>
                    <a:pt x="265822" y="242591"/>
                    <a:pt x="263266" y="242591"/>
                  </a:cubicBezTo>
                  <a:lnTo>
                    <a:pt x="145052" y="242591"/>
                  </a:lnTo>
                  <a:close/>
                  <a:moveTo>
                    <a:pt x="130994" y="284726"/>
                  </a:moveTo>
                  <a:cubicBezTo>
                    <a:pt x="123965" y="284726"/>
                    <a:pt x="117575" y="278980"/>
                    <a:pt x="117575" y="271319"/>
                  </a:cubicBezTo>
                  <a:cubicBezTo>
                    <a:pt x="117575" y="264297"/>
                    <a:pt x="123326" y="257913"/>
                    <a:pt x="130994" y="257913"/>
                  </a:cubicBezTo>
                  <a:cubicBezTo>
                    <a:pt x="138023" y="257913"/>
                    <a:pt x="144413" y="263658"/>
                    <a:pt x="144413" y="271319"/>
                  </a:cubicBezTo>
                  <a:cubicBezTo>
                    <a:pt x="144413" y="278342"/>
                    <a:pt x="138662" y="284726"/>
                    <a:pt x="130994" y="284726"/>
                  </a:cubicBezTo>
                  <a:moveTo>
                    <a:pt x="180836" y="0"/>
                  </a:moveTo>
                  <a:cubicBezTo>
                    <a:pt x="80514" y="0"/>
                    <a:pt x="0" y="81077"/>
                    <a:pt x="0" y="180667"/>
                  </a:cubicBezTo>
                  <a:cubicBezTo>
                    <a:pt x="0" y="280895"/>
                    <a:pt x="81153" y="361333"/>
                    <a:pt x="180836" y="361333"/>
                  </a:cubicBezTo>
                  <a:cubicBezTo>
                    <a:pt x="280518" y="361333"/>
                    <a:pt x="361671" y="280257"/>
                    <a:pt x="361671" y="180667"/>
                  </a:cubicBezTo>
                  <a:cubicBezTo>
                    <a:pt x="361671" y="81077"/>
                    <a:pt x="280518" y="0"/>
                    <a:pt x="180836" y="0"/>
                  </a:cubicBezTo>
                </a:path>
              </a:pathLst>
            </a:custGeom>
            <a:solidFill>
              <a:srgbClr val="0076A8"/>
            </a:solidFill>
            <a:ln w="6390" cap="flat">
              <a:noFill/>
              <a:prstDash val="solid"/>
              <a:miter/>
            </a:ln>
          </p:spPr>
          <p:txBody>
            <a:bodyPr rtlCol="0" anchor="ctr"/>
            <a:lstStyle/>
            <a:p>
              <a:endParaRPr lang="en-US"/>
            </a:p>
          </p:txBody>
        </p:sp>
      </p:grpSp>
      <p:grpSp>
        <p:nvGrpSpPr>
          <p:cNvPr id="989" name="Graphic 4">
            <a:extLst>
              <a:ext uri="{FF2B5EF4-FFF2-40B4-BE49-F238E27FC236}">
                <a16:creationId xmlns:a16="http://schemas.microsoft.com/office/drawing/2014/main" id="{D4C7FA94-BBC8-5C4D-9BE5-B12BA910013E}"/>
              </a:ext>
            </a:extLst>
          </p:cNvPr>
          <p:cNvGrpSpPr/>
          <p:nvPr/>
        </p:nvGrpSpPr>
        <p:grpSpPr>
          <a:xfrm>
            <a:off x="10324860" y="4792617"/>
            <a:ext cx="361674" cy="361333"/>
            <a:chOff x="10324860" y="4792617"/>
            <a:chExt cx="361674" cy="361333"/>
          </a:xfrm>
          <a:solidFill>
            <a:srgbClr val="0076A8"/>
          </a:solidFill>
        </p:grpSpPr>
        <p:sp>
          <p:nvSpPr>
            <p:cNvPr id="990" name="Graphic 4">
              <a:extLst>
                <a:ext uri="{FF2B5EF4-FFF2-40B4-BE49-F238E27FC236}">
                  <a16:creationId xmlns:a16="http://schemas.microsoft.com/office/drawing/2014/main" id="{67694E2B-7F29-B243-B690-A3249BF4B306}"/>
                </a:ext>
              </a:extLst>
            </p:cNvPr>
            <p:cNvSpPr/>
            <p:nvPr/>
          </p:nvSpPr>
          <p:spPr>
            <a:xfrm>
              <a:off x="10454535" y="4878801"/>
              <a:ext cx="103557" cy="118103"/>
            </a:xfrm>
            <a:custGeom>
              <a:avLst/>
              <a:gdLst>
                <a:gd name="connsiteX0" fmla="*/ 29434 w 103557"/>
                <a:gd name="connsiteY0" fmla="*/ 50434 h 118103"/>
                <a:gd name="connsiteX1" fmla="*/ 37102 w 103557"/>
                <a:gd name="connsiteY1" fmla="*/ 58094 h 118103"/>
                <a:gd name="connsiteX2" fmla="*/ 29434 w 103557"/>
                <a:gd name="connsiteY2" fmla="*/ 65755 h 118103"/>
                <a:gd name="connsiteX3" fmla="*/ 21766 w 103557"/>
                <a:gd name="connsiteY3" fmla="*/ 58094 h 118103"/>
                <a:gd name="connsiteX4" fmla="*/ 29434 w 103557"/>
                <a:gd name="connsiteY4" fmla="*/ 50434 h 118103"/>
                <a:gd name="connsiteX5" fmla="*/ 73524 w 103557"/>
                <a:gd name="connsiteY5" fmla="*/ 50434 h 118103"/>
                <a:gd name="connsiteX6" fmla="*/ 81193 w 103557"/>
                <a:gd name="connsiteY6" fmla="*/ 58094 h 118103"/>
                <a:gd name="connsiteX7" fmla="*/ 73524 w 103557"/>
                <a:gd name="connsiteY7" fmla="*/ 65755 h 118103"/>
                <a:gd name="connsiteX8" fmla="*/ 65857 w 103557"/>
                <a:gd name="connsiteY8" fmla="*/ 58094 h 118103"/>
                <a:gd name="connsiteX9" fmla="*/ 73524 w 103557"/>
                <a:gd name="connsiteY9" fmla="*/ 50434 h 118103"/>
                <a:gd name="connsiteX10" fmla="*/ 19210 w 103557"/>
                <a:gd name="connsiteY10" fmla="*/ 91930 h 118103"/>
                <a:gd name="connsiteX11" fmla="*/ 21766 w 103557"/>
                <a:gd name="connsiteY11" fmla="*/ 97037 h 118103"/>
                <a:gd name="connsiteX12" fmla="*/ 21766 w 103557"/>
                <a:gd name="connsiteY12" fmla="*/ 118104 h 118103"/>
                <a:gd name="connsiteX13" fmla="*/ 81832 w 103557"/>
                <a:gd name="connsiteY13" fmla="*/ 118104 h 118103"/>
                <a:gd name="connsiteX14" fmla="*/ 81832 w 103557"/>
                <a:gd name="connsiteY14" fmla="*/ 97037 h 118103"/>
                <a:gd name="connsiteX15" fmla="*/ 84388 w 103557"/>
                <a:gd name="connsiteY15" fmla="*/ 91930 h 118103"/>
                <a:gd name="connsiteX16" fmla="*/ 103558 w 103557"/>
                <a:gd name="connsiteY16" fmla="*/ 51710 h 118103"/>
                <a:gd name="connsiteX17" fmla="*/ 51798 w 103557"/>
                <a:gd name="connsiteY17" fmla="*/ 0 h 118103"/>
                <a:gd name="connsiteX18" fmla="*/ 40 w 103557"/>
                <a:gd name="connsiteY18" fmla="*/ 51710 h 118103"/>
                <a:gd name="connsiteX19" fmla="*/ 19210 w 103557"/>
                <a:gd name="connsiteY19" fmla="*/ 91930 h 118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3557" h="118103">
                  <a:moveTo>
                    <a:pt x="29434" y="50434"/>
                  </a:moveTo>
                  <a:cubicBezTo>
                    <a:pt x="33907" y="50434"/>
                    <a:pt x="37102" y="54264"/>
                    <a:pt x="37102" y="58094"/>
                  </a:cubicBezTo>
                  <a:cubicBezTo>
                    <a:pt x="37102" y="62563"/>
                    <a:pt x="33268" y="65755"/>
                    <a:pt x="29434" y="65755"/>
                  </a:cubicBezTo>
                  <a:cubicBezTo>
                    <a:pt x="24961" y="65755"/>
                    <a:pt x="21766" y="61925"/>
                    <a:pt x="21766" y="58094"/>
                  </a:cubicBezTo>
                  <a:cubicBezTo>
                    <a:pt x="21766" y="54264"/>
                    <a:pt x="24961" y="50434"/>
                    <a:pt x="29434" y="50434"/>
                  </a:cubicBezTo>
                  <a:moveTo>
                    <a:pt x="73524" y="50434"/>
                  </a:moveTo>
                  <a:cubicBezTo>
                    <a:pt x="77998" y="50434"/>
                    <a:pt x="81193" y="54264"/>
                    <a:pt x="81193" y="58094"/>
                  </a:cubicBezTo>
                  <a:cubicBezTo>
                    <a:pt x="81193" y="62563"/>
                    <a:pt x="77358" y="65755"/>
                    <a:pt x="73524" y="65755"/>
                  </a:cubicBezTo>
                  <a:cubicBezTo>
                    <a:pt x="69052" y="65755"/>
                    <a:pt x="65857" y="61925"/>
                    <a:pt x="65857" y="58094"/>
                  </a:cubicBezTo>
                  <a:cubicBezTo>
                    <a:pt x="65218" y="54264"/>
                    <a:pt x="69052" y="50434"/>
                    <a:pt x="73524" y="50434"/>
                  </a:cubicBezTo>
                  <a:moveTo>
                    <a:pt x="19210" y="91930"/>
                  </a:moveTo>
                  <a:cubicBezTo>
                    <a:pt x="20488" y="93206"/>
                    <a:pt x="21766" y="95121"/>
                    <a:pt x="21766" y="97037"/>
                  </a:cubicBezTo>
                  <a:lnTo>
                    <a:pt x="21766" y="118104"/>
                  </a:lnTo>
                  <a:lnTo>
                    <a:pt x="81832" y="118104"/>
                  </a:lnTo>
                  <a:lnTo>
                    <a:pt x="81832" y="97037"/>
                  </a:lnTo>
                  <a:cubicBezTo>
                    <a:pt x="81832" y="95121"/>
                    <a:pt x="83109" y="93206"/>
                    <a:pt x="84388" y="91930"/>
                  </a:cubicBezTo>
                  <a:cubicBezTo>
                    <a:pt x="96528" y="82992"/>
                    <a:pt x="103558" y="68309"/>
                    <a:pt x="103558" y="51710"/>
                  </a:cubicBezTo>
                  <a:cubicBezTo>
                    <a:pt x="103558" y="22983"/>
                    <a:pt x="80553" y="0"/>
                    <a:pt x="51798" y="0"/>
                  </a:cubicBezTo>
                  <a:cubicBezTo>
                    <a:pt x="23044" y="0"/>
                    <a:pt x="40" y="22983"/>
                    <a:pt x="40" y="51710"/>
                  </a:cubicBezTo>
                  <a:cubicBezTo>
                    <a:pt x="-599" y="67032"/>
                    <a:pt x="6430" y="81715"/>
                    <a:pt x="19210" y="91930"/>
                  </a:cubicBezTo>
                </a:path>
              </a:pathLst>
            </a:custGeom>
            <a:solidFill>
              <a:srgbClr val="0076A8"/>
            </a:solidFill>
            <a:ln w="6390" cap="flat">
              <a:noFill/>
              <a:prstDash val="solid"/>
              <a:miter/>
            </a:ln>
          </p:spPr>
          <p:txBody>
            <a:bodyPr rtlCol="0" anchor="ctr"/>
            <a:lstStyle/>
            <a:p>
              <a:endParaRPr lang="en-US"/>
            </a:p>
          </p:txBody>
        </p:sp>
        <p:sp>
          <p:nvSpPr>
            <p:cNvPr id="991" name="Graphic 4">
              <a:extLst>
                <a:ext uri="{FF2B5EF4-FFF2-40B4-BE49-F238E27FC236}">
                  <a16:creationId xmlns:a16="http://schemas.microsoft.com/office/drawing/2014/main" id="{523637F1-F646-5740-A2A5-18CCC6672B13}"/>
                </a:ext>
              </a:extLst>
            </p:cNvPr>
            <p:cNvSpPr/>
            <p:nvPr/>
          </p:nvSpPr>
          <p:spPr>
            <a:xfrm>
              <a:off x="10324860" y="4792617"/>
              <a:ext cx="361674" cy="361333"/>
            </a:xfrm>
            <a:custGeom>
              <a:avLst/>
              <a:gdLst>
                <a:gd name="connsiteX0" fmla="*/ 256236 w 361674"/>
                <a:gd name="connsiteY0" fmla="*/ 277065 h 361333"/>
                <a:gd name="connsiteX1" fmla="*/ 260070 w 361674"/>
                <a:gd name="connsiteY1" fmla="*/ 285364 h 361333"/>
                <a:gd name="connsiteX2" fmla="*/ 254319 w 361674"/>
                <a:gd name="connsiteY2" fmla="*/ 289833 h 361333"/>
                <a:gd name="connsiteX3" fmla="*/ 252403 w 361674"/>
                <a:gd name="connsiteY3" fmla="*/ 289195 h 361333"/>
                <a:gd name="connsiteX4" fmla="*/ 181474 w 361674"/>
                <a:gd name="connsiteY4" fmla="*/ 264297 h 361333"/>
                <a:gd name="connsiteX5" fmla="*/ 110545 w 361674"/>
                <a:gd name="connsiteY5" fmla="*/ 289195 h 361333"/>
                <a:gd name="connsiteX6" fmla="*/ 108629 w 361674"/>
                <a:gd name="connsiteY6" fmla="*/ 289833 h 361333"/>
                <a:gd name="connsiteX7" fmla="*/ 102878 w 361674"/>
                <a:gd name="connsiteY7" fmla="*/ 285364 h 361333"/>
                <a:gd name="connsiteX8" fmla="*/ 106712 w 361674"/>
                <a:gd name="connsiteY8" fmla="*/ 277065 h 361333"/>
                <a:gd name="connsiteX9" fmla="*/ 162304 w 361674"/>
                <a:gd name="connsiteY9" fmla="*/ 257275 h 361333"/>
                <a:gd name="connsiteX10" fmla="*/ 106712 w 361674"/>
                <a:gd name="connsiteY10" fmla="*/ 238123 h 361333"/>
                <a:gd name="connsiteX11" fmla="*/ 102878 w 361674"/>
                <a:gd name="connsiteY11" fmla="*/ 229823 h 361333"/>
                <a:gd name="connsiteX12" fmla="*/ 111184 w 361674"/>
                <a:gd name="connsiteY12" fmla="*/ 225993 h 361333"/>
                <a:gd name="connsiteX13" fmla="*/ 182113 w 361674"/>
                <a:gd name="connsiteY13" fmla="*/ 250891 h 361333"/>
                <a:gd name="connsiteX14" fmla="*/ 253041 w 361674"/>
                <a:gd name="connsiteY14" fmla="*/ 225993 h 361333"/>
                <a:gd name="connsiteX15" fmla="*/ 261348 w 361674"/>
                <a:gd name="connsiteY15" fmla="*/ 229823 h 361333"/>
                <a:gd name="connsiteX16" fmla="*/ 257514 w 361674"/>
                <a:gd name="connsiteY16" fmla="*/ 238123 h 361333"/>
                <a:gd name="connsiteX17" fmla="*/ 201922 w 361674"/>
                <a:gd name="connsiteY17" fmla="*/ 257275 h 361333"/>
                <a:gd name="connsiteX18" fmla="*/ 256236 w 361674"/>
                <a:gd name="connsiteY18" fmla="*/ 277065 h 361333"/>
                <a:gd name="connsiteX19" fmla="*/ 180835 w 361674"/>
                <a:gd name="connsiteY19" fmla="*/ 72778 h 361333"/>
                <a:gd name="connsiteX20" fmla="*/ 245373 w 361674"/>
                <a:gd name="connsiteY20" fmla="*/ 137256 h 361333"/>
                <a:gd name="connsiteX21" fmla="*/ 223648 w 361674"/>
                <a:gd name="connsiteY21" fmla="*/ 185774 h 361333"/>
                <a:gd name="connsiteX22" fmla="*/ 223648 w 361674"/>
                <a:gd name="connsiteY22" fmla="*/ 210033 h 361333"/>
                <a:gd name="connsiteX23" fmla="*/ 217258 w 361674"/>
                <a:gd name="connsiteY23" fmla="*/ 216417 h 361333"/>
                <a:gd name="connsiteX24" fmla="*/ 144412 w 361674"/>
                <a:gd name="connsiteY24" fmla="*/ 216417 h 361333"/>
                <a:gd name="connsiteX25" fmla="*/ 139939 w 361674"/>
                <a:gd name="connsiteY25" fmla="*/ 214502 h 361333"/>
                <a:gd name="connsiteX26" fmla="*/ 138022 w 361674"/>
                <a:gd name="connsiteY26" fmla="*/ 210033 h 361333"/>
                <a:gd name="connsiteX27" fmla="*/ 138022 w 361674"/>
                <a:gd name="connsiteY27" fmla="*/ 185774 h 361333"/>
                <a:gd name="connsiteX28" fmla="*/ 116297 w 361674"/>
                <a:gd name="connsiteY28" fmla="*/ 137256 h 361333"/>
                <a:gd name="connsiteX29" fmla="*/ 180835 w 361674"/>
                <a:gd name="connsiteY29" fmla="*/ 72778 h 361333"/>
                <a:gd name="connsiteX30" fmla="*/ 180835 w 361674"/>
                <a:gd name="connsiteY30" fmla="*/ 0 h 361333"/>
                <a:gd name="connsiteX31" fmla="*/ 0 w 361674"/>
                <a:gd name="connsiteY31" fmla="*/ 180667 h 361333"/>
                <a:gd name="connsiteX32" fmla="*/ 180835 w 361674"/>
                <a:gd name="connsiteY32" fmla="*/ 361334 h 361333"/>
                <a:gd name="connsiteX33" fmla="*/ 361670 w 361674"/>
                <a:gd name="connsiteY33" fmla="*/ 180667 h 361333"/>
                <a:gd name="connsiteX34" fmla="*/ 180835 w 361674"/>
                <a:gd name="connsiteY34"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1674" h="361333">
                  <a:moveTo>
                    <a:pt x="256236" y="277065"/>
                  </a:moveTo>
                  <a:cubicBezTo>
                    <a:pt x="259431" y="278342"/>
                    <a:pt x="261348" y="282172"/>
                    <a:pt x="260070" y="285364"/>
                  </a:cubicBezTo>
                  <a:cubicBezTo>
                    <a:pt x="259431" y="287918"/>
                    <a:pt x="256875" y="289833"/>
                    <a:pt x="254319" y="289833"/>
                  </a:cubicBezTo>
                  <a:cubicBezTo>
                    <a:pt x="253680" y="289833"/>
                    <a:pt x="253041" y="289833"/>
                    <a:pt x="252403" y="289195"/>
                  </a:cubicBezTo>
                  <a:lnTo>
                    <a:pt x="181474" y="264297"/>
                  </a:lnTo>
                  <a:lnTo>
                    <a:pt x="110545" y="289195"/>
                  </a:lnTo>
                  <a:cubicBezTo>
                    <a:pt x="109907" y="289195"/>
                    <a:pt x="109268" y="289833"/>
                    <a:pt x="108629" y="289833"/>
                  </a:cubicBezTo>
                  <a:cubicBezTo>
                    <a:pt x="106073" y="289833"/>
                    <a:pt x="103517" y="287918"/>
                    <a:pt x="102878" y="285364"/>
                  </a:cubicBezTo>
                  <a:cubicBezTo>
                    <a:pt x="101599" y="282172"/>
                    <a:pt x="103517" y="278342"/>
                    <a:pt x="106712" y="277065"/>
                  </a:cubicBezTo>
                  <a:lnTo>
                    <a:pt x="162304" y="257275"/>
                  </a:lnTo>
                  <a:lnTo>
                    <a:pt x="106712" y="238123"/>
                  </a:lnTo>
                  <a:cubicBezTo>
                    <a:pt x="103517" y="236846"/>
                    <a:pt x="101599" y="233015"/>
                    <a:pt x="102878" y="229823"/>
                  </a:cubicBezTo>
                  <a:cubicBezTo>
                    <a:pt x="104156" y="226631"/>
                    <a:pt x="107989" y="224716"/>
                    <a:pt x="111184" y="225993"/>
                  </a:cubicBezTo>
                  <a:lnTo>
                    <a:pt x="182113" y="250891"/>
                  </a:lnTo>
                  <a:lnTo>
                    <a:pt x="253041" y="225993"/>
                  </a:lnTo>
                  <a:cubicBezTo>
                    <a:pt x="256236" y="224716"/>
                    <a:pt x="260070" y="226631"/>
                    <a:pt x="261348" y="229823"/>
                  </a:cubicBezTo>
                  <a:cubicBezTo>
                    <a:pt x="262626" y="233015"/>
                    <a:pt x="260709" y="236846"/>
                    <a:pt x="257514" y="238123"/>
                  </a:cubicBezTo>
                  <a:lnTo>
                    <a:pt x="201922" y="257275"/>
                  </a:lnTo>
                  <a:lnTo>
                    <a:pt x="256236" y="277065"/>
                  </a:lnTo>
                  <a:close/>
                  <a:moveTo>
                    <a:pt x="180835" y="72778"/>
                  </a:moveTo>
                  <a:cubicBezTo>
                    <a:pt x="216618" y="72778"/>
                    <a:pt x="245373" y="101505"/>
                    <a:pt x="245373" y="137256"/>
                  </a:cubicBezTo>
                  <a:cubicBezTo>
                    <a:pt x="245373" y="157046"/>
                    <a:pt x="237705" y="174283"/>
                    <a:pt x="223648" y="185774"/>
                  </a:cubicBezTo>
                  <a:lnTo>
                    <a:pt x="223648" y="210033"/>
                  </a:lnTo>
                  <a:cubicBezTo>
                    <a:pt x="223648" y="213863"/>
                    <a:pt x="221092" y="216417"/>
                    <a:pt x="217258" y="216417"/>
                  </a:cubicBezTo>
                  <a:lnTo>
                    <a:pt x="144412" y="216417"/>
                  </a:lnTo>
                  <a:cubicBezTo>
                    <a:pt x="142495" y="216417"/>
                    <a:pt x="141217" y="215779"/>
                    <a:pt x="139939" y="214502"/>
                  </a:cubicBezTo>
                  <a:cubicBezTo>
                    <a:pt x="138661" y="213225"/>
                    <a:pt x="138022" y="211948"/>
                    <a:pt x="138022" y="210033"/>
                  </a:cubicBezTo>
                  <a:lnTo>
                    <a:pt x="138022" y="185774"/>
                  </a:lnTo>
                  <a:cubicBezTo>
                    <a:pt x="123964" y="173644"/>
                    <a:pt x="116297" y="155769"/>
                    <a:pt x="116297" y="137256"/>
                  </a:cubicBezTo>
                  <a:cubicBezTo>
                    <a:pt x="116297" y="102144"/>
                    <a:pt x="145690" y="72778"/>
                    <a:pt x="180835" y="72778"/>
                  </a:cubicBezTo>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2309" y="81077"/>
                    <a:pt x="281157" y="0"/>
                    <a:pt x="180835" y="0"/>
                  </a:cubicBezTo>
                </a:path>
              </a:pathLst>
            </a:custGeom>
            <a:solidFill>
              <a:srgbClr val="0076A8"/>
            </a:solidFill>
            <a:ln w="6390" cap="flat">
              <a:noFill/>
              <a:prstDash val="solid"/>
              <a:miter/>
            </a:ln>
          </p:spPr>
          <p:txBody>
            <a:bodyPr rtlCol="0" anchor="ctr"/>
            <a:lstStyle/>
            <a:p>
              <a:endParaRPr lang="en-US"/>
            </a:p>
          </p:txBody>
        </p:sp>
      </p:grpSp>
      <p:grpSp>
        <p:nvGrpSpPr>
          <p:cNvPr id="992" name="Graphic 4">
            <a:extLst>
              <a:ext uri="{FF2B5EF4-FFF2-40B4-BE49-F238E27FC236}">
                <a16:creationId xmlns:a16="http://schemas.microsoft.com/office/drawing/2014/main" id="{8A5968C0-08F5-1C41-B040-C35905B5DF91}"/>
              </a:ext>
            </a:extLst>
          </p:cNvPr>
          <p:cNvGrpSpPr/>
          <p:nvPr/>
        </p:nvGrpSpPr>
        <p:grpSpPr>
          <a:xfrm>
            <a:off x="8239823" y="3824168"/>
            <a:ext cx="361674" cy="361333"/>
            <a:chOff x="8239823" y="3824168"/>
            <a:chExt cx="361674" cy="361333"/>
          </a:xfrm>
          <a:solidFill>
            <a:srgbClr val="0076A8"/>
          </a:solidFill>
        </p:grpSpPr>
        <p:sp>
          <p:nvSpPr>
            <p:cNvPr id="993" name="Graphic 4">
              <a:extLst>
                <a:ext uri="{FF2B5EF4-FFF2-40B4-BE49-F238E27FC236}">
                  <a16:creationId xmlns:a16="http://schemas.microsoft.com/office/drawing/2014/main" id="{72677D11-CA84-1742-8211-83314662ECBB}"/>
                </a:ext>
              </a:extLst>
            </p:cNvPr>
            <p:cNvSpPr/>
            <p:nvPr/>
          </p:nvSpPr>
          <p:spPr>
            <a:xfrm>
              <a:off x="8239823" y="3824168"/>
              <a:ext cx="361674" cy="361333"/>
            </a:xfrm>
            <a:custGeom>
              <a:avLst/>
              <a:gdLst>
                <a:gd name="connsiteX0" fmla="*/ 297771 w 361674"/>
                <a:gd name="connsiteY0" fmla="*/ 210671 h 361333"/>
                <a:gd name="connsiteX1" fmla="*/ 265182 w 361674"/>
                <a:gd name="connsiteY1" fmla="*/ 266850 h 361333"/>
                <a:gd name="connsiteX2" fmla="*/ 261349 w 361674"/>
                <a:gd name="connsiteY2" fmla="*/ 270042 h 361333"/>
                <a:gd name="connsiteX3" fmla="*/ 256236 w 361674"/>
                <a:gd name="connsiteY3" fmla="*/ 269404 h 361333"/>
                <a:gd name="connsiteX4" fmla="*/ 219814 w 361674"/>
                <a:gd name="connsiteY4" fmla="*/ 248337 h 361333"/>
                <a:gd name="connsiteX5" fmla="*/ 219814 w 361674"/>
                <a:gd name="connsiteY5" fmla="*/ 290471 h 361333"/>
                <a:gd name="connsiteX6" fmla="*/ 213424 w 361674"/>
                <a:gd name="connsiteY6" fmla="*/ 296855 h 361333"/>
                <a:gd name="connsiteX7" fmla="*/ 148246 w 361674"/>
                <a:gd name="connsiteY7" fmla="*/ 296855 h 361333"/>
                <a:gd name="connsiteX8" fmla="*/ 141856 w 361674"/>
                <a:gd name="connsiteY8" fmla="*/ 290471 h 361333"/>
                <a:gd name="connsiteX9" fmla="*/ 141856 w 361674"/>
                <a:gd name="connsiteY9" fmla="*/ 248337 h 361333"/>
                <a:gd name="connsiteX10" fmla="*/ 105434 w 361674"/>
                <a:gd name="connsiteY10" fmla="*/ 269404 h 361333"/>
                <a:gd name="connsiteX11" fmla="*/ 100322 w 361674"/>
                <a:gd name="connsiteY11" fmla="*/ 270042 h 361333"/>
                <a:gd name="connsiteX12" fmla="*/ 96488 w 361674"/>
                <a:gd name="connsiteY12" fmla="*/ 266850 h 361333"/>
                <a:gd name="connsiteX13" fmla="*/ 63899 w 361674"/>
                <a:gd name="connsiteY13" fmla="*/ 210671 h 361333"/>
                <a:gd name="connsiteX14" fmla="*/ 66456 w 361674"/>
                <a:gd name="connsiteY14" fmla="*/ 201734 h 361333"/>
                <a:gd name="connsiteX15" fmla="*/ 102878 w 361674"/>
                <a:gd name="connsiteY15" fmla="*/ 180667 h 361333"/>
                <a:gd name="connsiteX16" fmla="*/ 66456 w 361674"/>
                <a:gd name="connsiteY16" fmla="*/ 159600 h 361333"/>
                <a:gd name="connsiteX17" fmla="*/ 63261 w 361674"/>
                <a:gd name="connsiteY17" fmla="*/ 155769 h 361333"/>
                <a:gd name="connsiteX18" fmla="*/ 63899 w 361674"/>
                <a:gd name="connsiteY18" fmla="*/ 150662 h 361333"/>
                <a:gd name="connsiteX19" fmla="*/ 96488 w 361674"/>
                <a:gd name="connsiteY19" fmla="*/ 94483 h 361333"/>
                <a:gd name="connsiteX20" fmla="*/ 100322 w 361674"/>
                <a:gd name="connsiteY20" fmla="*/ 91291 h 361333"/>
                <a:gd name="connsiteX21" fmla="*/ 105434 w 361674"/>
                <a:gd name="connsiteY21" fmla="*/ 91929 h 361333"/>
                <a:gd name="connsiteX22" fmla="*/ 141856 w 361674"/>
                <a:gd name="connsiteY22" fmla="*/ 112996 h 361333"/>
                <a:gd name="connsiteX23" fmla="*/ 141856 w 361674"/>
                <a:gd name="connsiteY23" fmla="*/ 70862 h 361333"/>
                <a:gd name="connsiteX24" fmla="*/ 148246 w 361674"/>
                <a:gd name="connsiteY24" fmla="*/ 64478 h 361333"/>
                <a:gd name="connsiteX25" fmla="*/ 213424 w 361674"/>
                <a:gd name="connsiteY25" fmla="*/ 64478 h 361333"/>
                <a:gd name="connsiteX26" fmla="*/ 219814 w 361674"/>
                <a:gd name="connsiteY26" fmla="*/ 70862 h 361333"/>
                <a:gd name="connsiteX27" fmla="*/ 219814 w 361674"/>
                <a:gd name="connsiteY27" fmla="*/ 112996 h 361333"/>
                <a:gd name="connsiteX28" fmla="*/ 256236 w 361674"/>
                <a:gd name="connsiteY28" fmla="*/ 91929 h 361333"/>
                <a:gd name="connsiteX29" fmla="*/ 261349 w 361674"/>
                <a:gd name="connsiteY29" fmla="*/ 91291 h 361333"/>
                <a:gd name="connsiteX30" fmla="*/ 265182 w 361674"/>
                <a:gd name="connsiteY30" fmla="*/ 94483 h 361333"/>
                <a:gd name="connsiteX31" fmla="*/ 297771 w 361674"/>
                <a:gd name="connsiteY31" fmla="*/ 150662 h 361333"/>
                <a:gd name="connsiteX32" fmla="*/ 298410 w 361674"/>
                <a:gd name="connsiteY32" fmla="*/ 155769 h 361333"/>
                <a:gd name="connsiteX33" fmla="*/ 295215 w 361674"/>
                <a:gd name="connsiteY33" fmla="*/ 159600 h 361333"/>
                <a:gd name="connsiteX34" fmla="*/ 258792 w 361674"/>
                <a:gd name="connsiteY34" fmla="*/ 180667 h 361333"/>
                <a:gd name="connsiteX35" fmla="*/ 295215 w 361674"/>
                <a:gd name="connsiteY35" fmla="*/ 201734 h 361333"/>
                <a:gd name="connsiteX36" fmla="*/ 297771 w 361674"/>
                <a:gd name="connsiteY36" fmla="*/ 210671 h 361333"/>
                <a:gd name="connsiteX37" fmla="*/ 180836 w 361674"/>
                <a:gd name="connsiteY37" fmla="*/ 0 h 361333"/>
                <a:gd name="connsiteX38" fmla="*/ 0 w 361674"/>
                <a:gd name="connsiteY38" fmla="*/ 180667 h 361333"/>
                <a:gd name="connsiteX39" fmla="*/ 180836 w 361674"/>
                <a:gd name="connsiteY39" fmla="*/ 361333 h 361333"/>
                <a:gd name="connsiteX40" fmla="*/ 361670 w 361674"/>
                <a:gd name="connsiteY40" fmla="*/ 180667 h 361333"/>
                <a:gd name="connsiteX41" fmla="*/ 180836 w 361674"/>
                <a:gd name="connsiteY41"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61674" h="361333">
                  <a:moveTo>
                    <a:pt x="297771" y="210671"/>
                  </a:moveTo>
                  <a:lnTo>
                    <a:pt x="265182" y="266850"/>
                  </a:lnTo>
                  <a:cubicBezTo>
                    <a:pt x="264544" y="268127"/>
                    <a:pt x="262626" y="269404"/>
                    <a:pt x="261349" y="270042"/>
                  </a:cubicBezTo>
                  <a:cubicBezTo>
                    <a:pt x="259431" y="270681"/>
                    <a:pt x="258154" y="270042"/>
                    <a:pt x="256236" y="269404"/>
                  </a:cubicBezTo>
                  <a:lnTo>
                    <a:pt x="219814" y="248337"/>
                  </a:lnTo>
                  <a:lnTo>
                    <a:pt x="219814" y="290471"/>
                  </a:lnTo>
                  <a:cubicBezTo>
                    <a:pt x="219814" y="294301"/>
                    <a:pt x="217258" y="296855"/>
                    <a:pt x="213424" y="296855"/>
                  </a:cubicBezTo>
                  <a:lnTo>
                    <a:pt x="148246" y="296855"/>
                  </a:lnTo>
                  <a:cubicBezTo>
                    <a:pt x="144412" y="296855"/>
                    <a:pt x="141856" y="294301"/>
                    <a:pt x="141856" y="290471"/>
                  </a:cubicBezTo>
                  <a:lnTo>
                    <a:pt x="141856" y="248337"/>
                  </a:lnTo>
                  <a:lnTo>
                    <a:pt x="105434" y="269404"/>
                  </a:lnTo>
                  <a:cubicBezTo>
                    <a:pt x="104156" y="270042"/>
                    <a:pt x="102239" y="270681"/>
                    <a:pt x="100322" y="270042"/>
                  </a:cubicBezTo>
                  <a:cubicBezTo>
                    <a:pt x="98405" y="269404"/>
                    <a:pt x="97127" y="268766"/>
                    <a:pt x="96488" y="266850"/>
                  </a:cubicBezTo>
                  <a:lnTo>
                    <a:pt x="63899" y="210671"/>
                  </a:lnTo>
                  <a:cubicBezTo>
                    <a:pt x="61982" y="207479"/>
                    <a:pt x="63261" y="203649"/>
                    <a:pt x="66456" y="201734"/>
                  </a:cubicBezTo>
                  <a:lnTo>
                    <a:pt x="102878" y="180667"/>
                  </a:lnTo>
                  <a:lnTo>
                    <a:pt x="66456" y="159600"/>
                  </a:lnTo>
                  <a:cubicBezTo>
                    <a:pt x="65177" y="158961"/>
                    <a:pt x="63899" y="157046"/>
                    <a:pt x="63261" y="155769"/>
                  </a:cubicBezTo>
                  <a:cubicBezTo>
                    <a:pt x="62622" y="153854"/>
                    <a:pt x="63261" y="152577"/>
                    <a:pt x="63899" y="150662"/>
                  </a:cubicBezTo>
                  <a:lnTo>
                    <a:pt x="96488" y="94483"/>
                  </a:lnTo>
                  <a:cubicBezTo>
                    <a:pt x="97127" y="93206"/>
                    <a:pt x="99044" y="91929"/>
                    <a:pt x="100322" y="91291"/>
                  </a:cubicBezTo>
                  <a:cubicBezTo>
                    <a:pt x="102239" y="90652"/>
                    <a:pt x="103517" y="91291"/>
                    <a:pt x="105434" y="91929"/>
                  </a:cubicBezTo>
                  <a:lnTo>
                    <a:pt x="141856" y="112996"/>
                  </a:lnTo>
                  <a:lnTo>
                    <a:pt x="141856" y="70862"/>
                  </a:lnTo>
                  <a:cubicBezTo>
                    <a:pt x="141856" y="67032"/>
                    <a:pt x="144412" y="64478"/>
                    <a:pt x="148246" y="64478"/>
                  </a:cubicBezTo>
                  <a:lnTo>
                    <a:pt x="213424" y="64478"/>
                  </a:lnTo>
                  <a:cubicBezTo>
                    <a:pt x="217258" y="64478"/>
                    <a:pt x="219814" y="67032"/>
                    <a:pt x="219814" y="70862"/>
                  </a:cubicBezTo>
                  <a:lnTo>
                    <a:pt x="219814" y="112996"/>
                  </a:lnTo>
                  <a:lnTo>
                    <a:pt x="256236" y="91929"/>
                  </a:lnTo>
                  <a:cubicBezTo>
                    <a:pt x="257515" y="91291"/>
                    <a:pt x="259431" y="90652"/>
                    <a:pt x="261349" y="91291"/>
                  </a:cubicBezTo>
                  <a:cubicBezTo>
                    <a:pt x="263265" y="91929"/>
                    <a:pt x="264544" y="92568"/>
                    <a:pt x="265182" y="94483"/>
                  </a:cubicBezTo>
                  <a:lnTo>
                    <a:pt x="297771" y="150662"/>
                  </a:lnTo>
                  <a:cubicBezTo>
                    <a:pt x="298410" y="151939"/>
                    <a:pt x="299049" y="153854"/>
                    <a:pt x="298410" y="155769"/>
                  </a:cubicBezTo>
                  <a:cubicBezTo>
                    <a:pt x="297771" y="157684"/>
                    <a:pt x="297132" y="158961"/>
                    <a:pt x="295215" y="159600"/>
                  </a:cubicBezTo>
                  <a:lnTo>
                    <a:pt x="258792" y="180667"/>
                  </a:lnTo>
                  <a:lnTo>
                    <a:pt x="295215" y="201734"/>
                  </a:lnTo>
                  <a:cubicBezTo>
                    <a:pt x="298410" y="203649"/>
                    <a:pt x="299049" y="207479"/>
                    <a:pt x="297771" y="210671"/>
                  </a:cubicBezTo>
                  <a:moveTo>
                    <a:pt x="180836" y="0"/>
                  </a:moveTo>
                  <a:cubicBezTo>
                    <a:pt x="80513" y="0"/>
                    <a:pt x="0" y="81076"/>
                    <a:pt x="0" y="180667"/>
                  </a:cubicBezTo>
                  <a:cubicBezTo>
                    <a:pt x="0" y="280895"/>
                    <a:pt x="81152" y="361333"/>
                    <a:pt x="180836" y="361333"/>
                  </a:cubicBezTo>
                  <a:cubicBezTo>
                    <a:pt x="281157" y="361333"/>
                    <a:pt x="361670" y="280257"/>
                    <a:pt x="361670" y="180667"/>
                  </a:cubicBezTo>
                  <a:cubicBezTo>
                    <a:pt x="362309" y="81076"/>
                    <a:pt x="281157" y="0"/>
                    <a:pt x="180836" y="0"/>
                  </a:cubicBezTo>
                </a:path>
              </a:pathLst>
            </a:custGeom>
            <a:solidFill>
              <a:srgbClr val="0076A8"/>
            </a:solidFill>
            <a:ln w="6390" cap="flat">
              <a:noFill/>
              <a:prstDash val="solid"/>
              <a:miter/>
            </a:ln>
          </p:spPr>
          <p:txBody>
            <a:bodyPr rtlCol="0" anchor="ctr"/>
            <a:lstStyle/>
            <a:p>
              <a:endParaRPr lang="en-US"/>
            </a:p>
          </p:txBody>
        </p:sp>
        <p:sp>
          <p:nvSpPr>
            <p:cNvPr id="994" name="Graphic 4">
              <a:extLst>
                <a:ext uri="{FF2B5EF4-FFF2-40B4-BE49-F238E27FC236}">
                  <a16:creationId xmlns:a16="http://schemas.microsoft.com/office/drawing/2014/main" id="{5C11585A-894A-C644-912B-DF93DE0BC4C5}"/>
                </a:ext>
              </a:extLst>
            </p:cNvPr>
            <p:cNvSpPr/>
            <p:nvPr/>
          </p:nvSpPr>
          <p:spPr>
            <a:xfrm>
              <a:off x="8317780" y="3901414"/>
              <a:ext cx="205756" cy="206841"/>
            </a:xfrm>
            <a:custGeom>
              <a:avLst/>
              <a:gdLst>
                <a:gd name="connsiteX0" fmla="*/ 161666 w 205756"/>
                <a:gd name="connsiteY0" fmla="*/ 103421 h 206841"/>
                <a:gd name="connsiteX1" fmla="*/ 164861 w 205756"/>
                <a:gd name="connsiteY1" fmla="*/ 97675 h 206841"/>
                <a:gd name="connsiteX2" fmla="*/ 205756 w 205756"/>
                <a:gd name="connsiteY2" fmla="*/ 74054 h 206841"/>
                <a:gd name="connsiteX3" fmla="*/ 179558 w 205756"/>
                <a:gd name="connsiteY3" fmla="*/ 28728 h 206841"/>
                <a:gd name="connsiteX4" fmla="*/ 138662 w 205756"/>
                <a:gd name="connsiteY4" fmla="*/ 52349 h 206841"/>
                <a:gd name="connsiteX5" fmla="*/ 132272 w 205756"/>
                <a:gd name="connsiteY5" fmla="*/ 52349 h 206841"/>
                <a:gd name="connsiteX6" fmla="*/ 129077 w 205756"/>
                <a:gd name="connsiteY6" fmla="*/ 46603 h 206841"/>
                <a:gd name="connsiteX7" fmla="*/ 129077 w 205756"/>
                <a:gd name="connsiteY7" fmla="*/ 0 h 206841"/>
                <a:gd name="connsiteX8" fmla="*/ 76679 w 205756"/>
                <a:gd name="connsiteY8" fmla="*/ 0 h 206841"/>
                <a:gd name="connsiteX9" fmla="*/ 76679 w 205756"/>
                <a:gd name="connsiteY9" fmla="*/ 46603 h 206841"/>
                <a:gd name="connsiteX10" fmla="*/ 73484 w 205756"/>
                <a:gd name="connsiteY10" fmla="*/ 52349 h 206841"/>
                <a:gd name="connsiteX11" fmla="*/ 67094 w 205756"/>
                <a:gd name="connsiteY11" fmla="*/ 52349 h 206841"/>
                <a:gd name="connsiteX12" fmla="*/ 26199 w 205756"/>
                <a:gd name="connsiteY12" fmla="*/ 28728 h 206841"/>
                <a:gd name="connsiteX13" fmla="*/ 0 w 205756"/>
                <a:gd name="connsiteY13" fmla="*/ 74054 h 206841"/>
                <a:gd name="connsiteX14" fmla="*/ 40896 w 205756"/>
                <a:gd name="connsiteY14" fmla="*/ 97675 h 206841"/>
                <a:gd name="connsiteX15" fmla="*/ 44091 w 205756"/>
                <a:gd name="connsiteY15" fmla="*/ 103421 h 206841"/>
                <a:gd name="connsiteX16" fmla="*/ 40896 w 205756"/>
                <a:gd name="connsiteY16" fmla="*/ 109166 h 206841"/>
                <a:gd name="connsiteX17" fmla="*/ 0 w 205756"/>
                <a:gd name="connsiteY17" fmla="*/ 132787 h 206841"/>
                <a:gd name="connsiteX18" fmla="*/ 26199 w 205756"/>
                <a:gd name="connsiteY18" fmla="*/ 178113 h 206841"/>
                <a:gd name="connsiteX19" fmla="*/ 67094 w 205756"/>
                <a:gd name="connsiteY19" fmla="*/ 154492 h 206841"/>
                <a:gd name="connsiteX20" fmla="*/ 73484 w 205756"/>
                <a:gd name="connsiteY20" fmla="*/ 154492 h 206841"/>
                <a:gd name="connsiteX21" fmla="*/ 76679 w 205756"/>
                <a:gd name="connsiteY21" fmla="*/ 160238 h 206841"/>
                <a:gd name="connsiteX22" fmla="*/ 76679 w 205756"/>
                <a:gd name="connsiteY22" fmla="*/ 206841 h 206841"/>
                <a:gd name="connsiteX23" fmla="*/ 129077 w 205756"/>
                <a:gd name="connsiteY23" fmla="*/ 206841 h 206841"/>
                <a:gd name="connsiteX24" fmla="*/ 129077 w 205756"/>
                <a:gd name="connsiteY24" fmla="*/ 160238 h 206841"/>
                <a:gd name="connsiteX25" fmla="*/ 132272 w 205756"/>
                <a:gd name="connsiteY25" fmla="*/ 154492 h 206841"/>
                <a:gd name="connsiteX26" fmla="*/ 138662 w 205756"/>
                <a:gd name="connsiteY26" fmla="*/ 154492 h 206841"/>
                <a:gd name="connsiteX27" fmla="*/ 179558 w 205756"/>
                <a:gd name="connsiteY27" fmla="*/ 178113 h 206841"/>
                <a:gd name="connsiteX28" fmla="*/ 205756 w 205756"/>
                <a:gd name="connsiteY28" fmla="*/ 132787 h 206841"/>
                <a:gd name="connsiteX29" fmla="*/ 164861 w 205756"/>
                <a:gd name="connsiteY29" fmla="*/ 109166 h 206841"/>
                <a:gd name="connsiteX30" fmla="*/ 161666 w 205756"/>
                <a:gd name="connsiteY30" fmla="*/ 103421 h 206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05756" h="206841">
                  <a:moveTo>
                    <a:pt x="161666" y="103421"/>
                  </a:moveTo>
                  <a:cubicBezTo>
                    <a:pt x="161666" y="100867"/>
                    <a:pt x="162943" y="98952"/>
                    <a:pt x="164861" y="97675"/>
                  </a:cubicBezTo>
                  <a:lnTo>
                    <a:pt x="205756" y="74054"/>
                  </a:lnTo>
                  <a:lnTo>
                    <a:pt x="179558" y="28728"/>
                  </a:lnTo>
                  <a:lnTo>
                    <a:pt x="138662" y="52349"/>
                  </a:lnTo>
                  <a:cubicBezTo>
                    <a:pt x="136745" y="53626"/>
                    <a:pt x="134189" y="53626"/>
                    <a:pt x="132272" y="52349"/>
                  </a:cubicBezTo>
                  <a:cubicBezTo>
                    <a:pt x="130355" y="51072"/>
                    <a:pt x="129077" y="49157"/>
                    <a:pt x="129077" y="46603"/>
                  </a:cubicBezTo>
                  <a:lnTo>
                    <a:pt x="129077" y="0"/>
                  </a:lnTo>
                  <a:lnTo>
                    <a:pt x="76679" y="0"/>
                  </a:lnTo>
                  <a:lnTo>
                    <a:pt x="76679" y="46603"/>
                  </a:lnTo>
                  <a:cubicBezTo>
                    <a:pt x="76679" y="49157"/>
                    <a:pt x="75402" y="51072"/>
                    <a:pt x="73484" y="52349"/>
                  </a:cubicBezTo>
                  <a:cubicBezTo>
                    <a:pt x="71568" y="53626"/>
                    <a:pt x="69012" y="53626"/>
                    <a:pt x="67094" y="52349"/>
                  </a:cubicBezTo>
                  <a:lnTo>
                    <a:pt x="26199" y="28728"/>
                  </a:lnTo>
                  <a:lnTo>
                    <a:pt x="0" y="74054"/>
                  </a:lnTo>
                  <a:lnTo>
                    <a:pt x="40896" y="97675"/>
                  </a:lnTo>
                  <a:cubicBezTo>
                    <a:pt x="42813" y="98952"/>
                    <a:pt x="44091" y="100867"/>
                    <a:pt x="44091" y="103421"/>
                  </a:cubicBezTo>
                  <a:cubicBezTo>
                    <a:pt x="44091" y="105974"/>
                    <a:pt x="42813" y="107889"/>
                    <a:pt x="40896" y="109166"/>
                  </a:cubicBezTo>
                  <a:lnTo>
                    <a:pt x="0" y="132787"/>
                  </a:lnTo>
                  <a:lnTo>
                    <a:pt x="26199" y="178113"/>
                  </a:lnTo>
                  <a:lnTo>
                    <a:pt x="67094" y="154492"/>
                  </a:lnTo>
                  <a:cubicBezTo>
                    <a:pt x="69012" y="153216"/>
                    <a:pt x="71568" y="153216"/>
                    <a:pt x="73484" y="154492"/>
                  </a:cubicBezTo>
                  <a:cubicBezTo>
                    <a:pt x="75402" y="155769"/>
                    <a:pt x="76679" y="157684"/>
                    <a:pt x="76679" y="160238"/>
                  </a:cubicBezTo>
                  <a:lnTo>
                    <a:pt x="76679" y="206841"/>
                  </a:lnTo>
                  <a:lnTo>
                    <a:pt x="129077" y="206841"/>
                  </a:lnTo>
                  <a:lnTo>
                    <a:pt x="129077" y="160238"/>
                  </a:lnTo>
                  <a:cubicBezTo>
                    <a:pt x="129077" y="157684"/>
                    <a:pt x="130355" y="155769"/>
                    <a:pt x="132272" y="154492"/>
                  </a:cubicBezTo>
                  <a:cubicBezTo>
                    <a:pt x="134189" y="153216"/>
                    <a:pt x="136745" y="153216"/>
                    <a:pt x="138662" y="154492"/>
                  </a:cubicBezTo>
                  <a:lnTo>
                    <a:pt x="179558" y="178113"/>
                  </a:lnTo>
                  <a:lnTo>
                    <a:pt x="205756" y="132787"/>
                  </a:lnTo>
                  <a:lnTo>
                    <a:pt x="164861" y="109166"/>
                  </a:lnTo>
                  <a:cubicBezTo>
                    <a:pt x="162943" y="107889"/>
                    <a:pt x="161666" y="105974"/>
                    <a:pt x="161666" y="103421"/>
                  </a:cubicBezTo>
                </a:path>
              </a:pathLst>
            </a:custGeom>
            <a:solidFill>
              <a:srgbClr val="0076A8"/>
            </a:solidFill>
            <a:ln w="6390" cap="flat">
              <a:noFill/>
              <a:prstDash val="solid"/>
              <a:miter/>
            </a:ln>
          </p:spPr>
          <p:txBody>
            <a:bodyPr rtlCol="0" anchor="ctr"/>
            <a:lstStyle/>
            <a:p>
              <a:endParaRPr lang="en-US"/>
            </a:p>
          </p:txBody>
        </p:sp>
      </p:grpSp>
      <p:grpSp>
        <p:nvGrpSpPr>
          <p:cNvPr id="995" name="Graphic 4">
            <a:extLst>
              <a:ext uri="{FF2B5EF4-FFF2-40B4-BE49-F238E27FC236}">
                <a16:creationId xmlns:a16="http://schemas.microsoft.com/office/drawing/2014/main" id="{D52C6A9A-3680-A245-A249-3F31F27CD8D3}"/>
              </a:ext>
            </a:extLst>
          </p:cNvPr>
          <p:cNvGrpSpPr/>
          <p:nvPr/>
        </p:nvGrpSpPr>
        <p:grpSpPr>
          <a:xfrm>
            <a:off x="9279466" y="3824168"/>
            <a:ext cx="361671" cy="361333"/>
            <a:chOff x="9279466" y="3824168"/>
            <a:chExt cx="361671" cy="361333"/>
          </a:xfrm>
          <a:solidFill>
            <a:srgbClr val="0076A8"/>
          </a:solidFill>
        </p:grpSpPr>
        <p:sp>
          <p:nvSpPr>
            <p:cNvPr id="996" name="Graphic 4">
              <a:extLst>
                <a:ext uri="{FF2B5EF4-FFF2-40B4-BE49-F238E27FC236}">
                  <a16:creationId xmlns:a16="http://schemas.microsoft.com/office/drawing/2014/main" id="{64B9C159-0D2F-8448-BBF5-FF20EFDF6055}"/>
                </a:ext>
              </a:extLst>
            </p:cNvPr>
            <p:cNvSpPr/>
            <p:nvPr/>
          </p:nvSpPr>
          <p:spPr>
            <a:xfrm>
              <a:off x="9542732" y="4026540"/>
              <a:ext cx="17891" cy="17875"/>
            </a:xfrm>
            <a:custGeom>
              <a:avLst/>
              <a:gdLst>
                <a:gd name="connsiteX0" fmla="*/ 8946 w 17891"/>
                <a:gd name="connsiteY0" fmla="*/ 0 h 17875"/>
                <a:gd name="connsiteX1" fmla="*/ 0 w 17891"/>
                <a:gd name="connsiteY1" fmla="*/ 8938 h 17875"/>
                <a:gd name="connsiteX2" fmla="*/ 8946 w 17891"/>
                <a:gd name="connsiteY2" fmla="*/ 17875 h 17875"/>
                <a:gd name="connsiteX3" fmla="*/ 17891 w 17891"/>
                <a:gd name="connsiteY3" fmla="*/ 8938 h 17875"/>
                <a:gd name="connsiteX4" fmla="*/ 8946 w 17891"/>
                <a:gd name="connsiteY4" fmla="*/ 0 h 17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91" h="17875">
                  <a:moveTo>
                    <a:pt x="8946" y="0"/>
                  </a:moveTo>
                  <a:cubicBezTo>
                    <a:pt x="3834" y="0"/>
                    <a:pt x="0" y="3831"/>
                    <a:pt x="0" y="8938"/>
                  </a:cubicBezTo>
                  <a:cubicBezTo>
                    <a:pt x="0" y="14045"/>
                    <a:pt x="3834" y="17875"/>
                    <a:pt x="8946" y="17875"/>
                  </a:cubicBezTo>
                  <a:cubicBezTo>
                    <a:pt x="14058" y="17875"/>
                    <a:pt x="17891" y="14045"/>
                    <a:pt x="17891" y="8938"/>
                  </a:cubicBezTo>
                  <a:cubicBezTo>
                    <a:pt x="17891" y="3831"/>
                    <a:pt x="13419" y="0"/>
                    <a:pt x="8946" y="0"/>
                  </a:cubicBezTo>
                </a:path>
              </a:pathLst>
            </a:custGeom>
            <a:solidFill>
              <a:srgbClr val="0076A8"/>
            </a:solidFill>
            <a:ln w="6390" cap="flat">
              <a:noFill/>
              <a:prstDash val="solid"/>
              <a:miter/>
            </a:ln>
          </p:spPr>
          <p:txBody>
            <a:bodyPr rtlCol="0" anchor="ctr"/>
            <a:lstStyle/>
            <a:p>
              <a:endParaRPr lang="en-US"/>
            </a:p>
          </p:txBody>
        </p:sp>
        <p:sp>
          <p:nvSpPr>
            <p:cNvPr id="997" name="Graphic 4">
              <a:extLst>
                <a:ext uri="{FF2B5EF4-FFF2-40B4-BE49-F238E27FC236}">
                  <a16:creationId xmlns:a16="http://schemas.microsoft.com/office/drawing/2014/main" id="{AA6BD5BC-536A-3D49-A58B-DD1A88D3BC89}"/>
                </a:ext>
              </a:extLst>
            </p:cNvPr>
            <p:cNvSpPr/>
            <p:nvPr/>
          </p:nvSpPr>
          <p:spPr>
            <a:xfrm>
              <a:off x="9279466" y="3824168"/>
              <a:ext cx="361671" cy="361333"/>
            </a:xfrm>
            <a:custGeom>
              <a:avLst/>
              <a:gdLst>
                <a:gd name="connsiteX0" fmla="*/ 272212 w 361671"/>
                <a:gd name="connsiteY0" fmla="*/ 233015 h 361333"/>
                <a:gd name="connsiteX1" fmla="*/ 250486 w 361671"/>
                <a:gd name="connsiteY1" fmla="*/ 211310 h 361333"/>
                <a:gd name="connsiteX2" fmla="*/ 265822 w 361671"/>
                <a:gd name="connsiteY2" fmla="*/ 190881 h 361333"/>
                <a:gd name="connsiteX3" fmla="*/ 265822 w 361671"/>
                <a:gd name="connsiteY3" fmla="*/ 158323 h 361333"/>
                <a:gd name="connsiteX4" fmla="*/ 241540 w 361671"/>
                <a:gd name="connsiteY4" fmla="*/ 134064 h 361333"/>
                <a:gd name="connsiteX5" fmla="*/ 217258 w 361671"/>
                <a:gd name="connsiteY5" fmla="*/ 158323 h 361333"/>
                <a:gd name="connsiteX6" fmla="*/ 217258 w 361671"/>
                <a:gd name="connsiteY6" fmla="*/ 226631 h 361333"/>
                <a:gd name="connsiteX7" fmla="*/ 165500 w 361671"/>
                <a:gd name="connsiteY7" fmla="*/ 278341 h 361333"/>
                <a:gd name="connsiteX8" fmla="*/ 113741 w 361671"/>
                <a:gd name="connsiteY8" fmla="*/ 226631 h 361333"/>
                <a:gd name="connsiteX9" fmla="*/ 113741 w 361671"/>
                <a:gd name="connsiteY9" fmla="*/ 187051 h 361333"/>
                <a:gd name="connsiteX10" fmla="*/ 68373 w 361671"/>
                <a:gd name="connsiteY10" fmla="*/ 143001 h 361333"/>
                <a:gd name="connsiteX11" fmla="*/ 68373 w 361671"/>
                <a:gd name="connsiteY11" fmla="*/ 90014 h 361333"/>
                <a:gd name="connsiteX12" fmla="*/ 74763 w 361671"/>
                <a:gd name="connsiteY12" fmla="*/ 83630 h 361333"/>
                <a:gd name="connsiteX13" fmla="*/ 90099 w 361671"/>
                <a:gd name="connsiteY13" fmla="*/ 83630 h 361333"/>
                <a:gd name="connsiteX14" fmla="*/ 96489 w 361671"/>
                <a:gd name="connsiteY14" fmla="*/ 90014 h 361333"/>
                <a:gd name="connsiteX15" fmla="*/ 90099 w 361671"/>
                <a:gd name="connsiteY15" fmla="*/ 96398 h 361333"/>
                <a:gd name="connsiteX16" fmla="*/ 81153 w 361671"/>
                <a:gd name="connsiteY16" fmla="*/ 96398 h 361333"/>
                <a:gd name="connsiteX17" fmla="*/ 81153 w 361671"/>
                <a:gd name="connsiteY17" fmla="*/ 143001 h 361333"/>
                <a:gd name="connsiteX18" fmla="*/ 120131 w 361671"/>
                <a:gd name="connsiteY18" fmla="*/ 174921 h 361333"/>
                <a:gd name="connsiteX19" fmla="*/ 159110 w 361671"/>
                <a:gd name="connsiteY19" fmla="*/ 143001 h 361333"/>
                <a:gd name="connsiteX20" fmla="*/ 159110 w 361671"/>
                <a:gd name="connsiteY20" fmla="*/ 96398 h 361333"/>
                <a:gd name="connsiteX21" fmla="*/ 150164 w 361671"/>
                <a:gd name="connsiteY21" fmla="*/ 96398 h 361333"/>
                <a:gd name="connsiteX22" fmla="*/ 143774 w 361671"/>
                <a:gd name="connsiteY22" fmla="*/ 90014 h 361333"/>
                <a:gd name="connsiteX23" fmla="*/ 150164 w 361671"/>
                <a:gd name="connsiteY23" fmla="*/ 83630 h 361333"/>
                <a:gd name="connsiteX24" fmla="*/ 165500 w 361671"/>
                <a:gd name="connsiteY24" fmla="*/ 83630 h 361333"/>
                <a:gd name="connsiteX25" fmla="*/ 171889 w 361671"/>
                <a:gd name="connsiteY25" fmla="*/ 90014 h 361333"/>
                <a:gd name="connsiteX26" fmla="*/ 171889 w 361671"/>
                <a:gd name="connsiteY26" fmla="*/ 143001 h 361333"/>
                <a:gd name="connsiteX27" fmla="*/ 126521 w 361671"/>
                <a:gd name="connsiteY27" fmla="*/ 187051 h 361333"/>
                <a:gd name="connsiteX28" fmla="*/ 126521 w 361671"/>
                <a:gd name="connsiteY28" fmla="*/ 226631 h 361333"/>
                <a:gd name="connsiteX29" fmla="*/ 165500 w 361671"/>
                <a:gd name="connsiteY29" fmla="*/ 265574 h 361333"/>
                <a:gd name="connsiteX30" fmla="*/ 204478 w 361671"/>
                <a:gd name="connsiteY30" fmla="*/ 226631 h 361333"/>
                <a:gd name="connsiteX31" fmla="*/ 204478 w 361671"/>
                <a:gd name="connsiteY31" fmla="*/ 158323 h 361333"/>
                <a:gd name="connsiteX32" fmla="*/ 241540 w 361671"/>
                <a:gd name="connsiteY32" fmla="*/ 121296 h 361333"/>
                <a:gd name="connsiteX33" fmla="*/ 278602 w 361671"/>
                <a:gd name="connsiteY33" fmla="*/ 158323 h 361333"/>
                <a:gd name="connsiteX34" fmla="*/ 278602 w 361671"/>
                <a:gd name="connsiteY34" fmla="*/ 190881 h 361333"/>
                <a:gd name="connsiteX35" fmla="*/ 293937 w 361671"/>
                <a:gd name="connsiteY35" fmla="*/ 211310 h 361333"/>
                <a:gd name="connsiteX36" fmla="*/ 272212 w 361671"/>
                <a:gd name="connsiteY36" fmla="*/ 233015 h 361333"/>
                <a:gd name="connsiteX37" fmla="*/ 180836 w 361671"/>
                <a:gd name="connsiteY37" fmla="*/ 0 h 361333"/>
                <a:gd name="connsiteX38" fmla="*/ 0 w 361671"/>
                <a:gd name="connsiteY38" fmla="*/ 180667 h 361333"/>
                <a:gd name="connsiteX39" fmla="*/ 180836 w 361671"/>
                <a:gd name="connsiteY39" fmla="*/ 361333 h 361333"/>
                <a:gd name="connsiteX40" fmla="*/ 361671 w 361671"/>
                <a:gd name="connsiteY40" fmla="*/ 180667 h 361333"/>
                <a:gd name="connsiteX41" fmla="*/ 180836 w 361671"/>
                <a:gd name="connsiteY41"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61671" h="361333">
                  <a:moveTo>
                    <a:pt x="272212" y="233015"/>
                  </a:moveTo>
                  <a:cubicBezTo>
                    <a:pt x="260071" y="233015"/>
                    <a:pt x="250486" y="223439"/>
                    <a:pt x="250486" y="211310"/>
                  </a:cubicBezTo>
                  <a:cubicBezTo>
                    <a:pt x="250486" y="201734"/>
                    <a:pt x="256876" y="193435"/>
                    <a:pt x="265822" y="190881"/>
                  </a:cubicBezTo>
                  <a:lnTo>
                    <a:pt x="265822" y="158323"/>
                  </a:lnTo>
                  <a:cubicBezTo>
                    <a:pt x="265822" y="144916"/>
                    <a:pt x="254959" y="134064"/>
                    <a:pt x="241540" y="134064"/>
                  </a:cubicBezTo>
                  <a:cubicBezTo>
                    <a:pt x="228121" y="134064"/>
                    <a:pt x="217258" y="144916"/>
                    <a:pt x="217258" y="158323"/>
                  </a:cubicBezTo>
                  <a:lnTo>
                    <a:pt x="217258" y="226631"/>
                  </a:lnTo>
                  <a:cubicBezTo>
                    <a:pt x="217258" y="255359"/>
                    <a:pt x="193615" y="278341"/>
                    <a:pt x="165500" y="278341"/>
                  </a:cubicBezTo>
                  <a:cubicBezTo>
                    <a:pt x="136745" y="278341"/>
                    <a:pt x="113741" y="254721"/>
                    <a:pt x="113741" y="226631"/>
                  </a:cubicBezTo>
                  <a:lnTo>
                    <a:pt x="113741" y="187051"/>
                  </a:lnTo>
                  <a:cubicBezTo>
                    <a:pt x="91376" y="183859"/>
                    <a:pt x="68373" y="165984"/>
                    <a:pt x="68373" y="143001"/>
                  </a:cubicBezTo>
                  <a:lnTo>
                    <a:pt x="68373" y="90014"/>
                  </a:lnTo>
                  <a:cubicBezTo>
                    <a:pt x="68373" y="86184"/>
                    <a:pt x="70929" y="83630"/>
                    <a:pt x="74763" y="83630"/>
                  </a:cubicBezTo>
                  <a:lnTo>
                    <a:pt x="90099" y="83630"/>
                  </a:lnTo>
                  <a:cubicBezTo>
                    <a:pt x="93933" y="83630"/>
                    <a:pt x="96489" y="86184"/>
                    <a:pt x="96489" y="90014"/>
                  </a:cubicBezTo>
                  <a:cubicBezTo>
                    <a:pt x="96489" y="93844"/>
                    <a:pt x="93933" y="96398"/>
                    <a:pt x="90099" y="96398"/>
                  </a:cubicBezTo>
                  <a:lnTo>
                    <a:pt x="81153" y="96398"/>
                  </a:lnTo>
                  <a:lnTo>
                    <a:pt x="81153" y="143001"/>
                  </a:lnTo>
                  <a:cubicBezTo>
                    <a:pt x="81153" y="160238"/>
                    <a:pt x="102879" y="174921"/>
                    <a:pt x="120131" y="174921"/>
                  </a:cubicBezTo>
                  <a:cubicBezTo>
                    <a:pt x="138023" y="174921"/>
                    <a:pt x="159110" y="160238"/>
                    <a:pt x="159110" y="143001"/>
                  </a:cubicBezTo>
                  <a:lnTo>
                    <a:pt x="159110" y="96398"/>
                  </a:lnTo>
                  <a:lnTo>
                    <a:pt x="150164" y="96398"/>
                  </a:lnTo>
                  <a:cubicBezTo>
                    <a:pt x="146330" y="96398"/>
                    <a:pt x="143774" y="93844"/>
                    <a:pt x="143774" y="90014"/>
                  </a:cubicBezTo>
                  <a:cubicBezTo>
                    <a:pt x="143774" y="86184"/>
                    <a:pt x="146330" y="83630"/>
                    <a:pt x="150164" y="83630"/>
                  </a:cubicBezTo>
                  <a:lnTo>
                    <a:pt x="165500" y="83630"/>
                  </a:lnTo>
                  <a:cubicBezTo>
                    <a:pt x="169333" y="83630"/>
                    <a:pt x="171889" y="86184"/>
                    <a:pt x="171889" y="90014"/>
                  </a:cubicBezTo>
                  <a:lnTo>
                    <a:pt x="171889" y="143001"/>
                  </a:lnTo>
                  <a:cubicBezTo>
                    <a:pt x="171889" y="165984"/>
                    <a:pt x="148886" y="183859"/>
                    <a:pt x="126521" y="187051"/>
                  </a:cubicBezTo>
                  <a:lnTo>
                    <a:pt x="126521" y="226631"/>
                  </a:lnTo>
                  <a:cubicBezTo>
                    <a:pt x="126521" y="248337"/>
                    <a:pt x="144413" y="265574"/>
                    <a:pt x="165500" y="265574"/>
                  </a:cubicBezTo>
                  <a:cubicBezTo>
                    <a:pt x="187225" y="265574"/>
                    <a:pt x="204478" y="247698"/>
                    <a:pt x="204478" y="226631"/>
                  </a:cubicBezTo>
                  <a:lnTo>
                    <a:pt x="204478" y="158323"/>
                  </a:lnTo>
                  <a:cubicBezTo>
                    <a:pt x="204478" y="137894"/>
                    <a:pt x="221092" y="121296"/>
                    <a:pt x="241540" y="121296"/>
                  </a:cubicBezTo>
                  <a:cubicBezTo>
                    <a:pt x="261987" y="121296"/>
                    <a:pt x="278602" y="137894"/>
                    <a:pt x="278602" y="158323"/>
                  </a:cubicBezTo>
                  <a:lnTo>
                    <a:pt x="278602" y="190881"/>
                  </a:lnTo>
                  <a:cubicBezTo>
                    <a:pt x="287547" y="193435"/>
                    <a:pt x="293937" y="201734"/>
                    <a:pt x="293937" y="211310"/>
                  </a:cubicBezTo>
                  <a:cubicBezTo>
                    <a:pt x="293937" y="223439"/>
                    <a:pt x="283713" y="233015"/>
                    <a:pt x="272212" y="233015"/>
                  </a:cubicBezTo>
                  <a:moveTo>
                    <a:pt x="180836" y="0"/>
                  </a:moveTo>
                  <a:cubicBezTo>
                    <a:pt x="80514" y="0"/>
                    <a:pt x="0" y="81076"/>
                    <a:pt x="0" y="180667"/>
                  </a:cubicBezTo>
                  <a:cubicBezTo>
                    <a:pt x="0" y="280895"/>
                    <a:pt x="81153" y="361333"/>
                    <a:pt x="180836" y="361333"/>
                  </a:cubicBezTo>
                  <a:cubicBezTo>
                    <a:pt x="280518" y="361333"/>
                    <a:pt x="361671" y="280257"/>
                    <a:pt x="361671" y="180667"/>
                  </a:cubicBezTo>
                  <a:cubicBezTo>
                    <a:pt x="361671" y="81076"/>
                    <a:pt x="280518" y="0"/>
                    <a:pt x="180836" y="0"/>
                  </a:cubicBezTo>
                </a:path>
              </a:pathLst>
            </a:custGeom>
            <a:solidFill>
              <a:srgbClr val="0076A8"/>
            </a:solidFill>
            <a:ln w="6390" cap="flat">
              <a:noFill/>
              <a:prstDash val="solid"/>
              <a:miter/>
            </a:ln>
          </p:spPr>
          <p:txBody>
            <a:bodyPr rtlCol="0" anchor="ctr"/>
            <a:lstStyle/>
            <a:p>
              <a:endParaRPr lang="en-US"/>
            </a:p>
          </p:txBody>
        </p:sp>
      </p:grpSp>
      <p:grpSp>
        <p:nvGrpSpPr>
          <p:cNvPr id="998" name="Graphic 4">
            <a:extLst>
              <a:ext uri="{FF2B5EF4-FFF2-40B4-BE49-F238E27FC236}">
                <a16:creationId xmlns:a16="http://schemas.microsoft.com/office/drawing/2014/main" id="{0604650F-3DF7-6745-9F8C-46414B474F7C}"/>
              </a:ext>
            </a:extLst>
          </p:cNvPr>
          <p:cNvGrpSpPr/>
          <p:nvPr/>
        </p:nvGrpSpPr>
        <p:grpSpPr>
          <a:xfrm>
            <a:off x="10324860" y="1893013"/>
            <a:ext cx="361674" cy="361333"/>
            <a:chOff x="10324860" y="1893013"/>
            <a:chExt cx="361674" cy="361333"/>
          </a:xfrm>
          <a:solidFill>
            <a:srgbClr val="0076A8"/>
          </a:solidFill>
        </p:grpSpPr>
        <p:sp>
          <p:nvSpPr>
            <p:cNvPr id="999" name="Graphic 4">
              <a:extLst>
                <a:ext uri="{FF2B5EF4-FFF2-40B4-BE49-F238E27FC236}">
                  <a16:creationId xmlns:a16="http://schemas.microsoft.com/office/drawing/2014/main" id="{81EAF823-5833-774D-9F43-9BDE8E133679}"/>
                </a:ext>
              </a:extLst>
            </p:cNvPr>
            <p:cNvSpPr/>
            <p:nvPr/>
          </p:nvSpPr>
          <p:spPr>
            <a:xfrm>
              <a:off x="10324860" y="1893013"/>
              <a:ext cx="361674" cy="361333"/>
            </a:xfrm>
            <a:custGeom>
              <a:avLst/>
              <a:gdLst>
                <a:gd name="connsiteX0" fmla="*/ 272850 w 361674"/>
                <a:gd name="connsiteY0" fmla="*/ 261105 h 361333"/>
                <a:gd name="connsiteX1" fmla="*/ 249208 w 361674"/>
                <a:gd name="connsiteY1" fmla="*/ 268766 h 361333"/>
                <a:gd name="connsiteX2" fmla="*/ 249208 w 361674"/>
                <a:gd name="connsiteY2" fmla="*/ 268766 h 361333"/>
                <a:gd name="connsiteX3" fmla="*/ 249208 w 361674"/>
                <a:gd name="connsiteY3" fmla="*/ 268766 h 361333"/>
                <a:gd name="connsiteX4" fmla="*/ 247290 w 361674"/>
                <a:gd name="connsiteY4" fmla="*/ 268766 h 361333"/>
                <a:gd name="connsiteX5" fmla="*/ 245373 w 361674"/>
                <a:gd name="connsiteY5" fmla="*/ 268766 h 361333"/>
                <a:gd name="connsiteX6" fmla="*/ 244734 w 361674"/>
                <a:gd name="connsiteY6" fmla="*/ 268127 h 361333"/>
                <a:gd name="connsiteX7" fmla="*/ 243456 w 361674"/>
                <a:gd name="connsiteY7" fmla="*/ 267489 h 361333"/>
                <a:gd name="connsiteX8" fmla="*/ 242818 w 361674"/>
                <a:gd name="connsiteY8" fmla="*/ 266851 h 361333"/>
                <a:gd name="connsiteX9" fmla="*/ 242178 w 361674"/>
                <a:gd name="connsiteY9" fmla="*/ 266212 h 361333"/>
                <a:gd name="connsiteX10" fmla="*/ 241539 w 361674"/>
                <a:gd name="connsiteY10" fmla="*/ 265574 h 361333"/>
                <a:gd name="connsiteX11" fmla="*/ 240900 w 361674"/>
                <a:gd name="connsiteY11" fmla="*/ 264935 h 361333"/>
                <a:gd name="connsiteX12" fmla="*/ 240900 w 361674"/>
                <a:gd name="connsiteY12" fmla="*/ 264935 h 361333"/>
                <a:gd name="connsiteX13" fmla="*/ 240900 w 361674"/>
                <a:gd name="connsiteY13" fmla="*/ 264935 h 361333"/>
                <a:gd name="connsiteX14" fmla="*/ 219174 w 361674"/>
                <a:gd name="connsiteY14" fmla="*/ 191519 h 361333"/>
                <a:gd name="connsiteX15" fmla="*/ 153997 w 361674"/>
                <a:gd name="connsiteY15" fmla="*/ 191519 h 361333"/>
                <a:gd name="connsiteX16" fmla="*/ 147607 w 361674"/>
                <a:gd name="connsiteY16" fmla="*/ 185135 h 361333"/>
                <a:gd name="connsiteX17" fmla="*/ 147607 w 361674"/>
                <a:gd name="connsiteY17" fmla="*/ 138533 h 361333"/>
                <a:gd name="connsiteX18" fmla="*/ 153997 w 361674"/>
                <a:gd name="connsiteY18" fmla="*/ 132149 h 361333"/>
                <a:gd name="connsiteX19" fmla="*/ 160387 w 361674"/>
                <a:gd name="connsiteY19" fmla="*/ 138533 h 361333"/>
                <a:gd name="connsiteX20" fmla="*/ 160387 w 361674"/>
                <a:gd name="connsiteY20" fmla="*/ 147470 h 361333"/>
                <a:gd name="connsiteX21" fmla="*/ 224287 w 361674"/>
                <a:gd name="connsiteY21" fmla="*/ 147470 h 361333"/>
                <a:gd name="connsiteX22" fmla="*/ 230677 w 361674"/>
                <a:gd name="connsiteY22" fmla="*/ 153854 h 361333"/>
                <a:gd name="connsiteX23" fmla="*/ 224287 w 361674"/>
                <a:gd name="connsiteY23" fmla="*/ 160238 h 361333"/>
                <a:gd name="connsiteX24" fmla="*/ 160387 w 361674"/>
                <a:gd name="connsiteY24" fmla="*/ 160238 h 361333"/>
                <a:gd name="connsiteX25" fmla="*/ 160387 w 361674"/>
                <a:gd name="connsiteY25" fmla="*/ 178752 h 361333"/>
                <a:gd name="connsiteX26" fmla="*/ 224287 w 361674"/>
                <a:gd name="connsiteY26" fmla="*/ 178752 h 361333"/>
                <a:gd name="connsiteX27" fmla="*/ 224925 w 361674"/>
                <a:gd name="connsiteY27" fmla="*/ 178752 h 361333"/>
                <a:gd name="connsiteX28" fmla="*/ 226203 w 361674"/>
                <a:gd name="connsiteY28" fmla="*/ 178752 h 361333"/>
                <a:gd name="connsiteX29" fmla="*/ 227482 w 361674"/>
                <a:gd name="connsiteY29" fmla="*/ 179390 h 361333"/>
                <a:gd name="connsiteX30" fmla="*/ 228759 w 361674"/>
                <a:gd name="connsiteY30" fmla="*/ 180028 h 361333"/>
                <a:gd name="connsiteX31" fmla="*/ 229398 w 361674"/>
                <a:gd name="connsiteY31" fmla="*/ 180667 h 361333"/>
                <a:gd name="connsiteX32" fmla="*/ 230038 w 361674"/>
                <a:gd name="connsiteY32" fmla="*/ 181944 h 361333"/>
                <a:gd name="connsiteX33" fmla="*/ 230677 w 361674"/>
                <a:gd name="connsiteY33" fmla="*/ 183220 h 361333"/>
                <a:gd name="connsiteX34" fmla="*/ 230677 w 361674"/>
                <a:gd name="connsiteY34" fmla="*/ 183220 h 361333"/>
                <a:gd name="connsiteX35" fmla="*/ 252403 w 361674"/>
                <a:gd name="connsiteY35" fmla="*/ 254721 h 361333"/>
                <a:gd name="connsiteX36" fmla="*/ 269655 w 361674"/>
                <a:gd name="connsiteY36" fmla="*/ 248975 h 361333"/>
                <a:gd name="connsiteX37" fmla="*/ 277962 w 361674"/>
                <a:gd name="connsiteY37" fmla="*/ 252806 h 361333"/>
                <a:gd name="connsiteX38" fmla="*/ 272850 w 361674"/>
                <a:gd name="connsiteY38" fmla="*/ 261105 h 361333"/>
                <a:gd name="connsiteX39" fmla="*/ 218536 w 361674"/>
                <a:gd name="connsiteY39" fmla="*/ 261743 h 361333"/>
                <a:gd name="connsiteX40" fmla="*/ 158470 w 361674"/>
                <a:gd name="connsiteY40" fmla="*/ 292387 h 361333"/>
                <a:gd name="connsiteX41" fmla="*/ 84986 w 361674"/>
                <a:gd name="connsiteY41" fmla="*/ 218971 h 361333"/>
                <a:gd name="connsiteX42" fmla="*/ 117574 w 361674"/>
                <a:gd name="connsiteY42" fmla="*/ 158323 h 361333"/>
                <a:gd name="connsiteX43" fmla="*/ 126520 w 361674"/>
                <a:gd name="connsiteY43" fmla="*/ 160238 h 361333"/>
                <a:gd name="connsiteX44" fmla="*/ 124604 w 361674"/>
                <a:gd name="connsiteY44" fmla="*/ 169176 h 361333"/>
                <a:gd name="connsiteX45" fmla="*/ 97766 w 361674"/>
                <a:gd name="connsiteY45" fmla="*/ 219609 h 361333"/>
                <a:gd name="connsiteX46" fmla="*/ 158470 w 361674"/>
                <a:gd name="connsiteY46" fmla="*/ 280257 h 361333"/>
                <a:gd name="connsiteX47" fmla="*/ 208312 w 361674"/>
                <a:gd name="connsiteY47" fmla="*/ 254721 h 361333"/>
                <a:gd name="connsiteX48" fmla="*/ 217258 w 361674"/>
                <a:gd name="connsiteY48" fmla="*/ 253444 h 361333"/>
                <a:gd name="connsiteX49" fmla="*/ 218536 w 361674"/>
                <a:gd name="connsiteY49" fmla="*/ 261743 h 361333"/>
                <a:gd name="connsiteX50" fmla="*/ 153997 w 361674"/>
                <a:gd name="connsiteY50" fmla="*/ 69585 h 361333"/>
                <a:gd name="connsiteX51" fmla="*/ 175723 w 361674"/>
                <a:gd name="connsiteY51" fmla="*/ 91291 h 361333"/>
                <a:gd name="connsiteX52" fmla="*/ 153997 w 361674"/>
                <a:gd name="connsiteY52" fmla="*/ 112997 h 361333"/>
                <a:gd name="connsiteX53" fmla="*/ 132271 w 361674"/>
                <a:gd name="connsiteY53" fmla="*/ 91291 h 361333"/>
                <a:gd name="connsiteX54" fmla="*/ 153997 w 361674"/>
                <a:gd name="connsiteY54" fmla="*/ 69585 h 361333"/>
                <a:gd name="connsiteX55" fmla="*/ 180835 w 361674"/>
                <a:gd name="connsiteY55" fmla="*/ 0 h 361333"/>
                <a:gd name="connsiteX56" fmla="*/ 0 w 361674"/>
                <a:gd name="connsiteY56" fmla="*/ 180667 h 361333"/>
                <a:gd name="connsiteX57" fmla="*/ 180835 w 361674"/>
                <a:gd name="connsiteY57" fmla="*/ 361333 h 361333"/>
                <a:gd name="connsiteX58" fmla="*/ 361670 w 361674"/>
                <a:gd name="connsiteY58" fmla="*/ 180667 h 361333"/>
                <a:gd name="connsiteX59" fmla="*/ 180835 w 361674"/>
                <a:gd name="connsiteY5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61674" h="361333">
                  <a:moveTo>
                    <a:pt x="272850" y="261105"/>
                  </a:moveTo>
                  <a:lnTo>
                    <a:pt x="249208" y="268766"/>
                  </a:lnTo>
                  <a:cubicBezTo>
                    <a:pt x="249208" y="268766"/>
                    <a:pt x="249208" y="268766"/>
                    <a:pt x="249208" y="268766"/>
                  </a:cubicBezTo>
                  <a:cubicBezTo>
                    <a:pt x="249208" y="268766"/>
                    <a:pt x="249208" y="268766"/>
                    <a:pt x="249208" y="268766"/>
                  </a:cubicBezTo>
                  <a:cubicBezTo>
                    <a:pt x="248568" y="268766"/>
                    <a:pt x="247929" y="268766"/>
                    <a:pt x="247290" y="268766"/>
                  </a:cubicBezTo>
                  <a:cubicBezTo>
                    <a:pt x="246651" y="268766"/>
                    <a:pt x="246013" y="268766"/>
                    <a:pt x="245373" y="268766"/>
                  </a:cubicBezTo>
                  <a:cubicBezTo>
                    <a:pt x="245373" y="268766"/>
                    <a:pt x="244734" y="268766"/>
                    <a:pt x="244734" y="268127"/>
                  </a:cubicBezTo>
                  <a:cubicBezTo>
                    <a:pt x="244095" y="268127"/>
                    <a:pt x="244095" y="267489"/>
                    <a:pt x="243456" y="267489"/>
                  </a:cubicBezTo>
                  <a:cubicBezTo>
                    <a:pt x="243456" y="267489"/>
                    <a:pt x="242818" y="266851"/>
                    <a:pt x="242818" y="266851"/>
                  </a:cubicBezTo>
                  <a:cubicBezTo>
                    <a:pt x="242818" y="266851"/>
                    <a:pt x="242178" y="266212"/>
                    <a:pt x="242178" y="266212"/>
                  </a:cubicBezTo>
                  <a:cubicBezTo>
                    <a:pt x="242178" y="266212"/>
                    <a:pt x="242178" y="265574"/>
                    <a:pt x="241539" y="265574"/>
                  </a:cubicBezTo>
                  <a:cubicBezTo>
                    <a:pt x="241539" y="265574"/>
                    <a:pt x="240900" y="264935"/>
                    <a:pt x="240900" y="264935"/>
                  </a:cubicBezTo>
                  <a:cubicBezTo>
                    <a:pt x="240900" y="264935"/>
                    <a:pt x="240900" y="264935"/>
                    <a:pt x="240900" y="264935"/>
                  </a:cubicBezTo>
                  <a:cubicBezTo>
                    <a:pt x="240900" y="264935"/>
                    <a:pt x="240900" y="264935"/>
                    <a:pt x="240900" y="264935"/>
                  </a:cubicBezTo>
                  <a:lnTo>
                    <a:pt x="219174" y="191519"/>
                  </a:lnTo>
                  <a:lnTo>
                    <a:pt x="153997" y="191519"/>
                  </a:lnTo>
                  <a:cubicBezTo>
                    <a:pt x="150164" y="191519"/>
                    <a:pt x="147607" y="188966"/>
                    <a:pt x="147607" y="185135"/>
                  </a:cubicBezTo>
                  <a:lnTo>
                    <a:pt x="147607" y="138533"/>
                  </a:lnTo>
                  <a:cubicBezTo>
                    <a:pt x="147607" y="134702"/>
                    <a:pt x="150164" y="132149"/>
                    <a:pt x="153997" y="132149"/>
                  </a:cubicBezTo>
                  <a:cubicBezTo>
                    <a:pt x="157831" y="132149"/>
                    <a:pt x="160387" y="134702"/>
                    <a:pt x="160387" y="138533"/>
                  </a:cubicBezTo>
                  <a:lnTo>
                    <a:pt x="160387" y="147470"/>
                  </a:lnTo>
                  <a:lnTo>
                    <a:pt x="224287" y="147470"/>
                  </a:lnTo>
                  <a:cubicBezTo>
                    <a:pt x="228120" y="147470"/>
                    <a:pt x="230677" y="150024"/>
                    <a:pt x="230677" y="153854"/>
                  </a:cubicBezTo>
                  <a:cubicBezTo>
                    <a:pt x="230677" y="157684"/>
                    <a:pt x="228120" y="160238"/>
                    <a:pt x="224287" y="160238"/>
                  </a:cubicBezTo>
                  <a:lnTo>
                    <a:pt x="160387" y="160238"/>
                  </a:lnTo>
                  <a:lnTo>
                    <a:pt x="160387" y="178752"/>
                  </a:lnTo>
                  <a:lnTo>
                    <a:pt x="224287" y="178752"/>
                  </a:lnTo>
                  <a:cubicBezTo>
                    <a:pt x="224287" y="178752"/>
                    <a:pt x="224287" y="178752"/>
                    <a:pt x="224925" y="178752"/>
                  </a:cubicBezTo>
                  <a:cubicBezTo>
                    <a:pt x="225564" y="178752"/>
                    <a:pt x="225564" y="178752"/>
                    <a:pt x="226203" y="178752"/>
                  </a:cubicBezTo>
                  <a:cubicBezTo>
                    <a:pt x="226843" y="178752"/>
                    <a:pt x="226843" y="178752"/>
                    <a:pt x="227482" y="179390"/>
                  </a:cubicBezTo>
                  <a:cubicBezTo>
                    <a:pt x="228120" y="179390"/>
                    <a:pt x="228120" y="180028"/>
                    <a:pt x="228759" y="180028"/>
                  </a:cubicBezTo>
                  <a:cubicBezTo>
                    <a:pt x="228759" y="180028"/>
                    <a:pt x="229398" y="180667"/>
                    <a:pt x="229398" y="180667"/>
                  </a:cubicBezTo>
                  <a:cubicBezTo>
                    <a:pt x="229398" y="180667"/>
                    <a:pt x="230038" y="181305"/>
                    <a:pt x="230038" y="181944"/>
                  </a:cubicBezTo>
                  <a:cubicBezTo>
                    <a:pt x="230038" y="182582"/>
                    <a:pt x="230677" y="182582"/>
                    <a:pt x="230677" y="183220"/>
                  </a:cubicBezTo>
                  <a:cubicBezTo>
                    <a:pt x="230677" y="183220"/>
                    <a:pt x="230677" y="183220"/>
                    <a:pt x="230677" y="183220"/>
                  </a:cubicBezTo>
                  <a:lnTo>
                    <a:pt x="252403" y="254721"/>
                  </a:lnTo>
                  <a:lnTo>
                    <a:pt x="269655" y="248975"/>
                  </a:lnTo>
                  <a:cubicBezTo>
                    <a:pt x="272850" y="247699"/>
                    <a:pt x="276684" y="249614"/>
                    <a:pt x="277962" y="252806"/>
                  </a:cubicBezTo>
                  <a:cubicBezTo>
                    <a:pt x="277962" y="255998"/>
                    <a:pt x="276045" y="259828"/>
                    <a:pt x="272850" y="261105"/>
                  </a:cubicBezTo>
                  <a:moveTo>
                    <a:pt x="218536" y="261743"/>
                  </a:moveTo>
                  <a:cubicBezTo>
                    <a:pt x="204478" y="280895"/>
                    <a:pt x="182113" y="292387"/>
                    <a:pt x="158470" y="292387"/>
                  </a:cubicBezTo>
                  <a:cubicBezTo>
                    <a:pt x="118214" y="292387"/>
                    <a:pt x="84986" y="259190"/>
                    <a:pt x="84986" y="218971"/>
                  </a:cubicBezTo>
                  <a:cubicBezTo>
                    <a:pt x="84986" y="194711"/>
                    <a:pt x="97127" y="171729"/>
                    <a:pt x="117574" y="158323"/>
                  </a:cubicBezTo>
                  <a:cubicBezTo>
                    <a:pt x="120769" y="156408"/>
                    <a:pt x="124604" y="157046"/>
                    <a:pt x="126520" y="160238"/>
                  </a:cubicBezTo>
                  <a:cubicBezTo>
                    <a:pt x="128438" y="163430"/>
                    <a:pt x="127799" y="167260"/>
                    <a:pt x="124604" y="169176"/>
                  </a:cubicBezTo>
                  <a:cubicBezTo>
                    <a:pt x="107989" y="180667"/>
                    <a:pt x="97766" y="199180"/>
                    <a:pt x="97766" y="219609"/>
                  </a:cubicBezTo>
                  <a:cubicBezTo>
                    <a:pt x="97766" y="252806"/>
                    <a:pt x="125243" y="280257"/>
                    <a:pt x="158470" y="280257"/>
                  </a:cubicBezTo>
                  <a:cubicBezTo>
                    <a:pt x="178279" y="280257"/>
                    <a:pt x="196810" y="270681"/>
                    <a:pt x="208312" y="254721"/>
                  </a:cubicBezTo>
                  <a:cubicBezTo>
                    <a:pt x="210228" y="251529"/>
                    <a:pt x="214063" y="250891"/>
                    <a:pt x="217258" y="253444"/>
                  </a:cubicBezTo>
                  <a:cubicBezTo>
                    <a:pt x="219813" y="254721"/>
                    <a:pt x="220453" y="258551"/>
                    <a:pt x="218536" y="261743"/>
                  </a:cubicBezTo>
                  <a:moveTo>
                    <a:pt x="153997" y="69585"/>
                  </a:moveTo>
                  <a:cubicBezTo>
                    <a:pt x="166138" y="69585"/>
                    <a:pt x="175723" y="79161"/>
                    <a:pt x="175723" y="91291"/>
                  </a:cubicBezTo>
                  <a:cubicBezTo>
                    <a:pt x="175723" y="103421"/>
                    <a:pt x="166138" y="112997"/>
                    <a:pt x="153997" y="112997"/>
                  </a:cubicBezTo>
                  <a:cubicBezTo>
                    <a:pt x="141856" y="112997"/>
                    <a:pt x="132271" y="103421"/>
                    <a:pt x="132271" y="91291"/>
                  </a:cubicBezTo>
                  <a:cubicBezTo>
                    <a:pt x="131633" y="79161"/>
                    <a:pt x="141856" y="69585"/>
                    <a:pt x="153997" y="69585"/>
                  </a:cubicBezTo>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09" y="81077"/>
                    <a:pt x="281157" y="0"/>
                    <a:pt x="180835" y="0"/>
                  </a:cubicBezTo>
                </a:path>
              </a:pathLst>
            </a:custGeom>
            <a:solidFill>
              <a:srgbClr val="0076A8"/>
            </a:solidFill>
            <a:ln w="6390" cap="flat">
              <a:noFill/>
              <a:prstDash val="solid"/>
              <a:miter/>
            </a:ln>
          </p:spPr>
          <p:txBody>
            <a:bodyPr rtlCol="0" anchor="ctr"/>
            <a:lstStyle/>
            <a:p>
              <a:endParaRPr lang="en-US"/>
            </a:p>
          </p:txBody>
        </p:sp>
        <p:sp>
          <p:nvSpPr>
            <p:cNvPr id="1000" name="Graphic 4">
              <a:extLst>
                <a:ext uri="{FF2B5EF4-FFF2-40B4-BE49-F238E27FC236}">
                  <a16:creationId xmlns:a16="http://schemas.microsoft.com/office/drawing/2014/main" id="{8792EA4F-BB40-394C-A3B5-235A983185B1}"/>
                </a:ext>
              </a:extLst>
            </p:cNvPr>
            <p:cNvSpPr/>
            <p:nvPr/>
          </p:nvSpPr>
          <p:spPr>
            <a:xfrm>
              <a:off x="10469911" y="1975366"/>
              <a:ext cx="17892" cy="17875"/>
            </a:xfrm>
            <a:custGeom>
              <a:avLst/>
              <a:gdLst>
                <a:gd name="connsiteX0" fmla="*/ 8946 w 17892"/>
                <a:gd name="connsiteY0" fmla="*/ 17875 h 17875"/>
                <a:gd name="connsiteX1" fmla="*/ 17892 w 17892"/>
                <a:gd name="connsiteY1" fmla="*/ 8938 h 17875"/>
                <a:gd name="connsiteX2" fmla="*/ 8946 w 17892"/>
                <a:gd name="connsiteY2" fmla="*/ 0 h 17875"/>
                <a:gd name="connsiteX3" fmla="*/ 0 w 17892"/>
                <a:gd name="connsiteY3" fmla="*/ 8938 h 17875"/>
                <a:gd name="connsiteX4" fmla="*/ 8946 w 17892"/>
                <a:gd name="connsiteY4" fmla="*/ 17875 h 17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92" h="17875">
                  <a:moveTo>
                    <a:pt x="8946" y="17875"/>
                  </a:moveTo>
                  <a:cubicBezTo>
                    <a:pt x="14058" y="17875"/>
                    <a:pt x="17892" y="14045"/>
                    <a:pt x="17892" y="8938"/>
                  </a:cubicBezTo>
                  <a:cubicBezTo>
                    <a:pt x="17892" y="3830"/>
                    <a:pt x="14058" y="0"/>
                    <a:pt x="8946" y="0"/>
                  </a:cubicBezTo>
                  <a:cubicBezTo>
                    <a:pt x="3834" y="0"/>
                    <a:pt x="0" y="3830"/>
                    <a:pt x="0" y="8938"/>
                  </a:cubicBezTo>
                  <a:cubicBezTo>
                    <a:pt x="0" y="14045"/>
                    <a:pt x="3834" y="17875"/>
                    <a:pt x="8946" y="17875"/>
                  </a:cubicBezTo>
                </a:path>
              </a:pathLst>
            </a:custGeom>
            <a:solidFill>
              <a:srgbClr val="0076A8"/>
            </a:solidFill>
            <a:ln w="6390" cap="flat">
              <a:noFill/>
              <a:prstDash val="solid"/>
              <a:miter/>
            </a:ln>
          </p:spPr>
          <p:txBody>
            <a:bodyPr rtlCol="0" anchor="ctr"/>
            <a:lstStyle/>
            <a:p>
              <a:endParaRPr lang="en-US"/>
            </a:p>
          </p:txBody>
        </p:sp>
      </p:grpSp>
      <p:grpSp>
        <p:nvGrpSpPr>
          <p:cNvPr id="1001" name="Graphic 4">
            <a:extLst>
              <a:ext uri="{FF2B5EF4-FFF2-40B4-BE49-F238E27FC236}">
                <a16:creationId xmlns:a16="http://schemas.microsoft.com/office/drawing/2014/main" id="{C240B878-35A6-1244-8A64-1EAF776E7992}"/>
              </a:ext>
            </a:extLst>
          </p:cNvPr>
          <p:cNvGrpSpPr/>
          <p:nvPr/>
        </p:nvGrpSpPr>
        <p:grpSpPr>
          <a:xfrm>
            <a:off x="8239823" y="2855717"/>
            <a:ext cx="361674" cy="361333"/>
            <a:chOff x="8239823" y="2855717"/>
            <a:chExt cx="361674" cy="361333"/>
          </a:xfrm>
          <a:solidFill>
            <a:srgbClr val="0076A8"/>
          </a:solidFill>
        </p:grpSpPr>
        <p:sp>
          <p:nvSpPr>
            <p:cNvPr id="1002" name="Graphic 4">
              <a:extLst>
                <a:ext uri="{FF2B5EF4-FFF2-40B4-BE49-F238E27FC236}">
                  <a16:creationId xmlns:a16="http://schemas.microsoft.com/office/drawing/2014/main" id="{5DBF8F17-0D4D-4F44-86DF-8C720F0E4E14}"/>
                </a:ext>
              </a:extLst>
            </p:cNvPr>
            <p:cNvSpPr/>
            <p:nvPr/>
          </p:nvSpPr>
          <p:spPr>
            <a:xfrm>
              <a:off x="8391265" y="2969352"/>
              <a:ext cx="62635" cy="130233"/>
            </a:xfrm>
            <a:custGeom>
              <a:avLst/>
              <a:gdLst>
                <a:gd name="connsiteX0" fmla="*/ 28755 w 62635"/>
                <a:gd name="connsiteY0" fmla="*/ 130233 h 130233"/>
                <a:gd name="connsiteX1" fmla="*/ 62622 w 62635"/>
                <a:gd name="connsiteY1" fmla="*/ 66393 h 130233"/>
                <a:gd name="connsiteX2" fmla="*/ 32589 w 62635"/>
                <a:gd name="connsiteY2" fmla="*/ 0 h 130233"/>
                <a:gd name="connsiteX3" fmla="*/ 0 w 62635"/>
                <a:gd name="connsiteY3" fmla="*/ 65755 h 130233"/>
                <a:gd name="connsiteX4" fmla="*/ 28755 w 62635"/>
                <a:gd name="connsiteY4" fmla="*/ 130233 h 1302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35" h="130233">
                  <a:moveTo>
                    <a:pt x="28755" y="130233"/>
                  </a:moveTo>
                  <a:cubicBezTo>
                    <a:pt x="51119" y="110443"/>
                    <a:pt x="62622" y="88737"/>
                    <a:pt x="62622" y="66393"/>
                  </a:cubicBezTo>
                  <a:cubicBezTo>
                    <a:pt x="63261" y="35112"/>
                    <a:pt x="41535" y="9576"/>
                    <a:pt x="32589" y="0"/>
                  </a:cubicBezTo>
                  <a:cubicBezTo>
                    <a:pt x="10863" y="20429"/>
                    <a:pt x="0" y="42773"/>
                    <a:pt x="0" y="65755"/>
                  </a:cubicBezTo>
                  <a:cubicBezTo>
                    <a:pt x="0" y="96398"/>
                    <a:pt x="19809" y="121296"/>
                    <a:pt x="28755" y="130233"/>
                  </a:cubicBezTo>
                </a:path>
              </a:pathLst>
            </a:custGeom>
            <a:solidFill>
              <a:srgbClr val="0076A8"/>
            </a:solidFill>
            <a:ln w="6390" cap="flat">
              <a:noFill/>
              <a:prstDash val="solid"/>
              <a:miter/>
            </a:ln>
          </p:spPr>
          <p:txBody>
            <a:bodyPr rtlCol="0" anchor="ctr"/>
            <a:lstStyle/>
            <a:p>
              <a:endParaRPr lang="en-US"/>
            </a:p>
          </p:txBody>
        </p:sp>
        <p:sp>
          <p:nvSpPr>
            <p:cNvPr id="1003" name="Graphic 4">
              <a:extLst>
                <a:ext uri="{FF2B5EF4-FFF2-40B4-BE49-F238E27FC236}">
                  <a16:creationId xmlns:a16="http://schemas.microsoft.com/office/drawing/2014/main" id="{5A3F2A8F-2062-244B-91A4-D7F0340A296B}"/>
                </a:ext>
              </a:extLst>
            </p:cNvPr>
            <p:cNvSpPr/>
            <p:nvPr/>
          </p:nvSpPr>
          <p:spPr>
            <a:xfrm>
              <a:off x="8239823" y="2855717"/>
              <a:ext cx="361674" cy="361333"/>
            </a:xfrm>
            <a:custGeom>
              <a:avLst/>
              <a:gdLst>
                <a:gd name="connsiteX0" fmla="*/ 273490 w 361674"/>
                <a:gd name="connsiteY0" fmla="*/ 243230 h 361333"/>
                <a:gd name="connsiteX1" fmla="*/ 209590 w 361674"/>
                <a:gd name="connsiteY1" fmla="*/ 262382 h 361333"/>
                <a:gd name="connsiteX2" fmla="*/ 181474 w 361674"/>
                <a:gd name="connsiteY2" fmla="*/ 259828 h 361333"/>
                <a:gd name="connsiteX3" fmla="*/ 181474 w 361674"/>
                <a:gd name="connsiteY3" fmla="*/ 259828 h 361333"/>
                <a:gd name="connsiteX4" fmla="*/ 180836 w 361674"/>
                <a:gd name="connsiteY4" fmla="*/ 259828 h 361333"/>
                <a:gd name="connsiteX5" fmla="*/ 152720 w 361674"/>
                <a:gd name="connsiteY5" fmla="*/ 262382 h 361333"/>
                <a:gd name="connsiteX6" fmla="*/ 88820 w 361674"/>
                <a:gd name="connsiteY6" fmla="*/ 243230 h 361333"/>
                <a:gd name="connsiteX7" fmla="*/ 46647 w 361674"/>
                <a:gd name="connsiteY7" fmla="*/ 171729 h 361333"/>
                <a:gd name="connsiteX8" fmla="*/ 51758 w 361674"/>
                <a:gd name="connsiteY8" fmla="*/ 164707 h 361333"/>
                <a:gd name="connsiteX9" fmla="*/ 94571 w 361674"/>
                <a:gd name="connsiteY9" fmla="*/ 160876 h 361333"/>
                <a:gd name="connsiteX10" fmla="*/ 100322 w 361674"/>
                <a:gd name="connsiteY10" fmla="*/ 129595 h 361333"/>
                <a:gd name="connsiteX11" fmla="*/ 107990 w 361674"/>
                <a:gd name="connsiteY11" fmla="*/ 125764 h 361333"/>
                <a:gd name="connsiteX12" fmla="*/ 148886 w 361674"/>
                <a:gd name="connsiteY12" fmla="*/ 141086 h 361333"/>
                <a:gd name="connsiteX13" fmla="*/ 180836 w 361674"/>
                <a:gd name="connsiteY13" fmla="*/ 100867 h 361333"/>
                <a:gd name="connsiteX14" fmla="*/ 189142 w 361674"/>
                <a:gd name="connsiteY14" fmla="*/ 100867 h 361333"/>
                <a:gd name="connsiteX15" fmla="*/ 217258 w 361674"/>
                <a:gd name="connsiteY15" fmla="*/ 138532 h 361333"/>
                <a:gd name="connsiteX16" fmla="*/ 253041 w 361674"/>
                <a:gd name="connsiteY16" fmla="*/ 126403 h 361333"/>
                <a:gd name="connsiteX17" fmla="*/ 260710 w 361674"/>
                <a:gd name="connsiteY17" fmla="*/ 130233 h 361333"/>
                <a:gd name="connsiteX18" fmla="*/ 266460 w 361674"/>
                <a:gd name="connsiteY18" fmla="*/ 161515 h 361333"/>
                <a:gd name="connsiteX19" fmla="*/ 311190 w 361674"/>
                <a:gd name="connsiteY19" fmla="*/ 165345 h 361333"/>
                <a:gd name="connsiteX20" fmla="*/ 316302 w 361674"/>
                <a:gd name="connsiteY20" fmla="*/ 172368 h 361333"/>
                <a:gd name="connsiteX21" fmla="*/ 273490 w 361674"/>
                <a:gd name="connsiteY21" fmla="*/ 243230 h 361333"/>
                <a:gd name="connsiteX22" fmla="*/ 180836 w 361674"/>
                <a:gd name="connsiteY22" fmla="*/ 0 h 361333"/>
                <a:gd name="connsiteX23" fmla="*/ 0 w 361674"/>
                <a:gd name="connsiteY23" fmla="*/ 180667 h 361333"/>
                <a:gd name="connsiteX24" fmla="*/ 180836 w 361674"/>
                <a:gd name="connsiteY24" fmla="*/ 361333 h 361333"/>
                <a:gd name="connsiteX25" fmla="*/ 361670 w 361674"/>
                <a:gd name="connsiteY25" fmla="*/ 180667 h 361333"/>
                <a:gd name="connsiteX26" fmla="*/ 180836 w 361674"/>
                <a:gd name="connsiteY26"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1674" h="361333">
                  <a:moveTo>
                    <a:pt x="273490" y="243230"/>
                  </a:moveTo>
                  <a:cubicBezTo>
                    <a:pt x="256236" y="255998"/>
                    <a:pt x="234510" y="262382"/>
                    <a:pt x="209590" y="262382"/>
                  </a:cubicBezTo>
                  <a:cubicBezTo>
                    <a:pt x="200644" y="262382"/>
                    <a:pt x="191059" y="261743"/>
                    <a:pt x="181474" y="259828"/>
                  </a:cubicBezTo>
                  <a:cubicBezTo>
                    <a:pt x="181474" y="259828"/>
                    <a:pt x="181474" y="259828"/>
                    <a:pt x="181474" y="259828"/>
                  </a:cubicBezTo>
                  <a:cubicBezTo>
                    <a:pt x="181474" y="259828"/>
                    <a:pt x="180836" y="259828"/>
                    <a:pt x="180836" y="259828"/>
                  </a:cubicBezTo>
                  <a:cubicBezTo>
                    <a:pt x="170611" y="261743"/>
                    <a:pt x="161666" y="262382"/>
                    <a:pt x="152720" y="262382"/>
                  </a:cubicBezTo>
                  <a:cubicBezTo>
                    <a:pt x="127799" y="262382"/>
                    <a:pt x="106712" y="255998"/>
                    <a:pt x="88820" y="243230"/>
                  </a:cubicBezTo>
                  <a:cubicBezTo>
                    <a:pt x="53037" y="217055"/>
                    <a:pt x="46647" y="173644"/>
                    <a:pt x="46647" y="171729"/>
                  </a:cubicBezTo>
                  <a:cubicBezTo>
                    <a:pt x="46007" y="168537"/>
                    <a:pt x="48563" y="165345"/>
                    <a:pt x="51758" y="164707"/>
                  </a:cubicBezTo>
                  <a:cubicBezTo>
                    <a:pt x="67094" y="161515"/>
                    <a:pt x="81152" y="160238"/>
                    <a:pt x="94571" y="160876"/>
                  </a:cubicBezTo>
                  <a:cubicBezTo>
                    <a:pt x="95849" y="143640"/>
                    <a:pt x="100322" y="130233"/>
                    <a:pt x="100322" y="129595"/>
                  </a:cubicBezTo>
                  <a:cubicBezTo>
                    <a:pt x="101600" y="126403"/>
                    <a:pt x="104795" y="125126"/>
                    <a:pt x="107990" y="125764"/>
                  </a:cubicBezTo>
                  <a:cubicBezTo>
                    <a:pt x="125881" y="129595"/>
                    <a:pt x="138022" y="134064"/>
                    <a:pt x="148886" y="141086"/>
                  </a:cubicBezTo>
                  <a:cubicBezTo>
                    <a:pt x="155915" y="127041"/>
                    <a:pt x="166777" y="113635"/>
                    <a:pt x="180836" y="100867"/>
                  </a:cubicBezTo>
                  <a:cubicBezTo>
                    <a:pt x="183391" y="98952"/>
                    <a:pt x="186586" y="98952"/>
                    <a:pt x="189142" y="100867"/>
                  </a:cubicBezTo>
                  <a:cubicBezTo>
                    <a:pt x="190420" y="101505"/>
                    <a:pt x="206395" y="116188"/>
                    <a:pt x="217258" y="138532"/>
                  </a:cubicBezTo>
                  <a:cubicBezTo>
                    <a:pt x="226843" y="133425"/>
                    <a:pt x="237705" y="129595"/>
                    <a:pt x="253041" y="126403"/>
                  </a:cubicBezTo>
                  <a:cubicBezTo>
                    <a:pt x="256236" y="125764"/>
                    <a:pt x="259431" y="127680"/>
                    <a:pt x="260710" y="130233"/>
                  </a:cubicBezTo>
                  <a:cubicBezTo>
                    <a:pt x="261349" y="131510"/>
                    <a:pt x="265821" y="144278"/>
                    <a:pt x="266460" y="161515"/>
                  </a:cubicBezTo>
                  <a:cubicBezTo>
                    <a:pt x="279880" y="160876"/>
                    <a:pt x="294576" y="162153"/>
                    <a:pt x="311190" y="165345"/>
                  </a:cubicBezTo>
                  <a:cubicBezTo>
                    <a:pt x="314385" y="165984"/>
                    <a:pt x="316941" y="169176"/>
                    <a:pt x="316302" y="172368"/>
                  </a:cubicBezTo>
                  <a:cubicBezTo>
                    <a:pt x="315024" y="173644"/>
                    <a:pt x="309273" y="217055"/>
                    <a:pt x="273490" y="243230"/>
                  </a:cubicBezTo>
                  <a:moveTo>
                    <a:pt x="180836" y="0"/>
                  </a:moveTo>
                  <a:cubicBezTo>
                    <a:pt x="80513" y="0"/>
                    <a:pt x="0" y="81076"/>
                    <a:pt x="0" y="180667"/>
                  </a:cubicBezTo>
                  <a:cubicBezTo>
                    <a:pt x="0" y="280895"/>
                    <a:pt x="81152" y="361333"/>
                    <a:pt x="180836" y="361333"/>
                  </a:cubicBezTo>
                  <a:cubicBezTo>
                    <a:pt x="281157" y="361333"/>
                    <a:pt x="361670" y="280257"/>
                    <a:pt x="361670" y="180667"/>
                  </a:cubicBezTo>
                  <a:cubicBezTo>
                    <a:pt x="362309" y="80438"/>
                    <a:pt x="281157" y="0"/>
                    <a:pt x="180836" y="0"/>
                  </a:cubicBezTo>
                </a:path>
              </a:pathLst>
            </a:custGeom>
            <a:solidFill>
              <a:srgbClr val="0076A8"/>
            </a:solidFill>
            <a:ln w="6390" cap="flat">
              <a:noFill/>
              <a:prstDash val="solid"/>
              <a:miter/>
            </a:ln>
          </p:spPr>
          <p:txBody>
            <a:bodyPr rtlCol="0" anchor="ctr"/>
            <a:lstStyle/>
            <a:p>
              <a:endParaRPr lang="en-US"/>
            </a:p>
          </p:txBody>
        </p:sp>
        <p:sp>
          <p:nvSpPr>
            <p:cNvPr id="1004" name="Graphic 4">
              <a:extLst>
                <a:ext uri="{FF2B5EF4-FFF2-40B4-BE49-F238E27FC236}">
                  <a16:creationId xmlns:a16="http://schemas.microsoft.com/office/drawing/2014/main" id="{484DA023-9B42-6349-B1F3-74EA6D2F1C6D}"/>
                </a:ext>
              </a:extLst>
            </p:cNvPr>
            <p:cNvSpPr/>
            <p:nvPr/>
          </p:nvSpPr>
          <p:spPr>
            <a:xfrm>
              <a:off x="8441106" y="2995527"/>
              <a:ext cx="51758" cy="100866"/>
            </a:xfrm>
            <a:custGeom>
              <a:avLst/>
              <a:gdLst>
                <a:gd name="connsiteX0" fmla="*/ 0 w 51758"/>
                <a:gd name="connsiteY0" fmla="*/ 100867 h 100866"/>
                <a:gd name="connsiteX1" fmla="*/ 42173 w 51758"/>
                <a:gd name="connsiteY1" fmla="*/ 68308 h 100866"/>
                <a:gd name="connsiteX2" fmla="*/ 47925 w 51758"/>
                <a:gd name="connsiteY2" fmla="*/ 0 h 100866"/>
                <a:gd name="connsiteX3" fmla="*/ 20447 w 51758"/>
                <a:gd name="connsiteY3" fmla="*/ 10214 h 100866"/>
                <a:gd name="connsiteX4" fmla="*/ 25560 w 51758"/>
                <a:gd name="connsiteY4" fmla="*/ 40857 h 100866"/>
                <a:gd name="connsiteX5" fmla="*/ 0 w 51758"/>
                <a:gd name="connsiteY5" fmla="*/ 100867 h 10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758" h="100866">
                  <a:moveTo>
                    <a:pt x="0" y="100867"/>
                  </a:moveTo>
                  <a:cubicBezTo>
                    <a:pt x="19809" y="93844"/>
                    <a:pt x="33867" y="82992"/>
                    <a:pt x="42173" y="68308"/>
                  </a:cubicBezTo>
                  <a:cubicBezTo>
                    <a:pt x="56871" y="42773"/>
                    <a:pt x="51119" y="12130"/>
                    <a:pt x="47925" y="0"/>
                  </a:cubicBezTo>
                  <a:cubicBezTo>
                    <a:pt x="35783" y="3192"/>
                    <a:pt x="28116" y="5746"/>
                    <a:pt x="20447" y="10214"/>
                  </a:cubicBezTo>
                  <a:cubicBezTo>
                    <a:pt x="23642" y="19152"/>
                    <a:pt x="25560" y="29366"/>
                    <a:pt x="25560" y="40857"/>
                  </a:cubicBezTo>
                  <a:cubicBezTo>
                    <a:pt x="25560" y="61925"/>
                    <a:pt x="16614" y="82353"/>
                    <a:pt x="0" y="100867"/>
                  </a:cubicBezTo>
                </a:path>
              </a:pathLst>
            </a:custGeom>
            <a:solidFill>
              <a:srgbClr val="0076A8"/>
            </a:solidFill>
            <a:ln w="6390" cap="flat">
              <a:noFill/>
              <a:prstDash val="solid"/>
              <a:miter/>
            </a:ln>
          </p:spPr>
          <p:txBody>
            <a:bodyPr rtlCol="0" anchor="ctr"/>
            <a:lstStyle/>
            <a:p>
              <a:endParaRPr lang="en-US"/>
            </a:p>
          </p:txBody>
        </p:sp>
        <p:sp>
          <p:nvSpPr>
            <p:cNvPr id="1005" name="Graphic 4">
              <a:extLst>
                <a:ext uri="{FF2B5EF4-FFF2-40B4-BE49-F238E27FC236}">
                  <a16:creationId xmlns:a16="http://schemas.microsoft.com/office/drawing/2014/main" id="{8E7F39DD-EC9F-894E-A6C2-733A1C9E0FDF}"/>
                </a:ext>
              </a:extLst>
            </p:cNvPr>
            <p:cNvSpPr/>
            <p:nvPr/>
          </p:nvSpPr>
          <p:spPr>
            <a:xfrm>
              <a:off x="8346536" y="2995527"/>
              <a:ext cx="54953" cy="102143"/>
            </a:xfrm>
            <a:custGeom>
              <a:avLst/>
              <a:gdLst>
                <a:gd name="connsiteX0" fmla="*/ 54954 w 54953"/>
                <a:gd name="connsiteY0" fmla="*/ 102144 h 102143"/>
                <a:gd name="connsiteX1" fmla="*/ 31949 w 54953"/>
                <a:gd name="connsiteY1" fmla="*/ 40219 h 102143"/>
                <a:gd name="connsiteX2" fmla="*/ 36423 w 54953"/>
                <a:gd name="connsiteY2" fmla="*/ 13406 h 102143"/>
                <a:gd name="connsiteX3" fmla="*/ 3834 w 54953"/>
                <a:gd name="connsiteY3" fmla="*/ 0 h 102143"/>
                <a:gd name="connsiteX4" fmla="*/ 9584 w 54953"/>
                <a:gd name="connsiteY4" fmla="*/ 68308 h 102143"/>
                <a:gd name="connsiteX5" fmla="*/ 54954 w 54953"/>
                <a:gd name="connsiteY5" fmla="*/ 102144 h 10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953" h="102143">
                  <a:moveTo>
                    <a:pt x="54954" y="102144"/>
                  </a:moveTo>
                  <a:cubicBezTo>
                    <a:pt x="44729" y="88099"/>
                    <a:pt x="31949" y="66393"/>
                    <a:pt x="31949" y="40219"/>
                  </a:cubicBezTo>
                  <a:cubicBezTo>
                    <a:pt x="31949" y="31281"/>
                    <a:pt x="33866" y="22344"/>
                    <a:pt x="36423" y="13406"/>
                  </a:cubicBezTo>
                  <a:cubicBezTo>
                    <a:pt x="27477" y="7661"/>
                    <a:pt x="17892" y="3192"/>
                    <a:pt x="3834" y="0"/>
                  </a:cubicBezTo>
                  <a:cubicBezTo>
                    <a:pt x="639" y="12130"/>
                    <a:pt x="-5112" y="42773"/>
                    <a:pt x="9584" y="68308"/>
                  </a:cubicBezTo>
                  <a:cubicBezTo>
                    <a:pt x="18530" y="83630"/>
                    <a:pt x="33866" y="95121"/>
                    <a:pt x="54954" y="102144"/>
                  </a:cubicBezTo>
                </a:path>
              </a:pathLst>
            </a:custGeom>
            <a:solidFill>
              <a:srgbClr val="0076A8"/>
            </a:solidFill>
            <a:ln w="6390" cap="flat">
              <a:noFill/>
              <a:prstDash val="solid"/>
              <a:miter/>
            </a:ln>
          </p:spPr>
          <p:txBody>
            <a:bodyPr rtlCol="0" anchor="ctr"/>
            <a:lstStyle/>
            <a:p>
              <a:endParaRPr lang="en-US"/>
            </a:p>
          </p:txBody>
        </p:sp>
        <p:sp>
          <p:nvSpPr>
            <p:cNvPr id="1006" name="Graphic 4">
              <a:extLst>
                <a:ext uri="{FF2B5EF4-FFF2-40B4-BE49-F238E27FC236}">
                  <a16:creationId xmlns:a16="http://schemas.microsoft.com/office/drawing/2014/main" id="{A70A6D0A-ED6A-794C-8CC7-C4E14F5085E2}"/>
                </a:ext>
              </a:extLst>
            </p:cNvPr>
            <p:cNvSpPr/>
            <p:nvPr/>
          </p:nvSpPr>
          <p:spPr>
            <a:xfrm>
              <a:off x="8299889" y="3029834"/>
              <a:ext cx="86264" cy="76135"/>
            </a:xfrm>
            <a:custGeom>
              <a:avLst/>
              <a:gdLst>
                <a:gd name="connsiteX0" fmla="*/ 45368 w 86264"/>
                <a:gd name="connsiteY0" fmla="*/ 40385 h 76135"/>
                <a:gd name="connsiteX1" fmla="*/ 33866 w 86264"/>
                <a:gd name="connsiteY1" fmla="*/ 166 h 76135"/>
                <a:gd name="connsiteX2" fmla="*/ 0 w 86264"/>
                <a:gd name="connsiteY2" fmla="*/ 2720 h 76135"/>
                <a:gd name="connsiteX3" fmla="*/ 35783 w 86264"/>
                <a:gd name="connsiteY3" fmla="*/ 59537 h 76135"/>
                <a:gd name="connsiteX4" fmla="*/ 86264 w 86264"/>
                <a:gd name="connsiteY4" fmla="*/ 76135 h 76135"/>
                <a:gd name="connsiteX5" fmla="*/ 45368 w 86264"/>
                <a:gd name="connsiteY5" fmla="*/ 40385 h 76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264" h="76135">
                  <a:moveTo>
                    <a:pt x="45368" y="40385"/>
                  </a:moveTo>
                  <a:cubicBezTo>
                    <a:pt x="37701" y="26979"/>
                    <a:pt x="34506" y="12934"/>
                    <a:pt x="33866" y="166"/>
                  </a:cubicBezTo>
                  <a:cubicBezTo>
                    <a:pt x="23642" y="-472"/>
                    <a:pt x="12141" y="805"/>
                    <a:pt x="0" y="2720"/>
                  </a:cubicBezTo>
                  <a:cubicBezTo>
                    <a:pt x="3195" y="14849"/>
                    <a:pt x="12141" y="42300"/>
                    <a:pt x="35783" y="59537"/>
                  </a:cubicBezTo>
                  <a:cubicBezTo>
                    <a:pt x="49841" y="69751"/>
                    <a:pt x="66456" y="74859"/>
                    <a:pt x="86264" y="76135"/>
                  </a:cubicBezTo>
                  <a:cubicBezTo>
                    <a:pt x="67733" y="67198"/>
                    <a:pt x="54314" y="55707"/>
                    <a:pt x="45368" y="40385"/>
                  </a:cubicBezTo>
                </a:path>
              </a:pathLst>
            </a:custGeom>
            <a:solidFill>
              <a:srgbClr val="0076A8"/>
            </a:solidFill>
            <a:ln w="6390" cap="flat">
              <a:noFill/>
              <a:prstDash val="solid"/>
              <a:miter/>
            </a:ln>
          </p:spPr>
          <p:txBody>
            <a:bodyPr rtlCol="0" anchor="ctr"/>
            <a:lstStyle/>
            <a:p>
              <a:endParaRPr lang="en-US"/>
            </a:p>
          </p:txBody>
        </p:sp>
        <p:sp>
          <p:nvSpPr>
            <p:cNvPr id="1007" name="Graphic 4">
              <a:extLst>
                <a:ext uri="{FF2B5EF4-FFF2-40B4-BE49-F238E27FC236}">
                  <a16:creationId xmlns:a16="http://schemas.microsoft.com/office/drawing/2014/main" id="{60A164F6-1AC2-DA43-9FDC-3C85F58B0631}"/>
                </a:ext>
              </a:extLst>
            </p:cNvPr>
            <p:cNvSpPr/>
            <p:nvPr/>
          </p:nvSpPr>
          <p:spPr>
            <a:xfrm>
              <a:off x="8453886" y="3029131"/>
              <a:ext cx="87541" cy="76199"/>
            </a:xfrm>
            <a:custGeom>
              <a:avLst/>
              <a:gdLst>
                <a:gd name="connsiteX0" fmla="*/ 52397 w 87541"/>
                <a:gd name="connsiteY0" fmla="*/ 230 h 76199"/>
                <a:gd name="connsiteX1" fmla="*/ 40896 w 87541"/>
                <a:gd name="connsiteY1" fmla="*/ 41088 h 76199"/>
                <a:gd name="connsiteX2" fmla="*/ 0 w 87541"/>
                <a:gd name="connsiteY2" fmla="*/ 76200 h 76199"/>
                <a:gd name="connsiteX3" fmla="*/ 51758 w 87541"/>
                <a:gd name="connsiteY3" fmla="*/ 59601 h 76199"/>
                <a:gd name="connsiteX4" fmla="*/ 87542 w 87541"/>
                <a:gd name="connsiteY4" fmla="*/ 2784 h 76199"/>
                <a:gd name="connsiteX5" fmla="*/ 52397 w 87541"/>
                <a:gd name="connsiteY5" fmla="*/ 230 h 76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541" h="76199">
                  <a:moveTo>
                    <a:pt x="52397" y="230"/>
                  </a:moveTo>
                  <a:cubicBezTo>
                    <a:pt x="51758" y="12998"/>
                    <a:pt x="48563" y="27682"/>
                    <a:pt x="40896" y="41088"/>
                  </a:cubicBezTo>
                  <a:cubicBezTo>
                    <a:pt x="31950" y="56409"/>
                    <a:pt x="17892" y="67901"/>
                    <a:pt x="0" y="76200"/>
                  </a:cubicBezTo>
                  <a:cubicBezTo>
                    <a:pt x="20447" y="75561"/>
                    <a:pt x="37701" y="69816"/>
                    <a:pt x="51758" y="59601"/>
                  </a:cubicBezTo>
                  <a:cubicBezTo>
                    <a:pt x="76040" y="41726"/>
                    <a:pt x="84986" y="14914"/>
                    <a:pt x="87542" y="2784"/>
                  </a:cubicBezTo>
                  <a:cubicBezTo>
                    <a:pt x="74762" y="230"/>
                    <a:pt x="62622" y="-408"/>
                    <a:pt x="52397" y="230"/>
                  </a:cubicBezTo>
                </a:path>
              </a:pathLst>
            </a:custGeom>
            <a:solidFill>
              <a:srgbClr val="0076A8"/>
            </a:solidFill>
            <a:ln w="6390" cap="flat">
              <a:noFill/>
              <a:prstDash val="solid"/>
              <a:miter/>
            </a:ln>
          </p:spPr>
          <p:txBody>
            <a:bodyPr rtlCol="0" anchor="ctr"/>
            <a:lstStyle/>
            <a:p>
              <a:endParaRPr lang="en-US"/>
            </a:p>
          </p:txBody>
        </p:sp>
      </p:grpSp>
      <p:grpSp>
        <p:nvGrpSpPr>
          <p:cNvPr id="1008" name="Graphic 4">
            <a:extLst>
              <a:ext uri="{FF2B5EF4-FFF2-40B4-BE49-F238E27FC236}">
                <a16:creationId xmlns:a16="http://schemas.microsoft.com/office/drawing/2014/main" id="{EE2CEA0C-3794-9448-9BBD-1F05E1197DF3}"/>
              </a:ext>
            </a:extLst>
          </p:cNvPr>
          <p:cNvGrpSpPr/>
          <p:nvPr/>
        </p:nvGrpSpPr>
        <p:grpSpPr>
          <a:xfrm>
            <a:off x="9887149" y="3339623"/>
            <a:ext cx="361670" cy="361333"/>
            <a:chOff x="9887149" y="3339623"/>
            <a:chExt cx="361670" cy="361333"/>
          </a:xfrm>
          <a:solidFill>
            <a:srgbClr val="0076A8"/>
          </a:solidFill>
        </p:grpSpPr>
        <p:sp>
          <p:nvSpPr>
            <p:cNvPr id="1009" name="Graphic 4">
              <a:extLst>
                <a:ext uri="{FF2B5EF4-FFF2-40B4-BE49-F238E27FC236}">
                  <a16:creationId xmlns:a16="http://schemas.microsoft.com/office/drawing/2014/main" id="{FDEDAC3E-FC3C-B345-A267-9CCC8D764DEB}"/>
                </a:ext>
              </a:extLst>
            </p:cNvPr>
            <p:cNvSpPr/>
            <p:nvPr/>
          </p:nvSpPr>
          <p:spPr>
            <a:xfrm>
              <a:off x="9887149" y="3339623"/>
              <a:ext cx="361670" cy="361333"/>
            </a:xfrm>
            <a:custGeom>
              <a:avLst/>
              <a:gdLst>
                <a:gd name="connsiteX0" fmla="*/ 180835 w 361670"/>
                <a:gd name="connsiteY0" fmla="*/ 349204 h 361333"/>
                <a:gd name="connsiteX1" fmla="*/ 12780 w 361670"/>
                <a:gd name="connsiteY1" fmla="*/ 181305 h 361333"/>
                <a:gd name="connsiteX2" fmla="*/ 180835 w 361670"/>
                <a:gd name="connsiteY2" fmla="*/ 13406 h 361333"/>
                <a:gd name="connsiteX3" fmla="*/ 348890 w 361670"/>
                <a:gd name="connsiteY3" fmla="*/ 181305 h 361333"/>
                <a:gd name="connsiteX4" fmla="*/ 180835 w 361670"/>
                <a:gd name="connsiteY4" fmla="*/ 349204 h 361333"/>
                <a:gd name="connsiteX5" fmla="*/ 180835 w 361670"/>
                <a:gd name="connsiteY5" fmla="*/ 0 h 361333"/>
                <a:gd name="connsiteX6" fmla="*/ 0 w 361670"/>
                <a:gd name="connsiteY6" fmla="*/ 180667 h 361333"/>
                <a:gd name="connsiteX7" fmla="*/ 180835 w 361670"/>
                <a:gd name="connsiteY7" fmla="*/ 361333 h 361333"/>
                <a:gd name="connsiteX8" fmla="*/ 361670 w 361670"/>
                <a:gd name="connsiteY8" fmla="*/ 180667 h 361333"/>
                <a:gd name="connsiteX9" fmla="*/ 180835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3489" y="349204"/>
                    <a:pt x="180835" y="349204"/>
                  </a:cubicBezTo>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1157" y="0"/>
                    <a:pt x="180835" y="0"/>
                  </a:cubicBezTo>
                </a:path>
              </a:pathLst>
            </a:custGeom>
            <a:solidFill>
              <a:srgbClr val="0076A8"/>
            </a:solidFill>
            <a:ln w="6390" cap="flat">
              <a:noFill/>
              <a:prstDash val="solid"/>
              <a:miter/>
            </a:ln>
          </p:spPr>
          <p:txBody>
            <a:bodyPr rtlCol="0" anchor="ctr"/>
            <a:lstStyle/>
            <a:p>
              <a:endParaRPr lang="en-US"/>
            </a:p>
          </p:txBody>
        </p:sp>
        <p:sp>
          <p:nvSpPr>
            <p:cNvPr id="1010" name="Graphic 4">
              <a:extLst>
                <a:ext uri="{FF2B5EF4-FFF2-40B4-BE49-F238E27FC236}">
                  <a16:creationId xmlns:a16="http://schemas.microsoft.com/office/drawing/2014/main" id="{E10F7BDC-B1DD-7848-8AEA-B8446F11065F}"/>
                </a:ext>
              </a:extLst>
            </p:cNvPr>
            <p:cNvSpPr/>
            <p:nvPr/>
          </p:nvSpPr>
          <p:spPr>
            <a:xfrm>
              <a:off x="9985554" y="3514545"/>
              <a:ext cx="164860" cy="109165"/>
            </a:xfrm>
            <a:custGeom>
              <a:avLst/>
              <a:gdLst>
                <a:gd name="connsiteX0" fmla="*/ 123965 w 164860"/>
                <a:gd name="connsiteY0" fmla="*/ 0 h 109165"/>
                <a:gd name="connsiteX1" fmla="*/ 40896 w 164860"/>
                <a:gd name="connsiteY1" fmla="*/ 0 h 109165"/>
                <a:gd name="connsiteX2" fmla="*/ 0 w 164860"/>
                <a:gd name="connsiteY2" fmla="*/ 40857 h 109165"/>
                <a:gd name="connsiteX3" fmla="*/ 0 w 164860"/>
                <a:gd name="connsiteY3" fmla="*/ 102782 h 109165"/>
                <a:gd name="connsiteX4" fmla="*/ 6390 w 164860"/>
                <a:gd name="connsiteY4" fmla="*/ 109166 h 109165"/>
                <a:gd name="connsiteX5" fmla="*/ 12780 w 164860"/>
                <a:gd name="connsiteY5" fmla="*/ 102782 h 109165"/>
                <a:gd name="connsiteX6" fmla="*/ 12780 w 164860"/>
                <a:gd name="connsiteY6" fmla="*/ 40857 h 109165"/>
                <a:gd name="connsiteX7" fmla="*/ 40896 w 164860"/>
                <a:gd name="connsiteY7" fmla="*/ 12768 h 109165"/>
                <a:gd name="connsiteX8" fmla="*/ 123965 w 164860"/>
                <a:gd name="connsiteY8" fmla="*/ 12768 h 109165"/>
                <a:gd name="connsiteX9" fmla="*/ 152081 w 164860"/>
                <a:gd name="connsiteY9" fmla="*/ 40857 h 109165"/>
                <a:gd name="connsiteX10" fmla="*/ 152081 w 164860"/>
                <a:gd name="connsiteY10" fmla="*/ 102782 h 109165"/>
                <a:gd name="connsiteX11" fmla="*/ 158471 w 164860"/>
                <a:gd name="connsiteY11" fmla="*/ 109166 h 109165"/>
                <a:gd name="connsiteX12" fmla="*/ 164861 w 164860"/>
                <a:gd name="connsiteY12" fmla="*/ 102782 h 109165"/>
                <a:gd name="connsiteX13" fmla="*/ 164861 w 164860"/>
                <a:gd name="connsiteY13" fmla="*/ 40857 h 109165"/>
                <a:gd name="connsiteX14" fmla="*/ 123965 w 164860"/>
                <a:gd name="connsiteY14" fmla="*/ 0 h 10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4860" h="109165">
                  <a:moveTo>
                    <a:pt x="123965" y="0"/>
                  </a:moveTo>
                  <a:lnTo>
                    <a:pt x="40896" y="0"/>
                  </a:lnTo>
                  <a:cubicBezTo>
                    <a:pt x="18531" y="0"/>
                    <a:pt x="0" y="18513"/>
                    <a:pt x="0" y="40857"/>
                  </a:cubicBezTo>
                  <a:lnTo>
                    <a:pt x="0" y="102782"/>
                  </a:lnTo>
                  <a:cubicBezTo>
                    <a:pt x="0" y="106612"/>
                    <a:pt x="2556" y="109166"/>
                    <a:pt x="6390" y="109166"/>
                  </a:cubicBezTo>
                  <a:cubicBezTo>
                    <a:pt x="10225" y="109166"/>
                    <a:pt x="12780" y="106612"/>
                    <a:pt x="12780" y="102782"/>
                  </a:cubicBezTo>
                  <a:lnTo>
                    <a:pt x="12780" y="40857"/>
                  </a:lnTo>
                  <a:cubicBezTo>
                    <a:pt x="12780" y="25536"/>
                    <a:pt x="25560" y="12768"/>
                    <a:pt x="40896" y="12768"/>
                  </a:cubicBezTo>
                  <a:lnTo>
                    <a:pt x="123965" y="12768"/>
                  </a:lnTo>
                  <a:cubicBezTo>
                    <a:pt x="139301" y="12768"/>
                    <a:pt x="152081" y="25536"/>
                    <a:pt x="152081" y="40857"/>
                  </a:cubicBezTo>
                  <a:lnTo>
                    <a:pt x="152081" y="102782"/>
                  </a:lnTo>
                  <a:cubicBezTo>
                    <a:pt x="152081" y="106612"/>
                    <a:pt x="154637" y="109166"/>
                    <a:pt x="158471" y="109166"/>
                  </a:cubicBezTo>
                  <a:cubicBezTo>
                    <a:pt x="162305" y="109166"/>
                    <a:pt x="164861" y="106612"/>
                    <a:pt x="164861" y="102782"/>
                  </a:cubicBezTo>
                  <a:lnTo>
                    <a:pt x="164861" y="40857"/>
                  </a:lnTo>
                  <a:cubicBezTo>
                    <a:pt x="164861" y="17875"/>
                    <a:pt x="146330" y="0"/>
                    <a:pt x="123965" y="0"/>
                  </a:cubicBezTo>
                </a:path>
              </a:pathLst>
            </a:custGeom>
            <a:solidFill>
              <a:srgbClr val="0076A8"/>
            </a:solidFill>
            <a:ln w="6390" cap="flat">
              <a:noFill/>
              <a:prstDash val="solid"/>
              <a:miter/>
            </a:ln>
          </p:spPr>
          <p:txBody>
            <a:bodyPr rtlCol="0" anchor="ctr"/>
            <a:lstStyle/>
            <a:p>
              <a:endParaRPr lang="en-US"/>
            </a:p>
          </p:txBody>
        </p:sp>
        <p:sp>
          <p:nvSpPr>
            <p:cNvPr id="1011" name="Graphic 4">
              <a:extLst>
                <a:ext uri="{FF2B5EF4-FFF2-40B4-BE49-F238E27FC236}">
                  <a16:creationId xmlns:a16="http://schemas.microsoft.com/office/drawing/2014/main" id="{F6E6E5E0-80C2-3344-A2B5-2DE4630FD2B6}"/>
                </a:ext>
              </a:extLst>
            </p:cNvPr>
            <p:cNvSpPr/>
            <p:nvPr/>
          </p:nvSpPr>
          <p:spPr>
            <a:xfrm>
              <a:off x="10027088" y="3418146"/>
              <a:ext cx="81791" cy="81714"/>
            </a:xfrm>
            <a:custGeom>
              <a:avLst/>
              <a:gdLst>
                <a:gd name="connsiteX0" fmla="*/ 40896 w 81791"/>
                <a:gd name="connsiteY0" fmla="*/ 12130 h 81714"/>
                <a:gd name="connsiteX1" fmla="*/ 69012 w 81791"/>
                <a:gd name="connsiteY1" fmla="*/ 40219 h 81714"/>
                <a:gd name="connsiteX2" fmla="*/ 40896 w 81791"/>
                <a:gd name="connsiteY2" fmla="*/ 68309 h 81714"/>
                <a:gd name="connsiteX3" fmla="*/ 12780 w 81791"/>
                <a:gd name="connsiteY3" fmla="*/ 40219 h 81714"/>
                <a:gd name="connsiteX4" fmla="*/ 40896 w 81791"/>
                <a:gd name="connsiteY4" fmla="*/ 12130 h 81714"/>
                <a:gd name="connsiteX5" fmla="*/ 40896 w 81791"/>
                <a:gd name="connsiteY5" fmla="*/ 81715 h 81714"/>
                <a:gd name="connsiteX6" fmla="*/ 81792 w 81791"/>
                <a:gd name="connsiteY6" fmla="*/ 40858 h 81714"/>
                <a:gd name="connsiteX7" fmla="*/ 40896 w 81791"/>
                <a:gd name="connsiteY7" fmla="*/ 0 h 81714"/>
                <a:gd name="connsiteX8" fmla="*/ 0 w 81791"/>
                <a:gd name="connsiteY8" fmla="*/ 40858 h 81714"/>
                <a:gd name="connsiteX9" fmla="*/ 40896 w 81791"/>
                <a:gd name="connsiteY9" fmla="*/ 81715 h 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791" h="81714">
                  <a:moveTo>
                    <a:pt x="40896" y="12130"/>
                  </a:moveTo>
                  <a:cubicBezTo>
                    <a:pt x="56232" y="12130"/>
                    <a:pt x="69012" y="24898"/>
                    <a:pt x="69012" y="40219"/>
                  </a:cubicBezTo>
                  <a:cubicBezTo>
                    <a:pt x="69012" y="55541"/>
                    <a:pt x="56232" y="68309"/>
                    <a:pt x="40896" y="68309"/>
                  </a:cubicBezTo>
                  <a:cubicBezTo>
                    <a:pt x="25560" y="68309"/>
                    <a:pt x="12780" y="55541"/>
                    <a:pt x="12780" y="40219"/>
                  </a:cubicBezTo>
                  <a:cubicBezTo>
                    <a:pt x="12780" y="24898"/>
                    <a:pt x="25560" y="12130"/>
                    <a:pt x="40896" y="12130"/>
                  </a:cubicBezTo>
                  <a:moveTo>
                    <a:pt x="40896" y="81715"/>
                  </a:moveTo>
                  <a:cubicBezTo>
                    <a:pt x="63261" y="81715"/>
                    <a:pt x="81792" y="63202"/>
                    <a:pt x="81792" y="40858"/>
                  </a:cubicBezTo>
                  <a:cubicBezTo>
                    <a:pt x="81792" y="18514"/>
                    <a:pt x="63261" y="0"/>
                    <a:pt x="40896" y="0"/>
                  </a:cubicBezTo>
                  <a:cubicBezTo>
                    <a:pt x="18531" y="0"/>
                    <a:pt x="0" y="18514"/>
                    <a:pt x="0" y="40858"/>
                  </a:cubicBezTo>
                  <a:cubicBezTo>
                    <a:pt x="0" y="63202"/>
                    <a:pt x="18531" y="81715"/>
                    <a:pt x="40896" y="81715"/>
                  </a:cubicBezTo>
                </a:path>
              </a:pathLst>
            </a:custGeom>
            <a:solidFill>
              <a:srgbClr val="0076A8"/>
            </a:solidFill>
            <a:ln w="6390" cap="flat">
              <a:noFill/>
              <a:prstDash val="solid"/>
              <a:miter/>
            </a:ln>
          </p:spPr>
          <p:txBody>
            <a:bodyPr rtlCol="0" anchor="ctr"/>
            <a:lstStyle/>
            <a:p>
              <a:endParaRPr lang="en-US"/>
            </a:p>
          </p:txBody>
        </p:sp>
        <p:sp>
          <p:nvSpPr>
            <p:cNvPr id="1012" name="Graphic 4">
              <a:extLst>
                <a:ext uri="{FF2B5EF4-FFF2-40B4-BE49-F238E27FC236}">
                  <a16:creationId xmlns:a16="http://schemas.microsoft.com/office/drawing/2014/main" id="{3924B0AF-E3CF-084D-ABAC-99B7663B0757}"/>
                </a:ext>
              </a:extLst>
            </p:cNvPr>
            <p:cNvSpPr/>
            <p:nvPr/>
          </p:nvSpPr>
          <p:spPr>
            <a:xfrm>
              <a:off x="10030184" y="3552088"/>
              <a:ext cx="75600" cy="72261"/>
            </a:xfrm>
            <a:custGeom>
              <a:avLst/>
              <a:gdLst>
                <a:gd name="connsiteX0" fmla="*/ 59526 w 75600"/>
                <a:gd name="connsiteY0" fmla="*/ 34596 h 72261"/>
                <a:gd name="connsiteX1" fmla="*/ 37800 w 75600"/>
                <a:gd name="connsiteY1" fmla="*/ 56301 h 72261"/>
                <a:gd name="connsiteX2" fmla="*/ 16074 w 75600"/>
                <a:gd name="connsiteY2" fmla="*/ 35234 h 72261"/>
                <a:gd name="connsiteX3" fmla="*/ 15435 w 75600"/>
                <a:gd name="connsiteY3" fmla="*/ 16721 h 72261"/>
                <a:gd name="connsiteX4" fmla="*/ 23743 w 75600"/>
                <a:gd name="connsiteY4" fmla="*/ 12890 h 72261"/>
                <a:gd name="connsiteX5" fmla="*/ 23743 w 75600"/>
                <a:gd name="connsiteY5" fmla="*/ 12890 h 72261"/>
                <a:gd name="connsiteX6" fmla="*/ 31410 w 75600"/>
                <a:gd name="connsiteY6" fmla="*/ 16721 h 72261"/>
                <a:gd name="connsiteX7" fmla="*/ 32689 w 75600"/>
                <a:gd name="connsiteY7" fmla="*/ 17997 h 72261"/>
                <a:gd name="connsiteX8" fmla="*/ 42274 w 75600"/>
                <a:gd name="connsiteY8" fmla="*/ 17997 h 72261"/>
                <a:gd name="connsiteX9" fmla="*/ 43551 w 75600"/>
                <a:gd name="connsiteY9" fmla="*/ 16721 h 72261"/>
                <a:gd name="connsiteX10" fmla="*/ 51858 w 75600"/>
                <a:gd name="connsiteY10" fmla="*/ 12890 h 72261"/>
                <a:gd name="connsiteX11" fmla="*/ 60165 w 75600"/>
                <a:gd name="connsiteY11" fmla="*/ 16721 h 72261"/>
                <a:gd name="connsiteX12" fmla="*/ 59526 w 75600"/>
                <a:gd name="connsiteY12" fmla="*/ 34596 h 72261"/>
                <a:gd name="connsiteX13" fmla="*/ 52497 w 75600"/>
                <a:gd name="connsiteY13" fmla="*/ 122 h 72261"/>
                <a:gd name="connsiteX14" fmla="*/ 37800 w 75600"/>
                <a:gd name="connsiteY14" fmla="*/ 4591 h 72261"/>
                <a:gd name="connsiteX15" fmla="*/ 23104 w 75600"/>
                <a:gd name="connsiteY15" fmla="*/ 122 h 72261"/>
                <a:gd name="connsiteX16" fmla="*/ 5850 w 75600"/>
                <a:gd name="connsiteY16" fmla="*/ 8421 h 72261"/>
                <a:gd name="connsiteX17" fmla="*/ 7129 w 75600"/>
                <a:gd name="connsiteY17" fmla="*/ 44172 h 72261"/>
                <a:gd name="connsiteX18" fmla="*/ 33327 w 75600"/>
                <a:gd name="connsiteY18" fmla="*/ 70346 h 72261"/>
                <a:gd name="connsiteX19" fmla="*/ 37800 w 75600"/>
                <a:gd name="connsiteY19" fmla="*/ 72261 h 72261"/>
                <a:gd name="connsiteX20" fmla="*/ 42274 w 75600"/>
                <a:gd name="connsiteY20" fmla="*/ 70346 h 72261"/>
                <a:gd name="connsiteX21" fmla="*/ 68472 w 75600"/>
                <a:gd name="connsiteY21" fmla="*/ 44172 h 72261"/>
                <a:gd name="connsiteX22" fmla="*/ 69750 w 75600"/>
                <a:gd name="connsiteY22" fmla="*/ 9060 h 72261"/>
                <a:gd name="connsiteX23" fmla="*/ 52497 w 75600"/>
                <a:gd name="connsiteY23" fmla="*/ 122 h 72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5600" h="72261">
                  <a:moveTo>
                    <a:pt x="59526" y="34596"/>
                  </a:moveTo>
                  <a:lnTo>
                    <a:pt x="37800" y="56301"/>
                  </a:lnTo>
                  <a:lnTo>
                    <a:pt x="16074" y="35234"/>
                  </a:lnTo>
                  <a:cubicBezTo>
                    <a:pt x="11602" y="30127"/>
                    <a:pt x="10963" y="21828"/>
                    <a:pt x="15435" y="16721"/>
                  </a:cubicBezTo>
                  <a:cubicBezTo>
                    <a:pt x="17353" y="14167"/>
                    <a:pt x="20548" y="12890"/>
                    <a:pt x="23743" y="12890"/>
                  </a:cubicBezTo>
                  <a:lnTo>
                    <a:pt x="23743" y="12890"/>
                  </a:lnTo>
                  <a:cubicBezTo>
                    <a:pt x="26938" y="12890"/>
                    <a:pt x="29494" y="14167"/>
                    <a:pt x="31410" y="16721"/>
                  </a:cubicBezTo>
                  <a:lnTo>
                    <a:pt x="32689" y="17997"/>
                  </a:lnTo>
                  <a:cubicBezTo>
                    <a:pt x="35244" y="20551"/>
                    <a:pt x="39717" y="20551"/>
                    <a:pt x="42274" y="17997"/>
                  </a:cubicBezTo>
                  <a:lnTo>
                    <a:pt x="43551" y="16721"/>
                  </a:lnTo>
                  <a:cubicBezTo>
                    <a:pt x="45469" y="14167"/>
                    <a:pt x="48663" y="12890"/>
                    <a:pt x="51858" y="12890"/>
                  </a:cubicBezTo>
                  <a:cubicBezTo>
                    <a:pt x="55053" y="12890"/>
                    <a:pt x="57609" y="14167"/>
                    <a:pt x="60165" y="16721"/>
                  </a:cubicBezTo>
                  <a:cubicBezTo>
                    <a:pt x="64638" y="21828"/>
                    <a:pt x="63999" y="30127"/>
                    <a:pt x="59526" y="34596"/>
                  </a:cubicBezTo>
                  <a:moveTo>
                    <a:pt x="52497" y="122"/>
                  </a:moveTo>
                  <a:cubicBezTo>
                    <a:pt x="47385" y="122"/>
                    <a:pt x="42274" y="1399"/>
                    <a:pt x="37800" y="4591"/>
                  </a:cubicBezTo>
                  <a:cubicBezTo>
                    <a:pt x="33327" y="1399"/>
                    <a:pt x="28215" y="-516"/>
                    <a:pt x="23104" y="122"/>
                  </a:cubicBezTo>
                  <a:cubicBezTo>
                    <a:pt x="16714" y="122"/>
                    <a:pt x="10324" y="3314"/>
                    <a:pt x="5850" y="8421"/>
                  </a:cubicBezTo>
                  <a:cubicBezTo>
                    <a:pt x="-2456" y="18636"/>
                    <a:pt x="-1817" y="33957"/>
                    <a:pt x="7129" y="44172"/>
                  </a:cubicBezTo>
                  <a:lnTo>
                    <a:pt x="33327" y="70346"/>
                  </a:lnTo>
                  <a:cubicBezTo>
                    <a:pt x="34605" y="71623"/>
                    <a:pt x="35884" y="72261"/>
                    <a:pt x="37800" y="72261"/>
                  </a:cubicBezTo>
                  <a:cubicBezTo>
                    <a:pt x="39717" y="72261"/>
                    <a:pt x="40995" y="71623"/>
                    <a:pt x="42274" y="70346"/>
                  </a:cubicBezTo>
                  <a:lnTo>
                    <a:pt x="68472" y="44172"/>
                  </a:lnTo>
                  <a:cubicBezTo>
                    <a:pt x="77418" y="34596"/>
                    <a:pt x="78057" y="18636"/>
                    <a:pt x="69750" y="9060"/>
                  </a:cubicBezTo>
                  <a:cubicBezTo>
                    <a:pt x="65277" y="3314"/>
                    <a:pt x="58887" y="122"/>
                    <a:pt x="52497" y="122"/>
                  </a:cubicBezTo>
                </a:path>
              </a:pathLst>
            </a:custGeom>
            <a:solidFill>
              <a:srgbClr val="0076A8"/>
            </a:solidFill>
            <a:ln w="6390" cap="flat">
              <a:noFill/>
              <a:prstDash val="solid"/>
              <a:miter/>
            </a:ln>
          </p:spPr>
          <p:txBody>
            <a:bodyPr rtlCol="0" anchor="ctr"/>
            <a:lstStyle/>
            <a:p>
              <a:endParaRPr lang="en-US"/>
            </a:p>
          </p:txBody>
        </p:sp>
      </p:grpSp>
      <p:grpSp>
        <p:nvGrpSpPr>
          <p:cNvPr id="1013" name="Graphic 4">
            <a:extLst>
              <a:ext uri="{FF2B5EF4-FFF2-40B4-BE49-F238E27FC236}">
                <a16:creationId xmlns:a16="http://schemas.microsoft.com/office/drawing/2014/main" id="{69D8A21B-7A44-514F-B941-C37881FC736B}"/>
              </a:ext>
            </a:extLst>
          </p:cNvPr>
          <p:cNvGrpSpPr/>
          <p:nvPr/>
        </p:nvGrpSpPr>
        <p:grpSpPr>
          <a:xfrm>
            <a:off x="10324860" y="3339623"/>
            <a:ext cx="361674" cy="361333"/>
            <a:chOff x="10324860" y="3339623"/>
            <a:chExt cx="361674" cy="361333"/>
          </a:xfrm>
          <a:solidFill>
            <a:srgbClr val="0076A8"/>
          </a:solidFill>
        </p:grpSpPr>
        <p:sp>
          <p:nvSpPr>
            <p:cNvPr id="1014" name="Graphic 4">
              <a:extLst>
                <a:ext uri="{FF2B5EF4-FFF2-40B4-BE49-F238E27FC236}">
                  <a16:creationId xmlns:a16="http://schemas.microsoft.com/office/drawing/2014/main" id="{2D1CEE33-AA69-664B-93E0-08883767188F}"/>
                </a:ext>
              </a:extLst>
            </p:cNvPr>
            <p:cNvSpPr/>
            <p:nvPr/>
          </p:nvSpPr>
          <p:spPr>
            <a:xfrm>
              <a:off x="10480917" y="3564978"/>
              <a:ext cx="50834" cy="43411"/>
            </a:xfrm>
            <a:custGeom>
              <a:avLst/>
              <a:gdLst>
                <a:gd name="connsiteX0" fmla="*/ 39475 w 50834"/>
                <a:gd name="connsiteY0" fmla="*/ 0 h 43411"/>
                <a:gd name="connsiteX1" fmla="*/ 31168 w 50834"/>
                <a:gd name="connsiteY1" fmla="*/ 3831 h 43411"/>
                <a:gd name="connsiteX2" fmla="*/ 29890 w 50834"/>
                <a:gd name="connsiteY2" fmla="*/ 5107 h 43411"/>
                <a:gd name="connsiteX3" fmla="*/ 20305 w 50834"/>
                <a:gd name="connsiteY3" fmla="*/ 5107 h 43411"/>
                <a:gd name="connsiteX4" fmla="*/ 19027 w 50834"/>
                <a:gd name="connsiteY4" fmla="*/ 3831 h 43411"/>
                <a:gd name="connsiteX5" fmla="*/ 11359 w 50834"/>
                <a:gd name="connsiteY5" fmla="*/ 0 h 43411"/>
                <a:gd name="connsiteX6" fmla="*/ 11359 w 50834"/>
                <a:gd name="connsiteY6" fmla="*/ 0 h 43411"/>
                <a:gd name="connsiteX7" fmla="*/ 3052 w 50834"/>
                <a:gd name="connsiteY7" fmla="*/ 3831 h 43411"/>
                <a:gd name="connsiteX8" fmla="*/ 3692 w 50834"/>
                <a:gd name="connsiteY8" fmla="*/ 22344 h 43411"/>
                <a:gd name="connsiteX9" fmla="*/ 25417 w 50834"/>
                <a:gd name="connsiteY9" fmla="*/ 43411 h 43411"/>
                <a:gd name="connsiteX10" fmla="*/ 47143 w 50834"/>
                <a:gd name="connsiteY10" fmla="*/ 21706 h 43411"/>
                <a:gd name="connsiteX11" fmla="*/ 47782 w 50834"/>
                <a:gd name="connsiteY11" fmla="*/ 3831 h 43411"/>
                <a:gd name="connsiteX12" fmla="*/ 39475 w 50834"/>
                <a:gd name="connsiteY12" fmla="*/ 0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834" h="43411">
                  <a:moveTo>
                    <a:pt x="39475" y="0"/>
                  </a:moveTo>
                  <a:cubicBezTo>
                    <a:pt x="36280" y="0"/>
                    <a:pt x="33724" y="1277"/>
                    <a:pt x="31168" y="3831"/>
                  </a:cubicBezTo>
                  <a:lnTo>
                    <a:pt x="29890" y="5107"/>
                  </a:lnTo>
                  <a:cubicBezTo>
                    <a:pt x="27334" y="7661"/>
                    <a:pt x="22861" y="7661"/>
                    <a:pt x="20305" y="5107"/>
                  </a:cubicBezTo>
                  <a:lnTo>
                    <a:pt x="19027" y="3831"/>
                  </a:lnTo>
                  <a:cubicBezTo>
                    <a:pt x="17110" y="1277"/>
                    <a:pt x="13915" y="0"/>
                    <a:pt x="11359" y="0"/>
                  </a:cubicBezTo>
                  <a:lnTo>
                    <a:pt x="11359" y="0"/>
                  </a:lnTo>
                  <a:cubicBezTo>
                    <a:pt x="8164" y="0"/>
                    <a:pt x="5608" y="1277"/>
                    <a:pt x="3052" y="3831"/>
                  </a:cubicBezTo>
                  <a:cubicBezTo>
                    <a:pt x="-1421" y="8938"/>
                    <a:pt x="-782" y="17237"/>
                    <a:pt x="3692" y="22344"/>
                  </a:cubicBezTo>
                  <a:lnTo>
                    <a:pt x="25417" y="43411"/>
                  </a:lnTo>
                  <a:lnTo>
                    <a:pt x="47143" y="21706"/>
                  </a:lnTo>
                  <a:cubicBezTo>
                    <a:pt x="51616" y="16599"/>
                    <a:pt x="52255" y="8299"/>
                    <a:pt x="47782" y="3831"/>
                  </a:cubicBezTo>
                  <a:cubicBezTo>
                    <a:pt x="45226" y="1277"/>
                    <a:pt x="42670" y="0"/>
                    <a:pt x="39475" y="0"/>
                  </a:cubicBezTo>
                </a:path>
              </a:pathLst>
            </a:custGeom>
            <a:solidFill>
              <a:srgbClr val="0076A8"/>
            </a:solidFill>
            <a:ln w="6390" cap="flat">
              <a:noFill/>
              <a:prstDash val="solid"/>
              <a:miter/>
            </a:ln>
          </p:spPr>
          <p:txBody>
            <a:bodyPr rtlCol="0" anchor="ctr"/>
            <a:lstStyle/>
            <a:p>
              <a:endParaRPr lang="en-US"/>
            </a:p>
          </p:txBody>
        </p:sp>
        <p:sp>
          <p:nvSpPr>
            <p:cNvPr id="1015" name="Graphic 4">
              <a:extLst>
                <a:ext uri="{FF2B5EF4-FFF2-40B4-BE49-F238E27FC236}">
                  <a16:creationId xmlns:a16="http://schemas.microsoft.com/office/drawing/2014/main" id="{056A96C8-C23D-9549-A086-8A93C0AEDB73}"/>
                </a:ext>
              </a:extLst>
            </p:cNvPr>
            <p:cNvSpPr/>
            <p:nvPr/>
          </p:nvSpPr>
          <p:spPr>
            <a:xfrm>
              <a:off x="10324860" y="3339623"/>
              <a:ext cx="361674" cy="361333"/>
            </a:xfrm>
            <a:custGeom>
              <a:avLst/>
              <a:gdLst>
                <a:gd name="connsiteX0" fmla="*/ 263265 w 361674"/>
                <a:gd name="connsiteY0" fmla="*/ 277703 h 361333"/>
                <a:gd name="connsiteX1" fmla="*/ 256875 w 361674"/>
                <a:gd name="connsiteY1" fmla="*/ 284087 h 361333"/>
                <a:gd name="connsiteX2" fmla="*/ 250485 w 361674"/>
                <a:gd name="connsiteY2" fmla="*/ 277703 h 361333"/>
                <a:gd name="connsiteX3" fmla="*/ 250485 w 361674"/>
                <a:gd name="connsiteY3" fmla="*/ 215779 h 361333"/>
                <a:gd name="connsiteX4" fmla="*/ 222369 w 361674"/>
                <a:gd name="connsiteY4" fmla="*/ 187689 h 361333"/>
                <a:gd name="connsiteX5" fmla="*/ 139300 w 361674"/>
                <a:gd name="connsiteY5" fmla="*/ 187689 h 361333"/>
                <a:gd name="connsiteX6" fmla="*/ 111184 w 361674"/>
                <a:gd name="connsiteY6" fmla="*/ 215779 h 361333"/>
                <a:gd name="connsiteX7" fmla="*/ 111184 w 361674"/>
                <a:gd name="connsiteY7" fmla="*/ 277703 h 361333"/>
                <a:gd name="connsiteX8" fmla="*/ 104794 w 361674"/>
                <a:gd name="connsiteY8" fmla="*/ 284087 h 361333"/>
                <a:gd name="connsiteX9" fmla="*/ 98404 w 361674"/>
                <a:gd name="connsiteY9" fmla="*/ 277703 h 361333"/>
                <a:gd name="connsiteX10" fmla="*/ 98404 w 361674"/>
                <a:gd name="connsiteY10" fmla="*/ 215779 h 361333"/>
                <a:gd name="connsiteX11" fmla="*/ 139300 w 361674"/>
                <a:gd name="connsiteY11" fmla="*/ 174921 h 361333"/>
                <a:gd name="connsiteX12" fmla="*/ 222369 w 361674"/>
                <a:gd name="connsiteY12" fmla="*/ 174921 h 361333"/>
                <a:gd name="connsiteX13" fmla="*/ 263265 w 361674"/>
                <a:gd name="connsiteY13" fmla="*/ 215779 h 361333"/>
                <a:gd name="connsiteX14" fmla="*/ 263265 w 361674"/>
                <a:gd name="connsiteY14" fmla="*/ 277703 h 361333"/>
                <a:gd name="connsiteX15" fmla="*/ 212146 w 361674"/>
                <a:gd name="connsiteY15" fmla="*/ 255998 h 361333"/>
                <a:gd name="connsiteX16" fmla="*/ 185947 w 361674"/>
                <a:gd name="connsiteY16" fmla="*/ 282172 h 361333"/>
                <a:gd name="connsiteX17" fmla="*/ 181474 w 361674"/>
                <a:gd name="connsiteY17" fmla="*/ 284087 h 361333"/>
                <a:gd name="connsiteX18" fmla="*/ 177001 w 361674"/>
                <a:gd name="connsiteY18" fmla="*/ 282172 h 361333"/>
                <a:gd name="connsiteX19" fmla="*/ 150802 w 361674"/>
                <a:gd name="connsiteY19" fmla="*/ 255998 h 361333"/>
                <a:gd name="connsiteX20" fmla="*/ 149524 w 361674"/>
                <a:gd name="connsiteY20" fmla="*/ 220247 h 361333"/>
                <a:gd name="connsiteX21" fmla="*/ 166777 w 361674"/>
                <a:gd name="connsiteY21" fmla="*/ 211948 h 361333"/>
                <a:gd name="connsiteX22" fmla="*/ 181474 w 361674"/>
                <a:gd name="connsiteY22" fmla="*/ 216417 h 361333"/>
                <a:gd name="connsiteX23" fmla="*/ 196171 w 361674"/>
                <a:gd name="connsiteY23" fmla="*/ 211948 h 361333"/>
                <a:gd name="connsiteX24" fmla="*/ 213423 w 361674"/>
                <a:gd name="connsiteY24" fmla="*/ 220247 h 361333"/>
                <a:gd name="connsiteX25" fmla="*/ 212146 w 361674"/>
                <a:gd name="connsiteY25" fmla="*/ 255998 h 361333"/>
                <a:gd name="connsiteX26" fmla="*/ 180835 w 361674"/>
                <a:gd name="connsiteY26" fmla="*/ 77885 h 361333"/>
                <a:gd name="connsiteX27" fmla="*/ 221731 w 361674"/>
                <a:gd name="connsiteY27" fmla="*/ 118742 h 361333"/>
                <a:gd name="connsiteX28" fmla="*/ 180835 w 361674"/>
                <a:gd name="connsiteY28" fmla="*/ 159600 h 361333"/>
                <a:gd name="connsiteX29" fmla="*/ 139939 w 361674"/>
                <a:gd name="connsiteY29" fmla="*/ 118742 h 361333"/>
                <a:gd name="connsiteX30" fmla="*/ 180835 w 361674"/>
                <a:gd name="connsiteY30" fmla="*/ 77885 h 361333"/>
                <a:gd name="connsiteX31" fmla="*/ 180835 w 361674"/>
                <a:gd name="connsiteY31" fmla="*/ 0 h 361333"/>
                <a:gd name="connsiteX32" fmla="*/ 0 w 361674"/>
                <a:gd name="connsiteY32" fmla="*/ 180667 h 361333"/>
                <a:gd name="connsiteX33" fmla="*/ 180835 w 361674"/>
                <a:gd name="connsiteY33" fmla="*/ 361333 h 361333"/>
                <a:gd name="connsiteX34" fmla="*/ 361670 w 361674"/>
                <a:gd name="connsiteY34" fmla="*/ 180667 h 361333"/>
                <a:gd name="connsiteX35" fmla="*/ 180835 w 361674"/>
                <a:gd name="connsiteY35"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1674" h="361333">
                  <a:moveTo>
                    <a:pt x="263265" y="277703"/>
                  </a:moveTo>
                  <a:cubicBezTo>
                    <a:pt x="263265" y="281533"/>
                    <a:pt x="260709" y="284087"/>
                    <a:pt x="256875" y="284087"/>
                  </a:cubicBezTo>
                  <a:cubicBezTo>
                    <a:pt x="253041" y="284087"/>
                    <a:pt x="250485" y="281533"/>
                    <a:pt x="250485" y="277703"/>
                  </a:cubicBezTo>
                  <a:lnTo>
                    <a:pt x="250485" y="215779"/>
                  </a:lnTo>
                  <a:cubicBezTo>
                    <a:pt x="250485" y="200457"/>
                    <a:pt x="237705" y="187689"/>
                    <a:pt x="222369" y="187689"/>
                  </a:cubicBezTo>
                  <a:lnTo>
                    <a:pt x="139300" y="187689"/>
                  </a:lnTo>
                  <a:cubicBezTo>
                    <a:pt x="123964" y="187689"/>
                    <a:pt x="111184" y="200457"/>
                    <a:pt x="111184" y="215779"/>
                  </a:cubicBezTo>
                  <a:lnTo>
                    <a:pt x="111184" y="277703"/>
                  </a:lnTo>
                  <a:cubicBezTo>
                    <a:pt x="111184" y="281533"/>
                    <a:pt x="108629" y="284087"/>
                    <a:pt x="104794" y="284087"/>
                  </a:cubicBezTo>
                  <a:cubicBezTo>
                    <a:pt x="100961" y="284087"/>
                    <a:pt x="98404" y="281533"/>
                    <a:pt x="98404" y="277703"/>
                  </a:cubicBezTo>
                  <a:lnTo>
                    <a:pt x="98404" y="215779"/>
                  </a:lnTo>
                  <a:cubicBezTo>
                    <a:pt x="98404" y="193435"/>
                    <a:pt x="116935" y="174921"/>
                    <a:pt x="139300" y="174921"/>
                  </a:cubicBezTo>
                  <a:lnTo>
                    <a:pt x="222369" y="174921"/>
                  </a:lnTo>
                  <a:cubicBezTo>
                    <a:pt x="244734" y="174921"/>
                    <a:pt x="263265" y="193435"/>
                    <a:pt x="263265" y="215779"/>
                  </a:cubicBezTo>
                  <a:lnTo>
                    <a:pt x="263265" y="277703"/>
                  </a:lnTo>
                  <a:close/>
                  <a:moveTo>
                    <a:pt x="212146" y="255998"/>
                  </a:moveTo>
                  <a:lnTo>
                    <a:pt x="185947" y="282172"/>
                  </a:lnTo>
                  <a:cubicBezTo>
                    <a:pt x="184669" y="283449"/>
                    <a:pt x="183391" y="284087"/>
                    <a:pt x="181474" y="284087"/>
                  </a:cubicBezTo>
                  <a:cubicBezTo>
                    <a:pt x="179557" y="284087"/>
                    <a:pt x="178279" y="283449"/>
                    <a:pt x="177001" y="282172"/>
                  </a:cubicBezTo>
                  <a:lnTo>
                    <a:pt x="150802" y="255998"/>
                  </a:lnTo>
                  <a:cubicBezTo>
                    <a:pt x="141856" y="245783"/>
                    <a:pt x="141217" y="230462"/>
                    <a:pt x="149524" y="220247"/>
                  </a:cubicBezTo>
                  <a:cubicBezTo>
                    <a:pt x="153997" y="215140"/>
                    <a:pt x="160387" y="211948"/>
                    <a:pt x="166777" y="211948"/>
                  </a:cubicBezTo>
                  <a:cubicBezTo>
                    <a:pt x="171889" y="211948"/>
                    <a:pt x="177001" y="213225"/>
                    <a:pt x="181474" y="216417"/>
                  </a:cubicBezTo>
                  <a:cubicBezTo>
                    <a:pt x="185947" y="213225"/>
                    <a:pt x="191059" y="211310"/>
                    <a:pt x="196171" y="211948"/>
                  </a:cubicBezTo>
                  <a:cubicBezTo>
                    <a:pt x="202561" y="211948"/>
                    <a:pt x="208951" y="215140"/>
                    <a:pt x="213423" y="220247"/>
                  </a:cubicBezTo>
                  <a:cubicBezTo>
                    <a:pt x="221731" y="231100"/>
                    <a:pt x="221092" y="246422"/>
                    <a:pt x="212146" y="255998"/>
                  </a:cubicBezTo>
                  <a:moveTo>
                    <a:pt x="180835" y="77885"/>
                  </a:moveTo>
                  <a:cubicBezTo>
                    <a:pt x="203200" y="77885"/>
                    <a:pt x="221731" y="96398"/>
                    <a:pt x="221731" y="118742"/>
                  </a:cubicBezTo>
                  <a:cubicBezTo>
                    <a:pt x="221731" y="141086"/>
                    <a:pt x="203200" y="159600"/>
                    <a:pt x="180835" y="159600"/>
                  </a:cubicBezTo>
                  <a:cubicBezTo>
                    <a:pt x="158470" y="159600"/>
                    <a:pt x="139939" y="141086"/>
                    <a:pt x="139939" y="118742"/>
                  </a:cubicBezTo>
                  <a:cubicBezTo>
                    <a:pt x="139939" y="96398"/>
                    <a:pt x="158470" y="77885"/>
                    <a:pt x="180835" y="77885"/>
                  </a:cubicBezTo>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09" y="81077"/>
                    <a:pt x="281157" y="0"/>
                    <a:pt x="180835" y="0"/>
                  </a:cubicBezTo>
                </a:path>
              </a:pathLst>
            </a:custGeom>
            <a:solidFill>
              <a:srgbClr val="0076A8"/>
            </a:solidFill>
            <a:ln w="6390" cap="flat">
              <a:noFill/>
              <a:prstDash val="solid"/>
              <a:miter/>
            </a:ln>
          </p:spPr>
          <p:txBody>
            <a:bodyPr rtlCol="0" anchor="ctr"/>
            <a:lstStyle/>
            <a:p>
              <a:endParaRPr lang="en-US"/>
            </a:p>
          </p:txBody>
        </p:sp>
        <p:sp>
          <p:nvSpPr>
            <p:cNvPr id="1016" name="Graphic 4">
              <a:extLst>
                <a:ext uri="{FF2B5EF4-FFF2-40B4-BE49-F238E27FC236}">
                  <a16:creationId xmlns:a16="http://schemas.microsoft.com/office/drawing/2014/main" id="{15D51D35-D49F-0F4E-8A89-513E3331A5E9}"/>
                </a:ext>
              </a:extLst>
            </p:cNvPr>
            <p:cNvSpPr/>
            <p:nvPr/>
          </p:nvSpPr>
          <p:spPr>
            <a:xfrm>
              <a:off x="10477579" y="3430914"/>
              <a:ext cx="56231" cy="56178"/>
            </a:xfrm>
            <a:custGeom>
              <a:avLst/>
              <a:gdLst>
                <a:gd name="connsiteX0" fmla="*/ 28116 w 56231"/>
                <a:gd name="connsiteY0" fmla="*/ 56179 h 56178"/>
                <a:gd name="connsiteX1" fmla="*/ 56232 w 56231"/>
                <a:gd name="connsiteY1" fmla="*/ 28090 h 56178"/>
                <a:gd name="connsiteX2" fmla="*/ 28116 w 56231"/>
                <a:gd name="connsiteY2" fmla="*/ 0 h 56178"/>
                <a:gd name="connsiteX3" fmla="*/ 0 w 56231"/>
                <a:gd name="connsiteY3" fmla="*/ 28090 h 56178"/>
                <a:gd name="connsiteX4" fmla="*/ 28116 w 56231"/>
                <a:gd name="connsiteY4" fmla="*/ 56179 h 561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31" h="56178">
                  <a:moveTo>
                    <a:pt x="28116" y="56179"/>
                  </a:moveTo>
                  <a:cubicBezTo>
                    <a:pt x="43452" y="56179"/>
                    <a:pt x="56232" y="43411"/>
                    <a:pt x="56232" y="28090"/>
                  </a:cubicBezTo>
                  <a:cubicBezTo>
                    <a:pt x="56232" y="12768"/>
                    <a:pt x="43452" y="0"/>
                    <a:pt x="28116" y="0"/>
                  </a:cubicBezTo>
                  <a:cubicBezTo>
                    <a:pt x="12780" y="0"/>
                    <a:pt x="0" y="12768"/>
                    <a:pt x="0" y="28090"/>
                  </a:cubicBezTo>
                  <a:cubicBezTo>
                    <a:pt x="0" y="43411"/>
                    <a:pt x="12780" y="56179"/>
                    <a:pt x="28116" y="56179"/>
                  </a:cubicBezTo>
                </a:path>
              </a:pathLst>
            </a:custGeom>
            <a:solidFill>
              <a:srgbClr val="0076A8"/>
            </a:solidFill>
            <a:ln w="6390" cap="flat">
              <a:noFill/>
              <a:prstDash val="solid"/>
              <a:miter/>
            </a:ln>
          </p:spPr>
          <p:txBody>
            <a:bodyPr rtlCol="0" anchor="ctr"/>
            <a:lstStyle/>
            <a:p>
              <a:endParaRPr lang="en-US"/>
            </a:p>
          </p:txBody>
        </p:sp>
      </p:grpSp>
      <p:grpSp>
        <p:nvGrpSpPr>
          <p:cNvPr id="1017" name="Graphic 4">
            <a:extLst>
              <a:ext uri="{FF2B5EF4-FFF2-40B4-BE49-F238E27FC236}">
                <a16:creationId xmlns:a16="http://schemas.microsoft.com/office/drawing/2014/main" id="{FC142A1F-67AF-284D-8C05-FED09780F94A}"/>
              </a:ext>
            </a:extLst>
          </p:cNvPr>
          <p:cNvGrpSpPr/>
          <p:nvPr/>
        </p:nvGrpSpPr>
        <p:grpSpPr>
          <a:xfrm>
            <a:off x="8841116" y="4792617"/>
            <a:ext cx="361674" cy="361333"/>
            <a:chOff x="8841116" y="4792617"/>
            <a:chExt cx="361674" cy="361333"/>
          </a:xfrm>
          <a:solidFill>
            <a:srgbClr val="0076A8"/>
          </a:solidFill>
        </p:grpSpPr>
        <p:sp>
          <p:nvSpPr>
            <p:cNvPr id="1018" name="Graphic 4">
              <a:extLst>
                <a:ext uri="{FF2B5EF4-FFF2-40B4-BE49-F238E27FC236}">
                  <a16:creationId xmlns:a16="http://schemas.microsoft.com/office/drawing/2014/main" id="{0AD291C8-7B34-8147-B2E1-DE27820CE8BB}"/>
                </a:ext>
              </a:extLst>
            </p:cNvPr>
            <p:cNvSpPr/>
            <p:nvPr/>
          </p:nvSpPr>
          <p:spPr>
            <a:xfrm>
              <a:off x="8841116" y="4792617"/>
              <a:ext cx="361674" cy="361333"/>
            </a:xfrm>
            <a:custGeom>
              <a:avLst/>
              <a:gdLst>
                <a:gd name="connsiteX0" fmla="*/ 180836 w 361674"/>
                <a:gd name="connsiteY0" fmla="*/ 349204 h 361333"/>
                <a:gd name="connsiteX1" fmla="*/ 12780 w 361674"/>
                <a:gd name="connsiteY1" fmla="*/ 181305 h 361333"/>
                <a:gd name="connsiteX2" fmla="*/ 180836 w 361674"/>
                <a:gd name="connsiteY2" fmla="*/ 13407 h 361333"/>
                <a:gd name="connsiteX3" fmla="*/ 348890 w 361674"/>
                <a:gd name="connsiteY3" fmla="*/ 181305 h 361333"/>
                <a:gd name="connsiteX4" fmla="*/ 180836 w 361674"/>
                <a:gd name="connsiteY4" fmla="*/ 349204 h 361333"/>
                <a:gd name="connsiteX5" fmla="*/ 180836 w 361674"/>
                <a:gd name="connsiteY5" fmla="*/ 0 h 361333"/>
                <a:gd name="connsiteX6" fmla="*/ 0 w 361674"/>
                <a:gd name="connsiteY6" fmla="*/ 180667 h 361333"/>
                <a:gd name="connsiteX7" fmla="*/ 180836 w 361674"/>
                <a:gd name="connsiteY7" fmla="*/ 361334 h 361333"/>
                <a:gd name="connsiteX8" fmla="*/ 361670 w 361674"/>
                <a:gd name="connsiteY8" fmla="*/ 180667 h 361333"/>
                <a:gd name="connsiteX9" fmla="*/ 180836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349204"/>
                  </a:moveTo>
                  <a:cubicBezTo>
                    <a:pt x="88181" y="349204"/>
                    <a:pt x="12780" y="273873"/>
                    <a:pt x="12780" y="181305"/>
                  </a:cubicBezTo>
                  <a:cubicBezTo>
                    <a:pt x="12780" y="88738"/>
                    <a:pt x="88181" y="13407"/>
                    <a:pt x="180836" y="13407"/>
                  </a:cubicBezTo>
                  <a:cubicBezTo>
                    <a:pt x="273490" y="13407"/>
                    <a:pt x="348890" y="88738"/>
                    <a:pt x="348890" y="181305"/>
                  </a:cubicBezTo>
                  <a:cubicBezTo>
                    <a:pt x="349530" y="273873"/>
                    <a:pt x="274128" y="349204"/>
                    <a:pt x="180836" y="349204"/>
                  </a:cubicBezTo>
                  <a:moveTo>
                    <a:pt x="180836" y="0"/>
                  </a:moveTo>
                  <a:cubicBezTo>
                    <a:pt x="80513" y="0"/>
                    <a:pt x="0" y="81077"/>
                    <a:pt x="0" y="180667"/>
                  </a:cubicBezTo>
                  <a:cubicBezTo>
                    <a:pt x="0" y="280895"/>
                    <a:pt x="81153" y="361334"/>
                    <a:pt x="180836" y="361334"/>
                  </a:cubicBezTo>
                  <a:cubicBezTo>
                    <a:pt x="280518" y="361334"/>
                    <a:pt x="361670" y="280257"/>
                    <a:pt x="361670" y="180667"/>
                  </a:cubicBezTo>
                  <a:cubicBezTo>
                    <a:pt x="362310" y="81077"/>
                    <a:pt x="281157" y="0"/>
                    <a:pt x="180836" y="0"/>
                  </a:cubicBezTo>
                </a:path>
              </a:pathLst>
            </a:custGeom>
            <a:solidFill>
              <a:srgbClr val="0076A8"/>
            </a:solidFill>
            <a:ln w="6390" cap="flat">
              <a:noFill/>
              <a:prstDash val="solid"/>
              <a:miter/>
            </a:ln>
          </p:spPr>
          <p:txBody>
            <a:bodyPr rtlCol="0" anchor="ctr"/>
            <a:lstStyle/>
            <a:p>
              <a:endParaRPr lang="en-US"/>
            </a:p>
          </p:txBody>
        </p:sp>
        <p:sp>
          <p:nvSpPr>
            <p:cNvPr id="1019" name="Graphic 4">
              <a:extLst>
                <a:ext uri="{FF2B5EF4-FFF2-40B4-BE49-F238E27FC236}">
                  <a16:creationId xmlns:a16="http://schemas.microsoft.com/office/drawing/2014/main" id="{52B8C9CE-265E-CA4F-89A7-78D0C1D34FB5}"/>
                </a:ext>
              </a:extLst>
            </p:cNvPr>
            <p:cNvSpPr/>
            <p:nvPr/>
          </p:nvSpPr>
          <p:spPr>
            <a:xfrm>
              <a:off x="8903099" y="4911360"/>
              <a:ext cx="237705" cy="125125"/>
            </a:xfrm>
            <a:custGeom>
              <a:avLst/>
              <a:gdLst>
                <a:gd name="connsiteX0" fmla="*/ 231315 w 237705"/>
                <a:gd name="connsiteY0" fmla="*/ 56179 h 125125"/>
                <a:gd name="connsiteX1" fmla="*/ 229398 w 237705"/>
                <a:gd name="connsiteY1" fmla="*/ 56179 h 125125"/>
                <a:gd name="connsiteX2" fmla="*/ 229398 w 237705"/>
                <a:gd name="connsiteY2" fmla="*/ 22344 h 125125"/>
                <a:gd name="connsiteX3" fmla="*/ 223008 w 237705"/>
                <a:gd name="connsiteY3" fmla="*/ 15960 h 125125"/>
                <a:gd name="connsiteX4" fmla="*/ 216618 w 237705"/>
                <a:gd name="connsiteY4" fmla="*/ 22344 h 125125"/>
                <a:gd name="connsiteX5" fmla="*/ 216618 w 237705"/>
                <a:gd name="connsiteY5" fmla="*/ 56179 h 125125"/>
                <a:gd name="connsiteX6" fmla="*/ 214063 w 237705"/>
                <a:gd name="connsiteY6" fmla="*/ 56179 h 125125"/>
                <a:gd name="connsiteX7" fmla="*/ 214063 w 237705"/>
                <a:gd name="connsiteY7" fmla="*/ 14683 h 125125"/>
                <a:gd name="connsiteX8" fmla="*/ 207673 w 237705"/>
                <a:gd name="connsiteY8" fmla="*/ 8299 h 125125"/>
                <a:gd name="connsiteX9" fmla="*/ 201283 w 237705"/>
                <a:gd name="connsiteY9" fmla="*/ 14683 h 125125"/>
                <a:gd name="connsiteX10" fmla="*/ 201283 w 237705"/>
                <a:gd name="connsiteY10" fmla="*/ 56179 h 125125"/>
                <a:gd name="connsiteX11" fmla="*/ 198727 w 237705"/>
                <a:gd name="connsiteY11" fmla="*/ 56179 h 125125"/>
                <a:gd name="connsiteX12" fmla="*/ 198727 w 237705"/>
                <a:gd name="connsiteY12" fmla="*/ 6384 h 125125"/>
                <a:gd name="connsiteX13" fmla="*/ 192337 w 237705"/>
                <a:gd name="connsiteY13" fmla="*/ 0 h 125125"/>
                <a:gd name="connsiteX14" fmla="*/ 185947 w 237705"/>
                <a:gd name="connsiteY14" fmla="*/ 6384 h 125125"/>
                <a:gd name="connsiteX15" fmla="*/ 185947 w 237705"/>
                <a:gd name="connsiteY15" fmla="*/ 56179 h 125125"/>
                <a:gd name="connsiteX16" fmla="*/ 51758 w 237705"/>
                <a:gd name="connsiteY16" fmla="*/ 56179 h 125125"/>
                <a:gd name="connsiteX17" fmla="*/ 51758 w 237705"/>
                <a:gd name="connsiteY17" fmla="*/ 6384 h 125125"/>
                <a:gd name="connsiteX18" fmla="*/ 45368 w 237705"/>
                <a:gd name="connsiteY18" fmla="*/ 0 h 125125"/>
                <a:gd name="connsiteX19" fmla="*/ 38978 w 237705"/>
                <a:gd name="connsiteY19" fmla="*/ 6384 h 125125"/>
                <a:gd name="connsiteX20" fmla="*/ 38978 w 237705"/>
                <a:gd name="connsiteY20" fmla="*/ 56179 h 125125"/>
                <a:gd name="connsiteX21" fmla="*/ 36422 w 237705"/>
                <a:gd name="connsiteY21" fmla="*/ 56179 h 125125"/>
                <a:gd name="connsiteX22" fmla="*/ 36422 w 237705"/>
                <a:gd name="connsiteY22" fmla="*/ 14683 h 125125"/>
                <a:gd name="connsiteX23" fmla="*/ 30032 w 237705"/>
                <a:gd name="connsiteY23" fmla="*/ 8299 h 125125"/>
                <a:gd name="connsiteX24" fmla="*/ 23642 w 237705"/>
                <a:gd name="connsiteY24" fmla="*/ 14683 h 125125"/>
                <a:gd name="connsiteX25" fmla="*/ 23642 w 237705"/>
                <a:gd name="connsiteY25" fmla="*/ 56179 h 125125"/>
                <a:gd name="connsiteX26" fmla="*/ 21086 w 237705"/>
                <a:gd name="connsiteY26" fmla="*/ 56179 h 125125"/>
                <a:gd name="connsiteX27" fmla="*/ 21086 w 237705"/>
                <a:gd name="connsiteY27" fmla="*/ 22344 h 125125"/>
                <a:gd name="connsiteX28" fmla="*/ 14696 w 237705"/>
                <a:gd name="connsiteY28" fmla="*/ 15960 h 125125"/>
                <a:gd name="connsiteX29" fmla="*/ 8306 w 237705"/>
                <a:gd name="connsiteY29" fmla="*/ 22344 h 125125"/>
                <a:gd name="connsiteX30" fmla="*/ 8306 w 237705"/>
                <a:gd name="connsiteY30" fmla="*/ 56179 h 125125"/>
                <a:gd name="connsiteX31" fmla="*/ 6390 w 237705"/>
                <a:gd name="connsiteY31" fmla="*/ 56179 h 125125"/>
                <a:gd name="connsiteX32" fmla="*/ 0 w 237705"/>
                <a:gd name="connsiteY32" fmla="*/ 62563 h 125125"/>
                <a:gd name="connsiteX33" fmla="*/ 6390 w 237705"/>
                <a:gd name="connsiteY33" fmla="*/ 68947 h 125125"/>
                <a:gd name="connsiteX34" fmla="*/ 8306 w 237705"/>
                <a:gd name="connsiteY34" fmla="*/ 68947 h 125125"/>
                <a:gd name="connsiteX35" fmla="*/ 8306 w 237705"/>
                <a:gd name="connsiteY35" fmla="*/ 102782 h 125125"/>
                <a:gd name="connsiteX36" fmla="*/ 14696 w 237705"/>
                <a:gd name="connsiteY36" fmla="*/ 109166 h 125125"/>
                <a:gd name="connsiteX37" fmla="*/ 21086 w 237705"/>
                <a:gd name="connsiteY37" fmla="*/ 102782 h 125125"/>
                <a:gd name="connsiteX38" fmla="*/ 21086 w 237705"/>
                <a:gd name="connsiteY38" fmla="*/ 68947 h 125125"/>
                <a:gd name="connsiteX39" fmla="*/ 23642 w 237705"/>
                <a:gd name="connsiteY39" fmla="*/ 68947 h 125125"/>
                <a:gd name="connsiteX40" fmla="*/ 23642 w 237705"/>
                <a:gd name="connsiteY40" fmla="*/ 110443 h 125125"/>
                <a:gd name="connsiteX41" fmla="*/ 30032 w 237705"/>
                <a:gd name="connsiteY41" fmla="*/ 116827 h 125125"/>
                <a:gd name="connsiteX42" fmla="*/ 36422 w 237705"/>
                <a:gd name="connsiteY42" fmla="*/ 110443 h 125125"/>
                <a:gd name="connsiteX43" fmla="*/ 36422 w 237705"/>
                <a:gd name="connsiteY43" fmla="*/ 68947 h 125125"/>
                <a:gd name="connsiteX44" fmla="*/ 38978 w 237705"/>
                <a:gd name="connsiteY44" fmla="*/ 68947 h 125125"/>
                <a:gd name="connsiteX45" fmla="*/ 38978 w 237705"/>
                <a:gd name="connsiteY45" fmla="*/ 118742 h 125125"/>
                <a:gd name="connsiteX46" fmla="*/ 45368 w 237705"/>
                <a:gd name="connsiteY46" fmla="*/ 125126 h 125125"/>
                <a:gd name="connsiteX47" fmla="*/ 51758 w 237705"/>
                <a:gd name="connsiteY47" fmla="*/ 118742 h 125125"/>
                <a:gd name="connsiteX48" fmla="*/ 51758 w 237705"/>
                <a:gd name="connsiteY48" fmla="*/ 68947 h 125125"/>
                <a:gd name="connsiteX49" fmla="*/ 185947 w 237705"/>
                <a:gd name="connsiteY49" fmla="*/ 68947 h 125125"/>
                <a:gd name="connsiteX50" fmla="*/ 185947 w 237705"/>
                <a:gd name="connsiteY50" fmla="*/ 118742 h 125125"/>
                <a:gd name="connsiteX51" fmla="*/ 192337 w 237705"/>
                <a:gd name="connsiteY51" fmla="*/ 125126 h 125125"/>
                <a:gd name="connsiteX52" fmla="*/ 198727 w 237705"/>
                <a:gd name="connsiteY52" fmla="*/ 118742 h 125125"/>
                <a:gd name="connsiteX53" fmla="*/ 198727 w 237705"/>
                <a:gd name="connsiteY53" fmla="*/ 68947 h 125125"/>
                <a:gd name="connsiteX54" fmla="*/ 201283 w 237705"/>
                <a:gd name="connsiteY54" fmla="*/ 68947 h 125125"/>
                <a:gd name="connsiteX55" fmla="*/ 201283 w 237705"/>
                <a:gd name="connsiteY55" fmla="*/ 110443 h 125125"/>
                <a:gd name="connsiteX56" fmla="*/ 207673 w 237705"/>
                <a:gd name="connsiteY56" fmla="*/ 116827 h 125125"/>
                <a:gd name="connsiteX57" fmla="*/ 214063 w 237705"/>
                <a:gd name="connsiteY57" fmla="*/ 110443 h 125125"/>
                <a:gd name="connsiteX58" fmla="*/ 214063 w 237705"/>
                <a:gd name="connsiteY58" fmla="*/ 68947 h 125125"/>
                <a:gd name="connsiteX59" fmla="*/ 216618 w 237705"/>
                <a:gd name="connsiteY59" fmla="*/ 68947 h 125125"/>
                <a:gd name="connsiteX60" fmla="*/ 216618 w 237705"/>
                <a:gd name="connsiteY60" fmla="*/ 102782 h 125125"/>
                <a:gd name="connsiteX61" fmla="*/ 223008 w 237705"/>
                <a:gd name="connsiteY61" fmla="*/ 109166 h 125125"/>
                <a:gd name="connsiteX62" fmla="*/ 229398 w 237705"/>
                <a:gd name="connsiteY62" fmla="*/ 102782 h 125125"/>
                <a:gd name="connsiteX63" fmla="*/ 229398 w 237705"/>
                <a:gd name="connsiteY63" fmla="*/ 68947 h 125125"/>
                <a:gd name="connsiteX64" fmla="*/ 231315 w 237705"/>
                <a:gd name="connsiteY64" fmla="*/ 68947 h 125125"/>
                <a:gd name="connsiteX65" fmla="*/ 237705 w 237705"/>
                <a:gd name="connsiteY65" fmla="*/ 62563 h 125125"/>
                <a:gd name="connsiteX66" fmla="*/ 231315 w 237705"/>
                <a:gd name="connsiteY66" fmla="*/ 56179 h 12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37705" h="125125">
                  <a:moveTo>
                    <a:pt x="231315" y="56179"/>
                  </a:moveTo>
                  <a:lnTo>
                    <a:pt x="229398" y="56179"/>
                  </a:lnTo>
                  <a:lnTo>
                    <a:pt x="229398" y="22344"/>
                  </a:lnTo>
                  <a:cubicBezTo>
                    <a:pt x="229398" y="18513"/>
                    <a:pt x="226843" y="15960"/>
                    <a:pt x="223008" y="15960"/>
                  </a:cubicBezTo>
                  <a:cubicBezTo>
                    <a:pt x="219174" y="15960"/>
                    <a:pt x="216618" y="18513"/>
                    <a:pt x="216618" y="22344"/>
                  </a:cubicBezTo>
                  <a:lnTo>
                    <a:pt x="216618" y="56179"/>
                  </a:lnTo>
                  <a:lnTo>
                    <a:pt x="214063" y="56179"/>
                  </a:lnTo>
                  <a:lnTo>
                    <a:pt x="214063" y="14683"/>
                  </a:lnTo>
                  <a:cubicBezTo>
                    <a:pt x="214063" y="10853"/>
                    <a:pt x="211507" y="8299"/>
                    <a:pt x="207673" y="8299"/>
                  </a:cubicBezTo>
                  <a:cubicBezTo>
                    <a:pt x="203838" y="8299"/>
                    <a:pt x="201283" y="10853"/>
                    <a:pt x="201283" y="14683"/>
                  </a:cubicBezTo>
                  <a:lnTo>
                    <a:pt x="201283" y="56179"/>
                  </a:lnTo>
                  <a:lnTo>
                    <a:pt x="198727" y="56179"/>
                  </a:lnTo>
                  <a:lnTo>
                    <a:pt x="198727" y="6384"/>
                  </a:lnTo>
                  <a:cubicBezTo>
                    <a:pt x="198727" y="2553"/>
                    <a:pt x="196171" y="0"/>
                    <a:pt x="192337" y="0"/>
                  </a:cubicBezTo>
                  <a:cubicBezTo>
                    <a:pt x="188503" y="0"/>
                    <a:pt x="185947" y="2553"/>
                    <a:pt x="185947" y="6384"/>
                  </a:cubicBezTo>
                  <a:lnTo>
                    <a:pt x="185947" y="56179"/>
                  </a:lnTo>
                  <a:lnTo>
                    <a:pt x="51758" y="56179"/>
                  </a:lnTo>
                  <a:lnTo>
                    <a:pt x="51758" y="6384"/>
                  </a:lnTo>
                  <a:cubicBezTo>
                    <a:pt x="51758" y="2553"/>
                    <a:pt x="49202" y="0"/>
                    <a:pt x="45368" y="0"/>
                  </a:cubicBezTo>
                  <a:cubicBezTo>
                    <a:pt x="41535" y="0"/>
                    <a:pt x="38978" y="2553"/>
                    <a:pt x="38978" y="6384"/>
                  </a:cubicBezTo>
                  <a:lnTo>
                    <a:pt x="38978" y="56179"/>
                  </a:lnTo>
                  <a:lnTo>
                    <a:pt x="36422" y="56179"/>
                  </a:lnTo>
                  <a:lnTo>
                    <a:pt x="36422" y="14683"/>
                  </a:lnTo>
                  <a:cubicBezTo>
                    <a:pt x="36422" y="10853"/>
                    <a:pt x="33866" y="8299"/>
                    <a:pt x="30032" y="8299"/>
                  </a:cubicBezTo>
                  <a:cubicBezTo>
                    <a:pt x="26199" y="8299"/>
                    <a:pt x="23642" y="10853"/>
                    <a:pt x="23642" y="14683"/>
                  </a:cubicBezTo>
                  <a:lnTo>
                    <a:pt x="23642" y="56179"/>
                  </a:lnTo>
                  <a:lnTo>
                    <a:pt x="21086" y="56179"/>
                  </a:lnTo>
                  <a:lnTo>
                    <a:pt x="21086" y="22344"/>
                  </a:lnTo>
                  <a:cubicBezTo>
                    <a:pt x="21086" y="18513"/>
                    <a:pt x="18530" y="15960"/>
                    <a:pt x="14696" y="15960"/>
                  </a:cubicBezTo>
                  <a:cubicBezTo>
                    <a:pt x="10863" y="15960"/>
                    <a:pt x="8306" y="18513"/>
                    <a:pt x="8306" y="22344"/>
                  </a:cubicBezTo>
                  <a:lnTo>
                    <a:pt x="8306" y="56179"/>
                  </a:lnTo>
                  <a:lnTo>
                    <a:pt x="6390" y="56179"/>
                  </a:lnTo>
                  <a:cubicBezTo>
                    <a:pt x="2555" y="56179"/>
                    <a:pt x="0" y="58733"/>
                    <a:pt x="0" y="62563"/>
                  </a:cubicBezTo>
                  <a:cubicBezTo>
                    <a:pt x="0" y="66393"/>
                    <a:pt x="2555" y="68947"/>
                    <a:pt x="6390" y="68947"/>
                  </a:cubicBezTo>
                  <a:lnTo>
                    <a:pt x="8306" y="68947"/>
                  </a:lnTo>
                  <a:lnTo>
                    <a:pt x="8306" y="102782"/>
                  </a:lnTo>
                  <a:cubicBezTo>
                    <a:pt x="8306" y="106613"/>
                    <a:pt x="10863" y="109166"/>
                    <a:pt x="14696" y="109166"/>
                  </a:cubicBezTo>
                  <a:cubicBezTo>
                    <a:pt x="18530" y="109166"/>
                    <a:pt x="21086" y="106613"/>
                    <a:pt x="21086" y="102782"/>
                  </a:cubicBezTo>
                  <a:lnTo>
                    <a:pt x="21086" y="68947"/>
                  </a:lnTo>
                  <a:lnTo>
                    <a:pt x="23642" y="68947"/>
                  </a:lnTo>
                  <a:lnTo>
                    <a:pt x="23642" y="110443"/>
                  </a:lnTo>
                  <a:cubicBezTo>
                    <a:pt x="23642" y="114273"/>
                    <a:pt x="26199" y="116827"/>
                    <a:pt x="30032" y="116827"/>
                  </a:cubicBezTo>
                  <a:cubicBezTo>
                    <a:pt x="33866" y="116827"/>
                    <a:pt x="36422" y="114273"/>
                    <a:pt x="36422" y="110443"/>
                  </a:cubicBezTo>
                  <a:lnTo>
                    <a:pt x="36422" y="68947"/>
                  </a:lnTo>
                  <a:lnTo>
                    <a:pt x="38978" y="68947"/>
                  </a:lnTo>
                  <a:lnTo>
                    <a:pt x="38978" y="118742"/>
                  </a:lnTo>
                  <a:cubicBezTo>
                    <a:pt x="38978" y="122573"/>
                    <a:pt x="41535" y="125126"/>
                    <a:pt x="45368" y="125126"/>
                  </a:cubicBezTo>
                  <a:cubicBezTo>
                    <a:pt x="49202" y="125126"/>
                    <a:pt x="51758" y="122573"/>
                    <a:pt x="51758" y="118742"/>
                  </a:cubicBezTo>
                  <a:lnTo>
                    <a:pt x="51758" y="68947"/>
                  </a:lnTo>
                  <a:lnTo>
                    <a:pt x="185947" y="68947"/>
                  </a:lnTo>
                  <a:lnTo>
                    <a:pt x="185947" y="118742"/>
                  </a:lnTo>
                  <a:cubicBezTo>
                    <a:pt x="185947" y="122573"/>
                    <a:pt x="188503" y="125126"/>
                    <a:pt x="192337" y="125126"/>
                  </a:cubicBezTo>
                  <a:cubicBezTo>
                    <a:pt x="196171" y="125126"/>
                    <a:pt x="198727" y="122573"/>
                    <a:pt x="198727" y="118742"/>
                  </a:cubicBezTo>
                  <a:lnTo>
                    <a:pt x="198727" y="68947"/>
                  </a:lnTo>
                  <a:lnTo>
                    <a:pt x="201283" y="68947"/>
                  </a:lnTo>
                  <a:lnTo>
                    <a:pt x="201283" y="110443"/>
                  </a:lnTo>
                  <a:cubicBezTo>
                    <a:pt x="201283" y="114273"/>
                    <a:pt x="203838" y="116827"/>
                    <a:pt x="207673" y="116827"/>
                  </a:cubicBezTo>
                  <a:cubicBezTo>
                    <a:pt x="211507" y="116827"/>
                    <a:pt x="214063" y="114273"/>
                    <a:pt x="214063" y="110443"/>
                  </a:cubicBezTo>
                  <a:lnTo>
                    <a:pt x="214063" y="68947"/>
                  </a:lnTo>
                  <a:lnTo>
                    <a:pt x="216618" y="68947"/>
                  </a:lnTo>
                  <a:lnTo>
                    <a:pt x="216618" y="102782"/>
                  </a:lnTo>
                  <a:cubicBezTo>
                    <a:pt x="216618" y="106613"/>
                    <a:pt x="219174" y="109166"/>
                    <a:pt x="223008" y="109166"/>
                  </a:cubicBezTo>
                  <a:cubicBezTo>
                    <a:pt x="226843" y="109166"/>
                    <a:pt x="229398" y="106613"/>
                    <a:pt x="229398" y="102782"/>
                  </a:cubicBezTo>
                  <a:lnTo>
                    <a:pt x="229398" y="68947"/>
                  </a:lnTo>
                  <a:lnTo>
                    <a:pt x="231315" y="68947"/>
                  </a:lnTo>
                  <a:cubicBezTo>
                    <a:pt x="235149" y="68947"/>
                    <a:pt x="237705" y="66393"/>
                    <a:pt x="237705" y="62563"/>
                  </a:cubicBezTo>
                  <a:cubicBezTo>
                    <a:pt x="237705" y="58733"/>
                    <a:pt x="235149" y="56179"/>
                    <a:pt x="231315" y="56179"/>
                  </a:cubicBezTo>
                </a:path>
              </a:pathLst>
            </a:custGeom>
            <a:solidFill>
              <a:srgbClr val="0076A8"/>
            </a:solidFill>
            <a:ln w="6390" cap="flat">
              <a:noFill/>
              <a:prstDash val="solid"/>
              <a:miter/>
            </a:ln>
          </p:spPr>
          <p:txBody>
            <a:bodyPr rtlCol="0" anchor="ctr"/>
            <a:lstStyle/>
            <a:p>
              <a:endParaRPr lang="en-US"/>
            </a:p>
          </p:txBody>
        </p:sp>
      </p:grpSp>
      <p:sp>
        <p:nvSpPr>
          <p:cNvPr id="1020" name="Graphic 4">
            <a:extLst>
              <a:ext uri="{FF2B5EF4-FFF2-40B4-BE49-F238E27FC236}">
                <a16:creationId xmlns:a16="http://schemas.microsoft.com/office/drawing/2014/main" id="{6DC02B82-A383-F249-9AFC-526FD91690AB}"/>
              </a:ext>
            </a:extLst>
          </p:cNvPr>
          <p:cNvSpPr/>
          <p:nvPr/>
        </p:nvSpPr>
        <p:spPr>
          <a:xfrm>
            <a:off x="9279466" y="4792617"/>
            <a:ext cx="361671" cy="361333"/>
          </a:xfrm>
          <a:custGeom>
            <a:avLst/>
            <a:gdLst>
              <a:gd name="connsiteX0" fmla="*/ 293298 w 361671"/>
              <a:gd name="connsiteY0" fmla="*/ 187689 h 361333"/>
              <a:gd name="connsiteX1" fmla="*/ 291382 w 361671"/>
              <a:gd name="connsiteY1" fmla="*/ 187689 h 361333"/>
              <a:gd name="connsiteX2" fmla="*/ 291382 w 361671"/>
              <a:gd name="connsiteY2" fmla="*/ 221524 h 361333"/>
              <a:gd name="connsiteX3" fmla="*/ 284992 w 361671"/>
              <a:gd name="connsiteY3" fmla="*/ 227908 h 361333"/>
              <a:gd name="connsiteX4" fmla="*/ 278602 w 361671"/>
              <a:gd name="connsiteY4" fmla="*/ 221524 h 361333"/>
              <a:gd name="connsiteX5" fmla="*/ 278602 w 361671"/>
              <a:gd name="connsiteY5" fmla="*/ 187689 h 361333"/>
              <a:gd name="connsiteX6" fmla="*/ 276046 w 361671"/>
              <a:gd name="connsiteY6" fmla="*/ 187689 h 361333"/>
              <a:gd name="connsiteX7" fmla="*/ 276046 w 361671"/>
              <a:gd name="connsiteY7" fmla="*/ 229185 h 361333"/>
              <a:gd name="connsiteX8" fmla="*/ 269656 w 361671"/>
              <a:gd name="connsiteY8" fmla="*/ 235569 h 361333"/>
              <a:gd name="connsiteX9" fmla="*/ 263266 w 361671"/>
              <a:gd name="connsiteY9" fmla="*/ 229185 h 361333"/>
              <a:gd name="connsiteX10" fmla="*/ 263266 w 361671"/>
              <a:gd name="connsiteY10" fmla="*/ 187689 h 361333"/>
              <a:gd name="connsiteX11" fmla="*/ 260710 w 361671"/>
              <a:gd name="connsiteY11" fmla="*/ 187689 h 361333"/>
              <a:gd name="connsiteX12" fmla="*/ 260710 w 361671"/>
              <a:gd name="connsiteY12" fmla="*/ 237484 h 361333"/>
              <a:gd name="connsiteX13" fmla="*/ 254320 w 361671"/>
              <a:gd name="connsiteY13" fmla="*/ 243868 h 361333"/>
              <a:gd name="connsiteX14" fmla="*/ 247930 w 361671"/>
              <a:gd name="connsiteY14" fmla="*/ 237484 h 361333"/>
              <a:gd name="connsiteX15" fmla="*/ 247930 w 361671"/>
              <a:gd name="connsiteY15" fmla="*/ 187689 h 361333"/>
              <a:gd name="connsiteX16" fmla="*/ 113741 w 361671"/>
              <a:gd name="connsiteY16" fmla="*/ 187689 h 361333"/>
              <a:gd name="connsiteX17" fmla="*/ 113741 w 361671"/>
              <a:gd name="connsiteY17" fmla="*/ 237484 h 361333"/>
              <a:gd name="connsiteX18" fmla="*/ 107351 w 361671"/>
              <a:gd name="connsiteY18" fmla="*/ 243868 h 361333"/>
              <a:gd name="connsiteX19" fmla="*/ 100961 w 361671"/>
              <a:gd name="connsiteY19" fmla="*/ 237484 h 361333"/>
              <a:gd name="connsiteX20" fmla="*/ 100961 w 361671"/>
              <a:gd name="connsiteY20" fmla="*/ 187689 h 361333"/>
              <a:gd name="connsiteX21" fmla="*/ 98405 w 361671"/>
              <a:gd name="connsiteY21" fmla="*/ 187689 h 361333"/>
              <a:gd name="connsiteX22" fmla="*/ 98405 w 361671"/>
              <a:gd name="connsiteY22" fmla="*/ 229185 h 361333"/>
              <a:gd name="connsiteX23" fmla="*/ 92015 w 361671"/>
              <a:gd name="connsiteY23" fmla="*/ 235569 h 361333"/>
              <a:gd name="connsiteX24" fmla="*/ 85625 w 361671"/>
              <a:gd name="connsiteY24" fmla="*/ 229185 h 361333"/>
              <a:gd name="connsiteX25" fmla="*/ 85625 w 361671"/>
              <a:gd name="connsiteY25" fmla="*/ 187689 h 361333"/>
              <a:gd name="connsiteX26" fmla="*/ 83069 w 361671"/>
              <a:gd name="connsiteY26" fmla="*/ 187689 h 361333"/>
              <a:gd name="connsiteX27" fmla="*/ 83069 w 361671"/>
              <a:gd name="connsiteY27" fmla="*/ 221524 h 361333"/>
              <a:gd name="connsiteX28" fmla="*/ 76679 w 361671"/>
              <a:gd name="connsiteY28" fmla="*/ 227908 h 361333"/>
              <a:gd name="connsiteX29" fmla="*/ 70289 w 361671"/>
              <a:gd name="connsiteY29" fmla="*/ 221524 h 361333"/>
              <a:gd name="connsiteX30" fmla="*/ 70289 w 361671"/>
              <a:gd name="connsiteY30" fmla="*/ 187689 h 361333"/>
              <a:gd name="connsiteX31" fmla="*/ 68373 w 361671"/>
              <a:gd name="connsiteY31" fmla="*/ 187689 h 361333"/>
              <a:gd name="connsiteX32" fmla="*/ 61983 w 361671"/>
              <a:gd name="connsiteY32" fmla="*/ 181305 h 361333"/>
              <a:gd name="connsiteX33" fmla="*/ 68373 w 361671"/>
              <a:gd name="connsiteY33" fmla="*/ 174921 h 361333"/>
              <a:gd name="connsiteX34" fmla="*/ 70289 w 361671"/>
              <a:gd name="connsiteY34" fmla="*/ 174921 h 361333"/>
              <a:gd name="connsiteX35" fmla="*/ 70289 w 361671"/>
              <a:gd name="connsiteY35" fmla="*/ 141086 h 361333"/>
              <a:gd name="connsiteX36" fmla="*/ 76679 w 361671"/>
              <a:gd name="connsiteY36" fmla="*/ 134702 h 361333"/>
              <a:gd name="connsiteX37" fmla="*/ 83069 w 361671"/>
              <a:gd name="connsiteY37" fmla="*/ 141086 h 361333"/>
              <a:gd name="connsiteX38" fmla="*/ 83069 w 361671"/>
              <a:gd name="connsiteY38" fmla="*/ 174921 h 361333"/>
              <a:gd name="connsiteX39" fmla="*/ 85625 w 361671"/>
              <a:gd name="connsiteY39" fmla="*/ 174921 h 361333"/>
              <a:gd name="connsiteX40" fmla="*/ 85625 w 361671"/>
              <a:gd name="connsiteY40" fmla="*/ 133425 h 361333"/>
              <a:gd name="connsiteX41" fmla="*/ 92015 w 361671"/>
              <a:gd name="connsiteY41" fmla="*/ 127041 h 361333"/>
              <a:gd name="connsiteX42" fmla="*/ 98405 w 361671"/>
              <a:gd name="connsiteY42" fmla="*/ 133425 h 361333"/>
              <a:gd name="connsiteX43" fmla="*/ 98405 w 361671"/>
              <a:gd name="connsiteY43" fmla="*/ 174921 h 361333"/>
              <a:gd name="connsiteX44" fmla="*/ 100961 w 361671"/>
              <a:gd name="connsiteY44" fmla="*/ 174921 h 361333"/>
              <a:gd name="connsiteX45" fmla="*/ 100961 w 361671"/>
              <a:gd name="connsiteY45" fmla="*/ 125126 h 361333"/>
              <a:gd name="connsiteX46" fmla="*/ 107351 w 361671"/>
              <a:gd name="connsiteY46" fmla="*/ 118742 h 361333"/>
              <a:gd name="connsiteX47" fmla="*/ 113741 w 361671"/>
              <a:gd name="connsiteY47" fmla="*/ 125126 h 361333"/>
              <a:gd name="connsiteX48" fmla="*/ 113741 w 361671"/>
              <a:gd name="connsiteY48" fmla="*/ 174921 h 361333"/>
              <a:gd name="connsiteX49" fmla="*/ 247930 w 361671"/>
              <a:gd name="connsiteY49" fmla="*/ 174921 h 361333"/>
              <a:gd name="connsiteX50" fmla="*/ 247930 w 361671"/>
              <a:gd name="connsiteY50" fmla="*/ 125126 h 361333"/>
              <a:gd name="connsiteX51" fmla="*/ 254320 w 361671"/>
              <a:gd name="connsiteY51" fmla="*/ 118742 h 361333"/>
              <a:gd name="connsiteX52" fmla="*/ 260710 w 361671"/>
              <a:gd name="connsiteY52" fmla="*/ 125126 h 361333"/>
              <a:gd name="connsiteX53" fmla="*/ 260710 w 361671"/>
              <a:gd name="connsiteY53" fmla="*/ 174921 h 361333"/>
              <a:gd name="connsiteX54" fmla="*/ 263266 w 361671"/>
              <a:gd name="connsiteY54" fmla="*/ 174921 h 361333"/>
              <a:gd name="connsiteX55" fmla="*/ 263266 w 361671"/>
              <a:gd name="connsiteY55" fmla="*/ 133425 h 361333"/>
              <a:gd name="connsiteX56" fmla="*/ 269656 w 361671"/>
              <a:gd name="connsiteY56" fmla="*/ 127041 h 361333"/>
              <a:gd name="connsiteX57" fmla="*/ 276046 w 361671"/>
              <a:gd name="connsiteY57" fmla="*/ 133425 h 361333"/>
              <a:gd name="connsiteX58" fmla="*/ 276046 w 361671"/>
              <a:gd name="connsiteY58" fmla="*/ 174921 h 361333"/>
              <a:gd name="connsiteX59" fmla="*/ 278602 w 361671"/>
              <a:gd name="connsiteY59" fmla="*/ 174921 h 361333"/>
              <a:gd name="connsiteX60" fmla="*/ 278602 w 361671"/>
              <a:gd name="connsiteY60" fmla="*/ 141086 h 361333"/>
              <a:gd name="connsiteX61" fmla="*/ 284992 w 361671"/>
              <a:gd name="connsiteY61" fmla="*/ 134702 h 361333"/>
              <a:gd name="connsiteX62" fmla="*/ 291382 w 361671"/>
              <a:gd name="connsiteY62" fmla="*/ 141086 h 361333"/>
              <a:gd name="connsiteX63" fmla="*/ 291382 w 361671"/>
              <a:gd name="connsiteY63" fmla="*/ 174921 h 361333"/>
              <a:gd name="connsiteX64" fmla="*/ 293298 w 361671"/>
              <a:gd name="connsiteY64" fmla="*/ 174921 h 361333"/>
              <a:gd name="connsiteX65" fmla="*/ 299688 w 361671"/>
              <a:gd name="connsiteY65" fmla="*/ 181305 h 361333"/>
              <a:gd name="connsiteX66" fmla="*/ 293298 w 361671"/>
              <a:gd name="connsiteY66" fmla="*/ 187689 h 361333"/>
              <a:gd name="connsiteX67" fmla="*/ 180836 w 361671"/>
              <a:gd name="connsiteY67" fmla="*/ 0 h 361333"/>
              <a:gd name="connsiteX68" fmla="*/ 0 w 361671"/>
              <a:gd name="connsiteY68" fmla="*/ 180667 h 361333"/>
              <a:gd name="connsiteX69" fmla="*/ 180836 w 361671"/>
              <a:gd name="connsiteY69" fmla="*/ 361334 h 361333"/>
              <a:gd name="connsiteX70" fmla="*/ 361671 w 361671"/>
              <a:gd name="connsiteY70" fmla="*/ 180667 h 361333"/>
              <a:gd name="connsiteX71" fmla="*/ 180836 w 361671"/>
              <a:gd name="connsiteY71"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1671" h="361333">
                <a:moveTo>
                  <a:pt x="293298" y="187689"/>
                </a:moveTo>
                <a:lnTo>
                  <a:pt x="291382" y="187689"/>
                </a:lnTo>
                <a:lnTo>
                  <a:pt x="291382" y="221524"/>
                </a:lnTo>
                <a:cubicBezTo>
                  <a:pt x="291382" y="225355"/>
                  <a:pt x="288826" y="227908"/>
                  <a:pt x="284992" y="227908"/>
                </a:cubicBezTo>
                <a:cubicBezTo>
                  <a:pt x="281157" y="227908"/>
                  <a:pt x="278602" y="225355"/>
                  <a:pt x="278602" y="221524"/>
                </a:cubicBezTo>
                <a:lnTo>
                  <a:pt x="278602" y="187689"/>
                </a:lnTo>
                <a:lnTo>
                  <a:pt x="276046" y="187689"/>
                </a:lnTo>
                <a:lnTo>
                  <a:pt x="276046" y="229185"/>
                </a:lnTo>
                <a:cubicBezTo>
                  <a:pt x="276046" y="233015"/>
                  <a:pt x="273490" y="235569"/>
                  <a:pt x="269656" y="235569"/>
                </a:cubicBezTo>
                <a:cubicBezTo>
                  <a:pt x="265822" y="235569"/>
                  <a:pt x="263266" y="233015"/>
                  <a:pt x="263266" y="229185"/>
                </a:cubicBezTo>
                <a:lnTo>
                  <a:pt x="263266" y="187689"/>
                </a:lnTo>
                <a:lnTo>
                  <a:pt x="260710" y="187689"/>
                </a:lnTo>
                <a:lnTo>
                  <a:pt x="260710" y="237484"/>
                </a:lnTo>
                <a:cubicBezTo>
                  <a:pt x="260710" y="241315"/>
                  <a:pt x="258154" y="243868"/>
                  <a:pt x="254320" y="243868"/>
                </a:cubicBezTo>
                <a:cubicBezTo>
                  <a:pt x="250486" y="243868"/>
                  <a:pt x="247930" y="241315"/>
                  <a:pt x="247930" y="237484"/>
                </a:cubicBezTo>
                <a:lnTo>
                  <a:pt x="247930" y="187689"/>
                </a:lnTo>
                <a:lnTo>
                  <a:pt x="113741" y="187689"/>
                </a:lnTo>
                <a:lnTo>
                  <a:pt x="113741" y="237484"/>
                </a:lnTo>
                <a:cubicBezTo>
                  <a:pt x="113741" y="241315"/>
                  <a:pt x="111185" y="243868"/>
                  <a:pt x="107351" y="243868"/>
                </a:cubicBezTo>
                <a:cubicBezTo>
                  <a:pt x="103517" y="243868"/>
                  <a:pt x="100961" y="241315"/>
                  <a:pt x="100961" y="237484"/>
                </a:cubicBezTo>
                <a:lnTo>
                  <a:pt x="100961" y="187689"/>
                </a:lnTo>
                <a:lnTo>
                  <a:pt x="98405" y="187689"/>
                </a:lnTo>
                <a:lnTo>
                  <a:pt x="98405" y="229185"/>
                </a:lnTo>
                <a:cubicBezTo>
                  <a:pt x="98405" y="233015"/>
                  <a:pt x="95849" y="235569"/>
                  <a:pt x="92015" y="235569"/>
                </a:cubicBezTo>
                <a:cubicBezTo>
                  <a:pt x="88181" y="235569"/>
                  <a:pt x="85625" y="233015"/>
                  <a:pt x="85625" y="229185"/>
                </a:cubicBezTo>
                <a:lnTo>
                  <a:pt x="85625" y="187689"/>
                </a:lnTo>
                <a:lnTo>
                  <a:pt x="83069" y="187689"/>
                </a:lnTo>
                <a:lnTo>
                  <a:pt x="83069" y="221524"/>
                </a:lnTo>
                <a:cubicBezTo>
                  <a:pt x="83069" y="225355"/>
                  <a:pt x="80514" y="227908"/>
                  <a:pt x="76679" y="227908"/>
                </a:cubicBezTo>
                <a:cubicBezTo>
                  <a:pt x="72845" y="227908"/>
                  <a:pt x="70289" y="225355"/>
                  <a:pt x="70289" y="221524"/>
                </a:cubicBezTo>
                <a:lnTo>
                  <a:pt x="70289" y="187689"/>
                </a:lnTo>
                <a:lnTo>
                  <a:pt x="68373" y="187689"/>
                </a:lnTo>
                <a:cubicBezTo>
                  <a:pt x="64539" y="187689"/>
                  <a:pt x="61983" y="185135"/>
                  <a:pt x="61983" y="181305"/>
                </a:cubicBezTo>
                <a:cubicBezTo>
                  <a:pt x="61983" y="177475"/>
                  <a:pt x="64539" y="174921"/>
                  <a:pt x="68373" y="174921"/>
                </a:cubicBezTo>
                <a:lnTo>
                  <a:pt x="70289" y="174921"/>
                </a:lnTo>
                <a:lnTo>
                  <a:pt x="70289" y="141086"/>
                </a:lnTo>
                <a:cubicBezTo>
                  <a:pt x="70289" y="137256"/>
                  <a:pt x="72845" y="134702"/>
                  <a:pt x="76679" y="134702"/>
                </a:cubicBezTo>
                <a:cubicBezTo>
                  <a:pt x="80514" y="134702"/>
                  <a:pt x="83069" y="137256"/>
                  <a:pt x="83069" y="141086"/>
                </a:cubicBezTo>
                <a:lnTo>
                  <a:pt x="83069" y="174921"/>
                </a:lnTo>
                <a:lnTo>
                  <a:pt x="85625" y="174921"/>
                </a:lnTo>
                <a:lnTo>
                  <a:pt x="85625" y="133425"/>
                </a:lnTo>
                <a:cubicBezTo>
                  <a:pt x="85625" y="129595"/>
                  <a:pt x="88181" y="127041"/>
                  <a:pt x="92015" y="127041"/>
                </a:cubicBezTo>
                <a:cubicBezTo>
                  <a:pt x="95849" y="127041"/>
                  <a:pt x="98405" y="129595"/>
                  <a:pt x="98405" y="133425"/>
                </a:cubicBezTo>
                <a:lnTo>
                  <a:pt x="98405" y="174921"/>
                </a:lnTo>
                <a:lnTo>
                  <a:pt x="100961" y="174921"/>
                </a:lnTo>
                <a:lnTo>
                  <a:pt x="100961" y="125126"/>
                </a:lnTo>
                <a:cubicBezTo>
                  <a:pt x="100961" y="121296"/>
                  <a:pt x="103517" y="118742"/>
                  <a:pt x="107351" y="118742"/>
                </a:cubicBezTo>
                <a:cubicBezTo>
                  <a:pt x="111185" y="118742"/>
                  <a:pt x="113741" y="121296"/>
                  <a:pt x="113741" y="125126"/>
                </a:cubicBezTo>
                <a:lnTo>
                  <a:pt x="113741" y="174921"/>
                </a:lnTo>
                <a:lnTo>
                  <a:pt x="247930" y="174921"/>
                </a:lnTo>
                <a:lnTo>
                  <a:pt x="247930" y="125126"/>
                </a:lnTo>
                <a:cubicBezTo>
                  <a:pt x="247930" y="121296"/>
                  <a:pt x="250486" y="118742"/>
                  <a:pt x="254320" y="118742"/>
                </a:cubicBezTo>
                <a:cubicBezTo>
                  <a:pt x="258154" y="118742"/>
                  <a:pt x="260710" y="121296"/>
                  <a:pt x="260710" y="125126"/>
                </a:cubicBezTo>
                <a:lnTo>
                  <a:pt x="260710" y="174921"/>
                </a:lnTo>
                <a:lnTo>
                  <a:pt x="263266" y="174921"/>
                </a:lnTo>
                <a:lnTo>
                  <a:pt x="263266" y="133425"/>
                </a:lnTo>
                <a:cubicBezTo>
                  <a:pt x="263266" y="129595"/>
                  <a:pt x="265822" y="127041"/>
                  <a:pt x="269656" y="127041"/>
                </a:cubicBezTo>
                <a:cubicBezTo>
                  <a:pt x="273490" y="127041"/>
                  <a:pt x="276046" y="129595"/>
                  <a:pt x="276046" y="133425"/>
                </a:cubicBezTo>
                <a:lnTo>
                  <a:pt x="276046" y="174921"/>
                </a:lnTo>
                <a:lnTo>
                  <a:pt x="278602" y="174921"/>
                </a:lnTo>
                <a:lnTo>
                  <a:pt x="278602" y="141086"/>
                </a:lnTo>
                <a:cubicBezTo>
                  <a:pt x="278602" y="137256"/>
                  <a:pt x="281157" y="134702"/>
                  <a:pt x="284992" y="134702"/>
                </a:cubicBezTo>
                <a:cubicBezTo>
                  <a:pt x="288826" y="134702"/>
                  <a:pt x="291382" y="137256"/>
                  <a:pt x="291382" y="141086"/>
                </a:cubicBezTo>
                <a:lnTo>
                  <a:pt x="291382" y="174921"/>
                </a:lnTo>
                <a:lnTo>
                  <a:pt x="293298" y="174921"/>
                </a:lnTo>
                <a:cubicBezTo>
                  <a:pt x="297132" y="174921"/>
                  <a:pt x="299688" y="177475"/>
                  <a:pt x="299688" y="181305"/>
                </a:cubicBezTo>
                <a:cubicBezTo>
                  <a:pt x="299688" y="185135"/>
                  <a:pt x="296493" y="187689"/>
                  <a:pt x="293298" y="187689"/>
                </a:cubicBezTo>
                <a:moveTo>
                  <a:pt x="180836" y="0"/>
                </a:moveTo>
                <a:cubicBezTo>
                  <a:pt x="80514" y="0"/>
                  <a:pt x="0" y="81077"/>
                  <a:pt x="0" y="180667"/>
                </a:cubicBezTo>
                <a:cubicBezTo>
                  <a:pt x="0" y="280895"/>
                  <a:pt x="81153" y="361334"/>
                  <a:pt x="180836" y="361334"/>
                </a:cubicBezTo>
                <a:cubicBezTo>
                  <a:pt x="280518" y="361334"/>
                  <a:pt x="361671" y="280257"/>
                  <a:pt x="361671" y="180667"/>
                </a:cubicBezTo>
                <a:cubicBezTo>
                  <a:pt x="361671" y="81077"/>
                  <a:pt x="280518" y="0"/>
                  <a:pt x="180836" y="0"/>
                </a:cubicBezTo>
              </a:path>
            </a:pathLst>
          </a:custGeom>
          <a:solidFill>
            <a:srgbClr val="0076A8"/>
          </a:solidFill>
          <a:ln w="6390" cap="flat">
            <a:noFill/>
            <a:prstDash val="solid"/>
            <a:miter/>
          </a:ln>
        </p:spPr>
        <p:txBody>
          <a:bodyPr rtlCol="0" anchor="ctr"/>
          <a:lstStyle/>
          <a:p>
            <a:endParaRPr lang="en-US"/>
          </a:p>
        </p:txBody>
      </p:sp>
      <p:grpSp>
        <p:nvGrpSpPr>
          <p:cNvPr id="1021" name="Graphic 4">
            <a:extLst>
              <a:ext uri="{FF2B5EF4-FFF2-40B4-BE49-F238E27FC236}">
                <a16:creationId xmlns:a16="http://schemas.microsoft.com/office/drawing/2014/main" id="{58C889C0-9B6D-304F-8051-345B4B247A1C}"/>
              </a:ext>
            </a:extLst>
          </p:cNvPr>
          <p:cNvGrpSpPr/>
          <p:nvPr/>
        </p:nvGrpSpPr>
        <p:grpSpPr>
          <a:xfrm>
            <a:off x="7802113" y="4308712"/>
            <a:ext cx="361670" cy="361333"/>
            <a:chOff x="7802113" y="4308712"/>
            <a:chExt cx="361670" cy="361333"/>
          </a:xfrm>
          <a:solidFill>
            <a:srgbClr val="0076A8"/>
          </a:solidFill>
        </p:grpSpPr>
        <p:sp>
          <p:nvSpPr>
            <p:cNvPr id="1022" name="Graphic 4">
              <a:extLst>
                <a:ext uri="{FF2B5EF4-FFF2-40B4-BE49-F238E27FC236}">
                  <a16:creationId xmlns:a16="http://schemas.microsoft.com/office/drawing/2014/main" id="{D459754F-03C7-914D-8B28-4B5A2AB67CDC}"/>
                </a:ext>
              </a:extLst>
            </p:cNvPr>
            <p:cNvSpPr/>
            <p:nvPr/>
          </p:nvSpPr>
          <p:spPr>
            <a:xfrm>
              <a:off x="7802113" y="4308712"/>
              <a:ext cx="361670" cy="361333"/>
            </a:xfrm>
            <a:custGeom>
              <a:avLst/>
              <a:gdLst>
                <a:gd name="connsiteX0" fmla="*/ 180836 w 361670"/>
                <a:gd name="connsiteY0" fmla="*/ 349204 h 361333"/>
                <a:gd name="connsiteX1" fmla="*/ 12780 w 361670"/>
                <a:gd name="connsiteY1" fmla="*/ 181305 h 361333"/>
                <a:gd name="connsiteX2" fmla="*/ 180836 w 361670"/>
                <a:gd name="connsiteY2" fmla="*/ 13407 h 361333"/>
                <a:gd name="connsiteX3" fmla="*/ 348890 w 361670"/>
                <a:gd name="connsiteY3" fmla="*/ 181305 h 361333"/>
                <a:gd name="connsiteX4" fmla="*/ 180836 w 361670"/>
                <a:gd name="connsiteY4" fmla="*/ 349204 h 361333"/>
                <a:gd name="connsiteX5" fmla="*/ 180836 w 361670"/>
                <a:gd name="connsiteY5" fmla="*/ 0 h 361333"/>
                <a:gd name="connsiteX6" fmla="*/ 0 w 361670"/>
                <a:gd name="connsiteY6" fmla="*/ 180667 h 361333"/>
                <a:gd name="connsiteX7" fmla="*/ 180836 w 361670"/>
                <a:gd name="connsiteY7" fmla="*/ 361334 h 361333"/>
                <a:gd name="connsiteX8" fmla="*/ 361670 w 361670"/>
                <a:gd name="connsiteY8" fmla="*/ 180667 h 361333"/>
                <a:gd name="connsiteX9" fmla="*/ 180836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349204"/>
                  </a:moveTo>
                  <a:cubicBezTo>
                    <a:pt x="88181" y="349204"/>
                    <a:pt x="12780" y="273873"/>
                    <a:pt x="12780" y="181305"/>
                  </a:cubicBezTo>
                  <a:cubicBezTo>
                    <a:pt x="12780" y="88738"/>
                    <a:pt x="88181" y="13407"/>
                    <a:pt x="180836" y="13407"/>
                  </a:cubicBezTo>
                  <a:cubicBezTo>
                    <a:pt x="273490" y="13407"/>
                    <a:pt x="348890" y="88738"/>
                    <a:pt x="348890" y="181305"/>
                  </a:cubicBezTo>
                  <a:cubicBezTo>
                    <a:pt x="348890" y="273234"/>
                    <a:pt x="273490" y="349204"/>
                    <a:pt x="180836" y="349204"/>
                  </a:cubicBezTo>
                  <a:moveTo>
                    <a:pt x="180836" y="0"/>
                  </a:moveTo>
                  <a:cubicBezTo>
                    <a:pt x="80513" y="0"/>
                    <a:pt x="0" y="81077"/>
                    <a:pt x="0" y="180667"/>
                  </a:cubicBezTo>
                  <a:cubicBezTo>
                    <a:pt x="0" y="280895"/>
                    <a:pt x="81152" y="361334"/>
                    <a:pt x="180836" y="361334"/>
                  </a:cubicBezTo>
                  <a:cubicBezTo>
                    <a:pt x="281157" y="361334"/>
                    <a:pt x="361670" y="280257"/>
                    <a:pt x="361670" y="180667"/>
                  </a:cubicBezTo>
                  <a:cubicBezTo>
                    <a:pt x="361670" y="81077"/>
                    <a:pt x="280518" y="0"/>
                    <a:pt x="180836" y="0"/>
                  </a:cubicBezTo>
                </a:path>
              </a:pathLst>
            </a:custGeom>
            <a:solidFill>
              <a:srgbClr val="0076A8"/>
            </a:solidFill>
            <a:ln w="6390" cap="flat">
              <a:noFill/>
              <a:prstDash val="solid"/>
              <a:miter/>
            </a:ln>
          </p:spPr>
          <p:txBody>
            <a:bodyPr rtlCol="0" anchor="ctr"/>
            <a:lstStyle/>
            <a:p>
              <a:endParaRPr lang="en-US"/>
            </a:p>
          </p:txBody>
        </p:sp>
        <p:sp>
          <p:nvSpPr>
            <p:cNvPr id="1023" name="Graphic 4">
              <a:extLst>
                <a:ext uri="{FF2B5EF4-FFF2-40B4-BE49-F238E27FC236}">
                  <a16:creationId xmlns:a16="http://schemas.microsoft.com/office/drawing/2014/main" id="{A3819010-DB13-F440-9F56-01C1BE240E65}"/>
                </a:ext>
              </a:extLst>
            </p:cNvPr>
            <p:cNvSpPr/>
            <p:nvPr/>
          </p:nvSpPr>
          <p:spPr>
            <a:xfrm>
              <a:off x="7896044" y="4438306"/>
              <a:ext cx="48564" cy="48518"/>
            </a:xfrm>
            <a:custGeom>
              <a:avLst/>
              <a:gdLst>
                <a:gd name="connsiteX0" fmla="*/ 24282 w 48564"/>
                <a:gd name="connsiteY0" fmla="*/ 13407 h 48518"/>
                <a:gd name="connsiteX1" fmla="*/ 35784 w 48564"/>
                <a:gd name="connsiteY1" fmla="*/ 24898 h 48518"/>
                <a:gd name="connsiteX2" fmla="*/ 24282 w 48564"/>
                <a:gd name="connsiteY2" fmla="*/ 36389 h 48518"/>
                <a:gd name="connsiteX3" fmla="*/ 12780 w 48564"/>
                <a:gd name="connsiteY3" fmla="*/ 24898 h 48518"/>
                <a:gd name="connsiteX4" fmla="*/ 24282 w 48564"/>
                <a:gd name="connsiteY4" fmla="*/ 13407 h 48518"/>
                <a:gd name="connsiteX5" fmla="*/ 24282 w 48564"/>
                <a:gd name="connsiteY5" fmla="*/ 48519 h 48518"/>
                <a:gd name="connsiteX6" fmla="*/ 48564 w 48564"/>
                <a:gd name="connsiteY6" fmla="*/ 24259 h 48518"/>
                <a:gd name="connsiteX7" fmla="*/ 24282 w 48564"/>
                <a:gd name="connsiteY7" fmla="*/ 0 h 48518"/>
                <a:gd name="connsiteX8" fmla="*/ 0 w 48564"/>
                <a:gd name="connsiteY8" fmla="*/ 24259 h 48518"/>
                <a:gd name="connsiteX9" fmla="*/ 24282 w 48564"/>
                <a:gd name="connsiteY9" fmla="*/ 48519 h 4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564" h="48518">
                  <a:moveTo>
                    <a:pt x="24282" y="13407"/>
                  </a:moveTo>
                  <a:cubicBezTo>
                    <a:pt x="30672" y="13407"/>
                    <a:pt x="35784" y="18514"/>
                    <a:pt x="35784" y="24898"/>
                  </a:cubicBezTo>
                  <a:cubicBezTo>
                    <a:pt x="35784" y="31282"/>
                    <a:pt x="30672" y="36389"/>
                    <a:pt x="24282" y="36389"/>
                  </a:cubicBezTo>
                  <a:cubicBezTo>
                    <a:pt x="17892" y="36389"/>
                    <a:pt x="12780" y="31282"/>
                    <a:pt x="12780" y="24898"/>
                  </a:cubicBezTo>
                  <a:cubicBezTo>
                    <a:pt x="12780" y="18514"/>
                    <a:pt x="17892" y="13407"/>
                    <a:pt x="24282" y="13407"/>
                  </a:cubicBezTo>
                  <a:moveTo>
                    <a:pt x="24282" y="48519"/>
                  </a:moveTo>
                  <a:cubicBezTo>
                    <a:pt x="37701" y="48519"/>
                    <a:pt x="48564" y="37666"/>
                    <a:pt x="48564" y="24259"/>
                  </a:cubicBezTo>
                  <a:cubicBezTo>
                    <a:pt x="48564" y="10853"/>
                    <a:pt x="37701" y="0"/>
                    <a:pt x="24282" y="0"/>
                  </a:cubicBezTo>
                  <a:cubicBezTo>
                    <a:pt x="10863" y="0"/>
                    <a:pt x="0" y="10853"/>
                    <a:pt x="0" y="24259"/>
                  </a:cubicBezTo>
                  <a:cubicBezTo>
                    <a:pt x="0" y="37666"/>
                    <a:pt x="10863" y="48519"/>
                    <a:pt x="24282" y="48519"/>
                  </a:cubicBezTo>
                </a:path>
              </a:pathLst>
            </a:custGeom>
            <a:solidFill>
              <a:srgbClr val="0076A8"/>
            </a:solidFill>
            <a:ln w="6390" cap="flat">
              <a:noFill/>
              <a:prstDash val="solid"/>
              <a:miter/>
            </a:ln>
          </p:spPr>
          <p:txBody>
            <a:bodyPr rtlCol="0" anchor="ctr"/>
            <a:lstStyle/>
            <a:p>
              <a:endParaRPr lang="en-US"/>
            </a:p>
          </p:txBody>
        </p:sp>
        <p:sp>
          <p:nvSpPr>
            <p:cNvPr id="1024" name="Graphic 4">
              <a:extLst>
                <a:ext uri="{FF2B5EF4-FFF2-40B4-BE49-F238E27FC236}">
                  <a16:creationId xmlns:a16="http://schemas.microsoft.com/office/drawing/2014/main" id="{34D9D3F0-1BDE-594A-B311-68A7C0000A8B}"/>
                </a:ext>
              </a:extLst>
            </p:cNvPr>
            <p:cNvSpPr/>
            <p:nvPr/>
          </p:nvSpPr>
          <p:spPr>
            <a:xfrm>
              <a:off x="7869846" y="4430007"/>
              <a:ext cx="226203" cy="119380"/>
            </a:xfrm>
            <a:custGeom>
              <a:avLst/>
              <a:gdLst>
                <a:gd name="connsiteX0" fmla="*/ 92654 w 226203"/>
                <a:gd name="connsiteY0" fmla="*/ 61925 h 119380"/>
                <a:gd name="connsiteX1" fmla="*/ 92654 w 226203"/>
                <a:gd name="connsiteY1" fmla="*/ 38943 h 119380"/>
                <a:gd name="connsiteX2" fmla="*/ 184031 w 226203"/>
                <a:gd name="connsiteY2" fmla="*/ 38943 h 119380"/>
                <a:gd name="connsiteX3" fmla="*/ 212785 w 226203"/>
                <a:gd name="connsiteY3" fmla="*/ 61925 h 119380"/>
                <a:gd name="connsiteX4" fmla="*/ 92654 w 226203"/>
                <a:gd name="connsiteY4" fmla="*/ 61925 h 119380"/>
                <a:gd name="connsiteX5" fmla="*/ 184031 w 226203"/>
                <a:gd name="connsiteY5" fmla="*/ 26175 h 119380"/>
                <a:gd name="connsiteX6" fmla="*/ 86264 w 226203"/>
                <a:gd name="connsiteY6" fmla="*/ 26175 h 119380"/>
                <a:gd name="connsiteX7" fmla="*/ 79874 w 226203"/>
                <a:gd name="connsiteY7" fmla="*/ 32559 h 119380"/>
                <a:gd name="connsiteX8" fmla="*/ 79874 w 226203"/>
                <a:gd name="connsiteY8" fmla="*/ 61925 h 119380"/>
                <a:gd name="connsiteX9" fmla="*/ 12780 w 226203"/>
                <a:gd name="connsiteY9" fmla="*/ 61925 h 119380"/>
                <a:gd name="connsiteX10" fmla="*/ 12780 w 226203"/>
                <a:gd name="connsiteY10" fmla="*/ 6384 h 119380"/>
                <a:gd name="connsiteX11" fmla="*/ 6390 w 226203"/>
                <a:gd name="connsiteY11" fmla="*/ 0 h 119380"/>
                <a:gd name="connsiteX12" fmla="*/ 0 w 226203"/>
                <a:gd name="connsiteY12" fmla="*/ 6384 h 119380"/>
                <a:gd name="connsiteX13" fmla="*/ 0 w 226203"/>
                <a:gd name="connsiteY13" fmla="*/ 112997 h 119380"/>
                <a:gd name="connsiteX14" fmla="*/ 6390 w 226203"/>
                <a:gd name="connsiteY14" fmla="*/ 119381 h 119380"/>
                <a:gd name="connsiteX15" fmla="*/ 12780 w 226203"/>
                <a:gd name="connsiteY15" fmla="*/ 112997 h 119380"/>
                <a:gd name="connsiteX16" fmla="*/ 12780 w 226203"/>
                <a:gd name="connsiteY16" fmla="*/ 74693 h 119380"/>
                <a:gd name="connsiteX17" fmla="*/ 86264 w 226203"/>
                <a:gd name="connsiteY17" fmla="*/ 74693 h 119380"/>
                <a:gd name="connsiteX18" fmla="*/ 213424 w 226203"/>
                <a:gd name="connsiteY18" fmla="*/ 74693 h 119380"/>
                <a:gd name="connsiteX19" fmla="*/ 213424 w 226203"/>
                <a:gd name="connsiteY19" fmla="*/ 112997 h 119380"/>
                <a:gd name="connsiteX20" fmla="*/ 219814 w 226203"/>
                <a:gd name="connsiteY20" fmla="*/ 119381 h 119380"/>
                <a:gd name="connsiteX21" fmla="*/ 226204 w 226203"/>
                <a:gd name="connsiteY21" fmla="*/ 112997 h 119380"/>
                <a:gd name="connsiteX22" fmla="*/ 226204 w 226203"/>
                <a:gd name="connsiteY22" fmla="*/ 68309 h 119380"/>
                <a:gd name="connsiteX23" fmla="*/ 184031 w 226203"/>
                <a:gd name="connsiteY23" fmla="*/ 26175 h 119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6203" h="119380">
                  <a:moveTo>
                    <a:pt x="92654" y="61925"/>
                  </a:moveTo>
                  <a:lnTo>
                    <a:pt x="92654" y="38943"/>
                  </a:lnTo>
                  <a:lnTo>
                    <a:pt x="184031" y="38943"/>
                  </a:lnTo>
                  <a:cubicBezTo>
                    <a:pt x="186587" y="38943"/>
                    <a:pt x="208951" y="40219"/>
                    <a:pt x="212785" y="61925"/>
                  </a:cubicBezTo>
                  <a:lnTo>
                    <a:pt x="92654" y="61925"/>
                  </a:lnTo>
                  <a:close/>
                  <a:moveTo>
                    <a:pt x="184031" y="26175"/>
                  </a:moveTo>
                  <a:lnTo>
                    <a:pt x="86264" y="26175"/>
                  </a:lnTo>
                  <a:cubicBezTo>
                    <a:pt x="82430" y="26175"/>
                    <a:pt x="79874" y="28728"/>
                    <a:pt x="79874" y="32559"/>
                  </a:cubicBezTo>
                  <a:lnTo>
                    <a:pt x="79874" y="61925"/>
                  </a:lnTo>
                  <a:lnTo>
                    <a:pt x="12780" y="61925"/>
                  </a:lnTo>
                  <a:lnTo>
                    <a:pt x="12780" y="6384"/>
                  </a:lnTo>
                  <a:cubicBezTo>
                    <a:pt x="12780" y="2554"/>
                    <a:pt x="10224" y="0"/>
                    <a:pt x="6390" y="0"/>
                  </a:cubicBezTo>
                  <a:cubicBezTo>
                    <a:pt x="2556" y="0"/>
                    <a:pt x="0" y="2554"/>
                    <a:pt x="0" y="6384"/>
                  </a:cubicBezTo>
                  <a:lnTo>
                    <a:pt x="0" y="112997"/>
                  </a:lnTo>
                  <a:cubicBezTo>
                    <a:pt x="0" y="116827"/>
                    <a:pt x="2556" y="119381"/>
                    <a:pt x="6390" y="119381"/>
                  </a:cubicBezTo>
                  <a:cubicBezTo>
                    <a:pt x="10224" y="119381"/>
                    <a:pt x="12780" y="116827"/>
                    <a:pt x="12780" y="112997"/>
                  </a:cubicBezTo>
                  <a:lnTo>
                    <a:pt x="12780" y="74693"/>
                  </a:lnTo>
                  <a:lnTo>
                    <a:pt x="86264" y="74693"/>
                  </a:lnTo>
                  <a:lnTo>
                    <a:pt x="213424" y="74693"/>
                  </a:lnTo>
                  <a:lnTo>
                    <a:pt x="213424" y="112997"/>
                  </a:lnTo>
                  <a:cubicBezTo>
                    <a:pt x="213424" y="116827"/>
                    <a:pt x="215980" y="119381"/>
                    <a:pt x="219814" y="119381"/>
                  </a:cubicBezTo>
                  <a:cubicBezTo>
                    <a:pt x="223648" y="119381"/>
                    <a:pt x="226204" y="116827"/>
                    <a:pt x="226204" y="112997"/>
                  </a:cubicBezTo>
                  <a:lnTo>
                    <a:pt x="226204" y="68309"/>
                  </a:lnTo>
                  <a:cubicBezTo>
                    <a:pt x="226204" y="35751"/>
                    <a:pt x="198727" y="26813"/>
                    <a:pt x="184031" y="26175"/>
                  </a:cubicBezTo>
                </a:path>
              </a:pathLst>
            </a:custGeom>
            <a:solidFill>
              <a:srgbClr val="0076A8"/>
            </a:solidFill>
            <a:ln w="6390" cap="flat">
              <a:noFill/>
              <a:prstDash val="solid"/>
              <a:miter/>
            </a:ln>
          </p:spPr>
          <p:txBody>
            <a:bodyPr rtlCol="0" anchor="ctr"/>
            <a:lstStyle/>
            <a:p>
              <a:endParaRPr lang="en-US"/>
            </a:p>
          </p:txBody>
        </p:sp>
      </p:grpSp>
      <p:grpSp>
        <p:nvGrpSpPr>
          <p:cNvPr id="1025" name="Graphic 4">
            <a:extLst>
              <a:ext uri="{FF2B5EF4-FFF2-40B4-BE49-F238E27FC236}">
                <a16:creationId xmlns:a16="http://schemas.microsoft.com/office/drawing/2014/main" id="{1BE042DA-12AE-1F46-85D2-F643401378A9}"/>
              </a:ext>
            </a:extLst>
          </p:cNvPr>
          <p:cNvGrpSpPr/>
          <p:nvPr/>
        </p:nvGrpSpPr>
        <p:grpSpPr>
          <a:xfrm>
            <a:off x="8239823" y="4308712"/>
            <a:ext cx="361674" cy="361333"/>
            <a:chOff x="8239823" y="4308712"/>
            <a:chExt cx="361674" cy="361333"/>
          </a:xfrm>
          <a:solidFill>
            <a:srgbClr val="0076A8"/>
          </a:solidFill>
        </p:grpSpPr>
        <p:sp>
          <p:nvSpPr>
            <p:cNvPr id="1026" name="Graphic 4">
              <a:extLst>
                <a:ext uri="{FF2B5EF4-FFF2-40B4-BE49-F238E27FC236}">
                  <a16:creationId xmlns:a16="http://schemas.microsoft.com/office/drawing/2014/main" id="{14F520FC-6D72-264D-9B98-A14AA2EDC841}"/>
                </a:ext>
              </a:extLst>
            </p:cNvPr>
            <p:cNvSpPr/>
            <p:nvPr/>
          </p:nvSpPr>
          <p:spPr>
            <a:xfrm>
              <a:off x="8400211" y="4468950"/>
              <a:ext cx="120131" cy="22982"/>
            </a:xfrm>
            <a:custGeom>
              <a:avLst/>
              <a:gdLst>
                <a:gd name="connsiteX0" fmla="*/ 91376 w 120131"/>
                <a:gd name="connsiteY0" fmla="*/ 0 h 22982"/>
                <a:gd name="connsiteX1" fmla="*/ 0 w 120131"/>
                <a:gd name="connsiteY1" fmla="*/ 0 h 22982"/>
                <a:gd name="connsiteX2" fmla="*/ 0 w 120131"/>
                <a:gd name="connsiteY2" fmla="*/ 22982 h 22982"/>
                <a:gd name="connsiteX3" fmla="*/ 120131 w 120131"/>
                <a:gd name="connsiteY3" fmla="*/ 22982 h 22982"/>
                <a:gd name="connsiteX4" fmla="*/ 91376 w 120131"/>
                <a:gd name="connsiteY4" fmla="*/ 0 h 22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31" h="22982">
                  <a:moveTo>
                    <a:pt x="91376" y="0"/>
                  </a:moveTo>
                  <a:lnTo>
                    <a:pt x="0" y="0"/>
                  </a:lnTo>
                  <a:lnTo>
                    <a:pt x="0" y="22982"/>
                  </a:lnTo>
                  <a:lnTo>
                    <a:pt x="120131" y="22982"/>
                  </a:lnTo>
                  <a:cubicBezTo>
                    <a:pt x="116297" y="1276"/>
                    <a:pt x="94571" y="638"/>
                    <a:pt x="91376" y="0"/>
                  </a:cubicBezTo>
                </a:path>
              </a:pathLst>
            </a:custGeom>
            <a:solidFill>
              <a:srgbClr val="0076A8"/>
            </a:solidFill>
            <a:ln w="6390" cap="flat">
              <a:noFill/>
              <a:prstDash val="solid"/>
              <a:miter/>
            </a:ln>
          </p:spPr>
          <p:txBody>
            <a:bodyPr rtlCol="0" anchor="ctr"/>
            <a:lstStyle/>
            <a:p>
              <a:endParaRPr lang="en-US"/>
            </a:p>
          </p:txBody>
        </p:sp>
        <p:sp>
          <p:nvSpPr>
            <p:cNvPr id="1027" name="Graphic 4">
              <a:extLst>
                <a:ext uri="{FF2B5EF4-FFF2-40B4-BE49-F238E27FC236}">
                  <a16:creationId xmlns:a16="http://schemas.microsoft.com/office/drawing/2014/main" id="{9E672B65-6253-2F4C-9A51-3A266D6BD700}"/>
                </a:ext>
              </a:extLst>
            </p:cNvPr>
            <p:cNvSpPr/>
            <p:nvPr/>
          </p:nvSpPr>
          <p:spPr>
            <a:xfrm>
              <a:off x="8239823" y="4308712"/>
              <a:ext cx="361674" cy="361333"/>
            </a:xfrm>
            <a:custGeom>
              <a:avLst/>
              <a:gdLst>
                <a:gd name="connsiteX0" fmla="*/ 293937 w 361674"/>
                <a:gd name="connsiteY0" fmla="*/ 234292 h 361333"/>
                <a:gd name="connsiteX1" fmla="*/ 287547 w 361674"/>
                <a:gd name="connsiteY1" fmla="*/ 240676 h 361333"/>
                <a:gd name="connsiteX2" fmla="*/ 281157 w 361674"/>
                <a:gd name="connsiteY2" fmla="*/ 234292 h 361333"/>
                <a:gd name="connsiteX3" fmla="*/ 281157 w 361674"/>
                <a:gd name="connsiteY3" fmla="*/ 195988 h 361333"/>
                <a:gd name="connsiteX4" fmla="*/ 153997 w 361674"/>
                <a:gd name="connsiteY4" fmla="*/ 195988 h 361333"/>
                <a:gd name="connsiteX5" fmla="*/ 80513 w 361674"/>
                <a:gd name="connsiteY5" fmla="*/ 195988 h 361333"/>
                <a:gd name="connsiteX6" fmla="*/ 80513 w 361674"/>
                <a:gd name="connsiteY6" fmla="*/ 234292 h 361333"/>
                <a:gd name="connsiteX7" fmla="*/ 74123 w 361674"/>
                <a:gd name="connsiteY7" fmla="*/ 240676 h 361333"/>
                <a:gd name="connsiteX8" fmla="*/ 67733 w 361674"/>
                <a:gd name="connsiteY8" fmla="*/ 234292 h 361333"/>
                <a:gd name="connsiteX9" fmla="*/ 67733 w 361674"/>
                <a:gd name="connsiteY9" fmla="*/ 127680 h 361333"/>
                <a:gd name="connsiteX10" fmla="*/ 74123 w 361674"/>
                <a:gd name="connsiteY10" fmla="*/ 121296 h 361333"/>
                <a:gd name="connsiteX11" fmla="*/ 80513 w 361674"/>
                <a:gd name="connsiteY11" fmla="*/ 127680 h 361333"/>
                <a:gd name="connsiteX12" fmla="*/ 80513 w 361674"/>
                <a:gd name="connsiteY12" fmla="*/ 183220 h 361333"/>
                <a:gd name="connsiteX13" fmla="*/ 147607 w 361674"/>
                <a:gd name="connsiteY13" fmla="*/ 183220 h 361333"/>
                <a:gd name="connsiteX14" fmla="*/ 147607 w 361674"/>
                <a:gd name="connsiteY14" fmla="*/ 153854 h 361333"/>
                <a:gd name="connsiteX15" fmla="*/ 153997 w 361674"/>
                <a:gd name="connsiteY15" fmla="*/ 147470 h 361333"/>
                <a:gd name="connsiteX16" fmla="*/ 251764 w 361674"/>
                <a:gd name="connsiteY16" fmla="*/ 147470 h 361333"/>
                <a:gd name="connsiteX17" fmla="*/ 293937 w 361674"/>
                <a:gd name="connsiteY17" fmla="*/ 189604 h 361333"/>
                <a:gd name="connsiteX18" fmla="*/ 293937 w 361674"/>
                <a:gd name="connsiteY18" fmla="*/ 234292 h 361333"/>
                <a:gd name="connsiteX19" fmla="*/ 118853 w 361674"/>
                <a:gd name="connsiteY19" fmla="*/ 130233 h 361333"/>
                <a:gd name="connsiteX20" fmla="*/ 143135 w 361674"/>
                <a:gd name="connsiteY20" fmla="*/ 154492 h 361333"/>
                <a:gd name="connsiteX21" fmla="*/ 118853 w 361674"/>
                <a:gd name="connsiteY21" fmla="*/ 178752 h 361333"/>
                <a:gd name="connsiteX22" fmla="*/ 94571 w 361674"/>
                <a:gd name="connsiteY22" fmla="*/ 154492 h 361333"/>
                <a:gd name="connsiteX23" fmla="*/ 118853 w 361674"/>
                <a:gd name="connsiteY23" fmla="*/ 130233 h 361333"/>
                <a:gd name="connsiteX24" fmla="*/ 180836 w 361674"/>
                <a:gd name="connsiteY24" fmla="*/ 0 h 361333"/>
                <a:gd name="connsiteX25" fmla="*/ 0 w 361674"/>
                <a:gd name="connsiteY25" fmla="*/ 180667 h 361333"/>
                <a:gd name="connsiteX26" fmla="*/ 180836 w 361674"/>
                <a:gd name="connsiteY26" fmla="*/ 361334 h 361333"/>
                <a:gd name="connsiteX27" fmla="*/ 361670 w 361674"/>
                <a:gd name="connsiteY27" fmla="*/ 180667 h 361333"/>
                <a:gd name="connsiteX28" fmla="*/ 180836 w 361674"/>
                <a:gd name="connsiteY28"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1674" h="361333">
                  <a:moveTo>
                    <a:pt x="293937" y="234292"/>
                  </a:moveTo>
                  <a:cubicBezTo>
                    <a:pt x="293937" y="238122"/>
                    <a:pt x="291381" y="240676"/>
                    <a:pt x="287547" y="240676"/>
                  </a:cubicBezTo>
                  <a:cubicBezTo>
                    <a:pt x="283713" y="240676"/>
                    <a:pt x="281157" y="238122"/>
                    <a:pt x="281157" y="234292"/>
                  </a:cubicBezTo>
                  <a:lnTo>
                    <a:pt x="281157" y="195988"/>
                  </a:lnTo>
                  <a:lnTo>
                    <a:pt x="153997" y="195988"/>
                  </a:lnTo>
                  <a:lnTo>
                    <a:pt x="80513" y="195988"/>
                  </a:lnTo>
                  <a:lnTo>
                    <a:pt x="80513" y="234292"/>
                  </a:lnTo>
                  <a:cubicBezTo>
                    <a:pt x="80513" y="238122"/>
                    <a:pt x="77957" y="240676"/>
                    <a:pt x="74123" y="240676"/>
                  </a:cubicBezTo>
                  <a:cubicBezTo>
                    <a:pt x="70289" y="240676"/>
                    <a:pt x="67733" y="238122"/>
                    <a:pt x="67733" y="234292"/>
                  </a:cubicBezTo>
                  <a:lnTo>
                    <a:pt x="67733" y="127680"/>
                  </a:lnTo>
                  <a:cubicBezTo>
                    <a:pt x="67733" y="123849"/>
                    <a:pt x="70289" y="121296"/>
                    <a:pt x="74123" y="121296"/>
                  </a:cubicBezTo>
                  <a:cubicBezTo>
                    <a:pt x="77957" y="121296"/>
                    <a:pt x="80513" y="123849"/>
                    <a:pt x="80513" y="127680"/>
                  </a:cubicBezTo>
                  <a:lnTo>
                    <a:pt x="80513" y="183220"/>
                  </a:lnTo>
                  <a:lnTo>
                    <a:pt x="147607" y="183220"/>
                  </a:lnTo>
                  <a:lnTo>
                    <a:pt x="147607" y="153854"/>
                  </a:lnTo>
                  <a:cubicBezTo>
                    <a:pt x="147607" y="150024"/>
                    <a:pt x="150164" y="147470"/>
                    <a:pt x="153997" y="147470"/>
                  </a:cubicBezTo>
                  <a:lnTo>
                    <a:pt x="251764" y="147470"/>
                  </a:lnTo>
                  <a:cubicBezTo>
                    <a:pt x="266460" y="147470"/>
                    <a:pt x="293937" y="156408"/>
                    <a:pt x="293937" y="189604"/>
                  </a:cubicBezTo>
                  <a:lnTo>
                    <a:pt x="293937" y="234292"/>
                  </a:lnTo>
                  <a:close/>
                  <a:moveTo>
                    <a:pt x="118853" y="130233"/>
                  </a:moveTo>
                  <a:cubicBezTo>
                    <a:pt x="132271" y="130233"/>
                    <a:pt x="143135" y="141086"/>
                    <a:pt x="143135" y="154492"/>
                  </a:cubicBezTo>
                  <a:cubicBezTo>
                    <a:pt x="143135" y="167899"/>
                    <a:pt x="132271" y="178752"/>
                    <a:pt x="118853" y="178752"/>
                  </a:cubicBezTo>
                  <a:cubicBezTo>
                    <a:pt x="105434" y="178752"/>
                    <a:pt x="94571" y="167899"/>
                    <a:pt x="94571" y="154492"/>
                  </a:cubicBezTo>
                  <a:cubicBezTo>
                    <a:pt x="94571" y="141086"/>
                    <a:pt x="105434" y="130233"/>
                    <a:pt x="118853" y="130233"/>
                  </a:cubicBezTo>
                  <a:moveTo>
                    <a:pt x="180836" y="0"/>
                  </a:moveTo>
                  <a:cubicBezTo>
                    <a:pt x="80513" y="0"/>
                    <a:pt x="0" y="81077"/>
                    <a:pt x="0" y="180667"/>
                  </a:cubicBezTo>
                  <a:cubicBezTo>
                    <a:pt x="0" y="280895"/>
                    <a:pt x="81152" y="361334"/>
                    <a:pt x="180836" y="361334"/>
                  </a:cubicBezTo>
                  <a:cubicBezTo>
                    <a:pt x="281157" y="361334"/>
                    <a:pt x="361670" y="280257"/>
                    <a:pt x="361670" y="180667"/>
                  </a:cubicBezTo>
                  <a:cubicBezTo>
                    <a:pt x="362309" y="81077"/>
                    <a:pt x="281157" y="0"/>
                    <a:pt x="180836" y="0"/>
                  </a:cubicBezTo>
                </a:path>
              </a:pathLst>
            </a:custGeom>
            <a:solidFill>
              <a:srgbClr val="0076A8"/>
            </a:solidFill>
            <a:ln w="6390" cap="flat">
              <a:noFill/>
              <a:prstDash val="solid"/>
              <a:miter/>
            </a:ln>
          </p:spPr>
          <p:txBody>
            <a:bodyPr rtlCol="0" anchor="ctr"/>
            <a:lstStyle/>
            <a:p>
              <a:endParaRPr lang="en-US"/>
            </a:p>
          </p:txBody>
        </p:sp>
        <p:sp>
          <p:nvSpPr>
            <p:cNvPr id="1028" name="Graphic 4">
              <a:extLst>
                <a:ext uri="{FF2B5EF4-FFF2-40B4-BE49-F238E27FC236}">
                  <a16:creationId xmlns:a16="http://schemas.microsoft.com/office/drawing/2014/main" id="{96921F98-2EDD-8946-97BE-4CB64EFE1DCE}"/>
                </a:ext>
              </a:extLst>
            </p:cNvPr>
            <p:cNvSpPr/>
            <p:nvPr/>
          </p:nvSpPr>
          <p:spPr>
            <a:xfrm>
              <a:off x="8347175" y="4451074"/>
              <a:ext cx="23003" cy="22982"/>
            </a:xfrm>
            <a:custGeom>
              <a:avLst/>
              <a:gdLst>
                <a:gd name="connsiteX0" fmla="*/ 11501 w 23003"/>
                <a:gd name="connsiteY0" fmla="*/ 22983 h 22982"/>
                <a:gd name="connsiteX1" fmla="*/ 23004 w 23003"/>
                <a:gd name="connsiteY1" fmla="*/ 11491 h 22982"/>
                <a:gd name="connsiteX2" fmla="*/ 11501 w 23003"/>
                <a:gd name="connsiteY2" fmla="*/ 0 h 22982"/>
                <a:gd name="connsiteX3" fmla="*/ 0 w 23003"/>
                <a:gd name="connsiteY3" fmla="*/ 11491 h 22982"/>
                <a:gd name="connsiteX4" fmla="*/ 11501 w 23003"/>
                <a:gd name="connsiteY4" fmla="*/ 22983 h 22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03" h="22982">
                  <a:moveTo>
                    <a:pt x="11501" y="22983"/>
                  </a:moveTo>
                  <a:cubicBezTo>
                    <a:pt x="17891" y="22983"/>
                    <a:pt x="23004" y="17875"/>
                    <a:pt x="23004" y="11491"/>
                  </a:cubicBezTo>
                  <a:cubicBezTo>
                    <a:pt x="23004" y="5107"/>
                    <a:pt x="17891" y="0"/>
                    <a:pt x="11501" y="0"/>
                  </a:cubicBezTo>
                  <a:cubicBezTo>
                    <a:pt x="5111" y="0"/>
                    <a:pt x="0" y="5107"/>
                    <a:pt x="0" y="11491"/>
                  </a:cubicBezTo>
                  <a:cubicBezTo>
                    <a:pt x="0" y="17875"/>
                    <a:pt x="5111" y="22983"/>
                    <a:pt x="11501" y="22983"/>
                  </a:cubicBezTo>
                </a:path>
              </a:pathLst>
            </a:custGeom>
            <a:solidFill>
              <a:srgbClr val="0076A8"/>
            </a:solidFill>
            <a:ln w="6390" cap="flat">
              <a:noFill/>
              <a:prstDash val="solid"/>
              <a:miter/>
            </a:ln>
          </p:spPr>
          <p:txBody>
            <a:bodyPr rtlCol="0" anchor="ctr"/>
            <a:lstStyle/>
            <a:p>
              <a:endParaRPr lang="en-US"/>
            </a:p>
          </p:txBody>
        </p:sp>
      </p:grpSp>
      <p:grpSp>
        <p:nvGrpSpPr>
          <p:cNvPr id="1029" name="Graphic 4">
            <a:extLst>
              <a:ext uri="{FF2B5EF4-FFF2-40B4-BE49-F238E27FC236}">
                <a16:creationId xmlns:a16="http://schemas.microsoft.com/office/drawing/2014/main" id="{E2890F6D-9448-E64A-A4F7-6E8834D145DA}"/>
              </a:ext>
            </a:extLst>
          </p:cNvPr>
          <p:cNvGrpSpPr/>
          <p:nvPr/>
        </p:nvGrpSpPr>
        <p:grpSpPr>
          <a:xfrm>
            <a:off x="9887149" y="3824168"/>
            <a:ext cx="361670" cy="361333"/>
            <a:chOff x="9887149" y="3824168"/>
            <a:chExt cx="361670" cy="361333"/>
          </a:xfrm>
          <a:solidFill>
            <a:srgbClr val="0076A8"/>
          </a:solidFill>
        </p:grpSpPr>
        <p:sp>
          <p:nvSpPr>
            <p:cNvPr id="1030" name="Graphic 4">
              <a:extLst>
                <a:ext uri="{FF2B5EF4-FFF2-40B4-BE49-F238E27FC236}">
                  <a16:creationId xmlns:a16="http://schemas.microsoft.com/office/drawing/2014/main" id="{591FF095-AC2B-F446-8BDB-F8DDD991384F}"/>
                </a:ext>
              </a:extLst>
            </p:cNvPr>
            <p:cNvSpPr/>
            <p:nvPr/>
          </p:nvSpPr>
          <p:spPr>
            <a:xfrm>
              <a:off x="9887149" y="3824168"/>
              <a:ext cx="361670" cy="361333"/>
            </a:xfrm>
            <a:custGeom>
              <a:avLst/>
              <a:gdLst>
                <a:gd name="connsiteX0" fmla="*/ 180835 w 361670"/>
                <a:gd name="connsiteY0" fmla="*/ 349204 h 361333"/>
                <a:gd name="connsiteX1" fmla="*/ 12780 w 361670"/>
                <a:gd name="connsiteY1" fmla="*/ 181305 h 361333"/>
                <a:gd name="connsiteX2" fmla="*/ 180835 w 361670"/>
                <a:gd name="connsiteY2" fmla="*/ 13406 h 361333"/>
                <a:gd name="connsiteX3" fmla="*/ 348890 w 361670"/>
                <a:gd name="connsiteY3" fmla="*/ 181305 h 361333"/>
                <a:gd name="connsiteX4" fmla="*/ 180835 w 361670"/>
                <a:gd name="connsiteY4" fmla="*/ 349204 h 361333"/>
                <a:gd name="connsiteX5" fmla="*/ 180835 w 361670"/>
                <a:gd name="connsiteY5" fmla="*/ 0 h 361333"/>
                <a:gd name="connsiteX6" fmla="*/ 0 w 361670"/>
                <a:gd name="connsiteY6" fmla="*/ 180667 h 361333"/>
                <a:gd name="connsiteX7" fmla="*/ 180835 w 361670"/>
                <a:gd name="connsiteY7" fmla="*/ 361333 h 361333"/>
                <a:gd name="connsiteX8" fmla="*/ 361670 w 361670"/>
                <a:gd name="connsiteY8" fmla="*/ 180667 h 361333"/>
                <a:gd name="connsiteX9" fmla="*/ 180835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1670" y="81076"/>
                    <a:pt x="281157" y="0"/>
                    <a:pt x="180835" y="0"/>
                  </a:cubicBezTo>
                </a:path>
              </a:pathLst>
            </a:custGeom>
            <a:solidFill>
              <a:srgbClr val="0076A8"/>
            </a:solidFill>
            <a:ln w="6390" cap="flat">
              <a:noFill/>
              <a:prstDash val="solid"/>
              <a:miter/>
            </a:ln>
          </p:spPr>
          <p:txBody>
            <a:bodyPr rtlCol="0" anchor="ctr"/>
            <a:lstStyle/>
            <a:p>
              <a:endParaRPr lang="en-US"/>
            </a:p>
          </p:txBody>
        </p:sp>
        <p:sp>
          <p:nvSpPr>
            <p:cNvPr id="1031" name="Graphic 4">
              <a:extLst>
                <a:ext uri="{FF2B5EF4-FFF2-40B4-BE49-F238E27FC236}">
                  <a16:creationId xmlns:a16="http://schemas.microsoft.com/office/drawing/2014/main" id="{37A60E53-7334-EC4B-BEE6-5C901B66855C}"/>
                </a:ext>
              </a:extLst>
            </p:cNvPr>
            <p:cNvSpPr/>
            <p:nvPr/>
          </p:nvSpPr>
          <p:spPr>
            <a:xfrm>
              <a:off x="9943380" y="3956954"/>
              <a:ext cx="247929" cy="95759"/>
            </a:xfrm>
            <a:custGeom>
              <a:avLst/>
              <a:gdLst>
                <a:gd name="connsiteX0" fmla="*/ 191059 w 247929"/>
                <a:gd name="connsiteY0" fmla="*/ 83630 h 95759"/>
                <a:gd name="connsiteX1" fmla="*/ 155915 w 247929"/>
                <a:gd name="connsiteY1" fmla="*/ 48518 h 95759"/>
                <a:gd name="connsiteX2" fmla="*/ 191059 w 247929"/>
                <a:gd name="connsiteY2" fmla="*/ 13406 h 95759"/>
                <a:gd name="connsiteX3" fmla="*/ 226204 w 247929"/>
                <a:gd name="connsiteY3" fmla="*/ 48518 h 95759"/>
                <a:gd name="connsiteX4" fmla="*/ 191059 w 247929"/>
                <a:gd name="connsiteY4" fmla="*/ 83630 h 95759"/>
                <a:gd name="connsiteX5" fmla="*/ 58148 w 247929"/>
                <a:gd name="connsiteY5" fmla="*/ 83630 h 95759"/>
                <a:gd name="connsiteX6" fmla="*/ 23004 w 247929"/>
                <a:gd name="connsiteY6" fmla="*/ 48518 h 95759"/>
                <a:gd name="connsiteX7" fmla="*/ 58148 w 247929"/>
                <a:gd name="connsiteY7" fmla="*/ 13406 h 95759"/>
                <a:gd name="connsiteX8" fmla="*/ 93293 w 247929"/>
                <a:gd name="connsiteY8" fmla="*/ 48518 h 95759"/>
                <a:gd name="connsiteX9" fmla="*/ 58148 w 247929"/>
                <a:gd name="connsiteY9" fmla="*/ 83630 h 95759"/>
                <a:gd name="connsiteX10" fmla="*/ 241540 w 247929"/>
                <a:gd name="connsiteY10" fmla="*/ 41496 h 95759"/>
                <a:gd name="connsiteX11" fmla="*/ 238984 w 247929"/>
                <a:gd name="connsiteY11" fmla="*/ 41496 h 95759"/>
                <a:gd name="connsiteX12" fmla="*/ 191059 w 247929"/>
                <a:gd name="connsiteY12" fmla="*/ 0 h 95759"/>
                <a:gd name="connsiteX13" fmla="*/ 143774 w 247929"/>
                <a:gd name="connsiteY13" fmla="*/ 38304 h 95759"/>
                <a:gd name="connsiteX14" fmla="*/ 123965 w 247929"/>
                <a:gd name="connsiteY14" fmla="*/ 33197 h 95759"/>
                <a:gd name="connsiteX15" fmla="*/ 104156 w 247929"/>
                <a:gd name="connsiteY15" fmla="*/ 38304 h 95759"/>
                <a:gd name="connsiteX16" fmla="*/ 56871 w 247929"/>
                <a:gd name="connsiteY16" fmla="*/ 0 h 95759"/>
                <a:gd name="connsiteX17" fmla="*/ 8946 w 247929"/>
                <a:gd name="connsiteY17" fmla="*/ 41496 h 95759"/>
                <a:gd name="connsiteX18" fmla="*/ 6390 w 247929"/>
                <a:gd name="connsiteY18" fmla="*/ 41496 h 95759"/>
                <a:gd name="connsiteX19" fmla="*/ 0 w 247929"/>
                <a:gd name="connsiteY19" fmla="*/ 47880 h 95759"/>
                <a:gd name="connsiteX20" fmla="*/ 6390 w 247929"/>
                <a:gd name="connsiteY20" fmla="*/ 54264 h 95759"/>
                <a:gd name="connsiteX21" fmla="*/ 8946 w 247929"/>
                <a:gd name="connsiteY21" fmla="*/ 54264 h 95759"/>
                <a:gd name="connsiteX22" fmla="*/ 56871 w 247929"/>
                <a:gd name="connsiteY22" fmla="*/ 95760 h 95759"/>
                <a:gd name="connsiteX23" fmla="*/ 104795 w 247929"/>
                <a:gd name="connsiteY23" fmla="*/ 53625 h 95759"/>
                <a:gd name="connsiteX24" fmla="*/ 123965 w 247929"/>
                <a:gd name="connsiteY24" fmla="*/ 45326 h 95759"/>
                <a:gd name="connsiteX25" fmla="*/ 143135 w 247929"/>
                <a:gd name="connsiteY25" fmla="*/ 53625 h 95759"/>
                <a:gd name="connsiteX26" fmla="*/ 191059 w 247929"/>
                <a:gd name="connsiteY26" fmla="*/ 95760 h 95759"/>
                <a:gd name="connsiteX27" fmla="*/ 238984 w 247929"/>
                <a:gd name="connsiteY27" fmla="*/ 54264 h 95759"/>
                <a:gd name="connsiteX28" fmla="*/ 241540 w 247929"/>
                <a:gd name="connsiteY28" fmla="*/ 54264 h 95759"/>
                <a:gd name="connsiteX29" fmla="*/ 247930 w 247929"/>
                <a:gd name="connsiteY29" fmla="*/ 47880 h 95759"/>
                <a:gd name="connsiteX30" fmla="*/ 241540 w 247929"/>
                <a:gd name="connsiteY30" fmla="*/ 41496 h 95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47929" h="95759">
                  <a:moveTo>
                    <a:pt x="191059" y="83630"/>
                  </a:moveTo>
                  <a:cubicBezTo>
                    <a:pt x="171889" y="83630"/>
                    <a:pt x="155915" y="67670"/>
                    <a:pt x="155915" y="48518"/>
                  </a:cubicBezTo>
                  <a:cubicBezTo>
                    <a:pt x="155915" y="29366"/>
                    <a:pt x="171889" y="13406"/>
                    <a:pt x="191059" y="13406"/>
                  </a:cubicBezTo>
                  <a:cubicBezTo>
                    <a:pt x="210229" y="13406"/>
                    <a:pt x="226204" y="29366"/>
                    <a:pt x="226204" y="48518"/>
                  </a:cubicBezTo>
                  <a:cubicBezTo>
                    <a:pt x="226843" y="67670"/>
                    <a:pt x="210868" y="83630"/>
                    <a:pt x="191059" y="83630"/>
                  </a:cubicBezTo>
                  <a:moveTo>
                    <a:pt x="58148" y="83630"/>
                  </a:moveTo>
                  <a:cubicBezTo>
                    <a:pt x="38978" y="83630"/>
                    <a:pt x="23004" y="67670"/>
                    <a:pt x="23004" y="48518"/>
                  </a:cubicBezTo>
                  <a:cubicBezTo>
                    <a:pt x="23004" y="29366"/>
                    <a:pt x="38978" y="13406"/>
                    <a:pt x="58148" y="13406"/>
                  </a:cubicBezTo>
                  <a:cubicBezTo>
                    <a:pt x="77318" y="13406"/>
                    <a:pt x="93293" y="29366"/>
                    <a:pt x="93293" y="48518"/>
                  </a:cubicBezTo>
                  <a:cubicBezTo>
                    <a:pt x="93293" y="67670"/>
                    <a:pt x="77318" y="83630"/>
                    <a:pt x="58148" y="83630"/>
                  </a:cubicBezTo>
                  <a:moveTo>
                    <a:pt x="241540" y="41496"/>
                  </a:moveTo>
                  <a:lnTo>
                    <a:pt x="238984" y="41496"/>
                  </a:lnTo>
                  <a:cubicBezTo>
                    <a:pt x="235789" y="17875"/>
                    <a:pt x="215980" y="0"/>
                    <a:pt x="191059" y="0"/>
                  </a:cubicBezTo>
                  <a:cubicBezTo>
                    <a:pt x="168056" y="0"/>
                    <a:pt x="148247" y="16598"/>
                    <a:pt x="143774" y="38304"/>
                  </a:cubicBezTo>
                  <a:cubicBezTo>
                    <a:pt x="138022" y="35112"/>
                    <a:pt x="130994" y="33197"/>
                    <a:pt x="123965" y="33197"/>
                  </a:cubicBezTo>
                  <a:cubicBezTo>
                    <a:pt x="116936" y="33197"/>
                    <a:pt x="110546" y="35112"/>
                    <a:pt x="104156" y="38304"/>
                  </a:cubicBezTo>
                  <a:cubicBezTo>
                    <a:pt x="99683" y="16598"/>
                    <a:pt x="80513" y="0"/>
                    <a:pt x="56871" y="0"/>
                  </a:cubicBezTo>
                  <a:cubicBezTo>
                    <a:pt x="32589" y="0"/>
                    <a:pt x="12141" y="17875"/>
                    <a:pt x="8946" y="41496"/>
                  </a:cubicBezTo>
                  <a:lnTo>
                    <a:pt x="6390" y="41496"/>
                  </a:lnTo>
                  <a:cubicBezTo>
                    <a:pt x="2556" y="41496"/>
                    <a:pt x="0" y="44049"/>
                    <a:pt x="0" y="47880"/>
                  </a:cubicBezTo>
                  <a:cubicBezTo>
                    <a:pt x="0" y="51710"/>
                    <a:pt x="2556" y="54264"/>
                    <a:pt x="6390" y="54264"/>
                  </a:cubicBezTo>
                  <a:lnTo>
                    <a:pt x="8946" y="54264"/>
                  </a:lnTo>
                  <a:cubicBezTo>
                    <a:pt x="12141" y="77885"/>
                    <a:pt x="31950" y="95760"/>
                    <a:pt x="56871" y="95760"/>
                  </a:cubicBezTo>
                  <a:cubicBezTo>
                    <a:pt x="81153" y="95760"/>
                    <a:pt x="101600" y="77246"/>
                    <a:pt x="104795" y="53625"/>
                  </a:cubicBezTo>
                  <a:cubicBezTo>
                    <a:pt x="109907" y="48518"/>
                    <a:pt x="116936" y="45326"/>
                    <a:pt x="123965" y="45326"/>
                  </a:cubicBezTo>
                  <a:cubicBezTo>
                    <a:pt x="130994" y="45326"/>
                    <a:pt x="138022" y="48518"/>
                    <a:pt x="143135" y="53625"/>
                  </a:cubicBezTo>
                  <a:cubicBezTo>
                    <a:pt x="146330" y="77246"/>
                    <a:pt x="166138" y="95760"/>
                    <a:pt x="191059" y="95760"/>
                  </a:cubicBezTo>
                  <a:cubicBezTo>
                    <a:pt x="215341" y="95760"/>
                    <a:pt x="235789" y="77885"/>
                    <a:pt x="238984" y="54264"/>
                  </a:cubicBezTo>
                  <a:lnTo>
                    <a:pt x="241540" y="54264"/>
                  </a:lnTo>
                  <a:cubicBezTo>
                    <a:pt x="245374" y="54264"/>
                    <a:pt x="247930" y="51710"/>
                    <a:pt x="247930" y="47880"/>
                  </a:cubicBezTo>
                  <a:cubicBezTo>
                    <a:pt x="247930" y="44688"/>
                    <a:pt x="244735" y="41496"/>
                    <a:pt x="241540" y="41496"/>
                  </a:cubicBezTo>
                </a:path>
              </a:pathLst>
            </a:custGeom>
            <a:solidFill>
              <a:srgbClr val="0076A8"/>
            </a:solidFill>
            <a:ln w="6390" cap="flat">
              <a:noFill/>
              <a:prstDash val="solid"/>
              <a:miter/>
            </a:ln>
          </p:spPr>
          <p:txBody>
            <a:bodyPr rtlCol="0" anchor="ctr"/>
            <a:lstStyle/>
            <a:p>
              <a:endParaRPr lang="en-US"/>
            </a:p>
          </p:txBody>
        </p:sp>
      </p:grpSp>
      <p:grpSp>
        <p:nvGrpSpPr>
          <p:cNvPr id="1032" name="Graphic 4">
            <a:extLst>
              <a:ext uri="{FF2B5EF4-FFF2-40B4-BE49-F238E27FC236}">
                <a16:creationId xmlns:a16="http://schemas.microsoft.com/office/drawing/2014/main" id="{23227576-0A38-F342-BDBB-073B7B3187D4}"/>
              </a:ext>
            </a:extLst>
          </p:cNvPr>
          <p:cNvGrpSpPr/>
          <p:nvPr/>
        </p:nvGrpSpPr>
        <p:grpSpPr>
          <a:xfrm>
            <a:off x="10324860" y="3824168"/>
            <a:ext cx="361674" cy="361333"/>
            <a:chOff x="10324860" y="3824168"/>
            <a:chExt cx="361674" cy="361333"/>
          </a:xfrm>
          <a:solidFill>
            <a:srgbClr val="0076A8"/>
          </a:solidFill>
        </p:grpSpPr>
        <p:sp>
          <p:nvSpPr>
            <p:cNvPr id="1033" name="Graphic 4">
              <a:extLst>
                <a:ext uri="{FF2B5EF4-FFF2-40B4-BE49-F238E27FC236}">
                  <a16:creationId xmlns:a16="http://schemas.microsoft.com/office/drawing/2014/main" id="{1C83549B-4DD2-6240-A1C3-C67958E3F390}"/>
                </a:ext>
              </a:extLst>
            </p:cNvPr>
            <p:cNvSpPr/>
            <p:nvPr/>
          </p:nvSpPr>
          <p:spPr>
            <a:xfrm>
              <a:off x="10537645" y="3969722"/>
              <a:ext cx="70289" cy="70223"/>
            </a:xfrm>
            <a:custGeom>
              <a:avLst/>
              <a:gdLst>
                <a:gd name="connsiteX0" fmla="*/ 35145 w 70289"/>
                <a:gd name="connsiteY0" fmla="*/ 0 h 70223"/>
                <a:gd name="connsiteX1" fmla="*/ 0 w 70289"/>
                <a:gd name="connsiteY1" fmla="*/ 35112 h 70223"/>
                <a:gd name="connsiteX2" fmla="*/ 35145 w 70289"/>
                <a:gd name="connsiteY2" fmla="*/ 70224 h 70223"/>
                <a:gd name="connsiteX3" fmla="*/ 70289 w 70289"/>
                <a:gd name="connsiteY3" fmla="*/ 35112 h 70223"/>
                <a:gd name="connsiteX4" fmla="*/ 35145 w 70289"/>
                <a:gd name="connsiteY4" fmla="*/ 0 h 70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289" h="70223">
                  <a:moveTo>
                    <a:pt x="35145" y="0"/>
                  </a:moveTo>
                  <a:cubicBezTo>
                    <a:pt x="15975" y="0"/>
                    <a:pt x="0" y="15960"/>
                    <a:pt x="0" y="35112"/>
                  </a:cubicBezTo>
                  <a:cubicBezTo>
                    <a:pt x="0" y="54264"/>
                    <a:pt x="15975" y="70224"/>
                    <a:pt x="35145" y="70224"/>
                  </a:cubicBezTo>
                  <a:cubicBezTo>
                    <a:pt x="54314" y="70224"/>
                    <a:pt x="70289" y="54264"/>
                    <a:pt x="70289" y="35112"/>
                  </a:cubicBezTo>
                  <a:cubicBezTo>
                    <a:pt x="70289" y="15960"/>
                    <a:pt x="54314" y="0"/>
                    <a:pt x="35145" y="0"/>
                  </a:cubicBezTo>
                </a:path>
              </a:pathLst>
            </a:custGeom>
            <a:solidFill>
              <a:srgbClr val="0076A8"/>
            </a:solidFill>
            <a:ln w="6390" cap="flat">
              <a:noFill/>
              <a:prstDash val="solid"/>
              <a:miter/>
            </a:ln>
          </p:spPr>
          <p:txBody>
            <a:bodyPr rtlCol="0" anchor="ctr"/>
            <a:lstStyle/>
            <a:p>
              <a:endParaRPr lang="en-US"/>
            </a:p>
          </p:txBody>
        </p:sp>
        <p:sp>
          <p:nvSpPr>
            <p:cNvPr id="1034" name="Graphic 4">
              <a:extLst>
                <a:ext uri="{FF2B5EF4-FFF2-40B4-BE49-F238E27FC236}">
                  <a16:creationId xmlns:a16="http://schemas.microsoft.com/office/drawing/2014/main" id="{DBFFDA48-DC9F-C147-9825-D1CFA64ED415}"/>
                </a:ext>
              </a:extLst>
            </p:cNvPr>
            <p:cNvSpPr/>
            <p:nvPr/>
          </p:nvSpPr>
          <p:spPr>
            <a:xfrm>
              <a:off x="10404095" y="3969722"/>
              <a:ext cx="70289" cy="70223"/>
            </a:xfrm>
            <a:custGeom>
              <a:avLst/>
              <a:gdLst>
                <a:gd name="connsiteX0" fmla="*/ 35145 w 70289"/>
                <a:gd name="connsiteY0" fmla="*/ 0 h 70223"/>
                <a:gd name="connsiteX1" fmla="*/ 0 w 70289"/>
                <a:gd name="connsiteY1" fmla="*/ 35112 h 70223"/>
                <a:gd name="connsiteX2" fmla="*/ 35145 w 70289"/>
                <a:gd name="connsiteY2" fmla="*/ 70224 h 70223"/>
                <a:gd name="connsiteX3" fmla="*/ 70289 w 70289"/>
                <a:gd name="connsiteY3" fmla="*/ 35112 h 70223"/>
                <a:gd name="connsiteX4" fmla="*/ 35145 w 70289"/>
                <a:gd name="connsiteY4" fmla="*/ 0 h 70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289" h="70223">
                  <a:moveTo>
                    <a:pt x="35145" y="0"/>
                  </a:moveTo>
                  <a:cubicBezTo>
                    <a:pt x="15975" y="0"/>
                    <a:pt x="0" y="15960"/>
                    <a:pt x="0" y="35112"/>
                  </a:cubicBezTo>
                  <a:cubicBezTo>
                    <a:pt x="0" y="54264"/>
                    <a:pt x="15975" y="70224"/>
                    <a:pt x="35145" y="70224"/>
                  </a:cubicBezTo>
                  <a:cubicBezTo>
                    <a:pt x="54314" y="70224"/>
                    <a:pt x="70289" y="54264"/>
                    <a:pt x="70289" y="35112"/>
                  </a:cubicBezTo>
                  <a:cubicBezTo>
                    <a:pt x="70289" y="15960"/>
                    <a:pt x="54314" y="0"/>
                    <a:pt x="35145" y="0"/>
                  </a:cubicBezTo>
                </a:path>
              </a:pathLst>
            </a:custGeom>
            <a:solidFill>
              <a:srgbClr val="0076A8"/>
            </a:solidFill>
            <a:ln w="6390" cap="flat">
              <a:noFill/>
              <a:prstDash val="solid"/>
              <a:miter/>
            </a:ln>
          </p:spPr>
          <p:txBody>
            <a:bodyPr rtlCol="0" anchor="ctr"/>
            <a:lstStyle/>
            <a:p>
              <a:endParaRPr lang="en-US"/>
            </a:p>
          </p:txBody>
        </p:sp>
        <p:sp>
          <p:nvSpPr>
            <p:cNvPr id="1035" name="Graphic 4">
              <a:extLst>
                <a:ext uri="{FF2B5EF4-FFF2-40B4-BE49-F238E27FC236}">
                  <a16:creationId xmlns:a16="http://schemas.microsoft.com/office/drawing/2014/main" id="{BC55B93F-CC3E-114A-9874-2F2474BE4CDA}"/>
                </a:ext>
              </a:extLst>
            </p:cNvPr>
            <p:cNvSpPr/>
            <p:nvPr/>
          </p:nvSpPr>
          <p:spPr>
            <a:xfrm>
              <a:off x="10324860" y="3824168"/>
              <a:ext cx="361674" cy="361333"/>
            </a:xfrm>
            <a:custGeom>
              <a:avLst/>
              <a:gdLst>
                <a:gd name="connsiteX0" fmla="*/ 297771 w 361674"/>
                <a:gd name="connsiteY0" fmla="*/ 187051 h 361333"/>
                <a:gd name="connsiteX1" fmla="*/ 295215 w 361674"/>
                <a:gd name="connsiteY1" fmla="*/ 187051 h 361333"/>
                <a:gd name="connsiteX2" fmla="*/ 247290 w 361674"/>
                <a:gd name="connsiteY2" fmla="*/ 228546 h 361333"/>
                <a:gd name="connsiteX3" fmla="*/ 199366 w 361674"/>
                <a:gd name="connsiteY3" fmla="*/ 186412 h 361333"/>
                <a:gd name="connsiteX4" fmla="*/ 180196 w 361674"/>
                <a:gd name="connsiteY4" fmla="*/ 178113 h 361333"/>
                <a:gd name="connsiteX5" fmla="*/ 161026 w 361674"/>
                <a:gd name="connsiteY5" fmla="*/ 186412 h 361333"/>
                <a:gd name="connsiteX6" fmla="*/ 113102 w 361674"/>
                <a:gd name="connsiteY6" fmla="*/ 228546 h 361333"/>
                <a:gd name="connsiteX7" fmla="*/ 65177 w 361674"/>
                <a:gd name="connsiteY7" fmla="*/ 187051 h 361333"/>
                <a:gd name="connsiteX8" fmla="*/ 62621 w 361674"/>
                <a:gd name="connsiteY8" fmla="*/ 187051 h 361333"/>
                <a:gd name="connsiteX9" fmla="*/ 56231 w 361674"/>
                <a:gd name="connsiteY9" fmla="*/ 180667 h 361333"/>
                <a:gd name="connsiteX10" fmla="*/ 62621 w 361674"/>
                <a:gd name="connsiteY10" fmla="*/ 174283 h 361333"/>
                <a:gd name="connsiteX11" fmla="*/ 65177 w 361674"/>
                <a:gd name="connsiteY11" fmla="*/ 174283 h 361333"/>
                <a:gd name="connsiteX12" fmla="*/ 113102 w 361674"/>
                <a:gd name="connsiteY12" fmla="*/ 132787 h 361333"/>
                <a:gd name="connsiteX13" fmla="*/ 160387 w 361674"/>
                <a:gd name="connsiteY13" fmla="*/ 171091 h 361333"/>
                <a:gd name="connsiteX14" fmla="*/ 180196 w 361674"/>
                <a:gd name="connsiteY14" fmla="*/ 165984 h 361333"/>
                <a:gd name="connsiteX15" fmla="*/ 200005 w 361674"/>
                <a:gd name="connsiteY15" fmla="*/ 171091 h 361333"/>
                <a:gd name="connsiteX16" fmla="*/ 247290 w 361674"/>
                <a:gd name="connsiteY16" fmla="*/ 132787 h 361333"/>
                <a:gd name="connsiteX17" fmla="*/ 295215 w 361674"/>
                <a:gd name="connsiteY17" fmla="*/ 174283 h 361333"/>
                <a:gd name="connsiteX18" fmla="*/ 297771 w 361674"/>
                <a:gd name="connsiteY18" fmla="*/ 174283 h 361333"/>
                <a:gd name="connsiteX19" fmla="*/ 304161 w 361674"/>
                <a:gd name="connsiteY19" fmla="*/ 180667 h 361333"/>
                <a:gd name="connsiteX20" fmla="*/ 297771 w 361674"/>
                <a:gd name="connsiteY20" fmla="*/ 187051 h 361333"/>
                <a:gd name="connsiteX21" fmla="*/ 180835 w 361674"/>
                <a:gd name="connsiteY21" fmla="*/ 0 h 361333"/>
                <a:gd name="connsiteX22" fmla="*/ 0 w 361674"/>
                <a:gd name="connsiteY22" fmla="*/ 180667 h 361333"/>
                <a:gd name="connsiteX23" fmla="*/ 180835 w 361674"/>
                <a:gd name="connsiteY23" fmla="*/ 361333 h 361333"/>
                <a:gd name="connsiteX24" fmla="*/ 361670 w 361674"/>
                <a:gd name="connsiteY24" fmla="*/ 180667 h 361333"/>
                <a:gd name="connsiteX25" fmla="*/ 180835 w 361674"/>
                <a:gd name="connsiteY25"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1674" h="361333">
                  <a:moveTo>
                    <a:pt x="297771" y="187051"/>
                  </a:moveTo>
                  <a:lnTo>
                    <a:pt x="295215" y="187051"/>
                  </a:lnTo>
                  <a:cubicBezTo>
                    <a:pt x="292020" y="210671"/>
                    <a:pt x="272211" y="228546"/>
                    <a:pt x="247290" y="228546"/>
                  </a:cubicBezTo>
                  <a:cubicBezTo>
                    <a:pt x="223008" y="228546"/>
                    <a:pt x="202561" y="210033"/>
                    <a:pt x="199366" y="186412"/>
                  </a:cubicBezTo>
                  <a:cubicBezTo>
                    <a:pt x="194253" y="181305"/>
                    <a:pt x="187225" y="178113"/>
                    <a:pt x="180196" y="178113"/>
                  </a:cubicBezTo>
                  <a:cubicBezTo>
                    <a:pt x="173167" y="178113"/>
                    <a:pt x="166138" y="181305"/>
                    <a:pt x="161026" y="186412"/>
                  </a:cubicBezTo>
                  <a:cubicBezTo>
                    <a:pt x="157831" y="210033"/>
                    <a:pt x="138022" y="228546"/>
                    <a:pt x="113102" y="228546"/>
                  </a:cubicBezTo>
                  <a:cubicBezTo>
                    <a:pt x="88820" y="228546"/>
                    <a:pt x="68372" y="210671"/>
                    <a:pt x="65177" y="187051"/>
                  </a:cubicBezTo>
                  <a:lnTo>
                    <a:pt x="62621" y="187051"/>
                  </a:lnTo>
                  <a:cubicBezTo>
                    <a:pt x="58787" y="187051"/>
                    <a:pt x="56231" y="184497"/>
                    <a:pt x="56231" y="180667"/>
                  </a:cubicBezTo>
                  <a:cubicBezTo>
                    <a:pt x="56231" y="176836"/>
                    <a:pt x="58787" y="174283"/>
                    <a:pt x="62621" y="174283"/>
                  </a:cubicBezTo>
                  <a:lnTo>
                    <a:pt x="65177" y="174283"/>
                  </a:lnTo>
                  <a:cubicBezTo>
                    <a:pt x="68372" y="150662"/>
                    <a:pt x="88181" y="132787"/>
                    <a:pt x="113102" y="132787"/>
                  </a:cubicBezTo>
                  <a:cubicBezTo>
                    <a:pt x="136105" y="132787"/>
                    <a:pt x="155914" y="149385"/>
                    <a:pt x="160387" y="171091"/>
                  </a:cubicBezTo>
                  <a:cubicBezTo>
                    <a:pt x="166138" y="167899"/>
                    <a:pt x="173167" y="165984"/>
                    <a:pt x="180196" y="165984"/>
                  </a:cubicBezTo>
                  <a:cubicBezTo>
                    <a:pt x="187225" y="165984"/>
                    <a:pt x="193615" y="167899"/>
                    <a:pt x="200005" y="171091"/>
                  </a:cubicBezTo>
                  <a:cubicBezTo>
                    <a:pt x="204478" y="149385"/>
                    <a:pt x="223648" y="132787"/>
                    <a:pt x="247290" y="132787"/>
                  </a:cubicBezTo>
                  <a:cubicBezTo>
                    <a:pt x="271572" y="132787"/>
                    <a:pt x="292020" y="150662"/>
                    <a:pt x="295215" y="174283"/>
                  </a:cubicBezTo>
                  <a:lnTo>
                    <a:pt x="297771" y="174283"/>
                  </a:lnTo>
                  <a:cubicBezTo>
                    <a:pt x="301605" y="174283"/>
                    <a:pt x="304161" y="176836"/>
                    <a:pt x="304161" y="180667"/>
                  </a:cubicBezTo>
                  <a:cubicBezTo>
                    <a:pt x="304161" y="184497"/>
                    <a:pt x="301605" y="187051"/>
                    <a:pt x="297771" y="187051"/>
                  </a:cubicBezTo>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2309" y="81076"/>
                    <a:pt x="281157" y="0"/>
                    <a:pt x="180835" y="0"/>
                  </a:cubicBezTo>
                </a:path>
              </a:pathLst>
            </a:custGeom>
            <a:solidFill>
              <a:srgbClr val="0076A8"/>
            </a:solidFill>
            <a:ln w="6390" cap="flat">
              <a:noFill/>
              <a:prstDash val="solid"/>
              <a:miter/>
            </a:ln>
          </p:spPr>
          <p:txBody>
            <a:bodyPr rtlCol="0" anchor="ctr"/>
            <a:lstStyle/>
            <a:p>
              <a:endParaRPr lang="en-US"/>
            </a:p>
          </p:txBody>
        </p:sp>
      </p:grpSp>
      <p:grpSp>
        <p:nvGrpSpPr>
          <p:cNvPr id="1036" name="Graphic 4">
            <a:extLst>
              <a:ext uri="{FF2B5EF4-FFF2-40B4-BE49-F238E27FC236}">
                <a16:creationId xmlns:a16="http://schemas.microsoft.com/office/drawing/2014/main" id="{27566EAE-AA67-2A46-8F53-345A07E6F565}"/>
              </a:ext>
            </a:extLst>
          </p:cNvPr>
          <p:cNvGrpSpPr/>
          <p:nvPr/>
        </p:nvGrpSpPr>
        <p:grpSpPr>
          <a:xfrm>
            <a:off x="7802113" y="2371173"/>
            <a:ext cx="361670" cy="361333"/>
            <a:chOff x="7802113" y="2371173"/>
            <a:chExt cx="361670" cy="361333"/>
          </a:xfrm>
          <a:solidFill>
            <a:srgbClr val="0076A8"/>
          </a:solidFill>
        </p:grpSpPr>
        <p:sp>
          <p:nvSpPr>
            <p:cNvPr id="1037" name="Graphic 4">
              <a:extLst>
                <a:ext uri="{FF2B5EF4-FFF2-40B4-BE49-F238E27FC236}">
                  <a16:creationId xmlns:a16="http://schemas.microsoft.com/office/drawing/2014/main" id="{CB78FA26-30F0-AB48-85BC-8A38E49EC606}"/>
                </a:ext>
              </a:extLst>
            </p:cNvPr>
            <p:cNvSpPr/>
            <p:nvPr/>
          </p:nvSpPr>
          <p:spPr>
            <a:xfrm>
              <a:off x="7802113" y="2371173"/>
              <a:ext cx="361670" cy="361333"/>
            </a:xfrm>
            <a:custGeom>
              <a:avLst/>
              <a:gdLst>
                <a:gd name="connsiteX0" fmla="*/ 180836 w 361670"/>
                <a:gd name="connsiteY0" fmla="*/ 349204 h 361333"/>
                <a:gd name="connsiteX1" fmla="*/ 12780 w 361670"/>
                <a:gd name="connsiteY1" fmla="*/ 181305 h 361333"/>
                <a:gd name="connsiteX2" fmla="*/ 180836 w 361670"/>
                <a:gd name="connsiteY2" fmla="*/ 13406 h 361333"/>
                <a:gd name="connsiteX3" fmla="*/ 348890 w 361670"/>
                <a:gd name="connsiteY3" fmla="*/ 181305 h 361333"/>
                <a:gd name="connsiteX4" fmla="*/ 180836 w 361670"/>
                <a:gd name="connsiteY4" fmla="*/ 349204 h 361333"/>
                <a:gd name="connsiteX5" fmla="*/ 180836 w 361670"/>
                <a:gd name="connsiteY5" fmla="*/ 0 h 361333"/>
                <a:gd name="connsiteX6" fmla="*/ 0 w 361670"/>
                <a:gd name="connsiteY6" fmla="*/ 180667 h 361333"/>
                <a:gd name="connsiteX7" fmla="*/ 180836 w 361670"/>
                <a:gd name="connsiteY7" fmla="*/ 361333 h 361333"/>
                <a:gd name="connsiteX8" fmla="*/ 361670 w 361670"/>
                <a:gd name="connsiteY8" fmla="*/ 180667 h 361333"/>
                <a:gd name="connsiteX9" fmla="*/ 180836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349204"/>
                  </a:moveTo>
                  <a:cubicBezTo>
                    <a:pt x="88181" y="349204"/>
                    <a:pt x="12780" y="273873"/>
                    <a:pt x="12780" y="181305"/>
                  </a:cubicBezTo>
                  <a:cubicBezTo>
                    <a:pt x="12780" y="88738"/>
                    <a:pt x="88181" y="13406"/>
                    <a:pt x="180836" y="13406"/>
                  </a:cubicBezTo>
                  <a:cubicBezTo>
                    <a:pt x="273490" y="13406"/>
                    <a:pt x="348890" y="88738"/>
                    <a:pt x="348890" y="181305"/>
                  </a:cubicBezTo>
                  <a:cubicBezTo>
                    <a:pt x="348890" y="273873"/>
                    <a:pt x="273490" y="349204"/>
                    <a:pt x="180836" y="349204"/>
                  </a:cubicBezTo>
                  <a:moveTo>
                    <a:pt x="180836" y="0"/>
                  </a:moveTo>
                  <a:cubicBezTo>
                    <a:pt x="80513" y="0"/>
                    <a:pt x="0" y="81077"/>
                    <a:pt x="0" y="180667"/>
                  </a:cubicBezTo>
                  <a:cubicBezTo>
                    <a:pt x="0" y="280895"/>
                    <a:pt x="81152" y="361333"/>
                    <a:pt x="180836" y="361333"/>
                  </a:cubicBezTo>
                  <a:cubicBezTo>
                    <a:pt x="281157" y="361333"/>
                    <a:pt x="361670" y="280257"/>
                    <a:pt x="361670" y="180667"/>
                  </a:cubicBezTo>
                  <a:cubicBezTo>
                    <a:pt x="361670" y="81077"/>
                    <a:pt x="280518" y="0"/>
                    <a:pt x="180836" y="0"/>
                  </a:cubicBezTo>
                </a:path>
              </a:pathLst>
            </a:custGeom>
            <a:solidFill>
              <a:srgbClr val="0076A8"/>
            </a:solidFill>
            <a:ln w="6390" cap="flat">
              <a:noFill/>
              <a:prstDash val="solid"/>
              <a:miter/>
            </a:ln>
          </p:spPr>
          <p:txBody>
            <a:bodyPr rtlCol="0" anchor="ctr"/>
            <a:lstStyle/>
            <a:p>
              <a:endParaRPr lang="en-US"/>
            </a:p>
          </p:txBody>
        </p:sp>
        <p:sp>
          <p:nvSpPr>
            <p:cNvPr id="1038" name="Graphic 4">
              <a:extLst>
                <a:ext uri="{FF2B5EF4-FFF2-40B4-BE49-F238E27FC236}">
                  <a16:creationId xmlns:a16="http://schemas.microsoft.com/office/drawing/2014/main" id="{31F87CAC-1308-1847-B8C8-A1E59928B5C9}"/>
                </a:ext>
              </a:extLst>
            </p:cNvPr>
            <p:cNvSpPr/>
            <p:nvPr/>
          </p:nvSpPr>
          <p:spPr>
            <a:xfrm>
              <a:off x="7964417" y="2530134"/>
              <a:ext cx="38339" cy="37665"/>
            </a:xfrm>
            <a:custGeom>
              <a:avLst/>
              <a:gdLst>
                <a:gd name="connsiteX0" fmla="*/ 20447 w 38339"/>
                <a:gd name="connsiteY0" fmla="*/ 24259 h 37665"/>
                <a:gd name="connsiteX1" fmla="*/ 16614 w 38339"/>
                <a:gd name="connsiteY1" fmla="*/ 24259 h 37665"/>
                <a:gd name="connsiteX2" fmla="*/ 12780 w 38339"/>
                <a:gd name="connsiteY2" fmla="*/ 18514 h 37665"/>
                <a:gd name="connsiteX3" fmla="*/ 18531 w 38339"/>
                <a:gd name="connsiteY3" fmla="*/ 12768 h 37665"/>
                <a:gd name="connsiteX4" fmla="*/ 24281 w 38339"/>
                <a:gd name="connsiteY4" fmla="*/ 18514 h 37665"/>
                <a:gd name="connsiteX5" fmla="*/ 20447 w 38339"/>
                <a:gd name="connsiteY5" fmla="*/ 24259 h 37665"/>
                <a:gd name="connsiteX6" fmla="*/ 18531 w 38339"/>
                <a:gd name="connsiteY6" fmla="*/ 0 h 37665"/>
                <a:gd name="connsiteX7" fmla="*/ 0 w 38339"/>
                <a:gd name="connsiteY7" fmla="*/ 18514 h 37665"/>
                <a:gd name="connsiteX8" fmla="*/ 12780 w 38339"/>
                <a:gd name="connsiteY8" fmla="*/ 36389 h 37665"/>
                <a:gd name="connsiteX9" fmla="*/ 19170 w 38339"/>
                <a:gd name="connsiteY9" fmla="*/ 37665 h 37665"/>
                <a:gd name="connsiteX10" fmla="*/ 25560 w 38339"/>
                <a:gd name="connsiteY10" fmla="*/ 36389 h 37665"/>
                <a:gd name="connsiteX11" fmla="*/ 38340 w 38339"/>
                <a:gd name="connsiteY11" fmla="*/ 18514 h 37665"/>
                <a:gd name="connsiteX12" fmla="*/ 18531 w 38339"/>
                <a:gd name="connsiteY12" fmla="*/ 0 h 3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339" h="37665">
                  <a:moveTo>
                    <a:pt x="20447" y="24259"/>
                  </a:moveTo>
                  <a:cubicBezTo>
                    <a:pt x="19170" y="24897"/>
                    <a:pt x="17891" y="24897"/>
                    <a:pt x="16614" y="24259"/>
                  </a:cubicBezTo>
                  <a:cubicBezTo>
                    <a:pt x="14058" y="23621"/>
                    <a:pt x="12780" y="21067"/>
                    <a:pt x="12780" y="18514"/>
                  </a:cubicBezTo>
                  <a:cubicBezTo>
                    <a:pt x="12780" y="15322"/>
                    <a:pt x="15336" y="12768"/>
                    <a:pt x="18531" y="12768"/>
                  </a:cubicBezTo>
                  <a:cubicBezTo>
                    <a:pt x="21726" y="12768"/>
                    <a:pt x="24281" y="15322"/>
                    <a:pt x="24281" y="18514"/>
                  </a:cubicBezTo>
                  <a:cubicBezTo>
                    <a:pt x="24281" y="21067"/>
                    <a:pt x="22365" y="23621"/>
                    <a:pt x="20447" y="24259"/>
                  </a:cubicBezTo>
                  <a:moveTo>
                    <a:pt x="18531" y="0"/>
                  </a:moveTo>
                  <a:cubicBezTo>
                    <a:pt x="8306" y="0"/>
                    <a:pt x="0" y="8299"/>
                    <a:pt x="0" y="18514"/>
                  </a:cubicBezTo>
                  <a:cubicBezTo>
                    <a:pt x="0" y="26174"/>
                    <a:pt x="5111" y="33835"/>
                    <a:pt x="12780" y="36389"/>
                  </a:cubicBezTo>
                  <a:cubicBezTo>
                    <a:pt x="14696" y="37027"/>
                    <a:pt x="16614" y="37665"/>
                    <a:pt x="19170" y="37665"/>
                  </a:cubicBezTo>
                  <a:cubicBezTo>
                    <a:pt x="21726" y="37665"/>
                    <a:pt x="23642" y="37027"/>
                    <a:pt x="25560" y="36389"/>
                  </a:cubicBezTo>
                  <a:cubicBezTo>
                    <a:pt x="33227" y="33835"/>
                    <a:pt x="38340" y="26813"/>
                    <a:pt x="38340" y="18514"/>
                  </a:cubicBezTo>
                  <a:cubicBezTo>
                    <a:pt x="37061" y="8299"/>
                    <a:pt x="28755" y="0"/>
                    <a:pt x="18531" y="0"/>
                  </a:cubicBezTo>
                </a:path>
              </a:pathLst>
            </a:custGeom>
            <a:solidFill>
              <a:srgbClr val="0076A8"/>
            </a:solidFill>
            <a:ln w="6390" cap="flat">
              <a:noFill/>
              <a:prstDash val="solid"/>
              <a:miter/>
            </a:ln>
          </p:spPr>
          <p:txBody>
            <a:bodyPr rtlCol="0" anchor="ctr"/>
            <a:lstStyle/>
            <a:p>
              <a:endParaRPr lang="en-US"/>
            </a:p>
          </p:txBody>
        </p:sp>
        <p:sp>
          <p:nvSpPr>
            <p:cNvPr id="1039" name="Graphic 4">
              <a:extLst>
                <a:ext uri="{FF2B5EF4-FFF2-40B4-BE49-F238E27FC236}">
                  <a16:creationId xmlns:a16="http://schemas.microsoft.com/office/drawing/2014/main" id="{781E875B-0115-4244-AC59-CE5C5361ACDE}"/>
                </a:ext>
              </a:extLst>
            </p:cNvPr>
            <p:cNvSpPr/>
            <p:nvPr/>
          </p:nvSpPr>
          <p:spPr>
            <a:xfrm>
              <a:off x="7904991" y="2481616"/>
              <a:ext cx="156553" cy="185773"/>
            </a:xfrm>
            <a:custGeom>
              <a:avLst/>
              <a:gdLst>
                <a:gd name="connsiteX0" fmla="*/ 143135 w 156553"/>
                <a:gd name="connsiteY0" fmla="*/ 172368 h 185773"/>
                <a:gd name="connsiteX1" fmla="*/ 12141 w 156553"/>
                <a:gd name="connsiteY1" fmla="*/ 172368 h 185773"/>
                <a:gd name="connsiteX2" fmla="*/ 12141 w 156553"/>
                <a:gd name="connsiteY2" fmla="*/ 143001 h 185773"/>
                <a:gd name="connsiteX3" fmla="*/ 14058 w 156553"/>
                <a:gd name="connsiteY3" fmla="*/ 143001 h 185773"/>
                <a:gd name="connsiteX4" fmla="*/ 67094 w 156553"/>
                <a:gd name="connsiteY4" fmla="*/ 143001 h 185773"/>
                <a:gd name="connsiteX5" fmla="*/ 88181 w 156553"/>
                <a:gd name="connsiteY5" fmla="*/ 143001 h 185773"/>
                <a:gd name="connsiteX6" fmla="*/ 141217 w 156553"/>
                <a:gd name="connsiteY6" fmla="*/ 143001 h 185773"/>
                <a:gd name="connsiteX7" fmla="*/ 143135 w 156553"/>
                <a:gd name="connsiteY7" fmla="*/ 143001 h 185773"/>
                <a:gd name="connsiteX8" fmla="*/ 143135 w 156553"/>
                <a:gd name="connsiteY8" fmla="*/ 172368 h 185773"/>
                <a:gd name="connsiteX9" fmla="*/ 73484 w 156553"/>
                <a:gd name="connsiteY9" fmla="*/ 105336 h 185773"/>
                <a:gd name="connsiteX10" fmla="*/ 77318 w 156553"/>
                <a:gd name="connsiteY10" fmla="*/ 105336 h 185773"/>
                <a:gd name="connsiteX11" fmla="*/ 77318 w 156553"/>
                <a:gd name="connsiteY11" fmla="*/ 105336 h 185773"/>
                <a:gd name="connsiteX12" fmla="*/ 77318 w 156553"/>
                <a:gd name="connsiteY12" fmla="*/ 105336 h 185773"/>
                <a:gd name="connsiteX13" fmla="*/ 81153 w 156553"/>
                <a:gd name="connsiteY13" fmla="*/ 105336 h 185773"/>
                <a:gd name="connsiteX14" fmla="*/ 81153 w 156553"/>
                <a:gd name="connsiteY14" fmla="*/ 130872 h 185773"/>
                <a:gd name="connsiteX15" fmla="*/ 72845 w 156553"/>
                <a:gd name="connsiteY15" fmla="*/ 130872 h 185773"/>
                <a:gd name="connsiteX16" fmla="*/ 72845 w 156553"/>
                <a:gd name="connsiteY16" fmla="*/ 105336 h 185773"/>
                <a:gd name="connsiteX17" fmla="*/ 86264 w 156553"/>
                <a:gd name="connsiteY17" fmla="*/ 91291 h 185773"/>
                <a:gd name="connsiteX18" fmla="*/ 77958 w 156553"/>
                <a:gd name="connsiteY18" fmla="*/ 92568 h 185773"/>
                <a:gd name="connsiteX19" fmla="*/ 73484 w 156553"/>
                <a:gd name="connsiteY19" fmla="*/ 91929 h 185773"/>
                <a:gd name="connsiteX20" fmla="*/ 69012 w 156553"/>
                <a:gd name="connsiteY20" fmla="*/ 90652 h 185773"/>
                <a:gd name="connsiteX21" fmla="*/ 69012 w 156553"/>
                <a:gd name="connsiteY21" fmla="*/ 90652 h 185773"/>
                <a:gd name="connsiteX22" fmla="*/ 52398 w 156553"/>
                <a:gd name="connsiteY22" fmla="*/ 67032 h 185773"/>
                <a:gd name="connsiteX23" fmla="*/ 77958 w 156553"/>
                <a:gd name="connsiteY23" fmla="*/ 41496 h 185773"/>
                <a:gd name="connsiteX24" fmla="*/ 103517 w 156553"/>
                <a:gd name="connsiteY24" fmla="*/ 67032 h 185773"/>
                <a:gd name="connsiteX25" fmla="*/ 86264 w 156553"/>
                <a:gd name="connsiteY25" fmla="*/ 91291 h 185773"/>
                <a:gd name="connsiteX26" fmla="*/ 21087 w 156553"/>
                <a:gd name="connsiteY26" fmla="*/ 69585 h 185773"/>
                <a:gd name="connsiteX27" fmla="*/ 77958 w 156553"/>
                <a:gd name="connsiteY27" fmla="*/ 12768 h 185773"/>
                <a:gd name="connsiteX28" fmla="*/ 134828 w 156553"/>
                <a:gd name="connsiteY28" fmla="*/ 69585 h 185773"/>
                <a:gd name="connsiteX29" fmla="*/ 134828 w 156553"/>
                <a:gd name="connsiteY29" fmla="*/ 130872 h 185773"/>
                <a:gd name="connsiteX30" fmla="*/ 94571 w 156553"/>
                <a:gd name="connsiteY30" fmla="*/ 130872 h 185773"/>
                <a:gd name="connsiteX31" fmla="*/ 94571 w 156553"/>
                <a:gd name="connsiteY31" fmla="*/ 101505 h 185773"/>
                <a:gd name="connsiteX32" fmla="*/ 115658 w 156553"/>
                <a:gd name="connsiteY32" fmla="*/ 67670 h 185773"/>
                <a:gd name="connsiteX33" fmla="*/ 77318 w 156553"/>
                <a:gd name="connsiteY33" fmla="*/ 29366 h 185773"/>
                <a:gd name="connsiteX34" fmla="*/ 38978 w 156553"/>
                <a:gd name="connsiteY34" fmla="*/ 67670 h 185773"/>
                <a:gd name="connsiteX35" fmla="*/ 60066 w 156553"/>
                <a:gd name="connsiteY35" fmla="*/ 101505 h 185773"/>
                <a:gd name="connsiteX36" fmla="*/ 60066 w 156553"/>
                <a:gd name="connsiteY36" fmla="*/ 130872 h 185773"/>
                <a:gd name="connsiteX37" fmla="*/ 19809 w 156553"/>
                <a:gd name="connsiteY37" fmla="*/ 130872 h 185773"/>
                <a:gd name="connsiteX38" fmla="*/ 19809 w 156553"/>
                <a:gd name="connsiteY38" fmla="*/ 69585 h 185773"/>
                <a:gd name="connsiteX39" fmla="*/ 149525 w 156553"/>
                <a:gd name="connsiteY39" fmla="*/ 130233 h 185773"/>
                <a:gd name="connsiteX40" fmla="*/ 147607 w 156553"/>
                <a:gd name="connsiteY40" fmla="*/ 130233 h 185773"/>
                <a:gd name="connsiteX41" fmla="*/ 147607 w 156553"/>
                <a:gd name="connsiteY41" fmla="*/ 69585 h 185773"/>
                <a:gd name="connsiteX42" fmla="*/ 77958 w 156553"/>
                <a:gd name="connsiteY42" fmla="*/ 0 h 185773"/>
                <a:gd name="connsiteX43" fmla="*/ 8307 w 156553"/>
                <a:gd name="connsiteY43" fmla="*/ 69585 h 185773"/>
                <a:gd name="connsiteX44" fmla="*/ 8307 w 156553"/>
                <a:gd name="connsiteY44" fmla="*/ 130872 h 185773"/>
                <a:gd name="connsiteX45" fmla="*/ 6390 w 156553"/>
                <a:gd name="connsiteY45" fmla="*/ 130872 h 185773"/>
                <a:gd name="connsiteX46" fmla="*/ 0 w 156553"/>
                <a:gd name="connsiteY46" fmla="*/ 137256 h 185773"/>
                <a:gd name="connsiteX47" fmla="*/ 0 w 156553"/>
                <a:gd name="connsiteY47" fmla="*/ 179390 h 185773"/>
                <a:gd name="connsiteX48" fmla="*/ 6390 w 156553"/>
                <a:gd name="connsiteY48" fmla="*/ 185774 h 185773"/>
                <a:gd name="connsiteX49" fmla="*/ 150164 w 156553"/>
                <a:gd name="connsiteY49" fmla="*/ 185774 h 185773"/>
                <a:gd name="connsiteX50" fmla="*/ 156553 w 156553"/>
                <a:gd name="connsiteY50" fmla="*/ 179390 h 185773"/>
                <a:gd name="connsiteX51" fmla="*/ 156553 w 156553"/>
                <a:gd name="connsiteY51" fmla="*/ 137256 h 185773"/>
                <a:gd name="connsiteX52" fmla="*/ 149525 w 156553"/>
                <a:gd name="connsiteY52" fmla="*/ 130233 h 185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56553" h="185773">
                  <a:moveTo>
                    <a:pt x="143135" y="172368"/>
                  </a:moveTo>
                  <a:lnTo>
                    <a:pt x="12141" y="172368"/>
                  </a:lnTo>
                  <a:lnTo>
                    <a:pt x="12141" y="143001"/>
                  </a:lnTo>
                  <a:lnTo>
                    <a:pt x="14058" y="143001"/>
                  </a:lnTo>
                  <a:lnTo>
                    <a:pt x="67094" y="143001"/>
                  </a:lnTo>
                  <a:lnTo>
                    <a:pt x="88181" y="143001"/>
                  </a:lnTo>
                  <a:lnTo>
                    <a:pt x="141217" y="143001"/>
                  </a:lnTo>
                  <a:lnTo>
                    <a:pt x="143135" y="143001"/>
                  </a:lnTo>
                  <a:lnTo>
                    <a:pt x="143135" y="172368"/>
                  </a:lnTo>
                  <a:close/>
                  <a:moveTo>
                    <a:pt x="73484" y="105336"/>
                  </a:moveTo>
                  <a:cubicBezTo>
                    <a:pt x="74763" y="105336"/>
                    <a:pt x="76040" y="105336"/>
                    <a:pt x="77318" y="105336"/>
                  </a:cubicBezTo>
                  <a:cubicBezTo>
                    <a:pt x="77318" y="105336"/>
                    <a:pt x="77318" y="105336"/>
                    <a:pt x="77318" y="105336"/>
                  </a:cubicBezTo>
                  <a:cubicBezTo>
                    <a:pt x="77318" y="105336"/>
                    <a:pt x="77318" y="105336"/>
                    <a:pt x="77318" y="105336"/>
                  </a:cubicBezTo>
                  <a:cubicBezTo>
                    <a:pt x="78597" y="105336"/>
                    <a:pt x="79874" y="105336"/>
                    <a:pt x="81153" y="105336"/>
                  </a:cubicBezTo>
                  <a:lnTo>
                    <a:pt x="81153" y="130872"/>
                  </a:lnTo>
                  <a:lnTo>
                    <a:pt x="72845" y="130872"/>
                  </a:lnTo>
                  <a:lnTo>
                    <a:pt x="72845" y="105336"/>
                  </a:lnTo>
                  <a:close/>
                  <a:moveTo>
                    <a:pt x="86264" y="91291"/>
                  </a:moveTo>
                  <a:cubicBezTo>
                    <a:pt x="83708" y="92568"/>
                    <a:pt x="80513" y="92568"/>
                    <a:pt x="77958" y="92568"/>
                  </a:cubicBezTo>
                  <a:cubicBezTo>
                    <a:pt x="76679" y="92568"/>
                    <a:pt x="75402" y="92568"/>
                    <a:pt x="73484" y="91929"/>
                  </a:cubicBezTo>
                  <a:cubicBezTo>
                    <a:pt x="72207" y="91929"/>
                    <a:pt x="70928" y="91291"/>
                    <a:pt x="69012" y="90652"/>
                  </a:cubicBezTo>
                  <a:cubicBezTo>
                    <a:pt x="69012" y="90652"/>
                    <a:pt x="69012" y="90652"/>
                    <a:pt x="69012" y="90652"/>
                  </a:cubicBezTo>
                  <a:cubicBezTo>
                    <a:pt x="58788" y="86822"/>
                    <a:pt x="52398" y="77246"/>
                    <a:pt x="52398" y="67032"/>
                  </a:cubicBezTo>
                  <a:cubicBezTo>
                    <a:pt x="52398" y="52987"/>
                    <a:pt x="63899" y="41496"/>
                    <a:pt x="77958" y="41496"/>
                  </a:cubicBezTo>
                  <a:cubicBezTo>
                    <a:pt x="92015" y="41496"/>
                    <a:pt x="103517" y="52987"/>
                    <a:pt x="103517" y="67032"/>
                  </a:cubicBezTo>
                  <a:cubicBezTo>
                    <a:pt x="102878" y="77884"/>
                    <a:pt x="96488" y="87460"/>
                    <a:pt x="86264" y="91291"/>
                  </a:cubicBezTo>
                  <a:moveTo>
                    <a:pt x="21087" y="69585"/>
                  </a:moveTo>
                  <a:cubicBezTo>
                    <a:pt x="21087" y="38304"/>
                    <a:pt x="46647" y="12768"/>
                    <a:pt x="77958" y="12768"/>
                  </a:cubicBezTo>
                  <a:cubicBezTo>
                    <a:pt x="109268" y="12768"/>
                    <a:pt x="134828" y="38304"/>
                    <a:pt x="134828" y="69585"/>
                  </a:cubicBezTo>
                  <a:lnTo>
                    <a:pt x="134828" y="130872"/>
                  </a:lnTo>
                  <a:lnTo>
                    <a:pt x="94571" y="130872"/>
                  </a:lnTo>
                  <a:lnTo>
                    <a:pt x="94571" y="101505"/>
                  </a:lnTo>
                  <a:cubicBezTo>
                    <a:pt x="107351" y="95121"/>
                    <a:pt x="115658" y="82353"/>
                    <a:pt x="115658" y="67670"/>
                  </a:cubicBezTo>
                  <a:cubicBezTo>
                    <a:pt x="115658" y="46603"/>
                    <a:pt x="98405" y="29366"/>
                    <a:pt x="77318" y="29366"/>
                  </a:cubicBezTo>
                  <a:cubicBezTo>
                    <a:pt x="56232" y="29366"/>
                    <a:pt x="38978" y="46603"/>
                    <a:pt x="38978" y="67670"/>
                  </a:cubicBezTo>
                  <a:cubicBezTo>
                    <a:pt x="38978" y="82353"/>
                    <a:pt x="47286" y="95121"/>
                    <a:pt x="60066" y="101505"/>
                  </a:cubicBezTo>
                  <a:lnTo>
                    <a:pt x="60066" y="130872"/>
                  </a:lnTo>
                  <a:lnTo>
                    <a:pt x="19809" y="130872"/>
                  </a:lnTo>
                  <a:lnTo>
                    <a:pt x="19809" y="69585"/>
                  </a:lnTo>
                  <a:close/>
                  <a:moveTo>
                    <a:pt x="149525" y="130233"/>
                  </a:moveTo>
                  <a:lnTo>
                    <a:pt x="147607" y="130233"/>
                  </a:lnTo>
                  <a:lnTo>
                    <a:pt x="147607" y="69585"/>
                  </a:lnTo>
                  <a:cubicBezTo>
                    <a:pt x="147607" y="31281"/>
                    <a:pt x="116297" y="0"/>
                    <a:pt x="77958" y="0"/>
                  </a:cubicBezTo>
                  <a:cubicBezTo>
                    <a:pt x="39618" y="0"/>
                    <a:pt x="8307" y="31281"/>
                    <a:pt x="8307" y="69585"/>
                  </a:cubicBezTo>
                  <a:lnTo>
                    <a:pt x="8307" y="130872"/>
                  </a:lnTo>
                  <a:lnTo>
                    <a:pt x="6390" y="130872"/>
                  </a:lnTo>
                  <a:cubicBezTo>
                    <a:pt x="2556" y="130872"/>
                    <a:pt x="0" y="133425"/>
                    <a:pt x="0" y="137256"/>
                  </a:cubicBezTo>
                  <a:lnTo>
                    <a:pt x="0" y="179390"/>
                  </a:lnTo>
                  <a:cubicBezTo>
                    <a:pt x="0" y="183220"/>
                    <a:pt x="2556" y="185774"/>
                    <a:pt x="6390" y="185774"/>
                  </a:cubicBezTo>
                  <a:lnTo>
                    <a:pt x="150164" y="185774"/>
                  </a:lnTo>
                  <a:cubicBezTo>
                    <a:pt x="153997" y="185774"/>
                    <a:pt x="156553" y="183220"/>
                    <a:pt x="156553" y="179390"/>
                  </a:cubicBezTo>
                  <a:lnTo>
                    <a:pt x="156553" y="137256"/>
                  </a:lnTo>
                  <a:cubicBezTo>
                    <a:pt x="155915" y="133425"/>
                    <a:pt x="152720" y="130233"/>
                    <a:pt x="149525" y="130233"/>
                  </a:cubicBezTo>
                </a:path>
              </a:pathLst>
            </a:custGeom>
            <a:solidFill>
              <a:srgbClr val="0076A8"/>
            </a:solidFill>
            <a:ln w="6390" cap="flat">
              <a:noFill/>
              <a:prstDash val="solid"/>
              <a:miter/>
            </a:ln>
          </p:spPr>
          <p:txBody>
            <a:bodyPr rtlCol="0" anchor="ctr"/>
            <a:lstStyle/>
            <a:p>
              <a:endParaRPr lang="en-US"/>
            </a:p>
          </p:txBody>
        </p:sp>
        <p:sp>
          <p:nvSpPr>
            <p:cNvPr id="1040" name="Graphic 4">
              <a:extLst>
                <a:ext uri="{FF2B5EF4-FFF2-40B4-BE49-F238E27FC236}">
                  <a16:creationId xmlns:a16="http://schemas.microsoft.com/office/drawing/2014/main" id="{5A5B764B-D1B3-9345-B758-A4BB4A8781E6}"/>
                </a:ext>
              </a:extLst>
            </p:cNvPr>
            <p:cNvSpPr/>
            <p:nvPr/>
          </p:nvSpPr>
          <p:spPr>
            <a:xfrm>
              <a:off x="7870485" y="2542264"/>
              <a:ext cx="38339" cy="12767"/>
            </a:xfrm>
            <a:custGeom>
              <a:avLst/>
              <a:gdLst>
                <a:gd name="connsiteX0" fmla="*/ 38340 w 38339"/>
                <a:gd name="connsiteY0" fmla="*/ 6384 h 12767"/>
                <a:gd name="connsiteX1" fmla="*/ 31950 w 38339"/>
                <a:gd name="connsiteY1" fmla="*/ 0 h 12767"/>
                <a:gd name="connsiteX2" fmla="*/ 6390 w 38339"/>
                <a:gd name="connsiteY2" fmla="*/ 0 h 12767"/>
                <a:gd name="connsiteX3" fmla="*/ 0 w 38339"/>
                <a:gd name="connsiteY3" fmla="*/ 6384 h 12767"/>
                <a:gd name="connsiteX4" fmla="*/ 6390 w 38339"/>
                <a:gd name="connsiteY4" fmla="*/ 12768 h 12767"/>
                <a:gd name="connsiteX5" fmla="*/ 31950 w 38339"/>
                <a:gd name="connsiteY5" fmla="*/ 12768 h 12767"/>
                <a:gd name="connsiteX6" fmla="*/ 38340 w 38339"/>
                <a:gd name="connsiteY6" fmla="*/ 638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339" h="12767">
                  <a:moveTo>
                    <a:pt x="38340" y="6384"/>
                  </a:moveTo>
                  <a:cubicBezTo>
                    <a:pt x="38340" y="2554"/>
                    <a:pt x="35784" y="0"/>
                    <a:pt x="31950" y="0"/>
                  </a:cubicBezTo>
                  <a:lnTo>
                    <a:pt x="6390" y="0"/>
                  </a:lnTo>
                  <a:cubicBezTo>
                    <a:pt x="2556" y="0"/>
                    <a:pt x="0" y="2554"/>
                    <a:pt x="0" y="6384"/>
                  </a:cubicBezTo>
                  <a:cubicBezTo>
                    <a:pt x="0" y="10214"/>
                    <a:pt x="2556" y="12768"/>
                    <a:pt x="6390" y="12768"/>
                  </a:cubicBezTo>
                  <a:lnTo>
                    <a:pt x="31950" y="12768"/>
                  </a:lnTo>
                  <a:cubicBezTo>
                    <a:pt x="35784" y="12768"/>
                    <a:pt x="38340" y="10214"/>
                    <a:pt x="38340" y="6384"/>
                  </a:cubicBezTo>
                </a:path>
              </a:pathLst>
            </a:custGeom>
            <a:solidFill>
              <a:srgbClr val="0076A8"/>
            </a:solidFill>
            <a:ln w="6390" cap="flat">
              <a:noFill/>
              <a:prstDash val="solid"/>
              <a:miter/>
            </a:ln>
          </p:spPr>
          <p:txBody>
            <a:bodyPr rtlCol="0" anchor="ctr"/>
            <a:lstStyle/>
            <a:p>
              <a:endParaRPr lang="en-US"/>
            </a:p>
          </p:txBody>
        </p:sp>
        <p:sp>
          <p:nvSpPr>
            <p:cNvPr id="1041" name="Graphic 4">
              <a:extLst>
                <a:ext uri="{FF2B5EF4-FFF2-40B4-BE49-F238E27FC236}">
                  <a16:creationId xmlns:a16="http://schemas.microsoft.com/office/drawing/2014/main" id="{885DA129-BDBF-9D49-B758-D0DAAEBE938C}"/>
                </a:ext>
              </a:extLst>
            </p:cNvPr>
            <p:cNvSpPr/>
            <p:nvPr/>
          </p:nvSpPr>
          <p:spPr>
            <a:xfrm>
              <a:off x="7878632" y="2502204"/>
              <a:ext cx="36422" cy="22184"/>
            </a:xfrm>
            <a:custGeom>
              <a:avLst/>
              <a:gdLst>
                <a:gd name="connsiteX0" fmla="*/ 3994 w 36422"/>
                <a:gd name="connsiteY0" fmla="*/ 11970 h 22184"/>
                <a:gd name="connsiteX1" fmla="*/ 27637 w 36422"/>
                <a:gd name="connsiteY1" fmla="*/ 21546 h 22184"/>
                <a:gd name="connsiteX2" fmla="*/ 30192 w 36422"/>
                <a:gd name="connsiteY2" fmla="*/ 22184 h 22184"/>
                <a:gd name="connsiteX3" fmla="*/ 35943 w 36422"/>
                <a:gd name="connsiteY3" fmla="*/ 18354 h 22184"/>
                <a:gd name="connsiteX4" fmla="*/ 32109 w 36422"/>
                <a:gd name="connsiteY4" fmla="*/ 10055 h 22184"/>
                <a:gd name="connsiteX5" fmla="*/ 8467 w 36422"/>
                <a:gd name="connsiteY5" fmla="*/ 479 h 22184"/>
                <a:gd name="connsiteX6" fmla="*/ 160 w 36422"/>
                <a:gd name="connsiteY6" fmla="*/ 4309 h 22184"/>
                <a:gd name="connsiteX7" fmla="*/ 3994 w 36422"/>
                <a:gd name="connsiteY7" fmla="*/ 11970 h 22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22" h="22184">
                  <a:moveTo>
                    <a:pt x="3994" y="11970"/>
                  </a:moveTo>
                  <a:lnTo>
                    <a:pt x="27637" y="21546"/>
                  </a:lnTo>
                  <a:cubicBezTo>
                    <a:pt x="28276" y="21546"/>
                    <a:pt x="28914" y="22184"/>
                    <a:pt x="30192" y="22184"/>
                  </a:cubicBezTo>
                  <a:cubicBezTo>
                    <a:pt x="32748" y="22184"/>
                    <a:pt x="35304" y="20908"/>
                    <a:pt x="35943" y="18354"/>
                  </a:cubicBezTo>
                  <a:cubicBezTo>
                    <a:pt x="37222" y="15162"/>
                    <a:pt x="35943" y="11332"/>
                    <a:pt x="32109" y="10055"/>
                  </a:cubicBezTo>
                  <a:lnTo>
                    <a:pt x="8467" y="479"/>
                  </a:lnTo>
                  <a:cubicBezTo>
                    <a:pt x="5272" y="-798"/>
                    <a:pt x="1437" y="479"/>
                    <a:pt x="160" y="4309"/>
                  </a:cubicBezTo>
                  <a:cubicBezTo>
                    <a:pt x="-479" y="7501"/>
                    <a:pt x="799" y="10693"/>
                    <a:pt x="3994" y="11970"/>
                  </a:cubicBezTo>
                </a:path>
              </a:pathLst>
            </a:custGeom>
            <a:solidFill>
              <a:srgbClr val="0076A8"/>
            </a:solidFill>
            <a:ln w="6390" cap="flat">
              <a:noFill/>
              <a:prstDash val="solid"/>
              <a:miter/>
            </a:ln>
          </p:spPr>
          <p:txBody>
            <a:bodyPr rtlCol="0" anchor="ctr"/>
            <a:lstStyle/>
            <a:p>
              <a:endParaRPr lang="en-US"/>
            </a:p>
          </p:txBody>
        </p:sp>
        <p:sp>
          <p:nvSpPr>
            <p:cNvPr id="1042" name="Graphic 4">
              <a:extLst>
                <a:ext uri="{FF2B5EF4-FFF2-40B4-BE49-F238E27FC236}">
                  <a16:creationId xmlns:a16="http://schemas.microsoft.com/office/drawing/2014/main" id="{08ABCD28-EB62-6A40-B58F-AEC2137CCBE4}"/>
                </a:ext>
              </a:extLst>
            </p:cNvPr>
            <p:cNvSpPr/>
            <p:nvPr/>
          </p:nvSpPr>
          <p:spPr>
            <a:xfrm>
              <a:off x="7901796" y="2468210"/>
              <a:ext cx="30671" cy="30643"/>
            </a:xfrm>
            <a:custGeom>
              <a:avLst/>
              <a:gdLst>
                <a:gd name="connsiteX0" fmla="*/ 19808 w 30671"/>
                <a:gd name="connsiteY0" fmla="*/ 28728 h 30643"/>
                <a:gd name="connsiteX1" fmla="*/ 24282 w 30671"/>
                <a:gd name="connsiteY1" fmla="*/ 30643 h 30643"/>
                <a:gd name="connsiteX2" fmla="*/ 28755 w 30671"/>
                <a:gd name="connsiteY2" fmla="*/ 28728 h 30643"/>
                <a:gd name="connsiteX3" fmla="*/ 28755 w 30671"/>
                <a:gd name="connsiteY3" fmla="*/ 19790 h 30643"/>
                <a:gd name="connsiteX4" fmla="*/ 10863 w 30671"/>
                <a:gd name="connsiteY4" fmla="*/ 1915 h 30643"/>
                <a:gd name="connsiteX5" fmla="*/ 1917 w 30671"/>
                <a:gd name="connsiteY5" fmla="*/ 1915 h 30643"/>
                <a:gd name="connsiteX6" fmla="*/ 1917 w 30671"/>
                <a:gd name="connsiteY6" fmla="*/ 10853 h 30643"/>
                <a:gd name="connsiteX7" fmla="*/ 19808 w 30671"/>
                <a:gd name="connsiteY7" fmla="*/ 28728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71" h="30643">
                  <a:moveTo>
                    <a:pt x="19808" y="28728"/>
                  </a:moveTo>
                  <a:cubicBezTo>
                    <a:pt x="21087" y="30005"/>
                    <a:pt x="23003" y="30643"/>
                    <a:pt x="24282" y="30643"/>
                  </a:cubicBezTo>
                  <a:cubicBezTo>
                    <a:pt x="26198" y="30643"/>
                    <a:pt x="27477" y="30005"/>
                    <a:pt x="28755" y="28728"/>
                  </a:cubicBezTo>
                  <a:cubicBezTo>
                    <a:pt x="31311" y="26174"/>
                    <a:pt x="31311" y="22344"/>
                    <a:pt x="28755" y="19790"/>
                  </a:cubicBezTo>
                  <a:lnTo>
                    <a:pt x="10863" y="1915"/>
                  </a:lnTo>
                  <a:cubicBezTo>
                    <a:pt x="8307" y="-638"/>
                    <a:pt x="4473" y="-638"/>
                    <a:pt x="1917" y="1915"/>
                  </a:cubicBezTo>
                  <a:cubicBezTo>
                    <a:pt x="-639" y="4469"/>
                    <a:pt x="-639" y="8299"/>
                    <a:pt x="1917" y="10853"/>
                  </a:cubicBezTo>
                  <a:lnTo>
                    <a:pt x="19808" y="28728"/>
                  </a:lnTo>
                  <a:close/>
                </a:path>
              </a:pathLst>
            </a:custGeom>
            <a:solidFill>
              <a:srgbClr val="0076A8"/>
            </a:solidFill>
            <a:ln w="6390" cap="flat">
              <a:noFill/>
              <a:prstDash val="solid"/>
              <a:miter/>
            </a:ln>
          </p:spPr>
          <p:txBody>
            <a:bodyPr rtlCol="0" anchor="ctr"/>
            <a:lstStyle/>
            <a:p>
              <a:endParaRPr lang="en-US"/>
            </a:p>
          </p:txBody>
        </p:sp>
        <p:sp>
          <p:nvSpPr>
            <p:cNvPr id="1043" name="Graphic 4">
              <a:extLst>
                <a:ext uri="{FF2B5EF4-FFF2-40B4-BE49-F238E27FC236}">
                  <a16:creationId xmlns:a16="http://schemas.microsoft.com/office/drawing/2014/main" id="{6A1108CB-1748-CA41-8B1F-534BE720A62B}"/>
                </a:ext>
              </a:extLst>
            </p:cNvPr>
            <p:cNvSpPr/>
            <p:nvPr/>
          </p:nvSpPr>
          <p:spPr>
            <a:xfrm>
              <a:off x="7935536" y="2444463"/>
              <a:ext cx="22616" cy="36514"/>
            </a:xfrm>
            <a:custGeom>
              <a:avLst/>
              <a:gdLst>
                <a:gd name="connsiteX0" fmla="*/ 10350 w 22616"/>
                <a:gd name="connsiteY0" fmla="*/ 32684 h 36514"/>
                <a:gd name="connsiteX1" fmla="*/ 16101 w 22616"/>
                <a:gd name="connsiteY1" fmla="*/ 36514 h 36514"/>
                <a:gd name="connsiteX2" fmla="*/ 18657 w 22616"/>
                <a:gd name="connsiteY2" fmla="*/ 35876 h 36514"/>
                <a:gd name="connsiteX3" fmla="*/ 21852 w 22616"/>
                <a:gd name="connsiteY3" fmla="*/ 27577 h 36514"/>
                <a:gd name="connsiteX4" fmla="*/ 12267 w 22616"/>
                <a:gd name="connsiteY4" fmla="*/ 3956 h 36514"/>
                <a:gd name="connsiteX5" fmla="*/ 3960 w 22616"/>
                <a:gd name="connsiteY5" fmla="*/ 764 h 36514"/>
                <a:gd name="connsiteX6" fmla="*/ 765 w 22616"/>
                <a:gd name="connsiteY6" fmla="*/ 9063 h 36514"/>
                <a:gd name="connsiteX7" fmla="*/ 10350 w 22616"/>
                <a:gd name="connsiteY7" fmla="*/ 32684 h 3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16" h="36514">
                  <a:moveTo>
                    <a:pt x="10350" y="32684"/>
                  </a:moveTo>
                  <a:cubicBezTo>
                    <a:pt x="11628" y="35238"/>
                    <a:pt x="13545" y="36514"/>
                    <a:pt x="16101" y="36514"/>
                  </a:cubicBezTo>
                  <a:cubicBezTo>
                    <a:pt x="16740" y="36514"/>
                    <a:pt x="18017" y="36514"/>
                    <a:pt x="18657" y="35876"/>
                  </a:cubicBezTo>
                  <a:cubicBezTo>
                    <a:pt x="21852" y="34599"/>
                    <a:pt x="23769" y="30769"/>
                    <a:pt x="21852" y="27577"/>
                  </a:cubicBezTo>
                  <a:lnTo>
                    <a:pt x="12267" y="3956"/>
                  </a:lnTo>
                  <a:cubicBezTo>
                    <a:pt x="10989" y="764"/>
                    <a:pt x="7155" y="-1151"/>
                    <a:pt x="3960" y="764"/>
                  </a:cubicBezTo>
                  <a:cubicBezTo>
                    <a:pt x="765" y="2041"/>
                    <a:pt x="-1152" y="5871"/>
                    <a:pt x="765" y="9063"/>
                  </a:cubicBezTo>
                  <a:lnTo>
                    <a:pt x="10350" y="32684"/>
                  </a:lnTo>
                  <a:close/>
                </a:path>
              </a:pathLst>
            </a:custGeom>
            <a:solidFill>
              <a:srgbClr val="0076A8"/>
            </a:solidFill>
            <a:ln w="6390" cap="flat">
              <a:noFill/>
              <a:prstDash val="solid"/>
              <a:miter/>
            </a:ln>
          </p:spPr>
          <p:txBody>
            <a:bodyPr rtlCol="0" anchor="ctr"/>
            <a:lstStyle/>
            <a:p>
              <a:endParaRPr lang="en-US"/>
            </a:p>
          </p:txBody>
        </p:sp>
        <p:sp>
          <p:nvSpPr>
            <p:cNvPr id="1044" name="Graphic 4">
              <a:extLst>
                <a:ext uri="{FF2B5EF4-FFF2-40B4-BE49-F238E27FC236}">
                  <a16:creationId xmlns:a16="http://schemas.microsoft.com/office/drawing/2014/main" id="{9457FD09-4F3F-AB4C-BD01-9C4D7E1E1734}"/>
                </a:ext>
              </a:extLst>
            </p:cNvPr>
            <p:cNvSpPr/>
            <p:nvPr/>
          </p:nvSpPr>
          <p:spPr>
            <a:xfrm>
              <a:off x="7976558" y="2436928"/>
              <a:ext cx="12779" cy="38303"/>
            </a:xfrm>
            <a:custGeom>
              <a:avLst/>
              <a:gdLst>
                <a:gd name="connsiteX0" fmla="*/ 6390 w 12779"/>
                <a:gd name="connsiteY0" fmla="*/ 38304 h 38303"/>
                <a:gd name="connsiteX1" fmla="*/ 6390 w 12779"/>
                <a:gd name="connsiteY1" fmla="*/ 38304 h 38303"/>
                <a:gd name="connsiteX2" fmla="*/ 12780 w 12779"/>
                <a:gd name="connsiteY2" fmla="*/ 31920 h 38303"/>
                <a:gd name="connsiteX3" fmla="*/ 12780 w 12779"/>
                <a:gd name="connsiteY3" fmla="*/ 6384 h 38303"/>
                <a:gd name="connsiteX4" fmla="*/ 10863 w 12779"/>
                <a:gd name="connsiteY4" fmla="*/ 1915 h 38303"/>
                <a:gd name="connsiteX5" fmla="*/ 6390 w 12779"/>
                <a:gd name="connsiteY5" fmla="*/ 0 h 38303"/>
                <a:gd name="connsiteX6" fmla="*/ 0 w 12779"/>
                <a:gd name="connsiteY6" fmla="*/ 6384 h 38303"/>
                <a:gd name="connsiteX7" fmla="*/ 0 w 12779"/>
                <a:gd name="connsiteY7" fmla="*/ 6384 h 38303"/>
                <a:gd name="connsiteX8" fmla="*/ 0 w 12779"/>
                <a:gd name="connsiteY8" fmla="*/ 31281 h 38303"/>
                <a:gd name="connsiteX9" fmla="*/ 6390 w 12779"/>
                <a:gd name="connsiteY9" fmla="*/ 38304 h 3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79" h="38303">
                  <a:moveTo>
                    <a:pt x="6390" y="38304"/>
                  </a:moveTo>
                  <a:lnTo>
                    <a:pt x="6390" y="38304"/>
                  </a:lnTo>
                  <a:cubicBezTo>
                    <a:pt x="10224" y="38304"/>
                    <a:pt x="12780" y="35750"/>
                    <a:pt x="12780" y="31920"/>
                  </a:cubicBezTo>
                  <a:lnTo>
                    <a:pt x="12780" y="6384"/>
                  </a:lnTo>
                  <a:cubicBezTo>
                    <a:pt x="12780" y="4469"/>
                    <a:pt x="12140" y="3192"/>
                    <a:pt x="10863" y="1915"/>
                  </a:cubicBezTo>
                  <a:cubicBezTo>
                    <a:pt x="9585" y="638"/>
                    <a:pt x="8306" y="0"/>
                    <a:pt x="6390" y="0"/>
                  </a:cubicBezTo>
                  <a:cubicBezTo>
                    <a:pt x="2555" y="0"/>
                    <a:pt x="0" y="2554"/>
                    <a:pt x="0" y="6384"/>
                  </a:cubicBezTo>
                  <a:cubicBezTo>
                    <a:pt x="0" y="6384"/>
                    <a:pt x="0" y="6384"/>
                    <a:pt x="0" y="6384"/>
                  </a:cubicBezTo>
                  <a:lnTo>
                    <a:pt x="0" y="31281"/>
                  </a:lnTo>
                  <a:cubicBezTo>
                    <a:pt x="0" y="35112"/>
                    <a:pt x="2555" y="38304"/>
                    <a:pt x="6390" y="38304"/>
                  </a:cubicBezTo>
                </a:path>
              </a:pathLst>
            </a:custGeom>
            <a:solidFill>
              <a:srgbClr val="0076A8"/>
            </a:solidFill>
            <a:ln w="6390" cap="flat">
              <a:noFill/>
              <a:prstDash val="solid"/>
              <a:miter/>
            </a:ln>
          </p:spPr>
          <p:txBody>
            <a:bodyPr rtlCol="0" anchor="ctr"/>
            <a:lstStyle/>
            <a:p>
              <a:endParaRPr lang="en-US"/>
            </a:p>
          </p:txBody>
        </p:sp>
        <p:sp>
          <p:nvSpPr>
            <p:cNvPr id="1045" name="Graphic 4">
              <a:extLst>
                <a:ext uri="{FF2B5EF4-FFF2-40B4-BE49-F238E27FC236}">
                  <a16:creationId xmlns:a16="http://schemas.microsoft.com/office/drawing/2014/main" id="{A748687C-2779-7C4C-A762-6F9969BA37CD}"/>
                </a:ext>
              </a:extLst>
            </p:cNvPr>
            <p:cNvSpPr/>
            <p:nvPr/>
          </p:nvSpPr>
          <p:spPr>
            <a:xfrm>
              <a:off x="8032789" y="2468210"/>
              <a:ext cx="30671" cy="30643"/>
            </a:xfrm>
            <a:custGeom>
              <a:avLst/>
              <a:gdLst>
                <a:gd name="connsiteX0" fmla="*/ 6390 w 30671"/>
                <a:gd name="connsiteY0" fmla="*/ 30643 h 30643"/>
                <a:gd name="connsiteX1" fmla="*/ 10863 w 30671"/>
                <a:gd name="connsiteY1" fmla="*/ 28728 h 30643"/>
                <a:gd name="connsiteX2" fmla="*/ 28755 w 30671"/>
                <a:gd name="connsiteY2" fmla="*/ 10853 h 30643"/>
                <a:gd name="connsiteX3" fmla="*/ 28755 w 30671"/>
                <a:gd name="connsiteY3" fmla="*/ 1915 h 30643"/>
                <a:gd name="connsiteX4" fmla="*/ 19808 w 30671"/>
                <a:gd name="connsiteY4" fmla="*/ 1915 h 30643"/>
                <a:gd name="connsiteX5" fmla="*/ 1917 w 30671"/>
                <a:gd name="connsiteY5" fmla="*/ 19790 h 30643"/>
                <a:gd name="connsiteX6" fmla="*/ 1917 w 30671"/>
                <a:gd name="connsiteY6" fmla="*/ 28728 h 30643"/>
                <a:gd name="connsiteX7" fmla="*/ 6390 w 30671"/>
                <a:gd name="connsiteY7" fmla="*/ 30643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71" h="30643">
                  <a:moveTo>
                    <a:pt x="6390" y="30643"/>
                  </a:moveTo>
                  <a:cubicBezTo>
                    <a:pt x="8307" y="30643"/>
                    <a:pt x="9585" y="30005"/>
                    <a:pt x="10863" y="28728"/>
                  </a:cubicBezTo>
                  <a:lnTo>
                    <a:pt x="28755" y="10853"/>
                  </a:lnTo>
                  <a:cubicBezTo>
                    <a:pt x="31311" y="8299"/>
                    <a:pt x="31311" y="4469"/>
                    <a:pt x="28755" y="1915"/>
                  </a:cubicBezTo>
                  <a:cubicBezTo>
                    <a:pt x="26198" y="-638"/>
                    <a:pt x="22365" y="-638"/>
                    <a:pt x="19808" y="1915"/>
                  </a:cubicBezTo>
                  <a:lnTo>
                    <a:pt x="1917" y="19790"/>
                  </a:lnTo>
                  <a:cubicBezTo>
                    <a:pt x="-639" y="22344"/>
                    <a:pt x="-639" y="26174"/>
                    <a:pt x="1917" y="28728"/>
                  </a:cubicBezTo>
                  <a:cubicBezTo>
                    <a:pt x="3195" y="30005"/>
                    <a:pt x="5112" y="30643"/>
                    <a:pt x="6390" y="30643"/>
                  </a:cubicBezTo>
                </a:path>
              </a:pathLst>
            </a:custGeom>
            <a:solidFill>
              <a:srgbClr val="0076A8"/>
            </a:solidFill>
            <a:ln w="6390" cap="flat">
              <a:noFill/>
              <a:prstDash val="solid"/>
              <a:miter/>
            </a:ln>
          </p:spPr>
          <p:txBody>
            <a:bodyPr rtlCol="0" anchor="ctr"/>
            <a:lstStyle/>
            <a:p>
              <a:endParaRPr lang="en-US"/>
            </a:p>
          </p:txBody>
        </p:sp>
        <p:sp>
          <p:nvSpPr>
            <p:cNvPr id="1046" name="Graphic 4">
              <a:extLst>
                <a:ext uri="{FF2B5EF4-FFF2-40B4-BE49-F238E27FC236}">
                  <a16:creationId xmlns:a16="http://schemas.microsoft.com/office/drawing/2014/main" id="{46003D6A-709D-0544-ACD8-5DB7CAF5984B}"/>
                </a:ext>
              </a:extLst>
            </p:cNvPr>
            <p:cNvSpPr/>
            <p:nvPr/>
          </p:nvSpPr>
          <p:spPr>
            <a:xfrm>
              <a:off x="8007104" y="2445376"/>
              <a:ext cx="22341" cy="36239"/>
            </a:xfrm>
            <a:custGeom>
              <a:avLst/>
              <a:gdLst>
                <a:gd name="connsiteX0" fmla="*/ 3960 w 22341"/>
                <a:gd name="connsiteY0" fmla="*/ 35601 h 36239"/>
                <a:gd name="connsiteX1" fmla="*/ 6516 w 22341"/>
                <a:gd name="connsiteY1" fmla="*/ 36240 h 36239"/>
                <a:gd name="connsiteX2" fmla="*/ 12267 w 22341"/>
                <a:gd name="connsiteY2" fmla="*/ 32409 h 36239"/>
                <a:gd name="connsiteX3" fmla="*/ 21852 w 22341"/>
                <a:gd name="connsiteY3" fmla="*/ 8788 h 36239"/>
                <a:gd name="connsiteX4" fmla="*/ 18657 w 22341"/>
                <a:gd name="connsiteY4" fmla="*/ 489 h 36239"/>
                <a:gd name="connsiteX5" fmla="*/ 10350 w 22341"/>
                <a:gd name="connsiteY5" fmla="*/ 3681 h 36239"/>
                <a:gd name="connsiteX6" fmla="*/ 765 w 22341"/>
                <a:gd name="connsiteY6" fmla="*/ 27302 h 36239"/>
                <a:gd name="connsiteX7" fmla="*/ 3960 w 22341"/>
                <a:gd name="connsiteY7" fmla="*/ 35601 h 36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41" h="36239">
                  <a:moveTo>
                    <a:pt x="3960" y="35601"/>
                  </a:moveTo>
                  <a:cubicBezTo>
                    <a:pt x="4599" y="36240"/>
                    <a:pt x="5877" y="36240"/>
                    <a:pt x="6516" y="36240"/>
                  </a:cubicBezTo>
                  <a:cubicBezTo>
                    <a:pt x="9072" y="36240"/>
                    <a:pt x="11628" y="34963"/>
                    <a:pt x="12267" y="32409"/>
                  </a:cubicBezTo>
                  <a:lnTo>
                    <a:pt x="21852" y="8788"/>
                  </a:lnTo>
                  <a:cubicBezTo>
                    <a:pt x="23129" y="5596"/>
                    <a:pt x="21852" y="1766"/>
                    <a:pt x="18657" y="489"/>
                  </a:cubicBezTo>
                  <a:cubicBezTo>
                    <a:pt x="15462" y="-788"/>
                    <a:pt x="11628" y="489"/>
                    <a:pt x="10350" y="3681"/>
                  </a:cubicBezTo>
                  <a:lnTo>
                    <a:pt x="765" y="27302"/>
                  </a:lnTo>
                  <a:cubicBezTo>
                    <a:pt x="-1152" y="30494"/>
                    <a:pt x="765" y="34324"/>
                    <a:pt x="3960" y="35601"/>
                  </a:cubicBezTo>
                </a:path>
              </a:pathLst>
            </a:custGeom>
            <a:solidFill>
              <a:srgbClr val="0076A8"/>
            </a:solidFill>
            <a:ln w="6390" cap="flat">
              <a:noFill/>
              <a:prstDash val="solid"/>
              <a:miter/>
            </a:ln>
          </p:spPr>
          <p:txBody>
            <a:bodyPr rtlCol="0" anchor="ctr"/>
            <a:lstStyle/>
            <a:p>
              <a:endParaRPr lang="en-US"/>
            </a:p>
          </p:txBody>
        </p:sp>
        <p:sp>
          <p:nvSpPr>
            <p:cNvPr id="1047" name="Graphic 4">
              <a:extLst>
                <a:ext uri="{FF2B5EF4-FFF2-40B4-BE49-F238E27FC236}">
                  <a16:creationId xmlns:a16="http://schemas.microsoft.com/office/drawing/2014/main" id="{18FDCFBA-EBF8-014D-A7BA-D19D8159057A}"/>
                </a:ext>
              </a:extLst>
            </p:cNvPr>
            <p:cNvSpPr/>
            <p:nvPr/>
          </p:nvSpPr>
          <p:spPr>
            <a:xfrm>
              <a:off x="8050274" y="2501919"/>
              <a:ext cx="36316" cy="22469"/>
            </a:xfrm>
            <a:custGeom>
              <a:avLst/>
              <a:gdLst>
                <a:gd name="connsiteX0" fmla="*/ 407 w 36316"/>
                <a:gd name="connsiteY0" fmla="*/ 18639 h 22469"/>
                <a:gd name="connsiteX1" fmla="*/ 6158 w 36316"/>
                <a:gd name="connsiteY1" fmla="*/ 22470 h 22469"/>
                <a:gd name="connsiteX2" fmla="*/ 8713 w 36316"/>
                <a:gd name="connsiteY2" fmla="*/ 21831 h 22469"/>
                <a:gd name="connsiteX3" fmla="*/ 32357 w 36316"/>
                <a:gd name="connsiteY3" fmla="*/ 12255 h 22469"/>
                <a:gd name="connsiteX4" fmla="*/ 35552 w 36316"/>
                <a:gd name="connsiteY4" fmla="*/ 3956 h 22469"/>
                <a:gd name="connsiteX5" fmla="*/ 27244 w 36316"/>
                <a:gd name="connsiteY5" fmla="*/ 764 h 22469"/>
                <a:gd name="connsiteX6" fmla="*/ 3602 w 36316"/>
                <a:gd name="connsiteY6" fmla="*/ 10340 h 22469"/>
                <a:gd name="connsiteX7" fmla="*/ 407 w 36316"/>
                <a:gd name="connsiteY7" fmla="*/ 18639 h 22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316" h="22469">
                  <a:moveTo>
                    <a:pt x="407" y="18639"/>
                  </a:moveTo>
                  <a:cubicBezTo>
                    <a:pt x="1685" y="21193"/>
                    <a:pt x="3602" y="22470"/>
                    <a:pt x="6158" y="22470"/>
                  </a:cubicBezTo>
                  <a:cubicBezTo>
                    <a:pt x="6797" y="22470"/>
                    <a:pt x="8075" y="22470"/>
                    <a:pt x="8713" y="21831"/>
                  </a:cubicBezTo>
                  <a:lnTo>
                    <a:pt x="32357" y="12255"/>
                  </a:lnTo>
                  <a:cubicBezTo>
                    <a:pt x="35552" y="10979"/>
                    <a:pt x="37468" y="7148"/>
                    <a:pt x="35552" y="3956"/>
                  </a:cubicBezTo>
                  <a:cubicBezTo>
                    <a:pt x="34273" y="764"/>
                    <a:pt x="30439" y="-1151"/>
                    <a:pt x="27244" y="764"/>
                  </a:cubicBezTo>
                  <a:lnTo>
                    <a:pt x="3602" y="10340"/>
                  </a:lnTo>
                  <a:cubicBezTo>
                    <a:pt x="1046" y="11617"/>
                    <a:pt x="-871" y="15447"/>
                    <a:pt x="407" y="18639"/>
                  </a:cubicBezTo>
                </a:path>
              </a:pathLst>
            </a:custGeom>
            <a:solidFill>
              <a:srgbClr val="0076A8"/>
            </a:solidFill>
            <a:ln w="6390" cap="flat">
              <a:noFill/>
              <a:prstDash val="solid"/>
              <a:miter/>
            </a:ln>
          </p:spPr>
          <p:txBody>
            <a:bodyPr rtlCol="0" anchor="ctr"/>
            <a:lstStyle/>
            <a:p>
              <a:endParaRPr lang="en-US"/>
            </a:p>
          </p:txBody>
        </p:sp>
        <p:sp>
          <p:nvSpPr>
            <p:cNvPr id="1048" name="Graphic 4">
              <a:extLst>
                <a:ext uri="{FF2B5EF4-FFF2-40B4-BE49-F238E27FC236}">
                  <a16:creationId xmlns:a16="http://schemas.microsoft.com/office/drawing/2014/main" id="{3F0803BF-228C-284C-AC10-C6B0540EC7A6}"/>
                </a:ext>
              </a:extLst>
            </p:cNvPr>
            <p:cNvSpPr/>
            <p:nvPr/>
          </p:nvSpPr>
          <p:spPr>
            <a:xfrm>
              <a:off x="8056433" y="2542264"/>
              <a:ext cx="38339" cy="12767"/>
            </a:xfrm>
            <a:custGeom>
              <a:avLst/>
              <a:gdLst>
                <a:gd name="connsiteX0" fmla="*/ 31950 w 38339"/>
                <a:gd name="connsiteY0" fmla="*/ 0 h 12767"/>
                <a:gd name="connsiteX1" fmla="*/ 6390 w 38339"/>
                <a:gd name="connsiteY1" fmla="*/ 0 h 12767"/>
                <a:gd name="connsiteX2" fmla="*/ 0 w 38339"/>
                <a:gd name="connsiteY2" fmla="*/ 6384 h 12767"/>
                <a:gd name="connsiteX3" fmla="*/ 6390 w 38339"/>
                <a:gd name="connsiteY3" fmla="*/ 12768 h 12767"/>
                <a:gd name="connsiteX4" fmla="*/ 31950 w 38339"/>
                <a:gd name="connsiteY4" fmla="*/ 12768 h 12767"/>
                <a:gd name="connsiteX5" fmla="*/ 38340 w 38339"/>
                <a:gd name="connsiteY5" fmla="*/ 6384 h 12767"/>
                <a:gd name="connsiteX6" fmla="*/ 31950 w 3833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339" h="12767">
                  <a:moveTo>
                    <a:pt x="31950" y="0"/>
                  </a:moveTo>
                  <a:lnTo>
                    <a:pt x="6390" y="0"/>
                  </a:lnTo>
                  <a:cubicBezTo>
                    <a:pt x="2555" y="0"/>
                    <a:pt x="0" y="2554"/>
                    <a:pt x="0" y="6384"/>
                  </a:cubicBezTo>
                  <a:cubicBezTo>
                    <a:pt x="0" y="10214"/>
                    <a:pt x="2555" y="12768"/>
                    <a:pt x="6390" y="12768"/>
                  </a:cubicBezTo>
                  <a:lnTo>
                    <a:pt x="31950" y="12768"/>
                  </a:lnTo>
                  <a:cubicBezTo>
                    <a:pt x="35783" y="12768"/>
                    <a:pt x="38340" y="10214"/>
                    <a:pt x="38340" y="6384"/>
                  </a:cubicBezTo>
                  <a:cubicBezTo>
                    <a:pt x="38340" y="3192"/>
                    <a:pt x="35145" y="0"/>
                    <a:pt x="31950" y="0"/>
                  </a:cubicBezTo>
                </a:path>
              </a:pathLst>
            </a:custGeom>
            <a:solidFill>
              <a:srgbClr val="0076A8"/>
            </a:solidFill>
            <a:ln w="6390" cap="flat">
              <a:noFill/>
              <a:prstDash val="solid"/>
              <a:miter/>
            </a:ln>
          </p:spPr>
          <p:txBody>
            <a:bodyPr rtlCol="0" anchor="ctr"/>
            <a:lstStyle/>
            <a:p>
              <a:endParaRPr lang="en-US"/>
            </a:p>
          </p:txBody>
        </p:sp>
        <p:sp>
          <p:nvSpPr>
            <p:cNvPr id="1049" name="Graphic 4">
              <a:extLst>
                <a:ext uri="{FF2B5EF4-FFF2-40B4-BE49-F238E27FC236}">
                  <a16:creationId xmlns:a16="http://schemas.microsoft.com/office/drawing/2014/main" id="{15AD7105-0F7D-BD47-9F8B-64ABC4C3D217}"/>
                </a:ext>
              </a:extLst>
            </p:cNvPr>
            <p:cNvSpPr/>
            <p:nvPr/>
          </p:nvSpPr>
          <p:spPr>
            <a:xfrm>
              <a:off x="8056581" y="2575610"/>
              <a:ext cx="30009" cy="19641"/>
            </a:xfrm>
            <a:custGeom>
              <a:avLst/>
              <a:gdLst>
                <a:gd name="connsiteX0" fmla="*/ 26050 w 30009"/>
                <a:gd name="connsiteY0" fmla="*/ 7512 h 19641"/>
                <a:gd name="connsiteX1" fmla="*/ 8796 w 30009"/>
                <a:gd name="connsiteY1" fmla="*/ 489 h 19641"/>
                <a:gd name="connsiteX2" fmla="*/ 490 w 30009"/>
                <a:gd name="connsiteY2" fmla="*/ 3681 h 19641"/>
                <a:gd name="connsiteX3" fmla="*/ 3685 w 30009"/>
                <a:gd name="connsiteY3" fmla="*/ 11981 h 19641"/>
                <a:gd name="connsiteX4" fmla="*/ 20937 w 30009"/>
                <a:gd name="connsiteY4" fmla="*/ 19003 h 19641"/>
                <a:gd name="connsiteX5" fmla="*/ 23494 w 30009"/>
                <a:gd name="connsiteY5" fmla="*/ 19641 h 19641"/>
                <a:gd name="connsiteX6" fmla="*/ 29245 w 30009"/>
                <a:gd name="connsiteY6" fmla="*/ 15811 h 19641"/>
                <a:gd name="connsiteX7" fmla="*/ 26050 w 30009"/>
                <a:gd name="connsiteY7" fmla="*/ 7512 h 19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009" h="19641">
                  <a:moveTo>
                    <a:pt x="26050" y="7512"/>
                  </a:moveTo>
                  <a:lnTo>
                    <a:pt x="8796" y="489"/>
                  </a:lnTo>
                  <a:cubicBezTo>
                    <a:pt x="5601" y="-787"/>
                    <a:pt x="1768" y="489"/>
                    <a:pt x="490" y="3681"/>
                  </a:cubicBezTo>
                  <a:cubicBezTo>
                    <a:pt x="-789" y="6873"/>
                    <a:pt x="490" y="10704"/>
                    <a:pt x="3685" y="11981"/>
                  </a:cubicBezTo>
                  <a:lnTo>
                    <a:pt x="20937" y="19003"/>
                  </a:lnTo>
                  <a:cubicBezTo>
                    <a:pt x="21576" y="19641"/>
                    <a:pt x="22855" y="19641"/>
                    <a:pt x="23494" y="19641"/>
                  </a:cubicBezTo>
                  <a:cubicBezTo>
                    <a:pt x="26050" y="19641"/>
                    <a:pt x="28606" y="18364"/>
                    <a:pt x="29245" y="15811"/>
                  </a:cubicBezTo>
                  <a:cubicBezTo>
                    <a:pt x="31161" y="12619"/>
                    <a:pt x="29245" y="8789"/>
                    <a:pt x="26050" y="7512"/>
                  </a:cubicBezTo>
                </a:path>
              </a:pathLst>
            </a:custGeom>
            <a:solidFill>
              <a:srgbClr val="0076A8"/>
            </a:solidFill>
            <a:ln w="6390" cap="flat">
              <a:noFill/>
              <a:prstDash val="solid"/>
              <a:miter/>
            </a:ln>
          </p:spPr>
          <p:txBody>
            <a:bodyPr rtlCol="0" anchor="ctr"/>
            <a:lstStyle/>
            <a:p>
              <a:endParaRPr lang="en-US"/>
            </a:p>
          </p:txBody>
        </p:sp>
        <p:sp>
          <p:nvSpPr>
            <p:cNvPr id="1050" name="Graphic 4">
              <a:extLst>
                <a:ext uri="{FF2B5EF4-FFF2-40B4-BE49-F238E27FC236}">
                  <a16:creationId xmlns:a16="http://schemas.microsoft.com/office/drawing/2014/main" id="{8BC79F80-CB8A-554C-9331-EEDDACF07767}"/>
                </a:ext>
              </a:extLst>
            </p:cNvPr>
            <p:cNvSpPr/>
            <p:nvPr/>
          </p:nvSpPr>
          <p:spPr>
            <a:xfrm>
              <a:off x="7878666" y="2575973"/>
              <a:ext cx="30284" cy="19916"/>
            </a:xfrm>
            <a:custGeom>
              <a:avLst/>
              <a:gdLst>
                <a:gd name="connsiteX0" fmla="*/ 29519 w 30284"/>
                <a:gd name="connsiteY0" fmla="*/ 3956 h 19916"/>
                <a:gd name="connsiteX1" fmla="*/ 21213 w 30284"/>
                <a:gd name="connsiteY1" fmla="*/ 764 h 19916"/>
                <a:gd name="connsiteX2" fmla="*/ 3960 w 30284"/>
                <a:gd name="connsiteY2" fmla="*/ 7787 h 19916"/>
                <a:gd name="connsiteX3" fmla="*/ 765 w 30284"/>
                <a:gd name="connsiteY3" fmla="*/ 16086 h 19916"/>
                <a:gd name="connsiteX4" fmla="*/ 6516 w 30284"/>
                <a:gd name="connsiteY4" fmla="*/ 19916 h 19916"/>
                <a:gd name="connsiteX5" fmla="*/ 9072 w 30284"/>
                <a:gd name="connsiteY5" fmla="*/ 19278 h 19916"/>
                <a:gd name="connsiteX6" fmla="*/ 26324 w 30284"/>
                <a:gd name="connsiteY6" fmla="*/ 12255 h 19916"/>
                <a:gd name="connsiteX7" fmla="*/ 29519 w 30284"/>
                <a:gd name="connsiteY7" fmla="*/ 3956 h 1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84" h="19916">
                  <a:moveTo>
                    <a:pt x="29519" y="3956"/>
                  </a:moveTo>
                  <a:cubicBezTo>
                    <a:pt x="28242" y="764"/>
                    <a:pt x="24408" y="-1151"/>
                    <a:pt x="21213" y="764"/>
                  </a:cubicBezTo>
                  <a:lnTo>
                    <a:pt x="3960" y="7787"/>
                  </a:lnTo>
                  <a:cubicBezTo>
                    <a:pt x="765" y="9063"/>
                    <a:pt x="-1152" y="12894"/>
                    <a:pt x="765" y="16086"/>
                  </a:cubicBezTo>
                  <a:cubicBezTo>
                    <a:pt x="2043" y="18639"/>
                    <a:pt x="3960" y="19916"/>
                    <a:pt x="6516" y="19916"/>
                  </a:cubicBezTo>
                  <a:cubicBezTo>
                    <a:pt x="7155" y="19916"/>
                    <a:pt x="8433" y="19916"/>
                    <a:pt x="9072" y="19278"/>
                  </a:cubicBezTo>
                  <a:lnTo>
                    <a:pt x="26324" y="12255"/>
                  </a:lnTo>
                  <a:cubicBezTo>
                    <a:pt x="29519" y="10340"/>
                    <a:pt x="31437" y="7148"/>
                    <a:pt x="29519" y="3956"/>
                  </a:cubicBezTo>
                </a:path>
              </a:pathLst>
            </a:custGeom>
            <a:solidFill>
              <a:srgbClr val="0076A8"/>
            </a:solidFill>
            <a:ln w="6390" cap="flat">
              <a:noFill/>
              <a:prstDash val="solid"/>
              <a:miter/>
            </a:ln>
          </p:spPr>
          <p:txBody>
            <a:bodyPr rtlCol="0" anchor="ctr"/>
            <a:lstStyle/>
            <a:p>
              <a:endParaRPr lang="en-US"/>
            </a:p>
          </p:txBody>
        </p:sp>
      </p:grpSp>
      <p:grpSp>
        <p:nvGrpSpPr>
          <p:cNvPr id="1051" name="Graphic 4">
            <a:extLst>
              <a:ext uri="{FF2B5EF4-FFF2-40B4-BE49-F238E27FC236}">
                <a16:creationId xmlns:a16="http://schemas.microsoft.com/office/drawing/2014/main" id="{A53F360D-D91B-5C4D-A467-BF1920B1AC91}"/>
              </a:ext>
            </a:extLst>
          </p:cNvPr>
          <p:cNvGrpSpPr/>
          <p:nvPr/>
        </p:nvGrpSpPr>
        <p:grpSpPr>
          <a:xfrm>
            <a:off x="8239823" y="2371173"/>
            <a:ext cx="361674" cy="361333"/>
            <a:chOff x="8239823" y="2371173"/>
            <a:chExt cx="361674" cy="361333"/>
          </a:xfrm>
          <a:solidFill>
            <a:srgbClr val="0076A8"/>
          </a:solidFill>
        </p:grpSpPr>
        <p:sp>
          <p:nvSpPr>
            <p:cNvPr id="1052" name="Graphic 4">
              <a:extLst>
                <a:ext uri="{FF2B5EF4-FFF2-40B4-BE49-F238E27FC236}">
                  <a16:creationId xmlns:a16="http://schemas.microsoft.com/office/drawing/2014/main" id="{378D74FB-9173-904E-ABC4-986497BEF5F6}"/>
                </a:ext>
              </a:extLst>
            </p:cNvPr>
            <p:cNvSpPr/>
            <p:nvPr/>
          </p:nvSpPr>
          <p:spPr>
            <a:xfrm>
              <a:off x="8395099" y="2523112"/>
              <a:ext cx="51119" cy="51071"/>
            </a:xfrm>
            <a:custGeom>
              <a:avLst/>
              <a:gdLst>
                <a:gd name="connsiteX0" fmla="*/ 31950 w 51119"/>
                <a:gd name="connsiteY0" fmla="*/ 43411 h 51071"/>
                <a:gd name="connsiteX1" fmla="*/ 25560 w 51119"/>
                <a:gd name="connsiteY1" fmla="*/ 44688 h 51071"/>
                <a:gd name="connsiteX2" fmla="*/ 19170 w 51119"/>
                <a:gd name="connsiteY2" fmla="*/ 43411 h 51071"/>
                <a:gd name="connsiteX3" fmla="*/ 6390 w 51119"/>
                <a:gd name="connsiteY3" fmla="*/ 25536 h 51071"/>
                <a:gd name="connsiteX4" fmla="*/ 24920 w 51119"/>
                <a:gd name="connsiteY4" fmla="*/ 7022 h 51071"/>
                <a:gd name="connsiteX5" fmla="*/ 43451 w 51119"/>
                <a:gd name="connsiteY5" fmla="*/ 25536 h 51071"/>
                <a:gd name="connsiteX6" fmla="*/ 31950 w 51119"/>
                <a:gd name="connsiteY6" fmla="*/ 43411 h 51071"/>
                <a:gd name="connsiteX7" fmla="*/ 51119 w 51119"/>
                <a:gd name="connsiteY7" fmla="*/ 25536 h 51071"/>
                <a:gd name="connsiteX8" fmla="*/ 25560 w 51119"/>
                <a:gd name="connsiteY8" fmla="*/ 0 h 51071"/>
                <a:gd name="connsiteX9" fmla="*/ 0 w 51119"/>
                <a:gd name="connsiteY9" fmla="*/ 25536 h 51071"/>
                <a:gd name="connsiteX10" fmla="*/ 16614 w 51119"/>
                <a:gd name="connsiteY10" fmla="*/ 49157 h 51071"/>
                <a:gd name="connsiteX11" fmla="*/ 16614 w 51119"/>
                <a:gd name="connsiteY11" fmla="*/ 49157 h 51071"/>
                <a:gd name="connsiteX12" fmla="*/ 21086 w 51119"/>
                <a:gd name="connsiteY12" fmla="*/ 50433 h 51071"/>
                <a:gd name="connsiteX13" fmla="*/ 25560 w 51119"/>
                <a:gd name="connsiteY13" fmla="*/ 51072 h 51071"/>
                <a:gd name="connsiteX14" fmla="*/ 33866 w 51119"/>
                <a:gd name="connsiteY14" fmla="*/ 49795 h 51071"/>
                <a:gd name="connsiteX15" fmla="*/ 51119 w 51119"/>
                <a:gd name="connsiteY15" fmla="*/ 25536 h 5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119" h="51071">
                  <a:moveTo>
                    <a:pt x="31950" y="43411"/>
                  </a:moveTo>
                  <a:cubicBezTo>
                    <a:pt x="30032" y="44049"/>
                    <a:pt x="28115" y="44688"/>
                    <a:pt x="25560" y="44688"/>
                  </a:cubicBezTo>
                  <a:cubicBezTo>
                    <a:pt x="23642" y="44688"/>
                    <a:pt x="21086" y="44049"/>
                    <a:pt x="19170" y="43411"/>
                  </a:cubicBezTo>
                  <a:cubicBezTo>
                    <a:pt x="11501" y="40857"/>
                    <a:pt x="6390" y="33835"/>
                    <a:pt x="6390" y="25536"/>
                  </a:cubicBezTo>
                  <a:cubicBezTo>
                    <a:pt x="6390" y="15322"/>
                    <a:pt x="14696" y="7022"/>
                    <a:pt x="24920" y="7022"/>
                  </a:cubicBezTo>
                  <a:cubicBezTo>
                    <a:pt x="35145" y="7022"/>
                    <a:pt x="43451" y="15322"/>
                    <a:pt x="43451" y="25536"/>
                  </a:cubicBezTo>
                  <a:cubicBezTo>
                    <a:pt x="44090" y="33835"/>
                    <a:pt x="39617" y="40857"/>
                    <a:pt x="31950" y="43411"/>
                  </a:cubicBezTo>
                  <a:moveTo>
                    <a:pt x="51119" y="25536"/>
                  </a:moveTo>
                  <a:cubicBezTo>
                    <a:pt x="51119" y="11491"/>
                    <a:pt x="39617" y="0"/>
                    <a:pt x="25560" y="0"/>
                  </a:cubicBezTo>
                  <a:cubicBezTo>
                    <a:pt x="11501" y="0"/>
                    <a:pt x="0" y="11491"/>
                    <a:pt x="0" y="25536"/>
                  </a:cubicBezTo>
                  <a:cubicBezTo>
                    <a:pt x="0" y="36389"/>
                    <a:pt x="7029" y="45965"/>
                    <a:pt x="16614" y="49157"/>
                  </a:cubicBezTo>
                  <a:cubicBezTo>
                    <a:pt x="16614" y="49157"/>
                    <a:pt x="16614" y="49157"/>
                    <a:pt x="16614" y="49157"/>
                  </a:cubicBezTo>
                  <a:cubicBezTo>
                    <a:pt x="17891" y="49795"/>
                    <a:pt x="19170" y="49795"/>
                    <a:pt x="21086" y="50433"/>
                  </a:cubicBezTo>
                  <a:cubicBezTo>
                    <a:pt x="22365" y="50433"/>
                    <a:pt x="23642" y="51072"/>
                    <a:pt x="25560" y="51072"/>
                  </a:cubicBezTo>
                  <a:cubicBezTo>
                    <a:pt x="28115" y="51072"/>
                    <a:pt x="31310" y="50433"/>
                    <a:pt x="33866" y="49795"/>
                  </a:cubicBezTo>
                  <a:cubicBezTo>
                    <a:pt x="44090" y="45965"/>
                    <a:pt x="51119" y="36389"/>
                    <a:pt x="51119" y="25536"/>
                  </a:cubicBezTo>
                </a:path>
              </a:pathLst>
            </a:custGeom>
            <a:solidFill>
              <a:srgbClr val="0076A8"/>
            </a:solidFill>
            <a:ln w="6390" cap="flat">
              <a:noFill/>
              <a:prstDash val="solid"/>
              <a:miter/>
            </a:ln>
          </p:spPr>
          <p:txBody>
            <a:bodyPr rtlCol="0" anchor="ctr"/>
            <a:lstStyle/>
            <a:p>
              <a:endParaRPr lang="en-US"/>
            </a:p>
          </p:txBody>
        </p:sp>
        <p:sp>
          <p:nvSpPr>
            <p:cNvPr id="1053" name="Graphic 4">
              <a:extLst>
                <a:ext uri="{FF2B5EF4-FFF2-40B4-BE49-F238E27FC236}">
                  <a16:creationId xmlns:a16="http://schemas.microsoft.com/office/drawing/2014/main" id="{706751F2-18D4-4A4B-AEB9-7A609054B06D}"/>
                </a:ext>
              </a:extLst>
            </p:cNvPr>
            <p:cNvSpPr/>
            <p:nvPr/>
          </p:nvSpPr>
          <p:spPr>
            <a:xfrm>
              <a:off x="8414908" y="2542902"/>
              <a:ext cx="11501" cy="11969"/>
            </a:xfrm>
            <a:custGeom>
              <a:avLst/>
              <a:gdLst>
                <a:gd name="connsiteX0" fmla="*/ 5751 w 11501"/>
                <a:gd name="connsiteY0" fmla="*/ 0 h 11969"/>
                <a:gd name="connsiteX1" fmla="*/ 0 w 11501"/>
                <a:gd name="connsiteY1" fmla="*/ 5746 h 11969"/>
                <a:gd name="connsiteX2" fmla="*/ 3834 w 11501"/>
                <a:gd name="connsiteY2" fmla="*/ 11491 h 11969"/>
                <a:gd name="connsiteX3" fmla="*/ 7668 w 11501"/>
                <a:gd name="connsiteY3" fmla="*/ 11491 h 11969"/>
                <a:gd name="connsiteX4" fmla="*/ 11501 w 11501"/>
                <a:gd name="connsiteY4" fmla="*/ 5746 h 11969"/>
                <a:gd name="connsiteX5" fmla="*/ 5751 w 11501"/>
                <a:gd name="connsiteY5" fmla="*/ 0 h 11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01" h="11969">
                  <a:moveTo>
                    <a:pt x="5751" y="0"/>
                  </a:moveTo>
                  <a:cubicBezTo>
                    <a:pt x="2556" y="0"/>
                    <a:pt x="0" y="2554"/>
                    <a:pt x="0" y="5746"/>
                  </a:cubicBezTo>
                  <a:cubicBezTo>
                    <a:pt x="0" y="8299"/>
                    <a:pt x="1278" y="10214"/>
                    <a:pt x="3834" y="11491"/>
                  </a:cubicBezTo>
                  <a:cubicBezTo>
                    <a:pt x="5111" y="12130"/>
                    <a:pt x="6390" y="12130"/>
                    <a:pt x="7668" y="11491"/>
                  </a:cubicBezTo>
                  <a:cubicBezTo>
                    <a:pt x="10224" y="10853"/>
                    <a:pt x="11501" y="8299"/>
                    <a:pt x="11501" y="5746"/>
                  </a:cubicBezTo>
                  <a:cubicBezTo>
                    <a:pt x="11501" y="2554"/>
                    <a:pt x="8946" y="0"/>
                    <a:pt x="5751" y="0"/>
                  </a:cubicBezTo>
                </a:path>
              </a:pathLst>
            </a:custGeom>
            <a:solidFill>
              <a:srgbClr val="0076A8"/>
            </a:solidFill>
            <a:ln w="6390" cap="flat">
              <a:noFill/>
              <a:prstDash val="solid"/>
              <a:miter/>
            </a:ln>
          </p:spPr>
          <p:txBody>
            <a:bodyPr rtlCol="0" anchor="ctr"/>
            <a:lstStyle/>
            <a:p>
              <a:endParaRPr lang="en-US"/>
            </a:p>
          </p:txBody>
        </p:sp>
        <p:sp>
          <p:nvSpPr>
            <p:cNvPr id="1054" name="Graphic 4">
              <a:extLst>
                <a:ext uri="{FF2B5EF4-FFF2-40B4-BE49-F238E27FC236}">
                  <a16:creationId xmlns:a16="http://schemas.microsoft.com/office/drawing/2014/main" id="{D414B629-79AF-154B-B077-F0F1BCF8DD18}"/>
                </a:ext>
              </a:extLst>
            </p:cNvPr>
            <p:cNvSpPr/>
            <p:nvPr/>
          </p:nvSpPr>
          <p:spPr>
            <a:xfrm>
              <a:off x="8239823" y="2371173"/>
              <a:ext cx="361674" cy="361333"/>
            </a:xfrm>
            <a:custGeom>
              <a:avLst/>
              <a:gdLst>
                <a:gd name="connsiteX0" fmla="*/ 286270 w 361674"/>
                <a:gd name="connsiteY0" fmla="*/ 183859 h 361333"/>
                <a:gd name="connsiteX1" fmla="*/ 260710 w 361674"/>
                <a:gd name="connsiteY1" fmla="*/ 183859 h 361333"/>
                <a:gd name="connsiteX2" fmla="*/ 254320 w 361674"/>
                <a:gd name="connsiteY2" fmla="*/ 177475 h 361333"/>
                <a:gd name="connsiteX3" fmla="*/ 260710 w 361674"/>
                <a:gd name="connsiteY3" fmla="*/ 171091 h 361333"/>
                <a:gd name="connsiteX4" fmla="*/ 286270 w 361674"/>
                <a:gd name="connsiteY4" fmla="*/ 171091 h 361333"/>
                <a:gd name="connsiteX5" fmla="*/ 292659 w 361674"/>
                <a:gd name="connsiteY5" fmla="*/ 177475 h 361333"/>
                <a:gd name="connsiteX6" fmla="*/ 286270 w 361674"/>
                <a:gd name="connsiteY6" fmla="*/ 183859 h 361333"/>
                <a:gd name="connsiteX7" fmla="*/ 284352 w 361674"/>
                <a:gd name="connsiteY7" fmla="*/ 220247 h 361333"/>
                <a:gd name="connsiteX8" fmla="*/ 278601 w 361674"/>
                <a:gd name="connsiteY8" fmla="*/ 224078 h 361333"/>
                <a:gd name="connsiteX9" fmla="*/ 276045 w 361674"/>
                <a:gd name="connsiteY9" fmla="*/ 223439 h 361333"/>
                <a:gd name="connsiteX10" fmla="*/ 258792 w 361674"/>
                <a:gd name="connsiteY10" fmla="*/ 216417 h 361333"/>
                <a:gd name="connsiteX11" fmla="*/ 255597 w 361674"/>
                <a:gd name="connsiteY11" fmla="*/ 208118 h 361333"/>
                <a:gd name="connsiteX12" fmla="*/ 263905 w 361674"/>
                <a:gd name="connsiteY12" fmla="*/ 204926 h 361333"/>
                <a:gd name="connsiteX13" fmla="*/ 281157 w 361674"/>
                <a:gd name="connsiteY13" fmla="*/ 211948 h 361333"/>
                <a:gd name="connsiteX14" fmla="*/ 284352 w 361674"/>
                <a:gd name="connsiteY14" fmla="*/ 220247 h 361333"/>
                <a:gd name="connsiteX15" fmla="*/ 258792 w 361674"/>
                <a:gd name="connsiteY15" fmla="*/ 289195 h 361333"/>
                <a:gd name="connsiteX16" fmla="*/ 252403 w 361674"/>
                <a:gd name="connsiteY16" fmla="*/ 295579 h 361333"/>
                <a:gd name="connsiteX17" fmla="*/ 108629 w 361674"/>
                <a:gd name="connsiteY17" fmla="*/ 295579 h 361333"/>
                <a:gd name="connsiteX18" fmla="*/ 102239 w 361674"/>
                <a:gd name="connsiteY18" fmla="*/ 289195 h 361333"/>
                <a:gd name="connsiteX19" fmla="*/ 102239 w 361674"/>
                <a:gd name="connsiteY19" fmla="*/ 247060 h 361333"/>
                <a:gd name="connsiteX20" fmla="*/ 108629 w 361674"/>
                <a:gd name="connsiteY20" fmla="*/ 240676 h 361333"/>
                <a:gd name="connsiteX21" fmla="*/ 110546 w 361674"/>
                <a:gd name="connsiteY21" fmla="*/ 240676 h 361333"/>
                <a:gd name="connsiteX22" fmla="*/ 110546 w 361674"/>
                <a:gd name="connsiteY22" fmla="*/ 180028 h 361333"/>
                <a:gd name="connsiteX23" fmla="*/ 180196 w 361674"/>
                <a:gd name="connsiteY23" fmla="*/ 110443 h 361333"/>
                <a:gd name="connsiteX24" fmla="*/ 249846 w 361674"/>
                <a:gd name="connsiteY24" fmla="*/ 180028 h 361333"/>
                <a:gd name="connsiteX25" fmla="*/ 249846 w 361674"/>
                <a:gd name="connsiteY25" fmla="*/ 241315 h 361333"/>
                <a:gd name="connsiteX26" fmla="*/ 251764 w 361674"/>
                <a:gd name="connsiteY26" fmla="*/ 241315 h 361333"/>
                <a:gd name="connsiteX27" fmla="*/ 258154 w 361674"/>
                <a:gd name="connsiteY27" fmla="*/ 247699 h 361333"/>
                <a:gd name="connsiteX28" fmla="*/ 258154 w 361674"/>
                <a:gd name="connsiteY28" fmla="*/ 289195 h 361333"/>
                <a:gd name="connsiteX29" fmla="*/ 83708 w 361674"/>
                <a:gd name="connsiteY29" fmla="*/ 224716 h 361333"/>
                <a:gd name="connsiteX30" fmla="*/ 77957 w 361674"/>
                <a:gd name="connsiteY30" fmla="*/ 220886 h 361333"/>
                <a:gd name="connsiteX31" fmla="*/ 81152 w 361674"/>
                <a:gd name="connsiteY31" fmla="*/ 212587 h 361333"/>
                <a:gd name="connsiteX32" fmla="*/ 98405 w 361674"/>
                <a:gd name="connsiteY32" fmla="*/ 205564 h 361333"/>
                <a:gd name="connsiteX33" fmla="*/ 106712 w 361674"/>
                <a:gd name="connsiteY33" fmla="*/ 208756 h 361333"/>
                <a:gd name="connsiteX34" fmla="*/ 103517 w 361674"/>
                <a:gd name="connsiteY34" fmla="*/ 217055 h 361333"/>
                <a:gd name="connsiteX35" fmla="*/ 86264 w 361674"/>
                <a:gd name="connsiteY35" fmla="*/ 224078 h 361333"/>
                <a:gd name="connsiteX36" fmla="*/ 83708 w 361674"/>
                <a:gd name="connsiteY36" fmla="*/ 224716 h 361333"/>
                <a:gd name="connsiteX37" fmla="*/ 69012 w 361674"/>
                <a:gd name="connsiteY37" fmla="*/ 177475 h 361333"/>
                <a:gd name="connsiteX38" fmla="*/ 75402 w 361674"/>
                <a:gd name="connsiteY38" fmla="*/ 171091 h 361333"/>
                <a:gd name="connsiteX39" fmla="*/ 100961 w 361674"/>
                <a:gd name="connsiteY39" fmla="*/ 171091 h 361333"/>
                <a:gd name="connsiteX40" fmla="*/ 107351 w 361674"/>
                <a:gd name="connsiteY40" fmla="*/ 177475 h 361333"/>
                <a:gd name="connsiteX41" fmla="*/ 100961 w 361674"/>
                <a:gd name="connsiteY41" fmla="*/ 183859 h 361333"/>
                <a:gd name="connsiteX42" fmla="*/ 75402 w 361674"/>
                <a:gd name="connsiteY42" fmla="*/ 183859 h 361333"/>
                <a:gd name="connsiteX43" fmla="*/ 69012 w 361674"/>
                <a:gd name="connsiteY43" fmla="*/ 177475 h 361333"/>
                <a:gd name="connsiteX44" fmla="*/ 77318 w 361674"/>
                <a:gd name="connsiteY44" fmla="*/ 134702 h 361333"/>
                <a:gd name="connsiteX45" fmla="*/ 85625 w 361674"/>
                <a:gd name="connsiteY45" fmla="*/ 130872 h 361333"/>
                <a:gd name="connsiteX46" fmla="*/ 109268 w 361674"/>
                <a:gd name="connsiteY46" fmla="*/ 140448 h 361333"/>
                <a:gd name="connsiteX47" fmla="*/ 113102 w 361674"/>
                <a:gd name="connsiteY47" fmla="*/ 148747 h 361333"/>
                <a:gd name="connsiteX48" fmla="*/ 107351 w 361674"/>
                <a:gd name="connsiteY48" fmla="*/ 152577 h 361333"/>
                <a:gd name="connsiteX49" fmla="*/ 104795 w 361674"/>
                <a:gd name="connsiteY49" fmla="*/ 151939 h 361333"/>
                <a:gd name="connsiteX50" fmla="*/ 81152 w 361674"/>
                <a:gd name="connsiteY50" fmla="*/ 142363 h 361333"/>
                <a:gd name="connsiteX51" fmla="*/ 77318 w 361674"/>
                <a:gd name="connsiteY51" fmla="*/ 134702 h 361333"/>
                <a:gd name="connsiteX52" fmla="*/ 101600 w 361674"/>
                <a:gd name="connsiteY52" fmla="*/ 98952 h 361333"/>
                <a:gd name="connsiteX53" fmla="*/ 110546 w 361674"/>
                <a:gd name="connsiteY53" fmla="*/ 98952 h 361333"/>
                <a:gd name="connsiteX54" fmla="*/ 128438 w 361674"/>
                <a:gd name="connsiteY54" fmla="*/ 116827 h 361333"/>
                <a:gd name="connsiteX55" fmla="*/ 128438 w 361674"/>
                <a:gd name="connsiteY55" fmla="*/ 125765 h 361333"/>
                <a:gd name="connsiteX56" fmla="*/ 123965 w 361674"/>
                <a:gd name="connsiteY56" fmla="*/ 127680 h 361333"/>
                <a:gd name="connsiteX57" fmla="*/ 119492 w 361674"/>
                <a:gd name="connsiteY57" fmla="*/ 125765 h 361333"/>
                <a:gd name="connsiteX58" fmla="*/ 101600 w 361674"/>
                <a:gd name="connsiteY58" fmla="*/ 107889 h 361333"/>
                <a:gd name="connsiteX59" fmla="*/ 101600 w 361674"/>
                <a:gd name="connsiteY59" fmla="*/ 98952 h 361333"/>
                <a:gd name="connsiteX60" fmla="*/ 138022 w 361674"/>
                <a:gd name="connsiteY60" fmla="*/ 74693 h 361333"/>
                <a:gd name="connsiteX61" fmla="*/ 146330 w 361674"/>
                <a:gd name="connsiteY61" fmla="*/ 77885 h 361333"/>
                <a:gd name="connsiteX62" fmla="*/ 155915 w 361674"/>
                <a:gd name="connsiteY62" fmla="*/ 101505 h 361333"/>
                <a:gd name="connsiteX63" fmla="*/ 152720 w 361674"/>
                <a:gd name="connsiteY63" fmla="*/ 109805 h 361333"/>
                <a:gd name="connsiteX64" fmla="*/ 150164 w 361674"/>
                <a:gd name="connsiteY64" fmla="*/ 110443 h 361333"/>
                <a:gd name="connsiteX65" fmla="*/ 144412 w 361674"/>
                <a:gd name="connsiteY65" fmla="*/ 106613 h 361333"/>
                <a:gd name="connsiteX66" fmla="*/ 134828 w 361674"/>
                <a:gd name="connsiteY66" fmla="*/ 82992 h 361333"/>
                <a:gd name="connsiteX67" fmla="*/ 138022 w 361674"/>
                <a:gd name="connsiteY67" fmla="*/ 74693 h 361333"/>
                <a:gd name="connsiteX68" fmla="*/ 174446 w 361674"/>
                <a:gd name="connsiteY68" fmla="*/ 72139 h 361333"/>
                <a:gd name="connsiteX69" fmla="*/ 180836 w 361674"/>
                <a:gd name="connsiteY69" fmla="*/ 65755 h 361333"/>
                <a:gd name="connsiteX70" fmla="*/ 185308 w 361674"/>
                <a:gd name="connsiteY70" fmla="*/ 67670 h 361333"/>
                <a:gd name="connsiteX71" fmla="*/ 187225 w 361674"/>
                <a:gd name="connsiteY71" fmla="*/ 72139 h 361333"/>
                <a:gd name="connsiteX72" fmla="*/ 187225 w 361674"/>
                <a:gd name="connsiteY72" fmla="*/ 97675 h 361333"/>
                <a:gd name="connsiteX73" fmla="*/ 180836 w 361674"/>
                <a:gd name="connsiteY73" fmla="*/ 104059 h 361333"/>
                <a:gd name="connsiteX74" fmla="*/ 180836 w 361674"/>
                <a:gd name="connsiteY74" fmla="*/ 104059 h 361333"/>
                <a:gd name="connsiteX75" fmla="*/ 174446 w 361674"/>
                <a:gd name="connsiteY75" fmla="*/ 97675 h 361333"/>
                <a:gd name="connsiteX76" fmla="*/ 174446 w 361674"/>
                <a:gd name="connsiteY76" fmla="*/ 72139 h 361333"/>
                <a:gd name="connsiteX77" fmla="*/ 174446 w 361674"/>
                <a:gd name="connsiteY77" fmla="*/ 72139 h 361333"/>
                <a:gd name="connsiteX78" fmla="*/ 205756 w 361674"/>
                <a:gd name="connsiteY78" fmla="*/ 101505 h 361333"/>
                <a:gd name="connsiteX79" fmla="*/ 215341 w 361674"/>
                <a:gd name="connsiteY79" fmla="*/ 77885 h 361333"/>
                <a:gd name="connsiteX80" fmla="*/ 223648 w 361674"/>
                <a:gd name="connsiteY80" fmla="*/ 74693 h 361333"/>
                <a:gd name="connsiteX81" fmla="*/ 226843 w 361674"/>
                <a:gd name="connsiteY81" fmla="*/ 82992 h 361333"/>
                <a:gd name="connsiteX82" fmla="*/ 217258 w 361674"/>
                <a:gd name="connsiteY82" fmla="*/ 106613 h 361333"/>
                <a:gd name="connsiteX83" fmla="*/ 211507 w 361674"/>
                <a:gd name="connsiteY83" fmla="*/ 110443 h 361333"/>
                <a:gd name="connsiteX84" fmla="*/ 208951 w 361674"/>
                <a:gd name="connsiteY84" fmla="*/ 109805 h 361333"/>
                <a:gd name="connsiteX85" fmla="*/ 205756 w 361674"/>
                <a:gd name="connsiteY85" fmla="*/ 101505 h 361333"/>
                <a:gd name="connsiteX86" fmla="*/ 233233 w 361674"/>
                <a:gd name="connsiteY86" fmla="*/ 116827 h 361333"/>
                <a:gd name="connsiteX87" fmla="*/ 251125 w 361674"/>
                <a:gd name="connsiteY87" fmla="*/ 98952 h 361333"/>
                <a:gd name="connsiteX88" fmla="*/ 260070 w 361674"/>
                <a:gd name="connsiteY88" fmla="*/ 98952 h 361333"/>
                <a:gd name="connsiteX89" fmla="*/ 260070 w 361674"/>
                <a:gd name="connsiteY89" fmla="*/ 107889 h 361333"/>
                <a:gd name="connsiteX90" fmla="*/ 242179 w 361674"/>
                <a:gd name="connsiteY90" fmla="*/ 125765 h 361333"/>
                <a:gd name="connsiteX91" fmla="*/ 237705 w 361674"/>
                <a:gd name="connsiteY91" fmla="*/ 127680 h 361333"/>
                <a:gd name="connsiteX92" fmla="*/ 233233 w 361674"/>
                <a:gd name="connsiteY92" fmla="*/ 125765 h 361333"/>
                <a:gd name="connsiteX93" fmla="*/ 233233 w 361674"/>
                <a:gd name="connsiteY93" fmla="*/ 116827 h 361333"/>
                <a:gd name="connsiteX94" fmla="*/ 284352 w 361674"/>
                <a:gd name="connsiteY94" fmla="*/ 134702 h 361333"/>
                <a:gd name="connsiteX95" fmla="*/ 281157 w 361674"/>
                <a:gd name="connsiteY95" fmla="*/ 143001 h 361333"/>
                <a:gd name="connsiteX96" fmla="*/ 257515 w 361674"/>
                <a:gd name="connsiteY96" fmla="*/ 152577 h 361333"/>
                <a:gd name="connsiteX97" fmla="*/ 254959 w 361674"/>
                <a:gd name="connsiteY97" fmla="*/ 153216 h 361333"/>
                <a:gd name="connsiteX98" fmla="*/ 249208 w 361674"/>
                <a:gd name="connsiteY98" fmla="*/ 149385 h 361333"/>
                <a:gd name="connsiteX99" fmla="*/ 252403 w 361674"/>
                <a:gd name="connsiteY99" fmla="*/ 141086 h 361333"/>
                <a:gd name="connsiteX100" fmla="*/ 276045 w 361674"/>
                <a:gd name="connsiteY100" fmla="*/ 131510 h 361333"/>
                <a:gd name="connsiteX101" fmla="*/ 284352 w 361674"/>
                <a:gd name="connsiteY101" fmla="*/ 134702 h 361333"/>
                <a:gd name="connsiteX102" fmla="*/ 180836 w 361674"/>
                <a:gd name="connsiteY102" fmla="*/ 0 h 361333"/>
                <a:gd name="connsiteX103" fmla="*/ 0 w 361674"/>
                <a:gd name="connsiteY103" fmla="*/ 180667 h 361333"/>
                <a:gd name="connsiteX104" fmla="*/ 180836 w 361674"/>
                <a:gd name="connsiteY104" fmla="*/ 361333 h 361333"/>
                <a:gd name="connsiteX105" fmla="*/ 361670 w 361674"/>
                <a:gd name="connsiteY105" fmla="*/ 180667 h 361333"/>
                <a:gd name="connsiteX106" fmla="*/ 180836 w 361674"/>
                <a:gd name="connsiteY106"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361674" h="361333">
                  <a:moveTo>
                    <a:pt x="286270" y="183859"/>
                  </a:moveTo>
                  <a:lnTo>
                    <a:pt x="260710" y="183859"/>
                  </a:lnTo>
                  <a:cubicBezTo>
                    <a:pt x="256875" y="183859"/>
                    <a:pt x="254320" y="181305"/>
                    <a:pt x="254320" y="177475"/>
                  </a:cubicBezTo>
                  <a:cubicBezTo>
                    <a:pt x="254320" y="173644"/>
                    <a:pt x="256875" y="171091"/>
                    <a:pt x="260710" y="171091"/>
                  </a:cubicBezTo>
                  <a:lnTo>
                    <a:pt x="286270" y="171091"/>
                  </a:lnTo>
                  <a:cubicBezTo>
                    <a:pt x="290103" y="171091"/>
                    <a:pt x="292659" y="173644"/>
                    <a:pt x="292659" y="177475"/>
                  </a:cubicBezTo>
                  <a:cubicBezTo>
                    <a:pt x="292659" y="181305"/>
                    <a:pt x="290103" y="183859"/>
                    <a:pt x="286270" y="183859"/>
                  </a:cubicBezTo>
                  <a:moveTo>
                    <a:pt x="284352" y="220247"/>
                  </a:moveTo>
                  <a:cubicBezTo>
                    <a:pt x="283075" y="222801"/>
                    <a:pt x="281157" y="224078"/>
                    <a:pt x="278601" y="224078"/>
                  </a:cubicBezTo>
                  <a:cubicBezTo>
                    <a:pt x="277962" y="224078"/>
                    <a:pt x="276685" y="224078"/>
                    <a:pt x="276045" y="223439"/>
                  </a:cubicBezTo>
                  <a:lnTo>
                    <a:pt x="258792" y="216417"/>
                  </a:lnTo>
                  <a:cubicBezTo>
                    <a:pt x="255597" y="215140"/>
                    <a:pt x="253680" y="211310"/>
                    <a:pt x="255597" y="208118"/>
                  </a:cubicBezTo>
                  <a:cubicBezTo>
                    <a:pt x="256875" y="204926"/>
                    <a:pt x="260710" y="203011"/>
                    <a:pt x="263905" y="204926"/>
                  </a:cubicBezTo>
                  <a:lnTo>
                    <a:pt x="281157" y="211948"/>
                  </a:lnTo>
                  <a:cubicBezTo>
                    <a:pt x="284352" y="213225"/>
                    <a:pt x="285630" y="217055"/>
                    <a:pt x="284352" y="220247"/>
                  </a:cubicBezTo>
                  <a:moveTo>
                    <a:pt x="258792" y="289195"/>
                  </a:moveTo>
                  <a:cubicBezTo>
                    <a:pt x="258792" y="293025"/>
                    <a:pt x="256236" y="295579"/>
                    <a:pt x="252403" y="295579"/>
                  </a:cubicBezTo>
                  <a:lnTo>
                    <a:pt x="108629" y="295579"/>
                  </a:lnTo>
                  <a:cubicBezTo>
                    <a:pt x="104795" y="295579"/>
                    <a:pt x="102239" y="293025"/>
                    <a:pt x="102239" y="289195"/>
                  </a:cubicBezTo>
                  <a:lnTo>
                    <a:pt x="102239" y="247060"/>
                  </a:lnTo>
                  <a:cubicBezTo>
                    <a:pt x="102239" y="243230"/>
                    <a:pt x="104795" y="240676"/>
                    <a:pt x="108629" y="240676"/>
                  </a:cubicBezTo>
                  <a:lnTo>
                    <a:pt x="110546" y="240676"/>
                  </a:lnTo>
                  <a:lnTo>
                    <a:pt x="110546" y="180028"/>
                  </a:lnTo>
                  <a:cubicBezTo>
                    <a:pt x="110546" y="141724"/>
                    <a:pt x="141856" y="110443"/>
                    <a:pt x="180196" y="110443"/>
                  </a:cubicBezTo>
                  <a:cubicBezTo>
                    <a:pt x="218536" y="110443"/>
                    <a:pt x="249846" y="141724"/>
                    <a:pt x="249846" y="180028"/>
                  </a:cubicBezTo>
                  <a:lnTo>
                    <a:pt x="249846" y="241315"/>
                  </a:lnTo>
                  <a:lnTo>
                    <a:pt x="251764" y="241315"/>
                  </a:lnTo>
                  <a:cubicBezTo>
                    <a:pt x="255597" y="241315"/>
                    <a:pt x="258154" y="243868"/>
                    <a:pt x="258154" y="247699"/>
                  </a:cubicBezTo>
                  <a:lnTo>
                    <a:pt x="258154" y="289195"/>
                  </a:lnTo>
                  <a:close/>
                  <a:moveTo>
                    <a:pt x="83708" y="224716"/>
                  </a:moveTo>
                  <a:cubicBezTo>
                    <a:pt x="81152" y="224716"/>
                    <a:pt x="78597" y="223439"/>
                    <a:pt x="77957" y="220886"/>
                  </a:cubicBezTo>
                  <a:cubicBezTo>
                    <a:pt x="76679" y="217694"/>
                    <a:pt x="77957" y="213863"/>
                    <a:pt x="81152" y="212587"/>
                  </a:cubicBezTo>
                  <a:lnTo>
                    <a:pt x="98405" y="205564"/>
                  </a:lnTo>
                  <a:cubicBezTo>
                    <a:pt x="101600" y="204287"/>
                    <a:pt x="105434" y="205564"/>
                    <a:pt x="106712" y="208756"/>
                  </a:cubicBezTo>
                  <a:cubicBezTo>
                    <a:pt x="107990" y="211948"/>
                    <a:pt x="106712" y="215779"/>
                    <a:pt x="103517" y="217055"/>
                  </a:cubicBezTo>
                  <a:lnTo>
                    <a:pt x="86264" y="224078"/>
                  </a:lnTo>
                  <a:cubicBezTo>
                    <a:pt x="84986" y="224078"/>
                    <a:pt x="84347" y="224716"/>
                    <a:pt x="83708" y="224716"/>
                  </a:cubicBezTo>
                  <a:moveTo>
                    <a:pt x="69012" y="177475"/>
                  </a:moveTo>
                  <a:cubicBezTo>
                    <a:pt x="69012" y="173644"/>
                    <a:pt x="71567" y="171091"/>
                    <a:pt x="75402" y="171091"/>
                  </a:cubicBezTo>
                  <a:lnTo>
                    <a:pt x="100961" y="171091"/>
                  </a:lnTo>
                  <a:cubicBezTo>
                    <a:pt x="104795" y="171091"/>
                    <a:pt x="107351" y="173644"/>
                    <a:pt x="107351" y="177475"/>
                  </a:cubicBezTo>
                  <a:cubicBezTo>
                    <a:pt x="107351" y="181305"/>
                    <a:pt x="104795" y="183859"/>
                    <a:pt x="100961" y="183859"/>
                  </a:cubicBezTo>
                  <a:lnTo>
                    <a:pt x="75402" y="183859"/>
                  </a:lnTo>
                  <a:cubicBezTo>
                    <a:pt x="71567" y="183859"/>
                    <a:pt x="69012" y="181305"/>
                    <a:pt x="69012" y="177475"/>
                  </a:cubicBezTo>
                  <a:moveTo>
                    <a:pt x="77318" y="134702"/>
                  </a:moveTo>
                  <a:cubicBezTo>
                    <a:pt x="78597" y="131510"/>
                    <a:pt x="82430" y="129595"/>
                    <a:pt x="85625" y="130872"/>
                  </a:cubicBezTo>
                  <a:lnTo>
                    <a:pt x="109268" y="140448"/>
                  </a:lnTo>
                  <a:cubicBezTo>
                    <a:pt x="112463" y="141724"/>
                    <a:pt x="114380" y="145555"/>
                    <a:pt x="113102" y="148747"/>
                  </a:cubicBezTo>
                  <a:cubicBezTo>
                    <a:pt x="111824" y="151300"/>
                    <a:pt x="109907" y="152577"/>
                    <a:pt x="107351" y="152577"/>
                  </a:cubicBezTo>
                  <a:cubicBezTo>
                    <a:pt x="106712" y="152577"/>
                    <a:pt x="106073" y="152577"/>
                    <a:pt x="104795" y="151939"/>
                  </a:cubicBezTo>
                  <a:lnTo>
                    <a:pt x="81152" y="142363"/>
                  </a:lnTo>
                  <a:cubicBezTo>
                    <a:pt x="77957" y="141724"/>
                    <a:pt x="76040" y="138533"/>
                    <a:pt x="77318" y="134702"/>
                  </a:cubicBezTo>
                  <a:moveTo>
                    <a:pt x="101600" y="98952"/>
                  </a:moveTo>
                  <a:cubicBezTo>
                    <a:pt x="104156" y="96398"/>
                    <a:pt x="107990" y="96398"/>
                    <a:pt x="110546" y="98952"/>
                  </a:cubicBezTo>
                  <a:lnTo>
                    <a:pt x="128438" y="116827"/>
                  </a:lnTo>
                  <a:cubicBezTo>
                    <a:pt x="130994" y="119381"/>
                    <a:pt x="130994" y="123211"/>
                    <a:pt x="128438" y="125765"/>
                  </a:cubicBezTo>
                  <a:cubicBezTo>
                    <a:pt x="127160" y="127041"/>
                    <a:pt x="125243" y="127680"/>
                    <a:pt x="123965" y="127680"/>
                  </a:cubicBezTo>
                  <a:cubicBezTo>
                    <a:pt x="122048" y="127680"/>
                    <a:pt x="120770" y="127041"/>
                    <a:pt x="119492" y="125765"/>
                  </a:cubicBezTo>
                  <a:lnTo>
                    <a:pt x="101600" y="107889"/>
                  </a:lnTo>
                  <a:cubicBezTo>
                    <a:pt x="99044" y="105336"/>
                    <a:pt x="99044" y="100867"/>
                    <a:pt x="101600" y="98952"/>
                  </a:cubicBezTo>
                  <a:moveTo>
                    <a:pt x="138022" y="74693"/>
                  </a:moveTo>
                  <a:cubicBezTo>
                    <a:pt x="141217" y="73416"/>
                    <a:pt x="145051" y="74693"/>
                    <a:pt x="146330" y="77885"/>
                  </a:cubicBezTo>
                  <a:lnTo>
                    <a:pt x="155915" y="101505"/>
                  </a:lnTo>
                  <a:cubicBezTo>
                    <a:pt x="157192" y="104697"/>
                    <a:pt x="155915" y="108528"/>
                    <a:pt x="152720" y="109805"/>
                  </a:cubicBezTo>
                  <a:cubicBezTo>
                    <a:pt x="152081" y="110443"/>
                    <a:pt x="150802" y="110443"/>
                    <a:pt x="150164" y="110443"/>
                  </a:cubicBezTo>
                  <a:cubicBezTo>
                    <a:pt x="147607" y="110443"/>
                    <a:pt x="145051" y="109166"/>
                    <a:pt x="144412" y="106613"/>
                  </a:cubicBezTo>
                  <a:lnTo>
                    <a:pt x="134828" y="82992"/>
                  </a:lnTo>
                  <a:cubicBezTo>
                    <a:pt x="133550" y="79162"/>
                    <a:pt x="134828" y="75970"/>
                    <a:pt x="138022" y="74693"/>
                  </a:cubicBezTo>
                  <a:moveTo>
                    <a:pt x="174446" y="72139"/>
                  </a:moveTo>
                  <a:cubicBezTo>
                    <a:pt x="174446" y="68309"/>
                    <a:pt x="177001" y="65755"/>
                    <a:pt x="180836" y="65755"/>
                  </a:cubicBezTo>
                  <a:cubicBezTo>
                    <a:pt x="182752" y="65755"/>
                    <a:pt x="184031" y="66394"/>
                    <a:pt x="185308" y="67670"/>
                  </a:cubicBezTo>
                  <a:cubicBezTo>
                    <a:pt x="186586" y="68947"/>
                    <a:pt x="187225" y="70224"/>
                    <a:pt x="187225" y="72139"/>
                  </a:cubicBezTo>
                  <a:lnTo>
                    <a:pt x="187225" y="97675"/>
                  </a:lnTo>
                  <a:cubicBezTo>
                    <a:pt x="187225" y="101505"/>
                    <a:pt x="184669" y="104059"/>
                    <a:pt x="180836" y="104059"/>
                  </a:cubicBezTo>
                  <a:lnTo>
                    <a:pt x="180836" y="104059"/>
                  </a:lnTo>
                  <a:cubicBezTo>
                    <a:pt x="177001" y="104059"/>
                    <a:pt x="174446" y="101505"/>
                    <a:pt x="174446" y="97675"/>
                  </a:cubicBezTo>
                  <a:lnTo>
                    <a:pt x="174446" y="72139"/>
                  </a:lnTo>
                  <a:cubicBezTo>
                    <a:pt x="174446" y="72778"/>
                    <a:pt x="174446" y="72139"/>
                    <a:pt x="174446" y="72139"/>
                  </a:cubicBezTo>
                  <a:moveTo>
                    <a:pt x="205756" y="101505"/>
                  </a:moveTo>
                  <a:lnTo>
                    <a:pt x="215341" y="77885"/>
                  </a:lnTo>
                  <a:cubicBezTo>
                    <a:pt x="216619" y="74693"/>
                    <a:pt x="220453" y="72778"/>
                    <a:pt x="223648" y="74693"/>
                  </a:cubicBezTo>
                  <a:cubicBezTo>
                    <a:pt x="226843" y="75970"/>
                    <a:pt x="228760" y="79800"/>
                    <a:pt x="226843" y="82992"/>
                  </a:cubicBezTo>
                  <a:lnTo>
                    <a:pt x="217258" y="106613"/>
                  </a:lnTo>
                  <a:cubicBezTo>
                    <a:pt x="215980" y="109166"/>
                    <a:pt x="214063" y="110443"/>
                    <a:pt x="211507" y="110443"/>
                  </a:cubicBezTo>
                  <a:cubicBezTo>
                    <a:pt x="210868" y="110443"/>
                    <a:pt x="209590" y="110443"/>
                    <a:pt x="208951" y="109805"/>
                  </a:cubicBezTo>
                  <a:cubicBezTo>
                    <a:pt x="205756" y="108528"/>
                    <a:pt x="204478" y="104697"/>
                    <a:pt x="205756" y="101505"/>
                  </a:cubicBezTo>
                  <a:moveTo>
                    <a:pt x="233233" y="116827"/>
                  </a:moveTo>
                  <a:lnTo>
                    <a:pt x="251125" y="98952"/>
                  </a:lnTo>
                  <a:cubicBezTo>
                    <a:pt x="253680" y="96398"/>
                    <a:pt x="257515" y="96398"/>
                    <a:pt x="260070" y="98952"/>
                  </a:cubicBezTo>
                  <a:cubicBezTo>
                    <a:pt x="262626" y="101505"/>
                    <a:pt x="262626" y="105336"/>
                    <a:pt x="260070" y="107889"/>
                  </a:cubicBezTo>
                  <a:lnTo>
                    <a:pt x="242179" y="125765"/>
                  </a:lnTo>
                  <a:cubicBezTo>
                    <a:pt x="240900" y="127041"/>
                    <a:pt x="238984" y="127680"/>
                    <a:pt x="237705" y="127680"/>
                  </a:cubicBezTo>
                  <a:cubicBezTo>
                    <a:pt x="236428" y="127680"/>
                    <a:pt x="234510" y="127041"/>
                    <a:pt x="233233" y="125765"/>
                  </a:cubicBezTo>
                  <a:cubicBezTo>
                    <a:pt x="230677" y="123211"/>
                    <a:pt x="230677" y="118742"/>
                    <a:pt x="233233" y="116827"/>
                  </a:cubicBezTo>
                  <a:moveTo>
                    <a:pt x="284352" y="134702"/>
                  </a:moveTo>
                  <a:cubicBezTo>
                    <a:pt x="285630" y="137894"/>
                    <a:pt x="284352" y="141724"/>
                    <a:pt x="281157" y="143001"/>
                  </a:cubicBezTo>
                  <a:lnTo>
                    <a:pt x="257515" y="152577"/>
                  </a:lnTo>
                  <a:cubicBezTo>
                    <a:pt x="256875" y="153216"/>
                    <a:pt x="255597" y="153216"/>
                    <a:pt x="254959" y="153216"/>
                  </a:cubicBezTo>
                  <a:cubicBezTo>
                    <a:pt x="252403" y="153216"/>
                    <a:pt x="249846" y="151939"/>
                    <a:pt x="249208" y="149385"/>
                  </a:cubicBezTo>
                  <a:cubicBezTo>
                    <a:pt x="247930" y="146193"/>
                    <a:pt x="249208" y="142363"/>
                    <a:pt x="252403" y="141086"/>
                  </a:cubicBezTo>
                  <a:lnTo>
                    <a:pt x="276045" y="131510"/>
                  </a:lnTo>
                  <a:cubicBezTo>
                    <a:pt x="279240" y="130233"/>
                    <a:pt x="283075" y="131510"/>
                    <a:pt x="284352" y="134702"/>
                  </a:cubicBezTo>
                  <a:moveTo>
                    <a:pt x="180836" y="0"/>
                  </a:moveTo>
                  <a:cubicBezTo>
                    <a:pt x="80513" y="0"/>
                    <a:pt x="0" y="81077"/>
                    <a:pt x="0" y="180667"/>
                  </a:cubicBezTo>
                  <a:cubicBezTo>
                    <a:pt x="0" y="280895"/>
                    <a:pt x="81152" y="361333"/>
                    <a:pt x="180836" y="361333"/>
                  </a:cubicBezTo>
                  <a:cubicBezTo>
                    <a:pt x="281157" y="361333"/>
                    <a:pt x="361670" y="280257"/>
                    <a:pt x="361670" y="180667"/>
                  </a:cubicBezTo>
                  <a:cubicBezTo>
                    <a:pt x="362309" y="81077"/>
                    <a:pt x="281157" y="0"/>
                    <a:pt x="180836" y="0"/>
                  </a:cubicBezTo>
                </a:path>
              </a:pathLst>
            </a:custGeom>
            <a:solidFill>
              <a:srgbClr val="0076A8"/>
            </a:solidFill>
            <a:ln w="6390" cap="flat">
              <a:noFill/>
              <a:prstDash val="solid"/>
              <a:miter/>
            </a:ln>
          </p:spPr>
          <p:txBody>
            <a:bodyPr rtlCol="0" anchor="ctr"/>
            <a:lstStyle/>
            <a:p>
              <a:endParaRPr lang="en-US"/>
            </a:p>
          </p:txBody>
        </p:sp>
        <p:sp>
          <p:nvSpPr>
            <p:cNvPr id="1055" name="Graphic 4">
              <a:extLst>
                <a:ext uri="{FF2B5EF4-FFF2-40B4-BE49-F238E27FC236}">
                  <a16:creationId xmlns:a16="http://schemas.microsoft.com/office/drawing/2014/main" id="{50B98405-176C-BC4F-A1A7-43047A62A6BA}"/>
                </a:ext>
              </a:extLst>
            </p:cNvPr>
            <p:cNvSpPr/>
            <p:nvPr/>
          </p:nvSpPr>
          <p:spPr>
            <a:xfrm>
              <a:off x="8365066" y="2494384"/>
              <a:ext cx="113741" cy="118103"/>
            </a:xfrm>
            <a:custGeom>
              <a:avLst/>
              <a:gdLst>
                <a:gd name="connsiteX0" fmla="*/ 38978 w 113741"/>
                <a:gd name="connsiteY0" fmla="*/ 88099 h 118103"/>
                <a:gd name="connsiteX1" fmla="*/ 17892 w 113741"/>
                <a:gd name="connsiteY1" fmla="*/ 54264 h 118103"/>
                <a:gd name="connsiteX2" fmla="*/ 56232 w 113741"/>
                <a:gd name="connsiteY2" fmla="*/ 15960 h 118103"/>
                <a:gd name="connsiteX3" fmla="*/ 94571 w 113741"/>
                <a:gd name="connsiteY3" fmla="*/ 54264 h 118103"/>
                <a:gd name="connsiteX4" fmla="*/ 73484 w 113741"/>
                <a:gd name="connsiteY4" fmla="*/ 88099 h 118103"/>
                <a:gd name="connsiteX5" fmla="*/ 73484 w 113741"/>
                <a:gd name="connsiteY5" fmla="*/ 117465 h 118103"/>
                <a:gd name="connsiteX6" fmla="*/ 113741 w 113741"/>
                <a:gd name="connsiteY6" fmla="*/ 117465 h 118103"/>
                <a:gd name="connsiteX7" fmla="*/ 113741 w 113741"/>
                <a:gd name="connsiteY7" fmla="*/ 56817 h 118103"/>
                <a:gd name="connsiteX8" fmla="*/ 56871 w 113741"/>
                <a:gd name="connsiteY8" fmla="*/ 0 h 118103"/>
                <a:gd name="connsiteX9" fmla="*/ 0 w 113741"/>
                <a:gd name="connsiteY9" fmla="*/ 56817 h 118103"/>
                <a:gd name="connsiteX10" fmla="*/ 0 w 113741"/>
                <a:gd name="connsiteY10" fmla="*/ 118104 h 118103"/>
                <a:gd name="connsiteX11" fmla="*/ 40257 w 113741"/>
                <a:gd name="connsiteY11" fmla="*/ 118104 h 118103"/>
                <a:gd name="connsiteX12" fmla="*/ 40257 w 113741"/>
                <a:gd name="connsiteY12" fmla="*/ 88099 h 118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741" h="118103">
                  <a:moveTo>
                    <a:pt x="38978" y="88099"/>
                  </a:moveTo>
                  <a:cubicBezTo>
                    <a:pt x="26199" y="81715"/>
                    <a:pt x="17892" y="68947"/>
                    <a:pt x="17892" y="54264"/>
                  </a:cubicBezTo>
                  <a:cubicBezTo>
                    <a:pt x="17892" y="33197"/>
                    <a:pt x="35145" y="15960"/>
                    <a:pt x="56232" y="15960"/>
                  </a:cubicBezTo>
                  <a:cubicBezTo>
                    <a:pt x="77318" y="15960"/>
                    <a:pt x="94571" y="33197"/>
                    <a:pt x="94571" y="54264"/>
                  </a:cubicBezTo>
                  <a:cubicBezTo>
                    <a:pt x="94571" y="68947"/>
                    <a:pt x="86264" y="81715"/>
                    <a:pt x="73484" y="88099"/>
                  </a:cubicBezTo>
                  <a:lnTo>
                    <a:pt x="73484" y="117465"/>
                  </a:lnTo>
                  <a:lnTo>
                    <a:pt x="113741" y="117465"/>
                  </a:lnTo>
                  <a:lnTo>
                    <a:pt x="113741" y="56817"/>
                  </a:lnTo>
                  <a:cubicBezTo>
                    <a:pt x="113741" y="25536"/>
                    <a:pt x="88181" y="0"/>
                    <a:pt x="56871" y="0"/>
                  </a:cubicBezTo>
                  <a:cubicBezTo>
                    <a:pt x="25560" y="0"/>
                    <a:pt x="0" y="25536"/>
                    <a:pt x="0" y="56817"/>
                  </a:cubicBezTo>
                  <a:lnTo>
                    <a:pt x="0" y="118104"/>
                  </a:lnTo>
                  <a:lnTo>
                    <a:pt x="40257" y="118104"/>
                  </a:lnTo>
                  <a:lnTo>
                    <a:pt x="40257" y="88099"/>
                  </a:lnTo>
                  <a:close/>
                </a:path>
              </a:pathLst>
            </a:custGeom>
            <a:solidFill>
              <a:srgbClr val="0076A8"/>
            </a:solidFill>
            <a:ln w="6390" cap="flat">
              <a:noFill/>
              <a:prstDash val="solid"/>
              <a:miter/>
            </a:ln>
          </p:spPr>
          <p:txBody>
            <a:bodyPr rtlCol="0" anchor="ctr"/>
            <a:lstStyle/>
            <a:p>
              <a:endParaRPr lang="en-US"/>
            </a:p>
          </p:txBody>
        </p:sp>
        <p:sp>
          <p:nvSpPr>
            <p:cNvPr id="1056" name="Graphic 4">
              <a:extLst>
                <a:ext uri="{FF2B5EF4-FFF2-40B4-BE49-F238E27FC236}">
                  <a16:creationId xmlns:a16="http://schemas.microsoft.com/office/drawing/2014/main" id="{2254DA4F-F99B-3344-9C93-44C126845F98}"/>
                </a:ext>
              </a:extLst>
            </p:cNvPr>
            <p:cNvSpPr/>
            <p:nvPr/>
          </p:nvSpPr>
          <p:spPr>
            <a:xfrm>
              <a:off x="8417464" y="2586952"/>
              <a:ext cx="8306" cy="25535"/>
            </a:xfrm>
            <a:custGeom>
              <a:avLst/>
              <a:gdLst>
                <a:gd name="connsiteX0" fmla="*/ 7668 w 8306"/>
                <a:gd name="connsiteY0" fmla="*/ 0 h 25535"/>
                <a:gd name="connsiteX1" fmla="*/ 3834 w 8306"/>
                <a:gd name="connsiteY1" fmla="*/ 0 h 25535"/>
                <a:gd name="connsiteX2" fmla="*/ 3834 w 8306"/>
                <a:gd name="connsiteY2" fmla="*/ 0 h 25535"/>
                <a:gd name="connsiteX3" fmla="*/ 3834 w 8306"/>
                <a:gd name="connsiteY3" fmla="*/ 0 h 25535"/>
                <a:gd name="connsiteX4" fmla="*/ 0 w 8306"/>
                <a:gd name="connsiteY4" fmla="*/ 0 h 25535"/>
                <a:gd name="connsiteX5" fmla="*/ 0 w 8306"/>
                <a:gd name="connsiteY5" fmla="*/ 25536 h 25535"/>
                <a:gd name="connsiteX6" fmla="*/ 8306 w 8306"/>
                <a:gd name="connsiteY6" fmla="*/ 25536 h 25535"/>
                <a:gd name="connsiteX7" fmla="*/ 8306 w 8306"/>
                <a:gd name="connsiteY7" fmla="*/ 0 h 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06" h="25535">
                  <a:moveTo>
                    <a:pt x="7668" y="0"/>
                  </a:moveTo>
                  <a:cubicBezTo>
                    <a:pt x="6390" y="0"/>
                    <a:pt x="5111" y="0"/>
                    <a:pt x="3834" y="0"/>
                  </a:cubicBezTo>
                  <a:cubicBezTo>
                    <a:pt x="3834" y="0"/>
                    <a:pt x="3834" y="0"/>
                    <a:pt x="3834" y="0"/>
                  </a:cubicBezTo>
                  <a:cubicBezTo>
                    <a:pt x="3834" y="0"/>
                    <a:pt x="3834" y="0"/>
                    <a:pt x="3834" y="0"/>
                  </a:cubicBezTo>
                  <a:cubicBezTo>
                    <a:pt x="2555" y="0"/>
                    <a:pt x="1278" y="0"/>
                    <a:pt x="0" y="0"/>
                  </a:cubicBezTo>
                  <a:lnTo>
                    <a:pt x="0" y="25536"/>
                  </a:lnTo>
                  <a:lnTo>
                    <a:pt x="8306" y="25536"/>
                  </a:lnTo>
                  <a:lnTo>
                    <a:pt x="8306" y="0"/>
                  </a:lnTo>
                  <a:close/>
                </a:path>
              </a:pathLst>
            </a:custGeom>
            <a:solidFill>
              <a:srgbClr val="0076A8"/>
            </a:solidFill>
            <a:ln w="6390" cap="flat">
              <a:noFill/>
              <a:prstDash val="solid"/>
              <a:miter/>
            </a:ln>
          </p:spPr>
          <p:txBody>
            <a:bodyPr rtlCol="0" anchor="ctr"/>
            <a:lstStyle/>
            <a:p>
              <a:endParaRPr lang="en-US"/>
            </a:p>
          </p:txBody>
        </p:sp>
        <p:sp>
          <p:nvSpPr>
            <p:cNvPr id="1057" name="Graphic 4">
              <a:extLst>
                <a:ext uri="{FF2B5EF4-FFF2-40B4-BE49-F238E27FC236}">
                  <a16:creationId xmlns:a16="http://schemas.microsoft.com/office/drawing/2014/main" id="{01A58DFD-AA62-AC44-9FE9-AFCA44D42F82}"/>
                </a:ext>
              </a:extLst>
            </p:cNvPr>
            <p:cNvSpPr/>
            <p:nvPr/>
          </p:nvSpPr>
          <p:spPr>
            <a:xfrm>
              <a:off x="8355481" y="2624617"/>
              <a:ext cx="130354" cy="29366"/>
            </a:xfrm>
            <a:custGeom>
              <a:avLst/>
              <a:gdLst>
                <a:gd name="connsiteX0" fmla="*/ 76040 w 130354"/>
                <a:gd name="connsiteY0" fmla="*/ 0 h 29366"/>
                <a:gd name="connsiteX1" fmla="*/ 54953 w 130354"/>
                <a:gd name="connsiteY1" fmla="*/ 0 h 29366"/>
                <a:gd name="connsiteX2" fmla="*/ 1917 w 130354"/>
                <a:gd name="connsiteY2" fmla="*/ 0 h 29366"/>
                <a:gd name="connsiteX3" fmla="*/ 0 w 130354"/>
                <a:gd name="connsiteY3" fmla="*/ 0 h 29366"/>
                <a:gd name="connsiteX4" fmla="*/ 0 w 130354"/>
                <a:gd name="connsiteY4" fmla="*/ 29366 h 29366"/>
                <a:gd name="connsiteX5" fmla="*/ 130355 w 130354"/>
                <a:gd name="connsiteY5" fmla="*/ 29366 h 29366"/>
                <a:gd name="connsiteX6" fmla="*/ 130355 w 130354"/>
                <a:gd name="connsiteY6" fmla="*/ 0 h 29366"/>
                <a:gd name="connsiteX7" fmla="*/ 128438 w 130354"/>
                <a:gd name="connsiteY7"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354" h="29366">
                  <a:moveTo>
                    <a:pt x="76040" y="0"/>
                  </a:moveTo>
                  <a:lnTo>
                    <a:pt x="54953" y="0"/>
                  </a:lnTo>
                  <a:lnTo>
                    <a:pt x="1917" y="0"/>
                  </a:lnTo>
                  <a:lnTo>
                    <a:pt x="0" y="0"/>
                  </a:lnTo>
                  <a:lnTo>
                    <a:pt x="0" y="29366"/>
                  </a:lnTo>
                  <a:lnTo>
                    <a:pt x="130355" y="29366"/>
                  </a:lnTo>
                  <a:lnTo>
                    <a:pt x="130355" y="0"/>
                  </a:lnTo>
                  <a:lnTo>
                    <a:pt x="128438" y="0"/>
                  </a:lnTo>
                  <a:close/>
                </a:path>
              </a:pathLst>
            </a:custGeom>
            <a:solidFill>
              <a:srgbClr val="0076A8"/>
            </a:solidFill>
            <a:ln w="6390" cap="flat">
              <a:noFill/>
              <a:prstDash val="solid"/>
              <a:miter/>
            </a:ln>
          </p:spPr>
          <p:txBody>
            <a:bodyPr rtlCol="0" anchor="ctr"/>
            <a:lstStyle/>
            <a:p>
              <a:endParaRPr lang="en-US"/>
            </a:p>
          </p:txBody>
        </p:sp>
      </p:grpSp>
      <p:grpSp>
        <p:nvGrpSpPr>
          <p:cNvPr id="1058" name="Graphic 4">
            <a:extLst>
              <a:ext uri="{FF2B5EF4-FFF2-40B4-BE49-F238E27FC236}">
                <a16:creationId xmlns:a16="http://schemas.microsoft.com/office/drawing/2014/main" id="{25F99BCC-051E-2C41-97D7-F658FF4D2ECC}"/>
              </a:ext>
            </a:extLst>
          </p:cNvPr>
          <p:cNvGrpSpPr/>
          <p:nvPr/>
        </p:nvGrpSpPr>
        <p:grpSpPr>
          <a:xfrm>
            <a:off x="9887149" y="4308712"/>
            <a:ext cx="361670" cy="361333"/>
            <a:chOff x="9887149" y="4308712"/>
            <a:chExt cx="361670" cy="361333"/>
          </a:xfrm>
          <a:solidFill>
            <a:srgbClr val="0076A8"/>
          </a:solidFill>
        </p:grpSpPr>
        <p:sp>
          <p:nvSpPr>
            <p:cNvPr id="1059" name="Graphic 4">
              <a:extLst>
                <a:ext uri="{FF2B5EF4-FFF2-40B4-BE49-F238E27FC236}">
                  <a16:creationId xmlns:a16="http://schemas.microsoft.com/office/drawing/2014/main" id="{CF2C259B-8E7E-4A4E-8027-51DBB76B5817}"/>
                </a:ext>
              </a:extLst>
            </p:cNvPr>
            <p:cNvSpPr/>
            <p:nvPr/>
          </p:nvSpPr>
          <p:spPr>
            <a:xfrm>
              <a:off x="9887149" y="4308712"/>
              <a:ext cx="361670" cy="361333"/>
            </a:xfrm>
            <a:custGeom>
              <a:avLst/>
              <a:gdLst>
                <a:gd name="connsiteX0" fmla="*/ 180835 w 361670"/>
                <a:gd name="connsiteY0" fmla="*/ 349204 h 361333"/>
                <a:gd name="connsiteX1" fmla="*/ 12780 w 361670"/>
                <a:gd name="connsiteY1" fmla="*/ 181305 h 361333"/>
                <a:gd name="connsiteX2" fmla="*/ 180835 w 361670"/>
                <a:gd name="connsiteY2" fmla="*/ 13407 h 361333"/>
                <a:gd name="connsiteX3" fmla="*/ 348890 w 361670"/>
                <a:gd name="connsiteY3" fmla="*/ 181305 h 361333"/>
                <a:gd name="connsiteX4" fmla="*/ 180835 w 361670"/>
                <a:gd name="connsiteY4" fmla="*/ 349204 h 361333"/>
                <a:gd name="connsiteX5" fmla="*/ 180835 w 361670"/>
                <a:gd name="connsiteY5" fmla="*/ 0 h 361333"/>
                <a:gd name="connsiteX6" fmla="*/ 0 w 361670"/>
                <a:gd name="connsiteY6" fmla="*/ 180667 h 361333"/>
                <a:gd name="connsiteX7" fmla="*/ 180835 w 361670"/>
                <a:gd name="connsiteY7" fmla="*/ 361334 h 361333"/>
                <a:gd name="connsiteX8" fmla="*/ 361670 w 361670"/>
                <a:gd name="connsiteY8" fmla="*/ 180667 h 361333"/>
                <a:gd name="connsiteX9" fmla="*/ 180835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349204"/>
                  </a:moveTo>
                  <a:cubicBezTo>
                    <a:pt x="88181" y="349204"/>
                    <a:pt x="12780" y="273873"/>
                    <a:pt x="12780" y="181305"/>
                  </a:cubicBezTo>
                  <a:cubicBezTo>
                    <a:pt x="12780" y="88738"/>
                    <a:pt x="88181" y="13407"/>
                    <a:pt x="180835" y="13407"/>
                  </a:cubicBezTo>
                  <a:cubicBezTo>
                    <a:pt x="273489" y="13407"/>
                    <a:pt x="348890" y="88738"/>
                    <a:pt x="348890" y="181305"/>
                  </a:cubicBezTo>
                  <a:cubicBezTo>
                    <a:pt x="348890" y="273234"/>
                    <a:pt x="273489" y="349204"/>
                    <a:pt x="180835" y="349204"/>
                  </a:cubicBezTo>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1670" y="81077"/>
                    <a:pt x="281157" y="0"/>
                    <a:pt x="180835" y="0"/>
                  </a:cubicBezTo>
                </a:path>
              </a:pathLst>
            </a:custGeom>
            <a:solidFill>
              <a:srgbClr val="0076A8"/>
            </a:solidFill>
            <a:ln w="6390" cap="flat">
              <a:noFill/>
              <a:prstDash val="solid"/>
              <a:miter/>
            </a:ln>
          </p:spPr>
          <p:txBody>
            <a:bodyPr rtlCol="0" anchor="ctr"/>
            <a:lstStyle/>
            <a:p>
              <a:endParaRPr lang="en-US"/>
            </a:p>
          </p:txBody>
        </p:sp>
        <p:sp>
          <p:nvSpPr>
            <p:cNvPr id="1060" name="Graphic 4">
              <a:extLst>
                <a:ext uri="{FF2B5EF4-FFF2-40B4-BE49-F238E27FC236}">
                  <a16:creationId xmlns:a16="http://schemas.microsoft.com/office/drawing/2014/main" id="{49ED8576-8864-4E4E-A674-F103979FA84E}"/>
                </a:ext>
              </a:extLst>
            </p:cNvPr>
            <p:cNvSpPr/>
            <p:nvPr/>
          </p:nvSpPr>
          <p:spPr>
            <a:xfrm>
              <a:off x="10049453" y="4465758"/>
              <a:ext cx="37061" cy="47241"/>
            </a:xfrm>
            <a:custGeom>
              <a:avLst/>
              <a:gdLst>
                <a:gd name="connsiteX0" fmla="*/ 30672 w 37061"/>
                <a:gd name="connsiteY0" fmla="*/ 17236 h 47241"/>
                <a:gd name="connsiteX1" fmla="*/ 24921 w 37061"/>
                <a:gd name="connsiteY1" fmla="*/ 17236 h 47241"/>
                <a:gd name="connsiteX2" fmla="*/ 24921 w 37061"/>
                <a:gd name="connsiteY2" fmla="*/ 6384 h 47241"/>
                <a:gd name="connsiteX3" fmla="*/ 18531 w 37061"/>
                <a:gd name="connsiteY3" fmla="*/ 0 h 47241"/>
                <a:gd name="connsiteX4" fmla="*/ 12141 w 37061"/>
                <a:gd name="connsiteY4" fmla="*/ 6384 h 47241"/>
                <a:gd name="connsiteX5" fmla="*/ 12141 w 37061"/>
                <a:gd name="connsiteY5" fmla="*/ 17236 h 47241"/>
                <a:gd name="connsiteX6" fmla="*/ 6390 w 37061"/>
                <a:gd name="connsiteY6" fmla="*/ 17236 h 47241"/>
                <a:gd name="connsiteX7" fmla="*/ 0 w 37061"/>
                <a:gd name="connsiteY7" fmla="*/ 23620 h 47241"/>
                <a:gd name="connsiteX8" fmla="*/ 6390 w 37061"/>
                <a:gd name="connsiteY8" fmla="*/ 30004 h 47241"/>
                <a:gd name="connsiteX9" fmla="*/ 12141 w 37061"/>
                <a:gd name="connsiteY9" fmla="*/ 30004 h 47241"/>
                <a:gd name="connsiteX10" fmla="*/ 12141 w 37061"/>
                <a:gd name="connsiteY10" fmla="*/ 40857 h 47241"/>
                <a:gd name="connsiteX11" fmla="*/ 18531 w 37061"/>
                <a:gd name="connsiteY11" fmla="*/ 47241 h 47241"/>
                <a:gd name="connsiteX12" fmla="*/ 24921 w 37061"/>
                <a:gd name="connsiteY12" fmla="*/ 40857 h 47241"/>
                <a:gd name="connsiteX13" fmla="*/ 24921 w 37061"/>
                <a:gd name="connsiteY13" fmla="*/ 30004 h 47241"/>
                <a:gd name="connsiteX14" fmla="*/ 30672 w 37061"/>
                <a:gd name="connsiteY14" fmla="*/ 30004 h 47241"/>
                <a:gd name="connsiteX15" fmla="*/ 37062 w 37061"/>
                <a:gd name="connsiteY15" fmla="*/ 23620 h 47241"/>
                <a:gd name="connsiteX16" fmla="*/ 30672 w 37061"/>
                <a:gd name="connsiteY16" fmla="*/ 17236 h 4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061" h="47241">
                  <a:moveTo>
                    <a:pt x="30672" y="17236"/>
                  </a:moveTo>
                  <a:lnTo>
                    <a:pt x="24921" y="17236"/>
                  </a:lnTo>
                  <a:lnTo>
                    <a:pt x="24921" y="6384"/>
                  </a:lnTo>
                  <a:cubicBezTo>
                    <a:pt x="24921" y="2553"/>
                    <a:pt x="22365" y="0"/>
                    <a:pt x="18531" y="0"/>
                  </a:cubicBezTo>
                  <a:cubicBezTo>
                    <a:pt x="14697" y="0"/>
                    <a:pt x="12141" y="2553"/>
                    <a:pt x="12141" y="6384"/>
                  </a:cubicBezTo>
                  <a:lnTo>
                    <a:pt x="12141" y="17236"/>
                  </a:lnTo>
                  <a:lnTo>
                    <a:pt x="6390" y="17236"/>
                  </a:lnTo>
                  <a:cubicBezTo>
                    <a:pt x="2556" y="17236"/>
                    <a:pt x="0" y="19790"/>
                    <a:pt x="0" y="23620"/>
                  </a:cubicBezTo>
                  <a:cubicBezTo>
                    <a:pt x="0" y="27451"/>
                    <a:pt x="2556" y="30004"/>
                    <a:pt x="6390" y="30004"/>
                  </a:cubicBezTo>
                  <a:lnTo>
                    <a:pt x="12141" y="30004"/>
                  </a:lnTo>
                  <a:lnTo>
                    <a:pt x="12141" y="40857"/>
                  </a:lnTo>
                  <a:cubicBezTo>
                    <a:pt x="12141" y="44688"/>
                    <a:pt x="14697" y="47241"/>
                    <a:pt x="18531" y="47241"/>
                  </a:cubicBezTo>
                  <a:cubicBezTo>
                    <a:pt x="22365" y="47241"/>
                    <a:pt x="24921" y="44688"/>
                    <a:pt x="24921" y="40857"/>
                  </a:cubicBezTo>
                  <a:lnTo>
                    <a:pt x="24921" y="30004"/>
                  </a:lnTo>
                  <a:lnTo>
                    <a:pt x="30672" y="30004"/>
                  </a:lnTo>
                  <a:cubicBezTo>
                    <a:pt x="34506" y="30004"/>
                    <a:pt x="37062" y="27451"/>
                    <a:pt x="37062" y="23620"/>
                  </a:cubicBezTo>
                  <a:cubicBezTo>
                    <a:pt x="37062" y="20428"/>
                    <a:pt x="33867" y="17236"/>
                    <a:pt x="30672" y="17236"/>
                  </a:cubicBezTo>
                </a:path>
              </a:pathLst>
            </a:custGeom>
            <a:solidFill>
              <a:srgbClr val="0076A8"/>
            </a:solidFill>
            <a:ln w="6390" cap="flat">
              <a:noFill/>
              <a:prstDash val="solid"/>
              <a:miter/>
            </a:ln>
          </p:spPr>
          <p:txBody>
            <a:bodyPr rtlCol="0" anchor="ctr"/>
            <a:lstStyle/>
            <a:p>
              <a:endParaRPr lang="en-US"/>
            </a:p>
          </p:txBody>
        </p:sp>
        <p:sp>
          <p:nvSpPr>
            <p:cNvPr id="1061" name="Graphic 4">
              <a:extLst>
                <a:ext uri="{FF2B5EF4-FFF2-40B4-BE49-F238E27FC236}">
                  <a16:creationId xmlns:a16="http://schemas.microsoft.com/office/drawing/2014/main" id="{AD574EE3-7676-F84B-8E91-5372707F570F}"/>
                </a:ext>
              </a:extLst>
            </p:cNvPr>
            <p:cNvSpPr/>
            <p:nvPr/>
          </p:nvSpPr>
          <p:spPr>
            <a:xfrm>
              <a:off x="9995139" y="4376382"/>
              <a:ext cx="145690" cy="226631"/>
            </a:xfrm>
            <a:custGeom>
              <a:avLst/>
              <a:gdLst>
                <a:gd name="connsiteX0" fmla="*/ 132911 w 145690"/>
                <a:gd name="connsiteY0" fmla="*/ 139171 h 226631"/>
                <a:gd name="connsiteX1" fmla="*/ 129716 w 145690"/>
                <a:gd name="connsiteY1" fmla="*/ 142363 h 226631"/>
                <a:gd name="connsiteX2" fmla="*/ 72845 w 145690"/>
                <a:gd name="connsiteY2" fmla="*/ 142363 h 226631"/>
                <a:gd name="connsiteX3" fmla="*/ 67734 w 145690"/>
                <a:gd name="connsiteY3" fmla="*/ 144916 h 226631"/>
                <a:gd name="connsiteX4" fmla="*/ 54314 w 145690"/>
                <a:gd name="connsiteY4" fmla="*/ 165345 h 226631"/>
                <a:gd name="connsiteX5" fmla="*/ 40896 w 145690"/>
                <a:gd name="connsiteY5" fmla="*/ 144916 h 226631"/>
                <a:gd name="connsiteX6" fmla="*/ 35784 w 145690"/>
                <a:gd name="connsiteY6" fmla="*/ 142363 h 226631"/>
                <a:gd name="connsiteX7" fmla="*/ 21087 w 145690"/>
                <a:gd name="connsiteY7" fmla="*/ 142363 h 226631"/>
                <a:gd name="connsiteX8" fmla="*/ 21087 w 145690"/>
                <a:gd name="connsiteY8" fmla="*/ 55540 h 226631"/>
                <a:gd name="connsiteX9" fmla="*/ 130994 w 145690"/>
                <a:gd name="connsiteY9" fmla="*/ 55540 h 226631"/>
                <a:gd name="connsiteX10" fmla="*/ 134189 w 145690"/>
                <a:gd name="connsiteY10" fmla="*/ 58732 h 226631"/>
                <a:gd name="connsiteX11" fmla="*/ 134189 w 145690"/>
                <a:gd name="connsiteY11" fmla="*/ 139171 h 226631"/>
                <a:gd name="connsiteX12" fmla="*/ 129716 w 145690"/>
                <a:gd name="connsiteY12" fmla="*/ 42772 h 226631"/>
                <a:gd name="connsiteX13" fmla="*/ 19809 w 145690"/>
                <a:gd name="connsiteY13" fmla="*/ 42772 h 226631"/>
                <a:gd name="connsiteX14" fmla="*/ 19809 w 145690"/>
                <a:gd name="connsiteY14" fmla="*/ 15960 h 226631"/>
                <a:gd name="connsiteX15" fmla="*/ 23004 w 145690"/>
                <a:gd name="connsiteY15" fmla="*/ 12768 h 226631"/>
                <a:gd name="connsiteX16" fmla="*/ 122687 w 145690"/>
                <a:gd name="connsiteY16" fmla="*/ 12768 h 226631"/>
                <a:gd name="connsiteX17" fmla="*/ 125882 w 145690"/>
                <a:gd name="connsiteY17" fmla="*/ 15960 h 226631"/>
                <a:gd name="connsiteX18" fmla="*/ 125882 w 145690"/>
                <a:gd name="connsiteY18" fmla="*/ 32558 h 226631"/>
                <a:gd name="connsiteX19" fmla="*/ 132272 w 145690"/>
                <a:gd name="connsiteY19" fmla="*/ 38942 h 226631"/>
                <a:gd name="connsiteX20" fmla="*/ 138662 w 145690"/>
                <a:gd name="connsiteY20" fmla="*/ 32558 h 226631"/>
                <a:gd name="connsiteX21" fmla="*/ 138662 w 145690"/>
                <a:gd name="connsiteY21" fmla="*/ 15960 h 226631"/>
                <a:gd name="connsiteX22" fmla="*/ 122687 w 145690"/>
                <a:gd name="connsiteY22" fmla="*/ 0 h 226631"/>
                <a:gd name="connsiteX23" fmla="*/ 23004 w 145690"/>
                <a:gd name="connsiteY23" fmla="*/ 0 h 226631"/>
                <a:gd name="connsiteX24" fmla="*/ 7030 w 145690"/>
                <a:gd name="connsiteY24" fmla="*/ 15960 h 226631"/>
                <a:gd name="connsiteX25" fmla="*/ 7030 w 145690"/>
                <a:gd name="connsiteY25" fmla="*/ 45326 h 226631"/>
                <a:gd name="connsiteX26" fmla="*/ 0 w 145690"/>
                <a:gd name="connsiteY26" fmla="*/ 58732 h 226631"/>
                <a:gd name="connsiteX27" fmla="*/ 0 w 145690"/>
                <a:gd name="connsiteY27" fmla="*/ 139171 h 226631"/>
                <a:gd name="connsiteX28" fmla="*/ 7030 w 145690"/>
                <a:gd name="connsiteY28" fmla="*/ 152577 h 226631"/>
                <a:gd name="connsiteX29" fmla="*/ 7030 w 145690"/>
                <a:gd name="connsiteY29" fmla="*/ 210671 h 226631"/>
                <a:gd name="connsiteX30" fmla="*/ 23004 w 145690"/>
                <a:gd name="connsiteY30" fmla="*/ 226631 h 226631"/>
                <a:gd name="connsiteX31" fmla="*/ 122687 w 145690"/>
                <a:gd name="connsiteY31" fmla="*/ 226631 h 226631"/>
                <a:gd name="connsiteX32" fmla="*/ 138662 w 145690"/>
                <a:gd name="connsiteY32" fmla="*/ 210671 h 226631"/>
                <a:gd name="connsiteX33" fmla="*/ 138662 w 145690"/>
                <a:gd name="connsiteY33" fmla="*/ 175560 h 226631"/>
                <a:gd name="connsiteX34" fmla="*/ 132272 w 145690"/>
                <a:gd name="connsiteY34" fmla="*/ 169176 h 226631"/>
                <a:gd name="connsiteX35" fmla="*/ 125882 w 145690"/>
                <a:gd name="connsiteY35" fmla="*/ 175560 h 226631"/>
                <a:gd name="connsiteX36" fmla="*/ 125882 w 145690"/>
                <a:gd name="connsiteY36" fmla="*/ 210671 h 226631"/>
                <a:gd name="connsiteX37" fmla="*/ 122687 w 145690"/>
                <a:gd name="connsiteY37" fmla="*/ 213863 h 226631"/>
                <a:gd name="connsiteX38" fmla="*/ 23004 w 145690"/>
                <a:gd name="connsiteY38" fmla="*/ 213863 h 226631"/>
                <a:gd name="connsiteX39" fmla="*/ 19809 w 145690"/>
                <a:gd name="connsiteY39" fmla="*/ 210671 h 226631"/>
                <a:gd name="connsiteX40" fmla="*/ 19809 w 145690"/>
                <a:gd name="connsiteY40" fmla="*/ 155769 h 226631"/>
                <a:gd name="connsiteX41" fmla="*/ 31311 w 145690"/>
                <a:gd name="connsiteY41" fmla="*/ 155769 h 226631"/>
                <a:gd name="connsiteX42" fmla="*/ 48564 w 145690"/>
                <a:gd name="connsiteY42" fmla="*/ 181305 h 226631"/>
                <a:gd name="connsiteX43" fmla="*/ 53676 w 145690"/>
                <a:gd name="connsiteY43" fmla="*/ 183859 h 226631"/>
                <a:gd name="connsiteX44" fmla="*/ 58788 w 145690"/>
                <a:gd name="connsiteY44" fmla="*/ 181305 h 226631"/>
                <a:gd name="connsiteX45" fmla="*/ 76040 w 145690"/>
                <a:gd name="connsiteY45" fmla="*/ 155769 h 226631"/>
                <a:gd name="connsiteX46" fmla="*/ 129716 w 145690"/>
                <a:gd name="connsiteY46" fmla="*/ 155769 h 226631"/>
                <a:gd name="connsiteX47" fmla="*/ 145691 w 145690"/>
                <a:gd name="connsiteY47" fmla="*/ 139809 h 226631"/>
                <a:gd name="connsiteX48" fmla="*/ 145691 w 145690"/>
                <a:gd name="connsiteY48" fmla="*/ 59371 h 226631"/>
                <a:gd name="connsiteX49" fmla="*/ 129716 w 145690"/>
                <a:gd name="connsiteY49" fmla="*/ 42772 h 226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45690" h="226631">
                  <a:moveTo>
                    <a:pt x="132911" y="139171"/>
                  </a:moveTo>
                  <a:cubicBezTo>
                    <a:pt x="132911" y="141086"/>
                    <a:pt x="131633" y="142363"/>
                    <a:pt x="129716" y="142363"/>
                  </a:cubicBezTo>
                  <a:lnTo>
                    <a:pt x="72845" y="142363"/>
                  </a:lnTo>
                  <a:cubicBezTo>
                    <a:pt x="70929" y="142363"/>
                    <a:pt x="69012" y="143640"/>
                    <a:pt x="67734" y="144916"/>
                  </a:cubicBezTo>
                  <a:lnTo>
                    <a:pt x="54314" y="165345"/>
                  </a:lnTo>
                  <a:lnTo>
                    <a:pt x="40896" y="144916"/>
                  </a:lnTo>
                  <a:cubicBezTo>
                    <a:pt x="39618" y="143001"/>
                    <a:pt x="37701" y="142363"/>
                    <a:pt x="35784" y="142363"/>
                  </a:cubicBezTo>
                  <a:lnTo>
                    <a:pt x="21087" y="142363"/>
                  </a:lnTo>
                  <a:lnTo>
                    <a:pt x="21087" y="55540"/>
                  </a:lnTo>
                  <a:lnTo>
                    <a:pt x="130994" y="55540"/>
                  </a:lnTo>
                  <a:cubicBezTo>
                    <a:pt x="132911" y="55540"/>
                    <a:pt x="134189" y="56817"/>
                    <a:pt x="134189" y="58732"/>
                  </a:cubicBezTo>
                  <a:lnTo>
                    <a:pt x="134189" y="139171"/>
                  </a:lnTo>
                  <a:close/>
                  <a:moveTo>
                    <a:pt x="129716" y="42772"/>
                  </a:moveTo>
                  <a:lnTo>
                    <a:pt x="19809" y="42772"/>
                  </a:lnTo>
                  <a:lnTo>
                    <a:pt x="19809" y="15960"/>
                  </a:lnTo>
                  <a:cubicBezTo>
                    <a:pt x="19809" y="14044"/>
                    <a:pt x="21087" y="12768"/>
                    <a:pt x="23004" y="12768"/>
                  </a:cubicBezTo>
                  <a:lnTo>
                    <a:pt x="122687" y="12768"/>
                  </a:lnTo>
                  <a:cubicBezTo>
                    <a:pt x="124604" y="12768"/>
                    <a:pt x="125882" y="14044"/>
                    <a:pt x="125882" y="15960"/>
                  </a:cubicBezTo>
                  <a:lnTo>
                    <a:pt x="125882" y="32558"/>
                  </a:lnTo>
                  <a:cubicBezTo>
                    <a:pt x="125882" y="36388"/>
                    <a:pt x="128438" y="38942"/>
                    <a:pt x="132272" y="38942"/>
                  </a:cubicBezTo>
                  <a:cubicBezTo>
                    <a:pt x="136106" y="38942"/>
                    <a:pt x="138662" y="36388"/>
                    <a:pt x="138662" y="32558"/>
                  </a:cubicBezTo>
                  <a:lnTo>
                    <a:pt x="138662" y="15960"/>
                  </a:lnTo>
                  <a:cubicBezTo>
                    <a:pt x="138662" y="7022"/>
                    <a:pt x="131633" y="0"/>
                    <a:pt x="122687" y="0"/>
                  </a:cubicBezTo>
                  <a:lnTo>
                    <a:pt x="23004" y="0"/>
                  </a:lnTo>
                  <a:cubicBezTo>
                    <a:pt x="14058" y="0"/>
                    <a:pt x="7030" y="7022"/>
                    <a:pt x="7030" y="15960"/>
                  </a:cubicBezTo>
                  <a:lnTo>
                    <a:pt x="7030" y="45326"/>
                  </a:lnTo>
                  <a:cubicBezTo>
                    <a:pt x="2556" y="47880"/>
                    <a:pt x="0" y="52987"/>
                    <a:pt x="0" y="58732"/>
                  </a:cubicBezTo>
                  <a:lnTo>
                    <a:pt x="0" y="139171"/>
                  </a:lnTo>
                  <a:cubicBezTo>
                    <a:pt x="0" y="144916"/>
                    <a:pt x="2556" y="149385"/>
                    <a:pt x="7030" y="152577"/>
                  </a:cubicBezTo>
                  <a:lnTo>
                    <a:pt x="7030" y="210671"/>
                  </a:lnTo>
                  <a:cubicBezTo>
                    <a:pt x="7030" y="219609"/>
                    <a:pt x="14058" y="226631"/>
                    <a:pt x="23004" y="226631"/>
                  </a:cubicBezTo>
                  <a:lnTo>
                    <a:pt x="122687" y="226631"/>
                  </a:lnTo>
                  <a:cubicBezTo>
                    <a:pt x="131633" y="226631"/>
                    <a:pt x="138662" y="219609"/>
                    <a:pt x="138662" y="210671"/>
                  </a:cubicBezTo>
                  <a:lnTo>
                    <a:pt x="138662" y="175560"/>
                  </a:lnTo>
                  <a:cubicBezTo>
                    <a:pt x="138662" y="171729"/>
                    <a:pt x="136106" y="169176"/>
                    <a:pt x="132272" y="169176"/>
                  </a:cubicBezTo>
                  <a:cubicBezTo>
                    <a:pt x="128438" y="169176"/>
                    <a:pt x="125882" y="171729"/>
                    <a:pt x="125882" y="175560"/>
                  </a:cubicBezTo>
                  <a:lnTo>
                    <a:pt x="125882" y="210671"/>
                  </a:lnTo>
                  <a:cubicBezTo>
                    <a:pt x="125882" y="212587"/>
                    <a:pt x="124604" y="213863"/>
                    <a:pt x="122687" y="213863"/>
                  </a:cubicBezTo>
                  <a:lnTo>
                    <a:pt x="23004" y="213863"/>
                  </a:lnTo>
                  <a:cubicBezTo>
                    <a:pt x="21087" y="213863"/>
                    <a:pt x="19809" y="212587"/>
                    <a:pt x="19809" y="210671"/>
                  </a:cubicBezTo>
                  <a:lnTo>
                    <a:pt x="19809" y="155769"/>
                  </a:lnTo>
                  <a:lnTo>
                    <a:pt x="31311" y="155769"/>
                  </a:lnTo>
                  <a:lnTo>
                    <a:pt x="48564" y="181305"/>
                  </a:lnTo>
                  <a:cubicBezTo>
                    <a:pt x="49842" y="183220"/>
                    <a:pt x="51759" y="183859"/>
                    <a:pt x="53676" y="183859"/>
                  </a:cubicBezTo>
                  <a:cubicBezTo>
                    <a:pt x="55593" y="183859"/>
                    <a:pt x="57509" y="182582"/>
                    <a:pt x="58788" y="181305"/>
                  </a:cubicBezTo>
                  <a:lnTo>
                    <a:pt x="76040" y="155769"/>
                  </a:lnTo>
                  <a:lnTo>
                    <a:pt x="129716" y="155769"/>
                  </a:lnTo>
                  <a:cubicBezTo>
                    <a:pt x="138662" y="155769"/>
                    <a:pt x="145691" y="148747"/>
                    <a:pt x="145691" y="139809"/>
                  </a:cubicBezTo>
                  <a:lnTo>
                    <a:pt x="145691" y="59371"/>
                  </a:lnTo>
                  <a:cubicBezTo>
                    <a:pt x="145691" y="49795"/>
                    <a:pt x="138662" y="42772"/>
                    <a:pt x="129716" y="42772"/>
                  </a:cubicBezTo>
                </a:path>
              </a:pathLst>
            </a:custGeom>
            <a:solidFill>
              <a:srgbClr val="0076A8"/>
            </a:solidFill>
            <a:ln w="6390" cap="flat">
              <a:noFill/>
              <a:prstDash val="solid"/>
              <a:miter/>
            </a:ln>
          </p:spPr>
          <p:txBody>
            <a:bodyPr rtlCol="0" anchor="ctr"/>
            <a:lstStyle/>
            <a:p>
              <a:endParaRPr lang="en-US"/>
            </a:p>
          </p:txBody>
        </p:sp>
      </p:grpSp>
      <p:grpSp>
        <p:nvGrpSpPr>
          <p:cNvPr id="1062" name="Graphic 4">
            <a:extLst>
              <a:ext uri="{FF2B5EF4-FFF2-40B4-BE49-F238E27FC236}">
                <a16:creationId xmlns:a16="http://schemas.microsoft.com/office/drawing/2014/main" id="{58173911-D119-534E-B04A-C385566929A2}"/>
              </a:ext>
            </a:extLst>
          </p:cNvPr>
          <p:cNvGrpSpPr/>
          <p:nvPr/>
        </p:nvGrpSpPr>
        <p:grpSpPr>
          <a:xfrm>
            <a:off x="10324860" y="4308712"/>
            <a:ext cx="361674" cy="361333"/>
            <a:chOff x="10324860" y="4308712"/>
            <a:chExt cx="361674" cy="361333"/>
          </a:xfrm>
          <a:solidFill>
            <a:srgbClr val="0076A8"/>
          </a:solidFill>
        </p:grpSpPr>
        <p:sp>
          <p:nvSpPr>
            <p:cNvPr id="1063" name="Graphic 4">
              <a:extLst>
                <a:ext uri="{FF2B5EF4-FFF2-40B4-BE49-F238E27FC236}">
                  <a16:creationId xmlns:a16="http://schemas.microsoft.com/office/drawing/2014/main" id="{9E60960D-FA28-C241-99E4-230840EC539C}"/>
                </a:ext>
              </a:extLst>
            </p:cNvPr>
            <p:cNvSpPr/>
            <p:nvPr/>
          </p:nvSpPr>
          <p:spPr>
            <a:xfrm>
              <a:off x="10452659" y="4431922"/>
              <a:ext cx="112338" cy="109804"/>
            </a:xfrm>
            <a:custGeom>
              <a:avLst/>
              <a:gdLst>
                <a:gd name="connsiteX0" fmla="*/ 65177 w 112338"/>
                <a:gd name="connsiteY0" fmla="*/ 63840 h 109804"/>
                <a:gd name="connsiteX1" fmla="*/ 59426 w 112338"/>
                <a:gd name="connsiteY1" fmla="*/ 63840 h 109804"/>
                <a:gd name="connsiteX2" fmla="*/ 59426 w 112338"/>
                <a:gd name="connsiteY2" fmla="*/ 74693 h 109804"/>
                <a:gd name="connsiteX3" fmla="*/ 53036 w 112338"/>
                <a:gd name="connsiteY3" fmla="*/ 81077 h 109804"/>
                <a:gd name="connsiteX4" fmla="*/ 46646 w 112338"/>
                <a:gd name="connsiteY4" fmla="*/ 74693 h 109804"/>
                <a:gd name="connsiteX5" fmla="*/ 46646 w 112338"/>
                <a:gd name="connsiteY5" fmla="*/ 63840 h 109804"/>
                <a:gd name="connsiteX6" fmla="*/ 40895 w 112338"/>
                <a:gd name="connsiteY6" fmla="*/ 63840 h 109804"/>
                <a:gd name="connsiteX7" fmla="*/ 34505 w 112338"/>
                <a:gd name="connsiteY7" fmla="*/ 57456 h 109804"/>
                <a:gd name="connsiteX8" fmla="*/ 40895 w 112338"/>
                <a:gd name="connsiteY8" fmla="*/ 51072 h 109804"/>
                <a:gd name="connsiteX9" fmla="*/ 46646 w 112338"/>
                <a:gd name="connsiteY9" fmla="*/ 51072 h 109804"/>
                <a:gd name="connsiteX10" fmla="*/ 46646 w 112338"/>
                <a:gd name="connsiteY10" fmla="*/ 40219 h 109804"/>
                <a:gd name="connsiteX11" fmla="*/ 53036 w 112338"/>
                <a:gd name="connsiteY11" fmla="*/ 33835 h 109804"/>
                <a:gd name="connsiteX12" fmla="*/ 59426 w 112338"/>
                <a:gd name="connsiteY12" fmla="*/ 40219 h 109804"/>
                <a:gd name="connsiteX13" fmla="*/ 59426 w 112338"/>
                <a:gd name="connsiteY13" fmla="*/ 51072 h 109804"/>
                <a:gd name="connsiteX14" fmla="*/ 65177 w 112338"/>
                <a:gd name="connsiteY14" fmla="*/ 51072 h 109804"/>
                <a:gd name="connsiteX15" fmla="*/ 71567 w 112338"/>
                <a:gd name="connsiteY15" fmla="*/ 57456 h 109804"/>
                <a:gd name="connsiteX16" fmla="*/ 65177 w 112338"/>
                <a:gd name="connsiteY16" fmla="*/ 63840 h 109804"/>
                <a:gd name="connsiteX17" fmla="*/ 109907 w 112338"/>
                <a:gd name="connsiteY17" fmla="*/ 0 h 109804"/>
                <a:gd name="connsiteX18" fmla="*/ 0 w 112338"/>
                <a:gd name="connsiteY18" fmla="*/ 0 h 109804"/>
                <a:gd name="connsiteX19" fmla="*/ 0 w 112338"/>
                <a:gd name="connsiteY19" fmla="*/ 86822 h 109804"/>
                <a:gd name="connsiteX20" fmla="*/ 14696 w 112338"/>
                <a:gd name="connsiteY20" fmla="*/ 86822 h 109804"/>
                <a:gd name="connsiteX21" fmla="*/ 19809 w 112338"/>
                <a:gd name="connsiteY21" fmla="*/ 89376 h 109804"/>
                <a:gd name="connsiteX22" fmla="*/ 33227 w 112338"/>
                <a:gd name="connsiteY22" fmla="*/ 109805 h 109804"/>
                <a:gd name="connsiteX23" fmla="*/ 46646 w 112338"/>
                <a:gd name="connsiteY23" fmla="*/ 89376 h 109804"/>
                <a:gd name="connsiteX24" fmla="*/ 51758 w 112338"/>
                <a:gd name="connsiteY24" fmla="*/ 86822 h 109804"/>
                <a:gd name="connsiteX25" fmla="*/ 108629 w 112338"/>
                <a:gd name="connsiteY25" fmla="*/ 86822 h 109804"/>
                <a:gd name="connsiteX26" fmla="*/ 111824 w 112338"/>
                <a:gd name="connsiteY26" fmla="*/ 83630 h 109804"/>
                <a:gd name="connsiteX27" fmla="*/ 111824 w 112338"/>
                <a:gd name="connsiteY27" fmla="*/ 3192 h 109804"/>
                <a:gd name="connsiteX28" fmla="*/ 109907 w 112338"/>
                <a:gd name="connsiteY28" fmla="*/ 0 h 10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2338" h="109804">
                  <a:moveTo>
                    <a:pt x="65177" y="63840"/>
                  </a:moveTo>
                  <a:lnTo>
                    <a:pt x="59426" y="63840"/>
                  </a:lnTo>
                  <a:lnTo>
                    <a:pt x="59426" y="74693"/>
                  </a:lnTo>
                  <a:cubicBezTo>
                    <a:pt x="59426" y="78523"/>
                    <a:pt x="56870" y="81077"/>
                    <a:pt x="53036" y="81077"/>
                  </a:cubicBezTo>
                  <a:cubicBezTo>
                    <a:pt x="49202" y="81077"/>
                    <a:pt x="46646" y="78523"/>
                    <a:pt x="46646" y="74693"/>
                  </a:cubicBezTo>
                  <a:lnTo>
                    <a:pt x="46646" y="63840"/>
                  </a:lnTo>
                  <a:lnTo>
                    <a:pt x="40895" y="63840"/>
                  </a:lnTo>
                  <a:cubicBezTo>
                    <a:pt x="37061" y="63840"/>
                    <a:pt x="34505" y="61286"/>
                    <a:pt x="34505" y="57456"/>
                  </a:cubicBezTo>
                  <a:cubicBezTo>
                    <a:pt x="34505" y="53626"/>
                    <a:pt x="37061" y="51072"/>
                    <a:pt x="40895" y="51072"/>
                  </a:cubicBezTo>
                  <a:lnTo>
                    <a:pt x="46646" y="51072"/>
                  </a:lnTo>
                  <a:lnTo>
                    <a:pt x="46646" y="40219"/>
                  </a:lnTo>
                  <a:cubicBezTo>
                    <a:pt x="46646" y="36389"/>
                    <a:pt x="49202" y="33835"/>
                    <a:pt x="53036" y="33835"/>
                  </a:cubicBezTo>
                  <a:cubicBezTo>
                    <a:pt x="56870" y="33835"/>
                    <a:pt x="59426" y="36389"/>
                    <a:pt x="59426" y="40219"/>
                  </a:cubicBezTo>
                  <a:lnTo>
                    <a:pt x="59426" y="51072"/>
                  </a:lnTo>
                  <a:lnTo>
                    <a:pt x="65177" y="51072"/>
                  </a:lnTo>
                  <a:cubicBezTo>
                    <a:pt x="69011" y="51072"/>
                    <a:pt x="71567" y="53626"/>
                    <a:pt x="71567" y="57456"/>
                  </a:cubicBezTo>
                  <a:cubicBezTo>
                    <a:pt x="71567" y="61286"/>
                    <a:pt x="69011" y="63840"/>
                    <a:pt x="65177" y="63840"/>
                  </a:cubicBezTo>
                  <a:moveTo>
                    <a:pt x="109907" y="0"/>
                  </a:moveTo>
                  <a:lnTo>
                    <a:pt x="0" y="0"/>
                  </a:lnTo>
                  <a:lnTo>
                    <a:pt x="0" y="86822"/>
                  </a:lnTo>
                  <a:lnTo>
                    <a:pt x="14696" y="86822"/>
                  </a:lnTo>
                  <a:cubicBezTo>
                    <a:pt x="16614" y="86822"/>
                    <a:pt x="18530" y="88099"/>
                    <a:pt x="19809" y="89376"/>
                  </a:cubicBezTo>
                  <a:lnTo>
                    <a:pt x="33227" y="109805"/>
                  </a:lnTo>
                  <a:lnTo>
                    <a:pt x="46646" y="89376"/>
                  </a:lnTo>
                  <a:cubicBezTo>
                    <a:pt x="47925" y="87461"/>
                    <a:pt x="49841" y="86822"/>
                    <a:pt x="51758" y="86822"/>
                  </a:cubicBezTo>
                  <a:lnTo>
                    <a:pt x="108629" y="86822"/>
                  </a:lnTo>
                  <a:cubicBezTo>
                    <a:pt x="110545" y="86822"/>
                    <a:pt x="111824" y="85546"/>
                    <a:pt x="111824" y="83630"/>
                  </a:cubicBezTo>
                  <a:lnTo>
                    <a:pt x="111824" y="3192"/>
                  </a:lnTo>
                  <a:cubicBezTo>
                    <a:pt x="113102" y="1277"/>
                    <a:pt x="111824" y="0"/>
                    <a:pt x="109907" y="0"/>
                  </a:cubicBezTo>
                </a:path>
              </a:pathLst>
            </a:custGeom>
            <a:solidFill>
              <a:srgbClr val="0076A8"/>
            </a:solidFill>
            <a:ln w="6390" cap="flat">
              <a:noFill/>
              <a:prstDash val="solid"/>
              <a:miter/>
            </a:ln>
          </p:spPr>
          <p:txBody>
            <a:bodyPr rtlCol="0" anchor="ctr"/>
            <a:lstStyle/>
            <a:p>
              <a:endParaRPr lang="en-US"/>
            </a:p>
          </p:txBody>
        </p:sp>
        <p:sp>
          <p:nvSpPr>
            <p:cNvPr id="1064" name="Graphic 4">
              <a:extLst>
                <a:ext uri="{FF2B5EF4-FFF2-40B4-BE49-F238E27FC236}">
                  <a16:creationId xmlns:a16="http://schemas.microsoft.com/office/drawing/2014/main" id="{716046DB-4EA3-1647-A75C-CEEA699E9383}"/>
                </a:ext>
              </a:extLst>
            </p:cNvPr>
            <p:cNvSpPr/>
            <p:nvPr/>
          </p:nvSpPr>
          <p:spPr>
            <a:xfrm>
              <a:off x="10324860" y="4308712"/>
              <a:ext cx="361674" cy="361333"/>
            </a:xfrm>
            <a:custGeom>
              <a:avLst/>
              <a:gdLst>
                <a:gd name="connsiteX0" fmla="*/ 253680 w 361674"/>
                <a:gd name="connsiteY0" fmla="*/ 206841 h 361333"/>
                <a:gd name="connsiteX1" fmla="*/ 237705 w 361674"/>
                <a:gd name="connsiteY1" fmla="*/ 222801 h 361333"/>
                <a:gd name="connsiteX2" fmla="*/ 184030 w 361674"/>
                <a:gd name="connsiteY2" fmla="*/ 222801 h 361333"/>
                <a:gd name="connsiteX3" fmla="*/ 166777 w 361674"/>
                <a:gd name="connsiteY3" fmla="*/ 248337 h 361333"/>
                <a:gd name="connsiteX4" fmla="*/ 161665 w 361674"/>
                <a:gd name="connsiteY4" fmla="*/ 250890 h 361333"/>
                <a:gd name="connsiteX5" fmla="*/ 156553 w 361674"/>
                <a:gd name="connsiteY5" fmla="*/ 248337 h 361333"/>
                <a:gd name="connsiteX6" fmla="*/ 139300 w 361674"/>
                <a:gd name="connsiteY6" fmla="*/ 222801 h 361333"/>
                <a:gd name="connsiteX7" fmla="*/ 127799 w 361674"/>
                <a:gd name="connsiteY7" fmla="*/ 222801 h 361333"/>
                <a:gd name="connsiteX8" fmla="*/ 127799 w 361674"/>
                <a:gd name="connsiteY8" fmla="*/ 277703 h 361333"/>
                <a:gd name="connsiteX9" fmla="*/ 130994 w 361674"/>
                <a:gd name="connsiteY9" fmla="*/ 280895 h 361333"/>
                <a:gd name="connsiteX10" fmla="*/ 230677 w 361674"/>
                <a:gd name="connsiteY10" fmla="*/ 280895 h 361333"/>
                <a:gd name="connsiteX11" fmla="*/ 233872 w 361674"/>
                <a:gd name="connsiteY11" fmla="*/ 277703 h 361333"/>
                <a:gd name="connsiteX12" fmla="*/ 233872 w 361674"/>
                <a:gd name="connsiteY12" fmla="*/ 242591 h 361333"/>
                <a:gd name="connsiteX13" fmla="*/ 240261 w 361674"/>
                <a:gd name="connsiteY13" fmla="*/ 236207 h 361333"/>
                <a:gd name="connsiteX14" fmla="*/ 246651 w 361674"/>
                <a:gd name="connsiteY14" fmla="*/ 242591 h 361333"/>
                <a:gd name="connsiteX15" fmla="*/ 246651 w 361674"/>
                <a:gd name="connsiteY15" fmla="*/ 277703 h 361333"/>
                <a:gd name="connsiteX16" fmla="*/ 230677 w 361674"/>
                <a:gd name="connsiteY16" fmla="*/ 293663 h 361333"/>
                <a:gd name="connsiteX17" fmla="*/ 130994 w 361674"/>
                <a:gd name="connsiteY17" fmla="*/ 293663 h 361333"/>
                <a:gd name="connsiteX18" fmla="*/ 115019 w 361674"/>
                <a:gd name="connsiteY18" fmla="*/ 277703 h 361333"/>
                <a:gd name="connsiteX19" fmla="*/ 115019 w 361674"/>
                <a:gd name="connsiteY19" fmla="*/ 219609 h 361333"/>
                <a:gd name="connsiteX20" fmla="*/ 107989 w 361674"/>
                <a:gd name="connsiteY20" fmla="*/ 206203 h 361333"/>
                <a:gd name="connsiteX21" fmla="*/ 107989 w 361674"/>
                <a:gd name="connsiteY21" fmla="*/ 125765 h 361333"/>
                <a:gd name="connsiteX22" fmla="*/ 115019 w 361674"/>
                <a:gd name="connsiteY22" fmla="*/ 112358 h 361333"/>
                <a:gd name="connsiteX23" fmla="*/ 115019 w 361674"/>
                <a:gd name="connsiteY23" fmla="*/ 82992 h 361333"/>
                <a:gd name="connsiteX24" fmla="*/ 130994 w 361674"/>
                <a:gd name="connsiteY24" fmla="*/ 67032 h 361333"/>
                <a:gd name="connsiteX25" fmla="*/ 230677 w 361674"/>
                <a:gd name="connsiteY25" fmla="*/ 67032 h 361333"/>
                <a:gd name="connsiteX26" fmla="*/ 246651 w 361674"/>
                <a:gd name="connsiteY26" fmla="*/ 82992 h 361333"/>
                <a:gd name="connsiteX27" fmla="*/ 246651 w 361674"/>
                <a:gd name="connsiteY27" fmla="*/ 99590 h 361333"/>
                <a:gd name="connsiteX28" fmla="*/ 240261 w 361674"/>
                <a:gd name="connsiteY28" fmla="*/ 105974 h 361333"/>
                <a:gd name="connsiteX29" fmla="*/ 233872 w 361674"/>
                <a:gd name="connsiteY29" fmla="*/ 99590 h 361333"/>
                <a:gd name="connsiteX30" fmla="*/ 233872 w 361674"/>
                <a:gd name="connsiteY30" fmla="*/ 82992 h 361333"/>
                <a:gd name="connsiteX31" fmla="*/ 230677 w 361674"/>
                <a:gd name="connsiteY31" fmla="*/ 79800 h 361333"/>
                <a:gd name="connsiteX32" fmla="*/ 130994 w 361674"/>
                <a:gd name="connsiteY32" fmla="*/ 79800 h 361333"/>
                <a:gd name="connsiteX33" fmla="*/ 127799 w 361674"/>
                <a:gd name="connsiteY33" fmla="*/ 82992 h 361333"/>
                <a:gd name="connsiteX34" fmla="*/ 127799 w 361674"/>
                <a:gd name="connsiteY34" fmla="*/ 109805 h 361333"/>
                <a:gd name="connsiteX35" fmla="*/ 237705 w 361674"/>
                <a:gd name="connsiteY35" fmla="*/ 109805 h 361333"/>
                <a:gd name="connsiteX36" fmla="*/ 253680 w 361674"/>
                <a:gd name="connsiteY36" fmla="*/ 125765 h 361333"/>
                <a:gd name="connsiteX37" fmla="*/ 253680 w 361674"/>
                <a:gd name="connsiteY37" fmla="*/ 206841 h 361333"/>
                <a:gd name="connsiteX38" fmla="*/ 180835 w 361674"/>
                <a:gd name="connsiteY38" fmla="*/ 0 h 361333"/>
                <a:gd name="connsiteX39" fmla="*/ 0 w 361674"/>
                <a:gd name="connsiteY39" fmla="*/ 180667 h 361333"/>
                <a:gd name="connsiteX40" fmla="*/ 180835 w 361674"/>
                <a:gd name="connsiteY40" fmla="*/ 361334 h 361333"/>
                <a:gd name="connsiteX41" fmla="*/ 361670 w 361674"/>
                <a:gd name="connsiteY41" fmla="*/ 180667 h 361333"/>
                <a:gd name="connsiteX42" fmla="*/ 180835 w 361674"/>
                <a:gd name="connsiteY42"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1674" h="361333">
                  <a:moveTo>
                    <a:pt x="253680" y="206841"/>
                  </a:moveTo>
                  <a:cubicBezTo>
                    <a:pt x="253680" y="215779"/>
                    <a:pt x="246651" y="222801"/>
                    <a:pt x="237705" y="222801"/>
                  </a:cubicBezTo>
                  <a:lnTo>
                    <a:pt x="184030" y="222801"/>
                  </a:lnTo>
                  <a:lnTo>
                    <a:pt x="166777" y="248337"/>
                  </a:lnTo>
                  <a:cubicBezTo>
                    <a:pt x="165499" y="250252"/>
                    <a:pt x="163582" y="250890"/>
                    <a:pt x="161665" y="250890"/>
                  </a:cubicBezTo>
                  <a:cubicBezTo>
                    <a:pt x="159748" y="250890"/>
                    <a:pt x="157831" y="249614"/>
                    <a:pt x="156553" y="248337"/>
                  </a:cubicBezTo>
                  <a:lnTo>
                    <a:pt x="139300" y="222801"/>
                  </a:lnTo>
                  <a:lnTo>
                    <a:pt x="127799" y="222801"/>
                  </a:lnTo>
                  <a:lnTo>
                    <a:pt x="127799" y="277703"/>
                  </a:lnTo>
                  <a:cubicBezTo>
                    <a:pt x="127799" y="279618"/>
                    <a:pt x="129076" y="280895"/>
                    <a:pt x="130994" y="280895"/>
                  </a:cubicBezTo>
                  <a:lnTo>
                    <a:pt x="230677" y="280895"/>
                  </a:lnTo>
                  <a:cubicBezTo>
                    <a:pt x="232593" y="280895"/>
                    <a:pt x="233872" y="279618"/>
                    <a:pt x="233872" y="277703"/>
                  </a:cubicBezTo>
                  <a:lnTo>
                    <a:pt x="233872" y="242591"/>
                  </a:lnTo>
                  <a:cubicBezTo>
                    <a:pt x="233872" y="238761"/>
                    <a:pt x="236428" y="236207"/>
                    <a:pt x="240261" y="236207"/>
                  </a:cubicBezTo>
                  <a:cubicBezTo>
                    <a:pt x="244095" y="236207"/>
                    <a:pt x="246651" y="238761"/>
                    <a:pt x="246651" y="242591"/>
                  </a:cubicBezTo>
                  <a:lnTo>
                    <a:pt x="246651" y="277703"/>
                  </a:lnTo>
                  <a:cubicBezTo>
                    <a:pt x="246651" y="286641"/>
                    <a:pt x="239623" y="293663"/>
                    <a:pt x="230677" y="293663"/>
                  </a:cubicBezTo>
                  <a:lnTo>
                    <a:pt x="130994" y="293663"/>
                  </a:lnTo>
                  <a:cubicBezTo>
                    <a:pt x="122048" y="293663"/>
                    <a:pt x="115019" y="286641"/>
                    <a:pt x="115019" y="277703"/>
                  </a:cubicBezTo>
                  <a:lnTo>
                    <a:pt x="115019" y="219609"/>
                  </a:lnTo>
                  <a:cubicBezTo>
                    <a:pt x="110545" y="217055"/>
                    <a:pt x="107989" y="211948"/>
                    <a:pt x="107989" y="206203"/>
                  </a:cubicBezTo>
                  <a:lnTo>
                    <a:pt x="107989" y="125765"/>
                  </a:lnTo>
                  <a:cubicBezTo>
                    <a:pt x="107989" y="120019"/>
                    <a:pt x="110545" y="115550"/>
                    <a:pt x="115019" y="112358"/>
                  </a:cubicBezTo>
                  <a:lnTo>
                    <a:pt x="115019" y="82992"/>
                  </a:lnTo>
                  <a:cubicBezTo>
                    <a:pt x="115019" y="74054"/>
                    <a:pt x="122048" y="67032"/>
                    <a:pt x="130994" y="67032"/>
                  </a:cubicBezTo>
                  <a:lnTo>
                    <a:pt x="230677" y="67032"/>
                  </a:lnTo>
                  <a:cubicBezTo>
                    <a:pt x="239623" y="67032"/>
                    <a:pt x="246651" y="74054"/>
                    <a:pt x="246651" y="82992"/>
                  </a:cubicBezTo>
                  <a:lnTo>
                    <a:pt x="246651" y="99590"/>
                  </a:lnTo>
                  <a:cubicBezTo>
                    <a:pt x="246651" y="103421"/>
                    <a:pt x="244095" y="105974"/>
                    <a:pt x="240261" y="105974"/>
                  </a:cubicBezTo>
                  <a:cubicBezTo>
                    <a:pt x="236428" y="105974"/>
                    <a:pt x="233872" y="103421"/>
                    <a:pt x="233872" y="99590"/>
                  </a:cubicBezTo>
                  <a:lnTo>
                    <a:pt x="233872" y="82992"/>
                  </a:lnTo>
                  <a:cubicBezTo>
                    <a:pt x="233872" y="81077"/>
                    <a:pt x="232593" y="79800"/>
                    <a:pt x="230677" y="79800"/>
                  </a:cubicBezTo>
                  <a:lnTo>
                    <a:pt x="130994" y="79800"/>
                  </a:lnTo>
                  <a:cubicBezTo>
                    <a:pt x="129076" y="79800"/>
                    <a:pt x="127799" y="81077"/>
                    <a:pt x="127799" y="82992"/>
                  </a:cubicBezTo>
                  <a:lnTo>
                    <a:pt x="127799" y="109805"/>
                  </a:lnTo>
                  <a:lnTo>
                    <a:pt x="237705" y="109805"/>
                  </a:lnTo>
                  <a:cubicBezTo>
                    <a:pt x="246651" y="109805"/>
                    <a:pt x="253680" y="116827"/>
                    <a:pt x="253680" y="125765"/>
                  </a:cubicBezTo>
                  <a:lnTo>
                    <a:pt x="253680" y="206841"/>
                  </a:lnTo>
                  <a:close/>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2309" y="81077"/>
                    <a:pt x="281157" y="0"/>
                    <a:pt x="180835" y="0"/>
                  </a:cubicBezTo>
                </a:path>
              </a:pathLst>
            </a:custGeom>
            <a:solidFill>
              <a:srgbClr val="0076A8"/>
            </a:solidFill>
            <a:ln w="6390" cap="flat">
              <a:noFill/>
              <a:prstDash val="solid"/>
              <a:miter/>
            </a:ln>
          </p:spPr>
          <p:txBody>
            <a:bodyPr rtlCol="0" anchor="ctr"/>
            <a:lstStyle/>
            <a:p>
              <a:endParaRPr lang="en-US"/>
            </a:p>
          </p:txBody>
        </p:sp>
      </p:grpSp>
      <p:grpSp>
        <p:nvGrpSpPr>
          <p:cNvPr id="1065" name="Graphic 4">
            <a:extLst>
              <a:ext uri="{FF2B5EF4-FFF2-40B4-BE49-F238E27FC236}">
                <a16:creationId xmlns:a16="http://schemas.microsoft.com/office/drawing/2014/main" id="{D1E70542-7368-364B-9D3F-30581AA39EBE}"/>
              </a:ext>
            </a:extLst>
          </p:cNvPr>
          <p:cNvGrpSpPr/>
          <p:nvPr/>
        </p:nvGrpSpPr>
        <p:grpSpPr>
          <a:xfrm>
            <a:off x="8841116" y="918179"/>
            <a:ext cx="361674" cy="361333"/>
            <a:chOff x="8841116" y="918179"/>
            <a:chExt cx="361674" cy="361333"/>
          </a:xfrm>
          <a:solidFill>
            <a:srgbClr val="0076A8"/>
          </a:solidFill>
        </p:grpSpPr>
        <p:sp>
          <p:nvSpPr>
            <p:cNvPr id="1066" name="Graphic 4">
              <a:extLst>
                <a:ext uri="{FF2B5EF4-FFF2-40B4-BE49-F238E27FC236}">
                  <a16:creationId xmlns:a16="http://schemas.microsoft.com/office/drawing/2014/main" id="{11B776F5-7F7D-EC4F-B8CA-1412F5DCE37E}"/>
                </a:ext>
              </a:extLst>
            </p:cNvPr>
            <p:cNvSpPr/>
            <p:nvPr/>
          </p:nvSpPr>
          <p:spPr>
            <a:xfrm>
              <a:off x="8841116" y="918179"/>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0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3" y="361333"/>
                    <a:pt x="180836" y="361333"/>
                  </a:cubicBezTo>
                  <a:cubicBezTo>
                    <a:pt x="281157" y="361333"/>
                    <a:pt x="361670" y="280257"/>
                    <a:pt x="361670" y="180667"/>
                  </a:cubicBezTo>
                  <a:cubicBezTo>
                    <a:pt x="362310"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9530" y="273234"/>
                    <a:pt x="274128" y="349204"/>
                    <a:pt x="180836" y="349204"/>
                  </a:cubicBezTo>
                  <a:close/>
                </a:path>
              </a:pathLst>
            </a:custGeom>
            <a:solidFill>
              <a:srgbClr val="0076A8"/>
            </a:solidFill>
            <a:ln w="6390" cap="flat">
              <a:noFill/>
              <a:prstDash val="solid"/>
              <a:miter/>
            </a:ln>
          </p:spPr>
          <p:txBody>
            <a:bodyPr rtlCol="0" anchor="ctr"/>
            <a:lstStyle/>
            <a:p>
              <a:endParaRPr lang="en-US"/>
            </a:p>
          </p:txBody>
        </p:sp>
        <p:sp>
          <p:nvSpPr>
            <p:cNvPr id="1067" name="Graphic 4">
              <a:extLst>
                <a:ext uri="{FF2B5EF4-FFF2-40B4-BE49-F238E27FC236}">
                  <a16:creationId xmlns:a16="http://schemas.microsoft.com/office/drawing/2014/main" id="{421ADD8F-F679-0F41-9CA3-C3CE26341C91}"/>
                </a:ext>
              </a:extLst>
            </p:cNvPr>
            <p:cNvSpPr/>
            <p:nvPr/>
          </p:nvSpPr>
          <p:spPr>
            <a:xfrm>
              <a:off x="8978500" y="986487"/>
              <a:ext cx="88181" cy="225354"/>
            </a:xfrm>
            <a:custGeom>
              <a:avLst/>
              <a:gdLst>
                <a:gd name="connsiteX0" fmla="*/ 70928 w 88181"/>
                <a:gd name="connsiteY0" fmla="*/ 146832 h 225354"/>
                <a:gd name="connsiteX1" fmla="*/ 70928 w 88181"/>
                <a:gd name="connsiteY1" fmla="*/ 23621 h 225354"/>
                <a:gd name="connsiteX2" fmla="*/ 44091 w 88181"/>
                <a:gd name="connsiteY2" fmla="*/ 0 h 225354"/>
                <a:gd name="connsiteX3" fmla="*/ 16614 w 88181"/>
                <a:gd name="connsiteY3" fmla="*/ 24259 h 225354"/>
                <a:gd name="connsiteX4" fmla="*/ 16614 w 88181"/>
                <a:gd name="connsiteY4" fmla="*/ 146832 h 225354"/>
                <a:gd name="connsiteX5" fmla="*/ 0 w 88181"/>
                <a:gd name="connsiteY5" fmla="*/ 181305 h 225354"/>
                <a:gd name="connsiteX6" fmla="*/ 44091 w 88181"/>
                <a:gd name="connsiteY6" fmla="*/ 225355 h 225354"/>
                <a:gd name="connsiteX7" fmla="*/ 88181 w 88181"/>
                <a:gd name="connsiteY7" fmla="*/ 181305 h 225354"/>
                <a:gd name="connsiteX8" fmla="*/ 70928 w 88181"/>
                <a:gd name="connsiteY8" fmla="*/ 146832 h 225354"/>
                <a:gd name="connsiteX9" fmla="*/ 43452 w 88181"/>
                <a:gd name="connsiteY9" fmla="*/ 212587 h 225354"/>
                <a:gd name="connsiteX10" fmla="*/ 12141 w 88181"/>
                <a:gd name="connsiteY10" fmla="*/ 181305 h 225354"/>
                <a:gd name="connsiteX11" fmla="*/ 24921 w 88181"/>
                <a:gd name="connsiteY11" fmla="*/ 155769 h 225354"/>
                <a:gd name="connsiteX12" fmla="*/ 28755 w 88181"/>
                <a:gd name="connsiteY12" fmla="*/ 150024 h 225354"/>
                <a:gd name="connsiteX13" fmla="*/ 28755 w 88181"/>
                <a:gd name="connsiteY13" fmla="*/ 24898 h 225354"/>
                <a:gd name="connsiteX14" fmla="*/ 43452 w 88181"/>
                <a:gd name="connsiteY14" fmla="*/ 12768 h 225354"/>
                <a:gd name="connsiteX15" fmla="*/ 57509 w 88181"/>
                <a:gd name="connsiteY15" fmla="*/ 24259 h 225354"/>
                <a:gd name="connsiteX16" fmla="*/ 57509 w 88181"/>
                <a:gd name="connsiteY16" fmla="*/ 150662 h 225354"/>
                <a:gd name="connsiteX17" fmla="*/ 61343 w 88181"/>
                <a:gd name="connsiteY17" fmla="*/ 156408 h 225354"/>
                <a:gd name="connsiteX18" fmla="*/ 74763 w 88181"/>
                <a:gd name="connsiteY18" fmla="*/ 181944 h 225354"/>
                <a:gd name="connsiteX19" fmla="*/ 43452 w 88181"/>
                <a:gd name="connsiteY19" fmla="*/ 212587 h 225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181" h="225354">
                  <a:moveTo>
                    <a:pt x="70928" y="146832"/>
                  </a:moveTo>
                  <a:lnTo>
                    <a:pt x="70928" y="23621"/>
                  </a:lnTo>
                  <a:cubicBezTo>
                    <a:pt x="70289" y="15322"/>
                    <a:pt x="64538" y="0"/>
                    <a:pt x="44091" y="0"/>
                  </a:cubicBezTo>
                  <a:cubicBezTo>
                    <a:pt x="23643" y="0"/>
                    <a:pt x="17253" y="15960"/>
                    <a:pt x="16614" y="24259"/>
                  </a:cubicBezTo>
                  <a:lnTo>
                    <a:pt x="16614" y="146832"/>
                  </a:lnTo>
                  <a:cubicBezTo>
                    <a:pt x="5751" y="155131"/>
                    <a:pt x="0" y="167899"/>
                    <a:pt x="0" y="181305"/>
                  </a:cubicBezTo>
                  <a:cubicBezTo>
                    <a:pt x="0" y="205564"/>
                    <a:pt x="19809" y="225355"/>
                    <a:pt x="44091" y="225355"/>
                  </a:cubicBezTo>
                  <a:cubicBezTo>
                    <a:pt x="68373" y="225355"/>
                    <a:pt x="88181" y="205564"/>
                    <a:pt x="88181" y="181305"/>
                  </a:cubicBezTo>
                  <a:cubicBezTo>
                    <a:pt x="87543" y="167899"/>
                    <a:pt x="81792" y="155131"/>
                    <a:pt x="70928" y="146832"/>
                  </a:cubicBezTo>
                  <a:close/>
                  <a:moveTo>
                    <a:pt x="43452" y="212587"/>
                  </a:moveTo>
                  <a:cubicBezTo>
                    <a:pt x="26199" y="212587"/>
                    <a:pt x="12141" y="198542"/>
                    <a:pt x="12141" y="181305"/>
                  </a:cubicBezTo>
                  <a:cubicBezTo>
                    <a:pt x="12141" y="171091"/>
                    <a:pt x="17253" y="162153"/>
                    <a:pt x="24921" y="155769"/>
                  </a:cubicBezTo>
                  <a:cubicBezTo>
                    <a:pt x="27477" y="154492"/>
                    <a:pt x="28755" y="152577"/>
                    <a:pt x="28755" y="150024"/>
                  </a:cubicBezTo>
                  <a:lnTo>
                    <a:pt x="28755" y="24898"/>
                  </a:lnTo>
                  <a:cubicBezTo>
                    <a:pt x="28755" y="23621"/>
                    <a:pt x="30033" y="12768"/>
                    <a:pt x="43452" y="12768"/>
                  </a:cubicBezTo>
                  <a:cubicBezTo>
                    <a:pt x="55593" y="12768"/>
                    <a:pt x="57509" y="21706"/>
                    <a:pt x="57509" y="24259"/>
                  </a:cubicBezTo>
                  <a:lnTo>
                    <a:pt x="57509" y="150662"/>
                  </a:lnTo>
                  <a:cubicBezTo>
                    <a:pt x="57509" y="153216"/>
                    <a:pt x="58788" y="155131"/>
                    <a:pt x="61343" y="156408"/>
                  </a:cubicBezTo>
                  <a:cubicBezTo>
                    <a:pt x="69650" y="162153"/>
                    <a:pt x="74763" y="171729"/>
                    <a:pt x="74763" y="181944"/>
                  </a:cubicBezTo>
                  <a:cubicBezTo>
                    <a:pt x="74763" y="198542"/>
                    <a:pt x="60704" y="212587"/>
                    <a:pt x="43452" y="212587"/>
                  </a:cubicBezTo>
                  <a:close/>
                </a:path>
              </a:pathLst>
            </a:custGeom>
            <a:solidFill>
              <a:srgbClr val="0076A8"/>
            </a:solidFill>
            <a:ln w="6390" cap="flat">
              <a:noFill/>
              <a:prstDash val="solid"/>
              <a:miter/>
            </a:ln>
          </p:spPr>
          <p:txBody>
            <a:bodyPr rtlCol="0" anchor="ctr"/>
            <a:lstStyle/>
            <a:p>
              <a:endParaRPr lang="en-US"/>
            </a:p>
          </p:txBody>
        </p:sp>
        <p:sp>
          <p:nvSpPr>
            <p:cNvPr id="1068" name="Graphic 4">
              <a:extLst>
                <a:ext uri="{FF2B5EF4-FFF2-40B4-BE49-F238E27FC236}">
                  <a16:creationId xmlns:a16="http://schemas.microsoft.com/office/drawing/2014/main" id="{2ADA8416-0AEA-D244-B654-AFD1D9C19DBD}"/>
                </a:ext>
              </a:extLst>
            </p:cNvPr>
            <p:cNvSpPr/>
            <p:nvPr/>
          </p:nvSpPr>
          <p:spPr>
            <a:xfrm>
              <a:off x="8998948" y="1053519"/>
              <a:ext cx="46047" cy="135978"/>
            </a:xfrm>
            <a:custGeom>
              <a:avLst/>
              <a:gdLst>
                <a:gd name="connsiteX0" fmla="*/ 29394 w 46047"/>
                <a:gd name="connsiteY0" fmla="*/ 90653 h 135978"/>
                <a:gd name="connsiteX1" fmla="*/ 29394 w 46047"/>
                <a:gd name="connsiteY1" fmla="*/ 6384 h 135978"/>
                <a:gd name="connsiteX2" fmla="*/ 23004 w 46047"/>
                <a:gd name="connsiteY2" fmla="*/ 0 h 135978"/>
                <a:gd name="connsiteX3" fmla="*/ 16614 w 46047"/>
                <a:gd name="connsiteY3" fmla="*/ 6384 h 135978"/>
                <a:gd name="connsiteX4" fmla="*/ 16614 w 46047"/>
                <a:gd name="connsiteY4" fmla="*/ 90653 h 135978"/>
                <a:gd name="connsiteX5" fmla="*/ 0 w 46047"/>
                <a:gd name="connsiteY5" fmla="*/ 112997 h 135978"/>
                <a:gd name="connsiteX6" fmla="*/ 23004 w 46047"/>
                <a:gd name="connsiteY6" fmla="*/ 135979 h 135978"/>
                <a:gd name="connsiteX7" fmla="*/ 46007 w 46047"/>
                <a:gd name="connsiteY7" fmla="*/ 112997 h 135978"/>
                <a:gd name="connsiteX8" fmla="*/ 29394 w 46047"/>
                <a:gd name="connsiteY8" fmla="*/ 90653 h 135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047" h="135978">
                  <a:moveTo>
                    <a:pt x="29394" y="90653"/>
                  </a:moveTo>
                  <a:lnTo>
                    <a:pt x="29394" y="6384"/>
                  </a:lnTo>
                  <a:cubicBezTo>
                    <a:pt x="29394" y="2554"/>
                    <a:pt x="26837" y="0"/>
                    <a:pt x="23004" y="0"/>
                  </a:cubicBezTo>
                  <a:cubicBezTo>
                    <a:pt x="19170" y="0"/>
                    <a:pt x="16614" y="2554"/>
                    <a:pt x="16614" y="6384"/>
                  </a:cubicBezTo>
                  <a:lnTo>
                    <a:pt x="16614" y="90653"/>
                  </a:lnTo>
                  <a:cubicBezTo>
                    <a:pt x="7029" y="93845"/>
                    <a:pt x="0" y="102144"/>
                    <a:pt x="0" y="112997"/>
                  </a:cubicBezTo>
                  <a:cubicBezTo>
                    <a:pt x="0" y="125765"/>
                    <a:pt x="10224" y="135979"/>
                    <a:pt x="23004" y="135979"/>
                  </a:cubicBezTo>
                  <a:cubicBezTo>
                    <a:pt x="35783" y="135979"/>
                    <a:pt x="46007" y="125765"/>
                    <a:pt x="46007" y="112997"/>
                  </a:cubicBezTo>
                  <a:cubicBezTo>
                    <a:pt x="46646" y="102144"/>
                    <a:pt x="39617" y="93206"/>
                    <a:pt x="29394" y="90653"/>
                  </a:cubicBezTo>
                  <a:close/>
                </a:path>
              </a:pathLst>
            </a:custGeom>
            <a:solidFill>
              <a:srgbClr val="0076A8"/>
            </a:solidFill>
            <a:ln w="6390" cap="flat">
              <a:noFill/>
              <a:prstDash val="solid"/>
              <a:miter/>
            </a:ln>
          </p:spPr>
          <p:txBody>
            <a:bodyPr rtlCol="0" anchor="ctr"/>
            <a:lstStyle/>
            <a:p>
              <a:endParaRPr lang="en-US"/>
            </a:p>
          </p:txBody>
        </p:sp>
      </p:grpSp>
      <p:sp>
        <p:nvSpPr>
          <p:cNvPr id="1069" name="Graphic 4">
            <a:extLst>
              <a:ext uri="{FF2B5EF4-FFF2-40B4-BE49-F238E27FC236}">
                <a16:creationId xmlns:a16="http://schemas.microsoft.com/office/drawing/2014/main" id="{AF61F59A-0FD0-8445-A2A3-475E507712DE}"/>
              </a:ext>
            </a:extLst>
          </p:cNvPr>
          <p:cNvSpPr/>
          <p:nvPr/>
        </p:nvSpPr>
        <p:spPr>
          <a:xfrm>
            <a:off x="9279466" y="918179"/>
            <a:ext cx="361671" cy="361337"/>
          </a:xfrm>
          <a:custGeom>
            <a:avLst/>
            <a:gdLst>
              <a:gd name="connsiteX0" fmla="*/ 204478 w 361671"/>
              <a:gd name="connsiteY0" fmla="*/ 248337 h 361337"/>
              <a:gd name="connsiteX1" fmla="*/ 181474 w 361671"/>
              <a:gd name="connsiteY1" fmla="*/ 271319 h 361337"/>
              <a:gd name="connsiteX2" fmla="*/ 158471 w 361671"/>
              <a:gd name="connsiteY2" fmla="*/ 248337 h 361337"/>
              <a:gd name="connsiteX3" fmla="*/ 175084 w 361671"/>
              <a:gd name="connsiteY3" fmla="*/ 225993 h 361337"/>
              <a:gd name="connsiteX4" fmla="*/ 175084 w 361671"/>
              <a:gd name="connsiteY4" fmla="*/ 141724 h 361337"/>
              <a:gd name="connsiteX5" fmla="*/ 181474 w 361671"/>
              <a:gd name="connsiteY5" fmla="*/ 135340 h 361337"/>
              <a:gd name="connsiteX6" fmla="*/ 187864 w 361671"/>
              <a:gd name="connsiteY6" fmla="*/ 141724 h 361337"/>
              <a:gd name="connsiteX7" fmla="*/ 187864 w 361671"/>
              <a:gd name="connsiteY7" fmla="*/ 225993 h 361337"/>
              <a:gd name="connsiteX8" fmla="*/ 204478 w 361671"/>
              <a:gd name="connsiteY8" fmla="*/ 248337 h 361337"/>
              <a:gd name="connsiteX9" fmla="*/ 212146 w 361671"/>
              <a:gd name="connsiteY9" fmla="*/ 249614 h 361337"/>
              <a:gd name="connsiteX10" fmla="*/ 198728 w 361671"/>
              <a:gd name="connsiteY10" fmla="*/ 224078 h 361337"/>
              <a:gd name="connsiteX11" fmla="*/ 195533 w 361671"/>
              <a:gd name="connsiteY11" fmla="*/ 218332 h 361337"/>
              <a:gd name="connsiteX12" fmla="*/ 195533 w 361671"/>
              <a:gd name="connsiteY12" fmla="*/ 91929 h 361337"/>
              <a:gd name="connsiteX13" fmla="*/ 181474 w 361671"/>
              <a:gd name="connsiteY13" fmla="*/ 80438 h 361337"/>
              <a:gd name="connsiteX14" fmla="*/ 166778 w 361671"/>
              <a:gd name="connsiteY14" fmla="*/ 92568 h 361337"/>
              <a:gd name="connsiteX15" fmla="*/ 166778 w 361671"/>
              <a:gd name="connsiteY15" fmla="*/ 217694 h 361337"/>
              <a:gd name="connsiteX16" fmla="*/ 163583 w 361671"/>
              <a:gd name="connsiteY16" fmla="*/ 223439 h 361337"/>
              <a:gd name="connsiteX17" fmla="*/ 150164 w 361671"/>
              <a:gd name="connsiteY17" fmla="*/ 248975 h 361337"/>
              <a:gd name="connsiteX18" fmla="*/ 181474 w 361671"/>
              <a:gd name="connsiteY18" fmla="*/ 280257 h 361337"/>
              <a:gd name="connsiteX19" fmla="*/ 212146 w 361671"/>
              <a:gd name="connsiteY19" fmla="*/ 249614 h 361337"/>
              <a:gd name="connsiteX20" fmla="*/ 224926 w 361671"/>
              <a:gd name="connsiteY20" fmla="*/ 249614 h 361337"/>
              <a:gd name="connsiteX21" fmla="*/ 180836 w 361671"/>
              <a:gd name="connsiteY21" fmla="*/ 293663 h 361337"/>
              <a:gd name="connsiteX22" fmla="*/ 136745 w 361671"/>
              <a:gd name="connsiteY22" fmla="*/ 249614 h 361337"/>
              <a:gd name="connsiteX23" fmla="*/ 153358 w 361671"/>
              <a:gd name="connsiteY23" fmla="*/ 215140 h 361337"/>
              <a:gd name="connsiteX24" fmla="*/ 153358 w 361671"/>
              <a:gd name="connsiteY24" fmla="*/ 92568 h 361337"/>
              <a:gd name="connsiteX25" fmla="*/ 180836 w 361671"/>
              <a:gd name="connsiteY25" fmla="*/ 68309 h 361337"/>
              <a:gd name="connsiteX26" fmla="*/ 207673 w 361671"/>
              <a:gd name="connsiteY26" fmla="*/ 91929 h 361337"/>
              <a:gd name="connsiteX27" fmla="*/ 207673 w 361671"/>
              <a:gd name="connsiteY27" fmla="*/ 215140 h 361337"/>
              <a:gd name="connsiteX28" fmla="*/ 224926 w 361671"/>
              <a:gd name="connsiteY28" fmla="*/ 249614 h 361337"/>
              <a:gd name="connsiteX29" fmla="*/ 361671 w 361671"/>
              <a:gd name="connsiteY29" fmla="*/ 180667 h 361337"/>
              <a:gd name="connsiteX30" fmla="*/ 180836 w 361671"/>
              <a:gd name="connsiteY30" fmla="*/ 0 h 361337"/>
              <a:gd name="connsiteX31" fmla="*/ 0 w 361671"/>
              <a:gd name="connsiteY31" fmla="*/ 180667 h 361337"/>
              <a:gd name="connsiteX32" fmla="*/ 180836 w 361671"/>
              <a:gd name="connsiteY32" fmla="*/ 361333 h 361337"/>
              <a:gd name="connsiteX33" fmla="*/ 361671 w 361671"/>
              <a:gd name="connsiteY33" fmla="*/ 180667 h 361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1671" h="361337">
                <a:moveTo>
                  <a:pt x="204478" y="248337"/>
                </a:moveTo>
                <a:cubicBezTo>
                  <a:pt x="204478" y="261105"/>
                  <a:pt x="194254" y="271319"/>
                  <a:pt x="181474" y="271319"/>
                </a:cubicBezTo>
                <a:cubicBezTo>
                  <a:pt x="168695" y="271319"/>
                  <a:pt x="158471" y="261105"/>
                  <a:pt x="158471" y="248337"/>
                </a:cubicBezTo>
                <a:cubicBezTo>
                  <a:pt x="158471" y="238123"/>
                  <a:pt x="165500" y="229185"/>
                  <a:pt x="175084" y="225993"/>
                </a:cubicBezTo>
                <a:lnTo>
                  <a:pt x="175084" y="141724"/>
                </a:lnTo>
                <a:cubicBezTo>
                  <a:pt x="175084" y="137894"/>
                  <a:pt x="177641" y="135340"/>
                  <a:pt x="181474" y="135340"/>
                </a:cubicBezTo>
                <a:cubicBezTo>
                  <a:pt x="185308" y="135340"/>
                  <a:pt x="187864" y="137894"/>
                  <a:pt x="187864" y="141724"/>
                </a:cubicBezTo>
                <a:lnTo>
                  <a:pt x="187864" y="225993"/>
                </a:lnTo>
                <a:cubicBezTo>
                  <a:pt x="196810" y="228547"/>
                  <a:pt x="204478" y="237484"/>
                  <a:pt x="204478" y="248337"/>
                </a:cubicBezTo>
                <a:moveTo>
                  <a:pt x="212146" y="249614"/>
                </a:moveTo>
                <a:cubicBezTo>
                  <a:pt x="212146" y="239399"/>
                  <a:pt x="207034" y="229823"/>
                  <a:pt x="198728" y="224078"/>
                </a:cubicBezTo>
                <a:cubicBezTo>
                  <a:pt x="196810" y="222801"/>
                  <a:pt x="195533" y="220886"/>
                  <a:pt x="195533" y="218332"/>
                </a:cubicBezTo>
                <a:lnTo>
                  <a:pt x="195533" y="91929"/>
                </a:lnTo>
                <a:cubicBezTo>
                  <a:pt x="195533" y="89376"/>
                  <a:pt x="193615" y="80438"/>
                  <a:pt x="181474" y="80438"/>
                </a:cubicBezTo>
                <a:cubicBezTo>
                  <a:pt x="168695" y="80438"/>
                  <a:pt x="166778" y="90653"/>
                  <a:pt x="166778" y="92568"/>
                </a:cubicBezTo>
                <a:lnTo>
                  <a:pt x="166778" y="217694"/>
                </a:lnTo>
                <a:cubicBezTo>
                  <a:pt x="166778" y="220247"/>
                  <a:pt x="165500" y="222163"/>
                  <a:pt x="163583" y="223439"/>
                </a:cubicBezTo>
                <a:cubicBezTo>
                  <a:pt x="155276" y="229185"/>
                  <a:pt x="150164" y="238761"/>
                  <a:pt x="150164" y="248975"/>
                </a:cubicBezTo>
                <a:cubicBezTo>
                  <a:pt x="150164" y="266212"/>
                  <a:pt x="164222" y="280257"/>
                  <a:pt x="181474" y="280257"/>
                </a:cubicBezTo>
                <a:cubicBezTo>
                  <a:pt x="198088" y="280895"/>
                  <a:pt x="212146" y="266850"/>
                  <a:pt x="212146" y="249614"/>
                </a:cubicBezTo>
                <a:moveTo>
                  <a:pt x="224926" y="249614"/>
                </a:moveTo>
                <a:cubicBezTo>
                  <a:pt x="224926" y="273873"/>
                  <a:pt x="205118" y="293663"/>
                  <a:pt x="180836" y="293663"/>
                </a:cubicBezTo>
                <a:cubicBezTo>
                  <a:pt x="156553" y="293663"/>
                  <a:pt x="136745" y="273873"/>
                  <a:pt x="136745" y="249614"/>
                </a:cubicBezTo>
                <a:cubicBezTo>
                  <a:pt x="136745" y="236207"/>
                  <a:pt x="143135" y="223439"/>
                  <a:pt x="153358" y="215140"/>
                </a:cubicBezTo>
                <a:lnTo>
                  <a:pt x="153358" y="92568"/>
                </a:lnTo>
                <a:cubicBezTo>
                  <a:pt x="153998" y="83630"/>
                  <a:pt x="160388" y="68309"/>
                  <a:pt x="180836" y="68309"/>
                </a:cubicBezTo>
                <a:cubicBezTo>
                  <a:pt x="201283" y="68309"/>
                  <a:pt x="207673" y="83630"/>
                  <a:pt x="207673" y="91929"/>
                </a:cubicBezTo>
                <a:lnTo>
                  <a:pt x="207673" y="215140"/>
                </a:lnTo>
                <a:cubicBezTo>
                  <a:pt x="218536" y="223439"/>
                  <a:pt x="224926" y="236207"/>
                  <a:pt x="224926" y="249614"/>
                </a:cubicBezTo>
                <a:moveTo>
                  <a:pt x="361671" y="180667"/>
                </a:moveTo>
                <a:cubicBezTo>
                  <a:pt x="361671" y="80438"/>
                  <a:pt x="280518" y="0"/>
                  <a:pt x="180836" y="0"/>
                </a:cubicBezTo>
                <a:cubicBezTo>
                  <a:pt x="80514" y="0"/>
                  <a:pt x="0" y="81077"/>
                  <a:pt x="0" y="180667"/>
                </a:cubicBezTo>
                <a:cubicBezTo>
                  <a:pt x="0" y="280895"/>
                  <a:pt x="81153" y="361333"/>
                  <a:pt x="180836" y="361333"/>
                </a:cubicBezTo>
                <a:cubicBezTo>
                  <a:pt x="280518" y="361972"/>
                  <a:pt x="361671" y="280895"/>
                  <a:pt x="361671" y="180667"/>
                </a:cubicBezTo>
              </a:path>
            </a:pathLst>
          </a:custGeom>
          <a:solidFill>
            <a:srgbClr val="0076A8"/>
          </a:solidFill>
          <a:ln w="6390" cap="flat">
            <a:noFill/>
            <a:prstDash val="solid"/>
            <a:miter/>
          </a:ln>
        </p:spPr>
        <p:txBody>
          <a:bodyPr rtlCol="0" anchor="ctr"/>
          <a:lstStyle/>
          <a:p>
            <a:endParaRPr lang="en-US"/>
          </a:p>
        </p:txBody>
      </p:sp>
      <p:grpSp>
        <p:nvGrpSpPr>
          <p:cNvPr id="1070" name="Graphic 4">
            <a:extLst>
              <a:ext uri="{FF2B5EF4-FFF2-40B4-BE49-F238E27FC236}">
                <a16:creationId xmlns:a16="http://schemas.microsoft.com/office/drawing/2014/main" id="{45BDA15C-8B23-0144-8C95-699746D21A67}"/>
              </a:ext>
            </a:extLst>
          </p:cNvPr>
          <p:cNvGrpSpPr/>
          <p:nvPr/>
        </p:nvGrpSpPr>
        <p:grpSpPr>
          <a:xfrm>
            <a:off x="7802113" y="1893013"/>
            <a:ext cx="361670" cy="361333"/>
            <a:chOff x="7802113" y="1893013"/>
            <a:chExt cx="361670" cy="361333"/>
          </a:xfrm>
          <a:solidFill>
            <a:srgbClr val="0076A8"/>
          </a:solidFill>
        </p:grpSpPr>
        <p:sp>
          <p:nvSpPr>
            <p:cNvPr id="1071" name="Graphic 4">
              <a:extLst>
                <a:ext uri="{FF2B5EF4-FFF2-40B4-BE49-F238E27FC236}">
                  <a16:creationId xmlns:a16="http://schemas.microsoft.com/office/drawing/2014/main" id="{D42B79A6-48FD-6B4F-AF79-1FBDCEB358C2}"/>
                </a:ext>
              </a:extLst>
            </p:cNvPr>
            <p:cNvSpPr/>
            <p:nvPr/>
          </p:nvSpPr>
          <p:spPr>
            <a:xfrm>
              <a:off x="7802113" y="189301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895"/>
                    <a:pt x="81152" y="361333"/>
                    <a:pt x="180836" y="361333"/>
                  </a:cubicBezTo>
                  <a:cubicBezTo>
                    <a:pt x="281157" y="361333"/>
                    <a:pt x="361670" y="280257"/>
                    <a:pt x="361670" y="180667"/>
                  </a:cubicBezTo>
                  <a:cubicBezTo>
                    <a:pt x="361670" y="81077"/>
                    <a:pt x="280518"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873"/>
                    <a:pt x="273490" y="349204"/>
                    <a:pt x="180836" y="349204"/>
                  </a:cubicBezTo>
                  <a:close/>
                </a:path>
              </a:pathLst>
            </a:custGeom>
            <a:solidFill>
              <a:srgbClr val="0076A8"/>
            </a:solidFill>
            <a:ln w="6390" cap="flat">
              <a:noFill/>
              <a:prstDash val="solid"/>
              <a:miter/>
            </a:ln>
          </p:spPr>
          <p:txBody>
            <a:bodyPr rtlCol="0" anchor="ctr"/>
            <a:lstStyle/>
            <a:p>
              <a:endParaRPr lang="en-US"/>
            </a:p>
          </p:txBody>
        </p:sp>
        <p:sp>
          <p:nvSpPr>
            <p:cNvPr id="1072" name="Graphic 4">
              <a:extLst>
                <a:ext uri="{FF2B5EF4-FFF2-40B4-BE49-F238E27FC236}">
                  <a16:creationId xmlns:a16="http://schemas.microsoft.com/office/drawing/2014/main" id="{9649B4C9-9337-4747-B37A-1123D8D9CBF4}"/>
                </a:ext>
              </a:extLst>
            </p:cNvPr>
            <p:cNvSpPr/>
            <p:nvPr/>
          </p:nvSpPr>
          <p:spPr>
            <a:xfrm>
              <a:off x="7894128" y="1963377"/>
              <a:ext cx="176362" cy="221383"/>
            </a:xfrm>
            <a:custGeom>
              <a:avLst/>
              <a:gdLst>
                <a:gd name="connsiteX0" fmla="*/ 124604 w 176362"/>
                <a:gd name="connsiteY0" fmla="*/ 119879 h 221383"/>
                <a:gd name="connsiteX1" fmla="*/ 146330 w 176362"/>
                <a:gd name="connsiteY1" fmla="*/ 92427 h 221383"/>
                <a:gd name="connsiteX2" fmla="*/ 151441 w 176362"/>
                <a:gd name="connsiteY2" fmla="*/ 49016 h 221383"/>
                <a:gd name="connsiteX3" fmla="*/ 131633 w 176362"/>
                <a:gd name="connsiteY3" fmla="*/ 11989 h 221383"/>
                <a:gd name="connsiteX4" fmla="*/ 131633 w 176362"/>
                <a:gd name="connsiteY4" fmla="*/ 11989 h 221383"/>
                <a:gd name="connsiteX5" fmla="*/ 130994 w 176362"/>
                <a:gd name="connsiteY5" fmla="*/ 11351 h 221383"/>
                <a:gd name="connsiteX6" fmla="*/ 129715 w 176362"/>
                <a:gd name="connsiteY6" fmla="*/ 10074 h 221383"/>
                <a:gd name="connsiteX7" fmla="*/ 129715 w 176362"/>
                <a:gd name="connsiteY7" fmla="*/ 10074 h 221383"/>
                <a:gd name="connsiteX8" fmla="*/ 129076 w 176362"/>
                <a:gd name="connsiteY8" fmla="*/ 10074 h 221383"/>
                <a:gd name="connsiteX9" fmla="*/ 129076 w 176362"/>
                <a:gd name="connsiteY9" fmla="*/ 10074 h 221383"/>
                <a:gd name="connsiteX10" fmla="*/ 47286 w 176362"/>
                <a:gd name="connsiteY10" fmla="*/ 10074 h 221383"/>
                <a:gd name="connsiteX11" fmla="*/ 47286 w 176362"/>
                <a:gd name="connsiteY11" fmla="*/ 10074 h 221383"/>
                <a:gd name="connsiteX12" fmla="*/ 46007 w 176362"/>
                <a:gd name="connsiteY12" fmla="*/ 11351 h 221383"/>
                <a:gd name="connsiteX13" fmla="*/ 45368 w 176362"/>
                <a:gd name="connsiteY13" fmla="*/ 11989 h 221383"/>
                <a:gd name="connsiteX14" fmla="*/ 45368 w 176362"/>
                <a:gd name="connsiteY14" fmla="*/ 11989 h 221383"/>
                <a:gd name="connsiteX15" fmla="*/ 25560 w 176362"/>
                <a:gd name="connsiteY15" fmla="*/ 49016 h 221383"/>
                <a:gd name="connsiteX16" fmla="*/ 30671 w 176362"/>
                <a:gd name="connsiteY16" fmla="*/ 92427 h 221383"/>
                <a:gd name="connsiteX17" fmla="*/ 52397 w 176362"/>
                <a:gd name="connsiteY17" fmla="*/ 119879 h 221383"/>
                <a:gd name="connsiteX18" fmla="*/ 1278 w 176362"/>
                <a:gd name="connsiteY18" fmla="*/ 183080 h 221383"/>
                <a:gd name="connsiteX19" fmla="*/ 0 w 176362"/>
                <a:gd name="connsiteY19" fmla="*/ 187549 h 221383"/>
                <a:gd name="connsiteX20" fmla="*/ 2556 w 176362"/>
                <a:gd name="connsiteY20" fmla="*/ 192018 h 221383"/>
                <a:gd name="connsiteX21" fmla="*/ 37701 w 176362"/>
                <a:gd name="connsiteY21" fmla="*/ 220107 h 221383"/>
                <a:gd name="connsiteX22" fmla="*/ 41535 w 176362"/>
                <a:gd name="connsiteY22" fmla="*/ 221384 h 221383"/>
                <a:gd name="connsiteX23" fmla="*/ 42173 w 176362"/>
                <a:gd name="connsiteY23" fmla="*/ 221384 h 221383"/>
                <a:gd name="connsiteX24" fmla="*/ 46646 w 176362"/>
                <a:gd name="connsiteY24" fmla="*/ 218830 h 221383"/>
                <a:gd name="connsiteX25" fmla="*/ 88181 w 176362"/>
                <a:gd name="connsiteY25" fmla="*/ 165843 h 221383"/>
                <a:gd name="connsiteX26" fmla="*/ 129715 w 176362"/>
                <a:gd name="connsiteY26" fmla="*/ 218830 h 221383"/>
                <a:gd name="connsiteX27" fmla="*/ 134189 w 176362"/>
                <a:gd name="connsiteY27" fmla="*/ 221384 h 221383"/>
                <a:gd name="connsiteX28" fmla="*/ 134828 w 176362"/>
                <a:gd name="connsiteY28" fmla="*/ 221384 h 221383"/>
                <a:gd name="connsiteX29" fmla="*/ 138661 w 176362"/>
                <a:gd name="connsiteY29" fmla="*/ 220107 h 221383"/>
                <a:gd name="connsiteX30" fmla="*/ 173806 w 176362"/>
                <a:gd name="connsiteY30" fmla="*/ 192018 h 221383"/>
                <a:gd name="connsiteX31" fmla="*/ 176362 w 176362"/>
                <a:gd name="connsiteY31" fmla="*/ 187549 h 221383"/>
                <a:gd name="connsiteX32" fmla="*/ 175084 w 176362"/>
                <a:gd name="connsiteY32" fmla="*/ 183080 h 221383"/>
                <a:gd name="connsiteX33" fmla="*/ 124604 w 176362"/>
                <a:gd name="connsiteY33" fmla="*/ 119879 h 221383"/>
                <a:gd name="connsiteX34" fmla="*/ 88820 w 176362"/>
                <a:gd name="connsiteY34" fmla="*/ 74552 h 221383"/>
                <a:gd name="connsiteX35" fmla="*/ 75401 w 176362"/>
                <a:gd name="connsiteY35" fmla="*/ 57315 h 221383"/>
                <a:gd name="connsiteX36" fmla="*/ 72206 w 176362"/>
                <a:gd name="connsiteY36" fmla="*/ 52208 h 221383"/>
                <a:gd name="connsiteX37" fmla="*/ 106712 w 176362"/>
                <a:gd name="connsiteY37" fmla="*/ 51570 h 221383"/>
                <a:gd name="connsiteX38" fmla="*/ 102878 w 176362"/>
                <a:gd name="connsiteY38" fmla="*/ 57315 h 221383"/>
                <a:gd name="connsiteX39" fmla="*/ 88820 w 176362"/>
                <a:gd name="connsiteY39" fmla="*/ 74552 h 221383"/>
                <a:gd name="connsiteX40" fmla="*/ 118853 w 176362"/>
                <a:gd name="connsiteY40" fmla="*/ 19012 h 221383"/>
                <a:gd name="connsiteX41" fmla="*/ 111824 w 176362"/>
                <a:gd name="connsiteY41" fmla="*/ 40079 h 221383"/>
                <a:gd name="connsiteX42" fmla="*/ 65177 w 176362"/>
                <a:gd name="connsiteY42" fmla="*/ 40717 h 221383"/>
                <a:gd name="connsiteX43" fmla="*/ 58148 w 176362"/>
                <a:gd name="connsiteY43" fmla="*/ 19012 h 221383"/>
                <a:gd name="connsiteX44" fmla="*/ 118853 w 176362"/>
                <a:gd name="connsiteY44" fmla="*/ 19012 h 221383"/>
                <a:gd name="connsiteX45" fmla="*/ 40896 w 176362"/>
                <a:gd name="connsiteY45" fmla="*/ 84767 h 221383"/>
                <a:gd name="connsiteX46" fmla="*/ 37061 w 176362"/>
                <a:gd name="connsiteY46" fmla="*/ 54123 h 221383"/>
                <a:gd name="connsiteX47" fmla="*/ 48563 w 176362"/>
                <a:gd name="connsiteY47" fmla="*/ 31780 h 221383"/>
                <a:gd name="connsiteX48" fmla="*/ 55592 w 176362"/>
                <a:gd name="connsiteY48" fmla="*/ 50293 h 221383"/>
                <a:gd name="connsiteX49" fmla="*/ 55592 w 176362"/>
                <a:gd name="connsiteY49" fmla="*/ 50293 h 221383"/>
                <a:gd name="connsiteX50" fmla="*/ 55592 w 176362"/>
                <a:gd name="connsiteY50" fmla="*/ 50293 h 221383"/>
                <a:gd name="connsiteX51" fmla="*/ 64538 w 176362"/>
                <a:gd name="connsiteY51" fmla="*/ 64976 h 221383"/>
                <a:gd name="connsiteX52" fmla="*/ 80513 w 176362"/>
                <a:gd name="connsiteY52" fmla="*/ 85405 h 221383"/>
                <a:gd name="connsiteX53" fmla="*/ 60704 w 176362"/>
                <a:gd name="connsiteY53" fmla="*/ 110303 h 221383"/>
                <a:gd name="connsiteX54" fmla="*/ 40896 w 176362"/>
                <a:gd name="connsiteY54" fmla="*/ 84767 h 221383"/>
                <a:gd name="connsiteX55" fmla="*/ 40896 w 176362"/>
                <a:gd name="connsiteY55" fmla="*/ 206062 h 221383"/>
                <a:gd name="connsiteX56" fmla="*/ 15336 w 176362"/>
                <a:gd name="connsiteY56" fmla="*/ 185634 h 221383"/>
                <a:gd name="connsiteX57" fmla="*/ 112463 w 176362"/>
                <a:gd name="connsiteY57" fmla="*/ 64338 h 221383"/>
                <a:gd name="connsiteX58" fmla="*/ 120770 w 176362"/>
                <a:gd name="connsiteY58" fmla="*/ 50931 h 221383"/>
                <a:gd name="connsiteX59" fmla="*/ 121409 w 176362"/>
                <a:gd name="connsiteY59" fmla="*/ 50293 h 221383"/>
                <a:gd name="connsiteX60" fmla="*/ 121409 w 176362"/>
                <a:gd name="connsiteY60" fmla="*/ 49655 h 221383"/>
                <a:gd name="connsiteX61" fmla="*/ 129076 w 176362"/>
                <a:gd name="connsiteY61" fmla="*/ 31141 h 221383"/>
                <a:gd name="connsiteX62" fmla="*/ 140579 w 176362"/>
                <a:gd name="connsiteY62" fmla="*/ 53485 h 221383"/>
                <a:gd name="connsiteX63" fmla="*/ 136745 w 176362"/>
                <a:gd name="connsiteY63" fmla="*/ 84128 h 221383"/>
                <a:gd name="connsiteX64" fmla="*/ 40896 w 176362"/>
                <a:gd name="connsiteY64" fmla="*/ 206062 h 221383"/>
                <a:gd name="connsiteX65" fmla="*/ 136105 w 176362"/>
                <a:gd name="connsiteY65" fmla="*/ 206062 h 221383"/>
                <a:gd name="connsiteX66" fmla="*/ 96488 w 176362"/>
                <a:gd name="connsiteY66" fmla="*/ 155629 h 221383"/>
                <a:gd name="connsiteX67" fmla="*/ 116297 w 176362"/>
                <a:gd name="connsiteY67" fmla="*/ 130093 h 221383"/>
                <a:gd name="connsiteX68" fmla="*/ 161026 w 176362"/>
                <a:gd name="connsiteY68" fmla="*/ 185634 h 221383"/>
                <a:gd name="connsiteX69" fmla="*/ 136105 w 176362"/>
                <a:gd name="connsiteY69" fmla="*/ 206062 h 221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6362" h="221383">
                  <a:moveTo>
                    <a:pt x="124604" y="119879"/>
                  </a:moveTo>
                  <a:lnTo>
                    <a:pt x="146330" y="92427"/>
                  </a:lnTo>
                  <a:cubicBezTo>
                    <a:pt x="146969" y="91789"/>
                    <a:pt x="161665" y="71360"/>
                    <a:pt x="151441" y="49016"/>
                  </a:cubicBezTo>
                  <a:cubicBezTo>
                    <a:pt x="142495" y="29864"/>
                    <a:pt x="132271" y="12628"/>
                    <a:pt x="131633" y="11989"/>
                  </a:cubicBezTo>
                  <a:cubicBezTo>
                    <a:pt x="131633" y="11989"/>
                    <a:pt x="131633" y="11989"/>
                    <a:pt x="131633" y="11989"/>
                  </a:cubicBezTo>
                  <a:cubicBezTo>
                    <a:pt x="131633" y="11989"/>
                    <a:pt x="131633" y="11351"/>
                    <a:pt x="130994" y="11351"/>
                  </a:cubicBezTo>
                  <a:cubicBezTo>
                    <a:pt x="130355" y="10712"/>
                    <a:pt x="130355" y="10712"/>
                    <a:pt x="129715" y="10074"/>
                  </a:cubicBezTo>
                  <a:cubicBezTo>
                    <a:pt x="129715" y="10074"/>
                    <a:pt x="129715" y="10074"/>
                    <a:pt x="129715" y="10074"/>
                  </a:cubicBezTo>
                  <a:cubicBezTo>
                    <a:pt x="129715" y="10074"/>
                    <a:pt x="129076" y="10074"/>
                    <a:pt x="129076" y="10074"/>
                  </a:cubicBezTo>
                  <a:cubicBezTo>
                    <a:pt x="129076" y="10074"/>
                    <a:pt x="129076" y="10074"/>
                    <a:pt x="129076" y="10074"/>
                  </a:cubicBezTo>
                  <a:cubicBezTo>
                    <a:pt x="88820" y="-12270"/>
                    <a:pt x="49202" y="9436"/>
                    <a:pt x="47286" y="10074"/>
                  </a:cubicBezTo>
                  <a:cubicBezTo>
                    <a:pt x="47286" y="10074"/>
                    <a:pt x="47286" y="10074"/>
                    <a:pt x="47286" y="10074"/>
                  </a:cubicBezTo>
                  <a:cubicBezTo>
                    <a:pt x="46646" y="10074"/>
                    <a:pt x="46646" y="10712"/>
                    <a:pt x="46007" y="11351"/>
                  </a:cubicBezTo>
                  <a:cubicBezTo>
                    <a:pt x="46007" y="11351"/>
                    <a:pt x="46007" y="11989"/>
                    <a:pt x="45368" y="11989"/>
                  </a:cubicBezTo>
                  <a:cubicBezTo>
                    <a:pt x="45368" y="11989"/>
                    <a:pt x="45368" y="11989"/>
                    <a:pt x="45368" y="11989"/>
                  </a:cubicBezTo>
                  <a:cubicBezTo>
                    <a:pt x="44730" y="12628"/>
                    <a:pt x="34506" y="29864"/>
                    <a:pt x="25560" y="49016"/>
                  </a:cubicBezTo>
                  <a:cubicBezTo>
                    <a:pt x="15336" y="71360"/>
                    <a:pt x="30032" y="91789"/>
                    <a:pt x="30671" y="92427"/>
                  </a:cubicBezTo>
                  <a:lnTo>
                    <a:pt x="52397" y="119879"/>
                  </a:lnTo>
                  <a:cubicBezTo>
                    <a:pt x="26837" y="151160"/>
                    <a:pt x="1917" y="182442"/>
                    <a:pt x="1278" y="183080"/>
                  </a:cubicBezTo>
                  <a:cubicBezTo>
                    <a:pt x="0" y="184357"/>
                    <a:pt x="0" y="186272"/>
                    <a:pt x="0" y="187549"/>
                  </a:cubicBezTo>
                  <a:cubicBezTo>
                    <a:pt x="0" y="189464"/>
                    <a:pt x="1278" y="190741"/>
                    <a:pt x="2556" y="192018"/>
                  </a:cubicBezTo>
                  <a:lnTo>
                    <a:pt x="37701" y="220107"/>
                  </a:lnTo>
                  <a:cubicBezTo>
                    <a:pt x="38978" y="220745"/>
                    <a:pt x="40256" y="221384"/>
                    <a:pt x="41535" y="221384"/>
                  </a:cubicBezTo>
                  <a:cubicBezTo>
                    <a:pt x="41535" y="221384"/>
                    <a:pt x="42173" y="221384"/>
                    <a:pt x="42173" y="221384"/>
                  </a:cubicBezTo>
                  <a:cubicBezTo>
                    <a:pt x="44091" y="221384"/>
                    <a:pt x="45368" y="220107"/>
                    <a:pt x="46646" y="218830"/>
                  </a:cubicBezTo>
                  <a:lnTo>
                    <a:pt x="88181" y="165843"/>
                  </a:lnTo>
                  <a:lnTo>
                    <a:pt x="129715" y="218830"/>
                  </a:lnTo>
                  <a:cubicBezTo>
                    <a:pt x="130994" y="220107"/>
                    <a:pt x="132271" y="220745"/>
                    <a:pt x="134189" y="221384"/>
                  </a:cubicBezTo>
                  <a:cubicBezTo>
                    <a:pt x="134189" y="221384"/>
                    <a:pt x="134828" y="221384"/>
                    <a:pt x="134828" y="221384"/>
                  </a:cubicBezTo>
                  <a:cubicBezTo>
                    <a:pt x="136105" y="221384"/>
                    <a:pt x="137384" y="220745"/>
                    <a:pt x="138661" y="220107"/>
                  </a:cubicBezTo>
                  <a:lnTo>
                    <a:pt x="173806" y="192018"/>
                  </a:lnTo>
                  <a:cubicBezTo>
                    <a:pt x="175084" y="190741"/>
                    <a:pt x="175723" y="189464"/>
                    <a:pt x="176362" y="187549"/>
                  </a:cubicBezTo>
                  <a:cubicBezTo>
                    <a:pt x="176362" y="185634"/>
                    <a:pt x="175723" y="184357"/>
                    <a:pt x="175084" y="183080"/>
                  </a:cubicBezTo>
                  <a:cubicBezTo>
                    <a:pt x="175723" y="183080"/>
                    <a:pt x="150164" y="151799"/>
                    <a:pt x="124604" y="119879"/>
                  </a:cubicBezTo>
                  <a:close/>
                  <a:moveTo>
                    <a:pt x="88820" y="74552"/>
                  </a:moveTo>
                  <a:cubicBezTo>
                    <a:pt x="81791" y="66253"/>
                    <a:pt x="77318" y="59869"/>
                    <a:pt x="75401" y="57315"/>
                  </a:cubicBezTo>
                  <a:cubicBezTo>
                    <a:pt x="74123" y="55400"/>
                    <a:pt x="72845" y="54123"/>
                    <a:pt x="72206" y="52208"/>
                  </a:cubicBezTo>
                  <a:cubicBezTo>
                    <a:pt x="80513" y="50293"/>
                    <a:pt x="94571" y="48378"/>
                    <a:pt x="106712" y="51570"/>
                  </a:cubicBezTo>
                  <a:cubicBezTo>
                    <a:pt x="105434" y="53485"/>
                    <a:pt x="104156" y="55400"/>
                    <a:pt x="102878" y="57315"/>
                  </a:cubicBezTo>
                  <a:cubicBezTo>
                    <a:pt x="99683" y="60507"/>
                    <a:pt x="95210" y="66891"/>
                    <a:pt x="88820" y="74552"/>
                  </a:cubicBezTo>
                  <a:close/>
                  <a:moveTo>
                    <a:pt x="118853" y="19012"/>
                  </a:moveTo>
                  <a:cubicBezTo>
                    <a:pt x="117575" y="24119"/>
                    <a:pt x="115019" y="31780"/>
                    <a:pt x="111824" y="40079"/>
                  </a:cubicBezTo>
                  <a:cubicBezTo>
                    <a:pt x="94571" y="34333"/>
                    <a:pt x="74762" y="38164"/>
                    <a:pt x="65177" y="40717"/>
                  </a:cubicBezTo>
                  <a:cubicBezTo>
                    <a:pt x="61343" y="32418"/>
                    <a:pt x="58787" y="24119"/>
                    <a:pt x="58148" y="19012"/>
                  </a:cubicBezTo>
                  <a:cubicBezTo>
                    <a:pt x="67733" y="14543"/>
                    <a:pt x="92654" y="6244"/>
                    <a:pt x="118853" y="19012"/>
                  </a:cubicBezTo>
                  <a:close/>
                  <a:moveTo>
                    <a:pt x="40896" y="84767"/>
                  </a:moveTo>
                  <a:cubicBezTo>
                    <a:pt x="40256" y="84128"/>
                    <a:pt x="30032" y="69445"/>
                    <a:pt x="37061" y="54123"/>
                  </a:cubicBezTo>
                  <a:cubicBezTo>
                    <a:pt x="40896" y="45824"/>
                    <a:pt x="44730" y="38164"/>
                    <a:pt x="48563" y="31780"/>
                  </a:cubicBezTo>
                  <a:cubicBezTo>
                    <a:pt x="50481" y="37525"/>
                    <a:pt x="53036" y="43909"/>
                    <a:pt x="55592" y="50293"/>
                  </a:cubicBezTo>
                  <a:cubicBezTo>
                    <a:pt x="55592" y="50293"/>
                    <a:pt x="55592" y="50293"/>
                    <a:pt x="55592" y="50293"/>
                  </a:cubicBezTo>
                  <a:cubicBezTo>
                    <a:pt x="55592" y="50293"/>
                    <a:pt x="55592" y="50293"/>
                    <a:pt x="55592" y="50293"/>
                  </a:cubicBezTo>
                  <a:cubicBezTo>
                    <a:pt x="58148" y="55400"/>
                    <a:pt x="60704" y="60507"/>
                    <a:pt x="64538" y="64976"/>
                  </a:cubicBezTo>
                  <a:cubicBezTo>
                    <a:pt x="67094" y="68168"/>
                    <a:pt x="72206" y="75191"/>
                    <a:pt x="80513" y="85405"/>
                  </a:cubicBezTo>
                  <a:cubicBezTo>
                    <a:pt x="74762" y="93066"/>
                    <a:pt x="67733" y="101365"/>
                    <a:pt x="60704" y="110303"/>
                  </a:cubicBezTo>
                  <a:lnTo>
                    <a:pt x="40896" y="84767"/>
                  </a:lnTo>
                  <a:close/>
                  <a:moveTo>
                    <a:pt x="40896" y="206062"/>
                  </a:moveTo>
                  <a:lnTo>
                    <a:pt x="15336" y="185634"/>
                  </a:lnTo>
                  <a:cubicBezTo>
                    <a:pt x="32589" y="163928"/>
                    <a:pt x="100322" y="80936"/>
                    <a:pt x="112463" y="64338"/>
                  </a:cubicBezTo>
                  <a:cubicBezTo>
                    <a:pt x="115658" y="59869"/>
                    <a:pt x="118214" y="55400"/>
                    <a:pt x="120770" y="50931"/>
                  </a:cubicBezTo>
                  <a:cubicBezTo>
                    <a:pt x="120770" y="50931"/>
                    <a:pt x="120770" y="50293"/>
                    <a:pt x="121409" y="50293"/>
                  </a:cubicBezTo>
                  <a:cubicBezTo>
                    <a:pt x="121409" y="50293"/>
                    <a:pt x="121409" y="50293"/>
                    <a:pt x="121409" y="49655"/>
                  </a:cubicBezTo>
                  <a:cubicBezTo>
                    <a:pt x="124604" y="43271"/>
                    <a:pt x="127160" y="36887"/>
                    <a:pt x="129076" y="31141"/>
                  </a:cubicBezTo>
                  <a:cubicBezTo>
                    <a:pt x="132271" y="37525"/>
                    <a:pt x="136745" y="45186"/>
                    <a:pt x="140579" y="53485"/>
                  </a:cubicBezTo>
                  <a:cubicBezTo>
                    <a:pt x="147607" y="68807"/>
                    <a:pt x="137384" y="83490"/>
                    <a:pt x="136745" y="84128"/>
                  </a:cubicBezTo>
                  <a:lnTo>
                    <a:pt x="40896" y="206062"/>
                  </a:lnTo>
                  <a:close/>
                  <a:moveTo>
                    <a:pt x="136105" y="206062"/>
                  </a:moveTo>
                  <a:lnTo>
                    <a:pt x="96488" y="155629"/>
                  </a:lnTo>
                  <a:lnTo>
                    <a:pt x="116297" y="130093"/>
                  </a:lnTo>
                  <a:cubicBezTo>
                    <a:pt x="134828" y="153714"/>
                    <a:pt x="153358" y="176058"/>
                    <a:pt x="161026" y="185634"/>
                  </a:cubicBezTo>
                  <a:lnTo>
                    <a:pt x="136105" y="206062"/>
                  </a:lnTo>
                  <a:close/>
                </a:path>
              </a:pathLst>
            </a:custGeom>
            <a:solidFill>
              <a:srgbClr val="0076A8"/>
            </a:solidFill>
            <a:ln w="6390" cap="flat">
              <a:noFill/>
              <a:prstDash val="solid"/>
              <a:miter/>
            </a:ln>
          </p:spPr>
          <p:txBody>
            <a:bodyPr rtlCol="0" anchor="ctr"/>
            <a:lstStyle/>
            <a:p>
              <a:endParaRPr lang="en-US"/>
            </a:p>
          </p:txBody>
        </p:sp>
      </p:grpSp>
      <p:sp>
        <p:nvSpPr>
          <p:cNvPr id="1073" name="Graphic 4">
            <a:extLst>
              <a:ext uri="{FF2B5EF4-FFF2-40B4-BE49-F238E27FC236}">
                <a16:creationId xmlns:a16="http://schemas.microsoft.com/office/drawing/2014/main" id="{DEC979B8-4DC7-3D45-B5ED-1CCCE7A80C24}"/>
              </a:ext>
            </a:extLst>
          </p:cNvPr>
          <p:cNvSpPr/>
          <p:nvPr/>
        </p:nvSpPr>
        <p:spPr>
          <a:xfrm>
            <a:off x="8240462" y="1893013"/>
            <a:ext cx="361670" cy="361337"/>
          </a:xfrm>
          <a:custGeom>
            <a:avLst/>
            <a:gdLst>
              <a:gd name="connsiteX0" fmla="*/ 147607 w 361670"/>
              <a:gd name="connsiteY0" fmla="*/ 120657 h 361337"/>
              <a:gd name="connsiteX1" fmla="*/ 140579 w 361670"/>
              <a:gd name="connsiteY1" fmla="*/ 102144 h 361337"/>
              <a:gd name="connsiteX2" fmla="*/ 129077 w 361670"/>
              <a:gd name="connsiteY2" fmla="*/ 124488 h 361337"/>
              <a:gd name="connsiteX3" fmla="*/ 132911 w 361670"/>
              <a:gd name="connsiteY3" fmla="*/ 155131 h 361337"/>
              <a:gd name="connsiteX4" fmla="*/ 152720 w 361670"/>
              <a:gd name="connsiteY4" fmla="*/ 180028 h 361337"/>
              <a:gd name="connsiteX5" fmla="*/ 172528 w 361670"/>
              <a:gd name="connsiteY5" fmla="*/ 155131 h 361337"/>
              <a:gd name="connsiteX6" fmla="*/ 156553 w 361670"/>
              <a:gd name="connsiteY6" fmla="*/ 134702 h 361337"/>
              <a:gd name="connsiteX7" fmla="*/ 147607 w 361670"/>
              <a:gd name="connsiteY7" fmla="*/ 120657 h 361337"/>
              <a:gd name="connsiteX8" fmla="*/ 147607 w 361670"/>
              <a:gd name="connsiteY8" fmla="*/ 120657 h 361337"/>
              <a:gd name="connsiteX9" fmla="*/ 147607 w 361670"/>
              <a:gd name="connsiteY9" fmla="*/ 120657 h 361337"/>
              <a:gd name="connsiteX10" fmla="*/ 162943 w 361670"/>
              <a:gd name="connsiteY10" fmla="*/ 122573 h 361337"/>
              <a:gd name="connsiteX11" fmla="*/ 166138 w 361670"/>
              <a:gd name="connsiteY11" fmla="*/ 127680 h 361337"/>
              <a:gd name="connsiteX12" fmla="*/ 179557 w 361670"/>
              <a:gd name="connsiteY12" fmla="*/ 144916 h 361337"/>
              <a:gd name="connsiteX13" fmla="*/ 192977 w 361670"/>
              <a:gd name="connsiteY13" fmla="*/ 127680 h 361337"/>
              <a:gd name="connsiteX14" fmla="*/ 196810 w 361670"/>
              <a:gd name="connsiteY14" fmla="*/ 121934 h 361337"/>
              <a:gd name="connsiteX15" fmla="*/ 162943 w 361670"/>
              <a:gd name="connsiteY15" fmla="*/ 122573 h 361337"/>
              <a:gd name="connsiteX16" fmla="*/ 203839 w 361670"/>
              <a:gd name="connsiteY16" fmla="*/ 110443 h 361337"/>
              <a:gd name="connsiteX17" fmla="*/ 210868 w 361670"/>
              <a:gd name="connsiteY17" fmla="*/ 89376 h 361337"/>
              <a:gd name="connsiteX18" fmla="*/ 149525 w 361670"/>
              <a:gd name="connsiteY18" fmla="*/ 89376 h 361337"/>
              <a:gd name="connsiteX19" fmla="*/ 157192 w 361670"/>
              <a:gd name="connsiteY19" fmla="*/ 111081 h 361337"/>
              <a:gd name="connsiteX20" fmla="*/ 203839 w 361670"/>
              <a:gd name="connsiteY20" fmla="*/ 110443 h 361337"/>
              <a:gd name="connsiteX21" fmla="*/ 132272 w 361670"/>
              <a:gd name="connsiteY21" fmla="*/ 276427 h 361337"/>
              <a:gd name="connsiteX22" fmla="*/ 227482 w 361670"/>
              <a:gd name="connsiteY22" fmla="*/ 155131 h 361337"/>
              <a:gd name="connsiteX23" fmla="*/ 231316 w 361670"/>
              <a:gd name="connsiteY23" fmla="*/ 124488 h 361337"/>
              <a:gd name="connsiteX24" fmla="*/ 219814 w 361670"/>
              <a:gd name="connsiteY24" fmla="*/ 102144 h 361337"/>
              <a:gd name="connsiteX25" fmla="*/ 212146 w 361670"/>
              <a:gd name="connsiteY25" fmla="*/ 120657 h 361337"/>
              <a:gd name="connsiteX26" fmla="*/ 212146 w 361670"/>
              <a:gd name="connsiteY26" fmla="*/ 121296 h 361337"/>
              <a:gd name="connsiteX27" fmla="*/ 212146 w 361670"/>
              <a:gd name="connsiteY27" fmla="*/ 121296 h 361337"/>
              <a:gd name="connsiteX28" fmla="*/ 203839 w 361670"/>
              <a:gd name="connsiteY28" fmla="*/ 134702 h 361337"/>
              <a:gd name="connsiteX29" fmla="*/ 106712 w 361670"/>
              <a:gd name="connsiteY29" fmla="*/ 255998 h 361337"/>
              <a:gd name="connsiteX30" fmla="*/ 132272 w 361670"/>
              <a:gd name="connsiteY30" fmla="*/ 276427 h 361337"/>
              <a:gd name="connsiteX31" fmla="*/ 228121 w 361670"/>
              <a:gd name="connsiteY31" fmla="*/ 276427 h 361337"/>
              <a:gd name="connsiteX32" fmla="*/ 253681 w 361670"/>
              <a:gd name="connsiteY32" fmla="*/ 255998 h 361337"/>
              <a:gd name="connsiteX33" fmla="*/ 208951 w 361670"/>
              <a:gd name="connsiteY33" fmla="*/ 200457 h 361337"/>
              <a:gd name="connsiteX34" fmla="*/ 189142 w 361670"/>
              <a:gd name="connsiteY34" fmla="*/ 225993 h 361337"/>
              <a:gd name="connsiteX35" fmla="*/ 228121 w 361670"/>
              <a:gd name="connsiteY35" fmla="*/ 276427 h 361337"/>
              <a:gd name="connsiteX36" fmla="*/ 269016 w 361670"/>
              <a:gd name="connsiteY36" fmla="*/ 257913 h 361337"/>
              <a:gd name="connsiteX37" fmla="*/ 266461 w 361670"/>
              <a:gd name="connsiteY37" fmla="*/ 262382 h 361337"/>
              <a:gd name="connsiteX38" fmla="*/ 231316 w 361670"/>
              <a:gd name="connsiteY38" fmla="*/ 290471 h 361337"/>
              <a:gd name="connsiteX39" fmla="*/ 227482 w 361670"/>
              <a:gd name="connsiteY39" fmla="*/ 291748 h 361337"/>
              <a:gd name="connsiteX40" fmla="*/ 226843 w 361670"/>
              <a:gd name="connsiteY40" fmla="*/ 291748 h 361337"/>
              <a:gd name="connsiteX41" fmla="*/ 222370 w 361670"/>
              <a:gd name="connsiteY41" fmla="*/ 289195 h 361337"/>
              <a:gd name="connsiteX42" fmla="*/ 180836 w 361670"/>
              <a:gd name="connsiteY42" fmla="*/ 236207 h 361337"/>
              <a:gd name="connsiteX43" fmla="*/ 139301 w 361670"/>
              <a:gd name="connsiteY43" fmla="*/ 289195 h 361337"/>
              <a:gd name="connsiteX44" fmla="*/ 134828 w 361670"/>
              <a:gd name="connsiteY44" fmla="*/ 291748 h 361337"/>
              <a:gd name="connsiteX45" fmla="*/ 134189 w 361670"/>
              <a:gd name="connsiteY45" fmla="*/ 291748 h 361337"/>
              <a:gd name="connsiteX46" fmla="*/ 130355 w 361670"/>
              <a:gd name="connsiteY46" fmla="*/ 290471 h 361337"/>
              <a:gd name="connsiteX47" fmla="*/ 95210 w 361670"/>
              <a:gd name="connsiteY47" fmla="*/ 262382 h 361337"/>
              <a:gd name="connsiteX48" fmla="*/ 92654 w 361670"/>
              <a:gd name="connsiteY48" fmla="*/ 257913 h 361337"/>
              <a:gd name="connsiteX49" fmla="*/ 93933 w 361670"/>
              <a:gd name="connsiteY49" fmla="*/ 253444 h 361337"/>
              <a:gd name="connsiteX50" fmla="*/ 145052 w 361670"/>
              <a:gd name="connsiteY50" fmla="*/ 190243 h 361337"/>
              <a:gd name="connsiteX51" fmla="*/ 123326 w 361670"/>
              <a:gd name="connsiteY51" fmla="*/ 162792 h 361337"/>
              <a:gd name="connsiteX52" fmla="*/ 118214 w 361670"/>
              <a:gd name="connsiteY52" fmla="*/ 119381 h 361337"/>
              <a:gd name="connsiteX53" fmla="*/ 138022 w 361670"/>
              <a:gd name="connsiteY53" fmla="*/ 82353 h 361337"/>
              <a:gd name="connsiteX54" fmla="*/ 138022 w 361670"/>
              <a:gd name="connsiteY54" fmla="*/ 82353 h 361337"/>
              <a:gd name="connsiteX55" fmla="*/ 139940 w 361670"/>
              <a:gd name="connsiteY55" fmla="*/ 80438 h 361337"/>
              <a:gd name="connsiteX56" fmla="*/ 221731 w 361670"/>
              <a:gd name="connsiteY56" fmla="*/ 80438 h 361337"/>
              <a:gd name="connsiteX57" fmla="*/ 221731 w 361670"/>
              <a:gd name="connsiteY57" fmla="*/ 80438 h 361337"/>
              <a:gd name="connsiteX58" fmla="*/ 222370 w 361670"/>
              <a:gd name="connsiteY58" fmla="*/ 80438 h 361337"/>
              <a:gd name="connsiteX59" fmla="*/ 224287 w 361670"/>
              <a:gd name="connsiteY59" fmla="*/ 82353 h 361337"/>
              <a:gd name="connsiteX60" fmla="*/ 224287 w 361670"/>
              <a:gd name="connsiteY60" fmla="*/ 82353 h 361337"/>
              <a:gd name="connsiteX61" fmla="*/ 244096 w 361670"/>
              <a:gd name="connsiteY61" fmla="*/ 119381 h 361337"/>
              <a:gd name="connsiteX62" fmla="*/ 238984 w 361670"/>
              <a:gd name="connsiteY62" fmla="*/ 162792 h 361337"/>
              <a:gd name="connsiteX63" fmla="*/ 217258 w 361670"/>
              <a:gd name="connsiteY63" fmla="*/ 190243 h 361337"/>
              <a:gd name="connsiteX64" fmla="*/ 268377 w 361670"/>
              <a:gd name="connsiteY64" fmla="*/ 253444 h 361337"/>
              <a:gd name="connsiteX65" fmla="*/ 269016 w 361670"/>
              <a:gd name="connsiteY65" fmla="*/ 257913 h 361337"/>
              <a:gd name="connsiteX66" fmla="*/ 361670 w 361670"/>
              <a:gd name="connsiteY66" fmla="*/ 180667 h 361337"/>
              <a:gd name="connsiteX67" fmla="*/ 180836 w 361670"/>
              <a:gd name="connsiteY67" fmla="*/ 0 h 361337"/>
              <a:gd name="connsiteX68" fmla="*/ 0 w 361670"/>
              <a:gd name="connsiteY68" fmla="*/ 180667 h 361337"/>
              <a:gd name="connsiteX69" fmla="*/ 180836 w 361670"/>
              <a:gd name="connsiteY69" fmla="*/ 361333 h 361337"/>
              <a:gd name="connsiteX70" fmla="*/ 361670 w 361670"/>
              <a:gd name="connsiteY70" fmla="*/ 180667 h 361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61670" h="361337">
                <a:moveTo>
                  <a:pt x="147607" y="120657"/>
                </a:moveTo>
                <a:cubicBezTo>
                  <a:pt x="144412" y="114273"/>
                  <a:pt x="141857" y="107889"/>
                  <a:pt x="140579" y="102144"/>
                </a:cubicBezTo>
                <a:cubicBezTo>
                  <a:pt x="137384" y="108528"/>
                  <a:pt x="132911" y="116189"/>
                  <a:pt x="129077" y="124488"/>
                </a:cubicBezTo>
                <a:cubicBezTo>
                  <a:pt x="122048" y="139809"/>
                  <a:pt x="132272" y="154492"/>
                  <a:pt x="132911" y="155131"/>
                </a:cubicBezTo>
                <a:lnTo>
                  <a:pt x="152720" y="180028"/>
                </a:lnTo>
                <a:cubicBezTo>
                  <a:pt x="159748" y="171091"/>
                  <a:pt x="166777" y="162792"/>
                  <a:pt x="172528" y="155131"/>
                </a:cubicBezTo>
                <a:cubicBezTo>
                  <a:pt x="164861" y="145555"/>
                  <a:pt x="159110" y="138533"/>
                  <a:pt x="156553" y="134702"/>
                </a:cubicBezTo>
                <a:cubicBezTo>
                  <a:pt x="152720" y="130872"/>
                  <a:pt x="150164" y="125765"/>
                  <a:pt x="147607" y="120657"/>
                </a:cubicBezTo>
                <a:cubicBezTo>
                  <a:pt x="147607" y="120657"/>
                  <a:pt x="147607" y="120657"/>
                  <a:pt x="147607" y="120657"/>
                </a:cubicBezTo>
                <a:cubicBezTo>
                  <a:pt x="147607" y="120657"/>
                  <a:pt x="147607" y="120657"/>
                  <a:pt x="147607" y="120657"/>
                </a:cubicBezTo>
                <a:moveTo>
                  <a:pt x="162943" y="122573"/>
                </a:moveTo>
                <a:cubicBezTo>
                  <a:pt x="164222" y="124488"/>
                  <a:pt x="164861" y="125765"/>
                  <a:pt x="166138" y="127680"/>
                </a:cubicBezTo>
                <a:cubicBezTo>
                  <a:pt x="168695" y="130872"/>
                  <a:pt x="173807" y="137256"/>
                  <a:pt x="179557" y="144916"/>
                </a:cubicBezTo>
                <a:cubicBezTo>
                  <a:pt x="185947" y="137256"/>
                  <a:pt x="191059" y="130872"/>
                  <a:pt x="192977" y="127680"/>
                </a:cubicBezTo>
                <a:cubicBezTo>
                  <a:pt x="194254" y="125765"/>
                  <a:pt x="195532" y="123849"/>
                  <a:pt x="196810" y="121934"/>
                </a:cubicBezTo>
                <a:cubicBezTo>
                  <a:pt x="185947" y="118742"/>
                  <a:pt x="171889" y="120657"/>
                  <a:pt x="162943" y="122573"/>
                </a:cubicBezTo>
                <a:moveTo>
                  <a:pt x="203839" y="110443"/>
                </a:moveTo>
                <a:cubicBezTo>
                  <a:pt x="207673" y="102144"/>
                  <a:pt x="209590" y="93845"/>
                  <a:pt x="210868" y="89376"/>
                </a:cubicBezTo>
                <a:cubicBezTo>
                  <a:pt x="184669" y="76608"/>
                  <a:pt x="159748" y="84907"/>
                  <a:pt x="149525" y="89376"/>
                </a:cubicBezTo>
                <a:cubicBezTo>
                  <a:pt x="150802" y="94483"/>
                  <a:pt x="153358" y="102782"/>
                  <a:pt x="157192" y="111081"/>
                </a:cubicBezTo>
                <a:cubicBezTo>
                  <a:pt x="166777" y="108528"/>
                  <a:pt x="186587" y="104697"/>
                  <a:pt x="203839" y="110443"/>
                </a:cubicBezTo>
                <a:moveTo>
                  <a:pt x="132272" y="276427"/>
                </a:moveTo>
                <a:lnTo>
                  <a:pt x="227482" y="155131"/>
                </a:lnTo>
                <a:cubicBezTo>
                  <a:pt x="228121" y="154492"/>
                  <a:pt x="238345" y="139809"/>
                  <a:pt x="231316" y="124488"/>
                </a:cubicBezTo>
                <a:cubicBezTo>
                  <a:pt x="227482" y="116189"/>
                  <a:pt x="223648" y="108528"/>
                  <a:pt x="219814" y="102144"/>
                </a:cubicBezTo>
                <a:cubicBezTo>
                  <a:pt x="217897" y="107889"/>
                  <a:pt x="215341" y="114273"/>
                  <a:pt x="212146" y="120657"/>
                </a:cubicBezTo>
                <a:cubicBezTo>
                  <a:pt x="212146" y="120657"/>
                  <a:pt x="212146" y="120657"/>
                  <a:pt x="212146" y="121296"/>
                </a:cubicBezTo>
                <a:cubicBezTo>
                  <a:pt x="212146" y="121296"/>
                  <a:pt x="212146" y="121296"/>
                  <a:pt x="212146" y="121296"/>
                </a:cubicBezTo>
                <a:cubicBezTo>
                  <a:pt x="209590" y="125765"/>
                  <a:pt x="207034" y="130872"/>
                  <a:pt x="203839" y="134702"/>
                </a:cubicBezTo>
                <a:cubicBezTo>
                  <a:pt x="191698" y="150662"/>
                  <a:pt x="124604" y="234292"/>
                  <a:pt x="106712" y="255998"/>
                </a:cubicBezTo>
                <a:lnTo>
                  <a:pt x="132272" y="276427"/>
                </a:lnTo>
                <a:close/>
                <a:moveTo>
                  <a:pt x="228121" y="276427"/>
                </a:moveTo>
                <a:lnTo>
                  <a:pt x="253681" y="255998"/>
                </a:lnTo>
                <a:cubicBezTo>
                  <a:pt x="246013" y="246422"/>
                  <a:pt x="227482" y="223439"/>
                  <a:pt x="208951" y="200457"/>
                </a:cubicBezTo>
                <a:lnTo>
                  <a:pt x="189142" y="225993"/>
                </a:lnTo>
                <a:lnTo>
                  <a:pt x="228121" y="276427"/>
                </a:lnTo>
                <a:close/>
                <a:moveTo>
                  <a:pt x="269016" y="257913"/>
                </a:moveTo>
                <a:cubicBezTo>
                  <a:pt x="269016" y="259828"/>
                  <a:pt x="267739" y="261105"/>
                  <a:pt x="266461" y="262382"/>
                </a:cubicBezTo>
                <a:lnTo>
                  <a:pt x="231316" y="290471"/>
                </a:lnTo>
                <a:cubicBezTo>
                  <a:pt x="230038" y="291110"/>
                  <a:pt x="228760" y="291748"/>
                  <a:pt x="227482" y="291748"/>
                </a:cubicBezTo>
                <a:cubicBezTo>
                  <a:pt x="227482" y="291748"/>
                  <a:pt x="226843" y="291748"/>
                  <a:pt x="226843" y="291748"/>
                </a:cubicBezTo>
                <a:cubicBezTo>
                  <a:pt x="224926" y="291748"/>
                  <a:pt x="223648" y="290471"/>
                  <a:pt x="222370" y="289195"/>
                </a:cubicBezTo>
                <a:lnTo>
                  <a:pt x="180836" y="236207"/>
                </a:lnTo>
                <a:lnTo>
                  <a:pt x="139301" y="289195"/>
                </a:lnTo>
                <a:cubicBezTo>
                  <a:pt x="138022" y="290471"/>
                  <a:pt x="136745" y="291110"/>
                  <a:pt x="134828" y="291748"/>
                </a:cubicBezTo>
                <a:cubicBezTo>
                  <a:pt x="134828" y="291748"/>
                  <a:pt x="134189" y="291748"/>
                  <a:pt x="134189" y="291748"/>
                </a:cubicBezTo>
                <a:cubicBezTo>
                  <a:pt x="132911" y="291748"/>
                  <a:pt x="131633" y="291110"/>
                  <a:pt x="130355" y="290471"/>
                </a:cubicBezTo>
                <a:lnTo>
                  <a:pt x="95210" y="262382"/>
                </a:lnTo>
                <a:cubicBezTo>
                  <a:pt x="93933" y="261105"/>
                  <a:pt x="93293" y="259828"/>
                  <a:pt x="92654" y="257913"/>
                </a:cubicBezTo>
                <a:cubicBezTo>
                  <a:pt x="92654" y="255998"/>
                  <a:pt x="93293" y="254721"/>
                  <a:pt x="93933" y="253444"/>
                </a:cubicBezTo>
                <a:cubicBezTo>
                  <a:pt x="94571" y="252806"/>
                  <a:pt x="119492" y="221524"/>
                  <a:pt x="145052" y="190243"/>
                </a:cubicBezTo>
                <a:lnTo>
                  <a:pt x="123326" y="162792"/>
                </a:lnTo>
                <a:cubicBezTo>
                  <a:pt x="122687" y="161515"/>
                  <a:pt x="107990" y="141724"/>
                  <a:pt x="118214" y="119381"/>
                </a:cubicBezTo>
                <a:cubicBezTo>
                  <a:pt x="127160" y="100229"/>
                  <a:pt x="137384" y="82992"/>
                  <a:pt x="138022" y="82353"/>
                </a:cubicBezTo>
                <a:cubicBezTo>
                  <a:pt x="138022" y="82353"/>
                  <a:pt x="138022" y="82353"/>
                  <a:pt x="138022" y="82353"/>
                </a:cubicBezTo>
                <a:cubicBezTo>
                  <a:pt x="138662" y="81715"/>
                  <a:pt x="139301" y="81077"/>
                  <a:pt x="139940" y="80438"/>
                </a:cubicBezTo>
                <a:cubicBezTo>
                  <a:pt x="141857" y="79800"/>
                  <a:pt x="180836" y="57456"/>
                  <a:pt x="221731" y="80438"/>
                </a:cubicBezTo>
                <a:cubicBezTo>
                  <a:pt x="221731" y="80438"/>
                  <a:pt x="221731" y="80438"/>
                  <a:pt x="221731" y="80438"/>
                </a:cubicBezTo>
                <a:cubicBezTo>
                  <a:pt x="221731" y="80438"/>
                  <a:pt x="222370" y="80438"/>
                  <a:pt x="222370" y="80438"/>
                </a:cubicBezTo>
                <a:cubicBezTo>
                  <a:pt x="223009" y="81077"/>
                  <a:pt x="223648" y="81715"/>
                  <a:pt x="224287" y="82353"/>
                </a:cubicBezTo>
                <a:cubicBezTo>
                  <a:pt x="224287" y="82353"/>
                  <a:pt x="224287" y="82353"/>
                  <a:pt x="224287" y="82353"/>
                </a:cubicBezTo>
                <a:cubicBezTo>
                  <a:pt x="224926" y="82992"/>
                  <a:pt x="235150" y="100229"/>
                  <a:pt x="244096" y="119381"/>
                </a:cubicBezTo>
                <a:cubicBezTo>
                  <a:pt x="254320" y="141724"/>
                  <a:pt x="239623" y="162153"/>
                  <a:pt x="238984" y="162792"/>
                </a:cubicBezTo>
                <a:lnTo>
                  <a:pt x="217258" y="190243"/>
                </a:lnTo>
                <a:cubicBezTo>
                  <a:pt x="242818" y="222163"/>
                  <a:pt x="268377" y="253444"/>
                  <a:pt x="268377" y="253444"/>
                </a:cubicBezTo>
                <a:cubicBezTo>
                  <a:pt x="268377" y="254721"/>
                  <a:pt x="269016" y="256636"/>
                  <a:pt x="269016" y="257913"/>
                </a:cubicBezTo>
                <a:moveTo>
                  <a:pt x="361670" y="180667"/>
                </a:moveTo>
                <a:cubicBezTo>
                  <a:pt x="361670" y="80438"/>
                  <a:pt x="280518" y="0"/>
                  <a:pt x="180836" y="0"/>
                </a:cubicBezTo>
                <a:cubicBezTo>
                  <a:pt x="80513" y="0"/>
                  <a:pt x="0" y="81077"/>
                  <a:pt x="0" y="180667"/>
                </a:cubicBezTo>
                <a:cubicBezTo>
                  <a:pt x="0" y="280895"/>
                  <a:pt x="81153" y="361333"/>
                  <a:pt x="180836" y="361333"/>
                </a:cubicBezTo>
                <a:cubicBezTo>
                  <a:pt x="280518" y="361972"/>
                  <a:pt x="361670" y="280895"/>
                  <a:pt x="361670" y="180667"/>
                </a:cubicBezTo>
              </a:path>
            </a:pathLst>
          </a:custGeom>
          <a:solidFill>
            <a:srgbClr val="0076A8"/>
          </a:solidFill>
          <a:ln w="6390" cap="flat">
            <a:noFill/>
            <a:prstDash val="solid"/>
            <a:miter/>
          </a:ln>
        </p:spPr>
        <p:txBody>
          <a:bodyPr rtlCol="0" anchor="ctr"/>
          <a:lstStyle/>
          <a:p>
            <a:endParaRPr lang="en-US"/>
          </a:p>
        </p:txBody>
      </p:sp>
      <p:grpSp>
        <p:nvGrpSpPr>
          <p:cNvPr id="1074" name="Graphic 4">
            <a:extLst>
              <a:ext uri="{FF2B5EF4-FFF2-40B4-BE49-F238E27FC236}">
                <a16:creationId xmlns:a16="http://schemas.microsoft.com/office/drawing/2014/main" id="{34FAE652-62F8-D840-ABAE-68E6F3334E2D}"/>
              </a:ext>
            </a:extLst>
          </p:cNvPr>
          <p:cNvGrpSpPr/>
          <p:nvPr/>
        </p:nvGrpSpPr>
        <p:grpSpPr>
          <a:xfrm>
            <a:off x="7802113" y="1402085"/>
            <a:ext cx="361670" cy="361333"/>
            <a:chOff x="7802113" y="1402085"/>
            <a:chExt cx="361670" cy="361333"/>
          </a:xfrm>
          <a:solidFill>
            <a:srgbClr val="0076A8"/>
          </a:solidFill>
        </p:grpSpPr>
        <p:sp>
          <p:nvSpPr>
            <p:cNvPr id="1075" name="Graphic 4">
              <a:extLst>
                <a:ext uri="{FF2B5EF4-FFF2-40B4-BE49-F238E27FC236}">
                  <a16:creationId xmlns:a16="http://schemas.microsoft.com/office/drawing/2014/main" id="{76420199-84FF-5E47-9C38-D840C7677344}"/>
                </a:ext>
              </a:extLst>
            </p:cNvPr>
            <p:cNvSpPr/>
            <p:nvPr/>
          </p:nvSpPr>
          <p:spPr>
            <a:xfrm>
              <a:off x="7802113" y="1402085"/>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895"/>
                    <a:pt x="81152" y="361333"/>
                    <a:pt x="180836" y="361333"/>
                  </a:cubicBezTo>
                  <a:cubicBezTo>
                    <a:pt x="281157" y="361333"/>
                    <a:pt x="361670" y="280257"/>
                    <a:pt x="361670" y="180667"/>
                  </a:cubicBezTo>
                  <a:cubicBezTo>
                    <a:pt x="361670" y="81077"/>
                    <a:pt x="280518"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873"/>
                    <a:pt x="273490" y="349204"/>
                    <a:pt x="180836" y="349204"/>
                  </a:cubicBezTo>
                  <a:close/>
                </a:path>
              </a:pathLst>
            </a:custGeom>
            <a:solidFill>
              <a:srgbClr val="0076A8"/>
            </a:solidFill>
            <a:ln w="6390" cap="flat">
              <a:noFill/>
              <a:prstDash val="solid"/>
              <a:miter/>
            </a:ln>
          </p:spPr>
          <p:txBody>
            <a:bodyPr rtlCol="0" anchor="ctr"/>
            <a:lstStyle/>
            <a:p>
              <a:endParaRPr lang="en-US"/>
            </a:p>
          </p:txBody>
        </p:sp>
        <p:sp>
          <p:nvSpPr>
            <p:cNvPr id="1076" name="Graphic 4">
              <a:extLst>
                <a:ext uri="{FF2B5EF4-FFF2-40B4-BE49-F238E27FC236}">
                  <a16:creationId xmlns:a16="http://schemas.microsoft.com/office/drawing/2014/main" id="{F4CC7799-AA64-2148-B26A-A5A68372678E}"/>
                </a:ext>
              </a:extLst>
            </p:cNvPr>
            <p:cNvSpPr/>
            <p:nvPr/>
          </p:nvSpPr>
          <p:spPr>
            <a:xfrm>
              <a:off x="8032789" y="1599350"/>
              <a:ext cx="56870" cy="69585"/>
            </a:xfrm>
            <a:custGeom>
              <a:avLst/>
              <a:gdLst>
                <a:gd name="connsiteX0" fmla="*/ 53037 w 56870"/>
                <a:gd name="connsiteY0" fmla="*/ 26813 h 69585"/>
                <a:gd name="connsiteX1" fmla="*/ 51119 w 56870"/>
                <a:gd name="connsiteY1" fmla="*/ 24898 h 69585"/>
                <a:gd name="connsiteX2" fmla="*/ 50481 w 56870"/>
                <a:gd name="connsiteY2" fmla="*/ 24259 h 69585"/>
                <a:gd name="connsiteX3" fmla="*/ 38340 w 56870"/>
                <a:gd name="connsiteY3" fmla="*/ 8299 h 69585"/>
                <a:gd name="connsiteX4" fmla="*/ 35145 w 56870"/>
                <a:gd name="connsiteY4" fmla="*/ 3192 h 69585"/>
                <a:gd name="connsiteX5" fmla="*/ 29394 w 56870"/>
                <a:gd name="connsiteY5" fmla="*/ 0 h 69585"/>
                <a:gd name="connsiteX6" fmla="*/ 23643 w 56870"/>
                <a:gd name="connsiteY6" fmla="*/ 3192 h 69585"/>
                <a:gd name="connsiteX7" fmla="*/ 20448 w 56870"/>
                <a:gd name="connsiteY7" fmla="*/ 8299 h 69585"/>
                <a:gd name="connsiteX8" fmla="*/ 7668 w 56870"/>
                <a:gd name="connsiteY8" fmla="*/ 24259 h 69585"/>
                <a:gd name="connsiteX9" fmla="*/ 7029 w 56870"/>
                <a:gd name="connsiteY9" fmla="*/ 24898 h 69585"/>
                <a:gd name="connsiteX10" fmla="*/ 5751 w 56870"/>
                <a:gd name="connsiteY10" fmla="*/ 26813 h 69585"/>
                <a:gd name="connsiteX11" fmla="*/ 2556 w 56870"/>
                <a:gd name="connsiteY11" fmla="*/ 31920 h 69585"/>
                <a:gd name="connsiteX12" fmla="*/ 0 w 56870"/>
                <a:gd name="connsiteY12" fmla="*/ 42773 h 69585"/>
                <a:gd name="connsiteX13" fmla="*/ 25560 w 56870"/>
                <a:gd name="connsiteY13" fmla="*/ 69585 h 69585"/>
                <a:gd name="connsiteX14" fmla="*/ 28755 w 56870"/>
                <a:gd name="connsiteY14" fmla="*/ 69585 h 69585"/>
                <a:gd name="connsiteX15" fmla="*/ 31311 w 56870"/>
                <a:gd name="connsiteY15" fmla="*/ 69585 h 69585"/>
                <a:gd name="connsiteX16" fmla="*/ 56871 w 56870"/>
                <a:gd name="connsiteY16" fmla="*/ 42773 h 69585"/>
                <a:gd name="connsiteX17" fmla="*/ 54953 w 56870"/>
                <a:gd name="connsiteY17" fmla="*/ 31920 h 69585"/>
                <a:gd name="connsiteX18" fmla="*/ 53037 w 56870"/>
                <a:gd name="connsiteY18" fmla="*/ 26813 h 69585"/>
                <a:gd name="connsiteX19" fmla="*/ 31950 w 56870"/>
                <a:gd name="connsiteY19" fmla="*/ 56817 h 69585"/>
                <a:gd name="connsiteX20" fmla="*/ 28755 w 56870"/>
                <a:gd name="connsiteY20" fmla="*/ 56817 h 69585"/>
                <a:gd name="connsiteX21" fmla="*/ 14697 w 56870"/>
                <a:gd name="connsiteY21" fmla="*/ 42134 h 69585"/>
                <a:gd name="connsiteX22" fmla="*/ 15975 w 56870"/>
                <a:gd name="connsiteY22" fmla="*/ 36389 h 69585"/>
                <a:gd name="connsiteX23" fmla="*/ 17253 w 56870"/>
                <a:gd name="connsiteY23" fmla="*/ 34474 h 69585"/>
                <a:gd name="connsiteX24" fmla="*/ 19170 w 56870"/>
                <a:gd name="connsiteY24" fmla="*/ 31920 h 69585"/>
                <a:gd name="connsiteX25" fmla="*/ 30033 w 56870"/>
                <a:gd name="connsiteY25" fmla="*/ 17875 h 69585"/>
                <a:gd name="connsiteX26" fmla="*/ 40896 w 56870"/>
                <a:gd name="connsiteY26" fmla="*/ 31920 h 69585"/>
                <a:gd name="connsiteX27" fmla="*/ 41535 w 56870"/>
                <a:gd name="connsiteY27" fmla="*/ 32558 h 69585"/>
                <a:gd name="connsiteX28" fmla="*/ 42813 w 56870"/>
                <a:gd name="connsiteY28" fmla="*/ 33835 h 69585"/>
                <a:gd name="connsiteX29" fmla="*/ 44091 w 56870"/>
                <a:gd name="connsiteY29" fmla="*/ 35750 h 69585"/>
                <a:gd name="connsiteX30" fmla="*/ 45368 w 56870"/>
                <a:gd name="connsiteY30" fmla="*/ 41496 h 69585"/>
                <a:gd name="connsiteX31" fmla="*/ 31950 w 56870"/>
                <a:gd name="connsiteY31" fmla="*/ 56817 h 69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6870" h="69585">
                  <a:moveTo>
                    <a:pt x="53037" y="26813"/>
                  </a:moveTo>
                  <a:cubicBezTo>
                    <a:pt x="53037" y="26174"/>
                    <a:pt x="52398" y="25536"/>
                    <a:pt x="51119" y="24898"/>
                  </a:cubicBezTo>
                  <a:lnTo>
                    <a:pt x="50481" y="24259"/>
                  </a:lnTo>
                  <a:cubicBezTo>
                    <a:pt x="47925" y="20429"/>
                    <a:pt x="42813" y="14683"/>
                    <a:pt x="38340" y="8299"/>
                  </a:cubicBezTo>
                  <a:cubicBezTo>
                    <a:pt x="37701" y="7022"/>
                    <a:pt x="36423" y="5107"/>
                    <a:pt x="35145" y="3192"/>
                  </a:cubicBezTo>
                  <a:cubicBezTo>
                    <a:pt x="33867" y="1277"/>
                    <a:pt x="31950" y="0"/>
                    <a:pt x="29394" y="0"/>
                  </a:cubicBezTo>
                  <a:cubicBezTo>
                    <a:pt x="26838" y="0"/>
                    <a:pt x="24921" y="1277"/>
                    <a:pt x="23643" y="3192"/>
                  </a:cubicBezTo>
                  <a:cubicBezTo>
                    <a:pt x="22365" y="5107"/>
                    <a:pt x="21726" y="6384"/>
                    <a:pt x="20448" y="8299"/>
                  </a:cubicBezTo>
                  <a:cubicBezTo>
                    <a:pt x="15975" y="14683"/>
                    <a:pt x="10863" y="21067"/>
                    <a:pt x="7668" y="24259"/>
                  </a:cubicBezTo>
                  <a:lnTo>
                    <a:pt x="7029" y="24898"/>
                  </a:lnTo>
                  <a:cubicBezTo>
                    <a:pt x="6390" y="25536"/>
                    <a:pt x="5751" y="26174"/>
                    <a:pt x="5751" y="26813"/>
                  </a:cubicBezTo>
                  <a:cubicBezTo>
                    <a:pt x="3834" y="29366"/>
                    <a:pt x="3195" y="31282"/>
                    <a:pt x="2556" y="31920"/>
                  </a:cubicBezTo>
                  <a:cubicBezTo>
                    <a:pt x="1917" y="33835"/>
                    <a:pt x="0" y="38942"/>
                    <a:pt x="0" y="42773"/>
                  </a:cubicBezTo>
                  <a:cubicBezTo>
                    <a:pt x="0" y="56817"/>
                    <a:pt x="10863" y="68309"/>
                    <a:pt x="25560" y="69585"/>
                  </a:cubicBezTo>
                  <a:cubicBezTo>
                    <a:pt x="26199" y="69585"/>
                    <a:pt x="27477" y="69585"/>
                    <a:pt x="28755" y="69585"/>
                  </a:cubicBezTo>
                  <a:cubicBezTo>
                    <a:pt x="30033" y="69585"/>
                    <a:pt x="30672" y="69585"/>
                    <a:pt x="31311" y="69585"/>
                  </a:cubicBezTo>
                  <a:cubicBezTo>
                    <a:pt x="46008" y="68309"/>
                    <a:pt x="56871" y="56179"/>
                    <a:pt x="56871" y="42773"/>
                  </a:cubicBezTo>
                  <a:cubicBezTo>
                    <a:pt x="56871" y="39581"/>
                    <a:pt x="55593" y="34474"/>
                    <a:pt x="54953" y="31920"/>
                  </a:cubicBezTo>
                  <a:cubicBezTo>
                    <a:pt x="56232" y="30643"/>
                    <a:pt x="54953" y="29366"/>
                    <a:pt x="53037" y="26813"/>
                  </a:cubicBezTo>
                  <a:close/>
                  <a:moveTo>
                    <a:pt x="31950" y="56817"/>
                  </a:moveTo>
                  <a:cubicBezTo>
                    <a:pt x="31311" y="56817"/>
                    <a:pt x="29394" y="56817"/>
                    <a:pt x="28755" y="56817"/>
                  </a:cubicBezTo>
                  <a:cubicBezTo>
                    <a:pt x="21087" y="56179"/>
                    <a:pt x="14697" y="49795"/>
                    <a:pt x="14697" y="42134"/>
                  </a:cubicBezTo>
                  <a:cubicBezTo>
                    <a:pt x="14697" y="40857"/>
                    <a:pt x="15336" y="37666"/>
                    <a:pt x="15975" y="36389"/>
                  </a:cubicBezTo>
                  <a:cubicBezTo>
                    <a:pt x="15975" y="36389"/>
                    <a:pt x="16614" y="35750"/>
                    <a:pt x="17253" y="34474"/>
                  </a:cubicBezTo>
                  <a:lnTo>
                    <a:pt x="19170" y="31920"/>
                  </a:lnTo>
                  <a:cubicBezTo>
                    <a:pt x="21726" y="28728"/>
                    <a:pt x="25560" y="23621"/>
                    <a:pt x="30033" y="17875"/>
                  </a:cubicBezTo>
                  <a:cubicBezTo>
                    <a:pt x="34506" y="23621"/>
                    <a:pt x="38340" y="28728"/>
                    <a:pt x="40896" y="31920"/>
                  </a:cubicBezTo>
                  <a:lnTo>
                    <a:pt x="41535" y="32558"/>
                  </a:lnTo>
                  <a:cubicBezTo>
                    <a:pt x="42173" y="33197"/>
                    <a:pt x="42813" y="33835"/>
                    <a:pt x="42813" y="33835"/>
                  </a:cubicBezTo>
                  <a:cubicBezTo>
                    <a:pt x="44091" y="35112"/>
                    <a:pt x="44091" y="35750"/>
                    <a:pt x="44091" y="35750"/>
                  </a:cubicBezTo>
                  <a:cubicBezTo>
                    <a:pt x="44730" y="37027"/>
                    <a:pt x="45368" y="40219"/>
                    <a:pt x="45368" y="41496"/>
                  </a:cubicBezTo>
                  <a:cubicBezTo>
                    <a:pt x="46008" y="49795"/>
                    <a:pt x="39618" y="55541"/>
                    <a:pt x="31950" y="56817"/>
                  </a:cubicBezTo>
                  <a:close/>
                </a:path>
              </a:pathLst>
            </a:custGeom>
            <a:solidFill>
              <a:srgbClr val="0076A8"/>
            </a:solidFill>
            <a:ln w="6390" cap="flat">
              <a:noFill/>
              <a:prstDash val="solid"/>
              <a:miter/>
            </a:ln>
          </p:spPr>
          <p:txBody>
            <a:bodyPr rtlCol="0" anchor="ctr"/>
            <a:lstStyle/>
            <a:p>
              <a:endParaRPr lang="en-US"/>
            </a:p>
          </p:txBody>
        </p:sp>
        <p:sp>
          <p:nvSpPr>
            <p:cNvPr id="1077" name="Graphic 4">
              <a:extLst>
                <a:ext uri="{FF2B5EF4-FFF2-40B4-BE49-F238E27FC236}">
                  <a16:creationId xmlns:a16="http://schemas.microsoft.com/office/drawing/2014/main" id="{C2A8DEC5-ACE2-0748-AC43-EE652AD01340}"/>
                </a:ext>
              </a:extLst>
            </p:cNvPr>
            <p:cNvSpPr/>
            <p:nvPr/>
          </p:nvSpPr>
          <p:spPr>
            <a:xfrm>
              <a:off x="7869207" y="1495056"/>
              <a:ext cx="225047" cy="180263"/>
            </a:xfrm>
            <a:custGeom>
              <a:avLst/>
              <a:gdLst>
                <a:gd name="connsiteX0" fmla="*/ 205756 w 225047"/>
                <a:gd name="connsiteY0" fmla="*/ 51945 h 180263"/>
                <a:gd name="connsiteX1" fmla="*/ 117575 w 225047"/>
                <a:gd name="connsiteY1" fmla="*/ 51945 h 180263"/>
                <a:gd name="connsiteX2" fmla="*/ 136106 w 225047"/>
                <a:gd name="connsiteY2" fmla="*/ 41093 h 180263"/>
                <a:gd name="connsiteX3" fmla="*/ 144412 w 225047"/>
                <a:gd name="connsiteY3" fmla="*/ 8534 h 180263"/>
                <a:gd name="connsiteX4" fmla="*/ 127160 w 225047"/>
                <a:gd name="connsiteY4" fmla="*/ 873 h 180263"/>
                <a:gd name="connsiteX5" fmla="*/ 53037 w 225047"/>
                <a:gd name="connsiteY5" fmla="*/ 31517 h 180263"/>
                <a:gd name="connsiteX6" fmla="*/ 31950 w 225047"/>
                <a:gd name="connsiteY6" fmla="*/ 48753 h 180263"/>
                <a:gd name="connsiteX7" fmla="*/ 24921 w 225047"/>
                <a:gd name="connsiteY7" fmla="*/ 52584 h 180263"/>
                <a:gd name="connsiteX8" fmla="*/ 7668 w 225047"/>
                <a:gd name="connsiteY8" fmla="*/ 52584 h 180263"/>
                <a:gd name="connsiteX9" fmla="*/ 1278 w 225047"/>
                <a:gd name="connsiteY9" fmla="*/ 58968 h 180263"/>
                <a:gd name="connsiteX10" fmla="*/ 7668 w 225047"/>
                <a:gd name="connsiteY10" fmla="*/ 65352 h 180263"/>
                <a:gd name="connsiteX11" fmla="*/ 24921 w 225047"/>
                <a:gd name="connsiteY11" fmla="*/ 65352 h 180263"/>
                <a:gd name="connsiteX12" fmla="*/ 42173 w 225047"/>
                <a:gd name="connsiteY12" fmla="*/ 56414 h 180263"/>
                <a:gd name="connsiteX13" fmla="*/ 58148 w 225047"/>
                <a:gd name="connsiteY13" fmla="*/ 43646 h 180263"/>
                <a:gd name="connsiteX14" fmla="*/ 132271 w 225047"/>
                <a:gd name="connsiteY14" fmla="*/ 13003 h 180263"/>
                <a:gd name="connsiteX15" fmla="*/ 134828 w 225047"/>
                <a:gd name="connsiteY15" fmla="*/ 20025 h 180263"/>
                <a:gd name="connsiteX16" fmla="*/ 129716 w 225047"/>
                <a:gd name="connsiteY16" fmla="*/ 30878 h 180263"/>
                <a:gd name="connsiteX17" fmla="*/ 92015 w 225047"/>
                <a:gd name="connsiteY17" fmla="*/ 53861 h 180263"/>
                <a:gd name="connsiteX18" fmla="*/ 89459 w 225047"/>
                <a:gd name="connsiteY18" fmla="*/ 60883 h 180263"/>
                <a:gd name="connsiteX19" fmla="*/ 95849 w 225047"/>
                <a:gd name="connsiteY19" fmla="*/ 65352 h 180263"/>
                <a:gd name="connsiteX20" fmla="*/ 207034 w 225047"/>
                <a:gd name="connsiteY20" fmla="*/ 65352 h 180263"/>
                <a:gd name="connsiteX21" fmla="*/ 214702 w 225047"/>
                <a:gd name="connsiteY21" fmla="*/ 73012 h 180263"/>
                <a:gd name="connsiteX22" fmla="*/ 212146 w 225047"/>
                <a:gd name="connsiteY22" fmla="*/ 78758 h 180263"/>
                <a:gd name="connsiteX23" fmla="*/ 206395 w 225047"/>
                <a:gd name="connsiteY23" fmla="*/ 81312 h 180263"/>
                <a:gd name="connsiteX24" fmla="*/ 150802 w 225047"/>
                <a:gd name="connsiteY24" fmla="*/ 81312 h 180263"/>
                <a:gd name="connsiteX25" fmla="*/ 150164 w 225047"/>
                <a:gd name="connsiteY25" fmla="*/ 81312 h 180263"/>
                <a:gd name="connsiteX26" fmla="*/ 150164 w 225047"/>
                <a:gd name="connsiteY26" fmla="*/ 81312 h 180263"/>
                <a:gd name="connsiteX27" fmla="*/ 129076 w 225047"/>
                <a:gd name="connsiteY27" fmla="*/ 81312 h 180263"/>
                <a:gd name="connsiteX28" fmla="*/ 122686 w 225047"/>
                <a:gd name="connsiteY28" fmla="*/ 87696 h 180263"/>
                <a:gd name="connsiteX29" fmla="*/ 129076 w 225047"/>
                <a:gd name="connsiteY29" fmla="*/ 94080 h 180263"/>
                <a:gd name="connsiteX30" fmla="*/ 151441 w 225047"/>
                <a:gd name="connsiteY30" fmla="*/ 94080 h 180263"/>
                <a:gd name="connsiteX31" fmla="*/ 158471 w 225047"/>
                <a:gd name="connsiteY31" fmla="*/ 101740 h 180263"/>
                <a:gd name="connsiteX32" fmla="*/ 155915 w 225047"/>
                <a:gd name="connsiteY32" fmla="*/ 107486 h 180263"/>
                <a:gd name="connsiteX33" fmla="*/ 150164 w 225047"/>
                <a:gd name="connsiteY33" fmla="*/ 110040 h 180263"/>
                <a:gd name="connsiteX34" fmla="*/ 138661 w 225047"/>
                <a:gd name="connsiteY34" fmla="*/ 110040 h 180263"/>
                <a:gd name="connsiteX35" fmla="*/ 137384 w 225047"/>
                <a:gd name="connsiteY35" fmla="*/ 110040 h 180263"/>
                <a:gd name="connsiteX36" fmla="*/ 137384 w 225047"/>
                <a:gd name="connsiteY36" fmla="*/ 110040 h 180263"/>
                <a:gd name="connsiteX37" fmla="*/ 122048 w 225047"/>
                <a:gd name="connsiteY37" fmla="*/ 110040 h 180263"/>
                <a:gd name="connsiteX38" fmla="*/ 115658 w 225047"/>
                <a:gd name="connsiteY38" fmla="*/ 116424 h 180263"/>
                <a:gd name="connsiteX39" fmla="*/ 122048 w 225047"/>
                <a:gd name="connsiteY39" fmla="*/ 122808 h 180263"/>
                <a:gd name="connsiteX40" fmla="*/ 138022 w 225047"/>
                <a:gd name="connsiteY40" fmla="*/ 122808 h 180263"/>
                <a:gd name="connsiteX41" fmla="*/ 145051 w 225047"/>
                <a:gd name="connsiteY41" fmla="*/ 130468 h 180263"/>
                <a:gd name="connsiteX42" fmla="*/ 142496 w 225047"/>
                <a:gd name="connsiteY42" fmla="*/ 136214 h 180263"/>
                <a:gd name="connsiteX43" fmla="*/ 136745 w 225047"/>
                <a:gd name="connsiteY43" fmla="*/ 138768 h 180263"/>
                <a:gd name="connsiteX44" fmla="*/ 125243 w 225047"/>
                <a:gd name="connsiteY44" fmla="*/ 138768 h 180263"/>
                <a:gd name="connsiteX45" fmla="*/ 125243 w 225047"/>
                <a:gd name="connsiteY45" fmla="*/ 138768 h 180263"/>
                <a:gd name="connsiteX46" fmla="*/ 125243 w 225047"/>
                <a:gd name="connsiteY46" fmla="*/ 138768 h 180263"/>
                <a:gd name="connsiteX47" fmla="*/ 113741 w 225047"/>
                <a:gd name="connsiteY47" fmla="*/ 138768 h 180263"/>
                <a:gd name="connsiteX48" fmla="*/ 107351 w 225047"/>
                <a:gd name="connsiteY48" fmla="*/ 145151 h 180263"/>
                <a:gd name="connsiteX49" fmla="*/ 113741 w 225047"/>
                <a:gd name="connsiteY49" fmla="*/ 151535 h 180263"/>
                <a:gd name="connsiteX50" fmla="*/ 125243 w 225047"/>
                <a:gd name="connsiteY50" fmla="*/ 151535 h 180263"/>
                <a:gd name="connsiteX51" fmla="*/ 132911 w 225047"/>
                <a:gd name="connsiteY51" fmla="*/ 159196 h 180263"/>
                <a:gd name="connsiteX52" fmla="*/ 130355 w 225047"/>
                <a:gd name="connsiteY52" fmla="*/ 164942 h 180263"/>
                <a:gd name="connsiteX53" fmla="*/ 124604 w 225047"/>
                <a:gd name="connsiteY53" fmla="*/ 167495 h 180263"/>
                <a:gd name="connsiteX54" fmla="*/ 74762 w 225047"/>
                <a:gd name="connsiteY54" fmla="*/ 167495 h 180263"/>
                <a:gd name="connsiteX55" fmla="*/ 45368 w 225047"/>
                <a:gd name="connsiteY55" fmla="*/ 156004 h 180263"/>
                <a:gd name="connsiteX56" fmla="*/ 30032 w 225047"/>
                <a:gd name="connsiteY56" fmla="*/ 149620 h 180263"/>
                <a:gd name="connsiteX57" fmla="*/ 6390 w 225047"/>
                <a:gd name="connsiteY57" fmla="*/ 149620 h 180263"/>
                <a:gd name="connsiteX58" fmla="*/ 0 w 225047"/>
                <a:gd name="connsiteY58" fmla="*/ 156004 h 180263"/>
                <a:gd name="connsiteX59" fmla="*/ 6390 w 225047"/>
                <a:gd name="connsiteY59" fmla="*/ 162388 h 180263"/>
                <a:gd name="connsiteX60" fmla="*/ 30032 w 225047"/>
                <a:gd name="connsiteY60" fmla="*/ 162388 h 180263"/>
                <a:gd name="connsiteX61" fmla="*/ 36422 w 225047"/>
                <a:gd name="connsiteY61" fmla="*/ 164942 h 180263"/>
                <a:gd name="connsiteX62" fmla="*/ 74762 w 225047"/>
                <a:gd name="connsiteY62" fmla="*/ 180263 h 180263"/>
                <a:gd name="connsiteX63" fmla="*/ 124604 w 225047"/>
                <a:gd name="connsiteY63" fmla="*/ 180263 h 180263"/>
                <a:gd name="connsiteX64" fmla="*/ 139301 w 225047"/>
                <a:gd name="connsiteY64" fmla="*/ 174518 h 180263"/>
                <a:gd name="connsiteX65" fmla="*/ 145051 w 225047"/>
                <a:gd name="connsiteY65" fmla="*/ 159835 h 180263"/>
                <a:gd name="connsiteX66" fmla="*/ 143135 w 225047"/>
                <a:gd name="connsiteY66" fmla="*/ 150897 h 180263"/>
                <a:gd name="connsiteX67" fmla="*/ 150802 w 225047"/>
                <a:gd name="connsiteY67" fmla="*/ 146428 h 180263"/>
                <a:gd name="connsiteX68" fmla="*/ 156553 w 225047"/>
                <a:gd name="connsiteY68" fmla="*/ 131745 h 180263"/>
                <a:gd name="connsiteX69" fmla="*/ 154636 w 225047"/>
                <a:gd name="connsiteY69" fmla="*/ 123446 h 180263"/>
                <a:gd name="connsiteX70" fmla="*/ 163582 w 225047"/>
                <a:gd name="connsiteY70" fmla="*/ 118339 h 180263"/>
                <a:gd name="connsiteX71" fmla="*/ 169333 w 225047"/>
                <a:gd name="connsiteY71" fmla="*/ 103656 h 180263"/>
                <a:gd name="connsiteX72" fmla="*/ 168056 w 225047"/>
                <a:gd name="connsiteY72" fmla="*/ 95995 h 180263"/>
                <a:gd name="connsiteX73" fmla="*/ 205117 w 225047"/>
                <a:gd name="connsiteY73" fmla="*/ 95995 h 180263"/>
                <a:gd name="connsiteX74" fmla="*/ 206395 w 225047"/>
                <a:gd name="connsiteY74" fmla="*/ 95995 h 180263"/>
                <a:gd name="connsiteX75" fmla="*/ 219175 w 225047"/>
                <a:gd name="connsiteY75" fmla="*/ 90249 h 180263"/>
                <a:gd name="connsiteX76" fmla="*/ 224925 w 225047"/>
                <a:gd name="connsiteY76" fmla="*/ 75566 h 180263"/>
                <a:gd name="connsiteX77" fmla="*/ 205756 w 225047"/>
                <a:gd name="connsiteY77" fmla="*/ 51945 h 180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25047" h="180263">
                  <a:moveTo>
                    <a:pt x="205756" y="51945"/>
                  </a:moveTo>
                  <a:lnTo>
                    <a:pt x="117575" y="51945"/>
                  </a:lnTo>
                  <a:cubicBezTo>
                    <a:pt x="123326" y="48753"/>
                    <a:pt x="129716" y="44285"/>
                    <a:pt x="136106" y="41093"/>
                  </a:cubicBezTo>
                  <a:cubicBezTo>
                    <a:pt x="147607" y="34070"/>
                    <a:pt x="149525" y="18749"/>
                    <a:pt x="144412" y="8534"/>
                  </a:cubicBezTo>
                  <a:cubicBezTo>
                    <a:pt x="140579" y="1512"/>
                    <a:pt x="134189" y="-1680"/>
                    <a:pt x="127160" y="873"/>
                  </a:cubicBezTo>
                  <a:lnTo>
                    <a:pt x="53037" y="31517"/>
                  </a:lnTo>
                  <a:cubicBezTo>
                    <a:pt x="44730" y="34709"/>
                    <a:pt x="37701" y="41093"/>
                    <a:pt x="31950" y="48753"/>
                  </a:cubicBezTo>
                  <a:cubicBezTo>
                    <a:pt x="30032" y="51307"/>
                    <a:pt x="27477" y="52584"/>
                    <a:pt x="24921" y="52584"/>
                  </a:cubicBezTo>
                  <a:lnTo>
                    <a:pt x="7668" y="52584"/>
                  </a:lnTo>
                  <a:cubicBezTo>
                    <a:pt x="3834" y="52584"/>
                    <a:pt x="1278" y="55137"/>
                    <a:pt x="1278" y="58968"/>
                  </a:cubicBezTo>
                  <a:cubicBezTo>
                    <a:pt x="1278" y="62798"/>
                    <a:pt x="3834" y="65352"/>
                    <a:pt x="7668" y="65352"/>
                  </a:cubicBezTo>
                  <a:lnTo>
                    <a:pt x="24921" y="65352"/>
                  </a:lnTo>
                  <a:cubicBezTo>
                    <a:pt x="31950" y="65352"/>
                    <a:pt x="38340" y="62160"/>
                    <a:pt x="42173" y="56414"/>
                  </a:cubicBezTo>
                  <a:cubicBezTo>
                    <a:pt x="46647" y="50669"/>
                    <a:pt x="52397" y="46200"/>
                    <a:pt x="58148" y="43646"/>
                  </a:cubicBezTo>
                  <a:lnTo>
                    <a:pt x="132271" y="13003"/>
                  </a:lnTo>
                  <a:cubicBezTo>
                    <a:pt x="132911" y="13641"/>
                    <a:pt x="134189" y="16195"/>
                    <a:pt x="134828" y="20025"/>
                  </a:cubicBezTo>
                  <a:cubicBezTo>
                    <a:pt x="134828" y="21941"/>
                    <a:pt x="134828" y="27686"/>
                    <a:pt x="129716" y="30878"/>
                  </a:cubicBezTo>
                  <a:cubicBezTo>
                    <a:pt x="111824" y="41731"/>
                    <a:pt x="92015" y="53861"/>
                    <a:pt x="92015" y="53861"/>
                  </a:cubicBezTo>
                  <a:cubicBezTo>
                    <a:pt x="89459" y="55137"/>
                    <a:pt x="88181" y="58329"/>
                    <a:pt x="89459" y="60883"/>
                  </a:cubicBezTo>
                  <a:cubicBezTo>
                    <a:pt x="90098" y="63437"/>
                    <a:pt x="92654" y="65352"/>
                    <a:pt x="95849" y="65352"/>
                  </a:cubicBezTo>
                  <a:lnTo>
                    <a:pt x="207034" y="65352"/>
                  </a:lnTo>
                  <a:cubicBezTo>
                    <a:pt x="211507" y="65352"/>
                    <a:pt x="214702" y="68544"/>
                    <a:pt x="214702" y="73012"/>
                  </a:cubicBezTo>
                  <a:cubicBezTo>
                    <a:pt x="214702" y="74928"/>
                    <a:pt x="214063" y="76843"/>
                    <a:pt x="212146" y="78758"/>
                  </a:cubicBezTo>
                  <a:cubicBezTo>
                    <a:pt x="210868" y="80035"/>
                    <a:pt x="208951" y="80673"/>
                    <a:pt x="206395" y="81312"/>
                  </a:cubicBezTo>
                  <a:lnTo>
                    <a:pt x="150802" y="81312"/>
                  </a:lnTo>
                  <a:cubicBezTo>
                    <a:pt x="150802" y="81312"/>
                    <a:pt x="150164" y="81312"/>
                    <a:pt x="150164" y="81312"/>
                  </a:cubicBezTo>
                  <a:cubicBezTo>
                    <a:pt x="150164" y="81312"/>
                    <a:pt x="150164" y="81312"/>
                    <a:pt x="150164" y="81312"/>
                  </a:cubicBezTo>
                  <a:lnTo>
                    <a:pt x="129076" y="81312"/>
                  </a:lnTo>
                  <a:cubicBezTo>
                    <a:pt x="125243" y="81312"/>
                    <a:pt x="122686" y="83865"/>
                    <a:pt x="122686" y="87696"/>
                  </a:cubicBezTo>
                  <a:cubicBezTo>
                    <a:pt x="122686" y="91526"/>
                    <a:pt x="125243" y="94080"/>
                    <a:pt x="129076" y="94080"/>
                  </a:cubicBezTo>
                  <a:lnTo>
                    <a:pt x="151441" y="94080"/>
                  </a:lnTo>
                  <a:cubicBezTo>
                    <a:pt x="155276" y="94080"/>
                    <a:pt x="158471" y="97910"/>
                    <a:pt x="158471" y="101740"/>
                  </a:cubicBezTo>
                  <a:cubicBezTo>
                    <a:pt x="158471" y="103656"/>
                    <a:pt x="157831" y="105571"/>
                    <a:pt x="155915" y="107486"/>
                  </a:cubicBezTo>
                  <a:cubicBezTo>
                    <a:pt x="154636" y="108763"/>
                    <a:pt x="152720" y="110040"/>
                    <a:pt x="150164" y="110040"/>
                  </a:cubicBezTo>
                  <a:lnTo>
                    <a:pt x="138661" y="110040"/>
                  </a:lnTo>
                  <a:cubicBezTo>
                    <a:pt x="138022" y="110040"/>
                    <a:pt x="138022" y="110040"/>
                    <a:pt x="137384" y="110040"/>
                  </a:cubicBezTo>
                  <a:cubicBezTo>
                    <a:pt x="137384" y="110040"/>
                    <a:pt x="137384" y="110040"/>
                    <a:pt x="137384" y="110040"/>
                  </a:cubicBezTo>
                  <a:lnTo>
                    <a:pt x="122048" y="110040"/>
                  </a:lnTo>
                  <a:cubicBezTo>
                    <a:pt x="118214" y="110040"/>
                    <a:pt x="115658" y="112593"/>
                    <a:pt x="115658" y="116424"/>
                  </a:cubicBezTo>
                  <a:cubicBezTo>
                    <a:pt x="115658" y="120254"/>
                    <a:pt x="118214" y="122808"/>
                    <a:pt x="122048" y="122808"/>
                  </a:cubicBezTo>
                  <a:lnTo>
                    <a:pt x="138022" y="122808"/>
                  </a:lnTo>
                  <a:cubicBezTo>
                    <a:pt x="141856" y="123446"/>
                    <a:pt x="145051" y="126638"/>
                    <a:pt x="145051" y="130468"/>
                  </a:cubicBezTo>
                  <a:cubicBezTo>
                    <a:pt x="145051" y="132384"/>
                    <a:pt x="144412" y="134299"/>
                    <a:pt x="142496" y="136214"/>
                  </a:cubicBezTo>
                  <a:cubicBezTo>
                    <a:pt x="141217" y="137491"/>
                    <a:pt x="139301" y="138768"/>
                    <a:pt x="136745" y="138768"/>
                  </a:cubicBezTo>
                  <a:lnTo>
                    <a:pt x="125243" y="138768"/>
                  </a:lnTo>
                  <a:cubicBezTo>
                    <a:pt x="125243" y="138768"/>
                    <a:pt x="125243" y="138768"/>
                    <a:pt x="125243" y="138768"/>
                  </a:cubicBezTo>
                  <a:cubicBezTo>
                    <a:pt x="125243" y="138768"/>
                    <a:pt x="125243" y="138768"/>
                    <a:pt x="125243" y="138768"/>
                  </a:cubicBezTo>
                  <a:lnTo>
                    <a:pt x="113741" y="138768"/>
                  </a:lnTo>
                  <a:cubicBezTo>
                    <a:pt x="109907" y="138768"/>
                    <a:pt x="107351" y="141321"/>
                    <a:pt x="107351" y="145151"/>
                  </a:cubicBezTo>
                  <a:cubicBezTo>
                    <a:pt x="107351" y="148982"/>
                    <a:pt x="109907" y="151535"/>
                    <a:pt x="113741" y="151535"/>
                  </a:cubicBezTo>
                  <a:lnTo>
                    <a:pt x="125243" y="151535"/>
                  </a:lnTo>
                  <a:cubicBezTo>
                    <a:pt x="129716" y="151535"/>
                    <a:pt x="132911" y="154727"/>
                    <a:pt x="132911" y="159196"/>
                  </a:cubicBezTo>
                  <a:cubicBezTo>
                    <a:pt x="132911" y="161111"/>
                    <a:pt x="132271" y="163027"/>
                    <a:pt x="130355" y="164942"/>
                  </a:cubicBezTo>
                  <a:cubicBezTo>
                    <a:pt x="129076" y="166219"/>
                    <a:pt x="127160" y="167495"/>
                    <a:pt x="124604" y="167495"/>
                  </a:cubicBezTo>
                  <a:lnTo>
                    <a:pt x="74762" y="167495"/>
                  </a:lnTo>
                  <a:cubicBezTo>
                    <a:pt x="63899" y="167495"/>
                    <a:pt x="53037" y="163027"/>
                    <a:pt x="45368" y="156004"/>
                  </a:cubicBezTo>
                  <a:cubicBezTo>
                    <a:pt x="41535" y="152174"/>
                    <a:pt x="35783" y="149620"/>
                    <a:pt x="30032" y="149620"/>
                  </a:cubicBezTo>
                  <a:lnTo>
                    <a:pt x="6390" y="149620"/>
                  </a:lnTo>
                  <a:cubicBezTo>
                    <a:pt x="2556" y="149620"/>
                    <a:pt x="0" y="152174"/>
                    <a:pt x="0" y="156004"/>
                  </a:cubicBezTo>
                  <a:cubicBezTo>
                    <a:pt x="0" y="159835"/>
                    <a:pt x="2556" y="162388"/>
                    <a:pt x="6390" y="162388"/>
                  </a:cubicBezTo>
                  <a:lnTo>
                    <a:pt x="30032" y="162388"/>
                  </a:lnTo>
                  <a:cubicBezTo>
                    <a:pt x="32589" y="162388"/>
                    <a:pt x="34506" y="163027"/>
                    <a:pt x="36422" y="164942"/>
                  </a:cubicBezTo>
                  <a:cubicBezTo>
                    <a:pt x="46647" y="174518"/>
                    <a:pt x="60704" y="180263"/>
                    <a:pt x="74762" y="180263"/>
                  </a:cubicBezTo>
                  <a:lnTo>
                    <a:pt x="124604" y="180263"/>
                  </a:lnTo>
                  <a:cubicBezTo>
                    <a:pt x="130355" y="180263"/>
                    <a:pt x="135466" y="178348"/>
                    <a:pt x="139301" y="174518"/>
                  </a:cubicBezTo>
                  <a:cubicBezTo>
                    <a:pt x="143135" y="170687"/>
                    <a:pt x="145051" y="165580"/>
                    <a:pt x="145051" y="159835"/>
                  </a:cubicBezTo>
                  <a:cubicBezTo>
                    <a:pt x="145051" y="156643"/>
                    <a:pt x="144412" y="153451"/>
                    <a:pt x="143135" y="150897"/>
                  </a:cubicBezTo>
                  <a:cubicBezTo>
                    <a:pt x="145691" y="149620"/>
                    <a:pt x="148246" y="148343"/>
                    <a:pt x="150802" y="146428"/>
                  </a:cubicBezTo>
                  <a:cubicBezTo>
                    <a:pt x="154636" y="142598"/>
                    <a:pt x="156553" y="137491"/>
                    <a:pt x="156553" y="131745"/>
                  </a:cubicBezTo>
                  <a:cubicBezTo>
                    <a:pt x="156553" y="128553"/>
                    <a:pt x="155915" y="126000"/>
                    <a:pt x="154636" y="123446"/>
                  </a:cubicBezTo>
                  <a:cubicBezTo>
                    <a:pt x="157831" y="122808"/>
                    <a:pt x="161026" y="120892"/>
                    <a:pt x="163582" y="118339"/>
                  </a:cubicBezTo>
                  <a:cubicBezTo>
                    <a:pt x="167416" y="114508"/>
                    <a:pt x="169333" y="109401"/>
                    <a:pt x="169333" y="103656"/>
                  </a:cubicBezTo>
                  <a:cubicBezTo>
                    <a:pt x="169333" y="101102"/>
                    <a:pt x="168695" y="98548"/>
                    <a:pt x="168056" y="95995"/>
                  </a:cubicBezTo>
                  <a:lnTo>
                    <a:pt x="205117" y="95995"/>
                  </a:lnTo>
                  <a:cubicBezTo>
                    <a:pt x="205756" y="95995"/>
                    <a:pt x="206395" y="95995"/>
                    <a:pt x="206395" y="95995"/>
                  </a:cubicBezTo>
                  <a:cubicBezTo>
                    <a:pt x="211507" y="95356"/>
                    <a:pt x="215980" y="93441"/>
                    <a:pt x="219175" y="90249"/>
                  </a:cubicBezTo>
                  <a:cubicBezTo>
                    <a:pt x="223009" y="86419"/>
                    <a:pt x="224925" y="81312"/>
                    <a:pt x="224925" y="75566"/>
                  </a:cubicBezTo>
                  <a:cubicBezTo>
                    <a:pt x="226204" y="60883"/>
                    <a:pt x="217258" y="51945"/>
                    <a:pt x="205756" y="51945"/>
                  </a:cubicBezTo>
                  <a:close/>
                </a:path>
              </a:pathLst>
            </a:custGeom>
            <a:solidFill>
              <a:srgbClr val="0076A8"/>
            </a:solidFill>
            <a:ln w="6390" cap="flat">
              <a:noFill/>
              <a:prstDash val="solid"/>
              <a:miter/>
            </a:ln>
          </p:spPr>
          <p:txBody>
            <a:bodyPr rtlCol="0" anchor="ctr"/>
            <a:lstStyle/>
            <a:p>
              <a:endParaRPr lang="en-US"/>
            </a:p>
          </p:txBody>
        </p:sp>
      </p:grpSp>
      <p:grpSp>
        <p:nvGrpSpPr>
          <p:cNvPr id="1078" name="Graphic 4">
            <a:extLst>
              <a:ext uri="{FF2B5EF4-FFF2-40B4-BE49-F238E27FC236}">
                <a16:creationId xmlns:a16="http://schemas.microsoft.com/office/drawing/2014/main" id="{2FD2A8DA-A7F5-BB45-AEAE-6911A1E06D29}"/>
              </a:ext>
            </a:extLst>
          </p:cNvPr>
          <p:cNvGrpSpPr/>
          <p:nvPr/>
        </p:nvGrpSpPr>
        <p:grpSpPr>
          <a:xfrm>
            <a:off x="7802113" y="4792617"/>
            <a:ext cx="361670" cy="361333"/>
            <a:chOff x="7802113" y="4792617"/>
            <a:chExt cx="361670" cy="361333"/>
          </a:xfrm>
          <a:solidFill>
            <a:srgbClr val="0076A8"/>
          </a:solidFill>
        </p:grpSpPr>
        <p:sp>
          <p:nvSpPr>
            <p:cNvPr id="1079" name="Graphic 4">
              <a:extLst>
                <a:ext uri="{FF2B5EF4-FFF2-40B4-BE49-F238E27FC236}">
                  <a16:creationId xmlns:a16="http://schemas.microsoft.com/office/drawing/2014/main" id="{9A285CA4-43EA-5D45-BA6C-6F699AAF1F41}"/>
                </a:ext>
              </a:extLst>
            </p:cNvPr>
            <p:cNvSpPr/>
            <p:nvPr/>
          </p:nvSpPr>
          <p:spPr>
            <a:xfrm>
              <a:off x="7802113" y="4792617"/>
              <a:ext cx="361670" cy="361333"/>
            </a:xfrm>
            <a:custGeom>
              <a:avLst/>
              <a:gdLst>
                <a:gd name="connsiteX0" fmla="*/ 180836 w 361670"/>
                <a:gd name="connsiteY0" fmla="*/ 0 h 361333"/>
                <a:gd name="connsiteX1" fmla="*/ 0 w 361670"/>
                <a:gd name="connsiteY1" fmla="*/ 180667 h 361333"/>
                <a:gd name="connsiteX2" fmla="*/ 180836 w 361670"/>
                <a:gd name="connsiteY2" fmla="*/ 361334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7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895"/>
                    <a:pt x="81152" y="361334"/>
                    <a:pt x="180836" y="361334"/>
                  </a:cubicBezTo>
                  <a:cubicBezTo>
                    <a:pt x="281157" y="361334"/>
                    <a:pt x="361670" y="280257"/>
                    <a:pt x="361670" y="180667"/>
                  </a:cubicBezTo>
                  <a:cubicBezTo>
                    <a:pt x="361670" y="81077"/>
                    <a:pt x="280518" y="0"/>
                    <a:pt x="180836" y="0"/>
                  </a:cubicBezTo>
                  <a:close/>
                  <a:moveTo>
                    <a:pt x="180836" y="349204"/>
                  </a:moveTo>
                  <a:cubicBezTo>
                    <a:pt x="88181" y="349204"/>
                    <a:pt x="12780" y="273873"/>
                    <a:pt x="12780" y="181305"/>
                  </a:cubicBezTo>
                  <a:cubicBezTo>
                    <a:pt x="12780" y="88738"/>
                    <a:pt x="88181" y="13407"/>
                    <a:pt x="180836" y="13407"/>
                  </a:cubicBezTo>
                  <a:cubicBezTo>
                    <a:pt x="273490" y="13407"/>
                    <a:pt x="348890" y="88738"/>
                    <a:pt x="348890" y="181305"/>
                  </a:cubicBezTo>
                  <a:cubicBezTo>
                    <a:pt x="348890" y="273873"/>
                    <a:pt x="273490" y="349204"/>
                    <a:pt x="180836" y="349204"/>
                  </a:cubicBezTo>
                  <a:close/>
                </a:path>
              </a:pathLst>
            </a:custGeom>
            <a:solidFill>
              <a:srgbClr val="0076A8"/>
            </a:solidFill>
            <a:ln w="6390" cap="flat">
              <a:noFill/>
              <a:prstDash val="solid"/>
              <a:miter/>
            </a:ln>
          </p:spPr>
          <p:txBody>
            <a:bodyPr rtlCol="0" anchor="ctr"/>
            <a:lstStyle/>
            <a:p>
              <a:endParaRPr lang="en-US"/>
            </a:p>
          </p:txBody>
        </p:sp>
        <p:sp>
          <p:nvSpPr>
            <p:cNvPr id="1080" name="Graphic 4">
              <a:extLst>
                <a:ext uri="{FF2B5EF4-FFF2-40B4-BE49-F238E27FC236}">
                  <a16:creationId xmlns:a16="http://schemas.microsoft.com/office/drawing/2014/main" id="{CE8045F8-0EC7-A749-AB1D-F8AD06CD300C}"/>
                </a:ext>
              </a:extLst>
            </p:cNvPr>
            <p:cNvSpPr/>
            <p:nvPr/>
          </p:nvSpPr>
          <p:spPr>
            <a:xfrm>
              <a:off x="7889089" y="4878236"/>
              <a:ext cx="190985" cy="189531"/>
            </a:xfrm>
            <a:custGeom>
              <a:avLst/>
              <a:gdLst>
                <a:gd name="connsiteX0" fmla="*/ 144979 w 190985"/>
                <a:gd name="connsiteY0" fmla="*/ 130160 h 189531"/>
                <a:gd name="connsiteX1" fmla="*/ 162231 w 190985"/>
                <a:gd name="connsiteY1" fmla="*/ 97602 h 189531"/>
                <a:gd name="connsiteX2" fmla="*/ 150729 w 190985"/>
                <a:gd name="connsiteY2" fmla="*/ 44615 h 189531"/>
                <a:gd name="connsiteX3" fmla="*/ 186513 w 190985"/>
                <a:gd name="connsiteY3" fmla="*/ 11418 h 189531"/>
                <a:gd name="connsiteX4" fmla="*/ 187152 w 190985"/>
                <a:gd name="connsiteY4" fmla="*/ 2480 h 189531"/>
                <a:gd name="connsiteX5" fmla="*/ 178206 w 190985"/>
                <a:gd name="connsiteY5" fmla="*/ 1842 h 189531"/>
                <a:gd name="connsiteX6" fmla="*/ 143061 w 190985"/>
                <a:gd name="connsiteY6" fmla="*/ 34400 h 189531"/>
                <a:gd name="connsiteX7" fmla="*/ 94498 w 190985"/>
                <a:gd name="connsiteY7" fmla="*/ 17802 h 189531"/>
                <a:gd name="connsiteX8" fmla="*/ 45935 w 190985"/>
                <a:gd name="connsiteY8" fmla="*/ 34400 h 189531"/>
                <a:gd name="connsiteX9" fmla="*/ 10790 w 190985"/>
                <a:gd name="connsiteY9" fmla="*/ 1842 h 189531"/>
                <a:gd name="connsiteX10" fmla="*/ 1844 w 190985"/>
                <a:gd name="connsiteY10" fmla="*/ 2480 h 189531"/>
                <a:gd name="connsiteX11" fmla="*/ 2483 w 190985"/>
                <a:gd name="connsiteY11" fmla="*/ 11418 h 189531"/>
                <a:gd name="connsiteX12" fmla="*/ 38266 w 190985"/>
                <a:gd name="connsiteY12" fmla="*/ 44615 h 189531"/>
                <a:gd name="connsiteX13" fmla="*/ 26765 w 190985"/>
                <a:gd name="connsiteY13" fmla="*/ 97602 h 189531"/>
                <a:gd name="connsiteX14" fmla="*/ 44017 w 190985"/>
                <a:gd name="connsiteY14" fmla="*/ 130160 h 189531"/>
                <a:gd name="connsiteX15" fmla="*/ 2483 w 190985"/>
                <a:gd name="connsiteY15" fmla="*/ 168464 h 189531"/>
                <a:gd name="connsiteX16" fmla="*/ 1844 w 190985"/>
                <a:gd name="connsiteY16" fmla="*/ 177401 h 189531"/>
                <a:gd name="connsiteX17" fmla="*/ 6317 w 190985"/>
                <a:gd name="connsiteY17" fmla="*/ 179316 h 189531"/>
                <a:gd name="connsiteX18" fmla="*/ 10790 w 190985"/>
                <a:gd name="connsiteY18" fmla="*/ 177401 h 189531"/>
                <a:gd name="connsiteX19" fmla="*/ 53602 w 190985"/>
                <a:gd name="connsiteY19" fmla="*/ 137821 h 189531"/>
                <a:gd name="connsiteX20" fmla="*/ 60631 w 190985"/>
                <a:gd name="connsiteY20" fmla="*/ 141651 h 189531"/>
                <a:gd name="connsiteX21" fmla="*/ 60631 w 190985"/>
                <a:gd name="connsiteY21" fmla="*/ 183147 h 189531"/>
                <a:gd name="connsiteX22" fmla="*/ 67021 w 190985"/>
                <a:gd name="connsiteY22" fmla="*/ 189531 h 189531"/>
                <a:gd name="connsiteX23" fmla="*/ 123892 w 190985"/>
                <a:gd name="connsiteY23" fmla="*/ 189531 h 189531"/>
                <a:gd name="connsiteX24" fmla="*/ 130281 w 190985"/>
                <a:gd name="connsiteY24" fmla="*/ 183147 h 189531"/>
                <a:gd name="connsiteX25" fmla="*/ 130281 w 190985"/>
                <a:gd name="connsiteY25" fmla="*/ 141651 h 189531"/>
                <a:gd name="connsiteX26" fmla="*/ 137310 w 190985"/>
                <a:gd name="connsiteY26" fmla="*/ 137821 h 189531"/>
                <a:gd name="connsiteX27" fmla="*/ 180123 w 190985"/>
                <a:gd name="connsiteY27" fmla="*/ 177401 h 189531"/>
                <a:gd name="connsiteX28" fmla="*/ 184596 w 190985"/>
                <a:gd name="connsiteY28" fmla="*/ 179316 h 189531"/>
                <a:gd name="connsiteX29" fmla="*/ 189069 w 190985"/>
                <a:gd name="connsiteY29" fmla="*/ 177401 h 189531"/>
                <a:gd name="connsiteX30" fmla="*/ 189069 w 190985"/>
                <a:gd name="connsiteY30" fmla="*/ 168464 h 189531"/>
                <a:gd name="connsiteX31" fmla="*/ 144979 w 190985"/>
                <a:gd name="connsiteY31" fmla="*/ 130160 h 189531"/>
                <a:gd name="connsiteX32" fmla="*/ 119419 w 190985"/>
                <a:gd name="connsiteY32" fmla="*/ 132714 h 189531"/>
                <a:gd name="connsiteX33" fmla="*/ 115584 w 190985"/>
                <a:gd name="connsiteY33" fmla="*/ 138459 h 189531"/>
                <a:gd name="connsiteX34" fmla="*/ 115584 w 190985"/>
                <a:gd name="connsiteY34" fmla="*/ 177401 h 189531"/>
                <a:gd name="connsiteX35" fmla="*/ 111112 w 190985"/>
                <a:gd name="connsiteY35" fmla="*/ 177401 h 189531"/>
                <a:gd name="connsiteX36" fmla="*/ 111112 w 190985"/>
                <a:gd name="connsiteY36" fmla="*/ 150589 h 189531"/>
                <a:gd name="connsiteX37" fmla="*/ 104722 w 190985"/>
                <a:gd name="connsiteY37" fmla="*/ 144205 h 189531"/>
                <a:gd name="connsiteX38" fmla="*/ 98332 w 190985"/>
                <a:gd name="connsiteY38" fmla="*/ 150589 h 189531"/>
                <a:gd name="connsiteX39" fmla="*/ 98332 w 190985"/>
                <a:gd name="connsiteY39" fmla="*/ 177401 h 189531"/>
                <a:gd name="connsiteX40" fmla="*/ 88747 w 190985"/>
                <a:gd name="connsiteY40" fmla="*/ 177401 h 189531"/>
                <a:gd name="connsiteX41" fmla="*/ 88747 w 190985"/>
                <a:gd name="connsiteY41" fmla="*/ 150589 h 189531"/>
                <a:gd name="connsiteX42" fmla="*/ 82357 w 190985"/>
                <a:gd name="connsiteY42" fmla="*/ 144205 h 189531"/>
                <a:gd name="connsiteX43" fmla="*/ 75967 w 190985"/>
                <a:gd name="connsiteY43" fmla="*/ 150589 h 189531"/>
                <a:gd name="connsiteX44" fmla="*/ 75967 w 190985"/>
                <a:gd name="connsiteY44" fmla="*/ 177401 h 189531"/>
                <a:gd name="connsiteX45" fmla="*/ 71494 w 190985"/>
                <a:gd name="connsiteY45" fmla="*/ 177401 h 189531"/>
                <a:gd name="connsiteX46" fmla="*/ 71494 w 190985"/>
                <a:gd name="connsiteY46" fmla="*/ 138459 h 189531"/>
                <a:gd name="connsiteX47" fmla="*/ 67660 w 190985"/>
                <a:gd name="connsiteY47" fmla="*/ 132714 h 189531"/>
                <a:gd name="connsiteX48" fmla="*/ 37627 w 190985"/>
                <a:gd name="connsiteY48" fmla="*/ 95686 h 189531"/>
                <a:gd name="connsiteX49" fmla="*/ 52325 w 190985"/>
                <a:gd name="connsiteY49" fmla="*/ 47168 h 189531"/>
                <a:gd name="connsiteX50" fmla="*/ 94498 w 190985"/>
                <a:gd name="connsiteY50" fmla="*/ 31847 h 189531"/>
                <a:gd name="connsiteX51" fmla="*/ 136033 w 190985"/>
                <a:gd name="connsiteY51" fmla="*/ 47168 h 189531"/>
                <a:gd name="connsiteX52" fmla="*/ 150729 w 190985"/>
                <a:gd name="connsiteY52" fmla="*/ 95686 h 189531"/>
                <a:gd name="connsiteX53" fmla="*/ 119419 w 190985"/>
                <a:gd name="connsiteY53" fmla="*/ 132714 h 18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90985" h="189531">
                  <a:moveTo>
                    <a:pt x="144979" y="130160"/>
                  </a:moveTo>
                  <a:cubicBezTo>
                    <a:pt x="153924" y="121222"/>
                    <a:pt x="159675" y="110370"/>
                    <a:pt x="162231" y="97602"/>
                  </a:cubicBezTo>
                  <a:cubicBezTo>
                    <a:pt x="166065" y="79088"/>
                    <a:pt x="161592" y="59936"/>
                    <a:pt x="150729" y="44615"/>
                  </a:cubicBezTo>
                  <a:lnTo>
                    <a:pt x="186513" y="11418"/>
                  </a:lnTo>
                  <a:cubicBezTo>
                    <a:pt x="189069" y="8864"/>
                    <a:pt x="189069" y="5034"/>
                    <a:pt x="187152" y="2480"/>
                  </a:cubicBezTo>
                  <a:cubicBezTo>
                    <a:pt x="184596" y="-73"/>
                    <a:pt x="180762" y="-73"/>
                    <a:pt x="178206" y="1842"/>
                  </a:cubicBezTo>
                  <a:lnTo>
                    <a:pt x="143061" y="34400"/>
                  </a:lnTo>
                  <a:cubicBezTo>
                    <a:pt x="131559" y="23548"/>
                    <a:pt x="112389" y="17164"/>
                    <a:pt x="94498" y="17802"/>
                  </a:cubicBezTo>
                  <a:cubicBezTo>
                    <a:pt x="75967" y="17802"/>
                    <a:pt x="57436" y="24186"/>
                    <a:pt x="45935" y="34400"/>
                  </a:cubicBezTo>
                  <a:lnTo>
                    <a:pt x="10790" y="1842"/>
                  </a:lnTo>
                  <a:cubicBezTo>
                    <a:pt x="8234" y="-711"/>
                    <a:pt x="4400" y="-711"/>
                    <a:pt x="1844" y="2480"/>
                  </a:cubicBezTo>
                  <a:cubicBezTo>
                    <a:pt x="-712" y="5034"/>
                    <a:pt x="-712" y="8864"/>
                    <a:pt x="2483" y="11418"/>
                  </a:cubicBezTo>
                  <a:lnTo>
                    <a:pt x="38266" y="44615"/>
                  </a:lnTo>
                  <a:cubicBezTo>
                    <a:pt x="27404" y="59936"/>
                    <a:pt x="22930" y="79088"/>
                    <a:pt x="26765" y="97602"/>
                  </a:cubicBezTo>
                  <a:cubicBezTo>
                    <a:pt x="29320" y="110370"/>
                    <a:pt x="35071" y="121222"/>
                    <a:pt x="44017" y="130160"/>
                  </a:cubicBezTo>
                  <a:lnTo>
                    <a:pt x="2483" y="168464"/>
                  </a:lnTo>
                  <a:cubicBezTo>
                    <a:pt x="-73" y="171017"/>
                    <a:pt x="-73" y="174848"/>
                    <a:pt x="1844" y="177401"/>
                  </a:cubicBezTo>
                  <a:cubicBezTo>
                    <a:pt x="3122" y="178678"/>
                    <a:pt x="5039" y="179316"/>
                    <a:pt x="6317" y="179316"/>
                  </a:cubicBezTo>
                  <a:cubicBezTo>
                    <a:pt x="7595" y="179316"/>
                    <a:pt x="9512" y="178678"/>
                    <a:pt x="10790" y="177401"/>
                  </a:cubicBezTo>
                  <a:lnTo>
                    <a:pt x="53602" y="137821"/>
                  </a:lnTo>
                  <a:cubicBezTo>
                    <a:pt x="55520" y="139097"/>
                    <a:pt x="58075" y="140374"/>
                    <a:pt x="60631" y="141651"/>
                  </a:cubicBezTo>
                  <a:lnTo>
                    <a:pt x="60631" y="183147"/>
                  </a:lnTo>
                  <a:cubicBezTo>
                    <a:pt x="60631" y="186977"/>
                    <a:pt x="63187" y="189531"/>
                    <a:pt x="67021" y="189531"/>
                  </a:cubicBezTo>
                  <a:lnTo>
                    <a:pt x="123892" y="189531"/>
                  </a:lnTo>
                  <a:cubicBezTo>
                    <a:pt x="127725" y="189531"/>
                    <a:pt x="130281" y="186977"/>
                    <a:pt x="130281" y="183147"/>
                  </a:cubicBezTo>
                  <a:lnTo>
                    <a:pt x="130281" y="141651"/>
                  </a:lnTo>
                  <a:cubicBezTo>
                    <a:pt x="132838" y="140374"/>
                    <a:pt x="134754" y="139097"/>
                    <a:pt x="137310" y="137821"/>
                  </a:cubicBezTo>
                  <a:lnTo>
                    <a:pt x="180123" y="177401"/>
                  </a:lnTo>
                  <a:cubicBezTo>
                    <a:pt x="181401" y="178678"/>
                    <a:pt x="182679" y="179316"/>
                    <a:pt x="184596" y="179316"/>
                  </a:cubicBezTo>
                  <a:cubicBezTo>
                    <a:pt x="186513" y="179316"/>
                    <a:pt x="187791" y="178678"/>
                    <a:pt x="189069" y="177401"/>
                  </a:cubicBezTo>
                  <a:cubicBezTo>
                    <a:pt x="191625" y="174848"/>
                    <a:pt x="191625" y="171017"/>
                    <a:pt x="189069" y="168464"/>
                  </a:cubicBezTo>
                  <a:lnTo>
                    <a:pt x="144979" y="130160"/>
                  </a:lnTo>
                  <a:close/>
                  <a:moveTo>
                    <a:pt x="119419" y="132714"/>
                  </a:moveTo>
                  <a:cubicBezTo>
                    <a:pt x="116863" y="133990"/>
                    <a:pt x="115584" y="135905"/>
                    <a:pt x="115584" y="138459"/>
                  </a:cubicBezTo>
                  <a:lnTo>
                    <a:pt x="115584" y="177401"/>
                  </a:lnTo>
                  <a:lnTo>
                    <a:pt x="111112" y="177401"/>
                  </a:lnTo>
                  <a:lnTo>
                    <a:pt x="111112" y="150589"/>
                  </a:lnTo>
                  <a:cubicBezTo>
                    <a:pt x="111112" y="146758"/>
                    <a:pt x="108556" y="144205"/>
                    <a:pt x="104722" y="144205"/>
                  </a:cubicBezTo>
                  <a:cubicBezTo>
                    <a:pt x="100888" y="144205"/>
                    <a:pt x="98332" y="146758"/>
                    <a:pt x="98332" y="150589"/>
                  </a:cubicBezTo>
                  <a:lnTo>
                    <a:pt x="98332" y="177401"/>
                  </a:lnTo>
                  <a:lnTo>
                    <a:pt x="88747" y="177401"/>
                  </a:lnTo>
                  <a:lnTo>
                    <a:pt x="88747" y="150589"/>
                  </a:lnTo>
                  <a:cubicBezTo>
                    <a:pt x="88747" y="146758"/>
                    <a:pt x="86191" y="144205"/>
                    <a:pt x="82357" y="144205"/>
                  </a:cubicBezTo>
                  <a:cubicBezTo>
                    <a:pt x="78523" y="144205"/>
                    <a:pt x="75967" y="146758"/>
                    <a:pt x="75967" y="150589"/>
                  </a:cubicBezTo>
                  <a:lnTo>
                    <a:pt x="75967" y="177401"/>
                  </a:lnTo>
                  <a:lnTo>
                    <a:pt x="71494" y="177401"/>
                  </a:lnTo>
                  <a:lnTo>
                    <a:pt x="71494" y="138459"/>
                  </a:lnTo>
                  <a:cubicBezTo>
                    <a:pt x="71494" y="135905"/>
                    <a:pt x="70216" y="133352"/>
                    <a:pt x="67660" y="132714"/>
                  </a:cubicBezTo>
                  <a:cubicBezTo>
                    <a:pt x="51685" y="125691"/>
                    <a:pt x="40822" y="112285"/>
                    <a:pt x="37627" y="95686"/>
                  </a:cubicBezTo>
                  <a:cubicBezTo>
                    <a:pt x="33794" y="78450"/>
                    <a:pt x="39545" y="59936"/>
                    <a:pt x="52325" y="47168"/>
                  </a:cubicBezTo>
                  <a:cubicBezTo>
                    <a:pt x="62548" y="36316"/>
                    <a:pt x="80440" y="31847"/>
                    <a:pt x="94498" y="31847"/>
                  </a:cubicBezTo>
                  <a:cubicBezTo>
                    <a:pt x="107917" y="31847"/>
                    <a:pt x="125809" y="36316"/>
                    <a:pt x="136033" y="47168"/>
                  </a:cubicBezTo>
                  <a:cubicBezTo>
                    <a:pt x="148812" y="59936"/>
                    <a:pt x="153924" y="78450"/>
                    <a:pt x="150729" y="95686"/>
                  </a:cubicBezTo>
                  <a:cubicBezTo>
                    <a:pt x="146256" y="112285"/>
                    <a:pt x="135394" y="125691"/>
                    <a:pt x="119419" y="132714"/>
                  </a:cubicBezTo>
                  <a:close/>
                </a:path>
              </a:pathLst>
            </a:custGeom>
            <a:solidFill>
              <a:srgbClr val="0076A8"/>
            </a:solidFill>
            <a:ln w="6390" cap="flat">
              <a:noFill/>
              <a:prstDash val="solid"/>
              <a:miter/>
            </a:ln>
          </p:spPr>
          <p:txBody>
            <a:bodyPr rtlCol="0" anchor="ctr"/>
            <a:lstStyle/>
            <a:p>
              <a:endParaRPr lang="en-US"/>
            </a:p>
          </p:txBody>
        </p:sp>
        <p:sp>
          <p:nvSpPr>
            <p:cNvPr id="1081" name="Graphic 4">
              <a:extLst>
                <a:ext uri="{FF2B5EF4-FFF2-40B4-BE49-F238E27FC236}">
                  <a16:creationId xmlns:a16="http://schemas.microsoft.com/office/drawing/2014/main" id="{C17CDE8E-877D-9042-B5BC-1FACD4C9FB35}"/>
                </a:ext>
              </a:extLst>
            </p:cNvPr>
            <p:cNvSpPr/>
            <p:nvPr/>
          </p:nvSpPr>
          <p:spPr>
            <a:xfrm>
              <a:off x="7958027" y="4944557"/>
              <a:ext cx="12779" cy="38942"/>
            </a:xfrm>
            <a:custGeom>
              <a:avLst/>
              <a:gdLst>
                <a:gd name="connsiteX0" fmla="*/ 6390 w 12779"/>
                <a:gd name="connsiteY0" fmla="*/ 0 h 38942"/>
                <a:gd name="connsiteX1" fmla="*/ 0 w 12779"/>
                <a:gd name="connsiteY1" fmla="*/ 6384 h 38942"/>
                <a:gd name="connsiteX2" fmla="*/ 0 w 12779"/>
                <a:gd name="connsiteY2" fmla="*/ 32558 h 38942"/>
                <a:gd name="connsiteX3" fmla="*/ 6390 w 12779"/>
                <a:gd name="connsiteY3" fmla="*/ 38942 h 38942"/>
                <a:gd name="connsiteX4" fmla="*/ 12780 w 12779"/>
                <a:gd name="connsiteY4" fmla="*/ 32558 h 38942"/>
                <a:gd name="connsiteX5" fmla="*/ 12780 w 12779"/>
                <a:gd name="connsiteY5" fmla="*/ 6384 h 38942"/>
                <a:gd name="connsiteX6" fmla="*/ 6390 w 12779"/>
                <a:gd name="connsiteY6" fmla="*/ 0 h 3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38942">
                  <a:moveTo>
                    <a:pt x="6390" y="0"/>
                  </a:moveTo>
                  <a:cubicBezTo>
                    <a:pt x="2556" y="0"/>
                    <a:pt x="0" y="2553"/>
                    <a:pt x="0" y="6384"/>
                  </a:cubicBezTo>
                  <a:lnTo>
                    <a:pt x="0" y="32558"/>
                  </a:lnTo>
                  <a:cubicBezTo>
                    <a:pt x="0" y="36388"/>
                    <a:pt x="2556" y="38942"/>
                    <a:pt x="6390" y="38942"/>
                  </a:cubicBezTo>
                  <a:cubicBezTo>
                    <a:pt x="10224" y="38942"/>
                    <a:pt x="12780" y="36388"/>
                    <a:pt x="12780" y="32558"/>
                  </a:cubicBezTo>
                  <a:lnTo>
                    <a:pt x="12780" y="6384"/>
                  </a:lnTo>
                  <a:cubicBezTo>
                    <a:pt x="12780" y="2553"/>
                    <a:pt x="10224" y="0"/>
                    <a:pt x="6390" y="0"/>
                  </a:cubicBezTo>
                  <a:close/>
                </a:path>
              </a:pathLst>
            </a:custGeom>
            <a:solidFill>
              <a:srgbClr val="0076A8"/>
            </a:solidFill>
            <a:ln w="6390" cap="flat">
              <a:noFill/>
              <a:prstDash val="solid"/>
              <a:miter/>
            </a:ln>
          </p:spPr>
          <p:txBody>
            <a:bodyPr rtlCol="0" anchor="ctr"/>
            <a:lstStyle/>
            <a:p>
              <a:endParaRPr lang="en-US"/>
            </a:p>
          </p:txBody>
        </p:sp>
        <p:sp>
          <p:nvSpPr>
            <p:cNvPr id="1082" name="Graphic 4">
              <a:extLst>
                <a:ext uri="{FF2B5EF4-FFF2-40B4-BE49-F238E27FC236}">
                  <a16:creationId xmlns:a16="http://schemas.microsoft.com/office/drawing/2014/main" id="{3B7607EC-E150-7948-B7F7-A43E8B826B9D}"/>
                </a:ext>
              </a:extLst>
            </p:cNvPr>
            <p:cNvSpPr/>
            <p:nvPr/>
          </p:nvSpPr>
          <p:spPr>
            <a:xfrm>
              <a:off x="7994450" y="4944557"/>
              <a:ext cx="12779" cy="38942"/>
            </a:xfrm>
            <a:custGeom>
              <a:avLst/>
              <a:gdLst>
                <a:gd name="connsiteX0" fmla="*/ 6390 w 12779"/>
                <a:gd name="connsiteY0" fmla="*/ 0 h 38942"/>
                <a:gd name="connsiteX1" fmla="*/ 0 w 12779"/>
                <a:gd name="connsiteY1" fmla="*/ 6384 h 38942"/>
                <a:gd name="connsiteX2" fmla="*/ 0 w 12779"/>
                <a:gd name="connsiteY2" fmla="*/ 32558 h 38942"/>
                <a:gd name="connsiteX3" fmla="*/ 6390 w 12779"/>
                <a:gd name="connsiteY3" fmla="*/ 38942 h 38942"/>
                <a:gd name="connsiteX4" fmla="*/ 12780 w 12779"/>
                <a:gd name="connsiteY4" fmla="*/ 32558 h 38942"/>
                <a:gd name="connsiteX5" fmla="*/ 12780 w 12779"/>
                <a:gd name="connsiteY5" fmla="*/ 6384 h 38942"/>
                <a:gd name="connsiteX6" fmla="*/ 6390 w 12779"/>
                <a:gd name="connsiteY6" fmla="*/ 0 h 3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38942">
                  <a:moveTo>
                    <a:pt x="6390" y="0"/>
                  </a:moveTo>
                  <a:cubicBezTo>
                    <a:pt x="2556" y="0"/>
                    <a:pt x="0" y="2553"/>
                    <a:pt x="0" y="6384"/>
                  </a:cubicBezTo>
                  <a:lnTo>
                    <a:pt x="0" y="32558"/>
                  </a:lnTo>
                  <a:cubicBezTo>
                    <a:pt x="0" y="36388"/>
                    <a:pt x="2556" y="38942"/>
                    <a:pt x="6390" y="38942"/>
                  </a:cubicBezTo>
                  <a:cubicBezTo>
                    <a:pt x="10224" y="38942"/>
                    <a:pt x="12780" y="36388"/>
                    <a:pt x="12780" y="32558"/>
                  </a:cubicBezTo>
                  <a:lnTo>
                    <a:pt x="12780" y="6384"/>
                  </a:lnTo>
                  <a:cubicBezTo>
                    <a:pt x="12780" y="2553"/>
                    <a:pt x="10224" y="0"/>
                    <a:pt x="6390" y="0"/>
                  </a:cubicBezTo>
                  <a:close/>
                </a:path>
              </a:pathLst>
            </a:custGeom>
            <a:solidFill>
              <a:srgbClr val="0076A8"/>
            </a:solidFill>
            <a:ln w="6390" cap="flat">
              <a:noFill/>
              <a:prstDash val="solid"/>
              <a:miter/>
            </a:ln>
          </p:spPr>
          <p:txBody>
            <a:bodyPr rtlCol="0" anchor="ctr"/>
            <a:lstStyle/>
            <a:p>
              <a:endParaRPr lang="en-US"/>
            </a:p>
          </p:txBody>
        </p:sp>
      </p:grpSp>
      <p:sp>
        <p:nvSpPr>
          <p:cNvPr id="1083" name="Graphic 4">
            <a:extLst>
              <a:ext uri="{FF2B5EF4-FFF2-40B4-BE49-F238E27FC236}">
                <a16:creationId xmlns:a16="http://schemas.microsoft.com/office/drawing/2014/main" id="{F60141A3-68C1-8146-AFF0-35B77DD6AC77}"/>
              </a:ext>
            </a:extLst>
          </p:cNvPr>
          <p:cNvSpPr/>
          <p:nvPr/>
        </p:nvSpPr>
        <p:spPr>
          <a:xfrm>
            <a:off x="8240462" y="4793256"/>
            <a:ext cx="361670" cy="361333"/>
          </a:xfrm>
          <a:custGeom>
            <a:avLst/>
            <a:gdLst>
              <a:gd name="connsiteX0" fmla="*/ 205117 w 361670"/>
              <a:gd name="connsiteY0" fmla="*/ 183859 h 361333"/>
              <a:gd name="connsiteX1" fmla="*/ 198727 w 361670"/>
              <a:gd name="connsiteY1" fmla="*/ 190243 h 361333"/>
              <a:gd name="connsiteX2" fmla="*/ 192337 w 361670"/>
              <a:gd name="connsiteY2" fmla="*/ 183859 h 361333"/>
              <a:gd name="connsiteX3" fmla="*/ 192337 w 361670"/>
              <a:gd name="connsiteY3" fmla="*/ 157684 h 361333"/>
              <a:gd name="connsiteX4" fmla="*/ 198727 w 361670"/>
              <a:gd name="connsiteY4" fmla="*/ 151300 h 361333"/>
              <a:gd name="connsiteX5" fmla="*/ 205117 w 361670"/>
              <a:gd name="connsiteY5" fmla="*/ 157684 h 361333"/>
              <a:gd name="connsiteX6" fmla="*/ 205117 w 361670"/>
              <a:gd name="connsiteY6" fmla="*/ 183859 h 361333"/>
              <a:gd name="connsiteX7" fmla="*/ 168695 w 361670"/>
              <a:gd name="connsiteY7" fmla="*/ 183859 h 361333"/>
              <a:gd name="connsiteX8" fmla="*/ 162305 w 361670"/>
              <a:gd name="connsiteY8" fmla="*/ 190243 h 361333"/>
              <a:gd name="connsiteX9" fmla="*/ 155915 w 361670"/>
              <a:gd name="connsiteY9" fmla="*/ 183859 h 361333"/>
              <a:gd name="connsiteX10" fmla="*/ 155915 w 361670"/>
              <a:gd name="connsiteY10" fmla="*/ 157684 h 361333"/>
              <a:gd name="connsiteX11" fmla="*/ 162305 w 361670"/>
              <a:gd name="connsiteY11" fmla="*/ 151300 h 361333"/>
              <a:gd name="connsiteX12" fmla="*/ 168695 w 361670"/>
              <a:gd name="connsiteY12" fmla="*/ 157684 h 361333"/>
              <a:gd name="connsiteX13" fmla="*/ 168695 w 361670"/>
              <a:gd name="connsiteY13" fmla="*/ 183859 h 361333"/>
              <a:gd name="connsiteX14" fmla="*/ 236428 w 361670"/>
              <a:gd name="connsiteY14" fmla="*/ 180028 h 361333"/>
              <a:gd name="connsiteX15" fmla="*/ 221731 w 361670"/>
              <a:gd name="connsiteY15" fmla="*/ 131510 h 361333"/>
              <a:gd name="connsiteX16" fmla="*/ 180197 w 361670"/>
              <a:gd name="connsiteY16" fmla="*/ 116189 h 361333"/>
              <a:gd name="connsiteX17" fmla="*/ 138022 w 361670"/>
              <a:gd name="connsiteY17" fmla="*/ 131510 h 361333"/>
              <a:gd name="connsiteX18" fmla="*/ 123326 w 361670"/>
              <a:gd name="connsiteY18" fmla="*/ 180028 h 361333"/>
              <a:gd name="connsiteX19" fmla="*/ 153358 w 361670"/>
              <a:gd name="connsiteY19" fmla="*/ 217055 h 361333"/>
              <a:gd name="connsiteX20" fmla="*/ 157192 w 361670"/>
              <a:gd name="connsiteY20" fmla="*/ 222801 h 361333"/>
              <a:gd name="connsiteX21" fmla="*/ 157192 w 361670"/>
              <a:gd name="connsiteY21" fmla="*/ 261743 h 361333"/>
              <a:gd name="connsiteX22" fmla="*/ 161666 w 361670"/>
              <a:gd name="connsiteY22" fmla="*/ 261743 h 361333"/>
              <a:gd name="connsiteX23" fmla="*/ 161666 w 361670"/>
              <a:gd name="connsiteY23" fmla="*/ 234930 h 361333"/>
              <a:gd name="connsiteX24" fmla="*/ 168056 w 361670"/>
              <a:gd name="connsiteY24" fmla="*/ 228546 h 361333"/>
              <a:gd name="connsiteX25" fmla="*/ 174446 w 361670"/>
              <a:gd name="connsiteY25" fmla="*/ 234930 h 361333"/>
              <a:gd name="connsiteX26" fmla="*/ 174446 w 361670"/>
              <a:gd name="connsiteY26" fmla="*/ 261743 h 361333"/>
              <a:gd name="connsiteX27" fmla="*/ 184031 w 361670"/>
              <a:gd name="connsiteY27" fmla="*/ 261743 h 361333"/>
              <a:gd name="connsiteX28" fmla="*/ 184031 w 361670"/>
              <a:gd name="connsiteY28" fmla="*/ 234930 h 361333"/>
              <a:gd name="connsiteX29" fmla="*/ 190420 w 361670"/>
              <a:gd name="connsiteY29" fmla="*/ 228546 h 361333"/>
              <a:gd name="connsiteX30" fmla="*/ 196810 w 361670"/>
              <a:gd name="connsiteY30" fmla="*/ 234930 h 361333"/>
              <a:gd name="connsiteX31" fmla="*/ 196810 w 361670"/>
              <a:gd name="connsiteY31" fmla="*/ 261743 h 361333"/>
              <a:gd name="connsiteX32" fmla="*/ 201283 w 361670"/>
              <a:gd name="connsiteY32" fmla="*/ 261743 h 361333"/>
              <a:gd name="connsiteX33" fmla="*/ 201283 w 361670"/>
              <a:gd name="connsiteY33" fmla="*/ 222801 h 361333"/>
              <a:gd name="connsiteX34" fmla="*/ 205117 w 361670"/>
              <a:gd name="connsiteY34" fmla="*/ 217055 h 361333"/>
              <a:gd name="connsiteX35" fmla="*/ 236428 w 361670"/>
              <a:gd name="connsiteY35" fmla="*/ 180028 h 361333"/>
              <a:gd name="connsiteX36" fmla="*/ 231955 w 361670"/>
              <a:gd name="connsiteY36" fmla="*/ 215140 h 361333"/>
              <a:gd name="connsiteX37" fmla="*/ 273490 w 361670"/>
              <a:gd name="connsiteY37" fmla="*/ 253444 h 361333"/>
              <a:gd name="connsiteX38" fmla="*/ 274128 w 361670"/>
              <a:gd name="connsiteY38" fmla="*/ 262382 h 361333"/>
              <a:gd name="connsiteX39" fmla="*/ 269656 w 361670"/>
              <a:gd name="connsiteY39" fmla="*/ 264297 h 361333"/>
              <a:gd name="connsiteX40" fmla="*/ 265182 w 361670"/>
              <a:gd name="connsiteY40" fmla="*/ 262382 h 361333"/>
              <a:gd name="connsiteX41" fmla="*/ 222370 w 361670"/>
              <a:gd name="connsiteY41" fmla="*/ 222801 h 361333"/>
              <a:gd name="connsiteX42" fmla="*/ 215341 w 361670"/>
              <a:gd name="connsiteY42" fmla="*/ 226631 h 361333"/>
              <a:gd name="connsiteX43" fmla="*/ 215341 w 361670"/>
              <a:gd name="connsiteY43" fmla="*/ 268127 h 361333"/>
              <a:gd name="connsiteX44" fmla="*/ 208951 w 361670"/>
              <a:gd name="connsiteY44" fmla="*/ 274511 h 361333"/>
              <a:gd name="connsiteX45" fmla="*/ 152081 w 361670"/>
              <a:gd name="connsiteY45" fmla="*/ 274511 h 361333"/>
              <a:gd name="connsiteX46" fmla="*/ 145691 w 361670"/>
              <a:gd name="connsiteY46" fmla="*/ 268127 h 361333"/>
              <a:gd name="connsiteX47" fmla="*/ 145691 w 361670"/>
              <a:gd name="connsiteY47" fmla="*/ 226631 h 361333"/>
              <a:gd name="connsiteX48" fmla="*/ 138662 w 361670"/>
              <a:gd name="connsiteY48" fmla="*/ 222801 h 361333"/>
              <a:gd name="connsiteX49" fmla="*/ 95849 w 361670"/>
              <a:gd name="connsiteY49" fmla="*/ 262382 h 361333"/>
              <a:gd name="connsiteX50" fmla="*/ 91376 w 361670"/>
              <a:gd name="connsiteY50" fmla="*/ 264297 h 361333"/>
              <a:gd name="connsiteX51" fmla="*/ 86903 w 361670"/>
              <a:gd name="connsiteY51" fmla="*/ 262382 h 361333"/>
              <a:gd name="connsiteX52" fmla="*/ 87543 w 361670"/>
              <a:gd name="connsiteY52" fmla="*/ 253444 h 361333"/>
              <a:gd name="connsiteX53" fmla="*/ 129077 w 361670"/>
              <a:gd name="connsiteY53" fmla="*/ 215140 h 361333"/>
              <a:gd name="connsiteX54" fmla="*/ 111824 w 361670"/>
              <a:gd name="connsiteY54" fmla="*/ 182582 h 361333"/>
              <a:gd name="connsiteX55" fmla="*/ 123326 w 361670"/>
              <a:gd name="connsiteY55" fmla="*/ 129595 h 361333"/>
              <a:gd name="connsiteX56" fmla="*/ 87543 w 361670"/>
              <a:gd name="connsiteY56" fmla="*/ 96398 h 361333"/>
              <a:gd name="connsiteX57" fmla="*/ 86903 w 361670"/>
              <a:gd name="connsiteY57" fmla="*/ 87461 h 361333"/>
              <a:gd name="connsiteX58" fmla="*/ 95849 w 361670"/>
              <a:gd name="connsiteY58" fmla="*/ 86822 h 361333"/>
              <a:gd name="connsiteX59" fmla="*/ 130994 w 361670"/>
              <a:gd name="connsiteY59" fmla="*/ 119381 h 361333"/>
              <a:gd name="connsiteX60" fmla="*/ 179557 w 361670"/>
              <a:gd name="connsiteY60" fmla="*/ 102782 h 361333"/>
              <a:gd name="connsiteX61" fmla="*/ 228121 w 361670"/>
              <a:gd name="connsiteY61" fmla="*/ 119381 h 361333"/>
              <a:gd name="connsiteX62" fmla="*/ 263266 w 361670"/>
              <a:gd name="connsiteY62" fmla="*/ 86822 h 361333"/>
              <a:gd name="connsiteX63" fmla="*/ 272211 w 361670"/>
              <a:gd name="connsiteY63" fmla="*/ 87461 h 361333"/>
              <a:gd name="connsiteX64" fmla="*/ 271572 w 361670"/>
              <a:gd name="connsiteY64" fmla="*/ 96398 h 361333"/>
              <a:gd name="connsiteX65" fmla="*/ 235789 w 361670"/>
              <a:gd name="connsiteY65" fmla="*/ 129595 h 361333"/>
              <a:gd name="connsiteX66" fmla="*/ 247291 w 361670"/>
              <a:gd name="connsiteY66" fmla="*/ 182582 h 361333"/>
              <a:gd name="connsiteX67" fmla="*/ 231955 w 361670"/>
              <a:gd name="connsiteY67" fmla="*/ 215140 h 361333"/>
              <a:gd name="connsiteX68" fmla="*/ 361670 w 361670"/>
              <a:gd name="connsiteY68" fmla="*/ 180667 h 361333"/>
              <a:gd name="connsiteX69" fmla="*/ 180836 w 361670"/>
              <a:gd name="connsiteY69" fmla="*/ 0 h 361333"/>
              <a:gd name="connsiteX70" fmla="*/ 0 w 361670"/>
              <a:gd name="connsiteY70" fmla="*/ 180667 h 361333"/>
              <a:gd name="connsiteX71" fmla="*/ 180836 w 361670"/>
              <a:gd name="connsiteY71" fmla="*/ 361333 h 361333"/>
              <a:gd name="connsiteX72" fmla="*/ 361670 w 361670"/>
              <a:gd name="connsiteY72" fmla="*/ 18066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61670" h="361333">
                <a:moveTo>
                  <a:pt x="205117" y="183859"/>
                </a:moveTo>
                <a:cubicBezTo>
                  <a:pt x="205117" y="187689"/>
                  <a:pt x="202561" y="190243"/>
                  <a:pt x="198727" y="190243"/>
                </a:cubicBezTo>
                <a:cubicBezTo>
                  <a:pt x="194893" y="190243"/>
                  <a:pt x="192337" y="187689"/>
                  <a:pt x="192337" y="183859"/>
                </a:cubicBezTo>
                <a:lnTo>
                  <a:pt x="192337" y="157684"/>
                </a:lnTo>
                <a:cubicBezTo>
                  <a:pt x="192337" y="153854"/>
                  <a:pt x="194893" y="151300"/>
                  <a:pt x="198727" y="151300"/>
                </a:cubicBezTo>
                <a:cubicBezTo>
                  <a:pt x="202561" y="151300"/>
                  <a:pt x="205117" y="153854"/>
                  <a:pt x="205117" y="157684"/>
                </a:cubicBezTo>
                <a:lnTo>
                  <a:pt x="205117" y="183859"/>
                </a:lnTo>
                <a:close/>
                <a:moveTo>
                  <a:pt x="168695" y="183859"/>
                </a:moveTo>
                <a:cubicBezTo>
                  <a:pt x="168695" y="187689"/>
                  <a:pt x="166138" y="190243"/>
                  <a:pt x="162305" y="190243"/>
                </a:cubicBezTo>
                <a:cubicBezTo>
                  <a:pt x="158471" y="190243"/>
                  <a:pt x="155915" y="187689"/>
                  <a:pt x="155915" y="183859"/>
                </a:cubicBezTo>
                <a:lnTo>
                  <a:pt x="155915" y="157684"/>
                </a:lnTo>
                <a:cubicBezTo>
                  <a:pt x="155915" y="153854"/>
                  <a:pt x="158471" y="151300"/>
                  <a:pt x="162305" y="151300"/>
                </a:cubicBezTo>
                <a:cubicBezTo>
                  <a:pt x="166138" y="151300"/>
                  <a:pt x="168695" y="153854"/>
                  <a:pt x="168695" y="157684"/>
                </a:cubicBezTo>
                <a:lnTo>
                  <a:pt x="168695" y="183859"/>
                </a:lnTo>
                <a:close/>
                <a:moveTo>
                  <a:pt x="236428" y="180028"/>
                </a:moveTo>
                <a:cubicBezTo>
                  <a:pt x="240261" y="162792"/>
                  <a:pt x="234511" y="144278"/>
                  <a:pt x="221731" y="131510"/>
                </a:cubicBezTo>
                <a:cubicBezTo>
                  <a:pt x="211507" y="120657"/>
                  <a:pt x="193615" y="116189"/>
                  <a:pt x="180197" y="116189"/>
                </a:cubicBezTo>
                <a:cubicBezTo>
                  <a:pt x="166777" y="116189"/>
                  <a:pt x="148886" y="120657"/>
                  <a:pt x="138022" y="131510"/>
                </a:cubicBezTo>
                <a:cubicBezTo>
                  <a:pt x="125243" y="144278"/>
                  <a:pt x="120131" y="162792"/>
                  <a:pt x="123326" y="180028"/>
                </a:cubicBezTo>
                <a:cubicBezTo>
                  <a:pt x="126521" y="196627"/>
                  <a:pt x="138022" y="210671"/>
                  <a:pt x="153358" y="217055"/>
                </a:cubicBezTo>
                <a:cubicBezTo>
                  <a:pt x="155915" y="218332"/>
                  <a:pt x="157192" y="220247"/>
                  <a:pt x="157192" y="222801"/>
                </a:cubicBezTo>
                <a:lnTo>
                  <a:pt x="157192" y="261743"/>
                </a:lnTo>
                <a:lnTo>
                  <a:pt x="161666" y="261743"/>
                </a:lnTo>
                <a:lnTo>
                  <a:pt x="161666" y="234930"/>
                </a:lnTo>
                <a:cubicBezTo>
                  <a:pt x="161666" y="231100"/>
                  <a:pt x="164222" y="228546"/>
                  <a:pt x="168056" y="228546"/>
                </a:cubicBezTo>
                <a:cubicBezTo>
                  <a:pt x="171889" y="228546"/>
                  <a:pt x="174446" y="231100"/>
                  <a:pt x="174446" y="234930"/>
                </a:cubicBezTo>
                <a:lnTo>
                  <a:pt x="174446" y="261743"/>
                </a:lnTo>
                <a:lnTo>
                  <a:pt x="184031" y="261743"/>
                </a:lnTo>
                <a:lnTo>
                  <a:pt x="184031" y="234930"/>
                </a:lnTo>
                <a:cubicBezTo>
                  <a:pt x="184031" y="231100"/>
                  <a:pt x="186587" y="228546"/>
                  <a:pt x="190420" y="228546"/>
                </a:cubicBezTo>
                <a:cubicBezTo>
                  <a:pt x="194254" y="228546"/>
                  <a:pt x="196810" y="231100"/>
                  <a:pt x="196810" y="234930"/>
                </a:cubicBezTo>
                <a:lnTo>
                  <a:pt x="196810" y="261743"/>
                </a:lnTo>
                <a:lnTo>
                  <a:pt x="201283" y="261743"/>
                </a:lnTo>
                <a:lnTo>
                  <a:pt x="201283" y="222801"/>
                </a:lnTo>
                <a:cubicBezTo>
                  <a:pt x="201283" y="220247"/>
                  <a:pt x="202561" y="217694"/>
                  <a:pt x="205117" y="217055"/>
                </a:cubicBezTo>
                <a:cubicBezTo>
                  <a:pt x="221731" y="210671"/>
                  <a:pt x="233233" y="197265"/>
                  <a:pt x="236428" y="180028"/>
                </a:cubicBezTo>
                <a:moveTo>
                  <a:pt x="231955" y="215140"/>
                </a:moveTo>
                <a:lnTo>
                  <a:pt x="273490" y="253444"/>
                </a:lnTo>
                <a:cubicBezTo>
                  <a:pt x="276046" y="255998"/>
                  <a:pt x="276046" y="259828"/>
                  <a:pt x="274128" y="262382"/>
                </a:cubicBezTo>
                <a:cubicBezTo>
                  <a:pt x="272851" y="263658"/>
                  <a:pt x="270934" y="264297"/>
                  <a:pt x="269656" y="264297"/>
                </a:cubicBezTo>
                <a:cubicBezTo>
                  <a:pt x="268377" y="264297"/>
                  <a:pt x="266461" y="263658"/>
                  <a:pt x="265182" y="262382"/>
                </a:cubicBezTo>
                <a:lnTo>
                  <a:pt x="222370" y="222801"/>
                </a:lnTo>
                <a:cubicBezTo>
                  <a:pt x="220453" y="224078"/>
                  <a:pt x="217897" y="225355"/>
                  <a:pt x="215341" y="226631"/>
                </a:cubicBezTo>
                <a:lnTo>
                  <a:pt x="215341" y="268127"/>
                </a:lnTo>
                <a:cubicBezTo>
                  <a:pt x="215341" y="271958"/>
                  <a:pt x="212785" y="274511"/>
                  <a:pt x="208951" y="274511"/>
                </a:cubicBezTo>
                <a:lnTo>
                  <a:pt x="152081" y="274511"/>
                </a:lnTo>
                <a:cubicBezTo>
                  <a:pt x="148247" y="274511"/>
                  <a:pt x="145691" y="271958"/>
                  <a:pt x="145691" y="268127"/>
                </a:cubicBezTo>
                <a:lnTo>
                  <a:pt x="145691" y="226631"/>
                </a:lnTo>
                <a:cubicBezTo>
                  <a:pt x="143135" y="225355"/>
                  <a:pt x="141217" y="224078"/>
                  <a:pt x="138662" y="222801"/>
                </a:cubicBezTo>
                <a:lnTo>
                  <a:pt x="95849" y="262382"/>
                </a:lnTo>
                <a:cubicBezTo>
                  <a:pt x="94571" y="263658"/>
                  <a:pt x="93293" y="264297"/>
                  <a:pt x="91376" y="264297"/>
                </a:cubicBezTo>
                <a:cubicBezTo>
                  <a:pt x="89459" y="264297"/>
                  <a:pt x="88181" y="263658"/>
                  <a:pt x="86903" y="262382"/>
                </a:cubicBezTo>
                <a:cubicBezTo>
                  <a:pt x="84348" y="259828"/>
                  <a:pt x="84348" y="255998"/>
                  <a:pt x="87543" y="253444"/>
                </a:cubicBezTo>
                <a:lnTo>
                  <a:pt x="129077" y="215140"/>
                </a:lnTo>
                <a:cubicBezTo>
                  <a:pt x="120131" y="206203"/>
                  <a:pt x="114380" y="195350"/>
                  <a:pt x="111824" y="182582"/>
                </a:cubicBezTo>
                <a:cubicBezTo>
                  <a:pt x="107990" y="164068"/>
                  <a:pt x="112463" y="144916"/>
                  <a:pt x="123326" y="129595"/>
                </a:cubicBezTo>
                <a:lnTo>
                  <a:pt x="87543" y="96398"/>
                </a:lnTo>
                <a:cubicBezTo>
                  <a:pt x="84986" y="93845"/>
                  <a:pt x="84986" y="90014"/>
                  <a:pt x="86903" y="87461"/>
                </a:cubicBezTo>
                <a:cubicBezTo>
                  <a:pt x="89459" y="84907"/>
                  <a:pt x="93293" y="84907"/>
                  <a:pt x="95849" y="86822"/>
                </a:cubicBezTo>
                <a:lnTo>
                  <a:pt x="130994" y="119381"/>
                </a:lnTo>
                <a:cubicBezTo>
                  <a:pt x="142496" y="108528"/>
                  <a:pt x="161666" y="102144"/>
                  <a:pt x="179557" y="102782"/>
                </a:cubicBezTo>
                <a:cubicBezTo>
                  <a:pt x="197449" y="102782"/>
                  <a:pt x="215980" y="109166"/>
                  <a:pt x="228121" y="119381"/>
                </a:cubicBezTo>
                <a:lnTo>
                  <a:pt x="263266" y="86822"/>
                </a:lnTo>
                <a:cubicBezTo>
                  <a:pt x="265821" y="84269"/>
                  <a:pt x="269656" y="84269"/>
                  <a:pt x="272211" y="87461"/>
                </a:cubicBezTo>
                <a:cubicBezTo>
                  <a:pt x="274767" y="90014"/>
                  <a:pt x="274767" y="93845"/>
                  <a:pt x="271572" y="96398"/>
                </a:cubicBezTo>
                <a:lnTo>
                  <a:pt x="235789" y="129595"/>
                </a:lnTo>
                <a:cubicBezTo>
                  <a:pt x="246651" y="144916"/>
                  <a:pt x="251125" y="164068"/>
                  <a:pt x="247291" y="182582"/>
                </a:cubicBezTo>
                <a:cubicBezTo>
                  <a:pt x="246651" y="195350"/>
                  <a:pt x="240261" y="206841"/>
                  <a:pt x="231955" y="215140"/>
                </a:cubicBezTo>
                <a:moveTo>
                  <a:pt x="361670" y="180667"/>
                </a:moveTo>
                <a:cubicBezTo>
                  <a:pt x="361670" y="80438"/>
                  <a:pt x="280518" y="0"/>
                  <a:pt x="180836" y="0"/>
                </a:cubicBezTo>
                <a:cubicBezTo>
                  <a:pt x="80513" y="0"/>
                  <a:pt x="0" y="81077"/>
                  <a:pt x="0" y="180667"/>
                </a:cubicBezTo>
                <a:cubicBezTo>
                  <a:pt x="0" y="280895"/>
                  <a:pt x="81153" y="361333"/>
                  <a:pt x="180836" y="361333"/>
                </a:cubicBezTo>
                <a:cubicBezTo>
                  <a:pt x="280518" y="361333"/>
                  <a:pt x="361670" y="280257"/>
                  <a:pt x="361670" y="180667"/>
                </a:cubicBezTo>
              </a:path>
            </a:pathLst>
          </a:custGeom>
          <a:solidFill>
            <a:srgbClr val="0076A8"/>
          </a:solidFill>
          <a:ln w="6390" cap="flat">
            <a:noFill/>
            <a:prstDash val="solid"/>
            <a:miter/>
          </a:ln>
        </p:spPr>
        <p:txBody>
          <a:bodyPr rtlCol="0" anchor="ctr"/>
          <a:lstStyle/>
          <a:p>
            <a:endParaRPr lang="en-US"/>
          </a:p>
        </p:txBody>
      </p:sp>
      <p:grpSp>
        <p:nvGrpSpPr>
          <p:cNvPr id="1084" name="Graphic 4">
            <a:extLst>
              <a:ext uri="{FF2B5EF4-FFF2-40B4-BE49-F238E27FC236}">
                <a16:creationId xmlns:a16="http://schemas.microsoft.com/office/drawing/2014/main" id="{6EFB3DBA-3220-C540-AE0A-FAF9D4AC5FD1}"/>
              </a:ext>
            </a:extLst>
          </p:cNvPr>
          <p:cNvGrpSpPr/>
          <p:nvPr/>
        </p:nvGrpSpPr>
        <p:grpSpPr>
          <a:xfrm>
            <a:off x="10934460" y="918179"/>
            <a:ext cx="361671" cy="361333"/>
            <a:chOff x="10934460" y="918179"/>
            <a:chExt cx="361671" cy="361333"/>
          </a:xfrm>
          <a:solidFill>
            <a:srgbClr val="0076A8"/>
          </a:solidFill>
        </p:grpSpPr>
        <p:sp>
          <p:nvSpPr>
            <p:cNvPr id="1085" name="Graphic 4">
              <a:extLst>
                <a:ext uri="{FF2B5EF4-FFF2-40B4-BE49-F238E27FC236}">
                  <a16:creationId xmlns:a16="http://schemas.microsoft.com/office/drawing/2014/main" id="{E9DA9C68-1517-9443-827F-A3B629EA6217}"/>
                </a:ext>
              </a:extLst>
            </p:cNvPr>
            <p:cNvSpPr/>
            <p:nvPr/>
          </p:nvSpPr>
          <p:spPr>
            <a:xfrm>
              <a:off x="10934460" y="918179"/>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180836 w 361671"/>
                <a:gd name="connsiteY5" fmla="*/ 349204 h 361333"/>
                <a:gd name="connsiteX6" fmla="*/ 12780 w 361671"/>
                <a:gd name="connsiteY6" fmla="*/ 181305 h 361333"/>
                <a:gd name="connsiteX7" fmla="*/ 180836 w 361671"/>
                <a:gd name="connsiteY7" fmla="*/ 13406 h 361333"/>
                <a:gd name="connsiteX8" fmla="*/ 348891 w 361671"/>
                <a:gd name="connsiteY8" fmla="*/ 181305 h 361333"/>
                <a:gd name="connsiteX9" fmla="*/ 180836 w 361671"/>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1" h="361333">
                  <a:moveTo>
                    <a:pt x="180836" y="0"/>
                  </a:moveTo>
                  <a:cubicBezTo>
                    <a:pt x="80514" y="0"/>
                    <a:pt x="0" y="81077"/>
                    <a:pt x="0" y="180667"/>
                  </a:cubicBezTo>
                  <a:cubicBezTo>
                    <a:pt x="0" y="280895"/>
                    <a:pt x="81153" y="361333"/>
                    <a:pt x="180836" y="361333"/>
                  </a:cubicBezTo>
                  <a:cubicBezTo>
                    <a:pt x="281157" y="361333"/>
                    <a:pt x="361671" y="280257"/>
                    <a:pt x="361671" y="180667"/>
                  </a:cubicBezTo>
                  <a:cubicBezTo>
                    <a:pt x="361671" y="81077"/>
                    <a:pt x="280518"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8891" y="273234"/>
                    <a:pt x="273490" y="349204"/>
                    <a:pt x="180836" y="349204"/>
                  </a:cubicBezTo>
                  <a:close/>
                </a:path>
              </a:pathLst>
            </a:custGeom>
            <a:solidFill>
              <a:srgbClr val="0076A8"/>
            </a:solidFill>
            <a:ln w="6390" cap="flat">
              <a:noFill/>
              <a:prstDash val="solid"/>
              <a:miter/>
            </a:ln>
          </p:spPr>
          <p:txBody>
            <a:bodyPr rtlCol="0" anchor="ctr"/>
            <a:lstStyle/>
            <a:p>
              <a:endParaRPr lang="en-US"/>
            </a:p>
          </p:txBody>
        </p:sp>
        <p:sp>
          <p:nvSpPr>
            <p:cNvPr id="1086" name="Graphic 4">
              <a:extLst>
                <a:ext uri="{FF2B5EF4-FFF2-40B4-BE49-F238E27FC236}">
                  <a16:creationId xmlns:a16="http://schemas.microsoft.com/office/drawing/2014/main" id="{31F289D0-EFFE-2C4C-8192-E1606428A1B0}"/>
                </a:ext>
              </a:extLst>
            </p:cNvPr>
            <p:cNvSpPr/>
            <p:nvPr/>
          </p:nvSpPr>
          <p:spPr>
            <a:xfrm>
              <a:off x="11013056" y="996702"/>
              <a:ext cx="204477" cy="204287"/>
            </a:xfrm>
            <a:custGeom>
              <a:avLst/>
              <a:gdLst>
                <a:gd name="connsiteX0" fmla="*/ 169333 w 204477"/>
                <a:gd name="connsiteY0" fmla="*/ 0 h 204287"/>
                <a:gd name="connsiteX1" fmla="*/ 35145 w 204477"/>
                <a:gd name="connsiteY1" fmla="*/ 0 h 204287"/>
                <a:gd name="connsiteX2" fmla="*/ 0 w 204477"/>
                <a:gd name="connsiteY2" fmla="*/ 35112 h 204287"/>
                <a:gd name="connsiteX3" fmla="*/ 0 w 204477"/>
                <a:gd name="connsiteY3" fmla="*/ 169176 h 204287"/>
                <a:gd name="connsiteX4" fmla="*/ 35145 w 204477"/>
                <a:gd name="connsiteY4" fmla="*/ 204287 h 204287"/>
                <a:gd name="connsiteX5" fmla="*/ 169333 w 204477"/>
                <a:gd name="connsiteY5" fmla="*/ 204287 h 204287"/>
                <a:gd name="connsiteX6" fmla="*/ 204478 w 204477"/>
                <a:gd name="connsiteY6" fmla="*/ 169176 h 204287"/>
                <a:gd name="connsiteX7" fmla="*/ 204478 w 204477"/>
                <a:gd name="connsiteY7" fmla="*/ 35112 h 204287"/>
                <a:gd name="connsiteX8" fmla="*/ 169333 w 204477"/>
                <a:gd name="connsiteY8" fmla="*/ 0 h 204287"/>
                <a:gd name="connsiteX9" fmla="*/ 191698 w 204477"/>
                <a:gd name="connsiteY9" fmla="*/ 169176 h 204287"/>
                <a:gd name="connsiteX10" fmla="*/ 169333 w 204477"/>
                <a:gd name="connsiteY10" fmla="*/ 191519 h 204287"/>
                <a:gd name="connsiteX11" fmla="*/ 35145 w 204477"/>
                <a:gd name="connsiteY11" fmla="*/ 191519 h 204287"/>
                <a:gd name="connsiteX12" fmla="*/ 12780 w 204477"/>
                <a:gd name="connsiteY12" fmla="*/ 169176 h 204287"/>
                <a:gd name="connsiteX13" fmla="*/ 12780 w 204477"/>
                <a:gd name="connsiteY13" fmla="*/ 35112 h 204287"/>
                <a:gd name="connsiteX14" fmla="*/ 35145 w 204477"/>
                <a:gd name="connsiteY14" fmla="*/ 12768 h 204287"/>
                <a:gd name="connsiteX15" fmla="*/ 169333 w 204477"/>
                <a:gd name="connsiteY15" fmla="*/ 12768 h 204287"/>
                <a:gd name="connsiteX16" fmla="*/ 191698 w 204477"/>
                <a:gd name="connsiteY16" fmla="*/ 35112 h 204287"/>
                <a:gd name="connsiteX17" fmla="*/ 191698 w 204477"/>
                <a:gd name="connsiteY17" fmla="*/ 169176 h 204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4477" h="204287">
                  <a:moveTo>
                    <a:pt x="169333" y="0"/>
                  </a:moveTo>
                  <a:lnTo>
                    <a:pt x="35145" y="0"/>
                  </a:lnTo>
                  <a:cubicBezTo>
                    <a:pt x="15975" y="0"/>
                    <a:pt x="0" y="15960"/>
                    <a:pt x="0" y="35112"/>
                  </a:cubicBezTo>
                  <a:lnTo>
                    <a:pt x="0" y="169176"/>
                  </a:lnTo>
                  <a:cubicBezTo>
                    <a:pt x="0" y="188327"/>
                    <a:pt x="15975" y="204287"/>
                    <a:pt x="35145" y="204287"/>
                  </a:cubicBezTo>
                  <a:lnTo>
                    <a:pt x="169333" y="204287"/>
                  </a:lnTo>
                  <a:cubicBezTo>
                    <a:pt x="188503" y="204287"/>
                    <a:pt x="204478" y="188327"/>
                    <a:pt x="204478" y="169176"/>
                  </a:cubicBezTo>
                  <a:lnTo>
                    <a:pt x="204478" y="35112"/>
                  </a:lnTo>
                  <a:cubicBezTo>
                    <a:pt x="204478" y="15960"/>
                    <a:pt x="188503" y="0"/>
                    <a:pt x="169333" y="0"/>
                  </a:cubicBezTo>
                  <a:close/>
                  <a:moveTo>
                    <a:pt x="191698" y="169176"/>
                  </a:moveTo>
                  <a:cubicBezTo>
                    <a:pt x="191698" y="181305"/>
                    <a:pt x="181474" y="191519"/>
                    <a:pt x="169333" y="191519"/>
                  </a:cubicBezTo>
                  <a:lnTo>
                    <a:pt x="35145" y="191519"/>
                  </a:lnTo>
                  <a:cubicBezTo>
                    <a:pt x="23004" y="191519"/>
                    <a:pt x="12780" y="181305"/>
                    <a:pt x="12780" y="169176"/>
                  </a:cubicBezTo>
                  <a:lnTo>
                    <a:pt x="12780" y="35112"/>
                  </a:lnTo>
                  <a:cubicBezTo>
                    <a:pt x="12780" y="22982"/>
                    <a:pt x="23004" y="12768"/>
                    <a:pt x="35145" y="12768"/>
                  </a:cubicBezTo>
                  <a:lnTo>
                    <a:pt x="169333" y="12768"/>
                  </a:lnTo>
                  <a:cubicBezTo>
                    <a:pt x="181474" y="12768"/>
                    <a:pt x="191698" y="22982"/>
                    <a:pt x="191698" y="35112"/>
                  </a:cubicBezTo>
                  <a:lnTo>
                    <a:pt x="191698" y="169176"/>
                  </a:lnTo>
                  <a:close/>
                </a:path>
              </a:pathLst>
            </a:custGeom>
            <a:solidFill>
              <a:srgbClr val="0076A8"/>
            </a:solidFill>
            <a:ln w="6390" cap="flat">
              <a:noFill/>
              <a:prstDash val="solid"/>
              <a:miter/>
            </a:ln>
          </p:spPr>
          <p:txBody>
            <a:bodyPr rtlCol="0" anchor="ctr"/>
            <a:lstStyle/>
            <a:p>
              <a:endParaRPr lang="en-US"/>
            </a:p>
          </p:txBody>
        </p:sp>
        <p:sp>
          <p:nvSpPr>
            <p:cNvPr id="1087" name="Graphic 4">
              <a:extLst>
                <a:ext uri="{FF2B5EF4-FFF2-40B4-BE49-F238E27FC236}">
                  <a16:creationId xmlns:a16="http://schemas.microsoft.com/office/drawing/2014/main" id="{376A3964-477C-4248-83C5-0CD0C33431A2}"/>
                </a:ext>
              </a:extLst>
            </p:cNvPr>
            <p:cNvSpPr/>
            <p:nvPr/>
          </p:nvSpPr>
          <p:spPr>
            <a:xfrm>
              <a:off x="11037977" y="1080332"/>
              <a:ext cx="154636" cy="96398"/>
            </a:xfrm>
            <a:custGeom>
              <a:avLst/>
              <a:gdLst>
                <a:gd name="connsiteX0" fmla="*/ 127160 w 154636"/>
                <a:gd name="connsiteY0" fmla="*/ 0 h 96398"/>
                <a:gd name="connsiteX1" fmla="*/ 27476 w 154636"/>
                <a:gd name="connsiteY1" fmla="*/ 0 h 96398"/>
                <a:gd name="connsiteX2" fmla="*/ 0 w 154636"/>
                <a:gd name="connsiteY2" fmla="*/ 27451 h 96398"/>
                <a:gd name="connsiteX3" fmla="*/ 0 w 154636"/>
                <a:gd name="connsiteY3" fmla="*/ 68947 h 96398"/>
                <a:gd name="connsiteX4" fmla="*/ 27476 w 154636"/>
                <a:gd name="connsiteY4" fmla="*/ 96398 h 96398"/>
                <a:gd name="connsiteX5" fmla="*/ 127160 w 154636"/>
                <a:gd name="connsiteY5" fmla="*/ 96398 h 96398"/>
                <a:gd name="connsiteX6" fmla="*/ 154636 w 154636"/>
                <a:gd name="connsiteY6" fmla="*/ 68947 h 96398"/>
                <a:gd name="connsiteX7" fmla="*/ 154636 w 154636"/>
                <a:gd name="connsiteY7" fmla="*/ 27451 h 96398"/>
                <a:gd name="connsiteX8" fmla="*/ 127160 w 154636"/>
                <a:gd name="connsiteY8" fmla="*/ 0 h 96398"/>
                <a:gd name="connsiteX9" fmla="*/ 141856 w 154636"/>
                <a:gd name="connsiteY9" fmla="*/ 68309 h 96398"/>
                <a:gd name="connsiteX10" fmla="*/ 127160 w 154636"/>
                <a:gd name="connsiteY10" fmla="*/ 82992 h 96398"/>
                <a:gd name="connsiteX11" fmla="*/ 27476 w 154636"/>
                <a:gd name="connsiteY11" fmla="*/ 82992 h 96398"/>
                <a:gd name="connsiteX12" fmla="*/ 12780 w 154636"/>
                <a:gd name="connsiteY12" fmla="*/ 68309 h 96398"/>
                <a:gd name="connsiteX13" fmla="*/ 12780 w 154636"/>
                <a:gd name="connsiteY13" fmla="*/ 26813 h 96398"/>
                <a:gd name="connsiteX14" fmla="*/ 27476 w 154636"/>
                <a:gd name="connsiteY14" fmla="*/ 12130 h 96398"/>
                <a:gd name="connsiteX15" fmla="*/ 127160 w 154636"/>
                <a:gd name="connsiteY15" fmla="*/ 12130 h 96398"/>
                <a:gd name="connsiteX16" fmla="*/ 141856 w 154636"/>
                <a:gd name="connsiteY16" fmla="*/ 26813 h 96398"/>
                <a:gd name="connsiteX17" fmla="*/ 141856 w 154636"/>
                <a:gd name="connsiteY17" fmla="*/ 68309 h 9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4636" h="96398">
                  <a:moveTo>
                    <a:pt x="127160" y="0"/>
                  </a:moveTo>
                  <a:lnTo>
                    <a:pt x="27476" y="0"/>
                  </a:lnTo>
                  <a:cubicBezTo>
                    <a:pt x="12141" y="0"/>
                    <a:pt x="0" y="12130"/>
                    <a:pt x="0" y="27451"/>
                  </a:cubicBezTo>
                  <a:lnTo>
                    <a:pt x="0" y="68947"/>
                  </a:lnTo>
                  <a:cubicBezTo>
                    <a:pt x="0" y="84269"/>
                    <a:pt x="12141" y="96398"/>
                    <a:pt x="27476" y="96398"/>
                  </a:cubicBezTo>
                  <a:lnTo>
                    <a:pt x="127160" y="96398"/>
                  </a:lnTo>
                  <a:cubicBezTo>
                    <a:pt x="142495" y="96398"/>
                    <a:pt x="154636" y="84269"/>
                    <a:pt x="154636" y="68947"/>
                  </a:cubicBezTo>
                  <a:lnTo>
                    <a:pt x="154636" y="27451"/>
                  </a:lnTo>
                  <a:cubicBezTo>
                    <a:pt x="154636" y="12130"/>
                    <a:pt x="142495" y="0"/>
                    <a:pt x="127160" y="0"/>
                  </a:cubicBezTo>
                  <a:close/>
                  <a:moveTo>
                    <a:pt x="141856" y="68309"/>
                  </a:moveTo>
                  <a:cubicBezTo>
                    <a:pt x="141856" y="76608"/>
                    <a:pt x="135466" y="82992"/>
                    <a:pt x="127160" y="82992"/>
                  </a:cubicBezTo>
                  <a:lnTo>
                    <a:pt x="27476" y="82992"/>
                  </a:lnTo>
                  <a:cubicBezTo>
                    <a:pt x="19170" y="82992"/>
                    <a:pt x="12780" y="76608"/>
                    <a:pt x="12780" y="68309"/>
                  </a:cubicBezTo>
                  <a:lnTo>
                    <a:pt x="12780" y="26813"/>
                  </a:lnTo>
                  <a:cubicBezTo>
                    <a:pt x="12780" y="18514"/>
                    <a:pt x="19170" y="12130"/>
                    <a:pt x="27476" y="12130"/>
                  </a:cubicBezTo>
                  <a:lnTo>
                    <a:pt x="127160" y="12130"/>
                  </a:lnTo>
                  <a:cubicBezTo>
                    <a:pt x="135466" y="12130"/>
                    <a:pt x="141856" y="18514"/>
                    <a:pt x="141856" y="26813"/>
                  </a:cubicBezTo>
                  <a:lnTo>
                    <a:pt x="141856" y="68309"/>
                  </a:lnTo>
                  <a:close/>
                </a:path>
              </a:pathLst>
            </a:custGeom>
            <a:solidFill>
              <a:srgbClr val="0076A8"/>
            </a:solidFill>
            <a:ln w="6390" cap="flat">
              <a:noFill/>
              <a:prstDash val="solid"/>
              <a:miter/>
            </a:ln>
          </p:spPr>
          <p:txBody>
            <a:bodyPr rtlCol="0" anchor="ctr"/>
            <a:lstStyle/>
            <a:p>
              <a:endParaRPr lang="en-US"/>
            </a:p>
          </p:txBody>
        </p:sp>
        <p:sp>
          <p:nvSpPr>
            <p:cNvPr id="1088" name="Graphic 4">
              <a:extLst>
                <a:ext uri="{FF2B5EF4-FFF2-40B4-BE49-F238E27FC236}">
                  <a16:creationId xmlns:a16="http://schemas.microsoft.com/office/drawing/2014/main" id="{3255561E-3F6A-5F45-8D50-656C9C4207D5}"/>
                </a:ext>
              </a:extLst>
            </p:cNvPr>
            <p:cNvSpPr/>
            <p:nvPr/>
          </p:nvSpPr>
          <p:spPr>
            <a:xfrm>
              <a:off x="11064655" y="1012662"/>
              <a:ext cx="100002" cy="60647"/>
            </a:xfrm>
            <a:custGeom>
              <a:avLst/>
              <a:gdLst>
                <a:gd name="connsiteX0" fmla="*/ 27637 w 100002"/>
                <a:gd name="connsiteY0" fmla="*/ 58094 h 60647"/>
                <a:gd name="connsiteX1" fmla="*/ 35943 w 100002"/>
                <a:gd name="connsiteY1" fmla="*/ 59371 h 60647"/>
                <a:gd name="connsiteX2" fmla="*/ 64698 w 100002"/>
                <a:gd name="connsiteY2" fmla="*/ 59371 h 60647"/>
                <a:gd name="connsiteX3" fmla="*/ 68532 w 100002"/>
                <a:gd name="connsiteY3" fmla="*/ 60648 h 60647"/>
                <a:gd name="connsiteX4" fmla="*/ 73644 w 100002"/>
                <a:gd name="connsiteY4" fmla="*/ 58094 h 60647"/>
                <a:gd name="connsiteX5" fmla="*/ 98565 w 100002"/>
                <a:gd name="connsiteY5" fmla="*/ 28728 h 60647"/>
                <a:gd name="connsiteX6" fmla="*/ 98565 w 100002"/>
                <a:gd name="connsiteY6" fmla="*/ 21067 h 60647"/>
                <a:gd name="connsiteX7" fmla="*/ 51279 w 100002"/>
                <a:gd name="connsiteY7" fmla="*/ 0 h 60647"/>
                <a:gd name="connsiteX8" fmla="*/ 50640 w 100002"/>
                <a:gd name="connsiteY8" fmla="*/ 0 h 60647"/>
                <a:gd name="connsiteX9" fmla="*/ 1438 w 100002"/>
                <a:gd name="connsiteY9" fmla="*/ 19790 h 60647"/>
                <a:gd name="connsiteX10" fmla="*/ 1438 w 100002"/>
                <a:gd name="connsiteY10" fmla="*/ 28089 h 60647"/>
                <a:gd name="connsiteX11" fmla="*/ 27637 w 100002"/>
                <a:gd name="connsiteY11" fmla="*/ 58094 h 60647"/>
                <a:gd name="connsiteX12" fmla="*/ 51279 w 100002"/>
                <a:gd name="connsiteY12" fmla="*/ 12130 h 60647"/>
                <a:gd name="connsiteX13" fmla="*/ 85785 w 100002"/>
                <a:gd name="connsiteY13" fmla="*/ 24259 h 60647"/>
                <a:gd name="connsiteX14" fmla="*/ 67893 w 100002"/>
                <a:gd name="connsiteY14" fmla="*/ 45326 h 60647"/>
                <a:gd name="connsiteX15" fmla="*/ 60864 w 100002"/>
                <a:gd name="connsiteY15" fmla="*/ 42773 h 60647"/>
                <a:gd name="connsiteX16" fmla="*/ 70449 w 100002"/>
                <a:gd name="connsiteY16" fmla="*/ 26174 h 60647"/>
                <a:gd name="connsiteX17" fmla="*/ 67893 w 100002"/>
                <a:gd name="connsiteY17" fmla="*/ 17237 h 60647"/>
                <a:gd name="connsiteX18" fmla="*/ 58947 w 100002"/>
                <a:gd name="connsiteY18" fmla="*/ 19790 h 60647"/>
                <a:gd name="connsiteX19" fmla="*/ 46806 w 100002"/>
                <a:gd name="connsiteY19" fmla="*/ 41496 h 60647"/>
                <a:gd name="connsiteX20" fmla="*/ 34026 w 100002"/>
                <a:gd name="connsiteY20" fmla="*/ 45326 h 60647"/>
                <a:gd name="connsiteX21" fmla="*/ 15496 w 100002"/>
                <a:gd name="connsiteY21" fmla="*/ 23621 h 60647"/>
                <a:gd name="connsiteX22" fmla="*/ 51279 w 100002"/>
                <a:gd name="connsiteY22" fmla="*/ 12130 h 60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0002" h="60647">
                  <a:moveTo>
                    <a:pt x="27637" y="58094"/>
                  </a:moveTo>
                  <a:cubicBezTo>
                    <a:pt x="29553" y="60648"/>
                    <a:pt x="33388" y="61286"/>
                    <a:pt x="35943" y="59371"/>
                  </a:cubicBezTo>
                  <a:cubicBezTo>
                    <a:pt x="50001" y="49157"/>
                    <a:pt x="64059" y="58733"/>
                    <a:pt x="64698" y="59371"/>
                  </a:cubicBezTo>
                  <a:cubicBezTo>
                    <a:pt x="65976" y="60009"/>
                    <a:pt x="67254" y="60648"/>
                    <a:pt x="68532" y="60648"/>
                  </a:cubicBezTo>
                  <a:cubicBezTo>
                    <a:pt x="70449" y="60648"/>
                    <a:pt x="72366" y="60009"/>
                    <a:pt x="73644" y="58094"/>
                  </a:cubicBezTo>
                  <a:lnTo>
                    <a:pt x="98565" y="28728"/>
                  </a:lnTo>
                  <a:cubicBezTo>
                    <a:pt x="100482" y="26813"/>
                    <a:pt x="100482" y="22982"/>
                    <a:pt x="98565" y="21067"/>
                  </a:cubicBezTo>
                  <a:cubicBezTo>
                    <a:pt x="97926" y="20429"/>
                    <a:pt x="83229" y="0"/>
                    <a:pt x="51279" y="0"/>
                  </a:cubicBezTo>
                  <a:lnTo>
                    <a:pt x="50640" y="0"/>
                  </a:lnTo>
                  <a:cubicBezTo>
                    <a:pt x="18690" y="0"/>
                    <a:pt x="2077" y="19152"/>
                    <a:pt x="1438" y="19790"/>
                  </a:cubicBezTo>
                  <a:cubicBezTo>
                    <a:pt x="-479" y="22344"/>
                    <a:pt x="-479" y="25536"/>
                    <a:pt x="1438" y="28089"/>
                  </a:cubicBezTo>
                  <a:lnTo>
                    <a:pt x="27637" y="58094"/>
                  </a:lnTo>
                  <a:close/>
                  <a:moveTo>
                    <a:pt x="51279" y="12130"/>
                  </a:moveTo>
                  <a:cubicBezTo>
                    <a:pt x="69171" y="12130"/>
                    <a:pt x="80673" y="19790"/>
                    <a:pt x="85785" y="24259"/>
                  </a:cubicBezTo>
                  <a:lnTo>
                    <a:pt x="67893" y="45326"/>
                  </a:lnTo>
                  <a:cubicBezTo>
                    <a:pt x="65976" y="44688"/>
                    <a:pt x="63420" y="43411"/>
                    <a:pt x="60864" y="42773"/>
                  </a:cubicBezTo>
                  <a:lnTo>
                    <a:pt x="70449" y="26174"/>
                  </a:lnTo>
                  <a:cubicBezTo>
                    <a:pt x="72366" y="22982"/>
                    <a:pt x="71088" y="19152"/>
                    <a:pt x="67893" y="17237"/>
                  </a:cubicBezTo>
                  <a:cubicBezTo>
                    <a:pt x="64698" y="15322"/>
                    <a:pt x="60864" y="16598"/>
                    <a:pt x="58947" y="19790"/>
                  </a:cubicBezTo>
                  <a:lnTo>
                    <a:pt x="46806" y="41496"/>
                  </a:lnTo>
                  <a:cubicBezTo>
                    <a:pt x="42333" y="42134"/>
                    <a:pt x="38499" y="42773"/>
                    <a:pt x="34026" y="45326"/>
                  </a:cubicBezTo>
                  <a:lnTo>
                    <a:pt x="15496" y="23621"/>
                  </a:lnTo>
                  <a:cubicBezTo>
                    <a:pt x="21247" y="19790"/>
                    <a:pt x="33388" y="12130"/>
                    <a:pt x="51279" y="12130"/>
                  </a:cubicBezTo>
                  <a:close/>
                </a:path>
              </a:pathLst>
            </a:custGeom>
            <a:solidFill>
              <a:srgbClr val="0076A8"/>
            </a:solidFill>
            <a:ln w="6390" cap="flat">
              <a:noFill/>
              <a:prstDash val="solid"/>
              <a:miter/>
            </a:ln>
          </p:spPr>
          <p:txBody>
            <a:bodyPr rtlCol="0" anchor="ctr"/>
            <a:lstStyle/>
            <a:p>
              <a:endParaRPr lang="en-US"/>
            </a:p>
          </p:txBody>
        </p:sp>
      </p:grpSp>
      <p:sp>
        <p:nvSpPr>
          <p:cNvPr id="1089" name="Graphic 4">
            <a:extLst>
              <a:ext uri="{FF2B5EF4-FFF2-40B4-BE49-F238E27FC236}">
                <a16:creationId xmlns:a16="http://schemas.microsoft.com/office/drawing/2014/main" id="{4E755DE5-DBF7-2840-AA14-27082C6F5E42}"/>
              </a:ext>
            </a:extLst>
          </p:cNvPr>
          <p:cNvSpPr/>
          <p:nvPr/>
        </p:nvSpPr>
        <p:spPr>
          <a:xfrm>
            <a:off x="11372810" y="918179"/>
            <a:ext cx="361670" cy="361337"/>
          </a:xfrm>
          <a:custGeom>
            <a:avLst/>
            <a:gdLst>
              <a:gd name="connsiteX0" fmla="*/ 197448 w 361670"/>
              <a:gd name="connsiteY0" fmla="*/ 139809 h 361337"/>
              <a:gd name="connsiteX1" fmla="*/ 215341 w 361670"/>
              <a:gd name="connsiteY1" fmla="*/ 118742 h 361337"/>
              <a:gd name="connsiteX2" fmla="*/ 180835 w 361670"/>
              <a:gd name="connsiteY2" fmla="*/ 106612 h 361337"/>
              <a:gd name="connsiteX3" fmla="*/ 145051 w 361670"/>
              <a:gd name="connsiteY3" fmla="*/ 118104 h 361337"/>
              <a:gd name="connsiteX4" fmla="*/ 163582 w 361670"/>
              <a:gd name="connsiteY4" fmla="*/ 139809 h 361337"/>
              <a:gd name="connsiteX5" fmla="*/ 176362 w 361670"/>
              <a:gd name="connsiteY5" fmla="*/ 135979 h 361337"/>
              <a:gd name="connsiteX6" fmla="*/ 188503 w 361670"/>
              <a:gd name="connsiteY6" fmla="*/ 114273 h 361337"/>
              <a:gd name="connsiteX7" fmla="*/ 197448 w 361670"/>
              <a:gd name="connsiteY7" fmla="*/ 111720 h 361337"/>
              <a:gd name="connsiteX8" fmla="*/ 200005 w 361670"/>
              <a:gd name="connsiteY8" fmla="*/ 120657 h 361337"/>
              <a:gd name="connsiteX9" fmla="*/ 190420 w 361670"/>
              <a:gd name="connsiteY9" fmla="*/ 137256 h 361337"/>
              <a:gd name="connsiteX10" fmla="*/ 197448 w 361670"/>
              <a:gd name="connsiteY10" fmla="*/ 139809 h 361337"/>
              <a:gd name="connsiteX11" fmla="*/ 245373 w 361670"/>
              <a:gd name="connsiteY11" fmla="*/ 230462 h 361337"/>
              <a:gd name="connsiteX12" fmla="*/ 245373 w 361670"/>
              <a:gd name="connsiteY12" fmla="*/ 188966 h 361337"/>
              <a:gd name="connsiteX13" fmla="*/ 230677 w 361670"/>
              <a:gd name="connsiteY13" fmla="*/ 174283 h 361337"/>
              <a:gd name="connsiteX14" fmla="*/ 130994 w 361670"/>
              <a:gd name="connsiteY14" fmla="*/ 174283 h 361337"/>
              <a:gd name="connsiteX15" fmla="*/ 116297 w 361670"/>
              <a:gd name="connsiteY15" fmla="*/ 188966 h 361337"/>
              <a:gd name="connsiteX16" fmla="*/ 116297 w 361670"/>
              <a:gd name="connsiteY16" fmla="*/ 230462 h 361337"/>
              <a:gd name="connsiteX17" fmla="*/ 130994 w 361670"/>
              <a:gd name="connsiteY17" fmla="*/ 245145 h 361337"/>
              <a:gd name="connsiteX18" fmla="*/ 230677 w 361670"/>
              <a:gd name="connsiteY18" fmla="*/ 245145 h 361337"/>
              <a:gd name="connsiteX19" fmla="*/ 245373 w 361670"/>
              <a:gd name="connsiteY19" fmla="*/ 230462 h 361337"/>
              <a:gd name="connsiteX20" fmla="*/ 258153 w 361670"/>
              <a:gd name="connsiteY20" fmla="*/ 230462 h 361337"/>
              <a:gd name="connsiteX21" fmla="*/ 230677 w 361670"/>
              <a:gd name="connsiteY21" fmla="*/ 257913 h 361337"/>
              <a:gd name="connsiteX22" fmla="*/ 130994 w 361670"/>
              <a:gd name="connsiteY22" fmla="*/ 257913 h 361337"/>
              <a:gd name="connsiteX23" fmla="*/ 103517 w 361670"/>
              <a:gd name="connsiteY23" fmla="*/ 230462 h 361337"/>
              <a:gd name="connsiteX24" fmla="*/ 103517 w 361670"/>
              <a:gd name="connsiteY24" fmla="*/ 188966 h 361337"/>
              <a:gd name="connsiteX25" fmla="*/ 130994 w 361670"/>
              <a:gd name="connsiteY25" fmla="*/ 161515 h 361337"/>
              <a:gd name="connsiteX26" fmla="*/ 230677 w 361670"/>
              <a:gd name="connsiteY26" fmla="*/ 161515 h 361337"/>
              <a:gd name="connsiteX27" fmla="*/ 258153 w 361670"/>
              <a:gd name="connsiteY27" fmla="*/ 188966 h 361337"/>
              <a:gd name="connsiteX28" fmla="*/ 258153 w 361670"/>
              <a:gd name="connsiteY28" fmla="*/ 230462 h 361337"/>
              <a:gd name="connsiteX29" fmla="*/ 228759 w 361670"/>
              <a:gd name="connsiteY29" fmla="*/ 123211 h 361337"/>
              <a:gd name="connsiteX30" fmla="*/ 203838 w 361670"/>
              <a:gd name="connsiteY30" fmla="*/ 152577 h 361337"/>
              <a:gd name="connsiteX31" fmla="*/ 198727 w 361670"/>
              <a:gd name="connsiteY31" fmla="*/ 155131 h 361337"/>
              <a:gd name="connsiteX32" fmla="*/ 194893 w 361670"/>
              <a:gd name="connsiteY32" fmla="*/ 153854 h 361337"/>
              <a:gd name="connsiteX33" fmla="*/ 166138 w 361670"/>
              <a:gd name="connsiteY33" fmla="*/ 153854 h 361337"/>
              <a:gd name="connsiteX34" fmla="*/ 157831 w 361670"/>
              <a:gd name="connsiteY34" fmla="*/ 152577 h 361337"/>
              <a:gd name="connsiteX35" fmla="*/ 131633 w 361670"/>
              <a:gd name="connsiteY35" fmla="*/ 122572 h 361337"/>
              <a:gd name="connsiteX36" fmla="*/ 131633 w 361670"/>
              <a:gd name="connsiteY36" fmla="*/ 114273 h 361337"/>
              <a:gd name="connsiteX37" fmla="*/ 180835 w 361670"/>
              <a:gd name="connsiteY37" fmla="*/ 94483 h 361337"/>
              <a:gd name="connsiteX38" fmla="*/ 181474 w 361670"/>
              <a:gd name="connsiteY38" fmla="*/ 94483 h 361337"/>
              <a:gd name="connsiteX39" fmla="*/ 228759 w 361670"/>
              <a:gd name="connsiteY39" fmla="*/ 115550 h 361337"/>
              <a:gd name="connsiteX40" fmla="*/ 228759 w 361670"/>
              <a:gd name="connsiteY40" fmla="*/ 123211 h 361337"/>
              <a:gd name="connsiteX41" fmla="*/ 269655 w 361670"/>
              <a:gd name="connsiteY41" fmla="*/ 247699 h 361337"/>
              <a:gd name="connsiteX42" fmla="*/ 269655 w 361670"/>
              <a:gd name="connsiteY42" fmla="*/ 113635 h 361337"/>
              <a:gd name="connsiteX43" fmla="*/ 247290 w 361670"/>
              <a:gd name="connsiteY43" fmla="*/ 91291 h 361337"/>
              <a:gd name="connsiteX44" fmla="*/ 113102 w 361670"/>
              <a:gd name="connsiteY44" fmla="*/ 91291 h 361337"/>
              <a:gd name="connsiteX45" fmla="*/ 90737 w 361670"/>
              <a:gd name="connsiteY45" fmla="*/ 113635 h 361337"/>
              <a:gd name="connsiteX46" fmla="*/ 90737 w 361670"/>
              <a:gd name="connsiteY46" fmla="*/ 247699 h 361337"/>
              <a:gd name="connsiteX47" fmla="*/ 113102 w 361670"/>
              <a:gd name="connsiteY47" fmla="*/ 270042 h 361337"/>
              <a:gd name="connsiteX48" fmla="*/ 247290 w 361670"/>
              <a:gd name="connsiteY48" fmla="*/ 270042 h 361337"/>
              <a:gd name="connsiteX49" fmla="*/ 269655 w 361670"/>
              <a:gd name="connsiteY49" fmla="*/ 247699 h 361337"/>
              <a:gd name="connsiteX50" fmla="*/ 282435 w 361670"/>
              <a:gd name="connsiteY50" fmla="*/ 247699 h 361337"/>
              <a:gd name="connsiteX51" fmla="*/ 247290 w 361670"/>
              <a:gd name="connsiteY51" fmla="*/ 282810 h 361337"/>
              <a:gd name="connsiteX52" fmla="*/ 113102 w 361670"/>
              <a:gd name="connsiteY52" fmla="*/ 282810 h 361337"/>
              <a:gd name="connsiteX53" fmla="*/ 77957 w 361670"/>
              <a:gd name="connsiteY53" fmla="*/ 247699 h 361337"/>
              <a:gd name="connsiteX54" fmla="*/ 77957 w 361670"/>
              <a:gd name="connsiteY54" fmla="*/ 113635 h 361337"/>
              <a:gd name="connsiteX55" fmla="*/ 113102 w 361670"/>
              <a:gd name="connsiteY55" fmla="*/ 78523 h 361337"/>
              <a:gd name="connsiteX56" fmla="*/ 247290 w 361670"/>
              <a:gd name="connsiteY56" fmla="*/ 78523 h 361337"/>
              <a:gd name="connsiteX57" fmla="*/ 282435 w 361670"/>
              <a:gd name="connsiteY57" fmla="*/ 113635 h 361337"/>
              <a:gd name="connsiteX58" fmla="*/ 282435 w 361670"/>
              <a:gd name="connsiteY58" fmla="*/ 247699 h 361337"/>
              <a:gd name="connsiteX59" fmla="*/ 361670 w 361670"/>
              <a:gd name="connsiteY59" fmla="*/ 180667 h 361337"/>
              <a:gd name="connsiteX60" fmla="*/ 180835 w 361670"/>
              <a:gd name="connsiteY60" fmla="*/ 0 h 361337"/>
              <a:gd name="connsiteX61" fmla="*/ 0 w 361670"/>
              <a:gd name="connsiteY61" fmla="*/ 180667 h 361337"/>
              <a:gd name="connsiteX62" fmla="*/ 180835 w 361670"/>
              <a:gd name="connsiteY62" fmla="*/ 361333 h 361337"/>
              <a:gd name="connsiteX63" fmla="*/ 361670 w 361670"/>
              <a:gd name="connsiteY63" fmla="*/ 180667 h 361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61670" h="361337">
                <a:moveTo>
                  <a:pt x="197448" y="139809"/>
                </a:moveTo>
                <a:lnTo>
                  <a:pt x="215341" y="118742"/>
                </a:lnTo>
                <a:cubicBezTo>
                  <a:pt x="210228" y="114273"/>
                  <a:pt x="199366" y="106612"/>
                  <a:pt x="180835" y="106612"/>
                </a:cubicBezTo>
                <a:cubicBezTo>
                  <a:pt x="162943" y="106612"/>
                  <a:pt x="150802" y="113635"/>
                  <a:pt x="145051" y="118104"/>
                </a:cubicBezTo>
                <a:lnTo>
                  <a:pt x="163582" y="139809"/>
                </a:lnTo>
                <a:cubicBezTo>
                  <a:pt x="168055" y="137894"/>
                  <a:pt x="172528" y="136617"/>
                  <a:pt x="176362" y="135979"/>
                </a:cubicBezTo>
                <a:lnTo>
                  <a:pt x="188503" y="114273"/>
                </a:lnTo>
                <a:cubicBezTo>
                  <a:pt x="190420" y="111081"/>
                  <a:pt x="194253" y="110443"/>
                  <a:pt x="197448" y="111720"/>
                </a:cubicBezTo>
                <a:cubicBezTo>
                  <a:pt x="200643" y="113635"/>
                  <a:pt x="201283" y="117465"/>
                  <a:pt x="200005" y="120657"/>
                </a:cubicBezTo>
                <a:lnTo>
                  <a:pt x="190420" y="137256"/>
                </a:lnTo>
                <a:cubicBezTo>
                  <a:pt x="192976" y="138532"/>
                  <a:pt x="195532" y="139171"/>
                  <a:pt x="197448" y="139809"/>
                </a:cubicBezTo>
                <a:moveTo>
                  <a:pt x="245373" y="230462"/>
                </a:moveTo>
                <a:lnTo>
                  <a:pt x="245373" y="188966"/>
                </a:lnTo>
                <a:cubicBezTo>
                  <a:pt x="245373" y="180667"/>
                  <a:pt x="238983" y="174283"/>
                  <a:pt x="230677" y="174283"/>
                </a:cubicBezTo>
                <a:lnTo>
                  <a:pt x="130994" y="174283"/>
                </a:lnTo>
                <a:cubicBezTo>
                  <a:pt x="122686" y="174283"/>
                  <a:pt x="116297" y="180667"/>
                  <a:pt x="116297" y="188966"/>
                </a:cubicBezTo>
                <a:lnTo>
                  <a:pt x="116297" y="230462"/>
                </a:lnTo>
                <a:cubicBezTo>
                  <a:pt x="116297" y="238761"/>
                  <a:pt x="122686" y="245145"/>
                  <a:pt x="130994" y="245145"/>
                </a:cubicBezTo>
                <a:lnTo>
                  <a:pt x="230677" y="245145"/>
                </a:lnTo>
                <a:cubicBezTo>
                  <a:pt x="238344" y="245145"/>
                  <a:pt x="245373" y="238761"/>
                  <a:pt x="245373" y="230462"/>
                </a:cubicBezTo>
                <a:moveTo>
                  <a:pt x="258153" y="230462"/>
                </a:moveTo>
                <a:cubicBezTo>
                  <a:pt x="258153" y="245783"/>
                  <a:pt x="246013" y="257913"/>
                  <a:pt x="230677" y="257913"/>
                </a:cubicBezTo>
                <a:lnTo>
                  <a:pt x="130994" y="257913"/>
                </a:lnTo>
                <a:cubicBezTo>
                  <a:pt x="115658" y="257913"/>
                  <a:pt x="103517" y="245783"/>
                  <a:pt x="103517" y="230462"/>
                </a:cubicBezTo>
                <a:lnTo>
                  <a:pt x="103517" y="188966"/>
                </a:lnTo>
                <a:cubicBezTo>
                  <a:pt x="103517" y="173644"/>
                  <a:pt x="115658" y="161515"/>
                  <a:pt x="130994" y="161515"/>
                </a:cubicBezTo>
                <a:lnTo>
                  <a:pt x="230677" y="161515"/>
                </a:lnTo>
                <a:cubicBezTo>
                  <a:pt x="246013" y="161515"/>
                  <a:pt x="258153" y="173644"/>
                  <a:pt x="258153" y="188966"/>
                </a:cubicBezTo>
                <a:lnTo>
                  <a:pt x="258153" y="230462"/>
                </a:lnTo>
                <a:close/>
                <a:moveTo>
                  <a:pt x="228759" y="123211"/>
                </a:moveTo>
                <a:lnTo>
                  <a:pt x="203838" y="152577"/>
                </a:lnTo>
                <a:cubicBezTo>
                  <a:pt x="202561" y="153854"/>
                  <a:pt x="200643" y="155131"/>
                  <a:pt x="198727" y="155131"/>
                </a:cubicBezTo>
                <a:cubicBezTo>
                  <a:pt x="197448" y="155131"/>
                  <a:pt x="196171" y="154492"/>
                  <a:pt x="194893" y="153854"/>
                </a:cubicBezTo>
                <a:cubicBezTo>
                  <a:pt x="194253" y="153216"/>
                  <a:pt x="180196" y="143640"/>
                  <a:pt x="166138" y="153854"/>
                </a:cubicBezTo>
                <a:cubicBezTo>
                  <a:pt x="163582" y="155769"/>
                  <a:pt x="159748" y="155131"/>
                  <a:pt x="157831" y="152577"/>
                </a:cubicBezTo>
                <a:lnTo>
                  <a:pt x="131633" y="122572"/>
                </a:lnTo>
                <a:cubicBezTo>
                  <a:pt x="129715" y="120019"/>
                  <a:pt x="129715" y="116827"/>
                  <a:pt x="131633" y="114273"/>
                </a:cubicBezTo>
                <a:cubicBezTo>
                  <a:pt x="132271" y="113635"/>
                  <a:pt x="148885" y="94483"/>
                  <a:pt x="180835" y="94483"/>
                </a:cubicBezTo>
                <a:lnTo>
                  <a:pt x="181474" y="94483"/>
                </a:lnTo>
                <a:cubicBezTo>
                  <a:pt x="213423" y="94483"/>
                  <a:pt x="228120" y="114912"/>
                  <a:pt x="228759" y="115550"/>
                </a:cubicBezTo>
                <a:cubicBezTo>
                  <a:pt x="230677" y="117465"/>
                  <a:pt x="230038" y="120657"/>
                  <a:pt x="228759" y="123211"/>
                </a:cubicBezTo>
                <a:moveTo>
                  <a:pt x="269655" y="247699"/>
                </a:moveTo>
                <a:lnTo>
                  <a:pt x="269655" y="113635"/>
                </a:lnTo>
                <a:cubicBezTo>
                  <a:pt x="269655" y="101505"/>
                  <a:pt x="259431" y="91291"/>
                  <a:pt x="247290" y="91291"/>
                </a:cubicBezTo>
                <a:lnTo>
                  <a:pt x="113102" y="91291"/>
                </a:lnTo>
                <a:cubicBezTo>
                  <a:pt x="100961" y="91291"/>
                  <a:pt x="90737" y="101505"/>
                  <a:pt x="90737" y="113635"/>
                </a:cubicBezTo>
                <a:lnTo>
                  <a:pt x="90737" y="247699"/>
                </a:lnTo>
                <a:cubicBezTo>
                  <a:pt x="90737" y="259828"/>
                  <a:pt x="100961" y="270042"/>
                  <a:pt x="113102" y="270042"/>
                </a:cubicBezTo>
                <a:lnTo>
                  <a:pt x="247290" y="270042"/>
                </a:lnTo>
                <a:cubicBezTo>
                  <a:pt x="260070" y="270042"/>
                  <a:pt x="269655" y="259828"/>
                  <a:pt x="269655" y="247699"/>
                </a:cubicBezTo>
                <a:moveTo>
                  <a:pt x="282435" y="247699"/>
                </a:moveTo>
                <a:cubicBezTo>
                  <a:pt x="282435" y="266850"/>
                  <a:pt x="266460" y="282810"/>
                  <a:pt x="247290" y="282810"/>
                </a:cubicBezTo>
                <a:lnTo>
                  <a:pt x="113102" y="282810"/>
                </a:lnTo>
                <a:cubicBezTo>
                  <a:pt x="93932" y="282810"/>
                  <a:pt x="77957" y="266850"/>
                  <a:pt x="77957" y="247699"/>
                </a:cubicBezTo>
                <a:lnTo>
                  <a:pt x="77957" y="113635"/>
                </a:lnTo>
                <a:cubicBezTo>
                  <a:pt x="77957" y="94483"/>
                  <a:pt x="93932" y="78523"/>
                  <a:pt x="113102" y="78523"/>
                </a:cubicBezTo>
                <a:lnTo>
                  <a:pt x="247290" y="78523"/>
                </a:lnTo>
                <a:cubicBezTo>
                  <a:pt x="266460" y="78523"/>
                  <a:pt x="282435" y="94483"/>
                  <a:pt x="282435" y="113635"/>
                </a:cubicBezTo>
                <a:lnTo>
                  <a:pt x="282435" y="247699"/>
                </a:lnTo>
                <a:close/>
                <a:moveTo>
                  <a:pt x="361670" y="180667"/>
                </a:moveTo>
                <a:cubicBezTo>
                  <a:pt x="361670" y="80438"/>
                  <a:pt x="280518" y="0"/>
                  <a:pt x="180835" y="0"/>
                </a:cubicBezTo>
                <a:cubicBezTo>
                  <a:pt x="80513" y="0"/>
                  <a:pt x="0" y="81077"/>
                  <a:pt x="0" y="180667"/>
                </a:cubicBezTo>
                <a:cubicBezTo>
                  <a:pt x="0" y="280895"/>
                  <a:pt x="81152" y="361333"/>
                  <a:pt x="180835" y="361333"/>
                </a:cubicBezTo>
                <a:cubicBezTo>
                  <a:pt x="280518" y="361972"/>
                  <a:pt x="361670" y="280895"/>
                  <a:pt x="361670" y="180667"/>
                </a:cubicBezTo>
              </a:path>
            </a:pathLst>
          </a:custGeom>
          <a:solidFill>
            <a:srgbClr val="0076A8"/>
          </a:solidFill>
          <a:ln w="6390" cap="flat">
            <a:noFill/>
            <a:prstDash val="solid"/>
            <a:miter/>
          </a:ln>
        </p:spPr>
        <p:txBody>
          <a:bodyPr rtlCol="0" anchor="ctr"/>
          <a:lstStyle/>
          <a:p>
            <a:endParaRPr lang="en-US"/>
          </a:p>
        </p:txBody>
      </p:sp>
    </p:spTree>
    <p:extLst>
      <p:ext uri="{BB962C8B-B14F-4D97-AF65-F5344CB8AC3E}">
        <p14:creationId xmlns:p14="http://schemas.microsoft.com/office/powerpoint/2010/main" val="1272894543"/>
      </p:ext>
    </p:extLst>
  </p:cSld>
  <p:clrMapOvr>
    <a:masterClrMapping/>
  </p:clrMapOvr>
  <p:transition>
    <p:fade/>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0AB181-1E9F-2244-B53A-BC8E2F101DA6}"/>
              </a:ext>
            </a:extLst>
          </p:cNvPr>
          <p:cNvSpPr>
            <a:spLocks noGrp="1"/>
          </p:cNvSpPr>
          <p:nvPr>
            <p:ph type="title"/>
          </p:nvPr>
        </p:nvSpPr>
        <p:spPr/>
        <p:txBody>
          <a:bodyPr/>
          <a:lstStyle/>
          <a:p>
            <a:r>
              <a:rPr lang="en-US" dirty="0"/>
              <a:t>MEDIA, MUSIC &amp; MOVIES</a:t>
            </a:r>
          </a:p>
        </p:txBody>
      </p:sp>
      <p:sp>
        <p:nvSpPr>
          <p:cNvPr id="4" name="Content Placeholder 3">
            <a:extLst>
              <a:ext uri="{FF2B5EF4-FFF2-40B4-BE49-F238E27FC236}">
                <a16:creationId xmlns:a16="http://schemas.microsoft.com/office/drawing/2014/main" id="{DB57E314-8EE4-694B-B268-A9071E1D395E}"/>
              </a:ext>
            </a:extLst>
          </p:cNvPr>
          <p:cNvSpPr>
            <a:spLocks noGrp="1"/>
          </p:cNvSpPr>
          <p:nvPr>
            <p:ph idx="10"/>
          </p:nvPr>
        </p:nvSpPr>
        <p:spPr>
          <a:xfrm>
            <a:off x="463296" y="5473209"/>
            <a:ext cx="3944481" cy="1114021"/>
          </a:xfrm>
        </p:spPr>
        <p:txBody>
          <a:bodyPr/>
          <a:lstStyle/>
          <a:p>
            <a:r>
              <a:rPr lang="en-US" dirty="0"/>
              <a:t>Audio &amp; Video</a:t>
            </a:r>
          </a:p>
          <a:p>
            <a:r>
              <a:rPr lang="en-US" sz="900" dirty="0"/>
              <a:t>Keywords:</a:t>
            </a:r>
            <a:br>
              <a:rPr lang="en-US" sz="900" dirty="0"/>
            </a:br>
            <a:r>
              <a:rPr lang="en-US" sz="850" b="0" dirty="0"/>
              <a:t>Media, Video Player, Headset, Video Resolution, HD Video, HD Resolution, </a:t>
            </a:r>
            <a:r>
              <a:rPr lang="en-US" sz="850" b="0" dirty="0" err="1"/>
              <a:t>Videoplayer</a:t>
            </a:r>
            <a:r>
              <a:rPr lang="en-US" sz="850" b="0" dirty="0"/>
              <a:t>, EQ, Silence, Movie Reel, Music file, Music, Melody, podcast, Media Player, Headphones, HD Video-player, Tunes, 4K TV, Laptop, Smart TV, HD TV, Multimedia, Equalizer, 8K Video, Speakers, Film leader Countdown, HD Monitor, Mute, Unmute, Loudhailer, Audio File, Click to play video, 4K Video, Audio wave, Sound wave, Movie</a:t>
            </a:r>
          </a:p>
        </p:txBody>
      </p:sp>
      <p:sp>
        <p:nvSpPr>
          <p:cNvPr id="9" name="Content Placeholder 3">
            <a:extLst>
              <a:ext uri="{FF2B5EF4-FFF2-40B4-BE49-F238E27FC236}">
                <a16:creationId xmlns:a16="http://schemas.microsoft.com/office/drawing/2014/main" id="{55E798CF-E773-9D48-A06F-584A2DB95AC8}"/>
              </a:ext>
            </a:extLst>
          </p:cNvPr>
          <p:cNvSpPr txBox="1">
            <a:spLocks/>
          </p:cNvSpPr>
          <p:nvPr/>
        </p:nvSpPr>
        <p:spPr>
          <a:xfrm>
            <a:off x="8868792" y="5473209"/>
            <a:ext cx="2872104"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Media, Social Media</a:t>
            </a:r>
          </a:p>
          <a:p>
            <a:r>
              <a:rPr lang="en-US" sz="900" dirty="0"/>
              <a:t>Keywords:</a:t>
            </a:r>
            <a:br>
              <a:rPr lang="en-US" sz="900" dirty="0"/>
            </a:br>
            <a:r>
              <a:rPr lang="en-US" sz="850" b="0" dirty="0"/>
              <a:t>Online Chat, Flame, </a:t>
            </a:r>
            <a:r>
              <a:rPr lang="en-US" sz="850" b="0" dirty="0" err="1"/>
              <a:t>Linkedin</a:t>
            </a:r>
            <a:r>
              <a:rPr lang="en-US" sz="850" b="0" dirty="0"/>
              <a:t>, </a:t>
            </a:r>
            <a:r>
              <a:rPr lang="en-US" sz="850" b="0" dirty="0" err="1"/>
              <a:t>Whatsapp</a:t>
            </a:r>
            <a:r>
              <a:rPr lang="en-US" sz="850" b="0" dirty="0"/>
              <a:t>, Telegram, Tinder, Twitter, Photograph, Photography, Skype, Radio, </a:t>
            </a:r>
            <a:r>
              <a:rPr lang="en-US" sz="850" b="0" dirty="0" err="1"/>
              <a:t>Youtube</a:t>
            </a:r>
            <a:r>
              <a:rPr lang="en-US" sz="850" b="0" dirty="0"/>
              <a:t>, </a:t>
            </a:r>
            <a:r>
              <a:rPr lang="en-US" sz="850" b="0" dirty="0" err="1"/>
              <a:t>Newpaper</a:t>
            </a:r>
            <a:r>
              <a:rPr lang="en-US" sz="850" b="0" dirty="0"/>
              <a:t>, </a:t>
            </a:r>
            <a:r>
              <a:rPr lang="en-US" sz="850" b="0" dirty="0" err="1"/>
              <a:t>Hastag</a:t>
            </a:r>
            <a:r>
              <a:rPr lang="en-US" sz="850" b="0" dirty="0"/>
              <a:t>, Podcast, Yammer, Facebook, Digital Communication</a:t>
            </a:r>
          </a:p>
        </p:txBody>
      </p:sp>
      <p:sp>
        <p:nvSpPr>
          <p:cNvPr id="10" name="Content Placeholder 3">
            <a:extLst>
              <a:ext uri="{FF2B5EF4-FFF2-40B4-BE49-F238E27FC236}">
                <a16:creationId xmlns:a16="http://schemas.microsoft.com/office/drawing/2014/main" id="{F6F1EA66-4F59-DE4A-ABF1-B392433220F7}"/>
              </a:ext>
            </a:extLst>
          </p:cNvPr>
          <p:cNvSpPr txBox="1">
            <a:spLocks/>
          </p:cNvSpPr>
          <p:nvPr/>
        </p:nvSpPr>
        <p:spPr>
          <a:xfrm>
            <a:off x="5717219" y="5473209"/>
            <a:ext cx="1842470"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Buttons &amp; Controls</a:t>
            </a:r>
          </a:p>
          <a:p>
            <a:r>
              <a:rPr lang="en-US" sz="900" dirty="0"/>
              <a:t>Keywords:</a:t>
            </a:r>
            <a:br>
              <a:rPr lang="en-US" sz="900" dirty="0"/>
            </a:br>
            <a:r>
              <a:rPr lang="en-US" sz="850" b="0" dirty="0"/>
              <a:t>Video Controls, A/V Controls, Play, Stop, Rewind, Fast forward, Previous, Next, Eject, Pause, Shuffle, Record, Volume Down, Volume Up, Volume Controls, Mute Audio, Power</a:t>
            </a:r>
          </a:p>
        </p:txBody>
      </p:sp>
      <p:grpSp>
        <p:nvGrpSpPr>
          <p:cNvPr id="6" name="Graphic 4">
            <a:extLst>
              <a:ext uri="{FF2B5EF4-FFF2-40B4-BE49-F238E27FC236}">
                <a16:creationId xmlns:a16="http://schemas.microsoft.com/office/drawing/2014/main" id="{0DDDBB24-950F-1446-B328-323CA189A293}"/>
              </a:ext>
            </a:extLst>
          </p:cNvPr>
          <p:cNvGrpSpPr/>
          <p:nvPr/>
        </p:nvGrpSpPr>
        <p:grpSpPr>
          <a:xfrm>
            <a:off x="1515054" y="1893013"/>
            <a:ext cx="361670" cy="361333"/>
            <a:chOff x="1515054" y="1893013"/>
            <a:chExt cx="361670" cy="361333"/>
          </a:xfrm>
          <a:solidFill>
            <a:srgbClr val="007680"/>
          </a:solidFill>
        </p:grpSpPr>
        <p:sp>
          <p:nvSpPr>
            <p:cNvPr id="7" name="Graphic 4">
              <a:extLst>
                <a:ext uri="{FF2B5EF4-FFF2-40B4-BE49-F238E27FC236}">
                  <a16:creationId xmlns:a16="http://schemas.microsoft.com/office/drawing/2014/main" id="{61FA0441-3626-3243-89C2-7621C1BE57FC}"/>
                </a:ext>
              </a:extLst>
            </p:cNvPr>
            <p:cNvSpPr/>
            <p:nvPr/>
          </p:nvSpPr>
          <p:spPr>
            <a:xfrm>
              <a:off x="1515054"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8" name="Graphic 4">
              <a:extLst>
                <a:ext uri="{FF2B5EF4-FFF2-40B4-BE49-F238E27FC236}">
                  <a16:creationId xmlns:a16="http://schemas.microsoft.com/office/drawing/2014/main" id="{EE41C0C0-6A6B-6B45-8235-EC5368A6090D}"/>
                </a:ext>
              </a:extLst>
            </p:cNvPr>
            <p:cNvSpPr/>
            <p:nvPr/>
          </p:nvSpPr>
          <p:spPr>
            <a:xfrm>
              <a:off x="1674163" y="1975366"/>
              <a:ext cx="43451" cy="196626"/>
            </a:xfrm>
            <a:custGeom>
              <a:avLst/>
              <a:gdLst>
                <a:gd name="connsiteX0" fmla="*/ 37062 w 43451"/>
                <a:gd name="connsiteY0" fmla="*/ 34474 h 196626"/>
                <a:gd name="connsiteX1" fmla="*/ 28116 w 43451"/>
                <a:gd name="connsiteY1" fmla="*/ 34474 h 196626"/>
                <a:gd name="connsiteX2" fmla="*/ 28116 w 43451"/>
                <a:gd name="connsiteY2" fmla="*/ 6384 h 196626"/>
                <a:gd name="connsiteX3" fmla="*/ 21726 w 43451"/>
                <a:gd name="connsiteY3" fmla="*/ 0 h 196626"/>
                <a:gd name="connsiteX4" fmla="*/ 15336 w 43451"/>
                <a:gd name="connsiteY4" fmla="*/ 6384 h 196626"/>
                <a:gd name="connsiteX5" fmla="*/ 15336 w 43451"/>
                <a:gd name="connsiteY5" fmla="*/ 34474 h 196626"/>
                <a:gd name="connsiteX6" fmla="*/ 6390 w 43451"/>
                <a:gd name="connsiteY6" fmla="*/ 34474 h 196626"/>
                <a:gd name="connsiteX7" fmla="*/ 0 w 43451"/>
                <a:gd name="connsiteY7" fmla="*/ 40858 h 196626"/>
                <a:gd name="connsiteX8" fmla="*/ 0 w 43451"/>
                <a:gd name="connsiteY8" fmla="*/ 79162 h 196626"/>
                <a:gd name="connsiteX9" fmla="*/ 6390 w 43451"/>
                <a:gd name="connsiteY9" fmla="*/ 85546 h 196626"/>
                <a:gd name="connsiteX10" fmla="*/ 15336 w 43451"/>
                <a:gd name="connsiteY10" fmla="*/ 85546 h 196626"/>
                <a:gd name="connsiteX11" fmla="*/ 15336 w 43451"/>
                <a:gd name="connsiteY11" fmla="*/ 190243 h 196626"/>
                <a:gd name="connsiteX12" fmla="*/ 21726 w 43451"/>
                <a:gd name="connsiteY12" fmla="*/ 196627 h 196626"/>
                <a:gd name="connsiteX13" fmla="*/ 28116 w 43451"/>
                <a:gd name="connsiteY13" fmla="*/ 190243 h 196626"/>
                <a:gd name="connsiteX14" fmla="*/ 28116 w 43451"/>
                <a:gd name="connsiteY14" fmla="*/ 85546 h 196626"/>
                <a:gd name="connsiteX15" fmla="*/ 37062 w 43451"/>
                <a:gd name="connsiteY15" fmla="*/ 85546 h 196626"/>
                <a:gd name="connsiteX16" fmla="*/ 43451 w 43451"/>
                <a:gd name="connsiteY16" fmla="*/ 79162 h 196626"/>
                <a:gd name="connsiteX17" fmla="*/ 43451 w 43451"/>
                <a:gd name="connsiteY17" fmla="*/ 40858 h 196626"/>
                <a:gd name="connsiteX18" fmla="*/ 37062 w 43451"/>
                <a:gd name="connsiteY18" fmla="*/ 34474 h 196626"/>
                <a:gd name="connsiteX19" fmla="*/ 30672 w 43451"/>
                <a:gd name="connsiteY19" fmla="*/ 72778 h 196626"/>
                <a:gd name="connsiteX20" fmla="*/ 12780 w 43451"/>
                <a:gd name="connsiteY20" fmla="*/ 72778 h 196626"/>
                <a:gd name="connsiteX21" fmla="*/ 12780 w 43451"/>
                <a:gd name="connsiteY21" fmla="*/ 47242 h 196626"/>
                <a:gd name="connsiteX22" fmla="*/ 30672 w 43451"/>
                <a:gd name="connsiteY22" fmla="*/ 47242 h 196626"/>
                <a:gd name="connsiteX23" fmla="*/ 30672 w 43451"/>
                <a:gd name="connsiteY23" fmla="*/ 72778 h 196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3451" h="196626">
                  <a:moveTo>
                    <a:pt x="37062" y="34474"/>
                  </a:moveTo>
                  <a:lnTo>
                    <a:pt x="28116" y="34474"/>
                  </a:lnTo>
                  <a:lnTo>
                    <a:pt x="28116" y="6384"/>
                  </a:lnTo>
                  <a:cubicBezTo>
                    <a:pt x="28116" y="2554"/>
                    <a:pt x="25560" y="0"/>
                    <a:pt x="21726" y="0"/>
                  </a:cubicBezTo>
                  <a:cubicBezTo>
                    <a:pt x="17892" y="0"/>
                    <a:pt x="15336" y="2554"/>
                    <a:pt x="15336" y="6384"/>
                  </a:cubicBezTo>
                  <a:lnTo>
                    <a:pt x="15336" y="34474"/>
                  </a:lnTo>
                  <a:lnTo>
                    <a:pt x="6390" y="34474"/>
                  </a:lnTo>
                  <a:cubicBezTo>
                    <a:pt x="2556" y="34474"/>
                    <a:pt x="0" y="37027"/>
                    <a:pt x="0" y="40858"/>
                  </a:cubicBezTo>
                  <a:lnTo>
                    <a:pt x="0" y="79162"/>
                  </a:lnTo>
                  <a:cubicBezTo>
                    <a:pt x="0" y="82992"/>
                    <a:pt x="2556" y="85546"/>
                    <a:pt x="6390" y="85546"/>
                  </a:cubicBezTo>
                  <a:lnTo>
                    <a:pt x="15336" y="85546"/>
                  </a:lnTo>
                  <a:lnTo>
                    <a:pt x="15336" y="190243"/>
                  </a:lnTo>
                  <a:cubicBezTo>
                    <a:pt x="15336" y="194073"/>
                    <a:pt x="17892" y="196627"/>
                    <a:pt x="21726" y="196627"/>
                  </a:cubicBezTo>
                  <a:cubicBezTo>
                    <a:pt x="25560" y="196627"/>
                    <a:pt x="28116" y="194073"/>
                    <a:pt x="28116" y="190243"/>
                  </a:cubicBezTo>
                  <a:lnTo>
                    <a:pt x="28116" y="85546"/>
                  </a:lnTo>
                  <a:lnTo>
                    <a:pt x="37062" y="85546"/>
                  </a:lnTo>
                  <a:cubicBezTo>
                    <a:pt x="40896" y="85546"/>
                    <a:pt x="43451" y="82992"/>
                    <a:pt x="43451" y="79162"/>
                  </a:cubicBezTo>
                  <a:lnTo>
                    <a:pt x="43451" y="40858"/>
                  </a:lnTo>
                  <a:cubicBezTo>
                    <a:pt x="43451" y="37666"/>
                    <a:pt x="40257" y="34474"/>
                    <a:pt x="37062" y="34474"/>
                  </a:cubicBezTo>
                  <a:close/>
                  <a:moveTo>
                    <a:pt x="30672" y="72778"/>
                  </a:moveTo>
                  <a:lnTo>
                    <a:pt x="12780" y="72778"/>
                  </a:lnTo>
                  <a:lnTo>
                    <a:pt x="12780" y="47242"/>
                  </a:lnTo>
                  <a:lnTo>
                    <a:pt x="30672" y="47242"/>
                  </a:lnTo>
                  <a:lnTo>
                    <a:pt x="30672" y="72778"/>
                  </a:lnTo>
                  <a:close/>
                </a:path>
              </a:pathLst>
            </a:custGeom>
            <a:solidFill>
              <a:srgbClr val="007680"/>
            </a:solidFill>
            <a:ln w="6390" cap="flat">
              <a:noFill/>
              <a:prstDash val="solid"/>
              <a:miter/>
            </a:ln>
          </p:spPr>
          <p:txBody>
            <a:bodyPr rtlCol="0" anchor="ctr"/>
            <a:lstStyle/>
            <a:p>
              <a:endParaRPr lang="en-US"/>
            </a:p>
          </p:txBody>
        </p:sp>
        <p:sp>
          <p:nvSpPr>
            <p:cNvPr id="167" name="Graphic 4">
              <a:extLst>
                <a:ext uri="{FF2B5EF4-FFF2-40B4-BE49-F238E27FC236}">
                  <a16:creationId xmlns:a16="http://schemas.microsoft.com/office/drawing/2014/main" id="{AD26B96F-E92B-F043-A3DA-09A6D91AC99A}"/>
                </a:ext>
              </a:extLst>
            </p:cNvPr>
            <p:cNvSpPr/>
            <p:nvPr/>
          </p:nvSpPr>
          <p:spPr>
            <a:xfrm>
              <a:off x="1602596" y="1975366"/>
              <a:ext cx="43451" cy="196626"/>
            </a:xfrm>
            <a:custGeom>
              <a:avLst/>
              <a:gdLst>
                <a:gd name="connsiteX0" fmla="*/ 37062 w 43451"/>
                <a:gd name="connsiteY0" fmla="*/ 72778 h 196626"/>
                <a:gd name="connsiteX1" fmla="*/ 28116 w 43451"/>
                <a:gd name="connsiteY1" fmla="*/ 72778 h 196626"/>
                <a:gd name="connsiteX2" fmla="*/ 28116 w 43451"/>
                <a:gd name="connsiteY2" fmla="*/ 6384 h 196626"/>
                <a:gd name="connsiteX3" fmla="*/ 21726 w 43451"/>
                <a:gd name="connsiteY3" fmla="*/ 0 h 196626"/>
                <a:gd name="connsiteX4" fmla="*/ 15336 w 43451"/>
                <a:gd name="connsiteY4" fmla="*/ 6384 h 196626"/>
                <a:gd name="connsiteX5" fmla="*/ 15336 w 43451"/>
                <a:gd name="connsiteY5" fmla="*/ 72778 h 196626"/>
                <a:gd name="connsiteX6" fmla="*/ 6390 w 43451"/>
                <a:gd name="connsiteY6" fmla="*/ 72778 h 196626"/>
                <a:gd name="connsiteX7" fmla="*/ 0 w 43451"/>
                <a:gd name="connsiteY7" fmla="*/ 79162 h 196626"/>
                <a:gd name="connsiteX8" fmla="*/ 0 w 43451"/>
                <a:gd name="connsiteY8" fmla="*/ 117465 h 196626"/>
                <a:gd name="connsiteX9" fmla="*/ 6390 w 43451"/>
                <a:gd name="connsiteY9" fmla="*/ 123849 h 196626"/>
                <a:gd name="connsiteX10" fmla="*/ 15336 w 43451"/>
                <a:gd name="connsiteY10" fmla="*/ 123849 h 196626"/>
                <a:gd name="connsiteX11" fmla="*/ 15336 w 43451"/>
                <a:gd name="connsiteY11" fmla="*/ 190243 h 196626"/>
                <a:gd name="connsiteX12" fmla="*/ 21726 w 43451"/>
                <a:gd name="connsiteY12" fmla="*/ 196627 h 196626"/>
                <a:gd name="connsiteX13" fmla="*/ 28116 w 43451"/>
                <a:gd name="connsiteY13" fmla="*/ 190243 h 196626"/>
                <a:gd name="connsiteX14" fmla="*/ 28116 w 43451"/>
                <a:gd name="connsiteY14" fmla="*/ 123849 h 196626"/>
                <a:gd name="connsiteX15" fmla="*/ 37062 w 43451"/>
                <a:gd name="connsiteY15" fmla="*/ 123849 h 196626"/>
                <a:gd name="connsiteX16" fmla="*/ 43452 w 43451"/>
                <a:gd name="connsiteY16" fmla="*/ 117465 h 196626"/>
                <a:gd name="connsiteX17" fmla="*/ 43452 w 43451"/>
                <a:gd name="connsiteY17" fmla="*/ 79162 h 196626"/>
                <a:gd name="connsiteX18" fmla="*/ 37062 w 43451"/>
                <a:gd name="connsiteY18" fmla="*/ 72778 h 196626"/>
                <a:gd name="connsiteX19" fmla="*/ 30672 w 43451"/>
                <a:gd name="connsiteY19" fmla="*/ 111081 h 196626"/>
                <a:gd name="connsiteX20" fmla="*/ 12780 w 43451"/>
                <a:gd name="connsiteY20" fmla="*/ 111081 h 196626"/>
                <a:gd name="connsiteX21" fmla="*/ 12780 w 43451"/>
                <a:gd name="connsiteY21" fmla="*/ 85546 h 196626"/>
                <a:gd name="connsiteX22" fmla="*/ 30672 w 43451"/>
                <a:gd name="connsiteY22" fmla="*/ 85546 h 196626"/>
                <a:gd name="connsiteX23" fmla="*/ 30672 w 43451"/>
                <a:gd name="connsiteY23" fmla="*/ 111081 h 196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3451" h="196626">
                  <a:moveTo>
                    <a:pt x="37062" y="72778"/>
                  </a:moveTo>
                  <a:lnTo>
                    <a:pt x="28116" y="72778"/>
                  </a:lnTo>
                  <a:lnTo>
                    <a:pt x="28116" y="6384"/>
                  </a:lnTo>
                  <a:cubicBezTo>
                    <a:pt x="28116" y="2554"/>
                    <a:pt x="25560" y="0"/>
                    <a:pt x="21726" y="0"/>
                  </a:cubicBezTo>
                  <a:cubicBezTo>
                    <a:pt x="17892" y="0"/>
                    <a:pt x="15336" y="2554"/>
                    <a:pt x="15336" y="6384"/>
                  </a:cubicBezTo>
                  <a:lnTo>
                    <a:pt x="15336" y="72778"/>
                  </a:lnTo>
                  <a:lnTo>
                    <a:pt x="6390" y="72778"/>
                  </a:lnTo>
                  <a:cubicBezTo>
                    <a:pt x="2556" y="72778"/>
                    <a:pt x="0" y="75331"/>
                    <a:pt x="0" y="79162"/>
                  </a:cubicBezTo>
                  <a:lnTo>
                    <a:pt x="0" y="117465"/>
                  </a:lnTo>
                  <a:cubicBezTo>
                    <a:pt x="0" y="121296"/>
                    <a:pt x="2556" y="123849"/>
                    <a:pt x="6390" y="123849"/>
                  </a:cubicBezTo>
                  <a:lnTo>
                    <a:pt x="15336" y="123849"/>
                  </a:lnTo>
                  <a:lnTo>
                    <a:pt x="15336" y="190243"/>
                  </a:lnTo>
                  <a:cubicBezTo>
                    <a:pt x="15336" y="194073"/>
                    <a:pt x="17892" y="196627"/>
                    <a:pt x="21726" y="196627"/>
                  </a:cubicBezTo>
                  <a:cubicBezTo>
                    <a:pt x="25560" y="196627"/>
                    <a:pt x="28116" y="194073"/>
                    <a:pt x="28116" y="190243"/>
                  </a:cubicBezTo>
                  <a:lnTo>
                    <a:pt x="28116" y="123849"/>
                  </a:lnTo>
                  <a:lnTo>
                    <a:pt x="37062" y="123849"/>
                  </a:lnTo>
                  <a:cubicBezTo>
                    <a:pt x="40896" y="123849"/>
                    <a:pt x="43452" y="121296"/>
                    <a:pt x="43452" y="117465"/>
                  </a:cubicBezTo>
                  <a:lnTo>
                    <a:pt x="43452" y="79162"/>
                  </a:lnTo>
                  <a:cubicBezTo>
                    <a:pt x="43452" y="75970"/>
                    <a:pt x="40896" y="72778"/>
                    <a:pt x="37062" y="72778"/>
                  </a:cubicBezTo>
                  <a:close/>
                  <a:moveTo>
                    <a:pt x="30672" y="111081"/>
                  </a:moveTo>
                  <a:lnTo>
                    <a:pt x="12780" y="111081"/>
                  </a:lnTo>
                  <a:lnTo>
                    <a:pt x="12780" y="85546"/>
                  </a:lnTo>
                  <a:lnTo>
                    <a:pt x="30672" y="85546"/>
                  </a:lnTo>
                  <a:lnTo>
                    <a:pt x="30672" y="111081"/>
                  </a:lnTo>
                  <a:close/>
                </a:path>
              </a:pathLst>
            </a:custGeom>
            <a:solidFill>
              <a:srgbClr val="007680"/>
            </a:solidFill>
            <a:ln w="6390" cap="flat">
              <a:noFill/>
              <a:prstDash val="solid"/>
              <a:miter/>
            </a:ln>
          </p:spPr>
          <p:txBody>
            <a:bodyPr rtlCol="0" anchor="ctr"/>
            <a:lstStyle/>
            <a:p>
              <a:endParaRPr lang="en-US"/>
            </a:p>
          </p:txBody>
        </p:sp>
        <p:sp>
          <p:nvSpPr>
            <p:cNvPr id="168" name="Graphic 4">
              <a:extLst>
                <a:ext uri="{FF2B5EF4-FFF2-40B4-BE49-F238E27FC236}">
                  <a16:creationId xmlns:a16="http://schemas.microsoft.com/office/drawing/2014/main" id="{22716CC6-43EE-2645-8D54-BF8A0DA086D4}"/>
                </a:ext>
              </a:extLst>
            </p:cNvPr>
            <p:cNvSpPr/>
            <p:nvPr/>
          </p:nvSpPr>
          <p:spPr>
            <a:xfrm>
              <a:off x="1745730" y="1975366"/>
              <a:ext cx="43451" cy="196626"/>
            </a:xfrm>
            <a:custGeom>
              <a:avLst/>
              <a:gdLst>
                <a:gd name="connsiteX0" fmla="*/ 37062 w 43451"/>
                <a:gd name="connsiteY0" fmla="*/ 111081 h 196626"/>
                <a:gd name="connsiteX1" fmla="*/ 28116 w 43451"/>
                <a:gd name="connsiteY1" fmla="*/ 111081 h 196626"/>
                <a:gd name="connsiteX2" fmla="*/ 28116 w 43451"/>
                <a:gd name="connsiteY2" fmla="*/ 6384 h 196626"/>
                <a:gd name="connsiteX3" fmla="*/ 21726 w 43451"/>
                <a:gd name="connsiteY3" fmla="*/ 0 h 196626"/>
                <a:gd name="connsiteX4" fmla="*/ 15336 w 43451"/>
                <a:gd name="connsiteY4" fmla="*/ 6384 h 196626"/>
                <a:gd name="connsiteX5" fmla="*/ 15336 w 43451"/>
                <a:gd name="connsiteY5" fmla="*/ 111081 h 196626"/>
                <a:gd name="connsiteX6" fmla="*/ 6390 w 43451"/>
                <a:gd name="connsiteY6" fmla="*/ 111081 h 196626"/>
                <a:gd name="connsiteX7" fmla="*/ 0 w 43451"/>
                <a:gd name="connsiteY7" fmla="*/ 117465 h 196626"/>
                <a:gd name="connsiteX8" fmla="*/ 0 w 43451"/>
                <a:gd name="connsiteY8" fmla="*/ 155769 h 196626"/>
                <a:gd name="connsiteX9" fmla="*/ 6390 w 43451"/>
                <a:gd name="connsiteY9" fmla="*/ 162153 h 196626"/>
                <a:gd name="connsiteX10" fmla="*/ 15336 w 43451"/>
                <a:gd name="connsiteY10" fmla="*/ 162153 h 196626"/>
                <a:gd name="connsiteX11" fmla="*/ 15336 w 43451"/>
                <a:gd name="connsiteY11" fmla="*/ 190243 h 196626"/>
                <a:gd name="connsiteX12" fmla="*/ 21726 w 43451"/>
                <a:gd name="connsiteY12" fmla="*/ 196627 h 196626"/>
                <a:gd name="connsiteX13" fmla="*/ 28116 w 43451"/>
                <a:gd name="connsiteY13" fmla="*/ 190243 h 196626"/>
                <a:gd name="connsiteX14" fmla="*/ 28116 w 43451"/>
                <a:gd name="connsiteY14" fmla="*/ 162153 h 196626"/>
                <a:gd name="connsiteX15" fmla="*/ 37062 w 43451"/>
                <a:gd name="connsiteY15" fmla="*/ 162153 h 196626"/>
                <a:gd name="connsiteX16" fmla="*/ 43451 w 43451"/>
                <a:gd name="connsiteY16" fmla="*/ 155769 h 196626"/>
                <a:gd name="connsiteX17" fmla="*/ 43451 w 43451"/>
                <a:gd name="connsiteY17" fmla="*/ 117465 h 196626"/>
                <a:gd name="connsiteX18" fmla="*/ 37062 w 43451"/>
                <a:gd name="connsiteY18" fmla="*/ 111081 h 196626"/>
                <a:gd name="connsiteX19" fmla="*/ 30672 w 43451"/>
                <a:gd name="connsiteY19" fmla="*/ 149385 h 196626"/>
                <a:gd name="connsiteX20" fmla="*/ 12780 w 43451"/>
                <a:gd name="connsiteY20" fmla="*/ 149385 h 196626"/>
                <a:gd name="connsiteX21" fmla="*/ 12780 w 43451"/>
                <a:gd name="connsiteY21" fmla="*/ 123849 h 196626"/>
                <a:gd name="connsiteX22" fmla="*/ 30672 w 43451"/>
                <a:gd name="connsiteY22" fmla="*/ 123849 h 196626"/>
                <a:gd name="connsiteX23" fmla="*/ 30672 w 43451"/>
                <a:gd name="connsiteY23" fmla="*/ 149385 h 196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3451" h="196626">
                  <a:moveTo>
                    <a:pt x="37062" y="111081"/>
                  </a:moveTo>
                  <a:lnTo>
                    <a:pt x="28116" y="111081"/>
                  </a:lnTo>
                  <a:lnTo>
                    <a:pt x="28116" y="6384"/>
                  </a:lnTo>
                  <a:cubicBezTo>
                    <a:pt x="28116" y="2554"/>
                    <a:pt x="25560" y="0"/>
                    <a:pt x="21726" y="0"/>
                  </a:cubicBezTo>
                  <a:cubicBezTo>
                    <a:pt x="17892" y="0"/>
                    <a:pt x="15336" y="2554"/>
                    <a:pt x="15336" y="6384"/>
                  </a:cubicBezTo>
                  <a:lnTo>
                    <a:pt x="15336" y="111081"/>
                  </a:lnTo>
                  <a:lnTo>
                    <a:pt x="6390" y="111081"/>
                  </a:lnTo>
                  <a:cubicBezTo>
                    <a:pt x="2556" y="111081"/>
                    <a:pt x="0" y="113635"/>
                    <a:pt x="0" y="117465"/>
                  </a:cubicBezTo>
                  <a:lnTo>
                    <a:pt x="0" y="155769"/>
                  </a:lnTo>
                  <a:cubicBezTo>
                    <a:pt x="0" y="159600"/>
                    <a:pt x="2556" y="162153"/>
                    <a:pt x="6390" y="162153"/>
                  </a:cubicBezTo>
                  <a:lnTo>
                    <a:pt x="15336" y="162153"/>
                  </a:lnTo>
                  <a:lnTo>
                    <a:pt x="15336" y="190243"/>
                  </a:lnTo>
                  <a:cubicBezTo>
                    <a:pt x="15336" y="194073"/>
                    <a:pt x="17892" y="196627"/>
                    <a:pt x="21726" y="196627"/>
                  </a:cubicBezTo>
                  <a:cubicBezTo>
                    <a:pt x="25560" y="196627"/>
                    <a:pt x="28116" y="194073"/>
                    <a:pt x="28116" y="190243"/>
                  </a:cubicBezTo>
                  <a:lnTo>
                    <a:pt x="28116" y="162153"/>
                  </a:lnTo>
                  <a:lnTo>
                    <a:pt x="37062" y="162153"/>
                  </a:lnTo>
                  <a:cubicBezTo>
                    <a:pt x="40896" y="162153"/>
                    <a:pt x="43451" y="159600"/>
                    <a:pt x="43451" y="155769"/>
                  </a:cubicBezTo>
                  <a:lnTo>
                    <a:pt x="43451" y="117465"/>
                  </a:lnTo>
                  <a:cubicBezTo>
                    <a:pt x="43451" y="114273"/>
                    <a:pt x="40257" y="111081"/>
                    <a:pt x="37062" y="111081"/>
                  </a:cubicBezTo>
                  <a:close/>
                  <a:moveTo>
                    <a:pt x="30672" y="149385"/>
                  </a:moveTo>
                  <a:lnTo>
                    <a:pt x="12780" y="149385"/>
                  </a:lnTo>
                  <a:lnTo>
                    <a:pt x="12780" y="123849"/>
                  </a:lnTo>
                  <a:lnTo>
                    <a:pt x="30672" y="123849"/>
                  </a:lnTo>
                  <a:lnTo>
                    <a:pt x="30672" y="149385"/>
                  </a:lnTo>
                  <a:close/>
                </a:path>
              </a:pathLst>
            </a:custGeom>
            <a:solidFill>
              <a:srgbClr val="007680"/>
            </a:solidFill>
            <a:ln w="6390" cap="flat">
              <a:noFill/>
              <a:prstDash val="solid"/>
              <a:miter/>
            </a:ln>
          </p:spPr>
          <p:txBody>
            <a:bodyPr rtlCol="0" anchor="ctr"/>
            <a:lstStyle/>
            <a:p>
              <a:endParaRPr lang="en-US"/>
            </a:p>
          </p:txBody>
        </p:sp>
      </p:grpSp>
      <p:grpSp>
        <p:nvGrpSpPr>
          <p:cNvPr id="169" name="Graphic 4">
            <a:extLst>
              <a:ext uri="{FF2B5EF4-FFF2-40B4-BE49-F238E27FC236}">
                <a16:creationId xmlns:a16="http://schemas.microsoft.com/office/drawing/2014/main" id="{26199A3E-7B08-8045-BDBF-E3CD1982AA98}"/>
              </a:ext>
            </a:extLst>
          </p:cNvPr>
          <p:cNvGrpSpPr/>
          <p:nvPr/>
        </p:nvGrpSpPr>
        <p:grpSpPr>
          <a:xfrm>
            <a:off x="1515054" y="2855717"/>
            <a:ext cx="361670" cy="361333"/>
            <a:chOff x="1515054" y="2855717"/>
            <a:chExt cx="361670" cy="361333"/>
          </a:xfrm>
          <a:solidFill>
            <a:srgbClr val="007680"/>
          </a:solidFill>
        </p:grpSpPr>
        <p:sp>
          <p:nvSpPr>
            <p:cNvPr id="170" name="Graphic 4">
              <a:extLst>
                <a:ext uri="{FF2B5EF4-FFF2-40B4-BE49-F238E27FC236}">
                  <a16:creationId xmlns:a16="http://schemas.microsoft.com/office/drawing/2014/main" id="{53A50BBA-817B-4945-94A2-FE148F1EB8A7}"/>
                </a:ext>
              </a:extLst>
            </p:cNvPr>
            <p:cNvSpPr/>
            <p:nvPr/>
          </p:nvSpPr>
          <p:spPr>
            <a:xfrm>
              <a:off x="1515054"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257"/>
                    <a:pt x="361670" y="180667"/>
                  </a:cubicBezTo>
                  <a:cubicBezTo>
                    <a:pt x="361670" y="81076"/>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171" name="Graphic 4">
              <a:extLst>
                <a:ext uri="{FF2B5EF4-FFF2-40B4-BE49-F238E27FC236}">
                  <a16:creationId xmlns:a16="http://schemas.microsoft.com/office/drawing/2014/main" id="{DD61B734-00E0-B64D-B1C3-7300BDD3D2A0}"/>
                </a:ext>
              </a:extLst>
            </p:cNvPr>
            <p:cNvSpPr/>
            <p:nvPr/>
          </p:nvSpPr>
          <p:spPr>
            <a:xfrm>
              <a:off x="1616796" y="3030163"/>
              <a:ext cx="41355" cy="38140"/>
            </a:xfrm>
            <a:custGeom>
              <a:avLst/>
              <a:gdLst>
                <a:gd name="connsiteX0" fmla="*/ 40115 w 41355"/>
                <a:gd name="connsiteY0" fmla="*/ 22181 h 38140"/>
                <a:gd name="connsiteX1" fmla="*/ 40115 w 41355"/>
                <a:gd name="connsiteY1" fmla="*/ 22181 h 38140"/>
                <a:gd name="connsiteX2" fmla="*/ 33086 w 41355"/>
                <a:gd name="connsiteY2" fmla="*/ 2390 h 38140"/>
                <a:gd name="connsiteX3" fmla="*/ 17111 w 41355"/>
                <a:gd name="connsiteY3" fmla="*/ 1114 h 38140"/>
                <a:gd name="connsiteX4" fmla="*/ 1775 w 41355"/>
                <a:gd name="connsiteY4" fmla="*/ 16435 h 38140"/>
                <a:gd name="connsiteX5" fmla="*/ 3692 w 41355"/>
                <a:gd name="connsiteY5" fmla="*/ 33672 h 38140"/>
                <a:gd name="connsiteX6" fmla="*/ 13916 w 41355"/>
                <a:gd name="connsiteY6" fmla="*/ 38141 h 38140"/>
                <a:gd name="connsiteX7" fmla="*/ 17111 w 41355"/>
                <a:gd name="connsiteY7" fmla="*/ 37502 h 38140"/>
                <a:gd name="connsiteX8" fmla="*/ 40115 w 41355"/>
                <a:gd name="connsiteY8" fmla="*/ 22181 h 38140"/>
                <a:gd name="connsiteX9" fmla="*/ 12638 w 41355"/>
                <a:gd name="connsiteY9" fmla="*/ 25373 h 38140"/>
                <a:gd name="connsiteX10" fmla="*/ 13277 w 41355"/>
                <a:gd name="connsiteY10" fmla="*/ 21542 h 38140"/>
                <a:gd name="connsiteX11" fmla="*/ 20945 w 41355"/>
                <a:gd name="connsiteY11" fmla="*/ 13243 h 38140"/>
                <a:gd name="connsiteX12" fmla="*/ 23501 w 41355"/>
                <a:gd name="connsiteY12" fmla="*/ 12605 h 38140"/>
                <a:gd name="connsiteX13" fmla="*/ 26057 w 41355"/>
                <a:gd name="connsiteY13" fmla="*/ 13243 h 38140"/>
                <a:gd name="connsiteX14" fmla="*/ 27974 w 41355"/>
                <a:gd name="connsiteY14" fmla="*/ 16435 h 38140"/>
                <a:gd name="connsiteX15" fmla="*/ 12638 w 41355"/>
                <a:gd name="connsiteY15" fmla="*/ 25373 h 3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355" h="38140">
                  <a:moveTo>
                    <a:pt x="40115" y="22181"/>
                  </a:moveTo>
                  <a:lnTo>
                    <a:pt x="40115" y="22181"/>
                  </a:lnTo>
                  <a:cubicBezTo>
                    <a:pt x="43310" y="15797"/>
                    <a:pt x="40115" y="6859"/>
                    <a:pt x="33086" y="2390"/>
                  </a:cubicBezTo>
                  <a:cubicBezTo>
                    <a:pt x="28613" y="-163"/>
                    <a:pt x="22862" y="-802"/>
                    <a:pt x="17111" y="1114"/>
                  </a:cubicBezTo>
                  <a:cubicBezTo>
                    <a:pt x="10082" y="3667"/>
                    <a:pt x="4331" y="8774"/>
                    <a:pt x="1775" y="16435"/>
                  </a:cubicBezTo>
                  <a:cubicBezTo>
                    <a:pt x="-2059" y="25373"/>
                    <a:pt x="1136" y="31118"/>
                    <a:pt x="3692" y="33672"/>
                  </a:cubicBezTo>
                  <a:cubicBezTo>
                    <a:pt x="6248" y="36864"/>
                    <a:pt x="10082" y="38141"/>
                    <a:pt x="13916" y="38141"/>
                  </a:cubicBezTo>
                  <a:cubicBezTo>
                    <a:pt x="15194" y="38141"/>
                    <a:pt x="15833" y="38141"/>
                    <a:pt x="17111" y="37502"/>
                  </a:cubicBezTo>
                  <a:cubicBezTo>
                    <a:pt x="20306" y="36864"/>
                    <a:pt x="35642" y="30480"/>
                    <a:pt x="40115" y="22181"/>
                  </a:cubicBezTo>
                  <a:close/>
                  <a:moveTo>
                    <a:pt x="12638" y="25373"/>
                  </a:moveTo>
                  <a:cubicBezTo>
                    <a:pt x="12638" y="25373"/>
                    <a:pt x="11999" y="24096"/>
                    <a:pt x="13277" y="21542"/>
                  </a:cubicBezTo>
                  <a:cubicBezTo>
                    <a:pt x="15194" y="15797"/>
                    <a:pt x="19028" y="13882"/>
                    <a:pt x="20945" y="13243"/>
                  </a:cubicBezTo>
                  <a:cubicBezTo>
                    <a:pt x="22223" y="12605"/>
                    <a:pt x="22862" y="12605"/>
                    <a:pt x="23501" y="12605"/>
                  </a:cubicBezTo>
                  <a:cubicBezTo>
                    <a:pt x="24779" y="12605"/>
                    <a:pt x="25418" y="12605"/>
                    <a:pt x="26057" y="13243"/>
                  </a:cubicBezTo>
                  <a:cubicBezTo>
                    <a:pt x="27335" y="13882"/>
                    <a:pt x="27974" y="15797"/>
                    <a:pt x="27974" y="16435"/>
                  </a:cubicBezTo>
                  <a:cubicBezTo>
                    <a:pt x="26696" y="19627"/>
                    <a:pt x="17111" y="24096"/>
                    <a:pt x="12638" y="25373"/>
                  </a:cubicBezTo>
                  <a:close/>
                </a:path>
              </a:pathLst>
            </a:custGeom>
            <a:solidFill>
              <a:srgbClr val="007680"/>
            </a:solidFill>
            <a:ln w="6390" cap="flat">
              <a:noFill/>
              <a:prstDash val="solid"/>
              <a:miter/>
            </a:ln>
          </p:spPr>
          <p:txBody>
            <a:bodyPr rtlCol="0" anchor="ctr"/>
            <a:lstStyle/>
            <a:p>
              <a:endParaRPr lang="en-US"/>
            </a:p>
          </p:txBody>
        </p:sp>
        <p:sp>
          <p:nvSpPr>
            <p:cNvPr id="172" name="Graphic 4">
              <a:extLst>
                <a:ext uri="{FF2B5EF4-FFF2-40B4-BE49-F238E27FC236}">
                  <a16:creationId xmlns:a16="http://schemas.microsoft.com/office/drawing/2014/main" id="{30870958-FBFC-1D47-B778-0430FA1E8035}"/>
                </a:ext>
              </a:extLst>
            </p:cNvPr>
            <p:cNvSpPr/>
            <p:nvPr/>
          </p:nvSpPr>
          <p:spPr>
            <a:xfrm>
              <a:off x="1587955" y="2942613"/>
              <a:ext cx="215895" cy="187615"/>
            </a:xfrm>
            <a:custGeom>
              <a:avLst/>
              <a:gdLst>
                <a:gd name="connsiteX0" fmla="*/ 195476 w 215895"/>
                <a:gd name="connsiteY0" fmla="*/ 14610 h 187615"/>
                <a:gd name="connsiteX1" fmla="*/ 159053 w 215895"/>
                <a:gd name="connsiteY1" fmla="*/ 13972 h 187615"/>
                <a:gd name="connsiteX2" fmla="*/ 125186 w 215895"/>
                <a:gd name="connsiteY2" fmla="*/ 2480 h 187615"/>
                <a:gd name="connsiteX3" fmla="*/ 109851 w 215895"/>
                <a:gd name="connsiteY3" fmla="*/ 1842 h 187615"/>
                <a:gd name="connsiteX4" fmla="*/ 94515 w 215895"/>
                <a:gd name="connsiteY4" fmla="*/ 28016 h 187615"/>
                <a:gd name="connsiteX5" fmla="*/ 81096 w 215895"/>
                <a:gd name="connsiteY5" fmla="*/ 32485 h 187615"/>
                <a:gd name="connsiteX6" fmla="*/ 50424 w 215895"/>
                <a:gd name="connsiteY6" fmla="*/ 51637 h 187615"/>
                <a:gd name="connsiteX7" fmla="*/ 15918 w 215895"/>
                <a:gd name="connsiteY7" fmla="*/ 60575 h 187615"/>
                <a:gd name="connsiteX8" fmla="*/ 2500 w 215895"/>
                <a:gd name="connsiteY8" fmla="*/ 68235 h 187615"/>
                <a:gd name="connsiteX9" fmla="*/ 21030 w 215895"/>
                <a:gd name="connsiteY9" fmla="*/ 137821 h 187615"/>
                <a:gd name="connsiteX10" fmla="*/ 88764 w 215895"/>
                <a:gd name="connsiteY10" fmla="*/ 187616 h 187615"/>
                <a:gd name="connsiteX11" fmla="*/ 107294 w 215895"/>
                <a:gd name="connsiteY11" fmla="*/ 183785 h 187615"/>
                <a:gd name="connsiteX12" fmla="*/ 133493 w 215895"/>
                <a:gd name="connsiteY12" fmla="*/ 155696 h 187615"/>
                <a:gd name="connsiteX13" fmla="*/ 134132 w 215895"/>
                <a:gd name="connsiteY13" fmla="*/ 155696 h 187615"/>
                <a:gd name="connsiteX14" fmla="*/ 141800 w 215895"/>
                <a:gd name="connsiteY14" fmla="*/ 156334 h 187615"/>
                <a:gd name="connsiteX15" fmla="*/ 207617 w 215895"/>
                <a:gd name="connsiteY15" fmla="*/ 90579 h 187615"/>
                <a:gd name="connsiteX16" fmla="*/ 210172 w 215895"/>
                <a:gd name="connsiteY16" fmla="*/ 19079 h 187615"/>
                <a:gd name="connsiteX17" fmla="*/ 195476 w 215895"/>
                <a:gd name="connsiteY17" fmla="*/ 14610 h 187615"/>
                <a:gd name="connsiteX18" fmla="*/ 86847 w 215895"/>
                <a:gd name="connsiteY18" fmla="*/ 87387 h 187615"/>
                <a:gd name="connsiteX19" fmla="*/ 86847 w 215895"/>
                <a:gd name="connsiteY19" fmla="*/ 91218 h 187615"/>
                <a:gd name="connsiteX20" fmla="*/ 84930 w 215895"/>
                <a:gd name="connsiteY20" fmla="*/ 91218 h 187615"/>
                <a:gd name="connsiteX21" fmla="*/ 84930 w 215895"/>
                <a:gd name="connsiteY21" fmla="*/ 89302 h 187615"/>
                <a:gd name="connsiteX22" fmla="*/ 86847 w 215895"/>
                <a:gd name="connsiteY22" fmla="*/ 87387 h 187615"/>
                <a:gd name="connsiteX23" fmla="*/ 102183 w 215895"/>
                <a:gd name="connsiteY23" fmla="*/ 172294 h 187615"/>
                <a:gd name="connsiteX24" fmla="*/ 32532 w 215895"/>
                <a:gd name="connsiteY24" fmla="*/ 131437 h 187615"/>
                <a:gd name="connsiteX25" fmla="*/ 13362 w 215895"/>
                <a:gd name="connsiteY25" fmla="*/ 73981 h 187615"/>
                <a:gd name="connsiteX26" fmla="*/ 16557 w 215895"/>
                <a:gd name="connsiteY26" fmla="*/ 72704 h 187615"/>
                <a:gd name="connsiteX27" fmla="*/ 55536 w 215895"/>
                <a:gd name="connsiteY27" fmla="*/ 63128 h 187615"/>
                <a:gd name="connsiteX28" fmla="*/ 90042 w 215895"/>
                <a:gd name="connsiteY28" fmla="*/ 41423 h 187615"/>
                <a:gd name="connsiteX29" fmla="*/ 91959 w 215895"/>
                <a:gd name="connsiteY29" fmla="*/ 40146 h 187615"/>
                <a:gd name="connsiteX30" fmla="*/ 88125 w 215895"/>
                <a:gd name="connsiteY30" fmla="*/ 69512 h 187615"/>
                <a:gd name="connsiteX31" fmla="*/ 88125 w 215895"/>
                <a:gd name="connsiteY31" fmla="*/ 73342 h 187615"/>
                <a:gd name="connsiteX32" fmla="*/ 73428 w 215895"/>
                <a:gd name="connsiteY32" fmla="*/ 86110 h 187615"/>
                <a:gd name="connsiteX33" fmla="*/ 81735 w 215895"/>
                <a:gd name="connsiteY33" fmla="*/ 102709 h 187615"/>
                <a:gd name="connsiteX34" fmla="*/ 85569 w 215895"/>
                <a:gd name="connsiteY34" fmla="*/ 103347 h 187615"/>
                <a:gd name="connsiteX35" fmla="*/ 89403 w 215895"/>
                <a:gd name="connsiteY35" fmla="*/ 102709 h 187615"/>
                <a:gd name="connsiteX36" fmla="*/ 93876 w 215895"/>
                <a:gd name="connsiteY36" fmla="*/ 118669 h 187615"/>
                <a:gd name="connsiteX37" fmla="*/ 80457 w 215895"/>
                <a:gd name="connsiteY37" fmla="*/ 121222 h 187615"/>
                <a:gd name="connsiteX38" fmla="*/ 61926 w 215895"/>
                <a:gd name="connsiteY38" fmla="*/ 158250 h 187615"/>
                <a:gd name="connsiteX39" fmla="*/ 68316 w 215895"/>
                <a:gd name="connsiteY39" fmla="*/ 163357 h 187615"/>
                <a:gd name="connsiteX40" fmla="*/ 69594 w 215895"/>
                <a:gd name="connsiteY40" fmla="*/ 163357 h 187615"/>
                <a:gd name="connsiteX41" fmla="*/ 74067 w 215895"/>
                <a:gd name="connsiteY41" fmla="*/ 155696 h 187615"/>
                <a:gd name="connsiteX42" fmla="*/ 85569 w 215895"/>
                <a:gd name="connsiteY42" fmla="*/ 133352 h 187615"/>
                <a:gd name="connsiteX43" fmla="*/ 101544 w 215895"/>
                <a:gd name="connsiteY43" fmla="*/ 132714 h 187615"/>
                <a:gd name="connsiteX44" fmla="*/ 121991 w 215895"/>
                <a:gd name="connsiteY44" fmla="*/ 150589 h 187615"/>
                <a:gd name="connsiteX45" fmla="*/ 102183 w 215895"/>
                <a:gd name="connsiteY45" fmla="*/ 172294 h 187615"/>
                <a:gd name="connsiteX46" fmla="*/ 195476 w 215895"/>
                <a:gd name="connsiteY46" fmla="*/ 88026 h 187615"/>
                <a:gd name="connsiteX47" fmla="*/ 136688 w 215895"/>
                <a:gd name="connsiteY47" fmla="*/ 143566 h 187615"/>
                <a:gd name="connsiteX48" fmla="*/ 100266 w 215895"/>
                <a:gd name="connsiteY48" fmla="*/ 71427 h 187615"/>
                <a:gd name="connsiteX49" fmla="*/ 115601 w 215895"/>
                <a:gd name="connsiteY49" fmla="*/ 13333 h 187615"/>
                <a:gd name="connsiteX50" fmla="*/ 116241 w 215895"/>
                <a:gd name="connsiteY50" fmla="*/ 13333 h 187615"/>
                <a:gd name="connsiteX51" fmla="*/ 118796 w 215895"/>
                <a:gd name="connsiteY51" fmla="*/ 13972 h 187615"/>
                <a:gd name="connsiteX52" fmla="*/ 156497 w 215895"/>
                <a:gd name="connsiteY52" fmla="*/ 26739 h 187615"/>
                <a:gd name="connsiteX53" fmla="*/ 196754 w 215895"/>
                <a:gd name="connsiteY53" fmla="*/ 27378 h 187615"/>
                <a:gd name="connsiteX54" fmla="*/ 199949 w 215895"/>
                <a:gd name="connsiteY54" fmla="*/ 28016 h 187615"/>
                <a:gd name="connsiteX55" fmla="*/ 195476 w 215895"/>
                <a:gd name="connsiteY55" fmla="*/ 88026 h 187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215895" h="187615">
                  <a:moveTo>
                    <a:pt x="195476" y="14610"/>
                  </a:moveTo>
                  <a:cubicBezTo>
                    <a:pt x="176945" y="17164"/>
                    <a:pt x="159053" y="13972"/>
                    <a:pt x="159053" y="13972"/>
                  </a:cubicBezTo>
                  <a:cubicBezTo>
                    <a:pt x="159053" y="13972"/>
                    <a:pt x="140522" y="11418"/>
                    <a:pt x="125186" y="2480"/>
                  </a:cubicBezTo>
                  <a:cubicBezTo>
                    <a:pt x="118157" y="-1350"/>
                    <a:pt x="113046" y="-73"/>
                    <a:pt x="109851" y="1842"/>
                  </a:cubicBezTo>
                  <a:cubicBezTo>
                    <a:pt x="103461" y="5034"/>
                    <a:pt x="98349" y="13333"/>
                    <a:pt x="94515" y="28016"/>
                  </a:cubicBezTo>
                  <a:cubicBezTo>
                    <a:pt x="90042" y="27378"/>
                    <a:pt x="85569" y="28655"/>
                    <a:pt x="81096" y="32485"/>
                  </a:cubicBezTo>
                  <a:cubicBezTo>
                    <a:pt x="67038" y="44615"/>
                    <a:pt x="50424" y="51637"/>
                    <a:pt x="50424" y="51637"/>
                  </a:cubicBezTo>
                  <a:cubicBezTo>
                    <a:pt x="50424" y="51637"/>
                    <a:pt x="33810" y="59298"/>
                    <a:pt x="15918" y="60575"/>
                  </a:cubicBezTo>
                  <a:cubicBezTo>
                    <a:pt x="8251" y="61213"/>
                    <a:pt x="4417" y="65043"/>
                    <a:pt x="2500" y="68235"/>
                  </a:cubicBezTo>
                  <a:cubicBezTo>
                    <a:pt x="-3890" y="79088"/>
                    <a:pt x="1861" y="100794"/>
                    <a:pt x="21030" y="137821"/>
                  </a:cubicBezTo>
                  <a:cubicBezTo>
                    <a:pt x="38922" y="172933"/>
                    <a:pt x="65760" y="187616"/>
                    <a:pt x="88764" y="187616"/>
                  </a:cubicBezTo>
                  <a:cubicBezTo>
                    <a:pt x="95154" y="187616"/>
                    <a:pt x="101544" y="186339"/>
                    <a:pt x="107294" y="183785"/>
                  </a:cubicBezTo>
                  <a:cubicBezTo>
                    <a:pt x="118796" y="178678"/>
                    <a:pt x="127742" y="169102"/>
                    <a:pt x="133493" y="155696"/>
                  </a:cubicBezTo>
                  <a:lnTo>
                    <a:pt x="134132" y="155696"/>
                  </a:lnTo>
                  <a:cubicBezTo>
                    <a:pt x="136688" y="156334"/>
                    <a:pt x="139244" y="156334"/>
                    <a:pt x="141800" y="156334"/>
                  </a:cubicBezTo>
                  <a:cubicBezTo>
                    <a:pt x="167360" y="156334"/>
                    <a:pt x="196115" y="135267"/>
                    <a:pt x="207617" y="90579"/>
                  </a:cubicBezTo>
                  <a:cubicBezTo>
                    <a:pt x="217840" y="49722"/>
                    <a:pt x="218480" y="28655"/>
                    <a:pt x="210172" y="19079"/>
                  </a:cubicBezTo>
                  <a:cubicBezTo>
                    <a:pt x="207617" y="16525"/>
                    <a:pt x="203144" y="13972"/>
                    <a:pt x="195476" y="14610"/>
                  </a:cubicBezTo>
                  <a:close/>
                  <a:moveTo>
                    <a:pt x="86847" y="87387"/>
                  </a:moveTo>
                  <a:cubicBezTo>
                    <a:pt x="86847" y="88664"/>
                    <a:pt x="86847" y="89941"/>
                    <a:pt x="86847" y="91218"/>
                  </a:cubicBezTo>
                  <a:cubicBezTo>
                    <a:pt x="86208" y="91218"/>
                    <a:pt x="85569" y="91218"/>
                    <a:pt x="84930" y="91218"/>
                  </a:cubicBezTo>
                  <a:cubicBezTo>
                    <a:pt x="84930" y="90579"/>
                    <a:pt x="84930" y="89941"/>
                    <a:pt x="84930" y="89302"/>
                  </a:cubicBezTo>
                  <a:cubicBezTo>
                    <a:pt x="84930" y="88664"/>
                    <a:pt x="85569" y="88026"/>
                    <a:pt x="86847" y="87387"/>
                  </a:cubicBezTo>
                  <a:close/>
                  <a:moveTo>
                    <a:pt x="102183" y="172294"/>
                  </a:moveTo>
                  <a:cubicBezTo>
                    <a:pt x="83013" y="180593"/>
                    <a:pt x="51702" y="169102"/>
                    <a:pt x="32532" y="131437"/>
                  </a:cubicBezTo>
                  <a:cubicBezTo>
                    <a:pt x="9528" y="87387"/>
                    <a:pt x="12084" y="76534"/>
                    <a:pt x="13362" y="73981"/>
                  </a:cubicBezTo>
                  <a:cubicBezTo>
                    <a:pt x="13362" y="73342"/>
                    <a:pt x="14001" y="72704"/>
                    <a:pt x="16557" y="72704"/>
                  </a:cubicBezTo>
                  <a:cubicBezTo>
                    <a:pt x="37005" y="71427"/>
                    <a:pt x="54897" y="63128"/>
                    <a:pt x="55536" y="63128"/>
                  </a:cubicBezTo>
                  <a:cubicBezTo>
                    <a:pt x="56175" y="63128"/>
                    <a:pt x="74067" y="55467"/>
                    <a:pt x="90042" y="41423"/>
                  </a:cubicBezTo>
                  <a:cubicBezTo>
                    <a:pt x="90681" y="40784"/>
                    <a:pt x="91320" y="40146"/>
                    <a:pt x="91959" y="40146"/>
                  </a:cubicBezTo>
                  <a:cubicBezTo>
                    <a:pt x="90681" y="48445"/>
                    <a:pt x="88764" y="58659"/>
                    <a:pt x="88125" y="69512"/>
                  </a:cubicBezTo>
                  <a:cubicBezTo>
                    <a:pt x="88125" y="70789"/>
                    <a:pt x="88125" y="72066"/>
                    <a:pt x="88125" y="73342"/>
                  </a:cubicBezTo>
                  <a:cubicBezTo>
                    <a:pt x="81096" y="74619"/>
                    <a:pt x="74706" y="79726"/>
                    <a:pt x="73428" y="86110"/>
                  </a:cubicBezTo>
                  <a:cubicBezTo>
                    <a:pt x="71511" y="93771"/>
                    <a:pt x="75984" y="101432"/>
                    <a:pt x="81735" y="102709"/>
                  </a:cubicBezTo>
                  <a:cubicBezTo>
                    <a:pt x="83013" y="102709"/>
                    <a:pt x="84291" y="103347"/>
                    <a:pt x="85569" y="103347"/>
                  </a:cubicBezTo>
                  <a:cubicBezTo>
                    <a:pt x="86847" y="103347"/>
                    <a:pt x="88125" y="103347"/>
                    <a:pt x="89403" y="102709"/>
                  </a:cubicBezTo>
                  <a:cubicBezTo>
                    <a:pt x="90681" y="108454"/>
                    <a:pt x="91959" y="113562"/>
                    <a:pt x="93876" y="118669"/>
                  </a:cubicBezTo>
                  <a:cubicBezTo>
                    <a:pt x="89403" y="118669"/>
                    <a:pt x="84930" y="119307"/>
                    <a:pt x="80457" y="121222"/>
                  </a:cubicBezTo>
                  <a:cubicBezTo>
                    <a:pt x="64482" y="128245"/>
                    <a:pt x="57453" y="141651"/>
                    <a:pt x="61926" y="158250"/>
                  </a:cubicBezTo>
                  <a:cubicBezTo>
                    <a:pt x="62565" y="161442"/>
                    <a:pt x="65121" y="163357"/>
                    <a:pt x="68316" y="163357"/>
                  </a:cubicBezTo>
                  <a:cubicBezTo>
                    <a:pt x="68955" y="163357"/>
                    <a:pt x="69594" y="163357"/>
                    <a:pt x="69594" y="163357"/>
                  </a:cubicBezTo>
                  <a:cubicBezTo>
                    <a:pt x="72789" y="162718"/>
                    <a:pt x="75345" y="158888"/>
                    <a:pt x="74067" y="155696"/>
                  </a:cubicBezTo>
                  <a:cubicBezTo>
                    <a:pt x="71511" y="145482"/>
                    <a:pt x="75345" y="137821"/>
                    <a:pt x="85569" y="133352"/>
                  </a:cubicBezTo>
                  <a:cubicBezTo>
                    <a:pt x="90681" y="131437"/>
                    <a:pt x="95793" y="131437"/>
                    <a:pt x="101544" y="132714"/>
                  </a:cubicBezTo>
                  <a:cubicBezTo>
                    <a:pt x="107294" y="141013"/>
                    <a:pt x="114323" y="146758"/>
                    <a:pt x="121991" y="150589"/>
                  </a:cubicBezTo>
                  <a:cubicBezTo>
                    <a:pt x="116879" y="161442"/>
                    <a:pt x="110489" y="168464"/>
                    <a:pt x="102183" y="172294"/>
                  </a:cubicBezTo>
                  <a:close/>
                  <a:moveTo>
                    <a:pt x="195476" y="88026"/>
                  </a:moveTo>
                  <a:cubicBezTo>
                    <a:pt x="185252" y="128883"/>
                    <a:pt x="157775" y="147397"/>
                    <a:pt x="136688" y="143566"/>
                  </a:cubicBezTo>
                  <a:cubicBezTo>
                    <a:pt x="116241" y="139736"/>
                    <a:pt x="96432" y="113562"/>
                    <a:pt x="100266" y="71427"/>
                  </a:cubicBezTo>
                  <a:cubicBezTo>
                    <a:pt x="105378" y="22271"/>
                    <a:pt x="113046" y="14610"/>
                    <a:pt x="115601" y="13333"/>
                  </a:cubicBezTo>
                  <a:lnTo>
                    <a:pt x="116241" y="13333"/>
                  </a:lnTo>
                  <a:cubicBezTo>
                    <a:pt x="116879" y="13333"/>
                    <a:pt x="117518" y="13333"/>
                    <a:pt x="118796" y="13972"/>
                  </a:cubicBezTo>
                  <a:cubicBezTo>
                    <a:pt x="136688" y="24186"/>
                    <a:pt x="155858" y="26739"/>
                    <a:pt x="156497" y="26739"/>
                  </a:cubicBezTo>
                  <a:cubicBezTo>
                    <a:pt x="157136" y="26739"/>
                    <a:pt x="176306" y="30570"/>
                    <a:pt x="196754" y="27378"/>
                  </a:cubicBezTo>
                  <a:cubicBezTo>
                    <a:pt x="199310" y="26739"/>
                    <a:pt x="199949" y="28016"/>
                    <a:pt x="199949" y="28016"/>
                  </a:cubicBezTo>
                  <a:cubicBezTo>
                    <a:pt x="203144" y="30570"/>
                    <a:pt x="206978" y="41423"/>
                    <a:pt x="195476" y="88026"/>
                  </a:cubicBezTo>
                  <a:close/>
                </a:path>
              </a:pathLst>
            </a:custGeom>
            <a:solidFill>
              <a:srgbClr val="007680"/>
            </a:solidFill>
            <a:ln w="6390" cap="flat">
              <a:noFill/>
              <a:prstDash val="solid"/>
              <a:miter/>
            </a:ln>
          </p:spPr>
          <p:txBody>
            <a:bodyPr rtlCol="0" anchor="ctr"/>
            <a:lstStyle/>
            <a:p>
              <a:endParaRPr lang="en-US"/>
            </a:p>
          </p:txBody>
        </p:sp>
        <p:sp>
          <p:nvSpPr>
            <p:cNvPr id="173" name="Graphic 4">
              <a:extLst>
                <a:ext uri="{FF2B5EF4-FFF2-40B4-BE49-F238E27FC236}">
                  <a16:creationId xmlns:a16="http://schemas.microsoft.com/office/drawing/2014/main" id="{9CADB584-75CF-5B4C-B371-B5FC514F96A4}"/>
                </a:ext>
              </a:extLst>
            </p:cNvPr>
            <p:cNvSpPr/>
            <p:nvPr/>
          </p:nvSpPr>
          <p:spPr>
            <a:xfrm>
              <a:off x="1694132" y="2985211"/>
              <a:ext cx="43291" cy="35851"/>
            </a:xfrm>
            <a:custGeom>
              <a:avLst/>
              <a:gdLst>
                <a:gd name="connsiteX0" fmla="*/ 29234 w 43291"/>
                <a:gd name="connsiteY0" fmla="*/ 35851 h 35851"/>
                <a:gd name="connsiteX1" fmla="*/ 30512 w 43291"/>
                <a:gd name="connsiteY1" fmla="*/ 35851 h 35851"/>
                <a:gd name="connsiteX2" fmla="*/ 43292 w 43291"/>
                <a:gd name="connsiteY2" fmla="*/ 19253 h 35851"/>
                <a:gd name="connsiteX3" fmla="*/ 35624 w 43291"/>
                <a:gd name="connsiteY3" fmla="*/ 5208 h 35851"/>
                <a:gd name="connsiteX4" fmla="*/ 13898 w 43291"/>
                <a:gd name="connsiteY4" fmla="*/ 740 h 35851"/>
                <a:gd name="connsiteX5" fmla="*/ 479 w 43291"/>
                <a:gd name="connsiteY5" fmla="*/ 11592 h 35851"/>
                <a:gd name="connsiteX6" fmla="*/ 4313 w 43291"/>
                <a:gd name="connsiteY6" fmla="*/ 24999 h 35851"/>
                <a:gd name="connsiteX7" fmla="*/ 29234 w 43291"/>
                <a:gd name="connsiteY7" fmla="*/ 35851 h 35851"/>
                <a:gd name="connsiteX8" fmla="*/ 16454 w 43291"/>
                <a:gd name="connsiteY8" fmla="*/ 12869 h 35851"/>
                <a:gd name="connsiteX9" fmla="*/ 16454 w 43291"/>
                <a:gd name="connsiteY9" fmla="*/ 12869 h 35851"/>
                <a:gd name="connsiteX10" fmla="*/ 20288 w 43291"/>
                <a:gd name="connsiteY10" fmla="*/ 12231 h 35851"/>
                <a:gd name="connsiteX11" fmla="*/ 27956 w 43291"/>
                <a:gd name="connsiteY11" fmla="*/ 14784 h 35851"/>
                <a:gd name="connsiteX12" fmla="*/ 31151 w 43291"/>
                <a:gd name="connsiteY12" fmla="*/ 19253 h 35851"/>
                <a:gd name="connsiteX13" fmla="*/ 29873 w 43291"/>
                <a:gd name="connsiteY13" fmla="*/ 22445 h 35851"/>
                <a:gd name="connsiteX14" fmla="*/ 13259 w 43291"/>
                <a:gd name="connsiteY14" fmla="*/ 14146 h 35851"/>
                <a:gd name="connsiteX15" fmla="*/ 16454 w 43291"/>
                <a:gd name="connsiteY15" fmla="*/ 12869 h 3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291" h="35851">
                  <a:moveTo>
                    <a:pt x="29234" y="35851"/>
                  </a:moveTo>
                  <a:cubicBezTo>
                    <a:pt x="29873" y="35851"/>
                    <a:pt x="29873" y="35851"/>
                    <a:pt x="30512" y="35851"/>
                  </a:cubicBezTo>
                  <a:cubicBezTo>
                    <a:pt x="37541" y="35213"/>
                    <a:pt x="43292" y="27552"/>
                    <a:pt x="43292" y="19253"/>
                  </a:cubicBezTo>
                  <a:cubicBezTo>
                    <a:pt x="43292" y="14146"/>
                    <a:pt x="40097" y="9039"/>
                    <a:pt x="35624" y="5208"/>
                  </a:cubicBezTo>
                  <a:cubicBezTo>
                    <a:pt x="29873" y="740"/>
                    <a:pt x="22205" y="-1176"/>
                    <a:pt x="13898" y="740"/>
                  </a:cubicBezTo>
                  <a:cubicBezTo>
                    <a:pt x="4313" y="2655"/>
                    <a:pt x="1118" y="8400"/>
                    <a:pt x="479" y="11592"/>
                  </a:cubicBezTo>
                  <a:cubicBezTo>
                    <a:pt x="-799" y="16061"/>
                    <a:pt x="479" y="21168"/>
                    <a:pt x="4313" y="24999"/>
                  </a:cubicBezTo>
                  <a:cubicBezTo>
                    <a:pt x="6869" y="26914"/>
                    <a:pt x="19649" y="35851"/>
                    <a:pt x="29234" y="35851"/>
                  </a:cubicBezTo>
                  <a:close/>
                  <a:moveTo>
                    <a:pt x="16454" y="12869"/>
                  </a:moveTo>
                  <a:lnTo>
                    <a:pt x="16454" y="12869"/>
                  </a:lnTo>
                  <a:cubicBezTo>
                    <a:pt x="17732" y="12869"/>
                    <a:pt x="19010" y="12231"/>
                    <a:pt x="20288" y="12231"/>
                  </a:cubicBezTo>
                  <a:cubicBezTo>
                    <a:pt x="24122" y="12231"/>
                    <a:pt x="26678" y="13508"/>
                    <a:pt x="27956" y="14784"/>
                  </a:cubicBezTo>
                  <a:cubicBezTo>
                    <a:pt x="29873" y="16061"/>
                    <a:pt x="30512" y="17976"/>
                    <a:pt x="31151" y="19253"/>
                  </a:cubicBezTo>
                  <a:cubicBezTo>
                    <a:pt x="31151" y="21168"/>
                    <a:pt x="30512" y="22445"/>
                    <a:pt x="29873" y="22445"/>
                  </a:cubicBezTo>
                  <a:cubicBezTo>
                    <a:pt x="26039" y="22445"/>
                    <a:pt x="17093" y="17338"/>
                    <a:pt x="13259" y="14146"/>
                  </a:cubicBezTo>
                  <a:cubicBezTo>
                    <a:pt x="12620" y="14146"/>
                    <a:pt x="13259" y="13508"/>
                    <a:pt x="16454" y="12869"/>
                  </a:cubicBezTo>
                  <a:close/>
                </a:path>
              </a:pathLst>
            </a:custGeom>
            <a:solidFill>
              <a:srgbClr val="007680"/>
            </a:solidFill>
            <a:ln w="6390" cap="flat">
              <a:noFill/>
              <a:prstDash val="solid"/>
              <a:miter/>
            </a:ln>
          </p:spPr>
          <p:txBody>
            <a:bodyPr rtlCol="0" anchor="ctr"/>
            <a:lstStyle/>
            <a:p>
              <a:endParaRPr lang="en-US"/>
            </a:p>
          </p:txBody>
        </p:sp>
        <p:sp>
          <p:nvSpPr>
            <p:cNvPr id="174" name="Graphic 4">
              <a:extLst>
                <a:ext uri="{FF2B5EF4-FFF2-40B4-BE49-F238E27FC236}">
                  <a16:creationId xmlns:a16="http://schemas.microsoft.com/office/drawing/2014/main" id="{A9AA3A85-29B3-0A45-8E84-2CD5ED9171FC}"/>
                </a:ext>
              </a:extLst>
            </p:cNvPr>
            <p:cNvSpPr/>
            <p:nvPr/>
          </p:nvSpPr>
          <p:spPr>
            <a:xfrm>
              <a:off x="1695889" y="3032430"/>
              <a:ext cx="73194" cy="32682"/>
            </a:xfrm>
            <a:custGeom>
              <a:avLst/>
              <a:gdLst>
                <a:gd name="connsiteX0" fmla="*/ 61343 w 73194"/>
                <a:gd name="connsiteY0" fmla="*/ 12892 h 32682"/>
                <a:gd name="connsiteX1" fmla="*/ 33867 w 73194"/>
                <a:gd name="connsiteY1" fmla="*/ 18637 h 32682"/>
                <a:gd name="connsiteX2" fmla="*/ 12141 w 73194"/>
                <a:gd name="connsiteY2" fmla="*/ 3954 h 32682"/>
                <a:gd name="connsiteX3" fmla="*/ 12141 w 73194"/>
                <a:gd name="connsiteY3" fmla="*/ 3954 h 32682"/>
                <a:gd name="connsiteX4" fmla="*/ 5112 w 73194"/>
                <a:gd name="connsiteY4" fmla="*/ 124 h 32682"/>
                <a:gd name="connsiteX5" fmla="*/ 0 w 73194"/>
                <a:gd name="connsiteY5" fmla="*/ 6508 h 32682"/>
                <a:gd name="connsiteX6" fmla="*/ 639 w 73194"/>
                <a:gd name="connsiteY6" fmla="*/ 9061 h 32682"/>
                <a:gd name="connsiteX7" fmla="*/ 639 w 73194"/>
                <a:gd name="connsiteY7" fmla="*/ 9061 h 32682"/>
                <a:gd name="connsiteX8" fmla="*/ 1278 w 73194"/>
                <a:gd name="connsiteY8" fmla="*/ 10338 h 32682"/>
                <a:gd name="connsiteX9" fmla="*/ 31950 w 73194"/>
                <a:gd name="connsiteY9" fmla="*/ 31405 h 32682"/>
                <a:gd name="connsiteX10" fmla="*/ 42813 w 73194"/>
                <a:gd name="connsiteY10" fmla="*/ 32682 h 32682"/>
                <a:gd name="connsiteX11" fmla="*/ 71567 w 73194"/>
                <a:gd name="connsiteY11" fmla="*/ 21829 h 32682"/>
                <a:gd name="connsiteX12" fmla="*/ 70928 w 73194"/>
                <a:gd name="connsiteY12" fmla="*/ 12892 h 32682"/>
                <a:gd name="connsiteX13" fmla="*/ 61343 w 73194"/>
                <a:gd name="connsiteY13" fmla="*/ 12892 h 32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3194" h="32682">
                  <a:moveTo>
                    <a:pt x="61343" y="12892"/>
                  </a:moveTo>
                  <a:cubicBezTo>
                    <a:pt x="60704" y="13530"/>
                    <a:pt x="52398" y="22468"/>
                    <a:pt x="33867" y="18637"/>
                  </a:cubicBezTo>
                  <a:cubicBezTo>
                    <a:pt x="17253" y="15445"/>
                    <a:pt x="12780" y="5231"/>
                    <a:pt x="12141" y="3954"/>
                  </a:cubicBezTo>
                  <a:lnTo>
                    <a:pt x="12141" y="3954"/>
                  </a:lnTo>
                  <a:cubicBezTo>
                    <a:pt x="10863" y="1401"/>
                    <a:pt x="8307" y="-515"/>
                    <a:pt x="5112" y="124"/>
                  </a:cubicBezTo>
                  <a:cubicBezTo>
                    <a:pt x="1917" y="762"/>
                    <a:pt x="0" y="3316"/>
                    <a:pt x="0" y="6508"/>
                  </a:cubicBezTo>
                  <a:cubicBezTo>
                    <a:pt x="0" y="7146"/>
                    <a:pt x="0" y="7785"/>
                    <a:pt x="639" y="9061"/>
                  </a:cubicBezTo>
                  <a:lnTo>
                    <a:pt x="639" y="9061"/>
                  </a:lnTo>
                  <a:cubicBezTo>
                    <a:pt x="639" y="9700"/>
                    <a:pt x="1278" y="9700"/>
                    <a:pt x="1278" y="10338"/>
                  </a:cubicBezTo>
                  <a:cubicBezTo>
                    <a:pt x="3834" y="16722"/>
                    <a:pt x="12780" y="27575"/>
                    <a:pt x="31950" y="31405"/>
                  </a:cubicBezTo>
                  <a:cubicBezTo>
                    <a:pt x="35784" y="32044"/>
                    <a:pt x="39618" y="32682"/>
                    <a:pt x="42813" y="32682"/>
                  </a:cubicBezTo>
                  <a:cubicBezTo>
                    <a:pt x="61343" y="32682"/>
                    <a:pt x="70928" y="21829"/>
                    <a:pt x="71567" y="21829"/>
                  </a:cubicBezTo>
                  <a:cubicBezTo>
                    <a:pt x="74123" y="19276"/>
                    <a:pt x="73484" y="15445"/>
                    <a:pt x="70928" y="12892"/>
                  </a:cubicBezTo>
                  <a:cubicBezTo>
                    <a:pt x="67733" y="10338"/>
                    <a:pt x="63260" y="10338"/>
                    <a:pt x="61343" y="12892"/>
                  </a:cubicBezTo>
                  <a:close/>
                </a:path>
              </a:pathLst>
            </a:custGeom>
            <a:solidFill>
              <a:srgbClr val="007680"/>
            </a:solidFill>
            <a:ln w="6390" cap="flat">
              <a:noFill/>
              <a:prstDash val="solid"/>
              <a:miter/>
            </a:ln>
          </p:spPr>
          <p:txBody>
            <a:bodyPr rtlCol="0" anchor="ctr"/>
            <a:lstStyle/>
            <a:p>
              <a:endParaRPr lang="en-US"/>
            </a:p>
          </p:txBody>
        </p:sp>
        <p:sp>
          <p:nvSpPr>
            <p:cNvPr id="175" name="Graphic 4">
              <a:extLst>
                <a:ext uri="{FF2B5EF4-FFF2-40B4-BE49-F238E27FC236}">
                  <a16:creationId xmlns:a16="http://schemas.microsoft.com/office/drawing/2014/main" id="{D9EA7CAA-B2AD-1F4B-A734-AF3062D52A2B}"/>
                </a:ext>
              </a:extLst>
            </p:cNvPr>
            <p:cNvSpPr/>
            <p:nvPr/>
          </p:nvSpPr>
          <p:spPr>
            <a:xfrm>
              <a:off x="1739243" y="2993232"/>
              <a:ext cx="44188" cy="33576"/>
            </a:xfrm>
            <a:custGeom>
              <a:avLst/>
              <a:gdLst>
                <a:gd name="connsiteX0" fmla="*/ 35242 w 44188"/>
                <a:gd name="connsiteY0" fmla="*/ 4210 h 33576"/>
                <a:gd name="connsiteX1" fmla="*/ 13516 w 44188"/>
                <a:gd name="connsiteY1" fmla="*/ 1018 h 33576"/>
                <a:gd name="connsiteX2" fmla="*/ 1375 w 44188"/>
                <a:gd name="connsiteY2" fmla="*/ 11871 h 33576"/>
                <a:gd name="connsiteX3" fmla="*/ 7126 w 44188"/>
                <a:gd name="connsiteY3" fmla="*/ 31661 h 33576"/>
                <a:gd name="connsiteX4" fmla="*/ 16711 w 44188"/>
                <a:gd name="connsiteY4" fmla="*/ 33576 h 33576"/>
                <a:gd name="connsiteX5" fmla="*/ 35881 w 44188"/>
                <a:gd name="connsiteY5" fmla="*/ 30384 h 33576"/>
                <a:gd name="connsiteX6" fmla="*/ 35881 w 44188"/>
                <a:gd name="connsiteY6" fmla="*/ 30384 h 33576"/>
                <a:gd name="connsiteX7" fmla="*/ 44188 w 44188"/>
                <a:gd name="connsiteY7" fmla="*/ 19531 h 33576"/>
                <a:gd name="connsiteX8" fmla="*/ 35242 w 44188"/>
                <a:gd name="connsiteY8" fmla="*/ 4210 h 33576"/>
                <a:gd name="connsiteX9" fmla="*/ 30769 w 44188"/>
                <a:gd name="connsiteY9" fmla="*/ 18255 h 33576"/>
                <a:gd name="connsiteX10" fmla="*/ 12877 w 44188"/>
                <a:gd name="connsiteY10" fmla="*/ 20170 h 33576"/>
                <a:gd name="connsiteX11" fmla="*/ 12877 w 44188"/>
                <a:gd name="connsiteY11" fmla="*/ 16339 h 33576"/>
                <a:gd name="connsiteX12" fmla="*/ 17350 w 44188"/>
                <a:gd name="connsiteY12" fmla="*/ 13147 h 33576"/>
                <a:gd name="connsiteX13" fmla="*/ 28213 w 44188"/>
                <a:gd name="connsiteY13" fmla="*/ 15063 h 33576"/>
                <a:gd name="connsiteX14" fmla="*/ 30769 w 44188"/>
                <a:gd name="connsiteY14" fmla="*/ 18255 h 33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188" h="33576">
                  <a:moveTo>
                    <a:pt x="35242" y="4210"/>
                  </a:moveTo>
                  <a:cubicBezTo>
                    <a:pt x="28213" y="-259"/>
                    <a:pt x="20545" y="-897"/>
                    <a:pt x="13516" y="1018"/>
                  </a:cubicBezTo>
                  <a:cubicBezTo>
                    <a:pt x="7765" y="2933"/>
                    <a:pt x="3293" y="6763"/>
                    <a:pt x="1375" y="11871"/>
                  </a:cubicBezTo>
                  <a:cubicBezTo>
                    <a:pt x="-1819" y="19531"/>
                    <a:pt x="736" y="29107"/>
                    <a:pt x="7126" y="31661"/>
                  </a:cubicBezTo>
                  <a:cubicBezTo>
                    <a:pt x="9683" y="32938"/>
                    <a:pt x="13516" y="33576"/>
                    <a:pt x="16711" y="33576"/>
                  </a:cubicBezTo>
                  <a:cubicBezTo>
                    <a:pt x="24379" y="33576"/>
                    <a:pt x="33325" y="31023"/>
                    <a:pt x="35881" y="30384"/>
                  </a:cubicBezTo>
                  <a:lnTo>
                    <a:pt x="35881" y="30384"/>
                  </a:lnTo>
                  <a:cubicBezTo>
                    <a:pt x="40354" y="28469"/>
                    <a:pt x="43549" y="24000"/>
                    <a:pt x="44188" y="19531"/>
                  </a:cubicBezTo>
                  <a:cubicBezTo>
                    <a:pt x="44188" y="15701"/>
                    <a:pt x="43549" y="9317"/>
                    <a:pt x="35242" y="4210"/>
                  </a:cubicBezTo>
                  <a:close/>
                  <a:moveTo>
                    <a:pt x="30769" y="18255"/>
                  </a:moveTo>
                  <a:cubicBezTo>
                    <a:pt x="26935" y="20170"/>
                    <a:pt x="16711" y="21447"/>
                    <a:pt x="12877" y="20170"/>
                  </a:cubicBezTo>
                  <a:cubicBezTo>
                    <a:pt x="12877" y="19531"/>
                    <a:pt x="12238" y="18255"/>
                    <a:pt x="12877" y="16339"/>
                  </a:cubicBezTo>
                  <a:cubicBezTo>
                    <a:pt x="13516" y="15063"/>
                    <a:pt x="14794" y="13786"/>
                    <a:pt x="17350" y="13147"/>
                  </a:cubicBezTo>
                  <a:cubicBezTo>
                    <a:pt x="19267" y="12509"/>
                    <a:pt x="23101" y="11871"/>
                    <a:pt x="28213" y="15063"/>
                  </a:cubicBezTo>
                  <a:cubicBezTo>
                    <a:pt x="30769" y="16339"/>
                    <a:pt x="31408" y="17616"/>
                    <a:pt x="30769" y="18255"/>
                  </a:cubicBezTo>
                  <a:close/>
                </a:path>
              </a:pathLst>
            </a:custGeom>
            <a:solidFill>
              <a:srgbClr val="007680"/>
            </a:solidFill>
            <a:ln w="6390" cap="flat">
              <a:noFill/>
              <a:prstDash val="solid"/>
              <a:miter/>
            </a:ln>
          </p:spPr>
          <p:txBody>
            <a:bodyPr rtlCol="0" anchor="ctr"/>
            <a:lstStyle/>
            <a:p>
              <a:endParaRPr lang="en-US"/>
            </a:p>
          </p:txBody>
        </p:sp>
      </p:grpSp>
      <p:grpSp>
        <p:nvGrpSpPr>
          <p:cNvPr id="176" name="Graphic 4">
            <a:extLst>
              <a:ext uri="{FF2B5EF4-FFF2-40B4-BE49-F238E27FC236}">
                <a16:creationId xmlns:a16="http://schemas.microsoft.com/office/drawing/2014/main" id="{34841856-3AC6-414A-ADB9-40522D5CF967}"/>
              </a:ext>
            </a:extLst>
          </p:cNvPr>
          <p:cNvGrpSpPr/>
          <p:nvPr/>
        </p:nvGrpSpPr>
        <p:grpSpPr>
          <a:xfrm>
            <a:off x="1515054" y="918179"/>
            <a:ext cx="361670" cy="361333"/>
            <a:chOff x="1515054" y="918179"/>
            <a:chExt cx="361670" cy="361333"/>
          </a:xfrm>
          <a:solidFill>
            <a:srgbClr val="007680"/>
          </a:solidFill>
        </p:grpSpPr>
        <p:sp>
          <p:nvSpPr>
            <p:cNvPr id="177" name="Graphic 4">
              <a:extLst>
                <a:ext uri="{FF2B5EF4-FFF2-40B4-BE49-F238E27FC236}">
                  <a16:creationId xmlns:a16="http://schemas.microsoft.com/office/drawing/2014/main" id="{98CCBA8E-D495-0C43-B29D-1C11807ADE0E}"/>
                </a:ext>
              </a:extLst>
            </p:cNvPr>
            <p:cNvSpPr/>
            <p:nvPr/>
          </p:nvSpPr>
          <p:spPr>
            <a:xfrm>
              <a:off x="1515054"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178" name="Graphic 4">
              <a:extLst>
                <a:ext uri="{FF2B5EF4-FFF2-40B4-BE49-F238E27FC236}">
                  <a16:creationId xmlns:a16="http://schemas.microsoft.com/office/drawing/2014/main" id="{EDF18B9A-0777-B54A-9B7A-BE7EF5D4C01D}"/>
                </a:ext>
              </a:extLst>
            </p:cNvPr>
            <p:cNvSpPr/>
            <p:nvPr/>
          </p:nvSpPr>
          <p:spPr>
            <a:xfrm>
              <a:off x="1571924" y="996063"/>
              <a:ext cx="247290" cy="193434"/>
            </a:xfrm>
            <a:custGeom>
              <a:avLst/>
              <a:gdLst>
                <a:gd name="connsiteX0" fmla="*/ 227482 w 247290"/>
                <a:gd name="connsiteY0" fmla="*/ 118104 h 193434"/>
                <a:gd name="connsiteX1" fmla="*/ 227482 w 247290"/>
                <a:gd name="connsiteY1" fmla="*/ 104059 h 193434"/>
                <a:gd name="connsiteX2" fmla="*/ 123326 w 247290"/>
                <a:gd name="connsiteY2" fmla="*/ 0 h 193434"/>
                <a:gd name="connsiteX3" fmla="*/ 19170 w 247290"/>
                <a:gd name="connsiteY3" fmla="*/ 104059 h 193434"/>
                <a:gd name="connsiteX4" fmla="*/ 19170 w 247290"/>
                <a:gd name="connsiteY4" fmla="*/ 120019 h 193434"/>
                <a:gd name="connsiteX5" fmla="*/ 0 w 247290"/>
                <a:gd name="connsiteY5" fmla="*/ 150024 h 193434"/>
                <a:gd name="connsiteX6" fmla="*/ 30672 w 247290"/>
                <a:gd name="connsiteY6" fmla="*/ 183220 h 193434"/>
                <a:gd name="connsiteX7" fmla="*/ 48564 w 247290"/>
                <a:gd name="connsiteY7" fmla="*/ 193435 h 193434"/>
                <a:gd name="connsiteX8" fmla="*/ 70289 w 247290"/>
                <a:gd name="connsiteY8" fmla="*/ 193435 h 193434"/>
                <a:gd name="connsiteX9" fmla="*/ 76679 w 247290"/>
                <a:gd name="connsiteY9" fmla="*/ 187051 h 193434"/>
                <a:gd name="connsiteX10" fmla="*/ 76679 w 247290"/>
                <a:gd name="connsiteY10" fmla="*/ 113635 h 193434"/>
                <a:gd name="connsiteX11" fmla="*/ 70289 w 247290"/>
                <a:gd name="connsiteY11" fmla="*/ 107251 h 193434"/>
                <a:gd name="connsiteX12" fmla="*/ 48564 w 247290"/>
                <a:gd name="connsiteY12" fmla="*/ 107251 h 193434"/>
                <a:gd name="connsiteX13" fmla="*/ 31950 w 247290"/>
                <a:gd name="connsiteY13" fmla="*/ 115550 h 193434"/>
                <a:gd name="connsiteX14" fmla="*/ 31950 w 247290"/>
                <a:gd name="connsiteY14" fmla="*/ 104697 h 193434"/>
                <a:gd name="connsiteX15" fmla="*/ 123326 w 247290"/>
                <a:gd name="connsiteY15" fmla="*/ 13406 h 193434"/>
                <a:gd name="connsiteX16" fmla="*/ 214702 w 247290"/>
                <a:gd name="connsiteY16" fmla="*/ 104697 h 193434"/>
                <a:gd name="connsiteX17" fmla="*/ 214702 w 247290"/>
                <a:gd name="connsiteY17" fmla="*/ 114912 h 193434"/>
                <a:gd name="connsiteX18" fmla="*/ 198727 w 247290"/>
                <a:gd name="connsiteY18" fmla="*/ 107251 h 193434"/>
                <a:gd name="connsiteX19" fmla="*/ 177001 w 247290"/>
                <a:gd name="connsiteY19" fmla="*/ 107251 h 193434"/>
                <a:gd name="connsiteX20" fmla="*/ 170611 w 247290"/>
                <a:gd name="connsiteY20" fmla="*/ 113635 h 193434"/>
                <a:gd name="connsiteX21" fmla="*/ 170611 w 247290"/>
                <a:gd name="connsiteY21" fmla="*/ 187051 h 193434"/>
                <a:gd name="connsiteX22" fmla="*/ 177001 w 247290"/>
                <a:gd name="connsiteY22" fmla="*/ 193435 h 193434"/>
                <a:gd name="connsiteX23" fmla="*/ 198727 w 247290"/>
                <a:gd name="connsiteY23" fmla="*/ 193435 h 193434"/>
                <a:gd name="connsiteX24" fmla="*/ 216619 w 247290"/>
                <a:gd name="connsiteY24" fmla="*/ 183859 h 193434"/>
                <a:gd name="connsiteX25" fmla="*/ 219175 w 247290"/>
                <a:gd name="connsiteY25" fmla="*/ 183859 h 193434"/>
                <a:gd name="connsiteX26" fmla="*/ 247291 w 247290"/>
                <a:gd name="connsiteY26" fmla="*/ 155769 h 193434"/>
                <a:gd name="connsiteX27" fmla="*/ 247291 w 247290"/>
                <a:gd name="connsiteY27" fmla="*/ 145555 h 193434"/>
                <a:gd name="connsiteX28" fmla="*/ 227482 w 247290"/>
                <a:gd name="connsiteY28" fmla="*/ 118104 h 193434"/>
                <a:gd name="connsiteX29" fmla="*/ 13419 w 247290"/>
                <a:gd name="connsiteY29" fmla="*/ 150024 h 193434"/>
                <a:gd name="connsiteX30" fmla="*/ 27477 w 247290"/>
                <a:gd name="connsiteY30" fmla="*/ 130233 h 193434"/>
                <a:gd name="connsiteX31" fmla="*/ 27477 w 247290"/>
                <a:gd name="connsiteY31" fmla="*/ 169814 h 193434"/>
                <a:gd name="connsiteX32" fmla="*/ 13419 w 247290"/>
                <a:gd name="connsiteY32" fmla="*/ 150024 h 193434"/>
                <a:gd name="connsiteX33" fmla="*/ 49202 w 247290"/>
                <a:gd name="connsiteY33" fmla="*/ 119381 h 193434"/>
                <a:gd name="connsiteX34" fmla="*/ 64538 w 247290"/>
                <a:gd name="connsiteY34" fmla="*/ 119381 h 193434"/>
                <a:gd name="connsiteX35" fmla="*/ 64538 w 247290"/>
                <a:gd name="connsiteY35" fmla="*/ 180028 h 193434"/>
                <a:gd name="connsiteX36" fmla="*/ 49202 w 247290"/>
                <a:gd name="connsiteY36" fmla="*/ 180028 h 193434"/>
                <a:gd name="connsiteX37" fmla="*/ 40257 w 247290"/>
                <a:gd name="connsiteY37" fmla="*/ 171091 h 193434"/>
                <a:gd name="connsiteX38" fmla="*/ 40257 w 247290"/>
                <a:gd name="connsiteY38" fmla="*/ 127680 h 193434"/>
                <a:gd name="connsiteX39" fmla="*/ 49202 w 247290"/>
                <a:gd name="connsiteY39" fmla="*/ 119381 h 193434"/>
                <a:gd name="connsiteX40" fmla="*/ 198727 w 247290"/>
                <a:gd name="connsiteY40" fmla="*/ 180028 h 193434"/>
                <a:gd name="connsiteX41" fmla="*/ 183391 w 247290"/>
                <a:gd name="connsiteY41" fmla="*/ 180028 h 193434"/>
                <a:gd name="connsiteX42" fmla="*/ 183391 w 247290"/>
                <a:gd name="connsiteY42" fmla="*/ 119381 h 193434"/>
                <a:gd name="connsiteX43" fmla="*/ 198727 w 247290"/>
                <a:gd name="connsiteY43" fmla="*/ 119381 h 193434"/>
                <a:gd name="connsiteX44" fmla="*/ 207673 w 247290"/>
                <a:gd name="connsiteY44" fmla="*/ 128318 h 193434"/>
                <a:gd name="connsiteX45" fmla="*/ 207673 w 247290"/>
                <a:gd name="connsiteY45" fmla="*/ 171729 h 193434"/>
                <a:gd name="connsiteX46" fmla="*/ 198727 w 247290"/>
                <a:gd name="connsiteY46" fmla="*/ 180028 h 193434"/>
                <a:gd name="connsiteX47" fmla="*/ 234511 w 247290"/>
                <a:gd name="connsiteY47" fmla="*/ 155131 h 193434"/>
                <a:gd name="connsiteX48" fmla="*/ 220453 w 247290"/>
                <a:gd name="connsiteY48" fmla="*/ 170452 h 193434"/>
                <a:gd name="connsiteX49" fmla="*/ 220453 w 247290"/>
                <a:gd name="connsiteY49" fmla="*/ 129595 h 193434"/>
                <a:gd name="connsiteX50" fmla="*/ 234511 w 247290"/>
                <a:gd name="connsiteY50" fmla="*/ 144916 h 193434"/>
                <a:gd name="connsiteX51" fmla="*/ 234511 w 247290"/>
                <a:gd name="connsiteY51" fmla="*/ 155131 h 19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47290" h="193434">
                  <a:moveTo>
                    <a:pt x="227482" y="118104"/>
                  </a:moveTo>
                  <a:lnTo>
                    <a:pt x="227482" y="104059"/>
                  </a:lnTo>
                  <a:cubicBezTo>
                    <a:pt x="227482" y="46603"/>
                    <a:pt x="180835" y="0"/>
                    <a:pt x="123326" y="0"/>
                  </a:cubicBezTo>
                  <a:cubicBezTo>
                    <a:pt x="65816" y="0"/>
                    <a:pt x="19170" y="46603"/>
                    <a:pt x="19170" y="104059"/>
                  </a:cubicBezTo>
                  <a:lnTo>
                    <a:pt x="19170" y="120019"/>
                  </a:lnTo>
                  <a:cubicBezTo>
                    <a:pt x="7668" y="125126"/>
                    <a:pt x="0" y="136617"/>
                    <a:pt x="0" y="150024"/>
                  </a:cubicBezTo>
                  <a:cubicBezTo>
                    <a:pt x="0" y="167260"/>
                    <a:pt x="13419" y="181944"/>
                    <a:pt x="30672" y="183220"/>
                  </a:cubicBezTo>
                  <a:cubicBezTo>
                    <a:pt x="34506" y="188966"/>
                    <a:pt x="40896" y="193435"/>
                    <a:pt x="48564" y="193435"/>
                  </a:cubicBezTo>
                  <a:lnTo>
                    <a:pt x="70289" y="193435"/>
                  </a:lnTo>
                  <a:cubicBezTo>
                    <a:pt x="74123" y="193435"/>
                    <a:pt x="76679" y="190881"/>
                    <a:pt x="76679" y="187051"/>
                  </a:cubicBezTo>
                  <a:lnTo>
                    <a:pt x="76679" y="113635"/>
                  </a:lnTo>
                  <a:cubicBezTo>
                    <a:pt x="76679" y="109805"/>
                    <a:pt x="74123" y="107251"/>
                    <a:pt x="70289" y="107251"/>
                  </a:cubicBezTo>
                  <a:lnTo>
                    <a:pt x="48564" y="107251"/>
                  </a:lnTo>
                  <a:cubicBezTo>
                    <a:pt x="41535" y="107251"/>
                    <a:pt x="35784" y="110443"/>
                    <a:pt x="31950" y="115550"/>
                  </a:cubicBezTo>
                  <a:lnTo>
                    <a:pt x="31950" y="104697"/>
                  </a:lnTo>
                  <a:cubicBezTo>
                    <a:pt x="31950" y="54264"/>
                    <a:pt x="72845" y="13406"/>
                    <a:pt x="123326" y="13406"/>
                  </a:cubicBezTo>
                  <a:cubicBezTo>
                    <a:pt x="173806" y="13406"/>
                    <a:pt x="214702" y="54264"/>
                    <a:pt x="214702" y="104697"/>
                  </a:cubicBezTo>
                  <a:lnTo>
                    <a:pt x="214702" y="114912"/>
                  </a:lnTo>
                  <a:cubicBezTo>
                    <a:pt x="210868" y="110443"/>
                    <a:pt x="205117" y="107251"/>
                    <a:pt x="198727" y="107251"/>
                  </a:cubicBezTo>
                  <a:lnTo>
                    <a:pt x="177001" y="107251"/>
                  </a:lnTo>
                  <a:cubicBezTo>
                    <a:pt x="173167" y="107251"/>
                    <a:pt x="170611" y="109805"/>
                    <a:pt x="170611" y="113635"/>
                  </a:cubicBezTo>
                  <a:lnTo>
                    <a:pt x="170611" y="187051"/>
                  </a:lnTo>
                  <a:cubicBezTo>
                    <a:pt x="170611" y="190881"/>
                    <a:pt x="173167" y="193435"/>
                    <a:pt x="177001" y="193435"/>
                  </a:cubicBezTo>
                  <a:lnTo>
                    <a:pt x="198727" y="193435"/>
                  </a:lnTo>
                  <a:cubicBezTo>
                    <a:pt x="206395" y="193435"/>
                    <a:pt x="212785" y="189604"/>
                    <a:pt x="216619" y="183859"/>
                  </a:cubicBezTo>
                  <a:lnTo>
                    <a:pt x="219175" y="183859"/>
                  </a:lnTo>
                  <a:cubicBezTo>
                    <a:pt x="234511" y="183859"/>
                    <a:pt x="247291" y="171091"/>
                    <a:pt x="247291" y="155769"/>
                  </a:cubicBezTo>
                  <a:lnTo>
                    <a:pt x="247291" y="145555"/>
                  </a:lnTo>
                  <a:cubicBezTo>
                    <a:pt x="247291" y="132149"/>
                    <a:pt x="238984" y="121296"/>
                    <a:pt x="227482" y="118104"/>
                  </a:cubicBezTo>
                  <a:close/>
                  <a:moveTo>
                    <a:pt x="13419" y="150024"/>
                  </a:moveTo>
                  <a:cubicBezTo>
                    <a:pt x="13419" y="141086"/>
                    <a:pt x="19170" y="132787"/>
                    <a:pt x="27477" y="130233"/>
                  </a:cubicBezTo>
                  <a:lnTo>
                    <a:pt x="27477" y="169814"/>
                  </a:lnTo>
                  <a:cubicBezTo>
                    <a:pt x="19170" y="166622"/>
                    <a:pt x="13419" y="158961"/>
                    <a:pt x="13419" y="150024"/>
                  </a:cubicBezTo>
                  <a:close/>
                  <a:moveTo>
                    <a:pt x="49202" y="119381"/>
                  </a:moveTo>
                  <a:lnTo>
                    <a:pt x="64538" y="119381"/>
                  </a:lnTo>
                  <a:lnTo>
                    <a:pt x="64538" y="180028"/>
                  </a:lnTo>
                  <a:lnTo>
                    <a:pt x="49202" y="180028"/>
                  </a:lnTo>
                  <a:cubicBezTo>
                    <a:pt x="44730" y="180028"/>
                    <a:pt x="40257" y="176198"/>
                    <a:pt x="40257" y="171091"/>
                  </a:cubicBezTo>
                  <a:lnTo>
                    <a:pt x="40257" y="127680"/>
                  </a:lnTo>
                  <a:cubicBezTo>
                    <a:pt x="40257" y="123211"/>
                    <a:pt x="44091" y="119381"/>
                    <a:pt x="49202" y="119381"/>
                  </a:cubicBezTo>
                  <a:close/>
                  <a:moveTo>
                    <a:pt x="198727" y="180028"/>
                  </a:moveTo>
                  <a:lnTo>
                    <a:pt x="183391" y="180028"/>
                  </a:lnTo>
                  <a:lnTo>
                    <a:pt x="183391" y="119381"/>
                  </a:lnTo>
                  <a:lnTo>
                    <a:pt x="198727" y="119381"/>
                  </a:lnTo>
                  <a:cubicBezTo>
                    <a:pt x="203200" y="119381"/>
                    <a:pt x="207673" y="123211"/>
                    <a:pt x="207673" y="128318"/>
                  </a:cubicBezTo>
                  <a:lnTo>
                    <a:pt x="207673" y="171729"/>
                  </a:lnTo>
                  <a:cubicBezTo>
                    <a:pt x="207034" y="176198"/>
                    <a:pt x="203200" y="180028"/>
                    <a:pt x="198727" y="180028"/>
                  </a:cubicBezTo>
                  <a:close/>
                  <a:moveTo>
                    <a:pt x="234511" y="155131"/>
                  </a:moveTo>
                  <a:cubicBezTo>
                    <a:pt x="234511" y="163430"/>
                    <a:pt x="228121" y="169814"/>
                    <a:pt x="220453" y="170452"/>
                  </a:cubicBezTo>
                  <a:lnTo>
                    <a:pt x="220453" y="129595"/>
                  </a:lnTo>
                  <a:cubicBezTo>
                    <a:pt x="228760" y="130233"/>
                    <a:pt x="234511" y="136617"/>
                    <a:pt x="234511" y="144916"/>
                  </a:cubicBezTo>
                  <a:lnTo>
                    <a:pt x="234511" y="155131"/>
                  </a:lnTo>
                  <a:close/>
                </a:path>
              </a:pathLst>
            </a:custGeom>
            <a:solidFill>
              <a:srgbClr val="007680"/>
            </a:solidFill>
            <a:ln w="6390" cap="flat">
              <a:noFill/>
              <a:prstDash val="solid"/>
              <a:miter/>
            </a:ln>
          </p:spPr>
          <p:txBody>
            <a:bodyPr rtlCol="0" anchor="ctr"/>
            <a:lstStyle/>
            <a:p>
              <a:endParaRPr lang="en-US"/>
            </a:p>
          </p:txBody>
        </p:sp>
        <p:sp>
          <p:nvSpPr>
            <p:cNvPr id="179" name="Graphic 4">
              <a:extLst>
                <a:ext uri="{FF2B5EF4-FFF2-40B4-BE49-F238E27FC236}">
                  <a16:creationId xmlns:a16="http://schemas.microsoft.com/office/drawing/2014/main" id="{994E6EA0-B9E4-534A-9B3D-730C47E07211}"/>
                </a:ext>
              </a:extLst>
            </p:cNvPr>
            <p:cNvSpPr/>
            <p:nvPr/>
          </p:nvSpPr>
          <p:spPr>
            <a:xfrm>
              <a:off x="1610805" y="1015215"/>
              <a:ext cx="168153" cy="82991"/>
            </a:xfrm>
            <a:custGeom>
              <a:avLst/>
              <a:gdLst>
                <a:gd name="connsiteX0" fmla="*/ 155373 w 168153"/>
                <a:gd name="connsiteY0" fmla="*/ 75969 h 82991"/>
                <a:gd name="connsiteX1" fmla="*/ 161763 w 168153"/>
                <a:gd name="connsiteY1" fmla="*/ 82353 h 82991"/>
                <a:gd name="connsiteX2" fmla="*/ 168153 w 168153"/>
                <a:gd name="connsiteY2" fmla="*/ 75969 h 82991"/>
                <a:gd name="connsiteX3" fmla="*/ 146427 w 168153"/>
                <a:gd name="connsiteY3" fmla="*/ 26174 h 82991"/>
                <a:gd name="connsiteX4" fmla="*/ 145149 w 168153"/>
                <a:gd name="connsiteY4" fmla="*/ 25536 h 82991"/>
                <a:gd name="connsiteX5" fmla="*/ 144510 w 168153"/>
                <a:gd name="connsiteY5" fmla="*/ 24898 h 82991"/>
                <a:gd name="connsiteX6" fmla="*/ 141954 w 168153"/>
                <a:gd name="connsiteY6" fmla="*/ 22344 h 82991"/>
                <a:gd name="connsiteX7" fmla="*/ 140676 w 168153"/>
                <a:gd name="connsiteY7" fmla="*/ 21067 h 82991"/>
                <a:gd name="connsiteX8" fmla="*/ 84445 w 168153"/>
                <a:gd name="connsiteY8" fmla="*/ 0 h 82991"/>
                <a:gd name="connsiteX9" fmla="*/ 98 w 168153"/>
                <a:gd name="connsiteY9" fmla="*/ 75969 h 82991"/>
                <a:gd name="connsiteX10" fmla="*/ 5849 w 168153"/>
                <a:gd name="connsiteY10" fmla="*/ 82992 h 82991"/>
                <a:gd name="connsiteX11" fmla="*/ 6488 w 168153"/>
                <a:gd name="connsiteY11" fmla="*/ 82992 h 82991"/>
                <a:gd name="connsiteX12" fmla="*/ 12878 w 168153"/>
                <a:gd name="connsiteY12" fmla="*/ 77246 h 82991"/>
                <a:gd name="connsiteX13" fmla="*/ 29492 w 168153"/>
                <a:gd name="connsiteY13" fmla="*/ 38304 h 82991"/>
                <a:gd name="connsiteX14" fmla="*/ 38437 w 168153"/>
                <a:gd name="connsiteY14" fmla="*/ 47242 h 82991"/>
                <a:gd name="connsiteX15" fmla="*/ 47383 w 168153"/>
                <a:gd name="connsiteY15" fmla="*/ 47242 h 82991"/>
                <a:gd name="connsiteX16" fmla="*/ 85084 w 168153"/>
                <a:gd name="connsiteY16" fmla="*/ 32558 h 82991"/>
                <a:gd name="connsiteX17" fmla="*/ 122785 w 168153"/>
                <a:gd name="connsiteY17" fmla="*/ 47242 h 82991"/>
                <a:gd name="connsiteX18" fmla="*/ 131731 w 168153"/>
                <a:gd name="connsiteY18" fmla="*/ 47242 h 82991"/>
                <a:gd name="connsiteX19" fmla="*/ 140676 w 168153"/>
                <a:gd name="connsiteY19" fmla="*/ 38304 h 82991"/>
                <a:gd name="connsiteX20" fmla="*/ 155373 w 168153"/>
                <a:gd name="connsiteY20" fmla="*/ 75969 h 82991"/>
                <a:gd name="connsiteX21" fmla="*/ 125980 w 168153"/>
                <a:gd name="connsiteY21" fmla="*/ 33835 h 82991"/>
                <a:gd name="connsiteX22" fmla="*/ 84445 w 168153"/>
                <a:gd name="connsiteY22" fmla="*/ 19790 h 82991"/>
                <a:gd name="connsiteX23" fmla="*/ 42910 w 168153"/>
                <a:gd name="connsiteY23" fmla="*/ 33835 h 82991"/>
                <a:gd name="connsiteX24" fmla="*/ 38437 w 168153"/>
                <a:gd name="connsiteY24" fmla="*/ 29366 h 82991"/>
                <a:gd name="connsiteX25" fmla="*/ 84445 w 168153"/>
                <a:gd name="connsiteY25" fmla="*/ 12768 h 82991"/>
                <a:gd name="connsiteX26" fmla="*/ 130453 w 168153"/>
                <a:gd name="connsiteY26" fmla="*/ 29366 h 82991"/>
                <a:gd name="connsiteX27" fmla="*/ 125980 w 168153"/>
                <a:gd name="connsiteY27" fmla="*/ 33835 h 82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8153" h="82991">
                  <a:moveTo>
                    <a:pt x="155373" y="75969"/>
                  </a:moveTo>
                  <a:cubicBezTo>
                    <a:pt x="155373" y="79800"/>
                    <a:pt x="157929" y="82353"/>
                    <a:pt x="161763" y="82353"/>
                  </a:cubicBezTo>
                  <a:cubicBezTo>
                    <a:pt x="165597" y="82353"/>
                    <a:pt x="168153" y="79800"/>
                    <a:pt x="168153" y="75969"/>
                  </a:cubicBezTo>
                  <a:cubicBezTo>
                    <a:pt x="168153" y="58094"/>
                    <a:pt x="159846" y="39581"/>
                    <a:pt x="146427" y="26174"/>
                  </a:cubicBezTo>
                  <a:cubicBezTo>
                    <a:pt x="145788" y="26174"/>
                    <a:pt x="145788" y="25536"/>
                    <a:pt x="145149" y="25536"/>
                  </a:cubicBezTo>
                  <a:cubicBezTo>
                    <a:pt x="145149" y="25536"/>
                    <a:pt x="145149" y="24898"/>
                    <a:pt x="144510" y="24898"/>
                  </a:cubicBezTo>
                  <a:lnTo>
                    <a:pt x="141954" y="22344"/>
                  </a:lnTo>
                  <a:cubicBezTo>
                    <a:pt x="141316" y="21706"/>
                    <a:pt x="141316" y="21706"/>
                    <a:pt x="140676" y="21067"/>
                  </a:cubicBezTo>
                  <a:cubicBezTo>
                    <a:pt x="125341" y="7661"/>
                    <a:pt x="105532" y="0"/>
                    <a:pt x="84445" y="0"/>
                  </a:cubicBezTo>
                  <a:cubicBezTo>
                    <a:pt x="40993" y="0"/>
                    <a:pt x="4571" y="32558"/>
                    <a:pt x="98" y="75969"/>
                  </a:cubicBezTo>
                  <a:cubicBezTo>
                    <a:pt x="-541" y="79161"/>
                    <a:pt x="2015" y="82353"/>
                    <a:pt x="5849" y="82992"/>
                  </a:cubicBezTo>
                  <a:lnTo>
                    <a:pt x="6488" y="82992"/>
                  </a:lnTo>
                  <a:cubicBezTo>
                    <a:pt x="9683" y="82992"/>
                    <a:pt x="12239" y="80438"/>
                    <a:pt x="12878" y="77246"/>
                  </a:cubicBezTo>
                  <a:cubicBezTo>
                    <a:pt x="14156" y="62563"/>
                    <a:pt x="20546" y="49157"/>
                    <a:pt x="29492" y="38304"/>
                  </a:cubicBezTo>
                  <a:lnTo>
                    <a:pt x="38437" y="47242"/>
                  </a:lnTo>
                  <a:cubicBezTo>
                    <a:pt x="40993" y="49795"/>
                    <a:pt x="44827" y="49795"/>
                    <a:pt x="47383" y="47242"/>
                  </a:cubicBezTo>
                  <a:cubicBezTo>
                    <a:pt x="57607" y="37666"/>
                    <a:pt x="71026" y="32558"/>
                    <a:pt x="85084" y="32558"/>
                  </a:cubicBezTo>
                  <a:cubicBezTo>
                    <a:pt x="99142" y="32558"/>
                    <a:pt x="112561" y="37666"/>
                    <a:pt x="122785" y="47242"/>
                  </a:cubicBezTo>
                  <a:cubicBezTo>
                    <a:pt x="125341" y="49795"/>
                    <a:pt x="129174" y="49795"/>
                    <a:pt x="131731" y="47242"/>
                  </a:cubicBezTo>
                  <a:lnTo>
                    <a:pt x="140676" y="38304"/>
                  </a:lnTo>
                  <a:cubicBezTo>
                    <a:pt x="149622" y="48518"/>
                    <a:pt x="155373" y="62563"/>
                    <a:pt x="155373" y="75969"/>
                  </a:cubicBezTo>
                  <a:close/>
                  <a:moveTo>
                    <a:pt x="125980" y="33835"/>
                  </a:moveTo>
                  <a:cubicBezTo>
                    <a:pt x="113839" y="24898"/>
                    <a:pt x="99781" y="19790"/>
                    <a:pt x="84445" y="19790"/>
                  </a:cubicBezTo>
                  <a:cubicBezTo>
                    <a:pt x="69109" y="19790"/>
                    <a:pt x="55051" y="24898"/>
                    <a:pt x="42910" y="33835"/>
                  </a:cubicBezTo>
                  <a:lnTo>
                    <a:pt x="38437" y="29366"/>
                  </a:lnTo>
                  <a:cubicBezTo>
                    <a:pt x="51217" y="19152"/>
                    <a:pt x="67192" y="12768"/>
                    <a:pt x="84445" y="12768"/>
                  </a:cubicBezTo>
                  <a:cubicBezTo>
                    <a:pt x="101059" y="12768"/>
                    <a:pt x="117673" y="18514"/>
                    <a:pt x="130453" y="29366"/>
                  </a:cubicBezTo>
                  <a:lnTo>
                    <a:pt x="125980" y="33835"/>
                  </a:lnTo>
                  <a:close/>
                </a:path>
              </a:pathLst>
            </a:custGeom>
            <a:solidFill>
              <a:srgbClr val="007680"/>
            </a:solidFill>
            <a:ln w="6390" cap="flat">
              <a:noFill/>
              <a:prstDash val="solid"/>
              <a:miter/>
            </a:ln>
          </p:spPr>
          <p:txBody>
            <a:bodyPr rtlCol="0" anchor="ctr"/>
            <a:lstStyle/>
            <a:p>
              <a:endParaRPr lang="en-US"/>
            </a:p>
          </p:txBody>
        </p:sp>
      </p:grpSp>
      <p:grpSp>
        <p:nvGrpSpPr>
          <p:cNvPr id="180" name="Graphic 4">
            <a:extLst>
              <a:ext uri="{FF2B5EF4-FFF2-40B4-BE49-F238E27FC236}">
                <a16:creationId xmlns:a16="http://schemas.microsoft.com/office/drawing/2014/main" id="{CF69C968-F1BE-3243-A591-C9ACFD6120A5}"/>
              </a:ext>
            </a:extLst>
          </p:cNvPr>
          <p:cNvGrpSpPr/>
          <p:nvPr/>
        </p:nvGrpSpPr>
        <p:grpSpPr>
          <a:xfrm>
            <a:off x="467743" y="3339623"/>
            <a:ext cx="361670" cy="361333"/>
            <a:chOff x="467743" y="3339623"/>
            <a:chExt cx="361670" cy="361333"/>
          </a:xfrm>
          <a:solidFill>
            <a:srgbClr val="007680"/>
          </a:solidFill>
        </p:grpSpPr>
        <p:sp>
          <p:nvSpPr>
            <p:cNvPr id="181" name="Graphic 4">
              <a:extLst>
                <a:ext uri="{FF2B5EF4-FFF2-40B4-BE49-F238E27FC236}">
                  <a16:creationId xmlns:a16="http://schemas.microsoft.com/office/drawing/2014/main" id="{D8EB1A28-24D5-B244-ABB5-09F03B233678}"/>
                </a:ext>
              </a:extLst>
            </p:cNvPr>
            <p:cNvSpPr/>
            <p:nvPr/>
          </p:nvSpPr>
          <p:spPr>
            <a:xfrm>
              <a:off x="467743"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182" name="Graphic 4">
              <a:extLst>
                <a:ext uri="{FF2B5EF4-FFF2-40B4-BE49-F238E27FC236}">
                  <a16:creationId xmlns:a16="http://schemas.microsoft.com/office/drawing/2014/main" id="{B69C78E3-7671-7344-A06F-FE289D8CEF4D}"/>
                </a:ext>
              </a:extLst>
            </p:cNvPr>
            <p:cNvSpPr/>
            <p:nvPr/>
          </p:nvSpPr>
          <p:spPr>
            <a:xfrm>
              <a:off x="559119" y="3415593"/>
              <a:ext cx="178918" cy="121295"/>
            </a:xfrm>
            <a:custGeom>
              <a:avLst/>
              <a:gdLst>
                <a:gd name="connsiteX0" fmla="*/ 172528 w 178918"/>
                <a:gd name="connsiteY0" fmla="*/ 0 h 121295"/>
                <a:gd name="connsiteX1" fmla="*/ 6390 w 178918"/>
                <a:gd name="connsiteY1" fmla="*/ 0 h 121295"/>
                <a:gd name="connsiteX2" fmla="*/ 0 w 178918"/>
                <a:gd name="connsiteY2" fmla="*/ 6384 h 121295"/>
                <a:gd name="connsiteX3" fmla="*/ 0 w 178918"/>
                <a:gd name="connsiteY3" fmla="*/ 114912 h 121295"/>
                <a:gd name="connsiteX4" fmla="*/ 6390 w 178918"/>
                <a:gd name="connsiteY4" fmla="*/ 121296 h 121295"/>
                <a:gd name="connsiteX5" fmla="*/ 23643 w 178918"/>
                <a:gd name="connsiteY5" fmla="*/ 121296 h 121295"/>
                <a:gd name="connsiteX6" fmla="*/ 30033 w 178918"/>
                <a:gd name="connsiteY6" fmla="*/ 114912 h 121295"/>
                <a:gd name="connsiteX7" fmla="*/ 23643 w 178918"/>
                <a:gd name="connsiteY7" fmla="*/ 108528 h 121295"/>
                <a:gd name="connsiteX8" fmla="*/ 12780 w 178918"/>
                <a:gd name="connsiteY8" fmla="*/ 108528 h 121295"/>
                <a:gd name="connsiteX9" fmla="*/ 12780 w 178918"/>
                <a:gd name="connsiteY9" fmla="*/ 12768 h 121295"/>
                <a:gd name="connsiteX10" fmla="*/ 166138 w 178918"/>
                <a:gd name="connsiteY10" fmla="*/ 12768 h 121295"/>
                <a:gd name="connsiteX11" fmla="*/ 166138 w 178918"/>
                <a:gd name="connsiteY11" fmla="*/ 108528 h 121295"/>
                <a:gd name="connsiteX12" fmla="*/ 84986 w 178918"/>
                <a:gd name="connsiteY12" fmla="*/ 108528 h 121295"/>
                <a:gd name="connsiteX13" fmla="*/ 78596 w 178918"/>
                <a:gd name="connsiteY13" fmla="*/ 114912 h 121295"/>
                <a:gd name="connsiteX14" fmla="*/ 84986 w 178918"/>
                <a:gd name="connsiteY14" fmla="*/ 121296 h 121295"/>
                <a:gd name="connsiteX15" fmla="*/ 172528 w 178918"/>
                <a:gd name="connsiteY15" fmla="*/ 121296 h 121295"/>
                <a:gd name="connsiteX16" fmla="*/ 178918 w 178918"/>
                <a:gd name="connsiteY16" fmla="*/ 114912 h 121295"/>
                <a:gd name="connsiteX17" fmla="*/ 178918 w 178918"/>
                <a:gd name="connsiteY17" fmla="*/ 6384 h 121295"/>
                <a:gd name="connsiteX18" fmla="*/ 172528 w 178918"/>
                <a:gd name="connsiteY18" fmla="*/ 0 h 12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8918" h="121295">
                  <a:moveTo>
                    <a:pt x="172528" y="0"/>
                  </a:moveTo>
                  <a:lnTo>
                    <a:pt x="6390" y="0"/>
                  </a:lnTo>
                  <a:cubicBezTo>
                    <a:pt x="2556" y="0"/>
                    <a:pt x="0" y="2553"/>
                    <a:pt x="0" y="6384"/>
                  </a:cubicBezTo>
                  <a:lnTo>
                    <a:pt x="0" y="114912"/>
                  </a:lnTo>
                  <a:cubicBezTo>
                    <a:pt x="0" y="118742"/>
                    <a:pt x="2556" y="121296"/>
                    <a:pt x="6390" y="121296"/>
                  </a:cubicBezTo>
                  <a:lnTo>
                    <a:pt x="23643" y="121296"/>
                  </a:lnTo>
                  <a:cubicBezTo>
                    <a:pt x="27477" y="121296"/>
                    <a:pt x="30033" y="118742"/>
                    <a:pt x="30033" y="114912"/>
                  </a:cubicBezTo>
                  <a:cubicBezTo>
                    <a:pt x="30033" y="111081"/>
                    <a:pt x="27477" y="108528"/>
                    <a:pt x="23643" y="108528"/>
                  </a:cubicBezTo>
                  <a:lnTo>
                    <a:pt x="12780" y="108528"/>
                  </a:lnTo>
                  <a:lnTo>
                    <a:pt x="12780" y="12768"/>
                  </a:lnTo>
                  <a:lnTo>
                    <a:pt x="166138" y="12768"/>
                  </a:lnTo>
                  <a:lnTo>
                    <a:pt x="166138" y="108528"/>
                  </a:lnTo>
                  <a:lnTo>
                    <a:pt x="84986" y="108528"/>
                  </a:lnTo>
                  <a:cubicBezTo>
                    <a:pt x="81152" y="108528"/>
                    <a:pt x="78596" y="111081"/>
                    <a:pt x="78596" y="114912"/>
                  </a:cubicBezTo>
                  <a:cubicBezTo>
                    <a:pt x="78596" y="118742"/>
                    <a:pt x="81152" y="121296"/>
                    <a:pt x="84986" y="121296"/>
                  </a:cubicBezTo>
                  <a:lnTo>
                    <a:pt x="172528" y="121296"/>
                  </a:lnTo>
                  <a:cubicBezTo>
                    <a:pt x="176362" y="121296"/>
                    <a:pt x="178918" y="118742"/>
                    <a:pt x="178918" y="114912"/>
                  </a:cubicBezTo>
                  <a:lnTo>
                    <a:pt x="178918" y="6384"/>
                  </a:lnTo>
                  <a:cubicBezTo>
                    <a:pt x="178918" y="2553"/>
                    <a:pt x="176362" y="0"/>
                    <a:pt x="172528" y="0"/>
                  </a:cubicBezTo>
                  <a:close/>
                </a:path>
              </a:pathLst>
            </a:custGeom>
            <a:solidFill>
              <a:srgbClr val="007680"/>
            </a:solidFill>
            <a:ln w="6390" cap="flat">
              <a:noFill/>
              <a:prstDash val="solid"/>
              <a:miter/>
            </a:ln>
          </p:spPr>
          <p:txBody>
            <a:bodyPr rtlCol="0" anchor="ctr"/>
            <a:lstStyle/>
            <a:p>
              <a:endParaRPr lang="en-US"/>
            </a:p>
          </p:txBody>
        </p:sp>
        <p:sp>
          <p:nvSpPr>
            <p:cNvPr id="183" name="Graphic 4">
              <a:extLst>
                <a:ext uri="{FF2B5EF4-FFF2-40B4-BE49-F238E27FC236}">
                  <a16:creationId xmlns:a16="http://schemas.microsoft.com/office/drawing/2014/main" id="{E54D5171-7D4C-D343-9579-1B7FDE8965C1}"/>
                </a:ext>
              </a:extLst>
            </p:cNvPr>
            <p:cNvSpPr/>
            <p:nvPr/>
          </p:nvSpPr>
          <p:spPr>
            <a:xfrm>
              <a:off x="627491" y="3447193"/>
              <a:ext cx="49202" cy="56498"/>
            </a:xfrm>
            <a:custGeom>
              <a:avLst/>
              <a:gdLst>
                <a:gd name="connsiteX0" fmla="*/ 3195 w 49202"/>
                <a:gd name="connsiteY0" fmla="*/ 55860 h 56498"/>
                <a:gd name="connsiteX1" fmla="*/ 6390 w 49202"/>
                <a:gd name="connsiteY1" fmla="*/ 56498 h 56498"/>
                <a:gd name="connsiteX2" fmla="*/ 9585 w 49202"/>
                <a:gd name="connsiteY2" fmla="*/ 55860 h 56498"/>
                <a:gd name="connsiteX3" fmla="*/ 46008 w 49202"/>
                <a:gd name="connsiteY3" fmla="*/ 34154 h 56498"/>
                <a:gd name="connsiteX4" fmla="*/ 49203 w 49202"/>
                <a:gd name="connsiteY4" fmla="*/ 28409 h 56498"/>
                <a:gd name="connsiteX5" fmla="*/ 46008 w 49202"/>
                <a:gd name="connsiteY5" fmla="*/ 22663 h 56498"/>
                <a:gd name="connsiteX6" fmla="*/ 9585 w 49202"/>
                <a:gd name="connsiteY6" fmla="*/ 958 h 56498"/>
                <a:gd name="connsiteX7" fmla="*/ 3195 w 49202"/>
                <a:gd name="connsiteY7" fmla="*/ 958 h 56498"/>
                <a:gd name="connsiteX8" fmla="*/ 0 w 49202"/>
                <a:gd name="connsiteY8" fmla="*/ 6703 h 56498"/>
                <a:gd name="connsiteX9" fmla="*/ 0 w 49202"/>
                <a:gd name="connsiteY9" fmla="*/ 50114 h 56498"/>
                <a:gd name="connsiteX10" fmla="*/ 3195 w 49202"/>
                <a:gd name="connsiteY10" fmla="*/ 55860 h 56498"/>
                <a:gd name="connsiteX11" fmla="*/ 12780 w 49202"/>
                <a:gd name="connsiteY11" fmla="*/ 18194 h 56498"/>
                <a:gd name="connsiteX12" fmla="*/ 30033 w 49202"/>
                <a:gd name="connsiteY12" fmla="*/ 28409 h 56498"/>
                <a:gd name="connsiteX13" fmla="*/ 12780 w 49202"/>
                <a:gd name="connsiteY13" fmla="*/ 38623 h 56498"/>
                <a:gd name="connsiteX14" fmla="*/ 12780 w 49202"/>
                <a:gd name="connsiteY14" fmla="*/ 18194 h 5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202" h="56498">
                  <a:moveTo>
                    <a:pt x="3195" y="55860"/>
                  </a:moveTo>
                  <a:cubicBezTo>
                    <a:pt x="4473" y="56498"/>
                    <a:pt x="5112" y="56498"/>
                    <a:pt x="6390" y="56498"/>
                  </a:cubicBezTo>
                  <a:cubicBezTo>
                    <a:pt x="7668" y="56498"/>
                    <a:pt x="8946" y="56498"/>
                    <a:pt x="9585" y="55860"/>
                  </a:cubicBezTo>
                  <a:lnTo>
                    <a:pt x="46008" y="34154"/>
                  </a:lnTo>
                  <a:cubicBezTo>
                    <a:pt x="47925" y="32878"/>
                    <a:pt x="49203" y="30962"/>
                    <a:pt x="49203" y="28409"/>
                  </a:cubicBezTo>
                  <a:cubicBezTo>
                    <a:pt x="49203" y="25855"/>
                    <a:pt x="47925" y="23940"/>
                    <a:pt x="46008" y="22663"/>
                  </a:cubicBezTo>
                  <a:lnTo>
                    <a:pt x="9585" y="958"/>
                  </a:lnTo>
                  <a:cubicBezTo>
                    <a:pt x="7668" y="-319"/>
                    <a:pt x="5112" y="-319"/>
                    <a:pt x="3195" y="958"/>
                  </a:cubicBezTo>
                  <a:cubicBezTo>
                    <a:pt x="1278" y="2235"/>
                    <a:pt x="0" y="4150"/>
                    <a:pt x="0" y="6703"/>
                  </a:cubicBezTo>
                  <a:lnTo>
                    <a:pt x="0" y="50114"/>
                  </a:lnTo>
                  <a:cubicBezTo>
                    <a:pt x="0" y="52668"/>
                    <a:pt x="1278" y="55222"/>
                    <a:pt x="3195" y="55860"/>
                  </a:cubicBezTo>
                  <a:close/>
                  <a:moveTo>
                    <a:pt x="12780" y="18194"/>
                  </a:moveTo>
                  <a:lnTo>
                    <a:pt x="30033" y="28409"/>
                  </a:lnTo>
                  <a:lnTo>
                    <a:pt x="12780" y="38623"/>
                  </a:lnTo>
                  <a:lnTo>
                    <a:pt x="12780" y="18194"/>
                  </a:lnTo>
                  <a:close/>
                </a:path>
              </a:pathLst>
            </a:custGeom>
            <a:solidFill>
              <a:srgbClr val="007680"/>
            </a:solidFill>
            <a:ln w="6390" cap="flat">
              <a:noFill/>
              <a:prstDash val="solid"/>
              <a:miter/>
            </a:ln>
          </p:spPr>
          <p:txBody>
            <a:bodyPr rtlCol="0" anchor="ctr"/>
            <a:lstStyle/>
            <a:p>
              <a:endParaRPr lang="en-US"/>
            </a:p>
          </p:txBody>
        </p:sp>
        <p:sp>
          <p:nvSpPr>
            <p:cNvPr id="184" name="Graphic 4">
              <a:extLst>
                <a:ext uri="{FF2B5EF4-FFF2-40B4-BE49-F238E27FC236}">
                  <a16:creationId xmlns:a16="http://schemas.microsoft.com/office/drawing/2014/main" id="{553074B5-1D25-A049-B2D5-C73FD4841836}"/>
                </a:ext>
              </a:extLst>
            </p:cNvPr>
            <p:cNvSpPr/>
            <p:nvPr/>
          </p:nvSpPr>
          <p:spPr>
            <a:xfrm>
              <a:off x="567985" y="3502415"/>
              <a:ext cx="109347" cy="135978"/>
            </a:xfrm>
            <a:custGeom>
              <a:avLst/>
              <a:gdLst>
                <a:gd name="connsiteX0" fmla="*/ 93373 w 109347"/>
                <a:gd name="connsiteY0" fmla="*/ 47242 h 135978"/>
                <a:gd name="connsiteX1" fmla="*/ 89539 w 109347"/>
                <a:gd name="connsiteY1" fmla="*/ 47880 h 135978"/>
                <a:gd name="connsiteX2" fmla="*/ 87622 w 109347"/>
                <a:gd name="connsiteY2" fmla="*/ 45326 h 135978"/>
                <a:gd name="connsiteX3" fmla="*/ 77398 w 109347"/>
                <a:gd name="connsiteY3" fmla="*/ 40858 h 135978"/>
                <a:gd name="connsiteX4" fmla="*/ 74203 w 109347"/>
                <a:gd name="connsiteY4" fmla="*/ 41496 h 135978"/>
                <a:gd name="connsiteX5" fmla="*/ 71647 w 109347"/>
                <a:gd name="connsiteY5" fmla="*/ 37666 h 135978"/>
                <a:gd name="connsiteX6" fmla="*/ 61423 w 109347"/>
                <a:gd name="connsiteY6" fmla="*/ 33197 h 135978"/>
                <a:gd name="connsiteX7" fmla="*/ 59506 w 109347"/>
                <a:gd name="connsiteY7" fmla="*/ 33197 h 135978"/>
                <a:gd name="connsiteX8" fmla="*/ 59506 w 109347"/>
                <a:gd name="connsiteY8" fmla="*/ 15322 h 135978"/>
                <a:gd name="connsiteX9" fmla="*/ 59506 w 109347"/>
                <a:gd name="connsiteY9" fmla="*/ 14045 h 135978"/>
                <a:gd name="connsiteX10" fmla="*/ 55033 w 109347"/>
                <a:gd name="connsiteY10" fmla="*/ 4469 h 135978"/>
                <a:gd name="connsiteX11" fmla="*/ 44809 w 109347"/>
                <a:gd name="connsiteY11" fmla="*/ 0 h 135978"/>
                <a:gd name="connsiteX12" fmla="*/ 30113 w 109347"/>
                <a:gd name="connsiteY12" fmla="*/ 14683 h 135978"/>
                <a:gd name="connsiteX13" fmla="*/ 30113 w 109347"/>
                <a:gd name="connsiteY13" fmla="*/ 56179 h 135978"/>
                <a:gd name="connsiteX14" fmla="*/ 28835 w 109347"/>
                <a:gd name="connsiteY14" fmla="*/ 53626 h 135978"/>
                <a:gd name="connsiteX15" fmla="*/ 6470 w 109347"/>
                <a:gd name="connsiteY15" fmla="*/ 47880 h 135978"/>
                <a:gd name="connsiteX16" fmla="*/ 719 w 109347"/>
                <a:gd name="connsiteY16" fmla="*/ 61286 h 135978"/>
                <a:gd name="connsiteX17" fmla="*/ 18611 w 109347"/>
                <a:gd name="connsiteY17" fmla="*/ 104059 h 135978"/>
                <a:gd name="connsiteX18" fmla="*/ 29474 w 109347"/>
                <a:gd name="connsiteY18" fmla="*/ 117465 h 135978"/>
                <a:gd name="connsiteX19" fmla="*/ 30752 w 109347"/>
                <a:gd name="connsiteY19" fmla="*/ 119381 h 135978"/>
                <a:gd name="connsiteX20" fmla="*/ 30752 w 109347"/>
                <a:gd name="connsiteY20" fmla="*/ 129595 h 135978"/>
                <a:gd name="connsiteX21" fmla="*/ 37141 w 109347"/>
                <a:gd name="connsiteY21" fmla="*/ 135979 h 135978"/>
                <a:gd name="connsiteX22" fmla="*/ 43531 w 109347"/>
                <a:gd name="connsiteY22" fmla="*/ 129595 h 135978"/>
                <a:gd name="connsiteX23" fmla="*/ 43531 w 109347"/>
                <a:gd name="connsiteY23" fmla="*/ 119381 h 135978"/>
                <a:gd name="connsiteX24" fmla="*/ 37141 w 109347"/>
                <a:gd name="connsiteY24" fmla="*/ 107251 h 135978"/>
                <a:gd name="connsiteX25" fmla="*/ 30752 w 109347"/>
                <a:gd name="connsiteY25" fmla="*/ 98952 h 135978"/>
                <a:gd name="connsiteX26" fmla="*/ 14138 w 109347"/>
                <a:gd name="connsiteY26" fmla="*/ 58733 h 135978"/>
                <a:gd name="connsiteX27" fmla="*/ 16055 w 109347"/>
                <a:gd name="connsiteY27" fmla="*/ 58733 h 135978"/>
                <a:gd name="connsiteX28" fmla="*/ 18611 w 109347"/>
                <a:gd name="connsiteY28" fmla="*/ 60010 h 135978"/>
                <a:gd name="connsiteX29" fmla="*/ 32030 w 109347"/>
                <a:gd name="connsiteY29" fmla="*/ 81715 h 135978"/>
                <a:gd name="connsiteX30" fmla="*/ 39059 w 109347"/>
                <a:gd name="connsiteY30" fmla="*/ 84269 h 135978"/>
                <a:gd name="connsiteX31" fmla="*/ 43531 w 109347"/>
                <a:gd name="connsiteY31" fmla="*/ 77885 h 135978"/>
                <a:gd name="connsiteX32" fmla="*/ 43531 w 109347"/>
                <a:gd name="connsiteY32" fmla="*/ 14045 h 135978"/>
                <a:gd name="connsiteX33" fmla="*/ 45448 w 109347"/>
                <a:gd name="connsiteY33" fmla="*/ 12130 h 135978"/>
                <a:gd name="connsiteX34" fmla="*/ 46726 w 109347"/>
                <a:gd name="connsiteY34" fmla="*/ 12768 h 135978"/>
                <a:gd name="connsiteX35" fmla="*/ 47365 w 109347"/>
                <a:gd name="connsiteY35" fmla="*/ 14045 h 135978"/>
                <a:gd name="connsiteX36" fmla="*/ 47365 w 109347"/>
                <a:gd name="connsiteY36" fmla="*/ 45965 h 135978"/>
                <a:gd name="connsiteX37" fmla="*/ 47365 w 109347"/>
                <a:gd name="connsiteY37" fmla="*/ 46603 h 135978"/>
                <a:gd name="connsiteX38" fmla="*/ 47365 w 109347"/>
                <a:gd name="connsiteY38" fmla="*/ 46603 h 135978"/>
                <a:gd name="connsiteX39" fmla="*/ 47365 w 109347"/>
                <a:gd name="connsiteY39" fmla="*/ 58733 h 135978"/>
                <a:gd name="connsiteX40" fmla="*/ 53755 w 109347"/>
                <a:gd name="connsiteY40" fmla="*/ 65117 h 135978"/>
                <a:gd name="connsiteX41" fmla="*/ 60145 w 109347"/>
                <a:gd name="connsiteY41" fmla="*/ 58733 h 135978"/>
                <a:gd name="connsiteX42" fmla="*/ 60145 w 109347"/>
                <a:gd name="connsiteY42" fmla="*/ 45965 h 135978"/>
                <a:gd name="connsiteX43" fmla="*/ 62062 w 109347"/>
                <a:gd name="connsiteY43" fmla="*/ 44050 h 135978"/>
                <a:gd name="connsiteX44" fmla="*/ 63340 w 109347"/>
                <a:gd name="connsiteY44" fmla="*/ 44688 h 135978"/>
                <a:gd name="connsiteX45" fmla="*/ 63979 w 109347"/>
                <a:gd name="connsiteY45" fmla="*/ 45965 h 135978"/>
                <a:gd name="connsiteX46" fmla="*/ 63979 w 109347"/>
                <a:gd name="connsiteY46" fmla="*/ 52987 h 135978"/>
                <a:gd name="connsiteX47" fmla="*/ 63979 w 109347"/>
                <a:gd name="connsiteY47" fmla="*/ 53626 h 135978"/>
                <a:gd name="connsiteX48" fmla="*/ 63979 w 109347"/>
                <a:gd name="connsiteY48" fmla="*/ 53626 h 135978"/>
                <a:gd name="connsiteX49" fmla="*/ 63979 w 109347"/>
                <a:gd name="connsiteY49" fmla="*/ 62563 h 135978"/>
                <a:gd name="connsiteX50" fmla="*/ 70369 w 109347"/>
                <a:gd name="connsiteY50" fmla="*/ 68947 h 135978"/>
                <a:gd name="connsiteX51" fmla="*/ 76759 w 109347"/>
                <a:gd name="connsiteY51" fmla="*/ 62563 h 135978"/>
                <a:gd name="connsiteX52" fmla="*/ 76759 w 109347"/>
                <a:gd name="connsiteY52" fmla="*/ 53626 h 135978"/>
                <a:gd name="connsiteX53" fmla="*/ 79954 w 109347"/>
                <a:gd name="connsiteY53" fmla="*/ 52349 h 135978"/>
                <a:gd name="connsiteX54" fmla="*/ 80593 w 109347"/>
                <a:gd name="connsiteY54" fmla="*/ 53626 h 135978"/>
                <a:gd name="connsiteX55" fmla="*/ 80593 w 109347"/>
                <a:gd name="connsiteY55" fmla="*/ 60010 h 135978"/>
                <a:gd name="connsiteX56" fmla="*/ 80593 w 109347"/>
                <a:gd name="connsiteY56" fmla="*/ 60010 h 135978"/>
                <a:gd name="connsiteX57" fmla="*/ 80593 w 109347"/>
                <a:gd name="connsiteY57" fmla="*/ 60010 h 135978"/>
                <a:gd name="connsiteX58" fmla="*/ 80593 w 109347"/>
                <a:gd name="connsiteY58" fmla="*/ 66394 h 135978"/>
                <a:gd name="connsiteX59" fmla="*/ 86983 w 109347"/>
                <a:gd name="connsiteY59" fmla="*/ 72778 h 135978"/>
                <a:gd name="connsiteX60" fmla="*/ 93373 w 109347"/>
                <a:gd name="connsiteY60" fmla="*/ 66394 h 135978"/>
                <a:gd name="connsiteX61" fmla="*/ 93373 w 109347"/>
                <a:gd name="connsiteY61" fmla="*/ 60010 h 135978"/>
                <a:gd name="connsiteX62" fmla="*/ 95290 w 109347"/>
                <a:gd name="connsiteY62" fmla="*/ 58094 h 135978"/>
                <a:gd name="connsiteX63" fmla="*/ 96568 w 109347"/>
                <a:gd name="connsiteY63" fmla="*/ 58733 h 135978"/>
                <a:gd name="connsiteX64" fmla="*/ 97207 w 109347"/>
                <a:gd name="connsiteY64" fmla="*/ 60010 h 135978"/>
                <a:gd name="connsiteX65" fmla="*/ 97207 w 109347"/>
                <a:gd name="connsiteY65" fmla="*/ 88738 h 135978"/>
                <a:gd name="connsiteX66" fmla="*/ 90817 w 109347"/>
                <a:gd name="connsiteY66" fmla="*/ 104059 h 135978"/>
                <a:gd name="connsiteX67" fmla="*/ 86344 w 109347"/>
                <a:gd name="connsiteY67" fmla="*/ 114912 h 135978"/>
                <a:gd name="connsiteX68" fmla="*/ 86344 w 109347"/>
                <a:gd name="connsiteY68" fmla="*/ 128318 h 135978"/>
                <a:gd name="connsiteX69" fmla="*/ 92734 w 109347"/>
                <a:gd name="connsiteY69" fmla="*/ 134702 h 135978"/>
                <a:gd name="connsiteX70" fmla="*/ 99124 w 109347"/>
                <a:gd name="connsiteY70" fmla="*/ 128318 h 135978"/>
                <a:gd name="connsiteX71" fmla="*/ 99124 w 109347"/>
                <a:gd name="connsiteY71" fmla="*/ 114912 h 135978"/>
                <a:gd name="connsiteX72" fmla="*/ 99763 w 109347"/>
                <a:gd name="connsiteY72" fmla="*/ 112997 h 135978"/>
                <a:gd name="connsiteX73" fmla="*/ 109348 w 109347"/>
                <a:gd name="connsiteY73" fmla="*/ 88738 h 135978"/>
                <a:gd name="connsiteX74" fmla="*/ 109348 w 109347"/>
                <a:gd name="connsiteY74" fmla="*/ 60010 h 135978"/>
                <a:gd name="connsiteX75" fmla="*/ 104875 w 109347"/>
                <a:gd name="connsiteY75" fmla="*/ 49795 h 135978"/>
                <a:gd name="connsiteX76" fmla="*/ 93373 w 109347"/>
                <a:gd name="connsiteY76" fmla="*/ 47242 h 135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09347" h="135978">
                  <a:moveTo>
                    <a:pt x="93373" y="47242"/>
                  </a:moveTo>
                  <a:cubicBezTo>
                    <a:pt x="92095" y="47242"/>
                    <a:pt x="90817" y="47242"/>
                    <a:pt x="89539" y="47880"/>
                  </a:cubicBezTo>
                  <a:cubicBezTo>
                    <a:pt x="88900" y="46603"/>
                    <a:pt x="88261" y="45965"/>
                    <a:pt x="87622" y="45326"/>
                  </a:cubicBezTo>
                  <a:cubicBezTo>
                    <a:pt x="85066" y="42773"/>
                    <a:pt x="81232" y="40858"/>
                    <a:pt x="77398" y="40858"/>
                  </a:cubicBezTo>
                  <a:cubicBezTo>
                    <a:pt x="76120" y="40858"/>
                    <a:pt x="74842" y="40858"/>
                    <a:pt x="74203" y="41496"/>
                  </a:cubicBezTo>
                  <a:cubicBezTo>
                    <a:pt x="73564" y="40219"/>
                    <a:pt x="72925" y="38942"/>
                    <a:pt x="71647" y="37666"/>
                  </a:cubicBezTo>
                  <a:cubicBezTo>
                    <a:pt x="69091" y="35112"/>
                    <a:pt x="65257" y="33197"/>
                    <a:pt x="61423" y="33197"/>
                  </a:cubicBezTo>
                  <a:cubicBezTo>
                    <a:pt x="60784" y="33197"/>
                    <a:pt x="60145" y="33197"/>
                    <a:pt x="59506" y="33197"/>
                  </a:cubicBezTo>
                  <a:lnTo>
                    <a:pt x="59506" y="15322"/>
                  </a:lnTo>
                  <a:cubicBezTo>
                    <a:pt x="59506" y="15322"/>
                    <a:pt x="59506" y="14683"/>
                    <a:pt x="59506" y="14045"/>
                  </a:cubicBezTo>
                  <a:cubicBezTo>
                    <a:pt x="59506" y="10853"/>
                    <a:pt x="57589" y="7022"/>
                    <a:pt x="55033" y="4469"/>
                  </a:cubicBezTo>
                  <a:cubicBezTo>
                    <a:pt x="52477" y="1915"/>
                    <a:pt x="48643" y="0"/>
                    <a:pt x="44809" y="0"/>
                  </a:cubicBezTo>
                  <a:cubicBezTo>
                    <a:pt x="36503" y="0"/>
                    <a:pt x="30113" y="6384"/>
                    <a:pt x="30113" y="14683"/>
                  </a:cubicBezTo>
                  <a:lnTo>
                    <a:pt x="30113" y="56179"/>
                  </a:lnTo>
                  <a:cubicBezTo>
                    <a:pt x="29474" y="55541"/>
                    <a:pt x="29474" y="54902"/>
                    <a:pt x="28835" y="53626"/>
                  </a:cubicBezTo>
                  <a:cubicBezTo>
                    <a:pt x="23723" y="45326"/>
                    <a:pt x="13499" y="44050"/>
                    <a:pt x="6470" y="47880"/>
                  </a:cubicBezTo>
                  <a:cubicBezTo>
                    <a:pt x="719" y="50434"/>
                    <a:pt x="-1198" y="55541"/>
                    <a:pt x="719" y="61286"/>
                  </a:cubicBezTo>
                  <a:lnTo>
                    <a:pt x="18611" y="104059"/>
                  </a:lnTo>
                  <a:cubicBezTo>
                    <a:pt x="20528" y="109166"/>
                    <a:pt x="24362" y="113635"/>
                    <a:pt x="29474" y="117465"/>
                  </a:cubicBezTo>
                  <a:cubicBezTo>
                    <a:pt x="30113" y="118104"/>
                    <a:pt x="30752" y="118742"/>
                    <a:pt x="30752" y="119381"/>
                  </a:cubicBezTo>
                  <a:lnTo>
                    <a:pt x="30752" y="129595"/>
                  </a:lnTo>
                  <a:cubicBezTo>
                    <a:pt x="30752" y="133425"/>
                    <a:pt x="33308" y="135979"/>
                    <a:pt x="37141" y="135979"/>
                  </a:cubicBezTo>
                  <a:cubicBezTo>
                    <a:pt x="40976" y="135979"/>
                    <a:pt x="43531" y="133425"/>
                    <a:pt x="43531" y="129595"/>
                  </a:cubicBezTo>
                  <a:lnTo>
                    <a:pt x="43531" y="119381"/>
                  </a:lnTo>
                  <a:cubicBezTo>
                    <a:pt x="43531" y="114912"/>
                    <a:pt x="40976" y="109805"/>
                    <a:pt x="37141" y="107251"/>
                  </a:cubicBezTo>
                  <a:cubicBezTo>
                    <a:pt x="33947" y="105336"/>
                    <a:pt x="32030" y="102144"/>
                    <a:pt x="30752" y="98952"/>
                  </a:cubicBezTo>
                  <a:lnTo>
                    <a:pt x="14138" y="58733"/>
                  </a:lnTo>
                  <a:cubicBezTo>
                    <a:pt x="14777" y="58733"/>
                    <a:pt x="15416" y="58733"/>
                    <a:pt x="16055" y="58733"/>
                  </a:cubicBezTo>
                  <a:cubicBezTo>
                    <a:pt x="17972" y="58733"/>
                    <a:pt x="18611" y="60010"/>
                    <a:pt x="18611" y="60010"/>
                  </a:cubicBezTo>
                  <a:cubicBezTo>
                    <a:pt x="25001" y="70224"/>
                    <a:pt x="32030" y="81715"/>
                    <a:pt x="32030" y="81715"/>
                  </a:cubicBezTo>
                  <a:cubicBezTo>
                    <a:pt x="33308" y="84269"/>
                    <a:pt x="36503" y="85546"/>
                    <a:pt x="39059" y="84269"/>
                  </a:cubicBezTo>
                  <a:cubicBezTo>
                    <a:pt x="41614" y="83630"/>
                    <a:pt x="43531" y="81077"/>
                    <a:pt x="43531" y="77885"/>
                  </a:cubicBezTo>
                  <a:lnTo>
                    <a:pt x="43531" y="14045"/>
                  </a:lnTo>
                  <a:cubicBezTo>
                    <a:pt x="43531" y="12768"/>
                    <a:pt x="44170" y="12130"/>
                    <a:pt x="45448" y="12130"/>
                  </a:cubicBezTo>
                  <a:cubicBezTo>
                    <a:pt x="46087" y="12130"/>
                    <a:pt x="46726" y="12130"/>
                    <a:pt x="46726" y="12768"/>
                  </a:cubicBezTo>
                  <a:cubicBezTo>
                    <a:pt x="46726" y="12768"/>
                    <a:pt x="47365" y="13406"/>
                    <a:pt x="47365" y="14045"/>
                  </a:cubicBezTo>
                  <a:lnTo>
                    <a:pt x="47365" y="45965"/>
                  </a:lnTo>
                  <a:lnTo>
                    <a:pt x="47365" y="46603"/>
                  </a:lnTo>
                  <a:lnTo>
                    <a:pt x="47365" y="46603"/>
                  </a:lnTo>
                  <a:lnTo>
                    <a:pt x="47365" y="58733"/>
                  </a:lnTo>
                  <a:cubicBezTo>
                    <a:pt x="47365" y="62563"/>
                    <a:pt x="49921" y="65117"/>
                    <a:pt x="53755" y="65117"/>
                  </a:cubicBezTo>
                  <a:cubicBezTo>
                    <a:pt x="57589" y="65117"/>
                    <a:pt x="60145" y="62563"/>
                    <a:pt x="60145" y="58733"/>
                  </a:cubicBezTo>
                  <a:lnTo>
                    <a:pt x="60145" y="45965"/>
                  </a:lnTo>
                  <a:cubicBezTo>
                    <a:pt x="60145" y="45326"/>
                    <a:pt x="60784" y="44050"/>
                    <a:pt x="62062" y="44050"/>
                  </a:cubicBezTo>
                  <a:cubicBezTo>
                    <a:pt x="62701" y="44050"/>
                    <a:pt x="63340" y="44688"/>
                    <a:pt x="63340" y="44688"/>
                  </a:cubicBezTo>
                  <a:cubicBezTo>
                    <a:pt x="63340" y="44688"/>
                    <a:pt x="63979" y="45326"/>
                    <a:pt x="63979" y="45965"/>
                  </a:cubicBezTo>
                  <a:lnTo>
                    <a:pt x="63979" y="52987"/>
                  </a:lnTo>
                  <a:lnTo>
                    <a:pt x="63979" y="53626"/>
                  </a:lnTo>
                  <a:lnTo>
                    <a:pt x="63979" y="53626"/>
                  </a:lnTo>
                  <a:lnTo>
                    <a:pt x="63979" y="62563"/>
                  </a:lnTo>
                  <a:cubicBezTo>
                    <a:pt x="63979" y="66394"/>
                    <a:pt x="66535" y="68947"/>
                    <a:pt x="70369" y="68947"/>
                  </a:cubicBezTo>
                  <a:cubicBezTo>
                    <a:pt x="74203" y="68947"/>
                    <a:pt x="76759" y="66394"/>
                    <a:pt x="76759" y="62563"/>
                  </a:cubicBezTo>
                  <a:lnTo>
                    <a:pt x="76759" y="53626"/>
                  </a:lnTo>
                  <a:cubicBezTo>
                    <a:pt x="76759" y="52349"/>
                    <a:pt x="79315" y="51710"/>
                    <a:pt x="79954" y="52349"/>
                  </a:cubicBezTo>
                  <a:cubicBezTo>
                    <a:pt x="79954" y="52349"/>
                    <a:pt x="80593" y="52987"/>
                    <a:pt x="80593" y="53626"/>
                  </a:cubicBezTo>
                  <a:lnTo>
                    <a:pt x="80593" y="60010"/>
                  </a:lnTo>
                  <a:lnTo>
                    <a:pt x="80593" y="60010"/>
                  </a:lnTo>
                  <a:lnTo>
                    <a:pt x="80593" y="60010"/>
                  </a:lnTo>
                  <a:lnTo>
                    <a:pt x="80593" y="66394"/>
                  </a:lnTo>
                  <a:cubicBezTo>
                    <a:pt x="80593" y="70224"/>
                    <a:pt x="83149" y="72778"/>
                    <a:pt x="86983" y="72778"/>
                  </a:cubicBezTo>
                  <a:cubicBezTo>
                    <a:pt x="90817" y="72778"/>
                    <a:pt x="93373" y="70224"/>
                    <a:pt x="93373" y="66394"/>
                  </a:cubicBezTo>
                  <a:lnTo>
                    <a:pt x="93373" y="60010"/>
                  </a:lnTo>
                  <a:cubicBezTo>
                    <a:pt x="93373" y="58733"/>
                    <a:pt x="94012" y="58094"/>
                    <a:pt x="95290" y="58094"/>
                  </a:cubicBezTo>
                  <a:cubicBezTo>
                    <a:pt x="95929" y="58094"/>
                    <a:pt x="96568" y="58094"/>
                    <a:pt x="96568" y="58733"/>
                  </a:cubicBezTo>
                  <a:cubicBezTo>
                    <a:pt x="96568" y="58733"/>
                    <a:pt x="97207" y="59371"/>
                    <a:pt x="97207" y="60010"/>
                  </a:cubicBezTo>
                  <a:lnTo>
                    <a:pt x="97207" y="88738"/>
                  </a:lnTo>
                  <a:cubicBezTo>
                    <a:pt x="97207" y="94483"/>
                    <a:pt x="95290" y="99590"/>
                    <a:pt x="90817" y="104059"/>
                  </a:cubicBezTo>
                  <a:cubicBezTo>
                    <a:pt x="88261" y="107251"/>
                    <a:pt x="86344" y="110443"/>
                    <a:pt x="86344" y="114912"/>
                  </a:cubicBezTo>
                  <a:lnTo>
                    <a:pt x="86344" y="128318"/>
                  </a:lnTo>
                  <a:cubicBezTo>
                    <a:pt x="86344" y="132149"/>
                    <a:pt x="88900" y="134702"/>
                    <a:pt x="92734" y="134702"/>
                  </a:cubicBezTo>
                  <a:cubicBezTo>
                    <a:pt x="96568" y="134702"/>
                    <a:pt x="99124" y="132149"/>
                    <a:pt x="99124" y="128318"/>
                  </a:cubicBezTo>
                  <a:lnTo>
                    <a:pt x="99124" y="114912"/>
                  </a:lnTo>
                  <a:cubicBezTo>
                    <a:pt x="99124" y="114273"/>
                    <a:pt x="99124" y="113635"/>
                    <a:pt x="99763" y="112997"/>
                  </a:cubicBezTo>
                  <a:cubicBezTo>
                    <a:pt x="106153" y="106613"/>
                    <a:pt x="109348" y="97675"/>
                    <a:pt x="109348" y="88738"/>
                  </a:cubicBezTo>
                  <a:lnTo>
                    <a:pt x="109348" y="60010"/>
                  </a:lnTo>
                  <a:cubicBezTo>
                    <a:pt x="109348" y="56179"/>
                    <a:pt x="108070" y="52349"/>
                    <a:pt x="104875" y="49795"/>
                  </a:cubicBezTo>
                  <a:cubicBezTo>
                    <a:pt x="101041" y="49157"/>
                    <a:pt x="97207" y="47242"/>
                    <a:pt x="93373" y="47242"/>
                  </a:cubicBezTo>
                  <a:close/>
                </a:path>
              </a:pathLst>
            </a:custGeom>
            <a:solidFill>
              <a:srgbClr val="007680"/>
            </a:solidFill>
            <a:ln w="6390" cap="flat">
              <a:noFill/>
              <a:prstDash val="solid"/>
              <a:miter/>
            </a:ln>
          </p:spPr>
          <p:txBody>
            <a:bodyPr rtlCol="0" anchor="ctr"/>
            <a:lstStyle/>
            <a:p>
              <a:endParaRPr lang="en-US"/>
            </a:p>
          </p:txBody>
        </p:sp>
      </p:grpSp>
      <p:grpSp>
        <p:nvGrpSpPr>
          <p:cNvPr id="185" name="Graphic 4">
            <a:extLst>
              <a:ext uri="{FF2B5EF4-FFF2-40B4-BE49-F238E27FC236}">
                <a16:creationId xmlns:a16="http://schemas.microsoft.com/office/drawing/2014/main" id="{EDAADAA1-B81A-D646-B524-6057F809F5EE}"/>
              </a:ext>
            </a:extLst>
          </p:cNvPr>
          <p:cNvGrpSpPr/>
          <p:nvPr/>
        </p:nvGrpSpPr>
        <p:grpSpPr>
          <a:xfrm>
            <a:off x="1515054" y="2371173"/>
            <a:ext cx="361670" cy="361333"/>
            <a:chOff x="1515054" y="2371173"/>
            <a:chExt cx="361670" cy="361333"/>
          </a:xfrm>
          <a:solidFill>
            <a:srgbClr val="007680"/>
          </a:solidFill>
        </p:grpSpPr>
        <p:sp>
          <p:nvSpPr>
            <p:cNvPr id="186" name="Graphic 4">
              <a:extLst>
                <a:ext uri="{FF2B5EF4-FFF2-40B4-BE49-F238E27FC236}">
                  <a16:creationId xmlns:a16="http://schemas.microsoft.com/office/drawing/2014/main" id="{07C6DA11-0B5B-EF40-9C67-897DD2E491AB}"/>
                </a:ext>
              </a:extLst>
            </p:cNvPr>
            <p:cNvSpPr/>
            <p:nvPr/>
          </p:nvSpPr>
          <p:spPr>
            <a:xfrm>
              <a:off x="151505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187" name="Graphic 4">
              <a:extLst>
                <a:ext uri="{FF2B5EF4-FFF2-40B4-BE49-F238E27FC236}">
                  <a16:creationId xmlns:a16="http://schemas.microsoft.com/office/drawing/2014/main" id="{E031DF86-0DF6-CA4F-B897-5B23A3311268}"/>
                </a:ext>
              </a:extLst>
            </p:cNvPr>
            <p:cNvSpPr/>
            <p:nvPr/>
          </p:nvSpPr>
          <p:spPr>
            <a:xfrm>
              <a:off x="1562339" y="2418415"/>
              <a:ext cx="267099" cy="266850"/>
            </a:xfrm>
            <a:custGeom>
              <a:avLst/>
              <a:gdLst>
                <a:gd name="connsiteX0" fmla="*/ 260709 w 267099"/>
                <a:gd name="connsiteY0" fmla="*/ 127041 h 266850"/>
                <a:gd name="connsiteX1" fmla="*/ 240262 w 267099"/>
                <a:gd name="connsiteY1" fmla="*/ 127041 h 266850"/>
                <a:gd name="connsiteX2" fmla="*/ 139940 w 267099"/>
                <a:gd name="connsiteY2" fmla="*/ 26813 h 266850"/>
                <a:gd name="connsiteX3" fmla="*/ 139940 w 267099"/>
                <a:gd name="connsiteY3" fmla="*/ 6384 h 266850"/>
                <a:gd name="connsiteX4" fmla="*/ 133550 w 267099"/>
                <a:gd name="connsiteY4" fmla="*/ 0 h 266850"/>
                <a:gd name="connsiteX5" fmla="*/ 127160 w 267099"/>
                <a:gd name="connsiteY5" fmla="*/ 6384 h 266850"/>
                <a:gd name="connsiteX6" fmla="*/ 127160 w 267099"/>
                <a:gd name="connsiteY6" fmla="*/ 26813 h 266850"/>
                <a:gd name="connsiteX7" fmla="*/ 26838 w 267099"/>
                <a:gd name="connsiteY7" fmla="*/ 127041 h 266850"/>
                <a:gd name="connsiteX8" fmla="*/ 6390 w 267099"/>
                <a:gd name="connsiteY8" fmla="*/ 127041 h 266850"/>
                <a:gd name="connsiteX9" fmla="*/ 0 w 267099"/>
                <a:gd name="connsiteY9" fmla="*/ 133425 h 266850"/>
                <a:gd name="connsiteX10" fmla="*/ 6390 w 267099"/>
                <a:gd name="connsiteY10" fmla="*/ 139809 h 266850"/>
                <a:gd name="connsiteX11" fmla="*/ 26838 w 267099"/>
                <a:gd name="connsiteY11" fmla="*/ 139809 h 266850"/>
                <a:gd name="connsiteX12" fmla="*/ 127160 w 267099"/>
                <a:gd name="connsiteY12" fmla="*/ 240038 h 266850"/>
                <a:gd name="connsiteX13" fmla="*/ 127160 w 267099"/>
                <a:gd name="connsiteY13" fmla="*/ 260466 h 266850"/>
                <a:gd name="connsiteX14" fmla="*/ 133550 w 267099"/>
                <a:gd name="connsiteY14" fmla="*/ 266850 h 266850"/>
                <a:gd name="connsiteX15" fmla="*/ 139940 w 267099"/>
                <a:gd name="connsiteY15" fmla="*/ 260466 h 266850"/>
                <a:gd name="connsiteX16" fmla="*/ 139940 w 267099"/>
                <a:gd name="connsiteY16" fmla="*/ 240038 h 266850"/>
                <a:gd name="connsiteX17" fmla="*/ 240262 w 267099"/>
                <a:gd name="connsiteY17" fmla="*/ 139809 h 266850"/>
                <a:gd name="connsiteX18" fmla="*/ 260709 w 267099"/>
                <a:gd name="connsiteY18" fmla="*/ 139809 h 266850"/>
                <a:gd name="connsiteX19" fmla="*/ 267099 w 267099"/>
                <a:gd name="connsiteY19" fmla="*/ 133425 h 266850"/>
                <a:gd name="connsiteX20" fmla="*/ 260709 w 267099"/>
                <a:gd name="connsiteY20" fmla="*/ 127041 h 266850"/>
                <a:gd name="connsiteX21" fmla="*/ 127160 w 267099"/>
                <a:gd name="connsiteY21" fmla="*/ 39581 h 266850"/>
                <a:gd name="connsiteX22" fmla="*/ 127160 w 267099"/>
                <a:gd name="connsiteY22" fmla="*/ 47880 h 266850"/>
                <a:gd name="connsiteX23" fmla="*/ 47925 w 267099"/>
                <a:gd name="connsiteY23" fmla="*/ 127041 h 266850"/>
                <a:gd name="connsiteX24" fmla="*/ 39618 w 267099"/>
                <a:gd name="connsiteY24" fmla="*/ 127041 h 266850"/>
                <a:gd name="connsiteX25" fmla="*/ 127160 w 267099"/>
                <a:gd name="connsiteY25" fmla="*/ 39581 h 266850"/>
                <a:gd name="connsiteX26" fmla="*/ 39618 w 267099"/>
                <a:gd name="connsiteY26" fmla="*/ 139809 h 266850"/>
                <a:gd name="connsiteX27" fmla="*/ 47925 w 267099"/>
                <a:gd name="connsiteY27" fmla="*/ 139809 h 266850"/>
                <a:gd name="connsiteX28" fmla="*/ 72845 w 267099"/>
                <a:gd name="connsiteY28" fmla="*/ 194073 h 266850"/>
                <a:gd name="connsiteX29" fmla="*/ 127160 w 267099"/>
                <a:gd name="connsiteY29" fmla="*/ 218971 h 266850"/>
                <a:gd name="connsiteX30" fmla="*/ 127160 w 267099"/>
                <a:gd name="connsiteY30" fmla="*/ 227270 h 266850"/>
                <a:gd name="connsiteX31" fmla="*/ 39618 w 267099"/>
                <a:gd name="connsiteY31" fmla="*/ 139809 h 266850"/>
                <a:gd name="connsiteX32" fmla="*/ 139940 w 267099"/>
                <a:gd name="connsiteY32" fmla="*/ 227270 h 266850"/>
                <a:gd name="connsiteX33" fmla="*/ 139940 w 267099"/>
                <a:gd name="connsiteY33" fmla="*/ 218971 h 266850"/>
                <a:gd name="connsiteX34" fmla="*/ 206395 w 267099"/>
                <a:gd name="connsiteY34" fmla="*/ 179390 h 266850"/>
                <a:gd name="connsiteX35" fmla="*/ 204478 w 267099"/>
                <a:gd name="connsiteY35" fmla="*/ 170452 h 266850"/>
                <a:gd name="connsiteX36" fmla="*/ 195532 w 267099"/>
                <a:gd name="connsiteY36" fmla="*/ 172368 h 266850"/>
                <a:gd name="connsiteX37" fmla="*/ 139940 w 267099"/>
                <a:gd name="connsiteY37" fmla="*/ 206203 h 266850"/>
                <a:gd name="connsiteX38" fmla="*/ 139940 w 267099"/>
                <a:gd name="connsiteY38" fmla="*/ 202372 h 266850"/>
                <a:gd name="connsiteX39" fmla="*/ 133550 w 267099"/>
                <a:gd name="connsiteY39" fmla="*/ 195988 h 266850"/>
                <a:gd name="connsiteX40" fmla="*/ 127160 w 267099"/>
                <a:gd name="connsiteY40" fmla="*/ 202372 h 266850"/>
                <a:gd name="connsiteX41" fmla="*/ 127160 w 267099"/>
                <a:gd name="connsiteY41" fmla="*/ 206203 h 266850"/>
                <a:gd name="connsiteX42" fmla="*/ 81791 w 267099"/>
                <a:gd name="connsiteY42" fmla="*/ 185135 h 266850"/>
                <a:gd name="connsiteX43" fmla="*/ 60704 w 267099"/>
                <a:gd name="connsiteY43" fmla="*/ 139809 h 266850"/>
                <a:gd name="connsiteX44" fmla="*/ 64538 w 267099"/>
                <a:gd name="connsiteY44" fmla="*/ 139809 h 266850"/>
                <a:gd name="connsiteX45" fmla="*/ 70928 w 267099"/>
                <a:gd name="connsiteY45" fmla="*/ 133425 h 266850"/>
                <a:gd name="connsiteX46" fmla="*/ 64538 w 267099"/>
                <a:gd name="connsiteY46" fmla="*/ 127041 h 266850"/>
                <a:gd name="connsiteX47" fmla="*/ 60704 w 267099"/>
                <a:gd name="connsiteY47" fmla="*/ 127041 h 266850"/>
                <a:gd name="connsiteX48" fmla="*/ 127160 w 267099"/>
                <a:gd name="connsiteY48" fmla="*/ 60648 h 266850"/>
                <a:gd name="connsiteX49" fmla="*/ 127160 w 267099"/>
                <a:gd name="connsiteY49" fmla="*/ 64478 h 266850"/>
                <a:gd name="connsiteX50" fmla="*/ 133550 w 267099"/>
                <a:gd name="connsiteY50" fmla="*/ 70862 h 266850"/>
                <a:gd name="connsiteX51" fmla="*/ 139940 w 267099"/>
                <a:gd name="connsiteY51" fmla="*/ 64478 h 266850"/>
                <a:gd name="connsiteX52" fmla="*/ 139940 w 267099"/>
                <a:gd name="connsiteY52" fmla="*/ 39581 h 266850"/>
                <a:gd name="connsiteX53" fmla="*/ 227482 w 267099"/>
                <a:gd name="connsiteY53" fmla="*/ 127041 h 266850"/>
                <a:gd name="connsiteX54" fmla="*/ 202561 w 267099"/>
                <a:gd name="connsiteY54" fmla="*/ 127041 h 266850"/>
                <a:gd name="connsiteX55" fmla="*/ 196171 w 267099"/>
                <a:gd name="connsiteY55" fmla="*/ 133425 h 266850"/>
                <a:gd name="connsiteX56" fmla="*/ 202561 w 267099"/>
                <a:gd name="connsiteY56" fmla="*/ 139809 h 266850"/>
                <a:gd name="connsiteX57" fmla="*/ 227482 w 267099"/>
                <a:gd name="connsiteY57" fmla="*/ 139809 h 266850"/>
                <a:gd name="connsiteX58" fmla="*/ 139940 w 267099"/>
                <a:gd name="connsiteY58" fmla="*/ 227270 h 26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67099" h="266850">
                  <a:moveTo>
                    <a:pt x="260709" y="127041"/>
                  </a:moveTo>
                  <a:lnTo>
                    <a:pt x="240262" y="127041"/>
                  </a:lnTo>
                  <a:cubicBezTo>
                    <a:pt x="237067" y="73416"/>
                    <a:pt x="193615" y="30005"/>
                    <a:pt x="139940" y="26813"/>
                  </a:cubicBezTo>
                  <a:lnTo>
                    <a:pt x="139940" y="6384"/>
                  </a:lnTo>
                  <a:cubicBezTo>
                    <a:pt x="139940" y="2554"/>
                    <a:pt x="137384" y="0"/>
                    <a:pt x="133550" y="0"/>
                  </a:cubicBezTo>
                  <a:cubicBezTo>
                    <a:pt x="129716" y="0"/>
                    <a:pt x="127160" y="2554"/>
                    <a:pt x="127160" y="6384"/>
                  </a:cubicBezTo>
                  <a:lnTo>
                    <a:pt x="127160" y="26813"/>
                  </a:lnTo>
                  <a:cubicBezTo>
                    <a:pt x="73484" y="30005"/>
                    <a:pt x="30033" y="73416"/>
                    <a:pt x="26838" y="127041"/>
                  </a:cubicBezTo>
                  <a:lnTo>
                    <a:pt x="6390" y="127041"/>
                  </a:lnTo>
                  <a:cubicBezTo>
                    <a:pt x="2556" y="127041"/>
                    <a:pt x="0" y="129595"/>
                    <a:pt x="0" y="133425"/>
                  </a:cubicBezTo>
                  <a:cubicBezTo>
                    <a:pt x="0" y="137256"/>
                    <a:pt x="2556" y="139809"/>
                    <a:pt x="6390" y="139809"/>
                  </a:cubicBezTo>
                  <a:lnTo>
                    <a:pt x="26838" y="139809"/>
                  </a:lnTo>
                  <a:cubicBezTo>
                    <a:pt x="30033" y="193435"/>
                    <a:pt x="73484" y="236846"/>
                    <a:pt x="127160" y="240038"/>
                  </a:cubicBezTo>
                  <a:lnTo>
                    <a:pt x="127160" y="260466"/>
                  </a:lnTo>
                  <a:cubicBezTo>
                    <a:pt x="127160" y="264297"/>
                    <a:pt x="129716" y="266850"/>
                    <a:pt x="133550" y="266850"/>
                  </a:cubicBezTo>
                  <a:cubicBezTo>
                    <a:pt x="137384" y="266850"/>
                    <a:pt x="139940" y="264297"/>
                    <a:pt x="139940" y="260466"/>
                  </a:cubicBezTo>
                  <a:lnTo>
                    <a:pt x="139940" y="240038"/>
                  </a:lnTo>
                  <a:cubicBezTo>
                    <a:pt x="193615" y="236846"/>
                    <a:pt x="237067" y="193435"/>
                    <a:pt x="240262" y="139809"/>
                  </a:cubicBezTo>
                  <a:lnTo>
                    <a:pt x="260709" y="139809"/>
                  </a:lnTo>
                  <a:cubicBezTo>
                    <a:pt x="264543" y="139809"/>
                    <a:pt x="267099" y="137256"/>
                    <a:pt x="267099" y="133425"/>
                  </a:cubicBezTo>
                  <a:cubicBezTo>
                    <a:pt x="267099" y="129595"/>
                    <a:pt x="263904" y="127041"/>
                    <a:pt x="260709" y="127041"/>
                  </a:cubicBezTo>
                  <a:close/>
                  <a:moveTo>
                    <a:pt x="127160" y="39581"/>
                  </a:moveTo>
                  <a:lnTo>
                    <a:pt x="127160" y="47880"/>
                  </a:lnTo>
                  <a:cubicBezTo>
                    <a:pt x="84986" y="51072"/>
                    <a:pt x="51119" y="84907"/>
                    <a:pt x="47925" y="127041"/>
                  </a:cubicBezTo>
                  <a:lnTo>
                    <a:pt x="39618" y="127041"/>
                  </a:lnTo>
                  <a:cubicBezTo>
                    <a:pt x="42813" y="80438"/>
                    <a:pt x="79874" y="42773"/>
                    <a:pt x="127160" y="39581"/>
                  </a:cubicBezTo>
                  <a:close/>
                  <a:moveTo>
                    <a:pt x="39618" y="139809"/>
                  </a:moveTo>
                  <a:lnTo>
                    <a:pt x="47925" y="139809"/>
                  </a:lnTo>
                  <a:cubicBezTo>
                    <a:pt x="49202" y="160238"/>
                    <a:pt x="58148" y="179390"/>
                    <a:pt x="72845" y="194073"/>
                  </a:cubicBezTo>
                  <a:cubicBezTo>
                    <a:pt x="87542" y="208756"/>
                    <a:pt x="106712" y="217694"/>
                    <a:pt x="127160" y="218971"/>
                  </a:cubicBezTo>
                  <a:lnTo>
                    <a:pt x="127160" y="227270"/>
                  </a:lnTo>
                  <a:cubicBezTo>
                    <a:pt x="79874" y="224078"/>
                    <a:pt x="42813" y="187051"/>
                    <a:pt x="39618" y="139809"/>
                  </a:cubicBezTo>
                  <a:close/>
                  <a:moveTo>
                    <a:pt x="139940" y="227270"/>
                  </a:moveTo>
                  <a:lnTo>
                    <a:pt x="139940" y="218971"/>
                  </a:lnTo>
                  <a:cubicBezTo>
                    <a:pt x="166777" y="217055"/>
                    <a:pt x="191698" y="202372"/>
                    <a:pt x="206395" y="179390"/>
                  </a:cubicBezTo>
                  <a:cubicBezTo>
                    <a:pt x="208312" y="176198"/>
                    <a:pt x="207673" y="172368"/>
                    <a:pt x="204478" y="170452"/>
                  </a:cubicBezTo>
                  <a:cubicBezTo>
                    <a:pt x="201283" y="168537"/>
                    <a:pt x="197449" y="169176"/>
                    <a:pt x="195532" y="172368"/>
                  </a:cubicBezTo>
                  <a:cubicBezTo>
                    <a:pt x="183391" y="192158"/>
                    <a:pt x="162943" y="204287"/>
                    <a:pt x="139940" y="206203"/>
                  </a:cubicBezTo>
                  <a:lnTo>
                    <a:pt x="139940" y="202372"/>
                  </a:lnTo>
                  <a:cubicBezTo>
                    <a:pt x="139940" y="198542"/>
                    <a:pt x="137384" y="195988"/>
                    <a:pt x="133550" y="195988"/>
                  </a:cubicBezTo>
                  <a:cubicBezTo>
                    <a:pt x="129716" y="195988"/>
                    <a:pt x="127160" y="198542"/>
                    <a:pt x="127160" y="202372"/>
                  </a:cubicBezTo>
                  <a:lnTo>
                    <a:pt x="127160" y="206203"/>
                  </a:lnTo>
                  <a:cubicBezTo>
                    <a:pt x="109907" y="204926"/>
                    <a:pt x="93932" y="197265"/>
                    <a:pt x="81791" y="185135"/>
                  </a:cubicBezTo>
                  <a:cubicBezTo>
                    <a:pt x="69650" y="173006"/>
                    <a:pt x="61982" y="157046"/>
                    <a:pt x="60704" y="139809"/>
                  </a:cubicBezTo>
                  <a:lnTo>
                    <a:pt x="64538" y="139809"/>
                  </a:lnTo>
                  <a:cubicBezTo>
                    <a:pt x="68372" y="139809"/>
                    <a:pt x="70928" y="137256"/>
                    <a:pt x="70928" y="133425"/>
                  </a:cubicBezTo>
                  <a:cubicBezTo>
                    <a:pt x="70928" y="129595"/>
                    <a:pt x="68372" y="127041"/>
                    <a:pt x="64538" y="127041"/>
                  </a:cubicBezTo>
                  <a:lnTo>
                    <a:pt x="60704" y="127041"/>
                  </a:lnTo>
                  <a:cubicBezTo>
                    <a:pt x="63899" y="91929"/>
                    <a:pt x="92015" y="63840"/>
                    <a:pt x="127160" y="60648"/>
                  </a:cubicBezTo>
                  <a:lnTo>
                    <a:pt x="127160" y="64478"/>
                  </a:lnTo>
                  <a:cubicBezTo>
                    <a:pt x="127160" y="68308"/>
                    <a:pt x="129716" y="70862"/>
                    <a:pt x="133550" y="70862"/>
                  </a:cubicBezTo>
                  <a:cubicBezTo>
                    <a:pt x="137384" y="70862"/>
                    <a:pt x="139940" y="68308"/>
                    <a:pt x="139940" y="64478"/>
                  </a:cubicBezTo>
                  <a:lnTo>
                    <a:pt x="139940" y="39581"/>
                  </a:lnTo>
                  <a:cubicBezTo>
                    <a:pt x="186586" y="42773"/>
                    <a:pt x="224287" y="80438"/>
                    <a:pt x="227482" y="127041"/>
                  </a:cubicBezTo>
                  <a:lnTo>
                    <a:pt x="202561" y="127041"/>
                  </a:lnTo>
                  <a:cubicBezTo>
                    <a:pt x="198727" y="127041"/>
                    <a:pt x="196171" y="129595"/>
                    <a:pt x="196171" y="133425"/>
                  </a:cubicBezTo>
                  <a:cubicBezTo>
                    <a:pt x="196171" y="137256"/>
                    <a:pt x="198727" y="139809"/>
                    <a:pt x="202561" y="139809"/>
                  </a:cubicBezTo>
                  <a:lnTo>
                    <a:pt x="227482" y="139809"/>
                  </a:lnTo>
                  <a:cubicBezTo>
                    <a:pt x="224287" y="187051"/>
                    <a:pt x="186586" y="224078"/>
                    <a:pt x="139940" y="227270"/>
                  </a:cubicBezTo>
                  <a:close/>
                </a:path>
              </a:pathLst>
            </a:custGeom>
            <a:solidFill>
              <a:srgbClr val="007680"/>
            </a:solidFill>
            <a:ln w="6390" cap="flat">
              <a:noFill/>
              <a:prstDash val="solid"/>
              <a:miter/>
            </a:ln>
          </p:spPr>
          <p:txBody>
            <a:bodyPr rtlCol="0" anchor="ctr"/>
            <a:lstStyle/>
            <a:p>
              <a:endParaRPr lang="en-US"/>
            </a:p>
          </p:txBody>
        </p:sp>
        <p:sp>
          <p:nvSpPr>
            <p:cNvPr id="188" name="Graphic 4">
              <a:extLst>
                <a:ext uri="{FF2B5EF4-FFF2-40B4-BE49-F238E27FC236}">
                  <a16:creationId xmlns:a16="http://schemas.microsoft.com/office/drawing/2014/main" id="{0EF77F82-3099-E14A-97D9-7A86788C73E1}"/>
                </a:ext>
              </a:extLst>
            </p:cNvPr>
            <p:cNvSpPr/>
            <p:nvPr/>
          </p:nvSpPr>
          <p:spPr>
            <a:xfrm>
              <a:off x="1672885" y="2508429"/>
              <a:ext cx="45368" cy="88099"/>
            </a:xfrm>
            <a:custGeom>
              <a:avLst/>
              <a:gdLst>
                <a:gd name="connsiteX0" fmla="*/ 28116 w 45368"/>
                <a:gd name="connsiteY0" fmla="*/ 0 h 88099"/>
                <a:gd name="connsiteX1" fmla="*/ 17253 w 45368"/>
                <a:gd name="connsiteY1" fmla="*/ 0 h 88099"/>
                <a:gd name="connsiteX2" fmla="*/ 0 w 45368"/>
                <a:gd name="connsiteY2" fmla="*/ 17237 h 88099"/>
                <a:gd name="connsiteX3" fmla="*/ 6390 w 45368"/>
                <a:gd name="connsiteY3" fmla="*/ 23621 h 88099"/>
                <a:gd name="connsiteX4" fmla="*/ 12780 w 45368"/>
                <a:gd name="connsiteY4" fmla="*/ 17237 h 88099"/>
                <a:gd name="connsiteX5" fmla="*/ 17253 w 45368"/>
                <a:gd name="connsiteY5" fmla="*/ 12768 h 88099"/>
                <a:gd name="connsiteX6" fmla="*/ 28116 w 45368"/>
                <a:gd name="connsiteY6" fmla="*/ 12768 h 88099"/>
                <a:gd name="connsiteX7" fmla="*/ 32589 w 45368"/>
                <a:gd name="connsiteY7" fmla="*/ 17237 h 88099"/>
                <a:gd name="connsiteX8" fmla="*/ 32589 w 45368"/>
                <a:gd name="connsiteY8" fmla="*/ 33197 h 88099"/>
                <a:gd name="connsiteX9" fmla="*/ 28116 w 45368"/>
                <a:gd name="connsiteY9" fmla="*/ 37666 h 88099"/>
                <a:gd name="connsiteX10" fmla="*/ 12141 w 45368"/>
                <a:gd name="connsiteY10" fmla="*/ 37666 h 88099"/>
                <a:gd name="connsiteX11" fmla="*/ 5751 w 45368"/>
                <a:gd name="connsiteY11" fmla="*/ 44050 h 88099"/>
                <a:gd name="connsiteX12" fmla="*/ 12141 w 45368"/>
                <a:gd name="connsiteY12" fmla="*/ 50434 h 88099"/>
                <a:gd name="connsiteX13" fmla="*/ 28116 w 45368"/>
                <a:gd name="connsiteY13" fmla="*/ 50434 h 88099"/>
                <a:gd name="connsiteX14" fmla="*/ 32589 w 45368"/>
                <a:gd name="connsiteY14" fmla="*/ 54902 h 88099"/>
                <a:gd name="connsiteX15" fmla="*/ 32589 w 45368"/>
                <a:gd name="connsiteY15" fmla="*/ 70862 h 88099"/>
                <a:gd name="connsiteX16" fmla="*/ 28116 w 45368"/>
                <a:gd name="connsiteY16" fmla="*/ 75331 h 88099"/>
                <a:gd name="connsiteX17" fmla="*/ 17253 w 45368"/>
                <a:gd name="connsiteY17" fmla="*/ 75331 h 88099"/>
                <a:gd name="connsiteX18" fmla="*/ 12780 w 45368"/>
                <a:gd name="connsiteY18" fmla="*/ 70862 h 88099"/>
                <a:gd name="connsiteX19" fmla="*/ 6390 w 45368"/>
                <a:gd name="connsiteY19" fmla="*/ 64478 h 88099"/>
                <a:gd name="connsiteX20" fmla="*/ 0 w 45368"/>
                <a:gd name="connsiteY20" fmla="*/ 70862 h 88099"/>
                <a:gd name="connsiteX21" fmla="*/ 17253 w 45368"/>
                <a:gd name="connsiteY21" fmla="*/ 88099 h 88099"/>
                <a:gd name="connsiteX22" fmla="*/ 28116 w 45368"/>
                <a:gd name="connsiteY22" fmla="*/ 88099 h 88099"/>
                <a:gd name="connsiteX23" fmla="*/ 45369 w 45368"/>
                <a:gd name="connsiteY23" fmla="*/ 70862 h 88099"/>
                <a:gd name="connsiteX24" fmla="*/ 45369 w 45368"/>
                <a:gd name="connsiteY24" fmla="*/ 54902 h 88099"/>
                <a:gd name="connsiteX25" fmla="*/ 41535 w 45368"/>
                <a:gd name="connsiteY25" fmla="*/ 44050 h 88099"/>
                <a:gd name="connsiteX26" fmla="*/ 45369 w 45368"/>
                <a:gd name="connsiteY26" fmla="*/ 33197 h 88099"/>
                <a:gd name="connsiteX27" fmla="*/ 45369 w 45368"/>
                <a:gd name="connsiteY27" fmla="*/ 17237 h 88099"/>
                <a:gd name="connsiteX28" fmla="*/ 28116 w 45368"/>
                <a:gd name="connsiteY28" fmla="*/ 0 h 88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5368" h="88099">
                  <a:moveTo>
                    <a:pt x="28116" y="0"/>
                  </a:moveTo>
                  <a:lnTo>
                    <a:pt x="17253" y="0"/>
                  </a:lnTo>
                  <a:cubicBezTo>
                    <a:pt x="7668" y="0"/>
                    <a:pt x="0" y="7661"/>
                    <a:pt x="0" y="17237"/>
                  </a:cubicBezTo>
                  <a:cubicBezTo>
                    <a:pt x="0" y="21067"/>
                    <a:pt x="2556" y="23621"/>
                    <a:pt x="6390" y="23621"/>
                  </a:cubicBezTo>
                  <a:cubicBezTo>
                    <a:pt x="10224" y="23621"/>
                    <a:pt x="12780" y="21067"/>
                    <a:pt x="12780" y="17237"/>
                  </a:cubicBezTo>
                  <a:cubicBezTo>
                    <a:pt x="12780" y="14683"/>
                    <a:pt x="14697" y="12768"/>
                    <a:pt x="17253" y="12768"/>
                  </a:cubicBezTo>
                  <a:lnTo>
                    <a:pt x="28116" y="12768"/>
                  </a:lnTo>
                  <a:cubicBezTo>
                    <a:pt x="30672" y="12768"/>
                    <a:pt x="32589" y="14683"/>
                    <a:pt x="32589" y="17237"/>
                  </a:cubicBezTo>
                  <a:lnTo>
                    <a:pt x="32589" y="33197"/>
                  </a:lnTo>
                  <a:cubicBezTo>
                    <a:pt x="32589" y="35750"/>
                    <a:pt x="30672" y="37666"/>
                    <a:pt x="28116" y="37666"/>
                  </a:cubicBezTo>
                  <a:lnTo>
                    <a:pt x="12141" y="37666"/>
                  </a:lnTo>
                  <a:cubicBezTo>
                    <a:pt x="8307" y="37666"/>
                    <a:pt x="5751" y="40219"/>
                    <a:pt x="5751" y="44050"/>
                  </a:cubicBezTo>
                  <a:cubicBezTo>
                    <a:pt x="5751" y="47880"/>
                    <a:pt x="8307" y="50434"/>
                    <a:pt x="12141" y="50434"/>
                  </a:cubicBezTo>
                  <a:lnTo>
                    <a:pt x="28116" y="50434"/>
                  </a:lnTo>
                  <a:cubicBezTo>
                    <a:pt x="30672" y="50434"/>
                    <a:pt x="32589" y="52349"/>
                    <a:pt x="32589" y="54902"/>
                  </a:cubicBezTo>
                  <a:lnTo>
                    <a:pt x="32589" y="70862"/>
                  </a:lnTo>
                  <a:cubicBezTo>
                    <a:pt x="32589" y="73416"/>
                    <a:pt x="30672" y="75331"/>
                    <a:pt x="28116" y="75331"/>
                  </a:cubicBezTo>
                  <a:lnTo>
                    <a:pt x="17253" y="75331"/>
                  </a:lnTo>
                  <a:cubicBezTo>
                    <a:pt x="14697" y="75331"/>
                    <a:pt x="12780" y="73416"/>
                    <a:pt x="12780" y="70862"/>
                  </a:cubicBezTo>
                  <a:cubicBezTo>
                    <a:pt x="12780" y="67032"/>
                    <a:pt x="10224" y="64478"/>
                    <a:pt x="6390" y="64478"/>
                  </a:cubicBezTo>
                  <a:cubicBezTo>
                    <a:pt x="2556" y="64478"/>
                    <a:pt x="0" y="67032"/>
                    <a:pt x="0" y="70862"/>
                  </a:cubicBezTo>
                  <a:cubicBezTo>
                    <a:pt x="0" y="80438"/>
                    <a:pt x="7668" y="88099"/>
                    <a:pt x="17253" y="88099"/>
                  </a:cubicBezTo>
                  <a:lnTo>
                    <a:pt x="28116" y="88099"/>
                  </a:lnTo>
                  <a:cubicBezTo>
                    <a:pt x="37701" y="88099"/>
                    <a:pt x="45369" y="80438"/>
                    <a:pt x="45369" y="70862"/>
                  </a:cubicBezTo>
                  <a:lnTo>
                    <a:pt x="45369" y="54902"/>
                  </a:lnTo>
                  <a:cubicBezTo>
                    <a:pt x="45369" y="51072"/>
                    <a:pt x="44091" y="47242"/>
                    <a:pt x="41535" y="44050"/>
                  </a:cubicBezTo>
                  <a:cubicBezTo>
                    <a:pt x="44091" y="40858"/>
                    <a:pt x="45369" y="37666"/>
                    <a:pt x="45369" y="33197"/>
                  </a:cubicBezTo>
                  <a:lnTo>
                    <a:pt x="45369" y="17237"/>
                  </a:lnTo>
                  <a:cubicBezTo>
                    <a:pt x="45369" y="7661"/>
                    <a:pt x="37701" y="0"/>
                    <a:pt x="28116" y="0"/>
                  </a:cubicBezTo>
                  <a:close/>
                </a:path>
              </a:pathLst>
            </a:custGeom>
            <a:solidFill>
              <a:srgbClr val="007680"/>
            </a:solidFill>
            <a:ln w="6390" cap="flat">
              <a:noFill/>
              <a:prstDash val="solid"/>
              <a:miter/>
            </a:ln>
          </p:spPr>
          <p:txBody>
            <a:bodyPr rtlCol="0" anchor="ctr"/>
            <a:lstStyle/>
            <a:p>
              <a:endParaRPr lang="en-US"/>
            </a:p>
          </p:txBody>
        </p:sp>
      </p:grpSp>
      <p:grpSp>
        <p:nvGrpSpPr>
          <p:cNvPr id="189" name="Graphic 4">
            <a:extLst>
              <a:ext uri="{FF2B5EF4-FFF2-40B4-BE49-F238E27FC236}">
                <a16:creationId xmlns:a16="http://schemas.microsoft.com/office/drawing/2014/main" id="{0F3EFA62-A9C7-3D4D-A595-3640DC63619B}"/>
              </a:ext>
            </a:extLst>
          </p:cNvPr>
          <p:cNvGrpSpPr/>
          <p:nvPr/>
        </p:nvGrpSpPr>
        <p:grpSpPr>
          <a:xfrm>
            <a:off x="467743" y="918179"/>
            <a:ext cx="361670" cy="361333"/>
            <a:chOff x="467743" y="918179"/>
            <a:chExt cx="361670" cy="361333"/>
          </a:xfrm>
          <a:solidFill>
            <a:srgbClr val="007680"/>
          </a:solidFill>
        </p:grpSpPr>
        <p:sp>
          <p:nvSpPr>
            <p:cNvPr id="190" name="Graphic 4">
              <a:extLst>
                <a:ext uri="{FF2B5EF4-FFF2-40B4-BE49-F238E27FC236}">
                  <a16:creationId xmlns:a16="http://schemas.microsoft.com/office/drawing/2014/main" id="{6A60BC7F-8288-C04A-A494-80BCF6273649}"/>
                </a:ext>
              </a:extLst>
            </p:cNvPr>
            <p:cNvSpPr/>
            <p:nvPr/>
          </p:nvSpPr>
          <p:spPr>
            <a:xfrm>
              <a:off x="467743"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191" name="Graphic 4">
              <a:extLst>
                <a:ext uri="{FF2B5EF4-FFF2-40B4-BE49-F238E27FC236}">
                  <a16:creationId xmlns:a16="http://schemas.microsoft.com/office/drawing/2014/main" id="{A00164BB-C77D-BC46-B8B9-5E765A21F6A7}"/>
                </a:ext>
              </a:extLst>
            </p:cNvPr>
            <p:cNvSpPr/>
            <p:nvPr/>
          </p:nvSpPr>
          <p:spPr>
            <a:xfrm>
              <a:off x="559119" y="996702"/>
              <a:ext cx="178918" cy="204287"/>
            </a:xfrm>
            <a:custGeom>
              <a:avLst/>
              <a:gdLst>
                <a:gd name="connsiteX0" fmla="*/ 172528 w 178918"/>
                <a:gd name="connsiteY0" fmla="*/ 0 h 204287"/>
                <a:gd name="connsiteX1" fmla="*/ 6390 w 178918"/>
                <a:gd name="connsiteY1" fmla="*/ 0 h 204287"/>
                <a:gd name="connsiteX2" fmla="*/ 0 w 178918"/>
                <a:gd name="connsiteY2" fmla="*/ 6384 h 204287"/>
                <a:gd name="connsiteX3" fmla="*/ 0 w 178918"/>
                <a:gd name="connsiteY3" fmla="*/ 197903 h 204287"/>
                <a:gd name="connsiteX4" fmla="*/ 6390 w 178918"/>
                <a:gd name="connsiteY4" fmla="*/ 204287 h 204287"/>
                <a:gd name="connsiteX5" fmla="*/ 172528 w 178918"/>
                <a:gd name="connsiteY5" fmla="*/ 204287 h 204287"/>
                <a:gd name="connsiteX6" fmla="*/ 178918 w 178918"/>
                <a:gd name="connsiteY6" fmla="*/ 197903 h 204287"/>
                <a:gd name="connsiteX7" fmla="*/ 178918 w 178918"/>
                <a:gd name="connsiteY7" fmla="*/ 6384 h 204287"/>
                <a:gd name="connsiteX8" fmla="*/ 172528 w 178918"/>
                <a:gd name="connsiteY8" fmla="*/ 0 h 204287"/>
                <a:gd name="connsiteX9" fmla="*/ 166138 w 178918"/>
                <a:gd name="connsiteY9" fmla="*/ 25536 h 204287"/>
                <a:gd name="connsiteX10" fmla="*/ 61982 w 178918"/>
                <a:gd name="connsiteY10" fmla="*/ 25536 h 204287"/>
                <a:gd name="connsiteX11" fmla="*/ 61982 w 178918"/>
                <a:gd name="connsiteY11" fmla="*/ 12768 h 204287"/>
                <a:gd name="connsiteX12" fmla="*/ 166138 w 178918"/>
                <a:gd name="connsiteY12" fmla="*/ 12768 h 204287"/>
                <a:gd name="connsiteX13" fmla="*/ 166138 w 178918"/>
                <a:gd name="connsiteY13" fmla="*/ 25536 h 204287"/>
                <a:gd name="connsiteX14" fmla="*/ 44730 w 178918"/>
                <a:gd name="connsiteY14" fmla="*/ 25536 h 204287"/>
                <a:gd name="connsiteX15" fmla="*/ 44730 w 178918"/>
                <a:gd name="connsiteY15" fmla="*/ 12768 h 204287"/>
                <a:gd name="connsiteX16" fmla="*/ 53036 w 178918"/>
                <a:gd name="connsiteY16" fmla="*/ 12768 h 204287"/>
                <a:gd name="connsiteX17" fmla="*/ 53036 w 178918"/>
                <a:gd name="connsiteY17" fmla="*/ 25536 h 204287"/>
                <a:gd name="connsiteX18" fmla="*/ 44730 w 178918"/>
                <a:gd name="connsiteY18" fmla="*/ 25536 h 204287"/>
                <a:gd name="connsiteX19" fmla="*/ 36423 w 178918"/>
                <a:gd name="connsiteY19" fmla="*/ 25536 h 204287"/>
                <a:gd name="connsiteX20" fmla="*/ 28116 w 178918"/>
                <a:gd name="connsiteY20" fmla="*/ 25536 h 204287"/>
                <a:gd name="connsiteX21" fmla="*/ 28116 w 178918"/>
                <a:gd name="connsiteY21" fmla="*/ 12768 h 204287"/>
                <a:gd name="connsiteX22" fmla="*/ 36423 w 178918"/>
                <a:gd name="connsiteY22" fmla="*/ 12768 h 204287"/>
                <a:gd name="connsiteX23" fmla="*/ 36423 w 178918"/>
                <a:gd name="connsiteY23" fmla="*/ 25536 h 204287"/>
                <a:gd name="connsiteX24" fmla="*/ 166138 w 178918"/>
                <a:gd name="connsiteY24" fmla="*/ 38304 h 204287"/>
                <a:gd name="connsiteX25" fmla="*/ 166138 w 178918"/>
                <a:gd name="connsiteY25" fmla="*/ 118742 h 204287"/>
                <a:gd name="connsiteX26" fmla="*/ 12780 w 178918"/>
                <a:gd name="connsiteY26" fmla="*/ 118742 h 204287"/>
                <a:gd name="connsiteX27" fmla="*/ 12780 w 178918"/>
                <a:gd name="connsiteY27" fmla="*/ 38304 h 204287"/>
                <a:gd name="connsiteX28" fmla="*/ 166138 w 178918"/>
                <a:gd name="connsiteY28" fmla="*/ 38304 h 204287"/>
                <a:gd name="connsiteX29" fmla="*/ 19170 w 178918"/>
                <a:gd name="connsiteY29" fmla="*/ 12768 h 204287"/>
                <a:gd name="connsiteX30" fmla="*/ 19170 w 178918"/>
                <a:gd name="connsiteY30" fmla="*/ 25536 h 204287"/>
                <a:gd name="connsiteX31" fmla="*/ 12780 w 178918"/>
                <a:gd name="connsiteY31" fmla="*/ 25536 h 204287"/>
                <a:gd name="connsiteX32" fmla="*/ 12780 w 178918"/>
                <a:gd name="connsiteY32" fmla="*/ 12768 h 204287"/>
                <a:gd name="connsiteX33" fmla="*/ 19170 w 178918"/>
                <a:gd name="connsiteY33" fmla="*/ 12768 h 204287"/>
                <a:gd name="connsiteX34" fmla="*/ 12780 w 178918"/>
                <a:gd name="connsiteY34" fmla="*/ 191519 h 204287"/>
                <a:gd name="connsiteX35" fmla="*/ 12780 w 178918"/>
                <a:gd name="connsiteY35" fmla="*/ 132148 h 204287"/>
                <a:gd name="connsiteX36" fmla="*/ 166138 w 178918"/>
                <a:gd name="connsiteY36" fmla="*/ 132148 h 204287"/>
                <a:gd name="connsiteX37" fmla="*/ 166138 w 178918"/>
                <a:gd name="connsiteY37" fmla="*/ 191519 h 204287"/>
                <a:gd name="connsiteX38" fmla="*/ 12780 w 178918"/>
                <a:gd name="connsiteY38" fmla="*/ 191519 h 204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78918" h="204287">
                  <a:moveTo>
                    <a:pt x="172528" y="0"/>
                  </a:moveTo>
                  <a:lnTo>
                    <a:pt x="6390" y="0"/>
                  </a:lnTo>
                  <a:cubicBezTo>
                    <a:pt x="2556" y="0"/>
                    <a:pt x="0" y="2554"/>
                    <a:pt x="0" y="6384"/>
                  </a:cubicBezTo>
                  <a:lnTo>
                    <a:pt x="0" y="197903"/>
                  </a:lnTo>
                  <a:cubicBezTo>
                    <a:pt x="0" y="201734"/>
                    <a:pt x="2556" y="204287"/>
                    <a:pt x="6390" y="204287"/>
                  </a:cubicBezTo>
                  <a:lnTo>
                    <a:pt x="172528" y="204287"/>
                  </a:lnTo>
                  <a:cubicBezTo>
                    <a:pt x="176362" y="204287"/>
                    <a:pt x="178918" y="201734"/>
                    <a:pt x="178918" y="197903"/>
                  </a:cubicBezTo>
                  <a:lnTo>
                    <a:pt x="178918" y="6384"/>
                  </a:lnTo>
                  <a:cubicBezTo>
                    <a:pt x="178918" y="3192"/>
                    <a:pt x="175723" y="0"/>
                    <a:pt x="172528" y="0"/>
                  </a:cubicBezTo>
                  <a:close/>
                  <a:moveTo>
                    <a:pt x="166138" y="25536"/>
                  </a:moveTo>
                  <a:lnTo>
                    <a:pt x="61982" y="25536"/>
                  </a:lnTo>
                  <a:lnTo>
                    <a:pt x="61982" y="12768"/>
                  </a:lnTo>
                  <a:lnTo>
                    <a:pt x="166138" y="12768"/>
                  </a:lnTo>
                  <a:lnTo>
                    <a:pt x="166138" y="25536"/>
                  </a:lnTo>
                  <a:close/>
                  <a:moveTo>
                    <a:pt x="44730" y="25536"/>
                  </a:moveTo>
                  <a:lnTo>
                    <a:pt x="44730" y="12768"/>
                  </a:lnTo>
                  <a:lnTo>
                    <a:pt x="53036" y="12768"/>
                  </a:lnTo>
                  <a:lnTo>
                    <a:pt x="53036" y="25536"/>
                  </a:lnTo>
                  <a:lnTo>
                    <a:pt x="44730" y="25536"/>
                  </a:lnTo>
                  <a:close/>
                  <a:moveTo>
                    <a:pt x="36423" y="25536"/>
                  </a:moveTo>
                  <a:lnTo>
                    <a:pt x="28116" y="25536"/>
                  </a:lnTo>
                  <a:lnTo>
                    <a:pt x="28116" y="12768"/>
                  </a:lnTo>
                  <a:lnTo>
                    <a:pt x="36423" y="12768"/>
                  </a:lnTo>
                  <a:lnTo>
                    <a:pt x="36423" y="25536"/>
                  </a:lnTo>
                  <a:close/>
                  <a:moveTo>
                    <a:pt x="166138" y="38304"/>
                  </a:moveTo>
                  <a:lnTo>
                    <a:pt x="166138" y="118742"/>
                  </a:lnTo>
                  <a:lnTo>
                    <a:pt x="12780" y="118742"/>
                  </a:lnTo>
                  <a:lnTo>
                    <a:pt x="12780" y="38304"/>
                  </a:lnTo>
                  <a:lnTo>
                    <a:pt x="166138" y="38304"/>
                  </a:lnTo>
                  <a:close/>
                  <a:moveTo>
                    <a:pt x="19170" y="12768"/>
                  </a:moveTo>
                  <a:lnTo>
                    <a:pt x="19170" y="25536"/>
                  </a:lnTo>
                  <a:lnTo>
                    <a:pt x="12780" y="25536"/>
                  </a:lnTo>
                  <a:lnTo>
                    <a:pt x="12780" y="12768"/>
                  </a:lnTo>
                  <a:lnTo>
                    <a:pt x="19170" y="12768"/>
                  </a:lnTo>
                  <a:close/>
                  <a:moveTo>
                    <a:pt x="12780" y="191519"/>
                  </a:moveTo>
                  <a:lnTo>
                    <a:pt x="12780" y="132148"/>
                  </a:lnTo>
                  <a:lnTo>
                    <a:pt x="166138" y="132148"/>
                  </a:lnTo>
                  <a:lnTo>
                    <a:pt x="166138" y="191519"/>
                  </a:lnTo>
                  <a:lnTo>
                    <a:pt x="12780" y="191519"/>
                  </a:lnTo>
                  <a:close/>
                </a:path>
              </a:pathLst>
            </a:custGeom>
            <a:solidFill>
              <a:srgbClr val="007680"/>
            </a:solidFill>
            <a:ln w="6390" cap="flat">
              <a:noFill/>
              <a:prstDash val="solid"/>
              <a:miter/>
            </a:ln>
          </p:spPr>
          <p:txBody>
            <a:bodyPr rtlCol="0" anchor="ctr"/>
            <a:lstStyle/>
            <a:p>
              <a:endParaRPr lang="en-US"/>
            </a:p>
          </p:txBody>
        </p:sp>
        <p:sp>
          <p:nvSpPr>
            <p:cNvPr id="192" name="Graphic 4">
              <a:extLst>
                <a:ext uri="{FF2B5EF4-FFF2-40B4-BE49-F238E27FC236}">
                  <a16:creationId xmlns:a16="http://schemas.microsoft.com/office/drawing/2014/main" id="{DD618CF2-7AFA-4D4A-A107-1415BAA77999}"/>
                </a:ext>
              </a:extLst>
            </p:cNvPr>
            <p:cNvSpPr/>
            <p:nvPr/>
          </p:nvSpPr>
          <p:spPr>
            <a:xfrm>
              <a:off x="580206" y="1137149"/>
              <a:ext cx="42812" cy="42772"/>
            </a:xfrm>
            <a:custGeom>
              <a:avLst/>
              <a:gdLst>
                <a:gd name="connsiteX0" fmla="*/ 36423 w 42812"/>
                <a:gd name="connsiteY0" fmla="*/ 0 h 42772"/>
                <a:gd name="connsiteX1" fmla="*/ 6390 w 42812"/>
                <a:gd name="connsiteY1" fmla="*/ 0 h 42772"/>
                <a:gd name="connsiteX2" fmla="*/ 0 w 42812"/>
                <a:gd name="connsiteY2" fmla="*/ 6384 h 42772"/>
                <a:gd name="connsiteX3" fmla="*/ 0 w 42812"/>
                <a:gd name="connsiteY3" fmla="*/ 36389 h 42772"/>
                <a:gd name="connsiteX4" fmla="*/ 6390 w 42812"/>
                <a:gd name="connsiteY4" fmla="*/ 42773 h 42772"/>
                <a:gd name="connsiteX5" fmla="*/ 36423 w 42812"/>
                <a:gd name="connsiteY5" fmla="*/ 42773 h 42772"/>
                <a:gd name="connsiteX6" fmla="*/ 42813 w 42812"/>
                <a:gd name="connsiteY6" fmla="*/ 36389 h 42772"/>
                <a:gd name="connsiteX7" fmla="*/ 42813 w 42812"/>
                <a:gd name="connsiteY7" fmla="*/ 6384 h 42772"/>
                <a:gd name="connsiteX8" fmla="*/ 36423 w 42812"/>
                <a:gd name="connsiteY8" fmla="*/ 0 h 42772"/>
                <a:gd name="connsiteX9" fmla="*/ 30033 w 42812"/>
                <a:gd name="connsiteY9" fmla="*/ 30005 h 42772"/>
                <a:gd name="connsiteX10" fmla="*/ 12780 w 42812"/>
                <a:gd name="connsiteY10" fmla="*/ 30005 h 42772"/>
                <a:gd name="connsiteX11" fmla="*/ 12780 w 42812"/>
                <a:gd name="connsiteY11" fmla="*/ 12768 h 42772"/>
                <a:gd name="connsiteX12" fmla="*/ 30033 w 42812"/>
                <a:gd name="connsiteY12" fmla="*/ 12768 h 42772"/>
                <a:gd name="connsiteX13" fmla="*/ 30033 w 42812"/>
                <a:gd name="connsiteY13" fmla="*/ 30005 h 4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812" h="42772">
                  <a:moveTo>
                    <a:pt x="36423" y="0"/>
                  </a:moveTo>
                  <a:lnTo>
                    <a:pt x="6390" y="0"/>
                  </a:lnTo>
                  <a:cubicBezTo>
                    <a:pt x="2556" y="0"/>
                    <a:pt x="0" y="2554"/>
                    <a:pt x="0" y="6384"/>
                  </a:cubicBezTo>
                  <a:lnTo>
                    <a:pt x="0" y="36389"/>
                  </a:lnTo>
                  <a:cubicBezTo>
                    <a:pt x="0" y="40219"/>
                    <a:pt x="2556" y="42773"/>
                    <a:pt x="6390" y="42773"/>
                  </a:cubicBezTo>
                  <a:lnTo>
                    <a:pt x="36423" y="42773"/>
                  </a:lnTo>
                  <a:cubicBezTo>
                    <a:pt x="40257" y="42773"/>
                    <a:pt x="42813" y="40219"/>
                    <a:pt x="42813" y="36389"/>
                  </a:cubicBezTo>
                  <a:lnTo>
                    <a:pt x="42813" y="6384"/>
                  </a:lnTo>
                  <a:cubicBezTo>
                    <a:pt x="42813" y="3192"/>
                    <a:pt x="39618" y="0"/>
                    <a:pt x="36423" y="0"/>
                  </a:cubicBezTo>
                  <a:close/>
                  <a:moveTo>
                    <a:pt x="30033" y="30005"/>
                  </a:moveTo>
                  <a:lnTo>
                    <a:pt x="12780" y="30005"/>
                  </a:lnTo>
                  <a:lnTo>
                    <a:pt x="12780" y="12768"/>
                  </a:lnTo>
                  <a:lnTo>
                    <a:pt x="30033" y="12768"/>
                  </a:lnTo>
                  <a:lnTo>
                    <a:pt x="30033" y="30005"/>
                  </a:lnTo>
                  <a:close/>
                </a:path>
              </a:pathLst>
            </a:custGeom>
            <a:solidFill>
              <a:srgbClr val="007680"/>
            </a:solidFill>
            <a:ln w="6390" cap="flat">
              <a:noFill/>
              <a:prstDash val="solid"/>
              <a:miter/>
            </a:ln>
          </p:spPr>
          <p:txBody>
            <a:bodyPr rtlCol="0" anchor="ctr"/>
            <a:lstStyle/>
            <a:p>
              <a:endParaRPr lang="en-US"/>
            </a:p>
          </p:txBody>
        </p:sp>
        <p:sp>
          <p:nvSpPr>
            <p:cNvPr id="193" name="Graphic 4">
              <a:extLst>
                <a:ext uri="{FF2B5EF4-FFF2-40B4-BE49-F238E27FC236}">
                  <a16:creationId xmlns:a16="http://schemas.microsoft.com/office/drawing/2014/main" id="{4CCFC87D-63A0-9B47-B076-291187A6E203}"/>
                </a:ext>
              </a:extLst>
            </p:cNvPr>
            <p:cNvSpPr/>
            <p:nvPr/>
          </p:nvSpPr>
          <p:spPr>
            <a:xfrm>
              <a:off x="627491" y="1141618"/>
              <a:ext cx="93293" cy="12767"/>
            </a:xfrm>
            <a:custGeom>
              <a:avLst/>
              <a:gdLst>
                <a:gd name="connsiteX0" fmla="*/ 86903 w 93293"/>
                <a:gd name="connsiteY0" fmla="*/ 0 h 12767"/>
                <a:gd name="connsiteX1" fmla="*/ 6390 w 93293"/>
                <a:gd name="connsiteY1" fmla="*/ 0 h 12767"/>
                <a:gd name="connsiteX2" fmla="*/ 0 w 93293"/>
                <a:gd name="connsiteY2" fmla="*/ 6384 h 12767"/>
                <a:gd name="connsiteX3" fmla="*/ 6390 w 93293"/>
                <a:gd name="connsiteY3" fmla="*/ 12768 h 12767"/>
                <a:gd name="connsiteX4" fmla="*/ 86903 w 93293"/>
                <a:gd name="connsiteY4" fmla="*/ 12768 h 12767"/>
                <a:gd name="connsiteX5" fmla="*/ 93293 w 93293"/>
                <a:gd name="connsiteY5" fmla="*/ 6384 h 12767"/>
                <a:gd name="connsiteX6" fmla="*/ 86903 w 93293"/>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293" h="12767">
                  <a:moveTo>
                    <a:pt x="86903" y="0"/>
                  </a:moveTo>
                  <a:lnTo>
                    <a:pt x="6390" y="0"/>
                  </a:lnTo>
                  <a:cubicBezTo>
                    <a:pt x="2556" y="0"/>
                    <a:pt x="0" y="2554"/>
                    <a:pt x="0" y="6384"/>
                  </a:cubicBezTo>
                  <a:cubicBezTo>
                    <a:pt x="0" y="10214"/>
                    <a:pt x="2556" y="12768"/>
                    <a:pt x="6390" y="12768"/>
                  </a:cubicBezTo>
                  <a:lnTo>
                    <a:pt x="86903" y="12768"/>
                  </a:lnTo>
                  <a:cubicBezTo>
                    <a:pt x="90737" y="12768"/>
                    <a:pt x="93293" y="10214"/>
                    <a:pt x="93293" y="6384"/>
                  </a:cubicBezTo>
                  <a:cubicBezTo>
                    <a:pt x="93293" y="2554"/>
                    <a:pt x="90737" y="0"/>
                    <a:pt x="86903" y="0"/>
                  </a:cubicBezTo>
                  <a:close/>
                </a:path>
              </a:pathLst>
            </a:custGeom>
            <a:solidFill>
              <a:srgbClr val="007680"/>
            </a:solidFill>
            <a:ln w="6390" cap="flat">
              <a:noFill/>
              <a:prstDash val="solid"/>
              <a:miter/>
            </a:ln>
          </p:spPr>
          <p:txBody>
            <a:bodyPr rtlCol="0" anchor="ctr"/>
            <a:lstStyle/>
            <a:p>
              <a:endParaRPr lang="en-US"/>
            </a:p>
          </p:txBody>
        </p:sp>
        <p:sp>
          <p:nvSpPr>
            <p:cNvPr id="194" name="Graphic 4">
              <a:extLst>
                <a:ext uri="{FF2B5EF4-FFF2-40B4-BE49-F238E27FC236}">
                  <a16:creationId xmlns:a16="http://schemas.microsoft.com/office/drawing/2014/main" id="{DAD57BE9-03AA-0546-8727-1CD6446F255F}"/>
                </a:ext>
              </a:extLst>
            </p:cNvPr>
            <p:cNvSpPr/>
            <p:nvPr/>
          </p:nvSpPr>
          <p:spPr>
            <a:xfrm>
              <a:off x="626852" y="1158217"/>
              <a:ext cx="55592" cy="12767"/>
            </a:xfrm>
            <a:custGeom>
              <a:avLst/>
              <a:gdLst>
                <a:gd name="connsiteX0" fmla="*/ 49203 w 55592"/>
                <a:gd name="connsiteY0" fmla="*/ 0 h 12767"/>
                <a:gd name="connsiteX1" fmla="*/ 6390 w 55592"/>
                <a:gd name="connsiteY1" fmla="*/ 0 h 12767"/>
                <a:gd name="connsiteX2" fmla="*/ 0 w 55592"/>
                <a:gd name="connsiteY2" fmla="*/ 6384 h 12767"/>
                <a:gd name="connsiteX3" fmla="*/ 6390 w 55592"/>
                <a:gd name="connsiteY3" fmla="*/ 12768 h 12767"/>
                <a:gd name="connsiteX4" fmla="*/ 49203 w 55592"/>
                <a:gd name="connsiteY4" fmla="*/ 12768 h 12767"/>
                <a:gd name="connsiteX5" fmla="*/ 55592 w 55592"/>
                <a:gd name="connsiteY5" fmla="*/ 6384 h 12767"/>
                <a:gd name="connsiteX6" fmla="*/ 49203 w 5559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592" h="12767">
                  <a:moveTo>
                    <a:pt x="49203" y="0"/>
                  </a:moveTo>
                  <a:lnTo>
                    <a:pt x="6390" y="0"/>
                  </a:lnTo>
                  <a:cubicBezTo>
                    <a:pt x="2556" y="0"/>
                    <a:pt x="0" y="2554"/>
                    <a:pt x="0" y="6384"/>
                  </a:cubicBezTo>
                  <a:cubicBezTo>
                    <a:pt x="0" y="10214"/>
                    <a:pt x="2556" y="12768"/>
                    <a:pt x="6390" y="12768"/>
                  </a:cubicBezTo>
                  <a:lnTo>
                    <a:pt x="49203" y="12768"/>
                  </a:lnTo>
                  <a:cubicBezTo>
                    <a:pt x="53036" y="12768"/>
                    <a:pt x="55592" y="10214"/>
                    <a:pt x="55592" y="6384"/>
                  </a:cubicBezTo>
                  <a:cubicBezTo>
                    <a:pt x="55592" y="2554"/>
                    <a:pt x="53036" y="0"/>
                    <a:pt x="49203" y="0"/>
                  </a:cubicBezTo>
                  <a:close/>
                </a:path>
              </a:pathLst>
            </a:custGeom>
            <a:solidFill>
              <a:srgbClr val="007680"/>
            </a:solidFill>
            <a:ln w="6390" cap="flat">
              <a:noFill/>
              <a:prstDash val="solid"/>
              <a:miter/>
            </a:ln>
          </p:spPr>
          <p:txBody>
            <a:bodyPr rtlCol="0" anchor="ctr"/>
            <a:lstStyle/>
            <a:p>
              <a:endParaRPr lang="en-US"/>
            </a:p>
          </p:txBody>
        </p:sp>
        <p:sp>
          <p:nvSpPr>
            <p:cNvPr id="195" name="Graphic 4">
              <a:extLst>
                <a:ext uri="{FF2B5EF4-FFF2-40B4-BE49-F238E27FC236}">
                  <a16:creationId xmlns:a16="http://schemas.microsoft.com/office/drawing/2014/main" id="{307C306B-9259-E648-A030-B8461678DFBF}"/>
                </a:ext>
              </a:extLst>
            </p:cNvPr>
            <p:cNvSpPr/>
            <p:nvPr/>
          </p:nvSpPr>
          <p:spPr>
            <a:xfrm>
              <a:off x="623018" y="1042986"/>
              <a:ext cx="55592" cy="64159"/>
            </a:xfrm>
            <a:custGeom>
              <a:avLst/>
              <a:gdLst>
                <a:gd name="connsiteX0" fmla="*/ 3195 w 55592"/>
                <a:gd name="connsiteY0" fmla="*/ 63521 h 64159"/>
                <a:gd name="connsiteX1" fmla="*/ 6390 w 55592"/>
                <a:gd name="connsiteY1" fmla="*/ 64159 h 64159"/>
                <a:gd name="connsiteX2" fmla="*/ 9585 w 55592"/>
                <a:gd name="connsiteY2" fmla="*/ 63521 h 64159"/>
                <a:gd name="connsiteX3" fmla="*/ 52397 w 55592"/>
                <a:gd name="connsiteY3" fmla="*/ 37985 h 64159"/>
                <a:gd name="connsiteX4" fmla="*/ 55592 w 55592"/>
                <a:gd name="connsiteY4" fmla="*/ 32239 h 64159"/>
                <a:gd name="connsiteX5" fmla="*/ 52397 w 55592"/>
                <a:gd name="connsiteY5" fmla="*/ 26494 h 64159"/>
                <a:gd name="connsiteX6" fmla="*/ 9585 w 55592"/>
                <a:gd name="connsiteY6" fmla="*/ 958 h 64159"/>
                <a:gd name="connsiteX7" fmla="*/ 3195 w 55592"/>
                <a:gd name="connsiteY7" fmla="*/ 958 h 64159"/>
                <a:gd name="connsiteX8" fmla="*/ 0 w 55592"/>
                <a:gd name="connsiteY8" fmla="*/ 6703 h 64159"/>
                <a:gd name="connsiteX9" fmla="*/ 0 w 55592"/>
                <a:gd name="connsiteY9" fmla="*/ 57775 h 64159"/>
                <a:gd name="connsiteX10" fmla="*/ 3195 w 55592"/>
                <a:gd name="connsiteY10" fmla="*/ 63521 h 64159"/>
                <a:gd name="connsiteX11" fmla="*/ 12780 w 55592"/>
                <a:gd name="connsiteY11" fmla="*/ 18194 h 64159"/>
                <a:gd name="connsiteX12" fmla="*/ 36423 w 55592"/>
                <a:gd name="connsiteY12" fmla="*/ 32239 h 64159"/>
                <a:gd name="connsiteX13" fmla="*/ 12780 w 55592"/>
                <a:gd name="connsiteY13" fmla="*/ 46284 h 64159"/>
                <a:gd name="connsiteX14" fmla="*/ 12780 w 55592"/>
                <a:gd name="connsiteY14" fmla="*/ 18194 h 64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592" h="64159">
                  <a:moveTo>
                    <a:pt x="3195" y="63521"/>
                  </a:moveTo>
                  <a:cubicBezTo>
                    <a:pt x="4473" y="64159"/>
                    <a:pt x="5112" y="64159"/>
                    <a:pt x="6390" y="64159"/>
                  </a:cubicBezTo>
                  <a:cubicBezTo>
                    <a:pt x="7668" y="64159"/>
                    <a:pt x="8946" y="64159"/>
                    <a:pt x="9585" y="63521"/>
                  </a:cubicBezTo>
                  <a:lnTo>
                    <a:pt x="52397" y="37985"/>
                  </a:lnTo>
                  <a:cubicBezTo>
                    <a:pt x="54314" y="36708"/>
                    <a:pt x="55592" y="34793"/>
                    <a:pt x="55592" y="32239"/>
                  </a:cubicBezTo>
                  <a:cubicBezTo>
                    <a:pt x="55592" y="29686"/>
                    <a:pt x="54314" y="27770"/>
                    <a:pt x="52397" y="26494"/>
                  </a:cubicBezTo>
                  <a:lnTo>
                    <a:pt x="9585" y="958"/>
                  </a:lnTo>
                  <a:cubicBezTo>
                    <a:pt x="7668" y="-319"/>
                    <a:pt x="5112" y="-319"/>
                    <a:pt x="3195" y="958"/>
                  </a:cubicBezTo>
                  <a:cubicBezTo>
                    <a:pt x="1278" y="2234"/>
                    <a:pt x="0" y="4150"/>
                    <a:pt x="0" y="6703"/>
                  </a:cubicBezTo>
                  <a:lnTo>
                    <a:pt x="0" y="57775"/>
                  </a:lnTo>
                  <a:cubicBezTo>
                    <a:pt x="0" y="60329"/>
                    <a:pt x="1278" y="62244"/>
                    <a:pt x="3195" y="63521"/>
                  </a:cubicBezTo>
                  <a:close/>
                  <a:moveTo>
                    <a:pt x="12780" y="18194"/>
                  </a:moveTo>
                  <a:lnTo>
                    <a:pt x="36423" y="32239"/>
                  </a:lnTo>
                  <a:lnTo>
                    <a:pt x="12780" y="46284"/>
                  </a:lnTo>
                  <a:lnTo>
                    <a:pt x="12780" y="18194"/>
                  </a:lnTo>
                  <a:close/>
                </a:path>
              </a:pathLst>
            </a:custGeom>
            <a:solidFill>
              <a:srgbClr val="007680"/>
            </a:solidFill>
            <a:ln w="6390" cap="flat">
              <a:noFill/>
              <a:prstDash val="solid"/>
              <a:miter/>
            </a:ln>
          </p:spPr>
          <p:txBody>
            <a:bodyPr rtlCol="0" anchor="ctr"/>
            <a:lstStyle/>
            <a:p>
              <a:endParaRPr lang="en-US"/>
            </a:p>
          </p:txBody>
        </p:sp>
      </p:grpSp>
      <p:grpSp>
        <p:nvGrpSpPr>
          <p:cNvPr id="196" name="Graphic 4">
            <a:extLst>
              <a:ext uri="{FF2B5EF4-FFF2-40B4-BE49-F238E27FC236}">
                <a16:creationId xmlns:a16="http://schemas.microsoft.com/office/drawing/2014/main" id="{45967D3D-C167-EE49-A87C-1AAE88773B3A}"/>
              </a:ext>
            </a:extLst>
          </p:cNvPr>
          <p:cNvGrpSpPr/>
          <p:nvPr/>
        </p:nvGrpSpPr>
        <p:grpSpPr>
          <a:xfrm>
            <a:off x="1515054" y="3339623"/>
            <a:ext cx="361670" cy="361333"/>
            <a:chOff x="1515054" y="3339623"/>
            <a:chExt cx="361670" cy="361333"/>
          </a:xfrm>
          <a:solidFill>
            <a:srgbClr val="007680"/>
          </a:solidFill>
        </p:grpSpPr>
        <p:sp>
          <p:nvSpPr>
            <p:cNvPr id="197" name="Graphic 4">
              <a:extLst>
                <a:ext uri="{FF2B5EF4-FFF2-40B4-BE49-F238E27FC236}">
                  <a16:creationId xmlns:a16="http://schemas.microsoft.com/office/drawing/2014/main" id="{9BD91A21-0D70-3F44-AF92-97D76FE541D8}"/>
                </a:ext>
              </a:extLst>
            </p:cNvPr>
            <p:cNvSpPr/>
            <p:nvPr/>
          </p:nvSpPr>
          <p:spPr>
            <a:xfrm>
              <a:off x="1515054"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198" name="Graphic 4">
              <a:extLst>
                <a:ext uri="{FF2B5EF4-FFF2-40B4-BE49-F238E27FC236}">
                  <a16:creationId xmlns:a16="http://schemas.microsoft.com/office/drawing/2014/main" id="{C85D91A2-93AD-2D4B-96AE-10AADB086A3E}"/>
                </a:ext>
              </a:extLst>
            </p:cNvPr>
            <p:cNvSpPr/>
            <p:nvPr/>
          </p:nvSpPr>
          <p:spPr>
            <a:xfrm>
              <a:off x="1555310" y="3432191"/>
              <a:ext cx="278601" cy="178113"/>
            </a:xfrm>
            <a:custGeom>
              <a:avLst/>
              <a:gdLst>
                <a:gd name="connsiteX0" fmla="*/ 272850 w 278601"/>
                <a:gd name="connsiteY0" fmla="*/ 101505 h 178113"/>
                <a:gd name="connsiteX1" fmla="*/ 272850 w 278601"/>
                <a:gd name="connsiteY1" fmla="*/ 101505 h 178113"/>
                <a:gd name="connsiteX2" fmla="*/ 272211 w 278601"/>
                <a:gd name="connsiteY2" fmla="*/ 62563 h 178113"/>
                <a:gd name="connsiteX3" fmla="*/ 272211 w 278601"/>
                <a:gd name="connsiteY3" fmla="*/ 62563 h 178113"/>
                <a:gd name="connsiteX4" fmla="*/ 278601 w 278601"/>
                <a:gd name="connsiteY4" fmla="*/ 56179 h 178113"/>
                <a:gd name="connsiteX5" fmla="*/ 272211 w 278601"/>
                <a:gd name="connsiteY5" fmla="*/ 49795 h 178113"/>
                <a:gd name="connsiteX6" fmla="*/ 270933 w 278601"/>
                <a:gd name="connsiteY6" fmla="*/ 49795 h 178113"/>
                <a:gd name="connsiteX7" fmla="*/ 242179 w 278601"/>
                <a:gd name="connsiteY7" fmla="*/ 60010 h 178113"/>
                <a:gd name="connsiteX8" fmla="*/ 217897 w 278601"/>
                <a:gd name="connsiteY8" fmla="*/ 84907 h 178113"/>
                <a:gd name="connsiteX9" fmla="*/ 217897 w 278601"/>
                <a:gd name="connsiteY9" fmla="*/ 76608 h 178113"/>
                <a:gd name="connsiteX10" fmla="*/ 219175 w 278601"/>
                <a:gd name="connsiteY10" fmla="*/ 76608 h 178113"/>
                <a:gd name="connsiteX11" fmla="*/ 223648 w 278601"/>
                <a:gd name="connsiteY11" fmla="*/ 74693 h 178113"/>
                <a:gd name="connsiteX12" fmla="*/ 223009 w 278601"/>
                <a:gd name="connsiteY12" fmla="*/ 65755 h 178113"/>
                <a:gd name="connsiteX13" fmla="*/ 214702 w 278601"/>
                <a:gd name="connsiteY13" fmla="*/ 57456 h 178113"/>
                <a:gd name="connsiteX14" fmla="*/ 194893 w 278601"/>
                <a:gd name="connsiteY14" fmla="*/ 49795 h 178113"/>
                <a:gd name="connsiteX15" fmla="*/ 184030 w 278601"/>
                <a:gd name="connsiteY15" fmla="*/ 51710 h 178113"/>
                <a:gd name="connsiteX16" fmla="*/ 184030 w 278601"/>
                <a:gd name="connsiteY16" fmla="*/ 5746 h 178113"/>
                <a:gd name="connsiteX17" fmla="*/ 184030 w 278601"/>
                <a:gd name="connsiteY17" fmla="*/ 4469 h 178113"/>
                <a:gd name="connsiteX18" fmla="*/ 184030 w 278601"/>
                <a:gd name="connsiteY18" fmla="*/ 3192 h 178113"/>
                <a:gd name="connsiteX19" fmla="*/ 184030 w 278601"/>
                <a:gd name="connsiteY19" fmla="*/ 3192 h 178113"/>
                <a:gd name="connsiteX20" fmla="*/ 183391 w 278601"/>
                <a:gd name="connsiteY20" fmla="*/ 1915 h 178113"/>
                <a:gd name="connsiteX21" fmla="*/ 182752 w 278601"/>
                <a:gd name="connsiteY21" fmla="*/ 1277 h 178113"/>
                <a:gd name="connsiteX22" fmla="*/ 181474 w 278601"/>
                <a:gd name="connsiteY22" fmla="*/ 638 h 178113"/>
                <a:gd name="connsiteX23" fmla="*/ 180196 w 278601"/>
                <a:gd name="connsiteY23" fmla="*/ 0 h 178113"/>
                <a:gd name="connsiteX24" fmla="*/ 178918 w 278601"/>
                <a:gd name="connsiteY24" fmla="*/ 0 h 178113"/>
                <a:gd name="connsiteX25" fmla="*/ 177640 w 278601"/>
                <a:gd name="connsiteY25" fmla="*/ 0 h 178113"/>
                <a:gd name="connsiteX26" fmla="*/ 177640 w 278601"/>
                <a:gd name="connsiteY26" fmla="*/ 0 h 178113"/>
                <a:gd name="connsiteX27" fmla="*/ 176362 w 278601"/>
                <a:gd name="connsiteY27" fmla="*/ 0 h 178113"/>
                <a:gd name="connsiteX28" fmla="*/ 175084 w 278601"/>
                <a:gd name="connsiteY28" fmla="*/ 0 h 178113"/>
                <a:gd name="connsiteX29" fmla="*/ 99683 w 278601"/>
                <a:gd name="connsiteY29" fmla="*/ 26813 h 178113"/>
                <a:gd name="connsiteX30" fmla="*/ 95210 w 278601"/>
                <a:gd name="connsiteY30" fmla="*/ 32558 h 178113"/>
                <a:gd name="connsiteX31" fmla="*/ 95210 w 278601"/>
                <a:gd name="connsiteY31" fmla="*/ 51072 h 178113"/>
                <a:gd name="connsiteX32" fmla="*/ 84986 w 278601"/>
                <a:gd name="connsiteY32" fmla="*/ 49157 h 178113"/>
                <a:gd name="connsiteX33" fmla="*/ 84986 w 278601"/>
                <a:gd name="connsiteY33" fmla="*/ 49157 h 178113"/>
                <a:gd name="connsiteX34" fmla="*/ 65816 w 278601"/>
                <a:gd name="connsiteY34" fmla="*/ 56818 h 178113"/>
                <a:gd name="connsiteX35" fmla="*/ 56231 w 278601"/>
                <a:gd name="connsiteY35" fmla="*/ 65755 h 178113"/>
                <a:gd name="connsiteX36" fmla="*/ 55593 w 278601"/>
                <a:gd name="connsiteY36" fmla="*/ 74693 h 178113"/>
                <a:gd name="connsiteX37" fmla="*/ 60065 w 278601"/>
                <a:gd name="connsiteY37" fmla="*/ 76608 h 178113"/>
                <a:gd name="connsiteX38" fmla="*/ 61343 w 278601"/>
                <a:gd name="connsiteY38" fmla="*/ 76608 h 178113"/>
                <a:gd name="connsiteX39" fmla="*/ 61343 w 278601"/>
                <a:gd name="connsiteY39" fmla="*/ 84907 h 178113"/>
                <a:gd name="connsiteX40" fmla="*/ 36423 w 278601"/>
                <a:gd name="connsiteY40" fmla="*/ 59371 h 178113"/>
                <a:gd name="connsiteX41" fmla="*/ 8307 w 278601"/>
                <a:gd name="connsiteY41" fmla="*/ 49795 h 178113"/>
                <a:gd name="connsiteX42" fmla="*/ 7029 w 278601"/>
                <a:gd name="connsiteY42" fmla="*/ 49795 h 178113"/>
                <a:gd name="connsiteX43" fmla="*/ 639 w 278601"/>
                <a:gd name="connsiteY43" fmla="*/ 56179 h 178113"/>
                <a:gd name="connsiteX44" fmla="*/ 7029 w 278601"/>
                <a:gd name="connsiteY44" fmla="*/ 62563 h 178113"/>
                <a:gd name="connsiteX45" fmla="*/ 7029 w 278601"/>
                <a:gd name="connsiteY45" fmla="*/ 62563 h 178113"/>
                <a:gd name="connsiteX46" fmla="*/ 7029 w 278601"/>
                <a:gd name="connsiteY46" fmla="*/ 101505 h 178113"/>
                <a:gd name="connsiteX47" fmla="*/ 6390 w 278601"/>
                <a:gd name="connsiteY47" fmla="*/ 101505 h 178113"/>
                <a:gd name="connsiteX48" fmla="*/ 0 w 278601"/>
                <a:gd name="connsiteY48" fmla="*/ 107889 h 178113"/>
                <a:gd name="connsiteX49" fmla="*/ 6390 w 278601"/>
                <a:gd name="connsiteY49" fmla="*/ 114273 h 178113"/>
                <a:gd name="connsiteX50" fmla="*/ 8307 w 278601"/>
                <a:gd name="connsiteY50" fmla="*/ 114273 h 178113"/>
                <a:gd name="connsiteX51" fmla="*/ 11502 w 278601"/>
                <a:gd name="connsiteY51" fmla="*/ 114273 h 178113"/>
                <a:gd name="connsiteX52" fmla="*/ 35784 w 278601"/>
                <a:gd name="connsiteY52" fmla="*/ 104059 h 178113"/>
                <a:gd name="connsiteX53" fmla="*/ 42813 w 278601"/>
                <a:gd name="connsiteY53" fmla="*/ 97675 h 178113"/>
                <a:gd name="connsiteX54" fmla="*/ 43452 w 278601"/>
                <a:gd name="connsiteY54" fmla="*/ 88738 h 178113"/>
                <a:gd name="connsiteX55" fmla="*/ 35145 w 278601"/>
                <a:gd name="connsiteY55" fmla="*/ 87461 h 178113"/>
                <a:gd name="connsiteX56" fmla="*/ 35145 w 278601"/>
                <a:gd name="connsiteY56" fmla="*/ 77885 h 178113"/>
                <a:gd name="connsiteX57" fmla="*/ 63260 w 278601"/>
                <a:gd name="connsiteY57" fmla="*/ 106613 h 178113"/>
                <a:gd name="connsiteX58" fmla="*/ 85625 w 278601"/>
                <a:gd name="connsiteY58" fmla="*/ 114912 h 178113"/>
                <a:gd name="connsiteX59" fmla="*/ 93293 w 278601"/>
                <a:gd name="connsiteY59" fmla="*/ 113635 h 178113"/>
                <a:gd name="connsiteX60" fmla="*/ 93293 w 278601"/>
                <a:gd name="connsiteY60" fmla="*/ 131510 h 178113"/>
                <a:gd name="connsiteX61" fmla="*/ 74123 w 278601"/>
                <a:gd name="connsiteY61" fmla="*/ 130233 h 178113"/>
                <a:gd name="connsiteX62" fmla="*/ 53036 w 278601"/>
                <a:gd name="connsiteY62" fmla="*/ 160238 h 178113"/>
                <a:gd name="connsiteX63" fmla="*/ 62621 w 278601"/>
                <a:gd name="connsiteY63" fmla="*/ 174283 h 178113"/>
                <a:gd name="connsiteX64" fmla="*/ 76679 w 278601"/>
                <a:gd name="connsiteY64" fmla="*/ 178113 h 178113"/>
                <a:gd name="connsiteX65" fmla="*/ 84347 w 278601"/>
                <a:gd name="connsiteY65" fmla="*/ 176836 h 178113"/>
                <a:gd name="connsiteX66" fmla="*/ 106073 w 278601"/>
                <a:gd name="connsiteY66" fmla="*/ 151939 h 178113"/>
                <a:gd name="connsiteX67" fmla="*/ 106073 w 278601"/>
                <a:gd name="connsiteY67" fmla="*/ 151300 h 178113"/>
                <a:gd name="connsiteX68" fmla="*/ 106073 w 278601"/>
                <a:gd name="connsiteY68" fmla="*/ 75331 h 178113"/>
                <a:gd name="connsiteX69" fmla="*/ 168694 w 278601"/>
                <a:gd name="connsiteY69" fmla="*/ 52987 h 178113"/>
                <a:gd name="connsiteX70" fmla="*/ 168694 w 278601"/>
                <a:gd name="connsiteY70" fmla="*/ 104697 h 178113"/>
                <a:gd name="connsiteX71" fmla="*/ 149524 w 278601"/>
                <a:gd name="connsiteY71" fmla="*/ 103421 h 178113"/>
                <a:gd name="connsiteX72" fmla="*/ 128438 w 278601"/>
                <a:gd name="connsiteY72" fmla="*/ 133425 h 178113"/>
                <a:gd name="connsiteX73" fmla="*/ 138023 w 278601"/>
                <a:gd name="connsiteY73" fmla="*/ 147470 h 178113"/>
                <a:gd name="connsiteX74" fmla="*/ 152081 w 278601"/>
                <a:gd name="connsiteY74" fmla="*/ 151300 h 178113"/>
                <a:gd name="connsiteX75" fmla="*/ 159748 w 278601"/>
                <a:gd name="connsiteY75" fmla="*/ 150024 h 178113"/>
                <a:gd name="connsiteX76" fmla="*/ 181474 w 278601"/>
                <a:gd name="connsiteY76" fmla="*/ 124488 h 178113"/>
                <a:gd name="connsiteX77" fmla="*/ 181474 w 278601"/>
                <a:gd name="connsiteY77" fmla="*/ 124488 h 178113"/>
                <a:gd name="connsiteX78" fmla="*/ 181474 w 278601"/>
                <a:gd name="connsiteY78" fmla="*/ 112997 h 178113"/>
                <a:gd name="connsiteX79" fmla="*/ 189781 w 278601"/>
                <a:gd name="connsiteY79" fmla="*/ 114273 h 178113"/>
                <a:gd name="connsiteX80" fmla="*/ 212146 w 278601"/>
                <a:gd name="connsiteY80" fmla="*/ 105974 h 178113"/>
                <a:gd name="connsiteX81" fmla="*/ 240262 w 278601"/>
                <a:gd name="connsiteY81" fmla="*/ 77246 h 178113"/>
                <a:gd name="connsiteX82" fmla="*/ 240262 w 278601"/>
                <a:gd name="connsiteY82" fmla="*/ 86822 h 178113"/>
                <a:gd name="connsiteX83" fmla="*/ 231955 w 278601"/>
                <a:gd name="connsiteY83" fmla="*/ 88099 h 178113"/>
                <a:gd name="connsiteX84" fmla="*/ 232594 w 278601"/>
                <a:gd name="connsiteY84" fmla="*/ 97037 h 178113"/>
                <a:gd name="connsiteX85" fmla="*/ 239623 w 278601"/>
                <a:gd name="connsiteY85" fmla="*/ 102782 h 178113"/>
                <a:gd name="connsiteX86" fmla="*/ 264543 w 278601"/>
                <a:gd name="connsiteY86" fmla="*/ 112997 h 178113"/>
                <a:gd name="connsiteX87" fmla="*/ 267738 w 278601"/>
                <a:gd name="connsiteY87" fmla="*/ 112997 h 178113"/>
                <a:gd name="connsiteX88" fmla="*/ 269655 w 278601"/>
                <a:gd name="connsiteY88" fmla="*/ 112997 h 178113"/>
                <a:gd name="connsiteX89" fmla="*/ 276045 w 278601"/>
                <a:gd name="connsiteY89" fmla="*/ 106613 h 178113"/>
                <a:gd name="connsiteX90" fmla="*/ 272850 w 278601"/>
                <a:gd name="connsiteY90" fmla="*/ 101505 h 178113"/>
                <a:gd name="connsiteX91" fmla="*/ 201922 w 278601"/>
                <a:gd name="connsiteY91" fmla="*/ 63840 h 178113"/>
                <a:gd name="connsiteX92" fmla="*/ 205756 w 278601"/>
                <a:gd name="connsiteY92" fmla="*/ 66394 h 178113"/>
                <a:gd name="connsiteX93" fmla="*/ 205756 w 278601"/>
                <a:gd name="connsiteY93" fmla="*/ 67032 h 178113"/>
                <a:gd name="connsiteX94" fmla="*/ 205756 w 278601"/>
                <a:gd name="connsiteY94" fmla="*/ 97037 h 178113"/>
                <a:gd name="connsiteX95" fmla="*/ 205756 w 278601"/>
                <a:gd name="connsiteY95" fmla="*/ 97675 h 178113"/>
                <a:gd name="connsiteX96" fmla="*/ 201922 w 278601"/>
                <a:gd name="connsiteY96" fmla="*/ 100229 h 178113"/>
                <a:gd name="connsiteX97" fmla="*/ 201922 w 278601"/>
                <a:gd name="connsiteY97" fmla="*/ 63840 h 178113"/>
                <a:gd name="connsiteX98" fmla="*/ 75401 w 278601"/>
                <a:gd name="connsiteY98" fmla="*/ 97037 h 178113"/>
                <a:gd name="connsiteX99" fmla="*/ 75401 w 278601"/>
                <a:gd name="connsiteY99" fmla="*/ 67032 h 178113"/>
                <a:gd name="connsiteX100" fmla="*/ 75401 w 278601"/>
                <a:gd name="connsiteY100" fmla="*/ 66394 h 178113"/>
                <a:gd name="connsiteX101" fmla="*/ 79235 w 278601"/>
                <a:gd name="connsiteY101" fmla="*/ 63840 h 178113"/>
                <a:gd name="connsiteX102" fmla="*/ 79235 w 278601"/>
                <a:gd name="connsiteY102" fmla="*/ 99590 h 178113"/>
                <a:gd name="connsiteX103" fmla="*/ 75401 w 278601"/>
                <a:gd name="connsiteY103" fmla="*/ 97037 h 178113"/>
                <a:gd name="connsiteX104" fmla="*/ 75401 w 278601"/>
                <a:gd name="connsiteY104" fmla="*/ 97037 h 178113"/>
                <a:gd name="connsiteX105" fmla="*/ 21726 w 278601"/>
                <a:gd name="connsiteY105" fmla="*/ 64478 h 178113"/>
                <a:gd name="connsiteX106" fmla="*/ 25560 w 278601"/>
                <a:gd name="connsiteY106" fmla="*/ 66394 h 178113"/>
                <a:gd name="connsiteX107" fmla="*/ 25560 w 278601"/>
                <a:gd name="connsiteY107" fmla="*/ 97037 h 178113"/>
                <a:gd name="connsiteX108" fmla="*/ 25560 w 278601"/>
                <a:gd name="connsiteY108" fmla="*/ 97675 h 178113"/>
                <a:gd name="connsiteX109" fmla="*/ 21726 w 278601"/>
                <a:gd name="connsiteY109" fmla="*/ 99590 h 178113"/>
                <a:gd name="connsiteX110" fmla="*/ 21726 w 278601"/>
                <a:gd name="connsiteY110" fmla="*/ 64478 h 178113"/>
                <a:gd name="connsiteX111" fmla="*/ 92015 w 278601"/>
                <a:gd name="connsiteY111" fmla="*/ 101505 h 178113"/>
                <a:gd name="connsiteX112" fmla="*/ 92015 w 278601"/>
                <a:gd name="connsiteY112" fmla="*/ 63840 h 178113"/>
                <a:gd name="connsiteX113" fmla="*/ 95849 w 278601"/>
                <a:gd name="connsiteY113" fmla="*/ 66394 h 178113"/>
                <a:gd name="connsiteX114" fmla="*/ 95849 w 278601"/>
                <a:gd name="connsiteY114" fmla="*/ 98952 h 178113"/>
                <a:gd name="connsiteX115" fmla="*/ 92015 w 278601"/>
                <a:gd name="connsiteY115" fmla="*/ 101505 h 178113"/>
                <a:gd name="connsiteX116" fmla="*/ 83708 w 278601"/>
                <a:gd name="connsiteY116" fmla="*/ 164707 h 178113"/>
                <a:gd name="connsiteX117" fmla="*/ 72206 w 278601"/>
                <a:gd name="connsiteY117" fmla="*/ 163430 h 178113"/>
                <a:gd name="connsiteX118" fmla="*/ 68372 w 278601"/>
                <a:gd name="connsiteY118" fmla="*/ 157684 h 178113"/>
                <a:gd name="connsiteX119" fmla="*/ 80513 w 278601"/>
                <a:gd name="connsiteY119" fmla="*/ 142363 h 178113"/>
                <a:gd name="connsiteX120" fmla="*/ 84986 w 278601"/>
                <a:gd name="connsiteY120" fmla="*/ 141724 h 178113"/>
                <a:gd name="connsiteX121" fmla="*/ 92015 w 278601"/>
                <a:gd name="connsiteY121" fmla="*/ 143640 h 178113"/>
                <a:gd name="connsiteX122" fmla="*/ 95849 w 278601"/>
                <a:gd name="connsiteY122" fmla="*/ 149385 h 178113"/>
                <a:gd name="connsiteX123" fmla="*/ 95849 w 278601"/>
                <a:gd name="connsiteY123" fmla="*/ 149385 h 178113"/>
                <a:gd name="connsiteX124" fmla="*/ 83708 w 278601"/>
                <a:gd name="connsiteY124" fmla="*/ 164707 h 178113"/>
                <a:gd name="connsiteX125" fmla="*/ 108629 w 278601"/>
                <a:gd name="connsiteY125" fmla="*/ 61925 h 178113"/>
                <a:gd name="connsiteX126" fmla="*/ 108629 w 278601"/>
                <a:gd name="connsiteY126" fmla="*/ 37027 h 178113"/>
                <a:gd name="connsiteX127" fmla="*/ 171250 w 278601"/>
                <a:gd name="connsiteY127" fmla="*/ 14683 h 178113"/>
                <a:gd name="connsiteX128" fmla="*/ 171250 w 278601"/>
                <a:gd name="connsiteY128" fmla="*/ 39581 h 178113"/>
                <a:gd name="connsiteX129" fmla="*/ 108629 w 278601"/>
                <a:gd name="connsiteY129" fmla="*/ 61925 h 178113"/>
                <a:gd name="connsiteX130" fmla="*/ 159109 w 278601"/>
                <a:gd name="connsiteY130" fmla="*/ 137894 h 178113"/>
                <a:gd name="connsiteX131" fmla="*/ 147608 w 278601"/>
                <a:gd name="connsiteY131" fmla="*/ 136617 h 178113"/>
                <a:gd name="connsiteX132" fmla="*/ 143774 w 278601"/>
                <a:gd name="connsiteY132" fmla="*/ 130872 h 178113"/>
                <a:gd name="connsiteX133" fmla="*/ 155914 w 278601"/>
                <a:gd name="connsiteY133" fmla="*/ 115550 h 178113"/>
                <a:gd name="connsiteX134" fmla="*/ 160387 w 278601"/>
                <a:gd name="connsiteY134" fmla="*/ 114912 h 178113"/>
                <a:gd name="connsiteX135" fmla="*/ 167416 w 278601"/>
                <a:gd name="connsiteY135" fmla="*/ 116827 h 178113"/>
                <a:gd name="connsiteX136" fmla="*/ 171250 w 278601"/>
                <a:gd name="connsiteY136" fmla="*/ 122573 h 178113"/>
                <a:gd name="connsiteX137" fmla="*/ 171250 w 278601"/>
                <a:gd name="connsiteY137" fmla="*/ 122573 h 178113"/>
                <a:gd name="connsiteX138" fmla="*/ 159109 w 278601"/>
                <a:gd name="connsiteY138" fmla="*/ 137894 h 178113"/>
                <a:gd name="connsiteX139" fmla="*/ 184030 w 278601"/>
                <a:gd name="connsiteY139" fmla="*/ 67032 h 178113"/>
                <a:gd name="connsiteX140" fmla="*/ 184030 w 278601"/>
                <a:gd name="connsiteY140" fmla="*/ 67032 h 178113"/>
                <a:gd name="connsiteX141" fmla="*/ 189142 w 278601"/>
                <a:gd name="connsiteY141" fmla="*/ 63840 h 178113"/>
                <a:gd name="connsiteX142" fmla="*/ 189142 w 278601"/>
                <a:gd name="connsiteY142" fmla="*/ 101505 h 178113"/>
                <a:gd name="connsiteX143" fmla="*/ 184030 w 278601"/>
                <a:gd name="connsiteY143" fmla="*/ 98952 h 178113"/>
                <a:gd name="connsiteX144" fmla="*/ 184030 w 278601"/>
                <a:gd name="connsiteY144" fmla="*/ 67032 h 178113"/>
                <a:gd name="connsiteX145" fmla="*/ 259431 w 278601"/>
                <a:gd name="connsiteY145" fmla="*/ 99590 h 178113"/>
                <a:gd name="connsiteX146" fmla="*/ 255597 w 278601"/>
                <a:gd name="connsiteY146" fmla="*/ 97675 h 178113"/>
                <a:gd name="connsiteX147" fmla="*/ 255597 w 278601"/>
                <a:gd name="connsiteY147" fmla="*/ 97037 h 178113"/>
                <a:gd name="connsiteX148" fmla="*/ 255597 w 278601"/>
                <a:gd name="connsiteY148" fmla="*/ 66394 h 178113"/>
                <a:gd name="connsiteX149" fmla="*/ 259431 w 278601"/>
                <a:gd name="connsiteY149" fmla="*/ 64478 h 178113"/>
                <a:gd name="connsiteX150" fmla="*/ 259431 w 278601"/>
                <a:gd name="connsiteY150" fmla="*/ 99590 h 178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278601" h="178113">
                  <a:moveTo>
                    <a:pt x="272850" y="101505"/>
                  </a:moveTo>
                  <a:cubicBezTo>
                    <a:pt x="272211" y="101505"/>
                    <a:pt x="272211" y="101505"/>
                    <a:pt x="272850" y="101505"/>
                  </a:cubicBezTo>
                  <a:lnTo>
                    <a:pt x="272211" y="62563"/>
                  </a:lnTo>
                  <a:lnTo>
                    <a:pt x="272211" y="62563"/>
                  </a:lnTo>
                  <a:cubicBezTo>
                    <a:pt x="276045" y="62563"/>
                    <a:pt x="278601" y="60010"/>
                    <a:pt x="278601" y="56179"/>
                  </a:cubicBezTo>
                  <a:cubicBezTo>
                    <a:pt x="278601" y="52349"/>
                    <a:pt x="276045" y="49795"/>
                    <a:pt x="272211" y="49795"/>
                  </a:cubicBezTo>
                  <a:lnTo>
                    <a:pt x="270933" y="49795"/>
                  </a:lnTo>
                  <a:cubicBezTo>
                    <a:pt x="263905" y="49795"/>
                    <a:pt x="254320" y="49795"/>
                    <a:pt x="242179" y="60010"/>
                  </a:cubicBezTo>
                  <a:lnTo>
                    <a:pt x="217897" y="84907"/>
                  </a:lnTo>
                  <a:lnTo>
                    <a:pt x="217897" y="76608"/>
                  </a:lnTo>
                  <a:cubicBezTo>
                    <a:pt x="218536" y="76608"/>
                    <a:pt x="218536" y="76608"/>
                    <a:pt x="219175" y="76608"/>
                  </a:cubicBezTo>
                  <a:cubicBezTo>
                    <a:pt x="221092" y="76608"/>
                    <a:pt x="222370" y="75970"/>
                    <a:pt x="223648" y="74693"/>
                  </a:cubicBezTo>
                  <a:cubicBezTo>
                    <a:pt x="226204" y="72139"/>
                    <a:pt x="226204" y="68309"/>
                    <a:pt x="223009" y="65755"/>
                  </a:cubicBezTo>
                  <a:lnTo>
                    <a:pt x="214702" y="57456"/>
                  </a:lnTo>
                  <a:cubicBezTo>
                    <a:pt x="209590" y="52349"/>
                    <a:pt x="202561" y="49795"/>
                    <a:pt x="194893" y="49795"/>
                  </a:cubicBezTo>
                  <a:cubicBezTo>
                    <a:pt x="191059" y="49795"/>
                    <a:pt x="187864" y="50434"/>
                    <a:pt x="184030" y="51710"/>
                  </a:cubicBezTo>
                  <a:lnTo>
                    <a:pt x="184030" y="5746"/>
                  </a:lnTo>
                  <a:cubicBezTo>
                    <a:pt x="184030" y="5107"/>
                    <a:pt x="184030" y="5107"/>
                    <a:pt x="184030" y="4469"/>
                  </a:cubicBezTo>
                  <a:cubicBezTo>
                    <a:pt x="184030" y="3830"/>
                    <a:pt x="184030" y="3830"/>
                    <a:pt x="184030" y="3192"/>
                  </a:cubicBezTo>
                  <a:lnTo>
                    <a:pt x="184030" y="3192"/>
                  </a:lnTo>
                  <a:cubicBezTo>
                    <a:pt x="184030" y="2554"/>
                    <a:pt x="183391" y="2554"/>
                    <a:pt x="183391" y="1915"/>
                  </a:cubicBezTo>
                  <a:lnTo>
                    <a:pt x="182752" y="1277"/>
                  </a:lnTo>
                  <a:cubicBezTo>
                    <a:pt x="182752" y="1277"/>
                    <a:pt x="182113" y="638"/>
                    <a:pt x="181474" y="638"/>
                  </a:cubicBezTo>
                  <a:cubicBezTo>
                    <a:pt x="180835" y="638"/>
                    <a:pt x="180835" y="0"/>
                    <a:pt x="180196" y="0"/>
                  </a:cubicBezTo>
                  <a:cubicBezTo>
                    <a:pt x="179557" y="0"/>
                    <a:pt x="179557" y="0"/>
                    <a:pt x="178918" y="0"/>
                  </a:cubicBezTo>
                  <a:cubicBezTo>
                    <a:pt x="178279" y="0"/>
                    <a:pt x="178279" y="0"/>
                    <a:pt x="177640" y="0"/>
                  </a:cubicBezTo>
                  <a:lnTo>
                    <a:pt x="177640" y="0"/>
                  </a:lnTo>
                  <a:cubicBezTo>
                    <a:pt x="177001" y="0"/>
                    <a:pt x="177001" y="0"/>
                    <a:pt x="176362" y="0"/>
                  </a:cubicBezTo>
                  <a:cubicBezTo>
                    <a:pt x="175723" y="0"/>
                    <a:pt x="175723" y="0"/>
                    <a:pt x="175084" y="0"/>
                  </a:cubicBezTo>
                  <a:lnTo>
                    <a:pt x="99683" y="26813"/>
                  </a:lnTo>
                  <a:cubicBezTo>
                    <a:pt x="97127" y="27451"/>
                    <a:pt x="95210" y="30005"/>
                    <a:pt x="95210" y="32558"/>
                  </a:cubicBezTo>
                  <a:lnTo>
                    <a:pt x="95210" y="51072"/>
                  </a:lnTo>
                  <a:cubicBezTo>
                    <a:pt x="92015" y="49795"/>
                    <a:pt x="88820" y="49157"/>
                    <a:pt x="84986" y="49157"/>
                  </a:cubicBezTo>
                  <a:lnTo>
                    <a:pt x="84986" y="49157"/>
                  </a:lnTo>
                  <a:cubicBezTo>
                    <a:pt x="77957" y="49157"/>
                    <a:pt x="70928" y="51710"/>
                    <a:pt x="65816" y="56818"/>
                  </a:cubicBezTo>
                  <a:lnTo>
                    <a:pt x="56231" y="65755"/>
                  </a:lnTo>
                  <a:cubicBezTo>
                    <a:pt x="53676" y="68309"/>
                    <a:pt x="53676" y="72139"/>
                    <a:pt x="55593" y="74693"/>
                  </a:cubicBezTo>
                  <a:cubicBezTo>
                    <a:pt x="56871" y="75970"/>
                    <a:pt x="58788" y="76608"/>
                    <a:pt x="60065" y="76608"/>
                  </a:cubicBezTo>
                  <a:cubicBezTo>
                    <a:pt x="60704" y="76608"/>
                    <a:pt x="61343" y="76608"/>
                    <a:pt x="61343" y="76608"/>
                  </a:cubicBezTo>
                  <a:lnTo>
                    <a:pt x="61343" y="84907"/>
                  </a:lnTo>
                  <a:lnTo>
                    <a:pt x="36423" y="59371"/>
                  </a:lnTo>
                  <a:cubicBezTo>
                    <a:pt x="24921" y="49795"/>
                    <a:pt x="15336" y="49795"/>
                    <a:pt x="8307" y="49795"/>
                  </a:cubicBezTo>
                  <a:lnTo>
                    <a:pt x="7029" y="49795"/>
                  </a:lnTo>
                  <a:cubicBezTo>
                    <a:pt x="3195" y="49795"/>
                    <a:pt x="639" y="52349"/>
                    <a:pt x="639" y="56179"/>
                  </a:cubicBezTo>
                  <a:cubicBezTo>
                    <a:pt x="639" y="60010"/>
                    <a:pt x="3195" y="62563"/>
                    <a:pt x="7029" y="62563"/>
                  </a:cubicBezTo>
                  <a:lnTo>
                    <a:pt x="7029" y="62563"/>
                  </a:lnTo>
                  <a:lnTo>
                    <a:pt x="7029" y="101505"/>
                  </a:lnTo>
                  <a:lnTo>
                    <a:pt x="6390" y="101505"/>
                  </a:lnTo>
                  <a:cubicBezTo>
                    <a:pt x="2556" y="101505"/>
                    <a:pt x="0" y="104059"/>
                    <a:pt x="0" y="107889"/>
                  </a:cubicBezTo>
                  <a:cubicBezTo>
                    <a:pt x="0" y="111720"/>
                    <a:pt x="2556" y="114273"/>
                    <a:pt x="6390" y="114273"/>
                  </a:cubicBezTo>
                  <a:lnTo>
                    <a:pt x="8307" y="114273"/>
                  </a:lnTo>
                  <a:cubicBezTo>
                    <a:pt x="9585" y="114273"/>
                    <a:pt x="10224" y="114273"/>
                    <a:pt x="11502" y="114273"/>
                  </a:cubicBezTo>
                  <a:cubicBezTo>
                    <a:pt x="17892" y="114273"/>
                    <a:pt x="26199" y="112997"/>
                    <a:pt x="35784" y="104059"/>
                  </a:cubicBezTo>
                  <a:lnTo>
                    <a:pt x="42813" y="97675"/>
                  </a:lnTo>
                  <a:cubicBezTo>
                    <a:pt x="45369" y="95121"/>
                    <a:pt x="46008" y="91291"/>
                    <a:pt x="43452" y="88738"/>
                  </a:cubicBezTo>
                  <a:cubicBezTo>
                    <a:pt x="41535" y="86184"/>
                    <a:pt x="37701" y="86184"/>
                    <a:pt x="35145" y="87461"/>
                  </a:cubicBezTo>
                  <a:lnTo>
                    <a:pt x="35145" y="77885"/>
                  </a:lnTo>
                  <a:lnTo>
                    <a:pt x="63260" y="106613"/>
                  </a:lnTo>
                  <a:cubicBezTo>
                    <a:pt x="68372" y="111720"/>
                    <a:pt x="76040" y="114912"/>
                    <a:pt x="85625" y="114912"/>
                  </a:cubicBezTo>
                  <a:cubicBezTo>
                    <a:pt x="88820" y="114912"/>
                    <a:pt x="90737" y="114273"/>
                    <a:pt x="93293" y="113635"/>
                  </a:cubicBezTo>
                  <a:lnTo>
                    <a:pt x="93293" y="131510"/>
                  </a:lnTo>
                  <a:cubicBezTo>
                    <a:pt x="87542" y="128957"/>
                    <a:pt x="80513" y="128318"/>
                    <a:pt x="74123" y="130233"/>
                  </a:cubicBezTo>
                  <a:cubicBezTo>
                    <a:pt x="60065" y="134064"/>
                    <a:pt x="50481" y="147470"/>
                    <a:pt x="53036" y="160238"/>
                  </a:cubicBezTo>
                  <a:cubicBezTo>
                    <a:pt x="54314" y="165984"/>
                    <a:pt x="57509" y="171091"/>
                    <a:pt x="62621" y="174283"/>
                  </a:cubicBezTo>
                  <a:cubicBezTo>
                    <a:pt x="66455" y="176836"/>
                    <a:pt x="71567" y="178113"/>
                    <a:pt x="76679" y="178113"/>
                  </a:cubicBezTo>
                  <a:cubicBezTo>
                    <a:pt x="79235" y="178113"/>
                    <a:pt x="81791" y="177475"/>
                    <a:pt x="84347" y="176836"/>
                  </a:cubicBezTo>
                  <a:cubicBezTo>
                    <a:pt x="96488" y="173644"/>
                    <a:pt x="105434" y="163430"/>
                    <a:pt x="106073" y="151939"/>
                  </a:cubicBezTo>
                  <a:lnTo>
                    <a:pt x="106073" y="151300"/>
                  </a:lnTo>
                  <a:lnTo>
                    <a:pt x="106073" y="75331"/>
                  </a:lnTo>
                  <a:lnTo>
                    <a:pt x="168694" y="52987"/>
                  </a:lnTo>
                  <a:lnTo>
                    <a:pt x="168694" y="104697"/>
                  </a:lnTo>
                  <a:cubicBezTo>
                    <a:pt x="162943" y="102144"/>
                    <a:pt x="155914" y="101505"/>
                    <a:pt x="149524" y="103421"/>
                  </a:cubicBezTo>
                  <a:cubicBezTo>
                    <a:pt x="135467" y="107251"/>
                    <a:pt x="125882" y="120657"/>
                    <a:pt x="128438" y="133425"/>
                  </a:cubicBezTo>
                  <a:cubicBezTo>
                    <a:pt x="129716" y="139171"/>
                    <a:pt x="132911" y="144278"/>
                    <a:pt x="138023" y="147470"/>
                  </a:cubicBezTo>
                  <a:cubicBezTo>
                    <a:pt x="141857" y="150024"/>
                    <a:pt x="146969" y="151300"/>
                    <a:pt x="152081" y="151300"/>
                  </a:cubicBezTo>
                  <a:cubicBezTo>
                    <a:pt x="154637" y="151300"/>
                    <a:pt x="157192" y="150662"/>
                    <a:pt x="159748" y="150024"/>
                  </a:cubicBezTo>
                  <a:cubicBezTo>
                    <a:pt x="172528" y="146832"/>
                    <a:pt x="181474" y="135341"/>
                    <a:pt x="181474" y="124488"/>
                  </a:cubicBezTo>
                  <a:lnTo>
                    <a:pt x="181474" y="124488"/>
                  </a:lnTo>
                  <a:lnTo>
                    <a:pt x="181474" y="112997"/>
                  </a:lnTo>
                  <a:cubicBezTo>
                    <a:pt x="184030" y="113635"/>
                    <a:pt x="186586" y="114273"/>
                    <a:pt x="189781" y="114273"/>
                  </a:cubicBezTo>
                  <a:cubicBezTo>
                    <a:pt x="199366" y="114273"/>
                    <a:pt x="207034" y="111720"/>
                    <a:pt x="212146" y="105974"/>
                  </a:cubicBezTo>
                  <a:lnTo>
                    <a:pt x="240262" y="77246"/>
                  </a:lnTo>
                  <a:lnTo>
                    <a:pt x="240262" y="86822"/>
                  </a:lnTo>
                  <a:cubicBezTo>
                    <a:pt x="237706" y="85546"/>
                    <a:pt x="234511" y="85546"/>
                    <a:pt x="231955" y="88099"/>
                  </a:cubicBezTo>
                  <a:cubicBezTo>
                    <a:pt x="229399" y="90653"/>
                    <a:pt x="230038" y="95121"/>
                    <a:pt x="232594" y="97037"/>
                  </a:cubicBezTo>
                  <a:lnTo>
                    <a:pt x="239623" y="102782"/>
                  </a:lnTo>
                  <a:cubicBezTo>
                    <a:pt x="249847" y="112358"/>
                    <a:pt x="258153" y="112997"/>
                    <a:pt x="264543" y="112997"/>
                  </a:cubicBezTo>
                  <a:cubicBezTo>
                    <a:pt x="265821" y="112997"/>
                    <a:pt x="266460" y="112997"/>
                    <a:pt x="267738" y="112997"/>
                  </a:cubicBezTo>
                  <a:lnTo>
                    <a:pt x="269655" y="112997"/>
                  </a:lnTo>
                  <a:cubicBezTo>
                    <a:pt x="273489" y="112997"/>
                    <a:pt x="276045" y="109805"/>
                    <a:pt x="276045" y="106613"/>
                  </a:cubicBezTo>
                  <a:cubicBezTo>
                    <a:pt x="279240" y="104059"/>
                    <a:pt x="276045" y="101505"/>
                    <a:pt x="272850" y="101505"/>
                  </a:cubicBezTo>
                  <a:close/>
                  <a:moveTo>
                    <a:pt x="201922" y="63840"/>
                  </a:moveTo>
                  <a:cubicBezTo>
                    <a:pt x="203200" y="64478"/>
                    <a:pt x="204478" y="65117"/>
                    <a:pt x="205756" y="66394"/>
                  </a:cubicBezTo>
                  <a:cubicBezTo>
                    <a:pt x="205756" y="66394"/>
                    <a:pt x="205756" y="66394"/>
                    <a:pt x="205756" y="67032"/>
                  </a:cubicBezTo>
                  <a:lnTo>
                    <a:pt x="205756" y="97037"/>
                  </a:lnTo>
                  <a:lnTo>
                    <a:pt x="205756" y="97675"/>
                  </a:lnTo>
                  <a:cubicBezTo>
                    <a:pt x="204478" y="98952"/>
                    <a:pt x="203200" y="99590"/>
                    <a:pt x="201922" y="100229"/>
                  </a:cubicBezTo>
                  <a:lnTo>
                    <a:pt x="201922" y="63840"/>
                  </a:lnTo>
                  <a:close/>
                  <a:moveTo>
                    <a:pt x="75401" y="97037"/>
                  </a:moveTo>
                  <a:lnTo>
                    <a:pt x="75401" y="67032"/>
                  </a:lnTo>
                  <a:cubicBezTo>
                    <a:pt x="75401" y="67032"/>
                    <a:pt x="75401" y="67032"/>
                    <a:pt x="75401" y="66394"/>
                  </a:cubicBezTo>
                  <a:cubicBezTo>
                    <a:pt x="76679" y="65117"/>
                    <a:pt x="77957" y="64478"/>
                    <a:pt x="79235" y="63840"/>
                  </a:cubicBezTo>
                  <a:lnTo>
                    <a:pt x="79235" y="99590"/>
                  </a:lnTo>
                  <a:cubicBezTo>
                    <a:pt x="77957" y="98952"/>
                    <a:pt x="76679" y="98313"/>
                    <a:pt x="75401" y="97037"/>
                  </a:cubicBezTo>
                  <a:cubicBezTo>
                    <a:pt x="75401" y="97675"/>
                    <a:pt x="75401" y="97037"/>
                    <a:pt x="75401" y="97037"/>
                  </a:cubicBezTo>
                  <a:close/>
                  <a:moveTo>
                    <a:pt x="21726" y="64478"/>
                  </a:moveTo>
                  <a:cubicBezTo>
                    <a:pt x="23004" y="65117"/>
                    <a:pt x="24282" y="65755"/>
                    <a:pt x="25560" y="66394"/>
                  </a:cubicBezTo>
                  <a:lnTo>
                    <a:pt x="25560" y="97037"/>
                  </a:lnTo>
                  <a:lnTo>
                    <a:pt x="25560" y="97675"/>
                  </a:lnTo>
                  <a:cubicBezTo>
                    <a:pt x="24282" y="98313"/>
                    <a:pt x="23004" y="98952"/>
                    <a:pt x="21726" y="99590"/>
                  </a:cubicBezTo>
                  <a:lnTo>
                    <a:pt x="21726" y="64478"/>
                  </a:lnTo>
                  <a:close/>
                  <a:moveTo>
                    <a:pt x="92015" y="101505"/>
                  </a:moveTo>
                  <a:lnTo>
                    <a:pt x="92015" y="63840"/>
                  </a:lnTo>
                  <a:cubicBezTo>
                    <a:pt x="93293" y="64478"/>
                    <a:pt x="94571" y="65117"/>
                    <a:pt x="95849" y="66394"/>
                  </a:cubicBezTo>
                  <a:lnTo>
                    <a:pt x="95849" y="98952"/>
                  </a:lnTo>
                  <a:cubicBezTo>
                    <a:pt x="94571" y="100229"/>
                    <a:pt x="93293" y="100867"/>
                    <a:pt x="92015" y="101505"/>
                  </a:cubicBezTo>
                  <a:close/>
                  <a:moveTo>
                    <a:pt x="83708" y="164707"/>
                  </a:moveTo>
                  <a:cubicBezTo>
                    <a:pt x="79235" y="165984"/>
                    <a:pt x="75401" y="165345"/>
                    <a:pt x="72206" y="163430"/>
                  </a:cubicBezTo>
                  <a:cubicBezTo>
                    <a:pt x="70928" y="162792"/>
                    <a:pt x="69011" y="160876"/>
                    <a:pt x="68372" y="157684"/>
                  </a:cubicBezTo>
                  <a:cubicBezTo>
                    <a:pt x="67094" y="151300"/>
                    <a:pt x="72845" y="144278"/>
                    <a:pt x="80513" y="142363"/>
                  </a:cubicBezTo>
                  <a:cubicBezTo>
                    <a:pt x="81791" y="141724"/>
                    <a:pt x="83708" y="141724"/>
                    <a:pt x="84986" y="141724"/>
                  </a:cubicBezTo>
                  <a:cubicBezTo>
                    <a:pt x="87542" y="141724"/>
                    <a:pt x="90098" y="142363"/>
                    <a:pt x="92015" y="143640"/>
                  </a:cubicBezTo>
                  <a:cubicBezTo>
                    <a:pt x="93293" y="144278"/>
                    <a:pt x="95210" y="146193"/>
                    <a:pt x="95849" y="149385"/>
                  </a:cubicBezTo>
                  <a:lnTo>
                    <a:pt x="95849" y="149385"/>
                  </a:lnTo>
                  <a:cubicBezTo>
                    <a:pt x="97127" y="155131"/>
                    <a:pt x="91376" y="162153"/>
                    <a:pt x="83708" y="164707"/>
                  </a:cubicBezTo>
                  <a:close/>
                  <a:moveTo>
                    <a:pt x="108629" y="61925"/>
                  </a:moveTo>
                  <a:lnTo>
                    <a:pt x="108629" y="37027"/>
                  </a:lnTo>
                  <a:lnTo>
                    <a:pt x="171250" y="14683"/>
                  </a:lnTo>
                  <a:lnTo>
                    <a:pt x="171250" y="39581"/>
                  </a:lnTo>
                  <a:lnTo>
                    <a:pt x="108629" y="61925"/>
                  </a:lnTo>
                  <a:close/>
                  <a:moveTo>
                    <a:pt x="159109" y="137894"/>
                  </a:moveTo>
                  <a:cubicBezTo>
                    <a:pt x="154637" y="139171"/>
                    <a:pt x="150803" y="138533"/>
                    <a:pt x="147608" y="136617"/>
                  </a:cubicBezTo>
                  <a:cubicBezTo>
                    <a:pt x="146330" y="135979"/>
                    <a:pt x="144413" y="134064"/>
                    <a:pt x="143774" y="130872"/>
                  </a:cubicBezTo>
                  <a:cubicBezTo>
                    <a:pt x="142496" y="124488"/>
                    <a:pt x="148247" y="117465"/>
                    <a:pt x="155914" y="115550"/>
                  </a:cubicBezTo>
                  <a:cubicBezTo>
                    <a:pt x="157192" y="114912"/>
                    <a:pt x="159109" y="114912"/>
                    <a:pt x="160387" y="114912"/>
                  </a:cubicBezTo>
                  <a:cubicBezTo>
                    <a:pt x="162943" y="114912"/>
                    <a:pt x="165499" y="115550"/>
                    <a:pt x="167416" y="116827"/>
                  </a:cubicBezTo>
                  <a:cubicBezTo>
                    <a:pt x="168694" y="117465"/>
                    <a:pt x="170611" y="119381"/>
                    <a:pt x="171250" y="122573"/>
                  </a:cubicBezTo>
                  <a:lnTo>
                    <a:pt x="171250" y="122573"/>
                  </a:lnTo>
                  <a:cubicBezTo>
                    <a:pt x="172528" y="128957"/>
                    <a:pt x="166777" y="135979"/>
                    <a:pt x="159109" y="137894"/>
                  </a:cubicBezTo>
                  <a:close/>
                  <a:moveTo>
                    <a:pt x="184030" y="67032"/>
                  </a:moveTo>
                  <a:lnTo>
                    <a:pt x="184030" y="67032"/>
                  </a:lnTo>
                  <a:cubicBezTo>
                    <a:pt x="185947" y="65755"/>
                    <a:pt x="187225" y="64478"/>
                    <a:pt x="189142" y="63840"/>
                  </a:cubicBezTo>
                  <a:lnTo>
                    <a:pt x="189142" y="101505"/>
                  </a:lnTo>
                  <a:cubicBezTo>
                    <a:pt x="187864" y="100867"/>
                    <a:pt x="185947" y="100229"/>
                    <a:pt x="184030" y="98952"/>
                  </a:cubicBezTo>
                  <a:lnTo>
                    <a:pt x="184030" y="67032"/>
                  </a:lnTo>
                  <a:close/>
                  <a:moveTo>
                    <a:pt x="259431" y="99590"/>
                  </a:moveTo>
                  <a:cubicBezTo>
                    <a:pt x="258153" y="98952"/>
                    <a:pt x="256876" y="98313"/>
                    <a:pt x="255597" y="97675"/>
                  </a:cubicBezTo>
                  <a:lnTo>
                    <a:pt x="255597" y="97037"/>
                  </a:lnTo>
                  <a:lnTo>
                    <a:pt x="255597" y="66394"/>
                  </a:lnTo>
                  <a:cubicBezTo>
                    <a:pt x="256876" y="65755"/>
                    <a:pt x="258153" y="65117"/>
                    <a:pt x="259431" y="64478"/>
                  </a:cubicBezTo>
                  <a:lnTo>
                    <a:pt x="259431" y="99590"/>
                  </a:lnTo>
                  <a:close/>
                </a:path>
              </a:pathLst>
            </a:custGeom>
            <a:solidFill>
              <a:srgbClr val="007680"/>
            </a:solidFill>
            <a:ln w="6390" cap="flat">
              <a:noFill/>
              <a:prstDash val="solid"/>
              <a:miter/>
            </a:ln>
          </p:spPr>
          <p:txBody>
            <a:bodyPr rtlCol="0" anchor="ctr"/>
            <a:lstStyle/>
            <a:p>
              <a:endParaRPr lang="en-US"/>
            </a:p>
          </p:txBody>
        </p:sp>
      </p:grpSp>
      <p:grpSp>
        <p:nvGrpSpPr>
          <p:cNvPr id="199" name="Graphic 4">
            <a:extLst>
              <a:ext uri="{FF2B5EF4-FFF2-40B4-BE49-F238E27FC236}">
                <a16:creationId xmlns:a16="http://schemas.microsoft.com/office/drawing/2014/main" id="{B4F49010-F610-BB4E-BFBD-B7A053C1FE4C}"/>
              </a:ext>
            </a:extLst>
          </p:cNvPr>
          <p:cNvGrpSpPr/>
          <p:nvPr/>
        </p:nvGrpSpPr>
        <p:grpSpPr>
          <a:xfrm>
            <a:off x="2561086" y="2855717"/>
            <a:ext cx="361670" cy="361333"/>
            <a:chOff x="2561086" y="2855717"/>
            <a:chExt cx="361670" cy="361333"/>
          </a:xfrm>
          <a:solidFill>
            <a:srgbClr val="007680"/>
          </a:solidFill>
        </p:grpSpPr>
        <p:sp>
          <p:nvSpPr>
            <p:cNvPr id="200" name="Graphic 4">
              <a:extLst>
                <a:ext uri="{FF2B5EF4-FFF2-40B4-BE49-F238E27FC236}">
                  <a16:creationId xmlns:a16="http://schemas.microsoft.com/office/drawing/2014/main" id="{617ACF26-183B-F846-840D-BF4D3CE84D7B}"/>
                </a:ext>
              </a:extLst>
            </p:cNvPr>
            <p:cNvSpPr/>
            <p:nvPr/>
          </p:nvSpPr>
          <p:spPr>
            <a:xfrm>
              <a:off x="2561086"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257"/>
                    <a:pt x="361670" y="180667"/>
                  </a:cubicBezTo>
                  <a:cubicBezTo>
                    <a:pt x="361670" y="81076"/>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201" name="Graphic 4">
              <a:extLst>
                <a:ext uri="{FF2B5EF4-FFF2-40B4-BE49-F238E27FC236}">
                  <a16:creationId xmlns:a16="http://schemas.microsoft.com/office/drawing/2014/main" id="{FE87A035-33EF-4C4B-B391-1C3A6D0CA190}"/>
                </a:ext>
              </a:extLst>
            </p:cNvPr>
            <p:cNvSpPr/>
            <p:nvPr/>
          </p:nvSpPr>
          <p:spPr>
            <a:xfrm>
              <a:off x="2633932" y="2965522"/>
              <a:ext cx="214160" cy="154492"/>
            </a:xfrm>
            <a:custGeom>
              <a:avLst/>
              <a:gdLst>
                <a:gd name="connsiteX0" fmla="*/ 208312 w 214160"/>
                <a:gd name="connsiteY0" fmla="*/ 0 h 154492"/>
                <a:gd name="connsiteX1" fmla="*/ 6390 w 214160"/>
                <a:gd name="connsiteY1" fmla="*/ 0 h 154492"/>
                <a:gd name="connsiteX2" fmla="*/ 0 w 214160"/>
                <a:gd name="connsiteY2" fmla="*/ 6384 h 154492"/>
                <a:gd name="connsiteX3" fmla="*/ 0 w 214160"/>
                <a:gd name="connsiteY3" fmla="*/ 129595 h 154492"/>
                <a:gd name="connsiteX4" fmla="*/ 6390 w 214160"/>
                <a:gd name="connsiteY4" fmla="*/ 135979 h 154492"/>
                <a:gd name="connsiteX5" fmla="*/ 70289 w 214160"/>
                <a:gd name="connsiteY5" fmla="*/ 135979 h 154492"/>
                <a:gd name="connsiteX6" fmla="*/ 54953 w 214160"/>
                <a:gd name="connsiteY6" fmla="*/ 141724 h 154492"/>
                <a:gd name="connsiteX7" fmla="*/ 51119 w 214160"/>
                <a:gd name="connsiteY7" fmla="*/ 150024 h 154492"/>
                <a:gd name="connsiteX8" fmla="*/ 56870 w 214160"/>
                <a:gd name="connsiteY8" fmla="*/ 154492 h 154492"/>
                <a:gd name="connsiteX9" fmla="*/ 58787 w 214160"/>
                <a:gd name="connsiteY9" fmla="*/ 153854 h 154492"/>
                <a:gd name="connsiteX10" fmla="*/ 105434 w 214160"/>
                <a:gd name="connsiteY10" fmla="*/ 137256 h 154492"/>
                <a:gd name="connsiteX11" fmla="*/ 152080 w 214160"/>
                <a:gd name="connsiteY11" fmla="*/ 153854 h 154492"/>
                <a:gd name="connsiteX12" fmla="*/ 153997 w 214160"/>
                <a:gd name="connsiteY12" fmla="*/ 154492 h 154492"/>
                <a:gd name="connsiteX13" fmla="*/ 159748 w 214160"/>
                <a:gd name="connsiteY13" fmla="*/ 150024 h 154492"/>
                <a:gd name="connsiteX14" fmla="*/ 155914 w 214160"/>
                <a:gd name="connsiteY14" fmla="*/ 141724 h 154492"/>
                <a:gd name="connsiteX15" fmla="*/ 140579 w 214160"/>
                <a:gd name="connsiteY15" fmla="*/ 135979 h 154492"/>
                <a:gd name="connsiteX16" fmla="*/ 207673 w 214160"/>
                <a:gd name="connsiteY16" fmla="*/ 135979 h 154492"/>
                <a:gd name="connsiteX17" fmla="*/ 214063 w 214160"/>
                <a:gd name="connsiteY17" fmla="*/ 129595 h 154492"/>
                <a:gd name="connsiteX18" fmla="*/ 214063 w 214160"/>
                <a:gd name="connsiteY18" fmla="*/ 6384 h 154492"/>
                <a:gd name="connsiteX19" fmla="*/ 208312 w 214160"/>
                <a:gd name="connsiteY19" fmla="*/ 0 h 154492"/>
                <a:gd name="connsiteX20" fmla="*/ 201922 w 214160"/>
                <a:gd name="connsiteY20" fmla="*/ 123849 h 154492"/>
                <a:gd name="connsiteX21" fmla="*/ 12780 w 214160"/>
                <a:gd name="connsiteY21" fmla="*/ 123849 h 154492"/>
                <a:gd name="connsiteX22" fmla="*/ 12780 w 214160"/>
                <a:gd name="connsiteY22" fmla="*/ 13406 h 154492"/>
                <a:gd name="connsiteX23" fmla="*/ 201922 w 214160"/>
                <a:gd name="connsiteY23" fmla="*/ 13406 h 154492"/>
                <a:gd name="connsiteX24" fmla="*/ 201922 w 214160"/>
                <a:gd name="connsiteY24" fmla="*/ 123849 h 15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14160" h="154492">
                  <a:moveTo>
                    <a:pt x="208312" y="0"/>
                  </a:moveTo>
                  <a:lnTo>
                    <a:pt x="6390" y="0"/>
                  </a:lnTo>
                  <a:cubicBezTo>
                    <a:pt x="2556" y="0"/>
                    <a:pt x="0" y="2554"/>
                    <a:pt x="0" y="6384"/>
                  </a:cubicBezTo>
                  <a:lnTo>
                    <a:pt x="0" y="129595"/>
                  </a:lnTo>
                  <a:cubicBezTo>
                    <a:pt x="0" y="133425"/>
                    <a:pt x="2556" y="135979"/>
                    <a:pt x="6390" y="135979"/>
                  </a:cubicBezTo>
                  <a:lnTo>
                    <a:pt x="70289" y="135979"/>
                  </a:lnTo>
                  <a:lnTo>
                    <a:pt x="54953" y="141724"/>
                  </a:lnTo>
                  <a:cubicBezTo>
                    <a:pt x="51758" y="143001"/>
                    <a:pt x="49841" y="146832"/>
                    <a:pt x="51119" y="150024"/>
                  </a:cubicBezTo>
                  <a:cubicBezTo>
                    <a:pt x="51758" y="152577"/>
                    <a:pt x="54314" y="154492"/>
                    <a:pt x="56870" y="154492"/>
                  </a:cubicBezTo>
                  <a:cubicBezTo>
                    <a:pt x="57509" y="154492"/>
                    <a:pt x="58148" y="154492"/>
                    <a:pt x="58787" y="153854"/>
                  </a:cubicBezTo>
                  <a:lnTo>
                    <a:pt x="105434" y="137256"/>
                  </a:lnTo>
                  <a:lnTo>
                    <a:pt x="152080" y="153854"/>
                  </a:lnTo>
                  <a:cubicBezTo>
                    <a:pt x="152719" y="153854"/>
                    <a:pt x="153358" y="154492"/>
                    <a:pt x="153997" y="154492"/>
                  </a:cubicBezTo>
                  <a:cubicBezTo>
                    <a:pt x="156553" y="154492"/>
                    <a:pt x="159109" y="152577"/>
                    <a:pt x="159748" y="150024"/>
                  </a:cubicBezTo>
                  <a:cubicBezTo>
                    <a:pt x="161026" y="146832"/>
                    <a:pt x="159109" y="143001"/>
                    <a:pt x="155914" y="141724"/>
                  </a:cubicBezTo>
                  <a:lnTo>
                    <a:pt x="140579" y="135979"/>
                  </a:lnTo>
                  <a:lnTo>
                    <a:pt x="207673" y="135979"/>
                  </a:lnTo>
                  <a:cubicBezTo>
                    <a:pt x="211507" y="135979"/>
                    <a:pt x="214063" y="133425"/>
                    <a:pt x="214063" y="129595"/>
                  </a:cubicBezTo>
                  <a:lnTo>
                    <a:pt x="214063" y="6384"/>
                  </a:lnTo>
                  <a:cubicBezTo>
                    <a:pt x="214702" y="3192"/>
                    <a:pt x="212146" y="0"/>
                    <a:pt x="208312" y="0"/>
                  </a:cubicBezTo>
                  <a:close/>
                  <a:moveTo>
                    <a:pt x="201922" y="123849"/>
                  </a:moveTo>
                  <a:lnTo>
                    <a:pt x="12780" y="123849"/>
                  </a:lnTo>
                  <a:lnTo>
                    <a:pt x="12780" y="13406"/>
                  </a:lnTo>
                  <a:lnTo>
                    <a:pt x="201922" y="13406"/>
                  </a:lnTo>
                  <a:lnTo>
                    <a:pt x="201922" y="123849"/>
                  </a:lnTo>
                  <a:close/>
                </a:path>
              </a:pathLst>
            </a:custGeom>
            <a:solidFill>
              <a:srgbClr val="007680"/>
            </a:solidFill>
            <a:ln w="6390" cap="flat">
              <a:noFill/>
              <a:prstDash val="solid"/>
              <a:miter/>
            </a:ln>
          </p:spPr>
          <p:txBody>
            <a:bodyPr rtlCol="0" anchor="ctr"/>
            <a:lstStyle/>
            <a:p>
              <a:endParaRPr lang="en-US"/>
            </a:p>
          </p:txBody>
        </p:sp>
        <p:sp>
          <p:nvSpPr>
            <p:cNvPr id="202" name="Graphic 4">
              <a:extLst>
                <a:ext uri="{FF2B5EF4-FFF2-40B4-BE49-F238E27FC236}">
                  <a16:creationId xmlns:a16="http://schemas.microsoft.com/office/drawing/2014/main" id="{6180B412-79A0-BB4E-A199-44AD38BEBDDF}"/>
                </a:ext>
              </a:extLst>
            </p:cNvPr>
            <p:cNvSpPr/>
            <p:nvPr/>
          </p:nvSpPr>
          <p:spPr>
            <a:xfrm>
              <a:off x="2735449" y="3005103"/>
              <a:ext cx="46529" cy="56817"/>
            </a:xfrm>
            <a:custGeom>
              <a:avLst/>
              <a:gdLst>
                <a:gd name="connsiteX0" fmla="*/ 5833 w 46529"/>
                <a:gd name="connsiteY0" fmla="*/ 56817 h 56817"/>
                <a:gd name="connsiteX1" fmla="*/ 12223 w 46529"/>
                <a:gd name="connsiteY1" fmla="*/ 50433 h 56817"/>
                <a:gd name="connsiteX2" fmla="*/ 12223 w 46529"/>
                <a:gd name="connsiteY2" fmla="*/ 40219 h 56817"/>
                <a:gd name="connsiteX3" fmla="*/ 19891 w 46529"/>
                <a:gd name="connsiteY3" fmla="*/ 32558 h 56817"/>
                <a:gd name="connsiteX4" fmla="*/ 34588 w 46529"/>
                <a:gd name="connsiteY4" fmla="*/ 54264 h 56817"/>
                <a:gd name="connsiteX5" fmla="*/ 39700 w 46529"/>
                <a:gd name="connsiteY5" fmla="*/ 56817 h 56817"/>
                <a:gd name="connsiteX6" fmla="*/ 43534 w 46529"/>
                <a:gd name="connsiteY6" fmla="*/ 55541 h 56817"/>
                <a:gd name="connsiteX7" fmla="*/ 45451 w 46529"/>
                <a:gd name="connsiteY7" fmla="*/ 46603 h 56817"/>
                <a:gd name="connsiteX8" fmla="*/ 29476 w 46529"/>
                <a:gd name="connsiteY8" fmla="*/ 22982 h 56817"/>
                <a:gd name="connsiteX9" fmla="*/ 42256 w 46529"/>
                <a:gd name="connsiteY9" fmla="*/ 10853 h 56817"/>
                <a:gd name="connsiteX10" fmla="*/ 42256 w 46529"/>
                <a:gd name="connsiteY10" fmla="*/ 1915 h 56817"/>
                <a:gd name="connsiteX11" fmla="*/ 33310 w 46529"/>
                <a:gd name="connsiteY11" fmla="*/ 1915 h 56817"/>
                <a:gd name="connsiteX12" fmla="*/ 12862 w 46529"/>
                <a:gd name="connsiteY12" fmla="*/ 22344 h 56817"/>
                <a:gd name="connsiteX13" fmla="*/ 12862 w 46529"/>
                <a:gd name="connsiteY13" fmla="*/ 7022 h 56817"/>
                <a:gd name="connsiteX14" fmla="*/ 6472 w 46529"/>
                <a:gd name="connsiteY14" fmla="*/ 638 h 56817"/>
                <a:gd name="connsiteX15" fmla="*/ 82 w 46529"/>
                <a:gd name="connsiteY15" fmla="*/ 7022 h 56817"/>
                <a:gd name="connsiteX16" fmla="*/ 82 w 46529"/>
                <a:gd name="connsiteY16" fmla="*/ 51072 h 56817"/>
                <a:gd name="connsiteX17" fmla="*/ 5833 w 46529"/>
                <a:gd name="connsiteY17" fmla="*/ 56817 h 56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6529" h="56817">
                  <a:moveTo>
                    <a:pt x="5833" y="56817"/>
                  </a:moveTo>
                  <a:cubicBezTo>
                    <a:pt x="9667" y="56817"/>
                    <a:pt x="12223" y="54264"/>
                    <a:pt x="12223" y="50433"/>
                  </a:cubicBezTo>
                  <a:lnTo>
                    <a:pt x="12223" y="40219"/>
                  </a:lnTo>
                  <a:lnTo>
                    <a:pt x="19891" y="32558"/>
                  </a:lnTo>
                  <a:lnTo>
                    <a:pt x="34588" y="54264"/>
                  </a:lnTo>
                  <a:cubicBezTo>
                    <a:pt x="35866" y="56179"/>
                    <a:pt x="37783" y="56817"/>
                    <a:pt x="39700" y="56817"/>
                  </a:cubicBezTo>
                  <a:cubicBezTo>
                    <a:pt x="40978" y="56817"/>
                    <a:pt x="42256" y="56179"/>
                    <a:pt x="43534" y="55541"/>
                  </a:cubicBezTo>
                  <a:cubicBezTo>
                    <a:pt x="46729" y="53625"/>
                    <a:pt x="47368" y="49795"/>
                    <a:pt x="45451" y="46603"/>
                  </a:cubicBezTo>
                  <a:lnTo>
                    <a:pt x="29476" y="22982"/>
                  </a:lnTo>
                  <a:lnTo>
                    <a:pt x="42256" y="10853"/>
                  </a:lnTo>
                  <a:cubicBezTo>
                    <a:pt x="44812" y="8299"/>
                    <a:pt x="44812" y="4469"/>
                    <a:pt x="42256" y="1915"/>
                  </a:cubicBezTo>
                  <a:cubicBezTo>
                    <a:pt x="39700" y="-638"/>
                    <a:pt x="35866" y="-638"/>
                    <a:pt x="33310" y="1915"/>
                  </a:cubicBezTo>
                  <a:lnTo>
                    <a:pt x="12862" y="22344"/>
                  </a:lnTo>
                  <a:lnTo>
                    <a:pt x="12862" y="7022"/>
                  </a:lnTo>
                  <a:cubicBezTo>
                    <a:pt x="12862" y="3192"/>
                    <a:pt x="10306" y="638"/>
                    <a:pt x="6472" y="638"/>
                  </a:cubicBezTo>
                  <a:cubicBezTo>
                    <a:pt x="2638" y="638"/>
                    <a:pt x="82" y="3192"/>
                    <a:pt x="82" y="7022"/>
                  </a:cubicBezTo>
                  <a:lnTo>
                    <a:pt x="82" y="51072"/>
                  </a:lnTo>
                  <a:cubicBezTo>
                    <a:pt x="-557" y="53625"/>
                    <a:pt x="2638" y="56817"/>
                    <a:pt x="5833" y="56817"/>
                  </a:cubicBezTo>
                  <a:close/>
                </a:path>
              </a:pathLst>
            </a:custGeom>
            <a:solidFill>
              <a:srgbClr val="007680"/>
            </a:solidFill>
            <a:ln w="6390" cap="flat">
              <a:noFill/>
              <a:prstDash val="solid"/>
              <a:miter/>
            </a:ln>
          </p:spPr>
          <p:txBody>
            <a:bodyPr rtlCol="0" anchor="ctr"/>
            <a:lstStyle/>
            <a:p>
              <a:endParaRPr lang="en-US"/>
            </a:p>
          </p:txBody>
        </p:sp>
        <p:sp>
          <p:nvSpPr>
            <p:cNvPr id="203" name="Graphic 4">
              <a:extLst>
                <a:ext uri="{FF2B5EF4-FFF2-40B4-BE49-F238E27FC236}">
                  <a16:creationId xmlns:a16="http://schemas.microsoft.com/office/drawing/2014/main" id="{AD8D22D8-2375-4E4A-86EB-91F7A33B1DDB}"/>
                </a:ext>
              </a:extLst>
            </p:cNvPr>
            <p:cNvSpPr/>
            <p:nvPr/>
          </p:nvSpPr>
          <p:spPr>
            <a:xfrm>
              <a:off x="2689425" y="3003826"/>
              <a:ext cx="39717" cy="58094"/>
            </a:xfrm>
            <a:custGeom>
              <a:avLst/>
              <a:gdLst>
                <a:gd name="connsiteX0" fmla="*/ 99 w 39717"/>
                <a:gd name="connsiteY0" fmla="*/ 42773 h 58094"/>
                <a:gd name="connsiteX1" fmla="*/ 6489 w 39717"/>
                <a:gd name="connsiteY1" fmla="*/ 54264 h 58094"/>
                <a:gd name="connsiteX2" fmla="*/ 19269 w 39717"/>
                <a:gd name="connsiteY2" fmla="*/ 58094 h 58094"/>
                <a:gd name="connsiteX3" fmla="*/ 23103 w 39717"/>
                <a:gd name="connsiteY3" fmla="*/ 58094 h 58094"/>
                <a:gd name="connsiteX4" fmla="*/ 39717 w 39717"/>
                <a:gd name="connsiteY4" fmla="*/ 39581 h 58094"/>
                <a:gd name="connsiteX5" fmla="*/ 35244 w 39717"/>
                <a:gd name="connsiteY5" fmla="*/ 27451 h 58094"/>
                <a:gd name="connsiteX6" fmla="*/ 34605 w 39717"/>
                <a:gd name="connsiteY6" fmla="*/ 26813 h 58094"/>
                <a:gd name="connsiteX7" fmla="*/ 37161 w 39717"/>
                <a:gd name="connsiteY7" fmla="*/ 21067 h 58094"/>
                <a:gd name="connsiteX8" fmla="*/ 34605 w 39717"/>
                <a:gd name="connsiteY8" fmla="*/ 6384 h 58094"/>
                <a:gd name="connsiteX9" fmla="*/ 19908 w 39717"/>
                <a:gd name="connsiteY9" fmla="*/ 0 h 58094"/>
                <a:gd name="connsiteX10" fmla="*/ 5850 w 39717"/>
                <a:gd name="connsiteY10" fmla="*/ 5107 h 58094"/>
                <a:gd name="connsiteX11" fmla="*/ 1377 w 39717"/>
                <a:gd name="connsiteY11" fmla="*/ 15960 h 58094"/>
                <a:gd name="connsiteX12" fmla="*/ 5211 w 39717"/>
                <a:gd name="connsiteY12" fmla="*/ 26813 h 58094"/>
                <a:gd name="connsiteX13" fmla="*/ 4572 w 39717"/>
                <a:gd name="connsiteY13" fmla="*/ 28089 h 58094"/>
                <a:gd name="connsiteX14" fmla="*/ 99 w 39717"/>
                <a:gd name="connsiteY14" fmla="*/ 42773 h 58094"/>
                <a:gd name="connsiteX15" fmla="*/ 14157 w 39717"/>
                <a:gd name="connsiteY15" fmla="*/ 16598 h 58094"/>
                <a:gd name="connsiteX16" fmla="*/ 14796 w 39717"/>
                <a:gd name="connsiteY16" fmla="*/ 14683 h 58094"/>
                <a:gd name="connsiteX17" fmla="*/ 19908 w 39717"/>
                <a:gd name="connsiteY17" fmla="*/ 13406 h 58094"/>
                <a:gd name="connsiteX18" fmla="*/ 25020 w 39717"/>
                <a:gd name="connsiteY18" fmla="*/ 14683 h 58094"/>
                <a:gd name="connsiteX19" fmla="*/ 25020 w 39717"/>
                <a:gd name="connsiteY19" fmla="*/ 18514 h 58094"/>
                <a:gd name="connsiteX20" fmla="*/ 20547 w 39717"/>
                <a:gd name="connsiteY20" fmla="*/ 21706 h 58094"/>
                <a:gd name="connsiteX21" fmla="*/ 17991 w 39717"/>
                <a:gd name="connsiteY21" fmla="*/ 21706 h 58094"/>
                <a:gd name="connsiteX22" fmla="*/ 15435 w 39717"/>
                <a:gd name="connsiteY22" fmla="*/ 20429 h 58094"/>
                <a:gd name="connsiteX23" fmla="*/ 14157 w 39717"/>
                <a:gd name="connsiteY23" fmla="*/ 16598 h 58094"/>
                <a:gd name="connsiteX24" fmla="*/ 14157 w 39717"/>
                <a:gd name="connsiteY24" fmla="*/ 16598 h 58094"/>
                <a:gd name="connsiteX25" fmla="*/ 14157 w 39717"/>
                <a:gd name="connsiteY25" fmla="*/ 37027 h 58094"/>
                <a:gd name="connsiteX26" fmla="*/ 19908 w 39717"/>
                <a:gd name="connsiteY26" fmla="*/ 35112 h 58094"/>
                <a:gd name="connsiteX27" fmla="*/ 21825 w 39717"/>
                <a:gd name="connsiteY27" fmla="*/ 35112 h 58094"/>
                <a:gd name="connsiteX28" fmla="*/ 26937 w 39717"/>
                <a:gd name="connsiteY28" fmla="*/ 37027 h 58094"/>
                <a:gd name="connsiteX29" fmla="*/ 28215 w 39717"/>
                <a:gd name="connsiteY29" fmla="*/ 40219 h 58094"/>
                <a:gd name="connsiteX30" fmla="*/ 22464 w 39717"/>
                <a:gd name="connsiteY30" fmla="*/ 45965 h 58094"/>
                <a:gd name="connsiteX31" fmla="*/ 15435 w 39717"/>
                <a:gd name="connsiteY31" fmla="*/ 44688 h 58094"/>
                <a:gd name="connsiteX32" fmla="*/ 14157 w 39717"/>
                <a:gd name="connsiteY32" fmla="*/ 42134 h 58094"/>
                <a:gd name="connsiteX33" fmla="*/ 14157 w 39717"/>
                <a:gd name="connsiteY33" fmla="*/ 37027 h 58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9717" h="58094">
                  <a:moveTo>
                    <a:pt x="99" y="42773"/>
                  </a:moveTo>
                  <a:cubicBezTo>
                    <a:pt x="738" y="47880"/>
                    <a:pt x="2655" y="51710"/>
                    <a:pt x="6489" y="54264"/>
                  </a:cubicBezTo>
                  <a:cubicBezTo>
                    <a:pt x="10323" y="57456"/>
                    <a:pt x="15435" y="58094"/>
                    <a:pt x="19269" y="58094"/>
                  </a:cubicBezTo>
                  <a:cubicBezTo>
                    <a:pt x="20547" y="58094"/>
                    <a:pt x="21825" y="58094"/>
                    <a:pt x="23103" y="58094"/>
                  </a:cubicBezTo>
                  <a:cubicBezTo>
                    <a:pt x="33966" y="56179"/>
                    <a:pt x="39717" y="50433"/>
                    <a:pt x="39717" y="39581"/>
                  </a:cubicBezTo>
                  <a:cubicBezTo>
                    <a:pt x="39717" y="34473"/>
                    <a:pt x="38439" y="30643"/>
                    <a:pt x="35244" y="27451"/>
                  </a:cubicBezTo>
                  <a:cubicBezTo>
                    <a:pt x="35244" y="27451"/>
                    <a:pt x="35244" y="27451"/>
                    <a:pt x="34605" y="26813"/>
                  </a:cubicBezTo>
                  <a:cubicBezTo>
                    <a:pt x="35883" y="24897"/>
                    <a:pt x="37161" y="22982"/>
                    <a:pt x="37161" y="21067"/>
                  </a:cubicBezTo>
                  <a:cubicBezTo>
                    <a:pt x="37800" y="19152"/>
                    <a:pt x="39078" y="12130"/>
                    <a:pt x="34605" y="6384"/>
                  </a:cubicBezTo>
                  <a:cubicBezTo>
                    <a:pt x="32688" y="3830"/>
                    <a:pt x="28215" y="0"/>
                    <a:pt x="19908" y="0"/>
                  </a:cubicBezTo>
                  <a:cubicBezTo>
                    <a:pt x="12240" y="0"/>
                    <a:pt x="8406" y="2554"/>
                    <a:pt x="5850" y="5107"/>
                  </a:cubicBezTo>
                  <a:cubicBezTo>
                    <a:pt x="2016" y="8938"/>
                    <a:pt x="1377" y="14045"/>
                    <a:pt x="1377" y="15960"/>
                  </a:cubicBezTo>
                  <a:cubicBezTo>
                    <a:pt x="1377" y="19790"/>
                    <a:pt x="2655" y="23621"/>
                    <a:pt x="5211" y="26813"/>
                  </a:cubicBezTo>
                  <a:cubicBezTo>
                    <a:pt x="4572" y="26813"/>
                    <a:pt x="4572" y="27451"/>
                    <a:pt x="4572" y="28089"/>
                  </a:cubicBezTo>
                  <a:cubicBezTo>
                    <a:pt x="2016" y="31281"/>
                    <a:pt x="-540" y="35750"/>
                    <a:pt x="99" y="42773"/>
                  </a:cubicBezTo>
                  <a:close/>
                  <a:moveTo>
                    <a:pt x="14157" y="16598"/>
                  </a:moveTo>
                  <a:cubicBezTo>
                    <a:pt x="14157" y="16598"/>
                    <a:pt x="14157" y="15322"/>
                    <a:pt x="14796" y="14683"/>
                  </a:cubicBezTo>
                  <a:cubicBezTo>
                    <a:pt x="15435" y="14045"/>
                    <a:pt x="17352" y="13406"/>
                    <a:pt x="19908" y="13406"/>
                  </a:cubicBezTo>
                  <a:cubicBezTo>
                    <a:pt x="22464" y="13406"/>
                    <a:pt x="24381" y="14045"/>
                    <a:pt x="25020" y="14683"/>
                  </a:cubicBezTo>
                  <a:cubicBezTo>
                    <a:pt x="25659" y="15322"/>
                    <a:pt x="25659" y="17237"/>
                    <a:pt x="25020" y="18514"/>
                  </a:cubicBezTo>
                  <a:cubicBezTo>
                    <a:pt x="25020" y="19152"/>
                    <a:pt x="23742" y="21067"/>
                    <a:pt x="20547" y="21706"/>
                  </a:cubicBezTo>
                  <a:cubicBezTo>
                    <a:pt x="19908" y="21706"/>
                    <a:pt x="19269" y="21706"/>
                    <a:pt x="17991" y="21706"/>
                  </a:cubicBezTo>
                  <a:cubicBezTo>
                    <a:pt x="16713" y="21706"/>
                    <a:pt x="15435" y="21067"/>
                    <a:pt x="15435" y="20429"/>
                  </a:cubicBezTo>
                  <a:cubicBezTo>
                    <a:pt x="14796" y="19152"/>
                    <a:pt x="14157" y="17875"/>
                    <a:pt x="14157" y="16598"/>
                  </a:cubicBezTo>
                  <a:lnTo>
                    <a:pt x="14157" y="16598"/>
                  </a:lnTo>
                  <a:close/>
                  <a:moveTo>
                    <a:pt x="14157" y="37027"/>
                  </a:moveTo>
                  <a:cubicBezTo>
                    <a:pt x="15435" y="35750"/>
                    <a:pt x="17352" y="35112"/>
                    <a:pt x="19908" y="35112"/>
                  </a:cubicBezTo>
                  <a:cubicBezTo>
                    <a:pt x="20547" y="35112"/>
                    <a:pt x="21186" y="35112"/>
                    <a:pt x="21825" y="35112"/>
                  </a:cubicBezTo>
                  <a:cubicBezTo>
                    <a:pt x="23742" y="35112"/>
                    <a:pt x="25659" y="36389"/>
                    <a:pt x="26937" y="37027"/>
                  </a:cubicBezTo>
                  <a:cubicBezTo>
                    <a:pt x="27576" y="37665"/>
                    <a:pt x="28215" y="38304"/>
                    <a:pt x="28215" y="40219"/>
                  </a:cubicBezTo>
                  <a:cubicBezTo>
                    <a:pt x="28215" y="44688"/>
                    <a:pt x="26937" y="45326"/>
                    <a:pt x="22464" y="45965"/>
                  </a:cubicBezTo>
                  <a:cubicBezTo>
                    <a:pt x="20547" y="45965"/>
                    <a:pt x="17352" y="45965"/>
                    <a:pt x="15435" y="44688"/>
                  </a:cubicBezTo>
                  <a:cubicBezTo>
                    <a:pt x="14796" y="44049"/>
                    <a:pt x="14157" y="43411"/>
                    <a:pt x="14157" y="42134"/>
                  </a:cubicBezTo>
                  <a:cubicBezTo>
                    <a:pt x="12879" y="39581"/>
                    <a:pt x="12879" y="37665"/>
                    <a:pt x="14157" y="37027"/>
                  </a:cubicBezTo>
                  <a:close/>
                </a:path>
              </a:pathLst>
            </a:custGeom>
            <a:solidFill>
              <a:srgbClr val="007680"/>
            </a:solidFill>
            <a:ln w="6390" cap="flat">
              <a:noFill/>
              <a:prstDash val="solid"/>
              <a:miter/>
            </a:ln>
          </p:spPr>
          <p:txBody>
            <a:bodyPr rtlCol="0" anchor="ctr"/>
            <a:lstStyle/>
            <a:p>
              <a:endParaRPr lang="en-US"/>
            </a:p>
          </p:txBody>
        </p:sp>
      </p:grpSp>
      <p:grpSp>
        <p:nvGrpSpPr>
          <p:cNvPr id="204" name="Graphic 4">
            <a:extLst>
              <a:ext uri="{FF2B5EF4-FFF2-40B4-BE49-F238E27FC236}">
                <a16:creationId xmlns:a16="http://schemas.microsoft.com/office/drawing/2014/main" id="{BCDEDCBA-4269-A242-8643-505A0B6DCE4A}"/>
              </a:ext>
            </a:extLst>
          </p:cNvPr>
          <p:cNvGrpSpPr/>
          <p:nvPr/>
        </p:nvGrpSpPr>
        <p:grpSpPr>
          <a:xfrm>
            <a:off x="2561086" y="3824168"/>
            <a:ext cx="361670" cy="361333"/>
            <a:chOff x="2561086" y="3824168"/>
            <a:chExt cx="361670" cy="361333"/>
          </a:xfrm>
          <a:solidFill>
            <a:srgbClr val="007680"/>
          </a:solidFill>
        </p:grpSpPr>
        <p:sp>
          <p:nvSpPr>
            <p:cNvPr id="205" name="Graphic 4">
              <a:extLst>
                <a:ext uri="{FF2B5EF4-FFF2-40B4-BE49-F238E27FC236}">
                  <a16:creationId xmlns:a16="http://schemas.microsoft.com/office/drawing/2014/main" id="{7F831DB6-0B46-5E40-B582-59BE94977753}"/>
                </a:ext>
              </a:extLst>
            </p:cNvPr>
            <p:cNvSpPr/>
            <p:nvPr/>
          </p:nvSpPr>
          <p:spPr>
            <a:xfrm>
              <a:off x="2561086"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284" name="Graphic 4">
              <a:extLst>
                <a:ext uri="{FF2B5EF4-FFF2-40B4-BE49-F238E27FC236}">
                  <a16:creationId xmlns:a16="http://schemas.microsoft.com/office/drawing/2014/main" id="{7996CDF1-BDFB-F446-97CB-5E869C1153C9}"/>
                </a:ext>
              </a:extLst>
            </p:cNvPr>
            <p:cNvSpPr/>
            <p:nvPr/>
          </p:nvSpPr>
          <p:spPr>
            <a:xfrm>
              <a:off x="2635849" y="3926311"/>
              <a:ext cx="212784" cy="170452"/>
            </a:xfrm>
            <a:custGeom>
              <a:avLst/>
              <a:gdLst>
                <a:gd name="connsiteX0" fmla="*/ 205117 w 212784"/>
                <a:gd name="connsiteY0" fmla="*/ 0 h 170452"/>
                <a:gd name="connsiteX1" fmla="*/ 6390 w 212784"/>
                <a:gd name="connsiteY1" fmla="*/ 0 h 170452"/>
                <a:gd name="connsiteX2" fmla="*/ 0 w 212784"/>
                <a:gd name="connsiteY2" fmla="*/ 6384 h 170452"/>
                <a:gd name="connsiteX3" fmla="*/ 0 w 212784"/>
                <a:gd name="connsiteY3" fmla="*/ 134702 h 170452"/>
                <a:gd name="connsiteX4" fmla="*/ 6390 w 212784"/>
                <a:gd name="connsiteY4" fmla="*/ 141086 h 170452"/>
                <a:gd name="connsiteX5" fmla="*/ 99683 w 212784"/>
                <a:gd name="connsiteY5" fmla="*/ 141086 h 170452"/>
                <a:gd name="connsiteX6" fmla="*/ 99683 w 212784"/>
                <a:gd name="connsiteY6" fmla="*/ 157684 h 170452"/>
                <a:gd name="connsiteX7" fmla="*/ 70289 w 212784"/>
                <a:gd name="connsiteY7" fmla="*/ 157684 h 170452"/>
                <a:gd name="connsiteX8" fmla="*/ 63899 w 212784"/>
                <a:gd name="connsiteY8" fmla="*/ 164068 h 170452"/>
                <a:gd name="connsiteX9" fmla="*/ 70289 w 212784"/>
                <a:gd name="connsiteY9" fmla="*/ 170452 h 170452"/>
                <a:gd name="connsiteX10" fmla="*/ 142496 w 212784"/>
                <a:gd name="connsiteY10" fmla="*/ 170452 h 170452"/>
                <a:gd name="connsiteX11" fmla="*/ 148885 w 212784"/>
                <a:gd name="connsiteY11" fmla="*/ 164068 h 170452"/>
                <a:gd name="connsiteX12" fmla="*/ 142496 w 212784"/>
                <a:gd name="connsiteY12" fmla="*/ 157684 h 170452"/>
                <a:gd name="connsiteX13" fmla="*/ 113102 w 212784"/>
                <a:gd name="connsiteY13" fmla="*/ 157684 h 170452"/>
                <a:gd name="connsiteX14" fmla="*/ 113102 w 212784"/>
                <a:gd name="connsiteY14" fmla="*/ 141086 h 170452"/>
                <a:gd name="connsiteX15" fmla="*/ 206395 w 212784"/>
                <a:gd name="connsiteY15" fmla="*/ 141086 h 170452"/>
                <a:gd name="connsiteX16" fmla="*/ 212785 w 212784"/>
                <a:gd name="connsiteY16" fmla="*/ 134702 h 170452"/>
                <a:gd name="connsiteX17" fmla="*/ 212785 w 212784"/>
                <a:gd name="connsiteY17" fmla="*/ 6384 h 170452"/>
                <a:gd name="connsiteX18" fmla="*/ 205117 w 212784"/>
                <a:gd name="connsiteY18" fmla="*/ 0 h 170452"/>
                <a:gd name="connsiteX19" fmla="*/ 198727 w 212784"/>
                <a:gd name="connsiteY19" fmla="*/ 128318 h 170452"/>
                <a:gd name="connsiteX20" fmla="*/ 12780 w 212784"/>
                <a:gd name="connsiteY20" fmla="*/ 128318 h 170452"/>
                <a:gd name="connsiteX21" fmla="*/ 12780 w 212784"/>
                <a:gd name="connsiteY21" fmla="*/ 12768 h 170452"/>
                <a:gd name="connsiteX22" fmla="*/ 198727 w 212784"/>
                <a:gd name="connsiteY22" fmla="*/ 12768 h 170452"/>
                <a:gd name="connsiteX23" fmla="*/ 198727 w 212784"/>
                <a:gd name="connsiteY23" fmla="*/ 128318 h 17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2784" h="170452">
                  <a:moveTo>
                    <a:pt x="205117" y="0"/>
                  </a:moveTo>
                  <a:lnTo>
                    <a:pt x="6390" y="0"/>
                  </a:lnTo>
                  <a:cubicBezTo>
                    <a:pt x="2556" y="0"/>
                    <a:pt x="0" y="2553"/>
                    <a:pt x="0" y="6384"/>
                  </a:cubicBezTo>
                  <a:lnTo>
                    <a:pt x="0" y="134702"/>
                  </a:lnTo>
                  <a:cubicBezTo>
                    <a:pt x="0" y="138532"/>
                    <a:pt x="2556" y="141086"/>
                    <a:pt x="6390" y="141086"/>
                  </a:cubicBezTo>
                  <a:lnTo>
                    <a:pt x="99683" y="141086"/>
                  </a:lnTo>
                  <a:lnTo>
                    <a:pt x="99683" y="157684"/>
                  </a:lnTo>
                  <a:lnTo>
                    <a:pt x="70289" y="157684"/>
                  </a:lnTo>
                  <a:cubicBezTo>
                    <a:pt x="66455" y="157684"/>
                    <a:pt x="63899" y="160238"/>
                    <a:pt x="63899" y="164068"/>
                  </a:cubicBezTo>
                  <a:cubicBezTo>
                    <a:pt x="63899" y="167899"/>
                    <a:pt x="66455" y="170452"/>
                    <a:pt x="70289" y="170452"/>
                  </a:cubicBezTo>
                  <a:lnTo>
                    <a:pt x="142496" y="170452"/>
                  </a:lnTo>
                  <a:cubicBezTo>
                    <a:pt x="146330" y="170452"/>
                    <a:pt x="148885" y="167899"/>
                    <a:pt x="148885" y="164068"/>
                  </a:cubicBezTo>
                  <a:cubicBezTo>
                    <a:pt x="148885" y="160238"/>
                    <a:pt x="146330" y="157684"/>
                    <a:pt x="142496" y="157684"/>
                  </a:cubicBezTo>
                  <a:lnTo>
                    <a:pt x="113102" y="157684"/>
                  </a:lnTo>
                  <a:lnTo>
                    <a:pt x="113102" y="141086"/>
                  </a:lnTo>
                  <a:lnTo>
                    <a:pt x="206395" y="141086"/>
                  </a:lnTo>
                  <a:cubicBezTo>
                    <a:pt x="210229" y="141086"/>
                    <a:pt x="212785" y="138532"/>
                    <a:pt x="212785" y="134702"/>
                  </a:cubicBezTo>
                  <a:lnTo>
                    <a:pt x="212785" y="6384"/>
                  </a:lnTo>
                  <a:cubicBezTo>
                    <a:pt x="211507" y="2553"/>
                    <a:pt x="208951" y="0"/>
                    <a:pt x="205117" y="0"/>
                  </a:cubicBezTo>
                  <a:close/>
                  <a:moveTo>
                    <a:pt x="198727" y="128318"/>
                  </a:moveTo>
                  <a:lnTo>
                    <a:pt x="12780" y="128318"/>
                  </a:lnTo>
                  <a:lnTo>
                    <a:pt x="12780" y="12768"/>
                  </a:lnTo>
                  <a:lnTo>
                    <a:pt x="198727" y="12768"/>
                  </a:lnTo>
                  <a:lnTo>
                    <a:pt x="198727" y="128318"/>
                  </a:lnTo>
                  <a:close/>
                </a:path>
              </a:pathLst>
            </a:custGeom>
            <a:solidFill>
              <a:srgbClr val="007680"/>
            </a:solidFill>
            <a:ln w="6390" cap="flat">
              <a:noFill/>
              <a:prstDash val="solid"/>
              <a:miter/>
            </a:ln>
          </p:spPr>
          <p:txBody>
            <a:bodyPr rtlCol="0" anchor="ctr"/>
            <a:lstStyle/>
            <a:p>
              <a:endParaRPr lang="en-US"/>
            </a:p>
          </p:txBody>
        </p:sp>
        <p:sp>
          <p:nvSpPr>
            <p:cNvPr id="285" name="Graphic 4">
              <a:extLst>
                <a:ext uri="{FF2B5EF4-FFF2-40B4-BE49-F238E27FC236}">
                  <a16:creationId xmlns:a16="http://schemas.microsoft.com/office/drawing/2014/main" id="{F97A1774-8081-354E-9886-5D62953E4554}"/>
                </a:ext>
              </a:extLst>
            </p:cNvPr>
            <p:cNvSpPr/>
            <p:nvPr/>
          </p:nvSpPr>
          <p:spPr>
            <a:xfrm>
              <a:off x="2735449" y="3969722"/>
              <a:ext cx="49085" cy="61286"/>
            </a:xfrm>
            <a:custGeom>
              <a:avLst/>
              <a:gdLst>
                <a:gd name="connsiteX0" fmla="*/ 5833 w 49085"/>
                <a:gd name="connsiteY0" fmla="*/ 61286 h 61286"/>
                <a:gd name="connsiteX1" fmla="*/ 12223 w 49085"/>
                <a:gd name="connsiteY1" fmla="*/ 54902 h 61286"/>
                <a:gd name="connsiteX2" fmla="*/ 12223 w 49085"/>
                <a:gd name="connsiteY2" fmla="*/ 43411 h 61286"/>
                <a:gd name="connsiteX3" fmla="*/ 21169 w 49085"/>
                <a:gd name="connsiteY3" fmla="*/ 34473 h 61286"/>
                <a:gd name="connsiteX4" fmla="*/ 37144 w 49085"/>
                <a:gd name="connsiteY4" fmla="*/ 58733 h 61286"/>
                <a:gd name="connsiteX5" fmla="*/ 42256 w 49085"/>
                <a:gd name="connsiteY5" fmla="*/ 61286 h 61286"/>
                <a:gd name="connsiteX6" fmla="*/ 46090 w 49085"/>
                <a:gd name="connsiteY6" fmla="*/ 60009 h 61286"/>
                <a:gd name="connsiteX7" fmla="*/ 48007 w 49085"/>
                <a:gd name="connsiteY7" fmla="*/ 51072 h 61286"/>
                <a:gd name="connsiteX8" fmla="*/ 30754 w 49085"/>
                <a:gd name="connsiteY8" fmla="*/ 24897 h 61286"/>
                <a:gd name="connsiteX9" fmla="*/ 44812 w 49085"/>
                <a:gd name="connsiteY9" fmla="*/ 10853 h 61286"/>
                <a:gd name="connsiteX10" fmla="*/ 44812 w 49085"/>
                <a:gd name="connsiteY10" fmla="*/ 1915 h 61286"/>
                <a:gd name="connsiteX11" fmla="*/ 35866 w 49085"/>
                <a:gd name="connsiteY11" fmla="*/ 1915 h 61286"/>
                <a:gd name="connsiteX12" fmla="*/ 12862 w 49085"/>
                <a:gd name="connsiteY12" fmla="*/ 24897 h 61286"/>
                <a:gd name="connsiteX13" fmla="*/ 12862 w 49085"/>
                <a:gd name="connsiteY13" fmla="*/ 6384 h 61286"/>
                <a:gd name="connsiteX14" fmla="*/ 6472 w 49085"/>
                <a:gd name="connsiteY14" fmla="*/ 0 h 61286"/>
                <a:gd name="connsiteX15" fmla="*/ 82 w 49085"/>
                <a:gd name="connsiteY15" fmla="*/ 6384 h 61286"/>
                <a:gd name="connsiteX16" fmla="*/ 82 w 49085"/>
                <a:gd name="connsiteY16" fmla="*/ 54264 h 61286"/>
                <a:gd name="connsiteX17" fmla="*/ 5833 w 49085"/>
                <a:gd name="connsiteY17" fmla="*/ 61286 h 61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085" h="61286">
                  <a:moveTo>
                    <a:pt x="5833" y="61286"/>
                  </a:moveTo>
                  <a:cubicBezTo>
                    <a:pt x="9667" y="61286"/>
                    <a:pt x="12223" y="58733"/>
                    <a:pt x="12223" y="54902"/>
                  </a:cubicBezTo>
                  <a:lnTo>
                    <a:pt x="12223" y="43411"/>
                  </a:lnTo>
                  <a:lnTo>
                    <a:pt x="21169" y="34473"/>
                  </a:lnTo>
                  <a:lnTo>
                    <a:pt x="37144" y="58733"/>
                  </a:lnTo>
                  <a:cubicBezTo>
                    <a:pt x="38422" y="60648"/>
                    <a:pt x="40339" y="61286"/>
                    <a:pt x="42256" y="61286"/>
                  </a:cubicBezTo>
                  <a:cubicBezTo>
                    <a:pt x="43534" y="61286"/>
                    <a:pt x="44812" y="60648"/>
                    <a:pt x="46090" y="60009"/>
                  </a:cubicBezTo>
                  <a:cubicBezTo>
                    <a:pt x="49285" y="58094"/>
                    <a:pt x="49924" y="54264"/>
                    <a:pt x="48007" y="51072"/>
                  </a:cubicBezTo>
                  <a:lnTo>
                    <a:pt x="30754" y="24897"/>
                  </a:lnTo>
                  <a:lnTo>
                    <a:pt x="44812" y="10853"/>
                  </a:lnTo>
                  <a:cubicBezTo>
                    <a:pt x="47368" y="8299"/>
                    <a:pt x="47368" y="4469"/>
                    <a:pt x="44812" y="1915"/>
                  </a:cubicBezTo>
                  <a:cubicBezTo>
                    <a:pt x="42256" y="-638"/>
                    <a:pt x="38422" y="-638"/>
                    <a:pt x="35866" y="1915"/>
                  </a:cubicBezTo>
                  <a:lnTo>
                    <a:pt x="12862" y="24897"/>
                  </a:lnTo>
                  <a:lnTo>
                    <a:pt x="12862" y="6384"/>
                  </a:lnTo>
                  <a:cubicBezTo>
                    <a:pt x="12862" y="2554"/>
                    <a:pt x="10306" y="0"/>
                    <a:pt x="6472" y="0"/>
                  </a:cubicBezTo>
                  <a:cubicBezTo>
                    <a:pt x="2638" y="0"/>
                    <a:pt x="82" y="2554"/>
                    <a:pt x="82" y="6384"/>
                  </a:cubicBezTo>
                  <a:lnTo>
                    <a:pt x="82" y="54264"/>
                  </a:lnTo>
                  <a:cubicBezTo>
                    <a:pt x="-557" y="58733"/>
                    <a:pt x="2638" y="61286"/>
                    <a:pt x="5833" y="61286"/>
                  </a:cubicBezTo>
                  <a:close/>
                </a:path>
              </a:pathLst>
            </a:custGeom>
            <a:solidFill>
              <a:srgbClr val="007680"/>
            </a:solidFill>
            <a:ln w="6390" cap="flat">
              <a:noFill/>
              <a:prstDash val="solid"/>
              <a:miter/>
            </a:ln>
          </p:spPr>
          <p:txBody>
            <a:bodyPr rtlCol="0" anchor="ctr"/>
            <a:lstStyle/>
            <a:p>
              <a:endParaRPr lang="en-US"/>
            </a:p>
          </p:txBody>
        </p:sp>
        <p:sp>
          <p:nvSpPr>
            <p:cNvPr id="286" name="Graphic 4">
              <a:extLst>
                <a:ext uri="{FF2B5EF4-FFF2-40B4-BE49-F238E27FC236}">
                  <a16:creationId xmlns:a16="http://schemas.microsoft.com/office/drawing/2014/main" id="{5D9274C6-C59B-F44F-97DC-F35997115ACC}"/>
                </a:ext>
              </a:extLst>
            </p:cNvPr>
            <p:cNvSpPr/>
            <p:nvPr/>
          </p:nvSpPr>
          <p:spPr>
            <a:xfrm>
              <a:off x="2685399" y="3970361"/>
              <a:ext cx="41825" cy="61924"/>
            </a:xfrm>
            <a:custGeom>
              <a:avLst/>
              <a:gdLst>
                <a:gd name="connsiteX0" fmla="*/ 291 w 41825"/>
                <a:gd name="connsiteY0" fmla="*/ 45327 h 61924"/>
                <a:gd name="connsiteX1" fmla="*/ 6681 w 41825"/>
                <a:gd name="connsiteY1" fmla="*/ 57456 h 61924"/>
                <a:gd name="connsiteX2" fmla="*/ 20100 w 41825"/>
                <a:gd name="connsiteY2" fmla="*/ 61925 h 61924"/>
                <a:gd name="connsiteX3" fmla="*/ 23934 w 41825"/>
                <a:gd name="connsiteY3" fmla="*/ 61925 h 61924"/>
                <a:gd name="connsiteX4" fmla="*/ 41825 w 41825"/>
                <a:gd name="connsiteY4" fmla="*/ 42135 h 61924"/>
                <a:gd name="connsiteX5" fmla="*/ 36714 w 41825"/>
                <a:gd name="connsiteY5" fmla="*/ 28728 h 61924"/>
                <a:gd name="connsiteX6" fmla="*/ 36075 w 41825"/>
                <a:gd name="connsiteY6" fmla="*/ 28090 h 61924"/>
                <a:gd name="connsiteX7" fmla="*/ 39270 w 41825"/>
                <a:gd name="connsiteY7" fmla="*/ 21706 h 61924"/>
                <a:gd name="connsiteX8" fmla="*/ 36714 w 41825"/>
                <a:gd name="connsiteY8" fmla="*/ 6384 h 61924"/>
                <a:gd name="connsiteX9" fmla="*/ 20739 w 41825"/>
                <a:gd name="connsiteY9" fmla="*/ 0 h 61924"/>
                <a:gd name="connsiteX10" fmla="*/ 6042 w 41825"/>
                <a:gd name="connsiteY10" fmla="*/ 5746 h 61924"/>
                <a:gd name="connsiteX11" fmla="*/ 1569 w 41825"/>
                <a:gd name="connsiteY11" fmla="*/ 17237 h 61924"/>
                <a:gd name="connsiteX12" fmla="*/ 6042 w 41825"/>
                <a:gd name="connsiteY12" fmla="*/ 29367 h 61924"/>
                <a:gd name="connsiteX13" fmla="*/ 4764 w 41825"/>
                <a:gd name="connsiteY13" fmla="*/ 30643 h 61924"/>
                <a:gd name="connsiteX14" fmla="*/ 291 w 41825"/>
                <a:gd name="connsiteY14" fmla="*/ 45327 h 61924"/>
                <a:gd name="connsiteX15" fmla="*/ 14349 w 41825"/>
                <a:gd name="connsiteY15" fmla="*/ 16599 h 61924"/>
                <a:gd name="connsiteX16" fmla="*/ 15627 w 41825"/>
                <a:gd name="connsiteY16" fmla="*/ 14045 h 61924"/>
                <a:gd name="connsiteX17" fmla="*/ 21378 w 41825"/>
                <a:gd name="connsiteY17" fmla="*/ 12130 h 61924"/>
                <a:gd name="connsiteX18" fmla="*/ 27129 w 41825"/>
                <a:gd name="connsiteY18" fmla="*/ 13407 h 61924"/>
                <a:gd name="connsiteX19" fmla="*/ 27768 w 41825"/>
                <a:gd name="connsiteY19" fmla="*/ 17875 h 61924"/>
                <a:gd name="connsiteX20" fmla="*/ 22656 w 41825"/>
                <a:gd name="connsiteY20" fmla="*/ 22344 h 61924"/>
                <a:gd name="connsiteX21" fmla="*/ 20100 w 41825"/>
                <a:gd name="connsiteY21" fmla="*/ 22344 h 61924"/>
                <a:gd name="connsiteX22" fmla="*/ 16905 w 41825"/>
                <a:gd name="connsiteY22" fmla="*/ 20429 h 61924"/>
                <a:gd name="connsiteX23" fmla="*/ 14349 w 41825"/>
                <a:gd name="connsiteY23" fmla="*/ 16599 h 61924"/>
                <a:gd name="connsiteX24" fmla="*/ 14349 w 41825"/>
                <a:gd name="connsiteY24" fmla="*/ 16599 h 61924"/>
                <a:gd name="connsiteX25" fmla="*/ 14349 w 41825"/>
                <a:gd name="connsiteY25" fmla="*/ 38304 h 61924"/>
                <a:gd name="connsiteX26" fmla="*/ 20739 w 41825"/>
                <a:gd name="connsiteY26" fmla="*/ 35751 h 61924"/>
                <a:gd name="connsiteX27" fmla="*/ 22656 w 41825"/>
                <a:gd name="connsiteY27" fmla="*/ 35751 h 61924"/>
                <a:gd name="connsiteX28" fmla="*/ 28407 w 41825"/>
                <a:gd name="connsiteY28" fmla="*/ 38304 h 61924"/>
                <a:gd name="connsiteX29" fmla="*/ 29685 w 41825"/>
                <a:gd name="connsiteY29" fmla="*/ 42135 h 61924"/>
                <a:gd name="connsiteX30" fmla="*/ 22656 w 41825"/>
                <a:gd name="connsiteY30" fmla="*/ 49157 h 61924"/>
                <a:gd name="connsiteX31" fmla="*/ 14988 w 41825"/>
                <a:gd name="connsiteY31" fmla="*/ 47880 h 61924"/>
                <a:gd name="connsiteX32" fmla="*/ 13071 w 41825"/>
                <a:gd name="connsiteY32" fmla="*/ 44688 h 61924"/>
                <a:gd name="connsiteX33" fmla="*/ 14349 w 41825"/>
                <a:gd name="connsiteY33" fmla="*/ 38304 h 6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1825" h="61924">
                  <a:moveTo>
                    <a:pt x="291" y="45327"/>
                  </a:moveTo>
                  <a:cubicBezTo>
                    <a:pt x="930" y="50434"/>
                    <a:pt x="2847" y="54902"/>
                    <a:pt x="6681" y="57456"/>
                  </a:cubicBezTo>
                  <a:cubicBezTo>
                    <a:pt x="11154" y="60648"/>
                    <a:pt x="16905" y="61925"/>
                    <a:pt x="20100" y="61925"/>
                  </a:cubicBezTo>
                  <a:cubicBezTo>
                    <a:pt x="22017" y="61925"/>
                    <a:pt x="23295" y="61925"/>
                    <a:pt x="23934" y="61925"/>
                  </a:cubicBezTo>
                  <a:cubicBezTo>
                    <a:pt x="35436" y="60010"/>
                    <a:pt x="41825" y="53626"/>
                    <a:pt x="41825" y="42135"/>
                  </a:cubicBezTo>
                  <a:cubicBezTo>
                    <a:pt x="41825" y="37027"/>
                    <a:pt x="39909" y="32559"/>
                    <a:pt x="36714" y="28728"/>
                  </a:cubicBezTo>
                  <a:lnTo>
                    <a:pt x="36075" y="28090"/>
                  </a:lnTo>
                  <a:cubicBezTo>
                    <a:pt x="37992" y="26175"/>
                    <a:pt x="38631" y="23621"/>
                    <a:pt x="39270" y="21706"/>
                  </a:cubicBezTo>
                  <a:cubicBezTo>
                    <a:pt x="39909" y="19791"/>
                    <a:pt x="41187" y="12130"/>
                    <a:pt x="36714" y="6384"/>
                  </a:cubicBezTo>
                  <a:cubicBezTo>
                    <a:pt x="34158" y="3192"/>
                    <a:pt x="29685" y="0"/>
                    <a:pt x="20739" y="0"/>
                  </a:cubicBezTo>
                  <a:cubicBezTo>
                    <a:pt x="14349" y="0"/>
                    <a:pt x="9237" y="1915"/>
                    <a:pt x="6042" y="5746"/>
                  </a:cubicBezTo>
                  <a:cubicBezTo>
                    <a:pt x="1569" y="10215"/>
                    <a:pt x="1569" y="15322"/>
                    <a:pt x="1569" y="17237"/>
                  </a:cubicBezTo>
                  <a:cubicBezTo>
                    <a:pt x="1569" y="21067"/>
                    <a:pt x="2847" y="25536"/>
                    <a:pt x="6042" y="29367"/>
                  </a:cubicBezTo>
                  <a:cubicBezTo>
                    <a:pt x="5403" y="30005"/>
                    <a:pt x="5403" y="30005"/>
                    <a:pt x="4764" y="30643"/>
                  </a:cubicBezTo>
                  <a:cubicBezTo>
                    <a:pt x="2208" y="32559"/>
                    <a:pt x="-987" y="37666"/>
                    <a:pt x="291" y="45327"/>
                  </a:cubicBezTo>
                  <a:close/>
                  <a:moveTo>
                    <a:pt x="14349" y="16599"/>
                  </a:moveTo>
                  <a:cubicBezTo>
                    <a:pt x="14349" y="16599"/>
                    <a:pt x="14349" y="15322"/>
                    <a:pt x="15627" y="14045"/>
                  </a:cubicBezTo>
                  <a:cubicBezTo>
                    <a:pt x="16905" y="12768"/>
                    <a:pt x="19461" y="12130"/>
                    <a:pt x="21378" y="12130"/>
                  </a:cubicBezTo>
                  <a:cubicBezTo>
                    <a:pt x="23934" y="12130"/>
                    <a:pt x="26490" y="12768"/>
                    <a:pt x="27129" y="13407"/>
                  </a:cubicBezTo>
                  <a:cubicBezTo>
                    <a:pt x="27768" y="14683"/>
                    <a:pt x="27768" y="16599"/>
                    <a:pt x="27768" y="17875"/>
                  </a:cubicBezTo>
                  <a:cubicBezTo>
                    <a:pt x="27768" y="18514"/>
                    <a:pt x="26490" y="21067"/>
                    <a:pt x="22656" y="22344"/>
                  </a:cubicBezTo>
                  <a:cubicBezTo>
                    <a:pt x="22017" y="22344"/>
                    <a:pt x="20739" y="22344"/>
                    <a:pt x="20100" y="22344"/>
                  </a:cubicBezTo>
                  <a:cubicBezTo>
                    <a:pt x="18183" y="22344"/>
                    <a:pt x="16905" y="21067"/>
                    <a:pt x="16905" y="20429"/>
                  </a:cubicBezTo>
                  <a:cubicBezTo>
                    <a:pt x="14988" y="19152"/>
                    <a:pt x="14349" y="17875"/>
                    <a:pt x="14349" y="16599"/>
                  </a:cubicBezTo>
                  <a:lnTo>
                    <a:pt x="14349" y="16599"/>
                  </a:lnTo>
                  <a:close/>
                  <a:moveTo>
                    <a:pt x="14349" y="38304"/>
                  </a:moveTo>
                  <a:cubicBezTo>
                    <a:pt x="15627" y="37027"/>
                    <a:pt x="18183" y="35751"/>
                    <a:pt x="20739" y="35751"/>
                  </a:cubicBezTo>
                  <a:cubicBezTo>
                    <a:pt x="21378" y="35751"/>
                    <a:pt x="22017" y="35751"/>
                    <a:pt x="22656" y="35751"/>
                  </a:cubicBezTo>
                  <a:cubicBezTo>
                    <a:pt x="25212" y="36389"/>
                    <a:pt x="27129" y="37027"/>
                    <a:pt x="28407" y="38304"/>
                  </a:cubicBezTo>
                  <a:cubicBezTo>
                    <a:pt x="29046" y="38943"/>
                    <a:pt x="29685" y="40219"/>
                    <a:pt x="29685" y="42135"/>
                  </a:cubicBezTo>
                  <a:cubicBezTo>
                    <a:pt x="29685" y="47242"/>
                    <a:pt x="27768" y="48519"/>
                    <a:pt x="22656" y="49157"/>
                  </a:cubicBezTo>
                  <a:cubicBezTo>
                    <a:pt x="20739" y="49795"/>
                    <a:pt x="16905" y="49157"/>
                    <a:pt x="14988" y="47880"/>
                  </a:cubicBezTo>
                  <a:cubicBezTo>
                    <a:pt x="14349" y="47242"/>
                    <a:pt x="13710" y="46603"/>
                    <a:pt x="13071" y="44688"/>
                  </a:cubicBezTo>
                  <a:cubicBezTo>
                    <a:pt x="12432" y="41496"/>
                    <a:pt x="13071" y="39581"/>
                    <a:pt x="14349" y="38304"/>
                  </a:cubicBezTo>
                  <a:close/>
                </a:path>
              </a:pathLst>
            </a:custGeom>
            <a:solidFill>
              <a:srgbClr val="007680"/>
            </a:solidFill>
            <a:ln w="6390" cap="flat">
              <a:noFill/>
              <a:prstDash val="solid"/>
              <a:miter/>
            </a:ln>
          </p:spPr>
          <p:txBody>
            <a:bodyPr rtlCol="0" anchor="ctr"/>
            <a:lstStyle/>
            <a:p>
              <a:endParaRPr lang="en-US"/>
            </a:p>
          </p:txBody>
        </p:sp>
      </p:grpSp>
      <p:grpSp>
        <p:nvGrpSpPr>
          <p:cNvPr id="287" name="Graphic 4">
            <a:extLst>
              <a:ext uri="{FF2B5EF4-FFF2-40B4-BE49-F238E27FC236}">
                <a16:creationId xmlns:a16="http://schemas.microsoft.com/office/drawing/2014/main" id="{AFA46CF8-6EB5-4244-9C63-4CE52F7834F8}"/>
              </a:ext>
            </a:extLst>
          </p:cNvPr>
          <p:cNvGrpSpPr/>
          <p:nvPr/>
        </p:nvGrpSpPr>
        <p:grpSpPr>
          <a:xfrm>
            <a:off x="2561086" y="3339623"/>
            <a:ext cx="361670" cy="361333"/>
            <a:chOff x="2561086" y="3339623"/>
            <a:chExt cx="361670" cy="361333"/>
          </a:xfrm>
          <a:solidFill>
            <a:srgbClr val="007680"/>
          </a:solidFill>
        </p:grpSpPr>
        <p:sp>
          <p:nvSpPr>
            <p:cNvPr id="288" name="Graphic 4">
              <a:extLst>
                <a:ext uri="{FF2B5EF4-FFF2-40B4-BE49-F238E27FC236}">
                  <a16:creationId xmlns:a16="http://schemas.microsoft.com/office/drawing/2014/main" id="{43A19965-8438-E645-BB89-63792E13D676}"/>
                </a:ext>
              </a:extLst>
            </p:cNvPr>
            <p:cNvSpPr/>
            <p:nvPr/>
          </p:nvSpPr>
          <p:spPr>
            <a:xfrm>
              <a:off x="2561086"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289" name="Graphic 4">
              <a:extLst>
                <a:ext uri="{FF2B5EF4-FFF2-40B4-BE49-F238E27FC236}">
                  <a16:creationId xmlns:a16="http://schemas.microsoft.com/office/drawing/2014/main" id="{42C06920-E2F2-564F-B215-CD743B44E341}"/>
                </a:ext>
              </a:extLst>
            </p:cNvPr>
            <p:cNvSpPr/>
            <p:nvPr/>
          </p:nvSpPr>
          <p:spPr>
            <a:xfrm>
              <a:off x="2631376" y="3441129"/>
              <a:ext cx="219896" cy="159599"/>
            </a:xfrm>
            <a:custGeom>
              <a:avLst/>
              <a:gdLst>
                <a:gd name="connsiteX0" fmla="*/ 214063 w 219896"/>
                <a:gd name="connsiteY0" fmla="*/ 121296 h 159599"/>
                <a:gd name="connsiteX1" fmla="*/ 208312 w 219896"/>
                <a:gd name="connsiteY1" fmla="*/ 121296 h 159599"/>
                <a:gd name="connsiteX2" fmla="*/ 208312 w 219896"/>
                <a:gd name="connsiteY2" fmla="*/ 20428 h 159599"/>
                <a:gd name="connsiteX3" fmla="*/ 187864 w 219896"/>
                <a:gd name="connsiteY3" fmla="*/ 0 h 159599"/>
                <a:gd name="connsiteX4" fmla="*/ 32589 w 219896"/>
                <a:gd name="connsiteY4" fmla="*/ 0 h 159599"/>
                <a:gd name="connsiteX5" fmla="*/ 12141 w 219896"/>
                <a:gd name="connsiteY5" fmla="*/ 20428 h 159599"/>
                <a:gd name="connsiteX6" fmla="*/ 12141 w 219896"/>
                <a:gd name="connsiteY6" fmla="*/ 121296 h 159599"/>
                <a:gd name="connsiteX7" fmla="*/ 6390 w 219896"/>
                <a:gd name="connsiteY7" fmla="*/ 121296 h 159599"/>
                <a:gd name="connsiteX8" fmla="*/ 0 w 219896"/>
                <a:gd name="connsiteY8" fmla="*/ 127680 h 159599"/>
                <a:gd name="connsiteX9" fmla="*/ 0 w 219896"/>
                <a:gd name="connsiteY9" fmla="*/ 140448 h 159599"/>
                <a:gd name="connsiteX10" fmla="*/ 24921 w 219896"/>
                <a:gd name="connsiteY10" fmla="*/ 159600 h 159599"/>
                <a:gd name="connsiteX11" fmla="*/ 194893 w 219896"/>
                <a:gd name="connsiteY11" fmla="*/ 159600 h 159599"/>
                <a:gd name="connsiteX12" fmla="*/ 219814 w 219896"/>
                <a:gd name="connsiteY12" fmla="*/ 140448 h 159599"/>
                <a:gd name="connsiteX13" fmla="*/ 219814 w 219896"/>
                <a:gd name="connsiteY13" fmla="*/ 127680 h 159599"/>
                <a:gd name="connsiteX14" fmla="*/ 214063 w 219896"/>
                <a:gd name="connsiteY14" fmla="*/ 121296 h 159599"/>
                <a:gd name="connsiteX15" fmla="*/ 32589 w 219896"/>
                <a:gd name="connsiteY15" fmla="*/ 12768 h 159599"/>
                <a:gd name="connsiteX16" fmla="*/ 187864 w 219896"/>
                <a:gd name="connsiteY16" fmla="*/ 12768 h 159599"/>
                <a:gd name="connsiteX17" fmla="*/ 195532 w 219896"/>
                <a:gd name="connsiteY17" fmla="*/ 20428 h 159599"/>
                <a:gd name="connsiteX18" fmla="*/ 195532 w 219896"/>
                <a:gd name="connsiteY18" fmla="*/ 121296 h 159599"/>
                <a:gd name="connsiteX19" fmla="*/ 24921 w 219896"/>
                <a:gd name="connsiteY19" fmla="*/ 121296 h 159599"/>
                <a:gd name="connsiteX20" fmla="*/ 24921 w 219896"/>
                <a:gd name="connsiteY20" fmla="*/ 20428 h 159599"/>
                <a:gd name="connsiteX21" fmla="*/ 32589 w 219896"/>
                <a:gd name="connsiteY21" fmla="*/ 12768 h 159599"/>
                <a:gd name="connsiteX22" fmla="*/ 207673 w 219896"/>
                <a:gd name="connsiteY22" fmla="*/ 140448 h 159599"/>
                <a:gd name="connsiteX23" fmla="*/ 195532 w 219896"/>
                <a:gd name="connsiteY23" fmla="*/ 146832 h 159599"/>
                <a:gd name="connsiteX24" fmla="*/ 25560 w 219896"/>
                <a:gd name="connsiteY24" fmla="*/ 146832 h 159599"/>
                <a:gd name="connsiteX25" fmla="*/ 13419 w 219896"/>
                <a:gd name="connsiteY25" fmla="*/ 140448 h 159599"/>
                <a:gd name="connsiteX26" fmla="*/ 13419 w 219896"/>
                <a:gd name="connsiteY26" fmla="*/ 134064 h 159599"/>
                <a:gd name="connsiteX27" fmla="*/ 19170 w 219896"/>
                <a:gd name="connsiteY27" fmla="*/ 134064 h 159599"/>
                <a:gd name="connsiteX28" fmla="*/ 108629 w 219896"/>
                <a:gd name="connsiteY28" fmla="*/ 134064 h 159599"/>
                <a:gd name="connsiteX29" fmla="*/ 104795 w 219896"/>
                <a:gd name="connsiteY29" fmla="*/ 138532 h 159599"/>
                <a:gd name="connsiteX30" fmla="*/ 104795 w 219896"/>
                <a:gd name="connsiteY30" fmla="*/ 139809 h 159599"/>
                <a:gd name="connsiteX31" fmla="*/ 111185 w 219896"/>
                <a:gd name="connsiteY31" fmla="*/ 146193 h 159599"/>
                <a:gd name="connsiteX32" fmla="*/ 117575 w 219896"/>
                <a:gd name="connsiteY32" fmla="*/ 140448 h 159599"/>
                <a:gd name="connsiteX33" fmla="*/ 113741 w 219896"/>
                <a:gd name="connsiteY33" fmla="*/ 134064 h 159599"/>
                <a:gd name="connsiteX34" fmla="*/ 203200 w 219896"/>
                <a:gd name="connsiteY34" fmla="*/ 134064 h 159599"/>
                <a:gd name="connsiteX35" fmla="*/ 208951 w 219896"/>
                <a:gd name="connsiteY35" fmla="*/ 134064 h 159599"/>
                <a:gd name="connsiteX36" fmla="*/ 208951 w 219896"/>
                <a:gd name="connsiteY36" fmla="*/ 140448 h 159599"/>
                <a:gd name="connsiteX37" fmla="*/ 207673 w 219896"/>
                <a:gd name="connsiteY37" fmla="*/ 140448 h 15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19896" h="159599">
                  <a:moveTo>
                    <a:pt x="214063" y="121296"/>
                  </a:moveTo>
                  <a:lnTo>
                    <a:pt x="208312" y="121296"/>
                  </a:lnTo>
                  <a:lnTo>
                    <a:pt x="208312" y="20428"/>
                  </a:lnTo>
                  <a:cubicBezTo>
                    <a:pt x="208312" y="8937"/>
                    <a:pt x="199366" y="0"/>
                    <a:pt x="187864" y="0"/>
                  </a:cubicBezTo>
                  <a:lnTo>
                    <a:pt x="32589" y="0"/>
                  </a:lnTo>
                  <a:cubicBezTo>
                    <a:pt x="21087" y="0"/>
                    <a:pt x="12141" y="8937"/>
                    <a:pt x="12141" y="20428"/>
                  </a:cubicBezTo>
                  <a:lnTo>
                    <a:pt x="12141" y="121296"/>
                  </a:lnTo>
                  <a:lnTo>
                    <a:pt x="6390" y="121296"/>
                  </a:lnTo>
                  <a:cubicBezTo>
                    <a:pt x="2556" y="121296"/>
                    <a:pt x="0" y="123849"/>
                    <a:pt x="0" y="127680"/>
                  </a:cubicBezTo>
                  <a:lnTo>
                    <a:pt x="0" y="140448"/>
                  </a:lnTo>
                  <a:cubicBezTo>
                    <a:pt x="0" y="151300"/>
                    <a:pt x="10863" y="159600"/>
                    <a:pt x="24921" y="159600"/>
                  </a:cubicBezTo>
                  <a:lnTo>
                    <a:pt x="194893" y="159600"/>
                  </a:lnTo>
                  <a:cubicBezTo>
                    <a:pt x="208951" y="159600"/>
                    <a:pt x="219814" y="151300"/>
                    <a:pt x="219814" y="140448"/>
                  </a:cubicBezTo>
                  <a:lnTo>
                    <a:pt x="219814" y="127680"/>
                  </a:lnTo>
                  <a:cubicBezTo>
                    <a:pt x="220453" y="123849"/>
                    <a:pt x="217258" y="121296"/>
                    <a:pt x="214063" y="121296"/>
                  </a:cubicBezTo>
                  <a:close/>
                  <a:moveTo>
                    <a:pt x="32589" y="12768"/>
                  </a:moveTo>
                  <a:lnTo>
                    <a:pt x="187864" y="12768"/>
                  </a:lnTo>
                  <a:cubicBezTo>
                    <a:pt x="192337" y="12768"/>
                    <a:pt x="195532" y="15960"/>
                    <a:pt x="195532" y="20428"/>
                  </a:cubicBezTo>
                  <a:lnTo>
                    <a:pt x="195532" y="121296"/>
                  </a:lnTo>
                  <a:lnTo>
                    <a:pt x="24921" y="121296"/>
                  </a:lnTo>
                  <a:lnTo>
                    <a:pt x="24921" y="20428"/>
                  </a:lnTo>
                  <a:cubicBezTo>
                    <a:pt x="24921" y="15960"/>
                    <a:pt x="28116" y="12768"/>
                    <a:pt x="32589" y="12768"/>
                  </a:cubicBezTo>
                  <a:close/>
                  <a:moveTo>
                    <a:pt x="207673" y="140448"/>
                  </a:moveTo>
                  <a:cubicBezTo>
                    <a:pt x="207673" y="143640"/>
                    <a:pt x="202561" y="146832"/>
                    <a:pt x="195532" y="146832"/>
                  </a:cubicBezTo>
                  <a:lnTo>
                    <a:pt x="25560" y="146832"/>
                  </a:lnTo>
                  <a:cubicBezTo>
                    <a:pt x="18531" y="146832"/>
                    <a:pt x="13419" y="143640"/>
                    <a:pt x="13419" y="140448"/>
                  </a:cubicBezTo>
                  <a:lnTo>
                    <a:pt x="13419" y="134064"/>
                  </a:lnTo>
                  <a:lnTo>
                    <a:pt x="19170" y="134064"/>
                  </a:lnTo>
                  <a:lnTo>
                    <a:pt x="108629" y="134064"/>
                  </a:lnTo>
                  <a:cubicBezTo>
                    <a:pt x="106712" y="134702"/>
                    <a:pt x="104795" y="136617"/>
                    <a:pt x="104795" y="138532"/>
                  </a:cubicBezTo>
                  <a:cubicBezTo>
                    <a:pt x="104795" y="139171"/>
                    <a:pt x="104795" y="139171"/>
                    <a:pt x="104795" y="139809"/>
                  </a:cubicBezTo>
                  <a:cubicBezTo>
                    <a:pt x="104795" y="143640"/>
                    <a:pt x="107351" y="146193"/>
                    <a:pt x="111185" y="146193"/>
                  </a:cubicBezTo>
                  <a:cubicBezTo>
                    <a:pt x="114380" y="146193"/>
                    <a:pt x="116936" y="143640"/>
                    <a:pt x="117575" y="140448"/>
                  </a:cubicBezTo>
                  <a:cubicBezTo>
                    <a:pt x="118214" y="137256"/>
                    <a:pt x="116297" y="134702"/>
                    <a:pt x="113741" y="134064"/>
                  </a:cubicBezTo>
                  <a:lnTo>
                    <a:pt x="203200" y="134064"/>
                  </a:lnTo>
                  <a:lnTo>
                    <a:pt x="208951" y="134064"/>
                  </a:lnTo>
                  <a:lnTo>
                    <a:pt x="208951" y="140448"/>
                  </a:lnTo>
                  <a:lnTo>
                    <a:pt x="207673" y="140448"/>
                  </a:lnTo>
                  <a:close/>
                </a:path>
              </a:pathLst>
            </a:custGeom>
            <a:solidFill>
              <a:srgbClr val="007680"/>
            </a:solidFill>
            <a:ln w="6390" cap="flat">
              <a:noFill/>
              <a:prstDash val="solid"/>
              <a:miter/>
            </a:ln>
          </p:spPr>
          <p:txBody>
            <a:bodyPr rtlCol="0" anchor="ctr"/>
            <a:lstStyle/>
            <a:p>
              <a:endParaRPr lang="en-US"/>
            </a:p>
          </p:txBody>
        </p:sp>
        <p:sp>
          <p:nvSpPr>
            <p:cNvPr id="290" name="Graphic 4">
              <a:extLst>
                <a:ext uri="{FF2B5EF4-FFF2-40B4-BE49-F238E27FC236}">
                  <a16:creationId xmlns:a16="http://schemas.microsoft.com/office/drawing/2014/main" id="{6C65FB58-1F71-2245-818B-412A99B2D5D3}"/>
                </a:ext>
              </a:extLst>
            </p:cNvPr>
            <p:cNvSpPr/>
            <p:nvPr/>
          </p:nvSpPr>
          <p:spPr>
            <a:xfrm>
              <a:off x="2736088" y="3477517"/>
              <a:ext cx="50363" cy="63839"/>
            </a:xfrm>
            <a:custGeom>
              <a:avLst/>
              <a:gdLst>
                <a:gd name="connsiteX0" fmla="*/ 5833 w 50363"/>
                <a:gd name="connsiteY0" fmla="*/ 63840 h 63839"/>
                <a:gd name="connsiteX1" fmla="*/ 12223 w 50363"/>
                <a:gd name="connsiteY1" fmla="*/ 57456 h 63839"/>
                <a:gd name="connsiteX2" fmla="*/ 12223 w 50363"/>
                <a:gd name="connsiteY2" fmla="*/ 45326 h 63839"/>
                <a:gd name="connsiteX3" fmla="*/ 21808 w 50363"/>
                <a:gd name="connsiteY3" fmla="*/ 35750 h 63839"/>
                <a:gd name="connsiteX4" fmla="*/ 38422 w 50363"/>
                <a:gd name="connsiteY4" fmla="*/ 60648 h 63839"/>
                <a:gd name="connsiteX5" fmla="*/ 43534 w 50363"/>
                <a:gd name="connsiteY5" fmla="*/ 63201 h 63839"/>
                <a:gd name="connsiteX6" fmla="*/ 47368 w 50363"/>
                <a:gd name="connsiteY6" fmla="*/ 61925 h 63839"/>
                <a:gd name="connsiteX7" fmla="*/ 49285 w 50363"/>
                <a:gd name="connsiteY7" fmla="*/ 52987 h 63839"/>
                <a:gd name="connsiteX8" fmla="*/ 31393 w 50363"/>
                <a:gd name="connsiteY8" fmla="*/ 25536 h 63839"/>
                <a:gd name="connsiteX9" fmla="*/ 46090 w 50363"/>
                <a:gd name="connsiteY9" fmla="*/ 10853 h 63839"/>
                <a:gd name="connsiteX10" fmla="*/ 46090 w 50363"/>
                <a:gd name="connsiteY10" fmla="*/ 1915 h 63839"/>
                <a:gd name="connsiteX11" fmla="*/ 37144 w 50363"/>
                <a:gd name="connsiteY11" fmla="*/ 1915 h 63839"/>
                <a:gd name="connsiteX12" fmla="*/ 12862 w 50363"/>
                <a:gd name="connsiteY12" fmla="*/ 26174 h 63839"/>
                <a:gd name="connsiteX13" fmla="*/ 12862 w 50363"/>
                <a:gd name="connsiteY13" fmla="*/ 7022 h 63839"/>
                <a:gd name="connsiteX14" fmla="*/ 6472 w 50363"/>
                <a:gd name="connsiteY14" fmla="*/ 638 h 63839"/>
                <a:gd name="connsiteX15" fmla="*/ 82 w 50363"/>
                <a:gd name="connsiteY15" fmla="*/ 7022 h 63839"/>
                <a:gd name="connsiteX16" fmla="*/ 82 w 50363"/>
                <a:gd name="connsiteY16" fmla="*/ 56179 h 63839"/>
                <a:gd name="connsiteX17" fmla="*/ 5833 w 50363"/>
                <a:gd name="connsiteY17" fmla="*/ 63840 h 6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363" h="63839">
                  <a:moveTo>
                    <a:pt x="5833" y="63840"/>
                  </a:moveTo>
                  <a:cubicBezTo>
                    <a:pt x="9667" y="63840"/>
                    <a:pt x="12223" y="61286"/>
                    <a:pt x="12223" y="57456"/>
                  </a:cubicBezTo>
                  <a:lnTo>
                    <a:pt x="12223" y="45326"/>
                  </a:lnTo>
                  <a:lnTo>
                    <a:pt x="21808" y="35750"/>
                  </a:lnTo>
                  <a:lnTo>
                    <a:pt x="38422" y="60648"/>
                  </a:lnTo>
                  <a:cubicBezTo>
                    <a:pt x="39700" y="62563"/>
                    <a:pt x="41617" y="63201"/>
                    <a:pt x="43534" y="63201"/>
                  </a:cubicBezTo>
                  <a:cubicBezTo>
                    <a:pt x="44812" y="63201"/>
                    <a:pt x="46090" y="62563"/>
                    <a:pt x="47368" y="61925"/>
                  </a:cubicBezTo>
                  <a:cubicBezTo>
                    <a:pt x="50563" y="60009"/>
                    <a:pt x="51202" y="56179"/>
                    <a:pt x="49285" y="52987"/>
                  </a:cubicBezTo>
                  <a:lnTo>
                    <a:pt x="31393" y="25536"/>
                  </a:lnTo>
                  <a:lnTo>
                    <a:pt x="46090" y="10853"/>
                  </a:lnTo>
                  <a:cubicBezTo>
                    <a:pt x="48646" y="8299"/>
                    <a:pt x="48646" y="4469"/>
                    <a:pt x="46090" y="1915"/>
                  </a:cubicBezTo>
                  <a:cubicBezTo>
                    <a:pt x="43534" y="-638"/>
                    <a:pt x="39700" y="-638"/>
                    <a:pt x="37144" y="1915"/>
                  </a:cubicBezTo>
                  <a:lnTo>
                    <a:pt x="12862" y="26174"/>
                  </a:lnTo>
                  <a:lnTo>
                    <a:pt x="12862" y="7022"/>
                  </a:lnTo>
                  <a:cubicBezTo>
                    <a:pt x="12862" y="3192"/>
                    <a:pt x="10306" y="638"/>
                    <a:pt x="6472" y="638"/>
                  </a:cubicBezTo>
                  <a:cubicBezTo>
                    <a:pt x="2638" y="638"/>
                    <a:pt x="82" y="3192"/>
                    <a:pt x="82" y="7022"/>
                  </a:cubicBezTo>
                  <a:lnTo>
                    <a:pt x="82" y="56179"/>
                  </a:lnTo>
                  <a:cubicBezTo>
                    <a:pt x="-557" y="60648"/>
                    <a:pt x="2638" y="63840"/>
                    <a:pt x="5833" y="63840"/>
                  </a:cubicBezTo>
                  <a:close/>
                </a:path>
              </a:pathLst>
            </a:custGeom>
            <a:solidFill>
              <a:srgbClr val="007680"/>
            </a:solidFill>
            <a:ln w="6390" cap="flat">
              <a:noFill/>
              <a:prstDash val="solid"/>
              <a:miter/>
            </a:ln>
          </p:spPr>
          <p:txBody>
            <a:bodyPr rtlCol="0" anchor="ctr"/>
            <a:lstStyle/>
            <a:p>
              <a:endParaRPr lang="en-US"/>
            </a:p>
          </p:txBody>
        </p:sp>
        <p:sp>
          <p:nvSpPr>
            <p:cNvPr id="291" name="Graphic 4">
              <a:extLst>
                <a:ext uri="{FF2B5EF4-FFF2-40B4-BE49-F238E27FC236}">
                  <a16:creationId xmlns:a16="http://schemas.microsoft.com/office/drawing/2014/main" id="{FB7E255A-F969-F441-AA0F-E361A6CF3C78}"/>
                </a:ext>
              </a:extLst>
            </p:cNvPr>
            <p:cNvSpPr/>
            <p:nvPr/>
          </p:nvSpPr>
          <p:spPr>
            <a:xfrm>
              <a:off x="2684124" y="3479433"/>
              <a:ext cx="43740" cy="63201"/>
            </a:xfrm>
            <a:custGeom>
              <a:avLst/>
              <a:gdLst>
                <a:gd name="connsiteX0" fmla="*/ 289 w 43740"/>
                <a:gd name="connsiteY0" fmla="*/ 45964 h 63201"/>
                <a:gd name="connsiteX1" fmla="*/ 7318 w 43740"/>
                <a:gd name="connsiteY1" fmla="*/ 58732 h 63201"/>
                <a:gd name="connsiteX2" fmla="*/ 21375 w 43740"/>
                <a:gd name="connsiteY2" fmla="*/ 63201 h 63201"/>
                <a:gd name="connsiteX3" fmla="*/ 25209 w 43740"/>
                <a:gd name="connsiteY3" fmla="*/ 63201 h 63201"/>
                <a:gd name="connsiteX4" fmla="*/ 43740 w 43740"/>
                <a:gd name="connsiteY4" fmla="*/ 43411 h 63201"/>
                <a:gd name="connsiteX5" fmla="*/ 38628 w 43740"/>
                <a:gd name="connsiteY5" fmla="*/ 30004 h 63201"/>
                <a:gd name="connsiteX6" fmla="*/ 37350 w 43740"/>
                <a:gd name="connsiteY6" fmla="*/ 29366 h 63201"/>
                <a:gd name="connsiteX7" fmla="*/ 40545 w 43740"/>
                <a:gd name="connsiteY7" fmla="*/ 22982 h 63201"/>
                <a:gd name="connsiteX8" fmla="*/ 37989 w 43740"/>
                <a:gd name="connsiteY8" fmla="*/ 7022 h 63201"/>
                <a:gd name="connsiteX9" fmla="*/ 22014 w 43740"/>
                <a:gd name="connsiteY9" fmla="*/ 0 h 63201"/>
                <a:gd name="connsiteX10" fmla="*/ 6679 w 43740"/>
                <a:gd name="connsiteY10" fmla="*/ 5745 h 63201"/>
                <a:gd name="connsiteX11" fmla="*/ 2205 w 43740"/>
                <a:gd name="connsiteY11" fmla="*/ 17236 h 63201"/>
                <a:gd name="connsiteX12" fmla="*/ 6679 w 43740"/>
                <a:gd name="connsiteY12" fmla="*/ 29366 h 63201"/>
                <a:gd name="connsiteX13" fmla="*/ 5400 w 43740"/>
                <a:gd name="connsiteY13" fmla="*/ 30643 h 63201"/>
                <a:gd name="connsiteX14" fmla="*/ 289 w 43740"/>
                <a:gd name="connsiteY14" fmla="*/ 45964 h 63201"/>
                <a:gd name="connsiteX15" fmla="*/ 14346 w 43740"/>
                <a:gd name="connsiteY15" fmla="*/ 15960 h 63201"/>
                <a:gd name="connsiteX16" fmla="*/ 21375 w 43740"/>
                <a:gd name="connsiteY16" fmla="*/ 11491 h 63201"/>
                <a:gd name="connsiteX17" fmla="*/ 27765 w 43740"/>
                <a:gd name="connsiteY17" fmla="*/ 13406 h 63201"/>
                <a:gd name="connsiteX18" fmla="*/ 28404 w 43740"/>
                <a:gd name="connsiteY18" fmla="*/ 17875 h 63201"/>
                <a:gd name="connsiteX19" fmla="*/ 22653 w 43740"/>
                <a:gd name="connsiteY19" fmla="*/ 22344 h 63201"/>
                <a:gd name="connsiteX20" fmla="*/ 20097 w 43740"/>
                <a:gd name="connsiteY20" fmla="*/ 22344 h 63201"/>
                <a:gd name="connsiteX21" fmla="*/ 16263 w 43740"/>
                <a:gd name="connsiteY21" fmla="*/ 20428 h 63201"/>
                <a:gd name="connsiteX22" fmla="*/ 14346 w 43740"/>
                <a:gd name="connsiteY22" fmla="*/ 15960 h 63201"/>
                <a:gd name="connsiteX23" fmla="*/ 14346 w 43740"/>
                <a:gd name="connsiteY23" fmla="*/ 15960 h 63201"/>
                <a:gd name="connsiteX24" fmla="*/ 14346 w 43740"/>
                <a:gd name="connsiteY24" fmla="*/ 38304 h 63201"/>
                <a:gd name="connsiteX25" fmla="*/ 21375 w 43740"/>
                <a:gd name="connsiteY25" fmla="*/ 35750 h 63201"/>
                <a:gd name="connsiteX26" fmla="*/ 23292 w 43740"/>
                <a:gd name="connsiteY26" fmla="*/ 35750 h 63201"/>
                <a:gd name="connsiteX27" fmla="*/ 29043 w 43740"/>
                <a:gd name="connsiteY27" fmla="*/ 38304 h 63201"/>
                <a:gd name="connsiteX28" fmla="*/ 30321 w 43740"/>
                <a:gd name="connsiteY28" fmla="*/ 42772 h 63201"/>
                <a:gd name="connsiteX29" fmla="*/ 22653 w 43740"/>
                <a:gd name="connsiteY29" fmla="*/ 50433 h 63201"/>
                <a:gd name="connsiteX30" fmla="*/ 14346 w 43740"/>
                <a:gd name="connsiteY30" fmla="*/ 49156 h 63201"/>
                <a:gd name="connsiteX31" fmla="*/ 12429 w 43740"/>
                <a:gd name="connsiteY31" fmla="*/ 45326 h 63201"/>
                <a:gd name="connsiteX32" fmla="*/ 14346 w 43740"/>
                <a:gd name="connsiteY32" fmla="*/ 38304 h 6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3740" h="63201">
                  <a:moveTo>
                    <a:pt x="289" y="45964"/>
                  </a:moveTo>
                  <a:cubicBezTo>
                    <a:pt x="928" y="51072"/>
                    <a:pt x="3484" y="55540"/>
                    <a:pt x="7318" y="58732"/>
                  </a:cubicBezTo>
                  <a:cubicBezTo>
                    <a:pt x="11790" y="62563"/>
                    <a:pt x="17541" y="63201"/>
                    <a:pt x="21375" y="63201"/>
                  </a:cubicBezTo>
                  <a:cubicBezTo>
                    <a:pt x="23292" y="63201"/>
                    <a:pt x="24570" y="63201"/>
                    <a:pt x="25209" y="63201"/>
                  </a:cubicBezTo>
                  <a:cubicBezTo>
                    <a:pt x="37350" y="61286"/>
                    <a:pt x="43101" y="54902"/>
                    <a:pt x="43740" y="43411"/>
                  </a:cubicBezTo>
                  <a:cubicBezTo>
                    <a:pt x="43740" y="38304"/>
                    <a:pt x="41823" y="33196"/>
                    <a:pt x="38628" y="30004"/>
                  </a:cubicBezTo>
                  <a:cubicBezTo>
                    <a:pt x="38628" y="29366"/>
                    <a:pt x="37989" y="29366"/>
                    <a:pt x="37350" y="29366"/>
                  </a:cubicBezTo>
                  <a:cubicBezTo>
                    <a:pt x="39267" y="27451"/>
                    <a:pt x="39906" y="24897"/>
                    <a:pt x="40545" y="22982"/>
                  </a:cubicBezTo>
                  <a:cubicBezTo>
                    <a:pt x="41184" y="21067"/>
                    <a:pt x="42462" y="13406"/>
                    <a:pt x="37989" y="7022"/>
                  </a:cubicBezTo>
                  <a:cubicBezTo>
                    <a:pt x="35433" y="3830"/>
                    <a:pt x="30960" y="0"/>
                    <a:pt x="22014" y="0"/>
                  </a:cubicBezTo>
                  <a:cubicBezTo>
                    <a:pt x="15624" y="0"/>
                    <a:pt x="10513" y="1915"/>
                    <a:pt x="6679" y="5745"/>
                  </a:cubicBezTo>
                  <a:cubicBezTo>
                    <a:pt x="2205" y="10214"/>
                    <a:pt x="2205" y="15960"/>
                    <a:pt x="2205" y="17236"/>
                  </a:cubicBezTo>
                  <a:cubicBezTo>
                    <a:pt x="2205" y="21705"/>
                    <a:pt x="3484" y="26174"/>
                    <a:pt x="6679" y="29366"/>
                  </a:cubicBezTo>
                  <a:cubicBezTo>
                    <a:pt x="6039" y="30004"/>
                    <a:pt x="5400" y="30643"/>
                    <a:pt x="5400" y="30643"/>
                  </a:cubicBezTo>
                  <a:cubicBezTo>
                    <a:pt x="2205" y="32558"/>
                    <a:pt x="-990" y="37665"/>
                    <a:pt x="289" y="45964"/>
                  </a:cubicBezTo>
                  <a:close/>
                  <a:moveTo>
                    <a:pt x="14346" y="15960"/>
                  </a:moveTo>
                  <a:cubicBezTo>
                    <a:pt x="14346" y="14044"/>
                    <a:pt x="15624" y="11491"/>
                    <a:pt x="21375" y="11491"/>
                  </a:cubicBezTo>
                  <a:cubicBezTo>
                    <a:pt x="24570" y="11491"/>
                    <a:pt x="26487" y="12129"/>
                    <a:pt x="27765" y="13406"/>
                  </a:cubicBezTo>
                  <a:cubicBezTo>
                    <a:pt x="28404" y="14683"/>
                    <a:pt x="28404" y="16598"/>
                    <a:pt x="28404" y="17875"/>
                  </a:cubicBezTo>
                  <a:cubicBezTo>
                    <a:pt x="28404" y="18513"/>
                    <a:pt x="27126" y="21705"/>
                    <a:pt x="22653" y="22344"/>
                  </a:cubicBezTo>
                  <a:cubicBezTo>
                    <a:pt x="22014" y="22344"/>
                    <a:pt x="20736" y="22344"/>
                    <a:pt x="20097" y="22344"/>
                  </a:cubicBezTo>
                  <a:cubicBezTo>
                    <a:pt x="18180" y="22344"/>
                    <a:pt x="16902" y="21067"/>
                    <a:pt x="16263" y="20428"/>
                  </a:cubicBezTo>
                  <a:cubicBezTo>
                    <a:pt x="14985" y="19152"/>
                    <a:pt x="14346" y="17875"/>
                    <a:pt x="14346" y="15960"/>
                  </a:cubicBezTo>
                  <a:cubicBezTo>
                    <a:pt x="14346" y="16598"/>
                    <a:pt x="14346" y="15960"/>
                    <a:pt x="14346" y="15960"/>
                  </a:cubicBezTo>
                  <a:close/>
                  <a:moveTo>
                    <a:pt x="14346" y="38304"/>
                  </a:moveTo>
                  <a:cubicBezTo>
                    <a:pt x="15624" y="37027"/>
                    <a:pt x="18180" y="35750"/>
                    <a:pt x="21375" y="35750"/>
                  </a:cubicBezTo>
                  <a:cubicBezTo>
                    <a:pt x="22014" y="35750"/>
                    <a:pt x="22653" y="35750"/>
                    <a:pt x="23292" y="35750"/>
                  </a:cubicBezTo>
                  <a:cubicBezTo>
                    <a:pt x="25848" y="36388"/>
                    <a:pt x="28404" y="37027"/>
                    <a:pt x="29043" y="38304"/>
                  </a:cubicBezTo>
                  <a:cubicBezTo>
                    <a:pt x="29682" y="38942"/>
                    <a:pt x="30321" y="40219"/>
                    <a:pt x="30321" y="42772"/>
                  </a:cubicBezTo>
                  <a:cubicBezTo>
                    <a:pt x="30321" y="48518"/>
                    <a:pt x="27765" y="49795"/>
                    <a:pt x="22653" y="50433"/>
                  </a:cubicBezTo>
                  <a:cubicBezTo>
                    <a:pt x="20736" y="50433"/>
                    <a:pt x="16902" y="50433"/>
                    <a:pt x="14346" y="49156"/>
                  </a:cubicBezTo>
                  <a:cubicBezTo>
                    <a:pt x="13707" y="48518"/>
                    <a:pt x="12429" y="47880"/>
                    <a:pt x="12429" y="45326"/>
                  </a:cubicBezTo>
                  <a:cubicBezTo>
                    <a:pt x="12429" y="41496"/>
                    <a:pt x="13068" y="39580"/>
                    <a:pt x="14346" y="38304"/>
                  </a:cubicBezTo>
                  <a:close/>
                </a:path>
              </a:pathLst>
            </a:custGeom>
            <a:solidFill>
              <a:srgbClr val="007680"/>
            </a:solidFill>
            <a:ln w="6390" cap="flat">
              <a:noFill/>
              <a:prstDash val="solid"/>
              <a:miter/>
            </a:ln>
          </p:spPr>
          <p:txBody>
            <a:bodyPr rtlCol="0" anchor="ctr"/>
            <a:lstStyle/>
            <a:p>
              <a:endParaRPr lang="en-US"/>
            </a:p>
          </p:txBody>
        </p:sp>
      </p:grpSp>
      <p:grpSp>
        <p:nvGrpSpPr>
          <p:cNvPr id="292" name="Graphic 4">
            <a:extLst>
              <a:ext uri="{FF2B5EF4-FFF2-40B4-BE49-F238E27FC236}">
                <a16:creationId xmlns:a16="http://schemas.microsoft.com/office/drawing/2014/main" id="{3D3F9C83-E599-C444-AFEE-0D5FCD182C32}"/>
              </a:ext>
            </a:extLst>
          </p:cNvPr>
          <p:cNvGrpSpPr/>
          <p:nvPr/>
        </p:nvGrpSpPr>
        <p:grpSpPr>
          <a:xfrm>
            <a:off x="467743" y="1402085"/>
            <a:ext cx="361670" cy="361333"/>
            <a:chOff x="467743" y="1402085"/>
            <a:chExt cx="361670" cy="361333"/>
          </a:xfrm>
          <a:solidFill>
            <a:srgbClr val="007680"/>
          </a:solidFill>
        </p:grpSpPr>
        <p:sp>
          <p:nvSpPr>
            <p:cNvPr id="293" name="Graphic 4">
              <a:extLst>
                <a:ext uri="{FF2B5EF4-FFF2-40B4-BE49-F238E27FC236}">
                  <a16:creationId xmlns:a16="http://schemas.microsoft.com/office/drawing/2014/main" id="{54CA7C0B-C2F8-9E4D-BEC6-1E3297B86AAF}"/>
                </a:ext>
              </a:extLst>
            </p:cNvPr>
            <p:cNvSpPr/>
            <p:nvPr/>
          </p:nvSpPr>
          <p:spPr>
            <a:xfrm>
              <a:off x="467743"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294" name="Graphic 4">
              <a:extLst>
                <a:ext uri="{FF2B5EF4-FFF2-40B4-BE49-F238E27FC236}">
                  <a16:creationId xmlns:a16="http://schemas.microsoft.com/office/drawing/2014/main" id="{2ABD2D3C-0691-CE45-AFA2-B60568C4F288}"/>
                </a:ext>
              </a:extLst>
            </p:cNvPr>
            <p:cNvSpPr/>
            <p:nvPr/>
          </p:nvSpPr>
          <p:spPr>
            <a:xfrm>
              <a:off x="532920" y="1506782"/>
              <a:ext cx="230326" cy="165983"/>
            </a:xfrm>
            <a:custGeom>
              <a:avLst/>
              <a:gdLst>
                <a:gd name="connsiteX0" fmla="*/ 224926 w 230326"/>
                <a:gd name="connsiteY0" fmla="*/ 0 h 165983"/>
                <a:gd name="connsiteX1" fmla="*/ 6390 w 230326"/>
                <a:gd name="connsiteY1" fmla="*/ 0 h 165983"/>
                <a:gd name="connsiteX2" fmla="*/ 0 w 230326"/>
                <a:gd name="connsiteY2" fmla="*/ 6384 h 165983"/>
                <a:gd name="connsiteX3" fmla="*/ 0 w 230326"/>
                <a:gd name="connsiteY3" fmla="*/ 139809 h 165983"/>
                <a:gd name="connsiteX4" fmla="*/ 6390 w 230326"/>
                <a:gd name="connsiteY4" fmla="*/ 146193 h 165983"/>
                <a:gd name="connsiteX5" fmla="*/ 78596 w 230326"/>
                <a:gd name="connsiteY5" fmla="*/ 146193 h 165983"/>
                <a:gd name="connsiteX6" fmla="*/ 58787 w 230326"/>
                <a:gd name="connsiteY6" fmla="*/ 153216 h 165983"/>
                <a:gd name="connsiteX7" fmla="*/ 54953 w 230326"/>
                <a:gd name="connsiteY7" fmla="*/ 161515 h 165983"/>
                <a:gd name="connsiteX8" fmla="*/ 60704 w 230326"/>
                <a:gd name="connsiteY8" fmla="*/ 165984 h 165983"/>
                <a:gd name="connsiteX9" fmla="*/ 62621 w 230326"/>
                <a:gd name="connsiteY9" fmla="*/ 165345 h 165983"/>
                <a:gd name="connsiteX10" fmla="*/ 113102 w 230326"/>
                <a:gd name="connsiteY10" fmla="*/ 147470 h 165983"/>
                <a:gd name="connsiteX11" fmla="*/ 163582 w 230326"/>
                <a:gd name="connsiteY11" fmla="*/ 165345 h 165983"/>
                <a:gd name="connsiteX12" fmla="*/ 165499 w 230326"/>
                <a:gd name="connsiteY12" fmla="*/ 165984 h 165983"/>
                <a:gd name="connsiteX13" fmla="*/ 171250 w 230326"/>
                <a:gd name="connsiteY13" fmla="*/ 161515 h 165983"/>
                <a:gd name="connsiteX14" fmla="*/ 167416 w 230326"/>
                <a:gd name="connsiteY14" fmla="*/ 153216 h 165983"/>
                <a:gd name="connsiteX15" fmla="*/ 147608 w 230326"/>
                <a:gd name="connsiteY15" fmla="*/ 146193 h 165983"/>
                <a:gd name="connsiteX16" fmla="*/ 223648 w 230326"/>
                <a:gd name="connsiteY16" fmla="*/ 146193 h 165983"/>
                <a:gd name="connsiteX17" fmla="*/ 230038 w 230326"/>
                <a:gd name="connsiteY17" fmla="*/ 139809 h 165983"/>
                <a:gd name="connsiteX18" fmla="*/ 230038 w 230326"/>
                <a:gd name="connsiteY18" fmla="*/ 6384 h 165983"/>
                <a:gd name="connsiteX19" fmla="*/ 224926 w 230326"/>
                <a:gd name="connsiteY19" fmla="*/ 0 h 165983"/>
                <a:gd name="connsiteX20" fmla="*/ 218536 w 230326"/>
                <a:gd name="connsiteY20" fmla="*/ 133425 h 165983"/>
                <a:gd name="connsiteX21" fmla="*/ 12780 w 230326"/>
                <a:gd name="connsiteY21" fmla="*/ 133425 h 165983"/>
                <a:gd name="connsiteX22" fmla="*/ 12780 w 230326"/>
                <a:gd name="connsiteY22" fmla="*/ 12768 h 165983"/>
                <a:gd name="connsiteX23" fmla="*/ 217897 w 230326"/>
                <a:gd name="connsiteY23" fmla="*/ 12768 h 165983"/>
                <a:gd name="connsiteX24" fmla="*/ 218536 w 230326"/>
                <a:gd name="connsiteY24" fmla="*/ 133425 h 165983"/>
                <a:gd name="connsiteX25" fmla="*/ 218536 w 230326"/>
                <a:gd name="connsiteY25" fmla="*/ 133425 h 165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0326" h="165983">
                  <a:moveTo>
                    <a:pt x="224926" y="0"/>
                  </a:moveTo>
                  <a:lnTo>
                    <a:pt x="6390" y="0"/>
                  </a:lnTo>
                  <a:cubicBezTo>
                    <a:pt x="2556" y="0"/>
                    <a:pt x="0" y="2554"/>
                    <a:pt x="0" y="6384"/>
                  </a:cubicBezTo>
                  <a:lnTo>
                    <a:pt x="0" y="139809"/>
                  </a:lnTo>
                  <a:cubicBezTo>
                    <a:pt x="0" y="143640"/>
                    <a:pt x="2556" y="146193"/>
                    <a:pt x="6390" y="146193"/>
                  </a:cubicBezTo>
                  <a:lnTo>
                    <a:pt x="78596" y="146193"/>
                  </a:lnTo>
                  <a:lnTo>
                    <a:pt x="58787" y="153216"/>
                  </a:lnTo>
                  <a:cubicBezTo>
                    <a:pt x="55592" y="154492"/>
                    <a:pt x="53675" y="158323"/>
                    <a:pt x="54953" y="161515"/>
                  </a:cubicBezTo>
                  <a:cubicBezTo>
                    <a:pt x="55592" y="164068"/>
                    <a:pt x="58148" y="165984"/>
                    <a:pt x="60704" y="165984"/>
                  </a:cubicBezTo>
                  <a:cubicBezTo>
                    <a:pt x="61343" y="165984"/>
                    <a:pt x="61982" y="165984"/>
                    <a:pt x="62621" y="165345"/>
                  </a:cubicBezTo>
                  <a:lnTo>
                    <a:pt x="113102" y="147470"/>
                  </a:lnTo>
                  <a:lnTo>
                    <a:pt x="163582" y="165345"/>
                  </a:lnTo>
                  <a:cubicBezTo>
                    <a:pt x="164221" y="165345"/>
                    <a:pt x="164860" y="165984"/>
                    <a:pt x="165499" y="165984"/>
                  </a:cubicBezTo>
                  <a:cubicBezTo>
                    <a:pt x="168055" y="165984"/>
                    <a:pt x="170611" y="164068"/>
                    <a:pt x="171250" y="161515"/>
                  </a:cubicBezTo>
                  <a:cubicBezTo>
                    <a:pt x="172528" y="158323"/>
                    <a:pt x="170611" y="154492"/>
                    <a:pt x="167416" y="153216"/>
                  </a:cubicBezTo>
                  <a:lnTo>
                    <a:pt x="147608" y="146193"/>
                  </a:lnTo>
                  <a:lnTo>
                    <a:pt x="223648" y="146193"/>
                  </a:lnTo>
                  <a:cubicBezTo>
                    <a:pt x="227482" y="146193"/>
                    <a:pt x="230038" y="143640"/>
                    <a:pt x="230038" y="139809"/>
                  </a:cubicBezTo>
                  <a:lnTo>
                    <a:pt x="230038" y="6384"/>
                  </a:lnTo>
                  <a:cubicBezTo>
                    <a:pt x="231316" y="3192"/>
                    <a:pt x="228121" y="0"/>
                    <a:pt x="224926" y="0"/>
                  </a:cubicBezTo>
                  <a:close/>
                  <a:moveTo>
                    <a:pt x="218536" y="133425"/>
                  </a:moveTo>
                  <a:lnTo>
                    <a:pt x="12780" y="133425"/>
                  </a:lnTo>
                  <a:lnTo>
                    <a:pt x="12780" y="12768"/>
                  </a:lnTo>
                  <a:lnTo>
                    <a:pt x="217897" y="12768"/>
                  </a:lnTo>
                  <a:lnTo>
                    <a:pt x="218536" y="133425"/>
                  </a:lnTo>
                  <a:lnTo>
                    <a:pt x="218536" y="133425"/>
                  </a:lnTo>
                  <a:close/>
                </a:path>
              </a:pathLst>
            </a:custGeom>
            <a:solidFill>
              <a:srgbClr val="007680"/>
            </a:solidFill>
            <a:ln w="6390" cap="flat">
              <a:noFill/>
              <a:prstDash val="solid"/>
              <a:miter/>
            </a:ln>
          </p:spPr>
          <p:txBody>
            <a:bodyPr rtlCol="0" anchor="ctr"/>
            <a:lstStyle/>
            <a:p>
              <a:endParaRPr lang="en-US"/>
            </a:p>
          </p:txBody>
        </p:sp>
        <p:sp>
          <p:nvSpPr>
            <p:cNvPr id="295" name="Graphic 4">
              <a:extLst>
                <a:ext uri="{FF2B5EF4-FFF2-40B4-BE49-F238E27FC236}">
                  <a16:creationId xmlns:a16="http://schemas.microsoft.com/office/drawing/2014/main" id="{A80CCBA4-80AB-0E45-8827-0D172618BD63}"/>
                </a:ext>
              </a:extLst>
            </p:cNvPr>
            <p:cNvSpPr/>
            <p:nvPr/>
          </p:nvSpPr>
          <p:spPr>
            <a:xfrm>
              <a:off x="642729" y="1547639"/>
              <a:ext cx="49100" cy="61924"/>
            </a:xfrm>
            <a:custGeom>
              <a:avLst/>
              <a:gdLst>
                <a:gd name="connsiteX0" fmla="*/ 5849 w 49100"/>
                <a:gd name="connsiteY0" fmla="*/ 61925 h 61924"/>
                <a:gd name="connsiteX1" fmla="*/ 12239 w 49100"/>
                <a:gd name="connsiteY1" fmla="*/ 55541 h 61924"/>
                <a:gd name="connsiteX2" fmla="*/ 12239 w 49100"/>
                <a:gd name="connsiteY2" fmla="*/ 44049 h 61924"/>
                <a:gd name="connsiteX3" fmla="*/ 21185 w 49100"/>
                <a:gd name="connsiteY3" fmla="*/ 35112 h 61924"/>
                <a:gd name="connsiteX4" fmla="*/ 37160 w 49100"/>
                <a:gd name="connsiteY4" fmla="*/ 58733 h 61924"/>
                <a:gd name="connsiteX5" fmla="*/ 42271 w 49100"/>
                <a:gd name="connsiteY5" fmla="*/ 61286 h 61924"/>
                <a:gd name="connsiteX6" fmla="*/ 46105 w 49100"/>
                <a:gd name="connsiteY6" fmla="*/ 60009 h 61924"/>
                <a:gd name="connsiteX7" fmla="*/ 48022 w 49100"/>
                <a:gd name="connsiteY7" fmla="*/ 51072 h 61924"/>
                <a:gd name="connsiteX8" fmla="*/ 30770 w 49100"/>
                <a:gd name="connsiteY8" fmla="*/ 24898 h 61924"/>
                <a:gd name="connsiteX9" fmla="*/ 44827 w 49100"/>
                <a:gd name="connsiteY9" fmla="*/ 10853 h 61924"/>
                <a:gd name="connsiteX10" fmla="*/ 44827 w 49100"/>
                <a:gd name="connsiteY10" fmla="*/ 1915 h 61924"/>
                <a:gd name="connsiteX11" fmla="*/ 35881 w 49100"/>
                <a:gd name="connsiteY11" fmla="*/ 1915 h 61924"/>
                <a:gd name="connsiteX12" fmla="*/ 12878 w 49100"/>
                <a:gd name="connsiteY12" fmla="*/ 24898 h 61924"/>
                <a:gd name="connsiteX13" fmla="*/ 12878 w 49100"/>
                <a:gd name="connsiteY13" fmla="*/ 7022 h 61924"/>
                <a:gd name="connsiteX14" fmla="*/ 6488 w 49100"/>
                <a:gd name="connsiteY14" fmla="*/ 638 h 61924"/>
                <a:gd name="connsiteX15" fmla="*/ 98 w 49100"/>
                <a:gd name="connsiteY15" fmla="*/ 7022 h 61924"/>
                <a:gd name="connsiteX16" fmla="*/ 98 w 49100"/>
                <a:gd name="connsiteY16" fmla="*/ 54264 h 61924"/>
                <a:gd name="connsiteX17" fmla="*/ 5849 w 49100"/>
                <a:gd name="connsiteY17" fmla="*/ 61925 h 6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100" h="61924">
                  <a:moveTo>
                    <a:pt x="5849" y="61925"/>
                  </a:moveTo>
                  <a:cubicBezTo>
                    <a:pt x="9683" y="61925"/>
                    <a:pt x="12239" y="59371"/>
                    <a:pt x="12239" y="55541"/>
                  </a:cubicBezTo>
                  <a:lnTo>
                    <a:pt x="12239" y="44049"/>
                  </a:lnTo>
                  <a:lnTo>
                    <a:pt x="21185" y="35112"/>
                  </a:lnTo>
                  <a:lnTo>
                    <a:pt x="37160" y="58733"/>
                  </a:lnTo>
                  <a:cubicBezTo>
                    <a:pt x="38437" y="60648"/>
                    <a:pt x="40354" y="61286"/>
                    <a:pt x="42271" y="61286"/>
                  </a:cubicBezTo>
                  <a:cubicBezTo>
                    <a:pt x="43549" y="61286"/>
                    <a:pt x="44827" y="60648"/>
                    <a:pt x="46105" y="60009"/>
                  </a:cubicBezTo>
                  <a:cubicBezTo>
                    <a:pt x="49300" y="58094"/>
                    <a:pt x="49939" y="54264"/>
                    <a:pt x="48022" y="51072"/>
                  </a:cubicBezTo>
                  <a:lnTo>
                    <a:pt x="30770" y="24898"/>
                  </a:lnTo>
                  <a:lnTo>
                    <a:pt x="44827" y="10853"/>
                  </a:lnTo>
                  <a:cubicBezTo>
                    <a:pt x="47383" y="8299"/>
                    <a:pt x="47383" y="4469"/>
                    <a:pt x="44827" y="1915"/>
                  </a:cubicBezTo>
                  <a:cubicBezTo>
                    <a:pt x="42271" y="-638"/>
                    <a:pt x="38437" y="-638"/>
                    <a:pt x="35881" y="1915"/>
                  </a:cubicBezTo>
                  <a:lnTo>
                    <a:pt x="12878" y="24898"/>
                  </a:lnTo>
                  <a:lnTo>
                    <a:pt x="12878" y="7022"/>
                  </a:lnTo>
                  <a:cubicBezTo>
                    <a:pt x="12878" y="3192"/>
                    <a:pt x="10322" y="638"/>
                    <a:pt x="6488" y="638"/>
                  </a:cubicBezTo>
                  <a:cubicBezTo>
                    <a:pt x="2654" y="638"/>
                    <a:pt x="98" y="3192"/>
                    <a:pt x="98" y="7022"/>
                  </a:cubicBezTo>
                  <a:lnTo>
                    <a:pt x="98" y="54264"/>
                  </a:lnTo>
                  <a:cubicBezTo>
                    <a:pt x="-541" y="59371"/>
                    <a:pt x="2015" y="61925"/>
                    <a:pt x="5849" y="61925"/>
                  </a:cubicBezTo>
                  <a:close/>
                </a:path>
              </a:pathLst>
            </a:custGeom>
            <a:solidFill>
              <a:srgbClr val="007680"/>
            </a:solidFill>
            <a:ln w="6390" cap="flat">
              <a:noFill/>
              <a:prstDash val="solid"/>
              <a:miter/>
            </a:ln>
          </p:spPr>
          <p:txBody>
            <a:bodyPr rtlCol="0" anchor="ctr"/>
            <a:lstStyle/>
            <a:p>
              <a:endParaRPr lang="en-US"/>
            </a:p>
          </p:txBody>
        </p:sp>
        <p:sp>
          <p:nvSpPr>
            <p:cNvPr id="296" name="Graphic 4">
              <a:extLst>
                <a:ext uri="{FF2B5EF4-FFF2-40B4-BE49-F238E27FC236}">
                  <a16:creationId xmlns:a16="http://schemas.microsoft.com/office/drawing/2014/main" id="{B5EB0131-F613-4D47-BF50-06374E351347}"/>
                </a:ext>
              </a:extLst>
            </p:cNvPr>
            <p:cNvSpPr/>
            <p:nvPr/>
          </p:nvSpPr>
          <p:spPr>
            <a:xfrm>
              <a:off x="589094" y="1549315"/>
              <a:ext cx="47982" cy="60248"/>
            </a:xfrm>
            <a:custGeom>
              <a:avLst/>
              <a:gdLst>
                <a:gd name="connsiteX0" fmla="*/ 6448 w 47982"/>
                <a:gd name="connsiteY0" fmla="*/ 47481 h 60248"/>
                <a:gd name="connsiteX1" fmla="*/ 26895 w 47982"/>
                <a:gd name="connsiteY1" fmla="*/ 47481 h 60248"/>
                <a:gd name="connsiteX2" fmla="*/ 26895 w 47982"/>
                <a:gd name="connsiteY2" fmla="*/ 53865 h 60248"/>
                <a:gd name="connsiteX3" fmla="*/ 33285 w 47982"/>
                <a:gd name="connsiteY3" fmla="*/ 60249 h 60248"/>
                <a:gd name="connsiteX4" fmla="*/ 39675 w 47982"/>
                <a:gd name="connsiteY4" fmla="*/ 53865 h 60248"/>
                <a:gd name="connsiteX5" fmla="*/ 39675 w 47982"/>
                <a:gd name="connsiteY5" fmla="*/ 47481 h 60248"/>
                <a:gd name="connsiteX6" fmla="*/ 41592 w 47982"/>
                <a:gd name="connsiteY6" fmla="*/ 47481 h 60248"/>
                <a:gd name="connsiteX7" fmla="*/ 47982 w 47982"/>
                <a:gd name="connsiteY7" fmla="*/ 41097 h 60248"/>
                <a:gd name="connsiteX8" fmla="*/ 41592 w 47982"/>
                <a:gd name="connsiteY8" fmla="*/ 34713 h 60248"/>
                <a:gd name="connsiteX9" fmla="*/ 39675 w 47982"/>
                <a:gd name="connsiteY9" fmla="*/ 34713 h 60248"/>
                <a:gd name="connsiteX10" fmla="*/ 39675 w 47982"/>
                <a:gd name="connsiteY10" fmla="*/ 5985 h 60248"/>
                <a:gd name="connsiteX11" fmla="*/ 35202 w 47982"/>
                <a:gd name="connsiteY11" fmla="*/ 239 h 60248"/>
                <a:gd name="connsiteX12" fmla="*/ 28173 w 47982"/>
                <a:gd name="connsiteY12" fmla="*/ 2155 h 60248"/>
                <a:gd name="connsiteX13" fmla="*/ 1336 w 47982"/>
                <a:gd name="connsiteY13" fmla="*/ 37266 h 60248"/>
                <a:gd name="connsiteX14" fmla="*/ 697 w 47982"/>
                <a:gd name="connsiteY14" fmla="*/ 44289 h 60248"/>
                <a:gd name="connsiteX15" fmla="*/ 6448 w 47982"/>
                <a:gd name="connsiteY15" fmla="*/ 47481 h 60248"/>
                <a:gd name="connsiteX16" fmla="*/ 26895 w 47982"/>
                <a:gd name="connsiteY16" fmla="*/ 25137 h 60248"/>
                <a:gd name="connsiteX17" fmla="*/ 26895 w 47982"/>
                <a:gd name="connsiteY17" fmla="*/ 34713 h 60248"/>
                <a:gd name="connsiteX18" fmla="*/ 19227 w 47982"/>
                <a:gd name="connsiteY18" fmla="*/ 34713 h 60248"/>
                <a:gd name="connsiteX19" fmla="*/ 26895 w 47982"/>
                <a:gd name="connsiteY19" fmla="*/ 25137 h 60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7982" h="60248">
                  <a:moveTo>
                    <a:pt x="6448" y="47481"/>
                  </a:moveTo>
                  <a:lnTo>
                    <a:pt x="26895" y="47481"/>
                  </a:lnTo>
                  <a:lnTo>
                    <a:pt x="26895" y="53865"/>
                  </a:lnTo>
                  <a:cubicBezTo>
                    <a:pt x="26895" y="57695"/>
                    <a:pt x="29451" y="60249"/>
                    <a:pt x="33285" y="60249"/>
                  </a:cubicBezTo>
                  <a:cubicBezTo>
                    <a:pt x="37119" y="60249"/>
                    <a:pt x="39675" y="57695"/>
                    <a:pt x="39675" y="53865"/>
                  </a:cubicBezTo>
                  <a:lnTo>
                    <a:pt x="39675" y="47481"/>
                  </a:lnTo>
                  <a:lnTo>
                    <a:pt x="41592" y="47481"/>
                  </a:lnTo>
                  <a:cubicBezTo>
                    <a:pt x="45426" y="47481"/>
                    <a:pt x="47982" y="44927"/>
                    <a:pt x="47982" y="41097"/>
                  </a:cubicBezTo>
                  <a:cubicBezTo>
                    <a:pt x="47982" y="37266"/>
                    <a:pt x="45426" y="34713"/>
                    <a:pt x="41592" y="34713"/>
                  </a:cubicBezTo>
                  <a:lnTo>
                    <a:pt x="39675" y="34713"/>
                  </a:lnTo>
                  <a:lnTo>
                    <a:pt x="39675" y="5985"/>
                  </a:lnTo>
                  <a:cubicBezTo>
                    <a:pt x="39675" y="3431"/>
                    <a:pt x="37758" y="878"/>
                    <a:pt x="35202" y="239"/>
                  </a:cubicBezTo>
                  <a:cubicBezTo>
                    <a:pt x="32646" y="-399"/>
                    <a:pt x="29451" y="239"/>
                    <a:pt x="28173" y="2155"/>
                  </a:cubicBezTo>
                  <a:lnTo>
                    <a:pt x="1336" y="37266"/>
                  </a:lnTo>
                  <a:cubicBezTo>
                    <a:pt x="58" y="39182"/>
                    <a:pt x="-581" y="41735"/>
                    <a:pt x="697" y="44289"/>
                  </a:cubicBezTo>
                  <a:cubicBezTo>
                    <a:pt x="1336" y="46204"/>
                    <a:pt x="3892" y="47481"/>
                    <a:pt x="6448" y="47481"/>
                  </a:cubicBezTo>
                  <a:close/>
                  <a:moveTo>
                    <a:pt x="26895" y="25137"/>
                  </a:moveTo>
                  <a:lnTo>
                    <a:pt x="26895" y="34713"/>
                  </a:lnTo>
                  <a:lnTo>
                    <a:pt x="19227" y="34713"/>
                  </a:lnTo>
                  <a:lnTo>
                    <a:pt x="26895" y="25137"/>
                  </a:lnTo>
                  <a:close/>
                </a:path>
              </a:pathLst>
            </a:custGeom>
            <a:solidFill>
              <a:srgbClr val="007680"/>
            </a:solidFill>
            <a:ln w="6390" cap="flat">
              <a:noFill/>
              <a:prstDash val="solid"/>
              <a:miter/>
            </a:ln>
          </p:spPr>
          <p:txBody>
            <a:bodyPr rtlCol="0" anchor="ctr"/>
            <a:lstStyle/>
            <a:p>
              <a:endParaRPr lang="en-US"/>
            </a:p>
          </p:txBody>
        </p:sp>
      </p:grpSp>
      <p:grpSp>
        <p:nvGrpSpPr>
          <p:cNvPr id="297" name="Graphic 4">
            <a:extLst>
              <a:ext uri="{FF2B5EF4-FFF2-40B4-BE49-F238E27FC236}">
                <a16:creationId xmlns:a16="http://schemas.microsoft.com/office/drawing/2014/main" id="{DC81F914-7562-B74A-BB1B-F7CB8597F429}"/>
              </a:ext>
            </a:extLst>
          </p:cNvPr>
          <p:cNvGrpSpPr/>
          <p:nvPr/>
        </p:nvGrpSpPr>
        <p:grpSpPr>
          <a:xfrm>
            <a:off x="905454" y="918179"/>
            <a:ext cx="361670" cy="361333"/>
            <a:chOff x="905454" y="918179"/>
            <a:chExt cx="361670" cy="361333"/>
          </a:xfrm>
          <a:solidFill>
            <a:srgbClr val="007680"/>
          </a:solidFill>
        </p:grpSpPr>
        <p:sp>
          <p:nvSpPr>
            <p:cNvPr id="298" name="Graphic 4">
              <a:extLst>
                <a:ext uri="{FF2B5EF4-FFF2-40B4-BE49-F238E27FC236}">
                  <a16:creationId xmlns:a16="http://schemas.microsoft.com/office/drawing/2014/main" id="{C1206CC2-1468-9040-A176-58F7C5C56FBA}"/>
                </a:ext>
              </a:extLst>
            </p:cNvPr>
            <p:cNvSpPr/>
            <p:nvPr/>
          </p:nvSpPr>
          <p:spPr>
            <a:xfrm>
              <a:off x="1010249" y="1035644"/>
              <a:ext cx="153358" cy="80438"/>
            </a:xfrm>
            <a:custGeom>
              <a:avLst/>
              <a:gdLst>
                <a:gd name="connsiteX0" fmla="*/ 0 w 153358"/>
                <a:gd name="connsiteY0" fmla="*/ 80438 h 80438"/>
                <a:gd name="connsiteX1" fmla="*/ 153358 w 153358"/>
                <a:gd name="connsiteY1" fmla="*/ 80438 h 80438"/>
                <a:gd name="connsiteX2" fmla="*/ 153358 w 153358"/>
                <a:gd name="connsiteY2" fmla="*/ 0 h 80438"/>
                <a:gd name="connsiteX3" fmla="*/ 0 w 153358"/>
                <a:gd name="connsiteY3" fmla="*/ 0 h 80438"/>
                <a:gd name="connsiteX4" fmla="*/ 0 w 153358"/>
                <a:gd name="connsiteY4" fmla="*/ 80438 h 80438"/>
                <a:gd name="connsiteX5" fmla="*/ 53675 w 153358"/>
                <a:gd name="connsiteY5" fmla="*/ 8938 h 80438"/>
                <a:gd name="connsiteX6" fmla="*/ 60065 w 153358"/>
                <a:gd name="connsiteY6" fmla="*/ 8938 h 80438"/>
                <a:gd name="connsiteX7" fmla="*/ 102878 w 153358"/>
                <a:gd name="connsiteY7" fmla="*/ 34473 h 80438"/>
                <a:gd name="connsiteX8" fmla="*/ 106073 w 153358"/>
                <a:gd name="connsiteY8" fmla="*/ 40219 h 80438"/>
                <a:gd name="connsiteX9" fmla="*/ 102878 w 153358"/>
                <a:gd name="connsiteY9" fmla="*/ 45965 h 80438"/>
                <a:gd name="connsiteX10" fmla="*/ 60065 w 153358"/>
                <a:gd name="connsiteY10" fmla="*/ 71501 h 80438"/>
                <a:gd name="connsiteX11" fmla="*/ 56870 w 153358"/>
                <a:gd name="connsiteY11" fmla="*/ 72139 h 80438"/>
                <a:gd name="connsiteX12" fmla="*/ 53675 w 153358"/>
                <a:gd name="connsiteY12" fmla="*/ 71501 h 80438"/>
                <a:gd name="connsiteX13" fmla="*/ 50480 w 153358"/>
                <a:gd name="connsiteY13" fmla="*/ 65755 h 80438"/>
                <a:gd name="connsiteX14" fmla="*/ 50480 w 153358"/>
                <a:gd name="connsiteY14" fmla="*/ 14683 h 80438"/>
                <a:gd name="connsiteX15" fmla="*/ 53675 w 153358"/>
                <a:gd name="connsiteY15" fmla="*/ 8938 h 80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3358" h="80438">
                  <a:moveTo>
                    <a:pt x="0" y="80438"/>
                  </a:moveTo>
                  <a:lnTo>
                    <a:pt x="153358" y="80438"/>
                  </a:lnTo>
                  <a:lnTo>
                    <a:pt x="153358" y="0"/>
                  </a:lnTo>
                  <a:lnTo>
                    <a:pt x="0" y="0"/>
                  </a:lnTo>
                  <a:lnTo>
                    <a:pt x="0" y="80438"/>
                  </a:lnTo>
                  <a:close/>
                  <a:moveTo>
                    <a:pt x="53675" y="8938"/>
                  </a:moveTo>
                  <a:cubicBezTo>
                    <a:pt x="55592" y="7661"/>
                    <a:pt x="58148" y="7661"/>
                    <a:pt x="60065" y="8938"/>
                  </a:cubicBezTo>
                  <a:lnTo>
                    <a:pt x="102878" y="34473"/>
                  </a:lnTo>
                  <a:cubicBezTo>
                    <a:pt x="104795" y="35750"/>
                    <a:pt x="106073" y="37665"/>
                    <a:pt x="106073" y="40219"/>
                  </a:cubicBezTo>
                  <a:cubicBezTo>
                    <a:pt x="106073" y="42773"/>
                    <a:pt x="104795" y="44688"/>
                    <a:pt x="102878" y="45965"/>
                  </a:cubicBezTo>
                  <a:lnTo>
                    <a:pt x="60065" y="71501"/>
                  </a:lnTo>
                  <a:cubicBezTo>
                    <a:pt x="58787" y="72139"/>
                    <a:pt x="58148" y="72139"/>
                    <a:pt x="56870" y="72139"/>
                  </a:cubicBezTo>
                  <a:cubicBezTo>
                    <a:pt x="55592" y="72139"/>
                    <a:pt x="54953" y="72139"/>
                    <a:pt x="53675" y="71501"/>
                  </a:cubicBezTo>
                  <a:cubicBezTo>
                    <a:pt x="51758" y="70224"/>
                    <a:pt x="50480" y="68309"/>
                    <a:pt x="50480" y="65755"/>
                  </a:cubicBezTo>
                  <a:lnTo>
                    <a:pt x="50480" y="14683"/>
                  </a:lnTo>
                  <a:cubicBezTo>
                    <a:pt x="50480" y="12130"/>
                    <a:pt x="51758" y="10214"/>
                    <a:pt x="53675" y="8938"/>
                  </a:cubicBezTo>
                  <a:close/>
                </a:path>
              </a:pathLst>
            </a:custGeom>
            <a:solidFill>
              <a:srgbClr val="007680"/>
            </a:solidFill>
            <a:ln w="6390" cap="flat">
              <a:noFill/>
              <a:prstDash val="solid"/>
              <a:miter/>
            </a:ln>
          </p:spPr>
          <p:txBody>
            <a:bodyPr rtlCol="0" anchor="ctr"/>
            <a:lstStyle/>
            <a:p>
              <a:endParaRPr lang="en-US"/>
            </a:p>
          </p:txBody>
        </p:sp>
        <p:sp>
          <p:nvSpPr>
            <p:cNvPr id="299" name="Graphic 4">
              <a:extLst>
                <a:ext uri="{FF2B5EF4-FFF2-40B4-BE49-F238E27FC236}">
                  <a16:creationId xmlns:a16="http://schemas.microsoft.com/office/drawing/2014/main" id="{77F53D53-921A-E344-8F50-3B50A4E89A28}"/>
                </a:ext>
              </a:extLst>
            </p:cNvPr>
            <p:cNvSpPr/>
            <p:nvPr/>
          </p:nvSpPr>
          <p:spPr>
            <a:xfrm>
              <a:off x="1010249" y="1009470"/>
              <a:ext cx="6389" cy="12767"/>
            </a:xfrm>
            <a:custGeom>
              <a:avLst/>
              <a:gdLst>
                <a:gd name="connsiteX0" fmla="*/ 0 w 6389"/>
                <a:gd name="connsiteY0" fmla="*/ 0 h 12767"/>
                <a:gd name="connsiteX1" fmla="*/ 6390 w 6389"/>
                <a:gd name="connsiteY1" fmla="*/ 0 h 12767"/>
                <a:gd name="connsiteX2" fmla="*/ 6390 w 6389"/>
                <a:gd name="connsiteY2" fmla="*/ 12768 h 12767"/>
                <a:gd name="connsiteX3" fmla="*/ 0 w 6389"/>
                <a:gd name="connsiteY3" fmla="*/ 12768 h 12767"/>
              </a:gdLst>
              <a:ahLst/>
              <a:cxnLst>
                <a:cxn ang="0">
                  <a:pos x="connsiteX0" y="connsiteY0"/>
                </a:cxn>
                <a:cxn ang="0">
                  <a:pos x="connsiteX1" y="connsiteY1"/>
                </a:cxn>
                <a:cxn ang="0">
                  <a:pos x="connsiteX2" y="connsiteY2"/>
                </a:cxn>
                <a:cxn ang="0">
                  <a:pos x="connsiteX3" y="connsiteY3"/>
                </a:cxn>
              </a:cxnLst>
              <a:rect l="l" t="t" r="r" b="b"/>
              <a:pathLst>
                <a:path w="6389" h="12767">
                  <a:moveTo>
                    <a:pt x="0" y="0"/>
                  </a:moveTo>
                  <a:lnTo>
                    <a:pt x="6390" y="0"/>
                  </a:lnTo>
                  <a:lnTo>
                    <a:pt x="6390" y="12768"/>
                  </a:lnTo>
                  <a:lnTo>
                    <a:pt x="0" y="12768"/>
                  </a:lnTo>
                  <a:close/>
                </a:path>
              </a:pathLst>
            </a:custGeom>
            <a:solidFill>
              <a:srgbClr val="007680"/>
            </a:solidFill>
            <a:ln w="6390" cap="flat">
              <a:noFill/>
              <a:prstDash val="solid"/>
              <a:miter/>
            </a:ln>
          </p:spPr>
          <p:txBody>
            <a:bodyPr rtlCol="0" anchor="ctr"/>
            <a:lstStyle/>
            <a:p>
              <a:endParaRPr lang="en-US"/>
            </a:p>
          </p:txBody>
        </p:sp>
        <p:sp>
          <p:nvSpPr>
            <p:cNvPr id="300" name="Graphic 4">
              <a:extLst>
                <a:ext uri="{FF2B5EF4-FFF2-40B4-BE49-F238E27FC236}">
                  <a16:creationId xmlns:a16="http://schemas.microsoft.com/office/drawing/2014/main" id="{554E5089-58AB-0C44-948D-8C95F93D675C}"/>
                </a:ext>
              </a:extLst>
            </p:cNvPr>
            <p:cNvSpPr/>
            <p:nvPr/>
          </p:nvSpPr>
          <p:spPr>
            <a:xfrm>
              <a:off x="1073509" y="1061180"/>
              <a:ext cx="24281" cy="28727"/>
            </a:xfrm>
            <a:custGeom>
              <a:avLst/>
              <a:gdLst>
                <a:gd name="connsiteX0" fmla="*/ 0 w 24281"/>
                <a:gd name="connsiteY0" fmla="*/ 0 h 28727"/>
                <a:gd name="connsiteX1" fmla="*/ 0 w 24281"/>
                <a:gd name="connsiteY1" fmla="*/ 28728 h 28727"/>
                <a:gd name="connsiteX2" fmla="*/ 24282 w 24281"/>
                <a:gd name="connsiteY2" fmla="*/ 14683 h 28727"/>
              </a:gdLst>
              <a:ahLst/>
              <a:cxnLst>
                <a:cxn ang="0">
                  <a:pos x="connsiteX0" y="connsiteY0"/>
                </a:cxn>
                <a:cxn ang="0">
                  <a:pos x="connsiteX1" y="connsiteY1"/>
                </a:cxn>
                <a:cxn ang="0">
                  <a:pos x="connsiteX2" y="connsiteY2"/>
                </a:cxn>
              </a:cxnLst>
              <a:rect l="l" t="t" r="r" b="b"/>
              <a:pathLst>
                <a:path w="24281" h="28727">
                  <a:moveTo>
                    <a:pt x="0" y="0"/>
                  </a:moveTo>
                  <a:lnTo>
                    <a:pt x="0" y="28728"/>
                  </a:lnTo>
                  <a:lnTo>
                    <a:pt x="24282" y="14683"/>
                  </a:lnTo>
                  <a:close/>
                </a:path>
              </a:pathLst>
            </a:custGeom>
            <a:solidFill>
              <a:srgbClr val="007680"/>
            </a:solidFill>
            <a:ln w="6390" cap="flat">
              <a:noFill/>
              <a:prstDash val="solid"/>
              <a:miter/>
            </a:ln>
          </p:spPr>
          <p:txBody>
            <a:bodyPr rtlCol="0" anchor="ctr"/>
            <a:lstStyle/>
            <a:p>
              <a:endParaRPr lang="en-US"/>
            </a:p>
          </p:txBody>
        </p:sp>
        <p:sp>
          <p:nvSpPr>
            <p:cNvPr id="301" name="Graphic 4">
              <a:extLst>
                <a:ext uri="{FF2B5EF4-FFF2-40B4-BE49-F238E27FC236}">
                  <a16:creationId xmlns:a16="http://schemas.microsoft.com/office/drawing/2014/main" id="{054EA6FB-ED93-C34F-99F9-473867E2CE25}"/>
                </a:ext>
              </a:extLst>
            </p:cNvPr>
            <p:cNvSpPr/>
            <p:nvPr/>
          </p:nvSpPr>
          <p:spPr>
            <a:xfrm>
              <a:off x="1058812" y="1009470"/>
              <a:ext cx="104155" cy="12767"/>
            </a:xfrm>
            <a:custGeom>
              <a:avLst/>
              <a:gdLst>
                <a:gd name="connsiteX0" fmla="*/ 0 w 104155"/>
                <a:gd name="connsiteY0" fmla="*/ 0 h 12767"/>
                <a:gd name="connsiteX1" fmla="*/ 104156 w 104155"/>
                <a:gd name="connsiteY1" fmla="*/ 0 h 12767"/>
                <a:gd name="connsiteX2" fmla="*/ 104156 w 104155"/>
                <a:gd name="connsiteY2" fmla="*/ 12768 h 12767"/>
                <a:gd name="connsiteX3" fmla="*/ 0 w 104155"/>
                <a:gd name="connsiteY3" fmla="*/ 12768 h 12767"/>
              </a:gdLst>
              <a:ahLst/>
              <a:cxnLst>
                <a:cxn ang="0">
                  <a:pos x="connsiteX0" y="connsiteY0"/>
                </a:cxn>
                <a:cxn ang="0">
                  <a:pos x="connsiteX1" y="connsiteY1"/>
                </a:cxn>
                <a:cxn ang="0">
                  <a:pos x="connsiteX2" y="connsiteY2"/>
                </a:cxn>
                <a:cxn ang="0">
                  <a:pos x="connsiteX3" y="connsiteY3"/>
                </a:cxn>
              </a:cxnLst>
              <a:rect l="l" t="t" r="r" b="b"/>
              <a:pathLst>
                <a:path w="104155" h="12767">
                  <a:moveTo>
                    <a:pt x="0" y="0"/>
                  </a:moveTo>
                  <a:lnTo>
                    <a:pt x="104156" y="0"/>
                  </a:lnTo>
                  <a:lnTo>
                    <a:pt x="104156" y="12768"/>
                  </a:lnTo>
                  <a:lnTo>
                    <a:pt x="0" y="12768"/>
                  </a:lnTo>
                  <a:close/>
                </a:path>
              </a:pathLst>
            </a:custGeom>
            <a:solidFill>
              <a:srgbClr val="007680"/>
            </a:solidFill>
            <a:ln w="6390" cap="flat">
              <a:noFill/>
              <a:prstDash val="solid"/>
              <a:miter/>
            </a:ln>
          </p:spPr>
          <p:txBody>
            <a:bodyPr rtlCol="0" anchor="ctr"/>
            <a:lstStyle/>
            <a:p>
              <a:endParaRPr lang="en-US"/>
            </a:p>
          </p:txBody>
        </p:sp>
        <p:sp>
          <p:nvSpPr>
            <p:cNvPr id="302" name="Graphic 4">
              <a:extLst>
                <a:ext uri="{FF2B5EF4-FFF2-40B4-BE49-F238E27FC236}">
                  <a16:creationId xmlns:a16="http://schemas.microsoft.com/office/drawing/2014/main" id="{46A5AF8E-1DE5-1145-A40B-0DCEE0A224C3}"/>
                </a:ext>
              </a:extLst>
            </p:cNvPr>
            <p:cNvSpPr/>
            <p:nvPr/>
          </p:nvSpPr>
          <p:spPr>
            <a:xfrm>
              <a:off x="1041559" y="1009470"/>
              <a:ext cx="8306" cy="12767"/>
            </a:xfrm>
            <a:custGeom>
              <a:avLst/>
              <a:gdLst>
                <a:gd name="connsiteX0" fmla="*/ 0 w 8306"/>
                <a:gd name="connsiteY0" fmla="*/ 0 h 12767"/>
                <a:gd name="connsiteX1" fmla="*/ 8307 w 8306"/>
                <a:gd name="connsiteY1" fmla="*/ 0 h 12767"/>
                <a:gd name="connsiteX2" fmla="*/ 8307 w 8306"/>
                <a:gd name="connsiteY2" fmla="*/ 12768 h 12767"/>
                <a:gd name="connsiteX3" fmla="*/ 0 w 8306"/>
                <a:gd name="connsiteY3" fmla="*/ 12768 h 12767"/>
              </a:gdLst>
              <a:ahLst/>
              <a:cxnLst>
                <a:cxn ang="0">
                  <a:pos x="connsiteX0" y="connsiteY0"/>
                </a:cxn>
                <a:cxn ang="0">
                  <a:pos x="connsiteX1" y="connsiteY1"/>
                </a:cxn>
                <a:cxn ang="0">
                  <a:pos x="connsiteX2" y="connsiteY2"/>
                </a:cxn>
                <a:cxn ang="0">
                  <a:pos x="connsiteX3" y="connsiteY3"/>
                </a:cxn>
              </a:cxnLst>
              <a:rect l="l" t="t" r="r" b="b"/>
              <a:pathLst>
                <a:path w="8306" h="12767">
                  <a:moveTo>
                    <a:pt x="0" y="0"/>
                  </a:moveTo>
                  <a:lnTo>
                    <a:pt x="8307" y="0"/>
                  </a:lnTo>
                  <a:lnTo>
                    <a:pt x="8307" y="12768"/>
                  </a:lnTo>
                  <a:lnTo>
                    <a:pt x="0" y="12768"/>
                  </a:lnTo>
                  <a:close/>
                </a:path>
              </a:pathLst>
            </a:custGeom>
            <a:solidFill>
              <a:srgbClr val="007680"/>
            </a:solidFill>
            <a:ln w="6390" cap="flat">
              <a:noFill/>
              <a:prstDash val="solid"/>
              <a:miter/>
            </a:ln>
          </p:spPr>
          <p:txBody>
            <a:bodyPr rtlCol="0" anchor="ctr"/>
            <a:lstStyle/>
            <a:p>
              <a:endParaRPr lang="en-US"/>
            </a:p>
          </p:txBody>
        </p:sp>
        <p:sp>
          <p:nvSpPr>
            <p:cNvPr id="303" name="Graphic 4">
              <a:extLst>
                <a:ext uri="{FF2B5EF4-FFF2-40B4-BE49-F238E27FC236}">
                  <a16:creationId xmlns:a16="http://schemas.microsoft.com/office/drawing/2014/main" id="{5D50E126-8D3B-A14A-992A-134AD5F538F7}"/>
                </a:ext>
              </a:extLst>
            </p:cNvPr>
            <p:cNvSpPr/>
            <p:nvPr/>
          </p:nvSpPr>
          <p:spPr>
            <a:xfrm>
              <a:off x="1024945" y="1009470"/>
              <a:ext cx="8306" cy="12767"/>
            </a:xfrm>
            <a:custGeom>
              <a:avLst/>
              <a:gdLst>
                <a:gd name="connsiteX0" fmla="*/ 0 w 8306"/>
                <a:gd name="connsiteY0" fmla="*/ 0 h 12767"/>
                <a:gd name="connsiteX1" fmla="*/ 8307 w 8306"/>
                <a:gd name="connsiteY1" fmla="*/ 0 h 12767"/>
                <a:gd name="connsiteX2" fmla="*/ 8307 w 8306"/>
                <a:gd name="connsiteY2" fmla="*/ 12768 h 12767"/>
                <a:gd name="connsiteX3" fmla="*/ 0 w 8306"/>
                <a:gd name="connsiteY3" fmla="*/ 12768 h 12767"/>
              </a:gdLst>
              <a:ahLst/>
              <a:cxnLst>
                <a:cxn ang="0">
                  <a:pos x="connsiteX0" y="connsiteY0"/>
                </a:cxn>
                <a:cxn ang="0">
                  <a:pos x="connsiteX1" y="connsiteY1"/>
                </a:cxn>
                <a:cxn ang="0">
                  <a:pos x="connsiteX2" y="connsiteY2"/>
                </a:cxn>
                <a:cxn ang="0">
                  <a:pos x="connsiteX3" y="connsiteY3"/>
                </a:cxn>
              </a:cxnLst>
              <a:rect l="l" t="t" r="r" b="b"/>
              <a:pathLst>
                <a:path w="8306" h="12767">
                  <a:moveTo>
                    <a:pt x="0" y="0"/>
                  </a:moveTo>
                  <a:lnTo>
                    <a:pt x="8307" y="0"/>
                  </a:lnTo>
                  <a:lnTo>
                    <a:pt x="8307" y="12768"/>
                  </a:lnTo>
                  <a:lnTo>
                    <a:pt x="0" y="12768"/>
                  </a:lnTo>
                  <a:close/>
                </a:path>
              </a:pathLst>
            </a:custGeom>
            <a:solidFill>
              <a:srgbClr val="007680"/>
            </a:solidFill>
            <a:ln w="6390" cap="flat">
              <a:noFill/>
              <a:prstDash val="solid"/>
              <a:miter/>
            </a:ln>
          </p:spPr>
          <p:txBody>
            <a:bodyPr rtlCol="0" anchor="ctr"/>
            <a:lstStyle/>
            <a:p>
              <a:endParaRPr lang="en-US"/>
            </a:p>
          </p:txBody>
        </p:sp>
        <p:sp>
          <p:nvSpPr>
            <p:cNvPr id="304" name="Graphic 4">
              <a:extLst>
                <a:ext uri="{FF2B5EF4-FFF2-40B4-BE49-F238E27FC236}">
                  <a16:creationId xmlns:a16="http://schemas.microsoft.com/office/drawing/2014/main" id="{FE377163-9157-C944-8B5E-9A610F03EB80}"/>
                </a:ext>
              </a:extLst>
            </p:cNvPr>
            <p:cNvSpPr/>
            <p:nvPr/>
          </p:nvSpPr>
          <p:spPr>
            <a:xfrm>
              <a:off x="1031335" y="1149917"/>
              <a:ext cx="17252" cy="17236"/>
            </a:xfrm>
            <a:custGeom>
              <a:avLst/>
              <a:gdLst>
                <a:gd name="connsiteX0" fmla="*/ 0 w 17252"/>
                <a:gd name="connsiteY0" fmla="*/ 0 h 17236"/>
                <a:gd name="connsiteX1" fmla="*/ 17253 w 17252"/>
                <a:gd name="connsiteY1" fmla="*/ 0 h 17236"/>
                <a:gd name="connsiteX2" fmla="*/ 17253 w 17252"/>
                <a:gd name="connsiteY2" fmla="*/ 17237 h 17236"/>
                <a:gd name="connsiteX3" fmla="*/ 0 w 17252"/>
                <a:gd name="connsiteY3" fmla="*/ 17237 h 17236"/>
              </a:gdLst>
              <a:ahLst/>
              <a:cxnLst>
                <a:cxn ang="0">
                  <a:pos x="connsiteX0" y="connsiteY0"/>
                </a:cxn>
                <a:cxn ang="0">
                  <a:pos x="connsiteX1" y="connsiteY1"/>
                </a:cxn>
                <a:cxn ang="0">
                  <a:pos x="connsiteX2" y="connsiteY2"/>
                </a:cxn>
                <a:cxn ang="0">
                  <a:pos x="connsiteX3" y="connsiteY3"/>
                </a:cxn>
              </a:cxnLst>
              <a:rect l="l" t="t" r="r" b="b"/>
              <a:pathLst>
                <a:path w="17252" h="17236">
                  <a:moveTo>
                    <a:pt x="0" y="0"/>
                  </a:moveTo>
                  <a:lnTo>
                    <a:pt x="17253" y="0"/>
                  </a:lnTo>
                  <a:lnTo>
                    <a:pt x="17253" y="17237"/>
                  </a:lnTo>
                  <a:lnTo>
                    <a:pt x="0" y="17237"/>
                  </a:lnTo>
                  <a:close/>
                </a:path>
              </a:pathLst>
            </a:custGeom>
            <a:solidFill>
              <a:srgbClr val="007680"/>
            </a:solidFill>
            <a:ln w="6390" cap="flat">
              <a:noFill/>
              <a:prstDash val="solid"/>
              <a:miter/>
            </a:ln>
          </p:spPr>
          <p:txBody>
            <a:bodyPr rtlCol="0" anchor="ctr"/>
            <a:lstStyle/>
            <a:p>
              <a:endParaRPr lang="en-US"/>
            </a:p>
          </p:txBody>
        </p:sp>
        <p:sp>
          <p:nvSpPr>
            <p:cNvPr id="305" name="Graphic 4">
              <a:extLst>
                <a:ext uri="{FF2B5EF4-FFF2-40B4-BE49-F238E27FC236}">
                  <a16:creationId xmlns:a16="http://schemas.microsoft.com/office/drawing/2014/main" id="{8D7003FB-D5A4-0D47-B0CF-8C87F24E312B}"/>
                </a:ext>
              </a:extLst>
            </p:cNvPr>
            <p:cNvSpPr/>
            <p:nvPr/>
          </p:nvSpPr>
          <p:spPr>
            <a:xfrm>
              <a:off x="1010249" y="1128850"/>
              <a:ext cx="153358" cy="59371"/>
            </a:xfrm>
            <a:custGeom>
              <a:avLst/>
              <a:gdLst>
                <a:gd name="connsiteX0" fmla="*/ 0 w 153358"/>
                <a:gd name="connsiteY0" fmla="*/ 0 h 59371"/>
                <a:gd name="connsiteX1" fmla="*/ 0 w 153358"/>
                <a:gd name="connsiteY1" fmla="*/ 59371 h 59371"/>
                <a:gd name="connsiteX2" fmla="*/ 153358 w 153358"/>
                <a:gd name="connsiteY2" fmla="*/ 59371 h 59371"/>
                <a:gd name="connsiteX3" fmla="*/ 153358 w 153358"/>
                <a:gd name="connsiteY3" fmla="*/ 0 h 59371"/>
                <a:gd name="connsiteX4" fmla="*/ 0 w 153358"/>
                <a:gd name="connsiteY4" fmla="*/ 0 h 59371"/>
                <a:gd name="connsiteX5" fmla="*/ 50480 w 153358"/>
                <a:gd name="connsiteY5" fmla="*/ 44688 h 59371"/>
                <a:gd name="connsiteX6" fmla="*/ 44091 w 153358"/>
                <a:gd name="connsiteY6" fmla="*/ 51072 h 59371"/>
                <a:gd name="connsiteX7" fmla="*/ 14058 w 153358"/>
                <a:gd name="connsiteY7" fmla="*/ 51072 h 59371"/>
                <a:gd name="connsiteX8" fmla="*/ 7668 w 153358"/>
                <a:gd name="connsiteY8" fmla="*/ 44688 h 59371"/>
                <a:gd name="connsiteX9" fmla="*/ 7668 w 153358"/>
                <a:gd name="connsiteY9" fmla="*/ 14683 h 59371"/>
                <a:gd name="connsiteX10" fmla="*/ 14058 w 153358"/>
                <a:gd name="connsiteY10" fmla="*/ 8299 h 59371"/>
                <a:gd name="connsiteX11" fmla="*/ 44091 w 153358"/>
                <a:gd name="connsiteY11" fmla="*/ 8299 h 59371"/>
                <a:gd name="connsiteX12" fmla="*/ 50480 w 153358"/>
                <a:gd name="connsiteY12" fmla="*/ 14683 h 59371"/>
                <a:gd name="connsiteX13" fmla="*/ 50480 w 153358"/>
                <a:gd name="connsiteY13" fmla="*/ 44688 h 59371"/>
                <a:gd name="connsiteX14" fmla="*/ 104156 w 153358"/>
                <a:gd name="connsiteY14" fmla="*/ 42134 h 59371"/>
                <a:gd name="connsiteX15" fmla="*/ 61343 w 153358"/>
                <a:gd name="connsiteY15" fmla="*/ 42134 h 59371"/>
                <a:gd name="connsiteX16" fmla="*/ 54953 w 153358"/>
                <a:gd name="connsiteY16" fmla="*/ 35750 h 59371"/>
                <a:gd name="connsiteX17" fmla="*/ 61343 w 153358"/>
                <a:gd name="connsiteY17" fmla="*/ 29366 h 59371"/>
                <a:gd name="connsiteX18" fmla="*/ 104156 w 153358"/>
                <a:gd name="connsiteY18" fmla="*/ 29366 h 59371"/>
                <a:gd name="connsiteX19" fmla="*/ 110546 w 153358"/>
                <a:gd name="connsiteY19" fmla="*/ 35750 h 59371"/>
                <a:gd name="connsiteX20" fmla="*/ 104156 w 153358"/>
                <a:gd name="connsiteY20" fmla="*/ 42134 h 59371"/>
                <a:gd name="connsiteX21" fmla="*/ 142496 w 153358"/>
                <a:gd name="connsiteY21" fmla="*/ 25536 h 59371"/>
                <a:gd name="connsiteX22" fmla="*/ 61982 w 153358"/>
                <a:gd name="connsiteY22" fmla="*/ 25536 h 59371"/>
                <a:gd name="connsiteX23" fmla="*/ 55592 w 153358"/>
                <a:gd name="connsiteY23" fmla="*/ 19152 h 59371"/>
                <a:gd name="connsiteX24" fmla="*/ 61982 w 153358"/>
                <a:gd name="connsiteY24" fmla="*/ 12768 h 59371"/>
                <a:gd name="connsiteX25" fmla="*/ 142496 w 153358"/>
                <a:gd name="connsiteY25" fmla="*/ 12768 h 59371"/>
                <a:gd name="connsiteX26" fmla="*/ 148885 w 153358"/>
                <a:gd name="connsiteY26" fmla="*/ 19152 h 59371"/>
                <a:gd name="connsiteX27" fmla="*/ 142496 w 153358"/>
                <a:gd name="connsiteY27" fmla="*/ 25536 h 59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53358" h="59371">
                  <a:moveTo>
                    <a:pt x="0" y="0"/>
                  </a:moveTo>
                  <a:lnTo>
                    <a:pt x="0" y="59371"/>
                  </a:lnTo>
                  <a:lnTo>
                    <a:pt x="153358" y="59371"/>
                  </a:lnTo>
                  <a:lnTo>
                    <a:pt x="153358" y="0"/>
                  </a:lnTo>
                  <a:lnTo>
                    <a:pt x="0" y="0"/>
                  </a:lnTo>
                  <a:close/>
                  <a:moveTo>
                    <a:pt x="50480" y="44688"/>
                  </a:moveTo>
                  <a:cubicBezTo>
                    <a:pt x="50480" y="48518"/>
                    <a:pt x="47925" y="51072"/>
                    <a:pt x="44091" y="51072"/>
                  </a:cubicBezTo>
                  <a:lnTo>
                    <a:pt x="14058" y="51072"/>
                  </a:lnTo>
                  <a:cubicBezTo>
                    <a:pt x="10224" y="51072"/>
                    <a:pt x="7668" y="48518"/>
                    <a:pt x="7668" y="44688"/>
                  </a:cubicBezTo>
                  <a:lnTo>
                    <a:pt x="7668" y="14683"/>
                  </a:lnTo>
                  <a:cubicBezTo>
                    <a:pt x="7668" y="10853"/>
                    <a:pt x="10224" y="8299"/>
                    <a:pt x="14058" y="8299"/>
                  </a:cubicBezTo>
                  <a:lnTo>
                    <a:pt x="44091" y="8299"/>
                  </a:lnTo>
                  <a:cubicBezTo>
                    <a:pt x="47925" y="8299"/>
                    <a:pt x="50480" y="10853"/>
                    <a:pt x="50480" y="14683"/>
                  </a:cubicBezTo>
                  <a:lnTo>
                    <a:pt x="50480" y="44688"/>
                  </a:lnTo>
                  <a:close/>
                  <a:moveTo>
                    <a:pt x="104156" y="42134"/>
                  </a:moveTo>
                  <a:lnTo>
                    <a:pt x="61343" y="42134"/>
                  </a:lnTo>
                  <a:cubicBezTo>
                    <a:pt x="57509" y="42134"/>
                    <a:pt x="54953" y="39581"/>
                    <a:pt x="54953" y="35750"/>
                  </a:cubicBezTo>
                  <a:cubicBezTo>
                    <a:pt x="54953" y="31920"/>
                    <a:pt x="57509" y="29366"/>
                    <a:pt x="61343" y="29366"/>
                  </a:cubicBezTo>
                  <a:lnTo>
                    <a:pt x="104156" y="29366"/>
                  </a:lnTo>
                  <a:cubicBezTo>
                    <a:pt x="107990" y="29366"/>
                    <a:pt x="110546" y="31920"/>
                    <a:pt x="110546" y="35750"/>
                  </a:cubicBezTo>
                  <a:cubicBezTo>
                    <a:pt x="110546" y="39581"/>
                    <a:pt x="107351" y="42134"/>
                    <a:pt x="104156" y="42134"/>
                  </a:cubicBezTo>
                  <a:close/>
                  <a:moveTo>
                    <a:pt x="142496" y="25536"/>
                  </a:moveTo>
                  <a:lnTo>
                    <a:pt x="61982" y="25536"/>
                  </a:lnTo>
                  <a:cubicBezTo>
                    <a:pt x="58148" y="25536"/>
                    <a:pt x="55592" y="22982"/>
                    <a:pt x="55592" y="19152"/>
                  </a:cubicBezTo>
                  <a:cubicBezTo>
                    <a:pt x="55592" y="15322"/>
                    <a:pt x="58148" y="12768"/>
                    <a:pt x="61982" y="12768"/>
                  </a:cubicBezTo>
                  <a:lnTo>
                    <a:pt x="142496" y="12768"/>
                  </a:lnTo>
                  <a:cubicBezTo>
                    <a:pt x="146330" y="12768"/>
                    <a:pt x="148885" y="15322"/>
                    <a:pt x="148885" y="19152"/>
                  </a:cubicBezTo>
                  <a:cubicBezTo>
                    <a:pt x="148885" y="22982"/>
                    <a:pt x="145690" y="25536"/>
                    <a:pt x="142496" y="25536"/>
                  </a:cubicBezTo>
                  <a:close/>
                </a:path>
              </a:pathLst>
            </a:custGeom>
            <a:solidFill>
              <a:srgbClr val="007680"/>
            </a:solidFill>
            <a:ln w="6390" cap="flat">
              <a:noFill/>
              <a:prstDash val="solid"/>
              <a:miter/>
            </a:ln>
          </p:spPr>
          <p:txBody>
            <a:bodyPr rtlCol="0" anchor="ctr"/>
            <a:lstStyle/>
            <a:p>
              <a:endParaRPr lang="en-US"/>
            </a:p>
          </p:txBody>
        </p:sp>
        <p:sp>
          <p:nvSpPr>
            <p:cNvPr id="306" name="Graphic 4">
              <a:extLst>
                <a:ext uri="{FF2B5EF4-FFF2-40B4-BE49-F238E27FC236}">
                  <a16:creationId xmlns:a16="http://schemas.microsoft.com/office/drawing/2014/main" id="{067222C2-4C9D-7F4F-B128-CA23CE813112}"/>
                </a:ext>
              </a:extLst>
            </p:cNvPr>
            <p:cNvSpPr/>
            <p:nvPr/>
          </p:nvSpPr>
          <p:spPr>
            <a:xfrm>
              <a:off x="905454"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70294 w 361670"/>
                <a:gd name="connsiteY5" fmla="*/ 276426 h 361333"/>
                <a:gd name="connsiteX6" fmla="*/ 263904 w 361670"/>
                <a:gd name="connsiteY6" fmla="*/ 282810 h 361333"/>
                <a:gd name="connsiteX7" fmla="*/ 97766 w 361670"/>
                <a:gd name="connsiteY7" fmla="*/ 282810 h 361333"/>
                <a:gd name="connsiteX8" fmla="*/ 91376 w 361670"/>
                <a:gd name="connsiteY8" fmla="*/ 276426 h 361333"/>
                <a:gd name="connsiteX9" fmla="*/ 91376 w 361670"/>
                <a:gd name="connsiteY9" fmla="*/ 84907 h 361333"/>
                <a:gd name="connsiteX10" fmla="*/ 97766 w 361670"/>
                <a:gd name="connsiteY10" fmla="*/ 78523 h 361333"/>
                <a:gd name="connsiteX11" fmla="*/ 263904 w 361670"/>
                <a:gd name="connsiteY11" fmla="*/ 78523 h 361333"/>
                <a:gd name="connsiteX12" fmla="*/ 270294 w 361670"/>
                <a:gd name="connsiteY12" fmla="*/ 84907 h 361333"/>
                <a:gd name="connsiteX13" fmla="*/ 270294 w 361670"/>
                <a:gd name="connsiteY13" fmla="*/ 27642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270294" y="276426"/>
                  </a:moveTo>
                  <a:cubicBezTo>
                    <a:pt x="270294" y="280257"/>
                    <a:pt x="267738" y="282810"/>
                    <a:pt x="263904" y="282810"/>
                  </a:cubicBezTo>
                  <a:lnTo>
                    <a:pt x="97766" y="282810"/>
                  </a:lnTo>
                  <a:cubicBezTo>
                    <a:pt x="93932" y="282810"/>
                    <a:pt x="91376" y="280257"/>
                    <a:pt x="91376" y="276426"/>
                  </a:cubicBezTo>
                  <a:lnTo>
                    <a:pt x="91376" y="84907"/>
                  </a:lnTo>
                  <a:cubicBezTo>
                    <a:pt x="91376" y="81077"/>
                    <a:pt x="93932" y="78523"/>
                    <a:pt x="97766" y="78523"/>
                  </a:cubicBezTo>
                  <a:lnTo>
                    <a:pt x="263904" y="78523"/>
                  </a:lnTo>
                  <a:cubicBezTo>
                    <a:pt x="267738" y="78523"/>
                    <a:pt x="270294" y="81077"/>
                    <a:pt x="270294" y="84907"/>
                  </a:cubicBezTo>
                  <a:lnTo>
                    <a:pt x="270294" y="276426"/>
                  </a:lnTo>
                  <a:close/>
                </a:path>
              </a:pathLst>
            </a:custGeom>
            <a:solidFill>
              <a:srgbClr val="007680"/>
            </a:solidFill>
            <a:ln w="6390" cap="flat">
              <a:noFill/>
              <a:prstDash val="solid"/>
              <a:miter/>
            </a:ln>
          </p:spPr>
          <p:txBody>
            <a:bodyPr rtlCol="0" anchor="ctr"/>
            <a:lstStyle/>
            <a:p>
              <a:endParaRPr lang="en-US"/>
            </a:p>
          </p:txBody>
        </p:sp>
      </p:grpSp>
      <p:grpSp>
        <p:nvGrpSpPr>
          <p:cNvPr id="307" name="Graphic 4">
            <a:extLst>
              <a:ext uri="{FF2B5EF4-FFF2-40B4-BE49-F238E27FC236}">
                <a16:creationId xmlns:a16="http://schemas.microsoft.com/office/drawing/2014/main" id="{6B9CD473-5BA0-2946-829D-1F3B2CD50E11}"/>
              </a:ext>
            </a:extLst>
          </p:cNvPr>
          <p:cNvGrpSpPr/>
          <p:nvPr/>
        </p:nvGrpSpPr>
        <p:grpSpPr>
          <a:xfrm>
            <a:off x="905454" y="1402085"/>
            <a:ext cx="361670" cy="361333"/>
            <a:chOff x="905454" y="1402085"/>
            <a:chExt cx="361670" cy="361333"/>
          </a:xfrm>
          <a:solidFill>
            <a:srgbClr val="007680"/>
          </a:solidFill>
        </p:grpSpPr>
        <p:sp>
          <p:nvSpPr>
            <p:cNvPr id="308" name="Graphic 4">
              <a:extLst>
                <a:ext uri="{FF2B5EF4-FFF2-40B4-BE49-F238E27FC236}">
                  <a16:creationId xmlns:a16="http://schemas.microsoft.com/office/drawing/2014/main" id="{2CE93FDE-1652-9449-9A22-1C25F9B7797F}"/>
                </a:ext>
              </a:extLst>
            </p:cNvPr>
            <p:cNvSpPr/>
            <p:nvPr/>
          </p:nvSpPr>
          <p:spPr>
            <a:xfrm>
              <a:off x="984050" y="1519550"/>
              <a:ext cx="205117" cy="120657"/>
            </a:xfrm>
            <a:custGeom>
              <a:avLst/>
              <a:gdLst>
                <a:gd name="connsiteX0" fmla="*/ 0 w 205117"/>
                <a:gd name="connsiteY0" fmla="*/ 120657 h 120657"/>
                <a:gd name="connsiteX1" fmla="*/ 99044 w 205117"/>
                <a:gd name="connsiteY1" fmla="*/ 120657 h 120657"/>
                <a:gd name="connsiteX2" fmla="*/ 99044 w 205117"/>
                <a:gd name="connsiteY2" fmla="*/ 120657 h 120657"/>
                <a:gd name="connsiteX3" fmla="*/ 102878 w 205117"/>
                <a:gd name="connsiteY3" fmla="*/ 120657 h 120657"/>
                <a:gd name="connsiteX4" fmla="*/ 102878 w 205117"/>
                <a:gd name="connsiteY4" fmla="*/ 120657 h 120657"/>
                <a:gd name="connsiteX5" fmla="*/ 205117 w 205117"/>
                <a:gd name="connsiteY5" fmla="*/ 120657 h 120657"/>
                <a:gd name="connsiteX6" fmla="*/ 205117 w 205117"/>
                <a:gd name="connsiteY6" fmla="*/ 0 h 120657"/>
                <a:gd name="connsiteX7" fmla="*/ 0 w 205117"/>
                <a:gd name="connsiteY7" fmla="*/ 0 h 120657"/>
                <a:gd name="connsiteX8" fmla="*/ 0 w 205117"/>
                <a:gd name="connsiteY8" fmla="*/ 120657 h 120657"/>
                <a:gd name="connsiteX9" fmla="*/ 95849 w 205117"/>
                <a:gd name="connsiteY9" fmla="*/ 36389 h 120657"/>
                <a:gd name="connsiteX10" fmla="*/ 102239 w 205117"/>
                <a:gd name="connsiteY10" fmla="*/ 30005 h 120657"/>
                <a:gd name="connsiteX11" fmla="*/ 108629 w 205117"/>
                <a:gd name="connsiteY11" fmla="*/ 36389 h 120657"/>
                <a:gd name="connsiteX12" fmla="*/ 108629 w 205117"/>
                <a:gd name="connsiteY12" fmla="*/ 54264 h 120657"/>
                <a:gd name="connsiteX13" fmla="*/ 131633 w 205117"/>
                <a:gd name="connsiteY13" fmla="*/ 31282 h 120657"/>
                <a:gd name="connsiteX14" fmla="*/ 140579 w 205117"/>
                <a:gd name="connsiteY14" fmla="*/ 31282 h 120657"/>
                <a:gd name="connsiteX15" fmla="*/ 140579 w 205117"/>
                <a:gd name="connsiteY15" fmla="*/ 40219 h 120657"/>
                <a:gd name="connsiteX16" fmla="*/ 126521 w 205117"/>
                <a:gd name="connsiteY16" fmla="*/ 54264 h 120657"/>
                <a:gd name="connsiteX17" fmla="*/ 143774 w 205117"/>
                <a:gd name="connsiteY17" fmla="*/ 80438 h 120657"/>
                <a:gd name="connsiteX18" fmla="*/ 141857 w 205117"/>
                <a:gd name="connsiteY18" fmla="*/ 89376 h 120657"/>
                <a:gd name="connsiteX19" fmla="*/ 138023 w 205117"/>
                <a:gd name="connsiteY19" fmla="*/ 90653 h 120657"/>
                <a:gd name="connsiteX20" fmla="*/ 132911 w 205117"/>
                <a:gd name="connsiteY20" fmla="*/ 88099 h 120657"/>
                <a:gd name="connsiteX21" fmla="*/ 116936 w 205117"/>
                <a:gd name="connsiteY21" fmla="*/ 64478 h 120657"/>
                <a:gd name="connsiteX22" fmla="*/ 107990 w 205117"/>
                <a:gd name="connsiteY22" fmla="*/ 73416 h 120657"/>
                <a:gd name="connsiteX23" fmla="*/ 107990 w 205117"/>
                <a:gd name="connsiteY23" fmla="*/ 84907 h 120657"/>
                <a:gd name="connsiteX24" fmla="*/ 101600 w 205117"/>
                <a:gd name="connsiteY24" fmla="*/ 91291 h 120657"/>
                <a:gd name="connsiteX25" fmla="*/ 95210 w 205117"/>
                <a:gd name="connsiteY25" fmla="*/ 84907 h 120657"/>
                <a:gd name="connsiteX26" fmla="*/ 95210 w 205117"/>
                <a:gd name="connsiteY26" fmla="*/ 36389 h 120657"/>
                <a:gd name="connsiteX27" fmla="*/ 95849 w 205117"/>
                <a:gd name="connsiteY27" fmla="*/ 36389 h 120657"/>
                <a:gd name="connsiteX28" fmla="*/ 44091 w 205117"/>
                <a:gd name="connsiteY28" fmla="*/ 67032 h 120657"/>
                <a:gd name="connsiteX29" fmla="*/ 70928 w 205117"/>
                <a:gd name="connsiteY29" fmla="*/ 31920 h 120657"/>
                <a:gd name="connsiteX30" fmla="*/ 77957 w 205117"/>
                <a:gd name="connsiteY30" fmla="*/ 30005 h 120657"/>
                <a:gd name="connsiteX31" fmla="*/ 82430 w 205117"/>
                <a:gd name="connsiteY31" fmla="*/ 35750 h 120657"/>
                <a:gd name="connsiteX32" fmla="*/ 82430 w 205117"/>
                <a:gd name="connsiteY32" fmla="*/ 64478 h 120657"/>
                <a:gd name="connsiteX33" fmla="*/ 84347 w 205117"/>
                <a:gd name="connsiteY33" fmla="*/ 64478 h 120657"/>
                <a:gd name="connsiteX34" fmla="*/ 90737 w 205117"/>
                <a:gd name="connsiteY34" fmla="*/ 70862 h 120657"/>
                <a:gd name="connsiteX35" fmla="*/ 84347 w 205117"/>
                <a:gd name="connsiteY35" fmla="*/ 77246 h 120657"/>
                <a:gd name="connsiteX36" fmla="*/ 82430 w 205117"/>
                <a:gd name="connsiteY36" fmla="*/ 77246 h 120657"/>
                <a:gd name="connsiteX37" fmla="*/ 82430 w 205117"/>
                <a:gd name="connsiteY37" fmla="*/ 83630 h 120657"/>
                <a:gd name="connsiteX38" fmla="*/ 76040 w 205117"/>
                <a:gd name="connsiteY38" fmla="*/ 90014 h 120657"/>
                <a:gd name="connsiteX39" fmla="*/ 69650 w 205117"/>
                <a:gd name="connsiteY39" fmla="*/ 83630 h 120657"/>
                <a:gd name="connsiteX40" fmla="*/ 69650 w 205117"/>
                <a:gd name="connsiteY40" fmla="*/ 77246 h 120657"/>
                <a:gd name="connsiteX41" fmla="*/ 49202 w 205117"/>
                <a:gd name="connsiteY41" fmla="*/ 77246 h 120657"/>
                <a:gd name="connsiteX42" fmla="*/ 43452 w 205117"/>
                <a:gd name="connsiteY42" fmla="*/ 73416 h 120657"/>
                <a:gd name="connsiteX43" fmla="*/ 44091 w 205117"/>
                <a:gd name="connsiteY43" fmla="*/ 67032 h 120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5117" h="120657">
                  <a:moveTo>
                    <a:pt x="0" y="120657"/>
                  </a:moveTo>
                  <a:lnTo>
                    <a:pt x="99044" y="120657"/>
                  </a:lnTo>
                  <a:lnTo>
                    <a:pt x="99044" y="120657"/>
                  </a:lnTo>
                  <a:lnTo>
                    <a:pt x="102878" y="120657"/>
                  </a:lnTo>
                  <a:lnTo>
                    <a:pt x="102878" y="120657"/>
                  </a:lnTo>
                  <a:lnTo>
                    <a:pt x="205117" y="120657"/>
                  </a:lnTo>
                  <a:lnTo>
                    <a:pt x="205117" y="0"/>
                  </a:lnTo>
                  <a:lnTo>
                    <a:pt x="0" y="0"/>
                  </a:lnTo>
                  <a:lnTo>
                    <a:pt x="0" y="120657"/>
                  </a:lnTo>
                  <a:close/>
                  <a:moveTo>
                    <a:pt x="95849" y="36389"/>
                  </a:moveTo>
                  <a:cubicBezTo>
                    <a:pt x="95849" y="32558"/>
                    <a:pt x="98405" y="30005"/>
                    <a:pt x="102239" y="30005"/>
                  </a:cubicBezTo>
                  <a:cubicBezTo>
                    <a:pt x="106073" y="30005"/>
                    <a:pt x="108629" y="32558"/>
                    <a:pt x="108629" y="36389"/>
                  </a:cubicBezTo>
                  <a:lnTo>
                    <a:pt x="108629" y="54264"/>
                  </a:lnTo>
                  <a:lnTo>
                    <a:pt x="131633" y="31282"/>
                  </a:lnTo>
                  <a:cubicBezTo>
                    <a:pt x="134189" y="28728"/>
                    <a:pt x="138023" y="28728"/>
                    <a:pt x="140579" y="31282"/>
                  </a:cubicBezTo>
                  <a:cubicBezTo>
                    <a:pt x="143135" y="33835"/>
                    <a:pt x="143135" y="37666"/>
                    <a:pt x="140579" y="40219"/>
                  </a:cubicBezTo>
                  <a:lnTo>
                    <a:pt x="126521" y="54264"/>
                  </a:lnTo>
                  <a:lnTo>
                    <a:pt x="143774" y="80438"/>
                  </a:lnTo>
                  <a:cubicBezTo>
                    <a:pt x="145691" y="83630"/>
                    <a:pt x="145052" y="87461"/>
                    <a:pt x="141857" y="89376"/>
                  </a:cubicBezTo>
                  <a:cubicBezTo>
                    <a:pt x="140579" y="90014"/>
                    <a:pt x="139301" y="90653"/>
                    <a:pt x="138023" y="90653"/>
                  </a:cubicBezTo>
                  <a:cubicBezTo>
                    <a:pt x="136106" y="90653"/>
                    <a:pt x="134189" y="89376"/>
                    <a:pt x="132911" y="88099"/>
                  </a:cubicBezTo>
                  <a:lnTo>
                    <a:pt x="116936" y="64478"/>
                  </a:lnTo>
                  <a:lnTo>
                    <a:pt x="107990" y="73416"/>
                  </a:lnTo>
                  <a:lnTo>
                    <a:pt x="107990" y="84907"/>
                  </a:lnTo>
                  <a:cubicBezTo>
                    <a:pt x="107990" y="88737"/>
                    <a:pt x="105434" y="91291"/>
                    <a:pt x="101600" y="91291"/>
                  </a:cubicBezTo>
                  <a:cubicBezTo>
                    <a:pt x="97766" y="91291"/>
                    <a:pt x="95210" y="88737"/>
                    <a:pt x="95210" y="84907"/>
                  </a:cubicBezTo>
                  <a:lnTo>
                    <a:pt x="95210" y="36389"/>
                  </a:lnTo>
                  <a:lnTo>
                    <a:pt x="95849" y="36389"/>
                  </a:lnTo>
                  <a:close/>
                  <a:moveTo>
                    <a:pt x="44091" y="67032"/>
                  </a:moveTo>
                  <a:lnTo>
                    <a:pt x="70928" y="31920"/>
                  </a:lnTo>
                  <a:cubicBezTo>
                    <a:pt x="72845" y="30005"/>
                    <a:pt x="75401" y="28728"/>
                    <a:pt x="77957" y="30005"/>
                  </a:cubicBezTo>
                  <a:cubicBezTo>
                    <a:pt x="80513" y="30643"/>
                    <a:pt x="82430" y="33197"/>
                    <a:pt x="82430" y="35750"/>
                  </a:cubicBezTo>
                  <a:lnTo>
                    <a:pt x="82430" y="64478"/>
                  </a:lnTo>
                  <a:lnTo>
                    <a:pt x="84347" y="64478"/>
                  </a:lnTo>
                  <a:cubicBezTo>
                    <a:pt x="88181" y="64478"/>
                    <a:pt x="90737" y="67032"/>
                    <a:pt x="90737" y="70862"/>
                  </a:cubicBezTo>
                  <a:cubicBezTo>
                    <a:pt x="90737" y="74693"/>
                    <a:pt x="88181" y="77246"/>
                    <a:pt x="84347" y="77246"/>
                  </a:cubicBezTo>
                  <a:lnTo>
                    <a:pt x="82430" y="77246"/>
                  </a:lnTo>
                  <a:lnTo>
                    <a:pt x="82430" y="83630"/>
                  </a:lnTo>
                  <a:cubicBezTo>
                    <a:pt x="82430" y="87461"/>
                    <a:pt x="79874" y="90014"/>
                    <a:pt x="76040" y="90014"/>
                  </a:cubicBezTo>
                  <a:cubicBezTo>
                    <a:pt x="72206" y="90014"/>
                    <a:pt x="69650" y="87461"/>
                    <a:pt x="69650" y="83630"/>
                  </a:cubicBezTo>
                  <a:lnTo>
                    <a:pt x="69650" y="77246"/>
                  </a:lnTo>
                  <a:lnTo>
                    <a:pt x="49202" y="77246"/>
                  </a:lnTo>
                  <a:cubicBezTo>
                    <a:pt x="46647" y="77246"/>
                    <a:pt x="44730" y="75969"/>
                    <a:pt x="43452" y="73416"/>
                  </a:cubicBezTo>
                  <a:cubicBezTo>
                    <a:pt x="42174" y="71501"/>
                    <a:pt x="42813" y="68947"/>
                    <a:pt x="44091" y="67032"/>
                  </a:cubicBezTo>
                  <a:close/>
                </a:path>
              </a:pathLst>
            </a:custGeom>
            <a:solidFill>
              <a:srgbClr val="007680"/>
            </a:solidFill>
            <a:ln w="6390" cap="flat">
              <a:noFill/>
              <a:prstDash val="solid"/>
              <a:miter/>
            </a:ln>
          </p:spPr>
          <p:txBody>
            <a:bodyPr rtlCol="0" anchor="ctr"/>
            <a:lstStyle/>
            <a:p>
              <a:endParaRPr lang="en-US"/>
            </a:p>
          </p:txBody>
        </p:sp>
        <p:sp>
          <p:nvSpPr>
            <p:cNvPr id="309" name="Graphic 4">
              <a:extLst>
                <a:ext uri="{FF2B5EF4-FFF2-40B4-BE49-F238E27FC236}">
                  <a16:creationId xmlns:a16="http://schemas.microsoft.com/office/drawing/2014/main" id="{F7D8DCDE-4638-904D-B188-6C2E721D5D99}"/>
                </a:ext>
              </a:extLst>
            </p:cNvPr>
            <p:cNvSpPr/>
            <p:nvPr/>
          </p:nvSpPr>
          <p:spPr>
            <a:xfrm>
              <a:off x="905454"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96493 w 361670"/>
                <a:gd name="connsiteY5" fmla="*/ 244506 h 361333"/>
                <a:gd name="connsiteX6" fmla="*/ 290103 w 361670"/>
                <a:gd name="connsiteY6" fmla="*/ 250890 h 361333"/>
                <a:gd name="connsiteX7" fmla="*/ 214063 w 361670"/>
                <a:gd name="connsiteY7" fmla="*/ 250890 h 361333"/>
                <a:gd name="connsiteX8" fmla="*/ 233872 w 361670"/>
                <a:gd name="connsiteY8" fmla="*/ 257913 h 361333"/>
                <a:gd name="connsiteX9" fmla="*/ 237706 w 361670"/>
                <a:gd name="connsiteY9" fmla="*/ 266212 h 361333"/>
                <a:gd name="connsiteX10" fmla="*/ 231955 w 361670"/>
                <a:gd name="connsiteY10" fmla="*/ 270681 h 361333"/>
                <a:gd name="connsiteX11" fmla="*/ 230038 w 361670"/>
                <a:gd name="connsiteY11" fmla="*/ 270042 h 361333"/>
                <a:gd name="connsiteX12" fmla="*/ 179557 w 361670"/>
                <a:gd name="connsiteY12" fmla="*/ 252167 h 361333"/>
                <a:gd name="connsiteX13" fmla="*/ 129077 w 361670"/>
                <a:gd name="connsiteY13" fmla="*/ 270042 h 361333"/>
                <a:gd name="connsiteX14" fmla="*/ 127160 w 361670"/>
                <a:gd name="connsiteY14" fmla="*/ 270681 h 361333"/>
                <a:gd name="connsiteX15" fmla="*/ 121409 w 361670"/>
                <a:gd name="connsiteY15" fmla="*/ 266212 h 361333"/>
                <a:gd name="connsiteX16" fmla="*/ 125243 w 361670"/>
                <a:gd name="connsiteY16" fmla="*/ 257913 h 361333"/>
                <a:gd name="connsiteX17" fmla="*/ 145052 w 361670"/>
                <a:gd name="connsiteY17" fmla="*/ 250890 h 361333"/>
                <a:gd name="connsiteX18" fmla="*/ 72206 w 361670"/>
                <a:gd name="connsiteY18" fmla="*/ 250890 h 361333"/>
                <a:gd name="connsiteX19" fmla="*/ 65816 w 361670"/>
                <a:gd name="connsiteY19" fmla="*/ 244506 h 361333"/>
                <a:gd name="connsiteX20" fmla="*/ 65816 w 361670"/>
                <a:gd name="connsiteY20" fmla="*/ 111081 h 361333"/>
                <a:gd name="connsiteX21" fmla="*/ 72206 w 361670"/>
                <a:gd name="connsiteY21" fmla="*/ 104697 h 361333"/>
                <a:gd name="connsiteX22" fmla="*/ 290103 w 361670"/>
                <a:gd name="connsiteY22" fmla="*/ 104697 h 361333"/>
                <a:gd name="connsiteX23" fmla="*/ 296493 w 361670"/>
                <a:gd name="connsiteY23" fmla="*/ 111081 h 361333"/>
                <a:gd name="connsiteX24" fmla="*/ 296493 w 361670"/>
                <a:gd name="connsiteY24" fmla="*/ 24450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296493" y="244506"/>
                  </a:moveTo>
                  <a:cubicBezTo>
                    <a:pt x="296493" y="248337"/>
                    <a:pt x="293937" y="250890"/>
                    <a:pt x="290103" y="250890"/>
                  </a:cubicBezTo>
                  <a:lnTo>
                    <a:pt x="214063" y="250890"/>
                  </a:lnTo>
                  <a:lnTo>
                    <a:pt x="233872" y="257913"/>
                  </a:lnTo>
                  <a:cubicBezTo>
                    <a:pt x="237067" y="259190"/>
                    <a:pt x="238984" y="263020"/>
                    <a:pt x="237706" y="266212"/>
                  </a:cubicBezTo>
                  <a:cubicBezTo>
                    <a:pt x="237067" y="268766"/>
                    <a:pt x="234511" y="270681"/>
                    <a:pt x="231955" y="270681"/>
                  </a:cubicBezTo>
                  <a:cubicBezTo>
                    <a:pt x="231316" y="270681"/>
                    <a:pt x="230677" y="270681"/>
                    <a:pt x="230038" y="270042"/>
                  </a:cubicBezTo>
                  <a:lnTo>
                    <a:pt x="179557" y="252167"/>
                  </a:lnTo>
                  <a:lnTo>
                    <a:pt x="129077" y="270042"/>
                  </a:lnTo>
                  <a:cubicBezTo>
                    <a:pt x="128438" y="270042"/>
                    <a:pt x="127799" y="270681"/>
                    <a:pt x="127160" y="270681"/>
                  </a:cubicBezTo>
                  <a:cubicBezTo>
                    <a:pt x="124604" y="270681"/>
                    <a:pt x="122048" y="268766"/>
                    <a:pt x="121409" y="266212"/>
                  </a:cubicBezTo>
                  <a:cubicBezTo>
                    <a:pt x="120131" y="263020"/>
                    <a:pt x="122048" y="259190"/>
                    <a:pt x="125243" y="257913"/>
                  </a:cubicBezTo>
                  <a:lnTo>
                    <a:pt x="145052" y="250890"/>
                  </a:lnTo>
                  <a:lnTo>
                    <a:pt x="72206" y="250890"/>
                  </a:lnTo>
                  <a:cubicBezTo>
                    <a:pt x="68372" y="250890"/>
                    <a:pt x="65816" y="248337"/>
                    <a:pt x="65816" y="244506"/>
                  </a:cubicBezTo>
                  <a:lnTo>
                    <a:pt x="65816" y="111081"/>
                  </a:lnTo>
                  <a:cubicBezTo>
                    <a:pt x="65816" y="107251"/>
                    <a:pt x="68372" y="104697"/>
                    <a:pt x="72206" y="104697"/>
                  </a:cubicBezTo>
                  <a:lnTo>
                    <a:pt x="290103" y="104697"/>
                  </a:lnTo>
                  <a:cubicBezTo>
                    <a:pt x="293937" y="104697"/>
                    <a:pt x="296493" y="107251"/>
                    <a:pt x="296493" y="111081"/>
                  </a:cubicBezTo>
                  <a:lnTo>
                    <a:pt x="296493" y="244506"/>
                  </a:lnTo>
                  <a:close/>
                </a:path>
              </a:pathLst>
            </a:custGeom>
            <a:solidFill>
              <a:srgbClr val="007680"/>
            </a:solidFill>
            <a:ln w="6390" cap="flat">
              <a:noFill/>
              <a:prstDash val="solid"/>
              <a:miter/>
            </a:ln>
          </p:spPr>
          <p:txBody>
            <a:bodyPr rtlCol="0" anchor="ctr"/>
            <a:lstStyle/>
            <a:p>
              <a:endParaRPr lang="en-US"/>
            </a:p>
          </p:txBody>
        </p:sp>
        <p:sp>
          <p:nvSpPr>
            <p:cNvPr id="310" name="Graphic 4">
              <a:extLst>
                <a:ext uri="{FF2B5EF4-FFF2-40B4-BE49-F238E27FC236}">
                  <a16:creationId xmlns:a16="http://schemas.microsoft.com/office/drawing/2014/main" id="{CF15D73D-760D-2545-9D81-9193556C2029}"/>
                </a:ext>
              </a:extLst>
            </p:cNvPr>
            <p:cNvSpPr/>
            <p:nvPr/>
          </p:nvSpPr>
          <p:spPr>
            <a:xfrm>
              <a:off x="1046032" y="1574452"/>
              <a:ext cx="7667" cy="9575"/>
            </a:xfrm>
            <a:custGeom>
              <a:avLst/>
              <a:gdLst>
                <a:gd name="connsiteX0" fmla="*/ 7668 w 7667"/>
                <a:gd name="connsiteY0" fmla="*/ 0 h 9575"/>
                <a:gd name="connsiteX1" fmla="*/ 0 w 7667"/>
                <a:gd name="connsiteY1" fmla="*/ 9576 h 9575"/>
                <a:gd name="connsiteX2" fmla="*/ 7668 w 7667"/>
                <a:gd name="connsiteY2" fmla="*/ 9576 h 9575"/>
              </a:gdLst>
              <a:ahLst/>
              <a:cxnLst>
                <a:cxn ang="0">
                  <a:pos x="connsiteX0" y="connsiteY0"/>
                </a:cxn>
                <a:cxn ang="0">
                  <a:pos x="connsiteX1" y="connsiteY1"/>
                </a:cxn>
                <a:cxn ang="0">
                  <a:pos x="connsiteX2" y="connsiteY2"/>
                </a:cxn>
              </a:cxnLst>
              <a:rect l="l" t="t" r="r" b="b"/>
              <a:pathLst>
                <a:path w="7667" h="9575">
                  <a:moveTo>
                    <a:pt x="7668" y="0"/>
                  </a:moveTo>
                  <a:lnTo>
                    <a:pt x="0" y="9576"/>
                  </a:lnTo>
                  <a:lnTo>
                    <a:pt x="7668" y="9576"/>
                  </a:lnTo>
                  <a:close/>
                </a:path>
              </a:pathLst>
            </a:custGeom>
            <a:solidFill>
              <a:srgbClr val="007680"/>
            </a:solidFill>
            <a:ln w="6390" cap="flat">
              <a:noFill/>
              <a:prstDash val="solid"/>
              <a:miter/>
            </a:ln>
          </p:spPr>
          <p:txBody>
            <a:bodyPr rtlCol="0" anchor="ctr"/>
            <a:lstStyle/>
            <a:p>
              <a:endParaRPr lang="en-US"/>
            </a:p>
          </p:txBody>
        </p:sp>
      </p:grpSp>
      <p:grpSp>
        <p:nvGrpSpPr>
          <p:cNvPr id="311" name="Graphic 4">
            <a:extLst>
              <a:ext uri="{FF2B5EF4-FFF2-40B4-BE49-F238E27FC236}">
                <a16:creationId xmlns:a16="http://schemas.microsoft.com/office/drawing/2014/main" id="{EDF32130-EFE5-D948-B662-902C8441FAE8}"/>
              </a:ext>
            </a:extLst>
          </p:cNvPr>
          <p:cNvGrpSpPr/>
          <p:nvPr/>
        </p:nvGrpSpPr>
        <p:grpSpPr>
          <a:xfrm>
            <a:off x="467743" y="2855717"/>
            <a:ext cx="361670" cy="361333"/>
            <a:chOff x="467743" y="2855717"/>
            <a:chExt cx="361670" cy="361333"/>
          </a:xfrm>
          <a:solidFill>
            <a:srgbClr val="007680"/>
          </a:solidFill>
        </p:grpSpPr>
        <p:sp>
          <p:nvSpPr>
            <p:cNvPr id="312" name="Graphic 4">
              <a:extLst>
                <a:ext uri="{FF2B5EF4-FFF2-40B4-BE49-F238E27FC236}">
                  <a16:creationId xmlns:a16="http://schemas.microsoft.com/office/drawing/2014/main" id="{01FE93E8-9BF1-F341-A816-D8AA4F7AD86A}"/>
                </a:ext>
              </a:extLst>
            </p:cNvPr>
            <p:cNvSpPr/>
            <p:nvPr/>
          </p:nvSpPr>
          <p:spPr>
            <a:xfrm>
              <a:off x="467743"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257"/>
                    <a:pt x="361670" y="180667"/>
                  </a:cubicBezTo>
                  <a:cubicBezTo>
                    <a:pt x="361670" y="81076"/>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313" name="Graphic 4">
              <a:extLst>
                <a:ext uri="{FF2B5EF4-FFF2-40B4-BE49-F238E27FC236}">
                  <a16:creationId xmlns:a16="http://schemas.microsoft.com/office/drawing/2014/main" id="{1A808834-0B36-D145-A5DF-63C40B37A4F7}"/>
                </a:ext>
              </a:extLst>
            </p:cNvPr>
            <p:cNvSpPr/>
            <p:nvPr/>
          </p:nvSpPr>
          <p:spPr>
            <a:xfrm>
              <a:off x="545061" y="2959776"/>
              <a:ext cx="207033" cy="166621"/>
            </a:xfrm>
            <a:custGeom>
              <a:avLst/>
              <a:gdLst>
                <a:gd name="connsiteX0" fmla="*/ 200644 w 207033"/>
                <a:gd name="connsiteY0" fmla="*/ 0 h 166621"/>
                <a:gd name="connsiteX1" fmla="*/ 6390 w 207033"/>
                <a:gd name="connsiteY1" fmla="*/ 0 h 166621"/>
                <a:gd name="connsiteX2" fmla="*/ 0 w 207033"/>
                <a:gd name="connsiteY2" fmla="*/ 6384 h 166621"/>
                <a:gd name="connsiteX3" fmla="*/ 0 w 207033"/>
                <a:gd name="connsiteY3" fmla="*/ 131510 h 166621"/>
                <a:gd name="connsiteX4" fmla="*/ 6390 w 207033"/>
                <a:gd name="connsiteY4" fmla="*/ 137894 h 166621"/>
                <a:gd name="connsiteX5" fmla="*/ 97127 w 207033"/>
                <a:gd name="connsiteY5" fmla="*/ 137894 h 166621"/>
                <a:gd name="connsiteX6" fmla="*/ 97127 w 207033"/>
                <a:gd name="connsiteY6" fmla="*/ 153854 h 166621"/>
                <a:gd name="connsiteX7" fmla="*/ 68372 w 207033"/>
                <a:gd name="connsiteY7" fmla="*/ 153854 h 166621"/>
                <a:gd name="connsiteX8" fmla="*/ 61982 w 207033"/>
                <a:gd name="connsiteY8" fmla="*/ 160238 h 166621"/>
                <a:gd name="connsiteX9" fmla="*/ 68372 w 207033"/>
                <a:gd name="connsiteY9" fmla="*/ 166622 h 166621"/>
                <a:gd name="connsiteX10" fmla="*/ 138662 w 207033"/>
                <a:gd name="connsiteY10" fmla="*/ 166622 h 166621"/>
                <a:gd name="connsiteX11" fmla="*/ 145052 w 207033"/>
                <a:gd name="connsiteY11" fmla="*/ 160238 h 166621"/>
                <a:gd name="connsiteX12" fmla="*/ 138662 w 207033"/>
                <a:gd name="connsiteY12" fmla="*/ 153854 h 166621"/>
                <a:gd name="connsiteX13" fmla="*/ 109907 w 207033"/>
                <a:gd name="connsiteY13" fmla="*/ 153854 h 166621"/>
                <a:gd name="connsiteX14" fmla="*/ 109907 w 207033"/>
                <a:gd name="connsiteY14" fmla="*/ 137894 h 166621"/>
                <a:gd name="connsiteX15" fmla="*/ 200644 w 207033"/>
                <a:gd name="connsiteY15" fmla="*/ 137894 h 166621"/>
                <a:gd name="connsiteX16" fmla="*/ 207034 w 207033"/>
                <a:gd name="connsiteY16" fmla="*/ 131510 h 166621"/>
                <a:gd name="connsiteX17" fmla="*/ 207034 w 207033"/>
                <a:gd name="connsiteY17" fmla="*/ 6384 h 166621"/>
                <a:gd name="connsiteX18" fmla="*/ 200644 w 207033"/>
                <a:gd name="connsiteY18" fmla="*/ 0 h 166621"/>
                <a:gd name="connsiteX19" fmla="*/ 194254 w 207033"/>
                <a:gd name="connsiteY19" fmla="*/ 124488 h 166621"/>
                <a:gd name="connsiteX20" fmla="*/ 12780 w 207033"/>
                <a:gd name="connsiteY20" fmla="*/ 124488 h 166621"/>
                <a:gd name="connsiteX21" fmla="*/ 12780 w 207033"/>
                <a:gd name="connsiteY21" fmla="*/ 12768 h 166621"/>
                <a:gd name="connsiteX22" fmla="*/ 194254 w 207033"/>
                <a:gd name="connsiteY22" fmla="*/ 12768 h 166621"/>
                <a:gd name="connsiteX23" fmla="*/ 194254 w 207033"/>
                <a:gd name="connsiteY23" fmla="*/ 124488 h 166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7033" h="166621">
                  <a:moveTo>
                    <a:pt x="200644" y="0"/>
                  </a:moveTo>
                  <a:lnTo>
                    <a:pt x="6390" y="0"/>
                  </a:lnTo>
                  <a:cubicBezTo>
                    <a:pt x="2556" y="0"/>
                    <a:pt x="0" y="2554"/>
                    <a:pt x="0" y="6384"/>
                  </a:cubicBezTo>
                  <a:lnTo>
                    <a:pt x="0" y="131510"/>
                  </a:lnTo>
                  <a:cubicBezTo>
                    <a:pt x="0" y="135341"/>
                    <a:pt x="2556" y="137894"/>
                    <a:pt x="6390" y="137894"/>
                  </a:cubicBezTo>
                  <a:lnTo>
                    <a:pt x="97127" y="137894"/>
                  </a:lnTo>
                  <a:lnTo>
                    <a:pt x="97127" y="153854"/>
                  </a:lnTo>
                  <a:lnTo>
                    <a:pt x="68372" y="153854"/>
                  </a:lnTo>
                  <a:cubicBezTo>
                    <a:pt x="64538" y="153854"/>
                    <a:pt x="61982" y="156408"/>
                    <a:pt x="61982" y="160238"/>
                  </a:cubicBezTo>
                  <a:cubicBezTo>
                    <a:pt x="61982" y="164068"/>
                    <a:pt x="64538" y="166622"/>
                    <a:pt x="68372" y="166622"/>
                  </a:cubicBezTo>
                  <a:lnTo>
                    <a:pt x="138662" y="166622"/>
                  </a:lnTo>
                  <a:cubicBezTo>
                    <a:pt x="142496" y="166622"/>
                    <a:pt x="145052" y="164068"/>
                    <a:pt x="145052" y="160238"/>
                  </a:cubicBezTo>
                  <a:cubicBezTo>
                    <a:pt x="145052" y="156408"/>
                    <a:pt x="142496" y="153854"/>
                    <a:pt x="138662" y="153854"/>
                  </a:cubicBezTo>
                  <a:lnTo>
                    <a:pt x="109907" y="153854"/>
                  </a:lnTo>
                  <a:lnTo>
                    <a:pt x="109907" y="137894"/>
                  </a:lnTo>
                  <a:lnTo>
                    <a:pt x="200644" y="137894"/>
                  </a:lnTo>
                  <a:cubicBezTo>
                    <a:pt x="204478" y="137894"/>
                    <a:pt x="207034" y="135341"/>
                    <a:pt x="207034" y="131510"/>
                  </a:cubicBezTo>
                  <a:lnTo>
                    <a:pt x="207034" y="6384"/>
                  </a:lnTo>
                  <a:cubicBezTo>
                    <a:pt x="207034" y="2554"/>
                    <a:pt x="203839" y="0"/>
                    <a:pt x="200644" y="0"/>
                  </a:cubicBezTo>
                  <a:close/>
                  <a:moveTo>
                    <a:pt x="194254" y="124488"/>
                  </a:moveTo>
                  <a:lnTo>
                    <a:pt x="12780" y="124488"/>
                  </a:lnTo>
                  <a:lnTo>
                    <a:pt x="12780" y="12768"/>
                  </a:lnTo>
                  <a:lnTo>
                    <a:pt x="194254" y="12768"/>
                  </a:lnTo>
                  <a:cubicBezTo>
                    <a:pt x="194254" y="12768"/>
                    <a:pt x="194254" y="124488"/>
                    <a:pt x="194254" y="124488"/>
                  </a:cubicBezTo>
                  <a:close/>
                </a:path>
              </a:pathLst>
            </a:custGeom>
            <a:solidFill>
              <a:srgbClr val="007680"/>
            </a:solidFill>
            <a:ln w="6390" cap="flat">
              <a:noFill/>
              <a:prstDash val="solid"/>
              <a:miter/>
            </a:ln>
          </p:spPr>
          <p:txBody>
            <a:bodyPr rtlCol="0" anchor="ctr"/>
            <a:lstStyle/>
            <a:p>
              <a:endParaRPr lang="en-US"/>
            </a:p>
          </p:txBody>
        </p:sp>
        <p:sp>
          <p:nvSpPr>
            <p:cNvPr id="314" name="Graphic 4">
              <a:extLst>
                <a:ext uri="{FF2B5EF4-FFF2-40B4-BE49-F238E27FC236}">
                  <a16:creationId xmlns:a16="http://schemas.microsoft.com/office/drawing/2014/main" id="{533102DD-45A4-3F4D-8CD9-851AA229DC4B}"/>
                </a:ext>
              </a:extLst>
            </p:cNvPr>
            <p:cNvSpPr/>
            <p:nvPr/>
          </p:nvSpPr>
          <p:spPr>
            <a:xfrm>
              <a:off x="641549" y="3002549"/>
              <a:ext cx="49002" cy="60009"/>
            </a:xfrm>
            <a:custGeom>
              <a:avLst/>
              <a:gdLst>
                <a:gd name="connsiteX0" fmla="*/ 7029 w 49002"/>
                <a:gd name="connsiteY0" fmla="*/ 60009 h 60009"/>
                <a:gd name="connsiteX1" fmla="*/ 13419 w 49002"/>
                <a:gd name="connsiteY1" fmla="*/ 53625 h 60009"/>
                <a:gd name="connsiteX2" fmla="*/ 13419 w 49002"/>
                <a:gd name="connsiteY2" fmla="*/ 42134 h 60009"/>
                <a:gd name="connsiteX3" fmla="*/ 21726 w 49002"/>
                <a:gd name="connsiteY3" fmla="*/ 33835 h 60009"/>
                <a:gd name="connsiteX4" fmla="*/ 37062 w 49002"/>
                <a:gd name="connsiteY4" fmla="*/ 57456 h 60009"/>
                <a:gd name="connsiteX5" fmla="*/ 42174 w 49002"/>
                <a:gd name="connsiteY5" fmla="*/ 60009 h 60009"/>
                <a:gd name="connsiteX6" fmla="*/ 46008 w 49002"/>
                <a:gd name="connsiteY6" fmla="*/ 58733 h 60009"/>
                <a:gd name="connsiteX7" fmla="*/ 47925 w 49002"/>
                <a:gd name="connsiteY7" fmla="*/ 49795 h 60009"/>
                <a:gd name="connsiteX8" fmla="*/ 30672 w 49002"/>
                <a:gd name="connsiteY8" fmla="*/ 24259 h 60009"/>
                <a:gd name="connsiteX9" fmla="*/ 44091 w 49002"/>
                <a:gd name="connsiteY9" fmla="*/ 10853 h 60009"/>
                <a:gd name="connsiteX10" fmla="*/ 44091 w 49002"/>
                <a:gd name="connsiteY10" fmla="*/ 1915 h 60009"/>
                <a:gd name="connsiteX11" fmla="*/ 35145 w 49002"/>
                <a:gd name="connsiteY11" fmla="*/ 1915 h 60009"/>
                <a:gd name="connsiteX12" fmla="*/ 12780 w 49002"/>
                <a:gd name="connsiteY12" fmla="*/ 24259 h 60009"/>
                <a:gd name="connsiteX13" fmla="*/ 12780 w 49002"/>
                <a:gd name="connsiteY13" fmla="*/ 7022 h 60009"/>
                <a:gd name="connsiteX14" fmla="*/ 6390 w 49002"/>
                <a:gd name="connsiteY14" fmla="*/ 638 h 60009"/>
                <a:gd name="connsiteX15" fmla="*/ 0 w 49002"/>
                <a:gd name="connsiteY15" fmla="*/ 7022 h 60009"/>
                <a:gd name="connsiteX16" fmla="*/ 0 w 49002"/>
                <a:gd name="connsiteY16" fmla="*/ 53625 h 60009"/>
                <a:gd name="connsiteX17" fmla="*/ 7029 w 49002"/>
                <a:gd name="connsiteY17" fmla="*/ 60009 h 60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002" h="60009">
                  <a:moveTo>
                    <a:pt x="7029" y="60009"/>
                  </a:moveTo>
                  <a:cubicBezTo>
                    <a:pt x="10863" y="60009"/>
                    <a:pt x="13419" y="57456"/>
                    <a:pt x="13419" y="53625"/>
                  </a:cubicBezTo>
                  <a:lnTo>
                    <a:pt x="13419" y="42134"/>
                  </a:lnTo>
                  <a:lnTo>
                    <a:pt x="21726" y="33835"/>
                  </a:lnTo>
                  <a:lnTo>
                    <a:pt x="37062" y="57456"/>
                  </a:lnTo>
                  <a:cubicBezTo>
                    <a:pt x="38340" y="59371"/>
                    <a:pt x="40257" y="60009"/>
                    <a:pt x="42174" y="60009"/>
                  </a:cubicBezTo>
                  <a:cubicBezTo>
                    <a:pt x="43452" y="60009"/>
                    <a:pt x="44730" y="59371"/>
                    <a:pt x="46008" y="58733"/>
                  </a:cubicBezTo>
                  <a:cubicBezTo>
                    <a:pt x="49202" y="56817"/>
                    <a:pt x="49841" y="52987"/>
                    <a:pt x="47925" y="49795"/>
                  </a:cubicBezTo>
                  <a:lnTo>
                    <a:pt x="30672" y="24259"/>
                  </a:lnTo>
                  <a:lnTo>
                    <a:pt x="44091" y="10853"/>
                  </a:lnTo>
                  <a:cubicBezTo>
                    <a:pt x="46647" y="8299"/>
                    <a:pt x="46647" y="4469"/>
                    <a:pt x="44091" y="1915"/>
                  </a:cubicBezTo>
                  <a:cubicBezTo>
                    <a:pt x="41535" y="-638"/>
                    <a:pt x="37701" y="-638"/>
                    <a:pt x="35145" y="1915"/>
                  </a:cubicBezTo>
                  <a:lnTo>
                    <a:pt x="12780" y="24259"/>
                  </a:lnTo>
                  <a:lnTo>
                    <a:pt x="12780" y="7022"/>
                  </a:lnTo>
                  <a:cubicBezTo>
                    <a:pt x="12780" y="3192"/>
                    <a:pt x="10224" y="638"/>
                    <a:pt x="6390" y="638"/>
                  </a:cubicBezTo>
                  <a:cubicBezTo>
                    <a:pt x="2556" y="638"/>
                    <a:pt x="0" y="3192"/>
                    <a:pt x="0" y="7022"/>
                  </a:cubicBezTo>
                  <a:lnTo>
                    <a:pt x="0" y="53625"/>
                  </a:lnTo>
                  <a:cubicBezTo>
                    <a:pt x="639" y="56817"/>
                    <a:pt x="3195" y="60009"/>
                    <a:pt x="7029" y="60009"/>
                  </a:cubicBezTo>
                  <a:close/>
                </a:path>
              </a:pathLst>
            </a:custGeom>
            <a:solidFill>
              <a:srgbClr val="007680"/>
            </a:solidFill>
            <a:ln w="6390" cap="flat">
              <a:noFill/>
              <a:prstDash val="solid"/>
              <a:miter/>
            </a:ln>
          </p:spPr>
          <p:txBody>
            <a:bodyPr rtlCol="0" anchor="ctr"/>
            <a:lstStyle/>
            <a:p>
              <a:endParaRPr lang="en-US"/>
            </a:p>
          </p:txBody>
        </p:sp>
        <p:sp>
          <p:nvSpPr>
            <p:cNvPr id="315" name="Graphic 4">
              <a:extLst>
                <a:ext uri="{FF2B5EF4-FFF2-40B4-BE49-F238E27FC236}">
                  <a16:creationId xmlns:a16="http://schemas.microsoft.com/office/drawing/2014/main" id="{36F5FE80-8900-844F-AAA0-E3DAAD643535}"/>
                </a:ext>
              </a:extLst>
            </p:cNvPr>
            <p:cNvSpPr/>
            <p:nvPr/>
          </p:nvSpPr>
          <p:spPr>
            <a:xfrm>
              <a:off x="589733" y="3002948"/>
              <a:ext cx="47982" cy="59610"/>
            </a:xfrm>
            <a:custGeom>
              <a:avLst/>
              <a:gdLst>
                <a:gd name="connsiteX0" fmla="*/ 6448 w 47982"/>
                <a:gd name="connsiteY0" fmla="*/ 46843 h 59610"/>
                <a:gd name="connsiteX1" fmla="*/ 26895 w 47982"/>
                <a:gd name="connsiteY1" fmla="*/ 46843 h 59610"/>
                <a:gd name="connsiteX2" fmla="*/ 26895 w 47982"/>
                <a:gd name="connsiteY2" fmla="*/ 53227 h 59610"/>
                <a:gd name="connsiteX3" fmla="*/ 33285 w 47982"/>
                <a:gd name="connsiteY3" fmla="*/ 59610 h 59610"/>
                <a:gd name="connsiteX4" fmla="*/ 39675 w 47982"/>
                <a:gd name="connsiteY4" fmla="*/ 53227 h 59610"/>
                <a:gd name="connsiteX5" fmla="*/ 39675 w 47982"/>
                <a:gd name="connsiteY5" fmla="*/ 46843 h 59610"/>
                <a:gd name="connsiteX6" fmla="*/ 41592 w 47982"/>
                <a:gd name="connsiteY6" fmla="*/ 46843 h 59610"/>
                <a:gd name="connsiteX7" fmla="*/ 47982 w 47982"/>
                <a:gd name="connsiteY7" fmla="*/ 40459 h 59610"/>
                <a:gd name="connsiteX8" fmla="*/ 41592 w 47982"/>
                <a:gd name="connsiteY8" fmla="*/ 34075 h 59610"/>
                <a:gd name="connsiteX9" fmla="*/ 39675 w 47982"/>
                <a:gd name="connsiteY9" fmla="*/ 34075 h 59610"/>
                <a:gd name="connsiteX10" fmla="*/ 39675 w 47982"/>
                <a:gd name="connsiteY10" fmla="*/ 5985 h 59610"/>
                <a:gd name="connsiteX11" fmla="*/ 35202 w 47982"/>
                <a:gd name="connsiteY11" fmla="*/ 239 h 59610"/>
                <a:gd name="connsiteX12" fmla="*/ 28173 w 47982"/>
                <a:gd name="connsiteY12" fmla="*/ 2155 h 59610"/>
                <a:gd name="connsiteX13" fmla="*/ 1336 w 47982"/>
                <a:gd name="connsiteY13" fmla="*/ 36628 h 59610"/>
                <a:gd name="connsiteX14" fmla="*/ 697 w 47982"/>
                <a:gd name="connsiteY14" fmla="*/ 43651 h 59610"/>
                <a:gd name="connsiteX15" fmla="*/ 6448 w 47982"/>
                <a:gd name="connsiteY15" fmla="*/ 46843 h 59610"/>
                <a:gd name="connsiteX16" fmla="*/ 26256 w 47982"/>
                <a:gd name="connsiteY16" fmla="*/ 25137 h 59610"/>
                <a:gd name="connsiteX17" fmla="*/ 26256 w 47982"/>
                <a:gd name="connsiteY17" fmla="*/ 34075 h 59610"/>
                <a:gd name="connsiteX18" fmla="*/ 19227 w 47982"/>
                <a:gd name="connsiteY18" fmla="*/ 34075 h 59610"/>
                <a:gd name="connsiteX19" fmla="*/ 26256 w 47982"/>
                <a:gd name="connsiteY19" fmla="*/ 25137 h 5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7982" h="59610">
                  <a:moveTo>
                    <a:pt x="6448" y="46843"/>
                  </a:moveTo>
                  <a:lnTo>
                    <a:pt x="26895" y="46843"/>
                  </a:lnTo>
                  <a:lnTo>
                    <a:pt x="26895" y="53227"/>
                  </a:lnTo>
                  <a:cubicBezTo>
                    <a:pt x="26895" y="57057"/>
                    <a:pt x="29451" y="59610"/>
                    <a:pt x="33285" y="59610"/>
                  </a:cubicBezTo>
                  <a:cubicBezTo>
                    <a:pt x="37119" y="59610"/>
                    <a:pt x="39675" y="57057"/>
                    <a:pt x="39675" y="53227"/>
                  </a:cubicBezTo>
                  <a:lnTo>
                    <a:pt x="39675" y="46843"/>
                  </a:lnTo>
                  <a:lnTo>
                    <a:pt x="41592" y="46843"/>
                  </a:lnTo>
                  <a:cubicBezTo>
                    <a:pt x="45426" y="46843"/>
                    <a:pt x="47982" y="44289"/>
                    <a:pt x="47982" y="40459"/>
                  </a:cubicBezTo>
                  <a:cubicBezTo>
                    <a:pt x="47982" y="36628"/>
                    <a:pt x="45426" y="34075"/>
                    <a:pt x="41592" y="34075"/>
                  </a:cubicBezTo>
                  <a:lnTo>
                    <a:pt x="39675" y="34075"/>
                  </a:lnTo>
                  <a:lnTo>
                    <a:pt x="39675" y="5985"/>
                  </a:lnTo>
                  <a:cubicBezTo>
                    <a:pt x="39675" y="3431"/>
                    <a:pt x="37758" y="878"/>
                    <a:pt x="35202" y="239"/>
                  </a:cubicBezTo>
                  <a:cubicBezTo>
                    <a:pt x="32646" y="-399"/>
                    <a:pt x="29451" y="239"/>
                    <a:pt x="28173" y="2155"/>
                  </a:cubicBezTo>
                  <a:lnTo>
                    <a:pt x="1336" y="36628"/>
                  </a:lnTo>
                  <a:cubicBezTo>
                    <a:pt x="58" y="38543"/>
                    <a:pt x="-581" y="41097"/>
                    <a:pt x="697" y="43651"/>
                  </a:cubicBezTo>
                  <a:cubicBezTo>
                    <a:pt x="1975" y="46204"/>
                    <a:pt x="3892" y="46843"/>
                    <a:pt x="6448" y="46843"/>
                  </a:cubicBezTo>
                  <a:close/>
                  <a:moveTo>
                    <a:pt x="26256" y="25137"/>
                  </a:moveTo>
                  <a:lnTo>
                    <a:pt x="26256" y="34075"/>
                  </a:lnTo>
                  <a:lnTo>
                    <a:pt x="19227" y="34075"/>
                  </a:lnTo>
                  <a:lnTo>
                    <a:pt x="26256" y="25137"/>
                  </a:lnTo>
                  <a:close/>
                </a:path>
              </a:pathLst>
            </a:custGeom>
            <a:solidFill>
              <a:srgbClr val="007680"/>
            </a:solidFill>
            <a:ln w="6390" cap="flat">
              <a:noFill/>
              <a:prstDash val="solid"/>
              <a:miter/>
            </a:ln>
          </p:spPr>
          <p:txBody>
            <a:bodyPr rtlCol="0" anchor="ctr"/>
            <a:lstStyle/>
            <a:p>
              <a:endParaRPr lang="en-US"/>
            </a:p>
          </p:txBody>
        </p:sp>
      </p:grpSp>
      <p:grpSp>
        <p:nvGrpSpPr>
          <p:cNvPr id="316" name="Graphic 4">
            <a:extLst>
              <a:ext uri="{FF2B5EF4-FFF2-40B4-BE49-F238E27FC236}">
                <a16:creationId xmlns:a16="http://schemas.microsoft.com/office/drawing/2014/main" id="{5ED5695E-43F7-584E-B8FE-93FFAB8BA744}"/>
              </a:ext>
            </a:extLst>
          </p:cNvPr>
          <p:cNvGrpSpPr/>
          <p:nvPr/>
        </p:nvGrpSpPr>
        <p:grpSpPr>
          <a:xfrm>
            <a:off x="1515054" y="1402085"/>
            <a:ext cx="361670" cy="361333"/>
            <a:chOff x="1515054" y="1402085"/>
            <a:chExt cx="361670" cy="361333"/>
          </a:xfrm>
          <a:solidFill>
            <a:srgbClr val="007680"/>
          </a:solidFill>
        </p:grpSpPr>
        <p:sp>
          <p:nvSpPr>
            <p:cNvPr id="317" name="Graphic 4">
              <a:extLst>
                <a:ext uri="{FF2B5EF4-FFF2-40B4-BE49-F238E27FC236}">
                  <a16:creationId xmlns:a16="http://schemas.microsoft.com/office/drawing/2014/main" id="{1AE06C4D-DCF4-A842-B629-BAE17F32927A}"/>
                </a:ext>
              </a:extLst>
            </p:cNvPr>
            <p:cNvSpPr/>
            <p:nvPr/>
          </p:nvSpPr>
          <p:spPr>
            <a:xfrm>
              <a:off x="1515054"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318" name="Graphic 4">
              <a:extLst>
                <a:ext uri="{FF2B5EF4-FFF2-40B4-BE49-F238E27FC236}">
                  <a16:creationId xmlns:a16="http://schemas.microsoft.com/office/drawing/2014/main" id="{1427BED0-B403-0E40-B8B7-081DB1F9EB01}"/>
                </a:ext>
              </a:extLst>
            </p:cNvPr>
            <p:cNvSpPr/>
            <p:nvPr/>
          </p:nvSpPr>
          <p:spPr>
            <a:xfrm>
              <a:off x="1584065" y="1502313"/>
              <a:ext cx="224286" cy="161514"/>
            </a:xfrm>
            <a:custGeom>
              <a:avLst/>
              <a:gdLst>
                <a:gd name="connsiteX0" fmla="*/ 217258 w 224286"/>
                <a:gd name="connsiteY0" fmla="*/ 123211 h 161514"/>
                <a:gd name="connsiteX1" fmla="*/ 211507 w 224286"/>
                <a:gd name="connsiteY1" fmla="*/ 123211 h 161514"/>
                <a:gd name="connsiteX2" fmla="*/ 211507 w 224286"/>
                <a:gd name="connsiteY2" fmla="*/ 20429 h 161514"/>
                <a:gd name="connsiteX3" fmla="*/ 191059 w 224286"/>
                <a:gd name="connsiteY3" fmla="*/ 0 h 161514"/>
                <a:gd name="connsiteX4" fmla="*/ 32589 w 224286"/>
                <a:gd name="connsiteY4" fmla="*/ 0 h 161514"/>
                <a:gd name="connsiteX5" fmla="*/ 12141 w 224286"/>
                <a:gd name="connsiteY5" fmla="*/ 20429 h 161514"/>
                <a:gd name="connsiteX6" fmla="*/ 12141 w 224286"/>
                <a:gd name="connsiteY6" fmla="*/ 123211 h 161514"/>
                <a:gd name="connsiteX7" fmla="*/ 6390 w 224286"/>
                <a:gd name="connsiteY7" fmla="*/ 123211 h 161514"/>
                <a:gd name="connsiteX8" fmla="*/ 0 w 224286"/>
                <a:gd name="connsiteY8" fmla="*/ 129595 h 161514"/>
                <a:gd name="connsiteX9" fmla="*/ 0 w 224286"/>
                <a:gd name="connsiteY9" fmla="*/ 142363 h 161514"/>
                <a:gd name="connsiteX10" fmla="*/ 25560 w 224286"/>
                <a:gd name="connsiteY10" fmla="*/ 161515 h 161514"/>
                <a:gd name="connsiteX11" fmla="*/ 198727 w 224286"/>
                <a:gd name="connsiteY11" fmla="*/ 161515 h 161514"/>
                <a:gd name="connsiteX12" fmla="*/ 224287 w 224286"/>
                <a:gd name="connsiteY12" fmla="*/ 142363 h 161514"/>
                <a:gd name="connsiteX13" fmla="*/ 224287 w 224286"/>
                <a:gd name="connsiteY13" fmla="*/ 129595 h 161514"/>
                <a:gd name="connsiteX14" fmla="*/ 217258 w 224286"/>
                <a:gd name="connsiteY14" fmla="*/ 123211 h 161514"/>
                <a:gd name="connsiteX15" fmla="*/ 32589 w 224286"/>
                <a:gd name="connsiteY15" fmla="*/ 12768 h 161514"/>
                <a:gd name="connsiteX16" fmla="*/ 191059 w 224286"/>
                <a:gd name="connsiteY16" fmla="*/ 12768 h 161514"/>
                <a:gd name="connsiteX17" fmla="*/ 198727 w 224286"/>
                <a:gd name="connsiteY17" fmla="*/ 20429 h 161514"/>
                <a:gd name="connsiteX18" fmla="*/ 198727 w 224286"/>
                <a:gd name="connsiteY18" fmla="*/ 123211 h 161514"/>
                <a:gd name="connsiteX19" fmla="*/ 24921 w 224286"/>
                <a:gd name="connsiteY19" fmla="*/ 123211 h 161514"/>
                <a:gd name="connsiteX20" fmla="*/ 24921 w 224286"/>
                <a:gd name="connsiteY20" fmla="*/ 20429 h 161514"/>
                <a:gd name="connsiteX21" fmla="*/ 32589 w 224286"/>
                <a:gd name="connsiteY21" fmla="*/ 12768 h 161514"/>
                <a:gd name="connsiteX22" fmla="*/ 210868 w 224286"/>
                <a:gd name="connsiteY22" fmla="*/ 143001 h 161514"/>
                <a:gd name="connsiteX23" fmla="*/ 198088 w 224286"/>
                <a:gd name="connsiteY23" fmla="*/ 149385 h 161514"/>
                <a:gd name="connsiteX24" fmla="*/ 24921 w 224286"/>
                <a:gd name="connsiteY24" fmla="*/ 149385 h 161514"/>
                <a:gd name="connsiteX25" fmla="*/ 12141 w 224286"/>
                <a:gd name="connsiteY25" fmla="*/ 143001 h 161514"/>
                <a:gd name="connsiteX26" fmla="*/ 12141 w 224286"/>
                <a:gd name="connsiteY26" fmla="*/ 136617 h 161514"/>
                <a:gd name="connsiteX27" fmla="*/ 17892 w 224286"/>
                <a:gd name="connsiteY27" fmla="*/ 136617 h 161514"/>
                <a:gd name="connsiteX28" fmla="*/ 109907 w 224286"/>
                <a:gd name="connsiteY28" fmla="*/ 136617 h 161514"/>
                <a:gd name="connsiteX29" fmla="*/ 105434 w 224286"/>
                <a:gd name="connsiteY29" fmla="*/ 141086 h 161514"/>
                <a:gd name="connsiteX30" fmla="*/ 105434 w 224286"/>
                <a:gd name="connsiteY30" fmla="*/ 142363 h 161514"/>
                <a:gd name="connsiteX31" fmla="*/ 111824 w 224286"/>
                <a:gd name="connsiteY31" fmla="*/ 148747 h 161514"/>
                <a:gd name="connsiteX32" fmla="*/ 118214 w 224286"/>
                <a:gd name="connsiteY32" fmla="*/ 143001 h 161514"/>
                <a:gd name="connsiteX33" fmla="*/ 113741 w 224286"/>
                <a:gd name="connsiteY33" fmla="*/ 135979 h 161514"/>
                <a:gd name="connsiteX34" fmla="*/ 205117 w 224286"/>
                <a:gd name="connsiteY34" fmla="*/ 135979 h 161514"/>
                <a:gd name="connsiteX35" fmla="*/ 210868 w 224286"/>
                <a:gd name="connsiteY35" fmla="*/ 135979 h 161514"/>
                <a:gd name="connsiteX36" fmla="*/ 210868 w 224286"/>
                <a:gd name="connsiteY36" fmla="*/ 143001 h 161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4286" h="161514">
                  <a:moveTo>
                    <a:pt x="217258" y="123211"/>
                  </a:moveTo>
                  <a:lnTo>
                    <a:pt x="211507" y="123211"/>
                  </a:lnTo>
                  <a:lnTo>
                    <a:pt x="211507" y="20429"/>
                  </a:lnTo>
                  <a:cubicBezTo>
                    <a:pt x="211507" y="8938"/>
                    <a:pt x="202561" y="0"/>
                    <a:pt x="191059" y="0"/>
                  </a:cubicBezTo>
                  <a:lnTo>
                    <a:pt x="32589" y="0"/>
                  </a:lnTo>
                  <a:cubicBezTo>
                    <a:pt x="21087" y="0"/>
                    <a:pt x="12141" y="9576"/>
                    <a:pt x="12141" y="20429"/>
                  </a:cubicBezTo>
                  <a:lnTo>
                    <a:pt x="12141" y="123211"/>
                  </a:lnTo>
                  <a:lnTo>
                    <a:pt x="6390" y="123211"/>
                  </a:lnTo>
                  <a:cubicBezTo>
                    <a:pt x="2556" y="123211"/>
                    <a:pt x="0" y="125764"/>
                    <a:pt x="0" y="129595"/>
                  </a:cubicBezTo>
                  <a:lnTo>
                    <a:pt x="0" y="142363"/>
                  </a:lnTo>
                  <a:cubicBezTo>
                    <a:pt x="0" y="153216"/>
                    <a:pt x="10863" y="161515"/>
                    <a:pt x="25560" y="161515"/>
                  </a:cubicBezTo>
                  <a:lnTo>
                    <a:pt x="198727" y="161515"/>
                  </a:lnTo>
                  <a:cubicBezTo>
                    <a:pt x="213424" y="161515"/>
                    <a:pt x="224287" y="153216"/>
                    <a:pt x="224287" y="142363"/>
                  </a:cubicBezTo>
                  <a:lnTo>
                    <a:pt x="224287" y="129595"/>
                  </a:lnTo>
                  <a:cubicBezTo>
                    <a:pt x="223648" y="126403"/>
                    <a:pt x="221092" y="123211"/>
                    <a:pt x="217258" y="123211"/>
                  </a:cubicBezTo>
                  <a:close/>
                  <a:moveTo>
                    <a:pt x="32589" y="12768"/>
                  </a:moveTo>
                  <a:lnTo>
                    <a:pt x="191059" y="12768"/>
                  </a:lnTo>
                  <a:cubicBezTo>
                    <a:pt x="195532" y="12768"/>
                    <a:pt x="198727" y="16598"/>
                    <a:pt x="198727" y="20429"/>
                  </a:cubicBezTo>
                  <a:lnTo>
                    <a:pt x="198727" y="123211"/>
                  </a:lnTo>
                  <a:lnTo>
                    <a:pt x="24921" y="123211"/>
                  </a:lnTo>
                  <a:lnTo>
                    <a:pt x="24921" y="20429"/>
                  </a:lnTo>
                  <a:cubicBezTo>
                    <a:pt x="24921" y="15960"/>
                    <a:pt x="28116" y="12768"/>
                    <a:pt x="32589" y="12768"/>
                  </a:cubicBezTo>
                  <a:close/>
                  <a:moveTo>
                    <a:pt x="210868" y="143001"/>
                  </a:moveTo>
                  <a:cubicBezTo>
                    <a:pt x="210868" y="146193"/>
                    <a:pt x="205117" y="149385"/>
                    <a:pt x="198088" y="149385"/>
                  </a:cubicBezTo>
                  <a:lnTo>
                    <a:pt x="24921" y="149385"/>
                  </a:lnTo>
                  <a:cubicBezTo>
                    <a:pt x="17892" y="149385"/>
                    <a:pt x="12141" y="146193"/>
                    <a:pt x="12141" y="143001"/>
                  </a:cubicBezTo>
                  <a:lnTo>
                    <a:pt x="12141" y="136617"/>
                  </a:lnTo>
                  <a:lnTo>
                    <a:pt x="17892" y="136617"/>
                  </a:lnTo>
                  <a:lnTo>
                    <a:pt x="109907" y="136617"/>
                  </a:lnTo>
                  <a:cubicBezTo>
                    <a:pt x="107990" y="137256"/>
                    <a:pt x="106073" y="138532"/>
                    <a:pt x="105434" y="141086"/>
                  </a:cubicBezTo>
                  <a:cubicBezTo>
                    <a:pt x="105434" y="141724"/>
                    <a:pt x="105434" y="142363"/>
                    <a:pt x="105434" y="142363"/>
                  </a:cubicBezTo>
                  <a:cubicBezTo>
                    <a:pt x="105434" y="146193"/>
                    <a:pt x="107990" y="148747"/>
                    <a:pt x="111824" y="148747"/>
                  </a:cubicBezTo>
                  <a:cubicBezTo>
                    <a:pt x="115019" y="148747"/>
                    <a:pt x="117575" y="146193"/>
                    <a:pt x="118214" y="143001"/>
                  </a:cubicBezTo>
                  <a:cubicBezTo>
                    <a:pt x="118853" y="139809"/>
                    <a:pt x="116936" y="137256"/>
                    <a:pt x="113741" y="135979"/>
                  </a:cubicBezTo>
                  <a:lnTo>
                    <a:pt x="205117" y="135979"/>
                  </a:lnTo>
                  <a:lnTo>
                    <a:pt x="210868" y="135979"/>
                  </a:lnTo>
                  <a:lnTo>
                    <a:pt x="210868" y="143001"/>
                  </a:lnTo>
                  <a:close/>
                </a:path>
              </a:pathLst>
            </a:custGeom>
            <a:solidFill>
              <a:srgbClr val="007680"/>
            </a:solidFill>
            <a:ln w="6390" cap="flat">
              <a:noFill/>
              <a:prstDash val="solid"/>
              <a:miter/>
            </a:ln>
          </p:spPr>
          <p:txBody>
            <a:bodyPr rtlCol="0" anchor="ctr"/>
            <a:lstStyle/>
            <a:p>
              <a:endParaRPr lang="en-US"/>
            </a:p>
          </p:txBody>
        </p:sp>
        <p:sp>
          <p:nvSpPr>
            <p:cNvPr id="319" name="Graphic 4">
              <a:extLst>
                <a:ext uri="{FF2B5EF4-FFF2-40B4-BE49-F238E27FC236}">
                  <a16:creationId xmlns:a16="http://schemas.microsoft.com/office/drawing/2014/main" id="{F8A45A1A-EA8E-5440-BC94-395B3F284EEB}"/>
                </a:ext>
              </a:extLst>
            </p:cNvPr>
            <p:cNvSpPr/>
            <p:nvPr/>
          </p:nvSpPr>
          <p:spPr>
            <a:xfrm>
              <a:off x="1689499" y="1539979"/>
              <a:ext cx="51558" cy="63839"/>
            </a:xfrm>
            <a:custGeom>
              <a:avLst/>
              <a:gdLst>
                <a:gd name="connsiteX0" fmla="*/ 6390 w 51558"/>
                <a:gd name="connsiteY0" fmla="*/ 63840 h 63839"/>
                <a:gd name="connsiteX1" fmla="*/ 12780 w 51558"/>
                <a:gd name="connsiteY1" fmla="*/ 57456 h 63839"/>
                <a:gd name="connsiteX2" fmla="*/ 12780 w 51558"/>
                <a:gd name="connsiteY2" fmla="*/ 45326 h 63839"/>
                <a:gd name="connsiteX3" fmla="*/ 22365 w 51558"/>
                <a:gd name="connsiteY3" fmla="*/ 35750 h 63839"/>
                <a:gd name="connsiteX4" fmla="*/ 39618 w 51558"/>
                <a:gd name="connsiteY4" fmla="*/ 61286 h 63839"/>
                <a:gd name="connsiteX5" fmla="*/ 44730 w 51558"/>
                <a:gd name="connsiteY5" fmla="*/ 63840 h 63839"/>
                <a:gd name="connsiteX6" fmla="*/ 48564 w 51558"/>
                <a:gd name="connsiteY6" fmla="*/ 62563 h 63839"/>
                <a:gd name="connsiteX7" fmla="*/ 50480 w 51558"/>
                <a:gd name="connsiteY7" fmla="*/ 53625 h 63839"/>
                <a:gd name="connsiteX8" fmla="*/ 31950 w 51558"/>
                <a:gd name="connsiteY8" fmla="*/ 25536 h 63839"/>
                <a:gd name="connsiteX9" fmla="*/ 46647 w 51558"/>
                <a:gd name="connsiteY9" fmla="*/ 10853 h 63839"/>
                <a:gd name="connsiteX10" fmla="*/ 46647 w 51558"/>
                <a:gd name="connsiteY10" fmla="*/ 1915 h 63839"/>
                <a:gd name="connsiteX11" fmla="*/ 37701 w 51558"/>
                <a:gd name="connsiteY11" fmla="*/ 1915 h 63839"/>
                <a:gd name="connsiteX12" fmla="*/ 12780 w 51558"/>
                <a:gd name="connsiteY12" fmla="*/ 26813 h 63839"/>
                <a:gd name="connsiteX13" fmla="*/ 12780 w 51558"/>
                <a:gd name="connsiteY13" fmla="*/ 7022 h 63839"/>
                <a:gd name="connsiteX14" fmla="*/ 6390 w 51558"/>
                <a:gd name="connsiteY14" fmla="*/ 638 h 63839"/>
                <a:gd name="connsiteX15" fmla="*/ 0 w 51558"/>
                <a:gd name="connsiteY15" fmla="*/ 7022 h 63839"/>
                <a:gd name="connsiteX16" fmla="*/ 0 w 51558"/>
                <a:gd name="connsiteY16" fmla="*/ 57456 h 63839"/>
                <a:gd name="connsiteX17" fmla="*/ 6390 w 51558"/>
                <a:gd name="connsiteY17" fmla="*/ 63840 h 6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1558" h="63839">
                  <a:moveTo>
                    <a:pt x="6390" y="63840"/>
                  </a:moveTo>
                  <a:cubicBezTo>
                    <a:pt x="10224" y="63840"/>
                    <a:pt x="12780" y="61286"/>
                    <a:pt x="12780" y="57456"/>
                  </a:cubicBezTo>
                  <a:lnTo>
                    <a:pt x="12780" y="45326"/>
                  </a:lnTo>
                  <a:lnTo>
                    <a:pt x="22365" y="35750"/>
                  </a:lnTo>
                  <a:lnTo>
                    <a:pt x="39618" y="61286"/>
                  </a:lnTo>
                  <a:cubicBezTo>
                    <a:pt x="40896" y="63201"/>
                    <a:pt x="42813" y="63840"/>
                    <a:pt x="44730" y="63840"/>
                  </a:cubicBezTo>
                  <a:cubicBezTo>
                    <a:pt x="46008" y="63840"/>
                    <a:pt x="47285" y="63201"/>
                    <a:pt x="48564" y="62563"/>
                  </a:cubicBezTo>
                  <a:cubicBezTo>
                    <a:pt x="51759" y="60648"/>
                    <a:pt x="52398" y="56817"/>
                    <a:pt x="50480" y="53625"/>
                  </a:cubicBezTo>
                  <a:lnTo>
                    <a:pt x="31950" y="25536"/>
                  </a:lnTo>
                  <a:lnTo>
                    <a:pt x="46647" y="10853"/>
                  </a:lnTo>
                  <a:cubicBezTo>
                    <a:pt x="49203" y="8299"/>
                    <a:pt x="49203" y="4469"/>
                    <a:pt x="46647" y="1915"/>
                  </a:cubicBezTo>
                  <a:cubicBezTo>
                    <a:pt x="44091" y="-638"/>
                    <a:pt x="40257" y="-638"/>
                    <a:pt x="37701" y="1915"/>
                  </a:cubicBezTo>
                  <a:lnTo>
                    <a:pt x="12780" y="26813"/>
                  </a:lnTo>
                  <a:lnTo>
                    <a:pt x="12780" y="7022"/>
                  </a:lnTo>
                  <a:cubicBezTo>
                    <a:pt x="12780" y="3192"/>
                    <a:pt x="10224" y="638"/>
                    <a:pt x="6390" y="638"/>
                  </a:cubicBezTo>
                  <a:cubicBezTo>
                    <a:pt x="2556" y="638"/>
                    <a:pt x="0" y="3192"/>
                    <a:pt x="0" y="7022"/>
                  </a:cubicBezTo>
                  <a:lnTo>
                    <a:pt x="0" y="57456"/>
                  </a:lnTo>
                  <a:cubicBezTo>
                    <a:pt x="0" y="61286"/>
                    <a:pt x="3195" y="63840"/>
                    <a:pt x="6390" y="63840"/>
                  </a:cubicBezTo>
                  <a:close/>
                </a:path>
              </a:pathLst>
            </a:custGeom>
            <a:solidFill>
              <a:srgbClr val="007680"/>
            </a:solidFill>
            <a:ln w="6390" cap="flat">
              <a:noFill/>
              <a:prstDash val="solid"/>
              <a:miter/>
            </a:ln>
          </p:spPr>
          <p:txBody>
            <a:bodyPr rtlCol="0" anchor="ctr"/>
            <a:lstStyle/>
            <a:p>
              <a:endParaRPr lang="en-US"/>
            </a:p>
          </p:txBody>
        </p:sp>
        <p:sp>
          <p:nvSpPr>
            <p:cNvPr id="320" name="Graphic 4">
              <a:extLst>
                <a:ext uri="{FF2B5EF4-FFF2-40B4-BE49-F238E27FC236}">
                  <a16:creationId xmlns:a16="http://schemas.microsoft.com/office/drawing/2014/main" id="{C5C454BE-E16D-A041-96CA-0D9F7F656460}"/>
                </a:ext>
              </a:extLst>
            </p:cNvPr>
            <p:cNvSpPr/>
            <p:nvPr/>
          </p:nvSpPr>
          <p:spPr>
            <a:xfrm>
              <a:off x="1633210" y="1541016"/>
              <a:ext cx="50538" cy="63440"/>
            </a:xfrm>
            <a:custGeom>
              <a:avLst/>
              <a:gdLst>
                <a:gd name="connsiteX0" fmla="*/ 6448 w 50538"/>
                <a:gd name="connsiteY0" fmla="*/ 49396 h 63440"/>
                <a:gd name="connsiteX1" fmla="*/ 28812 w 50538"/>
                <a:gd name="connsiteY1" fmla="*/ 49396 h 63440"/>
                <a:gd name="connsiteX2" fmla="*/ 28812 w 50538"/>
                <a:gd name="connsiteY2" fmla="*/ 57057 h 63440"/>
                <a:gd name="connsiteX3" fmla="*/ 35202 w 50538"/>
                <a:gd name="connsiteY3" fmla="*/ 63441 h 63440"/>
                <a:gd name="connsiteX4" fmla="*/ 41592 w 50538"/>
                <a:gd name="connsiteY4" fmla="*/ 57057 h 63440"/>
                <a:gd name="connsiteX5" fmla="*/ 41592 w 50538"/>
                <a:gd name="connsiteY5" fmla="*/ 49396 h 63440"/>
                <a:gd name="connsiteX6" fmla="*/ 44148 w 50538"/>
                <a:gd name="connsiteY6" fmla="*/ 49396 h 63440"/>
                <a:gd name="connsiteX7" fmla="*/ 50538 w 50538"/>
                <a:gd name="connsiteY7" fmla="*/ 43012 h 63440"/>
                <a:gd name="connsiteX8" fmla="*/ 44148 w 50538"/>
                <a:gd name="connsiteY8" fmla="*/ 36628 h 63440"/>
                <a:gd name="connsiteX9" fmla="*/ 41592 w 50538"/>
                <a:gd name="connsiteY9" fmla="*/ 36628 h 63440"/>
                <a:gd name="connsiteX10" fmla="*/ 41592 w 50538"/>
                <a:gd name="connsiteY10" fmla="*/ 5985 h 63440"/>
                <a:gd name="connsiteX11" fmla="*/ 37119 w 50538"/>
                <a:gd name="connsiteY11" fmla="*/ 239 h 63440"/>
                <a:gd name="connsiteX12" fmla="*/ 30090 w 50538"/>
                <a:gd name="connsiteY12" fmla="*/ 2155 h 63440"/>
                <a:gd name="connsiteX13" fmla="*/ 1336 w 50538"/>
                <a:gd name="connsiteY13" fmla="*/ 39182 h 63440"/>
                <a:gd name="connsiteX14" fmla="*/ 697 w 50538"/>
                <a:gd name="connsiteY14" fmla="*/ 46204 h 63440"/>
                <a:gd name="connsiteX15" fmla="*/ 6448 w 50538"/>
                <a:gd name="connsiteY15" fmla="*/ 49396 h 63440"/>
                <a:gd name="connsiteX16" fmla="*/ 28812 w 50538"/>
                <a:gd name="connsiteY16" fmla="*/ 25137 h 63440"/>
                <a:gd name="connsiteX17" fmla="*/ 28812 w 50538"/>
                <a:gd name="connsiteY17" fmla="*/ 37267 h 63440"/>
                <a:gd name="connsiteX18" fmla="*/ 19866 w 50538"/>
                <a:gd name="connsiteY18" fmla="*/ 37267 h 63440"/>
                <a:gd name="connsiteX19" fmla="*/ 28812 w 50538"/>
                <a:gd name="connsiteY19" fmla="*/ 25137 h 63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538" h="63440">
                  <a:moveTo>
                    <a:pt x="6448" y="49396"/>
                  </a:moveTo>
                  <a:lnTo>
                    <a:pt x="28812" y="49396"/>
                  </a:lnTo>
                  <a:lnTo>
                    <a:pt x="28812" y="57057"/>
                  </a:lnTo>
                  <a:cubicBezTo>
                    <a:pt x="28812" y="60887"/>
                    <a:pt x="31368" y="63441"/>
                    <a:pt x="35202" y="63441"/>
                  </a:cubicBezTo>
                  <a:cubicBezTo>
                    <a:pt x="39036" y="63441"/>
                    <a:pt x="41592" y="60887"/>
                    <a:pt x="41592" y="57057"/>
                  </a:cubicBezTo>
                  <a:lnTo>
                    <a:pt x="41592" y="49396"/>
                  </a:lnTo>
                  <a:lnTo>
                    <a:pt x="44148" y="49396"/>
                  </a:lnTo>
                  <a:cubicBezTo>
                    <a:pt x="47982" y="49396"/>
                    <a:pt x="50538" y="46843"/>
                    <a:pt x="50538" y="43012"/>
                  </a:cubicBezTo>
                  <a:cubicBezTo>
                    <a:pt x="50538" y="39182"/>
                    <a:pt x="47982" y="36628"/>
                    <a:pt x="44148" y="36628"/>
                  </a:cubicBezTo>
                  <a:lnTo>
                    <a:pt x="41592" y="36628"/>
                  </a:lnTo>
                  <a:lnTo>
                    <a:pt x="41592" y="5985"/>
                  </a:lnTo>
                  <a:cubicBezTo>
                    <a:pt x="41592" y="3431"/>
                    <a:pt x="39675" y="878"/>
                    <a:pt x="37119" y="239"/>
                  </a:cubicBezTo>
                  <a:cubicBezTo>
                    <a:pt x="34563" y="-399"/>
                    <a:pt x="31368" y="239"/>
                    <a:pt x="30090" y="2155"/>
                  </a:cubicBezTo>
                  <a:lnTo>
                    <a:pt x="1336" y="39182"/>
                  </a:lnTo>
                  <a:cubicBezTo>
                    <a:pt x="58" y="41097"/>
                    <a:pt x="-581" y="43651"/>
                    <a:pt x="697" y="46204"/>
                  </a:cubicBezTo>
                  <a:cubicBezTo>
                    <a:pt x="1975" y="48119"/>
                    <a:pt x="3892" y="49396"/>
                    <a:pt x="6448" y="49396"/>
                  </a:cubicBezTo>
                  <a:close/>
                  <a:moveTo>
                    <a:pt x="28812" y="25137"/>
                  </a:moveTo>
                  <a:lnTo>
                    <a:pt x="28812" y="37267"/>
                  </a:lnTo>
                  <a:lnTo>
                    <a:pt x="19866" y="37267"/>
                  </a:lnTo>
                  <a:lnTo>
                    <a:pt x="28812" y="25137"/>
                  </a:lnTo>
                  <a:close/>
                </a:path>
              </a:pathLst>
            </a:custGeom>
            <a:solidFill>
              <a:srgbClr val="007680"/>
            </a:solidFill>
            <a:ln w="6390" cap="flat">
              <a:noFill/>
              <a:prstDash val="solid"/>
              <a:miter/>
            </a:ln>
          </p:spPr>
          <p:txBody>
            <a:bodyPr rtlCol="0" anchor="ctr"/>
            <a:lstStyle/>
            <a:p>
              <a:endParaRPr lang="en-US"/>
            </a:p>
          </p:txBody>
        </p:sp>
      </p:grpSp>
      <p:grpSp>
        <p:nvGrpSpPr>
          <p:cNvPr id="321" name="Graphic 4">
            <a:extLst>
              <a:ext uri="{FF2B5EF4-FFF2-40B4-BE49-F238E27FC236}">
                <a16:creationId xmlns:a16="http://schemas.microsoft.com/office/drawing/2014/main" id="{F2A69EE9-015D-BF47-9C9D-54501AC44070}"/>
              </a:ext>
            </a:extLst>
          </p:cNvPr>
          <p:cNvGrpSpPr/>
          <p:nvPr/>
        </p:nvGrpSpPr>
        <p:grpSpPr>
          <a:xfrm>
            <a:off x="1952764" y="918179"/>
            <a:ext cx="361670" cy="361333"/>
            <a:chOff x="1952764" y="918179"/>
            <a:chExt cx="361670" cy="361333"/>
          </a:xfrm>
          <a:solidFill>
            <a:srgbClr val="007680"/>
          </a:solidFill>
        </p:grpSpPr>
        <p:sp>
          <p:nvSpPr>
            <p:cNvPr id="322" name="Graphic 4">
              <a:extLst>
                <a:ext uri="{FF2B5EF4-FFF2-40B4-BE49-F238E27FC236}">
                  <a16:creationId xmlns:a16="http://schemas.microsoft.com/office/drawing/2014/main" id="{15E2D73F-64F2-CC4A-B8C9-E130F256A12B}"/>
                </a:ext>
              </a:extLst>
            </p:cNvPr>
            <p:cNvSpPr/>
            <p:nvPr/>
          </p:nvSpPr>
          <p:spPr>
            <a:xfrm>
              <a:off x="2050530" y="1116082"/>
              <a:ext cx="24281" cy="60647"/>
            </a:xfrm>
            <a:custGeom>
              <a:avLst/>
              <a:gdLst>
                <a:gd name="connsiteX0" fmla="*/ 0 w 24281"/>
                <a:gd name="connsiteY0" fmla="*/ 51710 h 60647"/>
                <a:gd name="connsiteX1" fmla="*/ 8946 w 24281"/>
                <a:gd name="connsiteY1" fmla="*/ 60648 h 60647"/>
                <a:gd name="connsiteX2" fmla="*/ 24282 w 24281"/>
                <a:gd name="connsiteY2" fmla="*/ 60648 h 60647"/>
                <a:gd name="connsiteX3" fmla="*/ 24282 w 24281"/>
                <a:gd name="connsiteY3" fmla="*/ 0 h 60647"/>
                <a:gd name="connsiteX4" fmla="*/ 8946 w 24281"/>
                <a:gd name="connsiteY4" fmla="*/ 0 h 60647"/>
                <a:gd name="connsiteX5" fmla="*/ 0 w 24281"/>
                <a:gd name="connsiteY5" fmla="*/ 8938 h 60647"/>
                <a:gd name="connsiteX6" fmla="*/ 0 w 24281"/>
                <a:gd name="connsiteY6" fmla="*/ 51710 h 60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281" h="60647">
                  <a:moveTo>
                    <a:pt x="0" y="51710"/>
                  </a:moveTo>
                  <a:cubicBezTo>
                    <a:pt x="0" y="56179"/>
                    <a:pt x="3834" y="60648"/>
                    <a:pt x="8946" y="60648"/>
                  </a:cubicBezTo>
                  <a:lnTo>
                    <a:pt x="24282" y="60648"/>
                  </a:lnTo>
                  <a:lnTo>
                    <a:pt x="24282" y="0"/>
                  </a:lnTo>
                  <a:lnTo>
                    <a:pt x="8946" y="0"/>
                  </a:lnTo>
                  <a:cubicBezTo>
                    <a:pt x="4473" y="0"/>
                    <a:pt x="0" y="3830"/>
                    <a:pt x="0" y="8938"/>
                  </a:cubicBezTo>
                  <a:lnTo>
                    <a:pt x="0" y="51710"/>
                  </a:lnTo>
                  <a:close/>
                </a:path>
              </a:pathLst>
            </a:custGeom>
            <a:solidFill>
              <a:srgbClr val="007680"/>
            </a:solidFill>
            <a:ln w="6390" cap="flat">
              <a:noFill/>
              <a:prstDash val="solid"/>
              <a:miter/>
            </a:ln>
          </p:spPr>
          <p:txBody>
            <a:bodyPr rtlCol="0" anchor="ctr"/>
            <a:lstStyle/>
            <a:p>
              <a:endParaRPr lang="en-US"/>
            </a:p>
          </p:txBody>
        </p:sp>
        <p:sp>
          <p:nvSpPr>
            <p:cNvPr id="401" name="Graphic 4">
              <a:extLst>
                <a:ext uri="{FF2B5EF4-FFF2-40B4-BE49-F238E27FC236}">
                  <a16:creationId xmlns:a16="http://schemas.microsoft.com/office/drawing/2014/main" id="{00826FFB-9606-7847-A7E6-6B728A96F7BA}"/>
                </a:ext>
              </a:extLst>
            </p:cNvPr>
            <p:cNvSpPr/>
            <p:nvPr/>
          </p:nvSpPr>
          <p:spPr>
            <a:xfrm>
              <a:off x="2087592" y="1027345"/>
              <a:ext cx="92015" cy="21067"/>
            </a:xfrm>
            <a:custGeom>
              <a:avLst/>
              <a:gdLst>
                <a:gd name="connsiteX0" fmla="*/ 0 w 92015"/>
                <a:gd name="connsiteY0" fmla="*/ 16598 h 21067"/>
                <a:gd name="connsiteX1" fmla="*/ 4473 w 92015"/>
                <a:gd name="connsiteY1" fmla="*/ 21067 h 21067"/>
                <a:gd name="connsiteX2" fmla="*/ 46007 w 92015"/>
                <a:gd name="connsiteY2" fmla="*/ 7022 h 21067"/>
                <a:gd name="connsiteX3" fmla="*/ 87542 w 92015"/>
                <a:gd name="connsiteY3" fmla="*/ 21067 h 21067"/>
                <a:gd name="connsiteX4" fmla="*/ 92015 w 92015"/>
                <a:gd name="connsiteY4" fmla="*/ 16598 h 21067"/>
                <a:gd name="connsiteX5" fmla="*/ 46007 w 92015"/>
                <a:gd name="connsiteY5" fmla="*/ 0 h 21067"/>
                <a:gd name="connsiteX6" fmla="*/ 0 w 92015"/>
                <a:gd name="connsiteY6" fmla="*/ 16598 h 2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015" h="21067">
                  <a:moveTo>
                    <a:pt x="0" y="16598"/>
                  </a:moveTo>
                  <a:lnTo>
                    <a:pt x="4473" y="21067"/>
                  </a:lnTo>
                  <a:cubicBezTo>
                    <a:pt x="16614" y="12130"/>
                    <a:pt x="30672" y="7022"/>
                    <a:pt x="46007" y="7022"/>
                  </a:cubicBezTo>
                  <a:cubicBezTo>
                    <a:pt x="61343" y="7022"/>
                    <a:pt x="75401" y="12130"/>
                    <a:pt x="87542" y="21067"/>
                  </a:cubicBezTo>
                  <a:lnTo>
                    <a:pt x="92015" y="16598"/>
                  </a:lnTo>
                  <a:cubicBezTo>
                    <a:pt x="79235" y="5746"/>
                    <a:pt x="62621" y="0"/>
                    <a:pt x="46007" y="0"/>
                  </a:cubicBezTo>
                  <a:cubicBezTo>
                    <a:pt x="28116" y="0"/>
                    <a:pt x="12141" y="6384"/>
                    <a:pt x="0" y="16598"/>
                  </a:cubicBezTo>
                  <a:close/>
                </a:path>
              </a:pathLst>
            </a:custGeom>
            <a:solidFill>
              <a:srgbClr val="007680"/>
            </a:solidFill>
            <a:ln w="6390" cap="flat">
              <a:noFill/>
              <a:prstDash val="solid"/>
              <a:miter/>
            </a:ln>
          </p:spPr>
          <p:txBody>
            <a:bodyPr rtlCol="0" anchor="ctr"/>
            <a:lstStyle/>
            <a:p>
              <a:endParaRPr lang="en-US"/>
            </a:p>
          </p:txBody>
        </p:sp>
        <p:sp>
          <p:nvSpPr>
            <p:cNvPr id="402" name="Graphic 4">
              <a:extLst>
                <a:ext uri="{FF2B5EF4-FFF2-40B4-BE49-F238E27FC236}">
                  <a16:creationId xmlns:a16="http://schemas.microsoft.com/office/drawing/2014/main" id="{66BD96CD-FC8C-124B-936F-2F55A25835A2}"/>
                </a:ext>
              </a:extLst>
            </p:cNvPr>
            <p:cNvSpPr/>
            <p:nvPr/>
          </p:nvSpPr>
          <p:spPr>
            <a:xfrm>
              <a:off x="2193026" y="1115444"/>
              <a:ext cx="24281" cy="60647"/>
            </a:xfrm>
            <a:custGeom>
              <a:avLst/>
              <a:gdLst>
                <a:gd name="connsiteX0" fmla="*/ 24282 w 24281"/>
                <a:gd name="connsiteY0" fmla="*/ 8938 h 60647"/>
                <a:gd name="connsiteX1" fmla="*/ 15336 w 24281"/>
                <a:gd name="connsiteY1" fmla="*/ 0 h 60647"/>
                <a:gd name="connsiteX2" fmla="*/ 0 w 24281"/>
                <a:gd name="connsiteY2" fmla="*/ 0 h 60647"/>
                <a:gd name="connsiteX3" fmla="*/ 0 w 24281"/>
                <a:gd name="connsiteY3" fmla="*/ 60648 h 60647"/>
                <a:gd name="connsiteX4" fmla="*/ 15336 w 24281"/>
                <a:gd name="connsiteY4" fmla="*/ 60648 h 60647"/>
                <a:gd name="connsiteX5" fmla="*/ 24282 w 24281"/>
                <a:gd name="connsiteY5" fmla="*/ 51710 h 60647"/>
                <a:gd name="connsiteX6" fmla="*/ 24282 w 24281"/>
                <a:gd name="connsiteY6" fmla="*/ 8938 h 60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281" h="60647">
                  <a:moveTo>
                    <a:pt x="24282" y="8938"/>
                  </a:moveTo>
                  <a:cubicBezTo>
                    <a:pt x="24282" y="4469"/>
                    <a:pt x="20448" y="0"/>
                    <a:pt x="15336" y="0"/>
                  </a:cubicBezTo>
                  <a:lnTo>
                    <a:pt x="0" y="0"/>
                  </a:lnTo>
                  <a:lnTo>
                    <a:pt x="0" y="60648"/>
                  </a:lnTo>
                  <a:lnTo>
                    <a:pt x="15336" y="60648"/>
                  </a:lnTo>
                  <a:cubicBezTo>
                    <a:pt x="19809" y="60648"/>
                    <a:pt x="24282" y="56817"/>
                    <a:pt x="24282" y="51710"/>
                  </a:cubicBezTo>
                  <a:lnTo>
                    <a:pt x="24282" y="8938"/>
                  </a:lnTo>
                  <a:close/>
                </a:path>
              </a:pathLst>
            </a:custGeom>
            <a:solidFill>
              <a:srgbClr val="007680"/>
            </a:solidFill>
            <a:ln w="6390" cap="flat">
              <a:noFill/>
              <a:prstDash val="solid"/>
              <a:miter/>
            </a:ln>
          </p:spPr>
          <p:txBody>
            <a:bodyPr rtlCol="0" anchor="ctr"/>
            <a:lstStyle/>
            <a:p>
              <a:endParaRPr lang="en-US"/>
            </a:p>
          </p:txBody>
        </p:sp>
        <p:sp>
          <p:nvSpPr>
            <p:cNvPr id="403" name="Graphic 4">
              <a:extLst>
                <a:ext uri="{FF2B5EF4-FFF2-40B4-BE49-F238E27FC236}">
                  <a16:creationId xmlns:a16="http://schemas.microsoft.com/office/drawing/2014/main" id="{E4EF97B0-835B-B84E-885B-00C4ADE72EF6}"/>
                </a:ext>
              </a:extLst>
            </p:cNvPr>
            <p:cNvSpPr/>
            <p:nvPr/>
          </p:nvSpPr>
          <p:spPr>
            <a:xfrm>
              <a:off x="2023693" y="1126297"/>
              <a:ext cx="14057" cy="39580"/>
            </a:xfrm>
            <a:custGeom>
              <a:avLst/>
              <a:gdLst>
                <a:gd name="connsiteX0" fmla="*/ 14058 w 14057"/>
                <a:gd name="connsiteY0" fmla="*/ 0 h 39580"/>
                <a:gd name="connsiteX1" fmla="*/ 0 w 14057"/>
                <a:gd name="connsiteY1" fmla="*/ 19790 h 39580"/>
                <a:gd name="connsiteX2" fmla="*/ 14058 w 14057"/>
                <a:gd name="connsiteY2" fmla="*/ 39581 h 39580"/>
                <a:gd name="connsiteX3" fmla="*/ 14058 w 14057"/>
                <a:gd name="connsiteY3" fmla="*/ 0 h 39580"/>
              </a:gdLst>
              <a:ahLst/>
              <a:cxnLst>
                <a:cxn ang="0">
                  <a:pos x="connsiteX0" y="connsiteY0"/>
                </a:cxn>
                <a:cxn ang="0">
                  <a:pos x="connsiteX1" y="connsiteY1"/>
                </a:cxn>
                <a:cxn ang="0">
                  <a:pos x="connsiteX2" y="connsiteY2"/>
                </a:cxn>
                <a:cxn ang="0">
                  <a:pos x="connsiteX3" y="connsiteY3"/>
                </a:cxn>
              </a:cxnLst>
              <a:rect l="l" t="t" r="r" b="b"/>
              <a:pathLst>
                <a:path w="14057" h="39580">
                  <a:moveTo>
                    <a:pt x="14058" y="0"/>
                  </a:moveTo>
                  <a:cubicBezTo>
                    <a:pt x="5751" y="2554"/>
                    <a:pt x="0" y="10214"/>
                    <a:pt x="0" y="19790"/>
                  </a:cubicBezTo>
                  <a:cubicBezTo>
                    <a:pt x="0" y="29366"/>
                    <a:pt x="5751" y="37027"/>
                    <a:pt x="14058" y="39581"/>
                  </a:cubicBezTo>
                  <a:lnTo>
                    <a:pt x="14058" y="0"/>
                  </a:lnTo>
                  <a:close/>
                </a:path>
              </a:pathLst>
            </a:custGeom>
            <a:solidFill>
              <a:srgbClr val="007680"/>
            </a:solidFill>
            <a:ln w="6390" cap="flat">
              <a:noFill/>
              <a:prstDash val="solid"/>
              <a:miter/>
            </a:ln>
          </p:spPr>
          <p:txBody>
            <a:bodyPr rtlCol="0" anchor="ctr"/>
            <a:lstStyle/>
            <a:p>
              <a:endParaRPr lang="en-US"/>
            </a:p>
          </p:txBody>
        </p:sp>
        <p:sp>
          <p:nvSpPr>
            <p:cNvPr id="404" name="Graphic 4">
              <a:extLst>
                <a:ext uri="{FF2B5EF4-FFF2-40B4-BE49-F238E27FC236}">
                  <a16:creationId xmlns:a16="http://schemas.microsoft.com/office/drawing/2014/main" id="{0E6ACEF2-9E25-C249-A2C1-2B018E6F7742}"/>
                </a:ext>
              </a:extLst>
            </p:cNvPr>
            <p:cNvSpPr/>
            <p:nvPr/>
          </p:nvSpPr>
          <p:spPr>
            <a:xfrm>
              <a:off x="1952764"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18536 w 361670"/>
                <a:gd name="connsiteY5" fmla="*/ 144278 h 361333"/>
                <a:gd name="connsiteX6" fmla="*/ 180835 w 361670"/>
                <a:gd name="connsiteY6" fmla="*/ 129595 h 361333"/>
                <a:gd name="connsiteX7" fmla="*/ 143135 w 361670"/>
                <a:gd name="connsiteY7" fmla="*/ 144278 h 361333"/>
                <a:gd name="connsiteX8" fmla="*/ 134189 w 361670"/>
                <a:gd name="connsiteY8" fmla="*/ 144278 h 361333"/>
                <a:gd name="connsiteX9" fmla="*/ 125243 w 361670"/>
                <a:gd name="connsiteY9" fmla="*/ 135340 h 361333"/>
                <a:gd name="connsiteX10" fmla="*/ 108629 w 361670"/>
                <a:gd name="connsiteY10" fmla="*/ 174283 h 361333"/>
                <a:gd name="connsiteX11" fmla="*/ 102239 w 361670"/>
                <a:gd name="connsiteY11" fmla="*/ 180028 h 361333"/>
                <a:gd name="connsiteX12" fmla="*/ 101600 w 361670"/>
                <a:gd name="connsiteY12" fmla="*/ 180028 h 361333"/>
                <a:gd name="connsiteX13" fmla="*/ 95849 w 361670"/>
                <a:gd name="connsiteY13" fmla="*/ 173006 h 361333"/>
                <a:gd name="connsiteX14" fmla="*/ 180196 w 361670"/>
                <a:gd name="connsiteY14" fmla="*/ 97037 h 361333"/>
                <a:gd name="connsiteX15" fmla="*/ 236428 w 361670"/>
                <a:gd name="connsiteY15" fmla="*/ 118104 h 361333"/>
                <a:gd name="connsiteX16" fmla="*/ 240262 w 361670"/>
                <a:gd name="connsiteY16" fmla="*/ 121934 h 361333"/>
                <a:gd name="connsiteX17" fmla="*/ 240901 w 361670"/>
                <a:gd name="connsiteY17" fmla="*/ 122572 h 361333"/>
                <a:gd name="connsiteX18" fmla="*/ 242179 w 361670"/>
                <a:gd name="connsiteY18" fmla="*/ 123211 h 361333"/>
                <a:gd name="connsiteX19" fmla="*/ 263904 w 361670"/>
                <a:gd name="connsiteY19" fmla="*/ 173006 h 361333"/>
                <a:gd name="connsiteX20" fmla="*/ 257514 w 361670"/>
                <a:gd name="connsiteY20" fmla="*/ 179390 h 361333"/>
                <a:gd name="connsiteX21" fmla="*/ 251124 w 361670"/>
                <a:gd name="connsiteY21" fmla="*/ 173006 h 361333"/>
                <a:gd name="connsiteX22" fmla="*/ 235789 w 361670"/>
                <a:gd name="connsiteY22" fmla="*/ 135340 h 361333"/>
                <a:gd name="connsiteX23" fmla="*/ 226843 w 361670"/>
                <a:gd name="connsiteY23" fmla="*/ 144278 h 361333"/>
                <a:gd name="connsiteX24" fmla="*/ 218536 w 361670"/>
                <a:gd name="connsiteY24" fmla="*/ 144278 h 361333"/>
                <a:gd name="connsiteX25" fmla="*/ 304161 w 361670"/>
                <a:gd name="connsiteY25" fmla="*/ 233015 h 361333"/>
                <a:gd name="connsiteX26" fmla="*/ 276045 w 361670"/>
                <a:gd name="connsiteY26" fmla="*/ 261105 h 361333"/>
                <a:gd name="connsiteX27" fmla="*/ 273489 w 361670"/>
                <a:gd name="connsiteY27" fmla="*/ 261105 h 361333"/>
                <a:gd name="connsiteX28" fmla="*/ 255597 w 361670"/>
                <a:gd name="connsiteY28" fmla="*/ 270681 h 361333"/>
                <a:gd name="connsiteX29" fmla="*/ 233872 w 361670"/>
                <a:gd name="connsiteY29" fmla="*/ 270681 h 361333"/>
                <a:gd name="connsiteX30" fmla="*/ 227482 w 361670"/>
                <a:gd name="connsiteY30" fmla="*/ 264297 h 361333"/>
                <a:gd name="connsiteX31" fmla="*/ 227482 w 361670"/>
                <a:gd name="connsiteY31" fmla="*/ 190881 h 361333"/>
                <a:gd name="connsiteX32" fmla="*/ 233872 w 361670"/>
                <a:gd name="connsiteY32" fmla="*/ 184497 h 361333"/>
                <a:gd name="connsiteX33" fmla="*/ 255597 w 361670"/>
                <a:gd name="connsiteY33" fmla="*/ 184497 h 361333"/>
                <a:gd name="connsiteX34" fmla="*/ 271572 w 361670"/>
                <a:gd name="connsiteY34" fmla="*/ 192158 h 361333"/>
                <a:gd name="connsiteX35" fmla="*/ 271572 w 361670"/>
                <a:gd name="connsiteY35" fmla="*/ 181944 h 361333"/>
                <a:gd name="connsiteX36" fmla="*/ 180196 w 361670"/>
                <a:gd name="connsiteY36" fmla="*/ 90653 h 361333"/>
                <a:gd name="connsiteX37" fmla="*/ 88820 w 361670"/>
                <a:gd name="connsiteY37" fmla="*/ 181944 h 361333"/>
                <a:gd name="connsiteX38" fmla="*/ 88820 w 361670"/>
                <a:gd name="connsiteY38" fmla="*/ 192796 h 361333"/>
                <a:gd name="connsiteX39" fmla="*/ 105434 w 361670"/>
                <a:gd name="connsiteY39" fmla="*/ 184497 h 361333"/>
                <a:gd name="connsiteX40" fmla="*/ 127160 w 361670"/>
                <a:gd name="connsiteY40" fmla="*/ 184497 h 361333"/>
                <a:gd name="connsiteX41" fmla="*/ 133550 w 361670"/>
                <a:gd name="connsiteY41" fmla="*/ 190881 h 361333"/>
                <a:gd name="connsiteX42" fmla="*/ 133550 w 361670"/>
                <a:gd name="connsiteY42" fmla="*/ 264297 h 361333"/>
                <a:gd name="connsiteX43" fmla="*/ 127160 w 361670"/>
                <a:gd name="connsiteY43" fmla="*/ 270681 h 361333"/>
                <a:gd name="connsiteX44" fmla="*/ 105434 w 361670"/>
                <a:gd name="connsiteY44" fmla="*/ 270681 h 361333"/>
                <a:gd name="connsiteX45" fmla="*/ 87542 w 361670"/>
                <a:gd name="connsiteY45" fmla="*/ 260467 h 361333"/>
                <a:gd name="connsiteX46" fmla="*/ 56870 w 361670"/>
                <a:gd name="connsiteY46" fmla="*/ 227270 h 361333"/>
                <a:gd name="connsiteX47" fmla="*/ 76040 w 361670"/>
                <a:gd name="connsiteY47" fmla="*/ 197265 h 361333"/>
                <a:gd name="connsiteX48" fmla="*/ 76040 w 361670"/>
                <a:gd name="connsiteY48" fmla="*/ 181305 h 361333"/>
                <a:gd name="connsiteX49" fmla="*/ 180196 w 361670"/>
                <a:gd name="connsiteY49" fmla="*/ 77246 h 361333"/>
                <a:gd name="connsiteX50" fmla="*/ 284352 w 361670"/>
                <a:gd name="connsiteY50" fmla="*/ 181305 h 361333"/>
                <a:gd name="connsiteX51" fmla="*/ 284352 w 361670"/>
                <a:gd name="connsiteY51" fmla="*/ 195350 h 361333"/>
                <a:gd name="connsiteX52" fmla="*/ 304161 w 361670"/>
                <a:gd name="connsiteY52" fmla="*/ 222163 h 361333"/>
                <a:gd name="connsiteX53" fmla="*/ 304161 w 361670"/>
                <a:gd name="connsiteY53" fmla="*/ 233015 h 361333"/>
                <a:gd name="connsiteX54" fmla="*/ 304161 w 361670"/>
                <a:gd name="connsiteY54" fmla="*/ 23301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218536" y="144278"/>
                  </a:moveTo>
                  <a:cubicBezTo>
                    <a:pt x="208312" y="134702"/>
                    <a:pt x="194893" y="129595"/>
                    <a:pt x="180835" y="129595"/>
                  </a:cubicBezTo>
                  <a:cubicBezTo>
                    <a:pt x="166777" y="129595"/>
                    <a:pt x="153358" y="134702"/>
                    <a:pt x="143135" y="144278"/>
                  </a:cubicBezTo>
                  <a:cubicBezTo>
                    <a:pt x="140579" y="146832"/>
                    <a:pt x="136745" y="146832"/>
                    <a:pt x="134189" y="144278"/>
                  </a:cubicBezTo>
                  <a:lnTo>
                    <a:pt x="125243" y="135340"/>
                  </a:lnTo>
                  <a:cubicBezTo>
                    <a:pt x="116297" y="146193"/>
                    <a:pt x="109907" y="159600"/>
                    <a:pt x="108629" y="174283"/>
                  </a:cubicBezTo>
                  <a:cubicBezTo>
                    <a:pt x="107990" y="177475"/>
                    <a:pt x="105434" y="180028"/>
                    <a:pt x="102239" y="180028"/>
                  </a:cubicBezTo>
                  <a:lnTo>
                    <a:pt x="101600" y="180028"/>
                  </a:lnTo>
                  <a:cubicBezTo>
                    <a:pt x="98405" y="179390"/>
                    <a:pt x="95849" y="176198"/>
                    <a:pt x="95849" y="173006"/>
                  </a:cubicBezTo>
                  <a:cubicBezTo>
                    <a:pt x="100322" y="129595"/>
                    <a:pt x="136745" y="97037"/>
                    <a:pt x="180196" y="97037"/>
                  </a:cubicBezTo>
                  <a:cubicBezTo>
                    <a:pt x="200644" y="97037"/>
                    <a:pt x="221092" y="104697"/>
                    <a:pt x="236428" y="118104"/>
                  </a:cubicBezTo>
                  <a:lnTo>
                    <a:pt x="240262" y="121934"/>
                  </a:lnTo>
                  <a:lnTo>
                    <a:pt x="240901" y="122572"/>
                  </a:lnTo>
                  <a:cubicBezTo>
                    <a:pt x="241540" y="122572"/>
                    <a:pt x="241540" y="123211"/>
                    <a:pt x="242179" y="123211"/>
                  </a:cubicBezTo>
                  <a:cubicBezTo>
                    <a:pt x="256237" y="136617"/>
                    <a:pt x="263904" y="155131"/>
                    <a:pt x="263904" y="173006"/>
                  </a:cubicBezTo>
                  <a:cubicBezTo>
                    <a:pt x="263904" y="176836"/>
                    <a:pt x="261348" y="179390"/>
                    <a:pt x="257514" y="179390"/>
                  </a:cubicBezTo>
                  <a:cubicBezTo>
                    <a:pt x="253680" y="179390"/>
                    <a:pt x="251124" y="176836"/>
                    <a:pt x="251124" y="173006"/>
                  </a:cubicBezTo>
                  <a:cubicBezTo>
                    <a:pt x="251124" y="159600"/>
                    <a:pt x="245374" y="145555"/>
                    <a:pt x="235789" y="135340"/>
                  </a:cubicBezTo>
                  <a:lnTo>
                    <a:pt x="226843" y="144278"/>
                  </a:lnTo>
                  <a:cubicBezTo>
                    <a:pt x="224926" y="146193"/>
                    <a:pt x="220453" y="146193"/>
                    <a:pt x="218536" y="144278"/>
                  </a:cubicBezTo>
                  <a:close/>
                  <a:moveTo>
                    <a:pt x="304161" y="233015"/>
                  </a:moveTo>
                  <a:cubicBezTo>
                    <a:pt x="304161" y="248337"/>
                    <a:pt x="291381" y="261105"/>
                    <a:pt x="276045" y="261105"/>
                  </a:cubicBezTo>
                  <a:lnTo>
                    <a:pt x="273489" y="261105"/>
                  </a:lnTo>
                  <a:cubicBezTo>
                    <a:pt x="269655" y="266850"/>
                    <a:pt x="263265" y="270681"/>
                    <a:pt x="255597" y="270681"/>
                  </a:cubicBezTo>
                  <a:lnTo>
                    <a:pt x="233872" y="270681"/>
                  </a:lnTo>
                  <a:cubicBezTo>
                    <a:pt x="230038" y="270681"/>
                    <a:pt x="227482" y="268127"/>
                    <a:pt x="227482" y="264297"/>
                  </a:cubicBezTo>
                  <a:lnTo>
                    <a:pt x="227482" y="190881"/>
                  </a:lnTo>
                  <a:cubicBezTo>
                    <a:pt x="227482" y="187051"/>
                    <a:pt x="230038" y="184497"/>
                    <a:pt x="233872" y="184497"/>
                  </a:cubicBezTo>
                  <a:lnTo>
                    <a:pt x="255597" y="184497"/>
                  </a:lnTo>
                  <a:cubicBezTo>
                    <a:pt x="261987" y="184497"/>
                    <a:pt x="267738" y="187689"/>
                    <a:pt x="271572" y="192158"/>
                  </a:cubicBezTo>
                  <a:lnTo>
                    <a:pt x="271572" y="181944"/>
                  </a:lnTo>
                  <a:cubicBezTo>
                    <a:pt x="271572" y="131510"/>
                    <a:pt x="230677" y="90653"/>
                    <a:pt x="180196" y="90653"/>
                  </a:cubicBezTo>
                  <a:cubicBezTo>
                    <a:pt x="129716" y="90653"/>
                    <a:pt x="88820" y="131510"/>
                    <a:pt x="88820" y="181944"/>
                  </a:cubicBezTo>
                  <a:lnTo>
                    <a:pt x="88820" y="192796"/>
                  </a:lnTo>
                  <a:cubicBezTo>
                    <a:pt x="92654" y="187689"/>
                    <a:pt x="99044" y="184497"/>
                    <a:pt x="105434" y="184497"/>
                  </a:cubicBezTo>
                  <a:lnTo>
                    <a:pt x="127160" y="184497"/>
                  </a:lnTo>
                  <a:cubicBezTo>
                    <a:pt x="130994" y="184497"/>
                    <a:pt x="133550" y="187051"/>
                    <a:pt x="133550" y="190881"/>
                  </a:cubicBezTo>
                  <a:lnTo>
                    <a:pt x="133550" y="264297"/>
                  </a:lnTo>
                  <a:cubicBezTo>
                    <a:pt x="133550" y="268127"/>
                    <a:pt x="130994" y="270681"/>
                    <a:pt x="127160" y="270681"/>
                  </a:cubicBezTo>
                  <a:lnTo>
                    <a:pt x="105434" y="270681"/>
                  </a:lnTo>
                  <a:cubicBezTo>
                    <a:pt x="97766" y="270681"/>
                    <a:pt x="91376" y="266850"/>
                    <a:pt x="87542" y="260467"/>
                  </a:cubicBezTo>
                  <a:cubicBezTo>
                    <a:pt x="70289" y="259190"/>
                    <a:pt x="56870" y="244507"/>
                    <a:pt x="56870" y="227270"/>
                  </a:cubicBezTo>
                  <a:cubicBezTo>
                    <a:pt x="56870" y="213863"/>
                    <a:pt x="64538" y="202372"/>
                    <a:pt x="76040" y="197265"/>
                  </a:cubicBezTo>
                  <a:lnTo>
                    <a:pt x="76040" y="181305"/>
                  </a:lnTo>
                  <a:cubicBezTo>
                    <a:pt x="76040" y="123849"/>
                    <a:pt x="122687" y="77246"/>
                    <a:pt x="180196" y="77246"/>
                  </a:cubicBezTo>
                  <a:cubicBezTo>
                    <a:pt x="237706" y="77246"/>
                    <a:pt x="284352" y="123849"/>
                    <a:pt x="284352" y="181305"/>
                  </a:cubicBezTo>
                  <a:lnTo>
                    <a:pt x="284352" y="195350"/>
                  </a:lnTo>
                  <a:cubicBezTo>
                    <a:pt x="295854" y="199180"/>
                    <a:pt x="304161" y="209395"/>
                    <a:pt x="304161" y="222163"/>
                  </a:cubicBezTo>
                  <a:lnTo>
                    <a:pt x="304161" y="233015"/>
                  </a:lnTo>
                  <a:lnTo>
                    <a:pt x="304161" y="233015"/>
                  </a:lnTo>
                  <a:close/>
                </a:path>
              </a:pathLst>
            </a:custGeom>
            <a:solidFill>
              <a:srgbClr val="007680"/>
            </a:solidFill>
            <a:ln w="6390" cap="flat">
              <a:noFill/>
              <a:prstDash val="solid"/>
              <a:miter/>
            </a:ln>
          </p:spPr>
          <p:txBody>
            <a:bodyPr rtlCol="0" anchor="ctr"/>
            <a:lstStyle/>
            <a:p>
              <a:endParaRPr lang="en-US"/>
            </a:p>
          </p:txBody>
        </p:sp>
        <p:sp>
          <p:nvSpPr>
            <p:cNvPr id="405" name="Graphic 4">
              <a:extLst>
                <a:ext uri="{FF2B5EF4-FFF2-40B4-BE49-F238E27FC236}">
                  <a16:creationId xmlns:a16="http://schemas.microsoft.com/office/drawing/2014/main" id="{E064DD5C-5060-6246-8916-FBB45DBC93C2}"/>
                </a:ext>
              </a:extLst>
            </p:cNvPr>
            <p:cNvSpPr/>
            <p:nvPr/>
          </p:nvSpPr>
          <p:spPr>
            <a:xfrm>
              <a:off x="2230088" y="1125020"/>
              <a:ext cx="14057" cy="40857"/>
            </a:xfrm>
            <a:custGeom>
              <a:avLst/>
              <a:gdLst>
                <a:gd name="connsiteX0" fmla="*/ 0 w 14057"/>
                <a:gd name="connsiteY0" fmla="*/ 0 h 40857"/>
                <a:gd name="connsiteX1" fmla="*/ 0 w 14057"/>
                <a:gd name="connsiteY1" fmla="*/ 40857 h 40857"/>
                <a:gd name="connsiteX2" fmla="*/ 14058 w 14057"/>
                <a:gd name="connsiteY2" fmla="*/ 25536 h 40857"/>
                <a:gd name="connsiteX3" fmla="*/ 14058 w 14057"/>
                <a:gd name="connsiteY3" fmla="*/ 15322 h 40857"/>
                <a:gd name="connsiteX4" fmla="*/ 0 w 14057"/>
                <a:gd name="connsiteY4" fmla="*/ 0 h 40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40857">
                  <a:moveTo>
                    <a:pt x="0" y="0"/>
                  </a:moveTo>
                  <a:lnTo>
                    <a:pt x="0" y="40857"/>
                  </a:lnTo>
                  <a:cubicBezTo>
                    <a:pt x="8307" y="40219"/>
                    <a:pt x="14058" y="33835"/>
                    <a:pt x="14058" y="25536"/>
                  </a:cubicBezTo>
                  <a:lnTo>
                    <a:pt x="14058" y="15322"/>
                  </a:lnTo>
                  <a:cubicBezTo>
                    <a:pt x="14058" y="7661"/>
                    <a:pt x="7668" y="638"/>
                    <a:pt x="0" y="0"/>
                  </a:cubicBezTo>
                  <a:close/>
                </a:path>
              </a:pathLst>
            </a:custGeom>
            <a:solidFill>
              <a:srgbClr val="007680"/>
            </a:solidFill>
            <a:ln w="6390" cap="flat">
              <a:noFill/>
              <a:prstDash val="solid"/>
              <a:miter/>
            </a:ln>
          </p:spPr>
          <p:txBody>
            <a:bodyPr rtlCol="0" anchor="ctr"/>
            <a:lstStyle/>
            <a:p>
              <a:endParaRPr lang="en-US"/>
            </a:p>
          </p:txBody>
        </p:sp>
      </p:grpSp>
      <p:grpSp>
        <p:nvGrpSpPr>
          <p:cNvPr id="406" name="Graphic 4">
            <a:extLst>
              <a:ext uri="{FF2B5EF4-FFF2-40B4-BE49-F238E27FC236}">
                <a16:creationId xmlns:a16="http://schemas.microsoft.com/office/drawing/2014/main" id="{E79933CA-C440-644A-8224-823783C4687E}"/>
              </a:ext>
            </a:extLst>
          </p:cNvPr>
          <p:cNvGrpSpPr/>
          <p:nvPr/>
        </p:nvGrpSpPr>
        <p:grpSpPr>
          <a:xfrm>
            <a:off x="1952764" y="2371173"/>
            <a:ext cx="361670" cy="361333"/>
            <a:chOff x="1952764" y="2371173"/>
            <a:chExt cx="361670" cy="361333"/>
          </a:xfrm>
          <a:solidFill>
            <a:srgbClr val="007680"/>
          </a:solidFill>
        </p:grpSpPr>
        <p:sp>
          <p:nvSpPr>
            <p:cNvPr id="407" name="Graphic 4">
              <a:extLst>
                <a:ext uri="{FF2B5EF4-FFF2-40B4-BE49-F238E27FC236}">
                  <a16:creationId xmlns:a16="http://schemas.microsoft.com/office/drawing/2014/main" id="{E2BFBE3E-8EFB-424A-A117-A530941B7E73}"/>
                </a:ext>
              </a:extLst>
            </p:cNvPr>
            <p:cNvSpPr/>
            <p:nvPr/>
          </p:nvSpPr>
          <p:spPr>
            <a:xfrm>
              <a:off x="195276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307995 w 361670"/>
                <a:gd name="connsiteY5" fmla="*/ 187051 h 361333"/>
                <a:gd name="connsiteX6" fmla="*/ 287547 w 361670"/>
                <a:gd name="connsiteY6" fmla="*/ 187051 h 361333"/>
                <a:gd name="connsiteX7" fmla="*/ 187225 w 361670"/>
                <a:gd name="connsiteY7" fmla="*/ 287279 h 361333"/>
                <a:gd name="connsiteX8" fmla="*/ 187225 w 361670"/>
                <a:gd name="connsiteY8" fmla="*/ 307708 h 361333"/>
                <a:gd name="connsiteX9" fmla="*/ 180835 w 361670"/>
                <a:gd name="connsiteY9" fmla="*/ 314092 h 361333"/>
                <a:gd name="connsiteX10" fmla="*/ 174445 w 361670"/>
                <a:gd name="connsiteY10" fmla="*/ 307708 h 361333"/>
                <a:gd name="connsiteX11" fmla="*/ 174445 w 361670"/>
                <a:gd name="connsiteY11" fmla="*/ 287279 h 361333"/>
                <a:gd name="connsiteX12" fmla="*/ 74123 w 361670"/>
                <a:gd name="connsiteY12" fmla="*/ 187051 h 361333"/>
                <a:gd name="connsiteX13" fmla="*/ 53675 w 361670"/>
                <a:gd name="connsiteY13" fmla="*/ 187051 h 361333"/>
                <a:gd name="connsiteX14" fmla="*/ 47285 w 361670"/>
                <a:gd name="connsiteY14" fmla="*/ 180667 h 361333"/>
                <a:gd name="connsiteX15" fmla="*/ 53675 w 361670"/>
                <a:gd name="connsiteY15" fmla="*/ 174283 h 361333"/>
                <a:gd name="connsiteX16" fmla="*/ 74123 w 361670"/>
                <a:gd name="connsiteY16" fmla="*/ 174283 h 361333"/>
                <a:gd name="connsiteX17" fmla="*/ 174445 w 361670"/>
                <a:gd name="connsiteY17" fmla="*/ 74054 h 361333"/>
                <a:gd name="connsiteX18" fmla="*/ 174445 w 361670"/>
                <a:gd name="connsiteY18" fmla="*/ 53626 h 361333"/>
                <a:gd name="connsiteX19" fmla="*/ 180835 w 361670"/>
                <a:gd name="connsiteY19" fmla="*/ 47242 h 361333"/>
                <a:gd name="connsiteX20" fmla="*/ 187225 w 361670"/>
                <a:gd name="connsiteY20" fmla="*/ 53626 h 361333"/>
                <a:gd name="connsiteX21" fmla="*/ 187225 w 361670"/>
                <a:gd name="connsiteY21" fmla="*/ 74054 h 361333"/>
                <a:gd name="connsiteX22" fmla="*/ 287547 w 361670"/>
                <a:gd name="connsiteY22" fmla="*/ 174283 h 361333"/>
                <a:gd name="connsiteX23" fmla="*/ 307995 w 361670"/>
                <a:gd name="connsiteY23" fmla="*/ 174283 h 361333"/>
                <a:gd name="connsiteX24" fmla="*/ 314385 w 361670"/>
                <a:gd name="connsiteY24" fmla="*/ 180667 h 361333"/>
                <a:gd name="connsiteX25" fmla="*/ 307995 w 361670"/>
                <a:gd name="connsiteY25" fmla="*/ 18705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307995" y="187051"/>
                  </a:moveTo>
                  <a:lnTo>
                    <a:pt x="287547" y="187051"/>
                  </a:lnTo>
                  <a:cubicBezTo>
                    <a:pt x="284352" y="240676"/>
                    <a:pt x="240901" y="284087"/>
                    <a:pt x="187225" y="287279"/>
                  </a:cubicBezTo>
                  <a:lnTo>
                    <a:pt x="187225" y="307708"/>
                  </a:lnTo>
                  <a:cubicBezTo>
                    <a:pt x="187225" y="311538"/>
                    <a:pt x="184669" y="314092"/>
                    <a:pt x="180835" y="314092"/>
                  </a:cubicBezTo>
                  <a:cubicBezTo>
                    <a:pt x="177001" y="314092"/>
                    <a:pt x="174445" y="311538"/>
                    <a:pt x="174445" y="307708"/>
                  </a:cubicBezTo>
                  <a:lnTo>
                    <a:pt x="174445" y="287279"/>
                  </a:lnTo>
                  <a:cubicBezTo>
                    <a:pt x="120770" y="284087"/>
                    <a:pt x="77318" y="240676"/>
                    <a:pt x="74123" y="187051"/>
                  </a:cubicBezTo>
                  <a:lnTo>
                    <a:pt x="53675" y="187051"/>
                  </a:lnTo>
                  <a:cubicBezTo>
                    <a:pt x="49841" y="187051"/>
                    <a:pt x="47285" y="184497"/>
                    <a:pt x="47285" y="180667"/>
                  </a:cubicBezTo>
                  <a:cubicBezTo>
                    <a:pt x="47285" y="176836"/>
                    <a:pt x="49841" y="174283"/>
                    <a:pt x="53675" y="174283"/>
                  </a:cubicBezTo>
                  <a:lnTo>
                    <a:pt x="74123" y="174283"/>
                  </a:lnTo>
                  <a:cubicBezTo>
                    <a:pt x="77318" y="120657"/>
                    <a:pt x="120770" y="77246"/>
                    <a:pt x="174445" y="74054"/>
                  </a:cubicBezTo>
                  <a:lnTo>
                    <a:pt x="174445" y="53626"/>
                  </a:lnTo>
                  <a:cubicBezTo>
                    <a:pt x="174445" y="49795"/>
                    <a:pt x="177001" y="47242"/>
                    <a:pt x="180835" y="47242"/>
                  </a:cubicBezTo>
                  <a:cubicBezTo>
                    <a:pt x="184669" y="47242"/>
                    <a:pt x="187225" y="49795"/>
                    <a:pt x="187225" y="53626"/>
                  </a:cubicBezTo>
                  <a:lnTo>
                    <a:pt x="187225" y="74054"/>
                  </a:lnTo>
                  <a:cubicBezTo>
                    <a:pt x="240901" y="77246"/>
                    <a:pt x="284352" y="120657"/>
                    <a:pt x="287547" y="174283"/>
                  </a:cubicBezTo>
                  <a:lnTo>
                    <a:pt x="307995" y="174283"/>
                  </a:lnTo>
                  <a:cubicBezTo>
                    <a:pt x="311829" y="174283"/>
                    <a:pt x="314385" y="176836"/>
                    <a:pt x="314385" y="180667"/>
                  </a:cubicBezTo>
                  <a:cubicBezTo>
                    <a:pt x="314385" y="184497"/>
                    <a:pt x="311829" y="187051"/>
                    <a:pt x="307995" y="187051"/>
                  </a:cubicBezTo>
                  <a:close/>
                </a:path>
              </a:pathLst>
            </a:custGeom>
            <a:solidFill>
              <a:srgbClr val="007680"/>
            </a:solidFill>
            <a:ln w="6390" cap="flat">
              <a:noFill/>
              <a:prstDash val="solid"/>
              <a:miter/>
            </a:ln>
          </p:spPr>
          <p:txBody>
            <a:bodyPr rtlCol="0" anchor="ctr"/>
            <a:lstStyle/>
            <a:p>
              <a:endParaRPr lang="en-US"/>
            </a:p>
          </p:txBody>
        </p:sp>
        <p:sp>
          <p:nvSpPr>
            <p:cNvPr id="408" name="Graphic 4">
              <a:extLst>
                <a:ext uri="{FF2B5EF4-FFF2-40B4-BE49-F238E27FC236}">
                  <a16:creationId xmlns:a16="http://schemas.microsoft.com/office/drawing/2014/main" id="{114ED8CE-C655-EC43-8543-816C084CA671}"/>
                </a:ext>
              </a:extLst>
            </p:cNvPr>
            <p:cNvSpPr/>
            <p:nvPr/>
          </p:nvSpPr>
          <p:spPr>
            <a:xfrm>
              <a:off x="2039668" y="2457995"/>
              <a:ext cx="87542" cy="87460"/>
            </a:xfrm>
            <a:custGeom>
              <a:avLst/>
              <a:gdLst>
                <a:gd name="connsiteX0" fmla="*/ 87542 w 87542"/>
                <a:gd name="connsiteY0" fmla="*/ 8299 h 87460"/>
                <a:gd name="connsiteX1" fmla="*/ 87542 w 87542"/>
                <a:gd name="connsiteY1" fmla="*/ 0 h 87460"/>
                <a:gd name="connsiteX2" fmla="*/ 0 w 87542"/>
                <a:gd name="connsiteY2" fmla="*/ 87461 h 87460"/>
                <a:gd name="connsiteX3" fmla="*/ 8307 w 87542"/>
                <a:gd name="connsiteY3" fmla="*/ 87461 h 87460"/>
                <a:gd name="connsiteX4" fmla="*/ 87542 w 87542"/>
                <a:gd name="connsiteY4" fmla="*/ 8299 h 87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542" h="87460">
                  <a:moveTo>
                    <a:pt x="87542" y="8299"/>
                  </a:moveTo>
                  <a:lnTo>
                    <a:pt x="87542" y="0"/>
                  </a:lnTo>
                  <a:cubicBezTo>
                    <a:pt x="40896" y="3192"/>
                    <a:pt x="3195" y="40857"/>
                    <a:pt x="0" y="87461"/>
                  </a:cubicBezTo>
                  <a:lnTo>
                    <a:pt x="8307" y="87461"/>
                  </a:lnTo>
                  <a:cubicBezTo>
                    <a:pt x="11502" y="45326"/>
                    <a:pt x="45368" y="11491"/>
                    <a:pt x="87542" y="8299"/>
                  </a:cubicBezTo>
                  <a:close/>
                </a:path>
              </a:pathLst>
            </a:custGeom>
            <a:solidFill>
              <a:srgbClr val="007680"/>
            </a:solidFill>
            <a:ln w="6390" cap="flat">
              <a:noFill/>
              <a:prstDash val="solid"/>
              <a:miter/>
            </a:ln>
          </p:spPr>
          <p:txBody>
            <a:bodyPr rtlCol="0" anchor="ctr"/>
            <a:lstStyle/>
            <a:p>
              <a:endParaRPr lang="en-US"/>
            </a:p>
          </p:txBody>
        </p:sp>
        <p:sp>
          <p:nvSpPr>
            <p:cNvPr id="409" name="Graphic 4">
              <a:extLst>
                <a:ext uri="{FF2B5EF4-FFF2-40B4-BE49-F238E27FC236}">
                  <a16:creationId xmlns:a16="http://schemas.microsoft.com/office/drawing/2014/main" id="{A63C66BD-27D0-554E-BDE1-A07B52F8F63B}"/>
                </a:ext>
              </a:extLst>
            </p:cNvPr>
            <p:cNvSpPr/>
            <p:nvPr/>
          </p:nvSpPr>
          <p:spPr>
            <a:xfrm>
              <a:off x="2039668" y="2558224"/>
              <a:ext cx="87542" cy="87460"/>
            </a:xfrm>
            <a:custGeom>
              <a:avLst/>
              <a:gdLst>
                <a:gd name="connsiteX0" fmla="*/ 33228 w 87542"/>
                <a:gd name="connsiteY0" fmla="*/ 54264 h 87460"/>
                <a:gd name="connsiteX1" fmla="*/ 8307 w 87542"/>
                <a:gd name="connsiteY1" fmla="*/ 0 h 87460"/>
                <a:gd name="connsiteX2" fmla="*/ 0 w 87542"/>
                <a:gd name="connsiteY2" fmla="*/ 0 h 87460"/>
                <a:gd name="connsiteX3" fmla="*/ 87542 w 87542"/>
                <a:gd name="connsiteY3" fmla="*/ 87460 h 87460"/>
                <a:gd name="connsiteX4" fmla="*/ 87542 w 87542"/>
                <a:gd name="connsiteY4" fmla="*/ 79161 h 87460"/>
                <a:gd name="connsiteX5" fmla="*/ 33228 w 87542"/>
                <a:gd name="connsiteY5" fmla="*/ 54264 h 8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542" h="87460">
                  <a:moveTo>
                    <a:pt x="33228" y="54264"/>
                  </a:moveTo>
                  <a:cubicBezTo>
                    <a:pt x="18531" y="39581"/>
                    <a:pt x="9585" y="20429"/>
                    <a:pt x="8307" y="0"/>
                  </a:cubicBezTo>
                  <a:lnTo>
                    <a:pt x="0" y="0"/>
                  </a:lnTo>
                  <a:cubicBezTo>
                    <a:pt x="3195" y="46603"/>
                    <a:pt x="40896" y="84268"/>
                    <a:pt x="87542" y="87460"/>
                  </a:cubicBezTo>
                  <a:lnTo>
                    <a:pt x="87542" y="79161"/>
                  </a:lnTo>
                  <a:cubicBezTo>
                    <a:pt x="67094" y="77884"/>
                    <a:pt x="47925" y="68947"/>
                    <a:pt x="33228" y="54264"/>
                  </a:cubicBezTo>
                  <a:close/>
                </a:path>
              </a:pathLst>
            </a:custGeom>
            <a:solidFill>
              <a:srgbClr val="007680"/>
            </a:solidFill>
            <a:ln w="6390" cap="flat">
              <a:noFill/>
              <a:prstDash val="solid"/>
              <a:miter/>
            </a:ln>
          </p:spPr>
          <p:txBody>
            <a:bodyPr rtlCol="0" anchor="ctr"/>
            <a:lstStyle/>
            <a:p>
              <a:endParaRPr lang="en-US"/>
            </a:p>
          </p:txBody>
        </p:sp>
        <p:sp>
          <p:nvSpPr>
            <p:cNvPr id="410" name="Graphic 4">
              <a:extLst>
                <a:ext uri="{FF2B5EF4-FFF2-40B4-BE49-F238E27FC236}">
                  <a16:creationId xmlns:a16="http://schemas.microsoft.com/office/drawing/2014/main" id="{B200EF63-AB39-EC4E-8BB2-43DBE71C5FBA}"/>
                </a:ext>
              </a:extLst>
            </p:cNvPr>
            <p:cNvSpPr/>
            <p:nvPr/>
          </p:nvSpPr>
          <p:spPr>
            <a:xfrm>
              <a:off x="2060754" y="2457995"/>
              <a:ext cx="166777" cy="187689"/>
            </a:xfrm>
            <a:custGeom>
              <a:avLst/>
              <a:gdLst>
                <a:gd name="connsiteX0" fmla="*/ 135467 w 166777"/>
                <a:gd name="connsiteY0" fmla="*/ 93845 h 187689"/>
                <a:gd name="connsiteX1" fmla="*/ 141857 w 166777"/>
                <a:gd name="connsiteY1" fmla="*/ 87461 h 187689"/>
                <a:gd name="connsiteX2" fmla="*/ 166777 w 166777"/>
                <a:gd name="connsiteY2" fmla="*/ 87461 h 187689"/>
                <a:gd name="connsiteX3" fmla="*/ 79235 w 166777"/>
                <a:gd name="connsiteY3" fmla="*/ 0 h 187689"/>
                <a:gd name="connsiteX4" fmla="*/ 79235 w 166777"/>
                <a:gd name="connsiteY4" fmla="*/ 24897 h 187689"/>
                <a:gd name="connsiteX5" fmla="*/ 72845 w 166777"/>
                <a:gd name="connsiteY5" fmla="*/ 31281 h 187689"/>
                <a:gd name="connsiteX6" fmla="*/ 66455 w 166777"/>
                <a:gd name="connsiteY6" fmla="*/ 24897 h 187689"/>
                <a:gd name="connsiteX7" fmla="*/ 66455 w 166777"/>
                <a:gd name="connsiteY7" fmla="*/ 21067 h 187689"/>
                <a:gd name="connsiteX8" fmla="*/ 0 w 166777"/>
                <a:gd name="connsiteY8" fmla="*/ 87461 h 187689"/>
                <a:gd name="connsiteX9" fmla="*/ 3834 w 166777"/>
                <a:gd name="connsiteY9" fmla="*/ 87461 h 187689"/>
                <a:gd name="connsiteX10" fmla="*/ 10224 w 166777"/>
                <a:gd name="connsiteY10" fmla="*/ 93845 h 187689"/>
                <a:gd name="connsiteX11" fmla="*/ 3834 w 166777"/>
                <a:gd name="connsiteY11" fmla="*/ 100229 h 187689"/>
                <a:gd name="connsiteX12" fmla="*/ 0 w 166777"/>
                <a:gd name="connsiteY12" fmla="*/ 100229 h 187689"/>
                <a:gd name="connsiteX13" fmla="*/ 21087 w 166777"/>
                <a:gd name="connsiteY13" fmla="*/ 145555 h 187689"/>
                <a:gd name="connsiteX14" fmla="*/ 66455 w 166777"/>
                <a:gd name="connsiteY14" fmla="*/ 166622 h 187689"/>
                <a:gd name="connsiteX15" fmla="*/ 66455 w 166777"/>
                <a:gd name="connsiteY15" fmla="*/ 162792 h 187689"/>
                <a:gd name="connsiteX16" fmla="*/ 72845 w 166777"/>
                <a:gd name="connsiteY16" fmla="*/ 156408 h 187689"/>
                <a:gd name="connsiteX17" fmla="*/ 79235 w 166777"/>
                <a:gd name="connsiteY17" fmla="*/ 162792 h 187689"/>
                <a:gd name="connsiteX18" fmla="*/ 79235 w 166777"/>
                <a:gd name="connsiteY18" fmla="*/ 166622 h 187689"/>
                <a:gd name="connsiteX19" fmla="*/ 134828 w 166777"/>
                <a:gd name="connsiteY19" fmla="*/ 132787 h 187689"/>
                <a:gd name="connsiteX20" fmla="*/ 143774 w 166777"/>
                <a:gd name="connsiteY20" fmla="*/ 130872 h 187689"/>
                <a:gd name="connsiteX21" fmla="*/ 145690 w 166777"/>
                <a:gd name="connsiteY21" fmla="*/ 139809 h 187689"/>
                <a:gd name="connsiteX22" fmla="*/ 79235 w 166777"/>
                <a:gd name="connsiteY22" fmla="*/ 179390 h 187689"/>
                <a:gd name="connsiteX23" fmla="*/ 79235 w 166777"/>
                <a:gd name="connsiteY23" fmla="*/ 187689 h 187689"/>
                <a:gd name="connsiteX24" fmla="*/ 166777 w 166777"/>
                <a:gd name="connsiteY24" fmla="*/ 100229 h 187689"/>
                <a:gd name="connsiteX25" fmla="*/ 141857 w 166777"/>
                <a:gd name="connsiteY25" fmla="*/ 100229 h 187689"/>
                <a:gd name="connsiteX26" fmla="*/ 135467 w 166777"/>
                <a:gd name="connsiteY26" fmla="*/ 93845 h 187689"/>
                <a:gd name="connsiteX27" fmla="*/ 95210 w 166777"/>
                <a:gd name="connsiteY27" fmla="*/ 83630 h 187689"/>
                <a:gd name="connsiteX28" fmla="*/ 91376 w 166777"/>
                <a:gd name="connsiteY28" fmla="*/ 94483 h 187689"/>
                <a:gd name="connsiteX29" fmla="*/ 95210 w 166777"/>
                <a:gd name="connsiteY29" fmla="*/ 105336 h 187689"/>
                <a:gd name="connsiteX30" fmla="*/ 95210 w 166777"/>
                <a:gd name="connsiteY30" fmla="*/ 121296 h 187689"/>
                <a:gd name="connsiteX31" fmla="*/ 77957 w 166777"/>
                <a:gd name="connsiteY31" fmla="*/ 138533 h 187689"/>
                <a:gd name="connsiteX32" fmla="*/ 67094 w 166777"/>
                <a:gd name="connsiteY32" fmla="*/ 138533 h 187689"/>
                <a:gd name="connsiteX33" fmla="*/ 49841 w 166777"/>
                <a:gd name="connsiteY33" fmla="*/ 121296 h 187689"/>
                <a:gd name="connsiteX34" fmla="*/ 56231 w 166777"/>
                <a:gd name="connsiteY34" fmla="*/ 114912 h 187689"/>
                <a:gd name="connsiteX35" fmla="*/ 62621 w 166777"/>
                <a:gd name="connsiteY35" fmla="*/ 121296 h 187689"/>
                <a:gd name="connsiteX36" fmla="*/ 67094 w 166777"/>
                <a:gd name="connsiteY36" fmla="*/ 125765 h 187689"/>
                <a:gd name="connsiteX37" fmla="*/ 77957 w 166777"/>
                <a:gd name="connsiteY37" fmla="*/ 125765 h 187689"/>
                <a:gd name="connsiteX38" fmla="*/ 82430 w 166777"/>
                <a:gd name="connsiteY38" fmla="*/ 121296 h 187689"/>
                <a:gd name="connsiteX39" fmla="*/ 82430 w 166777"/>
                <a:gd name="connsiteY39" fmla="*/ 105336 h 187689"/>
                <a:gd name="connsiteX40" fmla="*/ 77957 w 166777"/>
                <a:gd name="connsiteY40" fmla="*/ 100867 h 187689"/>
                <a:gd name="connsiteX41" fmla="*/ 61982 w 166777"/>
                <a:gd name="connsiteY41" fmla="*/ 100867 h 187689"/>
                <a:gd name="connsiteX42" fmla="*/ 55593 w 166777"/>
                <a:gd name="connsiteY42" fmla="*/ 94483 h 187689"/>
                <a:gd name="connsiteX43" fmla="*/ 61982 w 166777"/>
                <a:gd name="connsiteY43" fmla="*/ 88099 h 187689"/>
                <a:gd name="connsiteX44" fmla="*/ 77957 w 166777"/>
                <a:gd name="connsiteY44" fmla="*/ 88099 h 187689"/>
                <a:gd name="connsiteX45" fmla="*/ 82430 w 166777"/>
                <a:gd name="connsiteY45" fmla="*/ 83630 h 187689"/>
                <a:gd name="connsiteX46" fmla="*/ 82430 w 166777"/>
                <a:gd name="connsiteY46" fmla="*/ 67670 h 187689"/>
                <a:gd name="connsiteX47" fmla="*/ 77957 w 166777"/>
                <a:gd name="connsiteY47" fmla="*/ 63201 h 187689"/>
                <a:gd name="connsiteX48" fmla="*/ 67094 w 166777"/>
                <a:gd name="connsiteY48" fmla="*/ 63201 h 187689"/>
                <a:gd name="connsiteX49" fmla="*/ 62621 w 166777"/>
                <a:gd name="connsiteY49" fmla="*/ 67670 h 187689"/>
                <a:gd name="connsiteX50" fmla="*/ 56231 w 166777"/>
                <a:gd name="connsiteY50" fmla="*/ 74054 h 187689"/>
                <a:gd name="connsiteX51" fmla="*/ 49841 w 166777"/>
                <a:gd name="connsiteY51" fmla="*/ 67670 h 187689"/>
                <a:gd name="connsiteX52" fmla="*/ 67094 w 166777"/>
                <a:gd name="connsiteY52" fmla="*/ 50433 h 187689"/>
                <a:gd name="connsiteX53" fmla="*/ 77957 w 166777"/>
                <a:gd name="connsiteY53" fmla="*/ 50433 h 187689"/>
                <a:gd name="connsiteX54" fmla="*/ 95210 w 166777"/>
                <a:gd name="connsiteY54" fmla="*/ 67670 h 187689"/>
                <a:gd name="connsiteX55" fmla="*/ 95210 w 166777"/>
                <a:gd name="connsiteY55" fmla="*/ 83630 h 18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66777" h="187689">
                  <a:moveTo>
                    <a:pt x="135467" y="93845"/>
                  </a:moveTo>
                  <a:cubicBezTo>
                    <a:pt x="135467" y="90014"/>
                    <a:pt x="138023" y="87461"/>
                    <a:pt x="141857" y="87461"/>
                  </a:cubicBezTo>
                  <a:lnTo>
                    <a:pt x="166777" y="87461"/>
                  </a:lnTo>
                  <a:cubicBezTo>
                    <a:pt x="163582" y="40857"/>
                    <a:pt x="125882" y="3192"/>
                    <a:pt x="79235" y="0"/>
                  </a:cubicBezTo>
                  <a:lnTo>
                    <a:pt x="79235" y="24897"/>
                  </a:lnTo>
                  <a:cubicBezTo>
                    <a:pt x="79235" y="28728"/>
                    <a:pt x="76679" y="31281"/>
                    <a:pt x="72845" y="31281"/>
                  </a:cubicBezTo>
                  <a:cubicBezTo>
                    <a:pt x="69011" y="31281"/>
                    <a:pt x="66455" y="28728"/>
                    <a:pt x="66455" y="24897"/>
                  </a:cubicBezTo>
                  <a:lnTo>
                    <a:pt x="66455" y="21067"/>
                  </a:lnTo>
                  <a:cubicBezTo>
                    <a:pt x="31311" y="24259"/>
                    <a:pt x="3195" y="52349"/>
                    <a:pt x="0" y="87461"/>
                  </a:cubicBezTo>
                  <a:lnTo>
                    <a:pt x="3834" y="87461"/>
                  </a:lnTo>
                  <a:cubicBezTo>
                    <a:pt x="7668" y="87461"/>
                    <a:pt x="10224" y="90014"/>
                    <a:pt x="10224" y="93845"/>
                  </a:cubicBezTo>
                  <a:cubicBezTo>
                    <a:pt x="10224" y="97675"/>
                    <a:pt x="7668" y="100229"/>
                    <a:pt x="3834" y="100229"/>
                  </a:cubicBezTo>
                  <a:lnTo>
                    <a:pt x="0" y="100229"/>
                  </a:lnTo>
                  <a:cubicBezTo>
                    <a:pt x="1278" y="117465"/>
                    <a:pt x="8946" y="133425"/>
                    <a:pt x="21087" y="145555"/>
                  </a:cubicBezTo>
                  <a:cubicBezTo>
                    <a:pt x="33228" y="157684"/>
                    <a:pt x="49203" y="165345"/>
                    <a:pt x="66455" y="166622"/>
                  </a:cubicBezTo>
                  <a:lnTo>
                    <a:pt x="66455" y="162792"/>
                  </a:lnTo>
                  <a:cubicBezTo>
                    <a:pt x="66455" y="158961"/>
                    <a:pt x="69011" y="156408"/>
                    <a:pt x="72845" y="156408"/>
                  </a:cubicBezTo>
                  <a:cubicBezTo>
                    <a:pt x="76679" y="156408"/>
                    <a:pt x="79235" y="158961"/>
                    <a:pt x="79235" y="162792"/>
                  </a:cubicBezTo>
                  <a:lnTo>
                    <a:pt x="79235" y="166622"/>
                  </a:lnTo>
                  <a:cubicBezTo>
                    <a:pt x="102239" y="164707"/>
                    <a:pt x="122048" y="152577"/>
                    <a:pt x="134828" y="132787"/>
                  </a:cubicBezTo>
                  <a:cubicBezTo>
                    <a:pt x="136745" y="129595"/>
                    <a:pt x="140579" y="128957"/>
                    <a:pt x="143774" y="130872"/>
                  </a:cubicBezTo>
                  <a:cubicBezTo>
                    <a:pt x="146969" y="132787"/>
                    <a:pt x="147608" y="136617"/>
                    <a:pt x="145690" y="139809"/>
                  </a:cubicBezTo>
                  <a:cubicBezTo>
                    <a:pt x="130994" y="162792"/>
                    <a:pt x="106712" y="177475"/>
                    <a:pt x="79235" y="179390"/>
                  </a:cubicBezTo>
                  <a:lnTo>
                    <a:pt x="79235" y="187689"/>
                  </a:lnTo>
                  <a:cubicBezTo>
                    <a:pt x="125882" y="184497"/>
                    <a:pt x="163582" y="146832"/>
                    <a:pt x="166777" y="100229"/>
                  </a:cubicBezTo>
                  <a:lnTo>
                    <a:pt x="141857" y="100229"/>
                  </a:lnTo>
                  <a:cubicBezTo>
                    <a:pt x="138662" y="100229"/>
                    <a:pt x="135467" y="97675"/>
                    <a:pt x="135467" y="93845"/>
                  </a:cubicBezTo>
                  <a:close/>
                  <a:moveTo>
                    <a:pt x="95210" y="83630"/>
                  </a:moveTo>
                  <a:cubicBezTo>
                    <a:pt x="95210" y="87461"/>
                    <a:pt x="93932" y="91291"/>
                    <a:pt x="91376" y="94483"/>
                  </a:cubicBezTo>
                  <a:cubicBezTo>
                    <a:pt x="93932" y="97675"/>
                    <a:pt x="95210" y="100867"/>
                    <a:pt x="95210" y="105336"/>
                  </a:cubicBezTo>
                  <a:lnTo>
                    <a:pt x="95210" y="121296"/>
                  </a:lnTo>
                  <a:cubicBezTo>
                    <a:pt x="95210" y="130872"/>
                    <a:pt x="87542" y="138533"/>
                    <a:pt x="77957" y="138533"/>
                  </a:cubicBezTo>
                  <a:lnTo>
                    <a:pt x="67094" y="138533"/>
                  </a:lnTo>
                  <a:cubicBezTo>
                    <a:pt x="57509" y="138533"/>
                    <a:pt x="49841" y="130872"/>
                    <a:pt x="49841" y="121296"/>
                  </a:cubicBezTo>
                  <a:cubicBezTo>
                    <a:pt x="49841" y="117465"/>
                    <a:pt x="52398" y="114912"/>
                    <a:pt x="56231" y="114912"/>
                  </a:cubicBezTo>
                  <a:cubicBezTo>
                    <a:pt x="60065" y="114912"/>
                    <a:pt x="62621" y="117465"/>
                    <a:pt x="62621" y="121296"/>
                  </a:cubicBezTo>
                  <a:cubicBezTo>
                    <a:pt x="62621" y="123849"/>
                    <a:pt x="64538" y="125765"/>
                    <a:pt x="67094" y="125765"/>
                  </a:cubicBezTo>
                  <a:lnTo>
                    <a:pt x="77957" y="125765"/>
                  </a:lnTo>
                  <a:cubicBezTo>
                    <a:pt x="80513" y="125765"/>
                    <a:pt x="82430" y="123849"/>
                    <a:pt x="82430" y="121296"/>
                  </a:cubicBezTo>
                  <a:lnTo>
                    <a:pt x="82430" y="105336"/>
                  </a:lnTo>
                  <a:cubicBezTo>
                    <a:pt x="82430" y="102782"/>
                    <a:pt x="80513" y="100867"/>
                    <a:pt x="77957" y="100867"/>
                  </a:cubicBezTo>
                  <a:lnTo>
                    <a:pt x="61982" y="100867"/>
                  </a:lnTo>
                  <a:cubicBezTo>
                    <a:pt x="58148" y="100867"/>
                    <a:pt x="55593" y="98313"/>
                    <a:pt x="55593" y="94483"/>
                  </a:cubicBezTo>
                  <a:cubicBezTo>
                    <a:pt x="55593" y="90653"/>
                    <a:pt x="58148" y="88099"/>
                    <a:pt x="61982" y="88099"/>
                  </a:cubicBezTo>
                  <a:lnTo>
                    <a:pt x="77957" y="88099"/>
                  </a:lnTo>
                  <a:cubicBezTo>
                    <a:pt x="80513" y="88099"/>
                    <a:pt x="82430" y="86184"/>
                    <a:pt x="82430" y="83630"/>
                  </a:cubicBezTo>
                  <a:lnTo>
                    <a:pt x="82430" y="67670"/>
                  </a:lnTo>
                  <a:cubicBezTo>
                    <a:pt x="82430" y="65117"/>
                    <a:pt x="80513" y="63201"/>
                    <a:pt x="77957" y="63201"/>
                  </a:cubicBezTo>
                  <a:lnTo>
                    <a:pt x="67094" y="63201"/>
                  </a:lnTo>
                  <a:cubicBezTo>
                    <a:pt x="64538" y="63201"/>
                    <a:pt x="62621" y="65117"/>
                    <a:pt x="62621" y="67670"/>
                  </a:cubicBezTo>
                  <a:cubicBezTo>
                    <a:pt x="62621" y="71501"/>
                    <a:pt x="60065" y="74054"/>
                    <a:pt x="56231" y="74054"/>
                  </a:cubicBezTo>
                  <a:cubicBezTo>
                    <a:pt x="52398" y="74054"/>
                    <a:pt x="49841" y="71501"/>
                    <a:pt x="49841" y="67670"/>
                  </a:cubicBezTo>
                  <a:cubicBezTo>
                    <a:pt x="49841" y="58094"/>
                    <a:pt x="57509" y="50433"/>
                    <a:pt x="67094" y="50433"/>
                  </a:cubicBezTo>
                  <a:lnTo>
                    <a:pt x="77957" y="50433"/>
                  </a:lnTo>
                  <a:cubicBezTo>
                    <a:pt x="87542" y="50433"/>
                    <a:pt x="95210" y="58094"/>
                    <a:pt x="95210" y="67670"/>
                  </a:cubicBezTo>
                  <a:lnTo>
                    <a:pt x="95210" y="83630"/>
                  </a:lnTo>
                  <a:close/>
                </a:path>
              </a:pathLst>
            </a:custGeom>
            <a:solidFill>
              <a:srgbClr val="007680"/>
            </a:solidFill>
            <a:ln w="6390" cap="flat">
              <a:noFill/>
              <a:prstDash val="solid"/>
              <a:miter/>
            </a:ln>
          </p:spPr>
          <p:txBody>
            <a:bodyPr rtlCol="0" anchor="ctr"/>
            <a:lstStyle/>
            <a:p>
              <a:endParaRPr lang="en-US"/>
            </a:p>
          </p:txBody>
        </p:sp>
      </p:grpSp>
      <p:grpSp>
        <p:nvGrpSpPr>
          <p:cNvPr id="411" name="Graphic 4">
            <a:extLst>
              <a:ext uri="{FF2B5EF4-FFF2-40B4-BE49-F238E27FC236}">
                <a16:creationId xmlns:a16="http://schemas.microsoft.com/office/drawing/2014/main" id="{D0F5C3FF-9B89-7444-885B-F5D56B23E79D}"/>
              </a:ext>
            </a:extLst>
          </p:cNvPr>
          <p:cNvGrpSpPr/>
          <p:nvPr/>
        </p:nvGrpSpPr>
        <p:grpSpPr>
          <a:xfrm>
            <a:off x="1952764" y="1402085"/>
            <a:ext cx="361670" cy="361333"/>
            <a:chOff x="1952764" y="1402085"/>
            <a:chExt cx="361670" cy="361333"/>
          </a:xfrm>
          <a:solidFill>
            <a:srgbClr val="007680"/>
          </a:solidFill>
        </p:grpSpPr>
        <p:sp>
          <p:nvSpPr>
            <p:cNvPr id="412" name="Graphic 4">
              <a:extLst>
                <a:ext uri="{FF2B5EF4-FFF2-40B4-BE49-F238E27FC236}">
                  <a16:creationId xmlns:a16="http://schemas.microsoft.com/office/drawing/2014/main" id="{60DDF5CE-07C6-EE4E-8711-35E53B2290A4}"/>
                </a:ext>
              </a:extLst>
            </p:cNvPr>
            <p:cNvSpPr/>
            <p:nvPr/>
          </p:nvSpPr>
          <p:spPr>
            <a:xfrm>
              <a:off x="2090787" y="1566153"/>
              <a:ext cx="8945" cy="11491"/>
            </a:xfrm>
            <a:custGeom>
              <a:avLst/>
              <a:gdLst>
                <a:gd name="connsiteX0" fmla="*/ 8946 w 8945"/>
                <a:gd name="connsiteY0" fmla="*/ 0 h 11491"/>
                <a:gd name="connsiteX1" fmla="*/ 0 w 8945"/>
                <a:gd name="connsiteY1" fmla="*/ 11491 h 11491"/>
                <a:gd name="connsiteX2" fmla="*/ 8946 w 8945"/>
                <a:gd name="connsiteY2" fmla="*/ 11491 h 11491"/>
              </a:gdLst>
              <a:ahLst/>
              <a:cxnLst>
                <a:cxn ang="0">
                  <a:pos x="connsiteX0" y="connsiteY0"/>
                </a:cxn>
                <a:cxn ang="0">
                  <a:pos x="connsiteX1" y="connsiteY1"/>
                </a:cxn>
                <a:cxn ang="0">
                  <a:pos x="connsiteX2" y="connsiteY2"/>
                </a:cxn>
              </a:cxnLst>
              <a:rect l="l" t="t" r="r" b="b"/>
              <a:pathLst>
                <a:path w="8945" h="11491">
                  <a:moveTo>
                    <a:pt x="8946" y="0"/>
                  </a:moveTo>
                  <a:lnTo>
                    <a:pt x="0" y="11491"/>
                  </a:lnTo>
                  <a:lnTo>
                    <a:pt x="8946" y="11491"/>
                  </a:lnTo>
                  <a:close/>
                </a:path>
              </a:pathLst>
            </a:custGeom>
            <a:solidFill>
              <a:srgbClr val="007680"/>
            </a:solidFill>
            <a:ln w="6390" cap="flat">
              <a:noFill/>
              <a:prstDash val="solid"/>
              <a:miter/>
            </a:ln>
          </p:spPr>
          <p:txBody>
            <a:bodyPr rtlCol="0" anchor="ctr"/>
            <a:lstStyle/>
            <a:p>
              <a:endParaRPr lang="en-US"/>
            </a:p>
          </p:txBody>
        </p:sp>
        <p:sp>
          <p:nvSpPr>
            <p:cNvPr id="413" name="Graphic 4">
              <a:extLst>
                <a:ext uri="{FF2B5EF4-FFF2-40B4-BE49-F238E27FC236}">
                  <a16:creationId xmlns:a16="http://schemas.microsoft.com/office/drawing/2014/main" id="{BD115F10-75DC-B94D-8DD8-EF6EB9D3B687}"/>
                </a:ext>
              </a:extLst>
            </p:cNvPr>
            <p:cNvSpPr/>
            <p:nvPr/>
          </p:nvSpPr>
          <p:spPr>
            <a:xfrm>
              <a:off x="1952764"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93298 w 361670"/>
                <a:gd name="connsiteY5" fmla="*/ 243230 h 361333"/>
                <a:gd name="connsiteX6" fmla="*/ 267738 w 361670"/>
                <a:gd name="connsiteY6" fmla="*/ 262382 h 361333"/>
                <a:gd name="connsiteX7" fmla="*/ 94571 w 361670"/>
                <a:gd name="connsiteY7" fmla="*/ 262382 h 361333"/>
                <a:gd name="connsiteX8" fmla="*/ 69011 w 361670"/>
                <a:gd name="connsiteY8" fmla="*/ 243230 h 361333"/>
                <a:gd name="connsiteX9" fmla="*/ 69011 w 361670"/>
                <a:gd name="connsiteY9" fmla="*/ 230462 h 361333"/>
                <a:gd name="connsiteX10" fmla="*/ 75401 w 361670"/>
                <a:gd name="connsiteY10" fmla="*/ 224078 h 361333"/>
                <a:gd name="connsiteX11" fmla="*/ 81152 w 361670"/>
                <a:gd name="connsiteY11" fmla="*/ 224078 h 361333"/>
                <a:gd name="connsiteX12" fmla="*/ 81152 w 361670"/>
                <a:gd name="connsiteY12" fmla="*/ 121296 h 361333"/>
                <a:gd name="connsiteX13" fmla="*/ 101600 w 361670"/>
                <a:gd name="connsiteY13" fmla="*/ 100867 h 361333"/>
                <a:gd name="connsiteX14" fmla="*/ 260070 w 361670"/>
                <a:gd name="connsiteY14" fmla="*/ 100867 h 361333"/>
                <a:gd name="connsiteX15" fmla="*/ 280518 w 361670"/>
                <a:gd name="connsiteY15" fmla="*/ 121296 h 361333"/>
                <a:gd name="connsiteX16" fmla="*/ 280518 w 361670"/>
                <a:gd name="connsiteY16" fmla="*/ 223439 h 361333"/>
                <a:gd name="connsiteX17" fmla="*/ 286269 w 361670"/>
                <a:gd name="connsiteY17" fmla="*/ 223439 h 361333"/>
                <a:gd name="connsiteX18" fmla="*/ 292659 w 361670"/>
                <a:gd name="connsiteY18" fmla="*/ 229823 h 361333"/>
                <a:gd name="connsiteX19" fmla="*/ 292659 w 361670"/>
                <a:gd name="connsiteY19" fmla="*/ 243230 h 361333"/>
                <a:gd name="connsiteX20" fmla="*/ 293298 w 361670"/>
                <a:gd name="connsiteY20" fmla="*/ 24323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293298" y="243230"/>
                  </a:moveTo>
                  <a:cubicBezTo>
                    <a:pt x="293298" y="254082"/>
                    <a:pt x="282435" y="262382"/>
                    <a:pt x="267738" y="262382"/>
                  </a:cubicBezTo>
                  <a:lnTo>
                    <a:pt x="94571" y="262382"/>
                  </a:lnTo>
                  <a:cubicBezTo>
                    <a:pt x="79874" y="262382"/>
                    <a:pt x="69011" y="254082"/>
                    <a:pt x="69011" y="243230"/>
                  </a:cubicBezTo>
                  <a:lnTo>
                    <a:pt x="69011" y="230462"/>
                  </a:lnTo>
                  <a:cubicBezTo>
                    <a:pt x="69011" y="226631"/>
                    <a:pt x="71567" y="224078"/>
                    <a:pt x="75401" y="224078"/>
                  </a:cubicBezTo>
                  <a:lnTo>
                    <a:pt x="81152" y="224078"/>
                  </a:lnTo>
                  <a:lnTo>
                    <a:pt x="81152" y="121296"/>
                  </a:lnTo>
                  <a:cubicBezTo>
                    <a:pt x="81152" y="109804"/>
                    <a:pt x="90098" y="100867"/>
                    <a:pt x="101600" y="100867"/>
                  </a:cubicBezTo>
                  <a:lnTo>
                    <a:pt x="260070" y="100867"/>
                  </a:lnTo>
                  <a:cubicBezTo>
                    <a:pt x="271572" y="100867"/>
                    <a:pt x="280518" y="110443"/>
                    <a:pt x="280518" y="121296"/>
                  </a:cubicBezTo>
                  <a:lnTo>
                    <a:pt x="280518" y="223439"/>
                  </a:lnTo>
                  <a:lnTo>
                    <a:pt x="286269" y="223439"/>
                  </a:lnTo>
                  <a:cubicBezTo>
                    <a:pt x="290103" y="223439"/>
                    <a:pt x="292659" y="225993"/>
                    <a:pt x="292659" y="229823"/>
                  </a:cubicBezTo>
                  <a:lnTo>
                    <a:pt x="292659" y="243230"/>
                  </a:lnTo>
                  <a:lnTo>
                    <a:pt x="293298" y="243230"/>
                  </a:lnTo>
                  <a:close/>
                </a:path>
              </a:pathLst>
            </a:custGeom>
            <a:solidFill>
              <a:srgbClr val="007680"/>
            </a:solidFill>
            <a:ln w="6390" cap="flat">
              <a:noFill/>
              <a:prstDash val="solid"/>
              <a:miter/>
            </a:ln>
          </p:spPr>
          <p:txBody>
            <a:bodyPr rtlCol="0" anchor="ctr"/>
            <a:lstStyle/>
            <a:p>
              <a:endParaRPr lang="en-US"/>
            </a:p>
          </p:txBody>
        </p:sp>
        <p:sp>
          <p:nvSpPr>
            <p:cNvPr id="414" name="Graphic 4">
              <a:extLst>
                <a:ext uri="{FF2B5EF4-FFF2-40B4-BE49-F238E27FC236}">
                  <a16:creationId xmlns:a16="http://schemas.microsoft.com/office/drawing/2014/main" id="{B1AC6A22-8194-2943-B245-BD98E6E1BF66}"/>
                </a:ext>
              </a:extLst>
            </p:cNvPr>
            <p:cNvSpPr/>
            <p:nvPr/>
          </p:nvSpPr>
          <p:spPr>
            <a:xfrm>
              <a:off x="2046696" y="1515081"/>
              <a:ext cx="173806" cy="110442"/>
            </a:xfrm>
            <a:custGeom>
              <a:avLst/>
              <a:gdLst>
                <a:gd name="connsiteX0" fmla="*/ 173806 w 173806"/>
                <a:gd name="connsiteY0" fmla="*/ 110443 h 110442"/>
                <a:gd name="connsiteX1" fmla="*/ 173806 w 173806"/>
                <a:gd name="connsiteY1" fmla="*/ 7661 h 110442"/>
                <a:gd name="connsiteX2" fmla="*/ 166138 w 173806"/>
                <a:gd name="connsiteY2" fmla="*/ 0 h 110442"/>
                <a:gd name="connsiteX3" fmla="*/ 7668 w 173806"/>
                <a:gd name="connsiteY3" fmla="*/ 0 h 110442"/>
                <a:gd name="connsiteX4" fmla="*/ 0 w 173806"/>
                <a:gd name="connsiteY4" fmla="*/ 7661 h 110442"/>
                <a:gd name="connsiteX5" fmla="*/ 0 w 173806"/>
                <a:gd name="connsiteY5" fmla="*/ 110443 h 110442"/>
                <a:gd name="connsiteX6" fmla="*/ 173806 w 173806"/>
                <a:gd name="connsiteY6" fmla="*/ 110443 h 110442"/>
                <a:gd name="connsiteX7" fmla="*/ 81152 w 173806"/>
                <a:gd name="connsiteY7" fmla="*/ 32558 h 110442"/>
                <a:gd name="connsiteX8" fmla="*/ 87542 w 173806"/>
                <a:gd name="connsiteY8" fmla="*/ 26174 h 110442"/>
                <a:gd name="connsiteX9" fmla="*/ 93932 w 173806"/>
                <a:gd name="connsiteY9" fmla="*/ 32558 h 110442"/>
                <a:gd name="connsiteX10" fmla="*/ 93932 w 173806"/>
                <a:gd name="connsiteY10" fmla="*/ 52349 h 110442"/>
                <a:gd name="connsiteX11" fmla="*/ 118853 w 173806"/>
                <a:gd name="connsiteY11" fmla="*/ 27451 h 110442"/>
                <a:gd name="connsiteX12" fmla="*/ 127799 w 173806"/>
                <a:gd name="connsiteY12" fmla="*/ 27451 h 110442"/>
                <a:gd name="connsiteX13" fmla="*/ 127799 w 173806"/>
                <a:gd name="connsiteY13" fmla="*/ 36389 h 110442"/>
                <a:gd name="connsiteX14" fmla="*/ 113102 w 173806"/>
                <a:gd name="connsiteY14" fmla="*/ 51072 h 110442"/>
                <a:gd name="connsiteX15" fmla="*/ 131633 w 173806"/>
                <a:gd name="connsiteY15" fmla="*/ 79161 h 110442"/>
                <a:gd name="connsiteX16" fmla="*/ 129716 w 173806"/>
                <a:gd name="connsiteY16" fmla="*/ 88099 h 110442"/>
                <a:gd name="connsiteX17" fmla="*/ 125882 w 173806"/>
                <a:gd name="connsiteY17" fmla="*/ 89376 h 110442"/>
                <a:gd name="connsiteX18" fmla="*/ 120770 w 173806"/>
                <a:gd name="connsiteY18" fmla="*/ 86822 h 110442"/>
                <a:gd name="connsiteX19" fmla="*/ 103517 w 173806"/>
                <a:gd name="connsiteY19" fmla="*/ 61286 h 110442"/>
                <a:gd name="connsiteX20" fmla="*/ 93932 w 173806"/>
                <a:gd name="connsiteY20" fmla="*/ 70862 h 110442"/>
                <a:gd name="connsiteX21" fmla="*/ 93932 w 173806"/>
                <a:gd name="connsiteY21" fmla="*/ 82992 h 110442"/>
                <a:gd name="connsiteX22" fmla="*/ 87542 w 173806"/>
                <a:gd name="connsiteY22" fmla="*/ 89376 h 110442"/>
                <a:gd name="connsiteX23" fmla="*/ 81152 w 173806"/>
                <a:gd name="connsiteY23" fmla="*/ 82992 h 110442"/>
                <a:gd name="connsiteX24" fmla="*/ 81152 w 173806"/>
                <a:gd name="connsiteY24" fmla="*/ 32558 h 110442"/>
                <a:gd name="connsiteX25" fmla="*/ 25560 w 173806"/>
                <a:gd name="connsiteY25" fmla="*/ 65117 h 110442"/>
                <a:gd name="connsiteX26" fmla="*/ 54314 w 173806"/>
                <a:gd name="connsiteY26" fmla="*/ 28090 h 110442"/>
                <a:gd name="connsiteX27" fmla="*/ 61343 w 173806"/>
                <a:gd name="connsiteY27" fmla="*/ 26174 h 110442"/>
                <a:gd name="connsiteX28" fmla="*/ 65816 w 173806"/>
                <a:gd name="connsiteY28" fmla="*/ 31920 h 110442"/>
                <a:gd name="connsiteX29" fmla="*/ 65816 w 173806"/>
                <a:gd name="connsiteY29" fmla="*/ 62563 h 110442"/>
                <a:gd name="connsiteX30" fmla="*/ 68372 w 173806"/>
                <a:gd name="connsiteY30" fmla="*/ 62563 h 110442"/>
                <a:gd name="connsiteX31" fmla="*/ 74762 w 173806"/>
                <a:gd name="connsiteY31" fmla="*/ 68947 h 110442"/>
                <a:gd name="connsiteX32" fmla="*/ 68372 w 173806"/>
                <a:gd name="connsiteY32" fmla="*/ 75331 h 110442"/>
                <a:gd name="connsiteX33" fmla="*/ 65816 w 173806"/>
                <a:gd name="connsiteY33" fmla="*/ 75331 h 110442"/>
                <a:gd name="connsiteX34" fmla="*/ 65816 w 173806"/>
                <a:gd name="connsiteY34" fmla="*/ 82992 h 110442"/>
                <a:gd name="connsiteX35" fmla="*/ 59427 w 173806"/>
                <a:gd name="connsiteY35" fmla="*/ 89376 h 110442"/>
                <a:gd name="connsiteX36" fmla="*/ 53037 w 173806"/>
                <a:gd name="connsiteY36" fmla="*/ 82992 h 110442"/>
                <a:gd name="connsiteX37" fmla="*/ 53037 w 173806"/>
                <a:gd name="connsiteY37" fmla="*/ 75331 h 110442"/>
                <a:gd name="connsiteX38" fmla="*/ 30672 w 173806"/>
                <a:gd name="connsiteY38" fmla="*/ 75331 h 110442"/>
                <a:gd name="connsiteX39" fmla="*/ 24921 w 173806"/>
                <a:gd name="connsiteY39" fmla="*/ 71501 h 110442"/>
                <a:gd name="connsiteX40" fmla="*/ 25560 w 173806"/>
                <a:gd name="connsiteY40" fmla="*/ 65117 h 110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3806" h="110442">
                  <a:moveTo>
                    <a:pt x="173806" y="110443"/>
                  </a:moveTo>
                  <a:lnTo>
                    <a:pt x="173806" y="7661"/>
                  </a:lnTo>
                  <a:cubicBezTo>
                    <a:pt x="173806" y="3192"/>
                    <a:pt x="170611" y="0"/>
                    <a:pt x="166138" y="0"/>
                  </a:cubicBezTo>
                  <a:lnTo>
                    <a:pt x="7668" y="0"/>
                  </a:lnTo>
                  <a:cubicBezTo>
                    <a:pt x="3195" y="0"/>
                    <a:pt x="0" y="3830"/>
                    <a:pt x="0" y="7661"/>
                  </a:cubicBezTo>
                  <a:lnTo>
                    <a:pt x="0" y="110443"/>
                  </a:lnTo>
                  <a:lnTo>
                    <a:pt x="173806" y="110443"/>
                  </a:lnTo>
                  <a:close/>
                  <a:moveTo>
                    <a:pt x="81152" y="32558"/>
                  </a:moveTo>
                  <a:cubicBezTo>
                    <a:pt x="81152" y="28728"/>
                    <a:pt x="83708" y="26174"/>
                    <a:pt x="87542" y="26174"/>
                  </a:cubicBezTo>
                  <a:cubicBezTo>
                    <a:pt x="91376" y="26174"/>
                    <a:pt x="93932" y="28728"/>
                    <a:pt x="93932" y="32558"/>
                  </a:cubicBezTo>
                  <a:lnTo>
                    <a:pt x="93932" y="52349"/>
                  </a:lnTo>
                  <a:lnTo>
                    <a:pt x="118853" y="27451"/>
                  </a:lnTo>
                  <a:cubicBezTo>
                    <a:pt x="121409" y="24898"/>
                    <a:pt x="125243" y="24898"/>
                    <a:pt x="127799" y="27451"/>
                  </a:cubicBezTo>
                  <a:cubicBezTo>
                    <a:pt x="130355" y="30005"/>
                    <a:pt x="130355" y="33835"/>
                    <a:pt x="127799" y="36389"/>
                  </a:cubicBezTo>
                  <a:lnTo>
                    <a:pt x="113102" y="51072"/>
                  </a:lnTo>
                  <a:lnTo>
                    <a:pt x="131633" y="79161"/>
                  </a:lnTo>
                  <a:cubicBezTo>
                    <a:pt x="133550" y="82353"/>
                    <a:pt x="132911" y="86184"/>
                    <a:pt x="129716" y="88099"/>
                  </a:cubicBezTo>
                  <a:cubicBezTo>
                    <a:pt x="128438" y="88737"/>
                    <a:pt x="127160" y="89376"/>
                    <a:pt x="125882" y="89376"/>
                  </a:cubicBezTo>
                  <a:cubicBezTo>
                    <a:pt x="123965" y="89376"/>
                    <a:pt x="122048" y="88099"/>
                    <a:pt x="120770" y="86822"/>
                  </a:cubicBezTo>
                  <a:lnTo>
                    <a:pt x="103517" y="61286"/>
                  </a:lnTo>
                  <a:lnTo>
                    <a:pt x="93932" y="70862"/>
                  </a:lnTo>
                  <a:lnTo>
                    <a:pt x="93932" y="82992"/>
                  </a:lnTo>
                  <a:cubicBezTo>
                    <a:pt x="93932" y="86822"/>
                    <a:pt x="91376" y="89376"/>
                    <a:pt x="87542" y="89376"/>
                  </a:cubicBezTo>
                  <a:cubicBezTo>
                    <a:pt x="83708" y="89376"/>
                    <a:pt x="81152" y="86822"/>
                    <a:pt x="81152" y="82992"/>
                  </a:cubicBezTo>
                  <a:lnTo>
                    <a:pt x="81152" y="32558"/>
                  </a:lnTo>
                  <a:close/>
                  <a:moveTo>
                    <a:pt x="25560" y="65117"/>
                  </a:moveTo>
                  <a:lnTo>
                    <a:pt x="54314" y="28090"/>
                  </a:lnTo>
                  <a:cubicBezTo>
                    <a:pt x="56232" y="26174"/>
                    <a:pt x="58788" y="24898"/>
                    <a:pt x="61343" y="26174"/>
                  </a:cubicBezTo>
                  <a:cubicBezTo>
                    <a:pt x="63899" y="26813"/>
                    <a:pt x="65816" y="29366"/>
                    <a:pt x="65816" y="31920"/>
                  </a:cubicBezTo>
                  <a:lnTo>
                    <a:pt x="65816" y="62563"/>
                  </a:lnTo>
                  <a:lnTo>
                    <a:pt x="68372" y="62563"/>
                  </a:lnTo>
                  <a:cubicBezTo>
                    <a:pt x="72206" y="62563"/>
                    <a:pt x="74762" y="65117"/>
                    <a:pt x="74762" y="68947"/>
                  </a:cubicBezTo>
                  <a:cubicBezTo>
                    <a:pt x="74762" y="72777"/>
                    <a:pt x="72206" y="75331"/>
                    <a:pt x="68372" y="75331"/>
                  </a:cubicBezTo>
                  <a:lnTo>
                    <a:pt x="65816" y="75331"/>
                  </a:lnTo>
                  <a:lnTo>
                    <a:pt x="65816" y="82992"/>
                  </a:lnTo>
                  <a:cubicBezTo>
                    <a:pt x="65816" y="86822"/>
                    <a:pt x="63261" y="89376"/>
                    <a:pt x="59427" y="89376"/>
                  </a:cubicBezTo>
                  <a:cubicBezTo>
                    <a:pt x="55593" y="89376"/>
                    <a:pt x="53037" y="86822"/>
                    <a:pt x="53037" y="82992"/>
                  </a:cubicBezTo>
                  <a:lnTo>
                    <a:pt x="53037" y="75331"/>
                  </a:lnTo>
                  <a:lnTo>
                    <a:pt x="30672" y="75331"/>
                  </a:lnTo>
                  <a:cubicBezTo>
                    <a:pt x="28116" y="75331"/>
                    <a:pt x="26199" y="74054"/>
                    <a:pt x="24921" y="71501"/>
                  </a:cubicBezTo>
                  <a:cubicBezTo>
                    <a:pt x="24282" y="69585"/>
                    <a:pt x="24282" y="67032"/>
                    <a:pt x="25560" y="65117"/>
                  </a:cubicBezTo>
                  <a:close/>
                </a:path>
              </a:pathLst>
            </a:custGeom>
            <a:solidFill>
              <a:srgbClr val="007680"/>
            </a:solidFill>
            <a:ln w="6390" cap="flat">
              <a:noFill/>
              <a:prstDash val="solid"/>
              <a:miter/>
            </a:ln>
          </p:spPr>
          <p:txBody>
            <a:bodyPr rtlCol="0" anchor="ctr"/>
            <a:lstStyle/>
            <a:p>
              <a:endParaRPr lang="en-US"/>
            </a:p>
          </p:txBody>
        </p:sp>
        <p:sp>
          <p:nvSpPr>
            <p:cNvPr id="415" name="Graphic 4">
              <a:extLst>
                <a:ext uri="{FF2B5EF4-FFF2-40B4-BE49-F238E27FC236}">
                  <a16:creationId xmlns:a16="http://schemas.microsoft.com/office/drawing/2014/main" id="{4A0D2074-9765-804F-B8F1-4D65A96FDFAE}"/>
                </a:ext>
              </a:extLst>
            </p:cNvPr>
            <p:cNvSpPr/>
            <p:nvPr/>
          </p:nvSpPr>
          <p:spPr>
            <a:xfrm>
              <a:off x="2034555" y="1638292"/>
              <a:ext cx="198727" cy="12767"/>
            </a:xfrm>
            <a:custGeom>
              <a:avLst/>
              <a:gdLst>
                <a:gd name="connsiteX0" fmla="*/ 100322 w 198727"/>
                <a:gd name="connsiteY0" fmla="*/ 0 h 12767"/>
                <a:gd name="connsiteX1" fmla="*/ 105434 w 198727"/>
                <a:gd name="connsiteY1" fmla="*/ 6384 h 12767"/>
                <a:gd name="connsiteX2" fmla="*/ 105434 w 198727"/>
                <a:gd name="connsiteY2" fmla="*/ 6384 h 12767"/>
                <a:gd name="connsiteX3" fmla="*/ 99044 w 198727"/>
                <a:gd name="connsiteY3" fmla="*/ 12768 h 12767"/>
                <a:gd name="connsiteX4" fmla="*/ 92654 w 198727"/>
                <a:gd name="connsiteY4" fmla="*/ 6384 h 12767"/>
                <a:gd name="connsiteX5" fmla="*/ 97766 w 198727"/>
                <a:gd name="connsiteY5" fmla="*/ 0 h 12767"/>
                <a:gd name="connsiteX6" fmla="*/ 5751 w 198727"/>
                <a:gd name="connsiteY6" fmla="*/ 0 h 12767"/>
                <a:gd name="connsiteX7" fmla="*/ 0 w 198727"/>
                <a:gd name="connsiteY7" fmla="*/ 0 h 12767"/>
                <a:gd name="connsiteX8" fmla="*/ 0 w 198727"/>
                <a:gd name="connsiteY8" fmla="*/ 6384 h 12767"/>
                <a:gd name="connsiteX9" fmla="*/ 12780 w 198727"/>
                <a:gd name="connsiteY9" fmla="*/ 12768 h 12767"/>
                <a:gd name="connsiteX10" fmla="*/ 185947 w 198727"/>
                <a:gd name="connsiteY10" fmla="*/ 12768 h 12767"/>
                <a:gd name="connsiteX11" fmla="*/ 198727 w 198727"/>
                <a:gd name="connsiteY11" fmla="*/ 6384 h 12767"/>
                <a:gd name="connsiteX12" fmla="*/ 198727 w 198727"/>
                <a:gd name="connsiteY12" fmla="*/ 0 h 12767"/>
                <a:gd name="connsiteX13" fmla="*/ 192976 w 198727"/>
                <a:gd name="connsiteY13" fmla="*/ 0 h 12767"/>
                <a:gd name="connsiteX14" fmla="*/ 100322 w 198727"/>
                <a:gd name="connsiteY14"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8727" h="12767">
                  <a:moveTo>
                    <a:pt x="100322" y="0"/>
                  </a:moveTo>
                  <a:cubicBezTo>
                    <a:pt x="102878" y="638"/>
                    <a:pt x="105434" y="3192"/>
                    <a:pt x="105434" y="6384"/>
                  </a:cubicBezTo>
                  <a:lnTo>
                    <a:pt x="105434" y="6384"/>
                  </a:lnTo>
                  <a:cubicBezTo>
                    <a:pt x="105434" y="10214"/>
                    <a:pt x="102878" y="12768"/>
                    <a:pt x="99044" y="12768"/>
                  </a:cubicBezTo>
                  <a:cubicBezTo>
                    <a:pt x="95210" y="12768"/>
                    <a:pt x="92654" y="10214"/>
                    <a:pt x="92654" y="6384"/>
                  </a:cubicBezTo>
                  <a:cubicBezTo>
                    <a:pt x="92654" y="3192"/>
                    <a:pt x="94571" y="638"/>
                    <a:pt x="97766" y="0"/>
                  </a:cubicBezTo>
                  <a:lnTo>
                    <a:pt x="5751" y="0"/>
                  </a:lnTo>
                  <a:lnTo>
                    <a:pt x="0" y="0"/>
                  </a:lnTo>
                  <a:lnTo>
                    <a:pt x="0" y="6384"/>
                  </a:lnTo>
                  <a:cubicBezTo>
                    <a:pt x="0" y="9576"/>
                    <a:pt x="5751" y="12768"/>
                    <a:pt x="12780" y="12768"/>
                  </a:cubicBezTo>
                  <a:lnTo>
                    <a:pt x="185947" y="12768"/>
                  </a:lnTo>
                  <a:cubicBezTo>
                    <a:pt x="192976" y="12768"/>
                    <a:pt x="198727" y="9576"/>
                    <a:pt x="198727" y="6384"/>
                  </a:cubicBezTo>
                  <a:lnTo>
                    <a:pt x="198727" y="0"/>
                  </a:lnTo>
                  <a:lnTo>
                    <a:pt x="192976" y="0"/>
                  </a:lnTo>
                  <a:lnTo>
                    <a:pt x="100322" y="0"/>
                  </a:lnTo>
                  <a:close/>
                </a:path>
              </a:pathLst>
            </a:custGeom>
            <a:solidFill>
              <a:srgbClr val="007680"/>
            </a:solidFill>
            <a:ln w="6390" cap="flat">
              <a:noFill/>
              <a:prstDash val="solid"/>
              <a:miter/>
            </a:ln>
          </p:spPr>
          <p:txBody>
            <a:bodyPr rtlCol="0" anchor="ctr"/>
            <a:lstStyle/>
            <a:p>
              <a:endParaRPr lang="en-US"/>
            </a:p>
          </p:txBody>
        </p:sp>
      </p:grpSp>
      <p:grpSp>
        <p:nvGrpSpPr>
          <p:cNvPr id="416" name="Graphic 4">
            <a:extLst>
              <a:ext uri="{FF2B5EF4-FFF2-40B4-BE49-F238E27FC236}">
                <a16:creationId xmlns:a16="http://schemas.microsoft.com/office/drawing/2014/main" id="{AA3D04FA-FFF8-8A48-A99B-ACEE072F4348}"/>
              </a:ext>
            </a:extLst>
          </p:cNvPr>
          <p:cNvGrpSpPr/>
          <p:nvPr/>
        </p:nvGrpSpPr>
        <p:grpSpPr>
          <a:xfrm>
            <a:off x="1515054" y="3824168"/>
            <a:ext cx="361670" cy="361333"/>
            <a:chOff x="1515054" y="3824168"/>
            <a:chExt cx="361670" cy="361333"/>
          </a:xfrm>
          <a:solidFill>
            <a:srgbClr val="007680"/>
          </a:solidFill>
        </p:grpSpPr>
        <p:sp>
          <p:nvSpPr>
            <p:cNvPr id="417" name="Graphic 4">
              <a:extLst>
                <a:ext uri="{FF2B5EF4-FFF2-40B4-BE49-F238E27FC236}">
                  <a16:creationId xmlns:a16="http://schemas.microsoft.com/office/drawing/2014/main" id="{AC656ACD-7127-AE44-A8B0-878AC03D5287}"/>
                </a:ext>
              </a:extLst>
            </p:cNvPr>
            <p:cNvSpPr/>
            <p:nvPr/>
          </p:nvSpPr>
          <p:spPr>
            <a:xfrm>
              <a:off x="1515054"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418" name="Graphic 4">
              <a:extLst>
                <a:ext uri="{FF2B5EF4-FFF2-40B4-BE49-F238E27FC236}">
                  <a16:creationId xmlns:a16="http://schemas.microsoft.com/office/drawing/2014/main" id="{54FA722B-E826-E24E-97C5-D879A22163CB}"/>
                </a:ext>
              </a:extLst>
            </p:cNvPr>
            <p:cNvSpPr/>
            <p:nvPr/>
          </p:nvSpPr>
          <p:spPr>
            <a:xfrm>
              <a:off x="1587899" y="3926950"/>
              <a:ext cx="216618" cy="156407"/>
            </a:xfrm>
            <a:custGeom>
              <a:avLst/>
              <a:gdLst>
                <a:gd name="connsiteX0" fmla="*/ 209590 w 216618"/>
                <a:gd name="connsiteY0" fmla="*/ 118742 h 156407"/>
                <a:gd name="connsiteX1" fmla="*/ 203839 w 216618"/>
                <a:gd name="connsiteY1" fmla="*/ 118742 h 156407"/>
                <a:gd name="connsiteX2" fmla="*/ 203839 w 216618"/>
                <a:gd name="connsiteY2" fmla="*/ 19790 h 156407"/>
                <a:gd name="connsiteX3" fmla="*/ 184030 w 216618"/>
                <a:gd name="connsiteY3" fmla="*/ 0 h 156407"/>
                <a:gd name="connsiteX4" fmla="*/ 31950 w 216618"/>
                <a:gd name="connsiteY4" fmla="*/ 0 h 156407"/>
                <a:gd name="connsiteX5" fmla="*/ 12141 w 216618"/>
                <a:gd name="connsiteY5" fmla="*/ 19790 h 156407"/>
                <a:gd name="connsiteX6" fmla="*/ 12141 w 216618"/>
                <a:gd name="connsiteY6" fmla="*/ 118742 h 156407"/>
                <a:gd name="connsiteX7" fmla="*/ 6390 w 216618"/>
                <a:gd name="connsiteY7" fmla="*/ 118742 h 156407"/>
                <a:gd name="connsiteX8" fmla="*/ 0 w 216618"/>
                <a:gd name="connsiteY8" fmla="*/ 125126 h 156407"/>
                <a:gd name="connsiteX9" fmla="*/ 0 w 216618"/>
                <a:gd name="connsiteY9" fmla="*/ 137894 h 156407"/>
                <a:gd name="connsiteX10" fmla="*/ 24921 w 216618"/>
                <a:gd name="connsiteY10" fmla="*/ 156408 h 156407"/>
                <a:gd name="connsiteX11" fmla="*/ 191698 w 216618"/>
                <a:gd name="connsiteY11" fmla="*/ 156408 h 156407"/>
                <a:gd name="connsiteX12" fmla="*/ 216619 w 216618"/>
                <a:gd name="connsiteY12" fmla="*/ 137894 h 156407"/>
                <a:gd name="connsiteX13" fmla="*/ 216619 w 216618"/>
                <a:gd name="connsiteY13" fmla="*/ 125126 h 156407"/>
                <a:gd name="connsiteX14" fmla="*/ 209590 w 216618"/>
                <a:gd name="connsiteY14" fmla="*/ 118742 h 156407"/>
                <a:gd name="connsiteX15" fmla="*/ 31950 w 216618"/>
                <a:gd name="connsiteY15" fmla="*/ 12768 h 156407"/>
                <a:gd name="connsiteX16" fmla="*/ 184030 w 216618"/>
                <a:gd name="connsiteY16" fmla="*/ 12768 h 156407"/>
                <a:gd name="connsiteX17" fmla="*/ 191059 w 216618"/>
                <a:gd name="connsiteY17" fmla="*/ 19790 h 156407"/>
                <a:gd name="connsiteX18" fmla="*/ 191059 w 216618"/>
                <a:gd name="connsiteY18" fmla="*/ 118742 h 156407"/>
                <a:gd name="connsiteX19" fmla="*/ 24282 w 216618"/>
                <a:gd name="connsiteY19" fmla="*/ 118742 h 156407"/>
                <a:gd name="connsiteX20" fmla="*/ 24282 w 216618"/>
                <a:gd name="connsiteY20" fmla="*/ 19790 h 156407"/>
                <a:gd name="connsiteX21" fmla="*/ 31950 w 216618"/>
                <a:gd name="connsiteY21" fmla="*/ 12768 h 156407"/>
                <a:gd name="connsiteX22" fmla="*/ 203200 w 216618"/>
                <a:gd name="connsiteY22" fmla="*/ 137894 h 156407"/>
                <a:gd name="connsiteX23" fmla="*/ 191059 w 216618"/>
                <a:gd name="connsiteY23" fmla="*/ 143640 h 156407"/>
                <a:gd name="connsiteX24" fmla="*/ 24282 w 216618"/>
                <a:gd name="connsiteY24" fmla="*/ 143640 h 156407"/>
                <a:gd name="connsiteX25" fmla="*/ 12141 w 216618"/>
                <a:gd name="connsiteY25" fmla="*/ 137894 h 156407"/>
                <a:gd name="connsiteX26" fmla="*/ 12141 w 216618"/>
                <a:gd name="connsiteY26" fmla="*/ 131510 h 156407"/>
                <a:gd name="connsiteX27" fmla="*/ 17892 w 216618"/>
                <a:gd name="connsiteY27" fmla="*/ 131510 h 156407"/>
                <a:gd name="connsiteX28" fmla="*/ 104795 w 216618"/>
                <a:gd name="connsiteY28" fmla="*/ 131510 h 156407"/>
                <a:gd name="connsiteX29" fmla="*/ 101600 w 216618"/>
                <a:gd name="connsiteY29" fmla="*/ 135341 h 156407"/>
                <a:gd name="connsiteX30" fmla="*/ 101600 w 216618"/>
                <a:gd name="connsiteY30" fmla="*/ 136617 h 156407"/>
                <a:gd name="connsiteX31" fmla="*/ 107990 w 216618"/>
                <a:gd name="connsiteY31" fmla="*/ 143001 h 156407"/>
                <a:gd name="connsiteX32" fmla="*/ 114380 w 216618"/>
                <a:gd name="connsiteY32" fmla="*/ 137256 h 156407"/>
                <a:gd name="connsiteX33" fmla="*/ 111185 w 216618"/>
                <a:gd name="connsiteY33" fmla="*/ 130872 h 156407"/>
                <a:gd name="connsiteX34" fmla="*/ 198088 w 216618"/>
                <a:gd name="connsiteY34" fmla="*/ 130872 h 156407"/>
                <a:gd name="connsiteX35" fmla="*/ 203839 w 216618"/>
                <a:gd name="connsiteY35" fmla="*/ 130872 h 156407"/>
                <a:gd name="connsiteX36" fmla="*/ 203839 w 216618"/>
                <a:gd name="connsiteY36" fmla="*/ 137894 h 156407"/>
                <a:gd name="connsiteX37" fmla="*/ 203200 w 216618"/>
                <a:gd name="connsiteY37" fmla="*/ 137894 h 156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16618" h="156407">
                  <a:moveTo>
                    <a:pt x="209590" y="118742"/>
                  </a:moveTo>
                  <a:lnTo>
                    <a:pt x="203839" y="118742"/>
                  </a:lnTo>
                  <a:lnTo>
                    <a:pt x="203839" y="19790"/>
                  </a:lnTo>
                  <a:cubicBezTo>
                    <a:pt x="203839" y="8938"/>
                    <a:pt x="194893" y="0"/>
                    <a:pt x="184030" y="0"/>
                  </a:cubicBezTo>
                  <a:lnTo>
                    <a:pt x="31950" y="0"/>
                  </a:lnTo>
                  <a:cubicBezTo>
                    <a:pt x="21087" y="0"/>
                    <a:pt x="12141" y="8938"/>
                    <a:pt x="12141" y="19790"/>
                  </a:cubicBezTo>
                  <a:lnTo>
                    <a:pt x="12141" y="118742"/>
                  </a:lnTo>
                  <a:lnTo>
                    <a:pt x="6390" y="118742"/>
                  </a:lnTo>
                  <a:cubicBezTo>
                    <a:pt x="2556" y="118742"/>
                    <a:pt x="0" y="121296"/>
                    <a:pt x="0" y="125126"/>
                  </a:cubicBezTo>
                  <a:lnTo>
                    <a:pt x="0" y="137894"/>
                  </a:lnTo>
                  <a:cubicBezTo>
                    <a:pt x="0" y="148747"/>
                    <a:pt x="10863" y="156408"/>
                    <a:pt x="24921" y="156408"/>
                  </a:cubicBezTo>
                  <a:lnTo>
                    <a:pt x="191698" y="156408"/>
                  </a:lnTo>
                  <a:cubicBezTo>
                    <a:pt x="205756" y="156408"/>
                    <a:pt x="216619" y="148108"/>
                    <a:pt x="216619" y="137894"/>
                  </a:cubicBezTo>
                  <a:lnTo>
                    <a:pt x="216619" y="125126"/>
                  </a:lnTo>
                  <a:cubicBezTo>
                    <a:pt x="215980" y="121296"/>
                    <a:pt x="212785" y="118742"/>
                    <a:pt x="209590" y="118742"/>
                  </a:cubicBezTo>
                  <a:close/>
                  <a:moveTo>
                    <a:pt x="31950" y="12768"/>
                  </a:moveTo>
                  <a:lnTo>
                    <a:pt x="184030" y="12768"/>
                  </a:lnTo>
                  <a:cubicBezTo>
                    <a:pt x="187864" y="12768"/>
                    <a:pt x="191059" y="15960"/>
                    <a:pt x="191059" y="19790"/>
                  </a:cubicBezTo>
                  <a:lnTo>
                    <a:pt x="191059" y="118742"/>
                  </a:lnTo>
                  <a:lnTo>
                    <a:pt x="24282" y="118742"/>
                  </a:lnTo>
                  <a:lnTo>
                    <a:pt x="24282" y="19790"/>
                  </a:lnTo>
                  <a:cubicBezTo>
                    <a:pt x="24282" y="15960"/>
                    <a:pt x="27477" y="12768"/>
                    <a:pt x="31950" y="12768"/>
                  </a:cubicBezTo>
                  <a:close/>
                  <a:moveTo>
                    <a:pt x="203200" y="137894"/>
                  </a:moveTo>
                  <a:cubicBezTo>
                    <a:pt x="203200" y="140448"/>
                    <a:pt x="198088" y="143640"/>
                    <a:pt x="191059" y="143640"/>
                  </a:cubicBezTo>
                  <a:lnTo>
                    <a:pt x="24282" y="143640"/>
                  </a:lnTo>
                  <a:cubicBezTo>
                    <a:pt x="17253" y="143640"/>
                    <a:pt x="12141" y="140448"/>
                    <a:pt x="12141" y="137894"/>
                  </a:cubicBezTo>
                  <a:lnTo>
                    <a:pt x="12141" y="131510"/>
                  </a:lnTo>
                  <a:lnTo>
                    <a:pt x="17892" y="131510"/>
                  </a:lnTo>
                  <a:lnTo>
                    <a:pt x="104795" y="131510"/>
                  </a:lnTo>
                  <a:cubicBezTo>
                    <a:pt x="103517" y="132149"/>
                    <a:pt x="102239" y="133425"/>
                    <a:pt x="101600" y="135341"/>
                  </a:cubicBezTo>
                  <a:cubicBezTo>
                    <a:pt x="101600" y="135979"/>
                    <a:pt x="101600" y="136617"/>
                    <a:pt x="101600" y="136617"/>
                  </a:cubicBezTo>
                  <a:cubicBezTo>
                    <a:pt x="101600" y="140448"/>
                    <a:pt x="104156" y="143001"/>
                    <a:pt x="107990" y="143001"/>
                  </a:cubicBezTo>
                  <a:cubicBezTo>
                    <a:pt x="111185" y="143001"/>
                    <a:pt x="113741" y="140448"/>
                    <a:pt x="114380" y="137256"/>
                  </a:cubicBezTo>
                  <a:cubicBezTo>
                    <a:pt x="115019" y="134702"/>
                    <a:pt x="113102" y="132149"/>
                    <a:pt x="111185" y="130872"/>
                  </a:cubicBezTo>
                  <a:lnTo>
                    <a:pt x="198088" y="130872"/>
                  </a:lnTo>
                  <a:lnTo>
                    <a:pt x="203839" y="130872"/>
                  </a:lnTo>
                  <a:lnTo>
                    <a:pt x="203839" y="137894"/>
                  </a:lnTo>
                  <a:lnTo>
                    <a:pt x="203200" y="137894"/>
                  </a:lnTo>
                  <a:close/>
                </a:path>
              </a:pathLst>
            </a:custGeom>
            <a:solidFill>
              <a:srgbClr val="007680"/>
            </a:solidFill>
            <a:ln w="6390" cap="flat">
              <a:noFill/>
              <a:prstDash val="solid"/>
              <a:miter/>
            </a:ln>
          </p:spPr>
          <p:txBody>
            <a:bodyPr rtlCol="0" anchor="ctr"/>
            <a:lstStyle/>
            <a:p>
              <a:endParaRPr lang="en-US"/>
            </a:p>
          </p:txBody>
        </p:sp>
        <p:sp>
          <p:nvSpPr>
            <p:cNvPr id="419" name="Graphic 4">
              <a:extLst>
                <a:ext uri="{FF2B5EF4-FFF2-40B4-BE49-F238E27FC236}">
                  <a16:creationId xmlns:a16="http://schemas.microsoft.com/office/drawing/2014/main" id="{C8E58DCB-04F4-7742-9598-23B07DE9E50D}"/>
                </a:ext>
              </a:extLst>
            </p:cNvPr>
            <p:cNvSpPr/>
            <p:nvPr/>
          </p:nvSpPr>
          <p:spPr>
            <a:xfrm>
              <a:off x="1641574" y="3963338"/>
              <a:ext cx="49202" cy="61924"/>
            </a:xfrm>
            <a:custGeom>
              <a:avLst/>
              <a:gdLst>
                <a:gd name="connsiteX0" fmla="*/ 6390 w 49202"/>
                <a:gd name="connsiteY0" fmla="*/ 61925 h 61924"/>
                <a:gd name="connsiteX1" fmla="*/ 12780 w 49202"/>
                <a:gd name="connsiteY1" fmla="*/ 55541 h 61924"/>
                <a:gd name="connsiteX2" fmla="*/ 12780 w 49202"/>
                <a:gd name="connsiteY2" fmla="*/ 35750 h 61924"/>
                <a:gd name="connsiteX3" fmla="*/ 36423 w 49202"/>
                <a:gd name="connsiteY3" fmla="*/ 35750 h 61924"/>
                <a:gd name="connsiteX4" fmla="*/ 36423 w 49202"/>
                <a:gd name="connsiteY4" fmla="*/ 55541 h 61924"/>
                <a:gd name="connsiteX5" fmla="*/ 42813 w 49202"/>
                <a:gd name="connsiteY5" fmla="*/ 61925 h 61924"/>
                <a:gd name="connsiteX6" fmla="*/ 49203 w 49202"/>
                <a:gd name="connsiteY6" fmla="*/ 55541 h 61924"/>
                <a:gd name="connsiteX7" fmla="*/ 49203 w 49202"/>
                <a:gd name="connsiteY7" fmla="*/ 7022 h 61924"/>
                <a:gd name="connsiteX8" fmla="*/ 42813 w 49202"/>
                <a:gd name="connsiteY8" fmla="*/ 638 h 61924"/>
                <a:gd name="connsiteX9" fmla="*/ 36423 w 49202"/>
                <a:gd name="connsiteY9" fmla="*/ 7022 h 61924"/>
                <a:gd name="connsiteX10" fmla="*/ 36423 w 49202"/>
                <a:gd name="connsiteY10" fmla="*/ 22982 h 61924"/>
                <a:gd name="connsiteX11" fmla="*/ 12780 w 49202"/>
                <a:gd name="connsiteY11" fmla="*/ 22982 h 61924"/>
                <a:gd name="connsiteX12" fmla="*/ 12780 w 49202"/>
                <a:gd name="connsiteY12" fmla="*/ 6384 h 61924"/>
                <a:gd name="connsiteX13" fmla="*/ 6390 w 49202"/>
                <a:gd name="connsiteY13" fmla="*/ 0 h 61924"/>
                <a:gd name="connsiteX14" fmla="*/ 0 w 49202"/>
                <a:gd name="connsiteY14" fmla="*/ 6384 h 61924"/>
                <a:gd name="connsiteX15" fmla="*/ 0 w 49202"/>
                <a:gd name="connsiteY15" fmla="*/ 54902 h 61924"/>
                <a:gd name="connsiteX16" fmla="*/ 6390 w 49202"/>
                <a:gd name="connsiteY16" fmla="*/ 61925 h 6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202" h="61924">
                  <a:moveTo>
                    <a:pt x="6390" y="61925"/>
                  </a:moveTo>
                  <a:cubicBezTo>
                    <a:pt x="10224" y="61925"/>
                    <a:pt x="12780" y="59371"/>
                    <a:pt x="12780" y="55541"/>
                  </a:cubicBezTo>
                  <a:lnTo>
                    <a:pt x="12780" y="35750"/>
                  </a:lnTo>
                  <a:lnTo>
                    <a:pt x="36423" y="35750"/>
                  </a:lnTo>
                  <a:lnTo>
                    <a:pt x="36423" y="55541"/>
                  </a:lnTo>
                  <a:cubicBezTo>
                    <a:pt x="36423" y="59371"/>
                    <a:pt x="38979" y="61925"/>
                    <a:pt x="42813" y="61925"/>
                  </a:cubicBezTo>
                  <a:cubicBezTo>
                    <a:pt x="46647" y="61925"/>
                    <a:pt x="49203" y="59371"/>
                    <a:pt x="49203" y="55541"/>
                  </a:cubicBezTo>
                  <a:lnTo>
                    <a:pt x="49203" y="7022"/>
                  </a:lnTo>
                  <a:cubicBezTo>
                    <a:pt x="49203" y="3192"/>
                    <a:pt x="46647" y="638"/>
                    <a:pt x="42813" y="638"/>
                  </a:cubicBezTo>
                  <a:cubicBezTo>
                    <a:pt x="38979" y="638"/>
                    <a:pt x="36423" y="3192"/>
                    <a:pt x="36423" y="7022"/>
                  </a:cubicBezTo>
                  <a:lnTo>
                    <a:pt x="36423" y="22982"/>
                  </a:lnTo>
                  <a:lnTo>
                    <a:pt x="12780" y="22982"/>
                  </a:lnTo>
                  <a:lnTo>
                    <a:pt x="12780" y="6384"/>
                  </a:lnTo>
                  <a:cubicBezTo>
                    <a:pt x="12780" y="2553"/>
                    <a:pt x="10224" y="0"/>
                    <a:pt x="6390" y="0"/>
                  </a:cubicBezTo>
                  <a:cubicBezTo>
                    <a:pt x="2556" y="0"/>
                    <a:pt x="0" y="2553"/>
                    <a:pt x="0" y="6384"/>
                  </a:cubicBezTo>
                  <a:lnTo>
                    <a:pt x="0" y="54902"/>
                  </a:lnTo>
                  <a:cubicBezTo>
                    <a:pt x="0" y="59371"/>
                    <a:pt x="3195" y="61925"/>
                    <a:pt x="6390" y="61925"/>
                  </a:cubicBezTo>
                  <a:close/>
                </a:path>
              </a:pathLst>
            </a:custGeom>
            <a:solidFill>
              <a:srgbClr val="007680"/>
            </a:solidFill>
            <a:ln w="6390" cap="flat">
              <a:noFill/>
              <a:prstDash val="solid"/>
              <a:miter/>
            </a:ln>
          </p:spPr>
          <p:txBody>
            <a:bodyPr rtlCol="0" anchor="ctr"/>
            <a:lstStyle/>
            <a:p>
              <a:endParaRPr lang="en-US"/>
            </a:p>
          </p:txBody>
        </p:sp>
        <p:sp>
          <p:nvSpPr>
            <p:cNvPr id="420" name="Graphic 4">
              <a:extLst>
                <a:ext uri="{FF2B5EF4-FFF2-40B4-BE49-F238E27FC236}">
                  <a16:creationId xmlns:a16="http://schemas.microsoft.com/office/drawing/2014/main" id="{2BC809F0-67D4-6341-93C8-5F196CAB8641}"/>
                </a:ext>
              </a:extLst>
            </p:cNvPr>
            <p:cNvSpPr/>
            <p:nvPr/>
          </p:nvSpPr>
          <p:spPr>
            <a:xfrm>
              <a:off x="1702279" y="3963977"/>
              <a:ext cx="50561" cy="61286"/>
            </a:xfrm>
            <a:custGeom>
              <a:avLst/>
              <a:gdLst>
                <a:gd name="connsiteX0" fmla="*/ 7029 w 50561"/>
                <a:gd name="connsiteY0" fmla="*/ 61286 h 61286"/>
                <a:gd name="connsiteX1" fmla="*/ 25560 w 50561"/>
                <a:gd name="connsiteY1" fmla="*/ 61286 h 61286"/>
                <a:gd name="connsiteX2" fmla="*/ 25560 w 50561"/>
                <a:gd name="connsiteY2" fmla="*/ 61286 h 61286"/>
                <a:gd name="connsiteX3" fmla="*/ 50480 w 50561"/>
                <a:gd name="connsiteY3" fmla="*/ 32559 h 61286"/>
                <a:gd name="connsiteX4" fmla="*/ 42174 w 50561"/>
                <a:gd name="connsiteY4" fmla="*/ 7023 h 61286"/>
                <a:gd name="connsiteX5" fmla="*/ 24282 w 50561"/>
                <a:gd name="connsiteY5" fmla="*/ 0 h 61286"/>
                <a:gd name="connsiteX6" fmla="*/ 6390 w 50561"/>
                <a:gd name="connsiteY6" fmla="*/ 0 h 61286"/>
                <a:gd name="connsiteX7" fmla="*/ 0 w 50561"/>
                <a:gd name="connsiteY7" fmla="*/ 6384 h 61286"/>
                <a:gd name="connsiteX8" fmla="*/ 0 w 50561"/>
                <a:gd name="connsiteY8" fmla="*/ 54264 h 61286"/>
                <a:gd name="connsiteX9" fmla="*/ 7029 w 50561"/>
                <a:gd name="connsiteY9" fmla="*/ 61286 h 61286"/>
                <a:gd name="connsiteX10" fmla="*/ 13419 w 50561"/>
                <a:gd name="connsiteY10" fmla="*/ 13407 h 61286"/>
                <a:gd name="connsiteX11" fmla="*/ 24921 w 50561"/>
                <a:gd name="connsiteY11" fmla="*/ 13407 h 61286"/>
                <a:gd name="connsiteX12" fmla="*/ 33228 w 50561"/>
                <a:gd name="connsiteY12" fmla="*/ 16599 h 61286"/>
                <a:gd name="connsiteX13" fmla="*/ 37701 w 50561"/>
                <a:gd name="connsiteY13" fmla="*/ 32559 h 61286"/>
                <a:gd name="connsiteX14" fmla="*/ 25560 w 50561"/>
                <a:gd name="connsiteY14" fmla="*/ 48519 h 61286"/>
                <a:gd name="connsiteX15" fmla="*/ 13419 w 50561"/>
                <a:gd name="connsiteY15" fmla="*/ 48519 h 61286"/>
                <a:gd name="connsiteX16" fmla="*/ 13419 w 50561"/>
                <a:gd name="connsiteY16" fmla="*/ 13407 h 61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0561" h="61286">
                  <a:moveTo>
                    <a:pt x="7029" y="61286"/>
                  </a:moveTo>
                  <a:lnTo>
                    <a:pt x="25560" y="61286"/>
                  </a:lnTo>
                  <a:lnTo>
                    <a:pt x="25560" y="61286"/>
                  </a:lnTo>
                  <a:cubicBezTo>
                    <a:pt x="33867" y="61286"/>
                    <a:pt x="49842" y="55541"/>
                    <a:pt x="50480" y="32559"/>
                  </a:cubicBezTo>
                  <a:cubicBezTo>
                    <a:pt x="51119" y="21706"/>
                    <a:pt x="47925" y="12768"/>
                    <a:pt x="42174" y="7023"/>
                  </a:cubicBezTo>
                  <a:cubicBezTo>
                    <a:pt x="37701" y="2554"/>
                    <a:pt x="31311" y="0"/>
                    <a:pt x="24282" y="0"/>
                  </a:cubicBezTo>
                  <a:lnTo>
                    <a:pt x="6390" y="0"/>
                  </a:lnTo>
                  <a:cubicBezTo>
                    <a:pt x="3195" y="0"/>
                    <a:pt x="0" y="3192"/>
                    <a:pt x="0" y="6384"/>
                  </a:cubicBezTo>
                  <a:lnTo>
                    <a:pt x="0" y="54264"/>
                  </a:lnTo>
                  <a:cubicBezTo>
                    <a:pt x="639" y="58733"/>
                    <a:pt x="3195" y="61286"/>
                    <a:pt x="7029" y="61286"/>
                  </a:cubicBezTo>
                  <a:close/>
                  <a:moveTo>
                    <a:pt x="13419" y="13407"/>
                  </a:moveTo>
                  <a:lnTo>
                    <a:pt x="24921" y="13407"/>
                  </a:lnTo>
                  <a:cubicBezTo>
                    <a:pt x="28755" y="13407"/>
                    <a:pt x="31311" y="14683"/>
                    <a:pt x="33228" y="16599"/>
                  </a:cubicBezTo>
                  <a:cubicBezTo>
                    <a:pt x="36423" y="19791"/>
                    <a:pt x="37701" y="25536"/>
                    <a:pt x="37701" y="32559"/>
                  </a:cubicBezTo>
                  <a:cubicBezTo>
                    <a:pt x="37062" y="47880"/>
                    <a:pt x="27477" y="48519"/>
                    <a:pt x="25560" y="48519"/>
                  </a:cubicBezTo>
                  <a:lnTo>
                    <a:pt x="13419" y="48519"/>
                  </a:lnTo>
                  <a:lnTo>
                    <a:pt x="13419" y="13407"/>
                  </a:lnTo>
                  <a:close/>
                </a:path>
              </a:pathLst>
            </a:custGeom>
            <a:solidFill>
              <a:srgbClr val="007680"/>
            </a:solidFill>
            <a:ln w="6390" cap="flat">
              <a:noFill/>
              <a:prstDash val="solid"/>
              <a:miter/>
            </a:ln>
          </p:spPr>
          <p:txBody>
            <a:bodyPr rtlCol="0" anchor="ctr"/>
            <a:lstStyle/>
            <a:p>
              <a:endParaRPr lang="en-US"/>
            </a:p>
          </p:txBody>
        </p:sp>
      </p:grpSp>
      <p:grpSp>
        <p:nvGrpSpPr>
          <p:cNvPr id="421" name="Graphic 4">
            <a:extLst>
              <a:ext uri="{FF2B5EF4-FFF2-40B4-BE49-F238E27FC236}">
                <a16:creationId xmlns:a16="http://schemas.microsoft.com/office/drawing/2014/main" id="{DC011300-FDC8-C940-B0EF-82FD35AB435A}"/>
              </a:ext>
            </a:extLst>
          </p:cNvPr>
          <p:cNvGrpSpPr/>
          <p:nvPr/>
        </p:nvGrpSpPr>
        <p:grpSpPr>
          <a:xfrm>
            <a:off x="2998797" y="3824168"/>
            <a:ext cx="361670" cy="361333"/>
            <a:chOff x="2998797" y="3824168"/>
            <a:chExt cx="361670" cy="361333"/>
          </a:xfrm>
          <a:solidFill>
            <a:srgbClr val="007680"/>
          </a:solidFill>
        </p:grpSpPr>
        <p:sp>
          <p:nvSpPr>
            <p:cNvPr id="422" name="Graphic 4">
              <a:extLst>
                <a:ext uri="{FF2B5EF4-FFF2-40B4-BE49-F238E27FC236}">
                  <a16:creationId xmlns:a16="http://schemas.microsoft.com/office/drawing/2014/main" id="{FCEDAC04-BC1B-1E4A-B4B3-605A2CFEA861}"/>
                </a:ext>
              </a:extLst>
            </p:cNvPr>
            <p:cNvSpPr/>
            <p:nvPr/>
          </p:nvSpPr>
          <p:spPr>
            <a:xfrm>
              <a:off x="3136181" y="4005473"/>
              <a:ext cx="16613" cy="13788"/>
            </a:xfrm>
            <a:custGeom>
              <a:avLst/>
              <a:gdLst>
                <a:gd name="connsiteX0" fmla="*/ 1917 w 16613"/>
                <a:gd name="connsiteY0" fmla="*/ 12130 h 13788"/>
                <a:gd name="connsiteX1" fmla="*/ 9585 w 16613"/>
                <a:gd name="connsiteY1" fmla="*/ 13407 h 13788"/>
                <a:gd name="connsiteX2" fmla="*/ 16614 w 16613"/>
                <a:gd name="connsiteY2" fmla="*/ 6384 h 13788"/>
                <a:gd name="connsiteX3" fmla="*/ 15336 w 16613"/>
                <a:gd name="connsiteY3" fmla="*/ 2554 h 13788"/>
                <a:gd name="connsiteX4" fmla="*/ 9585 w 16613"/>
                <a:gd name="connsiteY4" fmla="*/ 0 h 13788"/>
                <a:gd name="connsiteX5" fmla="*/ 7668 w 16613"/>
                <a:gd name="connsiteY5" fmla="*/ 0 h 13788"/>
                <a:gd name="connsiteX6" fmla="*/ 1278 w 16613"/>
                <a:gd name="connsiteY6" fmla="*/ 2554 h 13788"/>
                <a:gd name="connsiteX7" fmla="*/ 0 w 16613"/>
                <a:gd name="connsiteY7" fmla="*/ 8299 h 13788"/>
                <a:gd name="connsiteX8" fmla="*/ 1917 w 16613"/>
                <a:gd name="connsiteY8" fmla="*/ 12130 h 13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13" h="13788">
                  <a:moveTo>
                    <a:pt x="1917" y="12130"/>
                  </a:moveTo>
                  <a:cubicBezTo>
                    <a:pt x="3834" y="14045"/>
                    <a:pt x="7668" y="14045"/>
                    <a:pt x="9585" y="13407"/>
                  </a:cubicBezTo>
                  <a:cubicBezTo>
                    <a:pt x="14697" y="12768"/>
                    <a:pt x="16614" y="11491"/>
                    <a:pt x="16614" y="6384"/>
                  </a:cubicBezTo>
                  <a:cubicBezTo>
                    <a:pt x="16614" y="3831"/>
                    <a:pt x="15975" y="3192"/>
                    <a:pt x="15336" y="2554"/>
                  </a:cubicBezTo>
                  <a:cubicBezTo>
                    <a:pt x="14058" y="1277"/>
                    <a:pt x="12141" y="639"/>
                    <a:pt x="9585" y="0"/>
                  </a:cubicBezTo>
                  <a:cubicBezTo>
                    <a:pt x="8946" y="0"/>
                    <a:pt x="8307" y="0"/>
                    <a:pt x="7668" y="0"/>
                  </a:cubicBezTo>
                  <a:cubicBezTo>
                    <a:pt x="5112" y="0"/>
                    <a:pt x="2556" y="1277"/>
                    <a:pt x="1278" y="2554"/>
                  </a:cubicBezTo>
                  <a:cubicBezTo>
                    <a:pt x="0" y="3831"/>
                    <a:pt x="0" y="5746"/>
                    <a:pt x="0" y="8299"/>
                  </a:cubicBezTo>
                  <a:cubicBezTo>
                    <a:pt x="0" y="10853"/>
                    <a:pt x="1278" y="11491"/>
                    <a:pt x="1917" y="12130"/>
                  </a:cubicBezTo>
                  <a:close/>
                </a:path>
              </a:pathLst>
            </a:custGeom>
            <a:solidFill>
              <a:srgbClr val="007680"/>
            </a:solidFill>
            <a:ln w="6390" cap="flat">
              <a:noFill/>
              <a:prstDash val="solid"/>
              <a:miter/>
            </a:ln>
          </p:spPr>
          <p:txBody>
            <a:bodyPr rtlCol="0" anchor="ctr"/>
            <a:lstStyle/>
            <a:p>
              <a:endParaRPr lang="en-US"/>
            </a:p>
          </p:txBody>
        </p:sp>
        <p:sp>
          <p:nvSpPr>
            <p:cNvPr id="423" name="Graphic 4">
              <a:extLst>
                <a:ext uri="{FF2B5EF4-FFF2-40B4-BE49-F238E27FC236}">
                  <a16:creationId xmlns:a16="http://schemas.microsoft.com/office/drawing/2014/main" id="{D540324B-BB85-8A44-922E-55A7584F84D0}"/>
                </a:ext>
              </a:extLst>
            </p:cNvPr>
            <p:cNvSpPr/>
            <p:nvPr/>
          </p:nvSpPr>
          <p:spPr>
            <a:xfrm>
              <a:off x="3137459" y="3982490"/>
              <a:ext cx="13838" cy="10214"/>
            </a:xfrm>
            <a:custGeom>
              <a:avLst/>
              <a:gdLst>
                <a:gd name="connsiteX0" fmla="*/ 5751 w 13838"/>
                <a:gd name="connsiteY0" fmla="*/ 10214 h 10214"/>
                <a:gd name="connsiteX1" fmla="*/ 8307 w 13838"/>
                <a:gd name="connsiteY1" fmla="*/ 10214 h 10214"/>
                <a:gd name="connsiteX2" fmla="*/ 13419 w 13838"/>
                <a:gd name="connsiteY2" fmla="*/ 5745 h 10214"/>
                <a:gd name="connsiteX3" fmla="*/ 12780 w 13838"/>
                <a:gd name="connsiteY3" fmla="*/ 1277 h 10214"/>
                <a:gd name="connsiteX4" fmla="*/ 7029 w 13838"/>
                <a:gd name="connsiteY4" fmla="*/ 0 h 10214"/>
                <a:gd name="connsiteX5" fmla="*/ 1278 w 13838"/>
                <a:gd name="connsiteY5" fmla="*/ 1915 h 10214"/>
                <a:gd name="connsiteX6" fmla="*/ 0 w 13838"/>
                <a:gd name="connsiteY6" fmla="*/ 4469 h 10214"/>
                <a:gd name="connsiteX7" fmla="*/ 0 w 13838"/>
                <a:gd name="connsiteY7" fmla="*/ 5107 h 10214"/>
                <a:gd name="connsiteX8" fmla="*/ 1917 w 13838"/>
                <a:gd name="connsiteY8" fmla="*/ 8937 h 10214"/>
                <a:gd name="connsiteX9" fmla="*/ 5751 w 13838"/>
                <a:gd name="connsiteY9" fmla="*/ 10214 h 1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8" h="10214">
                  <a:moveTo>
                    <a:pt x="5751" y="10214"/>
                  </a:moveTo>
                  <a:cubicBezTo>
                    <a:pt x="6390" y="10214"/>
                    <a:pt x="7668" y="10214"/>
                    <a:pt x="8307" y="10214"/>
                  </a:cubicBezTo>
                  <a:cubicBezTo>
                    <a:pt x="12141" y="9576"/>
                    <a:pt x="13419" y="7022"/>
                    <a:pt x="13419" y="5745"/>
                  </a:cubicBezTo>
                  <a:cubicBezTo>
                    <a:pt x="14058" y="4469"/>
                    <a:pt x="14058" y="2553"/>
                    <a:pt x="12780" y="1277"/>
                  </a:cubicBezTo>
                  <a:cubicBezTo>
                    <a:pt x="12141" y="0"/>
                    <a:pt x="10224" y="0"/>
                    <a:pt x="7029" y="0"/>
                  </a:cubicBezTo>
                  <a:cubicBezTo>
                    <a:pt x="5112" y="0"/>
                    <a:pt x="2556" y="0"/>
                    <a:pt x="1278" y="1915"/>
                  </a:cubicBezTo>
                  <a:cubicBezTo>
                    <a:pt x="639" y="2553"/>
                    <a:pt x="0" y="4469"/>
                    <a:pt x="0" y="4469"/>
                  </a:cubicBezTo>
                  <a:lnTo>
                    <a:pt x="0" y="5107"/>
                  </a:lnTo>
                  <a:cubicBezTo>
                    <a:pt x="0" y="5745"/>
                    <a:pt x="639" y="7661"/>
                    <a:pt x="1917" y="8937"/>
                  </a:cubicBezTo>
                  <a:cubicBezTo>
                    <a:pt x="2556" y="8937"/>
                    <a:pt x="3834" y="10214"/>
                    <a:pt x="5751" y="10214"/>
                  </a:cubicBezTo>
                  <a:close/>
                </a:path>
              </a:pathLst>
            </a:custGeom>
            <a:solidFill>
              <a:srgbClr val="007680"/>
            </a:solidFill>
            <a:ln w="6390" cap="flat">
              <a:noFill/>
              <a:prstDash val="solid"/>
              <a:miter/>
            </a:ln>
          </p:spPr>
          <p:txBody>
            <a:bodyPr rtlCol="0" anchor="ctr"/>
            <a:lstStyle/>
            <a:p>
              <a:endParaRPr lang="en-US"/>
            </a:p>
          </p:txBody>
        </p:sp>
        <p:sp>
          <p:nvSpPr>
            <p:cNvPr id="424" name="Graphic 4">
              <a:extLst>
                <a:ext uri="{FF2B5EF4-FFF2-40B4-BE49-F238E27FC236}">
                  <a16:creationId xmlns:a16="http://schemas.microsoft.com/office/drawing/2014/main" id="{6ADCF56D-4A03-034A-A54E-A015D554BCC5}"/>
                </a:ext>
              </a:extLst>
            </p:cNvPr>
            <p:cNvSpPr/>
            <p:nvPr/>
          </p:nvSpPr>
          <p:spPr>
            <a:xfrm>
              <a:off x="2998797"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86908 w 361670"/>
                <a:gd name="connsiteY5" fmla="*/ 236846 h 361333"/>
                <a:gd name="connsiteX6" fmla="*/ 280518 w 361670"/>
                <a:gd name="connsiteY6" fmla="*/ 243230 h 361333"/>
                <a:gd name="connsiteX7" fmla="*/ 187225 w 361670"/>
                <a:gd name="connsiteY7" fmla="*/ 243230 h 361333"/>
                <a:gd name="connsiteX8" fmla="*/ 187225 w 361670"/>
                <a:gd name="connsiteY8" fmla="*/ 259828 h 361333"/>
                <a:gd name="connsiteX9" fmla="*/ 216619 w 361670"/>
                <a:gd name="connsiteY9" fmla="*/ 259828 h 361333"/>
                <a:gd name="connsiteX10" fmla="*/ 223009 w 361670"/>
                <a:gd name="connsiteY10" fmla="*/ 266212 h 361333"/>
                <a:gd name="connsiteX11" fmla="*/ 216619 w 361670"/>
                <a:gd name="connsiteY11" fmla="*/ 272596 h 361333"/>
                <a:gd name="connsiteX12" fmla="*/ 145052 w 361670"/>
                <a:gd name="connsiteY12" fmla="*/ 272596 h 361333"/>
                <a:gd name="connsiteX13" fmla="*/ 138662 w 361670"/>
                <a:gd name="connsiteY13" fmla="*/ 266212 h 361333"/>
                <a:gd name="connsiteX14" fmla="*/ 145052 w 361670"/>
                <a:gd name="connsiteY14" fmla="*/ 259828 h 361333"/>
                <a:gd name="connsiteX15" fmla="*/ 174445 w 361670"/>
                <a:gd name="connsiteY15" fmla="*/ 259828 h 361333"/>
                <a:gd name="connsiteX16" fmla="*/ 174445 w 361670"/>
                <a:gd name="connsiteY16" fmla="*/ 243230 h 361333"/>
                <a:gd name="connsiteX17" fmla="*/ 81152 w 361670"/>
                <a:gd name="connsiteY17" fmla="*/ 243230 h 361333"/>
                <a:gd name="connsiteX18" fmla="*/ 74762 w 361670"/>
                <a:gd name="connsiteY18" fmla="*/ 236846 h 361333"/>
                <a:gd name="connsiteX19" fmla="*/ 74762 w 361670"/>
                <a:gd name="connsiteY19" fmla="*/ 108528 h 361333"/>
                <a:gd name="connsiteX20" fmla="*/ 81152 w 361670"/>
                <a:gd name="connsiteY20" fmla="*/ 102144 h 361333"/>
                <a:gd name="connsiteX21" fmla="*/ 279879 w 361670"/>
                <a:gd name="connsiteY21" fmla="*/ 102144 h 361333"/>
                <a:gd name="connsiteX22" fmla="*/ 286269 w 361670"/>
                <a:gd name="connsiteY22" fmla="*/ 108528 h 361333"/>
                <a:gd name="connsiteX23" fmla="*/ 286269 w 361670"/>
                <a:gd name="connsiteY23" fmla="*/ 236846 h 361333"/>
                <a:gd name="connsiteX24" fmla="*/ 286908 w 361670"/>
                <a:gd name="connsiteY24" fmla="*/ 23684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1" y="280257"/>
                    <a:pt x="361671" y="180667"/>
                  </a:cubicBezTo>
                  <a:cubicBezTo>
                    <a:pt x="361671" y="81076"/>
                    <a:pt x="281157" y="0"/>
                    <a:pt x="180835" y="0"/>
                  </a:cubicBezTo>
                  <a:close/>
                  <a:moveTo>
                    <a:pt x="286908" y="236846"/>
                  </a:moveTo>
                  <a:cubicBezTo>
                    <a:pt x="286908" y="240676"/>
                    <a:pt x="284352" y="243230"/>
                    <a:pt x="280518" y="243230"/>
                  </a:cubicBezTo>
                  <a:lnTo>
                    <a:pt x="187225" y="243230"/>
                  </a:lnTo>
                  <a:lnTo>
                    <a:pt x="187225" y="259828"/>
                  </a:lnTo>
                  <a:lnTo>
                    <a:pt x="216619" y="259828"/>
                  </a:lnTo>
                  <a:cubicBezTo>
                    <a:pt x="220453" y="259828"/>
                    <a:pt x="223009" y="262382"/>
                    <a:pt x="223009" y="266212"/>
                  </a:cubicBezTo>
                  <a:cubicBezTo>
                    <a:pt x="223009" y="270042"/>
                    <a:pt x="220453" y="272596"/>
                    <a:pt x="216619" y="272596"/>
                  </a:cubicBezTo>
                  <a:lnTo>
                    <a:pt x="145052" y="272596"/>
                  </a:lnTo>
                  <a:cubicBezTo>
                    <a:pt x="141218" y="272596"/>
                    <a:pt x="138662" y="270042"/>
                    <a:pt x="138662" y="266212"/>
                  </a:cubicBezTo>
                  <a:cubicBezTo>
                    <a:pt x="138662" y="262382"/>
                    <a:pt x="141218" y="259828"/>
                    <a:pt x="145052" y="259828"/>
                  </a:cubicBezTo>
                  <a:lnTo>
                    <a:pt x="174445" y="259828"/>
                  </a:lnTo>
                  <a:lnTo>
                    <a:pt x="174445" y="243230"/>
                  </a:lnTo>
                  <a:lnTo>
                    <a:pt x="81152" y="243230"/>
                  </a:lnTo>
                  <a:cubicBezTo>
                    <a:pt x="77318" y="243230"/>
                    <a:pt x="74762" y="240676"/>
                    <a:pt x="74762" y="236846"/>
                  </a:cubicBezTo>
                  <a:lnTo>
                    <a:pt x="74762" y="108528"/>
                  </a:lnTo>
                  <a:cubicBezTo>
                    <a:pt x="74762" y="104697"/>
                    <a:pt x="77318" y="102144"/>
                    <a:pt x="81152" y="102144"/>
                  </a:cubicBezTo>
                  <a:lnTo>
                    <a:pt x="279879" y="102144"/>
                  </a:lnTo>
                  <a:cubicBezTo>
                    <a:pt x="283713" y="102144"/>
                    <a:pt x="286269" y="104697"/>
                    <a:pt x="286269" y="108528"/>
                  </a:cubicBezTo>
                  <a:lnTo>
                    <a:pt x="286269" y="236846"/>
                  </a:lnTo>
                  <a:lnTo>
                    <a:pt x="286908" y="236846"/>
                  </a:lnTo>
                  <a:close/>
                </a:path>
              </a:pathLst>
            </a:custGeom>
            <a:solidFill>
              <a:srgbClr val="007680"/>
            </a:solidFill>
            <a:ln w="6390" cap="flat">
              <a:noFill/>
              <a:prstDash val="solid"/>
              <a:miter/>
            </a:ln>
          </p:spPr>
          <p:txBody>
            <a:bodyPr rtlCol="0" anchor="ctr"/>
            <a:lstStyle/>
            <a:p>
              <a:endParaRPr lang="en-US"/>
            </a:p>
          </p:txBody>
        </p:sp>
        <p:sp>
          <p:nvSpPr>
            <p:cNvPr id="425" name="Graphic 4">
              <a:extLst>
                <a:ext uri="{FF2B5EF4-FFF2-40B4-BE49-F238E27FC236}">
                  <a16:creationId xmlns:a16="http://schemas.microsoft.com/office/drawing/2014/main" id="{1BFCDC1A-CC09-3643-B7C3-DB6198BC3197}"/>
                </a:ext>
              </a:extLst>
            </p:cNvPr>
            <p:cNvSpPr/>
            <p:nvPr/>
          </p:nvSpPr>
          <p:spPr>
            <a:xfrm>
              <a:off x="3086339" y="3939079"/>
              <a:ext cx="185947" cy="115549"/>
            </a:xfrm>
            <a:custGeom>
              <a:avLst/>
              <a:gdLst>
                <a:gd name="connsiteX0" fmla="*/ 0 w 185947"/>
                <a:gd name="connsiteY0" fmla="*/ 115550 h 115549"/>
                <a:gd name="connsiteX1" fmla="*/ 185947 w 185947"/>
                <a:gd name="connsiteY1" fmla="*/ 115550 h 115549"/>
                <a:gd name="connsiteX2" fmla="*/ 185947 w 185947"/>
                <a:gd name="connsiteY2" fmla="*/ 0 h 115549"/>
                <a:gd name="connsiteX3" fmla="*/ 0 w 185947"/>
                <a:gd name="connsiteY3" fmla="*/ 0 h 115549"/>
                <a:gd name="connsiteX4" fmla="*/ 0 w 185947"/>
                <a:gd name="connsiteY4" fmla="*/ 115550 h 115549"/>
                <a:gd name="connsiteX5" fmla="*/ 86903 w 185947"/>
                <a:gd name="connsiteY5" fmla="*/ 38304 h 115549"/>
                <a:gd name="connsiteX6" fmla="*/ 93293 w 185947"/>
                <a:gd name="connsiteY6" fmla="*/ 31920 h 115549"/>
                <a:gd name="connsiteX7" fmla="*/ 99683 w 185947"/>
                <a:gd name="connsiteY7" fmla="*/ 38304 h 115549"/>
                <a:gd name="connsiteX8" fmla="*/ 99683 w 185947"/>
                <a:gd name="connsiteY8" fmla="*/ 56817 h 115549"/>
                <a:gd name="connsiteX9" fmla="*/ 122687 w 185947"/>
                <a:gd name="connsiteY9" fmla="*/ 33835 h 115549"/>
                <a:gd name="connsiteX10" fmla="*/ 131633 w 185947"/>
                <a:gd name="connsiteY10" fmla="*/ 33835 h 115549"/>
                <a:gd name="connsiteX11" fmla="*/ 131633 w 185947"/>
                <a:gd name="connsiteY11" fmla="*/ 42772 h 115549"/>
                <a:gd name="connsiteX12" fmla="*/ 117575 w 185947"/>
                <a:gd name="connsiteY12" fmla="*/ 56817 h 115549"/>
                <a:gd name="connsiteX13" fmla="*/ 134828 w 185947"/>
                <a:gd name="connsiteY13" fmla="*/ 82992 h 115549"/>
                <a:gd name="connsiteX14" fmla="*/ 132911 w 185947"/>
                <a:gd name="connsiteY14" fmla="*/ 91929 h 115549"/>
                <a:gd name="connsiteX15" fmla="*/ 129077 w 185947"/>
                <a:gd name="connsiteY15" fmla="*/ 93206 h 115549"/>
                <a:gd name="connsiteX16" fmla="*/ 123965 w 185947"/>
                <a:gd name="connsiteY16" fmla="*/ 90652 h 115549"/>
                <a:gd name="connsiteX17" fmla="*/ 107990 w 185947"/>
                <a:gd name="connsiteY17" fmla="*/ 66393 h 115549"/>
                <a:gd name="connsiteX18" fmla="*/ 99044 w 185947"/>
                <a:gd name="connsiteY18" fmla="*/ 75331 h 115549"/>
                <a:gd name="connsiteX19" fmla="*/ 99044 w 185947"/>
                <a:gd name="connsiteY19" fmla="*/ 86822 h 115549"/>
                <a:gd name="connsiteX20" fmla="*/ 92654 w 185947"/>
                <a:gd name="connsiteY20" fmla="*/ 93206 h 115549"/>
                <a:gd name="connsiteX21" fmla="*/ 86264 w 185947"/>
                <a:gd name="connsiteY21" fmla="*/ 86822 h 115549"/>
                <a:gd name="connsiteX22" fmla="*/ 86903 w 185947"/>
                <a:gd name="connsiteY22" fmla="*/ 38304 h 115549"/>
                <a:gd name="connsiteX23" fmla="*/ 86903 w 185947"/>
                <a:gd name="connsiteY23" fmla="*/ 38304 h 115549"/>
                <a:gd name="connsiteX24" fmla="*/ 38340 w 185947"/>
                <a:gd name="connsiteY24" fmla="*/ 47880 h 115549"/>
                <a:gd name="connsiteX25" fmla="*/ 42813 w 185947"/>
                <a:gd name="connsiteY25" fmla="*/ 36388 h 115549"/>
                <a:gd name="connsiteX26" fmla="*/ 57509 w 185947"/>
                <a:gd name="connsiteY26" fmla="*/ 30643 h 115549"/>
                <a:gd name="connsiteX27" fmla="*/ 73484 w 185947"/>
                <a:gd name="connsiteY27" fmla="*/ 37027 h 115549"/>
                <a:gd name="connsiteX28" fmla="*/ 76040 w 185947"/>
                <a:gd name="connsiteY28" fmla="*/ 52348 h 115549"/>
                <a:gd name="connsiteX29" fmla="*/ 72845 w 185947"/>
                <a:gd name="connsiteY29" fmla="*/ 58732 h 115549"/>
                <a:gd name="connsiteX30" fmla="*/ 73484 w 185947"/>
                <a:gd name="connsiteY30" fmla="*/ 59371 h 115549"/>
                <a:gd name="connsiteX31" fmla="*/ 78596 w 185947"/>
                <a:gd name="connsiteY31" fmla="*/ 72777 h 115549"/>
                <a:gd name="connsiteX32" fmla="*/ 60704 w 185947"/>
                <a:gd name="connsiteY32" fmla="*/ 92568 h 115549"/>
                <a:gd name="connsiteX33" fmla="*/ 56870 w 185947"/>
                <a:gd name="connsiteY33" fmla="*/ 92568 h 115549"/>
                <a:gd name="connsiteX34" fmla="*/ 43451 w 185947"/>
                <a:gd name="connsiteY34" fmla="*/ 88099 h 115549"/>
                <a:gd name="connsiteX35" fmla="*/ 37062 w 185947"/>
                <a:gd name="connsiteY35" fmla="*/ 75969 h 115549"/>
                <a:gd name="connsiteX36" fmla="*/ 41535 w 185947"/>
                <a:gd name="connsiteY36" fmla="*/ 60648 h 115549"/>
                <a:gd name="connsiteX37" fmla="*/ 42813 w 185947"/>
                <a:gd name="connsiteY37" fmla="*/ 59371 h 115549"/>
                <a:gd name="connsiteX38" fmla="*/ 38340 w 185947"/>
                <a:gd name="connsiteY38" fmla="*/ 47880 h 115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85947" h="115549">
                  <a:moveTo>
                    <a:pt x="0" y="115550"/>
                  </a:moveTo>
                  <a:lnTo>
                    <a:pt x="185947" y="115550"/>
                  </a:lnTo>
                  <a:lnTo>
                    <a:pt x="185947" y="0"/>
                  </a:lnTo>
                  <a:lnTo>
                    <a:pt x="0" y="0"/>
                  </a:lnTo>
                  <a:lnTo>
                    <a:pt x="0" y="115550"/>
                  </a:lnTo>
                  <a:close/>
                  <a:moveTo>
                    <a:pt x="86903" y="38304"/>
                  </a:moveTo>
                  <a:cubicBezTo>
                    <a:pt x="86903" y="34473"/>
                    <a:pt x="89459" y="31920"/>
                    <a:pt x="93293" y="31920"/>
                  </a:cubicBezTo>
                  <a:cubicBezTo>
                    <a:pt x="97127" y="31920"/>
                    <a:pt x="99683" y="34473"/>
                    <a:pt x="99683" y="38304"/>
                  </a:cubicBezTo>
                  <a:lnTo>
                    <a:pt x="99683" y="56817"/>
                  </a:lnTo>
                  <a:lnTo>
                    <a:pt x="122687" y="33835"/>
                  </a:lnTo>
                  <a:cubicBezTo>
                    <a:pt x="125243" y="31281"/>
                    <a:pt x="129077" y="31281"/>
                    <a:pt x="131633" y="33835"/>
                  </a:cubicBezTo>
                  <a:cubicBezTo>
                    <a:pt x="134189" y="36388"/>
                    <a:pt x="134189" y="40219"/>
                    <a:pt x="131633" y="42772"/>
                  </a:cubicBezTo>
                  <a:lnTo>
                    <a:pt x="117575" y="56817"/>
                  </a:lnTo>
                  <a:lnTo>
                    <a:pt x="134828" y="82992"/>
                  </a:lnTo>
                  <a:cubicBezTo>
                    <a:pt x="136745" y="86184"/>
                    <a:pt x="136106" y="90014"/>
                    <a:pt x="132911" y="91929"/>
                  </a:cubicBezTo>
                  <a:cubicBezTo>
                    <a:pt x="131633" y="92568"/>
                    <a:pt x="130355" y="93206"/>
                    <a:pt x="129077" y="93206"/>
                  </a:cubicBezTo>
                  <a:cubicBezTo>
                    <a:pt x="127160" y="93206"/>
                    <a:pt x="125243" y="91929"/>
                    <a:pt x="123965" y="90652"/>
                  </a:cubicBezTo>
                  <a:lnTo>
                    <a:pt x="107990" y="66393"/>
                  </a:lnTo>
                  <a:lnTo>
                    <a:pt x="99044" y="75331"/>
                  </a:lnTo>
                  <a:lnTo>
                    <a:pt x="99044" y="86822"/>
                  </a:lnTo>
                  <a:cubicBezTo>
                    <a:pt x="99044" y="90652"/>
                    <a:pt x="96488" y="93206"/>
                    <a:pt x="92654" y="93206"/>
                  </a:cubicBezTo>
                  <a:cubicBezTo>
                    <a:pt x="88820" y="93206"/>
                    <a:pt x="86264" y="90652"/>
                    <a:pt x="86264" y="86822"/>
                  </a:cubicBezTo>
                  <a:lnTo>
                    <a:pt x="86903" y="38304"/>
                  </a:lnTo>
                  <a:lnTo>
                    <a:pt x="86903" y="38304"/>
                  </a:lnTo>
                  <a:close/>
                  <a:moveTo>
                    <a:pt x="38340" y="47880"/>
                  </a:moveTo>
                  <a:cubicBezTo>
                    <a:pt x="38340" y="46603"/>
                    <a:pt x="38979" y="40857"/>
                    <a:pt x="42813" y="36388"/>
                  </a:cubicBezTo>
                  <a:cubicBezTo>
                    <a:pt x="46646" y="32558"/>
                    <a:pt x="51119" y="30643"/>
                    <a:pt x="57509" y="30643"/>
                  </a:cubicBezTo>
                  <a:cubicBezTo>
                    <a:pt x="66455" y="30643"/>
                    <a:pt x="70928" y="34473"/>
                    <a:pt x="73484" y="37027"/>
                  </a:cubicBezTo>
                  <a:cubicBezTo>
                    <a:pt x="77957" y="42772"/>
                    <a:pt x="76679" y="50433"/>
                    <a:pt x="76040" y="52348"/>
                  </a:cubicBezTo>
                  <a:cubicBezTo>
                    <a:pt x="75401" y="54264"/>
                    <a:pt x="74123" y="56817"/>
                    <a:pt x="72845" y="58732"/>
                  </a:cubicBezTo>
                  <a:lnTo>
                    <a:pt x="73484" y="59371"/>
                  </a:lnTo>
                  <a:cubicBezTo>
                    <a:pt x="76679" y="62563"/>
                    <a:pt x="78596" y="67032"/>
                    <a:pt x="78596" y="72777"/>
                  </a:cubicBezTo>
                  <a:cubicBezTo>
                    <a:pt x="78596" y="83630"/>
                    <a:pt x="72206" y="90652"/>
                    <a:pt x="60704" y="92568"/>
                  </a:cubicBezTo>
                  <a:cubicBezTo>
                    <a:pt x="60065" y="92568"/>
                    <a:pt x="58788" y="92568"/>
                    <a:pt x="56870" y="92568"/>
                  </a:cubicBezTo>
                  <a:cubicBezTo>
                    <a:pt x="53036" y="92568"/>
                    <a:pt x="47925" y="91929"/>
                    <a:pt x="43451" y="88099"/>
                  </a:cubicBezTo>
                  <a:cubicBezTo>
                    <a:pt x="39618" y="84907"/>
                    <a:pt x="37062" y="81076"/>
                    <a:pt x="37062" y="75969"/>
                  </a:cubicBezTo>
                  <a:cubicBezTo>
                    <a:pt x="36423" y="68308"/>
                    <a:pt x="38979" y="63201"/>
                    <a:pt x="41535" y="60648"/>
                  </a:cubicBezTo>
                  <a:cubicBezTo>
                    <a:pt x="42174" y="60009"/>
                    <a:pt x="42174" y="60009"/>
                    <a:pt x="42813" y="59371"/>
                  </a:cubicBezTo>
                  <a:cubicBezTo>
                    <a:pt x="40257" y="56179"/>
                    <a:pt x="38340" y="51710"/>
                    <a:pt x="38340" y="47880"/>
                  </a:cubicBezTo>
                  <a:close/>
                </a:path>
              </a:pathLst>
            </a:custGeom>
            <a:solidFill>
              <a:srgbClr val="007680"/>
            </a:solidFill>
            <a:ln w="6390" cap="flat">
              <a:noFill/>
              <a:prstDash val="solid"/>
              <a:miter/>
            </a:ln>
          </p:spPr>
          <p:txBody>
            <a:bodyPr rtlCol="0" anchor="ctr"/>
            <a:lstStyle/>
            <a:p>
              <a:endParaRPr lang="en-US"/>
            </a:p>
          </p:txBody>
        </p:sp>
      </p:grpSp>
      <p:grpSp>
        <p:nvGrpSpPr>
          <p:cNvPr id="426" name="Graphic 4">
            <a:extLst>
              <a:ext uri="{FF2B5EF4-FFF2-40B4-BE49-F238E27FC236}">
                <a16:creationId xmlns:a16="http://schemas.microsoft.com/office/drawing/2014/main" id="{FB656530-96A3-2742-83D9-5991DBD268C2}"/>
              </a:ext>
            </a:extLst>
          </p:cNvPr>
          <p:cNvGrpSpPr/>
          <p:nvPr/>
        </p:nvGrpSpPr>
        <p:grpSpPr>
          <a:xfrm>
            <a:off x="1952764" y="3824168"/>
            <a:ext cx="361670" cy="361333"/>
            <a:chOff x="1952764" y="3824168"/>
            <a:chExt cx="361670" cy="361333"/>
          </a:xfrm>
          <a:solidFill>
            <a:srgbClr val="007680"/>
          </a:solidFill>
        </p:grpSpPr>
        <p:sp>
          <p:nvSpPr>
            <p:cNvPr id="427" name="Graphic 4">
              <a:extLst>
                <a:ext uri="{FF2B5EF4-FFF2-40B4-BE49-F238E27FC236}">
                  <a16:creationId xmlns:a16="http://schemas.microsoft.com/office/drawing/2014/main" id="{EF5A8364-A50A-0441-B745-429F49A7C010}"/>
                </a:ext>
              </a:extLst>
            </p:cNvPr>
            <p:cNvSpPr/>
            <p:nvPr/>
          </p:nvSpPr>
          <p:spPr>
            <a:xfrm>
              <a:off x="2038389" y="4058459"/>
              <a:ext cx="191059" cy="12767"/>
            </a:xfrm>
            <a:custGeom>
              <a:avLst/>
              <a:gdLst>
                <a:gd name="connsiteX0" fmla="*/ 98405 w 191059"/>
                <a:gd name="connsiteY0" fmla="*/ 0 h 12767"/>
                <a:gd name="connsiteX1" fmla="*/ 101600 w 191059"/>
                <a:gd name="connsiteY1" fmla="*/ 5746 h 12767"/>
                <a:gd name="connsiteX2" fmla="*/ 100961 w 191059"/>
                <a:gd name="connsiteY2" fmla="*/ 8938 h 12767"/>
                <a:gd name="connsiteX3" fmla="*/ 95210 w 191059"/>
                <a:gd name="connsiteY3" fmla="*/ 12768 h 12767"/>
                <a:gd name="connsiteX4" fmla="*/ 92654 w 191059"/>
                <a:gd name="connsiteY4" fmla="*/ 12130 h 12767"/>
                <a:gd name="connsiteX5" fmla="*/ 89459 w 191059"/>
                <a:gd name="connsiteY5" fmla="*/ 5107 h 12767"/>
                <a:gd name="connsiteX6" fmla="*/ 92654 w 191059"/>
                <a:gd name="connsiteY6" fmla="*/ 639 h 12767"/>
                <a:gd name="connsiteX7" fmla="*/ 5751 w 191059"/>
                <a:gd name="connsiteY7" fmla="*/ 639 h 12767"/>
                <a:gd name="connsiteX8" fmla="*/ 0 w 191059"/>
                <a:gd name="connsiteY8" fmla="*/ 639 h 12767"/>
                <a:gd name="connsiteX9" fmla="*/ 0 w 191059"/>
                <a:gd name="connsiteY9" fmla="*/ 7023 h 12767"/>
                <a:gd name="connsiteX10" fmla="*/ 12141 w 191059"/>
                <a:gd name="connsiteY10" fmla="*/ 12768 h 12767"/>
                <a:gd name="connsiteX11" fmla="*/ 178918 w 191059"/>
                <a:gd name="connsiteY11" fmla="*/ 12768 h 12767"/>
                <a:gd name="connsiteX12" fmla="*/ 191059 w 191059"/>
                <a:gd name="connsiteY12" fmla="*/ 7023 h 12767"/>
                <a:gd name="connsiteX13" fmla="*/ 191059 w 191059"/>
                <a:gd name="connsiteY13" fmla="*/ 639 h 12767"/>
                <a:gd name="connsiteX14" fmla="*/ 185308 w 191059"/>
                <a:gd name="connsiteY14" fmla="*/ 639 h 12767"/>
                <a:gd name="connsiteX15" fmla="*/ 98405 w 191059"/>
                <a:gd name="connsiteY15" fmla="*/ 639 h 12767"/>
                <a:gd name="connsiteX16" fmla="*/ 98405 w 191059"/>
                <a:gd name="connsiteY1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059" h="12767">
                  <a:moveTo>
                    <a:pt x="98405" y="0"/>
                  </a:moveTo>
                  <a:cubicBezTo>
                    <a:pt x="100322" y="1277"/>
                    <a:pt x="101600" y="3192"/>
                    <a:pt x="101600" y="5746"/>
                  </a:cubicBezTo>
                  <a:cubicBezTo>
                    <a:pt x="101600" y="7023"/>
                    <a:pt x="101600" y="7661"/>
                    <a:pt x="100961" y="8938"/>
                  </a:cubicBezTo>
                  <a:cubicBezTo>
                    <a:pt x="99683" y="11491"/>
                    <a:pt x="97766" y="12768"/>
                    <a:pt x="95210" y="12768"/>
                  </a:cubicBezTo>
                  <a:cubicBezTo>
                    <a:pt x="94571" y="12768"/>
                    <a:pt x="93293" y="12768"/>
                    <a:pt x="92654" y="12130"/>
                  </a:cubicBezTo>
                  <a:cubicBezTo>
                    <a:pt x="90098" y="10853"/>
                    <a:pt x="88820" y="8299"/>
                    <a:pt x="89459" y="5107"/>
                  </a:cubicBezTo>
                  <a:cubicBezTo>
                    <a:pt x="90098" y="3192"/>
                    <a:pt x="91376" y="1277"/>
                    <a:pt x="92654" y="639"/>
                  </a:cubicBezTo>
                  <a:lnTo>
                    <a:pt x="5751" y="639"/>
                  </a:lnTo>
                  <a:lnTo>
                    <a:pt x="0" y="639"/>
                  </a:lnTo>
                  <a:lnTo>
                    <a:pt x="0" y="7023"/>
                  </a:lnTo>
                  <a:cubicBezTo>
                    <a:pt x="0" y="9576"/>
                    <a:pt x="5112" y="12768"/>
                    <a:pt x="12141" y="12768"/>
                  </a:cubicBezTo>
                  <a:lnTo>
                    <a:pt x="178918" y="12768"/>
                  </a:lnTo>
                  <a:cubicBezTo>
                    <a:pt x="185947" y="12768"/>
                    <a:pt x="191059" y="9576"/>
                    <a:pt x="191059" y="7023"/>
                  </a:cubicBezTo>
                  <a:lnTo>
                    <a:pt x="191059" y="639"/>
                  </a:lnTo>
                  <a:lnTo>
                    <a:pt x="185308" y="639"/>
                  </a:lnTo>
                  <a:lnTo>
                    <a:pt x="98405" y="639"/>
                  </a:lnTo>
                  <a:lnTo>
                    <a:pt x="98405" y="0"/>
                  </a:lnTo>
                  <a:close/>
                </a:path>
              </a:pathLst>
            </a:custGeom>
            <a:solidFill>
              <a:srgbClr val="007680"/>
            </a:solidFill>
            <a:ln w="6390" cap="flat">
              <a:noFill/>
              <a:prstDash val="solid"/>
              <a:miter/>
            </a:ln>
          </p:spPr>
          <p:txBody>
            <a:bodyPr rtlCol="0" anchor="ctr"/>
            <a:lstStyle/>
            <a:p>
              <a:endParaRPr lang="en-US"/>
            </a:p>
          </p:txBody>
        </p:sp>
        <p:sp>
          <p:nvSpPr>
            <p:cNvPr id="428" name="Graphic 4">
              <a:extLst>
                <a:ext uri="{FF2B5EF4-FFF2-40B4-BE49-F238E27FC236}">
                  <a16:creationId xmlns:a16="http://schemas.microsoft.com/office/drawing/2014/main" id="{18CF7A84-FB51-9B4D-9D78-52C924816C4D}"/>
                </a:ext>
              </a:extLst>
            </p:cNvPr>
            <p:cNvSpPr/>
            <p:nvPr/>
          </p:nvSpPr>
          <p:spPr>
            <a:xfrm>
              <a:off x="2050530" y="3939718"/>
              <a:ext cx="166777" cy="105973"/>
            </a:xfrm>
            <a:custGeom>
              <a:avLst/>
              <a:gdLst>
                <a:gd name="connsiteX0" fmla="*/ 166777 w 166777"/>
                <a:gd name="connsiteY0" fmla="*/ 105974 h 105973"/>
                <a:gd name="connsiteX1" fmla="*/ 166777 w 166777"/>
                <a:gd name="connsiteY1" fmla="*/ 7022 h 105973"/>
                <a:gd name="connsiteX2" fmla="*/ 159748 w 166777"/>
                <a:gd name="connsiteY2" fmla="*/ 0 h 105973"/>
                <a:gd name="connsiteX3" fmla="*/ 7029 w 166777"/>
                <a:gd name="connsiteY3" fmla="*/ 0 h 105973"/>
                <a:gd name="connsiteX4" fmla="*/ 0 w 166777"/>
                <a:gd name="connsiteY4" fmla="*/ 7022 h 105973"/>
                <a:gd name="connsiteX5" fmla="*/ 0 w 166777"/>
                <a:gd name="connsiteY5" fmla="*/ 105974 h 105973"/>
                <a:gd name="connsiteX6" fmla="*/ 166777 w 166777"/>
                <a:gd name="connsiteY6" fmla="*/ 105974 h 105973"/>
                <a:gd name="connsiteX7" fmla="*/ 90098 w 166777"/>
                <a:gd name="connsiteY7" fmla="*/ 31282 h 105973"/>
                <a:gd name="connsiteX8" fmla="*/ 96488 w 166777"/>
                <a:gd name="connsiteY8" fmla="*/ 24898 h 105973"/>
                <a:gd name="connsiteX9" fmla="*/ 114380 w 166777"/>
                <a:gd name="connsiteY9" fmla="*/ 24898 h 105973"/>
                <a:gd name="connsiteX10" fmla="*/ 132272 w 166777"/>
                <a:gd name="connsiteY10" fmla="*/ 31920 h 105973"/>
                <a:gd name="connsiteX11" fmla="*/ 140579 w 166777"/>
                <a:gd name="connsiteY11" fmla="*/ 57456 h 105973"/>
                <a:gd name="connsiteX12" fmla="*/ 115658 w 166777"/>
                <a:gd name="connsiteY12" fmla="*/ 86184 h 105973"/>
                <a:gd name="connsiteX13" fmla="*/ 115658 w 166777"/>
                <a:gd name="connsiteY13" fmla="*/ 86184 h 105973"/>
                <a:gd name="connsiteX14" fmla="*/ 96488 w 166777"/>
                <a:gd name="connsiteY14" fmla="*/ 86184 h 105973"/>
                <a:gd name="connsiteX15" fmla="*/ 90098 w 166777"/>
                <a:gd name="connsiteY15" fmla="*/ 79800 h 105973"/>
                <a:gd name="connsiteX16" fmla="*/ 90098 w 166777"/>
                <a:gd name="connsiteY16" fmla="*/ 31282 h 105973"/>
                <a:gd name="connsiteX17" fmla="*/ 29394 w 166777"/>
                <a:gd name="connsiteY17" fmla="*/ 30643 h 105973"/>
                <a:gd name="connsiteX18" fmla="*/ 35784 w 166777"/>
                <a:gd name="connsiteY18" fmla="*/ 24259 h 105973"/>
                <a:gd name="connsiteX19" fmla="*/ 42174 w 166777"/>
                <a:gd name="connsiteY19" fmla="*/ 30643 h 105973"/>
                <a:gd name="connsiteX20" fmla="*/ 42174 w 166777"/>
                <a:gd name="connsiteY20" fmla="*/ 47242 h 105973"/>
                <a:gd name="connsiteX21" fmla="*/ 65816 w 166777"/>
                <a:gd name="connsiteY21" fmla="*/ 47242 h 105973"/>
                <a:gd name="connsiteX22" fmla="*/ 65816 w 166777"/>
                <a:gd name="connsiteY22" fmla="*/ 31282 h 105973"/>
                <a:gd name="connsiteX23" fmla="*/ 72206 w 166777"/>
                <a:gd name="connsiteY23" fmla="*/ 24898 h 105973"/>
                <a:gd name="connsiteX24" fmla="*/ 78596 w 166777"/>
                <a:gd name="connsiteY24" fmla="*/ 31282 h 105973"/>
                <a:gd name="connsiteX25" fmla="*/ 78596 w 166777"/>
                <a:gd name="connsiteY25" fmla="*/ 79800 h 105973"/>
                <a:gd name="connsiteX26" fmla="*/ 72206 w 166777"/>
                <a:gd name="connsiteY26" fmla="*/ 86184 h 105973"/>
                <a:gd name="connsiteX27" fmla="*/ 65816 w 166777"/>
                <a:gd name="connsiteY27" fmla="*/ 79800 h 105973"/>
                <a:gd name="connsiteX28" fmla="*/ 65816 w 166777"/>
                <a:gd name="connsiteY28" fmla="*/ 60010 h 105973"/>
                <a:gd name="connsiteX29" fmla="*/ 42174 w 166777"/>
                <a:gd name="connsiteY29" fmla="*/ 60010 h 105973"/>
                <a:gd name="connsiteX30" fmla="*/ 42174 w 166777"/>
                <a:gd name="connsiteY30" fmla="*/ 79800 h 105973"/>
                <a:gd name="connsiteX31" fmla="*/ 35784 w 166777"/>
                <a:gd name="connsiteY31" fmla="*/ 86184 h 105973"/>
                <a:gd name="connsiteX32" fmla="*/ 29394 w 166777"/>
                <a:gd name="connsiteY32" fmla="*/ 79800 h 105973"/>
                <a:gd name="connsiteX33" fmla="*/ 29394 w 166777"/>
                <a:gd name="connsiteY33" fmla="*/ 30643 h 105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6777" h="105973">
                  <a:moveTo>
                    <a:pt x="166777" y="105974"/>
                  </a:moveTo>
                  <a:lnTo>
                    <a:pt x="166777" y="7022"/>
                  </a:lnTo>
                  <a:cubicBezTo>
                    <a:pt x="166777" y="3192"/>
                    <a:pt x="163582" y="0"/>
                    <a:pt x="159748" y="0"/>
                  </a:cubicBezTo>
                  <a:lnTo>
                    <a:pt x="7029" y="0"/>
                  </a:lnTo>
                  <a:cubicBezTo>
                    <a:pt x="3195" y="0"/>
                    <a:pt x="0" y="3192"/>
                    <a:pt x="0" y="7022"/>
                  </a:cubicBezTo>
                  <a:lnTo>
                    <a:pt x="0" y="105974"/>
                  </a:lnTo>
                  <a:lnTo>
                    <a:pt x="166777" y="105974"/>
                  </a:lnTo>
                  <a:close/>
                  <a:moveTo>
                    <a:pt x="90098" y="31282"/>
                  </a:moveTo>
                  <a:cubicBezTo>
                    <a:pt x="90098" y="28090"/>
                    <a:pt x="92654" y="24898"/>
                    <a:pt x="96488" y="24898"/>
                  </a:cubicBezTo>
                  <a:lnTo>
                    <a:pt x="114380" y="24898"/>
                  </a:lnTo>
                  <a:cubicBezTo>
                    <a:pt x="121409" y="24898"/>
                    <a:pt x="127799" y="27451"/>
                    <a:pt x="132272" y="31920"/>
                  </a:cubicBezTo>
                  <a:cubicBezTo>
                    <a:pt x="138023" y="37666"/>
                    <a:pt x="140579" y="46603"/>
                    <a:pt x="140579" y="57456"/>
                  </a:cubicBezTo>
                  <a:cubicBezTo>
                    <a:pt x="139940" y="79800"/>
                    <a:pt x="123965" y="86184"/>
                    <a:pt x="115658" y="86184"/>
                  </a:cubicBezTo>
                  <a:lnTo>
                    <a:pt x="115658" y="86184"/>
                  </a:lnTo>
                  <a:lnTo>
                    <a:pt x="96488" y="86184"/>
                  </a:lnTo>
                  <a:cubicBezTo>
                    <a:pt x="92654" y="86184"/>
                    <a:pt x="90098" y="83630"/>
                    <a:pt x="90098" y="79800"/>
                  </a:cubicBezTo>
                  <a:lnTo>
                    <a:pt x="90098" y="31282"/>
                  </a:lnTo>
                  <a:close/>
                  <a:moveTo>
                    <a:pt x="29394" y="30643"/>
                  </a:moveTo>
                  <a:cubicBezTo>
                    <a:pt x="29394" y="26813"/>
                    <a:pt x="31950" y="24259"/>
                    <a:pt x="35784" y="24259"/>
                  </a:cubicBezTo>
                  <a:cubicBezTo>
                    <a:pt x="39618" y="24259"/>
                    <a:pt x="42174" y="26813"/>
                    <a:pt x="42174" y="30643"/>
                  </a:cubicBezTo>
                  <a:lnTo>
                    <a:pt x="42174" y="47242"/>
                  </a:lnTo>
                  <a:lnTo>
                    <a:pt x="65816" y="47242"/>
                  </a:lnTo>
                  <a:lnTo>
                    <a:pt x="65816" y="31282"/>
                  </a:lnTo>
                  <a:cubicBezTo>
                    <a:pt x="65816" y="27451"/>
                    <a:pt x="68372" y="24898"/>
                    <a:pt x="72206" y="24898"/>
                  </a:cubicBezTo>
                  <a:cubicBezTo>
                    <a:pt x="76040" y="24898"/>
                    <a:pt x="78596" y="27451"/>
                    <a:pt x="78596" y="31282"/>
                  </a:cubicBezTo>
                  <a:lnTo>
                    <a:pt x="78596" y="79800"/>
                  </a:lnTo>
                  <a:cubicBezTo>
                    <a:pt x="78596" y="83630"/>
                    <a:pt x="76040" y="86184"/>
                    <a:pt x="72206" y="86184"/>
                  </a:cubicBezTo>
                  <a:cubicBezTo>
                    <a:pt x="68372" y="86184"/>
                    <a:pt x="65816" y="83630"/>
                    <a:pt x="65816" y="79800"/>
                  </a:cubicBezTo>
                  <a:lnTo>
                    <a:pt x="65816" y="60010"/>
                  </a:lnTo>
                  <a:lnTo>
                    <a:pt x="42174" y="60010"/>
                  </a:lnTo>
                  <a:lnTo>
                    <a:pt x="42174" y="79800"/>
                  </a:lnTo>
                  <a:cubicBezTo>
                    <a:pt x="42174" y="83630"/>
                    <a:pt x="39618" y="86184"/>
                    <a:pt x="35784" y="86184"/>
                  </a:cubicBezTo>
                  <a:cubicBezTo>
                    <a:pt x="31950" y="86184"/>
                    <a:pt x="29394" y="83630"/>
                    <a:pt x="29394" y="79800"/>
                  </a:cubicBezTo>
                  <a:lnTo>
                    <a:pt x="29394" y="30643"/>
                  </a:lnTo>
                  <a:close/>
                </a:path>
              </a:pathLst>
            </a:custGeom>
            <a:solidFill>
              <a:srgbClr val="007680"/>
            </a:solidFill>
            <a:ln w="6390" cap="flat">
              <a:noFill/>
              <a:prstDash val="solid"/>
              <a:miter/>
            </a:ln>
          </p:spPr>
          <p:txBody>
            <a:bodyPr rtlCol="0" anchor="ctr"/>
            <a:lstStyle/>
            <a:p>
              <a:endParaRPr lang="en-US"/>
            </a:p>
          </p:txBody>
        </p:sp>
        <p:sp>
          <p:nvSpPr>
            <p:cNvPr id="429" name="Graphic 4">
              <a:extLst>
                <a:ext uri="{FF2B5EF4-FFF2-40B4-BE49-F238E27FC236}">
                  <a16:creationId xmlns:a16="http://schemas.microsoft.com/office/drawing/2014/main" id="{646E31C3-D9F1-4A40-B486-B8B946165596}"/>
                </a:ext>
              </a:extLst>
            </p:cNvPr>
            <p:cNvSpPr/>
            <p:nvPr/>
          </p:nvSpPr>
          <p:spPr>
            <a:xfrm>
              <a:off x="2153408" y="3977383"/>
              <a:ext cx="24281" cy="35111"/>
            </a:xfrm>
            <a:custGeom>
              <a:avLst/>
              <a:gdLst>
                <a:gd name="connsiteX0" fmla="*/ 24282 w 24281"/>
                <a:gd name="connsiteY0" fmla="*/ 19152 h 35111"/>
                <a:gd name="connsiteX1" fmla="*/ 19809 w 24281"/>
                <a:gd name="connsiteY1" fmla="*/ 3192 h 35111"/>
                <a:gd name="connsiteX2" fmla="*/ 11502 w 24281"/>
                <a:gd name="connsiteY2" fmla="*/ 0 h 35111"/>
                <a:gd name="connsiteX3" fmla="*/ 0 w 24281"/>
                <a:gd name="connsiteY3" fmla="*/ 0 h 35111"/>
                <a:gd name="connsiteX4" fmla="*/ 0 w 24281"/>
                <a:gd name="connsiteY4" fmla="*/ 35112 h 35111"/>
                <a:gd name="connsiteX5" fmla="*/ 12141 w 24281"/>
                <a:gd name="connsiteY5" fmla="*/ 35112 h 35111"/>
                <a:gd name="connsiteX6" fmla="*/ 24282 w 24281"/>
                <a:gd name="connsiteY6" fmla="*/ 19152 h 35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281" h="35111">
                  <a:moveTo>
                    <a:pt x="24282" y="19152"/>
                  </a:moveTo>
                  <a:cubicBezTo>
                    <a:pt x="24282" y="12129"/>
                    <a:pt x="23004" y="6384"/>
                    <a:pt x="19809" y="3192"/>
                  </a:cubicBezTo>
                  <a:cubicBezTo>
                    <a:pt x="17892" y="1276"/>
                    <a:pt x="14697" y="0"/>
                    <a:pt x="11502" y="0"/>
                  </a:cubicBezTo>
                  <a:lnTo>
                    <a:pt x="0" y="0"/>
                  </a:lnTo>
                  <a:lnTo>
                    <a:pt x="0" y="35112"/>
                  </a:lnTo>
                  <a:lnTo>
                    <a:pt x="12141" y="35112"/>
                  </a:lnTo>
                  <a:cubicBezTo>
                    <a:pt x="14058" y="35112"/>
                    <a:pt x="24282" y="34473"/>
                    <a:pt x="24282" y="19152"/>
                  </a:cubicBezTo>
                  <a:close/>
                </a:path>
              </a:pathLst>
            </a:custGeom>
            <a:solidFill>
              <a:srgbClr val="007680"/>
            </a:solidFill>
            <a:ln w="6390" cap="flat">
              <a:noFill/>
              <a:prstDash val="solid"/>
              <a:miter/>
            </a:ln>
          </p:spPr>
          <p:txBody>
            <a:bodyPr rtlCol="0" anchor="ctr"/>
            <a:lstStyle/>
            <a:p>
              <a:endParaRPr lang="en-US"/>
            </a:p>
          </p:txBody>
        </p:sp>
        <p:sp>
          <p:nvSpPr>
            <p:cNvPr id="430" name="Graphic 4">
              <a:extLst>
                <a:ext uri="{FF2B5EF4-FFF2-40B4-BE49-F238E27FC236}">
                  <a16:creationId xmlns:a16="http://schemas.microsoft.com/office/drawing/2014/main" id="{3DBC2FB8-8013-6545-8B61-D378486BEF9F}"/>
                </a:ext>
              </a:extLst>
            </p:cNvPr>
            <p:cNvSpPr/>
            <p:nvPr/>
          </p:nvSpPr>
          <p:spPr>
            <a:xfrm>
              <a:off x="1952764"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88825 w 361670"/>
                <a:gd name="connsiteY5" fmla="*/ 240676 h 361333"/>
                <a:gd name="connsiteX6" fmla="*/ 263904 w 361670"/>
                <a:gd name="connsiteY6" fmla="*/ 259190 h 361333"/>
                <a:gd name="connsiteX7" fmla="*/ 97127 w 361670"/>
                <a:gd name="connsiteY7" fmla="*/ 259190 h 361333"/>
                <a:gd name="connsiteX8" fmla="*/ 72206 w 361670"/>
                <a:gd name="connsiteY8" fmla="*/ 240676 h 361333"/>
                <a:gd name="connsiteX9" fmla="*/ 72206 w 361670"/>
                <a:gd name="connsiteY9" fmla="*/ 227908 h 361333"/>
                <a:gd name="connsiteX10" fmla="*/ 78596 w 361670"/>
                <a:gd name="connsiteY10" fmla="*/ 221524 h 361333"/>
                <a:gd name="connsiteX11" fmla="*/ 84347 w 361670"/>
                <a:gd name="connsiteY11" fmla="*/ 221524 h 361333"/>
                <a:gd name="connsiteX12" fmla="*/ 84347 w 361670"/>
                <a:gd name="connsiteY12" fmla="*/ 122572 h 361333"/>
                <a:gd name="connsiteX13" fmla="*/ 104156 w 361670"/>
                <a:gd name="connsiteY13" fmla="*/ 102782 h 361333"/>
                <a:gd name="connsiteX14" fmla="*/ 256237 w 361670"/>
                <a:gd name="connsiteY14" fmla="*/ 102782 h 361333"/>
                <a:gd name="connsiteX15" fmla="*/ 276045 w 361670"/>
                <a:gd name="connsiteY15" fmla="*/ 122572 h 361333"/>
                <a:gd name="connsiteX16" fmla="*/ 276045 w 361670"/>
                <a:gd name="connsiteY16" fmla="*/ 221524 h 361333"/>
                <a:gd name="connsiteX17" fmla="*/ 281796 w 361670"/>
                <a:gd name="connsiteY17" fmla="*/ 221524 h 361333"/>
                <a:gd name="connsiteX18" fmla="*/ 288186 w 361670"/>
                <a:gd name="connsiteY18" fmla="*/ 227908 h 361333"/>
                <a:gd name="connsiteX19" fmla="*/ 288186 w 361670"/>
                <a:gd name="connsiteY19" fmla="*/ 240676 h 361333"/>
                <a:gd name="connsiteX20" fmla="*/ 288825 w 361670"/>
                <a:gd name="connsiteY20" fmla="*/ 24067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257"/>
                    <a:pt x="361670" y="180667"/>
                  </a:cubicBezTo>
                  <a:cubicBezTo>
                    <a:pt x="361670" y="81076"/>
                    <a:pt x="281157" y="0"/>
                    <a:pt x="180835" y="0"/>
                  </a:cubicBezTo>
                  <a:close/>
                  <a:moveTo>
                    <a:pt x="288825" y="240676"/>
                  </a:moveTo>
                  <a:cubicBezTo>
                    <a:pt x="288825" y="251529"/>
                    <a:pt x="277962" y="259190"/>
                    <a:pt x="263904" y="259190"/>
                  </a:cubicBezTo>
                  <a:lnTo>
                    <a:pt x="97127" y="259190"/>
                  </a:lnTo>
                  <a:cubicBezTo>
                    <a:pt x="83069" y="259190"/>
                    <a:pt x="72206" y="250890"/>
                    <a:pt x="72206" y="240676"/>
                  </a:cubicBezTo>
                  <a:lnTo>
                    <a:pt x="72206" y="227908"/>
                  </a:lnTo>
                  <a:cubicBezTo>
                    <a:pt x="72206" y="224078"/>
                    <a:pt x="74762" y="221524"/>
                    <a:pt x="78596" y="221524"/>
                  </a:cubicBezTo>
                  <a:lnTo>
                    <a:pt x="84347" y="221524"/>
                  </a:lnTo>
                  <a:lnTo>
                    <a:pt x="84347" y="122572"/>
                  </a:lnTo>
                  <a:cubicBezTo>
                    <a:pt x="84347" y="111720"/>
                    <a:pt x="93293" y="102782"/>
                    <a:pt x="104156" y="102782"/>
                  </a:cubicBezTo>
                  <a:lnTo>
                    <a:pt x="256237" y="102782"/>
                  </a:lnTo>
                  <a:cubicBezTo>
                    <a:pt x="267099" y="102782"/>
                    <a:pt x="276045" y="111720"/>
                    <a:pt x="276045" y="122572"/>
                  </a:cubicBezTo>
                  <a:lnTo>
                    <a:pt x="276045" y="221524"/>
                  </a:lnTo>
                  <a:lnTo>
                    <a:pt x="281796" y="221524"/>
                  </a:lnTo>
                  <a:cubicBezTo>
                    <a:pt x="285630" y="221524"/>
                    <a:pt x="288186" y="224078"/>
                    <a:pt x="288186" y="227908"/>
                  </a:cubicBezTo>
                  <a:lnTo>
                    <a:pt x="288186" y="240676"/>
                  </a:lnTo>
                  <a:lnTo>
                    <a:pt x="288825" y="240676"/>
                  </a:lnTo>
                  <a:close/>
                </a:path>
              </a:pathLst>
            </a:custGeom>
            <a:solidFill>
              <a:srgbClr val="007680"/>
            </a:solidFill>
            <a:ln w="6390" cap="flat">
              <a:noFill/>
              <a:prstDash val="solid"/>
              <a:miter/>
            </a:ln>
          </p:spPr>
          <p:txBody>
            <a:bodyPr rtlCol="0" anchor="ctr"/>
            <a:lstStyle/>
            <a:p>
              <a:endParaRPr lang="en-US"/>
            </a:p>
          </p:txBody>
        </p:sp>
      </p:grpSp>
      <p:grpSp>
        <p:nvGrpSpPr>
          <p:cNvPr id="431" name="Graphic 4">
            <a:extLst>
              <a:ext uri="{FF2B5EF4-FFF2-40B4-BE49-F238E27FC236}">
                <a16:creationId xmlns:a16="http://schemas.microsoft.com/office/drawing/2014/main" id="{0988A20D-828B-904E-A17B-257DE3D115AA}"/>
              </a:ext>
            </a:extLst>
          </p:cNvPr>
          <p:cNvGrpSpPr/>
          <p:nvPr/>
        </p:nvGrpSpPr>
        <p:grpSpPr>
          <a:xfrm>
            <a:off x="2561086" y="2371173"/>
            <a:ext cx="361670" cy="361333"/>
            <a:chOff x="2561086" y="2371173"/>
            <a:chExt cx="361670" cy="361333"/>
          </a:xfrm>
          <a:solidFill>
            <a:srgbClr val="007680"/>
          </a:solidFill>
        </p:grpSpPr>
        <p:sp>
          <p:nvSpPr>
            <p:cNvPr id="432" name="Graphic 4">
              <a:extLst>
                <a:ext uri="{FF2B5EF4-FFF2-40B4-BE49-F238E27FC236}">
                  <a16:creationId xmlns:a16="http://schemas.microsoft.com/office/drawing/2014/main" id="{F1135AD3-0472-A34B-87B9-BC92B42DEC1C}"/>
                </a:ext>
              </a:extLst>
            </p:cNvPr>
            <p:cNvSpPr/>
            <p:nvPr/>
          </p:nvSpPr>
          <p:spPr>
            <a:xfrm>
              <a:off x="2561086"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433" name="Graphic 4">
              <a:extLst>
                <a:ext uri="{FF2B5EF4-FFF2-40B4-BE49-F238E27FC236}">
                  <a16:creationId xmlns:a16="http://schemas.microsoft.com/office/drawing/2014/main" id="{EFCA6039-8EB2-9640-AEA7-53BD04CDFF80}"/>
                </a:ext>
              </a:extLst>
            </p:cNvPr>
            <p:cNvSpPr/>
            <p:nvPr/>
          </p:nvSpPr>
          <p:spPr>
            <a:xfrm>
              <a:off x="2639044" y="2475871"/>
              <a:ext cx="205117" cy="165345"/>
            </a:xfrm>
            <a:custGeom>
              <a:avLst/>
              <a:gdLst>
                <a:gd name="connsiteX0" fmla="*/ 198727 w 205117"/>
                <a:gd name="connsiteY0" fmla="*/ 0 h 165345"/>
                <a:gd name="connsiteX1" fmla="*/ 6390 w 205117"/>
                <a:gd name="connsiteY1" fmla="*/ 0 h 165345"/>
                <a:gd name="connsiteX2" fmla="*/ 0 w 205117"/>
                <a:gd name="connsiteY2" fmla="*/ 6384 h 165345"/>
                <a:gd name="connsiteX3" fmla="*/ 0 w 205117"/>
                <a:gd name="connsiteY3" fmla="*/ 130233 h 165345"/>
                <a:gd name="connsiteX4" fmla="*/ 6390 w 205117"/>
                <a:gd name="connsiteY4" fmla="*/ 136617 h 165345"/>
                <a:gd name="connsiteX5" fmla="*/ 95849 w 205117"/>
                <a:gd name="connsiteY5" fmla="*/ 136617 h 165345"/>
                <a:gd name="connsiteX6" fmla="*/ 95849 w 205117"/>
                <a:gd name="connsiteY6" fmla="*/ 152577 h 165345"/>
                <a:gd name="connsiteX7" fmla="*/ 67733 w 205117"/>
                <a:gd name="connsiteY7" fmla="*/ 152577 h 165345"/>
                <a:gd name="connsiteX8" fmla="*/ 61343 w 205117"/>
                <a:gd name="connsiteY8" fmla="*/ 158961 h 165345"/>
                <a:gd name="connsiteX9" fmla="*/ 67733 w 205117"/>
                <a:gd name="connsiteY9" fmla="*/ 165345 h 165345"/>
                <a:gd name="connsiteX10" fmla="*/ 137384 w 205117"/>
                <a:gd name="connsiteY10" fmla="*/ 165345 h 165345"/>
                <a:gd name="connsiteX11" fmla="*/ 143774 w 205117"/>
                <a:gd name="connsiteY11" fmla="*/ 158961 h 165345"/>
                <a:gd name="connsiteX12" fmla="*/ 137384 w 205117"/>
                <a:gd name="connsiteY12" fmla="*/ 152577 h 165345"/>
                <a:gd name="connsiteX13" fmla="*/ 109268 w 205117"/>
                <a:gd name="connsiteY13" fmla="*/ 152577 h 165345"/>
                <a:gd name="connsiteX14" fmla="*/ 109268 w 205117"/>
                <a:gd name="connsiteY14" fmla="*/ 136617 h 165345"/>
                <a:gd name="connsiteX15" fmla="*/ 198727 w 205117"/>
                <a:gd name="connsiteY15" fmla="*/ 136617 h 165345"/>
                <a:gd name="connsiteX16" fmla="*/ 205117 w 205117"/>
                <a:gd name="connsiteY16" fmla="*/ 130233 h 165345"/>
                <a:gd name="connsiteX17" fmla="*/ 205117 w 205117"/>
                <a:gd name="connsiteY17" fmla="*/ 6384 h 165345"/>
                <a:gd name="connsiteX18" fmla="*/ 198727 w 205117"/>
                <a:gd name="connsiteY18" fmla="*/ 0 h 165345"/>
                <a:gd name="connsiteX19" fmla="*/ 192337 w 205117"/>
                <a:gd name="connsiteY19" fmla="*/ 123849 h 165345"/>
                <a:gd name="connsiteX20" fmla="*/ 12780 w 205117"/>
                <a:gd name="connsiteY20" fmla="*/ 123849 h 165345"/>
                <a:gd name="connsiteX21" fmla="*/ 12780 w 205117"/>
                <a:gd name="connsiteY21" fmla="*/ 12768 h 165345"/>
                <a:gd name="connsiteX22" fmla="*/ 192337 w 205117"/>
                <a:gd name="connsiteY22" fmla="*/ 12768 h 165345"/>
                <a:gd name="connsiteX23" fmla="*/ 192337 w 205117"/>
                <a:gd name="connsiteY23" fmla="*/ 123849 h 165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5117" h="165345">
                  <a:moveTo>
                    <a:pt x="198727" y="0"/>
                  </a:moveTo>
                  <a:lnTo>
                    <a:pt x="6390" y="0"/>
                  </a:lnTo>
                  <a:cubicBezTo>
                    <a:pt x="2556" y="0"/>
                    <a:pt x="0" y="2554"/>
                    <a:pt x="0" y="6384"/>
                  </a:cubicBezTo>
                  <a:lnTo>
                    <a:pt x="0" y="130233"/>
                  </a:lnTo>
                  <a:cubicBezTo>
                    <a:pt x="0" y="134064"/>
                    <a:pt x="2556" y="136617"/>
                    <a:pt x="6390" y="136617"/>
                  </a:cubicBezTo>
                  <a:lnTo>
                    <a:pt x="95849" y="136617"/>
                  </a:lnTo>
                  <a:lnTo>
                    <a:pt x="95849" y="152577"/>
                  </a:lnTo>
                  <a:lnTo>
                    <a:pt x="67733" y="152577"/>
                  </a:lnTo>
                  <a:cubicBezTo>
                    <a:pt x="63899" y="152577"/>
                    <a:pt x="61343" y="155131"/>
                    <a:pt x="61343" y="158961"/>
                  </a:cubicBezTo>
                  <a:cubicBezTo>
                    <a:pt x="61343" y="162792"/>
                    <a:pt x="63899" y="165345"/>
                    <a:pt x="67733" y="165345"/>
                  </a:cubicBezTo>
                  <a:lnTo>
                    <a:pt x="137384" y="165345"/>
                  </a:lnTo>
                  <a:cubicBezTo>
                    <a:pt x="141218" y="165345"/>
                    <a:pt x="143774" y="162792"/>
                    <a:pt x="143774" y="158961"/>
                  </a:cubicBezTo>
                  <a:cubicBezTo>
                    <a:pt x="143774" y="155131"/>
                    <a:pt x="141218" y="152577"/>
                    <a:pt x="137384" y="152577"/>
                  </a:cubicBezTo>
                  <a:lnTo>
                    <a:pt x="109268" y="152577"/>
                  </a:lnTo>
                  <a:lnTo>
                    <a:pt x="109268" y="136617"/>
                  </a:lnTo>
                  <a:lnTo>
                    <a:pt x="198727" y="136617"/>
                  </a:lnTo>
                  <a:cubicBezTo>
                    <a:pt x="202561" y="136617"/>
                    <a:pt x="205117" y="134064"/>
                    <a:pt x="205117" y="130233"/>
                  </a:cubicBezTo>
                  <a:lnTo>
                    <a:pt x="205117" y="6384"/>
                  </a:lnTo>
                  <a:cubicBezTo>
                    <a:pt x="205117" y="2554"/>
                    <a:pt x="202561" y="0"/>
                    <a:pt x="198727" y="0"/>
                  </a:cubicBezTo>
                  <a:close/>
                  <a:moveTo>
                    <a:pt x="192337" y="123849"/>
                  </a:moveTo>
                  <a:lnTo>
                    <a:pt x="12780" y="123849"/>
                  </a:lnTo>
                  <a:lnTo>
                    <a:pt x="12780" y="12768"/>
                  </a:lnTo>
                  <a:lnTo>
                    <a:pt x="192337" y="12768"/>
                  </a:lnTo>
                  <a:lnTo>
                    <a:pt x="192337" y="123849"/>
                  </a:lnTo>
                  <a:close/>
                </a:path>
              </a:pathLst>
            </a:custGeom>
            <a:solidFill>
              <a:srgbClr val="007680"/>
            </a:solidFill>
            <a:ln w="6390" cap="flat">
              <a:noFill/>
              <a:prstDash val="solid"/>
              <a:miter/>
            </a:ln>
          </p:spPr>
          <p:txBody>
            <a:bodyPr rtlCol="0" anchor="ctr"/>
            <a:lstStyle/>
            <a:p>
              <a:endParaRPr lang="en-US"/>
            </a:p>
          </p:txBody>
        </p:sp>
        <p:sp>
          <p:nvSpPr>
            <p:cNvPr id="434" name="Graphic 4">
              <a:extLst>
                <a:ext uri="{FF2B5EF4-FFF2-40B4-BE49-F238E27FC236}">
                  <a16:creationId xmlns:a16="http://schemas.microsoft.com/office/drawing/2014/main" id="{D213F726-7770-B248-B38F-9676251A3B53}"/>
                </a:ext>
              </a:extLst>
            </p:cNvPr>
            <p:cNvSpPr/>
            <p:nvPr/>
          </p:nvSpPr>
          <p:spPr>
            <a:xfrm>
              <a:off x="2690163" y="2518643"/>
              <a:ext cx="47924" cy="59371"/>
            </a:xfrm>
            <a:custGeom>
              <a:avLst/>
              <a:gdLst>
                <a:gd name="connsiteX0" fmla="*/ 6390 w 47924"/>
                <a:gd name="connsiteY0" fmla="*/ 59371 h 59371"/>
                <a:gd name="connsiteX1" fmla="*/ 12780 w 47924"/>
                <a:gd name="connsiteY1" fmla="*/ 52987 h 59371"/>
                <a:gd name="connsiteX2" fmla="*/ 12780 w 47924"/>
                <a:gd name="connsiteY2" fmla="*/ 34473 h 59371"/>
                <a:gd name="connsiteX3" fmla="*/ 35145 w 47924"/>
                <a:gd name="connsiteY3" fmla="*/ 34473 h 59371"/>
                <a:gd name="connsiteX4" fmla="*/ 35145 w 47924"/>
                <a:gd name="connsiteY4" fmla="*/ 52987 h 59371"/>
                <a:gd name="connsiteX5" fmla="*/ 41535 w 47924"/>
                <a:gd name="connsiteY5" fmla="*/ 59371 h 59371"/>
                <a:gd name="connsiteX6" fmla="*/ 47925 w 47924"/>
                <a:gd name="connsiteY6" fmla="*/ 52987 h 59371"/>
                <a:gd name="connsiteX7" fmla="*/ 47925 w 47924"/>
                <a:gd name="connsiteY7" fmla="*/ 6384 h 59371"/>
                <a:gd name="connsiteX8" fmla="*/ 41535 w 47924"/>
                <a:gd name="connsiteY8" fmla="*/ 0 h 59371"/>
                <a:gd name="connsiteX9" fmla="*/ 35145 w 47924"/>
                <a:gd name="connsiteY9" fmla="*/ 6384 h 59371"/>
                <a:gd name="connsiteX10" fmla="*/ 35145 w 47924"/>
                <a:gd name="connsiteY10" fmla="*/ 21706 h 59371"/>
                <a:gd name="connsiteX11" fmla="*/ 12780 w 47924"/>
                <a:gd name="connsiteY11" fmla="*/ 21706 h 59371"/>
                <a:gd name="connsiteX12" fmla="*/ 12780 w 47924"/>
                <a:gd name="connsiteY12" fmla="*/ 6384 h 59371"/>
                <a:gd name="connsiteX13" fmla="*/ 6390 w 47924"/>
                <a:gd name="connsiteY13" fmla="*/ 0 h 59371"/>
                <a:gd name="connsiteX14" fmla="*/ 0 w 47924"/>
                <a:gd name="connsiteY14" fmla="*/ 6384 h 59371"/>
                <a:gd name="connsiteX15" fmla="*/ 0 w 47924"/>
                <a:gd name="connsiteY15" fmla="*/ 52987 h 59371"/>
                <a:gd name="connsiteX16" fmla="*/ 6390 w 47924"/>
                <a:gd name="connsiteY16" fmla="*/ 59371 h 59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7924" h="59371">
                  <a:moveTo>
                    <a:pt x="6390" y="59371"/>
                  </a:moveTo>
                  <a:cubicBezTo>
                    <a:pt x="10224" y="59371"/>
                    <a:pt x="12780" y="56817"/>
                    <a:pt x="12780" y="52987"/>
                  </a:cubicBezTo>
                  <a:lnTo>
                    <a:pt x="12780" y="34473"/>
                  </a:lnTo>
                  <a:lnTo>
                    <a:pt x="35145" y="34473"/>
                  </a:lnTo>
                  <a:lnTo>
                    <a:pt x="35145" y="52987"/>
                  </a:lnTo>
                  <a:cubicBezTo>
                    <a:pt x="35145" y="56817"/>
                    <a:pt x="37701" y="59371"/>
                    <a:pt x="41535" y="59371"/>
                  </a:cubicBezTo>
                  <a:cubicBezTo>
                    <a:pt x="45369" y="59371"/>
                    <a:pt x="47925" y="56817"/>
                    <a:pt x="47925" y="52987"/>
                  </a:cubicBezTo>
                  <a:lnTo>
                    <a:pt x="47925" y="6384"/>
                  </a:lnTo>
                  <a:cubicBezTo>
                    <a:pt x="47925" y="2554"/>
                    <a:pt x="45369" y="0"/>
                    <a:pt x="41535" y="0"/>
                  </a:cubicBezTo>
                  <a:cubicBezTo>
                    <a:pt x="37701" y="0"/>
                    <a:pt x="35145" y="2554"/>
                    <a:pt x="35145" y="6384"/>
                  </a:cubicBezTo>
                  <a:lnTo>
                    <a:pt x="35145" y="21706"/>
                  </a:lnTo>
                  <a:lnTo>
                    <a:pt x="12780" y="21706"/>
                  </a:lnTo>
                  <a:lnTo>
                    <a:pt x="12780" y="6384"/>
                  </a:lnTo>
                  <a:cubicBezTo>
                    <a:pt x="12780" y="2554"/>
                    <a:pt x="10224" y="0"/>
                    <a:pt x="6390" y="0"/>
                  </a:cubicBezTo>
                  <a:cubicBezTo>
                    <a:pt x="2556" y="0"/>
                    <a:pt x="0" y="2554"/>
                    <a:pt x="0" y="6384"/>
                  </a:cubicBezTo>
                  <a:lnTo>
                    <a:pt x="0" y="52987"/>
                  </a:lnTo>
                  <a:cubicBezTo>
                    <a:pt x="0" y="56817"/>
                    <a:pt x="3195" y="59371"/>
                    <a:pt x="6390" y="59371"/>
                  </a:cubicBezTo>
                  <a:close/>
                </a:path>
              </a:pathLst>
            </a:custGeom>
            <a:solidFill>
              <a:srgbClr val="007680"/>
            </a:solidFill>
            <a:ln w="6390" cap="flat">
              <a:noFill/>
              <a:prstDash val="solid"/>
              <a:miter/>
            </a:ln>
          </p:spPr>
          <p:txBody>
            <a:bodyPr rtlCol="0" anchor="ctr"/>
            <a:lstStyle/>
            <a:p>
              <a:endParaRPr lang="en-US"/>
            </a:p>
          </p:txBody>
        </p:sp>
        <p:sp>
          <p:nvSpPr>
            <p:cNvPr id="435" name="Graphic 4">
              <a:extLst>
                <a:ext uri="{FF2B5EF4-FFF2-40B4-BE49-F238E27FC236}">
                  <a16:creationId xmlns:a16="http://schemas.microsoft.com/office/drawing/2014/main" id="{52015ED9-372D-E54A-8E14-692D2B7D263C}"/>
                </a:ext>
              </a:extLst>
            </p:cNvPr>
            <p:cNvSpPr/>
            <p:nvPr/>
          </p:nvSpPr>
          <p:spPr>
            <a:xfrm>
              <a:off x="2747672" y="2519282"/>
              <a:ext cx="48644" cy="58732"/>
            </a:xfrm>
            <a:custGeom>
              <a:avLst/>
              <a:gdLst>
                <a:gd name="connsiteX0" fmla="*/ 7029 w 48644"/>
                <a:gd name="connsiteY0" fmla="*/ 58733 h 58732"/>
                <a:gd name="connsiteX1" fmla="*/ 24282 w 48644"/>
                <a:gd name="connsiteY1" fmla="*/ 58733 h 58732"/>
                <a:gd name="connsiteX2" fmla="*/ 24282 w 48644"/>
                <a:gd name="connsiteY2" fmla="*/ 58733 h 58732"/>
                <a:gd name="connsiteX3" fmla="*/ 48564 w 48644"/>
                <a:gd name="connsiteY3" fmla="*/ 31281 h 58732"/>
                <a:gd name="connsiteX4" fmla="*/ 40896 w 48644"/>
                <a:gd name="connsiteY4" fmla="*/ 7022 h 58732"/>
                <a:gd name="connsiteX5" fmla="*/ 23643 w 48644"/>
                <a:gd name="connsiteY5" fmla="*/ 0 h 58732"/>
                <a:gd name="connsiteX6" fmla="*/ 6390 w 48644"/>
                <a:gd name="connsiteY6" fmla="*/ 0 h 58732"/>
                <a:gd name="connsiteX7" fmla="*/ 0 w 48644"/>
                <a:gd name="connsiteY7" fmla="*/ 6384 h 58732"/>
                <a:gd name="connsiteX8" fmla="*/ 0 w 48644"/>
                <a:gd name="connsiteY8" fmla="*/ 52349 h 58732"/>
                <a:gd name="connsiteX9" fmla="*/ 7029 w 48644"/>
                <a:gd name="connsiteY9" fmla="*/ 58733 h 58732"/>
                <a:gd name="connsiteX10" fmla="*/ 13419 w 48644"/>
                <a:gd name="connsiteY10" fmla="*/ 12768 h 58732"/>
                <a:gd name="connsiteX11" fmla="*/ 24282 w 48644"/>
                <a:gd name="connsiteY11" fmla="*/ 12768 h 58732"/>
                <a:gd name="connsiteX12" fmla="*/ 31950 w 48644"/>
                <a:gd name="connsiteY12" fmla="*/ 15960 h 58732"/>
                <a:gd name="connsiteX13" fmla="*/ 35784 w 48644"/>
                <a:gd name="connsiteY13" fmla="*/ 31281 h 58732"/>
                <a:gd name="connsiteX14" fmla="*/ 24282 w 48644"/>
                <a:gd name="connsiteY14" fmla="*/ 46603 h 58732"/>
                <a:gd name="connsiteX15" fmla="*/ 12780 w 48644"/>
                <a:gd name="connsiteY15" fmla="*/ 46603 h 58732"/>
                <a:gd name="connsiteX16" fmla="*/ 13419 w 48644"/>
                <a:gd name="connsiteY16" fmla="*/ 12768 h 58732"/>
                <a:gd name="connsiteX17" fmla="*/ 13419 w 48644"/>
                <a:gd name="connsiteY17" fmla="*/ 12768 h 5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644" h="58732">
                  <a:moveTo>
                    <a:pt x="7029" y="58733"/>
                  </a:moveTo>
                  <a:lnTo>
                    <a:pt x="24282" y="58733"/>
                  </a:lnTo>
                  <a:lnTo>
                    <a:pt x="24282" y="58733"/>
                  </a:lnTo>
                  <a:cubicBezTo>
                    <a:pt x="32589" y="58733"/>
                    <a:pt x="47925" y="52987"/>
                    <a:pt x="48564" y="31281"/>
                  </a:cubicBezTo>
                  <a:cubicBezTo>
                    <a:pt x="49203" y="21067"/>
                    <a:pt x="46008" y="12130"/>
                    <a:pt x="40896" y="7022"/>
                  </a:cubicBezTo>
                  <a:cubicBezTo>
                    <a:pt x="36423" y="2554"/>
                    <a:pt x="30672" y="0"/>
                    <a:pt x="23643" y="0"/>
                  </a:cubicBezTo>
                  <a:lnTo>
                    <a:pt x="6390" y="0"/>
                  </a:lnTo>
                  <a:cubicBezTo>
                    <a:pt x="3195" y="0"/>
                    <a:pt x="0" y="3192"/>
                    <a:pt x="0" y="6384"/>
                  </a:cubicBezTo>
                  <a:lnTo>
                    <a:pt x="0" y="52349"/>
                  </a:lnTo>
                  <a:cubicBezTo>
                    <a:pt x="639" y="56179"/>
                    <a:pt x="3195" y="58733"/>
                    <a:pt x="7029" y="58733"/>
                  </a:cubicBezTo>
                  <a:close/>
                  <a:moveTo>
                    <a:pt x="13419" y="12768"/>
                  </a:moveTo>
                  <a:lnTo>
                    <a:pt x="24282" y="12768"/>
                  </a:lnTo>
                  <a:cubicBezTo>
                    <a:pt x="27477" y="12768"/>
                    <a:pt x="30033" y="14045"/>
                    <a:pt x="31950" y="15960"/>
                  </a:cubicBezTo>
                  <a:cubicBezTo>
                    <a:pt x="35145" y="19152"/>
                    <a:pt x="36423" y="24259"/>
                    <a:pt x="35784" y="31281"/>
                  </a:cubicBezTo>
                  <a:cubicBezTo>
                    <a:pt x="35145" y="45326"/>
                    <a:pt x="26199" y="46603"/>
                    <a:pt x="24282" y="46603"/>
                  </a:cubicBezTo>
                  <a:lnTo>
                    <a:pt x="12780" y="46603"/>
                  </a:lnTo>
                  <a:lnTo>
                    <a:pt x="13419" y="12768"/>
                  </a:lnTo>
                  <a:lnTo>
                    <a:pt x="13419" y="12768"/>
                  </a:lnTo>
                  <a:close/>
                </a:path>
              </a:pathLst>
            </a:custGeom>
            <a:solidFill>
              <a:srgbClr val="007680"/>
            </a:solidFill>
            <a:ln w="6390" cap="flat">
              <a:noFill/>
              <a:prstDash val="solid"/>
              <a:miter/>
            </a:ln>
          </p:spPr>
          <p:txBody>
            <a:bodyPr rtlCol="0" anchor="ctr"/>
            <a:lstStyle/>
            <a:p>
              <a:endParaRPr lang="en-US"/>
            </a:p>
          </p:txBody>
        </p:sp>
      </p:grpSp>
      <p:grpSp>
        <p:nvGrpSpPr>
          <p:cNvPr id="436" name="Graphic 4">
            <a:extLst>
              <a:ext uri="{FF2B5EF4-FFF2-40B4-BE49-F238E27FC236}">
                <a16:creationId xmlns:a16="http://schemas.microsoft.com/office/drawing/2014/main" id="{F91CB035-B63F-9E47-A901-2C8066EC8B38}"/>
              </a:ext>
            </a:extLst>
          </p:cNvPr>
          <p:cNvGrpSpPr/>
          <p:nvPr/>
        </p:nvGrpSpPr>
        <p:grpSpPr>
          <a:xfrm>
            <a:off x="2998797" y="2855717"/>
            <a:ext cx="361670" cy="361333"/>
            <a:chOff x="2998797" y="2855717"/>
            <a:chExt cx="361670" cy="361333"/>
          </a:xfrm>
          <a:solidFill>
            <a:srgbClr val="007680"/>
          </a:solidFill>
        </p:grpSpPr>
        <p:sp>
          <p:nvSpPr>
            <p:cNvPr id="437" name="Graphic 4">
              <a:extLst>
                <a:ext uri="{FF2B5EF4-FFF2-40B4-BE49-F238E27FC236}">
                  <a16:creationId xmlns:a16="http://schemas.microsoft.com/office/drawing/2014/main" id="{F3FBF7AC-4D85-2947-BD7A-56F350E57DAE}"/>
                </a:ext>
              </a:extLst>
            </p:cNvPr>
            <p:cNvSpPr/>
            <p:nvPr/>
          </p:nvSpPr>
          <p:spPr>
            <a:xfrm>
              <a:off x="3141932" y="3017232"/>
              <a:ext cx="11146" cy="8299"/>
            </a:xfrm>
            <a:custGeom>
              <a:avLst/>
              <a:gdLst>
                <a:gd name="connsiteX0" fmla="*/ 3834 w 11146"/>
                <a:gd name="connsiteY0" fmla="*/ 8299 h 8299"/>
                <a:gd name="connsiteX1" fmla="*/ 6390 w 11146"/>
                <a:gd name="connsiteY1" fmla="*/ 8299 h 8299"/>
                <a:gd name="connsiteX2" fmla="*/ 10863 w 11146"/>
                <a:gd name="connsiteY2" fmla="*/ 5107 h 8299"/>
                <a:gd name="connsiteX3" fmla="*/ 10863 w 11146"/>
                <a:gd name="connsiteY3" fmla="*/ 1277 h 8299"/>
                <a:gd name="connsiteX4" fmla="*/ 5751 w 11146"/>
                <a:gd name="connsiteY4" fmla="*/ 0 h 8299"/>
                <a:gd name="connsiteX5" fmla="*/ 0 w 11146"/>
                <a:gd name="connsiteY5" fmla="*/ 3192 h 8299"/>
                <a:gd name="connsiteX6" fmla="*/ 0 w 11146"/>
                <a:gd name="connsiteY6" fmla="*/ 3830 h 8299"/>
                <a:gd name="connsiteX7" fmla="*/ 1278 w 11146"/>
                <a:gd name="connsiteY7" fmla="*/ 7022 h 8299"/>
                <a:gd name="connsiteX8" fmla="*/ 3834 w 11146"/>
                <a:gd name="connsiteY8" fmla="*/ 8299 h 8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46" h="8299">
                  <a:moveTo>
                    <a:pt x="3834" y="8299"/>
                  </a:moveTo>
                  <a:cubicBezTo>
                    <a:pt x="4473" y="8299"/>
                    <a:pt x="5112" y="8299"/>
                    <a:pt x="6390" y="8299"/>
                  </a:cubicBezTo>
                  <a:cubicBezTo>
                    <a:pt x="9585" y="7661"/>
                    <a:pt x="10224" y="5746"/>
                    <a:pt x="10863" y="5107"/>
                  </a:cubicBezTo>
                  <a:cubicBezTo>
                    <a:pt x="10863" y="3830"/>
                    <a:pt x="11502" y="2554"/>
                    <a:pt x="10863" y="1277"/>
                  </a:cubicBezTo>
                  <a:cubicBezTo>
                    <a:pt x="10224" y="638"/>
                    <a:pt x="8307" y="0"/>
                    <a:pt x="5751" y="0"/>
                  </a:cubicBezTo>
                  <a:cubicBezTo>
                    <a:pt x="1917" y="0"/>
                    <a:pt x="0" y="1277"/>
                    <a:pt x="0" y="3192"/>
                  </a:cubicBezTo>
                  <a:lnTo>
                    <a:pt x="0" y="3830"/>
                  </a:lnTo>
                  <a:cubicBezTo>
                    <a:pt x="0" y="4469"/>
                    <a:pt x="639" y="5746"/>
                    <a:pt x="1278" y="7022"/>
                  </a:cubicBezTo>
                  <a:cubicBezTo>
                    <a:pt x="1917" y="7022"/>
                    <a:pt x="2556" y="8299"/>
                    <a:pt x="3834" y="8299"/>
                  </a:cubicBezTo>
                  <a:close/>
                </a:path>
              </a:pathLst>
            </a:custGeom>
            <a:solidFill>
              <a:srgbClr val="007680"/>
            </a:solidFill>
            <a:ln w="6390" cap="flat">
              <a:noFill/>
              <a:prstDash val="solid"/>
              <a:miter/>
            </a:ln>
          </p:spPr>
          <p:txBody>
            <a:bodyPr rtlCol="0" anchor="ctr"/>
            <a:lstStyle/>
            <a:p>
              <a:endParaRPr lang="en-US"/>
            </a:p>
          </p:txBody>
        </p:sp>
        <p:sp>
          <p:nvSpPr>
            <p:cNvPr id="438" name="Graphic 4">
              <a:extLst>
                <a:ext uri="{FF2B5EF4-FFF2-40B4-BE49-F238E27FC236}">
                  <a16:creationId xmlns:a16="http://schemas.microsoft.com/office/drawing/2014/main" id="{6502E61C-749F-9E49-97D8-D5ABB4B1D982}"/>
                </a:ext>
              </a:extLst>
            </p:cNvPr>
            <p:cNvSpPr/>
            <p:nvPr/>
          </p:nvSpPr>
          <p:spPr>
            <a:xfrm>
              <a:off x="3085061" y="2978928"/>
              <a:ext cx="189142" cy="110442"/>
            </a:xfrm>
            <a:custGeom>
              <a:avLst/>
              <a:gdLst>
                <a:gd name="connsiteX0" fmla="*/ 0 w 189142"/>
                <a:gd name="connsiteY0" fmla="*/ 110443 h 110442"/>
                <a:gd name="connsiteX1" fmla="*/ 189142 w 189142"/>
                <a:gd name="connsiteY1" fmla="*/ 110443 h 110442"/>
                <a:gd name="connsiteX2" fmla="*/ 189142 w 189142"/>
                <a:gd name="connsiteY2" fmla="*/ 0 h 110442"/>
                <a:gd name="connsiteX3" fmla="*/ 0 w 189142"/>
                <a:gd name="connsiteY3" fmla="*/ 0 h 110442"/>
                <a:gd name="connsiteX4" fmla="*/ 0 w 189142"/>
                <a:gd name="connsiteY4" fmla="*/ 110443 h 110442"/>
                <a:gd name="connsiteX5" fmla="*/ 0 w 189142"/>
                <a:gd name="connsiteY5" fmla="*/ 110443 h 110442"/>
                <a:gd name="connsiteX6" fmla="*/ 88181 w 189142"/>
                <a:gd name="connsiteY6" fmla="*/ 32558 h 110442"/>
                <a:gd name="connsiteX7" fmla="*/ 94571 w 189142"/>
                <a:gd name="connsiteY7" fmla="*/ 26174 h 110442"/>
                <a:gd name="connsiteX8" fmla="*/ 100961 w 189142"/>
                <a:gd name="connsiteY8" fmla="*/ 32558 h 110442"/>
                <a:gd name="connsiteX9" fmla="*/ 100961 w 189142"/>
                <a:gd name="connsiteY9" fmla="*/ 47880 h 110442"/>
                <a:gd name="connsiteX10" fmla="*/ 121409 w 189142"/>
                <a:gd name="connsiteY10" fmla="*/ 27451 h 110442"/>
                <a:gd name="connsiteX11" fmla="*/ 130355 w 189142"/>
                <a:gd name="connsiteY11" fmla="*/ 27451 h 110442"/>
                <a:gd name="connsiteX12" fmla="*/ 130355 w 189142"/>
                <a:gd name="connsiteY12" fmla="*/ 36389 h 110442"/>
                <a:gd name="connsiteX13" fmla="*/ 117575 w 189142"/>
                <a:gd name="connsiteY13" fmla="*/ 48518 h 110442"/>
                <a:gd name="connsiteX14" fmla="*/ 133550 w 189142"/>
                <a:gd name="connsiteY14" fmla="*/ 72139 h 110442"/>
                <a:gd name="connsiteX15" fmla="*/ 131633 w 189142"/>
                <a:gd name="connsiteY15" fmla="*/ 81077 h 110442"/>
                <a:gd name="connsiteX16" fmla="*/ 127799 w 189142"/>
                <a:gd name="connsiteY16" fmla="*/ 82353 h 110442"/>
                <a:gd name="connsiteX17" fmla="*/ 122687 w 189142"/>
                <a:gd name="connsiteY17" fmla="*/ 79800 h 110442"/>
                <a:gd name="connsiteX18" fmla="*/ 107990 w 189142"/>
                <a:gd name="connsiteY18" fmla="*/ 58094 h 110442"/>
                <a:gd name="connsiteX19" fmla="*/ 100322 w 189142"/>
                <a:gd name="connsiteY19" fmla="*/ 65755 h 110442"/>
                <a:gd name="connsiteX20" fmla="*/ 100322 w 189142"/>
                <a:gd name="connsiteY20" fmla="*/ 75969 h 110442"/>
                <a:gd name="connsiteX21" fmla="*/ 93932 w 189142"/>
                <a:gd name="connsiteY21" fmla="*/ 82353 h 110442"/>
                <a:gd name="connsiteX22" fmla="*/ 87542 w 189142"/>
                <a:gd name="connsiteY22" fmla="*/ 75969 h 110442"/>
                <a:gd name="connsiteX23" fmla="*/ 88181 w 189142"/>
                <a:gd name="connsiteY23" fmla="*/ 32558 h 110442"/>
                <a:gd name="connsiteX24" fmla="*/ 88181 w 189142"/>
                <a:gd name="connsiteY24" fmla="*/ 32558 h 110442"/>
                <a:gd name="connsiteX25" fmla="*/ 44091 w 189142"/>
                <a:gd name="connsiteY25" fmla="*/ 41496 h 110442"/>
                <a:gd name="connsiteX26" fmla="*/ 48564 w 189142"/>
                <a:gd name="connsiteY26" fmla="*/ 30643 h 110442"/>
                <a:gd name="connsiteX27" fmla="*/ 62622 w 189142"/>
                <a:gd name="connsiteY27" fmla="*/ 25536 h 110442"/>
                <a:gd name="connsiteX28" fmla="*/ 77318 w 189142"/>
                <a:gd name="connsiteY28" fmla="*/ 31920 h 110442"/>
                <a:gd name="connsiteX29" fmla="*/ 79874 w 189142"/>
                <a:gd name="connsiteY29" fmla="*/ 46603 h 110442"/>
                <a:gd name="connsiteX30" fmla="*/ 77318 w 189142"/>
                <a:gd name="connsiteY30" fmla="*/ 52349 h 110442"/>
                <a:gd name="connsiteX31" fmla="*/ 77957 w 189142"/>
                <a:gd name="connsiteY31" fmla="*/ 52987 h 110442"/>
                <a:gd name="connsiteX32" fmla="*/ 82430 w 189142"/>
                <a:gd name="connsiteY32" fmla="*/ 65117 h 110442"/>
                <a:gd name="connsiteX33" fmla="*/ 65816 w 189142"/>
                <a:gd name="connsiteY33" fmla="*/ 83630 h 110442"/>
                <a:gd name="connsiteX34" fmla="*/ 61982 w 189142"/>
                <a:gd name="connsiteY34" fmla="*/ 83630 h 110442"/>
                <a:gd name="connsiteX35" fmla="*/ 49203 w 189142"/>
                <a:gd name="connsiteY35" fmla="*/ 79800 h 110442"/>
                <a:gd name="connsiteX36" fmla="*/ 42813 w 189142"/>
                <a:gd name="connsiteY36" fmla="*/ 68309 h 110442"/>
                <a:gd name="connsiteX37" fmla="*/ 46647 w 189142"/>
                <a:gd name="connsiteY37" fmla="*/ 53625 h 110442"/>
                <a:gd name="connsiteX38" fmla="*/ 47286 w 189142"/>
                <a:gd name="connsiteY38" fmla="*/ 52349 h 110442"/>
                <a:gd name="connsiteX39" fmla="*/ 44091 w 189142"/>
                <a:gd name="connsiteY39" fmla="*/ 41496 h 110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89142" h="110442">
                  <a:moveTo>
                    <a:pt x="0" y="110443"/>
                  </a:moveTo>
                  <a:lnTo>
                    <a:pt x="189142" y="110443"/>
                  </a:lnTo>
                  <a:lnTo>
                    <a:pt x="189142" y="0"/>
                  </a:lnTo>
                  <a:lnTo>
                    <a:pt x="0" y="0"/>
                  </a:lnTo>
                  <a:lnTo>
                    <a:pt x="0" y="110443"/>
                  </a:lnTo>
                  <a:lnTo>
                    <a:pt x="0" y="110443"/>
                  </a:lnTo>
                  <a:close/>
                  <a:moveTo>
                    <a:pt x="88181" y="32558"/>
                  </a:moveTo>
                  <a:cubicBezTo>
                    <a:pt x="88181" y="28728"/>
                    <a:pt x="90737" y="26174"/>
                    <a:pt x="94571" y="26174"/>
                  </a:cubicBezTo>
                  <a:cubicBezTo>
                    <a:pt x="98405" y="26174"/>
                    <a:pt x="100961" y="28728"/>
                    <a:pt x="100961" y="32558"/>
                  </a:cubicBezTo>
                  <a:lnTo>
                    <a:pt x="100961" y="47880"/>
                  </a:lnTo>
                  <a:lnTo>
                    <a:pt x="121409" y="27451"/>
                  </a:lnTo>
                  <a:cubicBezTo>
                    <a:pt x="123965" y="24897"/>
                    <a:pt x="127799" y="24897"/>
                    <a:pt x="130355" y="27451"/>
                  </a:cubicBezTo>
                  <a:cubicBezTo>
                    <a:pt x="132911" y="30005"/>
                    <a:pt x="132911" y="33835"/>
                    <a:pt x="130355" y="36389"/>
                  </a:cubicBezTo>
                  <a:lnTo>
                    <a:pt x="117575" y="48518"/>
                  </a:lnTo>
                  <a:lnTo>
                    <a:pt x="133550" y="72139"/>
                  </a:lnTo>
                  <a:cubicBezTo>
                    <a:pt x="135467" y="75331"/>
                    <a:pt x="134828" y="79161"/>
                    <a:pt x="131633" y="81077"/>
                  </a:cubicBezTo>
                  <a:cubicBezTo>
                    <a:pt x="130355" y="81715"/>
                    <a:pt x="129077" y="82353"/>
                    <a:pt x="127799" y="82353"/>
                  </a:cubicBezTo>
                  <a:cubicBezTo>
                    <a:pt x="125882" y="82353"/>
                    <a:pt x="123965" y="81077"/>
                    <a:pt x="122687" y="79800"/>
                  </a:cubicBezTo>
                  <a:lnTo>
                    <a:pt x="107990" y="58094"/>
                  </a:lnTo>
                  <a:lnTo>
                    <a:pt x="100322" y="65755"/>
                  </a:lnTo>
                  <a:lnTo>
                    <a:pt x="100322" y="75969"/>
                  </a:lnTo>
                  <a:cubicBezTo>
                    <a:pt x="100322" y="79800"/>
                    <a:pt x="97766" y="82353"/>
                    <a:pt x="93932" y="82353"/>
                  </a:cubicBezTo>
                  <a:cubicBezTo>
                    <a:pt x="90098" y="82353"/>
                    <a:pt x="87542" y="79800"/>
                    <a:pt x="87542" y="75969"/>
                  </a:cubicBezTo>
                  <a:lnTo>
                    <a:pt x="88181" y="32558"/>
                  </a:lnTo>
                  <a:lnTo>
                    <a:pt x="88181" y="32558"/>
                  </a:lnTo>
                  <a:close/>
                  <a:moveTo>
                    <a:pt x="44091" y="41496"/>
                  </a:moveTo>
                  <a:cubicBezTo>
                    <a:pt x="44091" y="40219"/>
                    <a:pt x="44730" y="35112"/>
                    <a:pt x="48564" y="30643"/>
                  </a:cubicBezTo>
                  <a:cubicBezTo>
                    <a:pt x="51119" y="28089"/>
                    <a:pt x="54954" y="25536"/>
                    <a:pt x="62622" y="25536"/>
                  </a:cubicBezTo>
                  <a:cubicBezTo>
                    <a:pt x="70928" y="25536"/>
                    <a:pt x="75401" y="28728"/>
                    <a:pt x="77318" y="31920"/>
                  </a:cubicBezTo>
                  <a:cubicBezTo>
                    <a:pt x="81791" y="37665"/>
                    <a:pt x="80513" y="44688"/>
                    <a:pt x="79874" y="46603"/>
                  </a:cubicBezTo>
                  <a:cubicBezTo>
                    <a:pt x="79235" y="48518"/>
                    <a:pt x="78596" y="50433"/>
                    <a:pt x="77318" y="52349"/>
                  </a:cubicBezTo>
                  <a:cubicBezTo>
                    <a:pt x="77318" y="52349"/>
                    <a:pt x="77318" y="52349"/>
                    <a:pt x="77957" y="52987"/>
                  </a:cubicBezTo>
                  <a:cubicBezTo>
                    <a:pt x="81152" y="56179"/>
                    <a:pt x="82430" y="60648"/>
                    <a:pt x="82430" y="65117"/>
                  </a:cubicBezTo>
                  <a:cubicBezTo>
                    <a:pt x="82430" y="75331"/>
                    <a:pt x="76679" y="81715"/>
                    <a:pt x="65816" y="83630"/>
                  </a:cubicBezTo>
                  <a:cubicBezTo>
                    <a:pt x="64538" y="83630"/>
                    <a:pt x="63261" y="83630"/>
                    <a:pt x="61982" y="83630"/>
                  </a:cubicBezTo>
                  <a:cubicBezTo>
                    <a:pt x="58148" y="83630"/>
                    <a:pt x="53037" y="82353"/>
                    <a:pt x="49203" y="79800"/>
                  </a:cubicBezTo>
                  <a:cubicBezTo>
                    <a:pt x="45369" y="77246"/>
                    <a:pt x="43452" y="72777"/>
                    <a:pt x="42813" y="68309"/>
                  </a:cubicBezTo>
                  <a:cubicBezTo>
                    <a:pt x="42174" y="61286"/>
                    <a:pt x="44730" y="56179"/>
                    <a:pt x="46647" y="53625"/>
                  </a:cubicBezTo>
                  <a:cubicBezTo>
                    <a:pt x="46647" y="52987"/>
                    <a:pt x="47286" y="52987"/>
                    <a:pt x="47286" y="52349"/>
                  </a:cubicBezTo>
                  <a:cubicBezTo>
                    <a:pt x="45369" y="49157"/>
                    <a:pt x="43452" y="45326"/>
                    <a:pt x="44091" y="41496"/>
                  </a:cubicBezTo>
                  <a:close/>
                </a:path>
              </a:pathLst>
            </a:custGeom>
            <a:solidFill>
              <a:srgbClr val="007680"/>
            </a:solidFill>
            <a:ln w="6390" cap="flat">
              <a:noFill/>
              <a:prstDash val="solid"/>
              <a:miter/>
            </a:ln>
          </p:spPr>
          <p:txBody>
            <a:bodyPr rtlCol="0" anchor="ctr"/>
            <a:lstStyle/>
            <a:p>
              <a:endParaRPr lang="en-US"/>
            </a:p>
          </p:txBody>
        </p:sp>
        <p:sp>
          <p:nvSpPr>
            <p:cNvPr id="439" name="Graphic 4">
              <a:extLst>
                <a:ext uri="{FF2B5EF4-FFF2-40B4-BE49-F238E27FC236}">
                  <a16:creationId xmlns:a16="http://schemas.microsoft.com/office/drawing/2014/main" id="{35D4A502-D353-DB47-A510-23C87A3D6D24}"/>
                </a:ext>
              </a:extLst>
            </p:cNvPr>
            <p:cNvSpPr/>
            <p:nvPr/>
          </p:nvSpPr>
          <p:spPr>
            <a:xfrm>
              <a:off x="2998797"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88186 w 361670"/>
                <a:gd name="connsiteY5" fmla="*/ 240038 h 361333"/>
                <a:gd name="connsiteX6" fmla="*/ 281796 w 361670"/>
                <a:gd name="connsiteY6" fmla="*/ 246422 h 361333"/>
                <a:gd name="connsiteX7" fmla="*/ 214702 w 361670"/>
                <a:gd name="connsiteY7" fmla="*/ 246422 h 361333"/>
                <a:gd name="connsiteX8" fmla="*/ 230038 w 361670"/>
                <a:gd name="connsiteY8" fmla="*/ 252167 h 361333"/>
                <a:gd name="connsiteX9" fmla="*/ 233872 w 361670"/>
                <a:gd name="connsiteY9" fmla="*/ 260466 h 361333"/>
                <a:gd name="connsiteX10" fmla="*/ 228121 w 361670"/>
                <a:gd name="connsiteY10" fmla="*/ 264935 h 361333"/>
                <a:gd name="connsiteX11" fmla="*/ 226204 w 361670"/>
                <a:gd name="connsiteY11" fmla="*/ 264297 h 361333"/>
                <a:gd name="connsiteX12" fmla="*/ 179557 w 361670"/>
                <a:gd name="connsiteY12" fmla="*/ 247698 h 361333"/>
                <a:gd name="connsiteX13" fmla="*/ 132911 w 361670"/>
                <a:gd name="connsiteY13" fmla="*/ 264297 h 361333"/>
                <a:gd name="connsiteX14" fmla="*/ 130994 w 361670"/>
                <a:gd name="connsiteY14" fmla="*/ 264935 h 361333"/>
                <a:gd name="connsiteX15" fmla="*/ 125243 w 361670"/>
                <a:gd name="connsiteY15" fmla="*/ 260466 h 361333"/>
                <a:gd name="connsiteX16" fmla="*/ 129077 w 361670"/>
                <a:gd name="connsiteY16" fmla="*/ 252167 h 361333"/>
                <a:gd name="connsiteX17" fmla="*/ 144413 w 361670"/>
                <a:gd name="connsiteY17" fmla="*/ 246422 h 361333"/>
                <a:gd name="connsiteX18" fmla="*/ 80513 w 361670"/>
                <a:gd name="connsiteY18" fmla="*/ 246422 h 361333"/>
                <a:gd name="connsiteX19" fmla="*/ 74123 w 361670"/>
                <a:gd name="connsiteY19" fmla="*/ 240038 h 361333"/>
                <a:gd name="connsiteX20" fmla="*/ 74123 w 361670"/>
                <a:gd name="connsiteY20" fmla="*/ 116827 h 361333"/>
                <a:gd name="connsiteX21" fmla="*/ 80513 w 361670"/>
                <a:gd name="connsiteY21" fmla="*/ 110443 h 361333"/>
                <a:gd name="connsiteX22" fmla="*/ 282435 w 361670"/>
                <a:gd name="connsiteY22" fmla="*/ 110443 h 361333"/>
                <a:gd name="connsiteX23" fmla="*/ 288825 w 361670"/>
                <a:gd name="connsiteY23" fmla="*/ 116827 h 361333"/>
                <a:gd name="connsiteX24" fmla="*/ 288825 w 361670"/>
                <a:gd name="connsiteY24" fmla="*/ 240038 h 361333"/>
                <a:gd name="connsiteX25" fmla="*/ 288186 w 361670"/>
                <a:gd name="connsiteY25" fmla="*/ 24003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1" y="280257"/>
                    <a:pt x="361671" y="180667"/>
                  </a:cubicBezTo>
                  <a:cubicBezTo>
                    <a:pt x="361671" y="81076"/>
                    <a:pt x="281157" y="0"/>
                    <a:pt x="180835" y="0"/>
                  </a:cubicBezTo>
                  <a:close/>
                  <a:moveTo>
                    <a:pt x="288186" y="240038"/>
                  </a:moveTo>
                  <a:cubicBezTo>
                    <a:pt x="288186" y="243868"/>
                    <a:pt x="285630" y="246422"/>
                    <a:pt x="281796" y="246422"/>
                  </a:cubicBezTo>
                  <a:lnTo>
                    <a:pt x="214702" y="246422"/>
                  </a:lnTo>
                  <a:lnTo>
                    <a:pt x="230038" y="252167"/>
                  </a:lnTo>
                  <a:cubicBezTo>
                    <a:pt x="233233" y="253444"/>
                    <a:pt x="235150" y="257274"/>
                    <a:pt x="233872" y="260466"/>
                  </a:cubicBezTo>
                  <a:cubicBezTo>
                    <a:pt x="233233" y="263020"/>
                    <a:pt x="230677" y="264935"/>
                    <a:pt x="228121" y="264935"/>
                  </a:cubicBezTo>
                  <a:cubicBezTo>
                    <a:pt x="227482" y="264935"/>
                    <a:pt x="226843" y="264935"/>
                    <a:pt x="226204" y="264297"/>
                  </a:cubicBezTo>
                  <a:lnTo>
                    <a:pt x="179557" y="247698"/>
                  </a:lnTo>
                  <a:lnTo>
                    <a:pt x="132911" y="264297"/>
                  </a:lnTo>
                  <a:cubicBezTo>
                    <a:pt x="132272" y="264297"/>
                    <a:pt x="131633" y="264935"/>
                    <a:pt x="130994" y="264935"/>
                  </a:cubicBezTo>
                  <a:cubicBezTo>
                    <a:pt x="128438" y="264935"/>
                    <a:pt x="125882" y="263020"/>
                    <a:pt x="125243" y="260466"/>
                  </a:cubicBezTo>
                  <a:cubicBezTo>
                    <a:pt x="123965" y="257274"/>
                    <a:pt x="125882" y="253444"/>
                    <a:pt x="129077" y="252167"/>
                  </a:cubicBezTo>
                  <a:lnTo>
                    <a:pt x="144413" y="246422"/>
                  </a:lnTo>
                  <a:lnTo>
                    <a:pt x="80513" y="246422"/>
                  </a:lnTo>
                  <a:cubicBezTo>
                    <a:pt x="76679" y="246422"/>
                    <a:pt x="74123" y="243868"/>
                    <a:pt x="74123" y="240038"/>
                  </a:cubicBezTo>
                  <a:lnTo>
                    <a:pt x="74123" y="116827"/>
                  </a:lnTo>
                  <a:cubicBezTo>
                    <a:pt x="74123" y="112996"/>
                    <a:pt x="76679" y="110443"/>
                    <a:pt x="80513" y="110443"/>
                  </a:cubicBezTo>
                  <a:lnTo>
                    <a:pt x="282435" y="110443"/>
                  </a:lnTo>
                  <a:cubicBezTo>
                    <a:pt x="286269" y="110443"/>
                    <a:pt x="288825" y="112996"/>
                    <a:pt x="288825" y="116827"/>
                  </a:cubicBezTo>
                  <a:lnTo>
                    <a:pt x="288825" y="240038"/>
                  </a:lnTo>
                  <a:lnTo>
                    <a:pt x="288186" y="240038"/>
                  </a:lnTo>
                  <a:close/>
                </a:path>
              </a:pathLst>
            </a:custGeom>
            <a:solidFill>
              <a:srgbClr val="007680"/>
            </a:solidFill>
            <a:ln w="6390" cap="flat">
              <a:noFill/>
              <a:prstDash val="solid"/>
              <a:miter/>
            </a:ln>
          </p:spPr>
          <p:txBody>
            <a:bodyPr rtlCol="0" anchor="ctr"/>
            <a:lstStyle/>
            <a:p>
              <a:endParaRPr lang="en-US"/>
            </a:p>
          </p:txBody>
        </p:sp>
        <p:sp>
          <p:nvSpPr>
            <p:cNvPr id="440" name="Graphic 4">
              <a:extLst>
                <a:ext uri="{FF2B5EF4-FFF2-40B4-BE49-F238E27FC236}">
                  <a16:creationId xmlns:a16="http://schemas.microsoft.com/office/drawing/2014/main" id="{EAB3ACEF-3C3F-E14C-BA08-65FB43C2B8EE}"/>
                </a:ext>
              </a:extLst>
            </p:cNvPr>
            <p:cNvSpPr/>
            <p:nvPr/>
          </p:nvSpPr>
          <p:spPr>
            <a:xfrm>
              <a:off x="3139376" y="3038938"/>
              <a:ext cx="15336" cy="10852"/>
            </a:xfrm>
            <a:custGeom>
              <a:avLst/>
              <a:gdLst>
                <a:gd name="connsiteX0" fmla="*/ 2556 w 15336"/>
                <a:gd name="connsiteY0" fmla="*/ 9576 h 10852"/>
                <a:gd name="connsiteX1" fmla="*/ 9585 w 15336"/>
                <a:gd name="connsiteY1" fmla="*/ 10853 h 10852"/>
                <a:gd name="connsiteX2" fmla="*/ 15336 w 15336"/>
                <a:gd name="connsiteY2" fmla="*/ 5107 h 10852"/>
                <a:gd name="connsiteX3" fmla="*/ 14058 w 15336"/>
                <a:gd name="connsiteY3" fmla="*/ 1915 h 10852"/>
                <a:gd name="connsiteX4" fmla="*/ 8946 w 15336"/>
                <a:gd name="connsiteY4" fmla="*/ 0 h 10852"/>
                <a:gd name="connsiteX5" fmla="*/ 7029 w 15336"/>
                <a:gd name="connsiteY5" fmla="*/ 0 h 10852"/>
                <a:gd name="connsiteX6" fmla="*/ 1278 w 15336"/>
                <a:gd name="connsiteY6" fmla="*/ 1915 h 10852"/>
                <a:gd name="connsiteX7" fmla="*/ 0 w 15336"/>
                <a:gd name="connsiteY7" fmla="*/ 7022 h 10852"/>
                <a:gd name="connsiteX8" fmla="*/ 2556 w 15336"/>
                <a:gd name="connsiteY8" fmla="*/ 9576 h 10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36" h="10852">
                  <a:moveTo>
                    <a:pt x="2556" y="9576"/>
                  </a:moveTo>
                  <a:cubicBezTo>
                    <a:pt x="4473" y="10853"/>
                    <a:pt x="7668" y="10853"/>
                    <a:pt x="9585" y="10853"/>
                  </a:cubicBezTo>
                  <a:cubicBezTo>
                    <a:pt x="14058" y="10214"/>
                    <a:pt x="15336" y="8938"/>
                    <a:pt x="15336" y="5107"/>
                  </a:cubicBezTo>
                  <a:cubicBezTo>
                    <a:pt x="15336" y="3192"/>
                    <a:pt x="14697" y="2554"/>
                    <a:pt x="14058" y="1915"/>
                  </a:cubicBezTo>
                  <a:cubicBezTo>
                    <a:pt x="13419" y="1277"/>
                    <a:pt x="11502" y="0"/>
                    <a:pt x="8946" y="0"/>
                  </a:cubicBezTo>
                  <a:cubicBezTo>
                    <a:pt x="8307" y="0"/>
                    <a:pt x="7668" y="0"/>
                    <a:pt x="7029" y="0"/>
                  </a:cubicBezTo>
                  <a:cubicBezTo>
                    <a:pt x="4473" y="0"/>
                    <a:pt x="2556" y="638"/>
                    <a:pt x="1278" y="1915"/>
                  </a:cubicBezTo>
                  <a:cubicBezTo>
                    <a:pt x="639" y="3192"/>
                    <a:pt x="0" y="4469"/>
                    <a:pt x="0" y="7022"/>
                  </a:cubicBezTo>
                  <a:cubicBezTo>
                    <a:pt x="1278" y="8299"/>
                    <a:pt x="1917" y="8938"/>
                    <a:pt x="2556" y="9576"/>
                  </a:cubicBezTo>
                  <a:close/>
                </a:path>
              </a:pathLst>
            </a:custGeom>
            <a:solidFill>
              <a:srgbClr val="007680"/>
            </a:solidFill>
            <a:ln w="6390" cap="flat">
              <a:noFill/>
              <a:prstDash val="solid"/>
              <a:miter/>
            </a:ln>
          </p:spPr>
          <p:txBody>
            <a:bodyPr rtlCol="0" anchor="ctr"/>
            <a:lstStyle/>
            <a:p>
              <a:endParaRPr lang="en-US"/>
            </a:p>
          </p:txBody>
        </p:sp>
      </p:grpSp>
      <p:grpSp>
        <p:nvGrpSpPr>
          <p:cNvPr id="441" name="Graphic 4">
            <a:extLst>
              <a:ext uri="{FF2B5EF4-FFF2-40B4-BE49-F238E27FC236}">
                <a16:creationId xmlns:a16="http://schemas.microsoft.com/office/drawing/2014/main" id="{683D9387-6BAB-8F49-9DE1-C2A4193E61AE}"/>
              </a:ext>
            </a:extLst>
          </p:cNvPr>
          <p:cNvGrpSpPr/>
          <p:nvPr/>
        </p:nvGrpSpPr>
        <p:grpSpPr>
          <a:xfrm>
            <a:off x="2998797" y="2371173"/>
            <a:ext cx="361670" cy="361333"/>
            <a:chOff x="2998797" y="2371173"/>
            <a:chExt cx="361670" cy="361333"/>
          </a:xfrm>
          <a:solidFill>
            <a:srgbClr val="007680"/>
          </a:solidFill>
        </p:grpSpPr>
        <p:sp>
          <p:nvSpPr>
            <p:cNvPr id="442" name="Graphic 4">
              <a:extLst>
                <a:ext uri="{FF2B5EF4-FFF2-40B4-BE49-F238E27FC236}">
                  <a16:creationId xmlns:a16="http://schemas.microsoft.com/office/drawing/2014/main" id="{CD02DDDA-C0FC-6746-9072-9FBFC4241157}"/>
                </a:ext>
              </a:extLst>
            </p:cNvPr>
            <p:cNvSpPr/>
            <p:nvPr/>
          </p:nvSpPr>
          <p:spPr>
            <a:xfrm>
              <a:off x="2998797"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83074 w 361670"/>
                <a:gd name="connsiteY5" fmla="*/ 234931 h 361333"/>
                <a:gd name="connsiteX6" fmla="*/ 276684 w 361670"/>
                <a:gd name="connsiteY6" fmla="*/ 241315 h 361333"/>
                <a:gd name="connsiteX7" fmla="*/ 187225 w 361670"/>
                <a:gd name="connsiteY7" fmla="*/ 241315 h 361333"/>
                <a:gd name="connsiteX8" fmla="*/ 187225 w 361670"/>
                <a:gd name="connsiteY8" fmla="*/ 257275 h 361333"/>
                <a:gd name="connsiteX9" fmla="*/ 215341 w 361670"/>
                <a:gd name="connsiteY9" fmla="*/ 257275 h 361333"/>
                <a:gd name="connsiteX10" fmla="*/ 221731 w 361670"/>
                <a:gd name="connsiteY10" fmla="*/ 263659 h 361333"/>
                <a:gd name="connsiteX11" fmla="*/ 215341 w 361670"/>
                <a:gd name="connsiteY11" fmla="*/ 270043 h 361333"/>
                <a:gd name="connsiteX12" fmla="*/ 145691 w 361670"/>
                <a:gd name="connsiteY12" fmla="*/ 270043 h 361333"/>
                <a:gd name="connsiteX13" fmla="*/ 139301 w 361670"/>
                <a:gd name="connsiteY13" fmla="*/ 263659 h 361333"/>
                <a:gd name="connsiteX14" fmla="*/ 145691 w 361670"/>
                <a:gd name="connsiteY14" fmla="*/ 257275 h 361333"/>
                <a:gd name="connsiteX15" fmla="*/ 173806 w 361670"/>
                <a:gd name="connsiteY15" fmla="*/ 257275 h 361333"/>
                <a:gd name="connsiteX16" fmla="*/ 173806 w 361670"/>
                <a:gd name="connsiteY16" fmla="*/ 241315 h 361333"/>
                <a:gd name="connsiteX17" fmla="*/ 84347 w 361670"/>
                <a:gd name="connsiteY17" fmla="*/ 241315 h 361333"/>
                <a:gd name="connsiteX18" fmla="*/ 77957 w 361670"/>
                <a:gd name="connsiteY18" fmla="*/ 234931 h 361333"/>
                <a:gd name="connsiteX19" fmla="*/ 77957 w 361670"/>
                <a:gd name="connsiteY19" fmla="*/ 111081 h 361333"/>
                <a:gd name="connsiteX20" fmla="*/ 84347 w 361670"/>
                <a:gd name="connsiteY20" fmla="*/ 104697 h 361333"/>
                <a:gd name="connsiteX21" fmla="*/ 276684 w 361670"/>
                <a:gd name="connsiteY21" fmla="*/ 104697 h 361333"/>
                <a:gd name="connsiteX22" fmla="*/ 283074 w 361670"/>
                <a:gd name="connsiteY22" fmla="*/ 111081 h 361333"/>
                <a:gd name="connsiteX23" fmla="*/ 283074 w 361670"/>
                <a:gd name="connsiteY23" fmla="*/ 23493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1" y="280257"/>
                    <a:pt x="361671" y="180667"/>
                  </a:cubicBezTo>
                  <a:cubicBezTo>
                    <a:pt x="361671" y="81077"/>
                    <a:pt x="281157" y="0"/>
                    <a:pt x="180835" y="0"/>
                  </a:cubicBezTo>
                  <a:close/>
                  <a:moveTo>
                    <a:pt x="283074" y="234931"/>
                  </a:moveTo>
                  <a:cubicBezTo>
                    <a:pt x="283074" y="238761"/>
                    <a:pt x="280518" y="241315"/>
                    <a:pt x="276684" y="241315"/>
                  </a:cubicBezTo>
                  <a:lnTo>
                    <a:pt x="187225" y="241315"/>
                  </a:lnTo>
                  <a:lnTo>
                    <a:pt x="187225" y="257275"/>
                  </a:lnTo>
                  <a:lnTo>
                    <a:pt x="215341" y="257275"/>
                  </a:lnTo>
                  <a:cubicBezTo>
                    <a:pt x="219175" y="257275"/>
                    <a:pt x="221731" y="259828"/>
                    <a:pt x="221731" y="263659"/>
                  </a:cubicBezTo>
                  <a:cubicBezTo>
                    <a:pt x="221731" y="267489"/>
                    <a:pt x="219175" y="270043"/>
                    <a:pt x="215341" y="270043"/>
                  </a:cubicBezTo>
                  <a:lnTo>
                    <a:pt x="145691" y="270043"/>
                  </a:lnTo>
                  <a:cubicBezTo>
                    <a:pt x="141857" y="270043"/>
                    <a:pt x="139301" y="267489"/>
                    <a:pt x="139301" y="263659"/>
                  </a:cubicBezTo>
                  <a:cubicBezTo>
                    <a:pt x="139301" y="259828"/>
                    <a:pt x="141857" y="257275"/>
                    <a:pt x="145691" y="257275"/>
                  </a:cubicBezTo>
                  <a:lnTo>
                    <a:pt x="173806" y="257275"/>
                  </a:lnTo>
                  <a:lnTo>
                    <a:pt x="173806" y="241315"/>
                  </a:lnTo>
                  <a:lnTo>
                    <a:pt x="84347" y="241315"/>
                  </a:lnTo>
                  <a:cubicBezTo>
                    <a:pt x="80513" y="241315"/>
                    <a:pt x="77957" y="238761"/>
                    <a:pt x="77957" y="234931"/>
                  </a:cubicBezTo>
                  <a:lnTo>
                    <a:pt x="77957" y="111081"/>
                  </a:lnTo>
                  <a:cubicBezTo>
                    <a:pt x="77957" y="107251"/>
                    <a:pt x="80513" y="104697"/>
                    <a:pt x="84347" y="104697"/>
                  </a:cubicBezTo>
                  <a:lnTo>
                    <a:pt x="276684" y="104697"/>
                  </a:lnTo>
                  <a:cubicBezTo>
                    <a:pt x="280518" y="104697"/>
                    <a:pt x="283074" y="107251"/>
                    <a:pt x="283074" y="111081"/>
                  </a:cubicBezTo>
                  <a:lnTo>
                    <a:pt x="283074" y="234931"/>
                  </a:lnTo>
                  <a:close/>
                </a:path>
              </a:pathLst>
            </a:custGeom>
            <a:solidFill>
              <a:srgbClr val="007680"/>
            </a:solidFill>
            <a:ln w="6390" cap="flat">
              <a:noFill/>
              <a:prstDash val="solid"/>
              <a:miter/>
            </a:ln>
          </p:spPr>
          <p:txBody>
            <a:bodyPr rtlCol="0" anchor="ctr"/>
            <a:lstStyle/>
            <a:p>
              <a:endParaRPr lang="en-US"/>
            </a:p>
          </p:txBody>
        </p:sp>
        <p:sp>
          <p:nvSpPr>
            <p:cNvPr id="443" name="Graphic 4">
              <a:extLst>
                <a:ext uri="{FF2B5EF4-FFF2-40B4-BE49-F238E27FC236}">
                  <a16:creationId xmlns:a16="http://schemas.microsoft.com/office/drawing/2014/main" id="{624542F2-6D28-D948-9B3F-A5E98C0E0438}"/>
                </a:ext>
              </a:extLst>
            </p:cNvPr>
            <p:cNvSpPr/>
            <p:nvPr/>
          </p:nvSpPr>
          <p:spPr>
            <a:xfrm>
              <a:off x="3199441" y="2531411"/>
              <a:ext cx="22364" cy="33355"/>
            </a:xfrm>
            <a:custGeom>
              <a:avLst/>
              <a:gdLst>
                <a:gd name="connsiteX0" fmla="*/ 22365 w 22364"/>
                <a:gd name="connsiteY0" fmla="*/ 18514 h 33355"/>
                <a:gd name="connsiteX1" fmla="*/ 18531 w 22364"/>
                <a:gd name="connsiteY1" fmla="*/ 3192 h 33355"/>
                <a:gd name="connsiteX2" fmla="*/ 10863 w 22364"/>
                <a:gd name="connsiteY2" fmla="*/ 0 h 33355"/>
                <a:gd name="connsiteX3" fmla="*/ 0 w 22364"/>
                <a:gd name="connsiteY3" fmla="*/ 0 h 33355"/>
                <a:gd name="connsiteX4" fmla="*/ 0 w 22364"/>
                <a:gd name="connsiteY4" fmla="*/ 33197 h 33355"/>
                <a:gd name="connsiteX5" fmla="*/ 11502 w 22364"/>
                <a:gd name="connsiteY5" fmla="*/ 33197 h 33355"/>
                <a:gd name="connsiteX6" fmla="*/ 22365 w 22364"/>
                <a:gd name="connsiteY6" fmla="*/ 18514 h 3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64" h="33355">
                  <a:moveTo>
                    <a:pt x="22365" y="18514"/>
                  </a:moveTo>
                  <a:cubicBezTo>
                    <a:pt x="22365" y="11491"/>
                    <a:pt x="21087" y="6384"/>
                    <a:pt x="18531" y="3192"/>
                  </a:cubicBezTo>
                  <a:cubicBezTo>
                    <a:pt x="16614" y="1277"/>
                    <a:pt x="14058" y="0"/>
                    <a:pt x="10863" y="0"/>
                  </a:cubicBezTo>
                  <a:lnTo>
                    <a:pt x="0" y="0"/>
                  </a:lnTo>
                  <a:lnTo>
                    <a:pt x="0" y="33197"/>
                  </a:lnTo>
                  <a:lnTo>
                    <a:pt x="11502" y="33197"/>
                  </a:lnTo>
                  <a:cubicBezTo>
                    <a:pt x="12780" y="33835"/>
                    <a:pt x="21726" y="33197"/>
                    <a:pt x="22365" y="18514"/>
                  </a:cubicBezTo>
                  <a:close/>
                </a:path>
              </a:pathLst>
            </a:custGeom>
            <a:solidFill>
              <a:srgbClr val="007680"/>
            </a:solidFill>
            <a:ln w="6390" cap="flat">
              <a:noFill/>
              <a:prstDash val="solid"/>
              <a:miter/>
            </a:ln>
          </p:spPr>
          <p:txBody>
            <a:bodyPr rtlCol="0" anchor="ctr"/>
            <a:lstStyle/>
            <a:p>
              <a:endParaRPr lang="en-US"/>
            </a:p>
          </p:txBody>
        </p:sp>
        <p:sp>
          <p:nvSpPr>
            <p:cNvPr id="444" name="Graphic 4">
              <a:extLst>
                <a:ext uri="{FF2B5EF4-FFF2-40B4-BE49-F238E27FC236}">
                  <a16:creationId xmlns:a16="http://schemas.microsoft.com/office/drawing/2014/main" id="{7A8271A9-7EFA-4D46-958A-97D0E2CC0547}"/>
                </a:ext>
              </a:extLst>
            </p:cNvPr>
            <p:cNvSpPr/>
            <p:nvPr/>
          </p:nvSpPr>
          <p:spPr>
            <a:xfrm>
              <a:off x="3089534" y="2488638"/>
              <a:ext cx="179557" cy="111081"/>
            </a:xfrm>
            <a:custGeom>
              <a:avLst/>
              <a:gdLst>
                <a:gd name="connsiteX0" fmla="*/ 0 w 179557"/>
                <a:gd name="connsiteY0" fmla="*/ 111081 h 111081"/>
                <a:gd name="connsiteX1" fmla="*/ 179557 w 179557"/>
                <a:gd name="connsiteY1" fmla="*/ 111081 h 111081"/>
                <a:gd name="connsiteX2" fmla="*/ 179557 w 179557"/>
                <a:gd name="connsiteY2" fmla="*/ 0 h 111081"/>
                <a:gd name="connsiteX3" fmla="*/ 0 w 179557"/>
                <a:gd name="connsiteY3" fmla="*/ 0 h 111081"/>
                <a:gd name="connsiteX4" fmla="*/ 0 w 179557"/>
                <a:gd name="connsiteY4" fmla="*/ 111081 h 111081"/>
                <a:gd name="connsiteX5" fmla="*/ 96488 w 179557"/>
                <a:gd name="connsiteY5" fmla="*/ 37027 h 111081"/>
                <a:gd name="connsiteX6" fmla="*/ 102878 w 179557"/>
                <a:gd name="connsiteY6" fmla="*/ 30643 h 111081"/>
                <a:gd name="connsiteX7" fmla="*/ 120131 w 179557"/>
                <a:gd name="connsiteY7" fmla="*/ 30643 h 111081"/>
                <a:gd name="connsiteX8" fmla="*/ 137384 w 179557"/>
                <a:gd name="connsiteY8" fmla="*/ 37665 h 111081"/>
                <a:gd name="connsiteX9" fmla="*/ 145052 w 179557"/>
                <a:gd name="connsiteY9" fmla="*/ 61925 h 111081"/>
                <a:gd name="connsiteX10" fmla="*/ 120770 w 179557"/>
                <a:gd name="connsiteY10" fmla="*/ 89376 h 111081"/>
                <a:gd name="connsiteX11" fmla="*/ 120770 w 179557"/>
                <a:gd name="connsiteY11" fmla="*/ 89376 h 111081"/>
                <a:gd name="connsiteX12" fmla="*/ 103517 w 179557"/>
                <a:gd name="connsiteY12" fmla="*/ 89376 h 111081"/>
                <a:gd name="connsiteX13" fmla="*/ 97127 w 179557"/>
                <a:gd name="connsiteY13" fmla="*/ 82992 h 111081"/>
                <a:gd name="connsiteX14" fmla="*/ 97127 w 179557"/>
                <a:gd name="connsiteY14" fmla="*/ 37027 h 111081"/>
                <a:gd name="connsiteX15" fmla="*/ 96488 w 179557"/>
                <a:gd name="connsiteY15" fmla="*/ 37027 h 111081"/>
                <a:gd name="connsiteX16" fmla="*/ 38979 w 179557"/>
                <a:gd name="connsiteY16" fmla="*/ 36389 h 111081"/>
                <a:gd name="connsiteX17" fmla="*/ 45369 w 179557"/>
                <a:gd name="connsiteY17" fmla="*/ 30005 h 111081"/>
                <a:gd name="connsiteX18" fmla="*/ 51759 w 179557"/>
                <a:gd name="connsiteY18" fmla="*/ 36389 h 111081"/>
                <a:gd name="connsiteX19" fmla="*/ 51759 w 179557"/>
                <a:gd name="connsiteY19" fmla="*/ 51710 h 111081"/>
                <a:gd name="connsiteX20" fmla="*/ 74123 w 179557"/>
                <a:gd name="connsiteY20" fmla="*/ 51710 h 111081"/>
                <a:gd name="connsiteX21" fmla="*/ 74123 w 179557"/>
                <a:gd name="connsiteY21" fmla="*/ 36389 h 111081"/>
                <a:gd name="connsiteX22" fmla="*/ 80513 w 179557"/>
                <a:gd name="connsiteY22" fmla="*/ 30005 h 111081"/>
                <a:gd name="connsiteX23" fmla="*/ 86903 w 179557"/>
                <a:gd name="connsiteY23" fmla="*/ 36389 h 111081"/>
                <a:gd name="connsiteX24" fmla="*/ 86903 w 179557"/>
                <a:gd name="connsiteY24" fmla="*/ 82992 h 111081"/>
                <a:gd name="connsiteX25" fmla="*/ 80513 w 179557"/>
                <a:gd name="connsiteY25" fmla="*/ 89376 h 111081"/>
                <a:gd name="connsiteX26" fmla="*/ 74123 w 179557"/>
                <a:gd name="connsiteY26" fmla="*/ 82992 h 111081"/>
                <a:gd name="connsiteX27" fmla="*/ 74123 w 179557"/>
                <a:gd name="connsiteY27" fmla="*/ 64478 h 111081"/>
                <a:gd name="connsiteX28" fmla="*/ 51759 w 179557"/>
                <a:gd name="connsiteY28" fmla="*/ 64478 h 111081"/>
                <a:gd name="connsiteX29" fmla="*/ 51759 w 179557"/>
                <a:gd name="connsiteY29" fmla="*/ 82992 h 111081"/>
                <a:gd name="connsiteX30" fmla="*/ 45369 w 179557"/>
                <a:gd name="connsiteY30" fmla="*/ 89376 h 111081"/>
                <a:gd name="connsiteX31" fmla="*/ 38979 w 179557"/>
                <a:gd name="connsiteY31" fmla="*/ 82992 h 111081"/>
                <a:gd name="connsiteX32" fmla="*/ 38979 w 179557"/>
                <a:gd name="connsiteY32" fmla="*/ 36389 h 111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9557" h="111081">
                  <a:moveTo>
                    <a:pt x="0" y="111081"/>
                  </a:moveTo>
                  <a:lnTo>
                    <a:pt x="179557" y="111081"/>
                  </a:lnTo>
                  <a:lnTo>
                    <a:pt x="179557" y="0"/>
                  </a:lnTo>
                  <a:lnTo>
                    <a:pt x="0" y="0"/>
                  </a:lnTo>
                  <a:lnTo>
                    <a:pt x="0" y="111081"/>
                  </a:lnTo>
                  <a:close/>
                  <a:moveTo>
                    <a:pt x="96488" y="37027"/>
                  </a:moveTo>
                  <a:cubicBezTo>
                    <a:pt x="96488" y="33835"/>
                    <a:pt x="99044" y="30643"/>
                    <a:pt x="102878" y="30643"/>
                  </a:cubicBezTo>
                  <a:lnTo>
                    <a:pt x="120131" y="30643"/>
                  </a:lnTo>
                  <a:cubicBezTo>
                    <a:pt x="127160" y="30643"/>
                    <a:pt x="132911" y="33197"/>
                    <a:pt x="137384" y="37665"/>
                  </a:cubicBezTo>
                  <a:cubicBezTo>
                    <a:pt x="142496" y="43411"/>
                    <a:pt x="145690" y="51710"/>
                    <a:pt x="145052" y="61925"/>
                  </a:cubicBezTo>
                  <a:cubicBezTo>
                    <a:pt x="144413" y="83630"/>
                    <a:pt x="129077" y="89376"/>
                    <a:pt x="120770" y="89376"/>
                  </a:cubicBezTo>
                  <a:lnTo>
                    <a:pt x="120770" y="89376"/>
                  </a:lnTo>
                  <a:lnTo>
                    <a:pt x="103517" y="89376"/>
                  </a:lnTo>
                  <a:cubicBezTo>
                    <a:pt x="99683" y="89376"/>
                    <a:pt x="97127" y="86822"/>
                    <a:pt x="97127" y="82992"/>
                  </a:cubicBezTo>
                  <a:lnTo>
                    <a:pt x="97127" y="37027"/>
                  </a:lnTo>
                  <a:lnTo>
                    <a:pt x="96488" y="37027"/>
                  </a:lnTo>
                  <a:close/>
                  <a:moveTo>
                    <a:pt x="38979" y="36389"/>
                  </a:moveTo>
                  <a:cubicBezTo>
                    <a:pt x="38979" y="32558"/>
                    <a:pt x="41535" y="30005"/>
                    <a:pt x="45369" y="30005"/>
                  </a:cubicBezTo>
                  <a:cubicBezTo>
                    <a:pt x="49203" y="30005"/>
                    <a:pt x="51759" y="32558"/>
                    <a:pt x="51759" y="36389"/>
                  </a:cubicBezTo>
                  <a:lnTo>
                    <a:pt x="51759" y="51710"/>
                  </a:lnTo>
                  <a:lnTo>
                    <a:pt x="74123" y="51710"/>
                  </a:lnTo>
                  <a:lnTo>
                    <a:pt x="74123" y="36389"/>
                  </a:lnTo>
                  <a:cubicBezTo>
                    <a:pt x="74123" y="32558"/>
                    <a:pt x="76679" y="30005"/>
                    <a:pt x="80513" y="30005"/>
                  </a:cubicBezTo>
                  <a:cubicBezTo>
                    <a:pt x="84347" y="30005"/>
                    <a:pt x="86903" y="32558"/>
                    <a:pt x="86903" y="36389"/>
                  </a:cubicBezTo>
                  <a:lnTo>
                    <a:pt x="86903" y="82992"/>
                  </a:lnTo>
                  <a:cubicBezTo>
                    <a:pt x="86903" y="86822"/>
                    <a:pt x="84347" y="89376"/>
                    <a:pt x="80513" y="89376"/>
                  </a:cubicBezTo>
                  <a:cubicBezTo>
                    <a:pt x="76679" y="89376"/>
                    <a:pt x="74123" y="86822"/>
                    <a:pt x="74123" y="82992"/>
                  </a:cubicBezTo>
                  <a:lnTo>
                    <a:pt x="74123" y="64478"/>
                  </a:lnTo>
                  <a:lnTo>
                    <a:pt x="51759" y="64478"/>
                  </a:lnTo>
                  <a:lnTo>
                    <a:pt x="51759" y="82992"/>
                  </a:lnTo>
                  <a:cubicBezTo>
                    <a:pt x="51759" y="86822"/>
                    <a:pt x="49203" y="89376"/>
                    <a:pt x="45369" y="89376"/>
                  </a:cubicBezTo>
                  <a:cubicBezTo>
                    <a:pt x="41535" y="89376"/>
                    <a:pt x="38979" y="86822"/>
                    <a:pt x="38979" y="82992"/>
                  </a:cubicBezTo>
                  <a:lnTo>
                    <a:pt x="38979" y="36389"/>
                  </a:lnTo>
                  <a:close/>
                </a:path>
              </a:pathLst>
            </a:custGeom>
            <a:solidFill>
              <a:srgbClr val="007680"/>
            </a:solidFill>
            <a:ln w="6390" cap="flat">
              <a:noFill/>
              <a:prstDash val="solid"/>
              <a:miter/>
            </a:ln>
          </p:spPr>
          <p:txBody>
            <a:bodyPr rtlCol="0" anchor="ctr"/>
            <a:lstStyle/>
            <a:p>
              <a:endParaRPr lang="en-US"/>
            </a:p>
          </p:txBody>
        </p:sp>
      </p:grpSp>
      <p:grpSp>
        <p:nvGrpSpPr>
          <p:cNvPr id="445" name="Graphic 4">
            <a:extLst>
              <a:ext uri="{FF2B5EF4-FFF2-40B4-BE49-F238E27FC236}">
                <a16:creationId xmlns:a16="http://schemas.microsoft.com/office/drawing/2014/main" id="{F9C7F0E6-BD01-3B41-81A5-51CBA787AB74}"/>
              </a:ext>
            </a:extLst>
          </p:cNvPr>
          <p:cNvGrpSpPr/>
          <p:nvPr/>
        </p:nvGrpSpPr>
        <p:grpSpPr>
          <a:xfrm>
            <a:off x="2561086" y="1402085"/>
            <a:ext cx="361670" cy="361333"/>
            <a:chOff x="2561086" y="1402085"/>
            <a:chExt cx="361670" cy="361333"/>
          </a:xfrm>
          <a:solidFill>
            <a:srgbClr val="007680"/>
          </a:solidFill>
        </p:grpSpPr>
        <p:sp>
          <p:nvSpPr>
            <p:cNvPr id="446" name="Graphic 4">
              <a:extLst>
                <a:ext uri="{FF2B5EF4-FFF2-40B4-BE49-F238E27FC236}">
                  <a16:creationId xmlns:a16="http://schemas.microsoft.com/office/drawing/2014/main" id="{DC5DEAF4-D9C9-C74C-9401-42A8BD98C9AC}"/>
                </a:ext>
              </a:extLst>
            </p:cNvPr>
            <p:cNvSpPr/>
            <p:nvPr/>
          </p:nvSpPr>
          <p:spPr>
            <a:xfrm>
              <a:off x="2561086"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447" name="Graphic 4">
              <a:extLst>
                <a:ext uri="{FF2B5EF4-FFF2-40B4-BE49-F238E27FC236}">
                  <a16:creationId xmlns:a16="http://schemas.microsoft.com/office/drawing/2014/main" id="{8E4EF14C-033B-174F-8F0A-1FEE4C4617C3}"/>
                </a:ext>
              </a:extLst>
            </p:cNvPr>
            <p:cNvSpPr/>
            <p:nvPr/>
          </p:nvSpPr>
          <p:spPr>
            <a:xfrm>
              <a:off x="2636488" y="1513804"/>
              <a:ext cx="210311" cy="151938"/>
            </a:xfrm>
            <a:custGeom>
              <a:avLst/>
              <a:gdLst>
                <a:gd name="connsiteX0" fmla="*/ 204478 w 210311"/>
                <a:gd name="connsiteY0" fmla="*/ 0 h 151938"/>
                <a:gd name="connsiteX1" fmla="*/ 6390 w 210311"/>
                <a:gd name="connsiteY1" fmla="*/ 0 h 151938"/>
                <a:gd name="connsiteX2" fmla="*/ 0 w 210311"/>
                <a:gd name="connsiteY2" fmla="*/ 6384 h 151938"/>
                <a:gd name="connsiteX3" fmla="*/ 0 w 210311"/>
                <a:gd name="connsiteY3" fmla="*/ 127680 h 151938"/>
                <a:gd name="connsiteX4" fmla="*/ 6390 w 210311"/>
                <a:gd name="connsiteY4" fmla="*/ 134064 h 151938"/>
                <a:gd name="connsiteX5" fmla="*/ 69011 w 210311"/>
                <a:gd name="connsiteY5" fmla="*/ 134064 h 151938"/>
                <a:gd name="connsiteX6" fmla="*/ 54314 w 210311"/>
                <a:gd name="connsiteY6" fmla="*/ 139171 h 151938"/>
                <a:gd name="connsiteX7" fmla="*/ 50480 w 210311"/>
                <a:gd name="connsiteY7" fmla="*/ 147470 h 151938"/>
                <a:gd name="connsiteX8" fmla="*/ 56231 w 210311"/>
                <a:gd name="connsiteY8" fmla="*/ 151939 h 151938"/>
                <a:gd name="connsiteX9" fmla="*/ 58148 w 210311"/>
                <a:gd name="connsiteY9" fmla="*/ 151300 h 151938"/>
                <a:gd name="connsiteX10" fmla="*/ 103517 w 210311"/>
                <a:gd name="connsiteY10" fmla="*/ 134702 h 151938"/>
                <a:gd name="connsiteX11" fmla="*/ 148885 w 210311"/>
                <a:gd name="connsiteY11" fmla="*/ 151300 h 151938"/>
                <a:gd name="connsiteX12" fmla="*/ 150803 w 210311"/>
                <a:gd name="connsiteY12" fmla="*/ 151939 h 151938"/>
                <a:gd name="connsiteX13" fmla="*/ 156553 w 210311"/>
                <a:gd name="connsiteY13" fmla="*/ 147470 h 151938"/>
                <a:gd name="connsiteX14" fmla="*/ 152719 w 210311"/>
                <a:gd name="connsiteY14" fmla="*/ 139171 h 151938"/>
                <a:gd name="connsiteX15" fmla="*/ 138023 w 210311"/>
                <a:gd name="connsiteY15" fmla="*/ 134064 h 151938"/>
                <a:gd name="connsiteX16" fmla="*/ 203839 w 210311"/>
                <a:gd name="connsiteY16" fmla="*/ 134064 h 151938"/>
                <a:gd name="connsiteX17" fmla="*/ 210229 w 210311"/>
                <a:gd name="connsiteY17" fmla="*/ 127680 h 151938"/>
                <a:gd name="connsiteX18" fmla="*/ 210229 w 210311"/>
                <a:gd name="connsiteY18" fmla="*/ 6384 h 151938"/>
                <a:gd name="connsiteX19" fmla="*/ 204478 w 210311"/>
                <a:gd name="connsiteY19" fmla="*/ 0 h 151938"/>
                <a:gd name="connsiteX20" fmla="*/ 198088 w 210311"/>
                <a:gd name="connsiteY20" fmla="*/ 121296 h 151938"/>
                <a:gd name="connsiteX21" fmla="*/ 12780 w 210311"/>
                <a:gd name="connsiteY21" fmla="*/ 121296 h 151938"/>
                <a:gd name="connsiteX22" fmla="*/ 12780 w 210311"/>
                <a:gd name="connsiteY22" fmla="*/ 12768 h 151938"/>
                <a:gd name="connsiteX23" fmla="*/ 198088 w 210311"/>
                <a:gd name="connsiteY23" fmla="*/ 12768 h 151938"/>
                <a:gd name="connsiteX24" fmla="*/ 198088 w 210311"/>
                <a:gd name="connsiteY24" fmla="*/ 121296 h 151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10311" h="151938">
                  <a:moveTo>
                    <a:pt x="204478" y="0"/>
                  </a:moveTo>
                  <a:lnTo>
                    <a:pt x="6390" y="0"/>
                  </a:lnTo>
                  <a:cubicBezTo>
                    <a:pt x="2556" y="0"/>
                    <a:pt x="0" y="2554"/>
                    <a:pt x="0" y="6384"/>
                  </a:cubicBezTo>
                  <a:lnTo>
                    <a:pt x="0" y="127680"/>
                  </a:lnTo>
                  <a:cubicBezTo>
                    <a:pt x="0" y="131510"/>
                    <a:pt x="2556" y="134064"/>
                    <a:pt x="6390" y="134064"/>
                  </a:cubicBezTo>
                  <a:lnTo>
                    <a:pt x="69011" y="134064"/>
                  </a:lnTo>
                  <a:lnTo>
                    <a:pt x="54314" y="139171"/>
                  </a:lnTo>
                  <a:cubicBezTo>
                    <a:pt x="51119" y="140448"/>
                    <a:pt x="49202" y="144278"/>
                    <a:pt x="50480" y="147470"/>
                  </a:cubicBezTo>
                  <a:cubicBezTo>
                    <a:pt x="51119" y="150024"/>
                    <a:pt x="53675" y="151939"/>
                    <a:pt x="56231" y="151939"/>
                  </a:cubicBezTo>
                  <a:cubicBezTo>
                    <a:pt x="56870" y="151939"/>
                    <a:pt x="57509" y="151939"/>
                    <a:pt x="58148" y="151300"/>
                  </a:cubicBezTo>
                  <a:lnTo>
                    <a:pt x="103517" y="134702"/>
                  </a:lnTo>
                  <a:lnTo>
                    <a:pt x="148885" y="151300"/>
                  </a:lnTo>
                  <a:cubicBezTo>
                    <a:pt x="149524" y="151300"/>
                    <a:pt x="150164" y="151939"/>
                    <a:pt x="150803" y="151939"/>
                  </a:cubicBezTo>
                  <a:cubicBezTo>
                    <a:pt x="153358" y="151939"/>
                    <a:pt x="155914" y="150024"/>
                    <a:pt x="156553" y="147470"/>
                  </a:cubicBezTo>
                  <a:cubicBezTo>
                    <a:pt x="157831" y="144278"/>
                    <a:pt x="155914" y="140448"/>
                    <a:pt x="152719" y="139171"/>
                  </a:cubicBezTo>
                  <a:lnTo>
                    <a:pt x="138023" y="134064"/>
                  </a:lnTo>
                  <a:lnTo>
                    <a:pt x="203839" y="134064"/>
                  </a:lnTo>
                  <a:cubicBezTo>
                    <a:pt x="207673" y="134064"/>
                    <a:pt x="210229" y="131510"/>
                    <a:pt x="210229" y="127680"/>
                  </a:cubicBezTo>
                  <a:lnTo>
                    <a:pt x="210229" y="6384"/>
                  </a:lnTo>
                  <a:cubicBezTo>
                    <a:pt x="210868" y="2554"/>
                    <a:pt x="207673" y="0"/>
                    <a:pt x="204478" y="0"/>
                  </a:cubicBezTo>
                  <a:close/>
                  <a:moveTo>
                    <a:pt x="198088" y="121296"/>
                  </a:moveTo>
                  <a:lnTo>
                    <a:pt x="12780" y="121296"/>
                  </a:lnTo>
                  <a:lnTo>
                    <a:pt x="12780" y="12768"/>
                  </a:lnTo>
                  <a:lnTo>
                    <a:pt x="198088" y="12768"/>
                  </a:lnTo>
                  <a:lnTo>
                    <a:pt x="198088" y="121296"/>
                  </a:lnTo>
                  <a:close/>
                </a:path>
              </a:pathLst>
            </a:custGeom>
            <a:solidFill>
              <a:srgbClr val="007680"/>
            </a:solidFill>
            <a:ln w="6390" cap="flat">
              <a:noFill/>
              <a:prstDash val="solid"/>
              <a:miter/>
            </a:ln>
          </p:spPr>
          <p:txBody>
            <a:bodyPr rtlCol="0" anchor="ctr"/>
            <a:lstStyle/>
            <a:p>
              <a:endParaRPr lang="en-US"/>
            </a:p>
          </p:txBody>
        </p:sp>
        <p:sp>
          <p:nvSpPr>
            <p:cNvPr id="448" name="Graphic 4">
              <a:extLst>
                <a:ext uri="{FF2B5EF4-FFF2-40B4-BE49-F238E27FC236}">
                  <a16:creationId xmlns:a16="http://schemas.microsoft.com/office/drawing/2014/main" id="{D6366B42-36E9-6E40-A67F-7D32C4078C11}"/>
                </a:ext>
              </a:extLst>
            </p:cNvPr>
            <p:cNvSpPr/>
            <p:nvPr/>
          </p:nvSpPr>
          <p:spPr>
            <a:xfrm>
              <a:off x="2693358" y="1552108"/>
              <a:ext cx="45368" cy="56179"/>
            </a:xfrm>
            <a:custGeom>
              <a:avLst/>
              <a:gdLst>
                <a:gd name="connsiteX0" fmla="*/ 6390 w 45368"/>
                <a:gd name="connsiteY0" fmla="*/ 56179 h 56179"/>
                <a:gd name="connsiteX1" fmla="*/ 12780 w 45368"/>
                <a:gd name="connsiteY1" fmla="*/ 49795 h 56179"/>
                <a:gd name="connsiteX2" fmla="*/ 12780 w 45368"/>
                <a:gd name="connsiteY2" fmla="*/ 33197 h 56179"/>
                <a:gd name="connsiteX3" fmla="*/ 32589 w 45368"/>
                <a:gd name="connsiteY3" fmla="*/ 33197 h 56179"/>
                <a:gd name="connsiteX4" fmla="*/ 32589 w 45368"/>
                <a:gd name="connsiteY4" fmla="*/ 49795 h 56179"/>
                <a:gd name="connsiteX5" fmla="*/ 38979 w 45368"/>
                <a:gd name="connsiteY5" fmla="*/ 56179 h 56179"/>
                <a:gd name="connsiteX6" fmla="*/ 45369 w 45368"/>
                <a:gd name="connsiteY6" fmla="*/ 49795 h 56179"/>
                <a:gd name="connsiteX7" fmla="*/ 45369 w 45368"/>
                <a:gd name="connsiteY7" fmla="*/ 6384 h 56179"/>
                <a:gd name="connsiteX8" fmla="*/ 38979 w 45368"/>
                <a:gd name="connsiteY8" fmla="*/ 0 h 56179"/>
                <a:gd name="connsiteX9" fmla="*/ 32589 w 45368"/>
                <a:gd name="connsiteY9" fmla="*/ 6384 h 56179"/>
                <a:gd name="connsiteX10" fmla="*/ 32589 w 45368"/>
                <a:gd name="connsiteY10" fmla="*/ 20429 h 56179"/>
                <a:gd name="connsiteX11" fmla="*/ 12780 w 45368"/>
                <a:gd name="connsiteY11" fmla="*/ 20429 h 56179"/>
                <a:gd name="connsiteX12" fmla="*/ 12780 w 45368"/>
                <a:gd name="connsiteY12" fmla="*/ 6384 h 56179"/>
                <a:gd name="connsiteX13" fmla="*/ 6390 w 45368"/>
                <a:gd name="connsiteY13" fmla="*/ 0 h 56179"/>
                <a:gd name="connsiteX14" fmla="*/ 0 w 45368"/>
                <a:gd name="connsiteY14" fmla="*/ 6384 h 56179"/>
                <a:gd name="connsiteX15" fmla="*/ 0 w 45368"/>
                <a:gd name="connsiteY15" fmla="*/ 49795 h 56179"/>
                <a:gd name="connsiteX16" fmla="*/ 6390 w 45368"/>
                <a:gd name="connsiteY16" fmla="*/ 56179 h 5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5368" h="56179">
                  <a:moveTo>
                    <a:pt x="6390" y="56179"/>
                  </a:moveTo>
                  <a:cubicBezTo>
                    <a:pt x="10224" y="56179"/>
                    <a:pt x="12780" y="53625"/>
                    <a:pt x="12780" y="49795"/>
                  </a:cubicBezTo>
                  <a:lnTo>
                    <a:pt x="12780" y="33197"/>
                  </a:lnTo>
                  <a:lnTo>
                    <a:pt x="32589" y="33197"/>
                  </a:lnTo>
                  <a:lnTo>
                    <a:pt x="32589" y="49795"/>
                  </a:lnTo>
                  <a:cubicBezTo>
                    <a:pt x="32589" y="53625"/>
                    <a:pt x="35145" y="56179"/>
                    <a:pt x="38979" y="56179"/>
                  </a:cubicBezTo>
                  <a:cubicBezTo>
                    <a:pt x="42813" y="56179"/>
                    <a:pt x="45369" y="53625"/>
                    <a:pt x="45369" y="49795"/>
                  </a:cubicBezTo>
                  <a:lnTo>
                    <a:pt x="45369" y="6384"/>
                  </a:lnTo>
                  <a:cubicBezTo>
                    <a:pt x="45369" y="2554"/>
                    <a:pt x="42813" y="0"/>
                    <a:pt x="38979" y="0"/>
                  </a:cubicBezTo>
                  <a:cubicBezTo>
                    <a:pt x="35145" y="0"/>
                    <a:pt x="32589" y="2554"/>
                    <a:pt x="32589" y="6384"/>
                  </a:cubicBezTo>
                  <a:lnTo>
                    <a:pt x="32589" y="20429"/>
                  </a:lnTo>
                  <a:lnTo>
                    <a:pt x="12780" y="20429"/>
                  </a:lnTo>
                  <a:lnTo>
                    <a:pt x="12780" y="6384"/>
                  </a:lnTo>
                  <a:cubicBezTo>
                    <a:pt x="12780" y="2554"/>
                    <a:pt x="10224" y="0"/>
                    <a:pt x="6390" y="0"/>
                  </a:cubicBezTo>
                  <a:cubicBezTo>
                    <a:pt x="2556" y="0"/>
                    <a:pt x="0" y="2554"/>
                    <a:pt x="0" y="6384"/>
                  </a:cubicBezTo>
                  <a:lnTo>
                    <a:pt x="0" y="49795"/>
                  </a:lnTo>
                  <a:cubicBezTo>
                    <a:pt x="0" y="53625"/>
                    <a:pt x="2556" y="56179"/>
                    <a:pt x="6390" y="56179"/>
                  </a:cubicBezTo>
                  <a:close/>
                </a:path>
              </a:pathLst>
            </a:custGeom>
            <a:solidFill>
              <a:srgbClr val="007680"/>
            </a:solidFill>
            <a:ln w="6390" cap="flat">
              <a:noFill/>
              <a:prstDash val="solid"/>
              <a:miter/>
            </a:ln>
          </p:spPr>
          <p:txBody>
            <a:bodyPr rtlCol="0" anchor="ctr"/>
            <a:lstStyle/>
            <a:p>
              <a:endParaRPr lang="en-US"/>
            </a:p>
          </p:txBody>
        </p:sp>
        <p:sp>
          <p:nvSpPr>
            <p:cNvPr id="449" name="Graphic 4">
              <a:extLst>
                <a:ext uri="{FF2B5EF4-FFF2-40B4-BE49-F238E27FC236}">
                  <a16:creationId xmlns:a16="http://schemas.microsoft.com/office/drawing/2014/main" id="{C1444BB0-A60C-D54A-8205-5DE7B5686E1D}"/>
                </a:ext>
              </a:extLst>
            </p:cNvPr>
            <p:cNvSpPr/>
            <p:nvPr/>
          </p:nvSpPr>
          <p:spPr>
            <a:xfrm>
              <a:off x="2747033" y="1552747"/>
              <a:ext cx="46104" cy="55540"/>
            </a:xfrm>
            <a:custGeom>
              <a:avLst/>
              <a:gdLst>
                <a:gd name="connsiteX0" fmla="*/ 6390 w 46104"/>
                <a:gd name="connsiteY0" fmla="*/ 55541 h 55540"/>
                <a:gd name="connsiteX1" fmla="*/ 23004 w 46104"/>
                <a:gd name="connsiteY1" fmla="*/ 55541 h 55540"/>
                <a:gd name="connsiteX2" fmla="*/ 23004 w 46104"/>
                <a:gd name="connsiteY2" fmla="*/ 55541 h 55540"/>
                <a:gd name="connsiteX3" fmla="*/ 46008 w 46104"/>
                <a:gd name="connsiteY3" fmla="*/ 29366 h 55540"/>
                <a:gd name="connsiteX4" fmla="*/ 38979 w 46104"/>
                <a:gd name="connsiteY4" fmla="*/ 6384 h 55540"/>
                <a:gd name="connsiteX5" fmla="*/ 22365 w 46104"/>
                <a:gd name="connsiteY5" fmla="*/ 0 h 55540"/>
                <a:gd name="connsiteX6" fmla="*/ 6390 w 46104"/>
                <a:gd name="connsiteY6" fmla="*/ 0 h 55540"/>
                <a:gd name="connsiteX7" fmla="*/ 0 w 46104"/>
                <a:gd name="connsiteY7" fmla="*/ 6384 h 55540"/>
                <a:gd name="connsiteX8" fmla="*/ 0 w 46104"/>
                <a:gd name="connsiteY8" fmla="*/ 49157 h 55540"/>
                <a:gd name="connsiteX9" fmla="*/ 6390 w 46104"/>
                <a:gd name="connsiteY9" fmla="*/ 55541 h 55540"/>
                <a:gd name="connsiteX10" fmla="*/ 12780 w 46104"/>
                <a:gd name="connsiteY10" fmla="*/ 12768 h 55540"/>
                <a:gd name="connsiteX11" fmla="*/ 22365 w 46104"/>
                <a:gd name="connsiteY11" fmla="*/ 12768 h 55540"/>
                <a:gd name="connsiteX12" fmla="*/ 29394 w 46104"/>
                <a:gd name="connsiteY12" fmla="*/ 15322 h 55540"/>
                <a:gd name="connsiteX13" fmla="*/ 33228 w 46104"/>
                <a:gd name="connsiteY13" fmla="*/ 29366 h 55540"/>
                <a:gd name="connsiteX14" fmla="*/ 23004 w 46104"/>
                <a:gd name="connsiteY14" fmla="*/ 43411 h 55540"/>
                <a:gd name="connsiteX15" fmla="*/ 12780 w 46104"/>
                <a:gd name="connsiteY15" fmla="*/ 43411 h 55540"/>
                <a:gd name="connsiteX16" fmla="*/ 12780 w 46104"/>
                <a:gd name="connsiteY16" fmla="*/ 12768 h 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6104" h="55540">
                  <a:moveTo>
                    <a:pt x="6390" y="55541"/>
                  </a:moveTo>
                  <a:lnTo>
                    <a:pt x="23004" y="55541"/>
                  </a:lnTo>
                  <a:lnTo>
                    <a:pt x="23004" y="55541"/>
                  </a:lnTo>
                  <a:cubicBezTo>
                    <a:pt x="30672" y="55541"/>
                    <a:pt x="45369" y="49795"/>
                    <a:pt x="46008" y="29366"/>
                  </a:cubicBezTo>
                  <a:cubicBezTo>
                    <a:pt x="46647" y="19790"/>
                    <a:pt x="44091" y="11491"/>
                    <a:pt x="38979" y="6384"/>
                  </a:cubicBezTo>
                  <a:cubicBezTo>
                    <a:pt x="35145" y="1915"/>
                    <a:pt x="29394" y="0"/>
                    <a:pt x="22365" y="0"/>
                  </a:cubicBezTo>
                  <a:lnTo>
                    <a:pt x="6390" y="0"/>
                  </a:lnTo>
                  <a:cubicBezTo>
                    <a:pt x="3195" y="0"/>
                    <a:pt x="0" y="3192"/>
                    <a:pt x="0" y="6384"/>
                  </a:cubicBezTo>
                  <a:lnTo>
                    <a:pt x="0" y="49157"/>
                  </a:lnTo>
                  <a:cubicBezTo>
                    <a:pt x="0" y="52987"/>
                    <a:pt x="3195" y="55541"/>
                    <a:pt x="6390" y="55541"/>
                  </a:cubicBezTo>
                  <a:close/>
                  <a:moveTo>
                    <a:pt x="12780" y="12768"/>
                  </a:moveTo>
                  <a:lnTo>
                    <a:pt x="22365" y="12768"/>
                  </a:lnTo>
                  <a:cubicBezTo>
                    <a:pt x="25560" y="12768"/>
                    <a:pt x="28116" y="13406"/>
                    <a:pt x="29394" y="15322"/>
                  </a:cubicBezTo>
                  <a:cubicBezTo>
                    <a:pt x="31950" y="17875"/>
                    <a:pt x="33228" y="22982"/>
                    <a:pt x="33228" y="29366"/>
                  </a:cubicBezTo>
                  <a:cubicBezTo>
                    <a:pt x="32589" y="42134"/>
                    <a:pt x="24921" y="42773"/>
                    <a:pt x="23004" y="43411"/>
                  </a:cubicBezTo>
                  <a:lnTo>
                    <a:pt x="12780" y="43411"/>
                  </a:lnTo>
                  <a:lnTo>
                    <a:pt x="12780" y="12768"/>
                  </a:lnTo>
                  <a:close/>
                </a:path>
              </a:pathLst>
            </a:custGeom>
            <a:solidFill>
              <a:srgbClr val="007680"/>
            </a:solidFill>
            <a:ln w="6390" cap="flat">
              <a:noFill/>
              <a:prstDash val="solid"/>
              <a:miter/>
            </a:ln>
          </p:spPr>
          <p:txBody>
            <a:bodyPr rtlCol="0" anchor="ctr"/>
            <a:lstStyle/>
            <a:p>
              <a:endParaRPr lang="en-US"/>
            </a:p>
          </p:txBody>
        </p:sp>
      </p:grpSp>
      <p:grpSp>
        <p:nvGrpSpPr>
          <p:cNvPr id="450" name="Graphic 4">
            <a:extLst>
              <a:ext uri="{FF2B5EF4-FFF2-40B4-BE49-F238E27FC236}">
                <a16:creationId xmlns:a16="http://schemas.microsoft.com/office/drawing/2014/main" id="{4A0B11C1-D482-8748-AFF7-697EAE8EB8AA}"/>
              </a:ext>
            </a:extLst>
          </p:cNvPr>
          <p:cNvGrpSpPr/>
          <p:nvPr/>
        </p:nvGrpSpPr>
        <p:grpSpPr>
          <a:xfrm>
            <a:off x="467743" y="2371173"/>
            <a:ext cx="361670" cy="361333"/>
            <a:chOff x="467743" y="2371173"/>
            <a:chExt cx="361670" cy="361333"/>
          </a:xfrm>
          <a:solidFill>
            <a:srgbClr val="007680"/>
          </a:solidFill>
        </p:grpSpPr>
        <p:sp>
          <p:nvSpPr>
            <p:cNvPr id="451" name="Graphic 4">
              <a:extLst>
                <a:ext uri="{FF2B5EF4-FFF2-40B4-BE49-F238E27FC236}">
                  <a16:creationId xmlns:a16="http://schemas.microsoft.com/office/drawing/2014/main" id="{805E0165-392F-E94A-9AAB-094EAE7B0382}"/>
                </a:ext>
              </a:extLst>
            </p:cNvPr>
            <p:cNvSpPr/>
            <p:nvPr/>
          </p:nvSpPr>
          <p:spPr>
            <a:xfrm>
              <a:off x="467743"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452" name="Graphic 4">
              <a:extLst>
                <a:ext uri="{FF2B5EF4-FFF2-40B4-BE49-F238E27FC236}">
                  <a16:creationId xmlns:a16="http://schemas.microsoft.com/office/drawing/2014/main" id="{C2154092-8167-5040-BB7C-A912AEC323EE}"/>
                </a:ext>
              </a:extLst>
            </p:cNvPr>
            <p:cNvSpPr/>
            <p:nvPr/>
          </p:nvSpPr>
          <p:spPr>
            <a:xfrm>
              <a:off x="545061" y="2464379"/>
              <a:ext cx="206477" cy="175559"/>
            </a:xfrm>
            <a:custGeom>
              <a:avLst/>
              <a:gdLst>
                <a:gd name="connsiteX0" fmla="*/ 200644 w 206477"/>
                <a:gd name="connsiteY0" fmla="*/ 0 h 175559"/>
                <a:gd name="connsiteX1" fmla="*/ 6390 w 206477"/>
                <a:gd name="connsiteY1" fmla="*/ 0 h 175559"/>
                <a:gd name="connsiteX2" fmla="*/ 0 w 206477"/>
                <a:gd name="connsiteY2" fmla="*/ 6384 h 175559"/>
                <a:gd name="connsiteX3" fmla="*/ 0 w 206477"/>
                <a:gd name="connsiteY3" fmla="*/ 169176 h 175559"/>
                <a:gd name="connsiteX4" fmla="*/ 6390 w 206477"/>
                <a:gd name="connsiteY4" fmla="*/ 175560 h 175559"/>
                <a:gd name="connsiteX5" fmla="*/ 200005 w 206477"/>
                <a:gd name="connsiteY5" fmla="*/ 175560 h 175559"/>
                <a:gd name="connsiteX6" fmla="*/ 206395 w 206477"/>
                <a:gd name="connsiteY6" fmla="*/ 169176 h 175559"/>
                <a:gd name="connsiteX7" fmla="*/ 206395 w 206477"/>
                <a:gd name="connsiteY7" fmla="*/ 6384 h 175559"/>
                <a:gd name="connsiteX8" fmla="*/ 200644 w 206477"/>
                <a:gd name="connsiteY8" fmla="*/ 0 h 175559"/>
                <a:gd name="connsiteX9" fmla="*/ 194254 w 206477"/>
                <a:gd name="connsiteY9" fmla="*/ 162792 h 175559"/>
                <a:gd name="connsiteX10" fmla="*/ 12780 w 206477"/>
                <a:gd name="connsiteY10" fmla="*/ 162792 h 175559"/>
                <a:gd name="connsiteX11" fmla="*/ 12780 w 206477"/>
                <a:gd name="connsiteY11" fmla="*/ 12768 h 175559"/>
                <a:gd name="connsiteX12" fmla="*/ 193615 w 206477"/>
                <a:gd name="connsiteY12" fmla="*/ 12768 h 175559"/>
                <a:gd name="connsiteX13" fmla="*/ 194254 w 206477"/>
                <a:gd name="connsiteY13" fmla="*/ 162792 h 175559"/>
                <a:gd name="connsiteX14" fmla="*/ 194254 w 206477"/>
                <a:gd name="connsiteY14" fmla="*/ 162792 h 1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6477" h="175559">
                  <a:moveTo>
                    <a:pt x="200644" y="0"/>
                  </a:moveTo>
                  <a:lnTo>
                    <a:pt x="6390" y="0"/>
                  </a:lnTo>
                  <a:cubicBezTo>
                    <a:pt x="2556" y="0"/>
                    <a:pt x="0" y="2554"/>
                    <a:pt x="0" y="6384"/>
                  </a:cubicBezTo>
                  <a:lnTo>
                    <a:pt x="0" y="169176"/>
                  </a:lnTo>
                  <a:cubicBezTo>
                    <a:pt x="0" y="173006"/>
                    <a:pt x="2556" y="175560"/>
                    <a:pt x="6390" y="175560"/>
                  </a:cubicBezTo>
                  <a:lnTo>
                    <a:pt x="200005" y="175560"/>
                  </a:lnTo>
                  <a:cubicBezTo>
                    <a:pt x="203839" y="175560"/>
                    <a:pt x="206395" y="173006"/>
                    <a:pt x="206395" y="169176"/>
                  </a:cubicBezTo>
                  <a:lnTo>
                    <a:pt x="206395" y="6384"/>
                  </a:lnTo>
                  <a:cubicBezTo>
                    <a:pt x="207034" y="2554"/>
                    <a:pt x="203839" y="0"/>
                    <a:pt x="200644" y="0"/>
                  </a:cubicBezTo>
                  <a:close/>
                  <a:moveTo>
                    <a:pt x="194254" y="162792"/>
                  </a:moveTo>
                  <a:lnTo>
                    <a:pt x="12780" y="162792"/>
                  </a:lnTo>
                  <a:lnTo>
                    <a:pt x="12780" y="12768"/>
                  </a:lnTo>
                  <a:lnTo>
                    <a:pt x="193615" y="12768"/>
                  </a:lnTo>
                  <a:lnTo>
                    <a:pt x="194254" y="162792"/>
                  </a:lnTo>
                  <a:lnTo>
                    <a:pt x="194254" y="162792"/>
                  </a:lnTo>
                  <a:close/>
                </a:path>
              </a:pathLst>
            </a:custGeom>
            <a:solidFill>
              <a:srgbClr val="007680"/>
            </a:solidFill>
            <a:ln w="6390" cap="flat">
              <a:noFill/>
              <a:prstDash val="solid"/>
              <a:miter/>
            </a:ln>
          </p:spPr>
          <p:txBody>
            <a:bodyPr rtlCol="0" anchor="ctr"/>
            <a:lstStyle/>
            <a:p>
              <a:endParaRPr lang="en-US"/>
            </a:p>
          </p:txBody>
        </p:sp>
        <p:sp>
          <p:nvSpPr>
            <p:cNvPr id="453" name="Graphic 4">
              <a:extLst>
                <a:ext uri="{FF2B5EF4-FFF2-40B4-BE49-F238E27FC236}">
                  <a16:creationId xmlns:a16="http://schemas.microsoft.com/office/drawing/2014/main" id="{E74FA88C-D6CE-954B-83B3-73244396E8AE}"/>
                </a:ext>
              </a:extLst>
            </p:cNvPr>
            <p:cNvSpPr/>
            <p:nvPr/>
          </p:nvSpPr>
          <p:spPr>
            <a:xfrm>
              <a:off x="602571" y="2493107"/>
              <a:ext cx="92015" cy="91929"/>
            </a:xfrm>
            <a:custGeom>
              <a:avLst/>
              <a:gdLst>
                <a:gd name="connsiteX0" fmla="*/ 46008 w 92015"/>
                <a:gd name="connsiteY0" fmla="*/ 91929 h 91929"/>
                <a:gd name="connsiteX1" fmla="*/ 92015 w 92015"/>
                <a:gd name="connsiteY1" fmla="*/ 45965 h 91929"/>
                <a:gd name="connsiteX2" fmla="*/ 46008 w 92015"/>
                <a:gd name="connsiteY2" fmla="*/ 0 h 91929"/>
                <a:gd name="connsiteX3" fmla="*/ 0 w 92015"/>
                <a:gd name="connsiteY3" fmla="*/ 45965 h 91929"/>
                <a:gd name="connsiteX4" fmla="*/ 46008 w 92015"/>
                <a:gd name="connsiteY4" fmla="*/ 91929 h 91929"/>
                <a:gd name="connsiteX5" fmla="*/ 46008 w 92015"/>
                <a:gd name="connsiteY5" fmla="*/ 13406 h 91929"/>
                <a:gd name="connsiteX6" fmla="*/ 79235 w 92015"/>
                <a:gd name="connsiteY6" fmla="*/ 46603 h 91929"/>
                <a:gd name="connsiteX7" fmla="*/ 46008 w 92015"/>
                <a:gd name="connsiteY7" fmla="*/ 79800 h 91929"/>
                <a:gd name="connsiteX8" fmla="*/ 12780 w 92015"/>
                <a:gd name="connsiteY8" fmla="*/ 46603 h 91929"/>
                <a:gd name="connsiteX9" fmla="*/ 46008 w 92015"/>
                <a:gd name="connsiteY9" fmla="*/ 13406 h 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015" h="91929">
                  <a:moveTo>
                    <a:pt x="46008" y="91929"/>
                  </a:moveTo>
                  <a:cubicBezTo>
                    <a:pt x="71567" y="91929"/>
                    <a:pt x="92015" y="71501"/>
                    <a:pt x="92015" y="45965"/>
                  </a:cubicBezTo>
                  <a:cubicBezTo>
                    <a:pt x="92015" y="20429"/>
                    <a:pt x="71567" y="0"/>
                    <a:pt x="46008" y="0"/>
                  </a:cubicBezTo>
                  <a:cubicBezTo>
                    <a:pt x="20448" y="0"/>
                    <a:pt x="0" y="20429"/>
                    <a:pt x="0" y="45965"/>
                  </a:cubicBezTo>
                  <a:cubicBezTo>
                    <a:pt x="0" y="71501"/>
                    <a:pt x="20448" y="91929"/>
                    <a:pt x="46008" y="91929"/>
                  </a:cubicBezTo>
                  <a:close/>
                  <a:moveTo>
                    <a:pt x="46008" y="13406"/>
                  </a:moveTo>
                  <a:cubicBezTo>
                    <a:pt x="63899" y="13406"/>
                    <a:pt x="79235" y="28089"/>
                    <a:pt x="79235" y="46603"/>
                  </a:cubicBezTo>
                  <a:cubicBezTo>
                    <a:pt x="79235" y="65117"/>
                    <a:pt x="64538" y="79800"/>
                    <a:pt x="46008" y="79800"/>
                  </a:cubicBezTo>
                  <a:cubicBezTo>
                    <a:pt x="27477" y="79800"/>
                    <a:pt x="12780" y="65117"/>
                    <a:pt x="12780" y="46603"/>
                  </a:cubicBezTo>
                  <a:cubicBezTo>
                    <a:pt x="12780" y="28089"/>
                    <a:pt x="27477" y="13406"/>
                    <a:pt x="46008" y="13406"/>
                  </a:cubicBezTo>
                  <a:close/>
                </a:path>
              </a:pathLst>
            </a:custGeom>
            <a:solidFill>
              <a:srgbClr val="007680"/>
            </a:solidFill>
            <a:ln w="6390" cap="flat">
              <a:noFill/>
              <a:prstDash val="solid"/>
              <a:miter/>
            </a:ln>
          </p:spPr>
          <p:txBody>
            <a:bodyPr rtlCol="0" anchor="ctr"/>
            <a:lstStyle/>
            <a:p>
              <a:endParaRPr lang="en-US"/>
            </a:p>
          </p:txBody>
        </p:sp>
        <p:sp>
          <p:nvSpPr>
            <p:cNvPr id="454" name="Graphic 4">
              <a:extLst>
                <a:ext uri="{FF2B5EF4-FFF2-40B4-BE49-F238E27FC236}">
                  <a16:creationId xmlns:a16="http://schemas.microsoft.com/office/drawing/2014/main" id="{3116BA11-E8D0-7A4D-8B53-1E3F1B151977}"/>
                </a:ext>
              </a:extLst>
            </p:cNvPr>
            <p:cNvSpPr/>
            <p:nvPr/>
          </p:nvSpPr>
          <p:spPr>
            <a:xfrm>
              <a:off x="628769" y="2514494"/>
              <a:ext cx="45368" cy="50114"/>
            </a:xfrm>
            <a:custGeom>
              <a:avLst/>
              <a:gdLst>
                <a:gd name="connsiteX0" fmla="*/ 3195 w 45368"/>
                <a:gd name="connsiteY0" fmla="*/ 49476 h 50114"/>
                <a:gd name="connsiteX1" fmla="*/ 6390 w 45368"/>
                <a:gd name="connsiteY1" fmla="*/ 50114 h 50114"/>
                <a:gd name="connsiteX2" fmla="*/ 9585 w 45368"/>
                <a:gd name="connsiteY2" fmla="*/ 49476 h 50114"/>
                <a:gd name="connsiteX3" fmla="*/ 42174 w 45368"/>
                <a:gd name="connsiteY3" fmla="*/ 30962 h 50114"/>
                <a:gd name="connsiteX4" fmla="*/ 45369 w 45368"/>
                <a:gd name="connsiteY4" fmla="*/ 25217 h 50114"/>
                <a:gd name="connsiteX5" fmla="*/ 42174 w 45368"/>
                <a:gd name="connsiteY5" fmla="*/ 19471 h 50114"/>
                <a:gd name="connsiteX6" fmla="*/ 9585 w 45368"/>
                <a:gd name="connsiteY6" fmla="*/ 958 h 50114"/>
                <a:gd name="connsiteX7" fmla="*/ 3195 w 45368"/>
                <a:gd name="connsiteY7" fmla="*/ 958 h 50114"/>
                <a:gd name="connsiteX8" fmla="*/ 0 w 45368"/>
                <a:gd name="connsiteY8" fmla="*/ 6703 h 50114"/>
                <a:gd name="connsiteX9" fmla="*/ 0 w 45368"/>
                <a:gd name="connsiteY9" fmla="*/ 44369 h 50114"/>
                <a:gd name="connsiteX10" fmla="*/ 3195 w 45368"/>
                <a:gd name="connsiteY10" fmla="*/ 49476 h 50114"/>
                <a:gd name="connsiteX11" fmla="*/ 12780 w 45368"/>
                <a:gd name="connsiteY11" fmla="*/ 16917 h 50114"/>
                <a:gd name="connsiteX12" fmla="*/ 26199 w 45368"/>
                <a:gd name="connsiteY12" fmla="*/ 24578 h 50114"/>
                <a:gd name="connsiteX13" fmla="*/ 12780 w 45368"/>
                <a:gd name="connsiteY13" fmla="*/ 32239 h 50114"/>
                <a:gd name="connsiteX14" fmla="*/ 12780 w 45368"/>
                <a:gd name="connsiteY14" fmla="*/ 16917 h 5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368" h="50114">
                  <a:moveTo>
                    <a:pt x="3195" y="49476"/>
                  </a:moveTo>
                  <a:cubicBezTo>
                    <a:pt x="4473" y="50114"/>
                    <a:pt x="5112" y="50114"/>
                    <a:pt x="6390" y="50114"/>
                  </a:cubicBezTo>
                  <a:cubicBezTo>
                    <a:pt x="7668" y="50114"/>
                    <a:pt x="8307" y="50114"/>
                    <a:pt x="9585" y="49476"/>
                  </a:cubicBezTo>
                  <a:lnTo>
                    <a:pt x="42174" y="30962"/>
                  </a:lnTo>
                  <a:cubicBezTo>
                    <a:pt x="44091" y="29685"/>
                    <a:pt x="45369" y="27770"/>
                    <a:pt x="45369" y="25217"/>
                  </a:cubicBezTo>
                  <a:cubicBezTo>
                    <a:pt x="45369" y="22663"/>
                    <a:pt x="44091" y="20748"/>
                    <a:pt x="42174" y="19471"/>
                  </a:cubicBezTo>
                  <a:lnTo>
                    <a:pt x="9585" y="958"/>
                  </a:lnTo>
                  <a:cubicBezTo>
                    <a:pt x="7668" y="-319"/>
                    <a:pt x="5112" y="-319"/>
                    <a:pt x="3195" y="958"/>
                  </a:cubicBezTo>
                  <a:cubicBezTo>
                    <a:pt x="1278" y="2234"/>
                    <a:pt x="0" y="4150"/>
                    <a:pt x="0" y="6703"/>
                  </a:cubicBezTo>
                  <a:lnTo>
                    <a:pt x="0" y="44369"/>
                  </a:lnTo>
                  <a:cubicBezTo>
                    <a:pt x="0" y="46284"/>
                    <a:pt x="1278" y="48199"/>
                    <a:pt x="3195" y="49476"/>
                  </a:cubicBezTo>
                  <a:close/>
                  <a:moveTo>
                    <a:pt x="12780" y="16917"/>
                  </a:moveTo>
                  <a:lnTo>
                    <a:pt x="26199" y="24578"/>
                  </a:lnTo>
                  <a:lnTo>
                    <a:pt x="12780" y="32239"/>
                  </a:lnTo>
                  <a:lnTo>
                    <a:pt x="12780" y="16917"/>
                  </a:lnTo>
                  <a:close/>
                </a:path>
              </a:pathLst>
            </a:custGeom>
            <a:solidFill>
              <a:srgbClr val="007680"/>
            </a:solidFill>
            <a:ln w="6390" cap="flat">
              <a:noFill/>
              <a:prstDash val="solid"/>
              <a:miter/>
            </a:ln>
          </p:spPr>
          <p:txBody>
            <a:bodyPr rtlCol="0" anchor="ctr"/>
            <a:lstStyle/>
            <a:p>
              <a:endParaRPr lang="en-US"/>
            </a:p>
          </p:txBody>
        </p:sp>
        <p:sp>
          <p:nvSpPr>
            <p:cNvPr id="455" name="Graphic 4">
              <a:extLst>
                <a:ext uri="{FF2B5EF4-FFF2-40B4-BE49-F238E27FC236}">
                  <a16:creationId xmlns:a16="http://schemas.microsoft.com/office/drawing/2014/main" id="{740CD33B-5DD1-0B49-BD51-171EC518A28A}"/>
                </a:ext>
              </a:extLst>
            </p:cNvPr>
            <p:cNvSpPr/>
            <p:nvPr/>
          </p:nvSpPr>
          <p:spPr>
            <a:xfrm>
              <a:off x="568065" y="2586952"/>
              <a:ext cx="162943" cy="38303"/>
            </a:xfrm>
            <a:custGeom>
              <a:avLst/>
              <a:gdLst>
                <a:gd name="connsiteX0" fmla="*/ 5751 w 162943"/>
                <a:gd name="connsiteY0" fmla="*/ 25536 h 38303"/>
                <a:gd name="connsiteX1" fmla="*/ 15336 w 162943"/>
                <a:gd name="connsiteY1" fmla="*/ 25536 h 38303"/>
                <a:gd name="connsiteX2" fmla="*/ 15336 w 162943"/>
                <a:gd name="connsiteY2" fmla="*/ 31920 h 38303"/>
                <a:gd name="connsiteX3" fmla="*/ 21726 w 162943"/>
                <a:gd name="connsiteY3" fmla="*/ 38304 h 38303"/>
                <a:gd name="connsiteX4" fmla="*/ 38979 w 162943"/>
                <a:gd name="connsiteY4" fmla="*/ 38304 h 38303"/>
                <a:gd name="connsiteX5" fmla="*/ 45369 w 162943"/>
                <a:gd name="connsiteY5" fmla="*/ 31920 h 38303"/>
                <a:gd name="connsiteX6" fmla="*/ 45369 w 162943"/>
                <a:gd name="connsiteY6" fmla="*/ 25536 h 38303"/>
                <a:gd name="connsiteX7" fmla="*/ 156553 w 162943"/>
                <a:gd name="connsiteY7" fmla="*/ 25536 h 38303"/>
                <a:gd name="connsiteX8" fmla="*/ 162943 w 162943"/>
                <a:gd name="connsiteY8" fmla="*/ 19152 h 38303"/>
                <a:gd name="connsiteX9" fmla="*/ 156553 w 162943"/>
                <a:gd name="connsiteY9" fmla="*/ 12768 h 38303"/>
                <a:gd name="connsiteX10" fmla="*/ 46008 w 162943"/>
                <a:gd name="connsiteY10" fmla="*/ 12768 h 38303"/>
                <a:gd name="connsiteX11" fmla="*/ 46008 w 162943"/>
                <a:gd name="connsiteY11" fmla="*/ 6384 h 38303"/>
                <a:gd name="connsiteX12" fmla="*/ 39618 w 162943"/>
                <a:gd name="connsiteY12" fmla="*/ 0 h 38303"/>
                <a:gd name="connsiteX13" fmla="*/ 22365 w 162943"/>
                <a:gd name="connsiteY13" fmla="*/ 0 h 38303"/>
                <a:gd name="connsiteX14" fmla="*/ 15975 w 162943"/>
                <a:gd name="connsiteY14" fmla="*/ 6384 h 38303"/>
                <a:gd name="connsiteX15" fmla="*/ 15975 w 162943"/>
                <a:gd name="connsiteY15" fmla="*/ 12768 h 38303"/>
                <a:gd name="connsiteX16" fmla="*/ 6390 w 162943"/>
                <a:gd name="connsiteY16" fmla="*/ 12768 h 38303"/>
                <a:gd name="connsiteX17" fmla="*/ 0 w 162943"/>
                <a:gd name="connsiteY17" fmla="*/ 19152 h 38303"/>
                <a:gd name="connsiteX18" fmla="*/ 5751 w 162943"/>
                <a:gd name="connsiteY18" fmla="*/ 25536 h 38303"/>
                <a:gd name="connsiteX19" fmla="*/ 28116 w 162943"/>
                <a:gd name="connsiteY19" fmla="*/ 12768 h 38303"/>
                <a:gd name="connsiteX20" fmla="*/ 32589 w 162943"/>
                <a:gd name="connsiteY20" fmla="*/ 12768 h 38303"/>
                <a:gd name="connsiteX21" fmla="*/ 32589 w 162943"/>
                <a:gd name="connsiteY21" fmla="*/ 24897 h 38303"/>
                <a:gd name="connsiteX22" fmla="*/ 28116 w 162943"/>
                <a:gd name="connsiteY22" fmla="*/ 24897 h 38303"/>
                <a:gd name="connsiteX23" fmla="*/ 28116 w 162943"/>
                <a:gd name="connsiteY23" fmla="*/ 12768 h 3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62943" h="38303">
                  <a:moveTo>
                    <a:pt x="5751" y="25536"/>
                  </a:moveTo>
                  <a:lnTo>
                    <a:pt x="15336" y="25536"/>
                  </a:lnTo>
                  <a:lnTo>
                    <a:pt x="15336" y="31920"/>
                  </a:lnTo>
                  <a:cubicBezTo>
                    <a:pt x="15336" y="35750"/>
                    <a:pt x="17892" y="38304"/>
                    <a:pt x="21726" y="38304"/>
                  </a:cubicBezTo>
                  <a:lnTo>
                    <a:pt x="38979" y="38304"/>
                  </a:lnTo>
                  <a:cubicBezTo>
                    <a:pt x="42813" y="38304"/>
                    <a:pt x="45369" y="35750"/>
                    <a:pt x="45369" y="31920"/>
                  </a:cubicBezTo>
                  <a:lnTo>
                    <a:pt x="45369" y="25536"/>
                  </a:lnTo>
                  <a:lnTo>
                    <a:pt x="156553" y="25536"/>
                  </a:lnTo>
                  <a:cubicBezTo>
                    <a:pt x="160387" y="25536"/>
                    <a:pt x="162943" y="22982"/>
                    <a:pt x="162943" y="19152"/>
                  </a:cubicBezTo>
                  <a:cubicBezTo>
                    <a:pt x="162943" y="15322"/>
                    <a:pt x="160387" y="12768"/>
                    <a:pt x="156553" y="12768"/>
                  </a:cubicBezTo>
                  <a:lnTo>
                    <a:pt x="46008" y="12768"/>
                  </a:lnTo>
                  <a:lnTo>
                    <a:pt x="46008" y="6384"/>
                  </a:lnTo>
                  <a:cubicBezTo>
                    <a:pt x="46008" y="2554"/>
                    <a:pt x="43452" y="0"/>
                    <a:pt x="39618" y="0"/>
                  </a:cubicBezTo>
                  <a:lnTo>
                    <a:pt x="22365" y="0"/>
                  </a:lnTo>
                  <a:cubicBezTo>
                    <a:pt x="18531" y="0"/>
                    <a:pt x="15975" y="2554"/>
                    <a:pt x="15975" y="6384"/>
                  </a:cubicBezTo>
                  <a:lnTo>
                    <a:pt x="15975" y="12768"/>
                  </a:lnTo>
                  <a:lnTo>
                    <a:pt x="6390" y="12768"/>
                  </a:lnTo>
                  <a:cubicBezTo>
                    <a:pt x="2556" y="12768"/>
                    <a:pt x="0" y="15322"/>
                    <a:pt x="0" y="19152"/>
                  </a:cubicBezTo>
                  <a:cubicBezTo>
                    <a:pt x="0" y="22982"/>
                    <a:pt x="2556" y="25536"/>
                    <a:pt x="5751" y="25536"/>
                  </a:cubicBezTo>
                  <a:close/>
                  <a:moveTo>
                    <a:pt x="28116" y="12768"/>
                  </a:moveTo>
                  <a:lnTo>
                    <a:pt x="32589" y="12768"/>
                  </a:lnTo>
                  <a:lnTo>
                    <a:pt x="32589" y="24897"/>
                  </a:lnTo>
                  <a:lnTo>
                    <a:pt x="28116" y="24897"/>
                  </a:lnTo>
                  <a:lnTo>
                    <a:pt x="28116" y="12768"/>
                  </a:lnTo>
                  <a:close/>
                </a:path>
              </a:pathLst>
            </a:custGeom>
            <a:solidFill>
              <a:srgbClr val="007680"/>
            </a:solidFill>
            <a:ln w="6390" cap="flat">
              <a:noFill/>
              <a:prstDash val="solid"/>
              <a:miter/>
            </a:ln>
          </p:spPr>
          <p:txBody>
            <a:bodyPr rtlCol="0" anchor="ctr"/>
            <a:lstStyle/>
            <a:p>
              <a:endParaRPr lang="en-US"/>
            </a:p>
          </p:txBody>
        </p:sp>
      </p:grpSp>
      <p:grpSp>
        <p:nvGrpSpPr>
          <p:cNvPr id="456" name="Graphic 4">
            <a:extLst>
              <a:ext uri="{FF2B5EF4-FFF2-40B4-BE49-F238E27FC236}">
                <a16:creationId xmlns:a16="http://schemas.microsoft.com/office/drawing/2014/main" id="{94509C78-C3EF-E244-ACA0-7AC864CF8182}"/>
              </a:ext>
            </a:extLst>
          </p:cNvPr>
          <p:cNvGrpSpPr/>
          <p:nvPr/>
        </p:nvGrpSpPr>
        <p:grpSpPr>
          <a:xfrm>
            <a:off x="905454" y="3339623"/>
            <a:ext cx="361670" cy="361333"/>
            <a:chOff x="905454" y="3339623"/>
            <a:chExt cx="361670" cy="361333"/>
          </a:xfrm>
          <a:solidFill>
            <a:srgbClr val="007680"/>
          </a:solidFill>
        </p:grpSpPr>
        <p:sp>
          <p:nvSpPr>
            <p:cNvPr id="457" name="Graphic 4">
              <a:extLst>
                <a:ext uri="{FF2B5EF4-FFF2-40B4-BE49-F238E27FC236}">
                  <a16:creationId xmlns:a16="http://schemas.microsoft.com/office/drawing/2014/main" id="{5A82BE55-6ADC-C740-A90A-3C0928BA7D93}"/>
                </a:ext>
              </a:extLst>
            </p:cNvPr>
            <p:cNvSpPr/>
            <p:nvPr/>
          </p:nvSpPr>
          <p:spPr>
            <a:xfrm>
              <a:off x="905454"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08312 w 361670"/>
                <a:gd name="connsiteY5" fmla="*/ 253444 h 361333"/>
                <a:gd name="connsiteX6" fmla="*/ 198727 w 361670"/>
                <a:gd name="connsiteY6" fmla="*/ 277703 h 361333"/>
                <a:gd name="connsiteX7" fmla="*/ 198088 w 361670"/>
                <a:gd name="connsiteY7" fmla="*/ 279618 h 361333"/>
                <a:gd name="connsiteX8" fmla="*/ 198088 w 361670"/>
                <a:gd name="connsiteY8" fmla="*/ 293025 h 361333"/>
                <a:gd name="connsiteX9" fmla="*/ 191698 w 361670"/>
                <a:gd name="connsiteY9" fmla="*/ 299409 h 361333"/>
                <a:gd name="connsiteX10" fmla="*/ 185308 w 361670"/>
                <a:gd name="connsiteY10" fmla="*/ 293025 h 361333"/>
                <a:gd name="connsiteX11" fmla="*/ 185308 w 361670"/>
                <a:gd name="connsiteY11" fmla="*/ 279618 h 361333"/>
                <a:gd name="connsiteX12" fmla="*/ 189781 w 361670"/>
                <a:gd name="connsiteY12" fmla="*/ 268766 h 361333"/>
                <a:gd name="connsiteX13" fmla="*/ 196171 w 361670"/>
                <a:gd name="connsiteY13" fmla="*/ 253444 h 361333"/>
                <a:gd name="connsiteX14" fmla="*/ 196171 w 361670"/>
                <a:gd name="connsiteY14" fmla="*/ 234930 h 361333"/>
                <a:gd name="connsiteX15" fmla="*/ 196171 w 361670"/>
                <a:gd name="connsiteY15" fmla="*/ 234930 h 361333"/>
                <a:gd name="connsiteX16" fmla="*/ 196171 w 361670"/>
                <a:gd name="connsiteY16" fmla="*/ 224716 h 361333"/>
                <a:gd name="connsiteX17" fmla="*/ 195532 w 361670"/>
                <a:gd name="connsiteY17" fmla="*/ 223439 h 361333"/>
                <a:gd name="connsiteX18" fmla="*/ 194254 w 361670"/>
                <a:gd name="connsiteY18" fmla="*/ 222801 h 361333"/>
                <a:gd name="connsiteX19" fmla="*/ 192337 w 361670"/>
                <a:gd name="connsiteY19" fmla="*/ 224716 h 361333"/>
                <a:gd name="connsiteX20" fmla="*/ 192337 w 361670"/>
                <a:gd name="connsiteY20" fmla="*/ 231100 h 361333"/>
                <a:gd name="connsiteX21" fmla="*/ 185947 w 361670"/>
                <a:gd name="connsiteY21" fmla="*/ 237484 h 361333"/>
                <a:gd name="connsiteX22" fmla="*/ 179557 w 361670"/>
                <a:gd name="connsiteY22" fmla="*/ 231100 h 361333"/>
                <a:gd name="connsiteX23" fmla="*/ 179557 w 361670"/>
                <a:gd name="connsiteY23" fmla="*/ 218332 h 361333"/>
                <a:gd name="connsiteX24" fmla="*/ 178918 w 361670"/>
                <a:gd name="connsiteY24" fmla="*/ 217055 h 361333"/>
                <a:gd name="connsiteX25" fmla="*/ 175723 w 361670"/>
                <a:gd name="connsiteY25" fmla="*/ 218332 h 361333"/>
                <a:gd name="connsiteX26" fmla="*/ 175723 w 361670"/>
                <a:gd name="connsiteY26" fmla="*/ 227270 h 361333"/>
                <a:gd name="connsiteX27" fmla="*/ 169333 w 361670"/>
                <a:gd name="connsiteY27" fmla="*/ 233654 h 361333"/>
                <a:gd name="connsiteX28" fmla="*/ 162943 w 361670"/>
                <a:gd name="connsiteY28" fmla="*/ 227270 h 361333"/>
                <a:gd name="connsiteX29" fmla="*/ 162943 w 361670"/>
                <a:gd name="connsiteY29" fmla="*/ 218332 h 361333"/>
                <a:gd name="connsiteX30" fmla="*/ 162943 w 361670"/>
                <a:gd name="connsiteY30" fmla="*/ 218332 h 361333"/>
                <a:gd name="connsiteX31" fmla="*/ 162943 w 361670"/>
                <a:gd name="connsiteY31" fmla="*/ 217694 h 361333"/>
                <a:gd name="connsiteX32" fmla="*/ 162943 w 361670"/>
                <a:gd name="connsiteY32" fmla="*/ 210671 h 361333"/>
                <a:gd name="connsiteX33" fmla="*/ 162304 w 361670"/>
                <a:gd name="connsiteY33" fmla="*/ 209395 h 361333"/>
                <a:gd name="connsiteX34" fmla="*/ 161026 w 361670"/>
                <a:gd name="connsiteY34" fmla="*/ 208756 h 361333"/>
                <a:gd name="connsiteX35" fmla="*/ 159110 w 361670"/>
                <a:gd name="connsiteY35" fmla="*/ 210671 h 361333"/>
                <a:gd name="connsiteX36" fmla="*/ 159110 w 361670"/>
                <a:gd name="connsiteY36" fmla="*/ 223439 h 361333"/>
                <a:gd name="connsiteX37" fmla="*/ 152720 w 361670"/>
                <a:gd name="connsiteY37" fmla="*/ 229823 h 361333"/>
                <a:gd name="connsiteX38" fmla="*/ 146330 w 361670"/>
                <a:gd name="connsiteY38" fmla="*/ 223439 h 361333"/>
                <a:gd name="connsiteX39" fmla="*/ 146330 w 361670"/>
                <a:gd name="connsiteY39" fmla="*/ 211310 h 361333"/>
                <a:gd name="connsiteX40" fmla="*/ 146330 w 361670"/>
                <a:gd name="connsiteY40" fmla="*/ 211310 h 361333"/>
                <a:gd name="connsiteX41" fmla="*/ 146330 w 361670"/>
                <a:gd name="connsiteY41" fmla="*/ 210671 h 361333"/>
                <a:gd name="connsiteX42" fmla="*/ 146330 w 361670"/>
                <a:gd name="connsiteY42" fmla="*/ 178752 h 361333"/>
                <a:gd name="connsiteX43" fmla="*/ 145691 w 361670"/>
                <a:gd name="connsiteY43" fmla="*/ 177475 h 361333"/>
                <a:gd name="connsiteX44" fmla="*/ 144413 w 361670"/>
                <a:gd name="connsiteY44" fmla="*/ 176836 h 361333"/>
                <a:gd name="connsiteX45" fmla="*/ 142496 w 361670"/>
                <a:gd name="connsiteY45" fmla="*/ 178752 h 361333"/>
                <a:gd name="connsiteX46" fmla="*/ 142496 w 361670"/>
                <a:gd name="connsiteY46" fmla="*/ 242591 h 361333"/>
                <a:gd name="connsiteX47" fmla="*/ 138023 w 361670"/>
                <a:gd name="connsiteY47" fmla="*/ 248975 h 361333"/>
                <a:gd name="connsiteX48" fmla="*/ 130994 w 361670"/>
                <a:gd name="connsiteY48" fmla="*/ 246422 h 361333"/>
                <a:gd name="connsiteX49" fmla="*/ 117575 w 361670"/>
                <a:gd name="connsiteY49" fmla="*/ 224716 h 361333"/>
                <a:gd name="connsiteX50" fmla="*/ 115019 w 361670"/>
                <a:gd name="connsiteY50" fmla="*/ 223439 h 361333"/>
                <a:gd name="connsiteX51" fmla="*/ 113102 w 361670"/>
                <a:gd name="connsiteY51" fmla="*/ 223439 h 361333"/>
                <a:gd name="connsiteX52" fmla="*/ 129716 w 361670"/>
                <a:gd name="connsiteY52" fmla="*/ 263658 h 361333"/>
                <a:gd name="connsiteX53" fmla="*/ 136106 w 361670"/>
                <a:gd name="connsiteY53" fmla="*/ 271958 h 361333"/>
                <a:gd name="connsiteX54" fmla="*/ 142496 w 361670"/>
                <a:gd name="connsiteY54" fmla="*/ 284087 h 361333"/>
                <a:gd name="connsiteX55" fmla="*/ 142496 w 361670"/>
                <a:gd name="connsiteY55" fmla="*/ 294301 h 361333"/>
                <a:gd name="connsiteX56" fmla="*/ 136106 w 361670"/>
                <a:gd name="connsiteY56" fmla="*/ 300685 h 361333"/>
                <a:gd name="connsiteX57" fmla="*/ 129716 w 361670"/>
                <a:gd name="connsiteY57" fmla="*/ 294301 h 361333"/>
                <a:gd name="connsiteX58" fmla="*/ 129716 w 361670"/>
                <a:gd name="connsiteY58" fmla="*/ 284087 h 361333"/>
                <a:gd name="connsiteX59" fmla="*/ 128438 w 361670"/>
                <a:gd name="connsiteY59" fmla="*/ 282172 h 361333"/>
                <a:gd name="connsiteX60" fmla="*/ 117575 w 361670"/>
                <a:gd name="connsiteY60" fmla="*/ 268766 h 361333"/>
                <a:gd name="connsiteX61" fmla="*/ 99683 w 361670"/>
                <a:gd name="connsiteY61" fmla="*/ 225993 h 361333"/>
                <a:gd name="connsiteX62" fmla="*/ 105434 w 361670"/>
                <a:gd name="connsiteY62" fmla="*/ 212587 h 361333"/>
                <a:gd name="connsiteX63" fmla="*/ 127799 w 361670"/>
                <a:gd name="connsiteY63" fmla="*/ 218332 h 361333"/>
                <a:gd name="connsiteX64" fmla="*/ 129077 w 361670"/>
                <a:gd name="connsiteY64" fmla="*/ 220886 h 361333"/>
                <a:gd name="connsiteX65" fmla="*/ 129077 w 361670"/>
                <a:gd name="connsiteY65" fmla="*/ 179390 h 361333"/>
                <a:gd name="connsiteX66" fmla="*/ 143774 w 361670"/>
                <a:gd name="connsiteY66" fmla="*/ 164707 h 361333"/>
                <a:gd name="connsiteX67" fmla="*/ 153998 w 361670"/>
                <a:gd name="connsiteY67" fmla="*/ 169176 h 361333"/>
                <a:gd name="connsiteX68" fmla="*/ 158470 w 361670"/>
                <a:gd name="connsiteY68" fmla="*/ 178752 h 361333"/>
                <a:gd name="connsiteX69" fmla="*/ 158470 w 361670"/>
                <a:gd name="connsiteY69" fmla="*/ 180028 h 361333"/>
                <a:gd name="connsiteX70" fmla="*/ 158470 w 361670"/>
                <a:gd name="connsiteY70" fmla="*/ 197903 h 361333"/>
                <a:gd name="connsiteX71" fmla="*/ 160387 w 361670"/>
                <a:gd name="connsiteY71" fmla="*/ 197903 h 361333"/>
                <a:gd name="connsiteX72" fmla="*/ 170611 w 361670"/>
                <a:gd name="connsiteY72" fmla="*/ 202372 h 361333"/>
                <a:gd name="connsiteX73" fmla="*/ 173167 w 361670"/>
                <a:gd name="connsiteY73" fmla="*/ 206203 h 361333"/>
                <a:gd name="connsiteX74" fmla="*/ 176362 w 361670"/>
                <a:gd name="connsiteY74" fmla="*/ 205564 h 361333"/>
                <a:gd name="connsiteX75" fmla="*/ 186586 w 361670"/>
                <a:gd name="connsiteY75" fmla="*/ 210033 h 361333"/>
                <a:gd name="connsiteX76" fmla="*/ 188503 w 361670"/>
                <a:gd name="connsiteY76" fmla="*/ 212587 h 361333"/>
                <a:gd name="connsiteX77" fmla="*/ 192337 w 361670"/>
                <a:gd name="connsiteY77" fmla="*/ 211948 h 361333"/>
                <a:gd name="connsiteX78" fmla="*/ 202561 w 361670"/>
                <a:gd name="connsiteY78" fmla="*/ 216417 h 361333"/>
                <a:gd name="connsiteX79" fmla="*/ 207034 w 361670"/>
                <a:gd name="connsiteY79" fmla="*/ 226631 h 361333"/>
                <a:gd name="connsiteX80" fmla="*/ 207034 w 361670"/>
                <a:gd name="connsiteY80" fmla="*/ 226631 h 361333"/>
                <a:gd name="connsiteX81" fmla="*/ 207034 w 361670"/>
                <a:gd name="connsiteY81" fmla="*/ 253444 h 361333"/>
                <a:gd name="connsiteX82" fmla="*/ 208312 w 361670"/>
                <a:gd name="connsiteY82" fmla="*/ 253444 h 361333"/>
                <a:gd name="connsiteX83" fmla="*/ 160387 w 361670"/>
                <a:gd name="connsiteY83" fmla="*/ 158323 h 361333"/>
                <a:gd name="connsiteX84" fmla="*/ 160387 w 361670"/>
                <a:gd name="connsiteY84" fmla="*/ 114912 h 361333"/>
                <a:gd name="connsiteX85" fmla="*/ 163582 w 361670"/>
                <a:gd name="connsiteY85" fmla="*/ 109166 h 361333"/>
                <a:gd name="connsiteX86" fmla="*/ 169972 w 361670"/>
                <a:gd name="connsiteY86" fmla="*/ 109166 h 361333"/>
                <a:gd name="connsiteX87" fmla="*/ 206395 w 361670"/>
                <a:gd name="connsiteY87" fmla="*/ 130872 h 361333"/>
                <a:gd name="connsiteX88" fmla="*/ 209590 w 361670"/>
                <a:gd name="connsiteY88" fmla="*/ 136617 h 361333"/>
                <a:gd name="connsiteX89" fmla="*/ 206395 w 361670"/>
                <a:gd name="connsiteY89" fmla="*/ 142363 h 361333"/>
                <a:gd name="connsiteX90" fmla="*/ 169972 w 361670"/>
                <a:gd name="connsiteY90" fmla="*/ 164068 h 361333"/>
                <a:gd name="connsiteX91" fmla="*/ 166777 w 361670"/>
                <a:gd name="connsiteY91" fmla="*/ 164707 h 361333"/>
                <a:gd name="connsiteX92" fmla="*/ 163582 w 361670"/>
                <a:gd name="connsiteY92" fmla="*/ 164068 h 361333"/>
                <a:gd name="connsiteX93" fmla="*/ 160387 w 361670"/>
                <a:gd name="connsiteY93" fmla="*/ 158323 h 361333"/>
                <a:gd name="connsiteX94" fmla="*/ 270933 w 361670"/>
                <a:gd name="connsiteY94" fmla="*/ 190881 h 361333"/>
                <a:gd name="connsiteX95" fmla="*/ 264543 w 361670"/>
                <a:gd name="connsiteY95" fmla="*/ 197265 h 361333"/>
                <a:gd name="connsiteX96" fmla="*/ 177001 w 361670"/>
                <a:gd name="connsiteY96" fmla="*/ 197265 h 361333"/>
                <a:gd name="connsiteX97" fmla="*/ 170611 w 361670"/>
                <a:gd name="connsiteY97" fmla="*/ 190881 h 361333"/>
                <a:gd name="connsiteX98" fmla="*/ 177001 w 361670"/>
                <a:gd name="connsiteY98" fmla="*/ 184497 h 361333"/>
                <a:gd name="connsiteX99" fmla="*/ 258154 w 361670"/>
                <a:gd name="connsiteY99" fmla="*/ 184497 h 361333"/>
                <a:gd name="connsiteX100" fmla="*/ 258154 w 361670"/>
                <a:gd name="connsiteY100" fmla="*/ 88738 h 361333"/>
                <a:gd name="connsiteX101" fmla="*/ 104795 w 361670"/>
                <a:gd name="connsiteY101" fmla="*/ 88738 h 361333"/>
                <a:gd name="connsiteX102" fmla="*/ 104795 w 361670"/>
                <a:gd name="connsiteY102" fmla="*/ 184497 h 361333"/>
                <a:gd name="connsiteX103" fmla="*/ 115658 w 361670"/>
                <a:gd name="connsiteY103" fmla="*/ 184497 h 361333"/>
                <a:gd name="connsiteX104" fmla="*/ 122048 w 361670"/>
                <a:gd name="connsiteY104" fmla="*/ 190881 h 361333"/>
                <a:gd name="connsiteX105" fmla="*/ 115658 w 361670"/>
                <a:gd name="connsiteY105" fmla="*/ 197265 h 361333"/>
                <a:gd name="connsiteX106" fmla="*/ 97766 w 361670"/>
                <a:gd name="connsiteY106" fmla="*/ 197265 h 361333"/>
                <a:gd name="connsiteX107" fmla="*/ 91376 w 361670"/>
                <a:gd name="connsiteY107" fmla="*/ 190881 h 361333"/>
                <a:gd name="connsiteX108" fmla="*/ 91376 w 361670"/>
                <a:gd name="connsiteY108" fmla="*/ 82354 h 361333"/>
                <a:gd name="connsiteX109" fmla="*/ 97766 w 361670"/>
                <a:gd name="connsiteY109" fmla="*/ 75970 h 361333"/>
                <a:gd name="connsiteX110" fmla="*/ 263904 w 361670"/>
                <a:gd name="connsiteY110" fmla="*/ 75970 h 361333"/>
                <a:gd name="connsiteX111" fmla="*/ 270294 w 361670"/>
                <a:gd name="connsiteY111" fmla="*/ 82354 h 361333"/>
                <a:gd name="connsiteX112" fmla="*/ 270294 w 361670"/>
                <a:gd name="connsiteY112" fmla="*/ 190881 h 361333"/>
                <a:gd name="connsiteX113" fmla="*/ 270933 w 361670"/>
                <a:gd name="connsiteY113" fmla="*/ 19088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208312" y="253444"/>
                  </a:moveTo>
                  <a:cubicBezTo>
                    <a:pt x="208312" y="262382"/>
                    <a:pt x="205117" y="270681"/>
                    <a:pt x="198727" y="277703"/>
                  </a:cubicBezTo>
                  <a:cubicBezTo>
                    <a:pt x="198088" y="278341"/>
                    <a:pt x="198088" y="278980"/>
                    <a:pt x="198088" y="279618"/>
                  </a:cubicBezTo>
                  <a:lnTo>
                    <a:pt x="198088" y="293025"/>
                  </a:lnTo>
                  <a:cubicBezTo>
                    <a:pt x="198088" y="296855"/>
                    <a:pt x="195532" y="299409"/>
                    <a:pt x="191698" y="299409"/>
                  </a:cubicBezTo>
                  <a:cubicBezTo>
                    <a:pt x="187864" y="299409"/>
                    <a:pt x="185308" y="296855"/>
                    <a:pt x="185308" y="293025"/>
                  </a:cubicBezTo>
                  <a:lnTo>
                    <a:pt x="185308" y="279618"/>
                  </a:lnTo>
                  <a:cubicBezTo>
                    <a:pt x="185308" y="275788"/>
                    <a:pt x="186586" y="271958"/>
                    <a:pt x="189781" y="268766"/>
                  </a:cubicBezTo>
                  <a:cubicBezTo>
                    <a:pt x="193615" y="264935"/>
                    <a:pt x="196171" y="259190"/>
                    <a:pt x="196171" y="253444"/>
                  </a:cubicBezTo>
                  <a:lnTo>
                    <a:pt x="196171" y="234930"/>
                  </a:lnTo>
                  <a:lnTo>
                    <a:pt x="196171" y="234930"/>
                  </a:lnTo>
                  <a:lnTo>
                    <a:pt x="196171" y="224716"/>
                  </a:lnTo>
                  <a:cubicBezTo>
                    <a:pt x="196171" y="224078"/>
                    <a:pt x="195532" y="223439"/>
                    <a:pt x="195532" y="223439"/>
                  </a:cubicBezTo>
                  <a:cubicBezTo>
                    <a:pt x="195532" y="223439"/>
                    <a:pt x="194893" y="222801"/>
                    <a:pt x="194254" y="222801"/>
                  </a:cubicBezTo>
                  <a:cubicBezTo>
                    <a:pt x="192976" y="222801"/>
                    <a:pt x="192337" y="223439"/>
                    <a:pt x="192337" y="224716"/>
                  </a:cubicBezTo>
                  <a:lnTo>
                    <a:pt x="192337" y="231100"/>
                  </a:lnTo>
                  <a:cubicBezTo>
                    <a:pt x="192337" y="234930"/>
                    <a:pt x="189781" y="237484"/>
                    <a:pt x="185947" y="237484"/>
                  </a:cubicBezTo>
                  <a:cubicBezTo>
                    <a:pt x="182113" y="237484"/>
                    <a:pt x="179557" y="234930"/>
                    <a:pt x="179557" y="231100"/>
                  </a:cubicBezTo>
                  <a:lnTo>
                    <a:pt x="179557" y="218332"/>
                  </a:lnTo>
                  <a:cubicBezTo>
                    <a:pt x="179557" y="217694"/>
                    <a:pt x="179557" y="217055"/>
                    <a:pt x="178918" y="217055"/>
                  </a:cubicBezTo>
                  <a:cubicBezTo>
                    <a:pt x="178279" y="216417"/>
                    <a:pt x="176362" y="216417"/>
                    <a:pt x="175723" y="218332"/>
                  </a:cubicBezTo>
                  <a:lnTo>
                    <a:pt x="175723" y="227270"/>
                  </a:lnTo>
                  <a:cubicBezTo>
                    <a:pt x="175723" y="231100"/>
                    <a:pt x="173167" y="233654"/>
                    <a:pt x="169333" y="233654"/>
                  </a:cubicBezTo>
                  <a:cubicBezTo>
                    <a:pt x="165499" y="233654"/>
                    <a:pt x="162943" y="231100"/>
                    <a:pt x="162943" y="227270"/>
                  </a:cubicBezTo>
                  <a:lnTo>
                    <a:pt x="162943" y="218332"/>
                  </a:lnTo>
                  <a:lnTo>
                    <a:pt x="162943" y="218332"/>
                  </a:lnTo>
                  <a:lnTo>
                    <a:pt x="162943" y="217694"/>
                  </a:lnTo>
                  <a:lnTo>
                    <a:pt x="162943" y="210671"/>
                  </a:lnTo>
                  <a:cubicBezTo>
                    <a:pt x="162943" y="210033"/>
                    <a:pt x="162304" y="209395"/>
                    <a:pt x="162304" y="209395"/>
                  </a:cubicBezTo>
                  <a:cubicBezTo>
                    <a:pt x="162304" y="209395"/>
                    <a:pt x="161665" y="208756"/>
                    <a:pt x="161026" y="208756"/>
                  </a:cubicBezTo>
                  <a:cubicBezTo>
                    <a:pt x="160387" y="208756"/>
                    <a:pt x="159110" y="209395"/>
                    <a:pt x="159110" y="210671"/>
                  </a:cubicBezTo>
                  <a:lnTo>
                    <a:pt x="159110" y="223439"/>
                  </a:lnTo>
                  <a:cubicBezTo>
                    <a:pt x="159110" y="227270"/>
                    <a:pt x="156553" y="229823"/>
                    <a:pt x="152720" y="229823"/>
                  </a:cubicBezTo>
                  <a:cubicBezTo>
                    <a:pt x="148886" y="229823"/>
                    <a:pt x="146330" y="227270"/>
                    <a:pt x="146330" y="223439"/>
                  </a:cubicBezTo>
                  <a:lnTo>
                    <a:pt x="146330" y="211310"/>
                  </a:lnTo>
                  <a:lnTo>
                    <a:pt x="146330" y="211310"/>
                  </a:lnTo>
                  <a:lnTo>
                    <a:pt x="146330" y="210671"/>
                  </a:lnTo>
                  <a:lnTo>
                    <a:pt x="146330" y="178752"/>
                  </a:lnTo>
                  <a:cubicBezTo>
                    <a:pt x="146330" y="178113"/>
                    <a:pt x="146330" y="177475"/>
                    <a:pt x="145691" y="177475"/>
                  </a:cubicBezTo>
                  <a:cubicBezTo>
                    <a:pt x="145691" y="177475"/>
                    <a:pt x="145052" y="176836"/>
                    <a:pt x="144413" y="176836"/>
                  </a:cubicBezTo>
                  <a:cubicBezTo>
                    <a:pt x="143135" y="176836"/>
                    <a:pt x="142496" y="177475"/>
                    <a:pt x="142496" y="178752"/>
                  </a:cubicBezTo>
                  <a:lnTo>
                    <a:pt x="142496" y="242591"/>
                  </a:lnTo>
                  <a:cubicBezTo>
                    <a:pt x="142496" y="245145"/>
                    <a:pt x="140579" y="247698"/>
                    <a:pt x="138023" y="248975"/>
                  </a:cubicBezTo>
                  <a:cubicBezTo>
                    <a:pt x="135467" y="249614"/>
                    <a:pt x="132272" y="248337"/>
                    <a:pt x="130994" y="246422"/>
                  </a:cubicBezTo>
                  <a:cubicBezTo>
                    <a:pt x="130994" y="246422"/>
                    <a:pt x="123965" y="234930"/>
                    <a:pt x="117575" y="224716"/>
                  </a:cubicBezTo>
                  <a:cubicBezTo>
                    <a:pt x="117575" y="224716"/>
                    <a:pt x="116936" y="223439"/>
                    <a:pt x="115019" y="223439"/>
                  </a:cubicBezTo>
                  <a:cubicBezTo>
                    <a:pt x="114380" y="223439"/>
                    <a:pt x="113741" y="223439"/>
                    <a:pt x="113102" y="223439"/>
                  </a:cubicBezTo>
                  <a:lnTo>
                    <a:pt x="129716" y="263658"/>
                  </a:lnTo>
                  <a:cubicBezTo>
                    <a:pt x="130994" y="266850"/>
                    <a:pt x="133550" y="269404"/>
                    <a:pt x="136106" y="271958"/>
                  </a:cubicBezTo>
                  <a:cubicBezTo>
                    <a:pt x="139940" y="275149"/>
                    <a:pt x="142496" y="279618"/>
                    <a:pt x="142496" y="284087"/>
                  </a:cubicBezTo>
                  <a:lnTo>
                    <a:pt x="142496" y="294301"/>
                  </a:lnTo>
                  <a:cubicBezTo>
                    <a:pt x="142496" y="298132"/>
                    <a:pt x="139940" y="300685"/>
                    <a:pt x="136106" y="300685"/>
                  </a:cubicBezTo>
                  <a:cubicBezTo>
                    <a:pt x="132272" y="300685"/>
                    <a:pt x="129716" y="298132"/>
                    <a:pt x="129716" y="294301"/>
                  </a:cubicBezTo>
                  <a:lnTo>
                    <a:pt x="129716" y="284087"/>
                  </a:lnTo>
                  <a:cubicBezTo>
                    <a:pt x="129716" y="283449"/>
                    <a:pt x="129077" y="282810"/>
                    <a:pt x="128438" y="282172"/>
                  </a:cubicBezTo>
                  <a:cubicBezTo>
                    <a:pt x="123326" y="278341"/>
                    <a:pt x="120131" y="273873"/>
                    <a:pt x="117575" y="268766"/>
                  </a:cubicBezTo>
                  <a:lnTo>
                    <a:pt x="99683" y="225993"/>
                  </a:lnTo>
                  <a:cubicBezTo>
                    <a:pt x="97766" y="220886"/>
                    <a:pt x="100322" y="215140"/>
                    <a:pt x="105434" y="212587"/>
                  </a:cubicBezTo>
                  <a:cubicBezTo>
                    <a:pt x="112463" y="209395"/>
                    <a:pt x="122687" y="210671"/>
                    <a:pt x="127799" y="218332"/>
                  </a:cubicBezTo>
                  <a:cubicBezTo>
                    <a:pt x="128438" y="218971"/>
                    <a:pt x="128438" y="219609"/>
                    <a:pt x="129077" y="220886"/>
                  </a:cubicBezTo>
                  <a:lnTo>
                    <a:pt x="129077" y="179390"/>
                  </a:lnTo>
                  <a:cubicBezTo>
                    <a:pt x="129077" y="171091"/>
                    <a:pt x="135467" y="164707"/>
                    <a:pt x="143774" y="164707"/>
                  </a:cubicBezTo>
                  <a:cubicBezTo>
                    <a:pt x="147608" y="164707"/>
                    <a:pt x="151441" y="165984"/>
                    <a:pt x="153998" y="169176"/>
                  </a:cubicBezTo>
                  <a:cubicBezTo>
                    <a:pt x="156553" y="171729"/>
                    <a:pt x="157831" y="174921"/>
                    <a:pt x="158470" y="178752"/>
                  </a:cubicBezTo>
                  <a:cubicBezTo>
                    <a:pt x="158470" y="178752"/>
                    <a:pt x="158470" y="179390"/>
                    <a:pt x="158470" y="180028"/>
                  </a:cubicBezTo>
                  <a:lnTo>
                    <a:pt x="158470" y="197903"/>
                  </a:lnTo>
                  <a:cubicBezTo>
                    <a:pt x="159110" y="197903"/>
                    <a:pt x="159748" y="197903"/>
                    <a:pt x="160387" y="197903"/>
                  </a:cubicBezTo>
                  <a:cubicBezTo>
                    <a:pt x="164221" y="197903"/>
                    <a:pt x="168055" y="199180"/>
                    <a:pt x="170611" y="202372"/>
                  </a:cubicBezTo>
                  <a:cubicBezTo>
                    <a:pt x="171889" y="203649"/>
                    <a:pt x="172528" y="204926"/>
                    <a:pt x="173167" y="206203"/>
                  </a:cubicBezTo>
                  <a:cubicBezTo>
                    <a:pt x="174445" y="206203"/>
                    <a:pt x="175723" y="205564"/>
                    <a:pt x="176362" y="205564"/>
                  </a:cubicBezTo>
                  <a:cubicBezTo>
                    <a:pt x="180196" y="205564"/>
                    <a:pt x="184030" y="206841"/>
                    <a:pt x="186586" y="210033"/>
                  </a:cubicBezTo>
                  <a:cubicBezTo>
                    <a:pt x="187225" y="210671"/>
                    <a:pt x="187864" y="211948"/>
                    <a:pt x="188503" y="212587"/>
                  </a:cubicBezTo>
                  <a:cubicBezTo>
                    <a:pt x="189781" y="211948"/>
                    <a:pt x="191059" y="211948"/>
                    <a:pt x="192337" y="211948"/>
                  </a:cubicBezTo>
                  <a:cubicBezTo>
                    <a:pt x="196171" y="211948"/>
                    <a:pt x="200005" y="213225"/>
                    <a:pt x="202561" y="216417"/>
                  </a:cubicBezTo>
                  <a:cubicBezTo>
                    <a:pt x="205117" y="218971"/>
                    <a:pt x="207034" y="222801"/>
                    <a:pt x="207034" y="226631"/>
                  </a:cubicBezTo>
                  <a:lnTo>
                    <a:pt x="207034" y="226631"/>
                  </a:lnTo>
                  <a:lnTo>
                    <a:pt x="207034" y="253444"/>
                  </a:lnTo>
                  <a:lnTo>
                    <a:pt x="208312" y="253444"/>
                  </a:lnTo>
                  <a:close/>
                  <a:moveTo>
                    <a:pt x="160387" y="158323"/>
                  </a:moveTo>
                  <a:lnTo>
                    <a:pt x="160387" y="114912"/>
                  </a:lnTo>
                  <a:cubicBezTo>
                    <a:pt x="160387" y="112358"/>
                    <a:pt x="161665" y="110443"/>
                    <a:pt x="163582" y="109166"/>
                  </a:cubicBezTo>
                  <a:cubicBezTo>
                    <a:pt x="165499" y="107889"/>
                    <a:pt x="168055" y="107889"/>
                    <a:pt x="169972" y="109166"/>
                  </a:cubicBezTo>
                  <a:lnTo>
                    <a:pt x="206395" y="130872"/>
                  </a:lnTo>
                  <a:cubicBezTo>
                    <a:pt x="208312" y="132149"/>
                    <a:pt x="209590" y="134064"/>
                    <a:pt x="209590" y="136617"/>
                  </a:cubicBezTo>
                  <a:cubicBezTo>
                    <a:pt x="209590" y="139171"/>
                    <a:pt x="208312" y="141086"/>
                    <a:pt x="206395" y="142363"/>
                  </a:cubicBezTo>
                  <a:lnTo>
                    <a:pt x="169972" y="164068"/>
                  </a:lnTo>
                  <a:cubicBezTo>
                    <a:pt x="168694" y="164707"/>
                    <a:pt x="168055" y="164707"/>
                    <a:pt x="166777" y="164707"/>
                  </a:cubicBezTo>
                  <a:cubicBezTo>
                    <a:pt x="165499" y="164707"/>
                    <a:pt x="164860" y="164707"/>
                    <a:pt x="163582" y="164068"/>
                  </a:cubicBezTo>
                  <a:cubicBezTo>
                    <a:pt x="161665" y="162792"/>
                    <a:pt x="160387" y="160238"/>
                    <a:pt x="160387" y="158323"/>
                  </a:cubicBezTo>
                  <a:close/>
                  <a:moveTo>
                    <a:pt x="270933" y="190881"/>
                  </a:moveTo>
                  <a:cubicBezTo>
                    <a:pt x="270933" y="194711"/>
                    <a:pt x="268377" y="197265"/>
                    <a:pt x="264543" y="197265"/>
                  </a:cubicBezTo>
                  <a:lnTo>
                    <a:pt x="177001" y="197265"/>
                  </a:lnTo>
                  <a:cubicBezTo>
                    <a:pt x="173167" y="197265"/>
                    <a:pt x="170611" y="194711"/>
                    <a:pt x="170611" y="190881"/>
                  </a:cubicBezTo>
                  <a:cubicBezTo>
                    <a:pt x="170611" y="187051"/>
                    <a:pt x="173167" y="184497"/>
                    <a:pt x="177001" y="184497"/>
                  </a:cubicBezTo>
                  <a:lnTo>
                    <a:pt x="258154" y="184497"/>
                  </a:lnTo>
                  <a:lnTo>
                    <a:pt x="258154" y="88738"/>
                  </a:lnTo>
                  <a:lnTo>
                    <a:pt x="104795" y="88738"/>
                  </a:lnTo>
                  <a:lnTo>
                    <a:pt x="104795" y="184497"/>
                  </a:lnTo>
                  <a:lnTo>
                    <a:pt x="115658" y="184497"/>
                  </a:lnTo>
                  <a:cubicBezTo>
                    <a:pt x="119492" y="184497"/>
                    <a:pt x="122048" y="187051"/>
                    <a:pt x="122048" y="190881"/>
                  </a:cubicBezTo>
                  <a:cubicBezTo>
                    <a:pt x="122048" y="194711"/>
                    <a:pt x="119492" y="197265"/>
                    <a:pt x="115658" y="197265"/>
                  </a:cubicBezTo>
                  <a:lnTo>
                    <a:pt x="97766" y="197265"/>
                  </a:lnTo>
                  <a:cubicBezTo>
                    <a:pt x="93932" y="197265"/>
                    <a:pt x="91376" y="194711"/>
                    <a:pt x="91376" y="190881"/>
                  </a:cubicBezTo>
                  <a:lnTo>
                    <a:pt x="91376" y="82354"/>
                  </a:lnTo>
                  <a:cubicBezTo>
                    <a:pt x="91376" y="78523"/>
                    <a:pt x="93932" y="75970"/>
                    <a:pt x="97766" y="75970"/>
                  </a:cubicBezTo>
                  <a:lnTo>
                    <a:pt x="263904" y="75970"/>
                  </a:lnTo>
                  <a:cubicBezTo>
                    <a:pt x="267738" y="75970"/>
                    <a:pt x="270294" y="78523"/>
                    <a:pt x="270294" y="82354"/>
                  </a:cubicBezTo>
                  <a:lnTo>
                    <a:pt x="270294" y="190881"/>
                  </a:lnTo>
                  <a:lnTo>
                    <a:pt x="270933" y="190881"/>
                  </a:lnTo>
                  <a:close/>
                </a:path>
              </a:pathLst>
            </a:custGeom>
            <a:solidFill>
              <a:srgbClr val="007680"/>
            </a:solidFill>
            <a:ln w="6390" cap="flat">
              <a:noFill/>
              <a:prstDash val="solid"/>
              <a:miter/>
            </a:ln>
          </p:spPr>
          <p:txBody>
            <a:bodyPr rtlCol="0" anchor="ctr"/>
            <a:lstStyle/>
            <a:p>
              <a:endParaRPr lang="en-US"/>
            </a:p>
          </p:txBody>
        </p:sp>
        <p:sp>
          <p:nvSpPr>
            <p:cNvPr id="458" name="Graphic 4">
              <a:extLst>
                <a:ext uri="{FF2B5EF4-FFF2-40B4-BE49-F238E27FC236}">
                  <a16:creationId xmlns:a16="http://schemas.microsoft.com/office/drawing/2014/main" id="{F77E5B3B-79BE-E849-B234-CBB4D777346E}"/>
                </a:ext>
              </a:extLst>
            </p:cNvPr>
            <p:cNvSpPr/>
            <p:nvPr/>
          </p:nvSpPr>
          <p:spPr>
            <a:xfrm>
              <a:off x="1078621" y="3465388"/>
              <a:ext cx="17252" cy="21067"/>
            </a:xfrm>
            <a:custGeom>
              <a:avLst/>
              <a:gdLst>
                <a:gd name="connsiteX0" fmla="*/ 0 w 17252"/>
                <a:gd name="connsiteY0" fmla="*/ 0 h 21067"/>
                <a:gd name="connsiteX1" fmla="*/ 0 w 17252"/>
                <a:gd name="connsiteY1" fmla="*/ 21067 h 21067"/>
                <a:gd name="connsiteX2" fmla="*/ 17253 w 17252"/>
                <a:gd name="connsiteY2" fmla="*/ 10853 h 21067"/>
              </a:gdLst>
              <a:ahLst/>
              <a:cxnLst>
                <a:cxn ang="0">
                  <a:pos x="connsiteX0" y="connsiteY0"/>
                </a:cxn>
                <a:cxn ang="0">
                  <a:pos x="connsiteX1" y="connsiteY1"/>
                </a:cxn>
                <a:cxn ang="0">
                  <a:pos x="connsiteX2" y="connsiteY2"/>
                </a:cxn>
              </a:cxnLst>
              <a:rect l="l" t="t" r="r" b="b"/>
              <a:pathLst>
                <a:path w="17252" h="21067">
                  <a:moveTo>
                    <a:pt x="0" y="0"/>
                  </a:moveTo>
                  <a:lnTo>
                    <a:pt x="0" y="21067"/>
                  </a:lnTo>
                  <a:lnTo>
                    <a:pt x="17253" y="10853"/>
                  </a:lnTo>
                  <a:close/>
                </a:path>
              </a:pathLst>
            </a:custGeom>
            <a:solidFill>
              <a:srgbClr val="007680"/>
            </a:solidFill>
            <a:ln w="6390" cap="flat">
              <a:noFill/>
              <a:prstDash val="solid"/>
              <a:miter/>
            </a:ln>
          </p:spPr>
          <p:txBody>
            <a:bodyPr rtlCol="0" anchor="ctr"/>
            <a:lstStyle/>
            <a:p>
              <a:endParaRPr lang="en-US"/>
            </a:p>
          </p:txBody>
        </p:sp>
      </p:grpSp>
      <p:grpSp>
        <p:nvGrpSpPr>
          <p:cNvPr id="459" name="Graphic 4">
            <a:extLst>
              <a:ext uri="{FF2B5EF4-FFF2-40B4-BE49-F238E27FC236}">
                <a16:creationId xmlns:a16="http://schemas.microsoft.com/office/drawing/2014/main" id="{712434BE-F12B-2042-BEF0-52E49F2D8D30}"/>
              </a:ext>
            </a:extLst>
          </p:cNvPr>
          <p:cNvGrpSpPr/>
          <p:nvPr/>
        </p:nvGrpSpPr>
        <p:grpSpPr>
          <a:xfrm>
            <a:off x="905454" y="2855717"/>
            <a:ext cx="361670" cy="361333"/>
            <a:chOff x="905454" y="2855717"/>
            <a:chExt cx="361670" cy="361333"/>
          </a:xfrm>
          <a:solidFill>
            <a:srgbClr val="007680"/>
          </a:solidFill>
        </p:grpSpPr>
        <p:sp>
          <p:nvSpPr>
            <p:cNvPr id="460" name="Graphic 4">
              <a:extLst>
                <a:ext uri="{FF2B5EF4-FFF2-40B4-BE49-F238E27FC236}">
                  <a16:creationId xmlns:a16="http://schemas.microsoft.com/office/drawing/2014/main" id="{459FF63F-82D7-0842-9906-D0FB14528196}"/>
                </a:ext>
              </a:extLst>
            </p:cNvPr>
            <p:cNvSpPr/>
            <p:nvPr/>
          </p:nvSpPr>
          <p:spPr>
            <a:xfrm>
              <a:off x="995552" y="2972544"/>
              <a:ext cx="181474" cy="111719"/>
            </a:xfrm>
            <a:custGeom>
              <a:avLst/>
              <a:gdLst>
                <a:gd name="connsiteX0" fmla="*/ 0 w 181474"/>
                <a:gd name="connsiteY0" fmla="*/ 111720 h 111719"/>
                <a:gd name="connsiteX1" fmla="*/ 181474 w 181474"/>
                <a:gd name="connsiteY1" fmla="*/ 111720 h 111719"/>
                <a:gd name="connsiteX2" fmla="*/ 181474 w 181474"/>
                <a:gd name="connsiteY2" fmla="*/ 0 h 111719"/>
                <a:gd name="connsiteX3" fmla="*/ 0 w 181474"/>
                <a:gd name="connsiteY3" fmla="*/ 0 h 111719"/>
                <a:gd name="connsiteX4" fmla="*/ 0 w 181474"/>
                <a:gd name="connsiteY4" fmla="*/ 111720 h 111719"/>
                <a:gd name="connsiteX5" fmla="*/ 84347 w 181474"/>
                <a:gd name="connsiteY5" fmla="*/ 37027 h 111719"/>
                <a:gd name="connsiteX6" fmla="*/ 90737 w 181474"/>
                <a:gd name="connsiteY6" fmla="*/ 30643 h 111719"/>
                <a:gd name="connsiteX7" fmla="*/ 97127 w 181474"/>
                <a:gd name="connsiteY7" fmla="*/ 37027 h 111719"/>
                <a:gd name="connsiteX8" fmla="*/ 97127 w 181474"/>
                <a:gd name="connsiteY8" fmla="*/ 54264 h 111719"/>
                <a:gd name="connsiteX9" fmla="*/ 119492 w 181474"/>
                <a:gd name="connsiteY9" fmla="*/ 31920 h 111719"/>
                <a:gd name="connsiteX10" fmla="*/ 128438 w 181474"/>
                <a:gd name="connsiteY10" fmla="*/ 31920 h 111719"/>
                <a:gd name="connsiteX11" fmla="*/ 128438 w 181474"/>
                <a:gd name="connsiteY11" fmla="*/ 40857 h 111719"/>
                <a:gd name="connsiteX12" fmla="*/ 115019 w 181474"/>
                <a:gd name="connsiteY12" fmla="*/ 54264 h 111719"/>
                <a:gd name="connsiteX13" fmla="*/ 132272 w 181474"/>
                <a:gd name="connsiteY13" fmla="*/ 79800 h 111719"/>
                <a:gd name="connsiteX14" fmla="*/ 130355 w 181474"/>
                <a:gd name="connsiteY14" fmla="*/ 88737 h 111719"/>
                <a:gd name="connsiteX15" fmla="*/ 126521 w 181474"/>
                <a:gd name="connsiteY15" fmla="*/ 90014 h 111719"/>
                <a:gd name="connsiteX16" fmla="*/ 121409 w 181474"/>
                <a:gd name="connsiteY16" fmla="*/ 87461 h 111719"/>
                <a:gd name="connsiteX17" fmla="*/ 106073 w 181474"/>
                <a:gd name="connsiteY17" fmla="*/ 63840 h 111719"/>
                <a:gd name="connsiteX18" fmla="*/ 97766 w 181474"/>
                <a:gd name="connsiteY18" fmla="*/ 72139 h 111719"/>
                <a:gd name="connsiteX19" fmla="*/ 97766 w 181474"/>
                <a:gd name="connsiteY19" fmla="*/ 83630 h 111719"/>
                <a:gd name="connsiteX20" fmla="*/ 91376 w 181474"/>
                <a:gd name="connsiteY20" fmla="*/ 90014 h 111719"/>
                <a:gd name="connsiteX21" fmla="*/ 84986 w 181474"/>
                <a:gd name="connsiteY21" fmla="*/ 83630 h 111719"/>
                <a:gd name="connsiteX22" fmla="*/ 84347 w 181474"/>
                <a:gd name="connsiteY22" fmla="*/ 37027 h 111719"/>
                <a:gd name="connsiteX23" fmla="*/ 84347 w 181474"/>
                <a:gd name="connsiteY23" fmla="*/ 37027 h 111719"/>
                <a:gd name="connsiteX24" fmla="*/ 33228 w 181474"/>
                <a:gd name="connsiteY24" fmla="*/ 67032 h 111719"/>
                <a:gd name="connsiteX25" fmla="*/ 60065 w 181474"/>
                <a:gd name="connsiteY25" fmla="*/ 32558 h 111719"/>
                <a:gd name="connsiteX26" fmla="*/ 67094 w 181474"/>
                <a:gd name="connsiteY26" fmla="*/ 30643 h 111719"/>
                <a:gd name="connsiteX27" fmla="*/ 71567 w 181474"/>
                <a:gd name="connsiteY27" fmla="*/ 36389 h 111719"/>
                <a:gd name="connsiteX28" fmla="*/ 71567 w 181474"/>
                <a:gd name="connsiteY28" fmla="*/ 64478 h 111719"/>
                <a:gd name="connsiteX29" fmla="*/ 73484 w 181474"/>
                <a:gd name="connsiteY29" fmla="*/ 64478 h 111719"/>
                <a:gd name="connsiteX30" fmla="*/ 79874 w 181474"/>
                <a:gd name="connsiteY30" fmla="*/ 70862 h 111719"/>
                <a:gd name="connsiteX31" fmla="*/ 73484 w 181474"/>
                <a:gd name="connsiteY31" fmla="*/ 77246 h 111719"/>
                <a:gd name="connsiteX32" fmla="*/ 71567 w 181474"/>
                <a:gd name="connsiteY32" fmla="*/ 77246 h 111719"/>
                <a:gd name="connsiteX33" fmla="*/ 71567 w 181474"/>
                <a:gd name="connsiteY33" fmla="*/ 83630 h 111719"/>
                <a:gd name="connsiteX34" fmla="*/ 65177 w 181474"/>
                <a:gd name="connsiteY34" fmla="*/ 90014 h 111719"/>
                <a:gd name="connsiteX35" fmla="*/ 58787 w 181474"/>
                <a:gd name="connsiteY35" fmla="*/ 83630 h 111719"/>
                <a:gd name="connsiteX36" fmla="*/ 58787 w 181474"/>
                <a:gd name="connsiteY36" fmla="*/ 77246 h 111719"/>
                <a:gd name="connsiteX37" fmla="*/ 38340 w 181474"/>
                <a:gd name="connsiteY37" fmla="*/ 77246 h 111719"/>
                <a:gd name="connsiteX38" fmla="*/ 32589 w 181474"/>
                <a:gd name="connsiteY38" fmla="*/ 73416 h 111719"/>
                <a:gd name="connsiteX39" fmla="*/ 33228 w 181474"/>
                <a:gd name="connsiteY39" fmla="*/ 67032 h 11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81474" h="111719">
                  <a:moveTo>
                    <a:pt x="0" y="111720"/>
                  </a:moveTo>
                  <a:lnTo>
                    <a:pt x="181474" y="111720"/>
                  </a:lnTo>
                  <a:lnTo>
                    <a:pt x="181474" y="0"/>
                  </a:lnTo>
                  <a:lnTo>
                    <a:pt x="0" y="0"/>
                  </a:lnTo>
                  <a:lnTo>
                    <a:pt x="0" y="111720"/>
                  </a:lnTo>
                  <a:close/>
                  <a:moveTo>
                    <a:pt x="84347" y="37027"/>
                  </a:moveTo>
                  <a:cubicBezTo>
                    <a:pt x="84347" y="33197"/>
                    <a:pt x="86903" y="30643"/>
                    <a:pt x="90737" y="30643"/>
                  </a:cubicBezTo>
                  <a:cubicBezTo>
                    <a:pt x="94571" y="30643"/>
                    <a:pt x="97127" y="33197"/>
                    <a:pt x="97127" y="37027"/>
                  </a:cubicBezTo>
                  <a:lnTo>
                    <a:pt x="97127" y="54264"/>
                  </a:lnTo>
                  <a:lnTo>
                    <a:pt x="119492" y="31920"/>
                  </a:lnTo>
                  <a:cubicBezTo>
                    <a:pt x="122048" y="29366"/>
                    <a:pt x="125882" y="29366"/>
                    <a:pt x="128438" y="31920"/>
                  </a:cubicBezTo>
                  <a:cubicBezTo>
                    <a:pt x="130994" y="34473"/>
                    <a:pt x="130994" y="38304"/>
                    <a:pt x="128438" y="40857"/>
                  </a:cubicBezTo>
                  <a:lnTo>
                    <a:pt x="115019" y="54264"/>
                  </a:lnTo>
                  <a:lnTo>
                    <a:pt x="132272" y="79800"/>
                  </a:lnTo>
                  <a:cubicBezTo>
                    <a:pt x="134189" y="82992"/>
                    <a:pt x="133550" y="86822"/>
                    <a:pt x="130355" y="88737"/>
                  </a:cubicBezTo>
                  <a:cubicBezTo>
                    <a:pt x="129077" y="89376"/>
                    <a:pt x="127799" y="90014"/>
                    <a:pt x="126521" y="90014"/>
                  </a:cubicBezTo>
                  <a:cubicBezTo>
                    <a:pt x="124604" y="90014"/>
                    <a:pt x="122687" y="88737"/>
                    <a:pt x="121409" y="87461"/>
                  </a:cubicBezTo>
                  <a:lnTo>
                    <a:pt x="106073" y="63840"/>
                  </a:lnTo>
                  <a:lnTo>
                    <a:pt x="97766" y="72139"/>
                  </a:lnTo>
                  <a:lnTo>
                    <a:pt x="97766" y="83630"/>
                  </a:lnTo>
                  <a:cubicBezTo>
                    <a:pt x="97766" y="87461"/>
                    <a:pt x="95210" y="90014"/>
                    <a:pt x="91376" y="90014"/>
                  </a:cubicBezTo>
                  <a:cubicBezTo>
                    <a:pt x="87542" y="90014"/>
                    <a:pt x="84986" y="87461"/>
                    <a:pt x="84986" y="83630"/>
                  </a:cubicBezTo>
                  <a:lnTo>
                    <a:pt x="84347" y="37027"/>
                  </a:lnTo>
                  <a:lnTo>
                    <a:pt x="84347" y="37027"/>
                  </a:lnTo>
                  <a:close/>
                  <a:moveTo>
                    <a:pt x="33228" y="67032"/>
                  </a:moveTo>
                  <a:lnTo>
                    <a:pt x="60065" y="32558"/>
                  </a:lnTo>
                  <a:cubicBezTo>
                    <a:pt x="61982" y="30643"/>
                    <a:pt x="64538" y="29366"/>
                    <a:pt x="67094" y="30643"/>
                  </a:cubicBezTo>
                  <a:cubicBezTo>
                    <a:pt x="69650" y="31281"/>
                    <a:pt x="71567" y="33835"/>
                    <a:pt x="71567" y="36389"/>
                  </a:cubicBezTo>
                  <a:lnTo>
                    <a:pt x="71567" y="64478"/>
                  </a:lnTo>
                  <a:lnTo>
                    <a:pt x="73484" y="64478"/>
                  </a:lnTo>
                  <a:cubicBezTo>
                    <a:pt x="77318" y="64478"/>
                    <a:pt x="79874" y="67032"/>
                    <a:pt x="79874" y="70862"/>
                  </a:cubicBezTo>
                  <a:cubicBezTo>
                    <a:pt x="79874" y="74693"/>
                    <a:pt x="77318" y="77246"/>
                    <a:pt x="73484" y="77246"/>
                  </a:cubicBezTo>
                  <a:lnTo>
                    <a:pt x="71567" y="77246"/>
                  </a:lnTo>
                  <a:lnTo>
                    <a:pt x="71567" y="83630"/>
                  </a:lnTo>
                  <a:cubicBezTo>
                    <a:pt x="71567" y="87461"/>
                    <a:pt x="69011" y="90014"/>
                    <a:pt x="65177" y="90014"/>
                  </a:cubicBezTo>
                  <a:cubicBezTo>
                    <a:pt x="61343" y="90014"/>
                    <a:pt x="58787" y="87461"/>
                    <a:pt x="58787" y="83630"/>
                  </a:cubicBezTo>
                  <a:lnTo>
                    <a:pt x="58787" y="77246"/>
                  </a:lnTo>
                  <a:lnTo>
                    <a:pt x="38340" y="77246"/>
                  </a:lnTo>
                  <a:cubicBezTo>
                    <a:pt x="35784" y="77246"/>
                    <a:pt x="33867" y="75969"/>
                    <a:pt x="32589" y="73416"/>
                  </a:cubicBezTo>
                  <a:cubicBezTo>
                    <a:pt x="31311" y="70862"/>
                    <a:pt x="31950" y="68947"/>
                    <a:pt x="33228" y="67032"/>
                  </a:cubicBezTo>
                  <a:close/>
                </a:path>
              </a:pathLst>
            </a:custGeom>
            <a:solidFill>
              <a:srgbClr val="007680"/>
            </a:solidFill>
            <a:ln w="6390" cap="flat">
              <a:noFill/>
              <a:prstDash val="solid"/>
              <a:miter/>
            </a:ln>
          </p:spPr>
          <p:txBody>
            <a:bodyPr rtlCol="0" anchor="ctr"/>
            <a:lstStyle/>
            <a:p>
              <a:endParaRPr lang="en-US"/>
            </a:p>
          </p:txBody>
        </p:sp>
        <p:sp>
          <p:nvSpPr>
            <p:cNvPr id="461" name="Graphic 4">
              <a:extLst>
                <a:ext uri="{FF2B5EF4-FFF2-40B4-BE49-F238E27FC236}">
                  <a16:creationId xmlns:a16="http://schemas.microsoft.com/office/drawing/2014/main" id="{CC9ACDFF-B3D2-AA4A-B062-AEE1967B2275}"/>
                </a:ext>
              </a:extLst>
            </p:cNvPr>
            <p:cNvSpPr/>
            <p:nvPr/>
          </p:nvSpPr>
          <p:spPr>
            <a:xfrm>
              <a:off x="905454"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84352 w 361670"/>
                <a:gd name="connsiteY5" fmla="*/ 234930 h 361333"/>
                <a:gd name="connsiteX6" fmla="*/ 277962 w 361670"/>
                <a:gd name="connsiteY6" fmla="*/ 241314 h 361333"/>
                <a:gd name="connsiteX7" fmla="*/ 187225 w 361670"/>
                <a:gd name="connsiteY7" fmla="*/ 241314 h 361333"/>
                <a:gd name="connsiteX8" fmla="*/ 187225 w 361670"/>
                <a:gd name="connsiteY8" fmla="*/ 257274 h 361333"/>
                <a:gd name="connsiteX9" fmla="*/ 215980 w 361670"/>
                <a:gd name="connsiteY9" fmla="*/ 257274 h 361333"/>
                <a:gd name="connsiteX10" fmla="*/ 222370 w 361670"/>
                <a:gd name="connsiteY10" fmla="*/ 263658 h 361333"/>
                <a:gd name="connsiteX11" fmla="*/ 215980 w 361670"/>
                <a:gd name="connsiteY11" fmla="*/ 270042 h 361333"/>
                <a:gd name="connsiteX12" fmla="*/ 145691 w 361670"/>
                <a:gd name="connsiteY12" fmla="*/ 270042 h 361333"/>
                <a:gd name="connsiteX13" fmla="*/ 139301 w 361670"/>
                <a:gd name="connsiteY13" fmla="*/ 263658 h 361333"/>
                <a:gd name="connsiteX14" fmla="*/ 145691 w 361670"/>
                <a:gd name="connsiteY14" fmla="*/ 257274 h 361333"/>
                <a:gd name="connsiteX15" fmla="*/ 174445 w 361670"/>
                <a:gd name="connsiteY15" fmla="*/ 257274 h 361333"/>
                <a:gd name="connsiteX16" fmla="*/ 174445 w 361670"/>
                <a:gd name="connsiteY16" fmla="*/ 241314 h 361333"/>
                <a:gd name="connsiteX17" fmla="*/ 83708 w 361670"/>
                <a:gd name="connsiteY17" fmla="*/ 241314 h 361333"/>
                <a:gd name="connsiteX18" fmla="*/ 77318 w 361670"/>
                <a:gd name="connsiteY18" fmla="*/ 234930 h 361333"/>
                <a:gd name="connsiteX19" fmla="*/ 77318 w 361670"/>
                <a:gd name="connsiteY19" fmla="*/ 110443 h 361333"/>
                <a:gd name="connsiteX20" fmla="*/ 83708 w 361670"/>
                <a:gd name="connsiteY20" fmla="*/ 104059 h 361333"/>
                <a:gd name="connsiteX21" fmla="*/ 277962 w 361670"/>
                <a:gd name="connsiteY21" fmla="*/ 104059 h 361333"/>
                <a:gd name="connsiteX22" fmla="*/ 284352 w 361670"/>
                <a:gd name="connsiteY22" fmla="*/ 110443 h 361333"/>
                <a:gd name="connsiteX23" fmla="*/ 284352 w 361670"/>
                <a:gd name="connsiteY23" fmla="*/ 23493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257"/>
                    <a:pt x="361670" y="180667"/>
                  </a:cubicBezTo>
                  <a:cubicBezTo>
                    <a:pt x="361670" y="81076"/>
                    <a:pt x="281157" y="0"/>
                    <a:pt x="180835" y="0"/>
                  </a:cubicBezTo>
                  <a:close/>
                  <a:moveTo>
                    <a:pt x="284352" y="234930"/>
                  </a:moveTo>
                  <a:cubicBezTo>
                    <a:pt x="284352" y="238761"/>
                    <a:pt x="281796" y="241314"/>
                    <a:pt x="277962" y="241314"/>
                  </a:cubicBezTo>
                  <a:lnTo>
                    <a:pt x="187225" y="241314"/>
                  </a:lnTo>
                  <a:lnTo>
                    <a:pt x="187225" y="257274"/>
                  </a:lnTo>
                  <a:lnTo>
                    <a:pt x="215980" y="257274"/>
                  </a:lnTo>
                  <a:cubicBezTo>
                    <a:pt x="219814" y="257274"/>
                    <a:pt x="222370" y="259828"/>
                    <a:pt x="222370" y="263658"/>
                  </a:cubicBezTo>
                  <a:cubicBezTo>
                    <a:pt x="222370" y="267489"/>
                    <a:pt x="219814" y="270042"/>
                    <a:pt x="215980" y="270042"/>
                  </a:cubicBezTo>
                  <a:lnTo>
                    <a:pt x="145691" y="270042"/>
                  </a:lnTo>
                  <a:cubicBezTo>
                    <a:pt x="141857" y="270042"/>
                    <a:pt x="139301" y="267489"/>
                    <a:pt x="139301" y="263658"/>
                  </a:cubicBezTo>
                  <a:cubicBezTo>
                    <a:pt x="139301" y="259828"/>
                    <a:pt x="141857" y="257274"/>
                    <a:pt x="145691" y="257274"/>
                  </a:cubicBezTo>
                  <a:lnTo>
                    <a:pt x="174445" y="257274"/>
                  </a:lnTo>
                  <a:lnTo>
                    <a:pt x="174445" y="241314"/>
                  </a:lnTo>
                  <a:lnTo>
                    <a:pt x="83708" y="241314"/>
                  </a:lnTo>
                  <a:cubicBezTo>
                    <a:pt x="79874" y="241314"/>
                    <a:pt x="77318" y="238761"/>
                    <a:pt x="77318" y="234930"/>
                  </a:cubicBezTo>
                  <a:lnTo>
                    <a:pt x="77318" y="110443"/>
                  </a:lnTo>
                  <a:cubicBezTo>
                    <a:pt x="77318" y="106612"/>
                    <a:pt x="79874" y="104059"/>
                    <a:pt x="83708" y="104059"/>
                  </a:cubicBezTo>
                  <a:lnTo>
                    <a:pt x="277962" y="104059"/>
                  </a:lnTo>
                  <a:cubicBezTo>
                    <a:pt x="281796" y="104059"/>
                    <a:pt x="284352" y="106612"/>
                    <a:pt x="284352" y="110443"/>
                  </a:cubicBezTo>
                  <a:lnTo>
                    <a:pt x="284352" y="234930"/>
                  </a:lnTo>
                  <a:close/>
                </a:path>
              </a:pathLst>
            </a:custGeom>
            <a:solidFill>
              <a:srgbClr val="007680"/>
            </a:solidFill>
            <a:ln w="6390" cap="flat">
              <a:noFill/>
              <a:prstDash val="solid"/>
              <a:miter/>
            </a:ln>
          </p:spPr>
          <p:txBody>
            <a:bodyPr rtlCol="0" anchor="ctr"/>
            <a:lstStyle/>
            <a:p>
              <a:endParaRPr lang="en-US"/>
            </a:p>
          </p:txBody>
        </p:sp>
        <p:sp>
          <p:nvSpPr>
            <p:cNvPr id="462" name="Graphic 4">
              <a:extLst>
                <a:ext uri="{FF2B5EF4-FFF2-40B4-BE49-F238E27FC236}">
                  <a16:creationId xmlns:a16="http://schemas.microsoft.com/office/drawing/2014/main" id="{15119F98-6000-7A42-AF74-4E163C6D58E5}"/>
                </a:ext>
              </a:extLst>
            </p:cNvPr>
            <p:cNvSpPr/>
            <p:nvPr/>
          </p:nvSpPr>
          <p:spPr>
            <a:xfrm>
              <a:off x="1047310" y="3028085"/>
              <a:ext cx="7028" cy="8937"/>
            </a:xfrm>
            <a:custGeom>
              <a:avLst/>
              <a:gdLst>
                <a:gd name="connsiteX0" fmla="*/ 7029 w 7028"/>
                <a:gd name="connsiteY0" fmla="*/ 0 h 8937"/>
                <a:gd name="connsiteX1" fmla="*/ 0 w 7028"/>
                <a:gd name="connsiteY1" fmla="*/ 8938 h 8937"/>
                <a:gd name="connsiteX2" fmla="*/ 7029 w 7028"/>
                <a:gd name="connsiteY2" fmla="*/ 8938 h 8937"/>
              </a:gdLst>
              <a:ahLst/>
              <a:cxnLst>
                <a:cxn ang="0">
                  <a:pos x="connsiteX0" y="connsiteY0"/>
                </a:cxn>
                <a:cxn ang="0">
                  <a:pos x="connsiteX1" y="connsiteY1"/>
                </a:cxn>
                <a:cxn ang="0">
                  <a:pos x="connsiteX2" y="connsiteY2"/>
                </a:cxn>
              </a:cxnLst>
              <a:rect l="l" t="t" r="r" b="b"/>
              <a:pathLst>
                <a:path w="7028" h="8937">
                  <a:moveTo>
                    <a:pt x="7029" y="0"/>
                  </a:moveTo>
                  <a:lnTo>
                    <a:pt x="0" y="8938"/>
                  </a:lnTo>
                  <a:lnTo>
                    <a:pt x="7029" y="8938"/>
                  </a:lnTo>
                  <a:close/>
                </a:path>
              </a:pathLst>
            </a:custGeom>
            <a:solidFill>
              <a:srgbClr val="007680"/>
            </a:solidFill>
            <a:ln w="6390" cap="flat">
              <a:noFill/>
              <a:prstDash val="solid"/>
              <a:miter/>
            </a:ln>
          </p:spPr>
          <p:txBody>
            <a:bodyPr rtlCol="0" anchor="ctr"/>
            <a:lstStyle/>
            <a:p>
              <a:endParaRPr lang="en-US"/>
            </a:p>
          </p:txBody>
        </p:sp>
      </p:grpSp>
      <p:grpSp>
        <p:nvGrpSpPr>
          <p:cNvPr id="463" name="Graphic 4">
            <a:extLst>
              <a:ext uri="{FF2B5EF4-FFF2-40B4-BE49-F238E27FC236}">
                <a16:creationId xmlns:a16="http://schemas.microsoft.com/office/drawing/2014/main" id="{2C6869FF-DA24-114E-8647-31AB37FF11F3}"/>
              </a:ext>
            </a:extLst>
          </p:cNvPr>
          <p:cNvGrpSpPr/>
          <p:nvPr/>
        </p:nvGrpSpPr>
        <p:grpSpPr>
          <a:xfrm>
            <a:off x="905454" y="2371173"/>
            <a:ext cx="361670" cy="361333"/>
            <a:chOff x="905454" y="2371173"/>
            <a:chExt cx="361670" cy="361333"/>
          </a:xfrm>
          <a:solidFill>
            <a:srgbClr val="007680"/>
          </a:solidFill>
        </p:grpSpPr>
        <p:sp>
          <p:nvSpPr>
            <p:cNvPr id="464" name="Graphic 4">
              <a:extLst>
                <a:ext uri="{FF2B5EF4-FFF2-40B4-BE49-F238E27FC236}">
                  <a16:creationId xmlns:a16="http://schemas.microsoft.com/office/drawing/2014/main" id="{4E403161-7566-B74C-A4B3-DA9A14893A4E}"/>
                </a:ext>
              </a:extLst>
            </p:cNvPr>
            <p:cNvSpPr/>
            <p:nvPr/>
          </p:nvSpPr>
          <p:spPr>
            <a:xfrm>
              <a:off x="1079899" y="2531411"/>
              <a:ext cx="13418" cy="15959"/>
            </a:xfrm>
            <a:custGeom>
              <a:avLst/>
              <a:gdLst>
                <a:gd name="connsiteX0" fmla="*/ 0 w 13418"/>
                <a:gd name="connsiteY0" fmla="*/ 0 h 15959"/>
                <a:gd name="connsiteX1" fmla="*/ 0 w 13418"/>
                <a:gd name="connsiteY1" fmla="*/ 15960 h 15959"/>
                <a:gd name="connsiteX2" fmla="*/ 13419 w 13418"/>
                <a:gd name="connsiteY2" fmla="*/ 8299 h 15959"/>
              </a:gdLst>
              <a:ahLst/>
              <a:cxnLst>
                <a:cxn ang="0">
                  <a:pos x="connsiteX0" y="connsiteY0"/>
                </a:cxn>
                <a:cxn ang="0">
                  <a:pos x="connsiteX1" y="connsiteY1"/>
                </a:cxn>
                <a:cxn ang="0">
                  <a:pos x="connsiteX2" y="connsiteY2"/>
                </a:cxn>
              </a:cxnLst>
              <a:rect l="l" t="t" r="r" b="b"/>
              <a:pathLst>
                <a:path w="13418" h="15959">
                  <a:moveTo>
                    <a:pt x="0" y="0"/>
                  </a:moveTo>
                  <a:lnTo>
                    <a:pt x="0" y="15960"/>
                  </a:lnTo>
                  <a:lnTo>
                    <a:pt x="13419" y="8299"/>
                  </a:lnTo>
                  <a:close/>
                </a:path>
              </a:pathLst>
            </a:custGeom>
            <a:solidFill>
              <a:srgbClr val="007680"/>
            </a:solidFill>
            <a:ln w="6390" cap="flat">
              <a:noFill/>
              <a:prstDash val="solid"/>
              <a:miter/>
            </a:ln>
          </p:spPr>
          <p:txBody>
            <a:bodyPr rtlCol="0" anchor="ctr"/>
            <a:lstStyle/>
            <a:p>
              <a:endParaRPr lang="en-US"/>
            </a:p>
          </p:txBody>
        </p:sp>
        <p:sp>
          <p:nvSpPr>
            <p:cNvPr id="465" name="Graphic 4">
              <a:extLst>
                <a:ext uri="{FF2B5EF4-FFF2-40B4-BE49-F238E27FC236}">
                  <a16:creationId xmlns:a16="http://schemas.microsoft.com/office/drawing/2014/main" id="{F60D40F3-25E5-3341-9CC6-4B1A9F8125C4}"/>
                </a:ext>
              </a:extLst>
            </p:cNvPr>
            <p:cNvSpPr/>
            <p:nvPr/>
          </p:nvSpPr>
          <p:spPr>
            <a:xfrm>
              <a:off x="1034530" y="2599720"/>
              <a:ext cx="4472" cy="12129"/>
            </a:xfrm>
            <a:custGeom>
              <a:avLst/>
              <a:gdLst>
                <a:gd name="connsiteX0" fmla="*/ 0 w 4472"/>
                <a:gd name="connsiteY0" fmla="*/ 0 h 12129"/>
                <a:gd name="connsiteX1" fmla="*/ 4473 w 4472"/>
                <a:gd name="connsiteY1" fmla="*/ 0 h 12129"/>
                <a:gd name="connsiteX2" fmla="*/ 4473 w 4472"/>
                <a:gd name="connsiteY2" fmla="*/ 12130 h 12129"/>
                <a:gd name="connsiteX3" fmla="*/ 0 w 4472"/>
                <a:gd name="connsiteY3" fmla="*/ 12130 h 12129"/>
              </a:gdLst>
              <a:ahLst/>
              <a:cxnLst>
                <a:cxn ang="0">
                  <a:pos x="connsiteX0" y="connsiteY0"/>
                </a:cxn>
                <a:cxn ang="0">
                  <a:pos x="connsiteX1" y="connsiteY1"/>
                </a:cxn>
                <a:cxn ang="0">
                  <a:pos x="connsiteX2" y="connsiteY2"/>
                </a:cxn>
                <a:cxn ang="0">
                  <a:pos x="connsiteX3" y="connsiteY3"/>
                </a:cxn>
              </a:cxnLst>
              <a:rect l="l" t="t" r="r" b="b"/>
              <a:pathLst>
                <a:path w="4472" h="12129">
                  <a:moveTo>
                    <a:pt x="0" y="0"/>
                  </a:moveTo>
                  <a:lnTo>
                    <a:pt x="4473" y="0"/>
                  </a:lnTo>
                  <a:lnTo>
                    <a:pt x="4473" y="12130"/>
                  </a:lnTo>
                  <a:lnTo>
                    <a:pt x="0" y="12130"/>
                  </a:lnTo>
                  <a:close/>
                </a:path>
              </a:pathLst>
            </a:custGeom>
            <a:solidFill>
              <a:srgbClr val="007680"/>
            </a:solidFill>
            <a:ln w="6390" cap="flat">
              <a:noFill/>
              <a:prstDash val="solid"/>
              <a:miter/>
            </a:ln>
          </p:spPr>
          <p:txBody>
            <a:bodyPr rtlCol="0" anchor="ctr"/>
            <a:lstStyle/>
            <a:p>
              <a:endParaRPr lang="en-US"/>
            </a:p>
          </p:txBody>
        </p:sp>
        <p:sp>
          <p:nvSpPr>
            <p:cNvPr id="466" name="Graphic 4">
              <a:extLst>
                <a:ext uri="{FF2B5EF4-FFF2-40B4-BE49-F238E27FC236}">
                  <a16:creationId xmlns:a16="http://schemas.microsoft.com/office/drawing/2014/main" id="{937E4F03-7B10-C040-9E4C-AB6BBA852A30}"/>
                </a:ext>
              </a:extLst>
            </p:cNvPr>
            <p:cNvSpPr/>
            <p:nvPr/>
          </p:nvSpPr>
          <p:spPr>
            <a:xfrm>
              <a:off x="996191" y="2477147"/>
              <a:ext cx="180835" cy="150023"/>
            </a:xfrm>
            <a:custGeom>
              <a:avLst/>
              <a:gdLst>
                <a:gd name="connsiteX0" fmla="*/ 0 w 180835"/>
                <a:gd name="connsiteY0" fmla="*/ 150024 h 150023"/>
                <a:gd name="connsiteX1" fmla="*/ 180835 w 180835"/>
                <a:gd name="connsiteY1" fmla="*/ 150024 h 150023"/>
                <a:gd name="connsiteX2" fmla="*/ 180835 w 180835"/>
                <a:gd name="connsiteY2" fmla="*/ 0 h 150023"/>
                <a:gd name="connsiteX3" fmla="*/ 0 w 180835"/>
                <a:gd name="connsiteY3" fmla="*/ 0 h 150023"/>
                <a:gd name="connsiteX4" fmla="*/ 0 w 180835"/>
                <a:gd name="connsiteY4" fmla="*/ 150024 h 150023"/>
                <a:gd name="connsiteX5" fmla="*/ 90098 w 180835"/>
                <a:gd name="connsiteY5" fmla="*/ 16598 h 150023"/>
                <a:gd name="connsiteX6" fmla="*/ 136106 w 180835"/>
                <a:gd name="connsiteY6" fmla="*/ 62563 h 150023"/>
                <a:gd name="connsiteX7" fmla="*/ 90098 w 180835"/>
                <a:gd name="connsiteY7" fmla="*/ 108528 h 150023"/>
                <a:gd name="connsiteX8" fmla="*/ 44091 w 180835"/>
                <a:gd name="connsiteY8" fmla="*/ 62563 h 150023"/>
                <a:gd name="connsiteX9" fmla="*/ 90098 w 180835"/>
                <a:gd name="connsiteY9" fmla="*/ 16598 h 150023"/>
                <a:gd name="connsiteX10" fmla="*/ 15975 w 180835"/>
                <a:gd name="connsiteY10" fmla="*/ 122573 h 150023"/>
                <a:gd name="connsiteX11" fmla="*/ 25560 w 180835"/>
                <a:gd name="connsiteY11" fmla="*/ 122573 h 150023"/>
                <a:gd name="connsiteX12" fmla="*/ 25560 w 180835"/>
                <a:gd name="connsiteY12" fmla="*/ 116189 h 150023"/>
                <a:gd name="connsiteX13" fmla="*/ 31950 w 180835"/>
                <a:gd name="connsiteY13" fmla="*/ 109805 h 150023"/>
                <a:gd name="connsiteX14" fmla="*/ 49203 w 180835"/>
                <a:gd name="connsiteY14" fmla="*/ 109805 h 150023"/>
                <a:gd name="connsiteX15" fmla="*/ 55593 w 180835"/>
                <a:gd name="connsiteY15" fmla="*/ 116189 h 150023"/>
                <a:gd name="connsiteX16" fmla="*/ 55593 w 180835"/>
                <a:gd name="connsiteY16" fmla="*/ 122573 h 150023"/>
                <a:gd name="connsiteX17" fmla="*/ 166777 w 180835"/>
                <a:gd name="connsiteY17" fmla="*/ 122573 h 150023"/>
                <a:gd name="connsiteX18" fmla="*/ 173167 w 180835"/>
                <a:gd name="connsiteY18" fmla="*/ 128957 h 150023"/>
                <a:gd name="connsiteX19" fmla="*/ 166777 w 180835"/>
                <a:gd name="connsiteY19" fmla="*/ 135341 h 150023"/>
                <a:gd name="connsiteX20" fmla="*/ 55593 w 180835"/>
                <a:gd name="connsiteY20" fmla="*/ 135341 h 150023"/>
                <a:gd name="connsiteX21" fmla="*/ 55593 w 180835"/>
                <a:gd name="connsiteY21" fmla="*/ 141724 h 150023"/>
                <a:gd name="connsiteX22" fmla="*/ 49203 w 180835"/>
                <a:gd name="connsiteY22" fmla="*/ 148108 h 150023"/>
                <a:gd name="connsiteX23" fmla="*/ 31950 w 180835"/>
                <a:gd name="connsiteY23" fmla="*/ 148108 h 150023"/>
                <a:gd name="connsiteX24" fmla="*/ 25560 w 180835"/>
                <a:gd name="connsiteY24" fmla="*/ 141724 h 150023"/>
                <a:gd name="connsiteX25" fmla="*/ 25560 w 180835"/>
                <a:gd name="connsiteY25" fmla="*/ 135341 h 150023"/>
                <a:gd name="connsiteX26" fmla="*/ 15975 w 180835"/>
                <a:gd name="connsiteY26" fmla="*/ 135341 h 150023"/>
                <a:gd name="connsiteX27" fmla="*/ 9585 w 180835"/>
                <a:gd name="connsiteY27" fmla="*/ 128957 h 150023"/>
                <a:gd name="connsiteX28" fmla="*/ 15975 w 180835"/>
                <a:gd name="connsiteY28" fmla="*/ 122573 h 15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0835" h="150023">
                  <a:moveTo>
                    <a:pt x="0" y="150024"/>
                  </a:moveTo>
                  <a:lnTo>
                    <a:pt x="180835" y="150024"/>
                  </a:lnTo>
                  <a:lnTo>
                    <a:pt x="180835" y="0"/>
                  </a:lnTo>
                  <a:lnTo>
                    <a:pt x="0" y="0"/>
                  </a:lnTo>
                  <a:lnTo>
                    <a:pt x="0" y="150024"/>
                  </a:lnTo>
                  <a:close/>
                  <a:moveTo>
                    <a:pt x="90098" y="16598"/>
                  </a:moveTo>
                  <a:cubicBezTo>
                    <a:pt x="115658" y="16598"/>
                    <a:pt x="136106" y="37027"/>
                    <a:pt x="136106" y="62563"/>
                  </a:cubicBezTo>
                  <a:cubicBezTo>
                    <a:pt x="136106" y="88099"/>
                    <a:pt x="115658" y="108528"/>
                    <a:pt x="90098" y="108528"/>
                  </a:cubicBezTo>
                  <a:cubicBezTo>
                    <a:pt x="64538" y="108528"/>
                    <a:pt x="44091" y="88099"/>
                    <a:pt x="44091" y="62563"/>
                  </a:cubicBezTo>
                  <a:cubicBezTo>
                    <a:pt x="44091" y="37027"/>
                    <a:pt x="65177" y="16598"/>
                    <a:pt x="90098" y="16598"/>
                  </a:cubicBezTo>
                  <a:close/>
                  <a:moveTo>
                    <a:pt x="15975" y="122573"/>
                  </a:moveTo>
                  <a:lnTo>
                    <a:pt x="25560" y="122573"/>
                  </a:lnTo>
                  <a:lnTo>
                    <a:pt x="25560" y="116189"/>
                  </a:lnTo>
                  <a:cubicBezTo>
                    <a:pt x="25560" y="112358"/>
                    <a:pt x="28116" y="109805"/>
                    <a:pt x="31950" y="109805"/>
                  </a:cubicBezTo>
                  <a:lnTo>
                    <a:pt x="49203" y="109805"/>
                  </a:lnTo>
                  <a:cubicBezTo>
                    <a:pt x="53036" y="109805"/>
                    <a:pt x="55593" y="112358"/>
                    <a:pt x="55593" y="116189"/>
                  </a:cubicBezTo>
                  <a:lnTo>
                    <a:pt x="55593" y="122573"/>
                  </a:lnTo>
                  <a:lnTo>
                    <a:pt x="166777" y="122573"/>
                  </a:lnTo>
                  <a:cubicBezTo>
                    <a:pt x="170611" y="122573"/>
                    <a:pt x="173167" y="125126"/>
                    <a:pt x="173167" y="128957"/>
                  </a:cubicBezTo>
                  <a:cubicBezTo>
                    <a:pt x="173167" y="132787"/>
                    <a:pt x="170611" y="135341"/>
                    <a:pt x="166777" y="135341"/>
                  </a:cubicBezTo>
                  <a:lnTo>
                    <a:pt x="55593" y="135341"/>
                  </a:lnTo>
                  <a:lnTo>
                    <a:pt x="55593" y="141724"/>
                  </a:lnTo>
                  <a:cubicBezTo>
                    <a:pt x="55593" y="145555"/>
                    <a:pt x="53036" y="148108"/>
                    <a:pt x="49203" y="148108"/>
                  </a:cubicBezTo>
                  <a:lnTo>
                    <a:pt x="31950" y="148108"/>
                  </a:lnTo>
                  <a:cubicBezTo>
                    <a:pt x="28116" y="148108"/>
                    <a:pt x="25560" y="145555"/>
                    <a:pt x="25560" y="141724"/>
                  </a:cubicBezTo>
                  <a:lnTo>
                    <a:pt x="25560" y="135341"/>
                  </a:lnTo>
                  <a:lnTo>
                    <a:pt x="15975" y="135341"/>
                  </a:lnTo>
                  <a:cubicBezTo>
                    <a:pt x="12141" y="135341"/>
                    <a:pt x="9585" y="132787"/>
                    <a:pt x="9585" y="128957"/>
                  </a:cubicBezTo>
                  <a:cubicBezTo>
                    <a:pt x="9585" y="125126"/>
                    <a:pt x="12141" y="122573"/>
                    <a:pt x="15975" y="122573"/>
                  </a:cubicBezTo>
                  <a:close/>
                </a:path>
              </a:pathLst>
            </a:custGeom>
            <a:solidFill>
              <a:srgbClr val="007680"/>
            </a:solidFill>
            <a:ln w="6390" cap="flat">
              <a:noFill/>
              <a:prstDash val="solid"/>
              <a:miter/>
            </a:ln>
          </p:spPr>
          <p:txBody>
            <a:bodyPr rtlCol="0" anchor="ctr"/>
            <a:lstStyle/>
            <a:p>
              <a:endParaRPr lang="en-US"/>
            </a:p>
          </p:txBody>
        </p:sp>
        <p:sp>
          <p:nvSpPr>
            <p:cNvPr id="467" name="Graphic 4">
              <a:extLst>
                <a:ext uri="{FF2B5EF4-FFF2-40B4-BE49-F238E27FC236}">
                  <a16:creationId xmlns:a16="http://schemas.microsoft.com/office/drawing/2014/main" id="{DAFC9167-0FAA-9043-95D4-66420640A004}"/>
                </a:ext>
              </a:extLst>
            </p:cNvPr>
            <p:cNvSpPr/>
            <p:nvPr/>
          </p:nvSpPr>
          <p:spPr>
            <a:xfrm>
              <a:off x="90545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84352 w 361670"/>
                <a:gd name="connsiteY5" fmla="*/ 262382 h 361333"/>
                <a:gd name="connsiteX6" fmla="*/ 277962 w 361670"/>
                <a:gd name="connsiteY6" fmla="*/ 268766 h 361333"/>
                <a:gd name="connsiteX7" fmla="*/ 84347 w 361670"/>
                <a:gd name="connsiteY7" fmla="*/ 268766 h 361333"/>
                <a:gd name="connsiteX8" fmla="*/ 77957 w 361670"/>
                <a:gd name="connsiteY8" fmla="*/ 262382 h 361333"/>
                <a:gd name="connsiteX9" fmla="*/ 77957 w 361670"/>
                <a:gd name="connsiteY9" fmla="*/ 99590 h 361333"/>
                <a:gd name="connsiteX10" fmla="*/ 84347 w 361670"/>
                <a:gd name="connsiteY10" fmla="*/ 93206 h 361333"/>
                <a:gd name="connsiteX11" fmla="*/ 277962 w 361670"/>
                <a:gd name="connsiteY11" fmla="*/ 93206 h 361333"/>
                <a:gd name="connsiteX12" fmla="*/ 284352 w 361670"/>
                <a:gd name="connsiteY12" fmla="*/ 99590 h 361333"/>
                <a:gd name="connsiteX13" fmla="*/ 284352 w 361670"/>
                <a:gd name="connsiteY13" fmla="*/ 26238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284352" y="262382"/>
                  </a:moveTo>
                  <a:cubicBezTo>
                    <a:pt x="284352" y="266212"/>
                    <a:pt x="281796" y="268766"/>
                    <a:pt x="277962" y="268766"/>
                  </a:cubicBezTo>
                  <a:lnTo>
                    <a:pt x="84347" y="268766"/>
                  </a:lnTo>
                  <a:cubicBezTo>
                    <a:pt x="80513" y="268766"/>
                    <a:pt x="77957" y="266212"/>
                    <a:pt x="77957" y="262382"/>
                  </a:cubicBezTo>
                  <a:lnTo>
                    <a:pt x="77957" y="99590"/>
                  </a:lnTo>
                  <a:cubicBezTo>
                    <a:pt x="77957" y="95760"/>
                    <a:pt x="80513" y="93206"/>
                    <a:pt x="84347" y="93206"/>
                  </a:cubicBezTo>
                  <a:lnTo>
                    <a:pt x="277962" y="93206"/>
                  </a:lnTo>
                  <a:cubicBezTo>
                    <a:pt x="281796" y="93206"/>
                    <a:pt x="284352" y="95760"/>
                    <a:pt x="284352" y="99590"/>
                  </a:cubicBezTo>
                  <a:lnTo>
                    <a:pt x="284352" y="262382"/>
                  </a:lnTo>
                  <a:close/>
                </a:path>
              </a:pathLst>
            </a:custGeom>
            <a:solidFill>
              <a:srgbClr val="007680"/>
            </a:solidFill>
            <a:ln w="6390" cap="flat">
              <a:noFill/>
              <a:prstDash val="solid"/>
              <a:miter/>
            </a:ln>
          </p:spPr>
          <p:txBody>
            <a:bodyPr rtlCol="0" anchor="ctr"/>
            <a:lstStyle/>
            <a:p>
              <a:endParaRPr lang="en-US"/>
            </a:p>
          </p:txBody>
        </p:sp>
        <p:sp>
          <p:nvSpPr>
            <p:cNvPr id="468" name="Graphic 4">
              <a:extLst>
                <a:ext uri="{FF2B5EF4-FFF2-40B4-BE49-F238E27FC236}">
                  <a16:creationId xmlns:a16="http://schemas.microsoft.com/office/drawing/2014/main" id="{7385B698-5CFD-3243-9E6A-250ABDF94AB1}"/>
                </a:ext>
              </a:extLst>
            </p:cNvPr>
            <p:cNvSpPr/>
            <p:nvPr/>
          </p:nvSpPr>
          <p:spPr>
            <a:xfrm>
              <a:off x="1053061" y="2505875"/>
              <a:ext cx="66455" cy="66393"/>
            </a:xfrm>
            <a:custGeom>
              <a:avLst/>
              <a:gdLst>
                <a:gd name="connsiteX0" fmla="*/ 33228 w 66455"/>
                <a:gd name="connsiteY0" fmla="*/ 66393 h 66393"/>
                <a:gd name="connsiteX1" fmla="*/ 66455 w 66455"/>
                <a:gd name="connsiteY1" fmla="*/ 33197 h 66393"/>
                <a:gd name="connsiteX2" fmla="*/ 33228 w 66455"/>
                <a:gd name="connsiteY2" fmla="*/ 0 h 66393"/>
                <a:gd name="connsiteX3" fmla="*/ 0 w 66455"/>
                <a:gd name="connsiteY3" fmla="*/ 33197 h 66393"/>
                <a:gd name="connsiteX4" fmla="*/ 33228 w 66455"/>
                <a:gd name="connsiteY4" fmla="*/ 66393 h 66393"/>
                <a:gd name="connsiteX5" fmla="*/ 14058 w 66455"/>
                <a:gd name="connsiteY5" fmla="*/ 14683 h 66393"/>
                <a:gd name="connsiteX6" fmla="*/ 17253 w 66455"/>
                <a:gd name="connsiteY6" fmla="*/ 8938 h 66393"/>
                <a:gd name="connsiteX7" fmla="*/ 23643 w 66455"/>
                <a:gd name="connsiteY7" fmla="*/ 8938 h 66393"/>
                <a:gd name="connsiteX8" fmla="*/ 56231 w 66455"/>
                <a:gd name="connsiteY8" fmla="*/ 27451 h 66393"/>
                <a:gd name="connsiteX9" fmla="*/ 59426 w 66455"/>
                <a:gd name="connsiteY9" fmla="*/ 33197 h 66393"/>
                <a:gd name="connsiteX10" fmla="*/ 56231 w 66455"/>
                <a:gd name="connsiteY10" fmla="*/ 38942 h 66393"/>
                <a:gd name="connsiteX11" fmla="*/ 23643 w 66455"/>
                <a:gd name="connsiteY11" fmla="*/ 57456 h 66393"/>
                <a:gd name="connsiteX12" fmla="*/ 20448 w 66455"/>
                <a:gd name="connsiteY12" fmla="*/ 58094 h 66393"/>
                <a:gd name="connsiteX13" fmla="*/ 17253 w 66455"/>
                <a:gd name="connsiteY13" fmla="*/ 57456 h 66393"/>
                <a:gd name="connsiteX14" fmla="*/ 14058 w 66455"/>
                <a:gd name="connsiteY14" fmla="*/ 51710 h 66393"/>
                <a:gd name="connsiteX15" fmla="*/ 14058 w 66455"/>
                <a:gd name="connsiteY15" fmla="*/ 14683 h 66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6455" h="66393">
                  <a:moveTo>
                    <a:pt x="33228" y="66393"/>
                  </a:moveTo>
                  <a:cubicBezTo>
                    <a:pt x="51119" y="66393"/>
                    <a:pt x="66455" y="51710"/>
                    <a:pt x="66455" y="33197"/>
                  </a:cubicBezTo>
                  <a:cubicBezTo>
                    <a:pt x="66455" y="14683"/>
                    <a:pt x="51758" y="0"/>
                    <a:pt x="33228" y="0"/>
                  </a:cubicBezTo>
                  <a:cubicBezTo>
                    <a:pt x="14697" y="0"/>
                    <a:pt x="0" y="14683"/>
                    <a:pt x="0" y="33197"/>
                  </a:cubicBezTo>
                  <a:cubicBezTo>
                    <a:pt x="0" y="51710"/>
                    <a:pt x="15336" y="66393"/>
                    <a:pt x="33228" y="66393"/>
                  </a:cubicBezTo>
                  <a:close/>
                  <a:moveTo>
                    <a:pt x="14058" y="14683"/>
                  </a:moveTo>
                  <a:cubicBezTo>
                    <a:pt x="14058" y="12130"/>
                    <a:pt x="15336" y="10214"/>
                    <a:pt x="17253" y="8938"/>
                  </a:cubicBezTo>
                  <a:cubicBezTo>
                    <a:pt x="19170" y="7661"/>
                    <a:pt x="21726" y="7661"/>
                    <a:pt x="23643" y="8938"/>
                  </a:cubicBezTo>
                  <a:lnTo>
                    <a:pt x="56231" y="27451"/>
                  </a:lnTo>
                  <a:cubicBezTo>
                    <a:pt x="58148" y="28728"/>
                    <a:pt x="59426" y="30643"/>
                    <a:pt x="59426" y="33197"/>
                  </a:cubicBezTo>
                  <a:cubicBezTo>
                    <a:pt x="59426" y="35750"/>
                    <a:pt x="58148" y="37665"/>
                    <a:pt x="56231" y="38942"/>
                  </a:cubicBezTo>
                  <a:lnTo>
                    <a:pt x="23643" y="57456"/>
                  </a:lnTo>
                  <a:cubicBezTo>
                    <a:pt x="22365" y="58094"/>
                    <a:pt x="21726" y="58094"/>
                    <a:pt x="20448" y="58094"/>
                  </a:cubicBezTo>
                  <a:cubicBezTo>
                    <a:pt x="19170" y="58094"/>
                    <a:pt x="18531" y="58094"/>
                    <a:pt x="17253" y="57456"/>
                  </a:cubicBezTo>
                  <a:cubicBezTo>
                    <a:pt x="15336" y="56179"/>
                    <a:pt x="14058" y="54264"/>
                    <a:pt x="14058" y="51710"/>
                  </a:cubicBezTo>
                  <a:lnTo>
                    <a:pt x="14058" y="14683"/>
                  </a:lnTo>
                  <a:close/>
                </a:path>
              </a:pathLst>
            </a:custGeom>
            <a:solidFill>
              <a:srgbClr val="007680"/>
            </a:solidFill>
            <a:ln w="6390" cap="flat">
              <a:noFill/>
              <a:prstDash val="solid"/>
              <a:miter/>
            </a:ln>
          </p:spPr>
          <p:txBody>
            <a:bodyPr rtlCol="0" anchor="ctr"/>
            <a:lstStyle/>
            <a:p>
              <a:endParaRPr lang="en-US"/>
            </a:p>
          </p:txBody>
        </p:sp>
      </p:grpSp>
      <p:grpSp>
        <p:nvGrpSpPr>
          <p:cNvPr id="469" name="Graphic 4">
            <a:extLst>
              <a:ext uri="{FF2B5EF4-FFF2-40B4-BE49-F238E27FC236}">
                <a16:creationId xmlns:a16="http://schemas.microsoft.com/office/drawing/2014/main" id="{A9C81118-8DA2-4C4E-9870-9C409615140B}"/>
              </a:ext>
            </a:extLst>
          </p:cNvPr>
          <p:cNvGrpSpPr/>
          <p:nvPr/>
        </p:nvGrpSpPr>
        <p:grpSpPr>
          <a:xfrm>
            <a:off x="2561086" y="1893013"/>
            <a:ext cx="361670" cy="361333"/>
            <a:chOff x="2561086" y="1893013"/>
            <a:chExt cx="361670" cy="361333"/>
          </a:xfrm>
          <a:solidFill>
            <a:srgbClr val="007680"/>
          </a:solidFill>
        </p:grpSpPr>
        <p:sp>
          <p:nvSpPr>
            <p:cNvPr id="470" name="Graphic 4">
              <a:extLst>
                <a:ext uri="{FF2B5EF4-FFF2-40B4-BE49-F238E27FC236}">
                  <a16:creationId xmlns:a16="http://schemas.microsoft.com/office/drawing/2014/main" id="{0F679001-A735-A54D-BC66-FD5505EA0F3B}"/>
                </a:ext>
              </a:extLst>
            </p:cNvPr>
            <p:cNvSpPr/>
            <p:nvPr/>
          </p:nvSpPr>
          <p:spPr>
            <a:xfrm>
              <a:off x="2561086"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471" name="Graphic 4">
              <a:extLst>
                <a:ext uri="{FF2B5EF4-FFF2-40B4-BE49-F238E27FC236}">
                  <a16:creationId xmlns:a16="http://schemas.microsoft.com/office/drawing/2014/main" id="{8EDF214A-E1D7-C145-934F-A04A7BE3022F}"/>
                </a:ext>
              </a:extLst>
            </p:cNvPr>
            <p:cNvSpPr/>
            <p:nvPr/>
          </p:nvSpPr>
          <p:spPr>
            <a:xfrm>
              <a:off x="2638404" y="1985581"/>
              <a:ext cx="207033" cy="176197"/>
            </a:xfrm>
            <a:custGeom>
              <a:avLst/>
              <a:gdLst>
                <a:gd name="connsiteX0" fmla="*/ 200644 w 207033"/>
                <a:gd name="connsiteY0" fmla="*/ 0 h 176197"/>
                <a:gd name="connsiteX1" fmla="*/ 6390 w 207033"/>
                <a:gd name="connsiteY1" fmla="*/ 0 h 176197"/>
                <a:gd name="connsiteX2" fmla="*/ 0 w 207033"/>
                <a:gd name="connsiteY2" fmla="*/ 6384 h 176197"/>
                <a:gd name="connsiteX3" fmla="*/ 0 w 207033"/>
                <a:gd name="connsiteY3" fmla="*/ 169814 h 176197"/>
                <a:gd name="connsiteX4" fmla="*/ 6390 w 207033"/>
                <a:gd name="connsiteY4" fmla="*/ 176198 h 176197"/>
                <a:gd name="connsiteX5" fmla="*/ 200644 w 207033"/>
                <a:gd name="connsiteY5" fmla="*/ 176198 h 176197"/>
                <a:gd name="connsiteX6" fmla="*/ 207034 w 207033"/>
                <a:gd name="connsiteY6" fmla="*/ 169814 h 176197"/>
                <a:gd name="connsiteX7" fmla="*/ 207034 w 207033"/>
                <a:gd name="connsiteY7" fmla="*/ 6384 h 176197"/>
                <a:gd name="connsiteX8" fmla="*/ 200644 w 207033"/>
                <a:gd name="connsiteY8" fmla="*/ 0 h 176197"/>
                <a:gd name="connsiteX9" fmla="*/ 194254 w 207033"/>
                <a:gd name="connsiteY9" fmla="*/ 163430 h 176197"/>
                <a:gd name="connsiteX10" fmla="*/ 12780 w 207033"/>
                <a:gd name="connsiteY10" fmla="*/ 163430 h 176197"/>
                <a:gd name="connsiteX11" fmla="*/ 12780 w 207033"/>
                <a:gd name="connsiteY11" fmla="*/ 12768 h 176197"/>
                <a:gd name="connsiteX12" fmla="*/ 194254 w 207033"/>
                <a:gd name="connsiteY12" fmla="*/ 12768 h 176197"/>
                <a:gd name="connsiteX13" fmla="*/ 194254 w 207033"/>
                <a:gd name="connsiteY13" fmla="*/ 163430 h 176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7033" h="176197">
                  <a:moveTo>
                    <a:pt x="200644" y="0"/>
                  </a:moveTo>
                  <a:lnTo>
                    <a:pt x="6390" y="0"/>
                  </a:lnTo>
                  <a:cubicBezTo>
                    <a:pt x="2556" y="0"/>
                    <a:pt x="0" y="2554"/>
                    <a:pt x="0" y="6384"/>
                  </a:cubicBezTo>
                  <a:lnTo>
                    <a:pt x="0" y="169814"/>
                  </a:lnTo>
                  <a:cubicBezTo>
                    <a:pt x="0" y="173644"/>
                    <a:pt x="2556" y="176198"/>
                    <a:pt x="6390" y="176198"/>
                  </a:cubicBezTo>
                  <a:lnTo>
                    <a:pt x="200644" y="176198"/>
                  </a:lnTo>
                  <a:cubicBezTo>
                    <a:pt x="204478" y="176198"/>
                    <a:pt x="207034" y="173644"/>
                    <a:pt x="207034" y="169814"/>
                  </a:cubicBezTo>
                  <a:lnTo>
                    <a:pt x="207034" y="6384"/>
                  </a:lnTo>
                  <a:cubicBezTo>
                    <a:pt x="207034" y="3192"/>
                    <a:pt x="203839" y="0"/>
                    <a:pt x="200644" y="0"/>
                  </a:cubicBezTo>
                  <a:close/>
                  <a:moveTo>
                    <a:pt x="194254" y="163430"/>
                  </a:moveTo>
                  <a:lnTo>
                    <a:pt x="12780" y="163430"/>
                  </a:lnTo>
                  <a:lnTo>
                    <a:pt x="12780" y="12768"/>
                  </a:lnTo>
                  <a:lnTo>
                    <a:pt x="194254" y="12768"/>
                  </a:lnTo>
                  <a:lnTo>
                    <a:pt x="194254" y="163430"/>
                  </a:lnTo>
                  <a:close/>
                </a:path>
              </a:pathLst>
            </a:custGeom>
            <a:solidFill>
              <a:srgbClr val="007680"/>
            </a:solidFill>
            <a:ln w="6390" cap="flat">
              <a:noFill/>
              <a:prstDash val="solid"/>
              <a:miter/>
            </a:ln>
          </p:spPr>
          <p:txBody>
            <a:bodyPr rtlCol="0" anchor="ctr"/>
            <a:lstStyle/>
            <a:p>
              <a:endParaRPr lang="en-US"/>
            </a:p>
          </p:txBody>
        </p:sp>
        <p:sp>
          <p:nvSpPr>
            <p:cNvPr id="472" name="Graphic 4">
              <a:extLst>
                <a:ext uri="{FF2B5EF4-FFF2-40B4-BE49-F238E27FC236}">
                  <a16:creationId xmlns:a16="http://schemas.microsoft.com/office/drawing/2014/main" id="{7A581228-92FC-A341-A384-E1DBFC127ED2}"/>
                </a:ext>
              </a:extLst>
            </p:cNvPr>
            <p:cNvSpPr/>
            <p:nvPr/>
          </p:nvSpPr>
          <p:spPr>
            <a:xfrm>
              <a:off x="2736073" y="2034737"/>
              <a:ext cx="47822" cy="58732"/>
            </a:xfrm>
            <a:custGeom>
              <a:avLst/>
              <a:gdLst>
                <a:gd name="connsiteX0" fmla="*/ 5849 w 47822"/>
                <a:gd name="connsiteY0" fmla="*/ 58733 h 58732"/>
                <a:gd name="connsiteX1" fmla="*/ 12239 w 47822"/>
                <a:gd name="connsiteY1" fmla="*/ 52349 h 58732"/>
                <a:gd name="connsiteX2" fmla="*/ 12239 w 47822"/>
                <a:gd name="connsiteY2" fmla="*/ 41496 h 58732"/>
                <a:gd name="connsiteX3" fmla="*/ 20546 w 47822"/>
                <a:gd name="connsiteY3" fmla="*/ 33197 h 58732"/>
                <a:gd name="connsiteX4" fmla="*/ 35881 w 47822"/>
                <a:gd name="connsiteY4" fmla="*/ 56179 h 58732"/>
                <a:gd name="connsiteX5" fmla="*/ 40993 w 47822"/>
                <a:gd name="connsiteY5" fmla="*/ 58733 h 58732"/>
                <a:gd name="connsiteX6" fmla="*/ 44827 w 47822"/>
                <a:gd name="connsiteY6" fmla="*/ 57456 h 58732"/>
                <a:gd name="connsiteX7" fmla="*/ 46744 w 47822"/>
                <a:gd name="connsiteY7" fmla="*/ 48518 h 58732"/>
                <a:gd name="connsiteX8" fmla="*/ 30130 w 47822"/>
                <a:gd name="connsiteY8" fmla="*/ 23621 h 58732"/>
                <a:gd name="connsiteX9" fmla="*/ 43549 w 47822"/>
                <a:gd name="connsiteY9" fmla="*/ 10853 h 58732"/>
                <a:gd name="connsiteX10" fmla="*/ 43549 w 47822"/>
                <a:gd name="connsiteY10" fmla="*/ 1915 h 58732"/>
                <a:gd name="connsiteX11" fmla="*/ 34603 w 47822"/>
                <a:gd name="connsiteY11" fmla="*/ 1915 h 58732"/>
                <a:gd name="connsiteX12" fmla="*/ 12878 w 47822"/>
                <a:gd name="connsiteY12" fmla="*/ 23621 h 58732"/>
                <a:gd name="connsiteX13" fmla="*/ 12878 w 47822"/>
                <a:gd name="connsiteY13" fmla="*/ 7022 h 58732"/>
                <a:gd name="connsiteX14" fmla="*/ 6488 w 47822"/>
                <a:gd name="connsiteY14" fmla="*/ 638 h 58732"/>
                <a:gd name="connsiteX15" fmla="*/ 98 w 47822"/>
                <a:gd name="connsiteY15" fmla="*/ 7022 h 58732"/>
                <a:gd name="connsiteX16" fmla="*/ 98 w 47822"/>
                <a:gd name="connsiteY16" fmla="*/ 52349 h 58732"/>
                <a:gd name="connsiteX17" fmla="*/ 5849 w 47822"/>
                <a:gd name="connsiteY17" fmla="*/ 58733 h 5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7822" h="58732">
                  <a:moveTo>
                    <a:pt x="5849" y="58733"/>
                  </a:moveTo>
                  <a:cubicBezTo>
                    <a:pt x="9683" y="58733"/>
                    <a:pt x="12239" y="56179"/>
                    <a:pt x="12239" y="52349"/>
                  </a:cubicBezTo>
                  <a:lnTo>
                    <a:pt x="12239" y="41496"/>
                  </a:lnTo>
                  <a:lnTo>
                    <a:pt x="20546" y="33197"/>
                  </a:lnTo>
                  <a:lnTo>
                    <a:pt x="35881" y="56179"/>
                  </a:lnTo>
                  <a:cubicBezTo>
                    <a:pt x="37159" y="58094"/>
                    <a:pt x="39076" y="58733"/>
                    <a:pt x="40993" y="58733"/>
                  </a:cubicBezTo>
                  <a:cubicBezTo>
                    <a:pt x="42271" y="58733"/>
                    <a:pt x="43549" y="58094"/>
                    <a:pt x="44827" y="57456"/>
                  </a:cubicBezTo>
                  <a:cubicBezTo>
                    <a:pt x="48022" y="55541"/>
                    <a:pt x="48661" y="51710"/>
                    <a:pt x="46744" y="48518"/>
                  </a:cubicBezTo>
                  <a:lnTo>
                    <a:pt x="30130" y="23621"/>
                  </a:lnTo>
                  <a:lnTo>
                    <a:pt x="43549" y="10853"/>
                  </a:lnTo>
                  <a:cubicBezTo>
                    <a:pt x="46105" y="8299"/>
                    <a:pt x="46105" y="4469"/>
                    <a:pt x="43549" y="1915"/>
                  </a:cubicBezTo>
                  <a:cubicBezTo>
                    <a:pt x="40993" y="-638"/>
                    <a:pt x="37159" y="-638"/>
                    <a:pt x="34603" y="1915"/>
                  </a:cubicBezTo>
                  <a:lnTo>
                    <a:pt x="12878" y="23621"/>
                  </a:lnTo>
                  <a:lnTo>
                    <a:pt x="12878" y="7022"/>
                  </a:lnTo>
                  <a:cubicBezTo>
                    <a:pt x="12878" y="3192"/>
                    <a:pt x="10322" y="638"/>
                    <a:pt x="6488" y="638"/>
                  </a:cubicBezTo>
                  <a:cubicBezTo>
                    <a:pt x="2654" y="638"/>
                    <a:pt x="98" y="3192"/>
                    <a:pt x="98" y="7022"/>
                  </a:cubicBezTo>
                  <a:lnTo>
                    <a:pt x="98" y="52349"/>
                  </a:lnTo>
                  <a:cubicBezTo>
                    <a:pt x="-541" y="55541"/>
                    <a:pt x="2015" y="58733"/>
                    <a:pt x="5849" y="58733"/>
                  </a:cubicBezTo>
                  <a:close/>
                </a:path>
              </a:pathLst>
            </a:custGeom>
            <a:solidFill>
              <a:srgbClr val="007680"/>
            </a:solidFill>
            <a:ln w="6390" cap="flat">
              <a:noFill/>
              <a:prstDash val="solid"/>
              <a:miter/>
            </a:ln>
          </p:spPr>
          <p:txBody>
            <a:bodyPr rtlCol="0" anchor="ctr"/>
            <a:lstStyle/>
            <a:p>
              <a:endParaRPr lang="en-US"/>
            </a:p>
          </p:txBody>
        </p:sp>
        <p:sp>
          <p:nvSpPr>
            <p:cNvPr id="473" name="Graphic 4">
              <a:extLst>
                <a:ext uri="{FF2B5EF4-FFF2-40B4-BE49-F238E27FC236}">
                  <a16:creationId xmlns:a16="http://schemas.microsoft.com/office/drawing/2014/main" id="{9533A8A9-8E37-2C43-8A1F-7A680E79C2EB}"/>
                </a:ext>
              </a:extLst>
            </p:cNvPr>
            <p:cNvSpPr/>
            <p:nvPr/>
          </p:nvSpPr>
          <p:spPr>
            <a:xfrm>
              <a:off x="2687508" y="2034099"/>
              <a:ext cx="40994" cy="60009"/>
            </a:xfrm>
            <a:custGeom>
              <a:avLst/>
              <a:gdLst>
                <a:gd name="connsiteX0" fmla="*/ 99 w 40994"/>
                <a:gd name="connsiteY0" fmla="*/ 44049 h 60009"/>
                <a:gd name="connsiteX1" fmla="*/ 6489 w 40994"/>
                <a:gd name="connsiteY1" fmla="*/ 56179 h 60009"/>
                <a:gd name="connsiteX2" fmla="*/ 19908 w 40994"/>
                <a:gd name="connsiteY2" fmla="*/ 60009 h 60009"/>
                <a:gd name="connsiteX3" fmla="*/ 23742 w 40994"/>
                <a:gd name="connsiteY3" fmla="*/ 60009 h 60009"/>
                <a:gd name="connsiteX4" fmla="*/ 40995 w 40994"/>
                <a:gd name="connsiteY4" fmla="*/ 40857 h 60009"/>
                <a:gd name="connsiteX5" fmla="*/ 36522 w 40994"/>
                <a:gd name="connsiteY5" fmla="*/ 28089 h 60009"/>
                <a:gd name="connsiteX6" fmla="*/ 35883 w 40994"/>
                <a:gd name="connsiteY6" fmla="*/ 27451 h 60009"/>
                <a:gd name="connsiteX7" fmla="*/ 39078 w 40994"/>
                <a:gd name="connsiteY7" fmla="*/ 21706 h 60009"/>
                <a:gd name="connsiteX8" fmla="*/ 36522 w 40994"/>
                <a:gd name="connsiteY8" fmla="*/ 6384 h 60009"/>
                <a:gd name="connsiteX9" fmla="*/ 21186 w 40994"/>
                <a:gd name="connsiteY9" fmla="*/ 0 h 60009"/>
                <a:gd name="connsiteX10" fmla="*/ 6489 w 40994"/>
                <a:gd name="connsiteY10" fmla="*/ 5107 h 60009"/>
                <a:gd name="connsiteX11" fmla="*/ 2016 w 40994"/>
                <a:gd name="connsiteY11" fmla="*/ 15960 h 60009"/>
                <a:gd name="connsiteX12" fmla="*/ 5850 w 40994"/>
                <a:gd name="connsiteY12" fmla="*/ 27451 h 60009"/>
                <a:gd name="connsiteX13" fmla="*/ 4572 w 40994"/>
                <a:gd name="connsiteY13" fmla="*/ 28728 h 60009"/>
                <a:gd name="connsiteX14" fmla="*/ 99 w 40994"/>
                <a:gd name="connsiteY14" fmla="*/ 44049 h 60009"/>
                <a:gd name="connsiteX15" fmla="*/ 14796 w 40994"/>
                <a:gd name="connsiteY15" fmla="*/ 16598 h 60009"/>
                <a:gd name="connsiteX16" fmla="*/ 21186 w 40994"/>
                <a:gd name="connsiteY16" fmla="*/ 12768 h 60009"/>
                <a:gd name="connsiteX17" fmla="*/ 26298 w 40994"/>
                <a:gd name="connsiteY17" fmla="*/ 14045 h 60009"/>
                <a:gd name="connsiteX18" fmla="*/ 26298 w 40994"/>
                <a:gd name="connsiteY18" fmla="*/ 17875 h 60009"/>
                <a:gd name="connsiteX19" fmla="*/ 21825 w 40994"/>
                <a:gd name="connsiteY19" fmla="*/ 21706 h 60009"/>
                <a:gd name="connsiteX20" fmla="*/ 19269 w 40994"/>
                <a:gd name="connsiteY20" fmla="*/ 21706 h 60009"/>
                <a:gd name="connsiteX21" fmla="*/ 16074 w 40994"/>
                <a:gd name="connsiteY21" fmla="*/ 20429 h 60009"/>
                <a:gd name="connsiteX22" fmla="*/ 14796 w 40994"/>
                <a:gd name="connsiteY22" fmla="*/ 16598 h 60009"/>
                <a:gd name="connsiteX23" fmla="*/ 14796 w 40994"/>
                <a:gd name="connsiteY23" fmla="*/ 16598 h 60009"/>
                <a:gd name="connsiteX24" fmla="*/ 14157 w 40994"/>
                <a:gd name="connsiteY24" fmla="*/ 37027 h 60009"/>
                <a:gd name="connsiteX25" fmla="*/ 19908 w 40994"/>
                <a:gd name="connsiteY25" fmla="*/ 34473 h 60009"/>
                <a:gd name="connsiteX26" fmla="*/ 21825 w 40994"/>
                <a:gd name="connsiteY26" fmla="*/ 34473 h 60009"/>
                <a:gd name="connsiteX27" fmla="*/ 26937 w 40994"/>
                <a:gd name="connsiteY27" fmla="*/ 36389 h 60009"/>
                <a:gd name="connsiteX28" fmla="*/ 28215 w 40994"/>
                <a:gd name="connsiteY28" fmla="*/ 40219 h 60009"/>
                <a:gd name="connsiteX29" fmla="*/ 21825 w 40994"/>
                <a:gd name="connsiteY29" fmla="*/ 46603 h 60009"/>
                <a:gd name="connsiteX30" fmla="*/ 14796 w 40994"/>
                <a:gd name="connsiteY30" fmla="*/ 45326 h 60009"/>
                <a:gd name="connsiteX31" fmla="*/ 13518 w 40994"/>
                <a:gd name="connsiteY31" fmla="*/ 42134 h 60009"/>
                <a:gd name="connsiteX32" fmla="*/ 14157 w 40994"/>
                <a:gd name="connsiteY32" fmla="*/ 37027 h 60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994" h="60009">
                  <a:moveTo>
                    <a:pt x="99" y="44049"/>
                  </a:moveTo>
                  <a:cubicBezTo>
                    <a:pt x="738" y="49157"/>
                    <a:pt x="2655" y="52987"/>
                    <a:pt x="6489" y="56179"/>
                  </a:cubicBezTo>
                  <a:cubicBezTo>
                    <a:pt x="10323" y="59371"/>
                    <a:pt x="15435" y="60009"/>
                    <a:pt x="19908" y="60009"/>
                  </a:cubicBezTo>
                  <a:cubicBezTo>
                    <a:pt x="21186" y="60009"/>
                    <a:pt x="22464" y="60009"/>
                    <a:pt x="23742" y="60009"/>
                  </a:cubicBezTo>
                  <a:cubicBezTo>
                    <a:pt x="35244" y="58094"/>
                    <a:pt x="40995" y="51710"/>
                    <a:pt x="40995" y="40857"/>
                  </a:cubicBezTo>
                  <a:cubicBezTo>
                    <a:pt x="40995" y="35750"/>
                    <a:pt x="39717" y="31281"/>
                    <a:pt x="36522" y="28089"/>
                  </a:cubicBezTo>
                  <a:lnTo>
                    <a:pt x="35883" y="27451"/>
                  </a:lnTo>
                  <a:cubicBezTo>
                    <a:pt x="37161" y="25536"/>
                    <a:pt x="38439" y="23621"/>
                    <a:pt x="39078" y="21706"/>
                  </a:cubicBezTo>
                  <a:cubicBezTo>
                    <a:pt x="39717" y="19790"/>
                    <a:pt x="40995" y="12768"/>
                    <a:pt x="36522" y="6384"/>
                  </a:cubicBezTo>
                  <a:cubicBezTo>
                    <a:pt x="33966" y="3192"/>
                    <a:pt x="29493" y="0"/>
                    <a:pt x="21186" y="0"/>
                  </a:cubicBezTo>
                  <a:cubicBezTo>
                    <a:pt x="14796" y="0"/>
                    <a:pt x="10323" y="1915"/>
                    <a:pt x="6489" y="5107"/>
                  </a:cubicBezTo>
                  <a:cubicBezTo>
                    <a:pt x="2655" y="9576"/>
                    <a:pt x="2016" y="14683"/>
                    <a:pt x="2016" y="15960"/>
                  </a:cubicBezTo>
                  <a:cubicBezTo>
                    <a:pt x="2016" y="19790"/>
                    <a:pt x="3294" y="24259"/>
                    <a:pt x="5850" y="27451"/>
                  </a:cubicBezTo>
                  <a:cubicBezTo>
                    <a:pt x="5211" y="28089"/>
                    <a:pt x="5211" y="28089"/>
                    <a:pt x="4572" y="28728"/>
                  </a:cubicBezTo>
                  <a:cubicBezTo>
                    <a:pt x="2016" y="31920"/>
                    <a:pt x="-540" y="36389"/>
                    <a:pt x="99" y="44049"/>
                  </a:cubicBezTo>
                  <a:close/>
                  <a:moveTo>
                    <a:pt x="14796" y="16598"/>
                  </a:moveTo>
                  <a:cubicBezTo>
                    <a:pt x="14796" y="14045"/>
                    <a:pt x="16713" y="12768"/>
                    <a:pt x="21186" y="12768"/>
                  </a:cubicBezTo>
                  <a:cubicBezTo>
                    <a:pt x="23742" y="12768"/>
                    <a:pt x="25659" y="13406"/>
                    <a:pt x="26298" y="14045"/>
                  </a:cubicBezTo>
                  <a:cubicBezTo>
                    <a:pt x="26937" y="14683"/>
                    <a:pt x="26937" y="16598"/>
                    <a:pt x="26298" y="17875"/>
                  </a:cubicBezTo>
                  <a:cubicBezTo>
                    <a:pt x="26298" y="18514"/>
                    <a:pt x="25020" y="21067"/>
                    <a:pt x="21825" y="21706"/>
                  </a:cubicBezTo>
                  <a:cubicBezTo>
                    <a:pt x="21186" y="21706"/>
                    <a:pt x="19908" y="21706"/>
                    <a:pt x="19269" y="21706"/>
                  </a:cubicBezTo>
                  <a:cubicBezTo>
                    <a:pt x="17991" y="21706"/>
                    <a:pt x="16713" y="20429"/>
                    <a:pt x="16074" y="20429"/>
                  </a:cubicBezTo>
                  <a:cubicBezTo>
                    <a:pt x="14796" y="19152"/>
                    <a:pt x="14157" y="17875"/>
                    <a:pt x="14796" y="16598"/>
                  </a:cubicBezTo>
                  <a:lnTo>
                    <a:pt x="14796" y="16598"/>
                  </a:lnTo>
                  <a:close/>
                  <a:moveTo>
                    <a:pt x="14157" y="37027"/>
                  </a:moveTo>
                  <a:cubicBezTo>
                    <a:pt x="15435" y="35750"/>
                    <a:pt x="17352" y="35112"/>
                    <a:pt x="19908" y="34473"/>
                  </a:cubicBezTo>
                  <a:cubicBezTo>
                    <a:pt x="20547" y="34473"/>
                    <a:pt x="21186" y="34473"/>
                    <a:pt x="21825" y="34473"/>
                  </a:cubicBezTo>
                  <a:cubicBezTo>
                    <a:pt x="24381" y="35112"/>
                    <a:pt x="26298" y="35750"/>
                    <a:pt x="26937" y="36389"/>
                  </a:cubicBezTo>
                  <a:cubicBezTo>
                    <a:pt x="27576" y="37027"/>
                    <a:pt x="28215" y="37665"/>
                    <a:pt x="28215" y="40219"/>
                  </a:cubicBezTo>
                  <a:cubicBezTo>
                    <a:pt x="28215" y="44688"/>
                    <a:pt x="26937" y="45965"/>
                    <a:pt x="21825" y="46603"/>
                  </a:cubicBezTo>
                  <a:cubicBezTo>
                    <a:pt x="19908" y="46603"/>
                    <a:pt x="16713" y="46603"/>
                    <a:pt x="14796" y="45326"/>
                  </a:cubicBezTo>
                  <a:cubicBezTo>
                    <a:pt x="14157" y="44688"/>
                    <a:pt x="13518" y="44049"/>
                    <a:pt x="13518" y="42134"/>
                  </a:cubicBezTo>
                  <a:cubicBezTo>
                    <a:pt x="12879" y="40219"/>
                    <a:pt x="12879" y="38304"/>
                    <a:pt x="14157" y="37027"/>
                  </a:cubicBezTo>
                  <a:close/>
                </a:path>
              </a:pathLst>
            </a:custGeom>
            <a:solidFill>
              <a:srgbClr val="007680"/>
            </a:solidFill>
            <a:ln w="6390" cap="flat">
              <a:noFill/>
              <a:prstDash val="solid"/>
              <a:miter/>
            </a:ln>
          </p:spPr>
          <p:txBody>
            <a:bodyPr rtlCol="0" anchor="ctr"/>
            <a:lstStyle/>
            <a:p>
              <a:endParaRPr lang="en-US"/>
            </a:p>
          </p:txBody>
        </p:sp>
        <p:sp>
          <p:nvSpPr>
            <p:cNvPr id="474" name="Graphic 4">
              <a:extLst>
                <a:ext uri="{FF2B5EF4-FFF2-40B4-BE49-F238E27FC236}">
                  <a16:creationId xmlns:a16="http://schemas.microsoft.com/office/drawing/2014/main" id="{EBC72101-DF51-BF4C-AAC3-AACCF224E20A}"/>
                </a:ext>
              </a:extLst>
            </p:cNvPr>
            <p:cNvSpPr/>
            <p:nvPr/>
          </p:nvSpPr>
          <p:spPr>
            <a:xfrm>
              <a:off x="2660130" y="2108792"/>
              <a:ext cx="164221" cy="38303"/>
            </a:xfrm>
            <a:custGeom>
              <a:avLst/>
              <a:gdLst>
                <a:gd name="connsiteX0" fmla="*/ 6390 w 164221"/>
                <a:gd name="connsiteY0" fmla="*/ 25536 h 38303"/>
                <a:gd name="connsiteX1" fmla="*/ 16614 w 164221"/>
                <a:gd name="connsiteY1" fmla="*/ 25536 h 38303"/>
                <a:gd name="connsiteX2" fmla="*/ 16614 w 164221"/>
                <a:gd name="connsiteY2" fmla="*/ 31920 h 38303"/>
                <a:gd name="connsiteX3" fmla="*/ 23004 w 164221"/>
                <a:gd name="connsiteY3" fmla="*/ 38304 h 38303"/>
                <a:gd name="connsiteX4" fmla="*/ 40257 w 164221"/>
                <a:gd name="connsiteY4" fmla="*/ 38304 h 38303"/>
                <a:gd name="connsiteX5" fmla="*/ 46647 w 164221"/>
                <a:gd name="connsiteY5" fmla="*/ 31920 h 38303"/>
                <a:gd name="connsiteX6" fmla="*/ 46647 w 164221"/>
                <a:gd name="connsiteY6" fmla="*/ 25536 h 38303"/>
                <a:gd name="connsiteX7" fmla="*/ 157832 w 164221"/>
                <a:gd name="connsiteY7" fmla="*/ 25536 h 38303"/>
                <a:gd name="connsiteX8" fmla="*/ 164221 w 164221"/>
                <a:gd name="connsiteY8" fmla="*/ 19152 h 38303"/>
                <a:gd name="connsiteX9" fmla="*/ 157832 w 164221"/>
                <a:gd name="connsiteY9" fmla="*/ 12768 h 38303"/>
                <a:gd name="connsiteX10" fmla="*/ 46647 w 164221"/>
                <a:gd name="connsiteY10" fmla="*/ 12768 h 38303"/>
                <a:gd name="connsiteX11" fmla="*/ 46647 w 164221"/>
                <a:gd name="connsiteY11" fmla="*/ 6384 h 38303"/>
                <a:gd name="connsiteX12" fmla="*/ 40257 w 164221"/>
                <a:gd name="connsiteY12" fmla="*/ 0 h 38303"/>
                <a:gd name="connsiteX13" fmla="*/ 23004 w 164221"/>
                <a:gd name="connsiteY13" fmla="*/ 0 h 38303"/>
                <a:gd name="connsiteX14" fmla="*/ 16614 w 164221"/>
                <a:gd name="connsiteY14" fmla="*/ 6384 h 38303"/>
                <a:gd name="connsiteX15" fmla="*/ 16614 w 164221"/>
                <a:gd name="connsiteY15" fmla="*/ 12768 h 38303"/>
                <a:gd name="connsiteX16" fmla="*/ 6390 w 164221"/>
                <a:gd name="connsiteY16" fmla="*/ 12768 h 38303"/>
                <a:gd name="connsiteX17" fmla="*/ 0 w 164221"/>
                <a:gd name="connsiteY17" fmla="*/ 19152 h 38303"/>
                <a:gd name="connsiteX18" fmla="*/ 6390 w 164221"/>
                <a:gd name="connsiteY18" fmla="*/ 25536 h 38303"/>
                <a:gd name="connsiteX19" fmla="*/ 29394 w 164221"/>
                <a:gd name="connsiteY19" fmla="*/ 12768 h 38303"/>
                <a:gd name="connsiteX20" fmla="*/ 33867 w 164221"/>
                <a:gd name="connsiteY20" fmla="*/ 12768 h 38303"/>
                <a:gd name="connsiteX21" fmla="*/ 33867 w 164221"/>
                <a:gd name="connsiteY21" fmla="*/ 24897 h 38303"/>
                <a:gd name="connsiteX22" fmla="*/ 29394 w 164221"/>
                <a:gd name="connsiteY22" fmla="*/ 24897 h 38303"/>
                <a:gd name="connsiteX23" fmla="*/ 29394 w 164221"/>
                <a:gd name="connsiteY23" fmla="*/ 12768 h 3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64221" h="38303">
                  <a:moveTo>
                    <a:pt x="6390" y="25536"/>
                  </a:moveTo>
                  <a:lnTo>
                    <a:pt x="16614" y="25536"/>
                  </a:lnTo>
                  <a:lnTo>
                    <a:pt x="16614" y="31920"/>
                  </a:lnTo>
                  <a:cubicBezTo>
                    <a:pt x="16614" y="35750"/>
                    <a:pt x="19170" y="38304"/>
                    <a:pt x="23004" y="38304"/>
                  </a:cubicBezTo>
                  <a:lnTo>
                    <a:pt x="40257" y="38304"/>
                  </a:lnTo>
                  <a:cubicBezTo>
                    <a:pt x="44091" y="38304"/>
                    <a:pt x="46647" y="35750"/>
                    <a:pt x="46647" y="31920"/>
                  </a:cubicBezTo>
                  <a:lnTo>
                    <a:pt x="46647" y="25536"/>
                  </a:lnTo>
                  <a:lnTo>
                    <a:pt x="157832" y="25536"/>
                  </a:lnTo>
                  <a:cubicBezTo>
                    <a:pt x="161666" y="25536"/>
                    <a:pt x="164221" y="22982"/>
                    <a:pt x="164221" y="19152"/>
                  </a:cubicBezTo>
                  <a:cubicBezTo>
                    <a:pt x="164221" y="15322"/>
                    <a:pt x="161666" y="12768"/>
                    <a:pt x="157832" y="12768"/>
                  </a:cubicBezTo>
                  <a:lnTo>
                    <a:pt x="46647" y="12768"/>
                  </a:lnTo>
                  <a:lnTo>
                    <a:pt x="46647" y="6384"/>
                  </a:lnTo>
                  <a:cubicBezTo>
                    <a:pt x="46647" y="2554"/>
                    <a:pt x="44091" y="0"/>
                    <a:pt x="40257" y="0"/>
                  </a:cubicBezTo>
                  <a:lnTo>
                    <a:pt x="23004" y="0"/>
                  </a:lnTo>
                  <a:cubicBezTo>
                    <a:pt x="19170" y="0"/>
                    <a:pt x="16614" y="2554"/>
                    <a:pt x="16614" y="6384"/>
                  </a:cubicBezTo>
                  <a:lnTo>
                    <a:pt x="16614" y="12768"/>
                  </a:lnTo>
                  <a:lnTo>
                    <a:pt x="6390" y="12768"/>
                  </a:lnTo>
                  <a:cubicBezTo>
                    <a:pt x="2556" y="12768"/>
                    <a:pt x="0" y="15322"/>
                    <a:pt x="0" y="19152"/>
                  </a:cubicBezTo>
                  <a:cubicBezTo>
                    <a:pt x="0" y="22982"/>
                    <a:pt x="3195" y="25536"/>
                    <a:pt x="6390" y="25536"/>
                  </a:cubicBezTo>
                  <a:close/>
                  <a:moveTo>
                    <a:pt x="29394" y="12768"/>
                  </a:moveTo>
                  <a:lnTo>
                    <a:pt x="33867" y="12768"/>
                  </a:lnTo>
                  <a:lnTo>
                    <a:pt x="33867" y="24897"/>
                  </a:lnTo>
                  <a:lnTo>
                    <a:pt x="29394" y="24897"/>
                  </a:lnTo>
                  <a:lnTo>
                    <a:pt x="29394" y="12768"/>
                  </a:lnTo>
                  <a:close/>
                </a:path>
              </a:pathLst>
            </a:custGeom>
            <a:solidFill>
              <a:srgbClr val="007680"/>
            </a:solidFill>
            <a:ln w="6390" cap="flat">
              <a:noFill/>
              <a:prstDash val="solid"/>
              <a:miter/>
            </a:ln>
          </p:spPr>
          <p:txBody>
            <a:bodyPr rtlCol="0" anchor="ctr"/>
            <a:lstStyle/>
            <a:p>
              <a:endParaRPr lang="en-US"/>
            </a:p>
          </p:txBody>
        </p:sp>
      </p:grpSp>
      <p:grpSp>
        <p:nvGrpSpPr>
          <p:cNvPr id="475" name="Graphic 4">
            <a:extLst>
              <a:ext uri="{FF2B5EF4-FFF2-40B4-BE49-F238E27FC236}">
                <a16:creationId xmlns:a16="http://schemas.microsoft.com/office/drawing/2014/main" id="{6012C006-F385-7541-98F4-C58696A29865}"/>
              </a:ext>
            </a:extLst>
          </p:cNvPr>
          <p:cNvGrpSpPr/>
          <p:nvPr/>
        </p:nvGrpSpPr>
        <p:grpSpPr>
          <a:xfrm>
            <a:off x="1952764" y="3339623"/>
            <a:ext cx="361670" cy="361333"/>
            <a:chOff x="1952764" y="3339623"/>
            <a:chExt cx="361670" cy="361333"/>
          </a:xfrm>
          <a:solidFill>
            <a:srgbClr val="007680"/>
          </a:solidFill>
        </p:grpSpPr>
        <p:sp>
          <p:nvSpPr>
            <p:cNvPr id="476" name="Graphic 4">
              <a:extLst>
                <a:ext uri="{FF2B5EF4-FFF2-40B4-BE49-F238E27FC236}">
                  <a16:creationId xmlns:a16="http://schemas.microsoft.com/office/drawing/2014/main" id="{9E77F71E-54F5-BA4B-8192-6645A6F89C9A}"/>
                </a:ext>
              </a:extLst>
            </p:cNvPr>
            <p:cNvSpPr/>
            <p:nvPr/>
          </p:nvSpPr>
          <p:spPr>
            <a:xfrm>
              <a:off x="2061215" y="3573277"/>
              <a:ext cx="27833" cy="23646"/>
            </a:xfrm>
            <a:custGeom>
              <a:avLst/>
              <a:gdLst>
                <a:gd name="connsiteX0" fmla="*/ 23821 w 27833"/>
                <a:gd name="connsiteY0" fmla="*/ 1916 h 23646"/>
                <a:gd name="connsiteX1" fmla="*/ 16792 w 27833"/>
                <a:gd name="connsiteY1" fmla="*/ 0 h 23646"/>
                <a:gd name="connsiteX2" fmla="*/ 12319 w 27833"/>
                <a:gd name="connsiteY2" fmla="*/ 639 h 23646"/>
                <a:gd name="connsiteX3" fmla="*/ 178 w 27833"/>
                <a:gd name="connsiteY3" fmla="*/ 15960 h 23646"/>
                <a:gd name="connsiteX4" fmla="*/ 4012 w 27833"/>
                <a:gd name="connsiteY4" fmla="*/ 21706 h 23646"/>
                <a:gd name="connsiteX5" fmla="*/ 15514 w 27833"/>
                <a:gd name="connsiteY5" fmla="*/ 22983 h 23646"/>
                <a:gd name="connsiteX6" fmla="*/ 27655 w 27833"/>
                <a:gd name="connsiteY6" fmla="*/ 7661 h 23646"/>
                <a:gd name="connsiteX7" fmla="*/ 23821 w 27833"/>
                <a:gd name="connsiteY7" fmla="*/ 1916 h 2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833" h="23646">
                  <a:moveTo>
                    <a:pt x="23821" y="1916"/>
                  </a:moveTo>
                  <a:cubicBezTo>
                    <a:pt x="21904" y="639"/>
                    <a:pt x="19348" y="0"/>
                    <a:pt x="16792" y="0"/>
                  </a:cubicBezTo>
                  <a:cubicBezTo>
                    <a:pt x="15514" y="0"/>
                    <a:pt x="13597" y="0"/>
                    <a:pt x="12319" y="639"/>
                  </a:cubicBezTo>
                  <a:cubicBezTo>
                    <a:pt x="4651" y="2554"/>
                    <a:pt x="-1100" y="9576"/>
                    <a:pt x="178" y="15960"/>
                  </a:cubicBezTo>
                  <a:cubicBezTo>
                    <a:pt x="817" y="19152"/>
                    <a:pt x="2734" y="20429"/>
                    <a:pt x="4012" y="21706"/>
                  </a:cubicBezTo>
                  <a:cubicBezTo>
                    <a:pt x="7207" y="23621"/>
                    <a:pt x="11680" y="24259"/>
                    <a:pt x="15514" y="22983"/>
                  </a:cubicBezTo>
                  <a:cubicBezTo>
                    <a:pt x="23182" y="21067"/>
                    <a:pt x="28933" y="14045"/>
                    <a:pt x="27655" y="7661"/>
                  </a:cubicBezTo>
                  <a:cubicBezTo>
                    <a:pt x="27016" y="5107"/>
                    <a:pt x="25099" y="3192"/>
                    <a:pt x="23821" y="1916"/>
                  </a:cubicBezTo>
                  <a:close/>
                </a:path>
              </a:pathLst>
            </a:custGeom>
            <a:solidFill>
              <a:srgbClr val="007680"/>
            </a:solidFill>
            <a:ln w="6390" cap="flat">
              <a:noFill/>
              <a:prstDash val="solid"/>
              <a:miter/>
            </a:ln>
          </p:spPr>
          <p:txBody>
            <a:bodyPr rtlCol="0" anchor="ctr"/>
            <a:lstStyle/>
            <a:p>
              <a:endParaRPr lang="en-US"/>
            </a:p>
          </p:txBody>
        </p:sp>
        <p:sp>
          <p:nvSpPr>
            <p:cNvPr id="477" name="Graphic 4">
              <a:extLst>
                <a:ext uri="{FF2B5EF4-FFF2-40B4-BE49-F238E27FC236}">
                  <a16:creationId xmlns:a16="http://schemas.microsoft.com/office/drawing/2014/main" id="{DB42C4A1-7038-2C42-9933-C3602F0CF770}"/>
                </a:ext>
              </a:extLst>
            </p:cNvPr>
            <p:cNvSpPr/>
            <p:nvPr/>
          </p:nvSpPr>
          <p:spPr>
            <a:xfrm>
              <a:off x="2014747" y="3496669"/>
              <a:ext cx="3834" cy="35750"/>
            </a:xfrm>
            <a:custGeom>
              <a:avLst/>
              <a:gdLst>
                <a:gd name="connsiteX0" fmla="*/ 3834 w 3834"/>
                <a:gd name="connsiteY0" fmla="*/ 32559 h 35750"/>
                <a:gd name="connsiteX1" fmla="*/ 3834 w 3834"/>
                <a:gd name="connsiteY1" fmla="*/ 1916 h 35750"/>
                <a:gd name="connsiteX2" fmla="*/ 0 w 3834"/>
                <a:gd name="connsiteY2" fmla="*/ 0 h 35750"/>
                <a:gd name="connsiteX3" fmla="*/ 0 w 3834"/>
                <a:gd name="connsiteY3" fmla="*/ 35751 h 35750"/>
                <a:gd name="connsiteX4" fmla="*/ 3834 w 3834"/>
                <a:gd name="connsiteY4" fmla="*/ 33835 h 35750"/>
                <a:gd name="connsiteX5" fmla="*/ 3834 w 3834"/>
                <a:gd name="connsiteY5" fmla="*/ 32559 h 3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4" h="35750">
                  <a:moveTo>
                    <a:pt x="3834" y="32559"/>
                  </a:moveTo>
                  <a:lnTo>
                    <a:pt x="3834" y="1916"/>
                  </a:lnTo>
                  <a:cubicBezTo>
                    <a:pt x="2556" y="1277"/>
                    <a:pt x="1278" y="639"/>
                    <a:pt x="0" y="0"/>
                  </a:cubicBezTo>
                  <a:lnTo>
                    <a:pt x="0" y="35751"/>
                  </a:lnTo>
                  <a:cubicBezTo>
                    <a:pt x="1278" y="35112"/>
                    <a:pt x="2556" y="34474"/>
                    <a:pt x="3834" y="33835"/>
                  </a:cubicBezTo>
                  <a:cubicBezTo>
                    <a:pt x="3834" y="33197"/>
                    <a:pt x="3834" y="32559"/>
                    <a:pt x="3834" y="32559"/>
                  </a:cubicBezTo>
                  <a:close/>
                </a:path>
              </a:pathLst>
            </a:custGeom>
            <a:solidFill>
              <a:srgbClr val="007680"/>
            </a:solidFill>
            <a:ln w="6390" cap="flat">
              <a:noFill/>
              <a:prstDash val="solid"/>
              <a:miter/>
            </a:ln>
          </p:spPr>
          <p:txBody>
            <a:bodyPr rtlCol="0" anchor="ctr"/>
            <a:lstStyle/>
            <a:p>
              <a:endParaRPr lang="en-US"/>
            </a:p>
          </p:txBody>
        </p:sp>
        <p:sp>
          <p:nvSpPr>
            <p:cNvPr id="478" name="Graphic 4">
              <a:extLst>
                <a:ext uri="{FF2B5EF4-FFF2-40B4-BE49-F238E27FC236}">
                  <a16:creationId xmlns:a16="http://schemas.microsoft.com/office/drawing/2014/main" id="{D87485FE-B030-2E4E-BE84-3BC3FC274DB1}"/>
                </a:ext>
              </a:extLst>
            </p:cNvPr>
            <p:cNvSpPr/>
            <p:nvPr/>
          </p:nvSpPr>
          <p:spPr>
            <a:xfrm>
              <a:off x="2102289" y="3446874"/>
              <a:ext cx="62621" cy="47241"/>
            </a:xfrm>
            <a:custGeom>
              <a:avLst/>
              <a:gdLst>
                <a:gd name="connsiteX0" fmla="*/ 0 w 62621"/>
                <a:gd name="connsiteY0" fmla="*/ 22344 h 47241"/>
                <a:gd name="connsiteX1" fmla="*/ 0 w 62621"/>
                <a:gd name="connsiteY1" fmla="*/ 47242 h 47241"/>
                <a:gd name="connsiteX2" fmla="*/ 62621 w 62621"/>
                <a:gd name="connsiteY2" fmla="*/ 24898 h 47241"/>
                <a:gd name="connsiteX3" fmla="*/ 62621 w 62621"/>
                <a:gd name="connsiteY3" fmla="*/ 0 h 47241"/>
              </a:gdLst>
              <a:ahLst/>
              <a:cxnLst>
                <a:cxn ang="0">
                  <a:pos x="connsiteX0" y="connsiteY0"/>
                </a:cxn>
                <a:cxn ang="0">
                  <a:pos x="connsiteX1" y="connsiteY1"/>
                </a:cxn>
                <a:cxn ang="0">
                  <a:pos x="connsiteX2" y="connsiteY2"/>
                </a:cxn>
                <a:cxn ang="0">
                  <a:pos x="connsiteX3" y="connsiteY3"/>
                </a:cxn>
              </a:cxnLst>
              <a:rect l="l" t="t" r="r" b="b"/>
              <a:pathLst>
                <a:path w="62621" h="47241">
                  <a:moveTo>
                    <a:pt x="0" y="22344"/>
                  </a:moveTo>
                  <a:lnTo>
                    <a:pt x="0" y="47242"/>
                  </a:lnTo>
                  <a:lnTo>
                    <a:pt x="62621" y="24898"/>
                  </a:lnTo>
                  <a:lnTo>
                    <a:pt x="62621" y="0"/>
                  </a:lnTo>
                  <a:close/>
                </a:path>
              </a:pathLst>
            </a:custGeom>
            <a:solidFill>
              <a:srgbClr val="007680"/>
            </a:solidFill>
            <a:ln w="6390" cap="flat">
              <a:noFill/>
              <a:prstDash val="solid"/>
              <a:miter/>
            </a:ln>
          </p:spPr>
          <p:txBody>
            <a:bodyPr rtlCol="0" anchor="ctr"/>
            <a:lstStyle/>
            <a:p>
              <a:endParaRPr lang="en-US"/>
            </a:p>
          </p:txBody>
        </p:sp>
        <p:sp>
          <p:nvSpPr>
            <p:cNvPr id="479" name="Graphic 4">
              <a:extLst>
                <a:ext uri="{FF2B5EF4-FFF2-40B4-BE49-F238E27FC236}">
                  <a16:creationId xmlns:a16="http://schemas.microsoft.com/office/drawing/2014/main" id="{13F5E2A0-D0F1-1247-A6C1-D05D101D3744}"/>
                </a:ext>
              </a:extLst>
            </p:cNvPr>
            <p:cNvSpPr/>
            <p:nvPr/>
          </p:nvSpPr>
          <p:spPr>
            <a:xfrm>
              <a:off x="2068422" y="3496031"/>
              <a:ext cx="3833" cy="36388"/>
            </a:xfrm>
            <a:custGeom>
              <a:avLst/>
              <a:gdLst>
                <a:gd name="connsiteX0" fmla="*/ 3834 w 3833"/>
                <a:gd name="connsiteY0" fmla="*/ 0 h 36388"/>
                <a:gd name="connsiteX1" fmla="*/ 0 w 3833"/>
                <a:gd name="connsiteY1" fmla="*/ 2554 h 36388"/>
                <a:gd name="connsiteX2" fmla="*/ 0 w 3833"/>
                <a:gd name="connsiteY2" fmla="*/ 3192 h 36388"/>
                <a:gd name="connsiteX3" fmla="*/ 0 w 3833"/>
                <a:gd name="connsiteY3" fmla="*/ 33197 h 36388"/>
                <a:gd name="connsiteX4" fmla="*/ 0 w 3833"/>
                <a:gd name="connsiteY4" fmla="*/ 33835 h 36388"/>
                <a:gd name="connsiteX5" fmla="*/ 3834 w 3833"/>
                <a:gd name="connsiteY5" fmla="*/ 36389 h 36388"/>
                <a:gd name="connsiteX6" fmla="*/ 3834 w 3833"/>
                <a:gd name="connsiteY6" fmla="*/ 0 h 36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33" h="36388">
                  <a:moveTo>
                    <a:pt x="3834" y="0"/>
                  </a:moveTo>
                  <a:cubicBezTo>
                    <a:pt x="2556" y="638"/>
                    <a:pt x="1278" y="1277"/>
                    <a:pt x="0" y="2554"/>
                  </a:cubicBezTo>
                  <a:cubicBezTo>
                    <a:pt x="0" y="2554"/>
                    <a:pt x="0" y="2554"/>
                    <a:pt x="0" y="3192"/>
                  </a:cubicBezTo>
                  <a:lnTo>
                    <a:pt x="0" y="33197"/>
                  </a:lnTo>
                  <a:lnTo>
                    <a:pt x="0" y="33835"/>
                  </a:lnTo>
                  <a:cubicBezTo>
                    <a:pt x="1278" y="35112"/>
                    <a:pt x="2556" y="35750"/>
                    <a:pt x="3834" y="36389"/>
                  </a:cubicBezTo>
                  <a:lnTo>
                    <a:pt x="3834" y="0"/>
                  </a:lnTo>
                  <a:close/>
                </a:path>
              </a:pathLst>
            </a:custGeom>
            <a:solidFill>
              <a:srgbClr val="007680"/>
            </a:solidFill>
            <a:ln w="6390" cap="flat">
              <a:noFill/>
              <a:prstDash val="solid"/>
              <a:miter/>
            </a:ln>
          </p:spPr>
          <p:txBody>
            <a:bodyPr rtlCol="0" anchor="ctr"/>
            <a:lstStyle/>
            <a:p>
              <a:endParaRPr lang="en-US"/>
            </a:p>
          </p:txBody>
        </p:sp>
        <p:sp>
          <p:nvSpPr>
            <p:cNvPr id="480" name="Graphic 4">
              <a:extLst>
                <a:ext uri="{FF2B5EF4-FFF2-40B4-BE49-F238E27FC236}">
                  <a16:creationId xmlns:a16="http://schemas.microsoft.com/office/drawing/2014/main" id="{2E24F98C-064F-2C40-8077-D64BD587FF50}"/>
                </a:ext>
              </a:extLst>
            </p:cNvPr>
            <p:cNvSpPr/>
            <p:nvPr/>
          </p:nvSpPr>
          <p:spPr>
            <a:xfrm>
              <a:off x="2194943" y="3496031"/>
              <a:ext cx="3834" cy="35750"/>
            </a:xfrm>
            <a:custGeom>
              <a:avLst/>
              <a:gdLst>
                <a:gd name="connsiteX0" fmla="*/ 3834 w 3834"/>
                <a:gd name="connsiteY0" fmla="*/ 33197 h 35750"/>
                <a:gd name="connsiteX1" fmla="*/ 3834 w 3834"/>
                <a:gd name="connsiteY1" fmla="*/ 3192 h 35750"/>
                <a:gd name="connsiteX2" fmla="*/ 3834 w 3834"/>
                <a:gd name="connsiteY2" fmla="*/ 2554 h 35750"/>
                <a:gd name="connsiteX3" fmla="*/ 0 w 3834"/>
                <a:gd name="connsiteY3" fmla="*/ 0 h 35750"/>
                <a:gd name="connsiteX4" fmla="*/ 0 w 3834"/>
                <a:gd name="connsiteY4" fmla="*/ 35750 h 35750"/>
                <a:gd name="connsiteX5" fmla="*/ 3834 w 3834"/>
                <a:gd name="connsiteY5" fmla="*/ 33197 h 35750"/>
                <a:gd name="connsiteX6" fmla="*/ 3834 w 3834"/>
                <a:gd name="connsiteY6" fmla="*/ 33197 h 3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34" h="35750">
                  <a:moveTo>
                    <a:pt x="3834" y="33197"/>
                  </a:moveTo>
                  <a:lnTo>
                    <a:pt x="3834" y="3192"/>
                  </a:lnTo>
                  <a:cubicBezTo>
                    <a:pt x="3834" y="3192"/>
                    <a:pt x="3834" y="3192"/>
                    <a:pt x="3834" y="2554"/>
                  </a:cubicBezTo>
                  <a:cubicBezTo>
                    <a:pt x="2556" y="1277"/>
                    <a:pt x="1278" y="638"/>
                    <a:pt x="0" y="0"/>
                  </a:cubicBezTo>
                  <a:lnTo>
                    <a:pt x="0" y="35750"/>
                  </a:lnTo>
                  <a:cubicBezTo>
                    <a:pt x="1278" y="35112"/>
                    <a:pt x="2556" y="34474"/>
                    <a:pt x="3834" y="33197"/>
                  </a:cubicBezTo>
                  <a:cubicBezTo>
                    <a:pt x="3834" y="33835"/>
                    <a:pt x="3834" y="33197"/>
                    <a:pt x="3834" y="33197"/>
                  </a:cubicBezTo>
                  <a:close/>
                </a:path>
              </a:pathLst>
            </a:custGeom>
            <a:solidFill>
              <a:srgbClr val="007680"/>
            </a:solidFill>
            <a:ln w="6390" cap="flat">
              <a:noFill/>
              <a:prstDash val="solid"/>
              <a:miter/>
            </a:ln>
          </p:spPr>
          <p:txBody>
            <a:bodyPr rtlCol="0" anchor="ctr"/>
            <a:lstStyle/>
            <a:p>
              <a:endParaRPr lang="en-US"/>
            </a:p>
          </p:txBody>
        </p:sp>
        <p:sp>
          <p:nvSpPr>
            <p:cNvPr id="481" name="Graphic 4">
              <a:extLst>
                <a:ext uri="{FF2B5EF4-FFF2-40B4-BE49-F238E27FC236}">
                  <a16:creationId xmlns:a16="http://schemas.microsoft.com/office/drawing/2014/main" id="{F504E6FB-9839-E349-A0C2-6F969B09D096}"/>
                </a:ext>
              </a:extLst>
            </p:cNvPr>
            <p:cNvSpPr/>
            <p:nvPr/>
          </p:nvSpPr>
          <p:spPr>
            <a:xfrm>
              <a:off x="2085036" y="3496031"/>
              <a:ext cx="4473" cy="37665"/>
            </a:xfrm>
            <a:custGeom>
              <a:avLst/>
              <a:gdLst>
                <a:gd name="connsiteX0" fmla="*/ 0 w 4473"/>
                <a:gd name="connsiteY0" fmla="*/ 0 h 37665"/>
                <a:gd name="connsiteX1" fmla="*/ 0 w 4473"/>
                <a:gd name="connsiteY1" fmla="*/ 37666 h 37665"/>
                <a:gd name="connsiteX2" fmla="*/ 4473 w 4473"/>
                <a:gd name="connsiteY2" fmla="*/ 35750 h 37665"/>
                <a:gd name="connsiteX3" fmla="*/ 4473 w 4473"/>
                <a:gd name="connsiteY3" fmla="*/ 3192 h 37665"/>
                <a:gd name="connsiteX4" fmla="*/ 0 w 4473"/>
                <a:gd name="connsiteY4" fmla="*/ 0 h 37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3" h="37665">
                  <a:moveTo>
                    <a:pt x="0" y="0"/>
                  </a:moveTo>
                  <a:lnTo>
                    <a:pt x="0" y="37666"/>
                  </a:lnTo>
                  <a:cubicBezTo>
                    <a:pt x="1278" y="37027"/>
                    <a:pt x="2556" y="36389"/>
                    <a:pt x="4473" y="35750"/>
                  </a:cubicBezTo>
                  <a:lnTo>
                    <a:pt x="4473" y="3192"/>
                  </a:lnTo>
                  <a:cubicBezTo>
                    <a:pt x="3195" y="1277"/>
                    <a:pt x="1917" y="638"/>
                    <a:pt x="0" y="0"/>
                  </a:cubicBezTo>
                  <a:close/>
                </a:path>
              </a:pathLst>
            </a:custGeom>
            <a:solidFill>
              <a:srgbClr val="007680"/>
            </a:solidFill>
            <a:ln w="6390" cap="flat">
              <a:noFill/>
              <a:prstDash val="solid"/>
              <a:miter/>
            </a:ln>
          </p:spPr>
          <p:txBody>
            <a:bodyPr rtlCol="0" anchor="ctr"/>
            <a:lstStyle/>
            <a:p>
              <a:endParaRPr lang="en-US"/>
            </a:p>
          </p:txBody>
        </p:sp>
        <p:sp>
          <p:nvSpPr>
            <p:cNvPr id="482" name="Graphic 4">
              <a:extLst>
                <a:ext uri="{FF2B5EF4-FFF2-40B4-BE49-F238E27FC236}">
                  <a16:creationId xmlns:a16="http://schemas.microsoft.com/office/drawing/2014/main" id="{6F586A33-1DB5-6641-92EE-D80DBD4696F3}"/>
                </a:ext>
              </a:extLst>
            </p:cNvPr>
            <p:cNvSpPr/>
            <p:nvPr/>
          </p:nvSpPr>
          <p:spPr>
            <a:xfrm>
              <a:off x="2249257" y="3496031"/>
              <a:ext cx="3834" cy="35750"/>
            </a:xfrm>
            <a:custGeom>
              <a:avLst/>
              <a:gdLst>
                <a:gd name="connsiteX0" fmla="*/ 0 w 3834"/>
                <a:gd name="connsiteY0" fmla="*/ 33197 h 35750"/>
                <a:gd name="connsiteX1" fmla="*/ 0 w 3834"/>
                <a:gd name="connsiteY1" fmla="*/ 33197 h 35750"/>
                <a:gd name="connsiteX2" fmla="*/ 3834 w 3834"/>
                <a:gd name="connsiteY2" fmla="*/ 35750 h 35750"/>
                <a:gd name="connsiteX3" fmla="*/ 3834 w 3834"/>
                <a:gd name="connsiteY3" fmla="*/ 0 h 35750"/>
                <a:gd name="connsiteX4" fmla="*/ 0 w 3834"/>
                <a:gd name="connsiteY4" fmla="*/ 1915 h 35750"/>
                <a:gd name="connsiteX5" fmla="*/ 0 w 3834"/>
                <a:gd name="connsiteY5" fmla="*/ 33197 h 3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4" h="35750">
                  <a:moveTo>
                    <a:pt x="0" y="33197"/>
                  </a:moveTo>
                  <a:lnTo>
                    <a:pt x="0" y="33197"/>
                  </a:lnTo>
                  <a:cubicBezTo>
                    <a:pt x="1278" y="34474"/>
                    <a:pt x="2556" y="35112"/>
                    <a:pt x="3834" y="35750"/>
                  </a:cubicBezTo>
                  <a:lnTo>
                    <a:pt x="3834" y="0"/>
                  </a:lnTo>
                  <a:cubicBezTo>
                    <a:pt x="2556" y="638"/>
                    <a:pt x="1278" y="1277"/>
                    <a:pt x="0" y="1915"/>
                  </a:cubicBezTo>
                  <a:lnTo>
                    <a:pt x="0" y="33197"/>
                  </a:lnTo>
                  <a:close/>
                </a:path>
              </a:pathLst>
            </a:custGeom>
            <a:solidFill>
              <a:srgbClr val="007680"/>
            </a:solidFill>
            <a:ln w="6390" cap="flat">
              <a:noFill/>
              <a:prstDash val="solid"/>
              <a:miter/>
            </a:ln>
          </p:spPr>
          <p:txBody>
            <a:bodyPr rtlCol="0" anchor="ctr"/>
            <a:lstStyle/>
            <a:p>
              <a:endParaRPr lang="en-US"/>
            </a:p>
          </p:txBody>
        </p:sp>
        <p:sp>
          <p:nvSpPr>
            <p:cNvPr id="483" name="Graphic 4">
              <a:extLst>
                <a:ext uri="{FF2B5EF4-FFF2-40B4-BE49-F238E27FC236}">
                  <a16:creationId xmlns:a16="http://schemas.microsoft.com/office/drawing/2014/main" id="{54EB1A45-223C-5E45-B37F-33C87760BE1A}"/>
                </a:ext>
              </a:extLst>
            </p:cNvPr>
            <p:cNvSpPr/>
            <p:nvPr/>
          </p:nvSpPr>
          <p:spPr>
            <a:xfrm>
              <a:off x="1952764"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313107 w 361670"/>
                <a:gd name="connsiteY5" fmla="*/ 206841 h 361333"/>
                <a:gd name="connsiteX6" fmla="*/ 311190 w 361670"/>
                <a:gd name="connsiteY6" fmla="*/ 206841 h 361333"/>
                <a:gd name="connsiteX7" fmla="*/ 307995 w 361670"/>
                <a:gd name="connsiteY7" fmla="*/ 206841 h 361333"/>
                <a:gd name="connsiteX8" fmla="*/ 283074 w 361670"/>
                <a:gd name="connsiteY8" fmla="*/ 196627 h 361333"/>
                <a:gd name="connsiteX9" fmla="*/ 276045 w 361670"/>
                <a:gd name="connsiteY9" fmla="*/ 190881 h 361333"/>
                <a:gd name="connsiteX10" fmla="*/ 275406 w 361670"/>
                <a:gd name="connsiteY10" fmla="*/ 181944 h 361333"/>
                <a:gd name="connsiteX11" fmla="*/ 283713 w 361670"/>
                <a:gd name="connsiteY11" fmla="*/ 180667 h 361333"/>
                <a:gd name="connsiteX12" fmla="*/ 283713 w 361670"/>
                <a:gd name="connsiteY12" fmla="*/ 171091 h 361333"/>
                <a:gd name="connsiteX13" fmla="*/ 255597 w 361670"/>
                <a:gd name="connsiteY13" fmla="*/ 199819 h 361333"/>
                <a:gd name="connsiteX14" fmla="*/ 233233 w 361670"/>
                <a:gd name="connsiteY14" fmla="*/ 208118 h 361333"/>
                <a:gd name="connsiteX15" fmla="*/ 224926 w 361670"/>
                <a:gd name="connsiteY15" fmla="*/ 206841 h 361333"/>
                <a:gd name="connsiteX16" fmla="*/ 224926 w 361670"/>
                <a:gd name="connsiteY16" fmla="*/ 218332 h 361333"/>
                <a:gd name="connsiteX17" fmla="*/ 224926 w 361670"/>
                <a:gd name="connsiteY17" fmla="*/ 218332 h 361333"/>
                <a:gd name="connsiteX18" fmla="*/ 203200 w 361670"/>
                <a:gd name="connsiteY18" fmla="*/ 243868 h 361333"/>
                <a:gd name="connsiteX19" fmla="*/ 195532 w 361670"/>
                <a:gd name="connsiteY19" fmla="*/ 245145 h 361333"/>
                <a:gd name="connsiteX20" fmla="*/ 181474 w 361670"/>
                <a:gd name="connsiteY20" fmla="*/ 241314 h 361333"/>
                <a:gd name="connsiteX21" fmla="*/ 171250 w 361670"/>
                <a:gd name="connsiteY21" fmla="*/ 227270 h 361333"/>
                <a:gd name="connsiteX22" fmla="*/ 192337 w 361670"/>
                <a:gd name="connsiteY22" fmla="*/ 197265 h 361333"/>
                <a:gd name="connsiteX23" fmla="*/ 211507 w 361670"/>
                <a:gd name="connsiteY23" fmla="*/ 198542 h 361333"/>
                <a:gd name="connsiteX24" fmla="*/ 211507 w 361670"/>
                <a:gd name="connsiteY24" fmla="*/ 146832 h 361333"/>
                <a:gd name="connsiteX25" fmla="*/ 148885 w 361670"/>
                <a:gd name="connsiteY25" fmla="*/ 169176 h 361333"/>
                <a:gd name="connsiteX26" fmla="*/ 148885 w 361670"/>
                <a:gd name="connsiteY26" fmla="*/ 245145 h 361333"/>
                <a:gd name="connsiteX27" fmla="*/ 148885 w 361670"/>
                <a:gd name="connsiteY27" fmla="*/ 245783 h 361333"/>
                <a:gd name="connsiteX28" fmla="*/ 127160 w 361670"/>
                <a:gd name="connsiteY28" fmla="*/ 270681 h 361333"/>
                <a:gd name="connsiteX29" fmla="*/ 119492 w 361670"/>
                <a:gd name="connsiteY29" fmla="*/ 271958 h 361333"/>
                <a:gd name="connsiteX30" fmla="*/ 105434 w 361670"/>
                <a:gd name="connsiteY30" fmla="*/ 268127 h 361333"/>
                <a:gd name="connsiteX31" fmla="*/ 95210 w 361670"/>
                <a:gd name="connsiteY31" fmla="*/ 254082 h 361333"/>
                <a:gd name="connsiteX32" fmla="*/ 116297 w 361670"/>
                <a:gd name="connsiteY32" fmla="*/ 224078 h 361333"/>
                <a:gd name="connsiteX33" fmla="*/ 135467 w 361670"/>
                <a:gd name="connsiteY33" fmla="*/ 225355 h 361333"/>
                <a:gd name="connsiteX34" fmla="*/ 135467 w 361670"/>
                <a:gd name="connsiteY34" fmla="*/ 207479 h 361333"/>
                <a:gd name="connsiteX35" fmla="*/ 127799 w 361670"/>
                <a:gd name="connsiteY35" fmla="*/ 208756 h 361333"/>
                <a:gd name="connsiteX36" fmla="*/ 105434 w 361670"/>
                <a:gd name="connsiteY36" fmla="*/ 200457 h 361333"/>
                <a:gd name="connsiteX37" fmla="*/ 77318 w 361670"/>
                <a:gd name="connsiteY37" fmla="*/ 171729 h 361333"/>
                <a:gd name="connsiteX38" fmla="*/ 77318 w 361670"/>
                <a:gd name="connsiteY38" fmla="*/ 181305 h 361333"/>
                <a:gd name="connsiteX39" fmla="*/ 85625 w 361670"/>
                <a:gd name="connsiteY39" fmla="*/ 182582 h 361333"/>
                <a:gd name="connsiteX40" fmla="*/ 84986 w 361670"/>
                <a:gd name="connsiteY40" fmla="*/ 191519 h 361333"/>
                <a:gd name="connsiteX41" fmla="*/ 77957 w 361670"/>
                <a:gd name="connsiteY41" fmla="*/ 197903 h 361333"/>
                <a:gd name="connsiteX42" fmla="*/ 53675 w 361670"/>
                <a:gd name="connsiteY42" fmla="*/ 208118 h 361333"/>
                <a:gd name="connsiteX43" fmla="*/ 50480 w 361670"/>
                <a:gd name="connsiteY43" fmla="*/ 208118 h 361333"/>
                <a:gd name="connsiteX44" fmla="*/ 48564 w 361670"/>
                <a:gd name="connsiteY44" fmla="*/ 208118 h 361333"/>
                <a:gd name="connsiteX45" fmla="*/ 42174 w 361670"/>
                <a:gd name="connsiteY45" fmla="*/ 201734 h 361333"/>
                <a:gd name="connsiteX46" fmla="*/ 48564 w 361670"/>
                <a:gd name="connsiteY46" fmla="*/ 195350 h 361333"/>
                <a:gd name="connsiteX47" fmla="*/ 49202 w 361670"/>
                <a:gd name="connsiteY47" fmla="*/ 195350 h 361333"/>
                <a:gd name="connsiteX48" fmla="*/ 49202 w 361670"/>
                <a:gd name="connsiteY48" fmla="*/ 156408 h 361333"/>
                <a:gd name="connsiteX49" fmla="*/ 49202 w 361670"/>
                <a:gd name="connsiteY49" fmla="*/ 156408 h 361333"/>
                <a:gd name="connsiteX50" fmla="*/ 42812 w 361670"/>
                <a:gd name="connsiteY50" fmla="*/ 150024 h 361333"/>
                <a:gd name="connsiteX51" fmla="*/ 49202 w 361670"/>
                <a:gd name="connsiteY51" fmla="*/ 143640 h 361333"/>
                <a:gd name="connsiteX52" fmla="*/ 50480 w 361670"/>
                <a:gd name="connsiteY52" fmla="*/ 143640 h 361333"/>
                <a:gd name="connsiteX53" fmla="*/ 78596 w 361670"/>
                <a:gd name="connsiteY53" fmla="*/ 153216 h 361333"/>
                <a:gd name="connsiteX54" fmla="*/ 103517 w 361670"/>
                <a:gd name="connsiteY54" fmla="*/ 178752 h 361333"/>
                <a:gd name="connsiteX55" fmla="*/ 103517 w 361670"/>
                <a:gd name="connsiteY55" fmla="*/ 170452 h 361333"/>
                <a:gd name="connsiteX56" fmla="*/ 102239 w 361670"/>
                <a:gd name="connsiteY56" fmla="*/ 170452 h 361333"/>
                <a:gd name="connsiteX57" fmla="*/ 97766 w 361670"/>
                <a:gd name="connsiteY57" fmla="*/ 168537 h 361333"/>
                <a:gd name="connsiteX58" fmla="*/ 98405 w 361670"/>
                <a:gd name="connsiteY58" fmla="*/ 159600 h 361333"/>
                <a:gd name="connsiteX59" fmla="*/ 107990 w 361670"/>
                <a:gd name="connsiteY59" fmla="*/ 150662 h 361333"/>
                <a:gd name="connsiteX60" fmla="*/ 127160 w 361670"/>
                <a:gd name="connsiteY60" fmla="*/ 143001 h 361333"/>
                <a:gd name="connsiteX61" fmla="*/ 137384 w 361670"/>
                <a:gd name="connsiteY61" fmla="*/ 144916 h 361333"/>
                <a:gd name="connsiteX62" fmla="*/ 137384 w 361670"/>
                <a:gd name="connsiteY62" fmla="*/ 126403 h 361333"/>
                <a:gd name="connsiteX63" fmla="*/ 141856 w 361670"/>
                <a:gd name="connsiteY63" fmla="*/ 120657 h 361333"/>
                <a:gd name="connsiteX64" fmla="*/ 217258 w 361670"/>
                <a:gd name="connsiteY64" fmla="*/ 93845 h 361333"/>
                <a:gd name="connsiteX65" fmla="*/ 218536 w 361670"/>
                <a:gd name="connsiteY65" fmla="*/ 93845 h 361333"/>
                <a:gd name="connsiteX66" fmla="*/ 219814 w 361670"/>
                <a:gd name="connsiteY66" fmla="*/ 93845 h 361333"/>
                <a:gd name="connsiteX67" fmla="*/ 219814 w 361670"/>
                <a:gd name="connsiteY67" fmla="*/ 93845 h 361333"/>
                <a:gd name="connsiteX68" fmla="*/ 221092 w 361670"/>
                <a:gd name="connsiteY68" fmla="*/ 93845 h 361333"/>
                <a:gd name="connsiteX69" fmla="*/ 222370 w 361670"/>
                <a:gd name="connsiteY69" fmla="*/ 93845 h 361333"/>
                <a:gd name="connsiteX70" fmla="*/ 223648 w 361670"/>
                <a:gd name="connsiteY70" fmla="*/ 94483 h 361333"/>
                <a:gd name="connsiteX71" fmla="*/ 224926 w 361670"/>
                <a:gd name="connsiteY71" fmla="*/ 95121 h 361333"/>
                <a:gd name="connsiteX72" fmla="*/ 225565 w 361670"/>
                <a:gd name="connsiteY72" fmla="*/ 95760 h 361333"/>
                <a:gd name="connsiteX73" fmla="*/ 226204 w 361670"/>
                <a:gd name="connsiteY73" fmla="*/ 97037 h 361333"/>
                <a:gd name="connsiteX74" fmla="*/ 226204 w 361670"/>
                <a:gd name="connsiteY74" fmla="*/ 97037 h 361333"/>
                <a:gd name="connsiteX75" fmla="*/ 226204 w 361670"/>
                <a:gd name="connsiteY75" fmla="*/ 98313 h 361333"/>
                <a:gd name="connsiteX76" fmla="*/ 226204 w 361670"/>
                <a:gd name="connsiteY76" fmla="*/ 99590 h 361333"/>
                <a:gd name="connsiteX77" fmla="*/ 226204 w 361670"/>
                <a:gd name="connsiteY77" fmla="*/ 145555 h 361333"/>
                <a:gd name="connsiteX78" fmla="*/ 237067 w 361670"/>
                <a:gd name="connsiteY78" fmla="*/ 143640 h 361333"/>
                <a:gd name="connsiteX79" fmla="*/ 256875 w 361670"/>
                <a:gd name="connsiteY79" fmla="*/ 151300 h 361333"/>
                <a:gd name="connsiteX80" fmla="*/ 265821 w 361670"/>
                <a:gd name="connsiteY80" fmla="*/ 159600 h 361333"/>
                <a:gd name="connsiteX81" fmla="*/ 266460 w 361670"/>
                <a:gd name="connsiteY81" fmla="*/ 168537 h 361333"/>
                <a:gd name="connsiteX82" fmla="*/ 261987 w 361670"/>
                <a:gd name="connsiteY82" fmla="*/ 170452 h 361333"/>
                <a:gd name="connsiteX83" fmla="*/ 260709 w 361670"/>
                <a:gd name="connsiteY83" fmla="*/ 170452 h 361333"/>
                <a:gd name="connsiteX84" fmla="*/ 260709 w 361670"/>
                <a:gd name="connsiteY84" fmla="*/ 178752 h 361333"/>
                <a:gd name="connsiteX85" fmla="*/ 284991 w 361670"/>
                <a:gd name="connsiteY85" fmla="*/ 153854 h 361333"/>
                <a:gd name="connsiteX86" fmla="*/ 313746 w 361670"/>
                <a:gd name="connsiteY86" fmla="*/ 143640 h 361333"/>
                <a:gd name="connsiteX87" fmla="*/ 315024 w 361670"/>
                <a:gd name="connsiteY87" fmla="*/ 143640 h 361333"/>
                <a:gd name="connsiteX88" fmla="*/ 321414 w 361670"/>
                <a:gd name="connsiteY88" fmla="*/ 150024 h 361333"/>
                <a:gd name="connsiteX89" fmla="*/ 315024 w 361670"/>
                <a:gd name="connsiteY89" fmla="*/ 156408 h 361333"/>
                <a:gd name="connsiteX90" fmla="*/ 315024 w 361670"/>
                <a:gd name="connsiteY90" fmla="*/ 156408 h 361333"/>
                <a:gd name="connsiteX91" fmla="*/ 315024 w 361670"/>
                <a:gd name="connsiteY91" fmla="*/ 195350 h 361333"/>
                <a:gd name="connsiteX92" fmla="*/ 315663 w 361670"/>
                <a:gd name="connsiteY92" fmla="*/ 195350 h 361333"/>
                <a:gd name="connsiteX93" fmla="*/ 322053 w 361670"/>
                <a:gd name="connsiteY93" fmla="*/ 201734 h 361333"/>
                <a:gd name="connsiteX94" fmla="*/ 313107 w 361670"/>
                <a:gd name="connsiteY94" fmla="*/ 20684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313107" y="206841"/>
                  </a:moveTo>
                  <a:lnTo>
                    <a:pt x="311190" y="206841"/>
                  </a:lnTo>
                  <a:cubicBezTo>
                    <a:pt x="310551" y="206841"/>
                    <a:pt x="309273" y="206841"/>
                    <a:pt x="307995" y="206841"/>
                  </a:cubicBezTo>
                  <a:cubicBezTo>
                    <a:pt x="301605" y="206841"/>
                    <a:pt x="293298" y="205564"/>
                    <a:pt x="283074" y="196627"/>
                  </a:cubicBezTo>
                  <a:lnTo>
                    <a:pt x="276045" y="190881"/>
                  </a:lnTo>
                  <a:cubicBezTo>
                    <a:pt x="273489" y="188327"/>
                    <a:pt x="272850" y="184497"/>
                    <a:pt x="275406" y="181944"/>
                  </a:cubicBezTo>
                  <a:cubicBezTo>
                    <a:pt x="277323" y="179390"/>
                    <a:pt x="281157" y="179390"/>
                    <a:pt x="283713" y="180667"/>
                  </a:cubicBezTo>
                  <a:lnTo>
                    <a:pt x="283713" y="171091"/>
                  </a:lnTo>
                  <a:lnTo>
                    <a:pt x="255597" y="199819"/>
                  </a:lnTo>
                  <a:cubicBezTo>
                    <a:pt x="250485" y="204926"/>
                    <a:pt x="242818" y="208118"/>
                    <a:pt x="233233" y="208118"/>
                  </a:cubicBezTo>
                  <a:cubicBezTo>
                    <a:pt x="230038" y="208118"/>
                    <a:pt x="227482" y="207479"/>
                    <a:pt x="224926" y="206841"/>
                  </a:cubicBezTo>
                  <a:lnTo>
                    <a:pt x="224926" y="218332"/>
                  </a:lnTo>
                  <a:lnTo>
                    <a:pt x="224926" y="218332"/>
                  </a:lnTo>
                  <a:cubicBezTo>
                    <a:pt x="224926" y="229823"/>
                    <a:pt x="215980" y="240676"/>
                    <a:pt x="203200" y="243868"/>
                  </a:cubicBezTo>
                  <a:cubicBezTo>
                    <a:pt x="200644" y="244506"/>
                    <a:pt x="198088" y="245145"/>
                    <a:pt x="195532" y="245145"/>
                  </a:cubicBezTo>
                  <a:cubicBezTo>
                    <a:pt x="190420" y="245145"/>
                    <a:pt x="185947" y="243868"/>
                    <a:pt x="181474" y="241314"/>
                  </a:cubicBezTo>
                  <a:cubicBezTo>
                    <a:pt x="176362" y="238122"/>
                    <a:pt x="172528" y="233015"/>
                    <a:pt x="171250" y="227270"/>
                  </a:cubicBezTo>
                  <a:cubicBezTo>
                    <a:pt x="168694" y="214502"/>
                    <a:pt x="178279" y="201095"/>
                    <a:pt x="192337" y="197265"/>
                  </a:cubicBezTo>
                  <a:cubicBezTo>
                    <a:pt x="198727" y="195350"/>
                    <a:pt x="205756" y="195988"/>
                    <a:pt x="211507" y="198542"/>
                  </a:cubicBezTo>
                  <a:lnTo>
                    <a:pt x="211507" y="146832"/>
                  </a:lnTo>
                  <a:lnTo>
                    <a:pt x="148885" y="169176"/>
                  </a:lnTo>
                  <a:lnTo>
                    <a:pt x="148885" y="245145"/>
                  </a:lnTo>
                  <a:lnTo>
                    <a:pt x="148885" y="245783"/>
                  </a:lnTo>
                  <a:cubicBezTo>
                    <a:pt x="148246" y="256636"/>
                    <a:pt x="139301" y="266850"/>
                    <a:pt x="127160" y="270681"/>
                  </a:cubicBezTo>
                  <a:cubicBezTo>
                    <a:pt x="124604" y="271319"/>
                    <a:pt x="122048" y="271958"/>
                    <a:pt x="119492" y="271958"/>
                  </a:cubicBezTo>
                  <a:cubicBezTo>
                    <a:pt x="114380" y="271958"/>
                    <a:pt x="109907" y="270681"/>
                    <a:pt x="105434" y="268127"/>
                  </a:cubicBezTo>
                  <a:cubicBezTo>
                    <a:pt x="100322" y="264935"/>
                    <a:pt x="96488" y="259828"/>
                    <a:pt x="95210" y="254082"/>
                  </a:cubicBezTo>
                  <a:cubicBezTo>
                    <a:pt x="92654" y="241314"/>
                    <a:pt x="102239" y="227908"/>
                    <a:pt x="116297" y="224078"/>
                  </a:cubicBezTo>
                  <a:cubicBezTo>
                    <a:pt x="122687" y="222163"/>
                    <a:pt x="129716" y="222801"/>
                    <a:pt x="135467" y="225355"/>
                  </a:cubicBezTo>
                  <a:lnTo>
                    <a:pt x="135467" y="207479"/>
                  </a:lnTo>
                  <a:cubicBezTo>
                    <a:pt x="132911" y="208118"/>
                    <a:pt x="130994" y="208756"/>
                    <a:pt x="127799" y="208756"/>
                  </a:cubicBezTo>
                  <a:cubicBezTo>
                    <a:pt x="118214" y="208756"/>
                    <a:pt x="110546" y="206203"/>
                    <a:pt x="105434" y="200457"/>
                  </a:cubicBezTo>
                  <a:lnTo>
                    <a:pt x="77318" y="171729"/>
                  </a:lnTo>
                  <a:lnTo>
                    <a:pt x="77318" y="181305"/>
                  </a:lnTo>
                  <a:cubicBezTo>
                    <a:pt x="79874" y="180028"/>
                    <a:pt x="83069" y="180028"/>
                    <a:pt x="85625" y="182582"/>
                  </a:cubicBezTo>
                  <a:cubicBezTo>
                    <a:pt x="88181" y="185135"/>
                    <a:pt x="87542" y="189604"/>
                    <a:pt x="84986" y="191519"/>
                  </a:cubicBezTo>
                  <a:lnTo>
                    <a:pt x="77957" y="197903"/>
                  </a:lnTo>
                  <a:cubicBezTo>
                    <a:pt x="68372" y="206841"/>
                    <a:pt x="59426" y="208118"/>
                    <a:pt x="53675" y="208118"/>
                  </a:cubicBezTo>
                  <a:cubicBezTo>
                    <a:pt x="52397" y="208118"/>
                    <a:pt x="51759" y="208118"/>
                    <a:pt x="50480" y="208118"/>
                  </a:cubicBezTo>
                  <a:lnTo>
                    <a:pt x="48564" y="208118"/>
                  </a:lnTo>
                  <a:cubicBezTo>
                    <a:pt x="44730" y="208118"/>
                    <a:pt x="42174" y="204926"/>
                    <a:pt x="42174" y="201734"/>
                  </a:cubicBezTo>
                  <a:cubicBezTo>
                    <a:pt x="42174" y="197903"/>
                    <a:pt x="44730" y="195350"/>
                    <a:pt x="48564" y="195350"/>
                  </a:cubicBezTo>
                  <a:lnTo>
                    <a:pt x="49202" y="195350"/>
                  </a:lnTo>
                  <a:lnTo>
                    <a:pt x="49202" y="156408"/>
                  </a:lnTo>
                  <a:lnTo>
                    <a:pt x="49202" y="156408"/>
                  </a:lnTo>
                  <a:cubicBezTo>
                    <a:pt x="45369" y="156408"/>
                    <a:pt x="42812" y="153854"/>
                    <a:pt x="42812" y="150024"/>
                  </a:cubicBezTo>
                  <a:cubicBezTo>
                    <a:pt x="42812" y="146193"/>
                    <a:pt x="45369" y="143640"/>
                    <a:pt x="49202" y="143640"/>
                  </a:cubicBezTo>
                  <a:lnTo>
                    <a:pt x="50480" y="143640"/>
                  </a:lnTo>
                  <a:cubicBezTo>
                    <a:pt x="57509" y="143640"/>
                    <a:pt x="67094" y="143640"/>
                    <a:pt x="78596" y="153216"/>
                  </a:cubicBezTo>
                  <a:lnTo>
                    <a:pt x="103517" y="178752"/>
                  </a:lnTo>
                  <a:lnTo>
                    <a:pt x="103517" y="170452"/>
                  </a:lnTo>
                  <a:cubicBezTo>
                    <a:pt x="102878" y="170452"/>
                    <a:pt x="102878" y="170452"/>
                    <a:pt x="102239" y="170452"/>
                  </a:cubicBezTo>
                  <a:cubicBezTo>
                    <a:pt x="100322" y="170452"/>
                    <a:pt x="99044" y="169814"/>
                    <a:pt x="97766" y="168537"/>
                  </a:cubicBezTo>
                  <a:cubicBezTo>
                    <a:pt x="95210" y="165984"/>
                    <a:pt x="95210" y="162153"/>
                    <a:pt x="98405" y="159600"/>
                  </a:cubicBezTo>
                  <a:lnTo>
                    <a:pt x="107990" y="150662"/>
                  </a:lnTo>
                  <a:cubicBezTo>
                    <a:pt x="113102" y="145555"/>
                    <a:pt x="120131" y="143001"/>
                    <a:pt x="127160" y="143001"/>
                  </a:cubicBezTo>
                  <a:cubicBezTo>
                    <a:pt x="130994" y="143001"/>
                    <a:pt x="134189" y="143640"/>
                    <a:pt x="137384" y="144916"/>
                  </a:cubicBezTo>
                  <a:lnTo>
                    <a:pt x="137384" y="126403"/>
                  </a:lnTo>
                  <a:cubicBezTo>
                    <a:pt x="137384" y="123849"/>
                    <a:pt x="139301" y="121296"/>
                    <a:pt x="141856" y="120657"/>
                  </a:cubicBezTo>
                  <a:lnTo>
                    <a:pt x="217258" y="93845"/>
                  </a:lnTo>
                  <a:cubicBezTo>
                    <a:pt x="217897" y="93845"/>
                    <a:pt x="217897" y="93845"/>
                    <a:pt x="218536" y="93845"/>
                  </a:cubicBezTo>
                  <a:cubicBezTo>
                    <a:pt x="219175" y="93845"/>
                    <a:pt x="219175" y="93845"/>
                    <a:pt x="219814" y="93845"/>
                  </a:cubicBezTo>
                  <a:lnTo>
                    <a:pt x="219814" y="93845"/>
                  </a:lnTo>
                  <a:cubicBezTo>
                    <a:pt x="220453" y="93845"/>
                    <a:pt x="220453" y="93845"/>
                    <a:pt x="221092" y="93845"/>
                  </a:cubicBezTo>
                  <a:cubicBezTo>
                    <a:pt x="221731" y="93845"/>
                    <a:pt x="221731" y="93845"/>
                    <a:pt x="222370" y="93845"/>
                  </a:cubicBezTo>
                  <a:cubicBezTo>
                    <a:pt x="223009" y="93845"/>
                    <a:pt x="223009" y="94483"/>
                    <a:pt x="223648" y="94483"/>
                  </a:cubicBezTo>
                  <a:cubicBezTo>
                    <a:pt x="224287" y="94483"/>
                    <a:pt x="224287" y="95121"/>
                    <a:pt x="224926" y="95121"/>
                  </a:cubicBezTo>
                  <a:lnTo>
                    <a:pt x="225565" y="95760"/>
                  </a:lnTo>
                  <a:cubicBezTo>
                    <a:pt x="225565" y="96398"/>
                    <a:pt x="226204" y="96398"/>
                    <a:pt x="226204" y="97037"/>
                  </a:cubicBezTo>
                  <a:lnTo>
                    <a:pt x="226204" y="97037"/>
                  </a:lnTo>
                  <a:cubicBezTo>
                    <a:pt x="226204" y="97675"/>
                    <a:pt x="226204" y="97675"/>
                    <a:pt x="226204" y="98313"/>
                  </a:cubicBezTo>
                  <a:cubicBezTo>
                    <a:pt x="226204" y="98952"/>
                    <a:pt x="226204" y="98952"/>
                    <a:pt x="226204" y="99590"/>
                  </a:cubicBezTo>
                  <a:lnTo>
                    <a:pt x="226204" y="145555"/>
                  </a:lnTo>
                  <a:cubicBezTo>
                    <a:pt x="229399" y="144278"/>
                    <a:pt x="233233" y="143640"/>
                    <a:pt x="237067" y="143640"/>
                  </a:cubicBezTo>
                  <a:cubicBezTo>
                    <a:pt x="244735" y="143640"/>
                    <a:pt x="251763" y="146193"/>
                    <a:pt x="256875" y="151300"/>
                  </a:cubicBezTo>
                  <a:lnTo>
                    <a:pt x="265821" y="159600"/>
                  </a:lnTo>
                  <a:cubicBezTo>
                    <a:pt x="268377" y="162153"/>
                    <a:pt x="268377" y="165984"/>
                    <a:pt x="266460" y="168537"/>
                  </a:cubicBezTo>
                  <a:cubicBezTo>
                    <a:pt x="265182" y="169814"/>
                    <a:pt x="263265" y="170452"/>
                    <a:pt x="261987" y="170452"/>
                  </a:cubicBezTo>
                  <a:cubicBezTo>
                    <a:pt x="261348" y="170452"/>
                    <a:pt x="260709" y="170452"/>
                    <a:pt x="260709" y="170452"/>
                  </a:cubicBezTo>
                  <a:lnTo>
                    <a:pt x="260709" y="178752"/>
                  </a:lnTo>
                  <a:lnTo>
                    <a:pt x="284991" y="153854"/>
                  </a:lnTo>
                  <a:cubicBezTo>
                    <a:pt x="297132" y="143640"/>
                    <a:pt x="306717" y="143640"/>
                    <a:pt x="313746" y="143640"/>
                  </a:cubicBezTo>
                  <a:lnTo>
                    <a:pt x="315024" y="143640"/>
                  </a:lnTo>
                  <a:cubicBezTo>
                    <a:pt x="318858" y="143640"/>
                    <a:pt x="321414" y="146193"/>
                    <a:pt x="321414" y="150024"/>
                  </a:cubicBezTo>
                  <a:cubicBezTo>
                    <a:pt x="321414" y="153854"/>
                    <a:pt x="318858" y="156408"/>
                    <a:pt x="315024" y="156408"/>
                  </a:cubicBezTo>
                  <a:lnTo>
                    <a:pt x="315024" y="156408"/>
                  </a:lnTo>
                  <a:lnTo>
                    <a:pt x="315024" y="195350"/>
                  </a:lnTo>
                  <a:lnTo>
                    <a:pt x="315663" y="195350"/>
                  </a:lnTo>
                  <a:cubicBezTo>
                    <a:pt x="319497" y="195350"/>
                    <a:pt x="322053" y="197903"/>
                    <a:pt x="322053" y="201734"/>
                  </a:cubicBezTo>
                  <a:cubicBezTo>
                    <a:pt x="319497" y="203649"/>
                    <a:pt x="316941" y="206841"/>
                    <a:pt x="313107" y="206841"/>
                  </a:cubicBezTo>
                  <a:close/>
                </a:path>
              </a:pathLst>
            </a:custGeom>
            <a:solidFill>
              <a:srgbClr val="007680"/>
            </a:solidFill>
            <a:ln w="6390" cap="flat">
              <a:noFill/>
              <a:prstDash val="solid"/>
              <a:miter/>
            </a:ln>
          </p:spPr>
          <p:txBody>
            <a:bodyPr rtlCol="0" anchor="ctr"/>
            <a:lstStyle/>
            <a:p>
              <a:endParaRPr lang="en-US"/>
            </a:p>
          </p:txBody>
        </p:sp>
        <p:sp>
          <p:nvSpPr>
            <p:cNvPr id="484" name="Graphic 4">
              <a:extLst>
                <a:ext uri="{FF2B5EF4-FFF2-40B4-BE49-F238E27FC236}">
                  <a16:creationId xmlns:a16="http://schemas.microsoft.com/office/drawing/2014/main" id="{6E41162F-8B25-154C-A484-AFFC57959AD7}"/>
                </a:ext>
              </a:extLst>
            </p:cNvPr>
            <p:cNvSpPr/>
            <p:nvPr/>
          </p:nvSpPr>
          <p:spPr>
            <a:xfrm>
              <a:off x="2177690" y="3496031"/>
              <a:ext cx="5112" cy="37027"/>
            </a:xfrm>
            <a:custGeom>
              <a:avLst/>
              <a:gdLst>
                <a:gd name="connsiteX0" fmla="*/ 4473 w 5112"/>
                <a:gd name="connsiteY0" fmla="*/ 0 h 37027"/>
                <a:gd name="connsiteX1" fmla="*/ 0 w 5112"/>
                <a:gd name="connsiteY1" fmla="*/ 3192 h 37027"/>
                <a:gd name="connsiteX2" fmla="*/ 0 w 5112"/>
                <a:gd name="connsiteY2" fmla="*/ 3192 h 37027"/>
                <a:gd name="connsiteX3" fmla="*/ 0 w 5112"/>
                <a:gd name="connsiteY3" fmla="*/ 34474 h 37027"/>
                <a:gd name="connsiteX4" fmla="*/ 5112 w 5112"/>
                <a:gd name="connsiteY4" fmla="*/ 37027 h 37027"/>
                <a:gd name="connsiteX5" fmla="*/ 4473 w 5112"/>
                <a:gd name="connsiteY5" fmla="*/ 0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2" h="37027">
                  <a:moveTo>
                    <a:pt x="4473" y="0"/>
                  </a:moveTo>
                  <a:cubicBezTo>
                    <a:pt x="2556" y="638"/>
                    <a:pt x="1278" y="1915"/>
                    <a:pt x="0" y="3192"/>
                  </a:cubicBezTo>
                  <a:lnTo>
                    <a:pt x="0" y="3192"/>
                  </a:lnTo>
                  <a:lnTo>
                    <a:pt x="0" y="34474"/>
                  </a:lnTo>
                  <a:cubicBezTo>
                    <a:pt x="1917" y="35750"/>
                    <a:pt x="3834" y="37027"/>
                    <a:pt x="5112" y="37027"/>
                  </a:cubicBezTo>
                  <a:lnTo>
                    <a:pt x="4473" y="0"/>
                  </a:lnTo>
                  <a:close/>
                </a:path>
              </a:pathLst>
            </a:custGeom>
            <a:solidFill>
              <a:srgbClr val="007680"/>
            </a:solidFill>
            <a:ln w="6390" cap="flat">
              <a:noFill/>
              <a:prstDash val="solid"/>
              <a:miter/>
            </a:ln>
          </p:spPr>
          <p:txBody>
            <a:bodyPr rtlCol="0" anchor="ctr"/>
            <a:lstStyle/>
            <a:p>
              <a:endParaRPr lang="en-US"/>
            </a:p>
          </p:txBody>
        </p:sp>
        <p:sp>
          <p:nvSpPr>
            <p:cNvPr id="485" name="Graphic 4">
              <a:extLst>
                <a:ext uri="{FF2B5EF4-FFF2-40B4-BE49-F238E27FC236}">
                  <a16:creationId xmlns:a16="http://schemas.microsoft.com/office/drawing/2014/main" id="{9E738E9A-EFAF-8449-A987-7B8347F66022}"/>
                </a:ext>
              </a:extLst>
            </p:cNvPr>
            <p:cNvSpPr/>
            <p:nvPr/>
          </p:nvSpPr>
          <p:spPr>
            <a:xfrm>
              <a:off x="2136616" y="3547103"/>
              <a:ext cx="27833" cy="23646"/>
            </a:xfrm>
            <a:custGeom>
              <a:avLst/>
              <a:gdLst>
                <a:gd name="connsiteX0" fmla="*/ 23821 w 27833"/>
                <a:gd name="connsiteY0" fmla="*/ 1915 h 23646"/>
                <a:gd name="connsiteX1" fmla="*/ 16792 w 27833"/>
                <a:gd name="connsiteY1" fmla="*/ 0 h 23646"/>
                <a:gd name="connsiteX2" fmla="*/ 12319 w 27833"/>
                <a:gd name="connsiteY2" fmla="*/ 638 h 23646"/>
                <a:gd name="connsiteX3" fmla="*/ 178 w 27833"/>
                <a:gd name="connsiteY3" fmla="*/ 15960 h 23646"/>
                <a:gd name="connsiteX4" fmla="*/ 4012 w 27833"/>
                <a:gd name="connsiteY4" fmla="*/ 21706 h 23646"/>
                <a:gd name="connsiteX5" fmla="*/ 15514 w 27833"/>
                <a:gd name="connsiteY5" fmla="*/ 22982 h 23646"/>
                <a:gd name="connsiteX6" fmla="*/ 27655 w 27833"/>
                <a:gd name="connsiteY6" fmla="*/ 7661 h 23646"/>
                <a:gd name="connsiteX7" fmla="*/ 23821 w 27833"/>
                <a:gd name="connsiteY7" fmla="*/ 1915 h 2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833" h="23646">
                  <a:moveTo>
                    <a:pt x="23821" y="1915"/>
                  </a:moveTo>
                  <a:cubicBezTo>
                    <a:pt x="21904" y="638"/>
                    <a:pt x="19348" y="0"/>
                    <a:pt x="16792" y="0"/>
                  </a:cubicBezTo>
                  <a:cubicBezTo>
                    <a:pt x="15514" y="0"/>
                    <a:pt x="13597" y="0"/>
                    <a:pt x="12319" y="638"/>
                  </a:cubicBezTo>
                  <a:cubicBezTo>
                    <a:pt x="4651" y="2554"/>
                    <a:pt x="-1100" y="9576"/>
                    <a:pt x="178" y="15960"/>
                  </a:cubicBezTo>
                  <a:cubicBezTo>
                    <a:pt x="817" y="19152"/>
                    <a:pt x="2734" y="20429"/>
                    <a:pt x="4012" y="21706"/>
                  </a:cubicBezTo>
                  <a:cubicBezTo>
                    <a:pt x="7207" y="23621"/>
                    <a:pt x="11680" y="24259"/>
                    <a:pt x="15514" y="22982"/>
                  </a:cubicBezTo>
                  <a:cubicBezTo>
                    <a:pt x="23182" y="21067"/>
                    <a:pt x="28933" y="14045"/>
                    <a:pt x="27655" y="7661"/>
                  </a:cubicBezTo>
                  <a:cubicBezTo>
                    <a:pt x="27016" y="4469"/>
                    <a:pt x="25099" y="3192"/>
                    <a:pt x="23821" y="1915"/>
                  </a:cubicBezTo>
                  <a:close/>
                </a:path>
              </a:pathLst>
            </a:custGeom>
            <a:solidFill>
              <a:srgbClr val="007680"/>
            </a:solidFill>
            <a:ln w="6390" cap="flat">
              <a:noFill/>
              <a:prstDash val="solid"/>
              <a:miter/>
            </a:ln>
          </p:spPr>
          <p:txBody>
            <a:bodyPr rtlCol="0" anchor="ctr"/>
            <a:lstStyle/>
            <a:p>
              <a:endParaRPr lang="en-US"/>
            </a:p>
          </p:txBody>
        </p:sp>
      </p:grpSp>
      <p:grpSp>
        <p:nvGrpSpPr>
          <p:cNvPr id="486" name="Graphic 4">
            <a:extLst>
              <a:ext uri="{FF2B5EF4-FFF2-40B4-BE49-F238E27FC236}">
                <a16:creationId xmlns:a16="http://schemas.microsoft.com/office/drawing/2014/main" id="{FEAE7776-AFA7-D54A-BFF8-2FFD72B8E9DC}"/>
              </a:ext>
            </a:extLst>
          </p:cNvPr>
          <p:cNvGrpSpPr/>
          <p:nvPr/>
        </p:nvGrpSpPr>
        <p:grpSpPr>
          <a:xfrm>
            <a:off x="2998797" y="1402085"/>
            <a:ext cx="361670" cy="361333"/>
            <a:chOff x="2998797" y="1402085"/>
            <a:chExt cx="361670" cy="361333"/>
          </a:xfrm>
          <a:solidFill>
            <a:srgbClr val="007680"/>
          </a:solidFill>
        </p:grpSpPr>
        <p:sp>
          <p:nvSpPr>
            <p:cNvPr id="487" name="Graphic 4">
              <a:extLst>
                <a:ext uri="{FF2B5EF4-FFF2-40B4-BE49-F238E27FC236}">
                  <a16:creationId xmlns:a16="http://schemas.microsoft.com/office/drawing/2014/main" id="{2446CCA1-B914-4C47-8E14-FCF404FAD56C}"/>
                </a:ext>
              </a:extLst>
            </p:cNvPr>
            <p:cNvSpPr/>
            <p:nvPr/>
          </p:nvSpPr>
          <p:spPr>
            <a:xfrm>
              <a:off x="3086978" y="1526572"/>
              <a:ext cx="185307" cy="108527"/>
            </a:xfrm>
            <a:custGeom>
              <a:avLst/>
              <a:gdLst>
                <a:gd name="connsiteX0" fmla="*/ 0 w 185307"/>
                <a:gd name="connsiteY0" fmla="*/ 108528 h 108527"/>
                <a:gd name="connsiteX1" fmla="*/ 185308 w 185307"/>
                <a:gd name="connsiteY1" fmla="*/ 108528 h 108527"/>
                <a:gd name="connsiteX2" fmla="*/ 185308 w 185307"/>
                <a:gd name="connsiteY2" fmla="*/ 0 h 108527"/>
                <a:gd name="connsiteX3" fmla="*/ 0 w 185307"/>
                <a:gd name="connsiteY3" fmla="*/ 0 h 108527"/>
                <a:gd name="connsiteX4" fmla="*/ 0 w 185307"/>
                <a:gd name="connsiteY4" fmla="*/ 108528 h 108527"/>
                <a:gd name="connsiteX5" fmla="*/ 0 w 185307"/>
                <a:gd name="connsiteY5" fmla="*/ 108528 h 108527"/>
                <a:gd name="connsiteX6" fmla="*/ 98405 w 185307"/>
                <a:gd name="connsiteY6" fmla="*/ 32558 h 108527"/>
                <a:gd name="connsiteX7" fmla="*/ 104795 w 185307"/>
                <a:gd name="connsiteY7" fmla="*/ 26174 h 108527"/>
                <a:gd name="connsiteX8" fmla="*/ 120770 w 185307"/>
                <a:gd name="connsiteY8" fmla="*/ 26174 h 108527"/>
                <a:gd name="connsiteX9" fmla="*/ 137384 w 185307"/>
                <a:gd name="connsiteY9" fmla="*/ 32558 h 108527"/>
                <a:gd name="connsiteX10" fmla="*/ 144413 w 185307"/>
                <a:gd name="connsiteY10" fmla="*/ 55541 h 108527"/>
                <a:gd name="connsiteX11" fmla="*/ 121409 w 185307"/>
                <a:gd name="connsiteY11" fmla="*/ 81715 h 108527"/>
                <a:gd name="connsiteX12" fmla="*/ 121409 w 185307"/>
                <a:gd name="connsiteY12" fmla="*/ 81715 h 108527"/>
                <a:gd name="connsiteX13" fmla="*/ 104795 w 185307"/>
                <a:gd name="connsiteY13" fmla="*/ 81715 h 108527"/>
                <a:gd name="connsiteX14" fmla="*/ 98405 w 185307"/>
                <a:gd name="connsiteY14" fmla="*/ 75331 h 108527"/>
                <a:gd name="connsiteX15" fmla="*/ 98405 w 185307"/>
                <a:gd name="connsiteY15" fmla="*/ 32558 h 108527"/>
                <a:gd name="connsiteX16" fmla="*/ 44091 w 185307"/>
                <a:gd name="connsiteY16" fmla="*/ 31920 h 108527"/>
                <a:gd name="connsiteX17" fmla="*/ 50480 w 185307"/>
                <a:gd name="connsiteY17" fmla="*/ 25536 h 108527"/>
                <a:gd name="connsiteX18" fmla="*/ 56870 w 185307"/>
                <a:gd name="connsiteY18" fmla="*/ 31920 h 108527"/>
                <a:gd name="connsiteX19" fmla="*/ 56870 w 185307"/>
                <a:gd name="connsiteY19" fmla="*/ 45965 h 108527"/>
                <a:gd name="connsiteX20" fmla="*/ 76679 w 185307"/>
                <a:gd name="connsiteY20" fmla="*/ 45965 h 108527"/>
                <a:gd name="connsiteX21" fmla="*/ 76679 w 185307"/>
                <a:gd name="connsiteY21" fmla="*/ 31920 h 108527"/>
                <a:gd name="connsiteX22" fmla="*/ 83069 w 185307"/>
                <a:gd name="connsiteY22" fmla="*/ 25536 h 108527"/>
                <a:gd name="connsiteX23" fmla="*/ 89459 w 185307"/>
                <a:gd name="connsiteY23" fmla="*/ 31920 h 108527"/>
                <a:gd name="connsiteX24" fmla="*/ 89459 w 185307"/>
                <a:gd name="connsiteY24" fmla="*/ 75331 h 108527"/>
                <a:gd name="connsiteX25" fmla="*/ 83069 w 185307"/>
                <a:gd name="connsiteY25" fmla="*/ 81715 h 108527"/>
                <a:gd name="connsiteX26" fmla="*/ 76679 w 185307"/>
                <a:gd name="connsiteY26" fmla="*/ 75331 h 108527"/>
                <a:gd name="connsiteX27" fmla="*/ 76679 w 185307"/>
                <a:gd name="connsiteY27" fmla="*/ 58733 h 108527"/>
                <a:gd name="connsiteX28" fmla="*/ 56870 w 185307"/>
                <a:gd name="connsiteY28" fmla="*/ 58733 h 108527"/>
                <a:gd name="connsiteX29" fmla="*/ 56870 w 185307"/>
                <a:gd name="connsiteY29" fmla="*/ 75331 h 108527"/>
                <a:gd name="connsiteX30" fmla="*/ 50480 w 185307"/>
                <a:gd name="connsiteY30" fmla="*/ 81715 h 108527"/>
                <a:gd name="connsiteX31" fmla="*/ 44091 w 185307"/>
                <a:gd name="connsiteY31" fmla="*/ 75331 h 108527"/>
                <a:gd name="connsiteX32" fmla="*/ 44091 w 185307"/>
                <a:gd name="connsiteY32" fmla="*/ 31920 h 10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85307" h="108527">
                  <a:moveTo>
                    <a:pt x="0" y="108528"/>
                  </a:moveTo>
                  <a:lnTo>
                    <a:pt x="185308" y="108528"/>
                  </a:lnTo>
                  <a:lnTo>
                    <a:pt x="185308" y="0"/>
                  </a:lnTo>
                  <a:lnTo>
                    <a:pt x="0" y="0"/>
                  </a:lnTo>
                  <a:lnTo>
                    <a:pt x="0" y="108528"/>
                  </a:lnTo>
                  <a:lnTo>
                    <a:pt x="0" y="108528"/>
                  </a:lnTo>
                  <a:close/>
                  <a:moveTo>
                    <a:pt x="98405" y="32558"/>
                  </a:moveTo>
                  <a:cubicBezTo>
                    <a:pt x="98405" y="29366"/>
                    <a:pt x="100961" y="26174"/>
                    <a:pt x="104795" y="26174"/>
                  </a:cubicBezTo>
                  <a:lnTo>
                    <a:pt x="120770" y="26174"/>
                  </a:lnTo>
                  <a:cubicBezTo>
                    <a:pt x="127160" y="26174"/>
                    <a:pt x="132911" y="28728"/>
                    <a:pt x="137384" y="32558"/>
                  </a:cubicBezTo>
                  <a:cubicBezTo>
                    <a:pt x="142496" y="37665"/>
                    <a:pt x="145051" y="45965"/>
                    <a:pt x="144413" y="55541"/>
                  </a:cubicBezTo>
                  <a:cubicBezTo>
                    <a:pt x="143774" y="75969"/>
                    <a:pt x="129077" y="81715"/>
                    <a:pt x="121409" y="81715"/>
                  </a:cubicBezTo>
                  <a:lnTo>
                    <a:pt x="121409" y="81715"/>
                  </a:lnTo>
                  <a:lnTo>
                    <a:pt x="104795" y="81715"/>
                  </a:lnTo>
                  <a:cubicBezTo>
                    <a:pt x="100961" y="81715"/>
                    <a:pt x="98405" y="79161"/>
                    <a:pt x="98405" y="75331"/>
                  </a:cubicBezTo>
                  <a:lnTo>
                    <a:pt x="98405" y="32558"/>
                  </a:lnTo>
                  <a:close/>
                  <a:moveTo>
                    <a:pt x="44091" y="31920"/>
                  </a:moveTo>
                  <a:cubicBezTo>
                    <a:pt x="44091" y="28089"/>
                    <a:pt x="46646" y="25536"/>
                    <a:pt x="50480" y="25536"/>
                  </a:cubicBezTo>
                  <a:cubicBezTo>
                    <a:pt x="54314" y="25536"/>
                    <a:pt x="56870" y="28089"/>
                    <a:pt x="56870" y="31920"/>
                  </a:cubicBezTo>
                  <a:lnTo>
                    <a:pt x="56870" y="45965"/>
                  </a:lnTo>
                  <a:lnTo>
                    <a:pt x="76679" y="45965"/>
                  </a:lnTo>
                  <a:lnTo>
                    <a:pt x="76679" y="31920"/>
                  </a:lnTo>
                  <a:cubicBezTo>
                    <a:pt x="76679" y="28089"/>
                    <a:pt x="79235" y="25536"/>
                    <a:pt x="83069" y="25536"/>
                  </a:cubicBezTo>
                  <a:cubicBezTo>
                    <a:pt x="86903" y="25536"/>
                    <a:pt x="89459" y="28089"/>
                    <a:pt x="89459" y="31920"/>
                  </a:cubicBezTo>
                  <a:lnTo>
                    <a:pt x="89459" y="75331"/>
                  </a:lnTo>
                  <a:cubicBezTo>
                    <a:pt x="89459" y="79161"/>
                    <a:pt x="86903" y="81715"/>
                    <a:pt x="83069" y="81715"/>
                  </a:cubicBezTo>
                  <a:cubicBezTo>
                    <a:pt x="79235" y="81715"/>
                    <a:pt x="76679" y="79161"/>
                    <a:pt x="76679" y="75331"/>
                  </a:cubicBezTo>
                  <a:lnTo>
                    <a:pt x="76679" y="58733"/>
                  </a:lnTo>
                  <a:lnTo>
                    <a:pt x="56870" y="58733"/>
                  </a:lnTo>
                  <a:lnTo>
                    <a:pt x="56870" y="75331"/>
                  </a:lnTo>
                  <a:cubicBezTo>
                    <a:pt x="56870" y="79161"/>
                    <a:pt x="54314" y="81715"/>
                    <a:pt x="50480" y="81715"/>
                  </a:cubicBezTo>
                  <a:cubicBezTo>
                    <a:pt x="46646" y="81715"/>
                    <a:pt x="44091" y="79161"/>
                    <a:pt x="44091" y="75331"/>
                  </a:cubicBezTo>
                  <a:lnTo>
                    <a:pt x="44091" y="31920"/>
                  </a:lnTo>
                  <a:close/>
                </a:path>
              </a:pathLst>
            </a:custGeom>
            <a:solidFill>
              <a:srgbClr val="007680"/>
            </a:solidFill>
            <a:ln w="6390" cap="flat">
              <a:noFill/>
              <a:prstDash val="solid"/>
              <a:miter/>
            </a:ln>
          </p:spPr>
          <p:txBody>
            <a:bodyPr rtlCol="0" anchor="ctr"/>
            <a:lstStyle/>
            <a:p>
              <a:endParaRPr lang="en-US"/>
            </a:p>
          </p:txBody>
        </p:sp>
        <p:sp>
          <p:nvSpPr>
            <p:cNvPr id="488" name="Graphic 4">
              <a:extLst>
                <a:ext uri="{FF2B5EF4-FFF2-40B4-BE49-F238E27FC236}">
                  <a16:creationId xmlns:a16="http://schemas.microsoft.com/office/drawing/2014/main" id="{1870794C-1054-DD4B-836B-708F40A1783D}"/>
                </a:ext>
              </a:extLst>
            </p:cNvPr>
            <p:cNvSpPr/>
            <p:nvPr/>
          </p:nvSpPr>
          <p:spPr>
            <a:xfrm>
              <a:off x="2998797"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86269 w 361670"/>
                <a:gd name="connsiteY5" fmla="*/ 239399 h 361333"/>
                <a:gd name="connsiteX6" fmla="*/ 279879 w 361670"/>
                <a:gd name="connsiteY6" fmla="*/ 245783 h 361333"/>
                <a:gd name="connsiteX7" fmla="*/ 214063 w 361670"/>
                <a:gd name="connsiteY7" fmla="*/ 245783 h 361333"/>
                <a:gd name="connsiteX8" fmla="*/ 228760 w 361670"/>
                <a:gd name="connsiteY8" fmla="*/ 250890 h 361333"/>
                <a:gd name="connsiteX9" fmla="*/ 232594 w 361670"/>
                <a:gd name="connsiteY9" fmla="*/ 259190 h 361333"/>
                <a:gd name="connsiteX10" fmla="*/ 226843 w 361670"/>
                <a:gd name="connsiteY10" fmla="*/ 263658 h 361333"/>
                <a:gd name="connsiteX11" fmla="*/ 224926 w 361670"/>
                <a:gd name="connsiteY11" fmla="*/ 263020 h 361333"/>
                <a:gd name="connsiteX12" fmla="*/ 179557 w 361670"/>
                <a:gd name="connsiteY12" fmla="*/ 246422 h 361333"/>
                <a:gd name="connsiteX13" fmla="*/ 134189 w 361670"/>
                <a:gd name="connsiteY13" fmla="*/ 263020 h 361333"/>
                <a:gd name="connsiteX14" fmla="*/ 132272 w 361670"/>
                <a:gd name="connsiteY14" fmla="*/ 263658 h 361333"/>
                <a:gd name="connsiteX15" fmla="*/ 126521 w 361670"/>
                <a:gd name="connsiteY15" fmla="*/ 259190 h 361333"/>
                <a:gd name="connsiteX16" fmla="*/ 130355 w 361670"/>
                <a:gd name="connsiteY16" fmla="*/ 250890 h 361333"/>
                <a:gd name="connsiteX17" fmla="*/ 145052 w 361670"/>
                <a:gd name="connsiteY17" fmla="*/ 245783 h 361333"/>
                <a:gd name="connsiteX18" fmla="*/ 82430 w 361670"/>
                <a:gd name="connsiteY18" fmla="*/ 245783 h 361333"/>
                <a:gd name="connsiteX19" fmla="*/ 76040 w 361670"/>
                <a:gd name="connsiteY19" fmla="*/ 239399 h 361333"/>
                <a:gd name="connsiteX20" fmla="*/ 76040 w 361670"/>
                <a:gd name="connsiteY20" fmla="*/ 118104 h 361333"/>
                <a:gd name="connsiteX21" fmla="*/ 82430 w 361670"/>
                <a:gd name="connsiteY21" fmla="*/ 111720 h 361333"/>
                <a:gd name="connsiteX22" fmla="*/ 280518 w 361670"/>
                <a:gd name="connsiteY22" fmla="*/ 111720 h 361333"/>
                <a:gd name="connsiteX23" fmla="*/ 286908 w 361670"/>
                <a:gd name="connsiteY23" fmla="*/ 118104 h 361333"/>
                <a:gd name="connsiteX24" fmla="*/ 286908 w 361670"/>
                <a:gd name="connsiteY24" fmla="*/ 239399 h 361333"/>
                <a:gd name="connsiteX25" fmla="*/ 286269 w 361670"/>
                <a:gd name="connsiteY25" fmla="*/ 23939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1" y="280257"/>
                    <a:pt x="361671" y="180667"/>
                  </a:cubicBezTo>
                  <a:cubicBezTo>
                    <a:pt x="361671" y="81077"/>
                    <a:pt x="281157" y="0"/>
                    <a:pt x="180835" y="0"/>
                  </a:cubicBezTo>
                  <a:close/>
                  <a:moveTo>
                    <a:pt x="286269" y="239399"/>
                  </a:moveTo>
                  <a:cubicBezTo>
                    <a:pt x="286269" y="243230"/>
                    <a:pt x="283713" y="245783"/>
                    <a:pt x="279879" y="245783"/>
                  </a:cubicBezTo>
                  <a:lnTo>
                    <a:pt x="214063" y="245783"/>
                  </a:lnTo>
                  <a:lnTo>
                    <a:pt x="228760" y="250890"/>
                  </a:lnTo>
                  <a:cubicBezTo>
                    <a:pt x="231955" y="252167"/>
                    <a:pt x="233872" y="255998"/>
                    <a:pt x="232594" y="259190"/>
                  </a:cubicBezTo>
                  <a:cubicBezTo>
                    <a:pt x="231955" y="261743"/>
                    <a:pt x="229399" y="263658"/>
                    <a:pt x="226843" y="263658"/>
                  </a:cubicBezTo>
                  <a:cubicBezTo>
                    <a:pt x="226204" y="263658"/>
                    <a:pt x="225565" y="263658"/>
                    <a:pt x="224926" y="263020"/>
                  </a:cubicBezTo>
                  <a:lnTo>
                    <a:pt x="179557" y="246422"/>
                  </a:lnTo>
                  <a:lnTo>
                    <a:pt x="134189" y="263020"/>
                  </a:lnTo>
                  <a:cubicBezTo>
                    <a:pt x="133550" y="263020"/>
                    <a:pt x="132911" y="263658"/>
                    <a:pt x="132272" y="263658"/>
                  </a:cubicBezTo>
                  <a:cubicBezTo>
                    <a:pt x="129716" y="263658"/>
                    <a:pt x="127160" y="261743"/>
                    <a:pt x="126521" y="259190"/>
                  </a:cubicBezTo>
                  <a:cubicBezTo>
                    <a:pt x="125243" y="255998"/>
                    <a:pt x="127160" y="252167"/>
                    <a:pt x="130355" y="250890"/>
                  </a:cubicBezTo>
                  <a:lnTo>
                    <a:pt x="145052" y="245783"/>
                  </a:lnTo>
                  <a:lnTo>
                    <a:pt x="82430" y="245783"/>
                  </a:lnTo>
                  <a:cubicBezTo>
                    <a:pt x="78596" y="245783"/>
                    <a:pt x="76040" y="243230"/>
                    <a:pt x="76040" y="239399"/>
                  </a:cubicBezTo>
                  <a:lnTo>
                    <a:pt x="76040" y="118104"/>
                  </a:lnTo>
                  <a:cubicBezTo>
                    <a:pt x="76040" y="114273"/>
                    <a:pt x="78596" y="111720"/>
                    <a:pt x="82430" y="111720"/>
                  </a:cubicBezTo>
                  <a:lnTo>
                    <a:pt x="280518" y="111720"/>
                  </a:lnTo>
                  <a:cubicBezTo>
                    <a:pt x="284352" y="111720"/>
                    <a:pt x="286908" y="114273"/>
                    <a:pt x="286908" y="118104"/>
                  </a:cubicBezTo>
                  <a:lnTo>
                    <a:pt x="286908" y="239399"/>
                  </a:lnTo>
                  <a:lnTo>
                    <a:pt x="286269" y="239399"/>
                  </a:lnTo>
                  <a:close/>
                </a:path>
              </a:pathLst>
            </a:custGeom>
            <a:solidFill>
              <a:srgbClr val="007680"/>
            </a:solidFill>
            <a:ln w="6390" cap="flat">
              <a:noFill/>
              <a:prstDash val="solid"/>
              <a:miter/>
            </a:ln>
          </p:spPr>
          <p:txBody>
            <a:bodyPr rtlCol="0" anchor="ctr"/>
            <a:lstStyle/>
            <a:p>
              <a:endParaRPr lang="en-US"/>
            </a:p>
          </p:txBody>
        </p:sp>
        <p:sp>
          <p:nvSpPr>
            <p:cNvPr id="489" name="Graphic 4">
              <a:extLst>
                <a:ext uri="{FF2B5EF4-FFF2-40B4-BE49-F238E27FC236}">
                  <a16:creationId xmlns:a16="http://schemas.microsoft.com/office/drawing/2014/main" id="{963340C6-3A88-A549-86F6-7A2F91CE78BA}"/>
                </a:ext>
              </a:extLst>
            </p:cNvPr>
            <p:cNvSpPr/>
            <p:nvPr/>
          </p:nvSpPr>
          <p:spPr>
            <a:xfrm>
              <a:off x="3198163" y="1565515"/>
              <a:ext cx="20447" cy="30004"/>
            </a:xfrm>
            <a:custGeom>
              <a:avLst/>
              <a:gdLst>
                <a:gd name="connsiteX0" fmla="*/ 20448 w 20447"/>
                <a:gd name="connsiteY0" fmla="*/ 16598 h 30004"/>
                <a:gd name="connsiteX1" fmla="*/ 16614 w 20447"/>
                <a:gd name="connsiteY1" fmla="*/ 2554 h 30004"/>
                <a:gd name="connsiteX2" fmla="*/ 9585 w 20447"/>
                <a:gd name="connsiteY2" fmla="*/ 0 h 30004"/>
                <a:gd name="connsiteX3" fmla="*/ 0 w 20447"/>
                <a:gd name="connsiteY3" fmla="*/ 0 h 30004"/>
                <a:gd name="connsiteX4" fmla="*/ 0 w 20447"/>
                <a:gd name="connsiteY4" fmla="*/ 30005 h 30004"/>
                <a:gd name="connsiteX5" fmla="*/ 10224 w 20447"/>
                <a:gd name="connsiteY5" fmla="*/ 30005 h 30004"/>
                <a:gd name="connsiteX6" fmla="*/ 20448 w 20447"/>
                <a:gd name="connsiteY6" fmla="*/ 16598 h 30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47" h="30004">
                  <a:moveTo>
                    <a:pt x="20448" y="16598"/>
                  </a:moveTo>
                  <a:cubicBezTo>
                    <a:pt x="20448" y="10214"/>
                    <a:pt x="19170" y="5107"/>
                    <a:pt x="16614" y="2554"/>
                  </a:cubicBezTo>
                  <a:cubicBezTo>
                    <a:pt x="14697" y="638"/>
                    <a:pt x="12780" y="0"/>
                    <a:pt x="9585" y="0"/>
                  </a:cubicBezTo>
                  <a:lnTo>
                    <a:pt x="0" y="0"/>
                  </a:lnTo>
                  <a:lnTo>
                    <a:pt x="0" y="30005"/>
                  </a:lnTo>
                  <a:lnTo>
                    <a:pt x="10224" y="30005"/>
                  </a:lnTo>
                  <a:cubicBezTo>
                    <a:pt x="12141" y="30005"/>
                    <a:pt x="19809" y="28728"/>
                    <a:pt x="20448" y="16598"/>
                  </a:cubicBezTo>
                  <a:close/>
                </a:path>
              </a:pathLst>
            </a:custGeom>
            <a:solidFill>
              <a:srgbClr val="007680"/>
            </a:solidFill>
            <a:ln w="6390" cap="flat">
              <a:noFill/>
              <a:prstDash val="solid"/>
              <a:miter/>
            </a:ln>
          </p:spPr>
          <p:txBody>
            <a:bodyPr rtlCol="0" anchor="ctr"/>
            <a:lstStyle/>
            <a:p>
              <a:endParaRPr lang="en-US"/>
            </a:p>
          </p:txBody>
        </p:sp>
      </p:grpSp>
      <p:grpSp>
        <p:nvGrpSpPr>
          <p:cNvPr id="490" name="Graphic 4">
            <a:extLst>
              <a:ext uri="{FF2B5EF4-FFF2-40B4-BE49-F238E27FC236}">
                <a16:creationId xmlns:a16="http://schemas.microsoft.com/office/drawing/2014/main" id="{0E7135D8-4A4D-814D-83D2-B2612A494EE9}"/>
              </a:ext>
            </a:extLst>
          </p:cNvPr>
          <p:cNvGrpSpPr/>
          <p:nvPr/>
        </p:nvGrpSpPr>
        <p:grpSpPr>
          <a:xfrm>
            <a:off x="2998797" y="1893013"/>
            <a:ext cx="361670" cy="361333"/>
            <a:chOff x="2998797" y="1893013"/>
            <a:chExt cx="361670" cy="361333"/>
          </a:xfrm>
          <a:solidFill>
            <a:srgbClr val="007680"/>
          </a:solidFill>
        </p:grpSpPr>
        <p:sp>
          <p:nvSpPr>
            <p:cNvPr id="491" name="Graphic 4">
              <a:extLst>
                <a:ext uri="{FF2B5EF4-FFF2-40B4-BE49-F238E27FC236}">
                  <a16:creationId xmlns:a16="http://schemas.microsoft.com/office/drawing/2014/main" id="{1F2A06C3-EF66-3449-961A-3E4F3A9E9B4B}"/>
                </a:ext>
              </a:extLst>
            </p:cNvPr>
            <p:cNvSpPr/>
            <p:nvPr/>
          </p:nvSpPr>
          <p:spPr>
            <a:xfrm>
              <a:off x="3138098" y="2069211"/>
              <a:ext cx="15335" cy="12379"/>
            </a:xfrm>
            <a:custGeom>
              <a:avLst/>
              <a:gdLst>
                <a:gd name="connsiteX0" fmla="*/ 1917 w 15335"/>
                <a:gd name="connsiteY0" fmla="*/ 10853 h 12379"/>
                <a:gd name="connsiteX1" fmla="*/ 8946 w 15335"/>
                <a:gd name="connsiteY1" fmla="*/ 12130 h 12379"/>
                <a:gd name="connsiteX2" fmla="*/ 15336 w 15335"/>
                <a:gd name="connsiteY2" fmla="*/ 5746 h 12379"/>
                <a:gd name="connsiteX3" fmla="*/ 14058 w 15335"/>
                <a:gd name="connsiteY3" fmla="*/ 1915 h 12379"/>
                <a:gd name="connsiteX4" fmla="*/ 8946 w 15335"/>
                <a:gd name="connsiteY4" fmla="*/ 0 h 12379"/>
                <a:gd name="connsiteX5" fmla="*/ 7029 w 15335"/>
                <a:gd name="connsiteY5" fmla="*/ 0 h 12379"/>
                <a:gd name="connsiteX6" fmla="*/ 1278 w 15335"/>
                <a:gd name="connsiteY6" fmla="*/ 2554 h 12379"/>
                <a:gd name="connsiteX7" fmla="*/ 0 w 15335"/>
                <a:gd name="connsiteY7" fmla="*/ 7661 h 12379"/>
                <a:gd name="connsiteX8" fmla="*/ 1917 w 15335"/>
                <a:gd name="connsiteY8" fmla="*/ 10853 h 12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35" h="12379">
                  <a:moveTo>
                    <a:pt x="1917" y="10853"/>
                  </a:moveTo>
                  <a:cubicBezTo>
                    <a:pt x="3834" y="12130"/>
                    <a:pt x="7668" y="12768"/>
                    <a:pt x="8946" y="12130"/>
                  </a:cubicBezTo>
                  <a:cubicBezTo>
                    <a:pt x="14058" y="11491"/>
                    <a:pt x="15336" y="10214"/>
                    <a:pt x="15336" y="5746"/>
                  </a:cubicBezTo>
                  <a:cubicBezTo>
                    <a:pt x="15336" y="3830"/>
                    <a:pt x="14697" y="2554"/>
                    <a:pt x="14058" y="1915"/>
                  </a:cubicBezTo>
                  <a:cubicBezTo>
                    <a:pt x="12780" y="638"/>
                    <a:pt x="10863" y="0"/>
                    <a:pt x="8946" y="0"/>
                  </a:cubicBezTo>
                  <a:cubicBezTo>
                    <a:pt x="8307" y="0"/>
                    <a:pt x="7668" y="0"/>
                    <a:pt x="7029" y="0"/>
                  </a:cubicBezTo>
                  <a:cubicBezTo>
                    <a:pt x="4473" y="0"/>
                    <a:pt x="1917" y="638"/>
                    <a:pt x="1278" y="2554"/>
                  </a:cubicBezTo>
                  <a:cubicBezTo>
                    <a:pt x="0" y="3830"/>
                    <a:pt x="0" y="5746"/>
                    <a:pt x="0" y="7661"/>
                  </a:cubicBezTo>
                  <a:cubicBezTo>
                    <a:pt x="639" y="9576"/>
                    <a:pt x="1278" y="10214"/>
                    <a:pt x="1917" y="10853"/>
                  </a:cubicBezTo>
                  <a:close/>
                </a:path>
              </a:pathLst>
            </a:custGeom>
            <a:solidFill>
              <a:srgbClr val="007680"/>
            </a:solidFill>
            <a:ln w="6390" cap="flat">
              <a:noFill/>
              <a:prstDash val="solid"/>
              <a:miter/>
            </a:ln>
          </p:spPr>
          <p:txBody>
            <a:bodyPr rtlCol="0" anchor="ctr"/>
            <a:lstStyle/>
            <a:p>
              <a:endParaRPr lang="en-US"/>
            </a:p>
          </p:txBody>
        </p:sp>
        <p:sp>
          <p:nvSpPr>
            <p:cNvPr id="492" name="Graphic 4">
              <a:extLst>
                <a:ext uri="{FF2B5EF4-FFF2-40B4-BE49-F238E27FC236}">
                  <a16:creationId xmlns:a16="http://schemas.microsoft.com/office/drawing/2014/main" id="{D2B66D31-5FCD-9C43-AE58-1E7AEE6F12DD}"/>
                </a:ext>
              </a:extLst>
            </p:cNvPr>
            <p:cNvSpPr/>
            <p:nvPr/>
          </p:nvSpPr>
          <p:spPr>
            <a:xfrm>
              <a:off x="3127235" y="2121559"/>
              <a:ext cx="4472" cy="12129"/>
            </a:xfrm>
            <a:custGeom>
              <a:avLst/>
              <a:gdLst>
                <a:gd name="connsiteX0" fmla="*/ 0 w 4472"/>
                <a:gd name="connsiteY0" fmla="*/ 0 h 12129"/>
                <a:gd name="connsiteX1" fmla="*/ 4473 w 4472"/>
                <a:gd name="connsiteY1" fmla="*/ 0 h 12129"/>
                <a:gd name="connsiteX2" fmla="*/ 4473 w 4472"/>
                <a:gd name="connsiteY2" fmla="*/ 12130 h 12129"/>
                <a:gd name="connsiteX3" fmla="*/ 0 w 4472"/>
                <a:gd name="connsiteY3" fmla="*/ 12130 h 12129"/>
              </a:gdLst>
              <a:ahLst/>
              <a:cxnLst>
                <a:cxn ang="0">
                  <a:pos x="connsiteX0" y="connsiteY0"/>
                </a:cxn>
                <a:cxn ang="0">
                  <a:pos x="connsiteX1" y="connsiteY1"/>
                </a:cxn>
                <a:cxn ang="0">
                  <a:pos x="connsiteX2" y="connsiteY2"/>
                </a:cxn>
                <a:cxn ang="0">
                  <a:pos x="connsiteX3" y="connsiteY3"/>
                </a:cxn>
              </a:cxnLst>
              <a:rect l="l" t="t" r="r" b="b"/>
              <a:pathLst>
                <a:path w="4472" h="12129">
                  <a:moveTo>
                    <a:pt x="0" y="0"/>
                  </a:moveTo>
                  <a:lnTo>
                    <a:pt x="4473" y="0"/>
                  </a:lnTo>
                  <a:lnTo>
                    <a:pt x="4473" y="12130"/>
                  </a:lnTo>
                  <a:lnTo>
                    <a:pt x="0" y="12130"/>
                  </a:lnTo>
                  <a:close/>
                </a:path>
              </a:pathLst>
            </a:custGeom>
            <a:solidFill>
              <a:srgbClr val="007680"/>
            </a:solidFill>
            <a:ln w="6390" cap="flat">
              <a:noFill/>
              <a:prstDash val="solid"/>
              <a:miter/>
            </a:ln>
          </p:spPr>
          <p:txBody>
            <a:bodyPr rtlCol="0" anchor="ctr"/>
            <a:lstStyle/>
            <a:p>
              <a:endParaRPr lang="en-US"/>
            </a:p>
          </p:txBody>
        </p:sp>
        <p:sp>
          <p:nvSpPr>
            <p:cNvPr id="493" name="Graphic 4">
              <a:extLst>
                <a:ext uri="{FF2B5EF4-FFF2-40B4-BE49-F238E27FC236}">
                  <a16:creationId xmlns:a16="http://schemas.microsoft.com/office/drawing/2014/main" id="{07CDD76A-F83C-FF48-8B3E-439862EC9AFE}"/>
                </a:ext>
              </a:extLst>
            </p:cNvPr>
            <p:cNvSpPr/>
            <p:nvPr/>
          </p:nvSpPr>
          <p:spPr>
            <a:xfrm>
              <a:off x="3140015" y="2046867"/>
              <a:ext cx="11981" cy="8937"/>
            </a:xfrm>
            <a:custGeom>
              <a:avLst/>
              <a:gdLst>
                <a:gd name="connsiteX0" fmla="*/ 4473 w 11981"/>
                <a:gd name="connsiteY0" fmla="*/ 8938 h 8937"/>
                <a:gd name="connsiteX1" fmla="*/ 7029 w 11981"/>
                <a:gd name="connsiteY1" fmla="*/ 8938 h 8937"/>
                <a:gd name="connsiteX2" fmla="*/ 11502 w 11981"/>
                <a:gd name="connsiteY2" fmla="*/ 5107 h 8937"/>
                <a:gd name="connsiteX3" fmla="*/ 11502 w 11981"/>
                <a:gd name="connsiteY3" fmla="*/ 1277 h 8937"/>
                <a:gd name="connsiteX4" fmla="*/ 6390 w 11981"/>
                <a:gd name="connsiteY4" fmla="*/ 0 h 8937"/>
                <a:gd name="connsiteX5" fmla="*/ 0 w 11981"/>
                <a:gd name="connsiteY5" fmla="*/ 3830 h 8937"/>
                <a:gd name="connsiteX6" fmla="*/ 0 w 11981"/>
                <a:gd name="connsiteY6" fmla="*/ 4469 h 8937"/>
                <a:gd name="connsiteX7" fmla="*/ 1278 w 11981"/>
                <a:gd name="connsiteY7" fmla="*/ 7661 h 8937"/>
                <a:gd name="connsiteX8" fmla="*/ 4473 w 11981"/>
                <a:gd name="connsiteY8" fmla="*/ 8938 h 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81" h="8937">
                  <a:moveTo>
                    <a:pt x="4473" y="8938"/>
                  </a:moveTo>
                  <a:cubicBezTo>
                    <a:pt x="5112" y="8938"/>
                    <a:pt x="5751" y="8938"/>
                    <a:pt x="7029" y="8938"/>
                  </a:cubicBezTo>
                  <a:cubicBezTo>
                    <a:pt x="10863" y="8299"/>
                    <a:pt x="11502" y="5746"/>
                    <a:pt x="11502" y="5107"/>
                  </a:cubicBezTo>
                  <a:cubicBezTo>
                    <a:pt x="12141" y="3830"/>
                    <a:pt x="12141" y="1915"/>
                    <a:pt x="11502" y="1277"/>
                  </a:cubicBezTo>
                  <a:cubicBezTo>
                    <a:pt x="10863" y="638"/>
                    <a:pt x="8946" y="0"/>
                    <a:pt x="6390" y="0"/>
                  </a:cubicBezTo>
                  <a:cubicBezTo>
                    <a:pt x="2556" y="0"/>
                    <a:pt x="0" y="1277"/>
                    <a:pt x="0" y="3830"/>
                  </a:cubicBezTo>
                  <a:lnTo>
                    <a:pt x="0" y="4469"/>
                  </a:lnTo>
                  <a:cubicBezTo>
                    <a:pt x="0" y="5107"/>
                    <a:pt x="639" y="7022"/>
                    <a:pt x="1278" y="7661"/>
                  </a:cubicBezTo>
                  <a:cubicBezTo>
                    <a:pt x="1917" y="8299"/>
                    <a:pt x="3195" y="8938"/>
                    <a:pt x="4473" y="8938"/>
                  </a:cubicBezTo>
                  <a:close/>
                </a:path>
              </a:pathLst>
            </a:custGeom>
            <a:solidFill>
              <a:srgbClr val="007680"/>
            </a:solidFill>
            <a:ln w="6390" cap="flat">
              <a:noFill/>
              <a:prstDash val="solid"/>
              <a:miter/>
            </a:ln>
          </p:spPr>
          <p:txBody>
            <a:bodyPr rtlCol="0" anchor="ctr"/>
            <a:lstStyle/>
            <a:p>
              <a:endParaRPr lang="en-US"/>
            </a:p>
          </p:txBody>
        </p:sp>
        <p:sp>
          <p:nvSpPr>
            <p:cNvPr id="494" name="Graphic 4">
              <a:extLst>
                <a:ext uri="{FF2B5EF4-FFF2-40B4-BE49-F238E27FC236}">
                  <a16:creationId xmlns:a16="http://schemas.microsoft.com/office/drawing/2014/main" id="{40447143-91D9-3C45-AF38-4ED12DE52EDF}"/>
                </a:ext>
              </a:extLst>
            </p:cNvPr>
            <p:cNvSpPr/>
            <p:nvPr/>
          </p:nvSpPr>
          <p:spPr>
            <a:xfrm>
              <a:off x="2998797"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84352 w 361670"/>
                <a:gd name="connsiteY5" fmla="*/ 262382 h 361333"/>
                <a:gd name="connsiteX6" fmla="*/ 277962 w 361670"/>
                <a:gd name="connsiteY6" fmla="*/ 268766 h 361333"/>
                <a:gd name="connsiteX7" fmla="*/ 83708 w 361670"/>
                <a:gd name="connsiteY7" fmla="*/ 268766 h 361333"/>
                <a:gd name="connsiteX8" fmla="*/ 77318 w 361670"/>
                <a:gd name="connsiteY8" fmla="*/ 262382 h 361333"/>
                <a:gd name="connsiteX9" fmla="*/ 77318 w 361670"/>
                <a:gd name="connsiteY9" fmla="*/ 98952 h 361333"/>
                <a:gd name="connsiteX10" fmla="*/ 83708 w 361670"/>
                <a:gd name="connsiteY10" fmla="*/ 92568 h 361333"/>
                <a:gd name="connsiteX11" fmla="*/ 277962 w 361670"/>
                <a:gd name="connsiteY11" fmla="*/ 92568 h 361333"/>
                <a:gd name="connsiteX12" fmla="*/ 284352 w 361670"/>
                <a:gd name="connsiteY12" fmla="*/ 98952 h 361333"/>
                <a:gd name="connsiteX13" fmla="*/ 284352 w 361670"/>
                <a:gd name="connsiteY13" fmla="*/ 26238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1" y="280257"/>
                    <a:pt x="361671" y="180667"/>
                  </a:cubicBezTo>
                  <a:cubicBezTo>
                    <a:pt x="361671" y="81077"/>
                    <a:pt x="281157" y="0"/>
                    <a:pt x="180835" y="0"/>
                  </a:cubicBezTo>
                  <a:close/>
                  <a:moveTo>
                    <a:pt x="284352" y="262382"/>
                  </a:moveTo>
                  <a:cubicBezTo>
                    <a:pt x="284352" y="266212"/>
                    <a:pt x="281796" y="268766"/>
                    <a:pt x="277962" y="268766"/>
                  </a:cubicBezTo>
                  <a:lnTo>
                    <a:pt x="83708" y="268766"/>
                  </a:lnTo>
                  <a:cubicBezTo>
                    <a:pt x="79874" y="268766"/>
                    <a:pt x="77318" y="266212"/>
                    <a:pt x="77318" y="262382"/>
                  </a:cubicBezTo>
                  <a:lnTo>
                    <a:pt x="77318" y="98952"/>
                  </a:lnTo>
                  <a:cubicBezTo>
                    <a:pt x="77318" y="95121"/>
                    <a:pt x="79874" y="92568"/>
                    <a:pt x="83708" y="92568"/>
                  </a:cubicBezTo>
                  <a:lnTo>
                    <a:pt x="277962" y="92568"/>
                  </a:lnTo>
                  <a:cubicBezTo>
                    <a:pt x="281796" y="92568"/>
                    <a:pt x="284352" y="95121"/>
                    <a:pt x="284352" y="98952"/>
                  </a:cubicBezTo>
                  <a:lnTo>
                    <a:pt x="284352" y="262382"/>
                  </a:lnTo>
                  <a:close/>
                </a:path>
              </a:pathLst>
            </a:custGeom>
            <a:solidFill>
              <a:srgbClr val="007680"/>
            </a:solidFill>
            <a:ln w="6390" cap="flat">
              <a:noFill/>
              <a:prstDash val="solid"/>
              <a:miter/>
            </a:ln>
          </p:spPr>
          <p:txBody>
            <a:bodyPr rtlCol="0" anchor="ctr"/>
            <a:lstStyle/>
            <a:p>
              <a:endParaRPr lang="en-US"/>
            </a:p>
          </p:txBody>
        </p:sp>
        <p:sp>
          <p:nvSpPr>
            <p:cNvPr id="495" name="Graphic 4">
              <a:extLst>
                <a:ext uri="{FF2B5EF4-FFF2-40B4-BE49-F238E27FC236}">
                  <a16:creationId xmlns:a16="http://schemas.microsoft.com/office/drawing/2014/main" id="{527ADAB4-C74E-FD43-B3EF-C81F55EEEE13}"/>
                </a:ext>
              </a:extLst>
            </p:cNvPr>
            <p:cNvSpPr/>
            <p:nvPr/>
          </p:nvSpPr>
          <p:spPr>
            <a:xfrm>
              <a:off x="3088895" y="1998349"/>
              <a:ext cx="181474" cy="150662"/>
            </a:xfrm>
            <a:custGeom>
              <a:avLst/>
              <a:gdLst>
                <a:gd name="connsiteX0" fmla="*/ 0 w 181474"/>
                <a:gd name="connsiteY0" fmla="*/ 150662 h 150662"/>
                <a:gd name="connsiteX1" fmla="*/ 181474 w 181474"/>
                <a:gd name="connsiteY1" fmla="*/ 150662 h 150662"/>
                <a:gd name="connsiteX2" fmla="*/ 181474 w 181474"/>
                <a:gd name="connsiteY2" fmla="*/ 0 h 150662"/>
                <a:gd name="connsiteX3" fmla="*/ 0 w 181474"/>
                <a:gd name="connsiteY3" fmla="*/ 0 h 150662"/>
                <a:gd name="connsiteX4" fmla="*/ 0 w 181474"/>
                <a:gd name="connsiteY4" fmla="*/ 150662 h 150662"/>
                <a:gd name="connsiteX5" fmla="*/ 84347 w 181474"/>
                <a:gd name="connsiteY5" fmla="*/ 42773 h 150662"/>
                <a:gd name="connsiteX6" fmla="*/ 90737 w 181474"/>
                <a:gd name="connsiteY6" fmla="*/ 36389 h 150662"/>
                <a:gd name="connsiteX7" fmla="*/ 97127 w 181474"/>
                <a:gd name="connsiteY7" fmla="*/ 42773 h 150662"/>
                <a:gd name="connsiteX8" fmla="*/ 97127 w 181474"/>
                <a:gd name="connsiteY8" fmla="*/ 59371 h 150662"/>
                <a:gd name="connsiteX9" fmla="*/ 118853 w 181474"/>
                <a:gd name="connsiteY9" fmla="*/ 37665 h 150662"/>
                <a:gd name="connsiteX10" fmla="*/ 127799 w 181474"/>
                <a:gd name="connsiteY10" fmla="*/ 37665 h 150662"/>
                <a:gd name="connsiteX11" fmla="*/ 127799 w 181474"/>
                <a:gd name="connsiteY11" fmla="*/ 46603 h 150662"/>
                <a:gd name="connsiteX12" fmla="*/ 114380 w 181474"/>
                <a:gd name="connsiteY12" fmla="*/ 59371 h 150662"/>
                <a:gd name="connsiteX13" fmla="*/ 130994 w 181474"/>
                <a:gd name="connsiteY13" fmla="*/ 84269 h 150662"/>
                <a:gd name="connsiteX14" fmla="*/ 129077 w 181474"/>
                <a:gd name="connsiteY14" fmla="*/ 93206 h 150662"/>
                <a:gd name="connsiteX15" fmla="*/ 125243 w 181474"/>
                <a:gd name="connsiteY15" fmla="*/ 94483 h 150662"/>
                <a:gd name="connsiteX16" fmla="*/ 120131 w 181474"/>
                <a:gd name="connsiteY16" fmla="*/ 91929 h 150662"/>
                <a:gd name="connsiteX17" fmla="*/ 104795 w 181474"/>
                <a:gd name="connsiteY17" fmla="*/ 68947 h 150662"/>
                <a:gd name="connsiteX18" fmla="*/ 96488 w 181474"/>
                <a:gd name="connsiteY18" fmla="*/ 77246 h 150662"/>
                <a:gd name="connsiteX19" fmla="*/ 96488 w 181474"/>
                <a:gd name="connsiteY19" fmla="*/ 88099 h 150662"/>
                <a:gd name="connsiteX20" fmla="*/ 90098 w 181474"/>
                <a:gd name="connsiteY20" fmla="*/ 94483 h 150662"/>
                <a:gd name="connsiteX21" fmla="*/ 83708 w 181474"/>
                <a:gd name="connsiteY21" fmla="*/ 88099 h 150662"/>
                <a:gd name="connsiteX22" fmla="*/ 84347 w 181474"/>
                <a:gd name="connsiteY22" fmla="*/ 42773 h 150662"/>
                <a:gd name="connsiteX23" fmla="*/ 84347 w 181474"/>
                <a:gd name="connsiteY23" fmla="*/ 42773 h 150662"/>
                <a:gd name="connsiteX24" fmla="*/ 38340 w 181474"/>
                <a:gd name="connsiteY24" fmla="*/ 52349 h 150662"/>
                <a:gd name="connsiteX25" fmla="*/ 42813 w 181474"/>
                <a:gd name="connsiteY25" fmla="*/ 41496 h 150662"/>
                <a:gd name="connsiteX26" fmla="*/ 57509 w 181474"/>
                <a:gd name="connsiteY26" fmla="*/ 36389 h 150662"/>
                <a:gd name="connsiteX27" fmla="*/ 72845 w 181474"/>
                <a:gd name="connsiteY27" fmla="*/ 42773 h 150662"/>
                <a:gd name="connsiteX28" fmla="*/ 75401 w 181474"/>
                <a:gd name="connsiteY28" fmla="*/ 58094 h 150662"/>
                <a:gd name="connsiteX29" fmla="*/ 72206 w 181474"/>
                <a:gd name="connsiteY29" fmla="*/ 63840 h 150662"/>
                <a:gd name="connsiteX30" fmla="*/ 72845 w 181474"/>
                <a:gd name="connsiteY30" fmla="*/ 64478 h 150662"/>
                <a:gd name="connsiteX31" fmla="*/ 77318 w 181474"/>
                <a:gd name="connsiteY31" fmla="*/ 77246 h 150662"/>
                <a:gd name="connsiteX32" fmla="*/ 60065 w 181474"/>
                <a:gd name="connsiteY32" fmla="*/ 96398 h 150662"/>
                <a:gd name="connsiteX33" fmla="*/ 56232 w 181474"/>
                <a:gd name="connsiteY33" fmla="*/ 96398 h 150662"/>
                <a:gd name="connsiteX34" fmla="*/ 42813 w 181474"/>
                <a:gd name="connsiteY34" fmla="*/ 92568 h 150662"/>
                <a:gd name="connsiteX35" fmla="*/ 36423 w 181474"/>
                <a:gd name="connsiteY35" fmla="*/ 80438 h 150662"/>
                <a:gd name="connsiteX36" fmla="*/ 40896 w 181474"/>
                <a:gd name="connsiteY36" fmla="*/ 65755 h 150662"/>
                <a:gd name="connsiteX37" fmla="*/ 42174 w 181474"/>
                <a:gd name="connsiteY37" fmla="*/ 64478 h 150662"/>
                <a:gd name="connsiteX38" fmla="*/ 38340 w 181474"/>
                <a:gd name="connsiteY38" fmla="*/ 52349 h 150662"/>
                <a:gd name="connsiteX39" fmla="*/ 15975 w 181474"/>
                <a:gd name="connsiteY39" fmla="*/ 123211 h 150662"/>
                <a:gd name="connsiteX40" fmla="*/ 26199 w 181474"/>
                <a:gd name="connsiteY40" fmla="*/ 123211 h 150662"/>
                <a:gd name="connsiteX41" fmla="*/ 26199 w 181474"/>
                <a:gd name="connsiteY41" fmla="*/ 116827 h 150662"/>
                <a:gd name="connsiteX42" fmla="*/ 32589 w 181474"/>
                <a:gd name="connsiteY42" fmla="*/ 110443 h 150662"/>
                <a:gd name="connsiteX43" fmla="*/ 49842 w 181474"/>
                <a:gd name="connsiteY43" fmla="*/ 110443 h 150662"/>
                <a:gd name="connsiteX44" fmla="*/ 56232 w 181474"/>
                <a:gd name="connsiteY44" fmla="*/ 116827 h 150662"/>
                <a:gd name="connsiteX45" fmla="*/ 56232 w 181474"/>
                <a:gd name="connsiteY45" fmla="*/ 123211 h 150662"/>
                <a:gd name="connsiteX46" fmla="*/ 167416 w 181474"/>
                <a:gd name="connsiteY46" fmla="*/ 123211 h 150662"/>
                <a:gd name="connsiteX47" fmla="*/ 173806 w 181474"/>
                <a:gd name="connsiteY47" fmla="*/ 129595 h 150662"/>
                <a:gd name="connsiteX48" fmla="*/ 167416 w 181474"/>
                <a:gd name="connsiteY48" fmla="*/ 135979 h 150662"/>
                <a:gd name="connsiteX49" fmla="*/ 56232 w 181474"/>
                <a:gd name="connsiteY49" fmla="*/ 135979 h 150662"/>
                <a:gd name="connsiteX50" fmla="*/ 56232 w 181474"/>
                <a:gd name="connsiteY50" fmla="*/ 142363 h 150662"/>
                <a:gd name="connsiteX51" fmla="*/ 49842 w 181474"/>
                <a:gd name="connsiteY51" fmla="*/ 148747 h 150662"/>
                <a:gd name="connsiteX52" fmla="*/ 32589 w 181474"/>
                <a:gd name="connsiteY52" fmla="*/ 148747 h 150662"/>
                <a:gd name="connsiteX53" fmla="*/ 26199 w 181474"/>
                <a:gd name="connsiteY53" fmla="*/ 142363 h 150662"/>
                <a:gd name="connsiteX54" fmla="*/ 26199 w 181474"/>
                <a:gd name="connsiteY54" fmla="*/ 135979 h 150662"/>
                <a:gd name="connsiteX55" fmla="*/ 15975 w 181474"/>
                <a:gd name="connsiteY55" fmla="*/ 135979 h 150662"/>
                <a:gd name="connsiteX56" fmla="*/ 9585 w 181474"/>
                <a:gd name="connsiteY56" fmla="*/ 129595 h 150662"/>
                <a:gd name="connsiteX57" fmla="*/ 15975 w 181474"/>
                <a:gd name="connsiteY57" fmla="*/ 123211 h 15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81474" h="150662">
                  <a:moveTo>
                    <a:pt x="0" y="150662"/>
                  </a:moveTo>
                  <a:lnTo>
                    <a:pt x="181474" y="150662"/>
                  </a:lnTo>
                  <a:lnTo>
                    <a:pt x="181474" y="0"/>
                  </a:lnTo>
                  <a:lnTo>
                    <a:pt x="0" y="0"/>
                  </a:lnTo>
                  <a:lnTo>
                    <a:pt x="0" y="150662"/>
                  </a:lnTo>
                  <a:close/>
                  <a:moveTo>
                    <a:pt x="84347" y="42773"/>
                  </a:moveTo>
                  <a:cubicBezTo>
                    <a:pt x="84347" y="38942"/>
                    <a:pt x="86903" y="36389"/>
                    <a:pt x="90737" y="36389"/>
                  </a:cubicBezTo>
                  <a:cubicBezTo>
                    <a:pt x="94571" y="36389"/>
                    <a:pt x="97127" y="38942"/>
                    <a:pt x="97127" y="42773"/>
                  </a:cubicBezTo>
                  <a:lnTo>
                    <a:pt x="97127" y="59371"/>
                  </a:lnTo>
                  <a:lnTo>
                    <a:pt x="118853" y="37665"/>
                  </a:lnTo>
                  <a:cubicBezTo>
                    <a:pt x="121409" y="35112"/>
                    <a:pt x="125243" y="35112"/>
                    <a:pt x="127799" y="37665"/>
                  </a:cubicBezTo>
                  <a:cubicBezTo>
                    <a:pt x="130355" y="40219"/>
                    <a:pt x="130355" y="44049"/>
                    <a:pt x="127799" y="46603"/>
                  </a:cubicBezTo>
                  <a:lnTo>
                    <a:pt x="114380" y="59371"/>
                  </a:lnTo>
                  <a:lnTo>
                    <a:pt x="130994" y="84269"/>
                  </a:lnTo>
                  <a:cubicBezTo>
                    <a:pt x="132911" y="87461"/>
                    <a:pt x="132272" y="91291"/>
                    <a:pt x="129077" y="93206"/>
                  </a:cubicBezTo>
                  <a:cubicBezTo>
                    <a:pt x="127799" y="93845"/>
                    <a:pt x="126521" y="94483"/>
                    <a:pt x="125243" y="94483"/>
                  </a:cubicBezTo>
                  <a:cubicBezTo>
                    <a:pt x="123326" y="94483"/>
                    <a:pt x="121409" y="93206"/>
                    <a:pt x="120131" y="91929"/>
                  </a:cubicBezTo>
                  <a:lnTo>
                    <a:pt x="104795" y="68947"/>
                  </a:lnTo>
                  <a:lnTo>
                    <a:pt x="96488" y="77246"/>
                  </a:lnTo>
                  <a:lnTo>
                    <a:pt x="96488" y="88099"/>
                  </a:lnTo>
                  <a:cubicBezTo>
                    <a:pt x="96488" y="91929"/>
                    <a:pt x="93932" y="94483"/>
                    <a:pt x="90098" y="94483"/>
                  </a:cubicBezTo>
                  <a:cubicBezTo>
                    <a:pt x="86264" y="94483"/>
                    <a:pt x="83708" y="91929"/>
                    <a:pt x="83708" y="88099"/>
                  </a:cubicBezTo>
                  <a:lnTo>
                    <a:pt x="84347" y="42773"/>
                  </a:lnTo>
                  <a:lnTo>
                    <a:pt x="84347" y="42773"/>
                  </a:lnTo>
                  <a:close/>
                  <a:moveTo>
                    <a:pt x="38340" y="52349"/>
                  </a:moveTo>
                  <a:cubicBezTo>
                    <a:pt x="38340" y="51072"/>
                    <a:pt x="38979" y="45965"/>
                    <a:pt x="42813" y="41496"/>
                  </a:cubicBezTo>
                  <a:cubicBezTo>
                    <a:pt x="46008" y="37665"/>
                    <a:pt x="51119" y="36389"/>
                    <a:pt x="57509" y="36389"/>
                  </a:cubicBezTo>
                  <a:cubicBezTo>
                    <a:pt x="66455" y="36389"/>
                    <a:pt x="70928" y="39581"/>
                    <a:pt x="72845" y="42773"/>
                  </a:cubicBezTo>
                  <a:cubicBezTo>
                    <a:pt x="77318" y="48518"/>
                    <a:pt x="76040" y="55541"/>
                    <a:pt x="75401" y="58094"/>
                  </a:cubicBezTo>
                  <a:cubicBezTo>
                    <a:pt x="74762" y="60009"/>
                    <a:pt x="74123" y="61925"/>
                    <a:pt x="72206" y="63840"/>
                  </a:cubicBezTo>
                  <a:lnTo>
                    <a:pt x="72845" y="64478"/>
                  </a:lnTo>
                  <a:cubicBezTo>
                    <a:pt x="76040" y="67670"/>
                    <a:pt x="77957" y="72139"/>
                    <a:pt x="77318" y="77246"/>
                  </a:cubicBezTo>
                  <a:cubicBezTo>
                    <a:pt x="77318" y="88099"/>
                    <a:pt x="71567" y="94483"/>
                    <a:pt x="60065" y="96398"/>
                  </a:cubicBezTo>
                  <a:cubicBezTo>
                    <a:pt x="58788" y="96398"/>
                    <a:pt x="57509" y="96398"/>
                    <a:pt x="56232" y="96398"/>
                  </a:cubicBezTo>
                  <a:cubicBezTo>
                    <a:pt x="51759" y="96398"/>
                    <a:pt x="46647" y="95121"/>
                    <a:pt x="42813" y="92568"/>
                  </a:cubicBezTo>
                  <a:cubicBezTo>
                    <a:pt x="38979" y="90014"/>
                    <a:pt x="37062" y="85545"/>
                    <a:pt x="36423" y="80438"/>
                  </a:cubicBezTo>
                  <a:cubicBezTo>
                    <a:pt x="35784" y="72777"/>
                    <a:pt x="38340" y="68309"/>
                    <a:pt x="40896" y="65755"/>
                  </a:cubicBezTo>
                  <a:cubicBezTo>
                    <a:pt x="41535" y="65117"/>
                    <a:pt x="41535" y="65117"/>
                    <a:pt x="42174" y="64478"/>
                  </a:cubicBezTo>
                  <a:cubicBezTo>
                    <a:pt x="39618" y="60009"/>
                    <a:pt x="38340" y="56179"/>
                    <a:pt x="38340" y="52349"/>
                  </a:cubicBezTo>
                  <a:close/>
                  <a:moveTo>
                    <a:pt x="15975" y="123211"/>
                  </a:moveTo>
                  <a:lnTo>
                    <a:pt x="26199" y="123211"/>
                  </a:lnTo>
                  <a:lnTo>
                    <a:pt x="26199" y="116827"/>
                  </a:lnTo>
                  <a:cubicBezTo>
                    <a:pt x="26199" y="112997"/>
                    <a:pt x="28755" y="110443"/>
                    <a:pt x="32589" y="110443"/>
                  </a:cubicBezTo>
                  <a:lnTo>
                    <a:pt x="49842" y="110443"/>
                  </a:lnTo>
                  <a:cubicBezTo>
                    <a:pt x="53675" y="110443"/>
                    <a:pt x="56232" y="112997"/>
                    <a:pt x="56232" y="116827"/>
                  </a:cubicBezTo>
                  <a:lnTo>
                    <a:pt x="56232" y="123211"/>
                  </a:lnTo>
                  <a:lnTo>
                    <a:pt x="167416" y="123211"/>
                  </a:lnTo>
                  <a:cubicBezTo>
                    <a:pt x="171250" y="123211"/>
                    <a:pt x="173806" y="125765"/>
                    <a:pt x="173806" y="129595"/>
                  </a:cubicBezTo>
                  <a:cubicBezTo>
                    <a:pt x="173806" y="133425"/>
                    <a:pt x="171250" y="135979"/>
                    <a:pt x="167416" y="135979"/>
                  </a:cubicBezTo>
                  <a:lnTo>
                    <a:pt x="56232" y="135979"/>
                  </a:lnTo>
                  <a:lnTo>
                    <a:pt x="56232" y="142363"/>
                  </a:lnTo>
                  <a:cubicBezTo>
                    <a:pt x="56232" y="146193"/>
                    <a:pt x="53675" y="148747"/>
                    <a:pt x="49842" y="148747"/>
                  </a:cubicBezTo>
                  <a:lnTo>
                    <a:pt x="32589" y="148747"/>
                  </a:lnTo>
                  <a:cubicBezTo>
                    <a:pt x="28755" y="148747"/>
                    <a:pt x="26199" y="146193"/>
                    <a:pt x="26199" y="142363"/>
                  </a:cubicBezTo>
                  <a:lnTo>
                    <a:pt x="26199" y="135979"/>
                  </a:lnTo>
                  <a:lnTo>
                    <a:pt x="15975" y="135979"/>
                  </a:lnTo>
                  <a:cubicBezTo>
                    <a:pt x="12141" y="135979"/>
                    <a:pt x="9585" y="133425"/>
                    <a:pt x="9585" y="129595"/>
                  </a:cubicBezTo>
                  <a:cubicBezTo>
                    <a:pt x="9585" y="125765"/>
                    <a:pt x="12141" y="123211"/>
                    <a:pt x="15975" y="123211"/>
                  </a:cubicBezTo>
                  <a:close/>
                </a:path>
              </a:pathLst>
            </a:custGeom>
            <a:solidFill>
              <a:srgbClr val="007680"/>
            </a:solidFill>
            <a:ln w="6390" cap="flat">
              <a:noFill/>
              <a:prstDash val="solid"/>
              <a:miter/>
            </a:ln>
          </p:spPr>
          <p:txBody>
            <a:bodyPr rtlCol="0" anchor="ctr"/>
            <a:lstStyle/>
            <a:p>
              <a:endParaRPr lang="en-US"/>
            </a:p>
          </p:txBody>
        </p:sp>
      </p:grpSp>
      <p:grpSp>
        <p:nvGrpSpPr>
          <p:cNvPr id="496" name="Graphic 4">
            <a:extLst>
              <a:ext uri="{FF2B5EF4-FFF2-40B4-BE49-F238E27FC236}">
                <a16:creationId xmlns:a16="http://schemas.microsoft.com/office/drawing/2014/main" id="{0FA6CEFE-81C1-964F-9E69-9F2DA3D0A559}"/>
              </a:ext>
            </a:extLst>
          </p:cNvPr>
          <p:cNvGrpSpPr/>
          <p:nvPr/>
        </p:nvGrpSpPr>
        <p:grpSpPr>
          <a:xfrm>
            <a:off x="467743" y="3824168"/>
            <a:ext cx="361670" cy="361333"/>
            <a:chOff x="467743" y="3824168"/>
            <a:chExt cx="361670" cy="361333"/>
          </a:xfrm>
          <a:solidFill>
            <a:srgbClr val="007680"/>
          </a:solidFill>
        </p:grpSpPr>
        <p:sp>
          <p:nvSpPr>
            <p:cNvPr id="497" name="Graphic 4">
              <a:extLst>
                <a:ext uri="{FF2B5EF4-FFF2-40B4-BE49-F238E27FC236}">
                  <a16:creationId xmlns:a16="http://schemas.microsoft.com/office/drawing/2014/main" id="{8D4D054D-DDD8-7643-8027-82D4745EB110}"/>
                </a:ext>
              </a:extLst>
            </p:cNvPr>
            <p:cNvSpPr/>
            <p:nvPr/>
          </p:nvSpPr>
          <p:spPr>
            <a:xfrm>
              <a:off x="467743"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257"/>
                    <a:pt x="361670" y="180667"/>
                  </a:cubicBezTo>
                  <a:cubicBezTo>
                    <a:pt x="361670" y="81076"/>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498" name="Graphic 4">
              <a:extLst>
                <a:ext uri="{FF2B5EF4-FFF2-40B4-BE49-F238E27FC236}">
                  <a16:creationId xmlns:a16="http://schemas.microsoft.com/office/drawing/2014/main" id="{ECDF443F-3EF5-8748-A6E1-3418FF70DDD1}"/>
                </a:ext>
              </a:extLst>
            </p:cNvPr>
            <p:cNvSpPr/>
            <p:nvPr/>
          </p:nvSpPr>
          <p:spPr>
            <a:xfrm>
              <a:off x="541866" y="3914182"/>
              <a:ext cx="213423" cy="181305"/>
            </a:xfrm>
            <a:custGeom>
              <a:avLst/>
              <a:gdLst>
                <a:gd name="connsiteX0" fmla="*/ 207034 w 213423"/>
                <a:gd name="connsiteY0" fmla="*/ 0 h 181305"/>
                <a:gd name="connsiteX1" fmla="*/ 6390 w 213423"/>
                <a:gd name="connsiteY1" fmla="*/ 0 h 181305"/>
                <a:gd name="connsiteX2" fmla="*/ 0 w 213423"/>
                <a:gd name="connsiteY2" fmla="*/ 6384 h 181305"/>
                <a:gd name="connsiteX3" fmla="*/ 0 w 213423"/>
                <a:gd name="connsiteY3" fmla="*/ 174921 h 181305"/>
                <a:gd name="connsiteX4" fmla="*/ 6390 w 213423"/>
                <a:gd name="connsiteY4" fmla="*/ 181305 h 181305"/>
                <a:gd name="connsiteX5" fmla="*/ 207034 w 213423"/>
                <a:gd name="connsiteY5" fmla="*/ 181305 h 181305"/>
                <a:gd name="connsiteX6" fmla="*/ 213424 w 213423"/>
                <a:gd name="connsiteY6" fmla="*/ 174921 h 181305"/>
                <a:gd name="connsiteX7" fmla="*/ 213424 w 213423"/>
                <a:gd name="connsiteY7" fmla="*/ 6384 h 181305"/>
                <a:gd name="connsiteX8" fmla="*/ 207034 w 213423"/>
                <a:gd name="connsiteY8" fmla="*/ 0 h 181305"/>
                <a:gd name="connsiteX9" fmla="*/ 200644 w 213423"/>
                <a:gd name="connsiteY9" fmla="*/ 168537 h 181305"/>
                <a:gd name="connsiteX10" fmla="*/ 12780 w 213423"/>
                <a:gd name="connsiteY10" fmla="*/ 168537 h 181305"/>
                <a:gd name="connsiteX11" fmla="*/ 12780 w 213423"/>
                <a:gd name="connsiteY11" fmla="*/ 12768 h 181305"/>
                <a:gd name="connsiteX12" fmla="*/ 200644 w 213423"/>
                <a:gd name="connsiteY12" fmla="*/ 12768 h 181305"/>
                <a:gd name="connsiteX13" fmla="*/ 200644 w 213423"/>
                <a:gd name="connsiteY13" fmla="*/ 168537 h 181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3423" h="181305">
                  <a:moveTo>
                    <a:pt x="207034" y="0"/>
                  </a:moveTo>
                  <a:lnTo>
                    <a:pt x="6390" y="0"/>
                  </a:lnTo>
                  <a:cubicBezTo>
                    <a:pt x="2556" y="0"/>
                    <a:pt x="0" y="2554"/>
                    <a:pt x="0" y="6384"/>
                  </a:cubicBezTo>
                  <a:lnTo>
                    <a:pt x="0" y="174921"/>
                  </a:lnTo>
                  <a:cubicBezTo>
                    <a:pt x="0" y="178752"/>
                    <a:pt x="2556" y="181305"/>
                    <a:pt x="6390" y="181305"/>
                  </a:cubicBezTo>
                  <a:lnTo>
                    <a:pt x="207034" y="181305"/>
                  </a:lnTo>
                  <a:cubicBezTo>
                    <a:pt x="210868" y="181305"/>
                    <a:pt x="213424" y="178752"/>
                    <a:pt x="213424" y="174921"/>
                  </a:cubicBezTo>
                  <a:lnTo>
                    <a:pt x="213424" y="6384"/>
                  </a:lnTo>
                  <a:cubicBezTo>
                    <a:pt x="213424" y="3192"/>
                    <a:pt x="210229" y="0"/>
                    <a:pt x="207034" y="0"/>
                  </a:cubicBezTo>
                  <a:close/>
                  <a:moveTo>
                    <a:pt x="200644" y="168537"/>
                  </a:moveTo>
                  <a:lnTo>
                    <a:pt x="12780" y="168537"/>
                  </a:lnTo>
                  <a:lnTo>
                    <a:pt x="12780" y="12768"/>
                  </a:lnTo>
                  <a:lnTo>
                    <a:pt x="200644" y="12768"/>
                  </a:lnTo>
                  <a:cubicBezTo>
                    <a:pt x="200644" y="12768"/>
                    <a:pt x="200644" y="168537"/>
                    <a:pt x="200644" y="168537"/>
                  </a:cubicBezTo>
                  <a:close/>
                </a:path>
              </a:pathLst>
            </a:custGeom>
            <a:solidFill>
              <a:srgbClr val="007680"/>
            </a:solidFill>
            <a:ln w="6390" cap="flat">
              <a:noFill/>
              <a:prstDash val="solid"/>
              <a:miter/>
            </a:ln>
          </p:spPr>
          <p:txBody>
            <a:bodyPr rtlCol="0" anchor="ctr"/>
            <a:lstStyle/>
            <a:p>
              <a:endParaRPr lang="en-US"/>
            </a:p>
          </p:txBody>
        </p:sp>
        <p:sp>
          <p:nvSpPr>
            <p:cNvPr id="499" name="Graphic 4">
              <a:extLst>
                <a:ext uri="{FF2B5EF4-FFF2-40B4-BE49-F238E27FC236}">
                  <a16:creationId xmlns:a16="http://schemas.microsoft.com/office/drawing/2014/main" id="{3EC413D5-BC3A-B34C-9468-6CB4F6B4A835}"/>
                </a:ext>
              </a:extLst>
            </p:cNvPr>
            <p:cNvSpPr/>
            <p:nvPr/>
          </p:nvSpPr>
          <p:spPr>
            <a:xfrm>
              <a:off x="642188" y="3964615"/>
              <a:ext cx="49641" cy="60648"/>
            </a:xfrm>
            <a:custGeom>
              <a:avLst/>
              <a:gdLst>
                <a:gd name="connsiteX0" fmla="*/ 6390 w 49641"/>
                <a:gd name="connsiteY0" fmla="*/ 60648 h 60648"/>
                <a:gd name="connsiteX1" fmla="*/ 12780 w 49641"/>
                <a:gd name="connsiteY1" fmla="*/ 54264 h 60648"/>
                <a:gd name="connsiteX2" fmla="*/ 12780 w 49641"/>
                <a:gd name="connsiteY2" fmla="*/ 42773 h 60648"/>
                <a:gd name="connsiteX3" fmla="*/ 21726 w 49641"/>
                <a:gd name="connsiteY3" fmla="*/ 33835 h 60648"/>
                <a:gd name="connsiteX4" fmla="*/ 37701 w 49641"/>
                <a:gd name="connsiteY4" fmla="*/ 57456 h 60648"/>
                <a:gd name="connsiteX5" fmla="*/ 42813 w 49641"/>
                <a:gd name="connsiteY5" fmla="*/ 60009 h 60648"/>
                <a:gd name="connsiteX6" fmla="*/ 46647 w 49641"/>
                <a:gd name="connsiteY6" fmla="*/ 58733 h 60648"/>
                <a:gd name="connsiteX7" fmla="*/ 48564 w 49641"/>
                <a:gd name="connsiteY7" fmla="*/ 49795 h 60648"/>
                <a:gd name="connsiteX8" fmla="*/ 31311 w 49641"/>
                <a:gd name="connsiteY8" fmla="*/ 24259 h 60648"/>
                <a:gd name="connsiteX9" fmla="*/ 44730 w 49641"/>
                <a:gd name="connsiteY9" fmla="*/ 10853 h 60648"/>
                <a:gd name="connsiteX10" fmla="*/ 44730 w 49641"/>
                <a:gd name="connsiteY10" fmla="*/ 1915 h 60648"/>
                <a:gd name="connsiteX11" fmla="*/ 35784 w 49641"/>
                <a:gd name="connsiteY11" fmla="*/ 1915 h 60648"/>
                <a:gd name="connsiteX12" fmla="*/ 12780 w 49641"/>
                <a:gd name="connsiteY12" fmla="*/ 24259 h 60648"/>
                <a:gd name="connsiteX13" fmla="*/ 12780 w 49641"/>
                <a:gd name="connsiteY13" fmla="*/ 6384 h 60648"/>
                <a:gd name="connsiteX14" fmla="*/ 6390 w 49641"/>
                <a:gd name="connsiteY14" fmla="*/ 0 h 60648"/>
                <a:gd name="connsiteX15" fmla="*/ 0 w 49641"/>
                <a:gd name="connsiteY15" fmla="*/ 6384 h 60648"/>
                <a:gd name="connsiteX16" fmla="*/ 0 w 49641"/>
                <a:gd name="connsiteY16" fmla="*/ 53625 h 60648"/>
                <a:gd name="connsiteX17" fmla="*/ 6390 w 49641"/>
                <a:gd name="connsiteY17" fmla="*/ 60648 h 60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641" h="60648">
                  <a:moveTo>
                    <a:pt x="6390" y="60648"/>
                  </a:moveTo>
                  <a:cubicBezTo>
                    <a:pt x="10224" y="60648"/>
                    <a:pt x="12780" y="58094"/>
                    <a:pt x="12780" y="54264"/>
                  </a:cubicBezTo>
                  <a:lnTo>
                    <a:pt x="12780" y="42773"/>
                  </a:lnTo>
                  <a:lnTo>
                    <a:pt x="21726" y="33835"/>
                  </a:lnTo>
                  <a:lnTo>
                    <a:pt x="37701" y="57456"/>
                  </a:lnTo>
                  <a:cubicBezTo>
                    <a:pt x="38979" y="59371"/>
                    <a:pt x="40896" y="60009"/>
                    <a:pt x="42813" y="60009"/>
                  </a:cubicBezTo>
                  <a:cubicBezTo>
                    <a:pt x="44091" y="60009"/>
                    <a:pt x="45369" y="59371"/>
                    <a:pt x="46647" y="58733"/>
                  </a:cubicBezTo>
                  <a:cubicBezTo>
                    <a:pt x="49842" y="56817"/>
                    <a:pt x="50481" y="52987"/>
                    <a:pt x="48564" y="49795"/>
                  </a:cubicBezTo>
                  <a:lnTo>
                    <a:pt x="31311" y="24259"/>
                  </a:lnTo>
                  <a:lnTo>
                    <a:pt x="44730" y="10853"/>
                  </a:lnTo>
                  <a:cubicBezTo>
                    <a:pt x="47286" y="8299"/>
                    <a:pt x="47286" y="4469"/>
                    <a:pt x="44730" y="1915"/>
                  </a:cubicBezTo>
                  <a:cubicBezTo>
                    <a:pt x="42174" y="-638"/>
                    <a:pt x="38340" y="-638"/>
                    <a:pt x="35784" y="1915"/>
                  </a:cubicBezTo>
                  <a:lnTo>
                    <a:pt x="12780" y="24259"/>
                  </a:lnTo>
                  <a:lnTo>
                    <a:pt x="12780" y="6384"/>
                  </a:lnTo>
                  <a:cubicBezTo>
                    <a:pt x="12780" y="2554"/>
                    <a:pt x="10224" y="0"/>
                    <a:pt x="6390" y="0"/>
                  </a:cubicBezTo>
                  <a:cubicBezTo>
                    <a:pt x="2556" y="0"/>
                    <a:pt x="0" y="2554"/>
                    <a:pt x="0" y="6384"/>
                  </a:cubicBezTo>
                  <a:lnTo>
                    <a:pt x="0" y="53625"/>
                  </a:lnTo>
                  <a:cubicBezTo>
                    <a:pt x="0" y="57456"/>
                    <a:pt x="2556" y="60648"/>
                    <a:pt x="6390" y="60648"/>
                  </a:cubicBezTo>
                  <a:close/>
                </a:path>
              </a:pathLst>
            </a:custGeom>
            <a:solidFill>
              <a:srgbClr val="007680"/>
            </a:solidFill>
            <a:ln w="6390" cap="flat">
              <a:noFill/>
              <a:prstDash val="solid"/>
              <a:miter/>
            </a:ln>
          </p:spPr>
          <p:txBody>
            <a:bodyPr rtlCol="0" anchor="ctr"/>
            <a:lstStyle/>
            <a:p>
              <a:endParaRPr lang="en-US"/>
            </a:p>
          </p:txBody>
        </p:sp>
        <p:sp>
          <p:nvSpPr>
            <p:cNvPr id="500" name="Graphic 4">
              <a:extLst>
                <a:ext uri="{FF2B5EF4-FFF2-40B4-BE49-F238E27FC236}">
                  <a16:creationId xmlns:a16="http://schemas.microsoft.com/office/drawing/2014/main" id="{ABE5E704-2E63-A347-9CA2-109191816520}"/>
                </a:ext>
              </a:extLst>
            </p:cNvPr>
            <p:cNvSpPr/>
            <p:nvPr/>
          </p:nvSpPr>
          <p:spPr>
            <a:xfrm>
              <a:off x="589094" y="3965652"/>
              <a:ext cx="47982" cy="59610"/>
            </a:xfrm>
            <a:custGeom>
              <a:avLst/>
              <a:gdLst>
                <a:gd name="connsiteX0" fmla="*/ 6448 w 47982"/>
                <a:gd name="connsiteY0" fmla="*/ 46843 h 59610"/>
                <a:gd name="connsiteX1" fmla="*/ 26895 w 47982"/>
                <a:gd name="connsiteY1" fmla="*/ 46843 h 59610"/>
                <a:gd name="connsiteX2" fmla="*/ 26895 w 47982"/>
                <a:gd name="connsiteY2" fmla="*/ 53227 h 59610"/>
                <a:gd name="connsiteX3" fmla="*/ 33285 w 47982"/>
                <a:gd name="connsiteY3" fmla="*/ 59611 h 59610"/>
                <a:gd name="connsiteX4" fmla="*/ 39675 w 47982"/>
                <a:gd name="connsiteY4" fmla="*/ 53227 h 59610"/>
                <a:gd name="connsiteX5" fmla="*/ 39675 w 47982"/>
                <a:gd name="connsiteY5" fmla="*/ 46843 h 59610"/>
                <a:gd name="connsiteX6" fmla="*/ 41592 w 47982"/>
                <a:gd name="connsiteY6" fmla="*/ 46843 h 59610"/>
                <a:gd name="connsiteX7" fmla="*/ 47982 w 47982"/>
                <a:gd name="connsiteY7" fmla="*/ 40459 h 59610"/>
                <a:gd name="connsiteX8" fmla="*/ 41592 w 47982"/>
                <a:gd name="connsiteY8" fmla="*/ 34075 h 59610"/>
                <a:gd name="connsiteX9" fmla="*/ 39675 w 47982"/>
                <a:gd name="connsiteY9" fmla="*/ 34075 h 59610"/>
                <a:gd name="connsiteX10" fmla="*/ 39675 w 47982"/>
                <a:gd name="connsiteY10" fmla="*/ 5985 h 59610"/>
                <a:gd name="connsiteX11" fmla="*/ 35202 w 47982"/>
                <a:gd name="connsiteY11" fmla="*/ 239 h 59610"/>
                <a:gd name="connsiteX12" fmla="*/ 28173 w 47982"/>
                <a:gd name="connsiteY12" fmla="*/ 2155 h 59610"/>
                <a:gd name="connsiteX13" fmla="*/ 1336 w 47982"/>
                <a:gd name="connsiteY13" fmla="*/ 36628 h 59610"/>
                <a:gd name="connsiteX14" fmla="*/ 697 w 47982"/>
                <a:gd name="connsiteY14" fmla="*/ 43651 h 59610"/>
                <a:gd name="connsiteX15" fmla="*/ 6448 w 47982"/>
                <a:gd name="connsiteY15" fmla="*/ 46843 h 59610"/>
                <a:gd name="connsiteX16" fmla="*/ 26895 w 47982"/>
                <a:gd name="connsiteY16" fmla="*/ 24499 h 59610"/>
                <a:gd name="connsiteX17" fmla="*/ 26895 w 47982"/>
                <a:gd name="connsiteY17" fmla="*/ 34075 h 59610"/>
                <a:gd name="connsiteX18" fmla="*/ 19227 w 47982"/>
                <a:gd name="connsiteY18" fmla="*/ 34075 h 59610"/>
                <a:gd name="connsiteX19" fmla="*/ 26895 w 47982"/>
                <a:gd name="connsiteY19" fmla="*/ 24499 h 5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7982" h="59610">
                  <a:moveTo>
                    <a:pt x="6448" y="46843"/>
                  </a:moveTo>
                  <a:lnTo>
                    <a:pt x="26895" y="46843"/>
                  </a:lnTo>
                  <a:lnTo>
                    <a:pt x="26895" y="53227"/>
                  </a:lnTo>
                  <a:cubicBezTo>
                    <a:pt x="26895" y="57057"/>
                    <a:pt x="29451" y="59611"/>
                    <a:pt x="33285" y="59611"/>
                  </a:cubicBezTo>
                  <a:cubicBezTo>
                    <a:pt x="37119" y="59611"/>
                    <a:pt x="39675" y="57057"/>
                    <a:pt x="39675" y="53227"/>
                  </a:cubicBezTo>
                  <a:lnTo>
                    <a:pt x="39675" y="46843"/>
                  </a:lnTo>
                  <a:lnTo>
                    <a:pt x="41592" y="46843"/>
                  </a:lnTo>
                  <a:cubicBezTo>
                    <a:pt x="45426" y="46843"/>
                    <a:pt x="47982" y="44289"/>
                    <a:pt x="47982" y="40459"/>
                  </a:cubicBezTo>
                  <a:cubicBezTo>
                    <a:pt x="47982" y="36628"/>
                    <a:pt x="45426" y="34075"/>
                    <a:pt x="41592" y="34075"/>
                  </a:cubicBezTo>
                  <a:lnTo>
                    <a:pt x="39675" y="34075"/>
                  </a:lnTo>
                  <a:lnTo>
                    <a:pt x="39675" y="5985"/>
                  </a:lnTo>
                  <a:cubicBezTo>
                    <a:pt x="39675" y="3431"/>
                    <a:pt x="37758" y="878"/>
                    <a:pt x="35202" y="239"/>
                  </a:cubicBezTo>
                  <a:cubicBezTo>
                    <a:pt x="32646" y="-399"/>
                    <a:pt x="29451" y="239"/>
                    <a:pt x="28173" y="2155"/>
                  </a:cubicBezTo>
                  <a:lnTo>
                    <a:pt x="1336" y="36628"/>
                  </a:lnTo>
                  <a:cubicBezTo>
                    <a:pt x="58" y="38543"/>
                    <a:pt x="-581" y="41097"/>
                    <a:pt x="697" y="43651"/>
                  </a:cubicBezTo>
                  <a:cubicBezTo>
                    <a:pt x="1975" y="46204"/>
                    <a:pt x="3892" y="46843"/>
                    <a:pt x="6448" y="46843"/>
                  </a:cubicBezTo>
                  <a:close/>
                  <a:moveTo>
                    <a:pt x="26895" y="24499"/>
                  </a:moveTo>
                  <a:lnTo>
                    <a:pt x="26895" y="34075"/>
                  </a:lnTo>
                  <a:lnTo>
                    <a:pt x="19227" y="34075"/>
                  </a:lnTo>
                  <a:lnTo>
                    <a:pt x="26895" y="24499"/>
                  </a:lnTo>
                  <a:close/>
                </a:path>
              </a:pathLst>
            </a:custGeom>
            <a:solidFill>
              <a:srgbClr val="007680"/>
            </a:solidFill>
            <a:ln w="6390" cap="flat">
              <a:noFill/>
              <a:prstDash val="solid"/>
              <a:miter/>
            </a:ln>
          </p:spPr>
          <p:txBody>
            <a:bodyPr rtlCol="0" anchor="ctr"/>
            <a:lstStyle/>
            <a:p>
              <a:endParaRPr lang="en-US"/>
            </a:p>
          </p:txBody>
        </p:sp>
        <p:sp>
          <p:nvSpPr>
            <p:cNvPr id="501" name="Graphic 4">
              <a:extLst>
                <a:ext uri="{FF2B5EF4-FFF2-40B4-BE49-F238E27FC236}">
                  <a16:creationId xmlns:a16="http://schemas.microsoft.com/office/drawing/2014/main" id="{75F4A8FF-27F0-7F4B-9F22-59292C8969E4}"/>
                </a:ext>
              </a:extLst>
            </p:cNvPr>
            <p:cNvSpPr/>
            <p:nvPr/>
          </p:nvSpPr>
          <p:spPr>
            <a:xfrm>
              <a:off x="564870" y="4041861"/>
              <a:ext cx="168694" cy="38303"/>
            </a:xfrm>
            <a:custGeom>
              <a:avLst/>
              <a:gdLst>
                <a:gd name="connsiteX0" fmla="*/ 6390 w 168694"/>
                <a:gd name="connsiteY0" fmla="*/ 25536 h 38303"/>
                <a:gd name="connsiteX1" fmla="*/ 16614 w 168694"/>
                <a:gd name="connsiteY1" fmla="*/ 25536 h 38303"/>
                <a:gd name="connsiteX2" fmla="*/ 16614 w 168694"/>
                <a:gd name="connsiteY2" fmla="*/ 31920 h 38303"/>
                <a:gd name="connsiteX3" fmla="*/ 23004 w 168694"/>
                <a:gd name="connsiteY3" fmla="*/ 38304 h 38303"/>
                <a:gd name="connsiteX4" fmla="*/ 40896 w 168694"/>
                <a:gd name="connsiteY4" fmla="*/ 38304 h 38303"/>
                <a:gd name="connsiteX5" fmla="*/ 47286 w 168694"/>
                <a:gd name="connsiteY5" fmla="*/ 31920 h 38303"/>
                <a:gd name="connsiteX6" fmla="*/ 47286 w 168694"/>
                <a:gd name="connsiteY6" fmla="*/ 25536 h 38303"/>
                <a:gd name="connsiteX7" fmla="*/ 162304 w 168694"/>
                <a:gd name="connsiteY7" fmla="*/ 25536 h 38303"/>
                <a:gd name="connsiteX8" fmla="*/ 168694 w 168694"/>
                <a:gd name="connsiteY8" fmla="*/ 19152 h 38303"/>
                <a:gd name="connsiteX9" fmla="*/ 162304 w 168694"/>
                <a:gd name="connsiteY9" fmla="*/ 12768 h 38303"/>
                <a:gd name="connsiteX10" fmla="*/ 47286 w 168694"/>
                <a:gd name="connsiteY10" fmla="*/ 12768 h 38303"/>
                <a:gd name="connsiteX11" fmla="*/ 47286 w 168694"/>
                <a:gd name="connsiteY11" fmla="*/ 6384 h 38303"/>
                <a:gd name="connsiteX12" fmla="*/ 40896 w 168694"/>
                <a:gd name="connsiteY12" fmla="*/ 0 h 38303"/>
                <a:gd name="connsiteX13" fmla="*/ 23004 w 168694"/>
                <a:gd name="connsiteY13" fmla="*/ 0 h 38303"/>
                <a:gd name="connsiteX14" fmla="*/ 16614 w 168694"/>
                <a:gd name="connsiteY14" fmla="*/ 6384 h 38303"/>
                <a:gd name="connsiteX15" fmla="*/ 16614 w 168694"/>
                <a:gd name="connsiteY15" fmla="*/ 12768 h 38303"/>
                <a:gd name="connsiteX16" fmla="*/ 6390 w 168694"/>
                <a:gd name="connsiteY16" fmla="*/ 12768 h 38303"/>
                <a:gd name="connsiteX17" fmla="*/ 0 w 168694"/>
                <a:gd name="connsiteY17" fmla="*/ 19152 h 38303"/>
                <a:gd name="connsiteX18" fmla="*/ 6390 w 168694"/>
                <a:gd name="connsiteY18" fmla="*/ 25536 h 38303"/>
                <a:gd name="connsiteX19" fmla="*/ 29394 w 168694"/>
                <a:gd name="connsiteY19" fmla="*/ 12768 h 38303"/>
                <a:gd name="connsiteX20" fmla="*/ 34506 w 168694"/>
                <a:gd name="connsiteY20" fmla="*/ 12768 h 38303"/>
                <a:gd name="connsiteX21" fmla="*/ 34506 w 168694"/>
                <a:gd name="connsiteY21" fmla="*/ 26174 h 38303"/>
                <a:gd name="connsiteX22" fmla="*/ 29394 w 168694"/>
                <a:gd name="connsiteY22" fmla="*/ 26174 h 38303"/>
                <a:gd name="connsiteX23" fmla="*/ 29394 w 168694"/>
                <a:gd name="connsiteY23" fmla="*/ 12768 h 3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68694" h="38303">
                  <a:moveTo>
                    <a:pt x="6390" y="25536"/>
                  </a:moveTo>
                  <a:lnTo>
                    <a:pt x="16614" y="25536"/>
                  </a:lnTo>
                  <a:lnTo>
                    <a:pt x="16614" y="31920"/>
                  </a:lnTo>
                  <a:cubicBezTo>
                    <a:pt x="16614" y="35750"/>
                    <a:pt x="19170" y="38304"/>
                    <a:pt x="23004" y="38304"/>
                  </a:cubicBezTo>
                  <a:lnTo>
                    <a:pt x="40896" y="38304"/>
                  </a:lnTo>
                  <a:cubicBezTo>
                    <a:pt x="44730" y="38304"/>
                    <a:pt x="47286" y="35750"/>
                    <a:pt x="47286" y="31920"/>
                  </a:cubicBezTo>
                  <a:lnTo>
                    <a:pt x="47286" y="25536"/>
                  </a:lnTo>
                  <a:lnTo>
                    <a:pt x="162304" y="25536"/>
                  </a:lnTo>
                  <a:cubicBezTo>
                    <a:pt x="166138" y="25536"/>
                    <a:pt x="168694" y="22982"/>
                    <a:pt x="168694" y="19152"/>
                  </a:cubicBezTo>
                  <a:cubicBezTo>
                    <a:pt x="168694" y="15322"/>
                    <a:pt x="166138" y="12768"/>
                    <a:pt x="162304" y="12768"/>
                  </a:cubicBezTo>
                  <a:lnTo>
                    <a:pt x="47286" y="12768"/>
                  </a:lnTo>
                  <a:lnTo>
                    <a:pt x="47286" y="6384"/>
                  </a:lnTo>
                  <a:cubicBezTo>
                    <a:pt x="47286" y="2554"/>
                    <a:pt x="44730" y="0"/>
                    <a:pt x="40896" y="0"/>
                  </a:cubicBezTo>
                  <a:lnTo>
                    <a:pt x="23004" y="0"/>
                  </a:lnTo>
                  <a:cubicBezTo>
                    <a:pt x="19170" y="0"/>
                    <a:pt x="16614" y="2554"/>
                    <a:pt x="16614" y="6384"/>
                  </a:cubicBezTo>
                  <a:lnTo>
                    <a:pt x="16614" y="12768"/>
                  </a:lnTo>
                  <a:lnTo>
                    <a:pt x="6390" y="12768"/>
                  </a:lnTo>
                  <a:cubicBezTo>
                    <a:pt x="2556" y="12768"/>
                    <a:pt x="0" y="15322"/>
                    <a:pt x="0" y="19152"/>
                  </a:cubicBezTo>
                  <a:cubicBezTo>
                    <a:pt x="0" y="22982"/>
                    <a:pt x="3195" y="25536"/>
                    <a:pt x="6390" y="25536"/>
                  </a:cubicBezTo>
                  <a:close/>
                  <a:moveTo>
                    <a:pt x="29394" y="12768"/>
                  </a:moveTo>
                  <a:lnTo>
                    <a:pt x="34506" y="12768"/>
                  </a:lnTo>
                  <a:lnTo>
                    <a:pt x="34506" y="26174"/>
                  </a:lnTo>
                  <a:lnTo>
                    <a:pt x="29394" y="26174"/>
                  </a:lnTo>
                  <a:lnTo>
                    <a:pt x="29394" y="12768"/>
                  </a:lnTo>
                  <a:close/>
                </a:path>
              </a:pathLst>
            </a:custGeom>
            <a:solidFill>
              <a:srgbClr val="007680"/>
            </a:solidFill>
            <a:ln w="6390" cap="flat">
              <a:noFill/>
              <a:prstDash val="solid"/>
              <a:miter/>
            </a:ln>
          </p:spPr>
          <p:txBody>
            <a:bodyPr rtlCol="0" anchor="ctr"/>
            <a:lstStyle/>
            <a:p>
              <a:endParaRPr lang="en-US"/>
            </a:p>
          </p:txBody>
        </p:sp>
      </p:grpSp>
      <p:grpSp>
        <p:nvGrpSpPr>
          <p:cNvPr id="502" name="Graphic 4">
            <a:extLst>
              <a:ext uri="{FF2B5EF4-FFF2-40B4-BE49-F238E27FC236}">
                <a16:creationId xmlns:a16="http://schemas.microsoft.com/office/drawing/2014/main" id="{4FD758D3-7013-814F-8175-50A14C51AC79}"/>
              </a:ext>
            </a:extLst>
          </p:cNvPr>
          <p:cNvGrpSpPr/>
          <p:nvPr/>
        </p:nvGrpSpPr>
        <p:grpSpPr>
          <a:xfrm>
            <a:off x="2998797" y="3339623"/>
            <a:ext cx="361670" cy="361333"/>
            <a:chOff x="2998797" y="3339623"/>
            <a:chExt cx="361670" cy="361333"/>
          </a:xfrm>
          <a:solidFill>
            <a:srgbClr val="007680"/>
          </a:solidFill>
        </p:grpSpPr>
        <p:sp>
          <p:nvSpPr>
            <p:cNvPr id="503" name="Graphic 4">
              <a:extLst>
                <a:ext uri="{FF2B5EF4-FFF2-40B4-BE49-F238E27FC236}">
                  <a16:creationId xmlns:a16="http://schemas.microsoft.com/office/drawing/2014/main" id="{B153CBA4-F878-D44F-A3D9-4BAF3EB8A922}"/>
                </a:ext>
              </a:extLst>
            </p:cNvPr>
            <p:cNvSpPr/>
            <p:nvPr/>
          </p:nvSpPr>
          <p:spPr>
            <a:xfrm>
              <a:off x="3094007" y="3453897"/>
              <a:ext cx="170611" cy="108527"/>
            </a:xfrm>
            <a:custGeom>
              <a:avLst/>
              <a:gdLst>
                <a:gd name="connsiteX0" fmla="*/ 170611 w 170611"/>
                <a:gd name="connsiteY0" fmla="*/ 108528 h 108527"/>
                <a:gd name="connsiteX1" fmla="*/ 170611 w 170611"/>
                <a:gd name="connsiteY1" fmla="*/ 7660 h 108527"/>
                <a:gd name="connsiteX2" fmla="*/ 162943 w 170611"/>
                <a:gd name="connsiteY2" fmla="*/ 0 h 108527"/>
                <a:gd name="connsiteX3" fmla="*/ 7668 w 170611"/>
                <a:gd name="connsiteY3" fmla="*/ 0 h 108527"/>
                <a:gd name="connsiteX4" fmla="*/ 0 w 170611"/>
                <a:gd name="connsiteY4" fmla="*/ 7660 h 108527"/>
                <a:gd name="connsiteX5" fmla="*/ 0 w 170611"/>
                <a:gd name="connsiteY5" fmla="*/ 108528 h 108527"/>
                <a:gd name="connsiteX6" fmla="*/ 170611 w 170611"/>
                <a:gd name="connsiteY6" fmla="*/ 108528 h 108527"/>
                <a:gd name="connsiteX7" fmla="*/ 79874 w 170611"/>
                <a:gd name="connsiteY7" fmla="*/ 31920 h 108527"/>
                <a:gd name="connsiteX8" fmla="*/ 86264 w 170611"/>
                <a:gd name="connsiteY8" fmla="*/ 25536 h 108527"/>
                <a:gd name="connsiteX9" fmla="*/ 92654 w 170611"/>
                <a:gd name="connsiteY9" fmla="*/ 31920 h 108527"/>
                <a:gd name="connsiteX10" fmla="*/ 92654 w 170611"/>
                <a:gd name="connsiteY10" fmla="*/ 51072 h 108527"/>
                <a:gd name="connsiteX11" fmla="*/ 116936 w 170611"/>
                <a:gd name="connsiteY11" fmla="*/ 26812 h 108527"/>
                <a:gd name="connsiteX12" fmla="*/ 125882 w 170611"/>
                <a:gd name="connsiteY12" fmla="*/ 26812 h 108527"/>
                <a:gd name="connsiteX13" fmla="*/ 125882 w 170611"/>
                <a:gd name="connsiteY13" fmla="*/ 35750 h 108527"/>
                <a:gd name="connsiteX14" fmla="*/ 111185 w 170611"/>
                <a:gd name="connsiteY14" fmla="*/ 50433 h 108527"/>
                <a:gd name="connsiteX15" fmla="*/ 129077 w 170611"/>
                <a:gd name="connsiteY15" fmla="*/ 77884 h 108527"/>
                <a:gd name="connsiteX16" fmla="*/ 127160 w 170611"/>
                <a:gd name="connsiteY16" fmla="*/ 86822 h 108527"/>
                <a:gd name="connsiteX17" fmla="*/ 123326 w 170611"/>
                <a:gd name="connsiteY17" fmla="*/ 88099 h 108527"/>
                <a:gd name="connsiteX18" fmla="*/ 118214 w 170611"/>
                <a:gd name="connsiteY18" fmla="*/ 85545 h 108527"/>
                <a:gd name="connsiteX19" fmla="*/ 101600 w 170611"/>
                <a:gd name="connsiteY19" fmla="*/ 60648 h 108527"/>
                <a:gd name="connsiteX20" fmla="*/ 92015 w 170611"/>
                <a:gd name="connsiteY20" fmla="*/ 70224 h 108527"/>
                <a:gd name="connsiteX21" fmla="*/ 92015 w 170611"/>
                <a:gd name="connsiteY21" fmla="*/ 82353 h 108527"/>
                <a:gd name="connsiteX22" fmla="*/ 85625 w 170611"/>
                <a:gd name="connsiteY22" fmla="*/ 88737 h 108527"/>
                <a:gd name="connsiteX23" fmla="*/ 79235 w 170611"/>
                <a:gd name="connsiteY23" fmla="*/ 82353 h 108527"/>
                <a:gd name="connsiteX24" fmla="*/ 79235 w 170611"/>
                <a:gd name="connsiteY24" fmla="*/ 31920 h 108527"/>
                <a:gd name="connsiteX25" fmla="*/ 79874 w 170611"/>
                <a:gd name="connsiteY25" fmla="*/ 31920 h 108527"/>
                <a:gd name="connsiteX26" fmla="*/ 30033 w 170611"/>
                <a:gd name="connsiteY26" fmla="*/ 41496 h 108527"/>
                <a:gd name="connsiteX27" fmla="*/ 34506 w 170611"/>
                <a:gd name="connsiteY27" fmla="*/ 30004 h 108527"/>
                <a:gd name="connsiteX28" fmla="*/ 49841 w 170611"/>
                <a:gd name="connsiteY28" fmla="*/ 24259 h 108527"/>
                <a:gd name="connsiteX29" fmla="*/ 65816 w 170611"/>
                <a:gd name="connsiteY29" fmla="*/ 31281 h 108527"/>
                <a:gd name="connsiteX30" fmla="*/ 68372 w 170611"/>
                <a:gd name="connsiteY30" fmla="*/ 47241 h 108527"/>
                <a:gd name="connsiteX31" fmla="*/ 65177 w 170611"/>
                <a:gd name="connsiteY31" fmla="*/ 53625 h 108527"/>
                <a:gd name="connsiteX32" fmla="*/ 66455 w 170611"/>
                <a:gd name="connsiteY32" fmla="*/ 54264 h 108527"/>
                <a:gd name="connsiteX33" fmla="*/ 71567 w 170611"/>
                <a:gd name="connsiteY33" fmla="*/ 67670 h 108527"/>
                <a:gd name="connsiteX34" fmla="*/ 53675 w 170611"/>
                <a:gd name="connsiteY34" fmla="*/ 87460 h 108527"/>
                <a:gd name="connsiteX35" fmla="*/ 49841 w 170611"/>
                <a:gd name="connsiteY35" fmla="*/ 87460 h 108527"/>
                <a:gd name="connsiteX36" fmla="*/ 35783 w 170611"/>
                <a:gd name="connsiteY36" fmla="*/ 82992 h 108527"/>
                <a:gd name="connsiteX37" fmla="*/ 28755 w 170611"/>
                <a:gd name="connsiteY37" fmla="*/ 70224 h 108527"/>
                <a:gd name="connsiteX38" fmla="*/ 33228 w 170611"/>
                <a:gd name="connsiteY38" fmla="*/ 54264 h 108527"/>
                <a:gd name="connsiteX39" fmla="*/ 34506 w 170611"/>
                <a:gd name="connsiteY39" fmla="*/ 52987 h 108527"/>
                <a:gd name="connsiteX40" fmla="*/ 30033 w 170611"/>
                <a:gd name="connsiteY40" fmla="*/ 41496 h 10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0611" h="108527">
                  <a:moveTo>
                    <a:pt x="170611" y="108528"/>
                  </a:moveTo>
                  <a:lnTo>
                    <a:pt x="170611" y="7660"/>
                  </a:lnTo>
                  <a:cubicBezTo>
                    <a:pt x="170611" y="3192"/>
                    <a:pt x="167416" y="0"/>
                    <a:pt x="162943" y="0"/>
                  </a:cubicBezTo>
                  <a:lnTo>
                    <a:pt x="7668" y="0"/>
                  </a:lnTo>
                  <a:cubicBezTo>
                    <a:pt x="3195" y="0"/>
                    <a:pt x="0" y="3192"/>
                    <a:pt x="0" y="7660"/>
                  </a:cubicBezTo>
                  <a:lnTo>
                    <a:pt x="0" y="108528"/>
                  </a:lnTo>
                  <a:lnTo>
                    <a:pt x="170611" y="108528"/>
                  </a:lnTo>
                  <a:close/>
                  <a:moveTo>
                    <a:pt x="79874" y="31920"/>
                  </a:moveTo>
                  <a:cubicBezTo>
                    <a:pt x="79874" y="28089"/>
                    <a:pt x="82430" y="25536"/>
                    <a:pt x="86264" y="25536"/>
                  </a:cubicBezTo>
                  <a:cubicBezTo>
                    <a:pt x="90098" y="25536"/>
                    <a:pt x="92654" y="28089"/>
                    <a:pt x="92654" y="31920"/>
                  </a:cubicBezTo>
                  <a:lnTo>
                    <a:pt x="92654" y="51072"/>
                  </a:lnTo>
                  <a:lnTo>
                    <a:pt x="116936" y="26812"/>
                  </a:lnTo>
                  <a:cubicBezTo>
                    <a:pt x="119492" y="24259"/>
                    <a:pt x="123326" y="24259"/>
                    <a:pt x="125882" y="26812"/>
                  </a:cubicBezTo>
                  <a:cubicBezTo>
                    <a:pt x="128438" y="29366"/>
                    <a:pt x="128438" y="33196"/>
                    <a:pt x="125882" y="35750"/>
                  </a:cubicBezTo>
                  <a:lnTo>
                    <a:pt x="111185" y="50433"/>
                  </a:lnTo>
                  <a:lnTo>
                    <a:pt x="129077" y="77884"/>
                  </a:lnTo>
                  <a:cubicBezTo>
                    <a:pt x="130994" y="81076"/>
                    <a:pt x="130355" y="84907"/>
                    <a:pt x="127160" y="86822"/>
                  </a:cubicBezTo>
                  <a:cubicBezTo>
                    <a:pt x="125882" y="87460"/>
                    <a:pt x="124604" y="88099"/>
                    <a:pt x="123326" y="88099"/>
                  </a:cubicBezTo>
                  <a:cubicBezTo>
                    <a:pt x="121409" y="88099"/>
                    <a:pt x="119492" y="86822"/>
                    <a:pt x="118214" y="85545"/>
                  </a:cubicBezTo>
                  <a:lnTo>
                    <a:pt x="101600" y="60648"/>
                  </a:lnTo>
                  <a:lnTo>
                    <a:pt x="92015" y="70224"/>
                  </a:lnTo>
                  <a:lnTo>
                    <a:pt x="92015" y="82353"/>
                  </a:lnTo>
                  <a:cubicBezTo>
                    <a:pt x="92015" y="86184"/>
                    <a:pt x="89459" y="88737"/>
                    <a:pt x="85625" y="88737"/>
                  </a:cubicBezTo>
                  <a:cubicBezTo>
                    <a:pt x="81791" y="88737"/>
                    <a:pt x="79235" y="86184"/>
                    <a:pt x="79235" y="82353"/>
                  </a:cubicBezTo>
                  <a:lnTo>
                    <a:pt x="79235" y="31920"/>
                  </a:lnTo>
                  <a:lnTo>
                    <a:pt x="79874" y="31920"/>
                  </a:lnTo>
                  <a:close/>
                  <a:moveTo>
                    <a:pt x="30033" y="41496"/>
                  </a:moveTo>
                  <a:cubicBezTo>
                    <a:pt x="30033" y="40219"/>
                    <a:pt x="30672" y="34473"/>
                    <a:pt x="34506" y="30004"/>
                  </a:cubicBezTo>
                  <a:cubicBezTo>
                    <a:pt x="38340" y="26174"/>
                    <a:pt x="43451" y="24259"/>
                    <a:pt x="49841" y="24259"/>
                  </a:cubicBezTo>
                  <a:cubicBezTo>
                    <a:pt x="58787" y="24259"/>
                    <a:pt x="63899" y="28089"/>
                    <a:pt x="65816" y="31281"/>
                  </a:cubicBezTo>
                  <a:cubicBezTo>
                    <a:pt x="70289" y="37665"/>
                    <a:pt x="69011" y="44688"/>
                    <a:pt x="68372" y="47241"/>
                  </a:cubicBezTo>
                  <a:cubicBezTo>
                    <a:pt x="67733" y="49156"/>
                    <a:pt x="66455" y="51710"/>
                    <a:pt x="65177" y="53625"/>
                  </a:cubicBezTo>
                  <a:cubicBezTo>
                    <a:pt x="65816" y="53625"/>
                    <a:pt x="65816" y="54264"/>
                    <a:pt x="66455" y="54264"/>
                  </a:cubicBezTo>
                  <a:cubicBezTo>
                    <a:pt x="69650" y="57456"/>
                    <a:pt x="71567" y="62563"/>
                    <a:pt x="71567" y="67670"/>
                  </a:cubicBezTo>
                  <a:cubicBezTo>
                    <a:pt x="71567" y="79161"/>
                    <a:pt x="65177" y="85545"/>
                    <a:pt x="53675" y="87460"/>
                  </a:cubicBezTo>
                  <a:cubicBezTo>
                    <a:pt x="53036" y="87460"/>
                    <a:pt x="51758" y="87460"/>
                    <a:pt x="49841" y="87460"/>
                  </a:cubicBezTo>
                  <a:cubicBezTo>
                    <a:pt x="46007" y="87460"/>
                    <a:pt x="40257" y="86822"/>
                    <a:pt x="35783" y="82992"/>
                  </a:cubicBezTo>
                  <a:cubicBezTo>
                    <a:pt x="31950" y="79800"/>
                    <a:pt x="29394" y="75969"/>
                    <a:pt x="28755" y="70224"/>
                  </a:cubicBezTo>
                  <a:cubicBezTo>
                    <a:pt x="28116" y="62563"/>
                    <a:pt x="30672" y="57456"/>
                    <a:pt x="33228" y="54264"/>
                  </a:cubicBezTo>
                  <a:cubicBezTo>
                    <a:pt x="33867" y="53625"/>
                    <a:pt x="34506" y="52987"/>
                    <a:pt x="34506" y="52987"/>
                  </a:cubicBezTo>
                  <a:cubicBezTo>
                    <a:pt x="31311" y="50433"/>
                    <a:pt x="29394" y="45964"/>
                    <a:pt x="30033" y="41496"/>
                  </a:cubicBezTo>
                  <a:close/>
                </a:path>
              </a:pathLst>
            </a:custGeom>
            <a:solidFill>
              <a:srgbClr val="007680"/>
            </a:solidFill>
            <a:ln w="6390" cap="flat">
              <a:noFill/>
              <a:prstDash val="solid"/>
              <a:miter/>
            </a:ln>
          </p:spPr>
          <p:txBody>
            <a:bodyPr rtlCol="0" anchor="ctr"/>
            <a:lstStyle/>
            <a:p>
              <a:endParaRPr lang="en-US"/>
            </a:p>
          </p:txBody>
        </p:sp>
        <p:sp>
          <p:nvSpPr>
            <p:cNvPr id="504" name="Graphic 4">
              <a:extLst>
                <a:ext uri="{FF2B5EF4-FFF2-40B4-BE49-F238E27FC236}">
                  <a16:creationId xmlns:a16="http://schemas.microsoft.com/office/drawing/2014/main" id="{66BDE6C5-CA02-694E-ADC1-7107C3BA75B6}"/>
                </a:ext>
              </a:extLst>
            </p:cNvPr>
            <p:cNvSpPr/>
            <p:nvPr/>
          </p:nvSpPr>
          <p:spPr>
            <a:xfrm>
              <a:off x="3135291" y="3514545"/>
              <a:ext cx="17503" cy="15064"/>
            </a:xfrm>
            <a:custGeom>
              <a:avLst/>
              <a:gdLst>
                <a:gd name="connsiteX0" fmla="*/ 1529 w 17503"/>
                <a:gd name="connsiteY0" fmla="*/ 13406 h 15064"/>
                <a:gd name="connsiteX1" fmla="*/ 9836 w 17503"/>
                <a:gd name="connsiteY1" fmla="*/ 14683 h 15064"/>
                <a:gd name="connsiteX2" fmla="*/ 17503 w 17503"/>
                <a:gd name="connsiteY2" fmla="*/ 7022 h 15064"/>
                <a:gd name="connsiteX3" fmla="*/ 16226 w 17503"/>
                <a:gd name="connsiteY3" fmla="*/ 2553 h 15064"/>
                <a:gd name="connsiteX4" fmla="*/ 10474 w 17503"/>
                <a:gd name="connsiteY4" fmla="*/ 0 h 15064"/>
                <a:gd name="connsiteX5" fmla="*/ 8558 w 17503"/>
                <a:gd name="connsiteY5" fmla="*/ 0 h 15064"/>
                <a:gd name="connsiteX6" fmla="*/ 1529 w 17503"/>
                <a:gd name="connsiteY6" fmla="*/ 2553 h 15064"/>
                <a:gd name="connsiteX7" fmla="*/ 251 w 17503"/>
                <a:gd name="connsiteY7" fmla="*/ 8937 h 15064"/>
                <a:gd name="connsiteX8" fmla="*/ 1529 w 17503"/>
                <a:gd name="connsiteY8" fmla="*/ 13406 h 15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503" h="15064">
                  <a:moveTo>
                    <a:pt x="1529" y="13406"/>
                  </a:moveTo>
                  <a:cubicBezTo>
                    <a:pt x="4085" y="15321"/>
                    <a:pt x="7919" y="15321"/>
                    <a:pt x="9836" y="14683"/>
                  </a:cubicBezTo>
                  <a:cubicBezTo>
                    <a:pt x="14947" y="14044"/>
                    <a:pt x="17503" y="12768"/>
                    <a:pt x="17503" y="7022"/>
                  </a:cubicBezTo>
                  <a:cubicBezTo>
                    <a:pt x="17503" y="4468"/>
                    <a:pt x="16864" y="3192"/>
                    <a:pt x="16226" y="2553"/>
                  </a:cubicBezTo>
                  <a:cubicBezTo>
                    <a:pt x="14947" y="1276"/>
                    <a:pt x="13031" y="638"/>
                    <a:pt x="10474" y="0"/>
                  </a:cubicBezTo>
                  <a:cubicBezTo>
                    <a:pt x="9836" y="0"/>
                    <a:pt x="9197" y="0"/>
                    <a:pt x="8558" y="0"/>
                  </a:cubicBezTo>
                  <a:cubicBezTo>
                    <a:pt x="5363" y="0"/>
                    <a:pt x="2807" y="1276"/>
                    <a:pt x="1529" y="2553"/>
                  </a:cubicBezTo>
                  <a:cubicBezTo>
                    <a:pt x="251" y="3830"/>
                    <a:pt x="-388" y="5745"/>
                    <a:pt x="251" y="8937"/>
                  </a:cubicBezTo>
                  <a:cubicBezTo>
                    <a:pt x="251" y="11491"/>
                    <a:pt x="890" y="12768"/>
                    <a:pt x="1529" y="13406"/>
                  </a:cubicBezTo>
                  <a:close/>
                </a:path>
              </a:pathLst>
            </a:custGeom>
            <a:solidFill>
              <a:srgbClr val="007680"/>
            </a:solidFill>
            <a:ln w="6390" cap="flat">
              <a:noFill/>
              <a:prstDash val="solid"/>
              <a:miter/>
            </a:ln>
          </p:spPr>
          <p:txBody>
            <a:bodyPr rtlCol="0" anchor="ctr"/>
            <a:lstStyle/>
            <a:p>
              <a:endParaRPr lang="en-US"/>
            </a:p>
          </p:txBody>
        </p:sp>
        <p:sp>
          <p:nvSpPr>
            <p:cNvPr id="505" name="Graphic 4">
              <a:extLst>
                <a:ext uri="{FF2B5EF4-FFF2-40B4-BE49-F238E27FC236}">
                  <a16:creationId xmlns:a16="http://schemas.microsoft.com/office/drawing/2014/main" id="{7F445764-32DE-744D-9E53-418E62533352}"/>
                </a:ext>
              </a:extLst>
            </p:cNvPr>
            <p:cNvSpPr/>
            <p:nvPr/>
          </p:nvSpPr>
          <p:spPr>
            <a:xfrm>
              <a:off x="3136181" y="3490924"/>
              <a:ext cx="14477" cy="10852"/>
            </a:xfrm>
            <a:custGeom>
              <a:avLst/>
              <a:gdLst>
                <a:gd name="connsiteX0" fmla="*/ 5751 w 14477"/>
                <a:gd name="connsiteY0" fmla="*/ 10853 h 10852"/>
                <a:gd name="connsiteX1" fmla="*/ 8307 w 14477"/>
                <a:gd name="connsiteY1" fmla="*/ 10853 h 10852"/>
                <a:gd name="connsiteX2" fmla="*/ 14058 w 14477"/>
                <a:gd name="connsiteY2" fmla="*/ 6384 h 10852"/>
                <a:gd name="connsiteX3" fmla="*/ 13419 w 14477"/>
                <a:gd name="connsiteY3" fmla="*/ 1915 h 10852"/>
                <a:gd name="connsiteX4" fmla="*/ 7029 w 14477"/>
                <a:gd name="connsiteY4" fmla="*/ 0 h 10852"/>
                <a:gd name="connsiteX5" fmla="*/ 0 w 14477"/>
                <a:gd name="connsiteY5" fmla="*/ 4469 h 10852"/>
                <a:gd name="connsiteX6" fmla="*/ 0 w 14477"/>
                <a:gd name="connsiteY6" fmla="*/ 5107 h 10852"/>
                <a:gd name="connsiteX7" fmla="*/ 1917 w 14477"/>
                <a:gd name="connsiteY7" fmla="*/ 8937 h 10852"/>
                <a:gd name="connsiteX8" fmla="*/ 5751 w 14477"/>
                <a:gd name="connsiteY8" fmla="*/ 10853 h 10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7" h="10852">
                  <a:moveTo>
                    <a:pt x="5751" y="10853"/>
                  </a:moveTo>
                  <a:cubicBezTo>
                    <a:pt x="6390" y="10853"/>
                    <a:pt x="7668" y="10853"/>
                    <a:pt x="8307" y="10853"/>
                  </a:cubicBezTo>
                  <a:cubicBezTo>
                    <a:pt x="12780" y="10214"/>
                    <a:pt x="13419" y="7022"/>
                    <a:pt x="14058" y="6384"/>
                  </a:cubicBezTo>
                  <a:cubicBezTo>
                    <a:pt x="14697" y="5107"/>
                    <a:pt x="14697" y="2553"/>
                    <a:pt x="13419" y="1915"/>
                  </a:cubicBezTo>
                  <a:cubicBezTo>
                    <a:pt x="12780" y="638"/>
                    <a:pt x="10224" y="0"/>
                    <a:pt x="7029" y="0"/>
                  </a:cubicBezTo>
                  <a:cubicBezTo>
                    <a:pt x="1278" y="0"/>
                    <a:pt x="0" y="2553"/>
                    <a:pt x="0" y="4469"/>
                  </a:cubicBezTo>
                  <a:lnTo>
                    <a:pt x="0" y="5107"/>
                  </a:lnTo>
                  <a:cubicBezTo>
                    <a:pt x="0" y="6384"/>
                    <a:pt x="639" y="7661"/>
                    <a:pt x="1917" y="8937"/>
                  </a:cubicBezTo>
                  <a:cubicBezTo>
                    <a:pt x="3195" y="9576"/>
                    <a:pt x="4473" y="10853"/>
                    <a:pt x="5751" y="10853"/>
                  </a:cubicBezTo>
                  <a:close/>
                </a:path>
              </a:pathLst>
            </a:custGeom>
            <a:solidFill>
              <a:srgbClr val="007680"/>
            </a:solidFill>
            <a:ln w="6390" cap="flat">
              <a:noFill/>
              <a:prstDash val="solid"/>
              <a:miter/>
            </a:ln>
          </p:spPr>
          <p:txBody>
            <a:bodyPr rtlCol="0" anchor="ctr"/>
            <a:lstStyle/>
            <a:p>
              <a:endParaRPr lang="en-US"/>
            </a:p>
          </p:txBody>
        </p:sp>
        <p:sp>
          <p:nvSpPr>
            <p:cNvPr id="506" name="Graphic 4">
              <a:extLst>
                <a:ext uri="{FF2B5EF4-FFF2-40B4-BE49-F238E27FC236}">
                  <a16:creationId xmlns:a16="http://schemas.microsoft.com/office/drawing/2014/main" id="{DAF48B38-1E0F-CC44-9545-9A702079FF8C}"/>
                </a:ext>
              </a:extLst>
            </p:cNvPr>
            <p:cNvSpPr/>
            <p:nvPr/>
          </p:nvSpPr>
          <p:spPr>
            <a:xfrm>
              <a:off x="3081866" y="3574554"/>
              <a:ext cx="194254" cy="12767"/>
            </a:xfrm>
            <a:custGeom>
              <a:avLst/>
              <a:gdLst>
                <a:gd name="connsiteX0" fmla="*/ 100322 w 194254"/>
                <a:gd name="connsiteY0" fmla="*/ 639 h 12767"/>
                <a:gd name="connsiteX1" fmla="*/ 100322 w 194254"/>
                <a:gd name="connsiteY1" fmla="*/ 639 h 12767"/>
                <a:gd name="connsiteX2" fmla="*/ 104156 w 194254"/>
                <a:gd name="connsiteY2" fmla="*/ 7661 h 12767"/>
                <a:gd name="connsiteX3" fmla="*/ 97766 w 194254"/>
                <a:gd name="connsiteY3" fmla="*/ 12768 h 12767"/>
                <a:gd name="connsiteX4" fmla="*/ 91376 w 194254"/>
                <a:gd name="connsiteY4" fmla="*/ 6384 h 12767"/>
                <a:gd name="connsiteX5" fmla="*/ 92015 w 194254"/>
                <a:gd name="connsiteY5" fmla="*/ 3192 h 12767"/>
                <a:gd name="connsiteX6" fmla="*/ 95210 w 194254"/>
                <a:gd name="connsiteY6" fmla="*/ 0 h 12767"/>
                <a:gd name="connsiteX7" fmla="*/ 5751 w 194254"/>
                <a:gd name="connsiteY7" fmla="*/ 0 h 12767"/>
                <a:gd name="connsiteX8" fmla="*/ 0 w 194254"/>
                <a:gd name="connsiteY8" fmla="*/ 0 h 12767"/>
                <a:gd name="connsiteX9" fmla="*/ 0 w 194254"/>
                <a:gd name="connsiteY9" fmla="*/ 6384 h 12767"/>
                <a:gd name="connsiteX10" fmla="*/ 12141 w 194254"/>
                <a:gd name="connsiteY10" fmla="*/ 12768 h 12767"/>
                <a:gd name="connsiteX11" fmla="*/ 182113 w 194254"/>
                <a:gd name="connsiteY11" fmla="*/ 12768 h 12767"/>
                <a:gd name="connsiteX12" fmla="*/ 194254 w 194254"/>
                <a:gd name="connsiteY12" fmla="*/ 6384 h 12767"/>
                <a:gd name="connsiteX13" fmla="*/ 194254 w 194254"/>
                <a:gd name="connsiteY13" fmla="*/ 0 h 12767"/>
                <a:gd name="connsiteX14" fmla="*/ 188503 w 194254"/>
                <a:gd name="connsiteY14" fmla="*/ 0 h 12767"/>
                <a:gd name="connsiteX15" fmla="*/ 100322 w 194254"/>
                <a:gd name="connsiteY15" fmla="*/ 0 h 12767"/>
                <a:gd name="connsiteX16" fmla="*/ 100322 w 194254"/>
                <a:gd name="connsiteY16" fmla="*/ 639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4254" h="12767">
                  <a:moveTo>
                    <a:pt x="100322" y="639"/>
                  </a:moveTo>
                  <a:lnTo>
                    <a:pt x="100322" y="639"/>
                  </a:lnTo>
                  <a:cubicBezTo>
                    <a:pt x="103517" y="1915"/>
                    <a:pt x="104795" y="5107"/>
                    <a:pt x="104156" y="7661"/>
                  </a:cubicBezTo>
                  <a:cubicBezTo>
                    <a:pt x="103517" y="10853"/>
                    <a:pt x="100961" y="12768"/>
                    <a:pt x="97766" y="12768"/>
                  </a:cubicBezTo>
                  <a:cubicBezTo>
                    <a:pt x="93932" y="12768"/>
                    <a:pt x="91376" y="10215"/>
                    <a:pt x="91376" y="6384"/>
                  </a:cubicBezTo>
                  <a:cubicBezTo>
                    <a:pt x="91376" y="5107"/>
                    <a:pt x="91376" y="4469"/>
                    <a:pt x="92015" y="3192"/>
                  </a:cubicBezTo>
                  <a:cubicBezTo>
                    <a:pt x="92654" y="1915"/>
                    <a:pt x="93932" y="639"/>
                    <a:pt x="95210" y="0"/>
                  </a:cubicBezTo>
                  <a:lnTo>
                    <a:pt x="5751" y="0"/>
                  </a:lnTo>
                  <a:lnTo>
                    <a:pt x="0" y="0"/>
                  </a:lnTo>
                  <a:lnTo>
                    <a:pt x="0" y="6384"/>
                  </a:lnTo>
                  <a:cubicBezTo>
                    <a:pt x="0" y="9576"/>
                    <a:pt x="5112" y="12768"/>
                    <a:pt x="12141" y="12768"/>
                  </a:cubicBezTo>
                  <a:lnTo>
                    <a:pt x="182113" y="12768"/>
                  </a:lnTo>
                  <a:cubicBezTo>
                    <a:pt x="189142" y="12768"/>
                    <a:pt x="194254" y="9576"/>
                    <a:pt x="194254" y="6384"/>
                  </a:cubicBezTo>
                  <a:lnTo>
                    <a:pt x="194254" y="0"/>
                  </a:lnTo>
                  <a:lnTo>
                    <a:pt x="188503" y="0"/>
                  </a:lnTo>
                  <a:lnTo>
                    <a:pt x="100322" y="0"/>
                  </a:lnTo>
                  <a:lnTo>
                    <a:pt x="100322" y="639"/>
                  </a:lnTo>
                  <a:close/>
                </a:path>
              </a:pathLst>
            </a:custGeom>
            <a:solidFill>
              <a:srgbClr val="007680"/>
            </a:solidFill>
            <a:ln w="6390" cap="flat">
              <a:noFill/>
              <a:prstDash val="solid"/>
              <a:miter/>
            </a:ln>
          </p:spPr>
          <p:txBody>
            <a:bodyPr rtlCol="0" anchor="ctr"/>
            <a:lstStyle/>
            <a:p>
              <a:endParaRPr lang="en-US"/>
            </a:p>
          </p:txBody>
        </p:sp>
        <p:sp>
          <p:nvSpPr>
            <p:cNvPr id="507" name="Graphic 4">
              <a:extLst>
                <a:ext uri="{FF2B5EF4-FFF2-40B4-BE49-F238E27FC236}">
                  <a16:creationId xmlns:a16="http://schemas.microsoft.com/office/drawing/2014/main" id="{19F7FA18-C137-DD4B-8622-BCAB398E5F9F}"/>
                </a:ext>
              </a:extLst>
            </p:cNvPr>
            <p:cNvSpPr/>
            <p:nvPr/>
          </p:nvSpPr>
          <p:spPr>
            <a:xfrm>
              <a:off x="2998797"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90742 w 361670"/>
                <a:gd name="connsiteY5" fmla="*/ 241953 h 361333"/>
                <a:gd name="connsiteX6" fmla="*/ 265821 w 361670"/>
                <a:gd name="connsiteY6" fmla="*/ 261105 h 361333"/>
                <a:gd name="connsiteX7" fmla="*/ 95849 w 361670"/>
                <a:gd name="connsiteY7" fmla="*/ 261105 h 361333"/>
                <a:gd name="connsiteX8" fmla="*/ 70928 w 361670"/>
                <a:gd name="connsiteY8" fmla="*/ 241953 h 361333"/>
                <a:gd name="connsiteX9" fmla="*/ 70928 w 361670"/>
                <a:gd name="connsiteY9" fmla="*/ 229185 h 361333"/>
                <a:gd name="connsiteX10" fmla="*/ 77318 w 361670"/>
                <a:gd name="connsiteY10" fmla="*/ 222801 h 361333"/>
                <a:gd name="connsiteX11" fmla="*/ 83069 w 361670"/>
                <a:gd name="connsiteY11" fmla="*/ 222801 h 361333"/>
                <a:gd name="connsiteX12" fmla="*/ 83069 w 361670"/>
                <a:gd name="connsiteY12" fmla="*/ 121934 h 361333"/>
                <a:gd name="connsiteX13" fmla="*/ 103517 w 361670"/>
                <a:gd name="connsiteY13" fmla="*/ 101505 h 361333"/>
                <a:gd name="connsiteX14" fmla="*/ 258792 w 361670"/>
                <a:gd name="connsiteY14" fmla="*/ 101505 h 361333"/>
                <a:gd name="connsiteX15" fmla="*/ 279240 w 361670"/>
                <a:gd name="connsiteY15" fmla="*/ 121934 h 361333"/>
                <a:gd name="connsiteX16" fmla="*/ 279240 w 361670"/>
                <a:gd name="connsiteY16" fmla="*/ 222801 h 361333"/>
                <a:gd name="connsiteX17" fmla="*/ 284991 w 361670"/>
                <a:gd name="connsiteY17" fmla="*/ 222801 h 361333"/>
                <a:gd name="connsiteX18" fmla="*/ 291381 w 361670"/>
                <a:gd name="connsiteY18" fmla="*/ 229185 h 361333"/>
                <a:gd name="connsiteX19" fmla="*/ 291381 w 361670"/>
                <a:gd name="connsiteY19" fmla="*/ 241953 h 361333"/>
                <a:gd name="connsiteX20" fmla="*/ 290742 w 361670"/>
                <a:gd name="connsiteY20" fmla="*/ 24195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1" y="280257"/>
                    <a:pt x="361671" y="180667"/>
                  </a:cubicBezTo>
                  <a:cubicBezTo>
                    <a:pt x="361671" y="81077"/>
                    <a:pt x="281157" y="0"/>
                    <a:pt x="180835" y="0"/>
                  </a:cubicBezTo>
                  <a:close/>
                  <a:moveTo>
                    <a:pt x="290742" y="241953"/>
                  </a:moveTo>
                  <a:cubicBezTo>
                    <a:pt x="290742" y="252806"/>
                    <a:pt x="279879" y="261105"/>
                    <a:pt x="265821" y="261105"/>
                  </a:cubicBezTo>
                  <a:lnTo>
                    <a:pt x="95849" y="261105"/>
                  </a:lnTo>
                  <a:cubicBezTo>
                    <a:pt x="81791" y="261105"/>
                    <a:pt x="70928" y="252806"/>
                    <a:pt x="70928" y="241953"/>
                  </a:cubicBezTo>
                  <a:lnTo>
                    <a:pt x="70928" y="229185"/>
                  </a:lnTo>
                  <a:cubicBezTo>
                    <a:pt x="70928" y="225355"/>
                    <a:pt x="73484" y="222801"/>
                    <a:pt x="77318" y="222801"/>
                  </a:cubicBezTo>
                  <a:lnTo>
                    <a:pt x="83069" y="222801"/>
                  </a:lnTo>
                  <a:lnTo>
                    <a:pt x="83069" y="121934"/>
                  </a:lnTo>
                  <a:cubicBezTo>
                    <a:pt x="83069" y="110443"/>
                    <a:pt x="92015" y="101505"/>
                    <a:pt x="103517" y="101505"/>
                  </a:cubicBezTo>
                  <a:lnTo>
                    <a:pt x="258792" y="101505"/>
                  </a:lnTo>
                  <a:cubicBezTo>
                    <a:pt x="270294" y="101505"/>
                    <a:pt x="279240" y="110443"/>
                    <a:pt x="279240" y="121934"/>
                  </a:cubicBezTo>
                  <a:lnTo>
                    <a:pt x="279240" y="222801"/>
                  </a:lnTo>
                  <a:lnTo>
                    <a:pt x="284991" y="222801"/>
                  </a:lnTo>
                  <a:cubicBezTo>
                    <a:pt x="288825" y="222801"/>
                    <a:pt x="291381" y="225355"/>
                    <a:pt x="291381" y="229185"/>
                  </a:cubicBezTo>
                  <a:lnTo>
                    <a:pt x="291381" y="241953"/>
                  </a:lnTo>
                  <a:lnTo>
                    <a:pt x="290742" y="241953"/>
                  </a:lnTo>
                  <a:close/>
                </a:path>
              </a:pathLst>
            </a:custGeom>
            <a:solidFill>
              <a:srgbClr val="007680"/>
            </a:solidFill>
            <a:ln w="6390" cap="flat">
              <a:noFill/>
              <a:prstDash val="solid"/>
              <a:miter/>
            </a:ln>
          </p:spPr>
          <p:txBody>
            <a:bodyPr rtlCol="0" anchor="ctr"/>
            <a:lstStyle/>
            <a:p>
              <a:endParaRPr lang="en-US"/>
            </a:p>
          </p:txBody>
        </p:sp>
      </p:grpSp>
      <p:grpSp>
        <p:nvGrpSpPr>
          <p:cNvPr id="508" name="Graphic 4">
            <a:extLst>
              <a:ext uri="{FF2B5EF4-FFF2-40B4-BE49-F238E27FC236}">
                <a16:creationId xmlns:a16="http://schemas.microsoft.com/office/drawing/2014/main" id="{0E2672A7-136A-9640-883F-3F388C171022}"/>
              </a:ext>
            </a:extLst>
          </p:cNvPr>
          <p:cNvGrpSpPr/>
          <p:nvPr/>
        </p:nvGrpSpPr>
        <p:grpSpPr>
          <a:xfrm>
            <a:off x="905454" y="3824168"/>
            <a:ext cx="361670" cy="361333"/>
            <a:chOff x="905454" y="3824168"/>
            <a:chExt cx="361670" cy="361333"/>
          </a:xfrm>
          <a:solidFill>
            <a:srgbClr val="007680"/>
          </a:solidFill>
        </p:grpSpPr>
        <p:sp>
          <p:nvSpPr>
            <p:cNvPr id="509" name="Graphic 4">
              <a:extLst>
                <a:ext uri="{FF2B5EF4-FFF2-40B4-BE49-F238E27FC236}">
                  <a16:creationId xmlns:a16="http://schemas.microsoft.com/office/drawing/2014/main" id="{E951864D-9FCF-324D-89E8-0667798F10D9}"/>
                </a:ext>
              </a:extLst>
            </p:cNvPr>
            <p:cNvSpPr/>
            <p:nvPr/>
          </p:nvSpPr>
          <p:spPr>
            <a:xfrm>
              <a:off x="1032613" y="4054629"/>
              <a:ext cx="5111" cy="13406"/>
            </a:xfrm>
            <a:custGeom>
              <a:avLst/>
              <a:gdLst>
                <a:gd name="connsiteX0" fmla="*/ 0 w 5111"/>
                <a:gd name="connsiteY0" fmla="*/ 0 h 13406"/>
                <a:gd name="connsiteX1" fmla="*/ 5112 w 5111"/>
                <a:gd name="connsiteY1" fmla="*/ 0 h 13406"/>
                <a:gd name="connsiteX2" fmla="*/ 5112 w 5111"/>
                <a:gd name="connsiteY2" fmla="*/ 13406 h 13406"/>
                <a:gd name="connsiteX3" fmla="*/ 0 w 5111"/>
                <a:gd name="connsiteY3" fmla="*/ 13406 h 13406"/>
              </a:gdLst>
              <a:ahLst/>
              <a:cxnLst>
                <a:cxn ang="0">
                  <a:pos x="connsiteX0" y="connsiteY0"/>
                </a:cxn>
                <a:cxn ang="0">
                  <a:pos x="connsiteX1" y="connsiteY1"/>
                </a:cxn>
                <a:cxn ang="0">
                  <a:pos x="connsiteX2" y="connsiteY2"/>
                </a:cxn>
                <a:cxn ang="0">
                  <a:pos x="connsiteX3" y="connsiteY3"/>
                </a:cxn>
              </a:cxnLst>
              <a:rect l="l" t="t" r="r" b="b"/>
              <a:pathLst>
                <a:path w="5111" h="13406">
                  <a:moveTo>
                    <a:pt x="0" y="0"/>
                  </a:moveTo>
                  <a:lnTo>
                    <a:pt x="5112" y="0"/>
                  </a:lnTo>
                  <a:lnTo>
                    <a:pt x="5112" y="13406"/>
                  </a:lnTo>
                  <a:lnTo>
                    <a:pt x="0" y="13406"/>
                  </a:lnTo>
                  <a:close/>
                </a:path>
              </a:pathLst>
            </a:custGeom>
            <a:solidFill>
              <a:srgbClr val="007680"/>
            </a:solidFill>
            <a:ln w="6390" cap="flat">
              <a:noFill/>
              <a:prstDash val="solid"/>
              <a:miter/>
            </a:ln>
          </p:spPr>
          <p:txBody>
            <a:bodyPr rtlCol="0" anchor="ctr"/>
            <a:lstStyle/>
            <a:p>
              <a:endParaRPr lang="en-US"/>
            </a:p>
          </p:txBody>
        </p:sp>
        <p:sp>
          <p:nvSpPr>
            <p:cNvPr id="510" name="Graphic 4">
              <a:extLst>
                <a:ext uri="{FF2B5EF4-FFF2-40B4-BE49-F238E27FC236}">
                  <a16:creationId xmlns:a16="http://schemas.microsoft.com/office/drawing/2014/main" id="{BBDC7156-D2A0-5A48-9C68-9A835A20A625}"/>
                </a:ext>
              </a:extLst>
            </p:cNvPr>
            <p:cNvSpPr/>
            <p:nvPr/>
          </p:nvSpPr>
          <p:spPr>
            <a:xfrm>
              <a:off x="1046671" y="3990151"/>
              <a:ext cx="7028" cy="9575"/>
            </a:xfrm>
            <a:custGeom>
              <a:avLst/>
              <a:gdLst>
                <a:gd name="connsiteX0" fmla="*/ 7029 w 7028"/>
                <a:gd name="connsiteY0" fmla="*/ 0 h 9575"/>
                <a:gd name="connsiteX1" fmla="*/ 0 w 7028"/>
                <a:gd name="connsiteY1" fmla="*/ 9576 h 9575"/>
                <a:gd name="connsiteX2" fmla="*/ 7029 w 7028"/>
                <a:gd name="connsiteY2" fmla="*/ 9576 h 9575"/>
              </a:gdLst>
              <a:ahLst/>
              <a:cxnLst>
                <a:cxn ang="0">
                  <a:pos x="connsiteX0" y="connsiteY0"/>
                </a:cxn>
                <a:cxn ang="0">
                  <a:pos x="connsiteX1" y="connsiteY1"/>
                </a:cxn>
                <a:cxn ang="0">
                  <a:pos x="connsiteX2" y="connsiteY2"/>
                </a:cxn>
              </a:cxnLst>
              <a:rect l="l" t="t" r="r" b="b"/>
              <a:pathLst>
                <a:path w="7028" h="9575">
                  <a:moveTo>
                    <a:pt x="7029" y="0"/>
                  </a:moveTo>
                  <a:lnTo>
                    <a:pt x="0" y="9576"/>
                  </a:lnTo>
                  <a:lnTo>
                    <a:pt x="7029" y="9576"/>
                  </a:lnTo>
                  <a:close/>
                </a:path>
              </a:pathLst>
            </a:custGeom>
            <a:solidFill>
              <a:srgbClr val="007680"/>
            </a:solidFill>
            <a:ln w="6390" cap="flat">
              <a:noFill/>
              <a:prstDash val="solid"/>
              <a:miter/>
            </a:ln>
          </p:spPr>
          <p:txBody>
            <a:bodyPr rtlCol="0" anchor="ctr"/>
            <a:lstStyle/>
            <a:p>
              <a:endParaRPr lang="en-US"/>
            </a:p>
          </p:txBody>
        </p:sp>
        <p:sp>
          <p:nvSpPr>
            <p:cNvPr id="511" name="Graphic 4">
              <a:extLst>
                <a:ext uri="{FF2B5EF4-FFF2-40B4-BE49-F238E27FC236}">
                  <a16:creationId xmlns:a16="http://schemas.microsoft.com/office/drawing/2014/main" id="{439725D2-00B9-144A-9C67-42DAAECF3140}"/>
                </a:ext>
              </a:extLst>
            </p:cNvPr>
            <p:cNvSpPr/>
            <p:nvPr/>
          </p:nvSpPr>
          <p:spPr>
            <a:xfrm>
              <a:off x="992357" y="3926950"/>
              <a:ext cx="187864" cy="155769"/>
            </a:xfrm>
            <a:custGeom>
              <a:avLst/>
              <a:gdLst>
                <a:gd name="connsiteX0" fmla="*/ 0 w 187864"/>
                <a:gd name="connsiteY0" fmla="*/ 155769 h 155769"/>
                <a:gd name="connsiteX1" fmla="*/ 187864 w 187864"/>
                <a:gd name="connsiteY1" fmla="*/ 155769 h 155769"/>
                <a:gd name="connsiteX2" fmla="*/ 187864 w 187864"/>
                <a:gd name="connsiteY2" fmla="*/ 0 h 155769"/>
                <a:gd name="connsiteX3" fmla="*/ 0 w 187864"/>
                <a:gd name="connsiteY3" fmla="*/ 0 h 155769"/>
                <a:gd name="connsiteX4" fmla="*/ 0 w 187864"/>
                <a:gd name="connsiteY4" fmla="*/ 155769 h 155769"/>
                <a:gd name="connsiteX5" fmla="*/ 87542 w 187864"/>
                <a:gd name="connsiteY5" fmla="*/ 44688 h 155769"/>
                <a:gd name="connsiteX6" fmla="*/ 93932 w 187864"/>
                <a:gd name="connsiteY6" fmla="*/ 38304 h 155769"/>
                <a:gd name="connsiteX7" fmla="*/ 100322 w 187864"/>
                <a:gd name="connsiteY7" fmla="*/ 44688 h 155769"/>
                <a:gd name="connsiteX8" fmla="*/ 100322 w 187864"/>
                <a:gd name="connsiteY8" fmla="*/ 62563 h 155769"/>
                <a:gd name="connsiteX9" fmla="*/ 123326 w 187864"/>
                <a:gd name="connsiteY9" fmla="*/ 40219 h 155769"/>
                <a:gd name="connsiteX10" fmla="*/ 132272 w 187864"/>
                <a:gd name="connsiteY10" fmla="*/ 40219 h 155769"/>
                <a:gd name="connsiteX11" fmla="*/ 132272 w 187864"/>
                <a:gd name="connsiteY11" fmla="*/ 49157 h 155769"/>
                <a:gd name="connsiteX12" fmla="*/ 118214 w 187864"/>
                <a:gd name="connsiteY12" fmla="*/ 62563 h 155769"/>
                <a:gd name="connsiteX13" fmla="*/ 135467 w 187864"/>
                <a:gd name="connsiteY13" fmla="*/ 88099 h 155769"/>
                <a:gd name="connsiteX14" fmla="*/ 133550 w 187864"/>
                <a:gd name="connsiteY14" fmla="*/ 97037 h 155769"/>
                <a:gd name="connsiteX15" fmla="*/ 129716 w 187864"/>
                <a:gd name="connsiteY15" fmla="*/ 98313 h 155769"/>
                <a:gd name="connsiteX16" fmla="*/ 124604 w 187864"/>
                <a:gd name="connsiteY16" fmla="*/ 95760 h 155769"/>
                <a:gd name="connsiteX17" fmla="*/ 108629 w 187864"/>
                <a:gd name="connsiteY17" fmla="*/ 72139 h 155769"/>
                <a:gd name="connsiteX18" fmla="*/ 99683 w 187864"/>
                <a:gd name="connsiteY18" fmla="*/ 81077 h 155769"/>
                <a:gd name="connsiteX19" fmla="*/ 99683 w 187864"/>
                <a:gd name="connsiteY19" fmla="*/ 92568 h 155769"/>
                <a:gd name="connsiteX20" fmla="*/ 93293 w 187864"/>
                <a:gd name="connsiteY20" fmla="*/ 98952 h 155769"/>
                <a:gd name="connsiteX21" fmla="*/ 86903 w 187864"/>
                <a:gd name="connsiteY21" fmla="*/ 92568 h 155769"/>
                <a:gd name="connsiteX22" fmla="*/ 86903 w 187864"/>
                <a:gd name="connsiteY22" fmla="*/ 44688 h 155769"/>
                <a:gd name="connsiteX23" fmla="*/ 87542 w 187864"/>
                <a:gd name="connsiteY23" fmla="*/ 44688 h 155769"/>
                <a:gd name="connsiteX24" fmla="*/ 36423 w 187864"/>
                <a:gd name="connsiteY24" fmla="*/ 75331 h 155769"/>
                <a:gd name="connsiteX25" fmla="*/ 63260 w 187864"/>
                <a:gd name="connsiteY25" fmla="*/ 40858 h 155769"/>
                <a:gd name="connsiteX26" fmla="*/ 70289 w 187864"/>
                <a:gd name="connsiteY26" fmla="*/ 38942 h 155769"/>
                <a:gd name="connsiteX27" fmla="*/ 74762 w 187864"/>
                <a:gd name="connsiteY27" fmla="*/ 44688 h 155769"/>
                <a:gd name="connsiteX28" fmla="*/ 74762 w 187864"/>
                <a:gd name="connsiteY28" fmla="*/ 72778 h 155769"/>
                <a:gd name="connsiteX29" fmla="*/ 76679 w 187864"/>
                <a:gd name="connsiteY29" fmla="*/ 72778 h 155769"/>
                <a:gd name="connsiteX30" fmla="*/ 83069 w 187864"/>
                <a:gd name="connsiteY30" fmla="*/ 79162 h 155769"/>
                <a:gd name="connsiteX31" fmla="*/ 76679 w 187864"/>
                <a:gd name="connsiteY31" fmla="*/ 85546 h 155769"/>
                <a:gd name="connsiteX32" fmla="*/ 74762 w 187864"/>
                <a:gd name="connsiteY32" fmla="*/ 85546 h 155769"/>
                <a:gd name="connsiteX33" fmla="*/ 74762 w 187864"/>
                <a:gd name="connsiteY33" fmla="*/ 91930 h 155769"/>
                <a:gd name="connsiteX34" fmla="*/ 68372 w 187864"/>
                <a:gd name="connsiteY34" fmla="*/ 98313 h 155769"/>
                <a:gd name="connsiteX35" fmla="*/ 61982 w 187864"/>
                <a:gd name="connsiteY35" fmla="*/ 91930 h 155769"/>
                <a:gd name="connsiteX36" fmla="*/ 61982 w 187864"/>
                <a:gd name="connsiteY36" fmla="*/ 85546 h 155769"/>
                <a:gd name="connsiteX37" fmla="*/ 41535 w 187864"/>
                <a:gd name="connsiteY37" fmla="*/ 85546 h 155769"/>
                <a:gd name="connsiteX38" fmla="*/ 35784 w 187864"/>
                <a:gd name="connsiteY38" fmla="*/ 81715 h 155769"/>
                <a:gd name="connsiteX39" fmla="*/ 36423 w 187864"/>
                <a:gd name="connsiteY39" fmla="*/ 75331 h 155769"/>
                <a:gd name="connsiteX40" fmla="*/ 16614 w 187864"/>
                <a:gd name="connsiteY40" fmla="*/ 127680 h 155769"/>
                <a:gd name="connsiteX41" fmla="*/ 26838 w 187864"/>
                <a:gd name="connsiteY41" fmla="*/ 127680 h 155769"/>
                <a:gd name="connsiteX42" fmla="*/ 26838 w 187864"/>
                <a:gd name="connsiteY42" fmla="*/ 121296 h 155769"/>
                <a:gd name="connsiteX43" fmla="*/ 33228 w 187864"/>
                <a:gd name="connsiteY43" fmla="*/ 114912 h 155769"/>
                <a:gd name="connsiteX44" fmla="*/ 51119 w 187864"/>
                <a:gd name="connsiteY44" fmla="*/ 114912 h 155769"/>
                <a:gd name="connsiteX45" fmla="*/ 57509 w 187864"/>
                <a:gd name="connsiteY45" fmla="*/ 121296 h 155769"/>
                <a:gd name="connsiteX46" fmla="*/ 57509 w 187864"/>
                <a:gd name="connsiteY46" fmla="*/ 127680 h 155769"/>
                <a:gd name="connsiteX47" fmla="*/ 172528 w 187864"/>
                <a:gd name="connsiteY47" fmla="*/ 127680 h 155769"/>
                <a:gd name="connsiteX48" fmla="*/ 178918 w 187864"/>
                <a:gd name="connsiteY48" fmla="*/ 134064 h 155769"/>
                <a:gd name="connsiteX49" fmla="*/ 172528 w 187864"/>
                <a:gd name="connsiteY49" fmla="*/ 140448 h 155769"/>
                <a:gd name="connsiteX50" fmla="*/ 57509 w 187864"/>
                <a:gd name="connsiteY50" fmla="*/ 140448 h 155769"/>
                <a:gd name="connsiteX51" fmla="*/ 57509 w 187864"/>
                <a:gd name="connsiteY51" fmla="*/ 146832 h 155769"/>
                <a:gd name="connsiteX52" fmla="*/ 51119 w 187864"/>
                <a:gd name="connsiteY52" fmla="*/ 153216 h 155769"/>
                <a:gd name="connsiteX53" fmla="*/ 33228 w 187864"/>
                <a:gd name="connsiteY53" fmla="*/ 153216 h 155769"/>
                <a:gd name="connsiteX54" fmla="*/ 26838 w 187864"/>
                <a:gd name="connsiteY54" fmla="*/ 146832 h 155769"/>
                <a:gd name="connsiteX55" fmla="*/ 26838 w 187864"/>
                <a:gd name="connsiteY55" fmla="*/ 140448 h 155769"/>
                <a:gd name="connsiteX56" fmla="*/ 16614 w 187864"/>
                <a:gd name="connsiteY56" fmla="*/ 140448 h 155769"/>
                <a:gd name="connsiteX57" fmla="*/ 10224 w 187864"/>
                <a:gd name="connsiteY57" fmla="*/ 134064 h 155769"/>
                <a:gd name="connsiteX58" fmla="*/ 16614 w 187864"/>
                <a:gd name="connsiteY58" fmla="*/ 127680 h 155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87864" h="155769">
                  <a:moveTo>
                    <a:pt x="0" y="155769"/>
                  </a:moveTo>
                  <a:lnTo>
                    <a:pt x="187864" y="155769"/>
                  </a:lnTo>
                  <a:lnTo>
                    <a:pt x="187864" y="0"/>
                  </a:lnTo>
                  <a:lnTo>
                    <a:pt x="0" y="0"/>
                  </a:lnTo>
                  <a:lnTo>
                    <a:pt x="0" y="155769"/>
                  </a:lnTo>
                  <a:close/>
                  <a:moveTo>
                    <a:pt x="87542" y="44688"/>
                  </a:moveTo>
                  <a:cubicBezTo>
                    <a:pt x="87542" y="40858"/>
                    <a:pt x="90098" y="38304"/>
                    <a:pt x="93932" y="38304"/>
                  </a:cubicBezTo>
                  <a:cubicBezTo>
                    <a:pt x="97766" y="38304"/>
                    <a:pt x="100322" y="40858"/>
                    <a:pt x="100322" y="44688"/>
                  </a:cubicBezTo>
                  <a:lnTo>
                    <a:pt x="100322" y="62563"/>
                  </a:lnTo>
                  <a:lnTo>
                    <a:pt x="123326" y="40219"/>
                  </a:lnTo>
                  <a:cubicBezTo>
                    <a:pt x="125882" y="37666"/>
                    <a:pt x="129716" y="37666"/>
                    <a:pt x="132272" y="40219"/>
                  </a:cubicBezTo>
                  <a:cubicBezTo>
                    <a:pt x="134828" y="42773"/>
                    <a:pt x="134828" y="46603"/>
                    <a:pt x="132272" y="49157"/>
                  </a:cubicBezTo>
                  <a:lnTo>
                    <a:pt x="118214" y="62563"/>
                  </a:lnTo>
                  <a:lnTo>
                    <a:pt x="135467" y="88099"/>
                  </a:lnTo>
                  <a:cubicBezTo>
                    <a:pt x="137384" y="91291"/>
                    <a:pt x="136745" y="95121"/>
                    <a:pt x="133550" y="97037"/>
                  </a:cubicBezTo>
                  <a:cubicBezTo>
                    <a:pt x="132272" y="97675"/>
                    <a:pt x="130994" y="98313"/>
                    <a:pt x="129716" y="98313"/>
                  </a:cubicBezTo>
                  <a:cubicBezTo>
                    <a:pt x="127799" y="98313"/>
                    <a:pt x="125882" y="97037"/>
                    <a:pt x="124604" y="95760"/>
                  </a:cubicBezTo>
                  <a:lnTo>
                    <a:pt x="108629" y="72139"/>
                  </a:lnTo>
                  <a:lnTo>
                    <a:pt x="99683" y="81077"/>
                  </a:lnTo>
                  <a:lnTo>
                    <a:pt x="99683" y="92568"/>
                  </a:lnTo>
                  <a:cubicBezTo>
                    <a:pt x="99683" y="96398"/>
                    <a:pt x="97127" y="98952"/>
                    <a:pt x="93293" y="98952"/>
                  </a:cubicBezTo>
                  <a:cubicBezTo>
                    <a:pt x="89459" y="98952"/>
                    <a:pt x="86903" y="96398"/>
                    <a:pt x="86903" y="92568"/>
                  </a:cubicBezTo>
                  <a:lnTo>
                    <a:pt x="86903" y="44688"/>
                  </a:lnTo>
                  <a:lnTo>
                    <a:pt x="87542" y="44688"/>
                  </a:lnTo>
                  <a:close/>
                  <a:moveTo>
                    <a:pt x="36423" y="75331"/>
                  </a:moveTo>
                  <a:lnTo>
                    <a:pt x="63260" y="40858"/>
                  </a:lnTo>
                  <a:cubicBezTo>
                    <a:pt x="65177" y="38942"/>
                    <a:pt x="67733" y="37666"/>
                    <a:pt x="70289" y="38942"/>
                  </a:cubicBezTo>
                  <a:cubicBezTo>
                    <a:pt x="72845" y="39581"/>
                    <a:pt x="74762" y="42134"/>
                    <a:pt x="74762" y="44688"/>
                  </a:cubicBezTo>
                  <a:lnTo>
                    <a:pt x="74762" y="72778"/>
                  </a:lnTo>
                  <a:lnTo>
                    <a:pt x="76679" y="72778"/>
                  </a:lnTo>
                  <a:cubicBezTo>
                    <a:pt x="80513" y="72778"/>
                    <a:pt x="83069" y="75331"/>
                    <a:pt x="83069" y="79162"/>
                  </a:cubicBezTo>
                  <a:cubicBezTo>
                    <a:pt x="83069" y="82992"/>
                    <a:pt x="80513" y="85546"/>
                    <a:pt x="76679" y="85546"/>
                  </a:cubicBezTo>
                  <a:lnTo>
                    <a:pt x="74762" y="85546"/>
                  </a:lnTo>
                  <a:lnTo>
                    <a:pt x="74762" y="91930"/>
                  </a:lnTo>
                  <a:cubicBezTo>
                    <a:pt x="74762" y="95760"/>
                    <a:pt x="72206" y="98313"/>
                    <a:pt x="68372" y="98313"/>
                  </a:cubicBezTo>
                  <a:cubicBezTo>
                    <a:pt x="64538" y="98313"/>
                    <a:pt x="61982" y="95760"/>
                    <a:pt x="61982" y="91930"/>
                  </a:cubicBezTo>
                  <a:lnTo>
                    <a:pt x="61982" y="85546"/>
                  </a:lnTo>
                  <a:lnTo>
                    <a:pt x="41535" y="85546"/>
                  </a:lnTo>
                  <a:cubicBezTo>
                    <a:pt x="38979" y="85546"/>
                    <a:pt x="37062" y="84269"/>
                    <a:pt x="35784" y="81715"/>
                  </a:cubicBezTo>
                  <a:cubicBezTo>
                    <a:pt x="34506" y="79800"/>
                    <a:pt x="34506" y="77246"/>
                    <a:pt x="36423" y="75331"/>
                  </a:cubicBezTo>
                  <a:close/>
                  <a:moveTo>
                    <a:pt x="16614" y="127680"/>
                  </a:moveTo>
                  <a:lnTo>
                    <a:pt x="26838" y="127680"/>
                  </a:lnTo>
                  <a:lnTo>
                    <a:pt x="26838" y="121296"/>
                  </a:lnTo>
                  <a:cubicBezTo>
                    <a:pt x="26838" y="117465"/>
                    <a:pt x="29394" y="114912"/>
                    <a:pt x="33228" y="114912"/>
                  </a:cubicBezTo>
                  <a:lnTo>
                    <a:pt x="51119" y="114912"/>
                  </a:lnTo>
                  <a:cubicBezTo>
                    <a:pt x="54953" y="114912"/>
                    <a:pt x="57509" y="117465"/>
                    <a:pt x="57509" y="121296"/>
                  </a:cubicBezTo>
                  <a:lnTo>
                    <a:pt x="57509" y="127680"/>
                  </a:lnTo>
                  <a:lnTo>
                    <a:pt x="172528" y="127680"/>
                  </a:lnTo>
                  <a:cubicBezTo>
                    <a:pt x="176362" y="127680"/>
                    <a:pt x="178918" y="130233"/>
                    <a:pt x="178918" y="134064"/>
                  </a:cubicBezTo>
                  <a:cubicBezTo>
                    <a:pt x="178918" y="137894"/>
                    <a:pt x="176362" y="140448"/>
                    <a:pt x="172528" y="140448"/>
                  </a:cubicBezTo>
                  <a:lnTo>
                    <a:pt x="57509" y="140448"/>
                  </a:lnTo>
                  <a:lnTo>
                    <a:pt x="57509" y="146832"/>
                  </a:lnTo>
                  <a:cubicBezTo>
                    <a:pt x="57509" y="150662"/>
                    <a:pt x="54953" y="153216"/>
                    <a:pt x="51119" y="153216"/>
                  </a:cubicBezTo>
                  <a:lnTo>
                    <a:pt x="33228" y="153216"/>
                  </a:lnTo>
                  <a:cubicBezTo>
                    <a:pt x="29394" y="153216"/>
                    <a:pt x="26838" y="150662"/>
                    <a:pt x="26838" y="146832"/>
                  </a:cubicBezTo>
                  <a:lnTo>
                    <a:pt x="26838" y="140448"/>
                  </a:lnTo>
                  <a:lnTo>
                    <a:pt x="16614" y="140448"/>
                  </a:lnTo>
                  <a:cubicBezTo>
                    <a:pt x="12780" y="140448"/>
                    <a:pt x="10224" y="137894"/>
                    <a:pt x="10224" y="134064"/>
                  </a:cubicBezTo>
                  <a:cubicBezTo>
                    <a:pt x="10224" y="130233"/>
                    <a:pt x="13419" y="127680"/>
                    <a:pt x="16614" y="127680"/>
                  </a:cubicBezTo>
                  <a:close/>
                </a:path>
              </a:pathLst>
            </a:custGeom>
            <a:solidFill>
              <a:srgbClr val="007680"/>
            </a:solidFill>
            <a:ln w="6390" cap="flat">
              <a:noFill/>
              <a:prstDash val="solid"/>
              <a:miter/>
            </a:ln>
          </p:spPr>
          <p:txBody>
            <a:bodyPr rtlCol="0" anchor="ctr"/>
            <a:lstStyle/>
            <a:p>
              <a:endParaRPr lang="en-US"/>
            </a:p>
          </p:txBody>
        </p:sp>
        <p:sp>
          <p:nvSpPr>
            <p:cNvPr id="512" name="Graphic 4">
              <a:extLst>
                <a:ext uri="{FF2B5EF4-FFF2-40B4-BE49-F238E27FC236}">
                  <a16:creationId xmlns:a16="http://schemas.microsoft.com/office/drawing/2014/main" id="{92F97B27-F43B-0341-9F4A-2267C38289F5}"/>
                </a:ext>
              </a:extLst>
            </p:cNvPr>
            <p:cNvSpPr/>
            <p:nvPr/>
          </p:nvSpPr>
          <p:spPr>
            <a:xfrm>
              <a:off x="905454"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87547 w 361670"/>
                <a:gd name="connsiteY5" fmla="*/ 264935 h 361333"/>
                <a:gd name="connsiteX6" fmla="*/ 281157 w 361670"/>
                <a:gd name="connsiteY6" fmla="*/ 271319 h 361333"/>
                <a:gd name="connsiteX7" fmla="*/ 80513 w 361670"/>
                <a:gd name="connsiteY7" fmla="*/ 271319 h 361333"/>
                <a:gd name="connsiteX8" fmla="*/ 74123 w 361670"/>
                <a:gd name="connsiteY8" fmla="*/ 264935 h 361333"/>
                <a:gd name="connsiteX9" fmla="*/ 74123 w 361670"/>
                <a:gd name="connsiteY9" fmla="*/ 96398 h 361333"/>
                <a:gd name="connsiteX10" fmla="*/ 80513 w 361670"/>
                <a:gd name="connsiteY10" fmla="*/ 90014 h 361333"/>
                <a:gd name="connsiteX11" fmla="*/ 281157 w 361670"/>
                <a:gd name="connsiteY11" fmla="*/ 90014 h 361333"/>
                <a:gd name="connsiteX12" fmla="*/ 287547 w 361670"/>
                <a:gd name="connsiteY12" fmla="*/ 96398 h 361333"/>
                <a:gd name="connsiteX13" fmla="*/ 287547 w 361670"/>
                <a:gd name="connsiteY13" fmla="*/ 26493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257"/>
                    <a:pt x="361670" y="180667"/>
                  </a:cubicBezTo>
                  <a:cubicBezTo>
                    <a:pt x="361670" y="81076"/>
                    <a:pt x="281157" y="0"/>
                    <a:pt x="180835" y="0"/>
                  </a:cubicBezTo>
                  <a:close/>
                  <a:moveTo>
                    <a:pt x="287547" y="264935"/>
                  </a:moveTo>
                  <a:cubicBezTo>
                    <a:pt x="287547" y="268766"/>
                    <a:pt x="284991" y="271319"/>
                    <a:pt x="281157" y="271319"/>
                  </a:cubicBezTo>
                  <a:lnTo>
                    <a:pt x="80513" y="271319"/>
                  </a:lnTo>
                  <a:cubicBezTo>
                    <a:pt x="76679" y="271319"/>
                    <a:pt x="74123" y="268766"/>
                    <a:pt x="74123" y="264935"/>
                  </a:cubicBezTo>
                  <a:lnTo>
                    <a:pt x="74123" y="96398"/>
                  </a:lnTo>
                  <a:cubicBezTo>
                    <a:pt x="74123" y="92568"/>
                    <a:pt x="76679" y="90014"/>
                    <a:pt x="80513" y="90014"/>
                  </a:cubicBezTo>
                  <a:lnTo>
                    <a:pt x="281157" y="90014"/>
                  </a:lnTo>
                  <a:cubicBezTo>
                    <a:pt x="284991" y="90014"/>
                    <a:pt x="287547" y="92568"/>
                    <a:pt x="287547" y="96398"/>
                  </a:cubicBezTo>
                  <a:lnTo>
                    <a:pt x="287547" y="264935"/>
                  </a:lnTo>
                  <a:close/>
                </a:path>
              </a:pathLst>
            </a:custGeom>
            <a:solidFill>
              <a:srgbClr val="007680"/>
            </a:solidFill>
            <a:ln w="6390" cap="flat">
              <a:noFill/>
              <a:prstDash val="solid"/>
              <a:miter/>
            </a:ln>
          </p:spPr>
          <p:txBody>
            <a:bodyPr rtlCol="0" anchor="ctr"/>
            <a:lstStyle/>
            <a:p>
              <a:endParaRPr lang="en-US"/>
            </a:p>
          </p:txBody>
        </p:sp>
      </p:grpSp>
      <p:grpSp>
        <p:nvGrpSpPr>
          <p:cNvPr id="513" name="Graphic 4">
            <a:extLst>
              <a:ext uri="{FF2B5EF4-FFF2-40B4-BE49-F238E27FC236}">
                <a16:creationId xmlns:a16="http://schemas.microsoft.com/office/drawing/2014/main" id="{EC664B31-D2D0-5C46-869C-916DD7EBDC79}"/>
              </a:ext>
            </a:extLst>
          </p:cNvPr>
          <p:cNvGrpSpPr/>
          <p:nvPr/>
        </p:nvGrpSpPr>
        <p:grpSpPr>
          <a:xfrm>
            <a:off x="2561086" y="918179"/>
            <a:ext cx="361670" cy="361333"/>
            <a:chOff x="2561086" y="918179"/>
            <a:chExt cx="361670" cy="361333"/>
          </a:xfrm>
          <a:solidFill>
            <a:srgbClr val="007680"/>
          </a:solidFill>
        </p:grpSpPr>
        <p:sp>
          <p:nvSpPr>
            <p:cNvPr id="514" name="Graphic 4">
              <a:extLst>
                <a:ext uri="{FF2B5EF4-FFF2-40B4-BE49-F238E27FC236}">
                  <a16:creationId xmlns:a16="http://schemas.microsoft.com/office/drawing/2014/main" id="{58E4E08E-7C53-3940-8F42-DD7095B25198}"/>
                </a:ext>
              </a:extLst>
            </p:cNvPr>
            <p:cNvSpPr/>
            <p:nvPr/>
          </p:nvSpPr>
          <p:spPr>
            <a:xfrm>
              <a:off x="2561086"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515" name="Graphic 4">
              <a:extLst>
                <a:ext uri="{FF2B5EF4-FFF2-40B4-BE49-F238E27FC236}">
                  <a16:creationId xmlns:a16="http://schemas.microsoft.com/office/drawing/2014/main" id="{1CAF5E5E-7AFD-A845-A54B-5CDE8A527760}"/>
                </a:ext>
              </a:extLst>
            </p:cNvPr>
            <p:cNvSpPr/>
            <p:nvPr/>
          </p:nvSpPr>
          <p:spPr>
            <a:xfrm>
              <a:off x="2640322" y="1012662"/>
              <a:ext cx="202560" cy="172367"/>
            </a:xfrm>
            <a:custGeom>
              <a:avLst/>
              <a:gdLst>
                <a:gd name="connsiteX0" fmla="*/ 196171 w 202560"/>
                <a:gd name="connsiteY0" fmla="*/ 0 h 172367"/>
                <a:gd name="connsiteX1" fmla="*/ 6390 w 202560"/>
                <a:gd name="connsiteY1" fmla="*/ 0 h 172367"/>
                <a:gd name="connsiteX2" fmla="*/ 0 w 202560"/>
                <a:gd name="connsiteY2" fmla="*/ 6384 h 172367"/>
                <a:gd name="connsiteX3" fmla="*/ 0 w 202560"/>
                <a:gd name="connsiteY3" fmla="*/ 165984 h 172367"/>
                <a:gd name="connsiteX4" fmla="*/ 6390 w 202560"/>
                <a:gd name="connsiteY4" fmla="*/ 172368 h 172367"/>
                <a:gd name="connsiteX5" fmla="*/ 196171 w 202560"/>
                <a:gd name="connsiteY5" fmla="*/ 172368 h 172367"/>
                <a:gd name="connsiteX6" fmla="*/ 202561 w 202560"/>
                <a:gd name="connsiteY6" fmla="*/ 165984 h 172367"/>
                <a:gd name="connsiteX7" fmla="*/ 202561 w 202560"/>
                <a:gd name="connsiteY7" fmla="*/ 6384 h 172367"/>
                <a:gd name="connsiteX8" fmla="*/ 196171 w 202560"/>
                <a:gd name="connsiteY8" fmla="*/ 0 h 172367"/>
                <a:gd name="connsiteX9" fmla="*/ 189781 w 202560"/>
                <a:gd name="connsiteY9" fmla="*/ 159600 h 172367"/>
                <a:gd name="connsiteX10" fmla="*/ 12780 w 202560"/>
                <a:gd name="connsiteY10" fmla="*/ 159600 h 172367"/>
                <a:gd name="connsiteX11" fmla="*/ 12780 w 202560"/>
                <a:gd name="connsiteY11" fmla="*/ 12768 h 172367"/>
                <a:gd name="connsiteX12" fmla="*/ 189781 w 202560"/>
                <a:gd name="connsiteY12" fmla="*/ 12768 h 172367"/>
                <a:gd name="connsiteX13" fmla="*/ 189781 w 202560"/>
                <a:gd name="connsiteY13" fmla="*/ 159600 h 1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2560" h="172367">
                  <a:moveTo>
                    <a:pt x="196171" y="0"/>
                  </a:moveTo>
                  <a:lnTo>
                    <a:pt x="6390" y="0"/>
                  </a:lnTo>
                  <a:cubicBezTo>
                    <a:pt x="2556" y="0"/>
                    <a:pt x="0" y="2554"/>
                    <a:pt x="0" y="6384"/>
                  </a:cubicBezTo>
                  <a:lnTo>
                    <a:pt x="0" y="165984"/>
                  </a:lnTo>
                  <a:cubicBezTo>
                    <a:pt x="0" y="169814"/>
                    <a:pt x="2556" y="172368"/>
                    <a:pt x="6390" y="172368"/>
                  </a:cubicBezTo>
                  <a:lnTo>
                    <a:pt x="196171" y="172368"/>
                  </a:lnTo>
                  <a:cubicBezTo>
                    <a:pt x="200005" y="172368"/>
                    <a:pt x="202561" y="169814"/>
                    <a:pt x="202561" y="165984"/>
                  </a:cubicBezTo>
                  <a:lnTo>
                    <a:pt x="202561" y="6384"/>
                  </a:lnTo>
                  <a:cubicBezTo>
                    <a:pt x="202561" y="3192"/>
                    <a:pt x="200005" y="0"/>
                    <a:pt x="196171" y="0"/>
                  </a:cubicBezTo>
                  <a:close/>
                  <a:moveTo>
                    <a:pt x="189781" y="159600"/>
                  </a:moveTo>
                  <a:lnTo>
                    <a:pt x="12780" y="159600"/>
                  </a:lnTo>
                  <a:lnTo>
                    <a:pt x="12780" y="12768"/>
                  </a:lnTo>
                  <a:lnTo>
                    <a:pt x="189781" y="12768"/>
                  </a:lnTo>
                  <a:lnTo>
                    <a:pt x="189781" y="159600"/>
                  </a:lnTo>
                  <a:close/>
                </a:path>
              </a:pathLst>
            </a:custGeom>
            <a:solidFill>
              <a:srgbClr val="007680"/>
            </a:solidFill>
            <a:ln w="6390" cap="flat">
              <a:noFill/>
              <a:prstDash val="solid"/>
              <a:miter/>
            </a:ln>
          </p:spPr>
          <p:txBody>
            <a:bodyPr rtlCol="0" anchor="ctr"/>
            <a:lstStyle/>
            <a:p>
              <a:endParaRPr lang="en-US"/>
            </a:p>
          </p:txBody>
        </p:sp>
        <p:sp>
          <p:nvSpPr>
            <p:cNvPr id="516" name="Graphic 4">
              <a:extLst>
                <a:ext uri="{FF2B5EF4-FFF2-40B4-BE49-F238E27FC236}">
                  <a16:creationId xmlns:a16="http://schemas.microsoft.com/office/drawing/2014/main" id="{DB8C0095-90DC-D944-8713-5A19C71749DF}"/>
                </a:ext>
              </a:extLst>
            </p:cNvPr>
            <p:cNvSpPr/>
            <p:nvPr/>
          </p:nvSpPr>
          <p:spPr>
            <a:xfrm>
              <a:off x="2691441" y="1060542"/>
              <a:ext cx="46646" cy="57455"/>
            </a:xfrm>
            <a:custGeom>
              <a:avLst/>
              <a:gdLst>
                <a:gd name="connsiteX0" fmla="*/ 6390 w 46646"/>
                <a:gd name="connsiteY0" fmla="*/ 57456 h 57455"/>
                <a:gd name="connsiteX1" fmla="*/ 12780 w 46646"/>
                <a:gd name="connsiteY1" fmla="*/ 51072 h 57455"/>
                <a:gd name="connsiteX2" fmla="*/ 12780 w 46646"/>
                <a:gd name="connsiteY2" fmla="*/ 33835 h 57455"/>
                <a:gd name="connsiteX3" fmla="*/ 33867 w 46646"/>
                <a:gd name="connsiteY3" fmla="*/ 33835 h 57455"/>
                <a:gd name="connsiteX4" fmla="*/ 33867 w 46646"/>
                <a:gd name="connsiteY4" fmla="*/ 51072 h 57455"/>
                <a:gd name="connsiteX5" fmla="*/ 40257 w 46646"/>
                <a:gd name="connsiteY5" fmla="*/ 57456 h 57455"/>
                <a:gd name="connsiteX6" fmla="*/ 46646 w 46646"/>
                <a:gd name="connsiteY6" fmla="*/ 51072 h 57455"/>
                <a:gd name="connsiteX7" fmla="*/ 46646 w 46646"/>
                <a:gd name="connsiteY7" fmla="*/ 6384 h 57455"/>
                <a:gd name="connsiteX8" fmla="*/ 40257 w 46646"/>
                <a:gd name="connsiteY8" fmla="*/ 0 h 57455"/>
                <a:gd name="connsiteX9" fmla="*/ 33867 w 46646"/>
                <a:gd name="connsiteY9" fmla="*/ 6384 h 57455"/>
                <a:gd name="connsiteX10" fmla="*/ 33867 w 46646"/>
                <a:gd name="connsiteY10" fmla="*/ 21067 h 57455"/>
                <a:gd name="connsiteX11" fmla="*/ 12780 w 46646"/>
                <a:gd name="connsiteY11" fmla="*/ 21067 h 57455"/>
                <a:gd name="connsiteX12" fmla="*/ 12780 w 46646"/>
                <a:gd name="connsiteY12" fmla="*/ 6384 h 57455"/>
                <a:gd name="connsiteX13" fmla="*/ 6390 w 46646"/>
                <a:gd name="connsiteY13" fmla="*/ 0 h 57455"/>
                <a:gd name="connsiteX14" fmla="*/ 0 w 46646"/>
                <a:gd name="connsiteY14" fmla="*/ 6384 h 57455"/>
                <a:gd name="connsiteX15" fmla="*/ 0 w 46646"/>
                <a:gd name="connsiteY15" fmla="*/ 51072 h 57455"/>
                <a:gd name="connsiteX16" fmla="*/ 6390 w 46646"/>
                <a:gd name="connsiteY16" fmla="*/ 57456 h 5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6646" h="57455">
                  <a:moveTo>
                    <a:pt x="6390" y="57456"/>
                  </a:moveTo>
                  <a:cubicBezTo>
                    <a:pt x="10224" y="57456"/>
                    <a:pt x="12780" y="54902"/>
                    <a:pt x="12780" y="51072"/>
                  </a:cubicBezTo>
                  <a:lnTo>
                    <a:pt x="12780" y="33835"/>
                  </a:lnTo>
                  <a:lnTo>
                    <a:pt x="33867" y="33835"/>
                  </a:lnTo>
                  <a:lnTo>
                    <a:pt x="33867" y="51072"/>
                  </a:lnTo>
                  <a:cubicBezTo>
                    <a:pt x="33867" y="54902"/>
                    <a:pt x="36423" y="57456"/>
                    <a:pt x="40257" y="57456"/>
                  </a:cubicBezTo>
                  <a:cubicBezTo>
                    <a:pt x="44091" y="57456"/>
                    <a:pt x="46646" y="54902"/>
                    <a:pt x="46646" y="51072"/>
                  </a:cubicBezTo>
                  <a:lnTo>
                    <a:pt x="46646" y="6384"/>
                  </a:lnTo>
                  <a:cubicBezTo>
                    <a:pt x="46646" y="2554"/>
                    <a:pt x="44091" y="0"/>
                    <a:pt x="40257" y="0"/>
                  </a:cubicBezTo>
                  <a:cubicBezTo>
                    <a:pt x="36423" y="0"/>
                    <a:pt x="33867" y="2554"/>
                    <a:pt x="33867" y="6384"/>
                  </a:cubicBezTo>
                  <a:lnTo>
                    <a:pt x="33867" y="21067"/>
                  </a:lnTo>
                  <a:lnTo>
                    <a:pt x="12780" y="21067"/>
                  </a:lnTo>
                  <a:lnTo>
                    <a:pt x="12780" y="6384"/>
                  </a:lnTo>
                  <a:cubicBezTo>
                    <a:pt x="12780" y="2554"/>
                    <a:pt x="10224" y="0"/>
                    <a:pt x="6390" y="0"/>
                  </a:cubicBezTo>
                  <a:cubicBezTo>
                    <a:pt x="2556" y="0"/>
                    <a:pt x="0" y="2554"/>
                    <a:pt x="0" y="6384"/>
                  </a:cubicBezTo>
                  <a:lnTo>
                    <a:pt x="0" y="51072"/>
                  </a:lnTo>
                  <a:cubicBezTo>
                    <a:pt x="0" y="54902"/>
                    <a:pt x="3195" y="57456"/>
                    <a:pt x="6390" y="57456"/>
                  </a:cubicBezTo>
                  <a:close/>
                </a:path>
              </a:pathLst>
            </a:custGeom>
            <a:solidFill>
              <a:srgbClr val="007680"/>
            </a:solidFill>
            <a:ln w="6390" cap="flat">
              <a:noFill/>
              <a:prstDash val="solid"/>
              <a:miter/>
            </a:ln>
          </p:spPr>
          <p:txBody>
            <a:bodyPr rtlCol="0" anchor="ctr"/>
            <a:lstStyle/>
            <a:p>
              <a:endParaRPr lang="en-US"/>
            </a:p>
          </p:txBody>
        </p:sp>
        <p:sp>
          <p:nvSpPr>
            <p:cNvPr id="517" name="Graphic 4">
              <a:extLst>
                <a:ext uri="{FF2B5EF4-FFF2-40B4-BE49-F238E27FC236}">
                  <a16:creationId xmlns:a16="http://schemas.microsoft.com/office/drawing/2014/main" id="{15BF7382-C41B-3948-8B77-6C70E5302F9E}"/>
                </a:ext>
              </a:extLst>
            </p:cNvPr>
            <p:cNvSpPr/>
            <p:nvPr/>
          </p:nvSpPr>
          <p:spPr>
            <a:xfrm>
              <a:off x="2747033" y="1061180"/>
              <a:ext cx="47366" cy="56817"/>
            </a:xfrm>
            <a:custGeom>
              <a:avLst/>
              <a:gdLst>
                <a:gd name="connsiteX0" fmla="*/ 7029 w 47366"/>
                <a:gd name="connsiteY0" fmla="*/ 56817 h 56817"/>
                <a:gd name="connsiteX1" fmla="*/ 23643 w 47366"/>
                <a:gd name="connsiteY1" fmla="*/ 56817 h 56817"/>
                <a:gd name="connsiteX2" fmla="*/ 23643 w 47366"/>
                <a:gd name="connsiteY2" fmla="*/ 56817 h 56817"/>
                <a:gd name="connsiteX3" fmla="*/ 47285 w 47366"/>
                <a:gd name="connsiteY3" fmla="*/ 30005 h 56817"/>
                <a:gd name="connsiteX4" fmla="*/ 39618 w 47366"/>
                <a:gd name="connsiteY4" fmla="*/ 6384 h 56817"/>
                <a:gd name="connsiteX5" fmla="*/ 23004 w 47366"/>
                <a:gd name="connsiteY5" fmla="*/ 0 h 56817"/>
                <a:gd name="connsiteX6" fmla="*/ 6390 w 47366"/>
                <a:gd name="connsiteY6" fmla="*/ 0 h 56817"/>
                <a:gd name="connsiteX7" fmla="*/ 0 w 47366"/>
                <a:gd name="connsiteY7" fmla="*/ 6384 h 56817"/>
                <a:gd name="connsiteX8" fmla="*/ 0 w 47366"/>
                <a:gd name="connsiteY8" fmla="*/ 50433 h 56817"/>
                <a:gd name="connsiteX9" fmla="*/ 7029 w 47366"/>
                <a:gd name="connsiteY9" fmla="*/ 56817 h 56817"/>
                <a:gd name="connsiteX10" fmla="*/ 13419 w 47366"/>
                <a:gd name="connsiteY10" fmla="*/ 12768 h 56817"/>
                <a:gd name="connsiteX11" fmla="*/ 23643 w 47366"/>
                <a:gd name="connsiteY11" fmla="*/ 12768 h 56817"/>
                <a:gd name="connsiteX12" fmla="*/ 31311 w 47366"/>
                <a:gd name="connsiteY12" fmla="*/ 15322 h 56817"/>
                <a:gd name="connsiteX13" fmla="*/ 35145 w 47366"/>
                <a:gd name="connsiteY13" fmla="*/ 30005 h 56817"/>
                <a:gd name="connsiteX14" fmla="*/ 24282 w 47366"/>
                <a:gd name="connsiteY14" fmla="*/ 44688 h 56817"/>
                <a:gd name="connsiteX15" fmla="*/ 13419 w 47366"/>
                <a:gd name="connsiteY15" fmla="*/ 44688 h 56817"/>
                <a:gd name="connsiteX16" fmla="*/ 13419 w 47366"/>
                <a:gd name="connsiteY16" fmla="*/ 12768 h 56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7366" h="56817">
                  <a:moveTo>
                    <a:pt x="7029" y="56817"/>
                  </a:moveTo>
                  <a:lnTo>
                    <a:pt x="23643" y="56817"/>
                  </a:lnTo>
                  <a:lnTo>
                    <a:pt x="23643" y="56817"/>
                  </a:lnTo>
                  <a:cubicBezTo>
                    <a:pt x="31311" y="56817"/>
                    <a:pt x="46647" y="51072"/>
                    <a:pt x="47285" y="30005"/>
                  </a:cubicBezTo>
                  <a:cubicBezTo>
                    <a:pt x="47925" y="19790"/>
                    <a:pt x="44730" y="11491"/>
                    <a:pt x="39618" y="6384"/>
                  </a:cubicBezTo>
                  <a:cubicBezTo>
                    <a:pt x="35145" y="1915"/>
                    <a:pt x="29394" y="0"/>
                    <a:pt x="23004" y="0"/>
                  </a:cubicBezTo>
                  <a:lnTo>
                    <a:pt x="6390" y="0"/>
                  </a:lnTo>
                  <a:cubicBezTo>
                    <a:pt x="3195" y="0"/>
                    <a:pt x="0" y="3192"/>
                    <a:pt x="0" y="6384"/>
                  </a:cubicBezTo>
                  <a:lnTo>
                    <a:pt x="0" y="50433"/>
                  </a:lnTo>
                  <a:cubicBezTo>
                    <a:pt x="639" y="54264"/>
                    <a:pt x="3195" y="56817"/>
                    <a:pt x="7029" y="56817"/>
                  </a:cubicBezTo>
                  <a:close/>
                  <a:moveTo>
                    <a:pt x="13419" y="12768"/>
                  </a:moveTo>
                  <a:lnTo>
                    <a:pt x="23643" y="12768"/>
                  </a:lnTo>
                  <a:cubicBezTo>
                    <a:pt x="26838" y="12768"/>
                    <a:pt x="29394" y="13406"/>
                    <a:pt x="31311" y="15322"/>
                  </a:cubicBezTo>
                  <a:cubicBezTo>
                    <a:pt x="33867" y="17875"/>
                    <a:pt x="35145" y="23621"/>
                    <a:pt x="35145" y="30005"/>
                  </a:cubicBezTo>
                  <a:cubicBezTo>
                    <a:pt x="34506" y="43411"/>
                    <a:pt x="26838" y="44688"/>
                    <a:pt x="24282" y="44688"/>
                  </a:cubicBezTo>
                  <a:lnTo>
                    <a:pt x="13419" y="44688"/>
                  </a:lnTo>
                  <a:lnTo>
                    <a:pt x="13419" y="12768"/>
                  </a:lnTo>
                  <a:close/>
                </a:path>
              </a:pathLst>
            </a:custGeom>
            <a:solidFill>
              <a:srgbClr val="007680"/>
            </a:solidFill>
            <a:ln w="6390" cap="flat">
              <a:noFill/>
              <a:prstDash val="solid"/>
              <a:miter/>
            </a:ln>
          </p:spPr>
          <p:txBody>
            <a:bodyPr rtlCol="0" anchor="ctr"/>
            <a:lstStyle/>
            <a:p>
              <a:endParaRPr lang="en-US"/>
            </a:p>
          </p:txBody>
        </p:sp>
        <p:sp>
          <p:nvSpPr>
            <p:cNvPr id="518" name="Graphic 4">
              <a:extLst>
                <a:ext uri="{FF2B5EF4-FFF2-40B4-BE49-F238E27FC236}">
                  <a16:creationId xmlns:a16="http://schemas.microsoft.com/office/drawing/2014/main" id="{AC67A099-99B5-DA40-962B-714E7E22DF46}"/>
                </a:ext>
              </a:extLst>
            </p:cNvPr>
            <p:cNvSpPr/>
            <p:nvPr/>
          </p:nvSpPr>
          <p:spPr>
            <a:xfrm>
              <a:off x="2662047" y="1133319"/>
              <a:ext cx="161026" cy="37027"/>
            </a:xfrm>
            <a:custGeom>
              <a:avLst/>
              <a:gdLst>
                <a:gd name="connsiteX0" fmla="*/ 6390 w 161026"/>
                <a:gd name="connsiteY0" fmla="*/ 24898 h 37027"/>
                <a:gd name="connsiteX1" fmla="*/ 15975 w 161026"/>
                <a:gd name="connsiteY1" fmla="*/ 24898 h 37027"/>
                <a:gd name="connsiteX2" fmla="*/ 15975 w 161026"/>
                <a:gd name="connsiteY2" fmla="*/ 30643 h 37027"/>
                <a:gd name="connsiteX3" fmla="*/ 22365 w 161026"/>
                <a:gd name="connsiteY3" fmla="*/ 37027 h 37027"/>
                <a:gd name="connsiteX4" fmla="*/ 39617 w 161026"/>
                <a:gd name="connsiteY4" fmla="*/ 37027 h 37027"/>
                <a:gd name="connsiteX5" fmla="*/ 46007 w 161026"/>
                <a:gd name="connsiteY5" fmla="*/ 30643 h 37027"/>
                <a:gd name="connsiteX6" fmla="*/ 46007 w 161026"/>
                <a:gd name="connsiteY6" fmla="*/ 24898 h 37027"/>
                <a:gd name="connsiteX7" fmla="*/ 154636 w 161026"/>
                <a:gd name="connsiteY7" fmla="*/ 24898 h 37027"/>
                <a:gd name="connsiteX8" fmla="*/ 161026 w 161026"/>
                <a:gd name="connsiteY8" fmla="*/ 18514 h 37027"/>
                <a:gd name="connsiteX9" fmla="*/ 154636 w 161026"/>
                <a:gd name="connsiteY9" fmla="*/ 12130 h 37027"/>
                <a:gd name="connsiteX10" fmla="*/ 46007 w 161026"/>
                <a:gd name="connsiteY10" fmla="*/ 12130 h 37027"/>
                <a:gd name="connsiteX11" fmla="*/ 46007 w 161026"/>
                <a:gd name="connsiteY11" fmla="*/ 6384 h 37027"/>
                <a:gd name="connsiteX12" fmla="*/ 39617 w 161026"/>
                <a:gd name="connsiteY12" fmla="*/ 0 h 37027"/>
                <a:gd name="connsiteX13" fmla="*/ 22365 w 161026"/>
                <a:gd name="connsiteY13" fmla="*/ 0 h 37027"/>
                <a:gd name="connsiteX14" fmla="*/ 15975 w 161026"/>
                <a:gd name="connsiteY14" fmla="*/ 6384 h 37027"/>
                <a:gd name="connsiteX15" fmla="*/ 15975 w 161026"/>
                <a:gd name="connsiteY15" fmla="*/ 12130 h 37027"/>
                <a:gd name="connsiteX16" fmla="*/ 6390 w 161026"/>
                <a:gd name="connsiteY16" fmla="*/ 12130 h 37027"/>
                <a:gd name="connsiteX17" fmla="*/ 0 w 161026"/>
                <a:gd name="connsiteY17" fmla="*/ 18514 h 37027"/>
                <a:gd name="connsiteX18" fmla="*/ 6390 w 161026"/>
                <a:gd name="connsiteY18" fmla="*/ 24898 h 37027"/>
                <a:gd name="connsiteX19" fmla="*/ 28755 w 161026"/>
                <a:gd name="connsiteY19" fmla="*/ 12768 h 37027"/>
                <a:gd name="connsiteX20" fmla="*/ 33228 w 161026"/>
                <a:gd name="connsiteY20" fmla="*/ 12768 h 37027"/>
                <a:gd name="connsiteX21" fmla="*/ 33228 w 161026"/>
                <a:gd name="connsiteY21" fmla="*/ 24898 h 37027"/>
                <a:gd name="connsiteX22" fmla="*/ 28755 w 161026"/>
                <a:gd name="connsiteY22" fmla="*/ 24898 h 37027"/>
                <a:gd name="connsiteX23" fmla="*/ 28755 w 161026"/>
                <a:gd name="connsiteY23" fmla="*/ 12768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61026" h="37027">
                  <a:moveTo>
                    <a:pt x="6390" y="24898"/>
                  </a:moveTo>
                  <a:lnTo>
                    <a:pt x="15975" y="24898"/>
                  </a:lnTo>
                  <a:lnTo>
                    <a:pt x="15975" y="30643"/>
                  </a:lnTo>
                  <a:cubicBezTo>
                    <a:pt x="15975" y="34474"/>
                    <a:pt x="18531" y="37027"/>
                    <a:pt x="22365" y="37027"/>
                  </a:cubicBezTo>
                  <a:lnTo>
                    <a:pt x="39617" y="37027"/>
                  </a:lnTo>
                  <a:cubicBezTo>
                    <a:pt x="43451" y="37027"/>
                    <a:pt x="46007" y="34474"/>
                    <a:pt x="46007" y="30643"/>
                  </a:cubicBezTo>
                  <a:lnTo>
                    <a:pt x="46007" y="24898"/>
                  </a:lnTo>
                  <a:lnTo>
                    <a:pt x="154636" y="24898"/>
                  </a:lnTo>
                  <a:cubicBezTo>
                    <a:pt x="158470" y="24898"/>
                    <a:pt x="161026" y="22344"/>
                    <a:pt x="161026" y="18514"/>
                  </a:cubicBezTo>
                  <a:cubicBezTo>
                    <a:pt x="161026" y="14683"/>
                    <a:pt x="158470" y="12130"/>
                    <a:pt x="154636" y="12130"/>
                  </a:cubicBezTo>
                  <a:lnTo>
                    <a:pt x="46007" y="12130"/>
                  </a:lnTo>
                  <a:lnTo>
                    <a:pt x="46007" y="6384"/>
                  </a:lnTo>
                  <a:cubicBezTo>
                    <a:pt x="46007" y="2554"/>
                    <a:pt x="43451" y="0"/>
                    <a:pt x="39617" y="0"/>
                  </a:cubicBezTo>
                  <a:lnTo>
                    <a:pt x="22365" y="0"/>
                  </a:lnTo>
                  <a:cubicBezTo>
                    <a:pt x="18531" y="0"/>
                    <a:pt x="15975" y="2554"/>
                    <a:pt x="15975" y="6384"/>
                  </a:cubicBezTo>
                  <a:lnTo>
                    <a:pt x="15975" y="12130"/>
                  </a:lnTo>
                  <a:lnTo>
                    <a:pt x="6390" y="12130"/>
                  </a:lnTo>
                  <a:cubicBezTo>
                    <a:pt x="2556" y="12130"/>
                    <a:pt x="0" y="14683"/>
                    <a:pt x="0" y="18514"/>
                  </a:cubicBezTo>
                  <a:cubicBezTo>
                    <a:pt x="0" y="22344"/>
                    <a:pt x="3195" y="24898"/>
                    <a:pt x="6390" y="24898"/>
                  </a:cubicBezTo>
                  <a:close/>
                  <a:moveTo>
                    <a:pt x="28755" y="12768"/>
                  </a:moveTo>
                  <a:lnTo>
                    <a:pt x="33228" y="12768"/>
                  </a:lnTo>
                  <a:lnTo>
                    <a:pt x="33228" y="24898"/>
                  </a:lnTo>
                  <a:lnTo>
                    <a:pt x="28755" y="24898"/>
                  </a:lnTo>
                  <a:lnTo>
                    <a:pt x="28755" y="12768"/>
                  </a:lnTo>
                  <a:close/>
                </a:path>
              </a:pathLst>
            </a:custGeom>
            <a:solidFill>
              <a:srgbClr val="007680"/>
            </a:solidFill>
            <a:ln w="6390" cap="flat">
              <a:noFill/>
              <a:prstDash val="solid"/>
              <a:miter/>
            </a:ln>
          </p:spPr>
          <p:txBody>
            <a:bodyPr rtlCol="0" anchor="ctr"/>
            <a:lstStyle/>
            <a:p>
              <a:endParaRPr lang="en-US"/>
            </a:p>
          </p:txBody>
        </p:sp>
      </p:grpSp>
      <p:grpSp>
        <p:nvGrpSpPr>
          <p:cNvPr id="519" name="Graphic 4">
            <a:extLst>
              <a:ext uri="{FF2B5EF4-FFF2-40B4-BE49-F238E27FC236}">
                <a16:creationId xmlns:a16="http://schemas.microsoft.com/office/drawing/2014/main" id="{36438CA5-6A80-584B-B125-69AFE459F20C}"/>
              </a:ext>
            </a:extLst>
          </p:cNvPr>
          <p:cNvGrpSpPr/>
          <p:nvPr/>
        </p:nvGrpSpPr>
        <p:grpSpPr>
          <a:xfrm>
            <a:off x="1952764" y="1893013"/>
            <a:ext cx="361670" cy="361333"/>
            <a:chOff x="1952764" y="1893013"/>
            <a:chExt cx="361670" cy="361333"/>
          </a:xfrm>
          <a:solidFill>
            <a:srgbClr val="007680"/>
          </a:solidFill>
        </p:grpSpPr>
        <p:sp>
          <p:nvSpPr>
            <p:cNvPr id="520" name="Graphic 4">
              <a:extLst>
                <a:ext uri="{FF2B5EF4-FFF2-40B4-BE49-F238E27FC236}">
                  <a16:creationId xmlns:a16="http://schemas.microsoft.com/office/drawing/2014/main" id="{BCC72998-7588-DB42-A6C4-0C98E7268D48}"/>
                </a:ext>
              </a:extLst>
            </p:cNvPr>
            <p:cNvSpPr/>
            <p:nvPr/>
          </p:nvSpPr>
          <p:spPr>
            <a:xfrm>
              <a:off x="2196221" y="2099215"/>
              <a:ext cx="17891" cy="25535"/>
            </a:xfrm>
            <a:custGeom>
              <a:avLst/>
              <a:gdLst>
                <a:gd name="connsiteX0" fmla="*/ 0 w 17891"/>
                <a:gd name="connsiteY0" fmla="*/ 0 h 25535"/>
                <a:gd name="connsiteX1" fmla="*/ 17892 w 17891"/>
                <a:gd name="connsiteY1" fmla="*/ 0 h 25535"/>
                <a:gd name="connsiteX2" fmla="*/ 17892 w 17891"/>
                <a:gd name="connsiteY2" fmla="*/ 25536 h 25535"/>
                <a:gd name="connsiteX3" fmla="*/ 0 w 17891"/>
                <a:gd name="connsiteY3" fmla="*/ 25536 h 25535"/>
              </a:gdLst>
              <a:ahLst/>
              <a:cxnLst>
                <a:cxn ang="0">
                  <a:pos x="connsiteX0" y="connsiteY0"/>
                </a:cxn>
                <a:cxn ang="0">
                  <a:pos x="connsiteX1" y="connsiteY1"/>
                </a:cxn>
                <a:cxn ang="0">
                  <a:pos x="connsiteX2" y="connsiteY2"/>
                </a:cxn>
                <a:cxn ang="0">
                  <a:pos x="connsiteX3" y="connsiteY3"/>
                </a:cxn>
              </a:cxnLst>
              <a:rect l="l" t="t" r="r" b="b"/>
              <a:pathLst>
                <a:path w="17891" h="25535">
                  <a:moveTo>
                    <a:pt x="0" y="0"/>
                  </a:moveTo>
                  <a:lnTo>
                    <a:pt x="17892" y="0"/>
                  </a:lnTo>
                  <a:lnTo>
                    <a:pt x="17892" y="25536"/>
                  </a:lnTo>
                  <a:lnTo>
                    <a:pt x="0" y="25536"/>
                  </a:lnTo>
                  <a:close/>
                </a:path>
              </a:pathLst>
            </a:custGeom>
            <a:solidFill>
              <a:srgbClr val="007680"/>
            </a:solidFill>
            <a:ln w="6390" cap="flat">
              <a:noFill/>
              <a:prstDash val="solid"/>
              <a:miter/>
            </a:ln>
          </p:spPr>
          <p:txBody>
            <a:bodyPr rtlCol="0" anchor="ctr"/>
            <a:lstStyle/>
            <a:p>
              <a:endParaRPr lang="en-US"/>
            </a:p>
          </p:txBody>
        </p:sp>
        <p:sp>
          <p:nvSpPr>
            <p:cNvPr id="521" name="Graphic 4">
              <a:extLst>
                <a:ext uri="{FF2B5EF4-FFF2-40B4-BE49-F238E27FC236}">
                  <a16:creationId xmlns:a16="http://schemas.microsoft.com/office/drawing/2014/main" id="{2E98BF6D-112D-E549-8793-A6A3804AA53C}"/>
                </a:ext>
              </a:extLst>
            </p:cNvPr>
            <p:cNvSpPr/>
            <p:nvPr/>
          </p:nvSpPr>
          <p:spPr>
            <a:xfrm>
              <a:off x="2124654" y="2022608"/>
              <a:ext cx="17891" cy="25535"/>
            </a:xfrm>
            <a:custGeom>
              <a:avLst/>
              <a:gdLst>
                <a:gd name="connsiteX0" fmla="*/ 0 w 17891"/>
                <a:gd name="connsiteY0" fmla="*/ 0 h 25535"/>
                <a:gd name="connsiteX1" fmla="*/ 17892 w 17891"/>
                <a:gd name="connsiteY1" fmla="*/ 0 h 25535"/>
                <a:gd name="connsiteX2" fmla="*/ 17892 w 17891"/>
                <a:gd name="connsiteY2" fmla="*/ 25536 h 25535"/>
                <a:gd name="connsiteX3" fmla="*/ 0 w 17891"/>
                <a:gd name="connsiteY3" fmla="*/ 25536 h 25535"/>
              </a:gdLst>
              <a:ahLst/>
              <a:cxnLst>
                <a:cxn ang="0">
                  <a:pos x="connsiteX0" y="connsiteY0"/>
                </a:cxn>
                <a:cxn ang="0">
                  <a:pos x="connsiteX1" y="connsiteY1"/>
                </a:cxn>
                <a:cxn ang="0">
                  <a:pos x="connsiteX2" y="connsiteY2"/>
                </a:cxn>
                <a:cxn ang="0">
                  <a:pos x="connsiteX3" y="connsiteY3"/>
                </a:cxn>
              </a:cxnLst>
              <a:rect l="l" t="t" r="r" b="b"/>
              <a:pathLst>
                <a:path w="17891" h="25535">
                  <a:moveTo>
                    <a:pt x="0" y="0"/>
                  </a:moveTo>
                  <a:lnTo>
                    <a:pt x="17892" y="0"/>
                  </a:lnTo>
                  <a:lnTo>
                    <a:pt x="17892" y="25536"/>
                  </a:lnTo>
                  <a:lnTo>
                    <a:pt x="0" y="25536"/>
                  </a:lnTo>
                  <a:close/>
                </a:path>
              </a:pathLst>
            </a:custGeom>
            <a:solidFill>
              <a:srgbClr val="007680"/>
            </a:solidFill>
            <a:ln w="6390" cap="flat">
              <a:noFill/>
              <a:prstDash val="solid"/>
              <a:miter/>
            </a:ln>
          </p:spPr>
          <p:txBody>
            <a:bodyPr rtlCol="0" anchor="ctr"/>
            <a:lstStyle/>
            <a:p>
              <a:endParaRPr lang="en-US"/>
            </a:p>
          </p:txBody>
        </p:sp>
        <p:sp>
          <p:nvSpPr>
            <p:cNvPr id="522" name="Graphic 4">
              <a:extLst>
                <a:ext uri="{FF2B5EF4-FFF2-40B4-BE49-F238E27FC236}">
                  <a16:creationId xmlns:a16="http://schemas.microsoft.com/office/drawing/2014/main" id="{3C495F3F-A60D-1046-9E40-8F6E9EFE02B5}"/>
                </a:ext>
              </a:extLst>
            </p:cNvPr>
            <p:cNvSpPr/>
            <p:nvPr/>
          </p:nvSpPr>
          <p:spPr>
            <a:xfrm>
              <a:off x="2053725" y="2060912"/>
              <a:ext cx="17891" cy="25535"/>
            </a:xfrm>
            <a:custGeom>
              <a:avLst/>
              <a:gdLst>
                <a:gd name="connsiteX0" fmla="*/ 0 w 17891"/>
                <a:gd name="connsiteY0" fmla="*/ 0 h 25535"/>
                <a:gd name="connsiteX1" fmla="*/ 17892 w 17891"/>
                <a:gd name="connsiteY1" fmla="*/ 0 h 25535"/>
                <a:gd name="connsiteX2" fmla="*/ 17892 w 17891"/>
                <a:gd name="connsiteY2" fmla="*/ 25536 h 25535"/>
                <a:gd name="connsiteX3" fmla="*/ 0 w 17891"/>
                <a:gd name="connsiteY3" fmla="*/ 25536 h 25535"/>
              </a:gdLst>
              <a:ahLst/>
              <a:cxnLst>
                <a:cxn ang="0">
                  <a:pos x="connsiteX0" y="connsiteY0"/>
                </a:cxn>
                <a:cxn ang="0">
                  <a:pos x="connsiteX1" y="connsiteY1"/>
                </a:cxn>
                <a:cxn ang="0">
                  <a:pos x="connsiteX2" y="connsiteY2"/>
                </a:cxn>
                <a:cxn ang="0">
                  <a:pos x="connsiteX3" y="connsiteY3"/>
                </a:cxn>
              </a:cxnLst>
              <a:rect l="l" t="t" r="r" b="b"/>
              <a:pathLst>
                <a:path w="17891" h="25535">
                  <a:moveTo>
                    <a:pt x="0" y="0"/>
                  </a:moveTo>
                  <a:lnTo>
                    <a:pt x="17892" y="0"/>
                  </a:lnTo>
                  <a:lnTo>
                    <a:pt x="17892" y="25536"/>
                  </a:lnTo>
                  <a:lnTo>
                    <a:pt x="0" y="25536"/>
                  </a:lnTo>
                  <a:close/>
                </a:path>
              </a:pathLst>
            </a:custGeom>
            <a:solidFill>
              <a:srgbClr val="007680"/>
            </a:solidFill>
            <a:ln w="6390" cap="flat">
              <a:noFill/>
              <a:prstDash val="solid"/>
              <a:miter/>
            </a:ln>
          </p:spPr>
          <p:txBody>
            <a:bodyPr rtlCol="0" anchor="ctr"/>
            <a:lstStyle/>
            <a:p>
              <a:endParaRPr lang="en-US"/>
            </a:p>
          </p:txBody>
        </p:sp>
        <p:sp>
          <p:nvSpPr>
            <p:cNvPr id="523" name="Graphic 4">
              <a:extLst>
                <a:ext uri="{FF2B5EF4-FFF2-40B4-BE49-F238E27FC236}">
                  <a16:creationId xmlns:a16="http://schemas.microsoft.com/office/drawing/2014/main" id="{AA7516FE-92A1-4649-BD4F-00CFD1DE194C}"/>
                </a:ext>
              </a:extLst>
            </p:cNvPr>
            <p:cNvSpPr/>
            <p:nvPr/>
          </p:nvSpPr>
          <p:spPr>
            <a:xfrm>
              <a:off x="1952764"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31633 w 361670"/>
                <a:gd name="connsiteY5" fmla="*/ 199819 h 361333"/>
                <a:gd name="connsiteX6" fmla="*/ 125243 w 361670"/>
                <a:gd name="connsiteY6" fmla="*/ 206203 h 361333"/>
                <a:gd name="connsiteX7" fmla="*/ 116297 w 361670"/>
                <a:gd name="connsiteY7" fmla="*/ 206203 h 361333"/>
                <a:gd name="connsiteX8" fmla="*/ 116297 w 361670"/>
                <a:gd name="connsiteY8" fmla="*/ 272596 h 361333"/>
                <a:gd name="connsiteX9" fmla="*/ 109907 w 361670"/>
                <a:gd name="connsiteY9" fmla="*/ 278980 h 361333"/>
                <a:gd name="connsiteX10" fmla="*/ 103517 w 361670"/>
                <a:gd name="connsiteY10" fmla="*/ 272596 h 361333"/>
                <a:gd name="connsiteX11" fmla="*/ 103517 w 361670"/>
                <a:gd name="connsiteY11" fmla="*/ 206203 h 361333"/>
                <a:gd name="connsiteX12" fmla="*/ 94571 w 361670"/>
                <a:gd name="connsiteY12" fmla="*/ 206203 h 361333"/>
                <a:gd name="connsiteX13" fmla="*/ 88181 w 361670"/>
                <a:gd name="connsiteY13" fmla="*/ 199819 h 361333"/>
                <a:gd name="connsiteX14" fmla="*/ 88181 w 361670"/>
                <a:gd name="connsiteY14" fmla="*/ 161515 h 361333"/>
                <a:gd name="connsiteX15" fmla="*/ 94571 w 361670"/>
                <a:gd name="connsiteY15" fmla="*/ 155131 h 361333"/>
                <a:gd name="connsiteX16" fmla="*/ 103517 w 361670"/>
                <a:gd name="connsiteY16" fmla="*/ 155131 h 361333"/>
                <a:gd name="connsiteX17" fmla="*/ 103517 w 361670"/>
                <a:gd name="connsiteY17" fmla="*/ 88737 h 361333"/>
                <a:gd name="connsiteX18" fmla="*/ 109907 w 361670"/>
                <a:gd name="connsiteY18" fmla="*/ 82353 h 361333"/>
                <a:gd name="connsiteX19" fmla="*/ 116297 w 361670"/>
                <a:gd name="connsiteY19" fmla="*/ 88737 h 361333"/>
                <a:gd name="connsiteX20" fmla="*/ 116297 w 361670"/>
                <a:gd name="connsiteY20" fmla="*/ 155131 h 361333"/>
                <a:gd name="connsiteX21" fmla="*/ 125243 w 361670"/>
                <a:gd name="connsiteY21" fmla="*/ 155131 h 361333"/>
                <a:gd name="connsiteX22" fmla="*/ 131633 w 361670"/>
                <a:gd name="connsiteY22" fmla="*/ 161515 h 361333"/>
                <a:gd name="connsiteX23" fmla="*/ 131633 w 361670"/>
                <a:gd name="connsiteY23" fmla="*/ 199819 h 361333"/>
                <a:gd name="connsiteX24" fmla="*/ 202561 w 361670"/>
                <a:gd name="connsiteY24" fmla="*/ 161515 h 361333"/>
                <a:gd name="connsiteX25" fmla="*/ 196171 w 361670"/>
                <a:gd name="connsiteY25" fmla="*/ 167899 h 361333"/>
                <a:gd name="connsiteX26" fmla="*/ 187225 w 361670"/>
                <a:gd name="connsiteY26" fmla="*/ 167899 h 361333"/>
                <a:gd name="connsiteX27" fmla="*/ 187225 w 361670"/>
                <a:gd name="connsiteY27" fmla="*/ 272596 h 361333"/>
                <a:gd name="connsiteX28" fmla="*/ 180835 w 361670"/>
                <a:gd name="connsiteY28" fmla="*/ 278980 h 361333"/>
                <a:gd name="connsiteX29" fmla="*/ 174445 w 361670"/>
                <a:gd name="connsiteY29" fmla="*/ 272596 h 361333"/>
                <a:gd name="connsiteX30" fmla="*/ 174445 w 361670"/>
                <a:gd name="connsiteY30" fmla="*/ 167899 h 361333"/>
                <a:gd name="connsiteX31" fmla="*/ 165499 w 361670"/>
                <a:gd name="connsiteY31" fmla="*/ 167899 h 361333"/>
                <a:gd name="connsiteX32" fmla="*/ 159109 w 361670"/>
                <a:gd name="connsiteY32" fmla="*/ 161515 h 361333"/>
                <a:gd name="connsiteX33" fmla="*/ 159109 w 361670"/>
                <a:gd name="connsiteY33" fmla="*/ 123211 h 361333"/>
                <a:gd name="connsiteX34" fmla="*/ 165499 w 361670"/>
                <a:gd name="connsiteY34" fmla="*/ 116827 h 361333"/>
                <a:gd name="connsiteX35" fmla="*/ 174445 w 361670"/>
                <a:gd name="connsiteY35" fmla="*/ 116827 h 361333"/>
                <a:gd name="connsiteX36" fmla="*/ 174445 w 361670"/>
                <a:gd name="connsiteY36" fmla="*/ 88737 h 361333"/>
                <a:gd name="connsiteX37" fmla="*/ 180835 w 361670"/>
                <a:gd name="connsiteY37" fmla="*/ 82353 h 361333"/>
                <a:gd name="connsiteX38" fmla="*/ 187225 w 361670"/>
                <a:gd name="connsiteY38" fmla="*/ 88737 h 361333"/>
                <a:gd name="connsiteX39" fmla="*/ 187225 w 361670"/>
                <a:gd name="connsiteY39" fmla="*/ 116827 h 361333"/>
                <a:gd name="connsiteX40" fmla="*/ 196171 w 361670"/>
                <a:gd name="connsiteY40" fmla="*/ 116827 h 361333"/>
                <a:gd name="connsiteX41" fmla="*/ 202561 w 361670"/>
                <a:gd name="connsiteY41" fmla="*/ 123211 h 361333"/>
                <a:gd name="connsiteX42" fmla="*/ 202561 w 361670"/>
                <a:gd name="connsiteY42" fmla="*/ 161515 h 361333"/>
                <a:gd name="connsiteX43" fmla="*/ 274128 w 361670"/>
                <a:gd name="connsiteY43" fmla="*/ 238123 h 361333"/>
                <a:gd name="connsiteX44" fmla="*/ 267738 w 361670"/>
                <a:gd name="connsiteY44" fmla="*/ 244507 h 361333"/>
                <a:gd name="connsiteX45" fmla="*/ 258792 w 361670"/>
                <a:gd name="connsiteY45" fmla="*/ 244507 h 361333"/>
                <a:gd name="connsiteX46" fmla="*/ 258792 w 361670"/>
                <a:gd name="connsiteY46" fmla="*/ 272596 h 361333"/>
                <a:gd name="connsiteX47" fmla="*/ 252403 w 361670"/>
                <a:gd name="connsiteY47" fmla="*/ 278980 h 361333"/>
                <a:gd name="connsiteX48" fmla="*/ 246013 w 361670"/>
                <a:gd name="connsiteY48" fmla="*/ 272596 h 361333"/>
                <a:gd name="connsiteX49" fmla="*/ 246013 w 361670"/>
                <a:gd name="connsiteY49" fmla="*/ 244507 h 361333"/>
                <a:gd name="connsiteX50" fmla="*/ 237067 w 361670"/>
                <a:gd name="connsiteY50" fmla="*/ 244507 h 361333"/>
                <a:gd name="connsiteX51" fmla="*/ 230677 w 361670"/>
                <a:gd name="connsiteY51" fmla="*/ 238123 h 361333"/>
                <a:gd name="connsiteX52" fmla="*/ 230677 w 361670"/>
                <a:gd name="connsiteY52" fmla="*/ 199819 h 361333"/>
                <a:gd name="connsiteX53" fmla="*/ 237067 w 361670"/>
                <a:gd name="connsiteY53" fmla="*/ 193435 h 361333"/>
                <a:gd name="connsiteX54" fmla="*/ 246013 w 361670"/>
                <a:gd name="connsiteY54" fmla="*/ 193435 h 361333"/>
                <a:gd name="connsiteX55" fmla="*/ 246013 w 361670"/>
                <a:gd name="connsiteY55" fmla="*/ 88737 h 361333"/>
                <a:gd name="connsiteX56" fmla="*/ 252403 w 361670"/>
                <a:gd name="connsiteY56" fmla="*/ 82353 h 361333"/>
                <a:gd name="connsiteX57" fmla="*/ 258792 w 361670"/>
                <a:gd name="connsiteY57" fmla="*/ 88737 h 361333"/>
                <a:gd name="connsiteX58" fmla="*/ 258792 w 361670"/>
                <a:gd name="connsiteY58" fmla="*/ 193435 h 361333"/>
                <a:gd name="connsiteX59" fmla="*/ 267738 w 361670"/>
                <a:gd name="connsiteY59" fmla="*/ 193435 h 361333"/>
                <a:gd name="connsiteX60" fmla="*/ 274128 w 361670"/>
                <a:gd name="connsiteY60" fmla="*/ 199819 h 361333"/>
                <a:gd name="connsiteX61" fmla="*/ 274128 w 361670"/>
                <a:gd name="connsiteY61" fmla="*/ 23812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131633" y="199819"/>
                  </a:moveTo>
                  <a:cubicBezTo>
                    <a:pt x="131633" y="203649"/>
                    <a:pt x="129077" y="206203"/>
                    <a:pt x="125243" y="206203"/>
                  </a:cubicBezTo>
                  <a:lnTo>
                    <a:pt x="116297" y="206203"/>
                  </a:lnTo>
                  <a:lnTo>
                    <a:pt x="116297" y="272596"/>
                  </a:lnTo>
                  <a:cubicBezTo>
                    <a:pt x="116297" y="276427"/>
                    <a:pt x="113741" y="278980"/>
                    <a:pt x="109907" y="278980"/>
                  </a:cubicBezTo>
                  <a:cubicBezTo>
                    <a:pt x="106073" y="278980"/>
                    <a:pt x="103517" y="276427"/>
                    <a:pt x="103517" y="272596"/>
                  </a:cubicBezTo>
                  <a:lnTo>
                    <a:pt x="103517" y="206203"/>
                  </a:lnTo>
                  <a:lnTo>
                    <a:pt x="94571" y="206203"/>
                  </a:lnTo>
                  <a:cubicBezTo>
                    <a:pt x="90737" y="206203"/>
                    <a:pt x="88181" y="203649"/>
                    <a:pt x="88181" y="199819"/>
                  </a:cubicBezTo>
                  <a:lnTo>
                    <a:pt x="88181" y="161515"/>
                  </a:lnTo>
                  <a:cubicBezTo>
                    <a:pt x="88181" y="157684"/>
                    <a:pt x="90737" y="155131"/>
                    <a:pt x="94571" y="155131"/>
                  </a:cubicBezTo>
                  <a:lnTo>
                    <a:pt x="103517" y="155131"/>
                  </a:lnTo>
                  <a:lnTo>
                    <a:pt x="103517" y="88737"/>
                  </a:lnTo>
                  <a:cubicBezTo>
                    <a:pt x="103517" y="84907"/>
                    <a:pt x="106073" y="82353"/>
                    <a:pt x="109907" y="82353"/>
                  </a:cubicBezTo>
                  <a:cubicBezTo>
                    <a:pt x="113741" y="82353"/>
                    <a:pt x="116297" y="84907"/>
                    <a:pt x="116297" y="88737"/>
                  </a:cubicBezTo>
                  <a:lnTo>
                    <a:pt x="116297" y="155131"/>
                  </a:lnTo>
                  <a:lnTo>
                    <a:pt x="125243" y="155131"/>
                  </a:lnTo>
                  <a:cubicBezTo>
                    <a:pt x="129077" y="155131"/>
                    <a:pt x="131633" y="157684"/>
                    <a:pt x="131633" y="161515"/>
                  </a:cubicBezTo>
                  <a:lnTo>
                    <a:pt x="131633" y="199819"/>
                  </a:lnTo>
                  <a:close/>
                  <a:moveTo>
                    <a:pt x="202561" y="161515"/>
                  </a:moveTo>
                  <a:cubicBezTo>
                    <a:pt x="202561" y="165345"/>
                    <a:pt x="200005" y="167899"/>
                    <a:pt x="196171" y="167899"/>
                  </a:cubicBezTo>
                  <a:lnTo>
                    <a:pt x="187225" y="167899"/>
                  </a:lnTo>
                  <a:lnTo>
                    <a:pt x="187225" y="272596"/>
                  </a:lnTo>
                  <a:cubicBezTo>
                    <a:pt x="187225" y="276427"/>
                    <a:pt x="184669" y="278980"/>
                    <a:pt x="180835" y="278980"/>
                  </a:cubicBezTo>
                  <a:cubicBezTo>
                    <a:pt x="177001" y="278980"/>
                    <a:pt x="174445" y="276427"/>
                    <a:pt x="174445" y="272596"/>
                  </a:cubicBezTo>
                  <a:lnTo>
                    <a:pt x="174445" y="167899"/>
                  </a:lnTo>
                  <a:lnTo>
                    <a:pt x="165499" y="167899"/>
                  </a:lnTo>
                  <a:cubicBezTo>
                    <a:pt x="161665" y="167899"/>
                    <a:pt x="159109" y="165345"/>
                    <a:pt x="159109" y="161515"/>
                  </a:cubicBezTo>
                  <a:lnTo>
                    <a:pt x="159109" y="123211"/>
                  </a:lnTo>
                  <a:cubicBezTo>
                    <a:pt x="159109" y="119381"/>
                    <a:pt x="161665" y="116827"/>
                    <a:pt x="165499" y="116827"/>
                  </a:cubicBezTo>
                  <a:lnTo>
                    <a:pt x="174445" y="116827"/>
                  </a:lnTo>
                  <a:lnTo>
                    <a:pt x="174445" y="88737"/>
                  </a:lnTo>
                  <a:cubicBezTo>
                    <a:pt x="174445" y="84907"/>
                    <a:pt x="177001" y="82353"/>
                    <a:pt x="180835" y="82353"/>
                  </a:cubicBezTo>
                  <a:cubicBezTo>
                    <a:pt x="184669" y="82353"/>
                    <a:pt x="187225" y="84907"/>
                    <a:pt x="187225" y="88737"/>
                  </a:cubicBezTo>
                  <a:lnTo>
                    <a:pt x="187225" y="116827"/>
                  </a:lnTo>
                  <a:lnTo>
                    <a:pt x="196171" y="116827"/>
                  </a:lnTo>
                  <a:cubicBezTo>
                    <a:pt x="200005" y="116827"/>
                    <a:pt x="202561" y="119381"/>
                    <a:pt x="202561" y="123211"/>
                  </a:cubicBezTo>
                  <a:lnTo>
                    <a:pt x="202561" y="161515"/>
                  </a:lnTo>
                  <a:close/>
                  <a:moveTo>
                    <a:pt x="274128" y="238123"/>
                  </a:moveTo>
                  <a:cubicBezTo>
                    <a:pt x="274128" y="241953"/>
                    <a:pt x="271572" y="244507"/>
                    <a:pt x="267738" y="244507"/>
                  </a:cubicBezTo>
                  <a:lnTo>
                    <a:pt x="258792" y="244507"/>
                  </a:lnTo>
                  <a:lnTo>
                    <a:pt x="258792" y="272596"/>
                  </a:lnTo>
                  <a:cubicBezTo>
                    <a:pt x="258792" y="276427"/>
                    <a:pt x="256237" y="278980"/>
                    <a:pt x="252403" y="278980"/>
                  </a:cubicBezTo>
                  <a:cubicBezTo>
                    <a:pt x="248569" y="278980"/>
                    <a:pt x="246013" y="276427"/>
                    <a:pt x="246013" y="272596"/>
                  </a:cubicBezTo>
                  <a:lnTo>
                    <a:pt x="246013" y="244507"/>
                  </a:lnTo>
                  <a:lnTo>
                    <a:pt x="237067" y="244507"/>
                  </a:lnTo>
                  <a:cubicBezTo>
                    <a:pt x="233233" y="244507"/>
                    <a:pt x="230677" y="241953"/>
                    <a:pt x="230677" y="238123"/>
                  </a:cubicBezTo>
                  <a:lnTo>
                    <a:pt x="230677" y="199819"/>
                  </a:lnTo>
                  <a:cubicBezTo>
                    <a:pt x="230677" y="195988"/>
                    <a:pt x="233233" y="193435"/>
                    <a:pt x="237067" y="193435"/>
                  </a:cubicBezTo>
                  <a:lnTo>
                    <a:pt x="246013" y="193435"/>
                  </a:lnTo>
                  <a:lnTo>
                    <a:pt x="246013" y="88737"/>
                  </a:lnTo>
                  <a:cubicBezTo>
                    <a:pt x="246013" y="84907"/>
                    <a:pt x="248569" y="82353"/>
                    <a:pt x="252403" y="82353"/>
                  </a:cubicBezTo>
                  <a:cubicBezTo>
                    <a:pt x="256237" y="82353"/>
                    <a:pt x="258792" y="84907"/>
                    <a:pt x="258792" y="88737"/>
                  </a:cubicBezTo>
                  <a:lnTo>
                    <a:pt x="258792" y="193435"/>
                  </a:lnTo>
                  <a:lnTo>
                    <a:pt x="267738" y="193435"/>
                  </a:lnTo>
                  <a:cubicBezTo>
                    <a:pt x="271572" y="193435"/>
                    <a:pt x="274128" y="195988"/>
                    <a:pt x="274128" y="199819"/>
                  </a:cubicBezTo>
                  <a:lnTo>
                    <a:pt x="274128" y="238123"/>
                  </a:lnTo>
                  <a:close/>
                </a:path>
              </a:pathLst>
            </a:custGeom>
            <a:solidFill>
              <a:srgbClr val="007680"/>
            </a:solidFill>
            <a:ln w="6390" cap="flat">
              <a:noFill/>
              <a:prstDash val="solid"/>
              <a:miter/>
            </a:ln>
          </p:spPr>
          <p:txBody>
            <a:bodyPr rtlCol="0" anchor="ctr"/>
            <a:lstStyle/>
            <a:p>
              <a:endParaRPr lang="en-US"/>
            </a:p>
          </p:txBody>
        </p:sp>
      </p:grpSp>
      <p:grpSp>
        <p:nvGrpSpPr>
          <p:cNvPr id="524" name="Graphic 4">
            <a:extLst>
              <a:ext uri="{FF2B5EF4-FFF2-40B4-BE49-F238E27FC236}">
                <a16:creationId xmlns:a16="http://schemas.microsoft.com/office/drawing/2014/main" id="{223FD583-1C5E-9E4D-A6A5-20643838EBEC}"/>
              </a:ext>
            </a:extLst>
          </p:cNvPr>
          <p:cNvGrpSpPr/>
          <p:nvPr/>
        </p:nvGrpSpPr>
        <p:grpSpPr>
          <a:xfrm>
            <a:off x="1952764" y="2855717"/>
            <a:ext cx="361670" cy="361333"/>
            <a:chOff x="1952764" y="2855717"/>
            <a:chExt cx="361670" cy="361333"/>
          </a:xfrm>
          <a:solidFill>
            <a:srgbClr val="007680"/>
          </a:solidFill>
        </p:grpSpPr>
        <p:sp>
          <p:nvSpPr>
            <p:cNvPr id="525" name="Graphic 4">
              <a:extLst>
                <a:ext uri="{FF2B5EF4-FFF2-40B4-BE49-F238E27FC236}">
                  <a16:creationId xmlns:a16="http://schemas.microsoft.com/office/drawing/2014/main" id="{9993A17C-3CF4-AB45-ADBC-885E61ADC402}"/>
                </a:ext>
              </a:extLst>
            </p:cNvPr>
            <p:cNvSpPr/>
            <p:nvPr/>
          </p:nvSpPr>
          <p:spPr>
            <a:xfrm>
              <a:off x="2189991" y="3005858"/>
              <a:ext cx="18371" cy="7964"/>
            </a:xfrm>
            <a:custGeom>
              <a:avLst/>
              <a:gdLst>
                <a:gd name="connsiteX0" fmla="*/ 15815 w 18371"/>
                <a:gd name="connsiteY0" fmla="*/ 2436 h 7964"/>
                <a:gd name="connsiteX1" fmla="*/ 4952 w 18371"/>
                <a:gd name="connsiteY1" fmla="*/ 521 h 7964"/>
                <a:gd name="connsiteX2" fmla="*/ 479 w 18371"/>
                <a:gd name="connsiteY2" fmla="*/ 3713 h 7964"/>
                <a:gd name="connsiteX3" fmla="*/ 479 w 18371"/>
                <a:gd name="connsiteY3" fmla="*/ 7544 h 7964"/>
                <a:gd name="connsiteX4" fmla="*/ 18371 w 18371"/>
                <a:gd name="connsiteY4" fmla="*/ 5628 h 7964"/>
                <a:gd name="connsiteX5" fmla="*/ 15815 w 18371"/>
                <a:gd name="connsiteY5" fmla="*/ 2436 h 7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71" h="7964">
                  <a:moveTo>
                    <a:pt x="15815" y="2436"/>
                  </a:moveTo>
                  <a:cubicBezTo>
                    <a:pt x="10703" y="-756"/>
                    <a:pt x="6869" y="-117"/>
                    <a:pt x="4952" y="521"/>
                  </a:cubicBezTo>
                  <a:cubicBezTo>
                    <a:pt x="2396" y="1160"/>
                    <a:pt x="1118" y="3075"/>
                    <a:pt x="479" y="3713"/>
                  </a:cubicBezTo>
                  <a:cubicBezTo>
                    <a:pt x="-160" y="4990"/>
                    <a:pt x="-160" y="6905"/>
                    <a:pt x="479" y="7544"/>
                  </a:cubicBezTo>
                  <a:cubicBezTo>
                    <a:pt x="4313" y="8820"/>
                    <a:pt x="14537" y="6905"/>
                    <a:pt x="18371" y="5628"/>
                  </a:cubicBezTo>
                  <a:cubicBezTo>
                    <a:pt x="18371" y="4990"/>
                    <a:pt x="18371" y="3713"/>
                    <a:pt x="15815" y="2436"/>
                  </a:cubicBezTo>
                  <a:close/>
                </a:path>
              </a:pathLst>
            </a:custGeom>
            <a:solidFill>
              <a:srgbClr val="007680"/>
            </a:solidFill>
            <a:ln w="6390" cap="flat">
              <a:noFill/>
              <a:prstDash val="solid"/>
              <a:miter/>
            </a:ln>
          </p:spPr>
          <p:txBody>
            <a:bodyPr rtlCol="0" anchor="ctr"/>
            <a:lstStyle/>
            <a:p>
              <a:endParaRPr lang="en-US"/>
            </a:p>
          </p:txBody>
        </p:sp>
        <p:sp>
          <p:nvSpPr>
            <p:cNvPr id="526" name="Graphic 4">
              <a:extLst>
                <a:ext uri="{FF2B5EF4-FFF2-40B4-BE49-F238E27FC236}">
                  <a16:creationId xmlns:a16="http://schemas.microsoft.com/office/drawing/2014/main" id="{B7AAD370-F14D-6642-941E-CC20733CD9E5}"/>
                </a:ext>
              </a:extLst>
            </p:cNvPr>
            <p:cNvSpPr/>
            <p:nvPr/>
          </p:nvSpPr>
          <p:spPr>
            <a:xfrm>
              <a:off x="2144462" y="2997442"/>
              <a:ext cx="17891" cy="10852"/>
            </a:xfrm>
            <a:custGeom>
              <a:avLst/>
              <a:gdLst>
                <a:gd name="connsiteX0" fmla="*/ 17892 w 17891"/>
                <a:gd name="connsiteY0" fmla="*/ 7022 h 10852"/>
                <a:gd name="connsiteX1" fmla="*/ 14697 w 17891"/>
                <a:gd name="connsiteY1" fmla="*/ 2554 h 10852"/>
                <a:gd name="connsiteX2" fmla="*/ 7029 w 17891"/>
                <a:gd name="connsiteY2" fmla="*/ 0 h 10852"/>
                <a:gd name="connsiteX3" fmla="*/ 3834 w 17891"/>
                <a:gd name="connsiteY3" fmla="*/ 638 h 10852"/>
                <a:gd name="connsiteX4" fmla="*/ 3834 w 17891"/>
                <a:gd name="connsiteY4" fmla="*/ 638 h 10852"/>
                <a:gd name="connsiteX5" fmla="*/ 0 w 17891"/>
                <a:gd name="connsiteY5" fmla="*/ 2554 h 10852"/>
                <a:gd name="connsiteX6" fmla="*/ 16614 w 17891"/>
                <a:gd name="connsiteY6" fmla="*/ 10853 h 10852"/>
                <a:gd name="connsiteX7" fmla="*/ 17892 w 17891"/>
                <a:gd name="connsiteY7" fmla="*/ 7022 h 10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91" h="10852">
                  <a:moveTo>
                    <a:pt x="17892" y="7022"/>
                  </a:moveTo>
                  <a:cubicBezTo>
                    <a:pt x="17892" y="5746"/>
                    <a:pt x="16614" y="3830"/>
                    <a:pt x="14697" y="2554"/>
                  </a:cubicBezTo>
                  <a:cubicBezTo>
                    <a:pt x="13419" y="1277"/>
                    <a:pt x="10863" y="0"/>
                    <a:pt x="7029" y="0"/>
                  </a:cubicBezTo>
                  <a:cubicBezTo>
                    <a:pt x="5751" y="0"/>
                    <a:pt x="4473" y="0"/>
                    <a:pt x="3834" y="638"/>
                  </a:cubicBezTo>
                  <a:lnTo>
                    <a:pt x="3834" y="638"/>
                  </a:lnTo>
                  <a:cubicBezTo>
                    <a:pt x="1278" y="1277"/>
                    <a:pt x="0" y="1915"/>
                    <a:pt x="0" y="2554"/>
                  </a:cubicBezTo>
                  <a:cubicBezTo>
                    <a:pt x="3195" y="5746"/>
                    <a:pt x="12141" y="10853"/>
                    <a:pt x="16614" y="10853"/>
                  </a:cubicBezTo>
                  <a:cubicBezTo>
                    <a:pt x="17253" y="10214"/>
                    <a:pt x="17892" y="8938"/>
                    <a:pt x="17892" y="7022"/>
                  </a:cubicBezTo>
                  <a:close/>
                </a:path>
              </a:pathLst>
            </a:custGeom>
            <a:solidFill>
              <a:srgbClr val="007680"/>
            </a:solidFill>
            <a:ln w="6390" cap="flat">
              <a:noFill/>
              <a:prstDash val="solid"/>
              <a:miter/>
            </a:ln>
          </p:spPr>
          <p:txBody>
            <a:bodyPr rtlCol="0" anchor="ctr"/>
            <a:lstStyle/>
            <a:p>
              <a:endParaRPr lang="en-US"/>
            </a:p>
          </p:txBody>
        </p:sp>
        <p:sp>
          <p:nvSpPr>
            <p:cNvPr id="527" name="Graphic 4">
              <a:extLst>
                <a:ext uri="{FF2B5EF4-FFF2-40B4-BE49-F238E27FC236}">
                  <a16:creationId xmlns:a16="http://schemas.microsoft.com/office/drawing/2014/main" id="{816F5FC7-35FE-FF41-95F5-1AAE3B73F3B3}"/>
                </a:ext>
              </a:extLst>
            </p:cNvPr>
            <p:cNvSpPr/>
            <p:nvPr/>
          </p:nvSpPr>
          <p:spPr>
            <a:xfrm>
              <a:off x="2038242" y="2983397"/>
              <a:ext cx="108776" cy="134702"/>
            </a:xfrm>
            <a:custGeom>
              <a:avLst/>
              <a:gdLst>
                <a:gd name="connsiteX0" fmla="*/ 88968 w 108776"/>
                <a:gd name="connsiteY0" fmla="*/ 92568 h 134702"/>
                <a:gd name="connsiteX1" fmla="*/ 72993 w 108776"/>
                <a:gd name="connsiteY1" fmla="*/ 93206 h 134702"/>
                <a:gd name="connsiteX2" fmla="*/ 61491 w 108776"/>
                <a:gd name="connsiteY2" fmla="*/ 115550 h 134702"/>
                <a:gd name="connsiteX3" fmla="*/ 57018 w 108776"/>
                <a:gd name="connsiteY3" fmla="*/ 123211 h 134702"/>
                <a:gd name="connsiteX4" fmla="*/ 55740 w 108776"/>
                <a:gd name="connsiteY4" fmla="*/ 123211 h 134702"/>
                <a:gd name="connsiteX5" fmla="*/ 49350 w 108776"/>
                <a:gd name="connsiteY5" fmla="*/ 118104 h 134702"/>
                <a:gd name="connsiteX6" fmla="*/ 67881 w 108776"/>
                <a:gd name="connsiteY6" fmla="*/ 81076 h 134702"/>
                <a:gd name="connsiteX7" fmla="*/ 81300 w 108776"/>
                <a:gd name="connsiteY7" fmla="*/ 78523 h 134702"/>
                <a:gd name="connsiteX8" fmla="*/ 76827 w 108776"/>
                <a:gd name="connsiteY8" fmla="*/ 62563 h 134702"/>
                <a:gd name="connsiteX9" fmla="*/ 72993 w 108776"/>
                <a:gd name="connsiteY9" fmla="*/ 63201 h 134702"/>
                <a:gd name="connsiteX10" fmla="*/ 69159 w 108776"/>
                <a:gd name="connsiteY10" fmla="*/ 62563 h 134702"/>
                <a:gd name="connsiteX11" fmla="*/ 60852 w 108776"/>
                <a:gd name="connsiteY11" fmla="*/ 45965 h 134702"/>
                <a:gd name="connsiteX12" fmla="*/ 75549 w 108776"/>
                <a:gd name="connsiteY12" fmla="*/ 33197 h 134702"/>
                <a:gd name="connsiteX13" fmla="*/ 75549 w 108776"/>
                <a:gd name="connsiteY13" fmla="*/ 29366 h 134702"/>
                <a:gd name="connsiteX14" fmla="*/ 79383 w 108776"/>
                <a:gd name="connsiteY14" fmla="*/ 0 h 134702"/>
                <a:gd name="connsiteX15" fmla="*/ 77466 w 108776"/>
                <a:gd name="connsiteY15" fmla="*/ 1277 h 134702"/>
                <a:gd name="connsiteX16" fmla="*/ 42960 w 108776"/>
                <a:gd name="connsiteY16" fmla="*/ 22982 h 134702"/>
                <a:gd name="connsiteX17" fmla="*/ 3981 w 108776"/>
                <a:gd name="connsiteY17" fmla="*/ 32558 h 134702"/>
                <a:gd name="connsiteX18" fmla="*/ 786 w 108776"/>
                <a:gd name="connsiteY18" fmla="*/ 33835 h 134702"/>
                <a:gd name="connsiteX19" fmla="*/ 19956 w 108776"/>
                <a:gd name="connsiteY19" fmla="*/ 91291 h 134702"/>
                <a:gd name="connsiteX20" fmla="*/ 89607 w 108776"/>
                <a:gd name="connsiteY20" fmla="*/ 132148 h 134702"/>
                <a:gd name="connsiteX21" fmla="*/ 108776 w 108776"/>
                <a:gd name="connsiteY21" fmla="*/ 111720 h 134702"/>
                <a:gd name="connsiteX22" fmla="*/ 88968 w 108776"/>
                <a:gd name="connsiteY22" fmla="*/ 92568 h 134702"/>
                <a:gd name="connsiteX23" fmla="*/ 32736 w 108776"/>
                <a:gd name="connsiteY23" fmla="*/ 84268 h 134702"/>
                <a:gd name="connsiteX24" fmla="*/ 29541 w 108776"/>
                <a:gd name="connsiteY24" fmla="*/ 84907 h 134702"/>
                <a:gd name="connsiteX25" fmla="*/ 19317 w 108776"/>
                <a:gd name="connsiteY25" fmla="*/ 80438 h 134702"/>
                <a:gd name="connsiteX26" fmla="*/ 17400 w 108776"/>
                <a:gd name="connsiteY26" fmla="*/ 63201 h 134702"/>
                <a:gd name="connsiteX27" fmla="*/ 32736 w 108776"/>
                <a:gd name="connsiteY27" fmla="*/ 47880 h 134702"/>
                <a:gd name="connsiteX28" fmla="*/ 48711 w 108776"/>
                <a:gd name="connsiteY28" fmla="*/ 49157 h 134702"/>
                <a:gd name="connsiteX29" fmla="*/ 55740 w 108776"/>
                <a:gd name="connsiteY29" fmla="*/ 68947 h 134702"/>
                <a:gd name="connsiteX30" fmla="*/ 55740 w 108776"/>
                <a:gd name="connsiteY30" fmla="*/ 68947 h 134702"/>
                <a:gd name="connsiteX31" fmla="*/ 32736 w 108776"/>
                <a:gd name="connsiteY31" fmla="*/ 84268 h 134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8776" h="134702">
                  <a:moveTo>
                    <a:pt x="88968" y="92568"/>
                  </a:moveTo>
                  <a:cubicBezTo>
                    <a:pt x="83217" y="90652"/>
                    <a:pt x="78105" y="90652"/>
                    <a:pt x="72993" y="93206"/>
                  </a:cubicBezTo>
                  <a:cubicBezTo>
                    <a:pt x="62769" y="97675"/>
                    <a:pt x="58935" y="104697"/>
                    <a:pt x="61491" y="115550"/>
                  </a:cubicBezTo>
                  <a:cubicBezTo>
                    <a:pt x="62130" y="118742"/>
                    <a:pt x="60213" y="122572"/>
                    <a:pt x="57018" y="123211"/>
                  </a:cubicBezTo>
                  <a:cubicBezTo>
                    <a:pt x="56379" y="123211"/>
                    <a:pt x="55740" y="123211"/>
                    <a:pt x="55740" y="123211"/>
                  </a:cubicBezTo>
                  <a:cubicBezTo>
                    <a:pt x="53184" y="123211"/>
                    <a:pt x="49989" y="121296"/>
                    <a:pt x="49350" y="118104"/>
                  </a:cubicBezTo>
                  <a:cubicBezTo>
                    <a:pt x="44877" y="101505"/>
                    <a:pt x="51906" y="88099"/>
                    <a:pt x="67881" y="81076"/>
                  </a:cubicBezTo>
                  <a:cubicBezTo>
                    <a:pt x="72354" y="79161"/>
                    <a:pt x="76827" y="78523"/>
                    <a:pt x="81300" y="78523"/>
                  </a:cubicBezTo>
                  <a:cubicBezTo>
                    <a:pt x="79383" y="73416"/>
                    <a:pt x="77466" y="68308"/>
                    <a:pt x="76827" y="62563"/>
                  </a:cubicBezTo>
                  <a:cubicBezTo>
                    <a:pt x="75549" y="62563"/>
                    <a:pt x="74271" y="63201"/>
                    <a:pt x="72993" y="63201"/>
                  </a:cubicBezTo>
                  <a:cubicBezTo>
                    <a:pt x="71715" y="63201"/>
                    <a:pt x="70437" y="63201"/>
                    <a:pt x="69159" y="62563"/>
                  </a:cubicBezTo>
                  <a:cubicBezTo>
                    <a:pt x="62769" y="61286"/>
                    <a:pt x="58935" y="52987"/>
                    <a:pt x="60852" y="45965"/>
                  </a:cubicBezTo>
                  <a:cubicBezTo>
                    <a:pt x="62130" y="39581"/>
                    <a:pt x="67881" y="34473"/>
                    <a:pt x="75549" y="33197"/>
                  </a:cubicBezTo>
                  <a:cubicBezTo>
                    <a:pt x="75549" y="31920"/>
                    <a:pt x="75549" y="30643"/>
                    <a:pt x="75549" y="29366"/>
                  </a:cubicBezTo>
                  <a:cubicBezTo>
                    <a:pt x="76827" y="17875"/>
                    <a:pt x="78105" y="8299"/>
                    <a:pt x="79383" y="0"/>
                  </a:cubicBezTo>
                  <a:cubicBezTo>
                    <a:pt x="78744" y="0"/>
                    <a:pt x="78105" y="638"/>
                    <a:pt x="77466" y="1277"/>
                  </a:cubicBezTo>
                  <a:cubicBezTo>
                    <a:pt x="62130" y="15322"/>
                    <a:pt x="43599" y="22344"/>
                    <a:pt x="42960" y="22982"/>
                  </a:cubicBezTo>
                  <a:cubicBezTo>
                    <a:pt x="42321" y="22982"/>
                    <a:pt x="24429" y="31281"/>
                    <a:pt x="3981" y="32558"/>
                  </a:cubicBezTo>
                  <a:cubicBezTo>
                    <a:pt x="1426" y="32558"/>
                    <a:pt x="786" y="33835"/>
                    <a:pt x="786" y="33835"/>
                  </a:cubicBezTo>
                  <a:cubicBezTo>
                    <a:pt x="-492" y="36389"/>
                    <a:pt x="-3048" y="47241"/>
                    <a:pt x="19956" y="91291"/>
                  </a:cubicBezTo>
                  <a:cubicBezTo>
                    <a:pt x="39126" y="128956"/>
                    <a:pt x="70437" y="140448"/>
                    <a:pt x="89607" y="132148"/>
                  </a:cubicBezTo>
                  <a:cubicBezTo>
                    <a:pt x="97913" y="128318"/>
                    <a:pt x="104303" y="121296"/>
                    <a:pt x="108776" y="111720"/>
                  </a:cubicBezTo>
                  <a:cubicBezTo>
                    <a:pt x="101747" y="107251"/>
                    <a:pt x="94718" y="100867"/>
                    <a:pt x="88968" y="92568"/>
                  </a:cubicBezTo>
                  <a:close/>
                  <a:moveTo>
                    <a:pt x="32736" y="84268"/>
                  </a:moveTo>
                  <a:cubicBezTo>
                    <a:pt x="31458" y="84268"/>
                    <a:pt x="30819" y="84907"/>
                    <a:pt x="29541" y="84907"/>
                  </a:cubicBezTo>
                  <a:cubicBezTo>
                    <a:pt x="25707" y="84907"/>
                    <a:pt x="21873" y="82992"/>
                    <a:pt x="19317" y="80438"/>
                  </a:cubicBezTo>
                  <a:cubicBezTo>
                    <a:pt x="17400" y="77884"/>
                    <a:pt x="14205" y="72139"/>
                    <a:pt x="17400" y="63201"/>
                  </a:cubicBezTo>
                  <a:cubicBezTo>
                    <a:pt x="20595" y="55541"/>
                    <a:pt x="25707" y="50433"/>
                    <a:pt x="32736" y="47880"/>
                  </a:cubicBezTo>
                  <a:cubicBezTo>
                    <a:pt x="38487" y="45965"/>
                    <a:pt x="44238" y="46603"/>
                    <a:pt x="48711" y="49157"/>
                  </a:cubicBezTo>
                  <a:cubicBezTo>
                    <a:pt x="55740" y="53625"/>
                    <a:pt x="58935" y="62563"/>
                    <a:pt x="55740" y="68947"/>
                  </a:cubicBezTo>
                  <a:lnTo>
                    <a:pt x="55740" y="68947"/>
                  </a:lnTo>
                  <a:cubicBezTo>
                    <a:pt x="51906" y="77246"/>
                    <a:pt x="36570" y="83630"/>
                    <a:pt x="32736" y="84268"/>
                  </a:cubicBezTo>
                  <a:close/>
                </a:path>
              </a:pathLst>
            </a:custGeom>
            <a:solidFill>
              <a:srgbClr val="007680"/>
            </a:solidFill>
            <a:ln w="6390" cap="flat">
              <a:noFill/>
              <a:prstDash val="solid"/>
              <a:miter/>
            </a:ln>
          </p:spPr>
          <p:txBody>
            <a:bodyPr rtlCol="0" anchor="ctr"/>
            <a:lstStyle/>
            <a:p>
              <a:endParaRPr lang="en-US"/>
            </a:p>
          </p:txBody>
        </p:sp>
        <p:sp>
          <p:nvSpPr>
            <p:cNvPr id="528" name="Graphic 4">
              <a:extLst>
                <a:ext uri="{FF2B5EF4-FFF2-40B4-BE49-F238E27FC236}">
                  <a16:creationId xmlns:a16="http://schemas.microsoft.com/office/drawing/2014/main" id="{25C9878A-C882-3C4E-9E1D-EB97E8C07812}"/>
                </a:ext>
              </a:extLst>
            </p:cNvPr>
            <p:cNvSpPr/>
            <p:nvPr/>
          </p:nvSpPr>
          <p:spPr>
            <a:xfrm>
              <a:off x="1952764"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80518 w 361670"/>
                <a:gd name="connsiteY5" fmla="*/ 178113 h 361333"/>
                <a:gd name="connsiteX6" fmla="*/ 214702 w 361670"/>
                <a:gd name="connsiteY6" fmla="*/ 243868 h 361333"/>
                <a:gd name="connsiteX7" fmla="*/ 207034 w 361670"/>
                <a:gd name="connsiteY7" fmla="*/ 243230 h 361333"/>
                <a:gd name="connsiteX8" fmla="*/ 206395 w 361670"/>
                <a:gd name="connsiteY8" fmla="*/ 243230 h 361333"/>
                <a:gd name="connsiteX9" fmla="*/ 180196 w 361670"/>
                <a:gd name="connsiteY9" fmla="*/ 271319 h 361333"/>
                <a:gd name="connsiteX10" fmla="*/ 161665 w 361670"/>
                <a:gd name="connsiteY10" fmla="*/ 275149 h 361333"/>
                <a:gd name="connsiteX11" fmla="*/ 93932 w 361670"/>
                <a:gd name="connsiteY11" fmla="*/ 225355 h 361333"/>
                <a:gd name="connsiteX12" fmla="*/ 75401 w 361670"/>
                <a:gd name="connsiteY12" fmla="*/ 155769 h 361333"/>
                <a:gd name="connsiteX13" fmla="*/ 88820 w 361670"/>
                <a:gd name="connsiteY13" fmla="*/ 148108 h 361333"/>
                <a:gd name="connsiteX14" fmla="*/ 123326 w 361670"/>
                <a:gd name="connsiteY14" fmla="*/ 139171 h 361333"/>
                <a:gd name="connsiteX15" fmla="*/ 153998 w 361670"/>
                <a:gd name="connsiteY15" fmla="*/ 120019 h 361333"/>
                <a:gd name="connsiteX16" fmla="*/ 167416 w 361670"/>
                <a:gd name="connsiteY16" fmla="*/ 115550 h 361333"/>
                <a:gd name="connsiteX17" fmla="*/ 182752 w 361670"/>
                <a:gd name="connsiteY17" fmla="*/ 89376 h 361333"/>
                <a:gd name="connsiteX18" fmla="*/ 198088 w 361670"/>
                <a:gd name="connsiteY18" fmla="*/ 90014 h 361333"/>
                <a:gd name="connsiteX19" fmla="*/ 231955 w 361670"/>
                <a:gd name="connsiteY19" fmla="*/ 101505 h 361333"/>
                <a:gd name="connsiteX20" fmla="*/ 268377 w 361670"/>
                <a:gd name="connsiteY20" fmla="*/ 102144 h 361333"/>
                <a:gd name="connsiteX21" fmla="*/ 283074 w 361670"/>
                <a:gd name="connsiteY21" fmla="*/ 106612 h 361333"/>
                <a:gd name="connsiteX22" fmla="*/ 280518 w 361670"/>
                <a:gd name="connsiteY22" fmla="*/ 17811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1670" h="361333">
                  <a:moveTo>
                    <a:pt x="180835" y="0"/>
                  </a:moveTo>
                  <a:cubicBezTo>
                    <a:pt x="80513" y="0"/>
                    <a:pt x="0" y="81076"/>
                    <a:pt x="0" y="180667"/>
                  </a:cubicBezTo>
                  <a:cubicBezTo>
                    <a:pt x="0" y="280257"/>
                    <a:pt x="81152" y="361333"/>
                    <a:pt x="180835" y="361333"/>
                  </a:cubicBezTo>
                  <a:cubicBezTo>
                    <a:pt x="281157" y="361333"/>
                    <a:pt x="361670" y="280257"/>
                    <a:pt x="361670" y="180667"/>
                  </a:cubicBezTo>
                  <a:cubicBezTo>
                    <a:pt x="361670" y="81076"/>
                    <a:pt x="281157" y="0"/>
                    <a:pt x="180835" y="0"/>
                  </a:cubicBezTo>
                  <a:close/>
                  <a:moveTo>
                    <a:pt x="280518" y="178113"/>
                  </a:moveTo>
                  <a:cubicBezTo>
                    <a:pt x="269016" y="222801"/>
                    <a:pt x="240262" y="243868"/>
                    <a:pt x="214702" y="243868"/>
                  </a:cubicBezTo>
                  <a:cubicBezTo>
                    <a:pt x="212146" y="243868"/>
                    <a:pt x="209590" y="243868"/>
                    <a:pt x="207034" y="243230"/>
                  </a:cubicBezTo>
                  <a:lnTo>
                    <a:pt x="206395" y="243230"/>
                  </a:lnTo>
                  <a:cubicBezTo>
                    <a:pt x="200644" y="256636"/>
                    <a:pt x="191698" y="266212"/>
                    <a:pt x="180196" y="271319"/>
                  </a:cubicBezTo>
                  <a:cubicBezTo>
                    <a:pt x="174445" y="273873"/>
                    <a:pt x="168055" y="275149"/>
                    <a:pt x="161665" y="275149"/>
                  </a:cubicBezTo>
                  <a:cubicBezTo>
                    <a:pt x="138662" y="275149"/>
                    <a:pt x="111824" y="259828"/>
                    <a:pt x="93932" y="225355"/>
                  </a:cubicBezTo>
                  <a:cubicBezTo>
                    <a:pt x="74762" y="188327"/>
                    <a:pt x="69011" y="167260"/>
                    <a:pt x="75401" y="155769"/>
                  </a:cubicBezTo>
                  <a:cubicBezTo>
                    <a:pt x="77318" y="152577"/>
                    <a:pt x="81152" y="148747"/>
                    <a:pt x="88820" y="148108"/>
                  </a:cubicBezTo>
                  <a:cubicBezTo>
                    <a:pt x="106712" y="146832"/>
                    <a:pt x="123326" y="139171"/>
                    <a:pt x="123326" y="139171"/>
                  </a:cubicBezTo>
                  <a:cubicBezTo>
                    <a:pt x="123965" y="139171"/>
                    <a:pt x="140579" y="132148"/>
                    <a:pt x="153998" y="120019"/>
                  </a:cubicBezTo>
                  <a:cubicBezTo>
                    <a:pt x="157831" y="116188"/>
                    <a:pt x="162304" y="114912"/>
                    <a:pt x="167416" y="115550"/>
                  </a:cubicBezTo>
                  <a:cubicBezTo>
                    <a:pt x="171250" y="101505"/>
                    <a:pt x="176362" y="93206"/>
                    <a:pt x="182752" y="89376"/>
                  </a:cubicBezTo>
                  <a:cubicBezTo>
                    <a:pt x="185947" y="87460"/>
                    <a:pt x="191698" y="86184"/>
                    <a:pt x="198088" y="90014"/>
                  </a:cubicBezTo>
                  <a:cubicBezTo>
                    <a:pt x="213424" y="98952"/>
                    <a:pt x="231955" y="101505"/>
                    <a:pt x="231955" y="101505"/>
                  </a:cubicBezTo>
                  <a:cubicBezTo>
                    <a:pt x="232594" y="101505"/>
                    <a:pt x="249847" y="104697"/>
                    <a:pt x="268377" y="102144"/>
                  </a:cubicBezTo>
                  <a:cubicBezTo>
                    <a:pt x="276045" y="100867"/>
                    <a:pt x="280518" y="104059"/>
                    <a:pt x="283074" y="106612"/>
                  </a:cubicBezTo>
                  <a:cubicBezTo>
                    <a:pt x="292020" y="115550"/>
                    <a:pt x="291381" y="137256"/>
                    <a:pt x="280518" y="178113"/>
                  </a:cubicBezTo>
                  <a:close/>
                </a:path>
              </a:pathLst>
            </a:custGeom>
            <a:solidFill>
              <a:srgbClr val="007680"/>
            </a:solidFill>
            <a:ln w="6390" cap="flat">
              <a:noFill/>
              <a:prstDash val="solid"/>
              <a:miter/>
            </a:ln>
          </p:spPr>
          <p:txBody>
            <a:bodyPr rtlCol="0" anchor="ctr"/>
            <a:lstStyle/>
            <a:p>
              <a:endParaRPr lang="en-US"/>
            </a:p>
          </p:txBody>
        </p:sp>
        <p:sp>
          <p:nvSpPr>
            <p:cNvPr id="529" name="Graphic 4">
              <a:extLst>
                <a:ext uri="{FF2B5EF4-FFF2-40B4-BE49-F238E27FC236}">
                  <a16:creationId xmlns:a16="http://schemas.microsoft.com/office/drawing/2014/main" id="{84824348-4640-6B4C-B158-91B6D73A1793}"/>
                </a:ext>
              </a:extLst>
            </p:cNvPr>
            <p:cNvSpPr/>
            <p:nvPr/>
          </p:nvSpPr>
          <p:spPr>
            <a:xfrm>
              <a:off x="2111235" y="3030000"/>
              <a:ext cx="1917" cy="3830"/>
            </a:xfrm>
            <a:custGeom>
              <a:avLst/>
              <a:gdLst>
                <a:gd name="connsiteX0" fmla="*/ 0 w 1917"/>
                <a:gd name="connsiteY0" fmla="*/ 1915 h 3830"/>
                <a:gd name="connsiteX1" fmla="*/ 0 w 1917"/>
                <a:gd name="connsiteY1" fmla="*/ 3830 h 3830"/>
                <a:gd name="connsiteX2" fmla="*/ 1917 w 1917"/>
                <a:gd name="connsiteY2" fmla="*/ 3830 h 3830"/>
                <a:gd name="connsiteX3" fmla="*/ 1917 w 1917"/>
                <a:gd name="connsiteY3" fmla="*/ 0 h 3830"/>
                <a:gd name="connsiteX4" fmla="*/ 0 w 1917"/>
                <a:gd name="connsiteY4" fmla="*/ 1915 h 3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7" h="3830">
                  <a:moveTo>
                    <a:pt x="0" y="1915"/>
                  </a:moveTo>
                  <a:cubicBezTo>
                    <a:pt x="0" y="2554"/>
                    <a:pt x="0" y="3192"/>
                    <a:pt x="0" y="3830"/>
                  </a:cubicBezTo>
                  <a:cubicBezTo>
                    <a:pt x="639" y="3830"/>
                    <a:pt x="1278" y="3830"/>
                    <a:pt x="1917" y="3830"/>
                  </a:cubicBezTo>
                  <a:cubicBezTo>
                    <a:pt x="1917" y="2554"/>
                    <a:pt x="1917" y="1277"/>
                    <a:pt x="1917" y="0"/>
                  </a:cubicBezTo>
                  <a:cubicBezTo>
                    <a:pt x="639" y="638"/>
                    <a:pt x="0" y="1277"/>
                    <a:pt x="0" y="1915"/>
                  </a:cubicBezTo>
                  <a:close/>
                </a:path>
              </a:pathLst>
            </a:custGeom>
            <a:solidFill>
              <a:srgbClr val="007680"/>
            </a:solidFill>
            <a:ln w="6390" cap="flat">
              <a:noFill/>
              <a:prstDash val="solid"/>
              <a:miter/>
            </a:ln>
          </p:spPr>
          <p:txBody>
            <a:bodyPr rtlCol="0" anchor="ctr"/>
            <a:lstStyle/>
            <a:p>
              <a:endParaRPr lang="en-US"/>
            </a:p>
          </p:txBody>
        </p:sp>
        <p:sp>
          <p:nvSpPr>
            <p:cNvPr id="530" name="Graphic 4">
              <a:extLst>
                <a:ext uri="{FF2B5EF4-FFF2-40B4-BE49-F238E27FC236}">
                  <a16:creationId xmlns:a16="http://schemas.microsoft.com/office/drawing/2014/main" id="{B833F47E-7217-9947-B39C-7205EF38C706}"/>
                </a:ext>
              </a:extLst>
            </p:cNvPr>
            <p:cNvSpPr/>
            <p:nvPr/>
          </p:nvSpPr>
          <p:spPr>
            <a:xfrm>
              <a:off x="2067623" y="3042768"/>
              <a:ext cx="16134" cy="12767"/>
            </a:xfrm>
            <a:custGeom>
              <a:avLst/>
              <a:gdLst>
                <a:gd name="connsiteX0" fmla="*/ 13579 w 16134"/>
                <a:gd name="connsiteY0" fmla="*/ 638 h 12767"/>
                <a:gd name="connsiteX1" fmla="*/ 11023 w 16134"/>
                <a:gd name="connsiteY1" fmla="*/ 0 h 12767"/>
                <a:gd name="connsiteX2" fmla="*/ 8467 w 16134"/>
                <a:gd name="connsiteY2" fmla="*/ 638 h 12767"/>
                <a:gd name="connsiteX3" fmla="*/ 799 w 16134"/>
                <a:gd name="connsiteY3" fmla="*/ 8938 h 12767"/>
                <a:gd name="connsiteX4" fmla="*/ 160 w 16134"/>
                <a:gd name="connsiteY4" fmla="*/ 12768 h 12767"/>
                <a:gd name="connsiteX5" fmla="*/ 16135 w 16134"/>
                <a:gd name="connsiteY5" fmla="*/ 3830 h 12767"/>
                <a:gd name="connsiteX6" fmla="*/ 13579 w 16134"/>
                <a:gd name="connsiteY6" fmla="*/ 63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34" h="12767">
                  <a:moveTo>
                    <a:pt x="13579" y="638"/>
                  </a:moveTo>
                  <a:cubicBezTo>
                    <a:pt x="12940" y="0"/>
                    <a:pt x="12301" y="0"/>
                    <a:pt x="11023" y="0"/>
                  </a:cubicBezTo>
                  <a:cubicBezTo>
                    <a:pt x="10384" y="0"/>
                    <a:pt x="9106" y="0"/>
                    <a:pt x="8467" y="638"/>
                  </a:cubicBezTo>
                  <a:cubicBezTo>
                    <a:pt x="6550" y="1277"/>
                    <a:pt x="2716" y="3192"/>
                    <a:pt x="799" y="8938"/>
                  </a:cubicBezTo>
                  <a:cubicBezTo>
                    <a:pt x="-479" y="11491"/>
                    <a:pt x="160" y="12768"/>
                    <a:pt x="160" y="12768"/>
                  </a:cubicBezTo>
                  <a:cubicBezTo>
                    <a:pt x="4633" y="12130"/>
                    <a:pt x="14218" y="7022"/>
                    <a:pt x="16135" y="3830"/>
                  </a:cubicBezTo>
                  <a:cubicBezTo>
                    <a:pt x="16135" y="3192"/>
                    <a:pt x="15496" y="1277"/>
                    <a:pt x="13579" y="638"/>
                  </a:cubicBezTo>
                  <a:close/>
                </a:path>
              </a:pathLst>
            </a:custGeom>
            <a:solidFill>
              <a:srgbClr val="007680"/>
            </a:solidFill>
            <a:ln w="6390" cap="flat">
              <a:noFill/>
              <a:prstDash val="solid"/>
              <a:miter/>
            </a:ln>
          </p:spPr>
          <p:txBody>
            <a:bodyPr rtlCol="0" anchor="ctr"/>
            <a:lstStyle/>
            <a:p>
              <a:endParaRPr lang="en-US"/>
            </a:p>
          </p:txBody>
        </p:sp>
        <p:sp>
          <p:nvSpPr>
            <p:cNvPr id="531" name="Graphic 4">
              <a:extLst>
                <a:ext uri="{FF2B5EF4-FFF2-40B4-BE49-F238E27FC236}">
                  <a16:creationId xmlns:a16="http://schemas.microsoft.com/office/drawing/2014/main" id="{28586C9A-A1AC-6642-9F79-5F6626E8C7CA}"/>
                </a:ext>
              </a:extLst>
            </p:cNvPr>
            <p:cNvSpPr/>
            <p:nvPr/>
          </p:nvSpPr>
          <p:spPr>
            <a:xfrm>
              <a:off x="2125933" y="2955946"/>
              <a:ext cx="103781" cy="130725"/>
            </a:xfrm>
            <a:custGeom>
              <a:avLst/>
              <a:gdLst>
                <a:gd name="connsiteX0" fmla="*/ 97125 w 103781"/>
                <a:gd name="connsiteY0" fmla="*/ 14045 h 130725"/>
                <a:gd name="connsiteX1" fmla="*/ 56869 w 103781"/>
                <a:gd name="connsiteY1" fmla="*/ 13406 h 130725"/>
                <a:gd name="connsiteX2" fmla="*/ 19168 w 103781"/>
                <a:gd name="connsiteY2" fmla="*/ 638 h 130725"/>
                <a:gd name="connsiteX3" fmla="*/ 16612 w 103781"/>
                <a:gd name="connsiteY3" fmla="*/ 0 h 130725"/>
                <a:gd name="connsiteX4" fmla="*/ 15973 w 103781"/>
                <a:gd name="connsiteY4" fmla="*/ 0 h 130725"/>
                <a:gd name="connsiteX5" fmla="*/ 637 w 103781"/>
                <a:gd name="connsiteY5" fmla="*/ 58094 h 130725"/>
                <a:gd name="connsiteX6" fmla="*/ 37060 w 103781"/>
                <a:gd name="connsiteY6" fmla="*/ 130233 h 130725"/>
                <a:gd name="connsiteX7" fmla="*/ 95847 w 103781"/>
                <a:gd name="connsiteY7" fmla="*/ 74693 h 130725"/>
                <a:gd name="connsiteX8" fmla="*/ 101598 w 103781"/>
                <a:gd name="connsiteY8" fmla="*/ 14683 h 130725"/>
                <a:gd name="connsiteX9" fmla="*/ 97125 w 103781"/>
                <a:gd name="connsiteY9" fmla="*/ 14045 h 130725"/>
                <a:gd name="connsiteX10" fmla="*/ 6388 w 103781"/>
                <a:gd name="connsiteY10" fmla="*/ 40219 h 130725"/>
                <a:gd name="connsiteX11" fmla="*/ 19807 w 103781"/>
                <a:gd name="connsiteY11" fmla="*/ 29366 h 130725"/>
                <a:gd name="connsiteX12" fmla="*/ 41533 w 103781"/>
                <a:gd name="connsiteY12" fmla="*/ 33835 h 130725"/>
                <a:gd name="connsiteX13" fmla="*/ 49201 w 103781"/>
                <a:gd name="connsiteY13" fmla="*/ 47880 h 130725"/>
                <a:gd name="connsiteX14" fmla="*/ 36421 w 103781"/>
                <a:gd name="connsiteY14" fmla="*/ 64478 h 130725"/>
                <a:gd name="connsiteX15" fmla="*/ 35143 w 103781"/>
                <a:gd name="connsiteY15" fmla="*/ 64478 h 130725"/>
                <a:gd name="connsiteX16" fmla="*/ 9583 w 103781"/>
                <a:gd name="connsiteY16" fmla="*/ 52987 h 130725"/>
                <a:gd name="connsiteX17" fmla="*/ 6388 w 103781"/>
                <a:gd name="connsiteY17" fmla="*/ 40219 h 130725"/>
                <a:gd name="connsiteX18" fmla="*/ 78595 w 103781"/>
                <a:gd name="connsiteY18" fmla="*/ 97675 h 130725"/>
                <a:gd name="connsiteX19" fmla="*/ 49840 w 103781"/>
                <a:gd name="connsiteY19" fmla="*/ 108528 h 130725"/>
                <a:gd name="connsiteX20" fmla="*/ 38977 w 103781"/>
                <a:gd name="connsiteY20" fmla="*/ 107251 h 130725"/>
                <a:gd name="connsiteX21" fmla="*/ 8305 w 103781"/>
                <a:gd name="connsiteY21" fmla="*/ 86184 h 130725"/>
                <a:gd name="connsiteX22" fmla="*/ 7666 w 103781"/>
                <a:gd name="connsiteY22" fmla="*/ 84907 h 130725"/>
                <a:gd name="connsiteX23" fmla="*/ 7666 w 103781"/>
                <a:gd name="connsiteY23" fmla="*/ 84907 h 130725"/>
                <a:gd name="connsiteX24" fmla="*/ 7027 w 103781"/>
                <a:gd name="connsiteY24" fmla="*/ 82353 h 130725"/>
                <a:gd name="connsiteX25" fmla="*/ 12139 w 103781"/>
                <a:gd name="connsiteY25" fmla="*/ 75969 h 130725"/>
                <a:gd name="connsiteX26" fmla="*/ 19168 w 103781"/>
                <a:gd name="connsiteY26" fmla="*/ 79800 h 130725"/>
                <a:gd name="connsiteX27" fmla="*/ 19168 w 103781"/>
                <a:gd name="connsiteY27" fmla="*/ 79800 h 130725"/>
                <a:gd name="connsiteX28" fmla="*/ 40894 w 103781"/>
                <a:gd name="connsiteY28" fmla="*/ 94483 h 130725"/>
                <a:gd name="connsiteX29" fmla="*/ 68371 w 103781"/>
                <a:gd name="connsiteY29" fmla="*/ 88737 h 130725"/>
                <a:gd name="connsiteX30" fmla="*/ 77316 w 103781"/>
                <a:gd name="connsiteY30" fmla="*/ 88099 h 130725"/>
                <a:gd name="connsiteX31" fmla="*/ 78595 w 103781"/>
                <a:gd name="connsiteY31" fmla="*/ 97675 h 130725"/>
                <a:gd name="connsiteX32" fmla="*/ 95208 w 103781"/>
                <a:gd name="connsiteY32" fmla="*/ 56179 h 130725"/>
                <a:gd name="connsiteX33" fmla="*/ 86901 w 103781"/>
                <a:gd name="connsiteY33" fmla="*/ 67032 h 130725"/>
                <a:gd name="connsiteX34" fmla="*/ 86901 w 103781"/>
                <a:gd name="connsiteY34" fmla="*/ 67032 h 130725"/>
                <a:gd name="connsiteX35" fmla="*/ 67732 w 103781"/>
                <a:gd name="connsiteY35" fmla="*/ 70224 h 130725"/>
                <a:gd name="connsiteX36" fmla="*/ 58147 w 103781"/>
                <a:gd name="connsiteY36" fmla="*/ 68309 h 130725"/>
                <a:gd name="connsiteX37" fmla="*/ 52396 w 103781"/>
                <a:gd name="connsiteY37" fmla="*/ 48518 h 130725"/>
                <a:gd name="connsiteX38" fmla="*/ 64537 w 103781"/>
                <a:gd name="connsiteY38" fmla="*/ 37665 h 130725"/>
                <a:gd name="connsiteX39" fmla="*/ 86263 w 103781"/>
                <a:gd name="connsiteY39" fmla="*/ 40857 h 130725"/>
                <a:gd name="connsiteX40" fmla="*/ 95208 w 103781"/>
                <a:gd name="connsiteY40" fmla="*/ 56179 h 13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3781" h="130725">
                  <a:moveTo>
                    <a:pt x="97125" y="14045"/>
                  </a:moveTo>
                  <a:cubicBezTo>
                    <a:pt x="76678" y="17237"/>
                    <a:pt x="57508" y="13406"/>
                    <a:pt x="56869" y="13406"/>
                  </a:cubicBezTo>
                  <a:cubicBezTo>
                    <a:pt x="56230" y="13406"/>
                    <a:pt x="36421" y="10214"/>
                    <a:pt x="19168" y="638"/>
                  </a:cubicBezTo>
                  <a:cubicBezTo>
                    <a:pt x="17890" y="0"/>
                    <a:pt x="17251" y="0"/>
                    <a:pt x="16612" y="0"/>
                  </a:cubicBezTo>
                  <a:cubicBezTo>
                    <a:pt x="15973" y="0"/>
                    <a:pt x="15973" y="0"/>
                    <a:pt x="15973" y="0"/>
                  </a:cubicBezTo>
                  <a:cubicBezTo>
                    <a:pt x="13417" y="1277"/>
                    <a:pt x="5749" y="8938"/>
                    <a:pt x="637" y="58094"/>
                  </a:cubicBezTo>
                  <a:cubicBezTo>
                    <a:pt x="-3836" y="100229"/>
                    <a:pt x="15973" y="126403"/>
                    <a:pt x="37060" y="130233"/>
                  </a:cubicBezTo>
                  <a:cubicBezTo>
                    <a:pt x="57508" y="134064"/>
                    <a:pt x="85623" y="115550"/>
                    <a:pt x="95847" y="74693"/>
                  </a:cubicBezTo>
                  <a:cubicBezTo>
                    <a:pt x="107349" y="28089"/>
                    <a:pt x="103515" y="17237"/>
                    <a:pt x="101598" y="14683"/>
                  </a:cubicBezTo>
                  <a:cubicBezTo>
                    <a:pt x="100320" y="14683"/>
                    <a:pt x="99681" y="14045"/>
                    <a:pt x="97125" y="14045"/>
                  </a:cubicBezTo>
                  <a:close/>
                  <a:moveTo>
                    <a:pt x="6388" y="40219"/>
                  </a:moveTo>
                  <a:cubicBezTo>
                    <a:pt x="7027" y="37027"/>
                    <a:pt x="10222" y="31281"/>
                    <a:pt x="19807" y="29366"/>
                  </a:cubicBezTo>
                  <a:cubicBezTo>
                    <a:pt x="27475" y="27451"/>
                    <a:pt x="35143" y="29366"/>
                    <a:pt x="41533" y="33835"/>
                  </a:cubicBezTo>
                  <a:cubicBezTo>
                    <a:pt x="46006" y="37665"/>
                    <a:pt x="49201" y="42773"/>
                    <a:pt x="49201" y="47880"/>
                  </a:cubicBezTo>
                  <a:cubicBezTo>
                    <a:pt x="49840" y="56179"/>
                    <a:pt x="43450" y="63840"/>
                    <a:pt x="36421" y="64478"/>
                  </a:cubicBezTo>
                  <a:cubicBezTo>
                    <a:pt x="35782" y="64478"/>
                    <a:pt x="35782" y="64478"/>
                    <a:pt x="35143" y="64478"/>
                  </a:cubicBezTo>
                  <a:cubicBezTo>
                    <a:pt x="25558" y="64478"/>
                    <a:pt x="12778" y="55541"/>
                    <a:pt x="9583" y="52987"/>
                  </a:cubicBezTo>
                  <a:cubicBezTo>
                    <a:pt x="6388" y="50433"/>
                    <a:pt x="5110" y="45326"/>
                    <a:pt x="6388" y="40219"/>
                  </a:cubicBezTo>
                  <a:close/>
                  <a:moveTo>
                    <a:pt x="78595" y="97675"/>
                  </a:moveTo>
                  <a:cubicBezTo>
                    <a:pt x="77955" y="98313"/>
                    <a:pt x="68371" y="108528"/>
                    <a:pt x="49840" y="108528"/>
                  </a:cubicBezTo>
                  <a:cubicBezTo>
                    <a:pt x="46645" y="108528"/>
                    <a:pt x="42811" y="107889"/>
                    <a:pt x="38977" y="107251"/>
                  </a:cubicBezTo>
                  <a:cubicBezTo>
                    <a:pt x="19807" y="103421"/>
                    <a:pt x="10861" y="91929"/>
                    <a:pt x="8305" y="86184"/>
                  </a:cubicBezTo>
                  <a:cubicBezTo>
                    <a:pt x="8305" y="85545"/>
                    <a:pt x="7666" y="85545"/>
                    <a:pt x="7666" y="84907"/>
                  </a:cubicBezTo>
                  <a:lnTo>
                    <a:pt x="7666" y="84907"/>
                  </a:lnTo>
                  <a:cubicBezTo>
                    <a:pt x="7027" y="83630"/>
                    <a:pt x="7027" y="82992"/>
                    <a:pt x="7027" y="82353"/>
                  </a:cubicBezTo>
                  <a:cubicBezTo>
                    <a:pt x="7027" y="79161"/>
                    <a:pt x="8944" y="76608"/>
                    <a:pt x="12139" y="75969"/>
                  </a:cubicBezTo>
                  <a:cubicBezTo>
                    <a:pt x="15334" y="75331"/>
                    <a:pt x="17890" y="77246"/>
                    <a:pt x="19168" y="79800"/>
                  </a:cubicBezTo>
                  <a:lnTo>
                    <a:pt x="19168" y="79800"/>
                  </a:lnTo>
                  <a:cubicBezTo>
                    <a:pt x="19807" y="81077"/>
                    <a:pt x="24280" y="90653"/>
                    <a:pt x="40894" y="94483"/>
                  </a:cubicBezTo>
                  <a:cubicBezTo>
                    <a:pt x="59425" y="98313"/>
                    <a:pt x="68371" y="88737"/>
                    <a:pt x="68371" y="88737"/>
                  </a:cubicBezTo>
                  <a:cubicBezTo>
                    <a:pt x="70927" y="86184"/>
                    <a:pt x="74761" y="86184"/>
                    <a:pt x="77316" y="88099"/>
                  </a:cubicBezTo>
                  <a:cubicBezTo>
                    <a:pt x="80511" y="91291"/>
                    <a:pt x="81150" y="95121"/>
                    <a:pt x="78595" y="97675"/>
                  </a:cubicBezTo>
                  <a:close/>
                  <a:moveTo>
                    <a:pt x="95208" y="56179"/>
                  </a:moveTo>
                  <a:cubicBezTo>
                    <a:pt x="94569" y="61286"/>
                    <a:pt x="91374" y="65117"/>
                    <a:pt x="86901" y="67032"/>
                  </a:cubicBezTo>
                  <a:lnTo>
                    <a:pt x="86901" y="67032"/>
                  </a:lnTo>
                  <a:cubicBezTo>
                    <a:pt x="84345" y="68309"/>
                    <a:pt x="76039" y="70224"/>
                    <a:pt x="67732" y="70224"/>
                  </a:cubicBezTo>
                  <a:cubicBezTo>
                    <a:pt x="64537" y="70224"/>
                    <a:pt x="60703" y="69585"/>
                    <a:pt x="58147" y="68309"/>
                  </a:cubicBezTo>
                  <a:cubicBezTo>
                    <a:pt x="51757" y="65117"/>
                    <a:pt x="49201" y="56179"/>
                    <a:pt x="52396" y="48518"/>
                  </a:cubicBezTo>
                  <a:cubicBezTo>
                    <a:pt x="54313" y="43411"/>
                    <a:pt x="58786" y="39581"/>
                    <a:pt x="64537" y="37665"/>
                  </a:cubicBezTo>
                  <a:cubicBezTo>
                    <a:pt x="71566" y="35112"/>
                    <a:pt x="79234" y="36389"/>
                    <a:pt x="86263" y="40857"/>
                  </a:cubicBezTo>
                  <a:cubicBezTo>
                    <a:pt x="94569" y="46603"/>
                    <a:pt x="95847" y="52987"/>
                    <a:pt x="95208" y="56179"/>
                  </a:cubicBezTo>
                  <a:close/>
                </a:path>
              </a:pathLst>
            </a:custGeom>
            <a:solidFill>
              <a:srgbClr val="007680"/>
            </a:solidFill>
            <a:ln w="6390" cap="flat">
              <a:noFill/>
              <a:prstDash val="solid"/>
              <a:miter/>
            </a:ln>
          </p:spPr>
          <p:txBody>
            <a:bodyPr rtlCol="0" anchor="ctr"/>
            <a:lstStyle/>
            <a:p>
              <a:endParaRPr lang="en-US"/>
            </a:p>
          </p:txBody>
        </p:sp>
      </p:grpSp>
      <p:grpSp>
        <p:nvGrpSpPr>
          <p:cNvPr id="532" name="Graphic 4">
            <a:extLst>
              <a:ext uri="{FF2B5EF4-FFF2-40B4-BE49-F238E27FC236}">
                <a16:creationId xmlns:a16="http://schemas.microsoft.com/office/drawing/2014/main" id="{8F723DF4-CCF9-D442-A71E-6C480A6E0310}"/>
              </a:ext>
            </a:extLst>
          </p:cNvPr>
          <p:cNvGrpSpPr/>
          <p:nvPr/>
        </p:nvGrpSpPr>
        <p:grpSpPr>
          <a:xfrm>
            <a:off x="2998797" y="918179"/>
            <a:ext cx="361670" cy="361333"/>
            <a:chOff x="2998797" y="918179"/>
            <a:chExt cx="361670" cy="361333"/>
          </a:xfrm>
          <a:solidFill>
            <a:srgbClr val="007680"/>
          </a:solidFill>
        </p:grpSpPr>
        <p:sp>
          <p:nvSpPr>
            <p:cNvPr id="533" name="Graphic 4">
              <a:extLst>
                <a:ext uri="{FF2B5EF4-FFF2-40B4-BE49-F238E27FC236}">
                  <a16:creationId xmlns:a16="http://schemas.microsoft.com/office/drawing/2014/main" id="{F185A742-5529-D343-B217-122A1AD82EB9}"/>
                </a:ext>
              </a:extLst>
            </p:cNvPr>
            <p:cNvSpPr/>
            <p:nvPr/>
          </p:nvSpPr>
          <p:spPr>
            <a:xfrm>
              <a:off x="3128513" y="1146087"/>
              <a:ext cx="4472" cy="12129"/>
            </a:xfrm>
            <a:custGeom>
              <a:avLst/>
              <a:gdLst>
                <a:gd name="connsiteX0" fmla="*/ 0 w 4472"/>
                <a:gd name="connsiteY0" fmla="*/ 0 h 12129"/>
                <a:gd name="connsiteX1" fmla="*/ 4473 w 4472"/>
                <a:gd name="connsiteY1" fmla="*/ 0 h 12129"/>
                <a:gd name="connsiteX2" fmla="*/ 4473 w 4472"/>
                <a:gd name="connsiteY2" fmla="*/ 12129 h 12129"/>
                <a:gd name="connsiteX3" fmla="*/ 0 w 4472"/>
                <a:gd name="connsiteY3" fmla="*/ 12129 h 12129"/>
              </a:gdLst>
              <a:ahLst/>
              <a:cxnLst>
                <a:cxn ang="0">
                  <a:pos x="connsiteX0" y="connsiteY0"/>
                </a:cxn>
                <a:cxn ang="0">
                  <a:pos x="connsiteX1" y="connsiteY1"/>
                </a:cxn>
                <a:cxn ang="0">
                  <a:pos x="connsiteX2" y="connsiteY2"/>
                </a:cxn>
                <a:cxn ang="0">
                  <a:pos x="connsiteX3" y="connsiteY3"/>
                </a:cxn>
              </a:cxnLst>
              <a:rect l="l" t="t" r="r" b="b"/>
              <a:pathLst>
                <a:path w="4472" h="12129">
                  <a:moveTo>
                    <a:pt x="0" y="0"/>
                  </a:moveTo>
                  <a:lnTo>
                    <a:pt x="4473" y="0"/>
                  </a:lnTo>
                  <a:lnTo>
                    <a:pt x="4473" y="12129"/>
                  </a:lnTo>
                  <a:lnTo>
                    <a:pt x="0" y="12129"/>
                  </a:lnTo>
                  <a:close/>
                </a:path>
              </a:pathLst>
            </a:custGeom>
            <a:solidFill>
              <a:srgbClr val="007680"/>
            </a:solidFill>
            <a:ln w="6390" cap="flat">
              <a:noFill/>
              <a:prstDash val="solid"/>
              <a:miter/>
            </a:ln>
          </p:spPr>
          <p:txBody>
            <a:bodyPr rtlCol="0" anchor="ctr"/>
            <a:lstStyle/>
            <a:p>
              <a:endParaRPr lang="en-US"/>
            </a:p>
          </p:txBody>
        </p:sp>
        <p:sp>
          <p:nvSpPr>
            <p:cNvPr id="534" name="Graphic 4">
              <a:extLst>
                <a:ext uri="{FF2B5EF4-FFF2-40B4-BE49-F238E27FC236}">
                  <a16:creationId xmlns:a16="http://schemas.microsoft.com/office/drawing/2014/main" id="{03E1C97D-DEF1-5043-989C-3937867A5876}"/>
                </a:ext>
              </a:extLst>
            </p:cNvPr>
            <p:cNvSpPr/>
            <p:nvPr/>
          </p:nvSpPr>
          <p:spPr>
            <a:xfrm>
              <a:off x="3090812" y="1025430"/>
              <a:ext cx="177001" cy="146831"/>
            </a:xfrm>
            <a:custGeom>
              <a:avLst/>
              <a:gdLst>
                <a:gd name="connsiteX0" fmla="*/ 0 w 177001"/>
                <a:gd name="connsiteY0" fmla="*/ 146832 h 146831"/>
                <a:gd name="connsiteX1" fmla="*/ 177001 w 177001"/>
                <a:gd name="connsiteY1" fmla="*/ 146832 h 146831"/>
                <a:gd name="connsiteX2" fmla="*/ 177001 w 177001"/>
                <a:gd name="connsiteY2" fmla="*/ 0 h 146831"/>
                <a:gd name="connsiteX3" fmla="*/ 0 w 177001"/>
                <a:gd name="connsiteY3" fmla="*/ 0 h 146831"/>
                <a:gd name="connsiteX4" fmla="*/ 0 w 177001"/>
                <a:gd name="connsiteY4" fmla="*/ 146832 h 146831"/>
                <a:gd name="connsiteX5" fmla="*/ 94571 w 177001"/>
                <a:gd name="connsiteY5" fmla="*/ 42134 h 146831"/>
                <a:gd name="connsiteX6" fmla="*/ 100961 w 177001"/>
                <a:gd name="connsiteY6" fmla="*/ 35750 h 146831"/>
                <a:gd name="connsiteX7" fmla="*/ 117575 w 177001"/>
                <a:gd name="connsiteY7" fmla="*/ 35750 h 146831"/>
                <a:gd name="connsiteX8" fmla="*/ 134189 w 177001"/>
                <a:gd name="connsiteY8" fmla="*/ 42134 h 146831"/>
                <a:gd name="connsiteX9" fmla="*/ 141856 w 177001"/>
                <a:gd name="connsiteY9" fmla="*/ 65755 h 146831"/>
                <a:gd name="connsiteX10" fmla="*/ 118214 w 177001"/>
                <a:gd name="connsiteY10" fmla="*/ 92568 h 146831"/>
                <a:gd name="connsiteX11" fmla="*/ 118214 w 177001"/>
                <a:gd name="connsiteY11" fmla="*/ 92568 h 146831"/>
                <a:gd name="connsiteX12" fmla="*/ 101600 w 177001"/>
                <a:gd name="connsiteY12" fmla="*/ 92568 h 146831"/>
                <a:gd name="connsiteX13" fmla="*/ 95210 w 177001"/>
                <a:gd name="connsiteY13" fmla="*/ 86184 h 146831"/>
                <a:gd name="connsiteX14" fmla="*/ 95210 w 177001"/>
                <a:gd name="connsiteY14" fmla="*/ 42134 h 146831"/>
                <a:gd name="connsiteX15" fmla="*/ 94571 w 177001"/>
                <a:gd name="connsiteY15" fmla="*/ 42134 h 146831"/>
                <a:gd name="connsiteX16" fmla="*/ 38978 w 177001"/>
                <a:gd name="connsiteY16" fmla="*/ 41496 h 146831"/>
                <a:gd name="connsiteX17" fmla="*/ 45368 w 177001"/>
                <a:gd name="connsiteY17" fmla="*/ 35112 h 146831"/>
                <a:gd name="connsiteX18" fmla="*/ 51758 w 177001"/>
                <a:gd name="connsiteY18" fmla="*/ 41496 h 146831"/>
                <a:gd name="connsiteX19" fmla="*/ 51758 w 177001"/>
                <a:gd name="connsiteY19" fmla="*/ 56179 h 146831"/>
                <a:gd name="connsiteX20" fmla="*/ 72845 w 177001"/>
                <a:gd name="connsiteY20" fmla="*/ 56179 h 146831"/>
                <a:gd name="connsiteX21" fmla="*/ 72845 w 177001"/>
                <a:gd name="connsiteY21" fmla="*/ 41496 h 146831"/>
                <a:gd name="connsiteX22" fmla="*/ 79235 w 177001"/>
                <a:gd name="connsiteY22" fmla="*/ 35112 h 146831"/>
                <a:gd name="connsiteX23" fmla="*/ 85625 w 177001"/>
                <a:gd name="connsiteY23" fmla="*/ 41496 h 146831"/>
                <a:gd name="connsiteX24" fmla="*/ 85625 w 177001"/>
                <a:gd name="connsiteY24" fmla="*/ 86184 h 146831"/>
                <a:gd name="connsiteX25" fmla="*/ 79235 w 177001"/>
                <a:gd name="connsiteY25" fmla="*/ 92568 h 146831"/>
                <a:gd name="connsiteX26" fmla="*/ 72845 w 177001"/>
                <a:gd name="connsiteY26" fmla="*/ 86184 h 146831"/>
                <a:gd name="connsiteX27" fmla="*/ 72845 w 177001"/>
                <a:gd name="connsiteY27" fmla="*/ 68947 h 146831"/>
                <a:gd name="connsiteX28" fmla="*/ 51758 w 177001"/>
                <a:gd name="connsiteY28" fmla="*/ 68947 h 146831"/>
                <a:gd name="connsiteX29" fmla="*/ 51758 w 177001"/>
                <a:gd name="connsiteY29" fmla="*/ 86184 h 146831"/>
                <a:gd name="connsiteX30" fmla="*/ 45368 w 177001"/>
                <a:gd name="connsiteY30" fmla="*/ 92568 h 146831"/>
                <a:gd name="connsiteX31" fmla="*/ 38978 w 177001"/>
                <a:gd name="connsiteY31" fmla="*/ 86184 h 146831"/>
                <a:gd name="connsiteX32" fmla="*/ 38978 w 177001"/>
                <a:gd name="connsiteY32" fmla="*/ 41496 h 146831"/>
                <a:gd name="connsiteX33" fmla="*/ 15975 w 177001"/>
                <a:gd name="connsiteY33" fmla="*/ 120019 h 146831"/>
                <a:gd name="connsiteX34" fmla="*/ 25560 w 177001"/>
                <a:gd name="connsiteY34" fmla="*/ 120019 h 146831"/>
                <a:gd name="connsiteX35" fmla="*/ 25560 w 177001"/>
                <a:gd name="connsiteY35" fmla="*/ 114273 h 146831"/>
                <a:gd name="connsiteX36" fmla="*/ 31950 w 177001"/>
                <a:gd name="connsiteY36" fmla="*/ 107889 h 146831"/>
                <a:gd name="connsiteX37" fmla="*/ 49202 w 177001"/>
                <a:gd name="connsiteY37" fmla="*/ 107889 h 146831"/>
                <a:gd name="connsiteX38" fmla="*/ 55592 w 177001"/>
                <a:gd name="connsiteY38" fmla="*/ 114273 h 146831"/>
                <a:gd name="connsiteX39" fmla="*/ 55592 w 177001"/>
                <a:gd name="connsiteY39" fmla="*/ 120019 h 146831"/>
                <a:gd name="connsiteX40" fmla="*/ 164221 w 177001"/>
                <a:gd name="connsiteY40" fmla="*/ 120019 h 146831"/>
                <a:gd name="connsiteX41" fmla="*/ 170611 w 177001"/>
                <a:gd name="connsiteY41" fmla="*/ 126403 h 146831"/>
                <a:gd name="connsiteX42" fmla="*/ 164221 w 177001"/>
                <a:gd name="connsiteY42" fmla="*/ 132787 h 146831"/>
                <a:gd name="connsiteX43" fmla="*/ 55592 w 177001"/>
                <a:gd name="connsiteY43" fmla="*/ 132787 h 146831"/>
                <a:gd name="connsiteX44" fmla="*/ 55592 w 177001"/>
                <a:gd name="connsiteY44" fmla="*/ 138532 h 146831"/>
                <a:gd name="connsiteX45" fmla="*/ 49202 w 177001"/>
                <a:gd name="connsiteY45" fmla="*/ 144916 h 146831"/>
                <a:gd name="connsiteX46" fmla="*/ 31950 w 177001"/>
                <a:gd name="connsiteY46" fmla="*/ 144916 h 146831"/>
                <a:gd name="connsiteX47" fmla="*/ 25560 w 177001"/>
                <a:gd name="connsiteY47" fmla="*/ 138532 h 146831"/>
                <a:gd name="connsiteX48" fmla="*/ 25560 w 177001"/>
                <a:gd name="connsiteY48" fmla="*/ 132787 h 146831"/>
                <a:gd name="connsiteX49" fmla="*/ 15975 w 177001"/>
                <a:gd name="connsiteY49" fmla="*/ 132787 h 146831"/>
                <a:gd name="connsiteX50" fmla="*/ 9585 w 177001"/>
                <a:gd name="connsiteY50" fmla="*/ 126403 h 146831"/>
                <a:gd name="connsiteX51" fmla="*/ 15975 w 177001"/>
                <a:gd name="connsiteY51" fmla="*/ 120019 h 146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77001" h="146831">
                  <a:moveTo>
                    <a:pt x="0" y="146832"/>
                  </a:moveTo>
                  <a:lnTo>
                    <a:pt x="177001" y="146832"/>
                  </a:lnTo>
                  <a:lnTo>
                    <a:pt x="177001" y="0"/>
                  </a:lnTo>
                  <a:lnTo>
                    <a:pt x="0" y="0"/>
                  </a:lnTo>
                  <a:lnTo>
                    <a:pt x="0" y="146832"/>
                  </a:lnTo>
                  <a:close/>
                  <a:moveTo>
                    <a:pt x="94571" y="42134"/>
                  </a:moveTo>
                  <a:cubicBezTo>
                    <a:pt x="94571" y="38942"/>
                    <a:pt x="97127" y="35750"/>
                    <a:pt x="100961" y="35750"/>
                  </a:cubicBezTo>
                  <a:lnTo>
                    <a:pt x="117575" y="35750"/>
                  </a:lnTo>
                  <a:cubicBezTo>
                    <a:pt x="124604" y="35750"/>
                    <a:pt x="130355" y="38304"/>
                    <a:pt x="134189" y="42134"/>
                  </a:cubicBezTo>
                  <a:cubicBezTo>
                    <a:pt x="139301" y="47241"/>
                    <a:pt x="141856" y="55541"/>
                    <a:pt x="141856" y="65755"/>
                  </a:cubicBezTo>
                  <a:cubicBezTo>
                    <a:pt x="141217" y="86822"/>
                    <a:pt x="126521" y="92568"/>
                    <a:pt x="118214" y="92568"/>
                  </a:cubicBezTo>
                  <a:lnTo>
                    <a:pt x="118214" y="92568"/>
                  </a:lnTo>
                  <a:lnTo>
                    <a:pt x="101600" y="92568"/>
                  </a:lnTo>
                  <a:cubicBezTo>
                    <a:pt x="97766" y="92568"/>
                    <a:pt x="95210" y="90014"/>
                    <a:pt x="95210" y="86184"/>
                  </a:cubicBezTo>
                  <a:lnTo>
                    <a:pt x="95210" y="42134"/>
                  </a:lnTo>
                  <a:lnTo>
                    <a:pt x="94571" y="42134"/>
                  </a:lnTo>
                  <a:close/>
                  <a:moveTo>
                    <a:pt x="38978" y="41496"/>
                  </a:moveTo>
                  <a:cubicBezTo>
                    <a:pt x="38978" y="37665"/>
                    <a:pt x="41535" y="35112"/>
                    <a:pt x="45368" y="35112"/>
                  </a:cubicBezTo>
                  <a:cubicBezTo>
                    <a:pt x="49202" y="35112"/>
                    <a:pt x="51758" y="37665"/>
                    <a:pt x="51758" y="41496"/>
                  </a:cubicBezTo>
                  <a:lnTo>
                    <a:pt x="51758" y="56179"/>
                  </a:lnTo>
                  <a:lnTo>
                    <a:pt x="72845" y="56179"/>
                  </a:lnTo>
                  <a:lnTo>
                    <a:pt x="72845" y="41496"/>
                  </a:lnTo>
                  <a:cubicBezTo>
                    <a:pt x="72845" y="37665"/>
                    <a:pt x="75401" y="35112"/>
                    <a:pt x="79235" y="35112"/>
                  </a:cubicBezTo>
                  <a:cubicBezTo>
                    <a:pt x="83069" y="35112"/>
                    <a:pt x="85625" y="37665"/>
                    <a:pt x="85625" y="41496"/>
                  </a:cubicBezTo>
                  <a:lnTo>
                    <a:pt x="85625" y="86184"/>
                  </a:lnTo>
                  <a:cubicBezTo>
                    <a:pt x="85625" y="90014"/>
                    <a:pt x="83069" y="92568"/>
                    <a:pt x="79235" y="92568"/>
                  </a:cubicBezTo>
                  <a:cubicBezTo>
                    <a:pt x="75401" y="92568"/>
                    <a:pt x="72845" y="90014"/>
                    <a:pt x="72845" y="86184"/>
                  </a:cubicBezTo>
                  <a:lnTo>
                    <a:pt x="72845" y="68947"/>
                  </a:lnTo>
                  <a:lnTo>
                    <a:pt x="51758" y="68947"/>
                  </a:lnTo>
                  <a:lnTo>
                    <a:pt x="51758" y="86184"/>
                  </a:lnTo>
                  <a:cubicBezTo>
                    <a:pt x="51758" y="90014"/>
                    <a:pt x="49202" y="92568"/>
                    <a:pt x="45368" y="92568"/>
                  </a:cubicBezTo>
                  <a:cubicBezTo>
                    <a:pt x="41535" y="92568"/>
                    <a:pt x="38978" y="90014"/>
                    <a:pt x="38978" y="86184"/>
                  </a:cubicBezTo>
                  <a:lnTo>
                    <a:pt x="38978" y="41496"/>
                  </a:lnTo>
                  <a:close/>
                  <a:moveTo>
                    <a:pt x="15975" y="120019"/>
                  </a:moveTo>
                  <a:lnTo>
                    <a:pt x="25560" y="120019"/>
                  </a:lnTo>
                  <a:lnTo>
                    <a:pt x="25560" y="114273"/>
                  </a:lnTo>
                  <a:cubicBezTo>
                    <a:pt x="25560" y="110443"/>
                    <a:pt x="28116" y="107889"/>
                    <a:pt x="31950" y="107889"/>
                  </a:cubicBezTo>
                  <a:lnTo>
                    <a:pt x="49202" y="107889"/>
                  </a:lnTo>
                  <a:cubicBezTo>
                    <a:pt x="53036" y="107889"/>
                    <a:pt x="55592" y="110443"/>
                    <a:pt x="55592" y="114273"/>
                  </a:cubicBezTo>
                  <a:lnTo>
                    <a:pt x="55592" y="120019"/>
                  </a:lnTo>
                  <a:lnTo>
                    <a:pt x="164221" y="120019"/>
                  </a:lnTo>
                  <a:cubicBezTo>
                    <a:pt x="168055" y="120019"/>
                    <a:pt x="170611" y="122572"/>
                    <a:pt x="170611" y="126403"/>
                  </a:cubicBezTo>
                  <a:cubicBezTo>
                    <a:pt x="170611" y="130233"/>
                    <a:pt x="168055" y="132787"/>
                    <a:pt x="164221" y="132787"/>
                  </a:cubicBezTo>
                  <a:lnTo>
                    <a:pt x="55592" y="132787"/>
                  </a:lnTo>
                  <a:lnTo>
                    <a:pt x="55592" y="138532"/>
                  </a:lnTo>
                  <a:cubicBezTo>
                    <a:pt x="55592" y="142363"/>
                    <a:pt x="53036" y="144916"/>
                    <a:pt x="49202" y="144916"/>
                  </a:cubicBezTo>
                  <a:lnTo>
                    <a:pt x="31950" y="144916"/>
                  </a:lnTo>
                  <a:cubicBezTo>
                    <a:pt x="28116" y="144916"/>
                    <a:pt x="25560" y="142363"/>
                    <a:pt x="25560" y="138532"/>
                  </a:cubicBezTo>
                  <a:lnTo>
                    <a:pt x="25560" y="132787"/>
                  </a:lnTo>
                  <a:lnTo>
                    <a:pt x="15975" y="132787"/>
                  </a:lnTo>
                  <a:cubicBezTo>
                    <a:pt x="12141" y="132787"/>
                    <a:pt x="9585" y="130233"/>
                    <a:pt x="9585" y="126403"/>
                  </a:cubicBezTo>
                  <a:cubicBezTo>
                    <a:pt x="9585" y="122572"/>
                    <a:pt x="12141" y="120019"/>
                    <a:pt x="15975" y="120019"/>
                  </a:cubicBezTo>
                  <a:close/>
                </a:path>
              </a:pathLst>
            </a:custGeom>
            <a:solidFill>
              <a:srgbClr val="007680"/>
            </a:solidFill>
            <a:ln w="6390" cap="flat">
              <a:noFill/>
              <a:prstDash val="solid"/>
              <a:miter/>
            </a:ln>
          </p:spPr>
          <p:txBody>
            <a:bodyPr rtlCol="0" anchor="ctr"/>
            <a:lstStyle/>
            <a:p>
              <a:endParaRPr lang="en-US"/>
            </a:p>
          </p:txBody>
        </p:sp>
        <p:sp>
          <p:nvSpPr>
            <p:cNvPr id="535" name="Graphic 4">
              <a:extLst>
                <a:ext uri="{FF2B5EF4-FFF2-40B4-BE49-F238E27FC236}">
                  <a16:creationId xmlns:a16="http://schemas.microsoft.com/office/drawing/2014/main" id="{8485778C-1A33-EB4F-87E2-0D77D5BB5C27}"/>
                </a:ext>
              </a:extLst>
            </p:cNvPr>
            <p:cNvSpPr/>
            <p:nvPr/>
          </p:nvSpPr>
          <p:spPr>
            <a:xfrm>
              <a:off x="3198163" y="1073948"/>
              <a:ext cx="21725" cy="31919"/>
            </a:xfrm>
            <a:custGeom>
              <a:avLst/>
              <a:gdLst>
                <a:gd name="connsiteX0" fmla="*/ 21726 w 21725"/>
                <a:gd name="connsiteY0" fmla="*/ 17237 h 31919"/>
                <a:gd name="connsiteX1" fmla="*/ 17892 w 21725"/>
                <a:gd name="connsiteY1" fmla="*/ 2554 h 31919"/>
                <a:gd name="connsiteX2" fmla="*/ 10224 w 21725"/>
                <a:gd name="connsiteY2" fmla="*/ 0 h 31919"/>
                <a:gd name="connsiteX3" fmla="*/ 0 w 21725"/>
                <a:gd name="connsiteY3" fmla="*/ 0 h 31919"/>
                <a:gd name="connsiteX4" fmla="*/ 0 w 21725"/>
                <a:gd name="connsiteY4" fmla="*/ 31920 h 31919"/>
                <a:gd name="connsiteX5" fmla="*/ 10863 w 21725"/>
                <a:gd name="connsiteY5" fmla="*/ 31920 h 31919"/>
                <a:gd name="connsiteX6" fmla="*/ 21726 w 21725"/>
                <a:gd name="connsiteY6" fmla="*/ 17237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25" h="31919">
                  <a:moveTo>
                    <a:pt x="21726" y="17237"/>
                  </a:moveTo>
                  <a:cubicBezTo>
                    <a:pt x="21726" y="10853"/>
                    <a:pt x="20448" y="5746"/>
                    <a:pt x="17892" y="2554"/>
                  </a:cubicBezTo>
                  <a:cubicBezTo>
                    <a:pt x="15975" y="638"/>
                    <a:pt x="13419" y="0"/>
                    <a:pt x="10224" y="0"/>
                  </a:cubicBezTo>
                  <a:lnTo>
                    <a:pt x="0" y="0"/>
                  </a:lnTo>
                  <a:lnTo>
                    <a:pt x="0" y="31920"/>
                  </a:lnTo>
                  <a:lnTo>
                    <a:pt x="10863" y="31920"/>
                  </a:lnTo>
                  <a:cubicBezTo>
                    <a:pt x="13419" y="31281"/>
                    <a:pt x="21087" y="30005"/>
                    <a:pt x="21726" y="17237"/>
                  </a:cubicBezTo>
                  <a:close/>
                </a:path>
              </a:pathLst>
            </a:custGeom>
            <a:solidFill>
              <a:srgbClr val="007680"/>
            </a:solidFill>
            <a:ln w="6390" cap="flat">
              <a:noFill/>
              <a:prstDash val="solid"/>
              <a:miter/>
            </a:ln>
          </p:spPr>
          <p:txBody>
            <a:bodyPr rtlCol="0" anchor="ctr"/>
            <a:lstStyle/>
            <a:p>
              <a:endParaRPr lang="en-US"/>
            </a:p>
          </p:txBody>
        </p:sp>
        <p:sp>
          <p:nvSpPr>
            <p:cNvPr id="536" name="Graphic 4">
              <a:extLst>
                <a:ext uri="{FF2B5EF4-FFF2-40B4-BE49-F238E27FC236}">
                  <a16:creationId xmlns:a16="http://schemas.microsoft.com/office/drawing/2014/main" id="{C3E3AE89-31C3-E24D-910A-D873D16C8A4C}"/>
                </a:ext>
              </a:extLst>
            </p:cNvPr>
            <p:cNvSpPr/>
            <p:nvPr/>
          </p:nvSpPr>
          <p:spPr>
            <a:xfrm>
              <a:off x="2998797"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82435 w 361670"/>
                <a:gd name="connsiteY5" fmla="*/ 260467 h 361333"/>
                <a:gd name="connsiteX6" fmla="*/ 276045 w 361670"/>
                <a:gd name="connsiteY6" fmla="*/ 266850 h 361333"/>
                <a:gd name="connsiteX7" fmla="*/ 86264 w 361670"/>
                <a:gd name="connsiteY7" fmla="*/ 266850 h 361333"/>
                <a:gd name="connsiteX8" fmla="*/ 79874 w 361670"/>
                <a:gd name="connsiteY8" fmla="*/ 260467 h 361333"/>
                <a:gd name="connsiteX9" fmla="*/ 79874 w 361670"/>
                <a:gd name="connsiteY9" fmla="*/ 100867 h 361333"/>
                <a:gd name="connsiteX10" fmla="*/ 86264 w 361670"/>
                <a:gd name="connsiteY10" fmla="*/ 94483 h 361333"/>
                <a:gd name="connsiteX11" fmla="*/ 276045 w 361670"/>
                <a:gd name="connsiteY11" fmla="*/ 94483 h 361333"/>
                <a:gd name="connsiteX12" fmla="*/ 282435 w 361670"/>
                <a:gd name="connsiteY12" fmla="*/ 100867 h 361333"/>
                <a:gd name="connsiteX13" fmla="*/ 282435 w 361670"/>
                <a:gd name="connsiteY13" fmla="*/ 26046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1" y="280257"/>
                    <a:pt x="361671" y="180667"/>
                  </a:cubicBezTo>
                  <a:cubicBezTo>
                    <a:pt x="361671" y="81077"/>
                    <a:pt x="281157" y="0"/>
                    <a:pt x="180835" y="0"/>
                  </a:cubicBezTo>
                  <a:close/>
                  <a:moveTo>
                    <a:pt x="282435" y="260467"/>
                  </a:moveTo>
                  <a:cubicBezTo>
                    <a:pt x="282435" y="264297"/>
                    <a:pt x="279879" y="266850"/>
                    <a:pt x="276045" y="266850"/>
                  </a:cubicBezTo>
                  <a:lnTo>
                    <a:pt x="86264" y="266850"/>
                  </a:lnTo>
                  <a:cubicBezTo>
                    <a:pt x="82430" y="266850"/>
                    <a:pt x="79874" y="264297"/>
                    <a:pt x="79874" y="260467"/>
                  </a:cubicBezTo>
                  <a:lnTo>
                    <a:pt x="79874" y="100867"/>
                  </a:lnTo>
                  <a:cubicBezTo>
                    <a:pt x="79874" y="97037"/>
                    <a:pt x="82430" y="94483"/>
                    <a:pt x="86264" y="94483"/>
                  </a:cubicBezTo>
                  <a:lnTo>
                    <a:pt x="276045" y="94483"/>
                  </a:lnTo>
                  <a:cubicBezTo>
                    <a:pt x="279879" y="94483"/>
                    <a:pt x="282435" y="97037"/>
                    <a:pt x="282435" y="100867"/>
                  </a:cubicBezTo>
                  <a:lnTo>
                    <a:pt x="282435" y="260467"/>
                  </a:lnTo>
                  <a:close/>
                </a:path>
              </a:pathLst>
            </a:custGeom>
            <a:solidFill>
              <a:srgbClr val="007680"/>
            </a:solidFill>
            <a:ln w="6390" cap="flat">
              <a:noFill/>
              <a:prstDash val="solid"/>
              <a:miter/>
            </a:ln>
          </p:spPr>
          <p:txBody>
            <a:bodyPr rtlCol="0" anchor="ctr"/>
            <a:lstStyle/>
            <a:p>
              <a:endParaRPr lang="en-US"/>
            </a:p>
          </p:txBody>
        </p:sp>
      </p:grpSp>
      <p:grpSp>
        <p:nvGrpSpPr>
          <p:cNvPr id="537" name="Graphic 4">
            <a:extLst>
              <a:ext uri="{FF2B5EF4-FFF2-40B4-BE49-F238E27FC236}">
                <a16:creationId xmlns:a16="http://schemas.microsoft.com/office/drawing/2014/main" id="{5A5D7D8D-B5E2-C44B-8721-677BE5BE42BC}"/>
              </a:ext>
            </a:extLst>
          </p:cNvPr>
          <p:cNvGrpSpPr/>
          <p:nvPr/>
        </p:nvGrpSpPr>
        <p:grpSpPr>
          <a:xfrm>
            <a:off x="467743" y="1893013"/>
            <a:ext cx="361670" cy="361333"/>
            <a:chOff x="467743" y="1893013"/>
            <a:chExt cx="361670" cy="361333"/>
          </a:xfrm>
          <a:solidFill>
            <a:srgbClr val="007680"/>
          </a:solidFill>
        </p:grpSpPr>
        <p:sp>
          <p:nvSpPr>
            <p:cNvPr id="538" name="Graphic 4">
              <a:extLst>
                <a:ext uri="{FF2B5EF4-FFF2-40B4-BE49-F238E27FC236}">
                  <a16:creationId xmlns:a16="http://schemas.microsoft.com/office/drawing/2014/main" id="{A2CE5C26-7A50-A947-B39A-A5064D10A9F8}"/>
                </a:ext>
              </a:extLst>
            </p:cNvPr>
            <p:cNvSpPr/>
            <p:nvPr/>
          </p:nvSpPr>
          <p:spPr>
            <a:xfrm>
              <a:off x="467743"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539" name="Graphic 4">
              <a:extLst>
                <a:ext uri="{FF2B5EF4-FFF2-40B4-BE49-F238E27FC236}">
                  <a16:creationId xmlns:a16="http://schemas.microsoft.com/office/drawing/2014/main" id="{0AA3A7B8-985D-3547-B1C4-3066EA359EA5}"/>
                </a:ext>
              </a:extLst>
            </p:cNvPr>
            <p:cNvSpPr/>
            <p:nvPr/>
          </p:nvSpPr>
          <p:spPr>
            <a:xfrm>
              <a:off x="578928" y="1960045"/>
              <a:ext cx="139300" cy="228546"/>
            </a:xfrm>
            <a:custGeom>
              <a:avLst/>
              <a:gdLst>
                <a:gd name="connsiteX0" fmla="*/ 123326 w 139300"/>
                <a:gd name="connsiteY0" fmla="*/ 0 h 228546"/>
                <a:gd name="connsiteX1" fmla="*/ 15975 w 139300"/>
                <a:gd name="connsiteY1" fmla="*/ 0 h 228546"/>
                <a:gd name="connsiteX2" fmla="*/ 0 w 139300"/>
                <a:gd name="connsiteY2" fmla="*/ 15960 h 228546"/>
                <a:gd name="connsiteX3" fmla="*/ 0 w 139300"/>
                <a:gd name="connsiteY3" fmla="*/ 212587 h 228546"/>
                <a:gd name="connsiteX4" fmla="*/ 15975 w 139300"/>
                <a:gd name="connsiteY4" fmla="*/ 228547 h 228546"/>
                <a:gd name="connsiteX5" fmla="*/ 123326 w 139300"/>
                <a:gd name="connsiteY5" fmla="*/ 228547 h 228546"/>
                <a:gd name="connsiteX6" fmla="*/ 139301 w 139300"/>
                <a:gd name="connsiteY6" fmla="*/ 212587 h 228546"/>
                <a:gd name="connsiteX7" fmla="*/ 139301 w 139300"/>
                <a:gd name="connsiteY7" fmla="*/ 15960 h 228546"/>
                <a:gd name="connsiteX8" fmla="*/ 123326 w 139300"/>
                <a:gd name="connsiteY8" fmla="*/ 0 h 228546"/>
                <a:gd name="connsiteX9" fmla="*/ 15975 w 139300"/>
                <a:gd name="connsiteY9" fmla="*/ 12768 h 228546"/>
                <a:gd name="connsiteX10" fmla="*/ 123326 w 139300"/>
                <a:gd name="connsiteY10" fmla="*/ 12768 h 228546"/>
                <a:gd name="connsiteX11" fmla="*/ 126521 w 139300"/>
                <a:gd name="connsiteY11" fmla="*/ 15960 h 228546"/>
                <a:gd name="connsiteX12" fmla="*/ 126521 w 139300"/>
                <a:gd name="connsiteY12" fmla="*/ 23621 h 228546"/>
                <a:gd name="connsiteX13" fmla="*/ 12780 w 139300"/>
                <a:gd name="connsiteY13" fmla="*/ 23621 h 228546"/>
                <a:gd name="connsiteX14" fmla="*/ 12780 w 139300"/>
                <a:gd name="connsiteY14" fmla="*/ 15960 h 228546"/>
                <a:gd name="connsiteX15" fmla="*/ 15975 w 139300"/>
                <a:gd name="connsiteY15" fmla="*/ 12768 h 228546"/>
                <a:gd name="connsiteX16" fmla="*/ 126521 w 139300"/>
                <a:gd name="connsiteY16" fmla="*/ 36389 h 228546"/>
                <a:gd name="connsiteX17" fmla="*/ 126521 w 139300"/>
                <a:gd name="connsiteY17" fmla="*/ 187051 h 228546"/>
                <a:gd name="connsiteX18" fmla="*/ 12780 w 139300"/>
                <a:gd name="connsiteY18" fmla="*/ 187051 h 228546"/>
                <a:gd name="connsiteX19" fmla="*/ 12780 w 139300"/>
                <a:gd name="connsiteY19" fmla="*/ 36389 h 228546"/>
                <a:gd name="connsiteX20" fmla="*/ 126521 w 139300"/>
                <a:gd name="connsiteY20" fmla="*/ 36389 h 228546"/>
                <a:gd name="connsiteX21" fmla="*/ 123326 w 139300"/>
                <a:gd name="connsiteY21" fmla="*/ 215140 h 228546"/>
                <a:gd name="connsiteX22" fmla="*/ 15975 w 139300"/>
                <a:gd name="connsiteY22" fmla="*/ 215140 h 228546"/>
                <a:gd name="connsiteX23" fmla="*/ 12780 w 139300"/>
                <a:gd name="connsiteY23" fmla="*/ 211948 h 228546"/>
                <a:gd name="connsiteX24" fmla="*/ 12780 w 139300"/>
                <a:gd name="connsiteY24" fmla="*/ 199819 h 228546"/>
                <a:gd name="connsiteX25" fmla="*/ 126521 w 139300"/>
                <a:gd name="connsiteY25" fmla="*/ 199819 h 228546"/>
                <a:gd name="connsiteX26" fmla="*/ 126521 w 139300"/>
                <a:gd name="connsiteY26" fmla="*/ 211948 h 228546"/>
                <a:gd name="connsiteX27" fmla="*/ 123326 w 139300"/>
                <a:gd name="connsiteY27" fmla="*/ 215140 h 22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9300" h="228546">
                  <a:moveTo>
                    <a:pt x="123326" y="0"/>
                  </a:moveTo>
                  <a:lnTo>
                    <a:pt x="15975" y="0"/>
                  </a:lnTo>
                  <a:cubicBezTo>
                    <a:pt x="7029" y="0"/>
                    <a:pt x="0" y="7022"/>
                    <a:pt x="0" y="15960"/>
                  </a:cubicBezTo>
                  <a:lnTo>
                    <a:pt x="0" y="212587"/>
                  </a:lnTo>
                  <a:cubicBezTo>
                    <a:pt x="0" y="221524"/>
                    <a:pt x="7029" y="228547"/>
                    <a:pt x="15975" y="228547"/>
                  </a:cubicBezTo>
                  <a:lnTo>
                    <a:pt x="123326" y="228547"/>
                  </a:lnTo>
                  <a:cubicBezTo>
                    <a:pt x="132272" y="228547"/>
                    <a:pt x="139301" y="221524"/>
                    <a:pt x="139301" y="212587"/>
                  </a:cubicBezTo>
                  <a:lnTo>
                    <a:pt x="139301" y="15960"/>
                  </a:lnTo>
                  <a:cubicBezTo>
                    <a:pt x="139301" y="7022"/>
                    <a:pt x="132272" y="0"/>
                    <a:pt x="123326" y="0"/>
                  </a:cubicBezTo>
                  <a:close/>
                  <a:moveTo>
                    <a:pt x="15975" y="12768"/>
                  </a:moveTo>
                  <a:lnTo>
                    <a:pt x="123326" y="12768"/>
                  </a:lnTo>
                  <a:cubicBezTo>
                    <a:pt x="125243" y="12768"/>
                    <a:pt x="126521" y="14045"/>
                    <a:pt x="126521" y="15960"/>
                  </a:cubicBezTo>
                  <a:lnTo>
                    <a:pt x="126521" y="23621"/>
                  </a:lnTo>
                  <a:lnTo>
                    <a:pt x="12780" y="23621"/>
                  </a:lnTo>
                  <a:lnTo>
                    <a:pt x="12780" y="15960"/>
                  </a:lnTo>
                  <a:cubicBezTo>
                    <a:pt x="12780" y="14045"/>
                    <a:pt x="14058" y="12768"/>
                    <a:pt x="15975" y="12768"/>
                  </a:cubicBezTo>
                  <a:close/>
                  <a:moveTo>
                    <a:pt x="126521" y="36389"/>
                  </a:moveTo>
                  <a:lnTo>
                    <a:pt x="126521" y="187051"/>
                  </a:lnTo>
                  <a:lnTo>
                    <a:pt x="12780" y="187051"/>
                  </a:lnTo>
                  <a:lnTo>
                    <a:pt x="12780" y="36389"/>
                  </a:lnTo>
                  <a:lnTo>
                    <a:pt x="126521" y="36389"/>
                  </a:lnTo>
                  <a:close/>
                  <a:moveTo>
                    <a:pt x="123326" y="215140"/>
                  </a:moveTo>
                  <a:lnTo>
                    <a:pt x="15975" y="215140"/>
                  </a:lnTo>
                  <a:cubicBezTo>
                    <a:pt x="14058" y="215140"/>
                    <a:pt x="12780" y="213863"/>
                    <a:pt x="12780" y="211948"/>
                  </a:cubicBezTo>
                  <a:lnTo>
                    <a:pt x="12780" y="199819"/>
                  </a:lnTo>
                  <a:lnTo>
                    <a:pt x="126521" y="199819"/>
                  </a:lnTo>
                  <a:lnTo>
                    <a:pt x="126521" y="211948"/>
                  </a:lnTo>
                  <a:cubicBezTo>
                    <a:pt x="126521" y="213863"/>
                    <a:pt x="125243" y="215140"/>
                    <a:pt x="123326" y="215140"/>
                  </a:cubicBezTo>
                  <a:close/>
                </a:path>
              </a:pathLst>
            </a:custGeom>
            <a:solidFill>
              <a:srgbClr val="007680"/>
            </a:solidFill>
            <a:ln w="6390" cap="flat">
              <a:noFill/>
              <a:prstDash val="solid"/>
              <a:miter/>
            </a:ln>
          </p:spPr>
          <p:txBody>
            <a:bodyPr rtlCol="0" anchor="ctr"/>
            <a:lstStyle/>
            <a:p>
              <a:endParaRPr lang="en-US"/>
            </a:p>
          </p:txBody>
        </p:sp>
        <p:sp>
          <p:nvSpPr>
            <p:cNvPr id="540" name="Graphic 4">
              <a:extLst>
                <a:ext uri="{FF2B5EF4-FFF2-40B4-BE49-F238E27FC236}">
                  <a16:creationId xmlns:a16="http://schemas.microsoft.com/office/drawing/2014/main" id="{BC08221F-8BA1-EF4A-B6E8-D5F29355E493}"/>
                </a:ext>
              </a:extLst>
            </p:cNvPr>
            <p:cNvSpPr/>
            <p:nvPr/>
          </p:nvSpPr>
          <p:spPr>
            <a:xfrm>
              <a:off x="642188" y="2161140"/>
              <a:ext cx="12779" cy="12767"/>
            </a:xfrm>
            <a:custGeom>
              <a:avLst/>
              <a:gdLst>
                <a:gd name="connsiteX0" fmla="*/ 6390 w 12779"/>
                <a:gd name="connsiteY0" fmla="*/ 0 h 12767"/>
                <a:gd name="connsiteX1" fmla="*/ 6390 w 12779"/>
                <a:gd name="connsiteY1" fmla="*/ 0 h 12767"/>
                <a:gd name="connsiteX2" fmla="*/ 0 w 12779"/>
                <a:gd name="connsiteY2" fmla="*/ 6384 h 12767"/>
                <a:gd name="connsiteX3" fmla="*/ 6390 w 12779"/>
                <a:gd name="connsiteY3" fmla="*/ 12768 h 12767"/>
                <a:gd name="connsiteX4" fmla="*/ 12780 w 12779"/>
                <a:gd name="connsiteY4" fmla="*/ 6384 h 12767"/>
                <a:gd name="connsiteX5" fmla="*/ 6390 w 12779"/>
                <a:gd name="connsiteY5"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79" h="12767">
                  <a:moveTo>
                    <a:pt x="6390" y="0"/>
                  </a:moveTo>
                  <a:lnTo>
                    <a:pt x="6390" y="0"/>
                  </a:lnTo>
                  <a:cubicBezTo>
                    <a:pt x="2556" y="0"/>
                    <a:pt x="0" y="2554"/>
                    <a:pt x="0" y="6384"/>
                  </a:cubicBezTo>
                  <a:cubicBezTo>
                    <a:pt x="0" y="10214"/>
                    <a:pt x="3195" y="12768"/>
                    <a:pt x="6390" y="12768"/>
                  </a:cubicBezTo>
                  <a:cubicBezTo>
                    <a:pt x="9585" y="12768"/>
                    <a:pt x="12780" y="10214"/>
                    <a:pt x="12780" y="6384"/>
                  </a:cubicBezTo>
                  <a:cubicBezTo>
                    <a:pt x="12780" y="2554"/>
                    <a:pt x="10224" y="0"/>
                    <a:pt x="6390" y="0"/>
                  </a:cubicBezTo>
                  <a:close/>
                </a:path>
              </a:pathLst>
            </a:custGeom>
            <a:solidFill>
              <a:srgbClr val="007680"/>
            </a:solidFill>
            <a:ln w="6390" cap="flat">
              <a:noFill/>
              <a:prstDash val="solid"/>
              <a:miter/>
            </a:ln>
          </p:spPr>
          <p:txBody>
            <a:bodyPr rtlCol="0" anchor="ctr"/>
            <a:lstStyle/>
            <a:p>
              <a:endParaRPr lang="en-US"/>
            </a:p>
          </p:txBody>
        </p:sp>
        <p:sp>
          <p:nvSpPr>
            <p:cNvPr id="541" name="Graphic 4">
              <a:extLst>
                <a:ext uri="{FF2B5EF4-FFF2-40B4-BE49-F238E27FC236}">
                  <a16:creationId xmlns:a16="http://schemas.microsoft.com/office/drawing/2014/main" id="{50A37796-0ADD-9948-B6D5-9FA7E24CA649}"/>
                </a:ext>
              </a:extLst>
            </p:cNvPr>
            <p:cNvSpPr/>
            <p:nvPr/>
          </p:nvSpPr>
          <p:spPr>
            <a:xfrm>
              <a:off x="621101" y="2024842"/>
              <a:ext cx="59426" cy="69266"/>
            </a:xfrm>
            <a:custGeom>
              <a:avLst/>
              <a:gdLst>
                <a:gd name="connsiteX0" fmla="*/ 3195 w 59426"/>
                <a:gd name="connsiteY0" fmla="*/ 68628 h 69266"/>
                <a:gd name="connsiteX1" fmla="*/ 6390 w 59426"/>
                <a:gd name="connsiteY1" fmla="*/ 69266 h 69266"/>
                <a:gd name="connsiteX2" fmla="*/ 9585 w 59426"/>
                <a:gd name="connsiteY2" fmla="*/ 68628 h 69266"/>
                <a:gd name="connsiteX3" fmla="*/ 56231 w 59426"/>
                <a:gd name="connsiteY3" fmla="*/ 40538 h 69266"/>
                <a:gd name="connsiteX4" fmla="*/ 59426 w 59426"/>
                <a:gd name="connsiteY4" fmla="*/ 34793 h 69266"/>
                <a:gd name="connsiteX5" fmla="*/ 56231 w 59426"/>
                <a:gd name="connsiteY5" fmla="*/ 29047 h 69266"/>
                <a:gd name="connsiteX6" fmla="*/ 9585 w 59426"/>
                <a:gd name="connsiteY6" fmla="*/ 958 h 69266"/>
                <a:gd name="connsiteX7" fmla="*/ 3195 w 59426"/>
                <a:gd name="connsiteY7" fmla="*/ 958 h 69266"/>
                <a:gd name="connsiteX8" fmla="*/ 0 w 59426"/>
                <a:gd name="connsiteY8" fmla="*/ 6703 h 69266"/>
                <a:gd name="connsiteX9" fmla="*/ 0 w 59426"/>
                <a:gd name="connsiteY9" fmla="*/ 62882 h 69266"/>
                <a:gd name="connsiteX10" fmla="*/ 3195 w 59426"/>
                <a:gd name="connsiteY10" fmla="*/ 68628 h 69266"/>
                <a:gd name="connsiteX11" fmla="*/ 12780 w 59426"/>
                <a:gd name="connsiteY11" fmla="*/ 18194 h 69266"/>
                <a:gd name="connsiteX12" fmla="*/ 40896 w 59426"/>
                <a:gd name="connsiteY12" fmla="*/ 34793 h 69266"/>
                <a:gd name="connsiteX13" fmla="*/ 12780 w 59426"/>
                <a:gd name="connsiteY13" fmla="*/ 51391 h 69266"/>
                <a:gd name="connsiteX14" fmla="*/ 12780 w 59426"/>
                <a:gd name="connsiteY14" fmla="*/ 18194 h 69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426" h="69266">
                  <a:moveTo>
                    <a:pt x="3195" y="68628"/>
                  </a:moveTo>
                  <a:cubicBezTo>
                    <a:pt x="4473" y="69266"/>
                    <a:pt x="5112" y="69266"/>
                    <a:pt x="6390" y="69266"/>
                  </a:cubicBezTo>
                  <a:cubicBezTo>
                    <a:pt x="7668" y="69266"/>
                    <a:pt x="8946" y="69266"/>
                    <a:pt x="9585" y="68628"/>
                  </a:cubicBezTo>
                  <a:lnTo>
                    <a:pt x="56231" y="40538"/>
                  </a:lnTo>
                  <a:cubicBezTo>
                    <a:pt x="58148" y="39262"/>
                    <a:pt x="59426" y="37346"/>
                    <a:pt x="59426" y="34793"/>
                  </a:cubicBezTo>
                  <a:cubicBezTo>
                    <a:pt x="59426" y="32239"/>
                    <a:pt x="58148" y="30324"/>
                    <a:pt x="56231" y="29047"/>
                  </a:cubicBezTo>
                  <a:lnTo>
                    <a:pt x="9585" y="958"/>
                  </a:lnTo>
                  <a:cubicBezTo>
                    <a:pt x="7668" y="-319"/>
                    <a:pt x="5112" y="-319"/>
                    <a:pt x="3195" y="958"/>
                  </a:cubicBezTo>
                  <a:cubicBezTo>
                    <a:pt x="1278" y="2234"/>
                    <a:pt x="0" y="4150"/>
                    <a:pt x="0" y="6703"/>
                  </a:cubicBezTo>
                  <a:lnTo>
                    <a:pt x="0" y="62882"/>
                  </a:lnTo>
                  <a:cubicBezTo>
                    <a:pt x="0" y="65436"/>
                    <a:pt x="1278" y="67351"/>
                    <a:pt x="3195" y="68628"/>
                  </a:cubicBezTo>
                  <a:close/>
                  <a:moveTo>
                    <a:pt x="12780" y="18194"/>
                  </a:moveTo>
                  <a:lnTo>
                    <a:pt x="40896" y="34793"/>
                  </a:lnTo>
                  <a:lnTo>
                    <a:pt x="12780" y="51391"/>
                  </a:lnTo>
                  <a:lnTo>
                    <a:pt x="12780" y="18194"/>
                  </a:lnTo>
                  <a:close/>
                </a:path>
              </a:pathLst>
            </a:custGeom>
            <a:solidFill>
              <a:srgbClr val="007680"/>
            </a:solidFill>
            <a:ln w="6390" cap="flat">
              <a:noFill/>
              <a:prstDash val="solid"/>
              <a:miter/>
            </a:ln>
          </p:spPr>
          <p:txBody>
            <a:bodyPr rtlCol="0" anchor="ctr"/>
            <a:lstStyle/>
            <a:p>
              <a:endParaRPr lang="en-US"/>
            </a:p>
          </p:txBody>
        </p:sp>
        <p:sp>
          <p:nvSpPr>
            <p:cNvPr id="542" name="Graphic 4">
              <a:extLst>
                <a:ext uri="{FF2B5EF4-FFF2-40B4-BE49-F238E27FC236}">
                  <a16:creationId xmlns:a16="http://schemas.microsoft.com/office/drawing/2014/main" id="{8E16C744-DA17-2B43-99CB-B88414183ABF}"/>
                </a:ext>
              </a:extLst>
            </p:cNvPr>
            <p:cNvSpPr/>
            <p:nvPr/>
          </p:nvSpPr>
          <p:spPr>
            <a:xfrm>
              <a:off x="634520" y="2119006"/>
              <a:ext cx="64538" cy="12767"/>
            </a:xfrm>
            <a:custGeom>
              <a:avLst/>
              <a:gdLst>
                <a:gd name="connsiteX0" fmla="*/ 0 w 64538"/>
                <a:gd name="connsiteY0" fmla="*/ 6384 h 12767"/>
                <a:gd name="connsiteX1" fmla="*/ 6390 w 64538"/>
                <a:gd name="connsiteY1" fmla="*/ 12768 h 12767"/>
                <a:gd name="connsiteX2" fmla="*/ 58148 w 64538"/>
                <a:gd name="connsiteY2" fmla="*/ 12768 h 12767"/>
                <a:gd name="connsiteX3" fmla="*/ 64538 w 64538"/>
                <a:gd name="connsiteY3" fmla="*/ 6384 h 12767"/>
                <a:gd name="connsiteX4" fmla="*/ 58148 w 64538"/>
                <a:gd name="connsiteY4" fmla="*/ 0 h 12767"/>
                <a:gd name="connsiteX5" fmla="*/ 6390 w 64538"/>
                <a:gd name="connsiteY5" fmla="*/ 0 h 12767"/>
                <a:gd name="connsiteX6" fmla="*/ 0 w 64538"/>
                <a:gd name="connsiteY6" fmla="*/ 638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538" h="12767">
                  <a:moveTo>
                    <a:pt x="0" y="6384"/>
                  </a:moveTo>
                  <a:cubicBezTo>
                    <a:pt x="0" y="10214"/>
                    <a:pt x="2556" y="12768"/>
                    <a:pt x="6390" y="12768"/>
                  </a:cubicBezTo>
                  <a:lnTo>
                    <a:pt x="58148" y="12768"/>
                  </a:lnTo>
                  <a:cubicBezTo>
                    <a:pt x="61982" y="12768"/>
                    <a:pt x="64538" y="10214"/>
                    <a:pt x="64538" y="6384"/>
                  </a:cubicBezTo>
                  <a:cubicBezTo>
                    <a:pt x="64538" y="2554"/>
                    <a:pt x="61982" y="0"/>
                    <a:pt x="58148" y="0"/>
                  </a:cubicBezTo>
                  <a:lnTo>
                    <a:pt x="6390" y="0"/>
                  </a:lnTo>
                  <a:cubicBezTo>
                    <a:pt x="3195" y="0"/>
                    <a:pt x="0" y="2554"/>
                    <a:pt x="0" y="6384"/>
                  </a:cubicBezTo>
                  <a:close/>
                </a:path>
              </a:pathLst>
            </a:custGeom>
            <a:solidFill>
              <a:srgbClr val="007680"/>
            </a:solidFill>
            <a:ln w="6390" cap="flat">
              <a:noFill/>
              <a:prstDash val="solid"/>
              <a:miter/>
            </a:ln>
          </p:spPr>
          <p:txBody>
            <a:bodyPr rtlCol="0" anchor="ctr"/>
            <a:lstStyle/>
            <a:p>
              <a:endParaRPr lang="en-US"/>
            </a:p>
          </p:txBody>
        </p:sp>
        <p:sp>
          <p:nvSpPr>
            <p:cNvPr id="543" name="Graphic 4">
              <a:extLst>
                <a:ext uri="{FF2B5EF4-FFF2-40B4-BE49-F238E27FC236}">
                  <a16:creationId xmlns:a16="http://schemas.microsoft.com/office/drawing/2014/main" id="{DF725B76-B794-D34C-A933-4BCA0947D93C}"/>
                </a:ext>
              </a:extLst>
            </p:cNvPr>
            <p:cNvSpPr/>
            <p:nvPr/>
          </p:nvSpPr>
          <p:spPr>
            <a:xfrm>
              <a:off x="598098" y="2106876"/>
              <a:ext cx="33866" cy="37665"/>
            </a:xfrm>
            <a:custGeom>
              <a:avLst/>
              <a:gdLst>
                <a:gd name="connsiteX0" fmla="*/ 6390 w 33866"/>
                <a:gd name="connsiteY0" fmla="*/ 24897 h 37665"/>
                <a:gd name="connsiteX1" fmla="*/ 21087 w 33866"/>
                <a:gd name="connsiteY1" fmla="*/ 24897 h 37665"/>
                <a:gd name="connsiteX2" fmla="*/ 21087 w 33866"/>
                <a:gd name="connsiteY2" fmla="*/ 31281 h 37665"/>
                <a:gd name="connsiteX3" fmla="*/ 27477 w 33866"/>
                <a:gd name="connsiteY3" fmla="*/ 37665 h 37665"/>
                <a:gd name="connsiteX4" fmla="*/ 33867 w 33866"/>
                <a:gd name="connsiteY4" fmla="*/ 31281 h 37665"/>
                <a:gd name="connsiteX5" fmla="*/ 33867 w 33866"/>
                <a:gd name="connsiteY5" fmla="*/ 6384 h 37665"/>
                <a:gd name="connsiteX6" fmla="*/ 27477 w 33866"/>
                <a:gd name="connsiteY6" fmla="*/ 0 h 37665"/>
                <a:gd name="connsiteX7" fmla="*/ 21087 w 33866"/>
                <a:gd name="connsiteY7" fmla="*/ 6384 h 37665"/>
                <a:gd name="connsiteX8" fmla="*/ 21087 w 33866"/>
                <a:gd name="connsiteY8" fmla="*/ 12768 h 37665"/>
                <a:gd name="connsiteX9" fmla="*/ 6390 w 33866"/>
                <a:gd name="connsiteY9" fmla="*/ 12768 h 37665"/>
                <a:gd name="connsiteX10" fmla="*/ 0 w 33866"/>
                <a:gd name="connsiteY10" fmla="*/ 19152 h 37665"/>
                <a:gd name="connsiteX11" fmla="*/ 6390 w 33866"/>
                <a:gd name="connsiteY11" fmla="*/ 24897 h 3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66" h="37665">
                  <a:moveTo>
                    <a:pt x="6390" y="24897"/>
                  </a:moveTo>
                  <a:lnTo>
                    <a:pt x="21087" y="24897"/>
                  </a:lnTo>
                  <a:lnTo>
                    <a:pt x="21087" y="31281"/>
                  </a:lnTo>
                  <a:cubicBezTo>
                    <a:pt x="21087" y="35112"/>
                    <a:pt x="23643" y="37665"/>
                    <a:pt x="27477" y="37665"/>
                  </a:cubicBezTo>
                  <a:cubicBezTo>
                    <a:pt x="31311" y="37665"/>
                    <a:pt x="33867" y="35112"/>
                    <a:pt x="33867" y="31281"/>
                  </a:cubicBezTo>
                  <a:lnTo>
                    <a:pt x="33867" y="6384"/>
                  </a:lnTo>
                  <a:cubicBezTo>
                    <a:pt x="33867" y="2554"/>
                    <a:pt x="31311" y="0"/>
                    <a:pt x="27477" y="0"/>
                  </a:cubicBezTo>
                  <a:cubicBezTo>
                    <a:pt x="23643" y="0"/>
                    <a:pt x="21087" y="2554"/>
                    <a:pt x="21087" y="6384"/>
                  </a:cubicBezTo>
                  <a:lnTo>
                    <a:pt x="21087" y="12768"/>
                  </a:lnTo>
                  <a:lnTo>
                    <a:pt x="6390" y="12768"/>
                  </a:lnTo>
                  <a:cubicBezTo>
                    <a:pt x="2556" y="12768"/>
                    <a:pt x="0" y="15322"/>
                    <a:pt x="0" y="19152"/>
                  </a:cubicBezTo>
                  <a:cubicBezTo>
                    <a:pt x="0" y="22982"/>
                    <a:pt x="3195" y="24897"/>
                    <a:pt x="6390" y="24897"/>
                  </a:cubicBezTo>
                  <a:close/>
                </a:path>
              </a:pathLst>
            </a:custGeom>
            <a:solidFill>
              <a:srgbClr val="007680"/>
            </a:solidFill>
            <a:ln w="6390" cap="flat">
              <a:noFill/>
              <a:prstDash val="solid"/>
              <a:miter/>
            </a:ln>
          </p:spPr>
          <p:txBody>
            <a:bodyPr rtlCol="0" anchor="ctr"/>
            <a:lstStyle/>
            <a:p>
              <a:endParaRPr lang="en-US"/>
            </a:p>
          </p:txBody>
        </p:sp>
      </p:grpSp>
      <p:grpSp>
        <p:nvGrpSpPr>
          <p:cNvPr id="544" name="Graphic 4">
            <a:extLst>
              <a:ext uri="{FF2B5EF4-FFF2-40B4-BE49-F238E27FC236}">
                <a16:creationId xmlns:a16="http://schemas.microsoft.com/office/drawing/2014/main" id="{0507D3BC-DD35-B94F-93C3-F904A4143720}"/>
              </a:ext>
            </a:extLst>
          </p:cNvPr>
          <p:cNvGrpSpPr/>
          <p:nvPr/>
        </p:nvGrpSpPr>
        <p:grpSpPr>
          <a:xfrm>
            <a:off x="905454" y="1893013"/>
            <a:ext cx="361674" cy="361333"/>
            <a:chOff x="905454" y="1893013"/>
            <a:chExt cx="361674" cy="361333"/>
          </a:xfrm>
          <a:solidFill>
            <a:srgbClr val="007680"/>
          </a:solidFill>
        </p:grpSpPr>
        <p:sp>
          <p:nvSpPr>
            <p:cNvPr id="545" name="Graphic 4">
              <a:extLst>
                <a:ext uri="{FF2B5EF4-FFF2-40B4-BE49-F238E27FC236}">
                  <a16:creationId xmlns:a16="http://schemas.microsoft.com/office/drawing/2014/main" id="{99CA8FDD-8F8C-9C48-B34F-336EBBBD76F3}"/>
                </a:ext>
              </a:extLst>
            </p:cNvPr>
            <p:cNvSpPr/>
            <p:nvPr/>
          </p:nvSpPr>
          <p:spPr>
            <a:xfrm>
              <a:off x="1030057" y="1972813"/>
              <a:ext cx="113740" cy="10852"/>
            </a:xfrm>
            <a:custGeom>
              <a:avLst/>
              <a:gdLst>
                <a:gd name="connsiteX0" fmla="*/ 113741 w 113740"/>
                <a:gd name="connsiteY0" fmla="*/ 10853 h 10852"/>
                <a:gd name="connsiteX1" fmla="*/ 113741 w 113740"/>
                <a:gd name="connsiteY1" fmla="*/ 3192 h 10852"/>
                <a:gd name="connsiteX2" fmla="*/ 110546 w 113740"/>
                <a:gd name="connsiteY2" fmla="*/ 0 h 10852"/>
                <a:gd name="connsiteX3" fmla="*/ 3195 w 113740"/>
                <a:gd name="connsiteY3" fmla="*/ 0 h 10852"/>
                <a:gd name="connsiteX4" fmla="*/ 0 w 113740"/>
                <a:gd name="connsiteY4" fmla="*/ 3192 h 10852"/>
                <a:gd name="connsiteX5" fmla="*/ 0 w 113740"/>
                <a:gd name="connsiteY5" fmla="*/ 10853 h 10852"/>
                <a:gd name="connsiteX6" fmla="*/ 113741 w 113740"/>
                <a:gd name="connsiteY6" fmla="*/ 10853 h 10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740" h="10852">
                  <a:moveTo>
                    <a:pt x="113741" y="10853"/>
                  </a:moveTo>
                  <a:lnTo>
                    <a:pt x="113741" y="3192"/>
                  </a:lnTo>
                  <a:cubicBezTo>
                    <a:pt x="113741" y="1277"/>
                    <a:pt x="112463" y="0"/>
                    <a:pt x="110546" y="0"/>
                  </a:cubicBezTo>
                  <a:lnTo>
                    <a:pt x="3195" y="0"/>
                  </a:lnTo>
                  <a:cubicBezTo>
                    <a:pt x="1278" y="0"/>
                    <a:pt x="0" y="1277"/>
                    <a:pt x="0" y="3192"/>
                  </a:cubicBezTo>
                  <a:lnTo>
                    <a:pt x="0" y="10853"/>
                  </a:lnTo>
                  <a:lnTo>
                    <a:pt x="113741" y="10853"/>
                  </a:lnTo>
                  <a:close/>
                </a:path>
              </a:pathLst>
            </a:custGeom>
            <a:solidFill>
              <a:srgbClr val="007680"/>
            </a:solidFill>
            <a:ln w="6390" cap="flat">
              <a:noFill/>
              <a:prstDash val="solid"/>
              <a:miter/>
            </a:ln>
          </p:spPr>
          <p:txBody>
            <a:bodyPr rtlCol="0" anchor="ctr"/>
            <a:lstStyle/>
            <a:p>
              <a:endParaRPr lang="en-US"/>
            </a:p>
          </p:txBody>
        </p:sp>
        <p:sp>
          <p:nvSpPr>
            <p:cNvPr id="546" name="Graphic 4">
              <a:extLst>
                <a:ext uri="{FF2B5EF4-FFF2-40B4-BE49-F238E27FC236}">
                  <a16:creationId xmlns:a16="http://schemas.microsoft.com/office/drawing/2014/main" id="{0F750F6F-67AF-654C-BEE1-1570A57F9E46}"/>
                </a:ext>
              </a:extLst>
            </p:cNvPr>
            <p:cNvSpPr/>
            <p:nvPr/>
          </p:nvSpPr>
          <p:spPr>
            <a:xfrm>
              <a:off x="1030057" y="1996433"/>
              <a:ext cx="113740" cy="150662"/>
            </a:xfrm>
            <a:custGeom>
              <a:avLst/>
              <a:gdLst>
                <a:gd name="connsiteX0" fmla="*/ 113741 w 113740"/>
                <a:gd name="connsiteY0" fmla="*/ 150662 h 150662"/>
                <a:gd name="connsiteX1" fmla="*/ 113741 w 113740"/>
                <a:gd name="connsiteY1" fmla="*/ 0 h 150662"/>
                <a:gd name="connsiteX2" fmla="*/ 0 w 113740"/>
                <a:gd name="connsiteY2" fmla="*/ 0 h 150662"/>
                <a:gd name="connsiteX3" fmla="*/ 0 w 113740"/>
                <a:gd name="connsiteY3" fmla="*/ 150662 h 150662"/>
                <a:gd name="connsiteX4" fmla="*/ 113741 w 113740"/>
                <a:gd name="connsiteY4" fmla="*/ 150662 h 150662"/>
                <a:gd name="connsiteX5" fmla="*/ 107351 w 113740"/>
                <a:gd name="connsiteY5" fmla="*/ 128956 h 150662"/>
                <a:gd name="connsiteX6" fmla="*/ 100961 w 113740"/>
                <a:gd name="connsiteY6" fmla="*/ 135340 h 150662"/>
                <a:gd name="connsiteX7" fmla="*/ 49202 w 113740"/>
                <a:gd name="connsiteY7" fmla="*/ 135340 h 150662"/>
                <a:gd name="connsiteX8" fmla="*/ 42813 w 113740"/>
                <a:gd name="connsiteY8" fmla="*/ 128956 h 150662"/>
                <a:gd name="connsiteX9" fmla="*/ 49202 w 113740"/>
                <a:gd name="connsiteY9" fmla="*/ 122572 h 150662"/>
                <a:gd name="connsiteX10" fmla="*/ 100961 w 113740"/>
                <a:gd name="connsiteY10" fmla="*/ 122572 h 150662"/>
                <a:gd name="connsiteX11" fmla="*/ 107351 w 113740"/>
                <a:gd name="connsiteY11" fmla="*/ 128956 h 150662"/>
                <a:gd name="connsiteX12" fmla="*/ 29394 w 113740"/>
                <a:gd name="connsiteY12" fmla="*/ 35112 h 150662"/>
                <a:gd name="connsiteX13" fmla="*/ 32589 w 113740"/>
                <a:gd name="connsiteY13" fmla="*/ 29366 h 150662"/>
                <a:gd name="connsiteX14" fmla="*/ 38979 w 113740"/>
                <a:gd name="connsiteY14" fmla="*/ 29366 h 150662"/>
                <a:gd name="connsiteX15" fmla="*/ 85625 w 113740"/>
                <a:gd name="connsiteY15" fmla="*/ 57456 h 150662"/>
                <a:gd name="connsiteX16" fmla="*/ 88820 w 113740"/>
                <a:gd name="connsiteY16" fmla="*/ 63201 h 150662"/>
                <a:gd name="connsiteX17" fmla="*/ 85625 w 113740"/>
                <a:gd name="connsiteY17" fmla="*/ 68947 h 150662"/>
                <a:gd name="connsiteX18" fmla="*/ 38979 w 113740"/>
                <a:gd name="connsiteY18" fmla="*/ 97036 h 150662"/>
                <a:gd name="connsiteX19" fmla="*/ 35784 w 113740"/>
                <a:gd name="connsiteY19" fmla="*/ 97675 h 150662"/>
                <a:gd name="connsiteX20" fmla="*/ 32589 w 113740"/>
                <a:gd name="connsiteY20" fmla="*/ 97036 h 150662"/>
                <a:gd name="connsiteX21" fmla="*/ 29394 w 113740"/>
                <a:gd name="connsiteY21" fmla="*/ 91291 h 150662"/>
                <a:gd name="connsiteX22" fmla="*/ 29394 w 113740"/>
                <a:gd name="connsiteY22" fmla="*/ 35112 h 150662"/>
                <a:gd name="connsiteX23" fmla="*/ 12780 w 113740"/>
                <a:gd name="connsiteY23" fmla="*/ 122572 h 150662"/>
                <a:gd name="connsiteX24" fmla="*/ 27477 w 113740"/>
                <a:gd name="connsiteY24" fmla="*/ 122572 h 150662"/>
                <a:gd name="connsiteX25" fmla="*/ 27477 w 113740"/>
                <a:gd name="connsiteY25" fmla="*/ 116188 h 150662"/>
                <a:gd name="connsiteX26" fmla="*/ 33867 w 113740"/>
                <a:gd name="connsiteY26" fmla="*/ 109804 h 150662"/>
                <a:gd name="connsiteX27" fmla="*/ 40257 w 113740"/>
                <a:gd name="connsiteY27" fmla="*/ 116188 h 150662"/>
                <a:gd name="connsiteX28" fmla="*/ 40257 w 113740"/>
                <a:gd name="connsiteY28" fmla="*/ 141086 h 150662"/>
                <a:gd name="connsiteX29" fmla="*/ 33867 w 113740"/>
                <a:gd name="connsiteY29" fmla="*/ 147470 h 150662"/>
                <a:gd name="connsiteX30" fmla="*/ 27477 w 113740"/>
                <a:gd name="connsiteY30" fmla="*/ 141086 h 150662"/>
                <a:gd name="connsiteX31" fmla="*/ 27477 w 113740"/>
                <a:gd name="connsiteY31" fmla="*/ 134702 h 150662"/>
                <a:gd name="connsiteX32" fmla="*/ 12780 w 113740"/>
                <a:gd name="connsiteY32" fmla="*/ 134702 h 150662"/>
                <a:gd name="connsiteX33" fmla="*/ 6390 w 113740"/>
                <a:gd name="connsiteY33" fmla="*/ 128318 h 150662"/>
                <a:gd name="connsiteX34" fmla="*/ 12780 w 113740"/>
                <a:gd name="connsiteY34" fmla="*/ 122572 h 15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3740" h="150662">
                  <a:moveTo>
                    <a:pt x="113741" y="150662"/>
                  </a:moveTo>
                  <a:lnTo>
                    <a:pt x="113741" y="0"/>
                  </a:lnTo>
                  <a:lnTo>
                    <a:pt x="0" y="0"/>
                  </a:lnTo>
                  <a:lnTo>
                    <a:pt x="0" y="150662"/>
                  </a:lnTo>
                  <a:lnTo>
                    <a:pt x="113741" y="150662"/>
                  </a:lnTo>
                  <a:close/>
                  <a:moveTo>
                    <a:pt x="107351" y="128956"/>
                  </a:moveTo>
                  <a:cubicBezTo>
                    <a:pt x="107351" y="132787"/>
                    <a:pt x="104795" y="135340"/>
                    <a:pt x="100961" y="135340"/>
                  </a:cubicBezTo>
                  <a:lnTo>
                    <a:pt x="49202" y="135340"/>
                  </a:lnTo>
                  <a:cubicBezTo>
                    <a:pt x="45369" y="135340"/>
                    <a:pt x="42813" y="132787"/>
                    <a:pt x="42813" y="128956"/>
                  </a:cubicBezTo>
                  <a:cubicBezTo>
                    <a:pt x="42813" y="125126"/>
                    <a:pt x="45369" y="122572"/>
                    <a:pt x="49202" y="122572"/>
                  </a:cubicBezTo>
                  <a:lnTo>
                    <a:pt x="100961" y="122572"/>
                  </a:lnTo>
                  <a:cubicBezTo>
                    <a:pt x="104156" y="122572"/>
                    <a:pt x="107351" y="125126"/>
                    <a:pt x="107351" y="128956"/>
                  </a:cubicBezTo>
                  <a:close/>
                  <a:moveTo>
                    <a:pt x="29394" y="35112"/>
                  </a:moveTo>
                  <a:cubicBezTo>
                    <a:pt x="29394" y="32558"/>
                    <a:pt x="30672" y="30643"/>
                    <a:pt x="32589" y="29366"/>
                  </a:cubicBezTo>
                  <a:cubicBezTo>
                    <a:pt x="34506" y="28089"/>
                    <a:pt x="37062" y="28089"/>
                    <a:pt x="38979" y="29366"/>
                  </a:cubicBezTo>
                  <a:lnTo>
                    <a:pt x="85625" y="57456"/>
                  </a:lnTo>
                  <a:cubicBezTo>
                    <a:pt x="87542" y="58733"/>
                    <a:pt x="88820" y="60648"/>
                    <a:pt x="88820" y="63201"/>
                  </a:cubicBezTo>
                  <a:cubicBezTo>
                    <a:pt x="88820" y="65755"/>
                    <a:pt x="87542" y="67670"/>
                    <a:pt x="85625" y="68947"/>
                  </a:cubicBezTo>
                  <a:lnTo>
                    <a:pt x="38979" y="97036"/>
                  </a:lnTo>
                  <a:cubicBezTo>
                    <a:pt x="37701" y="97675"/>
                    <a:pt x="37062" y="97675"/>
                    <a:pt x="35784" y="97675"/>
                  </a:cubicBezTo>
                  <a:cubicBezTo>
                    <a:pt x="34506" y="97675"/>
                    <a:pt x="33867" y="97675"/>
                    <a:pt x="32589" y="97036"/>
                  </a:cubicBezTo>
                  <a:cubicBezTo>
                    <a:pt x="30672" y="95760"/>
                    <a:pt x="29394" y="93844"/>
                    <a:pt x="29394" y="91291"/>
                  </a:cubicBezTo>
                  <a:lnTo>
                    <a:pt x="29394" y="35112"/>
                  </a:lnTo>
                  <a:close/>
                  <a:moveTo>
                    <a:pt x="12780" y="122572"/>
                  </a:moveTo>
                  <a:lnTo>
                    <a:pt x="27477" y="122572"/>
                  </a:lnTo>
                  <a:lnTo>
                    <a:pt x="27477" y="116188"/>
                  </a:lnTo>
                  <a:cubicBezTo>
                    <a:pt x="27477" y="112358"/>
                    <a:pt x="30033" y="109804"/>
                    <a:pt x="33867" y="109804"/>
                  </a:cubicBezTo>
                  <a:cubicBezTo>
                    <a:pt x="37701" y="109804"/>
                    <a:pt x="40257" y="112358"/>
                    <a:pt x="40257" y="116188"/>
                  </a:cubicBezTo>
                  <a:lnTo>
                    <a:pt x="40257" y="141086"/>
                  </a:lnTo>
                  <a:cubicBezTo>
                    <a:pt x="40257" y="144916"/>
                    <a:pt x="37701" y="147470"/>
                    <a:pt x="33867" y="147470"/>
                  </a:cubicBezTo>
                  <a:cubicBezTo>
                    <a:pt x="30033" y="147470"/>
                    <a:pt x="27477" y="144916"/>
                    <a:pt x="27477" y="141086"/>
                  </a:cubicBezTo>
                  <a:lnTo>
                    <a:pt x="27477" y="134702"/>
                  </a:lnTo>
                  <a:lnTo>
                    <a:pt x="12780" y="134702"/>
                  </a:lnTo>
                  <a:cubicBezTo>
                    <a:pt x="8946" y="134702"/>
                    <a:pt x="6390" y="132148"/>
                    <a:pt x="6390" y="128318"/>
                  </a:cubicBezTo>
                  <a:cubicBezTo>
                    <a:pt x="6390" y="124488"/>
                    <a:pt x="9585" y="122572"/>
                    <a:pt x="12780" y="122572"/>
                  </a:cubicBezTo>
                  <a:close/>
                </a:path>
              </a:pathLst>
            </a:custGeom>
            <a:solidFill>
              <a:srgbClr val="007680"/>
            </a:solidFill>
            <a:ln w="6390" cap="flat">
              <a:noFill/>
              <a:prstDash val="solid"/>
              <a:miter/>
            </a:ln>
          </p:spPr>
          <p:txBody>
            <a:bodyPr rtlCol="0" anchor="ctr"/>
            <a:lstStyle/>
            <a:p>
              <a:endParaRPr lang="en-US"/>
            </a:p>
          </p:txBody>
        </p:sp>
        <p:sp>
          <p:nvSpPr>
            <p:cNvPr id="547" name="Graphic 4">
              <a:extLst>
                <a:ext uri="{FF2B5EF4-FFF2-40B4-BE49-F238E27FC236}">
                  <a16:creationId xmlns:a16="http://schemas.microsoft.com/office/drawing/2014/main" id="{C4B4311A-1244-F04C-B17B-0E9DF62473DD}"/>
                </a:ext>
              </a:extLst>
            </p:cNvPr>
            <p:cNvSpPr/>
            <p:nvPr/>
          </p:nvSpPr>
          <p:spPr>
            <a:xfrm>
              <a:off x="1072231" y="2043036"/>
              <a:ext cx="28115" cy="33835"/>
            </a:xfrm>
            <a:custGeom>
              <a:avLst/>
              <a:gdLst>
                <a:gd name="connsiteX0" fmla="*/ 0 w 28115"/>
                <a:gd name="connsiteY0" fmla="*/ 0 h 33835"/>
                <a:gd name="connsiteX1" fmla="*/ 0 w 28115"/>
                <a:gd name="connsiteY1" fmla="*/ 33835 h 33835"/>
                <a:gd name="connsiteX2" fmla="*/ 28116 w 28115"/>
                <a:gd name="connsiteY2" fmla="*/ 16598 h 33835"/>
              </a:gdLst>
              <a:ahLst/>
              <a:cxnLst>
                <a:cxn ang="0">
                  <a:pos x="connsiteX0" y="connsiteY0"/>
                </a:cxn>
                <a:cxn ang="0">
                  <a:pos x="connsiteX1" y="connsiteY1"/>
                </a:cxn>
                <a:cxn ang="0">
                  <a:pos x="connsiteX2" y="connsiteY2"/>
                </a:cxn>
              </a:cxnLst>
              <a:rect l="l" t="t" r="r" b="b"/>
              <a:pathLst>
                <a:path w="28115" h="33835">
                  <a:moveTo>
                    <a:pt x="0" y="0"/>
                  </a:moveTo>
                  <a:lnTo>
                    <a:pt x="0" y="33835"/>
                  </a:lnTo>
                  <a:lnTo>
                    <a:pt x="28116" y="16598"/>
                  </a:lnTo>
                  <a:close/>
                </a:path>
              </a:pathLst>
            </a:custGeom>
            <a:solidFill>
              <a:srgbClr val="007680"/>
            </a:solidFill>
            <a:ln w="6390" cap="flat">
              <a:noFill/>
              <a:prstDash val="solid"/>
              <a:miter/>
            </a:ln>
          </p:spPr>
          <p:txBody>
            <a:bodyPr rtlCol="0" anchor="ctr"/>
            <a:lstStyle/>
            <a:p>
              <a:endParaRPr lang="en-US"/>
            </a:p>
          </p:txBody>
        </p:sp>
        <p:sp>
          <p:nvSpPr>
            <p:cNvPr id="548" name="Graphic 4">
              <a:extLst>
                <a:ext uri="{FF2B5EF4-FFF2-40B4-BE49-F238E27FC236}">
                  <a16:creationId xmlns:a16="http://schemas.microsoft.com/office/drawing/2014/main" id="{A8D9379B-AB20-A04A-BF27-6889D6759A0E}"/>
                </a:ext>
              </a:extLst>
            </p:cNvPr>
            <p:cNvSpPr/>
            <p:nvPr/>
          </p:nvSpPr>
          <p:spPr>
            <a:xfrm>
              <a:off x="1030057" y="2159863"/>
              <a:ext cx="113740" cy="15321"/>
            </a:xfrm>
            <a:custGeom>
              <a:avLst/>
              <a:gdLst>
                <a:gd name="connsiteX0" fmla="*/ 0 w 113740"/>
                <a:gd name="connsiteY0" fmla="*/ 0 h 15321"/>
                <a:gd name="connsiteX1" fmla="*/ 0 w 113740"/>
                <a:gd name="connsiteY1" fmla="*/ 12130 h 15321"/>
                <a:gd name="connsiteX2" fmla="*/ 3195 w 113740"/>
                <a:gd name="connsiteY2" fmla="*/ 15322 h 15321"/>
                <a:gd name="connsiteX3" fmla="*/ 110546 w 113740"/>
                <a:gd name="connsiteY3" fmla="*/ 15322 h 15321"/>
                <a:gd name="connsiteX4" fmla="*/ 113741 w 113740"/>
                <a:gd name="connsiteY4" fmla="*/ 12130 h 15321"/>
                <a:gd name="connsiteX5" fmla="*/ 113741 w 113740"/>
                <a:gd name="connsiteY5" fmla="*/ 0 h 15321"/>
                <a:gd name="connsiteX6" fmla="*/ 0 w 113740"/>
                <a:gd name="connsiteY6" fmla="*/ 0 h 15321"/>
                <a:gd name="connsiteX7" fmla="*/ 56871 w 113740"/>
                <a:gd name="connsiteY7" fmla="*/ 14045 h 15321"/>
                <a:gd name="connsiteX8" fmla="*/ 50481 w 113740"/>
                <a:gd name="connsiteY8" fmla="*/ 7661 h 15321"/>
                <a:gd name="connsiteX9" fmla="*/ 56871 w 113740"/>
                <a:gd name="connsiteY9" fmla="*/ 1277 h 15321"/>
                <a:gd name="connsiteX10" fmla="*/ 57509 w 113740"/>
                <a:gd name="connsiteY10" fmla="*/ 1277 h 15321"/>
                <a:gd name="connsiteX11" fmla="*/ 63899 w 113740"/>
                <a:gd name="connsiteY11" fmla="*/ 7661 h 15321"/>
                <a:gd name="connsiteX12" fmla="*/ 56871 w 113740"/>
                <a:gd name="connsiteY12" fmla="*/ 14045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740" h="15321">
                  <a:moveTo>
                    <a:pt x="0" y="0"/>
                  </a:moveTo>
                  <a:lnTo>
                    <a:pt x="0" y="12130"/>
                  </a:lnTo>
                  <a:cubicBezTo>
                    <a:pt x="0" y="14045"/>
                    <a:pt x="1278" y="15322"/>
                    <a:pt x="3195" y="15322"/>
                  </a:cubicBezTo>
                  <a:lnTo>
                    <a:pt x="110546" y="15322"/>
                  </a:lnTo>
                  <a:cubicBezTo>
                    <a:pt x="112463" y="15322"/>
                    <a:pt x="113741" y="14045"/>
                    <a:pt x="113741" y="12130"/>
                  </a:cubicBezTo>
                  <a:lnTo>
                    <a:pt x="113741" y="0"/>
                  </a:lnTo>
                  <a:lnTo>
                    <a:pt x="0" y="0"/>
                  </a:lnTo>
                  <a:close/>
                  <a:moveTo>
                    <a:pt x="56871" y="14045"/>
                  </a:moveTo>
                  <a:cubicBezTo>
                    <a:pt x="53036" y="14045"/>
                    <a:pt x="50481" y="11491"/>
                    <a:pt x="50481" y="7661"/>
                  </a:cubicBezTo>
                  <a:cubicBezTo>
                    <a:pt x="50481" y="3830"/>
                    <a:pt x="53036" y="1277"/>
                    <a:pt x="56871" y="1277"/>
                  </a:cubicBezTo>
                  <a:lnTo>
                    <a:pt x="57509" y="1277"/>
                  </a:lnTo>
                  <a:cubicBezTo>
                    <a:pt x="61343" y="1277"/>
                    <a:pt x="63899" y="3830"/>
                    <a:pt x="63899" y="7661"/>
                  </a:cubicBezTo>
                  <a:cubicBezTo>
                    <a:pt x="63899" y="11491"/>
                    <a:pt x="60704" y="14045"/>
                    <a:pt x="56871" y="14045"/>
                  </a:cubicBezTo>
                  <a:close/>
                </a:path>
              </a:pathLst>
            </a:custGeom>
            <a:solidFill>
              <a:srgbClr val="007680"/>
            </a:solidFill>
            <a:ln w="6390" cap="flat">
              <a:noFill/>
              <a:prstDash val="solid"/>
              <a:miter/>
            </a:ln>
          </p:spPr>
          <p:txBody>
            <a:bodyPr rtlCol="0" anchor="ctr"/>
            <a:lstStyle/>
            <a:p>
              <a:endParaRPr lang="en-US"/>
            </a:p>
          </p:txBody>
        </p:sp>
        <p:sp>
          <p:nvSpPr>
            <p:cNvPr id="549" name="Graphic 4">
              <a:extLst>
                <a:ext uri="{FF2B5EF4-FFF2-40B4-BE49-F238E27FC236}">
                  <a16:creationId xmlns:a16="http://schemas.microsoft.com/office/drawing/2014/main" id="{85518A6D-EBC5-6C43-B77A-C787912957B7}"/>
                </a:ext>
              </a:extLst>
            </p:cNvPr>
            <p:cNvSpPr/>
            <p:nvPr/>
          </p:nvSpPr>
          <p:spPr>
            <a:xfrm>
              <a:off x="905454" y="189301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51125 w 361674"/>
                <a:gd name="connsiteY5" fmla="*/ 278980 h 361333"/>
                <a:gd name="connsiteX6" fmla="*/ 235150 w 361674"/>
                <a:gd name="connsiteY6" fmla="*/ 294940 h 361333"/>
                <a:gd name="connsiteX7" fmla="*/ 127799 w 361674"/>
                <a:gd name="connsiteY7" fmla="*/ 294940 h 361333"/>
                <a:gd name="connsiteX8" fmla="*/ 111824 w 361674"/>
                <a:gd name="connsiteY8" fmla="*/ 278980 h 361333"/>
                <a:gd name="connsiteX9" fmla="*/ 111824 w 361674"/>
                <a:gd name="connsiteY9" fmla="*/ 82353 h 361333"/>
                <a:gd name="connsiteX10" fmla="*/ 127799 w 361674"/>
                <a:gd name="connsiteY10" fmla="*/ 66393 h 361333"/>
                <a:gd name="connsiteX11" fmla="*/ 235150 w 361674"/>
                <a:gd name="connsiteY11" fmla="*/ 66393 h 361333"/>
                <a:gd name="connsiteX12" fmla="*/ 251125 w 361674"/>
                <a:gd name="connsiteY12" fmla="*/ 82353 h 361333"/>
                <a:gd name="connsiteX13" fmla="*/ 251125 w 361674"/>
                <a:gd name="connsiteY13" fmla="*/ 27898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4"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09" y="81077"/>
                    <a:pt x="281157" y="0"/>
                    <a:pt x="180835" y="0"/>
                  </a:cubicBezTo>
                  <a:close/>
                  <a:moveTo>
                    <a:pt x="251125" y="278980"/>
                  </a:moveTo>
                  <a:cubicBezTo>
                    <a:pt x="251125" y="287918"/>
                    <a:pt x="244096" y="294940"/>
                    <a:pt x="235150" y="294940"/>
                  </a:cubicBezTo>
                  <a:lnTo>
                    <a:pt x="127799" y="294940"/>
                  </a:lnTo>
                  <a:cubicBezTo>
                    <a:pt x="118853" y="294940"/>
                    <a:pt x="111824" y="287918"/>
                    <a:pt x="111824" y="278980"/>
                  </a:cubicBezTo>
                  <a:lnTo>
                    <a:pt x="111824" y="82353"/>
                  </a:lnTo>
                  <a:cubicBezTo>
                    <a:pt x="111824" y="73416"/>
                    <a:pt x="118853" y="66393"/>
                    <a:pt x="127799" y="66393"/>
                  </a:cubicBezTo>
                  <a:lnTo>
                    <a:pt x="235150" y="66393"/>
                  </a:lnTo>
                  <a:cubicBezTo>
                    <a:pt x="244096" y="66393"/>
                    <a:pt x="251125" y="73416"/>
                    <a:pt x="251125" y="82353"/>
                  </a:cubicBezTo>
                  <a:lnTo>
                    <a:pt x="251125" y="278980"/>
                  </a:lnTo>
                  <a:close/>
                </a:path>
              </a:pathLst>
            </a:custGeom>
            <a:solidFill>
              <a:srgbClr val="007680"/>
            </a:solidFill>
            <a:ln w="6390" cap="flat">
              <a:noFill/>
              <a:prstDash val="solid"/>
              <a:miter/>
            </a:ln>
          </p:spPr>
          <p:txBody>
            <a:bodyPr rtlCol="0" anchor="ctr"/>
            <a:lstStyle/>
            <a:p>
              <a:endParaRPr lang="en-US"/>
            </a:p>
          </p:txBody>
        </p:sp>
      </p:grpSp>
      <p:grpSp>
        <p:nvGrpSpPr>
          <p:cNvPr id="550" name="Graphic 4">
            <a:extLst>
              <a:ext uri="{FF2B5EF4-FFF2-40B4-BE49-F238E27FC236}">
                <a16:creationId xmlns:a16="http://schemas.microsoft.com/office/drawing/2014/main" id="{EC1C342E-4083-B243-A647-F3778F010A11}"/>
              </a:ext>
            </a:extLst>
          </p:cNvPr>
          <p:cNvGrpSpPr/>
          <p:nvPr/>
        </p:nvGrpSpPr>
        <p:grpSpPr>
          <a:xfrm>
            <a:off x="3607758" y="3824168"/>
            <a:ext cx="361674" cy="361333"/>
            <a:chOff x="3607758" y="3824168"/>
            <a:chExt cx="361674" cy="361333"/>
          </a:xfrm>
          <a:solidFill>
            <a:srgbClr val="007680"/>
          </a:solidFill>
        </p:grpSpPr>
        <p:sp>
          <p:nvSpPr>
            <p:cNvPr id="551" name="Graphic 4">
              <a:extLst>
                <a:ext uri="{FF2B5EF4-FFF2-40B4-BE49-F238E27FC236}">
                  <a16:creationId xmlns:a16="http://schemas.microsoft.com/office/drawing/2014/main" id="{D23B8A28-2656-1544-9FA1-705CC6911589}"/>
                </a:ext>
              </a:extLst>
            </p:cNvPr>
            <p:cNvSpPr/>
            <p:nvPr/>
          </p:nvSpPr>
          <p:spPr>
            <a:xfrm>
              <a:off x="3607758" y="3824168"/>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6"/>
                    <a:pt x="0" y="180667"/>
                  </a:cubicBezTo>
                  <a:cubicBezTo>
                    <a:pt x="0" y="280895"/>
                    <a:pt x="81152" y="361333"/>
                    <a:pt x="180836" y="361333"/>
                  </a:cubicBezTo>
                  <a:cubicBezTo>
                    <a:pt x="280518" y="361333"/>
                    <a:pt x="361671" y="280257"/>
                    <a:pt x="361671" y="180667"/>
                  </a:cubicBezTo>
                  <a:cubicBezTo>
                    <a:pt x="362310" y="81076"/>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9530" y="273873"/>
                    <a:pt x="274128" y="349204"/>
                    <a:pt x="180836" y="349204"/>
                  </a:cubicBezTo>
                  <a:close/>
                </a:path>
              </a:pathLst>
            </a:custGeom>
            <a:solidFill>
              <a:srgbClr val="007680"/>
            </a:solidFill>
            <a:ln w="6390" cap="flat">
              <a:noFill/>
              <a:prstDash val="solid"/>
              <a:miter/>
            </a:ln>
          </p:spPr>
          <p:txBody>
            <a:bodyPr rtlCol="0" anchor="ctr"/>
            <a:lstStyle/>
            <a:p>
              <a:endParaRPr lang="en-US"/>
            </a:p>
          </p:txBody>
        </p:sp>
        <p:sp>
          <p:nvSpPr>
            <p:cNvPr id="552" name="Graphic 4">
              <a:extLst>
                <a:ext uri="{FF2B5EF4-FFF2-40B4-BE49-F238E27FC236}">
                  <a16:creationId xmlns:a16="http://schemas.microsoft.com/office/drawing/2014/main" id="{F84E9720-6CF3-C945-9BB9-EFFB1A9E4068}"/>
                </a:ext>
              </a:extLst>
            </p:cNvPr>
            <p:cNvSpPr/>
            <p:nvPr/>
          </p:nvSpPr>
          <p:spPr>
            <a:xfrm>
              <a:off x="3690827" y="3998450"/>
              <a:ext cx="28115" cy="14044"/>
            </a:xfrm>
            <a:custGeom>
              <a:avLst/>
              <a:gdLst>
                <a:gd name="connsiteX0" fmla="*/ 21726 w 28115"/>
                <a:gd name="connsiteY0" fmla="*/ 0 h 14044"/>
                <a:gd name="connsiteX1" fmla="*/ 6390 w 28115"/>
                <a:gd name="connsiteY1" fmla="*/ 0 h 14044"/>
                <a:gd name="connsiteX2" fmla="*/ 0 w 28115"/>
                <a:gd name="connsiteY2" fmla="*/ 6384 h 14044"/>
                <a:gd name="connsiteX3" fmla="*/ 0 w 28115"/>
                <a:gd name="connsiteY3" fmla="*/ 7661 h 14044"/>
                <a:gd name="connsiteX4" fmla="*/ 6390 w 28115"/>
                <a:gd name="connsiteY4" fmla="*/ 14045 h 14044"/>
                <a:gd name="connsiteX5" fmla="*/ 21726 w 28115"/>
                <a:gd name="connsiteY5" fmla="*/ 14045 h 14044"/>
                <a:gd name="connsiteX6" fmla="*/ 28116 w 28115"/>
                <a:gd name="connsiteY6" fmla="*/ 7661 h 14044"/>
                <a:gd name="connsiteX7" fmla="*/ 28116 w 28115"/>
                <a:gd name="connsiteY7" fmla="*/ 6384 h 14044"/>
                <a:gd name="connsiteX8" fmla="*/ 21726 w 28115"/>
                <a:gd name="connsiteY8"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15" h="14044">
                  <a:moveTo>
                    <a:pt x="21726" y="0"/>
                  </a:moveTo>
                  <a:lnTo>
                    <a:pt x="6390" y="0"/>
                  </a:lnTo>
                  <a:cubicBezTo>
                    <a:pt x="2556" y="0"/>
                    <a:pt x="0" y="3192"/>
                    <a:pt x="0" y="6384"/>
                  </a:cubicBezTo>
                  <a:lnTo>
                    <a:pt x="0" y="7661"/>
                  </a:lnTo>
                  <a:cubicBezTo>
                    <a:pt x="0" y="10853"/>
                    <a:pt x="2556" y="14045"/>
                    <a:pt x="6390" y="14045"/>
                  </a:cubicBezTo>
                  <a:lnTo>
                    <a:pt x="21726" y="14045"/>
                  </a:lnTo>
                  <a:cubicBezTo>
                    <a:pt x="25560" y="14045"/>
                    <a:pt x="28116" y="10853"/>
                    <a:pt x="28116" y="7661"/>
                  </a:cubicBezTo>
                  <a:lnTo>
                    <a:pt x="28116" y="6384"/>
                  </a:lnTo>
                  <a:cubicBezTo>
                    <a:pt x="28116" y="2553"/>
                    <a:pt x="25560" y="0"/>
                    <a:pt x="21726" y="0"/>
                  </a:cubicBezTo>
                  <a:close/>
                </a:path>
              </a:pathLst>
            </a:custGeom>
            <a:solidFill>
              <a:srgbClr val="007680"/>
            </a:solidFill>
            <a:ln w="6390" cap="flat">
              <a:noFill/>
              <a:prstDash val="solid"/>
              <a:miter/>
            </a:ln>
          </p:spPr>
          <p:txBody>
            <a:bodyPr rtlCol="0" anchor="ctr"/>
            <a:lstStyle/>
            <a:p>
              <a:endParaRPr lang="en-US"/>
            </a:p>
          </p:txBody>
        </p:sp>
        <p:sp>
          <p:nvSpPr>
            <p:cNvPr id="553" name="Graphic 4">
              <a:extLst>
                <a:ext uri="{FF2B5EF4-FFF2-40B4-BE49-F238E27FC236}">
                  <a16:creationId xmlns:a16="http://schemas.microsoft.com/office/drawing/2014/main" id="{10CEACA4-F2A4-F94F-BD78-76C59CEF9A9B}"/>
                </a:ext>
              </a:extLst>
            </p:cNvPr>
            <p:cNvSpPr/>
            <p:nvPr/>
          </p:nvSpPr>
          <p:spPr>
            <a:xfrm>
              <a:off x="3690827" y="4025901"/>
              <a:ext cx="28115" cy="14044"/>
            </a:xfrm>
            <a:custGeom>
              <a:avLst/>
              <a:gdLst>
                <a:gd name="connsiteX0" fmla="*/ 21726 w 28115"/>
                <a:gd name="connsiteY0" fmla="*/ 0 h 14044"/>
                <a:gd name="connsiteX1" fmla="*/ 6390 w 28115"/>
                <a:gd name="connsiteY1" fmla="*/ 0 h 14044"/>
                <a:gd name="connsiteX2" fmla="*/ 0 w 28115"/>
                <a:gd name="connsiteY2" fmla="*/ 6384 h 14044"/>
                <a:gd name="connsiteX3" fmla="*/ 0 w 28115"/>
                <a:gd name="connsiteY3" fmla="*/ 7661 h 14044"/>
                <a:gd name="connsiteX4" fmla="*/ 6390 w 28115"/>
                <a:gd name="connsiteY4" fmla="*/ 14045 h 14044"/>
                <a:gd name="connsiteX5" fmla="*/ 21726 w 28115"/>
                <a:gd name="connsiteY5" fmla="*/ 14045 h 14044"/>
                <a:gd name="connsiteX6" fmla="*/ 28116 w 28115"/>
                <a:gd name="connsiteY6" fmla="*/ 7661 h 14044"/>
                <a:gd name="connsiteX7" fmla="*/ 28116 w 28115"/>
                <a:gd name="connsiteY7" fmla="*/ 6384 h 14044"/>
                <a:gd name="connsiteX8" fmla="*/ 21726 w 28115"/>
                <a:gd name="connsiteY8"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15" h="14044">
                  <a:moveTo>
                    <a:pt x="21726" y="0"/>
                  </a:moveTo>
                  <a:lnTo>
                    <a:pt x="6390" y="0"/>
                  </a:lnTo>
                  <a:cubicBezTo>
                    <a:pt x="2556" y="0"/>
                    <a:pt x="0" y="2554"/>
                    <a:pt x="0" y="6384"/>
                  </a:cubicBezTo>
                  <a:lnTo>
                    <a:pt x="0" y="7661"/>
                  </a:lnTo>
                  <a:cubicBezTo>
                    <a:pt x="0" y="10853"/>
                    <a:pt x="2556" y="14045"/>
                    <a:pt x="6390" y="14045"/>
                  </a:cubicBezTo>
                  <a:lnTo>
                    <a:pt x="21726" y="14045"/>
                  </a:lnTo>
                  <a:cubicBezTo>
                    <a:pt x="25560" y="14045"/>
                    <a:pt x="28116" y="10853"/>
                    <a:pt x="28116" y="7661"/>
                  </a:cubicBezTo>
                  <a:lnTo>
                    <a:pt x="28116" y="6384"/>
                  </a:lnTo>
                  <a:cubicBezTo>
                    <a:pt x="28116" y="3192"/>
                    <a:pt x="25560" y="0"/>
                    <a:pt x="21726" y="0"/>
                  </a:cubicBezTo>
                  <a:close/>
                </a:path>
              </a:pathLst>
            </a:custGeom>
            <a:solidFill>
              <a:srgbClr val="007680"/>
            </a:solidFill>
            <a:ln w="6390" cap="flat">
              <a:noFill/>
              <a:prstDash val="solid"/>
              <a:miter/>
            </a:ln>
          </p:spPr>
          <p:txBody>
            <a:bodyPr rtlCol="0" anchor="ctr"/>
            <a:lstStyle/>
            <a:p>
              <a:endParaRPr lang="en-US"/>
            </a:p>
          </p:txBody>
        </p:sp>
        <p:sp>
          <p:nvSpPr>
            <p:cNvPr id="554" name="Graphic 4">
              <a:extLst>
                <a:ext uri="{FF2B5EF4-FFF2-40B4-BE49-F238E27FC236}">
                  <a16:creationId xmlns:a16="http://schemas.microsoft.com/office/drawing/2014/main" id="{607F7F17-1EE4-1F48-AEF7-7FF65EE53F84}"/>
                </a:ext>
              </a:extLst>
            </p:cNvPr>
            <p:cNvSpPr/>
            <p:nvPr/>
          </p:nvSpPr>
          <p:spPr>
            <a:xfrm>
              <a:off x="3690827" y="4053991"/>
              <a:ext cx="28115" cy="14044"/>
            </a:xfrm>
            <a:custGeom>
              <a:avLst/>
              <a:gdLst>
                <a:gd name="connsiteX0" fmla="*/ 21726 w 28115"/>
                <a:gd name="connsiteY0" fmla="*/ 0 h 14044"/>
                <a:gd name="connsiteX1" fmla="*/ 6390 w 28115"/>
                <a:gd name="connsiteY1" fmla="*/ 0 h 14044"/>
                <a:gd name="connsiteX2" fmla="*/ 0 w 28115"/>
                <a:gd name="connsiteY2" fmla="*/ 6384 h 14044"/>
                <a:gd name="connsiteX3" fmla="*/ 0 w 28115"/>
                <a:gd name="connsiteY3" fmla="*/ 7660 h 14044"/>
                <a:gd name="connsiteX4" fmla="*/ 6390 w 28115"/>
                <a:gd name="connsiteY4" fmla="*/ 14044 h 14044"/>
                <a:gd name="connsiteX5" fmla="*/ 21726 w 28115"/>
                <a:gd name="connsiteY5" fmla="*/ 14044 h 14044"/>
                <a:gd name="connsiteX6" fmla="*/ 28116 w 28115"/>
                <a:gd name="connsiteY6" fmla="*/ 7660 h 14044"/>
                <a:gd name="connsiteX7" fmla="*/ 28116 w 28115"/>
                <a:gd name="connsiteY7" fmla="*/ 6384 h 14044"/>
                <a:gd name="connsiteX8" fmla="*/ 21726 w 28115"/>
                <a:gd name="connsiteY8"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15" h="14044">
                  <a:moveTo>
                    <a:pt x="21726" y="0"/>
                  </a:moveTo>
                  <a:lnTo>
                    <a:pt x="6390" y="0"/>
                  </a:lnTo>
                  <a:cubicBezTo>
                    <a:pt x="2556" y="0"/>
                    <a:pt x="0" y="3192"/>
                    <a:pt x="0" y="6384"/>
                  </a:cubicBezTo>
                  <a:lnTo>
                    <a:pt x="0" y="7660"/>
                  </a:lnTo>
                  <a:cubicBezTo>
                    <a:pt x="0" y="11491"/>
                    <a:pt x="2556" y="14044"/>
                    <a:pt x="6390" y="14044"/>
                  </a:cubicBezTo>
                  <a:lnTo>
                    <a:pt x="21726" y="14044"/>
                  </a:lnTo>
                  <a:cubicBezTo>
                    <a:pt x="25560" y="14044"/>
                    <a:pt x="28116" y="11491"/>
                    <a:pt x="28116" y="7660"/>
                  </a:cubicBezTo>
                  <a:lnTo>
                    <a:pt x="28116" y="6384"/>
                  </a:lnTo>
                  <a:cubicBezTo>
                    <a:pt x="28116" y="2553"/>
                    <a:pt x="25560" y="0"/>
                    <a:pt x="21726" y="0"/>
                  </a:cubicBezTo>
                  <a:close/>
                </a:path>
              </a:pathLst>
            </a:custGeom>
            <a:solidFill>
              <a:srgbClr val="007680"/>
            </a:solidFill>
            <a:ln w="6390" cap="flat">
              <a:noFill/>
              <a:prstDash val="solid"/>
              <a:miter/>
            </a:ln>
          </p:spPr>
          <p:txBody>
            <a:bodyPr rtlCol="0" anchor="ctr"/>
            <a:lstStyle/>
            <a:p>
              <a:endParaRPr lang="en-US"/>
            </a:p>
          </p:txBody>
        </p:sp>
        <p:sp>
          <p:nvSpPr>
            <p:cNvPr id="555" name="Graphic 4">
              <a:extLst>
                <a:ext uri="{FF2B5EF4-FFF2-40B4-BE49-F238E27FC236}">
                  <a16:creationId xmlns:a16="http://schemas.microsoft.com/office/drawing/2014/main" id="{4773C2E6-7E0E-424A-A357-755123DD5FCF}"/>
                </a:ext>
              </a:extLst>
            </p:cNvPr>
            <p:cNvSpPr/>
            <p:nvPr/>
          </p:nvSpPr>
          <p:spPr>
            <a:xfrm>
              <a:off x="3690827" y="4082080"/>
              <a:ext cx="28115" cy="14044"/>
            </a:xfrm>
            <a:custGeom>
              <a:avLst/>
              <a:gdLst>
                <a:gd name="connsiteX0" fmla="*/ 21726 w 28115"/>
                <a:gd name="connsiteY0" fmla="*/ 0 h 14044"/>
                <a:gd name="connsiteX1" fmla="*/ 6390 w 28115"/>
                <a:gd name="connsiteY1" fmla="*/ 0 h 14044"/>
                <a:gd name="connsiteX2" fmla="*/ 0 w 28115"/>
                <a:gd name="connsiteY2" fmla="*/ 6384 h 14044"/>
                <a:gd name="connsiteX3" fmla="*/ 0 w 28115"/>
                <a:gd name="connsiteY3" fmla="*/ 7661 h 14044"/>
                <a:gd name="connsiteX4" fmla="*/ 6390 w 28115"/>
                <a:gd name="connsiteY4" fmla="*/ 14045 h 14044"/>
                <a:gd name="connsiteX5" fmla="*/ 21726 w 28115"/>
                <a:gd name="connsiteY5" fmla="*/ 14045 h 14044"/>
                <a:gd name="connsiteX6" fmla="*/ 28116 w 28115"/>
                <a:gd name="connsiteY6" fmla="*/ 7661 h 14044"/>
                <a:gd name="connsiteX7" fmla="*/ 28116 w 28115"/>
                <a:gd name="connsiteY7" fmla="*/ 6384 h 14044"/>
                <a:gd name="connsiteX8" fmla="*/ 21726 w 28115"/>
                <a:gd name="connsiteY8"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15" h="14044">
                  <a:moveTo>
                    <a:pt x="21726" y="0"/>
                  </a:moveTo>
                  <a:lnTo>
                    <a:pt x="6390" y="0"/>
                  </a:lnTo>
                  <a:cubicBezTo>
                    <a:pt x="2556" y="0"/>
                    <a:pt x="0" y="3192"/>
                    <a:pt x="0" y="6384"/>
                  </a:cubicBezTo>
                  <a:lnTo>
                    <a:pt x="0" y="7661"/>
                  </a:lnTo>
                  <a:cubicBezTo>
                    <a:pt x="0" y="10853"/>
                    <a:pt x="2556" y="14045"/>
                    <a:pt x="6390" y="14045"/>
                  </a:cubicBezTo>
                  <a:lnTo>
                    <a:pt x="21726" y="14045"/>
                  </a:lnTo>
                  <a:cubicBezTo>
                    <a:pt x="25560" y="14045"/>
                    <a:pt x="28116" y="10853"/>
                    <a:pt x="28116" y="7661"/>
                  </a:cubicBezTo>
                  <a:lnTo>
                    <a:pt x="28116" y="6384"/>
                  </a:lnTo>
                  <a:cubicBezTo>
                    <a:pt x="28116" y="2554"/>
                    <a:pt x="25560" y="0"/>
                    <a:pt x="21726" y="0"/>
                  </a:cubicBezTo>
                  <a:close/>
                </a:path>
              </a:pathLst>
            </a:custGeom>
            <a:solidFill>
              <a:srgbClr val="007680"/>
            </a:solidFill>
            <a:ln w="6390" cap="flat">
              <a:noFill/>
              <a:prstDash val="solid"/>
              <a:miter/>
            </a:ln>
          </p:spPr>
          <p:txBody>
            <a:bodyPr rtlCol="0" anchor="ctr"/>
            <a:lstStyle/>
            <a:p>
              <a:endParaRPr lang="en-US"/>
            </a:p>
          </p:txBody>
        </p:sp>
        <p:sp>
          <p:nvSpPr>
            <p:cNvPr id="556" name="Graphic 4">
              <a:extLst>
                <a:ext uri="{FF2B5EF4-FFF2-40B4-BE49-F238E27FC236}">
                  <a16:creationId xmlns:a16="http://schemas.microsoft.com/office/drawing/2014/main" id="{AF2419EF-C266-074E-BC34-35DEBC391D11}"/>
                </a:ext>
              </a:extLst>
            </p:cNvPr>
            <p:cNvSpPr/>
            <p:nvPr/>
          </p:nvSpPr>
          <p:spPr>
            <a:xfrm>
              <a:off x="3747059" y="4025901"/>
              <a:ext cx="28115" cy="14044"/>
            </a:xfrm>
            <a:custGeom>
              <a:avLst/>
              <a:gdLst>
                <a:gd name="connsiteX0" fmla="*/ 21726 w 28115"/>
                <a:gd name="connsiteY0" fmla="*/ 0 h 14044"/>
                <a:gd name="connsiteX1" fmla="*/ 6390 w 28115"/>
                <a:gd name="connsiteY1" fmla="*/ 0 h 14044"/>
                <a:gd name="connsiteX2" fmla="*/ 0 w 28115"/>
                <a:gd name="connsiteY2" fmla="*/ 6384 h 14044"/>
                <a:gd name="connsiteX3" fmla="*/ 0 w 28115"/>
                <a:gd name="connsiteY3" fmla="*/ 7661 h 14044"/>
                <a:gd name="connsiteX4" fmla="*/ 6390 w 28115"/>
                <a:gd name="connsiteY4" fmla="*/ 14045 h 14044"/>
                <a:gd name="connsiteX5" fmla="*/ 21726 w 28115"/>
                <a:gd name="connsiteY5" fmla="*/ 14045 h 14044"/>
                <a:gd name="connsiteX6" fmla="*/ 28115 w 28115"/>
                <a:gd name="connsiteY6" fmla="*/ 7661 h 14044"/>
                <a:gd name="connsiteX7" fmla="*/ 28115 w 28115"/>
                <a:gd name="connsiteY7" fmla="*/ 6384 h 14044"/>
                <a:gd name="connsiteX8" fmla="*/ 21726 w 28115"/>
                <a:gd name="connsiteY8"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15" h="14044">
                  <a:moveTo>
                    <a:pt x="21726" y="0"/>
                  </a:moveTo>
                  <a:lnTo>
                    <a:pt x="6390" y="0"/>
                  </a:lnTo>
                  <a:cubicBezTo>
                    <a:pt x="2556" y="0"/>
                    <a:pt x="0" y="2554"/>
                    <a:pt x="0" y="6384"/>
                  </a:cubicBezTo>
                  <a:lnTo>
                    <a:pt x="0" y="7661"/>
                  </a:lnTo>
                  <a:cubicBezTo>
                    <a:pt x="0" y="10853"/>
                    <a:pt x="2556" y="14045"/>
                    <a:pt x="6390" y="14045"/>
                  </a:cubicBezTo>
                  <a:lnTo>
                    <a:pt x="21726" y="14045"/>
                  </a:lnTo>
                  <a:cubicBezTo>
                    <a:pt x="24921" y="14045"/>
                    <a:pt x="28115" y="10853"/>
                    <a:pt x="28115" y="7661"/>
                  </a:cubicBezTo>
                  <a:lnTo>
                    <a:pt x="28115" y="6384"/>
                  </a:lnTo>
                  <a:cubicBezTo>
                    <a:pt x="28115" y="3192"/>
                    <a:pt x="24921" y="0"/>
                    <a:pt x="21726" y="0"/>
                  </a:cubicBezTo>
                  <a:close/>
                </a:path>
              </a:pathLst>
            </a:custGeom>
            <a:solidFill>
              <a:srgbClr val="007680"/>
            </a:solidFill>
            <a:ln w="6390" cap="flat">
              <a:noFill/>
              <a:prstDash val="solid"/>
              <a:miter/>
            </a:ln>
          </p:spPr>
          <p:txBody>
            <a:bodyPr rtlCol="0" anchor="ctr"/>
            <a:lstStyle/>
            <a:p>
              <a:endParaRPr lang="en-US"/>
            </a:p>
          </p:txBody>
        </p:sp>
        <p:sp>
          <p:nvSpPr>
            <p:cNvPr id="557" name="Graphic 4">
              <a:extLst>
                <a:ext uri="{FF2B5EF4-FFF2-40B4-BE49-F238E27FC236}">
                  <a16:creationId xmlns:a16="http://schemas.microsoft.com/office/drawing/2014/main" id="{33BA5298-44B6-DB4F-8AF5-90A5C5B09B55}"/>
                </a:ext>
              </a:extLst>
            </p:cNvPr>
            <p:cNvSpPr/>
            <p:nvPr/>
          </p:nvSpPr>
          <p:spPr>
            <a:xfrm>
              <a:off x="3747059" y="4053991"/>
              <a:ext cx="28115" cy="14044"/>
            </a:xfrm>
            <a:custGeom>
              <a:avLst/>
              <a:gdLst>
                <a:gd name="connsiteX0" fmla="*/ 21726 w 28115"/>
                <a:gd name="connsiteY0" fmla="*/ 0 h 14044"/>
                <a:gd name="connsiteX1" fmla="*/ 6390 w 28115"/>
                <a:gd name="connsiteY1" fmla="*/ 0 h 14044"/>
                <a:gd name="connsiteX2" fmla="*/ 0 w 28115"/>
                <a:gd name="connsiteY2" fmla="*/ 6384 h 14044"/>
                <a:gd name="connsiteX3" fmla="*/ 0 w 28115"/>
                <a:gd name="connsiteY3" fmla="*/ 7660 h 14044"/>
                <a:gd name="connsiteX4" fmla="*/ 6390 w 28115"/>
                <a:gd name="connsiteY4" fmla="*/ 14044 h 14044"/>
                <a:gd name="connsiteX5" fmla="*/ 21726 w 28115"/>
                <a:gd name="connsiteY5" fmla="*/ 14044 h 14044"/>
                <a:gd name="connsiteX6" fmla="*/ 28115 w 28115"/>
                <a:gd name="connsiteY6" fmla="*/ 7660 h 14044"/>
                <a:gd name="connsiteX7" fmla="*/ 28115 w 28115"/>
                <a:gd name="connsiteY7" fmla="*/ 6384 h 14044"/>
                <a:gd name="connsiteX8" fmla="*/ 21726 w 28115"/>
                <a:gd name="connsiteY8"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15" h="14044">
                  <a:moveTo>
                    <a:pt x="21726" y="0"/>
                  </a:moveTo>
                  <a:lnTo>
                    <a:pt x="6390" y="0"/>
                  </a:lnTo>
                  <a:cubicBezTo>
                    <a:pt x="2556" y="0"/>
                    <a:pt x="0" y="3192"/>
                    <a:pt x="0" y="6384"/>
                  </a:cubicBezTo>
                  <a:lnTo>
                    <a:pt x="0" y="7660"/>
                  </a:lnTo>
                  <a:cubicBezTo>
                    <a:pt x="0" y="11491"/>
                    <a:pt x="2556" y="14044"/>
                    <a:pt x="6390" y="14044"/>
                  </a:cubicBezTo>
                  <a:lnTo>
                    <a:pt x="21726" y="14044"/>
                  </a:lnTo>
                  <a:cubicBezTo>
                    <a:pt x="24921" y="14044"/>
                    <a:pt x="28115" y="11491"/>
                    <a:pt x="28115" y="7660"/>
                  </a:cubicBezTo>
                  <a:lnTo>
                    <a:pt x="28115" y="6384"/>
                  </a:lnTo>
                  <a:cubicBezTo>
                    <a:pt x="28115" y="2553"/>
                    <a:pt x="24921" y="0"/>
                    <a:pt x="21726" y="0"/>
                  </a:cubicBezTo>
                  <a:close/>
                </a:path>
              </a:pathLst>
            </a:custGeom>
            <a:solidFill>
              <a:srgbClr val="007680"/>
            </a:solidFill>
            <a:ln w="6390" cap="flat">
              <a:noFill/>
              <a:prstDash val="solid"/>
              <a:miter/>
            </a:ln>
          </p:spPr>
          <p:txBody>
            <a:bodyPr rtlCol="0" anchor="ctr"/>
            <a:lstStyle/>
            <a:p>
              <a:endParaRPr lang="en-US"/>
            </a:p>
          </p:txBody>
        </p:sp>
        <p:sp>
          <p:nvSpPr>
            <p:cNvPr id="558" name="Graphic 4">
              <a:extLst>
                <a:ext uri="{FF2B5EF4-FFF2-40B4-BE49-F238E27FC236}">
                  <a16:creationId xmlns:a16="http://schemas.microsoft.com/office/drawing/2014/main" id="{107F3DB1-1974-8B46-B648-8FFC166BD65B}"/>
                </a:ext>
              </a:extLst>
            </p:cNvPr>
            <p:cNvSpPr/>
            <p:nvPr/>
          </p:nvSpPr>
          <p:spPr>
            <a:xfrm>
              <a:off x="3747059" y="4082080"/>
              <a:ext cx="28115" cy="14044"/>
            </a:xfrm>
            <a:custGeom>
              <a:avLst/>
              <a:gdLst>
                <a:gd name="connsiteX0" fmla="*/ 21726 w 28115"/>
                <a:gd name="connsiteY0" fmla="*/ 0 h 14044"/>
                <a:gd name="connsiteX1" fmla="*/ 6390 w 28115"/>
                <a:gd name="connsiteY1" fmla="*/ 0 h 14044"/>
                <a:gd name="connsiteX2" fmla="*/ 0 w 28115"/>
                <a:gd name="connsiteY2" fmla="*/ 6384 h 14044"/>
                <a:gd name="connsiteX3" fmla="*/ 0 w 28115"/>
                <a:gd name="connsiteY3" fmla="*/ 7661 h 14044"/>
                <a:gd name="connsiteX4" fmla="*/ 6390 w 28115"/>
                <a:gd name="connsiteY4" fmla="*/ 14045 h 14044"/>
                <a:gd name="connsiteX5" fmla="*/ 21726 w 28115"/>
                <a:gd name="connsiteY5" fmla="*/ 14045 h 14044"/>
                <a:gd name="connsiteX6" fmla="*/ 28115 w 28115"/>
                <a:gd name="connsiteY6" fmla="*/ 7661 h 14044"/>
                <a:gd name="connsiteX7" fmla="*/ 28115 w 28115"/>
                <a:gd name="connsiteY7" fmla="*/ 6384 h 14044"/>
                <a:gd name="connsiteX8" fmla="*/ 21726 w 28115"/>
                <a:gd name="connsiteY8"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15" h="14044">
                  <a:moveTo>
                    <a:pt x="21726" y="0"/>
                  </a:moveTo>
                  <a:lnTo>
                    <a:pt x="6390" y="0"/>
                  </a:lnTo>
                  <a:cubicBezTo>
                    <a:pt x="2556" y="0"/>
                    <a:pt x="0" y="3192"/>
                    <a:pt x="0" y="6384"/>
                  </a:cubicBezTo>
                  <a:lnTo>
                    <a:pt x="0" y="7661"/>
                  </a:lnTo>
                  <a:cubicBezTo>
                    <a:pt x="0" y="10853"/>
                    <a:pt x="2556" y="14045"/>
                    <a:pt x="6390" y="14045"/>
                  </a:cubicBezTo>
                  <a:lnTo>
                    <a:pt x="21726" y="14045"/>
                  </a:lnTo>
                  <a:cubicBezTo>
                    <a:pt x="24921" y="14045"/>
                    <a:pt x="28115" y="10853"/>
                    <a:pt x="28115" y="7661"/>
                  </a:cubicBezTo>
                  <a:lnTo>
                    <a:pt x="28115" y="6384"/>
                  </a:lnTo>
                  <a:cubicBezTo>
                    <a:pt x="28115" y="2554"/>
                    <a:pt x="24921" y="0"/>
                    <a:pt x="21726" y="0"/>
                  </a:cubicBezTo>
                  <a:close/>
                </a:path>
              </a:pathLst>
            </a:custGeom>
            <a:solidFill>
              <a:srgbClr val="007680"/>
            </a:solidFill>
            <a:ln w="6390" cap="flat">
              <a:noFill/>
              <a:prstDash val="solid"/>
              <a:miter/>
            </a:ln>
          </p:spPr>
          <p:txBody>
            <a:bodyPr rtlCol="0" anchor="ctr"/>
            <a:lstStyle/>
            <a:p>
              <a:endParaRPr lang="en-US"/>
            </a:p>
          </p:txBody>
        </p:sp>
        <p:sp>
          <p:nvSpPr>
            <p:cNvPr id="559" name="Graphic 4">
              <a:extLst>
                <a:ext uri="{FF2B5EF4-FFF2-40B4-BE49-F238E27FC236}">
                  <a16:creationId xmlns:a16="http://schemas.microsoft.com/office/drawing/2014/main" id="{5505EA57-EB14-3F4B-AFDB-066E38720A74}"/>
                </a:ext>
              </a:extLst>
            </p:cNvPr>
            <p:cNvSpPr/>
            <p:nvPr/>
          </p:nvSpPr>
          <p:spPr>
            <a:xfrm>
              <a:off x="3802651" y="4025901"/>
              <a:ext cx="28115" cy="14044"/>
            </a:xfrm>
            <a:custGeom>
              <a:avLst/>
              <a:gdLst>
                <a:gd name="connsiteX0" fmla="*/ 21726 w 28115"/>
                <a:gd name="connsiteY0" fmla="*/ 0 h 14044"/>
                <a:gd name="connsiteX1" fmla="*/ 6390 w 28115"/>
                <a:gd name="connsiteY1" fmla="*/ 0 h 14044"/>
                <a:gd name="connsiteX2" fmla="*/ 0 w 28115"/>
                <a:gd name="connsiteY2" fmla="*/ 6384 h 14044"/>
                <a:gd name="connsiteX3" fmla="*/ 0 w 28115"/>
                <a:gd name="connsiteY3" fmla="*/ 7661 h 14044"/>
                <a:gd name="connsiteX4" fmla="*/ 6390 w 28115"/>
                <a:gd name="connsiteY4" fmla="*/ 14045 h 14044"/>
                <a:gd name="connsiteX5" fmla="*/ 21726 w 28115"/>
                <a:gd name="connsiteY5" fmla="*/ 14045 h 14044"/>
                <a:gd name="connsiteX6" fmla="*/ 28116 w 28115"/>
                <a:gd name="connsiteY6" fmla="*/ 7661 h 14044"/>
                <a:gd name="connsiteX7" fmla="*/ 28116 w 28115"/>
                <a:gd name="connsiteY7" fmla="*/ 6384 h 14044"/>
                <a:gd name="connsiteX8" fmla="*/ 21726 w 28115"/>
                <a:gd name="connsiteY8"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15" h="14044">
                  <a:moveTo>
                    <a:pt x="21726" y="0"/>
                  </a:moveTo>
                  <a:lnTo>
                    <a:pt x="6390" y="0"/>
                  </a:lnTo>
                  <a:cubicBezTo>
                    <a:pt x="2556" y="0"/>
                    <a:pt x="0" y="2554"/>
                    <a:pt x="0" y="6384"/>
                  </a:cubicBezTo>
                  <a:lnTo>
                    <a:pt x="0" y="7661"/>
                  </a:lnTo>
                  <a:cubicBezTo>
                    <a:pt x="0" y="10853"/>
                    <a:pt x="2556" y="14045"/>
                    <a:pt x="6390" y="14045"/>
                  </a:cubicBezTo>
                  <a:lnTo>
                    <a:pt x="21726" y="14045"/>
                  </a:lnTo>
                  <a:cubicBezTo>
                    <a:pt x="25560" y="14045"/>
                    <a:pt x="28116" y="10853"/>
                    <a:pt x="28116" y="7661"/>
                  </a:cubicBezTo>
                  <a:lnTo>
                    <a:pt x="28116" y="6384"/>
                  </a:lnTo>
                  <a:cubicBezTo>
                    <a:pt x="28116" y="3192"/>
                    <a:pt x="24921" y="0"/>
                    <a:pt x="21726" y="0"/>
                  </a:cubicBezTo>
                  <a:close/>
                </a:path>
              </a:pathLst>
            </a:custGeom>
            <a:solidFill>
              <a:srgbClr val="007680"/>
            </a:solidFill>
            <a:ln w="6390" cap="flat">
              <a:noFill/>
              <a:prstDash val="solid"/>
              <a:miter/>
            </a:ln>
          </p:spPr>
          <p:txBody>
            <a:bodyPr rtlCol="0" anchor="ctr"/>
            <a:lstStyle/>
            <a:p>
              <a:endParaRPr lang="en-US"/>
            </a:p>
          </p:txBody>
        </p:sp>
        <p:sp>
          <p:nvSpPr>
            <p:cNvPr id="560" name="Graphic 4">
              <a:extLst>
                <a:ext uri="{FF2B5EF4-FFF2-40B4-BE49-F238E27FC236}">
                  <a16:creationId xmlns:a16="http://schemas.microsoft.com/office/drawing/2014/main" id="{718EAECF-C500-CA43-B0E3-1BBE5947EBCD}"/>
                </a:ext>
              </a:extLst>
            </p:cNvPr>
            <p:cNvSpPr/>
            <p:nvPr/>
          </p:nvSpPr>
          <p:spPr>
            <a:xfrm>
              <a:off x="3802651" y="4053991"/>
              <a:ext cx="28115" cy="14044"/>
            </a:xfrm>
            <a:custGeom>
              <a:avLst/>
              <a:gdLst>
                <a:gd name="connsiteX0" fmla="*/ 21726 w 28115"/>
                <a:gd name="connsiteY0" fmla="*/ 0 h 14044"/>
                <a:gd name="connsiteX1" fmla="*/ 6390 w 28115"/>
                <a:gd name="connsiteY1" fmla="*/ 0 h 14044"/>
                <a:gd name="connsiteX2" fmla="*/ 0 w 28115"/>
                <a:gd name="connsiteY2" fmla="*/ 6384 h 14044"/>
                <a:gd name="connsiteX3" fmla="*/ 0 w 28115"/>
                <a:gd name="connsiteY3" fmla="*/ 7660 h 14044"/>
                <a:gd name="connsiteX4" fmla="*/ 6390 w 28115"/>
                <a:gd name="connsiteY4" fmla="*/ 14044 h 14044"/>
                <a:gd name="connsiteX5" fmla="*/ 21726 w 28115"/>
                <a:gd name="connsiteY5" fmla="*/ 14044 h 14044"/>
                <a:gd name="connsiteX6" fmla="*/ 28116 w 28115"/>
                <a:gd name="connsiteY6" fmla="*/ 7660 h 14044"/>
                <a:gd name="connsiteX7" fmla="*/ 28116 w 28115"/>
                <a:gd name="connsiteY7" fmla="*/ 6384 h 14044"/>
                <a:gd name="connsiteX8" fmla="*/ 21726 w 28115"/>
                <a:gd name="connsiteY8"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15" h="14044">
                  <a:moveTo>
                    <a:pt x="21726" y="0"/>
                  </a:moveTo>
                  <a:lnTo>
                    <a:pt x="6390" y="0"/>
                  </a:lnTo>
                  <a:cubicBezTo>
                    <a:pt x="2556" y="0"/>
                    <a:pt x="0" y="3192"/>
                    <a:pt x="0" y="6384"/>
                  </a:cubicBezTo>
                  <a:lnTo>
                    <a:pt x="0" y="7660"/>
                  </a:lnTo>
                  <a:cubicBezTo>
                    <a:pt x="0" y="11491"/>
                    <a:pt x="2556" y="14044"/>
                    <a:pt x="6390" y="14044"/>
                  </a:cubicBezTo>
                  <a:lnTo>
                    <a:pt x="21726" y="14044"/>
                  </a:lnTo>
                  <a:cubicBezTo>
                    <a:pt x="25560" y="14044"/>
                    <a:pt x="28116" y="11491"/>
                    <a:pt x="28116" y="7660"/>
                  </a:cubicBezTo>
                  <a:lnTo>
                    <a:pt x="28116" y="6384"/>
                  </a:lnTo>
                  <a:cubicBezTo>
                    <a:pt x="28116" y="2553"/>
                    <a:pt x="24921" y="0"/>
                    <a:pt x="21726" y="0"/>
                  </a:cubicBezTo>
                  <a:close/>
                </a:path>
              </a:pathLst>
            </a:custGeom>
            <a:solidFill>
              <a:srgbClr val="007680"/>
            </a:solidFill>
            <a:ln w="6390" cap="flat">
              <a:noFill/>
              <a:prstDash val="solid"/>
              <a:miter/>
            </a:ln>
          </p:spPr>
          <p:txBody>
            <a:bodyPr rtlCol="0" anchor="ctr"/>
            <a:lstStyle/>
            <a:p>
              <a:endParaRPr lang="en-US"/>
            </a:p>
          </p:txBody>
        </p:sp>
        <p:sp>
          <p:nvSpPr>
            <p:cNvPr id="561" name="Graphic 4">
              <a:extLst>
                <a:ext uri="{FF2B5EF4-FFF2-40B4-BE49-F238E27FC236}">
                  <a16:creationId xmlns:a16="http://schemas.microsoft.com/office/drawing/2014/main" id="{C89BE73B-5128-D644-B90E-C918036D9DCB}"/>
                </a:ext>
              </a:extLst>
            </p:cNvPr>
            <p:cNvSpPr/>
            <p:nvPr/>
          </p:nvSpPr>
          <p:spPr>
            <a:xfrm>
              <a:off x="3802651" y="4082080"/>
              <a:ext cx="28115" cy="14044"/>
            </a:xfrm>
            <a:custGeom>
              <a:avLst/>
              <a:gdLst>
                <a:gd name="connsiteX0" fmla="*/ 21726 w 28115"/>
                <a:gd name="connsiteY0" fmla="*/ 0 h 14044"/>
                <a:gd name="connsiteX1" fmla="*/ 6390 w 28115"/>
                <a:gd name="connsiteY1" fmla="*/ 0 h 14044"/>
                <a:gd name="connsiteX2" fmla="*/ 0 w 28115"/>
                <a:gd name="connsiteY2" fmla="*/ 6384 h 14044"/>
                <a:gd name="connsiteX3" fmla="*/ 0 w 28115"/>
                <a:gd name="connsiteY3" fmla="*/ 7661 h 14044"/>
                <a:gd name="connsiteX4" fmla="*/ 6390 w 28115"/>
                <a:gd name="connsiteY4" fmla="*/ 14045 h 14044"/>
                <a:gd name="connsiteX5" fmla="*/ 21726 w 28115"/>
                <a:gd name="connsiteY5" fmla="*/ 14045 h 14044"/>
                <a:gd name="connsiteX6" fmla="*/ 28116 w 28115"/>
                <a:gd name="connsiteY6" fmla="*/ 7661 h 14044"/>
                <a:gd name="connsiteX7" fmla="*/ 28116 w 28115"/>
                <a:gd name="connsiteY7" fmla="*/ 6384 h 14044"/>
                <a:gd name="connsiteX8" fmla="*/ 21726 w 28115"/>
                <a:gd name="connsiteY8"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15" h="14044">
                  <a:moveTo>
                    <a:pt x="21726" y="0"/>
                  </a:moveTo>
                  <a:lnTo>
                    <a:pt x="6390" y="0"/>
                  </a:lnTo>
                  <a:cubicBezTo>
                    <a:pt x="2556" y="0"/>
                    <a:pt x="0" y="3192"/>
                    <a:pt x="0" y="6384"/>
                  </a:cubicBezTo>
                  <a:lnTo>
                    <a:pt x="0" y="7661"/>
                  </a:lnTo>
                  <a:cubicBezTo>
                    <a:pt x="0" y="10853"/>
                    <a:pt x="2556" y="14045"/>
                    <a:pt x="6390" y="14045"/>
                  </a:cubicBezTo>
                  <a:lnTo>
                    <a:pt x="21726" y="14045"/>
                  </a:lnTo>
                  <a:cubicBezTo>
                    <a:pt x="25560" y="14045"/>
                    <a:pt x="28116" y="10853"/>
                    <a:pt x="28116" y="7661"/>
                  </a:cubicBezTo>
                  <a:lnTo>
                    <a:pt x="28116" y="6384"/>
                  </a:lnTo>
                  <a:cubicBezTo>
                    <a:pt x="28116" y="2554"/>
                    <a:pt x="24921" y="0"/>
                    <a:pt x="21726" y="0"/>
                  </a:cubicBezTo>
                  <a:close/>
                </a:path>
              </a:pathLst>
            </a:custGeom>
            <a:solidFill>
              <a:srgbClr val="007680"/>
            </a:solidFill>
            <a:ln w="6390" cap="flat">
              <a:noFill/>
              <a:prstDash val="solid"/>
              <a:miter/>
            </a:ln>
          </p:spPr>
          <p:txBody>
            <a:bodyPr rtlCol="0" anchor="ctr"/>
            <a:lstStyle/>
            <a:p>
              <a:endParaRPr lang="en-US"/>
            </a:p>
          </p:txBody>
        </p:sp>
        <p:sp>
          <p:nvSpPr>
            <p:cNvPr id="562" name="Graphic 4">
              <a:extLst>
                <a:ext uri="{FF2B5EF4-FFF2-40B4-BE49-F238E27FC236}">
                  <a16:creationId xmlns:a16="http://schemas.microsoft.com/office/drawing/2014/main" id="{E4F7E703-A539-DC46-A3A3-3C4F266E51A1}"/>
                </a:ext>
              </a:extLst>
            </p:cNvPr>
            <p:cNvSpPr/>
            <p:nvPr/>
          </p:nvSpPr>
          <p:spPr>
            <a:xfrm>
              <a:off x="3802651" y="3942271"/>
              <a:ext cx="28115" cy="14044"/>
            </a:xfrm>
            <a:custGeom>
              <a:avLst/>
              <a:gdLst>
                <a:gd name="connsiteX0" fmla="*/ 21726 w 28115"/>
                <a:gd name="connsiteY0" fmla="*/ 0 h 14044"/>
                <a:gd name="connsiteX1" fmla="*/ 6390 w 28115"/>
                <a:gd name="connsiteY1" fmla="*/ 0 h 14044"/>
                <a:gd name="connsiteX2" fmla="*/ 0 w 28115"/>
                <a:gd name="connsiteY2" fmla="*/ 6384 h 14044"/>
                <a:gd name="connsiteX3" fmla="*/ 0 w 28115"/>
                <a:gd name="connsiteY3" fmla="*/ 7660 h 14044"/>
                <a:gd name="connsiteX4" fmla="*/ 6390 w 28115"/>
                <a:gd name="connsiteY4" fmla="*/ 14044 h 14044"/>
                <a:gd name="connsiteX5" fmla="*/ 21726 w 28115"/>
                <a:gd name="connsiteY5" fmla="*/ 14044 h 14044"/>
                <a:gd name="connsiteX6" fmla="*/ 28116 w 28115"/>
                <a:gd name="connsiteY6" fmla="*/ 7660 h 14044"/>
                <a:gd name="connsiteX7" fmla="*/ 28116 w 28115"/>
                <a:gd name="connsiteY7" fmla="*/ 6384 h 14044"/>
                <a:gd name="connsiteX8" fmla="*/ 21726 w 28115"/>
                <a:gd name="connsiteY8"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15" h="14044">
                  <a:moveTo>
                    <a:pt x="21726" y="0"/>
                  </a:moveTo>
                  <a:lnTo>
                    <a:pt x="6390" y="0"/>
                  </a:lnTo>
                  <a:cubicBezTo>
                    <a:pt x="2556" y="0"/>
                    <a:pt x="0" y="2553"/>
                    <a:pt x="0" y="6384"/>
                  </a:cubicBezTo>
                  <a:lnTo>
                    <a:pt x="0" y="7660"/>
                  </a:lnTo>
                  <a:cubicBezTo>
                    <a:pt x="0" y="10852"/>
                    <a:pt x="2556" y="14044"/>
                    <a:pt x="6390" y="14044"/>
                  </a:cubicBezTo>
                  <a:lnTo>
                    <a:pt x="21726" y="14044"/>
                  </a:lnTo>
                  <a:cubicBezTo>
                    <a:pt x="25560" y="14044"/>
                    <a:pt x="28116" y="10852"/>
                    <a:pt x="28116" y="7660"/>
                  </a:cubicBezTo>
                  <a:lnTo>
                    <a:pt x="28116" y="6384"/>
                  </a:lnTo>
                  <a:cubicBezTo>
                    <a:pt x="28116" y="3192"/>
                    <a:pt x="24921" y="0"/>
                    <a:pt x="21726" y="0"/>
                  </a:cubicBezTo>
                  <a:close/>
                </a:path>
              </a:pathLst>
            </a:custGeom>
            <a:solidFill>
              <a:srgbClr val="007680"/>
            </a:solidFill>
            <a:ln w="6390" cap="flat">
              <a:noFill/>
              <a:prstDash val="solid"/>
              <a:miter/>
            </a:ln>
          </p:spPr>
          <p:txBody>
            <a:bodyPr rtlCol="0" anchor="ctr"/>
            <a:lstStyle/>
            <a:p>
              <a:endParaRPr lang="en-US"/>
            </a:p>
          </p:txBody>
        </p:sp>
        <p:sp>
          <p:nvSpPr>
            <p:cNvPr id="563" name="Graphic 4">
              <a:extLst>
                <a:ext uri="{FF2B5EF4-FFF2-40B4-BE49-F238E27FC236}">
                  <a16:creationId xmlns:a16="http://schemas.microsoft.com/office/drawing/2014/main" id="{7E34215C-0A0F-9B43-AD58-01014BC6A8B7}"/>
                </a:ext>
              </a:extLst>
            </p:cNvPr>
            <p:cNvSpPr/>
            <p:nvPr/>
          </p:nvSpPr>
          <p:spPr>
            <a:xfrm>
              <a:off x="3802651" y="3970361"/>
              <a:ext cx="28115" cy="14044"/>
            </a:xfrm>
            <a:custGeom>
              <a:avLst/>
              <a:gdLst>
                <a:gd name="connsiteX0" fmla="*/ 21726 w 28115"/>
                <a:gd name="connsiteY0" fmla="*/ 0 h 14044"/>
                <a:gd name="connsiteX1" fmla="*/ 6390 w 28115"/>
                <a:gd name="connsiteY1" fmla="*/ 0 h 14044"/>
                <a:gd name="connsiteX2" fmla="*/ 0 w 28115"/>
                <a:gd name="connsiteY2" fmla="*/ 6384 h 14044"/>
                <a:gd name="connsiteX3" fmla="*/ 0 w 28115"/>
                <a:gd name="connsiteY3" fmla="*/ 7661 h 14044"/>
                <a:gd name="connsiteX4" fmla="*/ 6390 w 28115"/>
                <a:gd name="connsiteY4" fmla="*/ 14045 h 14044"/>
                <a:gd name="connsiteX5" fmla="*/ 21726 w 28115"/>
                <a:gd name="connsiteY5" fmla="*/ 14045 h 14044"/>
                <a:gd name="connsiteX6" fmla="*/ 28116 w 28115"/>
                <a:gd name="connsiteY6" fmla="*/ 7661 h 14044"/>
                <a:gd name="connsiteX7" fmla="*/ 28116 w 28115"/>
                <a:gd name="connsiteY7" fmla="*/ 6384 h 14044"/>
                <a:gd name="connsiteX8" fmla="*/ 21726 w 28115"/>
                <a:gd name="connsiteY8"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15" h="14044">
                  <a:moveTo>
                    <a:pt x="21726" y="0"/>
                  </a:moveTo>
                  <a:lnTo>
                    <a:pt x="6390" y="0"/>
                  </a:lnTo>
                  <a:cubicBezTo>
                    <a:pt x="2556" y="0"/>
                    <a:pt x="0" y="3192"/>
                    <a:pt x="0" y="6384"/>
                  </a:cubicBezTo>
                  <a:lnTo>
                    <a:pt x="0" y="7661"/>
                  </a:lnTo>
                  <a:cubicBezTo>
                    <a:pt x="0" y="10853"/>
                    <a:pt x="2556" y="14045"/>
                    <a:pt x="6390" y="14045"/>
                  </a:cubicBezTo>
                  <a:lnTo>
                    <a:pt x="21726" y="14045"/>
                  </a:lnTo>
                  <a:cubicBezTo>
                    <a:pt x="25560" y="14045"/>
                    <a:pt x="28116" y="10853"/>
                    <a:pt x="28116" y="7661"/>
                  </a:cubicBezTo>
                  <a:lnTo>
                    <a:pt x="28116" y="6384"/>
                  </a:lnTo>
                  <a:cubicBezTo>
                    <a:pt x="28116" y="2554"/>
                    <a:pt x="24921" y="0"/>
                    <a:pt x="21726" y="0"/>
                  </a:cubicBezTo>
                  <a:close/>
                </a:path>
              </a:pathLst>
            </a:custGeom>
            <a:solidFill>
              <a:srgbClr val="007680"/>
            </a:solidFill>
            <a:ln w="6390" cap="flat">
              <a:noFill/>
              <a:prstDash val="solid"/>
              <a:miter/>
            </a:ln>
          </p:spPr>
          <p:txBody>
            <a:bodyPr rtlCol="0" anchor="ctr"/>
            <a:lstStyle/>
            <a:p>
              <a:endParaRPr lang="en-US"/>
            </a:p>
          </p:txBody>
        </p:sp>
        <p:sp>
          <p:nvSpPr>
            <p:cNvPr id="564" name="Graphic 4">
              <a:extLst>
                <a:ext uri="{FF2B5EF4-FFF2-40B4-BE49-F238E27FC236}">
                  <a16:creationId xmlns:a16="http://schemas.microsoft.com/office/drawing/2014/main" id="{60D29502-9AF9-B04D-B89B-CFC17A2AC41C}"/>
                </a:ext>
              </a:extLst>
            </p:cNvPr>
            <p:cNvSpPr/>
            <p:nvPr/>
          </p:nvSpPr>
          <p:spPr>
            <a:xfrm>
              <a:off x="3802651" y="3998450"/>
              <a:ext cx="28115" cy="14044"/>
            </a:xfrm>
            <a:custGeom>
              <a:avLst/>
              <a:gdLst>
                <a:gd name="connsiteX0" fmla="*/ 21726 w 28115"/>
                <a:gd name="connsiteY0" fmla="*/ 0 h 14044"/>
                <a:gd name="connsiteX1" fmla="*/ 6390 w 28115"/>
                <a:gd name="connsiteY1" fmla="*/ 0 h 14044"/>
                <a:gd name="connsiteX2" fmla="*/ 0 w 28115"/>
                <a:gd name="connsiteY2" fmla="*/ 6384 h 14044"/>
                <a:gd name="connsiteX3" fmla="*/ 0 w 28115"/>
                <a:gd name="connsiteY3" fmla="*/ 7661 h 14044"/>
                <a:gd name="connsiteX4" fmla="*/ 6390 w 28115"/>
                <a:gd name="connsiteY4" fmla="*/ 14045 h 14044"/>
                <a:gd name="connsiteX5" fmla="*/ 21726 w 28115"/>
                <a:gd name="connsiteY5" fmla="*/ 14045 h 14044"/>
                <a:gd name="connsiteX6" fmla="*/ 28116 w 28115"/>
                <a:gd name="connsiteY6" fmla="*/ 7661 h 14044"/>
                <a:gd name="connsiteX7" fmla="*/ 28116 w 28115"/>
                <a:gd name="connsiteY7" fmla="*/ 6384 h 14044"/>
                <a:gd name="connsiteX8" fmla="*/ 21726 w 28115"/>
                <a:gd name="connsiteY8"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15" h="14044">
                  <a:moveTo>
                    <a:pt x="21726" y="0"/>
                  </a:moveTo>
                  <a:lnTo>
                    <a:pt x="6390" y="0"/>
                  </a:lnTo>
                  <a:cubicBezTo>
                    <a:pt x="2556" y="0"/>
                    <a:pt x="0" y="3192"/>
                    <a:pt x="0" y="6384"/>
                  </a:cubicBezTo>
                  <a:lnTo>
                    <a:pt x="0" y="7661"/>
                  </a:lnTo>
                  <a:cubicBezTo>
                    <a:pt x="0" y="10853"/>
                    <a:pt x="2556" y="14045"/>
                    <a:pt x="6390" y="14045"/>
                  </a:cubicBezTo>
                  <a:lnTo>
                    <a:pt x="21726" y="14045"/>
                  </a:lnTo>
                  <a:cubicBezTo>
                    <a:pt x="25560" y="14045"/>
                    <a:pt x="28116" y="10853"/>
                    <a:pt x="28116" y="7661"/>
                  </a:cubicBezTo>
                  <a:lnTo>
                    <a:pt x="28116" y="6384"/>
                  </a:lnTo>
                  <a:cubicBezTo>
                    <a:pt x="28116" y="2553"/>
                    <a:pt x="24921" y="0"/>
                    <a:pt x="21726" y="0"/>
                  </a:cubicBezTo>
                  <a:close/>
                </a:path>
              </a:pathLst>
            </a:custGeom>
            <a:solidFill>
              <a:srgbClr val="007680"/>
            </a:solidFill>
            <a:ln w="6390" cap="flat">
              <a:noFill/>
              <a:prstDash val="solid"/>
              <a:miter/>
            </a:ln>
          </p:spPr>
          <p:txBody>
            <a:bodyPr rtlCol="0" anchor="ctr"/>
            <a:lstStyle/>
            <a:p>
              <a:endParaRPr lang="en-US"/>
            </a:p>
          </p:txBody>
        </p:sp>
        <p:sp>
          <p:nvSpPr>
            <p:cNvPr id="565" name="Graphic 4">
              <a:extLst>
                <a:ext uri="{FF2B5EF4-FFF2-40B4-BE49-F238E27FC236}">
                  <a16:creationId xmlns:a16="http://schemas.microsoft.com/office/drawing/2014/main" id="{C52DCFEF-ECA1-E640-960D-BA2E8A7E4CE1}"/>
                </a:ext>
              </a:extLst>
            </p:cNvPr>
            <p:cNvSpPr/>
            <p:nvPr/>
          </p:nvSpPr>
          <p:spPr>
            <a:xfrm>
              <a:off x="3802651" y="3914820"/>
              <a:ext cx="28115" cy="14044"/>
            </a:xfrm>
            <a:custGeom>
              <a:avLst/>
              <a:gdLst>
                <a:gd name="connsiteX0" fmla="*/ 21726 w 28115"/>
                <a:gd name="connsiteY0" fmla="*/ 0 h 14044"/>
                <a:gd name="connsiteX1" fmla="*/ 6390 w 28115"/>
                <a:gd name="connsiteY1" fmla="*/ 0 h 14044"/>
                <a:gd name="connsiteX2" fmla="*/ 0 w 28115"/>
                <a:gd name="connsiteY2" fmla="*/ 6384 h 14044"/>
                <a:gd name="connsiteX3" fmla="*/ 0 w 28115"/>
                <a:gd name="connsiteY3" fmla="*/ 7661 h 14044"/>
                <a:gd name="connsiteX4" fmla="*/ 6390 w 28115"/>
                <a:gd name="connsiteY4" fmla="*/ 14045 h 14044"/>
                <a:gd name="connsiteX5" fmla="*/ 21726 w 28115"/>
                <a:gd name="connsiteY5" fmla="*/ 14045 h 14044"/>
                <a:gd name="connsiteX6" fmla="*/ 28116 w 28115"/>
                <a:gd name="connsiteY6" fmla="*/ 7661 h 14044"/>
                <a:gd name="connsiteX7" fmla="*/ 28116 w 28115"/>
                <a:gd name="connsiteY7" fmla="*/ 6384 h 14044"/>
                <a:gd name="connsiteX8" fmla="*/ 21726 w 28115"/>
                <a:gd name="connsiteY8"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15" h="14044">
                  <a:moveTo>
                    <a:pt x="21726" y="0"/>
                  </a:moveTo>
                  <a:lnTo>
                    <a:pt x="6390" y="0"/>
                  </a:lnTo>
                  <a:cubicBezTo>
                    <a:pt x="2556" y="0"/>
                    <a:pt x="0" y="3192"/>
                    <a:pt x="0" y="6384"/>
                  </a:cubicBezTo>
                  <a:lnTo>
                    <a:pt x="0" y="7661"/>
                  </a:lnTo>
                  <a:cubicBezTo>
                    <a:pt x="0" y="11491"/>
                    <a:pt x="2556" y="14045"/>
                    <a:pt x="6390" y="14045"/>
                  </a:cubicBezTo>
                  <a:lnTo>
                    <a:pt x="21726" y="14045"/>
                  </a:lnTo>
                  <a:cubicBezTo>
                    <a:pt x="25560" y="14045"/>
                    <a:pt x="28116" y="11491"/>
                    <a:pt x="28116" y="7661"/>
                  </a:cubicBezTo>
                  <a:lnTo>
                    <a:pt x="28116" y="6384"/>
                  </a:lnTo>
                  <a:cubicBezTo>
                    <a:pt x="28116" y="2554"/>
                    <a:pt x="24921" y="0"/>
                    <a:pt x="21726" y="0"/>
                  </a:cubicBezTo>
                  <a:close/>
                </a:path>
              </a:pathLst>
            </a:custGeom>
            <a:solidFill>
              <a:srgbClr val="007680"/>
            </a:solidFill>
            <a:ln w="6390" cap="flat">
              <a:noFill/>
              <a:prstDash val="solid"/>
              <a:miter/>
            </a:ln>
          </p:spPr>
          <p:txBody>
            <a:bodyPr rtlCol="0" anchor="ctr"/>
            <a:lstStyle/>
            <a:p>
              <a:endParaRPr lang="en-US"/>
            </a:p>
          </p:txBody>
        </p:sp>
        <p:sp>
          <p:nvSpPr>
            <p:cNvPr id="566" name="Graphic 4">
              <a:extLst>
                <a:ext uri="{FF2B5EF4-FFF2-40B4-BE49-F238E27FC236}">
                  <a16:creationId xmlns:a16="http://schemas.microsoft.com/office/drawing/2014/main" id="{1683089B-3351-9846-8C79-E539671D9F23}"/>
                </a:ext>
              </a:extLst>
            </p:cNvPr>
            <p:cNvSpPr/>
            <p:nvPr/>
          </p:nvSpPr>
          <p:spPr>
            <a:xfrm>
              <a:off x="3858243" y="4025901"/>
              <a:ext cx="28115" cy="14044"/>
            </a:xfrm>
            <a:custGeom>
              <a:avLst/>
              <a:gdLst>
                <a:gd name="connsiteX0" fmla="*/ 21726 w 28115"/>
                <a:gd name="connsiteY0" fmla="*/ 0 h 14044"/>
                <a:gd name="connsiteX1" fmla="*/ 6390 w 28115"/>
                <a:gd name="connsiteY1" fmla="*/ 0 h 14044"/>
                <a:gd name="connsiteX2" fmla="*/ 0 w 28115"/>
                <a:gd name="connsiteY2" fmla="*/ 6384 h 14044"/>
                <a:gd name="connsiteX3" fmla="*/ 0 w 28115"/>
                <a:gd name="connsiteY3" fmla="*/ 7661 h 14044"/>
                <a:gd name="connsiteX4" fmla="*/ 6390 w 28115"/>
                <a:gd name="connsiteY4" fmla="*/ 14045 h 14044"/>
                <a:gd name="connsiteX5" fmla="*/ 21726 w 28115"/>
                <a:gd name="connsiteY5" fmla="*/ 14045 h 14044"/>
                <a:gd name="connsiteX6" fmla="*/ 28116 w 28115"/>
                <a:gd name="connsiteY6" fmla="*/ 7661 h 14044"/>
                <a:gd name="connsiteX7" fmla="*/ 28116 w 28115"/>
                <a:gd name="connsiteY7" fmla="*/ 6384 h 14044"/>
                <a:gd name="connsiteX8" fmla="*/ 21726 w 28115"/>
                <a:gd name="connsiteY8"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15" h="14044">
                  <a:moveTo>
                    <a:pt x="21726" y="0"/>
                  </a:moveTo>
                  <a:lnTo>
                    <a:pt x="6390" y="0"/>
                  </a:lnTo>
                  <a:cubicBezTo>
                    <a:pt x="2556" y="0"/>
                    <a:pt x="0" y="2554"/>
                    <a:pt x="0" y="6384"/>
                  </a:cubicBezTo>
                  <a:lnTo>
                    <a:pt x="0" y="7661"/>
                  </a:lnTo>
                  <a:cubicBezTo>
                    <a:pt x="0" y="10853"/>
                    <a:pt x="2556" y="14045"/>
                    <a:pt x="6390" y="14045"/>
                  </a:cubicBezTo>
                  <a:lnTo>
                    <a:pt x="21726" y="14045"/>
                  </a:lnTo>
                  <a:cubicBezTo>
                    <a:pt x="25560" y="14045"/>
                    <a:pt x="28116" y="10853"/>
                    <a:pt x="28116" y="7661"/>
                  </a:cubicBezTo>
                  <a:lnTo>
                    <a:pt x="28116" y="6384"/>
                  </a:lnTo>
                  <a:cubicBezTo>
                    <a:pt x="28116" y="3192"/>
                    <a:pt x="25560" y="0"/>
                    <a:pt x="21726" y="0"/>
                  </a:cubicBezTo>
                  <a:close/>
                </a:path>
              </a:pathLst>
            </a:custGeom>
            <a:solidFill>
              <a:srgbClr val="007680"/>
            </a:solidFill>
            <a:ln w="6390" cap="flat">
              <a:noFill/>
              <a:prstDash val="solid"/>
              <a:miter/>
            </a:ln>
          </p:spPr>
          <p:txBody>
            <a:bodyPr rtlCol="0" anchor="ctr"/>
            <a:lstStyle/>
            <a:p>
              <a:endParaRPr lang="en-US"/>
            </a:p>
          </p:txBody>
        </p:sp>
        <p:sp>
          <p:nvSpPr>
            <p:cNvPr id="567" name="Graphic 4">
              <a:extLst>
                <a:ext uri="{FF2B5EF4-FFF2-40B4-BE49-F238E27FC236}">
                  <a16:creationId xmlns:a16="http://schemas.microsoft.com/office/drawing/2014/main" id="{162BB126-8845-8348-B0B9-CDD9C4476E6F}"/>
                </a:ext>
              </a:extLst>
            </p:cNvPr>
            <p:cNvSpPr/>
            <p:nvPr/>
          </p:nvSpPr>
          <p:spPr>
            <a:xfrm>
              <a:off x="3858243" y="4053991"/>
              <a:ext cx="28115" cy="14044"/>
            </a:xfrm>
            <a:custGeom>
              <a:avLst/>
              <a:gdLst>
                <a:gd name="connsiteX0" fmla="*/ 21726 w 28115"/>
                <a:gd name="connsiteY0" fmla="*/ 0 h 14044"/>
                <a:gd name="connsiteX1" fmla="*/ 6390 w 28115"/>
                <a:gd name="connsiteY1" fmla="*/ 0 h 14044"/>
                <a:gd name="connsiteX2" fmla="*/ 0 w 28115"/>
                <a:gd name="connsiteY2" fmla="*/ 6384 h 14044"/>
                <a:gd name="connsiteX3" fmla="*/ 0 w 28115"/>
                <a:gd name="connsiteY3" fmla="*/ 7660 h 14044"/>
                <a:gd name="connsiteX4" fmla="*/ 6390 w 28115"/>
                <a:gd name="connsiteY4" fmla="*/ 14044 h 14044"/>
                <a:gd name="connsiteX5" fmla="*/ 21726 w 28115"/>
                <a:gd name="connsiteY5" fmla="*/ 14044 h 14044"/>
                <a:gd name="connsiteX6" fmla="*/ 28116 w 28115"/>
                <a:gd name="connsiteY6" fmla="*/ 7660 h 14044"/>
                <a:gd name="connsiteX7" fmla="*/ 28116 w 28115"/>
                <a:gd name="connsiteY7" fmla="*/ 6384 h 14044"/>
                <a:gd name="connsiteX8" fmla="*/ 21726 w 28115"/>
                <a:gd name="connsiteY8"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15" h="14044">
                  <a:moveTo>
                    <a:pt x="21726" y="0"/>
                  </a:moveTo>
                  <a:lnTo>
                    <a:pt x="6390" y="0"/>
                  </a:lnTo>
                  <a:cubicBezTo>
                    <a:pt x="2556" y="0"/>
                    <a:pt x="0" y="3192"/>
                    <a:pt x="0" y="6384"/>
                  </a:cubicBezTo>
                  <a:lnTo>
                    <a:pt x="0" y="7660"/>
                  </a:lnTo>
                  <a:cubicBezTo>
                    <a:pt x="0" y="11491"/>
                    <a:pt x="2556" y="14044"/>
                    <a:pt x="6390" y="14044"/>
                  </a:cubicBezTo>
                  <a:lnTo>
                    <a:pt x="21726" y="14044"/>
                  </a:lnTo>
                  <a:cubicBezTo>
                    <a:pt x="25560" y="14044"/>
                    <a:pt x="28116" y="11491"/>
                    <a:pt x="28116" y="7660"/>
                  </a:cubicBezTo>
                  <a:lnTo>
                    <a:pt x="28116" y="6384"/>
                  </a:lnTo>
                  <a:cubicBezTo>
                    <a:pt x="28116" y="2553"/>
                    <a:pt x="25560" y="0"/>
                    <a:pt x="21726" y="0"/>
                  </a:cubicBezTo>
                  <a:close/>
                </a:path>
              </a:pathLst>
            </a:custGeom>
            <a:solidFill>
              <a:srgbClr val="007680"/>
            </a:solidFill>
            <a:ln w="6390" cap="flat">
              <a:noFill/>
              <a:prstDash val="solid"/>
              <a:miter/>
            </a:ln>
          </p:spPr>
          <p:txBody>
            <a:bodyPr rtlCol="0" anchor="ctr"/>
            <a:lstStyle/>
            <a:p>
              <a:endParaRPr lang="en-US"/>
            </a:p>
          </p:txBody>
        </p:sp>
        <p:sp>
          <p:nvSpPr>
            <p:cNvPr id="568" name="Graphic 4">
              <a:extLst>
                <a:ext uri="{FF2B5EF4-FFF2-40B4-BE49-F238E27FC236}">
                  <a16:creationId xmlns:a16="http://schemas.microsoft.com/office/drawing/2014/main" id="{3EB9B818-F124-2D42-AAB3-369F92BE274A}"/>
                </a:ext>
              </a:extLst>
            </p:cNvPr>
            <p:cNvSpPr/>
            <p:nvPr/>
          </p:nvSpPr>
          <p:spPr>
            <a:xfrm>
              <a:off x="3858243" y="4082080"/>
              <a:ext cx="28115" cy="14044"/>
            </a:xfrm>
            <a:custGeom>
              <a:avLst/>
              <a:gdLst>
                <a:gd name="connsiteX0" fmla="*/ 21726 w 28115"/>
                <a:gd name="connsiteY0" fmla="*/ 0 h 14044"/>
                <a:gd name="connsiteX1" fmla="*/ 6390 w 28115"/>
                <a:gd name="connsiteY1" fmla="*/ 0 h 14044"/>
                <a:gd name="connsiteX2" fmla="*/ 0 w 28115"/>
                <a:gd name="connsiteY2" fmla="*/ 6384 h 14044"/>
                <a:gd name="connsiteX3" fmla="*/ 0 w 28115"/>
                <a:gd name="connsiteY3" fmla="*/ 7661 h 14044"/>
                <a:gd name="connsiteX4" fmla="*/ 6390 w 28115"/>
                <a:gd name="connsiteY4" fmla="*/ 14045 h 14044"/>
                <a:gd name="connsiteX5" fmla="*/ 21726 w 28115"/>
                <a:gd name="connsiteY5" fmla="*/ 14045 h 14044"/>
                <a:gd name="connsiteX6" fmla="*/ 28116 w 28115"/>
                <a:gd name="connsiteY6" fmla="*/ 7661 h 14044"/>
                <a:gd name="connsiteX7" fmla="*/ 28116 w 28115"/>
                <a:gd name="connsiteY7" fmla="*/ 6384 h 14044"/>
                <a:gd name="connsiteX8" fmla="*/ 21726 w 28115"/>
                <a:gd name="connsiteY8"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15" h="14044">
                  <a:moveTo>
                    <a:pt x="21726" y="0"/>
                  </a:moveTo>
                  <a:lnTo>
                    <a:pt x="6390" y="0"/>
                  </a:lnTo>
                  <a:cubicBezTo>
                    <a:pt x="2556" y="0"/>
                    <a:pt x="0" y="3192"/>
                    <a:pt x="0" y="6384"/>
                  </a:cubicBezTo>
                  <a:lnTo>
                    <a:pt x="0" y="7661"/>
                  </a:lnTo>
                  <a:cubicBezTo>
                    <a:pt x="0" y="10853"/>
                    <a:pt x="2556" y="14045"/>
                    <a:pt x="6390" y="14045"/>
                  </a:cubicBezTo>
                  <a:lnTo>
                    <a:pt x="21726" y="14045"/>
                  </a:lnTo>
                  <a:cubicBezTo>
                    <a:pt x="25560" y="14045"/>
                    <a:pt x="28116" y="10853"/>
                    <a:pt x="28116" y="7661"/>
                  </a:cubicBezTo>
                  <a:lnTo>
                    <a:pt x="28116" y="6384"/>
                  </a:lnTo>
                  <a:cubicBezTo>
                    <a:pt x="28116" y="2554"/>
                    <a:pt x="25560" y="0"/>
                    <a:pt x="21726" y="0"/>
                  </a:cubicBezTo>
                  <a:close/>
                </a:path>
              </a:pathLst>
            </a:custGeom>
            <a:solidFill>
              <a:srgbClr val="007680"/>
            </a:solidFill>
            <a:ln w="6390" cap="flat">
              <a:noFill/>
              <a:prstDash val="solid"/>
              <a:miter/>
            </a:ln>
          </p:spPr>
          <p:txBody>
            <a:bodyPr rtlCol="0" anchor="ctr"/>
            <a:lstStyle/>
            <a:p>
              <a:endParaRPr lang="en-US"/>
            </a:p>
          </p:txBody>
        </p:sp>
        <p:sp>
          <p:nvSpPr>
            <p:cNvPr id="569" name="Graphic 4">
              <a:extLst>
                <a:ext uri="{FF2B5EF4-FFF2-40B4-BE49-F238E27FC236}">
                  <a16:creationId xmlns:a16="http://schemas.microsoft.com/office/drawing/2014/main" id="{11A44519-2521-744E-B096-C1619EEA5E85}"/>
                </a:ext>
              </a:extLst>
            </p:cNvPr>
            <p:cNvSpPr/>
            <p:nvPr/>
          </p:nvSpPr>
          <p:spPr>
            <a:xfrm>
              <a:off x="3858243" y="3970361"/>
              <a:ext cx="28115" cy="14044"/>
            </a:xfrm>
            <a:custGeom>
              <a:avLst/>
              <a:gdLst>
                <a:gd name="connsiteX0" fmla="*/ 21726 w 28115"/>
                <a:gd name="connsiteY0" fmla="*/ 0 h 14044"/>
                <a:gd name="connsiteX1" fmla="*/ 6390 w 28115"/>
                <a:gd name="connsiteY1" fmla="*/ 0 h 14044"/>
                <a:gd name="connsiteX2" fmla="*/ 0 w 28115"/>
                <a:gd name="connsiteY2" fmla="*/ 6384 h 14044"/>
                <a:gd name="connsiteX3" fmla="*/ 0 w 28115"/>
                <a:gd name="connsiteY3" fmla="*/ 7661 h 14044"/>
                <a:gd name="connsiteX4" fmla="*/ 6390 w 28115"/>
                <a:gd name="connsiteY4" fmla="*/ 14045 h 14044"/>
                <a:gd name="connsiteX5" fmla="*/ 21726 w 28115"/>
                <a:gd name="connsiteY5" fmla="*/ 14045 h 14044"/>
                <a:gd name="connsiteX6" fmla="*/ 28116 w 28115"/>
                <a:gd name="connsiteY6" fmla="*/ 7661 h 14044"/>
                <a:gd name="connsiteX7" fmla="*/ 28116 w 28115"/>
                <a:gd name="connsiteY7" fmla="*/ 6384 h 14044"/>
                <a:gd name="connsiteX8" fmla="*/ 21726 w 28115"/>
                <a:gd name="connsiteY8"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15" h="14044">
                  <a:moveTo>
                    <a:pt x="21726" y="0"/>
                  </a:moveTo>
                  <a:lnTo>
                    <a:pt x="6390" y="0"/>
                  </a:lnTo>
                  <a:cubicBezTo>
                    <a:pt x="2556" y="0"/>
                    <a:pt x="0" y="3192"/>
                    <a:pt x="0" y="6384"/>
                  </a:cubicBezTo>
                  <a:lnTo>
                    <a:pt x="0" y="7661"/>
                  </a:lnTo>
                  <a:cubicBezTo>
                    <a:pt x="0" y="10853"/>
                    <a:pt x="2556" y="14045"/>
                    <a:pt x="6390" y="14045"/>
                  </a:cubicBezTo>
                  <a:lnTo>
                    <a:pt x="21726" y="14045"/>
                  </a:lnTo>
                  <a:cubicBezTo>
                    <a:pt x="25560" y="14045"/>
                    <a:pt x="28116" y="10853"/>
                    <a:pt x="28116" y="7661"/>
                  </a:cubicBezTo>
                  <a:lnTo>
                    <a:pt x="28116" y="6384"/>
                  </a:lnTo>
                  <a:cubicBezTo>
                    <a:pt x="28116" y="2554"/>
                    <a:pt x="25560" y="0"/>
                    <a:pt x="21726" y="0"/>
                  </a:cubicBezTo>
                  <a:close/>
                </a:path>
              </a:pathLst>
            </a:custGeom>
            <a:solidFill>
              <a:srgbClr val="007680"/>
            </a:solidFill>
            <a:ln w="6390" cap="flat">
              <a:noFill/>
              <a:prstDash val="solid"/>
              <a:miter/>
            </a:ln>
          </p:spPr>
          <p:txBody>
            <a:bodyPr rtlCol="0" anchor="ctr"/>
            <a:lstStyle/>
            <a:p>
              <a:endParaRPr lang="en-US"/>
            </a:p>
          </p:txBody>
        </p:sp>
        <p:sp>
          <p:nvSpPr>
            <p:cNvPr id="570" name="Graphic 4">
              <a:extLst>
                <a:ext uri="{FF2B5EF4-FFF2-40B4-BE49-F238E27FC236}">
                  <a16:creationId xmlns:a16="http://schemas.microsoft.com/office/drawing/2014/main" id="{BBB9C60E-D97F-934D-8C29-824F48F86802}"/>
                </a:ext>
              </a:extLst>
            </p:cNvPr>
            <p:cNvSpPr/>
            <p:nvPr/>
          </p:nvSpPr>
          <p:spPr>
            <a:xfrm>
              <a:off x="3858243" y="3998450"/>
              <a:ext cx="28115" cy="14044"/>
            </a:xfrm>
            <a:custGeom>
              <a:avLst/>
              <a:gdLst>
                <a:gd name="connsiteX0" fmla="*/ 21726 w 28115"/>
                <a:gd name="connsiteY0" fmla="*/ 0 h 14044"/>
                <a:gd name="connsiteX1" fmla="*/ 6390 w 28115"/>
                <a:gd name="connsiteY1" fmla="*/ 0 h 14044"/>
                <a:gd name="connsiteX2" fmla="*/ 0 w 28115"/>
                <a:gd name="connsiteY2" fmla="*/ 6384 h 14044"/>
                <a:gd name="connsiteX3" fmla="*/ 0 w 28115"/>
                <a:gd name="connsiteY3" fmla="*/ 7661 h 14044"/>
                <a:gd name="connsiteX4" fmla="*/ 6390 w 28115"/>
                <a:gd name="connsiteY4" fmla="*/ 14045 h 14044"/>
                <a:gd name="connsiteX5" fmla="*/ 21726 w 28115"/>
                <a:gd name="connsiteY5" fmla="*/ 14045 h 14044"/>
                <a:gd name="connsiteX6" fmla="*/ 28116 w 28115"/>
                <a:gd name="connsiteY6" fmla="*/ 7661 h 14044"/>
                <a:gd name="connsiteX7" fmla="*/ 28116 w 28115"/>
                <a:gd name="connsiteY7" fmla="*/ 6384 h 14044"/>
                <a:gd name="connsiteX8" fmla="*/ 21726 w 28115"/>
                <a:gd name="connsiteY8"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15" h="14044">
                  <a:moveTo>
                    <a:pt x="21726" y="0"/>
                  </a:moveTo>
                  <a:lnTo>
                    <a:pt x="6390" y="0"/>
                  </a:lnTo>
                  <a:cubicBezTo>
                    <a:pt x="2556" y="0"/>
                    <a:pt x="0" y="3192"/>
                    <a:pt x="0" y="6384"/>
                  </a:cubicBezTo>
                  <a:lnTo>
                    <a:pt x="0" y="7661"/>
                  </a:lnTo>
                  <a:cubicBezTo>
                    <a:pt x="0" y="10853"/>
                    <a:pt x="2556" y="14045"/>
                    <a:pt x="6390" y="14045"/>
                  </a:cubicBezTo>
                  <a:lnTo>
                    <a:pt x="21726" y="14045"/>
                  </a:lnTo>
                  <a:cubicBezTo>
                    <a:pt x="25560" y="14045"/>
                    <a:pt x="28116" y="10853"/>
                    <a:pt x="28116" y="7661"/>
                  </a:cubicBezTo>
                  <a:lnTo>
                    <a:pt x="28116" y="6384"/>
                  </a:lnTo>
                  <a:cubicBezTo>
                    <a:pt x="28116" y="2553"/>
                    <a:pt x="25560" y="0"/>
                    <a:pt x="21726" y="0"/>
                  </a:cubicBezTo>
                  <a:close/>
                </a:path>
              </a:pathLst>
            </a:custGeom>
            <a:solidFill>
              <a:srgbClr val="007680"/>
            </a:solidFill>
            <a:ln w="6390" cap="flat">
              <a:noFill/>
              <a:prstDash val="solid"/>
              <a:miter/>
            </a:ln>
          </p:spPr>
          <p:txBody>
            <a:bodyPr rtlCol="0" anchor="ctr"/>
            <a:lstStyle/>
            <a:p>
              <a:endParaRPr lang="en-US"/>
            </a:p>
          </p:txBody>
        </p:sp>
      </p:grpSp>
      <p:grpSp>
        <p:nvGrpSpPr>
          <p:cNvPr id="571" name="Graphic 4">
            <a:extLst>
              <a:ext uri="{FF2B5EF4-FFF2-40B4-BE49-F238E27FC236}">
                <a16:creationId xmlns:a16="http://schemas.microsoft.com/office/drawing/2014/main" id="{DF7EBDA6-7D61-3241-AC0F-39A514AAA712}"/>
              </a:ext>
            </a:extLst>
          </p:cNvPr>
          <p:cNvGrpSpPr/>
          <p:nvPr/>
        </p:nvGrpSpPr>
        <p:grpSpPr>
          <a:xfrm>
            <a:off x="1515054" y="4308712"/>
            <a:ext cx="361670" cy="361333"/>
            <a:chOff x="1515054" y="4308712"/>
            <a:chExt cx="361670" cy="361333"/>
          </a:xfrm>
          <a:solidFill>
            <a:srgbClr val="007680"/>
          </a:solidFill>
        </p:grpSpPr>
        <p:sp>
          <p:nvSpPr>
            <p:cNvPr id="572" name="Graphic 4">
              <a:extLst>
                <a:ext uri="{FF2B5EF4-FFF2-40B4-BE49-F238E27FC236}">
                  <a16:creationId xmlns:a16="http://schemas.microsoft.com/office/drawing/2014/main" id="{07DB0BA2-6AD0-AC40-86FA-521D05F413F9}"/>
                </a:ext>
              </a:extLst>
            </p:cNvPr>
            <p:cNvSpPr/>
            <p:nvPr/>
          </p:nvSpPr>
          <p:spPr>
            <a:xfrm>
              <a:off x="1515054"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234"/>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573" name="Graphic 4">
              <a:extLst>
                <a:ext uri="{FF2B5EF4-FFF2-40B4-BE49-F238E27FC236}">
                  <a16:creationId xmlns:a16="http://schemas.microsoft.com/office/drawing/2014/main" id="{11F4E2DD-4CAC-FB4C-B931-437400111CD3}"/>
                </a:ext>
              </a:extLst>
            </p:cNvPr>
            <p:cNvSpPr/>
            <p:nvPr/>
          </p:nvSpPr>
          <p:spPr>
            <a:xfrm>
              <a:off x="1706113" y="4399364"/>
              <a:ext cx="12779" cy="180666"/>
            </a:xfrm>
            <a:custGeom>
              <a:avLst/>
              <a:gdLst>
                <a:gd name="connsiteX0" fmla="*/ 6390 w 12779"/>
                <a:gd name="connsiteY0" fmla="*/ 0 h 180666"/>
                <a:gd name="connsiteX1" fmla="*/ 0 w 12779"/>
                <a:gd name="connsiteY1" fmla="*/ 6384 h 180666"/>
                <a:gd name="connsiteX2" fmla="*/ 0 w 12779"/>
                <a:gd name="connsiteY2" fmla="*/ 174283 h 180666"/>
                <a:gd name="connsiteX3" fmla="*/ 6390 w 12779"/>
                <a:gd name="connsiteY3" fmla="*/ 180667 h 180666"/>
                <a:gd name="connsiteX4" fmla="*/ 12780 w 12779"/>
                <a:gd name="connsiteY4" fmla="*/ 174283 h 180666"/>
                <a:gd name="connsiteX5" fmla="*/ 12780 w 12779"/>
                <a:gd name="connsiteY5" fmla="*/ 6384 h 180666"/>
                <a:gd name="connsiteX6" fmla="*/ 6390 w 12779"/>
                <a:gd name="connsiteY6" fmla="*/ 0 h 18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180666">
                  <a:moveTo>
                    <a:pt x="6390" y="0"/>
                  </a:moveTo>
                  <a:cubicBezTo>
                    <a:pt x="2556" y="0"/>
                    <a:pt x="0" y="2554"/>
                    <a:pt x="0" y="6384"/>
                  </a:cubicBezTo>
                  <a:lnTo>
                    <a:pt x="0" y="174283"/>
                  </a:lnTo>
                  <a:cubicBezTo>
                    <a:pt x="0" y="178113"/>
                    <a:pt x="2556" y="180667"/>
                    <a:pt x="6390" y="180667"/>
                  </a:cubicBezTo>
                  <a:cubicBezTo>
                    <a:pt x="10224" y="180667"/>
                    <a:pt x="12780" y="178113"/>
                    <a:pt x="12780" y="174283"/>
                  </a:cubicBezTo>
                  <a:lnTo>
                    <a:pt x="12780" y="6384"/>
                  </a:lnTo>
                  <a:cubicBezTo>
                    <a:pt x="12780" y="2554"/>
                    <a:pt x="10224" y="0"/>
                    <a:pt x="6390" y="0"/>
                  </a:cubicBezTo>
                  <a:close/>
                </a:path>
              </a:pathLst>
            </a:custGeom>
            <a:solidFill>
              <a:srgbClr val="007680"/>
            </a:solidFill>
            <a:ln w="6390" cap="flat">
              <a:noFill/>
              <a:prstDash val="solid"/>
              <a:miter/>
            </a:ln>
          </p:spPr>
          <p:txBody>
            <a:bodyPr rtlCol="0" anchor="ctr"/>
            <a:lstStyle/>
            <a:p>
              <a:endParaRPr lang="en-US"/>
            </a:p>
          </p:txBody>
        </p:sp>
        <p:sp>
          <p:nvSpPr>
            <p:cNvPr id="574" name="Graphic 4">
              <a:extLst>
                <a:ext uri="{FF2B5EF4-FFF2-40B4-BE49-F238E27FC236}">
                  <a16:creationId xmlns:a16="http://schemas.microsoft.com/office/drawing/2014/main" id="{E832A767-B77B-954C-9A1A-5036E8279A6A}"/>
                </a:ext>
              </a:extLst>
            </p:cNvPr>
            <p:cNvSpPr/>
            <p:nvPr/>
          </p:nvSpPr>
          <p:spPr>
            <a:xfrm>
              <a:off x="1672885" y="4440860"/>
              <a:ext cx="12779" cy="97036"/>
            </a:xfrm>
            <a:custGeom>
              <a:avLst/>
              <a:gdLst>
                <a:gd name="connsiteX0" fmla="*/ 6390 w 12779"/>
                <a:gd name="connsiteY0" fmla="*/ 0 h 97036"/>
                <a:gd name="connsiteX1" fmla="*/ 0 w 12779"/>
                <a:gd name="connsiteY1" fmla="*/ 6384 h 97036"/>
                <a:gd name="connsiteX2" fmla="*/ 0 w 12779"/>
                <a:gd name="connsiteY2" fmla="*/ 90653 h 97036"/>
                <a:gd name="connsiteX3" fmla="*/ 6390 w 12779"/>
                <a:gd name="connsiteY3" fmla="*/ 97037 h 97036"/>
                <a:gd name="connsiteX4" fmla="*/ 12780 w 12779"/>
                <a:gd name="connsiteY4" fmla="*/ 90653 h 97036"/>
                <a:gd name="connsiteX5" fmla="*/ 12780 w 12779"/>
                <a:gd name="connsiteY5" fmla="*/ 6384 h 97036"/>
                <a:gd name="connsiteX6" fmla="*/ 6390 w 12779"/>
                <a:gd name="connsiteY6" fmla="*/ 0 h 97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97036">
                  <a:moveTo>
                    <a:pt x="6390" y="0"/>
                  </a:moveTo>
                  <a:cubicBezTo>
                    <a:pt x="2556" y="0"/>
                    <a:pt x="0" y="2554"/>
                    <a:pt x="0" y="6384"/>
                  </a:cubicBezTo>
                  <a:lnTo>
                    <a:pt x="0" y="90653"/>
                  </a:lnTo>
                  <a:cubicBezTo>
                    <a:pt x="0" y="94483"/>
                    <a:pt x="2556" y="97037"/>
                    <a:pt x="6390" y="97037"/>
                  </a:cubicBezTo>
                  <a:cubicBezTo>
                    <a:pt x="10224" y="97037"/>
                    <a:pt x="12780" y="94483"/>
                    <a:pt x="12780" y="90653"/>
                  </a:cubicBezTo>
                  <a:lnTo>
                    <a:pt x="12780" y="6384"/>
                  </a:lnTo>
                  <a:cubicBezTo>
                    <a:pt x="12780" y="3192"/>
                    <a:pt x="9585" y="0"/>
                    <a:pt x="6390" y="0"/>
                  </a:cubicBezTo>
                  <a:close/>
                </a:path>
              </a:pathLst>
            </a:custGeom>
            <a:solidFill>
              <a:srgbClr val="007680"/>
            </a:solidFill>
            <a:ln w="6390" cap="flat">
              <a:noFill/>
              <a:prstDash val="solid"/>
              <a:miter/>
            </a:ln>
          </p:spPr>
          <p:txBody>
            <a:bodyPr rtlCol="0" anchor="ctr"/>
            <a:lstStyle/>
            <a:p>
              <a:endParaRPr lang="en-US"/>
            </a:p>
          </p:txBody>
        </p:sp>
        <p:sp>
          <p:nvSpPr>
            <p:cNvPr id="575" name="Graphic 4">
              <a:extLst>
                <a:ext uri="{FF2B5EF4-FFF2-40B4-BE49-F238E27FC236}">
                  <a16:creationId xmlns:a16="http://schemas.microsoft.com/office/drawing/2014/main" id="{0AB9B817-F6BF-E046-82E6-A71940C80F99}"/>
                </a:ext>
              </a:extLst>
            </p:cNvPr>
            <p:cNvSpPr/>
            <p:nvPr/>
          </p:nvSpPr>
          <p:spPr>
            <a:xfrm>
              <a:off x="1639018" y="4407663"/>
              <a:ext cx="12779" cy="164068"/>
            </a:xfrm>
            <a:custGeom>
              <a:avLst/>
              <a:gdLst>
                <a:gd name="connsiteX0" fmla="*/ 6390 w 12779"/>
                <a:gd name="connsiteY0" fmla="*/ 0 h 164068"/>
                <a:gd name="connsiteX1" fmla="*/ 0 w 12779"/>
                <a:gd name="connsiteY1" fmla="*/ 6384 h 164068"/>
                <a:gd name="connsiteX2" fmla="*/ 0 w 12779"/>
                <a:gd name="connsiteY2" fmla="*/ 157684 h 164068"/>
                <a:gd name="connsiteX3" fmla="*/ 6390 w 12779"/>
                <a:gd name="connsiteY3" fmla="*/ 164068 h 164068"/>
                <a:gd name="connsiteX4" fmla="*/ 12780 w 12779"/>
                <a:gd name="connsiteY4" fmla="*/ 157684 h 164068"/>
                <a:gd name="connsiteX5" fmla="*/ 12780 w 12779"/>
                <a:gd name="connsiteY5" fmla="*/ 6384 h 164068"/>
                <a:gd name="connsiteX6" fmla="*/ 6390 w 12779"/>
                <a:gd name="connsiteY6" fmla="*/ 0 h 16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164068">
                  <a:moveTo>
                    <a:pt x="6390" y="0"/>
                  </a:moveTo>
                  <a:cubicBezTo>
                    <a:pt x="2556" y="0"/>
                    <a:pt x="0" y="2554"/>
                    <a:pt x="0" y="6384"/>
                  </a:cubicBezTo>
                  <a:lnTo>
                    <a:pt x="0" y="157684"/>
                  </a:lnTo>
                  <a:cubicBezTo>
                    <a:pt x="0" y="161515"/>
                    <a:pt x="2556" y="164068"/>
                    <a:pt x="6390" y="164068"/>
                  </a:cubicBezTo>
                  <a:cubicBezTo>
                    <a:pt x="10224" y="164068"/>
                    <a:pt x="12780" y="161515"/>
                    <a:pt x="12780" y="157684"/>
                  </a:cubicBezTo>
                  <a:lnTo>
                    <a:pt x="12780" y="6384"/>
                  </a:lnTo>
                  <a:cubicBezTo>
                    <a:pt x="12780" y="2554"/>
                    <a:pt x="9585" y="0"/>
                    <a:pt x="6390" y="0"/>
                  </a:cubicBezTo>
                  <a:close/>
                </a:path>
              </a:pathLst>
            </a:custGeom>
            <a:solidFill>
              <a:srgbClr val="007680"/>
            </a:solidFill>
            <a:ln w="6390" cap="flat">
              <a:noFill/>
              <a:prstDash val="solid"/>
              <a:miter/>
            </a:ln>
          </p:spPr>
          <p:txBody>
            <a:bodyPr rtlCol="0" anchor="ctr"/>
            <a:lstStyle/>
            <a:p>
              <a:endParaRPr lang="en-US"/>
            </a:p>
          </p:txBody>
        </p:sp>
        <p:sp>
          <p:nvSpPr>
            <p:cNvPr id="576" name="Graphic 4">
              <a:extLst>
                <a:ext uri="{FF2B5EF4-FFF2-40B4-BE49-F238E27FC236}">
                  <a16:creationId xmlns:a16="http://schemas.microsoft.com/office/drawing/2014/main" id="{D3BA82AD-6EB8-4541-9F52-56BE0D078E49}"/>
                </a:ext>
              </a:extLst>
            </p:cNvPr>
            <p:cNvSpPr/>
            <p:nvPr/>
          </p:nvSpPr>
          <p:spPr>
            <a:xfrm>
              <a:off x="1605152" y="4432561"/>
              <a:ext cx="12779" cy="113634"/>
            </a:xfrm>
            <a:custGeom>
              <a:avLst/>
              <a:gdLst>
                <a:gd name="connsiteX0" fmla="*/ 6390 w 12779"/>
                <a:gd name="connsiteY0" fmla="*/ 0 h 113634"/>
                <a:gd name="connsiteX1" fmla="*/ 0 w 12779"/>
                <a:gd name="connsiteY1" fmla="*/ 6384 h 113634"/>
                <a:gd name="connsiteX2" fmla="*/ 0 w 12779"/>
                <a:gd name="connsiteY2" fmla="*/ 107251 h 113634"/>
                <a:gd name="connsiteX3" fmla="*/ 6390 w 12779"/>
                <a:gd name="connsiteY3" fmla="*/ 113635 h 113634"/>
                <a:gd name="connsiteX4" fmla="*/ 12780 w 12779"/>
                <a:gd name="connsiteY4" fmla="*/ 107251 h 113634"/>
                <a:gd name="connsiteX5" fmla="*/ 12780 w 12779"/>
                <a:gd name="connsiteY5" fmla="*/ 6384 h 113634"/>
                <a:gd name="connsiteX6" fmla="*/ 6390 w 12779"/>
                <a:gd name="connsiteY6" fmla="*/ 0 h 113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113634">
                  <a:moveTo>
                    <a:pt x="6390" y="0"/>
                  </a:moveTo>
                  <a:cubicBezTo>
                    <a:pt x="2556" y="0"/>
                    <a:pt x="0" y="2553"/>
                    <a:pt x="0" y="6384"/>
                  </a:cubicBezTo>
                  <a:lnTo>
                    <a:pt x="0" y="107251"/>
                  </a:lnTo>
                  <a:cubicBezTo>
                    <a:pt x="0" y="111081"/>
                    <a:pt x="2556" y="113635"/>
                    <a:pt x="6390" y="113635"/>
                  </a:cubicBezTo>
                  <a:cubicBezTo>
                    <a:pt x="10224" y="113635"/>
                    <a:pt x="12780" y="111081"/>
                    <a:pt x="12780" y="107251"/>
                  </a:cubicBezTo>
                  <a:lnTo>
                    <a:pt x="12780" y="6384"/>
                  </a:lnTo>
                  <a:cubicBezTo>
                    <a:pt x="12780" y="3192"/>
                    <a:pt x="10224" y="0"/>
                    <a:pt x="6390" y="0"/>
                  </a:cubicBezTo>
                  <a:close/>
                </a:path>
              </a:pathLst>
            </a:custGeom>
            <a:solidFill>
              <a:srgbClr val="007680"/>
            </a:solidFill>
            <a:ln w="6390" cap="flat">
              <a:noFill/>
              <a:prstDash val="solid"/>
              <a:miter/>
            </a:ln>
          </p:spPr>
          <p:txBody>
            <a:bodyPr rtlCol="0" anchor="ctr"/>
            <a:lstStyle/>
            <a:p>
              <a:endParaRPr lang="en-US"/>
            </a:p>
          </p:txBody>
        </p:sp>
        <p:sp>
          <p:nvSpPr>
            <p:cNvPr id="577" name="Graphic 4">
              <a:extLst>
                <a:ext uri="{FF2B5EF4-FFF2-40B4-BE49-F238E27FC236}">
                  <a16:creationId xmlns:a16="http://schemas.microsoft.com/office/drawing/2014/main" id="{C9F762A3-2674-E146-96D0-386F8D5DCAAA}"/>
                </a:ext>
              </a:extLst>
            </p:cNvPr>
            <p:cNvSpPr/>
            <p:nvPr/>
          </p:nvSpPr>
          <p:spPr>
            <a:xfrm>
              <a:off x="1571924" y="4466396"/>
              <a:ext cx="12779" cy="46602"/>
            </a:xfrm>
            <a:custGeom>
              <a:avLst/>
              <a:gdLst>
                <a:gd name="connsiteX0" fmla="*/ 6390 w 12779"/>
                <a:gd name="connsiteY0" fmla="*/ 0 h 46602"/>
                <a:gd name="connsiteX1" fmla="*/ 0 w 12779"/>
                <a:gd name="connsiteY1" fmla="*/ 6384 h 46602"/>
                <a:gd name="connsiteX2" fmla="*/ 0 w 12779"/>
                <a:gd name="connsiteY2" fmla="*/ 40219 h 46602"/>
                <a:gd name="connsiteX3" fmla="*/ 6390 w 12779"/>
                <a:gd name="connsiteY3" fmla="*/ 46603 h 46602"/>
                <a:gd name="connsiteX4" fmla="*/ 12780 w 12779"/>
                <a:gd name="connsiteY4" fmla="*/ 40219 h 46602"/>
                <a:gd name="connsiteX5" fmla="*/ 12780 w 12779"/>
                <a:gd name="connsiteY5" fmla="*/ 6384 h 46602"/>
                <a:gd name="connsiteX6" fmla="*/ 6390 w 12779"/>
                <a:gd name="connsiteY6" fmla="*/ 0 h 4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46602">
                  <a:moveTo>
                    <a:pt x="6390" y="0"/>
                  </a:moveTo>
                  <a:cubicBezTo>
                    <a:pt x="2556" y="0"/>
                    <a:pt x="0" y="2554"/>
                    <a:pt x="0" y="6384"/>
                  </a:cubicBezTo>
                  <a:lnTo>
                    <a:pt x="0" y="40219"/>
                  </a:lnTo>
                  <a:cubicBezTo>
                    <a:pt x="0" y="44050"/>
                    <a:pt x="2556" y="46603"/>
                    <a:pt x="6390" y="46603"/>
                  </a:cubicBezTo>
                  <a:cubicBezTo>
                    <a:pt x="10224" y="46603"/>
                    <a:pt x="12780" y="44050"/>
                    <a:pt x="12780" y="40219"/>
                  </a:cubicBezTo>
                  <a:lnTo>
                    <a:pt x="12780" y="6384"/>
                  </a:lnTo>
                  <a:cubicBezTo>
                    <a:pt x="12780" y="2554"/>
                    <a:pt x="9585" y="0"/>
                    <a:pt x="6390" y="0"/>
                  </a:cubicBezTo>
                  <a:close/>
                </a:path>
              </a:pathLst>
            </a:custGeom>
            <a:solidFill>
              <a:srgbClr val="007680"/>
            </a:solidFill>
            <a:ln w="6390" cap="flat">
              <a:noFill/>
              <a:prstDash val="solid"/>
              <a:miter/>
            </a:ln>
          </p:spPr>
          <p:txBody>
            <a:bodyPr rtlCol="0" anchor="ctr"/>
            <a:lstStyle/>
            <a:p>
              <a:endParaRPr lang="en-US"/>
            </a:p>
          </p:txBody>
        </p:sp>
        <p:sp>
          <p:nvSpPr>
            <p:cNvPr id="578" name="Graphic 4">
              <a:extLst>
                <a:ext uri="{FF2B5EF4-FFF2-40B4-BE49-F238E27FC236}">
                  <a16:creationId xmlns:a16="http://schemas.microsoft.com/office/drawing/2014/main" id="{39E5882F-6EA3-8F41-A13A-75622A6EFCC0}"/>
                </a:ext>
              </a:extLst>
            </p:cNvPr>
            <p:cNvSpPr/>
            <p:nvPr/>
          </p:nvSpPr>
          <p:spPr>
            <a:xfrm>
              <a:off x="1807074" y="4474695"/>
              <a:ext cx="12779" cy="29366"/>
            </a:xfrm>
            <a:custGeom>
              <a:avLst/>
              <a:gdLst>
                <a:gd name="connsiteX0" fmla="*/ 6390 w 12779"/>
                <a:gd name="connsiteY0" fmla="*/ 0 h 29366"/>
                <a:gd name="connsiteX1" fmla="*/ 0 w 12779"/>
                <a:gd name="connsiteY1" fmla="*/ 6384 h 29366"/>
                <a:gd name="connsiteX2" fmla="*/ 0 w 12779"/>
                <a:gd name="connsiteY2" fmla="*/ 22983 h 29366"/>
                <a:gd name="connsiteX3" fmla="*/ 6390 w 12779"/>
                <a:gd name="connsiteY3" fmla="*/ 29367 h 29366"/>
                <a:gd name="connsiteX4" fmla="*/ 12780 w 12779"/>
                <a:gd name="connsiteY4" fmla="*/ 22983 h 29366"/>
                <a:gd name="connsiteX5" fmla="*/ 12780 w 12779"/>
                <a:gd name="connsiteY5" fmla="*/ 6384 h 29366"/>
                <a:gd name="connsiteX6" fmla="*/ 6390 w 12779"/>
                <a:gd name="connsiteY6"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9366">
                  <a:moveTo>
                    <a:pt x="6390" y="0"/>
                  </a:moveTo>
                  <a:cubicBezTo>
                    <a:pt x="2556" y="0"/>
                    <a:pt x="0" y="2554"/>
                    <a:pt x="0" y="6384"/>
                  </a:cubicBezTo>
                  <a:lnTo>
                    <a:pt x="0" y="22983"/>
                  </a:lnTo>
                  <a:cubicBezTo>
                    <a:pt x="0" y="26813"/>
                    <a:pt x="2556" y="29367"/>
                    <a:pt x="6390" y="29367"/>
                  </a:cubicBezTo>
                  <a:cubicBezTo>
                    <a:pt x="10224" y="29367"/>
                    <a:pt x="12780" y="26813"/>
                    <a:pt x="12780" y="22983"/>
                  </a:cubicBezTo>
                  <a:lnTo>
                    <a:pt x="12780" y="6384"/>
                  </a:lnTo>
                  <a:cubicBezTo>
                    <a:pt x="12780" y="3192"/>
                    <a:pt x="10224" y="0"/>
                    <a:pt x="6390" y="0"/>
                  </a:cubicBezTo>
                  <a:close/>
                </a:path>
              </a:pathLst>
            </a:custGeom>
            <a:solidFill>
              <a:srgbClr val="007680"/>
            </a:solidFill>
            <a:ln w="6390" cap="flat">
              <a:noFill/>
              <a:prstDash val="solid"/>
              <a:miter/>
            </a:ln>
          </p:spPr>
          <p:txBody>
            <a:bodyPr rtlCol="0" anchor="ctr"/>
            <a:lstStyle/>
            <a:p>
              <a:endParaRPr lang="en-US"/>
            </a:p>
          </p:txBody>
        </p:sp>
        <p:sp>
          <p:nvSpPr>
            <p:cNvPr id="579" name="Graphic 4">
              <a:extLst>
                <a:ext uri="{FF2B5EF4-FFF2-40B4-BE49-F238E27FC236}">
                  <a16:creationId xmlns:a16="http://schemas.microsoft.com/office/drawing/2014/main" id="{312C06C6-F820-4145-8A25-07E48B8424EF}"/>
                </a:ext>
              </a:extLst>
            </p:cNvPr>
            <p:cNvSpPr/>
            <p:nvPr/>
          </p:nvSpPr>
          <p:spPr>
            <a:xfrm>
              <a:off x="1773207" y="4449798"/>
              <a:ext cx="12779" cy="79799"/>
            </a:xfrm>
            <a:custGeom>
              <a:avLst/>
              <a:gdLst>
                <a:gd name="connsiteX0" fmla="*/ 6390 w 12779"/>
                <a:gd name="connsiteY0" fmla="*/ 0 h 79799"/>
                <a:gd name="connsiteX1" fmla="*/ 0 w 12779"/>
                <a:gd name="connsiteY1" fmla="*/ 6384 h 79799"/>
                <a:gd name="connsiteX2" fmla="*/ 0 w 12779"/>
                <a:gd name="connsiteY2" fmla="*/ 73416 h 79799"/>
                <a:gd name="connsiteX3" fmla="*/ 6390 w 12779"/>
                <a:gd name="connsiteY3" fmla="*/ 79800 h 79799"/>
                <a:gd name="connsiteX4" fmla="*/ 12780 w 12779"/>
                <a:gd name="connsiteY4" fmla="*/ 73416 h 79799"/>
                <a:gd name="connsiteX5" fmla="*/ 12780 w 12779"/>
                <a:gd name="connsiteY5" fmla="*/ 6384 h 79799"/>
                <a:gd name="connsiteX6" fmla="*/ 6390 w 12779"/>
                <a:gd name="connsiteY6" fmla="*/ 0 h 79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79799">
                  <a:moveTo>
                    <a:pt x="6390" y="0"/>
                  </a:moveTo>
                  <a:cubicBezTo>
                    <a:pt x="2556" y="0"/>
                    <a:pt x="0" y="2553"/>
                    <a:pt x="0" y="6384"/>
                  </a:cubicBezTo>
                  <a:lnTo>
                    <a:pt x="0" y="73416"/>
                  </a:lnTo>
                  <a:cubicBezTo>
                    <a:pt x="0" y="77246"/>
                    <a:pt x="2556" y="79800"/>
                    <a:pt x="6390" y="79800"/>
                  </a:cubicBezTo>
                  <a:cubicBezTo>
                    <a:pt x="10224" y="79800"/>
                    <a:pt x="12780" y="77246"/>
                    <a:pt x="12780" y="73416"/>
                  </a:cubicBezTo>
                  <a:lnTo>
                    <a:pt x="12780" y="6384"/>
                  </a:lnTo>
                  <a:cubicBezTo>
                    <a:pt x="12780" y="2553"/>
                    <a:pt x="10224" y="0"/>
                    <a:pt x="6390" y="0"/>
                  </a:cubicBezTo>
                  <a:close/>
                </a:path>
              </a:pathLst>
            </a:custGeom>
            <a:solidFill>
              <a:srgbClr val="007680"/>
            </a:solidFill>
            <a:ln w="6390" cap="flat">
              <a:noFill/>
              <a:prstDash val="solid"/>
              <a:miter/>
            </a:ln>
          </p:spPr>
          <p:txBody>
            <a:bodyPr rtlCol="0" anchor="ctr"/>
            <a:lstStyle/>
            <a:p>
              <a:endParaRPr lang="en-US"/>
            </a:p>
          </p:txBody>
        </p:sp>
        <p:sp>
          <p:nvSpPr>
            <p:cNvPr id="580" name="Graphic 4">
              <a:extLst>
                <a:ext uri="{FF2B5EF4-FFF2-40B4-BE49-F238E27FC236}">
                  <a16:creationId xmlns:a16="http://schemas.microsoft.com/office/drawing/2014/main" id="{76861E63-12E9-0B46-91D1-F3A6ADE424A1}"/>
                </a:ext>
              </a:extLst>
            </p:cNvPr>
            <p:cNvSpPr/>
            <p:nvPr/>
          </p:nvSpPr>
          <p:spPr>
            <a:xfrm>
              <a:off x="1739979" y="4432561"/>
              <a:ext cx="12779" cy="113634"/>
            </a:xfrm>
            <a:custGeom>
              <a:avLst/>
              <a:gdLst>
                <a:gd name="connsiteX0" fmla="*/ 6390 w 12779"/>
                <a:gd name="connsiteY0" fmla="*/ 0 h 113634"/>
                <a:gd name="connsiteX1" fmla="*/ 0 w 12779"/>
                <a:gd name="connsiteY1" fmla="*/ 6384 h 113634"/>
                <a:gd name="connsiteX2" fmla="*/ 0 w 12779"/>
                <a:gd name="connsiteY2" fmla="*/ 107251 h 113634"/>
                <a:gd name="connsiteX3" fmla="*/ 6390 w 12779"/>
                <a:gd name="connsiteY3" fmla="*/ 113635 h 113634"/>
                <a:gd name="connsiteX4" fmla="*/ 12780 w 12779"/>
                <a:gd name="connsiteY4" fmla="*/ 107251 h 113634"/>
                <a:gd name="connsiteX5" fmla="*/ 12780 w 12779"/>
                <a:gd name="connsiteY5" fmla="*/ 6384 h 113634"/>
                <a:gd name="connsiteX6" fmla="*/ 6390 w 12779"/>
                <a:gd name="connsiteY6" fmla="*/ 0 h 113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113634">
                  <a:moveTo>
                    <a:pt x="6390" y="0"/>
                  </a:moveTo>
                  <a:cubicBezTo>
                    <a:pt x="2556" y="0"/>
                    <a:pt x="0" y="2553"/>
                    <a:pt x="0" y="6384"/>
                  </a:cubicBezTo>
                  <a:lnTo>
                    <a:pt x="0" y="107251"/>
                  </a:lnTo>
                  <a:cubicBezTo>
                    <a:pt x="0" y="111081"/>
                    <a:pt x="2556" y="113635"/>
                    <a:pt x="6390" y="113635"/>
                  </a:cubicBezTo>
                  <a:cubicBezTo>
                    <a:pt x="10224" y="113635"/>
                    <a:pt x="12780" y="111081"/>
                    <a:pt x="12780" y="107251"/>
                  </a:cubicBezTo>
                  <a:lnTo>
                    <a:pt x="12780" y="6384"/>
                  </a:lnTo>
                  <a:cubicBezTo>
                    <a:pt x="12780" y="3192"/>
                    <a:pt x="9585" y="0"/>
                    <a:pt x="6390" y="0"/>
                  </a:cubicBezTo>
                  <a:close/>
                </a:path>
              </a:pathLst>
            </a:custGeom>
            <a:solidFill>
              <a:srgbClr val="007680"/>
            </a:solidFill>
            <a:ln w="6390" cap="flat">
              <a:noFill/>
              <a:prstDash val="solid"/>
              <a:miter/>
            </a:ln>
          </p:spPr>
          <p:txBody>
            <a:bodyPr rtlCol="0" anchor="ctr"/>
            <a:lstStyle/>
            <a:p>
              <a:endParaRPr lang="en-US"/>
            </a:p>
          </p:txBody>
        </p:sp>
      </p:grpSp>
      <p:grpSp>
        <p:nvGrpSpPr>
          <p:cNvPr id="581" name="Graphic 4">
            <a:extLst>
              <a:ext uri="{FF2B5EF4-FFF2-40B4-BE49-F238E27FC236}">
                <a16:creationId xmlns:a16="http://schemas.microsoft.com/office/drawing/2014/main" id="{47634354-1667-834F-A53F-9B6367A08851}"/>
              </a:ext>
            </a:extLst>
          </p:cNvPr>
          <p:cNvGrpSpPr/>
          <p:nvPr/>
        </p:nvGrpSpPr>
        <p:grpSpPr>
          <a:xfrm>
            <a:off x="5708769" y="2371173"/>
            <a:ext cx="361670" cy="361333"/>
            <a:chOff x="5708769" y="2371173"/>
            <a:chExt cx="361670" cy="361333"/>
          </a:xfrm>
          <a:solidFill>
            <a:srgbClr val="0097A9"/>
          </a:solidFill>
        </p:grpSpPr>
        <p:sp>
          <p:nvSpPr>
            <p:cNvPr id="582" name="Graphic 4">
              <a:extLst>
                <a:ext uri="{FF2B5EF4-FFF2-40B4-BE49-F238E27FC236}">
                  <a16:creationId xmlns:a16="http://schemas.microsoft.com/office/drawing/2014/main" id="{94F85F6C-5E6C-1041-B6AE-B27BAA42DA05}"/>
                </a:ext>
              </a:extLst>
            </p:cNvPr>
            <p:cNvSpPr/>
            <p:nvPr/>
          </p:nvSpPr>
          <p:spPr>
            <a:xfrm>
              <a:off x="5708769"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3489" y="349204"/>
                    <a:pt x="180835" y="349204"/>
                  </a:cubicBezTo>
                  <a:close/>
                </a:path>
              </a:pathLst>
            </a:custGeom>
            <a:solidFill>
              <a:srgbClr val="0097A9"/>
            </a:solidFill>
            <a:ln w="6390" cap="flat">
              <a:noFill/>
              <a:prstDash val="solid"/>
              <a:miter/>
            </a:ln>
          </p:spPr>
          <p:txBody>
            <a:bodyPr rtlCol="0" anchor="ctr"/>
            <a:lstStyle/>
            <a:p>
              <a:endParaRPr lang="en-US"/>
            </a:p>
          </p:txBody>
        </p:sp>
        <p:sp>
          <p:nvSpPr>
            <p:cNvPr id="583" name="Graphic 4">
              <a:extLst>
                <a:ext uri="{FF2B5EF4-FFF2-40B4-BE49-F238E27FC236}">
                  <a16:creationId xmlns:a16="http://schemas.microsoft.com/office/drawing/2014/main" id="{039D2B03-A869-3A42-8629-163C0A3349E3}"/>
                </a:ext>
              </a:extLst>
            </p:cNvPr>
            <p:cNvSpPr/>
            <p:nvPr/>
          </p:nvSpPr>
          <p:spPr>
            <a:xfrm>
              <a:off x="5795672" y="2590782"/>
              <a:ext cx="188503" cy="56817"/>
            </a:xfrm>
            <a:custGeom>
              <a:avLst/>
              <a:gdLst>
                <a:gd name="connsiteX0" fmla="*/ 182113 w 188503"/>
                <a:gd name="connsiteY0" fmla="*/ 0 h 56817"/>
                <a:gd name="connsiteX1" fmla="*/ 6390 w 188503"/>
                <a:gd name="connsiteY1" fmla="*/ 0 h 56817"/>
                <a:gd name="connsiteX2" fmla="*/ 0 w 188503"/>
                <a:gd name="connsiteY2" fmla="*/ 6384 h 56817"/>
                <a:gd name="connsiteX3" fmla="*/ 0 w 188503"/>
                <a:gd name="connsiteY3" fmla="*/ 50433 h 56817"/>
                <a:gd name="connsiteX4" fmla="*/ 6390 w 188503"/>
                <a:gd name="connsiteY4" fmla="*/ 56817 h 56817"/>
                <a:gd name="connsiteX5" fmla="*/ 182113 w 188503"/>
                <a:gd name="connsiteY5" fmla="*/ 56817 h 56817"/>
                <a:gd name="connsiteX6" fmla="*/ 188503 w 188503"/>
                <a:gd name="connsiteY6" fmla="*/ 50433 h 56817"/>
                <a:gd name="connsiteX7" fmla="*/ 188503 w 188503"/>
                <a:gd name="connsiteY7" fmla="*/ 6384 h 56817"/>
                <a:gd name="connsiteX8" fmla="*/ 182113 w 188503"/>
                <a:gd name="connsiteY8" fmla="*/ 0 h 56817"/>
                <a:gd name="connsiteX9" fmla="*/ 175723 w 188503"/>
                <a:gd name="connsiteY9" fmla="*/ 44049 h 56817"/>
                <a:gd name="connsiteX10" fmla="*/ 12780 w 188503"/>
                <a:gd name="connsiteY10" fmla="*/ 44049 h 56817"/>
                <a:gd name="connsiteX11" fmla="*/ 12780 w 188503"/>
                <a:gd name="connsiteY11" fmla="*/ 12768 h 56817"/>
                <a:gd name="connsiteX12" fmla="*/ 175723 w 188503"/>
                <a:gd name="connsiteY12" fmla="*/ 12768 h 56817"/>
                <a:gd name="connsiteX13" fmla="*/ 175723 w 188503"/>
                <a:gd name="connsiteY13" fmla="*/ 44049 h 56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503" h="56817">
                  <a:moveTo>
                    <a:pt x="182113" y="0"/>
                  </a:moveTo>
                  <a:lnTo>
                    <a:pt x="6390" y="0"/>
                  </a:lnTo>
                  <a:cubicBezTo>
                    <a:pt x="2556" y="0"/>
                    <a:pt x="0" y="2554"/>
                    <a:pt x="0" y="6384"/>
                  </a:cubicBezTo>
                  <a:lnTo>
                    <a:pt x="0" y="50433"/>
                  </a:lnTo>
                  <a:cubicBezTo>
                    <a:pt x="0" y="54264"/>
                    <a:pt x="2556" y="56817"/>
                    <a:pt x="6390" y="56817"/>
                  </a:cubicBezTo>
                  <a:lnTo>
                    <a:pt x="182113" y="56817"/>
                  </a:lnTo>
                  <a:cubicBezTo>
                    <a:pt x="185947" y="56817"/>
                    <a:pt x="188503" y="54264"/>
                    <a:pt x="188503" y="50433"/>
                  </a:cubicBezTo>
                  <a:lnTo>
                    <a:pt x="188503" y="6384"/>
                  </a:lnTo>
                  <a:cubicBezTo>
                    <a:pt x="188503" y="3192"/>
                    <a:pt x="185308" y="0"/>
                    <a:pt x="182113" y="0"/>
                  </a:cubicBezTo>
                  <a:close/>
                  <a:moveTo>
                    <a:pt x="175723" y="44049"/>
                  </a:moveTo>
                  <a:lnTo>
                    <a:pt x="12780" y="44049"/>
                  </a:lnTo>
                  <a:lnTo>
                    <a:pt x="12780" y="12768"/>
                  </a:lnTo>
                  <a:lnTo>
                    <a:pt x="175723" y="12768"/>
                  </a:lnTo>
                  <a:lnTo>
                    <a:pt x="175723" y="44049"/>
                  </a:lnTo>
                  <a:close/>
                </a:path>
              </a:pathLst>
            </a:custGeom>
            <a:solidFill>
              <a:srgbClr val="0097A9"/>
            </a:solidFill>
            <a:ln w="6390" cap="flat">
              <a:noFill/>
              <a:prstDash val="solid"/>
              <a:miter/>
            </a:ln>
          </p:spPr>
          <p:txBody>
            <a:bodyPr rtlCol="0" anchor="ctr"/>
            <a:lstStyle/>
            <a:p>
              <a:endParaRPr lang="en-US"/>
            </a:p>
          </p:txBody>
        </p:sp>
        <p:sp>
          <p:nvSpPr>
            <p:cNvPr id="584" name="Graphic 4">
              <a:extLst>
                <a:ext uri="{FF2B5EF4-FFF2-40B4-BE49-F238E27FC236}">
                  <a16:creationId xmlns:a16="http://schemas.microsoft.com/office/drawing/2014/main" id="{C0BD4BD5-413D-2A40-8159-B3DCABBFA579}"/>
                </a:ext>
              </a:extLst>
            </p:cNvPr>
            <p:cNvSpPr/>
            <p:nvPr/>
          </p:nvSpPr>
          <p:spPr>
            <a:xfrm>
              <a:off x="5795615" y="2456240"/>
              <a:ext cx="187979" cy="118582"/>
            </a:xfrm>
            <a:custGeom>
              <a:avLst/>
              <a:gdLst>
                <a:gd name="connsiteX0" fmla="*/ 5809 w 187979"/>
                <a:gd name="connsiteY0" fmla="*/ 118583 h 118582"/>
                <a:gd name="connsiteX1" fmla="*/ 181532 w 187979"/>
                <a:gd name="connsiteY1" fmla="*/ 118583 h 118582"/>
                <a:gd name="connsiteX2" fmla="*/ 187283 w 187979"/>
                <a:gd name="connsiteY2" fmla="*/ 114752 h 118582"/>
                <a:gd name="connsiteX3" fmla="*/ 186644 w 187979"/>
                <a:gd name="connsiteY3" fmla="*/ 107730 h 118582"/>
                <a:gd name="connsiteX4" fmla="*/ 98463 w 187979"/>
                <a:gd name="connsiteY4" fmla="*/ 2394 h 118582"/>
                <a:gd name="connsiteX5" fmla="*/ 88878 w 187979"/>
                <a:gd name="connsiteY5" fmla="*/ 2394 h 118582"/>
                <a:gd name="connsiteX6" fmla="*/ 1336 w 187979"/>
                <a:gd name="connsiteY6" fmla="*/ 107730 h 118582"/>
                <a:gd name="connsiteX7" fmla="*/ 696 w 187979"/>
                <a:gd name="connsiteY7" fmla="*/ 114752 h 118582"/>
                <a:gd name="connsiteX8" fmla="*/ 5809 w 187979"/>
                <a:gd name="connsiteY8" fmla="*/ 118583 h 118582"/>
                <a:gd name="connsiteX9" fmla="*/ 93990 w 187979"/>
                <a:gd name="connsiteY9" fmla="*/ 16439 h 118582"/>
                <a:gd name="connsiteX10" fmla="*/ 168113 w 187979"/>
                <a:gd name="connsiteY10" fmla="*/ 105815 h 118582"/>
                <a:gd name="connsiteX11" fmla="*/ 19227 w 187979"/>
                <a:gd name="connsiteY11" fmla="*/ 105815 h 118582"/>
                <a:gd name="connsiteX12" fmla="*/ 93990 w 187979"/>
                <a:gd name="connsiteY12" fmla="*/ 16439 h 11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7979" h="118582">
                  <a:moveTo>
                    <a:pt x="5809" y="118583"/>
                  </a:moveTo>
                  <a:lnTo>
                    <a:pt x="181532" y="118583"/>
                  </a:lnTo>
                  <a:cubicBezTo>
                    <a:pt x="184088" y="118583"/>
                    <a:pt x="186005" y="117306"/>
                    <a:pt x="187283" y="114752"/>
                  </a:cubicBezTo>
                  <a:cubicBezTo>
                    <a:pt x="188561" y="112199"/>
                    <a:pt x="187922" y="109645"/>
                    <a:pt x="186644" y="107730"/>
                  </a:cubicBezTo>
                  <a:lnTo>
                    <a:pt x="98463" y="2394"/>
                  </a:lnTo>
                  <a:cubicBezTo>
                    <a:pt x="95907" y="-798"/>
                    <a:pt x="90795" y="-798"/>
                    <a:pt x="88878" y="2394"/>
                  </a:cubicBezTo>
                  <a:lnTo>
                    <a:pt x="1336" y="107730"/>
                  </a:lnTo>
                  <a:cubicBezTo>
                    <a:pt x="58" y="109645"/>
                    <a:pt x="-581" y="112199"/>
                    <a:pt x="696" y="114752"/>
                  </a:cubicBezTo>
                  <a:cubicBezTo>
                    <a:pt x="1336" y="116667"/>
                    <a:pt x="3253" y="118583"/>
                    <a:pt x="5809" y="118583"/>
                  </a:cubicBezTo>
                  <a:close/>
                  <a:moveTo>
                    <a:pt x="93990" y="16439"/>
                  </a:moveTo>
                  <a:lnTo>
                    <a:pt x="168113" y="105815"/>
                  </a:lnTo>
                  <a:lnTo>
                    <a:pt x="19227" y="105815"/>
                  </a:lnTo>
                  <a:lnTo>
                    <a:pt x="93990" y="16439"/>
                  </a:lnTo>
                  <a:close/>
                </a:path>
              </a:pathLst>
            </a:custGeom>
            <a:solidFill>
              <a:srgbClr val="0097A9"/>
            </a:solidFill>
            <a:ln w="6390" cap="flat">
              <a:noFill/>
              <a:prstDash val="solid"/>
              <a:miter/>
            </a:ln>
          </p:spPr>
          <p:txBody>
            <a:bodyPr rtlCol="0" anchor="ctr"/>
            <a:lstStyle/>
            <a:p>
              <a:endParaRPr lang="en-US"/>
            </a:p>
          </p:txBody>
        </p:sp>
      </p:grpSp>
      <p:grpSp>
        <p:nvGrpSpPr>
          <p:cNvPr id="585" name="Graphic 4">
            <a:extLst>
              <a:ext uri="{FF2B5EF4-FFF2-40B4-BE49-F238E27FC236}">
                <a16:creationId xmlns:a16="http://schemas.microsoft.com/office/drawing/2014/main" id="{EA76641D-0D12-774D-B53D-0ECC17463066}"/>
              </a:ext>
            </a:extLst>
          </p:cNvPr>
          <p:cNvGrpSpPr/>
          <p:nvPr/>
        </p:nvGrpSpPr>
        <p:grpSpPr>
          <a:xfrm>
            <a:off x="6754802" y="1402085"/>
            <a:ext cx="361670" cy="361333"/>
            <a:chOff x="6754802" y="1402085"/>
            <a:chExt cx="361670" cy="361333"/>
          </a:xfrm>
          <a:solidFill>
            <a:srgbClr val="0097A9"/>
          </a:solidFill>
        </p:grpSpPr>
        <p:sp>
          <p:nvSpPr>
            <p:cNvPr id="586" name="Graphic 4">
              <a:extLst>
                <a:ext uri="{FF2B5EF4-FFF2-40B4-BE49-F238E27FC236}">
                  <a16:creationId xmlns:a16="http://schemas.microsoft.com/office/drawing/2014/main" id="{AE92DE51-31D2-C24E-AA45-997890AB1912}"/>
                </a:ext>
              </a:extLst>
            </p:cNvPr>
            <p:cNvSpPr/>
            <p:nvPr/>
          </p:nvSpPr>
          <p:spPr>
            <a:xfrm>
              <a:off x="6754802" y="1402085"/>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895"/>
                    <a:pt x="81153" y="361333"/>
                    <a:pt x="180836" y="361333"/>
                  </a:cubicBezTo>
                  <a:cubicBezTo>
                    <a:pt x="281157" y="361333"/>
                    <a:pt x="361670" y="280257"/>
                    <a:pt x="361670" y="180667"/>
                  </a:cubicBezTo>
                  <a:cubicBezTo>
                    <a:pt x="361670" y="81077"/>
                    <a:pt x="280518"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873"/>
                    <a:pt x="273490" y="349204"/>
                    <a:pt x="180836" y="349204"/>
                  </a:cubicBezTo>
                  <a:close/>
                </a:path>
              </a:pathLst>
            </a:custGeom>
            <a:solidFill>
              <a:srgbClr val="0097A9"/>
            </a:solidFill>
            <a:ln w="6390" cap="flat">
              <a:noFill/>
              <a:prstDash val="solid"/>
              <a:miter/>
            </a:ln>
          </p:spPr>
          <p:txBody>
            <a:bodyPr rtlCol="0" anchor="ctr"/>
            <a:lstStyle/>
            <a:p>
              <a:endParaRPr lang="en-US"/>
            </a:p>
          </p:txBody>
        </p:sp>
        <p:sp>
          <p:nvSpPr>
            <p:cNvPr id="587" name="Graphic 4">
              <a:extLst>
                <a:ext uri="{FF2B5EF4-FFF2-40B4-BE49-F238E27FC236}">
                  <a16:creationId xmlns:a16="http://schemas.microsoft.com/office/drawing/2014/main" id="{34D08BA9-030B-FA44-8402-BD5F7BBE036B}"/>
                </a:ext>
              </a:extLst>
            </p:cNvPr>
            <p:cNvSpPr/>
            <p:nvPr/>
          </p:nvSpPr>
          <p:spPr>
            <a:xfrm>
              <a:off x="6841705" y="1507101"/>
              <a:ext cx="200644" cy="153215"/>
            </a:xfrm>
            <a:custGeom>
              <a:avLst/>
              <a:gdLst>
                <a:gd name="connsiteX0" fmla="*/ 197449 w 200644"/>
                <a:gd name="connsiteY0" fmla="*/ 70543 h 153215"/>
                <a:gd name="connsiteX1" fmla="*/ 86264 w 200644"/>
                <a:gd name="connsiteY1" fmla="*/ 958 h 153215"/>
                <a:gd name="connsiteX2" fmla="*/ 79874 w 200644"/>
                <a:gd name="connsiteY2" fmla="*/ 958 h 153215"/>
                <a:gd name="connsiteX3" fmla="*/ 76679 w 200644"/>
                <a:gd name="connsiteY3" fmla="*/ 6703 h 153215"/>
                <a:gd name="connsiteX4" fmla="*/ 76679 w 200644"/>
                <a:gd name="connsiteY4" fmla="*/ 43092 h 153215"/>
                <a:gd name="connsiteX5" fmla="*/ 9585 w 200644"/>
                <a:gd name="connsiteY5" fmla="*/ 1596 h 153215"/>
                <a:gd name="connsiteX6" fmla="*/ 3195 w 200644"/>
                <a:gd name="connsiteY6" fmla="*/ 1596 h 153215"/>
                <a:gd name="connsiteX7" fmla="*/ 0 w 200644"/>
                <a:gd name="connsiteY7" fmla="*/ 7342 h 153215"/>
                <a:gd name="connsiteX8" fmla="*/ 0 w 200644"/>
                <a:gd name="connsiteY8" fmla="*/ 146512 h 153215"/>
                <a:gd name="connsiteX9" fmla="*/ 3195 w 200644"/>
                <a:gd name="connsiteY9" fmla="*/ 152258 h 153215"/>
                <a:gd name="connsiteX10" fmla="*/ 6390 w 200644"/>
                <a:gd name="connsiteY10" fmla="*/ 152896 h 153215"/>
                <a:gd name="connsiteX11" fmla="*/ 9585 w 200644"/>
                <a:gd name="connsiteY11" fmla="*/ 151620 h 153215"/>
                <a:gd name="connsiteX12" fmla="*/ 76679 w 200644"/>
                <a:gd name="connsiteY12" fmla="*/ 110124 h 153215"/>
                <a:gd name="connsiteX13" fmla="*/ 76679 w 200644"/>
                <a:gd name="connsiteY13" fmla="*/ 146512 h 153215"/>
                <a:gd name="connsiteX14" fmla="*/ 79874 w 200644"/>
                <a:gd name="connsiteY14" fmla="*/ 152258 h 153215"/>
                <a:gd name="connsiteX15" fmla="*/ 86264 w 200644"/>
                <a:gd name="connsiteY15" fmla="*/ 152258 h 153215"/>
                <a:gd name="connsiteX16" fmla="*/ 197449 w 200644"/>
                <a:gd name="connsiteY16" fmla="*/ 82673 h 153215"/>
                <a:gd name="connsiteX17" fmla="*/ 200644 w 200644"/>
                <a:gd name="connsiteY17" fmla="*/ 77565 h 153215"/>
                <a:gd name="connsiteX18" fmla="*/ 197449 w 200644"/>
                <a:gd name="connsiteY18" fmla="*/ 70543 h 153215"/>
                <a:gd name="connsiteX19" fmla="*/ 88820 w 200644"/>
                <a:gd name="connsiteY19" fmla="*/ 134383 h 153215"/>
                <a:gd name="connsiteX20" fmla="*/ 88820 w 200644"/>
                <a:gd name="connsiteY20" fmla="*/ 97994 h 153215"/>
                <a:gd name="connsiteX21" fmla="*/ 85625 w 200644"/>
                <a:gd name="connsiteY21" fmla="*/ 92249 h 153215"/>
                <a:gd name="connsiteX22" fmla="*/ 79235 w 200644"/>
                <a:gd name="connsiteY22" fmla="*/ 92249 h 153215"/>
                <a:gd name="connsiteX23" fmla="*/ 12141 w 200644"/>
                <a:gd name="connsiteY23" fmla="*/ 133744 h 153215"/>
                <a:gd name="connsiteX24" fmla="*/ 12141 w 200644"/>
                <a:gd name="connsiteY24" fmla="*/ 17556 h 153215"/>
                <a:gd name="connsiteX25" fmla="*/ 79235 w 200644"/>
                <a:gd name="connsiteY25" fmla="*/ 59052 h 153215"/>
                <a:gd name="connsiteX26" fmla="*/ 85625 w 200644"/>
                <a:gd name="connsiteY26" fmla="*/ 59052 h 153215"/>
                <a:gd name="connsiteX27" fmla="*/ 88820 w 200644"/>
                <a:gd name="connsiteY27" fmla="*/ 53306 h 153215"/>
                <a:gd name="connsiteX28" fmla="*/ 88820 w 200644"/>
                <a:gd name="connsiteY28" fmla="*/ 16918 h 153215"/>
                <a:gd name="connsiteX29" fmla="*/ 181474 w 200644"/>
                <a:gd name="connsiteY29" fmla="*/ 75012 h 153215"/>
                <a:gd name="connsiteX30" fmla="*/ 88820 w 200644"/>
                <a:gd name="connsiteY30" fmla="*/ 134383 h 153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00644" h="153215">
                  <a:moveTo>
                    <a:pt x="197449" y="70543"/>
                  </a:moveTo>
                  <a:lnTo>
                    <a:pt x="86264" y="958"/>
                  </a:lnTo>
                  <a:cubicBezTo>
                    <a:pt x="84348" y="-319"/>
                    <a:pt x="81792" y="-319"/>
                    <a:pt x="79874" y="958"/>
                  </a:cubicBezTo>
                  <a:cubicBezTo>
                    <a:pt x="77958" y="2234"/>
                    <a:pt x="76679" y="4150"/>
                    <a:pt x="76679" y="6703"/>
                  </a:cubicBezTo>
                  <a:lnTo>
                    <a:pt x="76679" y="43092"/>
                  </a:lnTo>
                  <a:lnTo>
                    <a:pt x="9585" y="1596"/>
                  </a:lnTo>
                  <a:cubicBezTo>
                    <a:pt x="7668" y="319"/>
                    <a:pt x="5112" y="319"/>
                    <a:pt x="3195" y="1596"/>
                  </a:cubicBezTo>
                  <a:cubicBezTo>
                    <a:pt x="1278" y="2873"/>
                    <a:pt x="0" y="4788"/>
                    <a:pt x="0" y="7342"/>
                  </a:cubicBezTo>
                  <a:lnTo>
                    <a:pt x="0" y="146512"/>
                  </a:lnTo>
                  <a:cubicBezTo>
                    <a:pt x="0" y="149066"/>
                    <a:pt x="1278" y="150981"/>
                    <a:pt x="3195" y="152258"/>
                  </a:cubicBezTo>
                  <a:cubicBezTo>
                    <a:pt x="4473" y="152896"/>
                    <a:pt x="5112" y="152896"/>
                    <a:pt x="6390" y="152896"/>
                  </a:cubicBezTo>
                  <a:cubicBezTo>
                    <a:pt x="7668" y="152896"/>
                    <a:pt x="8946" y="152258"/>
                    <a:pt x="9585" y="151620"/>
                  </a:cubicBezTo>
                  <a:lnTo>
                    <a:pt x="76679" y="110124"/>
                  </a:lnTo>
                  <a:lnTo>
                    <a:pt x="76679" y="146512"/>
                  </a:lnTo>
                  <a:cubicBezTo>
                    <a:pt x="76679" y="149066"/>
                    <a:pt x="77958" y="150981"/>
                    <a:pt x="79874" y="152258"/>
                  </a:cubicBezTo>
                  <a:cubicBezTo>
                    <a:pt x="81792" y="153535"/>
                    <a:pt x="84348" y="153535"/>
                    <a:pt x="86264" y="152258"/>
                  </a:cubicBezTo>
                  <a:lnTo>
                    <a:pt x="197449" y="82673"/>
                  </a:lnTo>
                  <a:cubicBezTo>
                    <a:pt x="199367" y="81396"/>
                    <a:pt x="200644" y="79481"/>
                    <a:pt x="200644" y="77565"/>
                  </a:cubicBezTo>
                  <a:cubicBezTo>
                    <a:pt x="200644" y="75650"/>
                    <a:pt x="199367" y="71820"/>
                    <a:pt x="197449" y="70543"/>
                  </a:cubicBezTo>
                  <a:close/>
                  <a:moveTo>
                    <a:pt x="88820" y="134383"/>
                  </a:moveTo>
                  <a:lnTo>
                    <a:pt x="88820" y="97994"/>
                  </a:lnTo>
                  <a:cubicBezTo>
                    <a:pt x="88820" y="95441"/>
                    <a:pt x="87543" y="93525"/>
                    <a:pt x="85625" y="92249"/>
                  </a:cubicBezTo>
                  <a:cubicBezTo>
                    <a:pt x="83709" y="90972"/>
                    <a:pt x="81153" y="90972"/>
                    <a:pt x="79235" y="92249"/>
                  </a:cubicBezTo>
                  <a:lnTo>
                    <a:pt x="12141" y="133744"/>
                  </a:lnTo>
                  <a:lnTo>
                    <a:pt x="12141" y="17556"/>
                  </a:lnTo>
                  <a:lnTo>
                    <a:pt x="79235" y="59052"/>
                  </a:lnTo>
                  <a:cubicBezTo>
                    <a:pt x="81153" y="60329"/>
                    <a:pt x="83709" y="60329"/>
                    <a:pt x="85625" y="59052"/>
                  </a:cubicBezTo>
                  <a:cubicBezTo>
                    <a:pt x="87543" y="57775"/>
                    <a:pt x="88820" y="55860"/>
                    <a:pt x="88820" y="53306"/>
                  </a:cubicBezTo>
                  <a:lnTo>
                    <a:pt x="88820" y="16918"/>
                  </a:lnTo>
                  <a:lnTo>
                    <a:pt x="181474" y="75012"/>
                  </a:lnTo>
                  <a:lnTo>
                    <a:pt x="88820" y="134383"/>
                  </a:lnTo>
                  <a:close/>
                </a:path>
              </a:pathLst>
            </a:custGeom>
            <a:solidFill>
              <a:srgbClr val="0097A9"/>
            </a:solidFill>
            <a:ln w="6390" cap="flat">
              <a:noFill/>
              <a:prstDash val="solid"/>
              <a:miter/>
            </a:ln>
          </p:spPr>
          <p:txBody>
            <a:bodyPr rtlCol="0" anchor="ctr"/>
            <a:lstStyle/>
            <a:p>
              <a:endParaRPr lang="en-US"/>
            </a:p>
          </p:txBody>
        </p:sp>
      </p:grpSp>
      <p:grpSp>
        <p:nvGrpSpPr>
          <p:cNvPr id="588" name="Graphic 4">
            <a:extLst>
              <a:ext uri="{FF2B5EF4-FFF2-40B4-BE49-F238E27FC236}">
                <a16:creationId xmlns:a16="http://schemas.microsoft.com/office/drawing/2014/main" id="{22F471B0-BB3D-2E4A-A829-468665DC0DC3}"/>
              </a:ext>
            </a:extLst>
          </p:cNvPr>
          <p:cNvGrpSpPr/>
          <p:nvPr/>
        </p:nvGrpSpPr>
        <p:grpSpPr>
          <a:xfrm>
            <a:off x="3607758" y="3339623"/>
            <a:ext cx="361674" cy="361333"/>
            <a:chOff x="3607758" y="3339623"/>
            <a:chExt cx="361674" cy="361333"/>
          </a:xfrm>
          <a:solidFill>
            <a:srgbClr val="007680"/>
          </a:solidFill>
        </p:grpSpPr>
        <p:sp>
          <p:nvSpPr>
            <p:cNvPr id="589" name="Graphic 4">
              <a:extLst>
                <a:ext uri="{FF2B5EF4-FFF2-40B4-BE49-F238E27FC236}">
                  <a16:creationId xmlns:a16="http://schemas.microsoft.com/office/drawing/2014/main" id="{F7D6F9D0-BB23-CF43-9C06-87BDA79865EE}"/>
                </a:ext>
              </a:extLst>
            </p:cNvPr>
            <p:cNvSpPr/>
            <p:nvPr/>
          </p:nvSpPr>
          <p:spPr>
            <a:xfrm>
              <a:off x="3607758" y="3339623"/>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2" y="361333"/>
                    <a:pt x="180836" y="361333"/>
                  </a:cubicBezTo>
                  <a:cubicBezTo>
                    <a:pt x="280518" y="361333"/>
                    <a:pt x="361671" y="280257"/>
                    <a:pt x="361671" y="180667"/>
                  </a:cubicBezTo>
                  <a:cubicBezTo>
                    <a:pt x="362310" y="81077"/>
                    <a:pt x="281157" y="0"/>
                    <a:pt x="180836" y="0"/>
                  </a:cubicBezTo>
                  <a:close/>
                  <a:moveTo>
                    <a:pt x="180836" y="349204"/>
                  </a:moveTo>
                  <a:cubicBezTo>
                    <a:pt x="88181" y="349204"/>
                    <a:pt x="12780" y="273873"/>
                    <a:pt x="12780" y="181305"/>
                  </a:cubicBezTo>
                  <a:cubicBezTo>
                    <a:pt x="12780" y="88738"/>
                    <a:pt x="88181" y="13406"/>
                    <a:pt x="180836" y="13406"/>
                  </a:cubicBezTo>
                  <a:cubicBezTo>
                    <a:pt x="273490" y="13406"/>
                    <a:pt x="348891" y="88738"/>
                    <a:pt x="348891" y="181305"/>
                  </a:cubicBezTo>
                  <a:cubicBezTo>
                    <a:pt x="349530" y="273873"/>
                    <a:pt x="274128" y="349204"/>
                    <a:pt x="180836" y="349204"/>
                  </a:cubicBezTo>
                  <a:close/>
                </a:path>
              </a:pathLst>
            </a:custGeom>
            <a:solidFill>
              <a:srgbClr val="007680"/>
            </a:solidFill>
            <a:ln w="6390" cap="flat">
              <a:noFill/>
              <a:prstDash val="solid"/>
              <a:miter/>
            </a:ln>
          </p:spPr>
          <p:txBody>
            <a:bodyPr rtlCol="0" anchor="ctr"/>
            <a:lstStyle/>
            <a:p>
              <a:endParaRPr lang="en-US"/>
            </a:p>
          </p:txBody>
        </p:sp>
        <p:sp>
          <p:nvSpPr>
            <p:cNvPr id="590" name="Graphic 4">
              <a:extLst>
                <a:ext uri="{FF2B5EF4-FFF2-40B4-BE49-F238E27FC236}">
                  <a16:creationId xmlns:a16="http://schemas.microsoft.com/office/drawing/2014/main" id="{44CD4773-EFC6-624C-84A2-AE587E340FCF}"/>
                </a:ext>
              </a:extLst>
            </p:cNvPr>
            <p:cNvSpPr/>
            <p:nvPr/>
          </p:nvSpPr>
          <p:spPr>
            <a:xfrm>
              <a:off x="3663188" y="3446455"/>
              <a:ext cx="173969" cy="165125"/>
            </a:xfrm>
            <a:custGeom>
              <a:avLst/>
              <a:gdLst>
                <a:gd name="connsiteX0" fmla="*/ 140103 w 173969"/>
                <a:gd name="connsiteY0" fmla="*/ 4888 h 165125"/>
                <a:gd name="connsiteX1" fmla="*/ 136268 w 173969"/>
                <a:gd name="connsiteY1" fmla="*/ 419 h 165125"/>
                <a:gd name="connsiteX2" fmla="*/ 130518 w 173969"/>
                <a:gd name="connsiteY2" fmla="*/ 1058 h 165125"/>
                <a:gd name="connsiteX3" fmla="*/ 3358 w 173969"/>
                <a:gd name="connsiteY3" fmla="*/ 77027 h 165125"/>
                <a:gd name="connsiteX4" fmla="*/ 163 w 173969"/>
                <a:gd name="connsiteY4" fmla="*/ 84050 h 165125"/>
                <a:gd name="connsiteX5" fmla="*/ 11026 w 173969"/>
                <a:gd name="connsiteY5" fmla="*/ 126184 h 165125"/>
                <a:gd name="connsiteX6" fmla="*/ 17416 w 173969"/>
                <a:gd name="connsiteY6" fmla="*/ 131291 h 165125"/>
                <a:gd name="connsiteX7" fmla="*/ 60228 w 173969"/>
                <a:gd name="connsiteY7" fmla="*/ 131291 h 165125"/>
                <a:gd name="connsiteX8" fmla="*/ 59589 w 173969"/>
                <a:gd name="connsiteY8" fmla="*/ 133206 h 165125"/>
                <a:gd name="connsiteX9" fmla="*/ 91539 w 173969"/>
                <a:gd name="connsiteY9" fmla="*/ 165126 h 165125"/>
                <a:gd name="connsiteX10" fmla="*/ 123488 w 173969"/>
                <a:gd name="connsiteY10" fmla="*/ 133206 h 165125"/>
                <a:gd name="connsiteX11" fmla="*/ 122850 w 173969"/>
                <a:gd name="connsiteY11" fmla="*/ 131291 h 165125"/>
                <a:gd name="connsiteX12" fmla="*/ 167579 w 173969"/>
                <a:gd name="connsiteY12" fmla="*/ 131291 h 165125"/>
                <a:gd name="connsiteX13" fmla="*/ 167579 w 173969"/>
                <a:gd name="connsiteY13" fmla="*/ 131291 h 165125"/>
                <a:gd name="connsiteX14" fmla="*/ 172691 w 173969"/>
                <a:gd name="connsiteY14" fmla="*/ 128737 h 165125"/>
                <a:gd name="connsiteX15" fmla="*/ 173969 w 173969"/>
                <a:gd name="connsiteY15" fmla="*/ 122992 h 165125"/>
                <a:gd name="connsiteX16" fmla="*/ 140103 w 173969"/>
                <a:gd name="connsiteY16" fmla="*/ 4888 h 165125"/>
                <a:gd name="connsiteX17" fmla="*/ 110709 w 173969"/>
                <a:gd name="connsiteY17" fmla="*/ 133845 h 165125"/>
                <a:gd name="connsiteX18" fmla="*/ 91539 w 173969"/>
                <a:gd name="connsiteY18" fmla="*/ 152997 h 165125"/>
                <a:gd name="connsiteX19" fmla="*/ 72369 w 173969"/>
                <a:gd name="connsiteY19" fmla="*/ 133845 h 165125"/>
                <a:gd name="connsiteX20" fmla="*/ 71730 w 173969"/>
                <a:gd name="connsiteY20" fmla="*/ 131929 h 165125"/>
                <a:gd name="connsiteX21" fmla="*/ 110709 w 173969"/>
                <a:gd name="connsiteY21" fmla="*/ 131929 h 165125"/>
                <a:gd name="connsiteX22" fmla="*/ 110709 w 173969"/>
                <a:gd name="connsiteY22" fmla="*/ 133845 h 165125"/>
                <a:gd name="connsiteX23" fmla="*/ 22528 w 173969"/>
                <a:gd name="connsiteY23" fmla="*/ 118523 h 165125"/>
                <a:gd name="connsiteX24" fmla="*/ 14221 w 173969"/>
                <a:gd name="connsiteY24" fmla="*/ 85326 h 165125"/>
                <a:gd name="connsiteX25" fmla="*/ 130518 w 173969"/>
                <a:gd name="connsiteY25" fmla="*/ 15741 h 165125"/>
                <a:gd name="connsiteX26" fmla="*/ 159911 w 173969"/>
                <a:gd name="connsiteY26" fmla="*/ 118523 h 165125"/>
                <a:gd name="connsiteX27" fmla="*/ 22528 w 173969"/>
                <a:gd name="connsiteY27" fmla="*/ 118523 h 16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3969" h="165125">
                  <a:moveTo>
                    <a:pt x="140103" y="4888"/>
                  </a:moveTo>
                  <a:cubicBezTo>
                    <a:pt x="139463" y="2973"/>
                    <a:pt x="138186" y="1696"/>
                    <a:pt x="136268" y="419"/>
                  </a:cubicBezTo>
                  <a:cubicBezTo>
                    <a:pt x="134351" y="-219"/>
                    <a:pt x="132435" y="-219"/>
                    <a:pt x="130518" y="1058"/>
                  </a:cubicBezTo>
                  <a:lnTo>
                    <a:pt x="3358" y="77027"/>
                  </a:lnTo>
                  <a:cubicBezTo>
                    <a:pt x="802" y="78304"/>
                    <a:pt x="-476" y="81496"/>
                    <a:pt x="163" y="84050"/>
                  </a:cubicBezTo>
                  <a:lnTo>
                    <a:pt x="11026" y="126184"/>
                  </a:lnTo>
                  <a:cubicBezTo>
                    <a:pt x="11665" y="128737"/>
                    <a:pt x="14221" y="131291"/>
                    <a:pt x="17416" y="131291"/>
                  </a:cubicBezTo>
                  <a:lnTo>
                    <a:pt x="60228" y="131291"/>
                  </a:lnTo>
                  <a:cubicBezTo>
                    <a:pt x="60228" y="131929"/>
                    <a:pt x="59589" y="132568"/>
                    <a:pt x="59589" y="133206"/>
                  </a:cubicBezTo>
                  <a:cubicBezTo>
                    <a:pt x="59589" y="150443"/>
                    <a:pt x="73647" y="165126"/>
                    <a:pt x="91539" y="165126"/>
                  </a:cubicBezTo>
                  <a:cubicBezTo>
                    <a:pt x="109431" y="165126"/>
                    <a:pt x="123488" y="151081"/>
                    <a:pt x="123488" y="133206"/>
                  </a:cubicBezTo>
                  <a:cubicBezTo>
                    <a:pt x="123488" y="132568"/>
                    <a:pt x="123488" y="131929"/>
                    <a:pt x="122850" y="131291"/>
                  </a:cubicBezTo>
                  <a:lnTo>
                    <a:pt x="167579" y="131291"/>
                  </a:lnTo>
                  <a:lnTo>
                    <a:pt x="167579" y="131291"/>
                  </a:lnTo>
                  <a:cubicBezTo>
                    <a:pt x="169496" y="131291"/>
                    <a:pt x="171413" y="130653"/>
                    <a:pt x="172691" y="128737"/>
                  </a:cubicBezTo>
                  <a:cubicBezTo>
                    <a:pt x="173969" y="126822"/>
                    <a:pt x="173969" y="124907"/>
                    <a:pt x="173969" y="122992"/>
                  </a:cubicBezTo>
                  <a:lnTo>
                    <a:pt x="140103" y="4888"/>
                  </a:lnTo>
                  <a:close/>
                  <a:moveTo>
                    <a:pt x="110709" y="133845"/>
                  </a:moveTo>
                  <a:cubicBezTo>
                    <a:pt x="110709" y="144059"/>
                    <a:pt x="102402" y="152997"/>
                    <a:pt x="91539" y="152997"/>
                  </a:cubicBezTo>
                  <a:cubicBezTo>
                    <a:pt x="80676" y="152997"/>
                    <a:pt x="72369" y="144697"/>
                    <a:pt x="72369" y="133845"/>
                  </a:cubicBezTo>
                  <a:cubicBezTo>
                    <a:pt x="72369" y="133206"/>
                    <a:pt x="72369" y="132568"/>
                    <a:pt x="71730" y="131929"/>
                  </a:cubicBezTo>
                  <a:lnTo>
                    <a:pt x="110709" y="131929"/>
                  </a:lnTo>
                  <a:cubicBezTo>
                    <a:pt x="110709" y="131929"/>
                    <a:pt x="110709" y="132568"/>
                    <a:pt x="110709" y="133845"/>
                  </a:cubicBezTo>
                  <a:close/>
                  <a:moveTo>
                    <a:pt x="22528" y="118523"/>
                  </a:moveTo>
                  <a:lnTo>
                    <a:pt x="14221" y="85326"/>
                  </a:lnTo>
                  <a:lnTo>
                    <a:pt x="130518" y="15741"/>
                  </a:lnTo>
                  <a:lnTo>
                    <a:pt x="159911" y="118523"/>
                  </a:lnTo>
                  <a:lnTo>
                    <a:pt x="22528" y="118523"/>
                  </a:lnTo>
                  <a:close/>
                </a:path>
              </a:pathLst>
            </a:custGeom>
            <a:solidFill>
              <a:srgbClr val="007680"/>
            </a:solidFill>
            <a:ln w="6390" cap="flat">
              <a:noFill/>
              <a:prstDash val="solid"/>
              <a:miter/>
            </a:ln>
          </p:spPr>
          <p:txBody>
            <a:bodyPr rtlCol="0" anchor="ctr"/>
            <a:lstStyle/>
            <a:p>
              <a:endParaRPr lang="en-US"/>
            </a:p>
          </p:txBody>
        </p:sp>
        <p:sp>
          <p:nvSpPr>
            <p:cNvPr id="591" name="Graphic 4">
              <a:extLst>
                <a:ext uri="{FF2B5EF4-FFF2-40B4-BE49-F238E27FC236}">
                  <a16:creationId xmlns:a16="http://schemas.microsoft.com/office/drawing/2014/main" id="{E348ABB1-557A-F34A-96E8-027468F40BEF}"/>
                </a:ext>
              </a:extLst>
            </p:cNvPr>
            <p:cNvSpPr/>
            <p:nvPr/>
          </p:nvSpPr>
          <p:spPr>
            <a:xfrm>
              <a:off x="3842146" y="3480587"/>
              <a:ext cx="71813" cy="29488"/>
            </a:xfrm>
            <a:custGeom>
              <a:avLst/>
              <a:gdLst>
                <a:gd name="connsiteX0" fmla="*/ 71690 w 71813"/>
                <a:gd name="connsiteY0" fmla="*/ 4591 h 29488"/>
                <a:gd name="connsiteX1" fmla="*/ 64022 w 71813"/>
                <a:gd name="connsiteY1" fmla="*/ 122 h 29488"/>
                <a:gd name="connsiteX2" fmla="*/ 4595 w 71813"/>
                <a:gd name="connsiteY2" fmla="*/ 17359 h 29488"/>
                <a:gd name="connsiteX3" fmla="*/ 122 w 71813"/>
                <a:gd name="connsiteY3" fmla="*/ 25020 h 29488"/>
                <a:gd name="connsiteX4" fmla="*/ 6512 w 71813"/>
                <a:gd name="connsiteY4" fmla="*/ 29489 h 29488"/>
                <a:gd name="connsiteX5" fmla="*/ 8429 w 71813"/>
                <a:gd name="connsiteY5" fmla="*/ 29489 h 29488"/>
                <a:gd name="connsiteX6" fmla="*/ 67856 w 71813"/>
                <a:gd name="connsiteY6" fmla="*/ 12252 h 29488"/>
                <a:gd name="connsiteX7" fmla="*/ 71690 w 71813"/>
                <a:gd name="connsiteY7" fmla="*/ 4591 h 29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813" h="29488">
                  <a:moveTo>
                    <a:pt x="71690" y="4591"/>
                  </a:moveTo>
                  <a:cubicBezTo>
                    <a:pt x="70412" y="1399"/>
                    <a:pt x="67217" y="-516"/>
                    <a:pt x="64022" y="122"/>
                  </a:cubicBezTo>
                  <a:lnTo>
                    <a:pt x="4595" y="17359"/>
                  </a:lnTo>
                  <a:cubicBezTo>
                    <a:pt x="1400" y="18636"/>
                    <a:pt x="-516" y="21828"/>
                    <a:pt x="122" y="25020"/>
                  </a:cubicBezTo>
                  <a:cubicBezTo>
                    <a:pt x="762" y="27574"/>
                    <a:pt x="3317" y="29489"/>
                    <a:pt x="6512" y="29489"/>
                  </a:cubicBezTo>
                  <a:cubicBezTo>
                    <a:pt x="7152" y="29489"/>
                    <a:pt x="7790" y="29489"/>
                    <a:pt x="8429" y="29489"/>
                  </a:cubicBezTo>
                  <a:lnTo>
                    <a:pt x="67856" y="12252"/>
                  </a:lnTo>
                  <a:cubicBezTo>
                    <a:pt x="70412" y="11614"/>
                    <a:pt x="72329" y="7783"/>
                    <a:pt x="71690" y="4591"/>
                  </a:cubicBezTo>
                  <a:close/>
                </a:path>
              </a:pathLst>
            </a:custGeom>
            <a:solidFill>
              <a:srgbClr val="007680"/>
            </a:solidFill>
            <a:ln w="6390" cap="flat">
              <a:noFill/>
              <a:prstDash val="solid"/>
              <a:miter/>
            </a:ln>
          </p:spPr>
          <p:txBody>
            <a:bodyPr rtlCol="0" anchor="ctr"/>
            <a:lstStyle/>
            <a:p>
              <a:endParaRPr lang="en-US"/>
            </a:p>
          </p:txBody>
        </p:sp>
        <p:sp>
          <p:nvSpPr>
            <p:cNvPr id="592" name="Graphic 4">
              <a:extLst>
                <a:ext uri="{FF2B5EF4-FFF2-40B4-BE49-F238E27FC236}">
                  <a16:creationId xmlns:a16="http://schemas.microsoft.com/office/drawing/2014/main" id="{C18254BB-8B7F-6B46-A13A-F469B04EA053}"/>
                </a:ext>
              </a:extLst>
            </p:cNvPr>
            <p:cNvSpPr/>
            <p:nvPr/>
          </p:nvSpPr>
          <p:spPr>
            <a:xfrm>
              <a:off x="3825179" y="3429801"/>
              <a:ext cx="54626" cy="46440"/>
            </a:xfrm>
            <a:custGeom>
              <a:avLst/>
              <a:gdLst>
                <a:gd name="connsiteX0" fmla="*/ 6226 w 54626"/>
                <a:gd name="connsiteY0" fmla="*/ 46440 h 46440"/>
                <a:gd name="connsiteX1" fmla="*/ 10061 w 54626"/>
                <a:gd name="connsiteY1" fmla="*/ 45163 h 46440"/>
                <a:gd name="connsiteX2" fmla="*/ 52234 w 54626"/>
                <a:gd name="connsiteY2" fmla="*/ 11328 h 46440"/>
                <a:gd name="connsiteX3" fmla="*/ 53512 w 54626"/>
                <a:gd name="connsiteY3" fmla="*/ 2390 h 46440"/>
                <a:gd name="connsiteX4" fmla="*/ 44566 w 54626"/>
                <a:gd name="connsiteY4" fmla="*/ 1114 h 46440"/>
                <a:gd name="connsiteX5" fmla="*/ 2393 w 54626"/>
                <a:gd name="connsiteY5" fmla="*/ 34949 h 46440"/>
                <a:gd name="connsiteX6" fmla="*/ 1115 w 54626"/>
                <a:gd name="connsiteY6" fmla="*/ 43886 h 46440"/>
                <a:gd name="connsiteX7" fmla="*/ 6226 w 54626"/>
                <a:gd name="connsiteY7" fmla="*/ 46440 h 4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626" h="46440">
                  <a:moveTo>
                    <a:pt x="6226" y="46440"/>
                  </a:moveTo>
                  <a:cubicBezTo>
                    <a:pt x="7505" y="46440"/>
                    <a:pt x="8783" y="45801"/>
                    <a:pt x="10061" y="45163"/>
                  </a:cubicBezTo>
                  <a:lnTo>
                    <a:pt x="52234" y="11328"/>
                  </a:lnTo>
                  <a:cubicBezTo>
                    <a:pt x="54790" y="9413"/>
                    <a:pt x="55429" y="4944"/>
                    <a:pt x="53512" y="2390"/>
                  </a:cubicBezTo>
                  <a:cubicBezTo>
                    <a:pt x="51595" y="-163"/>
                    <a:pt x="47122" y="-802"/>
                    <a:pt x="44566" y="1114"/>
                  </a:cubicBezTo>
                  <a:lnTo>
                    <a:pt x="2393" y="34949"/>
                  </a:lnTo>
                  <a:cubicBezTo>
                    <a:pt x="-163" y="36864"/>
                    <a:pt x="-802" y="41333"/>
                    <a:pt x="1115" y="43886"/>
                  </a:cubicBezTo>
                  <a:cubicBezTo>
                    <a:pt x="2393" y="45801"/>
                    <a:pt x="4310" y="46440"/>
                    <a:pt x="6226" y="46440"/>
                  </a:cubicBezTo>
                  <a:close/>
                </a:path>
              </a:pathLst>
            </a:custGeom>
            <a:solidFill>
              <a:srgbClr val="007680"/>
            </a:solidFill>
            <a:ln w="6390" cap="flat">
              <a:noFill/>
              <a:prstDash val="solid"/>
              <a:miter/>
            </a:ln>
          </p:spPr>
          <p:txBody>
            <a:bodyPr rtlCol="0" anchor="ctr"/>
            <a:lstStyle/>
            <a:p>
              <a:endParaRPr lang="en-US"/>
            </a:p>
          </p:txBody>
        </p:sp>
        <p:sp>
          <p:nvSpPr>
            <p:cNvPr id="593" name="Graphic 4">
              <a:extLst>
                <a:ext uri="{FF2B5EF4-FFF2-40B4-BE49-F238E27FC236}">
                  <a16:creationId xmlns:a16="http://schemas.microsoft.com/office/drawing/2014/main" id="{2D704709-3D99-864D-8608-BF0E25DCC5DB}"/>
                </a:ext>
              </a:extLst>
            </p:cNvPr>
            <p:cNvSpPr/>
            <p:nvPr/>
          </p:nvSpPr>
          <p:spPr>
            <a:xfrm>
              <a:off x="3849838" y="3539982"/>
              <a:ext cx="64096" cy="21165"/>
            </a:xfrm>
            <a:custGeom>
              <a:avLst/>
              <a:gdLst>
                <a:gd name="connsiteX0" fmla="*/ 58886 w 64096"/>
                <a:gd name="connsiteY0" fmla="*/ 8398 h 21165"/>
                <a:gd name="connsiteX1" fmla="*/ 7767 w 64096"/>
                <a:gd name="connsiteY1" fmla="*/ 99 h 21165"/>
                <a:gd name="connsiteX2" fmla="*/ 99 w 64096"/>
                <a:gd name="connsiteY2" fmla="*/ 5206 h 21165"/>
                <a:gd name="connsiteX3" fmla="*/ 5210 w 64096"/>
                <a:gd name="connsiteY3" fmla="*/ 12867 h 21165"/>
                <a:gd name="connsiteX4" fmla="*/ 56330 w 64096"/>
                <a:gd name="connsiteY4" fmla="*/ 21166 h 21165"/>
                <a:gd name="connsiteX5" fmla="*/ 57608 w 64096"/>
                <a:gd name="connsiteY5" fmla="*/ 21166 h 21165"/>
                <a:gd name="connsiteX6" fmla="*/ 63998 w 64096"/>
                <a:gd name="connsiteY6" fmla="*/ 16058 h 21165"/>
                <a:gd name="connsiteX7" fmla="*/ 58886 w 64096"/>
                <a:gd name="connsiteY7" fmla="*/ 8398 h 21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096" h="21165">
                  <a:moveTo>
                    <a:pt x="58886" y="8398"/>
                  </a:moveTo>
                  <a:lnTo>
                    <a:pt x="7767" y="99"/>
                  </a:lnTo>
                  <a:cubicBezTo>
                    <a:pt x="4572" y="-540"/>
                    <a:pt x="737" y="2014"/>
                    <a:pt x="99" y="5206"/>
                  </a:cubicBezTo>
                  <a:cubicBezTo>
                    <a:pt x="-540" y="8398"/>
                    <a:pt x="2015" y="12228"/>
                    <a:pt x="5210" y="12867"/>
                  </a:cubicBezTo>
                  <a:lnTo>
                    <a:pt x="56330" y="21166"/>
                  </a:lnTo>
                  <a:cubicBezTo>
                    <a:pt x="56969" y="21166"/>
                    <a:pt x="56969" y="21166"/>
                    <a:pt x="57608" y="21166"/>
                  </a:cubicBezTo>
                  <a:cubicBezTo>
                    <a:pt x="60803" y="21166"/>
                    <a:pt x="63359" y="19250"/>
                    <a:pt x="63998" y="16058"/>
                  </a:cubicBezTo>
                  <a:cubicBezTo>
                    <a:pt x="64637" y="12228"/>
                    <a:pt x="62081" y="9036"/>
                    <a:pt x="58886" y="8398"/>
                  </a:cubicBezTo>
                  <a:close/>
                </a:path>
              </a:pathLst>
            </a:custGeom>
            <a:solidFill>
              <a:srgbClr val="007680"/>
            </a:solidFill>
            <a:ln w="6390" cap="flat">
              <a:noFill/>
              <a:prstDash val="solid"/>
              <a:miter/>
            </a:ln>
          </p:spPr>
          <p:txBody>
            <a:bodyPr rtlCol="0" anchor="ctr"/>
            <a:lstStyle/>
            <a:p>
              <a:endParaRPr lang="en-US"/>
            </a:p>
          </p:txBody>
        </p:sp>
      </p:grpSp>
      <p:grpSp>
        <p:nvGrpSpPr>
          <p:cNvPr id="594" name="Graphic 4">
            <a:extLst>
              <a:ext uri="{FF2B5EF4-FFF2-40B4-BE49-F238E27FC236}">
                <a16:creationId xmlns:a16="http://schemas.microsoft.com/office/drawing/2014/main" id="{5F2C6139-5217-2747-B9F9-3118385AD1E9}"/>
              </a:ext>
            </a:extLst>
          </p:cNvPr>
          <p:cNvGrpSpPr/>
          <p:nvPr/>
        </p:nvGrpSpPr>
        <p:grpSpPr>
          <a:xfrm>
            <a:off x="3607758" y="2371173"/>
            <a:ext cx="361674" cy="361333"/>
            <a:chOff x="3607758" y="2371173"/>
            <a:chExt cx="361674" cy="361333"/>
          </a:xfrm>
          <a:solidFill>
            <a:srgbClr val="007680"/>
          </a:solidFill>
        </p:grpSpPr>
        <p:sp>
          <p:nvSpPr>
            <p:cNvPr id="595" name="Graphic 4">
              <a:extLst>
                <a:ext uri="{FF2B5EF4-FFF2-40B4-BE49-F238E27FC236}">
                  <a16:creationId xmlns:a16="http://schemas.microsoft.com/office/drawing/2014/main" id="{96C8A935-5603-CB43-998F-89214C6CC2EB}"/>
                </a:ext>
              </a:extLst>
            </p:cNvPr>
            <p:cNvSpPr/>
            <p:nvPr/>
          </p:nvSpPr>
          <p:spPr>
            <a:xfrm>
              <a:off x="3607758" y="2371173"/>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2" y="361333"/>
                    <a:pt x="180836" y="361333"/>
                  </a:cubicBezTo>
                  <a:cubicBezTo>
                    <a:pt x="281157" y="361333"/>
                    <a:pt x="361671" y="280257"/>
                    <a:pt x="361671" y="180667"/>
                  </a:cubicBezTo>
                  <a:cubicBezTo>
                    <a:pt x="362310" y="81077"/>
                    <a:pt x="281157" y="0"/>
                    <a:pt x="180836" y="0"/>
                  </a:cubicBezTo>
                  <a:close/>
                  <a:moveTo>
                    <a:pt x="180836" y="349204"/>
                  </a:moveTo>
                  <a:cubicBezTo>
                    <a:pt x="88181" y="349204"/>
                    <a:pt x="12780" y="273873"/>
                    <a:pt x="12780" y="181305"/>
                  </a:cubicBezTo>
                  <a:cubicBezTo>
                    <a:pt x="12780" y="88738"/>
                    <a:pt x="88181" y="13406"/>
                    <a:pt x="180836" y="13406"/>
                  </a:cubicBezTo>
                  <a:cubicBezTo>
                    <a:pt x="273490" y="13406"/>
                    <a:pt x="348891" y="88738"/>
                    <a:pt x="348891" y="181305"/>
                  </a:cubicBezTo>
                  <a:cubicBezTo>
                    <a:pt x="349530" y="273873"/>
                    <a:pt x="274128" y="349204"/>
                    <a:pt x="180836" y="349204"/>
                  </a:cubicBezTo>
                  <a:close/>
                </a:path>
              </a:pathLst>
            </a:custGeom>
            <a:solidFill>
              <a:srgbClr val="007680"/>
            </a:solidFill>
            <a:ln w="6390" cap="flat">
              <a:noFill/>
              <a:prstDash val="solid"/>
              <a:miter/>
            </a:ln>
          </p:spPr>
          <p:txBody>
            <a:bodyPr rtlCol="0" anchor="ctr"/>
            <a:lstStyle/>
            <a:p>
              <a:endParaRPr lang="en-US"/>
            </a:p>
          </p:txBody>
        </p:sp>
        <p:sp>
          <p:nvSpPr>
            <p:cNvPr id="596" name="Graphic 4">
              <a:extLst>
                <a:ext uri="{FF2B5EF4-FFF2-40B4-BE49-F238E27FC236}">
                  <a16:creationId xmlns:a16="http://schemas.microsoft.com/office/drawing/2014/main" id="{BA40E4CB-DAE9-A744-8ABF-2F773869D5C4}"/>
                </a:ext>
              </a:extLst>
            </p:cNvPr>
            <p:cNvSpPr/>
            <p:nvPr/>
          </p:nvSpPr>
          <p:spPr>
            <a:xfrm>
              <a:off x="3720221" y="2436290"/>
              <a:ext cx="137465" cy="231738"/>
            </a:xfrm>
            <a:custGeom>
              <a:avLst/>
              <a:gdLst>
                <a:gd name="connsiteX0" fmla="*/ 131633 w 137465"/>
                <a:gd name="connsiteY0" fmla="*/ 109166 h 231738"/>
                <a:gd name="connsiteX1" fmla="*/ 125243 w 137465"/>
                <a:gd name="connsiteY1" fmla="*/ 115550 h 231738"/>
                <a:gd name="connsiteX2" fmla="*/ 75401 w 137465"/>
                <a:gd name="connsiteY2" fmla="*/ 171729 h 231738"/>
                <a:gd name="connsiteX3" fmla="*/ 75401 w 137465"/>
                <a:gd name="connsiteY3" fmla="*/ 155131 h 231738"/>
                <a:gd name="connsiteX4" fmla="*/ 74762 w 137465"/>
                <a:gd name="connsiteY4" fmla="*/ 153216 h 231738"/>
                <a:gd name="connsiteX5" fmla="*/ 106712 w 137465"/>
                <a:gd name="connsiteY5" fmla="*/ 116189 h 231738"/>
                <a:gd name="connsiteX6" fmla="*/ 106712 w 137465"/>
                <a:gd name="connsiteY6" fmla="*/ 37665 h 231738"/>
                <a:gd name="connsiteX7" fmla="*/ 69011 w 137465"/>
                <a:gd name="connsiteY7" fmla="*/ 0 h 231738"/>
                <a:gd name="connsiteX8" fmla="*/ 31310 w 137465"/>
                <a:gd name="connsiteY8" fmla="*/ 37665 h 231738"/>
                <a:gd name="connsiteX9" fmla="*/ 31310 w 137465"/>
                <a:gd name="connsiteY9" fmla="*/ 116189 h 231738"/>
                <a:gd name="connsiteX10" fmla="*/ 63260 w 137465"/>
                <a:gd name="connsiteY10" fmla="*/ 153216 h 231738"/>
                <a:gd name="connsiteX11" fmla="*/ 62621 w 137465"/>
                <a:gd name="connsiteY11" fmla="*/ 155131 h 231738"/>
                <a:gd name="connsiteX12" fmla="*/ 62621 w 137465"/>
                <a:gd name="connsiteY12" fmla="*/ 171729 h 231738"/>
                <a:gd name="connsiteX13" fmla="*/ 12780 w 137465"/>
                <a:gd name="connsiteY13" fmla="*/ 115550 h 231738"/>
                <a:gd name="connsiteX14" fmla="*/ 6390 w 137465"/>
                <a:gd name="connsiteY14" fmla="*/ 109166 h 231738"/>
                <a:gd name="connsiteX15" fmla="*/ 0 w 137465"/>
                <a:gd name="connsiteY15" fmla="*/ 115550 h 231738"/>
                <a:gd name="connsiteX16" fmla="*/ 62621 w 137465"/>
                <a:gd name="connsiteY16" fmla="*/ 184497 h 231738"/>
                <a:gd name="connsiteX17" fmla="*/ 62621 w 137465"/>
                <a:gd name="connsiteY17" fmla="*/ 218971 h 231738"/>
                <a:gd name="connsiteX18" fmla="*/ 29394 w 137465"/>
                <a:gd name="connsiteY18" fmla="*/ 218971 h 231738"/>
                <a:gd name="connsiteX19" fmla="*/ 23004 w 137465"/>
                <a:gd name="connsiteY19" fmla="*/ 225355 h 231738"/>
                <a:gd name="connsiteX20" fmla="*/ 29394 w 137465"/>
                <a:gd name="connsiteY20" fmla="*/ 231738 h 231738"/>
                <a:gd name="connsiteX21" fmla="*/ 107990 w 137465"/>
                <a:gd name="connsiteY21" fmla="*/ 231738 h 231738"/>
                <a:gd name="connsiteX22" fmla="*/ 114380 w 137465"/>
                <a:gd name="connsiteY22" fmla="*/ 225355 h 231738"/>
                <a:gd name="connsiteX23" fmla="*/ 107990 w 137465"/>
                <a:gd name="connsiteY23" fmla="*/ 218971 h 231738"/>
                <a:gd name="connsiteX24" fmla="*/ 74762 w 137465"/>
                <a:gd name="connsiteY24" fmla="*/ 218971 h 231738"/>
                <a:gd name="connsiteX25" fmla="*/ 74762 w 137465"/>
                <a:gd name="connsiteY25" fmla="*/ 184497 h 231738"/>
                <a:gd name="connsiteX26" fmla="*/ 137384 w 137465"/>
                <a:gd name="connsiteY26" fmla="*/ 115550 h 231738"/>
                <a:gd name="connsiteX27" fmla="*/ 131633 w 137465"/>
                <a:gd name="connsiteY27" fmla="*/ 109166 h 231738"/>
                <a:gd name="connsiteX28" fmla="*/ 43451 w 137465"/>
                <a:gd name="connsiteY28" fmla="*/ 115550 h 231738"/>
                <a:gd name="connsiteX29" fmla="*/ 43451 w 137465"/>
                <a:gd name="connsiteY29" fmla="*/ 37027 h 231738"/>
                <a:gd name="connsiteX30" fmla="*/ 68372 w 137465"/>
                <a:gd name="connsiteY30" fmla="*/ 12130 h 231738"/>
                <a:gd name="connsiteX31" fmla="*/ 93293 w 137465"/>
                <a:gd name="connsiteY31" fmla="*/ 37027 h 231738"/>
                <a:gd name="connsiteX32" fmla="*/ 93293 w 137465"/>
                <a:gd name="connsiteY32" fmla="*/ 115550 h 231738"/>
                <a:gd name="connsiteX33" fmla="*/ 68372 w 137465"/>
                <a:gd name="connsiteY33" fmla="*/ 140448 h 231738"/>
                <a:gd name="connsiteX34" fmla="*/ 43451 w 137465"/>
                <a:gd name="connsiteY34" fmla="*/ 115550 h 231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7465" h="231738">
                  <a:moveTo>
                    <a:pt x="131633" y="109166"/>
                  </a:moveTo>
                  <a:cubicBezTo>
                    <a:pt x="127799" y="109166"/>
                    <a:pt x="125243" y="111720"/>
                    <a:pt x="125243" y="115550"/>
                  </a:cubicBezTo>
                  <a:cubicBezTo>
                    <a:pt x="125243" y="144278"/>
                    <a:pt x="103517" y="168537"/>
                    <a:pt x="75401" y="171729"/>
                  </a:cubicBezTo>
                  <a:lnTo>
                    <a:pt x="75401" y="155131"/>
                  </a:lnTo>
                  <a:cubicBezTo>
                    <a:pt x="75401" y="154492"/>
                    <a:pt x="75401" y="153854"/>
                    <a:pt x="74762" y="153216"/>
                  </a:cubicBezTo>
                  <a:cubicBezTo>
                    <a:pt x="92654" y="150024"/>
                    <a:pt x="106712" y="134702"/>
                    <a:pt x="106712" y="116189"/>
                  </a:cubicBezTo>
                  <a:lnTo>
                    <a:pt x="106712" y="37665"/>
                  </a:lnTo>
                  <a:cubicBezTo>
                    <a:pt x="106712" y="16598"/>
                    <a:pt x="89459" y="0"/>
                    <a:pt x="69011" y="0"/>
                  </a:cubicBezTo>
                  <a:cubicBezTo>
                    <a:pt x="47925" y="0"/>
                    <a:pt x="31310" y="17237"/>
                    <a:pt x="31310" y="37665"/>
                  </a:cubicBezTo>
                  <a:lnTo>
                    <a:pt x="31310" y="116189"/>
                  </a:lnTo>
                  <a:cubicBezTo>
                    <a:pt x="31310" y="134702"/>
                    <a:pt x="45368" y="150662"/>
                    <a:pt x="63260" y="153216"/>
                  </a:cubicBezTo>
                  <a:cubicBezTo>
                    <a:pt x="63260" y="153854"/>
                    <a:pt x="62621" y="154492"/>
                    <a:pt x="62621" y="155131"/>
                  </a:cubicBezTo>
                  <a:lnTo>
                    <a:pt x="62621" y="171729"/>
                  </a:lnTo>
                  <a:cubicBezTo>
                    <a:pt x="34505" y="168537"/>
                    <a:pt x="12780" y="144916"/>
                    <a:pt x="12780" y="115550"/>
                  </a:cubicBezTo>
                  <a:cubicBezTo>
                    <a:pt x="12780" y="111720"/>
                    <a:pt x="10224" y="109166"/>
                    <a:pt x="6390" y="109166"/>
                  </a:cubicBezTo>
                  <a:cubicBezTo>
                    <a:pt x="2556" y="109166"/>
                    <a:pt x="0" y="111720"/>
                    <a:pt x="0" y="115550"/>
                  </a:cubicBezTo>
                  <a:cubicBezTo>
                    <a:pt x="0" y="151300"/>
                    <a:pt x="27477" y="181305"/>
                    <a:pt x="62621" y="184497"/>
                  </a:cubicBezTo>
                  <a:lnTo>
                    <a:pt x="62621" y="218971"/>
                  </a:lnTo>
                  <a:lnTo>
                    <a:pt x="29394" y="218971"/>
                  </a:lnTo>
                  <a:cubicBezTo>
                    <a:pt x="25560" y="218971"/>
                    <a:pt x="23004" y="221524"/>
                    <a:pt x="23004" y="225355"/>
                  </a:cubicBezTo>
                  <a:cubicBezTo>
                    <a:pt x="23004" y="229185"/>
                    <a:pt x="25560" y="231738"/>
                    <a:pt x="29394" y="231738"/>
                  </a:cubicBezTo>
                  <a:lnTo>
                    <a:pt x="107990" y="231738"/>
                  </a:lnTo>
                  <a:cubicBezTo>
                    <a:pt x="111824" y="231738"/>
                    <a:pt x="114380" y="229185"/>
                    <a:pt x="114380" y="225355"/>
                  </a:cubicBezTo>
                  <a:cubicBezTo>
                    <a:pt x="114380" y="221524"/>
                    <a:pt x="111824" y="218971"/>
                    <a:pt x="107990" y="218971"/>
                  </a:cubicBezTo>
                  <a:lnTo>
                    <a:pt x="74762" y="218971"/>
                  </a:lnTo>
                  <a:lnTo>
                    <a:pt x="74762" y="184497"/>
                  </a:lnTo>
                  <a:cubicBezTo>
                    <a:pt x="109907" y="181305"/>
                    <a:pt x="137384" y="151300"/>
                    <a:pt x="137384" y="115550"/>
                  </a:cubicBezTo>
                  <a:cubicBezTo>
                    <a:pt x="138022" y="112358"/>
                    <a:pt x="134828" y="109166"/>
                    <a:pt x="131633" y="109166"/>
                  </a:cubicBezTo>
                  <a:close/>
                  <a:moveTo>
                    <a:pt x="43451" y="115550"/>
                  </a:moveTo>
                  <a:lnTo>
                    <a:pt x="43451" y="37027"/>
                  </a:lnTo>
                  <a:cubicBezTo>
                    <a:pt x="43451" y="22982"/>
                    <a:pt x="54953" y="12130"/>
                    <a:pt x="68372" y="12130"/>
                  </a:cubicBezTo>
                  <a:cubicBezTo>
                    <a:pt x="81791" y="12130"/>
                    <a:pt x="93293" y="23621"/>
                    <a:pt x="93293" y="37027"/>
                  </a:cubicBezTo>
                  <a:lnTo>
                    <a:pt x="93293" y="115550"/>
                  </a:lnTo>
                  <a:cubicBezTo>
                    <a:pt x="93293" y="129595"/>
                    <a:pt x="81791" y="140448"/>
                    <a:pt x="68372" y="140448"/>
                  </a:cubicBezTo>
                  <a:cubicBezTo>
                    <a:pt x="54953" y="140448"/>
                    <a:pt x="43451" y="129595"/>
                    <a:pt x="43451" y="115550"/>
                  </a:cubicBezTo>
                  <a:close/>
                </a:path>
              </a:pathLst>
            </a:custGeom>
            <a:solidFill>
              <a:srgbClr val="007680"/>
            </a:solidFill>
            <a:ln w="6390" cap="flat">
              <a:noFill/>
              <a:prstDash val="solid"/>
              <a:miter/>
            </a:ln>
          </p:spPr>
          <p:txBody>
            <a:bodyPr rtlCol="0" anchor="ctr"/>
            <a:lstStyle/>
            <a:p>
              <a:endParaRPr lang="en-US"/>
            </a:p>
          </p:txBody>
        </p:sp>
      </p:grpSp>
      <p:grpSp>
        <p:nvGrpSpPr>
          <p:cNvPr id="597" name="Graphic 4">
            <a:extLst>
              <a:ext uri="{FF2B5EF4-FFF2-40B4-BE49-F238E27FC236}">
                <a16:creationId xmlns:a16="http://schemas.microsoft.com/office/drawing/2014/main" id="{2C90FDA2-05F5-4C49-92EC-CDA857DA76AE}"/>
              </a:ext>
            </a:extLst>
          </p:cNvPr>
          <p:cNvGrpSpPr/>
          <p:nvPr/>
        </p:nvGrpSpPr>
        <p:grpSpPr>
          <a:xfrm>
            <a:off x="3607758" y="2855717"/>
            <a:ext cx="361674" cy="361333"/>
            <a:chOff x="3607758" y="2855717"/>
            <a:chExt cx="361674" cy="361333"/>
          </a:xfrm>
          <a:solidFill>
            <a:srgbClr val="007680"/>
          </a:solidFill>
        </p:grpSpPr>
        <p:sp>
          <p:nvSpPr>
            <p:cNvPr id="598" name="Graphic 4">
              <a:extLst>
                <a:ext uri="{FF2B5EF4-FFF2-40B4-BE49-F238E27FC236}">
                  <a16:creationId xmlns:a16="http://schemas.microsoft.com/office/drawing/2014/main" id="{FD914E9F-725D-054C-9957-36FB8700D505}"/>
                </a:ext>
              </a:extLst>
            </p:cNvPr>
            <p:cNvSpPr/>
            <p:nvPr/>
          </p:nvSpPr>
          <p:spPr>
            <a:xfrm>
              <a:off x="3607758" y="2855717"/>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6"/>
                    <a:pt x="0" y="180667"/>
                  </a:cubicBezTo>
                  <a:cubicBezTo>
                    <a:pt x="0" y="280895"/>
                    <a:pt x="81152" y="361333"/>
                    <a:pt x="180836" y="361333"/>
                  </a:cubicBezTo>
                  <a:cubicBezTo>
                    <a:pt x="280518" y="361333"/>
                    <a:pt x="361671" y="280257"/>
                    <a:pt x="361671" y="180667"/>
                  </a:cubicBezTo>
                  <a:cubicBezTo>
                    <a:pt x="362310" y="80438"/>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9530" y="273234"/>
                    <a:pt x="274128" y="349204"/>
                    <a:pt x="180836" y="349204"/>
                  </a:cubicBezTo>
                  <a:close/>
                </a:path>
              </a:pathLst>
            </a:custGeom>
            <a:solidFill>
              <a:srgbClr val="007680"/>
            </a:solidFill>
            <a:ln w="6390" cap="flat">
              <a:noFill/>
              <a:prstDash val="solid"/>
              <a:miter/>
            </a:ln>
          </p:spPr>
          <p:txBody>
            <a:bodyPr rtlCol="0" anchor="ctr"/>
            <a:lstStyle/>
            <a:p>
              <a:endParaRPr lang="en-US"/>
            </a:p>
          </p:txBody>
        </p:sp>
        <p:sp>
          <p:nvSpPr>
            <p:cNvPr id="599" name="Graphic 4">
              <a:extLst>
                <a:ext uri="{FF2B5EF4-FFF2-40B4-BE49-F238E27FC236}">
                  <a16:creationId xmlns:a16="http://schemas.microsoft.com/office/drawing/2014/main" id="{2A2BAB0A-9372-1E4C-BB28-C3769DDEC674}"/>
                </a:ext>
              </a:extLst>
            </p:cNvPr>
            <p:cNvSpPr/>
            <p:nvPr/>
          </p:nvSpPr>
          <p:spPr>
            <a:xfrm>
              <a:off x="3688271" y="2920834"/>
              <a:ext cx="200644" cy="231100"/>
            </a:xfrm>
            <a:custGeom>
              <a:avLst/>
              <a:gdLst>
                <a:gd name="connsiteX0" fmla="*/ 189781 w 200644"/>
                <a:gd name="connsiteY0" fmla="*/ 17237 h 231100"/>
                <a:gd name="connsiteX1" fmla="*/ 138023 w 200644"/>
                <a:gd name="connsiteY1" fmla="*/ 68947 h 231100"/>
                <a:gd name="connsiteX2" fmla="*/ 138023 w 200644"/>
                <a:gd name="connsiteY2" fmla="*/ 37665 h 231100"/>
                <a:gd name="connsiteX3" fmla="*/ 100322 w 200644"/>
                <a:gd name="connsiteY3" fmla="*/ 0 h 231100"/>
                <a:gd name="connsiteX4" fmla="*/ 62622 w 200644"/>
                <a:gd name="connsiteY4" fmla="*/ 37665 h 231100"/>
                <a:gd name="connsiteX5" fmla="*/ 62622 w 200644"/>
                <a:gd name="connsiteY5" fmla="*/ 115550 h 231100"/>
                <a:gd name="connsiteX6" fmla="*/ 69650 w 200644"/>
                <a:gd name="connsiteY6" fmla="*/ 137256 h 231100"/>
                <a:gd name="connsiteX7" fmla="*/ 56232 w 200644"/>
                <a:gd name="connsiteY7" fmla="*/ 150662 h 231100"/>
                <a:gd name="connsiteX8" fmla="*/ 44091 w 200644"/>
                <a:gd name="connsiteY8" fmla="*/ 115550 h 231100"/>
                <a:gd name="connsiteX9" fmla="*/ 37701 w 200644"/>
                <a:gd name="connsiteY9" fmla="*/ 109166 h 231100"/>
                <a:gd name="connsiteX10" fmla="*/ 31311 w 200644"/>
                <a:gd name="connsiteY10" fmla="*/ 115550 h 231100"/>
                <a:gd name="connsiteX11" fmla="*/ 47285 w 200644"/>
                <a:gd name="connsiteY11" fmla="*/ 159600 h 231100"/>
                <a:gd name="connsiteX12" fmla="*/ 1917 w 200644"/>
                <a:gd name="connsiteY12" fmla="*/ 204926 h 231100"/>
                <a:gd name="connsiteX13" fmla="*/ 1917 w 200644"/>
                <a:gd name="connsiteY13" fmla="*/ 213863 h 231100"/>
                <a:gd name="connsiteX14" fmla="*/ 6390 w 200644"/>
                <a:gd name="connsiteY14" fmla="*/ 215779 h 231100"/>
                <a:gd name="connsiteX15" fmla="*/ 10863 w 200644"/>
                <a:gd name="connsiteY15" fmla="*/ 213863 h 231100"/>
                <a:gd name="connsiteX16" fmla="*/ 56232 w 200644"/>
                <a:gd name="connsiteY16" fmla="*/ 168537 h 231100"/>
                <a:gd name="connsiteX17" fmla="*/ 93932 w 200644"/>
                <a:gd name="connsiteY17" fmla="*/ 183859 h 231100"/>
                <a:gd name="connsiteX18" fmla="*/ 93932 w 200644"/>
                <a:gd name="connsiteY18" fmla="*/ 218332 h 231100"/>
                <a:gd name="connsiteX19" fmla="*/ 61343 w 200644"/>
                <a:gd name="connsiteY19" fmla="*/ 218332 h 231100"/>
                <a:gd name="connsiteX20" fmla="*/ 54954 w 200644"/>
                <a:gd name="connsiteY20" fmla="*/ 224716 h 231100"/>
                <a:gd name="connsiteX21" fmla="*/ 61343 w 200644"/>
                <a:gd name="connsiteY21" fmla="*/ 231100 h 231100"/>
                <a:gd name="connsiteX22" fmla="*/ 139301 w 200644"/>
                <a:gd name="connsiteY22" fmla="*/ 231100 h 231100"/>
                <a:gd name="connsiteX23" fmla="*/ 145691 w 200644"/>
                <a:gd name="connsiteY23" fmla="*/ 224716 h 231100"/>
                <a:gd name="connsiteX24" fmla="*/ 139301 w 200644"/>
                <a:gd name="connsiteY24" fmla="*/ 218332 h 231100"/>
                <a:gd name="connsiteX25" fmla="*/ 106712 w 200644"/>
                <a:gd name="connsiteY25" fmla="*/ 218332 h 231100"/>
                <a:gd name="connsiteX26" fmla="*/ 106712 w 200644"/>
                <a:gd name="connsiteY26" fmla="*/ 183859 h 231100"/>
                <a:gd name="connsiteX27" fmla="*/ 169334 w 200644"/>
                <a:gd name="connsiteY27" fmla="*/ 115550 h 231100"/>
                <a:gd name="connsiteX28" fmla="*/ 162944 w 200644"/>
                <a:gd name="connsiteY28" fmla="*/ 109166 h 231100"/>
                <a:gd name="connsiteX29" fmla="*/ 156554 w 200644"/>
                <a:gd name="connsiteY29" fmla="*/ 115550 h 231100"/>
                <a:gd name="connsiteX30" fmla="*/ 100322 w 200644"/>
                <a:gd name="connsiteY30" fmla="*/ 171729 h 231100"/>
                <a:gd name="connsiteX31" fmla="*/ 65178 w 200644"/>
                <a:gd name="connsiteY31" fmla="*/ 159600 h 231100"/>
                <a:gd name="connsiteX32" fmla="*/ 78596 w 200644"/>
                <a:gd name="connsiteY32" fmla="*/ 146193 h 231100"/>
                <a:gd name="connsiteX33" fmla="*/ 100322 w 200644"/>
                <a:gd name="connsiteY33" fmla="*/ 153216 h 231100"/>
                <a:gd name="connsiteX34" fmla="*/ 138023 w 200644"/>
                <a:gd name="connsiteY34" fmla="*/ 115550 h 231100"/>
                <a:gd name="connsiteX35" fmla="*/ 138023 w 200644"/>
                <a:gd name="connsiteY35" fmla="*/ 86822 h 231100"/>
                <a:gd name="connsiteX36" fmla="*/ 198727 w 200644"/>
                <a:gd name="connsiteY36" fmla="*/ 26174 h 231100"/>
                <a:gd name="connsiteX37" fmla="*/ 198727 w 200644"/>
                <a:gd name="connsiteY37" fmla="*/ 17237 h 231100"/>
                <a:gd name="connsiteX38" fmla="*/ 189781 w 200644"/>
                <a:gd name="connsiteY38" fmla="*/ 17237 h 231100"/>
                <a:gd name="connsiteX39" fmla="*/ 76040 w 200644"/>
                <a:gd name="connsiteY39" fmla="*/ 115550 h 231100"/>
                <a:gd name="connsiteX40" fmla="*/ 76040 w 200644"/>
                <a:gd name="connsiteY40" fmla="*/ 37665 h 231100"/>
                <a:gd name="connsiteX41" fmla="*/ 100961 w 200644"/>
                <a:gd name="connsiteY41" fmla="*/ 12768 h 231100"/>
                <a:gd name="connsiteX42" fmla="*/ 125882 w 200644"/>
                <a:gd name="connsiteY42" fmla="*/ 37665 h 231100"/>
                <a:gd name="connsiteX43" fmla="*/ 125882 w 200644"/>
                <a:gd name="connsiteY43" fmla="*/ 81715 h 231100"/>
                <a:gd name="connsiteX44" fmla="*/ 79874 w 200644"/>
                <a:gd name="connsiteY44" fmla="*/ 127680 h 231100"/>
                <a:gd name="connsiteX45" fmla="*/ 76040 w 200644"/>
                <a:gd name="connsiteY45" fmla="*/ 115550 h 231100"/>
                <a:gd name="connsiteX46" fmla="*/ 125243 w 200644"/>
                <a:gd name="connsiteY46" fmla="*/ 115550 h 231100"/>
                <a:gd name="connsiteX47" fmla="*/ 100322 w 200644"/>
                <a:gd name="connsiteY47" fmla="*/ 140448 h 231100"/>
                <a:gd name="connsiteX48" fmla="*/ 88181 w 200644"/>
                <a:gd name="connsiteY48" fmla="*/ 137256 h 231100"/>
                <a:gd name="connsiteX49" fmla="*/ 125243 w 200644"/>
                <a:gd name="connsiteY49" fmla="*/ 100229 h 231100"/>
                <a:gd name="connsiteX50" fmla="*/ 125243 w 200644"/>
                <a:gd name="connsiteY50" fmla="*/ 115550 h 231100"/>
                <a:gd name="connsiteX51" fmla="*/ 125243 w 200644"/>
                <a:gd name="connsiteY51" fmla="*/ 115550 h 23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00644" h="231100">
                  <a:moveTo>
                    <a:pt x="189781" y="17237"/>
                  </a:moveTo>
                  <a:lnTo>
                    <a:pt x="138023" y="68947"/>
                  </a:lnTo>
                  <a:lnTo>
                    <a:pt x="138023" y="37665"/>
                  </a:lnTo>
                  <a:cubicBezTo>
                    <a:pt x="138023" y="17237"/>
                    <a:pt x="121409" y="0"/>
                    <a:pt x="100322" y="0"/>
                  </a:cubicBezTo>
                  <a:cubicBezTo>
                    <a:pt x="79235" y="0"/>
                    <a:pt x="62622" y="16598"/>
                    <a:pt x="62622" y="37665"/>
                  </a:cubicBezTo>
                  <a:lnTo>
                    <a:pt x="62622" y="115550"/>
                  </a:lnTo>
                  <a:cubicBezTo>
                    <a:pt x="62622" y="123849"/>
                    <a:pt x="65178" y="130872"/>
                    <a:pt x="69650" y="137256"/>
                  </a:cubicBezTo>
                  <a:lnTo>
                    <a:pt x="56232" y="150662"/>
                  </a:lnTo>
                  <a:cubicBezTo>
                    <a:pt x="48564" y="141086"/>
                    <a:pt x="44091" y="128957"/>
                    <a:pt x="44091" y="115550"/>
                  </a:cubicBezTo>
                  <a:cubicBezTo>
                    <a:pt x="44091" y="111720"/>
                    <a:pt x="41535" y="109166"/>
                    <a:pt x="37701" y="109166"/>
                  </a:cubicBezTo>
                  <a:cubicBezTo>
                    <a:pt x="33867" y="109166"/>
                    <a:pt x="31311" y="111720"/>
                    <a:pt x="31311" y="115550"/>
                  </a:cubicBezTo>
                  <a:cubicBezTo>
                    <a:pt x="31311" y="132149"/>
                    <a:pt x="37062" y="147470"/>
                    <a:pt x="47285" y="159600"/>
                  </a:cubicBezTo>
                  <a:lnTo>
                    <a:pt x="1917" y="204926"/>
                  </a:lnTo>
                  <a:cubicBezTo>
                    <a:pt x="-639" y="207479"/>
                    <a:pt x="-639" y="211310"/>
                    <a:pt x="1917" y="213863"/>
                  </a:cubicBezTo>
                  <a:cubicBezTo>
                    <a:pt x="3195" y="215140"/>
                    <a:pt x="5112" y="215779"/>
                    <a:pt x="6390" y="215779"/>
                  </a:cubicBezTo>
                  <a:cubicBezTo>
                    <a:pt x="7668" y="215779"/>
                    <a:pt x="9585" y="215140"/>
                    <a:pt x="10863" y="213863"/>
                  </a:cubicBezTo>
                  <a:lnTo>
                    <a:pt x="56232" y="168537"/>
                  </a:lnTo>
                  <a:cubicBezTo>
                    <a:pt x="66455" y="177475"/>
                    <a:pt x="79874" y="182582"/>
                    <a:pt x="93932" y="183859"/>
                  </a:cubicBezTo>
                  <a:lnTo>
                    <a:pt x="93932" y="218332"/>
                  </a:lnTo>
                  <a:lnTo>
                    <a:pt x="61343" y="218332"/>
                  </a:lnTo>
                  <a:cubicBezTo>
                    <a:pt x="57510" y="218332"/>
                    <a:pt x="54954" y="220886"/>
                    <a:pt x="54954" y="224716"/>
                  </a:cubicBezTo>
                  <a:cubicBezTo>
                    <a:pt x="54954" y="228547"/>
                    <a:pt x="57510" y="231100"/>
                    <a:pt x="61343" y="231100"/>
                  </a:cubicBezTo>
                  <a:lnTo>
                    <a:pt x="139301" y="231100"/>
                  </a:lnTo>
                  <a:cubicBezTo>
                    <a:pt x="143135" y="231100"/>
                    <a:pt x="145691" y="228547"/>
                    <a:pt x="145691" y="224716"/>
                  </a:cubicBezTo>
                  <a:cubicBezTo>
                    <a:pt x="145691" y="220886"/>
                    <a:pt x="143135" y="218332"/>
                    <a:pt x="139301" y="218332"/>
                  </a:cubicBezTo>
                  <a:lnTo>
                    <a:pt x="106712" y="218332"/>
                  </a:lnTo>
                  <a:lnTo>
                    <a:pt x="106712" y="183859"/>
                  </a:lnTo>
                  <a:cubicBezTo>
                    <a:pt x="141857" y="180667"/>
                    <a:pt x="169334" y="151300"/>
                    <a:pt x="169334" y="115550"/>
                  </a:cubicBezTo>
                  <a:cubicBezTo>
                    <a:pt x="169334" y="111720"/>
                    <a:pt x="166777" y="109166"/>
                    <a:pt x="162944" y="109166"/>
                  </a:cubicBezTo>
                  <a:cubicBezTo>
                    <a:pt x="159109" y="109166"/>
                    <a:pt x="156554" y="111720"/>
                    <a:pt x="156554" y="115550"/>
                  </a:cubicBezTo>
                  <a:cubicBezTo>
                    <a:pt x="156554" y="146193"/>
                    <a:pt x="131633" y="171729"/>
                    <a:pt x="100322" y="171729"/>
                  </a:cubicBezTo>
                  <a:cubicBezTo>
                    <a:pt x="86903" y="171729"/>
                    <a:pt x="74763" y="167260"/>
                    <a:pt x="65178" y="159600"/>
                  </a:cubicBezTo>
                  <a:lnTo>
                    <a:pt x="78596" y="146193"/>
                  </a:lnTo>
                  <a:cubicBezTo>
                    <a:pt x="84986" y="150662"/>
                    <a:pt x="92015" y="153216"/>
                    <a:pt x="100322" y="153216"/>
                  </a:cubicBezTo>
                  <a:cubicBezTo>
                    <a:pt x="120770" y="153216"/>
                    <a:pt x="138023" y="136617"/>
                    <a:pt x="138023" y="115550"/>
                  </a:cubicBezTo>
                  <a:lnTo>
                    <a:pt x="138023" y="86822"/>
                  </a:lnTo>
                  <a:lnTo>
                    <a:pt x="198727" y="26174"/>
                  </a:lnTo>
                  <a:cubicBezTo>
                    <a:pt x="201283" y="23621"/>
                    <a:pt x="201283" y="19790"/>
                    <a:pt x="198727" y="17237"/>
                  </a:cubicBezTo>
                  <a:cubicBezTo>
                    <a:pt x="196171" y="14683"/>
                    <a:pt x="192337" y="14683"/>
                    <a:pt x="189781" y="17237"/>
                  </a:cubicBezTo>
                  <a:close/>
                  <a:moveTo>
                    <a:pt x="76040" y="115550"/>
                  </a:moveTo>
                  <a:lnTo>
                    <a:pt x="76040" y="37665"/>
                  </a:lnTo>
                  <a:cubicBezTo>
                    <a:pt x="76040" y="24259"/>
                    <a:pt x="86903" y="12768"/>
                    <a:pt x="100961" y="12768"/>
                  </a:cubicBezTo>
                  <a:cubicBezTo>
                    <a:pt x="115019" y="12768"/>
                    <a:pt x="125882" y="23621"/>
                    <a:pt x="125882" y="37665"/>
                  </a:cubicBezTo>
                  <a:lnTo>
                    <a:pt x="125882" y="81715"/>
                  </a:lnTo>
                  <a:lnTo>
                    <a:pt x="79874" y="127680"/>
                  </a:lnTo>
                  <a:cubicBezTo>
                    <a:pt x="77318" y="124488"/>
                    <a:pt x="76040" y="120019"/>
                    <a:pt x="76040" y="115550"/>
                  </a:cubicBezTo>
                  <a:close/>
                  <a:moveTo>
                    <a:pt x="125243" y="115550"/>
                  </a:moveTo>
                  <a:cubicBezTo>
                    <a:pt x="125243" y="128957"/>
                    <a:pt x="114380" y="140448"/>
                    <a:pt x="100322" y="140448"/>
                  </a:cubicBezTo>
                  <a:cubicBezTo>
                    <a:pt x="95849" y="140448"/>
                    <a:pt x="91376" y="139171"/>
                    <a:pt x="88181" y="137256"/>
                  </a:cubicBezTo>
                  <a:lnTo>
                    <a:pt x="125243" y="100229"/>
                  </a:lnTo>
                  <a:lnTo>
                    <a:pt x="125243" y="115550"/>
                  </a:lnTo>
                  <a:lnTo>
                    <a:pt x="125243" y="115550"/>
                  </a:lnTo>
                  <a:close/>
                </a:path>
              </a:pathLst>
            </a:custGeom>
            <a:solidFill>
              <a:srgbClr val="007680"/>
            </a:solidFill>
            <a:ln w="6390" cap="flat">
              <a:noFill/>
              <a:prstDash val="solid"/>
              <a:miter/>
            </a:ln>
          </p:spPr>
          <p:txBody>
            <a:bodyPr rtlCol="0" anchor="ctr"/>
            <a:lstStyle/>
            <a:p>
              <a:endParaRPr lang="en-US"/>
            </a:p>
          </p:txBody>
        </p:sp>
      </p:grpSp>
      <p:grpSp>
        <p:nvGrpSpPr>
          <p:cNvPr id="600" name="Graphic 4">
            <a:extLst>
              <a:ext uri="{FF2B5EF4-FFF2-40B4-BE49-F238E27FC236}">
                <a16:creationId xmlns:a16="http://schemas.microsoft.com/office/drawing/2014/main" id="{AEB34DD6-9A2D-9442-89E5-7F6A53710273}"/>
              </a:ext>
            </a:extLst>
          </p:cNvPr>
          <p:cNvGrpSpPr/>
          <p:nvPr/>
        </p:nvGrpSpPr>
        <p:grpSpPr>
          <a:xfrm>
            <a:off x="3607758" y="1402085"/>
            <a:ext cx="361674" cy="361333"/>
            <a:chOff x="3607758" y="1402085"/>
            <a:chExt cx="361674" cy="361333"/>
          </a:xfrm>
          <a:solidFill>
            <a:srgbClr val="007680"/>
          </a:solidFill>
        </p:grpSpPr>
        <p:sp>
          <p:nvSpPr>
            <p:cNvPr id="601" name="Graphic 4">
              <a:extLst>
                <a:ext uri="{FF2B5EF4-FFF2-40B4-BE49-F238E27FC236}">
                  <a16:creationId xmlns:a16="http://schemas.microsoft.com/office/drawing/2014/main" id="{F36CC210-457C-5B42-98EF-010BAEE7118A}"/>
                </a:ext>
              </a:extLst>
            </p:cNvPr>
            <p:cNvSpPr/>
            <p:nvPr/>
          </p:nvSpPr>
          <p:spPr>
            <a:xfrm>
              <a:off x="3607758" y="1402085"/>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2" y="361333"/>
                    <a:pt x="180836" y="361333"/>
                  </a:cubicBezTo>
                  <a:cubicBezTo>
                    <a:pt x="280518" y="361333"/>
                    <a:pt x="361671" y="280257"/>
                    <a:pt x="361671" y="180667"/>
                  </a:cubicBezTo>
                  <a:cubicBezTo>
                    <a:pt x="362310"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9530" y="273873"/>
                    <a:pt x="274128" y="349204"/>
                    <a:pt x="180836" y="349204"/>
                  </a:cubicBezTo>
                  <a:close/>
                </a:path>
              </a:pathLst>
            </a:custGeom>
            <a:solidFill>
              <a:srgbClr val="007680"/>
            </a:solidFill>
            <a:ln w="6390" cap="flat">
              <a:noFill/>
              <a:prstDash val="solid"/>
              <a:miter/>
            </a:ln>
          </p:spPr>
          <p:txBody>
            <a:bodyPr rtlCol="0" anchor="ctr"/>
            <a:lstStyle/>
            <a:p>
              <a:endParaRPr lang="en-US"/>
            </a:p>
          </p:txBody>
        </p:sp>
        <p:sp>
          <p:nvSpPr>
            <p:cNvPr id="602" name="Graphic 4">
              <a:extLst>
                <a:ext uri="{FF2B5EF4-FFF2-40B4-BE49-F238E27FC236}">
                  <a16:creationId xmlns:a16="http://schemas.microsoft.com/office/drawing/2014/main" id="{19998557-078E-3A4E-8952-7801512CF22D}"/>
                </a:ext>
              </a:extLst>
            </p:cNvPr>
            <p:cNvSpPr/>
            <p:nvPr/>
          </p:nvSpPr>
          <p:spPr>
            <a:xfrm>
              <a:off x="3675491" y="1500398"/>
              <a:ext cx="227481" cy="165983"/>
            </a:xfrm>
            <a:custGeom>
              <a:avLst/>
              <a:gdLst>
                <a:gd name="connsiteX0" fmla="*/ 221092 w 227481"/>
                <a:gd name="connsiteY0" fmla="*/ 12768 h 165983"/>
                <a:gd name="connsiteX1" fmla="*/ 227482 w 227481"/>
                <a:gd name="connsiteY1" fmla="*/ 6384 h 165983"/>
                <a:gd name="connsiteX2" fmla="*/ 221092 w 227481"/>
                <a:gd name="connsiteY2" fmla="*/ 0 h 165983"/>
                <a:gd name="connsiteX3" fmla="*/ 6390 w 227481"/>
                <a:gd name="connsiteY3" fmla="*/ 0 h 165983"/>
                <a:gd name="connsiteX4" fmla="*/ 0 w 227481"/>
                <a:gd name="connsiteY4" fmla="*/ 6384 h 165983"/>
                <a:gd name="connsiteX5" fmla="*/ 6390 w 227481"/>
                <a:gd name="connsiteY5" fmla="*/ 12768 h 165983"/>
                <a:gd name="connsiteX6" fmla="*/ 30672 w 227481"/>
                <a:gd name="connsiteY6" fmla="*/ 12768 h 165983"/>
                <a:gd name="connsiteX7" fmla="*/ 30672 w 227481"/>
                <a:gd name="connsiteY7" fmla="*/ 30643 h 165983"/>
                <a:gd name="connsiteX8" fmla="*/ 6390 w 227481"/>
                <a:gd name="connsiteY8" fmla="*/ 30643 h 165983"/>
                <a:gd name="connsiteX9" fmla="*/ 0 w 227481"/>
                <a:gd name="connsiteY9" fmla="*/ 37027 h 165983"/>
                <a:gd name="connsiteX10" fmla="*/ 6390 w 227481"/>
                <a:gd name="connsiteY10" fmla="*/ 43411 h 165983"/>
                <a:gd name="connsiteX11" fmla="*/ 30672 w 227481"/>
                <a:gd name="connsiteY11" fmla="*/ 43411 h 165983"/>
                <a:gd name="connsiteX12" fmla="*/ 30672 w 227481"/>
                <a:gd name="connsiteY12" fmla="*/ 122573 h 165983"/>
                <a:gd name="connsiteX13" fmla="*/ 6390 w 227481"/>
                <a:gd name="connsiteY13" fmla="*/ 122573 h 165983"/>
                <a:gd name="connsiteX14" fmla="*/ 0 w 227481"/>
                <a:gd name="connsiteY14" fmla="*/ 128957 h 165983"/>
                <a:gd name="connsiteX15" fmla="*/ 6390 w 227481"/>
                <a:gd name="connsiteY15" fmla="*/ 135341 h 165983"/>
                <a:gd name="connsiteX16" fmla="*/ 30672 w 227481"/>
                <a:gd name="connsiteY16" fmla="*/ 135341 h 165983"/>
                <a:gd name="connsiteX17" fmla="*/ 30672 w 227481"/>
                <a:gd name="connsiteY17" fmla="*/ 153216 h 165983"/>
                <a:gd name="connsiteX18" fmla="*/ 6390 w 227481"/>
                <a:gd name="connsiteY18" fmla="*/ 153216 h 165983"/>
                <a:gd name="connsiteX19" fmla="*/ 0 w 227481"/>
                <a:gd name="connsiteY19" fmla="*/ 159600 h 165983"/>
                <a:gd name="connsiteX20" fmla="*/ 6390 w 227481"/>
                <a:gd name="connsiteY20" fmla="*/ 165984 h 165983"/>
                <a:gd name="connsiteX21" fmla="*/ 221092 w 227481"/>
                <a:gd name="connsiteY21" fmla="*/ 165984 h 165983"/>
                <a:gd name="connsiteX22" fmla="*/ 227482 w 227481"/>
                <a:gd name="connsiteY22" fmla="*/ 159600 h 165983"/>
                <a:gd name="connsiteX23" fmla="*/ 221092 w 227481"/>
                <a:gd name="connsiteY23" fmla="*/ 153216 h 165983"/>
                <a:gd name="connsiteX24" fmla="*/ 196810 w 227481"/>
                <a:gd name="connsiteY24" fmla="*/ 153216 h 165983"/>
                <a:gd name="connsiteX25" fmla="*/ 196810 w 227481"/>
                <a:gd name="connsiteY25" fmla="*/ 135341 h 165983"/>
                <a:gd name="connsiteX26" fmla="*/ 221092 w 227481"/>
                <a:gd name="connsiteY26" fmla="*/ 135341 h 165983"/>
                <a:gd name="connsiteX27" fmla="*/ 227482 w 227481"/>
                <a:gd name="connsiteY27" fmla="*/ 128957 h 165983"/>
                <a:gd name="connsiteX28" fmla="*/ 221092 w 227481"/>
                <a:gd name="connsiteY28" fmla="*/ 122573 h 165983"/>
                <a:gd name="connsiteX29" fmla="*/ 196810 w 227481"/>
                <a:gd name="connsiteY29" fmla="*/ 122573 h 165983"/>
                <a:gd name="connsiteX30" fmla="*/ 196810 w 227481"/>
                <a:gd name="connsiteY30" fmla="*/ 43411 h 165983"/>
                <a:gd name="connsiteX31" fmla="*/ 221092 w 227481"/>
                <a:gd name="connsiteY31" fmla="*/ 43411 h 165983"/>
                <a:gd name="connsiteX32" fmla="*/ 227482 w 227481"/>
                <a:gd name="connsiteY32" fmla="*/ 37027 h 165983"/>
                <a:gd name="connsiteX33" fmla="*/ 221092 w 227481"/>
                <a:gd name="connsiteY33" fmla="*/ 30643 h 165983"/>
                <a:gd name="connsiteX34" fmla="*/ 196810 w 227481"/>
                <a:gd name="connsiteY34" fmla="*/ 30643 h 165983"/>
                <a:gd name="connsiteX35" fmla="*/ 196810 w 227481"/>
                <a:gd name="connsiteY35" fmla="*/ 12768 h 165983"/>
                <a:gd name="connsiteX36" fmla="*/ 221092 w 227481"/>
                <a:gd name="connsiteY36" fmla="*/ 12768 h 165983"/>
                <a:gd name="connsiteX37" fmla="*/ 119492 w 227481"/>
                <a:gd name="connsiteY37" fmla="*/ 30643 h 165983"/>
                <a:gd name="connsiteX38" fmla="*/ 119492 w 227481"/>
                <a:gd name="connsiteY38" fmla="*/ 12768 h 165983"/>
                <a:gd name="connsiteX39" fmla="*/ 145052 w 227481"/>
                <a:gd name="connsiteY39" fmla="*/ 12768 h 165983"/>
                <a:gd name="connsiteX40" fmla="*/ 145052 w 227481"/>
                <a:gd name="connsiteY40" fmla="*/ 30643 h 165983"/>
                <a:gd name="connsiteX41" fmla="*/ 119492 w 227481"/>
                <a:gd name="connsiteY41" fmla="*/ 30643 h 165983"/>
                <a:gd name="connsiteX42" fmla="*/ 81152 w 227481"/>
                <a:gd name="connsiteY42" fmla="*/ 30643 h 165983"/>
                <a:gd name="connsiteX43" fmla="*/ 81152 w 227481"/>
                <a:gd name="connsiteY43" fmla="*/ 12768 h 165983"/>
                <a:gd name="connsiteX44" fmla="*/ 106712 w 227481"/>
                <a:gd name="connsiteY44" fmla="*/ 12768 h 165983"/>
                <a:gd name="connsiteX45" fmla="*/ 106712 w 227481"/>
                <a:gd name="connsiteY45" fmla="*/ 30643 h 165983"/>
                <a:gd name="connsiteX46" fmla="*/ 81152 w 227481"/>
                <a:gd name="connsiteY46" fmla="*/ 30643 h 165983"/>
                <a:gd name="connsiteX47" fmla="*/ 42813 w 227481"/>
                <a:gd name="connsiteY47" fmla="*/ 12768 h 165983"/>
                <a:gd name="connsiteX48" fmla="*/ 68372 w 227481"/>
                <a:gd name="connsiteY48" fmla="*/ 12768 h 165983"/>
                <a:gd name="connsiteX49" fmla="*/ 68372 w 227481"/>
                <a:gd name="connsiteY49" fmla="*/ 30643 h 165983"/>
                <a:gd name="connsiteX50" fmla="*/ 42813 w 227481"/>
                <a:gd name="connsiteY50" fmla="*/ 30643 h 165983"/>
                <a:gd name="connsiteX51" fmla="*/ 42813 w 227481"/>
                <a:gd name="connsiteY51" fmla="*/ 12768 h 165983"/>
                <a:gd name="connsiteX52" fmla="*/ 42813 w 227481"/>
                <a:gd name="connsiteY52" fmla="*/ 135341 h 165983"/>
                <a:gd name="connsiteX53" fmla="*/ 68372 w 227481"/>
                <a:gd name="connsiteY53" fmla="*/ 135341 h 165983"/>
                <a:gd name="connsiteX54" fmla="*/ 68372 w 227481"/>
                <a:gd name="connsiteY54" fmla="*/ 153216 h 165983"/>
                <a:gd name="connsiteX55" fmla="*/ 42813 w 227481"/>
                <a:gd name="connsiteY55" fmla="*/ 153216 h 165983"/>
                <a:gd name="connsiteX56" fmla="*/ 42813 w 227481"/>
                <a:gd name="connsiteY56" fmla="*/ 135341 h 165983"/>
                <a:gd name="connsiteX57" fmla="*/ 106712 w 227481"/>
                <a:gd name="connsiteY57" fmla="*/ 135341 h 165983"/>
                <a:gd name="connsiteX58" fmla="*/ 106712 w 227481"/>
                <a:gd name="connsiteY58" fmla="*/ 153216 h 165983"/>
                <a:gd name="connsiteX59" fmla="*/ 81152 w 227481"/>
                <a:gd name="connsiteY59" fmla="*/ 153216 h 165983"/>
                <a:gd name="connsiteX60" fmla="*/ 81152 w 227481"/>
                <a:gd name="connsiteY60" fmla="*/ 135341 h 165983"/>
                <a:gd name="connsiteX61" fmla="*/ 106712 w 227481"/>
                <a:gd name="connsiteY61" fmla="*/ 135341 h 165983"/>
                <a:gd name="connsiteX62" fmla="*/ 106712 w 227481"/>
                <a:gd name="connsiteY62" fmla="*/ 135341 h 165983"/>
                <a:gd name="connsiteX63" fmla="*/ 145690 w 227481"/>
                <a:gd name="connsiteY63" fmla="*/ 135341 h 165983"/>
                <a:gd name="connsiteX64" fmla="*/ 145690 w 227481"/>
                <a:gd name="connsiteY64" fmla="*/ 153216 h 165983"/>
                <a:gd name="connsiteX65" fmla="*/ 120131 w 227481"/>
                <a:gd name="connsiteY65" fmla="*/ 153216 h 165983"/>
                <a:gd name="connsiteX66" fmla="*/ 120131 w 227481"/>
                <a:gd name="connsiteY66" fmla="*/ 135341 h 165983"/>
                <a:gd name="connsiteX67" fmla="*/ 145690 w 227481"/>
                <a:gd name="connsiteY67" fmla="*/ 135341 h 165983"/>
                <a:gd name="connsiteX68" fmla="*/ 145690 w 227481"/>
                <a:gd name="connsiteY68" fmla="*/ 135341 h 165983"/>
                <a:gd name="connsiteX69" fmla="*/ 184030 w 227481"/>
                <a:gd name="connsiteY69" fmla="*/ 153216 h 165983"/>
                <a:gd name="connsiteX70" fmla="*/ 158470 w 227481"/>
                <a:gd name="connsiteY70" fmla="*/ 153216 h 165983"/>
                <a:gd name="connsiteX71" fmla="*/ 158470 w 227481"/>
                <a:gd name="connsiteY71" fmla="*/ 135341 h 165983"/>
                <a:gd name="connsiteX72" fmla="*/ 184030 w 227481"/>
                <a:gd name="connsiteY72" fmla="*/ 135341 h 165983"/>
                <a:gd name="connsiteX73" fmla="*/ 184030 w 227481"/>
                <a:gd name="connsiteY73" fmla="*/ 153216 h 165983"/>
                <a:gd name="connsiteX74" fmla="*/ 184030 w 227481"/>
                <a:gd name="connsiteY74" fmla="*/ 122573 h 165983"/>
                <a:gd name="connsiteX75" fmla="*/ 43451 w 227481"/>
                <a:gd name="connsiteY75" fmla="*/ 122573 h 165983"/>
                <a:gd name="connsiteX76" fmla="*/ 43451 w 227481"/>
                <a:gd name="connsiteY76" fmla="*/ 43411 h 165983"/>
                <a:gd name="connsiteX77" fmla="*/ 184030 w 227481"/>
                <a:gd name="connsiteY77" fmla="*/ 43411 h 165983"/>
                <a:gd name="connsiteX78" fmla="*/ 184030 w 227481"/>
                <a:gd name="connsiteY78" fmla="*/ 122573 h 165983"/>
                <a:gd name="connsiteX79" fmla="*/ 184030 w 227481"/>
                <a:gd name="connsiteY79" fmla="*/ 30643 h 165983"/>
                <a:gd name="connsiteX80" fmla="*/ 158470 w 227481"/>
                <a:gd name="connsiteY80" fmla="*/ 30643 h 165983"/>
                <a:gd name="connsiteX81" fmla="*/ 158470 w 227481"/>
                <a:gd name="connsiteY81" fmla="*/ 12768 h 165983"/>
                <a:gd name="connsiteX82" fmla="*/ 184030 w 227481"/>
                <a:gd name="connsiteY82" fmla="*/ 12768 h 165983"/>
                <a:gd name="connsiteX83" fmla="*/ 184030 w 227481"/>
                <a:gd name="connsiteY83" fmla="*/ 30643 h 165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27481" h="165983">
                  <a:moveTo>
                    <a:pt x="221092" y="12768"/>
                  </a:moveTo>
                  <a:cubicBezTo>
                    <a:pt x="224926" y="12768"/>
                    <a:pt x="227482" y="10214"/>
                    <a:pt x="227482" y="6384"/>
                  </a:cubicBezTo>
                  <a:cubicBezTo>
                    <a:pt x="227482" y="2554"/>
                    <a:pt x="224926" y="0"/>
                    <a:pt x="221092" y="0"/>
                  </a:cubicBezTo>
                  <a:lnTo>
                    <a:pt x="6390" y="0"/>
                  </a:lnTo>
                  <a:cubicBezTo>
                    <a:pt x="2556" y="0"/>
                    <a:pt x="0" y="2554"/>
                    <a:pt x="0" y="6384"/>
                  </a:cubicBezTo>
                  <a:cubicBezTo>
                    <a:pt x="0" y="10214"/>
                    <a:pt x="2556" y="12768"/>
                    <a:pt x="6390" y="12768"/>
                  </a:cubicBezTo>
                  <a:lnTo>
                    <a:pt x="30672" y="12768"/>
                  </a:lnTo>
                  <a:lnTo>
                    <a:pt x="30672" y="30643"/>
                  </a:lnTo>
                  <a:lnTo>
                    <a:pt x="6390" y="30643"/>
                  </a:lnTo>
                  <a:cubicBezTo>
                    <a:pt x="2556" y="30643"/>
                    <a:pt x="0" y="33197"/>
                    <a:pt x="0" y="37027"/>
                  </a:cubicBezTo>
                  <a:cubicBezTo>
                    <a:pt x="0" y="40858"/>
                    <a:pt x="2556" y="43411"/>
                    <a:pt x="6390" y="43411"/>
                  </a:cubicBezTo>
                  <a:lnTo>
                    <a:pt x="30672" y="43411"/>
                  </a:lnTo>
                  <a:lnTo>
                    <a:pt x="30672" y="122573"/>
                  </a:lnTo>
                  <a:lnTo>
                    <a:pt x="6390" y="122573"/>
                  </a:lnTo>
                  <a:cubicBezTo>
                    <a:pt x="2556" y="122573"/>
                    <a:pt x="0" y="125126"/>
                    <a:pt x="0" y="128957"/>
                  </a:cubicBezTo>
                  <a:cubicBezTo>
                    <a:pt x="0" y="132787"/>
                    <a:pt x="2556" y="135341"/>
                    <a:pt x="6390" y="135341"/>
                  </a:cubicBezTo>
                  <a:lnTo>
                    <a:pt x="30672" y="135341"/>
                  </a:lnTo>
                  <a:lnTo>
                    <a:pt x="30672" y="153216"/>
                  </a:lnTo>
                  <a:lnTo>
                    <a:pt x="6390" y="153216"/>
                  </a:lnTo>
                  <a:cubicBezTo>
                    <a:pt x="2556" y="153216"/>
                    <a:pt x="0" y="155769"/>
                    <a:pt x="0" y="159600"/>
                  </a:cubicBezTo>
                  <a:cubicBezTo>
                    <a:pt x="0" y="163430"/>
                    <a:pt x="2556" y="165984"/>
                    <a:pt x="6390" y="165984"/>
                  </a:cubicBezTo>
                  <a:lnTo>
                    <a:pt x="221092" y="165984"/>
                  </a:lnTo>
                  <a:cubicBezTo>
                    <a:pt x="224926" y="165984"/>
                    <a:pt x="227482" y="163430"/>
                    <a:pt x="227482" y="159600"/>
                  </a:cubicBezTo>
                  <a:cubicBezTo>
                    <a:pt x="227482" y="155769"/>
                    <a:pt x="224926" y="153216"/>
                    <a:pt x="221092" y="153216"/>
                  </a:cubicBezTo>
                  <a:lnTo>
                    <a:pt x="196810" y="153216"/>
                  </a:lnTo>
                  <a:lnTo>
                    <a:pt x="196810" y="135341"/>
                  </a:lnTo>
                  <a:lnTo>
                    <a:pt x="221092" y="135341"/>
                  </a:lnTo>
                  <a:cubicBezTo>
                    <a:pt x="224926" y="135341"/>
                    <a:pt x="227482" y="132787"/>
                    <a:pt x="227482" y="128957"/>
                  </a:cubicBezTo>
                  <a:cubicBezTo>
                    <a:pt x="227482" y="125126"/>
                    <a:pt x="224926" y="122573"/>
                    <a:pt x="221092" y="122573"/>
                  </a:cubicBezTo>
                  <a:lnTo>
                    <a:pt x="196810" y="122573"/>
                  </a:lnTo>
                  <a:lnTo>
                    <a:pt x="196810" y="43411"/>
                  </a:lnTo>
                  <a:lnTo>
                    <a:pt x="221092" y="43411"/>
                  </a:lnTo>
                  <a:cubicBezTo>
                    <a:pt x="224926" y="43411"/>
                    <a:pt x="227482" y="40858"/>
                    <a:pt x="227482" y="37027"/>
                  </a:cubicBezTo>
                  <a:cubicBezTo>
                    <a:pt x="227482" y="33197"/>
                    <a:pt x="224926" y="30643"/>
                    <a:pt x="221092" y="30643"/>
                  </a:cubicBezTo>
                  <a:lnTo>
                    <a:pt x="196810" y="30643"/>
                  </a:lnTo>
                  <a:lnTo>
                    <a:pt x="196810" y="12768"/>
                  </a:lnTo>
                  <a:lnTo>
                    <a:pt x="221092" y="12768"/>
                  </a:lnTo>
                  <a:close/>
                  <a:moveTo>
                    <a:pt x="119492" y="30643"/>
                  </a:moveTo>
                  <a:lnTo>
                    <a:pt x="119492" y="12768"/>
                  </a:lnTo>
                  <a:lnTo>
                    <a:pt x="145052" y="12768"/>
                  </a:lnTo>
                  <a:lnTo>
                    <a:pt x="145052" y="30643"/>
                  </a:lnTo>
                  <a:lnTo>
                    <a:pt x="119492" y="30643"/>
                  </a:lnTo>
                  <a:close/>
                  <a:moveTo>
                    <a:pt x="81152" y="30643"/>
                  </a:moveTo>
                  <a:lnTo>
                    <a:pt x="81152" y="12768"/>
                  </a:lnTo>
                  <a:lnTo>
                    <a:pt x="106712" y="12768"/>
                  </a:lnTo>
                  <a:lnTo>
                    <a:pt x="106712" y="30643"/>
                  </a:lnTo>
                  <a:lnTo>
                    <a:pt x="81152" y="30643"/>
                  </a:lnTo>
                  <a:close/>
                  <a:moveTo>
                    <a:pt x="42813" y="12768"/>
                  </a:moveTo>
                  <a:lnTo>
                    <a:pt x="68372" y="12768"/>
                  </a:lnTo>
                  <a:lnTo>
                    <a:pt x="68372" y="30643"/>
                  </a:lnTo>
                  <a:lnTo>
                    <a:pt x="42813" y="30643"/>
                  </a:lnTo>
                  <a:lnTo>
                    <a:pt x="42813" y="12768"/>
                  </a:lnTo>
                  <a:close/>
                  <a:moveTo>
                    <a:pt x="42813" y="135341"/>
                  </a:moveTo>
                  <a:lnTo>
                    <a:pt x="68372" y="135341"/>
                  </a:lnTo>
                  <a:lnTo>
                    <a:pt x="68372" y="153216"/>
                  </a:lnTo>
                  <a:lnTo>
                    <a:pt x="42813" y="153216"/>
                  </a:lnTo>
                  <a:lnTo>
                    <a:pt x="42813" y="135341"/>
                  </a:lnTo>
                  <a:close/>
                  <a:moveTo>
                    <a:pt x="106712" y="135341"/>
                  </a:moveTo>
                  <a:lnTo>
                    <a:pt x="106712" y="153216"/>
                  </a:lnTo>
                  <a:lnTo>
                    <a:pt x="81152" y="153216"/>
                  </a:lnTo>
                  <a:lnTo>
                    <a:pt x="81152" y="135341"/>
                  </a:lnTo>
                  <a:lnTo>
                    <a:pt x="106712" y="135341"/>
                  </a:lnTo>
                  <a:lnTo>
                    <a:pt x="106712" y="135341"/>
                  </a:lnTo>
                  <a:close/>
                  <a:moveTo>
                    <a:pt x="145690" y="135341"/>
                  </a:moveTo>
                  <a:lnTo>
                    <a:pt x="145690" y="153216"/>
                  </a:lnTo>
                  <a:lnTo>
                    <a:pt x="120131" y="153216"/>
                  </a:lnTo>
                  <a:lnTo>
                    <a:pt x="120131" y="135341"/>
                  </a:lnTo>
                  <a:lnTo>
                    <a:pt x="145690" y="135341"/>
                  </a:lnTo>
                  <a:lnTo>
                    <a:pt x="145690" y="135341"/>
                  </a:lnTo>
                  <a:close/>
                  <a:moveTo>
                    <a:pt x="184030" y="153216"/>
                  </a:moveTo>
                  <a:lnTo>
                    <a:pt x="158470" y="153216"/>
                  </a:lnTo>
                  <a:lnTo>
                    <a:pt x="158470" y="135341"/>
                  </a:lnTo>
                  <a:lnTo>
                    <a:pt x="184030" y="135341"/>
                  </a:lnTo>
                  <a:lnTo>
                    <a:pt x="184030" y="153216"/>
                  </a:lnTo>
                  <a:close/>
                  <a:moveTo>
                    <a:pt x="184030" y="122573"/>
                  </a:moveTo>
                  <a:lnTo>
                    <a:pt x="43451" y="122573"/>
                  </a:lnTo>
                  <a:lnTo>
                    <a:pt x="43451" y="43411"/>
                  </a:lnTo>
                  <a:lnTo>
                    <a:pt x="184030" y="43411"/>
                  </a:lnTo>
                  <a:lnTo>
                    <a:pt x="184030" y="122573"/>
                  </a:lnTo>
                  <a:close/>
                  <a:moveTo>
                    <a:pt x="184030" y="30643"/>
                  </a:moveTo>
                  <a:lnTo>
                    <a:pt x="158470" y="30643"/>
                  </a:lnTo>
                  <a:lnTo>
                    <a:pt x="158470" y="12768"/>
                  </a:lnTo>
                  <a:lnTo>
                    <a:pt x="184030" y="12768"/>
                  </a:lnTo>
                  <a:lnTo>
                    <a:pt x="184030" y="30643"/>
                  </a:lnTo>
                  <a:close/>
                </a:path>
              </a:pathLst>
            </a:custGeom>
            <a:solidFill>
              <a:srgbClr val="007680"/>
            </a:solidFill>
            <a:ln w="6390" cap="flat">
              <a:noFill/>
              <a:prstDash val="solid"/>
              <a:miter/>
            </a:ln>
          </p:spPr>
          <p:txBody>
            <a:bodyPr rtlCol="0" anchor="ctr"/>
            <a:lstStyle/>
            <a:p>
              <a:endParaRPr lang="en-US"/>
            </a:p>
          </p:txBody>
        </p:sp>
      </p:grpSp>
      <p:grpSp>
        <p:nvGrpSpPr>
          <p:cNvPr id="603" name="Graphic 4">
            <a:extLst>
              <a:ext uri="{FF2B5EF4-FFF2-40B4-BE49-F238E27FC236}">
                <a16:creationId xmlns:a16="http://schemas.microsoft.com/office/drawing/2014/main" id="{E1B6B4C6-088A-8548-B48F-6884B7878DEE}"/>
              </a:ext>
            </a:extLst>
          </p:cNvPr>
          <p:cNvGrpSpPr/>
          <p:nvPr/>
        </p:nvGrpSpPr>
        <p:grpSpPr>
          <a:xfrm>
            <a:off x="2561086" y="4308712"/>
            <a:ext cx="361670" cy="361333"/>
            <a:chOff x="2561086" y="4308712"/>
            <a:chExt cx="361670" cy="361333"/>
          </a:xfrm>
          <a:solidFill>
            <a:srgbClr val="007680"/>
          </a:solidFill>
        </p:grpSpPr>
        <p:sp>
          <p:nvSpPr>
            <p:cNvPr id="604" name="Graphic 4">
              <a:extLst>
                <a:ext uri="{FF2B5EF4-FFF2-40B4-BE49-F238E27FC236}">
                  <a16:creationId xmlns:a16="http://schemas.microsoft.com/office/drawing/2014/main" id="{FEC4CAD2-EC88-2443-9544-107F96826321}"/>
                </a:ext>
              </a:extLst>
            </p:cNvPr>
            <p:cNvSpPr/>
            <p:nvPr/>
          </p:nvSpPr>
          <p:spPr>
            <a:xfrm>
              <a:off x="2561086"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234"/>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605" name="Graphic 4">
              <a:extLst>
                <a:ext uri="{FF2B5EF4-FFF2-40B4-BE49-F238E27FC236}">
                  <a16:creationId xmlns:a16="http://schemas.microsoft.com/office/drawing/2014/main" id="{FE79D131-3071-7542-8B3F-0AEAA1B1C263}"/>
                </a:ext>
              </a:extLst>
            </p:cNvPr>
            <p:cNvSpPr/>
            <p:nvPr/>
          </p:nvSpPr>
          <p:spPr>
            <a:xfrm>
              <a:off x="2639044" y="4380851"/>
              <a:ext cx="204477" cy="217055"/>
            </a:xfrm>
            <a:custGeom>
              <a:avLst/>
              <a:gdLst>
                <a:gd name="connsiteX0" fmla="*/ 204478 w 204477"/>
                <a:gd name="connsiteY0" fmla="*/ 102144 h 217055"/>
                <a:gd name="connsiteX1" fmla="*/ 102239 w 204477"/>
                <a:gd name="connsiteY1" fmla="*/ 0 h 217055"/>
                <a:gd name="connsiteX2" fmla="*/ 0 w 204477"/>
                <a:gd name="connsiteY2" fmla="*/ 102144 h 217055"/>
                <a:gd name="connsiteX3" fmla="*/ 102239 w 204477"/>
                <a:gd name="connsiteY3" fmla="*/ 204287 h 217055"/>
                <a:gd name="connsiteX4" fmla="*/ 121409 w 204477"/>
                <a:gd name="connsiteY4" fmla="*/ 202372 h 217055"/>
                <a:gd name="connsiteX5" fmla="*/ 122687 w 204477"/>
                <a:gd name="connsiteY5" fmla="*/ 202372 h 217055"/>
                <a:gd name="connsiteX6" fmla="*/ 182752 w 204477"/>
                <a:gd name="connsiteY6" fmla="*/ 215140 h 217055"/>
                <a:gd name="connsiteX7" fmla="*/ 187225 w 204477"/>
                <a:gd name="connsiteY7" fmla="*/ 217055 h 217055"/>
                <a:gd name="connsiteX8" fmla="*/ 191698 w 204477"/>
                <a:gd name="connsiteY8" fmla="*/ 215140 h 217055"/>
                <a:gd name="connsiteX9" fmla="*/ 192337 w 204477"/>
                <a:gd name="connsiteY9" fmla="*/ 206203 h 217055"/>
                <a:gd name="connsiteX10" fmla="*/ 155275 w 204477"/>
                <a:gd name="connsiteY10" fmla="*/ 188966 h 217055"/>
                <a:gd name="connsiteX11" fmla="*/ 204478 w 204477"/>
                <a:gd name="connsiteY11" fmla="*/ 102144 h 217055"/>
                <a:gd name="connsiteX12" fmla="*/ 102878 w 204477"/>
                <a:gd name="connsiteY12" fmla="*/ 191519 h 217055"/>
                <a:gd name="connsiteX13" fmla="*/ 13419 w 204477"/>
                <a:gd name="connsiteY13" fmla="*/ 102144 h 217055"/>
                <a:gd name="connsiteX14" fmla="*/ 102878 w 204477"/>
                <a:gd name="connsiteY14" fmla="*/ 12768 h 217055"/>
                <a:gd name="connsiteX15" fmla="*/ 192337 w 204477"/>
                <a:gd name="connsiteY15" fmla="*/ 102144 h 217055"/>
                <a:gd name="connsiteX16" fmla="*/ 102878 w 204477"/>
                <a:gd name="connsiteY16" fmla="*/ 191519 h 217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4477" h="217055">
                  <a:moveTo>
                    <a:pt x="204478" y="102144"/>
                  </a:moveTo>
                  <a:cubicBezTo>
                    <a:pt x="204478" y="45965"/>
                    <a:pt x="158470" y="0"/>
                    <a:pt x="102239" y="0"/>
                  </a:cubicBezTo>
                  <a:cubicBezTo>
                    <a:pt x="46008" y="0"/>
                    <a:pt x="0" y="45965"/>
                    <a:pt x="0" y="102144"/>
                  </a:cubicBezTo>
                  <a:cubicBezTo>
                    <a:pt x="0" y="158323"/>
                    <a:pt x="46008" y="204287"/>
                    <a:pt x="102239" y="204287"/>
                  </a:cubicBezTo>
                  <a:cubicBezTo>
                    <a:pt x="108629" y="204287"/>
                    <a:pt x="115019" y="203649"/>
                    <a:pt x="121409" y="202372"/>
                  </a:cubicBezTo>
                  <a:cubicBezTo>
                    <a:pt x="122048" y="202372"/>
                    <a:pt x="122048" y="202372"/>
                    <a:pt x="122687" y="202372"/>
                  </a:cubicBezTo>
                  <a:cubicBezTo>
                    <a:pt x="123326" y="202372"/>
                    <a:pt x="164221" y="195350"/>
                    <a:pt x="182752" y="215140"/>
                  </a:cubicBezTo>
                  <a:cubicBezTo>
                    <a:pt x="184030" y="216417"/>
                    <a:pt x="185947" y="217055"/>
                    <a:pt x="187225" y="217055"/>
                  </a:cubicBezTo>
                  <a:cubicBezTo>
                    <a:pt x="188503" y="217055"/>
                    <a:pt x="190420" y="216417"/>
                    <a:pt x="191698" y="215140"/>
                  </a:cubicBezTo>
                  <a:cubicBezTo>
                    <a:pt x="194254" y="212587"/>
                    <a:pt x="194254" y="208756"/>
                    <a:pt x="192337" y="206203"/>
                  </a:cubicBezTo>
                  <a:cubicBezTo>
                    <a:pt x="182752" y="195350"/>
                    <a:pt x="168694" y="190881"/>
                    <a:pt x="155275" y="188966"/>
                  </a:cubicBezTo>
                  <a:cubicBezTo>
                    <a:pt x="184669" y="171729"/>
                    <a:pt x="204478" y="139171"/>
                    <a:pt x="204478" y="102144"/>
                  </a:cubicBezTo>
                  <a:close/>
                  <a:moveTo>
                    <a:pt x="102878" y="191519"/>
                  </a:moveTo>
                  <a:cubicBezTo>
                    <a:pt x="53675" y="191519"/>
                    <a:pt x="13419" y="151300"/>
                    <a:pt x="13419" y="102144"/>
                  </a:cubicBezTo>
                  <a:cubicBezTo>
                    <a:pt x="13419" y="52987"/>
                    <a:pt x="53675" y="12768"/>
                    <a:pt x="102878" y="12768"/>
                  </a:cubicBezTo>
                  <a:cubicBezTo>
                    <a:pt x="152080" y="12768"/>
                    <a:pt x="192337" y="52987"/>
                    <a:pt x="192337" y="102144"/>
                  </a:cubicBezTo>
                  <a:cubicBezTo>
                    <a:pt x="192337" y="151300"/>
                    <a:pt x="152080" y="191519"/>
                    <a:pt x="102878" y="191519"/>
                  </a:cubicBezTo>
                  <a:close/>
                </a:path>
              </a:pathLst>
            </a:custGeom>
            <a:solidFill>
              <a:srgbClr val="007680"/>
            </a:solidFill>
            <a:ln w="6390" cap="flat">
              <a:noFill/>
              <a:prstDash val="solid"/>
              <a:miter/>
            </a:ln>
          </p:spPr>
          <p:txBody>
            <a:bodyPr rtlCol="0" anchor="ctr"/>
            <a:lstStyle/>
            <a:p>
              <a:endParaRPr lang="en-US"/>
            </a:p>
          </p:txBody>
        </p:sp>
        <p:sp>
          <p:nvSpPr>
            <p:cNvPr id="606" name="Graphic 4">
              <a:extLst>
                <a:ext uri="{FF2B5EF4-FFF2-40B4-BE49-F238E27FC236}">
                  <a16:creationId xmlns:a16="http://schemas.microsoft.com/office/drawing/2014/main" id="{2E0649AB-79BA-7943-98BD-95AA02A0BF0C}"/>
                </a:ext>
              </a:extLst>
            </p:cNvPr>
            <p:cNvSpPr/>
            <p:nvPr/>
          </p:nvSpPr>
          <p:spPr>
            <a:xfrm>
              <a:off x="2719557" y="4412771"/>
              <a:ext cx="44729" cy="44687"/>
            </a:xfrm>
            <a:custGeom>
              <a:avLst/>
              <a:gdLst>
                <a:gd name="connsiteX0" fmla="*/ 22365 w 44729"/>
                <a:gd name="connsiteY0" fmla="*/ 0 h 44687"/>
                <a:gd name="connsiteX1" fmla="*/ 0 w 44729"/>
                <a:gd name="connsiteY1" fmla="*/ 22344 h 44687"/>
                <a:gd name="connsiteX2" fmla="*/ 22365 w 44729"/>
                <a:gd name="connsiteY2" fmla="*/ 44688 h 44687"/>
                <a:gd name="connsiteX3" fmla="*/ 44730 w 44729"/>
                <a:gd name="connsiteY3" fmla="*/ 22344 h 44687"/>
                <a:gd name="connsiteX4" fmla="*/ 22365 w 44729"/>
                <a:gd name="connsiteY4" fmla="*/ 0 h 44687"/>
                <a:gd name="connsiteX5" fmla="*/ 22365 w 44729"/>
                <a:gd name="connsiteY5" fmla="*/ 31920 h 44687"/>
                <a:gd name="connsiteX6" fmla="*/ 12780 w 44729"/>
                <a:gd name="connsiteY6" fmla="*/ 22344 h 44687"/>
                <a:gd name="connsiteX7" fmla="*/ 22365 w 44729"/>
                <a:gd name="connsiteY7" fmla="*/ 12768 h 44687"/>
                <a:gd name="connsiteX8" fmla="*/ 31950 w 44729"/>
                <a:gd name="connsiteY8" fmla="*/ 22344 h 44687"/>
                <a:gd name="connsiteX9" fmla="*/ 22365 w 44729"/>
                <a:gd name="connsiteY9" fmla="*/ 31920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29" h="44687">
                  <a:moveTo>
                    <a:pt x="22365" y="0"/>
                  </a:moveTo>
                  <a:cubicBezTo>
                    <a:pt x="10224" y="0"/>
                    <a:pt x="0" y="10215"/>
                    <a:pt x="0" y="22344"/>
                  </a:cubicBezTo>
                  <a:cubicBezTo>
                    <a:pt x="0" y="34474"/>
                    <a:pt x="10224" y="44688"/>
                    <a:pt x="22365" y="44688"/>
                  </a:cubicBezTo>
                  <a:cubicBezTo>
                    <a:pt x="34506" y="44688"/>
                    <a:pt x="44730" y="34474"/>
                    <a:pt x="44730" y="22344"/>
                  </a:cubicBezTo>
                  <a:cubicBezTo>
                    <a:pt x="44730" y="10215"/>
                    <a:pt x="34506" y="0"/>
                    <a:pt x="22365" y="0"/>
                  </a:cubicBezTo>
                  <a:close/>
                  <a:moveTo>
                    <a:pt x="22365" y="31920"/>
                  </a:moveTo>
                  <a:cubicBezTo>
                    <a:pt x="17253" y="31920"/>
                    <a:pt x="12780" y="27451"/>
                    <a:pt x="12780" y="22344"/>
                  </a:cubicBezTo>
                  <a:cubicBezTo>
                    <a:pt x="12780" y="17237"/>
                    <a:pt x="17253" y="12768"/>
                    <a:pt x="22365" y="12768"/>
                  </a:cubicBezTo>
                  <a:cubicBezTo>
                    <a:pt x="27477" y="12768"/>
                    <a:pt x="31950" y="17237"/>
                    <a:pt x="31950" y="22344"/>
                  </a:cubicBezTo>
                  <a:cubicBezTo>
                    <a:pt x="31950" y="27451"/>
                    <a:pt x="27477" y="31920"/>
                    <a:pt x="22365" y="31920"/>
                  </a:cubicBezTo>
                  <a:close/>
                </a:path>
              </a:pathLst>
            </a:custGeom>
            <a:solidFill>
              <a:srgbClr val="007680"/>
            </a:solidFill>
            <a:ln w="6390" cap="flat">
              <a:noFill/>
              <a:prstDash val="solid"/>
              <a:miter/>
            </a:ln>
          </p:spPr>
          <p:txBody>
            <a:bodyPr rtlCol="0" anchor="ctr"/>
            <a:lstStyle/>
            <a:p>
              <a:endParaRPr lang="en-US"/>
            </a:p>
          </p:txBody>
        </p:sp>
        <p:sp>
          <p:nvSpPr>
            <p:cNvPr id="607" name="Graphic 4">
              <a:extLst>
                <a:ext uri="{FF2B5EF4-FFF2-40B4-BE49-F238E27FC236}">
                  <a16:creationId xmlns:a16="http://schemas.microsoft.com/office/drawing/2014/main" id="{A0D1A687-3EFD-5645-BDAA-385F7BD2D27F}"/>
                </a:ext>
              </a:extLst>
            </p:cNvPr>
            <p:cNvSpPr/>
            <p:nvPr/>
          </p:nvSpPr>
          <p:spPr>
            <a:xfrm>
              <a:off x="2719557" y="4508530"/>
              <a:ext cx="44729" cy="44687"/>
            </a:xfrm>
            <a:custGeom>
              <a:avLst/>
              <a:gdLst>
                <a:gd name="connsiteX0" fmla="*/ 22365 w 44729"/>
                <a:gd name="connsiteY0" fmla="*/ 0 h 44687"/>
                <a:gd name="connsiteX1" fmla="*/ 0 w 44729"/>
                <a:gd name="connsiteY1" fmla="*/ 22344 h 44687"/>
                <a:gd name="connsiteX2" fmla="*/ 22365 w 44729"/>
                <a:gd name="connsiteY2" fmla="*/ 44688 h 44687"/>
                <a:gd name="connsiteX3" fmla="*/ 44730 w 44729"/>
                <a:gd name="connsiteY3" fmla="*/ 22344 h 44687"/>
                <a:gd name="connsiteX4" fmla="*/ 22365 w 44729"/>
                <a:gd name="connsiteY4" fmla="*/ 0 h 44687"/>
                <a:gd name="connsiteX5" fmla="*/ 22365 w 44729"/>
                <a:gd name="connsiteY5" fmla="*/ 31920 h 44687"/>
                <a:gd name="connsiteX6" fmla="*/ 12780 w 44729"/>
                <a:gd name="connsiteY6" fmla="*/ 22344 h 44687"/>
                <a:gd name="connsiteX7" fmla="*/ 22365 w 44729"/>
                <a:gd name="connsiteY7" fmla="*/ 12768 h 44687"/>
                <a:gd name="connsiteX8" fmla="*/ 31950 w 44729"/>
                <a:gd name="connsiteY8" fmla="*/ 22344 h 44687"/>
                <a:gd name="connsiteX9" fmla="*/ 22365 w 44729"/>
                <a:gd name="connsiteY9" fmla="*/ 31920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29" h="44687">
                  <a:moveTo>
                    <a:pt x="22365" y="0"/>
                  </a:moveTo>
                  <a:cubicBezTo>
                    <a:pt x="10224" y="0"/>
                    <a:pt x="0" y="10215"/>
                    <a:pt x="0" y="22344"/>
                  </a:cubicBezTo>
                  <a:cubicBezTo>
                    <a:pt x="0" y="34474"/>
                    <a:pt x="10224" y="44688"/>
                    <a:pt x="22365" y="44688"/>
                  </a:cubicBezTo>
                  <a:cubicBezTo>
                    <a:pt x="34506" y="44688"/>
                    <a:pt x="44730" y="34474"/>
                    <a:pt x="44730" y="22344"/>
                  </a:cubicBezTo>
                  <a:cubicBezTo>
                    <a:pt x="44730" y="10215"/>
                    <a:pt x="34506" y="0"/>
                    <a:pt x="22365" y="0"/>
                  </a:cubicBezTo>
                  <a:close/>
                  <a:moveTo>
                    <a:pt x="22365" y="31920"/>
                  </a:moveTo>
                  <a:cubicBezTo>
                    <a:pt x="17253" y="31920"/>
                    <a:pt x="12780" y="27451"/>
                    <a:pt x="12780" y="22344"/>
                  </a:cubicBezTo>
                  <a:cubicBezTo>
                    <a:pt x="12780" y="17237"/>
                    <a:pt x="17253" y="12768"/>
                    <a:pt x="22365" y="12768"/>
                  </a:cubicBezTo>
                  <a:cubicBezTo>
                    <a:pt x="27477" y="12768"/>
                    <a:pt x="31950" y="17237"/>
                    <a:pt x="31950" y="22344"/>
                  </a:cubicBezTo>
                  <a:cubicBezTo>
                    <a:pt x="31950" y="27451"/>
                    <a:pt x="27477" y="31920"/>
                    <a:pt x="22365" y="31920"/>
                  </a:cubicBezTo>
                  <a:close/>
                </a:path>
              </a:pathLst>
            </a:custGeom>
            <a:solidFill>
              <a:srgbClr val="007680"/>
            </a:solidFill>
            <a:ln w="6390" cap="flat">
              <a:noFill/>
              <a:prstDash val="solid"/>
              <a:miter/>
            </a:ln>
          </p:spPr>
          <p:txBody>
            <a:bodyPr rtlCol="0" anchor="ctr"/>
            <a:lstStyle/>
            <a:p>
              <a:endParaRPr lang="en-US"/>
            </a:p>
          </p:txBody>
        </p:sp>
        <p:sp>
          <p:nvSpPr>
            <p:cNvPr id="608" name="Graphic 4">
              <a:extLst>
                <a:ext uri="{FF2B5EF4-FFF2-40B4-BE49-F238E27FC236}">
                  <a16:creationId xmlns:a16="http://schemas.microsoft.com/office/drawing/2014/main" id="{ABB58CF8-ED2F-AD4A-B6FD-11266FA2EDB2}"/>
                </a:ext>
              </a:extLst>
            </p:cNvPr>
            <p:cNvSpPr/>
            <p:nvPr/>
          </p:nvSpPr>
          <p:spPr>
            <a:xfrm>
              <a:off x="2766842" y="4460650"/>
              <a:ext cx="44729" cy="44687"/>
            </a:xfrm>
            <a:custGeom>
              <a:avLst/>
              <a:gdLst>
                <a:gd name="connsiteX0" fmla="*/ 22365 w 44729"/>
                <a:gd name="connsiteY0" fmla="*/ 0 h 44687"/>
                <a:gd name="connsiteX1" fmla="*/ 0 w 44729"/>
                <a:gd name="connsiteY1" fmla="*/ 22344 h 44687"/>
                <a:gd name="connsiteX2" fmla="*/ 22365 w 44729"/>
                <a:gd name="connsiteY2" fmla="*/ 44688 h 44687"/>
                <a:gd name="connsiteX3" fmla="*/ 44730 w 44729"/>
                <a:gd name="connsiteY3" fmla="*/ 22344 h 44687"/>
                <a:gd name="connsiteX4" fmla="*/ 22365 w 44729"/>
                <a:gd name="connsiteY4" fmla="*/ 0 h 44687"/>
                <a:gd name="connsiteX5" fmla="*/ 22365 w 44729"/>
                <a:gd name="connsiteY5" fmla="*/ 31920 h 44687"/>
                <a:gd name="connsiteX6" fmla="*/ 12780 w 44729"/>
                <a:gd name="connsiteY6" fmla="*/ 22344 h 44687"/>
                <a:gd name="connsiteX7" fmla="*/ 22365 w 44729"/>
                <a:gd name="connsiteY7" fmla="*/ 12768 h 44687"/>
                <a:gd name="connsiteX8" fmla="*/ 31950 w 44729"/>
                <a:gd name="connsiteY8" fmla="*/ 22344 h 44687"/>
                <a:gd name="connsiteX9" fmla="*/ 22365 w 44729"/>
                <a:gd name="connsiteY9" fmla="*/ 31920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29" h="44687">
                  <a:moveTo>
                    <a:pt x="22365" y="0"/>
                  </a:moveTo>
                  <a:cubicBezTo>
                    <a:pt x="10224" y="0"/>
                    <a:pt x="0" y="10215"/>
                    <a:pt x="0" y="22344"/>
                  </a:cubicBezTo>
                  <a:cubicBezTo>
                    <a:pt x="0" y="34474"/>
                    <a:pt x="10224" y="44688"/>
                    <a:pt x="22365" y="44688"/>
                  </a:cubicBezTo>
                  <a:cubicBezTo>
                    <a:pt x="34506" y="44688"/>
                    <a:pt x="44730" y="34474"/>
                    <a:pt x="44730" y="22344"/>
                  </a:cubicBezTo>
                  <a:cubicBezTo>
                    <a:pt x="44730" y="10215"/>
                    <a:pt x="35145" y="0"/>
                    <a:pt x="22365" y="0"/>
                  </a:cubicBezTo>
                  <a:close/>
                  <a:moveTo>
                    <a:pt x="22365" y="31920"/>
                  </a:moveTo>
                  <a:cubicBezTo>
                    <a:pt x="17253" y="31920"/>
                    <a:pt x="12780" y="27451"/>
                    <a:pt x="12780" y="22344"/>
                  </a:cubicBezTo>
                  <a:cubicBezTo>
                    <a:pt x="12780" y="17237"/>
                    <a:pt x="17253" y="12768"/>
                    <a:pt x="22365" y="12768"/>
                  </a:cubicBezTo>
                  <a:cubicBezTo>
                    <a:pt x="27477" y="12768"/>
                    <a:pt x="31950" y="17237"/>
                    <a:pt x="31950" y="22344"/>
                  </a:cubicBezTo>
                  <a:cubicBezTo>
                    <a:pt x="31950" y="27451"/>
                    <a:pt x="28116" y="31920"/>
                    <a:pt x="22365" y="31920"/>
                  </a:cubicBezTo>
                  <a:close/>
                </a:path>
              </a:pathLst>
            </a:custGeom>
            <a:solidFill>
              <a:srgbClr val="007680"/>
            </a:solidFill>
            <a:ln w="6390" cap="flat">
              <a:noFill/>
              <a:prstDash val="solid"/>
              <a:miter/>
            </a:ln>
          </p:spPr>
          <p:txBody>
            <a:bodyPr rtlCol="0" anchor="ctr"/>
            <a:lstStyle/>
            <a:p>
              <a:endParaRPr lang="en-US"/>
            </a:p>
          </p:txBody>
        </p:sp>
        <p:sp>
          <p:nvSpPr>
            <p:cNvPr id="609" name="Graphic 4">
              <a:extLst>
                <a:ext uri="{FF2B5EF4-FFF2-40B4-BE49-F238E27FC236}">
                  <a16:creationId xmlns:a16="http://schemas.microsoft.com/office/drawing/2014/main" id="{BAC852CE-A0FB-DE46-A6FE-A2C5F3CEAD34}"/>
                </a:ext>
              </a:extLst>
            </p:cNvPr>
            <p:cNvSpPr/>
            <p:nvPr/>
          </p:nvSpPr>
          <p:spPr>
            <a:xfrm>
              <a:off x="2671632" y="4460650"/>
              <a:ext cx="44729" cy="44687"/>
            </a:xfrm>
            <a:custGeom>
              <a:avLst/>
              <a:gdLst>
                <a:gd name="connsiteX0" fmla="*/ 22365 w 44729"/>
                <a:gd name="connsiteY0" fmla="*/ 0 h 44687"/>
                <a:gd name="connsiteX1" fmla="*/ 0 w 44729"/>
                <a:gd name="connsiteY1" fmla="*/ 22344 h 44687"/>
                <a:gd name="connsiteX2" fmla="*/ 22365 w 44729"/>
                <a:gd name="connsiteY2" fmla="*/ 44688 h 44687"/>
                <a:gd name="connsiteX3" fmla="*/ 44730 w 44729"/>
                <a:gd name="connsiteY3" fmla="*/ 22344 h 44687"/>
                <a:gd name="connsiteX4" fmla="*/ 22365 w 44729"/>
                <a:gd name="connsiteY4" fmla="*/ 0 h 44687"/>
                <a:gd name="connsiteX5" fmla="*/ 22365 w 44729"/>
                <a:gd name="connsiteY5" fmla="*/ 31920 h 44687"/>
                <a:gd name="connsiteX6" fmla="*/ 12780 w 44729"/>
                <a:gd name="connsiteY6" fmla="*/ 22344 h 44687"/>
                <a:gd name="connsiteX7" fmla="*/ 22365 w 44729"/>
                <a:gd name="connsiteY7" fmla="*/ 12768 h 44687"/>
                <a:gd name="connsiteX8" fmla="*/ 31950 w 44729"/>
                <a:gd name="connsiteY8" fmla="*/ 22344 h 44687"/>
                <a:gd name="connsiteX9" fmla="*/ 22365 w 44729"/>
                <a:gd name="connsiteY9" fmla="*/ 31920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29" h="44687">
                  <a:moveTo>
                    <a:pt x="22365" y="0"/>
                  </a:moveTo>
                  <a:cubicBezTo>
                    <a:pt x="10224" y="0"/>
                    <a:pt x="0" y="10215"/>
                    <a:pt x="0" y="22344"/>
                  </a:cubicBezTo>
                  <a:cubicBezTo>
                    <a:pt x="0" y="34474"/>
                    <a:pt x="10224" y="44688"/>
                    <a:pt x="22365" y="44688"/>
                  </a:cubicBezTo>
                  <a:cubicBezTo>
                    <a:pt x="34506" y="44688"/>
                    <a:pt x="44730" y="34474"/>
                    <a:pt x="44730" y="22344"/>
                  </a:cubicBezTo>
                  <a:cubicBezTo>
                    <a:pt x="44730" y="10215"/>
                    <a:pt x="34506" y="0"/>
                    <a:pt x="22365" y="0"/>
                  </a:cubicBezTo>
                  <a:close/>
                  <a:moveTo>
                    <a:pt x="22365" y="31920"/>
                  </a:moveTo>
                  <a:cubicBezTo>
                    <a:pt x="17253" y="31920"/>
                    <a:pt x="12780" y="27451"/>
                    <a:pt x="12780" y="22344"/>
                  </a:cubicBezTo>
                  <a:cubicBezTo>
                    <a:pt x="12780" y="17237"/>
                    <a:pt x="17253" y="12768"/>
                    <a:pt x="22365" y="12768"/>
                  </a:cubicBezTo>
                  <a:cubicBezTo>
                    <a:pt x="27477" y="12768"/>
                    <a:pt x="31950" y="17237"/>
                    <a:pt x="31950" y="22344"/>
                  </a:cubicBezTo>
                  <a:cubicBezTo>
                    <a:pt x="31950" y="27451"/>
                    <a:pt x="27477" y="31920"/>
                    <a:pt x="22365" y="31920"/>
                  </a:cubicBezTo>
                  <a:close/>
                </a:path>
              </a:pathLst>
            </a:custGeom>
            <a:solidFill>
              <a:srgbClr val="007680"/>
            </a:solidFill>
            <a:ln w="6390" cap="flat">
              <a:noFill/>
              <a:prstDash val="solid"/>
              <a:miter/>
            </a:ln>
          </p:spPr>
          <p:txBody>
            <a:bodyPr rtlCol="0" anchor="ctr"/>
            <a:lstStyle/>
            <a:p>
              <a:endParaRPr lang="en-US"/>
            </a:p>
          </p:txBody>
        </p:sp>
        <p:sp>
          <p:nvSpPr>
            <p:cNvPr id="610" name="Graphic 4">
              <a:extLst>
                <a:ext uri="{FF2B5EF4-FFF2-40B4-BE49-F238E27FC236}">
                  <a16:creationId xmlns:a16="http://schemas.microsoft.com/office/drawing/2014/main" id="{39E580A1-B7B7-A847-8502-2D5EA4B99CA4}"/>
                </a:ext>
              </a:extLst>
            </p:cNvPr>
            <p:cNvSpPr/>
            <p:nvPr/>
          </p:nvSpPr>
          <p:spPr>
            <a:xfrm>
              <a:off x="2732337" y="4473418"/>
              <a:ext cx="19169" cy="19151"/>
            </a:xfrm>
            <a:custGeom>
              <a:avLst/>
              <a:gdLst>
                <a:gd name="connsiteX0" fmla="*/ 19170 w 19169"/>
                <a:gd name="connsiteY0" fmla="*/ 9576 h 19151"/>
                <a:gd name="connsiteX1" fmla="*/ 9585 w 19169"/>
                <a:gd name="connsiteY1" fmla="*/ 0 h 19151"/>
                <a:gd name="connsiteX2" fmla="*/ 0 w 19169"/>
                <a:gd name="connsiteY2" fmla="*/ 9576 h 19151"/>
                <a:gd name="connsiteX3" fmla="*/ 9585 w 19169"/>
                <a:gd name="connsiteY3" fmla="*/ 19152 h 19151"/>
                <a:gd name="connsiteX4" fmla="*/ 19170 w 19169"/>
                <a:gd name="connsiteY4" fmla="*/ 9576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19170" y="9576"/>
                  </a:moveTo>
                  <a:cubicBezTo>
                    <a:pt x="19170" y="4469"/>
                    <a:pt x="14697" y="0"/>
                    <a:pt x="9585" y="0"/>
                  </a:cubicBezTo>
                  <a:cubicBezTo>
                    <a:pt x="4473" y="0"/>
                    <a:pt x="0" y="4469"/>
                    <a:pt x="0" y="9576"/>
                  </a:cubicBezTo>
                  <a:cubicBezTo>
                    <a:pt x="0" y="14683"/>
                    <a:pt x="4473" y="19152"/>
                    <a:pt x="9585" y="19152"/>
                  </a:cubicBezTo>
                  <a:cubicBezTo>
                    <a:pt x="14697" y="19152"/>
                    <a:pt x="19170" y="14683"/>
                    <a:pt x="19170" y="9576"/>
                  </a:cubicBezTo>
                  <a:close/>
                </a:path>
              </a:pathLst>
            </a:custGeom>
            <a:solidFill>
              <a:srgbClr val="007680"/>
            </a:solidFill>
            <a:ln w="6390" cap="flat">
              <a:noFill/>
              <a:prstDash val="solid"/>
              <a:miter/>
            </a:ln>
          </p:spPr>
          <p:txBody>
            <a:bodyPr rtlCol="0" anchor="ctr"/>
            <a:lstStyle/>
            <a:p>
              <a:endParaRPr lang="en-US"/>
            </a:p>
          </p:txBody>
        </p:sp>
      </p:grpSp>
      <p:grpSp>
        <p:nvGrpSpPr>
          <p:cNvPr id="611" name="Graphic 4">
            <a:extLst>
              <a:ext uri="{FF2B5EF4-FFF2-40B4-BE49-F238E27FC236}">
                <a16:creationId xmlns:a16="http://schemas.microsoft.com/office/drawing/2014/main" id="{B7953909-A392-4343-B87A-5F4912E9BFBD}"/>
              </a:ext>
            </a:extLst>
          </p:cNvPr>
          <p:cNvGrpSpPr/>
          <p:nvPr/>
        </p:nvGrpSpPr>
        <p:grpSpPr>
          <a:xfrm>
            <a:off x="3607758" y="918179"/>
            <a:ext cx="361674" cy="361333"/>
            <a:chOff x="3607758" y="918179"/>
            <a:chExt cx="361674" cy="361333"/>
          </a:xfrm>
          <a:solidFill>
            <a:srgbClr val="007680"/>
          </a:solidFill>
        </p:grpSpPr>
        <p:sp>
          <p:nvSpPr>
            <p:cNvPr id="612" name="Graphic 4">
              <a:extLst>
                <a:ext uri="{FF2B5EF4-FFF2-40B4-BE49-F238E27FC236}">
                  <a16:creationId xmlns:a16="http://schemas.microsoft.com/office/drawing/2014/main" id="{2FA8048A-6066-C14C-9302-7E5ABA690A7C}"/>
                </a:ext>
              </a:extLst>
            </p:cNvPr>
            <p:cNvSpPr/>
            <p:nvPr/>
          </p:nvSpPr>
          <p:spPr>
            <a:xfrm>
              <a:off x="3607758" y="918179"/>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2" y="361333"/>
                    <a:pt x="180836" y="361333"/>
                  </a:cubicBezTo>
                  <a:cubicBezTo>
                    <a:pt x="280518" y="361333"/>
                    <a:pt x="361671" y="280257"/>
                    <a:pt x="361671" y="180667"/>
                  </a:cubicBezTo>
                  <a:cubicBezTo>
                    <a:pt x="362310"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9530" y="273234"/>
                    <a:pt x="274128" y="349204"/>
                    <a:pt x="180836" y="349204"/>
                  </a:cubicBezTo>
                  <a:close/>
                </a:path>
              </a:pathLst>
            </a:custGeom>
            <a:solidFill>
              <a:srgbClr val="007680"/>
            </a:solidFill>
            <a:ln w="6390" cap="flat">
              <a:noFill/>
              <a:prstDash val="solid"/>
              <a:miter/>
            </a:ln>
          </p:spPr>
          <p:txBody>
            <a:bodyPr rtlCol="0" anchor="ctr"/>
            <a:lstStyle/>
            <a:p>
              <a:endParaRPr lang="en-US"/>
            </a:p>
          </p:txBody>
        </p:sp>
        <p:sp>
          <p:nvSpPr>
            <p:cNvPr id="613" name="Graphic 4">
              <a:extLst>
                <a:ext uri="{FF2B5EF4-FFF2-40B4-BE49-F238E27FC236}">
                  <a16:creationId xmlns:a16="http://schemas.microsoft.com/office/drawing/2014/main" id="{5757F065-CF6A-5E40-901F-775A3786309C}"/>
                </a:ext>
              </a:extLst>
            </p:cNvPr>
            <p:cNvSpPr/>
            <p:nvPr/>
          </p:nvSpPr>
          <p:spPr>
            <a:xfrm>
              <a:off x="3691466" y="996063"/>
              <a:ext cx="184030" cy="208756"/>
            </a:xfrm>
            <a:custGeom>
              <a:avLst/>
              <a:gdLst>
                <a:gd name="connsiteX0" fmla="*/ 182752 w 184030"/>
                <a:gd name="connsiteY0" fmla="*/ 3192 h 208756"/>
                <a:gd name="connsiteX1" fmla="*/ 182752 w 184030"/>
                <a:gd name="connsiteY1" fmla="*/ 3192 h 208756"/>
                <a:gd name="connsiteX2" fmla="*/ 182113 w 184030"/>
                <a:gd name="connsiteY2" fmla="*/ 1915 h 208756"/>
                <a:gd name="connsiteX3" fmla="*/ 181474 w 184030"/>
                <a:gd name="connsiteY3" fmla="*/ 1277 h 208756"/>
                <a:gd name="connsiteX4" fmla="*/ 180835 w 184030"/>
                <a:gd name="connsiteY4" fmla="*/ 638 h 208756"/>
                <a:gd name="connsiteX5" fmla="*/ 179557 w 184030"/>
                <a:gd name="connsiteY5" fmla="*/ 0 h 208756"/>
                <a:gd name="connsiteX6" fmla="*/ 178279 w 184030"/>
                <a:gd name="connsiteY6" fmla="*/ 0 h 208756"/>
                <a:gd name="connsiteX7" fmla="*/ 177001 w 184030"/>
                <a:gd name="connsiteY7" fmla="*/ 0 h 208756"/>
                <a:gd name="connsiteX8" fmla="*/ 177001 w 184030"/>
                <a:gd name="connsiteY8" fmla="*/ 0 h 208756"/>
                <a:gd name="connsiteX9" fmla="*/ 175723 w 184030"/>
                <a:gd name="connsiteY9" fmla="*/ 0 h 208756"/>
                <a:gd name="connsiteX10" fmla="*/ 174445 w 184030"/>
                <a:gd name="connsiteY10" fmla="*/ 0 h 208756"/>
                <a:gd name="connsiteX11" fmla="*/ 51758 w 184030"/>
                <a:gd name="connsiteY11" fmla="*/ 40858 h 208756"/>
                <a:gd name="connsiteX12" fmla="*/ 51758 w 184030"/>
                <a:gd name="connsiteY12" fmla="*/ 40858 h 208756"/>
                <a:gd name="connsiteX13" fmla="*/ 50480 w 184030"/>
                <a:gd name="connsiteY13" fmla="*/ 41496 h 208756"/>
                <a:gd name="connsiteX14" fmla="*/ 49841 w 184030"/>
                <a:gd name="connsiteY14" fmla="*/ 42134 h 208756"/>
                <a:gd name="connsiteX15" fmla="*/ 49203 w 184030"/>
                <a:gd name="connsiteY15" fmla="*/ 43411 h 208756"/>
                <a:gd name="connsiteX16" fmla="*/ 48563 w 184030"/>
                <a:gd name="connsiteY16" fmla="*/ 44688 h 208756"/>
                <a:gd name="connsiteX17" fmla="*/ 48563 w 184030"/>
                <a:gd name="connsiteY17" fmla="*/ 45965 h 208756"/>
                <a:gd name="connsiteX18" fmla="*/ 48563 w 184030"/>
                <a:gd name="connsiteY18" fmla="*/ 47242 h 208756"/>
                <a:gd name="connsiteX19" fmla="*/ 48563 w 184030"/>
                <a:gd name="connsiteY19" fmla="*/ 47242 h 208756"/>
                <a:gd name="connsiteX20" fmla="*/ 48563 w 184030"/>
                <a:gd name="connsiteY20" fmla="*/ 160238 h 208756"/>
                <a:gd name="connsiteX21" fmla="*/ 30672 w 184030"/>
                <a:gd name="connsiteY21" fmla="*/ 155131 h 208756"/>
                <a:gd name="connsiteX22" fmla="*/ 0 w 184030"/>
                <a:gd name="connsiteY22" fmla="*/ 181944 h 208756"/>
                <a:gd name="connsiteX23" fmla="*/ 30672 w 184030"/>
                <a:gd name="connsiteY23" fmla="*/ 208756 h 208756"/>
                <a:gd name="connsiteX24" fmla="*/ 61343 w 184030"/>
                <a:gd name="connsiteY24" fmla="*/ 181944 h 208756"/>
                <a:gd name="connsiteX25" fmla="*/ 61343 w 184030"/>
                <a:gd name="connsiteY25" fmla="*/ 179390 h 208756"/>
                <a:gd name="connsiteX26" fmla="*/ 61343 w 184030"/>
                <a:gd name="connsiteY26" fmla="*/ 178113 h 208756"/>
                <a:gd name="connsiteX27" fmla="*/ 61343 w 184030"/>
                <a:gd name="connsiteY27" fmla="*/ 84907 h 208756"/>
                <a:gd name="connsiteX28" fmla="*/ 171250 w 184030"/>
                <a:gd name="connsiteY28" fmla="*/ 48518 h 208756"/>
                <a:gd name="connsiteX29" fmla="*/ 171250 w 184030"/>
                <a:gd name="connsiteY29" fmla="*/ 128318 h 208756"/>
                <a:gd name="connsiteX30" fmla="*/ 153358 w 184030"/>
                <a:gd name="connsiteY30" fmla="*/ 123211 h 208756"/>
                <a:gd name="connsiteX31" fmla="*/ 122687 w 184030"/>
                <a:gd name="connsiteY31" fmla="*/ 150024 h 208756"/>
                <a:gd name="connsiteX32" fmla="*/ 153358 w 184030"/>
                <a:gd name="connsiteY32" fmla="*/ 176836 h 208756"/>
                <a:gd name="connsiteX33" fmla="*/ 184030 w 184030"/>
                <a:gd name="connsiteY33" fmla="*/ 150024 h 208756"/>
                <a:gd name="connsiteX34" fmla="*/ 184030 w 184030"/>
                <a:gd name="connsiteY34" fmla="*/ 147470 h 208756"/>
                <a:gd name="connsiteX35" fmla="*/ 184030 w 184030"/>
                <a:gd name="connsiteY35" fmla="*/ 146193 h 208756"/>
                <a:gd name="connsiteX36" fmla="*/ 184030 w 184030"/>
                <a:gd name="connsiteY36" fmla="*/ 7661 h 208756"/>
                <a:gd name="connsiteX37" fmla="*/ 184030 w 184030"/>
                <a:gd name="connsiteY37" fmla="*/ 6384 h 208756"/>
                <a:gd name="connsiteX38" fmla="*/ 182752 w 184030"/>
                <a:gd name="connsiteY38" fmla="*/ 3192 h 208756"/>
                <a:gd name="connsiteX39" fmla="*/ 30033 w 184030"/>
                <a:gd name="connsiteY39" fmla="*/ 194073 h 208756"/>
                <a:gd name="connsiteX40" fmla="*/ 12141 w 184030"/>
                <a:gd name="connsiteY40" fmla="*/ 180028 h 208756"/>
                <a:gd name="connsiteX41" fmla="*/ 30033 w 184030"/>
                <a:gd name="connsiteY41" fmla="*/ 165984 h 208756"/>
                <a:gd name="connsiteX42" fmla="*/ 47925 w 184030"/>
                <a:gd name="connsiteY42" fmla="*/ 180028 h 208756"/>
                <a:gd name="connsiteX43" fmla="*/ 30033 w 184030"/>
                <a:gd name="connsiteY43" fmla="*/ 194073 h 208756"/>
                <a:gd name="connsiteX44" fmla="*/ 60704 w 184030"/>
                <a:gd name="connsiteY44" fmla="*/ 69585 h 208756"/>
                <a:gd name="connsiteX45" fmla="*/ 60704 w 184030"/>
                <a:gd name="connsiteY45" fmla="*/ 50434 h 208756"/>
                <a:gd name="connsiteX46" fmla="*/ 170611 w 184030"/>
                <a:gd name="connsiteY46" fmla="*/ 14045 h 208756"/>
                <a:gd name="connsiteX47" fmla="*/ 170611 w 184030"/>
                <a:gd name="connsiteY47" fmla="*/ 33197 h 208756"/>
                <a:gd name="connsiteX48" fmla="*/ 60704 w 184030"/>
                <a:gd name="connsiteY48" fmla="*/ 69585 h 208756"/>
                <a:gd name="connsiteX49" fmla="*/ 152080 w 184030"/>
                <a:gd name="connsiteY49" fmla="*/ 161515 h 208756"/>
                <a:gd name="connsiteX50" fmla="*/ 134189 w 184030"/>
                <a:gd name="connsiteY50" fmla="*/ 147470 h 208756"/>
                <a:gd name="connsiteX51" fmla="*/ 152080 w 184030"/>
                <a:gd name="connsiteY51" fmla="*/ 133425 h 208756"/>
                <a:gd name="connsiteX52" fmla="*/ 169972 w 184030"/>
                <a:gd name="connsiteY52" fmla="*/ 147470 h 208756"/>
                <a:gd name="connsiteX53" fmla="*/ 152080 w 184030"/>
                <a:gd name="connsiteY53" fmla="*/ 161515 h 20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84030" h="208756">
                  <a:moveTo>
                    <a:pt x="182752" y="3192"/>
                  </a:moveTo>
                  <a:cubicBezTo>
                    <a:pt x="182752" y="3192"/>
                    <a:pt x="182752" y="2554"/>
                    <a:pt x="182752" y="3192"/>
                  </a:cubicBezTo>
                  <a:cubicBezTo>
                    <a:pt x="182752" y="2554"/>
                    <a:pt x="182113" y="1915"/>
                    <a:pt x="182113" y="1915"/>
                  </a:cubicBezTo>
                  <a:lnTo>
                    <a:pt x="181474" y="1277"/>
                  </a:lnTo>
                  <a:lnTo>
                    <a:pt x="180835" y="638"/>
                  </a:lnTo>
                  <a:cubicBezTo>
                    <a:pt x="180196" y="638"/>
                    <a:pt x="180196" y="0"/>
                    <a:pt x="179557" y="0"/>
                  </a:cubicBezTo>
                  <a:cubicBezTo>
                    <a:pt x="178918" y="0"/>
                    <a:pt x="178918" y="0"/>
                    <a:pt x="178279" y="0"/>
                  </a:cubicBezTo>
                  <a:cubicBezTo>
                    <a:pt x="177640" y="0"/>
                    <a:pt x="177640" y="0"/>
                    <a:pt x="177001" y="0"/>
                  </a:cubicBezTo>
                  <a:lnTo>
                    <a:pt x="177001" y="0"/>
                  </a:lnTo>
                  <a:cubicBezTo>
                    <a:pt x="176362" y="0"/>
                    <a:pt x="176362" y="0"/>
                    <a:pt x="175723" y="0"/>
                  </a:cubicBezTo>
                  <a:cubicBezTo>
                    <a:pt x="175084" y="0"/>
                    <a:pt x="175084" y="0"/>
                    <a:pt x="174445" y="0"/>
                  </a:cubicBezTo>
                  <a:lnTo>
                    <a:pt x="51758" y="40858"/>
                  </a:lnTo>
                  <a:lnTo>
                    <a:pt x="51758" y="40858"/>
                  </a:lnTo>
                  <a:cubicBezTo>
                    <a:pt x="51119" y="40858"/>
                    <a:pt x="51119" y="41496"/>
                    <a:pt x="50480" y="41496"/>
                  </a:cubicBezTo>
                  <a:lnTo>
                    <a:pt x="49841" y="42134"/>
                  </a:lnTo>
                  <a:cubicBezTo>
                    <a:pt x="49841" y="42134"/>
                    <a:pt x="49203" y="42773"/>
                    <a:pt x="49203" y="43411"/>
                  </a:cubicBezTo>
                  <a:cubicBezTo>
                    <a:pt x="49203" y="44050"/>
                    <a:pt x="48563" y="44050"/>
                    <a:pt x="48563" y="44688"/>
                  </a:cubicBezTo>
                  <a:cubicBezTo>
                    <a:pt x="48563" y="45326"/>
                    <a:pt x="48563" y="45326"/>
                    <a:pt x="48563" y="45965"/>
                  </a:cubicBezTo>
                  <a:cubicBezTo>
                    <a:pt x="48563" y="46603"/>
                    <a:pt x="48563" y="46603"/>
                    <a:pt x="48563" y="47242"/>
                  </a:cubicBezTo>
                  <a:lnTo>
                    <a:pt x="48563" y="47242"/>
                  </a:lnTo>
                  <a:lnTo>
                    <a:pt x="48563" y="160238"/>
                  </a:lnTo>
                  <a:cubicBezTo>
                    <a:pt x="43451" y="157046"/>
                    <a:pt x="37062" y="155131"/>
                    <a:pt x="30672" y="155131"/>
                  </a:cubicBezTo>
                  <a:cubicBezTo>
                    <a:pt x="13419" y="155131"/>
                    <a:pt x="0" y="167260"/>
                    <a:pt x="0" y="181944"/>
                  </a:cubicBezTo>
                  <a:cubicBezTo>
                    <a:pt x="0" y="196627"/>
                    <a:pt x="14058" y="208756"/>
                    <a:pt x="30672" y="208756"/>
                  </a:cubicBezTo>
                  <a:cubicBezTo>
                    <a:pt x="47285" y="208756"/>
                    <a:pt x="61343" y="196627"/>
                    <a:pt x="61343" y="181944"/>
                  </a:cubicBezTo>
                  <a:cubicBezTo>
                    <a:pt x="61343" y="181305"/>
                    <a:pt x="61343" y="180028"/>
                    <a:pt x="61343" y="179390"/>
                  </a:cubicBezTo>
                  <a:cubicBezTo>
                    <a:pt x="61343" y="178752"/>
                    <a:pt x="61343" y="178113"/>
                    <a:pt x="61343" y="178113"/>
                  </a:cubicBezTo>
                  <a:lnTo>
                    <a:pt x="61343" y="84907"/>
                  </a:lnTo>
                  <a:lnTo>
                    <a:pt x="171250" y="48518"/>
                  </a:lnTo>
                  <a:lnTo>
                    <a:pt x="171250" y="128318"/>
                  </a:lnTo>
                  <a:cubicBezTo>
                    <a:pt x="166138" y="125126"/>
                    <a:pt x="159748" y="123211"/>
                    <a:pt x="153358" y="123211"/>
                  </a:cubicBezTo>
                  <a:cubicBezTo>
                    <a:pt x="136106" y="123211"/>
                    <a:pt x="122687" y="135341"/>
                    <a:pt x="122687" y="150024"/>
                  </a:cubicBezTo>
                  <a:cubicBezTo>
                    <a:pt x="122687" y="164707"/>
                    <a:pt x="136744" y="176836"/>
                    <a:pt x="153358" y="176836"/>
                  </a:cubicBezTo>
                  <a:cubicBezTo>
                    <a:pt x="169972" y="176836"/>
                    <a:pt x="184030" y="164707"/>
                    <a:pt x="184030" y="150024"/>
                  </a:cubicBezTo>
                  <a:cubicBezTo>
                    <a:pt x="184030" y="149385"/>
                    <a:pt x="184030" y="148108"/>
                    <a:pt x="184030" y="147470"/>
                  </a:cubicBezTo>
                  <a:cubicBezTo>
                    <a:pt x="184030" y="146832"/>
                    <a:pt x="184030" y="146193"/>
                    <a:pt x="184030" y="146193"/>
                  </a:cubicBezTo>
                  <a:lnTo>
                    <a:pt x="184030" y="7661"/>
                  </a:lnTo>
                  <a:cubicBezTo>
                    <a:pt x="184030" y="7022"/>
                    <a:pt x="184030" y="7022"/>
                    <a:pt x="184030" y="6384"/>
                  </a:cubicBezTo>
                  <a:cubicBezTo>
                    <a:pt x="182752" y="3830"/>
                    <a:pt x="182752" y="3192"/>
                    <a:pt x="182752" y="3192"/>
                  </a:cubicBezTo>
                  <a:close/>
                  <a:moveTo>
                    <a:pt x="30033" y="194073"/>
                  </a:moveTo>
                  <a:cubicBezTo>
                    <a:pt x="19809" y="194073"/>
                    <a:pt x="12141" y="187689"/>
                    <a:pt x="12141" y="180028"/>
                  </a:cubicBezTo>
                  <a:cubicBezTo>
                    <a:pt x="12141" y="172368"/>
                    <a:pt x="20448" y="165984"/>
                    <a:pt x="30033" y="165984"/>
                  </a:cubicBezTo>
                  <a:cubicBezTo>
                    <a:pt x="39618" y="165984"/>
                    <a:pt x="47925" y="172368"/>
                    <a:pt x="47925" y="180028"/>
                  </a:cubicBezTo>
                  <a:cubicBezTo>
                    <a:pt x="47925" y="188327"/>
                    <a:pt x="39618" y="194073"/>
                    <a:pt x="30033" y="194073"/>
                  </a:cubicBezTo>
                  <a:close/>
                  <a:moveTo>
                    <a:pt x="60704" y="69585"/>
                  </a:moveTo>
                  <a:lnTo>
                    <a:pt x="60704" y="50434"/>
                  </a:lnTo>
                  <a:lnTo>
                    <a:pt x="170611" y="14045"/>
                  </a:lnTo>
                  <a:lnTo>
                    <a:pt x="170611" y="33197"/>
                  </a:lnTo>
                  <a:lnTo>
                    <a:pt x="60704" y="69585"/>
                  </a:lnTo>
                  <a:close/>
                  <a:moveTo>
                    <a:pt x="152080" y="161515"/>
                  </a:moveTo>
                  <a:cubicBezTo>
                    <a:pt x="141857" y="161515"/>
                    <a:pt x="134189" y="155131"/>
                    <a:pt x="134189" y="147470"/>
                  </a:cubicBezTo>
                  <a:cubicBezTo>
                    <a:pt x="134189" y="139809"/>
                    <a:pt x="142496" y="133425"/>
                    <a:pt x="152080" y="133425"/>
                  </a:cubicBezTo>
                  <a:cubicBezTo>
                    <a:pt x="161665" y="133425"/>
                    <a:pt x="169972" y="139809"/>
                    <a:pt x="169972" y="147470"/>
                  </a:cubicBezTo>
                  <a:cubicBezTo>
                    <a:pt x="169972" y="155131"/>
                    <a:pt x="162304" y="161515"/>
                    <a:pt x="152080" y="161515"/>
                  </a:cubicBezTo>
                  <a:close/>
                </a:path>
              </a:pathLst>
            </a:custGeom>
            <a:solidFill>
              <a:srgbClr val="007680"/>
            </a:solidFill>
            <a:ln w="6390" cap="flat">
              <a:noFill/>
              <a:prstDash val="solid"/>
              <a:miter/>
            </a:ln>
          </p:spPr>
          <p:txBody>
            <a:bodyPr rtlCol="0" anchor="ctr"/>
            <a:lstStyle/>
            <a:p>
              <a:endParaRPr lang="en-US"/>
            </a:p>
          </p:txBody>
        </p:sp>
      </p:grpSp>
      <p:grpSp>
        <p:nvGrpSpPr>
          <p:cNvPr id="614" name="Graphic 4">
            <a:extLst>
              <a:ext uri="{FF2B5EF4-FFF2-40B4-BE49-F238E27FC236}">
                <a16:creationId xmlns:a16="http://schemas.microsoft.com/office/drawing/2014/main" id="{EA070ACA-B776-DA43-9555-4F4B03AF2B5D}"/>
              </a:ext>
            </a:extLst>
          </p:cNvPr>
          <p:cNvGrpSpPr/>
          <p:nvPr/>
        </p:nvGrpSpPr>
        <p:grpSpPr>
          <a:xfrm>
            <a:off x="9887149" y="2855717"/>
            <a:ext cx="361670" cy="361333"/>
            <a:chOff x="9887149" y="2855717"/>
            <a:chExt cx="361670" cy="361333"/>
          </a:xfrm>
          <a:solidFill>
            <a:srgbClr val="00ABAB"/>
          </a:solidFill>
        </p:grpSpPr>
        <p:sp>
          <p:nvSpPr>
            <p:cNvPr id="615" name="Graphic 4">
              <a:extLst>
                <a:ext uri="{FF2B5EF4-FFF2-40B4-BE49-F238E27FC236}">
                  <a16:creationId xmlns:a16="http://schemas.microsoft.com/office/drawing/2014/main" id="{6510D28B-6304-3F49-8619-A2C2FDB38866}"/>
                </a:ext>
              </a:extLst>
            </p:cNvPr>
            <p:cNvSpPr/>
            <p:nvPr/>
          </p:nvSpPr>
          <p:spPr>
            <a:xfrm>
              <a:off x="9887149"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0438"/>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234"/>
                    <a:pt x="273489" y="349204"/>
                    <a:pt x="180835" y="349204"/>
                  </a:cubicBezTo>
                  <a:close/>
                </a:path>
              </a:pathLst>
            </a:custGeom>
            <a:solidFill>
              <a:srgbClr val="00ABAB"/>
            </a:solidFill>
            <a:ln w="6390" cap="flat">
              <a:noFill/>
              <a:prstDash val="solid"/>
              <a:miter/>
            </a:ln>
          </p:spPr>
          <p:txBody>
            <a:bodyPr rtlCol="0" anchor="ctr"/>
            <a:lstStyle/>
            <a:p>
              <a:endParaRPr lang="en-US"/>
            </a:p>
          </p:txBody>
        </p:sp>
        <p:sp>
          <p:nvSpPr>
            <p:cNvPr id="616" name="Graphic 4">
              <a:extLst>
                <a:ext uri="{FF2B5EF4-FFF2-40B4-BE49-F238E27FC236}">
                  <a16:creationId xmlns:a16="http://schemas.microsoft.com/office/drawing/2014/main" id="{6DB36503-0262-8A4F-B273-2857DF604266}"/>
                </a:ext>
              </a:extLst>
            </p:cNvPr>
            <p:cNvSpPr/>
            <p:nvPr/>
          </p:nvSpPr>
          <p:spPr>
            <a:xfrm>
              <a:off x="10019421" y="2984674"/>
              <a:ext cx="58787" cy="73415"/>
            </a:xfrm>
            <a:custGeom>
              <a:avLst/>
              <a:gdLst>
                <a:gd name="connsiteX0" fmla="*/ 6390 w 58787"/>
                <a:gd name="connsiteY0" fmla="*/ 73416 h 73415"/>
                <a:gd name="connsiteX1" fmla="*/ 52397 w 58787"/>
                <a:gd name="connsiteY1" fmla="*/ 73416 h 73415"/>
                <a:gd name="connsiteX2" fmla="*/ 58787 w 58787"/>
                <a:gd name="connsiteY2" fmla="*/ 67032 h 73415"/>
                <a:gd name="connsiteX3" fmla="*/ 58787 w 58787"/>
                <a:gd name="connsiteY3" fmla="*/ 6384 h 73415"/>
                <a:gd name="connsiteX4" fmla="*/ 52397 w 58787"/>
                <a:gd name="connsiteY4" fmla="*/ 0 h 73415"/>
                <a:gd name="connsiteX5" fmla="*/ 6390 w 58787"/>
                <a:gd name="connsiteY5" fmla="*/ 0 h 73415"/>
                <a:gd name="connsiteX6" fmla="*/ 0 w 58787"/>
                <a:gd name="connsiteY6" fmla="*/ 6384 h 73415"/>
                <a:gd name="connsiteX7" fmla="*/ 0 w 58787"/>
                <a:gd name="connsiteY7" fmla="*/ 67032 h 73415"/>
                <a:gd name="connsiteX8" fmla="*/ 6390 w 58787"/>
                <a:gd name="connsiteY8" fmla="*/ 73416 h 73415"/>
                <a:gd name="connsiteX9" fmla="*/ 12780 w 58787"/>
                <a:gd name="connsiteY9" fmla="*/ 12130 h 73415"/>
                <a:gd name="connsiteX10" fmla="*/ 46007 w 58787"/>
                <a:gd name="connsiteY10" fmla="*/ 12130 h 73415"/>
                <a:gd name="connsiteX11" fmla="*/ 46007 w 58787"/>
                <a:gd name="connsiteY11" fmla="*/ 60009 h 73415"/>
                <a:gd name="connsiteX12" fmla="*/ 12780 w 58787"/>
                <a:gd name="connsiteY12" fmla="*/ 60009 h 73415"/>
                <a:gd name="connsiteX13" fmla="*/ 12780 w 58787"/>
                <a:gd name="connsiteY13" fmla="*/ 12130 h 7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787" h="73415">
                  <a:moveTo>
                    <a:pt x="6390" y="73416"/>
                  </a:moveTo>
                  <a:lnTo>
                    <a:pt x="52397" y="73416"/>
                  </a:lnTo>
                  <a:cubicBezTo>
                    <a:pt x="56232" y="73416"/>
                    <a:pt x="58787" y="70862"/>
                    <a:pt x="58787" y="67032"/>
                  </a:cubicBezTo>
                  <a:lnTo>
                    <a:pt x="58787" y="6384"/>
                  </a:lnTo>
                  <a:cubicBezTo>
                    <a:pt x="58787" y="2554"/>
                    <a:pt x="56232" y="0"/>
                    <a:pt x="52397" y="0"/>
                  </a:cubicBezTo>
                  <a:lnTo>
                    <a:pt x="6390" y="0"/>
                  </a:lnTo>
                  <a:cubicBezTo>
                    <a:pt x="2556" y="0"/>
                    <a:pt x="0" y="2554"/>
                    <a:pt x="0" y="6384"/>
                  </a:cubicBezTo>
                  <a:lnTo>
                    <a:pt x="0" y="67032"/>
                  </a:lnTo>
                  <a:cubicBezTo>
                    <a:pt x="0" y="70224"/>
                    <a:pt x="3195" y="73416"/>
                    <a:pt x="6390" y="73416"/>
                  </a:cubicBezTo>
                  <a:close/>
                  <a:moveTo>
                    <a:pt x="12780" y="12130"/>
                  </a:moveTo>
                  <a:lnTo>
                    <a:pt x="46007" y="12130"/>
                  </a:lnTo>
                  <a:lnTo>
                    <a:pt x="46007" y="60009"/>
                  </a:lnTo>
                  <a:lnTo>
                    <a:pt x="12780" y="60009"/>
                  </a:lnTo>
                  <a:lnTo>
                    <a:pt x="12780" y="12130"/>
                  </a:lnTo>
                  <a:close/>
                </a:path>
              </a:pathLst>
            </a:custGeom>
            <a:solidFill>
              <a:srgbClr val="00ABAB"/>
            </a:solidFill>
            <a:ln w="6390" cap="flat">
              <a:noFill/>
              <a:prstDash val="solid"/>
              <a:miter/>
            </a:ln>
          </p:spPr>
          <p:txBody>
            <a:bodyPr rtlCol="0" anchor="ctr"/>
            <a:lstStyle/>
            <a:p>
              <a:endParaRPr lang="en-US"/>
            </a:p>
          </p:txBody>
        </p:sp>
        <p:sp>
          <p:nvSpPr>
            <p:cNvPr id="617" name="Graphic 4">
              <a:extLst>
                <a:ext uri="{FF2B5EF4-FFF2-40B4-BE49-F238E27FC236}">
                  <a16:creationId xmlns:a16="http://schemas.microsoft.com/office/drawing/2014/main" id="{53DD24E7-E7F7-914D-A9CB-5E81546553B9}"/>
                </a:ext>
              </a:extLst>
            </p:cNvPr>
            <p:cNvSpPr/>
            <p:nvPr/>
          </p:nvSpPr>
          <p:spPr>
            <a:xfrm>
              <a:off x="10096100" y="2984035"/>
              <a:ext cx="58787" cy="12767"/>
            </a:xfrm>
            <a:custGeom>
              <a:avLst/>
              <a:gdLst>
                <a:gd name="connsiteX0" fmla="*/ 6390 w 58787"/>
                <a:gd name="connsiteY0" fmla="*/ 12768 h 12767"/>
                <a:gd name="connsiteX1" fmla="*/ 52397 w 58787"/>
                <a:gd name="connsiteY1" fmla="*/ 12768 h 12767"/>
                <a:gd name="connsiteX2" fmla="*/ 58787 w 58787"/>
                <a:gd name="connsiteY2" fmla="*/ 6384 h 12767"/>
                <a:gd name="connsiteX3" fmla="*/ 52397 w 58787"/>
                <a:gd name="connsiteY3" fmla="*/ 0 h 12767"/>
                <a:gd name="connsiteX4" fmla="*/ 6390 w 58787"/>
                <a:gd name="connsiteY4" fmla="*/ 0 h 12767"/>
                <a:gd name="connsiteX5" fmla="*/ 0 w 58787"/>
                <a:gd name="connsiteY5" fmla="*/ 6384 h 12767"/>
                <a:gd name="connsiteX6" fmla="*/ 6390 w 58787"/>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787" h="12767">
                  <a:moveTo>
                    <a:pt x="6390" y="12768"/>
                  </a:moveTo>
                  <a:lnTo>
                    <a:pt x="52397" y="12768"/>
                  </a:lnTo>
                  <a:cubicBezTo>
                    <a:pt x="56232" y="12768"/>
                    <a:pt x="58787" y="10214"/>
                    <a:pt x="58787" y="6384"/>
                  </a:cubicBezTo>
                  <a:cubicBezTo>
                    <a:pt x="58787" y="2554"/>
                    <a:pt x="56232" y="0"/>
                    <a:pt x="52397" y="0"/>
                  </a:cubicBezTo>
                  <a:lnTo>
                    <a:pt x="6390" y="0"/>
                  </a:lnTo>
                  <a:cubicBezTo>
                    <a:pt x="2556" y="0"/>
                    <a:pt x="0" y="2554"/>
                    <a:pt x="0" y="6384"/>
                  </a:cubicBezTo>
                  <a:cubicBezTo>
                    <a:pt x="0" y="10214"/>
                    <a:pt x="2556" y="12768"/>
                    <a:pt x="6390" y="12768"/>
                  </a:cubicBezTo>
                  <a:close/>
                </a:path>
              </a:pathLst>
            </a:custGeom>
            <a:solidFill>
              <a:srgbClr val="00ABAB"/>
            </a:solidFill>
            <a:ln w="6390" cap="flat">
              <a:noFill/>
              <a:prstDash val="solid"/>
              <a:miter/>
            </a:ln>
          </p:spPr>
          <p:txBody>
            <a:bodyPr rtlCol="0" anchor="ctr"/>
            <a:lstStyle/>
            <a:p>
              <a:endParaRPr lang="en-US"/>
            </a:p>
          </p:txBody>
        </p:sp>
        <p:sp>
          <p:nvSpPr>
            <p:cNvPr id="618" name="Graphic 4">
              <a:extLst>
                <a:ext uri="{FF2B5EF4-FFF2-40B4-BE49-F238E27FC236}">
                  <a16:creationId xmlns:a16="http://schemas.microsoft.com/office/drawing/2014/main" id="{790E5EE8-09C0-F148-BDE1-C10E0FDD9128}"/>
                </a:ext>
              </a:extLst>
            </p:cNvPr>
            <p:cNvSpPr/>
            <p:nvPr/>
          </p:nvSpPr>
          <p:spPr>
            <a:xfrm>
              <a:off x="10096100" y="3014679"/>
              <a:ext cx="58787" cy="12767"/>
            </a:xfrm>
            <a:custGeom>
              <a:avLst/>
              <a:gdLst>
                <a:gd name="connsiteX0" fmla="*/ 6390 w 58787"/>
                <a:gd name="connsiteY0" fmla="*/ 12768 h 12767"/>
                <a:gd name="connsiteX1" fmla="*/ 52397 w 58787"/>
                <a:gd name="connsiteY1" fmla="*/ 12768 h 12767"/>
                <a:gd name="connsiteX2" fmla="*/ 58787 w 58787"/>
                <a:gd name="connsiteY2" fmla="*/ 6384 h 12767"/>
                <a:gd name="connsiteX3" fmla="*/ 52397 w 58787"/>
                <a:gd name="connsiteY3" fmla="*/ 0 h 12767"/>
                <a:gd name="connsiteX4" fmla="*/ 6390 w 58787"/>
                <a:gd name="connsiteY4" fmla="*/ 0 h 12767"/>
                <a:gd name="connsiteX5" fmla="*/ 0 w 58787"/>
                <a:gd name="connsiteY5" fmla="*/ 6384 h 12767"/>
                <a:gd name="connsiteX6" fmla="*/ 6390 w 58787"/>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787" h="12767">
                  <a:moveTo>
                    <a:pt x="6390" y="12768"/>
                  </a:moveTo>
                  <a:lnTo>
                    <a:pt x="52397" y="12768"/>
                  </a:lnTo>
                  <a:cubicBezTo>
                    <a:pt x="56232" y="12768"/>
                    <a:pt x="58787" y="10214"/>
                    <a:pt x="58787" y="6384"/>
                  </a:cubicBezTo>
                  <a:cubicBezTo>
                    <a:pt x="58787" y="2554"/>
                    <a:pt x="56232" y="0"/>
                    <a:pt x="52397" y="0"/>
                  </a:cubicBezTo>
                  <a:lnTo>
                    <a:pt x="6390" y="0"/>
                  </a:lnTo>
                  <a:cubicBezTo>
                    <a:pt x="2556" y="0"/>
                    <a:pt x="0" y="2554"/>
                    <a:pt x="0" y="6384"/>
                  </a:cubicBezTo>
                  <a:cubicBezTo>
                    <a:pt x="0" y="10214"/>
                    <a:pt x="2556" y="12768"/>
                    <a:pt x="6390" y="12768"/>
                  </a:cubicBezTo>
                  <a:close/>
                </a:path>
              </a:pathLst>
            </a:custGeom>
            <a:solidFill>
              <a:srgbClr val="00ABAB"/>
            </a:solidFill>
            <a:ln w="6390" cap="flat">
              <a:noFill/>
              <a:prstDash val="solid"/>
              <a:miter/>
            </a:ln>
          </p:spPr>
          <p:txBody>
            <a:bodyPr rtlCol="0" anchor="ctr"/>
            <a:lstStyle/>
            <a:p>
              <a:endParaRPr lang="en-US"/>
            </a:p>
          </p:txBody>
        </p:sp>
        <p:sp>
          <p:nvSpPr>
            <p:cNvPr id="619" name="Graphic 4">
              <a:extLst>
                <a:ext uri="{FF2B5EF4-FFF2-40B4-BE49-F238E27FC236}">
                  <a16:creationId xmlns:a16="http://schemas.microsoft.com/office/drawing/2014/main" id="{B73DADAA-8EF0-1D40-8DB3-2C6DC5B61B6A}"/>
                </a:ext>
              </a:extLst>
            </p:cNvPr>
            <p:cNvSpPr/>
            <p:nvPr/>
          </p:nvSpPr>
          <p:spPr>
            <a:xfrm>
              <a:off x="10096100" y="3045322"/>
              <a:ext cx="58787" cy="12767"/>
            </a:xfrm>
            <a:custGeom>
              <a:avLst/>
              <a:gdLst>
                <a:gd name="connsiteX0" fmla="*/ 6390 w 58787"/>
                <a:gd name="connsiteY0" fmla="*/ 12768 h 12767"/>
                <a:gd name="connsiteX1" fmla="*/ 52397 w 58787"/>
                <a:gd name="connsiteY1" fmla="*/ 12768 h 12767"/>
                <a:gd name="connsiteX2" fmla="*/ 58787 w 58787"/>
                <a:gd name="connsiteY2" fmla="*/ 6384 h 12767"/>
                <a:gd name="connsiteX3" fmla="*/ 52397 w 58787"/>
                <a:gd name="connsiteY3" fmla="*/ 0 h 12767"/>
                <a:gd name="connsiteX4" fmla="*/ 6390 w 58787"/>
                <a:gd name="connsiteY4" fmla="*/ 0 h 12767"/>
                <a:gd name="connsiteX5" fmla="*/ 0 w 58787"/>
                <a:gd name="connsiteY5" fmla="*/ 6384 h 12767"/>
                <a:gd name="connsiteX6" fmla="*/ 6390 w 58787"/>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787" h="12767">
                  <a:moveTo>
                    <a:pt x="6390" y="12768"/>
                  </a:moveTo>
                  <a:lnTo>
                    <a:pt x="52397" y="12768"/>
                  </a:lnTo>
                  <a:cubicBezTo>
                    <a:pt x="56232" y="12768"/>
                    <a:pt x="58787" y="10214"/>
                    <a:pt x="58787" y="6384"/>
                  </a:cubicBezTo>
                  <a:cubicBezTo>
                    <a:pt x="58787" y="2554"/>
                    <a:pt x="56232" y="0"/>
                    <a:pt x="52397" y="0"/>
                  </a:cubicBezTo>
                  <a:lnTo>
                    <a:pt x="6390" y="0"/>
                  </a:lnTo>
                  <a:cubicBezTo>
                    <a:pt x="2556" y="0"/>
                    <a:pt x="0" y="2554"/>
                    <a:pt x="0" y="6384"/>
                  </a:cubicBezTo>
                  <a:cubicBezTo>
                    <a:pt x="0" y="10214"/>
                    <a:pt x="2556" y="12768"/>
                    <a:pt x="6390" y="12768"/>
                  </a:cubicBezTo>
                  <a:close/>
                </a:path>
              </a:pathLst>
            </a:custGeom>
            <a:solidFill>
              <a:srgbClr val="00ABAB"/>
            </a:solidFill>
            <a:ln w="6390" cap="flat">
              <a:noFill/>
              <a:prstDash val="solid"/>
              <a:miter/>
            </a:ln>
          </p:spPr>
          <p:txBody>
            <a:bodyPr rtlCol="0" anchor="ctr"/>
            <a:lstStyle/>
            <a:p>
              <a:endParaRPr lang="en-US"/>
            </a:p>
          </p:txBody>
        </p:sp>
        <p:sp>
          <p:nvSpPr>
            <p:cNvPr id="620" name="Graphic 4">
              <a:extLst>
                <a:ext uri="{FF2B5EF4-FFF2-40B4-BE49-F238E27FC236}">
                  <a16:creationId xmlns:a16="http://schemas.microsoft.com/office/drawing/2014/main" id="{CC060A22-4766-BA46-AC82-A524978F7052}"/>
                </a:ext>
              </a:extLst>
            </p:cNvPr>
            <p:cNvSpPr/>
            <p:nvPr/>
          </p:nvSpPr>
          <p:spPr>
            <a:xfrm>
              <a:off x="10096100" y="3075965"/>
              <a:ext cx="58787" cy="12767"/>
            </a:xfrm>
            <a:custGeom>
              <a:avLst/>
              <a:gdLst>
                <a:gd name="connsiteX0" fmla="*/ 6390 w 58787"/>
                <a:gd name="connsiteY0" fmla="*/ 12768 h 12767"/>
                <a:gd name="connsiteX1" fmla="*/ 52397 w 58787"/>
                <a:gd name="connsiteY1" fmla="*/ 12768 h 12767"/>
                <a:gd name="connsiteX2" fmla="*/ 58787 w 58787"/>
                <a:gd name="connsiteY2" fmla="*/ 6384 h 12767"/>
                <a:gd name="connsiteX3" fmla="*/ 52397 w 58787"/>
                <a:gd name="connsiteY3" fmla="*/ 0 h 12767"/>
                <a:gd name="connsiteX4" fmla="*/ 6390 w 58787"/>
                <a:gd name="connsiteY4" fmla="*/ 0 h 12767"/>
                <a:gd name="connsiteX5" fmla="*/ 0 w 58787"/>
                <a:gd name="connsiteY5" fmla="*/ 6384 h 12767"/>
                <a:gd name="connsiteX6" fmla="*/ 6390 w 58787"/>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787" h="12767">
                  <a:moveTo>
                    <a:pt x="6390" y="12768"/>
                  </a:moveTo>
                  <a:lnTo>
                    <a:pt x="52397" y="12768"/>
                  </a:lnTo>
                  <a:cubicBezTo>
                    <a:pt x="56232" y="12768"/>
                    <a:pt x="58787" y="10214"/>
                    <a:pt x="58787" y="6384"/>
                  </a:cubicBezTo>
                  <a:cubicBezTo>
                    <a:pt x="58787" y="2554"/>
                    <a:pt x="56232" y="0"/>
                    <a:pt x="52397" y="0"/>
                  </a:cubicBezTo>
                  <a:lnTo>
                    <a:pt x="6390" y="0"/>
                  </a:lnTo>
                  <a:cubicBezTo>
                    <a:pt x="2556" y="0"/>
                    <a:pt x="0" y="2554"/>
                    <a:pt x="0" y="6384"/>
                  </a:cubicBezTo>
                  <a:cubicBezTo>
                    <a:pt x="0" y="10214"/>
                    <a:pt x="2556" y="12768"/>
                    <a:pt x="6390" y="12768"/>
                  </a:cubicBezTo>
                  <a:close/>
                </a:path>
              </a:pathLst>
            </a:custGeom>
            <a:solidFill>
              <a:srgbClr val="00ABAB"/>
            </a:solidFill>
            <a:ln w="6390" cap="flat">
              <a:noFill/>
              <a:prstDash val="solid"/>
              <a:miter/>
            </a:ln>
          </p:spPr>
          <p:txBody>
            <a:bodyPr rtlCol="0" anchor="ctr"/>
            <a:lstStyle/>
            <a:p>
              <a:endParaRPr lang="en-US"/>
            </a:p>
          </p:txBody>
        </p:sp>
        <p:sp>
          <p:nvSpPr>
            <p:cNvPr id="621" name="Graphic 4">
              <a:extLst>
                <a:ext uri="{FF2B5EF4-FFF2-40B4-BE49-F238E27FC236}">
                  <a16:creationId xmlns:a16="http://schemas.microsoft.com/office/drawing/2014/main" id="{B592C242-8C9C-0544-9584-2081C1C1E265}"/>
                </a:ext>
              </a:extLst>
            </p:cNvPr>
            <p:cNvSpPr/>
            <p:nvPr/>
          </p:nvSpPr>
          <p:spPr>
            <a:xfrm>
              <a:off x="10019421" y="3075965"/>
              <a:ext cx="58787" cy="12767"/>
            </a:xfrm>
            <a:custGeom>
              <a:avLst/>
              <a:gdLst>
                <a:gd name="connsiteX0" fmla="*/ 6390 w 58787"/>
                <a:gd name="connsiteY0" fmla="*/ 12768 h 12767"/>
                <a:gd name="connsiteX1" fmla="*/ 52397 w 58787"/>
                <a:gd name="connsiteY1" fmla="*/ 12768 h 12767"/>
                <a:gd name="connsiteX2" fmla="*/ 58787 w 58787"/>
                <a:gd name="connsiteY2" fmla="*/ 6384 h 12767"/>
                <a:gd name="connsiteX3" fmla="*/ 52397 w 58787"/>
                <a:gd name="connsiteY3" fmla="*/ 0 h 12767"/>
                <a:gd name="connsiteX4" fmla="*/ 6390 w 58787"/>
                <a:gd name="connsiteY4" fmla="*/ 0 h 12767"/>
                <a:gd name="connsiteX5" fmla="*/ 0 w 58787"/>
                <a:gd name="connsiteY5" fmla="*/ 6384 h 12767"/>
                <a:gd name="connsiteX6" fmla="*/ 6390 w 58787"/>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787" h="12767">
                  <a:moveTo>
                    <a:pt x="6390" y="12768"/>
                  </a:moveTo>
                  <a:lnTo>
                    <a:pt x="52397" y="12768"/>
                  </a:lnTo>
                  <a:cubicBezTo>
                    <a:pt x="56232" y="12768"/>
                    <a:pt x="58787" y="10214"/>
                    <a:pt x="58787" y="6384"/>
                  </a:cubicBezTo>
                  <a:cubicBezTo>
                    <a:pt x="58787" y="2554"/>
                    <a:pt x="56232" y="0"/>
                    <a:pt x="52397" y="0"/>
                  </a:cubicBezTo>
                  <a:lnTo>
                    <a:pt x="6390" y="0"/>
                  </a:lnTo>
                  <a:cubicBezTo>
                    <a:pt x="2556" y="0"/>
                    <a:pt x="0" y="2554"/>
                    <a:pt x="0" y="6384"/>
                  </a:cubicBezTo>
                  <a:cubicBezTo>
                    <a:pt x="0" y="10214"/>
                    <a:pt x="3195" y="12768"/>
                    <a:pt x="6390" y="12768"/>
                  </a:cubicBezTo>
                  <a:close/>
                </a:path>
              </a:pathLst>
            </a:custGeom>
            <a:solidFill>
              <a:srgbClr val="00ABAB"/>
            </a:solidFill>
            <a:ln w="6390" cap="flat">
              <a:noFill/>
              <a:prstDash val="solid"/>
              <a:miter/>
            </a:ln>
          </p:spPr>
          <p:txBody>
            <a:bodyPr rtlCol="0" anchor="ctr"/>
            <a:lstStyle/>
            <a:p>
              <a:endParaRPr lang="en-US"/>
            </a:p>
          </p:txBody>
        </p:sp>
        <p:sp>
          <p:nvSpPr>
            <p:cNvPr id="622" name="Graphic 4">
              <a:extLst>
                <a:ext uri="{FF2B5EF4-FFF2-40B4-BE49-F238E27FC236}">
                  <a16:creationId xmlns:a16="http://schemas.microsoft.com/office/drawing/2014/main" id="{208CCE39-B1D2-2045-8A8D-99B794B94107}"/>
                </a:ext>
              </a:extLst>
            </p:cNvPr>
            <p:cNvSpPr/>
            <p:nvPr/>
          </p:nvSpPr>
          <p:spPr>
            <a:xfrm>
              <a:off x="9958716" y="2954031"/>
              <a:ext cx="226203" cy="165345"/>
            </a:xfrm>
            <a:custGeom>
              <a:avLst/>
              <a:gdLst>
                <a:gd name="connsiteX0" fmla="*/ 219814 w 226203"/>
                <a:gd name="connsiteY0" fmla="*/ 0 h 165345"/>
                <a:gd name="connsiteX1" fmla="*/ 37062 w 226203"/>
                <a:gd name="connsiteY1" fmla="*/ 0 h 165345"/>
                <a:gd name="connsiteX2" fmla="*/ 30672 w 226203"/>
                <a:gd name="connsiteY2" fmla="*/ 6384 h 165345"/>
                <a:gd name="connsiteX3" fmla="*/ 30672 w 226203"/>
                <a:gd name="connsiteY3" fmla="*/ 143640 h 165345"/>
                <a:gd name="connsiteX4" fmla="*/ 21726 w 226203"/>
                <a:gd name="connsiteY4" fmla="*/ 152577 h 165345"/>
                <a:gd name="connsiteX5" fmla="*/ 12780 w 226203"/>
                <a:gd name="connsiteY5" fmla="*/ 143640 h 165345"/>
                <a:gd name="connsiteX6" fmla="*/ 12780 w 226203"/>
                <a:gd name="connsiteY6" fmla="*/ 6384 h 165345"/>
                <a:gd name="connsiteX7" fmla="*/ 6390 w 226203"/>
                <a:gd name="connsiteY7" fmla="*/ 0 h 165345"/>
                <a:gd name="connsiteX8" fmla="*/ 0 w 226203"/>
                <a:gd name="connsiteY8" fmla="*/ 6384 h 165345"/>
                <a:gd name="connsiteX9" fmla="*/ 0 w 226203"/>
                <a:gd name="connsiteY9" fmla="*/ 143640 h 165345"/>
                <a:gd name="connsiteX10" fmla="*/ 21726 w 226203"/>
                <a:gd name="connsiteY10" fmla="*/ 165345 h 165345"/>
                <a:gd name="connsiteX11" fmla="*/ 204478 w 226203"/>
                <a:gd name="connsiteY11" fmla="*/ 165345 h 165345"/>
                <a:gd name="connsiteX12" fmla="*/ 226204 w 226203"/>
                <a:gd name="connsiteY12" fmla="*/ 143640 h 165345"/>
                <a:gd name="connsiteX13" fmla="*/ 226204 w 226203"/>
                <a:gd name="connsiteY13" fmla="*/ 135979 h 165345"/>
                <a:gd name="connsiteX14" fmla="*/ 226204 w 226203"/>
                <a:gd name="connsiteY14" fmla="*/ 6384 h 165345"/>
                <a:gd name="connsiteX15" fmla="*/ 219814 w 226203"/>
                <a:gd name="connsiteY15" fmla="*/ 0 h 165345"/>
                <a:gd name="connsiteX16" fmla="*/ 213424 w 226203"/>
                <a:gd name="connsiteY16" fmla="*/ 135979 h 165345"/>
                <a:gd name="connsiteX17" fmla="*/ 213424 w 226203"/>
                <a:gd name="connsiteY17" fmla="*/ 143640 h 165345"/>
                <a:gd name="connsiteX18" fmla="*/ 204478 w 226203"/>
                <a:gd name="connsiteY18" fmla="*/ 152577 h 165345"/>
                <a:gd name="connsiteX19" fmla="*/ 41535 w 226203"/>
                <a:gd name="connsiteY19" fmla="*/ 152577 h 165345"/>
                <a:gd name="connsiteX20" fmla="*/ 43452 w 226203"/>
                <a:gd name="connsiteY20" fmla="*/ 143640 h 165345"/>
                <a:gd name="connsiteX21" fmla="*/ 43452 w 226203"/>
                <a:gd name="connsiteY21" fmla="*/ 12768 h 165345"/>
                <a:gd name="connsiteX22" fmla="*/ 213424 w 226203"/>
                <a:gd name="connsiteY22" fmla="*/ 12768 h 165345"/>
                <a:gd name="connsiteX23" fmla="*/ 213424 w 226203"/>
                <a:gd name="connsiteY23" fmla="*/ 135979 h 165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6203" h="165345">
                  <a:moveTo>
                    <a:pt x="219814" y="0"/>
                  </a:moveTo>
                  <a:lnTo>
                    <a:pt x="37062" y="0"/>
                  </a:lnTo>
                  <a:cubicBezTo>
                    <a:pt x="33227" y="0"/>
                    <a:pt x="30672" y="2554"/>
                    <a:pt x="30672" y="6384"/>
                  </a:cubicBezTo>
                  <a:lnTo>
                    <a:pt x="30672" y="143640"/>
                  </a:lnTo>
                  <a:cubicBezTo>
                    <a:pt x="30672" y="148747"/>
                    <a:pt x="26837" y="152577"/>
                    <a:pt x="21726" y="152577"/>
                  </a:cubicBezTo>
                  <a:cubicBezTo>
                    <a:pt x="16614" y="152577"/>
                    <a:pt x="12780" y="148747"/>
                    <a:pt x="12780" y="143640"/>
                  </a:cubicBezTo>
                  <a:lnTo>
                    <a:pt x="12780" y="6384"/>
                  </a:lnTo>
                  <a:cubicBezTo>
                    <a:pt x="12780" y="2554"/>
                    <a:pt x="10224" y="0"/>
                    <a:pt x="6390" y="0"/>
                  </a:cubicBezTo>
                  <a:cubicBezTo>
                    <a:pt x="2556" y="0"/>
                    <a:pt x="0" y="2554"/>
                    <a:pt x="0" y="6384"/>
                  </a:cubicBezTo>
                  <a:lnTo>
                    <a:pt x="0" y="143640"/>
                  </a:lnTo>
                  <a:cubicBezTo>
                    <a:pt x="0" y="155769"/>
                    <a:pt x="9585" y="165345"/>
                    <a:pt x="21726" y="165345"/>
                  </a:cubicBezTo>
                  <a:lnTo>
                    <a:pt x="204478" y="165345"/>
                  </a:lnTo>
                  <a:cubicBezTo>
                    <a:pt x="216619" y="165345"/>
                    <a:pt x="226204" y="155769"/>
                    <a:pt x="226204" y="143640"/>
                  </a:cubicBezTo>
                  <a:lnTo>
                    <a:pt x="226204" y="135979"/>
                  </a:lnTo>
                  <a:lnTo>
                    <a:pt x="226204" y="6384"/>
                  </a:lnTo>
                  <a:cubicBezTo>
                    <a:pt x="226204" y="2554"/>
                    <a:pt x="223648" y="0"/>
                    <a:pt x="219814" y="0"/>
                  </a:cubicBezTo>
                  <a:close/>
                  <a:moveTo>
                    <a:pt x="213424" y="135979"/>
                  </a:moveTo>
                  <a:lnTo>
                    <a:pt x="213424" y="143640"/>
                  </a:lnTo>
                  <a:cubicBezTo>
                    <a:pt x="213424" y="148747"/>
                    <a:pt x="209590" y="152577"/>
                    <a:pt x="204478" y="152577"/>
                  </a:cubicBezTo>
                  <a:lnTo>
                    <a:pt x="41535" y="152577"/>
                  </a:lnTo>
                  <a:cubicBezTo>
                    <a:pt x="42812" y="150024"/>
                    <a:pt x="43452" y="146832"/>
                    <a:pt x="43452" y="143640"/>
                  </a:cubicBezTo>
                  <a:lnTo>
                    <a:pt x="43452" y="12768"/>
                  </a:lnTo>
                  <a:lnTo>
                    <a:pt x="213424" y="12768"/>
                  </a:lnTo>
                  <a:lnTo>
                    <a:pt x="213424" y="135979"/>
                  </a:lnTo>
                  <a:close/>
                </a:path>
              </a:pathLst>
            </a:custGeom>
            <a:solidFill>
              <a:srgbClr val="00ABAB"/>
            </a:solidFill>
            <a:ln w="6390" cap="flat">
              <a:noFill/>
              <a:prstDash val="solid"/>
              <a:miter/>
            </a:ln>
          </p:spPr>
          <p:txBody>
            <a:bodyPr rtlCol="0" anchor="ctr"/>
            <a:lstStyle/>
            <a:p>
              <a:endParaRPr lang="en-US"/>
            </a:p>
          </p:txBody>
        </p:sp>
      </p:grpSp>
      <p:grpSp>
        <p:nvGrpSpPr>
          <p:cNvPr id="623" name="Graphic 4">
            <a:extLst>
              <a:ext uri="{FF2B5EF4-FFF2-40B4-BE49-F238E27FC236}">
                <a16:creationId xmlns:a16="http://schemas.microsoft.com/office/drawing/2014/main" id="{3FE42703-C3E1-DF41-938B-4AD891DD370B}"/>
              </a:ext>
            </a:extLst>
          </p:cNvPr>
          <p:cNvGrpSpPr/>
          <p:nvPr/>
        </p:nvGrpSpPr>
        <p:grpSpPr>
          <a:xfrm>
            <a:off x="6754802" y="4308712"/>
            <a:ext cx="361670" cy="361333"/>
            <a:chOff x="6754802" y="4308712"/>
            <a:chExt cx="361670" cy="361333"/>
          </a:xfrm>
          <a:solidFill>
            <a:srgbClr val="0097A9"/>
          </a:solidFill>
        </p:grpSpPr>
        <p:sp>
          <p:nvSpPr>
            <p:cNvPr id="624" name="Graphic 4">
              <a:extLst>
                <a:ext uri="{FF2B5EF4-FFF2-40B4-BE49-F238E27FC236}">
                  <a16:creationId xmlns:a16="http://schemas.microsoft.com/office/drawing/2014/main" id="{F81E5D5C-AE37-C045-A2F6-6364C2742B89}"/>
                </a:ext>
              </a:extLst>
            </p:cNvPr>
            <p:cNvSpPr/>
            <p:nvPr/>
          </p:nvSpPr>
          <p:spPr>
            <a:xfrm>
              <a:off x="6754802" y="4308712"/>
              <a:ext cx="361670" cy="361333"/>
            </a:xfrm>
            <a:custGeom>
              <a:avLst/>
              <a:gdLst>
                <a:gd name="connsiteX0" fmla="*/ 180836 w 361670"/>
                <a:gd name="connsiteY0" fmla="*/ 0 h 361333"/>
                <a:gd name="connsiteX1" fmla="*/ 0 w 361670"/>
                <a:gd name="connsiteY1" fmla="*/ 180667 h 361333"/>
                <a:gd name="connsiteX2" fmla="*/ 180836 w 361670"/>
                <a:gd name="connsiteY2" fmla="*/ 361334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7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895"/>
                    <a:pt x="81153" y="361334"/>
                    <a:pt x="180836" y="361334"/>
                  </a:cubicBezTo>
                  <a:cubicBezTo>
                    <a:pt x="280518" y="361334"/>
                    <a:pt x="361670" y="280257"/>
                    <a:pt x="361670" y="180667"/>
                  </a:cubicBezTo>
                  <a:cubicBezTo>
                    <a:pt x="361670" y="81077"/>
                    <a:pt x="280518" y="0"/>
                    <a:pt x="180836" y="0"/>
                  </a:cubicBezTo>
                  <a:close/>
                  <a:moveTo>
                    <a:pt x="180836" y="349204"/>
                  </a:moveTo>
                  <a:cubicBezTo>
                    <a:pt x="88181" y="349204"/>
                    <a:pt x="12780" y="273873"/>
                    <a:pt x="12780" y="181305"/>
                  </a:cubicBezTo>
                  <a:cubicBezTo>
                    <a:pt x="12780" y="88738"/>
                    <a:pt x="88181" y="13407"/>
                    <a:pt x="180836" y="13407"/>
                  </a:cubicBezTo>
                  <a:cubicBezTo>
                    <a:pt x="273490" y="13407"/>
                    <a:pt x="348890" y="88738"/>
                    <a:pt x="348890" y="181305"/>
                  </a:cubicBezTo>
                  <a:cubicBezTo>
                    <a:pt x="348890" y="273234"/>
                    <a:pt x="273490" y="349204"/>
                    <a:pt x="180836" y="349204"/>
                  </a:cubicBezTo>
                  <a:close/>
                </a:path>
              </a:pathLst>
            </a:custGeom>
            <a:solidFill>
              <a:srgbClr val="0097A9"/>
            </a:solidFill>
            <a:ln w="6390" cap="flat">
              <a:noFill/>
              <a:prstDash val="solid"/>
              <a:miter/>
            </a:ln>
          </p:spPr>
          <p:txBody>
            <a:bodyPr rtlCol="0" anchor="ctr"/>
            <a:lstStyle/>
            <a:p>
              <a:endParaRPr lang="en-US"/>
            </a:p>
          </p:txBody>
        </p:sp>
        <p:sp>
          <p:nvSpPr>
            <p:cNvPr id="625" name="Graphic 4">
              <a:extLst>
                <a:ext uri="{FF2B5EF4-FFF2-40B4-BE49-F238E27FC236}">
                  <a16:creationId xmlns:a16="http://schemas.microsoft.com/office/drawing/2014/main" id="{73385DC6-4D2A-784B-BE99-94D442D0FB43}"/>
                </a:ext>
              </a:extLst>
            </p:cNvPr>
            <p:cNvSpPr/>
            <p:nvPr/>
          </p:nvSpPr>
          <p:spPr>
            <a:xfrm>
              <a:off x="6819340" y="4385558"/>
              <a:ext cx="230047" cy="223200"/>
            </a:xfrm>
            <a:custGeom>
              <a:avLst/>
              <a:gdLst>
                <a:gd name="connsiteX0" fmla="*/ 154637 w 230047"/>
                <a:gd name="connsiteY0" fmla="*/ 400 h 223200"/>
                <a:gd name="connsiteX1" fmla="*/ 146330 w 230047"/>
                <a:gd name="connsiteY1" fmla="*/ 4230 h 223200"/>
                <a:gd name="connsiteX2" fmla="*/ 150164 w 230047"/>
                <a:gd name="connsiteY2" fmla="*/ 12529 h 223200"/>
                <a:gd name="connsiteX3" fmla="*/ 217897 w 230047"/>
                <a:gd name="connsiteY3" fmla="*/ 108928 h 223200"/>
                <a:gd name="connsiteX4" fmla="*/ 115658 w 230047"/>
                <a:gd name="connsiteY4" fmla="*/ 211071 h 223200"/>
                <a:gd name="connsiteX5" fmla="*/ 13419 w 230047"/>
                <a:gd name="connsiteY5" fmla="*/ 108928 h 223200"/>
                <a:gd name="connsiteX6" fmla="*/ 81153 w 230047"/>
                <a:gd name="connsiteY6" fmla="*/ 12529 h 223200"/>
                <a:gd name="connsiteX7" fmla="*/ 84986 w 230047"/>
                <a:gd name="connsiteY7" fmla="*/ 4230 h 223200"/>
                <a:gd name="connsiteX8" fmla="*/ 76679 w 230047"/>
                <a:gd name="connsiteY8" fmla="*/ 400 h 223200"/>
                <a:gd name="connsiteX9" fmla="*/ 0 w 230047"/>
                <a:gd name="connsiteY9" fmla="*/ 108289 h 223200"/>
                <a:gd name="connsiteX10" fmla="*/ 115019 w 230047"/>
                <a:gd name="connsiteY10" fmla="*/ 223201 h 223200"/>
                <a:gd name="connsiteX11" fmla="*/ 230038 w 230047"/>
                <a:gd name="connsiteY11" fmla="*/ 108289 h 223200"/>
                <a:gd name="connsiteX12" fmla="*/ 154637 w 230047"/>
                <a:gd name="connsiteY12" fmla="*/ 400 h 22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0047" h="223200">
                  <a:moveTo>
                    <a:pt x="154637" y="400"/>
                  </a:moveTo>
                  <a:cubicBezTo>
                    <a:pt x="151442" y="-877"/>
                    <a:pt x="147608" y="1038"/>
                    <a:pt x="146330" y="4230"/>
                  </a:cubicBezTo>
                  <a:cubicBezTo>
                    <a:pt x="145052" y="7422"/>
                    <a:pt x="146969" y="11252"/>
                    <a:pt x="150164" y="12529"/>
                  </a:cubicBezTo>
                  <a:cubicBezTo>
                    <a:pt x="191059" y="26574"/>
                    <a:pt x="217897" y="65516"/>
                    <a:pt x="217897" y="108928"/>
                  </a:cubicBezTo>
                  <a:cubicBezTo>
                    <a:pt x="217897" y="165107"/>
                    <a:pt x="171889" y="211071"/>
                    <a:pt x="115658" y="211071"/>
                  </a:cubicBezTo>
                  <a:cubicBezTo>
                    <a:pt x="59427" y="211071"/>
                    <a:pt x="13419" y="165107"/>
                    <a:pt x="13419" y="108928"/>
                  </a:cubicBezTo>
                  <a:cubicBezTo>
                    <a:pt x="13419" y="65516"/>
                    <a:pt x="40896" y="27212"/>
                    <a:pt x="81153" y="12529"/>
                  </a:cubicBezTo>
                  <a:cubicBezTo>
                    <a:pt x="84348" y="11252"/>
                    <a:pt x="86264" y="7422"/>
                    <a:pt x="84986" y="4230"/>
                  </a:cubicBezTo>
                  <a:cubicBezTo>
                    <a:pt x="83709" y="1038"/>
                    <a:pt x="79874" y="-877"/>
                    <a:pt x="76679" y="400"/>
                  </a:cubicBezTo>
                  <a:cubicBezTo>
                    <a:pt x="30672" y="16360"/>
                    <a:pt x="0" y="59771"/>
                    <a:pt x="0" y="108289"/>
                  </a:cubicBezTo>
                  <a:cubicBezTo>
                    <a:pt x="0" y="171491"/>
                    <a:pt x="51759" y="223201"/>
                    <a:pt x="115019" y="223201"/>
                  </a:cubicBezTo>
                  <a:cubicBezTo>
                    <a:pt x="178279" y="223201"/>
                    <a:pt x="230038" y="171491"/>
                    <a:pt x="230038" y="108289"/>
                  </a:cubicBezTo>
                  <a:cubicBezTo>
                    <a:pt x="230677" y="59771"/>
                    <a:pt x="200005" y="16360"/>
                    <a:pt x="154637" y="400"/>
                  </a:cubicBezTo>
                  <a:close/>
                </a:path>
              </a:pathLst>
            </a:custGeom>
            <a:solidFill>
              <a:srgbClr val="0097A9"/>
            </a:solidFill>
            <a:ln w="6390" cap="flat">
              <a:noFill/>
              <a:prstDash val="solid"/>
              <a:miter/>
            </a:ln>
          </p:spPr>
          <p:txBody>
            <a:bodyPr rtlCol="0" anchor="ctr"/>
            <a:lstStyle/>
            <a:p>
              <a:endParaRPr lang="en-US"/>
            </a:p>
          </p:txBody>
        </p:sp>
        <p:sp>
          <p:nvSpPr>
            <p:cNvPr id="626" name="Graphic 4">
              <a:extLst>
                <a:ext uri="{FF2B5EF4-FFF2-40B4-BE49-F238E27FC236}">
                  <a16:creationId xmlns:a16="http://schemas.microsoft.com/office/drawing/2014/main" id="{66788941-96CC-3447-AA92-AD5E9CD0F929}"/>
                </a:ext>
              </a:extLst>
            </p:cNvPr>
            <p:cNvSpPr/>
            <p:nvPr/>
          </p:nvSpPr>
          <p:spPr>
            <a:xfrm>
              <a:off x="6929247" y="4370636"/>
              <a:ext cx="12779" cy="87460"/>
            </a:xfrm>
            <a:custGeom>
              <a:avLst/>
              <a:gdLst>
                <a:gd name="connsiteX0" fmla="*/ 6390 w 12779"/>
                <a:gd name="connsiteY0" fmla="*/ 87461 h 87460"/>
                <a:gd name="connsiteX1" fmla="*/ 12780 w 12779"/>
                <a:gd name="connsiteY1" fmla="*/ 81077 h 87460"/>
                <a:gd name="connsiteX2" fmla="*/ 12780 w 12779"/>
                <a:gd name="connsiteY2" fmla="*/ 6384 h 87460"/>
                <a:gd name="connsiteX3" fmla="*/ 6390 w 12779"/>
                <a:gd name="connsiteY3" fmla="*/ 0 h 87460"/>
                <a:gd name="connsiteX4" fmla="*/ 0 w 12779"/>
                <a:gd name="connsiteY4" fmla="*/ 6384 h 87460"/>
                <a:gd name="connsiteX5" fmla="*/ 0 w 12779"/>
                <a:gd name="connsiteY5" fmla="*/ 81715 h 87460"/>
                <a:gd name="connsiteX6" fmla="*/ 6390 w 12779"/>
                <a:gd name="connsiteY6" fmla="*/ 87461 h 8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87460">
                  <a:moveTo>
                    <a:pt x="6390" y="87461"/>
                  </a:moveTo>
                  <a:cubicBezTo>
                    <a:pt x="10224" y="87461"/>
                    <a:pt x="12780" y="84907"/>
                    <a:pt x="12780" y="81077"/>
                  </a:cubicBezTo>
                  <a:lnTo>
                    <a:pt x="12780" y="6384"/>
                  </a:lnTo>
                  <a:cubicBezTo>
                    <a:pt x="12780" y="2554"/>
                    <a:pt x="10224" y="0"/>
                    <a:pt x="6390" y="0"/>
                  </a:cubicBezTo>
                  <a:cubicBezTo>
                    <a:pt x="2556" y="0"/>
                    <a:pt x="0" y="2554"/>
                    <a:pt x="0" y="6384"/>
                  </a:cubicBezTo>
                  <a:lnTo>
                    <a:pt x="0" y="81715"/>
                  </a:lnTo>
                  <a:cubicBezTo>
                    <a:pt x="0" y="84907"/>
                    <a:pt x="2556" y="87461"/>
                    <a:pt x="6390" y="87461"/>
                  </a:cubicBezTo>
                  <a:close/>
                </a:path>
              </a:pathLst>
            </a:custGeom>
            <a:solidFill>
              <a:srgbClr val="0097A9"/>
            </a:solidFill>
            <a:ln w="6390" cap="flat">
              <a:noFill/>
              <a:prstDash val="solid"/>
              <a:miter/>
            </a:ln>
          </p:spPr>
          <p:txBody>
            <a:bodyPr rtlCol="0" anchor="ctr"/>
            <a:lstStyle/>
            <a:p>
              <a:endParaRPr lang="en-US"/>
            </a:p>
          </p:txBody>
        </p:sp>
      </p:grpSp>
      <p:grpSp>
        <p:nvGrpSpPr>
          <p:cNvPr id="627" name="Graphic 4">
            <a:extLst>
              <a:ext uri="{FF2B5EF4-FFF2-40B4-BE49-F238E27FC236}">
                <a16:creationId xmlns:a16="http://schemas.microsoft.com/office/drawing/2014/main" id="{7469B390-F86A-BE4C-AAB4-7F9CE70ACB1B}"/>
              </a:ext>
            </a:extLst>
          </p:cNvPr>
          <p:cNvGrpSpPr/>
          <p:nvPr/>
        </p:nvGrpSpPr>
        <p:grpSpPr>
          <a:xfrm>
            <a:off x="6754802" y="3824168"/>
            <a:ext cx="361670" cy="361333"/>
            <a:chOff x="6754802" y="3824168"/>
            <a:chExt cx="361670" cy="361333"/>
          </a:xfrm>
          <a:solidFill>
            <a:srgbClr val="0097A9"/>
          </a:solidFill>
        </p:grpSpPr>
        <p:sp>
          <p:nvSpPr>
            <p:cNvPr id="628" name="Graphic 4">
              <a:extLst>
                <a:ext uri="{FF2B5EF4-FFF2-40B4-BE49-F238E27FC236}">
                  <a16:creationId xmlns:a16="http://schemas.microsoft.com/office/drawing/2014/main" id="{429AAF76-DB19-BC4D-9697-6B4269507990}"/>
                </a:ext>
              </a:extLst>
            </p:cNvPr>
            <p:cNvSpPr/>
            <p:nvPr/>
          </p:nvSpPr>
          <p:spPr>
            <a:xfrm>
              <a:off x="6754802" y="3824168"/>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6"/>
                    <a:pt x="0" y="180667"/>
                  </a:cubicBezTo>
                  <a:cubicBezTo>
                    <a:pt x="0" y="280895"/>
                    <a:pt x="81153" y="361333"/>
                    <a:pt x="180836" y="361333"/>
                  </a:cubicBezTo>
                  <a:cubicBezTo>
                    <a:pt x="281157" y="361333"/>
                    <a:pt x="361670" y="280257"/>
                    <a:pt x="361670" y="180667"/>
                  </a:cubicBezTo>
                  <a:cubicBezTo>
                    <a:pt x="361670" y="81076"/>
                    <a:pt x="280518"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873"/>
                    <a:pt x="273490" y="349204"/>
                    <a:pt x="180836" y="349204"/>
                  </a:cubicBezTo>
                  <a:close/>
                </a:path>
              </a:pathLst>
            </a:custGeom>
            <a:solidFill>
              <a:srgbClr val="0097A9"/>
            </a:solidFill>
            <a:ln w="6390" cap="flat">
              <a:noFill/>
              <a:prstDash val="solid"/>
              <a:miter/>
            </a:ln>
          </p:spPr>
          <p:txBody>
            <a:bodyPr rtlCol="0" anchor="ctr"/>
            <a:lstStyle/>
            <a:p>
              <a:endParaRPr lang="en-US"/>
            </a:p>
          </p:txBody>
        </p:sp>
        <p:sp>
          <p:nvSpPr>
            <p:cNvPr id="629" name="Graphic 4">
              <a:extLst>
                <a:ext uri="{FF2B5EF4-FFF2-40B4-BE49-F238E27FC236}">
                  <a16:creationId xmlns:a16="http://schemas.microsoft.com/office/drawing/2014/main" id="{5009ADB9-8F49-A047-916C-4D10FB9F73EA}"/>
                </a:ext>
              </a:extLst>
            </p:cNvPr>
            <p:cNvSpPr/>
            <p:nvPr/>
          </p:nvSpPr>
          <p:spPr>
            <a:xfrm>
              <a:off x="6827647" y="3919927"/>
              <a:ext cx="215180" cy="169813"/>
            </a:xfrm>
            <a:custGeom>
              <a:avLst/>
              <a:gdLst>
                <a:gd name="connsiteX0" fmla="*/ 175084 w 215180"/>
                <a:gd name="connsiteY0" fmla="*/ 68308 h 169813"/>
                <a:gd name="connsiteX1" fmla="*/ 179557 w 215180"/>
                <a:gd name="connsiteY1" fmla="*/ 70224 h 169813"/>
                <a:gd name="connsiteX2" fmla="*/ 184031 w 215180"/>
                <a:gd name="connsiteY2" fmla="*/ 68308 h 169813"/>
                <a:gd name="connsiteX3" fmla="*/ 212785 w 215180"/>
                <a:gd name="connsiteY3" fmla="*/ 39581 h 169813"/>
                <a:gd name="connsiteX4" fmla="*/ 214063 w 215180"/>
                <a:gd name="connsiteY4" fmla="*/ 37665 h 169813"/>
                <a:gd name="connsiteX5" fmla="*/ 214063 w 215180"/>
                <a:gd name="connsiteY5" fmla="*/ 32558 h 169813"/>
                <a:gd name="connsiteX6" fmla="*/ 212785 w 215180"/>
                <a:gd name="connsiteY6" fmla="*/ 30643 h 169813"/>
                <a:gd name="connsiteX7" fmla="*/ 184031 w 215180"/>
                <a:gd name="connsiteY7" fmla="*/ 1915 h 169813"/>
                <a:gd name="connsiteX8" fmla="*/ 175084 w 215180"/>
                <a:gd name="connsiteY8" fmla="*/ 1915 h 169813"/>
                <a:gd name="connsiteX9" fmla="*/ 175084 w 215180"/>
                <a:gd name="connsiteY9" fmla="*/ 10853 h 169813"/>
                <a:gd name="connsiteX10" fmla="*/ 192976 w 215180"/>
                <a:gd name="connsiteY10" fmla="*/ 28728 h 169813"/>
                <a:gd name="connsiteX11" fmla="*/ 172528 w 215180"/>
                <a:gd name="connsiteY11" fmla="*/ 28728 h 169813"/>
                <a:gd name="connsiteX12" fmla="*/ 117575 w 215180"/>
                <a:gd name="connsiteY12" fmla="*/ 63840 h 169813"/>
                <a:gd name="connsiteX13" fmla="*/ 109907 w 215180"/>
                <a:gd name="connsiteY13" fmla="*/ 72777 h 169813"/>
                <a:gd name="connsiteX14" fmla="*/ 107351 w 215180"/>
                <a:gd name="connsiteY14" fmla="*/ 75331 h 169813"/>
                <a:gd name="connsiteX15" fmla="*/ 104795 w 215180"/>
                <a:gd name="connsiteY15" fmla="*/ 72777 h 169813"/>
                <a:gd name="connsiteX16" fmla="*/ 97127 w 215180"/>
                <a:gd name="connsiteY16" fmla="*/ 63840 h 169813"/>
                <a:gd name="connsiteX17" fmla="*/ 42173 w 215180"/>
                <a:gd name="connsiteY17" fmla="*/ 28728 h 169813"/>
                <a:gd name="connsiteX18" fmla="*/ 6390 w 215180"/>
                <a:gd name="connsiteY18" fmla="*/ 28728 h 169813"/>
                <a:gd name="connsiteX19" fmla="*/ 0 w 215180"/>
                <a:gd name="connsiteY19" fmla="*/ 35112 h 169813"/>
                <a:gd name="connsiteX20" fmla="*/ 6390 w 215180"/>
                <a:gd name="connsiteY20" fmla="*/ 41496 h 169813"/>
                <a:gd name="connsiteX21" fmla="*/ 42173 w 215180"/>
                <a:gd name="connsiteY21" fmla="*/ 41496 h 169813"/>
                <a:gd name="connsiteX22" fmla="*/ 86903 w 215180"/>
                <a:gd name="connsiteY22" fmla="*/ 71500 h 169813"/>
                <a:gd name="connsiteX23" fmla="*/ 94571 w 215180"/>
                <a:gd name="connsiteY23" fmla="*/ 81076 h 169813"/>
                <a:gd name="connsiteX24" fmla="*/ 98405 w 215180"/>
                <a:gd name="connsiteY24" fmla="*/ 84907 h 169813"/>
                <a:gd name="connsiteX25" fmla="*/ 95210 w 215180"/>
                <a:gd name="connsiteY25" fmla="*/ 88737 h 169813"/>
                <a:gd name="connsiteX26" fmla="*/ 87542 w 215180"/>
                <a:gd name="connsiteY26" fmla="*/ 98313 h 169813"/>
                <a:gd name="connsiteX27" fmla="*/ 42812 w 215180"/>
                <a:gd name="connsiteY27" fmla="*/ 128318 h 169813"/>
                <a:gd name="connsiteX28" fmla="*/ 7029 w 215180"/>
                <a:gd name="connsiteY28" fmla="*/ 128318 h 169813"/>
                <a:gd name="connsiteX29" fmla="*/ 639 w 215180"/>
                <a:gd name="connsiteY29" fmla="*/ 134702 h 169813"/>
                <a:gd name="connsiteX30" fmla="*/ 7029 w 215180"/>
                <a:gd name="connsiteY30" fmla="*/ 141086 h 169813"/>
                <a:gd name="connsiteX31" fmla="*/ 42812 w 215180"/>
                <a:gd name="connsiteY31" fmla="*/ 141086 h 169813"/>
                <a:gd name="connsiteX32" fmla="*/ 97766 w 215180"/>
                <a:gd name="connsiteY32" fmla="*/ 105974 h 169813"/>
                <a:gd name="connsiteX33" fmla="*/ 105434 w 215180"/>
                <a:gd name="connsiteY33" fmla="*/ 97036 h 169813"/>
                <a:gd name="connsiteX34" fmla="*/ 107990 w 215180"/>
                <a:gd name="connsiteY34" fmla="*/ 94483 h 169813"/>
                <a:gd name="connsiteX35" fmla="*/ 110546 w 215180"/>
                <a:gd name="connsiteY35" fmla="*/ 97036 h 169813"/>
                <a:gd name="connsiteX36" fmla="*/ 118214 w 215180"/>
                <a:gd name="connsiteY36" fmla="*/ 105974 h 169813"/>
                <a:gd name="connsiteX37" fmla="*/ 173167 w 215180"/>
                <a:gd name="connsiteY37" fmla="*/ 141086 h 169813"/>
                <a:gd name="connsiteX38" fmla="*/ 193615 w 215180"/>
                <a:gd name="connsiteY38" fmla="*/ 141086 h 169813"/>
                <a:gd name="connsiteX39" fmla="*/ 175723 w 215180"/>
                <a:gd name="connsiteY39" fmla="*/ 158961 h 169813"/>
                <a:gd name="connsiteX40" fmla="*/ 175723 w 215180"/>
                <a:gd name="connsiteY40" fmla="*/ 167899 h 169813"/>
                <a:gd name="connsiteX41" fmla="*/ 180196 w 215180"/>
                <a:gd name="connsiteY41" fmla="*/ 169814 h 169813"/>
                <a:gd name="connsiteX42" fmla="*/ 184669 w 215180"/>
                <a:gd name="connsiteY42" fmla="*/ 167899 h 169813"/>
                <a:gd name="connsiteX43" fmla="*/ 213424 w 215180"/>
                <a:gd name="connsiteY43" fmla="*/ 139171 h 169813"/>
                <a:gd name="connsiteX44" fmla="*/ 214702 w 215180"/>
                <a:gd name="connsiteY44" fmla="*/ 137256 h 169813"/>
                <a:gd name="connsiteX45" fmla="*/ 214702 w 215180"/>
                <a:gd name="connsiteY45" fmla="*/ 132148 h 169813"/>
                <a:gd name="connsiteX46" fmla="*/ 213424 w 215180"/>
                <a:gd name="connsiteY46" fmla="*/ 130233 h 169813"/>
                <a:gd name="connsiteX47" fmla="*/ 184669 w 215180"/>
                <a:gd name="connsiteY47" fmla="*/ 101505 h 169813"/>
                <a:gd name="connsiteX48" fmla="*/ 175723 w 215180"/>
                <a:gd name="connsiteY48" fmla="*/ 101505 h 169813"/>
                <a:gd name="connsiteX49" fmla="*/ 175723 w 215180"/>
                <a:gd name="connsiteY49" fmla="*/ 110443 h 169813"/>
                <a:gd name="connsiteX50" fmla="*/ 193615 w 215180"/>
                <a:gd name="connsiteY50" fmla="*/ 128318 h 169813"/>
                <a:gd name="connsiteX51" fmla="*/ 173167 w 215180"/>
                <a:gd name="connsiteY51" fmla="*/ 128318 h 169813"/>
                <a:gd name="connsiteX52" fmla="*/ 128438 w 215180"/>
                <a:gd name="connsiteY52" fmla="*/ 98313 h 169813"/>
                <a:gd name="connsiteX53" fmla="*/ 120770 w 215180"/>
                <a:gd name="connsiteY53" fmla="*/ 88737 h 169813"/>
                <a:gd name="connsiteX54" fmla="*/ 116936 w 215180"/>
                <a:gd name="connsiteY54" fmla="*/ 84907 h 169813"/>
                <a:gd name="connsiteX55" fmla="*/ 120131 w 215180"/>
                <a:gd name="connsiteY55" fmla="*/ 81076 h 169813"/>
                <a:gd name="connsiteX56" fmla="*/ 128438 w 215180"/>
                <a:gd name="connsiteY56" fmla="*/ 71500 h 169813"/>
                <a:gd name="connsiteX57" fmla="*/ 173167 w 215180"/>
                <a:gd name="connsiteY57" fmla="*/ 41496 h 169813"/>
                <a:gd name="connsiteX58" fmla="*/ 193615 w 215180"/>
                <a:gd name="connsiteY58" fmla="*/ 41496 h 169813"/>
                <a:gd name="connsiteX59" fmla="*/ 175723 w 215180"/>
                <a:gd name="connsiteY59" fmla="*/ 59371 h 169813"/>
                <a:gd name="connsiteX60" fmla="*/ 175084 w 215180"/>
                <a:gd name="connsiteY60" fmla="*/ 68308 h 16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15180" h="169813">
                  <a:moveTo>
                    <a:pt x="175084" y="68308"/>
                  </a:moveTo>
                  <a:cubicBezTo>
                    <a:pt x="176362" y="69585"/>
                    <a:pt x="178279" y="70224"/>
                    <a:pt x="179557" y="70224"/>
                  </a:cubicBezTo>
                  <a:cubicBezTo>
                    <a:pt x="180836" y="70224"/>
                    <a:pt x="182752" y="69585"/>
                    <a:pt x="184031" y="68308"/>
                  </a:cubicBezTo>
                  <a:lnTo>
                    <a:pt x="212785" y="39581"/>
                  </a:lnTo>
                  <a:cubicBezTo>
                    <a:pt x="213424" y="38942"/>
                    <a:pt x="214063" y="38304"/>
                    <a:pt x="214063" y="37665"/>
                  </a:cubicBezTo>
                  <a:cubicBezTo>
                    <a:pt x="214702" y="36389"/>
                    <a:pt x="214702" y="34473"/>
                    <a:pt x="214063" y="32558"/>
                  </a:cubicBezTo>
                  <a:cubicBezTo>
                    <a:pt x="213424" y="31920"/>
                    <a:pt x="213424" y="31281"/>
                    <a:pt x="212785" y="30643"/>
                  </a:cubicBezTo>
                  <a:lnTo>
                    <a:pt x="184031" y="1915"/>
                  </a:lnTo>
                  <a:cubicBezTo>
                    <a:pt x="181474" y="-638"/>
                    <a:pt x="177641" y="-638"/>
                    <a:pt x="175084" y="1915"/>
                  </a:cubicBezTo>
                  <a:cubicBezTo>
                    <a:pt x="172528" y="4469"/>
                    <a:pt x="172528" y="8299"/>
                    <a:pt x="175084" y="10853"/>
                  </a:cubicBezTo>
                  <a:lnTo>
                    <a:pt x="192976" y="28728"/>
                  </a:lnTo>
                  <a:lnTo>
                    <a:pt x="172528" y="28728"/>
                  </a:lnTo>
                  <a:cubicBezTo>
                    <a:pt x="145691" y="28728"/>
                    <a:pt x="129716" y="49157"/>
                    <a:pt x="117575" y="63840"/>
                  </a:cubicBezTo>
                  <a:cubicBezTo>
                    <a:pt x="115019" y="67032"/>
                    <a:pt x="112463" y="70224"/>
                    <a:pt x="109907" y="72777"/>
                  </a:cubicBezTo>
                  <a:lnTo>
                    <a:pt x="107351" y="75331"/>
                  </a:lnTo>
                  <a:lnTo>
                    <a:pt x="104795" y="72777"/>
                  </a:lnTo>
                  <a:cubicBezTo>
                    <a:pt x="102239" y="70224"/>
                    <a:pt x="99683" y="67032"/>
                    <a:pt x="97127" y="63840"/>
                  </a:cubicBezTo>
                  <a:cubicBezTo>
                    <a:pt x="85625" y="49157"/>
                    <a:pt x="69650" y="28728"/>
                    <a:pt x="42173" y="28728"/>
                  </a:cubicBezTo>
                  <a:lnTo>
                    <a:pt x="6390" y="28728"/>
                  </a:lnTo>
                  <a:cubicBezTo>
                    <a:pt x="2556" y="28728"/>
                    <a:pt x="0" y="31281"/>
                    <a:pt x="0" y="35112"/>
                  </a:cubicBezTo>
                  <a:cubicBezTo>
                    <a:pt x="0" y="38942"/>
                    <a:pt x="2556" y="41496"/>
                    <a:pt x="6390" y="41496"/>
                  </a:cubicBezTo>
                  <a:lnTo>
                    <a:pt x="42173" y="41496"/>
                  </a:lnTo>
                  <a:cubicBezTo>
                    <a:pt x="63261" y="41496"/>
                    <a:pt x="75402" y="57456"/>
                    <a:pt x="86903" y="71500"/>
                  </a:cubicBezTo>
                  <a:cubicBezTo>
                    <a:pt x="89459" y="75331"/>
                    <a:pt x="92015" y="78523"/>
                    <a:pt x="94571" y="81076"/>
                  </a:cubicBezTo>
                  <a:lnTo>
                    <a:pt x="98405" y="84907"/>
                  </a:lnTo>
                  <a:lnTo>
                    <a:pt x="95210" y="88737"/>
                  </a:lnTo>
                  <a:cubicBezTo>
                    <a:pt x="92654" y="91929"/>
                    <a:pt x="90098" y="95121"/>
                    <a:pt x="87542" y="98313"/>
                  </a:cubicBezTo>
                  <a:cubicBezTo>
                    <a:pt x="76679" y="112358"/>
                    <a:pt x="63899" y="128318"/>
                    <a:pt x="42812" y="128318"/>
                  </a:cubicBezTo>
                  <a:lnTo>
                    <a:pt x="7029" y="128318"/>
                  </a:lnTo>
                  <a:cubicBezTo>
                    <a:pt x="3195" y="128318"/>
                    <a:pt x="639" y="130872"/>
                    <a:pt x="639" y="134702"/>
                  </a:cubicBezTo>
                  <a:cubicBezTo>
                    <a:pt x="639" y="138532"/>
                    <a:pt x="3195" y="141086"/>
                    <a:pt x="7029" y="141086"/>
                  </a:cubicBezTo>
                  <a:lnTo>
                    <a:pt x="42812" y="141086"/>
                  </a:lnTo>
                  <a:cubicBezTo>
                    <a:pt x="69650" y="141086"/>
                    <a:pt x="85625" y="120657"/>
                    <a:pt x="97766" y="105974"/>
                  </a:cubicBezTo>
                  <a:cubicBezTo>
                    <a:pt x="100322" y="102782"/>
                    <a:pt x="102878" y="99590"/>
                    <a:pt x="105434" y="97036"/>
                  </a:cubicBezTo>
                  <a:lnTo>
                    <a:pt x="107990" y="94483"/>
                  </a:lnTo>
                  <a:lnTo>
                    <a:pt x="110546" y="97036"/>
                  </a:lnTo>
                  <a:cubicBezTo>
                    <a:pt x="113102" y="99590"/>
                    <a:pt x="115658" y="102782"/>
                    <a:pt x="118214" y="105974"/>
                  </a:cubicBezTo>
                  <a:cubicBezTo>
                    <a:pt x="129716" y="120657"/>
                    <a:pt x="145691" y="141086"/>
                    <a:pt x="173167" y="141086"/>
                  </a:cubicBezTo>
                  <a:lnTo>
                    <a:pt x="193615" y="141086"/>
                  </a:lnTo>
                  <a:lnTo>
                    <a:pt x="175723" y="158961"/>
                  </a:lnTo>
                  <a:cubicBezTo>
                    <a:pt x="173167" y="161515"/>
                    <a:pt x="173167" y="165345"/>
                    <a:pt x="175723" y="167899"/>
                  </a:cubicBezTo>
                  <a:cubicBezTo>
                    <a:pt x="177001" y="169176"/>
                    <a:pt x="178918" y="169814"/>
                    <a:pt x="180196" y="169814"/>
                  </a:cubicBezTo>
                  <a:cubicBezTo>
                    <a:pt x="181474" y="169814"/>
                    <a:pt x="183391" y="169176"/>
                    <a:pt x="184669" y="167899"/>
                  </a:cubicBezTo>
                  <a:lnTo>
                    <a:pt x="213424" y="139171"/>
                  </a:lnTo>
                  <a:cubicBezTo>
                    <a:pt x="214063" y="138532"/>
                    <a:pt x="214702" y="137894"/>
                    <a:pt x="214702" y="137256"/>
                  </a:cubicBezTo>
                  <a:cubicBezTo>
                    <a:pt x="215341" y="135979"/>
                    <a:pt x="215341" y="134064"/>
                    <a:pt x="214702" y="132148"/>
                  </a:cubicBezTo>
                  <a:cubicBezTo>
                    <a:pt x="214063" y="131510"/>
                    <a:pt x="214063" y="130872"/>
                    <a:pt x="213424" y="130233"/>
                  </a:cubicBezTo>
                  <a:lnTo>
                    <a:pt x="184669" y="101505"/>
                  </a:lnTo>
                  <a:cubicBezTo>
                    <a:pt x="182113" y="98952"/>
                    <a:pt x="178279" y="98952"/>
                    <a:pt x="175723" y="101505"/>
                  </a:cubicBezTo>
                  <a:cubicBezTo>
                    <a:pt x="173167" y="104059"/>
                    <a:pt x="173167" y="107889"/>
                    <a:pt x="175723" y="110443"/>
                  </a:cubicBezTo>
                  <a:lnTo>
                    <a:pt x="193615" y="128318"/>
                  </a:lnTo>
                  <a:lnTo>
                    <a:pt x="173167" y="128318"/>
                  </a:lnTo>
                  <a:cubicBezTo>
                    <a:pt x="152081" y="128318"/>
                    <a:pt x="139940" y="112358"/>
                    <a:pt x="128438" y="98313"/>
                  </a:cubicBezTo>
                  <a:cubicBezTo>
                    <a:pt x="125881" y="94483"/>
                    <a:pt x="123326" y="91291"/>
                    <a:pt x="120770" y="88737"/>
                  </a:cubicBezTo>
                  <a:lnTo>
                    <a:pt x="116936" y="84907"/>
                  </a:lnTo>
                  <a:lnTo>
                    <a:pt x="120131" y="81076"/>
                  </a:lnTo>
                  <a:cubicBezTo>
                    <a:pt x="122686" y="77884"/>
                    <a:pt x="125243" y="74692"/>
                    <a:pt x="128438" y="71500"/>
                  </a:cubicBezTo>
                  <a:cubicBezTo>
                    <a:pt x="139301" y="57456"/>
                    <a:pt x="152081" y="41496"/>
                    <a:pt x="173167" y="41496"/>
                  </a:cubicBezTo>
                  <a:lnTo>
                    <a:pt x="193615" y="41496"/>
                  </a:lnTo>
                  <a:lnTo>
                    <a:pt x="175723" y="59371"/>
                  </a:lnTo>
                  <a:cubicBezTo>
                    <a:pt x="172528" y="61925"/>
                    <a:pt x="172528" y="65755"/>
                    <a:pt x="175084" y="68308"/>
                  </a:cubicBezTo>
                  <a:close/>
                </a:path>
              </a:pathLst>
            </a:custGeom>
            <a:solidFill>
              <a:srgbClr val="0097A9"/>
            </a:solidFill>
            <a:ln w="6390" cap="flat">
              <a:noFill/>
              <a:prstDash val="solid"/>
              <a:miter/>
            </a:ln>
          </p:spPr>
          <p:txBody>
            <a:bodyPr rtlCol="0" anchor="ctr"/>
            <a:lstStyle/>
            <a:p>
              <a:endParaRPr lang="en-US"/>
            </a:p>
          </p:txBody>
        </p:sp>
      </p:grpSp>
      <p:grpSp>
        <p:nvGrpSpPr>
          <p:cNvPr id="630" name="Graphic 4">
            <a:extLst>
              <a:ext uri="{FF2B5EF4-FFF2-40B4-BE49-F238E27FC236}">
                <a16:creationId xmlns:a16="http://schemas.microsoft.com/office/drawing/2014/main" id="{BBC1F694-9C7A-6142-8F37-74164B8F4343}"/>
              </a:ext>
            </a:extLst>
          </p:cNvPr>
          <p:cNvGrpSpPr/>
          <p:nvPr/>
        </p:nvGrpSpPr>
        <p:grpSpPr>
          <a:xfrm>
            <a:off x="5708769" y="4308712"/>
            <a:ext cx="361670" cy="361333"/>
            <a:chOff x="5708769" y="4308712"/>
            <a:chExt cx="361670" cy="361333"/>
          </a:xfrm>
          <a:solidFill>
            <a:srgbClr val="0097A9"/>
          </a:solidFill>
        </p:grpSpPr>
        <p:sp>
          <p:nvSpPr>
            <p:cNvPr id="631" name="Graphic 4">
              <a:extLst>
                <a:ext uri="{FF2B5EF4-FFF2-40B4-BE49-F238E27FC236}">
                  <a16:creationId xmlns:a16="http://schemas.microsoft.com/office/drawing/2014/main" id="{0C249713-A49D-F445-9A53-888E92476DA4}"/>
                </a:ext>
              </a:extLst>
            </p:cNvPr>
            <p:cNvSpPr/>
            <p:nvPr/>
          </p:nvSpPr>
          <p:spPr>
            <a:xfrm>
              <a:off x="5708769"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7"/>
                    <a:pt x="180835" y="13407"/>
                  </a:cubicBezTo>
                  <a:cubicBezTo>
                    <a:pt x="273489" y="13407"/>
                    <a:pt x="348890" y="88738"/>
                    <a:pt x="348890" y="181305"/>
                  </a:cubicBezTo>
                  <a:cubicBezTo>
                    <a:pt x="348890" y="273234"/>
                    <a:pt x="273489" y="349204"/>
                    <a:pt x="180835" y="349204"/>
                  </a:cubicBezTo>
                  <a:close/>
                </a:path>
              </a:pathLst>
            </a:custGeom>
            <a:solidFill>
              <a:srgbClr val="0097A9"/>
            </a:solidFill>
            <a:ln w="6390" cap="flat">
              <a:noFill/>
              <a:prstDash val="solid"/>
              <a:miter/>
            </a:ln>
          </p:spPr>
          <p:txBody>
            <a:bodyPr rtlCol="0" anchor="ctr"/>
            <a:lstStyle/>
            <a:p>
              <a:endParaRPr lang="en-US"/>
            </a:p>
          </p:txBody>
        </p:sp>
        <p:sp>
          <p:nvSpPr>
            <p:cNvPr id="632" name="Graphic 4">
              <a:extLst>
                <a:ext uri="{FF2B5EF4-FFF2-40B4-BE49-F238E27FC236}">
                  <a16:creationId xmlns:a16="http://schemas.microsoft.com/office/drawing/2014/main" id="{1EEECB27-FFC5-FE47-9E84-CAF76F296D9F}"/>
                </a:ext>
              </a:extLst>
            </p:cNvPr>
            <p:cNvSpPr/>
            <p:nvPr/>
          </p:nvSpPr>
          <p:spPr>
            <a:xfrm>
              <a:off x="5798229" y="4401892"/>
              <a:ext cx="108628" cy="174308"/>
            </a:xfrm>
            <a:custGeom>
              <a:avLst/>
              <a:gdLst>
                <a:gd name="connsiteX0" fmla="*/ 104795 w 108628"/>
                <a:gd name="connsiteY0" fmla="*/ 664 h 174308"/>
                <a:gd name="connsiteX1" fmla="*/ 97766 w 108628"/>
                <a:gd name="connsiteY1" fmla="*/ 1941 h 174308"/>
                <a:gd name="connsiteX2" fmla="*/ 40895 w 108628"/>
                <a:gd name="connsiteY2" fmla="*/ 51736 h 174308"/>
                <a:gd name="connsiteX3" fmla="*/ 6390 w 108628"/>
                <a:gd name="connsiteY3" fmla="*/ 51736 h 174308"/>
                <a:gd name="connsiteX4" fmla="*/ 0 w 108628"/>
                <a:gd name="connsiteY4" fmla="*/ 58120 h 174308"/>
                <a:gd name="connsiteX5" fmla="*/ 0 w 108628"/>
                <a:gd name="connsiteY5" fmla="*/ 116853 h 174308"/>
                <a:gd name="connsiteX6" fmla="*/ 6390 w 108628"/>
                <a:gd name="connsiteY6" fmla="*/ 123237 h 174308"/>
                <a:gd name="connsiteX7" fmla="*/ 40895 w 108628"/>
                <a:gd name="connsiteY7" fmla="*/ 123237 h 174308"/>
                <a:gd name="connsiteX8" fmla="*/ 97766 w 108628"/>
                <a:gd name="connsiteY8" fmla="*/ 173032 h 174308"/>
                <a:gd name="connsiteX9" fmla="*/ 102239 w 108628"/>
                <a:gd name="connsiteY9" fmla="*/ 174309 h 174308"/>
                <a:gd name="connsiteX10" fmla="*/ 104795 w 108628"/>
                <a:gd name="connsiteY10" fmla="*/ 173670 h 174308"/>
                <a:gd name="connsiteX11" fmla="*/ 108629 w 108628"/>
                <a:gd name="connsiteY11" fmla="*/ 167925 h 174308"/>
                <a:gd name="connsiteX12" fmla="*/ 108629 w 108628"/>
                <a:gd name="connsiteY12" fmla="*/ 6410 h 174308"/>
                <a:gd name="connsiteX13" fmla="*/ 104795 w 108628"/>
                <a:gd name="connsiteY13" fmla="*/ 664 h 174308"/>
                <a:gd name="connsiteX14" fmla="*/ 95849 w 108628"/>
                <a:gd name="connsiteY14" fmla="*/ 154518 h 174308"/>
                <a:gd name="connsiteX15" fmla="*/ 47285 w 108628"/>
                <a:gd name="connsiteY15" fmla="*/ 112384 h 174308"/>
                <a:gd name="connsiteX16" fmla="*/ 42812 w 108628"/>
                <a:gd name="connsiteY16" fmla="*/ 111107 h 174308"/>
                <a:gd name="connsiteX17" fmla="*/ 12141 w 108628"/>
                <a:gd name="connsiteY17" fmla="*/ 111107 h 174308"/>
                <a:gd name="connsiteX18" fmla="*/ 12141 w 108628"/>
                <a:gd name="connsiteY18" fmla="*/ 64504 h 174308"/>
                <a:gd name="connsiteX19" fmla="*/ 42812 w 108628"/>
                <a:gd name="connsiteY19" fmla="*/ 64504 h 174308"/>
                <a:gd name="connsiteX20" fmla="*/ 47285 w 108628"/>
                <a:gd name="connsiteY20" fmla="*/ 63227 h 174308"/>
                <a:gd name="connsiteX21" fmla="*/ 95849 w 108628"/>
                <a:gd name="connsiteY21" fmla="*/ 21093 h 174308"/>
                <a:gd name="connsiteX22" fmla="*/ 95849 w 108628"/>
                <a:gd name="connsiteY22" fmla="*/ 154518 h 17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8628" h="174308">
                  <a:moveTo>
                    <a:pt x="104795" y="664"/>
                  </a:moveTo>
                  <a:cubicBezTo>
                    <a:pt x="102239" y="-613"/>
                    <a:pt x="99683" y="26"/>
                    <a:pt x="97766" y="1941"/>
                  </a:cubicBezTo>
                  <a:lnTo>
                    <a:pt x="40895" y="51736"/>
                  </a:lnTo>
                  <a:lnTo>
                    <a:pt x="6390" y="51736"/>
                  </a:lnTo>
                  <a:cubicBezTo>
                    <a:pt x="2556" y="51736"/>
                    <a:pt x="0" y="54290"/>
                    <a:pt x="0" y="58120"/>
                  </a:cubicBezTo>
                  <a:lnTo>
                    <a:pt x="0" y="116853"/>
                  </a:lnTo>
                  <a:cubicBezTo>
                    <a:pt x="0" y="120683"/>
                    <a:pt x="2556" y="123237"/>
                    <a:pt x="6390" y="123237"/>
                  </a:cubicBezTo>
                  <a:lnTo>
                    <a:pt x="40895" y="123237"/>
                  </a:lnTo>
                  <a:lnTo>
                    <a:pt x="97766" y="173032"/>
                  </a:lnTo>
                  <a:cubicBezTo>
                    <a:pt x="99044" y="174309"/>
                    <a:pt x="100322" y="174309"/>
                    <a:pt x="102239" y="174309"/>
                  </a:cubicBezTo>
                  <a:cubicBezTo>
                    <a:pt x="102878" y="174309"/>
                    <a:pt x="104156" y="174309"/>
                    <a:pt x="104795" y="173670"/>
                  </a:cubicBezTo>
                  <a:cubicBezTo>
                    <a:pt x="107351" y="172394"/>
                    <a:pt x="108629" y="170478"/>
                    <a:pt x="108629" y="167925"/>
                  </a:cubicBezTo>
                  <a:lnTo>
                    <a:pt x="108629" y="6410"/>
                  </a:lnTo>
                  <a:cubicBezTo>
                    <a:pt x="108629" y="4494"/>
                    <a:pt x="107351" y="1941"/>
                    <a:pt x="104795" y="664"/>
                  </a:cubicBezTo>
                  <a:close/>
                  <a:moveTo>
                    <a:pt x="95849" y="154518"/>
                  </a:moveTo>
                  <a:lnTo>
                    <a:pt x="47285" y="112384"/>
                  </a:lnTo>
                  <a:cubicBezTo>
                    <a:pt x="46007" y="111107"/>
                    <a:pt x="44730" y="111107"/>
                    <a:pt x="42812" y="111107"/>
                  </a:cubicBezTo>
                  <a:lnTo>
                    <a:pt x="12141" y="111107"/>
                  </a:lnTo>
                  <a:lnTo>
                    <a:pt x="12141" y="64504"/>
                  </a:lnTo>
                  <a:lnTo>
                    <a:pt x="42812" y="64504"/>
                  </a:lnTo>
                  <a:cubicBezTo>
                    <a:pt x="44090" y="64504"/>
                    <a:pt x="46007" y="63866"/>
                    <a:pt x="47285" y="63227"/>
                  </a:cubicBezTo>
                  <a:lnTo>
                    <a:pt x="95849" y="21093"/>
                  </a:lnTo>
                  <a:lnTo>
                    <a:pt x="95849" y="154518"/>
                  </a:lnTo>
                  <a:close/>
                </a:path>
              </a:pathLst>
            </a:custGeom>
            <a:solidFill>
              <a:srgbClr val="0097A9"/>
            </a:solidFill>
            <a:ln w="6390" cap="flat">
              <a:noFill/>
              <a:prstDash val="solid"/>
              <a:miter/>
            </a:ln>
          </p:spPr>
          <p:txBody>
            <a:bodyPr rtlCol="0" anchor="ctr"/>
            <a:lstStyle/>
            <a:p>
              <a:endParaRPr lang="en-US"/>
            </a:p>
          </p:txBody>
        </p:sp>
        <p:sp>
          <p:nvSpPr>
            <p:cNvPr id="633" name="Graphic 4">
              <a:extLst>
                <a:ext uri="{FF2B5EF4-FFF2-40B4-BE49-F238E27FC236}">
                  <a16:creationId xmlns:a16="http://schemas.microsoft.com/office/drawing/2014/main" id="{25161F24-D995-9D42-8C26-AD360252684C}"/>
                </a:ext>
              </a:extLst>
            </p:cNvPr>
            <p:cNvSpPr/>
            <p:nvPr/>
          </p:nvSpPr>
          <p:spPr>
            <a:xfrm>
              <a:off x="5925039" y="4468311"/>
              <a:ext cx="18240" cy="42134"/>
            </a:xfrm>
            <a:custGeom>
              <a:avLst/>
              <a:gdLst>
                <a:gd name="connsiteX0" fmla="*/ 2266 w 18240"/>
                <a:gd name="connsiteY0" fmla="*/ 1915 h 42134"/>
                <a:gd name="connsiteX1" fmla="*/ 1627 w 18240"/>
                <a:gd name="connsiteY1" fmla="*/ 10853 h 42134"/>
                <a:gd name="connsiteX2" fmla="*/ 5461 w 18240"/>
                <a:gd name="connsiteY2" fmla="*/ 21067 h 42134"/>
                <a:gd name="connsiteX3" fmla="*/ 1627 w 18240"/>
                <a:gd name="connsiteY3" fmla="*/ 31282 h 42134"/>
                <a:gd name="connsiteX4" fmla="*/ 2266 w 18240"/>
                <a:gd name="connsiteY4" fmla="*/ 40219 h 42134"/>
                <a:gd name="connsiteX5" fmla="*/ 6739 w 18240"/>
                <a:gd name="connsiteY5" fmla="*/ 42134 h 42134"/>
                <a:gd name="connsiteX6" fmla="*/ 11212 w 18240"/>
                <a:gd name="connsiteY6" fmla="*/ 40219 h 42134"/>
                <a:gd name="connsiteX7" fmla="*/ 18241 w 18240"/>
                <a:gd name="connsiteY7" fmla="*/ 21067 h 42134"/>
                <a:gd name="connsiteX8" fmla="*/ 11212 w 18240"/>
                <a:gd name="connsiteY8" fmla="*/ 1915 h 42134"/>
                <a:gd name="connsiteX9" fmla="*/ 2266 w 18240"/>
                <a:gd name="connsiteY9" fmla="*/ 1915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40" h="42134">
                  <a:moveTo>
                    <a:pt x="2266" y="1915"/>
                  </a:moveTo>
                  <a:cubicBezTo>
                    <a:pt x="-290" y="4469"/>
                    <a:pt x="-290" y="8299"/>
                    <a:pt x="1627" y="10853"/>
                  </a:cubicBezTo>
                  <a:cubicBezTo>
                    <a:pt x="4183" y="14045"/>
                    <a:pt x="5461" y="17237"/>
                    <a:pt x="5461" y="21067"/>
                  </a:cubicBezTo>
                  <a:cubicBezTo>
                    <a:pt x="5461" y="24898"/>
                    <a:pt x="4183" y="28728"/>
                    <a:pt x="1627" y="31282"/>
                  </a:cubicBezTo>
                  <a:cubicBezTo>
                    <a:pt x="-929" y="33835"/>
                    <a:pt x="-290" y="37666"/>
                    <a:pt x="2266" y="40219"/>
                  </a:cubicBezTo>
                  <a:cubicBezTo>
                    <a:pt x="3544" y="41496"/>
                    <a:pt x="4822" y="42134"/>
                    <a:pt x="6739" y="42134"/>
                  </a:cubicBezTo>
                  <a:cubicBezTo>
                    <a:pt x="8656" y="42134"/>
                    <a:pt x="9934" y="41496"/>
                    <a:pt x="11212" y="40219"/>
                  </a:cubicBezTo>
                  <a:cubicBezTo>
                    <a:pt x="15685" y="35112"/>
                    <a:pt x="18241" y="28090"/>
                    <a:pt x="18241" y="21067"/>
                  </a:cubicBezTo>
                  <a:cubicBezTo>
                    <a:pt x="18241" y="14045"/>
                    <a:pt x="15685" y="7023"/>
                    <a:pt x="11212" y="1915"/>
                  </a:cubicBezTo>
                  <a:cubicBezTo>
                    <a:pt x="9295" y="-638"/>
                    <a:pt x="5461" y="-638"/>
                    <a:pt x="2266" y="1915"/>
                  </a:cubicBezTo>
                  <a:close/>
                </a:path>
              </a:pathLst>
            </a:custGeom>
            <a:solidFill>
              <a:srgbClr val="0097A9"/>
            </a:solidFill>
            <a:ln w="6390" cap="flat">
              <a:noFill/>
              <a:prstDash val="solid"/>
              <a:miter/>
            </a:ln>
          </p:spPr>
          <p:txBody>
            <a:bodyPr rtlCol="0" anchor="ctr"/>
            <a:lstStyle/>
            <a:p>
              <a:endParaRPr lang="en-US"/>
            </a:p>
          </p:txBody>
        </p:sp>
        <p:sp>
          <p:nvSpPr>
            <p:cNvPr id="634" name="Graphic 4">
              <a:extLst>
                <a:ext uri="{FF2B5EF4-FFF2-40B4-BE49-F238E27FC236}">
                  <a16:creationId xmlns:a16="http://schemas.microsoft.com/office/drawing/2014/main" id="{1F751835-8F20-C94E-89D6-5A722A108D13}"/>
                </a:ext>
              </a:extLst>
            </p:cNvPr>
            <p:cNvSpPr/>
            <p:nvPr/>
          </p:nvSpPr>
          <p:spPr>
            <a:xfrm>
              <a:off x="5948043" y="4439235"/>
              <a:ext cx="33576" cy="101215"/>
            </a:xfrm>
            <a:custGeom>
              <a:avLst/>
              <a:gdLst>
                <a:gd name="connsiteX0" fmla="*/ 10573 w 33576"/>
                <a:gd name="connsiteY0" fmla="*/ 1626 h 101215"/>
                <a:gd name="connsiteX1" fmla="*/ 1627 w 33576"/>
                <a:gd name="connsiteY1" fmla="*/ 2264 h 101215"/>
                <a:gd name="connsiteX2" fmla="*/ 2266 w 33576"/>
                <a:gd name="connsiteY2" fmla="*/ 11202 h 101215"/>
                <a:gd name="connsiteX3" fmla="*/ 20158 w 33576"/>
                <a:gd name="connsiteY3" fmla="*/ 50782 h 101215"/>
                <a:gd name="connsiteX4" fmla="*/ 2266 w 33576"/>
                <a:gd name="connsiteY4" fmla="*/ 90363 h 101215"/>
                <a:gd name="connsiteX5" fmla="*/ 1627 w 33576"/>
                <a:gd name="connsiteY5" fmla="*/ 99301 h 101215"/>
                <a:gd name="connsiteX6" fmla="*/ 6739 w 33576"/>
                <a:gd name="connsiteY6" fmla="*/ 101216 h 101215"/>
                <a:gd name="connsiteX7" fmla="*/ 11212 w 33576"/>
                <a:gd name="connsiteY7" fmla="*/ 99939 h 101215"/>
                <a:gd name="connsiteX8" fmla="*/ 33577 w 33576"/>
                <a:gd name="connsiteY8" fmla="*/ 50782 h 101215"/>
                <a:gd name="connsiteX9" fmla="*/ 10573 w 33576"/>
                <a:gd name="connsiteY9" fmla="*/ 1626 h 101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76" h="101215">
                  <a:moveTo>
                    <a:pt x="10573" y="1626"/>
                  </a:moveTo>
                  <a:cubicBezTo>
                    <a:pt x="8017" y="-928"/>
                    <a:pt x="4183" y="-289"/>
                    <a:pt x="1627" y="2264"/>
                  </a:cubicBezTo>
                  <a:cubicBezTo>
                    <a:pt x="-929" y="4818"/>
                    <a:pt x="-290" y="8648"/>
                    <a:pt x="2266" y="11202"/>
                  </a:cubicBezTo>
                  <a:cubicBezTo>
                    <a:pt x="13768" y="21416"/>
                    <a:pt x="20158" y="35461"/>
                    <a:pt x="20158" y="50782"/>
                  </a:cubicBezTo>
                  <a:cubicBezTo>
                    <a:pt x="20158" y="66104"/>
                    <a:pt x="13768" y="80149"/>
                    <a:pt x="2266" y="90363"/>
                  </a:cubicBezTo>
                  <a:cubicBezTo>
                    <a:pt x="-290" y="92917"/>
                    <a:pt x="-929" y="96747"/>
                    <a:pt x="1627" y="99301"/>
                  </a:cubicBezTo>
                  <a:cubicBezTo>
                    <a:pt x="2905" y="100577"/>
                    <a:pt x="4822" y="101216"/>
                    <a:pt x="6739" y="101216"/>
                  </a:cubicBezTo>
                  <a:cubicBezTo>
                    <a:pt x="8017" y="101216"/>
                    <a:pt x="9934" y="100577"/>
                    <a:pt x="11212" y="99939"/>
                  </a:cubicBezTo>
                  <a:cubicBezTo>
                    <a:pt x="25270" y="87809"/>
                    <a:pt x="33577" y="69934"/>
                    <a:pt x="33577" y="50782"/>
                  </a:cubicBezTo>
                  <a:cubicBezTo>
                    <a:pt x="32938" y="31630"/>
                    <a:pt x="24631" y="13755"/>
                    <a:pt x="10573" y="1626"/>
                  </a:cubicBezTo>
                  <a:close/>
                </a:path>
              </a:pathLst>
            </a:custGeom>
            <a:solidFill>
              <a:srgbClr val="0097A9"/>
            </a:solidFill>
            <a:ln w="6390" cap="flat">
              <a:noFill/>
              <a:prstDash val="solid"/>
              <a:miter/>
            </a:ln>
          </p:spPr>
          <p:txBody>
            <a:bodyPr rtlCol="0" anchor="ctr"/>
            <a:lstStyle/>
            <a:p>
              <a:endParaRPr lang="en-US"/>
            </a:p>
          </p:txBody>
        </p:sp>
      </p:grpSp>
      <p:grpSp>
        <p:nvGrpSpPr>
          <p:cNvPr id="635" name="Graphic 4">
            <a:extLst>
              <a:ext uri="{FF2B5EF4-FFF2-40B4-BE49-F238E27FC236}">
                <a16:creationId xmlns:a16="http://schemas.microsoft.com/office/drawing/2014/main" id="{F5950DDB-0409-1148-A1A0-D2962945D40F}"/>
              </a:ext>
            </a:extLst>
          </p:cNvPr>
          <p:cNvGrpSpPr/>
          <p:nvPr/>
        </p:nvGrpSpPr>
        <p:grpSpPr>
          <a:xfrm>
            <a:off x="5708769" y="4792617"/>
            <a:ext cx="361670" cy="361333"/>
            <a:chOff x="5708769" y="4792617"/>
            <a:chExt cx="361670" cy="361333"/>
          </a:xfrm>
          <a:solidFill>
            <a:srgbClr val="0097A9"/>
          </a:solidFill>
        </p:grpSpPr>
        <p:sp>
          <p:nvSpPr>
            <p:cNvPr id="636" name="Graphic 4">
              <a:extLst>
                <a:ext uri="{FF2B5EF4-FFF2-40B4-BE49-F238E27FC236}">
                  <a16:creationId xmlns:a16="http://schemas.microsoft.com/office/drawing/2014/main" id="{634893CA-9E66-7640-AF8D-C5273CA7FD57}"/>
                </a:ext>
              </a:extLst>
            </p:cNvPr>
            <p:cNvSpPr/>
            <p:nvPr/>
          </p:nvSpPr>
          <p:spPr>
            <a:xfrm>
              <a:off x="5708769"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7"/>
                    <a:pt x="180835" y="13407"/>
                  </a:cubicBezTo>
                  <a:cubicBezTo>
                    <a:pt x="273489" y="13407"/>
                    <a:pt x="348890" y="88738"/>
                    <a:pt x="348890" y="181305"/>
                  </a:cubicBezTo>
                  <a:cubicBezTo>
                    <a:pt x="348890" y="273873"/>
                    <a:pt x="273489" y="349204"/>
                    <a:pt x="180835" y="349204"/>
                  </a:cubicBezTo>
                  <a:close/>
                </a:path>
              </a:pathLst>
            </a:custGeom>
            <a:solidFill>
              <a:srgbClr val="0097A9"/>
            </a:solidFill>
            <a:ln w="6390" cap="flat">
              <a:noFill/>
              <a:prstDash val="solid"/>
              <a:miter/>
            </a:ln>
          </p:spPr>
          <p:txBody>
            <a:bodyPr rtlCol="0" anchor="ctr"/>
            <a:lstStyle/>
            <a:p>
              <a:endParaRPr lang="en-US"/>
            </a:p>
          </p:txBody>
        </p:sp>
        <p:sp>
          <p:nvSpPr>
            <p:cNvPr id="637" name="Graphic 4">
              <a:extLst>
                <a:ext uri="{FF2B5EF4-FFF2-40B4-BE49-F238E27FC236}">
                  <a16:creationId xmlns:a16="http://schemas.microsoft.com/office/drawing/2014/main" id="{F1E8120E-AD90-0B43-B18E-EE16FA78131F}"/>
                </a:ext>
              </a:extLst>
            </p:cNvPr>
            <p:cNvSpPr/>
            <p:nvPr/>
          </p:nvSpPr>
          <p:spPr>
            <a:xfrm>
              <a:off x="5782893" y="4888351"/>
              <a:ext cx="106072" cy="170478"/>
            </a:xfrm>
            <a:custGeom>
              <a:avLst/>
              <a:gdLst>
                <a:gd name="connsiteX0" fmla="*/ 102239 w 106072"/>
                <a:gd name="connsiteY0" fmla="*/ 664 h 170478"/>
                <a:gd name="connsiteX1" fmla="*/ 95210 w 106072"/>
                <a:gd name="connsiteY1" fmla="*/ 1941 h 170478"/>
                <a:gd name="connsiteX2" fmla="*/ 39618 w 106072"/>
                <a:gd name="connsiteY2" fmla="*/ 50459 h 170478"/>
                <a:gd name="connsiteX3" fmla="*/ 6390 w 106072"/>
                <a:gd name="connsiteY3" fmla="*/ 50459 h 170478"/>
                <a:gd name="connsiteX4" fmla="*/ 0 w 106072"/>
                <a:gd name="connsiteY4" fmla="*/ 56843 h 170478"/>
                <a:gd name="connsiteX5" fmla="*/ 0 w 106072"/>
                <a:gd name="connsiteY5" fmla="*/ 114299 h 170478"/>
                <a:gd name="connsiteX6" fmla="*/ 6390 w 106072"/>
                <a:gd name="connsiteY6" fmla="*/ 120683 h 170478"/>
                <a:gd name="connsiteX7" fmla="*/ 39618 w 106072"/>
                <a:gd name="connsiteY7" fmla="*/ 120683 h 170478"/>
                <a:gd name="connsiteX8" fmla="*/ 95210 w 106072"/>
                <a:gd name="connsiteY8" fmla="*/ 169201 h 170478"/>
                <a:gd name="connsiteX9" fmla="*/ 99683 w 106072"/>
                <a:gd name="connsiteY9" fmla="*/ 170478 h 170478"/>
                <a:gd name="connsiteX10" fmla="*/ 102239 w 106072"/>
                <a:gd name="connsiteY10" fmla="*/ 169840 h 170478"/>
                <a:gd name="connsiteX11" fmla="*/ 106073 w 106072"/>
                <a:gd name="connsiteY11" fmla="*/ 164094 h 170478"/>
                <a:gd name="connsiteX12" fmla="*/ 106073 w 106072"/>
                <a:gd name="connsiteY12" fmla="*/ 6410 h 170478"/>
                <a:gd name="connsiteX13" fmla="*/ 102239 w 106072"/>
                <a:gd name="connsiteY13" fmla="*/ 664 h 170478"/>
                <a:gd name="connsiteX14" fmla="*/ 93293 w 106072"/>
                <a:gd name="connsiteY14" fmla="*/ 150049 h 170478"/>
                <a:gd name="connsiteX15" fmla="*/ 46646 w 106072"/>
                <a:gd name="connsiteY15" fmla="*/ 109192 h 170478"/>
                <a:gd name="connsiteX16" fmla="*/ 42173 w 106072"/>
                <a:gd name="connsiteY16" fmla="*/ 107915 h 170478"/>
                <a:gd name="connsiteX17" fmla="*/ 12780 w 106072"/>
                <a:gd name="connsiteY17" fmla="*/ 107915 h 170478"/>
                <a:gd name="connsiteX18" fmla="*/ 12780 w 106072"/>
                <a:gd name="connsiteY18" fmla="*/ 63227 h 170478"/>
                <a:gd name="connsiteX19" fmla="*/ 42173 w 106072"/>
                <a:gd name="connsiteY19" fmla="*/ 63227 h 170478"/>
                <a:gd name="connsiteX20" fmla="*/ 46646 w 106072"/>
                <a:gd name="connsiteY20" fmla="*/ 61950 h 170478"/>
                <a:gd name="connsiteX21" fmla="*/ 93293 w 106072"/>
                <a:gd name="connsiteY21" fmla="*/ 21093 h 170478"/>
                <a:gd name="connsiteX22" fmla="*/ 93293 w 106072"/>
                <a:gd name="connsiteY22" fmla="*/ 150049 h 170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072" h="170478">
                  <a:moveTo>
                    <a:pt x="102239" y="664"/>
                  </a:moveTo>
                  <a:cubicBezTo>
                    <a:pt x="99683" y="-613"/>
                    <a:pt x="97127" y="26"/>
                    <a:pt x="95210" y="1941"/>
                  </a:cubicBezTo>
                  <a:lnTo>
                    <a:pt x="39618" y="50459"/>
                  </a:lnTo>
                  <a:lnTo>
                    <a:pt x="6390" y="50459"/>
                  </a:lnTo>
                  <a:cubicBezTo>
                    <a:pt x="2556" y="50459"/>
                    <a:pt x="0" y="53013"/>
                    <a:pt x="0" y="56843"/>
                  </a:cubicBezTo>
                  <a:lnTo>
                    <a:pt x="0" y="114299"/>
                  </a:lnTo>
                  <a:cubicBezTo>
                    <a:pt x="0" y="118129"/>
                    <a:pt x="2556" y="120683"/>
                    <a:pt x="6390" y="120683"/>
                  </a:cubicBezTo>
                  <a:lnTo>
                    <a:pt x="39618" y="120683"/>
                  </a:lnTo>
                  <a:lnTo>
                    <a:pt x="95210" y="169201"/>
                  </a:lnTo>
                  <a:cubicBezTo>
                    <a:pt x="96488" y="170478"/>
                    <a:pt x="97766" y="170478"/>
                    <a:pt x="99683" y="170478"/>
                  </a:cubicBezTo>
                  <a:cubicBezTo>
                    <a:pt x="100322" y="170478"/>
                    <a:pt x="101600" y="170478"/>
                    <a:pt x="102239" y="169840"/>
                  </a:cubicBezTo>
                  <a:cubicBezTo>
                    <a:pt x="104795" y="168563"/>
                    <a:pt x="106073" y="166648"/>
                    <a:pt x="106073" y="164094"/>
                  </a:cubicBezTo>
                  <a:lnTo>
                    <a:pt x="106073" y="6410"/>
                  </a:lnTo>
                  <a:cubicBezTo>
                    <a:pt x="106073" y="3856"/>
                    <a:pt x="104795" y="1941"/>
                    <a:pt x="102239" y="664"/>
                  </a:cubicBezTo>
                  <a:close/>
                  <a:moveTo>
                    <a:pt x="93293" y="150049"/>
                  </a:moveTo>
                  <a:lnTo>
                    <a:pt x="46646" y="109192"/>
                  </a:lnTo>
                  <a:cubicBezTo>
                    <a:pt x="45368" y="107915"/>
                    <a:pt x="44091" y="107915"/>
                    <a:pt x="42173" y="107915"/>
                  </a:cubicBezTo>
                  <a:lnTo>
                    <a:pt x="12780" y="107915"/>
                  </a:lnTo>
                  <a:lnTo>
                    <a:pt x="12780" y="63227"/>
                  </a:lnTo>
                  <a:lnTo>
                    <a:pt x="42173" y="63227"/>
                  </a:lnTo>
                  <a:cubicBezTo>
                    <a:pt x="43451" y="63227"/>
                    <a:pt x="45368" y="62589"/>
                    <a:pt x="46646" y="61950"/>
                  </a:cubicBezTo>
                  <a:lnTo>
                    <a:pt x="93293" y="21093"/>
                  </a:lnTo>
                  <a:lnTo>
                    <a:pt x="93293" y="150049"/>
                  </a:lnTo>
                  <a:close/>
                </a:path>
              </a:pathLst>
            </a:custGeom>
            <a:solidFill>
              <a:srgbClr val="0097A9"/>
            </a:solidFill>
            <a:ln w="6390" cap="flat">
              <a:noFill/>
              <a:prstDash val="solid"/>
              <a:miter/>
            </a:ln>
          </p:spPr>
          <p:txBody>
            <a:bodyPr rtlCol="0" anchor="ctr"/>
            <a:lstStyle/>
            <a:p>
              <a:endParaRPr lang="en-US"/>
            </a:p>
          </p:txBody>
        </p:sp>
        <p:sp>
          <p:nvSpPr>
            <p:cNvPr id="638" name="Graphic 4">
              <a:extLst>
                <a:ext uri="{FF2B5EF4-FFF2-40B4-BE49-F238E27FC236}">
                  <a16:creationId xmlns:a16="http://schemas.microsoft.com/office/drawing/2014/main" id="{AF6C1D26-467F-AD47-A701-B4B03E4E7D8D}"/>
                </a:ext>
              </a:extLst>
            </p:cNvPr>
            <p:cNvSpPr/>
            <p:nvPr/>
          </p:nvSpPr>
          <p:spPr>
            <a:xfrm>
              <a:off x="5906508" y="4953195"/>
              <a:ext cx="18241" cy="41794"/>
            </a:xfrm>
            <a:custGeom>
              <a:avLst/>
              <a:gdLst>
                <a:gd name="connsiteX0" fmla="*/ 2266 w 18241"/>
                <a:gd name="connsiteY0" fmla="*/ 1576 h 41794"/>
                <a:gd name="connsiteX1" fmla="*/ 1627 w 18241"/>
                <a:gd name="connsiteY1" fmla="*/ 10513 h 41794"/>
                <a:gd name="connsiteX2" fmla="*/ 5461 w 18241"/>
                <a:gd name="connsiteY2" fmla="*/ 20728 h 41794"/>
                <a:gd name="connsiteX3" fmla="*/ 1627 w 18241"/>
                <a:gd name="connsiteY3" fmla="*/ 30942 h 41794"/>
                <a:gd name="connsiteX4" fmla="*/ 2266 w 18241"/>
                <a:gd name="connsiteY4" fmla="*/ 39880 h 41794"/>
                <a:gd name="connsiteX5" fmla="*/ 6739 w 18241"/>
                <a:gd name="connsiteY5" fmla="*/ 41795 h 41794"/>
                <a:gd name="connsiteX6" fmla="*/ 11212 w 18241"/>
                <a:gd name="connsiteY6" fmla="*/ 39880 h 41794"/>
                <a:gd name="connsiteX7" fmla="*/ 18241 w 18241"/>
                <a:gd name="connsiteY7" fmla="*/ 21366 h 41794"/>
                <a:gd name="connsiteX8" fmla="*/ 11212 w 18241"/>
                <a:gd name="connsiteY8" fmla="*/ 2853 h 41794"/>
                <a:gd name="connsiteX9" fmla="*/ 2266 w 18241"/>
                <a:gd name="connsiteY9" fmla="*/ 1576 h 41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41" h="41794">
                  <a:moveTo>
                    <a:pt x="2266" y="1576"/>
                  </a:moveTo>
                  <a:cubicBezTo>
                    <a:pt x="-290" y="4129"/>
                    <a:pt x="-290" y="7960"/>
                    <a:pt x="1627" y="10513"/>
                  </a:cubicBezTo>
                  <a:cubicBezTo>
                    <a:pt x="4183" y="13067"/>
                    <a:pt x="5461" y="16897"/>
                    <a:pt x="5461" y="20728"/>
                  </a:cubicBezTo>
                  <a:cubicBezTo>
                    <a:pt x="5461" y="24558"/>
                    <a:pt x="4183" y="27750"/>
                    <a:pt x="1627" y="30942"/>
                  </a:cubicBezTo>
                  <a:cubicBezTo>
                    <a:pt x="-929" y="33496"/>
                    <a:pt x="-290" y="37326"/>
                    <a:pt x="2266" y="39880"/>
                  </a:cubicBezTo>
                  <a:cubicBezTo>
                    <a:pt x="3544" y="41156"/>
                    <a:pt x="4822" y="41795"/>
                    <a:pt x="6739" y="41795"/>
                  </a:cubicBezTo>
                  <a:cubicBezTo>
                    <a:pt x="8656" y="41795"/>
                    <a:pt x="9934" y="41156"/>
                    <a:pt x="11212" y="39880"/>
                  </a:cubicBezTo>
                  <a:cubicBezTo>
                    <a:pt x="15685" y="34773"/>
                    <a:pt x="18241" y="28389"/>
                    <a:pt x="18241" y="21366"/>
                  </a:cubicBezTo>
                  <a:cubicBezTo>
                    <a:pt x="18241" y="14344"/>
                    <a:pt x="15685" y="7960"/>
                    <a:pt x="11212" y="2853"/>
                  </a:cubicBezTo>
                  <a:cubicBezTo>
                    <a:pt x="8656" y="-339"/>
                    <a:pt x="4822" y="-978"/>
                    <a:pt x="2266" y="1576"/>
                  </a:cubicBezTo>
                  <a:close/>
                </a:path>
              </a:pathLst>
            </a:custGeom>
            <a:solidFill>
              <a:srgbClr val="0097A9"/>
            </a:solidFill>
            <a:ln w="6390" cap="flat">
              <a:noFill/>
              <a:prstDash val="solid"/>
              <a:miter/>
            </a:ln>
          </p:spPr>
          <p:txBody>
            <a:bodyPr rtlCol="0" anchor="ctr"/>
            <a:lstStyle/>
            <a:p>
              <a:endParaRPr lang="en-US"/>
            </a:p>
          </p:txBody>
        </p:sp>
        <p:sp>
          <p:nvSpPr>
            <p:cNvPr id="639" name="Graphic 4">
              <a:extLst>
                <a:ext uri="{FF2B5EF4-FFF2-40B4-BE49-F238E27FC236}">
                  <a16:creationId xmlns:a16="http://schemas.microsoft.com/office/drawing/2014/main" id="{D029B7FF-D9F5-2247-B493-ED4089EB9280}"/>
                </a:ext>
              </a:extLst>
            </p:cNvPr>
            <p:cNvSpPr/>
            <p:nvPr/>
          </p:nvSpPr>
          <p:spPr>
            <a:xfrm>
              <a:off x="5928234" y="4924417"/>
              <a:ext cx="32938" cy="98662"/>
            </a:xfrm>
            <a:custGeom>
              <a:avLst/>
              <a:gdLst>
                <a:gd name="connsiteX0" fmla="*/ 10573 w 32938"/>
                <a:gd name="connsiteY0" fmla="*/ 1626 h 98662"/>
                <a:gd name="connsiteX1" fmla="*/ 1627 w 32938"/>
                <a:gd name="connsiteY1" fmla="*/ 2264 h 98662"/>
                <a:gd name="connsiteX2" fmla="*/ 2266 w 32938"/>
                <a:gd name="connsiteY2" fmla="*/ 11202 h 98662"/>
                <a:gd name="connsiteX3" fmla="*/ 19519 w 32938"/>
                <a:gd name="connsiteY3" fmla="*/ 49506 h 98662"/>
                <a:gd name="connsiteX4" fmla="*/ 2266 w 32938"/>
                <a:gd name="connsiteY4" fmla="*/ 87809 h 98662"/>
                <a:gd name="connsiteX5" fmla="*/ 1627 w 32938"/>
                <a:gd name="connsiteY5" fmla="*/ 96747 h 98662"/>
                <a:gd name="connsiteX6" fmla="*/ 6739 w 32938"/>
                <a:gd name="connsiteY6" fmla="*/ 98662 h 98662"/>
                <a:gd name="connsiteX7" fmla="*/ 11212 w 32938"/>
                <a:gd name="connsiteY7" fmla="*/ 97385 h 98662"/>
                <a:gd name="connsiteX8" fmla="*/ 32938 w 32938"/>
                <a:gd name="connsiteY8" fmla="*/ 49506 h 98662"/>
                <a:gd name="connsiteX9" fmla="*/ 10573 w 32938"/>
                <a:gd name="connsiteY9" fmla="*/ 1626 h 98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938" h="98662">
                  <a:moveTo>
                    <a:pt x="10573" y="1626"/>
                  </a:moveTo>
                  <a:cubicBezTo>
                    <a:pt x="8017" y="-928"/>
                    <a:pt x="4183" y="-289"/>
                    <a:pt x="1627" y="2264"/>
                  </a:cubicBezTo>
                  <a:cubicBezTo>
                    <a:pt x="-929" y="4818"/>
                    <a:pt x="-290" y="8648"/>
                    <a:pt x="2266" y="11202"/>
                  </a:cubicBezTo>
                  <a:cubicBezTo>
                    <a:pt x="13129" y="20778"/>
                    <a:pt x="19519" y="34822"/>
                    <a:pt x="19519" y="49506"/>
                  </a:cubicBezTo>
                  <a:cubicBezTo>
                    <a:pt x="19519" y="64189"/>
                    <a:pt x="13129" y="78233"/>
                    <a:pt x="2266" y="87809"/>
                  </a:cubicBezTo>
                  <a:cubicBezTo>
                    <a:pt x="-290" y="90363"/>
                    <a:pt x="-929" y="94193"/>
                    <a:pt x="1627" y="96747"/>
                  </a:cubicBezTo>
                  <a:cubicBezTo>
                    <a:pt x="2905" y="98024"/>
                    <a:pt x="4822" y="98662"/>
                    <a:pt x="6739" y="98662"/>
                  </a:cubicBezTo>
                  <a:cubicBezTo>
                    <a:pt x="8017" y="98662"/>
                    <a:pt x="9934" y="98024"/>
                    <a:pt x="11212" y="97385"/>
                  </a:cubicBezTo>
                  <a:cubicBezTo>
                    <a:pt x="24631" y="85256"/>
                    <a:pt x="32938" y="68019"/>
                    <a:pt x="32938" y="49506"/>
                  </a:cubicBezTo>
                  <a:cubicBezTo>
                    <a:pt x="32938" y="30992"/>
                    <a:pt x="24631" y="13755"/>
                    <a:pt x="10573" y="1626"/>
                  </a:cubicBezTo>
                  <a:close/>
                </a:path>
              </a:pathLst>
            </a:custGeom>
            <a:solidFill>
              <a:srgbClr val="0097A9"/>
            </a:solidFill>
            <a:ln w="6390" cap="flat">
              <a:noFill/>
              <a:prstDash val="solid"/>
              <a:miter/>
            </a:ln>
          </p:spPr>
          <p:txBody>
            <a:bodyPr rtlCol="0" anchor="ctr"/>
            <a:lstStyle/>
            <a:p>
              <a:endParaRPr lang="en-US"/>
            </a:p>
          </p:txBody>
        </p:sp>
        <p:sp>
          <p:nvSpPr>
            <p:cNvPr id="640" name="Graphic 4">
              <a:extLst>
                <a:ext uri="{FF2B5EF4-FFF2-40B4-BE49-F238E27FC236}">
                  <a16:creationId xmlns:a16="http://schemas.microsoft.com/office/drawing/2014/main" id="{8FABCEFF-6EEE-9A4A-9AB7-8A4FC819CCE8}"/>
                </a:ext>
              </a:extLst>
            </p:cNvPr>
            <p:cNvSpPr/>
            <p:nvPr/>
          </p:nvSpPr>
          <p:spPr>
            <a:xfrm>
              <a:off x="5949960" y="4895689"/>
              <a:ext cx="46356" cy="156756"/>
            </a:xfrm>
            <a:custGeom>
              <a:avLst/>
              <a:gdLst>
                <a:gd name="connsiteX0" fmla="*/ 10573 w 46356"/>
                <a:gd name="connsiteY0" fmla="*/ 1626 h 156756"/>
                <a:gd name="connsiteX1" fmla="*/ 1627 w 46356"/>
                <a:gd name="connsiteY1" fmla="*/ 2264 h 156756"/>
                <a:gd name="connsiteX2" fmla="*/ 2266 w 46356"/>
                <a:gd name="connsiteY2" fmla="*/ 11202 h 156756"/>
                <a:gd name="connsiteX3" fmla="*/ 33577 w 46356"/>
                <a:gd name="connsiteY3" fmla="*/ 78233 h 156756"/>
                <a:gd name="connsiteX4" fmla="*/ 2266 w 46356"/>
                <a:gd name="connsiteY4" fmla="*/ 145265 h 156756"/>
                <a:gd name="connsiteX5" fmla="*/ 1627 w 46356"/>
                <a:gd name="connsiteY5" fmla="*/ 154203 h 156756"/>
                <a:gd name="connsiteX6" fmla="*/ 6739 w 46356"/>
                <a:gd name="connsiteY6" fmla="*/ 156756 h 156756"/>
                <a:gd name="connsiteX7" fmla="*/ 10573 w 46356"/>
                <a:gd name="connsiteY7" fmla="*/ 155479 h 156756"/>
                <a:gd name="connsiteX8" fmla="*/ 46357 w 46356"/>
                <a:gd name="connsiteY8" fmla="*/ 78872 h 156756"/>
                <a:gd name="connsiteX9" fmla="*/ 10573 w 46356"/>
                <a:gd name="connsiteY9" fmla="*/ 1626 h 156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356" h="156756">
                  <a:moveTo>
                    <a:pt x="10573" y="1626"/>
                  </a:moveTo>
                  <a:cubicBezTo>
                    <a:pt x="8017" y="-928"/>
                    <a:pt x="3544" y="-289"/>
                    <a:pt x="1627" y="2264"/>
                  </a:cubicBezTo>
                  <a:cubicBezTo>
                    <a:pt x="-929" y="4818"/>
                    <a:pt x="-290" y="9287"/>
                    <a:pt x="2266" y="11202"/>
                  </a:cubicBezTo>
                  <a:cubicBezTo>
                    <a:pt x="22075" y="27800"/>
                    <a:pt x="33577" y="52059"/>
                    <a:pt x="33577" y="78233"/>
                  </a:cubicBezTo>
                  <a:cubicBezTo>
                    <a:pt x="33577" y="104408"/>
                    <a:pt x="22075" y="128667"/>
                    <a:pt x="2266" y="145265"/>
                  </a:cubicBezTo>
                  <a:cubicBezTo>
                    <a:pt x="-290" y="147819"/>
                    <a:pt x="-929" y="151649"/>
                    <a:pt x="1627" y="154203"/>
                  </a:cubicBezTo>
                  <a:cubicBezTo>
                    <a:pt x="2905" y="155479"/>
                    <a:pt x="4822" y="156756"/>
                    <a:pt x="6739" y="156756"/>
                  </a:cubicBezTo>
                  <a:cubicBezTo>
                    <a:pt x="8017" y="156756"/>
                    <a:pt x="9934" y="156118"/>
                    <a:pt x="10573" y="155479"/>
                  </a:cubicBezTo>
                  <a:cubicBezTo>
                    <a:pt x="33577" y="136328"/>
                    <a:pt x="46357" y="108876"/>
                    <a:pt x="46357" y="78872"/>
                  </a:cubicBezTo>
                  <a:cubicBezTo>
                    <a:pt x="46357" y="48229"/>
                    <a:pt x="33577" y="20778"/>
                    <a:pt x="10573" y="1626"/>
                  </a:cubicBezTo>
                  <a:close/>
                </a:path>
              </a:pathLst>
            </a:custGeom>
            <a:solidFill>
              <a:srgbClr val="0097A9"/>
            </a:solidFill>
            <a:ln w="6390" cap="flat">
              <a:noFill/>
              <a:prstDash val="solid"/>
              <a:miter/>
            </a:ln>
          </p:spPr>
          <p:txBody>
            <a:bodyPr rtlCol="0" anchor="ctr"/>
            <a:lstStyle/>
            <a:p>
              <a:endParaRPr lang="en-US"/>
            </a:p>
          </p:txBody>
        </p:sp>
      </p:grpSp>
      <p:grpSp>
        <p:nvGrpSpPr>
          <p:cNvPr id="641" name="Graphic 4">
            <a:extLst>
              <a:ext uri="{FF2B5EF4-FFF2-40B4-BE49-F238E27FC236}">
                <a16:creationId xmlns:a16="http://schemas.microsoft.com/office/drawing/2014/main" id="{491F0859-5158-2F4A-8585-8ABDE2ECF78D}"/>
              </a:ext>
            </a:extLst>
          </p:cNvPr>
          <p:cNvGrpSpPr/>
          <p:nvPr/>
        </p:nvGrpSpPr>
        <p:grpSpPr>
          <a:xfrm>
            <a:off x="5708769" y="3824168"/>
            <a:ext cx="361670" cy="361333"/>
            <a:chOff x="5708769" y="3824168"/>
            <a:chExt cx="361670" cy="361333"/>
          </a:xfrm>
          <a:solidFill>
            <a:srgbClr val="0097A9"/>
          </a:solidFill>
        </p:grpSpPr>
        <p:sp>
          <p:nvSpPr>
            <p:cNvPr id="642" name="Graphic 4">
              <a:extLst>
                <a:ext uri="{FF2B5EF4-FFF2-40B4-BE49-F238E27FC236}">
                  <a16:creationId xmlns:a16="http://schemas.microsoft.com/office/drawing/2014/main" id="{6D935EEC-C113-0249-9A6C-85A40C817646}"/>
                </a:ext>
              </a:extLst>
            </p:cNvPr>
            <p:cNvSpPr/>
            <p:nvPr/>
          </p:nvSpPr>
          <p:spPr>
            <a:xfrm>
              <a:off x="5708769"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1076"/>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97A9"/>
            </a:solidFill>
            <a:ln w="6390" cap="flat">
              <a:noFill/>
              <a:prstDash val="solid"/>
              <a:miter/>
            </a:ln>
          </p:spPr>
          <p:txBody>
            <a:bodyPr rtlCol="0" anchor="ctr"/>
            <a:lstStyle/>
            <a:p>
              <a:endParaRPr lang="en-US"/>
            </a:p>
          </p:txBody>
        </p:sp>
        <p:sp>
          <p:nvSpPr>
            <p:cNvPr id="643" name="Graphic 4">
              <a:extLst>
                <a:ext uri="{FF2B5EF4-FFF2-40B4-BE49-F238E27FC236}">
                  <a16:creationId xmlns:a16="http://schemas.microsoft.com/office/drawing/2014/main" id="{8A2D8255-1AFC-174E-961F-BC67BE55183A}"/>
                </a:ext>
              </a:extLst>
            </p:cNvPr>
            <p:cNvSpPr/>
            <p:nvPr/>
          </p:nvSpPr>
          <p:spPr>
            <a:xfrm>
              <a:off x="5816759" y="3917986"/>
              <a:ext cx="108628" cy="174308"/>
            </a:xfrm>
            <a:custGeom>
              <a:avLst/>
              <a:gdLst>
                <a:gd name="connsiteX0" fmla="*/ 104795 w 108628"/>
                <a:gd name="connsiteY0" fmla="*/ 664 h 174308"/>
                <a:gd name="connsiteX1" fmla="*/ 97766 w 108628"/>
                <a:gd name="connsiteY1" fmla="*/ 1941 h 174308"/>
                <a:gd name="connsiteX2" fmla="*/ 40896 w 108628"/>
                <a:gd name="connsiteY2" fmla="*/ 51736 h 174308"/>
                <a:gd name="connsiteX3" fmla="*/ 6390 w 108628"/>
                <a:gd name="connsiteY3" fmla="*/ 51736 h 174308"/>
                <a:gd name="connsiteX4" fmla="*/ 0 w 108628"/>
                <a:gd name="connsiteY4" fmla="*/ 58120 h 174308"/>
                <a:gd name="connsiteX5" fmla="*/ 0 w 108628"/>
                <a:gd name="connsiteY5" fmla="*/ 116853 h 174308"/>
                <a:gd name="connsiteX6" fmla="*/ 6390 w 108628"/>
                <a:gd name="connsiteY6" fmla="*/ 123237 h 174308"/>
                <a:gd name="connsiteX7" fmla="*/ 40896 w 108628"/>
                <a:gd name="connsiteY7" fmla="*/ 123237 h 174308"/>
                <a:gd name="connsiteX8" fmla="*/ 97766 w 108628"/>
                <a:gd name="connsiteY8" fmla="*/ 173032 h 174308"/>
                <a:gd name="connsiteX9" fmla="*/ 102239 w 108628"/>
                <a:gd name="connsiteY9" fmla="*/ 174309 h 174308"/>
                <a:gd name="connsiteX10" fmla="*/ 104795 w 108628"/>
                <a:gd name="connsiteY10" fmla="*/ 173670 h 174308"/>
                <a:gd name="connsiteX11" fmla="*/ 108629 w 108628"/>
                <a:gd name="connsiteY11" fmla="*/ 167925 h 174308"/>
                <a:gd name="connsiteX12" fmla="*/ 108629 w 108628"/>
                <a:gd name="connsiteY12" fmla="*/ 6410 h 174308"/>
                <a:gd name="connsiteX13" fmla="*/ 104795 w 108628"/>
                <a:gd name="connsiteY13" fmla="*/ 664 h 174308"/>
                <a:gd name="connsiteX14" fmla="*/ 95849 w 108628"/>
                <a:gd name="connsiteY14" fmla="*/ 153880 h 174308"/>
                <a:gd name="connsiteX15" fmla="*/ 47286 w 108628"/>
                <a:gd name="connsiteY15" fmla="*/ 111745 h 174308"/>
                <a:gd name="connsiteX16" fmla="*/ 42813 w 108628"/>
                <a:gd name="connsiteY16" fmla="*/ 110469 h 174308"/>
                <a:gd name="connsiteX17" fmla="*/ 12141 w 108628"/>
                <a:gd name="connsiteY17" fmla="*/ 110469 h 174308"/>
                <a:gd name="connsiteX18" fmla="*/ 12141 w 108628"/>
                <a:gd name="connsiteY18" fmla="*/ 64504 h 174308"/>
                <a:gd name="connsiteX19" fmla="*/ 42813 w 108628"/>
                <a:gd name="connsiteY19" fmla="*/ 64504 h 174308"/>
                <a:gd name="connsiteX20" fmla="*/ 47286 w 108628"/>
                <a:gd name="connsiteY20" fmla="*/ 63227 h 174308"/>
                <a:gd name="connsiteX21" fmla="*/ 95849 w 108628"/>
                <a:gd name="connsiteY21" fmla="*/ 21093 h 174308"/>
                <a:gd name="connsiteX22" fmla="*/ 95849 w 108628"/>
                <a:gd name="connsiteY22" fmla="*/ 153880 h 17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8628" h="174308">
                  <a:moveTo>
                    <a:pt x="104795" y="664"/>
                  </a:moveTo>
                  <a:cubicBezTo>
                    <a:pt x="102239" y="-613"/>
                    <a:pt x="99683" y="26"/>
                    <a:pt x="97766" y="1941"/>
                  </a:cubicBezTo>
                  <a:lnTo>
                    <a:pt x="40896" y="51736"/>
                  </a:lnTo>
                  <a:lnTo>
                    <a:pt x="6390" y="51736"/>
                  </a:lnTo>
                  <a:cubicBezTo>
                    <a:pt x="2556" y="51736"/>
                    <a:pt x="0" y="54290"/>
                    <a:pt x="0" y="58120"/>
                  </a:cubicBezTo>
                  <a:lnTo>
                    <a:pt x="0" y="116853"/>
                  </a:lnTo>
                  <a:cubicBezTo>
                    <a:pt x="0" y="120683"/>
                    <a:pt x="2556" y="123237"/>
                    <a:pt x="6390" y="123237"/>
                  </a:cubicBezTo>
                  <a:lnTo>
                    <a:pt x="40896" y="123237"/>
                  </a:lnTo>
                  <a:lnTo>
                    <a:pt x="97766" y="173032"/>
                  </a:lnTo>
                  <a:cubicBezTo>
                    <a:pt x="99044" y="174309"/>
                    <a:pt x="100322" y="174309"/>
                    <a:pt x="102239" y="174309"/>
                  </a:cubicBezTo>
                  <a:cubicBezTo>
                    <a:pt x="102878" y="174309"/>
                    <a:pt x="104156" y="174309"/>
                    <a:pt x="104795" y="173670"/>
                  </a:cubicBezTo>
                  <a:cubicBezTo>
                    <a:pt x="107351" y="172393"/>
                    <a:pt x="108629" y="170478"/>
                    <a:pt x="108629" y="167925"/>
                  </a:cubicBezTo>
                  <a:lnTo>
                    <a:pt x="108629" y="6410"/>
                  </a:lnTo>
                  <a:cubicBezTo>
                    <a:pt x="108629" y="3856"/>
                    <a:pt x="107351" y="1303"/>
                    <a:pt x="104795" y="664"/>
                  </a:cubicBezTo>
                  <a:close/>
                  <a:moveTo>
                    <a:pt x="95849" y="153880"/>
                  </a:moveTo>
                  <a:lnTo>
                    <a:pt x="47286" y="111745"/>
                  </a:lnTo>
                  <a:cubicBezTo>
                    <a:pt x="46008" y="110469"/>
                    <a:pt x="44730" y="110469"/>
                    <a:pt x="42813" y="110469"/>
                  </a:cubicBezTo>
                  <a:lnTo>
                    <a:pt x="12141" y="110469"/>
                  </a:lnTo>
                  <a:lnTo>
                    <a:pt x="12141" y="64504"/>
                  </a:lnTo>
                  <a:lnTo>
                    <a:pt x="42813" y="64504"/>
                  </a:lnTo>
                  <a:cubicBezTo>
                    <a:pt x="44091" y="64504"/>
                    <a:pt x="46008" y="63866"/>
                    <a:pt x="47286" y="63227"/>
                  </a:cubicBezTo>
                  <a:lnTo>
                    <a:pt x="95849" y="21093"/>
                  </a:lnTo>
                  <a:lnTo>
                    <a:pt x="95849" y="153880"/>
                  </a:lnTo>
                  <a:close/>
                </a:path>
              </a:pathLst>
            </a:custGeom>
            <a:solidFill>
              <a:srgbClr val="0097A9"/>
            </a:solidFill>
            <a:ln w="6390" cap="flat">
              <a:noFill/>
              <a:prstDash val="solid"/>
              <a:miter/>
            </a:ln>
          </p:spPr>
          <p:txBody>
            <a:bodyPr rtlCol="0" anchor="ctr"/>
            <a:lstStyle/>
            <a:p>
              <a:endParaRPr lang="en-US"/>
            </a:p>
          </p:txBody>
        </p:sp>
        <p:sp>
          <p:nvSpPr>
            <p:cNvPr id="644" name="Graphic 4">
              <a:extLst>
                <a:ext uri="{FF2B5EF4-FFF2-40B4-BE49-F238E27FC236}">
                  <a16:creationId xmlns:a16="http://schemas.microsoft.com/office/drawing/2014/main" id="{75B7D559-76AB-B94F-8AB4-BFB09F0ED4CB}"/>
                </a:ext>
              </a:extLst>
            </p:cNvPr>
            <p:cNvSpPr/>
            <p:nvPr/>
          </p:nvSpPr>
          <p:spPr>
            <a:xfrm>
              <a:off x="5943570" y="3983998"/>
              <a:ext cx="18240" cy="41903"/>
            </a:xfrm>
            <a:custGeom>
              <a:avLst/>
              <a:gdLst>
                <a:gd name="connsiteX0" fmla="*/ 2266 w 18240"/>
                <a:gd name="connsiteY0" fmla="*/ 1684 h 41903"/>
                <a:gd name="connsiteX1" fmla="*/ 1627 w 18240"/>
                <a:gd name="connsiteY1" fmla="*/ 10622 h 41903"/>
                <a:gd name="connsiteX2" fmla="*/ 5461 w 18240"/>
                <a:gd name="connsiteY2" fmla="*/ 20836 h 41903"/>
                <a:gd name="connsiteX3" fmla="*/ 1627 w 18240"/>
                <a:gd name="connsiteY3" fmla="*/ 31050 h 41903"/>
                <a:gd name="connsiteX4" fmla="*/ 2266 w 18240"/>
                <a:gd name="connsiteY4" fmla="*/ 39988 h 41903"/>
                <a:gd name="connsiteX5" fmla="*/ 6739 w 18240"/>
                <a:gd name="connsiteY5" fmla="*/ 41903 h 41903"/>
                <a:gd name="connsiteX6" fmla="*/ 11212 w 18240"/>
                <a:gd name="connsiteY6" fmla="*/ 39988 h 41903"/>
                <a:gd name="connsiteX7" fmla="*/ 18241 w 18240"/>
                <a:gd name="connsiteY7" fmla="*/ 20836 h 41903"/>
                <a:gd name="connsiteX8" fmla="*/ 11212 w 18240"/>
                <a:gd name="connsiteY8" fmla="*/ 1684 h 41903"/>
                <a:gd name="connsiteX9" fmla="*/ 2266 w 18240"/>
                <a:gd name="connsiteY9" fmla="*/ 1684 h 4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40" h="41903">
                  <a:moveTo>
                    <a:pt x="2266" y="1684"/>
                  </a:moveTo>
                  <a:cubicBezTo>
                    <a:pt x="-290" y="4238"/>
                    <a:pt x="-290" y="8068"/>
                    <a:pt x="1627" y="10622"/>
                  </a:cubicBezTo>
                  <a:cubicBezTo>
                    <a:pt x="4183" y="13814"/>
                    <a:pt x="5461" y="17006"/>
                    <a:pt x="5461" y="20836"/>
                  </a:cubicBezTo>
                  <a:cubicBezTo>
                    <a:pt x="5461" y="24666"/>
                    <a:pt x="4183" y="28497"/>
                    <a:pt x="1627" y="31050"/>
                  </a:cubicBezTo>
                  <a:cubicBezTo>
                    <a:pt x="-929" y="33604"/>
                    <a:pt x="-290" y="37434"/>
                    <a:pt x="2266" y="39988"/>
                  </a:cubicBezTo>
                  <a:cubicBezTo>
                    <a:pt x="3544" y="41265"/>
                    <a:pt x="4822" y="41903"/>
                    <a:pt x="6739" y="41903"/>
                  </a:cubicBezTo>
                  <a:cubicBezTo>
                    <a:pt x="8656" y="41903"/>
                    <a:pt x="9934" y="41265"/>
                    <a:pt x="11212" y="39988"/>
                  </a:cubicBezTo>
                  <a:cubicBezTo>
                    <a:pt x="15685" y="34881"/>
                    <a:pt x="18241" y="27858"/>
                    <a:pt x="18241" y="20836"/>
                  </a:cubicBezTo>
                  <a:cubicBezTo>
                    <a:pt x="18241" y="13814"/>
                    <a:pt x="15685" y="6791"/>
                    <a:pt x="11212" y="1684"/>
                  </a:cubicBezTo>
                  <a:cubicBezTo>
                    <a:pt x="9295" y="-231"/>
                    <a:pt x="4822" y="-869"/>
                    <a:pt x="2266" y="1684"/>
                  </a:cubicBezTo>
                  <a:close/>
                </a:path>
              </a:pathLst>
            </a:custGeom>
            <a:solidFill>
              <a:srgbClr val="0097A9"/>
            </a:solidFill>
            <a:ln w="6390" cap="flat">
              <a:noFill/>
              <a:prstDash val="solid"/>
              <a:miter/>
            </a:ln>
          </p:spPr>
          <p:txBody>
            <a:bodyPr rtlCol="0" anchor="ctr"/>
            <a:lstStyle/>
            <a:p>
              <a:endParaRPr lang="en-US"/>
            </a:p>
          </p:txBody>
        </p:sp>
      </p:grpSp>
      <p:grpSp>
        <p:nvGrpSpPr>
          <p:cNvPr id="645" name="Graphic 4">
            <a:extLst>
              <a:ext uri="{FF2B5EF4-FFF2-40B4-BE49-F238E27FC236}">
                <a16:creationId xmlns:a16="http://schemas.microsoft.com/office/drawing/2014/main" id="{26DA525F-5CF0-2F42-9190-A5B95A39BEF4}"/>
              </a:ext>
            </a:extLst>
          </p:cNvPr>
          <p:cNvGrpSpPr/>
          <p:nvPr/>
        </p:nvGrpSpPr>
        <p:grpSpPr>
          <a:xfrm>
            <a:off x="5708769" y="3339623"/>
            <a:ext cx="361670" cy="361333"/>
            <a:chOff x="5708769" y="3339623"/>
            <a:chExt cx="361670" cy="361333"/>
          </a:xfrm>
          <a:solidFill>
            <a:srgbClr val="0097A9"/>
          </a:solidFill>
        </p:grpSpPr>
        <p:sp>
          <p:nvSpPr>
            <p:cNvPr id="646" name="Graphic 4">
              <a:extLst>
                <a:ext uri="{FF2B5EF4-FFF2-40B4-BE49-F238E27FC236}">
                  <a16:creationId xmlns:a16="http://schemas.microsoft.com/office/drawing/2014/main" id="{47F78D6C-74FC-F148-B348-38C746EA21B7}"/>
                </a:ext>
              </a:extLst>
            </p:cNvPr>
            <p:cNvSpPr/>
            <p:nvPr/>
          </p:nvSpPr>
          <p:spPr>
            <a:xfrm>
              <a:off x="5708769"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3489" y="349204"/>
                    <a:pt x="180835" y="349204"/>
                  </a:cubicBezTo>
                  <a:close/>
                </a:path>
              </a:pathLst>
            </a:custGeom>
            <a:solidFill>
              <a:srgbClr val="0097A9"/>
            </a:solidFill>
            <a:ln w="6390" cap="flat">
              <a:noFill/>
              <a:prstDash val="solid"/>
              <a:miter/>
            </a:ln>
          </p:spPr>
          <p:txBody>
            <a:bodyPr rtlCol="0" anchor="ctr"/>
            <a:lstStyle/>
            <a:p>
              <a:endParaRPr lang="en-US"/>
            </a:p>
          </p:txBody>
        </p:sp>
        <p:sp>
          <p:nvSpPr>
            <p:cNvPr id="647" name="Graphic 4">
              <a:extLst>
                <a:ext uri="{FF2B5EF4-FFF2-40B4-BE49-F238E27FC236}">
                  <a16:creationId xmlns:a16="http://schemas.microsoft.com/office/drawing/2014/main" id="{10924E82-456D-814D-BCDA-0D5AA1A0A2B1}"/>
                </a:ext>
              </a:extLst>
            </p:cNvPr>
            <p:cNvSpPr/>
            <p:nvPr/>
          </p:nvSpPr>
          <p:spPr>
            <a:xfrm>
              <a:off x="5795672" y="3433442"/>
              <a:ext cx="108628" cy="174308"/>
            </a:xfrm>
            <a:custGeom>
              <a:avLst/>
              <a:gdLst>
                <a:gd name="connsiteX0" fmla="*/ 104156 w 108628"/>
                <a:gd name="connsiteY0" fmla="*/ 664 h 174308"/>
                <a:gd name="connsiteX1" fmla="*/ 97127 w 108628"/>
                <a:gd name="connsiteY1" fmla="*/ 1941 h 174308"/>
                <a:gd name="connsiteX2" fmla="*/ 40257 w 108628"/>
                <a:gd name="connsiteY2" fmla="*/ 51736 h 174308"/>
                <a:gd name="connsiteX3" fmla="*/ 6390 w 108628"/>
                <a:gd name="connsiteY3" fmla="*/ 51736 h 174308"/>
                <a:gd name="connsiteX4" fmla="*/ 0 w 108628"/>
                <a:gd name="connsiteY4" fmla="*/ 58120 h 174308"/>
                <a:gd name="connsiteX5" fmla="*/ 0 w 108628"/>
                <a:gd name="connsiteY5" fmla="*/ 116853 h 174308"/>
                <a:gd name="connsiteX6" fmla="*/ 6390 w 108628"/>
                <a:gd name="connsiteY6" fmla="*/ 123237 h 174308"/>
                <a:gd name="connsiteX7" fmla="*/ 40896 w 108628"/>
                <a:gd name="connsiteY7" fmla="*/ 123237 h 174308"/>
                <a:gd name="connsiteX8" fmla="*/ 97766 w 108628"/>
                <a:gd name="connsiteY8" fmla="*/ 173032 h 174308"/>
                <a:gd name="connsiteX9" fmla="*/ 102239 w 108628"/>
                <a:gd name="connsiteY9" fmla="*/ 174309 h 174308"/>
                <a:gd name="connsiteX10" fmla="*/ 104795 w 108628"/>
                <a:gd name="connsiteY10" fmla="*/ 173670 h 174308"/>
                <a:gd name="connsiteX11" fmla="*/ 108629 w 108628"/>
                <a:gd name="connsiteY11" fmla="*/ 167925 h 174308"/>
                <a:gd name="connsiteX12" fmla="*/ 108629 w 108628"/>
                <a:gd name="connsiteY12" fmla="*/ 6410 h 174308"/>
                <a:gd name="connsiteX13" fmla="*/ 104156 w 108628"/>
                <a:gd name="connsiteY13" fmla="*/ 664 h 174308"/>
                <a:gd name="connsiteX14" fmla="*/ 95210 w 108628"/>
                <a:gd name="connsiteY14" fmla="*/ 153880 h 174308"/>
                <a:gd name="connsiteX15" fmla="*/ 46646 w 108628"/>
                <a:gd name="connsiteY15" fmla="*/ 111746 h 174308"/>
                <a:gd name="connsiteX16" fmla="*/ 42173 w 108628"/>
                <a:gd name="connsiteY16" fmla="*/ 110469 h 174308"/>
                <a:gd name="connsiteX17" fmla="*/ 12780 w 108628"/>
                <a:gd name="connsiteY17" fmla="*/ 110469 h 174308"/>
                <a:gd name="connsiteX18" fmla="*/ 12780 w 108628"/>
                <a:gd name="connsiteY18" fmla="*/ 64504 h 174308"/>
                <a:gd name="connsiteX19" fmla="*/ 43451 w 108628"/>
                <a:gd name="connsiteY19" fmla="*/ 64504 h 174308"/>
                <a:gd name="connsiteX20" fmla="*/ 47925 w 108628"/>
                <a:gd name="connsiteY20" fmla="*/ 63227 h 174308"/>
                <a:gd name="connsiteX21" fmla="*/ 96488 w 108628"/>
                <a:gd name="connsiteY21" fmla="*/ 21093 h 174308"/>
                <a:gd name="connsiteX22" fmla="*/ 96488 w 108628"/>
                <a:gd name="connsiteY22" fmla="*/ 153880 h 174308"/>
                <a:gd name="connsiteX23" fmla="*/ 95210 w 108628"/>
                <a:gd name="connsiteY23" fmla="*/ 153880 h 17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8628" h="174308">
                  <a:moveTo>
                    <a:pt x="104156" y="664"/>
                  </a:moveTo>
                  <a:cubicBezTo>
                    <a:pt x="101600" y="-613"/>
                    <a:pt x="99044" y="26"/>
                    <a:pt x="97127" y="1941"/>
                  </a:cubicBezTo>
                  <a:lnTo>
                    <a:pt x="40257" y="51736"/>
                  </a:lnTo>
                  <a:lnTo>
                    <a:pt x="6390" y="51736"/>
                  </a:lnTo>
                  <a:cubicBezTo>
                    <a:pt x="2556" y="51736"/>
                    <a:pt x="0" y="54290"/>
                    <a:pt x="0" y="58120"/>
                  </a:cubicBezTo>
                  <a:lnTo>
                    <a:pt x="0" y="116853"/>
                  </a:lnTo>
                  <a:cubicBezTo>
                    <a:pt x="0" y="120683"/>
                    <a:pt x="2556" y="123237"/>
                    <a:pt x="6390" y="123237"/>
                  </a:cubicBezTo>
                  <a:lnTo>
                    <a:pt x="40896" y="123237"/>
                  </a:lnTo>
                  <a:lnTo>
                    <a:pt x="97766" y="173032"/>
                  </a:lnTo>
                  <a:cubicBezTo>
                    <a:pt x="99044" y="174309"/>
                    <a:pt x="100322" y="174309"/>
                    <a:pt x="102239" y="174309"/>
                  </a:cubicBezTo>
                  <a:cubicBezTo>
                    <a:pt x="102878" y="174309"/>
                    <a:pt x="104156" y="174309"/>
                    <a:pt x="104795" y="173670"/>
                  </a:cubicBezTo>
                  <a:cubicBezTo>
                    <a:pt x="107351" y="172394"/>
                    <a:pt x="108629" y="170478"/>
                    <a:pt x="108629" y="167925"/>
                  </a:cubicBezTo>
                  <a:lnTo>
                    <a:pt x="108629" y="6410"/>
                  </a:lnTo>
                  <a:cubicBezTo>
                    <a:pt x="107990" y="3856"/>
                    <a:pt x="106712" y="1941"/>
                    <a:pt x="104156" y="664"/>
                  </a:cubicBezTo>
                  <a:close/>
                  <a:moveTo>
                    <a:pt x="95210" y="153880"/>
                  </a:moveTo>
                  <a:lnTo>
                    <a:pt x="46646" y="111746"/>
                  </a:lnTo>
                  <a:cubicBezTo>
                    <a:pt x="45368" y="110469"/>
                    <a:pt x="44091" y="110469"/>
                    <a:pt x="42173" y="110469"/>
                  </a:cubicBezTo>
                  <a:lnTo>
                    <a:pt x="12780" y="110469"/>
                  </a:lnTo>
                  <a:lnTo>
                    <a:pt x="12780" y="64504"/>
                  </a:lnTo>
                  <a:lnTo>
                    <a:pt x="43451" y="64504"/>
                  </a:lnTo>
                  <a:cubicBezTo>
                    <a:pt x="44730" y="64504"/>
                    <a:pt x="46646" y="63866"/>
                    <a:pt x="47925" y="63227"/>
                  </a:cubicBezTo>
                  <a:lnTo>
                    <a:pt x="96488" y="21093"/>
                  </a:lnTo>
                  <a:lnTo>
                    <a:pt x="96488" y="153880"/>
                  </a:lnTo>
                  <a:lnTo>
                    <a:pt x="95210" y="153880"/>
                  </a:lnTo>
                  <a:close/>
                </a:path>
              </a:pathLst>
            </a:custGeom>
            <a:solidFill>
              <a:srgbClr val="0097A9"/>
            </a:solidFill>
            <a:ln w="6390" cap="flat">
              <a:noFill/>
              <a:prstDash val="solid"/>
              <a:miter/>
            </a:ln>
          </p:spPr>
          <p:txBody>
            <a:bodyPr rtlCol="0" anchor="ctr"/>
            <a:lstStyle/>
            <a:p>
              <a:endParaRPr lang="en-US"/>
            </a:p>
          </p:txBody>
        </p:sp>
        <p:sp>
          <p:nvSpPr>
            <p:cNvPr id="648" name="Graphic 4">
              <a:extLst>
                <a:ext uri="{FF2B5EF4-FFF2-40B4-BE49-F238E27FC236}">
                  <a16:creationId xmlns:a16="http://schemas.microsoft.com/office/drawing/2014/main" id="{5C13C66B-1830-C147-ABF8-A4CC3E9B8932}"/>
                </a:ext>
              </a:extLst>
            </p:cNvPr>
            <p:cNvSpPr/>
            <p:nvPr/>
          </p:nvSpPr>
          <p:spPr>
            <a:xfrm>
              <a:off x="5924400" y="3486744"/>
              <a:ext cx="59485" cy="66742"/>
            </a:xfrm>
            <a:custGeom>
              <a:avLst/>
              <a:gdLst>
                <a:gd name="connsiteX0" fmla="*/ 57219 w 59485"/>
                <a:gd name="connsiteY0" fmla="*/ 1625 h 66742"/>
                <a:gd name="connsiteX1" fmla="*/ 48274 w 59485"/>
                <a:gd name="connsiteY1" fmla="*/ 2264 h 66742"/>
                <a:gd name="connsiteX2" fmla="*/ 29743 w 59485"/>
                <a:gd name="connsiteY2" fmla="*/ 23969 h 66742"/>
                <a:gd name="connsiteX3" fmla="*/ 11212 w 59485"/>
                <a:gd name="connsiteY3" fmla="*/ 2264 h 66742"/>
                <a:gd name="connsiteX4" fmla="*/ 2266 w 59485"/>
                <a:gd name="connsiteY4" fmla="*/ 1625 h 66742"/>
                <a:gd name="connsiteX5" fmla="*/ 1627 w 59485"/>
                <a:gd name="connsiteY5" fmla="*/ 10563 h 66742"/>
                <a:gd name="connsiteX6" fmla="*/ 21436 w 59485"/>
                <a:gd name="connsiteY6" fmla="*/ 33545 h 66742"/>
                <a:gd name="connsiteX7" fmla="*/ 1627 w 59485"/>
                <a:gd name="connsiteY7" fmla="*/ 56528 h 66742"/>
                <a:gd name="connsiteX8" fmla="*/ 2266 w 59485"/>
                <a:gd name="connsiteY8" fmla="*/ 65465 h 66742"/>
                <a:gd name="connsiteX9" fmla="*/ 6100 w 59485"/>
                <a:gd name="connsiteY9" fmla="*/ 66742 h 66742"/>
                <a:gd name="connsiteX10" fmla="*/ 11212 w 59485"/>
                <a:gd name="connsiteY10" fmla="*/ 64188 h 66742"/>
                <a:gd name="connsiteX11" fmla="*/ 29743 w 59485"/>
                <a:gd name="connsiteY11" fmla="*/ 42483 h 66742"/>
                <a:gd name="connsiteX12" fmla="*/ 48274 w 59485"/>
                <a:gd name="connsiteY12" fmla="*/ 64188 h 66742"/>
                <a:gd name="connsiteX13" fmla="*/ 53386 w 59485"/>
                <a:gd name="connsiteY13" fmla="*/ 66742 h 66742"/>
                <a:gd name="connsiteX14" fmla="*/ 57219 w 59485"/>
                <a:gd name="connsiteY14" fmla="*/ 65465 h 66742"/>
                <a:gd name="connsiteX15" fmla="*/ 57859 w 59485"/>
                <a:gd name="connsiteY15" fmla="*/ 56528 h 66742"/>
                <a:gd name="connsiteX16" fmla="*/ 38050 w 59485"/>
                <a:gd name="connsiteY16" fmla="*/ 33545 h 66742"/>
                <a:gd name="connsiteX17" fmla="*/ 57859 w 59485"/>
                <a:gd name="connsiteY17" fmla="*/ 10563 h 66742"/>
                <a:gd name="connsiteX18" fmla="*/ 57219 w 59485"/>
                <a:gd name="connsiteY18" fmla="*/ 1625 h 66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9485" h="66742">
                  <a:moveTo>
                    <a:pt x="57219" y="1625"/>
                  </a:moveTo>
                  <a:cubicBezTo>
                    <a:pt x="54664" y="-928"/>
                    <a:pt x="50191" y="-290"/>
                    <a:pt x="48274" y="2264"/>
                  </a:cubicBezTo>
                  <a:lnTo>
                    <a:pt x="29743" y="23969"/>
                  </a:lnTo>
                  <a:lnTo>
                    <a:pt x="11212" y="2264"/>
                  </a:lnTo>
                  <a:cubicBezTo>
                    <a:pt x="8656" y="-290"/>
                    <a:pt x="4822" y="-928"/>
                    <a:pt x="2266" y="1625"/>
                  </a:cubicBezTo>
                  <a:cubicBezTo>
                    <a:pt x="-290" y="4179"/>
                    <a:pt x="-929" y="8009"/>
                    <a:pt x="1627" y="10563"/>
                  </a:cubicBezTo>
                  <a:lnTo>
                    <a:pt x="21436" y="33545"/>
                  </a:lnTo>
                  <a:lnTo>
                    <a:pt x="1627" y="56528"/>
                  </a:lnTo>
                  <a:cubicBezTo>
                    <a:pt x="-929" y="59081"/>
                    <a:pt x="-290" y="63550"/>
                    <a:pt x="2266" y="65465"/>
                  </a:cubicBezTo>
                  <a:cubicBezTo>
                    <a:pt x="3544" y="66742"/>
                    <a:pt x="4822" y="66742"/>
                    <a:pt x="6100" y="66742"/>
                  </a:cubicBezTo>
                  <a:cubicBezTo>
                    <a:pt x="8017" y="66742"/>
                    <a:pt x="9934" y="66104"/>
                    <a:pt x="11212" y="64188"/>
                  </a:cubicBezTo>
                  <a:lnTo>
                    <a:pt x="29743" y="42483"/>
                  </a:lnTo>
                  <a:lnTo>
                    <a:pt x="48274" y="64188"/>
                  </a:lnTo>
                  <a:cubicBezTo>
                    <a:pt x="49552" y="65465"/>
                    <a:pt x="51469" y="66742"/>
                    <a:pt x="53386" y="66742"/>
                  </a:cubicBezTo>
                  <a:cubicBezTo>
                    <a:pt x="54664" y="66742"/>
                    <a:pt x="56581" y="66104"/>
                    <a:pt x="57219" y="65465"/>
                  </a:cubicBezTo>
                  <a:cubicBezTo>
                    <a:pt x="59776" y="62912"/>
                    <a:pt x="60414" y="59081"/>
                    <a:pt x="57859" y="56528"/>
                  </a:cubicBezTo>
                  <a:lnTo>
                    <a:pt x="38050" y="33545"/>
                  </a:lnTo>
                  <a:lnTo>
                    <a:pt x="57859" y="10563"/>
                  </a:lnTo>
                  <a:cubicBezTo>
                    <a:pt x="60414" y="8009"/>
                    <a:pt x="59776" y="4179"/>
                    <a:pt x="57219" y="1625"/>
                  </a:cubicBezTo>
                  <a:close/>
                </a:path>
              </a:pathLst>
            </a:custGeom>
            <a:solidFill>
              <a:srgbClr val="0097A9"/>
            </a:solidFill>
            <a:ln w="6390" cap="flat">
              <a:noFill/>
              <a:prstDash val="solid"/>
              <a:miter/>
            </a:ln>
          </p:spPr>
          <p:txBody>
            <a:bodyPr rtlCol="0" anchor="ctr"/>
            <a:lstStyle/>
            <a:p>
              <a:endParaRPr lang="en-US"/>
            </a:p>
          </p:txBody>
        </p:sp>
      </p:grpSp>
      <p:grpSp>
        <p:nvGrpSpPr>
          <p:cNvPr id="649" name="Graphic 4">
            <a:extLst>
              <a:ext uri="{FF2B5EF4-FFF2-40B4-BE49-F238E27FC236}">
                <a16:creationId xmlns:a16="http://schemas.microsoft.com/office/drawing/2014/main" id="{998F1291-E8B5-AC44-BE9B-988C1C776C24}"/>
              </a:ext>
            </a:extLst>
          </p:cNvPr>
          <p:cNvGrpSpPr/>
          <p:nvPr/>
        </p:nvGrpSpPr>
        <p:grpSpPr>
          <a:xfrm>
            <a:off x="6754802" y="918179"/>
            <a:ext cx="361670" cy="361333"/>
            <a:chOff x="6754802" y="918179"/>
            <a:chExt cx="361670" cy="361333"/>
          </a:xfrm>
          <a:solidFill>
            <a:srgbClr val="0097A9"/>
          </a:solidFill>
        </p:grpSpPr>
        <p:sp>
          <p:nvSpPr>
            <p:cNvPr id="650" name="Graphic 4">
              <a:extLst>
                <a:ext uri="{FF2B5EF4-FFF2-40B4-BE49-F238E27FC236}">
                  <a16:creationId xmlns:a16="http://schemas.microsoft.com/office/drawing/2014/main" id="{2D277B5F-3CB0-9C4B-8558-543E7F12B8FA}"/>
                </a:ext>
              </a:extLst>
            </p:cNvPr>
            <p:cNvSpPr/>
            <p:nvPr/>
          </p:nvSpPr>
          <p:spPr>
            <a:xfrm>
              <a:off x="6754802" y="918179"/>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895"/>
                    <a:pt x="81153" y="361333"/>
                    <a:pt x="180836" y="361333"/>
                  </a:cubicBezTo>
                  <a:cubicBezTo>
                    <a:pt x="280518" y="361333"/>
                    <a:pt x="361670" y="280257"/>
                    <a:pt x="361670" y="180667"/>
                  </a:cubicBezTo>
                  <a:cubicBezTo>
                    <a:pt x="361670" y="81077"/>
                    <a:pt x="280518"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234"/>
                    <a:pt x="273490" y="349204"/>
                    <a:pt x="180836" y="349204"/>
                  </a:cubicBezTo>
                  <a:close/>
                </a:path>
              </a:pathLst>
            </a:custGeom>
            <a:solidFill>
              <a:srgbClr val="0097A9"/>
            </a:solidFill>
            <a:ln w="6390" cap="flat">
              <a:noFill/>
              <a:prstDash val="solid"/>
              <a:miter/>
            </a:ln>
          </p:spPr>
          <p:txBody>
            <a:bodyPr rtlCol="0" anchor="ctr"/>
            <a:lstStyle/>
            <a:p>
              <a:endParaRPr lang="en-US"/>
            </a:p>
          </p:txBody>
        </p:sp>
        <p:sp>
          <p:nvSpPr>
            <p:cNvPr id="651" name="Graphic 4">
              <a:extLst>
                <a:ext uri="{FF2B5EF4-FFF2-40B4-BE49-F238E27FC236}">
                  <a16:creationId xmlns:a16="http://schemas.microsoft.com/office/drawing/2014/main" id="{8494BAC6-896F-D34D-BCCF-67FDE00529E5}"/>
                </a:ext>
              </a:extLst>
            </p:cNvPr>
            <p:cNvSpPr/>
            <p:nvPr/>
          </p:nvSpPr>
          <p:spPr>
            <a:xfrm>
              <a:off x="6841705" y="1005639"/>
              <a:ext cx="187225" cy="187050"/>
            </a:xfrm>
            <a:custGeom>
              <a:avLst/>
              <a:gdLst>
                <a:gd name="connsiteX0" fmla="*/ 180836 w 187225"/>
                <a:gd name="connsiteY0" fmla="*/ 0 h 187050"/>
                <a:gd name="connsiteX1" fmla="*/ 6390 w 187225"/>
                <a:gd name="connsiteY1" fmla="*/ 0 h 187050"/>
                <a:gd name="connsiteX2" fmla="*/ 0 w 187225"/>
                <a:gd name="connsiteY2" fmla="*/ 6384 h 187050"/>
                <a:gd name="connsiteX3" fmla="*/ 0 w 187225"/>
                <a:gd name="connsiteY3" fmla="*/ 180667 h 187050"/>
                <a:gd name="connsiteX4" fmla="*/ 6390 w 187225"/>
                <a:gd name="connsiteY4" fmla="*/ 187051 h 187050"/>
                <a:gd name="connsiteX5" fmla="*/ 180836 w 187225"/>
                <a:gd name="connsiteY5" fmla="*/ 187051 h 187050"/>
                <a:gd name="connsiteX6" fmla="*/ 187225 w 187225"/>
                <a:gd name="connsiteY6" fmla="*/ 180667 h 187050"/>
                <a:gd name="connsiteX7" fmla="*/ 187225 w 187225"/>
                <a:gd name="connsiteY7" fmla="*/ 6384 h 187050"/>
                <a:gd name="connsiteX8" fmla="*/ 180836 w 187225"/>
                <a:gd name="connsiteY8" fmla="*/ 0 h 187050"/>
                <a:gd name="connsiteX9" fmla="*/ 174446 w 187225"/>
                <a:gd name="connsiteY9" fmla="*/ 173644 h 187050"/>
                <a:gd name="connsiteX10" fmla="*/ 12780 w 187225"/>
                <a:gd name="connsiteY10" fmla="*/ 173644 h 187050"/>
                <a:gd name="connsiteX11" fmla="*/ 12780 w 187225"/>
                <a:gd name="connsiteY11" fmla="*/ 12130 h 187050"/>
                <a:gd name="connsiteX12" fmla="*/ 174446 w 187225"/>
                <a:gd name="connsiteY12" fmla="*/ 12130 h 187050"/>
                <a:gd name="connsiteX13" fmla="*/ 174446 w 187225"/>
                <a:gd name="connsiteY13" fmla="*/ 173644 h 187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7225" h="187050">
                  <a:moveTo>
                    <a:pt x="180836" y="0"/>
                  </a:moveTo>
                  <a:lnTo>
                    <a:pt x="6390" y="0"/>
                  </a:lnTo>
                  <a:cubicBezTo>
                    <a:pt x="2556" y="0"/>
                    <a:pt x="0" y="2554"/>
                    <a:pt x="0" y="6384"/>
                  </a:cubicBezTo>
                  <a:lnTo>
                    <a:pt x="0" y="180667"/>
                  </a:lnTo>
                  <a:cubicBezTo>
                    <a:pt x="0" y="184497"/>
                    <a:pt x="2556" y="187051"/>
                    <a:pt x="6390" y="187051"/>
                  </a:cubicBezTo>
                  <a:lnTo>
                    <a:pt x="180836" y="187051"/>
                  </a:lnTo>
                  <a:cubicBezTo>
                    <a:pt x="184669" y="187051"/>
                    <a:pt x="187225" y="184497"/>
                    <a:pt x="187225" y="180667"/>
                  </a:cubicBezTo>
                  <a:lnTo>
                    <a:pt x="187225" y="6384"/>
                  </a:lnTo>
                  <a:cubicBezTo>
                    <a:pt x="187225" y="2554"/>
                    <a:pt x="184669" y="0"/>
                    <a:pt x="180836" y="0"/>
                  </a:cubicBezTo>
                  <a:close/>
                  <a:moveTo>
                    <a:pt x="174446" y="173644"/>
                  </a:moveTo>
                  <a:lnTo>
                    <a:pt x="12780" y="173644"/>
                  </a:lnTo>
                  <a:lnTo>
                    <a:pt x="12780" y="12130"/>
                  </a:lnTo>
                  <a:lnTo>
                    <a:pt x="174446" y="12130"/>
                  </a:lnTo>
                  <a:lnTo>
                    <a:pt x="174446" y="173644"/>
                  </a:lnTo>
                  <a:close/>
                </a:path>
              </a:pathLst>
            </a:custGeom>
            <a:solidFill>
              <a:srgbClr val="0097A9"/>
            </a:solidFill>
            <a:ln w="6390" cap="flat">
              <a:noFill/>
              <a:prstDash val="solid"/>
              <a:miter/>
            </a:ln>
          </p:spPr>
          <p:txBody>
            <a:bodyPr rtlCol="0" anchor="ctr"/>
            <a:lstStyle/>
            <a:p>
              <a:endParaRPr lang="en-US"/>
            </a:p>
          </p:txBody>
        </p:sp>
      </p:grpSp>
      <p:grpSp>
        <p:nvGrpSpPr>
          <p:cNvPr id="652" name="Graphic 4">
            <a:extLst>
              <a:ext uri="{FF2B5EF4-FFF2-40B4-BE49-F238E27FC236}">
                <a16:creationId xmlns:a16="http://schemas.microsoft.com/office/drawing/2014/main" id="{20025973-BC9B-6547-9BA2-431864DCC9AA}"/>
              </a:ext>
            </a:extLst>
          </p:cNvPr>
          <p:cNvGrpSpPr/>
          <p:nvPr/>
        </p:nvGrpSpPr>
        <p:grpSpPr>
          <a:xfrm>
            <a:off x="5708769" y="918179"/>
            <a:ext cx="361670" cy="361333"/>
            <a:chOff x="5708769" y="918179"/>
            <a:chExt cx="361670" cy="361333"/>
          </a:xfrm>
          <a:solidFill>
            <a:srgbClr val="0097A9"/>
          </a:solidFill>
        </p:grpSpPr>
        <p:sp>
          <p:nvSpPr>
            <p:cNvPr id="653" name="Graphic 4">
              <a:extLst>
                <a:ext uri="{FF2B5EF4-FFF2-40B4-BE49-F238E27FC236}">
                  <a16:creationId xmlns:a16="http://schemas.microsoft.com/office/drawing/2014/main" id="{9097B5F2-E482-804E-8D0A-8132744A1C1D}"/>
                </a:ext>
              </a:extLst>
            </p:cNvPr>
            <p:cNvSpPr/>
            <p:nvPr/>
          </p:nvSpPr>
          <p:spPr>
            <a:xfrm>
              <a:off x="5708769"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0667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099"/>
                    <a:pt x="348890" y="180667"/>
                  </a:cubicBezTo>
                  <a:cubicBezTo>
                    <a:pt x="348890" y="273234"/>
                    <a:pt x="273489" y="349204"/>
                    <a:pt x="180835" y="349204"/>
                  </a:cubicBezTo>
                  <a:close/>
                </a:path>
              </a:pathLst>
            </a:custGeom>
            <a:solidFill>
              <a:srgbClr val="0097A9"/>
            </a:solidFill>
            <a:ln w="6390" cap="flat">
              <a:noFill/>
              <a:prstDash val="solid"/>
              <a:miter/>
            </a:ln>
          </p:spPr>
          <p:txBody>
            <a:bodyPr rtlCol="0" anchor="ctr"/>
            <a:lstStyle/>
            <a:p>
              <a:endParaRPr lang="en-US"/>
            </a:p>
          </p:txBody>
        </p:sp>
        <p:sp>
          <p:nvSpPr>
            <p:cNvPr id="654" name="Graphic 4">
              <a:extLst>
                <a:ext uri="{FF2B5EF4-FFF2-40B4-BE49-F238E27FC236}">
                  <a16:creationId xmlns:a16="http://schemas.microsoft.com/office/drawing/2014/main" id="{8C6EEF95-60A0-374A-AA65-38D2394BC77F}"/>
                </a:ext>
              </a:extLst>
            </p:cNvPr>
            <p:cNvSpPr/>
            <p:nvPr/>
          </p:nvSpPr>
          <p:spPr>
            <a:xfrm>
              <a:off x="5811008" y="999575"/>
              <a:ext cx="182113" cy="198222"/>
            </a:xfrm>
            <a:custGeom>
              <a:avLst/>
              <a:gdLst>
                <a:gd name="connsiteX0" fmla="*/ 178918 w 182113"/>
                <a:gd name="connsiteY0" fmla="*/ 93525 h 198222"/>
                <a:gd name="connsiteX1" fmla="*/ 9585 w 182113"/>
                <a:gd name="connsiteY1" fmla="*/ 958 h 198222"/>
                <a:gd name="connsiteX2" fmla="*/ 3195 w 182113"/>
                <a:gd name="connsiteY2" fmla="*/ 958 h 198222"/>
                <a:gd name="connsiteX3" fmla="*/ 0 w 182113"/>
                <a:gd name="connsiteY3" fmla="*/ 6703 h 198222"/>
                <a:gd name="connsiteX4" fmla="*/ 0 w 182113"/>
                <a:gd name="connsiteY4" fmla="*/ 191839 h 198222"/>
                <a:gd name="connsiteX5" fmla="*/ 3195 w 182113"/>
                <a:gd name="connsiteY5" fmla="*/ 197584 h 198222"/>
                <a:gd name="connsiteX6" fmla="*/ 6390 w 182113"/>
                <a:gd name="connsiteY6" fmla="*/ 198223 h 198222"/>
                <a:gd name="connsiteX7" fmla="*/ 9585 w 182113"/>
                <a:gd name="connsiteY7" fmla="*/ 197584 h 198222"/>
                <a:gd name="connsiteX8" fmla="*/ 178918 w 182113"/>
                <a:gd name="connsiteY8" fmla="*/ 105016 h 198222"/>
                <a:gd name="connsiteX9" fmla="*/ 182113 w 182113"/>
                <a:gd name="connsiteY9" fmla="*/ 99271 h 198222"/>
                <a:gd name="connsiteX10" fmla="*/ 178918 w 182113"/>
                <a:gd name="connsiteY10" fmla="*/ 93525 h 198222"/>
                <a:gd name="connsiteX11" fmla="*/ 12780 w 182113"/>
                <a:gd name="connsiteY11" fmla="*/ 180986 h 198222"/>
                <a:gd name="connsiteX12" fmla="*/ 12780 w 182113"/>
                <a:gd name="connsiteY12" fmla="*/ 17556 h 198222"/>
                <a:gd name="connsiteX13" fmla="*/ 162304 w 182113"/>
                <a:gd name="connsiteY13" fmla="*/ 99271 h 198222"/>
                <a:gd name="connsiteX14" fmla="*/ 12780 w 182113"/>
                <a:gd name="connsiteY14" fmla="*/ 180986 h 198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2113" h="198222">
                  <a:moveTo>
                    <a:pt x="178918" y="93525"/>
                  </a:moveTo>
                  <a:lnTo>
                    <a:pt x="9585" y="958"/>
                  </a:lnTo>
                  <a:cubicBezTo>
                    <a:pt x="7668" y="-319"/>
                    <a:pt x="5112" y="-319"/>
                    <a:pt x="3195" y="958"/>
                  </a:cubicBezTo>
                  <a:cubicBezTo>
                    <a:pt x="1278" y="2234"/>
                    <a:pt x="0" y="4150"/>
                    <a:pt x="0" y="6703"/>
                  </a:cubicBezTo>
                  <a:lnTo>
                    <a:pt x="0" y="191839"/>
                  </a:lnTo>
                  <a:cubicBezTo>
                    <a:pt x="0" y="194392"/>
                    <a:pt x="1278" y="196307"/>
                    <a:pt x="3195" y="197584"/>
                  </a:cubicBezTo>
                  <a:cubicBezTo>
                    <a:pt x="4473" y="198223"/>
                    <a:pt x="5112" y="198223"/>
                    <a:pt x="6390" y="198223"/>
                  </a:cubicBezTo>
                  <a:cubicBezTo>
                    <a:pt x="7668" y="198223"/>
                    <a:pt x="8307" y="198223"/>
                    <a:pt x="9585" y="197584"/>
                  </a:cubicBezTo>
                  <a:lnTo>
                    <a:pt x="178918" y="105016"/>
                  </a:lnTo>
                  <a:cubicBezTo>
                    <a:pt x="180835" y="103740"/>
                    <a:pt x="182113" y="101825"/>
                    <a:pt x="182113" y="99271"/>
                  </a:cubicBezTo>
                  <a:cubicBezTo>
                    <a:pt x="182113" y="96717"/>
                    <a:pt x="181474" y="94802"/>
                    <a:pt x="178918" y="93525"/>
                  </a:cubicBezTo>
                  <a:close/>
                  <a:moveTo>
                    <a:pt x="12780" y="180986"/>
                  </a:moveTo>
                  <a:lnTo>
                    <a:pt x="12780" y="17556"/>
                  </a:lnTo>
                  <a:lnTo>
                    <a:pt x="162304" y="99271"/>
                  </a:lnTo>
                  <a:lnTo>
                    <a:pt x="12780" y="180986"/>
                  </a:lnTo>
                  <a:close/>
                </a:path>
              </a:pathLst>
            </a:custGeom>
            <a:solidFill>
              <a:srgbClr val="0097A9"/>
            </a:solidFill>
            <a:ln w="6390" cap="flat">
              <a:noFill/>
              <a:prstDash val="solid"/>
              <a:miter/>
            </a:ln>
          </p:spPr>
          <p:txBody>
            <a:bodyPr rtlCol="0" anchor="ctr"/>
            <a:lstStyle/>
            <a:p>
              <a:endParaRPr lang="en-US"/>
            </a:p>
          </p:txBody>
        </p:sp>
      </p:grpSp>
      <p:grpSp>
        <p:nvGrpSpPr>
          <p:cNvPr id="655" name="Graphic 4">
            <a:extLst>
              <a:ext uri="{FF2B5EF4-FFF2-40B4-BE49-F238E27FC236}">
                <a16:creationId xmlns:a16="http://schemas.microsoft.com/office/drawing/2014/main" id="{7C01CEB6-740A-5A44-9C85-51390EA4B927}"/>
              </a:ext>
            </a:extLst>
          </p:cNvPr>
          <p:cNvGrpSpPr/>
          <p:nvPr/>
        </p:nvGrpSpPr>
        <p:grpSpPr>
          <a:xfrm>
            <a:off x="6754802" y="3339623"/>
            <a:ext cx="361670" cy="361333"/>
            <a:chOff x="6754802" y="3339623"/>
            <a:chExt cx="361670" cy="361333"/>
          </a:xfrm>
          <a:solidFill>
            <a:srgbClr val="0097A9"/>
          </a:solidFill>
        </p:grpSpPr>
        <p:sp>
          <p:nvSpPr>
            <p:cNvPr id="656" name="Graphic 4">
              <a:extLst>
                <a:ext uri="{FF2B5EF4-FFF2-40B4-BE49-F238E27FC236}">
                  <a16:creationId xmlns:a16="http://schemas.microsoft.com/office/drawing/2014/main" id="{188688E9-89DC-4A4D-88B7-15BC7462AD6D}"/>
                </a:ext>
              </a:extLst>
            </p:cNvPr>
            <p:cNvSpPr/>
            <p:nvPr/>
          </p:nvSpPr>
          <p:spPr>
            <a:xfrm>
              <a:off x="6754802" y="333962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895"/>
                    <a:pt x="81153" y="361333"/>
                    <a:pt x="180836" y="361333"/>
                  </a:cubicBezTo>
                  <a:cubicBezTo>
                    <a:pt x="281157" y="361333"/>
                    <a:pt x="361670" y="280257"/>
                    <a:pt x="361670" y="180667"/>
                  </a:cubicBezTo>
                  <a:cubicBezTo>
                    <a:pt x="361670" y="81077"/>
                    <a:pt x="280518" y="0"/>
                    <a:pt x="180836" y="0"/>
                  </a:cubicBezTo>
                  <a:close/>
                  <a:moveTo>
                    <a:pt x="180836" y="349204"/>
                  </a:moveTo>
                  <a:cubicBezTo>
                    <a:pt x="88181" y="349204"/>
                    <a:pt x="12780" y="273873"/>
                    <a:pt x="12780" y="181305"/>
                  </a:cubicBezTo>
                  <a:cubicBezTo>
                    <a:pt x="12780" y="88738"/>
                    <a:pt x="88181" y="13406"/>
                    <a:pt x="180836" y="13406"/>
                  </a:cubicBezTo>
                  <a:cubicBezTo>
                    <a:pt x="273490" y="13406"/>
                    <a:pt x="348890" y="88738"/>
                    <a:pt x="348890" y="181305"/>
                  </a:cubicBezTo>
                  <a:cubicBezTo>
                    <a:pt x="348890" y="273873"/>
                    <a:pt x="273490" y="349204"/>
                    <a:pt x="180836" y="349204"/>
                  </a:cubicBezTo>
                  <a:close/>
                </a:path>
              </a:pathLst>
            </a:custGeom>
            <a:solidFill>
              <a:srgbClr val="0097A9"/>
            </a:solidFill>
            <a:ln w="6390" cap="flat">
              <a:noFill/>
              <a:prstDash val="solid"/>
              <a:miter/>
            </a:ln>
          </p:spPr>
          <p:txBody>
            <a:bodyPr rtlCol="0" anchor="ctr"/>
            <a:lstStyle/>
            <a:p>
              <a:endParaRPr lang="en-US"/>
            </a:p>
          </p:txBody>
        </p:sp>
        <p:sp>
          <p:nvSpPr>
            <p:cNvPr id="657" name="Graphic 4">
              <a:extLst>
                <a:ext uri="{FF2B5EF4-FFF2-40B4-BE49-F238E27FC236}">
                  <a16:creationId xmlns:a16="http://schemas.microsoft.com/office/drawing/2014/main" id="{94CF9D4F-A03C-FF46-9092-8BC48A98BA44}"/>
                </a:ext>
              </a:extLst>
            </p:cNvPr>
            <p:cNvSpPr/>
            <p:nvPr/>
          </p:nvSpPr>
          <p:spPr>
            <a:xfrm>
              <a:off x="6806560" y="3466665"/>
              <a:ext cx="256888" cy="109165"/>
            </a:xfrm>
            <a:custGeom>
              <a:avLst/>
              <a:gdLst>
                <a:gd name="connsiteX0" fmla="*/ 203200 w 256888"/>
                <a:gd name="connsiteY0" fmla="*/ 0 h 109165"/>
                <a:gd name="connsiteX1" fmla="*/ 148886 w 256888"/>
                <a:gd name="connsiteY1" fmla="*/ 54264 h 109165"/>
                <a:gd name="connsiteX2" fmla="*/ 168056 w 256888"/>
                <a:gd name="connsiteY2" fmla="*/ 95760 h 109165"/>
                <a:gd name="connsiteX3" fmla="*/ 89459 w 256888"/>
                <a:gd name="connsiteY3" fmla="*/ 95760 h 109165"/>
                <a:gd name="connsiteX4" fmla="*/ 108629 w 256888"/>
                <a:gd name="connsiteY4" fmla="*/ 54264 h 109165"/>
                <a:gd name="connsiteX5" fmla="*/ 54314 w 256888"/>
                <a:gd name="connsiteY5" fmla="*/ 0 h 109165"/>
                <a:gd name="connsiteX6" fmla="*/ 0 w 256888"/>
                <a:gd name="connsiteY6" fmla="*/ 54264 h 109165"/>
                <a:gd name="connsiteX7" fmla="*/ 47925 w 256888"/>
                <a:gd name="connsiteY7" fmla="*/ 108528 h 109165"/>
                <a:gd name="connsiteX8" fmla="*/ 49842 w 256888"/>
                <a:gd name="connsiteY8" fmla="*/ 109166 h 109165"/>
                <a:gd name="connsiteX9" fmla="*/ 207034 w 256888"/>
                <a:gd name="connsiteY9" fmla="*/ 109166 h 109165"/>
                <a:gd name="connsiteX10" fmla="*/ 208951 w 256888"/>
                <a:gd name="connsiteY10" fmla="*/ 108528 h 109165"/>
                <a:gd name="connsiteX11" fmla="*/ 256876 w 256888"/>
                <a:gd name="connsiteY11" fmla="*/ 54264 h 109165"/>
                <a:gd name="connsiteX12" fmla="*/ 203200 w 256888"/>
                <a:gd name="connsiteY12" fmla="*/ 0 h 109165"/>
                <a:gd name="connsiteX13" fmla="*/ 12780 w 256888"/>
                <a:gd name="connsiteY13" fmla="*/ 54264 h 109165"/>
                <a:gd name="connsiteX14" fmla="*/ 54314 w 256888"/>
                <a:gd name="connsiteY14" fmla="*/ 12768 h 109165"/>
                <a:gd name="connsiteX15" fmla="*/ 95849 w 256888"/>
                <a:gd name="connsiteY15" fmla="*/ 54264 h 109165"/>
                <a:gd name="connsiteX16" fmla="*/ 54314 w 256888"/>
                <a:gd name="connsiteY16" fmla="*/ 95760 h 109165"/>
                <a:gd name="connsiteX17" fmla="*/ 12780 w 256888"/>
                <a:gd name="connsiteY17" fmla="*/ 54264 h 109165"/>
                <a:gd name="connsiteX18" fmla="*/ 203200 w 256888"/>
                <a:gd name="connsiteY18" fmla="*/ 95760 h 109165"/>
                <a:gd name="connsiteX19" fmla="*/ 161666 w 256888"/>
                <a:gd name="connsiteY19" fmla="*/ 54264 h 109165"/>
                <a:gd name="connsiteX20" fmla="*/ 203200 w 256888"/>
                <a:gd name="connsiteY20" fmla="*/ 12768 h 109165"/>
                <a:gd name="connsiteX21" fmla="*/ 244735 w 256888"/>
                <a:gd name="connsiteY21" fmla="*/ 54264 h 109165"/>
                <a:gd name="connsiteX22" fmla="*/ 203200 w 256888"/>
                <a:gd name="connsiteY22" fmla="*/ 95760 h 10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6888" h="109165">
                  <a:moveTo>
                    <a:pt x="203200" y="0"/>
                  </a:moveTo>
                  <a:cubicBezTo>
                    <a:pt x="173168" y="0"/>
                    <a:pt x="148886" y="24259"/>
                    <a:pt x="148886" y="54264"/>
                  </a:cubicBezTo>
                  <a:cubicBezTo>
                    <a:pt x="148886" y="70862"/>
                    <a:pt x="156553" y="86184"/>
                    <a:pt x="168056" y="95760"/>
                  </a:cubicBezTo>
                  <a:lnTo>
                    <a:pt x="89459" y="95760"/>
                  </a:lnTo>
                  <a:cubicBezTo>
                    <a:pt x="101600" y="85545"/>
                    <a:pt x="108629" y="70862"/>
                    <a:pt x="108629" y="54264"/>
                  </a:cubicBezTo>
                  <a:cubicBezTo>
                    <a:pt x="108629" y="24259"/>
                    <a:pt x="84348" y="0"/>
                    <a:pt x="54314" y="0"/>
                  </a:cubicBezTo>
                  <a:cubicBezTo>
                    <a:pt x="24282" y="0"/>
                    <a:pt x="0" y="24259"/>
                    <a:pt x="0" y="54264"/>
                  </a:cubicBezTo>
                  <a:cubicBezTo>
                    <a:pt x="0" y="82353"/>
                    <a:pt x="21087" y="105336"/>
                    <a:pt x="47925" y="108528"/>
                  </a:cubicBezTo>
                  <a:cubicBezTo>
                    <a:pt x="48564" y="108528"/>
                    <a:pt x="49203" y="109166"/>
                    <a:pt x="49842" y="109166"/>
                  </a:cubicBezTo>
                  <a:lnTo>
                    <a:pt x="207034" y="109166"/>
                  </a:lnTo>
                  <a:cubicBezTo>
                    <a:pt x="207673" y="109166"/>
                    <a:pt x="208313" y="109166"/>
                    <a:pt x="208951" y="108528"/>
                  </a:cubicBezTo>
                  <a:cubicBezTo>
                    <a:pt x="235789" y="105336"/>
                    <a:pt x="256876" y="82353"/>
                    <a:pt x="256876" y="54264"/>
                  </a:cubicBezTo>
                  <a:cubicBezTo>
                    <a:pt x="257515" y="24259"/>
                    <a:pt x="233233" y="0"/>
                    <a:pt x="203200" y="0"/>
                  </a:cubicBezTo>
                  <a:close/>
                  <a:moveTo>
                    <a:pt x="12780" y="54264"/>
                  </a:moveTo>
                  <a:cubicBezTo>
                    <a:pt x="12780" y="31281"/>
                    <a:pt x="31311" y="12768"/>
                    <a:pt x="54314" y="12768"/>
                  </a:cubicBezTo>
                  <a:cubicBezTo>
                    <a:pt x="77319" y="12768"/>
                    <a:pt x="95849" y="31281"/>
                    <a:pt x="95849" y="54264"/>
                  </a:cubicBezTo>
                  <a:cubicBezTo>
                    <a:pt x="95849" y="77246"/>
                    <a:pt x="77319" y="95760"/>
                    <a:pt x="54314" y="95760"/>
                  </a:cubicBezTo>
                  <a:cubicBezTo>
                    <a:pt x="31950" y="95760"/>
                    <a:pt x="12780" y="77246"/>
                    <a:pt x="12780" y="54264"/>
                  </a:cubicBezTo>
                  <a:close/>
                  <a:moveTo>
                    <a:pt x="203200" y="95760"/>
                  </a:moveTo>
                  <a:cubicBezTo>
                    <a:pt x="180197" y="95760"/>
                    <a:pt x="161666" y="77246"/>
                    <a:pt x="161666" y="54264"/>
                  </a:cubicBezTo>
                  <a:cubicBezTo>
                    <a:pt x="161666" y="31281"/>
                    <a:pt x="180197" y="12768"/>
                    <a:pt x="203200" y="12768"/>
                  </a:cubicBezTo>
                  <a:cubicBezTo>
                    <a:pt x="226204" y="12768"/>
                    <a:pt x="244735" y="31281"/>
                    <a:pt x="244735" y="54264"/>
                  </a:cubicBezTo>
                  <a:cubicBezTo>
                    <a:pt x="244735" y="77246"/>
                    <a:pt x="226204" y="95760"/>
                    <a:pt x="203200" y="95760"/>
                  </a:cubicBezTo>
                  <a:close/>
                </a:path>
              </a:pathLst>
            </a:custGeom>
            <a:solidFill>
              <a:srgbClr val="0097A9"/>
            </a:solidFill>
            <a:ln w="6390" cap="flat">
              <a:noFill/>
              <a:prstDash val="solid"/>
              <a:miter/>
            </a:ln>
          </p:spPr>
          <p:txBody>
            <a:bodyPr rtlCol="0" anchor="ctr"/>
            <a:lstStyle/>
            <a:p>
              <a:endParaRPr lang="en-US"/>
            </a:p>
          </p:txBody>
        </p:sp>
      </p:grpSp>
      <p:grpSp>
        <p:nvGrpSpPr>
          <p:cNvPr id="658" name="Graphic 4">
            <a:extLst>
              <a:ext uri="{FF2B5EF4-FFF2-40B4-BE49-F238E27FC236}">
                <a16:creationId xmlns:a16="http://schemas.microsoft.com/office/drawing/2014/main" id="{B6864A2C-C654-F449-8F08-B96D5A5761DD}"/>
              </a:ext>
            </a:extLst>
          </p:cNvPr>
          <p:cNvGrpSpPr/>
          <p:nvPr/>
        </p:nvGrpSpPr>
        <p:grpSpPr>
          <a:xfrm>
            <a:off x="5708769" y="1402085"/>
            <a:ext cx="361670" cy="361333"/>
            <a:chOff x="5708769" y="1402085"/>
            <a:chExt cx="361670" cy="361333"/>
          </a:xfrm>
          <a:solidFill>
            <a:srgbClr val="0097A9"/>
          </a:solidFill>
        </p:grpSpPr>
        <p:sp>
          <p:nvSpPr>
            <p:cNvPr id="659" name="Graphic 4">
              <a:extLst>
                <a:ext uri="{FF2B5EF4-FFF2-40B4-BE49-F238E27FC236}">
                  <a16:creationId xmlns:a16="http://schemas.microsoft.com/office/drawing/2014/main" id="{8F11A53D-5B9B-0441-A467-ABDF0AE301A4}"/>
                </a:ext>
              </a:extLst>
            </p:cNvPr>
            <p:cNvSpPr/>
            <p:nvPr/>
          </p:nvSpPr>
          <p:spPr>
            <a:xfrm>
              <a:off x="5708769"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1305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895"/>
                    <a:pt x="361670" y="181305"/>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97A9"/>
            </a:solidFill>
            <a:ln w="6390" cap="flat">
              <a:noFill/>
              <a:prstDash val="solid"/>
              <a:miter/>
            </a:ln>
          </p:spPr>
          <p:txBody>
            <a:bodyPr rtlCol="0" anchor="ctr"/>
            <a:lstStyle/>
            <a:p>
              <a:endParaRPr lang="en-US"/>
            </a:p>
          </p:txBody>
        </p:sp>
        <p:sp>
          <p:nvSpPr>
            <p:cNvPr id="660" name="Graphic 4">
              <a:extLst>
                <a:ext uri="{FF2B5EF4-FFF2-40B4-BE49-F238E27FC236}">
                  <a16:creationId xmlns:a16="http://schemas.microsoft.com/office/drawing/2014/main" id="{481547FE-D746-F344-89B1-D62F4F1E8A84}"/>
                </a:ext>
              </a:extLst>
            </p:cNvPr>
            <p:cNvSpPr/>
            <p:nvPr/>
          </p:nvSpPr>
          <p:spPr>
            <a:xfrm>
              <a:off x="5775864" y="1507101"/>
              <a:ext cx="201445" cy="151619"/>
            </a:xfrm>
            <a:custGeom>
              <a:avLst/>
              <a:gdLst>
                <a:gd name="connsiteX0" fmla="*/ 198088 w 201445"/>
                <a:gd name="connsiteY0" fmla="*/ 958 h 151619"/>
                <a:gd name="connsiteX1" fmla="*/ 191698 w 201445"/>
                <a:gd name="connsiteY1" fmla="*/ 958 h 151619"/>
                <a:gd name="connsiteX2" fmla="*/ 124604 w 201445"/>
                <a:gd name="connsiteY2" fmla="*/ 43092 h 151619"/>
                <a:gd name="connsiteX3" fmla="*/ 124604 w 201445"/>
                <a:gd name="connsiteY3" fmla="*/ 6703 h 151619"/>
                <a:gd name="connsiteX4" fmla="*/ 121409 w 201445"/>
                <a:gd name="connsiteY4" fmla="*/ 958 h 151619"/>
                <a:gd name="connsiteX5" fmla="*/ 115019 w 201445"/>
                <a:gd name="connsiteY5" fmla="*/ 958 h 151619"/>
                <a:gd name="connsiteX6" fmla="*/ 3195 w 201445"/>
                <a:gd name="connsiteY6" fmla="*/ 70543 h 151619"/>
                <a:gd name="connsiteX7" fmla="*/ 0 w 201445"/>
                <a:gd name="connsiteY7" fmla="*/ 75650 h 151619"/>
                <a:gd name="connsiteX8" fmla="*/ 3195 w 201445"/>
                <a:gd name="connsiteY8" fmla="*/ 80757 h 151619"/>
                <a:gd name="connsiteX9" fmla="*/ 115019 w 201445"/>
                <a:gd name="connsiteY9" fmla="*/ 150343 h 151619"/>
                <a:gd name="connsiteX10" fmla="*/ 121409 w 201445"/>
                <a:gd name="connsiteY10" fmla="*/ 150343 h 151619"/>
                <a:gd name="connsiteX11" fmla="*/ 124604 w 201445"/>
                <a:gd name="connsiteY11" fmla="*/ 144597 h 151619"/>
                <a:gd name="connsiteX12" fmla="*/ 124604 w 201445"/>
                <a:gd name="connsiteY12" fmla="*/ 108208 h 151619"/>
                <a:gd name="connsiteX13" fmla="*/ 191698 w 201445"/>
                <a:gd name="connsiteY13" fmla="*/ 150343 h 151619"/>
                <a:gd name="connsiteX14" fmla="*/ 194893 w 201445"/>
                <a:gd name="connsiteY14" fmla="*/ 151620 h 151619"/>
                <a:gd name="connsiteX15" fmla="*/ 198088 w 201445"/>
                <a:gd name="connsiteY15" fmla="*/ 150981 h 151619"/>
                <a:gd name="connsiteX16" fmla="*/ 201283 w 201445"/>
                <a:gd name="connsiteY16" fmla="*/ 145236 h 151619"/>
                <a:gd name="connsiteX17" fmla="*/ 201283 w 201445"/>
                <a:gd name="connsiteY17" fmla="*/ 5426 h 151619"/>
                <a:gd name="connsiteX18" fmla="*/ 198088 w 201445"/>
                <a:gd name="connsiteY18" fmla="*/ 958 h 151619"/>
                <a:gd name="connsiteX19" fmla="*/ 189142 w 201445"/>
                <a:gd name="connsiteY19" fmla="*/ 134383 h 151619"/>
                <a:gd name="connsiteX20" fmla="*/ 122048 w 201445"/>
                <a:gd name="connsiteY20" fmla="*/ 92887 h 151619"/>
                <a:gd name="connsiteX21" fmla="*/ 115658 w 201445"/>
                <a:gd name="connsiteY21" fmla="*/ 92887 h 151619"/>
                <a:gd name="connsiteX22" fmla="*/ 112463 w 201445"/>
                <a:gd name="connsiteY22" fmla="*/ 98633 h 151619"/>
                <a:gd name="connsiteX23" fmla="*/ 112463 w 201445"/>
                <a:gd name="connsiteY23" fmla="*/ 135021 h 151619"/>
                <a:gd name="connsiteX24" fmla="*/ 19170 w 201445"/>
                <a:gd name="connsiteY24" fmla="*/ 76927 h 151619"/>
                <a:gd name="connsiteX25" fmla="*/ 112463 w 201445"/>
                <a:gd name="connsiteY25" fmla="*/ 18833 h 151619"/>
                <a:gd name="connsiteX26" fmla="*/ 112463 w 201445"/>
                <a:gd name="connsiteY26" fmla="*/ 55222 h 151619"/>
                <a:gd name="connsiteX27" fmla="*/ 115658 w 201445"/>
                <a:gd name="connsiteY27" fmla="*/ 60967 h 151619"/>
                <a:gd name="connsiteX28" fmla="*/ 122048 w 201445"/>
                <a:gd name="connsiteY28" fmla="*/ 60967 h 151619"/>
                <a:gd name="connsiteX29" fmla="*/ 189142 w 201445"/>
                <a:gd name="connsiteY29" fmla="*/ 18833 h 151619"/>
                <a:gd name="connsiteX30" fmla="*/ 189142 w 201445"/>
                <a:gd name="connsiteY30" fmla="*/ 134383 h 151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01445" h="151619">
                  <a:moveTo>
                    <a:pt x="198088" y="958"/>
                  </a:moveTo>
                  <a:cubicBezTo>
                    <a:pt x="196171" y="-319"/>
                    <a:pt x="193615" y="-319"/>
                    <a:pt x="191698" y="958"/>
                  </a:cubicBezTo>
                  <a:lnTo>
                    <a:pt x="124604" y="43092"/>
                  </a:lnTo>
                  <a:lnTo>
                    <a:pt x="124604" y="6703"/>
                  </a:lnTo>
                  <a:cubicBezTo>
                    <a:pt x="124604" y="4150"/>
                    <a:pt x="123326" y="2234"/>
                    <a:pt x="121409" y="958"/>
                  </a:cubicBezTo>
                  <a:cubicBezTo>
                    <a:pt x="119492" y="-319"/>
                    <a:pt x="116936" y="-319"/>
                    <a:pt x="115019" y="958"/>
                  </a:cubicBezTo>
                  <a:lnTo>
                    <a:pt x="3195" y="70543"/>
                  </a:lnTo>
                  <a:cubicBezTo>
                    <a:pt x="1278" y="71820"/>
                    <a:pt x="0" y="73735"/>
                    <a:pt x="0" y="75650"/>
                  </a:cubicBezTo>
                  <a:cubicBezTo>
                    <a:pt x="0" y="77565"/>
                    <a:pt x="1278" y="80119"/>
                    <a:pt x="3195" y="80757"/>
                  </a:cubicBezTo>
                  <a:lnTo>
                    <a:pt x="115019" y="150343"/>
                  </a:lnTo>
                  <a:cubicBezTo>
                    <a:pt x="116936" y="151620"/>
                    <a:pt x="119492" y="151620"/>
                    <a:pt x="121409" y="150343"/>
                  </a:cubicBezTo>
                  <a:cubicBezTo>
                    <a:pt x="123326" y="149066"/>
                    <a:pt x="124604" y="147151"/>
                    <a:pt x="124604" y="144597"/>
                  </a:cubicBezTo>
                  <a:lnTo>
                    <a:pt x="124604" y="108208"/>
                  </a:lnTo>
                  <a:lnTo>
                    <a:pt x="191698" y="150343"/>
                  </a:lnTo>
                  <a:cubicBezTo>
                    <a:pt x="192976" y="150981"/>
                    <a:pt x="193615" y="151620"/>
                    <a:pt x="194893" y="151620"/>
                  </a:cubicBezTo>
                  <a:cubicBezTo>
                    <a:pt x="196171" y="151620"/>
                    <a:pt x="196810" y="151620"/>
                    <a:pt x="198088" y="150981"/>
                  </a:cubicBezTo>
                  <a:cubicBezTo>
                    <a:pt x="200005" y="149704"/>
                    <a:pt x="201283" y="147789"/>
                    <a:pt x="201283" y="145236"/>
                  </a:cubicBezTo>
                  <a:lnTo>
                    <a:pt x="201283" y="5426"/>
                  </a:lnTo>
                  <a:cubicBezTo>
                    <a:pt x="201922" y="4150"/>
                    <a:pt x="200644" y="2234"/>
                    <a:pt x="198088" y="958"/>
                  </a:cubicBezTo>
                  <a:close/>
                  <a:moveTo>
                    <a:pt x="189142" y="134383"/>
                  </a:moveTo>
                  <a:lnTo>
                    <a:pt x="122048" y="92887"/>
                  </a:lnTo>
                  <a:cubicBezTo>
                    <a:pt x="120131" y="91610"/>
                    <a:pt x="117575" y="91610"/>
                    <a:pt x="115658" y="92887"/>
                  </a:cubicBezTo>
                  <a:cubicBezTo>
                    <a:pt x="113741" y="94164"/>
                    <a:pt x="112463" y="96079"/>
                    <a:pt x="112463" y="98633"/>
                  </a:cubicBezTo>
                  <a:lnTo>
                    <a:pt x="112463" y="135021"/>
                  </a:lnTo>
                  <a:lnTo>
                    <a:pt x="19170" y="76927"/>
                  </a:lnTo>
                  <a:lnTo>
                    <a:pt x="112463" y="18833"/>
                  </a:lnTo>
                  <a:lnTo>
                    <a:pt x="112463" y="55222"/>
                  </a:lnTo>
                  <a:cubicBezTo>
                    <a:pt x="112463" y="57775"/>
                    <a:pt x="113741" y="59690"/>
                    <a:pt x="115658" y="60967"/>
                  </a:cubicBezTo>
                  <a:cubicBezTo>
                    <a:pt x="117575" y="62244"/>
                    <a:pt x="120131" y="62244"/>
                    <a:pt x="122048" y="60967"/>
                  </a:cubicBezTo>
                  <a:lnTo>
                    <a:pt x="189142" y="18833"/>
                  </a:lnTo>
                  <a:lnTo>
                    <a:pt x="189142" y="134383"/>
                  </a:lnTo>
                  <a:close/>
                </a:path>
              </a:pathLst>
            </a:custGeom>
            <a:solidFill>
              <a:srgbClr val="0097A9"/>
            </a:solidFill>
            <a:ln w="6390" cap="flat">
              <a:noFill/>
              <a:prstDash val="solid"/>
              <a:miter/>
            </a:ln>
          </p:spPr>
          <p:txBody>
            <a:bodyPr rtlCol="0" anchor="ctr"/>
            <a:lstStyle/>
            <a:p>
              <a:endParaRPr lang="en-US"/>
            </a:p>
          </p:txBody>
        </p:sp>
      </p:grpSp>
      <p:grpSp>
        <p:nvGrpSpPr>
          <p:cNvPr id="661" name="Graphic 4">
            <a:extLst>
              <a:ext uri="{FF2B5EF4-FFF2-40B4-BE49-F238E27FC236}">
                <a16:creationId xmlns:a16="http://schemas.microsoft.com/office/drawing/2014/main" id="{97E294CA-BFB4-6746-B49C-4E6266B5132D}"/>
              </a:ext>
            </a:extLst>
          </p:cNvPr>
          <p:cNvGrpSpPr/>
          <p:nvPr/>
        </p:nvGrpSpPr>
        <p:grpSpPr>
          <a:xfrm>
            <a:off x="6754802" y="2855717"/>
            <a:ext cx="361670" cy="361333"/>
            <a:chOff x="6754802" y="2855717"/>
            <a:chExt cx="361670" cy="361333"/>
          </a:xfrm>
          <a:solidFill>
            <a:srgbClr val="0097A9"/>
          </a:solidFill>
        </p:grpSpPr>
        <p:sp>
          <p:nvSpPr>
            <p:cNvPr id="662" name="Graphic 4">
              <a:extLst>
                <a:ext uri="{FF2B5EF4-FFF2-40B4-BE49-F238E27FC236}">
                  <a16:creationId xmlns:a16="http://schemas.microsoft.com/office/drawing/2014/main" id="{490D96CF-AC33-3447-8250-50EADDB595B8}"/>
                </a:ext>
              </a:extLst>
            </p:cNvPr>
            <p:cNvSpPr/>
            <p:nvPr/>
          </p:nvSpPr>
          <p:spPr>
            <a:xfrm>
              <a:off x="6754802" y="2855717"/>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6"/>
                    <a:pt x="0" y="180667"/>
                  </a:cubicBezTo>
                  <a:cubicBezTo>
                    <a:pt x="0" y="280895"/>
                    <a:pt x="81153" y="361333"/>
                    <a:pt x="180836" y="361333"/>
                  </a:cubicBezTo>
                  <a:cubicBezTo>
                    <a:pt x="280518" y="361333"/>
                    <a:pt x="361670" y="280257"/>
                    <a:pt x="361670" y="180667"/>
                  </a:cubicBezTo>
                  <a:cubicBezTo>
                    <a:pt x="361670" y="80438"/>
                    <a:pt x="280518"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234"/>
                    <a:pt x="273490" y="349204"/>
                    <a:pt x="180836" y="349204"/>
                  </a:cubicBezTo>
                  <a:close/>
                </a:path>
              </a:pathLst>
            </a:custGeom>
            <a:solidFill>
              <a:srgbClr val="0097A9"/>
            </a:solidFill>
            <a:ln w="6390" cap="flat">
              <a:noFill/>
              <a:prstDash val="solid"/>
              <a:miter/>
            </a:ln>
          </p:spPr>
          <p:txBody>
            <a:bodyPr rtlCol="0" anchor="ctr"/>
            <a:lstStyle/>
            <a:p>
              <a:endParaRPr lang="en-US"/>
            </a:p>
          </p:txBody>
        </p:sp>
        <p:sp>
          <p:nvSpPr>
            <p:cNvPr id="663" name="Graphic 4">
              <a:extLst>
                <a:ext uri="{FF2B5EF4-FFF2-40B4-BE49-F238E27FC236}">
                  <a16:creationId xmlns:a16="http://schemas.microsoft.com/office/drawing/2014/main" id="{05D47934-77DA-A348-B770-0A3B5599C55C}"/>
                </a:ext>
              </a:extLst>
            </p:cNvPr>
            <p:cNvSpPr/>
            <p:nvPr/>
          </p:nvSpPr>
          <p:spPr>
            <a:xfrm>
              <a:off x="6834676" y="2943178"/>
              <a:ext cx="201283" cy="186412"/>
            </a:xfrm>
            <a:custGeom>
              <a:avLst/>
              <a:gdLst>
                <a:gd name="connsiteX0" fmla="*/ 194893 w 201283"/>
                <a:gd name="connsiteY0" fmla="*/ 0 h 186412"/>
                <a:gd name="connsiteX1" fmla="*/ 188503 w 201283"/>
                <a:gd name="connsiteY1" fmla="*/ 6384 h 186412"/>
                <a:gd name="connsiteX2" fmla="*/ 188503 w 201283"/>
                <a:gd name="connsiteY2" fmla="*/ 81715 h 186412"/>
                <a:gd name="connsiteX3" fmla="*/ 86264 w 201283"/>
                <a:gd name="connsiteY3" fmla="*/ 17875 h 186412"/>
                <a:gd name="connsiteX4" fmla="*/ 79874 w 201283"/>
                <a:gd name="connsiteY4" fmla="*/ 17875 h 186412"/>
                <a:gd name="connsiteX5" fmla="*/ 76679 w 201283"/>
                <a:gd name="connsiteY5" fmla="*/ 23621 h 186412"/>
                <a:gd name="connsiteX6" fmla="*/ 76679 w 201283"/>
                <a:gd name="connsiteY6" fmla="*/ 60009 h 186412"/>
                <a:gd name="connsiteX7" fmla="*/ 9585 w 201283"/>
                <a:gd name="connsiteY7" fmla="*/ 17875 h 186412"/>
                <a:gd name="connsiteX8" fmla="*/ 3195 w 201283"/>
                <a:gd name="connsiteY8" fmla="*/ 17875 h 186412"/>
                <a:gd name="connsiteX9" fmla="*/ 0 w 201283"/>
                <a:gd name="connsiteY9" fmla="*/ 23621 h 186412"/>
                <a:gd name="connsiteX10" fmla="*/ 0 w 201283"/>
                <a:gd name="connsiteY10" fmla="*/ 163430 h 186412"/>
                <a:gd name="connsiteX11" fmla="*/ 3195 w 201283"/>
                <a:gd name="connsiteY11" fmla="*/ 169176 h 186412"/>
                <a:gd name="connsiteX12" fmla="*/ 6390 w 201283"/>
                <a:gd name="connsiteY12" fmla="*/ 169814 h 186412"/>
                <a:gd name="connsiteX13" fmla="*/ 9585 w 201283"/>
                <a:gd name="connsiteY13" fmla="*/ 168537 h 186412"/>
                <a:gd name="connsiteX14" fmla="*/ 76679 w 201283"/>
                <a:gd name="connsiteY14" fmla="*/ 126403 h 186412"/>
                <a:gd name="connsiteX15" fmla="*/ 76679 w 201283"/>
                <a:gd name="connsiteY15" fmla="*/ 162792 h 186412"/>
                <a:gd name="connsiteX16" fmla="*/ 79874 w 201283"/>
                <a:gd name="connsiteY16" fmla="*/ 168537 h 186412"/>
                <a:gd name="connsiteX17" fmla="*/ 86264 w 201283"/>
                <a:gd name="connsiteY17" fmla="*/ 168537 h 186412"/>
                <a:gd name="connsiteX18" fmla="*/ 188503 w 201283"/>
                <a:gd name="connsiteY18" fmla="*/ 104697 h 186412"/>
                <a:gd name="connsiteX19" fmla="*/ 188503 w 201283"/>
                <a:gd name="connsiteY19" fmla="*/ 180028 h 186412"/>
                <a:gd name="connsiteX20" fmla="*/ 194893 w 201283"/>
                <a:gd name="connsiteY20" fmla="*/ 186412 h 186412"/>
                <a:gd name="connsiteX21" fmla="*/ 201283 w 201283"/>
                <a:gd name="connsiteY21" fmla="*/ 180028 h 186412"/>
                <a:gd name="connsiteX22" fmla="*/ 201283 w 201283"/>
                <a:gd name="connsiteY22" fmla="*/ 7022 h 186412"/>
                <a:gd name="connsiteX23" fmla="*/ 194893 w 201283"/>
                <a:gd name="connsiteY23" fmla="*/ 0 h 186412"/>
                <a:gd name="connsiteX24" fmla="*/ 89459 w 201283"/>
                <a:gd name="connsiteY24" fmla="*/ 151300 h 186412"/>
                <a:gd name="connsiteX25" fmla="*/ 89459 w 201283"/>
                <a:gd name="connsiteY25" fmla="*/ 114912 h 186412"/>
                <a:gd name="connsiteX26" fmla="*/ 86264 w 201283"/>
                <a:gd name="connsiteY26" fmla="*/ 109166 h 186412"/>
                <a:gd name="connsiteX27" fmla="*/ 79874 w 201283"/>
                <a:gd name="connsiteY27" fmla="*/ 109166 h 186412"/>
                <a:gd name="connsiteX28" fmla="*/ 12780 w 201283"/>
                <a:gd name="connsiteY28" fmla="*/ 151300 h 186412"/>
                <a:gd name="connsiteX29" fmla="*/ 12780 w 201283"/>
                <a:gd name="connsiteY29" fmla="*/ 34473 h 186412"/>
                <a:gd name="connsiteX30" fmla="*/ 79874 w 201283"/>
                <a:gd name="connsiteY30" fmla="*/ 76608 h 186412"/>
                <a:gd name="connsiteX31" fmla="*/ 86264 w 201283"/>
                <a:gd name="connsiteY31" fmla="*/ 76608 h 186412"/>
                <a:gd name="connsiteX32" fmla="*/ 89459 w 201283"/>
                <a:gd name="connsiteY32" fmla="*/ 70862 h 186412"/>
                <a:gd name="connsiteX33" fmla="*/ 89459 w 201283"/>
                <a:gd name="connsiteY33" fmla="*/ 34473 h 186412"/>
                <a:gd name="connsiteX34" fmla="*/ 182752 w 201283"/>
                <a:gd name="connsiteY34" fmla="*/ 92568 h 186412"/>
                <a:gd name="connsiteX35" fmla="*/ 89459 w 201283"/>
                <a:gd name="connsiteY35" fmla="*/ 151300 h 18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1283" h="186412">
                  <a:moveTo>
                    <a:pt x="194893" y="0"/>
                  </a:moveTo>
                  <a:cubicBezTo>
                    <a:pt x="191059" y="0"/>
                    <a:pt x="188503" y="2554"/>
                    <a:pt x="188503" y="6384"/>
                  </a:cubicBezTo>
                  <a:lnTo>
                    <a:pt x="188503" y="81715"/>
                  </a:lnTo>
                  <a:lnTo>
                    <a:pt x="86264" y="17875"/>
                  </a:lnTo>
                  <a:cubicBezTo>
                    <a:pt x="84348" y="16598"/>
                    <a:pt x="81792" y="16598"/>
                    <a:pt x="79874" y="17875"/>
                  </a:cubicBezTo>
                  <a:cubicBezTo>
                    <a:pt x="77958" y="19152"/>
                    <a:pt x="76679" y="21067"/>
                    <a:pt x="76679" y="23621"/>
                  </a:cubicBezTo>
                  <a:lnTo>
                    <a:pt x="76679" y="60009"/>
                  </a:lnTo>
                  <a:lnTo>
                    <a:pt x="9585" y="17875"/>
                  </a:lnTo>
                  <a:cubicBezTo>
                    <a:pt x="7668" y="16598"/>
                    <a:pt x="5112" y="16598"/>
                    <a:pt x="3195" y="17875"/>
                  </a:cubicBezTo>
                  <a:cubicBezTo>
                    <a:pt x="1278" y="19152"/>
                    <a:pt x="0" y="21067"/>
                    <a:pt x="0" y="23621"/>
                  </a:cubicBezTo>
                  <a:lnTo>
                    <a:pt x="0" y="163430"/>
                  </a:lnTo>
                  <a:cubicBezTo>
                    <a:pt x="0" y="165984"/>
                    <a:pt x="1278" y="167899"/>
                    <a:pt x="3195" y="169176"/>
                  </a:cubicBezTo>
                  <a:cubicBezTo>
                    <a:pt x="4473" y="169814"/>
                    <a:pt x="5112" y="169814"/>
                    <a:pt x="6390" y="169814"/>
                  </a:cubicBezTo>
                  <a:cubicBezTo>
                    <a:pt x="7668" y="169814"/>
                    <a:pt x="8946" y="169176"/>
                    <a:pt x="9585" y="168537"/>
                  </a:cubicBezTo>
                  <a:lnTo>
                    <a:pt x="76679" y="126403"/>
                  </a:lnTo>
                  <a:lnTo>
                    <a:pt x="76679" y="162792"/>
                  </a:lnTo>
                  <a:cubicBezTo>
                    <a:pt x="76679" y="165345"/>
                    <a:pt x="77958" y="167260"/>
                    <a:pt x="79874" y="168537"/>
                  </a:cubicBezTo>
                  <a:cubicBezTo>
                    <a:pt x="81792" y="169814"/>
                    <a:pt x="84348" y="169814"/>
                    <a:pt x="86264" y="168537"/>
                  </a:cubicBezTo>
                  <a:lnTo>
                    <a:pt x="188503" y="104697"/>
                  </a:lnTo>
                  <a:lnTo>
                    <a:pt x="188503" y="180028"/>
                  </a:lnTo>
                  <a:cubicBezTo>
                    <a:pt x="188503" y="183859"/>
                    <a:pt x="191059" y="186412"/>
                    <a:pt x="194893" y="186412"/>
                  </a:cubicBezTo>
                  <a:cubicBezTo>
                    <a:pt x="198727" y="186412"/>
                    <a:pt x="201283" y="183859"/>
                    <a:pt x="201283" y="180028"/>
                  </a:cubicBezTo>
                  <a:lnTo>
                    <a:pt x="201283" y="7022"/>
                  </a:lnTo>
                  <a:cubicBezTo>
                    <a:pt x="201283" y="3192"/>
                    <a:pt x="198727" y="0"/>
                    <a:pt x="194893" y="0"/>
                  </a:cubicBezTo>
                  <a:close/>
                  <a:moveTo>
                    <a:pt x="89459" y="151300"/>
                  </a:moveTo>
                  <a:lnTo>
                    <a:pt x="89459" y="114912"/>
                  </a:lnTo>
                  <a:cubicBezTo>
                    <a:pt x="89459" y="112358"/>
                    <a:pt x="88181" y="110443"/>
                    <a:pt x="86264" y="109166"/>
                  </a:cubicBezTo>
                  <a:cubicBezTo>
                    <a:pt x="84348" y="107889"/>
                    <a:pt x="81792" y="107889"/>
                    <a:pt x="79874" y="109166"/>
                  </a:cubicBezTo>
                  <a:lnTo>
                    <a:pt x="12780" y="151300"/>
                  </a:lnTo>
                  <a:lnTo>
                    <a:pt x="12780" y="34473"/>
                  </a:lnTo>
                  <a:lnTo>
                    <a:pt x="79874" y="76608"/>
                  </a:lnTo>
                  <a:cubicBezTo>
                    <a:pt x="81792" y="77885"/>
                    <a:pt x="84348" y="77885"/>
                    <a:pt x="86264" y="76608"/>
                  </a:cubicBezTo>
                  <a:cubicBezTo>
                    <a:pt x="88181" y="75331"/>
                    <a:pt x="89459" y="73416"/>
                    <a:pt x="89459" y="70862"/>
                  </a:cubicBezTo>
                  <a:lnTo>
                    <a:pt x="89459" y="34473"/>
                  </a:lnTo>
                  <a:lnTo>
                    <a:pt x="182752" y="92568"/>
                  </a:lnTo>
                  <a:lnTo>
                    <a:pt x="89459" y="151300"/>
                  </a:lnTo>
                  <a:close/>
                </a:path>
              </a:pathLst>
            </a:custGeom>
            <a:solidFill>
              <a:srgbClr val="0097A9"/>
            </a:solidFill>
            <a:ln w="6390" cap="flat">
              <a:noFill/>
              <a:prstDash val="solid"/>
              <a:miter/>
            </a:ln>
          </p:spPr>
          <p:txBody>
            <a:bodyPr rtlCol="0" anchor="ctr"/>
            <a:lstStyle/>
            <a:p>
              <a:endParaRPr lang="en-US"/>
            </a:p>
          </p:txBody>
        </p:sp>
      </p:grpSp>
      <p:grpSp>
        <p:nvGrpSpPr>
          <p:cNvPr id="664" name="Graphic 4">
            <a:extLst>
              <a:ext uri="{FF2B5EF4-FFF2-40B4-BE49-F238E27FC236}">
                <a16:creationId xmlns:a16="http://schemas.microsoft.com/office/drawing/2014/main" id="{03E852F9-AEC6-5F48-AB9D-A7DD58DB8CF6}"/>
              </a:ext>
            </a:extLst>
          </p:cNvPr>
          <p:cNvGrpSpPr/>
          <p:nvPr/>
        </p:nvGrpSpPr>
        <p:grpSpPr>
          <a:xfrm>
            <a:off x="6754802" y="1893013"/>
            <a:ext cx="361670" cy="361333"/>
            <a:chOff x="6754802" y="1893013"/>
            <a:chExt cx="361670" cy="361333"/>
          </a:xfrm>
          <a:solidFill>
            <a:srgbClr val="0097A9"/>
          </a:solidFill>
        </p:grpSpPr>
        <p:sp>
          <p:nvSpPr>
            <p:cNvPr id="665" name="Graphic 4">
              <a:extLst>
                <a:ext uri="{FF2B5EF4-FFF2-40B4-BE49-F238E27FC236}">
                  <a16:creationId xmlns:a16="http://schemas.microsoft.com/office/drawing/2014/main" id="{6487F1BA-FE0A-D64F-BEC0-E0504B92A210}"/>
                </a:ext>
              </a:extLst>
            </p:cNvPr>
            <p:cNvSpPr/>
            <p:nvPr/>
          </p:nvSpPr>
          <p:spPr>
            <a:xfrm>
              <a:off x="6754802" y="189301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895"/>
                    <a:pt x="81153" y="361333"/>
                    <a:pt x="180836" y="361333"/>
                  </a:cubicBezTo>
                  <a:cubicBezTo>
                    <a:pt x="280518" y="361333"/>
                    <a:pt x="361670" y="280257"/>
                    <a:pt x="361670" y="180667"/>
                  </a:cubicBezTo>
                  <a:cubicBezTo>
                    <a:pt x="361670" y="81077"/>
                    <a:pt x="280518"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873"/>
                    <a:pt x="273490" y="349204"/>
                    <a:pt x="180836" y="349204"/>
                  </a:cubicBezTo>
                  <a:close/>
                </a:path>
              </a:pathLst>
            </a:custGeom>
            <a:solidFill>
              <a:srgbClr val="0097A9"/>
            </a:solidFill>
            <a:ln w="6390" cap="flat">
              <a:noFill/>
              <a:prstDash val="solid"/>
              <a:miter/>
            </a:ln>
          </p:spPr>
          <p:txBody>
            <a:bodyPr rtlCol="0" anchor="ctr"/>
            <a:lstStyle/>
            <a:p>
              <a:endParaRPr lang="en-US"/>
            </a:p>
          </p:txBody>
        </p:sp>
        <p:sp>
          <p:nvSpPr>
            <p:cNvPr id="666" name="Graphic 4">
              <a:extLst>
                <a:ext uri="{FF2B5EF4-FFF2-40B4-BE49-F238E27FC236}">
                  <a16:creationId xmlns:a16="http://schemas.microsoft.com/office/drawing/2014/main" id="{CECF4327-1E81-7E45-87D6-09911CD6DC48}"/>
                </a:ext>
              </a:extLst>
            </p:cNvPr>
            <p:cNvSpPr/>
            <p:nvPr/>
          </p:nvSpPr>
          <p:spPr>
            <a:xfrm>
              <a:off x="6862792" y="1980793"/>
              <a:ext cx="145690" cy="186092"/>
            </a:xfrm>
            <a:custGeom>
              <a:avLst/>
              <a:gdLst>
                <a:gd name="connsiteX0" fmla="*/ 139301 w 145690"/>
                <a:gd name="connsiteY0" fmla="*/ 319 h 186092"/>
                <a:gd name="connsiteX1" fmla="*/ 132911 w 145690"/>
                <a:gd name="connsiteY1" fmla="*/ 6703 h 186092"/>
                <a:gd name="connsiteX2" fmla="*/ 132911 w 145690"/>
                <a:gd name="connsiteY2" fmla="*/ 81396 h 186092"/>
                <a:gd name="connsiteX3" fmla="*/ 9585 w 145690"/>
                <a:gd name="connsiteY3" fmla="*/ 958 h 186092"/>
                <a:gd name="connsiteX4" fmla="*/ 3195 w 145690"/>
                <a:gd name="connsiteY4" fmla="*/ 958 h 186092"/>
                <a:gd name="connsiteX5" fmla="*/ 0 w 145690"/>
                <a:gd name="connsiteY5" fmla="*/ 6703 h 186092"/>
                <a:gd name="connsiteX6" fmla="*/ 0 w 145690"/>
                <a:gd name="connsiteY6" fmla="*/ 179709 h 186092"/>
                <a:gd name="connsiteX7" fmla="*/ 3195 w 145690"/>
                <a:gd name="connsiteY7" fmla="*/ 185455 h 186092"/>
                <a:gd name="connsiteX8" fmla="*/ 6390 w 145690"/>
                <a:gd name="connsiteY8" fmla="*/ 186093 h 186092"/>
                <a:gd name="connsiteX9" fmla="*/ 9585 w 145690"/>
                <a:gd name="connsiteY9" fmla="*/ 184816 h 186092"/>
                <a:gd name="connsiteX10" fmla="*/ 132911 w 145690"/>
                <a:gd name="connsiteY10" fmla="*/ 104378 h 186092"/>
                <a:gd name="connsiteX11" fmla="*/ 132911 w 145690"/>
                <a:gd name="connsiteY11" fmla="*/ 179071 h 186092"/>
                <a:gd name="connsiteX12" fmla="*/ 139301 w 145690"/>
                <a:gd name="connsiteY12" fmla="*/ 185455 h 186092"/>
                <a:gd name="connsiteX13" fmla="*/ 145691 w 145690"/>
                <a:gd name="connsiteY13" fmla="*/ 179071 h 186092"/>
                <a:gd name="connsiteX14" fmla="*/ 145691 w 145690"/>
                <a:gd name="connsiteY14" fmla="*/ 6065 h 186092"/>
                <a:gd name="connsiteX15" fmla="*/ 139301 w 145690"/>
                <a:gd name="connsiteY15" fmla="*/ 319 h 186092"/>
                <a:gd name="connsiteX16" fmla="*/ 12141 w 145690"/>
                <a:gd name="connsiteY16" fmla="*/ 168218 h 186092"/>
                <a:gd name="connsiteX17" fmla="*/ 12141 w 145690"/>
                <a:gd name="connsiteY17" fmla="*/ 18194 h 186092"/>
                <a:gd name="connsiteX18" fmla="*/ 127160 w 145690"/>
                <a:gd name="connsiteY18" fmla="*/ 92887 h 186092"/>
                <a:gd name="connsiteX19" fmla="*/ 12141 w 145690"/>
                <a:gd name="connsiteY19" fmla="*/ 168218 h 186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5690" h="186092">
                  <a:moveTo>
                    <a:pt x="139301" y="319"/>
                  </a:moveTo>
                  <a:cubicBezTo>
                    <a:pt x="135466" y="319"/>
                    <a:pt x="132911" y="2873"/>
                    <a:pt x="132911" y="6703"/>
                  </a:cubicBezTo>
                  <a:lnTo>
                    <a:pt x="132911" y="81396"/>
                  </a:lnTo>
                  <a:lnTo>
                    <a:pt x="9585" y="958"/>
                  </a:lnTo>
                  <a:cubicBezTo>
                    <a:pt x="7668" y="-319"/>
                    <a:pt x="5112" y="-319"/>
                    <a:pt x="3195" y="958"/>
                  </a:cubicBezTo>
                  <a:cubicBezTo>
                    <a:pt x="1278" y="2234"/>
                    <a:pt x="0" y="4150"/>
                    <a:pt x="0" y="6703"/>
                  </a:cubicBezTo>
                  <a:lnTo>
                    <a:pt x="0" y="179709"/>
                  </a:lnTo>
                  <a:cubicBezTo>
                    <a:pt x="0" y="182263"/>
                    <a:pt x="1278" y="184178"/>
                    <a:pt x="3195" y="185455"/>
                  </a:cubicBezTo>
                  <a:cubicBezTo>
                    <a:pt x="3834" y="186093"/>
                    <a:pt x="5112" y="186093"/>
                    <a:pt x="6390" y="186093"/>
                  </a:cubicBezTo>
                  <a:cubicBezTo>
                    <a:pt x="7668" y="186093"/>
                    <a:pt x="8946" y="185455"/>
                    <a:pt x="9585" y="184816"/>
                  </a:cubicBezTo>
                  <a:lnTo>
                    <a:pt x="132911" y="104378"/>
                  </a:lnTo>
                  <a:lnTo>
                    <a:pt x="132911" y="179071"/>
                  </a:lnTo>
                  <a:cubicBezTo>
                    <a:pt x="132911" y="182901"/>
                    <a:pt x="135466" y="185455"/>
                    <a:pt x="139301" y="185455"/>
                  </a:cubicBezTo>
                  <a:cubicBezTo>
                    <a:pt x="143135" y="185455"/>
                    <a:pt x="145691" y="182901"/>
                    <a:pt x="145691" y="179071"/>
                  </a:cubicBezTo>
                  <a:lnTo>
                    <a:pt x="145691" y="6065"/>
                  </a:lnTo>
                  <a:cubicBezTo>
                    <a:pt x="145691" y="2873"/>
                    <a:pt x="143135" y="319"/>
                    <a:pt x="139301" y="319"/>
                  </a:cubicBezTo>
                  <a:close/>
                  <a:moveTo>
                    <a:pt x="12141" y="168218"/>
                  </a:moveTo>
                  <a:lnTo>
                    <a:pt x="12141" y="18194"/>
                  </a:lnTo>
                  <a:lnTo>
                    <a:pt x="127160" y="92887"/>
                  </a:lnTo>
                  <a:lnTo>
                    <a:pt x="12141" y="168218"/>
                  </a:lnTo>
                  <a:close/>
                </a:path>
              </a:pathLst>
            </a:custGeom>
            <a:solidFill>
              <a:srgbClr val="0097A9"/>
            </a:solidFill>
            <a:ln w="6390" cap="flat">
              <a:noFill/>
              <a:prstDash val="solid"/>
              <a:miter/>
            </a:ln>
          </p:spPr>
          <p:txBody>
            <a:bodyPr rtlCol="0" anchor="ctr"/>
            <a:lstStyle/>
            <a:p>
              <a:endParaRPr lang="en-US"/>
            </a:p>
          </p:txBody>
        </p:sp>
      </p:grpSp>
      <p:grpSp>
        <p:nvGrpSpPr>
          <p:cNvPr id="667" name="Graphic 4">
            <a:extLst>
              <a:ext uri="{FF2B5EF4-FFF2-40B4-BE49-F238E27FC236}">
                <a16:creationId xmlns:a16="http://schemas.microsoft.com/office/drawing/2014/main" id="{29986BE8-ECE1-734B-AF01-68CAB82DEA9C}"/>
              </a:ext>
            </a:extLst>
          </p:cNvPr>
          <p:cNvGrpSpPr/>
          <p:nvPr/>
        </p:nvGrpSpPr>
        <p:grpSpPr>
          <a:xfrm>
            <a:off x="5708769" y="1893013"/>
            <a:ext cx="361670" cy="361333"/>
            <a:chOff x="5708769" y="1893013"/>
            <a:chExt cx="361670" cy="361333"/>
          </a:xfrm>
          <a:solidFill>
            <a:srgbClr val="0097A9"/>
          </a:solidFill>
        </p:grpSpPr>
        <p:sp>
          <p:nvSpPr>
            <p:cNvPr id="668" name="Graphic 4">
              <a:extLst>
                <a:ext uri="{FF2B5EF4-FFF2-40B4-BE49-F238E27FC236}">
                  <a16:creationId xmlns:a16="http://schemas.microsoft.com/office/drawing/2014/main" id="{8D40296B-0959-8B49-A98C-9605C55F289E}"/>
                </a:ext>
              </a:extLst>
            </p:cNvPr>
            <p:cNvSpPr/>
            <p:nvPr/>
          </p:nvSpPr>
          <p:spPr>
            <a:xfrm>
              <a:off x="5708769"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97A9"/>
            </a:solidFill>
            <a:ln w="6390" cap="flat">
              <a:noFill/>
              <a:prstDash val="solid"/>
              <a:miter/>
            </a:ln>
          </p:spPr>
          <p:txBody>
            <a:bodyPr rtlCol="0" anchor="ctr"/>
            <a:lstStyle/>
            <a:p>
              <a:endParaRPr lang="en-US"/>
            </a:p>
          </p:txBody>
        </p:sp>
        <p:sp>
          <p:nvSpPr>
            <p:cNvPr id="669" name="Graphic 4">
              <a:extLst>
                <a:ext uri="{FF2B5EF4-FFF2-40B4-BE49-F238E27FC236}">
                  <a16:creationId xmlns:a16="http://schemas.microsoft.com/office/drawing/2014/main" id="{FCDE46F7-DF62-C347-8A8E-59A676CABD96}"/>
                </a:ext>
              </a:extLst>
            </p:cNvPr>
            <p:cNvSpPr/>
            <p:nvPr/>
          </p:nvSpPr>
          <p:spPr>
            <a:xfrm>
              <a:off x="5816759" y="1980793"/>
              <a:ext cx="145690" cy="186731"/>
            </a:xfrm>
            <a:custGeom>
              <a:avLst/>
              <a:gdLst>
                <a:gd name="connsiteX0" fmla="*/ 142496 w 145690"/>
                <a:gd name="connsiteY0" fmla="*/ 958 h 186731"/>
                <a:gd name="connsiteX1" fmla="*/ 136106 w 145690"/>
                <a:gd name="connsiteY1" fmla="*/ 958 h 186731"/>
                <a:gd name="connsiteX2" fmla="*/ 12780 w 145690"/>
                <a:gd name="connsiteY2" fmla="*/ 81396 h 186731"/>
                <a:gd name="connsiteX3" fmla="*/ 12780 w 145690"/>
                <a:gd name="connsiteY3" fmla="*/ 6703 h 186731"/>
                <a:gd name="connsiteX4" fmla="*/ 6390 w 145690"/>
                <a:gd name="connsiteY4" fmla="*/ 319 h 186731"/>
                <a:gd name="connsiteX5" fmla="*/ 0 w 145690"/>
                <a:gd name="connsiteY5" fmla="*/ 6703 h 186731"/>
                <a:gd name="connsiteX6" fmla="*/ 0 w 145690"/>
                <a:gd name="connsiteY6" fmla="*/ 179709 h 186731"/>
                <a:gd name="connsiteX7" fmla="*/ 6390 w 145690"/>
                <a:gd name="connsiteY7" fmla="*/ 186093 h 186731"/>
                <a:gd name="connsiteX8" fmla="*/ 12780 w 145690"/>
                <a:gd name="connsiteY8" fmla="*/ 179709 h 186731"/>
                <a:gd name="connsiteX9" fmla="*/ 12780 w 145690"/>
                <a:gd name="connsiteY9" fmla="*/ 105017 h 186731"/>
                <a:gd name="connsiteX10" fmla="*/ 136106 w 145690"/>
                <a:gd name="connsiteY10" fmla="*/ 185455 h 186731"/>
                <a:gd name="connsiteX11" fmla="*/ 139301 w 145690"/>
                <a:gd name="connsiteY11" fmla="*/ 186731 h 186731"/>
                <a:gd name="connsiteX12" fmla="*/ 142496 w 145690"/>
                <a:gd name="connsiteY12" fmla="*/ 186093 h 186731"/>
                <a:gd name="connsiteX13" fmla="*/ 145690 w 145690"/>
                <a:gd name="connsiteY13" fmla="*/ 180347 h 186731"/>
                <a:gd name="connsiteX14" fmla="*/ 145690 w 145690"/>
                <a:gd name="connsiteY14" fmla="*/ 7341 h 186731"/>
                <a:gd name="connsiteX15" fmla="*/ 142496 w 145690"/>
                <a:gd name="connsiteY15" fmla="*/ 958 h 186731"/>
                <a:gd name="connsiteX16" fmla="*/ 132911 w 145690"/>
                <a:gd name="connsiteY16" fmla="*/ 168218 h 186731"/>
                <a:gd name="connsiteX17" fmla="*/ 17892 w 145690"/>
                <a:gd name="connsiteY17" fmla="*/ 93525 h 186731"/>
                <a:gd name="connsiteX18" fmla="*/ 132911 w 145690"/>
                <a:gd name="connsiteY18" fmla="*/ 18833 h 186731"/>
                <a:gd name="connsiteX19" fmla="*/ 132911 w 145690"/>
                <a:gd name="connsiteY19" fmla="*/ 168218 h 186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5690" h="186731">
                  <a:moveTo>
                    <a:pt x="142496" y="958"/>
                  </a:moveTo>
                  <a:cubicBezTo>
                    <a:pt x="140579" y="-319"/>
                    <a:pt x="138023" y="-319"/>
                    <a:pt x="136106" y="958"/>
                  </a:cubicBezTo>
                  <a:lnTo>
                    <a:pt x="12780" y="81396"/>
                  </a:lnTo>
                  <a:lnTo>
                    <a:pt x="12780" y="6703"/>
                  </a:lnTo>
                  <a:cubicBezTo>
                    <a:pt x="12780" y="2873"/>
                    <a:pt x="10224" y="319"/>
                    <a:pt x="6390" y="319"/>
                  </a:cubicBezTo>
                  <a:cubicBezTo>
                    <a:pt x="2556" y="319"/>
                    <a:pt x="0" y="2873"/>
                    <a:pt x="0" y="6703"/>
                  </a:cubicBezTo>
                  <a:lnTo>
                    <a:pt x="0" y="179709"/>
                  </a:lnTo>
                  <a:cubicBezTo>
                    <a:pt x="0" y="183539"/>
                    <a:pt x="2556" y="186093"/>
                    <a:pt x="6390" y="186093"/>
                  </a:cubicBezTo>
                  <a:cubicBezTo>
                    <a:pt x="10224" y="186093"/>
                    <a:pt x="12780" y="183539"/>
                    <a:pt x="12780" y="179709"/>
                  </a:cubicBezTo>
                  <a:lnTo>
                    <a:pt x="12780" y="105017"/>
                  </a:lnTo>
                  <a:lnTo>
                    <a:pt x="136106" y="185455"/>
                  </a:lnTo>
                  <a:cubicBezTo>
                    <a:pt x="137384" y="186093"/>
                    <a:pt x="138662" y="186731"/>
                    <a:pt x="139301" y="186731"/>
                  </a:cubicBezTo>
                  <a:cubicBezTo>
                    <a:pt x="140579" y="186731"/>
                    <a:pt x="141218" y="186731"/>
                    <a:pt x="142496" y="186093"/>
                  </a:cubicBezTo>
                  <a:cubicBezTo>
                    <a:pt x="144413" y="184816"/>
                    <a:pt x="145690" y="182901"/>
                    <a:pt x="145690" y="180347"/>
                  </a:cubicBezTo>
                  <a:lnTo>
                    <a:pt x="145690" y="7341"/>
                  </a:lnTo>
                  <a:cubicBezTo>
                    <a:pt x="145690" y="4150"/>
                    <a:pt x="144413" y="2234"/>
                    <a:pt x="142496" y="958"/>
                  </a:cubicBezTo>
                  <a:close/>
                  <a:moveTo>
                    <a:pt x="132911" y="168218"/>
                  </a:moveTo>
                  <a:lnTo>
                    <a:pt x="17892" y="93525"/>
                  </a:lnTo>
                  <a:lnTo>
                    <a:pt x="132911" y="18833"/>
                  </a:lnTo>
                  <a:lnTo>
                    <a:pt x="132911" y="168218"/>
                  </a:lnTo>
                  <a:close/>
                </a:path>
              </a:pathLst>
            </a:custGeom>
            <a:solidFill>
              <a:srgbClr val="0097A9"/>
            </a:solidFill>
            <a:ln w="6390" cap="flat">
              <a:noFill/>
              <a:prstDash val="solid"/>
              <a:miter/>
            </a:ln>
          </p:spPr>
          <p:txBody>
            <a:bodyPr rtlCol="0" anchor="ctr"/>
            <a:lstStyle/>
            <a:p>
              <a:endParaRPr lang="en-US"/>
            </a:p>
          </p:txBody>
        </p:sp>
      </p:grpSp>
      <p:grpSp>
        <p:nvGrpSpPr>
          <p:cNvPr id="670" name="Graphic 4">
            <a:extLst>
              <a:ext uri="{FF2B5EF4-FFF2-40B4-BE49-F238E27FC236}">
                <a16:creationId xmlns:a16="http://schemas.microsoft.com/office/drawing/2014/main" id="{7DBCF419-7FBD-9546-8A73-521A906913E6}"/>
              </a:ext>
            </a:extLst>
          </p:cNvPr>
          <p:cNvGrpSpPr/>
          <p:nvPr/>
        </p:nvGrpSpPr>
        <p:grpSpPr>
          <a:xfrm>
            <a:off x="467743" y="4308712"/>
            <a:ext cx="361670" cy="361333"/>
            <a:chOff x="467743" y="4308712"/>
            <a:chExt cx="361670" cy="361333"/>
          </a:xfrm>
          <a:solidFill>
            <a:srgbClr val="007680"/>
          </a:solidFill>
        </p:grpSpPr>
        <p:sp>
          <p:nvSpPr>
            <p:cNvPr id="671" name="Graphic 4">
              <a:extLst>
                <a:ext uri="{FF2B5EF4-FFF2-40B4-BE49-F238E27FC236}">
                  <a16:creationId xmlns:a16="http://schemas.microsoft.com/office/drawing/2014/main" id="{01F31FC4-1D38-BA4F-B505-C920A8035DAF}"/>
                </a:ext>
              </a:extLst>
            </p:cNvPr>
            <p:cNvSpPr/>
            <p:nvPr/>
          </p:nvSpPr>
          <p:spPr>
            <a:xfrm>
              <a:off x="467743"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234"/>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672" name="Graphic 4">
              <a:extLst>
                <a:ext uri="{FF2B5EF4-FFF2-40B4-BE49-F238E27FC236}">
                  <a16:creationId xmlns:a16="http://schemas.microsoft.com/office/drawing/2014/main" id="{260A90E6-182C-A348-8EF4-E2EA05508778}"/>
                </a:ext>
              </a:extLst>
            </p:cNvPr>
            <p:cNvSpPr/>
            <p:nvPr/>
          </p:nvSpPr>
          <p:spPr>
            <a:xfrm>
              <a:off x="538910" y="4380372"/>
              <a:ext cx="217740" cy="217534"/>
            </a:xfrm>
            <a:custGeom>
              <a:avLst/>
              <a:gdLst>
                <a:gd name="connsiteX0" fmla="*/ 211907 w 217740"/>
                <a:gd name="connsiteY0" fmla="*/ 91770 h 217534"/>
                <a:gd name="connsiteX1" fmla="*/ 55993 w 217740"/>
                <a:gd name="connsiteY1" fmla="*/ 91770 h 217534"/>
                <a:gd name="connsiteX2" fmla="*/ 72607 w 217740"/>
                <a:gd name="connsiteY2" fmla="*/ 86024 h 217534"/>
                <a:gd name="connsiteX3" fmla="*/ 73246 w 217740"/>
                <a:gd name="connsiteY3" fmla="*/ 86024 h 217534"/>
                <a:gd name="connsiteX4" fmla="*/ 126282 w 217740"/>
                <a:gd name="connsiteY4" fmla="*/ 68149 h 217534"/>
                <a:gd name="connsiteX5" fmla="*/ 127560 w 217740"/>
                <a:gd name="connsiteY5" fmla="*/ 67510 h 217534"/>
                <a:gd name="connsiteX6" fmla="*/ 179319 w 217740"/>
                <a:gd name="connsiteY6" fmla="*/ 49635 h 217534"/>
                <a:gd name="connsiteX7" fmla="*/ 181236 w 217740"/>
                <a:gd name="connsiteY7" fmla="*/ 48997 h 217534"/>
                <a:gd name="connsiteX8" fmla="*/ 197849 w 217740"/>
                <a:gd name="connsiteY8" fmla="*/ 43251 h 217534"/>
                <a:gd name="connsiteX9" fmla="*/ 201683 w 217740"/>
                <a:gd name="connsiteY9" fmla="*/ 34952 h 217534"/>
                <a:gd name="connsiteX10" fmla="*/ 191459 w 217740"/>
                <a:gd name="connsiteY10" fmla="*/ 4309 h 217534"/>
                <a:gd name="connsiteX11" fmla="*/ 188264 w 217740"/>
                <a:gd name="connsiteY11" fmla="*/ 479 h 217534"/>
                <a:gd name="connsiteX12" fmla="*/ 183153 w 217740"/>
                <a:gd name="connsiteY12" fmla="*/ 479 h 217534"/>
                <a:gd name="connsiteX13" fmla="*/ 4234 w 217740"/>
                <a:gd name="connsiteY13" fmla="*/ 61765 h 217534"/>
                <a:gd name="connsiteX14" fmla="*/ 400 w 217740"/>
                <a:gd name="connsiteY14" fmla="*/ 70064 h 217534"/>
                <a:gd name="connsiteX15" fmla="*/ 10624 w 217740"/>
                <a:gd name="connsiteY15" fmla="*/ 99430 h 217534"/>
                <a:gd name="connsiteX16" fmla="*/ 10624 w 217740"/>
                <a:gd name="connsiteY16" fmla="*/ 211150 h 217534"/>
                <a:gd name="connsiteX17" fmla="*/ 17014 w 217740"/>
                <a:gd name="connsiteY17" fmla="*/ 217534 h 217534"/>
                <a:gd name="connsiteX18" fmla="*/ 211268 w 217740"/>
                <a:gd name="connsiteY18" fmla="*/ 217534 h 217534"/>
                <a:gd name="connsiteX19" fmla="*/ 217658 w 217740"/>
                <a:gd name="connsiteY19" fmla="*/ 211150 h 217534"/>
                <a:gd name="connsiteX20" fmla="*/ 217658 w 217740"/>
                <a:gd name="connsiteY20" fmla="*/ 98154 h 217534"/>
                <a:gd name="connsiteX21" fmla="*/ 211907 w 217740"/>
                <a:gd name="connsiteY21" fmla="*/ 91770 h 217534"/>
                <a:gd name="connsiteX22" fmla="*/ 205517 w 217740"/>
                <a:gd name="connsiteY22" fmla="*/ 124328 h 217534"/>
                <a:gd name="connsiteX23" fmla="*/ 190181 w 217740"/>
                <a:gd name="connsiteY23" fmla="*/ 124328 h 217534"/>
                <a:gd name="connsiteX24" fmla="*/ 170373 w 217740"/>
                <a:gd name="connsiteY24" fmla="*/ 104538 h 217534"/>
                <a:gd name="connsiteX25" fmla="*/ 204878 w 217740"/>
                <a:gd name="connsiteY25" fmla="*/ 104538 h 217534"/>
                <a:gd name="connsiteX26" fmla="*/ 205517 w 217740"/>
                <a:gd name="connsiteY26" fmla="*/ 124328 h 217534"/>
                <a:gd name="connsiteX27" fmla="*/ 205517 w 217740"/>
                <a:gd name="connsiteY27" fmla="*/ 124328 h 217534"/>
                <a:gd name="connsiteX28" fmla="*/ 133950 w 217740"/>
                <a:gd name="connsiteY28" fmla="*/ 124328 h 217534"/>
                <a:gd name="connsiteX29" fmla="*/ 114141 w 217740"/>
                <a:gd name="connsiteY29" fmla="*/ 104538 h 217534"/>
                <a:gd name="connsiteX30" fmla="*/ 152481 w 217740"/>
                <a:gd name="connsiteY30" fmla="*/ 104538 h 217534"/>
                <a:gd name="connsiteX31" fmla="*/ 172290 w 217740"/>
                <a:gd name="connsiteY31" fmla="*/ 124328 h 217534"/>
                <a:gd name="connsiteX32" fmla="*/ 133950 w 217740"/>
                <a:gd name="connsiteY32" fmla="*/ 124328 h 217534"/>
                <a:gd name="connsiteX33" fmla="*/ 77080 w 217740"/>
                <a:gd name="connsiteY33" fmla="*/ 124328 h 217534"/>
                <a:gd name="connsiteX34" fmla="*/ 57271 w 217740"/>
                <a:gd name="connsiteY34" fmla="*/ 104538 h 217534"/>
                <a:gd name="connsiteX35" fmla="*/ 95610 w 217740"/>
                <a:gd name="connsiteY35" fmla="*/ 104538 h 217534"/>
                <a:gd name="connsiteX36" fmla="*/ 115419 w 217740"/>
                <a:gd name="connsiteY36" fmla="*/ 124328 h 217534"/>
                <a:gd name="connsiteX37" fmla="*/ 77080 w 217740"/>
                <a:gd name="connsiteY37" fmla="*/ 124328 h 217534"/>
                <a:gd name="connsiteX38" fmla="*/ 24043 w 217740"/>
                <a:gd name="connsiteY38" fmla="*/ 104538 h 217534"/>
                <a:gd name="connsiteX39" fmla="*/ 39379 w 217740"/>
                <a:gd name="connsiteY39" fmla="*/ 104538 h 217534"/>
                <a:gd name="connsiteX40" fmla="*/ 59188 w 217740"/>
                <a:gd name="connsiteY40" fmla="*/ 124328 h 217534"/>
                <a:gd name="connsiteX41" fmla="*/ 24682 w 217740"/>
                <a:gd name="connsiteY41" fmla="*/ 124328 h 217534"/>
                <a:gd name="connsiteX42" fmla="*/ 24043 w 217740"/>
                <a:gd name="connsiteY42" fmla="*/ 104538 h 217534"/>
                <a:gd name="connsiteX43" fmla="*/ 24043 w 217740"/>
                <a:gd name="connsiteY43" fmla="*/ 104538 h 217534"/>
                <a:gd name="connsiteX44" fmla="*/ 83470 w 217740"/>
                <a:gd name="connsiteY44" fmla="*/ 48359 h 217534"/>
                <a:gd name="connsiteX45" fmla="*/ 108390 w 217740"/>
                <a:gd name="connsiteY45" fmla="*/ 60488 h 217534"/>
                <a:gd name="connsiteX46" fmla="*/ 71968 w 217740"/>
                <a:gd name="connsiteY46" fmla="*/ 73256 h 217534"/>
                <a:gd name="connsiteX47" fmla="*/ 47047 w 217740"/>
                <a:gd name="connsiteY47" fmla="*/ 61127 h 217534"/>
                <a:gd name="connsiteX48" fmla="*/ 83470 w 217740"/>
                <a:gd name="connsiteY48" fmla="*/ 48359 h 217534"/>
                <a:gd name="connsiteX49" fmla="*/ 137145 w 217740"/>
                <a:gd name="connsiteY49" fmla="*/ 30483 h 217534"/>
                <a:gd name="connsiteX50" fmla="*/ 162066 w 217740"/>
                <a:gd name="connsiteY50" fmla="*/ 42613 h 217534"/>
                <a:gd name="connsiteX51" fmla="*/ 125643 w 217740"/>
                <a:gd name="connsiteY51" fmla="*/ 55381 h 217534"/>
                <a:gd name="connsiteX52" fmla="*/ 100722 w 217740"/>
                <a:gd name="connsiteY52" fmla="*/ 43251 h 217534"/>
                <a:gd name="connsiteX53" fmla="*/ 137145 w 217740"/>
                <a:gd name="connsiteY53" fmla="*/ 30483 h 217534"/>
                <a:gd name="connsiteX54" fmla="*/ 188264 w 217740"/>
                <a:gd name="connsiteY54" fmla="*/ 33037 h 217534"/>
                <a:gd name="connsiteX55" fmla="*/ 178680 w 217740"/>
                <a:gd name="connsiteY55" fmla="*/ 36229 h 217534"/>
                <a:gd name="connsiteX56" fmla="*/ 153759 w 217740"/>
                <a:gd name="connsiteY56" fmla="*/ 24099 h 217534"/>
                <a:gd name="connsiteX57" fmla="*/ 181875 w 217740"/>
                <a:gd name="connsiteY57" fmla="*/ 14524 h 217534"/>
                <a:gd name="connsiteX58" fmla="*/ 188264 w 217740"/>
                <a:gd name="connsiteY58" fmla="*/ 33037 h 217534"/>
                <a:gd name="connsiteX59" fmla="*/ 29794 w 217740"/>
                <a:gd name="connsiteY59" fmla="*/ 66872 h 217534"/>
                <a:gd name="connsiteX60" fmla="*/ 54715 w 217740"/>
                <a:gd name="connsiteY60" fmla="*/ 79002 h 217534"/>
                <a:gd name="connsiteX61" fmla="*/ 22126 w 217740"/>
                <a:gd name="connsiteY61" fmla="*/ 90493 h 217534"/>
                <a:gd name="connsiteX62" fmla="*/ 15736 w 217740"/>
                <a:gd name="connsiteY62" fmla="*/ 71979 h 217534"/>
                <a:gd name="connsiteX63" fmla="*/ 29794 w 217740"/>
                <a:gd name="connsiteY63" fmla="*/ 66872 h 217534"/>
                <a:gd name="connsiteX64" fmla="*/ 24043 w 217740"/>
                <a:gd name="connsiteY64" fmla="*/ 205405 h 217534"/>
                <a:gd name="connsiteX65" fmla="*/ 24043 w 217740"/>
                <a:gd name="connsiteY65" fmla="*/ 137096 h 217534"/>
                <a:gd name="connsiteX66" fmla="*/ 205517 w 217740"/>
                <a:gd name="connsiteY66" fmla="*/ 137096 h 217534"/>
                <a:gd name="connsiteX67" fmla="*/ 205517 w 217740"/>
                <a:gd name="connsiteY67" fmla="*/ 205405 h 217534"/>
                <a:gd name="connsiteX68" fmla="*/ 24043 w 217740"/>
                <a:gd name="connsiteY68" fmla="*/ 205405 h 217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17740" h="217534">
                  <a:moveTo>
                    <a:pt x="211907" y="91770"/>
                  </a:moveTo>
                  <a:lnTo>
                    <a:pt x="55993" y="91770"/>
                  </a:lnTo>
                  <a:lnTo>
                    <a:pt x="72607" y="86024"/>
                  </a:lnTo>
                  <a:lnTo>
                    <a:pt x="73246" y="86024"/>
                  </a:lnTo>
                  <a:lnTo>
                    <a:pt x="126282" y="68149"/>
                  </a:lnTo>
                  <a:cubicBezTo>
                    <a:pt x="126921" y="68149"/>
                    <a:pt x="126921" y="68149"/>
                    <a:pt x="127560" y="67510"/>
                  </a:cubicBezTo>
                  <a:lnTo>
                    <a:pt x="179319" y="49635"/>
                  </a:lnTo>
                  <a:cubicBezTo>
                    <a:pt x="179958" y="49635"/>
                    <a:pt x="180597" y="48997"/>
                    <a:pt x="181236" y="48997"/>
                  </a:cubicBezTo>
                  <a:lnTo>
                    <a:pt x="197849" y="43251"/>
                  </a:lnTo>
                  <a:cubicBezTo>
                    <a:pt x="201044" y="41975"/>
                    <a:pt x="202961" y="38783"/>
                    <a:pt x="201683" y="34952"/>
                  </a:cubicBezTo>
                  <a:lnTo>
                    <a:pt x="191459" y="4309"/>
                  </a:lnTo>
                  <a:cubicBezTo>
                    <a:pt x="190820" y="2394"/>
                    <a:pt x="189542" y="1117"/>
                    <a:pt x="188264" y="479"/>
                  </a:cubicBezTo>
                  <a:cubicBezTo>
                    <a:pt x="186986" y="-160"/>
                    <a:pt x="185070" y="-160"/>
                    <a:pt x="183153" y="479"/>
                  </a:cubicBezTo>
                  <a:lnTo>
                    <a:pt x="4234" y="61765"/>
                  </a:lnTo>
                  <a:cubicBezTo>
                    <a:pt x="1039" y="63042"/>
                    <a:pt x="-878" y="66234"/>
                    <a:pt x="400" y="70064"/>
                  </a:cubicBezTo>
                  <a:lnTo>
                    <a:pt x="10624" y="99430"/>
                  </a:lnTo>
                  <a:lnTo>
                    <a:pt x="10624" y="211150"/>
                  </a:lnTo>
                  <a:cubicBezTo>
                    <a:pt x="10624" y="214981"/>
                    <a:pt x="13180" y="217534"/>
                    <a:pt x="17014" y="217534"/>
                  </a:cubicBezTo>
                  <a:lnTo>
                    <a:pt x="211268" y="217534"/>
                  </a:lnTo>
                  <a:cubicBezTo>
                    <a:pt x="215102" y="217534"/>
                    <a:pt x="217658" y="214981"/>
                    <a:pt x="217658" y="211150"/>
                  </a:cubicBezTo>
                  <a:lnTo>
                    <a:pt x="217658" y="98154"/>
                  </a:lnTo>
                  <a:cubicBezTo>
                    <a:pt x="218297" y="94962"/>
                    <a:pt x="215102" y="91770"/>
                    <a:pt x="211907" y="91770"/>
                  </a:cubicBezTo>
                  <a:close/>
                  <a:moveTo>
                    <a:pt x="205517" y="124328"/>
                  </a:moveTo>
                  <a:lnTo>
                    <a:pt x="190181" y="124328"/>
                  </a:lnTo>
                  <a:lnTo>
                    <a:pt x="170373" y="104538"/>
                  </a:lnTo>
                  <a:lnTo>
                    <a:pt x="204878" y="104538"/>
                  </a:lnTo>
                  <a:lnTo>
                    <a:pt x="205517" y="124328"/>
                  </a:lnTo>
                  <a:lnTo>
                    <a:pt x="205517" y="124328"/>
                  </a:lnTo>
                  <a:close/>
                  <a:moveTo>
                    <a:pt x="133950" y="124328"/>
                  </a:moveTo>
                  <a:lnTo>
                    <a:pt x="114141" y="104538"/>
                  </a:lnTo>
                  <a:lnTo>
                    <a:pt x="152481" y="104538"/>
                  </a:lnTo>
                  <a:lnTo>
                    <a:pt x="172290" y="124328"/>
                  </a:lnTo>
                  <a:lnTo>
                    <a:pt x="133950" y="124328"/>
                  </a:lnTo>
                  <a:close/>
                  <a:moveTo>
                    <a:pt x="77080" y="124328"/>
                  </a:moveTo>
                  <a:lnTo>
                    <a:pt x="57271" y="104538"/>
                  </a:lnTo>
                  <a:lnTo>
                    <a:pt x="95610" y="104538"/>
                  </a:lnTo>
                  <a:lnTo>
                    <a:pt x="115419" y="124328"/>
                  </a:lnTo>
                  <a:lnTo>
                    <a:pt x="77080" y="124328"/>
                  </a:lnTo>
                  <a:close/>
                  <a:moveTo>
                    <a:pt x="24043" y="104538"/>
                  </a:moveTo>
                  <a:lnTo>
                    <a:pt x="39379" y="104538"/>
                  </a:lnTo>
                  <a:lnTo>
                    <a:pt x="59188" y="124328"/>
                  </a:lnTo>
                  <a:lnTo>
                    <a:pt x="24682" y="124328"/>
                  </a:lnTo>
                  <a:lnTo>
                    <a:pt x="24043" y="104538"/>
                  </a:lnTo>
                  <a:lnTo>
                    <a:pt x="24043" y="104538"/>
                  </a:lnTo>
                  <a:close/>
                  <a:moveTo>
                    <a:pt x="83470" y="48359"/>
                  </a:moveTo>
                  <a:lnTo>
                    <a:pt x="108390" y="60488"/>
                  </a:lnTo>
                  <a:lnTo>
                    <a:pt x="71968" y="73256"/>
                  </a:lnTo>
                  <a:lnTo>
                    <a:pt x="47047" y="61127"/>
                  </a:lnTo>
                  <a:lnTo>
                    <a:pt x="83470" y="48359"/>
                  </a:lnTo>
                  <a:close/>
                  <a:moveTo>
                    <a:pt x="137145" y="30483"/>
                  </a:moveTo>
                  <a:lnTo>
                    <a:pt x="162066" y="42613"/>
                  </a:lnTo>
                  <a:lnTo>
                    <a:pt x="125643" y="55381"/>
                  </a:lnTo>
                  <a:lnTo>
                    <a:pt x="100722" y="43251"/>
                  </a:lnTo>
                  <a:lnTo>
                    <a:pt x="137145" y="30483"/>
                  </a:lnTo>
                  <a:close/>
                  <a:moveTo>
                    <a:pt x="188264" y="33037"/>
                  </a:moveTo>
                  <a:lnTo>
                    <a:pt x="178680" y="36229"/>
                  </a:lnTo>
                  <a:lnTo>
                    <a:pt x="153759" y="24099"/>
                  </a:lnTo>
                  <a:lnTo>
                    <a:pt x="181875" y="14524"/>
                  </a:lnTo>
                  <a:lnTo>
                    <a:pt x="188264" y="33037"/>
                  </a:lnTo>
                  <a:close/>
                  <a:moveTo>
                    <a:pt x="29794" y="66872"/>
                  </a:moveTo>
                  <a:lnTo>
                    <a:pt x="54715" y="79002"/>
                  </a:lnTo>
                  <a:lnTo>
                    <a:pt x="22126" y="90493"/>
                  </a:lnTo>
                  <a:lnTo>
                    <a:pt x="15736" y="71979"/>
                  </a:lnTo>
                  <a:lnTo>
                    <a:pt x="29794" y="66872"/>
                  </a:lnTo>
                  <a:close/>
                  <a:moveTo>
                    <a:pt x="24043" y="205405"/>
                  </a:moveTo>
                  <a:lnTo>
                    <a:pt x="24043" y="137096"/>
                  </a:lnTo>
                  <a:lnTo>
                    <a:pt x="205517" y="137096"/>
                  </a:lnTo>
                  <a:lnTo>
                    <a:pt x="205517" y="205405"/>
                  </a:lnTo>
                  <a:lnTo>
                    <a:pt x="24043" y="205405"/>
                  </a:lnTo>
                  <a:close/>
                </a:path>
              </a:pathLst>
            </a:custGeom>
            <a:solidFill>
              <a:srgbClr val="007680"/>
            </a:solidFill>
            <a:ln w="6390" cap="flat">
              <a:noFill/>
              <a:prstDash val="solid"/>
              <a:miter/>
            </a:ln>
          </p:spPr>
          <p:txBody>
            <a:bodyPr rtlCol="0" anchor="ctr"/>
            <a:lstStyle/>
            <a:p>
              <a:endParaRPr lang="en-US"/>
            </a:p>
          </p:txBody>
        </p:sp>
      </p:grpSp>
      <p:grpSp>
        <p:nvGrpSpPr>
          <p:cNvPr id="673" name="Graphic 4">
            <a:extLst>
              <a:ext uri="{FF2B5EF4-FFF2-40B4-BE49-F238E27FC236}">
                <a16:creationId xmlns:a16="http://schemas.microsoft.com/office/drawing/2014/main" id="{9BB0DD43-803A-4443-A8D7-97327F79EEDE}"/>
              </a:ext>
            </a:extLst>
          </p:cNvPr>
          <p:cNvGrpSpPr/>
          <p:nvPr/>
        </p:nvGrpSpPr>
        <p:grpSpPr>
          <a:xfrm>
            <a:off x="9887149" y="2371173"/>
            <a:ext cx="361670" cy="361333"/>
            <a:chOff x="9887149" y="2371173"/>
            <a:chExt cx="361670" cy="361333"/>
          </a:xfrm>
          <a:solidFill>
            <a:srgbClr val="00ABAB"/>
          </a:solidFill>
        </p:grpSpPr>
        <p:sp>
          <p:nvSpPr>
            <p:cNvPr id="674" name="Graphic 4">
              <a:extLst>
                <a:ext uri="{FF2B5EF4-FFF2-40B4-BE49-F238E27FC236}">
                  <a16:creationId xmlns:a16="http://schemas.microsoft.com/office/drawing/2014/main" id="{D6B224ED-32CF-F94C-85A0-8EF857D50D1F}"/>
                </a:ext>
              </a:extLst>
            </p:cNvPr>
            <p:cNvSpPr/>
            <p:nvPr/>
          </p:nvSpPr>
          <p:spPr>
            <a:xfrm>
              <a:off x="9887149"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3489" y="349204"/>
                    <a:pt x="180835" y="349204"/>
                  </a:cubicBezTo>
                  <a:close/>
                </a:path>
              </a:pathLst>
            </a:custGeom>
            <a:solidFill>
              <a:srgbClr val="00ABAB"/>
            </a:solidFill>
            <a:ln w="6390" cap="flat">
              <a:noFill/>
              <a:prstDash val="solid"/>
              <a:miter/>
            </a:ln>
          </p:spPr>
          <p:txBody>
            <a:bodyPr rtlCol="0" anchor="ctr"/>
            <a:lstStyle/>
            <a:p>
              <a:endParaRPr lang="en-US"/>
            </a:p>
          </p:txBody>
        </p:sp>
        <p:sp>
          <p:nvSpPr>
            <p:cNvPr id="675" name="Graphic 4">
              <a:extLst>
                <a:ext uri="{FF2B5EF4-FFF2-40B4-BE49-F238E27FC236}">
                  <a16:creationId xmlns:a16="http://schemas.microsoft.com/office/drawing/2014/main" id="{FD3CEA85-4BB4-C743-8CF5-CAACAD89B71C}"/>
                </a:ext>
              </a:extLst>
            </p:cNvPr>
            <p:cNvSpPr/>
            <p:nvPr/>
          </p:nvSpPr>
          <p:spPr>
            <a:xfrm>
              <a:off x="9949770" y="2451489"/>
              <a:ext cx="237066" cy="199302"/>
            </a:xfrm>
            <a:custGeom>
              <a:avLst/>
              <a:gdLst>
                <a:gd name="connsiteX0" fmla="*/ 206395 w 237066"/>
                <a:gd name="connsiteY0" fmla="*/ 48641 h 199302"/>
                <a:gd name="connsiteX1" fmla="*/ 205756 w 237066"/>
                <a:gd name="connsiteY1" fmla="*/ 48002 h 199302"/>
                <a:gd name="connsiteX2" fmla="*/ 44091 w 237066"/>
                <a:gd name="connsiteY2" fmla="*/ 10337 h 199302"/>
                <a:gd name="connsiteX3" fmla="*/ 44730 w 237066"/>
                <a:gd name="connsiteY3" fmla="*/ 7783 h 199302"/>
                <a:gd name="connsiteX4" fmla="*/ 40257 w 237066"/>
                <a:gd name="connsiteY4" fmla="*/ 122 h 199302"/>
                <a:gd name="connsiteX5" fmla="*/ 32589 w 237066"/>
                <a:gd name="connsiteY5" fmla="*/ 4591 h 199302"/>
                <a:gd name="connsiteX6" fmla="*/ 28755 w 237066"/>
                <a:gd name="connsiteY6" fmla="*/ 20551 h 199302"/>
                <a:gd name="connsiteX7" fmla="*/ 33228 w 237066"/>
                <a:gd name="connsiteY7" fmla="*/ 28212 h 199302"/>
                <a:gd name="connsiteX8" fmla="*/ 34506 w 237066"/>
                <a:gd name="connsiteY8" fmla="*/ 28212 h 199302"/>
                <a:gd name="connsiteX9" fmla="*/ 40896 w 237066"/>
                <a:gd name="connsiteY9" fmla="*/ 23105 h 199302"/>
                <a:gd name="connsiteX10" fmla="*/ 40896 w 237066"/>
                <a:gd name="connsiteY10" fmla="*/ 21828 h 199302"/>
                <a:gd name="connsiteX11" fmla="*/ 143135 w 237066"/>
                <a:gd name="connsiteY11" fmla="*/ 45449 h 199302"/>
                <a:gd name="connsiteX12" fmla="*/ 42813 w 237066"/>
                <a:gd name="connsiteY12" fmla="*/ 45449 h 199302"/>
                <a:gd name="connsiteX13" fmla="*/ 0 w 237066"/>
                <a:gd name="connsiteY13" fmla="*/ 88221 h 199302"/>
                <a:gd name="connsiteX14" fmla="*/ 0 w 237066"/>
                <a:gd name="connsiteY14" fmla="*/ 156530 h 199302"/>
                <a:gd name="connsiteX15" fmla="*/ 42813 w 237066"/>
                <a:gd name="connsiteY15" fmla="*/ 199303 h 199302"/>
                <a:gd name="connsiteX16" fmla="*/ 194254 w 237066"/>
                <a:gd name="connsiteY16" fmla="*/ 199303 h 199302"/>
                <a:gd name="connsiteX17" fmla="*/ 237067 w 237066"/>
                <a:gd name="connsiteY17" fmla="*/ 156530 h 199302"/>
                <a:gd name="connsiteX18" fmla="*/ 237067 w 237066"/>
                <a:gd name="connsiteY18" fmla="*/ 88221 h 199302"/>
                <a:gd name="connsiteX19" fmla="*/ 206395 w 237066"/>
                <a:gd name="connsiteY19" fmla="*/ 48641 h 199302"/>
                <a:gd name="connsiteX20" fmla="*/ 223648 w 237066"/>
                <a:gd name="connsiteY20" fmla="*/ 157807 h 199302"/>
                <a:gd name="connsiteX21" fmla="*/ 193615 w 237066"/>
                <a:gd name="connsiteY21" fmla="*/ 187811 h 199302"/>
                <a:gd name="connsiteX22" fmla="*/ 42173 w 237066"/>
                <a:gd name="connsiteY22" fmla="*/ 187811 h 199302"/>
                <a:gd name="connsiteX23" fmla="*/ 12141 w 237066"/>
                <a:gd name="connsiteY23" fmla="*/ 157807 h 199302"/>
                <a:gd name="connsiteX24" fmla="*/ 12141 w 237066"/>
                <a:gd name="connsiteY24" fmla="*/ 89498 h 199302"/>
                <a:gd name="connsiteX25" fmla="*/ 42173 w 237066"/>
                <a:gd name="connsiteY25" fmla="*/ 59493 h 199302"/>
                <a:gd name="connsiteX26" fmla="*/ 193615 w 237066"/>
                <a:gd name="connsiteY26" fmla="*/ 59493 h 199302"/>
                <a:gd name="connsiteX27" fmla="*/ 223648 w 237066"/>
                <a:gd name="connsiteY27" fmla="*/ 89498 h 199302"/>
                <a:gd name="connsiteX28" fmla="*/ 223648 w 237066"/>
                <a:gd name="connsiteY28" fmla="*/ 157807 h 199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37066" h="199302">
                  <a:moveTo>
                    <a:pt x="206395" y="48641"/>
                  </a:moveTo>
                  <a:cubicBezTo>
                    <a:pt x="206395" y="48641"/>
                    <a:pt x="205756" y="48641"/>
                    <a:pt x="205756" y="48002"/>
                  </a:cubicBezTo>
                  <a:lnTo>
                    <a:pt x="44091" y="10337"/>
                  </a:lnTo>
                  <a:lnTo>
                    <a:pt x="44730" y="7783"/>
                  </a:lnTo>
                  <a:cubicBezTo>
                    <a:pt x="45368" y="4591"/>
                    <a:pt x="43452" y="761"/>
                    <a:pt x="40257" y="122"/>
                  </a:cubicBezTo>
                  <a:cubicBezTo>
                    <a:pt x="37062" y="-516"/>
                    <a:pt x="33228" y="1399"/>
                    <a:pt x="32589" y="4591"/>
                  </a:cubicBezTo>
                  <a:lnTo>
                    <a:pt x="28755" y="20551"/>
                  </a:lnTo>
                  <a:cubicBezTo>
                    <a:pt x="28116" y="23743"/>
                    <a:pt x="30033" y="27574"/>
                    <a:pt x="33228" y="28212"/>
                  </a:cubicBezTo>
                  <a:cubicBezTo>
                    <a:pt x="33867" y="28212"/>
                    <a:pt x="34506" y="28212"/>
                    <a:pt x="34506" y="28212"/>
                  </a:cubicBezTo>
                  <a:cubicBezTo>
                    <a:pt x="37701" y="28212"/>
                    <a:pt x="40257" y="26297"/>
                    <a:pt x="40896" y="23105"/>
                  </a:cubicBezTo>
                  <a:lnTo>
                    <a:pt x="40896" y="21828"/>
                  </a:lnTo>
                  <a:lnTo>
                    <a:pt x="143135" y="45449"/>
                  </a:lnTo>
                  <a:lnTo>
                    <a:pt x="42813" y="45449"/>
                  </a:lnTo>
                  <a:cubicBezTo>
                    <a:pt x="19170" y="45449"/>
                    <a:pt x="0" y="64601"/>
                    <a:pt x="0" y="88221"/>
                  </a:cubicBezTo>
                  <a:lnTo>
                    <a:pt x="0" y="156530"/>
                  </a:lnTo>
                  <a:cubicBezTo>
                    <a:pt x="0" y="180151"/>
                    <a:pt x="19170" y="199303"/>
                    <a:pt x="42813" y="199303"/>
                  </a:cubicBezTo>
                  <a:lnTo>
                    <a:pt x="194254" y="199303"/>
                  </a:lnTo>
                  <a:cubicBezTo>
                    <a:pt x="217897" y="199303"/>
                    <a:pt x="237067" y="180151"/>
                    <a:pt x="237067" y="156530"/>
                  </a:cubicBezTo>
                  <a:lnTo>
                    <a:pt x="237067" y="88221"/>
                  </a:lnTo>
                  <a:cubicBezTo>
                    <a:pt x="236428" y="70346"/>
                    <a:pt x="223648" y="54386"/>
                    <a:pt x="206395" y="48641"/>
                  </a:cubicBezTo>
                  <a:close/>
                  <a:moveTo>
                    <a:pt x="223648" y="157807"/>
                  </a:moveTo>
                  <a:cubicBezTo>
                    <a:pt x="223648" y="174405"/>
                    <a:pt x="210229" y="187811"/>
                    <a:pt x="193615" y="187811"/>
                  </a:cubicBezTo>
                  <a:lnTo>
                    <a:pt x="42173" y="187811"/>
                  </a:lnTo>
                  <a:cubicBezTo>
                    <a:pt x="25560" y="187811"/>
                    <a:pt x="12141" y="174405"/>
                    <a:pt x="12141" y="157807"/>
                  </a:cubicBezTo>
                  <a:lnTo>
                    <a:pt x="12141" y="89498"/>
                  </a:lnTo>
                  <a:cubicBezTo>
                    <a:pt x="12141" y="72900"/>
                    <a:pt x="25560" y="59493"/>
                    <a:pt x="42173" y="59493"/>
                  </a:cubicBezTo>
                  <a:lnTo>
                    <a:pt x="193615" y="59493"/>
                  </a:lnTo>
                  <a:cubicBezTo>
                    <a:pt x="210229" y="59493"/>
                    <a:pt x="223648" y="72900"/>
                    <a:pt x="223648" y="89498"/>
                  </a:cubicBezTo>
                  <a:lnTo>
                    <a:pt x="223648" y="157807"/>
                  </a:lnTo>
                  <a:close/>
                </a:path>
              </a:pathLst>
            </a:custGeom>
            <a:solidFill>
              <a:srgbClr val="00ABAB"/>
            </a:solidFill>
            <a:ln w="6390" cap="flat">
              <a:noFill/>
              <a:prstDash val="solid"/>
              <a:miter/>
            </a:ln>
          </p:spPr>
          <p:txBody>
            <a:bodyPr rtlCol="0" anchor="ctr"/>
            <a:lstStyle/>
            <a:p>
              <a:endParaRPr lang="en-US"/>
            </a:p>
          </p:txBody>
        </p:sp>
        <p:sp>
          <p:nvSpPr>
            <p:cNvPr id="676" name="Graphic 4">
              <a:extLst>
                <a:ext uri="{FF2B5EF4-FFF2-40B4-BE49-F238E27FC236}">
                  <a16:creationId xmlns:a16="http://schemas.microsoft.com/office/drawing/2014/main" id="{BBCAF03A-1454-DE43-AB7F-9BD949CDEE20}"/>
                </a:ext>
              </a:extLst>
            </p:cNvPr>
            <p:cNvSpPr/>
            <p:nvPr/>
          </p:nvSpPr>
          <p:spPr>
            <a:xfrm>
              <a:off x="9989388" y="2538433"/>
              <a:ext cx="75400" cy="75330"/>
            </a:xfrm>
            <a:custGeom>
              <a:avLst/>
              <a:gdLst>
                <a:gd name="connsiteX0" fmla="*/ 37700 w 75400"/>
                <a:gd name="connsiteY0" fmla="*/ 0 h 75330"/>
                <a:gd name="connsiteX1" fmla="*/ 0 w 75400"/>
                <a:gd name="connsiteY1" fmla="*/ 37665 h 75330"/>
                <a:gd name="connsiteX2" fmla="*/ 37700 w 75400"/>
                <a:gd name="connsiteY2" fmla="*/ 75331 h 75330"/>
                <a:gd name="connsiteX3" fmla="*/ 75401 w 75400"/>
                <a:gd name="connsiteY3" fmla="*/ 37665 h 75330"/>
                <a:gd name="connsiteX4" fmla="*/ 37700 w 75400"/>
                <a:gd name="connsiteY4" fmla="*/ 0 h 75330"/>
                <a:gd name="connsiteX5" fmla="*/ 37700 w 75400"/>
                <a:gd name="connsiteY5" fmla="*/ 62563 h 75330"/>
                <a:gd name="connsiteX6" fmla="*/ 12780 w 75400"/>
                <a:gd name="connsiteY6" fmla="*/ 37665 h 75330"/>
                <a:gd name="connsiteX7" fmla="*/ 37700 w 75400"/>
                <a:gd name="connsiteY7" fmla="*/ 12768 h 75330"/>
                <a:gd name="connsiteX8" fmla="*/ 62621 w 75400"/>
                <a:gd name="connsiteY8" fmla="*/ 37665 h 75330"/>
                <a:gd name="connsiteX9" fmla="*/ 37700 w 75400"/>
                <a:gd name="connsiteY9" fmla="*/ 62563 h 7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400" h="75330">
                  <a:moveTo>
                    <a:pt x="37700" y="0"/>
                  </a:moveTo>
                  <a:cubicBezTo>
                    <a:pt x="16614" y="0"/>
                    <a:pt x="0" y="17237"/>
                    <a:pt x="0" y="37665"/>
                  </a:cubicBezTo>
                  <a:cubicBezTo>
                    <a:pt x="0" y="58733"/>
                    <a:pt x="17253" y="75331"/>
                    <a:pt x="37700" y="75331"/>
                  </a:cubicBezTo>
                  <a:cubicBezTo>
                    <a:pt x="58787" y="75331"/>
                    <a:pt x="75401" y="58094"/>
                    <a:pt x="75401" y="37665"/>
                  </a:cubicBezTo>
                  <a:cubicBezTo>
                    <a:pt x="75401" y="16598"/>
                    <a:pt x="58787" y="0"/>
                    <a:pt x="37700" y="0"/>
                  </a:cubicBezTo>
                  <a:close/>
                  <a:moveTo>
                    <a:pt x="37700" y="62563"/>
                  </a:moveTo>
                  <a:cubicBezTo>
                    <a:pt x="23642" y="62563"/>
                    <a:pt x="12780" y="51072"/>
                    <a:pt x="12780" y="37665"/>
                  </a:cubicBezTo>
                  <a:cubicBezTo>
                    <a:pt x="12780" y="23621"/>
                    <a:pt x="24281" y="12768"/>
                    <a:pt x="37700" y="12768"/>
                  </a:cubicBezTo>
                  <a:cubicBezTo>
                    <a:pt x="51758" y="12768"/>
                    <a:pt x="62621" y="24259"/>
                    <a:pt x="62621" y="37665"/>
                  </a:cubicBezTo>
                  <a:cubicBezTo>
                    <a:pt x="62621" y="51710"/>
                    <a:pt x="51758" y="62563"/>
                    <a:pt x="37700" y="62563"/>
                  </a:cubicBezTo>
                  <a:close/>
                </a:path>
              </a:pathLst>
            </a:custGeom>
            <a:solidFill>
              <a:srgbClr val="00ABAB"/>
            </a:solidFill>
            <a:ln w="6390" cap="flat">
              <a:noFill/>
              <a:prstDash val="solid"/>
              <a:miter/>
            </a:ln>
          </p:spPr>
          <p:txBody>
            <a:bodyPr rtlCol="0" anchor="ctr"/>
            <a:lstStyle/>
            <a:p>
              <a:endParaRPr lang="en-US"/>
            </a:p>
          </p:txBody>
        </p:sp>
        <p:sp>
          <p:nvSpPr>
            <p:cNvPr id="677" name="Graphic 4">
              <a:extLst>
                <a:ext uri="{FF2B5EF4-FFF2-40B4-BE49-F238E27FC236}">
                  <a16:creationId xmlns:a16="http://schemas.microsoft.com/office/drawing/2014/main" id="{56324C84-8552-F649-A2EA-158DB5A0D255}"/>
                </a:ext>
              </a:extLst>
            </p:cNvPr>
            <p:cNvSpPr/>
            <p:nvPr/>
          </p:nvSpPr>
          <p:spPr>
            <a:xfrm>
              <a:off x="10083320" y="2569715"/>
              <a:ext cx="63899" cy="12767"/>
            </a:xfrm>
            <a:custGeom>
              <a:avLst/>
              <a:gdLst>
                <a:gd name="connsiteX0" fmla="*/ 57509 w 63899"/>
                <a:gd name="connsiteY0" fmla="*/ 0 h 12767"/>
                <a:gd name="connsiteX1" fmla="*/ 6390 w 63899"/>
                <a:gd name="connsiteY1" fmla="*/ 0 h 12767"/>
                <a:gd name="connsiteX2" fmla="*/ 0 w 63899"/>
                <a:gd name="connsiteY2" fmla="*/ 6384 h 12767"/>
                <a:gd name="connsiteX3" fmla="*/ 6390 w 63899"/>
                <a:gd name="connsiteY3" fmla="*/ 12768 h 12767"/>
                <a:gd name="connsiteX4" fmla="*/ 57509 w 63899"/>
                <a:gd name="connsiteY4" fmla="*/ 12768 h 12767"/>
                <a:gd name="connsiteX5" fmla="*/ 63899 w 63899"/>
                <a:gd name="connsiteY5" fmla="*/ 6384 h 12767"/>
                <a:gd name="connsiteX6" fmla="*/ 57509 w 6389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99" h="12767">
                  <a:moveTo>
                    <a:pt x="57509" y="0"/>
                  </a:moveTo>
                  <a:lnTo>
                    <a:pt x="6390" y="0"/>
                  </a:lnTo>
                  <a:cubicBezTo>
                    <a:pt x="2556" y="0"/>
                    <a:pt x="0" y="2554"/>
                    <a:pt x="0" y="6384"/>
                  </a:cubicBezTo>
                  <a:cubicBezTo>
                    <a:pt x="0" y="10214"/>
                    <a:pt x="2556" y="12768"/>
                    <a:pt x="6390" y="12768"/>
                  </a:cubicBezTo>
                  <a:lnTo>
                    <a:pt x="57509" y="12768"/>
                  </a:lnTo>
                  <a:cubicBezTo>
                    <a:pt x="61343" y="12768"/>
                    <a:pt x="63899" y="10214"/>
                    <a:pt x="63899" y="6384"/>
                  </a:cubicBezTo>
                  <a:cubicBezTo>
                    <a:pt x="63899" y="2554"/>
                    <a:pt x="61343" y="0"/>
                    <a:pt x="57509" y="0"/>
                  </a:cubicBezTo>
                  <a:close/>
                </a:path>
              </a:pathLst>
            </a:custGeom>
            <a:solidFill>
              <a:srgbClr val="00ABAB"/>
            </a:solidFill>
            <a:ln w="6390" cap="flat">
              <a:noFill/>
              <a:prstDash val="solid"/>
              <a:miter/>
            </a:ln>
          </p:spPr>
          <p:txBody>
            <a:bodyPr rtlCol="0" anchor="ctr"/>
            <a:lstStyle/>
            <a:p>
              <a:endParaRPr lang="en-US"/>
            </a:p>
          </p:txBody>
        </p:sp>
        <p:sp>
          <p:nvSpPr>
            <p:cNvPr id="678" name="Graphic 4">
              <a:extLst>
                <a:ext uri="{FF2B5EF4-FFF2-40B4-BE49-F238E27FC236}">
                  <a16:creationId xmlns:a16="http://schemas.microsoft.com/office/drawing/2014/main" id="{BF2063A9-9EF4-5746-BCB6-8DDCD4E04D9A}"/>
                </a:ext>
              </a:extLst>
            </p:cNvPr>
            <p:cNvSpPr/>
            <p:nvPr/>
          </p:nvSpPr>
          <p:spPr>
            <a:xfrm>
              <a:off x="10083320" y="2538433"/>
              <a:ext cx="63899" cy="12767"/>
            </a:xfrm>
            <a:custGeom>
              <a:avLst/>
              <a:gdLst>
                <a:gd name="connsiteX0" fmla="*/ 57509 w 63899"/>
                <a:gd name="connsiteY0" fmla="*/ 0 h 12767"/>
                <a:gd name="connsiteX1" fmla="*/ 6390 w 63899"/>
                <a:gd name="connsiteY1" fmla="*/ 0 h 12767"/>
                <a:gd name="connsiteX2" fmla="*/ 0 w 63899"/>
                <a:gd name="connsiteY2" fmla="*/ 6384 h 12767"/>
                <a:gd name="connsiteX3" fmla="*/ 6390 w 63899"/>
                <a:gd name="connsiteY3" fmla="*/ 12768 h 12767"/>
                <a:gd name="connsiteX4" fmla="*/ 57509 w 63899"/>
                <a:gd name="connsiteY4" fmla="*/ 12768 h 12767"/>
                <a:gd name="connsiteX5" fmla="*/ 63899 w 63899"/>
                <a:gd name="connsiteY5" fmla="*/ 6384 h 12767"/>
                <a:gd name="connsiteX6" fmla="*/ 57509 w 6389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99" h="12767">
                  <a:moveTo>
                    <a:pt x="57509" y="0"/>
                  </a:moveTo>
                  <a:lnTo>
                    <a:pt x="6390" y="0"/>
                  </a:lnTo>
                  <a:cubicBezTo>
                    <a:pt x="2556" y="0"/>
                    <a:pt x="0" y="2554"/>
                    <a:pt x="0" y="6384"/>
                  </a:cubicBezTo>
                  <a:cubicBezTo>
                    <a:pt x="0" y="10214"/>
                    <a:pt x="2556" y="12768"/>
                    <a:pt x="6390" y="12768"/>
                  </a:cubicBezTo>
                  <a:lnTo>
                    <a:pt x="57509" y="12768"/>
                  </a:lnTo>
                  <a:cubicBezTo>
                    <a:pt x="61343" y="12768"/>
                    <a:pt x="63899" y="10214"/>
                    <a:pt x="63899" y="6384"/>
                  </a:cubicBezTo>
                  <a:cubicBezTo>
                    <a:pt x="63899" y="2554"/>
                    <a:pt x="61343" y="0"/>
                    <a:pt x="57509" y="0"/>
                  </a:cubicBezTo>
                  <a:close/>
                </a:path>
              </a:pathLst>
            </a:custGeom>
            <a:solidFill>
              <a:srgbClr val="00ABAB"/>
            </a:solidFill>
            <a:ln w="6390" cap="flat">
              <a:noFill/>
              <a:prstDash val="solid"/>
              <a:miter/>
            </a:ln>
          </p:spPr>
          <p:txBody>
            <a:bodyPr rtlCol="0" anchor="ctr"/>
            <a:lstStyle/>
            <a:p>
              <a:endParaRPr lang="en-US"/>
            </a:p>
          </p:txBody>
        </p:sp>
        <p:sp>
          <p:nvSpPr>
            <p:cNvPr id="679" name="Graphic 4">
              <a:extLst>
                <a:ext uri="{FF2B5EF4-FFF2-40B4-BE49-F238E27FC236}">
                  <a16:creationId xmlns:a16="http://schemas.microsoft.com/office/drawing/2014/main" id="{BA5665F8-B551-FD44-984E-CEA732D282D3}"/>
                </a:ext>
              </a:extLst>
            </p:cNvPr>
            <p:cNvSpPr/>
            <p:nvPr/>
          </p:nvSpPr>
          <p:spPr>
            <a:xfrm>
              <a:off x="10083320" y="2600996"/>
              <a:ext cx="63899" cy="12767"/>
            </a:xfrm>
            <a:custGeom>
              <a:avLst/>
              <a:gdLst>
                <a:gd name="connsiteX0" fmla="*/ 57509 w 63899"/>
                <a:gd name="connsiteY0" fmla="*/ 0 h 12767"/>
                <a:gd name="connsiteX1" fmla="*/ 6390 w 63899"/>
                <a:gd name="connsiteY1" fmla="*/ 0 h 12767"/>
                <a:gd name="connsiteX2" fmla="*/ 0 w 63899"/>
                <a:gd name="connsiteY2" fmla="*/ 6384 h 12767"/>
                <a:gd name="connsiteX3" fmla="*/ 6390 w 63899"/>
                <a:gd name="connsiteY3" fmla="*/ 12768 h 12767"/>
                <a:gd name="connsiteX4" fmla="*/ 57509 w 63899"/>
                <a:gd name="connsiteY4" fmla="*/ 12768 h 12767"/>
                <a:gd name="connsiteX5" fmla="*/ 63899 w 63899"/>
                <a:gd name="connsiteY5" fmla="*/ 6384 h 12767"/>
                <a:gd name="connsiteX6" fmla="*/ 57509 w 6389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99" h="12767">
                  <a:moveTo>
                    <a:pt x="57509" y="0"/>
                  </a:moveTo>
                  <a:lnTo>
                    <a:pt x="6390" y="0"/>
                  </a:lnTo>
                  <a:cubicBezTo>
                    <a:pt x="2556" y="0"/>
                    <a:pt x="0" y="2554"/>
                    <a:pt x="0" y="6384"/>
                  </a:cubicBezTo>
                  <a:cubicBezTo>
                    <a:pt x="0" y="10214"/>
                    <a:pt x="2556" y="12768"/>
                    <a:pt x="6390" y="12768"/>
                  </a:cubicBezTo>
                  <a:lnTo>
                    <a:pt x="57509" y="12768"/>
                  </a:lnTo>
                  <a:cubicBezTo>
                    <a:pt x="61343" y="12768"/>
                    <a:pt x="63899" y="10214"/>
                    <a:pt x="63899" y="6384"/>
                  </a:cubicBezTo>
                  <a:cubicBezTo>
                    <a:pt x="63899" y="2554"/>
                    <a:pt x="61343" y="0"/>
                    <a:pt x="57509" y="0"/>
                  </a:cubicBezTo>
                  <a:close/>
                </a:path>
              </a:pathLst>
            </a:custGeom>
            <a:solidFill>
              <a:srgbClr val="00ABAB"/>
            </a:solidFill>
            <a:ln w="6390" cap="flat">
              <a:noFill/>
              <a:prstDash val="solid"/>
              <a:miter/>
            </a:ln>
          </p:spPr>
          <p:txBody>
            <a:bodyPr rtlCol="0" anchor="ctr"/>
            <a:lstStyle/>
            <a:p>
              <a:endParaRPr lang="en-US"/>
            </a:p>
          </p:txBody>
        </p:sp>
      </p:grpSp>
      <p:grpSp>
        <p:nvGrpSpPr>
          <p:cNvPr id="680" name="Graphic 4">
            <a:extLst>
              <a:ext uri="{FF2B5EF4-FFF2-40B4-BE49-F238E27FC236}">
                <a16:creationId xmlns:a16="http://schemas.microsoft.com/office/drawing/2014/main" id="{6039982E-E3D2-2E47-9AB1-58A83A9BB546}"/>
              </a:ext>
            </a:extLst>
          </p:cNvPr>
          <p:cNvGrpSpPr/>
          <p:nvPr/>
        </p:nvGrpSpPr>
        <p:grpSpPr>
          <a:xfrm>
            <a:off x="8841116" y="3824168"/>
            <a:ext cx="361674" cy="361333"/>
            <a:chOff x="8841116" y="3824168"/>
            <a:chExt cx="361674" cy="361333"/>
          </a:xfrm>
          <a:solidFill>
            <a:srgbClr val="00ABAB"/>
          </a:solidFill>
        </p:grpSpPr>
        <p:sp>
          <p:nvSpPr>
            <p:cNvPr id="681" name="Graphic 4">
              <a:extLst>
                <a:ext uri="{FF2B5EF4-FFF2-40B4-BE49-F238E27FC236}">
                  <a16:creationId xmlns:a16="http://schemas.microsoft.com/office/drawing/2014/main" id="{722C2E99-D0BB-3B40-9F1E-CC43C8C3559A}"/>
                </a:ext>
              </a:extLst>
            </p:cNvPr>
            <p:cNvSpPr/>
            <p:nvPr/>
          </p:nvSpPr>
          <p:spPr>
            <a:xfrm>
              <a:off x="8841116" y="3824168"/>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0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6"/>
                    <a:pt x="0" y="180667"/>
                  </a:cubicBezTo>
                  <a:cubicBezTo>
                    <a:pt x="0" y="280895"/>
                    <a:pt x="81153" y="361333"/>
                    <a:pt x="180836" y="361333"/>
                  </a:cubicBezTo>
                  <a:cubicBezTo>
                    <a:pt x="280518" y="361333"/>
                    <a:pt x="361670" y="280257"/>
                    <a:pt x="361670" y="180667"/>
                  </a:cubicBezTo>
                  <a:cubicBezTo>
                    <a:pt x="362310" y="81076"/>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9530" y="273873"/>
                    <a:pt x="274128" y="349204"/>
                    <a:pt x="180836" y="349204"/>
                  </a:cubicBezTo>
                  <a:close/>
                </a:path>
              </a:pathLst>
            </a:custGeom>
            <a:solidFill>
              <a:srgbClr val="00ABAB"/>
            </a:solidFill>
            <a:ln w="6390" cap="flat">
              <a:noFill/>
              <a:prstDash val="solid"/>
              <a:miter/>
            </a:ln>
          </p:spPr>
          <p:txBody>
            <a:bodyPr rtlCol="0" anchor="ctr"/>
            <a:lstStyle/>
            <a:p>
              <a:endParaRPr lang="en-US"/>
            </a:p>
          </p:txBody>
        </p:sp>
        <p:sp>
          <p:nvSpPr>
            <p:cNvPr id="682" name="Graphic 4">
              <a:extLst>
                <a:ext uri="{FF2B5EF4-FFF2-40B4-BE49-F238E27FC236}">
                  <a16:creationId xmlns:a16="http://schemas.microsoft.com/office/drawing/2014/main" id="{F3C203C9-228F-4649-8220-FFE06ED3F0C5}"/>
                </a:ext>
              </a:extLst>
            </p:cNvPr>
            <p:cNvSpPr/>
            <p:nvPr/>
          </p:nvSpPr>
          <p:spPr>
            <a:xfrm>
              <a:off x="8999587" y="3955039"/>
              <a:ext cx="44729" cy="44687"/>
            </a:xfrm>
            <a:custGeom>
              <a:avLst/>
              <a:gdLst>
                <a:gd name="connsiteX0" fmla="*/ 22365 w 44729"/>
                <a:gd name="connsiteY0" fmla="*/ 44688 h 44687"/>
                <a:gd name="connsiteX1" fmla="*/ 44730 w 44729"/>
                <a:gd name="connsiteY1" fmla="*/ 22344 h 44687"/>
                <a:gd name="connsiteX2" fmla="*/ 22365 w 44729"/>
                <a:gd name="connsiteY2" fmla="*/ 0 h 44687"/>
                <a:gd name="connsiteX3" fmla="*/ 0 w 44729"/>
                <a:gd name="connsiteY3" fmla="*/ 22344 h 44687"/>
                <a:gd name="connsiteX4" fmla="*/ 22365 w 44729"/>
                <a:gd name="connsiteY4" fmla="*/ 44688 h 44687"/>
                <a:gd name="connsiteX5" fmla="*/ 22365 w 44729"/>
                <a:gd name="connsiteY5" fmla="*/ 13406 h 44687"/>
                <a:gd name="connsiteX6" fmla="*/ 31950 w 44729"/>
                <a:gd name="connsiteY6" fmla="*/ 22982 h 44687"/>
                <a:gd name="connsiteX7" fmla="*/ 22365 w 44729"/>
                <a:gd name="connsiteY7" fmla="*/ 32558 h 44687"/>
                <a:gd name="connsiteX8" fmla="*/ 12780 w 44729"/>
                <a:gd name="connsiteY8" fmla="*/ 22982 h 44687"/>
                <a:gd name="connsiteX9" fmla="*/ 22365 w 44729"/>
                <a:gd name="connsiteY9" fmla="*/ 13406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29" h="44687">
                  <a:moveTo>
                    <a:pt x="22365" y="44688"/>
                  </a:moveTo>
                  <a:cubicBezTo>
                    <a:pt x="34506" y="44688"/>
                    <a:pt x="44730" y="35112"/>
                    <a:pt x="44730" y="22344"/>
                  </a:cubicBezTo>
                  <a:cubicBezTo>
                    <a:pt x="44730" y="10214"/>
                    <a:pt x="35145" y="0"/>
                    <a:pt x="22365" y="0"/>
                  </a:cubicBezTo>
                  <a:cubicBezTo>
                    <a:pt x="9585" y="0"/>
                    <a:pt x="0" y="9576"/>
                    <a:pt x="0" y="22344"/>
                  </a:cubicBezTo>
                  <a:cubicBezTo>
                    <a:pt x="639" y="35112"/>
                    <a:pt x="10224" y="44688"/>
                    <a:pt x="22365" y="44688"/>
                  </a:cubicBezTo>
                  <a:close/>
                  <a:moveTo>
                    <a:pt x="22365" y="13406"/>
                  </a:moveTo>
                  <a:cubicBezTo>
                    <a:pt x="27476" y="13406"/>
                    <a:pt x="31950" y="17875"/>
                    <a:pt x="31950" y="22982"/>
                  </a:cubicBezTo>
                  <a:cubicBezTo>
                    <a:pt x="31950" y="28089"/>
                    <a:pt x="27476" y="32558"/>
                    <a:pt x="22365" y="32558"/>
                  </a:cubicBezTo>
                  <a:cubicBezTo>
                    <a:pt x="17253" y="32558"/>
                    <a:pt x="12780" y="28089"/>
                    <a:pt x="12780" y="22982"/>
                  </a:cubicBezTo>
                  <a:cubicBezTo>
                    <a:pt x="13419" y="17236"/>
                    <a:pt x="17253" y="13406"/>
                    <a:pt x="22365" y="13406"/>
                  </a:cubicBezTo>
                  <a:close/>
                </a:path>
              </a:pathLst>
            </a:custGeom>
            <a:solidFill>
              <a:srgbClr val="00ABAB"/>
            </a:solidFill>
            <a:ln w="6390" cap="flat">
              <a:noFill/>
              <a:prstDash val="solid"/>
              <a:miter/>
            </a:ln>
          </p:spPr>
          <p:txBody>
            <a:bodyPr rtlCol="0" anchor="ctr"/>
            <a:lstStyle/>
            <a:p>
              <a:endParaRPr lang="en-US"/>
            </a:p>
          </p:txBody>
        </p:sp>
        <p:sp>
          <p:nvSpPr>
            <p:cNvPr id="683" name="Graphic 4">
              <a:extLst>
                <a:ext uri="{FF2B5EF4-FFF2-40B4-BE49-F238E27FC236}">
                  <a16:creationId xmlns:a16="http://schemas.microsoft.com/office/drawing/2014/main" id="{DB994154-F761-8340-92D7-4609AEC5CD34}"/>
                </a:ext>
              </a:extLst>
            </p:cNvPr>
            <p:cNvSpPr/>
            <p:nvPr/>
          </p:nvSpPr>
          <p:spPr>
            <a:xfrm>
              <a:off x="8905655" y="3893115"/>
              <a:ext cx="232593" cy="201095"/>
            </a:xfrm>
            <a:custGeom>
              <a:avLst/>
              <a:gdLst>
                <a:gd name="connsiteX0" fmla="*/ 116297 w 232593"/>
                <a:gd name="connsiteY0" fmla="*/ 0 h 201095"/>
                <a:gd name="connsiteX1" fmla="*/ 0 w 232593"/>
                <a:gd name="connsiteY1" fmla="*/ 116189 h 201095"/>
                <a:gd name="connsiteX2" fmla="*/ 33228 w 232593"/>
                <a:gd name="connsiteY2" fmla="*/ 197265 h 201095"/>
                <a:gd name="connsiteX3" fmla="*/ 42174 w 232593"/>
                <a:gd name="connsiteY3" fmla="*/ 197265 h 201095"/>
                <a:gd name="connsiteX4" fmla="*/ 42174 w 232593"/>
                <a:gd name="connsiteY4" fmla="*/ 188327 h 201095"/>
                <a:gd name="connsiteX5" fmla="*/ 12780 w 232593"/>
                <a:gd name="connsiteY5" fmla="*/ 116189 h 201095"/>
                <a:gd name="connsiteX6" fmla="*/ 116297 w 232593"/>
                <a:gd name="connsiteY6" fmla="*/ 12768 h 201095"/>
                <a:gd name="connsiteX7" fmla="*/ 219814 w 232593"/>
                <a:gd name="connsiteY7" fmla="*/ 116189 h 201095"/>
                <a:gd name="connsiteX8" fmla="*/ 188503 w 232593"/>
                <a:gd name="connsiteY8" fmla="*/ 190243 h 201095"/>
                <a:gd name="connsiteX9" fmla="*/ 188503 w 232593"/>
                <a:gd name="connsiteY9" fmla="*/ 199180 h 201095"/>
                <a:gd name="connsiteX10" fmla="*/ 192977 w 232593"/>
                <a:gd name="connsiteY10" fmla="*/ 201095 h 201095"/>
                <a:gd name="connsiteX11" fmla="*/ 197449 w 232593"/>
                <a:gd name="connsiteY11" fmla="*/ 199180 h 201095"/>
                <a:gd name="connsiteX12" fmla="*/ 232594 w 232593"/>
                <a:gd name="connsiteY12" fmla="*/ 116189 h 201095"/>
                <a:gd name="connsiteX13" fmla="*/ 116297 w 232593"/>
                <a:gd name="connsiteY13" fmla="*/ 0 h 20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2593" h="201095">
                  <a:moveTo>
                    <a:pt x="116297" y="0"/>
                  </a:moveTo>
                  <a:cubicBezTo>
                    <a:pt x="52398" y="0"/>
                    <a:pt x="0" y="52349"/>
                    <a:pt x="0" y="116189"/>
                  </a:cubicBezTo>
                  <a:cubicBezTo>
                    <a:pt x="0" y="146832"/>
                    <a:pt x="11502" y="175560"/>
                    <a:pt x="33228" y="197265"/>
                  </a:cubicBezTo>
                  <a:cubicBezTo>
                    <a:pt x="35784" y="199819"/>
                    <a:pt x="39618" y="199819"/>
                    <a:pt x="42174" y="197265"/>
                  </a:cubicBezTo>
                  <a:cubicBezTo>
                    <a:pt x="44730" y="194711"/>
                    <a:pt x="44730" y="190881"/>
                    <a:pt x="42174" y="188327"/>
                  </a:cubicBezTo>
                  <a:cubicBezTo>
                    <a:pt x="23004" y="169176"/>
                    <a:pt x="12780" y="143001"/>
                    <a:pt x="12780" y="116189"/>
                  </a:cubicBezTo>
                  <a:cubicBezTo>
                    <a:pt x="12780" y="59371"/>
                    <a:pt x="59427" y="12768"/>
                    <a:pt x="116297" y="12768"/>
                  </a:cubicBezTo>
                  <a:cubicBezTo>
                    <a:pt x="173168" y="12768"/>
                    <a:pt x="219814" y="59371"/>
                    <a:pt x="219814" y="116189"/>
                  </a:cubicBezTo>
                  <a:cubicBezTo>
                    <a:pt x="219814" y="144278"/>
                    <a:pt x="208951" y="170452"/>
                    <a:pt x="188503" y="190243"/>
                  </a:cubicBezTo>
                  <a:cubicBezTo>
                    <a:pt x="185948" y="192796"/>
                    <a:pt x="185948" y="196627"/>
                    <a:pt x="188503" y="199180"/>
                  </a:cubicBezTo>
                  <a:cubicBezTo>
                    <a:pt x="189782" y="200457"/>
                    <a:pt x="191698" y="201095"/>
                    <a:pt x="192977" y="201095"/>
                  </a:cubicBezTo>
                  <a:cubicBezTo>
                    <a:pt x="194893" y="201095"/>
                    <a:pt x="196172" y="200457"/>
                    <a:pt x="197449" y="199180"/>
                  </a:cubicBezTo>
                  <a:cubicBezTo>
                    <a:pt x="219814" y="177475"/>
                    <a:pt x="232594" y="147470"/>
                    <a:pt x="232594" y="116189"/>
                  </a:cubicBezTo>
                  <a:cubicBezTo>
                    <a:pt x="232594" y="51710"/>
                    <a:pt x="180836" y="0"/>
                    <a:pt x="116297" y="0"/>
                  </a:cubicBezTo>
                  <a:close/>
                </a:path>
              </a:pathLst>
            </a:custGeom>
            <a:solidFill>
              <a:srgbClr val="00ABAB"/>
            </a:solidFill>
            <a:ln w="6390" cap="flat">
              <a:noFill/>
              <a:prstDash val="solid"/>
              <a:miter/>
            </a:ln>
          </p:spPr>
          <p:txBody>
            <a:bodyPr rtlCol="0" anchor="ctr"/>
            <a:lstStyle/>
            <a:p>
              <a:endParaRPr lang="en-US"/>
            </a:p>
          </p:txBody>
        </p:sp>
        <p:sp>
          <p:nvSpPr>
            <p:cNvPr id="684" name="Graphic 4">
              <a:extLst>
                <a:ext uri="{FF2B5EF4-FFF2-40B4-BE49-F238E27FC236}">
                  <a16:creationId xmlns:a16="http://schemas.microsoft.com/office/drawing/2014/main" id="{811B4219-4CF8-FD4D-A1C3-0C48174E0C55}"/>
                </a:ext>
              </a:extLst>
            </p:cNvPr>
            <p:cNvSpPr/>
            <p:nvPr/>
          </p:nvSpPr>
          <p:spPr>
            <a:xfrm>
              <a:off x="8992558" y="4010580"/>
              <a:ext cx="59425" cy="107251"/>
            </a:xfrm>
            <a:custGeom>
              <a:avLst/>
              <a:gdLst>
                <a:gd name="connsiteX0" fmla="*/ 45368 w 59425"/>
                <a:gd name="connsiteY0" fmla="*/ 0 h 107251"/>
                <a:gd name="connsiteX1" fmla="*/ 14058 w 59425"/>
                <a:gd name="connsiteY1" fmla="*/ 0 h 107251"/>
                <a:gd name="connsiteX2" fmla="*/ 0 w 59425"/>
                <a:gd name="connsiteY2" fmla="*/ 14045 h 107251"/>
                <a:gd name="connsiteX3" fmla="*/ 0 w 59425"/>
                <a:gd name="connsiteY3" fmla="*/ 37666 h 107251"/>
                <a:gd name="connsiteX4" fmla="*/ 6390 w 59425"/>
                <a:gd name="connsiteY4" fmla="*/ 72139 h 107251"/>
                <a:gd name="connsiteX5" fmla="*/ 21725 w 59425"/>
                <a:gd name="connsiteY5" fmla="*/ 107251 h 107251"/>
                <a:gd name="connsiteX6" fmla="*/ 37700 w 59425"/>
                <a:gd name="connsiteY6" fmla="*/ 107251 h 107251"/>
                <a:gd name="connsiteX7" fmla="*/ 53036 w 59425"/>
                <a:gd name="connsiteY7" fmla="*/ 72139 h 107251"/>
                <a:gd name="connsiteX8" fmla="*/ 59426 w 59425"/>
                <a:gd name="connsiteY8" fmla="*/ 37666 h 107251"/>
                <a:gd name="connsiteX9" fmla="*/ 59426 w 59425"/>
                <a:gd name="connsiteY9" fmla="*/ 14045 h 107251"/>
                <a:gd name="connsiteX10" fmla="*/ 45368 w 59425"/>
                <a:gd name="connsiteY10" fmla="*/ 0 h 107251"/>
                <a:gd name="connsiteX11" fmla="*/ 33866 w 59425"/>
                <a:gd name="connsiteY11" fmla="*/ 93845 h 107251"/>
                <a:gd name="connsiteX12" fmla="*/ 25560 w 59425"/>
                <a:gd name="connsiteY12" fmla="*/ 93845 h 107251"/>
                <a:gd name="connsiteX13" fmla="*/ 12780 w 59425"/>
                <a:gd name="connsiteY13" fmla="*/ 37666 h 107251"/>
                <a:gd name="connsiteX14" fmla="*/ 12780 w 59425"/>
                <a:gd name="connsiteY14" fmla="*/ 14045 h 107251"/>
                <a:gd name="connsiteX15" fmla="*/ 14058 w 59425"/>
                <a:gd name="connsiteY15" fmla="*/ 12130 h 107251"/>
                <a:gd name="connsiteX16" fmla="*/ 45368 w 59425"/>
                <a:gd name="connsiteY16" fmla="*/ 12130 h 107251"/>
                <a:gd name="connsiteX17" fmla="*/ 47285 w 59425"/>
                <a:gd name="connsiteY17" fmla="*/ 13407 h 107251"/>
                <a:gd name="connsiteX18" fmla="*/ 47285 w 59425"/>
                <a:gd name="connsiteY18" fmla="*/ 36389 h 107251"/>
                <a:gd name="connsiteX19" fmla="*/ 33866 w 59425"/>
                <a:gd name="connsiteY19" fmla="*/ 93845 h 10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9425" h="107251">
                  <a:moveTo>
                    <a:pt x="45368" y="0"/>
                  </a:moveTo>
                  <a:lnTo>
                    <a:pt x="14058" y="0"/>
                  </a:lnTo>
                  <a:cubicBezTo>
                    <a:pt x="7029" y="0"/>
                    <a:pt x="0" y="7023"/>
                    <a:pt x="0" y="14045"/>
                  </a:cubicBezTo>
                  <a:lnTo>
                    <a:pt x="0" y="37666"/>
                  </a:lnTo>
                  <a:cubicBezTo>
                    <a:pt x="0" y="40858"/>
                    <a:pt x="3834" y="60010"/>
                    <a:pt x="6390" y="72139"/>
                  </a:cubicBezTo>
                  <a:cubicBezTo>
                    <a:pt x="13419" y="104059"/>
                    <a:pt x="15975" y="107251"/>
                    <a:pt x="21725" y="107251"/>
                  </a:cubicBezTo>
                  <a:lnTo>
                    <a:pt x="37700" y="107251"/>
                  </a:lnTo>
                  <a:cubicBezTo>
                    <a:pt x="43451" y="107251"/>
                    <a:pt x="46007" y="104697"/>
                    <a:pt x="53036" y="72139"/>
                  </a:cubicBezTo>
                  <a:cubicBezTo>
                    <a:pt x="55592" y="60010"/>
                    <a:pt x="59426" y="40858"/>
                    <a:pt x="59426" y="37666"/>
                  </a:cubicBezTo>
                  <a:lnTo>
                    <a:pt x="59426" y="14045"/>
                  </a:lnTo>
                  <a:cubicBezTo>
                    <a:pt x="59426" y="7023"/>
                    <a:pt x="52397" y="0"/>
                    <a:pt x="45368" y="0"/>
                  </a:cubicBezTo>
                  <a:close/>
                  <a:moveTo>
                    <a:pt x="33866" y="93845"/>
                  </a:moveTo>
                  <a:lnTo>
                    <a:pt x="25560" y="93845"/>
                  </a:lnTo>
                  <a:cubicBezTo>
                    <a:pt x="21725" y="82992"/>
                    <a:pt x="12780" y="42135"/>
                    <a:pt x="12780" y="37666"/>
                  </a:cubicBezTo>
                  <a:lnTo>
                    <a:pt x="12780" y="14045"/>
                  </a:lnTo>
                  <a:cubicBezTo>
                    <a:pt x="12780" y="13407"/>
                    <a:pt x="14058" y="12768"/>
                    <a:pt x="14058" y="12130"/>
                  </a:cubicBezTo>
                  <a:lnTo>
                    <a:pt x="45368" y="12130"/>
                  </a:lnTo>
                  <a:cubicBezTo>
                    <a:pt x="46007" y="12130"/>
                    <a:pt x="46646" y="13407"/>
                    <a:pt x="47285" y="13407"/>
                  </a:cubicBezTo>
                  <a:lnTo>
                    <a:pt x="47285" y="36389"/>
                  </a:lnTo>
                  <a:cubicBezTo>
                    <a:pt x="46646" y="42135"/>
                    <a:pt x="37700" y="82992"/>
                    <a:pt x="33866" y="93845"/>
                  </a:cubicBezTo>
                  <a:close/>
                </a:path>
              </a:pathLst>
            </a:custGeom>
            <a:solidFill>
              <a:srgbClr val="00ABAB"/>
            </a:solidFill>
            <a:ln w="6390" cap="flat">
              <a:noFill/>
              <a:prstDash val="solid"/>
              <a:miter/>
            </a:ln>
          </p:spPr>
          <p:txBody>
            <a:bodyPr rtlCol="0" anchor="ctr"/>
            <a:lstStyle/>
            <a:p>
              <a:endParaRPr lang="en-US"/>
            </a:p>
          </p:txBody>
        </p:sp>
        <p:sp>
          <p:nvSpPr>
            <p:cNvPr id="685" name="Graphic 4">
              <a:extLst>
                <a:ext uri="{FF2B5EF4-FFF2-40B4-BE49-F238E27FC236}">
                  <a16:creationId xmlns:a16="http://schemas.microsoft.com/office/drawing/2014/main" id="{9DDD1C64-2B4E-8541-8061-F9A05D2CE586}"/>
                </a:ext>
              </a:extLst>
            </p:cNvPr>
            <p:cNvSpPr/>
            <p:nvPr/>
          </p:nvSpPr>
          <p:spPr>
            <a:xfrm>
              <a:off x="8936965" y="3924396"/>
              <a:ext cx="169972" cy="147470"/>
            </a:xfrm>
            <a:custGeom>
              <a:avLst/>
              <a:gdLst>
                <a:gd name="connsiteX0" fmla="*/ 84986 w 169972"/>
                <a:gd name="connsiteY0" fmla="*/ 0 h 147470"/>
                <a:gd name="connsiteX1" fmla="*/ 0 w 169972"/>
                <a:gd name="connsiteY1" fmla="*/ 84907 h 147470"/>
                <a:gd name="connsiteX2" fmla="*/ 24282 w 169972"/>
                <a:gd name="connsiteY2" fmla="*/ 144278 h 147470"/>
                <a:gd name="connsiteX3" fmla="*/ 33228 w 169972"/>
                <a:gd name="connsiteY3" fmla="*/ 144278 h 147470"/>
                <a:gd name="connsiteX4" fmla="*/ 33228 w 169972"/>
                <a:gd name="connsiteY4" fmla="*/ 135341 h 147470"/>
                <a:gd name="connsiteX5" fmla="*/ 12780 w 169972"/>
                <a:gd name="connsiteY5" fmla="*/ 84907 h 147470"/>
                <a:gd name="connsiteX6" fmla="*/ 84986 w 169972"/>
                <a:gd name="connsiteY6" fmla="*/ 12768 h 147470"/>
                <a:gd name="connsiteX7" fmla="*/ 157192 w 169972"/>
                <a:gd name="connsiteY7" fmla="*/ 84907 h 147470"/>
                <a:gd name="connsiteX8" fmla="*/ 135467 w 169972"/>
                <a:gd name="connsiteY8" fmla="*/ 136617 h 147470"/>
                <a:gd name="connsiteX9" fmla="*/ 135467 w 169972"/>
                <a:gd name="connsiteY9" fmla="*/ 145555 h 147470"/>
                <a:gd name="connsiteX10" fmla="*/ 139940 w 169972"/>
                <a:gd name="connsiteY10" fmla="*/ 147470 h 147470"/>
                <a:gd name="connsiteX11" fmla="*/ 144412 w 169972"/>
                <a:gd name="connsiteY11" fmla="*/ 145555 h 147470"/>
                <a:gd name="connsiteX12" fmla="*/ 169972 w 169972"/>
                <a:gd name="connsiteY12" fmla="*/ 84907 h 147470"/>
                <a:gd name="connsiteX13" fmla="*/ 84986 w 169972"/>
                <a:gd name="connsiteY13" fmla="*/ 0 h 147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9972" h="147470">
                  <a:moveTo>
                    <a:pt x="84986" y="0"/>
                  </a:moveTo>
                  <a:cubicBezTo>
                    <a:pt x="38340" y="0"/>
                    <a:pt x="0" y="38304"/>
                    <a:pt x="0" y="84907"/>
                  </a:cubicBezTo>
                  <a:cubicBezTo>
                    <a:pt x="0" y="107251"/>
                    <a:pt x="8307" y="128318"/>
                    <a:pt x="24282" y="144278"/>
                  </a:cubicBezTo>
                  <a:cubicBezTo>
                    <a:pt x="26838" y="146832"/>
                    <a:pt x="30672" y="146832"/>
                    <a:pt x="33228" y="144278"/>
                  </a:cubicBezTo>
                  <a:cubicBezTo>
                    <a:pt x="35783" y="141724"/>
                    <a:pt x="35783" y="137894"/>
                    <a:pt x="33228" y="135341"/>
                  </a:cubicBezTo>
                  <a:cubicBezTo>
                    <a:pt x="19809" y="121934"/>
                    <a:pt x="12780" y="104059"/>
                    <a:pt x="12780" y="84907"/>
                  </a:cubicBezTo>
                  <a:cubicBezTo>
                    <a:pt x="12780" y="45327"/>
                    <a:pt x="45368" y="12768"/>
                    <a:pt x="84986" y="12768"/>
                  </a:cubicBezTo>
                  <a:cubicBezTo>
                    <a:pt x="124604" y="12768"/>
                    <a:pt x="157192" y="45327"/>
                    <a:pt x="157192" y="84907"/>
                  </a:cubicBezTo>
                  <a:cubicBezTo>
                    <a:pt x="157192" y="104697"/>
                    <a:pt x="149525" y="122573"/>
                    <a:pt x="135467" y="136617"/>
                  </a:cubicBezTo>
                  <a:cubicBezTo>
                    <a:pt x="132911" y="139171"/>
                    <a:pt x="132911" y="143001"/>
                    <a:pt x="135467" y="145555"/>
                  </a:cubicBezTo>
                  <a:cubicBezTo>
                    <a:pt x="136745" y="146832"/>
                    <a:pt x="138662" y="147470"/>
                    <a:pt x="139940" y="147470"/>
                  </a:cubicBezTo>
                  <a:cubicBezTo>
                    <a:pt x="141857" y="147470"/>
                    <a:pt x="143135" y="146832"/>
                    <a:pt x="144412" y="145555"/>
                  </a:cubicBezTo>
                  <a:cubicBezTo>
                    <a:pt x="161027" y="129595"/>
                    <a:pt x="169972" y="107889"/>
                    <a:pt x="169972" y="84907"/>
                  </a:cubicBezTo>
                  <a:cubicBezTo>
                    <a:pt x="169972" y="37666"/>
                    <a:pt x="132272" y="0"/>
                    <a:pt x="84986" y="0"/>
                  </a:cubicBezTo>
                  <a:close/>
                </a:path>
              </a:pathLst>
            </a:custGeom>
            <a:solidFill>
              <a:srgbClr val="00ABAB"/>
            </a:solidFill>
            <a:ln w="6390" cap="flat">
              <a:noFill/>
              <a:prstDash val="solid"/>
              <a:miter/>
            </a:ln>
          </p:spPr>
          <p:txBody>
            <a:bodyPr rtlCol="0" anchor="ctr"/>
            <a:lstStyle/>
            <a:p>
              <a:endParaRPr lang="en-US"/>
            </a:p>
          </p:txBody>
        </p:sp>
      </p:grpSp>
      <p:grpSp>
        <p:nvGrpSpPr>
          <p:cNvPr id="686" name="Graphic 4">
            <a:extLst>
              <a:ext uri="{FF2B5EF4-FFF2-40B4-BE49-F238E27FC236}">
                <a16:creationId xmlns:a16="http://schemas.microsoft.com/office/drawing/2014/main" id="{5670EC8E-2491-4A43-B3A5-23B6E4BBAED0}"/>
              </a:ext>
            </a:extLst>
          </p:cNvPr>
          <p:cNvGrpSpPr/>
          <p:nvPr/>
        </p:nvGrpSpPr>
        <p:grpSpPr>
          <a:xfrm>
            <a:off x="6754802" y="2371173"/>
            <a:ext cx="361670" cy="361333"/>
            <a:chOff x="6754802" y="2371173"/>
            <a:chExt cx="361670" cy="361333"/>
          </a:xfrm>
          <a:solidFill>
            <a:srgbClr val="0097A9"/>
          </a:solidFill>
        </p:grpSpPr>
        <p:sp>
          <p:nvSpPr>
            <p:cNvPr id="687" name="Graphic 4">
              <a:extLst>
                <a:ext uri="{FF2B5EF4-FFF2-40B4-BE49-F238E27FC236}">
                  <a16:creationId xmlns:a16="http://schemas.microsoft.com/office/drawing/2014/main" id="{D937DF17-9B5E-CC47-B185-D74C0AAA4E4F}"/>
                </a:ext>
              </a:extLst>
            </p:cNvPr>
            <p:cNvSpPr/>
            <p:nvPr/>
          </p:nvSpPr>
          <p:spPr>
            <a:xfrm>
              <a:off x="6754802" y="237117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895"/>
                    <a:pt x="81153" y="361333"/>
                    <a:pt x="180836" y="361333"/>
                  </a:cubicBezTo>
                  <a:cubicBezTo>
                    <a:pt x="280518" y="361333"/>
                    <a:pt x="361670" y="280257"/>
                    <a:pt x="361670" y="180667"/>
                  </a:cubicBezTo>
                  <a:cubicBezTo>
                    <a:pt x="361670" y="81077"/>
                    <a:pt x="280518" y="0"/>
                    <a:pt x="180836" y="0"/>
                  </a:cubicBezTo>
                  <a:close/>
                  <a:moveTo>
                    <a:pt x="180836" y="349204"/>
                  </a:moveTo>
                  <a:cubicBezTo>
                    <a:pt x="88181" y="349204"/>
                    <a:pt x="12780" y="273873"/>
                    <a:pt x="12780" y="181305"/>
                  </a:cubicBezTo>
                  <a:cubicBezTo>
                    <a:pt x="12780" y="88738"/>
                    <a:pt x="88181" y="13406"/>
                    <a:pt x="180836" y="13406"/>
                  </a:cubicBezTo>
                  <a:cubicBezTo>
                    <a:pt x="273490" y="13406"/>
                    <a:pt x="348890" y="88738"/>
                    <a:pt x="348890" y="181305"/>
                  </a:cubicBezTo>
                  <a:cubicBezTo>
                    <a:pt x="348890" y="273873"/>
                    <a:pt x="273490" y="349204"/>
                    <a:pt x="180836" y="349204"/>
                  </a:cubicBezTo>
                  <a:close/>
                </a:path>
              </a:pathLst>
            </a:custGeom>
            <a:solidFill>
              <a:srgbClr val="0097A9"/>
            </a:solidFill>
            <a:ln w="6390" cap="flat">
              <a:noFill/>
              <a:prstDash val="solid"/>
              <a:miter/>
            </a:ln>
          </p:spPr>
          <p:txBody>
            <a:bodyPr rtlCol="0" anchor="ctr"/>
            <a:lstStyle/>
            <a:p>
              <a:endParaRPr lang="en-US"/>
            </a:p>
          </p:txBody>
        </p:sp>
        <p:sp>
          <p:nvSpPr>
            <p:cNvPr id="688" name="Graphic 4">
              <a:extLst>
                <a:ext uri="{FF2B5EF4-FFF2-40B4-BE49-F238E27FC236}">
                  <a16:creationId xmlns:a16="http://schemas.microsoft.com/office/drawing/2014/main" id="{DBF0550D-95B5-5E40-BDFB-318FF4060EDF}"/>
                </a:ext>
              </a:extLst>
            </p:cNvPr>
            <p:cNvSpPr/>
            <p:nvPr/>
          </p:nvSpPr>
          <p:spPr>
            <a:xfrm>
              <a:off x="6886434" y="2460549"/>
              <a:ext cx="12779" cy="183220"/>
            </a:xfrm>
            <a:custGeom>
              <a:avLst/>
              <a:gdLst>
                <a:gd name="connsiteX0" fmla="*/ 6390 w 12779"/>
                <a:gd name="connsiteY0" fmla="*/ 0 h 183220"/>
                <a:gd name="connsiteX1" fmla="*/ 0 w 12779"/>
                <a:gd name="connsiteY1" fmla="*/ 6384 h 183220"/>
                <a:gd name="connsiteX2" fmla="*/ 0 w 12779"/>
                <a:gd name="connsiteY2" fmla="*/ 176836 h 183220"/>
                <a:gd name="connsiteX3" fmla="*/ 6390 w 12779"/>
                <a:gd name="connsiteY3" fmla="*/ 183220 h 183220"/>
                <a:gd name="connsiteX4" fmla="*/ 12780 w 12779"/>
                <a:gd name="connsiteY4" fmla="*/ 176836 h 183220"/>
                <a:gd name="connsiteX5" fmla="*/ 12780 w 12779"/>
                <a:gd name="connsiteY5" fmla="*/ 6384 h 183220"/>
                <a:gd name="connsiteX6" fmla="*/ 6390 w 12779"/>
                <a:gd name="connsiteY6" fmla="*/ 0 h 183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183220">
                  <a:moveTo>
                    <a:pt x="6390" y="0"/>
                  </a:moveTo>
                  <a:cubicBezTo>
                    <a:pt x="2556" y="0"/>
                    <a:pt x="0" y="2554"/>
                    <a:pt x="0" y="6384"/>
                  </a:cubicBezTo>
                  <a:lnTo>
                    <a:pt x="0" y="176836"/>
                  </a:lnTo>
                  <a:cubicBezTo>
                    <a:pt x="0" y="180667"/>
                    <a:pt x="2556" y="183220"/>
                    <a:pt x="6390" y="183220"/>
                  </a:cubicBezTo>
                  <a:cubicBezTo>
                    <a:pt x="10225" y="183220"/>
                    <a:pt x="12780" y="180667"/>
                    <a:pt x="12780" y="176836"/>
                  </a:cubicBezTo>
                  <a:lnTo>
                    <a:pt x="12780" y="6384"/>
                  </a:lnTo>
                  <a:cubicBezTo>
                    <a:pt x="12780" y="2554"/>
                    <a:pt x="10225" y="0"/>
                    <a:pt x="6390" y="0"/>
                  </a:cubicBezTo>
                  <a:close/>
                </a:path>
              </a:pathLst>
            </a:custGeom>
            <a:solidFill>
              <a:srgbClr val="0097A9"/>
            </a:solidFill>
            <a:ln w="6390" cap="flat">
              <a:noFill/>
              <a:prstDash val="solid"/>
              <a:miter/>
            </a:ln>
          </p:spPr>
          <p:txBody>
            <a:bodyPr rtlCol="0" anchor="ctr"/>
            <a:lstStyle/>
            <a:p>
              <a:endParaRPr lang="en-US"/>
            </a:p>
          </p:txBody>
        </p:sp>
        <p:sp>
          <p:nvSpPr>
            <p:cNvPr id="689" name="Graphic 4">
              <a:extLst>
                <a:ext uri="{FF2B5EF4-FFF2-40B4-BE49-F238E27FC236}">
                  <a16:creationId xmlns:a16="http://schemas.microsoft.com/office/drawing/2014/main" id="{03E53246-08A0-F642-8604-EE93B25AC75C}"/>
                </a:ext>
              </a:extLst>
            </p:cNvPr>
            <p:cNvSpPr/>
            <p:nvPr/>
          </p:nvSpPr>
          <p:spPr>
            <a:xfrm>
              <a:off x="6971421" y="2460549"/>
              <a:ext cx="12779" cy="183220"/>
            </a:xfrm>
            <a:custGeom>
              <a:avLst/>
              <a:gdLst>
                <a:gd name="connsiteX0" fmla="*/ 6390 w 12779"/>
                <a:gd name="connsiteY0" fmla="*/ 0 h 183220"/>
                <a:gd name="connsiteX1" fmla="*/ 0 w 12779"/>
                <a:gd name="connsiteY1" fmla="*/ 6384 h 183220"/>
                <a:gd name="connsiteX2" fmla="*/ 0 w 12779"/>
                <a:gd name="connsiteY2" fmla="*/ 176836 h 183220"/>
                <a:gd name="connsiteX3" fmla="*/ 6390 w 12779"/>
                <a:gd name="connsiteY3" fmla="*/ 183220 h 183220"/>
                <a:gd name="connsiteX4" fmla="*/ 12780 w 12779"/>
                <a:gd name="connsiteY4" fmla="*/ 176836 h 183220"/>
                <a:gd name="connsiteX5" fmla="*/ 12780 w 12779"/>
                <a:gd name="connsiteY5" fmla="*/ 6384 h 183220"/>
                <a:gd name="connsiteX6" fmla="*/ 6390 w 12779"/>
                <a:gd name="connsiteY6" fmla="*/ 0 h 183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183220">
                  <a:moveTo>
                    <a:pt x="6390" y="0"/>
                  </a:moveTo>
                  <a:cubicBezTo>
                    <a:pt x="2556" y="0"/>
                    <a:pt x="0" y="2554"/>
                    <a:pt x="0" y="6384"/>
                  </a:cubicBezTo>
                  <a:lnTo>
                    <a:pt x="0" y="176836"/>
                  </a:lnTo>
                  <a:cubicBezTo>
                    <a:pt x="0" y="180667"/>
                    <a:pt x="2556" y="183220"/>
                    <a:pt x="6390" y="183220"/>
                  </a:cubicBezTo>
                  <a:cubicBezTo>
                    <a:pt x="10224" y="183220"/>
                    <a:pt x="12780" y="180667"/>
                    <a:pt x="12780" y="176836"/>
                  </a:cubicBezTo>
                  <a:lnTo>
                    <a:pt x="12780" y="6384"/>
                  </a:lnTo>
                  <a:cubicBezTo>
                    <a:pt x="12780" y="2554"/>
                    <a:pt x="10224" y="0"/>
                    <a:pt x="6390" y="0"/>
                  </a:cubicBezTo>
                  <a:close/>
                </a:path>
              </a:pathLst>
            </a:custGeom>
            <a:solidFill>
              <a:srgbClr val="0097A9"/>
            </a:solidFill>
            <a:ln w="6390" cap="flat">
              <a:noFill/>
              <a:prstDash val="solid"/>
              <a:miter/>
            </a:ln>
          </p:spPr>
          <p:txBody>
            <a:bodyPr rtlCol="0" anchor="ctr"/>
            <a:lstStyle/>
            <a:p>
              <a:endParaRPr lang="en-US"/>
            </a:p>
          </p:txBody>
        </p:sp>
      </p:grpSp>
      <p:sp>
        <p:nvSpPr>
          <p:cNvPr id="690" name="Graphic 4">
            <a:extLst>
              <a:ext uri="{FF2B5EF4-FFF2-40B4-BE49-F238E27FC236}">
                <a16:creationId xmlns:a16="http://schemas.microsoft.com/office/drawing/2014/main" id="{2D635197-7F4D-1D44-97FC-9D1D6145AA7E}"/>
              </a:ext>
            </a:extLst>
          </p:cNvPr>
          <p:cNvSpPr/>
          <p:nvPr/>
        </p:nvSpPr>
        <p:spPr>
          <a:xfrm>
            <a:off x="4046108"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11185 w 361670"/>
              <a:gd name="connsiteY5" fmla="*/ 264935 h 361333"/>
              <a:gd name="connsiteX6" fmla="*/ 104795 w 361670"/>
              <a:gd name="connsiteY6" fmla="*/ 271319 h 361333"/>
              <a:gd name="connsiteX7" fmla="*/ 89459 w 361670"/>
              <a:gd name="connsiteY7" fmla="*/ 271319 h 361333"/>
              <a:gd name="connsiteX8" fmla="*/ 83069 w 361670"/>
              <a:gd name="connsiteY8" fmla="*/ 264935 h 361333"/>
              <a:gd name="connsiteX9" fmla="*/ 83069 w 361670"/>
              <a:gd name="connsiteY9" fmla="*/ 263658 h 361333"/>
              <a:gd name="connsiteX10" fmla="*/ 89459 w 361670"/>
              <a:gd name="connsiteY10" fmla="*/ 257274 h 361333"/>
              <a:gd name="connsiteX11" fmla="*/ 104795 w 361670"/>
              <a:gd name="connsiteY11" fmla="*/ 257274 h 361333"/>
              <a:gd name="connsiteX12" fmla="*/ 111185 w 361670"/>
              <a:gd name="connsiteY12" fmla="*/ 263658 h 361333"/>
              <a:gd name="connsiteX13" fmla="*/ 111185 w 361670"/>
              <a:gd name="connsiteY13" fmla="*/ 264935 h 361333"/>
              <a:gd name="connsiteX14" fmla="*/ 111185 w 361670"/>
              <a:gd name="connsiteY14" fmla="*/ 237484 h 361333"/>
              <a:gd name="connsiteX15" fmla="*/ 104795 w 361670"/>
              <a:gd name="connsiteY15" fmla="*/ 243868 h 361333"/>
              <a:gd name="connsiteX16" fmla="*/ 89459 w 361670"/>
              <a:gd name="connsiteY16" fmla="*/ 243868 h 361333"/>
              <a:gd name="connsiteX17" fmla="*/ 83069 w 361670"/>
              <a:gd name="connsiteY17" fmla="*/ 237484 h 361333"/>
              <a:gd name="connsiteX18" fmla="*/ 83069 w 361670"/>
              <a:gd name="connsiteY18" fmla="*/ 236207 h 361333"/>
              <a:gd name="connsiteX19" fmla="*/ 89459 w 361670"/>
              <a:gd name="connsiteY19" fmla="*/ 229823 h 361333"/>
              <a:gd name="connsiteX20" fmla="*/ 104795 w 361670"/>
              <a:gd name="connsiteY20" fmla="*/ 229823 h 361333"/>
              <a:gd name="connsiteX21" fmla="*/ 111185 w 361670"/>
              <a:gd name="connsiteY21" fmla="*/ 236207 h 361333"/>
              <a:gd name="connsiteX22" fmla="*/ 111185 w 361670"/>
              <a:gd name="connsiteY22" fmla="*/ 237484 h 361333"/>
              <a:gd name="connsiteX23" fmla="*/ 111185 w 361670"/>
              <a:gd name="connsiteY23" fmla="*/ 209395 h 361333"/>
              <a:gd name="connsiteX24" fmla="*/ 104795 w 361670"/>
              <a:gd name="connsiteY24" fmla="*/ 215779 h 361333"/>
              <a:gd name="connsiteX25" fmla="*/ 89459 w 361670"/>
              <a:gd name="connsiteY25" fmla="*/ 215779 h 361333"/>
              <a:gd name="connsiteX26" fmla="*/ 83069 w 361670"/>
              <a:gd name="connsiteY26" fmla="*/ 209395 h 361333"/>
              <a:gd name="connsiteX27" fmla="*/ 83069 w 361670"/>
              <a:gd name="connsiteY27" fmla="*/ 208118 h 361333"/>
              <a:gd name="connsiteX28" fmla="*/ 89459 w 361670"/>
              <a:gd name="connsiteY28" fmla="*/ 201734 h 361333"/>
              <a:gd name="connsiteX29" fmla="*/ 104795 w 361670"/>
              <a:gd name="connsiteY29" fmla="*/ 201734 h 361333"/>
              <a:gd name="connsiteX30" fmla="*/ 111185 w 361670"/>
              <a:gd name="connsiteY30" fmla="*/ 208118 h 361333"/>
              <a:gd name="connsiteX31" fmla="*/ 111185 w 361670"/>
              <a:gd name="connsiteY31" fmla="*/ 209395 h 361333"/>
              <a:gd name="connsiteX32" fmla="*/ 111185 w 361670"/>
              <a:gd name="connsiteY32" fmla="*/ 181305 h 361333"/>
              <a:gd name="connsiteX33" fmla="*/ 104795 w 361670"/>
              <a:gd name="connsiteY33" fmla="*/ 187689 h 361333"/>
              <a:gd name="connsiteX34" fmla="*/ 89459 w 361670"/>
              <a:gd name="connsiteY34" fmla="*/ 187689 h 361333"/>
              <a:gd name="connsiteX35" fmla="*/ 83069 w 361670"/>
              <a:gd name="connsiteY35" fmla="*/ 181305 h 361333"/>
              <a:gd name="connsiteX36" fmla="*/ 83069 w 361670"/>
              <a:gd name="connsiteY36" fmla="*/ 180028 h 361333"/>
              <a:gd name="connsiteX37" fmla="*/ 89459 w 361670"/>
              <a:gd name="connsiteY37" fmla="*/ 173644 h 361333"/>
              <a:gd name="connsiteX38" fmla="*/ 104795 w 361670"/>
              <a:gd name="connsiteY38" fmla="*/ 173644 h 361333"/>
              <a:gd name="connsiteX39" fmla="*/ 111185 w 361670"/>
              <a:gd name="connsiteY39" fmla="*/ 180028 h 361333"/>
              <a:gd name="connsiteX40" fmla="*/ 111185 w 361670"/>
              <a:gd name="connsiteY40" fmla="*/ 181305 h 361333"/>
              <a:gd name="connsiteX41" fmla="*/ 166777 w 361670"/>
              <a:gd name="connsiteY41" fmla="*/ 264935 h 361333"/>
              <a:gd name="connsiteX42" fmla="*/ 160387 w 361670"/>
              <a:gd name="connsiteY42" fmla="*/ 271319 h 361333"/>
              <a:gd name="connsiteX43" fmla="*/ 145052 w 361670"/>
              <a:gd name="connsiteY43" fmla="*/ 271319 h 361333"/>
              <a:gd name="connsiteX44" fmla="*/ 138662 w 361670"/>
              <a:gd name="connsiteY44" fmla="*/ 264935 h 361333"/>
              <a:gd name="connsiteX45" fmla="*/ 138662 w 361670"/>
              <a:gd name="connsiteY45" fmla="*/ 263658 h 361333"/>
              <a:gd name="connsiteX46" fmla="*/ 145052 w 361670"/>
              <a:gd name="connsiteY46" fmla="*/ 257274 h 361333"/>
              <a:gd name="connsiteX47" fmla="*/ 160387 w 361670"/>
              <a:gd name="connsiteY47" fmla="*/ 257274 h 361333"/>
              <a:gd name="connsiteX48" fmla="*/ 166777 w 361670"/>
              <a:gd name="connsiteY48" fmla="*/ 263658 h 361333"/>
              <a:gd name="connsiteX49" fmla="*/ 166777 w 361670"/>
              <a:gd name="connsiteY49" fmla="*/ 264935 h 361333"/>
              <a:gd name="connsiteX50" fmla="*/ 166777 w 361670"/>
              <a:gd name="connsiteY50" fmla="*/ 237484 h 361333"/>
              <a:gd name="connsiteX51" fmla="*/ 160387 w 361670"/>
              <a:gd name="connsiteY51" fmla="*/ 243868 h 361333"/>
              <a:gd name="connsiteX52" fmla="*/ 145052 w 361670"/>
              <a:gd name="connsiteY52" fmla="*/ 243868 h 361333"/>
              <a:gd name="connsiteX53" fmla="*/ 138662 w 361670"/>
              <a:gd name="connsiteY53" fmla="*/ 237484 h 361333"/>
              <a:gd name="connsiteX54" fmla="*/ 138662 w 361670"/>
              <a:gd name="connsiteY54" fmla="*/ 236207 h 361333"/>
              <a:gd name="connsiteX55" fmla="*/ 145052 w 361670"/>
              <a:gd name="connsiteY55" fmla="*/ 229823 h 361333"/>
              <a:gd name="connsiteX56" fmla="*/ 160387 w 361670"/>
              <a:gd name="connsiteY56" fmla="*/ 229823 h 361333"/>
              <a:gd name="connsiteX57" fmla="*/ 166777 w 361670"/>
              <a:gd name="connsiteY57" fmla="*/ 236207 h 361333"/>
              <a:gd name="connsiteX58" fmla="*/ 166777 w 361670"/>
              <a:gd name="connsiteY58" fmla="*/ 237484 h 361333"/>
              <a:gd name="connsiteX59" fmla="*/ 166777 w 361670"/>
              <a:gd name="connsiteY59" fmla="*/ 209395 h 361333"/>
              <a:gd name="connsiteX60" fmla="*/ 160387 w 361670"/>
              <a:gd name="connsiteY60" fmla="*/ 215779 h 361333"/>
              <a:gd name="connsiteX61" fmla="*/ 145052 w 361670"/>
              <a:gd name="connsiteY61" fmla="*/ 215779 h 361333"/>
              <a:gd name="connsiteX62" fmla="*/ 138662 w 361670"/>
              <a:gd name="connsiteY62" fmla="*/ 209395 h 361333"/>
              <a:gd name="connsiteX63" fmla="*/ 138662 w 361670"/>
              <a:gd name="connsiteY63" fmla="*/ 208118 h 361333"/>
              <a:gd name="connsiteX64" fmla="*/ 145052 w 361670"/>
              <a:gd name="connsiteY64" fmla="*/ 201734 h 361333"/>
              <a:gd name="connsiteX65" fmla="*/ 160387 w 361670"/>
              <a:gd name="connsiteY65" fmla="*/ 201734 h 361333"/>
              <a:gd name="connsiteX66" fmla="*/ 166777 w 361670"/>
              <a:gd name="connsiteY66" fmla="*/ 208118 h 361333"/>
              <a:gd name="connsiteX67" fmla="*/ 166777 w 361670"/>
              <a:gd name="connsiteY67" fmla="*/ 209395 h 361333"/>
              <a:gd name="connsiteX68" fmla="*/ 222370 w 361670"/>
              <a:gd name="connsiteY68" fmla="*/ 264935 h 361333"/>
              <a:gd name="connsiteX69" fmla="*/ 215980 w 361670"/>
              <a:gd name="connsiteY69" fmla="*/ 271319 h 361333"/>
              <a:gd name="connsiteX70" fmla="*/ 200644 w 361670"/>
              <a:gd name="connsiteY70" fmla="*/ 271319 h 361333"/>
              <a:gd name="connsiteX71" fmla="*/ 194254 w 361670"/>
              <a:gd name="connsiteY71" fmla="*/ 264935 h 361333"/>
              <a:gd name="connsiteX72" fmla="*/ 194254 w 361670"/>
              <a:gd name="connsiteY72" fmla="*/ 263658 h 361333"/>
              <a:gd name="connsiteX73" fmla="*/ 200644 w 361670"/>
              <a:gd name="connsiteY73" fmla="*/ 257274 h 361333"/>
              <a:gd name="connsiteX74" fmla="*/ 215980 w 361670"/>
              <a:gd name="connsiteY74" fmla="*/ 257274 h 361333"/>
              <a:gd name="connsiteX75" fmla="*/ 222370 w 361670"/>
              <a:gd name="connsiteY75" fmla="*/ 263658 h 361333"/>
              <a:gd name="connsiteX76" fmla="*/ 222370 w 361670"/>
              <a:gd name="connsiteY76" fmla="*/ 264935 h 361333"/>
              <a:gd name="connsiteX77" fmla="*/ 222370 w 361670"/>
              <a:gd name="connsiteY77" fmla="*/ 237484 h 361333"/>
              <a:gd name="connsiteX78" fmla="*/ 215980 w 361670"/>
              <a:gd name="connsiteY78" fmla="*/ 243868 h 361333"/>
              <a:gd name="connsiteX79" fmla="*/ 200644 w 361670"/>
              <a:gd name="connsiteY79" fmla="*/ 243868 h 361333"/>
              <a:gd name="connsiteX80" fmla="*/ 194254 w 361670"/>
              <a:gd name="connsiteY80" fmla="*/ 237484 h 361333"/>
              <a:gd name="connsiteX81" fmla="*/ 194254 w 361670"/>
              <a:gd name="connsiteY81" fmla="*/ 236207 h 361333"/>
              <a:gd name="connsiteX82" fmla="*/ 200644 w 361670"/>
              <a:gd name="connsiteY82" fmla="*/ 229823 h 361333"/>
              <a:gd name="connsiteX83" fmla="*/ 215980 w 361670"/>
              <a:gd name="connsiteY83" fmla="*/ 229823 h 361333"/>
              <a:gd name="connsiteX84" fmla="*/ 222370 w 361670"/>
              <a:gd name="connsiteY84" fmla="*/ 236207 h 361333"/>
              <a:gd name="connsiteX85" fmla="*/ 222370 w 361670"/>
              <a:gd name="connsiteY85" fmla="*/ 237484 h 361333"/>
              <a:gd name="connsiteX86" fmla="*/ 222370 w 361670"/>
              <a:gd name="connsiteY86" fmla="*/ 209395 h 361333"/>
              <a:gd name="connsiteX87" fmla="*/ 215980 w 361670"/>
              <a:gd name="connsiteY87" fmla="*/ 215779 h 361333"/>
              <a:gd name="connsiteX88" fmla="*/ 200644 w 361670"/>
              <a:gd name="connsiteY88" fmla="*/ 215779 h 361333"/>
              <a:gd name="connsiteX89" fmla="*/ 194254 w 361670"/>
              <a:gd name="connsiteY89" fmla="*/ 209395 h 361333"/>
              <a:gd name="connsiteX90" fmla="*/ 194254 w 361670"/>
              <a:gd name="connsiteY90" fmla="*/ 208118 h 361333"/>
              <a:gd name="connsiteX91" fmla="*/ 200644 w 361670"/>
              <a:gd name="connsiteY91" fmla="*/ 201734 h 361333"/>
              <a:gd name="connsiteX92" fmla="*/ 215980 w 361670"/>
              <a:gd name="connsiteY92" fmla="*/ 201734 h 361333"/>
              <a:gd name="connsiteX93" fmla="*/ 222370 w 361670"/>
              <a:gd name="connsiteY93" fmla="*/ 208118 h 361333"/>
              <a:gd name="connsiteX94" fmla="*/ 222370 w 361670"/>
              <a:gd name="connsiteY94" fmla="*/ 209395 h 361333"/>
              <a:gd name="connsiteX95" fmla="*/ 222370 w 361670"/>
              <a:gd name="connsiteY95" fmla="*/ 181305 h 361333"/>
              <a:gd name="connsiteX96" fmla="*/ 215980 w 361670"/>
              <a:gd name="connsiteY96" fmla="*/ 187689 h 361333"/>
              <a:gd name="connsiteX97" fmla="*/ 200644 w 361670"/>
              <a:gd name="connsiteY97" fmla="*/ 187689 h 361333"/>
              <a:gd name="connsiteX98" fmla="*/ 194254 w 361670"/>
              <a:gd name="connsiteY98" fmla="*/ 181305 h 361333"/>
              <a:gd name="connsiteX99" fmla="*/ 194254 w 361670"/>
              <a:gd name="connsiteY99" fmla="*/ 180028 h 361333"/>
              <a:gd name="connsiteX100" fmla="*/ 200644 w 361670"/>
              <a:gd name="connsiteY100" fmla="*/ 173644 h 361333"/>
              <a:gd name="connsiteX101" fmla="*/ 215980 w 361670"/>
              <a:gd name="connsiteY101" fmla="*/ 173644 h 361333"/>
              <a:gd name="connsiteX102" fmla="*/ 222370 w 361670"/>
              <a:gd name="connsiteY102" fmla="*/ 180028 h 361333"/>
              <a:gd name="connsiteX103" fmla="*/ 222370 w 361670"/>
              <a:gd name="connsiteY103" fmla="*/ 181305 h 361333"/>
              <a:gd name="connsiteX104" fmla="*/ 222370 w 361670"/>
              <a:gd name="connsiteY104" fmla="*/ 153854 h 361333"/>
              <a:gd name="connsiteX105" fmla="*/ 215980 w 361670"/>
              <a:gd name="connsiteY105" fmla="*/ 160238 h 361333"/>
              <a:gd name="connsiteX106" fmla="*/ 200644 w 361670"/>
              <a:gd name="connsiteY106" fmla="*/ 160238 h 361333"/>
              <a:gd name="connsiteX107" fmla="*/ 194254 w 361670"/>
              <a:gd name="connsiteY107" fmla="*/ 153854 h 361333"/>
              <a:gd name="connsiteX108" fmla="*/ 194254 w 361670"/>
              <a:gd name="connsiteY108" fmla="*/ 152577 h 361333"/>
              <a:gd name="connsiteX109" fmla="*/ 200644 w 361670"/>
              <a:gd name="connsiteY109" fmla="*/ 146193 h 361333"/>
              <a:gd name="connsiteX110" fmla="*/ 215980 w 361670"/>
              <a:gd name="connsiteY110" fmla="*/ 146193 h 361333"/>
              <a:gd name="connsiteX111" fmla="*/ 222370 w 361670"/>
              <a:gd name="connsiteY111" fmla="*/ 152577 h 361333"/>
              <a:gd name="connsiteX112" fmla="*/ 222370 w 361670"/>
              <a:gd name="connsiteY112" fmla="*/ 153854 h 361333"/>
              <a:gd name="connsiteX113" fmla="*/ 222370 w 361670"/>
              <a:gd name="connsiteY113" fmla="*/ 125764 h 361333"/>
              <a:gd name="connsiteX114" fmla="*/ 215980 w 361670"/>
              <a:gd name="connsiteY114" fmla="*/ 132148 h 361333"/>
              <a:gd name="connsiteX115" fmla="*/ 200644 w 361670"/>
              <a:gd name="connsiteY115" fmla="*/ 132148 h 361333"/>
              <a:gd name="connsiteX116" fmla="*/ 194254 w 361670"/>
              <a:gd name="connsiteY116" fmla="*/ 125764 h 361333"/>
              <a:gd name="connsiteX117" fmla="*/ 194254 w 361670"/>
              <a:gd name="connsiteY117" fmla="*/ 124488 h 361333"/>
              <a:gd name="connsiteX118" fmla="*/ 200644 w 361670"/>
              <a:gd name="connsiteY118" fmla="*/ 118104 h 361333"/>
              <a:gd name="connsiteX119" fmla="*/ 215980 w 361670"/>
              <a:gd name="connsiteY119" fmla="*/ 118104 h 361333"/>
              <a:gd name="connsiteX120" fmla="*/ 222370 w 361670"/>
              <a:gd name="connsiteY120" fmla="*/ 124488 h 361333"/>
              <a:gd name="connsiteX121" fmla="*/ 222370 w 361670"/>
              <a:gd name="connsiteY121" fmla="*/ 125764 h 361333"/>
              <a:gd name="connsiteX122" fmla="*/ 222370 w 361670"/>
              <a:gd name="connsiteY122" fmla="*/ 97675 h 361333"/>
              <a:gd name="connsiteX123" fmla="*/ 215980 w 361670"/>
              <a:gd name="connsiteY123" fmla="*/ 104059 h 361333"/>
              <a:gd name="connsiteX124" fmla="*/ 200644 w 361670"/>
              <a:gd name="connsiteY124" fmla="*/ 104059 h 361333"/>
              <a:gd name="connsiteX125" fmla="*/ 194254 w 361670"/>
              <a:gd name="connsiteY125" fmla="*/ 97675 h 361333"/>
              <a:gd name="connsiteX126" fmla="*/ 194254 w 361670"/>
              <a:gd name="connsiteY126" fmla="*/ 96398 h 361333"/>
              <a:gd name="connsiteX127" fmla="*/ 200644 w 361670"/>
              <a:gd name="connsiteY127" fmla="*/ 90014 h 361333"/>
              <a:gd name="connsiteX128" fmla="*/ 215980 w 361670"/>
              <a:gd name="connsiteY128" fmla="*/ 90014 h 361333"/>
              <a:gd name="connsiteX129" fmla="*/ 222370 w 361670"/>
              <a:gd name="connsiteY129" fmla="*/ 96398 h 361333"/>
              <a:gd name="connsiteX130" fmla="*/ 222370 w 361670"/>
              <a:gd name="connsiteY130" fmla="*/ 97675 h 361333"/>
              <a:gd name="connsiteX131" fmla="*/ 278601 w 361670"/>
              <a:gd name="connsiteY131" fmla="*/ 264935 h 361333"/>
              <a:gd name="connsiteX132" fmla="*/ 272211 w 361670"/>
              <a:gd name="connsiteY132" fmla="*/ 271319 h 361333"/>
              <a:gd name="connsiteX133" fmla="*/ 256876 w 361670"/>
              <a:gd name="connsiteY133" fmla="*/ 271319 h 361333"/>
              <a:gd name="connsiteX134" fmla="*/ 250486 w 361670"/>
              <a:gd name="connsiteY134" fmla="*/ 264935 h 361333"/>
              <a:gd name="connsiteX135" fmla="*/ 250486 w 361670"/>
              <a:gd name="connsiteY135" fmla="*/ 263658 h 361333"/>
              <a:gd name="connsiteX136" fmla="*/ 256876 w 361670"/>
              <a:gd name="connsiteY136" fmla="*/ 257274 h 361333"/>
              <a:gd name="connsiteX137" fmla="*/ 272211 w 361670"/>
              <a:gd name="connsiteY137" fmla="*/ 257274 h 361333"/>
              <a:gd name="connsiteX138" fmla="*/ 278601 w 361670"/>
              <a:gd name="connsiteY138" fmla="*/ 263658 h 361333"/>
              <a:gd name="connsiteX139" fmla="*/ 278601 w 361670"/>
              <a:gd name="connsiteY139" fmla="*/ 264935 h 361333"/>
              <a:gd name="connsiteX140" fmla="*/ 278601 w 361670"/>
              <a:gd name="connsiteY140" fmla="*/ 237484 h 361333"/>
              <a:gd name="connsiteX141" fmla="*/ 272211 w 361670"/>
              <a:gd name="connsiteY141" fmla="*/ 243868 h 361333"/>
              <a:gd name="connsiteX142" fmla="*/ 256876 w 361670"/>
              <a:gd name="connsiteY142" fmla="*/ 243868 h 361333"/>
              <a:gd name="connsiteX143" fmla="*/ 250486 w 361670"/>
              <a:gd name="connsiteY143" fmla="*/ 237484 h 361333"/>
              <a:gd name="connsiteX144" fmla="*/ 250486 w 361670"/>
              <a:gd name="connsiteY144" fmla="*/ 236207 h 361333"/>
              <a:gd name="connsiteX145" fmla="*/ 256876 w 361670"/>
              <a:gd name="connsiteY145" fmla="*/ 229823 h 361333"/>
              <a:gd name="connsiteX146" fmla="*/ 272211 w 361670"/>
              <a:gd name="connsiteY146" fmla="*/ 229823 h 361333"/>
              <a:gd name="connsiteX147" fmla="*/ 278601 w 361670"/>
              <a:gd name="connsiteY147" fmla="*/ 236207 h 361333"/>
              <a:gd name="connsiteX148" fmla="*/ 278601 w 361670"/>
              <a:gd name="connsiteY148" fmla="*/ 237484 h 361333"/>
              <a:gd name="connsiteX149" fmla="*/ 278601 w 361670"/>
              <a:gd name="connsiteY149" fmla="*/ 209395 h 361333"/>
              <a:gd name="connsiteX150" fmla="*/ 272211 w 361670"/>
              <a:gd name="connsiteY150" fmla="*/ 215779 h 361333"/>
              <a:gd name="connsiteX151" fmla="*/ 256876 w 361670"/>
              <a:gd name="connsiteY151" fmla="*/ 215779 h 361333"/>
              <a:gd name="connsiteX152" fmla="*/ 250486 w 361670"/>
              <a:gd name="connsiteY152" fmla="*/ 209395 h 361333"/>
              <a:gd name="connsiteX153" fmla="*/ 250486 w 361670"/>
              <a:gd name="connsiteY153" fmla="*/ 208118 h 361333"/>
              <a:gd name="connsiteX154" fmla="*/ 256876 w 361670"/>
              <a:gd name="connsiteY154" fmla="*/ 201734 h 361333"/>
              <a:gd name="connsiteX155" fmla="*/ 272211 w 361670"/>
              <a:gd name="connsiteY155" fmla="*/ 201734 h 361333"/>
              <a:gd name="connsiteX156" fmla="*/ 278601 w 361670"/>
              <a:gd name="connsiteY156" fmla="*/ 208118 h 361333"/>
              <a:gd name="connsiteX157" fmla="*/ 278601 w 361670"/>
              <a:gd name="connsiteY157" fmla="*/ 209395 h 361333"/>
              <a:gd name="connsiteX158" fmla="*/ 278601 w 361670"/>
              <a:gd name="connsiteY158" fmla="*/ 181305 h 361333"/>
              <a:gd name="connsiteX159" fmla="*/ 272211 w 361670"/>
              <a:gd name="connsiteY159" fmla="*/ 187689 h 361333"/>
              <a:gd name="connsiteX160" fmla="*/ 256876 w 361670"/>
              <a:gd name="connsiteY160" fmla="*/ 187689 h 361333"/>
              <a:gd name="connsiteX161" fmla="*/ 250486 w 361670"/>
              <a:gd name="connsiteY161" fmla="*/ 181305 h 361333"/>
              <a:gd name="connsiteX162" fmla="*/ 250486 w 361670"/>
              <a:gd name="connsiteY162" fmla="*/ 180028 h 361333"/>
              <a:gd name="connsiteX163" fmla="*/ 256876 w 361670"/>
              <a:gd name="connsiteY163" fmla="*/ 173644 h 361333"/>
              <a:gd name="connsiteX164" fmla="*/ 272211 w 361670"/>
              <a:gd name="connsiteY164" fmla="*/ 173644 h 361333"/>
              <a:gd name="connsiteX165" fmla="*/ 278601 w 361670"/>
              <a:gd name="connsiteY165" fmla="*/ 180028 h 361333"/>
              <a:gd name="connsiteX166" fmla="*/ 278601 w 361670"/>
              <a:gd name="connsiteY166" fmla="*/ 181305 h 361333"/>
              <a:gd name="connsiteX167" fmla="*/ 278601 w 361670"/>
              <a:gd name="connsiteY167" fmla="*/ 153854 h 361333"/>
              <a:gd name="connsiteX168" fmla="*/ 272211 w 361670"/>
              <a:gd name="connsiteY168" fmla="*/ 160238 h 361333"/>
              <a:gd name="connsiteX169" fmla="*/ 256876 w 361670"/>
              <a:gd name="connsiteY169" fmla="*/ 160238 h 361333"/>
              <a:gd name="connsiteX170" fmla="*/ 250486 w 361670"/>
              <a:gd name="connsiteY170" fmla="*/ 153854 h 361333"/>
              <a:gd name="connsiteX171" fmla="*/ 250486 w 361670"/>
              <a:gd name="connsiteY171" fmla="*/ 152577 h 361333"/>
              <a:gd name="connsiteX172" fmla="*/ 256876 w 361670"/>
              <a:gd name="connsiteY172" fmla="*/ 146193 h 361333"/>
              <a:gd name="connsiteX173" fmla="*/ 272211 w 361670"/>
              <a:gd name="connsiteY173" fmla="*/ 146193 h 361333"/>
              <a:gd name="connsiteX174" fmla="*/ 278601 w 361670"/>
              <a:gd name="connsiteY174" fmla="*/ 152577 h 361333"/>
              <a:gd name="connsiteX175" fmla="*/ 278601 w 361670"/>
              <a:gd name="connsiteY175" fmla="*/ 15385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1076"/>
                  <a:pt x="280518" y="0"/>
                  <a:pt x="180835" y="0"/>
                </a:cubicBezTo>
                <a:close/>
                <a:moveTo>
                  <a:pt x="111185" y="264935"/>
                </a:moveTo>
                <a:cubicBezTo>
                  <a:pt x="111185" y="268127"/>
                  <a:pt x="108629" y="271319"/>
                  <a:pt x="104795" y="271319"/>
                </a:cubicBezTo>
                <a:lnTo>
                  <a:pt x="89459" y="271319"/>
                </a:lnTo>
                <a:cubicBezTo>
                  <a:pt x="85625" y="271319"/>
                  <a:pt x="83069" y="268127"/>
                  <a:pt x="83069" y="264935"/>
                </a:cubicBezTo>
                <a:lnTo>
                  <a:pt x="83069" y="263658"/>
                </a:lnTo>
                <a:cubicBezTo>
                  <a:pt x="83069" y="260466"/>
                  <a:pt x="85625" y="257274"/>
                  <a:pt x="89459" y="257274"/>
                </a:cubicBezTo>
                <a:lnTo>
                  <a:pt x="104795" y="257274"/>
                </a:lnTo>
                <a:cubicBezTo>
                  <a:pt x="108629" y="257274"/>
                  <a:pt x="111185" y="260466"/>
                  <a:pt x="111185" y="263658"/>
                </a:cubicBezTo>
                <a:lnTo>
                  <a:pt x="111185" y="264935"/>
                </a:lnTo>
                <a:close/>
                <a:moveTo>
                  <a:pt x="111185" y="237484"/>
                </a:moveTo>
                <a:cubicBezTo>
                  <a:pt x="111185" y="241314"/>
                  <a:pt x="108629" y="243868"/>
                  <a:pt x="104795" y="243868"/>
                </a:cubicBezTo>
                <a:lnTo>
                  <a:pt x="89459" y="243868"/>
                </a:lnTo>
                <a:cubicBezTo>
                  <a:pt x="85625" y="243868"/>
                  <a:pt x="83069" y="241314"/>
                  <a:pt x="83069" y="237484"/>
                </a:cubicBezTo>
                <a:lnTo>
                  <a:pt x="83069" y="236207"/>
                </a:lnTo>
                <a:cubicBezTo>
                  <a:pt x="83069" y="233015"/>
                  <a:pt x="85625" y="229823"/>
                  <a:pt x="89459" y="229823"/>
                </a:cubicBezTo>
                <a:lnTo>
                  <a:pt x="104795" y="229823"/>
                </a:lnTo>
                <a:cubicBezTo>
                  <a:pt x="108629" y="229823"/>
                  <a:pt x="111185" y="233015"/>
                  <a:pt x="111185" y="236207"/>
                </a:cubicBezTo>
                <a:lnTo>
                  <a:pt x="111185" y="237484"/>
                </a:lnTo>
                <a:close/>
                <a:moveTo>
                  <a:pt x="111185" y="209395"/>
                </a:moveTo>
                <a:cubicBezTo>
                  <a:pt x="111185" y="212587"/>
                  <a:pt x="108629" y="215779"/>
                  <a:pt x="104795" y="215779"/>
                </a:cubicBezTo>
                <a:lnTo>
                  <a:pt x="89459" y="215779"/>
                </a:lnTo>
                <a:cubicBezTo>
                  <a:pt x="85625" y="215779"/>
                  <a:pt x="83069" y="212587"/>
                  <a:pt x="83069" y="209395"/>
                </a:cubicBezTo>
                <a:lnTo>
                  <a:pt x="83069" y="208118"/>
                </a:lnTo>
                <a:cubicBezTo>
                  <a:pt x="83069" y="204287"/>
                  <a:pt x="85625" y="201734"/>
                  <a:pt x="89459" y="201734"/>
                </a:cubicBezTo>
                <a:lnTo>
                  <a:pt x="104795" y="201734"/>
                </a:lnTo>
                <a:cubicBezTo>
                  <a:pt x="108629" y="201734"/>
                  <a:pt x="111185" y="204287"/>
                  <a:pt x="111185" y="208118"/>
                </a:cubicBezTo>
                <a:lnTo>
                  <a:pt x="111185" y="209395"/>
                </a:lnTo>
                <a:close/>
                <a:moveTo>
                  <a:pt x="111185" y="181305"/>
                </a:moveTo>
                <a:cubicBezTo>
                  <a:pt x="111185" y="184497"/>
                  <a:pt x="108629" y="187689"/>
                  <a:pt x="104795" y="187689"/>
                </a:cubicBezTo>
                <a:lnTo>
                  <a:pt x="89459" y="187689"/>
                </a:lnTo>
                <a:cubicBezTo>
                  <a:pt x="85625" y="187689"/>
                  <a:pt x="83069" y="184497"/>
                  <a:pt x="83069" y="181305"/>
                </a:cubicBezTo>
                <a:lnTo>
                  <a:pt x="83069" y="180028"/>
                </a:lnTo>
                <a:cubicBezTo>
                  <a:pt x="83069" y="176836"/>
                  <a:pt x="85625" y="173644"/>
                  <a:pt x="89459" y="173644"/>
                </a:cubicBezTo>
                <a:lnTo>
                  <a:pt x="104795" y="173644"/>
                </a:lnTo>
                <a:cubicBezTo>
                  <a:pt x="108629" y="173644"/>
                  <a:pt x="111185" y="176836"/>
                  <a:pt x="111185" y="180028"/>
                </a:cubicBezTo>
                <a:lnTo>
                  <a:pt x="111185" y="181305"/>
                </a:lnTo>
                <a:close/>
                <a:moveTo>
                  <a:pt x="166777" y="264935"/>
                </a:moveTo>
                <a:cubicBezTo>
                  <a:pt x="166777" y="268127"/>
                  <a:pt x="164221" y="271319"/>
                  <a:pt x="160387" y="271319"/>
                </a:cubicBezTo>
                <a:lnTo>
                  <a:pt x="145052" y="271319"/>
                </a:lnTo>
                <a:cubicBezTo>
                  <a:pt x="141217" y="271319"/>
                  <a:pt x="138662" y="268127"/>
                  <a:pt x="138662" y="264935"/>
                </a:cubicBezTo>
                <a:lnTo>
                  <a:pt x="138662" y="263658"/>
                </a:lnTo>
                <a:cubicBezTo>
                  <a:pt x="138662" y="260466"/>
                  <a:pt x="141217" y="257274"/>
                  <a:pt x="145052" y="257274"/>
                </a:cubicBezTo>
                <a:lnTo>
                  <a:pt x="160387" y="257274"/>
                </a:lnTo>
                <a:cubicBezTo>
                  <a:pt x="164221" y="257274"/>
                  <a:pt x="166777" y="260466"/>
                  <a:pt x="166777" y="263658"/>
                </a:cubicBezTo>
                <a:lnTo>
                  <a:pt x="166777" y="264935"/>
                </a:lnTo>
                <a:close/>
                <a:moveTo>
                  <a:pt x="166777" y="237484"/>
                </a:moveTo>
                <a:cubicBezTo>
                  <a:pt x="166777" y="241314"/>
                  <a:pt x="164221" y="243868"/>
                  <a:pt x="160387" y="243868"/>
                </a:cubicBezTo>
                <a:lnTo>
                  <a:pt x="145052" y="243868"/>
                </a:lnTo>
                <a:cubicBezTo>
                  <a:pt x="141217" y="243868"/>
                  <a:pt x="138662" y="241314"/>
                  <a:pt x="138662" y="237484"/>
                </a:cubicBezTo>
                <a:lnTo>
                  <a:pt x="138662" y="236207"/>
                </a:lnTo>
                <a:cubicBezTo>
                  <a:pt x="138662" y="233015"/>
                  <a:pt x="141217" y="229823"/>
                  <a:pt x="145052" y="229823"/>
                </a:cubicBezTo>
                <a:lnTo>
                  <a:pt x="160387" y="229823"/>
                </a:lnTo>
                <a:cubicBezTo>
                  <a:pt x="164221" y="229823"/>
                  <a:pt x="166777" y="233015"/>
                  <a:pt x="166777" y="236207"/>
                </a:cubicBezTo>
                <a:lnTo>
                  <a:pt x="166777" y="237484"/>
                </a:lnTo>
                <a:close/>
                <a:moveTo>
                  <a:pt x="166777" y="209395"/>
                </a:moveTo>
                <a:cubicBezTo>
                  <a:pt x="166777" y="212587"/>
                  <a:pt x="164221" y="215779"/>
                  <a:pt x="160387" y="215779"/>
                </a:cubicBezTo>
                <a:lnTo>
                  <a:pt x="145052" y="215779"/>
                </a:lnTo>
                <a:cubicBezTo>
                  <a:pt x="141217" y="215779"/>
                  <a:pt x="138662" y="212587"/>
                  <a:pt x="138662" y="209395"/>
                </a:cubicBezTo>
                <a:lnTo>
                  <a:pt x="138662" y="208118"/>
                </a:lnTo>
                <a:cubicBezTo>
                  <a:pt x="138662" y="204287"/>
                  <a:pt x="141217" y="201734"/>
                  <a:pt x="145052" y="201734"/>
                </a:cubicBezTo>
                <a:lnTo>
                  <a:pt x="160387" y="201734"/>
                </a:lnTo>
                <a:cubicBezTo>
                  <a:pt x="164221" y="201734"/>
                  <a:pt x="166777" y="204287"/>
                  <a:pt x="166777" y="208118"/>
                </a:cubicBezTo>
                <a:lnTo>
                  <a:pt x="166777" y="209395"/>
                </a:lnTo>
                <a:close/>
                <a:moveTo>
                  <a:pt x="222370" y="264935"/>
                </a:moveTo>
                <a:cubicBezTo>
                  <a:pt x="222370" y="268127"/>
                  <a:pt x="219814" y="271319"/>
                  <a:pt x="215980" y="271319"/>
                </a:cubicBezTo>
                <a:lnTo>
                  <a:pt x="200644" y="271319"/>
                </a:lnTo>
                <a:cubicBezTo>
                  <a:pt x="197449" y="271319"/>
                  <a:pt x="194254" y="268127"/>
                  <a:pt x="194254" y="264935"/>
                </a:cubicBezTo>
                <a:lnTo>
                  <a:pt x="194254" y="263658"/>
                </a:lnTo>
                <a:cubicBezTo>
                  <a:pt x="194254" y="260466"/>
                  <a:pt x="197449" y="257274"/>
                  <a:pt x="200644" y="257274"/>
                </a:cubicBezTo>
                <a:lnTo>
                  <a:pt x="215980" y="257274"/>
                </a:lnTo>
                <a:cubicBezTo>
                  <a:pt x="219814" y="257274"/>
                  <a:pt x="222370" y="260466"/>
                  <a:pt x="222370" y="263658"/>
                </a:cubicBezTo>
                <a:lnTo>
                  <a:pt x="222370" y="264935"/>
                </a:lnTo>
                <a:close/>
                <a:moveTo>
                  <a:pt x="222370" y="237484"/>
                </a:moveTo>
                <a:cubicBezTo>
                  <a:pt x="222370" y="241314"/>
                  <a:pt x="219814" y="243868"/>
                  <a:pt x="215980" y="243868"/>
                </a:cubicBezTo>
                <a:lnTo>
                  <a:pt x="200644" y="243868"/>
                </a:lnTo>
                <a:cubicBezTo>
                  <a:pt x="197449" y="243868"/>
                  <a:pt x="194254" y="241314"/>
                  <a:pt x="194254" y="237484"/>
                </a:cubicBezTo>
                <a:lnTo>
                  <a:pt x="194254" y="236207"/>
                </a:lnTo>
                <a:cubicBezTo>
                  <a:pt x="194254" y="233015"/>
                  <a:pt x="197449" y="229823"/>
                  <a:pt x="200644" y="229823"/>
                </a:cubicBezTo>
                <a:lnTo>
                  <a:pt x="215980" y="229823"/>
                </a:lnTo>
                <a:cubicBezTo>
                  <a:pt x="219814" y="229823"/>
                  <a:pt x="222370" y="233015"/>
                  <a:pt x="222370" y="236207"/>
                </a:cubicBezTo>
                <a:lnTo>
                  <a:pt x="222370" y="237484"/>
                </a:lnTo>
                <a:close/>
                <a:moveTo>
                  <a:pt x="222370" y="209395"/>
                </a:moveTo>
                <a:cubicBezTo>
                  <a:pt x="222370" y="212587"/>
                  <a:pt x="219814" y="215779"/>
                  <a:pt x="215980" y="215779"/>
                </a:cubicBezTo>
                <a:lnTo>
                  <a:pt x="200644" y="215779"/>
                </a:lnTo>
                <a:cubicBezTo>
                  <a:pt x="197449" y="215779"/>
                  <a:pt x="194254" y="212587"/>
                  <a:pt x="194254" y="209395"/>
                </a:cubicBezTo>
                <a:lnTo>
                  <a:pt x="194254" y="208118"/>
                </a:lnTo>
                <a:cubicBezTo>
                  <a:pt x="194254" y="204287"/>
                  <a:pt x="197449" y="201734"/>
                  <a:pt x="200644" y="201734"/>
                </a:cubicBezTo>
                <a:lnTo>
                  <a:pt x="215980" y="201734"/>
                </a:lnTo>
                <a:cubicBezTo>
                  <a:pt x="219814" y="201734"/>
                  <a:pt x="222370" y="204287"/>
                  <a:pt x="222370" y="208118"/>
                </a:cubicBezTo>
                <a:lnTo>
                  <a:pt x="222370" y="209395"/>
                </a:lnTo>
                <a:close/>
                <a:moveTo>
                  <a:pt x="222370" y="181305"/>
                </a:moveTo>
                <a:cubicBezTo>
                  <a:pt x="222370" y="184497"/>
                  <a:pt x="219814" y="187689"/>
                  <a:pt x="215980" y="187689"/>
                </a:cubicBezTo>
                <a:lnTo>
                  <a:pt x="200644" y="187689"/>
                </a:lnTo>
                <a:cubicBezTo>
                  <a:pt x="197449" y="187689"/>
                  <a:pt x="194254" y="184497"/>
                  <a:pt x="194254" y="181305"/>
                </a:cubicBezTo>
                <a:lnTo>
                  <a:pt x="194254" y="180028"/>
                </a:lnTo>
                <a:cubicBezTo>
                  <a:pt x="194254" y="176836"/>
                  <a:pt x="197449" y="173644"/>
                  <a:pt x="200644" y="173644"/>
                </a:cubicBezTo>
                <a:lnTo>
                  <a:pt x="215980" y="173644"/>
                </a:lnTo>
                <a:cubicBezTo>
                  <a:pt x="219814" y="173644"/>
                  <a:pt x="222370" y="176836"/>
                  <a:pt x="222370" y="180028"/>
                </a:cubicBezTo>
                <a:lnTo>
                  <a:pt x="222370" y="181305"/>
                </a:lnTo>
                <a:close/>
                <a:moveTo>
                  <a:pt x="222370" y="153854"/>
                </a:moveTo>
                <a:cubicBezTo>
                  <a:pt x="222370" y="157046"/>
                  <a:pt x="219814" y="160238"/>
                  <a:pt x="215980" y="160238"/>
                </a:cubicBezTo>
                <a:lnTo>
                  <a:pt x="200644" y="160238"/>
                </a:lnTo>
                <a:cubicBezTo>
                  <a:pt x="197449" y="160238"/>
                  <a:pt x="194254" y="157046"/>
                  <a:pt x="194254" y="153854"/>
                </a:cubicBezTo>
                <a:lnTo>
                  <a:pt x="194254" y="152577"/>
                </a:lnTo>
                <a:cubicBezTo>
                  <a:pt x="194254" y="149385"/>
                  <a:pt x="197449" y="146193"/>
                  <a:pt x="200644" y="146193"/>
                </a:cubicBezTo>
                <a:lnTo>
                  <a:pt x="215980" y="146193"/>
                </a:lnTo>
                <a:cubicBezTo>
                  <a:pt x="219814" y="146193"/>
                  <a:pt x="222370" y="149385"/>
                  <a:pt x="222370" y="152577"/>
                </a:cubicBezTo>
                <a:lnTo>
                  <a:pt x="222370" y="153854"/>
                </a:lnTo>
                <a:close/>
                <a:moveTo>
                  <a:pt x="222370" y="125764"/>
                </a:moveTo>
                <a:cubicBezTo>
                  <a:pt x="222370" y="128956"/>
                  <a:pt x="219814" y="132148"/>
                  <a:pt x="215980" y="132148"/>
                </a:cubicBezTo>
                <a:lnTo>
                  <a:pt x="200644" y="132148"/>
                </a:lnTo>
                <a:cubicBezTo>
                  <a:pt x="197449" y="132148"/>
                  <a:pt x="194254" y="128956"/>
                  <a:pt x="194254" y="125764"/>
                </a:cubicBezTo>
                <a:lnTo>
                  <a:pt x="194254" y="124488"/>
                </a:lnTo>
                <a:cubicBezTo>
                  <a:pt x="194254" y="120657"/>
                  <a:pt x="197449" y="118104"/>
                  <a:pt x="200644" y="118104"/>
                </a:cubicBezTo>
                <a:lnTo>
                  <a:pt x="215980" y="118104"/>
                </a:lnTo>
                <a:cubicBezTo>
                  <a:pt x="219814" y="118104"/>
                  <a:pt x="222370" y="120657"/>
                  <a:pt x="222370" y="124488"/>
                </a:cubicBezTo>
                <a:lnTo>
                  <a:pt x="222370" y="125764"/>
                </a:lnTo>
                <a:close/>
                <a:moveTo>
                  <a:pt x="222370" y="97675"/>
                </a:moveTo>
                <a:cubicBezTo>
                  <a:pt x="222370" y="101505"/>
                  <a:pt x="219814" y="104059"/>
                  <a:pt x="215980" y="104059"/>
                </a:cubicBezTo>
                <a:lnTo>
                  <a:pt x="200644" y="104059"/>
                </a:lnTo>
                <a:cubicBezTo>
                  <a:pt x="197449" y="104059"/>
                  <a:pt x="194254" y="101505"/>
                  <a:pt x="194254" y="97675"/>
                </a:cubicBezTo>
                <a:lnTo>
                  <a:pt x="194254" y="96398"/>
                </a:lnTo>
                <a:cubicBezTo>
                  <a:pt x="194254" y="93206"/>
                  <a:pt x="197449" y="90014"/>
                  <a:pt x="200644" y="90014"/>
                </a:cubicBezTo>
                <a:lnTo>
                  <a:pt x="215980" y="90014"/>
                </a:lnTo>
                <a:cubicBezTo>
                  <a:pt x="219814" y="90014"/>
                  <a:pt x="222370" y="93206"/>
                  <a:pt x="222370" y="96398"/>
                </a:cubicBezTo>
                <a:lnTo>
                  <a:pt x="222370" y="97675"/>
                </a:lnTo>
                <a:close/>
                <a:moveTo>
                  <a:pt x="278601" y="264935"/>
                </a:moveTo>
                <a:cubicBezTo>
                  <a:pt x="278601" y="268127"/>
                  <a:pt x="276045" y="271319"/>
                  <a:pt x="272211" y="271319"/>
                </a:cubicBezTo>
                <a:lnTo>
                  <a:pt x="256876" y="271319"/>
                </a:lnTo>
                <a:cubicBezTo>
                  <a:pt x="253041" y="271319"/>
                  <a:pt x="250486" y="268127"/>
                  <a:pt x="250486" y="264935"/>
                </a:cubicBezTo>
                <a:lnTo>
                  <a:pt x="250486" y="263658"/>
                </a:lnTo>
                <a:cubicBezTo>
                  <a:pt x="250486" y="260466"/>
                  <a:pt x="253041" y="257274"/>
                  <a:pt x="256876" y="257274"/>
                </a:cubicBezTo>
                <a:lnTo>
                  <a:pt x="272211" y="257274"/>
                </a:lnTo>
                <a:cubicBezTo>
                  <a:pt x="276045" y="257274"/>
                  <a:pt x="278601" y="260466"/>
                  <a:pt x="278601" y="263658"/>
                </a:cubicBezTo>
                <a:lnTo>
                  <a:pt x="278601" y="264935"/>
                </a:lnTo>
                <a:close/>
                <a:moveTo>
                  <a:pt x="278601" y="237484"/>
                </a:moveTo>
                <a:cubicBezTo>
                  <a:pt x="278601" y="241314"/>
                  <a:pt x="276045" y="243868"/>
                  <a:pt x="272211" y="243868"/>
                </a:cubicBezTo>
                <a:lnTo>
                  <a:pt x="256876" y="243868"/>
                </a:lnTo>
                <a:cubicBezTo>
                  <a:pt x="253041" y="243868"/>
                  <a:pt x="250486" y="241314"/>
                  <a:pt x="250486" y="237484"/>
                </a:cubicBezTo>
                <a:lnTo>
                  <a:pt x="250486" y="236207"/>
                </a:lnTo>
                <a:cubicBezTo>
                  <a:pt x="250486" y="233015"/>
                  <a:pt x="253041" y="229823"/>
                  <a:pt x="256876" y="229823"/>
                </a:cubicBezTo>
                <a:lnTo>
                  <a:pt x="272211" y="229823"/>
                </a:lnTo>
                <a:cubicBezTo>
                  <a:pt x="276045" y="229823"/>
                  <a:pt x="278601" y="233015"/>
                  <a:pt x="278601" y="236207"/>
                </a:cubicBezTo>
                <a:lnTo>
                  <a:pt x="278601" y="237484"/>
                </a:lnTo>
                <a:close/>
                <a:moveTo>
                  <a:pt x="278601" y="209395"/>
                </a:moveTo>
                <a:cubicBezTo>
                  <a:pt x="278601" y="212587"/>
                  <a:pt x="276045" y="215779"/>
                  <a:pt x="272211" y="215779"/>
                </a:cubicBezTo>
                <a:lnTo>
                  <a:pt x="256876" y="215779"/>
                </a:lnTo>
                <a:cubicBezTo>
                  <a:pt x="253041" y="215779"/>
                  <a:pt x="250486" y="212587"/>
                  <a:pt x="250486" y="209395"/>
                </a:cubicBezTo>
                <a:lnTo>
                  <a:pt x="250486" y="208118"/>
                </a:lnTo>
                <a:cubicBezTo>
                  <a:pt x="250486" y="204287"/>
                  <a:pt x="253041" y="201734"/>
                  <a:pt x="256876" y="201734"/>
                </a:cubicBezTo>
                <a:lnTo>
                  <a:pt x="272211" y="201734"/>
                </a:lnTo>
                <a:cubicBezTo>
                  <a:pt x="276045" y="201734"/>
                  <a:pt x="278601" y="204287"/>
                  <a:pt x="278601" y="208118"/>
                </a:cubicBezTo>
                <a:lnTo>
                  <a:pt x="278601" y="209395"/>
                </a:lnTo>
                <a:close/>
                <a:moveTo>
                  <a:pt x="278601" y="181305"/>
                </a:moveTo>
                <a:cubicBezTo>
                  <a:pt x="278601" y="184497"/>
                  <a:pt x="276045" y="187689"/>
                  <a:pt x="272211" y="187689"/>
                </a:cubicBezTo>
                <a:lnTo>
                  <a:pt x="256876" y="187689"/>
                </a:lnTo>
                <a:cubicBezTo>
                  <a:pt x="253041" y="187689"/>
                  <a:pt x="250486" y="184497"/>
                  <a:pt x="250486" y="181305"/>
                </a:cubicBezTo>
                <a:lnTo>
                  <a:pt x="250486" y="180028"/>
                </a:lnTo>
                <a:cubicBezTo>
                  <a:pt x="250486" y="176836"/>
                  <a:pt x="253041" y="173644"/>
                  <a:pt x="256876" y="173644"/>
                </a:cubicBezTo>
                <a:lnTo>
                  <a:pt x="272211" y="173644"/>
                </a:lnTo>
                <a:cubicBezTo>
                  <a:pt x="276045" y="173644"/>
                  <a:pt x="278601" y="176836"/>
                  <a:pt x="278601" y="180028"/>
                </a:cubicBezTo>
                <a:lnTo>
                  <a:pt x="278601" y="181305"/>
                </a:lnTo>
                <a:close/>
                <a:moveTo>
                  <a:pt x="278601" y="153854"/>
                </a:moveTo>
                <a:cubicBezTo>
                  <a:pt x="278601" y="157046"/>
                  <a:pt x="276045" y="160238"/>
                  <a:pt x="272211" y="160238"/>
                </a:cubicBezTo>
                <a:lnTo>
                  <a:pt x="256876" y="160238"/>
                </a:lnTo>
                <a:cubicBezTo>
                  <a:pt x="253041" y="160238"/>
                  <a:pt x="250486" y="157046"/>
                  <a:pt x="250486" y="153854"/>
                </a:cubicBezTo>
                <a:lnTo>
                  <a:pt x="250486" y="152577"/>
                </a:lnTo>
                <a:cubicBezTo>
                  <a:pt x="250486" y="149385"/>
                  <a:pt x="253041" y="146193"/>
                  <a:pt x="256876" y="146193"/>
                </a:cubicBezTo>
                <a:lnTo>
                  <a:pt x="272211" y="146193"/>
                </a:lnTo>
                <a:cubicBezTo>
                  <a:pt x="276045" y="146193"/>
                  <a:pt x="278601" y="149385"/>
                  <a:pt x="278601" y="152577"/>
                </a:cubicBezTo>
                <a:lnTo>
                  <a:pt x="278601" y="153854"/>
                </a:lnTo>
                <a:close/>
              </a:path>
            </a:pathLst>
          </a:custGeom>
          <a:solidFill>
            <a:srgbClr val="007680"/>
          </a:solidFill>
          <a:ln w="6390" cap="flat">
            <a:noFill/>
            <a:prstDash val="solid"/>
            <a:miter/>
          </a:ln>
        </p:spPr>
        <p:txBody>
          <a:bodyPr rtlCol="0" anchor="ctr"/>
          <a:lstStyle/>
          <a:p>
            <a:endParaRPr lang="en-US"/>
          </a:p>
        </p:txBody>
      </p:sp>
      <p:sp>
        <p:nvSpPr>
          <p:cNvPr id="691" name="Graphic 4">
            <a:extLst>
              <a:ext uri="{FF2B5EF4-FFF2-40B4-BE49-F238E27FC236}">
                <a16:creationId xmlns:a16="http://schemas.microsoft.com/office/drawing/2014/main" id="{2C26436E-33D1-2A40-87D5-0408A2065C0A}"/>
              </a:ext>
            </a:extLst>
          </p:cNvPr>
          <p:cNvSpPr/>
          <p:nvPr/>
        </p:nvSpPr>
        <p:spPr>
          <a:xfrm>
            <a:off x="1952764" y="4308712"/>
            <a:ext cx="361674" cy="361333"/>
          </a:xfrm>
          <a:custGeom>
            <a:avLst/>
            <a:gdLst>
              <a:gd name="connsiteX0" fmla="*/ 180835 w 361674"/>
              <a:gd name="connsiteY0" fmla="*/ 0 h 361333"/>
              <a:gd name="connsiteX1" fmla="*/ 0 w 361674"/>
              <a:gd name="connsiteY1" fmla="*/ 180667 h 361333"/>
              <a:gd name="connsiteX2" fmla="*/ 180835 w 361674"/>
              <a:gd name="connsiteY2" fmla="*/ 361334 h 361333"/>
              <a:gd name="connsiteX3" fmla="*/ 361670 w 361674"/>
              <a:gd name="connsiteY3" fmla="*/ 180667 h 361333"/>
              <a:gd name="connsiteX4" fmla="*/ 180835 w 361674"/>
              <a:gd name="connsiteY4" fmla="*/ 0 h 361333"/>
              <a:gd name="connsiteX5" fmla="*/ 69650 w 361674"/>
              <a:gd name="connsiteY5" fmla="*/ 197903 h 361333"/>
              <a:gd name="connsiteX6" fmla="*/ 63260 w 361674"/>
              <a:gd name="connsiteY6" fmla="*/ 204287 h 361333"/>
              <a:gd name="connsiteX7" fmla="*/ 56870 w 361674"/>
              <a:gd name="connsiteY7" fmla="*/ 197903 h 361333"/>
              <a:gd name="connsiteX8" fmla="*/ 56870 w 361674"/>
              <a:gd name="connsiteY8" fmla="*/ 164068 h 361333"/>
              <a:gd name="connsiteX9" fmla="*/ 63260 w 361674"/>
              <a:gd name="connsiteY9" fmla="*/ 157684 h 361333"/>
              <a:gd name="connsiteX10" fmla="*/ 69650 w 361674"/>
              <a:gd name="connsiteY10" fmla="*/ 164068 h 361333"/>
              <a:gd name="connsiteX11" fmla="*/ 69650 w 361674"/>
              <a:gd name="connsiteY11" fmla="*/ 197903 h 361333"/>
              <a:gd name="connsiteX12" fmla="*/ 103517 w 361674"/>
              <a:gd name="connsiteY12" fmla="*/ 231100 h 361333"/>
              <a:gd name="connsiteX13" fmla="*/ 97127 w 361674"/>
              <a:gd name="connsiteY13" fmla="*/ 237484 h 361333"/>
              <a:gd name="connsiteX14" fmla="*/ 90737 w 361674"/>
              <a:gd name="connsiteY14" fmla="*/ 231100 h 361333"/>
              <a:gd name="connsiteX15" fmla="*/ 90737 w 361674"/>
              <a:gd name="connsiteY15" fmla="*/ 130233 h 361333"/>
              <a:gd name="connsiteX16" fmla="*/ 97127 w 361674"/>
              <a:gd name="connsiteY16" fmla="*/ 123849 h 361333"/>
              <a:gd name="connsiteX17" fmla="*/ 103517 w 361674"/>
              <a:gd name="connsiteY17" fmla="*/ 130233 h 361333"/>
              <a:gd name="connsiteX18" fmla="*/ 103517 w 361674"/>
              <a:gd name="connsiteY18" fmla="*/ 231100 h 361333"/>
              <a:gd name="connsiteX19" fmla="*/ 136745 w 361674"/>
              <a:gd name="connsiteY19" fmla="*/ 256636 h 361333"/>
              <a:gd name="connsiteX20" fmla="*/ 130355 w 361674"/>
              <a:gd name="connsiteY20" fmla="*/ 263020 h 361333"/>
              <a:gd name="connsiteX21" fmla="*/ 123965 w 361674"/>
              <a:gd name="connsiteY21" fmla="*/ 256636 h 361333"/>
              <a:gd name="connsiteX22" fmla="*/ 123965 w 361674"/>
              <a:gd name="connsiteY22" fmla="*/ 105336 h 361333"/>
              <a:gd name="connsiteX23" fmla="*/ 130355 w 361674"/>
              <a:gd name="connsiteY23" fmla="*/ 98952 h 361333"/>
              <a:gd name="connsiteX24" fmla="*/ 136745 w 361674"/>
              <a:gd name="connsiteY24" fmla="*/ 105336 h 361333"/>
              <a:gd name="connsiteX25" fmla="*/ 136745 w 361674"/>
              <a:gd name="connsiteY25" fmla="*/ 256636 h 361333"/>
              <a:gd name="connsiteX26" fmla="*/ 170611 w 361674"/>
              <a:gd name="connsiteY26" fmla="*/ 222801 h 361333"/>
              <a:gd name="connsiteX27" fmla="*/ 164221 w 361674"/>
              <a:gd name="connsiteY27" fmla="*/ 229185 h 361333"/>
              <a:gd name="connsiteX28" fmla="*/ 157831 w 361674"/>
              <a:gd name="connsiteY28" fmla="*/ 222801 h 361333"/>
              <a:gd name="connsiteX29" fmla="*/ 157831 w 361674"/>
              <a:gd name="connsiteY29" fmla="*/ 138533 h 361333"/>
              <a:gd name="connsiteX30" fmla="*/ 164221 w 361674"/>
              <a:gd name="connsiteY30" fmla="*/ 132149 h 361333"/>
              <a:gd name="connsiteX31" fmla="*/ 170611 w 361674"/>
              <a:gd name="connsiteY31" fmla="*/ 138533 h 361333"/>
              <a:gd name="connsiteX32" fmla="*/ 170611 w 361674"/>
              <a:gd name="connsiteY32" fmla="*/ 222801 h 361333"/>
              <a:gd name="connsiteX33" fmla="*/ 204478 w 361674"/>
              <a:gd name="connsiteY33" fmla="*/ 264935 h 361333"/>
              <a:gd name="connsiteX34" fmla="*/ 198088 w 361674"/>
              <a:gd name="connsiteY34" fmla="*/ 271319 h 361333"/>
              <a:gd name="connsiteX35" fmla="*/ 191698 w 361674"/>
              <a:gd name="connsiteY35" fmla="*/ 264935 h 361333"/>
              <a:gd name="connsiteX36" fmla="*/ 191698 w 361674"/>
              <a:gd name="connsiteY36" fmla="*/ 97037 h 361333"/>
              <a:gd name="connsiteX37" fmla="*/ 198088 w 361674"/>
              <a:gd name="connsiteY37" fmla="*/ 90653 h 361333"/>
              <a:gd name="connsiteX38" fmla="*/ 204478 w 361674"/>
              <a:gd name="connsiteY38" fmla="*/ 97037 h 361333"/>
              <a:gd name="connsiteX39" fmla="*/ 204478 w 361674"/>
              <a:gd name="connsiteY39" fmla="*/ 264935 h 361333"/>
              <a:gd name="connsiteX40" fmla="*/ 237706 w 361674"/>
              <a:gd name="connsiteY40" fmla="*/ 231100 h 361333"/>
              <a:gd name="connsiteX41" fmla="*/ 231316 w 361674"/>
              <a:gd name="connsiteY41" fmla="*/ 237484 h 361333"/>
              <a:gd name="connsiteX42" fmla="*/ 224926 w 361674"/>
              <a:gd name="connsiteY42" fmla="*/ 231100 h 361333"/>
              <a:gd name="connsiteX43" fmla="*/ 224926 w 361674"/>
              <a:gd name="connsiteY43" fmla="*/ 130233 h 361333"/>
              <a:gd name="connsiteX44" fmla="*/ 231316 w 361674"/>
              <a:gd name="connsiteY44" fmla="*/ 123849 h 361333"/>
              <a:gd name="connsiteX45" fmla="*/ 237706 w 361674"/>
              <a:gd name="connsiteY45" fmla="*/ 130233 h 361333"/>
              <a:gd name="connsiteX46" fmla="*/ 237706 w 361674"/>
              <a:gd name="connsiteY46" fmla="*/ 231100 h 361333"/>
              <a:gd name="connsiteX47" fmla="*/ 271572 w 361674"/>
              <a:gd name="connsiteY47" fmla="*/ 214502 h 361333"/>
              <a:gd name="connsiteX48" fmla="*/ 265182 w 361674"/>
              <a:gd name="connsiteY48" fmla="*/ 220886 h 361333"/>
              <a:gd name="connsiteX49" fmla="*/ 258792 w 361674"/>
              <a:gd name="connsiteY49" fmla="*/ 214502 h 361333"/>
              <a:gd name="connsiteX50" fmla="*/ 258792 w 361674"/>
              <a:gd name="connsiteY50" fmla="*/ 147470 h 361333"/>
              <a:gd name="connsiteX51" fmla="*/ 265182 w 361674"/>
              <a:gd name="connsiteY51" fmla="*/ 141086 h 361333"/>
              <a:gd name="connsiteX52" fmla="*/ 271572 w 361674"/>
              <a:gd name="connsiteY52" fmla="*/ 147470 h 361333"/>
              <a:gd name="connsiteX53" fmla="*/ 271572 w 361674"/>
              <a:gd name="connsiteY53" fmla="*/ 214502 h 361333"/>
              <a:gd name="connsiteX54" fmla="*/ 304800 w 361674"/>
              <a:gd name="connsiteY54" fmla="*/ 188966 h 361333"/>
              <a:gd name="connsiteX55" fmla="*/ 298410 w 361674"/>
              <a:gd name="connsiteY55" fmla="*/ 195350 h 361333"/>
              <a:gd name="connsiteX56" fmla="*/ 292020 w 361674"/>
              <a:gd name="connsiteY56" fmla="*/ 188966 h 361333"/>
              <a:gd name="connsiteX57" fmla="*/ 292020 w 361674"/>
              <a:gd name="connsiteY57" fmla="*/ 172368 h 361333"/>
              <a:gd name="connsiteX58" fmla="*/ 298410 w 361674"/>
              <a:gd name="connsiteY58" fmla="*/ 165984 h 361333"/>
              <a:gd name="connsiteX59" fmla="*/ 304800 w 361674"/>
              <a:gd name="connsiteY59" fmla="*/ 172368 h 361333"/>
              <a:gd name="connsiteX60" fmla="*/ 304800 w 361674"/>
              <a:gd name="connsiteY60" fmla="*/ 18896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61674" h="361333">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2309" y="81077"/>
                  <a:pt x="281157" y="0"/>
                  <a:pt x="180835" y="0"/>
                </a:cubicBezTo>
                <a:close/>
                <a:moveTo>
                  <a:pt x="69650" y="197903"/>
                </a:moveTo>
                <a:cubicBezTo>
                  <a:pt x="69650" y="201734"/>
                  <a:pt x="67094" y="204287"/>
                  <a:pt x="63260" y="204287"/>
                </a:cubicBezTo>
                <a:cubicBezTo>
                  <a:pt x="59426" y="204287"/>
                  <a:pt x="56870" y="201734"/>
                  <a:pt x="56870" y="197903"/>
                </a:cubicBezTo>
                <a:lnTo>
                  <a:pt x="56870" y="164068"/>
                </a:lnTo>
                <a:cubicBezTo>
                  <a:pt x="56870" y="160238"/>
                  <a:pt x="59426" y="157684"/>
                  <a:pt x="63260" y="157684"/>
                </a:cubicBezTo>
                <a:cubicBezTo>
                  <a:pt x="67094" y="157684"/>
                  <a:pt x="69650" y="160238"/>
                  <a:pt x="69650" y="164068"/>
                </a:cubicBezTo>
                <a:lnTo>
                  <a:pt x="69650" y="197903"/>
                </a:lnTo>
                <a:close/>
                <a:moveTo>
                  <a:pt x="103517" y="231100"/>
                </a:moveTo>
                <a:cubicBezTo>
                  <a:pt x="103517" y="234930"/>
                  <a:pt x="100961" y="237484"/>
                  <a:pt x="97127" y="237484"/>
                </a:cubicBezTo>
                <a:cubicBezTo>
                  <a:pt x="93293" y="237484"/>
                  <a:pt x="90737" y="234930"/>
                  <a:pt x="90737" y="231100"/>
                </a:cubicBezTo>
                <a:lnTo>
                  <a:pt x="90737" y="130233"/>
                </a:lnTo>
                <a:cubicBezTo>
                  <a:pt x="90737" y="126403"/>
                  <a:pt x="93293" y="123849"/>
                  <a:pt x="97127" y="123849"/>
                </a:cubicBezTo>
                <a:cubicBezTo>
                  <a:pt x="100961" y="123849"/>
                  <a:pt x="103517" y="126403"/>
                  <a:pt x="103517" y="130233"/>
                </a:cubicBezTo>
                <a:lnTo>
                  <a:pt x="103517" y="231100"/>
                </a:lnTo>
                <a:close/>
                <a:moveTo>
                  <a:pt x="136745" y="256636"/>
                </a:moveTo>
                <a:cubicBezTo>
                  <a:pt x="136745" y="260466"/>
                  <a:pt x="134189" y="263020"/>
                  <a:pt x="130355" y="263020"/>
                </a:cubicBezTo>
                <a:cubicBezTo>
                  <a:pt x="126521" y="263020"/>
                  <a:pt x="123965" y="260466"/>
                  <a:pt x="123965" y="256636"/>
                </a:cubicBezTo>
                <a:lnTo>
                  <a:pt x="123965" y="105336"/>
                </a:lnTo>
                <a:cubicBezTo>
                  <a:pt x="123965" y="101505"/>
                  <a:pt x="126521" y="98952"/>
                  <a:pt x="130355" y="98952"/>
                </a:cubicBezTo>
                <a:cubicBezTo>
                  <a:pt x="134189" y="98952"/>
                  <a:pt x="136745" y="101505"/>
                  <a:pt x="136745" y="105336"/>
                </a:cubicBezTo>
                <a:lnTo>
                  <a:pt x="136745" y="256636"/>
                </a:lnTo>
                <a:close/>
                <a:moveTo>
                  <a:pt x="170611" y="222801"/>
                </a:moveTo>
                <a:cubicBezTo>
                  <a:pt x="170611" y="226631"/>
                  <a:pt x="168055" y="229185"/>
                  <a:pt x="164221" y="229185"/>
                </a:cubicBezTo>
                <a:cubicBezTo>
                  <a:pt x="160387" y="229185"/>
                  <a:pt x="157831" y="226631"/>
                  <a:pt x="157831" y="222801"/>
                </a:cubicBezTo>
                <a:lnTo>
                  <a:pt x="157831" y="138533"/>
                </a:lnTo>
                <a:cubicBezTo>
                  <a:pt x="157831" y="134702"/>
                  <a:pt x="160387" y="132149"/>
                  <a:pt x="164221" y="132149"/>
                </a:cubicBezTo>
                <a:cubicBezTo>
                  <a:pt x="168055" y="132149"/>
                  <a:pt x="170611" y="134702"/>
                  <a:pt x="170611" y="138533"/>
                </a:cubicBezTo>
                <a:lnTo>
                  <a:pt x="170611" y="222801"/>
                </a:lnTo>
                <a:close/>
                <a:moveTo>
                  <a:pt x="204478" y="264935"/>
                </a:moveTo>
                <a:cubicBezTo>
                  <a:pt x="204478" y="268766"/>
                  <a:pt x="201922" y="271319"/>
                  <a:pt x="198088" y="271319"/>
                </a:cubicBezTo>
                <a:cubicBezTo>
                  <a:pt x="194254" y="271319"/>
                  <a:pt x="191698" y="268766"/>
                  <a:pt x="191698" y="264935"/>
                </a:cubicBezTo>
                <a:lnTo>
                  <a:pt x="191698" y="97037"/>
                </a:lnTo>
                <a:cubicBezTo>
                  <a:pt x="191698" y="93206"/>
                  <a:pt x="194254" y="90653"/>
                  <a:pt x="198088" y="90653"/>
                </a:cubicBezTo>
                <a:cubicBezTo>
                  <a:pt x="201922" y="90653"/>
                  <a:pt x="204478" y="93206"/>
                  <a:pt x="204478" y="97037"/>
                </a:cubicBezTo>
                <a:lnTo>
                  <a:pt x="204478" y="264935"/>
                </a:lnTo>
                <a:close/>
                <a:moveTo>
                  <a:pt x="237706" y="231100"/>
                </a:moveTo>
                <a:cubicBezTo>
                  <a:pt x="237706" y="234930"/>
                  <a:pt x="235150" y="237484"/>
                  <a:pt x="231316" y="237484"/>
                </a:cubicBezTo>
                <a:cubicBezTo>
                  <a:pt x="227482" y="237484"/>
                  <a:pt x="224926" y="234930"/>
                  <a:pt x="224926" y="231100"/>
                </a:cubicBezTo>
                <a:lnTo>
                  <a:pt x="224926" y="130233"/>
                </a:lnTo>
                <a:cubicBezTo>
                  <a:pt x="224926" y="126403"/>
                  <a:pt x="227482" y="123849"/>
                  <a:pt x="231316" y="123849"/>
                </a:cubicBezTo>
                <a:cubicBezTo>
                  <a:pt x="235150" y="123849"/>
                  <a:pt x="237706" y="126403"/>
                  <a:pt x="237706" y="130233"/>
                </a:cubicBezTo>
                <a:lnTo>
                  <a:pt x="237706" y="231100"/>
                </a:lnTo>
                <a:close/>
                <a:moveTo>
                  <a:pt x="271572" y="214502"/>
                </a:moveTo>
                <a:cubicBezTo>
                  <a:pt x="271572" y="218332"/>
                  <a:pt x="269016" y="220886"/>
                  <a:pt x="265182" y="220886"/>
                </a:cubicBezTo>
                <a:cubicBezTo>
                  <a:pt x="261348" y="220886"/>
                  <a:pt x="258792" y="218332"/>
                  <a:pt x="258792" y="214502"/>
                </a:cubicBezTo>
                <a:lnTo>
                  <a:pt x="258792" y="147470"/>
                </a:lnTo>
                <a:cubicBezTo>
                  <a:pt x="258792" y="143640"/>
                  <a:pt x="261348" y="141086"/>
                  <a:pt x="265182" y="141086"/>
                </a:cubicBezTo>
                <a:cubicBezTo>
                  <a:pt x="269016" y="141086"/>
                  <a:pt x="271572" y="143640"/>
                  <a:pt x="271572" y="147470"/>
                </a:cubicBezTo>
                <a:lnTo>
                  <a:pt x="271572" y="214502"/>
                </a:lnTo>
                <a:close/>
                <a:moveTo>
                  <a:pt x="304800" y="188966"/>
                </a:moveTo>
                <a:cubicBezTo>
                  <a:pt x="304800" y="192796"/>
                  <a:pt x="302244" y="195350"/>
                  <a:pt x="298410" y="195350"/>
                </a:cubicBezTo>
                <a:cubicBezTo>
                  <a:pt x="294576" y="195350"/>
                  <a:pt x="292020" y="192796"/>
                  <a:pt x="292020" y="188966"/>
                </a:cubicBezTo>
                <a:lnTo>
                  <a:pt x="292020" y="172368"/>
                </a:lnTo>
                <a:cubicBezTo>
                  <a:pt x="292020" y="168537"/>
                  <a:pt x="294576" y="165984"/>
                  <a:pt x="298410" y="165984"/>
                </a:cubicBezTo>
                <a:cubicBezTo>
                  <a:pt x="302244" y="165984"/>
                  <a:pt x="304800" y="168537"/>
                  <a:pt x="304800" y="172368"/>
                </a:cubicBezTo>
                <a:lnTo>
                  <a:pt x="304800" y="188966"/>
                </a:lnTo>
                <a:close/>
              </a:path>
            </a:pathLst>
          </a:custGeom>
          <a:solidFill>
            <a:srgbClr val="007680"/>
          </a:solidFill>
          <a:ln w="6390" cap="flat">
            <a:noFill/>
            <a:prstDash val="solid"/>
            <a:miter/>
          </a:ln>
        </p:spPr>
        <p:txBody>
          <a:bodyPr rtlCol="0" anchor="ctr"/>
          <a:lstStyle/>
          <a:p>
            <a:endParaRPr lang="en-US"/>
          </a:p>
        </p:txBody>
      </p:sp>
      <p:grpSp>
        <p:nvGrpSpPr>
          <p:cNvPr id="692" name="Graphic 4">
            <a:extLst>
              <a:ext uri="{FF2B5EF4-FFF2-40B4-BE49-F238E27FC236}">
                <a16:creationId xmlns:a16="http://schemas.microsoft.com/office/drawing/2014/main" id="{DB57A1FC-A68E-8148-821C-7D84C0CC10FE}"/>
              </a:ext>
            </a:extLst>
          </p:cNvPr>
          <p:cNvGrpSpPr/>
          <p:nvPr/>
        </p:nvGrpSpPr>
        <p:grpSpPr>
          <a:xfrm>
            <a:off x="6147119" y="2371173"/>
            <a:ext cx="361670" cy="361333"/>
            <a:chOff x="6147119" y="2371173"/>
            <a:chExt cx="361670" cy="361333"/>
          </a:xfrm>
          <a:solidFill>
            <a:srgbClr val="0097A9"/>
          </a:solidFill>
        </p:grpSpPr>
        <p:sp>
          <p:nvSpPr>
            <p:cNvPr id="693" name="Graphic 4">
              <a:extLst>
                <a:ext uri="{FF2B5EF4-FFF2-40B4-BE49-F238E27FC236}">
                  <a16:creationId xmlns:a16="http://schemas.microsoft.com/office/drawing/2014/main" id="{8F051AF6-07CF-6C4C-A1AE-F2F9ED4CFFD1}"/>
                </a:ext>
              </a:extLst>
            </p:cNvPr>
            <p:cNvSpPr/>
            <p:nvPr/>
          </p:nvSpPr>
          <p:spPr>
            <a:xfrm>
              <a:off x="6246163" y="2603550"/>
              <a:ext cx="162943" cy="31281"/>
            </a:xfrm>
            <a:custGeom>
              <a:avLst/>
              <a:gdLst>
                <a:gd name="connsiteX0" fmla="*/ 0 w 162943"/>
                <a:gd name="connsiteY0" fmla="*/ 0 h 31281"/>
                <a:gd name="connsiteX1" fmla="*/ 162943 w 162943"/>
                <a:gd name="connsiteY1" fmla="*/ 0 h 31281"/>
                <a:gd name="connsiteX2" fmla="*/ 162943 w 162943"/>
                <a:gd name="connsiteY2" fmla="*/ 31282 h 31281"/>
                <a:gd name="connsiteX3" fmla="*/ 0 w 162943"/>
                <a:gd name="connsiteY3" fmla="*/ 31282 h 31281"/>
              </a:gdLst>
              <a:ahLst/>
              <a:cxnLst>
                <a:cxn ang="0">
                  <a:pos x="connsiteX0" y="connsiteY0"/>
                </a:cxn>
                <a:cxn ang="0">
                  <a:pos x="connsiteX1" y="connsiteY1"/>
                </a:cxn>
                <a:cxn ang="0">
                  <a:pos x="connsiteX2" y="connsiteY2"/>
                </a:cxn>
                <a:cxn ang="0">
                  <a:pos x="connsiteX3" y="connsiteY3"/>
                </a:cxn>
              </a:cxnLst>
              <a:rect l="l" t="t" r="r" b="b"/>
              <a:pathLst>
                <a:path w="162943" h="31281">
                  <a:moveTo>
                    <a:pt x="0" y="0"/>
                  </a:moveTo>
                  <a:lnTo>
                    <a:pt x="162943" y="0"/>
                  </a:lnTo>
                  <a:lnTo>
                    <a:pt x="162943" y="31282"/>
                  </a:lnTo>
                  <a:lnTo>
                    <a:pt x="0" y="31282"/>
                  </a:lnTo>
                  <a:close/>
                </a:path>
              </a:pathLst>
            </a:custGeom>
            <a:solidFill>
              <a:srgbClr val="0097A9"/>
            </a:solidFill>
            <a:ln w="6390" cap="flat">
              <a:noFill/>
              <a:prstDash val="solid"/>
              <a:miter/>
            </a:ln>
          </p:spPr>
          <p:txBody>
            <a:bodyPr rtlCol="0" anchor="ctr"/>
            <a:lstStyle/>
            <a:p>
              <a:endParaRPr lang="en-US"/>
            </a:p>
          </p:txBody>
        </p:sp>
        <p:sp>
          <p:nvSpPr>
            <p:cNvPr id="694" name="Graphic 4">
              <a:extLst>
                <a:ext uri="{FF2B5EF4-FFF2-40B4-BE49-F238E27FC236}">
                  <a16:creationId xmlns:a16="http://schemas.microsoft.com/office/drawing/2014/main" id="{C571A30B-6D79-3F4F-930B-5DABDDE2A8AE}"/>
                </a:ext>
              </a:extLst>
            </p:cNvPr>
            <p:cNvSpPr/>
            <p:nvPr/>
          </p:nvSpPr>
          <p:spPr>
            <a:xfrm>
              <a:off x="6253192" y="2472679"/>
              <a:ext cx="148885" cy="89375"/>
            </a:xfrm>
            <a:custGeom>
              <a:avLst/>
              <a:gdLst>
                <a:gd name="connsiteX0" fmla="*/ 74762 w 148885"/>
                <a:gd name="connsiteY0" fmla="*/ 0 h 89375"/>
                <a:gd name="connsiteX1" fmla="*/ 0 w 148885"/>
                <a:gd name="connsiteY1" fmla="*/ 89376 h 89375"/>
                <a:gd name="connsiteX2" fmla="*/ 148886 w 148885"/>
                <a:gd name="connsiteY2" fmla="*/ 89376 h 89375"/>
              </a:gdLst>
              <a:ahLst/>
              <a:cxnLst>
                <a:cxn ang="0">
                  <a:pos x="connsiteX0" y="connsiteY0"/>
                </a:cxn>
                <a:cxn ang="0">
                  <a:pos x="connsiteX1" y="connsiteY1"/>
                </a:cxn>
                <a:cxn ang="0">
                  <a:pos x="connsiteX2" y="connsiteY2"/>
                </a:cxn>
              </a:cxnLst>
              <a:rect l="l" t="t" r="r" b="b"/>
              <a:pathLst>
                <a:path w="148885" h="89375">
                  <a:moveTo>
                    <a:pt x="74762" y="0"/>
                  </a:moveTo>
                  <a:lnTo>
                    <a:pt x="0" y="89376"/>
                  </a:lnTo>
                  <a:lnTo>
                    <a:pt x="148886" y="89376"/>
                  </a:lnTo>
                  <a:close/>
                </a:path>
              </a:pathLst>
            </a:custGeom>
            <a:solidFill>
              <a:srgbClr val="0097A9"/>
            </a:solidFill>
            <a:ln w="6390" cap="flat">
              <a:noFill/>
              <a:prstDash val="solid"/>
              <a:miter/>
            </a:ln>
          </p:spPr>
          <p:txBody>
            <a:bodyPr rtlCol="0" anchor="ctr"/>
            <a:lstStyle/>
            <a:p>
              <a:endParaRPr lang="en-US"/>
            </a:p>
          </p:txBody>
        </p:sp>
        <p:sp>
          <p:nvSpPr>
            <p:cNvPr id="695" name="Graphic 4">
              <a:extLst>
                <a:ext uri="{FF2B5EF4-FFF2-40B4-BE49-F238E27FC236}">
                  <a16:creationId xmlns:a16="http://schemas.microsoft.com/office/drawing/2014/main" id="{F20BA97B-6754-F44F-8441-0CA29643816D}"/>
                </a:ext>
              </a:extLst>
            </p:cNvPr>
            <p:cNvSpPr/>
            <p:nvPr/>
          </p:nvSpPr>
          <p:spPr>
            <a:xfrm>
              <a:off x="6147119"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87542 w 361670"/>
                <a:gd name="connsiteY5" fmla="*/ 192796 h 361333"/>
                <a:gd name="connsiteX6" fmla="*/ 175723 w 361670"/>
                <a:gd name="connsiteY6" fmla="*/ 87461 h 361333"/>
                <a:gd name="connsiteX7" fmla="*/ 185308 w 361670"/>
                <a:gd name="connsiteY7" fmla="*/ 87461 h 361333"/>
                <a:gd name="connsiteX8" fmla="*/ 273489 w 361670"/>
                <a:gd name="connsiteY8" fmla="*/ 192796 h 361333"/>
                <a:gd name="connsiteX9" fmla="*/ 274128 w 361670"/>
                <a:gd name="connsiteY9" fmla="*/ 199819 h 361333"/>
                <a:gd name="connsiteX10" fmla="*/ 268377 w 361670"/>
                <a:gd name="connsiteY10" fmla="*/ 203649 h 361333"/>
                <a:gd name="connsiteX11" fmla="*/ 92654 w 361670"/>
                <a:gd name="connsiteY11" fmla="*/ 203649 h 361333"/>
                <a:gd name="connsiteX12" fmla="*/ 86903 w 361670"/>
                <a:gd name="connsiteY12" fmla="*/ 199819 h 361333"/>
                <a:gd name="connsiteX13" fmla="*/ 87542 w 361670"/>
                <a:gd name="connsiteY13" fmla="*/ 192796 h 361333"/>
                <a:gd name="connsiteX14" fmla="*/ 274767 w 361670"/>
                <a:gd name="connsiteY14" fmla="*/ 270043 h 361333"/>
                <a:gd name="connsiteX15" fmla="*/ 268377 w 361670"/>
                <a:gd name="connsiteY15" fmla="*/ 276427 h 361333"/>
                <a:gd name="connsiteX16" fmla="*/ 92654 w 361670"/>
                <a:gd name="connsiteY16" fmla="*/ 276427 h 361333"/>
                <a:gd name="connsiteX17" fmla="*/ 86264 w 361670"/>
                <a:gd name="connsiteY17" fmla="*/ 270043 h 361333"/>
                <a:gd name="connsiteX18" fmla="*/ 86264 w 361670"/>
                <a:gd name="connsiteY18" fmla="*/ 225993 h 361333"/>
                <a:gd name="connsiteX19" fmla="*/ 92654 w 361670"/>
                <a:gd name="connsiteY19" fmla="*/ 219609 h 361333"/>
                <a:gd name="connsiteX20" fmla="*/ 268377 w 361670"/>
                <a:gd name="connsiteY20" fmla="*/ 219609 h 361333"/>
                <a:gd name="connsiteX21" fmla="*/ 274767 w 361670"/>
                <a:gd name="connsiteY21" fmla="*/ 225993 h 361333"/>
                <a:gd name="connsiteX22" fmla="*/ 274767 w 361670"/>
                <a:gd name="connsiteY22" fmla="*/ 27004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close/>
                  <a:moveTo>
                    <a:pt x="87542" y="192796"/>
                  </a:moveTo>
                  <a:lnTo>
                    <a:pt x="175723" y="87461"/>
                  </a:lnTo>
                  <a:cubicBezTo>
                    <a:pt x="178279" y="84269"/>
                    <a:pt x="183391" y="84269"/>
                    <a:pt x="185308" y="87461"/>
                  </a:cubicBezTo>
                  <a:lnTo>
                    <a:pt x="273489" y="192796"/>
                  </a:lnTo>
                  <a:cubicBezTo>
                    <a:pt x="274767" y="194711"/>
                    <a:pt x="275406" y="197265"/>
                    <a:pt x="274128" y="199819"/>
                  </a:cubicBezTo>
                  <a:cubicBezTo>
                    <a:pt x="272850" y="202372"/>
                    <a:pt x="270934" y="203649"/>
                    <a:pt x="268377" y="203649"/>
                  </a:cubicBezTo>
                  <a:lnTo>
                    <a:pt x="92654" y="203649"/>
                  </a:lnTo>
                  <a:cubicBezTo>
                    <a:pt x="90098" y="203649"/>
                    <a:pt x="88181" y="202372"/>
                    <a:pt x="86903" y="199819"/>
                  </a:cubicBezTo>
                  <a:cubicBezTo>
                    <a:pt x="85625" y="197265"/>
                    <a:pt x="86264" y="194711"/>
                    <a:pt x="87542" y="192796"/>
                  </a:cubicBezTo>
                  <a:close/>
                  <a:moveTo>
                    <a:pt x="274767" y="270043"/>
                  </a:moveTo>
                  <a:cubicBezTo>
                    <a:pt x="274767" y="273873"/>
                    <a:pt x="272211" y="276427"/>
                    <a:pt x="268377" y="276427"/>
                  </a:cubicBezTo>
                  <a:lnTo>
                    <a:pt x="92654" y="276427"/>
                  </a:lnTo>
                  <a:cubicBezTo>
                    <a:pt x="88820" y="276427"/>
                    <a:pt x="86264" y="273873"/>
                    <a:pt x="86264" y="270043"/>
                  </a:cubicBezTo>
                  <a:lnTo>
                    <a:pt x="86264" y="225993"/>
                  </a:lnTo>
                  <a:cubicBezTo>
                    <a:pt x="86264" y="222163"/>
                    <a:pt x="88820" y="219609"/>
                    <a:pt x="92654" y="219609"/>
                  </a:cubicBezTo>
                  <a:lnTo>
                    <a:pt x="268377" y="219609"/>
                  </a:lnTo>
                  <a:cubicBezTo>
                    <a:pt x="272211" y="219609"/>
                    <a:pt x="274767" y="222163"/>
                    <a:pt x="274767" y="225993"/>
                  </a:cubicBezTo>
                  <a:lnTo>
                    <a:pt x="274767" y="270043"/>
                  </a:lnTo>
                  <a:close/>
                </a:path>
              </a:pathLst>
            </a:custGeom>
            <a:solidFill>
              <a:srgbClr val="0097A9"/>
            </a:solidFill>
            <a:ln w="6390" cap="flat">
              <a:noFill/>
              <a:prstDash val="solid"/>
              <a:miter/>
            </a:ln>
          </p:spPr>
          <p:txBody>
            <a:bodyPr rtlCol="0" anchor="ctr"/>
            <a:lstStyle/>
            <a:p>
              <a:endParaRPr lang="en-US"/>
            </a:p>
          </p:txBody>
        </p:sp>
      </p:grpSp>
      <p:grpSp>
        <p:nvGrpSpPr>
          <p:cNvPr id="696" name="Graphic 4">
            <a:extLst>
              <a:ext uri="{FF2B5EF4-FFF2-40B4-BE49-F238E27FC236}">
                <a16:creationId xmlns:a16="http://schemas.microsoft.com/office/drawing/2014/main" id="{0C3ED416-24F3-CA46-9883-B73AAB2C3F4A}"/>
              </a:ext>
            </a:extLst>
          </p:cNvPr>
          <p:cNvGrpSpPr/>
          <p:nvPr/>
        </p:nvGrpSpPr>
        <p:grpSpPr>
          <a:xfrm>
            <a:off x="7192513" y="1402085"/>
            <a:ext cx="361674" cy="361333"/>
            <a:chOff x="7192513" y="1402085"/>
            <a:chExt cx="361674" cy="361333"/>
          </a:xfrm>
          <a:solidFill>
            <a:srgbClr val="0097A9"/>
          </a:solidFill>
        </p:grpSpPr>
        <p:sp>
          <p:nvSpPr>
            <p:cNvPr id="697" name="Graphic 4">
              <a:extLst>
                <a:ext uri="{FF2B5EF4-FFF2-40B4-BE49-F238E27FC236}">
                  <a16:creationId xmlns:a16="http://schemas.microsoft.com/office/drawing/2014/main" id="{243D8070-F31C-AA4C-B77E-9E1EFD1739D2}"/>
                </a:ext>
              </a:extLst>
            </p:cNvPr>
            <p:cNvSpPr/>
            <p:nvPr/>
          </p:nvSpPr>
          <p:spPr>
            <a:xfrm>
              <a:off x="7292195" y="1525934"/>
              <a:ext cx="169333" cy="116826"/>
            </a:xfrm>
            <a:custGeom>
              <a:avLst/>
              <a:gdLst>
                <a:gd name="connsiteX0" fmla="*/ 76679 w 169333"/>
                <a:gd name="connsiteY0" fmla="*/ 35750 h 116826"/>
                <a:gd name="connsiteX1" fmla="*/ 73484 w 169333"/>
                <a:gd name="connsiteY1" fmla="*/ 41496 h 116826"/>
                <a:gd name="connsiteX2" fmla="*/ 67094 w 169333"/>
                <a:gd name="connsiteY2" fmla="*/ 41496 h 116826"/>
                <a:gd name="connsiteX3" fmla="*/ 0 w 169333"/>
                <a:gd name="connsiteY3" fmla="*/ 0 h 116826"/>
                <a:gd name="connsiteX4" fmla="*/ 0 w 169333"/>
                <a:gd name="connsiteY4" fmla="*/ 116189 h 116826"/>
                <a:gd name="connsiteX5" fmla="*/ 67094 w 169333"/>
                <a:gd name="connsiteY5" fmla="*/ 74693 h 116826"/>
                <a:gd name="connsiteX6" fmla="*/ 73484 w 169333"/>
                <a:gd name="connsiteY6" fmla="*/ 74693 h 116826"/>
                <a:gd name="connsiteX7" fmla="*/ 76679 w 169333"/>
                <a:gd name="connsiteY7" fmla="*/ 80438 h 116826"/>
                <a:gd name="connsiteX8" fmla="*/ 76679 w 169333"/>
                <a:gd name="connsiteY8" fmla="*/ 116827 h 116826"/>
                <a:gd name="connsiteX9" fmla="*/ 169333 w 169333"/>
                <a:gd name="connsiteY9" fmla="*/ 58733 h 116826"/>
                <a:gd name="connsiteX10" fmla="*/ 76679 w 169333"/>
                <a:gd name="connsiteY10" fmla="*/ 638 h 116826"/>
                <a:gd name="connsiteX11" fmla="*/ 76679 w 169333"/>
                <a:gd name="connsiteY11" fmla="*/ 35750 h 116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9333" h="116826">
                  <a:moveTo>
                    <a:pt x="76679" y="35750"/>
                  </a:moveTo>
                  <a:cubicBezTo>
                    <a:pt x="76679" y="38304"/>
                    <a:pt x="75402" y="40219"/>
                    <a:pt x="73484" y="41496"/>
                  </a:cubicBezTo>
                  <a:cubicBezTo>
                    <a:pt x="71568" y="42773"/>
                    <a:pt x="69012" y="42773"/>
                    <a:pt x="67094" y="41496"/>
                  </a:cubicBezTo>
                  <a:lnTo>
                    <a:pt x="0" y="0"/>
                  </a:lnTo>
                  <a:lnTo>
                    <a:pt x="0" y="116189"/>
                  </a:lnTo>
                  <a:lnTo>
                    <a:pt x="67094" y="74693"/>
                  </a:lnTo>
                  <a:cubicBezTo>
                    <a:pt x="69012" y="73416"/>
                    <a:pt x="71568" y="73416"/>
                    <a:pt x="73484" y="74693"/>
                  </a:cubicBezTo>
                  <a:cubicBezTo>
                    <a:pt x="75402" y="75969"/>
                    <a:pt x="76679" y="77885"/>
                    <a:pt x="76679" y="80438"/>
                  </a:cubicBezTo>
                  <a:lnTo>
                    <a:pt x="76679" y="116827"/>
                  </a:lnTo>
                  <a:lnTo>
                    <a:pt x="169333" y="58733"/>
                  </a:lnTo>
                  <a:lnTo>
                    <a:pt x="76679" y="638"/>
                  </a:lnTo>
                  <a:lnTo>
                    <a:pt x="76679" y="35750"/>
                  </a:lnTo>
                  <a:close/>
                </a:path>
              </a:pathLst>
            </a:custGeom>
            <a:solidFill>
              <a:srgbClr val="0097A9"/>
            </a:solidFill>
            <a:ln w="6390" cap="flat">
              <a:noFill/>
              <a:prstDash val="solid"/>
              <a:miter/>
            </a:ln>
          </p:spPr>
          <p:txBody>
            <a:bodyPr rtlCol="0" anchor="ctr"/>
            <a:lstStyle/>
            <a:p>
              <a:endParaRPr lang="en-US"/>
            </a:p>
          </p:txBody>
        </p:sp>
        <p:sp>
          <p:nvSpPr>
            <p:cNvPr id="698" name="Graphic 4">
              <a:extLst>
                <a:ext uri="{FF2B5EF4-FFF2-40B4-BE49-F238E27FC236}">
                  <a16:creationId xmlns:a16="http://schemas.microsoft.com/office/drawing/2014/main" id="{897B9D9D-CA18-F44C-9818-0D178F221DD6}"/>
                </a:ext>
              </a:extLst>
            </p:cNvPr>
            <p:cNvSpPr/>
            <p:nvPr/>
          </p:nvSpPr>
          <p:spPr>
            <a:xfrm>
              <a:off x="7192513" y="1402085"/>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284991 w 361674"/>
                <a:gd name="connsiteY5" fmla="*/ 186412 h 361333"/>
                <a:gd name="connsiteX6" fmla="*/ 173807 w 361674"/>
                <a:gd name="connsiteY6" fmla="*/ 255998 h 361333"/>
                <a:gd name="connsiteX7" fmla="*/ 167417 w 361674"/>
                <a:gd name="connsiteY7" fmla="*/ 255998 h 361333"/>
                <a:gd name="connsiteX8" fmla="*/ 164222 w 361674"/>
                <a:gd name="connsiteY8" fmla="*/ 250252 h 361333"/>
                <a:gd name="connsiteX9" fmla="*/ 164222 w 361674"/>
                <a:gd name="connsiteY9" fmla="*/ 213863 h 361333"/>
                <a:gd name="connsiteX10" fmla="*/ 97128 w 361674"/>
                <a:gd name="connsiteY10" fmla="*/ 255359 h 361333"/>
                <a:gd name="connsiteX11" fmla="*/ 93933 w 361674"/>
                <a:gd name="connsiteY11" fmla="*/ 256636 h 361333"/>
                <a:gd name="connsiteX12" fmla="*/ 90738 w 361674"/>
                <a:gd name="connsiteY12" fmla="*/ 255998 h 361333"/>
                <a:gd name="connsiteX13" fmla="*/ 87543 w 361674"/>
                <a:gd name="connsiteY13" fmla="*/ 250252 h 361333"/>
                <a:gd name="connsiteX14" fmla="*/ 87543 w 361674"/>
                <a:gd name="connsiteY14" fmla="*/ 111081 h 361333"/>
                <a:gd name="connsiteX15" fmla="*/ 90738 w 361674"/>
                <a:gd name="connsiteY15" fmla="*/ 105336 h 361333"/>
                <a:gd name="connsiteX16" fmla="*/ 97128 w 361674"/>
                <a:gd name="connsiteY16" fmla="*/ 105336 h 361333"/>
                <a:gd name="connsiteX17" fmla="*/ 164222 w 361674"/>
                <a:gd name="connsiteY17" fmla="*/ 146832 h 361333"/>
                <a:gd name="connsiteX18" fmla="*/ 164222 w 361674"/>
                <a:gd name="connsiteY18" fmla="*/ 110443 h 361333"/>
                <a:gd name="connsiteX19" fmla="*/ 167417 w 361674"/>
                <a:gd name="connsiteY19" fmla="*/ 104697 h 361333"/>
                <a:gd name="connsiteX20" fmla="*/ 173807 w 361674"/>
                <a:gd name="connsiteY20" fmla="*/ 104697 h 361333"/>
                <a:gd name="connsiteX21" fmla="*/ 284991 w 361674"/>
                <a:gd name="connsiteY21" fmla="*/ 174283 h 361333"/>
                <a:gd name="connsiteX22" fmla="*/ 288186 w 361674"/>
                <a:gd name="connsiteY22" fmla="*/ 179390 h 361333"/>
                <a:gd name="connsiteX23" fmla="*/ 284991 w 361674"/>
                <a:gd name="connsiteY23" fmla="*/ 18641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1674" h="361333">
                  <a:moveTo>
                    <a:pt x="180836" y="0"/>
                  </a:moveTo>
                  <a:cubicBezTo>
                    <a:pt x="80513" y="0"/>
                    <a:pt x="0" y="81077"/>
                    <a:pt x="0" y="180667"/>
                  </a:cubicBezTo>
                  <a:cubicBezTo>
                    <a:pt x="0" y="280895"/>
                    <a:pt x="81153" y="361333"/>
                    <a:pt x="180836" y="361333"/>
                  </a:cubicBezTo>
                  <a:cubicBezTo>
                    <a:pt x="281157" y="361333"/>
                    <a:pt x="361670" y="280257"/>
                    <a:pt x="361670" y="180667"/>
                  </a:cubicBezTo>
                  <a:cubicBezTo>
                    <a:pt x="362310" y="81077"/>
                    <a:pt x="281157" y="0"/>
                    <a:pt x="180836" y="0"/>
                  </a:cubicBezTo>
                  <a:close/>
                  <a:moveTo>
                    <a:pt x="284991" y="186412"/>
                  </a:moveTo>
                  <a:lnTo>
                    <a:pt x="173807" y="255998"/>
                  </a:lnTo>
                  <a:cubicBezTo>
                    <a:pt x="171889" y="257274"/>
                    <a:pt x="169333" y="257274"/>
                    <a:pt x="167417" y="255998"/>
                  </a:cubicBezTo>
                  <a:cubicBezTo>
                    <a:pt x="165500" y="254721"/>
                    <a:pt x="164222" y="252806"/>
                    <a:pt x="164222" y="250252"/>
                  </a:cubicBezTo>
                  <a:lnTo>
                    <a:pt x="164222" y="213863"/>
                  </a:lnTo>
                  <a:lnTo>
                    <a:pt x="97128" y="255359"/>
                  </a:lnTo>
                  <a:cubicBezTo>
                    <a:pt x="95849" y="255998"/>
                    <a:pt x="95210" y="256636"/>
                    <a:pt x="93933" y="256636"/>
                  </a:cubicBezTo>
                  <a:cubicBezTo>
                    <a:pt x="92654" y="256636"/>
                    <a:pt x="92015" y="256636"/>
                    <a:pt x="90738" y="255998"/>
                  </a:cubicBezTo>
                  <a:cubicBezTo>
                    <a:pt x="88820" y="254721"/>
                    <a:pt x="87543" y="252806"/>
                    <a:pt x="87543" y="250252"/>
                  </a:cubicBezTo>
                  <a:lnTo>
                    <a:pt x="87543" y="111081"/>
                  </a:lnTo>
                  <a:cubicBezTo>
                    <a:pt x="87543" y="108528"/>
                    <a:pt x="88820" y="106612"/>
                    <a:pt x="90738" y="105336"/>
                  </a:cubicBezTo>
                  <a:cubicBezTo>
                    <a:pt x="92654" y="104059"/>
                    <a:pt x="95210" y="104059"/>
                    <a:pt x="97128" y="105336"/>
                  </a:cubicBezTo>
                  <a:lnTo>
                    <a:pt x="164222" y="146832"/>
                  </a:lnTo>
                  <a:lnTo>
                    <a:pt x="164222" y="110443"/>
                  </a:lnTo>
                  <a:cubicBezTo>
                    <a:pt x="164222" y="107889"/>
                    <a:pt x="165500" y="105974"/>
                    <a:pt x="167417" y="104697"/>
                  </a:cubicBezTo>
                  <a:cubicBezTo>
                    <a:pt x="169333" y="103420"/>
                    <a:pt x="171889" y="103420"/>
                    <a:pt x="173807" y="104697"/>
                  </a:cubicBezTo>
                  <a:lnTo>
                    <a:pt x="284991" y="174283"/>
                  </a:lnTo>
                  <a:cubicBezTo>
                    <a:pt x="286908" y="175560"/>
                    <a:pt x="288186" y="177475"/>
                    <a:pt x="288186" y="179390"/>
                  </a:cubicBezTo>
                  <a:cubicBezTo>
                    <a:pt x="288186" y="181305"/>
                    <a:pt x="286270" y="185774"/>
                    <a:pt x="284991" y="186412"/>
                  </a:cubicBezTo>
                  <a:close/>
                </a:path>
              </a:pathLst>
            </a:custGeom>
            <a:solidFill>
              <a:srgbClr val="0097A9"/>
            </a:solidFill>
            <a:ln w="6390" cap="flat">
              <a:noFill/>
              <a:prstDash val="solid"/>
              <a:miter/>
            </a:ln>
          </p:spPr>
          <p:txBody>
            <a:bodyPr rtlCol="0" anchor="ctr"/>
            <a:lstStyle/>
            <a:p>
              <a:endParaRPr lang="en-US"/>
            </a:p>
          </p:txBody>
        </p:sp>
      </p:grpSp>
      <p:grpSp>
        <p:nvGrpSpPr>
          <p:cNvPr id="699" name="Graphic 4">
            <a:extLst>
              <a:ext uri="{FF2B5EF4-FFF2-40B4-BE49-F238E27FC236}">
                <a16:creationId xmlns:a16="http://schemas.microsoft.com/office/drawing/2014/main" id="{5EE9129D-FAE0-744D-AB7E-52CFEC83E8C4}"/>
              </a:ext>
            </a:extLst>
          </p:cNvPr>
          <p:cNvGrpSpPr/>
          <p:nvPr/>
        </p:nvGrpSpPr>
        <p:grpSpPr>
          <a:xfrm>
            <a:off x="4046108" y="3339623"/>
            <a:ext cx="361670" cy="361333"/>
            <a:chOff x="4046108" y="3339623"/>
            <a:chExt cx="361670" cy="361333"/>
          </a:xfrm>
          <a:solidFill>
            <a:srgbClr val="007680"/>
          </a:solidFill>
        </p:grpSpPr>
        <p:sp>
          <p:nvSpPr>
            <p:cNvPr id="700" name="Graphic 4">
              <a:extLst>
                <a:ext uri="{FF2B5EF4-FFF2-40B4-BE49-F238E27FC236}">
                  <a16:creationId xmlns:a16="http://schemas.microsoft.com/office/drawing/2014/main" id="{FFC09D17-5F3E-4644-8054-15B40B71E754}"/>
                </a:ext>
              </a:extLst>
            </p:cNvPr>
            <p:cNvSpPr/>
            <p:nvPr/>
          </p:nvSpPr>
          <p:spPr>
            <a:xfrm>
              <a:off x="4173906" y="3578384"/>
              <a:ext cx="38978" cy="21067"/>
            </a:xfrm>
            <a:custGeom>
              <a:avLst/>
              <a:gdLst>
                <a:gd name="connsiteX0" fmla="*/ 0 w 38978"/>
                <a:gd name="connsiteY0" fmla="*/ 1915 h 21067"/>
                <a:gd name="connsiteX1" fmla="*/ 19170 w 38978"/>
                <a:gd name="connsiteY1" fmla="*/ 21067 h 21067"/>
                <a:gd name="connsiteX2" fmla="*/ 38340 w 38978"/>
                <a:gd name="connsiteY2" fmla="*/ 1915 h 21067"/>
                <a:gd name="connsiteX3" fmla="*/ 38978 w 38978"/>
                <a:gd name="connsiteY3" fmla="*/ 0 h 21067"/>
                <a:gd name="connsiteX4" fmla="*/ 0 w 38978"/>
                <a:gd name="connsiteY4" fmla="*/ 0 h 21067"/>
                <a:gd name="connsiteX5" fmla="*/ 0 w 38978"/>
                <a:gd name="connsiteY5" fmla="*/ 1915 h 2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978" h="21067">
                  <a:moveTo>
                    <a:pt x="0" y="1915"/>
                  </a:moveTo>
                  <a:cubicBezTo>
                    <a:pt x="0" y="12129"/>
                    <a:pt x="8307" y="21067"/>
                    <a:pt x="19170" y="21067"/>
                  </a:cubicBezTo>
                  <a:cubicBezTo>
                    <a:pt x="30033" y="21067"/>
                    <a:pt x="38340" y="12768"/>
                    <a:pt x="38340" y="1915"/>
                  </a:cubicBezTo>
                  <a:cubicBezTo>
                    <a:pt x="38340" y="1276"/>
                    <a:pt x="38340" y="638"/>
                    <a:pt x="38978" y="0"/>
                  </a:cubicBezTo>
                  <a:lnTo>
                    <a:pt x="0" y="0"/>
                  </a:lnTo>
                  <a:cubicBezTo>
                    <a:pt x="0" y="0"/>
                    <a:pt x="0" y="638"/>
                    <a:pt x="0" y="1915"/>
                  </a:cubicBezTo>
                  <a:close/>
                </a:path>
              </a:pathLst>
            </a:custGeom>
            <a:solidFill>
              <a:srgbClr val="007680"/>
            </a:solidFill>
            <a:ln w="6390" cap="flat">
              <a:noFill/>
              <a:prstDash val="solid"/>
              <a:miter/>
            </a:ln>
          </p:spPr>
          <p:txBody>
            <a:bodyPr rtlCol="0" anchor="ctr"/>
            <a:lstStyle/>
            <a:p>
              <a:endParaRPr lang="en-US"/>
            </a:p>
          </p:txBody>
        </p:sp>
        <p:sp>
          <p:nvSpPr>
            <p:cNvPr id="701" name="Graphic 4">
              <a:extLst>
                <a:ext uri="{FF2B5EF4-FFF2-40B4-BE49-F238E27FC236}">
                  <a16:creationId xmlns:a16="http://schemas.microsoft.com/office/drawing/2014/main" id="{9D4B4C1A-5D54-3048-8631-EAB409B4F63B}"/>
                </a:ext>
              </a:extLst>
            </p:cNvPr>
            <p:cNvSpPr/>
            <p:nvPr/>
          </p:nvSpPr>
          <p:spPr>
            <a:xfrm>
              <a:off x="4115758" y="3462834"/>
              <a:ext cx="145051" cy="102143"/>
            </a:xfrm>
            <a:custGeom>
              <a:avLst/>
              <a:gdLst>
                <a:gd name="connsiteX0" fmla="*/ 0 w 145051"/>
                <a:gd name="connsiteY0" fmla="*/ 69586 h 102143"/>
                <a:gd name="connsiteX1" fmla="*/ 8307 w 145051"/>
                <a:gd name="connsiteY1" fmla="*/ 102144 h 102143"/>
                <a:gd name="connsiteX2" fmla="*/ 145052 w 145051"/>
                <a:gd name="connsiteY2" fmla="*/ 102144 h 102143"/>
                <a:gd name="connsiteX3" fmla="*/ 115658 w 145051"/>
                <a:gd name="connsiteY3" fmla="*/ 0 h 102143"/>
              </a:gdLst>
              <a:ahLst/>
              <a:cxnLst>
                <a:cxn ang="0">
                  <a:pos x="connsiteX0" y="connsiteY0"/>
                </a:cxn>
                <a:cxn ang="0">
                  <a:pos x="connsiteX1" y="connsiteY1"/>
                </a:cxn>
                <a:cxn ang="0">
                  <a:pos x="connsiteX2" y="connsiteY2"/>
                </a:cxn>
                <a:cxn ang="0">
                  <a:pos x="connsiteX3" y="connsiteY3"/>
                </a:cxn>
              </a:cxnLst>
              <a:rect l="l" t="t" r="r" b="b"/>
              <a:pathLst>
                <a:path w="145051" h="102143">
                  <a:moveTo>
                    <a:pt x="0" y="69586"/>
                  </a:moveTo>
                  <a:lnTo>
                    <a:pt x="8307" y="102144"/>
                  </a:lnTo>
                  <a:lnTo>
                    <a:pt x="145052" y="102144"/>
                  </a:lnTo>
                  <a:lnTo>
                    <a:pt x="115658" y="0"/>
                  </a:lnTo>
                  <a:close/>
                </a:path>
              </a:pathLst>
            </a:custGeom>
            <a:solidFill>
              <a:srgbClr val="007680"/>
            </a:solidFill>
            <a:ln w="6390" cap="flat">
              <a:noFill/>
              <a:prstDash val="solid"/>
              <a:miter/>
            </a:ln>
          </p:spPr>
          <p:txBody>
            <a:bodyPr rtlCol="0" anchor="ctr"/>
            <a:lstStyle/>
            <a:p>
              <a:endParaRPr lang="en-US"/>
            </a:p>
          </p:txBody>
        </p:sp>
        <p:sp>
          <p:nvSpPr>
            <p:cNvPr id="702" name="Graphic 4">
              <a:extLst>
                <a:ext uri="{FF2B5EF4-FFF2-40B4-BE49-F238E27FC236}">
                  <a16:creationId xmlns:a16="http://schemas.microsoft.com/office/drawing/2014/main" id="{9C264EF0-83A0-5B40-832B-7A876E31F41D}"/>
                </a:ext>
              </a:extLst>
            </p:cNvPr>
            <p:cNvSpPr/>
            <p:nvPr/>
          </p:nvSpPr>
          <p:spPr>
            <a:xfrm>
              <a:off x="4046108"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19175 w 361670"/>
                <a:gd name="connsiteY5" fmla="*/ 125126 h 361333"/>
                <a:gd name="connsiteX6" fmla="*/ 261348 w 361670"/>
                <a:gd name="connsiteY6" fmla="*/ 91291 h 361333"/>
                <a:gd name="connsiteX7" fmla="*/ 270294 w 361670"/>
                <a:gd name="connsiteY7" fmla="*/ 92568 h 361333"/>
                <a:gd name="connsiteX8" fmla="*/ 269016 w 361670"/>
                <a:gd name="connsiteY8" fmla="*/ 101505 h 361333"/>
                <a:gd name="connsiteX9" fmla="*/ 226843 w 361670"/>
                <a:gd name="connsiteY9" fmla="*/ 135341 h 361333"/>
                <a:gd name="connsiteX10" fmla="*/ 223009 w 361670"/>
                <a:gd name="connsiteY10" fmla="*/ 136617 h 361333"/>
                <a:gd name="connsiteX11" fmla="*/ 217897 w 361670"/>
                <a:gd name="connsiteY11" fmla="*/ 134064 h 361333"/>
                <a:gd name="connsiteX12" fmla="*/ 219175 w 361670"/>
                <a:gd name="connsiteY12" fmla="*/ 125126 h 361333"/>
                <a:gd name="connsiteX13" fmla="*/ 228121 w 361670"/>
                <a:gd name="connsiteY13" fmla="*/ 235569 h 361333"/>
                <a:gd name="connsiteX14" fmla="*/ 223009 w 361670"/>
                <a:gd name="connsiteY14" fmla="*/ 238122 h 361333"/>
                <a:gd name="connsiteX15" fmla="*/ 223009 w 361670"/>
                <a:gd name="connsiteY15" fmla="*/ 238122 h 361333"/>
                <a:gd name="connsiteX16" fmla="*/ 178279 w 361670"/>
                <a:gd name="connsiteY16" fmla="*/ 238122 h 361333"/>
                <a:gd name="connsiteX17" fmla="*/ 178918 w 361670"/>
                <a:gd name="connsiteY17" fmla="*/ 240038 h 361333"/>
                <a:gd name="connsiteX18" fmla="*/ 146969 w 361670"/>
                <a:gd name="connsiteY18" fmla="*/ 271958 h 361333"/>
                <a:gd name="connsiteX19" fmla="*/ 115019 w 361670"/>
                <a:gd name="connsiteY19" fmla="*/ 240038 h 361333"/>
                <a:gd name="connsiteX20" fmla="*/ 115658 w 361670"/>
                <a:gd name="connsiteY20" fmla="*/ 238122 h 361333"/>
                <a:gd name="connsiteX21" fmla="*/ 72845 w 361670"/>
                <a:gd name="connsiteY21" fmla="*/ 238122 h 361333"/>
                <a:gd name="connsiteX22" fmla="*/ 66455 w 361670"/>
                <a:gd name="connsiteY22" fmla="*/ 233015 h 361333"/>
                <a:gd name="connsiteX23" fmla="*/ 55593 w 361670"/>
                <a:gd name="connsiteY23" fmla="*/ 190881 h 361333"/>
                <a:gd name="connsiteX24" fmla="*/ 58788 w 361670"/>
                <a:gd name="connsiteY24" fmla="*/ 183859 h 361333"/>
                <a:gd name="connsiteX25" fmla="*/ 185947 w 361670"/>
                <a:gd name="connsiteY25" fmla="*/ 107889 h 361333"/>
                <a:gd name="connsiteX26" fmla="*/ 191698 w 361670"/>
                <a:gd name="connsiteY26" fmla="*/ 107251 h 361333"/>
                <a:gd name="connsiteX27" fmla="*/ 195532 w 361670"/>
                <a:gd name="connsiteY27" fmla="*/ 111720 h 361333"/>
                <a:gd name="connsiteX28" fmla="*/ 229399 w 361670"/>
                <a:gd name="connsiteY28" fmla="*/ 230462 h 361333"/>
                <a:gd name="connsiteX29" fmla="*/ 228121 w 361670"/>
                <a:gd name="connsiteY29" fmla="*/ 235569 h 361333"/>
                <a:gd name="connsiteX30" fmla="*/ 299688 w 361670"/>
                <a:gd name="connsiteY30" fmla="*/ 221524 h 361333"/>
                <a:gd name="connsiteX31" fmla="*/ 298410 w 361670"/>
                <a:gd name="connsiteY31" fmla="*/ 221524 h 361333"/>
                <a:gd name="connsiteX32" fmla="*/ 247291 w 361670"/>
                <a:gd name="connsiteY32" fmla="*/ 213225 h 361333"/>
                <a:gd name="connsiteX33" fmla="*/ 242178 w 361670"/>
                <a:gd name="connsiteY33" fmla="*/ 205564 h 361333"/>
                <a:gd name="connsiteX34" fmla="*/ 249846 w 361670"/>
                <a:gd name="connsiteY34" fmla="*/ 200457 h 361333"/>
                <a:gd name="connsiteX35" fmla="*/ 300966 w 361670"/>
                <a:gd name="connsiteY35" fmla="*/ 208756 h 361333"/>
                <a:gd name="connsiteX36" fmla="*/ 306078 w 361670"/>
                <a:gd name="connsiteY36" fmla="*/ 216417 h 361333"/>
                <a:gd name="connsiteX37" fmla="*/ 299688 w 361670"/>
                <a:gd name="connsiteY37" fmla="*/ 221524 h 361333"/>
                <a:gd name="connsiteX38" fmla="*/ 301605 w 361670"/>
                <a:gd name="connsiteY38" fmla="*/ 153216 h 361333"/>
                <a:gd name="connsiteX39" fmla="*/ 242178 w 361670"/>
                <a:gd name="connsiteY39" fmla="*/ 170452 h 361333"/>
                <a:gd name="connsiteX40" fmla="*/ 240261 w 361670"/>
                <a:gd name="connsiteY40" fmla="*/ 170452 h 361333"/>
                <a:gd name="connsiteX41" fmla="*/ 233872 w 361670"/>
                <a:gd name="connsiteY41" fmla="*/ 165984 h 361333"/>
                <a:gd name="connsiteX42" fmla="*/ 238345 w 361670"/>
                <a:gd name="connsiteY42" fmla="*/ 158323 h 361333"/>
                <a:gd name="connsiteX43" fmla="*/ 297771 w 361670"/>
                <a:gd name="connsiteY43" fmla="*/ 141086 h 361333"/>
                <a:gd name="connsiteX44" fmla="*/ 305439 w 361670"/>
                <a:gd name="connsiteY44" fmla="*/ 145555 h 361333"/>
                <a:gd name="connsiteX45" fmla="*/ 301605 w 361670"/>
                <a:gd name="connsiteY45" fmla="*/ 15321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219175" y="125126"/>
                  </a:moveTo>
                  <a:lnTo>
                    <a:pt x="261348" y="91291"/>
                  </a:lnTo>
                  <a:cubicBezTo>
                    <a:pt x="263904" y="89376"/>
                    <a:pt x="268377" y="89376"/>
                    <a:pt x="270294" y="92568"/>
                  </a:cubicBezTo>
                  <a:cubicBezTo>
                    <a:pt x="272211" y="95121"/>
                    <a:pt x="272211" y="99590"/>
                    <a:pt x="269016" y="101505"/>
                  </a:cubicBezTo>
                  <a:lnTo>
                    <a:pt x="226843" y="135341"/>
                  </a:lnTo>
                  <a:cubicBezTo>
                    <a:pt x="225565" y="135979"/>
                    <a:pt x="224287" y="136617"/>
                    <a:pt x="223009" y="136617"/>
                  </a:cubicBezTo>
                  <a:cubicBezTo>
                    <a:pt x="221092" y="136617"/>
                    <a:pt x="219175" y="135979"/>
                    <a:pt x="217897" y="134064"/>
                  </a:cubicBezTo>
                  <a:cubicBezTo>
                    <a:pt x="215980" y="131510"/>
                    <a:pt x="216619" y="127680"/>
                    <a:pt x="219175" y="125126"/>
                  </a:cubicBezTo>
                  <a:close/>
                  <a:moveTo>
                    <a:pt x="228121" y="235569"/>
                  </a:moveTo>
                  <a:cubicBezTo>
                    <a:pt x="226843" y="236846"/>
                    <a:pt x="224926" y="238122"/>
                    <a:pt x="223009" y="238122"/>
                  </a:cubicBezTo>
                  <a:lnTo>
                    <a:pt x="223009" y="238122"/>
                  </a:lnTo>
                  <a:lnTo>
                    <a:pt x="178279" y="238122"/>
                  </a:lnTo>
                  <a:cubicBezTo>
                    <a:pt x="178279" y="238761"/>
                    <a:pt x="178918" y="239399"/>
                    <a:pt x="178918" y="240038"/>
                  </a:cubicBezTo>
                  <a:cubicBezTo>
                    <a:pt x="178918" y="257274"/>
                    <a:pt x="164860" y="271958"/>
                    <a:pt x="146969" y="271958"/>
                  </a:cubicBezTo>
                  <a:cubicBezTo>
                    <a:pt x="129077" y="271958"/>
                    <a:pt x="115019" y="257913"/>
                    <a:pt x="115019" y="240038"/>
                  </a:cubicBezTo>
                  <a:cubicBezTo>
                    <a:pt x="115019" y="239399"/>
                    <a:pt x="115019" y="238761"/>
                    <a:pt x="115658" y="238122"/>
                  </a:cubicBezTo>
                  <a:lnTo>
                    <a:pt x="72845" y="238122"/>
                  </a:lnTo>
                  <a:cubicBezTo>
                    <a:pt x="69650" y="238122"/>
                    <a:pt x="67094" y="236207"/>
                    <a:pt x="66455" y="233015"/>
                  </a:cubicBezTo>
                  <a:lnTo>
                    <a:pt x="55593" y="190881"/>
                  </a:lnTo>
                  <a:cubicBezTo>
                    <a:pt x="54953" y="188327"/>
                    <a:pt x="56231" y="185135"/>
                    <a:pt x="58788" y="183859"/>
                  </a:cubicBezTo>
                  <a:lnTo>
                    <a:pt x="185947" y="107889"/>
                  </a:lnTo>
                  <a:cubicBezTo>
                    <a:pt x="187864" y="106613"/>
                    <a:pt x="189781" y="106613"/>
                    <a:pt x="191698" y="107251"/>
                  </a:cubicBezTo>
                  <a:cubicBezTo>
                    <a:pt x="193615" y="107889"/>
                    <a:pt x="194893" y="109805"/>
                    <a:pt x="195532" y="111720"/>
                  </a:cubicBezTo>
                  <a:lnTo>
                    <a:pt x="229399" y="230462"/>
                  </a:lnTo>
                  <a:cubicBezTo>
                    <a:pt x="230038" y="232377"/>
                    <a:pt x="229399" y="234292"/>
                    <a:pt x="228121" y="235569"/>
                  </a:cubicBezTo>
                  <a:close/>
                  <a:moveTo>
                    <a:pt x="299688" y="221524"/>
                  </a:moveTo>
                  <a:cubicBezTo>
                    <a:pt x="299049" y="221524"/>
                    <a:pt x="299049" y="221524"/>
                    <a:pt x="298410" y="221524"/>
                  </a:cubicBezTo>
                  <a:lnTo>
                    <a:pt x="247291" y="213225"/>
                  </a:lnTo>
                  <a:cubicBezTo>
                    <a:pt x="244096" y="212587"/>
                    <a:pt x="241540" y="209395"/>
                    <a:pt x="242178" y="205564"/>
                  </a:cubicBezTo>
                  <a:cubicBezTo>
                    <a:pt x="242818" y="202372"/>
                    <a:pt x="246013" y="199819"/>
                    <a:pt x="249846" y="200457"/>
                  </a:cubicBezTo>
                  <a:lnTo>
                    <a:pt x="300966" y="208756"/>
                  </a:lnTo>
                  <a:cubicBezTo>
                    <a:pt x="304161" y="209395"/>
                    <a:pt x="306717" y="212587"/>
                    <a:pt x="306078" y="216417"/>
                  </a:cubicBezTo>
                  <a:cubicBezTo>
                    <a:pt x="305439" y="218971"/>
                    <a:pt x="302883" y="221524"/>
                    <a:pt x="299688" y="221524"/>
                  </a:cubicBezTo>
                  <a:close/>
                  <a:moveTo>
                    <a:pt x="301605" y="153216"/>
                  </a:moveTo>
                  <a:lnTo>
                    <a:pt x="242178" y="170452"/>
                  </a:lnTo>
                  <a:cubicBezTo>
                    <a:pt x="241540" y="170452"/>
                    <a:pt x="240901" y="170452"/>
                    <a:pt x="240261" y="170452"/>
                  </a:cubicBezTo>
                  <a:cubicBezTo>
                    <a:pt x="237706" y="170452"/>
                    <a:pt x="235150" y="168537"/>
                    <a:pt x="233872" y="165984"/>
                  </a:cubicBezTo>
                  <a:cubicBezTo>
                    <a:pt x="232593" y="162792"/>
                    <a:pt x="235150" y="158961"/>
                    <a:pt x="238345" y="158323"/>
                  </a:cubicBezTo>
                  <a:lnTo>
                    <a:pt x="297771" y="141086"/>
                  </a:lnTo>
                  <a:cubicBezTo>
                    <a:pt x="300966" y="140448"/>
                    <a:pt x="304800" y="142363"/>
                    <a:pt x="305439" y="145555"/>
                  </a:cubicBezTo>
                  <a:cubicBezTo>
                    <a:pt x="306717" y="148747"/>
                    <a:pt x="304800" y="152577"/>
                    <a:pt x="301605" y="153216"/>
                  </a:cubicBezTo>
                  <a:close/>
                </a:path>
              </a:pathLst>
            </a:custGeom>
            <a:solidFill>
              <a:srgbClr val="007680"/>
            </a:solidFill>
            <a:ln w="6390" cap="flat">
              <a:noFill/>
              <a:prstDash val="solid"/>
              <a:miter/>
            </a:ln>
          </p:spPr>
          <p:txBody>
            <a:bodyPr rtlCol="0" anchor="ctr"/>
            <a:lstStyle/>
            <a:p>
              <a:endParaRPr lang="en-US"/>
            </a:p>
          </p:txBody>
        </p:sp>
      </p:grpSp>
      <p:grpSp>
        <p:nvGrpSpPr>
          <p:cNvPr id="703" name="Graphic 4">
            <a:extLst>
              <a:ext uri="{FF2B5EF4-FFF2-40B4-BE49-F238E27FC236}">
                <a16:creationId xmlns:a16="http://schemas.microsoft.com/office/drawing/2014/main" id="{03CA0218-C93D-2F47-9D07-987B88165E22}"/>
              </a:ext>
            </a:extLst>
          </p:cNvPr>
          <p:cNvGrpSpPr/>
          <p:nvPr/>
        </p:nvGrpSpPr>
        <p:grpSpPr>
          <a:xfrm>
            <a:off x="4046108" y="2371173"/>
            <a:ext cx="361670" cy="361333"/>
            <a:chOff x="4046108" y="2371173"/>
            <a:chExt cx="361670" cy="361333"/>
          </a:xfrm>
          <a:solidFill>
            <a:srgbClr val="007680"/>
          </a:solidFill>
        </p:grpSpPr>
        <p:sp>
          <p:nvSpPr>
            <p:cNvPr id="704" name="Graphic 4">
              <a:extLst>
                <a:ext uri="{FF2B5EF4-FFF2-40B4-BE49-F238E27FC236}">
                  <a16:creationId xmlns:a16="http://schemas.microsoft.com/office/drawing/2014/main" id="{F3885FB9-B252-994E-9068-773BE1E733FA}"/>
                </a:ext>
              </a:extLst>
            </p:cNvPr>
            <p:cNvSpPr/>
            <p:nvPr/>
          </p:nvSpPr>
          <p:spPr>
            <a:xfrm>
              <a:off x="4202022" y="2448419"/>
              <a:ext cx="49841" cy="128318"/>
            </a:xfrm>
            <a:custGeom>
              <a:avLst/>
              <a:gdLst>
                <a:gd name="connsiteX0" fmla="*/ 49842 w 49841"/>
                <a:gd name="connsiteY0" fmla="*/ 103421 h 128318"/>
                <a:gd name="connsiteX1" fmla="*/ 49842 w 49841"/>
                <a:gd name="connsiteY1" fmla="*/ 24897 h 128318"/>
                <a:gd name="connsiteX2" fmla="*/ 24921 w 49841"/>
                <a:gd name="connsiteY2" fmla="*/ 0 h 128318"/>
                <a:gd name="connsiteX3" fmla="*/ 0 w 49841"/>
                <a:gd name="connsiteY3" fmla="*/ 24897 h 128318"/>
                <a:gd name="connsiteX4" fmla="*/ 0 w 49841"/>
                <a:gd name="connsiteY4" fmla="*/ 103421 h 128318"/>
                <a:gd name="connsiteX5" fmla="*/ 24921 w 49841"/>
                <a:gd name="connsiteY5" fmla="*/ 128318 h 128318"/>
                <a:gd name="connsiteX6" fmla="*/ 49842 w 49841"/>
                <a:gd name="connsiteY6" fmla="*/ 103421 h 128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841" h="128318">
                  <a:moveTo>
                    <a:pt x="49842" y="103421"/>
                  </a:moveTo>
                  <a:lnTo>
                    <a:pt x="49842" y="24897"/>
                  </a:lnTo>
                  <a:cubicBezTo>
                    <a:pt x="49842" y="10853"/>
                    <a:pt x="38340" y="0"/>
                    <a:pt x="24921" y="0"/>
                  </a:cubicBezTo>
                  <a:cubicBezTo>
                    <a:pt x="11502" y="0"/>
                    <a:pt x="0" y="11491"/>
                    <a:pt x="0" y="24897"/>
                  </a:cubicBezTo>
                  <a:lnTo>
                    <a:pt x="0" y="103421"/>
                  </a:lnTo>
                  <a:cubicBezTo>
                    <a:pt x="0" y="117465"/>
                    <a:pt x="11502" y="128318"/>
                    <a:pt x="24921" y="128318"/>
                  </a:cubicBezTo>
                  <a:cubicBezTo>
                    <a:pt x="38340" y="128318"/>
                    <a:pt x="49842" y="117465"/>
                    <a:pt x="49842" y="103421"/>
                  </a:cubicBezTo>
                  <a:close/>
                </a:path>
              </a:pathLst>
            </a:custGeom>
            <a:solidFill>
              <a:srgbClr val="007680"/>
            </a:solidFill>
            <a:ln w="6390" cap="flat">
              <a:noFill/>
              <a:prstDash val="solid"/>
              <a:miter/>
            </a:ln>
          </p:spPr>
          <p:txBody>
            <a:bodyPr rtlCol="0" anchor="ctr"/>
            <a:lstStyle/>
            <a:p>
              <a:endParaRPr lang="en-US"/>
            </a:p>
          </p:txBody>
        </p:sp>
        <p:sp>
          <p:nvSpPr>
            <p:cNvPr id="705" name="Graphic 4">
              <a:extLst>
                <a:ext uri="{FF2B5EF4-FFF2-40B4-BE49-F238E27FC236}">
                  <a16:creationId xmlns:a16="http://schemas.microsoft.com/office/drawing/2014/main" id="{598F6DAA-75D2-5D45-ACDD-0EE87F14CFC8}"/>
                </a:ext>
              </a:extLst>
            </p:cNvPr>
            <p:cNvSpPr/>
            <p:nvPr/>
          </p:nvSpPr>
          <p:spPr>
            <a:xfrm>
              <a:off x="4046108"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7225 w 361670"/>
                <a:gd name="connsiteY5" fmla="*/ 249614 h 361333"/>
                <a:gd name="connsiteX6" fmla="*/ 187225 w 361670"/>
                <a:gd name="connsiteY6" fmla="*/ 284087 h 361333"/>
                <a:gd name="connsiteX7" fmla="*/ 220453 w 361670"/>
                <a:gd name="connsiteY7" fmla="*/ 284087 h 361333"/>
                <a:gd name="connsiteX8" fmla="*/ 226843 w 361670"/>
                <a:gd name="connsiteY8" fmla="*/ 290471 h 361333"/>
                <a:gd name="connsiteX9" fmla="*/ 220453 w 361670"/>
                <a:gd name="connsiteY9" fmla="*/ 296855 h 361333"/>
                <a:gd name="connsiteX10" fmla="*/ 141857 w 361670"/>
                <a:gd name="connsiteY10" fmla="*/ 296855 h 361333"/>
                <a:gd name="connsiteX11" fmla="*/ 135467 w 361670"/>
                <a:gd name="connsiteY11" fmla="*/ 290471 h 361333"/>
                <a:gd name="connsiteX12" fmla="*/ 141857 w 361670"/>
                <a:gd name="connsiteY12" fmla="*/ 284087 h 361333"/>
                <a:gd name="connsiteX13" fmla="*/ 175084 w 361670"/>
                <a:gd name="connsiteY13" fmla="*/ 284087 h 361333"/>
                <a:gd name="connsiteX14" fmla="*/ 175084 w 361670"/>
                <a:gd name="connsiteY14" fmla="*/ 249614 h 361333"/>
                <a:gd name="connsiteX15" fmla="*/ 112463 w 361670"/>
                <a:gd name="connsiteY15" fmla="*/ 180667 h 361333"/>
                <a:gd name="connsiteX16" fmla="*/ 118853 w 361670"/>
                <a:gd name="connsiteY16" fmla="*/ 174283 h 361333"/>
                <a:gd name="connsiteX17" fmla="*/ 125243 w 361670"/>
                <a:gd name="connsiteY17" fmla="*/ 180667 h 361333"/>
                <a:gd name="connsiteX18" fmla="*/ 175084 w 361670"/>
                <a:gd name="connsiteY18" fmla="*/ 236846 h 361333"/>
                <a:gd name="connsiteX19" fmla="*/ 175084 w 361670"/>
                <a:gd name="connsiteY19" fmla="*/ 220247 h 361333"/>
                <a:gd name="connsiteX20" fmla="*/ 175723 w 361670"/>
                <a:gd name="connsiteY20" fmla="*/ 218332 h 361333"/>
                <a:gd name="connsiteX21" fmla="*/ 143774 w 361670"/>
                <a:gd name="connsiteY21" fmla="*/ 181305 h 361333"/>
                <a:gd name="connsiteX22" fmla="*/ 143774 w 361670"/>
                <a:gd name="connsiteY22" fmla="*/ 102782 h 361333"/>
                <a:gd name="connsiteX23" fmla="*/ 181474 w 361670"/>
                <a:gd name="connsiteY23" fmla="*/ 65117 h 361333"/>
                <a:gd name="connsiteX24" fmla="*/ 219175 w 361670"/>
                <a:gd name="connsiteY24" fmla="*/ 102782 h 361333"/>
                <a:gd name="connsiteX25" fmla="*/ 219175 w 361670"/>
                <a:gd name="connsiteY25" fmla="*/ 181305 h 361333"/>
                <a:gd name="connsiteX26" fmla="*/ 187225 w 361670"/>
                <a:gd name="connsiteY26" fmla="*/ 218332 h 361333"/>
                <a:gd name="connsiteX27" fmla="*/ 187864 w 361670"/>
                <a:gd name="connsiteY27" fmla="*/ 220247 h 361333"/>
                <a:gd name="connsiteX28" fmla="*/ 187864 w 361670"/>
                <a:gd name="connsiteY28" fmla="*/ 236846 h 361333"/>
                <a:gd name="connsiteX29" fmla="*/ 237706 w 361670"/>
                <a:gd name="connsiteY29" fmla="*/ 180667 h 361333"/>
                <a:gd name="connsiteX30" fmla="*/ 244096 w 361670"/>
                <a:gd name="connsiteY30" fmla="*/ 174283 h 361333"/>
                <a:gd name="connsiteX31" fmla="*/ 250486 w 361670"/>
                <a:gd name="connsiteY31" fmla="*/ 180667 h 361333"/>
                <a:gd name="connsiteX32" fmla="*/ 187225 w 361670"/>
                <a:gd name="connsiteY32" fmla="*/ 24961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close/>
                  <a:moveTo>
                    <a:pt x="187225" y="249614"/>
                  </a:moveTo>
                  <a:lnTo>
                    <a:pt x="187225" y="284087"/>
                  </a:lnTo>
                  <a:lnTo>
                    <a:pt x="220453" y="284087"/>
                  </a:lnTo>
                  <a:cubicBezTo>
                    <a:pt x="224287" y="284087"/>
                    <a:pt x="226843" y="286641"/>
                    <a:pt x="226843" y="290471"/>
                  </a:cubicBezTo>
                  <a:cubicBezTo>
                    <a:pt x="226843" y="294302"/>
                    <a:pt x="224287" y="296855"/>
                    <a:pt x="220453" y="296855"/>
                  </a:cubicBezTo>
                  <a:lnTo>
                    <a:pt x="141857" y="296855"/>
                  </a:lnTo>
                  <a:cubicBezTo>
                    <a:pt x="138022" y="296855"/>
                    <a:pt x="135467" y="294302"/>
                    <a:pt x="135467" y="290471"/>
                  </a:cubicBezTo>
                  <a:cubicBezTo>
                    <a:pt x="135467" y="286641"/>
                    <a:pt x="138022" y="284087"/>
                    <a:pt x="141857" y="284087"/>
                  </a:cubicBezTo>
                  <a:lnTo>
                    <a:pt x="175084" y="284087"/>
                  </a:lnTo>
                  <a:lnTo>
                    <a:pt x="175084" y="249614"/>
                  </a:lnTo>
                  <a:cubicBezTo>
                    <a:pt x="139939" y="246422"/>
                    <a:pt x="112463" y="216417"/>
                    <a:pt x="112463" y="180667"/>
                  </a:cubicBezTo>
                  <a:cubicBezTo>
                    <a:pt x="112463" y="176836"/>
                    <a:pt x="115019" y="174283"/>
                    <a:pt x="118853" y="174283"/>
                  </a:cubicBezTo>
                  <a:cubicBezTo>
                    <a:pt x="122687" y="174283"/>
                    <a:pt x="125243" y="176836"/>
                    <a:pt x="125243" y="180667"/>
                  </a:cubicBezTo>
                  <a:cubicBezTo>
                    <a:pt x="125243" y="209395"/>
                    <a:pt x="146969" y="233654"/>
                    <a:pt x="175084" y="236846"/>
                  </a:cubicBezTo>
                  <a:lnTo>
                    <a:pt x="175084" y="220247"/>
                  </a:lnTo>
                  <a:cubicBezTo>
                    <a:pt x="175084" y="219609"/>
                    <a:pt x="175084" y="218971"/>
                    <a:pt x="175723" y="218332"/>
                  </a:cubicBezTo>
                  <a:cubicBezTo>
                    <a:pt x="157832" y="215140"/>
                    <a:pt x="143774" y="199819"/>
                    <a:pt x="143774" y="181305"/>
                  </a:cubicBezTo>
                  <a:lnTo>
                    <a:pt x="143774" y="102782"/>
                  </a:lnTo>
                  <a:cubicBezTo>
                    <a:pt x="143774" y="81715"/>
                    <a:pt x="161027" y="65117"/>
                    <a:pt x="181474" y="65117"/>
                  </a:cubicBezTo>
                  <a:cubicBezTo>
                    <a:pt x="202561" y="65117"/>
                    <a:pt x="219175" y="82354"/>
                    <a:pt x="219175" y="102782"/>
                  </a:cubicBezTo>
                  <a:lnTo>
                    <a:pt x="219175" y="181305"/>
                  </a:lnTo>
                  <a:cubicBezTo>
                    <a:pt x="219175" y="199819"/>
                    <a:pt x="205117" y="215779"/>
                    <a:pt x="187225" y="218332"/>
                  </a:cubicBezTo>
                  <a:cubicBezTo>
                    <a:pt x="187225" y="218971"/>
                    <a:pt x="187864" y="219609"/>
                    <a:pt x="187864" y="220247"/>
                  </a:cubicBezTo>
                  <a:lnTo>
                    <a:pt x="187864" y="236846"/>
                  </a:lnTo>
                  <a:cubicBezTo>
                    <a:pt x="215980" y="233654"/>
                    <a:pt x="237706" y="210033"/>
                    <a:pt x="237706" y="180667"/>
                  </a:cubicBezTo>
                  <a:cubicBezTo>
                    <a:pt x="237706" y="176836"/>
                    <a:pt x="240261" y="174283"/>
                    <a:pt x="244096" y="174283"/>
                  </a:cubicBezTo>
                  <a:cubicBezTo>
                    <a:pt x="247929" y="174283"/>
                    <a:pt x="250486" y="176836"/>
                    <a:pt x="250486" y="180667"/>
                  </a:cubicBezTo>
                  <a:cubicBezTo>
                    <a:pt x="249846" y="217055"/>
                    <a:pt x="222370" y="246422"/>
                    <a:pt x="187225" y="249614"/>
                  </a:cubicBezTo>
                  <a:close/>
                </a:path>
              </a:pathLst>
            </a:custGeom>
            <a:solidFill>
              <a:srgbClr val="007680"/>
            </a:solidFill>
            <a:ln w="6390" cap="flat">
              <a:noFill/>
              <a:prstDash val="solid"/>
              <a:miter/>
            </a:ln>
          </p:spPr>
          <p:txBody>
            <a:bodyPr rtlCol="0" anchor="ctr"/>
            <a:lstStyle/>
            <a:p>
              <a:endParaRPr lang="en-US"/>
            </a:p>
          </p:txBody>
        </p:sp>
      </p:grpSp>
      <p:grpSp>
        <p:nvGrpSpPr>
          <p:cNvPr id="706" name="Graphic 4">
            <a:extLst>
              <a:ext uri="{FF2B5EF4-FFF2-40B4-BE49-F238E27FC236}">
                <a16:creationId xmlns:a16="http://schemas.microsoft.com/office/drawing/2014/main" id="{79F9FE21-A8C3-2C4C-8FDC-7B1691BD82C1}"/>
              </a:ext>
            </a:extLst>
          </p:cNvPr>
          <p:cNvGrpSpPr/>
          <p:nvPr/>
        </p:nvGrpSpPr>
        <p:grpSpPr>
          <a:xfrm>
            <a:off x="4046108" y="2855717"/>
            <a:ext cx="361670" cy="361333"/>
            <a:chOff x="4046108" y="2855717"/>
            <a:chExt cx="361670" cy="361333"/>
          </a:xfrm>
          <a:solidFill>
            <a:srgbClr val="007680"/>
          </a:solidFill>
        </p:grpSpPr>
        <p:sp>
          <p:nvSpPr>
            <p:cNvPr id="707" name="Graphic 4">
              <a:extLst>
                <a:ext uri="{FF2B5EF4-FFF2-40B4-BE49-F238E27FC236}">
                  <a16:creationId xmlns:a16="http://schemas.microsoft.com/office/drawing/2014/main" id="{7DF2B10E-194B-884C-A5FC-741EB0D742CD}"/>
                </a:ext>
              </a:extLst>
            </p:cNvPr>
            <p:cNvSpPr/>
            <p:nvPr/>
          </p:nvSpPr>
          <p:spPr>
            <a:xfrm>
              <a:off x="4214802" y="3020424"/>
              <a:ext cx="37061" cy="40857"/>
            </a:xfrm>
            <a:custGeom>
              <a:avLst/>
              <a:gdLst>
                <a:gd name="connsiteX0" fmla="*/ 12141 w 37061"/>
                <a:gd name="connsiteY0" fmla="*/ 40857 h 40857"/>
                <a:gd name="connsiteX1" fmla="*/ 37062 w 37061"/>
                <a:gd name="connsiteY1" fmla="*/ 15960 h 40857"/>
                <a:gd name="connsiteX2" fmla="*/ 37062 w 37061"/>
                <a:gd name="connsiteY2" fmla="*/ 0 h 40857"/>
                <a:gd name="connsiteX3" fmla="*/ 0 w 37061"/>
                <a:gd name="connsiteY3" fmla="*/ 37027 h 40857"/>
                <a:gd name="connsiteX4" fmla="*/ 12141 w 37061"/>
                <a:gd name="connsiteY4" fmla="*/ 40857 h 40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61" h="40857">
                  <a:moveTo>
                    <a:pt x="12141" y="40857"/>
                  </a:moveTo>
                  <a:cubicBezTo>
                    <a:pt x="25560" y="40857"/>
                    <a:pt x="37062" y="30005"/>
                    <a:pt x="37062" y="15960"/>
                  </a:cubicBezTo>
                  <a:lnTo>
                    <a:pt x="37062" y="0"/>
                  </a:lnTo>
                  <a:lnTo>
                    <a:pt x="0" y="37027"/>
                  </a:lnTo>
                  <a:cubicBezTo>
                    <a:pt x="3195" y="39581"/>
                    <a:pt x="7668" y="40857"/>
                    <a:pt x="12141" y="40857"/>
                  </a:cubicBezTo>
                  <a:close/>
                </a:path>
              </a:pathLst>
            </a:custGeom>
            <a:solidFill>
              <a:srgbClr val="007680"/>
            </a:solidFill>
            <a:ln w="6390" cap="flat">
              <a:noFill/>
              <a:prstDash val="solid"/>
              <a:miter/>
            </a:ln>
          </p:spPr>
          <p:txBody>
            <a:bodyPr rtlCol="0" anchor="ctr"/>
            <a:lstStyle/>
            <a:p>
              <a:endParaRPr lang="en-US"/>
            </a:p>
          </p:txBody>
        </p:sp>
        <p:sp>
          <p:nvSpPr>
            <p:cNvPr id="708" name="Graphic 4">
              <a:extLst>
                <a:ext uri="{FF2B5EF4-FFF2-40B4-BE49-F238E27FC236}">
                  <a16:creationId xmlns:a16="http://schemas.microsoft.com/office/drawing/2014/main" id="{94120FB7-4EE9-AE41-965D-7BC414A1932F}"/>
                </a:ext>
              </a:extLst>
            </p:cNvPr>
            <p:cNvSpPr/>
            <p:nvPr/>
          </p:nvSpPr>
          <p:spPr>
            <a:xfrm>
              <a:off x="4202022" y="2933602"/>
              <a:ext cx="49841" cy="114911"/>
            </a:xfrm>
            <a:custGeom>
              <a:avLst/>
              <a:gdLst>
                <a:gd name="connsiteX0" fmla="*/ 49842 w 49841"/>
                <a:gd name="connsiteY0" fmla="*/ 24897 h 114911"/>
                <a:gd name="connsiteX1" fmla="*/ 24921 w 49841"/>
                <a:gd name="connsiteY1" fmla="*/ 0 h 114911"/>
                <a:gd name="connsiteX2" fmla="*/ 0 w 49841"/>
                <a:gd name="connsiteY2" fmla="*/ 24897 h 114911"/>
                <a:gd name="connsiteX3" fmla="*/ 0 w 49841"/>
                <a:gd name="connsiteY3" fmla="*/ 102782 h 114911"/>
                <a:gd name="connsiteX4" fmla="*/ 3195 w 49841"/>
                <a:gd name="connsiteY4" fmla="*/ 114912 h 114911"/>
                <a:gd name="connsiteX5" fmla="*/ 49203 w 49841"/>
                <a:gd name="connsiteY5" fmla="*/ 68947 h 114911"/>
                <a:gd name="connsiteX6" fmla="*/ 49203 w 49841"/>
                <a:gd name="connsiteY6" fmla="*/ 24897 h 114911"/>
                <a:gd name="connsiteX7" fmla="*/ 49842 w 49841"/>
                <a:gd name="connsiteY7" fmla="*/ 24897 h 11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841" h="114911">
                  <a:moveTo>
                    <a:pt x="49842" y="24897"/>
                  </a:moveTo>
                  <a:cubicBezTo>
                    <a:pt x="49842" y="11491"/>
                    <a:pt x="38979" y="0"/>
                    <a:pt x="24921" y="0"/>
                  </a:cubicBezTo>
                  <a:cubicBezTo>
                    <a:pt x="11502" y="0"/>
                    <a:pt x="0" y="10853"/>
                    <a:pt x="0" y="24897"/>
                  </a:cubicBezTo>
                  <a:lnTo>
                    <a:pt x="0" y="102782"/>
                  </a:lnTo>
                  <a:cubicBezTo>
                    <a:pt x="0" y="107251"/>
                    <a:pt x="1278" y="111720"/>
                    <a:pt x="3195" y="114912"/>
                  </a:cubicBezTo>
                  <a:lnTo>
                    <a:pt x="49203" y="68947"/>
                  </a:lnTo>
                  <a:lnTo>
                    <a:pt x="49203" y="24897"/>
                  </a:lnTo>
                  <a:lnTo>
                    <a:pt x="49842" y="24897"/>
                  </a:lnTo>
                  <a:close/>
                </a:path>
              </a:pathLst>
            </a:custGeom>
            <a:solidFill>
              <a:srgbClr val="007680"/>
            </a:solidFill>
            <a:ln w="6390" cap="flat">
              <a:noFill/>
              <a:prstDash val="solid"/>
              <a:miter/>
            </a:ln>
          </p:spPr>
          <p:txBody>
            <a:bodyPr rtlCol="0" anchor="ctr"/>
            <a:lstStyle/>
            <a:p>
              <a:endParaRPr lang="en-US"/>
            </a:p>
          </p:txBody>
        </p:sp>
        <p:sp>
          <p:nvSpPr>
            <p:cNvPr id="709" name="Graphic 4">
              <a:extLst>
                <a:ext uri="{FF2B5EF4-FFF2-40B4-BE49-F238E27FC236}">
                  <a16:creationId xmlns:a16="http://schemas.microsoft.com/office/drawing/2014/main" id="{5CAA6BA7-37D6-6F4F-8504-1A925FF9F056}"/>
                </a:ext>
              </a:extLst>
            </p:cNvPr>
            <p:cNvSpPr/>
            <p:nvPr/>
          </p:nvSpPr>
          <p:spPr>
            <a:xfrm>
              <a:off x="4046108"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79240 w 361670"/>
                <a:gd name="connsiteY5" fmla="*/ 91291 h 361333"/>
                <a:gd name="connsiteX6" fmla="*/ 218536 w 361670"/>
                <a:gd name="connsiteY6" fmla="*/ 151939 h 361333"/>
                <a:gd name="connsiteX7" fmla="*/ 218536 w 361670"/>
                <a:gd name="connsiteY7" fmla="*/ 180667 h 361333"/>
                <a:gd name="connsiteX8" fmla="*/ 180835 w 361670"/>
                <a:gd name="connsiteY8" fmla="*/ 218332 h 361333"/>
                <a:gd name="connsiteX9" fmla="*/ 159109 w 361670"/>
                <a:gd name="connsiteY9" fmla="*/ 211310 h 361333"/>
                <a:gd name="connsiteX10" fmla="*/ 145690 w 361670"/>
                <a:gd name="connsiteY10" fmla="*/ 224716 h 361333"/>
                <a:gd name="connsiteX11" fmla="*/ 180835 w 361670"/>
                <a:gd name="connsiteY11" fmla="*/ 236846 h 361333"/>
                <a:gd name="connsiteX12" fmla="*/ 237067 w 361670"/>
                <a:gd name="connsiteY12" fmla="*/ 180667 h 361333"/>
                <a:gd name="connsiteX13" fmla="*/ 243456 w 361670"/>
                <a:gd name="connsiteY13" fmla="*/ 174283 h 361333"/>
                <a:gd name="connsiteX14" fmla="*/ 249846 w 361670"/>
                <a:gd name="connsiteY14" fmla="*/ 180667 h 361333"/>
                <a:gd name="connsiteX15" fmla="*/ 187225 w 361670"/>
                <a:gd name="connsiteY15" fmla="*/ 248975 h 361333"/>
                <a:gd name="connsiteX16" fmla="*/ 187225 w 361670"/>
                <a:gd name="connsiteY16" fmla="*/ 283449 h 361333"/>
                <a:gd name="connsiteX17" fmla="*/ 219814 w 361670"/>
                <a:gd name="connsiteY17" fmla="*/ 283449 h 361333"/>
                <a:gd name="connsiteX18" fmla="*/ 226204 w 361670"/>
                <a:gd name="connsiteY18" fmla="*/ 289833 h 361333"/>
                <a:gd name="connsiteX19" fmla="*/ 219814 w 361670"/>
                <a:gd name="connsiteY19" fmla="*/ 296217 h 361333"/>
                <a:gd name="connsiteX20" fmla="*/ 141857 w 361670"/>
                <a:gd name="connsiteY20" fmla="*/ 296217 h 361333"/>
                <a:gd name="connsiteX21" fmla="*/ 135467 w 361670"/>
                <a:gd name="connsiteY21" fmla="*/ 289833 h 361333"/>
                <a:gd name="connsiteX22" fmla="*/ 141857 w 361670"/>
                <a:gd name="connsiteY22" fmla="*/ 283449 h 361333"/>
                <a:gd name="connsiteX23" fmla="*/ 174445 w 361670"/>
                <a:gd name="connsiteY23" fmla="*/ 283449 h 361333"/>
                <a:gd name="connsiteX24" fmla="*/ 174445 w 361670"/>
                <a:gd name="connsiteY24" fmla="*/ 248975 h 361333"/>
                <a:gd name="connsiteX25" fmla="*/ 136744 w 361670"/>
                <a:gd name="connsiteY25" fmla="*/ 233654 h 361333"/>
                <a:gd name="connsiteX26" fmla="*/ 91376 w 361670"/>
                <a:gd name="connsiteY26" fmla="*/ 278980 h 361333"/>
                <a:gd name="connsiteX27" fmla="*/ 86903 w 361670"/>
                <a:gd name="connsiteY27" fmla="*/ 280895 h 361333"/>
                <a:gd name="connsiteX28" fmla="*/ 82430 w 361670"/>
                <a:gd name="connsiteY28" fmla="*/ 278980 h 361333"/>
                <a:gd name="connsiteX29" fmla="*/ 82430 w 361670"/>
                <a:gd name="connsiteY29" fmla="*/ 270042 h 361333"/>
                <a:gd name="connsiteX30" fmla="*/ 127799 w 361670"/>
                <a:gd name="connsiteY30" fmla="*/ 224716 h 361333"/>
                <a:gd name="connsiteX31" fmla="*/ 111824 w 361670"/>
                <a:gd name="connsiteY31" fmla="*/ 180667 h 361333"/>
                <a:gd name="connsiteX32" fmla="*/ 118214 w 361670"/>
                <a:gd name="connsiteY32" fmla="*/ 174283 h 361333"/>
                <a:gd name="connsiteX33" fmla="*/ 124604 w 361670"/>
                <a:gd name="connsiteY33" fmla="*/ 180667 h 361333"/>
                <a:gd name="connsiteX34" fmla="*/ 136744 w 361670"/>
                <a:gd name="connsiteY34" fmla="*/ 215779 h 361333"/>
                <a:gd name="connsiteX35" fmla="*/ 150164 w 361670"/>
                <a:gd name="connsiteY35" fmla="*/ 202372 h 361333"/>
                <a:gd name="connsiteX36" fmla="*/ 143134 w 361670"/>
                <a:gd name="connsiteY36" fmla="*/ 180667 h 361333"/>
                <a:gd name="connsiteX37" fmla="*/ 143134 w 361670"/>
                <a:gd name="connsiteY37" fmla="*/ 102782 h 361333"/>
                <a:gd name="connsiteX38" fmla="*/ 180835 w 361670"/>
                <a:gd name="connsiteY38" fmla="*/ 65117 h 361333"/>
                <a:gd name="connsiteX39" fmla="*/ 218536 w 361670"/>
                <a:gd name="connsiteY39" fmla="*/ 102782 h 361333"/>
                <a:gd name="connsiteX40" fmla="*/ 218536 w 361670"/>
                <a:gd name="connsiteY40" fmla="*/ 134064 h 361333"/>
                <a:gd name="connsiteX41" fmla="*/ 270294 w 361670"/>
                <a:gd name="connsiteY41" fmla="*/ 82353 h 361333"/>
                <a:gd name="connsiteX42" fmla="*/ 279240 w 361670"/>
                <a:gd name="connsiteY42" fmla="*/ 82353 h 361333"/>
                <a:gd name="connsiteX43" fmla="*/ 279240 w 361670"/>
                <a:gd name="connsiteY43" fmla="*/ 9129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1670"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1670" y="80438"/>
                    <a:pt x="280518" y="0"/>
                    <a:pt x="180835" y="0"/>
                  </a:cubicBezTo>
                  <a:close/>
                  <a:moveTo>
                    <a:pt x="279240" y="91291"/>
                  </a:moveTo>
                  <a:lnTo>
                    <a:pt x="218536" y="151939"/>
                  </a:lnTo>
                  <a:lnTo>
                    <a:pt x="218536" y="180667"/>
                  </a:lnTo>
                  <a:cubicBezTo>
                    <a:pt x="218536" y="201095"/>
                    <a:pt x="201922" y="218332"/>
                    <a:pt x="180835" y="218332"/>
                  </a:cubicBezTo>
                  <a:cubicBezTo>
                    <a:pt x="172528" y="218332"/>
                    <a:pt x="165499" y="215779"/>
                    <a:pt x="159109" y="211310"/>
                  </a:cubicBezTo>
                  <a:lnTo>
                    <a:pt x="145690" y="224716"/>
                  </a:lnTo>
                  <a:cubicBezTo>
                    <a:pt x="155275" y="232377"/>
                    <a:pt x="167416" y="236846"/>
                    <a:pt x="180835" y="236846"/>
                  </a:cubicBezTo>
                  <a:cubicBezTo>
                    <a:pt x="211507" y="236846"/>
                    <a:pt x="237067" y="211948"/>
                    <a:pt x="237067" y="180667"/>
                  </a:cubicBezTo>
                  <a:cubicBezTo>
                    <a:pt x="237067" y="176836"/>
                    <a:pt x="239623" y="174283"/>
                    <a:pt x="243456" y="174283"/>
                  </a:cubicBezTo>
                  <a:cubicBezTo>
                    <a:pt x="247291" y="174283"/>
                    <a:pt x="249846" y="176836"/>
                    <a:pt x="249846" y="180667"/>
                  </a:cubicBezTo>
                  <a:cubicBezTo>
                    <a:pt x="249846" y="216417"/>
                    <a:pt x="222370" y="245783"/>
                    <a:pt x="187225" y="248975"/>
                  </a:cubicBezTo>
                  <a:lnTo>
                    <a:pt x="187225" y="283449"/>
                  </a:lnTo>
                  <a:lnTo>
                    <a:pt x="219814" y="283449"/>
                  </a:lnTo>
                  <a:cubicBezTo>
                    <a:pt x="223648" y="283449"/>
                    <a:pt x="226204" y="286002"/>
                    <a:pt x="226204" y="289833"/>
                  </a:cubicBezTo>
                  <a:cubicBezTo>
                    <a:pt x="226204" y="293663"/>
                    <a:pt x="223648" y="296217"/>
                    <a:pt x="219814" y="296217"/>
                  </a:cubicBezTo>
                  <a:lnTo>
                    <a:pt x="141857" y="296217"/>
                  </a:lnTo>
                  <a:cubicBezTo>
                    <a:pt x="138022" y="296217"/>
                    <a:pt x="135467" y="293663"/>
                    <a:pt x="135467" y="289833"/>
                  </a:cubicBezTo>
                  <a:cubicBezTo>
                    <a:pt x="135467" y="286002"/>
                    <a:pt x="138022" y="283449"/>
                    <a:pt x="141857" y="283449"/>
                  </a:cubicBezTo>
                  <a:lnTo>
                    <a:pt x="174445" y="283449"/>
                  </a:lnTo>
                  <a:lnTo>
                    <a:pt x="174445" y="248975"/>
                  </a:lnTo>
                  <a:cubicBezTo>
                    <a:pt x="160387" y="247698"/>
                    <a:pt x="146969" y="241953"/>
                    <a:pt x="136744" y="233654"/>
                  </a:cubicBezTo>
                  <a:lnTo>
                    <a:pt x="91376" y="278980"/>
                  </a:lnTo>
                  <a:cubicBezTo>
                    <a:pt x="90098" y="280257"/>
                    <a:pt x="88181" y="280895"/>
                    <a:pt x="86903" y="280895"/>
                  </a:cubicBezTo>
                  <a:cubicBezTo>
                    <a:pt x="85625" y="280895"/>
                    <a:pt x="83708" y="280257"/>
                    <a:pt x="82430" y="278980"/>
                  </a:cubicBezTo>
                  <a:cubicBezTo>
                    <a:pt x="79874" y="276426"/>
                    <a:pt x="79874" y="272596"/>
                    <a:pt x="82430" y="270042"/>
                  </a:cubicBezTo>
                  <a:lnTo>
                    <a:pt x="127799" y="224716"/>
                  </a:lnTo>
                  <a:cubicBezTo>
                    <a:pt x="117575" y="212587"/>
                    <a:pt x="111824" y="197265"/>
                    <a:pt x="111824" y="180667"/>
                  </a:cubicBezTo>
                  <a:cubicBezTo>
                    <a:pt x="111824" y="176836"/>
                    <a:pt x="114380" y="174283"/>
                    <a:pt x="118214" y="174283"/>
                  </a:cubicBezTo>
                  <a:cubicBezTo>
                    <a:pt x="122048" y="174283"/>
                    <a:pt x="124604" y="176836"/>
                    <a:pt x="124604" y="180667"/>
                  </a:cubicBezTo>
                  <a:cubicBezTo>
                    <a:pt x="124604" y="194073"/>
                    <a:pt x="129077" y="206203"/>
                    <a:pt x="136744" y="215779"/>
                  </a:cubicBezTo>
                  <a:lnTo>
                    <a:pt x="150164" y="202372"/>
                  </a:lnTo>
                  <a:cubicBezTo>
                    <a:pt x="145690" y="195988"/>
                    <a:pt x="143134" y="188966"/>
                    <a:pt x="143134" y="180667"/>
                  </a:cubicBezTo>
                  <a:lnTo>
                    <a:pt x="143134" y="102782"/>
                  </a:lnTo>
                  <a:cubicBezTo>
                    <a:pt x="143134" y="82353"/>
                    <a:pt x="159748" y="65117"/>
                    <a:pt x="180835" y="65117"/>
                  </a:cubicBezTo>
                  <a:cubicBezTo>
                    <a:pt x="201922" y="65117"/>
                    <a:pt x="218536" y="81715"/>
                    <a:pt x="218536" y="102782"/>
                  </a:cubicBezTo>
                  <a:lnTo>
                    <a:pt x="218536" y="134064"/>
                  </a:lnTo>
                  <a:lnTo>
                    <a:pt x="270294" y="82353"/>
                  </a:lnTo>
                  <a:cubicBezTo>
                    <a:pt x="272850" y="79800"/>
                    <a:pt x="276684" y="79800"/>
                    <a:pt x="279240" y="82353"/>
                  </a:cubicBezTo>
                  <a:cubicBezTo>
                    <a:pt x="281796" y="84907"/>
                    <a:pt x="281796" y="88737"/>
                    <a:pt x="279240" y="91291"/>
                  </a:cubicBezTo>
                  <a:close/>
                </a:path>
              </a:pathLst>
            </a:custGeom>
            <a:solidFill>
              <a:srgbClr val="007680"/>
            </a:solidFill>
            <a:ln w="6390" cap="flat">
              <a:noFill/>
              <a:prstDash val="solid"/>
              <a:miter/>
            </a:ln>
          </p:spPr>
          <p:txBody>
            <a:bodyPr rtlCol="0" anchor="ctr"/>
            <a:lstStyle/>
            <a:p>
              <a:endParaRPr lang="en-US"/>
            </a:p>
          </p:txBody>
        </p:sp>
      </p:grpSp>
      <p:grpSp>
        <p:nvGrpSpPr>
          <p:cNvPr id="710" name="Graphic 4">
            <a:extLst>
              <a:ext uri="{FF2B5EF4-FFF2-40B4-BE49-F238E27FC236}">
                <a16:creationId xmlns:a16="http://schemas.microsoft.com/office/drawing/2014/main" id="{19C3834B-C0EC-2A4D-BC2F-1185958D9D97}"/>
              </a:ext>
            </a:extLst>
          </p:cNvPr>
          <p:cNvGrpSpPr/>
          <p:nvPr/>
        </p:nvGrpSpPr>
        <p:grpSpPr>
          <a:xfrm>
            <a:off x="4046108" y="1402085"/>
            <a:ext cx="361670" cy="361333"/>
            <a:chOff x="4046108" y="1402085"/>
            <a:chExt cx="361670" cy="361333"/>
          </a:xfrm>
          <a:solidFill>
            <a:srgbClr val="007680"/>
          </a:solidFill>
        </p:grpSpPr>
        <p:sp>
          <p:nvSpPr>
            <p:cNvPr id="711" name="Graphic 4">
              <a:extLst>
                <a:ext uri="{FF2B5EF4-FFF2-40B4-BE49-F238E27FC236}">
                  <a16:creationId xmlns:a16="http://schemas.microsoft.com/office/drawing/2014/main" id="{681C7E76-6091-104B-A390-10BE56DC9096}"/>
                </a:ext>
              </a:extLst>
            </p:cNvPr>
            <p:cNvSpPr/>
            <p:nvPr/>
          </p:nvSpPr>
          <p:spPr>
            <a:xfrm>
              <a:off x="4156654" y="1635738"/>
              <a:ext cx="25559" cy="17875"/>
            </a:xfrm>
            <a:custGeom>
              <a:avLst/>
              <a:gdLst>
                <a:gd name="connsiteX0" fmla="*/ 0 w 25559"/>
                <a:gd name="connsiteY0" fmla="*/ 0 h 17875"/>
                <a:gd name="connsiteX1" fmla="*/ 25560 w 25559"/>
                <a:gd name="connsiteY1" fmla="*/ 0 h 17875"/>
                <a:gd name="connsiteX2" fmla="*/ 25560 w 25559"/>
                <a:gd name="connsiteY2" fmla="*/ 17875 h 17875"/>
                <a:gd name="connsiteX3" fmla="*/ 0 w 25559"/>
                <a:gd name="connsiteY3" fmla="*/ 17875 h 17875"/>
              </a:gdLst>
              <a:ahLst/>
              <a:cxnLst>
                <a:cxn ang="0">
                  <a:pos x="connsiteX0" y="connsiteY0"/>
                </a:cxn>
                <a:cxn ang="0">
                  <a:pos x="connsiteX1" y="connsiteY1"/>
                </a:cxn>
                <a:cxn ang="0">
                  <a:pos x="connsiteX2" y="connsiteY2"/>
                </a:cxn>
                <a:cxn ang="0">
                  <a:pos x="connsiteX3" y="connsiteY3"/>
                </a:cxn>
              </a:cxnLst>
              <a:rect l="l" t="t" r="r" b="b"/>
              <a:pathLst>
                <a:path w="25559" h="17875">
                  <a:moveTo>
                    <a:pt x="0" y="0"/>
                  </a:moveTo>
                  <a:lnTo>
                    <a:pt x="25560" y="0"/>
                  </a:lnTo>
                  <a:lnTo>
                    <a:pt x="25560" y="17875"/>
                  </a:lnTo>
                  <a:lnTo>
                    <a:pt x="0" y="17875"/>
                  </a:lnTo>
                  <a:close/>
                </a:path>
              </a:pathLst>
            </a:custGeom>
            <a:solidFill>
              <a:srgbClr val="007680"/>
            </a:solidFill>
            <a:ln w="6390" cap="flat">
              <a:noFill/>
              <a:prstDash val="solid"/>
              <a:miter/>
            </a:ln>
          </p:spPr>
          <p:txBody>
            <a:bodyPr rtlCol="0" anchor="ctr"/>
            <a:lstStyle/>
            <a:p>
              <a:endParaRPr lang="en-US"/>
            </a:p>
          </p:txBody>
        </p:sp>
        <p:sp>
          <p:nvSpPr>
            <p:cNvPr id="712" name="Graphic 4">
              <a:extLst>
                <a:ext uri="{FF2B5EF4-FFF2-40B4-BE49-F238E27FC236}">
                  <a16:creationId xmlns:a16="http://schemas.microsoft.com/office/drawing/2014/main" id="{53F16667-0E19-FF4F-BBBB-9FACCA23AFA4}"/>
                </a:ext>
              </a:extLst>
            </p:cNvPr>
            <p:cNvSpPr/>
            <p:nvPr/>
          </p:nvSpPr>
          <p:spPr>
            <a:xfrm>
              <a:off x="4233333" y="1635738"/>
              <a:ext cx="25559" cy="17875"/>
            </a:xfrm>
            <a:custGeom>
              <a:avLst/>
              <a:gdLst>
                <a:gd name="connsiteX0" fmla="*/ 0 w 25559"/>
                <a:gd name="connsiteY0" fmla="*/ 0 h 17875"/>
                <a:gd name="connsiteX1" fmla="*/ 25560 w 25559"/>
                <a:gd name="connsiteY1" fmla="*/ 0 h 17875"/>
                <a:gd name="connsiteX2" fmla="*/ 25560 w 25559"/>
                <a:gd name="connsiteY2" fmla="*/ 17875 h 17875"/>
                <a:gd name="connsiteX3" fmla="*/ 0 w 25559"/>
                <a:gd name="connsiteY3" fmla="*/ 17875 h 17875"/>
              </a:gdLst>
              <a:ahLst/>
              <a:cxnLst>
                <a:cxn ang="0">
                  <a:pos x="connsiteX0" y="connsiteY0"/>
                </a:cxn>
                <a:cxn ang="0">
                  <a:pos x="connsiteX1" y="connsiteY1"/>
                </a:cxn>
                <a:cxn ang="0">
                  <a:pos x="connsiteX2" y="connsiteY2"/>
                </a:cxn>
                <a:cxn ang="0">
                  <a:pos x="connsiteX3" y="connsiteY3"/>
                </a:cxn>
              </a:cxnLst>
              <a:rect l="l" t="t" r="r" b="b"/>
              <a:pathLst>
                <a:path w="25559" h="17875">
                  <a:moveTo>
                    <a:pt x="0" y="0"/>
                  </a:moveTo>
                  <a:lnTo>
                    <a:pt x="25560" y="0"/>
                  </a:lnTo>
                  <a:lnTo>
                    <a:pt x="25560" y="17875"/>
                  </a:lnTo>
                  <a:lnTo>
                    <a:pt x="0" y="17875"/>
                  </a:lnTo>
                  <a:close/>
                </a:path>
              </a:pathLst>
            </a:custGeom>
            <a:solidFill>
              <a:srgbClr val="007680"/>
            </a:solidFill>
            <a:ln w="6390" cap="flat">
              <a:noFill/>
              <a:prstDash val="solid"/>
              <a:miter/>
            </a:ln>
          </p:spPr>
          <p:txBody>
            <a:bodyPr rtlCol="0" anchor="ctr"/>
            <a:lstStyle/>
            <a:p>
              <a:endParaRPr lang="en-US"/>
            </a:p>
          </p:txBody>
        </p:sp>
        <p:sp>
          <p:nvSpPr>
            <p:cNvPr id="713" name="Graphic 4">
              <a:extLst>
                <a:ext uri="{FF2B5EF4-FFF2-40B4-BE49-F238E27FC236}">
                  <a16:creationId xmlns:a16="http://schemas.microsoft.com/office/drawing/2014/main" id="{F4C34199-D28B-1C46-B8BC-6F325D4520B8}"/>
                </a:ext>
              </a:extLst>
            </p:cNvPr>
            <p:cNvSpPr/>
            <p:nvPr/>
          </p:nvSpPr>
          <p:spPr>
            <a:xfrm>
              <a:off x="4194993" y="1635738"/>
              <a:ext cx="25559" cy="17875"/>
            </a:xfrm>
            <a:custGeom>
              <a:avLst/>
              <a:gdLst>
                <a:gd name="connsiteX0" fmla="*/ 0 w 25559"/>
                <a:gd name="connsiteY0" fmla="*/ 0 h 17875"/>
                <a:gd name="connsiteX1" fmla="*/ 25560 w 25559"/>
                <a:gd name="connsiteY1" fmla="*/ 0 h 17875"/>
                <a:gd name="connsiteX2" fmla="*/ 25560 w 25559"/>
                <a:gd name="connsiteY2" fmla="*/ 17875 h 17875"/>
                <a:gd name="connsiteX3" fmla="*/ 0 w 25559"/>
                <a:gd name="connsiteY3" fmla="*/ 17875 h 17875"/>
              </a:gdLst>
              <a:ahLst/>
              <a:cxnLst>
                <a:cxn ang="0">
                  <a:pos x="connsiteX0" y="connsiteY0"/>
                </a:cxn>
                <a:cxn ang="0">
                  <a:pos x="connsiteX1" y="connsiteY1"/>
                </a:cxn>
                <a:cxn ang="0">
                  <a:pos x="connsiteX2" y="connsiteY2"/>
                </a:cxn>
                <a:cxn ang="0">
                  <a:pos x="connsiteX3" y="connsiteY3"/>
                </a:cxn>
              </a:cxnLst>
              <a:rect l="l" t="t" r="r" b="b"/>
              <a:pathLst>
                <a:path w="25559" h="17875">
                  <a:moveTo>
                    <a:pt x="0" y="0"/>
                  </a:moveTo>
                  <a:lnTo>
                    <a:pt x="25560" y="0"/>
                  </a:lnTo>
                  <a:lnTo>
                    <a:pt x="25560" y="17875"/>
                  </a:lnTo>
                  <a:lnTo>
                    <a:pt x="0" y="17875"/>
                  </a:lnTo>
                  <a:close/>
                </a:path>
              </a:pathLst>
            </a:custGeom>
            <a:solidFill>
              <a:srgbClr val="007680"/>
            </a:solidFill>
            <a:ln w="6390" cap="flat">
              <a:noFill/>
              <a:prstDash val="solid"/>
              <a:miter/>
            </a:ln>
          </p:spPr>
          <p:txBody>
            <a:bodyPr rtlCol="0" anchor="ctr"/>
            <a:lstStyle/>
            <a:p>
              <a:endParaRPr lang="en-US"/>
            </a:p>
          </p:txBody>
        </p:sp>
        <p:sp>
          <p:nvSpPr>
            <p:cNvPr id="714" name="Graphic 4">
              <a:extLst>
                <a:ext uri="{FF2B5EF4-FFF2-40B4-BE49-F238E27FC236}">
                  <a16:creationId xmlns:a16="http://schemas.microsoft.com/office/drawing/2014/main" id="{F30DC685-81A4-2540-885E-1CC6B52E1D87}"/>
                </a:ext>
              </a:extLst>
            </p:cNvPr>
            <p:cNvSpPr/>
            <p:nvPr/>
          </p:nvSpPr>
          <p:spPr>
            <a:xfrm>
              <a:off x="4194993" y="1513166"/>
              <a:ext cx="25559" cy="17875"/>
            </a:xfrm>
            <a:custGeom>
              <a:avLst/>
              <a:gdLst>
                <a:gd name="connsiteX0" fmla="*/ 0 w 25559"/>
                <a:gd name="connsiteY0" fmla="*/ 0 h 17875"/>
                <a:gd name="connsiteX1" fmla="*/ 25560 w 25559"/>
                <a:gd name="connsiteY1" fmla="*/ 0 h 17875"/>
                <a:gd name="connsiteX2" fmla="*/ 25560 w 25559"/>
                <a:gd name="connsiteY2" fmla="*/ 17875 h 17875"/>
                <a:gd name="connsiteX3" fmla="*/ 0 w 25559"/>
                <a:gd name="connsiteY3" fmla="*/ 17875 h 17875"/>
              </a:gdLst>
              <a:ahLst/>
              <a:cxnLst>
                <a:cxn ang="0">
                  <a:pos x="connsiteX0" y="connsiteY0"/>
                </a:cxn>
                <a:cxn ang="0">
                  <a:pos x="connsiteX1" y="connsiteY1"/>
                </a:cxn>
                <a:cxn ang="0">
                  <a:pos x="connsiteX2" y="connsiteY2"/>
                </a:cxn>
                <a:cxn ang="0">
                  <a:pos x="connsiteX3" y="connsiteY3"/>
                </a:cxn>
              </a:cxnLst>
              <a:rect l="l" t="t" r="r" b="b"/>
              <a:pathLst>
                <a:path w="25559" h="17875">
                  <a:moveTo>
                    <a:pt x="0" y="0"/>
                  </a:moveTo>
                  <a:lnTo>
                    <a:pt x="25560" y="0"/>
                  </a:lnTo>
                  <a:lnTo>
                    <a:pt x="25560" y="17875"/>
                  </a:lnTo>
                  <a:lnTo>
                    <a:pt x="0" y="17875"/>
                  </a:lnTo>
                  <a:close/>
                </a:path>
              </a:pathLst>
            </a:custGeom>
            <a:solidFill>
              <a:srgbClr val="007680"/>
            </a:solidFill>
            <a:ln w="6390" cap="flat">
              <a:noFill/>
              <a:prstDash val="solid"/>
              <a:miter/>
            </a:ln>
          </p:spPr>
          <p:txBody>
            <a:bodyPr rtlCol="0" anchor="ctr"/>
            <a:lstStyle/>
            <a:p>
              <a:endParaRPr lang="en-US"/>
            </a:p>
          </p:txBody>
        </p:sp>
        <p:sp>
          <p:nvSpPr>
            <p:cNvPr id="715" name="Graphic 4">
              <a:extLst>
                <a:ext uri="{FF2B5EF4-FFF2-40B4-BE49-F238E27FC236}">
                  <a16:creationId xmlns:a16="http://schemas.microsoft.com/office/drawing/2014/main" id="{02F48ABC-6804-D441-A9F0-04E5113A6E7B}"/>
                </a:ext>
              </a:extLst>
            </p:cNvPr>
            <p:cNvSpPr/>
            <p:nvPr/>
          </p:nvSpPr>
          <p:spPr>
            <a:xfrm>
              <a:off x="4233333" y="1513166"/>
              <a:ext cx="25559" cy="17875"/>
            </a:xfrm>
            <a:custGeom>
              <a:avLst/>
              <a:gdLst>
                <a:gd name="connsiteX0" fmla="*/ 0 w 25559"/>
                <a:gd name="connsiteY0" fmla="*/ 0 h 17875"/>
                <a:gd name="connsiteX1" fmla="*/ 25560 w 25559"/>
                <a:gd name="connsiteY1" fmla="*/ 0 h 17875"/>
                <a:gd name="connsiteX2" fmla="*/ 25560 w 25559"/>
                <a:gd name="connsiteY2" fmla="*/ 17875 h 17875"/>
                <a:gd name="connsiteX3" fmla="*/ 0 w 25559"/>
                <a:gd name="connsiteY3" fmla="*/ 17875 h 17875"/>
              </a:gdLst>
              <a:ahLst/>
              <a:cxnLst>
                <a:cxn ang="0">
                  <a:pos x="connsiteX0" y="connsiteY0"/>
                </a:cxn>
                <a:cxn ang="0">
                  <a:pos x="connsiteX1" y="connsiteY1"/>
                </a:cxn>
                <a:cxn ang="0">
                  <a:pos x="connsiteX2" y="connsiteY2"/>
                </a:cxn>
                <a:cxn ang="0">
                  <a:pos x="connsiteX3" y="connsiteY3"/>
                </a:cxn>
              </a:cxnLst>
              <a:rect l="l" t="t" r="r" b="b"/>
              <a:pathLst>
                <a:path w="25559" h="17875">
                  <a:moveTo>
                    <a:pt x="0" y="0"/>
                  </a:moveTo>
                  <a:lnTo>
                    <a:pt x="25560" y="0"/>
                  </a:lnTo>
                  <a:lnTo>
                    <a:pt x="25560" y="17875"/>
                  </a:lnTo>
                  <a:lnTo>
                    <a:pt x="0" y="17875"/>
                  </a:lnTo>
                  <a:close/>
                </a:path>
              </a:pathLst>
            </a:custGeom>
            <a:solidFill>
              <a:srgbClr val="007680"/>
            </a:solidFill>
            <a:ln w="6390" cap="flat">
              <a:noFill/>
              <a:prstDash val="solid"/>
              <a:miter/>
            </a:ln>
          </p:spPr>
          <p:txBody>
            <a:bodyPr rtlCol="0" anchor="ctr"/>
            <a:lstStyle/>
            <a:p>
              <a:endParaRPr lang="en-US"/>
            </a:p>
          </p:txBody>
        </p:sp>
        <p:sp>
          <p:nvSpPr>
            <p:cNvPr id="716" name="Graphic 4">
              <a:extLst>
                <a:ext uri="{FF2B5EF4-FFF2-40B4-BE49-F238E27FC236}">
                  <a16:creationId xmlns:a16="http://schemas.microsoft.com/office/drawing/2014/main" id="{F014FB80-1C48-DE40-B9FB-987627FC627B}"/>
                </a:ext>
              </a:extLst>
            </p:cNvPr>
            <p:cNvSpPr/>
            <p:nvPr/>
          </p:nvSpPr>
          <p:spPr>
            <a:xfrm>
              <a:off x="4156654" y="1513166"/>
              <a:ext cx="25559" cy="17875"/>
            </a:xfrm>
            <a:custGeom>
              <a:avLst/>
              <a:gdLst>
                <a:gd name="connsiteX0" fmla="*/ 0 w 25559"/>
                <a:gd name="connsiteY0" fmla="*/ 0 h 17875"/>
                <a:gd name="connsiteX1" fmla="*/ 25560 w 25559"/>
                <a:gd name="connsiteY1" fmla="*/ 0 h 17875"/>
                <a:gd name="connsiteX2" fmla="*/ 25560 w 25559"/>
                <a:gd name="connsiteY2" fmla="*/ 17875 h 17875"/>
                <a:gd name="connsiteX3" fmla="*/ 0 w 25559"/>
                <a:gd name="connsiteY3" fmla="*/ 17875 h 17875"/>
              </a:gdLst>
              <a:ahLst/>
              <a:cxnLst>
                <a:cxn ang="0">
                  <a:pos x="connsiteX0" y="connsiteY0"/>
                </a:cxn>
                <a:cxn ang="0">
                  <a:pos x="connsiteX1" y="connsiteY1"/>
                </a:cxn>
                <a:cxn ang="0">
                  <a:pos x="connsiteX2" y="connsiteY2"/>
                </a:cxn>
                <a:cxn ang="0">
                  <a:pos x="connsiteX3" y="connsiteY3"/>
                </a:cxn>
              </a:cxnLst>
              <a:rect l="l" t="t" r="r" b="b"/>
              <a:pathLst>
                <a:path w="25559" h="17875">
                  <a:moveTo>
                    <a:pt x="0" y="0"/>
                  </a:moveTo>
                  <a:lnTo>
                    <a:pt x="25560" y="0"/>
                  </a:lnTo>
                  <a:lnTo>
                    <a:pt x="25560" y="17875"/>
                  </a:lnTo>
                  <a:lnTo>
                    <a:pt x="0" y="17875"/>
                  </a:lnTo>
                  <a:close/>
                </a:path>
              </a:pathLst>
            </a:custGeom>
            <a:solidFill>
              <a:srgbClr val="007680"/>
            </a:solidFill>
            <a:ln w="6390" cap="flat">
              <a:noFill/>
              <a:prstDash val="solid"/>
              <a:miter/>
            </a:ln>
          </p:spPr>
          <p:txBody>
            <a:bodyPr rtlCol="0" anchor="ctr"/>
            <a:lstStyle/>
            <a:p>
              <a:endParaRPr lang="en-US"/>
            </a:p>
          </p:txBody>
        </p:sp>
        <p:sp>
          <p:nvSpPr>
            <p:cNvPr id="717" name="Graphic 4">
              <a:extLst>
                <a:ext uri="{FF2B5EF4-FFF2-40B4-BE49-F238E27FC236}">
                  <a16:creationId xmlns:a16="http://schemas.microsoft.com/office/drawing/2014/main" id="{F183CEB2-9502-0E46-B95E-0DC103E87D4A}"/>
                </a:ext>
              </a:extLst>
            </p:cNvPr>
            <p:cNvSpPr/>
            <p:nvPr/>
          </p:nvSpPr>
          <p:spPr>
            <a:xfrm>
              <a:off x="4271672" y="1635738"/>
              <a:ext cx="25559" cy="17875"/>
            </a:xfrm>
            <a:custGeom>
              <a:avLst/>
              <a:gdLst>
                <a:gd name="connsiteX0" fmla="*/ 0 w 25559"/>
                <a:gd name="connsiteY0" fmla="*/ 0 h 17875"/>
                <a:gd name="connsiteX1" fmla="*/ 25560 w 25559"/>
                <a:gd name="connsiteY1" fmla="*/ 0 h 17875"/>
                <a:gd name="connsiteX2" fmla="*/ 25560 w 25559"/>
                <a:gd name="connsiteY2" fmla="*/ 17875 h 17875"/>
                <a:gd name="connsiteX3" fmla="*/ 0 w 25559"/>
                <a:gd name="connsiteY3" fmla="*/ 17875 h 17875"/>
              </a:gdLst>
              <a:ahLst/>
              <a:cxnLst>
                <a:cxn ang="0">
                  <a:pos x="connsiteX0" y="connsiteY0"/>
                </a:cxn>
                <a:cxn ang="0">
                  <a:pos x="connsiteX1" y="connsiteY1"/>
                </a:cxn>
                <a:cxn ang="0">
                  <a:pos x="connsiteX2" y="connsiteY2"/>
                </a:cxn>
                <a:cxn ang="0">
                  <a:pos x="connsiteX3" y="connsiteY3"/>
                </a:cxn>
              </a:cxnLst>
              <a:rect l="l" t="t" r="r" b="b"/>
              <a:pathLst>
                <a:path w="25559" h="17875">
                  <a:moveTo>
                    <a:pt x="0" y="0"/>
                  </a:moveTo>
                  <a:lnTo>
                    <a:pt x="25560" y="0"/>
                  </a:lnTo>
                  <a:lnTo>
                    <a:pt x="25560" y="17875"/>
                  </a:lnTo>
                  <a:lnTo>
                    <a:pt x="0" y="17875"/>
                  </a:lnTo>
                  <a:close/>
                </a:path>
              </a:pathLst>
            </a:custGeom>
            <a:solidFill>
              <a:srgbClr val="007680"/>
            </a:solidFill>
            <a:ln w="6390" cap="flat">
              <a:noFill/>
              <a:prstDash val="solid"/>
              <a:miter/>
            </a:ln>
          </p:spPr>
          <p:txBody>
            <a:bodyPr rtlCol="0" anchor="ctr"/>
            <a:lstStyle/>
            <a:p>
              <a:endParaRPr lang="en-US"/>
            </a:p>
          </p:txBody>
        </p:sp>
        <p:sp>
          <p:nvSpPr>
            <p:cNvPr id="718" name="Graphic 4">
              <a:extLst>
                <a:ext uri="{FF2B5EF4-FFF2-40B4-BE49-F238E27FC236}">
                  <a16:creationId xmlns:a16="http://schemas.microsoft.com/office/drawing/2014/main" id="{B08C3576-AD00-7C48-B740-E0997830B2DD}"/>
                </a:ext>
              </a:extLst>
            </p:cNvPr>
            <p:cNvSpPr/>
            <p:nvPr/>
          </p:nvSpPr>
          <p:spPr>
            <a:xfrm>
              <a:off x="4046108"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88186 w 361670"/>
                <a:gd name="connsiteY5" fmla="*/ 128956 h 361333"/>
                <a:gd name="connsiteX6" fmla="*/ 294576 w 361670"/>
                <a:gd name="connsiteY6" fmla="*/ 135340 h 361333"/>
                <a:gd name="connsiteX7" fmla="*/ 288186 w 361670"/>
                <a:gd name="connsiteY7" fmla="*/ 141724 h 361333"/>
                <a:gd name="connsiteX8" fmla="*/ 263904 w 361670"/>
                <a:gd name="connsiteY8" fmla="*/ 141724 h 361333"/>
                <a:gd name="connsiteX9" fmla="*/ 263904 w 361670"/>
                <a:gd name="connsiteY9" fmla="*/ 220886 h 361333"/>
                <a:gd name="connsiteX10" fmla="*/ 288186 w 361670"/>
                <a:gd name="connsiteY10" fmla="*/ 220886 h 361333"/>
                <a:gd name="connsiteX11" fmla="*/ 294576 w 361670"/>
                <a:gd name="connsiteY11" fmla="*/ 227270 h 361333"/>
                <a:gd name="connsiteX12" fmla="*/ 288186 w 361670"/>
                <a:gd name="connsiteY12" fmla="*/ 233654 h 361333"/>
                <a:gd name="connsiteX13" fmla="*/ 263904 w 361670"/>
                <a:gd name="connsiteY13" fmla="*/ 233654 h 361333"/>
                <a:gd name="connsiteX14" fmla="*/ 263904 w 361670"/>
                <a:gd name="connsiteY14" fmla="*/ 251529 h 361333"/>
                <a:gd name="connsiteX15" fmla="*/ 288186 w 361670"/>
                <a:gd name="connsiteY15" fmla="*/ 251529 h 361333"/>
                <a:gd name="connsiteX16" fmla="*/ 294576 w 361670"/>
                <a:gd name="connsiteY16" fmla="*/ 257913 h 361333"/>
                <a:gd name="connsiteX17" fmla="*/ 288186 w 361670"/>
                <a:gd name="connsiteY17" fmla="*/ 264297 h 361333"/>
                <a:gd name="connsiteX18" fmla="*/ 73484 w 361670"/>
                <a:gd name="connsiteY18" fmla="*/ 264297 h 361333"/>
                <a:gd name="connsiteX19" fmla="*/ 67094 w 361670"/>
                <a:gd name="connsiteY19" fmla="*/ 257913 h 361333"/>
                <a:gd name="connsiteX20" fmla="*/ 73484 w 361670"/>
                <a:gd name="connsiteY20" fmla="*/ 251529 h 361333"/>
                <a:gd name="connsiteX21" fmla="*/ 97766 w 361670"/>
                <a:gd name="connsiteY21" fmla="*/ 251529 h 361333"/>
                <a:gd name="connsiteX22" fmla="*/ 97766 w 361670"/>
                <a:gd name="connsiteY22" fmla="*/ 233654 h 361333"/>
                <a:gd name="connsiteX23" fmla="*/ 73484 w 361670"/>
                <a:gd name="connsiteY23" fmla="*/ 233654 h 361333"/>
                <a:gd name="connsiteX24" fmla="*/ 67094 w 361670"/>
                <a:gd name="connsiteY24" fmla="*/ 227270 h 361333"/>
                <a:gd name="connsiteX25" fmla="*/ 73484 w 361670"/>
                <a:gd name="connsiteY25" fmla="*/ 220886 h 361333"/>
                <a:gd name="connsiteX26" fmla="*/ 97766 w 361670"/>
                <a:gd name="connsiteY26" fmla="*/ 220886 h 361333"/>
                <a:gd name="connsiteX27" fmla="*/ 97766 w 361670"/>
                <a:gd name="connsiteY27" fmla="*/ 141724 h 361333"/>
                <a:gd name="connsiteX28" fmla="*/ 73484 w 361670"/>
                <a:gd name="connsiteY28" fmla="*/ 141724 h 361333"/>
                <a:gd name="connsiteX29" fmla="*/ 67094 w 361670"/>
                <a:gd name="connsiteY29" fmla="*/ 135340 h 361333"/>
                <a:gd name="connsiteX30" fmla="*/ 73484 w 361670"/>
                <a:gd name="connsiteY30" fmla="*/ 128956 h 361333"/>
                <a:gd name="connsiteX31" fmla="*/ 97766 w 361670"/>
                <a:gd name="connsiteY31" fmla="*/ 128956 h 361333"/>
                <a:gd name="connsiteX32" fmla="*/ 97766 w 361670"/>
                <a:gd name="connsiteY32" fmla="*/ 111081 h 361333"/>
                <a:gd name="connsiteX33" fmla="*/ 73484 w 361670"/>
                <a:gd name="connsiteY33" fmla="*/ 111081 h 361333"/>
                <a:gd name="connsiteX34" fmla="*/ 67094 w 361670"/>
                <a:gd name="connsiteY34" fmla="*/ 104697 h 361333"/>
                <a:gd name="connsiteX35" fmla="*/ 73484 w 361670"/>
                <a:gd name="connsiteY35" fmla="*/ 98313 h 361333"/>
                <a:gd name="connsiteX36" fmla="*/ 288186 w 361670"/>
                <a:gd name="connsiteY36" fmla="*/ 98313 h 361333"/>
                <a:gd name="connsiteX37" fmla="*/ 294576 w 361670"/>
                <a:gd name="connsiteY37" fmla="*/ 104697 h 361333"/>
                <a:gd name="connsiteX38" fmla="*/ 288186 w 361670"/>
                <a:gd name="connsiteY38" fmla="*/ 111081 h 361333"/>
                <a:gd name="connsiteX39" fmla="*/ 263904 w 361670"/>
                <a:gd name="connsiteY39" fmla="*/ 111081 h 361333"/>
                <a:gd name="connsiteX40" fmla="*/ 263904 w 361670"/>
                <a:gd name="connsiteY40" fmla="*/ 128956 h 361333"/>
                <a:gd name="connsiteX41" fmla="*/ 288186 w 361670"/>
                <a:gd name="connsiteY41" fmla="*/ 12895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288186" y="128956"/>
                  </a:moveTo>
                  <a:cubicBezTo>
                    <a:pt x="292020" y="128956"/>
                    <a:pt x="294576" y="131510"/>
                    <a:pt x="294576" y="135340"/>
                  </a:cubicBezTo>
                  <a:cubicBezTo>
                    <a:pt x="294576" y="139171"/>
                    <a:pt x="292020" y="141724"/>
                    <a:pt x="288186" y="141724"/>
                  </a:cubicBezTo>
                  <a:lnTo>
                    <a:pt x="263904" y="141724"/>
                  </a:lnTo>
                  <a:lnTo>
                    <a:pt x="263904" y="220886"/>
                  </a:lnTo>
                  <a:lnTo>
                    <a:pt x="288186" y="220886"/>
                  </a:lnTo>
                  <a:cubicBezTo>
                    <a:pt x="292020" y="220886"/>
                    <a:pt x="294576" y="223439"/>
                    <a:pt x="294576" y="227270"/>
                  </a:cubicBezTo>
                  <a:cubicBezTo>
                    <a:pt x="294576" y="231100"/>
                    <a:pt x="292020" y="233654"/>
                    <a:pt x="288186" y="233654"/>
                  </a:cubicBezTo>
                  <a:lnTo>
                    <a:pt x="263904" y="233654"/>
                  </a:lnTo>
                  <a:lnTo>
                    <a:pt x="263904" y="251529"/>
                  </a:lnTo>
                  <a:lnTo>
                    <a:pt x="288186" y="251529"/>
                  </a:lnTo>
                  <a:cubicBezTo>
                    <a:pt x="292020" y="251529"/>
                    <a:pt x="294576" y="254082"/>
                    <a:pt x="294576" y="257913"/>
                  </a:cubicBezTo>
                  <a:cubicBezTo>
                    <a:pt x="294576" y="261743"/>
                    <a:pt x="292020" y="264297"/>
                    <a:pt x="288186" y="264297"/>
                  </a:cubicBezTo>
                  <a:lnTo>
                    <a:pt x="73484" y="264297"/>
                  </a:lnTo>
                  <a:cubicBezTo>
                    <a:pt x="69650" y="264297"/>
                    <a:pt x="67094" y="261743"/>
                    <a:pt x="67094" y="257913"/>
                  </a:cubicBezTo>
                  <a:cubicBezTo>
                    <a:pt x="67094" y="254082"/>
                    <a:pt x="69650" y="251529"/>
                    <a:pt x="73484" y="251529"/>
                  </a:cubicBezTo>
                  <a:lnTo>
                    <a:pt x="97766" y="251529"/>
                  </a:lnTo>
                  <a:lnTo>
                    <a:pt x="97766" y="233654"/>
                  </a:lnTo>
                  <a:lnTo>
                    <a:pt x="73484" y="233654"/>
                  </a:lnTo>
                  <a:cubicBezTo>
                    <a:pt x="69650" y="233654"/>
                    <a:pt x="67094" y="231100"/>
                    <a:pt x="67094" y="227270"/>
                  </a:cubicBezTo>
                  <a:cubicBezTo>
                    <a:pt x="67094" y="223439"/>
                    <a:pt x="69650" y="220886"/>
                    <a:pt x="73484" y="220886"/>
                  </a:cubicBezTo>
                  <a:lnTo>
                    <a:pt x="97766" y="220886"/>
                  </a:lnTo>
                  <a:lnTo>
                    <a:pt x="97766" y="141724"/>
                  </a:lnTo>
                  <a:lnTo>
                    <a:pt x="73484" y="141724"/>
                  </a:lnTo>
                  <a:cubicBezTo>
                    <a:pt x="69650" y="141724"/>
                    <a:pt x="67094" y="139171"/>
                    <a:pt x="67094" y="135340"/>
                  </a:cubicBezTo>
                  <a:cubicBezTo>
                    <a:pt x="67094" y="131510"/>
                    <a:pt x="69650" y="128956"/>
                    <a:pt x="73484" y="128956"/>
                  </a:cubicBezTo>
                  <a:lnTo>
                    <a:pt x="97766" y="128956"/>
                  </a:lnTo>
                  <a:lnTo>
                    <a:pt x="97766" y="111081"/>
                  </a:lnTo>
                  <a:lnTo>
                    <a:pt x="73484" y="111081"/>
                  </a:lnTo>
                  <a:cubicBezTo>
                    <a:pt x="69650" y="111081"/>
                    <a:pt x="67094" y="108528"/>
                    <a:pt x="67094" y="104697"/>
                  </a:cubicBezTo>
                  <a:cubicBezTo>
                    <a:pt x="67094" y="100867"/>
                    <a:pt x="69650" y="98313"/>
                    <a:pt x="73484" y="98313"/>
                  </a:cubicBezTo>
                  <a:lnTo>
                    <a:pt x="288186" y="98313"/>
                  </a:lnTo>
                  <a:cubicBezTo>
                    <a:pt x="292020" y="98313"/>
                    <a:pt x="294576" y="100867"/>
                    <a:pt x="294576" y="104697"/>
                  </a:cubicBezTo>
                  <a:cubicBezTo>
                    <a:pt x="294576" y="108528"/>
                    <a:pt x="292020" y="111081"/>
                    <a:pt x="288186" y="111081"/>
                  </a:cubicBezTo>
                  <a:lnTo>
                    <a:pt x="263904" y="111081"/>
                  </a:lnTo>
                  <a:lnTo>
                    <a:pt x="263904" y="128956"/>
                  </a:lnTo>
                  <a:lnTo>
                    <a:pt x="288186" y="128956"/>
                  </a:lnTo>
                  <a:close/>
                </a:path>
              </a:pathLst>
            </a:custGeom>
            <a:solidFill>
              <a:srgbClr val="007680"/>
            </a:solidFill>
            <a:ln w="6390" cap="flat">
              <a:noFill/>
              <a:prstDash val="solid"/>
              <a:miter/>
            </a:ln>
          </p:spPr>
          <p:txBody>
            <a:bodyPr rtlCol="0" anchor="ctr"/>
            <a:lstStyle/>
            <a:p>
              <a:endParaRPr lang="en-US"/>
            </a:p>
          </p:txBody>
        </p:sp>
        <p:sp>
          <p:nvSpPr>
            <p:cNvPr id="719" name="Graphic 4">
              <a:extLst>
                <a:ext uri="{FF2B5EF4-FFF2-40B4-BE49-F238E27FC236}">
                  <a16:creationId xmlns:a16="http://schemas.microsoft.com/office/drawing/2014/main" id="{B944F3C4-027D-944F-9B23-10FBFB07343C}"/>
                </a:ext>
              </a:extLst>
            </p:cNvPr>
            <p:cNvSpPr/>
            <p:nvPr/>
          </p:nvSpPr>
          <p:spPr>
            <a:xfrm>
              <a:off x="4271672" y="1513166"/>
              <a:ext cx="25559" cy="17875"/>
            </a:xfrm>
            <a:custGeom>
              <a:avLst/>
              <a:gdLst>
                <a:gd name="connsiteX0" fmla="*/ 0 w 25559"/>
                <a:gd name="connsiteY0" fmla="*/ 0 h 17875"/>
                <a:gd name="connsiteX1" fmla="*/ 25560 w 25559"/>
                <a:gd name="connsiteY1" fmla="*/ 0 h 17875"/>
                <a:gd name="connsiteX2" fmla="*/ 25560 w 25559"/>
                <a:gd name="connsiteY2" fmla="*/ 17875 h 17875"/>
                <a:gd name="connsiteX3" fmla="*/ 0 w 25559"/>
                <a:gd name="connsiteY3" fmla="*/ 17875 h 17875"/>
              </a:gdLst>
              <a:ahLst/>
              <a:cxnLst>
                <a:cxn ang="0">
                  <a:pos x="connsiteX0" y="connsiteY0"/>
                </a:cxn>
                <a:cxn ang="0">
                  <a:pos x="connsiteX1" y="connsiteY1"/>
                </a:cxn>
                <a:cxn ang="0">
                  <a:pos x="connsiteX2" y="connsiteY2"/>
                </a:cxn>
                <a:cxn ang="0">
                  <a:pos x="connsiteX3" y="connsiteY3"/>
                </a:cxn>
              </a:cxnLst>
              <a:rect l="l" t="t" r="r" b="b"/>
              <a:pathLst>
                <a:path w="25559" h="17875">
                  <a:moveTo>
                    <a:pt x="0" y="0"/>
                  </a:moveTo>
                  <a:lnTo>
                    <a:pt x="25560" y="0"/>
                  </a:lnTo>
                  <a:lnTo>
                    <a:pt x="25560" y="17875"/>
                  </a:lnTo>
                  <a:lnTo>
                    <a:pt x="0" y="17875"/>
                  </a:lnTo>
                  <a:close/>
                </a:path>
              </a:pathLst>
            </a:custGeom>
            <a:solidFill>
              <a:srgbClr val="007680"/>
            </a:solidFill>
            <a:ln w="6390" cap="flat">
              <a:noFill/>
              <a:prstDash val="solid"/>
              <a:miter/>
            </a:ln>
          </p:spPr>
          <p:txBody>
            <a:bodyPr rtlCol="0" anchor="ctr"/>
            <a:lstStyle/>
            <a:p>
              <a:endParaRPr lang="en-US"/>
            </a:p>
          </p:txBody>
        </p:sp>
        <p:sp>
          <p:nvSpPr>
            <p:cNvPr id="720" name="Graphic 4">
              <a:extLst>
                <a:ext uri="{FF2B5EF4-FFF2-40B4-BE49-F238E27FC236}">
                  <a16:creationId xmlns:a16="http://schemas.microsoft.com/office/drawing/2014/main" id="{25A909A1-F92A-5541-AA5F-C0B6196A326B}"/>
                </a:ext>
              </a:extLst>
            </p:cNvPr>
            <p:cNvSpPr/>
            <p:nvPr/>
          </p:nvSpPr>
          <p:spPr>
            <a:xfrm>
              <a:off x="4156654" y="1543809"/>
              <a:ext cx="140578" cy="79161"/>
            </a:xfrm>
            <a:custGeom>
              <a:avLst/>
              <a:gdLst>
                <a:gd name="connsiteX0" fmla="*/ 0 w 140578"/>
                <a:gd name="connsiteY0" fmla="*/ 0 h 79161"/>
                <a:gd name="connsiteX1" fmla="*/ 140579 w 140578"/>
                <a:gd name="connsiteY1" fmla="*/ 0 h 79161"/>
                <a:gd name="connsiteX2" fmla="*/ 140579 w 140578"/>
                <a:gd name="connsiteY2" fmla="*/ 79161 h 79161"/>
                <a:gd name="connsiteX3" fmla="*/ 0 w 140578"/>
                <a:gd name="connsiteY3" fmla="*/ 79161 h 79161"/>
              </a:gdLst>
              <a:ahLst/>
              <a:cxnLst>
                <a:cxn ang="0">
                  <a:pos x="connsiteX0" y="connsiteY0"/>
                </a:cxn>
                <a:cxn ang="0">
                  <a:pos x="connsiteX1" y="connsiteY1"/>
                </a:cxn>
                <a:cxn ang="0">
                  <a:pos x="connsiteX2" y="connsiteY2"/>
                </a:cxn>
                <a:cxn ang="0">
                  <a:pos x="connsiteX3" y="connsiteY3"/>
                </a:cxn>
              </a:cxnLst>
              <a:rect l="l" t="t" r="r" b="b"/>
              <a:pathLst>
                <a:path w="140578" h="79161">
                  <a:moveTo>
                    <a:pt x="0" y="0"/>
                  </a:moveTo>
                  <a:lnTo>
                    <a:pt x="140579" y="0"/>
                  </a:lnTo>
                  <a:lnTo>
                    <a:pt x="140579" y="79161"/>
                  </a:lnTo>
                  <a:lnTo>
                    <a:pt x="0" y="79161"/>
                  </a:lnTo>
                  <a:close/>
                </a:path>
              </a:pathLst>
            </a:custGeom>
            <a:solidFill>
              <a:srgbClr val="007680"/>
            </a:solidFill>
            <a:ln w="6390" cap="flat">
              <a:noFill/>
              <a:prstDash val="solid"/>
              <a:miter/>
            </a:ln>
          </p:spPr>
          <p:txBody>
            <a:bodyPr rtlCol="0" anchor="ctr"/>
            <a:lstStyle/>
            <a:p>
              <a:endParaRPr lang="en-US"/>
            </a:p>
          </p:txBody>
        </p:sp>
      </p:grpSp>
      <p:grpSp>
        <p:nvGrpSpPr>
          <p:cNvPr id="721" name="Graphic 4">
            <a:extLst>
              <a:ext uri="{FF2B5EF4-FFF2-40B4-BE49-F238E27FC236}">
                <a16:creationId xmlns:a16="http://schemas.microsoft.com/office/drawing/2014/main" id="{2AF25CA4-E388-9A4E-87ED-6214B1094786}"/>
              </a:ext>
            </a:extLst>
          </p:cNvPr>
          <p:cNvGrpSpPr/>
          <p:nvPr/>
        </p:nvGrpSpPr>
        <p:grpSpPr>
          <a:xfrm>
            <a:off x="2998797" y="4308712"/>
            <a:ext cx="361670" cy="361333"/>
            <a:chOff x="2998797" y="4308712"/>
            <a:chExt cx="361670" cy="361333"/>
          </a:xfrm>
          <a:solidFill>
            <a:srgbClr val="007680"/>
          </a:solidFill>
        </p:grpSpPr>
        <p:sp>
          <p:nvSpPr>
            <p:cNvPr id="722" name="Graphic 4">
              <a:extLst>
                <a:ext uri="{FF2B5EF4-FFF2-40B4-BE49-F238E27FC236}">
                  <a16:creationId xmlns:a16="http://schemas.microsoft.com/office/drawing/2014/main" id="{43B442AA-80A0-7044-94B3-4DE8470BB01A}"/>
                </a:ext>
              </a:extLst>
            </p:cNvPr>
            <p:cNvSpPr/>
            <p:nvPr/>
          </p:nvSpPr>
          <p:spPr>
            <a:xfrm>
              <a:off x="3170047" y="4425539"/>
              <a:ext cx="19169" cy="19151"/>
            </a:xfrm>
            <a:custGeom>
              <a:avLst/>
              <a:gdLst>
                <a:gd name="connsiteX0" fmla="*/ 19170 w 19169"/>
                <a:gd name="connsiteY0" fmla="*/ 9576 h 19151"/>
                <a:gd name="connsiteX1" fmla="*/ 9585 w 19169"/>
                <a:gd name="connsiteY1" fmla="*/ 19152 h 19151"/>
                <a:gd name="connsiteX2" fmla="*/ 0 w 19169"/>
                <a:gd name="connsiteY2" fmla="*/ 9576 h 19151"/>
                <a:gd name="connsiteX3" fmla="*/ 9585 w 19169"/>
                <a:gd name="connsiteY3" fmla="*/ 0 h 19151"/>
                <a:gd name="connsiteX4" fmla="*/ 19170 w 19169"/>
                <a:gd name="connsiteY4" fmla="*/ 9576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19170" y="9576"/>
                  </a:moveTo>
                  <a:cubicBezTo>
                    <a:pt x="19170" y="14865"/>
                    <a:pt x="14879" y="19152"/>
                    <a:pt x="9585" y="19152"/>
                  </a:cubicBezTo>
                  <a:cubicBezTo>
                    <a:pt x="4291" y="19152"/>
                    <a:pt x="0" y="14865"/>
                    <a:pt x="0" y="9576"/>
                  </a:cubicBezTo>
                  <a:cubicBezTo>
                    <a:pt x="0" y="4287"/>
                    <a:pt x="4291" y="0"/>
                    <a:pt x="9585" y="0"/>
                  </a:cubicBezTo>
                  <a:cubicBezTo>
                    <a:pt x="14879" y="0"/>
                    <a:pt x="19170" y="4287"/>
                    <a:pt x="19170" y="9576"/>
                  </a:cubicBezTo>
                  <a:close/>
                </a:path>
              </a:pathLst>
            </a:custGeom>
            <a:solidFill>
              <a:srgbClr val="007680"/>
            </a:solidFill>
            <a:ln w="6390" cap="flat">
              <a:noFill/>
              <a:prstDash val="solid"/>
              <a:miter/>
            </a:ln>
          </p:spPr>
          <p:txBody>
            <a:bodyPr rtlCol="0" anchor="ctr"/>
            <a:lstStyle/>
            <a:p>
              <a:endParaRPr lang="en-US"/>
            </a:p>
          </p:txBody>
        </p:sp>
        <p:sp>
          <p:nvSpPr>
            <p:cNvPr id="723" name="Graphic 4">
              <a:extLst>
                <a:ext uri="{FF2B5EF4-FFF2-40B4-BE49-F238E27FC236}">
                  <a16:creationId xmlns:a16="http://schemas.microsoft.com/office/drawing/2014/main" id="{00F0C923-646D-974D-944E-D4DB35AA6916}"/>
                </a:ext>
              </a:extLst>
            </p:cNvPr>
            <p:cNvSpPr/>
            <p:nvPr/>
          </p:nvSpPr>
          <p:spPr>
            <a:xfrm>
              <a:off x="3170047" y="4521298"/>
              <a:ext cx="19169" cy="19151"/>
            </a:xfrm>
            <a:custGeom>
              <a:avLst/>
              <a:gdLst>
                <a:gd name="connsiteX0" fmla="*/ 19170 w 19169"/>
                <a:gd name="connsiteY0" fmla="*/ 9576 h 19151"/>
                <a:gd name="connsiteX1" fmla="*/ 9585 w 19169"/>
                <a:gd name="connsiteY1" fmla="*/ 19152 h 19151"/>
                <a:gd name="connsiteX2" fmla="*/ 0 w 19169"/>
                <a:gd name="connsiteY2" fmla="*/ 9576 h 19151"/>
                <a:gd name="connsiteX3" fmla="*/ 9585 w 19169"/>
                <a:gd name="connsiteY3" fmla="*/ 0 h 19151"/>
                <a:gd name="connsiteX4" fmla="*/ 19170 w 19169"/>
                <a:gd name="connsiteY4" fmla="*/ 9576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19170" y="9576"/>
                  </a:moveTo>
                  <a:cubicBezTo>
                    <a:pt x="19170" y="14865"/>
                    <a:pt x="14879" y="19152"/>
                    <a:pt x="9585" y="19152"/>
                  </a:cubicBezTo>
                  <a:cubicBezTo>
                    <a:pt x="4291" y="19152"/>
                    <a:pt x="0" y="14865"/>
                    <a:pt x="0" y="9576"/>
                  </a:cubicBezTo>
                  <a:cubicBezTo>
                    <a:pt x="0" y="4287"/>
                    <a:pt x="4291" y="0"/>
                    <a:pt x="9585" y="0"/>
                  </a:cubicBezTo>
                  <a:cubicBezTo>
                    <a:pt x="14879" y="0"/>
                    <a:pt x="19170" y="4287"/>
                    <a:pt x="19170" y="9576"/>
                  </a:cubicBezTo>
                  <a:close/>
                </a:path>
              </a:pathLst>
            </a:custGeom>
            <a:solidFill>
              <a:srgbClr val="007680"/>
            </a:solidFill>
            <a:ln w="6390" cap="flat">
              <a:noFill/>
              <a:prstDash val="solid"/>
              <a:miter/>
            </a:ln>
          </p:spPr>
          <p:txBody>
            <a:bodyPr rtlCol="0" anchor="ctr"/>
            <a:lstStyle/>
            <a:p>
              <a:endParaRPr lang="en-US"/>
            </a:p>
          </p:txBody>
        </p:sp>
        <p:sp>
          <p:nvSpPr>
            <p:cNvPr id="724" name="Graphic 4">
              <a:extLst>
                <a:ext uri="{FF2B5EF4-FFF2-40B4-BE49-F238E27FC236}">
                  <a16:creationId xmlns:a16="http://schemas.microsoft.com/office/drawing/2014/main" id="{2EDC5B62-5CBB-D441-87E5-9DAE157968AC}"/>
                </a:ext>
              </a:extLst>
            </p:cNvPr>
            <p:cNvSpPr/>
            <p:nvPr/>
          </p:nvSpPr>
          <p:spPr>
            <a:xfrm>
              <a:off x="3122123" y="4473419"/>
              <a:ext cx="19169" cy="19151"/>
            </a:xfrm>
            <a:custGeom>
              <a:avLst/>
              <a:gdLst>
                <a:gd name="connsiteX0" fmla="*/ 19170 w 19169"/>
                <a:gd name="connsiteY0" fmla="*/ 9576 h 19151"/>
                <a:gd name="connsiteX1" fmla="*/ 9585 w 19169"/>
                <a:gd name="connsiteY1" fmla="*/ 19152 h 19151"/>
                <a:gd name="connsiteX2" fmla="*/ 0 w 19169"/>
                <a:gd name="connsiteY2" fmla="*/ 9576 h 19151"/>
                <a:gd name="connsiteX3" fmla="*/ 9585 w 19169"/>
                <a:gd name="connsiteY3" fmla="*/ 0 h 19151"/>
                <a:gd name="connsiteX4" fmla="*/ 19170 w 19169"/>
                <a:gd name="connsiteY4" fmla="*/ 9576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19170" y="9576"/>
                  </a:moveTo>
                  <a:cubicBezTo>
                    <a:pt x="19170" y="14865"/>
                    <a:pt x="14879" y="19152"/>
                    <a:pt x="9585" y="19152"/>
                  </a:cubicBezTo>
                  <a:cubicBezTo>
                    <a:pt x="4291" y="19152"/>
                    <a:pt x="0" y="14865"/>
                    <a:pt x="0" y="9576"/>
                  </a:cubicBezTo>
                  <a:cubicBezTo>
                    <a:pt x="0" y="4287"/>
                    <a:pt x="4291" y="0"/>
                    <a:pt x="9585" y="0"/>
                  </a:cubicBezTo>
                  <a:cubicBezTo>
                    <a:pt x="14879" y="0"/>
                    <a:pt x="19170" y="4287"/>
                    <a:pt x="19170" y="9576"/>
                  </a:cubicBezTo>
                  <a:close/>
                </a:path>
              </a:pathLst>
            </a:custGeom>
            <a:solidFill>
              <a:srgbClr val="007680"/>
            </a:solidFill>
            <a:ln w="6390" cap="flat">
              <a:noFill/>
              <a:prstDash val="solid"/>
              <a:miter/>
            </a:ln>
          </p:spPr>
          <p:txBody>
            <a:bodyPr rtlCol="0" anchor="ctr"/>
            <a:lstStyle/>
            <a:p>
              <a:endParaRPr lang="en-US"/>
            </a:p>
          </p:txBody>
        </p:sp>
        <p:sp>
          <p:nvSpPr>
            <p:cNvPr id="725" name="Graphic 4">
              <a:extLst>
                <a:ext uri="{FF2B5EF4-FFF2-40B4-BE49-F238E27FC236}">
                  <a16:creationId xmlns:a16="http://schemas.microsoft.com/office/drawing/2014/main" id="{DFD6C3BF-9D4E-4A49-8F43-3E3012624602}"/>
                </a:ext>
              </a:extLst>
            </p:cNvPr>
            <p:cNvSpPr/>
            <p:nvPr/>
          </p:nvSpPr>
          <p:spPr>
            <a:xfrm>
              <a:off x="3090173" y="4393619"/>
              <a:ext cx="178918" cy="178751"/>
            </a:xfrm>
            <a:custGeom>
              <a:avLst/>
              <a:gdLst>
                <a:gd name="connsiteX0" fmla="*/ 89459 w 178918"/>
                <a:gd name="connsiteY0" fmla="*/ 0 h 178751"/>
                <a:gd name="connsiteX1" fmla="*/ 0 w 178918"/>
                <a:gd name="connsiteY1" fmla="*/ 89376 h 178751"/>
                <a:gd name="connsiteX2" fmla="*/ 89459 w 178918"/>
                <a:gd name="connsiteY2" fmla="*/ 178752 h 178751"/>
                <a:gd name="connsiteX3" fmla="*/ 178918 w 178918"/>
                <a:gd name="connsiteY3" fmla="*/ 89376 h 178751"/>
                <a:gd name="connsiteX4" fmla="*/ 89459 w 178918"/>
                <a:gd name="connsiteY4" fmla="*/ 0 h 178751"/>
                <a:gd name="connsiteX5" fmla="*/ 41535 w 178918"/>
                <a:gd name="connsiteY5" fmla="*/ 111720 h 178751"/>
                <a:gd name="connsiteX6" fmla="*/ 19170 w 178918"/>
                <a:gd name="connsiteY6" fmla="*/ 89376 h 178751"/>
                <a:gd name="connsiteX7" fmla="*/ 41535 w 178918"/>
                <a:gd name="connsiteY7" fmla="*/ 67032 h 178751"/>
                <a:gd name="connsiteX8" fmla="*/ 63899 w 178918"/>
                <a:gd name="connsiteY8" fmla="*/ 89376 h 178751"/>
                <a:gd name="connsiteX9" fmla="*/ 41535 w 178918"/>
                <a:gd name="connsiteY9" fmla="*/ 111720 h 178751"/>
                <a:gd name="connsiteX10" fmla="*/ 89459 w 178918"/>
                <a:gd name="connsiteY10" fmla="*/ 159600 h 178751"/>
                <a:gd name="connsiteX11" fmla="*/ 67094 w 178918"/>
                <a:gd name="connsiteY11" fmla="*/ 137256 h 178751"/>
                <a:gd name="connsiteX12" fmla="*/ 89459 w 178918"/>
                <a:gd name="connsiteY12" fmla="*/ 114912 h 178751"/>
                <a:gd name="connsiteX13" fmla="*/ 111824 w 178918"/>
                <a:gd name="connsiteY13" fmla="*/ 137256 h 178751"/>
                <a:gd name="connsiteX14" fmla="*/ 89459 w 178918"/>
                <a:gd name="connsiteY14" fmla="*/ 159600 h 178751"/>
                <a:gd name="connsiteX15" fmla="*/ 79874 w 178918"/>
                <a:gd name="connsiteY15" fmla="*/ 89376 h 178751"/>
                <a:gd name="connsiteX16" fmla="*/ 89459 w 178918"/>
                <a:gd name="connsiteY16" fmla="*/ 79800 h 178751"/>
                <a:gd name="connsiteX17" fmla="*/ 99044 w 178918"/>
                <a:gd name="connsiteY17" fmla="*/ 89376 h 178751"/>
                <a:gd name="connsiteX18" fmla="*/ 89459 w 178918"/>
                <a:gd name="connsiteY18" fmla="*/ 98952 h 178751"/>
                <a:gd name="connsiteX19" fmla="*/ 79874 w 178918"/>
                <a:gd name="connsiteY19" fmla="*/ 89376 h 178751"/>
                <a:gd name="connsiteX20" fmla="*/ 89459 w 178918"/>
                <a:gd name="connsiteY20" fmla="*/ 63840 h 178751"/>
                <a:gd name="connsiteX21" fmla="*/ 67094 w 178918"/>
                <a:gd name="connsiteY21" fmla="*/ 41496 h 178751"/>
                <a:gd name="connsiteX22" fmla="*/ 89459 w 178918"/>
                <a:gd name="connsiteY22" fmla="*/ 19152 h 178751"/>
                <a:gd name="connsiteX23" fmla="*/ 111824 w 178918"/>
                <a:gd name="connsiteY23" fmla="*/ 41496 h 178751"/>
                <a:gd name="connsiteX24" fmla="*/ 89459 w 178918"/>
                <a:gd name="connsiteY24" fmla="*/ 63840 h 178751"/>
                <a:gd name="connsiteX25" fmla="*/ 137384 w 178918"/>
                <a:gd name="connsiteY25" fmla="*/ 111720 h 178751"/>
                <a:gd name="connsiteX26" fmla="*/ 115019 w 178918"/>
                <a:gd name="connsiteY26" fmla="*/ 89376 h 178751"/>
                <a:gd name="connsiteX27" fmla="*/ 137384 w 178918"/>
                <a:gd name="connsiteY27" fmla="*/ 67032 h 178751"/>
                <a:gd name="connsiteX28" fmla="*/ 159748 w 178918"/>
                <a:gd name="connsiteY28" fmla="*/ 89376 h 178751"/>
                <a:gd name="connsiteX29" fmla="*/ 137384 w 178918"/>
                <a:gd name="connsiteY29" fmla="*/ 111720 h 178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8918" h="178751">
                  <a:moveTo>
                    <a:pt x="89459" y="0"/>
                  </a:moveTo>
                  <a:cubicBezTo>
                    <a:pt x="40257" y="0"/>
                    <a:pt x="0" y="40219"/>
                    <a:pt x="0" y="89376"/>
                  </a:cubicBezTo>
                  <a:cubicBezTo>
                    <a:pt x="0" y="138533"/>
                    <a:pt x="40257" y="178752"/>
                    <a:pt x="89459" y="178752"/>
                  </a:cubicBezTo>
                  <a:cubicBezTo>
                    <a:pt x="138662" y="178752"/>
                    <a:pt x="178918" y="138533"/>
                    <a:pt x="178918" y="89376"/>
                  </a:cubicBezTo>
                  <a:cubicBezTo>
                    <a:pt x="178918" y="40219"/>
                    <a:pt x="138662" y="0"/>
                    <a:pt x="89459" y="0"/>
                  </a:cubicBezTo>
                  <a:close/>
                  <a:moveTo>
                    <a:pt x="41535" y="111720"/>
                  </a:moveTo>
                  <a:cubicBezTo>
                    <a:pt x="29394" y="111720"/>
                    <a:pt x="19170" y="101505"/>
                    <a:pt x="19170" y="89376"/>
                  </a:cubicBezTo>
                  <a:cubicBezTo>
                    <a:pt x="19170" y="77246"/>
                    <a:pt x="29394" y="67032"/>
                    <a:pt x="41535" y="67032"/>
                  </a:cubicBezTo>
                  <a:cubicBezTo>
                    <a:pt x="53675" y="67032"/>
                    <a:pt x="63899" y="77246"/>
                    <a:pt x="63899" y="89376"/>
                  </a:cubicBezTo>
                  <a:cubicBezTo>
                    <a:pt x="63899" y="101505"/>
                    <a:pt x="53675" y="111720"/>
                    <a:pt x="41535" y="111720"/>
                  </a:cubicBezTo>
                  <a:close/>
                  <a:moveTo>
                    <a:pt x="89459" y="159600"/>
                  </a:moveTo>
                  <a:cubicBezTo>
                    <a:pt x="77318" y="159600"/>
                    <a:pt x="67094" y="149385"/>
                    <a:pt x="67094" y="137256"/>
                  </a:cubicBezTo>
                  <a:cubicBezTo>
                    <a:pt x="67094" y="125126"/>
                    <a:pt x="77318" y="114912"/>
                    <a:pt x="89459" y="114912"/>
                  </a:cubicBezTo>
                  <a:cubicBezTo>
                    <a:pt x="101600" y="114912"/>
                    <a:pt x="111824" y="125126"/>
                    <a:pt x="111824" y="137256"/>
                  </a:cubicBezTo>
                  <a:cubicBezTo>
                    <a:pt x="111824" y="149385"/>
                    <a:pt x="101600" y="159600"/>
                    <a:pt x="89459" y="159600"/>
                  </a:cubicBezTo>
                  <a:close/>
                  <a:moveTo>
                    <a:pt x="79874" y="89376"/>
                  </a:moveTo>
                  <a:cubicBezTo>
                    <a:pt x="79874" y="84269"/>
                    <a:pt x="84347" y="79800"/>
                    <a:pt x="89459" y="79800"/>
                  </a:cubicBezTo>
                  <a:cubicBezTo>
                    <a:pt x="94571" y="79800"/>
                    <a:pt x="99044" y="84269"/>
                    <a:pt x="99044" y="89376"/>
                  </a:cubicBezTo>
                  <a:cubicBezTo>
                    <a:pt x="99044" y="94483"/>
                    <a:pt x="94571" y="98952"/>
                    <a:pt x="89459" y="98952"/>
                  </a:cubicBezTo>
                  <a:cubicBezTo>
                    <a:pt x="84347" y="98952"/>
                    <a:pt x="79874" y="94483"/>
                    <a:pt x="79874" y="89376"/>
                  </a:cubicBezTo>
                  <a:close/>
                  <a:moveTo>
                    <a:pt x="89459" y="63840"/>
                  </a:moveTo>
                  <a:cubicBezTo>
                    <a:pt x="77318" y="63840"/>
                    <a:pt x="67094" y="53626"/>
                    <a:pt x="67094" y="41496"/>
                  </a:cubicBezTo>
                  <a:cubicBezTo>
                    <a:pt x="67094" y="29367"/>
                    <a:pt x="77318" y="19152"/>
                    <a:pt x="89459" y="19152"/>
                  </a:cubicBezTo>
                  <a:cubicBezTo>
                    <a:pt x="101600" y="19152"/>
                    <a:pt x="111824" y="29367"/>
                    <a:pt x="111824" y="41496"/>
                  </a:cubicBezTo>
                  <a:cubicBezTo>
                    <a:pt x="111824" y="53626"/>
                    <a:pt x="101600" y="63840"/>
                    <a:pt x="89459" y="63840"/>
                  </a:cubicBezTo>
                  <a:close/>
                  <a:moveTo>
                    <a:pt x="137384" y="111720"/>
                  </a:moveTo>
                  <a:cubicBezTo>
                    <a:pt x="125243" y="111720"/>
                    <a:pt x="115019" y="101505"/>
                    <a:pt x="115019" y="89376"/>
                  </a:cubicBezTo>
                  <a:cubicBezTo>
                    <a:pt x="115019" y="77246"/>
                    <a:pt x="125243" y="67032"/>
                    <a:pt x="137384" y="67032"/>
                  </a:cubicBezTo>
                  <a:cubicBezTo>
                    <a:pt x="149524" y="67032"/>
                    <a:pt x="159748" y="77246"/>
                    <a:pt x="159748" y="89376"/>
                  </a:cubicBezTo>
                  <a:cubicBezTo>
                    <a:pt x="159748" y="101505"/>
                    <a:pt x="149524" y="111720"/>
                    <a:pt x="137384" y="111720"/>
                  </a:cubicBezTo>
                  <a:close/>
                </a:path>
              </a:pathLst>
            </a:custGeom>
            <a:solidFill>
              <a:srgbClr val="007680"/>
            </a:solidFill>
            <a:ln w="6390" cap="flat">
              <a:noFill/>
              <a:prstDash val="solid"/>
              <a:miter/>
            </a:ln>
          </p:spPr>
          <p:txBody>
            <a:bodyPr rtlCol="0" anchor="ctr"/>
            <a:lstStyle/>
            <a:p>
              <a:endParaRPr lang="en-US"/>
            </a:p>
          </p:txBody>
        </p:sp>
        <p:sp>
          <p:nvSpPr>
            <p:cNvPr id="726" name="Graphic 4">
              <a:extLst>
                <a:ext uri="{FF2B5EF4-FFF2-40B4-BE49-F238E27FC236}">
                  <a16:creationId xmlns:a16="http://schemas.microsoft.com/office/drawing/2014/main" id="{5B45C18E-5202-5C47-A9C7-3D165CD3EEDD}"/>
                </a:ext>
              </a:extLst>
            </p:cNvPr>
            <p:cNvSpPr/>
            <p:nvPr/>
          </p:nvSpPr>
          <p:spPr>
            <a:xfrm>
              <a:off x="3217972" y="4473419"/>
              <a:ext cx="19169" cy="19151"/>
            </a:xfrm>
            <a:custGeom>
              <a:avLst/>
              <a:gdLst>
                <a:gd name="connsiteX0" fmla="*/ 19170 w 19169"/>
                <a:gd name="connsiteY0" fmla="*/ 9576 h 19151"/>
                <a:gd name="connsiteX1" fmla="*/ 9585 w 19169"/>
                <a:gd name="connsiteY1" fmla="*/ 19152 h 19151"/>
                <a:gd name="connsiteX2" fmla="*/ 0 w 19169"/>
                <a:gd name="connsiteY2" fmla="*/ 9576 h 19151"/>
                <a:gd name="connsiteX3" fmla="*/ 9585 w 19169"/>
                <a:gd name="connsiteY3" fmla="*/ 0 h 19151"/>
                <a:gd name="connsiteX4" fmla="*/ 19170 w 19169"/>
                <a:gd name="connsiteY4" fmla="*/ 9576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19170" y="9576"/>
                  </a:moveTo>
                  <a:cubicBezTo>
                    <a:pt x="19170" y="14865"/>
                    <a:pt x="14879" y="19152"/>
                    <a:pt x="9585" y="19152"/>
                  </a:cubicBezTo>
                  <a:cubicBezTo>
                    <a:pt x="4291" y="19152"/>
                    <a:pt x="0" y="14865"/>
                    <a:pt x="0" y="9576"/>
                  </a:cubicBezTo>
                  <a:cubicBezTo>
                    <a:pt x="0" y="4287"/>
                    <a:pt x="4291" y="0"/>
                    <a:pt x="9585" y="0"/>
                  </a:cubicBezTo>
                  <a:cubicBezTo>
                    <a:pt x="14879" y="0"/>
                    <a:pt x="19170" y="4287"/>
                    <a:pt x="19170" y="9576"/>
                  </a:cubicBezTo>
                  <a:close/>
                </a:path>
              </a:pathLst>
            </a:custGeom>
            <a:solidFill>
              <a:srgbClr val="007680"/>
            </a:solidFill>
            <a:ln w="6390" cap="flat">
              <a:noFill/>
              <a:prstDash val="solid"/>
              <a:miter/>
            </a:ln>
          </p:spPr>
          <p:txBody>
            <a:bodyPr rtlCol="0" anchor="ctr"/>
            <a:lstStyle/>
            <a:p>
              <a:endParaRPr lang="en-US"/>
            </a:p>
          </p:txBody>
        </p:sp>
        <p:sp>
          <p:nvSpPr>
            <p:cNvPr id="727" name="Graphic 4">
              <a:extLst>
                <a:ext uri="{FF2B5EF4-FFF2-40B4-BE49-F238E27FC236}">
                  <a16:creationId xmlns:a16="http://schemas.microsoft.com/office/drawing/2014/main" id="{62D0DBBF-BC4E-564F-B97C-92E11ED601C4}"/>
                </a:ext>
              </a:extLst>
            </p:cNvPr>
            <p:cNvSpPr/>
            <p:nvPr/>
          </p:nvSpPr>
          <p:spPr>
            <a:xfrm>
              <a:off x="2998797"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1 w 361670"/>
                <a:gd name="connsiteY3" fmla="*/ 180667 h 361333"/>
                <a:gd name="connsiteX4" fmla="*/ 180835 w 361670"/>
                <a:gd name="connsiteY4" fmla="*/ 0 h 361333"/>
                <a:gd name="connsiteX5" fmla="*/ 270294 w 361670"/>
                <a:gd name="connsiteY5" fmla="*/ 278980 h 361333"/>
                <a:gd name="connsiteX6" fmla="*/ 269655 w 361670"/>
                <a:gd name="connsiteY6" fmla="*/ 287918 h 361333"/>
                <a:gd name="connsiteX7" fmla="*/ 265182 w 361670"/>
                <a:gd name="connsiteY7" fmla="*/ 289833 h 361333"/>
                <a:gd name="connsiteX8" fmla="*/ 260710 w 361670"/>
                <a:gd name="connsiteY8" fmla="*/ 287918 h 361333"/>
                <a:gd name="connsiteX9" fmla="*/ 200644 w 361670"/>
                <a:gd name="connsiteY9" fmla="*/ 275150 h 361333"/>
                <a:gd name="connsiteX10" fmla="*/ 199366 w 361670"/>
                <a:gd name="connsiteY10" fmla="*/ 275150 h 361333"/>
                <a:gd name="connsiteX11" fmla="*/ 180196 w 361670"/>
                <a:gd name="connsiteY11" fmla="*/ 277065 h 361333"/>
                <a:gd name="connsiteX12" fmla="*/ 77957 w 361670"/>
                <a:gd name="connsiteY12" fmla="*/ 174921 h 361333"/>
                <a:gd name="connsiteX13" fmla="*/ 180196 w 361670"/>
                <a:gd name="connsiteY13" fmla="*/ 72778 h 361333"/>
                <a:gd name="connsiteX14" fmla="*/ 282435 w 361670"/>
                <a:gd name="connsiteY14" fmla="*/ 174921 h 361333"/>
                <a:gd name="connsiteX15" fmla="*/ 232594 w 361670"/>
                <a:gd name="connsiteY15" fmla="*/ 262382 h 361333"/>
                <a:gd name="connsiteX16" fmla="*/ 270294 w 361670"/>
                <a:gd name="connsiteY16" fmla="*/ 27898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1670" h="361333">
                  <a:moveTo>
                    <a:pt x="180835" y="0"/>
                  </a:moveTo>
                  <a:cubicBezTo>
                    <a:pt x="80513" y="0"/>
                    <a:pt x="0" y="81077"/>
                    <a:pt x="0" y="180667"/>
                  </a:cubicBezTo>
                  <a:cubicBezTo>
                    <a:pt x="0" y="280895"/>
                    <a:pt x="81152" y="361334"/>
                    <a:pt x="180835" y="361334"/>
                  </a:cubicBezTo>
                  <a:cubicBezTo>
                    <a:pt x="280518" y="361334"/>
                    <a:pt x="361671" y="280257"/>
                    <a:pt x="361671" y="180667"/>
                  </a:cubicBezTo>
                  <a:cubicBezTo>
                    <a:pt x="361671" y="81077"/>
                    <a:pt x="281157" y="0"/>
                    <a:pt x="180835" y="0"/>
                  </a:cubicBezTo>
                  <a:close/>
                  <a:moveTo>
                    <a:pt x="270294" y="278980"/>
                  </a:moveTo>
                  <a:cubicBezTo>
                    <a:pt x="272850" y="281534"/>
                    <a:pt x="272211" y="285364"/>
                    <a:pt x="269655" y="287918"/>
                  </a:cubicBezTo>
                  <a:cubicBezTo>
                    <a:pt x="268377" y="289194"/>
                    <a:pt x="267100" y="289833"/>
                    <a:pt x="265182" y="289833"/>
                  </a:cubicBezTo>
                  <a:cubicBezTo>
                    <a:pt x="263266" y="289833"/>
                    <a:pt x="261987" y="289194"/>
                    <a:pt x="260710" y="287918"/>
                  </a:cubicBezTo>
                  <a:cubicBezTo>
                    <a:pt x="242179" y="268127"/>
                    <a:pt x="201283" y="275150"/>
                    <a:pt x="200644" y="275150"/>
                  </a:cubicBezTo>
                  <a:cubicBezTo>
                    <a:pt x="200005" y="275150"/>
                    <a:pt x="200005" y="275150"/>
                    <a:pt x="199366" y="275150"/>
                  </a:cubicBezTo>
                  <a:cubicBezTo>
                    <a:pt x="192976" y="276426"/>
                    <a:pt x="186586" y="277065"/>
                    <a:pt x="180196" y="277065"/>
                  </a:cubicBezTo>
                  <a:cubicBezTo>
                    <a:pt x="123965" y="277065"/>
                    <a:pt x="77957" y="231100"/>
                    <a:pt x="77957" y="174921"/>
                  </a:cubicBezTo>
                  <a:cubicBezTo>
                    <a:pt x="77957" y="118742"/>
                    <a:pt x="123965" y="72778"/>
                    <a:pt x="180196" y="72778"/>
                  </a:cubicBezTo>
                  <a:cubicBezTo>
                    <a:pt x="236428" y="72778"/>
                    <a:pt x="282435" y="118742"/>
                    <a:pt x="282435" y="174921"/>
                  </a:cubicBezTo>
                  <a:cubicBezTo>
                    <a:pt x="282435" y="211948"/>
                    <a:pt x="262626" y="244506"/>
                    <a:pt x="232594" y="262382"/>
                  </a:cubicBezTo>
                  <a:cubicBezTo>
                    <a:pt x="246652" y="263658"/>
                    <a:pt x="260710" y="268127"/>
                    <a:pt x="270294" y="278980"/>
                  </a:cubicBezTo>
                  <a:close/>
                </a:path>
              </a:pathLst>
            </a:custGeom>
            <a:solidFill>
              <a:srgbClr val="007680"/>
            </a:solidFill>
            <a:ln w="6390" cap="flat">
              <a:noFill/>
              <a:prstDash val="solid"/>
              <a:miter/>
            </a:ln>
          </p:spPr>
          <p:txBody>
            <a:bodyPr rtlCol="0" anchor="ctr"/>
            <a:lstStyle/>
            <a:p>
              <a:endParaRPr lang="en-US"/>
            </a:p>
          </p:txBody>
        </p:sp>
      </p:grpSp>
      <p:grpSp>
        <p:nvGrpSpPr>
          <p:cNvPr id="728" name="Graphic 4">
            <a:extLst>
              <a:ext uri="{FF2B5EF4-FFF2-40B4-BE49-F238E27FC236}">
                <a16:creationId xmlns:a16="http://schemas.microsoft.com/office/drawing/2014/main" id="{D4955766-CBF4-CA4C-9BA9-BB8E1EA9C9F5}"/>
              </a:ext>
            </a:extLst>
          </p:cNvPr>
          <p:cNvGrpSpPr/>
          <p:nvPr/>
        </p:nvGrpSpPr>
        <p:grpSpPr>
          <a:xfrm>
            <a:off x="4046108" y="918179"/>
            <a:ext cx="361670" cy="361333"/>
            <a:chOff x="4046108" y="918179"/>
            <a:chExt cx="361670" cy="361333"/>
          </a:xfrm>
          <a:solidFill>
            <a:srgbClr val="007680"/>
          </a:solidFill>
        </p:grpSpPr>
        <p:sp>
          <p:nvSpPr>
            <p:cNvPr id="729" name="Graphic 4">
              <a:extLst>
                <a:ext uri="{FF2B5EF4-FFF2-40B4-BE49-F238E27FC236}">
                  <a16:creationId xmlns:a16="http://schemas.microsoft.com/office/drawing/2014/main" id="{E04AEA12-18F0-C040-B1BF-B97C3E3F731C}"/>
                </a:ext>
              </a:extLst>
            </p:cNvPr>
            <p:cNvSpPr/>
            <p:nvPr/>
          </p:nvSpPr>
          <p:spPr>
            <a:xfrm>
              <a:off x="4189881" y="1010108"/>
              <a:ext cx="109906" cy="55540"/>
            </a:xfrm>
            <a:custGeom>
              <a:avLst/>
              <a:gdLst>
                <a:gd name="connsiteX0" fmla="*/ 0 w 109906"/>
                <a:gd name="connsiteY0" fmla="*/ 36389 h 55540"/>
                <a:gd name="connsiteX1" fmla="*/ 0 w 109906"/>
                <a:gd name="connsiteY1" fmla="*/ 55541 h 55540"/>
                <a:gd name="connsiteX2" fmla="*/ 109907 w 109906"/>
                <a:gd name="connsiteY2" fmla="*/ 19152 h 55540"/>
                <a:gd name="connsiteX3" fmla="*/ 109907 w 109906"/>
                <a:gd name="connsiteY3" fmla="*/ 0 h 55540"/>
              </a:gdLst>
              <a:ahLst/>
              <a:cxnLst>
                <a:cxn ang="0">
                  <a:pos x="connsiteX0" y="connsiteY0"/>
                </a:cxn>
                <a:cxn ang="0">
                  <a:pos x="connsiteX1" y="connsiteY1"/>
                </a:cxn>
                <a:cxn ang="0">
                  <a:pos x="connsiteX2" y="connsiteY2"/>
                </a:cxn>
                <a:cxn ang="0">
                  <a:pos x="connsiteX3" y="connsiteY3"/>
                </a:cxn>
              </a:cxnLst>
              <a:rect l="l" t="t" r="r" b="b"/>
              <a:pathLst>
                <a:path w="109906" h="55540">
                  <a:moveTo>
                    <a:pt x="0" y="36389"/>
                  </a:moveTo>
                  <a:lnTo>
                    <a:pt x="0" y="55541"/>
                  </a:lnTo>
                  <a:lnTo>
                    <a:pt x="109907" y="19152"/>
                  </a:lnTo>
                  <a:lnTo>
                    <a:pt x="109907" y="0"/>
                  </a:lnTo>
                  <a:close/>
                </a:path>
              </a:pathLst>
            </a:custGeom>
            <a:solidFill>
              <a:srgbClr val="007680"/>
            </a:solidFill>
            <a:ln w="6390" cap="flat">
              <a:noFill/>
              <a:prstDash val="solid"/>
              <a:miter/>
            </a:ln>
          </p:spPr>
          <p:txBody>
            <a:bodyPr rtlCol="0" anchor="ctr"/>
            <a:lstStyle/>
            <a:p>
              <a:endParaRPr lang="en-US"/>
            </a:p>
          </p:txBody>
        </p:sp>
        <p:sp>
          <p:nvSpPr>
            <p:cNvPr id="730" name="Graphic 4">
              <a:extLst>
                <a:ext uri="{FF2B5EF4-FFF2-40B4-BE49-F238E27FC236}">
                  <a16:creationId xmlns:a16="http://schemas.microsoft.com/office/drawing/2014/main" id="{B7EDC3F4-7A22-DD4D-AD64-068BD3CAAE77}"/>
                </a:ext>
              </a:extLst>
            </p:cNvPr>
            <p:cNvSpPr/>
            <p:nvPr/>
          </p:nvSpPr>
          <p:spPr>
            <a:xfrm>
              <a:off x="4141318" y="1162685"/>
              <a:ext cx="35783" cy="28089"/>
            </a:xfrm>
            <a:custGeom>
              <a:avLst/>
              <a:gdLst>
                <a:gd name="connsiteX0" fmla="*/ 17892 w 35783"/>
                <a:gd name="connsiteY0" fmla="*/ 0 h 28089"/>
                <a:gd name="connsiteX1" fmla="*/ 0 w 35783"/>
                <a:gd name="connsiteY1" fmla="*/ 14045 h 28089"/>
                <a:gd name="connsiteX2" fmla="*/ 17892 w 35783"/>
                <a:gd name="connsiteY2" fmla="*/ 28089 h 28089"/>
                <a:gd name="connsiteX3" fmla="*/ 35784 w 35783"/>
                <a:gd name="connsiteY3" fmla="*/ 14045 h 28089"/>
                <a:gd name="connsiteX4" fmla="*/ 17892 w 35783"/>
                <a:gd name="connsiteY4" fmla="*/ 0 h 28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83" h="28089">
                  <a:moveTo>
                    <a:pt x="17892" y="0"/>
                  </a:moveTo>
                  <a:cubicBezTo>
                    <a:pt x="7668" y="0"/>
                    <a:pt x="0" y="6384"/>
                    <a:pt x="0" y="14045"/>
                  </a:cubicBezTo>
                  <a:cubicBezTo>
                    <a:pt x="0" y="21706"/>
                    <a:pt x="8307" y="28089"/>
                    <a:pt x="17892" y="28089"/>
                  </a:cubicBezTo>
                  <a:cubicBezTo>
                    <a:pt x="27477" y="28089"/>
                    <a:pt x="35784" y="21706"/>
                    <a:pt x="35784" y="14045"/>
                  </a:cubicBezTo>
                  <a:cubicBezTo>
                    <a:pt x="35784" y="5746"/>
                    <a:pt x="28116" y="0"/>
                    <a:pt x="17892" y="0"/>
                  </a:cubicBezTo>
                  <a:close/>
                </a:path>
              </a:pathLst>
            </a:custGeom>
            <a:solidFill>
              <a:srgbClr val="007680"/>
            </a:solidFill>
            <a:ln w="6390" cap="flat">
              <a:noFill/>
              <a:prstDash val="solid"/>
              <a:miter/>
            </a:ln>
          </p:spPr>
          <p:txBody>
            <a:bodyPr rtlCol="0" anchor="ctr"/>
            <a:lstStyle/>
            <a:p>
              <a:endParaRPr lang="en-US"/>
            </a:p>
          </p:txBody>
        </p:sp>
        <p:sp>
          <p:nvSpPr>
            <p:cNvPr id="731" name="Graphic 4">
              <a:extLst>
                <a:ext uri="{FF2B5EF4-FFF2-40B4-BE49-F238E27FC236}">
                  <a16:creationId xmlns:a16="http://schemas.microsoft.com/office/drawing/2014/main" id="{3D4B08E7-BC81-E54C-BB60-CE7951B4D60B}"/>
                </a:ext>
              </a:extLst>
            </p:cNvPr>
            <p:cNvSpPr/>
            <p:nvPr/>
          </p:nvSpPr>
          <p:spPr>
            <a:xfrm>
              <a:off x="4264005" y="1129489"/>
              <a:ext cx="35783" cy="28089"/>
            </a:xfrm>
            <a:custGeom>
              <a:avLst/>
              <a:gdLst>
                <a:gd name="connsiteX0" fmla="*/ 35784 w 35783"/>
                <a:gd name="connsiteY0" fmla="*/ 14045 h 28089"/>
                <a:gd name="connsiteX1" fmla="*/ 17892 w 35783"/>
                <a:gd name="connsiteY1" fmla="*/ 28090 h 28089"/>
                <a:gd name="connsiteX2" fmla="*/ 0 w 35783"/>
                <a:gd name="connsiteY2" fmla="*/ 14045 h 28089"/>
                <a:gd name="connsiteX3" fmla="*/ 17892 w 35783"/>
                <a:gd name="connsiteY3" fmla="*/ 0 h 28089"/>
                <a:gd name="connsiteX4" fmla="*/ 35784 w 35783"/>
                <a:gd name="connsiteY4" fmla="*/ 14045 h 28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83" h="28089">
                  <a:moveTo>
                    <a:pt x="35784" y="14045"/>
                  </a:moveTo>
                  <a:cubicBezTo>
                    <a:pt x="35784" y="21801"/>
                    <a:pt x="27773" y="28090"/>
                    <a:pt x="17892" y="28090"/>
                  </a:cubicBezTo>
                  <a:cubicBezTo>
                    <a:pt x="8011" y="28090"/>
                    <a:pt x="0" y="21801"/>
                    <a:pt x="0" y="14045"/>
                  </a:cubicBezTo>
                  <a:cubicBezTo>
                    <a:pt x="0" y="6288"/>
                    <a:pt x="8011" y="0"/>
                    <a:pt x="17892" y="0"/>
                  </a:cubicBezTo>
                  <a:cubicBezTo>
                    <a:pt x="27773" y="0"/>
                    <a:pt x="35784" y="6288"/>
                    <a:pt x="35784" y="14045"/>
                  </a:cubicBezTo>
                  <a:close/>
                </a:path>
              </a:pathLst>
            </a:custGeom>
            <a:solidFill>
              <a:srgbClr val="007680"/>
            </a:solidFill>
            <a:ln w="6390" cap="flat">
              <a:noFill/>
              <a:prstDash val="solid"/>
              <a:miter/>
            </a:ln>
          </p:spPr>
          <p:txBody>
            <a:bodyPr rtlCol="0" anchor="ctr"/>
            <a:lstStyle/>
            <a:p>
              <a:endParaRPr lang="en-US"/>
            </a:p>
          </p:txBody>
        </p:sp>
        <p:sp>
          <p:nvSpPr>
            <p:cNvPr id="732" name="Graphic 4">
              <a:extLst>
                <a:ext uri="{FF2B5EF4-FFF2-40B4-BE49-F238E27FC236}">
                  <a16:creationId xmlns:a16="http://schemas.microsoft.com/office/drawing/2014/main" id="{D672D777-66E2-AA41-8379-218BD2F5A812}"/>
                </a:ext>
              </a:extLst>
            </p:cNvPr>
            <p:cNvSpPr/>
            <p:nvPr/>
          </p:nvSpPr>
          <p:spPr>
            <a:xfrm>
              <a:off x="4046108"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66460 w 361670"/>
                <a:gd name="connsiteY5" fmla="*/ 221524 h 361333"/>
                <a:gd name="connsiteX6" fmla="*/ 266460 w 361670"/>
                <a:gd name="connsiteY6" fmla="*/ 222801 h 361333"/>
                <a:gd name="connsiteX7" fmla="*/ 266460 w 361670"/>
                <a:gd name="connsiteY7" fmla="*/ 225355 h 361333"/>
                <a:gd name="connsiteX8" fmla="*/ 235788 w 361670"/>
                <a:gd name="connsiteY8" fmla="*/ 252167 h 361333"/>
                <a:gd name="connsiteX9" fmla="*/ 205117 w 361670"/>
                <a:gd name="connsiteY9" fmla="*/ 225355 h 361333"/>
                <a:gd name="connsiteX10" fmla="*/ 235788 w 361670"/>
                <a:gd name="connsiteY10" fmla="*/ 198542 h 361333"/>
                <a:gd name="connsiteX11" fmla="*/ 253681 w 361670"/>
                <a:gd name="connsiteY11" fmla="*/ 203649 h 361333"/>
                <a:gd name="connsiteX12" fmla="*/ 253681 w 361670"/>
                <a:gd name="connsiteY12" fmla="*/ 123849 h 361333"/>
                <a:gd name="connsiteX13" fmla="*/ 143774 w 361670"/>
                <a:gd name="connsiteY13" fmla="*/ 160238 h 361333"/>
                <a:gd name="connsiteX14" fmla="*/ 143774 w 361670"/>
                <a:gd name="connsiteY14" fmla="*/ 254083 h 361333"/>
                <a:gd name="connsiteX15" fmla="*/ 143774 w 361670"/>
                <a:gd name="connsiteY15" fmla="*/ 255359 h 361333"/>
                <a:gd name="connsiteX16" fmla="*/ 143774 w 361670"/>
                <a:gd name="connsiteY16" fmla="*/ 257913 h 361333"/>
                <a:gd name="connsiteX17" fmla="*/ 113102 w 361670"/>
                <a:gd name="connsiteY17" fmla="*/ 284726 h 361333"/>
                <a:gd name="connsiteX18" fmla="*/ 82430 w 361670"/>
                <a:gd name="connsiteY18" fmla="*/ 257913 h 361333"/>
                <a:gd name="connsiteX19" fmla="*/ 113102 w 361670"/>
                <a:gd name="connsiteY19" fmla="*/ 231100 h 361333"/>
                <a:gd name="connsiteX20" fmla="*/ 130994 w 361670"/>
                <a:gd name="connsiteY20" fmla="*/ 236207 h 361333"/>
                <a:gd name="connsiteX21" fmla="*/ 130994 w 361670"/>
                <a:gd name="connsiteY21" fmla="*/ 123211 h 361333"/>
                <a:gd name="connsiteX22" fmla="*/ 130994 w 361670"/>
                <a:gd name="connsiteY22" fmla="*/ 123211 h 361333"/>
                <a:gd name="connsiteX23" fmla="*/ 130994 w 361670"/>
                <a:gd name="connsiteY23" fmla="*/ 121934 h 361333"/>
                <a:gd name="connsiteX24" fmla="*/ 130994 w 361670"/>
                <a:gd name="connsiteY24" fmla="*/ 120657 h 361333"/>
                <a:gd name="connsiteX25" fmla="*/ 131633 w 361670"/>
                <a:gd name="connsiteY25" fmla="*/ 119380 h 361333"/>
                <a:gd name="connsiteX26" fmla="*/ 132272 w 361670"/>
                <a:gd name="connsiteY26" fmla="*/ 118104 h 361333"/>
                <a:gd name="connsiteX27" fmla="*/ 132911 w 361670"/>
                <a:gd name="connsiteY27" fmla="*/ 117465 h 361333"/>
                <a:gd name="connsiteX28" fmla="*/ 134189 w 361670"/>
                <a:gd name="connsiteY28" fmla="*/ 116827 h 361333"/>
                <a:gd name="connsiteX29" fmla="*/ 134189 w 361670"/>
                <a:gd name="connsiteY29" fmla="*/ 116827 h 361333"/>
                <a:gd name="connsiteX30" fmla="*/ 256876 w 361670"/>
                <a:gd name="connsiteY30" fmla="*/ 75969 h 361333"/>
                <a:gd name="connsiteX31" fmla="*/ 258153 w 361670"/>
                <a:gd name="connsiteY31" fmla="*/ 75969 h 361333"/>
                <a:gd name="connsiteX32" fmla="*/ 259431 w 361670"/>
                <a:gd name="connsiteY32" fmla="*/ 75969 h 361333"/>
                <a:gd name="connsiteX33" fmla="*/ 259431 w 361670"/>
                <a:gd name="connsiteY33" fmla="*/ 75969 h 361333"/>
                <a:gd name="connsiteX34" fmla="*/ 260709 w 361670"/>
                <a:gd name="connsiteY34" fmla="*/ 75969 h 361333"/>
                <a:gd name="connsiteX35" fmla="*/ 261987 w 361670"/>
                <a:gd name="connsiteY35" fmla="*/ 75969 h 361333"/>
                <a:gd name="connsiteX36" fmla="*/ 263266 w 361670"/>
                <a:gd name="connsiteY36" fmla="*/ 76608 h 361333"/>
                <a:gd name="connsiteX37" fmla="*/ 264543 w 361670"/>
                <a:gd name="connsiteY37" fmla="*/ 77246 h 361333"/>
                <a:gd name="connsiteX38" fmla="*/ 265182 w 361670"/>
                <a:gd name="connsiteY38" fmla="*/ 77885 h 361333"/>
                <a:gd name="connsiteX39" fmla="*/ 265821 w 361670"/>
                <a:gd name="connsiteY39" fmla="*/ 79161 h 361333"/>
                <a:gd name="connsiteX40" fmla="*/ 265821 w 361670"/>
                <a:gd name="connsiteY40" fmla="*/ 79161 h 361333"/>
                <a:gd name="connsiteX41" fmla="*/ 265821 w 361670"/>
                <a:gd name="connsiteY41" fmla="*/ 80438 h 361333"/>
                <a:gd name="connsiteX42" fmla="*/ 265821 w 361670"/>
                <a:gd name="connsiteY42" fmla="*/ 81715 h 361333"/>
                <a:gd name="connsiteX43" fmla="*/ 265821 w 361670"/>
                <a:gd name="connsiteY43" fmla="*/ 221524 h 361333"/>
                <a:gd name="connsiteX44" fmla="*/ 266460 w 361670"/>
                <a:gd name="connsiteY44" fmla="*/ 22152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266460" y="221524"/>
                  </a:moveTo>
                  <a:cubicBezTo>
                    <a:pt x="266460" y="222163"/>
                    <a:pt x="266460" y="222801"/>
                    <a:pt x="266460" y="222801"/>
                  </a:cubicBezTo>
                  <a:cubicBezTo>
                    <a:pt x="266460" y="223439"/>
                    <a:pt x="266460" y="224716"/>
                    <a:pt x="266460" y="225355"/>
                  </a:cubicBezTo>
                  <a:cubicBezTo>
                    <a:pt x="266460" y="240038"/>
                    <a:pt x="252403" y="252167"/>
                    <a:pt x="235788" y="252167"/>
                  </a:cubicBezTo>
                  <a:cubicBezTo>
                    <a:pt x="219175" y="252167"/>
                    <a:pt x="205117" y="240038"/>
                    <a:pt x="205117" y="225355"/>
                  </a:cubicBezTo>
                  <a:cubicBezTo>
                    <a:pt x="205117" y="210671"/>
                    <a:pt x="219175" y="198542"/>
                    <a:pt x="235788" y="198542"/>
                  </a:cubicBezTo>
                  <a:cubicBezTo>
                    <a:pt x="242818" y="198542"/>
                    <a:pt x="248568" y="200457"/>
                    <a:pt x="253681" y="203649"/>
                  </a:cubicBezTo>
                  <a:lnTo>
                    <a:pt x="253681" y="123849"/>
                  </a:lnTo>
                  <a:lnTo>
                    <a:pt x="143774" y="160238"/>
                  </a:lnTo>
                  <a:lnTo>
                    <a:pt x="143774" y="254083"/>
                  </a:lnTo>
                  <a:cubicBezTo>
                    <a:pt x="143774" y="254721"/>
                    <a:pt x="143774" y="255359"/>
                    <a:pt x="143774" y="255359"/>
                  </a:cubicBezTo>
                  <a:cubicBezTo>
                    <a:pt x="143774" y="255998"/>
                    <a:pt x="143774" y="257275"/>
                    <a:pt x="143774" y="257913"/>
                  </a:cubicBezTo>
                  <a:cubicBezTo>
                    <a:pt x="143774" y="272596"/>
                    <a:pt x="129716" y="284726"/>
                    <a:pt x="113102" y="284726"/>
                  </a:cubicBezTo>
                  <a:cubicBezTo>
                    <a:pt x="96488" y="284726"/>
                    <a:pt x="82430" y="272596"/>
                    <a:pt x="82430" y="257913"/>
                  </a:cubicBezTo>
                  <a:cubicBezTo>
                    <a:pt x="82430" y="243230"/>
                    <a:pt x="96488" y="231100"/>
                    <a:pt x="113102" y="231100"/>
                  </a:cubicBezTo>
                  <a:cubicBezTo>
                    <a:pt x="120131" y="231100"/>
                    <a:pt x="125882" y="233015"/>
                    <a:pt x="130994" y="236207"/>
                  </a:cubicBezTo>
                  <a:lnTo>
                    <a:pt x="130994" y="123211"/>
                  </a:lnTo>
                  <a:lnTo>
                    <a:pt x="130994" y="123211"/>
                  </a:lnTo>
                  <a:cubicBezTo>
                    <a:pt x="130994" y="122572"/>
                    <a:pt x="130994" y="122572"/>
                    <a:pt x="130994" y="121934"/>
                  </a:cubicBezTo>
                  <a:cubicBezTo>
                    <a:pt x="130994" y="121296"/>
                    <a:pt x="130994" y="121296"/>
                    <a:pt x="130994" y="120657"/>
                  </a:cubicBezTo>
                  <a:cubicBezTo>
                    <a:pt x="130994" y="120019"/>
                    <a:pt x="131633" y="120019"/>
                    <a:pt x="131633" y="119380"/>
                  </a:cubicBezTo>
                  <a:cubicBezTo>
                    <a:pt x="131633" y="118742"/>
                    <a:pt x="132272" y="118742"/>
                    <a:pt x="132272" y="118104"/>
                  </a:cubicBezTo>
                  <a:lnTo>
                    <a:pt x="132911" y="117465"/>
                  </a:lnTo>
                  <a:cubicBezTo>
                    <a:pt x="133549" y="117465"/>
                    <a:pt x="133549" y="116827"/>
                    <a:pt x="134189" y="116827"/>
                  </a:cubicBezTo>
                  <a:lnTo>
                    <a:pt x="134189" y="116827"/>
                  </a:lnTo>
                  <a:lnTo>
                    <a:pt x="256876" y="75969"/>
                  </a:lnTo>
                  <a:cubicBezTo>
                    <a:pt x="257514" y="75969"/>
                    <a:pt x="257514" y="75969"/>
                    <a:pt x="258153" y="75969"/>
                  </a:cubicBezTo>
                  <a:cubicBezTo>
                    <a:pt x="258792" y="75969"/>
                    <a:pt x="258792" y="75969"/>
                    <a:pt x="259431" y="75969"/>
                  </a:cubicBezTo>
                  <a:lnTo>
                    <a:pt x="259431" y="75969"/>
                  </a:lnTo>
                  <a:cubicBezTo>
                    <a:pt x="260071" y="75969"/>
                    <a:pt x="260071" y="75969"/>
                    <a:pt x="260709" y="75969"/>
                  </a:cubicBezTo>
                  <a:cubicBezTo>
                    <a:pt x="261348" y="75969"/>
                    <a:pt x="261348" y="75969"/>
                    <a:pt x="261987" y="75969"/>
                  </a:cubicBezTo>
                  <a:cubicBezTo>
                    <a:pt x="262626" y="75969"/>
                    <a:pt x="262626" y="76608"/>
                    <a:pt x="263266" y="76608"/>
                  </a:cubicBezTo>
                  <a:cubicBezTo>
                    <a:pt x="263904" y="76608"/>
                    <a:pt x="263904" y="77246"/>
                    <a:pt x="264543" y="77246"/>
                  </a:cubicBezTo>
                  <a:lnTo>
                    <a:pt x="265182" y="77885"/>
                  </a:lnTo>
                  <a:cubicBezTo>
                    <a:pt x="265182" y="78523"/>
                    <a:pt x="265821" y="78523"/>
                    <a:pt x="265821" y="79161"/>
                  </a:cubicBezTo>
                  <a:lnTo>
                    <a:pt x="265821" y="79161"/>
                  </a:lnTo>
                  <a:cubicBezTo>
                    <a:pt x="265821" y="79800"/>
                    <a:pt x="265821" y="79800"/>
                    <a:pt x="265821" y="80438"/>
                  </a:cubicBezTo>
                  <a:cubicBezTo>
                    <a:pt x="265821" y="81077"/>
                    <a:pt x="265821" y="81077"/>
                    <a:pt x="265821" y="81715"/>
                  </a:cubicBezTo>
                  <a:lnTo>
                    <a:pt x="265821" y="221524"/>
                  </a:lnTo>
                  <a:lnTo>
                    <a:pt x="266460" y="221524"/>
                  </a:lnTo>
                  <a:close/>
                </a:path>
              </a:pathLst>
            </a:custGeom>
            <a:solidFill>
              <a:srgbClr val="007680"/>
            </a:solidFill>
            <a:ln w="6390" cap="flat">
              <a:noFill/>
              <a:prstDash val="solid"/>
              <a:miter/>
            </a:ln>
          </p:spPr>
          <p:txBody>
            <a:bodyPr rtlCol="0" anchor="ctr"/>
            <a:lstStyle/>
            <a:p>
              <a:endParaRPr lang="en-US"/>
            </a:p>
          </p:txBody>
        </p:sp>
      </p:grpSp>
      <p:grpSp>
        <p:nvGrpSpPr>
          <p:cNvPr id="733" name="Graphic 4">
            <a:extLst>
              <a:ext uri="{FF2B5EF4-FFF2-40B4-BE49-F238E27FC236}">
                <a16:creationId xmlns:a16="http://schemas.microsoft.com/office/drawing/2014/main" id="{3594A8F4-782A-3843-B8A0-1705589729E9}"/>
              </a:ext>
            </a:extLst>
          </p:cNvPr>
          <p:cNvGrpSpPr/>
          <p:nvPr/>
        </p:nvGrpSpPr>
        <p:grpSpPr>
          <a:xfrm>
            <a:off x="10324860" y="2855717"/>
            <a:ext cx="361674" cy="361333"/>
            <a:chOff x="10324860" y="2855717"/>
            <a:chExt cx="361674" cy="361333"/>
          </a:xfrm>
          <a:solidFill>
            <a:srgbClr val="00ABAB"/>
          </a:solidFill>
        </p:grpSpPr>
        <p:sp>
          <p:nvSpPr>
            <p:cNvPr id="734" name="Graphic 4">
              <a:extLst>
                <a:ext uri="{FF2B5EF4-FFF2-40B4-BE49-F238E27FC236}">
                  <a16:creationId xmlns:a16="http://schemas.microsoft.com/office/drawing/2014/main" id="{EAD4803C-8534-9146-813A-6BBFCB6B7711}"/>
                </a:ext>
              </a:extLst>
            </p:cNvPr>
            <p:cNvSpPr/>
            <p:nvPr/>
          </p:nvSpPr>
          <p:spPr>
            <a:xfrm>
              <a:off x="10437962" y="2966799"/>
              <a:ext cx="172528" cy="139809"/>
            </a:xfrm>
            <a:custGeom>
              <a:avLst/>
              <a:gdLst>
                <a:gd name="connsiteX0" fmla="*/ 1917 w 172528"/>
                <a:gd name="connsiteY0" fmla="*/ 0 h 139809"/>
                <a:gd name="connsiteX1" fmla="*/ 1917 w 172528"/>
                <a:gd name="connsiteY1" fmla="*/ 130872 h 139809"/>
                <a:gd name="connsiteX2" fmla="*/ 0 w 172528"/>
                <a:gd name="connsiteY2" fmla="*/ 139809 h 139809"/>
                <a:gd name="connsiteX3" fmla="*/ 163582 w 172528"/>
                <a:gd name="connsiteY3" fmla="*/ 139809 h 139809"/>
                <a:gd name="connsiteX4" fmla="*/ 172528 w 172528"/>
                <a:gd name="connsiteY4" fmla="*/ 130872 h 139809"/>
                <a:gd name="connsiteX5" fmla="*/ 172528 w 172528"/>
                <a:gd name="connsiteY5" fmla="*/ 123211 h 139809"/>
                <a:gd name="connsiteX6" fmla="*/ 172528 w 172528"/>
                <a:gd name="connsiteY6" fmla="*/ 0 h 139809"/>
                <a:gd name="connsiteX7" fmla="*/ 1917 w 172528"/>
                <a:gd name="connsiteY7" fmla="*/ 0 h 139809"/>
                <a:gd name="connsiteX8" fmla="*/ 71567 w 172528"/>
                <a:gd name="connsiteY8" fmla="*/ 121934 h 139809"/>
                <a:gd name="connsiteX9" fmla="*/ 25560 w 172528"/>
                <a:gd name="connsiteY9" fmla="*/ 121934 h 139809"/>
                <a:gd name="connsiteX10" fmla="*/ 19170 w 172528"/>
                <a:gd name="connsiteY10" fmla="*/ 115550 h 139809"/>
                <a:gd name="connsiteX11" fmla="*/ 25560 w 172528"/>
                <a:gd name="connsiteY11" fmla="*/ 109166 h 139809"/>
                <a:gd name="connsiteX12" fmla="*/ 71567 w 172528"/>
                <a:gd name="connsiteY12" fmla="*/ 109166 h 139809"/>
                <a:gd name="connsiteX13" fmla="*/ 77957 w 172528"/>
                <a:gd name="connsiteY13" fmla="*/ 115550 h 139809"/>
                <a:gd name="connsiteX14" fmla="*/ 71567 w 172528"/>
                <a:gd name="connsiteY14" fmla="*/ 121934 h 139809"/>
                <a:gd name="connsiteX15" fmla="*/ 77957 w 172528"/>
                <a:gd name="connsiteY15" fmla="*/ 84907 h 139809"/>
                <a:gd name="connsiteX16" fmla="*/ 71567 w 172528"/>
                <a:gd name="connsiteY16" fmla="*/ 91291 h 139809"/>
                <a:gd name="connsiteX17" fmla="*/ 25560 w 172528"/>
                <a:gd name="connsiteY17" fmla="*/ 91291 h 139809"/>
                <a:gd name="connsiteX18" fmla="*/ 19170 w 172528"/>
                <a:gd name="connsiteY18" fmla="*/ 84907 h 139809"/>
                <a:gd name="connsiteX19" fmla="*/ 19170 w 172528"/>
                <a:gd name="connsiteY19" fmla="*/ 24259 h 139809"/>
                <a:gd name="connsiteX20" fmla="*/ 25560 w 172528"/>
                <a:gd name="connsiteY20" fmla="*/ 17875 h 139809"/>
                <a:gd name="connsiteX21" fmla="*/ 71567 w 172528"/>
                <a:gd name="connsiteY21" fmla="*/ 17875 h 139809"/>
                <a:gd name="connsiteX22" fmla="*/ 77957 w 172528"/>
                <a:gd name="connsiteY22" fmla="*/ 24259 h 139809"/>
                <a:gd name="connsiteX23" fmla="*/ 77957 w 172528"/>
                <a:gd name="connsiteY23" fmla="*/ 84907 h 139809"/>
                <a:gd name="connsiteX24" fmla="*/ 148246 w 172528"/>
                <a:gd name="connsiteY24" fmla="*/ 121934 h 139809"/>
                <a:gd name="connsiteX25" fmla="*/ 102239 w 172528"/>
                <a:gd name="connsiteY25" fmla="*/ 121934 h 139809"/>
                <a:gd name="connsiteX26" fmla="*/ 95849 w 172528"/>
                <a:gd name="connsiteY26" fmla="*/ 115550 h 139809"/>
                <a:gd name="connsiteX27" fmla="*/ 102239 w 172528"/>
                <a:gd name="connsiteY27" fmla="*/ 109166 h 139809"/>
                <a:gd name="connsiteX28" fmla="*/ 148246 w 172528"/>
                <a:gd name="connsiteY28" fmla="*/ 109166 h 139809"/>
                <a:gd name="connsiteX29" fmla="*/ 154636 w 172528"/>
                <a:gd name="connsiteY29" fmla="*/ 115550 h 139809"/>
                <a:gd name="connsiteX30" fmla="*/ 148246 w 172528"/>
                <a:gd name="connsiteY30" fmla="*/ 121934 h 139809"/>
                <a:gd name="connsiteX31" fmla="*/ 148246 w 172528"/>
                <a:gd name="connsiteY31" fmla="*/ 91291 h 139809"/>
                <a:gd name="connsiteX32" fmla="*/ 102239 w 172528"/>
                <a:gd name="connsiteY32" fmla="*/ 91291 h 139809"/>
                <a:gd name="connsiteX33" fmla="*/ 95849 w 172528"/>
                <a:gd name="connsiteY33" fmla="*/ 84907 h 139809"/>
                <a:gd name="connsiteX34" fmla="*/ 102239 w 172528"/>
                <a:gd name="connsiteY34" fmla="*/ 78523 h 139809"/>
                <a:gd name="connsiteX35" fmla="*/ 148246 w 172528"/>
                <a:gd name="connsiteY35" fmla="*/ 78523 h 139809"/>
                <a:gd name="connsiteX36" fmla="*/ 154636 w 172528"/>
                <a:gd name="connsiteY36" fmla="*/ 84907 h 139809"/>
                <a:gd name="connsiteX37" fmla="*/ 148246 w 172528"/>
                <a:gd name="connsiteY37" fmla="*/ 91291 h 139809"/>
                <a:gd name="connsiteX38" fmla="*/ 148246 w 172528"/>
                <a:gd name="connsiteY38" fmla="*/ 60648 h 139809"/>
                <a:gd name="connsiteX39" fmla="*/ 102239 w 172528"/>
                <a:gd name="connsiteY39" fmla="*/ 60648 h 139809"/>
                <a:gd name="connsiteX40" fmla="*/ 95849 w 172528"/>
                <a:gd name="connsiteY40" fmla="*/ 54264 h 139809"/>
                <a:gd name="connsiteX41" fmla="*/ 102239 w 172528"/>
                <a:gd name="connsiteY41" fmla="*/ 47880 h 139809"/>
                <a:gd name="connsiteX42" fmla="*/ 148246 w 172528"/>
                <a:gd name="connsiteY42" fmla="*/ 47880 h 139809"/>
                <a:gd name="connsiteX43" fmla="*/ 154636 w 172528"/>
                <a:gd name="connsiteY43" fmla="*/ 54264 h 139809"/>
                <a:gd name="connsiteX44" fmla="*/ 148246 w 172528"/>
                <a:gd name="connsiteY44" fmla="*/ 60648 h 139809"/>
                <a:gd name="connsiteX45" fmla="*/ 148246 w 172528"/>
                <a:gd name="connsiteY45" fmla="*/ 30005 h 139809"/>
                <a:gd name="connsiteX46" fmla="*/ 102239 w 172528"/>
                <a:gd name="connsiteY46" fmla="*/ 30005 h 139809"/>
                <a:gd name="connsiteX47" fmla="*/ 95849 w 172528"/>
                <a:gd name="connsiteY47" fmla="*/ 23621 h 139809"/>
                <a:gd name="connsiteX48" fmla="*/ 102239 w 172528"/>
                <a:gd name="connsiteY48" fmla="*/ 17237 h 139809"/>
                <a:gd name="connsiteX49" fmla="*/ 148246 w 172528"/>
                <a:gd name="connsiteY49" fmla="*/ 17237 h 139809"/>
                <a:gd name="connsiteX50" fmla="*/ 154636 w 172528"/>
                <a:gd name="connsiteY50" fmla="*/ 23621 h 139809"/>
                <a:gd name="connsiteX51" fmla="*/ 148246 w 172528"/>
                <a:gd name="connsiteY51" fmla="*/ 30005 h 13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72528" h="139809">
                  <a:moveTo>
                    <a:pt x="1917" y="0"/>
                  </a:moveTo>
                  <a:lnTo>
                    <a:pt x="1917" y="130872"/>
                  </a:lnTo>
                  <a:cubicBezTo>
                    <a:pt x="1917" y="134064"/>
                    <a:pt x="1278" y="137256"/>
                    <a:pt x="0" y="139809"/>
                  </a:cubicBezTo>
                  <a:lnTo>
                    <a:pt x="163582" y="139809"/>
                  </a:lnTo>
                  <a:cubicBezTo>
                    <a:pt x="168695" y="139809"/>
                    <a:pt x="172528" y="135979"/>
                    <a:pt x="172528" y="130872"/>
                  </a:cubicBezTo>
                  <a:lnTo>
                    <a:pt x="172528" y="123211"/>
                  </a:lnTo>
                  <a:lnTo>
                    <a:pt x="172528" y="0"/>
                  </a:lnTo>
                  <a:lnTo>
                    <a:pt x="1917" y="0"/>
                  </a:lnTo>
                  <a:close/>
                  <a:moveTo>
                    <a:pt x="71567" y="121934"/>
                  </a:moveTo>
                  <a:lnTo>
                    <a:pt x="25560" y="121934"/>
                  </a:lnTo>
                  <a:cubicBezTo>
                    <a:pt x="21726" y="121934"/>
                    <a:pt x="19170" y="119380"/>
                    <a:pt x="19170" y="115550"/>
                  </a:cubicBezTo>
                  <a:cubicBezTo>
                    <a:pt x="19170" y="111720"/>
                    <a:pt x="21726" y="109166"/>
                    <a:pt x="25560" y="109166"/>
                  </a:cubicBezTo>
                  <a:lnTo>
                    <a:pt x="71567" y="109166"/>
                  </a:lnTo>
                  <a:cubicBezTo>
                    <a:pt x="75402" y="109166"/>
                    <a:pt x="77957" y="111720"/>
                    <a:pt x="77957" y="115550"/>
                  </a:cubicBezTo>
                  <a:cubicBezTo>
                    <a:pt x="77957" y="119380"/>
                    <a:pt x="75402" y="121934"/>
                    <a:pt x="71567" y="121934"/>
                  </a:cubicBezTo>
                  <a:close/>
                  <a:moveTo>
                    <a:pt x="77957" y="84907"/>
                  </a:moveTo>
                  <a:cubicBezTo>
                    <a:pt x="77957" y="88737"/>
                    <a:pt x="75402" y="91291"/>
                    <a:pt x="71567" y="91291"/>
                  </a:cubicBezTo>
                  <a:lnTo>
                    <a:pt x="25560" y="91291"/>
                  </a:lnTo>
                  <a:cubicBezTo>
                    <a:pt x="21726" y="91291"/>
                    <a:pt x="19170" y="88737"/>
                    <a:pt x="19170" y="84907"/>
                  </a:cubicBezTo>
                  <a:lnTo>
                    <a:pt x="19170" y="24259"/>
                  </a:lnTo>
                  <a:cubicBezTo>
                    <a:pt x="19170" y="20429"/>
                    <a:pt x="21726" y="17875"/>
                    <a:pt x="25560" y="17875"/>
                  </a:cubicBezTo>
                  <a:lnTo>
                    <a:pt x="71567" y="17875"/>
                  </a:lnTo>
                  <a:cubicBezTo>
                    <a:pt x="75402" y="17875"/>
                    <a:pt x="77957" y="20429"/>
                    <a:pt x="77957" y="24259"/>
                  </a:cubicBezTo>
                  <a:lnTo>
                    <a:pt x="77957" y="84907"/>
                  </a:lnTo>
                  <a:close/>
                  <a:moveTo>
                    <a:pt x="148246" y="121934"/>
                  </a:moveTo>
                  <a:lnTo>
                    <a:pt x="102239" y="121934"/>
                  </a:lnTo>
                  <a:cubicBezTo>
                    <a:pt x="98405" y="121934"/>
                    <a:pt x="95849" y="119380"/>
                    <a:pt x="95849" y="115550"/>
                  </a:cubicBezTo>
                  <a:cubicBezTo>
                    <a:pt x="95849" y="111720"/>
                    <a:pt x="98405" y="109166"/>
                    <a:pt x="102239" y="109166"/>
                  </a:cubicBezTo>
                  <a:lnTo>
                    <a:pt x="148246" y="109166"/>
                  </a:lnTo>
                  <a:cubicBezTo>
                    <a:pt x="152081" y="109166"/>
                    <a:pt x="154636" y="111720"/>
                    <a:pt x="154636" y="115550"/>
                  </a:cubicBezTo>
                  <a:cubicBezTo>
                    <a:pt x="154636" y="119380"/>
                    <a:pt x="151441" y="121934"/>
                    <a:pt x="148246" y="121934"/>
                  </a:cubicBezTo>
                  <a:close/>
                  <a:moveTo>
                    <a:pt x="148246" y="91291"/>
                  </a:moveTo>
                  <a:lnTo>
                    <a:pt x="102239" y="91291"/>
                  </a:lnTo>
                  <a:cubicBezTo>
                    <a:pt x="98405" y="91291"/>
                    <a:pt x="95849" y="88737"/>
                    <a:pt x="95849" y="84907"/>
                  </a:cubicBezTo>
                  <a:cubicBezTo>
                    <a:pt x="95849" y="81076"/>
                    <a:pt x="98405" y="78523"/>
                    <a:pt x="102239" y="78523"/>
                  </a:cubicBezTo>
                  <a:lnTo>
                    <a:pt x="148246" y="78523"/>
                  </a:lnTo>
                  <a:cubicBezTo>
                    <a:pt x="152081" y="78523"/>
                    <a:pt x="154636" y="81076"/>
                    <a:pt x="154636" y="84907"/>
                  </a:cubicBezTo>
                  <a:cubicBezTo>
                    <a:pt x="154636" y="88737"/>
                    <a:pt x="151441" y="91291"/>
                    <a:pt x="148246" y="91291"/>
                  </a:cubicBezTo>
                  <a:close/>
                  <a:moveTo>
                    <a:pt x="148246" y="60648"/>
                  </a:moveTo>
                  <a:lnTo>
                    <a:pt x="102239" y="60648"/>
                  </a:lnTo>
                  <a:cubicBezTo>
                    <a:pt x="98405" y="60648"/>
                    <a:pt x="95849" y="58094"/>
                    <a:pt x="95849" y="54264"/>
                  </a:cubicBezTo>
                  <a:cubicBezTo>
                    <a:pt x="95849" y="50433"/>
                    <a:pt x="98405" y="47880"/>
                    <a:pt x="102239" y="47880"/>
                  </a:cubicBezTo>
                  <a:lnTo>
                    <a:pt x="148246" y="47880"/>
                  </a:lnTo>
                  <a:cubicBezTo>
                    <a:pt x="152081" y="47880"/>
                    <a:pt x="154636" y="50433"/>
                    <a:pt x="154636" y="54264"/>
                  </a:cubicBezTo>
                  <a:cubicBezTo>
                    <a:pt x="154636" y="58094"/>
                    <a:pt x="151441" y="60648"/>
                    <a:pt x="148246" y="60648"/>
                  </a:cubicBezTo>
                  <a:close/>
                  <a:moveTo>
                    <a:pt x="148246" y="30005"/>
                  </a:moveTo>
                  <a:lnTo>
                    <a:pt x="102239" y="30005"/>
                  </a:lnTo>
                  <a:cubicBezTo>
                    <a:pt x="98405" y="30005"/>
                    <a:pt x="95849" y="27451"/>
                    <a:pt x="95849" y="23621"/>
                  </a:cubicBezTo>
                  <a:cubicBezTo>
                    <a:pt x="95849" y="19790"/>
                    <a:pt x="98405" y="17237"/>
                    <a:pt x="102239" y="17237"/>
                  </a:cubicBezTo>
                  <a:lnTo>
                    <a:pt x="148246" y="17237"/>
                  </a:lnTo>
                  <a:cubicBezTo>
                    <a:pt x="152081" y="17237"/>
                    <a:pt x="154636" y="19790"/>
                    <a:pt x="154636" y="23621"/>
                  </a:cubicBezTo>
                  <a:cubicBezTo>
                    <a:pt x="154636" y="27451"/>
                    <a:pt x="151441" y="30005"/>
                    <a:pt x="148246" y="30005"/>
                  </a:cubicBezTo>
                  <a:close/>
                </a:path>
              </a:pathLst>
            </a:custGeom>
            <a:solidFill>
              <a:srgbClr val="00ABAB"/>
            </a:solidFill>
            <a:ln w="6390" cap="flat">
              <a:noFill/>
              <a:prstDash val="solid"/>
              <a:miter/>
            </a:ln>
          </p:spPr>
          <p:txBody>
            <a:bodyPr rtlCol="0" anchor="ctr"/>
            <a:lstStyle/>
            <a:p>
              <a:endParaRPr lang="en-US"/>
            </a:p>
          </p:txBody>
        </p:sp>
        <p:sp>
          <p:nvSpPr>
            <p:cNvPr id="735" name="Graphic 4">
              <a:extLst>
                <a:ext uri="{FF2B5EF4-FFF2-40B4-BE49-F238E27FC236}">
                  <a16:creationId xmlns:a16="http://schemas.microsoft.com/office/drawing/2014/main" id="{EB43E480-16C4-1F4D-9220-84933D539E59}"/>
                </a:ext>
              </a:extLst>
            </p:cNvPr>
            <p:cNvSpPr/>
            <p:nvPr/>
          </p:nvSpPr>
          <p:spPr>
            <a:xfrm>
              <a:off x="10324860" y="2855717"/>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97771 w 361674"/>
                <a:gd name="connsiteY5" fmla="*/ 234292 h 361333"/>
                <a:gd name="connsiteX6" fmla="*/ 297771 w 361674"/>
                <a:gd name="connsiteY6" fmla="*/ 241953 h 361333"/>
                <a:gd name="connsiteX7" fmla="*/ 276045 w 361674"/>
                <a:gd name="connsiteY7" fmla="*/ 263658 h 361333"/>
                <a:gd name="connsiteX8" fmla="*/ 93293 w 361674"/>
                <a:gd name="connsiteY8" fmla="*/ 263658 h 361333"/>
                <a:gd name="connsiteX9" fmla="*/ 71567 w 361674"/>
                <a:gd name="connsiteY9" fmla="*/ 241953 h 361333"/>
                <a:gd name="connsiteX10" fmla="*/ 71567 w 361674"/>
                <a:gd name="connsiteY10" fmla="*/ 104697 h 361333"/>
                <a:gd name="connsiteX11" fmla="*/ 77957 w 361674"/>
                <a:gd name="connsiteY11" fmla="*/ 98313 h 361333"/>
                <a:gd name="connsiteX12" fmla="*/ 84347 w 361674"/>
                <a:gd name="connsiteY12" fmla="*/ 104697 h 361333"/>
                <a:gd name="connsiteX13" fmla="*/ 84347 w 361674"/>
                <a:gd name="connsiteY13" fmla="*/ 241953 h 361333"/>
                <a:gd name="connsiteX14" fmla="*/ 93293 w 361674"/>
                <a:gd name="connsiteY14" fmla="*/ 250890 h 361333"/>
                <a:gd name="connsiteX15" fmla="*/ 102239 w 361674"/>
                <a:gd name="connsiteY15" fmla="*/ 241953 h 361333"/>
                <a:gd name="connsiteX16" fmla="*/ 102239 w 361674"/>
                <a:gd name="connsiteY16" fmla="*/ 104697 h 361333"/>
                <a:gd name="connsiteX17" fmla="*/ 108629 w 361674"/>
                <a:gd name="connsiteY17" fmla="*/ 98313 h 361333"/>
                <a:gd name="connsiteX18" fmla="*/ 291381 w 361674"/>
                <a:gd name="connsiteY18" fmla="*/ 98313 h 361333"/>
                <a:gd name="connsiteX19" fmla="*/ 297771 w 361674"/>
                <a:gd name="connsiteY19" fmla="*/ 104697 h 361333"/>
                <a:gd name="connsiteX20" fmla="*/ 297771 w 361674"/>
                <a:gd name="connsiteY20" fmla="*/ 23429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1674"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2309" y="80438"/>
                    <a:pt x="281157" y="0"/>
                    <a:pt x="180835" y="0"/>
                  </a:cubicBezTo>
                  <a:close/>
                  <a:moveTo>
                    <a:pt x="297771" y="234292"/>
                  </a:moveTo>
                  <a:lnTo>
                    <a:pt x="297771" y="241953"/>
                  </a:lnTo>
                  <a:cubicBezTo>
                    <a:pt x="297771" y="254082"/>
                    <a:pt x="288186" y="263658"/>
                    <a:pt x="276045" y="263658"/>
                  </a:cubicBezTo>
                  <a:lnTo>
                    <a:pt x="93293" y="263658"/>
                  </a:lnTo>
                  <a:cubicBezTo>
                    <a:pt x="81152" y="263658"/>
                    <a:pt x="71567" y="254082"/>
                    <a:pt x="71567" y="241953"/>
                  </a:cubicBezTo>
                  <a:lnTo>
                    <a:pt x="71567" y="104697"/>
                  </a:lnTo>
                  <a:cubicBezTo>
                    <a:pt x="71567" y="100867"/>
                    <a:pt x="74123" y="98313"/>
                    <a:pt x="77957" y="98313"/>
                  </a:cubicBezTo>
                  <a:cubicBezTo>
                    <a:pt x="81791" y="98313"/>
                    <a:pt x="84347" y="100867"/>
                    <a:pt x="84347" y="104697"/>
                  </a:cubicBezTo>
                  <a:lnTo>
                    <a:pt x="84347" y="241953"/>
                  </a:lnTo>
                  <a:cubicBezTo>
                    <a:pt x="84347" y="247060"/>
                    <a:pt x="88181" y="250890"/>
                    <a:pt x="93293" y="250890"/>
                  </a:cubicBezTo>
                  <a:cubicBezTo>
                    <a:pt x="98404" y="250890"/>
                    <a:pt x="102239" y="247060"/>
                    <a:pt x="102239" y="241953"/>
                  </a:cubicBezTo>
                  <a:lnTo>
                    <a:pt x="102239" y="104697"/>
                  </a:lnTo>
                  <a:cubicBezTo>
                    <a:pt x="102239" y="100867"/>
                    <a:pt x="104794" y="98313"/>
                    <a:pt x="108629" y="98313"/>
                  </a:cubicBezTo>
                  <a:lnTo>
                    <a:pt x="291381" y="98313"/>
                  </a:lnTo>
                  <a:cubicBezTo>
                    <a:pt x="295215" y="98313"/>
                    <a:pt x="297771" y="100867"/>
                    <a:pt x="297771" y="104697"/>
                  </a:cubicBezTo>
                  <a:lnTo>
                    <a:pt x="297771" y="234292"/>
                  </a:lnTo>
                  <a:close/>
                </a:path>
              </a:pathLst>
            </a:custGeom>
            <a:solidFill>
              <a:srgbClr val="00ABAB"/>
            </a:solidFill>
            <a:ln w="6390" cap="flat">
              <a:noFill/>
              <a:prstDash val="solid"/>
              <a:miter/>
            </a:ln>
          </p:spPr>
          <p:txBody>
            <a:bodyPr rtlCol="0" anchor="ctr"/>
            <a:lstStyle/>
            <a:p>
              <a:endParaRPr lang="en-US"/>
            </a:p>
          </p:txBody>
        </p:sp>
        <p:sp>
          <p:nvSpPr>
            <p:cNvPr id="736" name="Graphic 4">
              <a:extLst>
                <a:ext uri="{FF2B5EF4-FFF2-40B4-BE49-F238E27FC236}">
                  <a16:creationId xmlns:a16="http://schemas.microsoft.com/office/drawing/2014/main" id="{D3BEFC41-331A-6047-9327-AF9308C3CEF4}"/>
                </a:ext>
              </a:extLst>
            </p:cNvPr>
            <p:cNvSpPr/>
            <p:nvPr/>
          </p:nvSpPr>
          <p:spPr>
            <a:xfrm>
              <a:off x="10470550" y="2996803"/>
              <a:ext cx="33227" cy="47879"/>
            </a:xfrm>
            <a:custGeom>
              <a:avLst/>
              <a:gdLst>
                <a:gd name="connsiteX0" fmla="*/ 0 w 33227"/>
                <a:gd name="connsiteY0" fmla="*/ 0 h 47879"/>
                <a:gd name="connsiteX1" fmla="*/ 33227 w 33227"/>
                <a:gd name="connsiteY1" fmla="*/ 0 h 47879"/>
                <a:gd name="connsiteX2" fmla="*/ 33227 w 33227"/>
                <a:gd name="connsiteY2" fmla="*/ 47880 h 47879"/>
                <a:gd name="connsiteX3" fmla="*/ 0 w 33227"/>
                <a:gd name="connsiteY3" fmla="*/ 47880 h 47879"/>
              </a:gdLst>
              <a:ahLst/>
              <a:cxnLst>
                <a:cxn ang="0">
                  <a:pos x="connsiteX0" y="connsiteY0"/>
                </a:cxn>
                <a:cxn ang="0">
                  <a:pos x="connsiteX1" y="connsiteY1"/>
                </a:cxn>
                <a:cxn ang="0">
                  <a:pos x="connsiteX2" y="connsiteY2"/>
                </a:cxn>
                <a:cxn ang="0">
                  <a:pos x="connsiteX3" y="connsiteY3"/>
                </a:cxn>
              </a:cxnLst>
              <a:rect l="l" t="t" r="r" b="b"/>
              <a:pathLst>
                <a:path w="33227" h="47879">
                  <a:moveTo>
                    <a:pt x="0" y="0"/>
                  </a:moveTo>
                  <a:lnTo>
                    <a:pt x="33227" y="0"/>
                  </a:lnTo>
                  <a:lnTo>
                    <a:pt x="33227" y="47880"/>
                  </a:lnTo>
                  <a:lnTo>
                    <a:pt x="0" y="47880"/>
                  </a:lnTo>
                  <a:close/>
                </a:path>
              </a:pathLst>
            </a:custGeom>
            <a:solidFill>
              <a:srgbClr val="00ABAB"/>
            </a:solidFill>
            <a:ln w="6390" cap="flat">
              <a:noFill/>
              <a:prstDash val="solid"/>
              <a:miter/>
            </a:ln>
          </p:spPr>
          <p:txBody>
            <a:bodyPr rtlCol="0" anchor="ctr"/>
            <a:lstStyle/>
            <a:p>
              <a:endParaRPr lang="en-US"/>
            </a:p>
          </p:txBody>
        </p:sp>
      </p:grpSp>
      <p:sp>
        <p:nvSpPr>
          <p:cNvPr id="737" name="Graphic 4">
            <a:extLst>
              <a:ext uri="{FF2B5EF4-FFF2-40B4-BE49-F238E27FC236}">
                <a16:creationId xmlns:a16="http://schemas.microsoft.com/office/drawing/2014/main" id="{ACB70A0F-1FE6-0C48-BB17-96A967F06F82}"/>
              </a:ext>
            </a:extLst>
          </p:cNvPr>
          <p:cNvSpPr/>
          <p:nvPr/>
        </p:nvSpPr>
        <p:spPr>
          <a:xfrm>
            <a:off x="7192513" y="4308712"/>
            <a:ext cx="361674" cy="361333"/>
          </a:xfrm>
          <a:custGeom>
            <a:avLst/>
            <a:gdLst>
              <a:gd name="connsiteX0" fmla="*/ 180836 w 361674"/>
              <a:gd name="connsiteY0" fmla="*/ 0 h 361333"/>
              <a:gd name="connsiteX1" fmla="*/ 0 w 361674"/>
              <a:gd name="connsiteY1" fmla="*/ 180667 h 361333"/>
              <a:gd name="connsiteX2" fmla="*/ 180836 w 361674"/>
              <a:gd name="connsiteY2" fmla="*/ 361334 h 361333"/>
              <a:gd name="connsiteX3" fmla="*/ 361670 w 361674"/>
              <a:gd name="connsiteY3" fmla="*/ 180667 h 361333"/>
              <a:gd name="connsiteX4" fmla="*/ 180836 w 361674"/>
              <a:gd name="connsiteY4" fmla="*/ 0 h 361333"/>
              <a:gd name="connsiteX5" fmla="*/ 174446 w 361674"/>
              <a:gd name="connsiteY5" fmla="*/ 68309 h 361333"/>
              <a:gd name="connsiteX6" fmla="*/ 180836 w 361674"/>
              <a:gd name="connsiteY6" fmla="*/ 61925 h 361333"/>
              <a:gd name="connsiteX7" fmla="*/ 187225 w 361674"/>
              <a:gd name="connsiteY7" fmla="*/ 68309 h 361333"/>
              <a:gd name="connsiteX8" fmla="*/ 187225 w 361674"/>
              <a:gd name="connsiteY8" fmla="*/ 143640 h 361333"/>
              <a:gd name="connsiteX9" fmla="*/ 180836 w 361674"/>
              <a:gd name="connsiteY9" fmla="*/ 150024 h 361333"/>
              <a:gd name="connsiteX10" fmla="*/ 174446 w 361674"/>
              <a:gd name="connsiteY10" fmla="*/ 143640 h 361333"/>
              <a:gd name="connsiteX11" fmla="*/ 174446 w 361674"/>
              <a:gd name="connsiteY11" fmla="*/ 68309 h 361333"/>
              <a:gd name="connsiteX12" fmla="*/ 180836 w 361674"/>
              <a:gd name="connsiteY12" fmla="*/ 300047 h 361333"/>
              <a:gd name="connsiteX13" fmla="*/ 65817 w 361674"/>
              <a:gd name="connsiteY13" fmla="*/ 185135 h 361333"/>
              <a:gd name="connsiteX14" fmla="*/ 142496 w 361674"/>
              <a:gd name="connsiteY14" fmla="*/ 77246 h 361333"/>
              <a:gd name="connsiteX15" fmla="*/ 150802 w 361674"/>
              <a:gd name="connsiteY15" fmla="*/ 81077 h 361333"/>
              <a:gd name="connsiteX16" fmla="*/ 146969 w 361674"/>
              <a:gd name="connsiteY16" fmla="*/ 89376 h 361333"/>
              <a:gd name="connsiteX17" fmla="*/ 79235 w 361674"/>
              <a:gd name="connsiteY17" fmla="*/ 185774 h 361333"/>
              <a:gd name="connsiteX18" fmla="*/ 181474 w 361674"/>
              <a:gd name="connsiteY18" fmla="*/ 287918 h 361333"/>
              <a:gd name="connsiteX19" fmla="*/ 283713 w 361674"/>
              <a:gd name="connsiteY19" fmla="*/ 185774 h 361333"/>
              <a:gd name="connsiteX20" fmla="*/ 215980 w 361674"/>
              <a:gd name="connsiteY20" fmla="*/ 89376 h 361333"/>
              <a:gd name="connsiteX21" fmla="*/ 212146 w 361674"/>
              <a:gd name="connsiteY21" fmla="*/ 81077 h 361333"/>
              <a:gd name="connsiteX22" fmla="*/ 220453 w 361674"/>
              <a:gd name="connsiteY22" fmla="*/ 77246 h 361333"/>
              <a:gd name="connsiteX23" fmla="*/ 297132 w 361674"/>
              <a:gd name="connsiteY23" fmla="*/ 185135 h 361333"/>
              <a:gd name="connsiteX24" fmla="*/ 180836 w 361674"/>
              <a:gd name="connsiteY24" fmla="*/ 30004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1674" h="361333">
                <a:moveTo>
                  <a:pt x="180836" y="0"/>
                </a:moveTo>
                <a:cubicBezTo>
                  <a:pt x="80513" y="0"/>
                  <a:pt x="0" y="81077"/>
                  <a:pt x="0" y="180667"/>
                </a:cubicBezTo>
                <a:cubicBezTo>
                  <a:pt x="0" y="280895"/>
                  <a:pt x="81153" y="361334"/>
                  <a:pt x="180836" y="361334"/>
                </a:cubicBezTo>
                <a:cubicBezTo>
                  <a:pt x="280518" y="361334"/>
                  <a:pt x="361670" y="280257"/>
                  <a:pt x="361670" y="180667"/>
                </a:cubicBezTo>
                <a:cubicBezTo>
                  <a:pt x="362310" y="81077"/>
                  <a:pt x="281157" y="0"/>
                  <a:pt x="180836" y="0"/>
                </a:cubicBezTo>
                <a:close/>
                <a:moveTo>
                  <a:pt x="174446" y="68309"/>
                </a:moveTo>
                <a:cubicBezTo>
                  <a:pt x="174446" y="64478"/>
                  <a:pt x="177002" y="61925"/>
                  <a:pt x="180836" y="61925"/>
                </a:cubicBezTo>
                <a:cubicBezTo>
                  <a:pt x="184669" y="61925"/>
                  <a:pt x="187225" y="64478"/>
                  <a:pt x="187225" y="68309"/>
                </a:cubicBezTo>
                <a:lnTo>
                  <a:pt x="187225" y="143640"/>
                </a:lnTo>
                <a:cubicBezTo>
                  <a:pt x="187225" y="147470"/>
                  <a:pt x="184669" y="150024"/>
                  <a:pt x="180836" y="150024"/>
                </a:cubicBezTo>
                <a:cubicBezTo>
                  <a:pt x="177002" y="150024"/>
                  <a:pt x="174446" y="147470"/>
                  <a:pt x="174446" y="143640"/>
                </a:cubicBezTo>
                <a:lnTo>
                  <a:pt x="174446" y="68309"/>
                </a:lnTo>
                <a:close/>
                <a:moveTo>
                  <a:pt x="180836" y="300047"/>
                </a:moveTo>
                <a:cubicBezTo>
                  <a:pt x="117575" y="300047"/>
                  <a:pt x="65817" y="248337"/>
                  <a:pt x="65817" y="185135"/>
                </a:cubicBezTo>
                <a:cubicBezTo>
                  <a:pt x="65817" y="136617"/>
                  <a:pt x="96488" y="93206"/>
                  <a:pt x="142496" y="77246"/>
                </a:cubicBezTo>
                <a:cubicBezTo>
                  <a:pt x="145691" y="75970"/>
                  <a:pt x="149525" y="77885"/>
                  <a:pt x="150802" y="81077"/>
                </a:cubicBezTo>
                <a:cubicBezTo>
                  <a:pt x="152081" y="84269"/>
                  <a:pt x="150164" y="88099"/>
                  <a:pt x="146969" y="89376"/>
                </a:cubicBezTo>
                <a:cubicBezTo>
                  <a:pt x="106073" y="103421"/>
                  <a:pt x="79235" y="142363"/>
                  <a:pt x="79235" y="185774"/>
                </a:cubicBezTo>
                <a:cubicBezTo>
                  <a:pt x="79235" y="241953"/>
                  <a:pt x="125243" y="287918"/>
                  <a:pt x="181474" y="287918"/>
                </a:cubicBezTo>
                <a:cubicBezTo>
                  <a:pt x="237706" y="287918"/>
                  <a:pt x="283713" y="241953"/>
                  <a:pt x="283713" y="185774"/>
                </a:cubicBezTo>
                <a:cubicBezTo>
                  <a:pt x="283713" y="142363"/>
                  <a:pt x="256236" y="104059"/>
                  <a:pt x="215980" y="89376"/>
                </a:cubicBezTo>
                <a:cubicBezTo>
                  <a:pt x="212785" y="88099"/>
                  <a:pt x="210868" y="84269"/>
                  <a:pt x="212146" y="81077"/>
                </a:cubicBezTo>
                <a:cubicBezTo>
                  <a:pt x="213424" y="77885"/>
                  <a:pt x="217258" y="75970"/>
                  <a:pt x="220453" y="77246"/>
                </a:cubicBezTo>
                <a:cubicBezTo>
                  <a:pt x="266461" y="93206"/>
                  <a:pt x="297132" y="136617"/>
                  <a:pt x="297132" y="185135"/>
                </a:cubicBezTo>
                <a:cubicBezTo>
                  <a:pt x="295854" y="248337"/>
                  <a:pt x="244096" y="300047"/>
                  <a:pt x="180836" y="300047"/>
                </a:cubicBezTo>
                <a:close/>
              </a:path>
            </a:pathLst>
          </a:custGeom>
          <a:solidFill>
            <a:srgbClr val="0097A9"/>
          </a:solidFill>
          <a:ln w="6390" cap="flat">
            <a:noFill/>
            <a:prstDash val="solid"/>
            <a:miter/>
          </a:ln>
        </p:spPr>
        <p:txBody>
          <a:bodyPr rtlCol="0" anchor="ctr"/>
          <a:lstStyle/>
          <a:p>
            <a:endParaRPr lang="en-US"/>
          </a:p>
        </p:txBody>
      </p:sp>
      <p:sp>
        <p:nvSpPr>
          <p:cNvPr id="738" name="Graphic 4">
            <a:extLst>
              <a:ext uri="{FF2B5EF4-FFF2-40B4-BE49-F238E27FC236}">
                <a16:creationId xmlns:a16="http://schemas.microsoft.com/office/drawing/2014/main" id="{7F6CA595-FA4A-C34F-B2BC-64AEF00229BF}"/>
              </a:ext>
            </a:extLst>
          </p:cNvPr>
          <p:cNvSpPr/>
          <p:nvPr/>
        </p:nvSpPr>
        <p:spPr>
          <a:xfrm>
            <a:off x="7192513" y="3824168"/>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245374 w 361670"/>
              <a:gd name="connsiteY5" fmla="*/ 137256 h 361333"/>
              <a:gd name="connsiteX6" fmla="*/ 200644 w 361670"/>
              <a:gd name="connsiteY6" fmla="*/ 167260 h 361333"/>
              <a:gd name="connsiteX7" fmla="*/ 192337 w 361670"/>
              <a:gd name="connsiteY7" fmla="*/ 176836 h 361333"/>
              <a:gd name="connsiteX8" fmla="*/ 189142 w 361670"/>
              <a:gd name="connsiteY8" fmla="*/ 180667 h 361333"/>
              <a:gd name="connsiteX9" fmla="*/ 192977 w 361670"/>
              <a:gd name="connsiteY9" fmla="*/ 184497 h 361333"/>
              <a:gd name="connsiteX10" fmla="*/ 200644 w 361670"/>
              <a:gd name="connsiteY10" fmla="*/ 194073 h 361333"/>
              <a:gd name="connsiteX11" fmla="*/ 245374 w 361670"/>
              <a:gd name="connsiteY11" fmla="*/ 224078 h 361333"/>
              <a:gd name="connsiteX12" fmla="*/ 265821 w 361670"/>
              <a:gd name="connsiteY12" fmla="*/ 224078 h 361333"/>
              <a:gd name="connsiteX13" fmla="*/ 247930 w 361670"/>
              <a:gd name="connsiteY13" fmla="*/ 206203 h 361333"/>
              <a:gd name="connsiteX14" fmla="*/ 247930 w 361670"/>
              <a:gd name="connsiteY14" fmla="*/ 197265 h 361333"/>
              <a:gd name="connsiteX15" fmla="*/ 256876 w 361670"/>
              <a:gd name="connsiteY15" fmla="*/ 197265 h 361333"/>
              <a:gd name="connsiteX16" fmla="*/ 285631 w 361670"/>
              <a:gd name="connsiteY16" fmla="*/ 225993 h 361333"/>
              <a:gd name="connsiteX17" fmla="*/ 286908 w 361670"/>
              <a:gd name="connsiteY17" fmla="*/ 227908 h 361333"/>
              <a:gd name="connsiteX18" fmla="*/ 286908 w 361670"/>
              <a:gd name="connsiteY18" fmla="*/ 233015 h 361333"/>
              <a:gd name="connsiteX19" fmla="*/ 285631 w 361670"/>
              <a:gd name="connsiteY19" fmla="*/ 234930 h 361333"/>
              <a:gd name="connsiteX20" fmla="*/ 256876 w 361670"/>
              <a:gd name="connsiteY20" fmla="*/ 263658 h 361333"/>
              <a:gd name="connsiteX21" fmla="*/ 252403 w 361670"/>
              <a:gd name="connsiteY21" fmla="*/ 265574 h 361333"/>
              <a:gd name="connsiteX22" fmla="*/ 247930 w 361670"/>
              <a:gd name="connsiteY22" fmla="*/ 263658 h 361333"/>
              <a:gd name="connsiteX23" fmla="*/ 247930 w 361670"/>
              <a:gd name="connsiteY23" fmla="*/ 254721 h 361333"/>
              <a:gd name="connsiteX24" fmla="*/ 265821 w 361670"/>
              <a:gd name="connsiteY24" fmla="*/ 236846 h 361333"/>
              <a:gd name="connsiteX25" fmla="*/ 245374 w 361670"/>
              <a:gd name="connsiteY25" fmla="*/ 236846 h 361333"/>
              <a:gd name="connsiteX26" fmla="*/ 190420 w 361670"/>
              <a:gd name="connsiteY26" fmla="*/ 201734 h 361333"/>
              <a:gd name="connsiteX27" fmla="*/ 182752 w 361670"/>
              <a:gd name="connsiteY27" fmla="*/ 192796 h 361333"/>
              <a:gd name="connsiteX28" fmla="*/ 180197 w 361670"/>
              <a:gd name="connsiteY28" fmla="*/ 190243 h 361333"/>
              <a:gd name="connsiteX29" fmla="*/ 177641 w 361670"/>
              <a:gd name="connsiteY29" fmla="*/ 192796 h 361333"/>
              <a:gd name="connsiteX30" fmla="*/ 169972 w 361670"/>
              <a:gd name="connsiteY30" fmla="*/ 201734 h 361333"/>
              <a:gd name="connsiteX31" fmla="*/ 115019 w 361670"/>
              <a:gd name="connsiteY31" fmla="*/ 236846 h 361333"/>
              <a:gd name="connsiteX32" fmla="*/ 79235 w 361670"/>
              <a:gd name="connsiteY32" fmla="*/ 236846 h 361333"/>
              <a:gd name="connsiteX33" fmla="*/ 72845 w 361670"/>
              <a:gd name="connsiteY33" fmla="*/ 230462 h 361333"/>
              <a:gd name="connsiteX34" fmla="*/ 79235 w 361670"/>
              <a:gd name="connsiteY34" fmla="*/ 224078 h 361333"/>
              <a:gd name="connsiteX35" fmla="*/ 115019 w 361670"/>
              <a:gd name="connsiteY35" fmla="*/ 224078 h 361333"/>
              <a:gd name="connsiteX36" fmla="*/ 159748 w 361670"/>
              <a:gd name="connsiteY36" fmla="*/ 194073 h 361333"/>
              <a:gd name="connsiteX37" fmla="*/ 168056 w 361670"/>
              <a:gd name="connsiteY37" fmla="*/ 184497 h 361333"/>
              <a:gd name="connsiteX38" fmla="*/ 171251 w 361670"/>
              <a:gd name="connsiteY38" fmla="*/ 180667 h 361333"/>
              <a:gd name="connsiteX39" fmla="*/ 167417 w 361670"/>
              <a:gd name="connsiteY39" fmla="*/ 176836 h 361333"/>
              <a:gd name="connsiteX40" fmla="*/ 159748 w 361670"/>
              <a:gd name="connsiteY40" fmla="*/ 167260 h 361333"/>
              <a:gd name="connsiteX41" fmla="*/ 115019 w 361670"/>
              <a:gd name="connsiteY41" fmla="*/ 137256 h 361333"/>
              <a:gd name="connsiteX42" fmla="*/ 79235 w 361670"/>
              <a:gd name="connsiteY42" fmla="*/ 137256 h 361333"/>
              <a:gd name="connsiteX43" fmla="*/ 72845 w 361670"/>
              <a:gd name="connsiteY43" fmla="*/ 130872 h 361333"/>
              <a:gd name="connsiteX44" fmla="*/ 79235 w 361670"/>
              <a:gd name="connsiteY44" fmla="*/ 124488 h 361333"/>
              <a:gd name="connsiteX45" fmla="*/ 115019 w 361670"/>
              <a:gd name="connsiteY45" fmla="*/ 124488 h 361333"/>
              <a:gd name="connsiteX46" fmla="*/ 169972 w 361670"/>
              <a:gd name="connsiteY46" fmla="*/ 159600 h 361333"/>
              <a:gd name="connsiteX47" fmla="*/ 177641 w 361670"/>
              <a:gd name="connsiteY47" fmla="*/ 168537 h 361333"/>
              <a:gd name="connsiteX48" fmla="*/ 180197 w 361670"/>
              <a:gd name="connsiteY48" fmla="*/ 171091 h 361333"/>
              <a:gd name="connsiteX49" fmla="*/ 182752 w 361670"/>
              <a:gd name="connsiteY49" fmla="*/ 168537 h 361333"/>
              <a:gd name="connsiteX50" fmla="*/ 190420 w 361670"/>
              <a:gd name="connsiteY50" fmla="*/ 159600 h 361333"/>
              <a:gd name="connsiteX51" fmla="*/ 245374 w 361670"/>
              <a:gd name="connsiteY51" fmla="*/ 124488 h 361333"/>
              <a:gd name="connsiteX52" fmla="*/ 265821 w 361670"/>
              <a:gd name="connsiteY52" fmla="*/ 124488 h 361333"/>
              <a:gd name="connsiteX53" fmla="*/ 247930 w 361670"/>
              <a:gd name="connsiteY53" fmla="*/ 106612 h 361333"/>
              <a:gd name="connsiteX54" fmla="*/ 247930 w 361670"/>
              <a:gd name="connsiteY54" fmla="*/ 97675 h 361333"/>
              <a:gd name="connsiteX55" fmla="*/ 256876 w 361670"/>
              <a:gd name="connsiteY55" fmla="*/ 97675 h 361333"/>
              <a:gd name="connsiteX56" fmla="*/ 285631 w 361670"/>
              <a:gd name="connsiteY56" fmla="*/ 126403 h 361333"/>
              <a:gd name="connsiteX57" fmla="*/ 286908 w 361670"/>
              <a:gd name="connsiteY57" fmla="*/ 128318 h 361333"/>
              <a:gd name="connsiteX58" fmla="*/ 286908 w 361670"/>
              <a:gd name="connsiteY58" fmla="*/ 133425 h 361333"/>
              <a:gd name="connsiteX59" fmla="*/ 285631 w 361670"/>
              <a:gd name="connsiteY59" fmla="*/ 135340 h 361333"/>
              <a:gd name="connsiteX60" fmla="*/ 256876 w 361670"/>
              <a:gd name="connsiteY60" fmla="*/ 164068 h 361333"/>
              <a:gd name="connsiteX61" fmla="*/ 252403 w 361670"/>
              <a:gd name="connsiteY61" fmla="*/ 165984 h 361333"/>
              <a:gd name="connsiteX62" fmla="*/ 247930 w 361670"/>
              <a:gd name="connsiteY62" fmla="*/ 164068 h 361333"/>
              <a:gd name="connsiteX63" fmla="*/ 247930 w 361670"/>
              <a:gd name="connsiteY63" fmla="*/ 155131 h 361333"/>
              <a:gd name="connsiteX64" fmla="*/ 265821 w 361670"/>
              <a:gd name="connsiteY64" fmla="*/ 137256 h 361333"/>
              <a:gd name="connsiteX65" fmla="*/ 245374 w 361670"/>
              <a:gd name="connsiteY65" fmla="*/ 137256 h 361333"/>
              <a:gd name="connsiteX66" fmla="*/ 245374 w 361670"/>
              <a:gd name="connsiteY66" fmla="*/ 13725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61670" h="361333">
                <a:moveTo>
                  <a:pt x="180836" y="0"/>
                </a:moveTo>
                <a:cubicBezTo>
                  <a:pt x="80513" y="0"/>
                  <a:pt x="0" y="81076"/>
                  <a:pt x="0" y="180667"/>
                </a:cubicBezTo>
                <a:cubicBezTo>
                  <a:pt x="0" y="280257"/>
                  <a:pt x="81153" y="361333"/>
                  <a:pt x="180836" y="361333"/>
                </a:cubicBezTo>
                <a:cubicBezTo>
                  <a:pt x="281157" y="361333"/>
                  <a:pt x="361670" y="280257"/>
                  <a:pt x="361670" y="180667"/>
                </a:cubicBezTo>
                <a:cubicBezTo>
                  <a:pt x="361670" y="81076"/>
                  <a:pt x="281157" y="0"/>
                  <a:pt x="180836" y="0"/>
                </a:cubicBezTo>
                <a:close/>
                <a:moveTo>
                  <a:pt x="245374" y="137256"/>
                </a:moveTo>
                <a:cubicBezTo>
                  <a:pt x="224287" y="137256"/>
                  <a:pt x="212146" y="153216"/>
                  <a:pt x="200644" y="167260"/>
                </a:cubicBezTo>
                <a:cubicBezTo>
                  <a:pt x="198088" y="171091"/>
                  <a:pt x="195532" y="174283"/>
                  <a:pt x="192337" y="176836"/>
                </a:cubicBezTo>
                <a:lnTo>
                  <a:pt x="189142" y="180667"/>
                </a:lnTo>
                <a:lnTo>
                  <a:pt x="192977" y="184497"/>
                </a:lnTo>
                <a:cubicBezTo>
                  <a:pt x="195532" y="187051"/>
                  <a:pt x="198088" y="190881"/>
                  <a:pt x="200644" y="194073"/>
                </a:cubicBezTo>
                <a:cubicBezTo>
                  <a:pt x="211507" y="208118"/>
                  <a:pt x="224287" y="224078"/>
                  <a:pt x="245374" y="224078"/>
                </a:cubicBezTo>
                <a:lnTo>
                  <a:pt x="265821" y="224078"/>
                </a:lnTo>
                <a:lnTo>
                  <a:pt x="247930" y="206203"/>
                </a:lnTo>
                <a:cubicBezTo>
                  <a:pt x="245374" y="203649"/>
                  <a:pt x="245374" y="199819"/>
                  <a:pt x="247930" y="197265"/>
                </a:cubicBezTo>
                <a:cubicBezTo>
                  <a:pt x="250486" y="194711"/>
                  <a:pt x="254320" y="194711"/>
                  <a:pt x="256876" y="197265"/>
                </a:cubicBezTo>
                <a:lnTo>
                  <a:pt x="285631" y="225993"/>
                </a:lnTo>
                <a:cubicBezTo>
                  <a:pt x="286270" y="226631"/>
                  <a:pt x="286908" y="227270"/>
                  <a:pt x="286908" y="227908"/>
                </a:cubicBezTo>
                <a:cubicBezTo>
                  <a:pt x="287547" y="229185"/>
                  <a:pt x="287547" y="231100"/>
                  <a:pt x="286908" y="233015"/>
                </a:cubicBezTo>
                <a:cubicBezTo>
                  <a:pt x="286270" y="233654"/>
                  <a:pt x="286270" y="234292"/>
                  <a:pt x="285631" y="234930"/>
                </a:cubicBezTo>
                <a:lnTo>
                  <a:pt x="256876" y="263658"/>
                </a:lnTo>
                <a:cubicBezTo>
                  <a:pt x="255597" y="264935"/>
                  <a:pt x="253681" y="265574"/>
                  <a:pt x="252403" y="265574"/>
                </a:cubicBezTo>
                <a:cubicBezTo>
                  <a:pt x="251125" y="265574"/>
                  <a:pt x="249208" y="264935"/>
                  <a:pt x="247930" y="263658"/>
                </a:cubicBezTo>
                <a:cubicBezTo>
                  <a:pt x="245374" y="261105"/>
                  <a:pt x="245374" y="257274"/>
                  <a:pt x="247930" y="254721"/>
                </a:cubicBezTo>
                <a:lnTo>
                  <a:pt x="265821" y="236846"/>
                </a:lnTo>
                <a:lnTo>
                  <a:pt x="245374" y="236846"/>
                </a:lnTo>
                <a:cubicBezTo>
                  <a:pt x="218536" y="236846"/>
                  <a:pt x="202561" y="216417"/>
                  <a:pt x="190420" y="201734"/>
                </a:cubicBezTo>
                <a:cubicBezTo>
                  <a:pt x="187864" y="198542"/>
                  <a:pt x="185308" y="195350"/>
                  <a:pt x="182752" y="192796"/>
                </a:cubicBezTo>
                <a:lnTo>
                  <a:pt x="180197" y="190243"/>
                </a:lnTo>
                <a:lnTo>
                  <a:pt x="177641" y="192796"/>
                </a:lnTo>
                <a:cubicBezTo>
                  <a:pt x="175084" y="195350"/>
                  <a:pt x="172528" y="198542"/>
                  <a:pt x="169972" y="201734"/>
                </a:cubicBezTo>
                <a:cubicBezTo>
                  <a:pt x="158471" y="216417"/>
                  <a:pt x="142496" y="236846"/>
                  <a:pt x="115019" y="236846"/>
                </a:cubicBezTo>
                <a:lnTo>
                  <a:pt x="79235" y="236846"/>
                </a:lnTo>
                <a:cubicBezTo>
                  <a:pt x="75402" y="236846"/>
                  <a:pt x="72845" y="234292"/>
                  <a:pt x="72845" y="230462"/>
                </a:cubicBezTo>
                <a:cubicBezTo>
                  <a:pt x="72845" y="226631"/>
                  <a:pt x="75402" y="224078"/>
                  <a:pt x="79235" y="224078"/>
                </a:cubicBezTo>
                <a:lnTo>
                  <a:pt x="115019" y="224078"/>
                </a:lnTo>
                <a:cubicBezTo>
                  <a:pt x="136106" y="224078"/>
                  <a:pt x="148247" y="208118"/>
                  <a:pt x="159748" y="194073"/>
                </a:cubicBezTo>
                <a:cubicBezTo>
                  <a:pt x="162305" y="190243"/>
                  <a:pt x="164861" y="187051"/>
                  <a:pt x="168056" y="184497"/>
                </a:cubicBezTo>
                <a:lnTo>
                  <a:pt x="171251" y="180667"/>
                </a:lnTo>
                <a:lnTo>
                  <a:pt x="167417" y="176836"/>
                </a:lnTo>
                <a:cubicBezTo>
                  <a:pt x="164861" y="174283"/>
                  <a:pt x="162305" y="170452"/>
                  <a:pt x="159748" y="167260"/>
                </a:cubicBezTo>
                <a:cubicBezTo>
                  <a:pt x="148886" y="153216"/>
                  <a:pt x="136106" y="137256"/>
                  <a:pt x="115019" y="137256"/>
                </a:cubicBezTo>
                <a:lnTo>
                  <a:pt x="79235" y="137256"/>
                </a:lnTo>
                <a:cubicBezTo>
                  <a:pt x="75402" y="137256"/>
                  <a:pt x="72845" y="134702"/>
                  <a:pt x="72845" y="130872"/>
                </a:cubicBezTo>
                <a:cubicBezTo>
                  <a:pt x="72845" y="127041"/>
                  <a:pt x="75402" y="124488"/>
                  <a:pt x="79235" y="124488"/>
                </a:cubicBezTo>
                <a:lnTo>
                  <a:pt x="115019" y="124488"/>
                </a:lnTo>
                <a:cubicBezTo>
                  <a:pt x="141857" y="124488"/>
                  <a:pt x="157832" y="144916"/>
                  <a:pt x="169972" y="159600"/>
                </a:cubicBezTo>
                <a:cubicBezTo>
                  <a:pt x="172528" y="162792"/>
                  <a:pt x="175084" y="165984"/>
                  <a:pt x="177641" y="168537"/>
                </a:cubicBezTo>
                <a:lnTo>
                  <a:pt x="180197" y="171091"/>
                </a:lnTo>
                <a:lnTo>
                  <a:pt x="182752" y="168537"/>
                </a:lnTo>
                <a:cubicBezTo>
                  <a:pt x="185308" y="165984"/>
                  <a:pt x="187864" y="162792"/>
                  <a:pt x="190420" y="159600"/>
                </a:cubicBezTo>
                <a:cubicBezTo>
                  <a:pt x="201922" y="144916"/>
                  <a:pt x="217897" y="124488"/>
                  <a:pt x="245374" y="124488"/>
                </a:cubicBezTo>
                <a:lnTo>
                  <a:pt x="265821" y="124488"/>
                </a:lnTo>
                <a:lnTo>
                  <a:pt x="247930" y="106612"/>
                </a:lnTo>
                <a:cubicBezTo>
                  <a:pt x="245374" y="104059"/>
                  <a:pt x="245374" y="100228"/>
                  <a:pt x="247930" y="97675"/>
                </a:cubicBezTo>
                <a:cubicBezTo>
                  <a:pt x="250486" y="95121"/>
                  <a:pt x="254320" y="95121"/>
                  <a:pt x="256876" y="97675"/>
                </a:cubicBezTo>
                <a:lnTo>
                  <a:pt x="285631" y="126403"/>
                </a:lnTo>
                <a:cubicBezTo>
                  <a:pt x="286270" y="127041"/>
                  <a:pt x="286908" y="127680"/>
                  <a:pt x="286908" y="128318"/>
                </a:cubicBezTo>
                <a:cubicBezTo>
                  <a:pt x="287547" y="129595"/>
                  <a:pt x="287547" y="131510"/>
                  <a:pt x="286908" y="133425"/>
                </a:cubicBezTo>
                <a:cubicBezTo>
                  <a:pt x="286270" y="134064"/>
                  <a:pt x="286270" y="134702"/>
                  <a:pt x="285631" y="135340"/>
                </a:cubicBezTo>
                <a:lnTo>
                  <a:pt x="256876" y="164068"/>
                </a:lnTo>
                <a:cubicBezTo>
                  <a:pt x="255597" y="165345"/>
                  <a:pt x="253681" y="165984"/>
                  <a:pt x="252403" y="165984"/>
                </a:cubicBezTo>
                <a:cubicBezTo>
                  <a:pt x="251125" y="165984"/>
                  <a:pt x="249208" y="165345"/>
                  <a:pt x="247930" y="164068"/>
                </a:cubicBezTo>
                <a:cubicBezTo>
                  <a:pt x="245374" y="161515"/>
                  <a:pt x="245374" y="157684"/>
                  <a:pt x="247930" y="155131"/>
                </a:cubicBezTo>
                <a:lnTo>
                  <a:pt x="265821" y="137256"/>
                </a:lnTo>
                <a:lnTo>
                  <a:pt x="245374" y="137256"/>
                </a:lnTo>
                <a:lnTo>
                  <a:pt x="245374" y="137256"/>
                </a:lnTo>
                <a:close/>
              </a:path>
            </a:pathLst>
          </a:custGeom>
          <a:solidFill>
            <a:srgbClr val="0097A9"/>
          </a:solidFill>
          <a:ln w="6390" cap="flat">
            <a:noFill/>
            <a:prstDash val="solid"/>
            <a:miter/>
          </a:ln>
        </p:spPr>
        <p:txBody>
          <a:bodyPr rtlCol="0" anchor="ctr"/>
          <a:lstStyle/>
          <a:p>
            <a:endParaRPr lang="en-US"/>
          </a:p>
        </p:txBody>
      </p:sp>
      <p:grpSp>
        <p:nvGrpSpPr>
          <p:cNvPr id="739" name="Graphic 4">
            <a:extLst>
              <a:ext uri="{FF2B5EF4-FFF2-40B4-BE49-F238E27FC236}">
                <a16:creationId xmlns:a16="http://schemas.microsoft.com/office/drawing/2014/main" id="{D956370E-60BE-DC45-9630-C68542266010}"/>
              </a:ext>
            </a:extLst>
          </p:cNvPr>
          <p:cNvGrpSpPr/>
          <p:nvPr/>
        </p:nvGrpSpPr>
        <p:grpSpPr>
          <a:xfrm>
            <a:off x="6147119" y="4308712"/>
            <a:ext cx="361670" cy="361333"/>
            <a:chOff x="6147119" y="4308712"/>
            <a:chExt cx="361670" cy="361333"/>
          </a:xfrm>
          <a:solidFill>
            <a:srgbClr val="0097A9"/>
          </a:solidFill>
        </p:grpSpPr>
        <p:sp>
          <p:nvSpPr>
            <p:cNvPr id="740" name="Graphic 4">
              <a:extLst>
                <a:ext uri="{FF2B5EF4-FFF2-40B4-BE49-F238E27FC236}">
                  <a16:creationId xmlns:a16="http://schemas.microsoft.com/office/drawing/2014/main" id="{E25B3E96-ED31-0743-A476-4A56C5255B5E}"/>
                </a:ext>
              </a:extLst>
            </p:cNvPr>
            <p:cNvSpPr/>
            <p:nvPr/>
          </p:nvSpPr>
          <p:spPr>
            <a:xfrm>
              <a:off x="6249358" y="4422346"/>
              <a:ext cx="83708" cy="133425"/>
            </a:xfrm>
            <a:custGeom>
              <a:avLst/>
              <a:gdLst>
                <a:gd name="connsiteX0" fmla="*/ 30672 w 83708"/>
                <a:gd name="connsiteY0" fmla="*/ 44050 h 133425"/>
                <a:gd name="connsiteX1" fmla="*/ 0 w 83708"/>
                <a:gd name="connsiteY1" fmla="*/ 44050 h 133425"/>
                <a:gd name="connsiteX2" fmla="*/ 0 w 83708"/>
                <a:gd name="connsiteY2" fmla="*/ 90014 h 133425"/>
                <a:gd name="connsiteX3" fmla="*/ 30672 w 83708"/>
                <a:gd name="connsiteY3" fmla="*/ 90014 h 133425"/>
                <a:gd name="connsiteX4" fmla="*/ 35145 w 83708"/>
                <a:gd name="connsiteY4" fmla="*/ 91291 h 133425"/>
                <a:gd name="connsiteX5" fmla="*/ 83708 w 83708"/>
                <a:gd name="connsiteY5" fmla="*/ 133425 h 133425"/>
                <a:gd name="connsiteX6" fmla="*/ 83708 w 83708"/>
                <a:gd name="connsiteY6" fmla="*/ 0 h 133425"/>
                <a:gd name="connsiteX7" fmla="*/ 35145 w 83708"/>
                <a:gd name="connsiteY7" fmla="*/ 42135 h 133425"/>
                <a:gd name="connsiteX8" fmla="*/ 30672 w 83708"/>
                <a:gd name="connsiteY8" fmla="*/ 44050 h 1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708" h="133425">
                  <a:moveTo>
                    <a:pt x="30672" y="44050"/>
                  </a:moveTo>
                  <a:lnTo>
                    <a:pt x="0" y="44050"/>
                  </a:lnTo>
                  <a:lnTo>
                    <a:pt x="0" y="90014"/>
                  </a:lnTo>
                  <a:lnTo>
                    <a:pt x="30672" y="90014"/>
                  </a:lnTo>
                  <a:cubicBezTo>
                    <a:pt x="31950" y="90014"/>
                    <a:pt x="33867" y="90653"/>
                    <a:pt x="35145" y="91291"/>
                  </a:cubicBezTo>
                  <a:lnTo>
                    <a:pt x="83708" y="133425"/>
                  </a:lnTo>
                  <a:lnTo>
                    <a:pt x="83708" y="0"/>
                  </a:lnTo>
                  <a:lnTo>
                    <a:pt x="35145" y="42135"/>
                  </a:lnTo>
                  <a:cubicBezTo>
                    <a:pt x="33228" y="43411"/>
                    <a:pt x="31950" y="44050"/>
                    <a:pt x="30672" y="44050"/>
                  </a:cubicBezTo>
                  <a:close/>
                </a:path>
              </a:pathLst>
            </a:custGeom>
            <a:solidFill>
              <a:srgbClr val="0097A9"/>
            </a:solidFill>
            <a:ln w="6390" cap="flat">
              <a:noFill/>
              <a:prstDash val="solid"/>
              <a:miter/>
            </a:ln>
          </p:spPr>
          <p:txBody>
            <a:bodyPr rtlCol="0" anchor="ctr"/>
            <a:lstStyle/>
            <a:p>
              <a:endParaRPr lang="en-US"/>
            </a:p>
          </p:txBody>
        </p:sp>
        <p:sp>
          <p:nvSpPr>
            <p:cNvPr id="741" name="Graphic 4">
              <a:extLst>
                <a:ext uri="{FF2B5EF4-FFF2-40B4-BE49-F238E27FC236}">
                  <a16:creationId xmlns:a16="http://schemas.microsoft.com/office/drawing/2014/main" id="{6A4455FF-CC59-4044-8174-DDDC260A8EE4}"/>
                </a:ext>
              </a:extLst>
            </p:cNvPr>
            <p:cNvSpPr/>
            <p:nvPr/>
          </p:nvSpPr>
          <p:spPr>
            <a:xfrm>
              <a:off x="6147119"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98088 w 361670"/>
                <a:gd name="connsiteY5" fmla="*/ 261743 h 361333"/>
                <a:gd name="connsiteX6" fmla="*/ 194254 w 361670"/>
                <a:gd name="connsiteY6" fmla="*/ 267489 h 361333"/>
                <a:gd name="connsiteX7" fmla="*/ 191698 w 361670"/>
                <a:gd name="connsiteY7" fmla="*/ 268127 h 361333"/>
                <a:gd name="connsiteX8" fmla="*/ 187225 w 361670"/>
                <a:gd name="connsiteY8" fmla="*/ 266850 h 361333"/>
                <a:gd name="connsiteX9" fmla="*/ 130355 w 361670"/>
                <a:gd name="connsiteY9" fmla="*/ 217055 h 361333"/>
                <a:gd name="connsiteX10" fmla="*/ 95849 w 361670"/>
                <a:gd name="connsiteY10" fmla="*/ 217055 h 361333"/>
                <a:gd name="connsiteX11" fmla="*/ 89459 w 361670"/>
                <a:gd name="connsiteY11" fmla="*/ 210671 h 361333"/>
                <a:gd name="connsiteX12" fmla="*/ 89459 w 361670"/>
                <a:gd name="connsiteY12" fmla="*/ 151300 h 361333"/>
                <a:gd name="connsiteX13" fmla="*/ 95849 w 361670"/>
                <a:gd name="connsiteY13" fmla="*/ 144916 h 361333"/>
                <a:gd name="connsiteX14" fmla="*/ 130355 w 361670"/>
                <a:gd name="connsiteY14" fmla="*/ 144916 h 361333"/>
                <a:gd name="connsiteX15" fmla="*/ 187225 w 361670"/>
                <a:gd name="connsiteY15" fmla="*/ 95121 h 361333"/>
                <a:gd name="connsiteX16" fmla="*/ 194254 w 361670"/>
                <a:gd name="connsiteY16" fmla="*/ 93845 h 361333"/>
                <a:gd name="connsiteX17" fmla="*/ 198088 w 361670"/>
                <a:gd name="connsiteY17" fmla="*/ 99590 h 361333"/>
                <a:gd name="connsiteX18" fmla="*/ 198088 w 361670"/>
                <a:gd name="connsiteY18" fmla="*/ 261743 h 361333"/>
                <a:gd name="connsiteX19" fmla="*/ 227482 w 361670"/>
                <a:gd name="connsiteY19" fmla="*/ 199819 h 361333"/>
                <a:gd name="connsiteX20" fmla="*/ 223009 w 361670"/>
                <a:gd name="connsiteY20" fmla="*/ 201734 h 361333"/>
                <a:gd name="connsiteX21" fmla="*/ 218536 w 361670"/>
                <a:gd name="connsiteY21" fmla="*/ 199819 h 361333"/>
                <a:gd name="connsiteX22" fmla="*/ 217897 w 361670"/>
                <a:gd name="connsiteY22" fmla="*/ 190881 h 361333"/>
                <a:gd name="connsiteX23" fmla="*/ 221731 w 361670"/>
                <a:gd name="connsiteY23" fmla="*/ 180667 h 361333"/>
                <a:gd name="connsiteX24" fmla="*/ 217897 w 361670"/>
                <a:gd name="connsiteY24" fmla="*/ 170452 h 361333"/>
                <a:gd name="connsiteX25" fmla="*/ 218536 w 361670"/>
                <a:gd name="connsiteY25" fmla="*/ 161515 h 361333"/>
                <a:gd name="connsiteX26" fmla="*/ 227482 w 361670"/>
                <a:gd name="connsiteY26" fmla="*/ 162153 h 361333"/>
                <a:gd name="connsiteX27" fmla="*/ 234511 w 361670"/>
                <a:gd name="connsiteY27" fmla="*/ 181305 h 361333"/>
                <a:gd name="connsiteX28" fmla="*/ 227482 w 361670"/>
                <a:gd name="connsiteY28" fmla="*/ 199819 h 361333"/>
                <a:gd name="connsiteX29" fmla="*/ 249208 w 361670"/>
                <a:gd name="connsiteY29" fmla="*/ 229823 h 361333"/>
                <a:gd name="connsiteX30" fmla="*/ 244735 w 361670"/>
                <a:gd name="connsiteY30" fmla="*/ 231100 h 361333"/>
                <a:gd name="connsiteX31" fmla="*/ 239623 w 361670"/>
                <a:gd name="connsiteY31" fmla="*/ 229185 h 361333"/>
                <a:gd name="connsiteX32" fmla="*/ 240261 w 361670"/>
                <a:gd name="connsiteY32" fmla="*/ 220247 h 361333"/>
                <a:gd name="connsiteX33" fmla="*/ 258154 w 361670"/>
                <a:gd name="connsiteY33" fmla="*/ 180667 h 361333"/>
                <a:gd name="connsiteX34" fmla="*/ 240261 w 361670"/>
                <a:gd name="connsiteY34" fmla="*/ 141086 h 361333"/>
                <a:gd name="connsiteX35" fmla="*/ 239623 w 361670"/>
                <a:gd name="connsiteY35" fmla="*/ 132149 h 361333"/>
                <a:gd name="connsiteX36" fmla="*/ 248569 w 361670"/>
                <a:gd name="connsiteY36" fmla="*/ 131510 h 361333"/>
                <a:gd name="connsiteX37" fmla="*/ 270934 w 361670"/>
                <a:gd name="connsiteY37" fmla="*/ 180667 h 361333"/>
                <a:gd name="connsiteX38" fmla="*/ 249208 w 361670"/>
                <a:gd name="connsiteY38" fmla="*/ 22982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1670" h="361333">
                  <a:moveTo>
                    <a:pt x="180835" y="0"/>
                  </a:moveTo>
                  <a:cubicBezTo>
                    <a:pt x="80513" y="0"/>
                    <a:pt x="0" y="81077"/>
                    <a:pt x="0" y="180667"/>
                  </a:cubicBezTo>
                  <a:cubicBezTo>
                    <a:pt x="0" y="280895"/>
                    <a:pt x="81152" y="361334"/>
                    <a:pt x="180835" y="361334"/>
                  </a:cubicBezTo>
                  <a:cubicBezTo>
                    <a:pt x="281157" y="361334"/>
                    <a:pt x="361670" y="280257"/>
                    <a:pt x="361670" y="180667"/>
                  </a:cubicBezTo>
                  <a:cubicBezTo>
                    <a:pt x="361670" y="81077"/>
                    <a:pt x="280518" y="0"/>
                    <a:pt x="180835" y="0"/>
                  </a:cubicBezTo>
                  <a:close/>
                  <a:moveTo>
                    <a:pt x="198088" y="261743"/>
                  </a:moveTo>
                  <a:cubicBezTo>
                    <a:pt x="198088" y="264297"/>
                    <a:pt x="196810" y="266212"/>
                    <a:pt x="194254" y="267489"/>
                  </a:cubicBezTo>
                  <a:cubicBezTo>
                    <a:pt x="193615" y="268127"/>
                    <a:pt x="192337" y="268127"/>
                    <a:pt x="191698" y="268127"/>
                  </a:cubicBezTo>
                  <a:cubicBezTo>
                    <a:pt x="190420" y="268127"/>
                    <a:pt x="188503" y="267489"/>
                    <a:pt x="187225" y="266850"/>
                  </a:cubicBezTo>
                  <a:lnTo>
                    <a:pt x="130355" y="217055"/>
                  </a:lnTo>
                  <a:lnTo>
                    <a:pt x="95849" y="217055"/>
                  </a:lnTo>
                  <a:cubicBezTo>
                    <a:pt x="92015" y="217055"/>
                    <a:pt x="89459" y="214502"/>
                    <a:pt x="89459" y="210671"/>
                  </a:cubicBezTo>
                  <a:lnTo>
                    <a:pt x="89459" y="151300"/>
                  </a:lnTo>
                  <a:cubicBezTo>
                    <a:pt x="89459" y="147470"/>
                    <a:pt x="92015" y="144916"/>
                    <a:pt x="95849" y="144916"/>
                  </a:cubicBezTo>
                  <a:lnTo>
                    <a:pt x="130355" y="144916"/>
                  </a:lnTo>
                  <a:lnTo>
                    <a:pt x="187225" y="95121"/>
                  </a:lnTo>
                  <a:cubicBezTo>
                    <a:pt x="189142" y="93206"/>
                    <a:pt x="191698" y="93206"/>
                    <a:pt x="194254" y="93845"/>
                  </a:cubicBezTo>
                  <a:cubicBezTo>
                    <a:pt x="196810" y="95121"/>
                    <a:pt x="198088" y="97037"/>
                    <a:pt x="198088" y="99590"/>
                  </a:cubicBezTo>
                  <a:lnTo>
                    <a:pt x="198088" y="261743"/>
                  </a:lnTo>
                  <a:close/>
                  <a:moveTo>
                    <a:pt x="227482" y="199819"/>
                  </a:moveTo>
                  <a:cubicBezTo>
                    <a:pt x="226204" y="201095"/>
                    <a:pt x="224287" y="201734"/>
                    <a:pt x="223009" y="201734"/>
                  </a:cubicBezTo>
                  <a:cubicBezTo>
                    <a:pt x="221731" y="201734"/>
                    <a:pt x="219814" y="201095"/>
                    <a:pt x="218536" y="199819"/>
                  </a:cubicBezTo>
                  <a:cubicBezTo>
                    <a:pt x="215980" y="197265"/>
                    <a:pt x="215980" y="193435"/>
                    <a:pt x="217897" y="190881"/>
                  </a:cubicBezTo>
                  <a:cubicBezTo>
                    <a:pt x="220453" y="187689"/>
                    <a:pt x="221731" y="184497"/>
                    <a:pt x="221731" y="180667"/>
                  </a:cubicBezTo>
                  <a:cubicBezTo>
                    <a:pt x="221731" y="176836"/>
                    <a:pt x="220453" y="173006"/>
                    <a:pt x="217897" y="170452"/>
                  </a:cubicBezTo>
                  <a:cubicBezTo>
                    <a:pt x="215341" y="167899"/>
                    <a:pt x="215980" y="164068"/>
                    <a:pt x="218536" y="161515"/>
                  </a:cubicBezTo>
                  <a:cubicBezTo>
                    <a:pt x="221092" y="158961"/>
                    <a:pt x="224926" y="159600"/>
                    <a:pt x="227482" y="162153"/>
                  </a:cubicBezTo>
                  <a:cubicBezTo>
                    <a:pt x="231955" y="167260"/>
                    <a:pt x="234511" y="174283"/>
                    <a:pt x="234511" y="181305"/>
                  </a:cubicBezTo>
                  <a:cubicBezTo>
                    <a:pt x="234511" y="187689"/>
                    <a:pt x="231955" y="194711"/>
                    <a:pt x="227482" y="199819"/>
                  </a:cubicBezTo>
                  <a:close/>
                  <a:moveTo>
                    <a:pt x="249208" y="229823"/>
                  </a:moveTo>
                  <a:cubicBezTo>
                    <a:pt x="247929" y="231100"/>
                    <a:pt x="246651" y="231100"/>
                    <a:pt x="244735" y="231100"/>
                  </a:cubicBezTo>
                  <a:cubicBezTo>
                    <a:pt x="242818" y="231100"/>
                    <a:pt x="240901" y="230462"/>
                    <a:pt x="239623" y="229185"/>
                  </a:cubicBezTo>
                  <a:cubicBezTo>
                    <a:pt x="237067" y="226631"/>
                    <a:pt x="237706" y="222801"/>
                    <a:pt x="240261" y="220247"/>
                  </a:cubicBezTo>
                  <a:cubicBezTo>
                    <a:pt x="251764" y="210033"/>
                    <a:pt x="258154" y="195988"/>
                    <a:pt x="258154" y="180667"/>
                  </a:cubicBezTo>
                  <a:cubicBezTo>
                    <a:pt x="258154" y="165345"/>
                    <a:pt x="251764" y="151300"/>
                    <a:pt x="240261" y="141086"/>
                  </a:cubicBezTo>
                  <a:cubicBezTo>
                    <a:pt x="237706" y="138533"/>
                    <a:pt x="237067" y="134702"/>
                    <a:pt x="239623" y="132149"/>
                  </a:cubicBezTo>
                  <a:cubicBezTo>
                    <a:pt x="242179" y="129595"/>
                    <a:pt x="246013" y="128957"/>
                    <a:pt x="248569" y="131510"/>
                  </a:cubicBezTo>
                  <a:cubicBezTo>
                    <a:pt x="262626" y="143640"/>
                    <a:pt x="270934" y="161515"/>
                    <a:pt x="270934" y="180667"/>
                  </a:cubicBezTo>
                  <a:cubicBezTo>
                    <a:pt x="271572" y="199180"/>
                    <a:pt x="263266" y="217055"/>
                    <a:pt x="249208" y="229823"/>
                  </a:cubicBezTo>
                  <a:close/>
                </a:path>
              </a:pathLst>
            </a:custGeom>
            <a:solidFill>
              <a:srgbClr val="0097A9"/>
            </a:solidFill>
            <a:ln w="6390" cap="flat">
              <a:noFill/>
              <a:prstDash val="solid"/>
              <a:miter/>
            </a:ln>
          </p:spPr>
          <p:txBody>
            <a:bodyPr rtlCol="0" anchor="ctr"/>
            <a:lstStyle/>
            <a:p>
              <a:endParaRPr lang="en-US"/>
            </a:p>
          </p:txBody>
        </p:sp>
      </p:grpSp>
      <p:grpSp>
        <p:nvGrpSpPr>
          <p:cNvPr id="742" name="Graphic 4">
            <a:extLst>
              <a:ext uri="{FF2B5EF4-FFF2-40B4-BE49-F238E27FC236}">
                <a16:creationId xmlns:a16="http://schemas.microsoft.com/office/drawing/2014/main" id="{17B24B8E-BCDF-9D49-A8F8-CD2780D23C89}"/>
              </a:ext>
            </a:extLst>
          </p:cNvPr>
          <p:cNvGrpSpPr/>
          <p:nvPr/>
        </p:nvGrpSpPr>
        <p:grpSpPr>
          <a:xfrm>
            <a:off x="6147119" y="4792617"/>
            <a:ext cx="361670" cy="361333"/>
            <a:chOff x="6147119" y="4792617"/>
            <a:chExt cx="361670" cy="361333"/>
          </a:xfrm>
          <a:solidFill>
            <a:srgbClr val="0097A9"/>
          </a:solidFill>
        </p:grpSpPr>
        <p:sp>
          <p:nvSpPr>
            <p:cNvPr id="743" name="Graphic 4">
              <a:extLst>
                <a:ext uri="{FF2B5EF4-FFF2-40B4-BE49-F238E27FC236}">
                  <a16:creationId xmlns:a16="http://schemas.microsoft.com/office/drawing/2014/main" id="{A3B90DC8-B322-9342-96E1-56F5FD4C17A8}"/>
                </a:ext>
              </a:extLst>
            </p:cNvPr>
            <p:cNvSpPr/>
            <p:nvPr/>
          </p:nvSpPr>
          <p:spPr>
            <a:xfrm>
              <a:off x="6147119"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79557 w 361670"/>
                <a:gd name="connsiteY5" fmla="*/ 259828 h 361333"/>
                <a:gd name="connsiteX6" fmla="*/ 175723 w 361670"/>
                <a:gd name="connsiteY6" fmla="*/ 265574 h 361333"/>
                <a:gd name="connsiteX7" fmla="*/ 173167 w 361670"/>
                <a:gd name="connsiteY7" fmla="*/ 266212 h 361333"/>
                <a:gd name="connsiteX8" fmla="*/ 168695 w 361670"/>
                <a:gd name="connsiteY8" fmla="*/ 264935 h 361333"/>
                <a:gd name="connsiteX9" fmla="*/ 113102 w 361670"/>
                <a:gd name="connsiteY9" fmla="*/ 216417 h 361333"/>
                <a:gd name="connsiteX10" fmla="*/ 79874 w 361670"/>
                <a:gd name="connsiteY10" fmla="*/ 216417 h 361333"/>
                <a:gd name="connsiteX11" fmla="*/ 73484 w 361670"/>
                <a:gd name="connsiteY11" fmla="*/ 210033 h 361333"/>
                <a:gd name="connsiteX12" fmla="*/ 73484 w 361670"/>
                <a:gd name="connsiteY12" fmla="*/ 152577 h 361333"/>
                <a:gd name="connsiteX13" fmla="*/ 79874 w 361670"/>
                <a:gd name="connsiteY13" fmla="*/ 146193 h 361333"/>
                <a:gd name="connsiteX14" fmla="*/ 113102 w 361670"/>
                <a:gd name="connsiteY14" fmla="*/ 146193 h 361333"/>
                <a:gd name="connsiteX15" fmla="*/ 168695 w 361670"/>
                <a:gd name="connsiteY15" fmla="*/ 97675 h 361333"/>
                <a:gd name="connsiteX16" fmla="*/ 175723 w 361670"/>
                <a:gd name="connsiteY16" fmla="*/ 96398 h 361333"/>
                <a:gd name="connsiteX17" fmla="*/ 179557 w 361670"/>
                <a:gd name="connsiteY17" fmla="*/ 102144 h 361333"/>
                <a:gd name="connsiteX18" fmla="*/ 179557 w 361670"/>
                <a:gd name="connsiteY18" fmla="*/ 259828 h 361333"/>
                <a:gd name="connsiteX19" fmla="*/ 179557 w 361670"/>
                <a:gd name="connsiteY19" fmla="*/ 259828 h 361333"/>
                <a:gd name="connsiteX20" fmla="*/ 208312 w 361670"/>
                <a:gd name="connsiteY20" fmla="*/ 199819 h 361333"/>
                <a:gd name="connsiteX21" fmla="*/ 203839 w 361670"/>
                <a:gd name="connsiteY21" fmla="*/ 201734 h 361333"/>
                <a:gd name="connsiteX22" fmla="*/ 199366 w 361670"/>
                <a:gd name="connsiteY22" fmla="*/ 199819 h 361333"/>
                <a:gd name="connsiteX23" fmla="*/ 198727 w 361670"/>
                <a:gd name="connsiteY23" fmla="*/ 190881 h 361333"/>
                <a:gd name="connsiteX24" fmla="*/ 202561 w 361670"/>
                <a:gd name="connsiteY24" fmla="*/ 180667 h 361333"/>
                <a:gd name="connsiteX25" fmla="*/ 198727 w 361670"/>
                <a:gd name="connsiteY25" fmla="*/ 170452 h 361333"/>
                <a:gd name="connsiteX26" fmla="*/ 199366 w 361670"/>
                <a:gd name="connsiteY26" fmla="*/ 161515 h 361333"/>
                <a:gd name="connsiteX27" fmla="*/ 208312 w 361670"/>
                <a:gd name="connsiteY27" fmla="*/ 162153 h 361333"/>
                <a:gd name="connsiteX28" fmla="*/ 215341 w 361670"/>
                <a:gd name="connsiteY28" fmla="*/ 180667 h 361333"/>
                <a:gd name="connsiteX29" fmla="*/ 208312 w 361670"/>
                <a:gd name="connsiteY29" fmla="*/ 199819 h 361333"/>
                <a:gd name="connsiteX30" fmla="*/ 230038 w 361670"/>
                <a:gd name="connsiteY30" fmla="*/ 229185 h 361333"/>
                <a:gd name="connsiteX31" fmla="*/ 225565 w 361670"/>
                <a:gd name="connsiteY31" fmla="*/ 230462 h 361333"/>
                <a:gd name="connsiteX32" fmla="*/ 220453 w 361670"/>
                <a:gd name="connsiteY32" fmla="*/ 228547 h 361333"/>
                <a:gd name="connsiteX33" fmla="*/ 221092 w 361670"/>
                <a:gd name="connsiteY33" fmla="*/ 219609 h 361333"/>
                <a:gd name="connsiteX34" fmla="*/ 238345 w 361670"/>
                <a:gd name="connsiteY34" fmla="*/ 181305 h 361333"/>
                <a:gd name="connsiteX35" fmla="*/ 221092 w 361670"/>
                <a:gd name="connsiteY35" fmla="*/ 143001 h 361333"/>
                <a:gd name="connsiteX36" fmla="*/ 220453 w 361670"/>
                <a:gd name="connsiteY36" fmla="*/ 134064 h 361333"/>
                <a:gd name="connsiteX37" fmla="*/ 229399 w 361670"/>
                <a:gd name="connsiteY37" fmla="*/ 133425 h 361333"/>
                <a:gd name="connsiteX38" fmla="*/ 251124 w 361670"/>
                <a:gd name="connsiteY38" fmla="*/ 181305 h 361333"/>
                <a:gd name="connsiteX39" fmla="*/ 230038 w 361670"/>
                <a:gd name="connsiteY39" fmla="*/ 229185 h 361333"/>
                <a:gd name="connsiteX40" fmla="*/ 251124 w 361670"/>
                <a:gd name="connsiteY40" fmla="*/ 257913 h 361333"/>
                <a:gd name="connsiteX41" fmla="*/ 247291 w 361670"/>
                <a:gd name="connsiteY41" fmla="*/ 259190 h 361333"/>
                <a:gd name="connsiteX42" fmla="*/ 242179 w 361670"/>
                <a:gd name="connsiteY42" fmla="*/ 256636 h 361333"/>
                <a:gd name="connsiteX43" fmla="*/ 242818 w 361670"/>
                <a:gd name="connsiteY43" fmla="*/ 247699 h 361333"/>
                <a:gd name="connsiteX44" fmla="*/ 274128 w 361670"/>
                <a:gd name="connsiteY44" fmla="*/ 180667 h 361333"/>
                <a:gd name="connsiteX45" fmla="*/ 242818 w 361670"/>
                <a:gd name="connsiteY45" fmla="*/ 113635 h 361333"/>
                <a:gd name="connsiteX46" fmla="*/ 242179 w 361670"/>
                <a:gd name="connsiteY46" fmla="*/ 104697 h 361333"/>
                <a:gd name="connsiteX47" fmla="*/ 251124 w 361670"/>
                <a:gd name="connsiteY47" fmla="*/ 104059 h 361333"/>
                <a:gd name="connsiteX48" fmla="*/ 286908 w 361670"/>
                <a:gd name="connsiteY48" fmla="*/ 180667 h 361333"/>
                <a:gd name="connsiteX49" fmla="*/ 251124 w 361670"/>
                <a:gd name="connsiteY49" fmla="*/ 25791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1670" h="361333">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1670" y="81077"/>
                    <a:pt x="280518" y="0"/>
                    <a:pt x="180835" y="0"/>
                  </a:cubicBezTo>
                  <a:close/>
                  <a:moveTo>
                    <a:pt x="179557" y="259828"/>
                  </a:moveTo>
                  <a:cubicBezTo>
                    <a:pt x="179557" y="262382"/>
                    <a:pt x="178279" y="264297"/>
                    <a:pt x="175723" y="265574"/>
                  </a:cubicBezTo>
                  <a:cubicBezTo>
                    <a:pt x="175084" y="266212"/>
                    <a:pt x="173806" y="266212"/>
                    <a:pt x="173167" y="266212"/>
                  </a:cubicBezTo>
                  <a:cubicBezTo>
                    <a:pt x="171889" y="266212"/>
                    <a:pt x="169972" y="265574"/>
                    <a:pt x="168695" y="264935"/>
                  </a:cubicBezTo>
                  <a:lnTo>
                    <a:pt x="113102" y="216417"/>
                  </a:lnTo>
                  <a:lnTo>
                    <a:pt x="79874" y="216417"/>
                  </a:lnTo>
                  <a:cubicBezTo>
                    <a:pt x="76040" y="216417"/>
                    <a:pt x="73484" y="213863"/>
                    <a:pt x="73484" y="210033"/>
                  </a:cubicBezTo>
                  <a:lnTo>
                    <a:pt x="73484" y="152577"/>
                  </a:lnTo>
                  <a:cubicBezTo>
                    <a:pt x="73484" y="148747"/>
                    <a:pt x="76040" y="146193"/>
                    <a:pt x="79874" y="146193"/>
                  </a:cubicBezTo>
                  <a:lnTo>
                    <a:pt x="113102" y="146193"/>
                  </a:lnTo>
                  <a:lnTo>
                    <a:pt x="168695" y="97675"/>
                  </a:lnTo>
                  <a:cubicBezTo>
                    <a:pt x="170611" y="95760"/>
                    <a:pt x="173167" y="95760"/>
                    <a:pt x="175723" y="96398"/>
                  </a:cubicBezTo>
                  <a:cubicBezTo>
                    <a:pt x="178279" y="97675"/>
                    <a:pt x="179557" y="99590"/>
                    <a:pt x="179557" y="102144"/>
                  </a:cubicBezTo>
                  <a:lnTo>
                    <a:pt x="179557" y="259828"/>
                  </a:lnTo>
                  <a:lnTo>
                    <a:pt x="179557" y="259828"/>
                  </a:lnTo>
                  <a:close/>
                  <a:moveTo>
                    <a:pt x="208312" y="199819"/>
                  </a:moveTo>
                  <a:cubicBezTo>
                    <a:pt x="207034" y="201095"/>
                    <a:pt x="205117" y="201734"/>
                    <a:pt x="203839" y="201734"/>
                  </a:cubicBezTo>
                  <a:cubicBezTo>
                    <a:pt x="202561" y="201734"/>
                    <a:pt x="200644" y="201095"/>
                    <a:pt x="199366" y="199819"/>
                  </a:cubicBezTo>
                  <a:cubicBezTo>
                    <a:pt x="196810" y="197265"/>
                    <a:pt x="196810" y="193435"/>
                    <a:pt x="198727" y="190881"/>
                  </a:cubicBezTo>
                  <a:cubicBezTo>
                    <a:pt x="201283" y="188327"/>
                    <a:pt x="202561" y="184497"/>
                    <a:pt x="202561" y="180667"/>
                  </a:cubicBezTo>
                  <a:cubicBezTo>
                    <a:pt x="202561" y="176836"/>
                    <a:pt x="201283" y="173644"/>
                    <a:pt x="198727" y="170452"/>
                  </a:cubicBezTo>
                  <a:cubicBezTo>
                    <a:pt x="196171" y="167899"/>
                    <a:pt x="196810" y="164068"/>
                    <a:pt x="199366" y="161515"/>
                  </a:cubicBezTo>
                  <a:cubicBezTo>
                    <a:pt x="201922" y="158961"/>
                    <a:pt x="205756" y="159600"/>
                    <a:pt x="208312" y="162153"/>
                  </a:cubicBezTo>
                  <a:cubicBezTo>
                    <a:pt x="212785" y="167260"/>
                    <a:pt x="215341" y="173644"/>
                    <a:pt x="215341" y="180667"/>
                  </a:cubicBezTo>
                  <a:cubicBezTo>
                    <a:pt x="215341" y="188327"/>
                    <a:pt x="212785" y="194711"/>
                    <a:pt x="208312" y="199819"/>
                  </a:cubicBezTo>
                  <a:close/>
                  <a:moveTo>
                    <a:pt x="230038" y="229185"/>
                  </a:moveTo>
                  <a:cubicBezTo>
                    <a:pt x="228760" y="230462"/>
                    <a:pt x="227482" y="230462"/>
                    <a:pt x="225565" y="230462"/>
                  </a:cubicBezTo>
                  <a:cubicBezTo>
                    <a:pt x="223648" y="230462"/>
                    <a:pt x="221731" y="229823"/>
                    <a:pt x="220453" y="228547"/>
                  </a:cubicBezTo>
                  <a:cubicBezTo>
                    <a:pt x="217897" y="225993"/>
                    <a:pt x="218536" y="222163"/>
                    <a:pt x="221092" y="219609"/>
                  </a:cubicBezTo>
                  <a:cubicBezTo>
                    <a:pt x="231955" y="210033"/>
                    <a:pt x="238345" y="195988"/>
                    <a:pt x="238345" y="181305"/>
                  </a:cubicBezTo>
                  <a:cubicBezTo>
                    <a:pt x="238345" y="166622"/>
                    <a:pt x="231955" y="152577"/>
                    <a:pt x="221092" y="143001"/>
                  </a:cubicBezTo>
                  <a:cubicBezTo>
                    <a:pt x="218536" y="140448"/>
                    <a:pt x="217897" y="136617"/>
                    <a:pt x="220453" y="134064"/>
                  </a:cubicBezTo>
                  <a:cubicBezTo>
                    <a:pt x="223009" y="131510"/>
                    <a:pt x="226843" y="130872"/>
                    <a:pt x="229399" y="133425"/>
                  </a:cubicBezTo>
                  <a:cubicBezTo>
                    <a:pt x="242818" y="145555"/>
                    <a:pt x="251124" y="162792"/>
                    <a:pt x="251124" y="181305"/>
                  </a:cubicBezTo>
                  <a:cubicBezTo>
                    <a:pt x="251764" y="199819"/>
                    <a:pt x="243456" y="217055"/>
                    <a:pt x="230038" y="229185"/>
                  </a:cubicBezTo>
                  <a:close/>
                  <a:moveTo>
                    <a:pt x="251124" y="257913"/>
                  </a:moveTo>
                  <a:cubicBezTo>
                    <a:pt x="249846" y="259190"/>
                    <a:pt x="248569" y="259190"/>
                    <a:pt x="247291" y="259190"/>
                  </a:cubicBezTo>
                  <a:cubicBezTo>
                    <a:pt x="245374" y="259190"/>
                    <a:pt x="243456" y="258551"/>
                    <a:pt x="242179" y="256636"/>
                  </a:cubicBezTo>
                  <a:cubicBezTo>
                    <a:pt x="239623" y="254083"/>
                    <a:pt x="240261" y="249614"/>
                    <a:pt x="242818" y="247699"/>
                  </a:cubicBezTo>
                  <a:cubicBezTo>
                    <a:pt x="262626" y="231100"/>
                    <a:pt x="274128" y="206841"/>
                    <a:pt x="274128" y="180667"/>
                  </a:cubicBezTo>
                  <a:cubicBezTo>
                    <a:pt x="274128" y="154492"/>
                    <a:pt x="262626" y="130233"/>
                    <a:pt x="242818" y="113635"/>
                  </a:cubicBezTo>
                  <a:cubicBezTo>
                    <a:pt x="240261" y="111081"/>
                    <a:pt x="239623" y="107251"/>
                    <a:pt x="242179" y="104697"/>
                  </a:cubicBezTo>
                  <a:cubicBezTo>
                    <a:pt x="244735" y="102144"/>
                    <a:pt x="248569" y="101505"/>
                    <a:pt x="251124" y="104059"/>
                  </a:cubicBezTo>
                  <a:cubicBezTo>
                    <a:pt x="274128" y="123211"/>
                    <a:pt x="286908" y="150662"/>
                    <a:pt x="286908" y="180667"/>
                  </a:cubicBezTo>
                  <a:cubicBezTo>
                    <a:pt x="287547" y="210671"/>
                    <a:pt x="274128" y="238761"/>
                    <a:pt x="251124" y="257913"/>
                  </a:cubicBezTo>
                  <a:close/>
                </a:path>
              </a:pathLst>
            </a:custGeom>
            <a:solidFill>
              <a:srgbClr val="0097A9"/>
            </a:solidFill>
            <a:ln w="6390" cap="flat">
              <a:noFill/>
              <a:prstDash val="solid"/>
              <a:miter/>
            </a:ln>
          </p:spPr>
          <p:txBody>
            <a:bodyPr rtlCol="0" anchor="ctr"/>
            <a:lstStyle/>
            <a:p>
              <a:endParaRPr lang="en-US"/>
            </a:p>
          </p:txBody>
        </p:sp>
        <p:sp>
          <p:nvSpPr>
            <p:cNvPr id="744" name="Graphic 4">
              <a:extLst>
                <a:ext uri="{FF2B5EF4-FFF2-40B4-BE49-F238E27FC236}">
                  <a16:creationId xmlns:a16="http://schemas.microsoft.com/office/drawing/2014/main" id="{2082621A-E429-AE49-9FA8-BAC40ADC11F3}"/>
                </a:ext>
              </a:extLst>
            </p:cNvPr>
            <p:cNvSpPr/>
            <p:nvPr/>
          </p:nvSpPr>
          <p:spPr>
            <a:xfrm>
              <a:off x="6233383" y="4908806"/>
              <a:ext cx="80513" cy="129594"/>
            </a:xfrm>
            <a:custGeom>
              <a:avLst/>
              <a:gdLst>
                <a:gd name="connsiteX0" fmla="*/ 29394 w 80513"/>
                <a:gd name="connsiteY0" fmla="*/ 42773 h 129594"/>
                <a:gd name="connsiteX1" fmla="*/ 0 w 80513"/>
                <a:gd name="connsiteY1" fmla="*/ 42773 h 129594"/>
                <a:gd name="connsiteX2" fmla="*/ 0 w 80513"/>
                <a:gd name="connsiteY2" fmla="*/ 87461 h 129594"/>
                <a:gd name="connsiteX3" fmla="*/ 29394 w 80513"/>
                <a:gd name="connsiteY3" fmla="*/ 87461 h 129594"/>
                <a:gd name="connsiteX4" fmla="*/ 33867 w 80513"/>
                <a:gd name="connsiteY4" fmla="*/ 88738 h 129594"/>
                <a:gd name="connsiteX5" fmla="*/ 80513 w 80513"/>
                <a:gd name="connsiteY5" fmla="*/ 129595 h 129594"/>
                <a:gd name="connsiteX6" fmla="*/ 80513 w 80513"/>
                <a:gd name="connsiteY6" fmla="*/ 0 h 129594"/>
                <a:gd name="connsiteX7" fmla="*/ 33867 w 80513"/>
                <a:gd name="connsiteY7" fmla="*/ 40858 h 129594"/>
                <a:gd name="connsiteX8" fmla="*/ 29394 w 80513"/>
                <a:gd name="connsiteY8" fmla="*/ 42773 h 129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513" h="129594">
                  <a:moveTo>
                    <a:pt x="29394" y="42773"/>
                  </a:moveTo>
                  <a:lnTo>
                    <a:pt x="0" y="42773"/>
                  </a:lnTo>
                  <a:lnTo>
                    <a:pt x="0" y="87461"/>
                  </a:lnTo>
                  <a:lnTo>
                    <a:pt x="29394" y="87461"/>
                  </a:lnTo>
                  <a:cubicBezTo>
                    <a:pt x="30672" y="87461"/>
                    <a:pt x="32589" y="88099"/>
                    <a:pt x="33867" y="88738"/>
                  </a:cubicBezTo>
                  <a:lnTo>
                    <a:pt x="80513" y="129595"/>
                  </a:lnTo>
                  <a:lnTo>
                    <a:pt x="80513" y="0"/>
                  </a:lnTo>
                  <a:lnTo>
                    <a:pt x="33867" y="40858"/>
                  </a:lnTo>
                  <a:cubicBezTo>
                    <a:pt x="32589" y="42135"/>
                    <a:pt x="31311" y="42773"/>
                    <a:pt x="29394" y="42773"/>
                  </a:cubicBezTo>
                  <a:close/>
                </a:path>
              </a:pathLst>
            </a:custGeom>
            <a:solidFill>
              <a:srgbClr val="0097A9"/>
            </a:solidFill>
            <a:ln w="6390" cap="flat">
              <a:noFill/>
              <a:prstDash val="solid"/>
              <a:miter/>
            </a:ln>
          </p:spPr>
          <p:txBody>
            <a:bodyPr rtlCol="0" anchor="ctr"/>
            <a:lstStyle/>
            <a:p>
              <a:endParaRPr lang="en-US"/>
            </a:p>
          </p:txBody>
        </p:sp>
      </p:grpSp>
      <p:grpSp>
        <p:nvGrpSpPr>
          <p:cNvPr id="745" name="Graphic 4">
            <a:extLst>
              <a:ext uri="{FF2B5EF4-FFF2-40B4-BE49-F238E27FC236}">
                <a16:creationId xmlns:a16="http://schemas.microsoft.com/office/drawing/2014/main" id="{42C3960C-60E9-7743-BBC0-7BD013526519}"/>
              </a:ext>
            </a:extLst>
          </p:cNvPr>
          <p:cNvGrpSpPr/>
          <p:nvPr/>
        </p:nvGrpSpPr>
        <p:grpSpPr>
          <a:xfrm>
            <a:off x="6147119" y="3824168"/>
            <a:ext cx="361670" cy="361333"/>
            <a:chOff x="6147119" y="3824168"/>
            <a:chExt cx="361670" cy="361333"/>
          </a:xfrm>
          <a:solidFill>
            <a:srgbClr val="0097A9"/>
          </a:solidFill>
        </p:grpSpPr>
        <p:sp>
          <p:nvSpPr>
            <p:cNvPr id="746" name="Graphic 4">
              <a:extLst>
                <a:ext uri="{FF2B5EF4-FFF2-40B4-BE49-F238E27FC236}">
                  <a16:creationId xmlns:a16="http://schemas.microsoft.com/office/drawing/2014/main" id="{E8899323-A5F1-BB4C-B0A2-EFDD4024FFB2}"/>
                </a:ext>
              </a:extLst>
            </p:cNvPr>
            <p:cNvSpPr/>
            <p:nvPr/>
          </p:nvSpPr>
          <p:spPr>
            <a:xfrm>
              <a:off x="6267250" y="3937802"/>
              <a:ext cx="83708" cy="133424"/>
            </a:xfrm>
            <a:custGeom>
              <a:avLst/>
              <a:gdLst>
                <a:gd name="connsiteX0" fmla="*/ 30672 w 83708"/>
                <a:gd name="connsiteY0" fmla="*/ 44049 h 133424"/>
                <a:gd name="connsiteX1" fmla="*/ 0 w 83708"/>
                <a:gd name="connsiteY1" fmla="*/ 44049 h 133424"/>
                <a:gd name="connsiteX2" fmla="*/ 0 w 83708"/>
                <a:gd name="connsiteY2" fmla="*/ 90014 h 133424"/>
                <a:gd name="connsiteX3" fmla="*/ 30672 w 83708"/>
                <a:gd name="connsiteY3" fmla="*/ 90014 h 133424"/>
                <a:gd name="connsiteX4" fmla="*/ 35145 w 83708"/>
                <a:gd name="connsiteY4" fmla="*/ 91291 h 133424"/>
                <a:gd name="connsiteX5" fmla="*/ 83708 w 83708"/>
                <a:gd name="connsiteY5" fmla="*/ 133425 h 133424"/>
                <a:gd name="connsiteX6" fmla="*/ 83708 w 83708"/>
                <a:gd name="connsiteY6" fmla="*/ 0 h 133424"/>
                <a:gd name="connsiteX7" fmla="*/ 35145 w 83708"/>
                <a:gd name="connsiteY7" fmla="*/ 42134 h 133424"/>
                <a:gd name="connsiteX8" fmla="*/ 30672 w 83708"/>
                <a:gd name="connsiteY8" fmla="*/ 44049 h 13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708" h="133424">
                  <a:moveTo>
                    <a:pt x="30672" y="44049"/>
                  </a:moveTo>
                  <a:lnTo>
                    <a:pt x="0" y="44049"/>
                  </a:lnTo>
                  <a:lnTo>
                    <a:pt x="0" y="90014"/>
                  </a:lnTo>
                  <a:lnTo>
                    <a:pt x="30672" y="90014"/>
                  </a:lnTo>
                  <a:cubicBezTo>
                    <a:pt x="31950" y="90014"/>
                    <a:pt x="33867" y="90653"/>
                    <a:pt x="35145" y="91291"/>
                  </a:cubicBezTo>
                  <a:lnTo>
                    <a:pt x="83708" y="133425"/>
                  </a:lnTo>
                  <a:lnTo>
                    <a:pt x="83708" y="0"/>
                  </a:lnTo>
                  <a:lnTo>
                    <a:pt x="35145" y="42134"/>
                  </a:lnTo>
                  <a:cubicBezTo>
                    <a:pt x="33867" y="44049"/>
                    <a:pt x="32589" y="44049"/>
                    <a:pt x="30672" y="44049"/>
                  </a:cubicBezTo>
                  <a:close/>
                </a:path>
              </a:pathLst>
            </a:custGeom>
            <a:solidFill>
              <a:srgbClr val="0097A9"/>
            </a:solidFill>
            <a:ln w="6390" cap="flat">
              <a:noFill/>
              <a:prstDash val="solid"/>
              <a:miter/>
            </a:ln>
          </p:spPr>
          <p:txBody>
            <a:bodyPr rtlCol="0" anchor="ctr"/>
            <a:lstStyle/>
            <a:p>
              <a:endParaRPr lang="en-US"/>
            </a:p>
          </p:txBody>
        </p:sp>
        <p:sp>
          <p:nvSpPr>
            <p:cNvPr id="747" name="Graphic 4">
              <a:extLst>
                <a:ext uri="{FF2B5EF4-FFF2-40B4-BE49-F238E27FC236}">
                  <a16:creationId xmlns:a16="http://schemas.microsoft.com/office/drawing/2014/main" id="{19A37DC4-CA01-5A4A-906B-D7523CCD4ADA}"/>
                </a:ext>
              </a:extLst>
            </p:cNvPr>
            <p:cNvSpPr/>
            <p:nvPr/>
          </p:nvSpPr>
          <p:spPr>
            <a:xfrm>
              <a:off x="6147119"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16619 w 361670"/>
                <a:gd name="connsiteY5" fmla="*/ 261743 h 361333"/>
                <a:gd name="connsiteX6" fmla="*/ 212785 w 361670"/>
                <a:gd name="connsiteY6" fmla="*/ 267489 h 361333"/>
                <a:gd name="connsiteX7" fmla="*/ 210229 w 361670"/>
                <a:gd name="connsiteY7" fmla="*/ 268127 h 361333"/>
                <a:gd name="connsiteX8" fmla="*/ 205756 w 361670"/>
                <a:gd name="connsiteY8" fmla="*/ 266850 h 361333"/>
                <a:gd name="connsiteX9" fmla="*/ 148885 w 361670"/>
                <a:gd name="connsiteY9" fmla="*/ 217055 h 361333"/>
                <a:gd name="connsiteX10" fmla="*/ 114380 w 361670"/>
                <a:gd name="connsiteY10" fmla="*/ 217055 h 361333"/>
                <a:gd name="connsiteX11" fmla="*/ 107990 w 361670"/>
                <a:gd name="connsiteY11" fmla="*/ 210671 h 361333"/>
                <a:gd name="connsiteX12" fmla="*/ 107990 w 361670"/>
                <a:gd name="connsiteY12" fmla="*/ 151939 h 361333"/>
                <a:gd name="connsiteX13" fmla="*/ 114380 w 361670"/>
                <a:gd name="connsiteY13" fmla="*/ 145555 h 361333"/>
                <a:gd name="connsiteX14" fmla="*/ 148885 w 361670"/>
                <a:gd name="connsiteY14" fmla="*/ 145555 h 361333"/>
                <a:gd name="connsiteX15" fmla="*/ 205756 w 361670"/>
                <a:gd name="connsiteY15" fmla="*/ 95760 h 361333"/>
                <a:gd name="connsiteX16" fmla="*/ 212785 w 361670"/>
                <a:gd name="connsiteY16" fmla="*/ 94483 h 361333"/>
                <a:gd name="connsiteX17" fmla="*/ 216619 w 361670"/>
                <a:gd name="connsiteY17" fmla="*/ 100228 h 361333"/>
                <a:gd name="connsiteX18" fmla="*/ 216619 w 361670"/>
                <a:gd name="connsiteY18" fmla="*/ 261743 h 361333"/>
                <a:gd name="connsiteX19" fmla="*/ 216619 w 361670"/>
                <a:gd name="connsiteY19" fmla="*/ 261743 h 361333"/>
                <a:gd name="connsiteX20" fmla="*/ 246013 w 361670"/>
                <a:gd name="connsiteY20" fmla="*/ 199819 h 361333"/>
                <a:gd name="connsiteX21" fmla="*/ 241540 w 361670"/>
                <a:gd name="connsiteY21" fmla="*/ 201734 h 361333"/>
                <a:gd name="connsiteX22" fmla="*/ 237067 w 361670"/>
                <a:gd name="connsiteY22" fmla="*/ 199819 h 361333"/>
                <a:gd name="connsiteX23" fmla="*/ 236428 w 361670"/>
                <a:gd name="connsiteY23" fmla="*/ 190881 h 361333"/>
                <a:gd name="connsiteX24" fmla="*/ 240261 w 361670"/>
                <a:gd name="connsiteY24" fmla="*/ 180667 h 361333"/>
                <a:gd name="connsiteX25" fmla="*/ 236428 w 361670"/>
                <a:gd name="connsiteY25" fmla="*/ 170452 h 361333"/>
                <a:gd name="connsiteX26" fmla="*/ 237067 w 361670"/>
                <a:gd name="connsiteY26" fmla="*/ 161515 h 361333"/>
                <a:gd name="connsiteX27" fmla="*/ 246013 w 361670"/>
                <a:gd name="connsiteY27" fmla="*/ 162153 h 361333"/>
                <a:gd name="connsiteX28" fmla="*/ 253041 w 361670"/>
                <a:gd name="connsiteY28" fmla="*/ 181305 h 361333"/>
                <a:gd name="connsiteX29" fmla="*/ 246013 w 361670"/>
                <a:gd name="connsiteY29" fmla="*/ 19981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1076"/>
                    <a:pt x="280518" y="0"/>
                    <a:pt x="180835" y="0"/>
                  </a:cubicBezTo>
                  <a:close/>
                  <a:moveTo>
                    <a:pt x="216619" y="261743"/>
                  </a:moveTo>
                  <a:cubicBezTo>
                    <a:pt x="216619" y="264297"/>
                    <a:pt x="215341" y="266212"/>
                    <a:pt x="212785" y="267489"/>
                  </a:cubicBezTo>
                  <a:cubicBezTo>
                    <a:pt x="212146" y="268127"/>
                    <a:pt x="210868" y="268127"/>
                    <a:pt x="210229" y="268127"/>
                  </a:cubicBezTo>
                  <a:cubicBezTo>
                    <a:pt x="208951" y="268127"/>
                    <a:pt x="207034" y="267489"/>
                    <a:pt x="205756" y="266850"/>
                  </a:cubicBezTo>
                  <a:lnTo>
                    <a:pt x="148885" y="217055"/>
                  </a:lnTo>
                  <a:lnTo>
                    <a:pt x="114380" y="217055"/>
                  </a:lnTo>
                  <a:cubicBezTo>
                    <a:pt x="110546" y="217055"/>
                    <a:pt x="107990" y="214502"/>
                    <a:pt x="107990" y="210671"/>
                  </a:cubicBezTo>
                  <a:lnTo>
                    <a:pt x="107990" y="151939"/>
                  </a:lnTo>
                  <a:cubicBezTo>
                    <a:pt x="107990" y="148108"/>
                    <a:pt x="110546" y="145555"/>
                    <a:pt x="114380" y="145555"/>
                  </a:cubicBezTo>
                  <a:lnTo>
                    <a:pt x="148885" y="145555"/>
                  </a:lnTo>
                  <a:lnTo>
                    <a:pt x="205756" y="95760"/>
                  </a:lnTo>
                  <a:cubicBezTo>
                    <a:pt x="207673" y="93844"/>
                    <a:pt x="210229" y="93844"/>
                    <a:pt x="212785" y="94483"/>
                  </a:cubicBezTo>
                  <a:cubicBezTo>
                    <a:pt x="215341" y="95760"/>
                    <a:pt x="216619" y="97675"/>
                    <a:pt x="216619" y="100228"/>
                  </a:cubicBezTo>
                  <a:lnTo>
                    <a:pt x="216619" y="261743"/>
                  </a:lnTo>
                  <a:lnTo>
                    <a:pt x="216619" y="261743"/>
                  </a:lnTo>
                  <a:close/>
                  <a:moveTo>
                    <a:pt x="246013" y="199819"/>
                  </a:moveTo>
                  <a:cubicBezTo>
                    <a:pt x="244735" y="201095"/>
                    <a:pt x="242818" y="201734"/>
                    <a:pt x="241540" y="201734"/>
                  </a:cubicBezTo>
                  <a:cubicBezTo>
                    <a:pt x="240261" y="201734"/>
                    <a:pt x="238345" y="201095"/>
                    <a:pt x="237067" y="199819"/>
                  </a:cubicBezTo>
                  <a:cubicBezTo>
                    <a:pt x="234511" y="197265"/>
                    <a:pt x="234511" y="193435"/>
                    <a:pt x="236428" y="190881"/>
                  </a:cubicBezTo>
                  <a:cubicBezTo>
                    <a:pt x="238984" y="187689"/>
                    <a:pt x="240261" y="184497"/>
                    <a:pt x="240261" y="180667"/>
                  </a:cubicBezTo>
                  <a:cubicBezTo>
                    <a:pt x="240261" y="176836"/>
                    <a:pt x="238984" y="173006"/>
                    <a:pt x="236428" y="170452"/>
                  </a:cubicBezTo>
                  <a:cubicBezTo>
                    <a:pt x="233872" y="167899"/>
                    <a:pt x="234511" y="164068"/>
                    <a:pt x="237067" y="161515"/>
                  </a:cubicBezTo>
                  <a:cubicBezTo>
                    <a:pt x="239623" y="158961"/>
                    <a:pt x="243456" y="159600"/>
                    <a:pt x="246013" y="162153"/>
                  </a:cubicBezTo>
                  <a:cubicBezTo>
                    <a:pt x="250486" y="167260"/>
                    <a:pt x="253041" y="174283"/>
                    <a:pt x="253041" y="181305"/>
                  </a:cubicBezTo>
                  <a:cubicBezTo>
                    <a:pt x="253041" y="187689"/>
                    <a:pt x="250486" y="194711"/>
                    <a:pt x="246013" y="199819"/>
                  </a:cubicBezTo>
                  <a:close/>
                </a:path>
              </a:pathLst>
            </a:custGeom>
            <a:solidFill>
              <a:srgbClr val="0097A9"/>
            </a:solidFill>
            <a:ln w="6390" cap="flat">
              <a:noFill/>
              <a:prstDash val="solid"/>
              <a:miter/>
            </a:ln>
          </p:spPr>
          <p:txBody>
            <a:bodyPr rtlCol="0" anchor="ctr"/>
            <a:lstStyle/>
            <a:p>
              <a:endParaRPr lang="en-US"/>
            </a:p>
          </p:txBody>
        </p:sp>
      </p:grpSp>
      <p:grpSp>
        <p:nvGrpSpPr>
          <p:cNvPr id="748" name="Graphic 4">
            <a:extLst>
              <a:ext uri="{FF2B5EF4-FFF2-40B4-BE49-F238E27FC236}">
                <a16:creationId xmlns:a16="http://schemas.microsoft.com/office/drawing/2014/main" id="{B8EA483B-A8B8-024B-AC17-B49996D12394}"/>
              </a:ext>
            </a:extLst>
          </p:cNvPr>
          <p:cNvGrpSpPr/>
          <p:nvPr/>
        </p:nvGrpSpPr>
        <p:grpSpPr>
          <a:xfrm>
            <a:off x="6147119" y="3339623"/>
            <a:ext cx="361670" cy="361333"/>
            <a:chOff x="6147119" y="3339623"/>
            <a:chExt cx="361670" cy="361333"/>
          </a:xfrm>
          <a:solidFill>
            <a:srgbClr val="0097A9"/>
          </a:solidFill>
        </p:grpSpPr>
        <p:sp>
          <p:nvSpPr>
            <p:cNvPr id="749" name="Graphic 4">
              <a:extLst>
                <a:ext uri="{FF2B5EF4-FFF2-40B4-BE49-F238E27FC236}">
                  <a16:creationId xmlns:a16="http://schemas.microsoft.com/office/drawing/2014/main" id="{47753FD7-38AE-AE4C-B477-008B8EC32FA9}"/>
                </a:ext>
              </a:extLst>
            </p:cNvPr>
            <p:cNvSpPr/>
            <p:nvPr/>
          </p:nvSpPr>
          <p:spPr>
            <a:xfrm>
              <a:off x="6246163" y="3453897"/>
              <a:ext cx="83708" cy="133424"/>
            </a:xfrm>
            <a:custGeom>
              <a:avLst/>
              <a:gdLst>
                <a:gd name="connsiteX0" fmla="*/ 30672 w 83708"/>
                <a:gd name="connsiteY0" fmla="*/ 44049 h 133424"/>
                <a:gd name="connsiteX1" fmla="*/ 0 w 83708"/>
                <a:gd name="connsiteY1" fmla="*/ 44049 h 133424"/>
                <a:gd name="connsiteX2" fmla="*/ 0 w 83708"/>
                <a:gd name="connsiteY2" fmla="*/ 90014 h 133424"/>
                <a:gd name="connsiteX3" fmla="*/ 30672 w 83708"/>
                <a:gd name="connsiteY3" fmla="*/ 90014 h 133424"/>
                <a:gd name="connsiteX4" fmla="*/ 35145 w 83708"/>
                <a:gd name="connsiteY4" fmla="*/ 91291 h 133424"/>
                <a:gd name="connsiteX5" fmla="*/ 83708 w 83708"/>
                <a:gd name="connsiteY5" fmla="*/ 133425 h 133424"/>
                <a:gd name="connsiteX6" fmla="*/ 83708 w 83708"/>
                <a:gd name="connsiteY6" fmla="*/ 0 h 133424"/>
                <a:gd name="connsiteX7" fmla="*/ 35145 w 83708"/>
                <a:gd name="connsiteY7" fmla="*/ 42134 h 133424"/>
                <a:gd name="connsiteX8" fmla="*/ 30672 w 83708"/>
                <a:gd name="connsiteY8" fmla="*/ 44049 h 13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708" h="133424">
                  <a:moveTo>
                    <a:pt x="30672" y="44049"/>
                  </a:moveTo>
                  <a:lnTo>
                    <a:pt x="0" y="44049"/>
                  </a:lnTo>
                  <a:lnTo>
                    <a:pt x="0" y="90014"/>
                  </a:lnTo>
                  <a:lnTo>
                    <a:pt x="30672" y="90014"/>
                  </a:lnTo>
                  <a:cubicBezTo>
                    <a:pt x="31950" y="90014"/>
                    <a:pt x="33867" y="90652"/>
                    <a:pt x="35145" y="91291"/>
                  </a:cubicBezTo>
                  <a:lnTo>
                    <a:pt x="83708" y="133425"/>
                  </a:lnTo>
                  <a:lnTo>
                    <a:pt x="83708" y="0"/>
                  </a:lnTo>
                  <a:lnTo>
                    <a:pt x="35145" y="42134"/>
                  </a:lnTo>
                  <a:cubicBezTo>
                    <a:pt x="33228" y="43411"/>
                    <a:pt x="31950" y="44049"/>
                    <a:pt x="30672" y="44049"/>
                  </a:cubicBezTo>
                  <a:close/>
                </a:path>
              </a:pathLst>
            </a:custGeom>
            <a:solidFill>
              <a:srgbClr val="0097A9"/>
            </a:solidFill>
            <a:ln w="6390" cap="flat">
              <a:noFill/>
              <a:prstDash val="solid"/>
              <a:miter/>
            </a:ln>
          </p:spPr>
          <p:txBody>
            <a:bodyPr rtlCol="0" anchor="ctr"/>
            <a:lstStyle/>
            <a:p>
              <a:endParaRPr lang="en-US"/>
            </a:p>
          </p:txBody>
        </p:sp>
        <p:sp>
          <p:nvSpPr>
            <p:cNvPr id="750" name="Graphic 4">
              <a:extLst>
                <a:ext uri="{FF2B5EF4-FFF2-40B4-BE49-F238E27FC236}">
                  <a16:creationId xmlns:a16="http://schemas.microsoft.com/office/drawing/2014/main" id="{A48CAD06-2484-0D48-8A0B-8D82D2DA293F}"/>
                </a:ext>
              </a:extLst>
            </p:cNvPr>
            <p:cNvSpPr/>
            <p:nvPr/>
          </p:nvSpPr>
          <p:spPr>
            <a:xfrm>
              <a:off x="6147119"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94893 w 361670"/>
                <a:gd name="connsiteY5" fmla="*/ 261743 h 361333"/>
                <a:gd name="connsiteX6" fmla="*/ 191059 w 361670"/>
                <a:gd name="connsiteY6" fmla="*/ 267489 h 361333"/>
                <a:gd name="connsiteX7" fmla="*/ 188503 w 361670"/>
                <a:gd name="connsiteY7" fmla="*/ 268127 h 361333"/>
                <a:gd name="connsiteX8" fmla="*/ 184030 w 361670"/>
                <a:gd name="connsiteY8" fmla="*/ 266850 h 361333"/>
                <a:gd name="connsiteX9" fmla="*/ 127160 w 361670"/>
                <a:gd name="connsiteY9" fmla="*/ 217055 h 361333"/>
                <a:gd name="connsiteX10" fmla="*/ 92654 w 361670"/>
                <a:gd name="connsiteY10" fmla="*/ 217055 h 361333"/>
                <a:gd name="connsiteX11" fmla="*/ 86264 w 361670"/>
                <a:gd name="connsiteY11" fmla="*/ 210671 h 361333"/>
                <a:gd name="connsiteX12" fmla="*/ 86264 w 361670"/>
                <a:gd name="connsiteY12" fmla="*/ 151939 h 361333"/>
                <a:gd name="connsiteX13" fmla="*/ 92654 w 361670"/>
                <a:gd name="connsiteY13" fmla="*/ 145555 h 361333"/>
                <a:gd name="connsiteX14" fmla="*/ 127160 w 361670"/>
                <a:gd name="connsiteY14" fmla="*/ 145555 h 361333"/>
                <a:gd name="connsiteX15" fmla="*/ 184030 w 361670"/>
                <a:gd name="connsiteY15" fmla="*/ 95760 h 361333"/>
                <a:gd name="connsiteX16" fmla="*/ 191059 w 361670"/>
                <a:gd name="connsiteY16" fmla="*/ 94483 h 361333"/>
                <a:gd name="connsiteX17" fmla="*/ 194893 w 361670"/>
                <a:gd name="connsiteY17" fmla="*/ 100229 h 361333"/>
                <a:gd name="connsiteX18" fmla="*/ 194893 w 361670"/>
                <a:gd name="connsiteY18" fmla="*/ 261743 h 361333"/>
                <a:gd name="connsiteX19" fmla="*/ 194893 w 361670"/>
                <a:gd name="connsiteY19" fmla="*/ 261743 h 361333"/>
                <a:gd name="connsiteX20" fmla="*/ 273489 w 361670"/>
                <a:gd name="connsiteY20" fmla="*/ 204287 h 361333"/>
                <a:gd name="connsiteX21" fmla="*/ 272850 w 361670"/>
                <a:gd name="connsiteY21" fmla="*/ 213225 h 361333"/>
                <a:gd name="connsiteX22" fmla="*/ 269016 w 361670"/>
                <a:gd name="connsiteY22" fmla="*/ 214502 h 361333"/>
                <a:gd name="connsiteX23" fmla="*/ 263904 w 361670"/>
                <a:gd name="connsiteY23" fmla="*/ 211948 h 361333"/>
                <a:gd name="connsiteX24" fmla="*/ 245374 w 361670"/>
                <a:gd name="connsiteY24" fmla="*/ 190243 h 361333"/>
                <a:gd name="connsiteX25" fmla="*/ 226843 w 361670"/>
                <a:gd name="connsiteY25" fmla="*/ 211948 h 361333"/>
                <a:gd name="connsiteX26" fmla="*/ 221731 w 361670"/>
                <a:gd name="connsiteY26" fmla="*/ 214502 h 361333"/>
                <a:gd name="connsiteX27" fmla="*/ 217897 w 361670"/>
                <a:gd name="connsiteY27" fmla="*/ 213225 h 361333"/>
                <a:gd name="connsiteX28" fmla="*/ 217258 w 361670"/>
                <a:gd name="connsiteY28" fmla="*/ 204287 h 361333"/>
                <a:gd name="connsiteX29" fmla="*/ 237067 w 361670"/>
                <a:gd name="connsiteY29" fmla="*/ 181305 h 361333"/>
                <a:gd name="connsiteX30" fmla="*/ 217258 w 361670"/>
                <a:gd name="connsiteY30" fmla="*/ 158323 h 361333"/>
                <a:gd name="connsiteX31" fmla="*/ 217897 w 361670"/>
                <a:gd name="connsiteY31" fmla="*/ 149385 h 361333"/>
                <a:gd name="connsiteX32" fmla="*/ 226843 w 361670"/>
                <a:gd name="connsiteY32" fmla="*/ 150024 h 361333"/>
                <a:gd name="connsiteX33" fmla="*/ 245374 w 361670"/>
                <a:gd name="connsiteY33" fmla="*/ 171729 h 361333"/>
                <a:gd name="connsiteX34" fmla="*/ 263904 w 361670"/>
                <a:gd name="connsiteY34" fmla="*/ 150024 h 361333"/>
                <a:gd name="connsiteX35" fmla="*/ 272850 w 361670"/>
                <a:gd name="connsiteY35" fmla="*/ 149385 h 361333"/>
                <a:gd name="connsiteX36" fmla="*/ 273489 w 361670"/>
                <a:gd name="connsiteY36" fmla="*/ 158323 h 361333"/>
                <a:gd name="connsiteX37" fmla="*/ 253681 w 361670"/>
                <a:gd name="connsiteY37" fmla="*/ 181305 h 361333"/>
                <a:gd name="connsiteX38" fmla="*/ 273489 w 361670"/>
                <a:gd name="connsiteY38" fmla="*/ 20428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94893" y="261743"/>
                  </a:moveTo>
                  <a:cubicBezTo>
                    <a:pt x="194893" y="264297"/>
                    <a:pt x="193615" y="266212"/>
                    <a:pt x="191059" y="267489"/>
                  </a:cubicBezTo>
                  <a:cubicBezTo>
                    <a:pt x="190420" y="268127"/>
                    <a:pt x="189142" y="268127"/>
                    <a:pt x="188503" y="268127"/>
                  </a:cubicBezTo>
                  <a:cubicBezTo>
                    <a:pt x="187225" y="268127"/>
                    <a:pt x="185308" y="267489"/>
                    <a:pt x="184030" y="266850"/>
                  </a:cubicBezTo>
                  <a:lnTo>
                    <a:pt x="127160" y="217055"/>
                  </a:lnTo>
                  <a:lnTo>
                    <a:pt x="92654" y="217055"/>
                  </a:lnTo>
                  <a:cubicBezTo>
                    <a:pt x="88820" y="217055"/>
                    <a:pt x="86264" y="214502"/>
                    <a:pt x="86264" y="210671"/>
                  </a:cubicBezTo>
                  <a:lnTo>
                    <a:pt x="86264" y="151939"/>
                  </a:lnTo>
                  <a:cubicBezTo>
                    <a:pt x="86264" y="148108"/>
                    <a:pt x="88820" y="145555"/>
                    <a:pt x="92654" y="145555"/>
                  </a:cubicBezTo>
                  <a:lnTo>
                    <a:pt x="127160" y="145555"/>
                  </a:lnTo>
                  <a:lnTo>
                    <a:pt x="184030" y="95760"/>
                  </a:lnTo>
                  <a:cubicBezTo>
                    <a:pt x="185947" y="93845"/>
                    <a:pt x="188503" y="93845"/>
                    <a:pt x="191059" y="94483"/>
                  </a:cubicBezTo>
                  <a:cubicBezTo>
                    <a:pt x="193615" y="95760"/>
                    <a:pt x="194893" y="97675"/>
                    <a:pt x="194893" y="100229"/>
                  </a:cubicBezTo>
                  <a:lnTo>
                    <a:pt x="194893" y="261743"/>
                  </a:lnTo>
                  <a:lnTo>
                    <a:pt x="194893" y="261743"/>
                  </a:lnTo>
                  <a:close/>
                  <a:moveTo>
                    <a:pt x="273489" y="204287"/>
                  </a:moveTo>
                  <a:cubicBezTo>
                    <a:pt x="276045" y="206841"/>
                    <a:pt x="275406" y="211310"/>
                    <a:pt x="272850" y="213225"/>
                  </a:cubicBezTo>
                  <a:cubicBezTo>
                    <a:pt x="271572" y="214502"/>
                    <a:pt x="270294" y="214502"/>
                    <a:pt x="269016" y="214502"/>
                  </a:cubicBezTo>
                  <a:cubicBezTo>
                    <a:pt x="267099" y="214502"/>
                    <a:pt x="265182" y="213863"/>
                    <a:pt x="263904" y="211948"/>
                  </a:cubicBezTo>
                  <a:lnTo>
                    <a:pt x="245374" y="190243"/>
                  </a:lnTo>
                  <a:lnTo>
                    <a:pt x="226843" y="211948"/>
                  </a:lnTo>
                  <a:cubicBezTo>
                    <a:pt x="225565" y="213225"/>
                    <a:pt x="223648" y="214502"/>
                    <a:pt x="221731" y="214502"/>
                  </a:cubicBezTo>
                  <a:cubicBezTo>
                    <a:pt x="220453" y="214502"/>
                    <a:pt x="218536" y="213863"/>
                    <a:pt x="217897" y="213225"/>
                  </a:cubicBezTo>
                  <a:cubicBezTo>
                    <a:pt x="215341" y="210671"/>
                    <a:pt x="214702" y="206841"/>
                    <a:pt x="217258" y="204287"/>
                  </a:cubicBezTo>
                  <a:lnTo>
                    <a:pt x="237067" y="181305"/>
                  </a:lnTo>
                  <a:lnTo>
                    <a:pt x="217258" y="158323"/>
                  </a:lnTo>
                  <a:cubicBezTo>
                    <a:pt x="214702" y="155769"/>
                    <a:pt x="215341" y="151300"/>
                    <a:pt x="217897" y="149385"/>
                  </a:cubicBezTo>
                  <a:cubicBezTo>
                    <a:pt x="220453" y="146832"/>
                    <a:pt x="224926" y="147470"/>
                    <a:pt x="226843" y="150024"/>
                  </a:cubicBezTo>
                  <a:lnTo>
                    <a:pt x="245374" y="171729"/>
                  </a:lnTo>
                  <a:lnTo>
                    <a:pt x="263904" y="150024"/>
                  </a:lnTo>
                  <a:cubicBezTo>
                    <a:pt x="266460" y="147470"/>
                    <a:pt x="270294" y="146832"/>
                    <a:pt x="272850" y="149385"/>
                  </a:cubicBezTo>
                  <a:cubicBezTo>
                    <a:pt x="275406" y="151939"/>
                    <a:pt x="276045" y="155769"/>
                    <a:pt x="273489" y="158323"/>
                  </a:cubicBezTo>
                  <a:lnTo>
                    <a:pt x="253681" y="181305"/>
                  </a:lnTo>
                  <a:lnTo>
                    <a:pt x="273489" y="204287"/>
                  </a:lnTo>
                  <a:close/>
                </a:path>
              </a:pathLst>
            </a:custGeom>
            <a:solidFill>
              <a:srgbClr val="0097A9"/>
            </a:solidFill>
            <a:ln w="6390" cap="flat">
              <a:noFill/>
              <a:prstDash val="solid"/>
              <a:miter/>
            </a:ln>
          </p:spPr>
          <p:txBody>
            <a:bodyPr rtlCol="0" anchor="ctr"/>
            <a:lstStyle/>
            <a:p>
              <a:endParaRPr lang="en-US"/>
            </a:p>
          </p:txBody>
        </p:sp>
      </p:grpSp>
      <p:grpSp>
        <p:nvGrpSpPr>
          <p:cNvPr id="751" name="Graphic 4">
            <a:extLst>
              <a:ext uri="{FF2B5EF4-FFF2-40B4-BE49-F238E27FC236}">
                <a16:creationId xmlns:a16="http://schemas.microsoft.com/office/drawing/2014/main" id="{356FDF48-D415-CA4F-984A-525B51D68CCF}"/>
              </a:ext>
            </a:extLst>
          </p:cNvPr>
          <p:cNvGrpSpPr/>
          <p:nvPr/>
        </p:nvGrpSpPr>
        <p:grpSpPr>
          <a:xfrm>
            <a:off x="7192513" y="918179"/>
            <a:ext cx="361674" cy="361333"/>
            <a:chOff x="7192513" y="918179"/>
            <a:chExt cx="361674" cy="361333"/>
          </a:xfrm>
          <a:solidFill>
            <a:srgbClr val="0097A9"/>
          </a:solidFill>
        </p:grpSpPr>
        <p:sp>
          <p:nvSpPr>
            <p:cNvPr id="752" name="Graphic 4">
              <a:extLst>
                <a:ext uri="{FF2B5EF4-FFF2-40B4-BE49-F238E27FC236}">
                  <a16:creationId xmlns:a16="http://schemas.microsoft.com/office/drawing/2014/main" id="{87A65F14-AAEA-D148-8A46-496DA56F79BF}"/>
                </a:ext>
              </a:extLst>
            </p:cNvPr>
            <p:cNvSpPr/>
            <p:nvPr/>
          </p:nvSpPr>
          <p:spPr>
            <a:xfrm>
              <a:off x="7292835" y="1018407"/>
              <a:ext cx="161665" cy="161514"/>
            </a:xfrm>
            <a:custGeom>
              <a:avLst/>
              <a:gdLst>
                <a:gd name="connsiteX0" fmla="*/ 0 w 161665"/>
                <a:gd name="connsiteY0" fmla="*/ 0 h 161514"/>
                <a:gd name="connsiteX1" fmla="*/ 161666 w 161665"/>
                <a:gd name="connsiteY1" fmla="*/ 0 h 161514"/>
                <a:gd name="connsiteX2" fmla="*/ 161666 w 161665"/>
                <a:gd name="connsiteY2" fmla="*/ 161515 h 161514"/>
                <a:gd name="connsiteX3" fmla="*/ 0 w 161665"/>
                <a:gd name="connsiteY3" fmla="*/ 161515 h 161514"/>
              </a:gdLst>
              <a:ahLst/>
              <a:cxnLst>
                <a:cxn ang="0">
                  <a:pos x="connsiteX0" y="connsiteY0"/>
                </a:cxn>
                <a:cxn ang="0">
                  <a:pos x="connsiteX1" y="connsiteY1"/>
                </a:cxn>
                <a:cxn ang="0">
                  <a:pos x="connsiteX2" y="connsiteY2"/>
                </a:cxn>
                <a:cxn ang="0">
                  <a:pos x="connsiteX3" y="connsiteY3"/>
                </a:cxn>
              </a:cxnLst>
              <a:rect l="l" t="t" r="r" b="b"/>
              <a:pathLst>
                <a:path w="161665" h="161514">
                  <a:moveTo>
                    <a:pt x="0" y="0"/>
                  </a:moveTo>
                  <a:lnTo>
                    <a:pt x="161666" y="0"/>
                  </a:lnTo>
                  <a:lnTo>
                    <a:pt x="161666" y="161515"/>
                  </a:lnTo>
                  <a:lnTo>
                    <a:pt x="0" y="161515"/>
                  </a:lnTo>
                  <a:close/>
                </a:path>
              </a:pathLst>
            </a:custGeom>
            <a:solidFill>
              <a:srgbClr val="0097A9"/>
            </a:solidFill>
            <a:ln w="6390" cap="flat">
              <a:noFill/>
              <a:prstDash val="solid"/>
              <a:miter/>
            </a:ln>
          </p:spPr>
          <p:txBody>
            <a:bodyPr rtlCol="0" anchor="ctr"/>
            <a:lstStyle/>
            <a:p>
              <a:endParaRPr lang="en-US"/>
            </a:p>
          </p:txBody>
        </p:sp>
        <p:sp>
          <p:nvSpPr>
            <p:cNvPr id="753" name="Graphic 4">
              <a:extLst>
                <a:ext uri="{FF2B5EF4-FFF2-40B4-BE49-F238E27FC236}">
                  <a16:creationId xmlns:a16="http://schemas.microsoft.com/office/drawing/2014/main" id="{FE030905-575A-474B-B301-1460AD29E946}"/>
                </a:ext>
              </a:extLst>
            </p:cNvPr>
            <p:cNvSpPr/>
            <p:nvPr/>
          </p:nvSpPr>
          <p:spPr>
            <a:xfrm>
              <a:off x="7192513" y="918179"/>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274767 w 361674"/>
                <a:gd name="connsiteY5" fmla="*/ 267489 h 361333"/>
                <a:gd name="connsiteX6" fmla="*/ 268377 w 361674"/>
                <a:gd name="connsiteY6" fmla="*/ 273873 h 361333"/>
                <a:gd name="connsiteX7" fmla="*/ 93933 w 361674"/>
                <a:gd name="connsiteY7" fmla="*/ 273873 h 361333"/>
                <a:gd name="connsiteX8" fmla="*/ 87543 w 361674"/>
                <a:gd name="connsiteY8" fmla="*/ 267489 h 361333"/>
                <a:gd name="connsiteX9" fmla="*/ 87543 w 361674"/>
                <a:gd name="connsiteY9" fmla="*/ 93206 h 361333"/>
                <a:gd name="connsiteX10" fmla="*/ 93933 w 361674"/>
                <a:gd name="connsiteY10" fmla="*/ 86822 h 361333"/>
                <a:gd name="connsiteX11" fmla="*/ 268377 w 361674"/>
                <a:gd name="connsiteY11" fmla="*/ 86822 h 361333"/>
                <a:gd name="connsiteX12" fmla="*/ 274767 w 361674"/>
                <a:gd name="connsiteY12" fmla="*/ 93206 h 361333"/>
                <a:gd name="connsiteX13" fmla="*/ 274767 w 361674"/>
                <a:gd name="connsiteY13" fmla="*/ 26748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4" h="361333">
                  <a:moveTo>
                    <a:pt x="180836" y="0"/>
                  </a:moveTo>
                  <a:cubicBezTo>
                    <a:pt x="80513" y="0"/>
                    <a:pt x="0" y="81077"/>
                    <a:pt x="0" y="180667"/>
                  </a:cubicBezTo>
                  <a:cubicBezTo>
                    <a:pt x="0" y="280895"/>
                    <a:pt x="81153" y="361333"/>
                    <a:pt x="180836" y="361333"/>
                  </a:cubicBezTo>
                  <a:cubicBezTo>
                    <a:pt x="280518" y="361333"/>
                    <a:pt x="361670" y="280257"/>
                    <a:pt x="361670" y="180667"/>
                  </a:cubicBezTo>
                  <a:cubicBezTo>
                    <a:pt x="362310" y="81077"/>
                    <a:pt x="281157" y="0"/>
                    <a:pt x="180836" y="0"/>
                  </a:cubicBezTo>
                  <a:close/>
                  <a:moveTo>
                    <a:pt x="274767" y="267489"/>
                  </a:moveTo>
                  <a:cubicBezTo>
                    <a:pt x="274767" y="271319"/>
                    <a:pt x="272211" y="273873"/>
                    <a:pt x="268377" y="273873"/>
                  </a:cubicBezTo>
                  <a:lnTo>
                    <a:pt x="93933" y="273873"/>
                  </a:lnTo>
                  <a:cubicBezTo>
                    <a:pt x="90098" y="273873"/>
                    <a:pt x="87543" y="271319"/>
                    <a:pt x="87543" y="267489"/>
                  </a:cubicBezTo>
                  <a:lnTo>
                    <a:pt x="87543" y="93206"/>
                  </a:lnTo>
                  <a:cubicBezTo>
                    <a:pt x="87543" y="89376"/>
                    <a:pt x="90098" y="86822"/>
                    <a:pt x="93933" y="86822"/>
                  </a:cubicBezTo>
                  <a:lnTo>
                    <a:pt x="268377" y="86822"/>
                  </a:lnTo>
                  <a:cubicBezTo>
                    <a:pt x="272211" y="86822"/>
                    <a:pt x="274767" y="89376"/>
                    <a:pt x="274767" y="93206"/>
                  </a:cubicBezTo>
                  <a:lnTo>
                    <a:pt x="274767" y="267489"/>
                  </a:lnTo>
                  <a:close/>
                </a:path>
              </a:pathLst>
            </a:custGeom>
            <a:solidFill>
              <a:srgbClr val="0097A9"/>
            </a:solidFill>
            <a:ln w="6390" cap="flat">
              <a:noFill/>
              <a:prstDash val="solid"/>
              <a:miter/>
            </a:ln>
          </p:spPr>
          <p:txBody>
            <a:bodyPr rtlCol="0" anchor="ctr"/>
            <a:lstStyle/>
            <a:p>
              <a:endParaRPr lang="en-US"/>
            </a:p>
          </p:txBody>
        </p:sp>
      </p:grpSp>
      <p:grpSp>
        <p:nvGrpSpPr>
          <p:cNvPr id="754" name="Graphic 4">
            <a:extLst>
              <a:ext uri="{FF2B5EF4-FFF2-40B4-BE49-F238E27FC236}">
                <a16:creationId xmlns:a16="http://schemas.microsoft.com/office/drawing/2014/main" id="{740B6CF8-428A-5449-B061-5B3E86530F45}"/>
              </a:ext>
            </a:extLst>
          </p:cNvPr>
          <p:cNvGrpSpPr/>
          <p:nvPr/>
        </p:nvGrpSpPr>
        <p:grpSpPr>
          <a:xfrm>
            <a:off x="6147119" y="918179"/>
            <a:ext cx="361670" cy="361333"/>
            <a:chOff x="6147119" y="918179"/>
            <a:chExt cx="361670" cy="361333"/>
          </a:xfrm>
          <a:solidFill>
            <a:srgbClr val="0097A9"/>
          </a:solidFill>
        </p:grpSpPr>
        <p:sp>
          <p:nvSpPr>
            <p:cNvPr id="755" name="Graphic 4">
              <a:extLst>
                <a:ext uri="{FF2B5EF4-FFF2-40B4-BE49-F238E27FC236}">
                  <a16:creationId xmlns:a16="http://schemas.microsoft.com/office/drawing/2014/main" id="{38A8B746-DD1C-6548-932C-505FB272B4C7}"/>
                </a:ext>
              </a:extLst>
            </p:cNvPr>
            <p:cNvSpPr/>
            <p:nvPr/>
          </p:nvSpPr>
          <p:spPr>
            <a:xfrm>
              <a:off x="6262138" y="1017130"/>
              <a:ext cx="149524" cy="163429"/>
            </a:xfrm>
            <a:custGeom>
              <a:avLst/>
              <a:gdLst>
                <a:gd name="connsiteX0" fmla="*/ 0 w 149524"/>
                <a:gd name="connsiteY0" fmla="*/ 163430 h 163429"/>
                <a:gd name="connsiteX1" fmla="*/ 149525 w 149524"/>
                <a:gd name="connsiteY1" fmla="*/ 81715 h 163429"/>
                <a:gd name="connsiteX2" fmla="*/ 0 w 149524"/>
                <a:gd name="connsiteY2" fmla="*/ 0 h 163429"/>
              </a:gdLst>
              <a:ahLst/>
              <a:cxnLst>
                <a:cxn ang="0">
                  <a:pos x="connsiteX0" y="connsiteY0"/>
                </a:cxn>
                <a:cxn ang="0">
                  <a:pos x="connsiteX1" y="connsiteY1"/>
                </a:cxn>
                <a:cxn ang="0">
                  <a:pos x="connsiteX2" y="connsiteY2"/>
                </a:cxn>
              </a:cxnLst>
              <a:rect l="l" t="t" r="r" b="b"/>
              <a:pathLst>
                <a:path w="149524" h="163429">
                  <a:moveTo>
                    <a:pt x="0" y="163430"/>
                  </a:moveTo>
                  <a:lnTo>
                    <a:pt x="149525" y="81715"/>
                  </a:lnTo>
                  <a:lnTo>
                    <a:pt x="0" y="0"/>
                  </a:lnTo>
                  <a:close/>
                </a:path>
              </a:pathLst>
            </a:custGeom>
            <a:solidFill>
              <a:srgbClr val="0097A9"/>
            </a:solidFill>
            <a:ln w="6390" cap="flat">
              <a:noFill/>
              <a:prstDash val="solid"/>
              <a:miter/>
            </a:ln>
          </p:spPr>
          <p:txBody>
            <a:bodyPr rtlCol="0" anchor="ctr"/>
            <a:lstStyle/>
            <a:p>
              <a:endParaRPr lang="en-US"/>
            </a:p>
          </p:txBody>
        </p:sp>
        <p:sp>
          <p:nvSpPr>
            <p:cNvPr id="756" name="Graphic 4">
              <a:extLst>
                <a:ext uri="{FF2B5EF4-FFF2-40B4-BE49-F238E27FC236}">
                  <a16:creationId xmlns:a16="http://schemas.microsoft.com/office/drawing/2014/main" id="{D40CE622-7D4C-E54B-8BD2-E9E6D94DEC39}"/>
                </a:ext>
              </a:extLst>
            </p:cNvPr>
            <p:cNvSpPr/>
            <p:nvPr/>
          </p:nvSpPr>
          <p:spPr>
            <a:xfrm>
              <a:off x="6147119"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81157 w 361670"/>
                <a:gd name="connsiteY5" fmla="*/ 186412 h 361333"/>
                <a:gd name="connsiteX6" fmla="*/ 111824 w 361670"/>
                <a:gd name="connsiteY6" fmla="*/ 278980 h 361333"/>
                <a:gd name="connsiteX7" fmla="*/ 108629 w 361670"/>
                <a:gd name="connsiteY7" fmla="*/ 279618 h 361333"/>
                <a:gd name="connsiteX8" fmla="*/ 105434 w 361670"/>
                <a:gd name="connsiteY8" fmla="*/ 278980 h 361333"/>
                <a:gd name="connsiteX9" fmla="*/ 102239 w 361670"/>
                <a:gd name="connsiteY9" fmla="*/ 273234 h 361333"/>
                <a:gd name="connsiteX10" fmla="*/ 102239 w 361670"/>
                <a:gd name="connsiteY10" fmla="*/ 88099 h 361333"/>
                <a:gd name="connsiteX11" fmla="*/ 105434 w 361670"/>
                <a:gd name="connsiteY11" fmla="*/ 82353 h 361333"/>
                <a:gd name="connsiteX12" fmla="*/ 111824 w 361670"/>
                <a:gd name="connsiteY12" fmla="*/ 82353 h 361333"/>
                <a:gd name="connsiteX13" fmla="*/ 281157 w 361670"/>
                <a:gd name="connsiteY13" fmla="*/ 174921 h 361333"/>
                <a:gd name="connsiteX14" fmla="*/ 284352 w 361670"/>
                <a:gd name="connsiteY14" fmla="*/ 180667 h 361333"/>
                <a:gd name="connsiteX15" fmla="*/ 281157 w 361670"/>
                <a:gd name="connsiteY15" fmla="*/ 18641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281157" y="186412"/>
                  </a:moveTo>
                  <a:lnTo>
                    <a:pt x="111824" y="278980"/>
                  </a:lnTo>
                  <a:cubicBezTo>
                    <a:pt x="111185" y="279618"/>
                    <a:pt x="109907" y="279618"/>
                    <a:pt x="108629" y="279618"/>
                  </a:cubicBezTo>
                  <a:cubicBezTo>
                    <a:pt x="107351" y="279618"/>
                    <a:pt x="106073" y="279618"/>
                    <a:pt x="105434" y="278980"/>
                  </a:cubicBezTo>
                  <a:cubicBezTo>
                    <a:pt x="103517" y="277703"/>
                    <a:pt x="102239" y="275788"/>
                    <a:pt x="102239" y="273234"/>
                  </a:cubicBezTo>
                  <a:lnTo>
                    <a:pt x="102239" y="88099"/>
                  </a:lnTo>
                  <a:cubicBezTo>
                    <a:pt x="102239" y="85545"/>
                    <a:pt x="103517" y="83630"/>
                    <a:pt x="105434" y="82353"/>
                  </a:cubicBezTo>
                  <a:cubicBezTo>
                    <a:pt x="107351" y="81077"/>
                    <a:pt x="109907" y="81077"/>
                    <a:pt x="111824" y="82353"/>
                  </a:cubicBezTo>
                  <a:lnTo>
                    <a:pt x="281157" y="174921"/>
                  </a:lnTo>
                  <a:cubicBezTo>
                    <a:pt x="283074" y="176198"/>
                    <a:pt x="284352" y="178113"/>
                    <a:pt x="284352" y="180667"/>
                  </a:cubicBezTo>
                  <a:cubicBezTo>
                    <a:pt x="284352" y="183220"/>
                    <a:pt x="283074" y="185135"/>
                    <a:pt x="281157" y="186412"/>
                  </a:cubicBezTo>
                  <a:close/>
                </a:path>
              </a:pathLst>
            </a:custGeom>
            <a:solidFill>
              <a:srgbClr val="0097A9"/>
            </a:solidFill>
            <a:ln w="6390" cap="flat">
              <a:noFill/>
              <a:prstDash val="solid"/>
              <a:miter/>
            </a:ln>
          </p:spPr>
          <p:txBody>
            <a:bodyPr rtlCol="0" anchor="ctr"/>
            <a:lstStyle/>
            <a:p>
              <a:endParaRPr lang="en-US"/>
            </a:p>
          </p:txBody>
        </p:sp>
      </p:grpSp>
      <p:grpSp>
        <p:nvGrpSpPr>
          <p:cNvPr id="757" name="Graphic 4">
            <a:extLst>
              <a:ext uri="{FF2B5EF4-FFF2-40B4-BE49-F238E27FC236}">
                <a16:creationId xmlns:a16="http://schemas.microsoft.com/office/drawing/2014/main" id="{7395FADA-CE31-9841-B464-0C00BDDCF88C}"/>
              </a:ext>
            </a:extLst>
          </p:cNvPr>
          <p:cNvGrpSpPr/>
          <p:nvPr/>
        </p:nvGrpSpPr>
        <p:grpSpPr>
          <a:xfrm>
            <a:off x="7192513" y="3339623"/>
            <a:ext cx="361674" cy="361333"/>
            <a:chOff x="7192513" y="3339623"/>
            <a:chExt cx="361674" cy="361333"/>
          </a:xfrm>
          <a:solidFill>
            <a:srgbClr val="0097A9"/>
          </a:solidFill>
        </p:grpSpPr>
        <p:sp>
          <p:nvSpPr>
            <p:cNvPr id="758" name="Graphic 4">
              <a:extLst>
                <a:ext uri="{FF2B5EF4-FFF2-40B4-BE49-F238E27FC236}">
                  <a16:creationId xmlns:a16="http://schemas.microsoft.com/office/drawing/2014/main" id="{A1D82AB6-BBD9-6348-BD90-19FB292CABEB}"/>
                </a:ext>
              </a:extLst>
            </p:cNvPr>
            <p:cNvSpPr/>
            <p:nvPr/>
          </p:nvSpPr>
          <p:spPr>
            <a:xfrm>
              <a:off x="7257690" y="3479433"/>
              <a:ext cx="83069" cy="82991"/>
            </a:xfrm>
            <a:custGeom>
              <a:avLst/>
              <a:gdLst>
                <a:gd name="connsiteX0" fmla="*/ 83069 w 83069"/>
                <a:gd name="connsiteY0" fmla="*/ 41496 h 82991"/>
                <a:gd name="connsiteX1" fmla="*/ 41535 w 83069"/>
                <a:gd name="connsiteY1" fmla="*/ 0 h 82991"/>
                <a:gd name="connsiteX2" fmla="*/ 0 w 83069"/>
                <a:gd name="connsiteY2" fmla="*/ 41496 h 82991"/>
                <a:gd name="connsiteX3" fmla="*/ 41535 w 83069"/>
                <a:gd name="connsiteY3" fmla="*/ 82992 h 82991"/>
                <a:gd name="connsiteX4" fmla="*/ 83069 w 83069"/>
                <a:gd name="connsiteY4" fmla="*/ 41496 h 82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069" h="82991">
                  <a:moveTo>
                    <a:pt x="83069" y="41496"/>
                  </a:moveTo>
                  <a:cubicBezTo>
                    <a:pt x="83069" y="18513"/>
                    <a:pt x="64538" y="0"/>
                    <a:pt x="41535" y="0"/>
                  </a:cubicBezTo>
                  <a:cubicBezTo>
                    <a:pt x="18530" y="0"/>
                    <a:pt x="0" y="18513"/>
                    <a:pt x="0" y="41496"/>
                  </a:cubicBezTo>
                  <a:cubicBezTo>
                    <a:pt x="0" y="64478"/>
                    <a:pt x="18530" y="82992"/>
                    <a:pt x="41535" y="82992"/>
                  </a:cubicBezTo>
                  <a:cubicBezTo>
                    <a:pt x="64538" y="82992"/>
                    <a:pt x="83069" y="64478"/>
                    <a:pt x="83069" y="41496"/>
                  </a:cubicBezTo>
                  <a:close/>
                </a:path>
              </a:pathLst>
            </a:custGeom>
            <a:solidFill>
              <a:srgbClr val="0097A9"/>
            </a:solidFill>
            <a:ln w="6390" cap="flat">
              <a:noFill/>
              <a:prstDash val="solid"/>
              <a:miter/>
            </a:ln>
          </p:spPr>
          <p:txBody>
            <a:bodyPr rtlCol="0" anchor="ctr"/>
            <a:lstStyle/>
            <a:p>
              <a:endParaRPr lang="en-US"/>
            </a:p>
          </p:txBody>
        </p:sp>
        <p:sp>
          <p:nvSpPr>
            <p:cNvPr id="759" name="Graphic 4">
              <a:extLst>
                <a:ext uri="{FF2B5EF4-FFF2-40B4-BE49-F238E27FC236}">
                  <a16:creationId xmlns:a16="http://schemas.microsoft.com/office/drawing/2014/main" id="{CC2B89D5-057F-F84A-840E-9C6A48651515}"/>
                </a:ext>
              </a:extLst>
            </p:cNvPr>
            <p:cNvSpPr/>
            <p:nvPr/>
          </p:nvSpPr>
          <p:spPr>
            <a:xfrm>
              <a:off x="7405937" y="3479433"/>
              <a:ext cx="83084" cy="82991"/>
            </a:xfrm>
            <a:custGeom>
              <a:avLst/>
              <a:gdLst>
                <a:gd name="connsiteX0" fmla="*/ 41535 w 83084"/>
                <a:gd name="connsiteY0" fmla="*/ 0 h 82991"/>
                <a:gd name="connsiteX1" fmla="*/ 0 w 83084"/>
                <a:gd name="connsiteY1" fmla="*/ 41496 h 82991"/>
                <a:gd name="connsiteX2" fmla="*/ 41535 w 83084"/>
                <a:gd name="connsiteY2" fmla="*/ 82992 h 82991"/>
                <a:gd name="connsiteX3" fmla="*/ 83069 w 83084"/>
                <a:gd name="connsiteY3" fmla="*/ 41496 h 82991"/>
                <a:gd name="connsiteX4" fmla="*/ 41535 w 83084"/>
                <a:gd name="connsiteY4" fmla="*/ 0 h 82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084" h="82991">
                  <a:moveTo>
                    <a:pt x="41535" y="0"/>
                  </a:moveTo>
                  <a:cubicBezTo>
                    <a:pt x="18531" y="0"/>
                    <a:pt x="0" y="18513"/>
                    <a:pt x="0" y="41496"/>
                  </a:cubicBezTo>
                  <a:cubicBezTo>
                    <a:pt x="0" y="64478"/>
                    <a:pt x="18531" y="82992"/>
                    <a:pt x="41535" y="82992"/>
                  </a:cubicBezTo>
                  <a:cubicBezTo>
                    <a:pt x="64538" y="82992"/>
                    <a:pt x="83069" y="64478"/>
                    <a:pt x="83069" y="41496"/>
                  </a:cubicBezTo>
                  <a:cubicBezTo>
                    <a:pt x="83708" y="18513"/>
                    <a:pt x="64538" y="0"/>
                    <a:pt x="41535" y="0"/>
                  </a:cubicBezTo>
                  <a:close/>
                </a:path>
              </a:pathLst>
            </a:custGeom>
            <a:solidFill>
              <a:srgbClr val="0097A9"/>
            </a:solidFill>
            <a:ln w="6390" cap="flat">
              <a:noFill/>
              <a:prstDash val="solid"/>
              <a:miter/>
            </a:ln>
          </p:spPr>
          <p:txBody>
            <a:bodyPr rtlCol="0" anchor="ctr"/>
            <a:lstStyle/>
            <a:p>
              <a:endParaRPr lang="en-US"/>
            </a:p>
          </p:txBody>
        </p:sp>
        <p:sp>
          <p:nvSpPr>
            <p:cNvPr id="760" name="Graphic 4">
              <a:extLst>
                <a:ext uri="{FF2B5EF4-FFF2-40B4-BE49-F238E27FC236}">
                  <a16:creationId xmlns:a16="http://schemas.microsoft.com/office/drawing/2014/main" id="{F6EAAAAD-102C-7A4F-AB7A-7A35B2BA1FA0}"/>
                </a:ext>
              </a:extLst>
            </p:cNvPr>
            <p:cNvSpPr/>
            <p:nvPr/>
          </p:nvSpPr>
          <p:spPr>
            <a:xfrm>
              <a:off x="7192513" y="3339623"/>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261349 w 361674"/>
                <a:gd name="connsiteY5" fmla="*/ 234930 h 361333"/>
                <a:gd name="connsiteX6" fmla="*/ 259431 w 361674"/>
                <a:gd name="connsiteY6" fmla="*/ 235569 h 361333"/>
                <a:gd name="connsiteX7" fmla="*/ 102239 w 361674"/>
                <a:gd name="connsiteY7" fmla="*/ 235569 h 361333"/>
                <a:gd name="connsiteX8" fmla="*/ 100322 w 361674"/>
                <a:gd name="connsiteY8" fmla="*/ 234930 h 361333"/>
                <a:gd name="connsiteX9" fmla="*/ 52398 w 361674"/>
                <a:gd name="connsiteY9" fmla="*/ 180667 h 361333"/>
                <a:gd name="connsiteX10" fmla="*/ 106712 w 361674"/>
                <a:gd name="connsiteY10" fmla="*/ 126403 h 361333"/>
                <a:gd name="connsiteX11" fmla="*/ 161027 w 361674"/>
                <a:gd name="connsiteY11" fmla="*/ 180667 h 361333"/>
                <a:gd name="connsiteX12" fmla="*/ 141857 w 361674"/>
                <a:gd name="connsiteY12" fmla="*/ 222163 h 361333"/>
                <a:gd name="connsiteX13" fmla="*/ 220453 w 361674"/>
                <a:gd name="connsiteY13" fmla="*/ 222163 h 361333"/>
                <a:gd name="connsiteX14" fmla="*/ 201283 w 361674"/>
                <a:gd name="connsiteY14" fmla="*/ 180667 h 361333"/>
                <a:gd name="connsiteX15" fmla="*/ 255597 w 361674"/>
                <a:gd name="connsiteY15" fmla="*/ 126403 h 361333"/>
                <a:gd name="connsiteX16" fmla="*/ 309912 w 361674"/>
                <a:gd name="connsiteY16" fmla="*/ 180667 h 361333"/>
                <a:gd name="connsiteX17" fmla="*/ 261349 w 361674"/>
                <a:gd name="connsiteY17" fmla="*/ 23493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1674" h="361333">
                  <a:moveTo>
                    <a:pt x="180836" y="0"/>
                  </a:moveTo>
                  <a:cubicBezTo>
                    <a:pt x="80513" y="0"/>
                    <a:pt x="0" y="81077"/>
                    <a:pt x="0" y="180667"/>
                  </a:cubicBezTo>
                  <a:cubicBezTo>
                    <a:pt x="0" y="280895"/>
                    <a:pt x="81153" y="361333"/>
                    <a:pt x="180836" y="361333"/>
                  </a:cubicBezTo>
                  <a:cubicBezTo>
                    <a:pt x="281157" y="361333"/>
                    <a:pt x="361670" y="280257"/>
                    <a:pt x="361670" y="180667"/>
                  </a:cubicBezTo>
                  <a:cubicBezTo>
                    <a:pt x="362310" y="81077"/>
                    <a:pt x="281157" y="0"/>
                    <a:pt x="180836" y="0"/>
                  </a:cubicBezTo>
                  <a:close/>
                  <a:moveTo>
                    <a:pt x="261349" y="234930"/>
                  </a:moveTo>
                  <a:cubicBezTo>
                    <a:pt x="260710" y="234930"/>
                    <a:pt x="260071" y="235569"/>
                    <a:pt x="259431" y="235569"/>
                  </a:cubicBezTo>
                  <a:lnTo>
                    <a:pt x="102239" y="235569"/>
                  </a:lnTo>
                  <a:cubicBezTo>
                    <a:pt x="101600" y="235569"/>
                    <a:pt x="100961" y="235569"/>
                    <a:pt x="100322" y="234930"/>
                  </a:cubicBezTo>
                  <a:cubicBezTo>
                    <a:pt x="73484" y="231738"/>
                    <a:pt x="52398" y="208756"/>
                    <a:pt x="52398" y="180667"/>
                  </a:cubicBezTo>
                  <a:cubicBezTo>
                    <a:pt x="52398" y="150662"/>
                    <a:pt x="76679" y="126403"/>
                    <a:pt x="106712" y="126403"/>
                  </a:cubicBezTo>
                  <a:cubicBezTo>
                    <a:pt x="136745" y="126403"/>
                    <a:pt x="161027" y="150662"/>
                    <a:pt x="161027" y="180667"/>
                  </a:cubicBezTo>
                  <a:cubicBezTo>
                    <a:pt x="161027" y="197265"/>
                    <a:pt x="153358" y="212587"/>
                    <a:pt x="141857" y="222163"/>
                  </a:cubicBezTo>
                  <a:lnTo>
                    <a:pt x="220453" y="222163"/>
                  </a:lnTo>
                  <a:cubicBezTo>
                    <a:pt x="208312" y="211948"/>
                    <a:pt x="201283" y="197265"/>
                    <a:pt x="201283" y="180667"/>
                  </a:cubicBezTo>
                  <a:cubicBezTo>
                    <a:pt x="201283" y="150662"/>
                    <a:pt x="225565" y="126403"/>
                    <a:pt x="255597" y="126403"/>
                  </a:cubicBezTo>
                  <a:cubicBezTo>
                    <a:pt x="285631" y="126403"/>
                    <a:pt x="309912" y="150662"/>
                    <a:pt x="309912" y="180667"/>
                  </a:cubicBezTo>
                  <a:cubicBezTo>
                    <a:pt x="309912" y="208756"/>
                    <a:pt x="288826" y="231738"/>
                    <a:pt x="261349" y="234930"/>
                  </a:cubicBezTo>
                  <a:close/>
                </a:path>
              </a:pathLst>
            </a:custGeom>
            <a:solidFill>
              <a:srgbClr val="0097A9"/>
            </a:solidFill>
            <a:ln w="6390" cap="flat">
              <a:noFill/>
              <a:prstDash val="solid"/>
              <a:miter/>
            </a:ln>
          </p:spPr>
          <p:txBody>
            <a:bodyPr rtlCol="0" anchor="ctr"/>
            <a:lstStyle/>
            <a:p>
              <a:endParaRPr lang="en-US"/>
            </a:p>
          </p:txBody>
        </p:sp>
      </p:grpSp>
      <p:grpSp>
        <p:nvGrpSpPr>
          <p:cNvPr id="761" name="Graphic 4">
            <a:extLst>
              <a:ext uri="{FF2B5EF4-FFF2-40B4-BE49-F238E27FC236}">
                <a16:creationId xmlns:a16="http://schemas.microsoft.com/office/drawing/2014/main" id="{46ED39EE-20A8-5341-8B17-9ECAF7FAE42A}"/>
              </a:ext>
            </a:extLst>
          </p:cNvPr>
          <p:cNvGrpSpPr/>
          <p:nvPr/>
        </p:nvGrpSpPr>
        <p:grpSpPr>
          <a:xfrm>
            <a:off x="6147119" y="1402085"/>
            <a:ext cx="361670" cy="361333"/>
            <a:chOff x="6147119" y="1402085"/>
            <a:chExt cx="361670" cy="361333"/>
          </a:xfrm>
          <a:solidFill>
            <a:srgbClr val="0097A9"/>
          </a:solidFill>
        </p:grpSpPr>
        <p:sp>
          <p:nvSpPr>
            <p:cNvPr id="762" name="Graphic 4">
              <a:extLst>
                <a:ext uri="{FF2B5EF4-FFF2-40B4-BE49-F238E27FC236}">
                  <a16:creationId xmlns:a16="http://schemas.microsoft.com/office/drawing/2014/main" id="{FB2C4747-C061-0048-9FB4-43DD3279F4EA}"/>
                </a:ext>
              </a:extLst>
            </p:cNvPr>
            <p:cNvSpPr/>
            <p:nvPr/>
          </p:nvSpPr>
          <p:spPr>
            <a:xfrm>
              <a:off x="6232744" y="1524019"/>
              <a:ext cx="169972" cy="116826"/>
            </a:xfrm>
            <a:custGeom>
              <a:avLst/>
              <a:gdLst>
                <a:gd name="connsiteX0" fmla="*/ 96488 w 169972"/>
                <a:gd name="connsiteY0" fmla="*/ 42773 h 116826"/>
                <a:gd name="connsiteX1" fmla="*/ 93293 w 169972"/>
                <a:gd name="connsiteY1" fmla="*/ 37027 h 116826"/>
                <a:gd name="connsiteX2" fmla="*/ 93293 w 169972"/>
                <a:gd name="connsiteY2" fmla="*/ 638 h 116826"/>
                <a:gd name="connsiteX3" fmla="*/ 0 w 169972"/>
                <a:gd name="connsiteY3" fmla="*/ 58733 h 116826"/>
                <a:gd name="connsiteX4" fmla="*/ 93293 w 169972"/>
                <a:gd name="connsiteY4" fmla="*/ 116827 h 116826"/>
                <a:gd name="connsiteX5" fmla="*/ 93293 w 169972"/>
                <a:gd name="connsiteY5" fmla="*/ 80438 h 116826"/>
                <a:gd name="connsiteX6" fmla="*/ 96488 w 169972"/>
                <a:gd name="connsiteY6" fmla="*/ 74693 h 116826"/>
                <a:gd name="connsiteX7" fmla="*/ 102878 w 169972"/>
                <a:gd name="connsiteY7" fmla="*/ 74693 h 116826"/>
                <a:gd name="connsiteX8" fmla="*/ 169972 w 169972"/>
                <a:gd name="connsiteY8" fmla="*/ 116827 h 116826"/>
                <a:gd name="connsiteX9" fmla="*/ 169972 w 169972"/>
                <a:gd name="connsiteY9" fmla="*/ 0 h 116826"/>
                <a:gd name="connsiteX10" fmla="*/ 102878 w 169972"/>
                <a:gd name="connsiteY10" fmla="*/ 42134 h 116826"/>
                <a:gd name="connsiteX11" fmla="*/ 96488 w 169972"/>
                <a:gd name="connsiteY11" fmla="*/ 42773 h 116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9972" h="116826">
                  <a:moveTo>
                    <a:pt x="96488" y="42773"/>
                  </a:moveTo>
                  <a:cubicBezTo>
                    <a:pt x="94571" y="41496"/>
                    <a:pt x="93293" y="39581"/>
                    <a:pt x="93293" y="37027"/>
                  </a:cubicBezTo>
                  <a:lnTo>
                    <a:pt x="93293" y="638"/>
                  </a:lnTo>
                  <a:lnTo>
                    <a:pt x="0" y="58733"/>
                  </a:lnTo>
                  <a:lnTo>
                    <a:pt x="93293" y="116827"/>
                  </a:lnTo>
                  <a:lnTo>
                    <a:pt x="93293" y="80438"/>
                  </a:lnTo>
                  <a:cubicBezTo>
                    <a:pt x="93293" y="77885"/>
                    <a:pt x="94571" y="75969"/>
                    <a:pt x="96488" y="74693"/>
                  </a:cubicBezTo>
                  <a:cubicBezTo>
                    <a:pt x="98405" y="73416"/>
                    <a:pt x="100961" y="73416"/>
                    <a:pt x="102878" y="74693"/>
                  </a:cubicBezTo>
                  <a:lnTo>
                    <a:pt x="169972" y="116827"/>
                  </a:lnTo>
                  <a:lnTo>
                    <a:pt x="169972" y="0"/>
                  </a:lnTo>
                  <a:lnTo>
                    <a:pt x="102878" y="42134"/>
                  </a:lnTo>
                  <a:cubicBezTo>
                    <a:pt x="100961" y="44049"/>
                    <a:pt x="98405" y="44049"/>
                    <a:pt x="96488" y="42773"/>
                  </a:cubicBezTo>
                  <a:close/>
                </a:path>
              </a:pathLst>
            </a:custGeom>
            <a:solidFill>
              <a:srgbClr val="0097A9"/>
            </a:solidFill>
            <a:ln w="6390" cap="flat">
              <a:noFill/>
              <a:prstDash val="solid"/>
              <a:miter/>
            </a:ln>
          </p:spPr>
          <p:txBody>
            <a:bodyPr rtlCol="0" anchor="ctr"/>
            <a:lstStyle/>
            <a:p>
              <a:endParaRPr lang="en-US"/>
            </a:p>
          </p:txBody>
        </p:sp>
        <p:sp>
          <p:nvSpPr>
            <p:cNvPr id="763" name="Graphic 4">
              <a:extLst>
                <a:ext uri="{FF2B5EF4-FFF2-40B4-BE49-F238E27FC236}">
                  <a16:creationId xmlns:a16="http://schemas.microsoft.com/office/drawing/2014/main" id="{1C452F43-0D99-1248-8BFD-0EFF3EEDAFA8}"/>
                </a:ext>
              </a:extLst>
            </p:cNvPr>
            <p:cNvSpPr/>
            <p:nvPr/>
          </p:nvSpPr>
          <p:spPr>
            <a:xfrm>
              <a:off x="6147119"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68377 w 361670"/>
                <a:gd name="connsiteY5" fmla="*/ 250890 h 361333"/>
                <a:gd name="connsiteX6" fmla="*/ 265182 w 361670"/>
                <a:gd name="connsiteY6" fmla="*/ 256636 h 361333"/>
                <a:gd name="connsiteX7" fmla="*/ 261987 w 361670"/>
                <a:gd name="connsiteY7" fmla="*/ 257274 h 361333"/>
                <a:gd name="connsiteX8" fmla="*/ 258792 w 361670"/>
                <a:gd name="connsiteY8" fmla="*/ 255998 h 361333"/>
                <a:gd name="connsiteX9" fmla="*/ 191698 w 361670"/>
                <a:gd name="connsiteY9" fmla="*/ 213863 h 361333"/>
                <a:gd name="connsiteX10" fmla="*/ 191698 w 361670"/>
                <a:gd name="connsiteY10" fmla="*/ 250252 h 361333"/>
                <a:gd name="connsiteX11" fmla="*/ 188503 w 361670"/>
                <a:gd name="connsiteY11" fmla="*/ 255998 h 361333"/>
                <a:gd name="connsiteX12" fmla="*/ 182113 w 361670"/>
                <a:gd name="connsiteY12" fmla="*/ 255998 h 361333"/>
                <a:gd name="connsiteX13" fmla="*/ 70289 w 361670"/>
                <a:gd name="connsiteY13" fmla="*/ 186412 h 361333"/>
                <a:gd name="connsiteX14" fmla="*/ 67094 w 361670"/>
                <a:gd name="connsiteY14" fmla="*/ 181305 h 361333"/>
                <a:gd name="connsiteX15" fmla="*/ 70289 w 361670"/>
                <a:gd name="connsiteY15" fmla="*/ 176198 h 361333"/>
                <a:gd name="connsiteX16" fmla="*/ 182113 w 361670"/>
                <a:gd name="connsiteY16" fmla="*/ 106612 h 361333"/>
                <a:gd name="connsiteX17" fmla="*/ 188503 w 361670"/>
                <a:gd name="connsiteY17" fmla="*/ 106612 h 361333"/>
                <a:gd name="connsiteX18" fmla="*/ 191698 w 361670"/>
                <a:gd name="connsiteY18" fmla="*/ 112358 h 361333"/>
                <a:gd name="connsiteX19" fmla="*/ 191698 w 361670"/>
                <a:gd name="connsiteY19" fmla="*/ 148747 h 361333"/>
                <a:gd name="connsiteX20" fmla="*/ 258792 w 361670"/>
                <a:gd name="connsiteY20" fmla="*/ 106612 h 361333"/>
                <a:gd name="connsiteX21" fmla="*/ 265182 w 361670"/>
                <a:gd name="connsiteY21" fmla="*/ 106612 h 361333"/>
                <a:gd name="connsiteX22" fmla="*/ 268377 w 361670"/>
                <a:gd name="connsiteY22" fmla="*/ 112358 h 361333"/>
                <a:gd name="connsiteX23" fmla="*/ 268377 w 361670"/>
                <a:gd name="connsiteY23" fmla="*/ 25089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268377" y="250890"/>
                  </a:moveTo>
                  <a:cubicBezTo>
                    <a:pt x="268377" y="253444"/>
                    <a:pt x="267099" y="255359"/>
                    <a:pt x="265182" y="256636"/>
                  </a:cubicBezTo>
                  <a:cubicBezTo>
                    <a:pt x="263904" y="257274"/>
                    <a:pt x="263266" y="257274"/>
                    <a:pt x="261987" y="257274"/>
                  </a:cubicBezTo>
                  <a:cubicBezTo>
                    <a:pt x="260709" y="257274"/>
                    <a:pt x="259431" y="256636"/>
                    <a:pt x="258792" y="255998"/>
                  </a:cubicBezTo>
                  <a:lnTo>
                    <a:pt x="191698" y="213863"/>
                  </a:lnTo>
                  <a:lnTo>
                    <a:pt x="191698" y="250252"/>
                  </a:lnTo>
                  <a:cubicBezTo>
                    <a:pt x="191698" y="252806"/>
                    <a:pt x="190420" y="254721"/>
                    <a:pt x="188503" y="255998"/>
                  </a:cubicBezTo>
                  <a:cubicBezTo>
                    <a:pt x="186586" y="257274"/>
                    <a:pt x="184030" y="257274"/>
                    <a:pt x="182113" y="255998"/>
                  </a:cubicBezTo>
                  <a:lnTo>
                    <a:pt x="70289" y="186412"/>
                  </a:lnTo>
                  <a:cubicBezTo>
                    <a:pt x="68372" y="185135"/>
                    <a:pt x="67094" y="183220"/>
                    <a:pt x="67094" y="181305"/>
                  </a:cubicBezTo>
                  <a:cubicBezTo>
                    <a:pt x="67094" y="179390"/>
                    <a:pt x="68372" y="176836"/>
                    <a:pt x="70289" y="176198"/>
                  </a:cubicBezTo>
                  <a:lnTo>
                    <a:pt x="182113" y="106612"/>
                  </a:lnTo>
                  <a:cubicBezTo>
                    <a:pt x="184030" y="105336"/>
                    <a:pt x="186586" y="105336"/>
                    <a:pt x="188503" y="106612"/>
                  </a:cubicBezTo>
                  <a:cubicBezTo>
                    <a:pt x="190420" y="107889"/>
                    <a:pt x="191698" y="109804"/>
                    <a:pt x="191698" y="112358"/>
                  </a:cubicBezTo>
                  <a:lnTo>
                    <a:pt x="191698" y="148747"/>
                  </a:lnTo>
                  <a:lnTo>
                    <a:pt x="258792" y="106612"/>
                  </a:lnTo>
                  <a:cubicBezTo>
                    <a:pt x="260709" y="105336"/>
                    <a:pt x="263266" y="105336"/>
                    <a:pt x="265182" y="106612"/>
                  </a:cubicBezTo>
                  <a:cubicBezTo>
                    <a:pt x="267099" y="107889"/>
                    <a:pt x="268377" y="109804"/>
                    <a:pt x="268377" y="112358"/>
                  </a:cubicBezTo>
                  <a:lnTo>
                    <a:pt x="268377" y="250890"/>
                  </a:lnTo>
                  <a:close/>
                </a:path>
              </a:pathLst>
            </a:custGeom>
            <a:solidFill>
              <a:srgbClr val="0097A9"/>
            </a:solidFill>
            <a:ln w="6390" cap="flat">
              <a:noFill/>
              <a:prstDash val="solid"/>
              <a:miter/>
            </a:ln>
          </p:spPr>
          <p:txBody>
            <a:bodyPr rtlCol="0" anchor="ctr"/>
            <a:lstStyle/>
            <a:p>
              <a:endParaRPr lang="en-US"/>
            </a:p>
          </p:txBody>
        </p:sp>
      </p:grpSp>
      <p:grpSp>
        <p:nvGrpSpPr>
          <p:cNvPr id="764" name="Graphic 4">
            <a:extLst>
              <a:ext uri="{FF2B5EF4-FFF2-40B4-BE49-F238E27FC236}">
                <a16:creationId xmlns:a16="http://schemas.microsoft.com/office/drawing/2014/main" id="{6DAE27FE-5AF0-5D43-9D13-43D1746F131A}"/>
              </a:ext>
            </a:extLst>
          </p:cNvPr>
          <p:cNvGrpSpPr/>
          <p:nvPr/>
        </p:nvGrpSpPr>
        <p:grpSpPr>
          <a:xfrm>
            <a:off x="7192513" y="2855717"/>
            <a:ext cx="361674" cy="361333"/>
            <a:chOff x="7192513" y="2855717"/>
            <a:chExt cx="361674" cy="361333"/>
          </a:xfrm>
          <a:solidFill>
            <a:srgbClr val="0097A9"/>
          </a:solidFill>
        </p:grpSpPr>
        <p:sp>
          <p:nvSpPr>
            <p:cNvPr id="765" name="Graphic 4">
              <a:extLst>
                <a:ext uri="{FF2B5EF4-FFF2-40B4-BE49-F238E27FC236}">
                  <a16:creationId xmlns:a16="http://schemas.microsoft.com/office/drawing/2014/main" id="{ACA486FA-211F-8E45-9C5D-8B6482B3279F}"/>
                </a:ext>
              </a:extLst>
            </p:cNvPr>
            <p:cNvSpPr/>
            <p:nvPr/>
          </p:nvSpPr>
          <p:spPr>
            <a:xfrm>
              <a:off x="7285805" y="2978290"/>
              <a:ext cx="169972" cy="116826"/>
            </a:xfrm>
            <a:custGeom>
              <a:avLst/>
              <a:gdLst>
                <a:gd name="connsiteX0" fmla="*/ 76679 w 169972"/>
                <a:gd name="connsiteY0" fmla="*/ 36389 h 116826"/>
                <a:gd name="connsiteX1" fmla="*/ 73484 w 169972"/>
                <a:gd name="connsiteY1" fmla="*/ 42134 h 116826"/>
                <a:gd name="connsiteX2" fmla="*/ 67094 w 169972"/>
                <a:gd name="connsiteY2" fmla="*/ 42134 h 116826"/>
                <a:gd name="connsiteX3" fmla="*/ 0 w 169972"/>
                <a:gd name="connsiteY3" fmla="*/ 0 h 116826"/>
                <a:gd name="connsiteX4" fmla="*/ 0 w 169972"/>
                <a:gd name="connsiteY4" fmla="*/ 116827 h 116826"/>
                <a:gd name="connsiteX5" fmla="*/ 67094 w 169972"/>
                <a:gd name="connsiteY5" fmla="*/ 74693 h 116826"/>
                <a:gd name="connsiteX6" fmla="*/ 73484 w 169972"/>
                <a:gd name="connsiteY6" fmla="*/ 74693 h 116826"/>
                <a:gd name="connsiteX7" fmla="*/ 76679 w 169972"/>
                <a:gd name="connsiteY7" fmla="*/ 80438 h 116826"/>
                <a:gd name="connsiteX8" fmla="*/ 76679 w 169972"/>
                <a:gd name="connsiteY8" fmla="*/ 116827 h 116826"/>
                <a:gd name="connsiteX9" fmla="*/ 169973 w 169972"/>
                <a:gd name="connsiteY9" fmla="*/ 58733 h 116826"/>
                <a:gd name="connsiteX10" fmla="*/ 76679 w 169972"/>
                <a:gd name="connsiteY10" fmla="*/ 638 h 116826"/>
                <a:gd name="connsiteX11" fmla="*/ 76679 w 169972"/>
                <a:gd name="connsiteY11" fmla="*/ 36389 h 116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9972" h="116826">
                  <a:moveTo>
                    <a:pt x="76679" y="36389"/>
                  </a:moveTo>
                  <a:cubicBezTo>
                    <a:pt x="76679" y="38942"/>
                    <a:pt x="75402" y="40857"/>
                    <a:pt x="73484" y="42134"/>
                  </a:cubicBezTo>
                  <a:cubicBezTo>
                    <a:pt x="71568" y="43411"/>
                    <a:pt x="69012" y="43411"/>
                    <a:pt x="67094" y="42134"/>
                  </a:cubicBezTo>
                  <a:lnTo>
                    <a:pt x="0" y="0"/>
                  </a:lnTo>
                  <a:lnTo>
                    <a:pt x="0" y="116827"/>
                  </a:lnTo>
                  <a:lnTo>
                    <a:pt x="67094" y="74693"/>
                  </a:lnTo>
                  <a:cubicBezTo>
                    <a:pt x="69012" y="73416"/>
                    <a:pt x="71568" y="73416"/>
                    <a:pt x="73484" y="74693"/>
                  </a:cubicBezTo>
                  <a:cubicBezTo>
                    <a:pt x="75402" y="75969"/>
                    <a:pt x="76679" y="77885"/>
                    <a:pt x="76679" y="80438"/>
                  </a:cubicBezTo>
                  <a:lnTo>
                    <a:pt x="76679" y="116827"/>
                  </a:lnTo>
                  <a:lnTo>
                    <a:pt x="169973" y="58733"/>
                  </a:lnTo>
                  <a:lnTo>
                    <a:pt x="76679" y="638"/>
                  </a:lnTo>
                  <a:lnTo>
                    <a:pt x="76679" y="36389"/>
                  </a:lnTo>
                  <a:close/>
                </a:path>
              </a:pathLst>
            </a:custGeom>
            <a:solidFill>
              <a:srgbClr val="0097A9"/>
            </a:solidFill>
            <a:ln w="6390" cap="flat">
              <a:noFill/>
              <a:prstDash val="solid"/>
              <a:miter/>
            </a:ln>
          </p:spPr>
          <p:txBody>
            <a:bodyPr rtlCol="0" anchor="ctr"/>
            <a:lstStyle/>
            <a:p>
              <a:endParaRPr lang="en-US"/>
            </a:p>
          </p:txBody>
        </p:sp>
        <p:sp>
          <p:nvSpPr>
            <p:cNvPr id="766" name="Graphic 4">
              <a:extLst>
                <a:ext uri="{FF2B5EF4-FFF2-40B4-BE49-F238E27FC236}">
                  <a16:creationId xmlns:a16="http://schemas.microsoft.com/office/drawing/2014/main" id="{B8BF3F2A-0217-2149-8BDA-56274A2AB1AB}"/>
                </a:ext>
              </a:extLst>
            </p:cNvPr>
            <p:cNvSpPr/>
            <p:nvPr/>
          </p:nvSpPr>
          <p:spPr>
            <a:xfrm>
              <a:off x="7192513" y="2855717"/>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281796 w 361674"/>
                <a:gd name="connsiteY5" fmla="*/ 267489 h 361333"/>
                <a:gd name="connsiteX6" fmla="*/ 275406 w 361674"/>
                <a:gd name="connsiteY6" fmla="*/ 273873 h 361333"/>
                <a:gd name="connsiteX7" fmla="*/ 269016 w 361674"/>
                <a:gd name="connsiteY7" fmla="*/ 267489 h 361333"/>
                <a:gd name="connsiteX8" fmla="*/ 269016 w 361674"/>
                <a:gd name="connsiteY8" fmla="*/ 192158 h 361333"/>
                <a:gd name="connsiteX9" fmla="*/ 166777 w 361674"/>
                <a:gd name="connsiteY9" fmla="*/ 255998 h 361333"/>
                <a:gd name="connsiteX10" fmla="*/ 160387 w 361674"/>
                <a:gd name="connsiteY10" fmla="*/ 255998 h 361333"/>
                <a:gd name="connsiteX11" fmla="*/ 157192 w 361674"/>
                <a:gd name="connsiteY11" fmla="*/ 250252 h 361333"/>
                <a:gd name="connsiteX12" fmla="*/ 157192 w 361674"/>
                <a:gd name="connsiteY12" fmla="*/ 213863 h 361333"/>
                <a:gd name="connsiteX13" fmla="*/ 90098 w 361674"/>
                <a:gd name="connsiteY13" fmla="*/ 255998 h 361333"/>
                <a:gd name="connsiteX14" fmla="*/ 86903 w 361674"/>
                <a:gd name="connsiteY14" fmla="*/ 257274 h 361333"/>
                <a:gd name="connsiteX15" fmla="*/ 83708 w 361674"/>
                <a:gd name="connsiteY15" fmla="*/ 256636 h 361333"/>
                <a:gd name="connsiteX16" fmla="*/ 80513 w 361674"/>
                <a:gd name="connsiteY16" fmla="*/ 250890 h 361333"/>
                <a:gd name="connsiteX17" fmla="*/ 80513 w 361674"/>
                <a:gd name="connsiteY17" fmla="*/ 111081 h 361333"/>
                <a:gd name="connsiteX18" fmla="*/ 83708 w 361674"/>
                <a:gd name="connsiteY18" fmla="*/ 105336 h 361333"/>
                <a:gd name="connsiteX19" fmla="*/ 90098 w 361674"/>
                <a:gd name="connsiteY19" fmla="*/ 105336 h 361333"/>
                <a:gd name="connsiteX20" fmla="*/ 157192 w 361674"/>
                <a:gd name="connsiteY20" fmla="*/ 147470 h 361333"/>
                <a:gd name="connsiteX21" fmla="*/ 157192 w 361674"/>
                <a:gd name="connsiteY21" fmla="*/ 111081 h 361333"/>
                <a:gd name="connsiteX22" fmla="*/ 160387 w 361674"/>
                <a:gd name="connsiteY22" fmla="*/ 105336 h 361333"/>
                <a:gd name="connsiteX23" fmla="*/ 166777 w 361674"/>
                <a:gd name="connsiteY23" fmla="*/ 105336 h 361333"/>
                <a:gd name="connsiteX24" fmla="*/ 269016 w 361674"/>
                <a:gd name="connsiteY24" fmla="*/ 169176 h 361333"/>
                <a:gd name="connsiteX25" fmla="*/ 269016 w 361674"/>
                <a:gd name="connsiteY25" fmla="*/ 93844 h 361333"/>
                <a:gd name="connsiteX26" fmla="*/ 275406 w 361674"/>
                <a:gd name="connsiteY26" fmla="*/ 87460 h 361333"/>
                <a:gd name="connsiteX27" fmla="*/ 281796 w 361674"/>
                <a:gd name="connsiteY27" fmla="*/ 93844 h 361333"/>
                <a:gd name="connsiteX28" fmla="*/ 281796 w 361674"/>
                <a:gd name="connsiteY28" fmla="*/ 26748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1674" h="361333">
                  <a:moveTo>
                    <a:pt x="180836" y="0"/>
                  </a:moveTo>
                  <a:cubicBezTo>
                    <a:pt x="80513" y="0"/>
                    <a:pt x="0" y="81076"/>
                    <a:pt x="0" y="180667"/>
                  </a:cubicBezTo>
                  <a:cubicBezTo>
                    <a:pt x="0" y="280895"/>
                    <a:pt x="81153" y="361333"/>
                    <a:pt x="180836" y="361333"/>
                  </a:cubicBezTo>
                  <a:cubicBezTo>
                    <a:pt x="280518" y="361333"/>
                    <a:pt x="361670" y="280257"/>
                    <a:pt x="361670" y="180667"/>
                  </a:cubicBezTo>
                  <a:cubicBezTo>
                    <a:pt x="362310" y="80438"/>
                    <a:pt x="281157" y="0"/>
                    <a:pt x="180836" y="0"/>
                  </a:cubicBezTo>
                  <a:close/>
                  <a:moveTo>
                    <a:pt x="281796" y="267489"/>
                  </a:moveTo>
                  <a:cubicBezTo>
                    <a:pt x="281796" y="271319"/>
                    <a:pt x="279241" y="273873"/>
                    <a:pt x="275406" y="273873"/>
                  </a:cubicBezTo>
                  <a:cubicBezTo>
                    <a:pt x="271572" y="273873"/>
                    <a:pt x="269016" y="271319"/>
                    <a:pt x="269016" y="267489"/>
                  </a:cubicBezTo>
                  <a:lnTo>
                    <a:pt x="269016" y="192158"/>
                  </a:lnTo>
                  <a:lnTo>
                    <a:pt x="166777" y="255998"/>
                  </a:lnTo>
                  <a:cubicBezTo>
                    <a:pt x="164861" y="257274"/>
                    <a:pt x="162305" y="257274"/>
                    <a:pt x="160387" y="255998"/>
                  </a:cubicBezTo>
                  <a:cubicBezTo>
                    <a:pt x="158471" y="254721"/>
                    <a:pt x="157192" y="252806"/>
                    <a:pt x="157192" y="250252"/>
                  </a:cubicBezTo>
                  <a:lnTo>
                    <a:pt x="157192" y="213863"/>
                  </a:lnTo>
                  <a:lnTo>
                    <a:pt x="90098" y="255998"/>
                  </a:lnTo>
                  <a:cubicBezTo>
                    <a:pt x="88820" y="256636"/>
                    <a:pt x="88181" y="257274"/>
                    <a:pt x="86903" y="257274"/>
                  </a:cubicBezTo>
                  <a:cubicBezTo>
                    <a:pt x="85625" y="257274"/>
                    <a:pt x="84986" y="257274"/>
                    <a:pt x="83708" y="256636"/>
                  </a:cubicBezTo>
                  <a:cubicBezTo>
                    <a:pt x="81792" y="255359"/>
                    <a:pt x="80513" y="253444"/>
                    <a:pt x="80513" y="250890"/>
                  </a:cubicBezTo>
                  <a:lnTo>
                    <a:pt x="80513" y="111081"/>
                  </a:lnTo>
                  <a:cubicBezTo>
                    <a:pt x="80513" y="108528"/>
                    <a:pt x="81792" y="106612"/>
                    <a:pt x="83708" y="105336"/>
                  </a:cubicBezTo>
                  <a:cubicBezTo>
                    <a:pt x="85625" y="104059"/>
                    <a:pt x="88181" y="104059"/>
                    <a:pt x="90098" y="105336"/>
                  </a:cubicBezTo>
                  <a:lnTo>
                    <a:pt x="157192" y="147470"/>
                  </a:lnTo>
                  <a:lnTo>
                    <a:pt x="157192" y="111081"/>
                  </a:lnTo>
                  <a:cubicBezTo>
                    <a:pt x="157192" y="108528"/>
                    <a:pt x="158471" y="106612"/>
                    <a:pt x="160387" y="105336"/>
                  </a:cubicBezTo>
                  <a:cubicBezTo>
                    <a:pt x="162305" y="104059"/>
                    <a:pt x="164861" y="104059"/>
                    <a:pt x="166777" y="105336"/>
                  </a:cubicBezTo>
                  <a:lnTo>
                    <a:pt x="269016" y="169176"/>
                  </a:lnTo>
                  <a:lnTo>
                    <a:pt x="269016" y="93844"/>
                  </a:lnTo>
                  <a:cubicBezTo>
                    <a:pt x="269016" y="90014"/>
                    <a:pt x="271572" y="87460"/>
                    <a:pt x="275406" y="87460"/>
                  </a:cubicBezTo>
                  <a:cubicBezTo>
                    <a:pt x="279241" y="87460"/>
                    <a:pt x="281796" y="90014"/>
                    <a:pt x="281796" y="93844"/>
                  </a:cubicBezTo>
                  <a:lnTo>
                    <a:pt x="281796" y="267489"/>
                  </a:lnTo>
                  <a:close/>
                </a:path>
              </a:pathLst>
            </a:custGeom>
            <a:solidFill>
              <a:srgbClr val="0097A9"/>
            </a:solidFill>
            <a:ln w="6390" cap="flat">
              <a:noFill/>
              <a:prstDash val="solid"/>
              <a:miter/>
            </a:ln>
          </p:spPr>
          <p:txBody>
            <a:bodyPr rtlCol="0" anchor="ctr"/>
            <a:lstStyle/>
            <a:p>
              <a:endParaRPr lang="en-US"/>
            </a:p>
          </p:txBody>
        </p:sp>
      </p:grpSp>
      <p:grpSp>
        <p:nvGrpSpPr>
          <p:cNvPr id="767" name="Graphic 4">
            <a:extLst>
              <a:ext uri="{FF2B5EF4-FFF2-40B4-BE49-F238E27FC236}">
                <a16:creationId xmlns:a16="http://schemas.microsoft.com/office/drawing/2014/main" id="{1D2003BE-1252-7C4C-AB75-362207D3F8C5}"/>
              </a:ext>
            </a:extLst>
          </p:cNvPr>
          <p:cNvGrpSpPr/>
          <p:nvPr/>
        </p:nvGrpSpPr>
        <p:grpSpPr>
          <a:xfrm>
            <a:off x="5708769" y="2855717"/>
            <a:ext cx="361670" cy="361333"/>
            <a:chOff x="5708769" y="2855717"/>
            <a:chExt cx="361670" cy="361333"/>
          </a:xfrm>
          <a:solidFill>
            <a:srgbClr val="0097A9"/>
          </a:solidFill>
        </p:grpSpPr>
        <p:sp>
          <p:nvSpPr>
            <p:cNvPr id="768" name="Graphic 4">
              <a:extLst>
                <a:ext uri="{FF2B5EF4-FFF2-40B4-BE49-F238E27FC236}">
                  <a16:creationId xmlns:a16="http://schemas.microsoft.com/office/drawing/2014/main" id="{F4CECADE-334B-AC40-9599-5517E1500AA7}"/>
                </a:ext>
              </a:extLst>
            </p:cNvPr>
            <p:cNvSpPr/>
            <p:nvPr/>
          </p:nvSpPr>
          <p:spPr>
            <a:xfrm>
              <a:off x="5708769" y="2855717"/>
              <a:ext cx="361670" cy="361333"/>
            </a:xfrm>
            <a:custGeom>
              <a:avLst/>
              <a:gdLst>
                <a:gd name="connsiteX0" fmla="*/ 0 w 361670"/>
                <a:gd name="connsiteY0" fmla="*/ 180667 h 361333"/>
                <a:gd name="connsiteX1" fmla="*/ 180835 w 361670"/>
                <a:gd name="connsiteY1" fmla="*/ 361333 h 361333"/>
                <a:gd name="connsiteX2" fmla="*/ 361670 w 361670"/>
                <a:gd name="connsiteY2" fmla="*/ 180667 h 361333"/>
                <a:gd name="connsiteX3" fmla="*/ 180835 w 361670"/>
                <a:gd name="connsiteY3" fmla="*/ 0 h 361333"/>
                <a:gd name="connsiteX4" fmla="*/ 0 w 361670"/>
                <a:gd name="connsiteY4" fmla="*/ 180667 h 361333"/>
                <a:gd name="connsiteX5" fmla="*/ 12780 w 361670"/>
                <a:gd name="connsiteY5" fmla="*/ 180667 h 361333"/>
                <a:gd name="connsiteX6" fmla="*/ 180835 w 361670"/>
                <a:gd name="connsiteY6" fmla="*/ 12768 h 361333"/>
                <a:gd name="connsiteX7" fmla="*/ 348890 w 361670"/>
                <a:gd name="connsiteY7" fmla="*/ 180667 h 361333"/>
                <a:gd name="connsiteX8" fmla="*/ 180835 w 361670"/>
                <a:gd name="connsiteY8" fmla="*/ 348565 h 361333"/>
                <a:gd name="connsiteX9" fmla="*/ 12780 w 361670"/>
                <a:gd name="connsiteY9" fmla="*/ 18066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0" y="180667"/>
                  </a:moveTo>
                  <a:cubicBezTo>
                    <a:pt x="0" y="280895"/>
                    <a:pt x="81152" y="361333"/>
                    <a:pt x="180835" y="361333"/>
                  </a:cubicBezTo>
                  <a:cubicBezTo>
                    <a:pt x="280518" y="361333"/>
                    <a:pt x="361670" y="280895"/>
                    <a:pt x="361670" y="180667"/>
                  </a:cubicBezTo>
                  <a:cubicBezTo>
                    <a:pt x="361670" y="80438"/>
                    <a:pt x="280518" y="0"/>
                    <a:pt x="180835" y="0"/>
                  </a:cubicBezTo>
                  <a:cubicBezTo>
                    <a:pt x="81152" y="0"/>
                    <a:pt x="0" y="80438"/>
                    <a:pt x="0" y="180667"/>
                  </a:cubicBezTo>
                  <a:close/>
                  <a:moveTo>
                    <a:pt x="12780" y="180667"/>
                  </a:moveTo>
                  <a:cubicBezTo>
                    <a:pt x="12780" y="88099"/>
                    <a:pt x="88181" y="12768"/>
                    <a:pt x="180835" y="12768"/>
                  </a:cubicBezTo>
                  <a:cubicBezTo>
                    <a:pt x="273489" y="12768"/>
                    <a:pt x="348890" y="88099"/>
                    <a:pt x="348890" y="180667"/>
                  </a:cubicBezTo>
                  <a:cubicBezTo>
                    <a:pt x="348890" y="273234"/>
                    <a:pt x="273489" y="348565"/>
                    <a:pt x="180835" y="348565"/>
                  </a:cubicBezTo>
                  <a:cubicBezTo>
                    <a:pt x="88181" y="348565"/>
                    <a:pt x="12780" y="273234"/>
                    <a:pt x="12780" y="180667"/>
                  </a:cubicBezTo>
                  <a:close/>
                </a:path>
              </a:pathLst>
            </a:custGeom>
            <a:solidFill>
              <a:srgbClr val="0097A9"/>
            </a:solidFill>
            <a:ln w="6390" cap="flat">
              <a:noFill/>
              <a:prstDash val="solid"/>
              <a:miter/>
            </a:ln>
          </p:spPr>
          <p:txBody>
            <a:bodyPr rtlCol="0" anchor="ctr"/>
            <a:lstStyle/>
            <a:p>
              <a:endParaRPr lang="en-US"/>
            </a:p>
          </p:txBody>
        </p:sp>
        <p:sp>
          <p:nvSpPr>
            <p:cNvPr id="769" name="Graphic 4">
              <a:extLst>
                <a:ext uri="{FF2B5EF4-FFF2-40B4-BE49-F238E27FC236}">
                  <a16:creationId xmlns:a16="http://schemas.microsoft.com/office/drawing/2014/main" id="{41077454-EA39-354D-A408-97151254F1D7}"/>
                </a:ext>
              </a:extLst>
            </p:cNvPr>
            <p:cNvSpPr/>
            <p:nvPr/>
          </p:nvSpPr>
          <p:spPr>
            <a:xfrm>
              <a:off x="5788644" y="2942539"/>
              <a:ext cx="201283" cy="186412"/>
            </a:xfrm>
            <a:custGeom>
              <a:avLst/>
              <a:gdLst>
                <a:gd name="connsiteX0" fmla="*/ 0 w 201283"/>
                <a:gd name="connsiteY0" fmla="*/ 7022 h 186412"/>
                <a:gd name="connsiteX1" fmla="*/ 0 w 201283"/>
                <a:gd name="connsiteY1" fmla="*/ 180028 h 186412"/>
                <a:gd name="connsiteX2" fmla="*/ 6390 w 201283"/>
                <a:gd name="connsiteY2" fmla="*/ 186412 h 186412"/>
                <a:gd name="connsiteX3" fmla="*/ 12780 w 201283"/>
                <a:gd name="connsiteY3" fmla="*/ 180028 h 186412"/>
                <a:gd name="connsiteX4" fmla="*/ 12780 w 201283"/>
                <a:gd name="connsiteY4" fmla="*/ 104697 h 186412"/>
                <a:gd name="connsiteX5" fmla="*/ 115019 w 201283"/>
                <a:gd name="connsiteY5" fmla="*/ 168537 h 186412"/>
                <a:gd name="connsiteX6" fmla="*/ 121409 w 201283"/>
                <a:gd name="connsiteY6" fmla="*/ 168537 h 186412"/>
                <a:gd name="connsiteX7" fmla="*/ 124604 w 201283"/>
                <a:gd name="connsiteY7" fmla="*/ 162792 h 186412"/>
                <a:gd name="connsiteX8" fmla="*/ 124604 w 201283"/>
                <a:gd name="connsiteY8" fmla="*/ 126403 h 186412"/>
                <a:gd name="connsiteX9" fmla="*/ 191698 w 201283"/>
                <a:gd name="connsiteY9" fmla="*/ 168537 h 186412"/>
                <a:gd name="connsiteX10" fmla="*/ 194893 w 201283"/>
                <a:gd name="connsiteY10" fmla="*/ 169814 h 186412"/>
                <a:gd name="connsiteX11" fmla="*/ 198088 w 201283"/>
                <a:gd name="connsiteY11" fmla="*/ 169176 h 186412"/>
                <a:gd name="connsiteX12" fmla="*/ 201283 w 201283"/>
                <a:gd name="connsiteY12" fmla="*/ 163430 h 186412"/>
                <a:gd name="connsiteX13" fmla="*/ 201283 w 201283"/>
                <a:gd name="connsiteY13" fmla="*/ 23621 h 186412"/>
                <a:gd name="connsiteX14" fmla="*/ 198088 w 201283"/>
                <a:gd name="connsiteY14" fmla="*/ 17875 h 186412"/>
                <a:gd name="connsiteX15" fmla="*/ 191698 w 201283"/>
                <a:gd name="connsiteY15" fmla="*/ 17875 h 186412"/>
                <a:gd name="connsiteX16" fmla="*/ 124604 w 201283"/>
                <a:gd name="connsiteY16" fmla="*/ 60010 h 186412"/>
                <a:gd name="connsiteX17" fmla="*/ 124604 w 201283"/>
                <a:gd name="connsiteY17" fmla="*/ 23621 h 186412"/>
                <a:gd name="connsiteX18" fmla="*/ 121409 w 201283"/>
                <a:gd name="connsiteY18" fmla="*/ 17875 h 186412"/>
                <a:gd name="connsiteX19" fmla="*/ 115019 w 201283"/>
                <a:gd name="connsiteY19" fmla="*/ 17875 h 186412"/>
                <a:gd name="connsiteX20" fmla="*/ 12780 w 201283"/>
                <a:gd name="connsiteY20" fmla="*/ 81715 h 186412"/>
                <a:gd name="connsiteX21" fmla="*/ 12780 w 201283"/>
                <a:gd name="connsiteY21" fmla="*/ 6384 h 186412"/>
                <a:gd name="connsiteX22" fmla="*/ 6390 w 201283"/>
                <a:gd name="connsiteY22" fmla="*/ 0 h 186412"/>
                <a:gd name="connsiteX23" fmla="*/ 0 w 201283"/>
                <a:gd name="connsiteY23" fmla="*/ 7022 h 186412"/>
                <a:gd name="connsiteX24" fmla="*/ 18531 w 201283"/>
                <a:gd name="connsiteY24" fmla="*/ 93845 h 186412"/>
                <a:gd name="connsiteX25" fmla="*/ 111824 w 201283"/>
                <a:gd name="connsiteY25" fmla="*/ 35750 h 186412"/>
                <a:gd name="connsiteX26" fmla="*/ 111824 w 201283"/>
                <a:gd name="connsiteY26" fmla="*/ 72139 h 186412"/>
                <a:gd name="connsiteX27" fmla="*/ 115019 w 201283"/>
                <a:gd name="connsiteY27" fmla="*/ 77885 h 186412"/>
                <a:gd name="connsiteX28" fmla="*/ 121409 w 201283"/>
                <a:gd name="connsiteY28" fmla="*/ 77885 h 186412"/>
                <a:gd name="connsiteX29" fmla="*/ 188503 w 201283"/>
                <a:gd name="connsiteY29" fmla="*/ 35750 h 186412"/>
                <a:gd name="connsiteX30" fmla="*/ 188503 w 201283"/>
                <a:gd name="connsiteY30" fmla="*/ 152577 h 186412"/>
                <a:gd name="connsiteX31" fmla="*/ 121409 w 201283"/>
                <a:gd name="connsiteY31" fmla="*/ 110443 h 186412"/>
                <a:gd name="connsiteX32" fmla="*/ 115019 w 201283"/>
                <a:gd name="connsiteY32" fmla="*/ 110443 h 186412"/>
                <a:gd name="connsiteX33" fmla="*/ 111824 w 201283"/>
                <a:gd name="connsiteY33" fmla="*/ 116189 h 186412"/>
                <a:gd name="connsiteX34" fmla="*/ 111824 w 201283"/>
                <a:gd name="connsiteY34" fmla="*/ 152577 h 186412"/>
                <a:gd name="connsiteX35" fmla="*/ 18531 w 201283"/>
                <a:gd name="connsiteY35" fmla="*/ 93845 h 18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1283" h="186412">
                  <a:moveTo>
                    <a:pt x="0" y="7022"/>
                  </a:moveTo>
                  <a:lnTo>
                    <a:pt x="0" y="180028"/>
                  </a:lnTo>
                  <a:cubicBezTo>
                    <a:pt x="0" y="183859"/>
                    <a:pt x="2556" y="186412"/>
                    <a:pt x="6390" y="186412"/>
                  </a:cubicBezTo>
                  <a:cubicBezTo>
                    <a:pt x="10224" y="186412"/>
                    <a:pt x="12780" y="183859"/>
                    <a:pt x="12780" y="180028"/>
                  </a:cubicBezTo>
                  <a:lnTo>
                    <a:pt x="12780" y="104697"/>
                  </a:lnTo>
                  <a:lnTo>
                    <a:pt x="115019" y="168537"/>
                  </a:lnTo>
                  <a:cubicBezTo>
                    <a:pt x="116936" y="169814"/>
                    <a:pt x="119492" y="169814"/>
                    <a:pt x="121409" y="168537"/>
                  </a:cubicBezTo>
                  <a:cubicBezTo>
                    <a:pt x="123326" y="167260"/>
                    <a:pt x="124604" y="165345"/>
                    <a:pt x="124604" y="162792"/>
                  </a:cubicBezTo>
                  <a:lnTo>
                    <a:pt x="124604" y="126403"/>
                  </a:lnTo>
                  <a:lnTo>
                    <a:pt x="191698" y="168537"/>
                  </a:lnTo>
                  <a:cubicBezTo>
                    <a:pt x="192976" y="169176"/>
                    <a:pt x="193615" y="169814"/>
                    <a:pt x="194893" y="169814"/>
                  </a:cubicBezTo>
                  <a:cubicBezTo>
                    <a:pt x="196171" y="169814"/>
                    <a:pt x="196810" y="169814"/>
                    <a:pt x="198088" y="169176"/>
                  </a:cubicBezTo>
                  <a:cubicBezTo>
                    <a:pt x="200005" y="167899"/>
                    <a:pt x="201283" y="165984"/>
                    <a:pt x="201283" y="163430"/>
                  </a:cubicBezTo>
                  <a:lnTo>
                    <a:pt x="201283" y="23621"/>
                  </a:lnTo>
                  <a:cubicBezTo>
                    <a:pt x="201283" y="21067"/>
                    <a:pt x="200005" y="19152"/>
                    <a:pt x="198088" y="17875"/>
                  </a:cubicBezTo>
                  <a:cubicBezTo>
                    <a:pt x="196171" y="16598"/>
                    <a:pt x="193615" y="16598"/>
                    <a:pt x="191698" y="17875"/>
                  </a:cubicBezTo>
                  <a:lnTo>
                    <a:pt x="124604" y="60010"/>
                  </a:lnTo>
                  <a:lnTo>
                    <a:pt x="124604" y="23621"/>
                  </a:lnTo>
                  <a:cubicBezTo>
                    <a:pt x="124604" y="21067"/>
                    <a:pt x="123326" y="19152"/>
                    <a:pt x="121409" y="17875"/>
                  </a:cubicBezTo>
                  <a:cubicBezTo>
                    <a:pt x="119492" y="16598"/>
                    <a:pt x="116936" y="16598"/>
                    <a:pt x="115019" y="17875"/>
                  </a:cubicBezTo>
                  <a:lnTo>
                    <a:pt x="12780" y="81715"/>
                  </a:lnTo>
                  <a:lnTo>
                    <a:pt x="12780" y="6384"/>
                  </a:lnTo>
                  <a:cubicBezTo>
                    <a:pt x="12780" y="2554"/>
                    <a:pt x="10224" y="0"/>
                    <a:pt x="6390" y="0"/>
                  </a:cubicBezTo>
                  <a:cubicBezTo>
                    <a:pt x="2556" y="0"/>
                    <a:pt x="0" y="3830"/>
                    <a:pt x="0" y="7022"/>
                  </a:cubicBezTo>
                  <a:close/>
                  <a:moveTo>
                    <a:pt x="18531" y="93845"/>
                  </a:moveTo>
                  <a:lnTo>
                    <a:pt x="111824" y="35750"/>
                  </a:lnTo>
                  <a:lnTo>
                    <a:pt x="111824" y="72139"/>
                  </a:lnTo>
                  <a:cubicBezTo>
                    <a:pt x="111824" y="74693"/>
                    <a:pt x="113102" y="76608"/>
                    <a:pt x="115019" y="77885"/>
                  </a:cubicBezTo>
                  <a:cubicBezTo>
                    <a:pt x="116936" y="79162"/>
                    <a:pt x="119492" y="79162"/>
                    <a:pt x="121409" y="77885"/>
                  </a:cubicBezTo>
                  <a:lnTo>
                    <a:pt x="188503" y="35750"/>
                  </a:lnTo>
                  <a:lnTo>
                    <a:pt x="188503" y="152577"/>
                  </a:lnTo>
                  <a:lnTo>
                    <a:pt x="121409" y="110443"/>
                  </a:lnTo>
                  <a:cubicBezTo>
                    <a:pt x="119492" y="109166"/>
                    <a:pt x="116936" y="109166"/>
                    <a:pt x="115019" y="110443"/>
                  </a:cubicBezTo>
                  <a:cubicBezTo>
                    <a:pt x="113102" y="111720"/>
                    <a:pt x="111824" y="113635"/>
                    <a:pt x="111824" y="116189"/>
                  </a:cubicBezTo>
                  <a:lnTo>
                    <a:pt x="111824" y="152577"/>
                  </a:lnTo>
                  <a:lnTo>
                    <a:pt x="18531" y="93845"/>
                  </a:lnTo>
                  <a:close/>
                </a:path>
              </a:pathLst>
            </a:custGeom>
            <a:solidFill>
              <a:srgbClr val="0097A9"/>
            </a:solidFill>
            <a:ln w="6390" cap="flat">
              <a:noFill/>
              <a:prstDash val="solid"/>
              <a:miter/>
            </a:ln>
          </p:spPr>
          <p:txBody>
            <a:bodyPr rtlCol="0" anchor="ctr"/>
            <a:lstStyle/>
            <a:p>
              <a:endParaRPr lang="en-US"/>
            </a:p>
          </p:txBody>
        </p:sp>
      </p:grpSp>
      <p:grpSp>
        <p:nvGrpSpPr>
          <p:cNvPr id="770" name="Graphic 4">
            <a:extLst>
              <a:ext uri="{FF2B5EF4-FFF2-40B4-BE49-F238E27FC236}">
                <a16:creationId xmlns:a16="http://schemas.microsoft.com/office/drawing/2014/main" id="{0C012072-E806-8F41-A542-68850EF065F3}"/>
              </a:ext>
            </a:extLst>
          </p:cNvPr>
          <p:cNvGrpSpPr/>
          <p:nvPr/>
        </p:nvGrpSpPr>
        <p:grpSpPr>
          <a:xfrm>
            <a:off x="6146480" y="2855717"/>
            <a:ext cx="361670" cy="361333"/>
            <a:chOff x="6146480" y="2855717"/>
            <a:chExt cx="361670" cy="361333"/>
          </a:xfrm>
          <a:solidFill>
            <a:srgbClr val="0097A9"/>
          </a:solidFill>
        </p:grpSpPr>
        <p:sp>
          <p:nvSpPr>
            <p:cNvPr id="771" name="Graphic 4">
              <a:extLst>
                <a:ext uri="{FF2B5EF4-FFF2-40B4-BE49-F238E27FC236}">
                  <a16:creationId xmlns:a16="http://schemas.microsoft.com/office/drawing/2014/main" id="{E16264B2-342E-4D4A-B9AF-119498A32CD2}"/>
                </a:ext>
              </a:extLst>
            </p:cNvPr>
            <p:cNvSpPr/>
            <p:nvPr/>
          </p:nvSpPr>
          <p:spPr>
            <a:xfrm>
              <a:off x="6245524" y="2978290"/>
              <a:ext cx="169972" cy="116826"/>
            </a:xfrm>
            <a:custGeom>
              <a:avLst/>
              <a:gdLst>
                <a:gd name="connsiteX0" fmla="*/ 93293 w 169972"/>
                <a:gd name="connsiteY0" fmla="*/ 36389 h 116826"/>
                <a:gd name="connsiteX1" fmla="*/ 96488 w 169972"/>
                <a:gd name="connsiteY1" fmla="*/ 42134 h 116826"/>
                <a:gd name="connsiteX2" fmla="*/ 102878 w 169972"/>
                <a:gd name="connsiteY2" fmla="*/ 42134 h 116826"/>
                <a:gd name="connsiteX3" fmla="*/ 169972 w 169972"/>
                <a:gd name="connsiteY3" fmla="*/ 0 h 116826"/>
                <a:gd name="connsiteX4" fmla="*/ 169972 w 169972"/>
                <a:gd name="connsiteY4" fmla="*/ 116827 h 116826"/>
                <a:gd name="connsiteX5" fmla="*/ 102878 w 169972"/>
                <a:gd name="connsiteY5" fmla="*/ 74693 h 116826"/>
                <a:gd name="connsiteX6" fmla="*/ 96488 w 169972"/>
                <a:gd name="connsiteY6" fmla="*/ 74693 h 116826"/>
                <a:gd name="connsiteX7" fmla="*/ 93293 w 169972"/>
                <a:gd name="connsiteY7" fmla="*/ 80438 h 116826"/>
                <a:gd name="connsiteX8" fmla="*/ 93293 w 169972"/>
                <a:gd name="connsiteY8" fmla="*/ 116827 h 116826"/>
                <a:gd name="connsiteX9" fmla="*/ 0 w 169972"/>
                <a:gd name="connsiteY9" fmla="*/ 58733 h 116826"/>
                <a:gd name="connsiteX10" fmla="*/ 93293 w 169972"/>
                <a:gd name="connsiteY10" fmla="*/ 638 h 116826"/>
                <a:gd name="connsiteX11" fmla="*/ 93293 w 169972"/>
                <a:gd name="connsiteY11" fmla="*/ 36389 h 116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9972" h="116826">
                  <a:moveTo>
                    <a:pt x="93293" y="36389"/>
                  </a:moveTo>
                  <a:cubicBezTo>
                    <a:pt x="93293" y="38942"/>
                    <a:pt x="94571" y="40857"/>
                    <a:pt x="96488" y="42134"/>
                  </a:cubicBezTo>
                  <a:cubicBezTo>
                    <a:pt x="98405" y="43411"/>
                    <a:pt x="100961" y="43411"/>
                    <a:pt x="102878" y="42134"/>
                  </a:cubicBezTo>
                  <a:lnTo>
                    <a:pt x="169972" y="0"/>
                  </a:lnTo>
                  <a:lnTo>
                    <a:pt x="169972" y="116827"/>
                  </a:lnTo>
                  <a:lnTo>
                    <a:pt x="102878" y="74693"/>
                  </a:lnTo>
                  <a:cubicBezTo>
                    <a:pt x="100961" y="73416"/>
                    <a:pt x="98405" y="73416"/>
                    <a:pt x="96488" y="74693"/>
                  </a:cubicBezTo>
                  <a:cubicBezTo>
                    <a:pt x="94571" y="75969"/>
                    <a:pt x="93293" y="77885"/>
                    <a:pt x="93293" y="80438"/>
                  </a:cubicBezTo>
                  <a:lnTo>
                    <a:pt x="93293" y="116827"/>
                  </a:lnTo>
                  <a:lnTo>
                    <a:pt x="0" y="58733"/>
                  </a:lnTo>
                  <a:lnTo>
                    <a:pt x="93293" y="638"/>
                  </a:lnTo>
                  <a:lnTo>
                    <a:pt x="93293" y="36389"/>
                  </a:lnTo>
                  <a:close/>
                </a:path>
              </a:pathLst>
            </a:custGeom>
            <a:solidFill>
              <a:srgbClr val="0097A9"/>
            </a:solidFill>
            <a:ln w="6390" cap="flat">
              <a:noFill/>
              <a:prstDash val="solid"/>
              <a:miter/>
            </a:ln>
          </p:spPr>
          <p:txBody>
            <a:bodyPr rtlCol="0" anchor="ctr"/>
            <a:lstStyle/>
            <a:p>
              <a:endParaRPr lang="en-US"/>
            </a:p>
          </p:txBody>
        </p:sp>
        <p:sp>
          <p:nvSpPr>
            <p:cNvPr id="772" name="Graphic 4">
              <a:extLst>
                <a:ext uri="{FF2B5EF4-FFF2-40B4-BE49-F238E27FC236}">
                  <a16:creationId xmlns:a16="http://schemas.microsoft.com/office/drawing/2014/main" id="{CCD8F33D-147D-6E41-B7CC-ECB00397AAC6}"/>
                </a:ext>
              </a:extLst>
            </p:cNvPr>
            <p:cNvSpPr/>
            <p:nvPr/>
          </p:nvSpPr>
          <p:spPr>
            <a:xfrm>
              <a:off x="6146480" y="2855717"/>
              <a:ext cx="361670" cy="361333"/>
            </a:xfrm>
            <a:custGeom>
              <a:avLst/>
              <a:gdLst>
                <a:gd name="connsiteX0" fmla="*/ 0 w 361670"/>
                <a:gd name="connsiteY0" fmla="*/ 180667 h 361333"/>
                <a:gd name="connsiteX1" fmla="*/ 180835 w 361670"/>
                <a:gd name="connsiteY1" fmla="*/ 361333 h 361333"/>
                <a:gd name="connsiteX2" fmla="*/ 361670 w 361670"/>
                <a:gd name="connsiteY2" fmla="*/ 180667 h 361333"/>
                <a:gd name="connsiteX3" fmla="*/ 180835 w 361670"/>
                <a:gd name="connsiteY3" fmla="*/ 0 h 361333"/>
                <a:gd name="connsiteX4" fmla="*/ 0 w 361670"/>
                <a:gd name="connsiteY4" fmla="*/ 180667 h 361333"/>
                <a:gd name="connsiteX5" fmla="*/ 80513 w 361670"/>
                <a:gd name="connsiteY5" fmla="*/ 93844 h 361333"/>
                <a:gd name="connsiteX6" fmla="*/ 86903 w 361670"/>
                <a:gd name="connsiteY6" fmla="*/ 87460 h 361333"/>
                <a:gd name="connsiteX7" fmla="*/ 93293 w 361670"/>
                <a:gd name="connsiteY7" fmla="*/ 93844 h 361333"/>
                <a:gd name="connsiteX8" fmla="*/ 93293 w 361670"/>
                <a:gd name="connsiteY8" fmla="*/ 169176 h 361333"/>
                <a:gd name="connsiteX9" fmla="*/ 195532 w 361670"/>
                <a:gd name="connsiteY9" fmla="*/ 105336 h 361333"/>
                <a:gd name="connsiteX10" fmla="*/ 201922 w 361670"/>
                <a:gd name="connsiteY10" fmla="*/ 105336 h 361333"/>
                <a:gd name="connsiteX11" fmla="*/ 205117 w 361670"/>
                <a:gd name="connsiteY11" fmla="*/ 111081 h 361333"/>
                <a:gd name="connsiteX12" fmla="*/ 205117 w 361670"/>
                <a:gd name="connsiteY12" fmla="*/ 147470 h 361333"/>
                <a:gd name="connsiteX13" fmla="*/ 272211 w 361670"/>
                <a:gd name="connsiteY13" fmla="*/ 105336 h 361333"/>
                <a:gd name="connsiteX14" fmla="*/ 278601 w 361670"/>
                <a:gd name="connsiteY14" fmla="*/ 105336 h 361333"/>
                <a:gd name="connsiteX15" fmla="*/ 281796 w 361670"/>
                <a:gd name="connsiteY15" fmla="*/ 111081 h 361333"/>
                <a:gd name="connsiteX16" fmla="*/ 281796 w 361670"/>
                <a:gd name="connsiteY16" fmla="*/ 250890 h 361333"/>
                <a:gd name="connsiteX17" fmla="*/ 278601 w 361670"/>
                <a:gd name="connsiteY17" fmla="*/ 256636 h 361333"/>
                <a:gd name="connsiteX18" fmla="*/ 275406 w 361670"/>
                <a:gd name="connsiteY18" fmla="*/ 257274 h 361333"/>
                <a:gd name="connsiteX19" fmla="*/ 272211 w 361670"/>
                <a:gd name="connsiteY19" fmla="*/ 255998 h 361333"/>
                <a:gd name="connsiteX20" fmla="*/ 205117 w 361670"/>
                <a:gd name="connsiteY20" fmla="*/ 213863 h 361333"/>
                <a:gd name="connsiteX21" fmla="*/ 205117 w 361670"/>
                <a:gd name="connsiteY21" fmla="*/ 250252 h 361333"/>
                <a:gd name="connsiteX22" fmla="*/ 201922 w 361670"/>
                <a:gd name="connsiteY22" fmla="*/ 255998 h 361333"/>
                <a:gd name="connsiteX23" fmla="*/ 195532 w 361670"/>
                <a:gd name="connsiteY23" fmla="*/ 255998 h 361333"/>
                <a:gd name="connsiteX24" fmla="*/ 93293 w 361670"/>
                <a:gd name="connsiteY24" fmla="*/ 192158 h 361333"/>
                <a:gd name="connsiteX25" fmla="*/ 93293 w 361670"/>
                <a:gd name="connsiteY25" fmla="*/ 267489 h 361333"/>
                <a:gd name="connsiteX26" fmla="*/ 86903 w 361670"/>
                <a:gd name="connsiteY26" fmla="*/ 273873 h 361333"/>
                <a:gd name="connsiteX27" fmla="*/ 80513 w 361670"/>
                <a:gd name="connsiteY27" fmla="*/ 267489 h 361333"/>
                <a:gd name="connsiteX28" fmla="*/ 80513 w 361670"/>
                <a:gd name="connsiteY28" fmla="*/ 9384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1670" h="361333">
                  <a:moveTo>
                    <a:pt x="0" y="180667"/>
                  </a:moveTo>
                  <a:cubicBezTo>
                    <a:pt x="0" y="280895"/>
                    <a:pt x="81152" y="361333"/>
                    <a:pt x="180835" y="361333"/>
                  </a:cubicBezTo>
                  <a:cubicBezTo>
                    <a:pt x="280518" y="361333"/>
                    <a:pt x="361670" y="280257"/>
                    <a:pt x="361670" y="180667"/>
                  </a:cubicBezTo>
                  <a:cubicBezTo>
                    <a:pt x="361670" y="80438"/>
                    <a:pt x="280518" y="0"/>
                    <a:pt x="180835" y="0"/>
                  </a:cubicBezTo>
                  <a:cubicBezTo>
                    <a:pt x="81152" y="0"/>
                    <a:pt x="0" y="80438"/>
                    <a:pt x="0" y="180667"/>
                  </a:cubicBezTo>
                  <a:close/>
                  <a:moveTo>
                    <a:pt x="80513" y="93844"/>
                  </a:moveTo>
                  <a:cubicBezTo>
                    <a:pt x="80513" y="90014"/>
                    <a:pt x="83069" y="87460"/>
                    <a:pt x="86903" y="87460"/>
                  </a:cubicBezTo>
                  <a:cubicBezTo>
                    <a:pt x="90737" y="87460"/>
                    <a:pt x="93293" y="90014"/>
                    <a:pt x="93293" y="93844"/>
                  </a:cubicBezTo>
                  <a:lnTo>
                    <a:pt x="93293" y="169176"/>
                  </a:lnTo>
                  <a:lnTo>
                    <a:pt x="195532" y="105336"/>
                  </a:lnTo>
                  <a:cubicBezTo>
                    <a:pt x="197449" y="104059"/>
                    <a:pt x="200005" y="104059"/>
                    <a:pt x="201922" y="105336"/>
                  </a:cubicBezTo>
                  <a:cubicBezTo>
                    <a:pt x="203839" y="106612"/>
                    <a:pt x="205117" y="108528"/>
                    <a:pt x="205117" y="111081"/>
                  </a:cubicBezTo>
                  <a:lnTo>
                    <a:pt x="205117" y="147470"/>
                  </a:lnTo>
                  <a:lnTo>
                    <a:pt x="272211" y="105336"/>
                  </a:lnTo>
                  <a:cubicBezTo>
                    <a:pt x="274128" y="104059"/>
                    <a:pt x="276684" y="104059"/>
                    <a:pt x="278601" y="105336"/>
                  </a:cubicBezTo>
                  <a:cubicBezTo>
                    <a:pt x="280518" y="106612"/>
                    <a:pt x="281796" y="108528"/>
                    <a:pt x="281796" y="111081"/>
                  </a:cubicBezTo>
                  <a:lnTo>
                    <a:pt x="281796" y="250890"/>
                  </a:lnTo>
                  <a:cubicBezTo>
                    <a:pt x="281796" y="253444"/>
                    <a:pt x="280518" y="255359"/>
                    <a:pt x="278601" y="256636"/>
                  </a:cubicBezTo>
                  <a:cubicBezTo>
                    <a:pt x="277323" y="257274"/>
                    <a:pt x="276684" y="257274"/>
                    <a:pt x="275406" y="257274"/>
                  </a:cubicBezTo>
                  <a:cubicBezTo>
                    <a:pt x="274128" y="257274"/>
                    <a:pt x="272850" y="256636"/>
                    <a:pt x="272211" y="255998"/>
                  </a:cubicBezTo>
                  <a:lnTo>
                    <a:pt x="205117" y="213863"/>
                  </a:lnTo>
                  <a:lnTo>
                    <a:pt x="205117" y="250252"/>
                  </a:lnTo>
                  <a:cubicBezTo>
                    <a:pt x="205117" y="252806"/>
                    <a:pt x="203839" y="254721"/>
                    <a:pt x="201922" y="255998"/>
                  </a:cubicBezTo>
                  <a:cubicBezTo>
                    <a:pt x="200005" y="257274"/>
                    <a:pt x="197449" y="257274"/>
                    <a:pt x="195532" y="255998"/>
                  </a:cubicBezTo>
                  <a:lnTo>
                    <a:pt x="93293" y="192158"/>
                  </a:lnTo>
                  <a:lnTo>
                    <a:pt x="93293" y="267489"/>
                  </a:lnTo>
                  <a:cubicBezTo>
                    <a:pt x="93293" y="271319"/>
                    <a:pt x="90737" y="273873"/>
                    <a:pt x="86903" y="273873"/>
                  </a:cubicBezTo>
                  <a:cubicBezTo>
                    <a:pt x="83069" y="273873"/>
                    <a:pt x="80513" y="271319"/>
                    <a:pt x="80513" y="267489"/>
                  </a:cubicBezTo>
                  <a:lnTo>
                    <a:pt x="80513" y="93844"/>
                  </a:lnTo>
                  <a:close/>
                </a:path>
              </a:pathLst>
            </a:custGeom>
            <a:solidFill>
              <a:srgbClr val="0097A9"/>
            </a:solidFill>
            <a:ln w="6390" cap="flat">
              <a:noFill/>
              <a:prstDash val="solid"/>
              <a:miter/>
            </a:ln>
          </p:spPr>
          <p:txBody>
            <a:bodyPr rtlCol="0" anchor="ctr"/>
            <a:lstStyle/>
            <a:p>
              <a:endParaRPr lang="en-US"/>
            </a:p>
          </p:txBody>
        </p:sp>
      </p:grpSp>
      <p:grpSp>
        <p:nvGrpSpPr>
          <p:cNvPr id="773" name="Graphic 4">
            <a:extLst>
              <a:ext uri="{FF2B5EF4-FFF2-40B4-BE49-F238E27FC236}">
                <a16:creationId xmlns:a16="http://schemas.microsoft.com/office/drawing/2014/main" id="{018B4360-F028-CF4B-9DEF-238753008605}"/>
              </a:ext>
            </a:extLst>
          </p:cNvPr>
          <p:cNvGrpSpPr/>
          <p:nvPr/>
        </p:nvGrpSpPr>
        <p:grpSpPr>
          <a:xfrm>
            <a:off x="7192513" y="1893013"/>
            <a:ext cx="361674" cy="361333"/>
            <a:chOff x="7192513" y="1893013"/>
            <a:chExt cx="361674" cy="361333"/>
          </a:xfrm>
          <a:solidFill>
            <a:srgbClr val="0097A9"/>
          </a:solidFill>
        </p:grpSpPr>
        <p:sp>
          <p:nvSpPr>
            <p:cNvPr id="774" name="Graphic 4">
              <a:extLst>
                <a:ext uri="{FF2B5EF4-FFF2-40B4-BE49-F238E27FC236}">
                  <a16:creationId xmlns:a16="http://schemas.microsoft.com/office/drawing/2014/main" id="{B0DEF568-6798-5A4D-8428-2831BF9AFF3D}"/>
                </a:ext>
              </a:extLst>
            </p:cNvPr>
            <p:cNvSpPr/>
            <p:nvPr/>
          </p:nvSpPr>
          <p:spPr>
            <a:xfrm>
              <a:off x="7313283" y="1998987"/>
              <a:ext cx="115018" cy="150023"/>
            </a:xfrm>
            <a:custGeom>
              <a:avLst/>
              <a:gdLst>
                <a:gd name="connsiteX0" fmla="*/ 0 w 115018"/>
                <a:gd name="connsiteY0" fmla="*/ 150024 h 150023"/>
                <a:gd name="connsiteX1" fmla="*/ 115019 w 115018"/>
                <a:gd name="connsiteY1" fmla="*/ 74693 h 150023"/>
                <a:gd name="connsiteX2" fmla="*/ 0 w 115018"/>
                <a:gd name="connsiteY2" fmla="*/ 0 h 150023"/>
              </a:gdLst>
              <a:ahLst/>
              <a:cxnLst>
                <a:cxn ang="0">
                  <a:pos x="connsiteX0" y="connsiteY0"/>
                </a:cxn>
                <a:cxn ang="0">
                  <a:pos x="connsiteX1" y="connsiteY1"/>
                </a:cxn>
                <a:cxn ang="0">
                  <a:pos x="connsiteX2" y="connsiteY2"/>
                </a:cxn>
              </a:cxnLst>
              <a:rect l="l" t="t" r="r" b="b"/>
              <a:pathLst>
                <a:path w="115018" h="150023">
                  <a:moveTo>
                    <a:pt x="0" y="150024"/>
                  </a:moveTo>
                  <a:lnTo>
                    <a:pt x="115019" y="74693"/>
                  </a:lnTo>
                  <a:lnTo>
                    <a:pt x="0" y="0"/>
                  </a:lnTo>
                  <a:close/>
                </a:path>
              </a:pathLst>
            </a:custGeom>
            <a:solidFill>
              <a:srgbClr val="0097A9"/>
            </a:solidFill>
            <a:ln w="6390" cap="flat">
              <a:noFill/>
              <a:prstDash val="solid"/>
              <a:miter/>
            </a:ln>
          </p:spPr>
          <p:txBody>
            <a:bodyPr rtlCol="0" anchor="ctr"/>
            <a:lstStyle/>
            <a:p>
              <a:endParaRPr lang="en-US"/>
            </a:p>
          </p:txBody>
        </p:sp>
        <p:sp>
          <p:nvSpPr>
            <p:cNvPr id="775" name="Graphic 4">
              <a:extLst>
                <a:ext uri="{FF2B5EF4-FFF2-40B4-BE49-F238E27FC236}">
                  <a16:creationId xmlns:a16="http://schemas.microsoft.com/office/drawing/2014/main" id="{23445F3A-F17C-D64E-BFFE-37D7FE8D82C5}"/>
                </a:ext>
              </a:extLst>
            </p:cNvPr>
            <p:cNvSpPr/>
            <p:nvPr/>
          </p:nvSpPr>
          <p:spPr>
            <a:xfrm>
              <a:off x="7192513" y="1893013"/>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254320 w 361674"/>
                <a:gd name="connsiteY5" fmla="*/ 267489 h 361333"/>
                <a:gd name="connsiteX6" fmla="*/ 247930 w 361674"/>
                <a:gd name="connsiteY6" fmla="*/ 273873 h 361333"/>
                <a:gd name="connsiteX7" fmla="*/ 241540 w 361674"/>
                <a:gd name="connsiteY7" fmla="*/ 267489 h 361333"/>
                <a:gd name="connsiteX8" fmla="*/ 241540 w 361674"/>
                <a:gd name="connsiteY8" fmla="*/ 192796 h 361333"/>
                <a:gd name="connsiteX9" fmla="*/ 118214 w 361674"/>
                <a:gd name="connsiteY9" fmla="*/ 273235 h 361333"/>
                <a:gd name="connsiteX10" fmla="*/ 115019 w 361674"/>
                <a:gd name="connsiteY10" fmla="*/ 274511 h 361333"/>
                <a:gd name="connsiteX11" fmla="*/ 111824 w 361674"/>
                <a:gd name="connsiteY11" fmla="*/ 273873 h 361333"/>
                <a:gd name="connsiteX12" fmla="*/ 108629 w 361674"/>
                <a:gd name="connsiteY12" fmla="*/ 268127 h 361333"/>
                <a:gd name="connsiteX13" fmla="*/ 108629 w 361674"/>
                <a:gd name="connsiteY13" fmla="*/ 95121 h 361333"/>
                <a:gd name="connsiteX14" fmla="*/ 111824 w 361674"/>
                <a:gd name="connsiteY14" fmla="*/ 89376 h 361333"/>
                <a:gd name="connsiteX15" fmla="*/ 118214 w 361674"/>
                <a:gd name="connsiteY15" fmla="*/ 89376 h 361333"/>
                <a:gd name="connsiteX16" fmla="*/ 241540 w 361674"/>
                <a:gd name="connsiteY16" fmla="*/ 169814 h 361333"/>
                <a:gd name="connsiteX17" fmla="*/ 241540 w 361674"/>
                <a:gd name="connsiteY17" fmla="*/ 95121 h 361333"/>
                <a:gd name="connsiteX18" fmla="*/ 247930 w 361674"/>
                <a:gd name="connsiteY18" fmla="*/ 88737 h 361333"/>
                <a:gd name="connsiteX19" fmla="*/ 254320 w 361674"/>
                <a:gd name="connsiteY19" fmla="*/ 95121 h 361333"/>
                <a:gd name="connsiteX20" fmla="*/ 254320 w 361674"/>
                <a:gd name="connsiteY20" fmla="*/ 26748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1674" h="361333">
                  <a:moveTo>
                    <a:pt x="180836" y="0"/>
                  </a:moveTo>
                  <a:cubicBezTo>
                    <a:pt x="80513" y="0"/>
                    <a:pt x="0" y="81077"/>
                    <a:pt x="0" y="180667"/>
                  </a:cubicBezTo>
                  <a:cubicBezTo>
                    <a:pt x="0" y="280895"/>
                    <a:pt x="81153" y="361333"/>
                    <a:pt x="180836" y="361333"/>
                  </a:cubicBezTo>
                  <a:cubicBezTo>
                    <a:pt x="280518" y="361333"/>
                    <a:pt x="361670" y="280257"/>
                    <a:pt x="361670" y="180667"/>
                  </a:cubicBezTo>
                  <a:cubicBezTo>
                    <a:pt x="362310" y="81077"/>
                    <a:pt x="281157" y="0"/>
                    <a:pt x="180836" y="0"/>
                  </a:cubicBezTo>
                  <a:close/>
                  <a:moveTo>
                    <a:pt x="254320" y="267489"/>
                  </a:moveTo>
                  <a:cubicBezTo>
                    <a:pt x="254320" y="271319"/>
                    <a:pt x="251764" y="273873"/>
                    <a:pt x="247930" y="273873"/>
                  </a:cubicBezTo>
                  <a:cubicBezTo>
                    <a:pt x="244096" y="273873"/>
                    <a:pt x="241540" y="271319"/>
                    <a:pt x="241540" y="267489"/>
                  </a:cubicBezTo>
                  <a:lnTo>
                    <a:pt x="241540" y="192796"/>
                  </a:lnTo>
                  <a:lnTo>
                    <a:pt x="118214" y="273235"/>
                  </a:lnTo>
                  <a:cubicBezTo>
                    <a:pt x="116936" y="273873"/>
                    <a:pt x="115658" y="274511"/>
                    <a:pt x="115019" y="274511"/>
                  </a:cubicBezTo>
                  <a:cubicBezTo>
                    <a:pt x="113741" y="274511"/>
                    <a:pt x="113102" y="274511"/>
                    <a:pt x="111824" y="273873"/>
                  </a:cubicBezTo>
                  <a:cubicBezTo>
                    <a:pt x="109907" y="272596"/>
                    <a:pt x="108629" y="270681"/>
                    <a:pt x="108629" y="268127"/>
                  </a:cubicBezTo>
                  <a:lnTo>
                    <a:pt x="108629" y="95121"/>
                  </a:lnTo>
                  <a:cubicBezTo>
                    <a:pt x="108629" y="92568"/>
                    <a:pt x="109907" y="90653"/>
                    <a:pt x="111824" y="89376"/>
                  </a:cubicBezTo>
                  <a:cubicBezTo>
                    <a:pt x="113741" y="88099"/>
                    <a:pt x="116297" y="88099"/>
                    <a:pt x="118214" y="89376"/>
                  </a:cubicBezTo>
                  <a:lnTo>
                    <a:pt x="241540" y="169814"/>
                  </a:lnTo>
                  <a:lnTo>
                    <a:pt x="241540" y="95121"/>
                  </a:lnTo>
                  <a:cubicBezTo>
                    <a:pt x="241540" y="91291"/>
                    <a:pt x="244096" y="88737"/>
                    <a:pt x="247930" y="88737"/>
                  </a:cubicBezTo>
                  <a:cubicBezTo>
                    <a:pt x="251764" y="88737"/>
                    <a:pt x="254320" y="91291"/>
                    <a:pt x="254320" y="95121"/>
                  </a:cubicBezTo>
                  <a:lnTo>
                    <a:pt x="254320" y="267489"/>
                  </a:lnTo>
                  <a:close/>
                </a:path>
              </a:pathLst>
            </a:custGeom>
            <a:solidFill>
              <a:srgbClr val="0097A9"/>
            </a:solidFill>
            <a:ln w="6390" cap="flat">
              <a:noFill/>
              <a:prstDash val="solid"/>
              <a:miter/>
            </a:ln>
          </p:spPr>
          <p:txBody>
            <a:bodyPr rtlCol="0" anchor="ctr"/>
            <a:lstStyle/>
            <a:p>
              <a:endParaRPr lang="en-US"/>
            </a:p>
          </p:txBody>
        </p:sp>
      </p:grpSp>
      <p:grpSp>
        <p:nvGrpSpPr>
          <p:cNvPr id="776" name="Graphic 4">
            <a:extLst>
              <a:ext uri="{FF2B5EF4-FFF2-40B4-BE49-F238E27FC236}">
                <a16:creationId xmlns:a16="http://schemas.microsoft.com/office/drawing/2014/main" id="{D15B631B-F11D-4C43-9C1A-38C28156F8F0}"/>
              </a:ext>
            </a:extLst>
          </p:cNvPr>
          <p:cNvGrpSpPr/>
          <p:nvPr/>
        </p:nvGrpSpPr>
        <p:grpSpPr>
          <a:xfrm>
            <a:off x="6147119" y="1893013"/>
            <a:ext cx="361670" cy="361333"/>
            <a:chOff x="6147119" y="1893013"/>
            <a:chExt cx="361670" cy="361333"/>
          </a:xfrm>
          <a:solidFill>
            <a:srgbClr val="0097A9"/>
          </a:solidFill>
        </p:grpSpPr>
        <p:sp>
          <p:nvSpPr>
            <p:cNvPr id="777" name="Graphic 4">
              <a:extLst>
                <a:ext uri="{FF2B5EF4-FFF2-40B4-BE49-F238E27FC236}">
                  <a16:creationId xmlns:a16="http://schemas.microsoft.com/office/drawing/2014/main" id="{2DB14B49-8E01-8F4B-89BE-69274F9CE4E9}"/>
                </a:ext>
              </a:extLst>
            </p:cNvPr>
            <p:cNvSpPr/>
            <p:nvPr/>
          </p:nvSpPr>
          <p:spPr>
            <a:xfrm>
              <a:off x="6272362" y="1998987"/>
              <a:ext cx="115658" cy="150023"/>
            </a:xfrm>
            <a:custGeom>
              <a:avLst/>
              <a:gdLst>
                <a:gd name="connsiteX0" fmla="*/ 115658 w 115658"/>
                <a:gd name="connsiteY0" fmla="*/ 150024 h 150023"/>
                <a:gd name="connsiteX1" fmla="*/ 115658 w 115658"/>
                <a:gd name="connsiteY1" fmla="*/ 0 h 150023"/>
                <a:gd name="connsiteX2" fmla="*/ 0 w 115658"/>
                <a:gd name="connsiteY2" fmla="*/ 74693 h 150023"/>
              </a:gdLst>
              <a:ahLst/>
              <a:cxnLst>
                <a:cxn ang="0">
                  <a:pos x="connsiteX0" y="connsiteY0"/>
                </a:cxn>
                <a:cxn ang="0">
                  <a:pos x="connsiteX1" y="connsiteY1"/>
                </a:cxn>
                <a:cxn ang="0">
                  <a:pos x="connsiteX2" y="connsiteY2"/>
                </a:cxn>
              </a:cxnLst>
              <a:rect l="l" t="t" r="r" b="b"/>
              <a:pathLst>
                <a:path w="115658" h="150023">
                  <a:moveTo>
                    <a:pt x="115658" y="150024"/>
                  </a:moveTo>
                  <a:lnTo>
                    <a:pt x="115658" y="0"/>
                  </a:lnTo>
                  <a:lnTo>
                    <a:pt x="0" y="74693"/>
                  </a:lnTo>
                  <a:close/>
                </a:path>
              </a:pathLst>
            </a:custGeom>
            <a:solidFill>
              <a:srgbClr val="0097A9"/>
            </a:solidFill>
            <a:ln w="6390" cap="flat">
              <a:noFill/>
              <a:prstDash val="solid"/>
              <a:miter/>
            </a:ln>
          </p:spPr>
          <p:txBody>
            <a:bodyPr rtlCol="0" anchor="ctr"/>
            <a:lstStyle/>
            <a:p>
              <a:endParaRPr lang="en-US"/>
            </a:p>
          </p:txBody>
        </p:sp>
        <p:sp>
          <p:nvSpPr>
            <p:cNvPr id="778" name="Graphic 4">
              <a:extLst>
                <a:ext uri="{FF2B5EF4-FFF2-40B4-BE49-F238E27FC236}">
                  <a16:creationId xmlns:a16="http://schemas.microsoft.com/office/drawing/2014/main" id="{C8E89B1A-1BED-CC4A-9DD9-05EC3681420B}"/>
                </a:ext>
              </a:extLst>
            </p:cNvPr>
            <p:cNvSpPr/>
            <p:nvPr/>
          </p:nvSpPr>
          <p:spPr>
            <a:xfrm>
              <a:off x="6147119"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53681 w 361670"/>
                <a:gd name="connsiteY5" fmla="*/ 267489 h 361333"/>
                <a:gd name="connsiteX6" fmla="*/ 250486 w 361670"/>
                <a:gd name="connsiteY6" fmla="*/ 273235 h 361333"/>
                <a:gd name="connsiteX7" fmla="*/ 247291 w 361670"/>
                <a:gd name="connsiteY7" fmla="*/ 273873 h 361333"/>
                <a:gd name="connsiteX8" fmla="*/ 244096 w 361670"/>
                <a:gd name="connsiteY8" fmla="*/ 272596 h 361333"/>
                <a:gd name="connsiteX9" fmla="*/ 120770 w 361670"/>
                <a:gd name="connsiteY9" fmla="*/ 192158 h 361333"/>
                <a:gd name="connsiteX10" fmla="*/ 120770 w 361670"/>
                <a:gd name="connsiteY10" fmla="*/ 266851 h 361333"/>
                <a:gd name="connsiteX11" fmla="*/ 114380 w 361670"/>
                <a:gd name="connsiteY11" fmla="*/ 273235 h 361333"/>
                <a:gd name="connsiteX12" fmla="*/ 107990 w 361670"/>
                <a:gd name="connsiteY12" fmla="*/ 266851 h 361333"/>
                <a:gd name="connsiteX13" fmla="*/ 107990 w 361670"/>
                <a:gd name="connsiteY13" fmla="*/ 93845 h 361333"/>
                <a:gd name="connsiteX14" fmla="*/ 114380 w 361670"/>
                <a:gd name="connsiteY14" fmla="*/ 87461 h 361333"/>
                <a:gd name="connsiteX15" fmla="*/ 120770 w 361670"/>
                <a:gd name="connsiteY15" fmla="*/ 93845 h 361333"/>
                <a:gd name="connsiteX16" fmla="*/ 120770 w 361670"/>
                <a:gd name="connsiteY16" fmla="*/ 168537 h 361333"/>
                <a:gd name="connsiteX17" fmla="*/ 244096 w 361670"/>
                <a:gd name="connsiteY17" fmla="*/ 88099 h 361333"/>
                <a:gd name="connsiteX18" fmla="*/ 250486 w 361670"/>
                <a:gd name="connsiteY18" fmla="*/ 88099 h 361333"/>
                <a:gd name="connsiteX19" fmla="*/ 253681 w 361670"/>
                <a:gd name="connsiteY19" fmla="*/ 93845 h 361333"/>
                <a:gd name="connsiteX20" fmla="*/ 253681 w 361670"/>
                <a:gd name="connsiteY20" fmla="*/ 26748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close/>
                  <a:moveTo>
                    <a:pt x="253681" y="267489"/>
                  </a:moveTo>
                  <a:cubicBezTo>
                    <a:pt x="253681" y="270043"/>
                    <a:pt x="252403" y="271958"/>
                    <a:pt x="250486" y="273235"/>
                  </a:cubicBezTo>
                  <a:cubicBezTo>
                    <a:pt x="249846" y="273873"/>
                    <a:pt x="248569" y="273873"/>
                    <a:pt x="247291" y="273873"/>
                  </a:cubicBezTo>
                  <a:cubicBezTo>
                    <a:pt x="246013" y="273873"/>
                    <a:pt x="244735" y="273235"/>
                    <a:pt x="244096" y="272596"/>
                  </a:cubicBezTo>
                  <a:lnTo>
                    <a:pt x="120770" y="192158"/>
                  </a:lnTo>
                  <a:lnTo>
                    <a:pt x="120770" y="266851"/>
                  </a:lnTo>
                  <a:cubicBezTo>
                    <a:pt x="120770" y="270681"/>
                    <a:pt x="118214" y="273235"/>
                    <a:pt x="114380" y="273235"/>
                  </a:cubicBezTo>
                  <a:cubicBezTo>
                    <a:pt x="110546" y="273235"/>
                    <a:pt x="107990" y="270681"/>
                    <a:pt x="107990" y="266851"/>
                  </a:cubicBezTo>
                  <a:lnTo>
                    <a:pt x="107990" y="93845"/>
                  </a:lnTo>
                  <a:cubicBezTo>
                    <a:pt x="107990" y="90014"/>
                    <a:pt x="110546" y="87461"/>
                    <a:pt x="114380" y="87461"/>
                  </a:cubicBezTo>
                  <a:cubicBezTo>
                    <a:pt x="118214" y="87461"/>
                    <a:pt x="120770" y="90014"/>
                    <a:pt x="120770" y="93845"/>
                  </a:cubicBezTo>
                  <a:lnTo>
                    <a:pt x="120770" y="168537"/>
                  </a:lnTo>
                  <a:lnTo>
                    <a:pt x="244096" y="88099"/>
                  </a:lnTo>
                  <a:cubicBezTo>
                    <a:pt x="246013" y="86822"/>
                    <a:pt x="248569" y="86822"/>
                    <a:pt x="250486" y="88099"/>
                  </a:cubicBezTo>
                  <a:cubicBezTo>
                    <a:pt x="252403" y="89376"/>
                    <a:pt x="253681" y="91291"/>
                    <a:pt x="253681" y="93845"/>
                  </a:cubicBezTo>
                  <a:lnTo>
                    <a:pt x="253681" y="267489"/>
                  </a:lnTo>
                  <a:close/>
                </a:path>
              </a:pathLst>
            </a:custGeom>
            <a:solidFill>
              <a:srgbClr val="0097A9"/>
            </a:solidFill>
            <a:ln w="6390" cap="flat">
              <a:noFill/>
              <a:prstDash val="solid"/>
              <a:miter/>
            </a:ln>
          </p:spPr>
          <p:txBody>
            <a:bodyPr rtlCol="0" anchor="ctr"/>
            <a:lstStyle/>
            <a:p>
              <a:endParaRPr lang="en-US"/>
            </a:p>
          </p:txBody>
        </p:sp>
      </p:grpSp>
      <p:grpSp>
        <p:nvGrpSpPr>
          <p:cNvPr id="779" name="Graphic 4">
            <a:extLst>
              <a:ext uri="{FF2B5EF4-FFF2-40B4-BE49-F238E27FC236}">
                <a16:creationId xmlns:a16="http://schemas.microsoft.com/office/drawing/2014/main" id="{4FA0A928-3C5E-734B-9839-D07515CF1336}"/>
              </a:ext>
            </a:extLst>
          </p:cNvPr>
          <p:cNvGrpSpPr/>
          <p:nvPr/>
        </p:nvGrpSpPr>
        <p:grpSpPr>
          <a:xfrm>
            <a:off x="905454" y="4308712"/>
            <a:ext cx="361674" cy="361333"/>
            <a:chOff x="905454" y="4308712"/>
            <a:chExt cx="361674" cy="361333"/>
          </a:xfrm>
          <a:solidFill>
            <a:srgbClr val="007680"/>
          </a:solidFill>
        </p:grpSpPr>
        <p:sp>
          <p:nvSpPr>
            <p:cNvPr id="780" name="Graphic 4">
              <a:extLst>
                <a:ext uri="{FF2B5EF4-FFF2-40B4-BE49-F238E27FC236}">
                  <a16:creationId xmlns:a16="http://schemas.microsoft.com/office/drawing/2014/main" id="{DCA185F4-FB00-954C-B839-932C7DD392A1}"/>
                </a:ext>
              </a:extLst>
            </p:cNvPr>
            <p:cNvSpPr/>
            <p:nvPr/>
          </p:nvSpPr>
          <p:spPr>
            <a:xfrm>
              <a:off x="1023667" y="4428730"/>
              <a:ext cx="61343" cy="24897"/>
            </a:xfrm>
            <a:custGeom>
              <a:avLst/>
              <a:gdLst>
                <a:gd name="connsiteX0" fmla="*/ 24921 w 61343"/>
                <a:gd name="connsiteY0" fmla="*/ 24898 h 24897"/>
                <a:gd name="connsiteX1" fmla="*/ 61343 w 61343"/>
                <a:gd name="connsiteY1" fmla="*/ 12130 h 24897"/>
                <a:gd name="connsiteX2" fmla="*/ 36423 w 61343"/>
                <a:gd name="connsiteY2" fmla="*/ 0 h 24897"/>
                <a:gd name="connsiteX3" fmla="*/ 0 w 61343"/>
                <a:gd name="connsiteY3" fmla="*/ 12768 h 24897"/>
              </a:gdLst>
              <a:ahLst/>
              <a:cxnLst>
                <a:cxn ang="0">
                  <a:pos x="connsiteX0" y="connsiteY0"/>
                </a:cxn>
                <a:cxn ang="0">
                  <a:pos x="connsiteX1" y="connsiteY1"/>
                </a:cxn>
                <a:cxn ang="0">
                  <a:pos x="connsiteX2" y="connsiteY2"/>
                </a:cxn>
                <a:cxn ang="0">
                  <a:pos x="connsiteX3" y="connsiteY3"/>
                </a:cxn>
              </a:cxnLst>
              <a:rect l="l" t="t" r="r" b="b"/>
              <a:pathLst>
                <a:path w="61343" h="24897">
                  <a:moveTo>
                    <a:pt x="24921" y="24898"/>
                  </a:moveTo>
                  <a:lnTo>
                    <a:pt x="61343" y="12130"/>
                  </a:lnTo>
                  <a:lnTo>
                    <a:pt x="36423" y="0"/>
                  </a:lnTo>
                  <a:lnTo>
                    <a:pt x="0" y="12768"/>
                  </a:lnTo>
                  <a:close/>
                </a:path>
              </a:pathLst>
            </a:custGeom>
            <a:solidFill>
              <a:srgbClr val="007680"/>
            </a:solidFill>
            <a:ln w="6390" cap="flat">
              <a:noFill/>
              <a:prstDash val="solid"/>
              <a:miter/>
            </a:ln>
          </p:spPr>
          <p:txBody>
            <a:bodyPr rtlCol="0" anchor="ctr"/>
            <a:lstStyle/>
            <a:p>
              <a:endParaRPr lang="en-US"/>
            </a:p>
          </p:txBody>
        </p:sp>
        <p:sp>
          <p:nvSpPr>
            <p:cNvPr id="781" name="Graphic 4">
              <a:extLst>
                <a:ext uri="{FF2B5EF4-FFF2-40B4-BE49-F238E27FC236}">
                  <a16:creationId xmlns:a16="http://schemas.microsoft.com/office/drawing/2014/main" id="{E1250A9A-00F0-0944-A8AC-A3477D0B1A92}"/>
                </a:ext>
              </a:extLst>
            </p:cNvPr>
            <p:cNvSpPr/>
            <p:nvPr/>
          </p:nvSpPr>
          <p:spPr>
            <a:xfrm>
              <a:off x="1147632" y="4484910"/>
              <a:ext cx="34505" cy="19790"/>
            </a:xfrm>
            <a:custGeom>
              <a:avLst/>
              <a:gdLst>
                <a:gd name="connsiteX0" fmla="*/ 19809 w 34505"/>
                <a:gd name="connsiteY0" fmla="*/ 19790 h 19790"/>
                <a:gd name="connsiteX1" fmla="*/ 34506 w 34505"/>
                <a:gd name="connsiteY1" fmla="*/ 19790 h 19790"/>
                <a:gd name="connsiteX2" fmla="*/ 34506 w 34505"/>
                <a:gd name="connsiteY2" fmla="*/ 0 h 19790"/>
                <a:gd name="connsiteX3" fmla="*/ 0 w 34505"/>
                <a:gd name="connsiteY3" fmla="*/ 0 h 19790"/>
              </a:gdLst>
              <a:ahLst/>
              <a:cxnLst>
                <a:cxn ang="0">
                  <a:pos x="connsiteX0" y="connsiteY0"/>
                </a:cxn>
                <a:cxn ang="0">
                  <a:pos x="connsiteX1" y="connsiteY1"/>
                </a:cxn>
                <a:cxn ang="0">
                  <a:pos x="connsiteX2" y="connsiteY2"/>
                </a:cxn>
                <a:cxn ang="0">
                  <a:pos x="connsiteX3" y="connsiteY3"/>
                </a:cxn>
              </a:cxnLst>
              <a:rect l="l" t="t" r="r" b="b"/>
              <a:pathLst>
                <a:path w="34505" h="19790">
                  <a:moveTo>
                    <a:pt x="19809" y="19790"/>
                  </a:moveTo>
                  <a:lnTo>
                    <a:pt x="34506" y="19790"/>
                  </a:lnTo>
                  <a:lnTo>
                    <a:pt x="34506" y="0"/>
                  </a:lnTo>
                  <a:lnTo>
                    <a:pt x="0" y="0"/>
                  </a:lnTo>
                  <a:close/>
                </a:path>
              </a:pathLst>
            </a:custGeom>
            <a:solidFill>
              <a:srgbClr val="007680"/>
            </a:solidFill>
            <a:ln w="6390" cap="flat">
              <a:noFill/>
              <a:prstDash val="solid"/>
              <a:miter/>
            </a:ln>
          </p:spPr>
          <p:txBody>
            <a:bodyPr rtlCol="0" anchor="ctr"/>
            <a:lstStyle/>
            <a:p>
              <a:endParaRPr lang="en-US"/>
            </a:p>
          </p:txBody>
        </p:sp>
        <p:sp>
          <p:nvSpPr>
            <p:cNvPr id="782" name="Graphic 4">
              <a:extLst>
                <a:ext uri="{FF2B5EF4-FFF2-40B4-BE49-F238E27FC236}">
                  <a16:creationId xmlns:a16="http://schemas.microsoft.com/office/drawing/2014/main" id="{00318CE5-E760-1341-BD5C-E608842C721B}"/>
                </a:ext>
              </a:extLst>
            </p:cNvPr>
            <p:cNvSpPr/>
            <p:nvPr/>
          </p:nvSpPr>
          <p:spPr>
            <a:xfrm>
              <a:off x="1001303" y="4484910"/>
              <a:ext cx="34505" cy="19790"/>
            </a:xfrm>
            <a:custGeom>
              <a:avLst/>
              <a:gdLst>
                <a:gd name="connsiteX0" fmla="*/ 15336 w 34505"/>
                <a:gd name="connsiteY0" fmla="*/ 0 h 19790"/>
                <a:gd name="connsiteX1" fmla="*/ 0 w 34505"/>
                <a:gd name="connsiteY1" fmla="*/ 0 h 19790"/>
                <a:gd name="connsiteX2" fmla="*/ 0 w 34505"/>
                <a:gd name="connsiteY2" fmla="*/ 19790 h 19790"/>
                <a:gd name="connsiteX3" fmla="*/ 34506 w 34505"/>
                <a:gd name="connsiteY3" fmla="*/ 19790 h 19790"/>
              </a:gdLst>
              <a:ahLst/>
              <a:cxnLst>
                <a:cxn ang="0">
                  <a:pos x="connsiteX0" y="connsiteY0"/>
                </a:cxn>
                <a:cxn ang="0">
                  <a:pos x="connsiteX1" y="connsiteY1"/>
                </a:cxn>
                <a:cxn ang="0">
                  <a:pos x="connsiteX2" y="connsiteY2"/>
                </a:cxn>
                <a:cxn ang="0">
                  <a:pos x="connsiteX3" y="connsiteY3"/>
                </a:cxn>
              </a:cxnLst>
              <a:rect l="l" t="t" r="r" b="b"/>
              <a:pathLst>
                <a:path w="34505" h="19790">
                  <a:moveTo>
                    <a:pt x="15336" y="0"/>
                  </a:moveTo>
                  <a:lnTo>
                    <a:pt x="0" y="0"/>
                  </a:lnTo>
                  <a:lnTo>
                    <a:pt x="0" y="19790"/>
                  </a:lnTo>
                  <a:lnTo>
                    <a:pt x="34506" y="19790"/>
                  </a:lnTo>
                  <a:close/>
                </a:path>
              </a:pathLst>
            </a:custGeom>
            <a:solidFill>
              <a:srgbClr val="007680"/>
            </a:solidFill>
            <a:ln w="6390" cap="flat">
              <a:noFill/>
              <a:prstDash val="solid"/>
              <a:miter/>
            </a:ln>
          </p:spPr>
          <p:txBody>
            <a:bodyPr rtlCol="0" anchor="ctr"/>
            <a:lstStyle/>
            <a:p>
              <a:endParaRPr lang="en-US"/>
            </a:p>
          </p:txBody>
        </p:sp>
        <p:sp>
          <p:nvSpPr>
            <p:cNvPr id="783" name="Graphic 4">
              <a:extLst>
                <a:ext uri="{FF2B5EF4-FFF2-40B4-BE49-F238E27FC236}">
                  <a16:creationId xmlns:a16="http://schemas.microsoft.com/office/drawing/2014/main" id="{9A4426B7-7888-6243-B71C-2EC4E84004D8}"/>
                </a:ext>
              </a:extLst>
            </p:cNvPr>
            <p:cNvSpPr/>
            <p:nvPr/>
          </p:nvSpPr>
          <p:spPr>
            <a:xfrm>
              <a:off x="1034530" y="4484910"/>
              <a:ext cx="58148" cy="19790"/>
            </a:xfrm>
            <a:custGeom>
              <a:avLst/>
              <a:gdLst>
                <a:gd name="connsiteX0" fmla="*/ 38340 w 58148"/>
                <a:gd name="connsiteY0" fmla="*/ 0 h 19790"/>
                <a:gd name="connsiteX1" fmla="*/ 0 w 58148"/>
                <a:gd name="connsiteY1" fmla="*/ 0 h 19790"/>
                <a:gd name="connsiteX2" fmla="*/ 19170 w 58148"/>
                <a:gd name="connsiteY2" fmla="*/ 19790 h 19790"/>
                <a:gd name="connsiteX3" fmla="*/ 58148 w 58148"/>
                <a:gd name="connsiteY3" fmla="*/ 19790 h 19790"/>
              </a:gdLst>
              <a:ahLst/>
              <a:cxnLst>
                <a:cxn ang="0">
                  <a:pos x="connsiteX0" y="connsiteY0"/>
                </a:cxn>
                <a:cxn ang="0">
                  <a:pos x="connsiteX1" y="connsiteY1"/>
                </a:cxn>
                <a:cxn ang="0">
                  <a:pos x="connsiteX2" y="connsiteY2"/>
                </a:cxn>
                <a:cxn ang="0">
                  <a:pos x="connsiteX3" y="connsiteY3"/>
                </a:cxn>
              </a:cxnLst>
              <a:rect l="l" t="t" r="r" b="b"/>
              <a:pathLst>
                <a:path w="58148" h="19790">
                  <a:moveTo>
                    <a:pt x="38340" y="0"/>
                  </a:moveTo>
                  <a:lnTo>
                    <a:pt x="0" y="0"/>
                  </a:lnTo>
                  <a:lnTo>
                    <a:pt x="19170" y="19790"/>
                  </a:lnTo>
                  <a:lnTo>
                    <a:pt x="58148" y="19790"/>
                  </a:lnTo>
                  <a:close/>
                </a:path>
              </a:pathLst>
            </a:custGeom>
            <a:solidFill>
              <a:srgbClr val="007680"/>
            </a:solidFill>
            <a:ln w="6390" cap="flat">
              <a:noFill/>
              <a:prstDash val="solid"/>
              <a:miter/>
            </a:ln>
          </p:spPr>
          <p:txBody>
            <a:bodyPr rtlCol="0" anchor="ctr"/>
            <a:lstStyle/>
            <a:p>
              <a:endParaRPr lang="en-US"/>
            </a:p>
          </p:txBody>
        </p:sp>
        <p:sp>
          <p:nvSpPr>
            <p:cNvPr id="784" name="Graphic 4">
              <a:extLst>
                <a:ext uri="{FF2B5EF4-FFF2-40B4-BE49-F238E27FC236}">
                  <a16:creationId xmlns:a16="http://schemas.microsoft.com/office/drawing/2014/main" id="{79CBB653-E082-6148-A328-64F0E674CAEE}"/>
                </a:ext>
              </a:extLst>
            </p:cNvPr>
            <p:cNvSpPr/>
            <p:nvPr/>
          </p:nvSpPr>
          <p:spPr>
            <a:xfrm>
              <a:off x="1090762" y="4484910"/>
              <a:ext cx="58148" cy="19790"/>
            </a:xfrm>
            <a:custGeom>
              <a:avLst/>
              <a:gdLst>
                <a:gd name="connsiteX0" fmla="*/ 38979 w 58148"/>
                <a:gd name="connsiteY0" fmla="*/ 0 h 19790"/>
                <a:gd name="connsiteX1" fmla="*/ 0 w 58148"/>
                <a:gd name="connsiteY1" fmla="*/ 0 h 19790"/>
                <a:gd name="connsiteX2" fmla="*/ 19809 w 58148"/>
                <a:gd name="connsiteY2" fmla="*/ 19790 h 19790"/>
                <a:gd name="connsiteX3" fmla="*/ 58148 w 58148"/>
                <a:gd name="connsiteY3" fmla="*/ 19790 h 19790"/>
              </a:gdLst>
              <a:ahLst/>
              <a:cxnLst>
                <a:cxn ang="0">
                  <a:pos x="connsiteX0" y="connsiteY0"/>
                </a:cxn>
                <a:cxn ang="0">
                  <a:pos x="connsiteX1" y="connsiteY1"/>
                </a:cxn>
                <a:cxn ang="0">
                  <a:pos x="connsiteX2" y="connsiteY2"/>
                </a:cxn>
                <a:cxn ang="0">
                  <a:pos x="connsiteX3" y="connsiteY3"/>
                </a:cxn>
              </a:cxnLst>
              <a:rect l="l" t="t" r="r" b="b"/>
              <a:pathLst>
                <a:path w="58148" h="19790">
                  <a:moveTo>
                    <a:pt x="38979" y="0"/>
                  </a:moveTo>
                  <a:lnTo>
                    <a:pt x="0" y="0"/>
                  </a:lnTo>
                  <a:lnTo>
                    <a:pt x="19809" y="19790"/>
                  </a:lnTo>
                  <a:lnTo>
                    <a:pt x="58148" y="19790"/>
                  </a:lnTo>
                  <a:close/>
                </a:path>
              </a:pathLst>
            </a:custGeom>
            <a:solidFill>
              <a:srgbClr val="007680"/>
            </a:solidFill>
            <a:ln w="6390" cap="flat">
              <a:noFill/>
              <a:prstDash val="solid"/>
              <a:miter/>
            </a:ln>
          </p:spPr>
          <p:txBody>
            <a:bodyPr rtlCol="0" anchor="ctr"/>
            <a:lstStyle/>
            <a:p>
              <a:endParaRPr lang="en-US"/>
            </a:p>
          </p:txBody>
        </p:sp>
        <p:sp>
          <p:nvSpPr>
            <p:cNvPr id="785" name="Graphic 4">
              <a:extLst>
                <a:ext uri="{FF2B5EF4-FFF2-40B4-BE49-F238E27FC236}">
                  <a16:creationId xmlns:a16="http://schemas.microsoft.com/office/drawing/2014/main" id="{F63C1A9E-4B6C-AB42-836C-61929268F5B1}"/>
                </a:ext>
              </a:extLst>
            </p:cNvPr>
            <p:cNvSpPr/>
            <p:nvPr/>
          </p:nvSpPr>
          <p:spPr>
            <a:xfrm>
              <a:off x="992357" y="4447244"/>
              <a:ext cx="38978" cy="23620"/>
            </a:xfrm>
            <a:custGeom>
              <a:avLst/>
              <a:gdLst>
                <a:gd name="connsiteX0" fmla="*/ 38979 w 38978"/>
                <a:gd name="connsiteY0" fmla="*/ 12130 h 23620"/>
                <a:gd name="connsiteX1" fmla="*/ 14697 w 38978"/>
                <a:gd name="connsiteY1" fmla="*/ 0 h 23620"/>
                <a:gd name="connsiteX2" fmla="*/ 0 w 38978"/>
                <a:gd name="connsiteY2" fmla="*/ 5107 h 23620"/>
                <a:gd name="connsiteX3" fmla="*/ 6390 w 38978"/>
                <a:gd name="connsiteY3" fmla="*/ 23621 h 23620"/>
              </a:gdLst>
              <a:ahLst/>
              <a:cxnLst>
                <a:cxn ang="0">
                  <a:pos x="connsiteX0" y="connsiteY0"/>
                </a:cxn>
                <a:cxn ang="0">
                  <a:pos x="connsiteX1" y="connsiteY1"/>
                </a:cxn>
                <a:cxn ang="0">
                  <a:pos x="connsiteX2" y="connsiteY2"/>
                </a:cxn>
                <a:cxn ang="0">
                  <a:pos x="connsiteX3" y="connsiteY3"/>
                </a:cxn>
              </a:cxnLst>
              <a:rect l="l" t="t" r="r" b="b"/>
              <a:pathLst>
                <a:path w="38978" h="23620">
                  <a:moveTo>
                    <a:pt x="38979" y="12130"/>
                  </a:moveTo>
                  <a:lnTo>
                    <a:pt x="14697" y="0"/>
                  </a:lnTo>
                  <a:lnTo>
                    <a:pt x="0" y="5107"/>
                  </a:lnTo>
                  <a:lnTo>
                    <a:pt x="6390" y="23621"/>
                  </a:lnTo>
                  <a:close/>
                </a:path>
              </a:pathLst>
            </a:custGeom>
            <a:solidFill>
              <a:srgbClr val="007680"/>
            </a:solidFill>
            <a:ln w="6390" cap="flat">
              <a:noFill/>
              <a:prstDash val="solid"/>
              <a:miter/>
            </a:ln>
          </p:spPr>
          <p:txBody>
            <a:bodyPr rtlCol="0" anchor="ctr"/>
            <a:lstStyle/>
            <a:p>
              <a:endParaRPr lang="en-US"/>
            </a:p>
          </p:txBody>
        </p:sp>
        <p:sp>
          <p:nvSpPr>
            <p:cNvPr id="786" name="Graphic 4">
              <a:extLst>
                <a:ext uri="{FF2B5EF4-FFF2-40B4-BE49-F238E27FC236}">
                  <a16:creationId xmlns:a16="http://schemas.microsoft.com/office/drawing/2014/main" id="{EF04F175-179B-3F47-BE86-402EE442DA58}"/>
                </a:ext>
              </a:extLst>
            </p:cNvPr>
            <p:cNvSpPr/>
            <p:nvPr/>
          </p:nvSpPr>
          <p:spPr>
            <a:xfrm>
              <a:off x="1001303" y="4517468"/>
              <a:ext cx="181474" cy="68308"/>
            </a:xfrm>
            <a:custGeom>
              <a:avLst/>
              <a:gdLst>
                <a:gd name="connsiteX0" fmla="*/ 0 w 181474"/>
                <a:gd name="connsiteY0" fmla="*/ 0 h 68308"/>
                <a:gd name="connsiteX1" fmla="*/ 181474 w 181474"/>
                <a:gd name="connsiteY1" fmla="*/ 0 h 68308"/>
                <a:gd name="connsiteX2" fmla="*/ 181474 w 181474"/>
                <a:gd name="connsiteY2" fmla="*/ 68309 h 68308"/>
                <a:gd name="connsiteX3" fmla="*/ 0 w 181474"/>
                <a:gd name="connsiteY3" fmla="*/ 68309 h 68308"/>
              </a:gdLst>
              <a:ahLst/>
              <a:cxnLst>
                <a:cxn ang="0">
                  <a:pos x="connsiteX0" y="connsiteY0"/>
                </a:cxn>
                <a:cxn ang="0">
                  <a:pos x="connsiteX1" y="connsiteY1"/>
                </a:cxn>
                <a:cxn ang="0">
                  <a:pos x="connsiteX2" y="connsiteY2"/>
                </a:cxn>
                <a:cxn ang="0">
                  <a:pos x="connsiteX3" y="connsiteY3"/>
                </a:cxn>
              </a:cxnLst>
              <a:rect l="l" t="t" r="r" b="b"/>
              <a:pathLst>
                <a:path w="181474" h="68308">
                  <a:moveTo>
                    <a:pt x="0" y="0"/>
                  </a:moveTo>
                  <a:lnTo>
                    <a:pt x="181474" y="0"/>
                  </a:lnTo>
                  <a:lnTo>
                    <a:pt x="181474" y="68309"/>
                  </a:lnTo>
                  <a:lnTo>
                    <a:pt x="0" y="68309"/>
                  </a:lnTo>
                  <a:close/>
                </a:path>
              </a:pathLst>
            </a:custGeom>
            <a:solidFill>
              <a:srgbClr val="007680"/>
            </a:solidFill>
            <a:ln w="6390" cap="flat">
              <a:noFill/>
              <a:prstDash val="solid"/>
              <a:miter/>
            </a:ln>
          </p:spPr>
          <p:txBody>
            <a:bodyPr rtlCol="0" anchor="ctr"/>
            <a:lstStyle/>
            <a:p>
              <a:endParaRPr lang="en-US"/>
            </a:p>
          </p:txBody>
        </p:sp>
        <p:sp>
          <p:nvSpPr>
            <p:cNvPr id="787" name="Graphic 4">
              <a:extLst>
                <a:ext uri="{FF2B5EF4-FFF2-40B4-BE49-F238E27FC236}">
                  <a16:creationId xmlns:a16="http://schemas.microsoft.com/office/drawing/2014/main" id="{2A3AEEFF-D7A9-E940-A9A6-DCFE0DA3CA7A}"/>
                </a:ext>
              </a:extLst>
            </p:cNvPr>
            <p:cNvSpPr/>
            <p:nvPr/>
          </p:nvSpPr>
          <p:spPr>
            <a:xfrm>
              <a:off x="1077343" y="4410855"/>
              <a:ext cx="61343" cy="24259"/>
            </a:xfrm>
            <a:custGeom>
              <a:avLst/>
              <a:gdLst>
                <a:gd name="connsiteX0" fmla="*/ 24921 w 61343"/>
                <a:gd name="connsiteY0" fmla="*/ 24259 h 24259"/>
                <a:gd name="connsiteX1" fmla="*/ 61343 w 61343"/>
                <a:gd name="connsiteY1" fmla="*/ 12130 h 24259"/>
                <a:gd name="connsiteX2" fmla="*/ 36423 w 61343"/>
                <a:gd name="connsiteY2" fmla="*/ 0 h 24259"/>
                <a:gd name="connsiteX3" fmla="*/ 0 w 61343"/>
                <a:gd name="connsiteY3" fmla="*/ 12130 h 24259"/>
              </a:gdLst>
              <a:ahLst/>
              <a:cxnLst>
                <a:cxn ang="0">
                  <a:pos x="connsiteX0" y="connsiteY0"/>
                </a:cxn>
                <a:cxn ang="0">
                  <a:pos x="connsiteX1" y="connsiteY1"/>
                </a:cxn>
                <a:cxn ang="0">
                  <a:pos x="connsiteX2" y="connsiteY2"/>
                </a:cxn>
                <a:cxn ang="0">
                  <a:pos x="connsiteX3" y="connsiteY3"/>
                </a:cxn>
              </a:cxnLst>
              <a:rect l="l" t="t" r="r" b="b"/>
              <a:pathLst>
                <a:path w="61343" h="24259">
                  <a:moveTo>
                    <a:pt x="24921" y="24259"/>
                  </a:moveTo>
                  <a:lnTo>
                    <a:pt x="61343" y="12130"/>
                  </a:lnTo>
                  <a:lnTo>
                    <a:pt x="36423" y="0"/>
                  </a:lnTo>
                  <a:lnTo>
                    <a:pt x="0" y="12130"/>
                  </a:lnTo>
                  <a:close/>
                </a:path>
              </a:pathLst>
            </a:custGeom>
            <a:solidFill>
              <a:srgbClr val="007680"/>
            </a:solidFill>
            <a:ln w="6390" cap="flat">
              <a:noFill/>
              <a:prstDash val="solid"/>
              <a:miter/>
            </a:ln>
          </p:spPr>
          <p:txBody>
            <a:bodyPr rtlCol="0" anchor="ctr"/>
            <a:lstStyle/>
            <a:p>
              <a:endParaRPr lang="en-US"/>
            </a:p>
          </p:txBody>
        </p:sp>
        <p:sp>
          <p:nvSpPr>
            <p:cNvPr id="788" name="Graphic 4">
              <a:extLst>
                <a:ext uri="{FF2B5EF4-FFF2-40B4-BE49-F238E27FC236}">
                  <a16:creationId xmlns:a16="http://schemas.microsoft.com/office/drawing/2014/main" id="{2773D474-E284-4443-858C-D7B4C771DAC1}"/>
                </a:ext>
              </a:extLst>
            </p:cNvPr>
            <p:cNvSpPr/>
            <p:nvPr/>
          </p:nvSpPr>
          <p:spPr>
            <a:xfrm>
              <a:off x="905454" y="4308712"/>
              <a:ext cx="361674" cy="361333"/>
            </a:xfrm>
            <a:custGeom>
              <a:avLst/>
              <a:gdLst>
                <a:gd name="connsiteX0" fmla="*/ 180835 w 361674"/>
                <a:gd name="connsiteY0" fmla="*/ 0 h 361333"/>
                <a:gd name="connsiteX1" fmla="*/ 0 w 361674"/>
                <a:gd name="connsiteY1" fmla="*/ 180667 h 361333"/>
                <a:gd name="connsiteX2" fmla="*/ 180835 w 361674"/>
                <a:gd name="connsiteY2" fmla="*/ 361334 h 361333"/>
                <a:gd name="connsiteX3" fmla="*/ 361670 w 361674"/>
                <a:gd name="connsiteY3" fmla="*/ 180667 h 361333"/>
                <a:gd name="connsiteX4" fmla="*/ 180835 w 361674"/>
                <a:gd name="connsiteY4" fmla="*/ 0 h 361333"/>
                <a:gd name="connsiteX5" fmla="*/ 289464 w 361674"/>
                <a:gd name="connsiteY5" fmla="*/ 283449 h 361333"/>
                <a:gd name="connsiteX6" fmla="*/ 283074 w 361674"/>
                <a:gd name="connsiteY6" fmla="*/ 289833 h 361333"/>
                <a:gd name="connsiteX7" fmla="*/ 88820 w 361674"/>
                <a:gd name="connsiteY7" fmla="*/ 289833 h 361333"/>
                <a:gd name="connsiteX8" fmla="*/ 82430 w 361674"/>
                <a:gd name="connsiteY8" fmla="*/ 283449 h 361333"/>
                <a:gd name="connsiteX9" fmla="*/ 82430 w 361674"/>
                <a:gd name="connsiteY9" fmla="*/ 171729 h 361333"/>
                <a:gd name="connsiteX10" fmla="*/ 72206 w 361674"/>
                <a:gd name="connsiteY10" fmla="*/ 142363 h 361333"/>
                <a:gd name="connsiteX11" fmla="*/ 76040 w 361674"/>
                <a:gd name="connsiteY11" fmla="*/ 134064 h 361333"/>
                <a:gd name="connsiteX12" fmla="*/ 254959 w 361674"/>
                <a:gd name="connsiteY12" fmla="*/ 72778 h 361333"/>
                <a:gd name="connsiteX13" fmla="*/ 260070 w 361674"/>
                <a:gd name="connsiteY13" fmla="*/ 72778 h 361333"/>
                <a:gd name="connsiteX14" fmla="*/ 263265 w 361674"/>
                <a:gd name="connsiteY14" fmla="*/ 76608 h 361333"/>
                <a:gd name="connsiteX15" fmla="*/ 273489 w 361674"/>
                <a:gd name="connsiteY15" fmla="*/ 107251 h 361333"/>
                <a:gd name="connsiteX16" fmla="*/ 269655 w 361674"/>
                <a:gd name="connsiteY16" fmla="*/ 115550 h 361333"/>
                <a:gd name="connsiteX17" fmla="*/ 253042 w 361674"/>
                <a:gd name="connsiteY17" fmla="*/ 121296 h 361333"/>
                <a:gd name="connsiteX18" fmla="*/ 251125 w 361674"/>
                <a:gd name="connsiteY18" fmla="*/ 121934 h 361333"/>
                <a:gd name="connsiteX19" fmla="*/ 199366 w 361674"/>
                <a:gd name="connsiteY19" fmla="*/ 139809 h 361333"/>
                <a:gd name="connsiteX20" fmla="*/ 198088 w 361674"/>
                <a:gd name="connsiteY20" fmla="*/ 140448 h 361333"/>
                <a:gd name="connsiteX21" fmla="*/ 145052 w 361674"/>
                <a:gd name="connsiteY21" fmla="*/ 158323 h 361333"/>
                <a:gd name="connsiteX22" fmla="*/ 144413 w 361674"/>
                <a:gd name="connsiteY22" fmla="*/ 158323 h 361333"/>
                <a:gd name="connsiteX23" fmla="*/ 127799 w 361674"/>
                <a:gd name="connsiteY23" fmla="*/ 164068 h 361333"/>
                <a:gd name="connsiteX24" fmla="*/ 283074 w 361674"/>
                <a:gd name="connsiteY24" fmla="*/ 164068 h 361333"/>
                <a:gd name="connsiteX25" fmla="*/ 289464 w 361674"/>
                <a:gd name="connsiteY25" fmla="*/ 170452 h 361333"/>
                <a:gd name="connsiteX26" fmla="*/ 289464 w 361674"/>
                <a:gd name="connsiteY26" fmla="*/ 28344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1674" h="361333">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2309" y="81077"/>
                    <a:pt x="281157" y="0"/>
                    <a:pt x="180835" y="0"/>
                  </a:cubicBezTo>
                  <a:close/>
                  <a:moveTo>
                    <a:pt x="289464" y="283449"/>
                  </a:moveTo>
                  <a:cubicBezTo>
                    <a:pt x="289464" y="287279"/>
                    <a:pt x="286908" y="289833"/>
                    <a:pt x="283074" y="289833"/>
                  </a:cubicBezTo>
                  <a:lnTo>
                    <a:pt x="88820" y="289833"/>
                  </a:lnTo>
                  <a:cubicBezTo>
                    <a:pt x="84986" y="289833"/>
                    <a:pt x="82430" y="287279"/>
                    <a:pt x="82430" y="283449"/>
                  </a:cubicBezTo>
                  <a:lnTo>
                    <a:pt x="82430" y="171729"/>
                  </a:lnTo>
                  <a:lnTo>
                    <a:pt x="72206" y="142363"/>
                  </a:lnTo>
                  <a:cubicBezTo>
                    <a:pt x="70928" y="139171"/>
                    <a:pt x="72845" y="135341"/>
                    <a:pt x="76040" y="134064"/>
                  </a:cubicBezTo>
                  <a:lnTo>
                    <a:pt x="254959" y="72778"/>
                  </a:lnTo>
                  <a:cubicBezTo>
                    <a:pt x="256875" y="72139"/>
                    <a:pt x="258154" y="72139"/>
                    <a:pt x="260070" y="72778"/>
                  </a:cubicBezTo>
                  <a:cubicBezTo>
                    <a:pt x="261348" y="73416"/>
                    <a:pt x="262626" y="74693"/>
                    <a:pt x="263265" y="76608"/>
                  </a:cubicBezTo>
                  <a:lnTo>
                    <a:pt x="273489" y="107251"/>
                  </a:lnTo>
                  <a:cubicBezTo>
                    <a:pt x="274767" y="110443"/>
                    <a:pt x="272850" y="114273"/>
                    <a:pt x="269655" y="115550"/>
                  </a:cubicBezTo>
                  <a:lnTo>
                    <a:pt x="253042" y="121296"/>
                  </a:lnTo>
                  <a:cubicBezTo>
                    <a:pt x="252403" y="121934"/>
                    <a:pt x="251764" y="121934"/>
                    <a:pt x="251125" y="121934"/>
                  </a:cubicBezTo>
                  <a:lnTo>
                    <a:pt x="199366" y="139809"/>
                  </a:lnTo>
                  <a:cubicBezTo>
                    <a:pt x="198727" y="139809"/>
                    <a:pt x="198727" y="140448"/>
                    <a:pt x="198088" y="140448"/>
                  </a:cubicBezTo>
                  <a:lnTo>
                    <a:pt x="145052" y="158323"/>
                  </a:lnTo>
                  <a:lnTo>
                    <a:pt x="144413" y="158323"/>
                  </a:lnTo>
                  <a:lnTo>
                    <a:pt x="127799" y="164068"/>
                  </a:lnTo>
                  <a:lnTo>
                    <a:pt x="283074" y="164068"/>
                  </a:lnTo>
                  <a:cubicBezTo>
                    <a:pt x="286908" y="164068"/>
                    <a:pt x="289464" y="166622"/>
                    <a:pt x="289464" y="170452"/>
                  </a:cubicBezTo>
                  <a:lnTo>
                    <a:pt x="289464" y="283449"/>
                  </a:lnTo>
                  <a:close/>
                </a:path>
              </a:pathLst>
            </a:custGeom>
            <a:solidFill>
              <a:srgbClr val="007680"/>
            </a:solidFill>
            <a:ln w="6390" cap="flat">
              <a:noFill/>
              <a:prstDash val="solid"/>
              <a:miter/>
            </a:ln>
          </p:spPr>
          <p:txBody>
            <a:bodyPr rtlCol="0" anchor="ctr"/>
            <a:lstStyle/>
            <a:p>
              <a:endParaRPr lang="en-US"/>
            </a:p>
          </p:txBody>
        </p:sp>
        <p:sp>
          <p:nvSpPr>
            <p:cNvPr id="789" name="Graphic 4">
              <a:extLst>
                <a:ext uri="{FF2B5EF4-FFF2-40B4-BE49-F238E27FC236}">
                  <a16:creationId xmlns:a16="http://schemas.microsoft.com/office/drawing/2014/main" id="{AEBDC286-BB21-E94C-831A-98964682328C}"/>
                </a:ext>
              </a:extLst>
            </p:cNvPr>
            <p:cNvSpPr/>
            <p:nvPr/>
          </p:nvSpPr>
          <p:spPr>
            <a:xfrm>
              <a:off x="1131018" y="4394895"/>
              <a:ext cx="34505" cy="22343"/>
            </a:xfrm>
            <a:custGeom>
              <a:avLst/>
              <a:gdLst>
                <a:gd name="connsiteX0" fmla="*/ 24921 w 34505"/>
                <a:gd name="connsiteY0" fmla="*/ 22344 h 22343"/>
                <a:gd name="connsiteX1" fmla="*/ 34506 w 34505"/>
                <a:gd name="connsiteY1" fmla="*/ 18514 h 22343"/>
                <a:gd name="connsiteX2" fmla="*/ 28116 w 34505"/>
                <a:gd name="connsiteY2" fmla="*/ 0 h 22343"/>
                <a:gd name="connsiteX3" fmla="*/ 0 w 34505"/>
                <a:gd name="connsiteY3" fmla="*/ 10215 h 22343"/>
              </a:gdLst>
              <a:ahLst/>
              <a:cxnLst>
                <a:cxn ang="0">
                  <a:pos x="connsiteX0" y="connsiteY0"/>
                </a:cxn>
                <a:cxn ang="0">
                  <a:pos x="connsiteX1" y="connsiteY1"/>
                </a:cxn>
                <a:cxn ang="0">
                  <a:pos x="connsiteX2" y="connsiteY2"/>
                </a:cxn>
                <a:cxn ang="0">
                  <a:pos x="connsiteX3" y="connsiteY3"/>
                </a:cxn>
              </a:cxnLst>
              <a:rect l="l" t="t" r="r" b="b"/>
              <a:pathLst>
                <a:path w="34505" h="22343">
                  <a:moveTo>
                    <a:pt x="24921" y="22344"/>
                  </a:moveTo>
                  <a:lnTo>
                    <a:pt x="34506" y="18514"/>
                  </a:lnTo>
                  <a:lnTo>
                    <a:pt x="28116" y="0"/>
                  </a:lnTo>
                  <a:lnTo>
                    <a:pt x="0" y="10215"/>
                  </a:lnTo>
                  <a:close/>
                </a:path>
              </a:pathLst>
            </a:custGeom>
            <a:solidFill>
              <a:srgbClr val="007680"/>
            </a:solidFill>
            <a:ln w="6390" cap="flat">
              <a:noFill/>
              <a:prstDash val="solid"/>
              <a:miter/>
            </a:ln>
          </p:spPr>
          <p:txBody>
            <a:bodyPr rtlCol="0" anchor="ctr"/>
            <a:lstStyle/>
            <a:p>
              <a:endParaRPr lang="en-US"/>
            </a:p>
          </p:txBody>
        </p:sp>
      </p:grpSp>
      <p:grpSp>
        <p:nvGrpSpPr>
          <p:cNvPr id="790" name="Graphic 4">
            <a:extLst>
              <a:ext uri="{FF2B5EF4-FFF2-40B4-BE49-F238E27FC236}">
                <a16:creationId xmlns:a16="http://schemas.microsoft.com/office/drawing/2014/main" id="{69020A3D-139A-4E43-A349-358659833D1E}"/>
              </a:ext>
            </a:extLst>
          </p:cNvPr>
          <p:cNvGrpSpPr/>
          <p:nvPr/>
        </p:nvGrpSpPr>
        <p:grpSpPr>
          <a:xfrm>
            <a:off x="10324860" y="2371173"/>
            <a:ext cx="361674" cy="361333"/>
            <a:chOff x="10324860" y="2371173"/>
            <a:chExt cx="361674" cy="361333"/>
          </a:xfrm>
          <a:solidFill>
            <a:srgbClr val="00ABAB"/>
          </a:solidFill>
        </p:grpSpPr>
        <p:sp>
          <p:nvSpPr>
            <p:cNvPr id="791" name="Graphic 4">
              <a:extLst>
                <a:ext uri="{FF2B5EF4-FFF2-40B4-BE49-F238E27FC236}">
                  <a16:creationId xmlns:a16="http://schemas.microsoft.com/office/drawing/2014/main" id="{06656724-08D3-0E40-8794-B1D169D4FAE5}"/>
                </a:ext>
              </a:extLst>
            </p:cNvPr>
            <p:cNvSpPr/>
            <p:nvPr/>
          </p:nvSpPr>
          <p:spPr>
            <a:xfrm>
              <a:off x="10400261" y="2511621"/>
              <a:ext cx="211506" cy="128318"/>
            </a:xfrm>
            <a:custGeom>
              <a:avLst/>
              <a:gdLst>
                <a:gd name="connsiteX0" fmla="*/ 181474 w 211506"/>
                <a:gd name="connsiteY0" fmla="*/ 0 h 128318"/>
                <a:gd name="connsiteX1" fmla="*/ 30033 w 211506"/>
                <a:gd name="connsiteY1" fmla="*/ 0 h 128318"/>
                <a:gd name="connsiteX2" fmla="*/ 0 w 211506"/>
                <a:gd name="connsiteY2" fmla="*/ 30005 h 128318"/>
                <a:gd name="connsiteX3" fmla="*/ 0 w 211506"/>
                <a:gd name="connsiteY3" fmla="*/ 98313 h 128318"/>
                <a:gd name="connsiteX4" fmla="*/ 30033 w 211506"/>
                <a:gd name="connsiteY4" fmla="*/ 128318 h 128318"/>
                <a:gd name="connsiteX5" fmla="*/ 181474 w 211506"/>
                <a:gd name="connsiteY5" fmla="*/ 128318 h 128318"/>
                <a:gd name="connsiteX6" fmla="*/ 211507 w 211506"/>
                <a:gd name="connsiteY6" fmla="*/ 98313 h 128318"/>
                <a:gd name="connsiteX7" fmla="*/ 211507 w 211506"/>
                <a:gd name="connsiteY7" fmla="*/ 30005 h 128318"/>
                <a:gd name="connsiteX8" fmla="*/ 181474 w 211506"/>
                <a:gd name="connsiteY8" fmla="*/ 0 h 128318"/>
                <a:gd name="connsiteX9" fmla="*/ 64538 w 211506"/>
                <a:gd name="connsiteY9" fmla="*/ 102144 h 128318"/>
                <a:gd name="connsiteX10" fmla="*/ 26838 w 211506"/>
                <a:gd name="connsiteY10" fmla="*/ 64478 h 128318"/>
                <a:gd name="connsiteX11" fmla="*/ 64538 w 211506"/>
                <a:gd name="connsiteY11" fmla="*/ 26813 h 128318"/>
                <a:gd name="connsiteX12" fmla="*/ 102239 w 211506"/>
                <a:gd name="connsiteY12" fmla="*/ 64478 h 128318"/>
                <a:gd name="connsiteX13" fmla="*/ 64538 w 211506"/>
                <a:gd name="connsiteY13" fmla="*/ 102144 h 128318"/>
                <a:gd name="connsiteX14" fmla="*/ 178918 w 211506"/>
                <a:gd name="connsiteY14" fmla="*/ 102144 h 128318"/>
                <a:gd name="connsiteX15" fmla="*/ 127799 w 211506"/>
                <a:gd name="connsiteY15" fmla="*/ 102144 h 128318"/>
                <a:gd name="connsiteX16" fmla="*/ 121409 w 211506"/>
                <a:gd name="connsiteY16" fmla="*/ 95760 h 128318"/>
                <a:gd name="connsiteX17" fmla="*/ 127799 w 211506"/>
                <a:gd name="connsiteY17" fmla="*/ 89376 h 128318"/>
                <a:gd name="connsiteX18" fmla="*/ 178918 w 211506"/>
                <a:gd name="connsiteY18" fmla="*/ 89376 h 128318"/>
                <a:gd name="connsiteX19" fmla="*/ 185308 w 211506"/>
                <a:gd name="connsiteY19" fmla="*/ 95760 h 128318"/>
                <a:gd name="connsiteX20" fmla="*/ 178918 w 211506"/>
                <a:gd name="connsiteY20" fmla="*/ 102144 h 128318"/>
                <a:gd name="connsiteX21" fmla="*/ 178918 w 211506"/>
                <a:gd name="connsiteY21" fmla="*/ 70862 h 128318"/>
                <a:gd name="connsiteX22" fmla="*/ 127799 w 211506"/>
                <a:gd name="connsiteY22" fmla="*/ 70862 h 128318"/>
                <a:gd name="connsiteX23" fmla="*/ 121409 w 211506"/>
                <a:gd name="connsiteY23" fmla="*/ 64478 h 128318"/>
                <a:gd name="connsiteX24" fmla="*/ 127799 w 211506"/>
                <a:gd name="connsiteY24" fmla="*/ 58094 h 128318"/>
                <a:gd name="connsiteX25" fmla="*/ 178918 w 211506"/>
                <a:gd name="connsiteY25" fmla="*/ 58094 h 128318"/>
                <a:gd name="connsiteX26" fmla="*/ 185308 w 211506"/>
                <a:gd name="connsiteY26" fmla="*/ 64478 h 128318"/>
                <a:gd name="connsiteX27" fmla="*/ 178918 w 211506"/>
                <a:gd name="connsiteY27" fmla="*/ 70862 h 128318"/>
                <a:gd name="connsiteX28" fmla="*/ 178918 w 211506"/>
                <a:gd name="connsiteY28" fmla="*/ 39581 h 128318"/>
                <a:gd name="connsiteX29" fmla="*/ 127799 w 211506"/>
                <a:gd name="connsiteY29" fmla="*/ 39581 h 128318"/>
                <a:gd name="connsiteX30" fmla="*/ 121409 w 211506"/>
                <a:gd name="connsiteY30" fmla="*/ 33197 h 128318"/>
                <a:gd name="connsiteX31" fmla="*/ 127799 w 211506"/>
                <a:gd name="connsiteY31" fmla="*/ 26813 h 128318"/>
                <a:gd name="connsiteX32" fmla="*/ 178918 w 211506"/>
                <a:gd name="connsiteY32" fmla="*/ 26813 h 128318"/>
                <a:gd name="connsiteX33" fmla="*/ 185308 w 211506"/>
                <a:gd name="connsiteY33" fmla="*/ 33197 h 128318"/>
                <a:gd name="connsiteX34" fmla="*/ 178918 w 211506"/>
                <a:gd name="connsiteY34" fmla="*/ 39581 h 128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11506" h="128318">
                  <a:moveTo>
                    <a:pt x="181474" y="0"/>
                  </a:moveTo>
                  <a:lnTo>
                    <a:pt x="30033" y="0"/>
                  </a:lnTo>
                  <a:cubicBezTo>
                    <a:pt x="13419" y="0"/>
                    <a:pt x="0" y="13406"/>
                    <a:pt x="0" y="30005"/>
                  </a:cubicBezTo>
                  <a:lnTo>
                    <a:pt x="0" y="98313"/>
                  </a:lnTo>
                  <a:cubicBezTo>
                    <a:pt x="0" y="114912"/>
                    <a:pt x="13419" y="128318"/>
                    <a:pt x="30033" y="128318"/>
                  </a:cubicBezTo>
                  <a:lnTo>
                    <a:pt x="181474" y="128318"/>
                  </a:lnTo>
                  <a:cubicBezTo>
                    <a:pt x="198088" y="128318"/>
                    <a:pt x="211507" y="114912"/>
                    <a:pt x="211507" y="98313"/>
                  </a:cubicBezTo>
                  <a:lnTo>
                    <a:pt x="211507" y="30005"/>
                  </a:lnTo>
                  <a:cubicBezTo>
                    <a:pt x="211507" y="12768"/>
                    <a:pt x="198088" y="0"/>
                    <a:pt x="181474" y="0"/>
                  </a:cubicBezTo>
                  <a:close/>
                  <a:moveTo>
                    <a:pt x="64538" y="102144"/>
                  </a:moveTo>
                  <a:cubicBezTo>
                    <a:pt x="43452" y="102144"/>
                    <a:pt x="26838" y="84907"/>
                    <a:pt x="26838" y="64478"/>
                  </a:cubicBezTo>
                  <a:cubicBezTo>
                    <a:pt x="26838" y="43411"/>
                    <a:pt x="44091" y="26813"/>
                    <a:pt x="64538" y="26813"/>
                  </a:cubicBezTo>
                  <a:cubicBezTo>
                    <a:pt x="84986" y="26813"/>
                    <a:pt x="102239" y="44050"/>
                    <a:pt x="102239" y="64478"/>
                  </a:cubicBezTo>
                  <a:cubicBezTo>
                    <a:pt x="102878" y="85546"/>
                    <a:pt x="85625" y="102144"/>
                    <a:pt x="64538" y="102144"/>
                  </a:cubicBezTo>
                  <a:close/>
                  <a:moveTo>
                    <a:pt x="178918" y="102144"/>
                  </a:moveTo>
                  <a:lnTo>
                    <a:pt x="127799" y="102144"/>
                  </a:lnTo>
                  <a:cubicBezTo>
                    <a:pt x="123965" y="102144"/>
                    <a:pt x="121409" y="99590"/>
                    <a:pt x="121409" y="95760"/>
                  </a:cubicBezTo>
                  <a:cubicBezTo>
                    <a:pt x="121409" y="91930"/>
                    <a:pt x="123965" y="89376"/>
                    <a:pt x="127799" y="89376"/>
                  </a:cubicBezTo>
                  <a:lnTo>
                    <a:pt x="178918" y="89376"/>
                  </a:lnTo>
                  <a:cubicBezTo>
                    <a:pt x="182752" y="89376"/>
                    <a:pt x="185308" y="91930"/>
                    <a:pt x="185308" y="95760"/>
                  </a:cubicBezTo>
                  <a:cubicBezTo>
                    <a:pt x="185308" y="99590"/>
                    <a:pt x="182113" y="102144"/>
                    <a:pt x="178918" y="102144"/>
                  </a:cubicBezTo>
                  <a:close/>
                  <a:moveTo>
                    <a:pt x="178918" y="70862"/>
                  </a:moveTo>
                  <a:lnTo>
                    <a:pt x="127799" y="70862"/>
                  </a:lnTo>
                  <a:cubicBezTo>
                    <a:pt x="123965" y="70862"/>
                    <a:pt x="121409" y="68309"/>
                    <a:pt x="121409" y="64478"/>
                  </a:cubicBezTo>
                  <a:cubicBezTo>
                    <a:pt x="121409" y="60648"/>
                    <a:pt x="123965" y="58094"/>
                    <a:pt x="127799" y="58094"/>
                  </a:cubicBezTo>
                  <a:lnTo>
                    <a:pt x="178918" y="58094"/>
                  </a:lnTo>
                  <a:cubicBezTo>
                    <a:pt x="182752" y="58094"/>
                    <a:pt x="185308" y="60648"/>
                    <a:pt x="185308" y="64478"/>
                  </a:cubicBezTo>
                  <a:cubicBezTo>
                    <a:pt x="185308" y="68309"/>
                    <a:pt x="182113" y="70862"/>
                    <a:pt x="178918" y="70862"/>
                  </a:cubicBezTo>
                  <a:close/>
                  <a:moveTo>
                    <a:pt x="178918" y="39581"/>
                  </a:moveTo>
                  <a:lnTo>
                    <a:pt x="127799" y="39581"/>
                  </a:lnTo>
                  <a:cubicBezTo>
                    <a:pt x="123965" y="39581"/>
                    <a:pt x="121409" y="37027"/>
                    <a:pt x="121409" y="33197"/>
                  </a:cubicBezTo>
                  <a:cubicBezTo>
                    <a:pt x="121409" y="29366"/>
                    <a:pt x="123965" y="26813"/>
                    <a:pt x="127799" y="26813"/>
                  </a:cubicBezTo>
                  <a:lnTo>
                    <a:pt x="178918" y="26813"/>
                  </a:lnTo>
                  <a:cubicBezTo>
                    <a:pt x="182752" y="26813"/>
                    <a:pt x="185308" y="29366"/>
                    <a:pt x="185308" y="33197"/>
                  </a:cubicBezTo>
                  <a:cubicBezTo>
                    <a:pt x="185308" y="37027"/>
                    <a:pt x="182113" y="39581"/>
                    <a:pt x="178918" y="39581"/>
                  </a:cubicBezTo>
                  <a:close/>
                </a:path>
              </a:pathLst>
            </a:custGeom>
            <a:solidFill>
              <a:srgbClr val="00ABAB"/>
            </a:solidFill>
            <a:ln w="6390" cap="flat">
              <a:noFill/>
              <a:prstDash val="solid"/>
              <a:miter/>
            </a:ln>
          </p:spPr>
          <p:txBody>
            <a:bodyPr rtlCol="0" anchor="ctr"/>
            <a:lstStyle/>
            <a:p>
              <a:endParaRPr lang="en-US"/>
            </a:p>
          </p:txBody>
        </p:sp>
        <p:sp>
          <p:nvSpPr>
            <p:cNvPr id="792" name="Graphic 4">
              <a:extLst>
                <a:ext uri="{FF2B5EF4-FFF2-40B4-BE49-F238E27FC236}">
                  <a16:creationId xmlns:a16="http://schemas.microsoft.com/office/drawing/2014/main" id="{0937A3D5-6FDA-3741-B871-8A5B0D3DEC4F}"/>
                </a:ext>
              </a:extLst>
            </p:cNvPr>
            <p:cNvSpPr/>
            <p:nvPr/>
          </p:nvSpPr>
          <p:spPr>
            <a:xfrm>
              <a:off x="10439879" y="2551201"/>
              <a:ext cx="49866" cy="49794"/>
            </a:xfrm>
            <a:custGeom>
              <a:avLst/>
              <a:gdLst>
                <a:gd name="connsiteX0" fmla="*/ 24920 w 49866"/>
                <a:gd name="connsiteY0" fmla="*/ 0 h 49794"/>
                <a:gd name="connsiteX1" fmla="*/ 0 w 49866"/>
                <a:gd name="connsiteY1" fmla="*/ 24897 h 49794"/>
                <a:gd name="connsiteX2" fmla="*/ 24920 w 49866"/>
                <a:gd name="connsiteY2" fmla="*/ 49795 h 49794"/>
                <a:gd name="connsiteX3" fmla="*/ 49841 w 49866"/>
                <a:gd name="connsiteY3" fmla="*/ 24897 h 49794"/>
                <a:gd name="connsiteX4" fmla="*/ 24920 w 49866"/>
                <a:gd name="connsiteY4" fmla="*/ 0 h 497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866" h="49794">
                  <a:moveTo>
                    <a:pt x="24920" y="0"/>
                  </a:moveTo>
                  <a:cubicBezTo>
                    <a:pt x="10863" y="0"/>
                    <a:pt x="0" y="11491"/>
                    <a:pt x="0" y="24897"/>
                  </a:cubicBezTo>
                  <a:cubicBezTo>
                    <a:pt x="0" y="38942"/>
                    <a:pt x="11501" y="49795"/>
                    <a:pt x="24920" y="49795"/>
                  </a:cubicBezTo>
                  <a:cubicBezTo>
                    <a:pt x="38340" y="49795"/>
                    <a:pt x="49841" y="38304"/>
                    <a:pt x="49841" y="24897"/>
                  </a:cubicBezTo>
                  <a:cubicBezTo>
                    <a:pt x="50480" y="10853"/>
                    <a:pt x="38978" y="0"/>
                    <a:pt x="24920" y="0"/>
                  </a:cubicBezTo>
                  <a:close/>
                </a:path>
              </a:pathLst>
            </a:custGeom>
            <a:solidFill>
              <a:srgbClr val="00ABAB"/>
            </a:solidFill>
            <a:ln w="6390" cap="flat">
              <a:noFill/>
              <a:prstDash val="solid"/>
              <a:miter/>
            </a:ln>
          </p:spPr>
          <p:txBody>
            <a:bodyPr rtlCol="0" anchor="ctr"/>
            <a:lstStyle/>
            <a:p>
              <a:endParaRPr lang="en-US"/>
            </a:p>
          </p:txBody>
        </p:sp>
        <p:sp>
          <p:nvSpPr>
            <p:cNvPr id="793" name="Graphic 4">
              <a:extLst>
                <a:ext uri="{FF2B5EF4-FFF2-40B4-BE49-F238E27FC236}">
                  <a16:creationId xmlns:a16="http://schemas.microsoft.com/office/drawing/2014/main" id="{E575ADBA-33B2-EB4E-86B8-F9170F7096E6}"/>
                </a:ext>
              </a:extLst>
            </p:cNvPr>
            <p:cNvSpPr/>
            <p:nvPr/>
          </p:nvSpPr>
          <p:spPr>
            <a:xfrm>
              <a:off x="10324860" y="237117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99687 w 361674"/>
                <a:gd name="connsiteY5" fmla="*/ 238123 h 361333"/>
                <a:gd name="connsiteX6" fmla="*/ 256875 w 361674"/>
                <a:gd name="connsiteY6" fmla="*/ 280895 h 361333"/>
                <a:gd name="connsiteX7" fmla="*/ 105434 w 361674"/>
                <a:gd name="connsiteY7" fmla="*/ 280895 h 361333"/>
                <a:gd name="connsiteX8" fmla="*/ 62621 w 361674"/>
                <a:gd name="connsiteY8" fmla="*/ 238123 h 361333"/>
                <a:gd name="connsiteX9" fmla="*/ 62621 w 361674"/>
                <a:gd name="connsiteY9" fmla="*/ 169814 h 361333"/>
                <a:gd name="connsiteX10" fmla="*/ 105434 w 361674"/>
                <a:gd name="connsiteY10" fmla="*/ 127041 h 361333"/>
                <a:gd name="connsiteX11" fmla="*/ 205756 w 361674"/>
                <a:gd name="connsiteY11" fmla="*/ 127041 h 361333"/>
                <a:gd name="connsiteX12" fmla="*/ 103517 w 361674"/>
                <a:gd name="connsiteY12" fmla="*/ 103421 h 361333"/>
                <a:gd name="connsiteX13" fmla="*/ 103517 w 361674"/>
                <a:gd name="connsiteY13" fmla="*/ 104697 h 361333"/>
                <a:gd name="connsiteX14" fmla="*/ 97127 w 361674"/>
                <a:gd name="connsiteY14" fmla="*/ 109805 h 361333"/>
                <a:gd name="connsiteX15" fmla="*/ 95849 w 361674"/>
                <a:gd name="connsiteY15" fmla="*/ 109805 h 361333"/>
                <a:gd name="connsiteX16" fmla="*/ 91376 w 361674"/>
                <a:gd name="connsiteY16" fmla="*/ 102144 h 361333"/>
                <a:gd name="connsiteX17" fmla="*/ 95209 w 361674"/>
                <a:gd name="connsiteY17" fmla="*/ 86184 h 361333"/>
                <a:gd name="connsiteX18" fmla="*/ 102878 w 361674"/>
                <a:gd name="connsiteY18" fmla="*/ 81715 h 361333"/>
                <a:gd name="connsiteX19" fmla="*/ 107350 w 361674"/>
                <a:gd name="connsiteY19" fmla="*/ 89376 h 361333"/>
                <a:gd name="connsiteX20" fmla="*/ 106712 w 361674"/>
                <a:gd name="connsiteY20" fmla="*/ 91930 h 361333"/>
                <a:gd name="connsiteX21" fmla="*/ 268377 w 361674"/>
                <a:gd name="connsiteY21" fmla="*/ 129595 h 361333"/>
                <a:gd name="connsiteX22" fmla="*/ 269016 w 361674"/>
                <a:gd name="connsiteY22" fmla="*/ 130233 h 361333"/>
                <a:gd name="connsiteX23" fmla="*/ 299049 w 361674"/>
                <a:gd name="connsiteY23" fmla="*/ 171091 h 361333"/>
                <a:gd name="connsiteX24" fmla="*/ 299687 w 361674"/>
                <a:gd name="connsiteY24" fmla="*/ 238123 h 361333"/>
                <a:gd name="connsiteX25" fmla="*/ 299687 w 361674"/>
                <a:gd name="connsiteY25" fmla="*/ 23812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1674"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09" y="81077"/>
                    <a:pt x="281157" y="0"/>
                    <a:pt x="180835" y="0"/>
                  </a:cubicBezTo>
                  <a:close/>
                  <a:moveTo>
                    <a:pt x="299687" y="238123"/>
                  </a:moveTo>
                  <a:cubicBezTo>
                    <a:pt x="299687" y="261743"/>
                    <a:pt x="280518" y="280895"/>
                    <a:pt x="256875" y="280895"/>
                  </a:cubicBezTo>
                  <a:lnTo>
                    <a:pt x="105434" y="280895"/>
                  </a:lnTo>
                  <a:cubicBezTo>
                    <a:pt x="81791" y="280895"/>
                    <a:pt x="62621" y="261743"/>
                    <a:pt x="62621" y="238123"/>
                  </a:cubicBezTo>
                  <a:lnTo>
                    <a:pt x="62621" y="169814"/>
                  </a:lnTo>
                  <a:cubicBezTo>
                    <a:pt x="62621" y="146193"/>
                    <a:pt x="81791" y="127041"/>
                    <a:pt x="105434" y="127041"/>
                  </a:cubicBezTo>
                  <a:lnTo>
                    <a:pt x="205756" y="127041"/>
                  </a:lnTo>
                  <a:lnTo>
                    <a:pt x="103517" y="103421"/>
                  </a:lnTo>
                  <a:lnTo>
                    <a:pt x="103517" y="104697"/>
                  </a:lnTo>
                  <a:cubicBezTo>
                    <a:pt x="102878" y="107889"/>
                    <a:pt x="100322" y="109805"/>
                    <a:pt x="97127" y="109805"/>
                  </a:cubicBezTo>
                  <a:cubicBezTo>
                    <a:pt x="96488" y="109805"/>
                    <a:pt x="95849" y="109805"/>
                    <a:pt x="95849" y="109805"/>
                  </a:cubicBezTo>
                  <a:cubicBezTo>
                    <a:pt x="92654" y="109166"/>
                    <a:pt x="90098" y="105336"/>
                    <a:pt x="91376" y="102144"/>
                  </a:cubicBezTo>
                  <a:lnTo>
                    <a:pt x="95209" y="86184"/>
                  </a:lnTo>
                  <a:cubicBezTo>
                    <a:pt x="95849" y="82992"/>
                    <a:pt x="99683" y="80438"/>
                    <a:pt x="102878" y="81715"/>
                  </a:cubicBezTo>
                  <a:cubicBezTo>
                    <a:pt x="106073" y="82354"/>
                    <a:pt x="108629" y="86184"/>
                    <a:pt x="107350" y="89376"/>
                  </a:cubicBezTo>
                  <a:lnTo>
                    <a:pt x="106712" y="91930"/>
                  </a:lnTo>
                  <a:lnTo>
                    <a:pt x="268377" y="129595"/>
                  </a:lnTo>
                  <a:cubicBezTo>
                    <a:pt x="268377" y="129595"/>
                    <a:pt x="269016" y="129595"/>
                    <a:pt x="269016" y="130233"/>
                  </a:cubicBezTo>
                  <a:cubicBezTo>
                    <a:pt x="286269" y="135341"/>
                    <a:pt x="299049" y="151939"/>
                    <a:pt x="299049" y="171091"/>
                  </a:cubicBezTo>
                  <a:lnTo>
                    <a:pt x="299687" y="238123"/>
                  </a:lnTo>
                  <a:lnTo>
                    <a:pt x="299687" y="238123"/>
                  </a:lnTo>
                  <a:close/>
                </a:path>
              </a:pathLst>
            </a:custGeom>
            <a:solidFill>
              <a:srgbClr val="00ABAB"/>
            </a:solidFill>
            <a:ln w="6390" cap="flat">
              <a:noFill/>
              <a:prstDash val="solid"/>
              <a:miter/>
            </a:ln>
          </p:spPr>
          <p:txBody>
            <a:bodyPr rtlCol="0" anchor="ctr"/>
            <a:lstStyle/>
            <a:p>
              <a:endParaRPr lang="en-US"/>
            </a:p>
          </p:txBody>
        </p:sp>
      </p:grpSp>
      <p:grpSp>
        <p:nvGrpSpPr>
          <p:cNvPr id="794" name="Graphic 4">
            <a:extLst>
              <a:ext uri="{FF2B5EF4-FFF2-40B4-BE49-F238E27FC236}">
                <a16:creationId xmlns:a16="http://schemas.microsoft.com/office/drawing/2014/main" id="{2A69C5F0-28E8-F44A-AD11-1D3F9B546FBA}"/>
              </a:ext>
            </a:extLst>
          </p:cNvPr>
          <p:cNvGrpSpPr/>
          <p:nvPr/>
        </p:nvGrpSpPr>
        <p:grpSpPr>
          <a:xfrm>
            <a:off x="9279466" y="3824168"/>
            <a:ext cx="361671" cy="361333"/>
            <a:chOff x="9279466" y="3824168"/>
            <a:chExt cx="361671" cy="361333"/>
          </a:xfrm>
          <a:solidFill>
            <a:srgbClr val="00ABAB"/>
          </a:solidFill>
        </p:grpSpPr>
        <p:sp>
          <p:nvSpPr>
            <p:cNvPr id="795" name="Graphic 4">
              <a:extLst>
                <a:ext uri="{FF2B5EF4-FFF2-40B4-BE49-F238E27FC236}">
                  <a16:creationId xmlns:a16="http://schemas.microsoft.com/office/drawing/2014/main" id="{DE556795-B6A8-BB4B-9EE5-D9810C5449C3}"/>
                </a:ext>
              </a:extLst>
            </p:cNvPr>
            <p:cNvSpPr/>
            <p:nvPr/>
          </p:nvSpPr>
          <p:spPr>
            <a:xfrm>
              <a:off x="9279466" y="3824168"/>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210868 w 361671"/>
                <a:gd name="connsiteY5" fmla="*/ 224078 h 361333"/>
                <a:gd name="connsiteX6" fmla="*/ 204478 w 361671"/>
                <a:gd name="connsiteY6" fmla="*/ 258551 h 361333"/>
                <a:gd name="connsiteX7" fmla="*/ 189143 w 361671"/>
                <a:gd name="connsiteY7" fmla="*/ 293663 h 361333"/>
                <a:gd name="connsiteX8" fmla="*/ 173168 w 361671"/>
                <a:gd name="connsiteY8" fmla="*/ 293663 h 361333"/>
                <a:gd name="connsiteX9" fmla="*/ 157832 w 361671"/>
                <a:gd name="connsiteY9" fmla="*/ 258551 h 361333"/>
                <a:gd name="connsiteX10" fmla="*/ 151442 w 361671"/>
                <a:gd name="connsiteY10" fmla="*/ 224078 h 361333"/>
                <a:gd name="connsiteX11" fmla="*/ 151442 w 361671"/>
                <a:gd name="connsiteY11" fmla="*/ 200457 h 361333"/>
                <a:gd name="connsiteX12" fmla="*/ 165500 w 361671"/>
                <a:gd name="connsiteY12" fmla="*/ 186412 h 361333"/>
                <a:gd name="connsiteX13" fmla="*/ 196810 w 361671"/>
                <a:gd name="connsiteY13" fmla="*/ 186412 h 361333"/>
                <a:gd name="connsiteX14" fmla="*/ 210868 w 361671"/>
                <a:gd name="connsiteY14" fmla="*/ 200457 h 361333"/>
                <a:gd name="connsiteX15" fmla="*/ 210868 w 361671"/>
                <a:gd name="connsiteY15" fmla="*/ 224078 h 361333"/>
                <a:gd name="connsiteX16" fmla="*/ 210868 w 361671"/>
                <a:gd name="connsiteY16" fmla="*/ 224078 h 361333"/>
                <a:gd name="connsiteX17" fmla="*/ 158471 w 361671"/>
                <a:gd name="connsiteY17" fmla="*/ 153854 h 361333"/>
                <a:gd name="connsiteX18" fmla="*/ 180836 w 361671"/>
                <a:gd name="connsiteY18" fmla="*/ 131510 h 361333"/>
                <a:gd name="connsiteX19" fmla="*/ 203200 w 361671"/>
                <a:gd name="connsiteY19" fmla="*/ 153854 h 361333"/>
                <a:gd name="connsiteX20" fmla="*/ 180836 w 361671"/>
                <a:gd name="connsiteY20" fmla="*/ 176198 h 361333"/>
                <a:gd name="connsiteX21" fmla="*/ 158471 w 361671"/>
                <a:gd name="connsiteY21" fmla="*/ 153854 h 361333"/>
                <a:gd name="connsiteX22" fmla="*/ 235789 w 361671"/>
                <a:gd name="connsiteY22" fmla="*/ 247060 h 361333"/>
                <a:gd name="connsiteX23" fmla="*/ 231316 w 361671"/>
                <a:gd name="connsiteY23" fmla="*/ 245145 h 361333"/>
                <a:gd name="connsiteX24" fmla="*/ 231316 w 361671"/>
                <a:gd name="connsiteY24" fmla="*/ 236207 h 361333"/>
                <a:gd name="connsiteX25" fmla="*/ 253042 w 361671"/>
                <a:gd name="connsiteY25" fmla="*/ 184497 h 361333"/>
                <a:gd name="connsiteX26" fmla="*/ 180836 w 361671"/>
                <a:gd name="connsiteY26" fmla="*/ 112358 h 361333"/>
                <a:gd name="connsiteX27" fmla="*/ 108629 w 361671"/>
                <a:gd name="connsiteY27" fmla="*/ 184497 h 361333"/>
                <a:gd name="connsiteX28" fmla="*/ 129077 w 361671"/>
                <a:gd name="connsiteY28" fmla="*/ 234930 h 361333"/>
                <a:gd name="connsiteX29" fmla="*/ 129077 w 361671"/>
                <a:gd name="connsiteY29" fmla="*/ 243868 h 361333"/>
                <a:gd name="connsiteX30" fmla="*/ 120131 w 361671"/>
                <a:gd name="connsiteY30" fmla="*/ 243868 h 361333"/>
                <a:gd name="connsiteX31" fmla="*/ 95849 w 361671"/>
                <a:gd name="connsiteY31" fmla="*/ 184497 h 361333"/>
                <a:gd name="connsiteX32" fmla="*/ 180836 w 361671"/>
                <a:gd name="connsiteY32" fmla="*/ 99590 h 361333"/>
                <a:gd name="connsiteX33" fmla="*/ 265822 w 361671"/>
                <a:gd name="connsiteY33" fmla="*/ 184497 h 361333"/>
                <a:gd name="connsiteX34" fmla="*/ 240262 w 361671"/>
                <a:gd name="connsiteY34" fmla="*/ 245145 h 361333"/>
                <a:gd name="connsiteX35" fmla="*/ 235789 w 361671"/>
                <a:gd name="connsiteY35" fmla="*/ 247060 h 361333"/>
                <a:gd name="connsiteX36" fmla="*/ 261987 w 361671"/>
                <a:gd name="connsiteY36" fmla="*/ 267489 h 361333"/>
                <a:gd name="connsiteX37" fmla="*/ 257515 w 361671"/>
                <a:gd name="connsiteY37" fmla="*/ 269404 h 361333"/>
                <a:gd name="connsiteX38" fmla="*/ 253042 w 361671"/>
                <a:gd name="connsiteY38" fmla="*/ 267489 h 361333"/>
                <a:gd name="connsiteX39" fmla="*/ 253042 w 361671"/>
                <a:gd name="connsiteY39" fmla="*/ 258551 h 361333"/>
                <a:gd name="connsiteX40" fmla="*/ 284352 w 361671"/>
                <a:gd name="connsiteY40" fmla="*/ 184497 h 361333"/>
                <a:gd name="connsiteX41" fmla="*/ 180836 w 361671"/>
                <a:gd name="connsiteY41" fmla="*/ 81076 h 361333"/>
                <a:gd name="connsiteX42" fmla="*/ 77319 w 361671"/>
                <a:gd name="connsiteY42" fmla="*/ 184497 h 361333"/>
                <a:gd name="connsiteX43" fmla="*/ 106712 w 361671"/>
                <a:gd name="connsiteY43" fmla="*/ 256636 h 361333"/>
                <a:gd name="connsiteX44" fmla="*/ 106712 w 361671"/>
                <a:gd name="connsiteY44" fmla="*/ 265574 h 361333"/>
                <a:gd name="connsiteX45" fmla="*/ 97766 w 361671"/>
                <a:gd name="connsiteY45" fmla="*/ 265574 h 361333"/>
                <a:gd name="connsiteX46" fmla="*/ 64539 w 361671"/>
                <a:gd name="connsiteY46" fmla="*/ 184497 h 361333"/>
                <a:gd name="connsiteX47" fmla="*/ 180836 w 361671"/>
                <a:gd name="connsiteY47" fmla="*/ 68308 h 361333"/>
                <a:gd name="connsiteX48" fmla="*/ 297132 w 361671"/>
                <a:gd name="connsiteY48" fmla="*/ 184497 h 361333"/>
                <a:gd name="connsiteX49" fmla="*/ 261987 w 361671"/>
                <a:gd name="connsiteY49" fmla="*/ 26748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1671" h="361333">
                  <a:moveTo>
                    <a:pt x="180836" y="0"/>
                  </a:moveTo>
                  <a:cubicBezTo>
                    <a:pt x="80514" y="0"/>
                    <a:pt x="0" y="81076"/>
                    <a:pt x="0" y="180667"/>
                  </a:cubicBezTo>
                  <a:cubicBezTo>
                    <a:pt x="0" y="280895"/>
                    <a:pt x="81153" y="361333"/>
                    <a:pt x="180836" y="361333"/>
                  </a:cubicBezTo>
                  <a:cubicBezTo>
                    <a:pt x="280518" y="361333"/>
                    <a:pt x="361671" y="280257"/>
                    <a:pt x="361671" y="180667"/>
                  </a:cubicBezTo>
                  <a:cubicBezTo>
                    <a:pt x="361671" y="81076"/>
                    <a:pt x="280518" y="0"/>
                    <a:pt x="180836" y="0"/>
                  </a:cubicBezTo>
                  <a:close/>
                  <a:moveTo>
                    <a:pt x="210868" y="224078"/>
                  </a:moveTo>
                  <a:cubicBezTo>
                    <a:pt x="210868" y="227270"/>
                    <a:pt x="207034" y="246422"/>
                    <a:pt x="204478" y="258551"/>
                  </a:cubicBezTo>
                  <a:cubicBezTo>
                    <a:pt x="197449" y="290471"/>
                    <a:pt x="194893" y="293663"/>
                    <a:pt x="189143" y="293663"/>
                  </a:cubicBezTo>
                  <a:lnTo>
                    <a:pt x="173168" y="293663"/>
                  </a:lnTo>
                  <a:cubicBezTo>
                    <a:pt x="167417" y="293663"/>
                    <a:pt x="164861" y="291109"/>
                    <a:pt x="157832" y="258551"/>
                  </a:cubicBezTo>
                  <a:cubicBezTo>
                    <a:pt x="155276" y="246422"/>
                    <a:pt x="151442" y="227270"/>
                    <a:pt x="151442" y="224078"/>
                  </a:cubicBezTo>
                  <a:lnTo>
                    <a:pt x="151442" y="200457"/>
                  </a:lnTo>
                  <a:cubicBezTo>
                    <a:pt x="151442" y="193435"/>
                    <a:pt x="158471" y="186412"/>
                    <a:pt x="165500" y="186412"/>
                  </a:cubicBezTo>
                  <a:lnTo>
                    <a:pt x="196810" y="186412"/>
                  </a:lnTo>
                  <a:cubicBezTo>
                    <a:pt x="203839" y="186412"/>
                    <a:pt x="210868" y="193435"/>
                    <a:pt x="210868" y="200457"/>
                  </a:cubicBezTo>
                  <a:lnTo>
                    <a:pt x="210868" y="224078"/>
                  </a:lnTo>
                  <a:lnTo>
                    <a:pt x="210868" y="224078"/>
                  </a:lnTo>
                  <a:close/>
                  <a:moveTo>
                    <a:pt x="158471" y="153854"/>
                  </a:moveTo>
                  <a:cubicBezTo>
                    <a:pt x="158471" y="141724"/>
                    <a:pt x="168056" y="131510"/>
                    <a:pt x="180836" y="131510"/>
                  </a:cubicBezTo>
                  <a:cubicBezTo>
                    <a:pt x="192977" y="131510"/>
                    <a:pt x="203200" y="141086"/>
                    <a:pt x="203200" y="153854"/>
                  </a:cubicBezTo>
                  <a:cubicBezTo>
                    <a:pt x="203200" y="165984"/>
                    <a:pt x="193615" y="176198"/>
                    <a:pt x="180836" y="176198"/>
                  </a:cubicBezTo>
                  <a:cubicBezTo>
                    <a:pt x="168695" y="175560"/>
                    <a:pt x="158471" y="165984"/>
                    <a:pt x="158471" y="153854"/>
                  </a:cubicBezTo>
                  <a:close/>
                  <a:moveTo>
                    <a:pt x="235789" y="247060"/>
                  </a:moveTo>
                  <a:cubicBezTo>
                    <a:pt x="233872" y="247060"/>
                    <a:pt x="232594" y="246422"/>
                    <a:pt x="231316" y="245145"/>
                  </a:cubicBezTo>
                  <a:cubicBezTo>
                    <a:pt x="228760" y="242591"/>
                    <a:pt x="228760" y="238761"/>
                    <a:pt x="231316" y="236207"/>
                  </a:cubicBezTo>
                  <a:cubicBezTo>
                    <a:pt x="245374" y="222801"/>
                    <a:pt x="253042" y="204287"/>
                    <a:pt x="253042" y="184497"/>
                  </a:cubicBezTo>
                  <a:cubicBezTo>
                    <a:pt x="253042" y="144916"/>
                    <a:pt x="220453" y="112358"/>
                    <a:pt x="180836" y="112358"/>
                  </a:cubicBezTo>
                  <a:cubicBezTo>
                    <a:pt x="141218" y="112358"/>
                    <a:pt x="108629" y="144916"/>
                    <a:pt x="108629" y="184497"/>
                  </a:cubicBezTo>
                  <a:cubicBezTo>
                    <a:pt x="108629" y="203649"/>
                    <a:pt x="115658" y="221524"/>
                    <a:pt x="129077" y="234930"/>
                  </a:cubicBezTo>
                  <a:cubicBezTo>
                    <a:pt x="131633" y="237484"/>
                    <a:pt x="131633" y="241314"/>
                    <a:pt x="129077" y="243868"/>
                  </a:cubicBezTo>
                  <a:cubicBezTo>
                    <a:pt x="126521" y="246422"/>
                    <a:pt x="122687" y="246422"/>
                    <a:pt x="120131" y="243868"/>
                  </a:cubicBezTo>
                  <a:cubicBezTo>
                    <a:pt x="104795" y="227908"/>
                    <a:pt x="95849" y="206841"/>
                    <a:pt x="95849" y="184497"/>
                  </a:cubicBezTo>
                  <a:cubicBezTo>
                    <a:pt x="95849" y="137894"/>
                    <a:pt x="134189" y="99590"/>
                    <a:pt x="180836" y="99590"/>
                  </a:cubicBezTo>
                  <a:cubicBezTo>
                    <a:pt x="227482" y="99590"/>
                    <a:pt x="265822" y="137894"/>
                    <a:pt x="265822" y="184497"/>
                  </a:cubicBezTo>
                  <a:cubicBezTo>
                    <a:pt x="265822" y="207479"/>
                    <a:pt x="256876" y="229185"/>
                    <a:pt x="240262" y="245145"/>
                  </a:cubicBezTo>
                  <a:cubicBezTo>
                    <a:pt x="238984" y="246422"/>
                    <a:pt x="237067" y="247060"/>
                    <a:pt x="235789" y="247060"/>
                  </a:cubicBezTo>
                  <a:close/>
                  <a:moveTo>
                    <a:pt x="261987" y="267489"/>
                  </a:moveTo>
                  <a:cubicBezTo>
                    <a:pt x="260710" y="268766"/>
                    <a:pt x="259432" y="269404"/>
                    <a:pt x="257515" y="269404"/>
                  </a:cubicBezTo>
                  <a:cubicBezTo>
                    <a:pt x="255597" y="269404"/>
                    <a:pt x="254320" y="268766"/>
                    <a:pt x="253042" y="267489"/>
                  </a:cubicBezTo>
                  <a:cubicBezTo>
                    <a:pt x="250486" y="264935"/>
                    <a:pt x="250486" y="261105"/>
                    <a:pt x="253042" y="258551"/>
                  </a:cubicBezTo>
                  <a:cubicBezTo>
                    <a:pt x="272851" y="238761"/>
                    <a:pt x="284352" y="212587"/>
                    <a:pt x="284352" y="184497"/>
                  </a:cubicBezTo>
                  <a:cubicBezTo>
                    <a:pt x="284352" y="127680"/>
                    <a:pt x="237706" y="81076"/>
                    <a:pt x="180836" y="81076"/>
                  </a:cubicBezTo>
                  <a:cubicBezTo>
                    <a:pt x="123965" y="81076"/>
                    <a:pt x="77319" y="127680"/>
                    <a:pt x="77319" y="184497"/>
                  </a:cubicBezTo>
                  <a:cubicBezTo>
                    <a:pt x="77319" y="211948"/>
                    <a:pt x="87543" y="237484"/>
                    <a:pt x="106712" y="256636"/>
                  </a:cubicBezTo>
                  <a:cubicBezTo>
                    <a:pt x="109269" y="259190"/>
                    <a:pt x="109269" y="263020"/>
                    <a:pt x="106712" y="265574"/>
                  </a:cubicBezTo>
                  <a:cubicBezTo>
                    <a:pt x="104156" y="268127"/>
                    <a:pt x="100322" y="268127"/>
                    <a:pt x="97766" y="265574"/>
                  </a:cubicBezTo>
                  <a:cubicBezTo>
                    <a:pt x="76679" y="243868"/>
                    <a:pt x="64539" y="215140"/>
                    <a:pt x="64539" y="184497"/>
                  </a:cubicBezTo>
                  <a:cubicBezTo>
                    <a:pt x="64539" y="120657"/>
                    <a:pt x="116936" y="68308"/>
                    <a:pt x="180836" y="68308"/>
                  </a:cubicBezTo>
                  <a:cubicBezTo>
                    <a:pt x="244735" y="68308"/>
                    <a:pt x="297132" y="120657"/>
                    <a:pt x="297132" y="184497"/>
                  </a:cubicBezTo>
                  <a:cubicBezTo>
                    <a:pt x="297132" y="216417"/>
                    <a:pt x="284352" y="245783"/>
                    <a:pt x="261987" y="267489"/>
                  </a:cubicBezTo>
                  <a:close/>
                </a:path>
              </a:pathLst>
            </a:custGeom>
            <a:solidFill>
              <a:srgbClr val="00ABAB"/>
            </a:solidFill>
            <a:ln w="6390" cap="flat">
              <a:noFill/>
              <a:prstDash val="solid"/>
              <a:miter/>
            </a:ln>
          </p:spPr>
          <p:txBody>
            <a:bodyPr rtlCol="0" anchor="ctr"/>
            <a:lstStyle/>
            <a:p>
              <a:endParaRPr lang="en-US"/>
            </a:p>
          </p:txBody>
        </p:sp>
        <p:sp>
          <p:nvSpPr>
            <p:cNvPr id="796" name="Graphic 4">
              <a:extLst>
                <a:ext uri="{FF2B5EF4-FFF2-40B4-BE49-F238E27FC236}">
                  <a16:creationId xmlns:a16="http://schemas.microsoft.com/office/drawing/2014/main" id="{7CD2F81E-5CD0-F449-A189-C9D4600A921B}"/>
                </a:ext>
              </a:extLst>
            </p:cNvPr>
            <p:cNvSpPr/>
            <p:nvPr/>
          </p:nvSpPr>
          <p:spPr>
            <a:xfrm>
              <a:off x="9450716" y="3967807"/>
              <a:ext cx="19169" cy="19151"/>
            </a:xfrm>
            <a:custGeom>
              <a:avLst/>
              <a:gdLst>
                <a:gd name="connsiteX0" fmla="*/ 9585 w 19169"/>
                <a:gd name="connsiteY0" fmla="*/ 19152 h 19151"/>
                <a:gd name="connsiteX1" fmla="*/ 19170 w 19169"/>
                <a:gd name="connsiteY1" fmla="*/ 9576 h 19151"/>
                <a:gd name="connsiteX2" fmla="*/ 9585 w 19169"/>
                <a:gd name="connsiteY2" fmla="*/ 0 h 19151"/>
                <a:gd name="connsiteX3" fmla="*/ 0 w 19169"/>
                <a:gd name="connsiteY3" fmla="*/ 9576 h 19151"/>
                <a:gd name="connsiteX4" fmla="*/ 9585 w 19169"/>
                <a:gd name="connsiteY4" fmla="*/ 19152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9585" y="19152"/>
                  </a:moveTo>
                  <a:cubicBezTo>
                    <a:pt x="14697" y="19152"/>
                    <a:pt x="19170" y="14683"/>
                    <a:pt x="19170" y="9576"/>
                  </a:cubicBezTo>
                  <a:cubicBezTo>
                    <a:pt x="19170" y="4468"/>
                    <a:pt x="14697" y="0"/>
                    <a:pt x="9585" y="0"/>
                  </a:cubicBezTo>
                  <a:cubicBezTo>
                    <a:pt x="4473" y="0"/>
                    <a:pt x="0" y="4468"/>
                    <a:pt x="0" y="9576"/>
                  </a:cubicBezTo>
                  <a:cubicBezTo>
                    <a:pt x="0" y="15321"/>
                    <a:pt x="4473" y="19152"/>
                    <a:pt x="9585" y="19152"/>
                  </a:cubicBezTo>
                  <a:close/>
                </a:path>
              </a:pathLst>
            </a:custGeom>
            <a:solidFill>
              <a:srgbClr val="00ABAB"/>
            </a:solidFill>
            <a:ln w="6390" cap="flat">
              <a:noFill/>
              <a:prstDash val="solid"/>
              <a:miter/>
            </a:ln>
          </p:spPr>
          <p:txBody>
            <a:bodyPr rtlCol="0" anchor="ctr"/>
            <a:lstStyle/>
            <a:p>
              <a:endParaRPr lang="en-US"/>
            </a:p>
          </p:txBody>
        </p:sp>
        <p:sp>
          <p:nvSpPr>
            <p:cNvPr id="797" name="Graphic 4">
              <a:extLst>
                <a:ext uri="{FF2B5EF4-FFF2-40B4-BE49-F238E27FC236}">
                  <a16:creationId xmlns:a16="http://schemas.microsoft.com/office/drawing/2014/main" id="{7C2264C4-9472-1643-B4E2-6D5DD283EAB0}"/>
                </a:ext>
              </a:extLst>
            </p:cNvPr>
            <p:cNvSpPr/>
            <p:nvPr/>
          </p:nvSpPr>
          <p:spPr>
            <a:xfrm>
              <a:off x="9443049" y="4023348"/>
              <a:ext cx="33866" cy="81715"/>
            </a:xfrm>
            <a:custGeom>
              <a:avLst/>
              <a:gdLst>
                <a:gd name="connsiteX0" fmla="*/ 32589 w 33866"/>
                <a:gd name="connsiteY0" fmla="*/ 0 h 81715"/>
                <a:gd name="connsiteX1" fmla="*/ 1278 w 33866"/>
                <a:gd name="connsiteY1" fmla="*/ 0 h 81715"/>
                <a:gd name="connsiteX2" fmla="*/ 0 w 33866"/>
                <a:gd name="connsiteY2" fmla="*/ 1916 h 81715"/>
                <a:gd name="connsiteX3" fmla="*/ 0 w 33866"/>
                <a:gd name="connsiteY3" fmla="*/ 25536 h 81715"/>
                <a:gd name="connsiteX4" fmla="*/ 12780 w 33866"/>
                <a:gd name="connsiteY4" fmla="*/ 81715 h 81715"/>
                <a:gd name="connsiteX5" fmla="*/ 21086 w 33866"/>
                <a:gd name="connsiteY5" fmla="*/ 81715 h 81715"/>
                <a:gd name="connsiteX6" fmla="*/ 33866 w 33866"/>
                <a:gd name="connsiteY6" fmla="*/ 24898 h 81715"/>
                <a:gd name="connsiteX7" fmla="*/ 33866 w 33866"/>
                <a:gd name="connsiteY7" fmla="*/ 1916 h 81715"/>
                <a:gd name="connsiteX8" fmla="*/ 32589 w 33866"/>
                <a:gd name="connsiteY8" fmla="*/ 0 h 81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866" h="81715">
                  <a:moveTo>
                    <a:pt x="32589" y="0"/>
                  </a:moveTo>
                  <a:lnTo>
                    <a:pt x="1278" y="0"/>
                  </a:lnTo>
                  <a:cubicBezTo>
                    <a:pt x="639" y="0"/>
                    <a:pt x="0" y="1277"/>
                    <a:pt x="0" y="1916"/>
                  </a:cubicBezTo>
                  <a:lnTo>
                    <a:pt x="0" y="25536"/>
                  </a:lnTo>
                  <a:cubicBezTo>
                    <a:pt x="639" y="30005"/>
                    <a:pt x="8945" y="70862"/>
                    <a:pt x="12780" y="81715"/>
                  </a:cubicBezTo>
                  <a:lnTo>
                    <a:pt x="21086" y="81715"/>
                  </a:lnTo>
                  <a:cubicBezTo>
                    <a:pt x="24920" y="70862"/>
                    <a:pt x="33866" y="30005"/>
                    <a:pt x="33866" y="24898"/>
                  </a:cubicBezTo>
                  <a:lnTo>
                    <a:pt x="33866" y="1916"/>
                  </a:lnTo>
                  <a:cubicBezTo>
                    <a:pt x="33866" y="1277"/>
                    <a:pt x="33227" y="0"/>
                    <a:pt x="32589" y="0"/>
                  </a:cubicBezTo>
                  <a:close/>
                </a:path>
              </a:pathLst>
            </a:custGeom>
            <a:solidFill>
              <a:srgbClr val="00ABAB"/>
            </a:solidFill>
            <a:ln w="6390" cap="flat">
              <a:noFill/>
              <a:prstDash val="solid"/>
              <a:miter/>
            </a:ln>
          </p:spPr>
          <p:txBody>
            <a:bodyPr rtlCol="0" anchor="ctr"/>
            <a:lstStyle/>
            <a:p>
              <a:endParaRPr lang="en-US"/>
            </a:p>
          </p:txBody>
        </p:sp>
      </p:grpSp>
      <p:sp>
        <p:nvSpPr>
          <p:cNvPr id="798" name="Graphic 4">
            <a:extLst>
              <a:ext uri="{FF2B5EF4-FFF2-40B4-BE49-F238E27FC236}">
                <a16:creationId xmlns:a16="http://schemas.microsoft.com/office/drawing/2014/main" id="{E501B126-1FD6-474D-8259-9DEE19A83C1B}"/>
              </a:ext>
            </a:extLst>
          </p:cNvPr>
          <p:cNvSpPr/>
          <p:nvPr/>
        </p:nvSpPr>
        <p:spPr>
          <a:xfrm>
            <a:off x="7192513" y="2371173"/>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144412 w 361674"/>
              <a:gd name="connsiteY5" fmla="*/ 266212 h 361333"/>
              <a:gd name="connsiteX6" fmla="*/ 138022 w 361674"/>
              <a:gd name="connsiteY6" fmla="*/ 272596 h 361333"/>
              <a:gd name="connsiteX7" fmla="*/ 131633 w 361674"/>
              <a:gd name="connsiteY7" fmla="*/ 266212 h 361333"/>
              <a:gd name="connsiteX8" fmla="*/ 131633 w 361674"/>
              <a:gd name="connsiteY8" fmla="*/ 95760 h 361333"/>
              <a:gd name="connsiteX9" fmla="*/ 138022 w 361674"/>
              <a:gd name="connsiteY9" fmla="*/ 89376 h 361333"/>
              <a:gd name="connsiteX10" fmla="*/ 144412 w 361674"/>
              <a:gd name="connsiteY10" fmla="*/ 95760 h 361333"/>
              <a:gd name="connsiteX11" fmla="*/ 144412 w 361674"/>
              <a:gd name="connsiteY11" fmla="*/ 266212 h 361333"/>
              <a:gd name="connsiteX12" fmla="*/ 230038 w 361674"/>
              <a:gd name="connsiteY12" fmla="*/ 266212 h 361333"/>
              <a:gd name="connsiteX13" fmla="*/ 223648 w 361674"/>
              <a:gd name="connsiteY13" fmla="*/ 272596 h 361333"/>
              <a:gd name="connsiteX14" fmla="*/ 217258 w 361674"/>
              <a:gd name="connsiteY14" fmla="*/ 266212 h 361333"/>
              <a:gd name="connsiteX15" fmla="*/ 217258 w 361674"/>
              <a:gd name="connsiteY15" fmla="*/ 95760 h 361333"/>
              <a:gd name="connsiteX16" fmla="*/ 223648 w 361674"/>
              <a:gd name="connsiteY16" fmla="*/ 89376 h 361333"/>
              <a:gd name="connsiteX17" fmla="*/ 230038 w 361674"/>
              <a:gd name="connsiteY17" fmla="*/ 95760 h 361333"/>
              <a:gd name="connsiteX18" fmla="*/ 230038 w 361674"/>
              <a:gd name="connsiteY18" fmla="*/ 26621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1674" h="361333">
                <a:moveTo>
                  <a:pt x="180836" y="0"/>
                </a:moveTo>
                <a:cubicBezTo>
                  <a:pt x="80513" y="0"/>
                  <a:pt x="0" y="81077"/>
                  <a:pt x="0" y="180667"/>
                </a:cubicBezTo>
                <a:cubicBezTo>
                  <a:pt x="0" y="280895"/>
                  <a:pt x="81153" y="361333"/>
                  <a:pt x="180836" y="361333"/>
                </a:cubicBezTo>
                <a:cubicBezTo>
                  <a:pt x="280518" y="361333"/>
                  <a:pt x="361670" y="280257"/>
                  <a:pt x="361670" y="180667"/>
                </a:cubicBezTo>
                <a:cubicBezTo>
                  <a:pt x="362310" y="81077"/>
                  <a:pt x="281157" y="0"/>
                  <a:pt x="180836" y="0"/>
                </a:cubicBezTo>
                <a:close/>
                <a:moveTo>
                  <a:pt x="144412" y="266212"/>
                </a:moveTo>
                <a:cubicBezTo>
                  <a:pt x="144412" y="270043"/>
                  <a:pt x="141857" y="272596"/>
                  <a:pt x="138022" y="272596"/>
                </a:cubicBezTo>
                <a:cubicBezTo>
                  <a:pt x="134189" y="272596"/>
                  <a:pt x="131633" y="270043"/>
                  <a:pt x="131633" y="266212"/>
                </a:cubicBezTo>
                <a:lnTo>
                  <a:pt x="131633" y="95760"/>
                </a:lnTo>
                <a:cubicBezTo>
                  <a:pt x="131633" y="91930"/>
                  <a:pt x="134189" y="89376"/>
                  <a:pt x="138022" y="89376"/>
                </a:cubicBezTo>
                <a:cubicBezTo>
                  <a:pt x="141857" y="89376"/>
                  <a:pt x="144412" y="91930"/>
                  <a:pt x="144412" y="95760"/>
                </a:cubicBezTo>
                <a:lnTo>
                  <a:pt x="144412" y="266212"/>
                </a:lnTo>
                <a:close/>
                <a:moveTo>
                  <a:pt x="230038" y="266212"/>
                </a:moveTo>
                <a:cubicBezTo>
                  <a:pt x="230038" y="270043"/>
                  <a:pt x="227482" y="272596"/>
                  <a:pt x="223648" y="272596"/>
                </a:cubicBezTo>
                <a:cubicBezTo>
                  <a:pt x="219814" y="272596"/>
                  <a:pt x="217258" y="270043"/>
                  <a:pt x="217258" y="266212"/>
                </a:cubicBezTo>
                <a:lnTo>
                  <a:pt x="217258" y="95760"/>
                </a:lnTo>
                <a:cubicBezTo>
                  <a:pt x="217258" y="91930"/>
                  <a:pt x="219814" y="89376"/>
                  <a:pt x="223648" y="89376"/>
                </a:cubicBezTo>
                <a:cubicBezTo>
                  <a:pt x="227482" y="89376"/>
                  <a:pt x="230038" y="91930"/>
                  <a:pt x="230038" y="95760"/>
                </a:cubicBezTo>
                <a:lnTo>
                  <a:pt x="230038" y="266212"/>
                </a:lnTo>
                <a:close/>
              </a:path>
            </a:pathLst>
          </a:custGeom>
          <a:solidFill>
            <a:srgbClr val="0097A9"/>
          </a:solidFill>
          <a:ln w="6390" cap="flat">
            <a:noFill/>
            <a:prstDash val="solid"/>
            <a:miter/>
          </a:ln>
        </p:spPr>
        <p:txBody>
          <a:bodyPr rtlCol="0" anchor="ctr"/>
          <a:lstStyle/>
          <a:p>
            <a:endParaRPr lang="en-US"/>
          </a:p>
        </p:txBody>
      </p:sp>
      <p:grpSp>
        <p:nvGrpSpPr>
          <p:cNvPr id="799" name="Graphic 4">
            <a:extLst>
              <a:ext uri="{FF2B5EF4-FFF2-40B4-BE49-F238E27FC236}">
                <a16:creationId xmlns:a16="http://schemas.microsoft.com/office/drawing/2014/main" id="{87E0CBA6-46A5-054D-9141-CB2CF555C1F6}"/>
              </a:ext>
            </a:extLst>
          </p:cNvPr>
          <p:cNvGrpSpPr/>
          <p:nvPr/>
        </p:nvGrpSpPr>
        <p:grpSpPr>
          <a:xfrm>
            <a:off x="3607758" y="1893013"/>
            <a:ext cx="361674" cy="361333"/>
            <a:chOff x="3607758" y="1893013"/>
            <a:chExt cx="361674" cy="361333"/>
          </a:xfrm>
          <a:solidFill>
            <a:srgbClr val="007680"/>
          </a:solidFill>
        </p:grpSpPr>
        <p:sp>
          <p:nvSpPr>
            <p:cNvPr id="800" name="Graphic 4">
              <a:extLst>
                <a:ext uri="{FF2B5EF4-FFF2-40B4-BE49-F238E27FC236}">
                  <a16:creationId xmlns:a16="http://schemas.microsoft.com/office/drawing/2014/main" id="{B5DBBC1E-9D7C-6940-AAC5-1D33170B07FB}"/>
                </a:ext>
              </a:extLst>
            </p:cNvPr>
            <p:cNvSpPr/>
            <p:nvPr/>
          </p:nvSpPr>
          <p:spPr>
            <a:xfrm>
              <a:off x="3607758" y="1893013"/>
              <a:ext cx="361674" cy="361333"/>
            </a:xfrm>
            <a:custGeom>
              <a:avLst/>
              <a:gdLst>
                <a:gd name="connsiteX0" fmla="*/ 180836 w 361674"/>
                <a:gd name="connsiteY0" fmla="*/ 349204 h 361333"/>
                <a:gd name="connsiteX1" fmla="*/ 12780 w 361674"/>
                <a:gd name="connsiteY1" fmla="*/ 181305 h 361333"/>
                <a:gd name="connsiteX2" fmla="*/ 180836 w 361674"/>
                <a:gd name="connsiteY2" fmla="*/ 13406 h 361333"/>
                <a:gd name="connsiteX3" fmla="*/ 348891 w 361674"/>
                <a:gd name="connsiteY3" fmla="*/ 181305 h 361333"/>
                <a:gd name="connsiteX4" fmla="*/ 180836 w 361674"/>
                <a:gd name="connsiteY4" fmla="*/ 349204 h 361333"/>
                <a:gd name="connsiteX5" fmla="*/ 180836 w 361674"/>
                <a:gd name="connsiteY5" fmla="*/ 0 h 361333"/>
                <a:gd name="connsiteX6" fmla="*/ 0 w 361674"/>
                <a:gd name="connsiteY6" fmla="*/ 180667 h 361333"/>
                <a:gd name="connsiteX7" fmla="*/ 180836 w 361674"/>
                <a:gd name="connsiteY7" fmla="*/ 361333 h 361333"/>
                <a:gd name="connsiteX8" fmla="*/ 361671 w 361674"/>
                <a:gd name="connsiteY8" fmla="*/ 180667 h 361333"/>
                <a:gd name="connsiteX9" fmla="*/ 180836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9530" y="273873"/>
                    <a:pt x="274128" y="349204"/>
                    <a:pt x="180836" y="349204"/>
                  </a:cubicBezTo>
                  <a:moveTo>
                    <a:pt x="180836" y="0"/>
                  </a:moveTo>
                  <a:cubicBezTo>
                    <a:pt x="80513" y="0"/>
                    <a:pt x="0" y="81077"/>
                    <a:pt x="0" y="180667"/>
                  </a:cubicBezTo>
                  <a:cubicBezTo>
                    <a:pt x="0" y="280895"/>
                    <a:pt x="81152" y="361333"/>
                    <a:pt x="180836" y="361333"/>
                  </a:cubicBezTo>
                  <a:cubicBezTo>
                    <a:pt x="281157" y="361333"/>
                    <a:pt x="361671" y="280257"/>
                    <a:pt x="361671" y="180667"/>
                  </a:cubicBezTo>
                  <a:cubicBezTo>
                    <a:pt x="362310" y="81077"/>
                    <a:pt x="281157" y="0"/>
                    <a:pt x="180836" y="0"/>
                  </a:cubicBezTo>
                </a:path>
              </a:pathLst>
            </a:custGeom>
            <a:solidFill>
              <a:srgbClr val="007680"/>
            </a:solidFill>
            <a:ln w="6390" cap="flat">
              <a:noFill/>
              <a:prstDash val="solid"/>
              <a:miter/>
            </a:ln>
          </p:spPr>
          <p:txBody>
            <a:bodyPr rtlCol="0" anchor="ctr"/>
            <a:lstStyle/>
            <a:p>
              <a:endParaRPr lang="en-US"/>
            </a:p>
          </p:txBody>
        </p:sp>
        <p:sp>
          <p:nvSpPr>
            <p:cNvPr id="801" name="Graphic 4">
              <a:extLst>
                <a:ext uri="{FF2B5EF4-FFF2-40B4-BE49-F238E27FC236}">
                  <a16:creationId xmlns:a16="http://schemas.microsoft.com/office/drawing/2014/main" id="{4F637D99-C3A5-A742-9A85-068E0932C1CF}"/>
                </a:ext>
              </a:extLst>
            </p:cNvPr>
            <p:cNvSpPr/>
            <p:nvPr/>
          </p:nvSpPr>
          <p:spPr>
            <a:xfrm>
              <a:off x="3724055" y="1980473"/>
              <a:ext cx="129076" cy="186412"/>
            </a:xfrm>
            <a:custGeom>
              <a:avLst/>
              <a:gdLst>
                <a:gd name="connsiteX0" fmla="*/ 116297 w 129076"/>
                <a:gd name="connsiteY0" fmla="*/ 155131 h 186412"/>
                <a:gd name="connsiteX1" fmla="*/ 97127 w 129076"/>
                <a:gd name="connsiteY1" fmla="*/ 174283 h 186412"/>
                <a:gd name="connsiteX2" fmla="*/ 31950 w 129076"/>
                <a:gd name="connsiteY2" fmla="*/ 174283 h 186412"/>
                <a:gd name="connsiteX3" fmla="*/ 12780 w 129076"/>
                <a:gd name="connsiteY3" fmla="*/ 155131 h 186412"/>
                <a:gd name="connsiteX4" fmla="*/ 12780 w 129076"/>
                <a:gd name="connsiteY4" fmla="*/ 32558 h 186412"/>
                <a:gd name="connsiteX5" fmla="*/ 31950 w 129076"/>
                <a:gd name="connsiteY5" fmla="*/ 13406 h 186412"/>
                <a:gd name="connsiteX6" fmla="*/ 97127 w 129076"/>
                <a:gd name="connsiteY6" fmla="*/ 13406 h 186412"/>
                <a:gd name="connsiteX7" fmla="*/ 116297 w 129076"/>
                <a:gd name="connsiteY7" fmla="*/ 32558 h 186412"/>
                <a:gd name="connsiteX8" fmla="*/ 116297 w 129076"/>
                <a:gd name="connsiteY8" fmla="*/ 155131 h 186412"/>
                <a:gd name="connsiteX9" fmla="*/ 97127 w 129076"/>
                <a:gd name="connsiteY9" fmla="*/ 0 h 186412"/>
                <a:gd name="connsiteX10" fmla="*/ 31950 w 129076"/>
                <a:gd name="connsiteY10" fmla="*/ 0 h 186412"/>
                <a:gd name="connsiteX11" fmla="*/ 0 w 129076"/>
                <a:gd name="connsiteY11" fmla="*/ 31920 h 186412"/>
                <a:gd name="connsiteX12" fmla="*/ 0 w 129076"/>
                <a:gd name="connsiteY12" fmla="*/ 154492 h 186412"/>
                <a:gd name="connsiteX13" fmla="*/ 31950 w 129076"/>
                <a:gd name="connsiteY13" fmla="*/ 186412 h 186412"/>
                <a:gd name="connsiteX14" fmla="*/ 97127 w 129076"/>
                <a:gd name="connsiteY14" fmla="*/ 186412 h 186412"/>
                <a:gd name="connsiteX15" fmla="*/ 129077 w 129076"/>
                <a:gd name="connsiteY15" fmla="*/ 154492 h 186412"/>
                <a:gd name="connsiteX16" fmla="*/ 129077 w 129076"/>
                <a:gd name="connsiteY16" fmla="*/ 31920 h 186412"/>
                <a:gd name="connsiteX17" fmla="*/ 97127 w 129076"/>
                <a:gd name="connsiteY17" fmla="*/ 0 h 18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76" h="186412">
                  <a:moveTo>
                    <a:pt x="116297" y="155131"/>
                  </a:moveTo>
                  <a:cubicBezTo>
                    <a:pt x="116297" y="165984"/>
                    <a:pt x="107990" y="174283"/>
                    <a:pt x="97127" y="174283"/>
                  </a:cubicBezTo>
                  <a:lnTo>
                    <a:pt x="31950" y="174283"/>
                  </a:lnTo>
                  <a:cubicBezTo>
                    <a:pt x="21087" y="174283"/>
                    <a:pt x="12780" y="165984"/>
                    <a:pt x="12780" y="155131"/>
                  </a:cubicBezTo>
                  <a:lnTo>
                    <a:pt x="12780" y="32558"/>
                  </a:lnTo>
                  <a:cubicBezTo>
                    <a:pt x="12780" y="21706"/>
                    <a:pt x="21087" y="13406"/>
                    <a:pt x="31950" y="13406"/>
                  </a:cubicBezTo>
                  <a:lnTo>
                    <a:pt x="97127" y="13406"/>
                  </a:lnTo>
                  <a:cubicBezTo>
                    <a:pt x="107990" y="13406"/>
                    <a:pt x="116297" y="21706"/>
                    <a:pt x="116297" y="32558"/>
                  </a:cubicBezTo>
                  <a:lnTo>
                    <a:pt x="116297" y="155131"/>
                  </a:lnTo>
                  <a:close/>
                  <a:moveTo>
                    <a:pt x="97127" y="0"/>
                  </a:moveTo>
                  <a:lnTo>
                    <a:pt x="31950" y="0"/>
                  </a:lnTo>
                  <a:cubicBezTo>
                    <a:pt x="14058" y="0"/>
                    <a:pt x="0" y="14045"/>
                    <a:pt x="0" y="31920"/>
                  </a:cubicBezTo>
                  <a:lnTo>
                    <a:pt x="0" y="154492"/>
                  </a:lnTo>
                  <a:cubicBezTo>
                    <a:pt x="0" y="172368"/>
                    <a:pt x="14058" y="186412"/>
                    <a:pt x="31950" y="186412"/>
                  </a:cubicBezTo>
                  <a:lnTo>
                    <a:pt x="97127" y="186412"/>
                  </a:lnTo>
                  <a:cubicBezTo>
                    <a:pt x="115019" y="186412"/>
                    <a:pt x="129077" y="172368"/>
                    <a:pt x="129077" y="154492"/>
                  </a:cubicBezTo>
                  <a:lnTo>
                    <a:pt x="129077" y="31920"/>
                  </a:lnTo>
                  <a:cubicBezTo>
                    <a:pt x="129077" y="14683"/>
                    <a:pt x="115019" y="0"/>
                    <a:pt x="97127" y="0"/>
                  </a:cubicBezTo>
                </a:path>
              </a:pathLst>
            </a:custGeom>
            <a:solidFill>
              <a:srgbClr val="007680"/>
            </a:solidFill>
            <a:ln w="6390" cap="flat">
              <a:noFill/>
              <a:prstDash val="solid"/>
              <a:miter/>
            </a:ln>
          </p:spPr>
          <p:txBody>
            <a:bodyPr rtlCol="0" anchor="ctr"/>
            <a:lstStyle/>
            <a:p>
              <a:endParaRPr lang="en-US"/>
            </a:p>
          </p:txBody>
        </p:sp>
        <p:sp>
          <p:nvSpPr>
            <p:cNvPr id="802" name="Graphic 4">
              <a:extLst>
                <a:ext uri="{FF2B5EF4-FFF2-40B4-BE49-F238E27FC236}">
                  <a16:creationId xmlns:a16="http://schemas.microsoft.com/office/drawing/2014/main" id="{C6C272F4-6C04-3249-A36E-A033E6581D7C}"/>
                </a:ext>
              </a:extLst>
            </p:cNvPr>
            <p:cNvSpPr/>
            <p:nvPr/>
          </p:nvSpPr>
          <p:spPr>
            <a:xfrm>
              <a:off x="3753449" y="2067296"/>
              <a:ext cx="70289" cy="70223"/>
            </a:xfrm>
            <a:custGeom>
              <a:avLst/>
              <a:gdLst>
                <a:gd name="connsiteX0" fmla="*/ 35145 w 70289"/>
                <a:gd name="connsiteY0" fmla="*/ 58094 h 70223"/>
                <a:gd name="connsiteX1" fmla="*/ 12780 w 70289"/>
                <a:gd name="connsiteY1" fmla="*/ 35750 h 70223"/>
                <a:gd name="connsiteX2" fmla="*/ 35145 w 70289"/>
                <a:gd name="connsiteY2" fmla="*/ 13406 h 70223"/>
                <a:gd name="connsiteX3" fmla="*/ 57509 w 70289"/>
                <a:gd name="connsiteY3" fmla="*/ 35750 h 70223"/>
                <a:gd name="connsiteX4" fmla="*/ 35145 w 70289"/>
                <a:gd name="connsiteY4" fmla="*/ 58094 h 70223"/>
                <a:gd name="connsiteX5" fmla="*/ 35145 w 70289"/>
                <a:gd name="connsiteY5" fmla="*/ 0 h 70223"/>
                <a:gd name="connsiteX6" fmla="*/ 0 w 70289"/>
                <a:gd name="connsiteY6" fmla="*/ 35112 h 70223"/>
                <a:gd name="connsiteX7" fmla="*/ 35145 w 70289"/>
                <a:gd name="connsiteY7" fmla="*/ 70224 h 70223"/>
                <a:gd name="connsiteX8" fmla="*/ 70289 w 70289"/>
                <a:gd name="connsiteY8" fmla="*/ 35112 h 70223"/>
                <a:gd name="connsiteX9" fmla="*/ 35145 w 70289"/>
                <a:gd name="connsiteY9" fmla="*/ 0 h 7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89" h="70223">
                  <a:moveTo>
                    <a:pt x="35145" y="58094"/>
                  </a:moveTo>
                  <a:cubicBezTo>
                    <a:pt x="22365" y="58094"/>
                    <a:pt x="12780" y="47880"/>
                    <a:pt x="12780" y="35750"/>
                  </a:cubicBezTo>
                  <a:cubicBezTo>
                    <a:pt x="12780" y="22982"/>
                    <a:pt x="23004" y="13406"/>
                    <a:pt x="35145" y="13406"/>
                  </a:cubicBezTo>
                  <a:cubicBezTo>
                    <a:pt x="47925" y="13406"/>
                    <a:pt x="57509" y="23621"/>
                    <a:pt x="57509" y="35750"/>
                  </a:cubicBezTo>
                  <a:cubicBezTo>
                    <a:pt x="58148" y="47880"/>
                    <a:pt x="47925" y="58094"/>
                    <a:pt x="35145" y="58094"/>
                  </a:cubicBezTo>
                  <a:moveTo>
                    <a:pt x="35145" y="0"/>
                  </a:moveTo>
                  <a:cubicBezTo>
                    <a:pt x="15336" y="0"/>
                    <a:pt x="0" y="15960"/>
                    <a:pt x="0" y="35112"/>
                  </a:cubicBezTo>
                  <a:cubicBezTo>
                    <a:pt x="0" y="54264"/>
                    <a:pt x="15975" y="70224"/>
                    <a:pt x="35145" y="70224"/>
                  </a:cubicBezTo>
                  <a:cubicBezTo>
                    <a:pt x="54314" y="70224"/>
                    <a:pt x="70289" y="54264"/>
                    <a:pt x="70289" y="35112"/>
                  </a:cubicBezTo>
                  <a:cubicBezTo>
                    <a:pt x="70289" y="15960"/>
                    <a:pt x="54953" y="0"/>
                    <a:pt x="35145" y="0"/>
                  </a:cubicBezTo>
                </a:path>
              </a:pathLst>
            </a:custGeom>
            <a:solidFill>
              <a:srgbClr val="007680"/>
            </a:solidFill>
            <a:ln w="6390" cap="flat">
              <a:noFill/>
              <a:prstDash val="solid"/>
              <a:miter/>
            </a:ln>
          </p:spPr>
          <p:txBody>
            <a:bodyPr rtlCol="0" anchor="ctr"/>
            <a:lstStyle/>
            <a:p>
              <a:endParaRPr lang="en-US"/>
            </a:p>
          </p:txBody>
        </p:sp>
        <p:sp>
          <p:nvSpPr>
            <p:cNvPr id="803" name="Graphic 4">
              <a:extLst>
                <a:ext uri="{FF2B5EF4-FFF2-40B4-BE49-F238E27FC236}">
                  <a16:creationId xmlns:a16="http://schemas.microsoft.com/office/drawing/2014/main" id="{7D7C7BEB-37FD-1D46-8B07-8C554F1C00EC}"/>
                </a:ext>
              </a:extLst>
            </p:cNvPr>
            <p:cNvSpPr/>
            <p:nvPr/>
          </p:nvSpPr>
          <p:spPr>
            <a:xfrm>
              <a:off x="3767506" y="2009201"/>
              <a:ext cx="42173" cy="42134"/>
            </a:xfrm>
            <a:custGeom>
              <a:avLst/>
              <a:gdLst>
                <a:gd name="connsiteX0" fmla="*/ 21087 w 42173"/>
                <a:gd name="connsiteY0" fmla="*/ 13406 h 42134"/>
                <a:gd name="connsiteX1" fmla="*/ 29394 w 42173"/>
                <a:gd name="connsiteY1" fmla="*/ 21706 h 42134"/>
                <a:gd name="connsiteX2" fmla="*/ 21087 w 42173"/>
                <a:gd name="connsiteY2" fmla="*/ 30005 h 42134"/>
                <a:gd name="connsiteX3" fmla="*/ 12780 w 42173"/>
                <a:gd name="connsiteY3" fmla="*/ 21706 h 42134"/>
                <a:gd name="connsiteX4" fmla="*/ 21087 w 42173"/>
                <a:gd name="connsiteY4" fmla="*/ 13406 h 42134"/>
                <a:gd name="connsiteX5" fmla="*/ 21087 w 42173"/>
                <a:gd name="connsiteY5" fmla="*/ 42134 h 42134"/>
                <a:gd name="connsiteX6" fmla="*/ 42174 w 42173"/>
                <a:gd name="connsiteY6" fmla="*/ 21067 h 42134"/>
                <a:gd name="connsiteX7" fmla="*/ 21087 w 42173"/>
                <a:gd name="connsiteY7" fmla="*/ 0 h 42134"/>
                <a:gd name="connsiteX8" fmla="*/ 0 w 42173"/>
                <a:gd name="connsiteY8" fmla="*/ 21067 h 42134"/>
                <a:gd name="connsiteX9" fmla="*/ 21087 w 42173"/>
                <a:gd name="connsiteY9" fmla="*/ 42134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173" h="42134">
                  <a:moveTo>
                    <a:pt x="21087" y="13406"/>
                  </a:moveTo>
                  <a:cubicBezTo>
                    <a:pt x="25560" y="13406"/>
                    <a:pt x="29394" y="17237"/>
                    <a:pt x="29394" y="21706"/>
                  </a:cubicBezTo>
                  <a:cubicBezTo>
                    <a:pt x="29394" y="26174"/>
                    <a:pt x="25560" y="30005"/>
                    <a:pt x="21087" y="30005"/>
                  </a:cubicBezTo>
                  <a:cubicBezTo>
                    <a:pt x="16614" y="30005"/>
                    <a:pt x="12780" y="26174"/>
                    <a:pt x="12780" y="21706"/>
                  </a:cubicBezTo>
                  <a:cubicBezTo>
                    <a:pt x="13419" y="16598"/>
                    <a:pt x="16614" y="13406"/>
                    <a:pt x="21087" y="13406"/>
                  </a:cubicBezTo>
                  <a:moveTo>
                    <a:pt x="21087" y="42134"/>
                  </a:moveTo>
                  <a:cubicBezTo>
                    <a:pt x="32589" y="42134"/>
                    <a:pt x="42174" y="32558"/>
                    <a:pt x="42174" y="21067"/>
                  </a:cubicBezTo>
                  <a:cubicBezTo>
                    <a:pt x="42174" y="9576"/>
                    <a:pt x="32589" y="0"/>
                    <a:pt x="21087" y="0"/>
                  </a:cubicBezTo>
                  <a:cubicBezTo>
                    <a:pt x="9585" y="0"/>
                    <a:pt x="0" y="9576"/>
                    <a:pt x="0" y="21067"/>
                  </a:cubicBezTo>
                  <a:cubicBezTo>
                    <a:pt x="639" y="32558"/>
                    <a:pt x="9585" y="42134"/>
                    <a:pt x="21087" y="42134"/>
                  </a:cubicBezTo>
                </a:path>
              </a:pathLst>
            </a:custGeom>
            <a:solidFill>
              <a:srgbClr val="007680"/>
            </a:solidFill>
            <a:ln w="6390" cap="flat">
              <a:noFill/>
              <a:prstDash val="solid"/>
              <a:miter/>
            </a:ln>
          </p:spPr>
          <p:txBody>
            <a:bodyPr rtlCol="0" anchor="ctr"/>
            <a:lstStyle/>
            <a:p>
              <a:endParaRPr lang="en-US"/>
            </a:p>
          </p:txBody>
        </p:sp>
        <p:sp>
          <p:nvSpPr>
            <p:cNvPr id="804" name="Graphic 4">
              <a:extLst>
                <a:ext uri="{FF2B5EF4-FFF2-40B4-BE49-F238E27FC236}">
                  <a16:creationId xmlns:a16="http://schemas.microsoft.com/office/drawing/2014/main" id="{DEA4065E-BCBF-8146-89D5-F4DB6B0D64B4}"/>
                </a:ext>
              </a:extLst>
            </p:cNvPr>
            <p:cNvSpPr/>
            <p:nvPr/>
          </p:nvSpPr>
          <p:spPr>
            <a:xfrm>
              <a:off x="3862866" y="2125539"/>
              <a:ext cx="32290" cy="20918"/>
            </a:xfrm>
            <a:custGeom>
              <a:avLst/>
              <a:gdLst>
                <a:gd name="connsiteX0" fmla="*/ 28605 w 32290"/>
                <a:gd name="connsiteY0" fmla="*/ 8789 h 20918"/>
                <a:gd name="connsiteX1" fmla="*/ 8797 w 32290"/>
                <a:gd name="connsiteY1" fmla="*/ 489 h 20918"/>
                <a:gd name="connsiteX2" fmla="*/ 490 w 32290"/>
                <a:gd name="connsiteY2" fmla="*/ 3681 h 20918"/>
                <a:gd name="connsiteX3" fmla="*/ 3685 w 32290"/>
                <a:gd name="connsiteY3" fmla="*/ 11981 h 20918"/>
                <a:gd name="connsiteX4" fmla="*/ 23494 w 32290"/>
                <a:gd name="connsiteY4" fmla="*/ 20280 h 20918"/>
                <a:gd name="connsiteX5" fmla="*/ 26049 w 32290"/>
                <a:gd name="connsiteY5" fmla="*/ 20918 h 20918"/>
                <a:gd name="connsiteX6" fmla="*/ 31800 w 32290"/>
                <a:gd name="connsiteY6" fmla="*/ 17088 h 20918"/>
                <a:gd name="connsiteX7" fmla="*/ 28605 w 32290"/>
                <a:gd name="connsiteY7" fmla="*/ 8789 h 20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290" h="20918">
                  <a:moveTo>
                    <a:pt x="28605" y="8789"/>
                  </a:moveTo>
                  <a:lnTo>
                    <a:pt x="8797" y="489"/>
                  </a:lnTo>
                  <a:cubicBezTo>
                    <a:pt x="5602" y="-787"/>
                    <a:pt x="1768" y="489"/>
                    <a:pt x="490" y="3681"/>
                  </a:cubicBezTo>
                  <a:cubicBezTo>
                    <a:pt x="-788" y="6873"/>
                    <a:pt x="490" y="10704"/>
                    <a:pt x="3685" y="11981"/>
                  </a:cubicBezTo>
                  <a:lnTo>
                    <a:pt x="23494" y="20280"/>
                  </a:lnTo>
                  <a:cubicBezTo>
                    <a:pt x="24132" y="20918"/>
                    <a:pt x="25411" y="20918"/>
                    <a:pt x="26049" y="20918"/>
                  </a:cubicBezTo>
                  <a:cubicBezTo>
                    <a:pt x="28605" y="20918"/>
                    <a:pt x="31162" y="19641"/>
                    <a:pt x="31800" y="17088"/>
                  </a:cubicBezTo>
                  <a:cubicBezTo>
                    <a:pt x="33079" y="13896"/>
                    <a:pt x="31800" y="10065"/>
                    <a:pt x="28605" y="8789"/>
                  </a:cubicBezTo>
                </a:path>
              </a:pathLst>
            </a:custGeom>
            <a:solidFill>
              <a:srgbClr val="007680"/>
            </a:solidFill>
            <a:ln w="6390" cap="flat">
              <a:noFill/>
              <a:prstDash val="solid"/>
              <a:miter/>
            </a:ln>
          </p:spPr>
          <p:txBody>
            <a:bodyPr rtlCol="0" anchor="ctr"/>
            <a:lstStyle/>
            <a:p>
              <a:endParaRPr lang="en-US"/>
            </a:p>
          </p:txBody>
        </p:sp>
        <p:sp>
          <p:nvSpPr>
            <p:cNvPr id="805" name="Graphic 4">
              <a:extLst>
                <a:ext uri="{FF2B5EF4-FFF2-40B4-BE49-F238E27FC236}">
                  <a16:creationId xmlns:a16="http://schemas.microsoft.com/office/drawing/2014/main" id="{F00016A9-A7C2-804A-9CBF-8785272E838B}"/>
                </a:ext>
              </a:extLst>
            </p:cNvPr>
            <p:cNvSpPr/>
            <p:nvPr/>
          </p:nvSpPr>
          <p:spPr>
            <a:xfrm>
              <a:off x="3861952" y="2001415"/>
              <a:ext cx="32840" cy="21192"/>
            </a:xfrm>
            <a:custGeom>
              <a:avLst/>
              <a:gdLst>
                <a:gd name="connsiteX0" fmla="*/ 6516 w 32840"/>
                <a:gd name="connsiteY0" fmla="*/ 21193 h 21192"/>
                <a:gd name="connsiteX1" fmla="*/ 9072 w 32840"/>
                <a:gd name="connsiteY1" fmla="*/ 20554 h 21192"/>
                <a:gd name="connsiteX2" fmla="*/ 28881 w 32840"/>
                <a:gd name="connsiteY2" fmla="*/ 12255 h 21192"/>
                <a:gd name="connsiteX3" fmla="*/ 32076 w 32840"/>
                <a:gd name="connsiteY3" fmla="*/ 3956 h 21192"/>
                <a:gd name="connsiteX4" fmla="*/ 23768 w 32840"/>
                <a:gd name="connsiteY4" fmla="*/ 764 h 21192"/>
                <a:gd name="connsiteX5" fmla="*/ 3960 w 32840"/>
                <a:gd name="connsiteY5" fmla="*/ 9063 h 21192"/>
                <a:gd name="connsiteX6" fmla="*/ 765 w 32840"/>
                <a:gd name="connsiteY6" fmla="*/ 17362 h 21192"/>
                <a:gd name="connsiteX7" fmla="*/ 6516 w 32840"/>
                <a:gd name="connsiteY7" fmla="*/ 21193 h 21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40" h="21192">
                  <a:moveTo>
                    <a:pt x="6516" y="21193"/>
                  </a:moveTo>
                  <a:cubicBezTo>
                    <a:pt x="7155" y="21193"/>
                    <a:pt x="8433" y="21193"/>
                    <a:pt x="9072" y="20554"/>
                  </a:cubicBezTo>
                  <a:lnTo>
                    <a:pt x="28881" y="12255"/>
                  </a:lnTo>
                  <a:cubicBezTo>
                    <a:pt x="32076" y="10979"/>
                    <a:pt x="33993" y="7148"/>
                    <a:pt x="32076" y="3956"/>
                  </a:cubicBezTo>
                  <a:cubicBezTo>
                    <a:pt x="30798" y="764"/>
                    <a:pt x="26963" y="-1151"/>
                    <a:pt x="23768" y="764"/>
                  </a:cubicBezTo>
                  <a:lnTo>
                    <a:pt x="3960" y="9063"/>
                  </a:lnTo>
                  <a:cubicBezTo>
                    <a:pt x="765" y="10340"/>
                    <a:pt x="-1152" y="14170"/>
                    <a:pt x="765" y="17362"/>
                  </a:cubicBezTo>
                  <a:cubicBezTo>
                    <a:pt x="2043" y="19278"/>
                    <a:pt x="3960" y="21193"/>
                    <a:pt x="6516" y="21193"/>
                  </a:cubicBezTo>
                </a:path>
              </a:pathLst>
            </a:custGeom>
            <a:solidFill>
              <a:srgbClr val="007680"/>
            </a:solidFill>
            <a:ln w="6390" cap="flat">
              <a:noFill/>
              <a:prstDash val="solid"/>
              <a:miter/>
            </a:ln>
          </p:spPr>
          <p:txBody>
            <a:bodyPr rtlCol="0" anchor="ctr"/>
            <a:lstStyle/>
            <a:p>
              <a:endParaRPr lang="en-US"/>
            </a:p>
          </p:txBody>
        </p:sp>
        <p:sp>
          <p:nvSpPr>
            <p:cNvPr id="806" name="Graphic 4">
              <a:extLst>
                <a:ext uri="{FF2B5EF4-FFF2-40B4-BE49-F238E27FC236}">
                  <a16:creationId xmlns:a16="http://schemas.microsoft.com/office/drawing/2014/main" id="{66817FC8-5CB6-C946-98DD-2A3C45E0EC6C}"/>
                </a:ext>
              </a:extLst>
            </p:cNvPr>
            <p:cNvSpPr/>
            <p:nvPr/>
          </p:nvSpPr>
          <p:spPr>
            <a:xfrm>
              <a:off x="3867828" y="2067296"/>
              <a:ext cx="34505" cy="12767"/>
            </a:xfrm>
            <a:custGeom>
              <a:avLst/>
              <a:gdLst>
                <a:gd name="connsiteX0" fmla="*/ 28116 w 34505"/>
                <a:gd name="connsiteY0" fmla="*/ 0 h 12767"/>
                <a:gd name="connsiteX1" fmla="*/ 6390 w 34505"/>
                <a:gd name="connsiteY1" fmla="*/ 0 h 12767"/>
                <a:gd name="connsiteX2" fmla="*/ 0 w 34505"/>
                <a:gd name="connsiteY2" fmla="*/ 6384 h 12767"/>
                <a:gd name="connsiteX3" fmla="*/ 6390 w 34505"/>
                <a:gd name="connsiteY3" fmla="*/ 12768 h 12767"/>
                <a:gd name="connsiteX4" fmla="*/ 28116 w 34505"/>
                <a:gd name="connsiteY4" fmla="*/ 12768 h 12767"/>
                <a:gd name="connsiteX5" fmla="*/ 34506 w 34505"/>
                <a:gd name="connsiteY5" fmla="*/ 6384 h 12767"/>
                <a:gd name="connsiteX6" fmla="*/ 28116 w 34505"/>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505" h="12767">
                  <a:moveTo>
                    <a:pt x="28116" y="0"/>
                  </a:moveTo>
                  <a:lnTo>
                    <a:pt x="6390" y="0"/>
                  </a:lnTo>
                  <a:cubicBezTo>
                    <a:pt x="2556" y="0"/>
                    <a:pt x="0" y="2554"/>
                    <a:pt x="0" y="6384"/>
                  </a:cubicBezTo>
                  <a:cubicBezTo>
                    <a:pt x="0" y="10214"/>
                    <a:pt x="2556" y="12768"/>
                    <a:pt x="6390" y="12768"/>
                  </a:cubicBezTo>
                  <a:lnTo>
                    <a:pt x="28116" y="12768"/>
                  </a:lnTo>
                  <a:cubicBezTo>
                    <a:pt x="31950" y="12768"/>
                    <a:pt x="34506" y="10214"/>
                    <a:pt x="34506" y="6384"/>
                  </a:cubicBezTo>
                  <a:cubicBezTo>
                    <a:pt x="34506" y="2554"/>
                    <a:pt x="31950" y="0"/>
                    <a:pt x="28116" y="0"/>
                  </a:cubicBezTo>
                </a:path>
              </a:pathLst>
            </a:custGeom>
            <a:solidFill>
              <a:srgbClr val="007680"/>
            </a:solidFill>
            <a:ln w="6390" cap="flat">
              <a:noFill/>
              <a:prstDash val="solid"/>
              <a:miter/>
            </a:ln>
          </p:spPr>
          <p:txBody>
            <a:bodyPr rtlCol="0" anchor="ctr"/>
            <a:lstStyle/>
            <a:p>
              <a:endParaRPr lang="en-US"/>
            </a:p>
          </p:txBody>
        </p:sp>
        <p:sp>
          <p:nvSpPr>
            <p:cNvPr id="807" name="Graphic 4">
              <a:extLst>
                <a:ext uri="{FF2B5EF4-FFF2-40B4-BE49-F238E27FC236}">
                  <a16:creationId xmlns:a16="http://schemas.microsoft.com/office/drawing/2014/main" id="{AA9876CE-5436-5448-8301-AC6BE33387D4}"/>
                </a:ext>
              </a:extLst>
            </p:cNvPr>
            <p:cNvSpPr/>
            <p:nvPr/>
          </p:nvSpPr>
          <p:spPr>
            <a:xfrm>
              <a:off x="3683033" y="2125539"/>
              <a:ext cx="32840" cy="20918"/>
            </a:xfrm>
            <a:custGeom>
              <a:avLst/>
              <a:gdLst>
                <a:gd name="connsiteX0" fmla="*/ 23768 w 32840"/>
                <a:gd name="connsiteY0" fmla="*/ 489 h 20918"/>
                <a:gd name="connsiteX1" fmla="*/ 3960 w 32840"/>
                <a:gd name="connsiteY1" fmla="*/ 8789 h 20918"/>
                <a:gd name="connsiteX2" fmla="*/ 765 w 32840"/>
                <a:gd name="connsiteY2" fmla="*/ 17088 h 20918"/>
                <a:gd name="connsiteX3" fmla="*/ 6516 w 32840"/>
                <a:gd name="connsiteY3" fmla="*/ 20918 h 20918"/>
                <a:gd name="connsiteX4" fmla="*/ 9072 w 32840"/>
                <a:gd name="connsiteY4" fmla="*/ 20280 h 20918"/>
                <a:gd name="connsiteX5" fmla="*/ 28881 w 32840"/>
                <a:gd name="connsiteY5" fmla="*/ 11981 h 20918"/>
                <a:gd name="connsiteX6" fmla="*/ 32076 w 32840"/>
                <a:gd name="connsiteY6" fmla="*/ 3681 h 20918"/>
                <a:gd name="connsiteX7" fmla="*/ 23768 w 32840"/>
                <a:gd name="connsiteY7" fmla="*/ 489 h 20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40" h="20918">
                  <a:moveTo>
                    <a:pt x="23768" y="489"/>
                  </a:moveTo>
                  <a:lnTo>
                    <a:pt x="3960" y="8789"/>
                  </a:lnTo>
                  <a:cubicBezTo>
                    <a:pt x="765" y="10065"/>
                    <a:pt x="-1152" y="13896"/>
                    <a:pt x="765" y="17088"/>
                  </a:cubicBezTo>
                  <a:cubicBezTo>
                    <a:pt x="2043" y="19641"/>
                    <a:pt x="3960" y="20918"/>
                    <a:pt x="6516" y="20918"/>
                  </a:cubicBezTo>
                  <a:cubicBezTo>
                    <a:pt x="7155" y="20918"/>
                    <a:pt x="8433" y="20918"/>
                    <a:pt x="9072" y="20280"/>
                  </a:cubicBezTo>
                  <a:lnTo>
                    <a:pt x="28881" y="11981"/>
                  </a:lnTo>
                  <a:cubicBezTo>
                    <a:pt x="32076" y="10704"/>
                    <a:pt x="33993" y="6873"/>
                    <a:pt x="32076" y="3681"/>
                  </a:cubicBezTo>
                  <a:cubicBezTo>
                    <a:pt x="30798" y="489"/>
                    <a:pt x="26963" y="-787"/>
                    <a:pt x="23768" y="489"/>
                  </a:cubicBezTo>
                </a:path>
              </a:pathLst>
            </a:custGeom>
            <a:solidFill>
              <a:srgbClr val="007680"/>
            </a:solidFill>
            <a:ln w="6390" cap="flat">
              <a:noFill/>
              <a:prstDash val="solid"/>
              <a:miter/>
            </a:ln>
          </p:spPr>
          <p:txBody>
            <a:bodyPr rtlCol="0" anchor="ctr"/>
            <a:lstStyle/>
            <a:p>
              <a:endParaRPr lang="en-US"/>
            </a:p>
          </p:txBody>
        </p:sp>
        <p:sp>
          <p:nvSpPr>
            <p:cNvPr id="808" name="Graphic 4">
              <a:extLst>
                <a:ext uri="{FF2B5EF4-FFF2-40B4-BE49-F238E27FC236}">
                  <a16:creationId xmlns:a16="http://schemas.microsoft.com/office/drawing/2014/main" id="{A67E1BA7-D11F-D347-81D3-F0A30FAD0442}"/>
                </a:ext>
              </a:extLst>
            </p:cNvPr>
            <p:cNvSpPr/>
            <p:nvPr/>
          </p:nvSpPr>
          <p:spPr>
            <a:xfrm>
              <a:off x="3682670" y="2001051"/>
              <a:ext cx="32680" cy="20918"/>
            </a:xfrm>
            <a:custGeom>
              <a:avLst/>
              <a:gdLst>
                <a:gd name="connsiteX0" fmla="*/ 28605 w 32680"/>
                <a:gd name="connsiteY0" fmla="*/ 8789 h 20918"/>
                <a:gd name="connsiteX1" fmla="*/ 8797 w 32680"/>
                <a:gd name="connsiteY1" fmla="*/ 489 h 20918"/>
                <a:gd name="connsiteX2" fmla="*/ 490 w 32680"/>
                <a:gd name="connsiteY2" fmla="*/ 3681 h 20918"/>
                <a:gd name="connsiteX3" fmla="*/ 3685 w 32680"/>
                <a:gd name="connsiteY3" fmla="*/ 11981 h 20918"/>
                <a:gd name="connsiteX4" fmla="*/ 23493 w 32680"/>
                <a:gd name="connsiteY4" fmla="*/ 20280 h 20918"/>
                <a:gd name="connsiteX5" fmla="*/ 26050 w 32680"/>
                <a:gd name="connsiteY5" fmla="*/ 20918 h 20918"/>
                <a:gd name="connsiteX6" fmla="*/ 31800 w 32680"/>
                <a:gd name="connsiteY6" fmla="*/ 17088 h 20918"/>
                <a:gd name="connsiteX7" fmla="*/ 28605 w 32680"/>
                <a:gd name="connsiteY7" fmla="*/ 8789 h 20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680" h="20918">
                  <a:moveTo>
                    <a:pt x="28605" y="8789"/>
                  </a:moveTo>
                  <a:lnTo>
                    <a:pt x="8797" y="489"/>
                  </a:lnTo>
                  <a:cubicBezTo>
                    <a:pt x="5602" y="-787"/>
                    <a:pt x="1767" y="489"/>
                    <a:pt x="490" y="3681"/>
                  </a:cubicBezTo>
                  <a:cubicBezTo>
                    <a:pt x="-788" y="6873"/>
                    <a:pt x="490" y="10704"/>
                    <a:pt x="3685" y="11981"/>
                  </a:cubicBezTo>
                  <a:lnTo>
                    <a:pt x="23493" y="20280"/>
                  </a:lnTo>
                  <a:cubicBezTo>
                    <a:pt x="24132" y="20918"/>
                    <a:pt x="25410" y="20918"/>
                    <a:pt x="26050" y="20918"/>
                  </a:cubicBezTo>
                  <a:cubicBezTo>
                    <a:pt x="28605" y="20918"/>
                    <a:pt x="31161" y="19641"/>
                    <a:pt x="31800" y="17088"/>
                  </a:cubicBezTo>
                  <a:cubicBezTo>
                    <a:pt x="33717" y="13896"/>
                    <a:pt x="32439" y="10065"/>
                    <a:pt x="28605" y="8789"/>
                  </a:cubicBezTo>
                </a:path>
              </a:pathLst>
            </a:custGeom>
            <a:solidFill>
              <a:srgbClr val="007680"/>
            </a:solidFill>
            <a:ln w="6390" cap="flat">
              <a:noFill/>
              <a:prstDash val="solid"/>
              <a:miter/>
            </a:ln>
          </p:spPr>
          <p:txBody>
            <a:bodyPr rtlCol="0" anchor="ctr"/>
            <a:lstStyle/>
            <a:p>
              <a:endParaRPr lang="en-US"/>
            </a:p>
          </p:txBody>
        </p:sp>
        <p:sp>
          <p:nvSpPr>
            <p:cNvPr id="809" name="Graphic 4">
              <a:extLst>
                <a:ext uri="{FF2B5EF4-FFF2-40B4-BE49-F238E27FC236}">
                  <a16:creationId xmlns:a16="http://schemas.microsoft.com/office/drawing/2014/main" id="{D23094F5-9B6B-2045-B863-E505B40CD7D9}"/>
                </a:ext>
              </a:extLst>
            </p:cNvPr>
            <p:cNvSpPr/>
            <p:nvPr/>
          </p:nvSpPr>
          <p:spPr>
            <a:xfrm>
              <a:off x="3675491" y="2067296"/>
              <a:ext cx="34505" cy="12767"/>
            </a:xfrm>
            <a:custGeom>
              <a:avLst/>
              <a:gdLst>
                <a:gd name="connsiteX0" fmla="*/ 34505 w 34505"/>
                <a:gd name="connsiteY0" fmla="*/ 6384 h 12767"/>
                <a:gd name="connsiteX1" fmla="*/ 28115 w 34505"/>
                <a:gd name="connsiteY1" fmla="*/ 0 h 12767"/>
                <a:gd name="connsiteX2" fmla="*/ 6390 w 34505"/>
                <a:gd name="connsiteY2" fmla="*/ 0 h 12767"/>
                <a:gd name="connsiteX3" fmla="*/ 0 w 34505"/>
                <a:gd name="connsiteY3" fmla="*/ 6384 h 12767"/>
                <a:gd name="connsiteX4" fmla="*/ 6390 w 34505"/>
                <a:gd name="connsiteY4" fmla="*/ 12768 h 12767"/>
                <a:gd name="connsiteX5" fmla="*/ 28115 w 34505"/>
                <a:gd name="connsiteY5" fmla="*/ 12768 h 12767"/>
                <a:gd name="connsiteX6" fmla="*/ 34505 w 34505"/>
                <a:gd name="connsiteY6" fmla="*/ 638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505" h="12767">
                  <a:moveTo>
                    <a:pt x="34505" y="6384"/>
                  </a:moveTo>
                  <a:cubicBezTo>
                    <a:pt x="34505" y="2554"/>
                    <a:pt x="31950" y="0"/>
                    <a:pt x="28115" y="0"/>
                  </a:cubicBezTo>
                  <a:lnTo>
                    <a:pt x="6390" y="0"/>
                  </a:lnTo>
                  <a:cubicBezTo>
                    <a:pt x="2556" y="0"/>
                    <a:pt x="0" y="2554"/>
                    <a:pt x="0" y="6384"/>
                  </a:cubicBezTo>
                  <a:cubicBezTo>
                    <a:pt x="0" y="10214"/>
                    <a:pt x="2556" y="12768"/>
                    <a:pt x="6390" y="12768"/>
                  </a:cubicBezTo>
                  <a:lnTo>
                    <a:pt x="28115" y="12768"/>
                  </a:lnTo>
                  <a:cubicBezTo>
                    <a:pt x="31310" y="12768"/>
                    <a:pt x="34505" y="10214"/>
                    <a:pt x="34505" y="6384"/>
                  </a:cubicBezTo>
                </a:path>
              </a:pathLst>
            </a:custGeom>
            <a:solidFill>
              <a:srgbClr val="007680"/>
            </a:solidFill>
            <a:ln w="6390" cap="flat">
              <a:noFill/>
              <a:prstDash val="solid"/>
              <a:miter/>
            </a:ln>
          </p:spPr>
          <p:txBody>
            <a:bodyPr rtlCol="0" anchor="ctr"/>
            <a:lstStyle/>
            <a:p>
              <a:endParaRPr lang="en-US"/>
            </a:p>
          </p:txBody>
        </p:sp>
        <p:sp>
          <p:nvSpPr>
            <p:cNvPr id="810" name="Graphic 4">
              <a:extLst>
                <a:ext uri="{FF2B5EF4-FFF2-40B4-BE49-F238E27FC236}">
                  <a16:creationId xmlns:a16="http://schemas.microsoft.com/office/drawing/2014/main" id="{69F73B6A-2C11-584C-8E85-533A88409032}"/>
                </a:ext>
              </a:extLst>
            </p:cNvPr>
            <p:cNvSpPr/>
            <p:nvPr/>
          </p:nvSpPr>
          <p:spPr>
            <a:xfrm>
              <a:off x="3772619" y="2087086"/>
              <a:ext cx="31949" cy="31919"/>
            </a:xfrm>
            <a:custGeom>
              <a:avLst/>
              <a:gdLst>
                <a:gd name="connsiteX0" fmla="*/ 15975 w 31949"/>
                <a:gd name="connsiteY0" fmla="*/ 18514 h 31919"/>
                <a:gd name="connsiteX1" fmla="*/ 12780 w 31949"/>
                <a:gd name="connsiteY1" fmla="*/ 15322 h 31919"/>
                <a:gd name="connsiteX2" fmla="*/ 15975 w 31949"/>
                <a:gd name="connsiteY2" fmla="*/ 12130 h 31919"/>
                <a:gd name="connsiteX3" fmla="*/ 19170 w 31949"/>
                <a:gd name="connsiteY3" fmla="*/ 15322 h 31919"/>
                <a:gd name="connsiteX4" fmla="*/ 15975 w 31949"/>
                <a:gd name="connsiteY4" fmla="*/ 18514 h 31919"/>
                <a:gd name="connsiteX5" fmla="*/ 15975 w 31949"/>
                <a:gd name="connsiteY5" fmla="*/ 0 h 31919"/>
                <a:gd name="connsiteX6" fmla="*/ 0 w 31949"/>
                <a:gd name="connsiteY6" fmla="*/ 15960 h 31919"/>
                <a:gd name="connsiteX7" fmla="*/ 15975 w 31949"/>
                <a:gd name="connsiteY7" fmla="*/ 31920 h 31919"/>
                <a:gd name="connsiteX8" fmla="*/ 31950 w 31949"/>
                <a:gd name="connsiteY8" fmla="*/ 15960 h 31919"/>
                <a:gd name="connsiteX9" fmla="*/ 15975 w 31949"/>
                <a:gd name="connsiteY9" fmla="*/ 0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949" h="31919">
                  <a:moveTo>
                    <a:pt x="15975" y="18514"/>
                  </a:moveTo>
                  <a:cubicBezTo>
                    <a:pt x="14058" y="18514"/>
                    <a:pt x="12780" y="17237"/>
                    <a:pt x="12780" y="15322"/>
                  </a:cubicBezTo>
                  <a:cubicBezTo>
                    <a:pt x="12780" y="13406"/>
                    <a:pt x="14058" y="12130"/>
                    <a:pt x="15975" y="12130"/>
                  </a:cubicBezTo>
                  <a:cubicBezTo>
                    <a:pt x="17892" y="12130"/>
                    <a:pt x="19170" y="13406"/>
                    <a:pt x="19170" y="15322"/>
                  </a:cubicBezTo>
                  <a:cubicBezTo>
                    <a:pt x="19170" y="17237"/>
                    <a:pt x="17892" y="18514"/>
                    <a:pt x="15975" y="18514"/>
                  </a:cubicBezTo>
                  <a:moveTo>
                    <a:pt x="15975" y="0"/>
                  </a:moveTo>
                  <a:cubicBezTo>
                    <a:pt x="7029" y="0"/>
                    <a:pt x="0" y="7022"/>
                    <a:pt x="0" y="15960"/>
                  </a:cubicBezTo>
                  <a:cubicBezTo>
                    <a:pt x="0" y="24898"/>
                    <a:pt x="7029" y="31920"/>
                    <a:pt x="15975" y="31920"/>
                  </a:cubicBezTo>
                  <a:cubicBezTo>
                    <a:pt x="24921" y="31920"/>
                    <a:pt x="31950" y="24898"/>
                    <a:pt x="31950" y="15960"/>
                  </a:cubicBezTo>
                  <a:cubicBezTo>
                    <a:pt x="31950" y="7022"/>
                    <a:pt x="24921" y="0"/>
                    <a:pt x="15975" y="0"/>
                  </a:cubicBezTo>
                </a:path>
              </a:pathLst>
            </a:custGeom>
            <a:solidFill>
              <a:srgbClr val="007680"/>
            </a:solidFill>
            <a:ln w="6390" cap="flat">
              <a:noFill/>
              <a:prstDash val="solid"/>
              <a:miter/>
            </a:ln>
          </p:spPr>
          <p:txBody>
            <a:bodyPr rtlCol="0" anchor="ctr"/>
            <a:lstStyle/>
            <a:p>
              <a:endParaRPr lang="en-US"/>
            </a:p>
          </p:txBody>
        </p:sp>
      </p:grpSp>
      <p:grpSp>
        <p:nvGrpSpPr>
          <p:cNvPr id="811" name="Graphic 4">
            <a:extLst>
              <a:ext uri="{FF2B5EF4-FFF2-40B4-BE49-F238E27FC236}">
                <a16:creationId xmlns:a16="http://schemas.microsoft.com/office/drawing/2014/main" id="{7C62C931-CB99-F142-A72D-07E3AD373A20}"/>
              </a:ext>
            </a:extLst>
          </p:cNvPr>
          <p:cNvGrpSpPr/>
          <p:nvPr/>
        </p:nvGrpSpPr>
        <p:grpSpPr>
          <a:xfrm>
            <a:off x="4046108" y="1893013"/>
            <a:ext cx="361670" cy="361333"/>
            <a:chOff x="4046108" y="1893013"/>
            <a:chExt cx="361670" cy="361333"/>
          </a:xfrm>
          <a:solidFill>
            <a:srgbClr val="007680"/>
          </a:solidFill>
        </p:grpSpPr>
        <p:sp>
          <p:nvSpPr>
            <p:cNvPr id="812" name="Graphic 4">
              <a:extLst>
                <a:ext uri="{FF2B5EF4-FFF2-40B4-BE49-F238E27FC236}">
                  <a16:creationId xmlns:a16="http://schemas.microsoft.com/office/drawing/2014/main" id="{908A8CD4-2599-8946-B6DC-48C7EA4A74CE}"/>
                </a:ext>
              </a:extLst>
            </p:cNvPr>
            <p:cNvSpPr/>
            <p:nvPr/>
          </p:nvSpPr>
          <p:spPr>
            <a:xfrm>
              <a:off x="4046108" y="1893013"/>
              <a:ext cx="361670" cy="361333"/>
            </a:xfrm>
            <a:custGeom>
              <a:avLst/>
              <a:gdLst>
                <a:gd name="connsiteX0" fmla="*/ 288186 w 361670"/>
                <a:gd name="connsiteY0" fmla="*/ 187051 h 361333"/>
                <a:gd name="connsiteX1" fmla="*/ 266460 w 361670"/>
                <a:gd name="connsiteY1" fmla="*/ 187051 h 361333"/>
                <a:gd name="connsiteX2" fmla="*/ 260071 w 361670"/>
                <a:gd name="connsiteY2" fmla="*/ 180667 h 361333"/>
                <a:gd name="connsiteX3" fmla="*/ 266460 w 361670"/>
                <a:gd name="connsiteY3" fmla="*/ 174283 h 361333"/>
                <a:gd name="connsiteX4" fmla="*/ 288186 w 361670"/>
                <a:gd name="connsiteY4" fmla="*/ 174283 h 361333"/>
                <a:gd name="connsiteX5" fmla="*/ 294576 w 361670"/>
                <a:gd name="connsiteY5" fmla="*/ 180667 h 361333"/>
                <a:gd name="connsiteX6" fmla="*/ 288186 w 361670"/>
                <a:gd name="connsiteY6" fmla="*/ 187051 h 361333"/>
                <a:gd name="connsiteX7" fmla="*/ 286269 w 361670"/>
                <a:gd name="connsiteY7" fmla="*/ 249614 h 361333"/>
                <a:gd name="connsiteX8" fmla="*/ 280518 w 361670"/>
                <a:gd name="connsiteY8" fmla="*/ 253444 h 361333"/>
                <a:gd name="connsiteX9" fmla="*/ 277962 w 361670"/>
                <a:gd name="connsiteY9" fmla="*/ 252806 h 361333"/>
                <a:gd name="connsiteX10" fmla="*/ 258153 w 361670"/>
                <a:gd name="connsiteY10" fmla="*/ 244507 h 361333"/>
                <a:gd name="connsiteX11" fmla="*/ 254958 w 361670"/>
                <a:gd name="connsiteY11" fmla="*/ 236207 h 361333"/>
                <a:gd name="connsiteX12" fmla="*/ 263266 w 361670"/>
                <a:gd name="connsiteY12" fmla="*/ 233015 h 361333"/>
                <a:gd name="connsiteX13" fmla="*/ 283074 w 361670"/>
                <a:gd name="connsiteY13" fmla="*/ 241315 h 361333"/>
                <a:gd name="connsiteX14" fmla="*/ 286269 w 361670"/>
                <a:gd name="connsiteY14" fmla="*/ 249614 h 361333"/>
                <a:gd name="connsiteX15" fmla="*/ 245373 w 361670"/>
                <a:gd name="connsiteY15" fmla="*/ 242591 h 361333"/>
                <a:gd name="connsiteX16" fmla="*/ 213424 w 361670"/>
                <a:gd name="connsiteY16" fmla="*/ 274511 h 361333"/>
                <a:gd name="connsiteX17" fmla="*/ 148247 w 361670"/>
                <a:gd name="connsiteY17" fmla="*/ 274511 h 361333"/>
                <a:gd name="connsiteX18" fmla="*/ 116297 w 361670"/>
                <a:gd name="connsiteY18" fmla="*/ 242591 h 361333"/>
                <a:gd name="connsiteX19" fmla="*/ 116297 w 361670"/>
                <a:gd name="connsiteY19" fmla="*/ 120019 h 361333"/>
                <a:gd name="connsiteX20" fmla="*/ 148247 w 361670"/>
                <a:gd name="connsiteY20" fmla="*/ 88099 h 361333"/>
                <a:gd name="connsiteX21" fmla="*/ 213424 w 361670"/>
                <a:gd name="connsiteY21" fmla="*/ 88099 h 361333"/>
                <a:gd name="connsiteX22" fmla="*/ 245373 w 361670"/>
                <a:gd name="connsiteY22" fmla="*/ 120019 h 361333"/>
                <a:gd name="connsiteX23" fmla="*/ 245373 w 361670"/>
                <a:gd name="connsiteY23" fmla="*/ 242591 h 361333"/>
                <a:gd name="connsiteX24" fmla="*/ 106712 w 361670"/>
                <a:gd name="connsiteY24" fmla="*/ 125126 h 361333"/>
                <a:gd name="connsiteX25" fmla="*/ 100961 w 361670"/>
                <a:gd name="connsiteY25" fmla="*/ 128957 h 361333"/>
                <a:gd name="connsiteX26" fmla="*/ 98405 w 361670"/>
                <a:gd name="connsiteY26" fmla="*/ 128318 h 361333"/>
                <a:gd name="connsiteX27" fmla="*/ 78596 w 361670"/>
                <a:gd name="connsiteY27" fmla="*/ 120019 h 361333"/>
                <a:gd name="connsiteX28" fmla="*/ 75401 w 361670"/>
                <a:gd name="connsiteY28" fmla="*/ 111720 h 361333"/>
                <a:gd name="connsiteX29" fmla="*/ 83708 w 361670"/>
                <a:gd name="connsiteY29" fmla="*/ 108528 h 361333"/>
                <a:gd name="connsiteX30" fmla="*/ 103517 w 361670"/>
                <a:gd name="connsiteY30" fmla="*/ 116827 h 361333"/>
                <a:gd name="connsiteX31" fmla="*/ 106712 w 361670"/>
                <a:gd name="connsiteY31" fmla="*/ 125126 h 361333"/>
                <a:gd name="connsiteX32" fmla="*/ 103517 w 361670"/>
                <a:gd name="connsiteY32" fmla="*/ 244507 h 361333"/>
                <a:gd name="connsiteX33" fmla="*/ 83708 w 361670"/>
                <a:gd name="connsiteY33" fmla="*/ 252806 h 361333"/>
                <a:gd name="connsiteX34" fmla="*/ 81152 w 361670"/>
                <a:gd name="connsiteY34" fmla="*/ 253444 h 361333"/>
                <a:gd name="connsiteX35" fmla="*/ 75401 w 361670"/>
                <a:gd name="connsiteY35" fmla="*/ 249614 h 361333"/>
                <a:gd name="connsiteX36" fmla="*/ 78596 w 361670"/>
                <a:gd name="connsiteY36" fmla="*/ 241315 h 361333"/>
                <a:gd name="connsiteX37" fmla="*/ 98405 w 361670"/>
                <a:gd name="connsiteY37" fmla="*/ 233015 h 361333"/>
                <a:gd name="connsiteX38" fmla="*/ 106712 w 361670"/>
                <a:gd name="connsiteY38" fmla="*/ 236207 h 361333"/>
                <a:gd name="connsiteX39" fmla="*/ 103517 w 361670"/>
                <a:gd name="connsiteY39" fmla="*/ 244507 h 361333"/>
                <a:gd name="connsiteX40" fmla="*/ 67094 w 361670"/>
                <a:gd name="connsiteY40" fmla="*/ 180667 h 361333"/>
                <a:gd name="connsiteX41" fmla="*/ 73484 w 361670"/>
                <a:gd name="connsiteY41" fmla="*/ 174283 h 361333"/>
                <a:gd name="connsiteX42" fmla="*/ 95210 w 361670"/>
                <a:gd name="connsiteY42" fmla="*/ 174283 h 361333"/>
                <a:gd name="connsiteX43" fmla="*/ 101600 w 361670"/>
                <a:gd name="connsiteY43" fmla="*/ 180667 h 361333"/>
                <a:gd name="connsiteX44" fmla="*/ 95210 w 361670"/>
                <a:gd name="connsiteY44" fmla="*/ 187051 h 361333"/>
                <a:gd name="connsiteX45" fmla="*/ 73484 w 361670"/>
                <a:gd name="connsiteY45" fmla="*/ 187051 h 361333"/>
                <a:gd name="connsiteX46" fmla="*/ 67094 w 361670"/>
                <a:gd name="connsiteY46" fmla="*/ 180667 h 361333"/>
                <a:gd name="connsiteX47" fmla="*/ 258153 w 361670"/>
                <a:gd name="connsiteY47" fmla="*/ 116827 h 361333"/>
                <a:gd name="connsiteX48" fmla="*/ 277962 w 361670"/>
                <a:gd name="connsiteY48" fmla="*/ 108528 h 361333"/>
                <a:gd name="connsiteX49" fmla="*/ 286269 w 361670"/>
                <a:gd name="connsiteY49" fmla="*/ 111720 h 361333"/>
                <a:gd name="connsiteX50" fmla="*/ 283074 w 361670"/>
                <a:gd name="connsiteY50" fmla="*/ 120019 h 361333"/>
                <a:gd name="connsiteX51" fmla="*/ 263266 w 361670"/>
                <a:gd name="connsiteY51" fmla="*/ 128318 h 361333"/>
                <a:gd name="connsiteX52" fmla="*/ 260709 w 361670"/>
                <a:gd name="connsiteY52" fmla="*/ 128957 h 361333"/>
                <a:gd name="connsiteX53" fmla="*/ 254958 w 361670"/>
                <a:gd name="connsiteY53" fmla="*/ 125126 h 361333"/>
                <a:gd name="connsiteX54" fmla="*/ 258153 w 361670"/>
                <a:gd name="connsiteY54" fmla="*/ 116827 h 361333"/>
                <a:gd name="connsiteX55" fmla="*/ 180835 w 361670"/>
                <a:gd name="connsiteY55" fmla="*/ 0 h 361333"/>
                <a:gd name="connsiteX56" fmla="*/ 0 w 361670"/>
                <a:gd name="connsiteY56" fmla="*/ 180667 h 361333"/>
                <a:gd name="connsiteX57" fmla="*/ 180835 w 361670"/>
                <a:gd name="connsiteY57" fmla="*/ 361333 h 361333"/>
                <a:gd name="connsiteX58" fmla="*/ 361670 w 361670"/>
                <a:gd name="connsiteY58" fmla="*/ 180667 h 361333"/>
                <a:gd name="connsiteX59" fmla="*/ 180835 w 361670"/>
                <a:gd name="connsiteY5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61670" h="361333">
                  <a:moveTo>
                    <a:pt x="288186" y="187051"/>
                  </a:moveTo>
                  <a:lnTo>
                    <a:pt x="266460" y="187051"/>
                  </a:lnTo>
                  <a:cubicBezTo>
                    <a:pt x="262626" y="187051"/>
                    <a:pt x="260071" y="184497"/>
                    <a:pt x="260071" y="180667"/>
                  </a:cubicBezTo>
                  <a:cubicBezTo>
                    <a:pt x="260071" y="176836"/>
                    <a:pt x="262626" y="174283"/>
                    <a:pt x="266460" y="174283"/>
                  </a:cubicBezTo>
                  <a:lnTo>
                    <a:pt x="288186" y="174283"/>
                  </a:lnTo>
                  <a:cubicBezTo>
                    <a:pt x="292020" y="174283"/>
                    <a:pt x="294576" y="176836"/>
                    <a:pt x="294576" y="180667"/>
                  </a:cubicBezTo>
                  <a:cubicBezTo>
                    <a:pt x="294576" y="184497"/>
                    <a:pt x="291381" y="187051"/>
                    <a:pt x="288186" y="187051"/>
                  </a:cubicBezTo>
                  <a:moveTo>
                    <a:pt x="286269" y="249614"/>
                  </a:moveTo>
                  <a:cubicBezTo>
                    <a:pt x="284991" y="252167"/>
                    <a:pt x="283074" y="253444"/>
                    <a:pt x="280518" y="253444"/>
                  </a:cubicBezTo>
                  <a:cubicBezTo>
                    <a:pt x="279879" y="253444"/>
                    <a:pt x="278601" y="253444"/>
                    <a:pt x="277962" y="252806"/>
                  </a:cubicBezTo>
                  <a:lnTo>
                    <a:pt x="258153" y="244507"/>
                  </a:lnTo>
                  <a:cubicBezTo>
                    <a:pt x="254958" y="243230"/>
                    <a:pt x="253041" y="239399"/>
                    <a:pt x="254958" y="236207"/>
                  </a:cubicBezTo>
                  <a:cubicBezTo>
                    <a:pt x="256236" y="233015"/>
                    <a:pt x="260071" y="231100"/>
                    <a:pt x="263266" y="233015"/>
                  </a:cubicBezTo>
                  <a:lnTo>
                    <a:pt x="283074" y="241315"/>
                  </a:lnTo>
                  <a:cubicBezTo>
                    <a:pt x="286269" y="242591"/>
                    <a:pt x="288186" y="246422"/>
                    <a:pt x="286269" y="249614"/>
                  </a:cubicBezTo>
                  <a:moveTo>
                    <a:pt x="245373" y="242591"/>
                  </a:moveTo>
                  <a:cubicBezTo>
                    <a:pt x="245373" y="260467"/>
                    <a:pt x="231316" y="274511"/>
                    <a:pt x="213424" y="274511"/>
                  </a:cubicBezTo>
                  <a:lnTo>
                    <a:pt x="148247" y="274511"/>
                  </a:lnTo>
                  <a:cubicBezTo>
                    <a:pt x="130354" y="274511"/>
                    <a:pt x="116297" y="260467"/>
                    <a:pt x="116297" y="242591"/>
                  </a:cubicBezTo>
                  <a:lnTo>
                    <a:pt x="116297" y="120019"/>
                  </a:lnTo>
                  <a:cubicBezTo>
                    <a:pt x="116297" y="102144"/>
                    <a:pt x="130354" y="88099"/>
                    <a:pt x="148247" y="88099"/>
                  </a:cubicBezTo>
                  <a:lnTo>
                    <a:pt x="213424" y="88099"/>
                  </a:lnTo>
                  <a:cubicBezTo>
                    <a:pt x="231316" y="88099"/>
                    <a:pt x="245373" y="102144"/>
                    <a:pt x="245373" y="120019"/>
                  </a:cubicBezTo>
                  <a:lnTo>
                    <a:pt x="245373" y="242591"/>
                  </a:lnTo>
                  <a:close/>
                  <a:moveTo>
                    <a:pt x="106712" y="125126"/>
                  </a:moveTo>
                  <a:cubicBezTo>
                    <a:pt x="105434" y="127680"/>
                    <a:pt x="103517" y="128957"/>
                    <a:pt x="100961" y="128957"/>
                  </a:cubicBezTo>
                  <a:cubicBezTo>
                    <a:pt x="100322" y="128957"/>
                    <a:pt x="99044" y="128957"/>
                    <a:pt x="98405" y="128318"/>
                  </a:cubicBezTo>
                  <a:lnTo>
                    <a:pt x="78596" y="120019"/>
                  </a:lnTo>
                  <a:cubicBezTo>
                    <a:pt x="75401" y="118742"/>
                    <a:pt x="73484" y="114912"/>
                    <a:pt x="75401" y="111720"/>
                  </a:cubicBezTo>
                  <a:cubicBezTo>
                    <a:pt x="76679" y="108528"/>
                    <a:pt x="80513" y="106613"/>
                    <a:pt x="83708" y="108528"/>
                  </a:cubicBezTo>
                  <a:lnTo>
                    <a:pt x="103517" y="116827"/>
                  </a:lnTo>
                  <a:cubicBezTo>
                    <a:pt x="106712" y="118104"/>
                    <a:pt x="107990" y="121934"/>
                    <a:pt x="106712" y="125126"/>
                  </a:cubicBezTo>
                  <a:moveTo>
                    <a:pt x="103517" y="244507"/>
                  </a:moveTo>
                  <a:lnTo>
                    <a:pt x="83708" y="252806"/>
                  </a:lnTo>
                  <a:cubicBezTo>
                    <a:pt x="83069" y="253444"/>
                    <a:pt x="81791" y="253444"/>
                    <a:pt x="81152" y="253444"/>
                  </a:cubicBezTo>
                  <a:cubicBezTo>
                    <a:pt x="78596" y="253444"/>
                    <a:pt x="76040" y="252167"/>
                    <a:pt x="75401" y="249614"/>
                  </a:cubicBezTo>
                  <a:cubicBezTo>
                    <a:pt x="74123" y="246422"/>
                    <a:pt x="75401" y="242591"/>
                    <a:pt x="78596" y="241315"/>
                  </a:cubicBezTo>
                  <a:lnTo>
                    <a:pt x="98405" y="233015"/>
                  </a:lnTo>
                  <a:cubicBezTo>
                    <a:pt x="101600" y="231739"/>
                    <a:pt x="105434" y="233015"/>
                    <a:pt x="106712" y="236207"/>
                  </a:cubicBezTo>
                  <a:cubicBezTo>
                    <a:pt x="107990" y="239399"/>
                    <a:pt x="106712" y="243230"/>
                    <a:pt x="103517" y="244507"/>
                  </a:cubicBezTo>
                  <a:moveTo>
                    <a:pt x="67094" y="180667"/>
                  </a:moveTo>
                  <a:cubicBezTo>
                    <a:pt x="67094" y="176836"/>
                    <a:pt x="69650" y="174283"/>
                    <a:pt x="73484" y="174283"/>
                  </a:cubicBezTo>
                  <a:lnTo>
                    <a:pt x="95210" y="174283"/>
                  </a:lnTo>
                  <a:cubicBezTo>
                    <a:pt x="99044" y="174283"/>
                    <a:pt x="101600" y="176836"/>
                    <a:pt x="101600" y="180667"/>
                  </a:cubicBezTo>
                  <a:cubicBezTo>
                    <a:pt x="101600" y="184497"/>
                    <a:pt x="99044" y="187051"/>
                    <a:pt x="95210" y="187051"/>
                  </a:cubicBezTo>
                  <a:lnTo>
                    <a:pt x="73484" y="187051"/>
                  </a:lnTo>
                  <a:cubicBezTo>
                    <a:pt x="70289" y="187051"/>
                    <a:pt x="67094" y="184497"/>
                    <a:pt x="67094" y="180667"/>
                  </a:cubicBezTo>
                  <a:moveTo>
                    <a:pt x="258153" y="116827"/>
                  </a:moveTo>
                  <a:lnTo>
                    <a:pt x="277962" y="108528"/>
                  </a:lnTo>
                  <a:cubicBezTo>
                    <a:pt x="281157" y="107251"/>
                    <a:pt x="284991" y="108528"/>
                    <a:pt x="286269" y="111720"/>
                  </a:cubicBezTo>
                  <a:cubicBezTo>
                    <a:pt x="287547" y="114912"/>
                    <a:pt x="286269" y="118742"/>
                    <a:pt x="283074" y="120019"/>
                  </a:cubicBezTo>
                  <a:lnTo>
                    <a:pt x="263266" y="128318"/>
                  </a:lnTo>
                  <a:cubicBezTo>
                    <a:pt x="262626" y="128957"/>
                    <a:pt x="261348" y="128957"/>
                    <a:pt x="260709" y="128957"/>
                  </a:cubicBezTo>
                  <a:cubicBezTo>
                    <a:pt x="258153" y="128957"/>
                    <a:pt x="255597" y="127680"/>
                    <a:pt x="254958" y="125126"/>
                  </a:cubicBezTo>
                  <a:cubicBezTo>
                    <a:pt x="253041" y="121934"/>
                    <a:pt x="254958" y="118104"/>
                    <a:pt x="258153" y="116827"/>
                  </a:cubicBezTo>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path>
              </a:pathLst>
            </a:custGeom>
            <a:solidFill>
              <a:srgbClr val="007680"/>
            </a:solidFill>
            <a:ln w="6390" cap="flat">
              <a:noFill/>
              <a:prstDash val="solid"/>
              <a:miter/>
            </a:ln>
          </p:spPr>
          <p:txBody>
            <a:bodyPr rtlCol="0" anchor="ctr"/>
            <a:lstStyle/>
            <a:p>
              <a:endParaRPr lang="en-US"/>
            </a:p>
          </p:txBody>
        </p:sp>
        <p:sp>
          <p:nvSpPr>
            <p:cNvPr id="813" name="Graphic 4">
              <a:extLst>
                <a:ext uri="{FF2B5EF4-FFF2-40B4-BE49-F238E27FC236}">
                  <a16:creationId xmlns:a16="http://schemas.microsoft.com/office/drawing/2014/main" id="{51F9F5AF-28F0-CE4B-950A-7B7A0D781406}"/>
                </a:ext>
              </a:extLst>
            </p:cNvPr>
            <p:cNvSpPr/>
            <p:nvPr/>
          </p:nvSpPr>
          <p:spPr>
            <a:xfrm>
              <a:off x="4175185" y="1993241"/>
              <a:ext cx="103516" cy="160876"/>
            </a:xfrm>
            <a:custGeom>
              <a:avLst/>
              <a:gdLst>
                <a:gd name="connsiteX0" fmla="*/ 51758 w 103516"/>
                <a:gd name="connsiteY0" fmla="*/ 144916 h 160876"/>
                <a:gd name="connsiteX1" fmla="*/ 16614 w 103516"/>
                <a:gd name="connsiteY1" fmla="*/ 109804 h 160876"/>
                <a:gd name="connsiteX2" fmla="*/ 51758 w 103516"/>
                <a:gd name="connsiteY2" fmla="*/ 74692 h 160876"/>
                <a:gd name="connsiteX3" fmla="*/ 86903 w 103516"/>
                <a:gd name="connsiteY3" fmla="*/ 109804 h 160876"/>
                <a:gd name="connsiteX4" fmla="*/ 51758 w 103516"/>
                <a:gd name="connsiteY4" fmla="*/ 144916 h 160876"/>
                <a:gd name="connsiteX5" fmla="*/ 51758 w 103516"/>
                <a:gd name="connsiteY5" fmla="*/ 16598 h 160876"/>
                <a:gd name="connsiteX6" fmla="*/ 72845 w 103516"/>
                <a:gd name="connsiteY6" fmla="*/ 37665 h 160876"/>
                <a:gd name="connsiteX7" fmla="*/ 51758 w 103516"/>
                <a:gd name="connsiteY7" fmla="*/ 58733 h 160876"/>
                <a:gd name="connsiteX8" fmla="*/ 30672 w 103516"/>
                <a:gd name="connsiteY8" fmla="*/ 37665 h 160876"/>
                <a:gd name="connsiteX9" fmla="*/ 51758 w 103516"/>
                <a:gd name="connsiteY9" fmla="*/ 16598 h 160876"/>
                <a:gd name="connsiteX10" fmla="*/ 84347 w 103516"/>
                <a:gd name="connsiteY10" fmla="*/ 0 h 160876"/>
                <a:gd name="connsiteX11" fmla="*/ 19170 w 103516"/>
                <a:gd name="connsiteY11" fmla="*/ 0 h 160876"/>
                <a:gd name="connsiteX12" fmla="*/ 0 w 103516"/>
                <a:gd name="connsiteY12" fmla="*/ 19152 h 160876"/>
                <a:gd name="connsiteX13" fmla="*/ 0 w 103516"/>
                <a:gd name="connsiteY13" fmla="*/ 141724 h 160876"/>
                <a:gd name="connsiteX14" fmla="*/ 19170 w 103516"/>
                <a:gd name="connsiteY14" fmla="*/ 160876 h 160876"/>
                <a:gd name="connsiteX15" fmla="*/ 84347 w 103516"/>
                <a:gd name="connsiteY15" fmla="*/ 160876 h 160876"/>
                <a:gd name="connsiteX16" fmla="*/ 103517 w 103516"/>
                <a:gd name="connsiteY16" fmla="*/ 141724 h 160876"/>
                <a:gd name="connsiteX17" fmla="*/ 103517 w 103516"/>
                <a:gd name="connsiteY17" fmla="*/ 19152 h 160876"/>
                <a:gd name="connsiteX18" fmla="*/ 84347 w 103516"/>
                <a:gd name="connsiteY18" fmla="*/ 0 h 16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3516" h="160876">
                  <a:moveTo>
                    <a:pt x="51758" y="144916"/>
                  </a:moveTo>
                  <a:cubicBezTo>
                    <a:pt x="31950" y="144916"/>
                    <a:pt x="16614" y="128956"/>
                    <a:pt x="16614" y="109804"/>
                  </a:cubicBezTo>
                  <a:cubicBezTo>
                    <a:pt x="16614" y="90014"/>
                    <a:pt x="32589" y="74692"/>
                    <a:pt x="51758" y="74692"/>
                  </a:cubicBezTo>
                  <a:cubicBezTo>
                    <a:pt x="71567" y="74692"/>
                    <a:pt x="86903" y="90652"/>
                    <a:pt x="86903" y="109804"/>
                  </a:cubicBezTo>
                  <a:cubicBezTo>
                    <a:pt x="86903" y="128956"/>
                    <a:pt x="70928" y="144916"/>
                    <a:pt x="51758" y="144916"/>
                  </a:cubicBezTo>
                  <a:moveTo>
                    <a:pt x="51758" y="16598"/>
                  </a:moveTo>
                  <a:cubicBezTo>
                    <a:pt x="63260" y="16598"/>
                    <a:pt x="72845" y="26174"/>
                    <a:pt x="72845" y="37665"/>
                  </a:cubicBezTo>
                  <a:cubicBezTo>
                    <a:pt x="72845" y="49157"/>
                    <a:pt x="63260" y="58733"/>
                    <a:pt x="51758" y="58733"/>
                  </a:cubicBezTo>
                  <a:cubicBezTo>
                    <a:pt x="40257" y="58733"/>
                    <a:pt x="30672" y="49157"/>
                    <a:pt x="30672" y="37665"/>
                  </a:cubicBezTo>
                  <a:cubicBezTo>
                    <a:pt x="30672" y="26174"/>
                    <a:pt x="40257" y="16598"/>
                    <a:pt x="51758" y="16598"/>
                  </a:cubicBezTo>
                  <a:moveTo>
                    <a:pt x="84347" y="0"/>
                  </a:moveTo>
                  <a:lnTo>
                    <a:pt x="19170" y="0"/>
                  </a:lnTo>
                  <a:cubicBezTo>
                    <a:pt x="8307" y="0"/>
                    <a:pt x="0" y="8299"/>
                    <a:pt x="0" y="19152"/>
                  </a:cubicBezTo>
                  <a:lnTo>
                    <a:pt x="0" y="141724"/>
                  </a:lnTo>
                  <a:cubicBezTo>
                    <a:pt x="0" y="152577"/>
                    <a:pt x="8307" y="160876"/>
                    <a:pt x="19170" y="160876"/>
                  </a:cubicBezTo>
                  <a:lnTo>
                    <a:pt x="84347" y="160876"/>
                  </a:lnTo>
                  <a:cubicBezTo>
                    <a:pt x="95210" y="160876"/>
                    <a:pt x="103517" y="152577"/>
                    <a:pt x="103517" y="141724"/>
                  </a:cubicBezTo>
                  <a:lnTo>
                    <a:pt x="103517" y="19152"/>
                  </a:lnTo>
                  <a:cubicBezTo>
                    <a:pt x="103517" y="8938"/>
                    <a:pt x="94571" y="0"/>
                    <a:pt x="84347" y="0"/>
                  </a:cubicBezTo>
                </a:path>
              </a:pathLst>
            </a:custGeom>
            <a:solidFill>
              <a:srgbClr val="007680"/>
            </a:solidFill>
            <a:ln w="6390" cap="flat">
              <a:noFill/>
              <a:prstDash val="solid"/>
              <a:miter/>
            </a:ln>
          </p:spPr>
          <p:txBody>
            <a:bodyPr rtlCol="0" anchor="ctr"/>
            <a:lstStyle/>
            <a:p>
              <a:endParaRPr lang="en-US"/>
            </a:p>
          </p:txBody>
        </p:sp>
        <p:sp>
          <p:nvSpPr>
            <p:cNvPr id="814" name="Graphic 4">
              <a:extLst>
                <a:ext uri="{FF2B5EF4-FFF2-40B4-BE49-F238E27FC236}">
                  <a16:creationId xmlns:a16="http://schemas.microsoft.com/office/drawing/2014/main" id="{9A95A2AF-EA62-CD43-9DA6-9CDB87B1351A}"/>
                </a:ext>
              </a:extLst>
            </p:cNvPr>
            <p:cNvSpPr/>
            <p:nvPr/>
          </p:nvSpPr>
          <p:spPr>
            <a:xfrm>
              <a:off x="4204578" y="2080064"/>
              <a:ext cx="44729" cy="44687"/>
            </a:xfrm>
            <a:custGeom>
              <a:avLst/>
              <a:gdLst>
                <a:gd name="connsiteX0" fmla="*/ 22365 w 44729"/>
                <a:gd name="connsiteY0" fmla="*/ 38304 h 44687"/>
                <a:gd name="connsiteX1" fmla="*/ 6390 w 44729"/>
                <a:gd name="connsiteY1" fmla="*/ 22344 h 44687"/>
                <a:gd name="connsiteX2" fmla="*/ 22365 w 44729"/>
                <a:gd name="connsiteY2" fmla="*/ 6384 h 44687"/>
                <a:gd name="connsiteX3" fmla="*/ 38340 w 44729"/>
                <a:gd name="connsiteY3" fmla="*/ 22344 h 44687"/>
                <a:gd name="connsiteX4" fmla="*/ 22365 w 44729"/>
                <a:gd name="connsiteY4" fmla="*/ 38304 h 44687"/>
                <a:gd name="connsiteX5" fmla="*/ 22365 w 44729"/>
                <a:gd name="connsiteY5" fmla="*/ 0 h 44687"/>
                <a:gd name="connsiteX6" fmla="*/ 0 w 44729"/>
                <a:gd name="connsiteY6" fmla="*/ 22344 h 44687"/>
                <a:gd name="connsiteX7" fmla="*/ 22365 w 44729"/>
                <a:gd name="connsiteY7" fmla="*/ 44688 h 44687"/>
                <a:gd name="connsiteX8" fmla="*/ 44730 w 44729"/>
                <a:gd name="connsiteY8" fmla="*/ 22344 h 44687"/>
                <a:gd name="connsiteX9" fmla="*/ 22365 w 44729"/>
                <a:gd name="connsiteY9" fmla="*/ 0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29" h="44687">
                  <a:moveTo>
                    <a:pt x="22365" y="38304"/>
                  </a:moveTo>
                  <a:cubicBezTo>
                    <a:pt x="13419" y="38304"/>
                    <a:pt x="6390" y="31281"/>
                    <a:pt x="6390" y="22344"/>
                  </a:cubicBezTo>
                  <a:cubicBezTo>
                    <a:pt x="6390" y="13406"/>
                    <a:pt x="13419" y="6384"/>
                    <a:pt x="22365" y="6384"/>
                  </a:cubicBezTo>
                  <a:cubicBezTo>
                    <a:pt x="31311" y="6384"/>
                    <a:pt x="38340" y="13406"/>
                    <a:pt x="38340" y="22344"/>
                  </a:cubicBezTo>
                  <a:cubicBezTo>
                    <a:pt x="38340" y="31281"/>
                    <a:pt x="31311" y="38304"/>
                    <a:pt x="22365" y="38304"/>
                  </a:cubicBezTo>
                  <a:moveTo>
                    <a:pt x="22365" y="0"/>
                  </a:moveTo>
                  <a:cubicBezTo>
                    <a:pt x="9585" y="0"/>
                    <a:pt x="0" y="10214"/>
                    <a:pt x="0" y="22344"/>
                  </a:cubicBezTo>
                  <a:cubicBezTo>
                    <a:pt x="0" y="35112"/>
                    <a:pt x="10224" y="44688"/>
                    <a:pt x="22365" y="44688"/>
                  </a:cubicBezTo>
                  <a:cubicBezTo>
                    <a:pt x="35145" y="44688"/>
                    <a:pt x="44730" y="34473"/>
                    <a:pt x="44730" y="22344"/>
                  </a:cubicBezTo>
                  <a:cubicBezTo>
                    <a:pt x="44730" y="10214"/>
                    <a:pt x="34506" y="0"/>
                    <a:pt x="22365" y="0"/>
                  </a:cubicBezTo>
                </a:path>
              </a:pathLst>
            </a:custGeom>
            <a:solidFill>
              <a:srgbClr val="007680"/>
            </a:solidFill>
            <a:ln w="6390" cap="flat">
              <a:noFill/>
              <a:prstDash val="solid"/>
              <a:miter/>
            </a:ln>
          </p:spPr>
          <p:txBody>
            <a:bodyPr rtlCol="0" anchor="ctr"/>
            <a:lstStyle/>
            <a:p>
              <a:endParaRPr lang="en-US"/>
            </a:p>
          </p:txBody>
        </p:sp>
        <p:sp>
          <p:nvSpPr>
            <p:cNvPr id="815" name="Graphic 4">
              <a:extLst>
                <a:ext uri="{FF2B5EF4-FFF2-40B4-BE49-F238E27FC236}">
                  <a16:creationId xmlns:a16="http://schemas.microsoft.com/office/drawing/2014/main" id="{366C7819-7815-554D-8FAF-8D17A874BFDD}"/>
                </a:ext>
              </a:extLst>
            </p:cNvPr>
            <p:cNvSpPr/>
            <p:nvPr/>
          </p:nvSpPr>
          <p:spPr>
            <a:xfrm>
              <a:off x="4223748" y="2099854"/>
              <a:ext cx="6389" cy="6383"/>
            </a:xfrm>
            <a:custGeom>
              <a:avLst/>
              <a:gdLst>
                <a:gd name="connsiteX0" fmla="*/ 3195 w 6389"/>
                <a:gd name="connsiteY0" fmla="*/ 0 h 6383"/>
                <a:gd name="connsiteX1" fmla="*/ 0 w 6389"/>
                <a:gd name="connsiteY1" fmla="*/ 3192 h 6383"/>
                <a:gd name="connsiteX2" fmla="*/ 3195 w 6389"/>
                <a:gd name="connsiteY2" fmla="*/ 6384 h 6383"/>
                <a:gd name="connsiteX3" fmla="*/ 6390 w 6389"/>
                <a:gd name="connsiteY3" fmla="*/ 3192 h 6383"/>
                <a:gd name="connsiteX4" fmla="*/ 3195 w 6389"/>
                <a:gd name="connsiteY4" fmla="*/ 0 h 6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9" h="6383">
                  <a:moveTo>
                    <a:pt x="3195" y="0"/>
                  </a:moveTo>
                  <a:cubicBezTo>
                    <a:pt x="1278" y="0"/>
                    <a:pt x="0" y="1277"/>
                    <a:pt x="0" y="3192"/>
                  </a:cubicBezTo>
                  <a:cubicBezTo>
                    <a:pt x="0" y="5107"/>
                    <a:pt x="1278" y="6384"/>
                    <a:pt x="3195" y="6384"/>
                  </a:cubicBezTo>
                  <a:cubicBezTo>
                    <a:pt x="5112" y="6384"/>
                    <a:pt x="6390" y="5107"/>
                    <a:pt x="6390" y="3192"/>
                  </a:cubicBezTo>
                  <a:cubicBezTo>
                    <a:pt x="6390" y="1277"/>
                    <a:pt x="4473" y="0"/>
                    <a:pt x="3195" y="0"/>
                  </a:cubicBezTo>
                </a:path>
              </a:pathLst>
            </a:custGeom>
            <a:solidFill>
              <a:srgbClr val="007680"/>
            </a:solidFill>
            <a:ln w="6390" cap="flat">
              <a:noFill/>
              <a:prstDash val="solid"/>
              <a:miter/>
            </a:ln>
          </p:spPr>
          <p:txBody>
            <a:bodyPr rtlCol="0" anchor="ctr"/>
            <a:lstStyle/>
            <a:p>
              <a:endParaRPr lang="en-US"/>
            </a:p>
          </p:txBody>
        </p:sp>
        <p:sp>
          <p:nvSpPr>
            <p:cNvPr id="816" name="Graphic 4">
              <a:extLst>
                <a:ext uri="{FF2B5EF4-FFF2-40B4-BE49-F238E27FC236}">
                  <a16:creationId xmlns:a16="http://schemas.microsoft.com/office/drawing/2014/main" id="{1810FD4E-F5AE-AD4F-B719-DDBFC5603DA7}"/>
                </a:ext>
              </a:extLst>
            </p:cNvPr>
            <p:cNvSpPr/>
            <p:nvPr/>
          </p:nvSpPr>
          <p:spPr>
            <a:xfrm>
              <a:off x="4218636" y="2021969"/>
              <a:ext cx="16613" cy="16598"/>
            </a:xfrm>
            <a:custGeom>
              <a:avLst/>
              <a:gdLst>
                <a:gd name="connsiteX0" fmla="*/ 8307 w 16613"/>
                <a:gd name="connsiteY0" fmla="*/ 16598 h 16598"/>
                <a:gd name="connsiteX1" fmla="*/ 16614 w 16613"/>
                <a:gd name="connsiteY1" fmla="*/ 8299 h 16598"/>
                <a:gd name="connsiteX2" fmla="*/ 8307 w 16613"/>
                <a:gd name="connsiteY2" fmla="*/ 0 h 16598"/>
                <a:gd name="connsiteX3" fmla="*/ 0 w 16613"/>
                <a:gd name="connsiteY3" fmla="*/ 8299 h 16598"/>
                <a:gd name="connsiteX4" fmla="*/ 8307 w 16613"/>
                <a:gd name="connsiteY4" fmla="*/ 16598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16598">
                  <a:moveTo>
                    <a:pt x="8307" y="16598"/>
                  </a:moveTo>
                  <a:cubicBezTo>
                    <a:pt x="12780" y="16598"/>
                    <a:pt x="16614" y="12768"/>
                    <a:pt x="16614" y="8299"/>
                  </a:cubicBezTo>
                  <a:cubicBezTo>
                    <a:pt x="16614" y="3830"/>
                    <a:pt x="12780" y="0"/>
                    <a:pt x="8307" y="0"/>
                  </a:cubicBezTo>
                  <a:cubicBezTo>
                    <a:pt x="3834" y="0"/>
                    <a:pt x="0" y="3830"/>
                    <a:pt x="0" y="8299"/>
                  </a:cubicBezTo>
                  <a:cubicBezTo>
                    <a:pt x="0" y="12768"/>
                    <a:pt x="3834" y="16598"/>
                    <a:pt x="8307" y="16598"/>
                  </a:cubicBezTo>
                </a:path>
              </a:pathLst>
            </a:custGeom>
            <a:solidFill>
              <a:srgbClr val="007680"/>
            </a:solidFill>
            <a:ln w="6390" cap="flat">
              <a:noFill/>
              <a:prstDash val="solid"/>
              <a:miter/>
            </a:ln>
          </p:spPr>
          <p:txBody>
            <a:bodyPr rtlCol="0" anchor="ctr"/>
            <a:lstStyle/>
            <a:p>
              <a:endParaRPr lang="en-US"/>
            </a:p>
          </p:txBody>
        </p:sp>
      </p:grpSp>
      <p:grpSp>
        <p:nvGrpSpPr>
          <p:cNvPr id="817" name="Graphic 4">
            <a:extLst>
              <a:ext uri="{FF2B5EF4-FFF2-40B4-BE49-F238E27FC236}">
                <a16:creationId xmlns:a16="http://schemas.microsoft.com/office/drawing/2014/main" id="{9C68B43B-1C09-844E-9815-DA6B1B58C862}"/>
              </a:ext>
            </a:extLst>
          </p:cNvPr>
          <p:cNvGrpSpPr/>
          <p:nvPr/>
        </p:nvGrpSpPr>
        <p:grpSpPr>
          <a:xfrm>
            <a:off x="8841116" y="2855717"/>
            <a:ext cx="361674" cy="361333"/>
            <a:chOff x="8841116" y="2855717"/>
            <a:chExt cx="361674" cy="361333"/>
          </a:xfrm>
          <a:solidFill>
            <a:srgbClr val="00ABAB"/>
          </a:solidFill>
        </p:grpSpPr>
        <p:sp>
          <p:nvSpPr>
            <p:cNvPr id="818" name="Graphic 4">
              <a:extLst>
                <a:ext uri="{FF2B5EF4-FFF2-40B4-BE49-F238E27FC236}">
                  <a16:creationId xmlns:a16="http://schemas.microsoft.com/office/drawing/2014/main" id="{8C09AD21-9233-244F-B766-ECF7C0F7CDA2}"/>
                </a:ext>
              </a:extLst>
            </p:cNvPr>
            <p:cNvSpPr/>
            <p:nvPr/>
          </p:nvSpPr>
          <p:spPr>
            <a:xfrm>
              <a:off x="8841116" y="2855717"/>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0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6"/>
                    <a:pt x="0" y="180667"/>
                  </a:cubicBezTo>
                  <a:cubicBezTo>
                    <a:pt x="0" y="280895"/>
                    <a:pt x="81153" y="361333"/>
                    <a:pt x="180836" y="361333"/>
                  </a:cubicBezTo>
                  <a:cubicBezTo>
                    <a:pt x="280518" y="361333"/>
                    <a:pt x="361670" y="280257"/>
                    <a:pt x="361670" y="180667"/>
                  </a:cubicBezTo>
                  <a:cubicBezTo>
                    <a:pt x="362310" y="80438"/>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9530" y="273234"/>
                    <a:pt x="274128" y="349204"/>
                    <a:pt x="180836" y="349204"/>
                  </a:cubicBezTo>
                  <a:close/>
                </a:path>
              </a:pathLst>
            </a:custGeom>
            <a:solidFill>
              <a:srgbClr val="00ABAB"/>
            </a:solidFill>
            <a:ln w="6390" cap="flat">
              <a:noFill/>
              <a:prstDash val="solid"/>
              <a:miter/>
            </a:ln>
          </p:spPr>
          <p:txBody>
            <a:bodyPr rtlCol="0" anchor="ctr"/>
            <a:lstStyle/>
            <a:p>
              <a:endParaRPr lang="en-US"/>
            </a:p>
          </p:txBody>
        </p:sp>
        <p:sp>
          <p:nvSpPr>
            <p:cNvPr id="819" name="Graphic 4">
              <a:extLst>
                <a:ext uri="{FF2B5EF4-FFF2-40B4-BE49-F238E27FC236}">
                  <a16:creationId xmlns:a16="http://schemas.microsoft.com/office/drawing/2014/main" id="{B7E37269-4E98-8240-9987-4389AE637522}"/>
                </a:ext>
              </a:extLst>
            </p:cNvPr>
            <p:cNvSpPr/>
            <p:nvPr/>
          </p:nvSpPr>
          <p:spPr>
            <a:xfrm>
              <a:off x="8924186" y="2966160"/>
              <a:ext cx="194893" cy="141086"/>
            </a:xfrm>
            <a:custGeom>
              <a:avLst/>
              <a:gdLst>
                <a:gd name="connsiteX0" fmla="*/ 192977 w 194893"/>
                <a:gd name="connsiteY0" fmla="*/ 33197 h 141086"/>
                <a:gd name="connsiteX1" fmla="*/ 184031 w 194893"/>
                <a:gd name="connsiteY1" fmla="*/ 11491 h 141086"/>
                <a:gd name="connsiteX2" fmla="*/ 162943 w 194893"/>
                <a:gd name="connsiteY2" fmla="*/ 1915 h 141086"/>
                <a:gd name="connsiteX3" fmla="*/ 161666 w 194893"/>
                <a:gd name="connsiteY3" fmla="*/ 1915 h 141086"/>
                <a:gd name="connsiteX4" fmla="*/ 97766 w 194893"/>
                <a:gd name="connsiteY4" fmla="*/ 0 h 141086"/>
                <a:gd name="connsiteX5" fmla="*/ 33228 w 194893"/>
                <a:gd name="connsiteY5" fmla="*/ 1915 h 141086"/>
                <a:gd name="connsiteX6" fmla="*/ 31950 w 194893"/>
                <a:gd name="connsiteY6" fmla="*/ 1915 h 141086"/>
                <a:gd name="connsiteX7" fmla="*/ 10863 w 194893"/>
                <a:gd name="connsiteY7" fmla="*/ 11491 h 141086"/>
                <a:gd name="connsiteX8" fmla="*/ 1917 w 194893"/>
                <a:gd name="connsiteY8" fmla="*/ 33197 h 141086"/>
                <a:gd name="connsiteX9" fmla="*/ 0 w 194893"/>
                <a:gd name="connsiteY9" fmla="*/ 63201 h 141086"/>
                <a:gd name="connsiteX10" fmla="*/ 0 w 194893"/>
                <a:gd name="connsiteY10" fmla="*/ 77246 h 141086"/>
                <a:gd name="connsiteX11" fmla="*/ 1917 w 194893"/>
                <a:gd name="connsiteY11" fmla="*/ 107251 h 141086"/>
                <a:gd name="connsiteX12" fmla="*/ 10863 w 194893"/>
                <a:gd name="connsiteY12" fmla="*/ 128957 h 141086"/>
                <a:gd name="connsiteX13" fmla="*/ 31950 w 194893"/>
                <a:gd name="connsiteY13" fmla="*/ 138533 h 141086"/>
                <a:gd name="connsiteX14" fmla="*/ 34506 w 194893"/>
                <a:gd name="connsiteY14" fmla="*/ 139171 h 141086"/>
                <a:gd name="connsiteX15" fmla="*/ 97128 w 194893"/>
                <a:gd name="connsiteY15" fmla="*/ 141086 h 141086"/>
                <a:gd name="connsiteX16" fmla="*/ 161666 w 194893"/>
                <a:gd name="connsiteY16" fmla="*/ 139171 h 141086"/>
                <a:gd name="connsiteX17" fmla="*/ 162943 w 194893"/>
                <a:gd name="connsiteY17" fmla="*/ 139171 h 141086"/>
                <a:gd name="connsiteX18" fmla="*/ 184031 w 194893"/>
                <a:gd name="connsiteY18" fmla="*/ 129595 h 141086"/>
                <a:gd name="connsiteX19" fmla="*/ 192977 w 194893"/>
                <a:gd name="connsiteY19" fmla="*/ 107889 h 141086"/>
                <a:gd name="connsiteX20" fmla="*/ 194893 w 194893"/>
                <a:gd name="connsiteY20" fmla="*/ 77885 h 141086"/>
                <a:gd name="connsiteX21" fmla="*/ 194893 w 194893"/>
                <a:gd name="connsiteY21" fmla="*/ 63840 h 141086"/>
                <a:gd name="connsiteX22" fmla="*/ 192977 w 194893"/>
                <a:gd name="connsiteY22" fmla="*/ 33197 h 141086"/>
                <a:gd name="connsiteX23" fmla="*/ 192977 w 194893"/>
                <a:gd name="connsiteY23" fmla="*/ 33197 h 141086"/>
                <a:gd name="connsiteX24" fmla="*/ 182113 w 194893"/>
                <a:gd name="connsiteY24" fmla="*/ 77246 h 141086"/>
                <a:gd name="connsiteX25" fmla="*/ 180197 w 194893"/>
                <a:gd name="connsiteY25" fmla="*/ 105974 h 141086"/>
                <a:gd name="connsiteX26" fmla="*/ 174446 w 194893"/>
                <a:gd name="connsiteY26" fmla="*/ 120657 h 141086"/>
                <a:gd name="connsiteX27" fmla="*/ 161666 w 194893"/>
                <a:gd name="connsiteY27" fmla="*/ 126403 h 141086"/>
                <a:gd name="connsiteX28" fmla="*/ 160387 w 194893"/>
                <a:gd name="connsiteY28" fmla="*/ 126403 h 141086"/>
                <a:gd name="connsiteX29" fmla="*/ 97128 w 194893"/>
                <a:gd name="connsiteY29" fmla="*/ 128318 h 141086"/>
                <a:gd name="connsiteX30" fmla="*/ 36423 w 194893"/>
                <a:gd name="connsiteY30" fmla="*/ 126403 h 141086"/>
                <a:gd name="connsiteX31" fmla="*/ 33228 w 194893"/>
                <a:gd name="connsiteY31" fmla="*/ 125765 h 141086"/>
                <a:gd name="connsiteX32" fmla="*/ 19170 w 194893"/>
                <a:gd name="connsiteY32" fmla="*/ 120019 h 141086"/>
                <a:gd name="connsiteX33" fmla="*/ 14058 w 194893"/>
                <a:gd name="connsiteY33" fmla="*/ 105974 h 141086"/>
                <a:gd name="connsiteX34" fmla="*/ 12141 w 194893"/>
                <a:gd name="connsiteY34" fmla="*/ 77246 h 141086"/>
                <a:gd name="connsiteX35" fmla="*/ 12141 w 194893"/>
                <a:gd name="connsiteY35" fmla="*/ 63201 h 141086"/>
                <a:gd name="connsiteX36" fmla="*/ 14058 w 194893"/>
                <a:gd name="connsiteY36" fmla="*/ 34473 h 141086"/>
                <a:gd name="connsiteX37" fmla="*/ 19809 w 194893"/>
                <a:gd name="connsiteY37" fmla="*/ 19790 h 141086"/>
                <a:gd name="connsiteX38" fmla="*/ 32589 w 194893"/>
                <a:gd name="connsiteY38" fmla="*/ 14045 h 141086"/>
                <a:gd name="connsiteX39" fmla="*/ 33867 w 194893"/>
                <a:gd name="connsiteY39" fmla="*/ 14045 h 141086"/>
                <a:gd name="connsiteX40" fmla="*/ 97128 w 194893"/>
                <a:gd name="connsiteY40" fmla="*/ 12130 h 141086"/>
                <a:gd name="connsiteX41" fmla="*/ 159748 w 194893"/>
                <a:gd name="connsiteY41" fmla="*/ 14045 h 141086"/>
                <a:gd name="connsiteX42" fmla="*/ 161027 w 194893"/>
                <a:gd name="connsiteY42" fmla="*/ 14045 h 141086"/>
                <a:gd name="connsiteX43" fmla="*/ 173807 w 194893"/>
                <a:gd name="connsiteY43" fmla="*/ 19790 h 141086"/>
                <a:gd name="connsiteX44" fmla="*/ 178918 w 194893"/>
                <a:gd name="connsiteY44" fmla="*/ 33835 h 141086"/>
                <a:gd name="connsiteX45" fmla="*/ 180836 w 194893"/>
                <a:gd name="connsiteY45" fmla="*/ 62563 h 141086"/>
                <a:gd name="connsiteX46" fmla="*/ 180836 w 194893"/>
                <a:gd name="connsiteY46" fmla="*/ 77246 h 141086"/>
                <a:gd name="connsiteX47" fmla="*/ 182113 w 194893"/>
                <a:gd name="connsiteY47" fmla="*/ 77246 h 141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4893" h="141086">
                  <a:moveTo>
                    <a:pt x="192977" y="33197"/>
                  </a:moveTo>
                  <a:cubicBezTo>
                    <a:pt x="192977" y="31920"/>
                    <a:pt x="190420" y="18514"/>
                    <a:pt x="184031" y="11491"/>
                  </a:cubicBezTo>
                  <a:cubicBezTo>
                    <a:pt x="176362" y="3192"/>
                    <a:pt x="167417" y="2554"/>
                    <a:pt x="162943" y="1915"/>
                  </a:cubicBezTo>
                  <a:lnTo>
                    <a:pt x="161666" y="1915"/>
                  </a:lnTo>
                  <a:cubicBezTo>
                    <a:pt x="136106" y="0"/>
                    <a:pt x="97766" y="0"/>
                    <a:pt x="97766" y="0"/>
                  </a:cubicBezTo>
                  <a:cubicBezTo>
                    <a:pt x="97128" y="0"/>
                    <a:pt x="59427" y="0"/>
                    <a:pt x="33228" y="1915"/>
                  </a:cubicBezTo>
                  <a:lnTo>
                    <a:pt x="31950" y="1915"/>
                  </a:lnTo>
                  <a:cubicBezTo>
                    <a:pt x="27477" y="2554"/>
                    <a:pt x="18531" y="3192"/>
                    <a:pt x="10863" y="11491"/>
                  </a:cubicBezTo>
                  <a:cubicBezTo>
                    <a:pt x="3834" y="18514"/>
                    <a:pt x="1917" y="31281"/>
                    <a:pt x="1917" y="33197"/>
                  </a:cubicBezTo>
                  <a:cubicBezTo>
                    <a:pt x="1917" y="33835"/>
                    <a:pt x="0" y="48518"/>
                    <a:pt x="0" y="63201"/>
                  </a:cubicBezTo>
                  <a:lnTo>
                    <a:pt x="0" y="77246"/>
                  </a:lnTo>
                  <a:cubicBezTo>
                    <a:pt x="0" y="91929"/>
                    <a:pt x="1917" y="106613"/>
                    <a:pt x="1917" y="107251"/>
                  </a:cubicBezTo>
                  <a:cubicBezTo>
                    <a:pt x="1917" y="108528"/>
                    <a:pt x="4473" y="121934"/>
                    <a:pt x="10863" y="128957"/>
                  </a:cubicBezTo>
                  <a:cubicBezTo>
                    <a:pt x="17892" y="136617"/>
                    <a:pt x="27477" y="137894"/>
                    <a:pt x="31950" y="138533"/>
                  </a:cubicBezTo>
                  <a:cubicBezTo>
                    <a:pt x="32589" y="138533"/>
                    <a:pt x="33228" y="138533"/>
                    <a:pt x="34506" y="139171"/>
                  </a:cubicBezTo>
                  <a:cubicBezTo>
                    <a:pt x="49203" y="140448"/>
                    <a:pt x="94571" y="141086"/>
                    <a:pt x="97128" y="141086"/>
                  </a:cubicBezTo>
                  <a:cubicBezTo>
                    <a:pt x="97766" y="141086"/>
                    <a:pt x="136106" y="141086"/>
                    <a:pt x="161666" y="139171"/>
                  </a:cubicBezTo>
                  <a:lnTo>
                    <a:pt x="162943" y="139171"/>
                  </a:lnTo>
                  <a:cubicBezTo>
                    <a:pt x="167417" y="138533"/>
                    <a:pt x="176362" y="137894"/>
                    <a:pt x="184031" y="129595"/>
                  </a:cubicBezTo>
                  <a:cubicBezTo>
                    <a:pt x="191059" y="122573"/>
                    <a:pt x="192977" y="109805"/>
                    <a:pt x="192977" y="107889"/>
                  </a:cubicBezTo>
                  <a:cubicBezTo>
                    <a:pt x="192977" y="107251"/>
                    <a:pt x="194893" y="92568"/>
                    <a:pt x="194893" y="77885"/>
                  </a:cubicBezTo>
                  <a:lnTo>
                    <a:pt x="194893" y="63840"/>
                  </a:lnTo>
                  <a:cubicBezTo>
                    <a:pt x="194893" y="48518"/>
                    <a:pt x="193615" y="33835"/>
                    <a:pt x="192977" y="33197"/>
                  </a:cubicBezTo>
                  <a:lnTo>
                    <a:pt x="192977" y="33197"/>
                  </a:lnTo>
                  <a:close/>
                  <a:moveTo>
                    <a:pt x="182113" y="77246"/>
                  </a:moveTo>
                  <a:cubicBezTo>
                    <a:pt x="182113" y="91291"/>
                    <a:pt x="180197" y="105974"/>
                    <a:pt x="180197" y="105974"/>
                  </a:cubicBezTo>
                  <a:cubicBezTo>
                    <a:pt x="179557" y="110443"/>
                    <a:pt x="177641" y="117465"/>
                    <a:pt x="174446" y="120657"/>
                  </a:cubicBezTo>
                  <a:cubicBezTo>
                    <a:pt x="169972" y="125765"/>
                    <a:pt x="164861" y="125765"/>
                    <a:pt x="161666" y="126403"/>
                  </a:cubicBezTo>
                  <a:lnTo>
                    <a:pt x="160387" y="126403"/>
                  </a:lnTo>
                  <a:cubicBezTo>
                    <a:pt x="135467" y="128318"/>
                    <a:pt x="97766" y="128318"/>
                    <a:pt x="97128" y="128318"/>
                  </a:cubicBezTo>
                  <a:cubicBezTo>
                    <a:pt x="96488" y="128318"/>
                    <a:pt x="49842" y="127680"/>
                    <a:pt x="36423" y="126403"/>
                  </a:cubicBezTo>
                  <a:cubicBezTo>
                    <a:pt x="35783" y="126403"/>
                    <a:pt x="34506" y="126403"/>
                    <a:pt x="33228" y="125765"/>
                  </a:cubicBezTo>
                  <a:cubicBezTo>
                    <a:pt x="28755" y="125126"/>
                    <a:pt x="23643" y="124488"/>
                    <a:pt x="19170" y="120019"/>
                  </a:cubicBezTo>
                  <a:cubicBezTo>
                    <a:pt x="16614" y="117465"/>
                    <a:pt x="14058" y="109805"/>
                    <a:pt x="14058" y="105974"/>
                  </a:cubicBezTo>
                  <a:cubicBezTo>
                    <a:pt x="14058" y="105974"/>
                    <a:pt x="12141" y="91291"/>
                    <a:pt x="12141" y="77246"/>
                  </a:cubicBezTo>
                  <a:lnTo>
                    <a:pt x="12141" y="63201"/>
                  </a:lnTo>
                  <a:cubicBezTo>
                    <a:pt x="12141" y="49157"/>
                    <a:pt x="14058" y="34473"/>
                    <a:pt x="14058" y="34473"/>
                  </a:cubicBezTo>
                  <a:cubicBezTo>
                    <a:pt x="14697" y="30005"/>
                    <a:pt x="16614" y="22982"/>
                    <a:pt x="19809" y="19790"/>
                  </a:cubicBezTo>
                  <a:cubicBezTo>
                    <a:pt x="24282" y="14683"/>
                    <a:pt x="29394" y="14683"/>
                    <a:pt x="32589" y="14045"/>
                  </a:cubicBezTo>
                  <a:lnTo>
                    <a:pt x="33867" y="14045"/>
                  </a:lnTo>
                  <a:cubicBezTo>
                    <a:pt x="58788" y="12130"/>
                    <a:pt x="96488" y="12130"/>
                    <a:pt x="97128" y="12130"/>
                  </a:cubicBezTo>
                  <a:cubicBezTo>
                    <a:pt x="97766" y="12130"/>
                    <a:pt x="135467" y="12130"/>
                    <a:pt x="159748" y="14045"/>
                  </a:cubicBezTo>
                  <a:lnTo>
                    <a:pt x="161027" y="14045"/>
                  </a:lnTo>
                  <a:cubicBezTo>
                    <a:pt x="164861" y="14683"/>
                    <a:pt x="169333" y="14683"/>
                    <a:pt x="173807" y="19790"/>
                  </a:cubicBezTo>
                  <a:cubicBezTo>
                    <a:pt x="176362" y="22344"/>
                    <a:pt x="178279" y="30005"/>
                    <a:pt x="178918" y="33835"/>
                  </a:cubicBezTo>
                  <a:cubicBezTo>
                    <a:pt x="178918" y="35112"/>
                    <a:pt x="180836" y="48518"/>
                    <a:pt x="180836" y="62563"/>
                  </a:cubicBezTo>
                  <a:lnTo>
                    <a:pt x="180836" y="77246"/>
                  </a:lnTo>
                  <a:lnTo>
                    <a:pt x="182113" y="77246"/>
                  </a:lnTo>
                  <a:close/>
                </a:path>
              </a:pathLst>
            </a:custGeom>
            <a:solidFill>
              <a:srgbClr val="00ABAB"/>
            </a:solidFill>
            <a:ln w="6390" cap="flat">
              <a:noFill/>
              <a:prstDash val="solid"/>
              <a:miter/>
            </a:ln>
          </p:spPr>
          <p:txBody>
            <a:bodyPr rtlCol="0" anchor="ctr"/>
            <a:lstStyle/>
            <a:p>
              <a:endParaRPr lang="en-US"/>
            </a:p>
          </p:txBody>
        </p:sp>
        <p:sp>
          <p:nvSpPr>
            <p:cNvPr id="820" name="Graphic 4">
              <a:extLst>
                <a:ext uri="{FF2B5EF4-FFF2-40B4-BE49-F238E27FC236}">
                  <a16:creationId xmlns:a16="http://schemas.microsoft.com/office/drawing/2014/main" id="{505FBB94-EE6E-6740-92A6-84320182E3D8}"/>
                </a:ext>
              </a:extLst>
            </p:cNvPr>
            <p:cNvSpPr/>
            <p:nvPr/>
          </p:nvSpPr>
          <p:spPr>
            <a:xfrm>
              <a:off x="8996392" y="3002450"/>
              <a:ext cx="61982" cy="63938"/>
            </a:xfrm>
            <a:custGeom>
              <a:avLst/>
              <a:gdLst>
                <a:gd name="connsiteX0" fmla="*/ 58787 w 61982"/>
                <a:gd name="connsiteY0" fmla="*/ 26273 h 63938"/>
                <a:gd name="connsiteX1" fmla="*/ 9585 w 61982"/>
                <a:gd name="connsiteY1" fmla="*/ 737 h 63938"/>
                <a:gd name="connsiteX2" fmla="*/ 3195 w 61982"/>
                <a:gd name="connsiteY2" fmla="*/ 737 h 63938"/>
                <a:gd name="connsiteX3" fmla="*/ 0 w 61982"/>
                <a:gd name="connsiteY3" fmla="*/ 6483 h 63938"/>
                <a:gd name="connsiteX4" fmla="*/ 0 w 61982"/>
                <a:gd name="connsiteY4" fmla="*/ 57555 h 63938"/>
                <a:gd name="connsiteX5" fmla="*/ 3195 w 61982"/>
                <a:gd name="connsiteY5" fmla="*/ 63300 h 63938"/>
                <a:gd name="connsiteX6" fmla="*/ 6390 w 61982"/>
                <a:gd name="connsiteY6" fmla="*/ 63939 h 63938"/>
                <a:gd name="connsiteX7" fmla="*/ 9585 w 61982"/>
                <a:gd name="connsiteY7" fmla="*/ 63300 h 63938"/>
                <a:gd name="connsiteX8" fmla="*/ 58787 w 61982"/>
                <a:gd name="connsiteY8" fmla="*/ 37764 h 63938"/>
                <a:gd name="connsiteX9" fmla="*/ 61982 w 61982"/>
                <a:gd name="connsiteY9" fmla="*/ 32019 h 63938"/>
                <a:gd name="connsiteX10" fmla="*/ 58787 w 61982"/>
                <a:gd name="connsiteY10" fmla="*/ 26273 h 63938"/>
                <a:gd name="connsiteX11" fmla="*/ 13419 w 61982"/>
                <a:gd name="connsiteY11" fmla="*/ 46702 h 63938"/>
                <a:gd name="connsiteX12" fmla="*/ 13419 w 61982"/>
                <a:gd name="connsiteY12" fmla="*/ 16697 h 63938"/>
                <a:gd name="connsiteX13" fmla="*/ 42173 w 61982"/>
                <a:gd name="connsiteY13" fmla="*/ 32019 h 63938"/>
                <a:gd name="connsiteX14" fmla="*/ 13419 w 61982"/>
                <a:gd name="connsiteY14" fmla="*/ 46702 h 6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1982" h="63938">
                  <a:moveTo>
                    <a:pt x="58787" y="26273"/>
                  </a:moveTo>
                  <a:lnTo>
                    <a:pt x="9585" y="737"/>
                  </a:lnTo>
                  <a:cubicBezTo>
                    <a:pt x="7668" y="-540"/>
                    <a:pt x="5111" y="99"/>
                    <a:pt x="3195" y="737"/>
                  </a:cubicBezTo>
                  <a:cubicBezTo>
                    <a:pt x="1278" y="2014"/>
                    <a:pt x="0" y="3929"/>
                    <a:pt x="0" y="6483"/>
                  </a:cubicBezTo>
                  <a:lnTo>
                    <a:pt x="0" y="57555"/>
                  </a:lnTo>
                  <a:cubicBezTo>
                    <a:pt x="0" y="59470"/>
                    <a:pt x="1278" y="62023"/>
                    <a:pt x="3195" y="63300"/>
                  </a:cubicBezTo>
                  <a:cubicBezTo>
                    <a:pt x="4473" y="63939"/>
                    <a:pt x="5111" y="63939"/>
                    <a:pt x="6390" y="63939"/>
                  </a:cubicBezTo>
                  <a:cubicBezTo>
                    <a:pt x="7668" y="63939"/>
                    <a:pt x="8306" y="63939"/>
                    <a:pt x="9585" y="63300"/>
                  </a:cubicBezTo>
                  <a:lnTo>
                    <a:pt x="58787" y="37764"/>
                  </a:lnTo>
                  <a:cubicBezTo>
                    <a:pt x="60704" y="36487"/>
                    <a:pt x="61982" y="34572"/>
                    <a:pt x="61982" y="32019"/>
                  </a:cubicBezTo>
                  <a:cubicBezTo>
                    <a:pt x="61982" y="29465"/>
                    <a:pt x="61343" y="27550"/>
                    <a:pt x="58787" y="26273"/>
                  </a:cubicBezTo>
                  <a:close/>
                  <a:moveTo>
                    <a:pt x="13419" y="46702"/>
                  </a:moveTo>
                  <a:lnTo>
                    <a:pt x="13419" y="16697"/>
                  </a:lnTo>
                  <a:lnTo>
                    <a:pt x="42173" y="32019"/>
                  </a:lnTo>
                  <a:lnTo>
                    <a:pt x="13419" y="46702"/>
                  </a:lnTo>
                  <a:close/>
                </a:path>
              </a:pathLst>
            </a:custGeom>
            <a:solidFill>
              <a:srgbClr val="00ABAB"/>
            </a:solidFill>
            <a:ln w="6390" cap="flat">
              <a:noFill/>
              <a:prstDash val="solid"/>
              <a:miter/>
            </a:ln>
          </p:spPr>
          <p:txBody>
            <a:bodyPr rtlCol="0" anchor="ctr"/>
            <a:lstStyle/>
            <a:p>
              <a:endParaRPr lang="en-US"/>
            </a:p>
          </p:txBody>
        </p:sp>
      </p:grpSp>
      <p:grpSp>
        <p:nvGrpSpPr>
          <p:cNvPr id="821" name="Graphic 4">
            <a:extLst>
              <a:ext uri="{FF2B5EF4-FFF2-40B4-BE49-F238E27FC236}">
                <a16:creationId xmlns:a16="http://schemas.microsoft.com/office/drawing/2014/main" id="{11935AC1-B3A4-FA43-9A44-D7EA115960D9}"/>
              </a:ext>
            </a:extLst>
          </p:cNvPr>
          <p:cNvGrpSpPr/>
          <p:nvPr/>
        </p:nvGrpSpPr>
        <p:grpSpPr>
          <a:xfrm>
            <a:off x="8841116" y="918179"/>
            <a:ext cx="361674" cy="361333"/>
            <a:chOff x="8841116" y="918179"/>
            <a:chExt cx="361674" cy="361333"/>
          </a:xfrm>
          <a:solidFill>
            <a:srgbClr val="00ABAB"/>
          </a:solidFill>
        </p:grpSpPr>
        <p:sp>
          <p:nvSpPr>
            <p:cNvPr id="822" name="Graphic 4">
              <a:extLst>
                <a:ext uri="{FF2B5EF4-FFF2-40B4-BE49-F238E27FC236}">
                  <a16:creationId xmlns:a16="http://schemas.microsoft.com/office/drawing/2014/main" id="{F52724FF-8F46-2141-AA1D-49DD02E3E331}"/>
                </a:ext>
              </a:extLst>
            </p:cNvPr>
            <p:cNvSpPr/>
            <p:nvPr/>
          </p:nvSpPr>
          <p:spPr>
            <a:xfrm>
              <a:off x="8841116" y="918179"/>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0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3" y="361333"/>
                    <a:pt x="180836" y="361333"/>
                  </a:cubicBezTo>
                  <a:cubicBezTo>
                    <a:pt x="281157" y="361333"/>
                    <a:pt x="361670" y="280257"/>
                    <a:pt x="361670" y="180667"/>
                  </a:cubicBezTo>
                  <a:cubicBezTo>
                    <a:pt x="362310"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9530" y="273234"/>
                    <a:pt x="274128" y="349204"/>
                    <a:pt x="180836" y="349204"/>
                  </a:cubicBezTo>
                  <a:close/>
                </a:path>
              </a:pathLst>
            </a:custGeom>
            <a:solidFill>
              <a:srgbClr val="00ABAB"/>
            </a:solidFill>
            <a:ln w="6390" cap="flat">
              <a:noFill/>
              <a:prstDash val="solid"/>
              <a:miter/>
            </a:ln>
          </p:spPr>
          <p:txBody>
            <a:bodyPr rtlCol="0" anchor="ctr"/>
            <a:lstStyle/>
            <a:p>
              <a:endParaRPr lang="en-US"/>
            </a:p>
          </p:txBody>
        </p:sp>
        <p:sp>
          <p:nvSpPr>
            <p:cNvPr id="823" name="Graphic 4">
              <a:extLst>
                <a:ext uri="{FF2B5EF4-FFF2-40B4-BE49-F238E27FC236}">
                  <a16:creationId xmlns:a16="http://schemas.microsoft.com/office/drawing/2014/main" id="{5B139D81-B7AB-4F4C-82D5-57D56588C30D}"/>
                </a:ext>
              </a:extLst>
            </p:cNvPr>
            <p:cNvSpPr/>
            <p:nvPr/>
          </p:nvSpPr>
          <p:spPr>
            <a:xfrm>
              <a:off x="8925464" y="1062457"/>
              <a:ext cx="54953" cy="132786"/>
            </a:xfrm>
            <a:custGeom>
              <a:avLst/>
              <a:gdLst>
                <a:gd name="connsiteX0" fmla="*/ 48563 w 54953"/>
                <a:gd name="connsiteY0" fmla="*/ 0 h 132786"/>
                <a:gd name="connsiteX1" fmla="*/ 6390 w 54953"/>
                <a:gd name="connsiteY1" fmla="*/ 0 h 132786"/>
                <a:gd name="connsiteX2" fmla="*/ 0 w 54953"/>
                <a:gd name="connsiteY2" fmla="*/ 6384 h 132786"/>
                <a:gd name="connsiteX3" fmla="*/ 0 w 54953"/>
                <a:gd name="connsiteY3" fmla="*/ 126403 h 132786"/>
                <a:gd name="connsiteX4" fmla="*/ 6390 w 54953"/>
                <a:gd name="connsiteY4" fmla="*/ 132787 h 132786"/>
                <a:gd name="connsiteX5" fmla="*/ 48563 w 54953"/>
                <a:gd name="connsiteY5" fmla="*/ 132787 h 132786"/>
                <a:gd name="connsiteX6" fmla="*/ 54953 w 54953"/>
                <a:gd name="connsiteY6" fmla="*/ 126403 h 132786"/>
                <a:gd name="connsiteX7" fmla="*/ 54953 w 54953"/>
                <a:gd name="connsiteY7" fmla="*/ 6384 h 132786"/>
                <a:gd name="connsiteX8" fmla="*/ 48563 w 54953"/>
                <a:gd name="connsiteY8" fmla="*/ 0 h 132786"/>
                <a:gd name="connsiteX9" fmla="*/ 42173 w 54953"/>
                <a:gd name="connsiteY9" fmla="*/ 120019 h 132786"/>
                <a:gd name="connsiteX10" fmla="*/ 12780 w 54953"/>
                <a:gd name="connsiteY10" fmla="*/ 120019 h 132786"/>
                <a:gd name="connsiteX11" fmla="*/ 12780 w 54953"/>
                <a:gd name="connsiteY11" fmla="*/ 12768 h 132786"/>
                <a:gd name="connsiteX12" fmla="*/ 42173 w 54953"/>
                <a:gd name="connsiteY12" fmla="*/ 12768 h 132786"/>
                <a:gd name="connsiteX13" fmla="*/ 42173 w 54953"/>
                <a:gd name="connsiteY13" fmla="*/ 120019 h 132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953" h="132786">
                  <a:moveTo>
                    <a:pt x="48563" y="0"/>
                  </a:moveTo>
                  <a:lnTo>
                    <a:pt x="6390" y="0"/>
                  </a:lnTo>
                  <a:cubicBezTo>
                    <a:pt x="2555" y="0"/>
                    <a:pt x="0" y="2554"/>
                    <a:pt x="0" y="6384"/>
                  </a:cubicBezTo>
                  <a:lnTo>
                    <a:pt x="0" y="126403"/>
                  </a:lnTo>
                  <a:cubicBezTo>
                    <a:pt x="0" y="130233"/>
                    <a:pt x="2555" y="132787"/>
                    <a:pt x="6390" y="132787"/>
                  </a:cubicBezTo>
                  <a:lnTo>
                    <a:pt x="48563" y="132787"/>
                  </a:lnTo>
                  <a:cubicBezTo>
                    <a:pt x="52397" y="132787"/>
                    <a:pt x="54953" y="130233"/>
                    <a:pt x="54953" y="126403"/>
                  </a:cubicBezTo>
                  <a:lnTo>
                    <a:pt x="54953" y="6384"/>
                  </a:lnTo>
                  <a:cubicBezTo>
                    <a:pt x="54953" y="3192"/>
                    <a:pt x="51758" y="0"/>
                    <a:pt x="48563" y="0"/>
                  </a:cubicBezTo>
                  <a:close/>
                  <a:moveTo>
                    <a:pt x="42173" y="120019"/>
                  </a:moveTo>
                  <a:lnTo>
                    <a:pt x="12780" y="120019"/>
                  </a:lnTo>
                  <a:lnTo>
                    <a:pt x="12780" y="12768"/>
                  </a:lnTo>
                  <a:lnTo>
                    <a:pt x="42173" y="12768"/>
                  </a:lnTo>
                  <a:lnTo>
                    <a:pt x="42173" y="120019"/>
                  </a:lnTo>
                  <a:close/>
                </a:path>
              </a:pathLst>
            </a:custGeom>
            <a:solidFill>
              <a:srgbClr val="00ABAB"/>
            </a:solidFill>
            <a:ln w="6390" cap="flat">
              <a:noFill/>
              <a:prstDash val="solid"/>
              <a:miter/>
            </a:ln>
          </p:spPr>
          <p:txBody>
            <a:bodyPr rtlCol="0" anchor="ctr"/>
            <a:lstStyle/>
            <a:p>
              <a:endParaRPr lang="en-US"/>
            </a:p>
          </p:txBody>
        </p:sp>
        <p:sp>
          <p:nvSpPr>
            <p:cNvPr id="824" name="Graphic 4">
              <a:extLst>
                <a:ext uri="{FF2B5EF4-FFF2-40B4-BE49-F238E27FC236}">
                  <a16:creationId xmlns:a16="http://schemas.microsoft.com/office/drawing/2014/main" id="{18C81C93-364A-F940-B37F-68D57B333799}"/>
                </a:ext>
              </a:extLst>
            </p:cNvPr>
            <p:cNvSpPr/>
            <p:nvPr/>
          </p:nvSpPr>
          <p:spPr>
            <a:xfrm>
              <a:off x="8926012" y="1002447"/>
              <a:ext cx="55043" cy="54902"/>
            </a:xfrm>
            <a:custGeom>
              <a:avLst/>
              <a:gdLst>
                <a:gd name="connsiteX0" fmla="*/ 26928 w 55043"/>
                <a:gd name="connsiteY0" fmla="*/ 0 h 54902"/>
                <a:gd name="connsiteX1" fmla="*/ 5842 w 55043"/>
                <a:gd name="connsiteY1" fmla="*/ 10214 h 54902"/>
                <a:gd name="connsiteX2" fmla="*/ 729 w 55043"/>
                <a:gd name="connsiteY2" fmla="*/ 33197 h 54902"/>
                <a:gd name="connsiteX3" fmla="*/ 21816 w 55043"/>
                <a:gd name="connsiteY3" fmla="*/ 54264 h 54902"/>
                <a:gd name="connsiteX4" fmla="*/ 27567 w 55043"/>
                <a:gd name="connsiteY4" fmla="*/ 54902 h 54902"/>
                <a:gd name="connsiteX5" fmla="*/ 44820 w 55043"/>
                <a:gd name="connsiteY5" fmla="*/ 48518 h 54902"/>
                <a:gd name="connsiteX6" fmla="*/ 55044 w 55043"/>
                <a:gd name="connsiteY6" fmla="*/ 27451 h 54902"/>
                <a:gd name="connsiteX7" fmla="*/ 26928 w 55043"/>
                <a:gd name="connsiteY7" fmla="*/ 0 h 54902"/>
                <a:gd name="connsiteX8" fmla="*/ 35874 w 55043"/>
                <a:gd name="connsiteY8" fmla="*/ 38942 h 54902"/>
                <a:gd name="connsiteX9" fmla="*/ 23733 w 55043"/>
                <a:gd name="connsiteY9" fmla="*/ 42134 h 54902"/>
                <a:gd name="connsiteX10" fmla="*/ 12870 w 55043"/>
                <a:gd name="connsiteY10" fmla="*/ 31282 h 54902"/>
                <a:gd name="connsiteX11" fmla="*/ 15426 w 55043"/>
                <a:gd name="connsiteY11" fmla="*/ 18514 h 54902"/>
                <a:gd name="connsiteX12" fmla="*/ 26928 w 55043"/>
                <a:gd name="connsiteY12" fmla="*/ 12768 h 54902"/>
                <a:gd name="connsiteX13" fmla="*/ 41625 w 55043"/>
                <a:gd name="connsiteY13" fmla="*/ 27451 h 54902"/>
                <a:gd name="connsiteX14" fmla="*/ 35874 w 55043"/>
                <a:gd name="connsiteY14" fmla="*/ 38942 h 5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043" h="54902">
                  <a:moveTo>
                    <a:pt x="26928" y="0"/>
                  </a:moveTo>
                  <a:cubicBezTo>
                    <a:pt x="18621" y="0"/>
                    <a:pt x="10953" y="3830"/>
                    <a:pt x="5842" y="10214"/>
                  </a:cubicBezTo>
                  <a:cubicBezTo>
                    <a:pt x="729" y="16598"/>
                    <a:pt x="-1188" y="24898"/>
                    <a:pt x="729" y="33197"/>
                  </a:cubicBezTo>
                  <a:cubicBezTo>
                    <a:pt x="3285" y="43411"/>
                    <a:pt x="11592" y="51710"/>
                    <a:pt x="21816" y="54264"/>
                  </a:cubicBezTo>
                  <a:cubicBezTo>
                    <a:pt x="23733" y="54902"/>
                    <a:pt x="25650" y="54902"/>
                    <a:pt x="27567" y="54902"/>
                  </a:cubicBezTo>
                  <a:cubicBezTo>
                    <a:pt x="33957" y="54902"/>
                    <a:pt x="40347" y="52987"/>
                    <a:pt x="44820" y="48518"/>
                  </a:cubicBezTo>
                  <a:cubicBezTo>
                    <a:pt x="51210" y="43411"/>
                    <a:pt x="55044" y="35750"/>
                    <a:pt x="55044" y="27451"/>
                  </a:cubicBezTo>
                  <a:cubicBezTo>
                    <a:pt x="54405" y="12130"/>
                    <a:pt x="42264" y="0"/>
                    <a:pt x="26928" y="0"/>
                  </a:cubicBezTo>
                  <a:close/>
                  <a:moveTo>
                    <a:pt x="35874" y="38942"/>
                  </a:moveTo>
                  <a:cubicBezTo>
                    <a:pt x="32679" y="41496"/>
                    <a:pt x="28206" y="42773"/>
                    <a:pt x="23733" y="42134"/>
                  </a:cubicBezTo>
                  <a:cubicBezTo>
                    <a:pt x="17982" y="40858"/>
                    <a:pt x="13509" y="36389"/>
                    <a:pt x="12870" y="31282"/>
                  </a:cubicBezTo>
                  <a:cubicBezTo>
                    <a:pt x="11592" y="26813"/>
                    <a:pt x="12870" y="22344"/>
                    <a:pt x="15426" y="18514"/>
                  </a:cubicBezTo>
                  <a:cubicBezTo>
                    <a:pt x="17982" y="15322"/>
                    <a:pt x="22455" y="12768"/>
                    <a:pt x="26928" y="12768"/>
                  </a:cubicBezTo>
                  <a:cubicBezTo>
                    <a:pt x="35235" y="12768"/>
                    <a:pt x="41625" y="19152"/>
                    <a:pt x="41625" y="27451"/>
                  </a:cubicBezTo>
                  <a:cubicBezTo>
                    <a:pt x="41625" y="31920"/>
                    <a:pt x="39708" y="35750"/>
                    <a:pt x="35874" y="38942"/>
                  </a:cubicBezTo>
                  <a:close/>
                </a:path>
              </a:pathLst>
            </a:custGeom>
            <a:solidFill>
              <a:srgbClr val="00ABAB"/>
            </a:solidFill>
            <a:ln w="6390" cap="flat">
              <a:noFill/>
              <a:prstDash val="solid"/>
              <a:miter/>
            </a:ln>
          </p:spPr>
          <p:txBody>
            <a:bodyPr rtlCol="0" anchor="ctr"/>
            <a:lstStyle/>
            <a:p>
              <a:endParaRPr lang="en-US"/>
            </a:p>
          </p:txBody>
        </p:sp>
        <p:sp>
          <p:nvSpPr>
            <p:cNvPr id="825" name="Graphic 4">
              <a:extLst>
                <a:ext uri="{FF2B5EF4-FFF2-40B4-BE49-F238E27FC236}">
                  <a16:creationId xmlns:a16="http://schemas.microsoft.com/office/drawing/2014/main" id="{8FE8A087-7B12-4E4C-B0B3-E6AA4E623EF0}"/>
                </a:ext>
              </a:extLst>
            </p:cNvPr>
            <p:cNvSpPr/>
            <p:nvPr/>
          </p:nvSpPr>
          <p:spPr>
            <a:xfrm>
              <a:off x="8991280" y="1062457"/>
              <a:ext cx="127443" cy="132786"/>
            </a:xfrm>
            <a:custGeom>
              <a:avLst/>
              <a:gdLst>
                <a:gd name="connsiteX0" fmla="*/ 76040 w 127443"/>
                <a:gd name="connsiteY0" fmla="*/ 0 h 132786"/>
                <a:gd name="connsiteX1" fmla="*/ 46647 w 127443"/>
                <a:gd name="connsiteY1" fmla="*/ 4469 h 132786"/>
                <a:gd name="connsiteX2" fmla="*/ 40257 w 127443"/>
                <a:gd name="connsiteY2" fmla="*/ 0 h 132786"/>
                <a:gd name="connsiteX3" fmla="*/ 6390 w 127443"/>
                <a:gd name="connsiteY3" fmla="*/ 0 h 132786"/>
                <a:gd name="connsiteX4" fmla="*/ 0 w 127443"/>
                <a:gd name="connsiteY4" fmla="*/ 6384 h 132786"/>
                <a:gd name="connsiteX5" fmla="*/ 0 w 127443"/>
                <a:gd name="connsiteY5" fmla="*/ 126403 h 132786"/>
                <a:gd name="connsiteX6" fmla="*/ 6390 w 127443"/>
                <a:gd name="connsiteY6" fmla="*/ 132787 h 132786"/>
                <a:gd name="connsiteX7" fmla="*/ 41535 w 127443"/>
                <a:gd name="connsiteY7" fmla="*/ 132787 h 132786"/>
                <a:gd name="connsiteX8" fmla="*/ 47925 w 127443"/>
                <a:gd name="connsiteY8" fmla="*/ 126403 h 132786"/>
                <a:gd name="connsiteX9" fmla="*/ 47925 w 127443"/>
                <a:gd name="connsiteY9" fmla="*/ 63201 h 132786"/>
                <a:gd name="connsiteX10" fmla="*/ 63899 w 127443"/>
                <a:gd name="connsiteY10" fmla="*/ 42134 h 132786"/>
                <a:gd name="connsiteX11" fmla="*/ 77958 w 127443"/>
                <a:gd name="connsiteY11" fmla="*/ 64478 h 132786"/>
                <a:gd name="connsiteX12" fmla="*/ 77958 w 127443"/>
                <a:gd name="connsiteY12" fmla="*/ 126403 h 132786"/>
                <a:gd name="connsiteX13" fmla="*/ 84348 w 127443"/>
                <a:gd name="connsiteY13" fmla="*/ 132787 h 132786"/>
                <a:gd name="connsiteX14" fmla="*/ 120770 w 127443"/>
                <a:gd name="connsiteY14" fmla="*/ 132787 h 132786"/>
                <a:gd name="connsiteX15" fmla="*/ 127160 w 127443"/>
                <a:gd name="connsiteY15" fmla="*/ 126403 h 132786"/>
                <a:gd name="connsiteX16" fmla="*/ 127160 w 127443"/>
                <a:gd name="connsiteY16" fmla="*/ 42134 h 132786"/>
                <a:gd name="connsiteX17" fmla="*/ 76040 w 127443"/>
                <a:gd name="connsiteY17" fmla="*/ 0 h 132786"/>
                <a:gd name="connsiteX18" fmla="*/ 114380 w 127443"/>
                <a:gd name="connsiteY18" fmla="*/ 120019 h 132786"/>
                <a:gd name="connsiteX19" fmla="*/ 90738 w 127443"/>
                <a:gd name="connsiteY19" fmla="*/ 120019 h 132786"/>
                <a:gd name="connsiteX20" fmla="*/ 90738 w 127443"/>
                <a:gd name="connsiteY20" fmla="*/ 64478 h 132786"/>
                <a:gd name="connsiteX21" fmla="*/ 63899 w 127443"/>
                <a:gd name="connsiteY21" fmla="*/ 29366 h 132786"/>
                <a:gd name="connsiteX22" fmla="*/ 35145 w 127443"/>
                <a:gd name="connsiteY22" fmla="*/ 63201 h 132786"/>
                <a:gd name="connsiteX23" fmla="*/ 35145 w 127443"/>
                <a:gd name="connsiteY23" fmla="*/ 120019 h 132786"/>
                <a:gd name="connsiteX24" fmla="*/ 12780 w 127443"/>
                <a:gd name="connsiteY24" fmla="*/ 120019 h 132786"/>
                <a:gd name="connsiteX25" fmla="*/ 12780 w 127443"/>
                <a:gd name="connsiteY25" fmla="*/ 12768 h 132786"/>
                <a:gd name="connsiteX26" fmla="*/ 33867 w 127443"/>
                <a:gd name="connsiteY26" fmla="*/ 12768 h 132786"/>
                <a:gd name="connsiteX27" fmla="*/ 33867 w 127443"/>
                <a:gd name="connsiteY27" fmla="*/ 19152 h 132786"/>
                <a:gd name="connsiteX28" fmla="*/ 38978 w 127443"/>
                <a:gd name="connsiteY28" fmla="*/ 25536 h 132786"/>
                <a:gd name="connsiteX29" fmla="*/ 46008 w 127443"/>
                <a:gd name="connsiteY29" fmla="*/ 22344 h 132786"/>
                <a:gd name="connsiteX30" fmla="*/ 76040 w 127443"/>
                <a:gd name="connsiteY30" fmla="*/ 12768 h 132786"/>
                <a:gd name="connsiteX31" fmla="*/ 114380 w 127443"/>
                <a:gd name="connsiteY31" fmla="*/ 44049 h 132786"/>
                <a:gd name="connsiteX32" fmla="*/ 114380 w 127443"/>
                <a:gd name="connsiteY32" fmla="*/ 120019 h 132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7443" h="132786">
                  <a:moveTo>
                    <a:pt x="76040" y="0"/>
                  </a:moveTo>
                  <a:cubicBezTo>
                    <a:pt x="63899" y="0"/>
                    <a:pt x="54314" y="638"/>
                    <a:pt x="46647" y="4469"/>
                  </a:cubicBezTo>
                  <a:cubicBezTo>
                    <a:pt x="46008" y="1915"/>
                    <a:pt x="43452" y="0"/>
                    <a:pt x="40257" y="0"/>
                  </a:cubicBezTo>
                  <a:lnTo>
                    <a:pt x="6390" y="0"/>
                  </a:lnTo>
                  <a:cubicBezTo>
                    <a:pt x="2556" y="0"/>
                    <a:pt x="0" y="2554"/>
                    <a:pt x="0" y="6384"/>
                  </a:cubicBezTo>
                  <a:lnTo>
                    <a:pt x="0" y="126403"/>
                  </a:lnTo>
                  <a:cubicBezTo>
                    <a:pt x="0" y="130233"/>
                    <a:pt x="2556" y="132787"/>
                    <a:pt x="6390" y="132787"/>
                  </a:cubicBezTo>
                  <a:lnTo>
                    <a:pt x="41535" y="132787"/>
                  </a:lnTo>
                  <a:cubicBezTo>
                    <a:pt x="45368" y="132787"/>
                    <a:pt x="47925" y="130233"/>
                    <a:pt x="47925" y="126403"/>
                  </a:cubicBezTo>
                  <a:lnTo>
                    <a:pt x="47925" y="63201"/>
                  </a:lnTo>
                  <a:cubicBezTo>
                    <a:pt x="47925" y="46603"/>
                    <a:pt x="51119" y="42134"/>
                    <a:pt x="63899" y="42134"/>
                  </a:cubicBezTo>
                  <a:cubicBezTo>
                    <a:pt x="74763" y="42134"/>
                    <a:pt x="77958" y="47241"/>
                    <a:pt x="77958" y="64478"/>
                  </a:cubicBezTo>
                  <a:lnTo>
                    <a:pt x="77958" y="126403"/>
                  </a:lnTo>
                  <a:cubicBezTo>
                    <a:pt x="77958" y="130233"/>
                    <a:pt x="80513" y="132787"/>
                    <a:pt x="84348" y="132787"/>
                  </a:cubicBezTo>
                  <a:lnTo>
                    <a:pt x="120770" y="132787"/>
                  </a:lnTo>
                  <a:cubicBezTo>
                    <a:pt x="123965" y="132787"/>
                    <a:pt x="127160" y="130233"/>
                    <a:pt x="127160" y="126403"/>
                  </a:cubicBezTo>
                  <a:cubicBezTo>
                    <a:pt x="127160" y="113635"/>
                    <a:pt x="127799" y="47880"/>
                    <a:pt x="127160" y="42134"/>
                  </a:cubicBezTo>
                  <a:cubicBezTo>
                    <a:pt x="123965" y="14045"/>
                    <a:pt x="106712" y="0"/>
                    <a:pt x="76040" y="0"/>
                  </a:cubicBezTo>
                  <a:close/>
                  <a:moveTo>
                    <a:pt x="114380" y="120019"/>
                  </a:moveTo>
                  <a:lnTo>
                    <a:pt x="90738" y="120019"/>
                  </a:lnTo>
                  <a:lnTo>
                    <a:pt x="90738" y="64478"/>
                  </a:lnTo>
                  <a:cubicBezTo>
                    <a:pt x="90738" y="54264"/>
                    <a:pt x="90738" y="29366"/>
                    <a:pt x="63899" y="29366"/>
                  </a:cubicBezTo>
                  <a:cubicBezTo>
                    <a:pt x="35145" y="29366"/>
                    <a:pt x="35145" y="52987"/>
                    <a:pt x="35145" y="63201"/>
                  </a:cubicBezTo>
                  <a:lnTo>
                    <a:pt x="35145" y="120019"/>
                  </a:lnTo>
                  <a:lnTo>
                    <a:pt x="12780" y="120019"/>
                  </a:lnTo>
                  <a:lnTo>
                    <a:pt x="12780" y="12768"/>
                  </a:lnTo>
                  <a:lnTo>
                    <a:pt x="33867" y="12768"/>
                  </a:lnTo>
                  <a:lnTo>
                    <a:pt x="33867" y="19152"/>
                  </a:lnTo>
                  <a:cubicBezTo>
                    <a:pt x="33867" y="22344"/>
                    <a:pt x="35783" y="24897"/>
                    <a:pt x="38978" y="25536"/>
                  </a:cubicBezTo>
                  <a:cubicBezTo>
                    <a:pt x="41535" y="26174"/>
                    <a:pt x="44730" y="24897"/>
                    <a:pt x="46008" y="22344"/>
                  </a:cubicBezTo>
                  <a:cubicBezTo>
                    <a:pt x="49203" y="15960"/>
                    <a:pt x="54953" y="12768"/>
                    <a:pt x="76040" y="12768"/>
                  </a:cubicBezTo>
                  <a:cubicBezTo>
                    <a:pt x="100322" y="12768"/>
                    <a:pt x="111824" y="21706"/>
                    <a:pt x="114380" y="44049"/>
                  </a:cubicBezTo>
                  <a:cubicBezTo>
                    <a:pt x="115019" y="47880"/>
                    <a:pt x="115019" y="90653"/>
                    <a:pt x="114380" y="120019"/>
                  </a:cubicBezTo>
                  <a:close/>
                </a:path>
              </a:pathLst>
            </a:custGeom>
            <a:solidFill>
              <a:srgbClr val="00ABAB"/>
            </a:solidFill>
            <a:ln w="6390" cap="flat">
              <a:noFill/>
              <a:prstDash val="solid"/>
              <a:miter/>
            </a:ln>
          </p:spPr>
          <p:txBody>
            <a:bodyPr rtlCol="0" anchor="ctr"/>
            <a:lstStyle/>
            <a:p>
              <a:endParaRPr lang="en-US"/>
            </a:p>
          </p:txBody>
        </p:sp>
      </p:grpSp>
      <p:grpSp>
        <p:nvGrpSpPr>
          <p:cNvPr id="826" name="Graphic 4">
            <a:extLst>
              <a:ext uri="{FF2B5EF4-FFF2-40B4-BE49-F238E27FC236}">
                <a16:creationId xmlns:a16="http://schemas.microsoft.com/office/drawing/2014/main" id="{A92080E0-5F8F-8648-A14B-00154AEB6D5F}"/>
              </a:ext>
            </a:extLst>
          </p:cNvPr>
          <p:cNvGrpSpPr/>
          <p:nvPr/>
        </p:nvGrpSpPr>
        <p:grpSpPr>
          <a:xfrm>
            <a:off x="8841116" y="4792617"/>
            <a:ext cx="361674" cy="361333"/>
            <a:chOff x="8841116" y="4792617"/>
            <a:chExt cx="361674" cy="361333"/>
          </a:xfrm>
          <a:solidFill>
            <a:srgbClr val="00ABAB"/>
          </a:solidFill>
        </p:grpSpPr>
        <p:sp>
          <p:nvSpPr>
            <p:cNvPr id="827" name="Graphic 4">
              <a:extLst>
                <a:ext uri="{FF2B5EF4-FFF2-40B4-BE49-F238E27FC236}">
                  <a16:creationId xmlns:a16="http://schemas.microsoft.com/office/drawing/2014/main" id="{BF46B485-513D-7A4D-9808-0C1237D1A629}"/>
                </a:ext>
              </a:extLst>
            </p:cNvPr>
            <p:cNvSpPr/>
            <p:nvPr/>
          </p:nvSpPr>
          <p:spPr>
            <a:xfrm>
              <a:off x="8841116" y="4792617"/>
              <a:ext cx="361674" cy="361333"/>
            </a:xfrm>
            <a:custGeom>
              <a:avLst/>
              <a:gdLst>
                <a:gd name="connsiteX0" fmla="*/ 180836 w 361674"/>
                <a:gd name="connsiteY0" fmla="*/ 0 h 361333"/>
                <a:gd name="connsiteX1" fmla="*/ 0 w 361674"/>
                <a:gd name="connsiteY1" fmla="*/ 180667 h 361333"/>
                <a:gd name="connsiteX2" fmla="*/ 180836 w 361674"/>
                <a:gd name="connsiteY2" fmla="*/ 361334 h 361333"/>
                <a:gd name="connsiteX3" fmla="*/ 361670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7 h 361333"/>
                <a:gd name="connsiteX8" fmla="*/ 348890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3" y="361334"/>
                    <a:pt x="180836" y="361334"/>
                  </a:cubicBezTo>
                  <a:cubicBezTo>
                    <a:pt x="281157" y="361334"/>
                    <a:pt x="361670" y="280257"/>
                    <a:pt x="361670" y="180667"/>
                  </a:cubicBezTo>
                  <a:cubicBezTo>
                    <a:pt x="362310" y="81077"/>
                    <a:pt x="281157" y="0"/>
                    <a:pt x="180836" y="0"/>
                  </a:cubicBezTo>
                  <a:close/>
                  <a:moveTo>
                    <a:pt x="180836" y="349204"/>
                  </a:moveTo>
                  <a:cubicBezTo>
                    <a:pt x="88181" y="349204"/>
                    <a:pt x="12780" y="273873"/>
                    <a:pt x="12780" y="181305"/>
                  </a:cubicBezTo>
                  <a:cubicBezTo>
                    <a:pt x="12780" y="88738"/>
                    <a:pt x="88181" y="13407"/>
                    <a:pt x="180836" y="13407"/>
                  </a:cubicBezTo>
                  <a:cubicBezTo>
                    <a:pt x="273490" y="13407"/>
                    <a:pt x="348890" y="88738"/>
                    <a:pt x="348890" y="181305"/>
                  </a:cubicBezTo>
                  <a:cubicBezTo>
                    <a:pt x="349530" y="273873"/>
                    <a:pt x="274128" y="349204"/>
                    <a:pt x="180836" y="349204"/>
                  </a:cubicBezTo>
                  <a:close/>
                </a:path>
              </a:pathLst>
            </a:custGeom>
            <a:solidFill>
              <a:srgbClr val="00ABAB"/>
            </a:solidFill>
            <a:ln w="6390" cap="flat">
              <a:noFill/>
              <a:prstDash val="solid"/>
              <a:miter/>
            </a:ln>
          </p:spPr>
          <p:txBody>
            <a:bodyPr rtlCol="0" anchor="ctr"/>
            <a:lstStyle/>
            <a:p>
              <a:endParaRPr lang="en-US"/>
            </a:p>
          </p:txBody>
        </p:sp>
        <p:sp>
          <p:nvSpPr>
            <p:cNvPr id="828" name="Graphic 4">
              <a:extLst>
                <a:ext uri="{FF2B5EF4-FFF2-40B4-BE49-F238E27FC236}">
                  <a16:creationId xmlns:a16="http://schemas.microsoft.com/office/drawing/2014/main" id="{08A9F0C3-5361-5C41-9C34-107D773B35B9}"/>
                </a:ext>
              </a:extLst>
            </p:cNvPr>
            <p:cNvSpPr/>
            <p:nvPr/>
          </p:nvSpPr>
          <p:spPr>
            <a:xfrm>
              <a:off x="8966359" y="4860926"/>
              <a:ext cx="113102" cy="225993"/>
            </a:xfrm>
            <a:custGeom>
              <a:avLst/>
              <a:gdLst>
                <a:gd name="connsiteX0" fmla="*/ 105434 w 113102"/>
                <a:gd name="connsiteY0" fmla="*/ 63840 h 225993"/>
                <a:gd name="connsiteX1" fmla="*/ 77958 w 113102"/>
                <a:gd name="connsiteY1" fmla="*/ 63840 h 225993"/>
                <a:gd name="connsiteX2" fmla="*/ 77958 w 113102"/>
                <a:gd name="connsiteY2" fmla="*/ 52987 h 225993"/>
                <a:gd name="connsiteX3" fmla="*/ 81153 w 113102"/>
                <a:gd name="connsiteY3" fmla="*/ 49157 h 225993"/>
                <a:gd name="connsiteX4" fmla="*/ 105434 w 113102"/>
                <a:gd name="connsiteY4" fmla="*/ 49157 h 225993"/>
                <a:gd name="connsiteX5" fmla="*/ 111824 w 113102"/>
                <a:gd name="connsiteY5" fmla="*/ 42773 h 225993"/>
                <a:gd name="connsiteX6" fmla="*/ 111824 w 113102"/>
                <a:gd name="connsiteY6" fmla="*/ 6384 h 225993"/>
                <a:gd name="connsiteX7" fmla="*/ 105434 w 113102"/>
                <a:gd name="connsiteY7" fmla="*/ 0 h 225993"/>
                <a:gd name="connsiteX8" fmla="*/ 72207 w 113102"/>
                <a:gd name="connsiteY8" fmla="*/ 0 h 225993"/>
                <a:gd name="connsiteX9" fmla="*/ 21087 w 113102"/>
                <a:gd name="connsiteY9" fmla="*/ 51072 h 225993"/>
                <a:gd name="connsiteX10" fmla="*/ 21087 w 113102"/>
                <a:gd name="connsiteY10" fmla="*/ 63840 h 225993"/>
                <a:gd name="connsiteX11" fmla="*/ 6390 w 113102"/>
                <a:gd name="connsiteY11" fmla="*/ 63840 h 225993"/>
                <a:gd name="connsiteX12" fmla="*/ 0 w 113102"/>
                <a:gd name="connsiteY12" fmla="*/ 70224 h 225993"/>
                <a:gd name="connsiteX13" fmla="*/ 0 w 113102"/>
                <a:gd name="connsiteY13" fmla="*/ 112997 h 225993"/>
                <a:gd name="connsiteX14" fmla="*/ 6390 w 113102"/>
                <a:gd name="connsiteY14" fmla="*/ 119381 h 225993"/>
                <a:gd name="connsiteX15" fmla="*/ 21726 w 113102"/>
                <a:gd name="connsiteY15" fmla="*/ 119381 h 225993"/>
                <a:gd name="connsiteX16" fmla="*/ 21726 w 113102"/>
                <a:gd name="connsiteY16" fmla="*/ 219609 h 225993"/>
                <a:gd name="connsiteX17" fmla="*/ 28116 w 113102"/>
                <a:gd name="connsiteY17" fmla="*/ 225993 h 225993"/>
                <a:gd name="connsiteX18" fmla="*/ 70929 w 113102"/>
                <a:gd name="connsiteY18" fmla="*/ 225993 h 225993"/>
                <a:gd name="connsiteX19" fmla="*/ 77319 w 113102"/>
                <a:gd name="connsiteY19" fmla="*/ 219609 h 225993"/>
                <a:gd name="connsiteX20" fmla="*/ 77319 w 113102"/>
                <a:gd name="connsiteY20" fmla="*/ 119381 h 225993"/>
                <a:gd name="connsiteX21" fmla="*/ 102879 w 113102"/>
                <a:gd name="connsiteY21" fmla="*/ 119381 h 225993"/>
                <a:gd name="connsiteX22" fmla="*/ 109269 w 113102"/>
                <a:gd name="connsiteY22" fmla="*/ 113635 h 225993"/>
                <a:gd name="connsiteX23" fmla="*/ 113102 w 113102"/>
                <a:gd name="connsiteY23" fmla="*/ 70862 h 225993"/>
                <a:gd name="connsiteX24" fmla="*/ 111185 w 113102"/>
                <a:gd name="connsiteY24" fmla="*/ 65755 h 225993"/>
                <a:gd name="connsiteX25" fmla="*/ 105434 w 113102"/>
                <a:gd name="connsiteY25" fmla="*/ 63840 h 225993"/>
                <a:gd name="connsiteX26" fmla="*/ 95849 w 113102"/>
                <a:gd name="connsiteY26" fmla="*/ 106613 h 225993"/>
                <a:gd name="connsiteX27" fmla="*/ 69650 w 113102"/>
                <a:gd name="connsiteY27" fmla="*/ 106613 h 225993"/>
                <a:gd name="connsiteX28" fmla="*/ 63261 w 113102"/>
                <a:gd name="connsiteY28" fmla="*/ 112997 h 225993"/>
                <a:gd name="connsiteX29" fmla="*/ 63261 w 113102"/>
                <a:gd name="connsiteY29" fmla="*/ 213225 h 225993"/>
                <a:gd name="connsiteX30" fmla="*/ 33228 w 113102"/>
                <a:gd name="connsiteY30" fmla="*/ 213225 h 225993"/>
                <a:gd name="connsiteX31" fmla="*/ 33228 w 113102"/>
                <a:gd name="connsiteY31" fmla="*/ 112997 h 225993"/>
                <a:gd name="connsiteX32" fmla="*/ 26838 w 113102"/>
                <a:gd name="connsiteY32" fmla="*/ 106613 h 225993"/>
                <a:gd name="connsiteX33" fmla="*/ 11502 w 113102"/>
                <a:gd name="connsiteY33" fmla="*/ 106613 h 225993"/>
                <a:gd name="connsiteX34" fmla="*/ 11502 w 113102"/>
                <a:gd name="connsiteY34" fmla="*/ 76608 h 225993"/>
                <a:gd name="connsiteX35" fmla="*/ 26199 w 113102"/>
                <a:gd name="connsiteY35" fmla="*/ 76608 h 225993"/>
                <a:gd name="connsiteX36" fmla="*/ 32589 w 113102"/>
                <a:gd name="connsiteY36" fmla="*/ 70224 h 225993"/>
                <a:gd name="connsiteX37" fmla="*/ 32589 w 113102"/>
                <a:gd name="connsiteY37" fmla="*/ 51072 h 225993"/>
                <a:gd name="connsiteX38" fmla="*/ 70929 w 113102"/>
                <a:gd name="connsiteY38" fmla="*/ 12768 h 225993"/>
                <a:gd name="connsiteX39" fmla="*/ 97766 w 113102"/>
                <a:gd name="connsiteY39" fmla="*/ 12768 h 225993"/>
                <a:gd name="connsiteX40" fmla="*/ 97766 w 113102"/>
                <a:gd name="connsiteY40" fmla="*/ 36389 h 225993"/>
                <a:gd name="connsiteX41" fmla="*/ 79874 w 113102"/>
                <a:gd name="connsiteY41" fmla="*/ 36389 h 225993"/>
                <a:gd name="connsiteX42" fmla="*/ 63899 w 113102"/>
                <a:gd name="connsiteY42" fmla="*/ 52987 h 225993"/>
                <a:gd name="connsiteX43" fmla="*/ 63899 w 113102"/>
                <a:gd name="connsiteY43" fmla="*/ 70224 h 225993"/>
                <a:gd name="connsiteX44" fmla="*/ 70289 w 113102"/>
                <a:gd name="connsiteY44" fmla="*/ 76608 h 225993"/>
                <a:gd name="connsiteX45" fmla="*/ 97128 w 113102"/>
                <a:gd name="connsiteY45" fmla="*/ 76608 h 225993"/>
                <a:gd name="connsiteX46" fmla="*/ 95849 w 113102"/>
                <a:gd name="connsiteY46" fmla="*/ 106613 h 22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13102" h="225993">
                  <a:moveTo>
                    <a:pt x="105434" y="63840"/>
                  </a:moveTo>
                  <a:lnTo>
                    <a:pt x="77958" y="63840"/>
                  </a:lnTo>
                  <a:lnTo>
                    <a:pt x="77958" y="52987"/>
                  </a:lnTo>
                  <a:cubicBezTo>
                    <a:pt x="77958" y="49795"/>
                    <a:pt x="79235" y="49157"/>
                    <a:pt x="81153" y="49157"/>
                  </a:cubicBezTo>
                  <a:lnTo>
                    <a:pt x="105434" y="49157"/>
                  </a:lnTo>
                  <a:cubicBezTo>
                    <a:pt x="109269" y="49157"/>
                    <a:pt x="111824" y="46603"/>
                    <a:pt x="111824" y="42773"/>
                  </a:cubicBezTo>
                  <a:lnTo>
                    <a:pt x="111824" y="6384"/>
                  </a:lnTo>
                  <a:cubicBezTo>
                    <a:pt x="111824" y="2554"/>
                    <a:pt x="109269" y="0"/>
                    <a:pt x="105434" y="0"/>
                  </a:cubicBezTo>
                  <a:lnTo>
                    <a:pt x="72207" y="0"/>
                  </a:lnTo>
                  <a:cubicBezTo>
                    <a:pt x="34506" y="0"/>
                    <a:pt x="21087" y="27451"/>
                    <a:pt x="21087" y="51072"/>
                  </a:cubicBezTo>
                  <a:lnTo>
                    <a:pt x="21087" y="63840"/>
                  </a:lnTo>
                  <a:lnTo>
                    <a:pt x="6390" y="63840"/>
                  </a:lnTo>
                  <a:cubicBezTo>
                    <a:pt x="2556" y="63840"/>
                    <a:pt x="0" y="66394"/>
                    <a:pt x="0" y="70224"/>
                  </a:cubicBezTo>
                  <a:lnTo>
                    <a:pt x="0" y="112997"/>
                  </a:lnTo>
                  <a:cubicBezTo>
                    <a:pt x="0" y="116827"/>
                    <a:pt x="2556" y="119381"/>
                    <a:pt x="6390" y="119381"/>
                  </a:cubicBezTo>
                  <a:lnTo>
                    <a:pt x="21726" y="119381"/>
                  </a:lnTo>
                  <a:lnTo>
                    <a:pt x="21726" y="219609"/>
                  </a:lnTo>
                  <a:cubicBezTo>
                    <a:pt x="21726" y="223439"/>
                    <a:pt x="24282" y="225993"/>
                    <a:pt x="28116" y="225993"/>
                  </a:cubicBezTo>
                  <a:lnTo>
                    <a:pt x="70929" y="225993"/>
                  </a:lnTo>
                  <a:cubicBezTo>
                    <a:pt x="74763" y="225993"/>
                    <a:pt x="77319" y="223439"/>
                    <a:pt x="77319" y="219609"/>
                  </a:cubicBezTo>
                  <a:lnTo>
                    <a:pt x="77319" y="119381"/>
                  </a:lnTo>
                  <a:lnTo>
                    <a:pt x="102879" y="119381"/>
                  </a:lnTo>
                  <a:cubicBezTo>
                    <a:pt x="106074" y="119381"/>
                    <a:pt x="108629" y="116827"/>
                    <a:pt x="109269" y="113635"/>
                  </a:cubicBezTo>
                  <a:lnTo>
                    <a:pt x="113102" y="70862"/>
                  </a:lnTo>
                  <a:cubicBezTo>
                    <a:pt x="113102" y="68947"/>
                    <a:pt x="112464" y="67032"/>
                    <a:pt x="111185" y="65755"/>
                  </a:cubicBezTo>
                  <a:cubicBezTo>
                    <a:pt x="109269" y="64478"/>
                    <a:pt x="107351" y="63840"/>
                    <a:pt x="105434" y="63840"/>
                  </a:cubicBezTo>
                  <a:close/>
                  <a:moveTo>
                    <a:pt x="95849" y="106613"/>
                  </a:moveTo>
                  <a:lnTo>
                    <a:pt x="69650" y="106613"/>
                  </a:lnTo>
                  <a:cubicBezTo>
                    <a:pt x="65817" y="106613"/>
                    <a:pt x="63261" y="109166"/>
                    <a:pt x="63261" y="112997"/>
                  </a:cubicBezTo>
                  <a:lnTo>
                    <a:pt x="63261" y="213225"/>
                  </a:lnTo>
                  <a:lnTo>
                    <a:pt x="33228" y="213225"/>
                  </a:lnTo>
                  <a:lnTo>
                    <a:pt x="33228" y="112997"/>
                  </a:lnTo>
                  <a:cubicBezTo>
                    <a:pt x="33228" y="109166"/>
                    <a:pt x="30672" y="106613"/>
                    <a:pt x="26838" y="106613"/>
                  </a:cubicBezTo>
                  <a:lnTo>
                    <a:pt x="11502" y="106613"/>
                  </a:lnTo>
                  <a:lnTo>
                    <a:pt x="11502" y="76608"/>
                  </a:lnTo>
                  <a:lnTo>
                    <a:pt x="26199" y="76608"/>
                  </a:lnTo>
                  <a:cubicBezTo>
                    <a:pt x="30033" y="76608"/>
                    <a:pt x="32589" y="74054"/>
                    <a:pt x="32589" y="70224"/>
                  </a:cubicBezTo>
                  <a:lnTo>
                    <a:pt x="32589" y="51072"/>
                  </a:lnTo>
                  <a:cubicBezTo>
                    <a:pt x="32589" y="39581"/>
                    <a:pt x="36423" y="12768"/>
                    <a:pt x="70929" y="12768"/>
                  </a:cubicBezTo>
                  <a:lnTo>
                    <a:pt x="97766" y="12768"/>
                  </a:lnTo>
                  <a:lnTo>
                    <a:pt x="97766" y="36389"/>
                  </a:lnTo>
                  <a:lnTo>
                    <a:pt x="79874" y="36389"/>
                  </a:lnTo>
                  <a:cubicBezTo>
                    <a:pt x="72207" y="36389"/>
                    <a:pt x="63899" y="41496"/>
                    <a:pt x="63899" y="52987"/>
                  </a:cubicBezTo>
                  <a:lnTo>
                    <a:pt x="63899" y="70224"/>
                  </a:lnTo>
                  <a:cubicBezTo>
                    <a:pt x="63899" y="74054"/>
                    <a:pt x="66456" y="76608"/>
                    <a:pt x="70289" y="76608"/>
                  </a:cubicBezTo>
                  <a:lnTo>
                    <a:pt x="97128" y="76608"/>
                  </a:lnTo>
                  <a:lnTo>
                    <a:pt x="95849" y="106613"/>
                  </a:lnTo>
                  <a:close/>
                </a:path>
              </a:pathLst>
            </a:custGeom>
            <a:solidFill>
              <a:srgbClr val="00ABAB"/>
            </a:solidFill>
            <a:ln w="6390" cap="flat">
              <a:noFill/>
              <a:prstDash val="solid"/>
              <a:miter/>
            </a:ln>
          </p:spPr>
          <p:txBody>
            <a:bodyPr rtlCol="0" anchor="ctr"/>
            <a:lstStyle/>
            <a:p>
              <a:endParaRPr lang="en-US"/>
            </a:p>
          </p:txBody>
        </p:sp>
      </p:grpSp>
      <p:grpSp>
        <p:nvGrpSpPr>
          <p:cNvPr id="829" name="Graphic 4">
            <a:extLst>
              <a:ext uri="{FF2B5EF4-FFF2-40B4-BE49-F238E27FC236}">
                <a16:creationId xmlns:a16="http://schemas.microsoft.com/office/drawing/2014/main" id="{94A9FF31-60DF-5E4F-8234-A133D7ED262B}"/>
              </a:ext>
            </a:extLst>
          </p:cNvPr>
          <p:cNvGrpSpPr/>
          <p:nvPr/>
        </p:nvGrpSpPr>
        <p:grpSpPr>
          <a:xfrm>
            <a:off x="9887149" y="918179"/>
            <a:ext cx="361670" cy="361333"/>
            <a:chOff x="9887149" y="918179"/>
            <a:chExt cx="361670" cy="361333"/>
          </a:xfrm>
          <a:solidFill>
            <a:srgbClr val="00ABAB"/>
          </a:solidFill>
        </p:grpSpPr>
        <p:sp>
          <p:nvSpPr>
            <p:cNvPr id="830" name="Graphic 4">
              <a:extLst>
                <a:ext uri="{FF2B5EF4-FFF2-40B4-BE49-F238E27FC236}">
                  <a16:creationId xmlns:a16="http://schemas.microsoft.com/office/drawing/2014/main" id="{139E14DA-0D43-134F-B82D-C28AE322E967}"/>
                </a:ext>
              </a:extLst>
            </p:cNvPr>
            <p:cNvSpPr/>
            <p:nvPr/>
          </p:nvSpPr>
          <p:spPr>
            <a:xfrm>
              <a:off x="9887149"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ABAB"/>
            </a:solidFill>
            <a:ln w="6390" cap="flat">
              <a:noFill/>
              <a:prstDash val="solid"/>
              <a:miter/>
            </a:ln>
          </p:spPr>
          <p:txBody>
            <a:bodyPr rtlCol="0" anchor="ctr"/>
            <a:lstStyle/>
            <a:p>
              <a:endParaRPr lang="en-US"/>
            </a:p>
          </p:txBody>
        </p:sp>
        <p:sp>
          <p:nvSpPr>
            <p:cNvPr id="831" name="Graphic 4">
              <a:extLst>
                <a:ext uri="{FF2B5EF4-FFF2-40B4-BE49-F238E27FC236}">
                  <a16:creationId xmlns:a16="http://schemas.microsoft.com/office/drawing/2014/main" id="{DF257D81-73E7-D544-B93C-B60504A0D6E1}"/>
                </a:ext>
              </a:extLst>
            </p:cNvPr>
            <p:cNvSpPr/>
            <p:nvPr/>
          </p:nvSpPr>
          <p:spPr>
            <a:xfrm>
              <a:off x="10011753" y="1043305"/>
              <a:ext cx="113792" cy="104697"/>
            </a:xfrm>
            <a:custGeom>
              <a:avLst/>
              <a:gdLst>
                <a:gd name="connsiteX0" fmla="*/ 112463 w 113792"/>
                <a:gd name="connsiteY0" fmla="*/ 70862 h 104697"/>
                <a:gd name="connsiteX1" fmla="*/ 104794 w 113792"/>
                <a:gd name="connsiteY1" fmla="*/ 65755 h 104697"/>
                <a:gd name="connsiteX2" fmla="*/ 87542 w 113792"/>
                <a:gd name="connsiteY2" fmla="*/ 57456 h 104697"/>
                <a:gd name="connsiteX3" fmla="*/ 73484 w 113792"/>
                <a:gd name="connsiteY3" fmla="*/ 61286 h 104697"/>
                <a:gd name="connsiteX4" fmla="*/ 67733 w 113792"/>
                <a:gd name="connsiteY4" fmla="*/ 68309 h 104697"/>
                <a:gd name="connsiteX5" fmla="*/ 51758 w 113792"/>
                <a:gd name="connsiteY5" fmla="*/ 58094 h 104697"/>
                <a:gd name="connsiteX6" fmla="*/ 40895 w 113792"/>
                <a:gd name="connsiteY6" fmla="*/ 45326 h 104697"/>
                <a:gd name="connsiteX7" fmla="*/ 44730 w 113792"/>
                <a:gd name="connsiteY7" fmla="*/ 40219 h 104697"/>
                <a:gd name="connsiteX8" fmla="*/ 46646 w 113792"/>
                <a:gd name="connsiteY8" fmla="*/ 36389 h 104697"/>
                <a:gd name="connsiteX9" fmla="*/ 46646 w 113792"/>
                <a:gd name="connsiteY9" fmla="*/ 25536 h 104697"/>
                <a:gd name="connsiteX10" fmla="*/ 40256 w 113792"/>
                <a:gd name="connsiteY10" fmla="*/ 10853 h 104697"/>
                <a:gd name="connsiteX11" fmla="*/ 38978 w 113792"/>
                <a:gd name="connsiteY11" fmla="*/ 8299 h 104697"/>
                <a:gd name="connsiteX12" fmla="*/ 26837 w 113792"/>
                <a:gd name="connsiteY12" fmla="*/ 0 h 104697"/>
                <a:gd name="connsiteX13" fmla="*/ 10863 w 113792"/>
                <a:gd name="connsiteY13" fmla="*/ 5107 h 104697"/>
                <a:gd name="connsiteX14" fmla="*/ 10224 w 113792"/>
                <a:gd name="connsiteY14" fmla="*/ 5746 h 104697"/>
                <a:gd name="connsiteX15" fmla="*/ 0 w 113792"/>
                <a:gd name="connsiteY15" fmla="*/ 30005 h 104697"/>
                <a:gd name="connsiteX16" fmla="*/ 1278 w 113792"/>
                <a:gd name="connsiteY16" fmla="*/ 40219 h 104697"/>
                <a:gd name="connsiteX17" fmla="*/ 11501 w 113792"/>
                <a:gd name="connsiteY17" fmla="*/ 59371 h 104697"/>
                <a:gd name="connsiteX18" fmla="*/ 21086 w 113792"/>
                <a:gd name="connsiteY18" fmla="*/ 71501 h 104697"/>
                <a:gd name="connsiteX19" fmla="*/ 55592 w 113792"/>
                <a:gd name="connsiteY19" fmla="*/ 97675 h 104697"/>
                <a:gd name="connsiteX20" fmla="*/ 81791 w 113792"/>
                <a:gd name="connsiteY20" fmla="*/ 104697 h 104697"/>
                <a:gd name="connsiteX21" fmla="*/ 86903 w 113792"/>
                <a:gd name="connsiteY21" fmla="*/ 104059 h 104697"/>
                <a:gd name="connsiteX22" fmla="*/ 87542 w 113792"/>
                <a:gd name="connsiteY22" fmla="*/ 104059 h 104697"/>
                <a:gd name="connsiteX23" fmla="*/ 109907 w 113792"/>
                <a:gd name="connsiteY23" fmla="*/ 88099 h 104697"/>
                <a:gd name="connsiteX24" fmla="*/ 112463 w 113792"/>
                <a:gd name="connsiteY24" fmla="*/ 70862 h 104697"/>
                <a:gd name="connsiteX25" fmla="*/ 112463 w 113792"/>
                <a:gd name="connsiteY25" fmla="*/ 70862 h 104697"/>
                <a:gd name="connsiteX26" fmla="*/ 99683 w 113792"/>
                <a:gd name="connsiteY26" fmla="*/ 84269 h 104697"/>
                <a:gd name="connsiteX27" fmla="*/ 88181 w 113792"/>
                <a:gd name="connsiteY27" fmla="*/ 91929 h 104697"/>
                <a:gd name="connsiteX28" fmla="*/ 86264 w 113792"/>
                <a:gd name="connsiteY28" fmla="*/ 92568 h 104697"/>
                <a:gd name="connsiteX29" fmla="*/ 83708 w 113792"/>
                <a:gd name="connsiteY29" fmla="*/ 93206 h 104697"/>
                <a:gd name="connsiteX30" fmla="*/ 61982 w 113792"/>
                <a:gd name="connsiteY30" fmla="*/ 86822 h 104697"/>
                <a:gd name="connsiteX31" fmla="*/ 31950 w 113792"/>
                <a:gd name="connsiteY31" fmla="*/ 64478 h 104697"/>
                <a:gd name="connsiteX32" fmla="*/ 23004 w 113792"/>
                <a:gd name="connsiteY32" fmla="*/ 52349 h 104697"/>
                <a:gd name="connsiteX33" fmla="*/ 15335 w 113792"/>
                <a:gd name="connsiteY33" fmla="*/ 37665 h 104697"/>
                <a:gd name="connsiteX34" fmla="*/ 14058 w 113792"/>
                <a:gd name="connsiteY34" fmla="*/ 31281 h 104697"/>
                <a:gd name="connsiteX35" fmla="*/ 20447 w 113792"/>
                <a:gd name="connsiteY35" fmla="*/ 15322 h 104697"/>
                <a:gd name="connsiteX36" fmla="*/ 20447 w 113792"/>
                <a:gd name="connsiteY36" fmla="*/ 15322 h 104697"/>
                <a:gd name="connsiteX37" fmla="*/ 27476 w 113792"/>
                <a:gd name="connsiteY37" fmla="*/ 14045 h 104697"/>
                <a:gd name="connsiteX38" fmla="*/ 27476 w 113792"/>
                <a:gd name="connsiteY38" fmla="*/ 14683 h 104697"/>
                <a:gd name="connsiteX39" fmla="*/ 28755 w 113792"/>
                <a:gd name="connsiteY39" fmla="*/ 17237 h 104697"/>
                <a:gd name="connsiteX40" fmla="*/ 35145 w 113792"/>
                <a:gd name="connsiteY40" fmla="*/ 32558 h 104697"/>
                <a:gd name="connsiteX41" fmla="*/ 34505 w 113792"/>
                <a:gd name="connsiteY41" fmla="*/ 33835 h 104697"/>
                <a:gd name="connsiteX42" fmla="*/ 30671 w 113792"/>
                <a:gd name="connsiteY42" fmla="*/ 38304 h 104697"/>
                <a:gd name="connsiteX43" fmla="*/ 28755 w 113792"/>
                <a:gd name="connsiteY43" fmla="*/ 49795 h 104697"/>
                <a:gd name="connsiteX44" fmla="*/ 43451 w 113792"/>
                <a:gd name="connsiteY44" fmla="*/ 67670 h 104697"/>
                <a:gd name="connsiteX45" fmla="*/ 63899 w 113792"/>
                <a:gd name="connsiteY45" fmla="*/ 80438 h 104697"/>
                <a:gd name="connsiteX46" fmla="*/ 76040 w 113792"/>
                <a:gd name="connsiteY46" fmla="*/ 78523 h 104697"/>
                <a:gd name="connsiteX47" fmla="*/ 83708 w 113792"/>
                <a:gd name="connsiteY47" fmla="*/ 69585 h 104697"/>
                <a:gd name="connsiteX48" fmla="*/ 99683 w 113792"/>
                <a:gd name="connsiteY48" fmla="*/ 77246 h 104697"/>
                <a:gd name="connsiteX49" fmla="*/ 101599 w 113792"/>
                <a:gd name="connsiteY49" fmla="*/ 77885 h 104697"/>
                <a:gd name="connsiteX50" fmla="*/ 99683 w 113792"/>
                <a:gd name="connsiteY50" fmla="*/ 84269 h 10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13792" h="104697">
                  <a:moveTo>
                    <a:pt x="112463" y="70862"/>
                  </a:moveTo>
                  <a:cubicBezTo>
                    <a:pt x="111824" y="70224"/>
                    <a:pt x="110545" y="68309"/>
                    <a:pt x="104794" y="65755"/>
                  </a:cubicBezTo>
                  <a:cubicBezTo>
                    <a:pt x="104794" y="65755"/>
                    <a:pt x="90737" y="58733"/>
                    <a:pt x="87542" y="57456"/>
                  </a:cubicBezTo>
                  <a:cubicBezTo>
                    <a:pt x="81791" y="55541"/>
                    <a:pt x="76679" y="56817"/>
                    <a:pt x="73484" y="61286"/>
                  </a:cubicBezTo>
                  <a:cubicBezTo>
                    <a:pt x="72845" y="62563"/>
                    <a:pt x="70289" y="65755"/>
                    <a:pt x="67733" y="68309"/>
                  </a:cubicBezTo>
                  <a:cubicBezTo>
                    <a:pt x="63899" y="66393"/>
                    <a:pt x="56870" y="63201"/>
                    <a:pt x="51758" y="58094"/>
                  </a:cubicBezTo>
                  <a:cubicBezTo>
                    <a:pt x="46646" y="53625"/>
                    <a:pt x="43451" y="48518"/>
                    <a:pt x="40895" y="45326"/>
                  </a:cubicBezTo>
                  <a:cubicBezTo>
                    <a:pt x="42173" y="43411"/>
                    <a:pt x="44730" y="40857"/>
                    <a:pt x="44730" y="40219"/>
                  </a:cubicBezTo>
                  <a:cubicBezTo>
                    <a:pt x="45368" y="38942"/>
                    <a:pt x="46646" y="37027"/>
                    <a:pt x="46646" y="36389"/>
                  </a:cubicBezTo>
                  <a:cubicBezTo>
                    <a:pt x="47925" y="33835"/>
                    <a:pt x="48563" y="30643"/>
                    <a:pt x="46646" y="25536"/>
                  </a:cubicBezTo>
                  <a:cubicBezTo>
                    <a:pt x="46007" y="24259"/>
                    <a:pt x="42173" y="15322"/>
                    <a:pt x="40256" y="10853"/>
                  </a:cubicBezTo>
                  <a:lnTo>
                    <a:pt x="38978" y="8299"/>
                  </a:lnTo>
                  <a:cubicBezTo>
                    <a:pt x="36422" y="2554"/>
                    <a:pt x="32589" y="0"/>
                    <a:pt x="26837" y="0"/>
                  </a:cubicBezTo>
                  <a:cubicBezTo>
                    <a:pt x="18530" y="638"/>
                    <a:pt x="13419" y="1915"/>
                    <a:pt x="10863" y="5107"/>
                  </a:cubicBezTo>
                  <a:lnTo>
                    <a:pt x="10224" y="5746"/>
                  </a:lnTo>
                  <a:cubicBezTo>
                    <a:pt x="7029" y="8938"/>
                    <a:pt x="0" y="16598"/>
                    <a:pt x="0" y="30005"/>
                  </a:cubicBezTo>
                  <a:cubicBezTo>
                    <a:pt x="0" y="33197"/>
                    <a:pt x="639" y="36389"/>
                    <a:pt x="1278" y="40219"/>
                  </a:cubicBezTo>
                  <a:cubicBezTo>
                    <a:pt x="3195" y="46603"/>
                    <a:pt x="6390" y="52987"/>
                    <a:pt x="11501" y="59371"/>
                  </a:cubicBezTo>
                  <a:cubicBezTo>
                    <a:pt x="15975" y="65117"/>
                    <a:pt x="19170" y="69585"/>
                    <a:pt x="21086" y="71501"/>
                  </a:cubicBezTo>
                  <a:cubicBezTo>
                    <a:pt x="31950" y="83630"/>
                    <a:pt x="43451" y="92568"/>
                    <a:pt x="55592" y="97675"/>
                  </a:cubicBezTo>
                  <a:cubicBezTo>
                    <a:pt x="72206" y="104059"/>
                    <a:pt x="77957" y="104697"/>
                    <a:pt x="81791" y="104697"/>
                  </a:cubicBezTo>
                  <a:cubicBezTo>
                    <a:pt x="83069" y="104697"/>
                    <a:pt x="84986" y="104059"/>
                    <a:pt x="86903" y="104059"/>
                  </a:cubicBezTo>
                  <a:lnTo>
                    <a:pt x="87542" y="104059"/>
                  </a:lnTo>
                  <a:cubicBezTo>
                    <a:pt x="93932" y="103420"/>
                    <a:pt x="106712" y="97037"/>
                    <a:pt x="109907" y="88099"/>
                  </a:cubicBezTo>
                  <a:cubicBezTo>
                    <a:pt x="113740" y="83630"/>
                    <a:pt x="115019" y="75331"/>
                    <a:pt x="112463" y="70862"/>
                  </a:cubicBezTo>
                  <a:cubicBezTo>
                    <a:pt x="112463" y="71501"/>
                    <a:pt x="112463" y="71501"/>
                    <a:pt x="112463" y="70862"/>
                  </a:cubicBezTo>
                  <a:close/>
                  <a:moveTo>
                    <a:pt x="99683" y="84269"/>
                  </a:moveTo>
                  <a:cubicBezTo>
                    <a:pt x="98404" y="87461"/>
                    <a:pt x="90737" y="91929"/>
                    <a:pt x="88181" y="91929"/>
                  </a:cubicBezTo>
                  <a:cubicBezTo>
                    <a:pt x="87542" y="91929"/>
                    <a:pt x="86903" y="91929"/>
                    <a:pt x="86264" y="92568"/>
                  </a:cubicBezTo>
                  <a:cubicBezTo>
                    <a:pt x="85625" y="92568"/>
                    <a:pt x="84347" y="93206"/>
                    <a:pt x="83708" y="93206"/>
                  </a:cubicBezTo>
                  <a:cubicBezTo>
                    <a:pt x="80513" y="93206"/>
                    <a:pt x="72845" y="91291"/>
                    <a:pt x="61982" y="86822"/>
                  </a:cubicBezTo>
                  <a:cubicBezTo>
                    <a:pt x="51758" y="82992"/>
                    <a:pt x="41535" y="75331"/>
                    <a:pt x="31950" y="64478"/>
                  </a:cubicBezTo>
                  <a:cubicBezTo>
                    <a:pt x="30671" y="63201"/>
                    <a:pt x="28755" y="60648"/>
                    <a:pt x="23004" y="52349"/>
                  </a:cubicBezTo>
                  <a:cubicBezTo>
                    <a:pt x="19170" y="47241"/>
                    <a:pt x="16614" y="42134"/>
                    <a:pt x="15335" y="37665"/>
                  </a:cubicBezTo>
                  <a:cubicBezTo>
                    <a:pt x="14696" y="35112"/>
                    <a:pt x="14058" y="33197"/>
                    <a:pt x="14058" y="31281"/>
                  </a:cubicBezTo>
                  <a:cubicBezTo>
                    <a:pt x="14058" y="22344"/>
                    <a:pt x="17891" y="17875"/>
                    <a:pt x="20447" y="15322"/>
                  </a:cubicBezTo>
                  <a:lnTo>
                    <a:pt x="20447" y="15322"/>
                  </a:lnTo>
                  <a:cubicBezTo>
                    <a:pt x="20447" y="15322"/>
                    <a:pt x="22365" y="14045"/>
                    <a:pt x="27476" y="14045"/>
                  </a:cubicBezTo>
                  <a:lnTo>
                    <a:pt x="27476" y="14683"/>
                  </a:lnTo>
                  <a:lnTo>
                    <a:pt x="28755" y="17237"/>
                  </a:lnTo>
                  <a:cubicBezTo>
                    <a:pt x="33866" y="28728"/>
                    <a:pt x="34505" y="31281"/>
                    <a:pt x="35145" y="32558"/>
                  </a:cubicBezTo>
                  <a:cubicBezTo>
                    <a:pt x="35145" y="33197"/>
                    <a:pt x="34505" y="33835"/>
                    <a:pt x="34505" y="33835"/>
                  </a:cubicBezTo>
                  <a:cubicBezTo>
                    <a:pt x="33866" y="34473"/>
                    <a:pt x="31310" y="37665"/>
                    <a:pt x="30671" y="38304"/>
                  </a:cubicBezTo>
                  <a:cubicBezTo>
                    <a:pt x="26837" y="42134"/>
                    <a:pt x="26199" y="45965"/>
                    <a:pt x="28755" y="49795"/>
                  </a:cubicBezTo>
                  <a:cubicBezTo>
                    <a:pt x="30671" y="52987"/>
                    <a:pt x="35783" y="61286"/>
                    <a:pt x="43451" y="67670"/>
                  </a:cubicBezTo>
                  <a:cubicBezTo>
                    <a:pt x="50480" y="74054"/>
                    <a:pt x="60065" y="78523"/>
                    <a:pt x="63899" y="80438"/>
                  </a:cubicBezTo>
                  <a:cubicBezTo>
                    <a:pt x="69650" y="83630"/>
                    <a:pt x="73484" y="81077"/>
                    <a:pt x="76040" y="78523"/>
                  </a:cubicBezTo>
                  <a:cubicBezTo>
                    <a:pt x="77318" y="77246"/>
                    <a:pt x="81152" y="72777"/>
                    <a:pt x="83708" y="69585"/>
                  </a:cubicBezTo>
                  <a:cubicBezTo>
                    <a:pt x="86264" y="70862"/>
                    <a:pt x="95209" y="75331"/>
                    <a:pt x="99683" y="77246"/>
                  </a:cubicBezTo>
                  <a:cubicBezTo>
                    <a:pt x="100322" y="77246"/>
                    <a:pt x="100961" y="77885"/>
                    <a:pt x="101599" y="77885"/>
                  </a:cubicBezTo>
                  <a:cubicBezTo>
                    <a:pt x="100961" y="79800"/>
                    <a:pt x="100322" y="81715"/>
                    <a:pt x="99683" y="84269"/>
                  </a:cubicBezTo>
                  <a:close/>
                </a:path>
              </a:pathLst>
            </a:custGeom>
            <a:solidFill>
              <a:srgbClr val="00ABAB"/>
            </a:solidFill>
            <a:ln w="6390" cap="flat">
              <a:noFill/>
              <a:prstDash val="solid"/>
              <a:miter/>
            </a:ln>
          </p:spPr>
          <p:txBody>
            <a:bodyPr rtlCol="0" anchor="ctr"/>
            <a:lstStyle/>
            <a:p>
              <a:endParaRPr lang="en-US"/>
            </a:p>
          </p:txBody>
        </p:sp>
        <p:sp>
          <p:nvSpPr>
            <p:cNvPr id="832" name="Graphic 4">
              <a:extLst>
                <a:ext uri="{FF2B5EF4-FFF2-40B4-BE49-F238E27FC236}">
                  <a16:creationId xmlns:a16="http://schemas.microsoft.com/office/drawing/2014/main" id="{96E219D1-0305-494F-A330-9D268B46C04C}"/>
                </a:ext>
              </a:extLst>
            </p:cNvPr>
            <p:cNvSpPr/>
            <p:nvPr/>
          </p:nvSpPr>
          <p:spPr>
            <a:xfrm>
              <a:off x="9962939" y="992233"/>
              <a:ext cx="210479" cy="213863"/>
            </a:xfrm>
            <a:custGeom>
              <a:avLst/>
              <a:gdLst>
                <a:gd name="connsiteX0" fmla="*/ 105685 w 210479"/>
                <a:gd name="connsiteY0" fmla="*/ 0 h 213863"/>
                <a:gd name="connsiteX1" fmla="*/ 890 w 210479"/>
                <a:gd name="connsiteY1" fmla="*/ 104697 h 213863"/>
                <a:gd name="connsiteX2" fmla="*/ 16865 w 210479"/>
                <a:gd name="connsiteY2" fmla="*/ 160238 h 213863"/>
                <a:gd name="connsiteX3" fmla="*/ 251 w 210479"/>
                <a:gd name="connsiteY3" fmla="*/ 204926 h 213863"/>
                <a:gd name="connsiteX4" fmla="*/ 1529 w 210479"/>
                <a:gd name="connsiteY4" fmla="*/ 211948 h 213863"/>
                <a:gd name="connsiteX5" fmla="*/ 6002 w 210479"/>
                <a:gd name="connsiteY5" fmla="*/ 213863 h 213863"/>
                <a:gd name="connsiteX6" fmla="*/ 8558 w 210479"/>
                <a:gd name="connsiteY6" fmla="*/ 213225 h 213863"/>
                <a:gd name="connsiteX7" fmla="*/ 52649 w 210479"/>
                <a:gd name="connsiteY7" fmla="*/ 195350 h 213863"/>
                <a:gd name="connsiteX8" fmla="*/ 105685 w 210479"/>
                <a:gd name="connsiteY8" fmla="*/ 210033 h 213863"/>
                <a:gd name="connsiteX9" fmla="*/ 210480 w 210479"/>
                <a:gd name="connsiteY9" fmla="*/ 105336 h 213863"/>
                <a:gd name="connsiteX10" fmla="*/ 105685 w 210479"/>
                <a:gd name="connsiteY10" fmla="*/ 0 h 213863"/>
                <a:gd name="connsiteX11" fmla="*/ 105685 w 210479"/>
                <a:gd name="connsiteY11" fmla="*/ 196627 h 213863"/>
                <a:gd name="connsiteX12" fmla="*/ 56482 w 210479"/>
                <a:gd name="connsiteY12" fmla="*/ 182582 h 213863"/>
                <a:gd name="connsiteX13" fmla="*/ 53287 w 210479"/>
                <a:gd name="connsiteY13" fmla="*/ 181305 h 213863"/>
                <a:gd name="connsiteX14" fmla="*/ 50731 w 210479"/>
                <a:gd name="connsiteY14" fmla="*/ 181944 h 213863"/>
                <a:gd name="connsiteX15" fmla="*/ 16865 w 210479"/>
                <a:gd name="connsiteY15" fmla="*/ 195988 h 213863"/>
                <a:gd name="connsiteX16" fmla="*/ 29645 w 210479"/>
                <a:gd name="connsiteY16" fmla="*/ 162153 h 213863"/>
                <a:gd name="connsiteX17" fmla="*/ 29005 w 210479"/>
                <a:gd name="connsiteY17" fmla="*/ 156408 h 213863"/>
                <a:gd name="connsiteX18" fmla="*/ 13670 w 210479"/>
                <a:gd name="connsiteY18" fmla="*/ 105336 h 213863"/>
                <a:gd name="connsiteX19" fmla="*/ 105685 w 210479"/>
                <a:gd name="connsiteY19" fmla="*/ 13406 h 213863"/>
                <a:gd name="connsiteX20" fmla="*/ 197700 w 210479"/>
                <a:gd name="connsiteY20" fmla="*/ 105336 h 213863"/>
                <a:gd name="connsiteX21" fmla="*/ 105685 w 210479"/>
                <a:gd name="connsiteY21" fmla="*/ 196627 h 21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10479" h="213863">
                  <a:moveTo>
                    <a:pt x="105685" y="0"/>
                  </a:moveTo>
                  <a:cubicBezTo>
                    <a:pt x="48175" y="0"/>
                    <a:pt x="890" y="47241"/>
                    <a:pt x="890" y="104697"/>
                  </a:cubicBezTo>
                  <a:cubicBezTo>
                    <a:pt x="890" y="124488"/>
                    <a:pt x="6641" y="143640"/>
                    <a:pt x="16865" y="160238"/>
                  </a:cubicBezTo>
                  <a:lnTo>
                    <a:pt x="251" y="204926"/>
                  </a:lnTo>
                  <a:cubicBezTo>
                    <a:pt x="-388" y="207479"/>
                    <a:pt x="251" y="210033"/>
                    <a:pt x="1529" y="211948"/>
                  </a:cubicBezTo>
                  <a:cubicBezTo>
                    <a:pt x="2807" y="213225"/>
                    <a:pt x="4085" y="213863"/>
                    <a:pt x="6002" y="213863"/>
                  </a:cubicBezTo>
                  <a:cubicBezTo>
                    <a:pt x="6641" y="213863"/>
                    <a:pt x="7919" y="213863"/>
                    <a:pt x="8558" y="213225"/>
                  </a:cubicBezTo>
                  <a:lnTo>
                    <a:pt x="52649" y="195350"/>
                  </a:lnTo>
                  <a:cubicBezTo>
                    <a:pt x="68623" y="204926"/>
                    <a:pt x="87154" y="210033"/>
                    <a:pt x="105685" y="210033"/>
                  </a:cubicBezTo>
                  <a:cubicBezTo>
                    <a:pt x="163194" y="210033"/>
                    <a:pt x="210480" y="162792"/>
                    <a:pt x="210480" y="105336"/>
                  </a:cubicBezTo>
                  <a:cubicBezTo>
                    <a:pt x="210480" y="47241"/>
                    <a:pt x="163834" y="0"/>
                    <a:pt x="105685" y="0"/>
                  </a:cubicBezTo>
                  <a:close/>
                  <a:moveTo>
                    <a:pt x="105685" y="196627"/>
                  </a:moveTo>
                  <a:cubicBezTo>
                    <a:pt x="88432" y="196627"/>
                    <a:pt x="71180" y="191519"/>
                    <a:pt x="56482" y="182582"/>
                  </a:cubicBezTo>
                  <a:cubicBezTo>
                    <a:pt x="55205" y="181944"/>
                    <a:pt x="54565" y="181305"/>
                    <a:pt x="53287" y="181305"/>
                  </a:cubicBezTo>
                  <a:cubicBezTo>
                    <a:pt x="52649" y="181305"/>
                    <a:pt x="51370" y="181305"/>
                    <a:pt x="50731" y="181944"/>
                  </a:cubicBezTo>
                  <a:lnTo>
                    <a:pt x="16865" y="195988"/>
                  </a:lnTo>
                  <a:lnTo>
                    <a:pt x="29645" y="162153"/>
                  </a:lnTo>
                  <a:cubicBezTo>
                    <a:pt x="30284" y="160238"/>
                    <a:pt x="30284" y="158323"/>
                    <a:pt x="29005" y="156408"/>
                  </a:cubicBezTo>
                  <a:cubicBezTo>
                    <a:pt x="18782" y="141086"/>
                    <a:pt x="13670" y="123849"/>
                    <a:pt x="13670" y="105336"/>
                  </a:cubicBezTo>
                  <a:cubicBezTo>
                    <a:pt x="13670" y="54902"/>
                    <a:pt x="55205" y="13406"/>
                    <a:pt x="105685" y="13406"/>
                  </a:cubicBezTo>
                  <a:cubicBezTo>
                    <a:pt x="156165" y="13406"/>
                    <a:pt x="197700" y="54902"/>
                    <a:pt x="197700" y="105336"/>
                  </a:cubicBezTo>
                  <a:cubicBezTo>
                    <a:pt x="197700" y="155131"/>
                    <a:pt x="156804" y="196627"/>
                    <a:pt x="105685" y="196627"/>
                  </a:cubicBezTo>
                  <a:close/>
                </a:path>
              </a:pathLst>
            </a:custGeom>
            <a:solidFill>
              <a:srgbClr val="00ABAB"/>
            </a:solidFill>
            <a:ln w="6390" cap="flat">
              <a:noFill/>
              <a:prstDash val="solid"/>
              <a:miter/>
            </a:ln>
          </p:spPr>
          <p:txBody>
            <a:bodyPr rtlCol="0" anchor="ctr"/>
            <a:lstStyle/>
            <a:p>
              <a:endParaRPr lang="en-US"/>
            </a:p>
          </p:txBody>
        </p:sp>
      </p:grpSp>
      <p:grpSp>
        <p:nvGrpSpPr>
          <p:cNvPr id="833" name="Graphic 4">
            <a:extLst>
              <a:ext uri="{FF2B5EF4-FFF2-40B4-BE49-F238E27FC236}">
                <a16:creationId xmlns:a16="http://schemas.microsoft.com/office/drawing/2014/main" id="{22E42C9C-8739-014C-B1BD-146E3A785E52}"/>
              </a:ext>
            </a:extLst>
          </p:cNvPr>
          <p:cNvGrpSpPr/>
          <p:nvPr/>
        </p:nvGrpSpPr>
        <p:grpSpPr>
          <a:xfrm>
            <a:off x="8841116" y="2371173"/>
            <a:ext cx="361674" cy="361333"/>
            <a:chOff x="8841116" y="2371173"/>
            <a:chExt cx="361674" cy="361333"/>
          </a:xfrm>
          <a:solidFill>
            <a:srgbClr val="00ABAB"/>
          </a:solidFill>
        </p:grpSpPr>
        <p:sp>
          <p:nvSpPr>
            <p:cNvPr id="834" name="Graphic 4">
              <a:extLst>
                <a:ext uri="{FF2B5EF4-FFF2-40B4-BE49-F238E27FC236}">
                  <a16:creationId xmlns:a16="http://schemas.microsoft.com/office/drawing/2014/main" id="{2B8D17A4-830A-3746-B5BF-251B9E48295F}"/>
                </a:ext>
              </a:extLst>
            </p:cNvPr>
            <p:cNvSpPr/>
            <p:nvPr/>
          </p:nvSpPr>
          <p:spPr>
            <a:xfrm>
              <a:off x="8841116" y="2371173"/>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0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3" y="361333"/>
                    <a:pt x="180836" y="361333"/>
                  </a:cubicBezTo>
                  <a:cubicBezTo>
                    <a:pt x="280518" y="361333"/>
                    <a:pt x="361670" y="280257"/>
                    <a:pt x="361670" y="180667"/>
                  </a:cubicBezTo>
                  <a:cubicBezTo>
                    <a:pt x="362310" y="81077"/>
                    <a:pt x="281157" y="0"/>
                    <a:pt x="180836" y="0"/>
                  </a:cubicBezTo>
                  <a:close/>
                  <a:moveTo>
                    <a:pt x="180836" y="349204"/>
                  </a:moveTo>
                  <a:cubicBezTo>
                    <a:pt x="88181" y="349204"/>
                    <a:pt x="12780" y="273873"/>
                    <a:pt x="12780" y="181305"/>
                  </a:cubicBezTo>
                  <a:cubicBezTo>
                    <a:pt x="12780" y="88738"/>
                    <a:pt x="88181" y="13406"/>
                    <a:pt x="180836" y="13406"/>
                  </a:cubicBezTo>
                  <a:cubicBezTo>
                    <a:pt x="273490" y="13406"/>
                    <a:pt x="348890" y="88738"/>
                    <a:pt x="348890" y="181305"/>
                  </a:cubicBezTo>
                  <a:cubicBezTo>
                    <a:pt x="348890" y="273873"/>
                    <a:pt x="274128" y="349204"/>
                    <a:pt x="180836" y="349204"/>
                  </a:cubicBezTo>
                  <a:close/>
                </a:path>
              </a:pathLst>
            </a:custGeom>
            <a:solidFill>
              <a:srgbClr val="00ABAB"/>
            </a:solidFill>
            <a:ln w="6390" cap="flat">
              <a:noFill/>
              <a:prstDash val="solid"/>
              <a:miter/>
            </a:ln>
          </p:spPr>
          <p:txBody>
            <a:bodyPr rtlCol="0" anchor="ctr"/>
            <a:lstStyle/>
            <a:p>
              <a:endParaRPr lang="en-US"/>
            </a:p>
          </p:txBody>
        </p:sp>
        <p:sp>
          <p:nvSpPr>
            <p:cNvPr id="835" name="Graphic 4">
              <a:extLst>
                <a:ext uri="{FF2B5EF4-FFF2-40B4-BE49-F238E27FC236}">
                  <a16:creationId xmlns:a16="http://schemas.microsoft.com/office/drawing/2014/main" id="{2522342F-74D1-014D-8EB8-D09DF1437C89}"/>
                </a:ext>
              </a:extLst>
            </p:cNvPr>
            <p:cNvSpPr/>
            <p:nvPr/>
          </p:nvSpPr>
          <p:spPr>
            <a:xfrm>
              <a:off x="8913962" y="2444589"/>
              <a:ext cx="215340" cy="214501"/>
            </a:xfrm>
            <a:custGeom>
              <a:avLst/>
              <a:gdLst>
                <a:gd name="connsiteX0" fmla="*/ 212146 w 215340"/>
                <a:gd name="connsiteY0" fmla="*/ 108528 h 214501"/>
                <a:gd name="connsiteX1" fmla="*/ 212146 w 215340"/>
                <a:gd name="connsiteY1" fmla="*/ 100867 h 214501"/>
                <a:gd name="connsiteX2" fmla="*/ 109268 w 215340"/>
                <a:gd name="connsiteY2" fmla="*/ 7022 h 214501"/>
                <a:gd name="connsiteX3" fmla="*/ 93932 w 215340"/>
                <a:gd name="connsiteY3" fmla="*/ 8299 h 214501"/>
                <a:gd name="connsiteX4" fmla="*/ 62622 w 215340"/>
                <a:gd name="connsiteY4" fmla="*/ 0 h 214501"/>
                <a:gd name="connsiteX5" fmla="*/ 0 w 215340"/>
                <a:gd name="connsiteY5" fmla="*/ 61286 h 214501"/>
                <a:gd name="connsiteX6" fmla="*/ 7668 w 215340"/>
                <a:gd name="connsiteY6" fmla="*/ 90014 h 214501"/>
                <a:gd name="connsiteX7" fmla="*/ 6390 w 215340"/>
                <a:gd name="connsiteY7" fmla="*/ 98952 h 214501"/>
                <a:gd name="connsiteX8" fmla="*/ 5751 w 215340"/>
                <a:gd name="connsiteY8" fmla="*/ 107889 h 214501"/>
                <a:gd name="connsiteX9" fmla="*/ 108629 w 215340"/>
                <a:gd name="connsiteY9" fmla="*/ 209395 h 214501"/>
                <a:gd name="connsiteX10" fmla="*/ 125243 w 215340"/>
                <a:gd name="connsiteY10" fmla="*/ 208118 h 214501"/>
                <a:gd name="connsiteX11" fmla="*/ 152720 w 215340"/>
                <a:gd name="connsiteY11" fmla="*/ 214502 h 214501"/>
                <a:gd name="connsiteX12" fmla="*/ 215341 w 215340"/>
                <a:gd name="connsiteY12" fmla="*/ 153216 h 214501"/>
                <a:gd name="connsiteX13" fmla="*/ 209590 w 215340"/>
                <a:gd name="connsiteY13" fmla="*/ 127680 h 214501"/>
                <a:gd name="connsiteX14" fmla="*/ 212146 w 215340"/>
                <a:gd name="connsiteY14" fmla="*/ 108528 h 214501"/>
                <a:gd name="connsiteX15" fmla="*/ 153358 w 215340"/>
                <a:gd name="connsiteY15" fmla="*/ 202372 h 214501"/>
                <a:gd name="connsiteX16" fmla="*/ 129716 w 215340"/>
                <a:gd name="connsiteY16" fmla="*/ 196627 h 214501"/>
                <a:gd name="connsiteX17" fmla="*/ 127799 w 215340"/>
                <a:gd name="connsiteY17" fmla="*/ 195350 h 214501"/>
                <a:gd name="connsiteX18" fmla="*/ 125881 w 215340"/>
                <a:gd name="connsiteY18" fmla="*/ 195988 h 214501"/>
                <a:gd name="connsiteX19" fmla="*/ 109268 w 215340"/>
                <a:gd name="connsiteY19" fmla="*/ 197265 h 214501"/>
                <a:gd name="connsiteX20" fmla="*/ 19170 w 215340"/>
                <a:gd name="connsiteY20" fmla="*/ 108528 h 214501"/>
                <a:gd name="connsiteX21" fmla="*/ 19809 w 215340"/>
                <a:gd name="connsiteY21" fmla="*/ 100229 h 214501"/>
                <a:gd name="connsiteX22" fmla="*/ 21087 w 215340"/>
                <a:gd name="connsiteY22" fmla="*/ 90653 h 214501"/>
                <a:gd name="connsiteX23" fmla="*/ 21726 w 215340"/>
                <a:gd name="connsiteY23" fmla="*/ 88099 h 214501"/>
                <a:gd name="connsiteX24" fmla="*/ 20447 w 215340"/>
                <a:gd name="connsiteY24" fmla="*/ 86184 h 214501"/>
                <a:gd name="connsiteX25" fmla="*/ 13419 w 215340"/>
                <a:gd name="connsiteY25" fmla="*/ 61286 h 214501"/>
                <a:gd name="connsiteX26" fmla="*/ 63261 w 215340"/>
                <a:gd name="connsiteY26" fmla="*/ 12768 h 214501"/>
                <a:gd name="connsiteX27" fmla="*/ 89459 w 215340"/>
                <a:gd name="connsiteY27" fmla="*/ 20429 h 214501"/>
                <a:gd name="connsiteX28" fmla="*/ 91376 w 215340"/>
                <a:gd name="connsiteY28" fmla="*/ 21706 h 214501"/>
                <a:gd name="connsiteX29" fmla="*/ 93932 w 215340"/>
                <a:gd name="connsiteY29" fmla="*/ 21067 h 214501"/>
                <a:gd name="connsiteX30" fmla="*/ 109268 w 215340"/>
                <a:gd name="connsiteY30" fmla="*/ 19790 h 214501"/>
                <a:gd name="connsiteX31" fmla="*/ 199366 w 215340"/>
                <a:gd name="connsiteY31" fmla="*/ 102144 h 214501"/>
                <a:gd name="connsiteX32" fmla="*/ 199366 w 215340"/>
                <a:gd name="connsiteY32" fmla="*/ 108528 h 214501"/>
                <a:gd name="connsiteX33" fmla="*/ 197449 w 215340"/>
                <a:gd name="connsiteY33" fmla="*/ 127680 h 214501"/>
                <a:gd name="connsiteX34" fmla="*/ 196810 w 215340"/>
                <a:gd name="connsiteY34" fmla="*/ 130233 h 214501"/>
                <a:gd name="connsiteX35" fmla="*/ 198088 w 215340"/>
                <a:gd name="connsiteY35" fmla="*/ 132149 h 214501"/>
                <a:gd name="connsiteX36" fmla="*/ 203200 w 215340"/>
                <a:gd name="connsiteY36" fmla="*/ 153854 h 214501"/>
                <a:gd name="connsiteX37" fmla="*/ 153358 w 215340"/>
                <a:gd name="connsiteY37" fmla="*/ 202372 h 214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15340" h="214501">
                  <a:moveTo>
                    <a:pt x="212146" y="108528"/>
                  </a:moveTo>
                  <a:cubicBezTo>
                    <a:pt x="212146" y="105974"/>
                    <a:pt x="212146" y="103421"/>
                    <a:pt x="212146" y="100867"/>
                  </a:cubicBezTo>
                  <a:cubicBezTo>
                    <a:pt x="208312" y="48518"/>
                    <a:pt x="162943" y="7022"/>
                    <a:pt x="109268" y="7022"/>
                  </a:cubicBezTo>
                  <a:cubicBezTo>
                    <a:pt x="104156" y="7022"/>
                    <a:pt x="99044" y="7661"/>
                    <a:pt x="93932" y="8299"/>
                  </a:cubicBezTo>
                  <a:cubicBezTo>
                    <a:pt x="84347" y="3192"/>
                    <a:pt x="73484" y="0"/>
                    <a:pt x="62622" y="0"/>
                  </a:cubicBezTo>
                  <a:cubicBezTo>
                    <a:pt x="28116" y="0"/>
                    <a:pt x="0" y="27451"/>
                    <a:pt x="0" y="61286"/>
                  </a:cubicBezTo>
                  <a:cubicBezTo>
                    <a:pt x="0" y="71501"/>
                    <a:pt x="2556" y="81715"/>
                    <a:pt x="7668" y="90014"/>
                  </a:cubicBezTo>
                  <a:cubicBezTo>
                    <a:pt x="7029" y="92568"/>
                    <a:pt x="7029" y="95760"/>
                    <a:pt x="6390" y="98952"/>
                  </a:cubicBezTo>
                  <a:cubicBezTo>
                    <a:pt x="6390" y="102144"/>
                    <a:pt x="5751" y="105336"/>
                    <a:pt x="5751" y="107889"/>
                  </a:cubicBezTo>
                  <a:cubicBezTo>
                    <a:pt x="5751" y="164068"/>
                    <a:pt x="51758" y="209395"/>
                    <a:pt x="108629" y="209395"/>
                  </a:cubicBezTo>
                  <a:cubicBezTo>
                    <a:pt x="114380" y="209395"/>
                    <a:pt x="119492" y="208756"/>
                    <a:pt x="125243" y="208118"/>
                  </a:cubicBezTo>
                  <a:cubicBezTo>
                    <a:pt x="133550" y="211948"/>
                    <a:pt x="143135" y="214502"/>
                    <a:pt x="152720" y="214502"/>
                  </a:cubicBezTo>
                  <a:cubicBezTo>
                    <a:pt x="187225" y="214502"/>
                    <a:pt x="215341" y="187051"/>
                    <a:pt x="215341" y="153216"/>
                  </a:cubicBezTo>
                  <a:cubicBezTo>
                    <a:pt x="215341" y="144278"/>
                    <a:pt x="213424" y="135979"/>
                    <a:pt x="209590" y="127680"/>
                  </a:cubicBezTo>
                  <a:cubicBezTo>
                    <a:pt x="211507" y="121934"/>
                    <a:pt x="212146" y="114912"/>
                    <a:pt x="212146" y="108528"/>
                  </a:cubicBezTo>
                  <a:close/>
                  <a:moveTo>
                    <a:pt x="153358" y="202372"/>
                  </a:moveTo>
                  <a:cubicBezTo>
                    <a:pt x="145051" y="202372"/>
                    <a:pt x="137384" y="200457"/>
                    <a:pt x="129716" y="196627"/>
                  </a:cubicBezTo>
                  <a:lnTo>
                    <a:pt x="127799" y="195350"/>
                  </a:lnTo>
                  <a:lnTo>
                    <a:pt x="125881" y="195988"/>
                  </a:lnTo>
                  <a:cubicBezTo>
                    <a:pt x="120131" y="197265"/>
                    <a:pt x="115019" y="197265"/>
                    <a:pt x="109268" y="197265"/>
                  </a:cubicBezTo>
                  <a:cubicBezTo>
                    <a:pt x="59427" y="197265"/>
                    <a:pt x="19170" y="157684"/>
                    <a:pt x="19170" y="108528"/>
                  </a:cubicBezTo>
                  <a:cubicBezTo>
                    <a:pt x="19170" y="105974"/>
                    <a:pt x="19170" y="103421"/>
                    <a:pt x="19809" y="100229"/>
                  </a:cubicBezTo>
                  <a:cubicBezTo>
                    <a:pt x="20447" y="96398"/>
                    <a:pt x="20447" y="93206"/>
                    <a:pt x="21087" y="90653"/>
                  </a:cubicBezTo>
                  <a:lnTo>
                    <a:pt x="21726" y="88099"/>
                  </a:lnTo>
                  <a:lnTo>
                    <a:pt x="20447" y="86184"/>
                  </a:lnTo>
                  <a:cubicBezTo>
                    <a:pt x="15975" y="78523"/>
                    <a:pt x="13419" y="70224"/>
                    <a:pt x="13419" y="61286"/>
                  </a:cubicBezTo>
                  <a:cubicBezTo>
                    <a:pt x="13419" y="34474"/>
                    <a:pt x="35783" y="12768"/>
                    <a:pt x="63261" y="12768"/>
                  </a:cubicBezTo>
                  <a:cubicBezTo>
                    <a:pt x="72845" y="12768"/>
                    <a:pt x="81792" y="15322"/>
                    <a:pt x="89459" y="20429"/>
                  </a:cubicBezTo>
                  <a:lnTo>
                    <a:pt x="91376" y="21706"/>
                  </a:lnTo>
                  <a:lnTo>
                    <a:pt x="93932" y="21067"/>
                  </a:lnTo>
                  <a:cubicBezTo>
                    <a:pt x="99044" y="20429"/>
                    <a:pt x="104156" y="19790"/>
                    <a:pt x="109268" y="19790"/>
                  </a:cubicBezTo>
                  <a:cubicBezTo>
                    <a:pt x="155915" y="19790"/>
                    <a:pt x="195532" y="55541"/>
                    <a:pt x="199366" y="102144"/>
                  </a:cubicBezTo>
                  <a:cubicBezTo>
                    <a:pt x="199366" y="104059"/>
                    <a:pt x="199366" y="106613"/>
                    <a:pt x="199366" y="108528"/>
                  </a:cubicBezTo>
                  <a:cubicBezTo>
                    <a:pt x="199366" y="114912"/>
                    <a:pt x="198727" y="121296"/>
                    <a:pt x="197449" y="127680"/>
                  </a:cubicBezTo>
                  <a:lnTo>
                    <a:pt x="196810" y="130233"/>
                  </a:lnTo>
                  <a:lnTo>
                    <a:pt x="198088" y="132149"/>
                  </a:lnTo>
                  <a:cubicBezTo>
                    <a:pt x="201283" y="139171"/>
                    <a:pt x="203200" y="146193"/>
                    <a:pt x="203200" y="153854"/>
                  </a:cubicBezTo>
                  <a:cubicBezTo>
                    <a:pt x="203200" y="180028"/>
                    <a:pt x="180836" y="202372"/>
                    <a:pt x="153358" y="202372"/>
                  </a:cubicBezTo>
                  <a:close/>
                </a:path>
              </a:pathLst>
            </a:custGeom>
            <a:solidFill>
              <a:srgbClr val="00ABAB"/>
            </a:solidFill>
            <a:ln w="6390" cap="flat">
              <a:noFill/>
              <a:prstDash val="solid"/>
              <a:miter/>
            </a:ln>
          </p:spPr>
          <p:txBody>
            <a:bodyPr rtlCol="0" anchor="ctr"/>
            <a:lstStyle/>
            <a:p>
              <a:endParaRPr lang="en-US"/>
            </a:p>
          </p:txBody>
        </p:sp>
        <p:sp>
          <p:nvSpPr>
            <p:cNvPr id="836" name="Graphic 4">
              <a:extLst>
                <a:ext uri="{FF2B5EF4-FFF2-40B4-BE49-F238E27FC236}">
                  <a16:creationId xmlns:a16="http://schemas.microsoft.com/office/drawing/2014/main" id="{819D3192-260A-9943-85AB-74430942831E}"/>
                </a:ext>
              </a:extLst>
            </p:cNvPr>
            <p:cNvSpPr/>
            <p:nvPr/>
          </p:nvSpPr>
          <p:spPr>
            <a:xfrm>
              <a:off x="8965720" y="2486085"/>
              <a:ext cx="115657" cy="134063"/>
            </a:xfrm>
            <a:custGeom>
              <a:avLst/>
              <a:gdLst>
                <a:gd name="connsiteX0" fmla="*/ 100322 w 115657"/>
                <a:gd name="connsiteY0" fmla="*/ 58733 h 134063"/>
                <a:gd name="connsiteX1" fmla="*/ 91376 w 115657"/>
                <a:gd name="connsiteY1" fmla="*/ 54264 h 134063"/>
                <a:gd name="connsiteX2" fmla="*/ 106073 w 115657"/>
                <a:gd name="connsiteY2" fmla="*/ 48518 h 134063"/>
                <a:gd name="connsiteX3" fmla="*/ 111185 w 115657"/>
                <a:gd name="connsiteY3" fmla="*/ 35750 h 134063"/>
                <a:gd name="connsiteX4" fmla="*/ 107351 w 115657"/>
                <a:gd name="connsiteY4" fmla="*/ 22982 h 134063"/>
                <a:gd name="connsiteX5" fmla="*/ 97128 w 115657"/>
                <a:gd name="connsiteY5" fmla="*/ 11491 h 134063"/>
                <a:gd name="connsiteX6" fmla="*/ 80513 w 115657"/>
                <a:gd name="connsiteY6" fmla="*/ 3192 h 134063"/>
                <a:gd name="connsiteX7" fmla="*/ 58148 w 115657"/>
                <a:gd name="connsiteY7" fmla="*/ 0 h 134063"/>
                <a:gd name="connsiteX8" fmla="*/ 30033 w 115657"/>
                <a:gd name="connsiteY8" fmla="*/ 4469 h 134063"/>
                <a:gd name="connsiteX9" fmla="*/ 30033 w 115657"/>
                <a:gd name="connsiteY9" fmla="*/ 4469 h 134063"/>
                <a:gd name="connsiteX10" fmla="*/ 10224 w 115657"/>
                <a:gd name="connsiteY10" fmla="*/ 18514 h 134063"/>
                <a:gd name="connsiteX11" fmla="*/ 3195 w 115657"/>
                <a:gd name="connsiteY11" fmla="*/ 40219 h 134063"/>
                <a:gd name="connsiteX12" fmla="*/ 10224 w 115657"/>
                <a:gd name="connsiteY12" fmla="*/ 61925 h 134063"/>
                <a:gd name="connsiteX13" fmla="*/ 28116 w 115657"/>
                <a:gd name="connsiteY13" fmla="*/ 74693 h 134063"/>
                <a:gd name="connsiteX14" fmla="*/ 52398 w 115657"/>
                <a:gd name="connsiteY14" fmla="*/ 81715 h 134063"/>
                <a:gd name="connsiteX15" fmla="*/ 67733 w 115657"/>
                <a:gd name="connsiteY15" fmla="*/ 85546 h 134063"/>
                <a:gd name="connsiteX16" fmla="*/ 74763 w 115657"/>
                <a:gd name="connsiteY16" fmla="*/ 89376 h 134063"/>
                <a:gd name="connsiteX17" fmla="*/ 76040 w 115657"/>
                <a:gd name="connsiteY17" fmla="*/ 93206 h 134063"/>
                <a:gd name="connsiteX18" fmla="*/ 72207 w 115657"/>
                <a:gd name="connsiteY18" fmla="*/ 98952 h 134063"/>
                <a:gd name="connsiteX19" fmla="*/ 58148 w 115657"/>
                <a:gd name="connsiteY19" fmla="*/ 102144 h 134063"/>
                <a:gd name="connsiteX20" fmla="*/ 47925 w 115657"/>
                <a:gd name="connsiteY20" fmla="*/ 100229 h 134063"/>
                <a:gd name="connsiteX21" fmla="*/ 42813 w 115657"/>
                <a:gd name="connsiteY21" fmla="*/ 96398 h 134063"/>
                <a:gd name="connsiteX22" fmla="*/ 38340 w 115657"/>
                <a:gd name="connsiteY22" fmla="*/ 88738 h 134063"/>
                <a:gd name="connsiteX23" fmla="*/ 31311 w 115657"/>
                <a:gd name="connsiteY23" fmla="*/ 78523 h 134063"/>
                <a:gd name="connsiteX24" fmla="*/ 19170 w 115657"/>
                <a:gd name="connsiteY24" fmla="*/ 74054 h 134063"/>
                <a:gd name="connsiteX25" fmla="*/ 5751 w 115657"/>
                <a:gd name="connsiteY25" fmla="*/ 79162 h 134063"/>
                <a:gd name="connsiteX26" fmla="*/ 0 w 115657"/>
                <a:gd name="connsiteY26" fmla="*/ 91930 h 134063"/>
                <a:gd name="connsiteX27" fmla="*/ 7029 w 115657"/>
                <a:gd name="connsiteY27" fmla="*/ 111720 h 134063"/>
                <a:gd name="connsiteX28" fmla="*/ 23643 w 115657"/>
                <a:gd name="connsiteY28" fmla="*/ 126403 h 134063"/>
                <a:gd name="connsiteX29" fmla="*/ 58148 w 115657"/>
                <a:gd name="connsiteY29" fmla="*/ 134064 h 134063"/>
                <a:gd name="connsiteX30" fmla="*/ 88181 w 115657"/>
                <a:gd name="connsiteY30" fmla="*/ 128957 h 134063"/>
                <a:gd name="connsiteX31" fmla="*/ 108629 w 115657"/>
                <a:gd name="connsiteY31" fmla="*/ 112997 h 134063"/>
                <a:gd name="connsiteX32" fmla="*/ 115658 w 115657"/>
                <a:gd name="connsiteY32" fmla="*/ 89376 h 134063"/>
                <a:gd name="connsiteX33" fmla="*/ 111185 w 115657"/>
                <a:gd name="connsiteY33" fmla="*/ 70862 h 134063"/>
                <a:gd name="connsiteX34" fmla="*/ 100322 w 115657"/>
                <a:gd name="connsiteY34" fmla="*/ 58733 h 134063"/>
                <a:gd name="connsiteX35" fmla="*/ 99044 w 115657"/>
                <a:gd name="connsiteY35" fmla="*/ 105974 h 134063"/>
                <a:gd name="connsiteX36" fmla="*/ 83708 w 115657"/>
                <a:gd name="connsiteY36" fmla="*/ 117465 h 134063"/>
                <a:gd name="connsiteX37" fmla="*/ 58788 w 115657"/>
                <a:gd name="connsiteY37" fmla="*/ 121934 h 134063"/>
                <a:gd name="connsiteX38" fmla="*/ 30033 w 115657"/>
                <a:gd name="connsiteY38" fmla="*/ 116189 h 134063"/>
                <a:gd name="connsiteX39" fmla="*/ 17892 w 115657"/>
                <a:gd name="connsiteY39" fmla="*/ 105336 h 134063"/>
                <a:gd name="connsiteX40" fmla="*/ 13419 w 115657"/>
                <a:gd name="connsiteY40" fmla="*/ 93206 h 134063"/>
                <a:gd name="connsiteX41" fmla="*/ 15336 w 115657"/>
                <a:gd name="connsiteY41" fmla="*/ 89376 h 134063"/>
                <a:gd name="connsiteX42" fmla="*/ 20448 w 115657"/>
                <a:gd name="connsiteY42" fmla="*/ 87461 h 134063"/>
                <a:gd name="connsiteX43" fmla="*/ 24282 w 115657"/>
                <a:gd name="connsiteY43" fmla="*/ 88738 h 134063"/>
                <a:gd name="connsiteX44" fmla="*/ 27477 w 115657"/>
                <a:gd name="connsiteY44" fmla="*/ 93845 h 134063"/>
                <a:gd name="connsiteX45" fmla="*/ 33228 w 115657"/>
                <a:gd name="connsiteY45" fmla="*/ 104059 h 134063"/>
                <a:gd name="connsiteX46" fmla="*/ 42813 w 115657"/>
                <a:gd name="connsiteY46" fmla="*/ 111720 h 134063"/>
                <a:gd name="connsiteX47" fmla="*/ 58148 w 115657"/>
                <a:gd name="connsiteY47" fmla="*/ 114912 h 134063"/>
                <a:gd name="connsiteX48" fmla="*/ 79235 w 115657"/>
                <a:gd name="connsiteY48" fmla="*/ 109166 h 134063"/>
                <a:gd name="connsiteX49" fmla="*/ 88820 w 115657"/>
                <a:gd name="connsiteY49" fmla="*/ 93206 h 134063"/>
                <a:gd name="connsiteX50" fmla="*/ 83708 w 115657"/>
                <a:gd name="connsiteY50" fmla="*/ 80438 h 134063"/>
                <a:gd name="connsiteX51" fmla="*/ 71568 w 115657"/>
                <a:gd name="connsiteY51" fmla="*/ 74054 h 134063"/>
                <a:gd name="connsiteX52" fmla="*/ 54953 w 115657"/>
                <a:gd name="connsiteY52" fmla="*/ 70224 h 134063"/>
                <a:gd name="connsiteX53" fmla="*/ 33228 w 115657"/>
                <a:gd name="connsiteY53" fmla="*/ 63840 h 134063"/>
                <a:gd name="connsiteX54" fmla="*/ 20448 w 115657"/>
                <a:gd name="connsiteY54" fmla="*/ 54902 h 134063"/>
                <a:gd name="connsiteX55" fmla="*/ 15975 w 115657"/>
                <a:gd name="connsiteY55" fmla="*/ 41496 h 134063"/>
                <a:gd name="connsiteX56" fmla="*/ 20448 w 115657"/>
                <a:gd name="connsiteY56" fmla="*/ 27451 h 134063"/>
                <a:gd name="connsiteX57" fmla="*/ 34506 w 115657"/>
                <a:gd name="connsiteY57" fmla="*/ 17875 h 134063"/>
                <a:gd name="connsiteX58" fmla="*/ 58148 w 115657"/>
                <a:gd name="connsiteY58" fmla="*/ 14045 h 134063"/>
                <a:gd name="connsiteX59" fmla="*/ 76679 w 115657"/>
                <a:gd name="connsiteY59" fmla="*/ 16598 h 134063"/>
                <a:gd name="connsiteX60" fmla="*/ 89459 w 115657"/>
                <a:gd name="connsiteY60" fmla="*/ 22982 h 134063"/>
                <a:gd name="connsiteX61" fmla="*/ 96488 w 115657"/>
                <a:gd name="connsiteY61" fmla="*/ 30643 h 134063"/>
                <a:gd name="connsiteX62" fmla="*/ 98405 w 115657"/>
                <a:gd name="connsiteY62" fmla="*/ 37666 h 134063"/>
                <a:gd name="connsiteX63" fmla="*/ 96488 w 115657"/>
                <a:gd name="connsiteY63" fmla="*/ 41496 h 134063"/>
                <a:gd name="connsiteX64" fmla="*/ 92015 w 115657"/>
                <a:gd name="connsiteY64" fmla="*/ 43411 h 134063"/>
                <a:gd name="connsiteX65" fmla="*/ 88820 w 115657"/>
                <a:gd name="connsiteY65" fmla="*/ 42773 h 134063"/>
                <a:gd name="connsiteX66" fmla="*/ 84986 w 115657"/>
                <a:gd name="connsiteY66" fmla="*/ 37666 h 134063"/>
                <a:gd name="connsiteX67" fmla="*/ 75402 w 115657"/>
                <a:gd name="connsiteY67" fmla="*/ 25536 h 134063"/>
                <a:gd name="connsiteX68" fmla="*/ 56871 w 115657"/>
                <a:gd name="connsiteY68" fmla="*/ 21067 h 134063"/>
                <a:gd name="connsiteX69" fmla="*/ 38340 w 115657"/>
                <a:gd name="connsiteY69" fmla="*/ 26174 h 134063"/>
                <a:gd name="connsiteX70" fmla="*/ 30033 w 115657"/>
                <a:gd name="connsiteY70" fmla="*/ 40219 h 134063"/>
                <a:gd name="connsiteX71" fmla="*/ 33228 w 115657"/>
                <a:gd name="connsiteY71" fmla="*/ 49157 h 134063"/>
                <a:gd name="connsiteX72" fmla="*/ 40257 w 115657"/>
                <a:gd name="connsiteY72" fmla="*/ 54902 h 134063"/>
                <a:gd name="connsiteX73" fmla="*/ 48563 w 115657"/>
                <a:gd name="connsiteY73" fmla="*/ 58094 h 134063"/>
                <a:gd name="connsiteX74" fmla="*/ 61343 w 115657"/>
                <a:gd name="connsiteY74" fmla="*/ 61286 h 134063"/>
                <a:gd name="connsiteX75" fmla="*/ 80513 w 115657"/>
                <a:gd name="connsiteY75" fmla="*/ 66394 h 134063"/>
                <a:gd name="connsiteX76" fmla="*/ 93933 w 115657"/>
                <a:gd name="connsiteY76" fmla="*/ 72778 h 134063"/>
                <a:gd name="connsiteX77" fmla="*/ 101600 w 115657"/>
                <a:gd name="connsiteY77" fmla="*/ 81077 h 134063"/>
                <a:gd name="connsiteX78" fmla="*/ 104156 w 115657"/>
                <a:gd name="connsiteY78" fmla="*/ 93206 h 134063"/>
                <a:gd name="connsiteX79" fmla="*/ 99044 w 115657"/>
                <a:gd name="connsiteY79" fmla="*/ 105974 h 134063"/>
                <a:gd name="connsiteX80" fmla="*/ 80513 w 115657"/>
                <a:gd name="connsiteY80" fmla="*/ 49795 h 134063"/>
                <a:gd name="connsiteX81" fmla="*/ 63899 w 115657"/>
                <a:gd name="connsiteY81" fmla="*/ 45326 h 134063"/>
                <a:gd name="connsiteX82" fmla="*/ 51758 w 115657"/>
                <a:gd name="connsiteY82" fmla="*/ 42134 h 134063"/>
                <a:gd name="connsiteX83" fmla="*/ 46008 w 115657"/>
                <a:gd name="connsiteY83" fmla="*/ 39581 h 134063"/>
                <a:gd name="connsiteX84" fmla="*/ 42813 w 115657"/>
                <a:gd name="connsiteY84" fmla="*/ 37027 h 134063"/>
                <a:gd name="connsiteX85" fmla="*/ 42813 w 115657"/>
                <a:gd name="connsiteY85" fmla="*/ 35750 h 134063"/>
                <a:gd name="connsiteX86" fmla="*/ 45368 w 115657"/>
                <a:gd name="connsiteY86" fmla="*/ 32558 h 134063"/>
                <a:gd name="connsiteX87" fmla="*/ 56871 w 115657"/>
                <a:gd name="connsiteY87" fmla="*/ 30005 h 134063"/>
                <a:gd name="connsiteX88" fmla="*/ 67733 w 115657"/>
                <a:gd name="connsiteY88" fmla="*/ 31920 h 134063"/>
                <a:gd name="connsiteX89" fmla="*/ 74123 w 115657"/>
                <a:gd name="connsiteY89" fmla="*/ 39581 h 134063"/>
                <a:gd name="connsiteX90" fmla="*/ 80513 w 115657"/>
                <a:gd name="connsiteY90" fmla="*/ 49795 h 134063"/>
                <a:gd name="connsiteX91" fmla="*/ 80513 w 115657"/>
                <a:gd name="connsiteY91" fmla="*/ 49795 h 134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15657" h="134063">
                  <a:moveTo>
                    <a:pt x="100322" y="58733"/>
                  </a:moveTo>
                  <a:cubicBezTo>
                    <a:pt x="97766" y="56818"/>
                    <a:pt x="94571" y="55541"/>
                    <a:pt x="91376" y="54264"/>
                  </a:cubicBezTo>
                  <a:cubicBezTo>
                    <a:pt x="97128" y="54264"/>
                    <a:pt x="102239" y="52349"/>
                    <a:pt x="106073" y="48518"/>
                  </a:cubicBezTo>
                  <a:cubicBezTo>
                    <a:pt x="109907" y="44688"/>
                    <a:pt x="111185" y="40219"/>
                    <a:pt x="111185" y="35750"/>
                  </a:cubicBezTo>
                  <a:cubicBezTo>
                    <a:pt x="111185" y="31282"/>
                    <a:pt x="109907" y="26813"/>
                    <a:pt x="107351" y="22982"/>
                  </a:cubicBezTo>
                  <a:cubicBezTo>
                    <a:pt x="105434" y="19152"/>
                    <a:pt x="101600" y="14683"/>
                    <a:pt x="97128" y="11491"/>
                  </a:cubicBezTo>
                  <a:cubicBezTo>
                    <a:pt x="92654" y="8299"/>
                    <a:pt x="86903" y="5107"/>
                    <a:pt x="80513" y="3192"/>
                  </a:cubicBezTo>
                  <a:cubicBezTo>
                    <a:pt x="74123" y="1277"/>
                    <a:pt x="66456" y="0"/>
                    <a:pt x="58148" y="0"/>
                  </a:cubicBezTo>
                  <a:cubicBezTo>
                    <a:pt x="47286" y="0"/>
                    <a:pt x="38340" y="1277"/>
                    <a:pt x="30033" y="4469"/>
                  </a:cubicBezTo>
                  <a:lnTo>
                    <a:pt x="30033" y="4469"/>
                  </a:lnTo>
                  <a:cubicBezTo>
                    <a:pt x="21726" y="7661"/>
                    <a:pt x="14697" y="12130"/>
                    <a:pt x="10224" y="18514"/>
                  </a:cubicBezTo>
                  <a:cubicBezTo>
                    <a:pt x="5112" y="24898"/>
                    <a:pt x="3195" y="31920"/>
                    <a:pt x="3195" y="40219"/>
                  </a:cubicBezTo>
                  <a:cubicBezTo>
                    <a:pt x="3195" y="48518"/>
                    <a:pt x="5751" y="56179"/>
                    <a:pt x="10224" y="61925"/>
                  </a:cubicBezTo>
                  <a:cubicBezTo>
                    <a:pt x="14697" y="67670"/>
                    <a:pt x="20448" y="71501"/>
                    <a:pt x="28116" y="74693"/>
                  </a:cubicBezTo>
                  <a:cubicBezTo>
                    <a:pt x="34506" y="77246"/>
                    <a:pt x="42813" y="79800"/>
                    <a:pt x="52398" y="81715"/>
                  </a:cubicBezTo>
                  <a:cubicBezTo>
                    <a:pt x="58788" y="82992"/>
                    <a:pt x="63899" y="84269"/>
                    <a:pt x="67733" y="85546"/>
                  </a:cubicBezTo>
                  <a:cubicBezTo>
                    <a:pt x="70928" y="86184"/>
                    <a:pt x="72845" y="87461"/>
                    <a:pt x="74763" y="89376"/>
                  </a:cubicBezTo>
                  <a:cubicBezTo>
                    <a:pt x="75402" y="90014"/>
                    <a:pt x="76040" y="90653"/>
                    <a:pt x="76040" y="93206"/>
                  </a:cubicBezTo>
                  <a:cubicBezTo>
                    <a:pt x="76040" y="94483"/>
                    <a:pt x="75402" y="96398"/>
                    <a:pt x="72207" y="98952"/>
                  </a:cubicBezTo>
                  <a:cubicBezTo>
                    <a:pt x="69012" y="101505"/>
                    <a:pt x="63899" y="102144"/>
                    <a:pt x="58148" y="102144"/>
                  </a:cubicBezTo>
                  <a:cubicBezTo>
                    <a:pt x="53037" y="102144"/>
                    <a:pt x="49842" y="101505"/>
                    <a:pt x="47925" y="100229"/>
                  </a:cubicBezTo>
                  <a:cubicBezTo>
                    <a:pt x="46008" y="98952"/>
                    <a:pt x="44091" y="97675"/>
                    <a:pt x="42813" y="96398"/>
                  </a:cubicBezTo>
                  <a:cubicBezTo>
                    <a:pt x="41535" y="94483"/>
                    <a:pt x="39618" y="91930"/>
                    <a:pt x="38340" y="88738"/>
                  </a:cubicBezTo>
                  <a:cubicBezTo>
                    <a:pt x="36423" y="84269"/>
                    <a:pt x="34506" y="81077"/>
                    <a:pt x="31311" y="78523"/>
                  </a:cubicBezTo>
                  <a:cubicBezTo>
                    <a:pt x="28116" y="75970"/>
                    <a:pt x="23643" y="74054"/>
                    <a:pt x="19170" y="74054"/>
                  </a:cubicBezTo>
                  <a:cubicBezTo>
                    <a:pt x="14058" y="74054"/>
                    <a:pt x="8946" y="75970"/>
                    <a:pt x="5751" y="79162"/>
                  </a:cubicBezTo>
                  <a:cubicBezTo>
                    <a:pt x="1917" y="82354"/>
                    <a:pt x="0" y="86822"/>
                    <a:pt x="0" y="91930"/>
                  </a:cubicBezTo>
                  <a:cubicBezTo>
                    <a:pt x="0" y="98313"/>
                    <a:pt x="2556" y="104697"/>
                    <a:pt x="7029" y="111720"/>
                  </a:cubicBezTo>
                  <a:cubicBezTo>
                    <a:pt x="11502" y="118104"/>
                    <a:pt x="16614" y="122573"/>
                    <a:pt x="23643" y="126403"/>
                  </a:cubicBezTo>
                  <a:cubicBezTo>
                    <a:pt x="32589" y="131510"/>
                    <a:pt x="44730" y="134064"/>
                    <a:pt x="58148" y="134064"/>
                  </a:cubicBezTo>
                  <a:cubicBezTo>
                    <a:pt x="69650" y="134064"/>
                    <a:pt x="79874" y="132149"/>
                    <a:pt x="88181" y="128957"/>
                  </a:cubicBezTo>
                  <a:cubicBezTo>
                    <a:pt x="97128" y="125126"/>
                    <a:pt x="104156" y="120019"/>
                    <a:pt x="108629" y="112997"/>
                  </a:cubicBezTo>
                  <a:cubicBezTo>
                    <a:pt x="113741" y="105974"/>
                    <a:pt x="115658" y="98313"/>
                    <a:pt x="115658" y="89376"/>
                  </a:cubicBezTo>
                  <a:cubicBezTo>
                    <a:pt x="115658" y="82354"/>
                    <a:pt x="114380" y="75970"/>
                    <a:pt x="111185" y="70862"/>
                  </a:cubicBezTo>
                  <a:cubicBezTo>
                    <a:pt x="109268" y="65755"/>
                    <a:pt x="105434" y="61925"/>
                    <a:pt x="100322" y="58733"/>
                  </a:cubicBezTo>
                  <a:close/>
                  <a:moveTo>
                    <a:pt x="99044" y="105974"/>
                  </a:moveTo>
                  <a:cubicBezTo>
                    <a:pt x="95849" y="110443"/>
                    <a:pt x="90738" y="114273"/>
                    <a:pt x="83708" y="117465"/>
                  </a:cubicBezTo>
                  <a:cubicBezTo>
                    <a:pt x="76679" y="120657"/>
                    <a:pt x="68373" y="121934"/>
                    <a:pt x="58788" y="121934"/>
                  </a:cubicBezTo>
                  <a:cubicBezTo>
                    <a:pt x="47286" y="121934"/>
                    <a:pt x="37701" y="120019"/>
                    <a:pt x="30033" y="116189"/>
                  </a:cubicBezTo>
                  <a:cubicBezTo>
                    <a:pt x="24921" y="113635"/>
                    <a:pt x="21087" y="109805"/>
                    <a:pt x="17892" y="105336"/>
                  </a:cubicBezTo>
                  <a:cubicBezTo>
                    <a:pt x="14697" y="100867"/>
                    <a:pt x="13419" y="97037"/>
                    <a:pt x="13419" y="93206"/>
                  </a:cubicBezTo>
                  <a:cubicBezTo>
                    <a:pt x="13419" y="91930"/>
                    <a:pt x="14058" y="90653"/>
                    <a:pt x="15336" y="89376"/>
                  </a:cubicBezTo>
                  <a:cubicBezTo>
                    <a:pt x="15975" y="88738"/>
                    <a:pt x="17253" y="87461"/>
                    <a:pt x="20448" y="87461"/>
                  </a:cubicBezTo>
                  <a:cubicBezTo>
                    <a:pt x="21726" y="87461"/>
                    <a:pt x="23004" y="88099"/>
                    <a:pt x="24282" y="88738"/>
                  </a:cubicBezTo>
                  <a:cubicBezTo>
                    <a:pt x="25560" y="90014"/>
                    <a:pt x="26838" y="91291"/>
                    <a:pt x="27477" y="93845"/>
                  </a:cubicBezTo>
                  <a:cubicBezTo>
                    <a:pt x="29394" y="97675"/>
                    <a:pt x="31311" y="101505"/>
                    <a:pt x="33228" y="104059"/>
                  </a:cubicBezTo>
                  <a:cubicBezTo>
                    <a:pt x="35783" y="107251"/>
                    <a:pt x="38978" y="109805"/>
                    <a:pt x="42813" y="111720"/>
                  </a:cubicBezTo>
                  <a:cubicBezTo>
                    <a:pt x="46647" y="113635"/>
                    <a:pt x="52398" y="114912"/>
                    <a:pt x="58148" y="114912"/>
                  </a:cubicBezTo>
                  <a:cubicBezTo>
                    <a:pt x="66456" y="114912"/>
                    <a:pt x="74123" y="112997"/>
                    <a:pt x="79235" y="109166"/>
                  </a:cubicBezTo>
                  <a:cubicBezTo>
                    <a:pt x="85625" y="104697"/>
                    <a:pt x="88820" y="99590"/>
                    <a:pt x="88820" y="93206"/>
                  </a:cubicBezTo>
                  <a:cubicBezTo>
                    <a:pt x="88820" y="88099"/>
                    <a:pt x="86903" y="83630"/>
                    <a:pt x="83708" y="80438"/>
                  </a:cubicBezTo>
                  <a:cubicBezTo>
                    <a:pt x="80513" y="77246"/>
                    <a:pt x="76679" y="75331"/>
                    <a:pt x="71568" y="74054"/>
                  </a:cubicBezTo>
                  <a:cubicBezTo>
                    <a:pt x="67094" y="72778"/>
                    <a:pt x="61983" y="71501"/>
                    <a:pt x="54953" y="70224"/>
                  </a:cubicBezTo>
                  <a:cubicBezTo>
                    <a:pt x="46008" y="68309"/>
                    <a:pt x="38978" y="66394"/>
                    <a:pt x="33228" y="63840"/>
                  </a:cubicBezTo>
                  <a:cubicBezTo>
                    <a:pt x="28116" y="61286"/>
                    <a:pt x="23643" y="58733"/>
                    <a:pt x="20448" y="54902"/>
                  </a:cubicBezTo>
                  <a:cubicBezTo>
                    <a:pt x="17892" y="51072"/>
                    <a:pt x="15975" y="46603"/>
                    <a:pt x="15975" y="41496"/>
                  </a:cubicBezTo>
                  <a:cubicBezTo>
                    <a:pt x="15975" y="36389"/>
                    <a:pt x="17253" y="31920"/>
                    <a:pt x="20448" y="27451"/>
                  </a:cubicBezTo>
                  <a:cubicBezTo>
                    <a:pt x="23643" y="22982"/>
                    <a:pt x="28116" y="19790"/>
                    <a:pt x="34506" y="17875"/>
                  </a:cubicBezTo>
                  <a:cubicBezTo>
                    <a:pt x="40896" y="15322"/>
                    <a:pt x="49203" y="14045"/>
                    <a:pt x="58148" y="14045"/>
                  </a:cubicBezTo>
                  <a:cubicBezTo>
                    <a:pt x="65178" y="14045"/>
                    <a:pt x="71568" y="14683"/>
                    <a:pt x="76679" y="16598"/>
                  </a:cubicBezTo>
                  <a:cubicBezTo>
                    <a:pt x="81792" y="17875"/>
                    <a:pt x="86264" y="20429"/>
                    <a:pt x="89459" y="22982"/>
                  </a:cubicBezTo>
                  <a:cubicBezTo>
                    <a:pt x="92654" y="25536"/>
                    <a:pt x="95210" y="28090"/>
                    <a:pt x="96488" y="30643"/>
                  </a:cubicBezTo>
                  <a:cubicBezTo>
                    <a:pt x="97766" y="33197"/>
                    <a:pt x="98405" y="35750"/>
                    <a:pt x="98405" y="37666"/>
                  </a:cubicBezTo>
                  <a:cubicBezTo>
                    <a:pt x="98405" y="38304"/>
                    <a:pt x="98405" y="40219"/>
                    <a:pt x="96488" y="41496"/>
                  </a:cubicBezTo>
                  <a:cubicBezTo>
                    <a:pt x="95210" y="42773"/>
                    <a:pt x="93933" y="43411"/>
                    <a:pt x="92015" y="43411"/>
                  </a:cubicBezTo>
                  <a:cubicBezTo>
                    <a:pt x="90738" y="43411"/>
                    <a:pt x="89459" y="43411"/>
                    <a:pt x="88820" y="42773"/>
                  </a:cubicBezTo>
                  <a:cubicBezTo>
                    <a:pt x="88181" y="42134"/>
                    <a:pt x="86903" y="40858"/>
                    <a:pt x="84986" y="37666"/>
                  </a:cubicBezTo>
                  <a:cubicBezTo>
                    <a:pt x="82430" y="32558"/>
                    <a:pt x="79235" y="28728"/>
                    <a:pt x="75402" y="25536"/>
                  </a:cubicBezTo>
                  <a:cubicBezTo>
                    <a:pt x="71568" y="22344"/>
                    <a:pt x="65178" y="21067"/>
                    <a:pt x="56871" y="21067"/>
                  </a:cubicBezTo>
                  <a:cubicBezTo>
                    <a:pt x="49203" y="21067"/>
                    <a:pt x="42813" y="22982"/>
                    <a:pt x="38340" y="26174"/>
                  </a:cubicBezTo>
                  <a:cubicBezTo>
                    <a:pt x="31311" y="30643"/>
                    <a:pt x="30033" y="36389"/>
                    <a:pt x="30033" y="40219"/>
                  </a:cubicBezTo>
                  <a:cubicBezTo>
                    <a:pt x="30033" y="43411"/>
                    <a:pt x="31311" y="46603"/>
                    <a:pt x="33228" y="49157"/>
                  </a:cubicBezTo>
                  <a:cubicBezTo>
                    <a:pt x="35145" y="51072"/>
                    <a:pt x="37701" y="52987"/>
                    <a:pt x="40257" y="54902"/>
                  </a:cubicBezTo>
                  <a:cubicBezTo>
                    <a:pt x="42813" y="56179"/>
                    <a:pt x="46008" y="57456"/>
                    <a:pt x="48563" y="58094"/>
                  </a:cubicBezTo>
                  <a:cubicBezTo>
                    <a:pt x="51119" y="58733"/>
                    <a:pt x="54953" y="60010"/>
                    <a:pt x="61343" y="61286"/>
                  </a:cubicBezTo>
                  <a:cubicBezTo>
                    <a:pt x="68373" y="62563"/>
                    <a:pt x="74763" y="64478"/>
                    <a:pt x="80513" y="66394"/>
                  </a:cubicBezTo>
                  <a:cubicBezTo>
                    <a:pt x="85625" y="68309"/>
                    <a:pt x="90098" y="70224"/>
                    <a:pt x="93933" y="72778"/>
                  </a:cubicBezTo>
                  <a:cubicBezTo>
                    <a:pt x="97128" y="74693"/>
                    <a:pt x="99683" y="77885"/>
                    <a:pt x="101600" y="81077"/>
                  </a:cubicBezTo>
                  <a:cubicBezTo>
                    <a:pt x="103517" y="84269"/>
                    <a:pt x="104156" y="88738"/>
                    <a:pt x="104156" y="93206"/>
                  </a:cubicBezTo>
                  <a:cubicBezTo>
                    <a:pt x="103517" y="95760"/>
                    <a:pt x="102239" y="100867"/>
                    <a:pt x="99044" y="105974"/>
                  </a:cubicBezTo>
                  <a:close/>
                  <a:moveTo>
                    <a:pt x="80513" y="49795"/>
                  </a:moveTo>
                  <a:cubicBezTo>
                    <a:pt x="75402" y="48518"/>
                    <a:pt x="69650" y="46603"/>
                    <a:pt x="63899" y="45326"/>
                  </a:cubicBezTo>
                  <a:cubicBezTo>
                    <a:pt x="58148" y="44050"/>
                    <a:pt x="54314" y="42773"/>
                    <a:pt x="51758" y="42134"/>
                  </a:cubicBezTo>
                  <a:cubicBezTo>
                    <a:pt x="49842" y="41496"/>
                    <a:pt x="47925" y="40858"/>
                    <a:pt x="46008" y="39581"/>
                  </a:cubicBezTo>
                  <a:cubicBezTo>
                    <a:pt x="44730" y="38942"/>
                    <a:pt x="43452" y="38304"/>
                    <a:pt x="42813" y="37027"/>
                  </a:cubicBezTo>
                  <a:cubicBezTo>
                    <a:pt x="42813" y="37027"/>
                    <a:pt x="42813" y="36389"/>
                    <a:pt x="42813" y="35750"/>
                  </a:cubicBezTo>
                  <a:cubicBezTo>
                    <a:pt x="42813" y="35112"/>
                    <a:pt x="42813" y="34474"/>
                    <a:pt x="45368" y="32558"/>
                  </a:cubicBezTo>
                  <a:cubicBezTo>
                    <a:pt x="47925" y="30643"/>
                    <a:pt x="51758" y="30005"/>
                    <a:pt x="56871" y="30005"/>
                  </a:cubicBezTo>
                  <a:cubicBezTo>
                    <a:pt x="63899" y="30005"/>
                    <a:pt x="67094" y="31282"/>
                    <a:pt x="67733" y="31920"/>
                  </a:cubicBezTo>
                  <a:cubicBezTo>
                    <a:pt x="70289" y="33835"/>
                    <a:pt x="72207" y="36389"/>
                    <a:pt x="74123" y="39581"/>
                  </a:cubicBezTo>
                  <a:cubicBezTo>
                    <a:pt x="76040" y="45326"/>
                    <a:pt x="77958" y="47880"/>
                    <a:pt x="80513" y="49795"/>
                  </a:cubicBezTo>
                  <a:lnTo>
                    <a:pt x="80513" y="49795"/>
                  </a:lnTo>
                  <a:close/>
                </a:path>
              </a:pathLst>
            </a:custGeom>
            <a:solidFill>
              <a:srgbClr val="00ABAB"/>
            </a:solidFill>
            <a:ln w="6390" cap="flat">
              <a:noFill/>
              <a:prstDash val="solid"/>
              <a:miter/>
            </a:ln>
          </p:spPr>
          <p:txBody>
            <a:bodyPr rtlCol="0" anchor="ctr"/>
            <a:lstStyle/>
            <a:p>
              <a:endParaRPr lang="en-US"/>
            </a:p>
          </p:txBody>
        </p:sp>
      </p:grpSp>
      <p:grpSp>
        <p:nvGrpSpPr>
          <p:cNvPr id="837" name="Graphic 4">
            <a:extLst>
              <a:ext uri="{FF2B5EF4-FFF2-40B4-BE49-F238E27FC236}">
                <a16:creationId xmlns:a16="http://schemas.microsoft.com/office/drawing/2014/main" id="{7E70BE11-7961-E545-B6F4-9CDA967E859E}"/>
              </a:ext>
            </a:extLst>
          </p:cNvPr>
          <p:cNvGrpSpPr/>
          <p:nvPr/>
        </p:nvGrpSpPr>
        <p:grpSpPr>
          <a:xfrm>
            <a:off x="8841116" y="4308712"/>
            <a:ext cx="361674" cy="361333"/>
            <a:chOff x="8841116" y="4308712"/>
            <a:chExt cx="361674" cy="361333"/>
          </a:xfrm>
          <a:solidFill>
            <a:srgbClr val="00ABAB"/>
          </a:solidFill>
        </p:grpSpPr>
        <p:sp>
          <p:nvSpPr>
            <p:cNvPr id="838" name="Graphic 4">
              <a:extLst>
                <a:ext uri="{FF2B5EF4-FFF2-40B4-BE49-F238E27FC236}">
                  <a16:creationId xmlns:a16="http://schemas.microsoft.com/office/drawing/2014/main" id="{D58EA313-6256-104B-9502-13553A20382F}"/>
                </a:ext>
              </a:extLst>
            </p:cNvPr>
            <p:cNvSpPr/>
            <p:nvPr/>
          </p:nvSpPr>
          <p:spPr>
            <a:xfrm>
              <a:off x="8841116" y="4308712"/>
              <a:ext cx="361674" cy="361333"/>
            </a:xfrm>
            <a:custGeom>
              <a:avLst/>
              <a:gdLst>
                <a:gd name="connsiteX0" fmla="*/ 180836 w 361674"/>
                <a:gd name="connsiteY0" fmla="*/ 0 h 361333"/>
                <a:gd name="connsiteX1" fmla="*/ 0 w 361674"/>
                <a:gd name="connsiteY1" fmla="*/ 180667 h 361333"/>
                <a:gd name="connsiteX2" fmla="*/ 180836 w 361674"/>
                <a:gd name="connsiteY2" fmla="*/ 361334 h 361333"/>
                <a:gd name="connsiteX3" fmla="*/ 361670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7 h 361333"/>
                <a:gd name="connsiteX8" fmla="*/ 348890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3" y="361334"/>
                    <a:pt x="180836" y="361334"/>
                  </a:cubicBezTo>
                  <a:cubicBezTo>
                    <a:pt x="280518" y="361334"/>
                    <a:pt x="361670" y="280257"/>
                    <a:pt x="361670" y="180667"/>
                  </a:cubicBezTo>
                  <a:cubicBezTo>
                    <a:pt x="362310" y="81077"/>
                    <a:pt x="281157" y="0"/>
                    <a:pt x="180836" y="0"/>
                  </a:cubicBezTo>
                  <a:close/>
                  <a:moveTo>
                    <a:pt x="180836" y="349204"/>
                  </a:moveTo>
                  <a:cubicBezTo>
                    <a:pt x="88181" y="349204"/>
                    <a:pt x="12780" y="273873"/>
                    <a:pt x="12780" y="181305"/>
                  </a:cubicBezTo>
                  <a:cubicBezTo>
                    <a:pt x="12780" y="88738"/>
                    <a:pt x="88181" y="13407"/>
                    <a:pt x="180836" y="13407"/>
                  </a:cubicBezTo>
                  <a:cubicBezTo>
                    <a:pt x="273490" y="13407"/>
                    <a:pt x="348890" y="88738"/>
                    <a:pt x="348890" y="181305"/>
                  </a:cubicBezTo>
                  <a:cubicBezTo>
                    <a:pt x="349530" y="273234"/>
                    <a:pt x="274128" y="349204"/>
                    <a:pt x="180836" y="349204"/>
                  </a:cubicBezTo>
                  <a:close/>
                </a:path>
              </a:pathLst>
            </a:custGeom>
            <a:solidFill>
              <a:srgbClr val="00ABAB"/>
            </a:solidFill>
            <a:ln w="6390" cap="flat">
              <a:noFill/>
              <a:prstDash val="solid"/>
              <a:miter/>
            </a:ln>
          </p:spPr>
          <p:txBody>
            <a:bodyPr rtlCol="0" anchor="ctr"/>
            <a:lstStyle/>
            <a:p>
              <a:endParaRPr lang="en-US"/>
            </a:p>
          </p:txBody>
        </p:sp>
        <p:sp>
          <p:nvSpPr>
            <p:cNvPr id="839" name="Graphic 4">
              <a:extLst>
                <a:ext uri="{FF2B5EF4-FFF2-40B4-BE49-F238E27FC236}">
                  <a16:creationId xmlns:a16="http://schemas.microsoft.com/office/drawing/2014/main" id="{A5150720-AB2F-6649-99CE-C1F779D1F1DA}"/>
                </a:ext>
              </a:extLst>
            </p:cNvPr>
            <p:cNvSpPr/>
            <p:nvPr/>
          </p:nvSpPr>
          <p:spPr>
            <a:xfrm>
              <a:off x="8911331" y="4393775"/>
              <a:ext cx="129220" cy="190086"/>
            </a:xfrm>
            <a:custGeom>
              <a:avLst/>
              <a:gdLst>
                <a:gd name="connsiteX0" fmla="*/ 128512 w 129220"/>
                <a:gd name="connsiteY0" fmla="*/ 25379 h 190086"/>
                <a:gd name="connsiteX1" fmla="*/ 128512 w 129220"/>
                <a:gd name="connsiteY1" fmla="*/ 25379 h 190086"/>
                <a:gd name="connsiteX2" fmla="*/ 117010 w 129220"/>
                <a:gd name="connsiteY2" fmla="*/ 3035 h 190086"/>
                <a:gd name="connsiteX3" fmla="*/ 95284 w 129220"/>
                <a:gd name="connsiteY3" fmla="*/ 13250 h 190086"/>
                <a:gd name="connsiteX4" fmla="*/ 95284 w 129220"/>
                <a:gd name="connsiteY4" fmla="*/ 13888 h 190086"/>
                <a:gd name="connsiteX5" fmla="*/ 95284 w 129220"/>
                <a:gd name="connsiteY5" fmla="*/ 13888 h 190086"/>
                <a:gd name="connsiteX6" fmla="*/ 95284 w 129220"/>
                <a:gd name="connsiteY6" fmla="*/ 13888 h 190086"/>
                <a:gd name="connsiteX7" fmla="*/ 65891 w 129220"/>
                <a:gd name="connsiteY7" fmla="*/ 91135 h 190086"/>
                <a:gd name="connsiteX8" fmla="*/ 34580 w 129220"/>
                <a:gd name="connsiteY8" fmla="*/ 12611 h 190086"/>
                <a:gd name="connsiteX9" fmla="*/ 34580 w 129220"/>
                <a:gd name="connsiteY9" fmla="*/ 11973 h 190086"/>
                <a:gd name="connsiteX10" fmla="*/ 33941 w 129220"/>
                <a:gd name="connsiteY10" fmla="*/ 10058 h 190086"/>
                <a:gd name="connsiteX11" fmla="*/ 11576 w 129220"/>
                <a:gd name="connsiteY11" fmla="*/ 1120 h 190086"/>
                <a:gd name="connsiteX12" fmla="*/ 713 w 129220"/>
                <a:gd name="connsiteY12" fmla="*/ 23464 h 190086"/>
                <a:gd name="connsiteX13" fmla="*/ 46721 w 129220"/>
                <a:gd name="connsiteY13" fmla="*/ 135822 h 190086"/>
                <a:gd name="connsiteX14" fmla="*/ 44804 w 129220"/>
                <a:gd name="connsiteY14" fmla="*/ 139653 h 190086"/>
                <a:gd name="connsiteX15" fmla="*/ 26912 w 129220"/>
                <a:gd name="connsiteY15" fmla="*/ 156889 h 190086"/>
                <a:gd name="connsiteX16" fmla="*/ 21161 w 129220"/>
                <a:gd name="connsiteY16" fmla="*/ 156889 h 190086"/>
                <a:gd name="connsiteX17" fmla="*/ 4548 w 129220"/>
                <a:gd name="connsiteY17" fmla="*/ 169019 h 190086"/>
                <a:gd name="connsiteX18" fmla="*/ 16049 w 129220"/>
                <a:gd name="connsiteY18" fmla="*/ 188809 h 190086"/>
                <a:gd name="connsiteX19" fmla="*/ 16688 w 129220"/>
                <a:gd name="connsiteY19" fmla="*/ 188809 h 190086"/>
                <a:gd name="connsiteX20" fmla="*/ 28829 w 129220"/>
                <a:gd name="connsiteY20" fmla="*/ 190086 h 190086"/>
                <a:gd name="connsiteX21" fmla="*/ 78032 w 129220"/>
                <a:gd name="connsiteY21" fmla="*/ 149229 h 190086"/>
                <a:gd name="connsiteX22" fmla="*/ 127234 w 129220"/>
                <a:gd name="connsiteY22" fmla="*/ 26656 h 190086"/>
                <a:gd name="connsiteX23" fmla="*/ 128512 w 129220"/>
                <a:gd name="connsiteY23" fmla="*/ 25379 h 190086"/>
                <a:gd name="connsiteX24" fmla="*/ 116371 w 129220"/>
                <a:gd name="connsiteY24" fmla="*/ 20272 h 190086"/>
                <a:gd name="connsiteX25" fmla="*/ 116371 w 129220"/>
                <a:gd name="connsiteY25" fmla="*/ 20272 h 190086"/>
                <a:gd name="connsiteX26" fmla="*/ 116371 w 129220"/>
                <a:gd name="connsiteY26" fmla="*/ 20272 h 190086"/>
                <a:gd name="connsiteX27" fmla="*/ 115732 w 129220"/>
                <a:gd name="connsiteY27" fmla="*/ 22187 h 190086"/>
                <a:gd name="connsiteX28" fmla="*/ 66530 w 129220"/>
                <a:gd name="connsiteY28" fmla="*/ 144760 h 190086"/>
                <a:gd name="connsiteX29" fmla="*/ 29468 w 129220"/>
                <a:gd name="connsiteY29" fmla="*/ 177318 h 190086"/>
                <a:gd name="connsiteX30" fmla="*/ 19883 w 129220"/>
                <a:gd name="connsiteY30" fmla="*/ 176680 h 190086"/>
                <a:gd name="connsiteX31" fmla="*/ 17966 w 129220"/>
                <a:gd name="connsiteY31" fmla="*/ 172849 h 190086"/>
                <a:gd name="connsiteX32" fmla="*/ 21161 w 129220"/>
                <a:gd name="connsiteY32" fmla="*/ 170296 h 190086"/>
                <a:gd name="connsiteX33" fmla="*/ 28190 w 129220"/>
                <a:gd name="connsiteY33" fmla="*/ 170934 h 190086"/>
                <a:gd name="connsiteX34" fmla="*/ 58222 w 129220"/>
                <a:gd name="connsiteY34" fmla="*/ 146037 h 190086"/>
                <a:gd name="connsiteX35" fmla="*/ 60779 w 129220"/>
                <a:gd name="connsiteY35" fmla="*/ 139653 h 190086"/>
                <a:gd name="connsiteX36" fmla="*/ 60779 w 129220"/>
                <a:gd name="connsiteY36" fmla="*/ 134546 h 190086"/>
                <a:gd name="connsiteX37" fmla="*/ 13493 w 129220"/>
                <a:gd name="connsiteY37" fmla="*/ 20272 h 190086"/>
                <a:gd name="connsiteX38" fmla="*/ 16688 w 129220"/>
                <a:gd name="connsiteY38" fmla="*/ 13888 h 190086"/>
                <a:gd name="connsiteX39" fmla="*/ 23078 w 129220"/>
                <a:gd name="connsiteY39" fmla="*/ 15803 h 190086"/>
                <a:gd name="connsiteX40" fmla="*/ 23717 w 129220"/>
                <a:gd name="connsiteY40" fmla="*/ 17080 h 190086"/>
                <a:gd name="connsiteX41" fmla="*/ 23717 w 129220"/>
                <a:gd name="connsiteY41" fmla="*/ 17080 h 190086"/>
                <a:gd name="connsiteX42" fmla="*/ 60779 w 129220"/>
                <a:gd name="connsiteY42" fmla="*/ 110286 h 190086"/>
                <a:gd name="connsiteX43" fmla="*/ 67169 w 129220"/>
                <a:gd name="connsiteY43" fmla="*/ 114117 h 190086"/>
                <a:gd name="connsiteX44" fmla="*/ 72920 w 129220"/>
                <a:gd name="connsiteY44" fmla="*/ 110286 h 190086"/>
                <a:gd name="connsiteX45" fmla="*/ 108064 w 129220"/>
                <a:gd name="connsiteY45" fmla="*/ 18357 h 190086"/>
                <a:gd name="connsiteX46" fmla="*/ 102313 w 129220"/>
                <a:gd name="connsiteY46" fmla="*/ 16442 h 190086"/>
                <a:gd name="connsiteX47" fmla="*/ 108703 w 129220"/>
                <a:gd name="connsiteY47" fmla="*/ 17719 h 190086"/>
                <a:gd name="connsiteX48" fmla="*/ 114454 w 129220"/>
                <a:gd name="connsiteY48" fmla="*/ 15165 h 190086"/>
                <a:gd name="connsiteX49" fmla="*/ 116371 w 129220"/>
                <a:gd name="connsiteY49" fmla="*/ 20272 h 19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29220" h="190086">
                  <a:moveTo>
                    <a:pt x="128512" y="25379"/>
                  </a:moveTo>
                  <a:lnTo>
                    <a:pt x="128512" y="25379"/>
                  </a:lnTo>
                  <a:cubicBezTo>
                    <a:pt x="131068" y="15803"/>
                    <a:pt x="126595" y="6227"/>
                    <a:pt x="117010" y="3035"/>
                  </a:cubicBezTo>
                  <a:cubicBezTo>
                    <a:pt x="108064" y="482"/>
                    <a:pt x="98479" y="4951"/>
                    <a:pt x="95284" y="13250"/>
                  </a:cubicBezTo>
                  <a:lnTo>
                    <a:pt x="95284" y="13888"/>
                  </a:lnTo>
                  <a:lnTo>
                    <a:pt x="95284" y="13888"/>
                  </a:lnTo>
                  <a:lnTo>
                    <a:pt x="95284" y="13888"/>
                  </a:lnTo>
                  <a:cubicBezTo>
                    <a:pt x="92728" y="21549"/>
                    <a:pt x="75476" y="66875"/>
                    <a:pt x="65891" y="91135"/>
                  </a:cubicBezTo>
                  <a:lnTo>
                    <a:pt x="34580" y="12611"/>
                  </a:lnTo>
                  <a:cubicBezTo>
                    <a:pt x="34580" y="12611"/>
                    <a:pt x="34580" y="12611"/>
                    <a:pt x="34580" y="11973"/>
                  </a:cubicBezTo>
                  <a:lnTo>
                    <a:pt x="33941" y="10058"/>
                  </a:lnTo>
                  <a:cubicBezTo>
                    <a:pt x="30107" y="1759"/>
                    <a:pt x="19883" y="-2072"/>
                    <a:pt x="11576" y="1120"/>
                  </a:cubicBezTo>
                  <a:cubicBezTo>
                    <a:pt x="2630" y="4312"/>
                    <a:pt x="-1842" y="14527"/>
                    <a:pt x="713" y="23464"/>
                  </a:cubicBezTo>
                  <a:cubicBezTo>
                    <a:pt x="4548" y="33679"/>
                    <a:pt x="40331" y="119862"/>
                    <a:pt x="46721" y="135822"/>
                  </a:cubicBezTo>
                  <a:lnTo>
                    <a:pt x="44804" y="139653"/>
                  </a:lnTo>
                  <a:cubicBezTo>
                    <a:pt x="39692" y="153059"/>
                    <a:pt x="35858" y="156889"/>
                    <a:pt x="26912" y="156889"/>
                  </a:cubicBezTo>
                  <a:cubicBezTo>
                    <a:pt x="25634" y="156889"/>
                    <a:pt x="21800" y="156889"/>
                    <a:pt x="21161" y="156889"/>
                  </a:cubicBezTo>
                  <a:cubicBezTo>
                    <a:pt x="13493" y="156251"/>
                    <a:pt x="6464" y="161358"/>
                    <a:pt x="4548" y="169019"/>
                  </a:cubicBezTo>
                  <a:cubicBezTo>
                    <a:pt x="1991" y="177318"/>
                    <a:pt x="7103" y="186256"/>
                    <a:pt x="16049" y="188809"/>
                  </a:cubicBezTo>
                  <a:lnTo>
                    <a:pt x="16688" y="188809"/>
                  </a:lnTo>
                  <a:cubicBezTo>
                    <a:pt x="20522" y="189448"/>
                    <a:pt x="24356" y="190086"/>
                    <a:pt x="28829" y="190086"/>
                  </a:cubicBezTo>
                  <a:cubicBezTo>
                    <a:pt x="59501" y="190086"/>
                    <a:pt x="69725" y="170934"/>
                    <a:pt x="78032" y="149229"/>
                  </a:cubicBezTo>
                  <a:cubicBezTo>
                    <a:pt x="94007" y="108371"/>
                    <a:pt x="125317" y="30487"/>
                    <a:pt x="127234" y="26656"/>
                  </a:cubicBezTo>
                  <a:cubicBezTo>
                    <a:pt x="127873" y="26656"/>
                    <a:pt x="127873" y="26018"/>
                    <a:pt x="128512" y="25379"/>
                  </a:cubicBezTo>
                  <a:close/>
                  <a:moveTo>
                    <a:pt x="116371" y="20272"/>
                  </a:moveTo>
                  <a:lnTo>
                    <a:pt x="116371" y="20272"/>
                  </a:lnTo>
                  <a:lnTo>
                    <a:pt x="116371" y="20272"/>
                  </a:lnTo>
                  <a:cubicBezTo>
                    <a:pt x="116371" y="21549"/>
                    <a:pt x="115732" y="21549"/>
                    <a:pt x="115732" y="22187"/>
                  </a:cubicBezTo>
                  <a:cubicBezTo>
                    <a:pt x="113815" y="27295"/>
                    <a:pt x="68447" y="140291"/>
                    <a:pt x="66530" y="144760"/>
                  </a:cubicBezTo>
                  <a:cubicBezTo>
                    <a:pt x="57584" y="167104"/>
                    <a:pt x="49916" y="177318"/>
                    <a:pt x="29468" y="177318"/>
                  </a:cubicBezTo>
                  <a:cubicBezTo>
                    <a:pt x="26273" y="177318"/>
                    <a:pt x="23078" y="177318"/>
                    <a:pt x="19883" y="176680"/>
                  </a:cubicBezTo>
                  <a:cubicBezTo>
                    <a:pt x="17966" y="176041"/>
                    <a:pt x="17327" y="174126"/>
                    <a:pt x="17966" y="172849"/>
                  </a:cubicBezTo>
                  <a:cubicBezTo>
                    <a:pt x="18605" y="171573"/>
                    <a:pt x="19883" y="170296"/>
                    <a:pt x="21161" y="170296"/>
                  </a:cubicBezTo>
                  <a:cubicBezTo>
                    <a:pt x="21800" y="170296"/>
                    <a:pt x="26912" y="170934"/>
                    <a:pt x="28190" y="170934"/>
                  </a:cubicBezTo>
                  <a:cubicBezTo>
                    <a:pt x="47360" y="170934"/>
                    <a:pt x="53750" y="157528"/>
                    <a:pt x="58222" y="146037"/>
                  </a:cubicBezTo>
                  <a:lnTo>
                    <a:pt x="60779" y="139653"/>
                  </a:lnTo>
                  <a:cubicBezTo>
                    <a:pt x="61417" y="137738"/>
                    <a:pt x="61417" y="136461"/>
                    <a:pt x="60779" y="134546"/>
                  </a:cubicBezTo>
                  <a:cubicBezTo>
                    <a:pt x="60140" y="133269"/>
                    <a:pt x="17966" y="31125"/>
                    <a:pt x="13493" y="20272"/>
                  </a:cubicBezTo>
                  <a:cubicBezTo>
                    <a:pt x="12854" y="17719"/>
                    <a:pt x="14132" y="15165"/>
                    <a:pt x="16688" y="13888"/>
                  </a:cubicBezTo>
                  <a:cubicBezTo>
                    <a:pt x="19244" y="13250"/>
                    <a:pt x="21800" y="13888"/>
                    <a:pt x="23078" y="15803"/>
                  </a:cubicBezTo>
                  <a:lnTo>
                    <a:pt x="23717" y="17080"/>
                  </a:lnTo>
                  <a:lnTo>
                    <a:pt x="23717" y="17080"/>
                  </a:lnTo>
                  <a:lnTo>
                    <a:pt x="60779" y="110286"/>
                  </a:lnTo>
                  <a:cubicBezTo>
                    <a:pt x="62057" y="112840"/>
                    <a:pt x="64612" y="114117"/>
                    <a:pt x="67169" y="114117"/>
                  </a:cubicBezTo>
                  <a:cubicBezTo>
                    <a:pt x="69725" y="114117"/>
                    <a:pt x="72281" y="112202"/>
                    <a:pt x="72920" y="110286"/>
                  </a:cubicBezTo>
                  <a:cubicBezTo>
                    <a:pt x="74197" y="107094"/>
                    <a:pt x="104230" y="28571"/>
                    <a:pt x="108064" y="18357"/>
                  </a:cubicBezTo>
                  <a:lnTo>
                    <a:pt x="102313" y="16442"/>
                  </a:lnTo>
                  <a:lnTo>
                    <a:pt x="108703" y="17719"/>
                  </a:lnTo>
                  <a:cubicBezTo>
                    <a:pt x="109342" y="15165"/>
                    <a:pt x="111898" y="14527"/>
                    <a:pt x="114454" y="15165"/>
                  </a:cubicBezTo>
                  <a:cubicBezTo>
                    <a:pt x="115732" y="15803"/>
                    <a:pt x="117010" y="18357"/>
                    <a:pt x="116371" y="20272"/>
                  </a:cubicBezTo>
                  <a:close/>
                </a:path>
              </a:pathLst>
            </a:custGeom>
            <a:solidFill>
              <a:srgbClr val="00ABAB"/>
            </a:solidFill>
            <a:ln w="6390" cap="flat">
              <a:noFill/>
              <a:prstDash val="solid"/>
              <a:miter/>
            </a:ln>
          </p:spPr>
          <p:txBody>
            <a:bodyPr rtlCol="0" anchor="ctr"/>
            <a:lstStyle/>
            <a:p>
              <a:endParaRPr lang="en-US"/>
            </a:p>
          </p:txBody>
        </p:sp>
        <p:sp>
          <p:nvSpPr>
            <p:cNvPr id="840" name="Graphic 4">
              <a:extLst>
                <a:ext uri="{FF2B5EF4-FFF2-40B4-BE49-F238E27FC236}">
                  <a16:creationId xmlns:a16="http://schemas.microsoft.com/office/drawing/2014/main" id="{CA8F7550-BEB7-0943-B529-728DD7ADA0AF}"/>
                </a:ext>
              </a:extLst>
            </p:cNvPr>
            <p:cNvSpPr/>
            <p:nvPr/>
          </p:nvSpPr>
          <p:spPr>
            <a:xfrm>
              <a:off x="9030135" y="4508530"/>
              <a:ext cx="79359" cy="58094"/>
            </a:xfrm>
            <a:custGeom>
              <a:avLst/>
              <a:gdLst>
                <a:gd name="connsiteX0" fmla="*/ 71692 w 79359"/>
                <a:gd name="connsiteY0" fmla="*/ 24898 h 58094"/>
                <a:gd name="connsiteX1" fmla="*/ 71692 w 79359"/>
                <a:gd name="connsiteY1" fmla="*/ 24898 h 58094"/>
                <a:gd name="connsiteX2" fmla="*/ 10987 w 79359"/>
                <a:gd name="connsiteY2" fmla="*/ 0 h 58094"/>
                <a:gd name="connsiteX3" fmla="*/ 3958 w 79359"/>
                <a:gd name="connsiteY3" fmla="*/ 1916 h 58094"/>
                <a:gd name="connsiteX4" fmla="*/ 124 w 79359"/>
                <a:gd name="connsiteY4" fmla="*/ 10215 h 58094"/>
                <a:gd name="connsiteX5" fmla="*/ 53161 w 79359"/>
                <a:gd name="connsiteY5" fmla="*/ 56179 h 58094"/>
                <a:gd name="connsiteX6" fmla="*/ 55078 w 79359"/>
                <a:gd name="connsiteY6" fmla="*/ 56818 h 58094"/>
                <a:gd name="connsiteX7" fmla="*/ 56356 w 79359"/>
                <a:gd name="connsiteY7" fmla="*/ 57456 h 58094"/>
                <a:gd name="connsiteX8" fmla="*/ 61468 w 79359"/>
                <a:gd name="connsiteY8" fmla="*/ 58094 h 58094"/>
                <a:gd name="connsiteX9" fmla="*/ 77443 w 79359"/>
                <a:gd name="connsiteY9" fmla="*/ 49157 h 58094"/>
                <a:gd name="connsiteX10" fmla="*/ 71692 w 79359"/>
                <a:gd name="connsiteY10" fmla="*/ 24898 h 58094"/>
                <a:gd name="connsiteX11" fmla="*/ 65302 w 79359"/>
                <a:gd name="connsiteY11" fmla="*/ 42773 h 58094"/>
                <a:gd name="connsiteX12" fmla="*/ 58912 w 79359"/>
                <a:gd name="connsiteY12" fmla="*/ 45327 h 58094"/>
                <a:gd name="connsiteX13" fmla="*/ 58273 w 79359"/>
                <a:gd name="connsiteY13" fmla="*/ 44688 h 58094"/>
                <a:gd name="connsiteX14" fmla="*/ 16099 w 79359"/>
                <a:gd name="connsiteY14" fmla="*/ 13407 h 58094"/>
                <a:gd name="connsiteX15" fmla="*/ 64023 w 79359"/>
                <a:gd name="connsiteY15" fmla="*/ 34474 h 58094"/>
                <a:gd name="connsiteX16" fmla="*/ 65302 w 79359"/>
                <a:gd name="connsiteY16" fmla="*/ 42773 h 58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9359" h="58094">
                  <a:moveTo>
                    <a:pt x="71692" y="24898"/>
                  </a:moveTo>
                  <a:lnTo>
                    <a:pt x="71692" y="24898"/>
                  </a:lnTo>
                  <a:cubicBezTo>
                    <a:pt x="69135" y="22983"/>
                    <a:pt x="26962" y="0"/>
                    <a:pt x="10987" y="0"/>
                  </a:cubicBezTo>
                  <a:cubicBezTo>
                    <a:pt x="7792" y="0"/>
                    <a:pt x="5875" y="639"/>
                    <a:pt x="3958" y="1916"/>
                  </a:cubicBezTo>
                  <a:cubicBezTo>
                    <a:pt x="1402" y="3831"/>
                    <a:pt x="-515" y="7023"/>
                    <a:pt x="124" y="10215"/>
                  </a:cubicBezTo>
                  <a:cubicBezTo>
                    <a:pt x="763" y="23621"/>
                    <a:pt x="52522" y="56179"/>
                    <a:pt x="53161" y="56179"/>
                  </a:cubicBezTo>
                  <a:lnTo>
                    <a:pt x="55078" y="56818"/>
                  </a:lnTo>
                  <a:cubicBezTo>
                    <a:pt x="55717" y="56818"/>
                    <a:pt x="55717" y="56818"/>
                    <a:pt x="56356" y="57456"/>
                  </a:cubicBezTo>
                  <a:cubicBezTo>
                    <a:pt x="58273" y="58094"/>
                    <a:pt x="59551" y="58094"/>
                    <a:pt x="61468" y="58094"/>
                  </a:cubicBezTo>
                  <a:cubicBezTo>
                    <a:pt x="67858" y="58094"/>
                    <a:pt x="73608" y="54902"/>
                    <a:pt x="77443" y="49157"/>
                  </a:cubicBezTo>
                  <a:cubicBezTo>
                    <a:pt x="81276" y="41496"/>
                    <a:pt x="79359" y="31282"/>
                    <a:pt x="71692" y="24898"/>
                  </a:cubicBezTo>
                  <a:close/>
                  <a:moveTo>
                    <a:pt x="65302" y="42773"/>
                  </a:moveTo>
                  <a:cubicBezTo>
                    <a:pt x="64023" y="44688"/>
                    <a:pt x="61468" y="45965"/>
                    <a:pt x="58912" y="45327"/>
                  </a:cubicBezTo>
                  <a:lnTo>
                    <a:pt x="58273" y="44688"/>
                  </a:lnTo>
                  <a:cubicBezTo>
                    <a:pt x="52522" y="41496"/>
                    <a:pt x="26962" y="23621"/>
                    <a:pt x="16099" y="13407"/>
                  </a:cubicBezTo>
                  <a:cubicBezTo>
                    <a:pt x="26962" y="16599"/>
                    <a:pt x="47409" y="25536"/>
                    <a:pt x="64023" y="34474"/>
                  </a:cubicBezTo>
                  <a:cubicBezTo>
                    <a:pt x="66579" y="37027"/>
                    <a:pt x="67218" y="40219"/>
                    <a:pt x="65302" y="42773"/>
                  </a:cubicBezTo>
                  <a:close/>
                </a:path>
              </a:pathLst>
            </a:custGeom>
            <a:solidFill>
              <a:srgbClr val="00ABAB"/>
            </a:solidFill>
            <a:ln w="6390" cap="flat">
              <a:noFill/>
              <a:prstDash val="solid"/>
              <a:miter/>
            </a:ln>
          </p:spPr>
          <p:txBody>
            <a:bodyPr rtlCol="0" anchor="ctr"/>
            <a:lstStyle/>
            <a:p>
              <a:endParaRPr lang="en-US"/>
            </a:p>
          </p:txBody>
        </p:sp>
        <p:sp>
          <p:nvSpPr>
            <p:cNvPr id="841" name="Graphic 4">
              <a:extLst>
                <a:ext uri="{FF2B5EF4-FFF2-40B4-BE49-F238E27FC236}">
                  <a16:creationId xmlns:a16="http://schemas.microsoft.com/office/drawing/2014/main" id="{AA6168F7-943E-F143-A191-97CCD45C0D19}"/>
                </a:ext>
              </a:extLst>
            </p:cNvPr>
            <p:cNvSpPr/>
            <p:nvPr/>
          </p:nvSpPr>
          <p:spPr>
            <a:xfrm>
              <a:off x="9029619" y="4415089"/>
              <a:ext cx="80023" cy="58329"/>
            </a:xfrm>
            <a:custGeom>
              <a:avLst/>
              <a:gdLst>
                <a:gd name="connsiteX0" fmla="*/ 0 w 80023"/>
                <a:gd name="connsiteY0" fmla="*/ 48115 h 58329"/>
                <a:gd name="connsiteX1" fmla="*/ 3834 w 80023"/>
                <a:gd name="connsiteY1" fmla="*/ 56414 h 58329"/>
                <a:gd name="connsiteX2" fmla="*/ 11502 w 80023"/>
                <a:gd name="connsiteY2" fmla="*/ 58329 h 58329"/>
                <a:gd name="connsiteX3" fmla="*/ 72207 w 80023"/>
                <a:gd name="connsiteY3" fmla="*/ 34070 h 58329"/>
                <a:gd name="connsiteX4" fmla="*/ 72845 w 80023"/>
                <a:gd name="connsiteY4" fmla="*/ 33432 h 58329"/>
                <a:gd name="connsiteX5" fmla="*/ 76679 w 80023"/>
                <a:gd name="connsiteY5" fmla="*/ 8534 h 58329"/>
                <a:gd name="connsiteX6" fmla="*/ 54953 w 80023"/>
                <a:gd name="connsiteY6" fmla="*/ 873 h 58329"/>
                <a:gd name="connsiteX7" fmla="*/ 53676 w 80023"/>
                <a:gd name="connsiteY7" fmla="*/ 1512 h 58329"/>
                <a:gd name="connsiteX8" fmla="*/ 52398 w 80023"/>
                <a:gd name="connsiteY8" fmla="*/ 2150 h 58329"/>
                <a:gd name="connsiteX9" fmla="*/ 0 w 80023"/>
                <a:gd name="connsiteY9" fmla="*/ 48115 h 58329"/>
                <a:gd name="connsiteX10" fmla="*/ 58788 w 80023"/>
                <a:gd name="connsiteY10" fmla="*/ 13641 h 58329"/>
                <a:gd name="connsiteX11" fmla="*/ 58788 w 80023"/>
                <a:gd name="connsiteY11" fmla="*/ 13641 h 58329"/>
                <a:gd name="connsiteX12" fmla="*/ 60704 w 80023"/>
                <a:gd name="connsiteY12" fmla="*/ 13003 h 58329"/>
                <a:gd name="connsiteX13" fmla="*/ 65817 w 80023"/>
                <a:gd name="connsiteY13" fmla="*/ 15557 h 58329"/>
                <a:gd name="connsiteX14" fmla="*/ 65178 w 80023"/>
                <a:gd name="connsiteY14" fmla="*/ 23217 h 58329"/>
                <a:gd name="connsiteX15" fmla="*/ 17253 w 80023"/>
                <a:gd name="connsiteY15" fmla="*/ 44923 h 58329"/>
                <a:gd name="connsiteX16" fmla="*/ 58788 w 80023"/>
                <a:gd name="connsiteY16" fmla="*/ 13641 h 58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0023" h="58329">
                  <a:moveTo>
                    <a:pt x="0" y="48115"/>
                  </a:moveTo>
                  <a:cubicBezTo>
                    <a:pt x="0" y="51307"/>
                    <a:pt x="1278" y="54499"/>
                    <a:pt x="3834" y="56414"/>
                  </a:cubicBezTo>
                  <a:cubicBezTo>
                    <a:pt x="5751" y="57691"/>
                    <a:pt x="8307" y="58329"/>
                    <a:pt x="11502" y="58329"/>
                  </a:cubicBezTo>
                  <a:cubicBezTo>
                    <a:pt x="27477" y="58329"/>
                    <a:pt x="70289" y="34709"/>
                    <a:pt x="72207" y="34070"/>
                  </a:cubicBezTo>
                  <a:lnTo>
                    <a:pt x="72845" y="33432"/>
                  </a:lnTo>
                  <a:cubicBezTo>
                    <a:pt x="80513" y="27686"/>
                    <a:pt x="82430" y="16833"/>
                    <a:pt x="76679" y="8534"/>
                  </a:cubicBezTo>
                  <a:cubicBezTo>
                    <a:pt x="72207" y="1512"/>
                    <a:pt x="63899" y="-1680"/>
                    <a:pt x="54953" y="873"/>
                  </a:cubicBezTo>
                  <a:cubicBezTo>
                    <a:pt x="54314" y="873"/>
                    <a:pt x="54314" y="873"/>
                    <a:pt x="53676" y="1512"/>
                  </a:cubicBezTo>
                  <a:lnTo>
                    <a:pt x="52398" y="2150"/>
                  </a:lnTo>
                  <a:cubicBezTo>
                    <a:pt x="52398" y="2150"/>
                    <a:pt x="639" y="34709"/>
                    <a:pt x="0" y="48115"/>
                  </a:cubicBezTo>
                  <a:close/>
                  <a:moveTo>
                    <a:pt x="58788" y="13641"/>
                  </a:moveTo>
                  <a:lnTo>
                    <a:pt x="58788" y="13641"/>
                  </a:lnTo>
                  <a:cubicBezTo>
                    <a:pt x="60066" y="13003"/>
                    <a:pt x="60704" y="13003"/>
                    <a:pt x="60704" y="13003"/>
                  </a:cubicBezTo>
                  <a:cubicBezTo>
                    <a:pt x="62622" y="13003"/>
                    <a:pt x="64538" y="14280"/>
                    <a:pt x="65817" y="15557"/>
                  </a:cubicBezTo>
                  <a:cubicBezTo>
                    <a:pt x="67094" y="18110"/>
                    <a:pt x="67094" y="21302"/>
                    <a:pt x="65178" y="23217"/>
                  </a:cubicBezTo>
                  <a:cubicBezTo>
                    <a:pt x="48563" y="32155"/>
                    <a:pt x="28116" y="41731"/>
                    <a:pt x="17253" y="44923"/>
                  </a:cubicBezTo>
                  <a:cubicBezTo>
                    <a:pt x="27477" y="34709"/>
                    <a:pt x="54314" y="16195"/>
                    <a:pt x="58788" y="13641"/>
                  </a:cubicBezTo>
                  <a:close/>
                </a:path>
              </a:pathLst>
            </a:custGeom>
            <a:solidFill>
              <a:srgbClr val="00ABAB"/>
            </a:solidFill>
            <a:ln w="6390" cap="flat">
              <a:noFill/>
              <a:prstDash val="solid"/>
              <a:miter/>
            </a:ln>
          </p:spPr>
          <p:txBody>
            <a:bodyPr rtlCol="0" anchor="ctr"/>
            <a:lstStyle/>
            <a:p>
              <a:endParaRPr lang="en-US"/>
            </a:p>
          </p:txBody>
        </p:sp>
        <p:sp>
          <p:nvSpPr>
            <p:cNvPr id="842" name="Graphic 4">
              <a:extLst>
                <a:ext uri="{FF2B5EF4-FFF2-40B4-BE49-F238E27FC236}">
                  <a16:creationId xmlns:a16="http://schemas.microsoft.com/office/drawing/2014/main" id="{580A7298-DFB9-504A-A686-8126016690CC}"/>
                </a:ext>
              </a:extLst>
            </p:cNvPr>
            <p:cNvSpPr/>
            <p:nvPr/>
          </p:nvSpPr>
          <p:spPr>
            <a:xfrm>
              <a:off x="9045343" y="4472142"/>
              <a:ext cx="87198" cy="37027"/>
            </a:xfrm>
            <a:custGeom>
              <a:avLst/>
              <a:gdLst>
                <a:gd name="connsiteX0" fmla="*/ 72458 w 87198"/>
                <a:gd name="connsiteY0" fmla="*/ 0 h 37027"/>
                <a:gd name="connsiteX1" fmla="*/ 71180 w 87198"/>
                <a:gd name="connsiteY1" fmla="*/ 0 h 37027"/>
                <a:gd name="connsiteX2" fmla="*/ 69902 w 87198"/>
                <a:gd name="connsiteY2" fmla="*/ 0 h 37027"/>
                <a:gd name="connsiteX3" fmla="*/ 1530 w 87198"/>
                <a:gd name="connsiteY3" fmla="*/ 14683 h 37027"/>
                <a:gd name="connsiteX4" fmla="*/ 890 w 87198"/>
                <a:gd name="connsiteY4" fmla="*/ 23620 h 37027"/>
                <a:gd name="connsiteX5" fmla="*/ 70541 w 87198"/>
                <a:gd name="connsiteY5" fmla="*/ 37027 h 37027"/>
                <a:gd name="connsiteX6" fmla="*/ 70541 w 87198"/>
                <a:gd name="connsiteY6" fmla="*/ 37027 h 37027"/>
                <a:gd name="connsiteX7" fmla="*/ 71819 w 87198"/>
                <a:gd name="connsiteY7" fmla="*/ 37027 h 37027"/>
                <a:gd name="connsiteX8" fmla="*/ 87155 w 87198"/>
                <a:gd name="connsiteY8" fmla="*/ 17236 h 37027"/>
                <a:gd name="connsiteX9" fmla="*/ 72458 w 87198"/>
                <a:gd name="connsiteY9" fmla="*/ 0 h 37027"/>
                <a:gd name="connsiteX10" fmla="*/ 69902 w 87198"/>
                <a:gd name="connsiteY10" fmla="*/ 24259 h 37027"/>
                <a:gd name="connsiteX11" fmla="*/ 17505 w 87198"/>
                <a:gd name="connsiteY11" fmla="*/ 19790 h 37027"/>
                <a:gd name="connsiteX12" fmla="*/ 69263 w 87198"/>
                <a:gd name="connsiteY12" fmla="*/ 12768 h 37027"/>
                <a:gd name="connsiteX13" fmla="*/ 69902 w 87198"/>
                <a:gd name="connsiteY13" fmla="*/ 12768 h 37027"/>
                <a:gd name="connsiteX14" fmla="*/ 74375 w 87198"/>
                <a:gd name="connsiteY14" fmla="*/ 17875 h 37027"/>
                <a:gd name="connsiteX15" fmla="*/ 69902 w 87198"/>
                <a:gd name="connsiteY15" fmla="*/ 24259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7198" h="37027">
                  <a:moveTo>
                    <a:pt x="72458" y="0"/>
                  </a:moveTo>
                  <a:cubicBezTo>
                    <a:pt x="71819" y="0"/>
                    <a:pt x="71819" y="0"/>
                    <a:pt x="71180" y="0"/>
                  </a:cubicBezTo>
                  <a:lnTo>
                    <a:pt x="69902" y="0"/>
                  </a:lnTo>
                  <a:cubicBezTo>
                    <a:pt x="69263" y="0"/>
                    <a:pt x="8559" y="3830"/>
                    <a:pt x="1530" y="14683"/>
                  </a:cubicBezTo>
                  <a:cubicBezTo>
                    <a:pt x="-387" y="17236"/>
                    <a:pt x="-387" y="21067"/>
                    <a:pt x="890" y="23620"/>
                  </a:cubicBezTo>
                  <a:cubicBezTo>
                    <a:pt x="6003" y="34473"/>
                    <a:pt x="41786" y="37027"/>
                    <a:pt x="70541" y="37027"/>
                  </a:cubicBezTo>
                  <a:lnTo>
                    <a:pt x="70541" y="37027"/>
                  </a:lnTo>
                  <a:cubicBezTo>
                    <a:pt x="71180" y="37027"/>
                    <a:pt x="71180" y="37027"/>
                    <a:pt x="71819" y="37027"/>
                  </a:cubicBezTo>
                  <a:cubicBezTo>
                    <a:pt x="81404" y="35112"/>
                    <a:pt x="87794" y="26812"/>
                    <a:pt x="87155" y="17236"/>
                  </a:cubicBezTo>
                  <a:cubicBezTo>
                    <a:pt x="86516" y="8937"/>
                    <a:pt x="80765" y="1915"/>
                    <a:pt x="72458" y="0"/>
                  </a:cubicBezTo>
                  <a:close/>
                  <a:moveTo>
                    <a:pt x="69902" y="24259"/>
                  </a:moveTo>
                  <a:cubicBezTo>
                    <a:pt x="50732" y="24259"/>
                    <a:pt x="28367" y="22344"/>
                    <a:pt x="17505" y="19790"/>
                  </a:cubicBezTo>
                  <a:cubicBezTo>
                    <a:pt x="31562" y="15960"/>
                    <a:pt x="63512" y="12768"/>
                    <a:pt x="69263" y="12768"/>
                  </a:cubicBezTo>
                  <a:lnTo>
                    <a:pt x="69902" y="12768"/>
                  </a:lnTo>
                  <a:cubicBezTo>
                    <a:pt x="72458" y="13406"/>
                    <a:pt x="74375" y="15321"/>
                    <a:pt x="74375" y="17875"/>
                  </a:cubicBezTo>
                  <a:cubicBezTo>
                    <a:pt x="74375" y="21067"/>
                    <a:pt x="72458" y="23620"/>
                    <a:pt x="69902" y="24259"/>
                  </a:cubicBezTo>
                  <a:close/>
                </a:path>
              </a:pathLst>
            </a:custGeom>
            <a:solidFill>
              <a:srgbClr val="00ABAB"/>
            </a:solidFill>
            <a:ln w="6390" cap="flat">
              <a:noFill/>
              <a:prstDash val="solid"/>
              <a:miter/>
            </a:ln>
          </p:spPr>
          <p:txBody>
            <a:bodyPr rtlCol="0" anchor="ctr"/>
            <a:lstStyle/>
            <a:p>
              <a:endParaRPr lang="en-US"/>
            </a:p>
          </p:txBody>
        </p:sp>
      </p:grpSp>
      <p:grpSp>
        <p:nvGrpSpPr>
          <p:cNvPr id="843" name="Graphic 4">
            <a:extLst>
              <a:ext uri="{FF2B5EF4-FFF2-40B4-BE49-F238E27FC236}">
                <a16:creationId xmlns:a16="http://schemas.microsoft.com/office/drawing/2014/main" id="{DCE1B9F7-E515-1E48-8FB2-DEE765B7A0EE}"/>
              </a:ext>
            </a:extLst>
          </p:cNvPr>
          <p:cNvGrpSpPr/>
          <p:nvPr/>
        </p:nvGrpSpPr>
        <p:grpSpPr>
          <a:xfrm>
            <a:off x="8841116" y="1893013"/>
            <a:ext cx="361674" cy="361333"/>
            <a:chOff x="8841116" y="1893013"/>
            <a:chExt cx="361674" cy="361333"/>
          </a:xfrm>
          <a:solidFill>
            <a:srgbClr val="00ABAB"/>
          </a:solidFill>
        </p:grpSpPr>
        <p:sp>
          <p:nvSpPr>
            <p:cNvPr id="844" name="Graphic 4">
              <a:extLst>
                <a:ext uri="{FF2B5EF4-FFF2-40B4-BE49-F238E27FC236}">
                  <a16:creationId xmlns:a16="http://schemas.microsoft.com/office/drawing/2014/main" id="{543CF285-3B05-1342-B91E-AB7A42B05446}"/>
                </a:ext>
              </a:extLst>
            </p:cNvPr>
            <p:cNvSpPr/>
            <p:nvPr/>
          </p:nvSpPr>
          <p:spPr>
            <a:xfrm>
              <a:off x="8841116" y="1893013"/>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0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3" y="361333"/>
                    <a:pt x="180836" y="361333"/>
                  </a:cubicBezTo>
                  <a:cubicBezTo>
                    <a:pt x="281157" y="361333"/>
                    <a:pt x="361670" y="280257"/>
                    <a:pt x="361670" y="180667"/>
                  </a:cubicBezTo>
                  <a:cubicBezTo>
                    <a:pt x="362310"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9530" y="273873"/>
                    <a:pt x="274128" y="349204"/>
                    <a:pt x="180836" y="349204"/>
                  </a:cubicBezTo>
                  <a:close/>
                </a:path>
              </a:pathLst>
            </a:custGeom>
            <a:solidFill>
              <a:srgbClr val="00ABAB"/>
            </a:solidFill>
            <a:ln w="6390" cap="flat">
              <a:noFill/>
              <a:prstDash val="solid"/>
              <a:miter/>
            </a:ln>
          </p:spPr>
          <p:txBody>
            <a:bodyPr rtlCol="0" anchor="ctr"/>
            <a:lstStyle/>
            <a:p>
              <a:endParaRPr lang="en-US"/>
            </a:p>
          </p:txBody>
        </p:sp>
        <p:sp>
          <p:nvSpPr>
            <p:cNvPr id="845" name="Graphic 4">
              <a:extLst>
                <a:ext uri="{FF2B5EF4-FFF2-40B4-BE49-F238E27FC236}">
                  <a16:creationId xmlns:a16="http://schemas.microsoft.com/office/drawing/2014/main" id="{2886F7F6-A032-964B-BAAC-F43323DD50B6}"/>
                </a:ext>
              </a:extLst>
            </p:cNvPr>
            <p:cNvSpPr/>
            <p:nvPr/>
          </p:nvSpPr>
          <p:spPr>
            <a:xfrm>
              <a:off x="8909238" y="1977920"/>
              <a:ext cx="225974" cy="190881"/>
            </a:xfrm>
            <a:custGeom>
              <a:avLst/>
              <a:gdLst>
                <a:gd name="connsiteX0" fmla="*/ 222620 w 225974"/>
                <a:gd name="connsiteY0" fmla="*/ 25536 h 190881"/>
                <a:gd name="connsiteX1" fmla="*/ 215592 w 225974"/>
                <a:gd name="connsiteY1" fmla="*/ 22982 h 190881"/>
                <a:gd name="connsiteX2" fmla="*/ 218787 w 225974"/>
                <a:gd name="connsiteY2" fmla="*/ 16598 h 190881"/>
                <a:gd name="connsiteX3" fmla="*/ 217509 w 225974"/>
                <a:gd name="connsiteY3" fmla="*/ 8938 h 190881"/>
                <a:gd name="connsiteX4" fmla="*/ 215592 w 225974"/>
                <a:gd name="connsiteY4" fmla="*/ 7022 h 190881"/>
                <a:gd name="connsiteX5" fmla="*/ 208563 w 225974"/>
                <a:gd name="connsiteY5" fmla="*/ 5746 h 190881"/>
                <a:gd name="connsiteX6" fmla="*/ 202812 w 225974"/>
                <a:gd name="connsiteY6" fmla="*/ 8299 h 190881"/>
                <a:gd name="connsiteX7" fmla="*/ 190671 w 225974"/>
                <a:gd name="connsiteY7" fmla="*/ 13406 h 190881"/>
                <a:gd name="connsiteX8" fmla="*/ 181086 w 225974"/>
                <a:gd name="connsiteY8" fmla="*/ 12130 h 190881"/>
                <a:gd name="connsiteX9" fmla="*/ 165750 w 225974"/>
                <a:gd name="connsiteY9" fmla="*/ 4469 h 190881"/>
                <a:gd name="connsiteX10" fmla="*/ 159360 w 225974"/>
                <a:gd name="connsiteY10" fmla="*/ 1915 h 190881"/>
                <a:gd name="connsiteX11" fmla="*/ 158721 w 225974"/>
                <a:gd name="connsiteY11" fmla="*/ 1915 h 190881"/>
                <a:gd name="connsiteX12" fmla="*/ 121660 w 225974"/>
                <a:gd name="connsiteY12" fmla="*/ 7661 h 190881"/>
                <a:gd name="connsiteX13" fmla="*/ 99295 w 225974"/>
                <a:gd name="connsiteY13" fmla="*/ 50434 h 190881"/>
                <a:gd name="connsiteX14" fmla="*/ 99295 w 225974"/>
                <a:gd name="connsiteY14" fmla="*/ 54264 h 190881"/>
                <a:gd name="connsiteX15" fmla="*/ 24532 w 225974"/>
                <a:gd name="connsiteY15" fmla="*/ 12130 h 190881"/>
                <a:gd name="connsiteX16" fmla="*/ 20060 w 225974"/>
                <a:gd name="connsiteY16" fmla="*/ 10214 h 190881"/>
                <a:gd name="connsiteX17" fmla="*/ 14947 w 225974"/>
                <a:gd name="connsiteY17" fmla="*/ 12130 h 190881"/>
                <a:gd name="connsiteX18" fmla="*/ 10475 w 225974"/>
                <a:gd name="connsiteY18" fmla="*/ 63201 h 190881"/>
                <a:gd name="connsiteX19" fmla="*/ 7919 w 225974"/>
                <a:gd name="connsiteY19" fmla="*/ 64478 h 190881"/>
                <a:gd name="connsiteX20" fmla="*/ 5362 w 225974"/>
                <a:gd name="connsiteY20" fmla="*/ 68947 h 190881"/>
                <a:gd name="connsiteX21" fmla="*/ 21337 w 225974"/>
                <a:gd name="connsiteY21" fmla="*/ 109166 h 190881"/>
                <a:gd name="connsiteX22" fmla="*/ 21337 w 225974"/>
                <a:gd name="connsiteY22" fmla="*/ 109166 h 190881"/>
                <a:gd name="connsiteX23" fmla="*/ 20060 w 225974"/>
                <a:gd name="connsiteY23" fmla="*/ 114912 h 190881"/>
                <a:gd name="connsiteX24" fmla="*/ 47536 w 225974"/>
                <a:gd name="connsiteY24" fmla="*/ 148747 h 190881"/>
                <a:gd name="connsiteX25" fmla="*/ 30922 w 225974"/>
                <a:gd name="connsiteY25" fmla="*/ 153854 h 190881"/>
                <a:gd name="connsiteX26" fmla="*/ 20698 w 225974"/>
                <a:gd name="connsiteY26" fmla="*/ 155131 h 190881"/>
                <a:gd name="connsiteX27" fmla="*/ 12391 w 225974"/>
                <a:gd name="connsiteY27" fmla="*/ 155769 h 190881"/>
                <a:gd name="connsiteX28" fmla="*/ 6001 w 225974"/>
                <a:gd name="connsiteY28" fmla="*/ 157684 h 190881"/>
                <a:gd name="connsiteX29" fmla="*/ 4085 w 225974"/>
                <a:gd name="connsiteY29" fmla="*/ 158323 h 190881"/>
                <a:gd name="connsiteX30" fmla="*/ 251 w 225974"/>
                <a:gd name="connsiteY30" fmla="*/ 162792 h 190881"/>
                <a:gd name="connsiteX31" fmla="*/ 1529 w 225974"/>
                <a:gd name="connsiteY31" fmla="*/ 168537 h 190881"/>
                <a:gd name="connsiteX32" fmla="*/ 2806 w 225974"/>
                <a:gd name="connsiteY32" fmla="*/ 169814 h 190881"/>
                <a:gd name="connsiteX33" fmla="*/ 8557 w 225974"/>
                <a:gd name="connsiteY33" fmla="*/ 174921 h 190881"/>
                <a:gd name="connsiteX34" fmla="*/ 71818 w 225974"/>
                <a:gd name="connsiteY34" fmla="*/ 190881 h 190881"/>
                <a:gd name="connsiteX35" fmla="*/ 79486 w 225974"/>
                <a:gd name="connsiteY35" fmla="*/ 190881 h 190881"/>
                <a:gd name="connsiteX36" fmla="*/ 203450 w 225974"/>
                <a:gd name="connsiteY36" fmla="*/ 63840 h 190881"/>
                <a:gd name="connsiteX37" fmla="*/ 208563 w 225974"/>
                <a:gd name="connsiteY37" fmla="*/ 53625 h 190881"/>
                <a:gd name="connsiteX38" fmla="*/ 220064 w 225974"/>
                <a:gd name="connsiteY38" fmla="*/ 40858 h 190881"/>
                <a:gd name="connsiteX39" fmla="*/ 224538 w 225974"/>
                <a:gd name="connsiteY39" fmla="*/ 35750 h 190881"/>
                <a:gd name="connsiteX40" fmla="*/ 224538 w 225974"/>
                <a:gd name="connsiteY40" fmla="*/ 27451 h 190881"/>
                <a:gd name="connsiteX41" fmla="*/ 222620 w 225974"/>
                <a:gd name="connsiteY41" fmla="*/ 25536 h 190881"/>
                <a:gd name="connsiteX42" fmla="*/ 199617 w 225974"/>
                <a:gd name="connsiteY42" fmla="*/ 44688 h 190881"/>
                <a:gd name="connsiteX43" fmla="*/ 190671 w 225974"/>
                <a:gd name="connsiteY43" fmla="*/ 63840 h 190881"/>
                <a:gd name="connsiteX44" fmla="*/ 78847 w 225974"/>
                <a:gd name="connsiteY44" fmla="*/ 178752 h 190881"/>
                <a:gd name="connsiteX45" fmla="*/ 21976 w 225974"/>
                <a:gd name="connsiteY45" fmla="*/ 167899 h 190881"/>
                <a:gd name="connsiteX46" fmla="*/ 33478 w 225974"/>
                <a:gd name="connsiteY46" fmla="*/ 166622 h 190881"/>
                <a:gd name="connsiteX47" fmla="*/ 66067 w 225974"/>
                <a:gd name="connsiteY47" fmla="*/ 152577 h 190881"/>
                <a:gd name="connsiteX48" fmla="*/ 67984 w 225974"/>
                <a:gd name="connsiteY48" fmla="*/ 146193 h 190881"/>
                <a:gd name="connsiteX49" fmla="*/ 63511 w 225974"/>
                <a:gd name="connsiteY49" fmla="*/ 141086 h 190881"/>
                <a:gd name="connsiteX50" fmla="*/ 35396 w 225974"/>
                <a:gd name="connsiteY50" fmla="*/ 120019 h 190881"/>
                <a:gd name="connsiteX51" fmla="*/ 36673 w 225974"/>
                <a:gd name="connsiteY51" fmla="*/ 120019 h 190881"/>
                <a:gd name="connsiteX52" fmla="*/ 43063 w 225974"/>
                <a:gd name="connsiteY52" fmla="*/ 115550 h 190881"/>
                <a:gd name="connsiteX53" fmla="*/ 40507 w 225974"/>
                <a:gd name="connsiteY53" fmla="*/ 108528 h 190881"/>
                <a:gd name="connsiteX54" fmla="*/ 18781 w 225974"/>
                <a:gd name="connsiteY54" fmla="*/ 78523 h 190881"/>
                <a:gd name="connsiteX55" fmla="*/ 21976 w 225974"/>
                <a:gd name="connsiteY55" fmla="*/ 79161 h 190881"/>
                <a:gd name="connsiteX56" fmla="*/ 29006 w 225974"/>
                <a:gd name="connsiteY56" fmla="*/ 76608 h 190881"/>
                <a:gd name="connsiteX57" fmla="*/ 29006 w 225974"/>
                <a:gd name="connsiteY57" fmla="*/ 69585 h 190881"/>
                <a:gd name="connsiteX58" fmla="*/ 20698 w 225974"/>
                <a:gd name="connsiteY58" fmla="*/ 26813 h 190881"/>
                <a:gd name="connsiteX59" fmla="*/ 105685 w 225974"/>
                <a:gd name="connsiteY59" fmla="*/ 68309 h 190881"/>
                <a:gd name="connsiteX60" fmla="*/ 110158 w 225974"/>
                <a:gd name="connsiteY60" fmla="*/ 67032 h 190881"/>
                <a:gd name="connsiteX61" fmla="*/ 112075 w 225974"/>
                <a:gd name="connsiteY61" fmla="*/ 62563 h 190881"/>
                <a:gd name="connsiteX62" fmla="*/ 112714 w 225974"/>
                <a:gd name="connsiteY62" fmla="*/ 52349 h 190881"/>
                <a:gd name="connsiteX63" fmla="*/ 129327 w 225974"/>
                <a:gd name="connsiteY63" fmla="*/ 19152 h 190881"/>
                <a:gd name="connsiteX64" fmla="*/ 155526 w 225974"/>
                <a:gd name="connsiteY64" fmla="*/ 15322 h 190881"/>
                <a:gd name="connsiteX65" fmla="*/ 161916 w 225974"/>
                <a:gd name="connsiteY65" fmla="*/ 17875 h 190881"/>
                <a:gd name="connsiteX66" fmla="*/ 174696 w 225974"/>
                <a:gd name="connsiteY66" fmla="*/ 24259 h 190881"/>
                <a:gd name="connsiteX67" fmla="*/ 196422 w 225974"/>
                <a:gd name="connsiteY67" fmla="*/ 26813 h 190881"/>
                <a:gd name="connsiteX68" fmla="*/ 201534 w 225974"/>
                <a:gd name="connsiteY68" fmla="*/ 24898 h 190881"/>
                <a:gd name="connsiteX69" fmla="*/ 197699 w 225974"/>
                <a:gd name="connsiteY69" fmla="*/ 32558 h 190881"/>
                <a:gd name="connsiteX70" fmla="*/ 198339 w 225974"/>
                <a:gd name="connsiteY70" fmla="*/ 39581 h 190881"/>
                <a:gd name="connsiteX71" fmla="*/ 204089 w 225974"/>
                <a:gd name="connsiteY71" fmla="*/ 42134 h 190881"/>
                <a:gd name="connsiteX72" fmla="*/ 199617 w 225974"/>
                <a:gd name="connsiteY72" fmla="*/ 44688 h 190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25974" h="190881">
                  <a:moveTo>
                    <a:pt x="222620" y="25536"/>
                  </a:moveTo>
                  <a:cubicBezTo>
                    <a:pt x="220704" y="23621"/>
                    <a:pt x="218148" y="22344"/>
                    <a:pt x="215592" y="22982"/>
                  </a:cubicBezTo>
                  <a:lnTo>
                    <a:pt x="218787" y="16598"/>
                  </a:lnTo>
                  <a:cubicBezTo>
                    <a:pt x="220064" y="14045"/>
                    <a:pt x="219425" y="10853"/>
                    <a:pt x="217509" y="8938"/>
                  </a:cubicBezTo>
                  <a:lnTo>
                    <a:pt x="215592" y="7022"/>
                  </a:lnTo>
                  <a:cubicBezTo>
                    <a:pt x="213674" y="5107"/>
                    <a:pt x="211119" y="4469"/>
                    <a:pt x="208563" y="5746"/>
                  </a:cubicBezTo>
                  <a:lnTo>
                    <a:pt x="202812" y="8299"/>
                  </a:lnTo>
                  <a:cubicBezTo>
                    <a:pt x="198978" y="10214"/>
                    <a:pt x="194504" y="11491"/>
                    <a:pt x="190671" y="13406"/>
                  </a:cubicBezTo>
                  <a:cubicBezTo>
                    <a:pt x="186837" y="14683"/>
                    <a:pt x="184920" y="14683"/>
                    <a:pt x="181086" y="12130"/>
                  </a:cubicBezTo>
                  <a:cubicBezTo>
                    <a:pt x="175974" y="8938"/>
                    <a:pt x="170862" y="6384"/>
                    <a:pt x="165750" y="4469"/>
                  </a:cubicBezTo>
                  <a:cubicBezTo>
                    <a:pt x="163833" y="3830"/>
                    <a:pt x="161277" y="2554"/>
                    <a:pt x="159360" y="1915"/>
                  </a:cubicBezTo>
                  <a:lnTo>
                    <a:pt x="158721" y="1915"/>
                  </a:lnTo>
                  <a:cubicBezTo>
                    <a:pt x="144663" y="-1915"/>
                    <a:pt x="131884" y="0"/>
                    <a:pt x="121660" y="7661"/>
                  </a:cubicBezTo>
                  <a:cubicBezTo>
                    <a:pt x="107601" y="17875"/>
                    <a:pt x="100573" y="36389"/>
                    <a:pt x="99295" y="50434"/>
                  </a:cubicBezTo>
                  <a:lnTo>
                    <a:pt x="99295" y="54264"/>
                  </a:lnTo>
                  <a:cubicBezTo>
                    <a:pt x="69901" y="50434"/>
                    <a:pt x="45619" y="36389"/>
                    <a:pt x="24532" y="12130"/>
                  </a:cubicBezTo>
                  <a:cubicBezTo>
                    <a:pt x="23255" y="10853"/>
                    <a:pt x="21337" y="10214"/>
                    <a:pt x="20060" y="10214"/>
                  </a:cubicBezTo>
                  <a:cubicBezTo>
                    <a:pt x="18142" y="10214"/>
                    <a:pt x="16226" y="10853"/>
                    <a:pt x="14947" y="12130"/>
                  </a:cubicBezTo>
                  <a:cubicBezTo>
                    <a:pt x="6001" y="21706"/>
                    <a:pt x="-1028" y="37666"/>
                    <a:pt x="10475" y="63201"/>
                  </a:cubicBezTo>
                  <a:cubicBezTo>
                    <a:pt x="9836" y="63201"/>
                    <a:pt x="8557" y="63840"/>
                    <a:pt x="7919" y="64478"/>
                  </a:cubicBezTo>
                  <a:cubicBezTo>
                    <a:pt x="6641" y="65755"/>
                    <a:pt x="5362" y="67032"/>
                    <a:pt x="5362" y="68947"/>
                  </a:cubicBezTo>
                  <a:cubicBezTo>
                    <a:pt x="4085" y="87461"/>
                    <a:pt x="11752" y="100228"/>
                    <a:pt x="21337" y="109166"/>
                  </a:cubicBezTo>
                  <a:lnTo>
                    <a:pt x="21337" y="109166"/>
                  </a:lnTo>
                  <a:cubicBezTo>
                    <a:pt x="20060" y="110443"/>
                    <a:pt x="19421" y="112996"/>
                    <a:pt x="20060" y="114912"/>
                  </a:cubicBezTo>
                  <a:cubicBezTo>
                    <a:pt x="23893" y="130233"/>
                    <a:pt x="32839" y="141086"/>
                    <a:pt x="47536" y="148747"/>
                  </a:cubicBezTo>
                  <a:cubicBezTo>
                    <a:pt x="41786" y="151300"/>
                    <a:pt x="36034" y="152577"/>
                    <a:pt x="30922" y="153854"/>
                  </a:cubicBezTo>
                  <a:cubicBezTo>
                    <a:pt x="27727" y="154492"/>
                    <a:pt x="24532" y="154492"/>
                    <a:pt x="20698" y="155131"/>
                  </a:cubicBezTo>
                  <a:cubicBezTo>
                    <a:pt x="18142" y="155131"/>
                    <a:pt x="14947" y="155769"/>
                    <a:pt x="12391" y="155769"/>
                  </a:cubicBezTo>
                  <a:cubicBezTo>
                    <a:pt x="9836" y="156408"/>
                    <a:pt x="7919" y="157046"/>
                    <a:pt x="6001" y="157684"/>
                  </a:cubicBezTo>
                  <a:cubicBezTo>
                    <a:pt x="5362" y="157684"/>
                    <a:pt x="4724" y="158323"/>
                    <a:pt x="4085" y="158323"/>
                  </a:cubicBezTo>
                  <a:cubicBezTo>
                    <a:pt x="2167" y="158961"/>
                    <a:pt x="890" y="160876"/>
                    <a:pt x="251" y="162792"/>
                  </a:cubicBezTo>
                  <a:cubicBezTo>
                    <a:pt x="-389" y="164707"/>
                    <a:pt x="251" y="166622"/>
                    <a:pt x="1529" y="168537"/>
                  </a:cubicBezTo>
                  <a:cubicBezTo>
                    <a:pt x="2167" y="169176"/>
                    <a:pt x="2167" y="169176"/>
                    <a:pt x="2806" y="169814"/>
                  </a:cubicBezTo>
                  <a:cubicBezTo>
                    <a:pt x="4085" y="171729"/>
                    <a:pt x="5362" y="173644"/>
                    <a:pt x="8557" y="174921"/>
                  </a:cubicBezTo>
                  <a:cubicBezTo>
                    <a:pt x="27727" y="185136"/>
                    <a:pt x="49453" y="190881"/>
                    <a:pt x="71818" y="190881"/>
                  </a:cubicBezTo>
                  <a:cubicBezTo>
                    <a:pt x="74374" y="190881"/>
                    <a:pt x="76930" y="190881"/>
                    <a:pt x="79486" y="190881"/>
                  </a:cubicBezTo>
                  <a:cubicBezTo>
                    <a:pt x="147858" y="187051"/>
                    <a:pt x="199617" y="134064"/>
                    <a:pt x="203450" y="63840"/>
                  </a:cubicBezTo>
                  <a:cubicBezTo>
                    <a:pt x="203450" y="59371"/>
                    <a:pt x="204729" y="56817"/>
                    <a:pt x="208563" y="53625"/>
                  </a:cubicBezTo>
                  <a:cubicBezTo>
                    <a:pt x="213035" y="49795"/>
                    <a:pt x="216230" y="45326"/>
                    <a:pt x="220064" y="40858"/>
                  </a:cubicBezTo>
                  <a:cubicBezTo>
                    <a:pt x="221343" y="38942"/>
                    <a:pt x="223259" y="37027"/>
                    <a:pt x="224538" y="35750"/>
                  </a:cubicBezTo>
                  <a:cubicBezTo>
                    <a:pt x="226454" y="33197"/>
                    <a:pt x="226454" y="30005"/>
                    <a:pt x="224538" y="27451"/>
                  </a:cubicBezTo>
                  <a:lnTo>
                    <a:pt x="222620" y="25536"/>
                  </a:lnTo>
                  <a:close/>
                  <a:moveTo>
                    <a:pt x="199617" y="44688"/>
                  </a:moveTo>
                  <a:cubicBezTo>
                    <a:pt x="193866" y="49795"/>
                    <a:pt x="191309" y="56179"/>
                    <a:pt x="190671" y="63840"/>
                  </a:cubicBezTo>
                  <a:cubicBezTo>
                    <a:pt x="187476" y="127041"/>
                    <a:pt x="140190" y="175560"/>
                    <a:pt x="78847" y="178752"/>
                  </a:cubicBezTo>
                  <a:cubicBezTo>
                    <a:pt x="58399" y="180028"/>
                    <a:pt x="39229" y="176198"/>
                    <a:pt x="21976" y="167899"/>
                  </a:cubicBezTo>
                  <a:cubicBezTo>
                    <a:pt x="25811" y="167899"/>
                    <a:pt x="29645" y="167260"/>
                    <a:pt x="33478" y="166622"/>
                  </a:cubicBezTo>
                  <a:cubicBezTo>
                    <a:pt x="43702" y="164707"/>
                    <a:pt x="55204" y="160876"/>
                    <a:pt x="66067" y="152577"/>
                  </a:cubicBezTo>
                  <a:cubicBezTo>
                    <a:pt x="67984" y="151300"/>
                    <a:pt x="68623" y="148747"/>
                    <a:pt x="67984" y="146193"/>
                  </a:cubicBezTo>
                  <a:cubicBezTo>
                    <a:pt x="67345" y="143640"/>
                    <a:pt x="66067" y="141724"/>
                    <a:pt x="63511" y="141086"/>
                  </a:cubicBezTo>
                  <a:cubicBezTo>
                    <a:pt x="48814" y="136617"/>
                    <a:pt x="39868" y="130233"/>
                    <a:pt x="35396" y="120019"/>
                  </a:cubicBezTo>
                  <a:lnTo>
                    <a:pt x="36673" y="120019"/>
                  </a:lnTo>
                  <a:cubicBezTo>
                    <a:pt x="39229" y="120019"/>
                    <a:pt x="41786" y="118104"/>
                    <a:pt x="43063" y="115550"/>
                  </a:cubicBezTo>
                  <a:cubicBezTo>
                    <a:pt x="43702" y="112996"/>
                    <a:pt x="43063" y="109804"/>
                    <a:pt x="40507" y="108528"/>
                  </a:cubicBezTo>
                  <a:cubicBezTo>
                    <a:pt x="27088" y="98952"/>
                    <a:pt x="20060" y="90014"/>
                    <a:pt x="18781" y="78523"/>
                  </a:cubicBezTo>
                  <a:lnTo>
                    <a:pt x="21976" y="79161"/>
                  </a:lnTo>
                  <a:cubicBezTo>
                    <a:pt x="24532" y="79800"/>
                    <a:pt x="27088" y="79161"/>
                    <a:pt x="29006" y="76608"/>
                  </a:cubicBezTo>
                  <a:cubicBezTo>
                    <a:pt x="30283" y="74693"/>
                    <a:pt x="30922" y="71501"/>
                    <a:pt x="29006" y="69585"/>
                  </a:cubicBezTo>
                  <a:cubicBezTo>
                    <a:pt x="18142" y="51710"/>
                    <a:pt x="14947" y="37666"/>
                    <a:pt x="20698" y="26813"/>
                  </a:cubicBezTo>
                  <a:cubicBezTo>
                    <a:pt x="44341" y="51710"/>
                    <a:pt x="72457" y="65117"/>
                    <a:pt x="105685" y="68309"/>
                  </a:cubicBezTo>
                  <a:cubicBezTo>
                    <a:pt x="107601" y="68309"/>
                    <a:pt x="108880" y="67670"/>
                    <a:pt x="110158" y="67032"/>
                  </a:cubicBezTo>
                  <a:cubicBezTo>
                    <a:pt x="111435" y="65755"/>
                    <a:pt x="112075" y="64478"/>
                    <a:pt x="112075" y="62563"/>
                  </a:cubicBezTo>
                  <a:lnTo>
                    <a:pt x="112714" y="52349"/>
                  </a:lnTo>
                  <a:cubicBezTo>
                    <a:pt x="113353" y="42134"/>
                    <a:pt x="118465" y="26813"/>
                    <a:pt x="129327" y="19152"/>
                  </a:cubicBezTo>
                  <a:cubicBezTo>
                    <a:pt x="136356" y="14045"/>
                    <a:pt x="145302" y="12768"/>
                    <a:pt x="155526" y="15322"/>
                  </a:cubicBezTo>
                  <a:cubicBezTo>
                    <a:pt x="157443" y="15960"/>
                    <a:pt x="159360" y="17237"/>
                    <a:pt x="161916" y="17875"/>
                  </a:cubicBezTo>
                  <a:cubicBezTo>
                    <a:pt x="166389" y="19790"/>
                    <a:pt x="171501" y="21706"/>
                    <a:pt x="174696" y="24259"/>
                  </a:cubicBezTo>
                  <a:cubicBezTo>
                    <a:pt x="181725" y="29366"/>
                    <a:pt x="188754" y="30005"/>
                    <a:pt x="196422" y="26813"/>
                  </a:cubicBezTo>
                  <a:cubicBezTo>
                    <a:pt x="198339" y="26174"/>
                    <a:pt x="199617" y="25536"/>
                    <a:pt x="201534" y="24898"/>
                  </a:cubicBezTo>
                  <a:lnTo>
                    <a:pt x="197699" y="32558"/>
                  </a:lnTo>
                  <a:cubicBezTo>
                    <a:pt x="196422" y="35112"/>
                    <a:pt x="197061" y="37666"/>
                    <a:pt x="198339" y="39581"/>
                  </a:cubicBezTo>
                  <a:cubicBezTo>
                    <a:pt x="199617" y="41496"/>
                    <a:pt x="202173" y="42134"/>
                    <a:pt x="204089" y="42134"/>
                  </a:cubicBezTo>
                  <a:cubicBezTo>
                    <a:pt x="202173" y="42134"/>
                    <a:pt x="200894" y="43411"/>
                    <a:pt x="199617" y="44688"/>
                  </a:cubicBezTo>
                  <a:close/>
                </a:path>
              </a:pathLst>
            </a:custGeom>
            <a:solidFill>
              <a:srgbClr val="00ABAB"/>
            </a:solidFill>
            <a:ln w="6390" cap="flat">
              <a:noFill/>
              <a:prstDash val="solid"/>
              <a:miter/>
            </a:ln>
          </p:spPr>
          <p:txBody>
            <a:bodyPr rtlCol="0" anchor="ctr"/>
            <a:lstStyle/>
            <a:p>
              <a:endParaRPr lang="en-US"/>
            </a:p>
          </p:txBody>
        </p:sp>
      </p:grpSp>
      <p:grpSp>
        <p:nvGrpSpPr>
          <p:cNvPr id="846" name="Graphic 4">
            <a:extLst>
              <a:ext uri="{FF2B5EF4-FFF2-40B4-BE49-F238E27FC236}">
                <a16:creationId xmlns:a16="http://schemas.microsoft.com/office/drawing/2014/main" id="{118B8C0D-5B98-0E42-A4CF-CA7A5B0896DD}"/>
              </a:ext>
            </a:extLst>
          </p:cNvPr>
          <p:cNvGrpSpPr/>
          <p:nvPr/>
        </p:nvGrpSpPr>
        <p:grpSpPr>
          <a:xfrm>
            <a:off x="9279466" y="2855717"/>
            <a:ext cx="361671" cy="361333"/>
            <a:chOff x="9279466" y="2855717"/>
            <a:chExt cx="361671" cy="361333"/>
          </a:xfrm>
          <a:solidFill>
            <a:srgbClr val="00ABAB"/>
          </a:solidFill>
        </p:grpSpPr>
        <p:sp>
          <p:nvSpPr>
            <p:cNvPr id="847" name="Graphic 4">
              <a:extLst>
                <a:ext uri="{FF2B5EF4-FFF2-40B4-BE49-F238E27FC236}">
                  <a16:creationId xmlns:a16="http://schemas.microsoft.com/office/drawing/2014/main" id="{2AF9DB4E-7289-EC48-A481-220767E4D434}"/>
                </a:ext>
              </a:extLst>
            </p:cNvPr>
            <p:cNvSpPr/>
            <p:nvPr/>
          </p:nvSpPr>
          <p:spPr>
            <a:xfrm>
              <a:off x="9375955" y="2978928"/>
              <a:ext cx="169972" cy="116188"/>
            </a:xfrm>
            <a:custGeom>
              <a:avLst/>
              <a:gdLst>
                <a:gd name="connsiteX0" fmla="*/ 161665 w 169972"/>
                <a:gd name="connsiteY0" fmla="*/ 7661 h 116188"/>
                <a:gd name="connsiteX1" fmla="*/ 148885 w 169972"/>
                <a:gd name="connsiteY1" fmla="*/ 1915 h 116188"/>
                <a:gd name="connsiteX2" fmla="*/ 147607 w 169972"/>
                <a:gd name="connsiteY2" fmla="*/ 1915 h 116188"/>
                <a:gd name="connsiteX3" fmla="*/ 84986 w 169972"/>
                <a:gd name="connsiteY3" fmla="*/ 0 h 116188"/>
                <a:gd name="connsiteX4" fmla="*/ 21725 w 169972"/>
                <a:gd name="connsiteY4" fmla="*/ 1915 h 116188"/>
                <a:gd name="connsiteX5" fmla="*/ 20447 w 169972"/>
                <a:gd name="connsiteY5" fmla="*/ 1915 h 116188"/>
                <a:gd name="connsiteX6" fmla="*/ 7668 w 169972"/>
                <a:gd name="connsiteY6" fmla="*/ 7661 h 116188"/>
                <a:gd name="connsiteX7" fmla="*/ 1917 w 169972"/>
                <a:gd name="connsiteY7" fmla="*/ 22344 h 116188"/>
                <a:gd name="connsiteX8" fmla="*/ 0 w 169972"/>
                <a:gd name="connsiteY8" fmla="*/ 51072 h 116188"/>
                <a:gd name="connsiteX9" fmla="*/ 0 w 169972"/>
                <a:gd name="connsiteY9" fmla="*/ 65117 h 116188"/>
                <a:gd name="connsiteX10" fmla="*/ 1917 w 169972"/>
                <a:gd name="connsiteY10" fmla="*/ 93845 h 116188"/>
                <a:gd name="connsiteX11" fmla="*/ 7029 w 169972"/>
                <a:gd name="connsiteY11" fmla="*/ 107889 h 116188"/>
                <a:gd name="connsiteX12" fmla="*/ 21086 w 169972"/>
                <a:gd name="connsiteY12" fmla="*/ 113635 h 116188"/>
                <a:gd name="connsiteX13" fmla="*/ 24281 w 169972"/>
                <a:gd name="connsiteY13" fmla="*/ 114273 h 116188"/>
                <a:gd name="connsiteX14" fmla="*/ 84986 w 169972"/>
                <a:gd name="connsiteY14" fmla="*/ 116189 h 116188"/>
                <a:gd name="connsiteX15" fmla="*/ 148246 w 169972"/>
                <a:gd name="connsiteY15" fmla="*/ 114273 h 116188"/>
                <a:gd name="connsiteX16" fmla="*/ 149524 w 169972"/>
                <a:gd name="connsiteY16" fmla="*/ 114273 h 116188"/>
                <a:gd name="connsiteX17" fmla="*/ 162304 w 169972"/>
                <a:gd name="connsiteY17" fmla="*/ 108528 h 116188"/>
                <a:gd name="connsiteX18" fmla="*/ 168055 w 169972"/>
                <a:gd name="connsiteY18" fmla="*/ 93845 h 116188"/>
                <a:gd name="connsiteX19" fmla="*/ 169972 w 169972"/>
                <a:gd name="connsiteY19" fmla="*/ 65117 h 116188"/>
                <a:gd name="connsiteX20" fmla="*/ 169972 w 169972"/>
                <a:gd name="connsiteY20" fmla="*/ 51072 h 116188"/>
                <a:gd name="connsiteX21" fmla="*/ 168055 w 169972"/>
                <a:gd name="connsiteY21" fmla="*/ 22344 h 116188"/>
                <a:gd name="connsiteX22" fmla="*/ 161665 w 169972"/>
                <a:gd name="connsiteY22" fmla="*/ 7661 h 116188"/>
                <a:gd name="connsiteX23" fmla="*/ 117574 w 169972"/>
                <a:gd name="connsiteY23" fmla="*/ 61286 h 116188"/>
                <a:gd name="connsiteX24" fmla="*/ 68372 w 169972"/>
                <a:gd name="connsiteY24" fmla="*/ 86822 h 116188"/>
                <a:gd name="connsiteX25" fmla="*/ 65177 w 169972"/>
                <a:gd name="connsiteY25" fmla="*/ 87461 h 116188"/>
                <a:gd name="connsiteX26" fmla="*/ 61982 w 169972"/>
                <a:gd name="connsiteY26" fmla="*/ 86822 h 116188"/>
                <a:gd name="connsiteX27" fmla="*/ 58787 w 169972"/>
                <a:gd name="connsiteY27" fmla="*/ 81077 h 116188"/>
                <a:gd name="connsiteX28" fmla="*/ 58787 w 169972"/>
                <a:gd name="connsiteY28" fmla="*/ 30005 h 116188"/>
                <a:gd name="connsiteX29" fmla="*/ 61982 w 169972"/>
                <a:gd name="connsiteY29" fmla="*/ 24259 h 116188"/>
                <a:gd name="connsiteX30" fmla="*/ 68372 w 169972"/>
                <a:gd name="connsiteY30" fmla="*/ 24259 h 116188"/>
                <a:gd name="connsiteX31" fmla="*/ 117574 w 169972"/>
                <a:gd name="connsiteY31" fmla="*/ 49795 h 116188"/>
                <a:gd name="connsiteX32" fmla="*/ 120769 w 169972"/>
                <a:gd name="connsiteY32" fmla="*/ 55541 h 116188"/>
                <a:gd name="connsiteX33" fmla="*/ 117574 w 169972"/>
                <a:gd name="connsiteY33" fmla="*/ 61286 h 116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9972" h="116188">
                  <a:moveTo>
                    <a:pt x="161665" y="7661"/>
                  </a:moveTo>
                  <a:cubicBezTo>
                    <a:pt x="157192" y="2554"/>
                    <a:pt x="152080" y="2554"/>
                    <a:pt x="148885" y="1915"/>
                  </a:cubicBezTo>
                  <a:lnTo>
                    <a:pt x="147607" y="1915"/>
                  </a:lnTo>
                  <a:cubicBezTo>
                    <a:pt x="123325" y="0"/>
                    <a:pt x="84986" y="0"/>
                    <a:pt x="84986" y="0"/>
                  </a:cubicBezTo>
                  <a:cubicBezTo>
                    <a:pt x="84347" y="0"/>
                    <a:pt x="46646" y="0"/>
                    <a:pt x="21725" y="1915"/>
                  </a:cubicBezTo>
                  <a:lnTo>
                    <a:pt x="20447" y="1915"/>
                  </a:lnTo>
                  <a:cubicBezTo>
                    <a:pt x="16614" y="2554"/>
                    <a:pt x="12140" y="2554"/>
                    <a:pt x="7668" y="7661"/>
                  </a:cubicBezTo>
                  <a:cubicBezTo>
                    <a:pt x="5111" y="10214"/>
                    <a:pt x="2555" y="17875"/>
                    <a:pt x="1917" y="22344"/>
                  </a:cubicBezTo>
                  <a:cubicBezTo>
                    <a:pt x="1917" y="22344"/>
                    <a:pt x="0" y="36389"/>
                    <a:pt x="0" y="51072"/>
                  </a:cubicBezTo>
                  <a:lnTo>
                    <a:pt x="0" y="65117"/>
                  </a:lnTo>
                  <a:cubicBezTo>
                    <a:pt x="0" y="79161"/>
                    <a:pt x="1917" y="93845"/>
                    <a:pt x="1917" y="93845"/>
                  </a:cubicBezTo>
                  <a:cubicBezTo>
                    <a:pt x="2555" y="98313"/>
                    <a:pt x="4473" y="105336"/>
                    <a:pt x="7029" y="107889"/>
                  </a:cubicBezTo>
                  <a:cubicBezTo>
                    <a:pt x="11501" y="112358"/>
                    <a:pt x="16614" y="112997"/>
                    <a:pt x="21086" y="113635"/>
                  </a:cubicBezTo>
                  <a:cubicBezTo>
                    <a:pt x="22365" y="113635"/>
                    <a:pt x="23004" y="113635"/>
                    <a:pt x="24281" y="114273"/>
                  </a:cubicBezTo>
                  <a:cubicBezTo>
                    <a:pt x="37700" y="115550"/>
                    <a:pt x="84347" y="116189"/>
                    <a:pt x="84986" y="116189"/>
                  </a:cubicBezTo>
                  <a:cubicBezTo>
                    <a:pt x="84986" y="116189"/>
                    <a:pt x="123325" y="116189"/>
                    <a:pt x="148246" y="114273"/>
                  </a:cubicBezTo>
                  <a:lnTo>
                    <a:pt x="149524" y="114273"/>
                  </a:lnTo>
                  <a:cubicBezTo>
                    <a:pt x="153358" y="113635"/>
                    <a:pt x="157831" y="113635"/>
                    <a:pt x="162304" y="108528"/>
                  </a:cubicBezTo>
                  <a:cubicBezTo>
                    <a:pt x="164860" y="105974"/>
                    <a:pt x="167416" y="98313"/>
                    <a:pt x="168055" y="93845"/>
                  </a:cubicBezTo>
                  <a:cubicBezTo>
                    <a:pt x="168055" y="93845"/>
                    <a:pt x="169972" y="79800"/>
                    <a:pt x="169972" y="65117"/>
                  </a:cubicBezTo>
                  <a:lnTo>
                    <a:pt x="169972" y="51072"/>
                  </a:lnTo>
                  <a:cubicBezTo>
                    <a:pt x="169972" y="37665"/>
                    <a:pt x="168055" y="23621"/>
                    <a:pt x="168055" y="22344"/>
                  </a:cubicBezTo>
                  <a:cubicBezTo>
                    <a:pt x="166138" y="17875"/>
                    <a:pt x="164221" y="10214"/>
                    <a:pt x="161665" y="7661"/>
                  </a:cubicBezTo>
                  <a:close/>
                  <a:moveTo>
                    <a:pt x="117574" y="61286"/>
                  </a:moveTo>
                  <a:lnTo>
                    <a:pt x="68372" y="86822"/>
                  </a:lnTo>
                  <a:cubicBezTo>
                    <a:pt x="67733" y="87461"/>
                    <a:pt x="66455" y="87461"/>
                    <a:pt x="65177" y="87461"/>
                  </a:cubicBezTo>
                  <a:cubicBezTo>
                    <a:pt x="63899" y="87461"/>
                    <a:pt x="62621" y="87461"/>
                    <a:pt x="61982" y="86822"/>
                  </a:cubicBezTo>
                  <a:cubicBezTo>
                    <a:pt x="60065" y="85545"/>
                    <a:pt x="58787" y="83630"/>
                    <a:pt x="58787" y="81077"/>
                  </a:cubicBezTo>
                  <a:lnTo>
                    <a:pt x="58787" y="30005"/>
                  </a:lnTo>
                  <a:cubicBezTo>
                    <a:pt x="58787" y="28089"/>
                    <a:pt x="60065" y="25536"/>
                    <a:pt x="61982" y="24259"/>
                  </a:cubicBezTo>
                  <a:cubicBezTo>
                    <a:pt x="63899" y="22982"/>
                    <a:pt x="66455" y="22982"/>
                    <a:pt x="68372" y="24259"/>
                  </a:cubicBezTo>
                  <a:lnTo>
                    <a:pt x="117574" y="49795"/>
                  </a:lnTo>
                  <a:cubicBezTo>
                    <a:pt x="119492" y="51072"/>
                    <a:pt x="120769" y="52987"/>
                    <a:pt x="120769" y="55541"/>
                  </a:cubicBezTo>
                  <a:cubicBezTo>
                    <a:pt x="120769" y="58094"/>
                    <a:pt x="119492" y="60009"/>
                    <a:pt x="117574" y="61286"/>
                  </a:cubicBezTo>
                  <a:close/>
                </a:path>
              </a:pathLst>
            </a:custGeom>
            <a:solidFill>
              <a:srgbClr val="00ABAB"/>
            </a:solidFill>
            <a:ln w="6390" cap="flat">
              <a:noFill/>
              <a:prstDash val="solid"/>
              <a:miter/>
            </a:ln>
          </p:spPr>
          <p:txBody>
            <a:bodyPr rtlCol="0" anchor="ctr"/>
            <a:lstStyle/>
            <a:p>
              <a:endParaRPr lang="en-US"/>
            </a:p>
          </p:txBody>
        </p:sp>
        <p:sp>
          <p:nvSpPr>
            <p:cNvPr id="848" name="Graphic 4">
              <a:extLst>
                <a:ext uri="{FF2B5EF4-FFF2-40B4-BE49-F238E27FC236}">
                  <a16:creationId xmlns:a16="http://schemas.microsoft.com/office/drawing/2014/main" id="{01F547CB-7B5F-174E-B0EC-5D10EA0F9BF1}"/>
                </a:ext>
              </a:extLst>
            </p:cNvPr>
            <p:cNvSpPr/>
            <p:nvPr/>
          </p:nvSpPr>
          <p:spPr>
            <a:xfrm>
              <a:off x="9447522" y="3019786"/>
              <a:ext cx="29393" cy="29366"/>
            </a:xfrm>
            <a:custGeom>
              <a:avLst/>
              <a:gdLst>
                <a:gd name="connsiteX0" fmla="*/ 0 w 29393"/>
                <a:gd name="connsiteY0" fmla="*/ 29366 h 29366"/>
                <a:gd name="connsiteX1" fmla="*/ 29394 w 29393"/>
                <a:gd name="connsiteY1" fmla="*/ 14683 h 29366"/>
                <a:gd name="connsiteX2" fmla="*/ 0 w 29393"/>
                <a:gd name="connsiteY2" fmla="*/ 0 h 29366"/>
              </a:gdLst>
              <a:ahLst/>
              <a:cxnLst>
                <a:cxn ang="0">
                  <a:pos x="connsiteX0" y="connsiteY0"/>
                </a:cxn>
                <a:cxn ang="0">
                  <a:pos x="connsiteX1" y="connsiteY1"/>
                </a:cxn>
                <a:cxn ang="0">
                  <a:pos x="connsiteX2" y="connsiteY2"/>
                </a:cxn>
              </a:cxnLst>
              <a:rect l="l" t="t" r="r" b="b"/>
              <a:pathLst>
                <a:path w="29393" h="29366">
                  <a:moveTo>
                    <a:pt x="0" y="29366"/>
                  </a:moveTo>
                  <a:lnTo>
                    <a:pt x="29394" y="14683"/>
                  </a:lnTo>
                  <a:lnTo>
                    <a:pt x="0" y="0"/>
                  </a:lnTo>
                  <a:close/>
                </a:path>
              </a:pathLst>
            </a:custGeom>
            <a:solidFill>
              <a:srgbClr val="00ABAB"/>
            </a:solidFill>
            <a:ln w="6390" cap="flat">
              <a:noFill/>
              <a:prstDash val="solid"/>
              <a:miter/>
            </a:ln>
          </p:spPr>
          <p:txBody>
            <a:bodyPr rtlCol="0" anchor="ctr"/>
            <a:lstStyle/>
            <a:p>
              <a:endParaRPr lang="en-US"/>
            </a:p>
          </p:txBody>
        </p:sp>
        <p:sp>
          <p:nvSpPr>
            <p:cNvPr id="849" name="Graphic 4">
              <a:extLst>
                <a:ext uri="{FF2B5EF4-FFF2-40B4-BE49-F238E27FC236}">
                  <a16:creationId xmlns:a16="http://schemas.microsoft.com/office/drawing/2014/main" id="{4CA06842-9E3C-E54C-83C8-B4799678F38D}"/>
                </a:ext>
              </a:extLst>
            </p:cNvPr>
            <p:cNvSpPr/>
            <p:nvPr/>
          </p:nvSpPr>
          <p:spPr>
            <a:xfrm>
              <a:off x="9279466" y="2855717"/>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277962 w 361671"/>
                <a:gd name="connsiteY5" fmla="*/ 187689 h 361333"/>
                <a:gd name="connsiteX6" fmla="*/ 276046 w 361671"/>
                <a:gd name="connsiteY6" fmla="*/ 217694 h 361333"/>
                <a:gd name="connsiteX7" fmla="*/ 267100 w 361671"/>
                <a:gd name="connsiteY7" fmla="*/ 239399 h 361333"/>
                <a:gd name="connsiteX8" fmla="*/ 246013 w 361671"/>
                <a:gd name="connsiteY8" fmla="*/ 248975 h 361333"/>
                <a:gd name="connsiteX9" fmla="*/ 244735 w 361671"/>
                <a:gd name="connsiteY9" fmla="*/ 248975 h 361333"/>
                <a:gd name="connsiteX10" fmla="*/ 180197 w 361671"/>
                <a:gd name="connsiteY10" fmla="*/ 250890 h 361333"/>
                <a:gd name="connsiteX11" fmla="*/ 117575 w 361671"/>
                <a:gd name="connsiteY11" fmla="*/ 248975 h 361333"/>
                <a:gd name="connsiteX12" fmla="*/ 115019 w 361671"/>
                <a:gd name="connsiteY12" fmla="*/ 248337 h 361333"/>
                <a:gd name="connsiteX13" fmla="*/ 93933 w 361671"/>
                <a:gd name="connsiteY13" fmla="*/ 238761 h 361333"/>
                <a:gd name="connsiteX14" fmla="*/ 84986 w 361671"/>
                <a:gd name="connsiteY14" fmla="*/ 217055 h 361333"/>
                <a:gd name="connsiteX15" fmla="*/ 83069 w 361671"/>
                <a:gd name="connsiteY15" fmla="*/ 187051 h 361333"/>
                <a:gd name="connsiteX16" fmla="*/ 83069 w 361671"/>
                <a:gd name="connsiteY16" fmla="*/ 173006 h 361333"/>
                <a:gd name="connsiteX17" fmla="*/ 84986 w 361671"/>
                <a:gd name="connsiteY17" fmla="*/ 143001 h 361333"/>
                <a:gd name="connsiteX18" fmla="*/ 93933 w 361671"/>
                <a:gd name="connsiteY18" fmla="*/ 121296 h 361333"/>
                <a:gd name="connsiteX19" fmla="*/ 115019 w 361671"/>
                <a:gd name="connsiteY19" fmla="*/ 111720 h 361333"/>
                <a:gd name="connsiteX20" fmla="*/ 116297 w 361671"/>
                <a:gd name="connsiteY20" fmla="*/ 111720 h 361333"/>
                <a:gd name="connsiteX21" fmla="*/ 180836 w 361671"/>
                <a:gd name="connsiteY21" fmla="*/ 109804 h 361333"/>
                <a:gd name="connsiteX22" fmla="*/ 244735 w 361671"/>
                <a:gd name="connsiteY22" fmla="*/ 111720 h 361333"/>
                <a:gd name="connsiteX23" fmla="*/ 246013 w 361671"/>
                <a:gd name="connsiteY23" fmla="*/ 111720 h 361333"/>
                <a:gd name="connsiteX24" fmla="*/ 267100 w 361671"/>
                <a:gd name="connsiteY24" fmla="*/ 121296 h 361333"/>
                <a:gd name="connsiteX25" fmla="*/ 276046 w 361671"/>
                <a:gd name="connsiteY25" fmla="*/ 143001 h 361333"/>
                <a:gd name="connsiteX26" fmla="*/ 276046 w 361671"/>
                <a:gd name="connsiteY26" fmla="*/ 143001 h 361333"/>
                <a:gd name="connsiteX27" fmla="*/ 277962 w 361671"/>
                <a:gd name="connsiteY27" fmla="*/ 173006 h 361333"/>
                <a:gd name="connsiteX28" fmla="*/ 277962 w 361671"/>
                <a:gd name="connsiteY28" fmla="*/ 187689 h 361333"/>
                <a:gd name="connsiteX29" fmla="*/ 277962 w 361671"/>
                <a:gd name="connsiteY29" fmla="*/ 18768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1671" h="361333">
                  <a:moveTo>
                    <a:pt x="180836" y="0"/>
                  </a:moveTo>
                  <a:cubicBezTo>
                    <a:pt x="80514" y="0"/>
                    <a:pt x="0" y="81076"/>
                    <a:pt x="0" y="180667"/>
                  </a:cubicBezTo>
                  <a:cubicBezTo>
                    <a:pt x="0" y="280257"/>
                    <a:pt x="81153" y="361333"/>
                    <a:pt x="180836" y="361333"/>
                  </a:cubicBezTo>
                  <a:cubicBezTo>
                    <a:pt x="281157" y="361333"/>
                    <a:pt x="361671" y="280257"/>
                    <a:pt x="361671" y="180667"/>
                  </a:cubicBezTo>
                  <a:cubicBezTo>
                    <a:pt x="361671" y="81076"/>
                    <a:pt x="280518" y="0"/>
                    <a:pt x="180836" y="0"/>
                  </a:cubicBezTo>
                  <a:close/>
                  <a:moveTo>
                    <a:pt x="277962" y="187689"/>
                  </a:moveTo>
                  <a:cubicBezTo>
                    <a:pt x="277962" y="202372"/>
                    <a:pt x="276046" y="217055"/>
                    <a:pt x="276046" y="217694"/>
                  </a:cubicBezTo>
                  <a:cubicBezTo>
                    <a:pt x="276046" y="219609"/>
                    <a:pt x="273490" y="232377"/>
                    <a:pt x="267100" y="239399"/>
                  </a:cubicBezTo>
                  <a:cubicBezTo>
                    <a:pt x="259432" y="247698"/>
                    <a:pt x="250486" y="248337"/>
                    <a:pt x="246013" y="248975"/>
                  </a:cubicBezTo>
                  <a:lnTo>
                    <a:pt x="244735" y="248975"/>
                  </a:lnTo>
                  <a:cubicBezTo>
                    <a:pt x="219175" y="250890"/>
                    <a:pt x="180836" y="250890"/>
                    <a:pt x="180197" y="250890"/>
                  </a:cubicBezTo>
                  <a:cubicBezTo>
                    <a:pt x="178279" y="250890"/>
                    <a:pt x="132272" y="250252"/>
                    <a:pt x="117575" y="248975"/>
                  </a:cubicBezTo>
                  <a:cubicBezTo>
                    <a:pt x="116297" y="248975"/>
                    <a:pt x="115658" y="248975"/>
                    <a:pt x="115019" y="248337"/>
                  </a:cubicBezTo>
                  <a:cubicBezTo>
                    <a:pt x="109907" y="247698"/>
                    <a:pt x="100961" y="246422"/>
                    <a:pt x="93933" y="238761"/>
                  </a:cubicBezTo>
                  <a:cubicBezTo>
                    <a:pt x="87543" y="231738"/>
                    <a:pt x="84986" y="218971"/>
                    <a:pt x="84986" y="217055"/>
                  </a:cubicBezTo>
                  <a:cubicBezTo>
                    <a:pt x="84986" y="216417"/>
                    <a:pt x="83069" y="201734"/>
                    <a:pt x="83069" y="187051"/>
                  </a:cubicBezTo>
                  <a:lnTo>
                    <a:pt x="83069" y="173006"/>
                  </a:lnTo>
                  <a:cubicBezTo>
                    <a:pt x="83069" y="158323"/>
                    <a:pt x="84986" y="143640"/>
                    <a:pt x="84986" y="143001"/>
                  </a:cubicBezTo>
                  <a:cubicBezTo>
                    <a:pt x="84986" y="141086"/>
                    <a:pt x="87543" y="128318"/>
                    <a:pt x="93933" y="121296"/>
                  </a:cubicBezTo>
                  <a:cubicBezTo>
                    <a:pt x="101600" y="112996"/>
                    <a:pt x="110546" y="112358"/>
                    <a:pt x="115019" y="111720"/>
                  </a:cubicBezTo>
                  <a:lnTo>
                    <a:pt x="116297" y="111720"/>
                  </a:lnTo>
                  <a:cubicBezTo>
                    <a:pt x="141857" y="109804"/>
                    <a:pt x="180197" y="109804"/>
                    <a:pt x="180836" y="109804"/>
                  </a:cubicBezTo>
                  <a:cubicBezTo>
                    <a:pt x="181474" y="109804"/>
                    <a:pt x="219814" y="109804"/>
                    <a:pt x="244735" y="111720"/>
                  </a:cubicBezTo>
                  <a:lnTo>
                    <a:pt x="246013" y="111720"/>
                  </a:lnTo>
                  <a:cubicBezTo>
                    <a:pt x="250486" y="112358"/>
                    <a:pt x="259432" y="112996"/>
                    <a:pt x="267100" y="121296"/>
                  </a:cubicBezTo>
                  <a:cubicBezTo>
                    <a:pt x="273490" y="128318"/>
                    <a:pt x="276046" y="141086"/>
                    <a:pt x="276046" y="143001"/>
                  </a:cubicBezTo>
                  <a:lnTo>
                    <a:pt x="276046" y="143001"/>
                  </a:lnTo>
                  <a:cubicBezTo>
                    <a:pt x="276046" y="143640"/>
                    <a:pt x="277962" y="158323"/>
                    <a:pt x="277962" y="173006"/>
                  </a:cubicBezTo>
                  <a:lnTo>
                    <a:pt x="277962" y="187689"/>
                  </a:lnTo>
                  <a:lnTo>
                    <a:pt x="277962" y="187689"/>
                  </a:lnTo>
                  <a:close/>
                </a:path>
              </a:pathLst>
            </a:custGeom>
            <a:solidFill>
              <a:srgbClr val="00ABAB"/>
            </a:solidFill>
            <a:ln w="6390" cap="flat">
              <a:noFill/>
              <a:prstDash val="solid"/>
              <a:miter/>
            </a:ln>
          </p:spPr>
          <p:txBody>
            <a:bodyPr rtlCol="0" anchor="ctr"/>
            <a:lstStyle/>
            <a:p>
              <a:endParaRPr lang="en-US"/>
            </a:p>
          </p:txBody>
        </p:sp>
      </p:grpSp>
      <p:grpSp>
        <p:nvGrpSpPr>
          <p:cNvPr id="850" name="Graphic 4">
            <a:extLst>
              <a:ext uri="{FF2B5EF4-FFF2-40B4-BE49-F238E27FC236}">
                <a16:creationId xmlns:a16="http://schemas.microsoft.com/office/drawing/2014/main" id="{D6E3983C-6F4C-884C-A440-6167B3EAC5A9}"/>
              </a:ext>
            </a:extLst>
          </p:cNvPr>
          <p:cNvGrpSpPr/>
          <p:nvPr/>
        </p:nvGrpSpPr>
        <p:grpSpPr>
          <a:xfrm>
            <a:off x="9279466" y="918179"/>
            <a:ext cx="361671" cy="361333"/>
            <a:chOff x="9279466" y="918179"/>
            <a:chExt cx="361671" cy="361333"/>
          </a:xfrm>
          <a:solidFill>
            <a:srgbClr val="00ABAB"/>
          </a:solidFill>
        </p:grpSpPr>
        <p:sp>
          <p:nvSpPr>
            <p:cNvPr id="851" name="Graphic 4">
              <a:extLst>
                <a:ext uri="{FF2B5EF4-FFF2-40B4-BE49-F238E27FC236}">
                  <a16:creationId xmlns:a16="http://schemas.microsoft.com/office/drawing/2014/main" id="{1DE83CC6-C6E4-7945-A1E0-853BCBA0367A}"/>
                </a:ext>
              </a:extLst>
            </p:cNvPr>
            <p:cNvSpPr/>
            <p:nvPr/>
          </p:nvSpPr>
          <p:spPr>
            <a:xfrm>
              <a:off x="9375954" y="1075225"/>
              <a:ext cx="29393" cy="107250"/>
            </a:xfrm>
            <a:custGeom>
              <a:avLst/>
              <a:gdLst>
                <a:gd name="connsiteX0" fmla="*/ 0 w 29393"/>
                <a:gd name="connsiteY0" fmla="*/ 0 h 107250"/>
                <a:gd name="connsiteX1" fmla="*/ 29394 w 29393"/>
                <a:gd name="connsiteY1" fmla="*/ 0 h 107250"/>
                <a:gd name="connsiteX2" fmla="*/ 29394 w 29393"/>
                <a:gd name="connsiteY2" fmla="*/ 107251 h 107250"/>
                <a:gd name="connsiteX3" fmla="*/ 0 w 29393"/>
                <a:gd name="connsiteY3" fmla="*/ 107251 h 107250"/>
              </a:gdLst>
              <a:ahLst/>
              <a:cxnLst>
                <a:cxn ang="0">
                  <a:pos x="connsiteX0" y="connsiteY0"/>
                </a:cxn>
                <a:cxn ang="0">
                  <a:pos x="connsiteX1" y="connsiteY1"/>
                </a:cxn>
                <a:cxn ang="0">
                  <a:pos x="connsiteX2" y="connsiteY2"/>
                </a:cxn>
                <a:cxn ang="0">
                  <a:pos x="connsiteX3" y="connsiteY3"/>
                </a:cxn>
              </a:cxnLst>
              <a:rect l="l" t="t" r="r" b="b"/>
              <a:pathLst>
                <a:path w="29393" h="107250">
                  <a:moveTo>
                    <a:pt x="0" y="0"/>
                  </a:moveTo>
                  <a:lnTo>
                    <a:pt x="29394" y="0"/>
                  </a:lnTo>
                  <a:lnTo>
                    <a:pt x="29394" y="107251"/>
                  </a:lnTo>
                  <a:lnTo>
                    <a:pt x="0" y="107251"/>
                  </a:lnTo>
                  <a:close/>
                </a:path>
              </a:pathLst>
            </a:custGeom>
            <a:solidFill>
              <a:srgbClr val="00ABAB"/>
            </a:solidFill>
            <a:ln w="6390" cap="flat">
              <a:noFill/>
              <a:prstDash val="solid"/>
              <a:miter/>
            </a:ln>
          </p:spPr>
          <p:txBody>
            <a:bodyPr rtlCol="0" anchor="ctr"/>
            <a:lstStyle/>
            <a:p>
              <a:endParaRPr lang="en-US"/>
            </a:p>
          </p:txBody>
        </p:sp>
        <p:sp>
          <p:nvSpPr>
            <p:cNvPr id="852" name="Graphic 4">
              <a:extLst>
                <a:ext uri="{FF2B5EF4-FFF2-40B4-BE49-F238E27FC236}">
                  <a16:creationId xmlns:a16="http://schemas.microsoft.com/office/drawing/2014/main" id="{ECEE3E6F-59D5-D546-804E-2A5AD74BAFC5}"/>
                </a:ext>
              </a:extLst>
            </p:cNvPr>
            <p:cNvSpPr/>
            <p:nvPr/>
          </p:nvSpPr>
          <p:spPr>
            <a:xfrm>
              <a:off x="9442409" y="1075225"/>
              <a:ext cx="101884" cy="107250"/>
            </a:xfrm>
            <a:custGeom>
              <a:avLst/>
              <a:gdLst>
                <a:gd name="connsiteX0" fmla="*/ 63261 w 101884"/>
                <a:gd name="connsiteY0" fmla="*/ 0 h 107250"/>
                <a:gd name="connsiteX1" fmla="*/ 33228 w 101884"/>
                <a:gd name="connsiteY1" fmla="*/ 9576 h 107250"/>
                <a:gd name="connsiteX2" fmla="*/ 26199 w 101884"/>
                <a:gd name="connsiteY2" fmla="*/ 12768 h 107250"/>
                <a:gd name="connsiteX3" fmla="*/ 21087 w 101884"/>
                <a:gd name="connsiteY3" fmla="*/ 6384 h 107250"/>
                <a:gd name="connsiteX4" fmla="*/ 21087 w 101884"/>
                <a:gd name="connsiteY4" fmla="*/ 0 h 107250"/>
                <a:gd name="connsiteX5" fmla="*/ 0 w 101884"/>
                <a:gd name="connsiteY5" fmla="*/ 0 h 107250"/>
                <a:gd name="connsiteX6" fmla="*/ 0 w 101884"/>
                <a:gd name="connsiteY6" fmla="*/ 107251 h 107250"/>
                <a:gd name="connsiteX7" fmla="*/ 22365 w 101884"/>
                <a:gd name="connsiteY7" fmla="*/ 107251 h 107250"/>
                <a:gd name="connsiteX8" fmla="*/ 22365 w 101884"/>
                <a:gd name="connsiteY8" fmla="*/ 50433 h 107250"/>
                <a:gd name="connsiteX9" fmla="*/ 51119 w 101884"/>
                <a:gd name="connsiteY9" fmla="*/ 16598 h 107250"/>
                <a:gd name="connsiteX10" fmla="*/ 77958 w 101884"/>
                <a:gd name="connsiteY10" fmla="*/ 51710 h 107250"/>
                <a:gd name="connsiteX11" fmla="*/ 77958 w 101884"/>
                <a:gd name="connsiteY11" fmla="*/ 107251 h 107250"/>
                <a:gd name="connsiteX12" fmla="*/ 101600 w 101884"/>
                <a:gd name="connsiteY12" fmla="*/ 107251 h 107250"/>
                <a:gd name="connsiteX13" fmla="*/ 101600 w 101884"/>
                <a:gd name="connsiteY13" fmla="*/ 31281 h 107250"/>
                <a:gd name="connsiteX14" fmla="*/ 63261 w 101884"/>
                <a:gd name="connsiteY14" fmla="*/ 0 h 1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884" h="107250">
                  <a:moveTo>
                    <a:pt x="63261" y="0"/>
                  </a:moveTo>
                  <a:cubicBezTo>
                    <a:pt x="42174" y="0"/>
                    <a:pt x="37062" y="3192"/>
                    <a:pt x="33228" y="9576"/>
                  </a:cubicBezTo>
                  <a:cubicBezTo>
                    <a:pt x="31950" y="12130"/>
                    <a:pt x="28755" y="13406"/>
                    <a:pt x="26199" y="12768"/>
                  </a:cubicBezTo>
                  <a:cubicBezTo>
                    <a:pt x="23643" y="12130"/>
                    <a:pt x="21087" y="9576"/>
                    <a:pt x="21087" y="6384"/>
                  </a:cubicBezTo>
                  <a:lnTo>
                    <a:pt x="21087" y="0"/>
                  </a:lnTo>
                  <a:lnTo>
                    <a:pt x="0" y="0"/>
                  </a:lnTo>
                  <a:lnTo>
                    <a:pt x="0" y="107251"/>
                  </a:lnTo>
                  <a:lnTo>
                    <a:pt x="22365" y="107251"/>
                  </a:lnTo>
                  <a:lnTo>
                    <a:pt x="22365" y="50433"/>
                  </a:lnTo>
                  <a:cubicBezTo>
                    <a:pt x="22365" y="40219"/>
                    <a:pt x="22365" y="16598"/>
                    <a:pt x="51119" y="16598"/>
                  </a:cubicBezTo>
                  <a:cubicBezTo>
                    <a:pt x="77958" y="16598"/>
                    <a:pt x="77958" y="40857"/>
                    <a:pt x="77958" y="51710"/>
                  </a:cubicBezTo>
                  <a:lnTo>
                    <a:pt x="77958" y="107251"/>
                  </a:lnTo>
                  <a:lnTo>
                    <a:pt x="101600" y="107251"/>
                  </a:lnTo>
                  <a:cubicBezTo>
                    <a:pt x="101600" y="77246"/>
                    <a:pt x="102239" y="35112"/>
                    <a:pt x="101600" y="31281"/>
                  </a:cubicBezTo>
                  <a:cubicBezTo>
                    <a:pt x="98405" y="8938"/>
                    <a:pt x="87543" y="0"/>
                    <a:pt x="63261" y="0"/>
                  </a:cubicBezTo>
                  <a:close/>
                </a:path>
              </a:pathLst>
            </a:custGeom>
            <a:solidFill>
              <a:srgbClr val="00ABAB"/>
            </a:solidFill>
            <a:ln w="6390" cap="flat">
              <a:noFill/>
              <a:prstDash val="solid"/>
              <a:miter/>
            </a:ln>
          </p:spPr>
          <p:txBody>
            <a:bodyPr rtlCol="0" anchor="ctr"/>
            <a:lstStyle/>
            <a:p>
              <a:endParaRPr lang="en-US"/>
            </a:p>
          </p:txBody>
        </p:sp>
        <p:sp>
          <p:nvSpPr>
            <p:cNvPr id="853" name="Graphic 4">
              <a:extLst>
                <a:ext uri="{FF2B5EF4-FFF2-40B4-BE49-F238E27FC236}">
                  <a16:creationId xmlns:a16="http://schemas.microsoft.com/office/drawing/2014/main" id="{A48AD4EE-87F5-F647-A612-5322FA285900}"/>
                </a:ext>
              </a:extLst>
            </p:cNvPr>
            <p:cNvSpPr/>
            <p:nvPr/>
          </p:nvSpPr>
          <p:spPr>
            <a:xfrm>
              <a:off x="9376092" y="1015215"/>
              <a:ext cx="28661" cy="29588"/>
            </a:xfrm>
            <a:custGeom>
              <a:avLst/>
              <a:gdLst>
                <a:gd name="connsiteX0" fmla="*/ 14559 w 28661"/>
                <a:gd name="connsiteY0" fmla="*/ 0 h 29588"/>
                <a:gd name="connsiteX1" fmla="*/ 3058 w 28661"/>
                <a:gd name="connsiteY1" fmla="*/ 5746 h 29588"/>
                <a:gd name="connsiteX2" fmla="*/ 502 w 28661"/>
                <a:gd name="connsiteY2" fmla="*/ 18514 h 29588"/>
                <a:gd name="connsiteX3" fmla="*/ 11364 w 28661"/>
                <a:gd name="connsiteY3" fmla="*/ 29366 h 29588"/>
                <a:gd name="connsiteX4" fmla="*/ 23505 w 28661"/>
                <a:gd name="connsiteY4" fmla="*/ 26174 h 29588"/>
                <a:gd name="connsiteX5" fmla="*/ 28617 w 28661"/>
                <a:gd name="connsiteY5" fmla="*/ 14683 h 29588"/>
                <a:gd name="connsiteX6" fmla="*/ 14559 w 28661"/>
                <a:gd name="connsiteY6" fmla="*/ 0 h 29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661" h="29588">
                  <a:moveTo>
                    <a:pt x="14559" y="0"/>
                  </a:moveTo>
                  <a:cubicBezTo>
                    <a:pt x="10086" y="0"/>
                    <a:pt x="6253" y="1915"/>
                    <a:pt x="3058" y="5746"/>
                  </a:cubicBezTo>
                  <a:cubicBezTo>
                    <a:pt x="502" y="9576"/>
                    <a:pt x="-777" y="13406"/>
                    <a:pt x="502" y="18514"/>
                  </a:cubicBezTo>
                  <a:cubicBezTo>
                    <a:pt x="1779" y="24259"/>
                    <a:pt x="6253" y="28090"/>
                    <a:pt x="11364" y="29366"/>
                  </a:cubicBezTo>
                  <a:cubicBezTo>
                    <a:pt x="15838" y="30005"/>
                    <a:pt x="20310" y="29366"/>
                    <a:pt x="23505" y="26174"/>
                  </a:cubicBezTo>
                  <a:cubicBezTo>
                    <a:pt x="26700" y="23621"/>
                    <a:pt x="28617" y="19152"/>
                    <a:pt x="28617" y="14683"/>
                  </a:cubicBezTo>
                  <a:cubicBezTo>
                    <a:pt x="29256" y="6384"/>
                    <a:pt x="22866" y="0"/>
                    <a:pt x="14559" y="0"/>
                  </a:cubicBezTo>
                  <a:close/>
                </a:path>
              </a:pathLst>
            </a:custGeom>
            <a:solidFill>
              <a:srgbClr val="00ABAB"/>
            </a:solidFill>
            <a:ln w="6390" cap="flat">
              <a:noFill/>
              <a:prstDash val="solid"/>
              <a:miter/>
            </a:ln>
          </p:spPr>
          <p:txBody>
            <a:bodyPr rtlCol="0" anchor="ctr"/>
            <a:lstStyle/>
            <a:p>
              <a:endParaRPr lang="en-US"/>
            </a:p>
          </p:txBody>
        </p:sp>
        <p:sp>
          <p:nvSpPr>
            <p:cNvPr id="854" name="Graphic 4">
              <a:extLst>
                <a:ext uri="{FF2B5EF4-FFF2-40B4-BE49-F238E27FC236}">
                  <a16:creationId xmlns:a16="http://schemas.microsoft.com/office/drawing/2014/main" id="{458A8040-C689-8A4A-ADC0-534A95A8C20A}"/>
                </a:ext>
              </a:extLst>
            </p:cNvPr>
            <p:cNvSpPr/>
            <p:nvPr/>
          </p:nvSpPr>
          <p:spPr>
            <a:xfrm>
              <a:off x="9279466" y="918179"/>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138662 w 361671"/>
                <a:gd name="connsiteY5" fmla="*/ 270681 h 361333"/>
                <a:gd name="connsiteX6" fmla="*/ 132272 w 361671"/>
                <a:gd name="connsiteY6" fmla="*/ 277065 h 361333"/>
                <a:gd name="connsiteX7" fmla="*/ 90099 w 361671"/>
                <a:gd name="connsiteY7" fmla="*/ 277065 h 361333"/>
                <a:gd name="connsiteX8" fmla="*/ 83709 w 361671"/>
                <a:gd name="connsiteY8" fmla="*/ 270681 h 361333"/>
                <a:gd name="connsiteX9" fmla="*/ 83709 w 361671"/>
                <a:gd name="connsiteY9" fmla="*/ 150662 h 361333"/>
                <a:gd name="connsiteX10" fmla="*/ 90099 w 361671"/>
                <a:gd name="connsiteY10" fmla="*/ 144278 h 361333"/>
                <a:gd name="connsiteX11" fmla="*/ 132272 w 361671"/>
                <a:gd name="connsiteY11" fmla="*/ 144278 h 361333"/>
                <a:gd name="connsiteX12" fmla="*/ 138662 w 361671"/>
                <a:gd name="connsiteY12" fmla="*/ 150662 h 361333"/>
                <a:gd name="connsiteX13" fmla="*/ 138662 w 361671"/>
                <a:gd name="connsiteY13" fmla="*/ 270681 h 361333"/>
                <a:gd name="connsiteX14" fmla="*/ 129077 w 361671"/>
                <a:gd name="connsiteY14" fmla="*/ 132787 h 361333"/>
                <a:gd name="connsiteX15" fmla="*/ 111824 w 361671"/>
                <a:gd name="connsiteY15" fmla="*/ 139171 h 361333"/>
                <a:gd name="connsiteX16" fmla="*/ 106074 w 361671"/>
                <a:gd name="connsiteY16" fmla="*/ 138532 h 361333"/>
                <a:gd name="connsiteX17" fmla="*/ 84986 w 361671"/>
                <a:gd name="connsiteY17" fmla="*/ 117465 h 361333"/>
                <a:gd name="connsiteX18" fmla="*/ 90099 w 361671"/>
                <a:gd name="connsiteY18" fmla="*/ 94483 h 361333"/>
                <a:gd name="connsiteX19" fmla="*/ 111185 w 361671"/>
                <a:gd name="connsiteY19" fmla="*/ 84269 h 361333"/>
                <a:gd name="connsiteX20" fmla="*/ 138662 w 361671"/>
                <a:gd name="connsiteY20" fmla="*/ 111720 h 361333"/>
                <a:gd name="connsiteX21" fmla="*/ 129077 w 361671"/>
                <a:gd name="connsiteY21" fmla="*/ 132787 h 361333"/>
                <a:gd name="connsiteX22" fmla="*/ 277323 w 361671"/>
                <a:gd name="connsiteY22" fmla="*/ 270681 h 361333"/>
                <a:gd name="connsiteX23" fmla="*/ 270934 w 361671"/>
                <a:gd name="connsiteY23" fmla="*/ 277065 h 361333"/>
                <a:gd name="connsiteX24" fmla="*/ 234511 w 361671"/>
                <a:gd name="connsiteY24" fmla="*/ 277065 h 361333"/>
                <a:gd name="connsiteX25" fmla="*/ 228121 w 361671"/>
                <a:gd name="connsiteY25" fmla="*/ 270681 h 361333"/>
                <a:gd name="connsiteX26" fmla="*/ 228121 w 361671"/>
                <a:gd name="connsiteY26" fmla="*/ 208756 h 361333"/>
                <a:gd name="connsiteX27" fmla="*/ 214063 w 361671"/>
                <a:gd name="connsiteY27" fmla="*/ 186412 h 361333"/>
                <a:gd name="connsiteX28" fmla="*/ 198088 w 361671"/>
                <a:gd name="connsiteY28" fmla="*/ 207479 h 361333"/>
                <a:gd name="connsiteX29" fmla="*/ 198088 w 361671"/>
                <a:gd name="connsiteY29" fmla="*/ 270681 h 361333"/>
                <a:gd name="connsiteX30" fmla="*/ 191698 w 361671"/>
                <a:gd name="connsiteY30" fmla="*/ 277065 h 361333"/>
                <a:gd name="connsiteX31" fmla="*/ 156553 w 361671"/>
                <a:gd name="connsiteY31" fmla="*/ 277065 h 361333"/>
                <a:gd name="connsiteX32" fmla="*/ 150164 w 361671"/>
                <a:gd name="connsiteY32" fmla="*/ 270681 h 361333"/>
                <a:gd name="connsiteX33" fmla="*/ 150164 w 361671"/>
                <a:gd name="connsiteY33" fmla="*/ 150662 h 361333"/>
                <a:gd name="connsiteX34" fmla="*/ 156553 w 361671"/>
                <a:gd name="connsiteY34" fmla="*/ 144278 h 361333"/>
                <a:gd name="connsiteX35" fmla="*/ 190420 w 361671"/>
                <a:gd name="connsiteY35" fmla="*/ 144278 h 361333"/>
                <a:gd name="connsiteX36" fmla="*/ 196810 w 361671"/>
                <a:gd name="connsiteY36" fmla="*/ 148747 h 361333"/>
                <a:gd name="connsiteX37" fmla="*/ 226204 w 361671"/>
                <a:gd name="connsiteY37" fmla="*/ 144278 h 361333"/>
                <a:gd name="connsiteX38" fmla="*/ 277323 w 361671"/>
                <a:gd name="connsiteY38" fmla="*/ 187051 h 361333"/>
                <a:gd name="connsiteX39" fmla="*/ 277323 w 361671"/>
                <a:gd name="connsiteY39" fmla="*/ 27068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1671" h="361333">
                  <a:moveTo>
                    <a:pt x="180836" y="0"/>
                  </a:moveTo>
                  <a:cubicBezTo>
                    <a:pt x="80514" y="0"/>
                    <a:pt x="0" y="81077"/>
                    <a:pt x="0" y="180667"/>
                  </a:cubicBezTo>
                  <a:cubicBezTo>
                    <a:pt x="0" y="280257"/>
                    <a:pt x="81153" y="361333"/>
                    <a:pt x="180836" y="361333"/>
                  </a:cubicBezTo>
                  <a:cubicBezTo>
                    <a:pt x="280518" y="361333"/>
                    <a:pt x="361671" y="280257"/>
                    <a:pt x="361671" y="180667"/>
                  </a:cubicBezTo>
                  <a:cubicBezTo>
                    <a:pt x="361671" y="81077"/>
                    <a:pt x="280518" y="0"/>
                    <a:pt x="180836" y="0"/>
                  </a:cubicBezTo>
                  <a:close/>
                  <a:moveTo>
                    <a:pt x="138662" y="270681"/>
                  </a:moveTo>
                  <a:cubicBezTo>
                    <a:pt x="138662" y="274511"/>
                    <a:pt x="136106" y="277065"/>
                    <a:pt x="132272" y="277065"/>
                  </a:cubicBezTo>
                  <a:lnTo>
                    <a:pt x="90099" y="277065"/>
                  </a:lnTo>
                  <a:cubicBezTo>
                    <a:pt x="86264" y="277065"/>
                    <a:pt x="83709" y="274511"/>
                    <a:pt x="83709" y="270681"/>
                  </a:cubicBezTo>
                  <a:lnTo>
                    <a:pt x="83709" y="150662"/>
                  </a:lnTo>
                  <a:cubicBezTo>
                    <a:pt x="83709" y="146832"/>
                    <a:pt x="86264" y="144278"/>
                    <a:pt x="90099" y="144278"/>
                  </a:cubicBezTo>
                  <a:lnTo>
                    <a:pt x="132272" y="144278"/>
                  </a:lnTo>
                  <a:cubicBezTo>
                    <a:pt x="136106" y="144278"/>
                    <a:pt x="138662" y="146832"/>
                    <a:pt x="138662" y="150662"/>
                  </a:cubicBezTo>
                  <a:lnTo>
                    <a:pt x="138662" y="270681"/>
                  </a:lnTo>
                  <a:close/>
                  <a:moveTo>
                    <a:pt x="129077" y="132787"/>
                  </a:moveTo>
                  <a:cubicBezTo>
                    <a:pt x="123965" y="136617"/>
                    <a:pt x="118214" y="139171"/>
                    <a:pt x="111824" y="139171"/>
                  </a:cubicBezTo>
                  <a:cubicBezTo>
                    <a:pt x="109907" y="139171"/>
                    <a:pt x="107990" y="139171"/>
                    <a:pt x="106074" y="138532"/>
                  </a:cubicBezTo>
                  <a:cubicBezTo>
                    <a:pt x="95849" y="136617"/>
                    <a:pt x="86904" y="128318"/>
                    <a:pt x="84986" y="117465"/>
                  </a:cubicBezTo>
                  <a:cubicBezTo>
                    <a:pt x="83069" y="109166"/>
                    <a:pt x="84986" y="100867"/>
                    <a:pt x="90099" y="94483"/>
                  </a:cubicBezTo>
                  <a:cubicBezTo>
                    <a:pt x="95210" y="88099"/>
                    <a:pt x="102879" y="84269"/>
                    <a:pt x="111185" y="84269"/>
                  </a:cubicBezTo>
                  <a:cubicBezTo>
                    <a:pt x="126521" y="84269"/>
                    <a:pt x="138662" y="96398"/>
                    <a:pt x="138662" y="111720"/>
                  </a:cubicBezTo>
                  <a:cubicBezTo>
                    <a:pt x="138662" y="120019"/>
                    <a:pt x="135467" y="127680"/>
                    <a:pt x="129077" y="132787"/>
                  </a:cubicBezTo>
                  <a:close/>
                  <a:moveTo>
                    <a:pt x="277323" y="270681"/>
                  </a:moveTo>
                  <a:cubicBezTo>
                    <a:pt x="277323" y="273873"/>
                    <a:pt x="274128" y="277065"/>
                    <a:pt x="270934" y="277065"/>
                  </a:cubicBezTo>
                  <a:lnTo>
                    <a:pt x="234511" y="277065"/>
                  </a:lnTo>
                  <a:cubicBezTo>
                    <a:pt x="230677" y="277065"/>
                    <a:pt x="228121" y="274511"/>
                    <a:pt x="228121" y="270681"/>
                  </a:cubicBezTo>
                  <a:lnTo>
                    <a:pt x="228121" y="208756"/>
                  </a:lnTo>
                  <a:cubicBezTo>
                    <a:pt x="228121" y="191519"/>
                    <a:pt x="224926" y="186412"/>
                    <a:pt x="214063" y="186412"/>
                  </a:cubicBezTo>
                  <a:cubicBezTo>
                    <a:pt x="201283" y="186412"/>
                    <a:pt x="198088" y="190881"/>
                    <a:pt x="198088" y="207479"/>
                  </a:cubicBezTo>
                  <a:lnTo>
                    <a:pt x="198088" y="270681"/>
                  </a:lnTo>
                  <a:cubicBezTo>
                    <a:pt x="198088" y="274511"/>
                    <a:pt x="195533" y="277065"/>
                    <a:pt x="191698" y="277065"/>
                  </a:cubicBezTo>
                  <a:lnTo>
                    <a:pt x="156553" y="277065"/>
                  </a:lnTo>
                  <a:cubicBezTo>
                    <a:pt x="152720" y="277065"/>
                    <a:pt x="150164" y="274511"/>
                    <a:pt x="150164" y="270681"/>
                  </a:cubicBezTo>
                  <a:lnTo>
                    <a:pt x="150164" y="150662"/>
                  </a:lnTo>
                  <a:cubicBezTo>
                    <a:pt x="150164" y="146832"/>
                    <a:pt x="152720" y="144278"/>
                    <a:pt x="156553" y="144278"/>
                  </a:cubicBezTo>
                  <a:lnTo>
                    <a:pt x="190420" y="144278"/>
                  </a:lnTo>
                  <a:cubicBezTo>
                    <a:pt x="193615" y="144278"/>
                    <a:pt x="195533" y="146193"/>
                    <a:pt x="196810" y="148747"/>
                  </a:cubicBezTo>
                  <a:cubicBezTo>
                    <a:pt x="203839" y="144916"/>
                    <a:pt x="214063" y="144278"/>
                    <a:pt x="226204" y="144278"/>
                  </a:cubicBezTo>
                  <a:cubicBezTo>
                    <a:pt x="256876" y="144278"/>
                    <a:pt x="273490" y="158323"/>
                    <a:pt x="277323" y="187051"/>
                  </a:cubicBezTo>
                  <a:cubicBezTo>
                    <a:pt x="277962" y="192158"/>
                    <a:pt x="277323" y="257913"/>
                    <a:pt x="277323" y="270681"/>
                  </a:cubicBezTo>
                  <a:close/>
                </a:path>
              </a:pathLst>
            </a:custGeom>
            <a:solidFill>
              <a:srgbClr val="00ABAB"/>
            </a:solidFill>
            <a:ln w="6390" cap="flat">
              <a:noFill/>
              <a:prstDash val="solid"/>
              <a:miter/>
            </a:ln>
          </p:spPr>
          <p:txBody>
            <a:bodyPr rtlCol="0" anchor="ctr"/>
            <a:lstStyle/>
            <a:p>
              <a:endParaRPr lang="en-US"/>
            </a:p>
          </p:txBody>
        </p:sp>
      </p:grpSp>
      <p:grpSp>
        <p:nvGrpSpPr>
          <p:cNvPr id="855" name="Graphic 4">
            <a:extLst>
              <a:ext uri="{FF2B5EF4-FFF2-40B4-BE49-F238E27FC236}">
                <a16:creationId xmlns:a16="http://schemas.microsoft.com/office/drawing/2014/main" id="{DD482C01-E7CA-4246-A739-406301EC6B6A}"/>
              </a:ext>
            </a:extLst>
          </p:cNvPr>
          <p:cNvGrpSpPr/>
          <p:nvPr/>
        </p:nvGrpSpPr>
        <p:grpSpPr>
          <a:xfrm>
            <a:off x="9279466" y="4792617"/>
            <a:ext cx="361671" cy="361333"/>
            <a:chOff x="9279466" y="4792617"/>
            <a:chExt cx="361671" cy="361333"/>
          </a:xfrm>
          <a:solidFill>
            <a:srgbClr val="00ABAB"/>
          </a:solidFill>
        </p:grpSpPr>
        <p:sp>
          <p:nvSpPr>
            <p:cNvPr id="856" name="Graphic 4">
              <a:extLst>
                <a:ext uri="{FF2B5EF4-FFF2-40B4-BE49-F238E27FC236}">
                  <a16:creationId xmlns:a16="http://schemas.microsoft.com/office/drawing/2014/main" id="{18AC23CC-DA79-3B45-B759-3B986BEBEEA0}"/>
                </a:ext>
              </a:extLst>
            </p:cNvPr>
            <p:cNvSpPr/>
            <p:nvPr/>
          </p:nvSpPr>
          <p:spPr>
            <a:xfrm>
              <a:off x="9417489" y="4873694"/>
              <a:ext cx="86902" cy="200457"/>
            </a:xfrm>
            <a:custGeom>
              <a:avLst/>
              <a:gdLst>
                <a:gd name="connsiteX0" fmla="*/ 52397 w 86902"/>
                <a:gd name="connsiteY0" fmla="*/ 57456 h 200457"/>
                <a:gd name="connsiteX1" fmla="*/ 52397 w 86902"/>
                <a:gd name="connsiteY1" fmla="*/ 40219 h 200457"/>
                <a:gd name="connsiteX2" fmla="*/ 68372 w 86902"/>
                <a:gd name="connsiteY2" fmla="*/ 23621 h 200457"/>
                <a:gd name="connsiteX3" fmla="*/ 86264 w 86902"/>
                <a:gd name="connsiteY3" fmla="*/ 23621 h 200457"/>
                <a:gd name="connsiteX4" fmla="*/ 86264 w 86902"/>
                <a:gd name="connsiteY4" fmla="*/ 0 h 200457"/>
                <a:gd name="connsiteX5" fmla="*/ 59426 w 86902"/>
                <a:gd name="connsiteY5" fmla="*/ 0 h 200457"/>
                <a:gd name="connsiteX6" fmla="*/ 21086 w 86902"/>
                <a:gd name="connsiteY6" fmla="*/ 38304 h 200457"/>
                <a:gd name="connsiteX7" fmla="*/ 21086 w 86902"/>
                <a:gd name="connsiteY7" fmla="*/ 57456 h 200457"/>
                <a:gd name="connsiteX8" fmla="*/ 14696 w 86902"/>
                <a:gd name="connsiteY8" fmla="*/ 63840 h 200457"/>
                <a:gd name="connsiteX9" fmla="*/ 0 w 86902"/>
                <a:gd name="connsiteY9" fmla="*/ 63840 h 200457"/>
                <a:gd name="connsiteX10" fmla="*/ 0 w 86902"/>
                <a:gd name="connsiteY10" fmla="*/ 93845 h 200457"/>
                <a:gd name="connsiteX11" fmla="*/ 15335 w 86902"/>
                <a:gd name="connsiteY11" fmla="*/ 93845 h 200457"/>
                <a:gd name="connsiteX12" fmla="*/ 21725 w 86902"/>
                <a:gd name="connsiteY12" fmla="*/ 100229 h 200457"/>
                <a:gd name="connsiteX13" fmla="*/ 21725 w 86902"/>
                <a:gd name="connsiteY13" fmla="*/ 200457 h 200457"/>
                <a:gd name="connsiteX14" fmla="*/ 51758 w 86902"/>
                <a:gd name="connsiteY14" fmla="*/ 200457 h 200457"/>
                <a:gd name="connsiteX15" fmla="*/ 51758 w 86902"/>
                <a:gd name="connsiteY15" fmla="*/ 100229 h 200457"/>
                <a:gd name="connsiteX16" fmla="*/ 58148 w 86902"/>
                <a:gd name="connsiteY16" fmla="*/ 93845 h 200457"/>
                <a:gd name="connsiteX17" fmla="*/ 84347 w 86902"/>
                <a:gd name="connsiteY17" fmla="*/ 93845 h 200457"/>
                <a:gd name="connsiteX18" fmla="*/ 86903 w 86902"/>
                <a:gd name="connsiteY18" fmla="*/ 63840 h 200457"/>
                <a:gd name="connsiteX19" fmla="*/ 60065 w 86902"/>
                <a:gd name="connsiteY19" fmla="*/ 63840 h 200457"/>
                <a:gd name="connsiteX20" fmla="*/ 52397 w 86902"/>
                <a:gd name="connsiteY20" fmla="*/ 57456 h 200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6902" h="200457">
                  <a:moveTo>
                    <a:pt x="52397" y="57456"/>
                  </a:moveTo>
                  <a:lnTo>
                    <a:pt x="52397" y="40219"/>
                  </a:lnTo>
                  <a:cubicBezTo>
                    <a:pt x="52397" y="28728"/>
                    <a:pt x="60065" y="23621"/>
                    <a:pt x="68372" y="23621"/>
                  </a:cubicBezTo>
                  <a:lnTo>
                    <a:pt x="86264" y="23621"/>
                  </a:lnTo>
                  <a:lnTo>
                    <a:pt x="86264" y="0"/>
                  </a:lnTo>
                  <a:lnTo>
                    <a:pt x="59426" y="0"/>
                  </a:lnTo>
                  <a:cubicBezTo>
                    <a:pt x="24281" y="0"/>
                    <a:pt x="21086" y="26813"/>
                    <a:pt x="21086" y="38304"/>
                  </a:cubicBezTo>
                  <a:lnTo>
                    <a:pt x="21086" y="57456"/>
                  </a:lnTo>
                  <a:cubicBezTo>
                    <a:pt x="21086" y="61286"/>
                    <a:pt x="18530" y="63840"/>
                    <a:pt x="14696" y="63840"/>
                  </a:cubicBezTo>
                  <a:lnTo>
                    <a:pt x="0" y="63840"/>
                  </a:lnTo>
                  <a:lnTo>
                    <a:pt x="0" y="93845"/>
                  </a:lnTo>
                  <a:lnTo>
                    <a:pt x="15335" y="93845"/>
                  </a:lnTo>
                  <a:cubicBezTo>
                    <a:pt x="19170" y="93845"/>
                    <a:pt x="21725" y="96398"/>
                    <a:pt x="21725" y="100229"/>
                  </a:cubicBezTo>
                  <a:lnTo>
                    <a:pt x="21725" y="200457"/>
                  </a:lnTo>
                  <a:lnTo>
                    <a:pt x="51758" y="200457"/>
                  </a:lnTo>
                  <a:lnTo>
                    <a:pt x="51758" y="100229"/>
                  </a:lnTo>
                  <a:cubicBezTo>
                    <a:pt x="51758" y="96398"/>
                    <a:pt x="54314" y="93845"/>
                    <a:pt x="58148" y="93845"/>
                  </a:cubicBezTo>
                  <a:lnTo>
                    <a:pt x="84347" y="93845"/>
                  </a:lnTo>
                  <a:lnTo>
                    <a:pt x="86903" y="63840"/>
                  </a:lnTo>
                  <a:lnTo>
                    <a:pt x="60065" y="63840"/>
                  </a:lnTo>
                  <a:cubicBezTo>
                    <a:pt x="54953" y="63840"/>
                    <a:pt x="52397" y="60648"/>
                    <a:pt x="52397" y="57456"/>
                  </a:cubicBezTo>
                  <a:close/>
                </a:path>
              </a:pathLst>
            </a:custGeom>
            <a:solidFill>
              <a:srgbClr val="00ABAB"/>
            </a:solidFill>
            <a:ln w="6390" cap="flat">
              <a:noFill/>
              <a:prstDash val="solid"/>
              <a:miter/>
            </a:ln>
          </p:spPr>
          <p:txBody>
            <a:bodyPr rtlCol="0" anchor="ctr"/>
            <a:lstStyle/>
            <a:p>
              <a:endParaRPr lang="en-US"/>
            </a:p>
          </p:txBody>
        </p:sp>
        <p:sp>
          <p:nvSpPr>
            <p:cNvPr id="857" name="Graphic 4">
              <a:extLst>
                <a:ext uri="{FF2B5EF4-FFF2-40B4-BE49-F238E27FC236}">
                  <a16:creationId xmlns:a16="http://schemas.microsoft.com/office/drawing/2014/main" id="{5C049239-9263-E147-9940-53FFEFAAC401}"/>
                </a:ext>
              </a:extLst>
            </p:cNvPr>
            <p:cNvSpPr/>
            <p:nvPr/>
          </p:nvSpPr>
          <p:spPr>
            <a:xfrm>
              <a:off x="9279466" y="4792617"/>
              <a:ext cx="361671" cy="361333"/>
            </a:xfrm>
            <a:custGeom>
              <a:avLst/>
              <a:gdLst>
                <a:gd name="connsiteX0" fmla="*/ 180836 w 361671"/>
                <a:gd name="connsiteY0" fmla="*/ 0 h 361333"/>
                <a:gd name="connsiteX1" fmla="*/ 0 w 361671"/>
                <a:gd name="connsiteY1" fmla="*/ 180667 h 361333"/>
                <a:gd name="connsiteX2" fmla="*/ 180836 w 361671"/>
                <a:gd name="connsiteY2" fmla="*/ 361334 h 361333"/>
                <a:gd name="connsiteX3" fmla="*/ 361671 w 361671"/>
                <a:gd name="connsiteY3" fmla="*/ 180667 h 361333"/>
                <a:gd name="connsiteX4" fmla="*/ 180836 w 361671"/>
                <a:gd name="connsiteY4" fmla="*/ 0 h 361333"/>
                <a:gd name="connsiteX5" fmla="*/ 233233 w 361671"/>
                <a:gd name="connsiteY5" fmla="*/ 181944 h 361333"/>
                <a:gd name="connsiteX6" fmla="*/ 226843 w 361671"/>
                <a:gd name="connsiteY6" fmla="*/ 187689 h 361333"/>
                <a:gd name="connsiteX7" fmla="*/ 201283 w 361671"/>
                <a:gd name="connsiteY7" fmla="*/ 187689 h 361333"/>
                <a:gd name="connsiteX8" fmla="*/ 201283 w 361671"/>
                <a:gd name="connsiteY8" fmla="*/ 287918 h 361333"/>
                <a:gd name="connsiteX9" fmla="*/ 194893 w 361671"/>
                <a:gd name="connsiteY9" fmla="*/ 294302 h 361333"/>
                <a:gd name="connsiteX10" fmla="*/ 152081 w 361671"/>
                <a:gd name="connsiteY10" fmla="*/ 294302 h 361333"/>
                <a:gd name="connsiteX11" fmla="*/ 145691 w 361671"/>
                <a:gd name="connsiteY11" fmla="*/ 287918 h 361333"/>
                <a:gd name="connsiteX12" fmla="*/ 145691 w 361671"/>
                <a:gd name="connsiteY12" fmla="*/ 187689 h 361333"/>
                <a:gd name="connsiteX13" fmla="*/ 130355 w 361671"/>
                <a:gd name="connsiteY13" fmla="*/ 187689 h 361333"/>
                <a:gd name="connsiteX14" fmla="*/ 123965 w 361671"/>
                <a:gd name="connsiteY14" fmla="*/ 181305 h 361333"/>
                <a:gd name="connsiteX15" fmla="*/ 123965 w 361671"/>
                <a:gd name="connsiteY15" fmla="*/ 138533 h 361333"/>
                <a:gd name="connsiteX16" fmla="*/ 130355 w 361671"/>
                <a:gd name="connsiteY16" fmla="*/ 132149 h 361333"/>
                <a:gd name="connsiteX17" fmla="*/ 145052 w 361671"/>
                <a:gd name="connsiteY17" fmla="*/ 132149 h 361333"/>
                <a:gd name="connsiteX18" fmla="*/ 145052 w 361671"/>
                <a:gd name="connsiteY18" fmla="*/ 119381 h 361333"/>
                <a:gd name="connsiteX19" fmla="*/ 196172 w 361671"/>
                <a:gd name="connsiteY19" fmla="*/ 68309 h 361333"/>
                <a:gd name="connsiteX20" fmla="*/ 229399 w 361671"/>
                <a:gd name="connsiteY20" fmla="*/ 68309 h 361333"/>
                <a:gd name="connsiteX21" fmla="*/ 235789 w 361671"/>
                <a:gd name="connsiteY21" fmla="*/ 74693 h 361333"/>
                <a:gd name="connsiteX22" fmla="*/ 235789 w 361671"/>
                <a:gd name="connsiteY22" fmla="*/ 111081 h 361333"/>
                <a:gd name="connsiteX23" fmla="*/ 229399 w 361671"/>
                <a:gd name="connsiteY23" fmla="*/ 117465 h 361333"/>
                <a:gd name="connsiteX24" fmla="*/ 205118 w 361671"/>
                <a:gd name="connsiteY24" fmla="*/ 117465 h 361333"/>
                <a:gd name="connsiteX25" fmla="*/ 201923 w 361671"/>
                <a:gd name="connsiteY25" fmla="*/ 121296 h 361333"/>
                <a:gd name="connsiteX26" fmla="*/ 201923 w 361671"/>
                <a:gd name="connsiteY26" fmla="*/ 132149 h 361333"/>
                <a:gd name="connsiteX27" fmla="*/ 229399 w 361671"/>
                <a:gd name="connsiteY27" fmla="*/ 132149 h 361333"/>
                <a:gd name="connsiteX28" fmla="*/ 233872 w 361671"/>
                <a:gd name="connsiteY28" fmla="*/ 134064 h 361333"/>
                <a:gd name="connsiteX29" fmla="*/ 235789 w 361671"/>
                <a:gd name="connsiteY29" fmla="*/ 139171 h 361333"/>
                <a:gd name="connsiteX30" fmla="*/ 233233 w 361671"/>
                <a:gd name="connsiteY30" fmla="*/ 18194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1671" h="361333">
                  <a:moveTo>
                    <a:pt x="180836" y="0"/>
                  </a:moveTo>
                  <a:cubicBezTo>
                    <a:pt x="80514" y="0"/>
                    <a:pt x="0" y="81077"/>
                    <a:pt x="0" y="180667"/>
                  </a:cubicBezTo>
                  <a:cubicBezTo>
                    <a:pt x="0" y="280257"/>
                    <a:pt x="81153" y="361334"/>
                    <a:pt x="180836" y="361334"/>
                  </a:cubicBezTo>
                  <a:cubicBezTo>
                    <a:pt x="281157" y="361334"/>
                    <a:pt x="361671" y="280257"/>
                    <a:pt x="361671" y="180667"/>
                  </a:cubicBezTo>
                  <a:cubicBezTo>
                    <a:pt x="361671" y="81077"/>
                    <a:pt x="280518" y="0"/>
                    <a:pt x="180836" y="0"/>
                  </a:cubicBezTo>
                  <a:close/>
                  <a:moveTo>
                    <a:pt x="233233" y="181944"/>
                  </a:moveTo>
                  <a:cubicBezTo>
                    <a:pt x="233233" y="185135"/>
                    <a:pt x="230038" y="187689"/>
                    <a:pt x="226843" y="187689"/>
                  </a:cubicBezTo>
                  <a:lnTo>
                    <a:pt x="201283" y="187689"/>
                  </a:lnTo>
                  <a:lnTo>
                    <a:pt x="201283" y="287918"/>
                  </a:lnTo>
                  <a:cubicBezTo>
                    <a:pt x="201283" y="291748"/>
                    <a:pt x="198728" y="294302"/>
                    <a:pt x="194893" y="294302"/>
                  </a:cubicBezTo>
                  <a:lnTo>
                    <a:pt x="152081" y="294302"/>
                  </a:lnTo>
                  <a:cubicBezTo>
                    <a:pt x="148247" y="294302"/>
                    <a:pt x="145691" y="291748"/>
                    <a:pt x="145691" y="287918"/>
                  </a:cubicBezTo>
                  <a:lnTo>
                    <a:pt x="145691" y="187689"/>
                  </a:lnTo>
                  <a:lnTo>
                    <a:pt x="130355" y="187689"/>
                  </a:lnTo>
                  <a:cubicBezTo>
                    <a:pt x="126521" y="187689"/>
                    <a:pt x="123965" y="185135"/>
                    <a:pt x="123965" y="181305"/>
                  </a:cubicBezTo>
                  <a:lnTo>
                    <a:pt x="123965" y="138533"/>
                  </a:lnTo>
                  <a:cubicBezTo>
                    <a:pt x="123965" y="134702"/>
                    <a:pt x="126521" y="132149"/>
                    <a:pt x="130355" y="132149"/>
                  </a:cubicBezTo>
                  <a:lnTo>
                    <a:pt x="145052" y="132149"/>
                  </a:lnTo>
                  <a:lnTo>
                    <a:pt x="145052" y="119381"/>
                  </a:lnTo>
                  <a:cubicBezTo>
                    <a:pt x="145052" y="95760"/>
                    <a:pt x="158471" y="68309"/>
                    <a:pt x="196172" y="68309"/>
                  </a:cubicBezTo>
                  <a:lnTo>
                    <a:pt x="229399" y="68309"/>
                  </a:lnTo>
                  <a:cubicBezTo>
                    <a:pt x="233233" y="68309"/>
                    <a:pt x="235789" y="70862"/>
                    <a:pt x="235789" y="74693"/>
                  </a:cubicBezTo>
                  <a:lnTo>
                    <a:pt x="235789" y="111081"/>
                  </a:lnTo>
                  <a:cubicBezTo>
                    <a:pt x="235789" y="114912"/>
                    <a:pt x="233233" y="117465"/>
                    <a:pt x="229399" y="117465"/>
                  </a:cubicBezTo>
                  <a:lnTo>
                    <a:pt x="205118" y="117465"/>
                  </a:lnTo>
                  <a:cubicBezTo>
                    <a:pt x="203200" y="117465"/>
                    <a:pt x="201923" y="118104"/>
                    <a:pt x="201923" y="121296"/>
                  </a:cubicBezTo>
                  <a:lnTo>
                    <a:pt x="201923" y="132149"/>
                  </a:lnTo>
                  <a:lnTo>
                    <a:pt x="229399" y="132149"/>
                  </a:lnTo>
                  <a:cubicBezTo>
                    <a:pt x="231316" y="132149"/>
                    <a:pt x="232594" y="132787"/>
                    <a:pt x="233872" y="134064"/>
                  </a:cubicBezTo>
                  <a:cubicBezTo>
                    <a:pt x="235150" y="135341"/>
                    <a:pt x="235789" y="137256"/>
                    <a:pt x="235789" y="139171"/>
                  </a:cubicBezTo>
                  <a:lnTo>
                    <a:pt x="233233" y="181944"/>
                  </a:lnTo>
                  <a:close/>
                </a:path>
              </a:pathLst>
            </a:custGeom>
            <a:solidFill>
              <a:srgbClr val="00ABAB"/>
            </a:solidFill>
            <a:ln w="6390" cap="flat">
              <a:noFill/>
              <a:prstDash val="solid"/>
              <a:miter/>
            </a:ln>
          </p:spPr>
          <p:txBody>
            <a:bodyPr rtlCol="0" anchor="ctr"/>
            <a:lstStyle/>
            <a:p>
              <a:endParaRPr lang="en-US"/>
            </a:p>
          </p:txBody>
        </p:sp>
      </p:grpSp>
      <p:grpSp>
        <p:nvGrpSpPr>
          <p:cNvPr id="858" name="Graphic 4">
            <a:extLst>
              <a:ext uri="{FF2B5EF4-FFF2-40B4-BE49-F238E27FC236}">
                <a16:creationId xmlns:a16="http://schemas.microsoft.com/office/drawing/2014/main" id="{CD61F4BD-33C1-2C46-A795-4518D1024C9E}"/>
              </a:ext>
            </a:extLst>
          </p:cNvPr>
          <p:cNvGrpSpPr/>
          <p:nvPr/>
        </p:nvGrpSpPr>
        <p:grpSpPr>
          <a:xfrm>
            <a:off x="10324860" y="918179"/>
            <a:ext cx="361670" cy="361333"/>
            <a:chOff x="10324860" y="918179"/>
            <a:chExt cx="361670" cy="361333"/>
          </a:xfrm>
          <a:solidFill>
            <a:srgbClr val="00ABAB"/>
          </a:solidFill>
        </p:grpSpPr>
        <p:sp>
          <p:nvSpPr>
            <p:cNvPr id="859" name="Graphic 4">
              <a:extLst>
                <a:ext uri="{FF2B5EF4-FFF2-40B4-BE49-F238E27FC236}">
                  <a16:creationId xmlns:a16="http://schemas.microsoft.com/office/drawing/2014/main" id="{A3AEF76A-A59C-DE4A-9F8E-76460E05A6E1}"/>
                </a:ext>
              </a:extLst>
            </p:cNvPr>
            <p:cNvSpPr/>
            <p:nvPr/>
          </p:nvSpPr>
          <p:spPr>
            <a:xfrm>
              <a:off x="10414958" y="1005001"/>
              <a:ext cx="184029" cy="183220"/>
            </a:xfrm>
            <a:custGeom>
              <a:avLst/>
              <a:gdLst>
                <a:gd name="connsiteX0" fmla="*/ 92015 w 184029"/>
                <a:gd name="connsiteY0" fmla="*/ 0 h 183220"/>
                <a:gd name="connsiteX1" fmla="*/ 0 w 184029"/>
                <a:gd name="connsiteY1" fmla="*/ 91929 h 183220"/>
                <a:gd name="connsiteX2" fmla="*/ 15336 w 184029"/>
                <a:gd name="connsiteY2" fmla="*/ 143001 h 183220"/>
                <a:gd name="connsiteX3" fmla="*/ 15975 w 184029"/>
                <a:gd name="connsiteY3" fmla="*/ 148747 h 183220"/>
                <a:gd name="connsiteX4" fmla="*/ 3195 w 184029"/>
                <a:gd name="connsiteY4" fmla="*/ 182582 h 183220"/>
                <a:gd name="connsiteX5" fmla="*/ 37061 w 184029"/>
                <a:gd name="connsiteY5" fmla="*/ 168537 h 183220"/>
                <a:gd name="connsiteX6" fmla="*/ 39617 w 184029"/>
                <a:gd name="connsiteY6" fmla="*/ 167899 h 183220"/>
                <a:gd name="connsiteX7" fmla="*/ 42812 w 184029"/>
                <a:gd name="connsiteY7" fmla="*/ 169176 h 183220"/>
                <a:gd name="connsiteX8" fmla="*/ 92015 w 184029"/>
                <a:gd name="connsiteY8" fmla="*/ 183220 h 183220"/>
                <a:gd name="connsiteX9" fmla="*/ 184030 w 184029"/>
                <a:gd name="connsiteY9" fmla="*/ 91291 h 183220"/>
                <a:gd name="connsiteX10" fmla="*/ 92015 w 184029"/>
                <a:gd name="connsiteY10" fmla="*/ 0 h 183220"/>
                <a:gd name="connsiteX11" fmla="*/ 146330 w 184029"/>
                <a:gd name="connsiteY11" fmla="*/ 127041 h 183220"/>
                <a:gd name="connsiteX12" fmla="*/ 123965 w 184029"/>
                <a:gd name="connsiteY12" fmla="*/ 143001 h 183220"/>
                <a:gd name="connsiteX13" fmla="*/ 123325 w 184029"/>
                <a:gd name="connsiteY13" fmla="*/ 143001 h 183220"/>
                <a:gd name="connsiteX14" fmla="*/ 118214 w 184029"/>
                <a:gd name="connsiteY14" fmla="*/ 143640 h 183220"/>
                <a:gd name="connsiteX15" fmla="*/ 92015 w 184029"/>
                <a:gd name="connsiteY15" fmla="*/ 136617 h 183220"/>
                <a:gd name="connsiteX16" fmla="*/ 57509 w 184029"/>
                <a:gd name="connsiteY16" fmla="*/ 110443 h 183220"/>
                <a:gd name="connsiteX17" fmla="*/ 47925 w 184029"/>
                <a:gd name="connsiteY17" fmla="*/ 98313 h 183220"/>
                <a:gd name="connsiteX18" fmla="*/ 37701 w 184029"/>
                <a:gd name="connsiteY18" fmla="*/ 79161 h 183220"/>
                <a:gd name="connsiteX19" fmla="*/ 36422 w 184029"/>
                <a:gd name="connsiteY19" fmla="*/ 68947 h 183220"/>
                <a:gd name="connsiteX20" fmla="*/ 46646 w 184029"/>
                <a:gd name="connsiteY20" fmla="*/ 44688 h 183220"/>
                <a:gd name="connsiteX21" fmla="*/ 47286 w 184029"/>
                <a:gd name="connsiteY21" fmla="*/ 44049 h 183220"/>
                <a:gd name="connsiteX22" fmla="*/ 63261 w 184029"/>
                <a:gd name="connsiteY22" fmla="*/ 38942 h 183220"/>
                <a:gd name="connsiteX23" fmla="*/ 75401 w 184029"/>
                <a:gd name="connsiteY23" fmla="*/ 47241 h 183220"/>
                <a:gd name="connsiteX24" fmla="*/ 76679 w 184029"/>
                <a:gd name="connsiteY24" fmla="*/ 49795 h 183220"/>
                <a:gd name="connsiteX25" fmla="*/ 83069 w 184029"/>
                <a:gd name="connsiteY25" fmla="*/ 64478 h 183220"/>
                <a:gd name="connsiteX26" fmla="*/ 83069 w 184029"/>
                <a:gd name="connsiteY26" fmla="*/ 75331 h 183220"/>
                <a:gd name="connsiteX27" fmla="*/ 83069 w 184029"/>
                <a:gd name="connsiteY27" fmla="*/ 75331 h 183220"/>
                <a:gd name="connsiteX28" fmla="*/ 81152 w 184029"/>
                <a:gd name="connsiteY28" fmla="*/ 79161 h 183220"/>
                <a:gd name="connsiteX29" fmla="*/ 77318 w 184029"/>
                <a:gd name="connsiteY29" fmla="*/ 84269 h 183220"/>
                <a:gd name="connsiteX30" fmla="*/ 88181 w 184029"/>
                <a:gd name="connsiteY30" fmla="*/ 97037 h 183220"/>
                <a:gd name="connsiteX31" fmla="*/ 104156 w 184029"/>
                <a:gd name="connsiteY31" fmla="*/ 107251 h 183220"/>
                <a:gd name="connsiteX32" fmla="*/ 109907 w 184029"/>
                <a:gd name="connsiteY32" fmla="*/ 100229 h 183220"/>
                <a:gd name="connsiteX33" fmla="*/ 123965 w 184029"/>
                <a:gd name="connsiteY33" fmla="*/ 96398 h 183220"/>
                <a:gd name="connsiteX34" fmla="*/ 141217 w 184029"/>
                <a:gd name="connsiteY34" fmla="*/ 104697 h 183220"/>
                <a:gd name="connsiteX35" fmla="*/ 148885 w 184029"/>
                <a:gd name="connsiteY35" fmla="*/ 109804 h 183220"/>
                <a:gd name="connsiteX36" fmla="*/ 148885 w 184029"/>
                <a:gd name="connsiteY36" fmla="*/ 109804 h 183220"/>
                <a:gd name="connsiteX37" fmla="*/ 146330 w 184029"/>
                <a:gd name="connsiteY37" fmla="*/ 127041 h 183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84029" h="183220">
                  <a:moveTo>
                    <a:pt x="92015" y="0"/>
                  </a:moveTo>
                  <a:cubicBezTo>
                    <a:pt x="41535" y="0"/>
                    <a:pt x="0" y="41496"/>
                    <a:pt x="0" y="91929"/>
                  </a:cubicBezTo>
                  <a:cubicBezTo>
                    <a:pt x="0" y="110443"/>
                    <a:pt x="5111" y="127680"/>
                    <a:pt x="15336" y="143001"/>
                  </a:cubicBezTo>
                  <a:cubicBezTo>
                    <a:pt x="16614" y="144916"/>
                    <a:pt x="16614" y="146832"/>
                    <a:pt x="15975" y="148747"/>
                  </a:cubicBezTo>
                  <a:lnTo>
                    <a:pt x="3195" y="182582"/>
                  </a:lnTo>
                  <a:lnTo>
                    <a:pt x="37061" y="168537"/>
                  </a:lnTo>
                  <a:cubicBezTo>
                    <a:pt x="37701" y="167899"/>
                    <a:pt x="38978" y="167899"/>
                    <a:pt x="39617" y="167899"/>
                  </a:cubicBezTo>
                  <a:cubicBezTo>
                    <a:pt x="40896" y="167899"/>
                    <a:pt x="42173" y="168537"/>
                    <a:pt x="42812" y="169176"/>
                  </a:cubicBezTo>
                  <a:cubicBezTo>
                    <a:pt x="57509" y="178752"/>
                    <a:pt x="74762" y="183220"/>
                    <a:pt x="92015" y="183220"/>
                  </a:cubicBezTo>
                  <a:cubicBezTo>
                    <a:pt x="142495" y="183220"/>
                    <a:pt x="184030" y="141724"/>
                    <a:pt x="184030" y="91291"/>
                  </a:cubicBezTo>
                  <a:cubicBezTo>
                    <a:pt x="184030" y="41496"/>
                    <a:pt x="142495" y="0"/>
                    <a:pt x="92015" y="0"/>
                  </a:cubicBezTo>
                  <a:close/>
                  <a:moveTo>
                    <a:pt x="146330" y="127041"/>
                  </a:moveTo>
                  <a:cubicBezTo>
                    <a:pt x="143135" y="135979"/>
                    <a:pt x="129715" y="142363"/>
                    <a:pt x="123965" y="143001"/>
                  </a:cubicBezTo>
                  <a:lnTo>
                    <a:pt x="123325" y="143001"/>
                  </a:lnTo>
                  <a:cubicBezTo>
                    <a:pt x="121409" y="143640"/>
                    <a:pt x="119492" y="143640"/>
                    <a:pt x="118214" y="143640"/>
                  </a:cubicBezTo>
                  <a:cubicBezTo>
                    <a:pt x="114380" y="143640"/>
                    <a:pt x="108629" y="143001"/>
                    <a:pt x="92015" y="136617"/>
                  </a:cubicBezTo>
                  <a:cubicBezTo>
                    <a:pt x="79874" y="132148"/>
                    <a:pt x="67733" y="123211"/>
                    <a:pt x="57509" y="110443"/>
                  </a:cubicBezTo>
                  <a:cubicBezTo>
                    <a:pt x="55592" y="107889"/>
                    <a:pt x="52397" y="104059"/>
                    <a:pt x="47925" y="98313"/>
                  </a:cubicBezTo>
                  <a:cubicBezTo>
                    <a:pt x="43451" y="91929"/>
                    <a:pt x="39617" y="85545"/>
                    <a:pt x="37701" y="79161"/>
                  </a:cubicBezTo>
                  <a:cubicBezTo>
                    <a:pt x="36422" y="75331"/>
                    <a:pt x="36422" y="72139"/>
                    <a:pt x="36422" y="68947"/>
                  </a:cubicBezTo>
                  <a:cubicBezTo>
                    <a:pt x="36422" y="54902"/>
                    <a:pt x="43451" y="47880"/>
                    <a:pt x="46646" y="44688"/>
                  </a:cubicBezTo>
                  <a:lnTo>
                    <a:pt x="47286" y="44049"/>
                  </a:lnTo>
                  <a:cubicBezTo>
                    <a:pt x="49841" y="40857"/>
                    <a:pt x="54953" y="39581"/>
                    <a:pt x="63261" y="38942"/>
                  </a:cubicBezTo>
                  <a:cubicBezTo>
                    <a:pt x="69011" y="38942"/>
                    <a:pt x="72845" y="41496"/>
                    <a:pt x="75401" y="47241"/>
                  </a:cubicBezTo>
                  <a:lnTo>
                    <a:pt x="76679" y="49795"/>
                  </a:lnTo>
                  <a:cubicBezTo>
                    <a:pt x="78596" y="54264"/>
                    <a:pt x="82430" y="63201"/>
                    <a:pt x="83069" y="64478"/>
                  </a:cubicBezTo>
                  <a:cubicBezTo>
                    <a:pt x="85625" y="68947"/>
                    <a:pt x="84347" y="72777"/>
                    <a:pt x="83069" y="75331"/>
                  </a:cubicBezTo>
                  <a:lnTo>
                    <a:pt x="83069" y="75331"/>
                  </a:lnTo>
                  <a:cubicBezTo>
                    <a:pt x="83069" y="75331"/>
                    <a:pt x="81791" y="77885"/>
                    <a:pt x="81152" y="79161"/>
                  </a:cubicBezTo>
                  <a:cubicBezTo>
                    <a:pt x="80513" y="79800"/>
                    <a:pt x="78596" y="82353"/>
                    <a:pt x="77318" y="84269"/>
                  </a:cubicBezTo>
                  <a:cubicBezTo>
                    <a:pt x="79235" y="87461"/>
                    <a:pt x="83069" y="92568"/>
                    <a:pt x="88181" y="97037"/>
                  </a:cubicBezTo>
                  <a:cubicBezTo>
                    <a:pt x="93293" y="101505"/>
                    <a:pt x="100961" y="105336"/>
                    <a:pt x="104156" y="107251"/>
                  </a:cubicBezTo>
                  <a:cubicBezTo>
                    <a:pt x="106073" y="104697"/>
                    <a:pt x="108629" y="101505"/>
                    <a:pt x="109907" y="100229"/>
                  </a:cubicBezTo>
                  <a:cubicBezTo>
                    <a:pt x="113102" y="95760"/>
                    <a:pt x="117575" y="93845"/>
                    <a:pt x="123965" y="96398"/>
                  </a:cubicBezTo>
                  <a:cubicBezTo>
                    <a:pt x="127160" y="97675"/>
                    <a:pt x="141217" y="104697"/>
                    <a:pt x="141217" y="104697"/>
                  </a:cubicBezTo>
                  <a:cubicBezTo>
                    <a:pt x="146969" y="107251"/>
                    <a:pt x="148246" y="109166"/>
                    <a:pt x="148885" y="109804"/>
                  </a:cubicBezTo>
                  <a:lnTo>
                    <a:pt x="148885" y="109804"/>
                  </a:lnTo>
                  <a:cubicBezTo>
                    <a:pt x="149525" y="113635"/>
                    <a:pt x="148246" y="121934"/>
                    <a:pt x="146330" y="127041"/>
                  </a:cubicBezTo>
                  <a:close/>
                </a:path>
              </a:pathLst>
            </a:custGeom>
            <a:solidFill>
              <a:srgbClr val="00ABAB"/>
            </a:solidFill>
            <a:ln w="6390" cap="flat">
              <a:noFill/>
              <a:prstDash val="solid"/>
              <a:miter/>
            </a:ln>
          </p:spPr>
          <p:txBody>
            <a:bodyPr rtlCol="0" anchor="ctr"/>
            <a:lstStyle/>
            <a:p>
              <a:endParaRPr lang="en-US"/>
            </a:p>
          </p:txBody>
        </p:sp>
        <p:sp>
          <p:nvSpPr>
            <p:cNvPr id="860" name="Graphic 4">
              <a:extLst>
                <a:ext uri="{FF2B5EF4-FFF2-40B4-BE49-F238E27FC236}">
                  <a16:creationId xmlns:a16="http://schemas.microsoft.com/office/drawing/2014/main" id="{C696FDBF-C751-FA48-A86B-25354565E7BA}"/>
                </a:ext>
              </a:extLst>
            </p:cNvPr>
            <p:cNvSpPr/>
            <p:nvPr/>
          </p:nvSpPr>
          <p:spPr>
            <a:xfrm>
              <a:off x="10324860"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2113 w 361670"/>
                <a:gd name="connsiteY5" fmla="*/ 283449 h 361333"/>
                <a:gd name="connsiteX6" fmla="*/ 129076 w 361670"/>
                <a:gd name="connsiteY6" fmla="*/ 268766 h 361333"/>
                <a:gd name="connsiteX7" fmla="*/ 84986 w 361670"/>
                <a:gd name="connsiteY7" fmla="*/ 286641 h 361333"/>
                <a:gd name="connsiteX8" fmla="*/ 82430 w 361670"/>
                <a:gd name="connsiteY8" fmla="*/ 287279 h 361333"/>
                <a:gd name="connsiteX9" fmla="*/ 77957 w 361670"/>
                <a:gd name="connsiteY9" fmla="*/ 285364 h 361333"/>
                <a:gd name="connsiteX10" fmla="*/ 76679 w 361670"/>
                <a:gd name="connsiteY10" fmla="*/ 278342 h 361333"/>
                <a:gd name="connsiteX11" fmla="*/ 93293 w 361670"/>
                <a:gd name="connsiteY11" fmla="*/ 233654 h 361333"/>
                <a:gd name="connsiteX12" fmla="*/ 77318 w 361670"/>
                <a:gd name="connsiteY12" fmla="*/ 178113 h 361333"/>
                <a:gd name="connsiteX13" fmla="*/ 182113 w 361670"/>
                <a:gd name="connsiteY13" fmla="*/ 73416 h 361333"/>
                <a:gd name="connsiteX14" fmla="*/ 286908 w 361670"/>
                <a:gd name="connsiteY14" fmla="*/ 178113 h 361333"/>
                <a:gd name="connsiteX15" fmla="*/ 182113 w 361670"/>
                <a:gd name="connsiteY15" fmla="*/ 28344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82113" y="283449"/>
                  </a:moveTo>
                  <a:cubicBezTo>
                    <a:pt x="163582" y="283449"/>
                    <a:pt x="145051" y="278342"/>
                    <a:pt x="129076" y="268766"/>
                  </a:cubicBezTo>
                  <a:lnTo>
                    <a:pt x="84986" y="286641"/>
                  </a:lnTo>
                  <a:cubicBezTo>
                    <a:pt x="84347" y="287279"/>
                    <a:pt x="83069" y="287279"/>
                    <a:pt x="82430" y="287279"/>
                  </a:cubicBezTo>
                  <a:cubicBezTo>
                    <a:pt x="80513" y="287279"/>
                    <a:pt x="79235" y="286641"/>
                    <a:pt x="77957" y="285364"/>
                  </a:cubicBezTo>
                  <a:cubicBezTo>
                    <a:pt x="76040" y="283449"/>
                    <a:pt x="75401" y="280895"/>
                    <a:pt x="76679" y="278342"/>
                  </a:cubicBezTo>
                  <a:lnTo>
                    <a:pt x="93293" y="233654"/>
                  </a:lnTo>
                  <a:cubicBezTo>
                    <a:pt x="83069" y="217055"/>
                    <a:pt x="77318" y="197903"/>
                    <a:pt x="77318" y="178113"/>
                  </a:cubicBezTo>
                  <a:cubicBezTo>
                    <a:pt x="77318" y="120657"/>
                    <a:pt x="124604" y="73416"/>
                    <a:pt x="182113" y="73416"/>
                  </a:cubicBezTo>
                  <a:cubicBezTo>
                    <a:pt x="239623" y="73416"/>
                    <a:pt x="286908" y="120657"/>
                    <a:pt x="286908" y="178113"/>
                  </a:cubicBezTo>
                  <a:cubicBezTo>
                    <a:pt x="286908" y="236207"/>
                    <a:pt x="239623" y="283449"/>
                    <a:pt x="182113" y="283449"/>
                  </a:cubicBezTo>
                  <a:close/>
                </a:path>
              </a:pathLst>
            </a:custGeom>
            <a:solidFill>
              <a:srgbClr val="00ABAB"/>
            </a:solidFill>
            <a:ln w="6390" cap="flat">
              <a:noFill/>
              <a:prstDash val="solid"/>
              <a:miter/>
            </a:ln>
          </p:spPr>
          <p:txBody>
            <a:bodyPr rtlCol="0" anchor="ctr"/>
            <a:lstStyle/>
            <a:p>
              <a:endParaRPr lang="en-US"/>
            </a:p>
          </p:txBody>
        </p:sp>
        <p:sp>
          <p:nvSpPr>
            <p:cNvPr id="861" name="Graphic 4">
              <a:extLst>
                <a:ext uri="{FF2B5EF4-FFF2-40B4-BE49-F238E27FC236}">
                  <a16:creationId xmlns:a16="http://schemas.microsoft.com/office/drawing/2014/main" id="{000952F2-2839-2745-B355-4CEAEC69F762}"/>
                </a:ext>
              </a:extLst>
            </p:cNvPr>
            <p:cNvSpPr/>
            <p:nvPr/>
          </p:nvSpPr>
          <p:spPr>
            <a:xfrm>
              <a:off x="10463522" y="1057350"/>
              <a:ext cx="86902" cy="79161"/>
            </a:xfrm>
            <a:custGeom>
              <a:avLst/>
              <a:gdLst>
                <a:gd name="connsiteX0" fmla="*/ 69650 w 86902"/>
                <a:gd name="connsiteY0" fmla="*/ 55541 h 79161"/>
                <a:gd name="connsiteX1" fmla="*/ 61982 w 86902"/>
                <a:gd name="connsiteY1" fmla="*/ 64478 h 79161"/>
                <a:gd name="connsiteX2" fmla="*/ 49842 w 86902"/>
                <a:gd name="connsiteY2" fmla="*/ 66393 h 79161"/>
                <a:gd name="connsiteX3" fmla="*/ 29394 w 86902"/>
                <a:gd name="connsiteY3" fmla="*/ 53625 h 79161"/>
                <a:gd name="connsiteX4" fmla="*/ 14697 w 86902"/>
                <a:gd name="connsiteY4" fmla="*/ 35750 h 79161"/>
                <a:gd name="connsiteX5" fmla="*/ 16614 w 86902"/>
                <a:gd name="connsiteY5" fmla="*/ 24259 h 79161"/>
                <a:gd name="connsiteX6" fmla="*/ 20447 w 86902"/>
                <a:gd name="connsiteY6" fmla="*/ 19790 h 79161"/>
                <a:gd name="connsiteX7" fmla="*/ 21087 w 86902"/>
                <a:gd name="connsiteY7" fmla="*/ 18514 h 79161"/>
                <a:gd name="connsiteX8" fmla="*/ 14697 w 86902"/>
                <a:gd name="connsiteY8" fmla="*/ 3192 h 79161"/>
                <a:gd name="connsiteX9" fmla="*/ 13419 w 86902"/>
                <a:gd name="connsiteY9" fmla="*/ 638 h 79161"/>
                <a:gd name="connsiteX10" fmla="*/ 13419 w 86902"/>
                <a:gd name="connsiteY10" fmla="*/ 0 h 79161"/>
                <a:gd name="connsiteX11" fmla="*/ 6390 w 86902"/>
                <a:gd name="connsiteY11" fmla="*/ 1277 h 79161"/>
                <a:gd name="connsiteX12" fmla="*/ 6390 w 86902"/>
                <a:gd name="connsiteY12" fmla="*/ 1277 h 79161"/>
                <a:gd name="connsiteX13" fmla="*/ 0 w 86902"/>
                <a:gd name="connsiteY13" fmla="*/ 17237 h 79161"/>
                <a:gd name="connsiteX14" fmla="*/ 1278 w 86902"/>
                <a:gd name="connsiteY14" fmla="*/ 23621 h 79161"/>
                <a:gd name="connsiteX15" fmla="*/ 8946 w 86902"/>
                <a:gd name="connsiteY15" fmla="*/ 38304 h 79161"/>
                <a:gd name="connsiteX16" fmla="*/ 17892 w 86902"/>
                <a:gd name="connsiteY16" fmla="*/ 50433 h 79161"/>
                <a:gd name="connsiteX17" fmla="*/ 47925 w 86902"/>
                <a:gd name="connsiteY17" fmla="*/ 72777 h 79161"/>
                <a:gd name="connsiteX18" fmla="*/ 69650 w 86902"/>
                <a:gd name="connsiteY18" fmla="*/ 79161 h 79161"/>
                <a:gd name="connsiteX19" fmla="*/ 72207 w 86902"/>
                <a:gd name="connsiteY19" fmla="*/ 78523 h 79161"/>
                <a:gd name="connsiteX20" fmla="*/ 74123 w 86902"/>
                <a:gd name="connsiteY20" fmla="*/ 77885 h 79161"/>
                <a:gd name="connsiteX21" fmla="*/ 85625 w 86902"/>
                <a:gd name="connsiteY21" fmla="*/ 70224 h 79161"/>
                <a:gd name="connsiteX22" fmla="*/ 86903 w 86902"/>
                <a:gd name="connsiteY22" fmla="*/ 63840 h 79161"/>
                <a:gd name="connsiteX23" fmla="*/ 84986 w 86902"/>
                <a:gd name="connsiteY23" fmla="*/ 63201 h 79161"/>
                <a:gd name="connsiteX24" fmla="*/ 69650 w 86902"/>
                <a:gd name="connsiteY24" fmla="*/ 55541 h 7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6902" h="79161">
                  <a:moveTo>
                    <a:pt x="69650" y="55541"/>
                  </a:moveTo>
                  <a:cubicBezTo>
                    <a:pt x="67094" y="58733"/>
                    <a:pt x="63261" y="63201"/>
                    <a:pt x="61982" y="64478"/>
                  </a:cubicBezTo>
                  <a:cubicBezTo>
                    <a:pt x="60066" y="67032"/>
                    <a:pt x="56232" y="69585"/>
                    <a:pt x="49842" y="66393"/>
                  </a:cubicBezTo>
                  <a:cubicBezTo>
                    <a:pt x="46007" y="64478"/>
                    <a:pt x="36422" y="60009"/>
                    <a:pt x="29394" y="53625"/>
                  </a:cubicBezTo>
                  <a:cubicBezTo>
                    <a:pt x="21726" y="47241"/>
                    <a:pt x="16614" y="38942"/>
                    <a:pt x="14697" y="35750"/>
                  </a:cubicBezTo>
                  <a:cubicBezTo>
                    <a:pt x="12141" y="31920"/>
                    <a:pt x="12780" y="27451"/>
                    <a:pt x="16614" y="24259"/>
                  </a:cubicBezTo>
                  <a:cubicBezTo>
                    <a:pt x="17253" y="23621"/>
                    <a:pt x="19809" y="20429"/>
                    <a:pt x="20447" y="19790"/>
                  </a:cubicBezTo>
                  <a:cubicBezTo>
                    <a:pt x="20447" y="19790"/>
                    <a:pt x="21087" y="19152"/>
                    <a:pt x="21087" y="18514"/>
                  </a:cubicBezTo>
                  <a:cubicBezTo>
                    <a:pt x="20447" y="17237"/>
                    <a:pt x="19809" y="14683"/>
                    <a:pt x="14697" y="3192"/>
                  </a:cubicBezTo>
                  <a:lnTo>
                    <a:pt x="13419" y="638"/>
                  </a:lnTo>
                  <a:lnTo>
                    <a:pt x="13419" y="0"/>
                  </a:lnTo>
                  <a:cubicBezTo>
                    <a:pt x="7668" y="0"/>
                    <a:pt x="6390" y="1277"/>
                    <a:pt x="6390" y="1277"/>
                  </a:cubicBezTo>
                  <a:lnTo>
                    <a:pt x="6390" y="1277"/>
                  </a:lnTo>
                  <a:cubicBezTo>
                    <a:pt x="3834" y="3830"/>
                    <a:pt x="0" y="8299"/>
                    <a:pt x="0" y="17237"/>
                  </a:cubicBezTo>
                  <a:cubicBezTo>
                    <a:pt x="0" y="19152"/>
                    <a:pt x="639" y="21706"/>
                    <a:pt x="1278" y="23621"/>
                  </a:cubicBezTo>
                  <a:cubicBezTo>
                    <a:pt x="2556" y="28089"/>
                    <a:pt x="5112" y="33835"/>
                    <a:pt x="8946" y="38304"/>
                  </a:cubicBezTo>
                  <a:cubicBezTo>
                    <a:pt x="14697" y="45965"/>
                    <a:pt x="17253" y="49157"/>
                    <a:pt x="17892" y="50433"/>
                  </a:cubicBezTo>
                  <a:cubicBezTo>
                    <a:pt x="26837" y="61286"/>
                    <a:pt x="37701" y="68947"/>
                    <a:pt x="47925" y="72777"/>
                  </a:cubicBezTo>
                  <a:cubicBezTo>
                    <a:pt x="58787" y="77246"/>
                    <a:pt x="66456" y="79161"/>
                    <a:pt x="69650" y="79161"/>
                  </a:cubicBezTo>
                  <a:cubicBezTo>
                    <a:pt x="70289" y="79161"/>
                    <a:pt x="71567" y="79161"/>
                    <a:pt x="72207" y="78523"/>
                  </a:cubicBezTo>
                  <a:cubicBezTo>
                    <a:pt x="72845" y="78523"/>
                    <a:pt x="74123" y="78523"/>
                    <a:pt x="74123" y="77885"/>
                  </a:cubicBezTo>
                  <a:cubicBezTo>
                    <a:pt x="76679" y="77885"/>
                    <a:pt x="84347" y="73416"/>
                    <a:pt x="85625" y="70224"/>
                  </a:cubicBezTo>
                  <a:cubicBezTo>
                    <a:pt x="86903" y="67670"/>
                    <a:pt x="86903" y="65117"/>
                    <a:pt x="86903" y="63840"/>
                  </a:cubicBezTo>
                  <a:cubicBezTo>
                    <a:pt x="86264" y="63840"/>
                    <a:pt x="85625" y="63201"/>
                    <a:pt x="84986" y="63201"/>
                  </a:cubicBezTo>
                  <a:cubicBezTo>
                    <a:pt x="81792" y="61286"/>
                    <a:pt x="72207" y="56817"/>
                    <a:pt x="69650" y="55541"/>
                  </a:cubicBezTo>
                  <a:close/>
                </a:path>
              </a:pathLst>
            </a:custGeom>
            <a:solidFill>
              <a:srgbClr val="00ABAB"/>
            </a:solidFill>
            <a:ln w="6390" cap="flat">
              <a:noFill/>
              <a:prstDash val="solid"/>
              <a:miter/>
            </a:ln>
          </p:spPr>
          <p:txBody>
            <a:bodyPr rtlCol="0" anchor="ctr"/>
            <a:lstStyle/>
            <a:p>
              <a:endParaRPr lang="en-US"/>
            </a:p>
          </p:txBody>
        </p:sp>
      </p:grpSp>
      <p:grpSp>
        <p:nvGrpSpPr>
          <p:cNvPr id="862" name="Graphic 4">
            <a:extLst>
              <a:ext uri="{FF2B5EF4-FFF2-40B4-BE49-F238E27FC236}">
                <a16:creationId xmlns:a16="http://schemas.microsoft.com/office/drawing/2014/main" id="{36CDE4C8-ED8B-E945-AEC1-EA1A7A3FFD02}"/>
              </a:ext>
            </a:extLst>
          </p:cNvPr>
          <p:cNvGrpSpPr/>
          <p:nvPr/>
        </p:nvGrpSpPr>
        <p:grpSpPr>
          <a:xfrm>
            <a:off x="9279466" y="2371173"/>
            <a:ext cx="361671" cy="361333"/>
            <a:chOff x="9279466" y="2371173"/>
            <a:chExt cx="361671" cy="361333"/>
          </a:xfrm>
          <a:solidFill>
            <a:srgbClr val="00ABAB"/>
          </a:solidFill>
        </p:grpSpPr>
        <p:sp>
          <p:nvSpPr>
            <p:cNvPr id="863" name="Graphic 4">
              <a:extLst>
                <a:ext uri="{FF2B5EF4-FFF2-40B4-BE49-F238E27FC236}">
                  <a16:creationId xmlns:a16="http://schemas.microsoft.com/office/drawing/2014/main" id="{9D6F3B21-91D8-BB4E-8762-04D7AFE2B5B0}"/>
                </a:ext>
              </a:extLst>
            </p:cNvPr>
            <p:cNvSpPr/>
            <p:nvPr/>
          </p:nvSpPr>
          <p:spPr>
            <a:xfrm>
              <a:off x="9446244" y="2518005"/>
              <a:ext cx="37700" cy="19790"/>
            </a:xfrm>
            <a:custGeom>
              <a:avLst/>
              <a:gdLst>
                <a:gd name="connsiteX0" fmla="*/ 31310 w 37700"/>
                <a:gd name="connsiteY0" fmla="*/ 9576 h 19790"/>
                <a:gd name="connsiteX1" fmla="*/ 24920 w 37700"/>
                <a:gd name="connsiteY1" fmla="*/ 1915 h 19790"/>
                <a:gd name="connsiteX2" fmla="*/ 14058 w 37700"/>
                <a:gd name="connsiteY2" fmla="*/ 0 h 19790"/>
                <a:gd name="connsiteX3" fmla="*/ 2555 w 37700"/>
                <a:gd name="connsiteY3" fmla="*/ 2554 h 19790"/>
                <a:gd name="connsiteX4" fmla="*/ 0 w 37700"/>
                <a:gd name="connsiteY4" fmla="*/ 5746 h 19790"/>
                <a:gd name="connsiteX5" fmla="*/ 0 w 37700"/>
                <a:gd name="connsiteY5" fmla="*/ 7022 h 19790"/>
                <a:gd name="connsiteX6" fmla="*/ 3195 w 37700"/>
                <a:gd name="connsiteY6" fmla="*/ 9576 h 19790"/>
                <a:gd name="connsiteX7" fmla="*/ 8945 w 37700"/>
                <a:gd name="connsiteY7" fmla="*/ 12130 h 19790"/>
                <a:gd name="connsiteX8" fmla="*/ 21086 w 37700"/>
                <a:gd name="connsiteY8" fmla="*/ 15322 h 19790"/>
                <a:gd name="connsiteX9" fmla="*/ 37700 w 37700"/>
                <a:gd name="connsiteY9" fmla="*/ 19790 h 19790"/>
                <a:gd name="connsiteX10" fmla="*/ 37700 w 37700"/>
                <a:gd name="connsiteY10" fmla="*/ 19790 h 19790"/>
                <a:gd name="connsiteX11" fmla="*/ 31310 w 37700"/>
                <a:gd name="connsiteY11" fmla="*/ 9576 h 1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700" h="19790">
                  <a:moveTo>
                    <a:pt x="31310" y="9576"/>
                  </a:moveTo>
                  <a:cubicBezTo>
                    <a:pt x="29394" y="5746"/>
                    <a:pt x="27476" y="3192"/>
                    <a:pt x="24920" y="1915"/>
                  </a:cubicBezTo>
                  <a:cubicBezTo>
                    <a:pt x="24281" y="1277"/>
                    <a:pt x="21086" y="0"/>
                    <a:pt x="14058" y="0"/>
                  </a:cubicBezTo>
                  <a:cubicBezTo>
                    <a:pt x="8945" y="0"/>
                    <a:pt x="5111" y="638"/>
                    <a:pt x="2555" y="2554"/>
                  </a:cubicBezTo>
                  <a:cubicBezTo>
                    <a:pt x="0" y="4469"/>
                    <a:pt x="0" y="5107"/>
                    <a:pt x="0" y="5746"/>
                  </a:cubicBezTo>
                  <a:cubicBezTo>
                    <a:pt x="0" y="6384"/>
                    <a:pt x="0" y="6384"/>
                    <a:pt x="0" y="7022"/>
                  </a:cubicBezTo>
                  <a:cubicBezTo>
                    <a:pt x="639" y="7661"/>
                    <a:pt x="1917" y="8938"/>
                    <a:pt x="3195" y="9576"/>
                  </a:cubicBezTo>
                  <a:cubicBezTo>
                    <a:pt x="5111" y="10853"/>
                    <a:pt x="7029" y="11491"/>
                    <a:pt x="8945" y="12130"/>
                  </a:cubicBezTo>
                  <a:cubicBezTo>
                    <a:pt x="11501" y="12768"/>
                    <a:pt x="15335" y="14045"/>
                    <a:pt x="21086" y="15322"/>
                  </a:cubicBezTo>
                  <a:cubicBezTo>
                    <a:pt x="26837" y="16598"/>
                    <a:pt x="32589" y="17875"/>
                    <a:pt x="37700" y="19790"/>
                  </a:cubicBezTo>
                  <a:lnTo>
                    <a:pt x="37700" y="19790"/>
                  </a:lnTo>
                  <a:cubicBezTo>
                    <a:pt x="35783" y="15960"/>
                    <a:pt x="33227" y="13406"/>
                    <a:pt x="31310" y="9576"/>
                  </a:cubicBezTo>
                  <a:close/>
                </a:path>
              </a:pathLst>
            </a:custGeom>
            <a:solidFill>
              <a:srgbClr val="00ABAB"/>
            </a:solidFill>
            <a:ln w="6390" cap="flat">
              <a:noFill/>
              <a:prstDash val="solid"/>
              <a:miter/>
            </a:ln>
          </p:spPr>
          <p:txBody>
            <a:bodyPr rtlCol="0" anchor="ctr"/>
            <a:lstStyle/>
            <a:p>
              <a:endParaRPr lang="en-US"/>
            </a:p>
          </p:txBody>
        </p:sp>
        <p:sp>
          <p:nvSpPr>
            <p:cNvPr id="864" name="Graphic 4">
              <a:extLst>
                <a:ext uri="{FF2B5EF4-FFF2-40B4-BE49-F238E27FC236}">
                  <a16:creationId xmlns:a16="http://schemas.microsoft.com/office/drawing/2014/main" id="{C3395CDC-5A87-FB41-B90D-CB41F2A4EE47}"/>
                </a:ext>
              </a:extLst>
            </p:cNvPr>
            <p:cNvSpPr/>
            <p:nvPr/>
          </p:nvSpPr>
          <p:spPr>
            <a:xfrm>
              <a:off x="9279466" y="2371173"/>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226204 w 361671"/>
                <a:gd name="connsiteY5" fmla="*/ 288556 h 361333"/>
                <a:gd name="connsiteX6" fmla="*/ 198728 w 361671"/>
                <a:gd name="connsiteY6" fmla="*/ 282172 h 361333"/>
                <a:gd name="connsiteX7" fmla="*/ 182113 w 361671"/>
                <a:gd name="connsiteY7" fmla="*/ 283449 h 361333"/>
                <a:gd name="connsiteX8" fmla="*/ 79235 w 361671"/>
                <a:gd name="connsiteY8" fmla="*/ 181944 h 361333"/>
                <a:gd name="connsiteX9" fmla="*/ 79874 w 361671"/>
                <a:gd name="connsiteY9" fmla="*/ 173006 h 361333"/>
                <a:gd name="connsiteX10" fmla="*/ 81153 w 361671"/>
                <a:gd name="connsiteY10" fmla="*/ 164068 h 361333"/>
                <a:gd name="connsiteX11" fmla="*/ 73484 w 361671"/>
                <a:gd name="connsiteY11" fmla="*/ 135341 h 361333"/>
                <a:gd name="connsiteX12" fmla="*/ 136106 w 361671"/>
                <a:gd name="connsiteY12" fmla="*/ 74054 h 361333"/>
                <a:gd name="connsiteX13" fmla="*/ 167417 w 361671"/>
                <a:gd name="connsiteY13" fmla="*/ 82354 h 361333"/>
                <a:gd name="connsiteX14" fmla="*/ 182753 w 361671"/>
                <a:gd name="connsiteY14" fmla="*/ 81077 h 361333"/>
                <a:gd name="connsiteX15" fmla="*/ 285631 w 361671"/>
                <a:gd name="connsiteY15" fmla="*/ 174921 h 361333"/>
                <a:gd name="connsiteX16" fmla="*/ 285631 w 361671"/>
                <a:gd name="connsiteY16" fmla="*/ 182582 h 361333"/>
                <a:gd name="connsiteX17" fmla="*/ 283713 w 361671"/>
                <a:gd name="connsiteY17" fmla="*/ 202372 h 361333"/>
                <a:gd name="connsiteX18" fmla="*/ 289464 w 361671"/>
                <a:gd name="connsiteY18" fmla="*/ 227908 h 361333"/>
                <a:gd name="connsiteX19" fmla="*/ 226204 w 361671"/>
                <a:gd name="connsiteY19" fmla="*/ 28855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671" h="361333">
                  <a:moveTo>
                    <a:pt x="180836" y="0"/>
                  </a:moveTo>
                  <a:cubicBezTo>
                    <a:pt x="80514" y="0"/>
                    <a:pt x="0" y="81077"/>
                    <a:pt x="0" y="180667"/>
                  </a:cubicBezTo>
                  <a:cubicBezTo>
                    <a:pt x="0" y="280257"/>
                    <a:pt x="81153" y="361333"/>
                    <a:pt x="180836" y="361333"/>
                  </a:cubicBezTo>
                  <a:cubicBezTo>
                    <a:pt x="280518" y="361333"/>
                    <a:pt x="361671" y="280257"/>
                    <a:pt x="361671" y="180667"/>
                  </a:cubicBezTo>
                  <a:cubicBezTo>
                    <a:pt x="361671" y="81077"/>
                    <a:pt x="280518" y="0"/>
                    <a:pt x="180836" y="0"/>
                  </a:cubicBezTo>
                  <a:close/>
                  <a:moveTo>
                    <a:pt x="226204" y="288556"/>
                  </a:moveTo>
                  <a:cubicBezTo>
                    <a:pt x="216619" y="288556"/>
                    <a:pt x="207034" y="286641"/>
                    <a:pt x="198728" y="282172"/>
                  </a:cubicBezTo>
                  <a:cubicBezTo>
                    <a:pt x="192977" y="282811"/>
                    <a:pt x="187864" y="283449"/>
                    <a:pt x="182113" y="283449"/>
                  </a:cubicBezTo>
                  <a:cubicBezTo>
                    <a:pt x="125243" y="283449"/>
                    <a:pt x="79235" y="238123"/>
                    <a:pt x="79235" y="181944"/>
                  </a:cubicBezTo>
                  <a:cubicBezTo>
                    <a:pt x="79235" y="178752"/>
                    <a:pt x="79235" y="175560"/>
                    <a:pt x="79874" y="173006"/>
                  </a:cubicBezTo>
                  <a:cubicBezTo>
                    <a:pt x="79874" y="169814"/>
                    <a:pt x="80514" y="166622"/>
                    <a:pt x="81153" y="164068"/>
                  </a:cubicBezTo>
                  <a:cubicBezTo>
                    <a:pt x="76040" y="155131"/>
                    <a:pt x="73484" y="144916"/>
                    <a:pt x="73484" y="135341"/>
                  </a:cubicBezTo>
                  <a:cubicBezTo>
                    <a:pt x="73484" y="101505"/>
                    <a:pt x="101600" y="74054"/>
                    <a:pt x="136106" y="74054"/>
                  </a:cubicBezTo>
                  <a:cubicBezTo>
                    <a:pt x="146969" y="74054"/>
                    <a:pt x="157832" y="76608"/>
                    <a:pt x="167417" y="82354"/>
                  </a:cubicBezTo>
                  <a:cubicBezTo>
                    <a:pt x="172528" y="81715"/>
                    <a:pt x="177641" y="81077"/>
                    <a:pt x="182753" y="81077"/>
                  </a:cubicBezTo>
                  <a:cubicBezTo>
                    <a:pt x="236428" y="81077"/>
                    <a:pt x="281157" y="122573"/>
                    <a:pt x="285631" y="174921"/>
                  </a:cubicBezTo>
                  <a:cubicBezTo>
                    <a:pt x="285631" y="177475"/>
                    <a:pt x="285631" y="180028"/>
                    <a:pt x="285631" y="182582"/>
                  </a:cubicBezTo>
                  <a:cubicBezTo>
                    <a:pt x="285631" y="188966"/>
                    <a:pt x="284992" y="195988"/>
                    <a:pt x="283713" y="202372"/>
                  </a:cubicBezTo>
                  <a:cubicBezTo>
                    <a:pt x="287547" y="210671"/>
                    <a:pt x="289464" y="218971"/>
                    <a:pt x="289464" y="227908"/>
                  </a:cubicBezTo>
                  <a:cubicBezTo>
                    <a:pt x="288187" y="260467"/>
                    <a:pt x="260071" y="288556"/>
                    <a:pt x="226204" y="288556"/>
                  </a:cubicBezTo>
                  <a:close/>
                </a:path>
              </a:pathLst>
            </a:custGeom>
            <a:solidFill>
              <a:srgbClr val="00ABAB"/>
            </a:solidFill>
            <a:ln w="6390" cap="flat">
              <a:noFill/>
              <a:prstDash val="solid"/>
              <a:miter/>
            </a:ln>
          </p:spPr>
          <p:txBody>
            <a:bodyPr rtlCol="0" anchor="ctr"/>
            <a:lstStyle/>
            <a:p>
              <a:endParaRPr lang="en-US"/>
            </a:p>
          </p:txBody>
        </p:sp>
        <p:sp>
          <p:nvSpPr>
            <p:cNvPr id="865" name="Graphic 4">
              <a:extLst>
                <a:ext uri="{FF2B5EF4-FFF2-40B4-BE49-F238E27FC236}">
                  <a16:creationId xmlns:a16="http://schemas.microsoft.com/office/drawing/2014/main" id="{2725D996-6D78-414F-B461-679C6A615FEE}"/>
                </a:ext>
              </a:extLst>
            </p:cNvPr>
            <p:cNvSpPr/>
            <p:nvPr/>
          </p:nvSpPr>
          <p:spPr>
            <a:xfrm>
              <a:off x="9416211" y="2496299"/>
              <a:ext cx="90737" cy="107889"/>
            </a:xfrm>
            <a:custGeom>
              <a:avLst/>
              <a:gdLst>
                <a:gd name="connsiteX0" fmla="*/ 80513 w 90737"/>
                <a:gd name="connsiteY0" fmla="*/ 58733 h 107889"/>
                <a:gd name="connsiteX1" fmla="*/ 67094 w 90737"/>
                <a:gd name="connsiteY1" fmla="*/ 52349 h 107889"/>
                <a:gd name="connsiteX2" fmla="*/ 47925 w 90737"/>
                <a:gd name="connsiteY2" fmla="*/ 47241 h 107889"/>
                <a:gd name="connsiteX3" fmla="*/ 35145 w 90737"/>
                <a:gd name="connsiteY3" fmla="*/ 44049 h 107889"/>
                <a:gd name="connsiteX4" fmla="*/ 26838 w 90737"/>
                <a:gd name="connsiteY4" fmla="*/ 40857 h 107889"/>
                <a:gd name="connsiteX5" fmla="*/ 19809 w 90737"/>
                <a:gd name="connsiteY5" fmla="*/ 35112 h 107889"/>
                <a:gd name="connsiteX6" fmla="*/ 16614 w 90737"/>
                <a:gd name="connsiteY6" fmla="*/ 26174 h 107889"/>
                <a:gd name="connsiteX7" fmla="*/ 24921 w 90737"/>
                <a:gd name="connsiteY7" fmla="*/ 12130 h 107889"/>
                <a:gd name="connsiteX8" fmla="*/ 43452 w 90737"/>
                <a:gd name="connsiteY8" fmla="*/ 7022 h 107889"/>
                <a:gd name="connsiteX9" fmla="*/ 61983 w 90737"/>
                <a:gd name="connsiteY9" fmla="*/ 11491 h 107889"/>
                <a:gd name="connsiteX10" fmla="*/ 71568 w 90737"/>
                <a:gd name="connsiteY10" fmla="*/ 23621 h 107889"/>
                <a:gd name="connsiteX11" fmla="*/ 75402 w 90737"/>
                <a:gd name="connsiteY11" fmla="*/ 28728 h 107889"/>
                <a:gd name="connsiteX12" fmla="*/ 78597 w 90737"/>
                <a:gd name="connsiteY12" fmla="*/ 29366 h 107889"/>
                <a:gd name="connsiteX13" fmla="*/ 83069 w 90737"/>
                <a:gd name="connsiteY13" fmla="*/ 27451 h 107889"/>
                <a:gd name="connsiteX14" fmla="*/ 84986 w 90737"/>
                <a:gd name="connsiteY14" fmla="*/ 23621 h 107889"/>
                <a:gd name="connsiteX15" fmla="*/ 83069 w 90737"/>
                <a:gd name="connsiteY15" fmla="*/ 16598 h 107889"/>
                <a:gd name="connsiteX16" fmla="*/ 76040 w 90737"/>
                <a:gd name="connsiteY16" fmla="*/ 8938 h 107889"/>
                <a:gd name="connsiteX17" fmla="*/ 63261 w 90737"/>
                <a:gd name="connsiteY17" fmla="*/ 2554 h 107889"/>
                <a:gd name="connsiteX18" fmla="*/ 44730 w 90737"/>
                <a:gd name="connsiteY18" fmla="*/ 0 h 107889"/>
                <a:gd name="connsiteX19" fmla="*/ 21087 w 90737"/>
                <a:gd name="connsiteY19" fmla="*/ 3830 h 107889"/>
                <a:gd name="connsiteX20" fmla="*/ 7029 w 90737"/>
                <a:gd name="connsiteY20" fmla="*/ 13406 h 107889"/>
                <a:gd name="connsiteX21" fmla="*/ 2556 w 90737"/>
                <a:gd name="connsiteY21" fmla="*/ 27451 h 107889"/>
                <a:gd name="connsiteX22" fmla="*/ 7029 w 90737"/>
                <a:gd name="connsiteY22" fmla="*/ 40857 h 107889"/>
                <a:gd name="connsiteX23" fmla="*/ 19809 w 90737"/>
                <a:gd name="connsiteY23" fmla="*/ 49795 h 107889"/>
                <a:gd name="connsiteX24" fmla="*/ 41535 w 90737"/>
                <a:gd name="connsiteY24" fmla="*/ 56179 h 107889"/>
                <a:gd name="connsiteX25" fmla="*/ 58148 w 90737"/>
                <a:gd name="connsiteY25" fmla="*/ 60009 h 107889"/>
                <a:gd name="connsiteX26" fmla="*/ 70289 w 90737"/>
                <a:gd name="connsiteY26" fmla="*/ 66393 h 107889"/>
                <a:gd name="connsiteX27" fmla="*/ 75402 w 90737"/>
                <a:gd name="connsiteY27" fmla="*/ 79161 h 107889"/>
                <a:gd name="connsiteX28" fmla="*/ 65817 w 90737"/>
                <a:gd name="connsiteY28" fmla="*/ 95121 h 107889"/>
                <a:gd name="connsiteX29" fmla="*/ 44730 w 90737"/>
                <a:gd name="connsiteY29" fmla="*/ 100867 h 107889"/>
                <a:gd name="connsiteX30" fmla="*/ 29394 w 90737"/>
                <a:gd name="connsiteY30" fmla="*/ 97675 h 107889"/>
                <a:gd name="connsiteX31" fmla="*/ 19809 w 90737"/>
                <a:gd name="connsiteY31" fmla="*/ 90014 h 107889"/>
                <a:gd name="connsiteX32" fmla="*/ 14058 w 90737"/>
                <a:gd name="connsiteY32" fmla="*/ 79800 h 107889"/>
                <a:gd name="connsiteX33" fmla="*/ 10863 w 90737"/>
                <a:gd name="connsiteY33" fmla="*/ 74693 h 107889"/>
                <a:gd name="connsiteX34" fmla="*/ 7029 w 90737"/>
                <a:gd name="connsiteY34" fmla="*/ 73416 h 107889"/>
                <a:gd name="connsiteX35" fmla="*/ 1917 w 90737"/>
                <a:gd name="connsiteY35" fmla="*/ 75331 h 107889"/>
                <a:gd name="connsiteX36" fmla="*/ 0 w 90737"/>
                <a:gd name="connsiteY36" fmla="*/ 79161 h 107889"/>
                <a:gd name="connsiteX37" fmla="*/ 4473 w 90737"/>
                <a:gd name="connsiteY37" fmla="*/ 91291 h 107889"/>
                <a:gd name="connsiteX38" fmla="*/ 16614 w 90737"/>
                <a:gd name="connsiteY38" fmla="*/ 102144 h 107889"/>
                <a:gd name="connsiteX39" fmla="*/ 45368 w 90737"/>
                <a:gd name="connsiteY39" fmla="*/ 107889 h 107889"/>
                <a:gd name="connsiteX40" fmla="*/ 70289 w 90737"/>
                <a:gd name="connsiteY40" fmla="*/ 103421 h 107889"/>
                <a:gd name="connsiteX41" fmla="*/ 85625 w 90737"/>
                <a:gd name="connsiteY41" fmla="*/ 91929 h 107889"/>
                <a:gd name="connsiteX42" fmla="*/ 90738 w 90737"/>
                <a:gd name="connsiteY42" fmla="*/ 75969 h 107889"/>
                <a:gd name="connsiteX43" fmla="*/ 88181 w 90737"/>
                <a:gd name="connsiteY43" fmla="*/ 63840 h 107889"/>
                <a:gd name="connsiteX44" fmla="*/ 80513 w 90737"/>
                <a:gd name="connsiteY44" fmla="*/ 58733 h 107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0737" h="107889">
                  <a:moveTo>
                    <a:pt x="80513" y="58733"/>
                  </a:moveTo>
                  <a:cubicBezTo>
                    <a:pt x="76679" y="56179"/>
                    <a:pt x="72207" y="54264"/>
                    <a:pt x="67094" y="52349"/>
                  </a:cubicBezTo>
                  <a:cubicBezTo>
                    <a:pt x="61343" y="50433"/>
                    <a:pt x="54953" y="49157"/>
                    <a:pt x="47925" y="47241"/>
                  </a:cubicBezTo>
                  <a:cubicBezTo>
                    <a:pt x="42173" y="45965"/>
                    <a:pt x="37701" y="44688"/>
                    <a:pt x="35145" y="44049"/>
                  </a:cubicBezTo>
                  <a:cubicBezTo>
                    <a:pt x="32589" y="43411"/>
                    <a:pt x="29394" y="42134"/>
                    <a:pt x="26838" y="40857"/>
                  </a:cubicBezTo>
                  <a:cubicBezTo>
                    <a:pt x="23643" y="39581"/>
                    <a:pt x="21087" y="37665"/>
                    <a:pt x="19809" y="35112"/>
                  </a:cubicBezTo>
                  <a:cubicBezTo>
                    <a:pt x="17892" y="32558"/>
                    <a:pt x="16614" y="29366"/>
                    <a:pt x="16614" y="26174"/>
                  </a:cubicBezTo>
                  <a:cubicBezTo>
                    <a:pt x="16614" y="22344"/>
                    <a:pt x="17892" y="16598"/>
                    <a:pt x="24921" y="12130"/>
                  </a:cubicBezTo>
                  <a:cubicBezTo>
                    <a:pt x="30033" y="8938"/>
                    <a:pt x="35783" y="7022"/>
                    <a:pt x="43452" y="7022"/>
                  </a:cubicBezTo>
                  <a:cubicBezTo>
                    <a:pt x="51758" y="7022"/>
                    <a:pt x="58148" y="8299"/>
                    <a:pt x="61983" y="11491"/>
                  </a:cubicBezTo>
                  <a:cubicBezTo>
                    <a:pt x="65817" y="14683"/>
                    <a:pt x="69012" y="18514"/>
                    <a:pt x="71568" y="23621"/>
                  </a:cubicBezTo>
                  <a:cubicBezTo>
                    <a:pt x="73484" y="26813"/>
                    <a:pt x="74763" y="28089"/>
                    <a:pt x="75402" y="28728"/>
                  </a:cubicBezTo>
                  <a:cubicBezTo>
                    <a:pt x="76040" y="29366"/>
                    <a:pt x="77318" y="29366"/>
                    <a:pt x="78597" y="29366"/>
                  </a:cubicBezTo>
                  <a:cubicBezTo>
                    <a:pt x="80513" y="29366"/>
                    <a:pt x="81792" y="28728"/>
                    <a:pt x="83069" y="27451"/>
                  </a:cubicBezTo>
                  <a:cubicBezTo>
                    <a:pt x="84986" y="25536"/>
                    <a:pt x="84986" y="24259"/>
                    <a:pt x="84986" y="23621"/>
                  </a:cubicBezTo>
                  <a:cubicBezTo>
                    <a:pt x="84986" y="21706"/>
                    <a:pt x="84348" y="19152"/>
                    <a:pt x="83069" y="16598"/>
                  </a:cubicBezTo>
                  <a:cubicBezTo>
                    <a:pt x="81792" y="14045"/>
                    <a:pt x="79235" y="11491"/>
                    <a:pt x="76040" y="8938"/>
                  </a:cubicBezTo>
                  <a:cubicBezTo>
                    <a:pt x="72845" y="6384"/>
                    <a:pt x="68373" y="4469"/>
                    <a:pt x="63261" y="2554"/>
                  </a:cubicBezTo>
                  <a:cubicBezTo>
                    <a:pt x="58148" y="638"/>
                    <a:pt x="51758" y="0"/>
                    <a:pt x="44730" y="0"/>
                  </a:cubicBezTo>
                  <a:cubicBezTo>
                    <a:pt x="35783" y="0"/>
                    <a:pt x="27477" y="1277"/>
                    <a:pt x="21087" y="3830"/>
                  </a:cubicBezTo>
                  <a:cubicBezTo>
                    <a:pt x="14697" y="6384"/>
                    <a:pt x="10224" y="9576"/>
                    <a:pt x="7029" y="13406"/>
                  </a:cubicBezTo>
                  <a:cubicBezTo>
                    <a:pt x="3834" y="17237"/>
                    <a:pt x="2556" y="22344"/>
                    <a:pt x="2556" y="27451"/>
                  </a:cubicBezTo>
                  <a:cubicBezTo>
                    <a:pt x="2556" y="33197"/>
                    <a:pt x="3834" y="37665"/>
                    <a:pt x="7029" y="40857"/>
                  </a:cubicBezTo>
                  <a:cubicBezTo>
                    <a:pt x="10224" y="44688"/>
                    <a:pt x="14058" y="47880"/>
                    <a:pt x="19809" y="49795"/>
                  </a:cubicBezTo>
                  <a:cubicBezTo>
                    <a:pt x="25560" y="52349"/>
                    <a:pt x="33228" y="54264"/>
                    <a:pt x="41535" y="56179"/>
                  </a:cubicBezTo>
                  <a:cubicBezTo>
                    <a:pt x="48563" y="57456"/>
                    <a:pt x="54314" y="58733"/>
                    <a:pt x="58148" y="60009"/>
                  </a:cubicBezTo>
                  <a:cubicBezTo>
                    <a:pt x="62622" y="61286"/>
                    <a:pt x="67094" y="63840"/>
                    <a:pt x="70289" y="66393"/>
                  </a:cubicBezTo>
                  <a:cubicBezTo>
                    <a:pt x="74123" y="69585"/>
                    <a:pt x="75402" y="74054"/>
                    <a:pt x="75402" y="79161"/>
                  </a:cubicBezTo>
                  <a:cubicBezTo>
                    <a:pt x="75402" y="85545"/>
                    <a:pt x="72207" y="91291"/>
                    <a:pt x="65817" y="95121"/>
                  </a:cubicBezTo>
                  <a:cubicBezTo>
                    <a:pt x="60066" y="98952"/>
                    <a:pt x="53037" y="100867"/>
                    <a:pt x="44730" y="100867"/>
                  </a:cubicBezTo>
                  <a:cubicBezTo>
                    <a:pt x="38340" y="100867"/>
                    <a:pt x="33228" y="99590"/>
                    <a:pt x="29394" y="97675"/>
                  </a:cubicBezTo>
                  <a:cubicBezTo>
                    <a:pt x="25560" y="95760"/>
                    <a:pt x="21726" y="93206"/>
                    <a:pt x="19809" y="90014"/>
                  </a:cubicBezTo>
                  <a:cubicBezTo>
                    <a:pt x="17892" y="87461"/>
                    <a:pt x="15975" y="83630"/>
                    <a:pt x="14058" y="79800"/>
                  </a:cubicBezTo>
                  <a:cubicBezTo>
                    <a:pt x="12780" y="77246"/>
                    <a:pt x="12141" y="75331"/>
                    <a:pt x="10863" y="74693"/>
                  </a:cubicBezTo>
                  <a:cubicBezTo>
                    <a:pt x="10224" y="74054"/>
                    <a:pt x="8946" y="73416"/>
                    <a:pt x="7029" y="73416"/>
                  </a:cubicBezTo>
                  <a:cubicBezTo>
                    <a:pt x="4473" y="73416"/>
                    <a:pt x="3195" y="74693"/>
                    <a:pt x="1917" y="75331"/>
                  </a:cubicBezTo>
                  <a:cubicBezTo>
                    <a:pt x="639" y="76608"/>
                    <a:pt x="0" y="77246"/>
                    <a:pt x="0" y="79161"/>
                  </a:cubicBezTo>
                  <a:cubicBezTo>
                    <a:pt x="0" y="82992"/>
                    <a:pt x="1278" y="86822"/>
                    <a:pt x="4473" y="91291"/>
                  </a:cubicBezTo>
                  <a:cubicBezTo>
                    <a:pt x="7668" y="95760"/>
                    <a:pt x="11502" y="99590"/>
                    <a:pt x="16614" y="102144"/>
                  </a:cubicBezTo>
                  <a:cubicBezTo>
                    <a:pt x="23643" y="105974"/>
                    <a:pt x="33228" y="107889"/>
                    <a:pt x="45368" y="107889"/>
                  </a:cubicBezTo>
                  <a:cubicBezTo>
                    <a:pt x="54953" y="107889"/>
                    <a:pt x="63261" y="106613"/>
                    <a:pt x="70289" y="103421"/>
                  </a:cubicBezTo>
                  <a:cubicBezTo>
                    <a:pt x="76679" y="100867"/>
                    <a:pt x="81792" y="97037"/>
                    <a:pt x="85625" y="91929"/>
                  </a:cubicBezTo>
                  <a:cubicBezTo>
                    <a:pt x="88820" y="87461"/>
                    <a:pt x="90738" y="81715"/>
                    <a:pt x="90738" y="75969"/>
                  </a:cubicBezTo>
                  <a:cubicBezTo>
                    <a:pt x="90738" y="70862"/>
                    <a:pt x="90098" y="67032"/>
                    <a:pt x="88181" y="63840"/>
                  </a:cubicBezTo>
                  <a:cubicBezTo>
                    <a:pt x="86903" y="63840"/>
                    <a:pt x="84348" y="61286"/>
                    <a:pt x="80513" y="58733"/>
                  </a:cubicBezTo>
                  <a:close/>
                </a:path>
              </a:pathLst>
            </a:custGeom>
            <a:solidFill>
              <a:srgbClr val="00ABAB"/>
            </a:solidFill>
            <a:ln w="6390" cap="flat">
              <a:noFill/>
              <a:prstDash val="solid"/>
              <a:miter/>
            </a:ln>
          </p:spPr>
          <p:txBody>
            <a:bodyPr rtlCol="0" anchor="ctr"/>
            <a:lstStyle/>
            <a:p>
              <a:endParaRPr lang="en-US"/>
            </a:p>
          </p:txBody>
        </p:sp>
        <p:sp>
          <p:nvSpPr>
            <p:cNvPr id="866" name="Graphic 4">
              <a:extLst>
                <a:ext uri="{FF2B5EF4-FFF2-40B4-BE49-F238E27FC236}">
                  <a16:creationId xmlns:a16="http://schemas.microsoft.com/office/drawing/2014/main" id="{74A861F3-E2A6-4048-91C4-E6166591A0D8}"/>
                </a:ext>
              </a:extLst>
            </p:cNvPr>
            <p:cNvSpPr/>
            <p:nvPr/>
          </p:nvSpPr>
          <p:spPr>
            <a:xfrm>
              <a:off x="9365730" y="2456719"/>
              <a:ext cx="189781" cy="189604"/>
            </a:xfrm>
            <a:custGeom>
              <a:avLst/>
              <a:gdLst>
                <a:gd name="connsiteX0" fmla="*/ 183392 w 189781"/>
                <a:gd name="connsiteY0" fmla="*/ 117465 h 189604"/>
                <a:gd name="connsiteX1" fmla="*/ 184031 w 189781"/>
                <a:gd name="connsiteY1" fmla="*/ 114912 h 189604"/>
                <a:gd name="connsiteX2" fmla="*/ 185948 w 189781"/>
                <a:gd name="connsiteY2" fmla="*/ 95760 h 189604"/>
                <a:gd name="connsiteX3" fmla="*/ 185948 w 189781"/>
                <a:gd name="connsiteY3" fmla="*/ 89376 h 189604"/>
                <a:gd name="connsiteX4" fmla="*/ 95849 w 189781"/>
                <a:gd name="connsiteY4" fmla="*/ 7022 h 189604"/>
                <a:gd name="connsiteX5" fmla="*/ 80514 w 189781"/>
                <a:gd name="connsiteY5" fmla="*/ 8299 h 189604"/>
                <a:gd name="connsiteX6" fmla="*/ 77958 w 189781"/>
                <a:gd name="connsiteY6" fmla="*/ 8938 h 189604"/>
                <a:gd name="connsiteX7" fmla="*/ 76040 w 189781"/>
                <a:gd name="connsiteY7" fmla="*/ 7661 h 189604"/>
                <a:gd name="connsiteX8" fmla="*/ 49842 w 189781"/>
                <a:gd name="connsiteY8" fmla="*/ 0 h 189604"/>
                <a:gd name="connsiteX9" fmla="*/ 0 w 189781"/>
                <a:gd name="connsiteY9" fmla="*/ 48518 h 189604"/>
                <a:gd name="connsiteX10" fmla="*/ 7030 w 189781"/>
                <a:gd name="connsiteY10" fmla="*/ 73416 h 189604"/>
                <a:gd name="connsiteX11" fmla="*/ 8307 w 189781"/>
                <a:gd name="connsiteY11" fmla="*/ 75331 h 189604"/>
                <a:gd name="connsiteX12" fmla="*/ 7668 w 189781"/>
                <a:gd name="connsiteY12" fmla="*/ 77884 h 189604"/>
                <a:gd name="connsiteX13" fmla="*/ 6390 w 189781"/>
                <a:gd name="connsiteY13" fmla="*/ 87460 h 189604"/>
                <a:gd name="connsiteX14" fmla="*/ 5751 w 189781"/>
                <a:gd name="connsiteY14" fmla="*/ 95760 h 189604"/>
                <a:gd name="connsiteX15" fmla="*/ 95849 w 189781"/>
                <a:gd name="connsiteY15" fmla="*/ 184497 h 189604"/>
                <a:gd name="connsiteX16" fmla="*/ 112464 w 189781"/>
                <a:gd name="connsiteY16" fmla="*/ 183220 h 189604"/>
                <a:gd name="connsiteX17" fmla="*/ 114380 w 189781"/>
                <a:gd name="connsiteY17" fmla="*/ 182582 h 189604"/>
                <a:gd name="connsiteX18" fmla="*/ 116297 w 189781"/>
                <a:gd name="connsiteY18" fmla="*/ 183859 h 189604"/>
                <a:gd name="connsiteX19" fmla="*/ 139940 w 189781"/>
                <a:gd name="connsiteY19" fmla="*/ 189604 h 189604"/>
                <a:gd name="connsiteX20" fmla="*/ 189782 w 189781"/>
                <a:gd name="connsiteY20" fmla="*/ 141086 h 189604"/>
                <a:gd name="connsiteX21" fmla="*/ 184669 w 189781"/>
                <a:gd name="connsiteY21" fmla="*/ 119380 h 189604"/>
                <a:gd name="connsiteX22" fmla="*/ 183392 w 189781"/>
                <a:gd name="connsiteY22" fmla="*/ 117465 h 189604"/>
                <a:gd name="connsiteX23" fmla="*/ 146969 w 189781"/>
                <a:gd name="connsiteY23" fmla="*/ 142363 h 189604"/>
                <a:gd name="connsiteX24" fmla="*/ 126521 w 189781"/>
                <a:gd name="connsiteY24" fmla="*/ 158323 h 189604"/>
                <a:gd name="connsiteX25" fmla="*/ 96489 w 189781"/>
                <a:gd name="connsiteY25" fmla="*/ 163430 h 189604"/>
                <a:gd name="connsiteX26" fmla="*/ 61983 w 189781"/>
                <a:gd name="connsiteY26" fmla="*/ 155769 h 189604"/>
                <a:gd name="connsiteX27" fmla="*/ 45369 w 189781"/>
                <a:gd name="connsiteY27" fmla="*/ 141086 h 189604"/>
                <a:gd name="connsiteX28" fmla="*/ 38340 w 189781"/>
                <a:gd name="connsiteY28" fmla="*/ 121296 h 189604"/>
                <a:gd name="connsiteX29" fmla="*/ 44091 w 189781"/>
                <a:gd name="connsiteY29" fmla="*/ 108528 h 189604"/>
                <a:gd name="connsiteX30" fmla="*/ 57509 w 189781"/>
                <a:gd name="connsiteY30" fmla="*/ 103420 h 189604"/>
                <a:gd name="connsiteX31" fmla="*/ 69650 w 189781"/>
                <a:gd name="connsiteY31" fmla="*/ 107889 h 189604"/>
                <a:gd name="connsiteX32" fmla="*/ 76679 w 189781"/>
                <a:gd name="connsiteY32" fmla="*/ 118104 h 189604"/>
                <a:gd name="connsiteX33" fmla="*/ 81153 w 189781"/>
                <a:gd name="connsiteY33" fmla="*/ 125764 h 189604"/>
                <a:gd name="connsiteX34" fmla="*/ 86264 w 189781"/>
                <a:gd name="connsiteY34" fmla="*/ 129595 h 189604"/>
                <a:gd name="connsiteX35" fmla="*/ 96489 w 189781"/>
                <a:gd name="connsiteY35" fmla="*/ 131510 h 189604"/>
                <a:gd name="connsiteX36" fmla="*/ 110546 w 189781"/>
                <a:gd name="connsiteY36" fmla="*/ 128318 h 189604"/>
                <a:gd name="connsiteX37" fmla="*/ 114380 w 189781"/>
                <a:gd name="connsiteY37" fmla="*/ 122572 h 189604"/>
                <a:gd name="connsiteX38" fmla="*/ 113102 w 189781"/>
                <a:gd name="connsiteY38" fmla="*/ 118742 h 189604"/>
                <a:gd name="connsiteX39" fmla="*/ 106074 w 189781"/>
                <a:gd name="connsiteY39" fmla="*/ 114912 h 189604"/>
                <a:gd name="connsiteX40" fmla="*/ 90738 w 189781"/>
                <a:gd name="connsiteY40" fmla="*/ 111081 h 189604"/>
                <a:gd name="connsiteX41" fmla="*/ 66456 w 189781"/>
                <a:gd name="connsiteY41" fmla="*/ 104059 h 189604"/>
                <a:gd name="connsiteX42" fmla="*/ 48564 w 189781"/>
                <a:gd name="connsiteY42" fmla="*/ 91291 h 189604"/>
                <a:gd name="connsiteX43" fmla="*/ 41535 w 189781"/>
                <a:gd name="connsiteY43" fmla="*/ 69585 h 189604"/>
                <a:gd name="connsiteX44" fmla="*/ 48564 w 189781"/>
                <a:gd name="connsiteY44" fmla="*/ 47880 h 189604"/>
                <a:gd name="connsiteX45" fmla="*/ 68373 w 189781"/>
                <a:gd name="connsiteY45" fmla="*/ 33835 h 189604"/>
                <a:gd name="connsiteX46" fmla="*/ 96489 w 189781"/>
                <a:gd name="connsiteY46" fmla="*/ 29366 h 189604"/>
                <a:gd name="connsiteX47" fmla="*/ 118853 w 189781"/>
                <a:gd name="connsiteY47" fmla="*/ 32558 h 189604"/>
                <a:gd name="connsiteX48" fmla="*/ 135467 w 189781"/>
                <a:gd name="connsiteY48" fmla="*/ 40857 h 189604"/>
                <a:gd name="connsiteX49" fmla="*/ 145691 w 189781"/>
                <a:gd name="connsiteY49" fmla="*/ 52349 h 189604"/>
                <a:gd name="connsiteX50" fmla="*/ 148886 w 189781"/>
                <a:gd name="connsiteY50" fmla="*/ 65117 h 189604"/>
                <a:gd name="connsiteX51" fmla="*/ 143774 w 189781"/>
                <a:gd name="connsiteY51" fmla="*/ 77884 h 189604"/>
                <a:gd name="connsiteX52" fmla="*/ 129077 w 189781"/>
                <a:gd name="connsiteY52" fmla="*/ 83630 h 189604"/>
                <a:gd name="connsiteX53" fmla="*/ 138023 w 189781"/>
                <a:gd name="connsiteY53" fmla="*/ 88099 h 189604"/>
                <a:gd name="connsiteX54" fmla="*/ 150164 w 189781"/>
                <a:gd name="connsiteY54" fmla="*/ 100867 h 189604"/>
                <a:gd name="connsiteX55" fmla="*/ 154637 w 189781"/>
                <a:gd name="connsiteY55" fmla="*/ 119380 h 189604"/>
                <a:gd name="connsiteX56" fmla="*/ 146969 w 189781"/>
                <a:gd name="connsiteY56" fmla="*/ 142363 h 18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89781" h="189604">
                  <a:moveTo>
                    <a:pt x="183392" y="117465"/>
                  </a:moveTo>
                  <a:lnTo>
                    <a:pt x="184031" y="114912"/>
                  </a:lnTo>
                  <a:cubicBezTo>
                    <a:pt x="185308" y="108528"/>
                    <a:pt x="185948" y="102144"/>
                    <a:pt x="185948" y="95760"/>
                  </a:cubicBezTo>
                  <a:cubicBezTo>
                    <a:pt x="185948" y="93206"/>
                    <a:pt x="185948" y="91291"/>
                    <a:pt x="185948" y="89376"/>
                  </a:cubicBezTo>
                  <a:cubicBezTo>
                    <a:pt x="182753" y="43411"/>
                    <a:pt x="143135" y="7022"/>
                    <a:pt x="95849" y="7022"/>
                  </a:cubicBezTo>
                  <a:cubicBezTo>
                    <a:pt x="90738" y="7022"/>
                    <a:pt x="85625" y="7661"/>
                    <a:pt x="80514" y="8299"/>
                  </a:cubicBezTo>
                  <a:lnTo>
                    <a:pt x="77958" y="8938"/>
                  </a:lnTo>
                  <a:lnTo>
                    <a:pt x="76040" y="7661"/>
                  </a:lnTo>
                  <a:cubicBezTo>
                    <a:pt x="68373" y="2554"/>
                    <a:pt x="58788" y="0"/>
                    <a:pt x="49842" y="0"/>
                  </a:cubicBezTo>
                  <a:cubicBezTo>
                    <a:pt x="22365" y="0"/>
                    <a:pt x="0" y="21706"/>
                    <a:pt x="0" y="48518"/>
                  </a:cubicBezTo>
                  <a:cubicBezTo>
                    <a:pt x="0" y="57456"/>
                    <a:pt x="2556" y="65755"/>
                    <a:pt x="7030" y="73416"/>
                  </a:cubicBezTo>
                  <a:lnTo>
                    <a:pt x="8307" y="75331"/>
                  </a:lnTo>
                  <a:lnTo>
                    <a:pt x="7668" y="77884"/>
                  </a:lnTo>
                  <a:cubicBezTo>
                    <a:pt x="7030" y="81076"/>
                    <a:pt x="6390" y="84268"/>
                    <a:pt x="6390" y="87460"/>
                  </a:cubicBezTo>
                  <a:cubicBezTo>
                    <a:pt x="6390" y="90014"/>
                    <a:pt x="5751" y="92568"/>
                    <a:pt x="5751" y="95760"/>
                  </a:cubicBezTo>
                  <a:cubicBezTo>
                    <a:pt x="5751" y="144916"/>
                    <a:pt x="46008" y="184497"/>
                    <a:pt x="95849" y="184497"/>
                  </a:cubicBezTo>
                  <a:cubicBezTo>
                    <a:pt x="101600" y="184497"/>
                    <a:pt x="106712" y="183859"/>
                    <a:pt x="112464" y="183220"/>
                  </a:cubicBezTo>
                  <a:lnTo>
                    <a:pt x="114380" y="182582"/>
                  </a:lnTo>
                  <a:lnTo>
                    <a:pt x="116297" y="183859"/>
                  </a:lnTo>
                  <a:cubicBezTo>
                    <a:pt x="123326" y="187689"/>
                    <a:pt x="131633" y="189604"/>
                    <a:pt x="139940" y="189604"/>
                  </a:cubicBezTo>
                  <a:cubicBezTo>
                    <a:pt x="167417" y="189604"/>
                    <a:pt x="189782" y="167899"/>
                    <a:pt x="189782" y="141086"/>
                  </a:cubicBezTo>
                  <a:cubicBezTo>
                    <a:pt x="189782" y="133425"/>
                    <a:pt x="187864" y="126403"/>
                    <a:pt x="184669" y="119380"/>
                  </a:cubicBezTo>
                  <a:lnTo>
                    <a:pt x="183392" y="117465"/>
                  </a:lnTo>
                  <a:close/>
                  <a:moveTo>
                    <a:pt x="146969" y="142363"/>
                  </a:moveTo>
                  <a:cubicBezTo>
                    <a:pt x="142496" y="149385"/>
                    <a:pt x="135467" y="154492"/>
                    <a:pt x="126521" y="158323"/>
                  </a:cubicBezTo>
                  <a:cubicBezTo>
                    <a:pt x="118214" y="162153"/>
                    <a:pt x="107990" y="163430"/>
                    <a:pt x="96489" y="163430"/>
                  </a:cubicBezTo>
                  <a:cubicBezTo>
                    <a:pt x="83069" y="163430"/>
                    <a:pt x="70929" y="160876"/>
                    <a:pt x="61983" y="155769"/>
                  </a:cubicBezTo>
                  <a:cubicBezTo>
                    <a:pt x="54954" y="151939"/>
                    <a:pt x="49203" y="146832"/>
                    <a:pt x="45369" y="141086"/>
                  </a:cubicBezTo>
                  <a:cubicBezTo>
                    <a:pt x="40896" y="134702"/>
                    <a:pt x="38340" y="128318"/>
                    <a:pt x="38340" y="121296"/>
                  </a:cubicBezTo>
                  <a:cubicBezTo>
                    <a:pt x="38340" y="116188"/>
                    <a:pt x="40257" y="111720"/>
                    <a:pt x="44091" y="108528"/>
                  </a:cubicBezTo>
                  <a:cubicBezTo>
                    <a:pt x="47925" y="105336"/>
                    <a:pt x="52398" y="103420"/>
                    <a:pt x="57509" y="103420"/>
                  </a:cubicBezTo>
                  <a:cubicBezTo>
                    <a:pt x="61983" y="103420"/>
                    <a:pt x="65817" y="104697"/>
                    <a:pt x="69650" y="107889"/>
                  </a:cubicBezTo>
                  <a:cubicBezTo>
                    <a:pt x="72207" y="110443"/>
                    <a:pt x="74763" y="113635"/>
                    <a:pt x="76679" y="118104"/>
                  </a:cubicBezTo>
                  <a:cubicBezTo>
                    <a:pt x="77958" y="121296"/>
                    <a:pt x="79235" y="123849"/>
                    <a:pt x="81153" y="125764"/>
                  </a:cubicBezTo>
                  <a:cubicBezTo>
                    <a:pt x="82430" y="127041"/>
                    <a:pt x="83709" y="128318"/>
                    <a:pt x="86264" y="129595"/>
                  </a:cubicBezTo>
                  <a:cubicBezTo>
                    <a:pt x="88181" y="130233"/>
                    <a:pt x="90738" y="131510"/>
                    <a:pt x="96489" y="131510"/>
                  </a:cubicBezTo>
                  <a:cubicBezTo>
                    <a:pt x="102239" y="131510"/>
                    <a:pt x="107351" y="130233"/>
                    <a:pt x="110546" y="128318"/>
                  </a:cubicBezTo>
                  <a:cubicBezTo>
                    <a:pt x="113741" y="125764"/>
                    <a:pt x="114380" y="124488"/>
                    <a:pt x="114380" y="122572"/>
                  </a:cubicBezTo>
                  <a:cubicBezTo>
                    <a:pt x="114380" y="120657"/>
                    <a:pt x="113741" y="119380"/>
                    <a:pt x="113102" y="118742"/>
                  </a:cubicBezTo>
                  <a:cubicBezTo>
                    <a:pt x="111185" y="117465"/>
                    <a:pt x="109269" y="116188"/>
                    <a:pt x="106074" y="114912"/>
                  </a:cubicBezTo>
                  <a:cubicBezTo>
                    <a:pt x="102239" y="113635"/>
                    <a:pt x="97128" y="112358"/>
                    <a:pt x="90738" y="111081"/>
                  </a:cubicBezTo>
                  <a:cubicBezTo>
                    <a:pt x="81153" y="109166"/>
                    <a:pt x="72845" y="106612"/>
                    <a:pt x="66456" y="104059"/>
                  </a:cubicBezTo>
                  <a:cubicBezTo>
                    <a:pt x="59427" y="100867"/>
                    <a:pt x="53037" y="96398"/>
                    <a:pt x="48564" y="91291"/>
                  </a:cubicBezTo>
                  <a:cubicBezTo>
                    <a:pt x="44091" y="85545"/>
                    <a:pt x="41535" y="77884"/>
                    <a:pt x="41535" y="69585"/>
                  </a:cubicBezTo>
                  <a:cubicBezTo>
                    <a:pt x="41535" y="61286"/>
                    <a:pt x="44091" y="54264"/>
                    <a:pt x="48564" y="47880"/>
                  </a:cubicBezTo>
                  <a:cubicBezTo>
                    <a:pt x="53037" y="41496"/>
                    <a:pt x="60066" y="37027"/>
                    <a:pt x="68373" y="33835"/>
                  </a:cubicBezTo>
                  <a:cubicBezTo>
                    <a:pt x="76679" y="30643"/>
                    <a:pt x="85625" y="29366"/>
                    <a:pt x="96489" y="29366"/>
                  </a:cubicBezTo>
                  <a:cubicBezTo>
                    <a:pt x="104795" y="29366"/>
                    <a:pt x="112464" y="30643"/>
                    <a:pt x="118853" y="32558"/>
                  </a:cubicBezTo>
                  <a:cubicBezTo>
                    <a:pt x="125243" y="34473"/>
                    <a:pt x="130994" y="37665"/>
                    <a:pt x="135467" y="40857"/>
                  </a:cubicBezTo>
                  <a:cubicBezTo>
                    <a:pt x="139940" y="44688"/>
                    <a:pt x="143774" y="48518"/>
                    <a:pt x="145691" y="52349"/>
                  </a:cubicBezTo>
                  <a:cubicBezTo>
                    <a:pt x="148247" y="56817"/>
                    <a:pt x="148886" y="61286"/>
                    <a:pt x="148886" y="65117"/>
                  </a:cubicBezTo>
                  <a:cubicBezTo>
                    <a:pt x="148886" y="69585"/>
                    <a:pt x="146969" y="74054"/>
                    <a:pt x="143774" y="77884"/>
                  </a:cubicBezTo>
                  <a:cubicBezTo>
                    <a:pt x="139940" y="81715"/>
                    <a:pt x="134828" y="83630"/>
                    <a:pt x="129077" y="83630"/>
                  </a:cubicBezTo>
                  <a:cubicBezTo>
                    <a:pt x="132272" y="84907"/>
                    <a:pt x="135467" y="86822"/>
                    <a:pt x="138023" y="88099"/>
                  </a:cubicBezTo>
                  <a:cubicBezTo>
                    <a:pt x="143135" y="91291"/>
                    <a:pt x="146969" y="95760"/>
                    <a:pt x="150164" y="100867"/>
                  </a:cubicBezTo>
                  <a:cubicBezTo>
                    <a:pt x="153358" y="105974"/>
                    <a:pt x="154637" y="112358"/>
                    <a:pt x="154637" y="119380"/>
                  </a:cubicBezTo>
                  <a:cubicBezTo>
                    <a:pt x="154637" y="127680"/>
                    <a:pt x="152081" y="135340"/>
                    <a:pt x="146969" y="142363"/>
                  </a:cubicBezTo>
                  <a:close/>
                </a:path>
              </a:pathLst>
            </a:custGeom>
            <a:solidFill>
              <a:srgbClr val="00ABAB"/>
            </a:solidFill>
            <a:ln w="6390" cap="flat">
              <a:noFill/>
              <a:prstDash val="solid"/>
              <a:miter/>
            </a:ln>
          </p:spPr>
          <p:txBody>
            <a:bodyPr rtlCol="0" anchor="ctr"/>
            <a:lstStyle/>
            <a:p>
              <a:endParaRPr lang="en-US"/>
            </a:p>
          </p:txBody>
        </p:sp>
      </p:grpSp>
      <p:grpSp>
        <p:nvGrpSpPr>
          <p:cNvPr id="867" name="Graphic 4">
            <a:extLst>
              <a:ext uri="{FF2B5EF4-FFF2-40B4-BE49-F238E27FC236}">
                <a16:creationId xmlns:a16="http://schemas.microsoft.com/office/drawing/2014/main" id="{93BD88F2-203E-8C49-B22F-165F8CF0C13A}"/>
              </a:ext>
            </a:extLst>
          </p:cNvPr>
          <p:cNvGrpSpPr/>
          <p:nvPr/>
        </p:nvGrpSpPr>
        <p:grpSpPr>
          <a:xfrm>
            <a:off x="9279466" y="4308712"/>
            <a:ext cx="361671" cy="361333"/>
            <a:chOff x="9279466" y="4308712"/>
            <a:chExt cx="361671" cy="361333"/>
          </a:xfrm>
          <a:solidFill>
            <a:srgbClr val="00ABAB"/>
          </a:solidFill>
        </p:grpSpPr>
        <p:sp>
          <p:nvSpPr>
            <p:cNvPr id="868" name="Graphic 4">
              <a:extLst>
                <a:ext uri="{FF2B5EF4-FFF2-40B4-BE49-F238E27FC236}">
                  <a16:creationId xmlns:a16="http://schemas.microsoft.com/office/drawing/2014/main" id="{666F7E0A-B364-2D45-9E50-3311E5A9B39B}"/>
                </a:ext>
              </a:extLst>
            </p:cNvPr>
            <p:cNvSpPr/>
            <p:nvPr/>
          </p:nvSpPr>
          <p:spPr>
            <a:xfrm>
              <a:off x="9484583" y="4522575"/>
              <a:ext cx="50316" cy="32086"/>
            </a:xfrm>
            <a:custGeom>
              <a:avLst/>
              <a:gdLst>
                <a:gd name="connsiteX0" fmla="*/ 0 w 50316"/>
                <a:gd name="connsiteY0" fmla="*/ 0 h 32086"/>
                <a:gd name="connsiteX1" fmla="*/ 42173 w 50316"/>
                <a:gd name="connsiteY1" fmla="*/ 31282 h 32086"/>
                <a:gd name="connsiteX2" fmla="*/ 42812 w 50316"/>
                <a:gd name="connsiteY2" fmla="*/ 31920 h 32086"/>
                <a:gd name="connsiteX3" fmla="*/ 49202 w 50316"/>
                <a:gd name="connsiteY3" fmla="*/ 29367 h 32086"/>
                <a:gd name="connsiteX4" fmla="*/ 47925 w 50316"/>
                <a:gd name="connsiteY4" fmla="*/ 21706 h 32086"/>
                <a:gd name="connsiteX5" fmla="*/ 0 w 50316"/>
                <a:gd name="connsiteY5" fmla="*/ 0 h 32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316" h="32086">
                  <a:moveTo>
                    <a:pt x="0" y="0"/>
                  </a:moveTo>
                  <a:cubicBezTo>
                    <a:pt x="10863" y="10215"/>
                    <a:pt x="36422" y="28090"/>
                    <a:pt x="42173" y="31282"/>
                  </a:cubicBezTo>
                  <a:lnTo>
                    <a:pt x="42812" y="31920"/>
                  </a:lnTo>
                  <a:cubicBezTo>
                    <a:pt x="45368" y="32559"/>
                    <a:pt x="47925" y="31282"/>
                    <a:pt x="49202" y="29367"/>
                  </a:cubicBezTo>
                  <a:cubicBezTo>
                    <a:pt x="51119" y="26813"/>
                    <a:pt x="50480" y="23621"/>
                    <a:pt x="47925" y="21706"/>
                  </a:cubicBezTo>
                  <a:cubicBezTo>
                    <a:pt x="31310" y="12130"/>
                    <a:pt x="10863" y="2554"/>
                    <a:pt x="0" y="0"/>
                  </a:cubicBezTo>
                  <a:close/>
                </a:path>
              </a:pathLst>
            </a:custGeom>
            <a:solidFill>
              <a:srgbClr val="00ABAB"/>
            </a:solidFill>
            <a:ln w="6390" cap="flat">
              <a:noFill/>
              <a:prstDash val="solid"/>
              <a:miter/>
            </a:ln>
          </p:spPr>
          <p:txBody>
            <a:bodyPr rtlCol="0" anchor="ctr"/>
            <a:lstStyle/>
            <a:p>
              <a:endParaRPr lang="en-US"/>
            </a:p>
          </p:txBody>
        </p:sp>
        <p:sp>
          <p:nvSpPr>
            <p:cNvPr id="869" name="Graphic 4">
              <a:extLst>
                <a:ext uri="{FF2B5EF4-FFF2-40B4-BE49-F238E27FC236}">
                  <a16:creationId xmlns:a16="http://schemas.microsoft.com/office/drawing/2014/main" id="{D50EED59-AD54-8344-8D52-B6A09A4DA5B0}"/>
                </a:ext>
              </a:extLst>
            </p:cNvPr>
            <p:cNvSpPr/>
            <p:nvPr/>
          </p:nvSpPr>
          <p:spPr>
            <a:xfrm>
              <a:off x="9483944" y="4428092"/>
              <a:ext cx="50317" cy="31919"/>
            </a:xfrm>
            <a:custGeom>
              <a:avLst/>
              <a:gdLst>
                <a:gd name="connsiteX0" fmla="*/ 49203 w 50317"/>
                <a:gd name="connsiteY0" fmla="*/ 2554 h 31919"/>
                <a:gd name="connsiteX1" fmla="*/ 44091 w 50317"/>
                <a:gd name="connsiteY1" fmla="*/ 0 h 31919"/>
                <a:gd name="connsiteX2" fmla="*/ 42813 w 50317"/>
                <a:gd name="connsiteY2" fmla="*/ 0 h 31919"/>
                <a:gd name="connsiteX3" fmla="*/ 42174 w 50317"/>
                <a:gd name="connsiteY3" fmla="*/ 638 h 31919"/>
                <a:gd name="connsiteX4" fmla="*/ 0 w 50317"/>
                <a:gd name="connsiteY4" fmla="*/ 31920 h 31919"/>
                <a:gd name="connsiteX5" fmla="*/ 47925 w 50317"/>
                <a:gd name="connsiteY5" fmla="*/ 10214 h 31919"/>
                <a:gd name="connsiteX6" fmla="*/ 49203 w 50317"/>
                <a:gd name="connsiteY6" fmla="*/ 2554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317" h="31919">
                  <a:moveTo>
                    <a:pt x="49203" y="2554"/>
                  </a:moveTo>
                  <a:cubicBezTo>
                    <a:pt x="47925" y="638"/>
                    <a:pt x="46008" y="0"/>
                    <a:pt x="44091" y="0"/>
                  </a:cubicBezTo>
                  <a:cubicBezTo>
                    <a:pt x="43452" y="0"/>
                    <a:pt x="43452" y="0"/>
                    <a:pt x="42813" y="0"/>
                  </a:cubicBezTo>
                  <a:lnTo>
                    <a:pt x="42174" y="638"/>
                  </a:lnTo>
                  <a:cubicBezTo>
                    <a:pt x="37062" y="3830"/>
                    <a:pt x="10863" y="21706"/>
                    <a:pt x="0" y="31920"/>
                  </a:cubicBezTo>
                  <a:cubicBezTo>
                    <a:pt x="10863" y="28728"/>
                    <a:pt x="31950" y="19152"/>
                    <a:pt x="47925" y="10214"/>
                  </a:cubicBezTo>
                  <a:cubicBezTo>
                    <a:pt x="50481" y="8299"/>
                    <a:pt x="51119" y="5107"/>
                    <a:pt x="49203" y="2554"/>
                  </a:cubicBezTo>
                  <a:close/>
                </a:path>
              </a:pathLst>
            </a:custGeom>
            <a:solidFill>
              <a:srgbClr val="00ABAB"/>
            </a:solidFill>
            <a:ln w="6390" cap="flat">
              <a:noFill/>
              <a:prstDash val="solid"/>
              <a:miter/>
            </a:ln>
          </p:spPr>
          <p:txBody>
            <a:bodyPr rtlCol="0" anchor="ctr"/>
            <a:lstStyle/>
            <a:p>
              <a:endParaRPr lang="en-US"/>
            </a:p>
          </p:txBody>
        </p:sp>
        <p:sp>
          <p:nvSpPr>
            <p:cNvPr id="870" name="Graphic 4">
              <a:extLst>
                <a:ext uri="{FF2B5EF4-FFF2-40B4-BE49-F238E27FC236}">
                  <a16:creationId xmlns:a16="http://schemas.microsoft.com/office/drawing/2014/main" id="{C74452F5-A104-6644-A7B1-A66D0397D348}"/>
                </a:ext>
              </a:extLst>
            </p:cNvPr>
            <p:cNvSpPr/>
            <p:nvPr/>
          </p:nvSpPr>
          <p:spPr>
            <a:xfrm>
              <a:off x="9361733" y="4407149"/>
              <a:ext cx="103834" cy="163944"/>
            </a:xfrm>
            <a:custGeom>
              <a:avLst/>
              <a:gdLst>
                <a:gd name="connsiteX0" fmla="*/ 101124 w 103834"/>
                <a:gd name="connsiteY0" fmla="*/ 1791 h 163944"/>
                <a:gd name="connsiteX1" fmla="*/ 95373 w 103834"/>
                <a:gd name="connsiteY1" fmla="*/ 4345 h 163944"/>
                <a:gd name="connsiteX2" fmla="*/ 88983 w 103834"/>
                <a:gd name="connsiteY2" fmla="*/ 3068 h 163944"/>
                <a:gd name="connsiteX3" fmla="*/ 94734 w 103834"/>
                <a:gd name="connsiteY3" fmla="*/ 4983 h 163944"/>
                <a:gd name="connsiteX4" fmla="*/ 59590 w 103834"/>
                <a:gd name="connsiteY4" fmla="*/ 96912 h 163944"/>
                <a:gd name="connsiteX5" fmla="*/ 53838 w 103834"/>
                <a:gd name="connsiteY5" fmla="*/ 100743 h 163944"/>
                <a:gd name="connsiteX6" fmla="*/ 47448 w 103834"/>
                <a:gd name="connsiteY6" fmla="*/ 96912 h 163944"/>
                <a:gd name="connsiteX7" fmla="*/ 10387 w 103834"/>
                <a:gd name="connsiteY7" fmla="*/ 3706 h 163944"/>
                <a:gd name="connsiteX8" fmla="*/ 10387 w 103834"/>
                <a:gd name="connsiteY8" fmla="*/ 3706 h 163944"/>
                <a:gd name="connsiteX9" fmla="*/ 9748 w 103834"/>
                <a:gd name="connsiteY9" fmla="*/ 2429 h 163944"/>
                <a:gd name="connsiteX10" fmla="*/ 3358 w 103834"/>
                <a:gd name="connsiteY10" fmla="*/ 514 h 163944"/>
                <a:gd name="connsiteX11" fmla="*/ 163 w 103834"/>
                <a:gd name="connsiteY11" fmla="*/ 6898 h 163944"/>
                <a:gd name="connsiteX12" fmla="*/ 47448 w 103834"/>
                <a:gd name="connsiteY12" fmla="*/ 121171 h 163944"/>
                <a:gd name="connsiteX13" fmla="*/ 47448 w 103834"/>
                <a:gd name="connsiteY13" fmla="*/ 126279 h 163944"/>
                <a:gd name="connsiteX14" fmla="*/ 44892 w 103834"/>
                <a:gd name="connsiteY14" fmla="*/ 132663 h 163944"/>
                <a:gd name="connsiteX15" fmla="*/ 14860 w 103834"/>
                <a:gd name="connsiteY15" fmla="*/ 157560 h 163944"/>
                <a:gd name="connsiteX16" fmla="*/ 7831 w 103834"/>
                <a:gd name="connsiteY16" fmla="*/ 156922 h 163944"/>
                <a:gd name="connsiteX17" fmla="*/ 4636 w 103834"/>
                <a:gd name="connsiteY17" fmla="*/ 159475 h 163944"/>
                <a:gd name="connsiteX18" fmla="*/ 6553 w 103834"/>
                <a:gd name="connsiteY18" fmla="*/ 163306 h 163944"/>
                <a:gd name="connsiteX19" fmla="*/ 16138 w 103834"/>
                <a:gd name="connsiteY19" fmla="*/ 163944 h 163944"/>
                <a:gd name="connsiteX20" fmla="*/ 53200 w 103834"/>
                <a:gd name="connsiteY20" fmla="*/ 131386 h 163944"/>
                <a:gd name="connsiteX21" fmla="*/ 102402 w 103834"/>
                <a:gd name="connsiteY21" fmla="*/ 8813 h 163944"/>
                <a:gd name="connsiteX22" fmla="*/ 103041 w 103834"/>
                <a:gd name="connsiteY22" fmla="*/ 7537 h 163944"/>
                <a:gd name="connsiteX23" fmla="*/ 103041 w 103834"/>
                <a:gd name="connsiteY23" fmla="*/ 6898 h 163944"/>
                <a:gd name="connsiteX24" fmla="*/ 101124 w 103834"/>
                <a:gd name="connsiteY24" fmla="*/ 1791 h 163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834" h="163944">
                  <a:moveTo>
                    <a:pt x="101124" y="1791"/>
                  </a:moveTo>
                  <a:cubicBezTo>
                    <a:pt x="98568" y="1153"/>
                    <a:pt x="96651" y="2429"/>
                    <a:pt x="95373" y="4345"/>
                  </a:cubicBezTo>
                  <a:lnTo>
                    <a:pt x="88983" y="3068"/>
                  </a:lnTo>
                  <a:lnTo>
                    <a:pt x="94734" y="4983"/>
                  </a:lnTo>
                  <a:cubicBezTo>
                    <a:pt x="90900" y="15197"/>
                    <a:pt x="60867" y="93720"/>
                    <a:pt x="59590" y="96912"/>
                  </a:cubicBezTo>
                  <a:cubicBezTo>
                    <a:pt x="58951" y="99466"/>
                    <a:pt x="56395" y="100743"/>
                    <a:pt x="53838" y="100743"/>
                  </a:cubicBezTo>
                  <a:cubicBezTo>
                    <a:pt x="51282" y="100743"/>
                    <a:pt x="48087" y="98827"/>
                    <a:pt x="47448" y="96912"/>
                  </a:cubicBezTo>
                  <a:lnTo>
                    <a:pt x="10387" y="3706"/>
                  </a:lnTo>
                  <a:lnTo>
                    <a:pt x="10387" y="3706"/>
                  </a:lnTo>
                  <a:lnTo>
                    <a:pt x="9748" y="2429"/>
                  </a:lnTo>
                  <a:cubicBezTo>
                    <a:pt x="9109" y="514"/>
                    <a:pt x="5914" y="-763"/>
                    <a:pt x="3358" y="514"/>
                  </a:cubicBezTo>
                  <a:cubicBezTo>
                    <a:pt x="802" y="1791"/>
                    <a:pt x="-476" y="4345"/>
                    <a:pt x="163" y="6898"/>
                  </a:cubicBezTo>
                  <a:cubicBezTo>
                    <a:pt x="4636" y="17751"/>
                    <a:pt x="46810" y="120533"/>
                    <a:pt x="47448" y="121171"/>
                  </a:cubicBezTo>
                  <a:cubicBezTo>
                    <a:pt x="48087" y="123087"/>
                    <a:pt x="48087" y="124363"/>
                    <a:pt x="47448" y="126279"/>
                  </a:cubicBezTo>
                  <a:lnTo>
                    <a:pt x="44892" y="132663"/>
                  </a:lnTo>
                  <a:cubicBezTo>
                    <a:pt x="40420" y="144792"/>
                    <a:pt x="34030" y="157560"/>
                    <a:pt x="14860" y="157560"/>
                  </a:cubicBezTo>
                  <a:cubicBezTo>
                    <a:pt x="13582" y="157560"/>
                    <a:pt x="8470" y="157560"/>
                    <a:pt x="7831" y="156922"/>
                  </a:cubicBezTo>
                  <a:cubicBezTo>
                    <a:pt x="6553" y="156922"/>
                    <a:pt x="5275" y="158198"/>
                    <a:pt x="4636" y="159475"/>
                  </a:cubicBezTo>
                  <a:cubicBezTo>
                    <a:pt x="3997" y="161390"/>
                    <a:pt x="5275" y="162667"/>
                    <a:pt x="6553" y="163306"/>
                  </a:cubicBezTo>
                  <a:cubicBezTo>
                    <a:pt x="9748" y="163944"/>
                    <a:pt x="12943" y="163944"/>
                    <a:pt x="16138" y="163944"/>
                  </a:cubicBezTo>
                  <a:cubicBezTo>
                    <a:pt x="37225" y="163944"/>
                    <a:pt x="44254" y="153730"/>
                    <a:pt x="53200" y="131386"/>
                  </a:cubicBezTo>
                  <a:cubicBezTo>
                    <a:pt x="55116" y="126279"/>
                    <a:pt x="100485" y="13921"/>
                    <a:pt x="102402" y="8813"/>
                  </a:cubicBezTo>
                  <a:cubicBezTo>
                    <a:pt x="102402" y="8175"/>
                    <a:pt x="103041" y="8175"/>
                    <a:pt x="103041" y="7537"/>
                  </a:cubicBezTo>
                  <a:lnTo>
                    <a:pt x="103041" y="6898"/>
                  </a:lnTo>
                  <a:cubicBezTo>
                    <a:pt x="104958" y="4983"/>
                    <a:pt x="103041" y="2429"/>
                    <a:pt x="101124" y="1791"/>
                  </a:cubicBezTo>
                  <a:close/>
                </a:path>
              </a:pathLst>
            </a:custGeom>
            <a:solidFill>
              <a:srgbClr val="00ABAB"/>
            </a:solidFill>
            <a:ln w="6390" cap="flat">
              <a:noFill/>
              <a:prstDash val="solid"/>
              <a:miter/>
            </a:ln>
          </p:spPr>
          <p:txBody>
            <a:bodyPr rtlCol="0" anchor="ctr"/>
            <a:lstStyle/>
            <a:p>
              <a:endParaRPr lang="en-US"/>
            </a:p>
          </p:txBody>
        </p:sp>
        <p:sp>
          <p:nvSpPr>
            <p:cNvPr id="871" name="Graphic 4">
              <a:extLst>
                <a:ext uri="{FF2B5EF4-FFF2-40B4-BE49-F238E27FC236}">
                  <a16:creationId xmlns:a16="http://schemas.microsoft.com/office/drawing/2014/main" id="{FC5EC288-C908-744D-A81A-3CC5B96530DC}"/>
                </a:ext>
              </a:extLst>
            </p:cNvPr>
            <p:cNvSpPr/>
            <p:nvPr/>
          </p:nvSpPr>
          <p:spPr>
            <a:xfrm>
              <a:off x="9501197" y="4484910"/>
              <a:ext cx="56992" cy="11491"/>
            </a:xfrm>
            <a:custGeom>
              <a:avLst/>
              <a:gdLst>
                <a:gd name="connsiteX0" fmla="*/ 52397 w 56992"/>
                <a:gd name="connsiteY0" fmla="*/ 0 h 11491"/>
                <a:gd name="connsiteX1" fmla="*/ 52397 w 56992"/>
                <a:gd name="connsiteY1" fmla="*/ 0 h 11491"/>
                <a:gd name="connsiteX2" fmla="*/ 0 w 56992"/>
                <a:gd name="connsiteY2" fmla="*/ 7022 h 11491"/>
                <a:gd name="connsiteX3" fmla="*/ 52397 w 56992"/>
                <a:gd name="connsiteY3" fmla="*/ 11491 h 11491"/>
                <a:gd name="connsiteX4" fmla="*/ 56871 w 56992"/>
                <a:gd name="connsiteY4" fmla="*/ 5107 h 11491"/>
                <a:gd name="connsiteX5" fmla="*/ 52397 w 56992"/>
                <a:gd name="connsiteY5" fmla="*/ 0 h 11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992" h="11491">
                  <a:moveTo>
                    <a:pt x="52397" y="0"/>
                  </a:moveTo>
                  <a:lnTo>
                    <a:pt x="52397" y="0"/>
                  </a:lnTo>
                  <a:cubicBezTo>
                    <a:pt x="45368" y="0"/>
                    <a:pt x="14058" y="3192"/>
                    <a:pt x="0" y="7022"/>
                  </a:cubicBezTo>
                  <a:cubicBezTo>
                    <a:pt x="10863" y="9576"/>
                    <a:pt x="33227" y="11491"/>
                    <a:pt x="52397" y="11491"/>
                  </a:cubicBezTo>
                  <a:cubicBezTo>
                    <a:pt x="55592" y="10852"/>
                    <a:pt x="57509" y="8299"/>
                    <a:pt x="56871" y="5107"/>
                  </a:cubicBezTo>
                  <a:cubicBezTo>
                    <a:pt x="56231" y="2553"/>
                    <a:pt x="54953" y="638"/>
                    <a:pt x="52397" y="0"/>
                  </a:cubicBezTo>
                  <a:close/>
                </a:path>
              </a:pathLst>
            </a:custGeom>
            <a:solidFill>
              <a:srgbClr val="00ABAB"/>
            </a:solidFill>
            <a:ln w="6390" cap="flat">
              <a:noFill/>
              <a:prstDash val="solid"/>
              <a:miter/>
            </a:ln>
          </p:spPr>
          <p:txBody>
            <a:bodyPr rtlCol="0" anchor="ctr"/>
            <a:lstStyle/>
            <a:p>
              <a:endParaRPr lang="en-US"/>
            </a:p>
          </p:txBody>
        </p:sp>
        <p:sp>
          <p:nvSpPr>
            <p:cNvPr id="872" name="Graphic 4">
              <a:extLst>
                <a:ext uri="{FF2B5EF4-FFF2-40B4-BE49-F238E27FC236}">
                  <a16:creationId xmlns:a16="http://schemas.microsoft.com/office/drawing/2014/main" id="{FC11BC26-9DC3-5F4C-A2D2-7922DCC776A4}"/>
                </a:ext>
              </a:extLst>
            </p:cNvPr>
            <p:cNvSpPr/>
            <p:nvPr/>
          </p:nvSpPr>
          <p:spPr>
            <a:xfrm>
              <a:off x="9279466" y="4308712"/>
              <a:ext cx="361671" cy="361333"/>
            </a:xfrm>
            <a:custGeom>
              <a:avLst/>
              <a:gdLst>
                <a:gd name="connsiteX0" fmla="*/ 180836 w 361671"/>
                <a:gd name="connsiteY0" fmla="*/ 0 h 361333"/>
                <a:gd name="connsiteX1" fmla="*/ 0 w 361671"/>
                <a:gd name="connsiteY1" fmla="*/ 180667 h 361333"/>
                <a:gd name="connsiteX2" fmla="*/ 180836 w 361671"/>
                <a:gd name="connsiteY2" fmla="*/ 361334 h 361333"/>
                <a:gd name="connsiteX3" fmla="*/ 361671 w 361671"/>
                <a:gd name="connsiteY3" fmla="*/ 180667 h 361333"/>
                <a:gd name="connsiteX4" fmla="*/ 180836 w 361671"/>
                <a:gd name="connsiteY4" fmla="*/ 0 h 361333"/>
                <a:gd name="connsiteX5" fmla="*/ 242179 w 361671"/>
                <a:gd name="connsiteY5" fmla="*/ 107889 h 361333"/>
                <a:gd name="connsiteX6" fmla="*/ 243457 w 361671"/>
                <a:gd name="connsiteY6" fmla="*/ 107251 h 361333"/>
                <a:gd name="connsiteX7" fmla="*/ 265182 w 361671"/>
                <a:gd name="connsiteY7" fmla="*/ 114912 h 361333"/>
                <a:gd name="connsiteX8" fmla="*/ 261349 w 361671"/>
                <a:gd name="connsiteY8" fmla="*/ 139809 h 361333"/>
                <a:gd name="connsiteX9" fmla="*/ 260710 w 361671"/>
                <a:gd name="connsiteY9" fmla="*/ 140448 h 361333"/>
                <a:gd name="connsiteX10" fmla="*/ 200005 w 361671"/>
                <a:gd name="connsiteY10" fmla="*/ 164707 h 361333"/>
                <a:gd name="connsiteX11" fmla="*/ 192338 w 361671"/>
                <a:gd name="connsiteY11" fmla="*/ 162792 h 361333"/>
                <a:gd name="connsiteX12" fmla="*/ 188503 w 361671"/>
                <a:gd name="connsiteY12" fmla="*/ 154492 h 361333"/>
                <a:gd name="connsiteX13" fmla="*/ 241540 w 361671"/>
                <a:gd name="connsiteY13" fmla="*/ 108528 h 361333"/>
                <a:gd name="connsiteX14" fmla="*/ 242179 w 361671"/>
                <a:gd name="connsiteY14" fmla="*/ 107889 h 361333"/>
                <a:gd name="connsiteX15" fmla="*/ 148247 w 361671"/>
                <a:gd name="connsiteY15" fmla="*/ 234930 h 361333"/>
                <a:gd name="connsiteX16" fmla="*/ 99044 w 361671"/>
                <a:gd name="connsiteY16" fmla="*/ 275788 h 361333"/>
                <a:gd name="connsiteX17" fmla="*/ 86904 w 361671"/>
                <a:gd name="connsiteY17" fmla="*/ 274511 h 361333"/>
                <a:gd name="connsiteX18" fmla="*/ 86264 w 361671"/>
                <a:gd name="connsiteY18" fmla="*/ 274511 h 361333"/>
                <a:gd name="connsiteX19" fmla="*/ 74763 w 361671"/>
                <a:gd name="connsiteY19" fmla="*/ 254721 h 361333"/>
                <a:gd name="connsiteX20" fmla="*/ 91376 w 361671"/>
                <a:gd name="connsiteY20" fmla="*/ 242591 h 361333"/>
                <a:gd name="connsiteX21" fmla="*/ 97128 w 361671"/>
                <a:gd name="connsiteY21" fmla="*/ 242591 h 361333"/>
                <a:gd name="connsiteX22" fmla="*/ 115019 w 361671"/>
                <a:gd name="connsiteY22" fmla="*/ 225355 h 361333"/>
                <a:gd name="connsiteX23" fmla="*/ 116936 w 361671"/>
                <a:gd name="connsiteY23" fmla="*/ 221524 h 361333"/>
                <a:gd name="connsiteX24" fmla="*/ 70929 w 361671"/>
                <a:gd name="connsiteY24" fmla="*/ 109166 h 361333"/>
                <a:gd name="connsiteX25" fmla="*/ 81792 w 361671"/>
                <a:gd name="connsiteY25" fmla="*/ 86822 h 361333"/>
                <a:gd name="connsiteX26" fmla="*/ 104156 w 361671"/>
                <a:gd name="connsiteY26" fmla="*/ 95760 h 361333"/>
                <a:gd name="connsiteX27" fmla="*/ 104795 w 361671"/>
                <a:gd name="connsiteY27" fmla="*/ 97675 h 361333"/>
                <a:gd name="connsiteX28" fmla="*/ 104795 w 361671"/>
                <a:gd name="connsiteY28" fmla="*/ 98313 h 361333"/>
                <a:gd name="connsiteX29" fmla="*/ 135467 w 361671"/>
                <a:gd name="connsiteY29" fmla="*/ 176836 h 361333"/>
                <a:gd name="connsiteX30" fmla="*/ 164861 w 361671"/>
                <a:gd name="connsiteY30" fmla="*/ 99590 h 361333"/>
                <a:gd name="connsiteX31" fmla="*/ 164861 w 361671"/>
                <a:gd name="connsiteY31" fmla="*/ 99590 h 361333"/>
                <a:gd name="connsiteX32" fmla="*/ 164861 w 361671"/>
                <a:gd name="connsiteY32" fmla="*/ 99590 h 361333"/>
                <a:gd name="connsiteX33" fmla="*/ 164861 w 361671"/>
                <a:gd name="connsiteY33" fmla="*/ 98952 h 361333"/>
                <a:gd name="connsiteX34" fmla="*/ 186587 w 361671"/>
                <a:gd name="connsiteY34" fmla="*/ 88738 h 361333"/>
                <a:gd name="connsiteX35" fmla="*/ 198088 w 361671"/>
                <a:gd name="connsiteY35" fmla="*/ 110443 h 361333"/>
                <a:gd name="connsiteX36" fmla="*/ 198088 w 361671"/>
                <a:gd name="connsiteY36" fmla="*/ 111081 h 361333"/>
                <a:gd name="connsiteX37" fmla="*/ 196810 w 361671"/>
                <a:gd name="connsiteY37" fmla="*/ 113635 h 361333"/>
                <a:gd name="connsiteX38" fmla="*/ 148247 w 361671"/>
                <a:gd name="connsiteY38" fmla="*/ 234930 h 361333"/>
                <a:gd name="connsiteX39" fmla="*/ 264544 w 361671"/>
                <a:gd name="connsiteY39" fmla="*/ 249614 h 361333"/>
                <a:gd name="connsiteX40" fmla="*/ 248569 w 361671"/>
                <a:gd name="connsiteY40" fmla="*/ 258551 h 361333"/>
                <a:gd name="connsiteX41" fmla="*/ 243457 w 361671"/>
                <a:gd name="connsiteY41" fmla="*/ 257913 h 361333"/>
                <a:gd name="connsiteX42" fmla="*/ 242179 w 361671"/>
                <a:gd name="connsiteY42" fmla="*/ 257274 h 361333"/>
                <a:gd name="connsiteX43" fmla="*/ 240262 w 361671"/>
                <a:gd name="connsiteY43" fmla="*/ 256636 h 361333"/>
                <a:gd name="connsiteX44" fmla="*/ 187225 w 361671"/>
                <a:gd name="connsiteY44" fmla="*/ 210671 h 361333"/>
                <a:gd name="connsiteX45" fmla="*/ 191059 w 361671"/>
                <a:gd name="connsiteY45" fmla="*/ 202372 h 361333"/>
                <a:gd name="connsiteX46" fmla="*/ 198088 w 361671"/>
                <a:gd name="connsiteY46" fmla="*/ 200457 h 361333"/>
                <a:gd name="connsiteX47" fmla="*/ 258154 w 361671"/>
                <a:gd name="connsiteY47" fmla="*/ 224716 h 361333"/>
                <a:gd name="connsiteX48" fmla="*/ 258792 w 361671"/>
                <a:gd name="connsiteY48" fmla="*/ 225355 h 361333"/>
                <a:gd name="connsiteX49" fmla="*/ 264544 w 361671"/>
                <a:gd name="connsiteY49" fmla="*/ 249614 h 361333"/>
                <a:gd name="connsiteX50" fmla="*/ 275407 w 361671"/>
                <a:gd name="connsiteY50" fmla="*/ 200457 h 361333"/>
                <a:gd name="connsiteX51" fmla="*/ 274128 w 361671"/>
                <a:gd name="connsiteY51" fmla="*/ 200457 h 361333"/>
                <a:gd name="connsiteX52" fmla="*/ 274128 w 361671"/>
                <a:gd name="connsiteY52" fmla="*/ 200457 h 361333"/>
                <a:gd name="connsiteX53" fmla="*/ 204478 w 361671"/>
                <a:gd name="connsiteY53" fmla="*/ 187051 h 361333"/>
                <a:gd name="connsiteX54" fmla="*/ 205118 w 361671"/>
                <a:gd name="connsiteY54" fmla="*/ 178113 h 361333"/>
                <a:gd name="connsiteX55" fmla="*/ 273490 w 361671"/>
                <a:gd name="connsiteY55" fmla="*/ 163430 h 361333"/>
                <a:gd name="connsiteX56" fmla="*/ 274767 w 361671"/>
                <a:gd name="connsiteY56" fmla="*/ 163430 h 361333"/>
                <a:gd name="connsiteX57" fmla="*/ 276046 w 361671"/>
                <a:gd name="connsiteY57" fmla="*/ 163430 h 361333"/>
                <a:gd name="connsiteX58" fmla="*/ 291382 w 361671"/>
                <a:gd name="connsiteY58" fmla="*/ 180667 h 361333"/>
                <a:gd name="connsiteX59" fmla="*/ 275407 w 361671"/>
                <a:gd name="connsiteY59" fmla="*/ 20045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61671" h="361333">
                  <a:moveTo>
                    <a:pt x="180836" y="0"/>
                  </a:moveTo>
                  <a:cubicBezTo>
                    <a:pt x="80514" y="0"/>
                    <a:pt x="0" y="81077"/>
                    <a:pt x="0" y="180667"/>
                  </a:cubicBezTo>
                  <a:cubicBezTo>
                    <a:pt x="0" y="280257"/>
                    <a:pt x="81153" y="361334"/>
                    <a:pt x="180836" y="361334"/>
                  </a:cubicBezTo>
                  <a:cubicBezTo>
                    <a:pt x="280518" y="361334"/>
                    <a:pt x="361671" y="280257"/>
                    <a:pt x="361671" y="180667"/>
                  </a:cubicBezTo>
                  <a:cubicBezTo>
                    <a:pt x="361671" y="81077"/>
                    <a:pt x="280518" y="0"/>
                    <a:pt x="180836" y="0"/>
                  </a:cubicBezTo>
                  <a:close/>
                  <a:moveTo>
                    <a:pt x="242179" y="107889"/>
                  </a:moveTo>
                  <a:cubicBezTo>
                    <a:pt x="242818" y="107889"/>
                    <a:pt x="242818" y="107889"/>
                    <a:pt x="243457" y="107251"/>
                  </a:cubicBezTo>
                  <a:cubicBezTo>
                    <a:pt x="251764" y="104697"/>
                    <a:pt x="260710" y="107889"/>
                    <a:pt x="265182" y="114912"/>
                  </a:cubicBezTo>
                  <a:cubicBezTo>
                    <a:pt x="270295" y="123211"/>
                    <a:pt x="268377" y="133425"/>
                    <a:pt x="261349" y="139809"/>
                  </a:cubicBezTo>
                  <a:lnTo>
                    <a:pt x="260710" y="140448"/>
                  </a:lnTo>
                  <a:cubicBezTo>
                    <a:pt x="258792" y="141724"/>
                    <a:pt x="215980" y="164707"/>
                    <a:pt x="200005" y="164707"/>
                  </a:cubicBezTo>
                  <a:cubicBezTo>
                    <a:pt x="196810" y="164707"/>
                    <a:pt x="194893" y="164068"/>
                    <a:pt x="192338" y="162792"/>
                  </a:cubicBezTo>
                  <a:cubicBezTo>
                    <a:pt x="189782" y="160876"/>
                    <a:pt x="188503" y="157684"/>
                    <a:pt x="188503" y="154492"/>
                  </a:cubicBezTo>
                  <a:cubicBezTo>
                    <a:pt x="189143" y="141086"/>
                    <a:pt x="240901" y="108528"/>
                    <a:pt x="241540" y="108528"/>
                  </a:cubicBezTo>
                  <a:lnTo>
                    <a:pt x="242179" y="107889"/>
                  </a:lnTo>
                  <a:close/>
                  <a:moveTo>
                    <a:pt x="148247" y="234930"/>
                  </a:moveTo>
                  <a:cubicBezTo>
                    <a:pt x="139940" y="256636"/>
                    <a:pt x="129716" y="275788"/>
                    <a:pt x="99044" y="275788"/>
                  </a:cubicBezTo>
                  <a:cubicBezTo>
                    <a:pt x="94571" y="275788"/>
                    <a:pt x="90738" y="275150"/>
                    <a:pt x="86904" y="274511"/>
                  </a:cubicBezTo>
                  <a:lnTo>
                    <a:pt x="86264" y="274511"/>
                  </a:lnTo>
                  <a:cubicBezTo>
                    <a:pt x="77958" y="271958"/>
                    <a:pt x="72845" y="263020"/>
                    <a:pt x="74763" y="254721"/>
                  </a:cubicBezTo>
                  <a:cubicBezTo>
                    <a:pt x="76679" y="247060"/>
                    <a:pt x="83709" y="242591"/>
                    <a:pt x="91376" y="242591"/>
                  </a:cubicBezTo>
                  <a:cubicBezTo>
                    <a:pt x="92015" y="242591"/>
                    <a:pt x="96489" y="242591"/>
                    <a:pt x="97128" y="242591"/>
                  </a:cubicBezTo>
                  <a:cubicBezTo>
                    <a:pt x="106074" y="242591"/>
                    <a:pt x="110546" y="238761"/>
                    <a:pt x="115019" y="225355"/>
                  </a:cubicBezTo>
                  <a:lnTo>
                    <a:pt x="116936" y="221524"/>
                  </a:lnTo>
                  <a:cubicBezTo>
                    <a:pt x="109907" y="204926"/>
                    <a:pt x="74763" y="119381"/>
                    <a:pt x="70929" y="109166"/>
                  </a:cubicBezTo>
                  <a:cubicBezTo>
                    <a:pt x="67734" y="99590"/>
                    <a:pt x="72207" y="90014"/>
                    <a:pt x="81792" y="86822"/>
                  </a:cubicBezTo>
                  <a:cubicBezTo>
                    <a:pt x="90738" y="83630"/>
                    <a:pt x="100322" y="87461"/>
                    <a:pt x="104156" y="95760"/>
                  </a:cubicBezTo>
                  <a:lnTo>
                    <a:pt x="104795" y="97675"/>
                  </a:lnTo>
                  <a:lnTo>
                    <a:pt x="104795" y="98313"/>
                  </a:lnTo>
                  <a:lnTo>
                    <a:pt x="135467" y="176836"/>
                  </a:lnTo>
                  <a:cubicBezTo>
                    <a:pt x="144413" y="152577"/>
                    <a:pt x="162305" y="107251"/>
                    <a:pt x="164861" y="99590"/>
                  </a:cubicBezTo>
                  <a:lnTo>
                    <a:pt x="164861" y="99590"/>
                  </a:lnTo>
                  <a:lnTo>
                    <a:pt x="164861" y="99590"/>
                  </a:lnTo>
                  <a:lnTo>
                    <a:pt x="164861" y="98952"/>
                  </a:lnTo>
                  <a:cubicBezTo>
                    <a:pt x="168056" y="90014"/>
                    <a:pt x="177641" y="85546"/>
                    <a:pt x="186587" y="88738"/>
                  </a:cubicBezTo>
                  <a:cubicBezTo>
                    <a:pt x="195533" y="91930"/>
                    <a:pt x="200644" y="101505"/>
                    <a:pt x="198088" y="110443"/>
                  </a:cubicBezTo>
                  <a:lnTo>
                    <a:pt x="198088" y="111081"/>
                  </a:lnTo>
                  <a:cubicBezTo>
                    <a:pt x="198088" y="111720"/>
                    <a:pt x="197449" y="112358"/>
                    <a:pt x="196810" y="113635"/>
                  </a:cubicBezTo>
                  <a:cubicBezTo>
                    <a:pt x="195533" y="116827"/>
                    <a:pt x="164222" y="194711"/>
                    <a:pt x="148247" y="234930"/>
                  </a:cubicBezTo>
                  <a:close/>
                  <a:moveTo>
                    <a:pt x="264544" y="249614"/>
                  </a:moveTo>
                  <a:cubicBezTo>
                    <a:pt x="261349" y="254721"/>
                    <a:pt x="254959" y="258551"/>
                    <a:pt x="248569" y="258551"/>
                  </a:cubicBezTo>
                  <a:cubicBezTo>
                    <a:pt x="246652" y="258551"/>
                    <a:pt x="244735" y="258551"/>
                    <a:pt x="243457" y="257913"/>
                  </a:cubicBezTo>
                  <a:cubicBezTo>
                    <a:pt x="242818" y="257913"/>
                    <a:pt x="242818" y="257913"/>
                    <a:pt x="242179" y="257274"/>
                  </a:cubicBezTo>
                  <a:lnTo>
                    <a:pt x="240262" y="256636"/>
                  </a:lnTo>
                  <a:cubicBezTo>
                    <a:pt x="239623" y="255998"/>
                    <a:pt x="187864" y="224078"/>
                    <a:pt x="187225" y="210671"/>
                  </a:cubicBezTo>
                  <a:cubicBezTo>
                    <a:pt x="187225" y="207479"/>
                    <a:pt x="188503" y="204287"/>
                    <a:pt x="191059" y="202372"/>
                  </a:cubicBezTo>
                  <a:cubicBezTo>
                    <a:pt x="192977" y="201095"/>
                    <a:pt x="195533" y="200457"/>
                    <a:pt x="198088" y="200457"/>
                  </a:cubicBezTo>
                  <a:cubicBezTo>
                    <a:pt x="214063" y="200457"/>
                    <a:pt x="256876" y="223439"/>
                    <a:pt x="258154" y="224716"/>
                  </a:cubicBezTo>
                  <a:lnTo>
                    <a:pt x="258792" y="225355"/>
                  </a:lnTo>
                  <a:cubicBezTo>
                    <a:pt x="267739" y="231100"/>
                    <a:pt x="269656" y="241314"/>
                    <a:pt x="264544" y="249614"/>
                  </a:cubicBezTo>
                  <a:close/>
                  <a:moveTo>
                    <a:pt x="275407" y="200457"/>
                  </a:moveTo>
                  <a:cubicBezTo>
                    <a:pt x="274767" y="200457"/>
                    <a:pt x="274767" y="200457"/>
                    <a:pt x="274128" y="200457"/>
                  </a:cubicBezTo>
                  <a:lnTo>
                    <a:pt x="274128" y="200457"/>
                  </a:lnTo>
                  <a:cubicBezTo>
                    <a:pt x="245374" y="200457"/>
                    <a:pt x="209590" y="197903"/>
                    <a:pt x="204478" y="187051"/>
                  </a:cubicBezTo>
                  <a:cubicBezTo>
                    <a:pt x="203200" y="183859"/>
                    <a:pt x="203200" y="180667"/>
                    <a:pt x="205118" y="178113"/>
                  </a:cubicBezTo>
                  <a:cubicBezTo>
                    <a:pt x="212146" y="166622"/>
                    <a:pt x="272851" y="163430"/>
                    <a:pt x="273490" y="163430"/>
                  </a:cubicBezTo>
                  <a:lnTo>
                    <a:pt x="274767" y="163430"/>
                  </a:lnTo>
                  <a:cubicBezTo>
                    <a:pt x="275407" y="163430"/>
                    <a:pt x="275407" y="163430"/>
                    <a:pt x="276046" y="163430"/>
                  </a:cubicBezTo>
                  <a:cubicBezTo>
                    <a:pt x="284352" y="165345"/>
                    <a:pt x="290742" y="172368"/>
                    <a:pt x="291382" y="180667"/>
                  </a:cubicBezTo>
                  <a:cubicBezTo>
                    <a:pt x="292021" y="190243"/>
                    <a:pt x="284992" y="198542"/>
                    <a:pt x="275407" y="200457"/>
                  </a:cubicBezTo>
                  <a:close/>
                </a:path>
              </a:pathLst>
            </a:custGeom>
            <a:solidFill>
              <a:srgbClr val="00ABAB"/>
            </a:solidFill>
            <a:ln w="6390" cap="flat">
              <a:noFill/>
              <a:prstDash val="solid"/>
              <a:miter/>
            </a:ln>
          </p:spPr>
          <p:txBody>
            <a:bodyPr rtlCol="0" anchor="ctr"/>
            <a:lstStyle/>
            <a:p>
              <a:endParaRPr lang="en-US"/>
            </a:p>
          </p:txBody>
        </p:sp>
      </p:grpSp>
      <p:grpSp>
        <p:nvGrpSpPr>
          <p:cNvPr id="873" name="Graphic 4">
            <a:extLst>
              <a:ext uri="{FF2B5EF4-FFF2-40B4-BE49-F238E27FC236}">
                <a16:creationId xmlns:a16="http://schemas.microsoft.com/office/drawing/2014/main" id="{64F28C74-23CB-4F4A-8197-3D6DDED18906}"/>
              </a:ext>
            </a:extLst>
          </p:cNvPr>
          <p:cNvGrpSpPr/>
          <p:nvPr/>
        </p:nvGrpSpPr>
        <p:grpSpPr>
          <a:xfrm>
            <a:off x="9279466" y="1893013"/>
            <a:ext cx="361671" cy="361333"/>
            <a:chOff x="9279466" y="1893013"/>
            <a:chExt cx="361671" cy="361333"/>
          </a:xfrm>
          <a:solidFill>
            <a:srgbClr val="00ABAB"/>
          </a:solidFill>
        </p:grpSpPr>
        <p:sp>
          <p:nvSpPr>
            <p:cNvPr id="874" name="Graphic 4">
              <a:extLst>
                <a:ext uri="{FF2B5EF4-FFF2-40B4-BE49-F238E27FC236}">
                  <a16:creationId xmlns:a16="http://schemas.microsoft.com/office/drawing/2014/main" id="{31423E4D-DBF5-C643-933D-AD7A6C659101}"/>
                </a:ext>
              </a:extLst>
            </p:cNvPr>
            <p:cNvSpPr/>
            <p:nvPr/>
          </p:nvSpPr>
          <p:spPr>
            <a:xfrm>
              <a:off x="9364048" y="1990688"/>
              <a:ext cx="185712" cy="164785"/>
            </a:xfrm>
            <a:custGeom>
              <a:avLst/>
              <a:gdLst>
                <a:gd name="connsiteX0" fmla="*/ 180600 w 185712"/>
                <a:gd name="connsiteY0" fmla="*/ 25536 h 164785"/>
                <a:gd name="connsiteX1" fmla="*/ 179961 w 185712"/>
                <a:gd name="connsiteY1" fmla="*/ 18514 h 164785"/>
                <a:gd name="connsiteX2" fmla="*/ 183795 w 185712"/>
                <a:gd name="connsiteY2" fmla="*/ 10853 h 164785"/>
                <a:gd name="connsiteX3" fmla="*/ 178683 w 185712"/>
                <a:gd name="connsiteY3" fmla="*/ 12768 h 164785"/>
                <a:gd name="connsiteX4" fmla="*/ 156958 w 185712"/>
                <a:gd name="connsiteY4" fmla="*/ 10214 h 164785"/>
                <a:gd name="connsiteX5" fmla="*/ 144178 w 185712"/>
                <a:gd name="connsiteY5" fmla="*/ 3830 h 164785"/>
                <a:gd name="connsiteX6" fmla="*/ 137788 w 185712"/>
                <a:gd name="connsiteY6" fmla="*/ 1277 h 164785"/>
                <a:gd name="connsiteX7" fmla="*/ 111589 w 185712"/>
                <a:gd name="connsiteY7" fmla="*/ 5107 h 164785"/>
                <a:gd name="connsiteX8" fmla="*/ 94975 w 185712"/>
                <a:gd name="connsiteY8" fmla="*/ 38304 h 164785"/>
                <a:gd name="connsiteX9" fmla="*/ 94336 w 185712"/>
                <a:gd name="connsiteY9" fmla="*/ 48518 h 164785"/>
                <a:gd name="connsiteX10" fmla="*/ 92419 w 185712"/>
                <a:gd name="connsiteY10" fmla="*/ 52987 h 164785"/>
                <a:gd name="connsiteX11" fmla="*/ 87946 w 185712"/>
                <a:gd name="connsiteY11" fmla="*/ 54264 h 164785"/>
                <a:gd name="connsiteX12" fmla="*/ 2960 w 185712"/>
                <a:gd name="connsiteY12" fmla="*/ 12768 h 164785"/>
                <a:gd name="connsiteX13" fmla="*/ 11267 w 185712"/>
                <a:gd name="connsiteY13" fmla="*/ 55541 h 164785"/>
                <a:gd name="connsiteX14" fmla="*/ 11267 w 185712"/>
                <a:gd name="connsiteY14" fmla="*/ 62563 h 164785"/>
                <a:gd name="connsiteX15" fmla="*/ 4238 w 185712"/>
                <a:gd name="connsiteY15" fmla="*/ 65117 h 164785"/>
                <a:gd name="connsiteX16" fmla="*/ 1043 w 185712"/>
                <a:gd name="connsiteY16" fmla="*/ 64478 h 164785"/>
                <a:gd name="connsiteX17" fmla="*/ 22769 w 185712"/>
                <a:gd name="connsiteY17" fmla="*/ 94483 h 164785"/>
                <a:gd name="connsiteX18" fmla="*/ 25325 w 185712"/>
                <a:gd name="connsiteY18" fmla="*/ 101505 h 164785"/>
                <a:gd name="connsiteX19" fmla="*/ 18935 w 185712"/>
                <a:gd name="connsiteY19" fmla="*/ 105974 h 164785"/>
                <a:gd name="connsiteX20" fmla="*/ 17657 w 185712"/>
                <a:gd name="connsiteY20" fmla="*/ 105974 h 164785"/>
                <a:gd name="connsiteX21" fmla="*/ 45772 w 185712"/>
                <a:gd name="connsiteY21" fmla="*/ 127041 h 164785"/>
                <a:gd name="connsiteX22" fmla="*/ 50246 w 185712"/>
                <a:gd name="connsiteY22" fmla="*/ 132148 h 164785"/>
                <a:gd name="connsiteX23" fmla="*/ 48329 w 185712"/>
                <a:gd name="connsiteY23" fmla="*/ 138532 h 164785"/>
                <a:gd name="connsiteX24" fmla="*/ 15740 w 185712"/>
                <a:gd name="connsiteY24" fmla="*/ 152577 h 164785"/>
                <a:gd name="connsiteX25" fmla="*/ 4238 w 185712"/>
                <a:gd name="connsiteY25" fmla="*/ 153854 h 164785"/>
                <a:gd name="connsiteX26" fmla="*/ 61108 w 185712"/>
                <a:gd name="connsiteY26" fmla="*/ 164707 h 164785"/>
                <a:gd name="connsiteX27" fmla="*/ 172932 w 185712"/>
                <a:gd name="connsiteY27" fmla="*/ 49795 h 164785"/>
                <a:gd name="connsiteX28" fmla="*/ 181878 w 185712"/>
                <a:gd name="connsiteY28" fmla="*/ 30643 h 164785"/>
                <a:gd name="connsiteX29" fmla="*/ 185712 w 185712"/>
                <a:gd name="connsiteY29" fmla="*/ 26813 h 164785"/>
                <a:gd name="connsiteX30" fmla="*/ 180600 w 185712"/>
                <a:gd name="connsiteY30" fmla="*/ 25536 h 16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5712" h="164785">
                  <a:moveTo>
                    <a:pt x="180600" y="25536"/>
                  </a:moveTo>
                  <a:cubicBezTo>
                    <a:pt x="178683" y="23621"/>
                    <a:pt x="178683" y="21067"/>
                    <a:pt x="179961" y="18514"/>
                  </a:cubicBezTo>
                  <a:lnTo>
                    <a:pt x="183795" y="10853"/>
                  </a:lnTo>
                  <a:cubicBezTo>
                    <a:pt x="181878" y="11491"/>
                    <a:pt x="180600" y="12130"/>
                    <a:pt x="178683" y="12768"/>
                  </a:cubicBezTo>
                  <a:cubicBezTo>
                    <a:pt x="171015" y="15960"/>
                    <a:pt x="163986" y="15322"/>
                    <a:pt x="156958" y="10214"/>
                  </a:cubicBezTo>
                  <a:cubicBezTo>
                    <a:pt x="153124" y="7661"/>
                    <a:pt x="148650" y="5746"/>
                    <a:pt x="144178" y="3830"/>
                  </a:cubicBezTo>
                  <a:cubicBezTo>
                    <a:pt x="142260" y="3192"/>
                    <a:pt x="139705" y="1915"/>
                    <a:pt x="137788" y="1277"/>
                  </a:cubicBezTo>
                  <a:cubicBezTo>
                    <a:pt x="127564" y="-1277"/>
                    <a:pt x="119257" y="0"/>
                    <a:pt x="111589" y="5107"/>
                  </a:cubicBezTo>
                  <a:cubicBezTo>
                    <a:pt x="100726" y="12768"/>
                    <a:pt x="95614" y="28090"/>
                    <a:pt x="94975" y="38304"/>
                  </a:cubicBezTo>
                  <a:lnTo>
                    <a:pt x="94336" y="48518"/>
                  </a:lnTo>
                  <a:cubicBezTo>
                    <a:pt x="94336" y="50433"/>
                    <a:pt x="93697" y="51710"/>
                    <a:pt x="92419" y="52987"/>
                  </a:cubicBezTo>
                  <a:cubicBezTo>
                    <a:pt x="91141" y="54264"/>
                    <a:pt x="89224" y="54902"/>
                    <a:pt x="87946" y="54264"/>
                  </a:cubicBezTo>
                  <a:cubicBezTo>
                    <a:pt x="54719" y="51710"/>
                    <a:pt x="27241" y="38304"/>
                    <a:pt x="2960" y="12768"/>
                  </a:cubicBezTo>
                  <a:cubicBezTo>
                    <a:pt x="-2791" y="23621"/>
                    <a:pt x="-235" y="37666"/>
                    <a:pt x="11267" y="55541"/>
                  </a:cubicBezTo>
                  <a:cubicBezTo>
                    <a:pt x="12545" y="57456"/>
                    <a:pt x="12545" y="60648"/>
                    <a:pt x="11267" y="62563"/>
                  </a:cubicBezTo>
                  <a:cubicBezTo>
                    <a:pt x="9989" y="64478"/>
                    <a:pt x="6794" y="65755"/>
                    <a:pt x="4238" y="65117"/>
                  </a:cubicBezTo>
                  <a:lnTo>
                    <a:pt x="1043" y="64478"/>
                  </a:lnTo>
                  <a:cubicBezTo>
                    <a:pt x="2321" y="75969"/>
                    <a:pt x="9350" y="85545"/>
                    <a:pt x="22769" y="94483"/>
                  </a:cubicBezTo>
                  <a:cubicBezTo>
                    <a:pt x="25325" y="95760"/>
                    <a:pt x="25964" y="98952"/>
                    <a:pt x="25325" y="101505"/>
                  </a:cubicBezTo>
                  <a:cubicBezTo>
                    <a:pt x="24686" y="104059"/>
                    <a:pt x="22130" y="105974"/>
                    <a:pt x="18935" y="105974"/>
                  </a:cubicBezTo>
                  <a:lnTo>
                    <a:pt x="17657" y="105974"/>
                  </a:lnTo>
                  <a:cubicBezTo>
                    <a:pt x="22769" y="116188"/>
                    <a:pt x="31076" y="122572"/>
                    <a:pt x="45772" y="127041"/>
                  </a:cubicBezTo>
                  <a:cubicBezTo>
                    <a:pt x="48329" y="127680"/>
                    <a:pt x="49606" y="129595"/>
                    <a:pt x="50246" y="132148"/>
                  </a:cubicBezTo>
                  <a:cubicBezTo>
                    <a:pt x="50885" y="134702"/>
                    <a:pt x="49606" y="136617"/>
                    <a:pt x="48329" y="138532"/>
                  </a:cubicBezTo>
                  <a:cubicBezTo>
                    <a:pt x="37466" y="147470"/>
                    <a:pt x="25964" y="150662"/>
                    <a:pt x="15740" y="152577"/>
                  </a:cubicBezTo>
                  <a:cubicBezTo>
                    <a:pt x="11906" y="153216"/>
                    <a:pt x="8072" y="153854"/>
                    <a:pt x="4238" y="153854"/>
                  </a:cubicBezTo>
                  <a:cubicBezTo>
                    <a:pt x="22130" y="162153"/>
                    <a:pt x="41300" y="165345"/>
                    <a:pt x="61108" y="164707"/>
                  </a:cubicBezTo>
                  <a:cubicBezTo>
                    <a:pt x="122452" y="161515"/>
                    <a:pt x="169737" y="112996"/>
                    <a:pt x="172932" y="49795"/>
                  </a:cubicBezTo>
                  <a:cubicBezTo>
                    <a:pt x="173571" y="42134"/>
                    <a:pt x="176127" y="36389"/>
                    <a:pt x="181878" y="30643"/>
                  </a:cubicBezTo>
                  <a:cubicBezTo>
                    <a:pt x="183156" y="29366"/>
                    <a:pt x="184435" y="28090"/>
                    <a:pt x="185712" y="26813"/>
                  </a:cubicBezTo>
                  <a:cubicBezTo>
                    <a:pt x="184435" y="28090"/>
                    <a:pt x="181878" y="27451"/>
                    <a:pt x="180600" y="25536"/>
                  </a:cubicBezTo>
                  <a:close/>
                </a:path>
              </a:pathLst>
            </a:custGeom>
            <a:solidFill>
              <a:srgbClr val="00ABAB"/>
            </a:solidFill>
            <a:ln w="6390" cap="flat">
              <a:noFill/>
              <a:prstDash val="solid"/>
              <a:miter/>
            </a:ln>
          </p:spPr>
          <p:txBody>
            <a:bodyPr rtlCol="0" anchor="ctr"/>
            <a:lstStyle/>
            <a:p>
              <a:endParaRPr lang="en-US"/>
            </a:p>
          </p:txBody>
        </p:sp>
        <p:sp>
          <p:nvSpPr>
            <p:cNvPr id="875" name="Graphic 4">
              <a:extLst>
                <a:ext uri="{FF2B5EF4-FFF2-40B4-BE49-F238E27FC236}">
                  <a16:creationId xmlns:a16="http://schemas.microsoft.com/office/drawing/2014/main" id="{9B84C7EB-7FB6-7E49-972B-52B4D8DF3461}"/>
                </a:ext>
              </a:extLst>
            </p:cNvPr>
            <p:cNvSpPr/>
            <p:nvPr/>
          </p:nvSpPr>
          <p:spPr>
            <a:xfrm>
              <a:off x="9279466" y="1893013"/>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291382 w 361671"/>
                <a:gd name="connsiteY5" fmla="*/ 120657 h 361333"/>
                <a:gd name="connsiteX6" fmla="*/ 286908 w 361671"/>
                <a:gd name="connsiteY6" fmla="*/ 125765 h 361333"/>
                <a:gd name="connsiteX7" fmla="*/ 275407 w 361671"/>
                <a:gd name="connsiteY7" fmla="*/ 138533 h 361333"/>
                <a:gd name="connsiteX8" fmla="*/ 270295 w 361671"/>
                <a:gd name="connsiteY8" fmla="*/ 148747 h 361333"/>
                <a:gd name="connsiteX9" fmla="*/ 146330 w 361671"/>
                <a:gd name="connsiteY9" fmla="*/ 275788 h 361333"/>
                <a:gd name="connsiteX10" fmla="*/ 138662 w 361671"/>
                <a:gd name="connsiteY10" fmla="*/ 275788 h 361333"/>
                <a:gd name="connsiteX11" fmla="*/ 75402 w 361671"/>
                <a:gd name="connsiteY11" fmla="*/ 259828 h 361333"/>
                <a:gd name="connsiteX12" fmla="*/ 69650 w 361671"/>
                <a:gd name="connsiteY12" fmla="*/ 254721 h 361333"/>
                <a:gd name="connsiteX13" fmla="*/ 68373 w 361671"/>
                <a:gd name="connsiteY13" fmla="*/ 253444 h 361333"/>
                <a:gd name="connsiteX14" fmla="*/ 67094 w 361671"/>
                <a:gd name="connsiteY14" fmla="*/ 247699 h 361333"/>
                <a:gd name="connsiteX15" fmla="*/ 70929 w 361671"/>
                <a:gd name="connsiteY15" fmla="*/ 243230 h 361333"/>
                <a:gd name="connsiteX16" fmla="*/ 72845 w 361671"/>
                <a:gd name="connsiteY16" fmla="*/ 242591 h 361333"/>
                <a:gd name="connsiteX17" fmla="*/ 79235 w 361671"/>
                <a:gd name="connsiteY17" fmla="*/ 240676 h 361333"/>
                <a:gd name="connsiteX18" fmla="*/ 87543 w 361671"/>
                <a:gd name="connsiteY18" fmla="*/ 240038 h 361333"/>
                <a:gd name="connsiteX19" fmla="*/ 97766 w 361671"/>
                <a:gd name="connsiteY19" fmla="*/ 238761 h 361333"/>
                <a:gd name="connsiteX20" fmla="*/ 114380 w 361671"/>
                <a:gd name="connsiteY20" fmla="*/ 233654 h 361333"/>
                <a:gd name="connsiteX21" fmla="*/ 86904 w 361671"/>
                <a:gd name="connsiteY21" fmla="*/ 199819 h 361333"/>
                <a:gd name="connsiteX22" fmla="*/ 88181 w 361671"/>
                <a:gd name="connsiteY22" fmla="*/ 194073 h 361333"/>
                <a:gd name="connsiteX23" fmla="*/ 88181 w 361671"/>
                <a:gd name="connsiteY23" fmla="*/ 194073 h 361333"/>
                <a:gd name="connsiteX24" fmla="*/ 72207 w 361671"/>
                <a:gd name="connsiteY24" fmla="*/ 153854 h 361333"/>
                <a:gd name="connsiteX25" fmla="*/ 74763 w 361671"/>
                <a:gd name="connsiteY25" fmla="*/ 149385 h 361333"/>
                <a:gd name="connsiteX26" fmla="*/ 77319 w 361671"/>
                <a:gd name="connsiteY26" fmla="*/ 148108 h 361333"/>
                <a:gd name="connsiteX27" fmla="*/ 81792 w 361671"/>
                <a:gd name="connsiteY27" fmla="*/ 97037 h 361333"/>
                <a:gd name="connsiteX28" fmla="*/ 86904 w 361671"/>
                <a:gd name="connsiteY28" fmla="*/ 95121 h 361333"/>
                <a:gd name="connsiteX29" fmla="*/ 91376 w 361671"/>
                <a:gd name="connsiteY29" fmla="*/ 97037 h 361333"/>
                <a:gd name="connsiteX30" fmla="*/ 166138 w 361671"/>
                <a:gd name="connsiteY30" fmla="*/ 139171 h 361333"/>
                <a:gd name="connsiteX31" fmla="*/ 166138 w 361671"/>
                <a:gd name="connsiteY31" fmla="*/ 135341 h 361333"/>
                <a:gd name="connsiteX32" fmla="*/ 188503 w 361671"/>
                <a:gd name="connsiteY32" fmla="*/ 92568 h 361333"/>
                <a:gd name="connsiteX33" fmla="*/ 225565 w 361671"/>
                <a:gd name="connsiteY33" fmla="*/ 86822 h 361333"/>
                <a:gd name="connsiteX34" fmla="*/ 226204 w 361671"/>
                <a:gd name="connsiteY34" fmla="*/ 86822 h 361333"/>
                <a:gd name="connsiteX35" fmla="*/ 232594 w 361671"/>
                <a:gd name="connsiteY35" fmla="*/ 89376 h 361333"/>
                <a:gd name="connsiteX36" fmla="*/ 247930 w 361671"/>
                <a:gd name="connsiteY36" fmla="*/ 97037 h 361333"/>
                <a:gd name="connsiteX37" fmla="*/ 257515 w 361671"/>
                <a:gd name="connsiteY37" fmla="*/ 98313 h 361333"/>
                <a:gd name="connsiteX38" fmla="*/ 269656 w 361671"/>
                <a:gd name="connsiteY38" fmla="*/ 93206 h 361333"/>
                <a:gd name="connsiteX39" fmla="*/ 276046 w 361671"/>
                <a:gd name="connsiteY39" fmla="*/ 90653 h 361333"/>
                <a:gd name="connsiteX40" fmla="*/ 283075 w 361671"/>
                <a:gd name="connsiteY40" fmla="*/ 91929 h 361333"/>
                <a:gd name="connsiteX41" fmla="*/ 284992 w 361671"/>
                <a:gd name="connsiteY41" fmla="*/ 93845 h 361333"/>
                <a:gd name="connsiteX42" fmla="*/ 286270 w 361671"/>
                <a:gd name="connsiteY42" fmla="*/ 101505 h 361333"/>
                <a:gd name="connsiteX43" fmla="*/ 283075 w 361671"/>
                <a:gd name="connsiteY43" fmla="*/ 107889 h 361333"/>
                <a:gd name="connsiteX44" fmla="*/ 290103 w 361671"/>
                <a:gd name="connsiteY44" fmla="*/ 110443 h 361333"/>
                <a:gd name="connsiteX45" fmla="*/ 292021 w 361671"/>
                <a:gd name="connsiteY45" fmla="*/ 112997 h 361333"/>
                <a:gd name="connsiteX46" fmla="*/ 291382 w 361671"/>
                <a:gd name="connsiteY46" fmla="*/ 12065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1671" h="361333">
                  <a:moveTo>
                    <a:pt x="180836" y="0"/>
                  </a:moveTo>
                  <a:cubicBezTo>
                    <a:pt x="80514" y="0"/>
                    <a:pt x="0" y="81077"/>
                    <a:pt x="0" y="180667"/>
                  </a:cubicBezTo>
                  <a:cubicBezTo>
                    <a:pt x="0" y="280257"/>
                    <a:pt x="81153" y="361333"/>
                    <a:pt x="180836" y="361333"/>
                  </a:cubicBezTo>
                  <a:cubicBezTo>
                    <a:pt x="280518" y="361333"/>
                    <a:pt x="361671" y="280257"/>
                    <a:pt x="361671" y="180667"/>
                  </a:cubicBezTo>
                  <a:cubicBezTo>
                    <a:pt x="361671" y="81077"/>
                    <a:pt x="280518" y="0"/>
                    <a:pt x="180836" y="0"/>
                  </a:cubicBezTo>
                  <a:close/>
                  <a:moveTo>
                    <a:pt x="291382" y="120657"/>
                  </a:moveTo>
                  <a:cubicBezTo>
                    <a:pt x="290103" y="122573"/>
                    <a:pt x="288187" y="123849"/>
                    <a:pt x="286908" y="125765"/>
                  </a:cubicBezTo>
                  <a:cubicBezTo>
                    <a:pt x="283075" y="130233"/>
                    <a:pt x="279880" y="134702"/>
                    <a:pt x="275407" y="138533"/>
                  </a:cubicBezTo>
                  <a:cubicBezTo>
                    <a:pt x="272212" y="141724"/>
                    <a:pt x="270934" y="144278"/>
                    <a:pt x="270295" y="148747"/>
                  </a:cubicBezTo>
                  <a:cubicBezTo>
                    <a:pt x="266461" y="218971"/>
                    <a:pt x="214703" y="272596"/>
                    <a:pt x="146330" y="275788"/>
                  </a:cubicBezTo>
                  <a:cubicBezTo>
                    <a:pt x="143774" y="275788"/>
                    <a:pt x="141218" y="275788"/>
                    <a:pt x="138662" y="275788"/>
                  </a:cubicBezTo>
                  <a:cubicBezTo>
                    <a:pt x="116297" y="275788"/>
                    <a:pt x="95210" y="270681"/>
                    <a:pt x="75402" y="259828"/>
                  </a:cubicBezTo>
                  <a:cubicBezTo>
                    <a:pt x="72845" y="258551"/>
                    <a:pt x="70929" y="255998"/>
                    <a:pt x="69650" y="254721"/>
                  </a:cubicBezTo>
                  <a:cubicBezTo>
                    <a:pt x="69012" y="254083"/>
                    <a:pt x="69012" y="253444"/>
                    <a:pt x="68373" y="253444"/>
                  </a:cubicBezTo>
                  <a:cubicBezTo>
                    <a:pt x="67094" y="252167"/>
                    <a:pt x="66456" y="249614"/>
                    <a:pt x="67094" y="247699"/>
                  </a:cubicBezTo>
                  <a:cubicBezTo>
                    <a:pt x="67734" y="245783"/>
                    <a:pt x="69012" y="243868"/>
                    <a:pt x="70929" y="243230"/>
                  </a:cubicBezTo>
                  <a:cubicBezTo>
                    <a:pt x="71568" y="243230"/>
                    <a:pt x="72207" y="242591"/>
                    <a:pt x="72845" y="242591"/>
                  </a:cubicBezTo>
                  <a:cubicBezTo>
                    <a:pt x="74763" y="241953"/>
                    <a:pt x="76679" y="240676"/>
                    <a:pt x="79235" y="240676"/>
                  </a:cubicBezTo>
                  <a:cubicBezTo>
                    <a:pt x="81792" y="240038"/>
                    <a:pt x="84348" y="240038"/>
                    <a:pt x="87543" y="240038"/>
                  </a:cubicBezTo>
                  <a:cubicBezTo>
                    <a:pt x="91376" y="240038"/>
                    <a:pt x="94571" y="239399"/>
                    <a:pt x="97766" y="238761"/>
                  </a:cubicBezTo>
                  <a:cubicBezTo>
                    <a:pt x="103517" y="237484"/>
                    <a:pt x="109269" y="236207"/>
                    <a:pt x="114380" y="233654"/>
                  </a:cubicBezTo>
                  <a:cubicBezTo>
                    <a:pt x="99684" y="226631"/>
                    <a:pt x="90738" y="215779"/>
                    <a:pt x="86904" y="199819"/>
                  </a:cubicBezTo>
                  <a:cubicBezTo>
                    <a:pt x="86264" y="197903"/>
                    <a:pt x="86904" y="195988"/>
                    <a:pt x="88181" y="194073"/>
                  </a:cubicBezTo>
                  <a:lnTo>
                    <a:pt x="88181" y="194073"/>
                  </a:lnTo>
                  <a:cubicBezTo>
                    <a:pt x="79235" y="185135"/>
                    <a:pt x="70929" y="172368"/>
                    <a:pt x="72207" y="153854"/>
                  </a:cubicBezTo>
                  <a:cubicBezTo>
                    <a:pt x="72207" y="151939"/>
                    <a:pt x="73484" y="150024"/>
                    <a:pt x="74763" y="149385"/>
                  </a:cubicBezTo>
                  <a:cubicBezTo>
                    <a:pt x="75402" y="148747"/>
                    <a:pt x="76679" y="148747"/>
                    <a:pt x="77319" y="148108"/>
                  </a:cubicBezTo>
                  <a:cubicBezTo>
                    <a:pt x="65817" y="122573"/>
                    <a:pt x="72845" y="106613"/>
                    <a:pt x="81792" y="97037"/>
                  </a:cubicBezTo>
                  <a:cubicBezTo>
                    <a:pt x="83069" y="95760"/>
                    <a:pt x="84986" y="95121"/>
                    <a:pt x="86904" y="95121"/>
                  </a:cubicBezTo>
                  <a:cubicBezTo>
                    <a:pt x="88820" y="95121"/>
                    <a:pt x="90738" y="95760"/>
                    <a:pt x="91376" y="97037"/>
                  </a:cubicBezTo>
                  <a:cubicBezTo>
                    <a:pt x="112464" y="121296"/>
                    <a:pt x="136745" y="135341"/>
                    <a:pt x="166138" y="139171"/>
                  </a:cubicBezTo>
                  <a:lnTo>
                    <a:pt x="166138" y="135341"/>
                  </a:lnTo>
                  <a:cubicBezTo>
                    <a:pt x="166778" y="121296"/>
                    <a:pt x="173807" y="102782"/>
                    <a:pt x="188503" y="92568"/>
                  </a:cubicBezTo>
                  <a:cubicBezTo>
                    <a:pt x="198728" y="84907"/>
                    <a:pt x="212146" y="82992"/>
                    <a:pt x="225565" y="86822"/>
                  </a:cubicBezTo>
                  <a:lnTo>
                    <a:pt x="226204" y="86822"/>
                  </a:lnTo>
                  <a:cubicBezTo>
                    <a:pt x="228121" y="87461"/>
                    <a:pt x="230038" y="88737"/>
                    <a:pt x="232594" y="89376"/>
                  </a:cubicBezTo>
                  <a:cubicBezTo>
                    <a:pt x="237706" y="91291"/>
                    <a:pt x="243457" y="93206"/>
                    <a:pt x="247930" y="97037"/>
                  </a:cubicBezTo>
                  <a:cubicBezTo>
                    <a:pt x="251764" y="99590"/>
                    <a:pt x="253681" y="99590"/>
                    <a:pt x="257515" y="98313"/>
                  </a:cubicBezTo>
                  <a:cubicBezTo>
                    <a:pt x="261349" y="96398"/>
                    <a:pt x="265822" y="95121"/>
                    <a:pt x="269656" y="93206"/>
                  </a:cubicBezTo>
                  <a:lnTo>
                    <a:pt x="276046" y="90653"/>
                  </a:lnTo>
                  <a:cubicBezTo>
                    <a:pt x="278602" y="89376"/>
                    <a:pt x="281157" y="90014"/>
                    <a:pt x="283075" y="91929"/>
                  </a:cubicBezTo>
                  <a:lnTo>
                    <a:pt x="284992" y="93845"/>
                  </a:lnTo>
                  <a:cubicBezTo>
                    <a:pt x="286908" y="95760"/>
                    <a:pt x="287547" y="98952"/>
                    <a:pt x="286270" y="101505"/>
                  </a:cubicBezTo>
                  <a:lnTo>
                    <a:pt x="283075" y="107889"/>
                  </a:lnTo>
                  <a:cubicBezTo>
                    <a:pt x="285631" y="107251"/>
                    <a:pt x="288187" y="107889"/>
                    <a:pt x="290103" y="110443"/>
                  </a:cubicBezTo>
                  <a:lnTo>
                    <a:pt x="292021" y="112997"/>
                  </a:lnTo>
                  <a:cubicBezTo>
                    <a:pt x="293937" y="115550"/>
                    <a:pt x="293937" y="118742"/>
                    <a:pt x="291382" y="120657"/>
                  </a:cubicBezTo>
                  <a:close/>
                </a:path>
              </a:pathLst>
            </a:custGeom>
            <a:solidFill>
              <a:srgbClr val="00ABAB"/>
            </a:solidFill>
            <a:ln w="6390" cap="flat">
              <a:noFill/>
              <a:prstDash val="solid"/>
              <a:miter/>
            </a:ln>
          </p:spPr>
          <p:txBody>
            <a:bodyPr rtlCol="0" anchor="ctr"/>
            <a:lstStyle/>
            <a:p>
              <a:endParaRPr lang="en-US"/>
            </a:p>
          </p:txBody>
        </p:sp>
      </p:grpSp>
      <p:grpSp>
        <p:nvGrpSpPr>
          <p:cNvPr id="876" name="Graphic 4">
            <a:extLst>
              <a:ext uri="{FF2B5EF4-FFF2-40B4-BE49-F238E27FC236}">
                <a16:creationId xmlns:a16="http://schemas.microsoft.com/office/drawing/2014/main" id="{8E9B6B4C-5244-3D40-95A1-E55B17598536}"/>
              </a:ext>
            </a:extLst>
          </p:cNvPr>
          <p:cNvGrpSpPr/>
          <p:nvPr/>
        </p:nvGrpSpPr>
        <p:grpSpPr>
          <a:xfrm>
            <a:off x="8841116" y="3339623"/>
            <a:ext cx="361674" cy="361333"/>
            <a:chOff x="8841116" y="3339623"/>
            <a:chExt cx="361674" cy="361333"/>
          </a:xfrm>
          <a:solidFill>
            <a:srgbClr val="00ABAB"/>
          </a:solidFill>
        </p:grpSpPr>
        <p:sp>
          <p:nvSpPr>
            <p:cNvPr id="877" name="Graphic 4">
              <a:extLst>
                <a:ext uri="{FF2B5EF4-FFF2-40B4-BE49-F238E27FC236}">
                  <a16:creationId xmlns:a16="http://schemas.microsoft.com/office/drawing/2014/main" id="{CFDE36CB-A0E8-D54C-B39C-408EE3F7FB90}"/>
                </a:ext>
              </a:extLst>
            </p:cNvPr>
            <p:cNvSpPr/>
            <p:nvPr/>
          </p:nvSpPr>
          <p:spPr>
            <a:xfrm>
              <a:off x="8841116" y="3339623"/>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0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3" y="361333"/>
                    <a:pt x="180836" y="361333"/>
                  </a:cubicBezTo>
                  <a:cubicBezTo>
                    <a:pt x="280518" y="361333"/>
                    <a:pt x="361670" y="280257"/>
                    <a:pt x="361670" y="180667"/>
                  </a:cubicBezTo>
                  <a:cubicBezTo>
                    <a:pt x="362310" y="81077"/>
                    <a:pt x="281157" y="0"/>
                    <a:pt x="180836" y="0"/>
                  </a:cubicBezTo>
                  <a:close/>
                  <a:moveTo>
                    <a:pt x="180836" y="349204"/>
                  </a:moveTo>
                  <a:cubicBezTo>
                    <a:pt x="88181" y="349204"/>
                    <a:pt x="12780" y="273873"/>
                    <a:pt x="12780" y="181305"/>
                  </a:cubicBezTo>
                  <a:cubicBezTo>
                    <a:pt x="12780" y="88738"/>
                    <a:pt x="88181" y="13406"/>
                    <a:pt x="180836" y="13406"/>
                  </a:cubicBezTo>
                  <a:cubicBezTo>
                    <a:pt x="273490" y="13406"/>
                    <a:pt x="348890" y="88738"/>
                    <a:pt x="348890" y="181305"/>
                  </a:cubicBezTo>
                  <a:cubicBezTo>
                    <a:pt x="348890" y="273873"/>
                    <a:pt x="274128" y="349204"/>
                    <a:pt x="180836" y="349204"/>
                  </a:cubicBezTo>
                  <a:close/>
                </a:path>
              </a:pathLst>
            </a:custGeom>
            <a:solidFill>
              <a:srgbClr val="00ABAB"/>
            </a:solidFill>
            <a:ln w="6390" cap="flat">
              <a:noFill/>
              <a:prstDash val="solid"/>
              <a:miter/>
            </a:ln>
          </p:spPr>
          <p:txBody>
            <a:bodyPr rtlCol="0" anchor="ctr"/>
            <a:lstStyle/>
            <a:p>
              <a:endParaRPr lang="en-US"/>
            </a:p>
          </p:txBody>
        </p:sp>
        <p:sp>
          <p:nvSpPr>
            <p:cNvPr id="878" name="Graphic 4">
              <a:extLst>
                <a:ext uri="{FF2B5EF4-FFF2-40B4-BE49-F238E27FC236}">
                  <a16:creationId xmlns:a16="http://schemas.microsoft.com/office/drawing/2014/main" id="{E8743612-BFC8-3F4C-8C51-37162BDF4380}"/>
                </a:ext>
              </a:extLst>
            </p:cNvPr>
            <p:cNvSpPr/>
            <p:nvPr/>
          </p:nvSpPr>
          <p:spPr>
            <a:xfrm>
              <a:off x="8911406" y="3416133"/>
              <a:ext cx="221091" cy="210130"/>
            </a:xfrm>
            <a:custGeom>
              <a:avLst/>
              <a:gdLst>
                <a:gd name="connsiteX0" fmla="*/ 214702 w 221091"/>
                <a:gd name="connsiteY0" fmla="*/ 54362 h 210130"/>
                <a:gd name="connsiteX1" fmla="*/ 167417 w 221091"/>
                <a:gd name="connsiteY1" fmla="*/ 54362 h 210130"/>
                <a:gd name="connsiteX2" fmla="*/ 173807 w 221091"/>
                <a:gd name="connsiteY2" fmla="*/ 7120 h 210130"/>
                <a:gd name="connsiteX3" fmla="*/ 168056 w 221091"/>
                <a:gd name="connsiteY3" fmla="*/ 98 h 210130"/>
                <a:gd name="connsiteX4" fmla="*/ 161027 w 221091"/>
                <a:gd name="connsiteY4" fmla="*/ 5843 h 210130"/>
                <a:gd name="connsiteX5" fmla="*/ 154637 w 221091"/>
                <a:gd name="connsiteY5" fmla="*/ 55000 h 210130"/>
                <a:gd name="connsiteX6" fmla="*/ 79874 w 221091"/>
                <a:gd name="connsiteY6" fmla="*/ 55000 h 210130"/>
                <a:gd name="connsiteX7" fmla="*/ 86264 w 221091"/>
                <a:gd name="connsiteY7" fmla="*/ 7759 h 210130"/>
                <a:gd name="connsiteX8" fmla="*/ 80513 w 221091"/>
                <a:gd name="connsiteY8" fmla="*/ 736 h 210130"/>
                <a:gd name="connsiteX9" fmla="*/ 73484 w 221091"/>
                <a:gd name="connsiteY9" fmla="*/ 6482 h 210130"/>
                <a:gd name="connsiteX10" fmla="*/ 67094 w 221091"/>
                <a:gd name="connsiteY10" fmla="*/ 55638 h 210130"/>
                <a:gd name="connsiteX11" fmla="*/ 17892 w 221091"/>
                <a:gd name="connsiteY11" fmla="*/ 55638 h 210130"/>
                <a:gd name="connsiteX12" fmla="*/ 11502 w 221091"/>
                <a:gd name="connsiteY12" fmla="*/ 62022 h 210130"/>
                <a:gd name="connsiteX13" fmla="*/ 17892 w 221091"/>
                <a:gd name="connsiteY13" fmla="*/ 68406 h 210130"/>
                <a:gd name="connsiteX14" fmla="*/ 65178 w 221091"/>
                <a:gd name="connsiteY14" fmla="*/ 68406 h 210130"/>
                <a:gd name="connsiteX15" fmla="*/ 55593 w 221091"/>
                <a:gd name="connsiteY15" fmla="*/ 143099 h 210130"/>
                <a:gd name="connsiteX16" fmla="*/ 6390 w 221091"/>
                <a:gd name="connsiteY16" fmla="*/ 143099 h 210130"/>
                <a:gd name="connsiteX17" fmla="*/ 0 w 221091"/>
                <a:gd name="connsiteY17" fmla="*/ 149483 h 210130"/>
                <a:gd name="connsiteX18" fmla="*/ 6390 w 221091"/>
                <a:gd name="connsiteY18" fmla="*/ 155867 h 210130"/>
                <a:gd name="connsiteX19" fmla="*/ 53676 w 221091"/>
                <a:gd name="connsiteY19" fmla="*/ 155867 h 210130"/>
                <a:gd name="connsiteX20" fmla="*/ 47286 w 221091"/>
                <a:gd name="connsiteY20" fmla="*/ 203108 h 210130"/>
                <a:gd name="connsiteX21" fmla="*/ 53037 w 221091"/>
                <a:gd name="connsiteY21" fmla="*/ 210131 h 210130"/>
                <a:gd name="connsiteX22" fmla="*/ 53676 w 221091"/>
                <a:gd name="connsiteY22" fmla="*/ 210131 h 210130"/>
                <a:gd name="connsiteX23" fmla="*/ 60066 w 221091"/>
                <a:gd name="connsiteY23" fmla="*/ 204385 h 210130"/>
                <a:gd name="connsiteX24" fmla="*/ 66456 w 221091"/>
                <a:gd name="connsiteY24" fmla="*/ 155228 h 210130"/>
                <a:gd name="connsiteX25" fmla="*/ 141217 w 221091"/>
                <a:gd name="connsiteY25" fmla="*/ 155228 h 210130"/>
                <a:gd name="connsiteX26" fmla="*/ 134828 w 221091"/>
                <a:gd name="connsiteY26" fmla="*/ 202470 h 210130"/>
                <a:gd name="connsiteX27" fmla="*/ 140579 w 221091"/>
                <a:gd name="connsiteY27" fmla="*/ 209492 h 210130"/>
                <a:gd name="connsiteX28" fmla="*/ 141217 w 221091"/>
                <a:gd name="connsiteY28" fmla="*/ 209492 h 210130"/>
                <a:gd name="connsiteX29" fmla="*/ 147607 w 221091"/>
                <a:gd name="connsiteY29" fmla="*/ 203747 h 210130"/>
                <a:gd name="connsiteX30" fmla="*/ 153997 w 221091"/>
                <a:gd name="connsiteY30" fmla="*/ 154590 h 210130"/>
                <a:gd name="connsiteX31" fmla="*/ 203200 w 221091"/>
                <a:gd name="connsiteY31" fmla="*/ 154590 h 210130"/>
                <a:gd name="connsiteX32" fmla="*/ 209590 w 221091"/>
                <a:gd name="connsiteY32" fmla="*/ 148206 h 210130"/>
                <a:gd name="connsiteX33" fmla="*/ 203200 w 221091"/>
                <a:gd name="connsiteY33" fmla="*/ 141822 h 210130"/>
                <a:gd name="connsiteX34" fmla="*/ 155915 w 221091"/>
                <a:gd name="connsiteY34" fmla="*/ 141822 h 210130"/>
                <a:gd name="connsiteX35" fmla="*/ 165500 w 221091"/>
                <a:gd name="connsiteY35" fmla="*/ 67130 h 210130"/>
                <a:gd name="connsiteX36" fmla="*/ 214702 w 221091"/>
                <a:gd name="connsiteY36" fmla="*/ 67130 h 210130"/>
                <a:gd name="connsiteX37" fmla="*/ 221092 w 221091"/>
                <a:gd name="connsiteY37" fmla="*/ 60746 h 210130"/>
                <a:gd name="connsiteX38" fmla="*/ 214702 w 221091"/>
                <a:gd name="connsiteY38" fmla="*/ 54362 h 210130"/>
                <a:gd name="connsiteX39" fmla="*/ 143135 w 221091"/>
                <a:gd name="connsiteY39" fmla="*/ 141822 h 210130"/>
                <a:gd name="connsiteX40" fmla="*/ 68373 w 221091"/>
                <a:gd name="connsiteY40" fmla="*/ 141822 h 210130"/>
                <a:gd name="connsiteX41" fmla="*/ 77958 w 221091"/>
                <a:gd name="connsiteY41" fmla="*/ 67130 h 210130"/>
                <a:gd name="connsiteX42" fmla="*/ 152720 w 221091"/>
                <a:gd name="connsiteY42" fmla="*/ 67130 h 210130"/>
                <a:gd name="connsiteX43" fmla="*/ 143135 w 221091"/>
                <a:gd name="connsiteY43" fmla="*/ 141822 h 210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21091" h="210130">
                  <a:moveTo>
                    <a:pt x="214702" y="54362"/>
                  </a:moveTo>
                  <a:lnTo>
                    <a:pt x="167417" y="54362"/>
                  </a:lnTo>
                  <a:lnTo>
                    <a:pt x="173807" y="7120"/>
                  </a:lnTo>
                  <a:cubicBezTo>
                    <a:pt x="174446" y="3928"/>
                    <a:pt x="171889" y="736"/>
                    <a:pt x="168056" y="98"/>
                  </a:cubicBezTo>
                  <a:cubicBezTo>
                    <a:pt x="164222" y="-541"/>
                    <a:pt x="161666" y="2013"/>
                    <a:pt x="161027" y="5843"/>
                  </a:cubicBezTo>
                  <a:lnTo>
                    <a:pt x="154637" y="55000"/>
                  </a:lnTo>
                  <a:lnTo>
                    <a:pt x="79874" y="55000"/>
                  </a:lnTo>
                  <a:lnTo>
                    <a:pt x="86264" y="7759"/>
                  </a:lnTo>
                  <a:cubicBezTo>
                    <a:pt x="86903" y="4567"/>
                    <a:pt x="84348" y="1375"/>
                    <a:pt x="80513" y="736"/>
                  </a:cubicBezTo>
                  <a:cubicBezTo>
                    <a:pt x="76679" y="98"/>
                    <a:pt x="74123" y="2651"/>
                    <a:pt x="73484" y="6482"/>
                  </a:cubicBezTo>
                  <a:lnTo>
                    <a:pt x="67094" y="55638"/>
                  </a:lnTo>
                  <a:lnTo>
                    <a:pt x="17892" y="55638"/>
                  </a:lnTo>
                  <a:cubicBezTo>
                    <a:pt x="14058" y="55638"/>
                    <a:pt x="11502" y="58192"/>
                    <a:pt x="11502" y="62022"/>
                  </a:cubicBezTo>
                  <a:cubicBezTo>
                    <a:pt x="11502" y="65853"/>
                    <a:pt x="14058" y="68406"/>
                    <a:pt x="17892" y="68406"/>
                  </a:cubicBezTo>
                  <a:lnTo>
                    <a:pt x="65178" y="68406"/>
                  </a:lnTo>
                  <a:lnTo>
                    <a:pt x="55593" y="143099"/>
                  </a:lnTo>
                  <a:lnTo>
                    <a:pt x="6390" y="143099"/>
                  </a:lnTo>
                  <a:cubicBezTo>
                    <a:pt x="2556" y="143099"/>
                    <a:pt x="0" y="145652"/>
                    <a:pt x="0" y="149483"/>
                  </a:cubicBezTo>
                  <a:cubicBezTo>
                    <a:pt x="0" y="153313"/>
                    <a:pt x="2556" y="155867"/>
                    <a:pt x="6390" y="155867"/>
                  </a:cubicBezTo>
                  <a:lnTo>
                    <a:pt x="53676" y="155867"/>
                  </a:lnTo>
                  <a:lnTo>
                    <a:pt x="47286" y="203108"/>
                  </a:lnTo>
                  <a:cubicBezTo>
                    <a:pt x="46647" y="206300"/>
                    <a:pt x="49203" y="209492"/>
                    <a:pt x="53037" y="210131"/>
                  </a:cubicBezTo>
                  <a:lnTo>
                    <a:pt x="53676" y="210131"/>
                  </a:lnTo>
                  <a:cubicBezTo>
                    <a:pt x="56871" y="210131"/>
                    <a:pt x="59427" y="207577"/>
                    <a:pt x="60066" y="204385"/>
                  </a:cubicBezTo>
                  <a:lnTo>
                    <a:pt x="66456" y="155228"/>
                  </a:lnTo>
                  <a:lnTo>
                    <a:pt x="141217" y="155228"/>
                  </a:lnTo>
                  <a:lnTo>
                    <a:pt x="134828" y="202470"/>
                  </a:lnTo>
                  <a:cubicBezTo>
                    <a:pt x="134189" y="205662"/>
                    <a:pt x="136745" y="208854"/>
                    <a:pt x="140579" y="209492"/>
                  </a:cubicBezTo>
                  <a:lnTo>
                    <a:pt x="141217" y="209492"/>
                  </a:lnTo>
                  <a:cubicBezTo>
                    <a:pt x="144412" y="209492"/>
                    <a:pt x="146969" y="206939"/>
                    <a:pt x="147607" y="203747"/>
                  </a:cubicBezTo>
                  <a:lnTo>
                    <a:pt x="153997" y="154590"/>
                  </a:lnTo>
                  <a:lnTo>
                    <a:pt x="203200" y="154590"/>
                  </a:lnTo>
                  <a:cubicBezTo>
                    <a:pt x="207034" y="154590"/>
                    <a:pt x="209590" y="152036"/>
                    <a:pt x="209590" y="148206"/>
                  </a:cubicBezTo>
                  <a:cubicBezTo>
                    <a:pt x="209590" y="144376"/>
                    <a:pt x="207034" y="141822"/>
                    <a:pt x="203200" y="141822"/>
                  </a:cubicBezTo>
                  <a:lnTo>
                    <a:pt x="155915" y="141822"/>
                  </a:lnTo>
                  <a:lnTo>
                    <a:pt x="165500" y="67130"/>
                  </a:lnTo>
                  <a:lnTo>
                    <a:pt x="214702" y="67130"/>
                  </a:lnTo>
                  <a:cubicBezTo>
                    <a:pt x="218536" y="67130"/>
                    <a:pt x="221092" y="64576"/>
                    <a:pt x="221092" y="60746"/>
                  </a:cubicBezTo>
                  <a:cubicBezTo>
                    <a:pt x="221092" y="56915"/>
                    <a:pt x="218536" y="54362"/>
                    <a:pt x="214702" y="54362"/>
                  </a:cubicBezTo>
                  <a:close/>
                  <a:moveTo>
                    <a:pt x="143135" y="141822"/>
                  </a:moveTo>
                  <a:lnTo>
                    <a:pt x="68373" y="141822"/>
                  </a:lnTo>
                  <a:lnTo>
                    <a:pt x="77958" y="67130"/>
                  </a:lnTo>
                  <a:lnTo>
                    <a:pt x="152720" y="67130"/>
                  </a:lnTo>
                  <a:lnTo>
                    <a:pt x="143135" y="141822"/>
                  </a:lnTo>
                  <a:close/>
                </a:path>
              </a:pathLst>
            </a:custGeom>
            <a:solidFill>
              <a:srgbClr val="00ABAB"/>
            </a:solidFill>
            <a:ln w="6390" cap="flat">
              <a:noFill/>
              <a:prstDash val="solid"/>
              <a:miter/>
            </a:ln>
          </p:spPr>
          <p:txBody>
            <a:bodyPr rtlCol="0" anchor="ctr"/>
            <a:lstStyle/>
            <a:p>
              <a:endParaRPr lang="en-US"/>
            </a:p>
          </p:txBody>
        </p:sp>
      </p:grpSp>
      <p:grpSp>
        <p:nvGrpSpPr>
          <p:cNvPr id="879" name="Graphic 4">
            <a:extLst>
              <a:ext uri="{FF2B5EF4-FFF2-40B4-BE49-F238E27FC236}">
                <a16:creationId xmlns:a16="http://schemas.microsoft.com/office/drawing/2014/main" id="{00AD13C4-7517-954B-B9C2-8AFEF64FA7BD}"/>
              </a:ext>
            </a:extLst>
          </p:cNvPr>
          <p:cNvGrpSpPr/>
          <p:nvPr/>
        </p:nvGrpSpPr>
        <p:grpSpPr>
          <a:xfrm>
            <a:off x="9279466" y="3339623"/>
            <a:ext cx="361671" cy="361333"/>
            <a:chOff x="9279466" y="3339623"/>
            <a:chExt cx="361671" cy="361333"/>
          </a:xfrm>
          <a:solidFill>
            <a:srgbClr val="00ABAB"/>
          </a:solidFill>
        </p:grpSpPr>
        <p:sp>
          <p:nvSpPr>
            <p:cNvPr id="880" name="Graphic 4">
              <a:extLst>
                <a:ext uri="{FF2B5EF4-FFF2-40B4-BE49-F238E27FC236}">
                  <a16:creationId xmlns:a16="http://schemas.microsoft.com/office/drawing/2014/main" id="{D6C83A48-E381-0D44-9A61-DE4BAA3A8545}"/>
                </a:ext>
              </a:extLst>
            </p:cNvPr>
            <p:cNvSpPr/>
            <p:nvPr/>
          </p:nvSpPr>
          <p:spPr>
            <a:xfrm>
              <a:off x="9418128" y="3483263"/>
              <a:ext cx="84346" cy="74692"/>
            </a:xfrm>
            <a:custGeom>
              <a:avLst/>
              <a:gdLst>
                <a:gd name="connsiteX0" fmla="*/ 0 w 84346"/>
                <a:gd name="connsiteY0" fmla="*/ 74693 h 74692"/>
                <a:gd name="connsiteX1" fmla="*/ 74123 w 84346"/>
                <a:gd name="connsiteY1" fmla="*/ 74693 h 74692"/>
                <a:gd name="connsiteX2" fmla="*/ 84347 w 84346"/>
                <a:gd name="connsiteY2" fmla="*/ 0 h 74692"/>
                <a:gd name="connsiteX3" fmla="*/ 9585 w 84346"/>
                <a:gd name="connsiteY3" fmla="*/ 0 h 74692"/>
              </a:gdLst>
              <a:ahLst/>
              <a:cxnLst>
                <a:cxn ang="0">
                  <a:pos x="connsiteX0" y="connsiteY0"/>
                </a:cxn>
                <a:cxn ang="0">
                  <a:pos x="connsiteX1" y="connsiteY1"/>
                </a:cxn>
                <a:cxn ang="0">
                  <a:pos x="connsiteX2" y="connsiteY2"/>
                </a:cxn>
                <a:cxn ang="0">
                  <a:pos x="connsiteX3" y="connsiteY3"/>
                </a:cxn>
              </a:cxnLst>
              <a:rect l="l" t="t" r="r" b="b"/>
              <a:pathLst>
                <a:path w="84346" h="74692">
                  <a:moveTo>
                    <a:pt x="0" y="74693"/>
                  </a:moveTo>
                  <a:lnTo>
                    <a:pt x="74123" y="74693"/>
                  </a:lnTo>
                  <a:lnTo>
                    <a:pt x="84347" y="0"/>
                  </a:lnTo>
                  <a:lnTo>
                    <a:pt x="9585" y="0"/>
                  </a:lnTo>
                  <a:close/>
                </a:path>
              </a:pathLst>
            </a:custGeom>
            <a:solidFill>
              <a:srgbClr val="00ABAB"/>
            </a:solidFill>
            <a:ln w="6390" cap="flat">
              <a:noFill/>
              <a:prstDash val="solid"/>
              <a:miter/>
            </a:ln>
          </p:spPr>
          <p:txBody>
            <a:bodyPr rtlCol="0" anchor="ctr"/>
            <a:lstStyle/>
            <a:p>
              <a:endParaRPr lang="en-US"/>
            </a:p>
          </p:txBody>
        </p:sp>
        <p:sp>
          <p:nvSpPr>
            <p:cNvPr id="881" name="Graphic 4">
              <a:extLst>
                <a:ext uri="{FF2B5EF4-FFF2-40B4-BE49-F238E27FC236}">
                  <a16:creationId xmlns:a16="http://schemas.microsoft.com/office/drawing/2014/main" id="{1A2FD8DF-9D42-F446-B987-D8E31D025990}"/>
                </a:ext>
              </a:extLst>
            </p:cNvPr>
            <p:cNvSpPr/>
            <p:nvPr/>
          </p:nvSpPr>
          <p:spPr>
            <a:xfrm>
              <a:off x="9279466" y="3339623"/>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284992 w 361671"/>
                <a:gd name="connsiteY5" fmla="*/ 143640 h 361333"/>
                <a:gd name="connsiteX6" fmla="*/ 235789 w 361671"/>
                <a:gd name="connsiteY6" fmla="*/ 143640 h 361333"/>
                <a:gd name="connsiteX7" fmla="*/ 226204 w 361671"/>
                <a:gd name="connsiteY7" fmla="*/ 218332 h 361333"/>
                <a:gd name="connsiteX8" fmla="*/ 273490 w 361671"/>
                <a:gd name="connsiteY8" fmla="*/ 218332 h 361333"/>
                <a:gd name="connsiteX9" fmla="*/ 279880 w 361671"/>
                <a:gd name="connsiteY9" fmla="*/ 224716 h 361333"/>
                <a:gd name="connsiteX10" fmla="*/ 273490 w 361671"/>
                <a:gd name="connsiteY10" fmla="*/ 231100 h 361333"/>
                <a:gd name="connsiteX11" fmla="*/ 224287 w 361671"/>
                <a:gd name="connsiteY11" fmla="*/ 231100 h 361333"/>
                <a:gd name="connsiteX12" fmla="*/ 217897 w 361671"/>
                <a:gd name="connsiteY12" fmla="*/ 280257 h 361333"/>
                <a:gd name="connsiteX13" fmla="*/ 211508 w 361671"/>
                <a:gd name="connsiteY13" fmla="*/ 286002 h 361333"/>
                <a:gd name="connsiteX14" fmla="*/ 210868 w 361671"/>
                <a:gd name="connsiteY14" fmla="*/ 286002 h 361333"/>
                <a:gd name="connsiteX15" fmla="*/ 205118 w 361671"/>
                <a:gd name="connsiteY15" fmla="*/ 278980 h 361333"/>
                <a:gd name="connsiteX16" fmla="*/ 211508 w 361671"/>
                <a:gd name="connsiteY16" fmla="*/ 231738 h 361333"/>
                <a:gd name="connsiteX17" fmla="*/ 136745 w 361671"/>
                <a:gd name="connsiteY17" fmla="*/ 231738 h 361333"/>
                <a:gd name="connsiteX18" fmla="*/ 130355 w 361671"/>
                <a:gd name="connsiteY18" fmla="*/ 280895 h 361333"/>
                <a:gd name="connsiteX19" fmla="*/ 123965 w 361671"/>
                <a:gd name="connsiteY19" fmla="*/ 286641 h 361333"/>
                <a:gd name="connsiteX20" fmla="*/ 123326 w 361671"/>
                <a:gd name="connsiteY20" fmla="*/ 286641 h 361333"/>
                <a:gd name="connsiteX21" fmla="*/ 117575 w 361671"/>
                <a:gd name="connsiteY21" fmla="*/ 279618 h 361333"/>
                <a:gd name="connsiteX22" fmla="*/ 123965 w 361671"/>
                <a:gd name="connsiteY22" fmla="*/ 232377 h 361333"/>
                <a:gd name="connsiteX23" fmla="*/ 76679 w 361671"/>
                <a:gd name="connsiteY23" fmla="*/ 232377 h 361333"/>
                <a:gd name="connsiteX24" fmla="*/ 70289 w 361671"/>
                <a:gd name="connsiteY24" fmla="*/ 225993 h 361333"/>
                <a:gd name="connsiteX25" fmla="*/ 76679 w 361671"/>
                <a:gd name="connsiteY25" fmla="*/ 219609 h 361333"/>
                <a:gd name="connsiteX26" fmla="*/ 125882 w 361671"/>
                <a:gd name="connsiteY26" fmla="*/ 219609 h 361333"/>
                <a:gd name="connsiteX27" fmla="*/ 135467 w 361671"/>
                <a:gd name="connsiteY27" fmla="*/ 144916 h 361333"/>
                <a:gd name="connsiteX28" fmla="*/ 88181 w 361671"/>
                <a:gd name="connsiteY28" fmla="*/ 144916 h 361333"/>
                <a:gd name="connsiteX29" fmla="*/ 81792 w 361671"/>
                <a:gd name="connsiteY29" fmla="*/ 138533 h 361333"/>
                <a:gd name="connsiteX30" fmla="*/ 88181 w 361671"/>
                <a:gd name="connsiteY30" fmla="*/ 132149 h 361333"/>
                <a:gd name="connsiteX31" fmla="*/ 137384 w 361671"/>
                <a:gd name="connsiteY31" fmla="*/ 132149 h 361333"/>
                <a:gd name="connsiteX32" fmla="*/ 143774 w 361671"/>
                <a:gd name="connsiteY32" fmla="*/ 82992 h 361333"/>
                <a:gd name="connsiteX33" fmla="*/ 150803 w 361671"/>
                <a:gd name="connsiteY33" fmla="*/ 77246 h 361333"/>
                <a:gd name="connsiteX34" fmla="*/ 156553 w 361671"/>
                <a:gd name="connsiteY34" fmla="*/ 84269 h 361333"/>
                <a:gd name="connsiteX35" fmla="*/ 150164 w 361671"/>
                <a:gd name="connsiteY35" fmla="*/ 131510 h 361333"/>
                <a:gd name="connsiteX36" fmla="*/ 224926 w 361671"/>
                <a:gd name="connsiteY36" fmla="*/ 131510 h 361333"/>
                <a:gd name="connsiteX37" fmla="*/ 231316 w 361671"/>
                <a:gd name="connsiteY37" fmla="*/ 82354 h 361333"/>
                <a:gd name="connsiteX38" fmla="*/ 238345 w 361671"/>
                <a:gd name="connsiteY38" fmla="*/ 76608 h 361333"/>
                <a:gd name="connsiteX39" fmla="*/ 244096 w 361671"/>
                <a:gd name="connsiteY39" fmla="*/ 83630 h 361333"/>
                <a:gd name="connsiteX40" fmla="*/ 237706 w 361671"/>
                <a:gd name="connsiteY40" fmla="*/ 130872 h 361333"/>
                <a:gd name="connsiteX41" fmla="*/ 284992 w 361671"/>
                <a:gd name="connsiteY41" fmla="*/ 130872 h 361333"/>
                <a:gd name="connsiteX42" fmla="*/ 291382 w 361671"/>
                <a:gd name="connsiteY42" fmla="*/ 137256 h 361333"/>
                <a:gd name="connsiteX43" fmla="*/ 284992 w 361671"/>
                <a:gd name="connsiteY43" fmla="*/ 14364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1671" h="361333">
                  <a:moveTo>
                    <a:pt x="180836" y="0"/>
                  </a:moveTo>
                  <a:cubicBezTo>
                    <a:pt x="80514" y="0"/>
                    <a:pt x="0" y="81077"/>
                    <a:pt x="0" y="180667"/>
                  </a:cubicBezTo>
                  <a:cubicBezTo>
                    <a:pt x="0" y="280895"/>
                    <a:pt x="81153" y="361333"/>
                    <a:pt x="180836" y="361333"/>
                  </a:cubicBezTo>
                  <a:cubicBezTo>
                    <a:pt x="280518" y="361333"/>
                    <a:pt x="361671" y="280257"/>
                    <a:pt x="361671" y="180667"/>
                  </a:cubicBezTo>
                  <a:cubicBezTo>
                    <a:pt x="361671" y="81077"/>
                    <a:pt x="280518" y="0"/>
                    <a:pt x="180836" y="0"/>
                  </a:cubicBezTo>
                  <a:close/>
                  <a:moveTo>
                    <a:pt x="284992" y="143640"/>
                  </a:moveTo>
                  <a:lnTo>
                    <a:pt x="235789" y="143640"/>
                  </a:lnTo>
                  <a:lnTo>
                    <a:pt x="226204" y="218332"/>
                  </a:lnTo>
                  <a:lnTo>
                    <a:pt x="273490" y="218332"/>
                  </a:lnTo>
                  <a:cubicBezTo>
                    <a:pt x="277323" y="218332"/>
                    <a:pt x="279880" y="220886"/>
                    <a:pt x="279880" y="224716"/>
                  </a:cubicBezTo>
                  <a:cubicBezTo>
                    <a:pt x="279880" y="228546"/>
                    <a:pt x="277323" y="231100"/>
                    <a:pt x="273490" y="231100"/>
                  </a:cubicBezTo>
                  <a:lnTo>
                    <a:pt x="224287" y="231100"/>
                  </a:lnTo>
                  <a:lnTo>
                    <a:pt x="217897" y="280257"/>
                  </a:lnTo>
                  <a:cubicBezTo>
                    <a:pt x="217258" y="283449"/>
                    <a:pt x="214703" y="286002"/>
                    <a:pt x="211508" y="286002"/>
                  </a:cubicBezTo>
                  <a:lnTo>
                    <a:pt x="210868" y="286002"/>
                  </a:lnTo>
                  <a:cubicBezTo>
                    <a:pt x="207673" y="285364"/>
                    <a:pt x="205118" y="282172"/>
                    <a:pt x="205118" y="278980"/>
                  </a:cubicBezTo>
                  <a:lnTo>
                    <a:pt x="211508" y="231738"/>
                  </a:lnTo>
                  <a:lnTo>
                    <a:pt x="136745" y="231738"/>
                  </a:lnTo>
                  <a:lnTo>
                    <a:pt x="130355" y="280895"/>
                  </a:lnTo>
                  <a:cubicBezTo>
                    <a:pt x="129716" y="284087"/>
                    <a:pt x="127160" y="286641"/>
                    <a:pt x="123965" y="286641"/>
                  </a:cubicBezTo>
                  <a:lnTo>
                    <a:pt x="123326" y="286641"/>
                  </a:lnTo>
                  <a:cubicBezTo>
                    <a:pt x="120131" y="286002"/>
                    <a:pt x="117575" y="282810"/>
                    <a:pt x="117575" y="279618"/>
                  </a:cubicBezTo>
                  <a:lnTo>
                    <a:pt x="123965" y="232377"/>
                  </a:lnTo>
                  <a:lnTo>
                    <a:pt x="76679" y="232377"/>
                  </a:lnTo>
                  <a:cubicBezTo>
                    <a:pt x="72845" y="232377"/>
                    <a:pt x="70289" y="229823"/>
                    <a:pt x="70289" y="225993"/>
                  </a:cubicBezTo>
                  <a:cubicBezTo>
                    <a:pt x="70289" y="222163"/>
                    <a:pt x="72845" y="219609"/>
                    <a:pt x="76679" y="219609"/>
                  </a:cubicBezTo>
                  <a:lnTo>
                    <a:pt x="125882" y="219609"/>
                  </a:lnTo>
                  <a:lnTo>
                    <a:pt x="135467" y="144916"/>
                  </a:lnTo>
                  <a:lnTo>
                    <a:pt x="88181" y="144916"/>
                  </a:lnTo>
                  <a:cubicBezTo>
                    <a:pt x="84348" y="144916"/>
                    <a:pt x="81792" y="142363"/>
                    <a:pt x="81792" y="138533"/>
                  </a:cubicBezTo>
                  <a:cubicBezTo>
                    <a:pt x="81792" y="134702"/>
                    <a:pt x="84348" y="132149"/>
                    <a:pt x="88181" y="132149"/>
                  </a:cubicBezTo>
                  <a:lnTo>
                    <a:pt x="137384" y="132149"/>
                  </a:lnTo>
                  <a:lnTo>
                    <a:pt x="143774" y="82992"/>
                  </a:lnTo>
                  <a:cubicBezTo>
                    <a:pt x="144413" y="79800"/>
                    <a:pt x="147608" y="77246"/>
                    <a:pt x="150803" y="77246"/>
                  </a:cubicBezTo>
                  <a:cubicBezTo>
                    <a:pt x="153998" y="77885"/>
                    <a:pt x="156553" y="81077"/>
                    <a:pt x="156553" y="84269"/>
                  </a:cubicBezTo>
                  <a:lnTo>
                    <a:pt x="150164" y="131510"/>
                  </a:lnTo>
                  <a:lnTo>
                    <a:pt x="224926" y="131510"/>
                  </a:lnTo>
                  <a:lnTo>
                    <a:pt x="231316" y="82354"/>
                  </a:lnTo>
                  <a:cubicBezTo>
                    <a:pt x="231955" y="79162"/>
                    <a:pt x="235150" y="76608"/>
                    <a:pt x="238345" y="76608"/>
                  </a:cubicBezTo>
                  <a:cubicBezTo>
                    <a:pt x="241540" y="77246"/>
                    <a:pt x="244096" y="80438"/>
                    <a:pt x="244096" y="83630"/>
                  </a:cubicBezTo>
                  <a:lnTo>
                    <a:pt x="237706" y="130872"/>
                  </a:lnTo>
                  <a:lnTo>
                    <a:pt x="284992" y="130872"/>
                  </a:lnTo>
                  <a:cubicBezTo>
                    <a:pt x="288826" y="130872"/>
                    <a:pt x="291382" y="133425"/>
                    <a:pt x="291382" y="137256"/>
                  </a:cubicBezTo>
                  <a:cubicBezTo>
                    <a:pt x="291382" y="141086"/>
                    <a:pt x="288187" y="143640"/>
                    <a:pt x="284992" y="143640"/>
                  </a:cubicBezTo>
                  <a:close/>
                </a:path>
              </a:pathLst>
            </a:custGeom>
            <a:solidFill>
              <a:srgbClr val="00ABAB"/>
            </a:solidFill>
            <a:ln w="6390" cap="flat">
              <a:noFill/>
              <a:prstDash val="solid"/>
              <a:miter/>
            </a:ln>
          </p:spPr>
          <p:txBody>
            <a:bodyPr rtlCol="0" anchor="ctr"/>
            <a:lstStyle/>
            <a:p>
              <a:endParaRPr lang="en-US"/>
            </a:p>
          </p:txBody>
        </p:sp>
      </p:grpSp>
      <p:grpSp>
        <p:nvGrpSpPr>
          <p:cNvPr id="882" name="Graphic 4">
            <a:extLst>
              <a:ext uri="{FF2B5EF4-FFF2-40B4-BE49-F238E27FC236}">
                <a16:creationId xmlns:a16="http://schemas.microsoft.com/office/drawing/2014/main" id="{AE4F69D2-2506-654B-ABF3-53A2C69C85A8}"/>
              </a:ext>
            </a:extLst>
          </p:cNvPr>
          <p:cNvGrpSpPr/>
          <p:nvPr/>
        </p:nvGrpSpPr>
        <p:grpSpPr>
          <a:xfrm>
            <a:off x="9887149" y="1893013"/>
            <a:ext cx="361670" cy="361333"/>
            <a:chOff x="9887149" y="1893013"/>
            <a:chExt cx="361670" cy="361333"/>
          </a:xfrm>
          <a:solidFill>
            <a:srgbClr val="00ABAB"/>
          </a:solidFill>
        </p:grpSpPr>
        <p:sp>
          <p:nvSpPr>
            <p:cNvPr id="883" name="Graphic 4">
              <a:extLst>
                <a:ext uri="{FF2B5EF4-FFF2-40B4-BE49-F238E27FC236}">
                  <a16:creationId xmlns:a16="http://schemas.microsoft.com/office/drawing/2014/main" id="{D74B186A-383E-FF4B-8097-AE75D5435D30}"/>
                </a:ext>
              </a:extLst>
            </p:cNvPr>
            <p:cNvSpPr/>
            <p:nvPr/>
          </p:nvSpPr>
          <p:spPr>
            <a:xfrm>
              <a:off x="9887149"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ABAB"/>
            </a:solidFill>
            <a:ln w="6390" cap="flat">
              <a:noFill/>
              <a:prstDash val="solid"/>
              <a:miter/>
            </a:ln>
          </p:spPr>
          <p:txBody>
            <a:bodyPr rtlCol="0" anchor="ctr"/>
            <a:lstStyle/>
            <a:p>
              <a:endParaRPr lang="en-US"/>
            </a:p>
          </p:txBody>
        </p:sp>
        <p:sp>
          <p:nvSpPr>
            <p:cNvPr id="884" name="Graphic 4">
              <a:extLst>
                <a:ext uri="{FF2B5EF4-FFF2-40B4-BE49-F238E27FC236}">
                  <a16:creationId xmlns:a16="http://schemas.microsoft.com/office/drawing/2014/main" id="{24CCE475-94F1-544D-A115-F13F3567A3FE}"/>
                </a:ext>
              </a:extLst>
            </p:cNvPr>
            <p:cNvSpPr/>
            <p:nvPr/>
          </p:nvSpPr>
          <p:spPr>
            <a:xfrm>
              <a:off x="9962550" y="1993241"/>
              <a:ext cx="210867" cy="160876"/>
            </a:xfrm>
            <a:custGeom>
              <a:avLst/>
              <a:gdLst>
                <a:gd name="connsiteX0" fmla="*/ 204478 w 210867"/>
                <a:gd name="connsiteY0" fmla="*/ 21067 h 160876"/>
                <a:gd name="connsiteX1" fmla="*/ 170612 w 210867"/>
                <a:gd name="connsiteY1" fmla="*/ 21067 h 160876"/>
                <a:gd name="connsiteX2" fmla="*/ 160387 w 210867"/>
                <a:gd name="connsiteY2" fmla="*/ 3192 h 160876"/>
                <a:gd name="connsiteX3" fmla="*/ 154637 w 210867"/>
                <a:gd name="connsiteY3" fmla="*/ 0 h 160876"/>
                <a:gd name="connsiteX4" fmla="*/ 55593 w 210867"/>
                <a:gd name="connsiteY4" fmla="*/ 0 h 160876"/>
                <a:gd name="connsiteX5" fmla="*/ 50481 w 210867"/>
                <a:gd name="connsiteY5" fmla="*/ 2554 h 160876"/>
                <a:gd name="connsiteX6" fmla="*/ 36423 w 210867"/>
                <a:gd name="connsiteY6" fmla="*/ 21067 h 160876"/>
                <a:gd name="connsiteX7" fmla="*/ 6390 w 210867"/>
                <a:gd name="connsiteY7" fmla="*/ 21067 h 160876"/>
                <a:gd name="connsiteX8" fmla="*/ 0 w 210867"/>
                <a:gd name="connsiteY8" fmla="*/ 27451 h 160876"/>
                <a:gd name="connsiteX9" fmla="*/ 0 w 210867"/>
                <a:gd name="connsiteY9" fmla="*/ 154492 h 160876"/>
                <a:gd name="connsiteX10" fmla="*/ 6390 w 210867"/>
                <a:gd name="connsiteY10" fmla="*/ 160876 h 160876"/>
                <a:gd name="connsiteX11" fmla="*/ 204478 w 210867"/>
                <a:gd name="connsiteY11" fmla="*/ 160876 h 160876"/>
                <a:gd name="connsiteX12" fmla="*/ 210868 w 210867"/>
                <a:gd name="connsiteY12" fmla="*/ 154492 h 160876"/>
                <a:gd name="connsiteX13" fmla="*/ 210868 w 210867"/>
                <a:gd name="connsiteY13" fmla="*/ 27451 h 160876"/>
                <a:gd name="connsiteX14" fmla="*/ 204478 w 210867"/>
                <a:gd name="connsiteY14" fmla="*/ 21067 h 160876"/>
                <a:gd name="connsiteX15" fmla="*/ 198088 w 210867"/>
                <a:gd name="connsiteY15" fmla="*/ 148747 h 160876"/>
                <a:gd name="connsiteX16" fmla="*/ 12780 w 210867"/>
                <a:gd name="connsiteY16" fmla="*/ 148747 h 160876"/>
                <a:gd name="connsiteX17" fmla="*/ 12780 w 210867"/>
                <a:gd name="connsiteY17" fmla="*/ 34473 h 160876"/>
                <a:gd name="connsiteX18" fmla="*/ 39618 w 210867"/>
                <a:gd name="connsiteY18" fmla="*/ 34473 h 160876"/>
                <a:gd name="connsiteX19" fmla="*/ 44730 w 210867"/>
                <a:gd name="connsiteY19" fmla="*/ 31920 h 160876"/>
                <a:gd name="connsiteX20" fmla="*/ 58788 w 210867"/>
                <a:gd name="connsiteY20" fmla="*/ 13406 h 160876"/>
                <a:gd name="connsiteX21" fmla="*/ 150802 w 210867"/>
                <a:gd name="connsiteY21" fmla="*/ 13406 h 160876"/>
                <a:gd name="connsiteX22" fmla="*/ 161027 w 210867"/>
                <a:gd name="connsiteY22" fmla="*/ 31281 h 160876"/>
                <a:gd name="connsiteX23" fmla="*/ 166777 w 210867"/>
                <a:gd name="connsiteY23" fmla="*/ 34473 h 160876"/>
                <a:gd name="connsiteX24" fmla="*/ 197449 w 210867"/>
                <a:gd name="connsiteY24" fmla="*/ 34473 h 160876"/>
                <a:gd name="connsiteX25" fmla="*/ 198088 w 210867"/>
                <a:gd name="connsiteY25" fmla="*/ 148747 h 160876"/>
                <a:gd name="connsiteX26" fmla="*/ 198088 w 210867"/>
                <a:gd name="connsiteY26" fmla="*/ 148747 h 16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0867" h="160876">
                  <a:moveTo>
                    <a:pt x="204478" y="21067"/>
                  </a:moveTo>
                  <a:lnTo>
                    <a:pt x="170612" y="21067"/>
                  </a:lnTo>
                  <a:lnTo>
                    <a:pt x="160387" y="3192"/>
                  </a:lnTo>
                  <a:cubicBezTo>
                    <a:pt x="159110" y="1277"/>
                    <a:pt x="157192" y="0"/>
                    <a:pt x="154637" y="0"/>
                  </a:cubicBezTo>
                  <a:lnTo>
                    <a:pt x="55593" y="0"/>
                  </a:lnTo>
                  <a:cubicBezTo>
                    <a:pt x="53676" y="0"/>
                    <a:pt x="51758" y="638"/>
                    <a:pt x="50481" y="2554"/>
                  </a:cubicBezTo>
                  <a:lnTo>
                    <a:pt x="36423" y="21067"/>
                  </a:lnTo>
                  <a:lnTo>
                    <a:pt x="6390" y="21067"/>
                  </a:lnTo>
                  <a:cubicBezTo>
                    <a:pt x="2556" y="21067"/>
                    <a:pt x="0" y="23621"/>
                    <a:pt x="0" y="27451"/>
                  </a:cubicBezTo>
                  <a:lnTo>
                    <a:pt x="0" y="154492"/>
                  </a:lnTo>
                  <a:cubicBezTo>
                    <a:pt x="0" y="158323"/>
                    <a:pt x="2556" y="160876"/>
                    <a:pt x="6390" y="160876"/>
                  </a:cubicBezTo>
                  <a:lnTo>
                    <a:pt x="204478" y="160876"/>
                  </a:lnTo>
                  <a:cubicBezTo>
                    <a:pt x="208312" y="160876"/>
                    <a:pt x="210868" y="158323"/>
                    <a:pt x="210868" y="154492"/>
                  </a:cubicBezTo>
                  <a:lnTo>
                    <a:pt x="210868" y="27451"/>
                  </a:lnTo>
                  <a:cubicBezTo>
                    <a:pt x="210868" y="24259"/>
                    <a:pt x="207673" y="21067"/>
                    <a:pt x="204478" y="21067"/>
                  </a:cubicBezTo>
                  <a:close/>
                  <a:moveTo>
                    <a:pt x="198088" y="148747"/>
                  </a:moveTo>
                  <a:lnTo>
                    <a:pt x="12780" y="148747"/>
                  </a:lnTo>
                  <a:lnTo>
                    <a:pt x="12780" y="34473"/>
                  </a:lnTo>
                  <a:lnTo>
                    <a:pt x="39618" y="34473"/>
                  </a:lnTo>
                  <a:cubicBezTo>
                    <a:pt x="41535" y="34473"/>
                    <a:pt x="43452" y="33835"/>
                    <a:pt x="44730" y="31920"/>
                  </a:cubicBezTo>
                  <a:lnTo>
                    <a:pt x="58788" y="13406"/>
                  </a:lnTo>
                  <a:lnTo>
                    <a:pt x="150802" y="13406"/>
                  </a:lnTo>
                  <a:lnTo>
                    <a:pt x="161027" y="31281"/>
                  </a:lnTo>
                  <a:cubicBezTo>
                    <a:pt x="162305" y="33197"/>
                    <a:pt x="164222" y="34473"/>
                    <a:pt x="166777" y="34473"/>
                  </a:cubicBezTo>
                  <a:lnTo>
                    <a:pt x="197449" y="34473"/>
                  </a:lnTo>
                  <a:lnTo>
                    <a:pt x="198088" y="148747"/>
                  </a:lnTo>
                  <a:lnTo>
                    <a:pt x="198088" y="148747"/>
                  </a:lnTo>
                  <a:close/>
                </a:path>
              </a:pathLst>
            </a:custGeom>
            <a:solidFill>
              <a:srgbClr val="00ABAB"/>
            </a:solidFill>
            <a:ln w="6390" cap="flat">
              <a:noFill/>
              <a:prstDash val="solid"/>
              <a:miter/>
            </a:ln>
          </p:spPr>
          <p:txBody>
            <a:bodyPr rtlCol="0" anchor="ctr"/>
            <a:lstStyle/>
            <a:p>
              <a:endParaRPr lang="en-US"/>
            </a:p>
          </p:txBody>
        </p:sp>
        <p:sp>
          <p:nvSpPr>
            <p:cNvPr id="885" name="Graphic 4">
              <a:extLst>
                <a:ext uri="{FF2B5EF4-FFF2-40B4-BE49-F238E27FC236}">
                  <a16:creationId xmlns:a16="http://schemas.microsoft.com/office/drawing/2014/main" id="{CC5DEC8F-8C28-6344-A2A6-08B458AFE0C0}"/>
                </a:ext>
              </a:extLst>
            </p:cNvPr>
            <p:cNvSpPr/>
            <p:nvPr/>
          </p:nvSpPr>
          <p:spPr>
            <a:xfrm>
              <a:off x="10019421" y="2028992"/>
              <a:ext cx="97126" cy="97036"/>
            </a:xfrm>
            <a:custGeom>
              <a:avLst/>
              <a:gdLst>
                <a:gd name="connsiteX0" fmla="*/ 48563 w 97126"/>
                <a:gd name="connsiteY0" fmla="*/ 0 h 97036"/>
                <a:gd name="connsiteX1" fmla="*/ 0 w 97126"/>
                <a:gd name="connsiteY1" fmla="*/ 48518 h 97036"/>
                <a:gd name="connsiteX2" fmla="*/ 48563 w 97126"/>
                <a:gd name="connsiteY2" fmla="*/ 97036 h 97036"/>
                <a:gd name="connsiteX3" fmla="*/ 97127 w 97126"/>
                <a:gd name="connsiteY3" fmla="*/ 48518 h 97036"/>
                <a:gd name="connsiteX4" fmla="*/ 48563 w 97126"/>
                <a:gd name="connsiteY4" fmla="*/ 0 h 97036"/>
                <a:gd name="connsiteX5" fmla="*/ 48563 w 97126"/>
                <a:gd name="connsiteY5" fmla="*/ 84268 h 97036"/>
                <a:gd name="connsiteX6" fmla="*/ 12780 w 97126"/>
                <a:gd name="connsiteY6" fmla="*/ 48518 h 97036"/>
                <a:gd name="connsiteX7" fmla="*/ 48563 w 97126"/>
                <a:gd name="connsiteY7" fmla="*/ 12768 h 97036"/>
                <a:gd name="connsiteX8" fmla="*/ 84347 w 97126"/>
                <a:gd name="connsiteY8" fmla="*/ 48518 h 97036"/>
                <a:gd name="connsiteX9" fmla="*/ 48563 w 97126"/>
                <a:gd name="connsiteY9" fmla="*/ 84268 h 97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126" h="97036">
                  <a:moveTo>
                    <a:pt x="48563" y="0"/>
                  </a:moveTo>
                  <a:cubicBezTo>
                    <a:pt x="21726" y="0"/>
                    <a:pt x="0" y="21706"/>
                    <a:pt x="0" y="48518"/>
                  </a:cubicBezTo>
                  <a:cubicBezTo>
                    <a:pt x="0" y="75331"/>
                    <a:pt x="21726" y="97036"/>
                    <a:pt x="48563" y="97036"/>
                  </a:cubicBezTo>
                  <a:cubicBezTo>
                    <a:pt x="75402" y="97036"/>
                    <a:pt x="97127" y="75331"/>
                    <a:pt x="97127" y="48518"/>
                  </a:cubicBezTo>
                  <a:cubicBezTo>
                    <a:pt x="97127" y="21706"/>
                    <a:pt x="75402" y="0"/>
                    <a:pt x="48563" y="0"/>
                  </a:cubicBezTo>
                  <a:close/>
                  <a:moveTo>
                    <a:pt x="48563" y="84268"/>
                  </a:moveTo>
                  <a:cubicBezTo>
                    <a:pt x="28755" y="84268"/>
                    <a:pt x="12780" y="68308"/>
                    <a:pt x="12780" y="48518"/>
                  </a:cubicBezTo>
                  <a:cubicBezTo>
                    <a:pt x="12780" y="28728"/>
                    <a:pt x="28755" y="12768"/>
                    <a:pt x="48563" y="12768"/>
                  </a:cubicBezTo>
                  <a:cubicBezTo>
                    <a:pt x="68372" y="12768"/>
                    <a:pt x="84347" y="28728"/>
                    <a:pt x="84347" y="48518"/>
                  </a:cubicBezTo>
                  <a:cubicBezTo>
                    <a:pt x="84347" y="68308"/>
                    <a:pt x="68372" y="84268"/>
                    <a:pt x="48563" y="84268"/>
                  </a:cubicBezTo>
                  <a:close/>
                </a:path>
              </a:pathLst>
            </a:custGeom>
            <a:solidFill>
              <a:srgbClr val="00ABAB"/>
            </a:solidFill>
            <a:ln w="6390" cap="flat">
              <a:noFill/>
              <a:prstDash val="solid"/>
              <a:miter/>
            </a:ln>
          </p:spPr>
          <p:txBody>
            <a:bodyPr rtlCol="0" anchor="ctr"/>
            <a:lstStyle/>
            <a:p>
              <a:endParaRPr lang="en-US"/>
            </a:p>
          </p:txBody>
        </p:sp>
      </p:grpSp>
      <p:grpSp>
        <p:nvGrpSpPr>
          <p:cNvPr id="886" name="Graphic 4">
            <a:extLst>
              <a:ext uri="{FF2B5EF4-FFF2-40B4-BE49-F238E27FC236}">
                <a16:creationId xmlns:a16="http://schemas.microsoft.com/office/drawing/2014/main" id="{A5C55DB6-4BB0-034E-B970-C4C618EC9CF2}"/>
              </a:ext>
            </a:extLst>
          </p:cNvPr>
          <p:cNvGrpSpPr/>
          <p:nvPr/>
        </p:nvGrpSpPr>
        <p:grpSpPr>
          <a:xfrm>
            <a:off x="10324860" y="1893013"/>
            <a:ext cx="361674" cy="361333"/>
            <a:chOff x="10324860" y="1893013"/>
            <a:chExt cx="361674" cy="361333"/>
          </a:xfrm>
          <a:solidFill>
            <a:srgbClr val="00ABAB"/>
          </a:solidFill>
        </p:grpSpPr>
        <p:sp>
          <p:nvSpPr>
            <p:cNvPr id="887" name="Graphic 4">
              <a:extLst>
                <a:ext uri="{FF2B5EF4-FFF2-40B4-BE49-F238E27FC236}">
                  <a16:creationId xmlns:a16="http://schemas.microsoft.com/office/drawing/2014/main" id="{E1059406-7213-E54D-AED8-66927A107430}"/>
                </a:ext>
              </a:extLst>
            </p:cNvPr>
            <p:cNvSpPr/>
            <p:nvPr/>
          </p:nvSpPr>
          <p:spPr>
            <a:xfrm>
              <a:off x="10469911" y="2041760"/>
              <a:ext cx="71566" cy="71500"/>
            </a:xfrm>
            <a:custGeom>
              <a:avLst/>
              <a:gdLst>
                <a:gd name="connsiteX0" fmla="*/ 35783 w 71566"/>
                <a:gd name="connsiteY0" fmla="*/ 0 h 71500"/>
                <a:gd name="connsiteX1" fmla="*/ 0 w 71566"/>
                <a:gd name="connsiteY1" fmla="*/ 35750 h 71500"/>
                <a:gd name="connsiteX2" fmla="*/ 35783 w 71566"/>
                <a:gd name="connsiteY2" fmla="*/ 71500 h 71500"/>
                <a:gd name="connsiteX3" fmla="*/ 71567 w 71566"/>
                <a:gd name="connsiteY3" fmla="*/ 35750 h 71500"/>
                <a:gd name="connsiteX4" fmla="*/ 35783 w 71566"/>
                <a:gd name="connsiteY4" fmla="*/ 0 h 71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566" h="71500">
                  <a:moveTo>
                    <a:pt x="35783" y="0"/>
                  </a:moveTo>
                  <a:cubicBezTo>
                    <a:pt x="15975" y="0"/>
                    <a:pt x="0" y="15960"/>
                    <a:pt x="0" y="35750"/>
                  </a:cubicBezTo>
                  <a:cubicBezTo>
                    <a:pt x="0" y="55541"/>
                    <a:pt x="15975" y="71500"/>
                    <a:pt x="35783" y="71500"/>
                  </a:cubicBezTo>
                  <a:cubicBezTo>
                    <a:pt x="55592" y="71500"/>
                    <a:pt x="71567" y="55541"/>
                    <a:pt x="71567" y="35750"/>
                  </a:cubicBezTo>
                  <a:cubicBezTo>
                    <a:pt x="71567" y="15960"/>
                    <a:pt x="56232" y="0"/>
                    <a:pt x="35783" y="0"/>
                  </a:cubicBezTo>
                  <a:close/>
                </a:path>
              </a:pathLst>
            </a:custGeom>
            <a:solidFill>
              <a:srgbClr val="00ABAB"/>
            </a:solidFill>
            <a:ln w="6390" cap="flat">
              <a:noFill/>
              <a:prstDash val="solid"/>
              <a:miter/>
            </a:ln>
          </p:spPr>
          <p:txBody>
            <a:bodyPr rtlCol="0" anchor="ctr"/>
            <a:lstStyle/>
            <a:p>
              <a:endParaRPr lang="en-US"/>
            </a:p>
          </p:txBody>
        </p:sp>
        <p:sp>
          <p:nvSpPr>
            <p:cNvPr id="888" name="Graphic 4">
              <a:extLst>
                <a:ext uri="{FF2B5EF4-FFF2-40B4-BE49-F238E27FC236}">
                  <a16:creationId xmlns:a16="http://schemas.microsoft.com/office/drawing/2014/main" id="{3B7035E8-358E-ED49-91A2-1586F6297749}"/>
                </a:ext>
              </a:extLst>
            </p:cNvPr>
            <p:cNvSpPr/>
            <p:nvPr/>
          </p:nvSpPr>
          <p:spPr>
            <a:xfrm>
              <a:off x="10413680" y="2006009"/>
              <a:ext cx="185308" cy="135340"/>
            </a:xfrm>
            <a:custGeom>
              <a:avLst/>
              <a:gdLst>
                <a:gd name="connsiteX0" fmla="*/ 148247 w 185308"/>
                <a:gd name="connsiteY0" fmla="*/ 17875 h 135340"/>
                <a:gd name="connsiteX1" fmla="*/ 138023 w 185308"/>
                <a:gd name="connsiteY1" fmla="*/ 0 h 135340"/>
                <a:gd name="connsiteX2" fmla="*/ 46008 w 185308"/>
                <a:gd name="connsiteY2" fmla="*/ 0 h 135340"/>
                <a:gd name="connsiteX3" fmla="*/ 31950 w 185308"/>
                <a:gd name="connsiteY3" fmla="*/ 18514 h 135340"/>
                <a:gd name="connsiteX4" fmla="*/ 26838 w 185308"/>
                <a:gd name="connsiteY4" fmla="*/ 21067 h 135340"/>
                <a:gd name="connsiteX5" fmla="*/ 0 w 185308"/>
                <a:gd name="connsiteY5" fmla="*/ 21067 h 135340"/>
                <a:gd name="connsiteX6" fmla="*/ 0 w 185308"/>
                <a:gd name="connsiteY6" fmla="*/ 135340 h 135340"/>
                <a:gd name="connsiteX7" fmla="*/ 185308 w 185308"/>
                <a:gd name="connsiteY7" fmla="*/ 135340 h 135340"/>
                <a:gd name="connsiteX8" fmla="*/ 185308 w 185308"/>
                <a:gd name="connsiteY8" fmla="*/ 21067 h 135340"/>
                <a:gd name="connsiteX9" fmla="*/ 154637 w 185308"/>
                <a:gd name="connsiteY9" fmla="*/ 21067 h 135340"/>
                <a:gd name="connsiteX10" fmla="*/ 148247 w 185308"/>
                <a:gd name="connsiteY10" fmla="*/ 17875 h 135340"/>
                <a:gd name="connsiteX11" fmla="*/ 92015 w 185308"/>
                <a:gd name="connsiteY11" fmla="*/ 120019 h 135340"/>
                <a:gd name="connsiteX12" fmla="*/ 43452 w 185308"/>
                <a:gd name="connsiteY12" fmla="*/ 71500 h 135340"/>
                <a:gd name="connsiteX13" fmla="*/ 92015 w 185308"/>
                <a:gd name="connsiteY13" fmla="*/ 22982 h 135340"/>
                <a:gd name="connsiteX14" fmla="*/ 140579 w 185308"/>
                <a:gd name="connsiteY14" fmla="*/ 71500 h 135340"/>
                <a:gd name="connsiteX15" fmla="*/ 92015 w 185308"/>
                <a:gd name="connsiteY15" fmla="*/ 120019 h 135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308" h="135340">
                  <a:moveTo>
                    <a:pt x="148247" y="17875"/>
                  </a:moveTo>
                  <a:lnTo>
                    <a:pt x="138023" y="0"/>
                  </a:lnTo>
                  <a:lnTo>
                    <a:pt x="46008" y="0"/>
                  </a:lnTo>
                  <a:lnTo>
                    <a:pt x="31950" y="18514"/>
                  </a:lnTo>
                  <a:cubicBezTo>
                    <a:pt x="30672" y="19790"/>
                    <a:pt x="28755" y="21067"/>
                    <a:pt x="26838" y="21067"/>
                  </a:cubicBezTo>
                  <a:lnTo>
                    <a:pt x="0" y="21067"/>
                  </a:lnTo>
                  <a:lnTo>
                    <a:pt x="0" y="135340"/>
                  </a:lnTo>
                  <a:lnTo>
                    <a:pt x="185308" y="135340"/>
                  </a:lnTo>
                  <a:lnTo>
                    <a:pt x="185308" y="21067"/>
                  </a:lnTo>
                  <a:lnTo>
                    <a:pt x="154637" y="21067"/>
                  </a:lnTo>
                  <a:cubicBezTo>
                    <a:pt x="151442" y="21067"/>
                    <a:pt x="149525" y="19790"/>
                    <a:pt x="148247" y="17875"/>
                  </a:cubicBezTo>
                  <a:close/>
                  <a:moveTo>
                    <a:pt x="92015" y="120019"/>
                  </a:moveTo>
                  <a:cubicBezTo>
                    <a:pt x="65178" y="120019"/>
                    <a:pt x="43452" y="98313"/>
                    <a:pt x="43452" y="71500"/>
                  </a:cubicBezTo>
                  <a:cubicBezTo>
                    <a:pt x="43452" y="44688"/>
                    <a:pt x="65178" y="22982"/>
                    <a:pt x="92015" y="22982"/>
                  </a:cubicBezTo>
                  <a:cubicBezTo>
                    <a:pt x="118853" y="22982"/>
                    <a:pt x="140579" y="44688"/>
                    <a:pt x="140579" y="71500"/>
                  </a:cubicBezTo>
                  <a:cubicBezTo>
                    <a:pt x="141218" y="98313"/>
                    <a:pt x="119492" y="120019"/>
                    <a:pt x="92015" y="120019"/>
                  </a:cubicBezTo>
                  <a:close/>
                </a:path>
              </a:pathLst>
            </a:custGeom>
            <a:solidFill>
              <a:srgbClr val="00ABAB"/>
            </a:solidFill>
            <a:ln w="6390" cap="flat">
              <a:noFill/>
              <a:prstDash val="solid"/>
              <a:miter/>
            </a:ln>
          </p:spPr>
          <p:txBody>
            <a:bodyPr rtlCol="0" anchor="ctr"/>
            <a:lstStyle/>
            <a:p>
              <a:endParaRPr lang="en-US"/>
            </a:p>
          </p:txBody>
        </p:sp>
        <p:sp>
          <p:nvSpPr>
            <p:cNvPr id="889" name="Graphic 4">
              <a:extLst>
                <a:ext uri="{FF2B5EF4-FFF2-40B4-BE49-F238E27FC236}">
                  <a16:creationId xmlns:a16="http://schemas.microsoft.com/office/drawing/2014/main" id="{94279D0E-FF8B-CE41-9E45-6131072696E3}"/>
                </a:ext>
              </a:extLst>
            </p:cNvPr>
            <p:cNvSpPr/>
            <p:nvPr/>
          </p:nvSpPr>
          <p:spPr>
            <a:xfrm>
              <a:off x="10324860" y="189301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86269 w 361674"/>
                <a:gd name="connsiteY5" fmla="*/ 255359 h 361333"/>
                <a:gd name="connsiteX6" fmla="*/ 279879 w 361674"/>
                <a:gd name="connsiteY6" fmla="*/ 261743 h 361333"/>
                <a:gd name="connsiteX7" fmla="*/ 81791 w 361674"/>
                <a:gd name="connsiteY7" fmla="*/ 261743 h 361333"/>
                <a:gd name="connsiteX8" fmla="*/ 75401 w 361674"/>
                <a:gd name="connsiteY8" fmla="*/ 255359 h 361333"/>
                <a:gd name="connsiteX9" fmla="*/ 75401 w 361674"/>
                <a:gd name="connsiteY9" fmla="*/ 128318 h 361333"/>
                <a:gd name="connsiteX10" fmla="*/ 81791 w 361674"/>
                <a:gd name="connsiteY10" fmla="*/ 121934 h 361333"/>
                <a:gd name="connsiteX11" fmla="*/ 111824 w 361674"/>
                <a:gd name="connsiteY11" fmla="*/ 121934 h 361333"/>
                <a:gd name="connsiteX12" fmla="*/ 125881 w 361674"/>
                <a:gd name="connsiteY12" fmla="*/ 103421 h 361333"/>
                <a:gd name="connsiteX13" fmla="*/ 130994 w 361674"/>
                <a:gd name="connsiteY13" fmla="*/ 100867 h 361333"/>
                <a:gd name="connsiteX14" fmla="*/ 230038 w 361674"/>
                <a:gd name="connsiteY14" fmla="*/ 100867 h 361333"/>
                <a:gd name="connsiteX15" fmla="*/ 235788 w 361674"/>
                <a:gd name="connsiteY15" fmla="*/ 104059 h 361333"/>
                <a:gd name="connsiteX16" fmla="*/ 246013 w 361674"/>
                <a:gd name="connsiteY16" fmla="*/ 121934 h 361333"/>
                <a:gd name="connsiteX17" fmla="*/ 279879 w 361674"/>
                <a:gd name="connsiteY17" fmla="*/ 121934 h 361333"/>
                <a:gd name="connsiteX18" fmla="*/ 286269 w 361674"/>
                <a:gd name="connsiteY18" fmla="*/ 128318 h 361333"/>
                <a:gd name="connsiteX19" fmla="*/ 286269 w 361674"/>
                <a:gd name="connsiteY19" fmla="*/ 25535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674"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09" y="81077"/>
                    <a:pt x="281157" y="0"/>
                    <a:pt x="180835" y="0"/>
                  </a:cubicBezTo>
                  <a:close/>
                  <a:moveTo>
                    <a:pt x="286269" y="255359"/>
                  </a:moveTo>
                  <a:cubicBezTo>
                    <a:pt x="286269" y="259190"/>
                    <a:pt x="283713" y="261743"/>
                    <a:pt x="279879" y="261743"/>
                  </a:cubicBezTo>
                  <a:lnTo>
                    <a:pt x="81791" y="261743"/>
                  </a:lnTo>
                  <a:cubicBezTo>
                    <a:pt x="77957" y="261743"/>
                    <a:pt x="75401" y="259190"/>
                    <a:pt x="75401" y="255359"/>
                  </a:cubicBezTo>
                  <a:lnTo>
                    <a:pt x="75401" y="128318"/>
                  </a:lnTo>
                  <a:cubicBezTo>
                    <a:pt x="75401" y="124488"/>
                    <a:pt x="77957" y="121934"/>
                    <a:pt x="81791" y="121934"/>
                  </a:cubicBezTo>
                  <a:lnTo>
                    <a:pt x="111824" y="121934"/>
                  </a:lnTo>
                  <a:lnTo>
                    <a:pt x="125881" y="103421"/>
                  </a:lnTo>
                  <a:cubicBezTo>
                    <a:pt x="127159" y="102144"/>
                    <a:pt x="129076" y="100867"/>
                    <a:pt x="130994" y="100867"/>
                  </a:cubicBezTo>
                  <a:lnTo>
                    <a:pt x="230038" y="100867"/>
                  </a:lnTo>
                  <a:cubicBezTo>
                    <a:pt x="232593" y="100867"/>
                    <a:pt x="234510" y="102144"/>
                    <a:pt x="235788" y="104059"/>
                  </a:cubicBezTo>
                  <a:lnTo>
                    <a:pt x="246013" y="121934"/>
                  </a:lnTo>
                  <a:lnTo>
                    <a:pt x="279879" y="121934"/>
                  </a:lnTo>
                  <a:cubicBezTo>
                    <a:pt x="283713" y="121934"/>
                    <a:pt x="286269" y="124488"/>
                    <a:pt x="286269" y="128318"/>
                  </a:cubicBezTo>
                  <a:lnTo>
                    <a:pt x="286269" y="255359"/>
                  </a:lnTo>
                  <a:close/>
                </a:path>
              </a:pathLst>
            </a:custGeom>
            <a:solidFill>
              <a:srgbClr val="00ABAB"/>
            </a:solidFill>
            <a:ln w="6390" cap="flat">
              <a:noFill/>
              <a:prstDash val="solid"/>
              <a:miter/>
            </a:ln>
          </p:spPr>
          <p:txBody>
            <a:bodyPr rtlCol="0" anchor="ctr"/>
            <a:lstStyle/>
            <a:p>
              <a:endParaRPr lang="en-US"/>
            </a:p>
          </p:txBody>
        </p:sp>
      </p:grpSp>
      <p:grpSp>
        <p:nvGrpSpPr>
          <p:cNvPr id="890" name="Graphic 4">
            <a:extLst>
              <a:ext uri="{FF2B5EF4-FFF2-40B4-BE49-F238E27FC236}">
                <a16:creationId xmlns:a16="http://schemas.microsoft.com/office/drawing/2014/main" id="{DE467EFD-795C-9844-96A1-11CFB5BD3C04}"/>
              </a:ext>
            </a:extLst>
          </p:cNvPr>
          <p:cNvGrpSpPr/>
          <p:nvPr/>
        </p:nvGrpSpPr>
        <p:grpSpPr>
          <a:xfrm>
            <a:off x="8841116" y="1402085"/>
            <a:ext cx="361674" cy="361333"/>
            <a:chOff x="8841116" y="1402085"/>
            <a:chExt cx="361674" cy="361333"/>
          </a:xfrm>
          <a:solidFill>
            <a:srgbClr val="00ABAB"/>
          </a:solidFill>
        </p:grpSpPr>
        <p:sp>
          <p:nvSpPr>
            <p:cNvPr id="891" name="Graphic 4">
              <a:extLst>
                <a:ext uri="{FF2B5EF4-FFF2-40B4-BE49-F238E27FC236}">
                  <a16:creationId xmlns:a16="http://schemas.microsoft.com/office/drawing/2014/main" id="{24290FB1-B7F9-554F-8453-A17C6C31BED1}"/>
                </a:ext>
              </a:extLst>
            </p:cNvPr>
            <p:cNvSpPr/>
            <p:nvPr/>
          </p:nvSpPr>
          <p:spPr>
            <a:xfrm>
              <a:off x="8841116" y="1402085"/>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0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3" y="361333"/>
                    <a:pt x="180836" y="361333"/>
                  </a:cubicBezTo>
                  <a:cubicBezTo>
                    <a:pt x="281157" y="361333"/>
                    <a:pt x="361670" y="280257"/>
                    <a:pt x="361670" y="180667"/>
                  </a:cubicBezTo>
                  <a:cubicBezTo>
                    <a:pt x="362310"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9530" y="273873"/>
                    <a:pt x="274128" y="349204"/>
                    <a:pt x="180836" y="349204"/>
                  </a:cubicBezTo>
                  <a:close/>
                </a:path>
              </a:pathLst>
            </a:custGeom>
            <a:solidFill>
              <a:srgbClr val="00ABAB"/>
            </a:solidFill>
            <a:ln w="6390" cap="flat">
              <a:noFill/>
              <a:prstDash val="solid"/>
              <a:miter/>
            </a:ln>
          </p:spPr>
          <p:txBody>
            <a:bodyPr rtlCol="0" anchor="ctr"/>
            <a:lstStyle/>
            <a:p>
              <a:endParaRPr lang="en-US"/>
            </a:p>
          </p:txBody>
        </p:sp>
        <p:sp>
          <p:nvSpPr>
            <p:cNvPr id="892" name="Graphic 4">
              <a:extLst>
                <a:ext uri="{FF2B5EF4-FFF2-40B4-BE49-F238E27FC236}">
                  <a16:creationId xmlns:a16="http://schemas.microsoft.com/office/drawing/2014/main" id="{6CE477B7-A7CF-CE4A-9B1B-3C307A5779A6}"/>
                </a:ext>
              </a:extLst>
            </p:cNvPr>
            <p:cNvSpPr/>
            <p:nvPr/>
          </p:nvSpPr>
          <p:spPr>
            <a:xfrm>
              <a:off x="8905488" y="1488169"/>
              <a:ext cx="233399" cy="190980"/>
            </a:xfrm>
            <a:custGeom>
              <a:avLst/>
              <a:gdLst>
                <a:gd name="connsiteX0" fmla="*/ 225731 w 233399"/>
                <a:gd name="connsiteY0" fmla="*/ 99 h 190980"/>
                <a:gd name="connsiteX1" fmla="*/ 4640 w 233399"/>
                <a:gd name="connsiteY1" fmla="*/ 61385 h 190980"/>
                <a:gd name="connsiteX2" fmla="*/ 166 w 233399"/>
                <a:gd name="connsiteY2" fmla="*/ 66493 h 190980"/>
                <a:gd name="connsiteX3" fmla="*/ 2722 w 233399"/>
                <a:gd name="connsiteY3" fmla="*/ 72877 h 190980"/>
                <a:gd name="connsiteX4" fmla="*/ 65344 w 233399"/>
                <a:gd name="connsiteY4" fmla="*/ 116288 h 190980"/>
                <a:gd name="connsiteX5" fmla="*/ 44257 w 233399"/>
                <a:gd name="connsiteY5" fmla="*/ 178212 h 190980"/>
                <a:gd name="connsiteX6" fmla="*/ 46813 w 233399"/>
                <a:gd name="connsiteY6" fmla="*/ 185235 h 190980"/>
                <a:gd name="connsiteX7" fmla="*/ 50647 w 233399"/>
                <a:gd name="connsiteY7" fmla="*/ 186512 h 190980"/>
                <a:gd name="connsiteX8" fmla="*/ 54481 w 233399"/>
                <a:gd name="connsiteY8" fmla="*/ 185235 h 190980"/>
                <a:gd name="connsiteX9" fmla="*/ 92820 w 233399"/>
                <a:gd name="connsiteY9" fmla="*/ 153315 h 190980"/>
                <a:gd name="connsiteX10" fmla="*/ 116463 w 233399"/>
                <a:gd name="connsiteY10" fmla="*/ 188427 h 190980"/>
                <a:gd name="connsiteX11" fmla="*/ 121575 w 233399"/>
                <a:gd name="connsiteY11" fmla="*/ 190980 h 190980"/>
                <a:gd name="connsiteX12" fmla="*/ 121575 w 233399"/>
                <a:gd name="connsiteY12" fmla="*/ 190980 h 190980"/>
                <a:gd name="connsiteX13" fmla="*/ 126687 w 233399"/>
                <a:gd name="connsiteY13" fmla="*/ 187788 h 190980"/>
                <a:gd name="connsiteX14" fmla="*/ 230843 w 233399"/>
                <a:gd name="connsiteY14" fmla="*/ 12229 h 190980"/>
                <a:gd name="connsiteX15" fmla="*/ 230843 w 233399"/>
                <a:gd name="connsiteY15" fmla="*/ 12229 h 190980"/>
                <a:gd name="connsiteX16" fmla="*/ 232760 w 233399"/>
                <a:gd name="connsiteY16" fmla="*/ 4568 h 190980"/>
                <a:gd name="connsiteX17" fmla="*/ 225731 w 233399"/>
                <a:gd name="connsiteY17" fmla="*/ 99 h 190980"/>
                <a:gd name="connsiteX18" fmla="*/ 192504 w 233399"/>
                <a:gd name="connsiteY18" fmla="*/ 22443 h 190980"/>
                <a:gd name="connsiteX19" fmla="*/ 72373 w 233399"/>
                <a:gd name="connsiteY19" fmla="*/ 105435 h 190980"/>
                <a:gd name="connsiteX20" fmla="*/ 20614 w 233399"/>
                <a:gd name="connsiteY20" fmla="*/ 69685 h 190980"/>
                <a:gd name="connsiteX21" fmla="*/ 192504 w 233399"/>
                <a:gd name="connsiteY21" fmla="*/ 22443 h 190980"/>
                <a:gd name="connsiteX22" fmla="*/ 75568 w 233399"/>
                <a:gd name="connsiteY22" fmla="*/ 125864 h 190980"/>
                <a:gd name="connsiteX23" fmla="*/ 85791 w 233399"/>
                <a:gd name="connsiteY23" fmla="*/ 141824 h 190980"/>
                <a:gd name="connsiteX24" fmla="*/ 64065 w 233399"/>
                <a:gd name="connsiteY24" fmla="*/ 160337 h 190980"/>
                <a:gd name="connsiteX25" fmla="*/ 75568 w 233399"/>
                <a:gd name="connsiteY25" fmla="*/ 125864 h 190980"/>
                <a:gd name="connsiteX26" fmla="*/ 120936 w 233399"/>
                <a:gd name="connsiteY26" fmla="*/ 171828 h 190980"/>
                <a:gd name="connsiteX27" fmla="*/ 99210 w 233399"/>
                <a:gd name="connsiteY27" fmla="*/ 139270 h 190980"/>
                <a:gd name="connsiteX28" fmla="*/ 82596 w 233399"/>
                <a:gd name="connsiteY28" fmla="*/ 113734 h 190980"/>
                <a:gd name="connsiteX29" fmla="*/ 205284 w 233399"/>
                <a:gd name="connsiteY29" fmla="*/ 28827 h 190980"/>
                <a:gd name="connsiteX30" fmla="*/ 120936 w 233399"/>
                <a:gd name="connsiteY30" fmla="*/ 171828 h 190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33399" h="190980">
                  <a:moveTo>
                    <a:pt x="225731" y="99"/>
                  </a:moveTo>
                  <a:lnTo>
                    <a:pt x="4640" y="61385"/>
                  </a:lnTo>
                  <a:cubicBezTo>
                    <a:pt x="2083" y="62024"/>
                    <a:pt x="166" y="63939"/>
                    <a:pt x="166" y="66493"/>
                  </a:cubicBezTo>
                  <a:cubicBezTo>
                    <a:pt x="-473" y="69046"/>
                    <a:pt x="806" y="71600"/>
                    <a:pt x="2722" y="72877"/>
                  </a:cubicBezTo>
                  <a:lnTo>
                    <a:pt x="65344" y="116288"/>
                  </a:lnTo>
                  <a:lnTo>
                    <a:pt x="44257" y="178212"/>
                  </a:lnTo>
                  <a:cubicBezTo>
                    <a:pt x="43618" y="180766"/>
                    <a:pt x="44257" y="183958"/>
                    <a:pt x="46813" y="185235"/>
                  </a:cubicBezTo>
                  <a:cubicBezTo>
                    <a:pt x="48091" y="185873"/>
                    <a:pt x="49369" y="186512"/>
                    <a:pt x="50647" y="186512"/>
                  </a:cubicBezTo>
                  <a:cubicBezTo>
                    <a:pt x="51925" y="186512"/>
                    <a:pt x="53842" y="185873"/>
                    <a:pt x="54481" y="185235"/>
                  </a:cubicBezTo>
                  <a:lnTo>
                    <a:pt x="92820" y="153315"/>
                  </a:lnTo>
                  <a:lnTo>
                    <a:pt x="116463" y="188427"/>
                  </a:lnTo>
                  <a:cubicBezTo>
                    <a:pt x="117741" y="190342"/>
                    <a:pt x="119658" y="190980"/>
                    <a:pt x="121575" y="190980"/>
                  </a:cubicBezTo>
                  <a:lnTo>
                    <a:pt x="121575" y="190980"/>
                  </a:lnTo>
                  <a:cubicBezTo>
                    <a:pt x="123492" y="190980"/>
                    <a:pt x="126048" y="189704"/>
                    <a:pt x="126687" y="187788"/>
                  </a:cubicBezTo>
                  <a:lnTo>
                    <a:pt x="230843" y="12229"/>
                  </a:lnTo>
                  <a:lnTo>
                    <a:pt x="230843" y="12229"/>
                  </a:lnTo>
                  <a:cubicBezTo>
                    <a:pt x="233399" y="10314"/>
                    <a:pt x="234038" y="7122"/>
                    <a:pt x="232760" y="4568"/>
                  </a:cubicBezTo>
                  <a:cubicBezTo>
                    <a:pt x="231482" y="2014"/>
                    <a:pt x="228287" y="-539"/>
                    <a:pt x="225731" y="99"/>
                  </a:cubicBezTo>
                  <a:close/>
                  <a:moveTo>
                    <a:pt x="192504" y="22443"/>
                  </a:moveTo>
                  <a:lnTo>
                    <a:pt x="72373" y="105435"/>
                  </a:lnTo>
                  <a:lnTo>
                    <a:pt x="20614" y="69685"/>
                  </a:lnTo>
                  <a:lnTo>
                    <a:pt x="192504" y="22443"/>
                  </a:lnTo>
                  <a:close/>
                  <a:moveTo>
                    <a:pt x="75568" y="125864"/>
                  </a:moveTo>
                  <a:lnTo>
                    <a:pt x="85791" y="141824"/>
                  </a:lnTo>
                  <a:lnTo>
                    <a:pt x="64065" y="160337"/>
                  </a:lnTo>
                  <a:lnTo>
                    <a:pt x="75568" y="125864"/>
                  </a:lnTo>
                  <a:close/>
                  <a:moveTo>
                    <a:pt x="120936" y="171828"/>
                  </a:moveTo>
                  <a:lnTo>
                    <a:pt x="99210" y="139270"/>
                  </a:lnTo>
                  <a:lnTo>
                    <a:pt x="82596" y="113734"/>
                  </a:lnTo>
                  <a:lnTo>
                    <a:pt x="205284" y="28827"/>
                  </a:lnTo>
                  <a:lnTo>
                    <a:pt x="120936" y="171828"/>
                  </a:lnTo>
                  <a:close/>
                </a:path>
              </a:pathLst>
            </a:custGeom>
            <a:solidFill>
              <a:srgbClr val="00ABAB"/>
            </a:solidFill>
            <a:ln w="6390" cap="flat">
              <a:noFill/>
              <a:prstDash val="solid"/>
              <a:miter/>
            </a:ln>
          </p:spPr>
          <p:txBody>
            <a:bodyPr rtlCol="0" anchor="ctr"/>
            <a:lstStyle/>
            <a:p>
              <a:endParaRPr lang="en-US"/>
            </a:p>
          </p:txBody>
        </p:sp>
      </p:grpSp>
      <p:grpSp>
        <p:nvGrpSpPr>
          <p:cNvPr id="893" name="Graphic 4">
            <a:extLst>
              <a:ext uri="{FF2B5EF4-FFF2-40B4-BE49-F238E27FC236}">
                <a16:creationId xmlns:a16="http://schemas.microsoft.com/office/drawing/2014/main" id="{859A0DA2-D736-914B-B502-2813AF173847}"/>
              </a:ext>
            </a:extLst>
          </p:cNvPr>
          <p:cNvGrpSpPr/>
          <p:nvPr/>
        </p:nvGrpSpPr>
        <p:grpSpPr>
          <a:xfrm>
            <a:off x="9279466" y="1402085"/>
            <a:ext cx="361671" cy="361333"/>
            <a:chOff x="9279466" y="1402085"/>
            <a:chExt cx="361671" cy="361333"/>
          </a:xfrm>
          <a:solidFill>
            <a:srgbClr val="00ABAB"/>
          </a:solidFill>
        </p:grpSpPr>
        <p:sp>
          <p:nvSpPr>
            <p:cNvPr id="894" name="Graphic 4">
              <a:extLst>
                <a:ext uri="{FF2B5EF4-FFF2-40B4-BE49-F238E27FC236}">
                  <a16:creationId xmlns:a16="http://schemas.microsoft.com/office/drawing/2014/main" id="{79B0FCFD-556A-F146-A2E3-328C4B560523}"/>
                </a:ext>
              </a:extLst>
            </p:cNvPr>
            <p:cNvSpPr/>
            <p:nvPr/>
          </p:nvSpPr>
          <p:spPr>
            <a:xfrm>
              <a:off x="9426434" y="1516996"/>
              <a:ext cx="122687" cy="143001"/>
            </a:xfrm>
            <a:custGeom>
              <a:avLst/>
              <a:gdLst>
                <a:gd name="connsiteX0" fmla="*/ 16614 w 122687"/>
                <a:gd name="connsiteY0" fmla="*/ 111081 h 143001"/>
                <a:gd name="connsiteX1" fmla="*/ 38340 w 122687"/>
                <a:gd name="connsiteY1" fmla="*/ 143001 h 143001"/>
                <a:gd name="connsiteX2" fmla="*/ 122687 w 122687"/>
                <a:gd name="connsiteY2" fmla="*/ 0 h 143001"/>
                <a:gd name="connsiteX3" fmla="*/ 0 w 122687"/>
                <a:gd name="connsiteY3" fmla="*/ 85545 h 143001"/>
              </a:gdLst>
              <a:ahLst/>
              <a:cxnLst>
                <a:cxn ang="0">
                  <a:pos x="connsiteX0" y="connsiteY0"/>
                </a:cxn>
                <a:cxn ang="0">
                  <a:pos x="connsiteX1" y="connsiteY1"/>
                </a:cxn>
                <a:cxn ang="0">
                  <a:pos x="connsiteX2" y="connsiteY2"/>
                </a:cxn>
                <a:cxn ang="0">
                  <a:pos x="connsiteX3" y="connsiteY3"/>
                </a:cxn>
              </a:cxnLst>
              <a:rect l="l" t="t" r="r" b="b"/>
              <a:pathLst>
                <a:path w="122687" h="143001">
                  <a:moveTo>
                    <a:pt x="16614" y="111081"/>
                  </a:moveTo>
                  <a:lnTo>
                    <a:pt x="38340" y="143001"/>
                  </a:lnTo>
                  <a:lnTo>
                    <a:pt x="122687" y="0"/>
                  </a:lnTo>
                  <a:lnTo>
                    <a:pt x="0" y="85545"/>
                  </a:lnTo>
                  <a:close/>
                </a:path>
              </a:pathLst>
            </a:custGeom>
            <a:solidFill>
              <a:srgbClr val="00ABAB"/>
            </a:solidFill>
            <a:ln w="6390" cap="flat">
              <a:noFill/>
              <a:prstDash val="solid"/>
              <a:miter/>
            </a:ln>
          </p:spPr>
          <p:txBody>
            <a:bodyPr rtlCol="0" anchor="ctr"/>
            <a:lstStyle/>
            <a:p>
              <a:endParaRPr lang="en-US"/>
            </a:p>
          </p:txBody>
        </p:sp>
        <p:sp>
          <p:nvSpPr>
            <p:cNvPr id="895" name="Graphic 4">
              <a:extLst>
                <a:ext uri="{FF2B5EF4-FFF2-40B4-BE49-F238E27FC236}">
                  <a16:creationId xmlns:a16="http://schemas.microsoft.com/office/drawing/2014/main" id="{3BAE3549-7938-5A4A-9F4A-F0B24CA03A03}"/>
                </a:ext>
              </a:extLst>
            </p:cNvPr>
            <p:cNvSpPr/>
            <p:nvPr/>
          </p:nvSpPr>
          <p:spPr>
            <a:xfrm>
              <a:off x="9364452" y="1510612"/>
              <a:ext cx="171889" cy="82991"/>
            </a:xfrm>
            <a:custGeom>
              <a:avLst/>
              <a:gdLst>
                <a:gd name="connsiteX0" fmla="*/ 171889 w 171889"/>
                <a:gd name="connsiteY0" fmla="*/ 0 h 82991"/>
                <a:gd name="connsiteX1" fmla="*/ 0 w 171889"/>
                <a:gd name="connsiteY1" fmla="*/ 47880 h 82991"/>
                <a:gd name="connsiteX2" fmla="*/ 51758 w 171889"/>
                <a:gd name="connsiteY2" fmla="*/ 82992 h 82991"/>
              </a:gdLst>
              <a:ahLst/>
              <a:cxnLst>
                <a:cxn ang="0">
                  <a:pos x="connsiteX0" y="connsiteY0"/>
                </a:cxn>
                <a:cxn ang="0">
                  <a:pos x="connsiteX1" y="connsiteY1"/>
                </a:cxn>
                <a:cxn ang="0">
                  <a:pos x="connsiteX2" y="connsiteY2"/>
                </a:cxn>
              </a:cxnLst>
              <a:rect l="l" t="t" r="r" b="b"/>
              <a:pathLst>
                <a:path w="171889" h="82991">
                  <a:moveTo>
                    <a:pt x="171889" y="0"/>
                  </a:moveTo>
                  <a:lnTo>
                    <a:pt x="0" y="47880"/>
                  </a:lnTo>
                  <a:lnTo>
                    <a:pt x="51758" y="82992"/>
                  </a:lnTo>
                  <a:close/>
                </a:path>
              </a:pathLst>
            </a:custGeom>
            <a:solidFill>
              <a:srgbClr val="00ABAB"/>
            </a:solidFill>
            <a:ln w="6390" cap="flat">
              <a:noFill/>
              <a:prstDash val="solid"/>
              <a:miter/>
            </a:ln>
          </p:spPr>
          <p:txBody>
            <a:bodyPr rtlCol="0" anchor="ctr"/>
            <a:lstStyle/>
            <a:p>
              <a:endParaRPr lang="en-US"/>
            </a:p>
          </p:txBody>
        </p:sp>
        <p:sp>
          <p:nvSpPr>
            <p:cNvPr id="896" name="Graphic 4">
              <a:extLst>
                <a:ext uri="{FF2B5EF4-FFF2-40B4-BE49-F238E27FC236}">
                  <a16:creationId xmlns:a16="http://schemas.microsoft.com/office/drawing/2014/main" id="{B0E284B1-A53D-B443-831F-436B7B89222A}"/>
                </a:ext>
              </a:extLst>
            </p:cNvPr>
            <p:cNvSpPr/>
            <p:nvPr/>
          </p:nvSpPr>
          <p:spPr>
            <a:xfrm>
              <a:off x="9407265" y="1614033"/>
              <a:ext cx="21725" cy="34473"/>
            </a:xfrm>
            <a:custGeom>
              <a:avLst/>
              <a:gdLst>
                <a:gd name="connsiteX0" fmla="*/ 11502 w 21725"/>
                <a:gd name="connsiteY0" fmla="*/ 0 h 34473"/>
                <a:gd name="connsiteX1" fmla="*/ 0 w 21725"/>
                <a:gd name="connsiteY1" fmla="*/ 34474 h 34473"/>
                <a:gd name="connsiteX2" fmla="*/ 21726 w 21725"/>
                <a:gd name="connsiteY2" fmla="*/ 15960 h 34473"/>
              </a:gdLst>
              <a:ahLst/>
              <a:cxnLst>
                <a:cxn ang="0">
                  <a:pos x="connsiteX0" y="connsiteY0"/>
                </a:cxn>
                <a:cxn ang="0">
                  <a:pos x="connsiteX1" y="connsiteY1"/>
                </a:cxn>
                <a:cxn ang="0">
                  <a:pos x="connsiteX2" y="connsiteY2"/>
                </a:cxn>
              </a:cxnLst>
              <a:rect l="l" t="t" r="r" b="b"/>
              <a:pathLst>
                <a:path w="21725" h="34473">
                  <a:moveTo>
                    <a:pt x="11502" y="0"/>
                  </a:moveTo>
                  <a:lnTo>
                    <a:pt x="0" y="34474"/>
                  </a:lnTo>
                  <a:lnTo>
                    <a:pt x="21726" y="15960"/>
                  </a:lnTo>
                  <a:close/>
                </a:path>
              </a:pathLst>
            </a:custGeom>
            <a:solidFill>
              <a:srgbClr val="00ABAB"/>
            </a:solidFill>
            <a:ln w="6390" cap="flat">
              <a:noFill/>
              <a:prstDash val="solid"/>
              <a:miter/>
            </a:ln>
          </p:spPr>
          <p:txBody>
            <a:bodyPr rtlCol="0" anchor="ctr"/>
            <a:lstStyle/>
            <a:p>
              <a:endParaRPr lang="en-US"/>
            </a:p>
          </p:txBody>
        </p:sp>
        <p:sp>
          <p:nvSpPr>
            <p:cNvPr id="897" name="Graphic 4">
              <a:extLst>
                <a:ext uri="{FF2B5EF4-FFF2-40B4-BE49-F238E27FC236}">
                  <a16:creationId xmlns:a16="http://schemas.microsoft.com/office/drawing/2014/main" id="{F3BF3953-B1D8-8743-8C1C-CA6B738930EE}"/>
                </a:ext>
              </a:extLst>
            </p:cNvPr>
            <p:cNvSpPr/>
            <p:nvPr/>
          </p:nvSpPr>
          <p:spPr>
            <a:xfrm>
              <a:off x="9279466" y="1402085"/>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295216 w 361671"/>
                <a:gd name="connsiteY5" fmla="*/ 97675 h 361333"/>
                <a:gd name="connsiteX6" fmla="*/ 295216 w 361671"/>
                <a:gd name="connsiteY6" fmla="*/ 97675 h 361333"/>
                <a:gd name="connsiteX7" fmla="*/ 191059 w 361671"/>
                <a:gd name="connsiteY7" fmla="*/ 273234 h 361333"/>
                <a:gd name="connsiteX8" fmla="*/ 185948 w 361671"/>
                <a:gd name="connsiteY8" fmla="*/ 276426 h 361333"/>
                <a:gd name="connsiteX9" fmla="*/ 185948 w 361671"/>
                <a:gd name="connsiteY9" fmla="*/ 276426 h 361333"/>
                <a:gd name="connsiteX10" fmla="*/ 180836 w 361671"/>
                <a:gd name="connsiteY10" fmla="*/ 273873 h 361333"/>
                <a:gd name="connsiteX11" fmla="*/ 157193 w 361671"/>
                <a:gd name="connsiteY11" fmla="*/ 238761 h 361333"/>
                <a:gd name="connsiteX12" fmla="*/ 118853 w 361671"/>
                <a:gd name="connsiteY12" fmla="*/ 270681 h 361333"/>
                <a:gd name="connsiteX13" fmla="*/ 115019 w 361671"/>
                <a:gd name="connsiteY13" fmla="*/ 271958 h 361333"/>
                <a:gd name="connsiteX14" fmla="*/ 111185 w 361671"/>
                <a:gd name="connsiteY14" fmla="*/ 270681 h 361333"/>
                <a:gd name="connsiteX15" fmla="*/ 108629 w 361671"/>
                <a:gd name="connsiteY15" fmla="*/ 263658 h 361333"/>
                <a:gd name="connsiteX16" fmla="*/ 129716 w 361671"/>
                <a:gd name="connsiteY16" fmla="*/ 201734 h 361333"/>
                <a:gd name="connsiteX17" fmla="*/ 67094 w 361671"/>
                <a:gd name="connsiteY17" fmla="*/ 158323 h 361333"/>
                <a:gd name="connsiteX18" fmla="*/ 64539 w 361671"/>
                <a:gd name="connsiteY18" fmla="*/ 151939 h 361333"/>
                <a:gd name="connsiteX19" fmla="*/ 69012 w 361671"/>
                <a:gd name="connsiteY19" fmla="*/ 146832 h 361333"/>
                <a:gd name="connsiteX20" fmla="*/ 290103 w 361671"/>
                <a:gd name="connsiteY20" fmla="*/ 85545 h 361333"/>
                <a:gd name="connsiteX21" fmla="*/ 297772 w 361671"/>
                <a:gd name="connsiteY21" fmla="*/ 88737 h 361333"/>
                <a:gd name="connsiteX22" fmla="*/ 295216 w 361671"/>
                <a:gd name="connsiteY22" fmla="*/ 9767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1671" h="361333">
                  <a:moveTo>
                    <a:pt x="180836" y="0"/>
                  </a:moveTo>
                  <a:cubicBezTo>
                    <a:pt x="80514" y="0"/>
                    <a:pt x="0" y="81077"/>
                    <a:pt x="0" y="180667"/>
                  </a:cubicBezTo>
                  <a:cubicBezTo>
                    <a:pt x="0" y="280257"/>
                    <a:pt x="81153" y="361333"/>
                    <a:pt x="180836" y="361333"/>
                  </a:cubicBezTo>
                  <a:cubicBezTo>
                    <a:pt x="280518" y="361333"/>
                    <a:pt x="361671" y="280257"/>
                    <a:pt x="361671" y="180667"/>
                  </a:cubicBezTo>
                  <a:cubicBezTo>
                    <a:pt x="361671" y="81077"/>
                    <a:pt x="280518" y="0"/>
                    <a:pt x="180836" y="0"/>
                  </a:cubicBezTo>
                  <a:close/>
                  <a:moveTo>
                    <a:pt x="295216" y="97675"/>
                  </a:moveTo>
                  <a:lnTo>
                    <a:pt x="295216" y="97675"/>
                  </a:lnTo>
                  <a:lnTo>
                    <a:pt x="191059" y="273234"/>
                  </a:lnTo>
                  <a:cubicBezTo>
                    <a:pt x="189782" y="275150"/>
                    <a:pt x="187864" y="276426"/>
                    <a:pt x="185948" y="276426"/>
                  </a:cubicBezTo>
                  <a:lnTo>
                    <a:pt x="185948" y="276426"/>
                  </a:lnTo>
                  <a:cubicBezTo>
                    <a:pt x="184031" y="276426"/>
                    <a:pt x="182113" y="275150"/>
                    <a:pt x="180836" y="273873"/>
                  </a:cubicBezTo>
                  <a:lnTo>
                    <a:pt x="157193" y="238761"/>
                  </a:lnTo>
                  <a:lnTo>
                    <a:pt x="118853" y="270681"/>
                  </a:lnTo>
                  <a:cubicBezTo>
                    <a:pt x="117575" y="271958"/>
                    <a:pt x="116297" y="271958"/>
                    <a:pt x="115019" y="271958"/>
                  </a:cubicBezTo>
                  <a:cubicBezTo>
                    <a:pt x="113741" y="271958"/>
                    <a:pt x="112464" y="271319"/>
                    <a:pt x="111185" y="270681"/>
                  </a:cubicBezTo>
                  <a:cubicBezTo>
                    <a:pt x="108629" y="268766"/>
                    <a:pt x="107990" y="266212"/>
                    <a:pt x="108629" y="263658"/>
                  </a:cubicBezTo>
                  <a:lnTo>
                    <a:pt x="129716" y="201734"/>
                  </a:lnTo>
                  <a:lnTo>
                    <a:pt x="67094" y="158323"/>
                  </a:lnTo>
                  <a:cubicBezTo>
                    <a:pt x="65178" y="157046"/>
                    <a:pt x="63899" y="154492"/>
                    <a:pt x="64539" y="151939"/>
                  </a:cubicBezTo>
                  <a:cubicBezTo>
                    <a:pt x="65178" y="149385"/>
                    <a:pt x="66456" y="147470"/>
                    <a:pt x="69012" y="146832"/>
                  </a:cubicBezTo>
                  <a:lnTo>
                    <a:pt x="290103" y="85545"/>
                  </a:lnTo>
                  <a:cubicBezTo>
                    <a:pt x="293298" y="84907"/>
                    <a:pt x="296493" y="86184"/>
                    <a:pt x="297772" y="88737"/>
                  </a:cubicBezTo>
                  <a:cubicBezTo>
                    <a:pt x="298411" y="92568"/>
                    <a:pt x="297772" y="95760"/>
                    <a:pt x="295216" y="97675"/>
                  </a:cubicBezTo>
                  <a:close/>
                </a:path>
              </a:pathLst>
            </a:custGeom>
            <a:solidFill>
              <a:srgbClr val="00ABAB"/>
            </a:solidFill>
            <a:ln w="6390" cap="flat">
              <a:noFill/>
              <a:prstDash val="solid"/>
              <a:miter/>
            </a:ln>
          </p:spPr>
          <p:txBody>
            <a:bodyPr rtlCol="0" anchor="ctr"/>
            <a:lstStyle/>
            <a:p>
              <a:endParaRPr lang="en-US"/>
            </a:p>
          </p:txBody>
        </p:sp>
      </p:grpSp>
      <p:grpSp>
        <p:nvGrpSpPr>
          <p:cNvPr id="898" name="Graphic 4">
            <a:extLst>
              <a:ext uri="{FF2B5EF4-FFF2-40B4-BE49-F238E27FC236}">
                <a16:creationId xmlns:a16="http://schemas.microsoft.com/office/drawing/2014/main" id="{98BB548E-5B46-E647-8CCB-3FB4CA20576D}"/>
              </a:ext>
            </a:extLst>
          </p:cNvPr>
          <p:cNvGrpSpPr/>
          <p:nvPr/>
        </p:nvGrpSpPr>
        <p:grpSpPr>
          <a:xfrm>
            <a:off x="9887149" y="1402085"/>
            <a:ext cx="361670" cy="361333"/>
            <a:chOff x="9887149" y="1402085"/>
            <a:chExt cx="361670" cy="361333"/>
          </a:xfrm>
          <a:solidFill>
            <a:srgbClr val="00ABAB"/>
          </a:solidFill>
        </p:grpSpPr>
        <p:sp>
          <p:nvSpPr>
            <p:cNvPr id="899" name="Graphic 4">
              <a:extLst>
                <a:ext uri="{FF2B5EF4-FFF2-40B4-BE49-F238E27FC236}">
                  <a16:creationId xmlns:a16="http://schemas.microsoft.com/office/drawing/2014/main" id="{AC6F8947-3AA6-244D-88CB-EB1E01F67A2F}"/>
                </a:ext>
              </a:extLst>
            </p:cNvPr>
            <p:cNvSpPr/>
            <p:nvPr/>
          </p:nvSpPr>
          <p:spPr>
            <a:xfrm>
              <a:off x="9887149"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ABAB"/>
            </a:solidFill>
            <a:ln w="6390" cap="flat">
              <a:noFill/>
              <a:prstDash val="solid"/>
              <a:miter/>
            </a:ln>
          </p:spPr>
          <p:txBody>
            <a:bodyPr rtlCol="0" anchor="ctr"/>
            <a:lstStyle/>
            <a:p>
              <a:endParaRPr lang="en-US"/>
            </a:p>
          </p:txBody>
        </p:sp>
        <p:sp>
          <p:nvSpPr>
            <p:cNvPr id="900" name="Graphic 4">
              <a:extLst>
                <a:ext uri="{FF2B5EF4-FFF2-40B4-BE49-F238E27FC236}">
                  <a16:creationId xmlns:a16="http://schemas.microsoft.com/office/drawing/2014/main" id="{86A7867D-76B5-C449-B593-7531A2F083F9}"/>
                </a:ext>
              </a:extLst>
            </p:cNvPr>
            <p:cNvSpPr/>
            <p:nvPr/>
          </p:nvSpPr>
          <p:spPr>
            <a:xfrm>
              <a:off x="9971565" y="1470143"/>
              <a:ext cx="189973" cy="224328"/>
            </a:xfrm>
            <a:custGeom>
              <a:avLst/>
              <a:gdLst>
                <a:gd name="connsiteX0" fmla="*/ 172460 w 189973"/>
                <a:gd name="connsiteY0" fmla="*/ 53876 h 224328"/>
                <a:gd name="connsiteX1" fmla="*/ 168626 w 189973"/>
                <a:gd name="connsiteY1" fmla="*/ 48130 h 224328"/>
                <a:gd name="connsiteX2" fmla="*/ 161597 w 189973"/>
                <a:gd name="connsiteY2" fmla="*/ 49407 h 224328"/>
                <a:gd name="connsiteX3" fmla="*/ 137315 w 189973"/>
                <a:gd name="connsiteY3" fmla="*/ 99202 h 224328"/>
                <a:gd name="connsiteX4" fmla="*/ 120702 w 189973"/>
                <a:gd name="connsiteY4" fmla="*/ 7273 h 224328"/>
                <a:gd name="connsiteX5" fmla="*/ 118146 w 189973"/>
                <a:gd name="connsiteY5" fmla="*/ 1527 h 224328"/>
                <a:gd name="connsiteX6" fmla="*/ 111756 w 189973"/>
                <a:gd name="connsiteY6" fmla="*/ 250 h 224328"/>
                <a:gd name="connsiteX7" fmla="*/ 54885 w 189973"/>
                <a:gd name="connsiteY7" fmla="*/ 113247 h 224328"/>
                <a:gd name="connsiteX8" fmla="*/ 33159 w 189973"/>
                <a:gd name="connsiteY8" fmla="*/ 70474 h 224328"/>
                <a:gd name="connsiteX9" fmla="*/ 28048 w 189973"/>
                <a:gd name="connsiteY9" fmla="*/ 65367 h 224328"/>
                <a:gd name="connsiteX10" fmla="*/ 21019 w 189973"/>
                <a:gd name="connsiteY10" fmla="*/ 67921 h 224328"/>
                <a:gd name="connsiteX11" fmla="*/ 9517 w 189973"/>
                <a:gd name="connsiteY11" fmla="*/ 164957 h 224328"/>
                <a:gd name="connsiteX12" fmla="*/ 89391 w 189973"/>
                <a:gd name="connsiteY12" fmla="*/ 224328 h 224328"/>
                <a:gd name="connsiteX13" fmla="*/ 92586 w 189973"/>
                <a:gd name="connsiteY13" fmla="*/ 224328 h 224328"/>
                <a:gd name="connsiteX14" fmla="*/ 163514 w 189973"/>
                <a:gd name="connsiteY14" fmla="*/ 194962 h 224328"/>
                <a:gd name="connsiteX15" fmla="*/ 183323 w 189973"/>
                <a:gd name="connsiteY15" fmla="*/ 96649 h 224328"/>
                <a:gd name="connsiteX16" fmla="*/ 172460 w 189973"/>
                <a:gd name="connsiteY16" fmla="*/ 53876 h 224328"/>
                <a:gd name="connsiteX17" fmla="*/ 155846 w 189973"/>
                <a:gd name="connsiteY17" fmla="*/ 186663 h 224328"/>
                <a:gd name="connsiteX18" fmla="*/ 90669 w 189973"/>
                <a:gd name="connsiteY18" fmla="*/ 212837 h 224328"/>
                <a:gd name="connsiteX19" fmla="*/ 21658 w 189973"/>
                <a:gd name="connsiteY19" fmla="*/ 160488 h 224328"/>
                <a:gd name="connsiteX20" fmla="*/ 24853 w 189973"/>
                <a:gd name="connsiteY20" fmla="*/ 88988 h 224328"/>
                <a:gd name="connsiteX21" fmla="*/ 60636 w 189973"/>
                <a:gd name="connsiteY21" fmla="*/ 133037 h 224328"/>
                <a:gd name="connsiteX22" fmla="*/ 67026 w 189973"/>
                <a:gd name="connsiteY22" fmla="*/ 131761 h 224328"/>
                <a:gd name="connsiteX23" fmla="*/ 68943 w 189973"/>
                <a:gd name="connsiteY23" fmla="*/ 125377 h 224328"/>
                <a:gd name="connsiteX24" fmla="*/ 67665 w 189973"/>
                <a:gd name="connsiteY24" fmla="*/ 76858 h 224328"/>
                <a:gd name="connsiteX25" fmla="*/ 105366 w 189973"/>
                <a:gd name="connsiteY25" fmla="*/ 16849 h 224328"/>
                <a:gd name="connsiteX26" fmla="*/ 134120 w 189973"/>
                <a:gd name="connsiteY26" fmla="*/ 118354 h 224328"/>
                <a:gd name="connsiteX27" fmla="*/ 140510 w 189973"/>
                <a:gd name="connsiteY27" fmla="*/ 120269 h 224328"/>
                <a:gd name="connsiteX28" fmla="*/ 144983 w 189973"/>
                <a:gd name="connsiteY28" fmla="*/ 115162 h 224328"/>
                <a:gd name="connsiteX29" fmla="*/ 160319 w 189973"/>
                <a:gd name="connsiteY29" fmla="*/ 70474 h 224328"/>
                <a:gd name="connsiteX30" fmla="*/ 172460 w 189973"/>
                <a:gd name="connsiteY30" fmla="*/ 103671 h 224328"/>
                <a:gd name="connsiteX31" fmla="*/ 155846 w 189973"/>
                <a:gd name="connsiteY31" fmla="*/ 186663 h 224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9973" h="224328">
                  <a:moveTo>
                    <a:pt x="172460" y="53876"/>
                  </a:moveTo>
                  <a:cubicBezTo>
                    <a:pt x="172460" y="51322"/>
                    <a:pt x="170543" y="49407"/>
                    <a:pt x="168626" y="48130"/>
                  </a:cubicBezTo>
                  <a:cubicBezTo>
                    <a:pt x="166070" y="47492"/>
                    <a:pt x="163514" y="47492"/>
                    <a:pt x="161597" y="49407"/>
                  </a:cubicBezTo>
                  <a:cubicBezTo>
                    <a:pt x="148818" y="62175"/>
                    <a:pt x="141149" y="84519"/>
                    <a:pt x="137315" y="99202"/>
                  </a:cubicBezTo>
                  <a:cubicBezTo>
                    <a:pt x="113033" y="60898"/>
                    <a:pt x="120702" y="7911"/>
                    <a:pt x="120702" y="7273"/>
                  </a:cubicBezTo>
                  <a:cubicBezTo>
                    <a:pt x="121341" y="5358"/>
                    <a:pt x="120063" y="2804"/>
                    <a:pt x="118146" y="1527"/>
                  </a:cubicBezTo>
                  <a:cubicBezTo>
                    <a:pt x="116228" y="250"/>
                    <a:pt x="114312" y="-388"/>
                    <a:pt x="111756" y="250"/>
                  </a:cubicBezTo>
                  <a:cubicBezTo>
                    <a:pt x="54246" y="21318"/>
                    <a:pt x="52969" y="85157"/>
                    <a:pt x="54885" y="113247"/>
                  </a:cubicBezTo>
                  <a:cubicBezTo>
                    <a:pt x="37633" y="97925"/>
                    <a:pt x="33159" y="71113"/>
                    <a:pt x="33159" y="70474"/>
                  </a:cubicBezTo>
                  <a:cubicBezTo>
                    <a:pt x="32520" y="67921"/>
                    <a:pt x="30604" y="66005"/>
                    <a:pt x="28048" y="65367"/>
                  </a:cubicBezTo>
                  <a:cubicBezTo>
                    <a:pt x="25491" y="64729"/>
                    <a:pt x="22935" y="66005"/>
                    <a:pt x="21019" y="67921"/>
                  </a:cubicBezTo>
                  <a:cubicBezTo>
                    <a:pt x="12712" y="80689"/>
                    <a:pt x="-14126" y="118993"/>
                    <a:pt x="9517" y="164957"/>
                  </a:cubicBezTo>
                  <a:cubicBezTo>
                    <a:pt x="32520" y="210284"/>
                    <a:pt x="70221" y="223690"/>
                    <a:pt x="89391" y="224328"/>
                  </a:cubicBezTo>
                  <a:cubicBezTo>
                    <a:pt x="90669" y="224328"/>
                    <a:pt x="91308" y="224328"/>
                    <a:pt x="92586" y="224328"/>
                  </a:cubicBezTo>
                  <a:cubicBezTo>
                    <a:pt x="108561" y="224328"/>
                    <a:pt x="136677" y="219859"/>
                    <a:pt x="163514" y="194962"/>
                  </a:cubicBezTo>
                  <a:cubicBezTo>
                    <a:pt x="189713" y="170064"/>
                    <a:pt x="196742" y="118993"/>
                    <a:pt x="183323" y="96649"/>
                  </a:cubicBezTo>
                  <a:cubicBezTo>
                    <a:pt x="174377" y="78773"/>
                    <a:pt x="172460" y="54514"/>
                    <a:pt x="172460" y="53876"/>
                  </a:cubicBezTo>
                  <a:close/>
                  <a:moveTo>
                    <a:pt x="155846" y="186663"/>
                  </a:moveTo>
                  <a:cubicBezTo>
                    <a:pt x="130287" y="210284"/>
                    <a:pt x="104088" y="213475"/>
                    <a:pt x="90669" y="212837"/>
                  </a:cubicBezTo>
                  <a:cubicBezTo>
                    <a:pt x="74694" y="212199"/>
                    <a:pt x="42105" y="200708"/>
                    <a:pt x="21658" y="160488"/>
                  </a:cubicBezTo>
                  <a:cubicBezTo>
                    <a:pt x="6961" y="131122"/>
                    <a:pt x="15907" y="104948"/>
                    <a:pt x="24853" y="88988"/>
                  </a:cubicBezTo>
                  <a:cubicBezTo>
                    <a:pt x="29964" y="103671"/>
                    <a:pt x="40189" y="124100"/>
                    <a:pt x="60636" y="133037"/>
                  </a:cubicBezTo>
                  <a:cubicBezTo>
                    <a:pt x="62553" y="133676"/>
                    <a:pt x="65109" y="133676"/>
                    <a:pt x="67026" y="131761"/>
                  </a:cubicBezTo>
                  <a:cubicBezTo>
                    <a:pt x="68943" y="129845"/>
                    <a:pt x="69582" y="127930"/>
                    <a:pt x="68943" y="125377"/>
                  </a:cubicBezTo>
                  <a:cubicBezTo>
                    <a:pt x="68943" y="125377"/>
                    <a:pt x="64470" y="102394"/>
                    <a:pt x="67665" y="76858"/>
                  </a:cubicBezTo>
                  <a:cubicBezTo>
                    <a:pt x="72138" y="48130"/>
                    <a:pt x="84918" y="28340"/>
                    <a:pt x="105366" y="16849"/>
                  </a:cubicBezTo>
                  <a:cubicBezTo>
                    <a:pt x="104088" y="38554"/>
                    <a:pt x="104727" y="85796"/>
                    <a:pt x="134120" y="118354"/>
                  </a:cubicBezTo>
                  <a:cubicBezTo>
                    <a:pt x="136038" y="120269"/>
                    <a:pt x="138593" y="120908"/>
                    <a:pt x="140510" y="120269"/>
                  </a:cubicBezTo>
                  <a:cubicBezTo>
                    <a:pt x="143066" y="119631"/>
                    <a:pt x="144344" y="117716"/>
                    <a:pt x="144983" y="115162"/>
                  </a:cubicBezTo>
                  <a:cubicBezTo>
                    <a:pt x="144983" y="114524"/>
                    <a:pt x="149456" y="88988"/>
                    <a:pt x="160319" y="70474"/>
                  </a:cubicBezTo>
                  <a:cubicBezTo>
                    <a:pt x="162236" y="80050"/>
                    <a:pt x="166070" y="92818"/>
                    <a:pt x="172460" y="103671"/>
                  </a:cubicBezTo>
                  <a:cubicBezTo>
                    <a:pt x="183962" y="122185"/>
                    <a:pt x="177572" y="166872"/>
                    <a:pt x="155846" y="186663"/>
                  </a:cubicBezTo>
                  <a:close/>
                </a:path>
              </a:pathLst>
            </a:custGeom>
            <a:solidFill>
              <a:srgbClr val="00ABAB"/>
            </a:solidFill>
            <a:ln w="6390" cap="flat">
              <a:noFill/>
              <a:prstDash val="solid"/>
              <a:miter/>
            </a:ln>
          </p:spPr>
          <p:txBody>
            <a:bodyPr rtlCol="0" anchor="ctr"/>
            <a:lstStyle/>
            <a:p>
              <a:endParaRPr lang="en-US"/>
            </a:p>
          </p:txBody>
        </p:sp>
      </p:grpSp>
      <p:grpSp>
        <p:nvGrpSpPr>
          <p:cNvPr id="901" name="Graphic 4">
            <a:extLst>
              <a:ext uri="{FF2B5EF4-FFF2-40B4-BE49-F238E27FC236}">
                <a16:creationId xmlns:a16="http://schemas.microsoft.com/office/drawing/2014/main" id="{4A1ACEEA-E952-024C-BCDF-1AE92C703F90}"/>
              </a:ext>
            </a:extLst>
          </p:cNvPr>
          <p:cNvGrpSpPr/>
          <p:nvPr/>
        </p:nvGrpSpPr>
        <p:grpSpPr>
          <a:xfrm>
            <a:off x="10324860" y="1402085"/>
            <a:ext cx="361674" cy="361333"/>
            <a:chOff x="10324860" y="1402085"/>
            <a:chExt cx="361674" cy="361333"/>
          </a:xfrm>
          <a:solidFill>
            <a:srgbClr val="00ABAB"/>
          </a:solidFill>
        </p:grpSpPr>
        <p:sp>
          <p:nvSpPr>
            <p:cNvPr id="902" name="Graphic 4">
              <a:extLst>
                <a:ext uri="{FF2B5EF4-FFF2-40B4-BE49-F238E27FC236}">
                  <a16:creationId xmlns:a16="http://schemas.microsoft.com/office/drawing/2014/main" id="{E4515018-968B-7249-84BF-6EFFBF79CE88}"/>
                </a:ext>
              </a:extLst>
            </p:cNvPr>
            <p:cNvSpPr/>
            <p:nvPr/>
          </p:nvSpPr>
          <p:spPr>
            <a:xfrm>
              <a:off x="10324860" y="1402085"/>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49846 w 361674"/>
                <a:gd name="connsiteY5" fmla="*/ 264297 h 361333"/>
                <a:gd name="connsiteX6" fmla="*/ 178918 w 361674"/>
                <a:gd name="connsiteY6" fmla="*/ 293663 h 361333"/>
                <a:gd name="connsiteX7" fmla="*/ 175723 w 361674"/>
                <a:gd name="connsiteY7" fmla="*/ 293663 h 361333"/>
                <a:gd name="connsiteX8" fmla="*/ 95849 w 361674"/>
                <a:gd name="connsiteY8" fmla="*/ 234292 h 361333"/>
                <a:gd name="connsiteX9" fmla="*/ 107350 w 361674"/>
                <a:gd name="connsiteY9" fmla="*/ 137256 h 361333"/>
                <a:gd name="connsiteX10" fmla="*/ 114379 w 361674"/>
                <a:gd name="connsiteY10" fmla="*/ 134702 h 361333"/>
                <a:gd name="connsiteX11" fmla="*/ 119492 w 361674"/>
                <a:gd name="connsiteY11" fmla="*/ 139809 h 361333"/>
                <a:gd name="connsiteX12" fmla="*/ 141217 w 361674"/>
                <a:gd name="connsiteY12" fmla="*/ 182582 h 361333"/>
                <a:gd name="connsiteX13" fmla="*/ 198088 w 361674"/>
                <a:gd name="connsiteY13" fmla="*/ 69585 h 361333"/>
                <a:gd name="connsiteX14" fmla="*/ 204478 w 361674"/>
                <a:gd name="connsiteY14" fmla="*/ 70862 h 361333"/>
                <a:gd name="connsiteX15" fmla="*/ 207033 w 361674"/>
                <a:gd name="connsiteY15" fmla="*/ 76608 h 361333"/>
                <a:gd name="connsiteX16" fmla="*/ 223648 w 361674"/>
                <a:gd name="connsiteY16" fmla="*/ 168537 h 361333"/>
                <a:gd name="connsiteX17" fmla="*/ 247929 w 361674"/>
                <a:gd name="connsiteY17" fmla="*/ 118742 h 361333"/>
                <a:gd name="connsiteX18" fmla="*/ 254958 w 361674"/>
                <a:gd name="connsiteY18" fmla="*/ 117465 h 361333"/>
                <a:gd name="connsiteX19" fmla="*/ 258792 w 361674"/>
                <a:gd name="connsiteY19" fmla="*/ 123211 h 361333"/>
                <a:gd name="connsiteX20" fmla="*/ 271572 w 361674"/>
                <a:gd name="connsiteY20" fmla="*/ 166622 h 361333"/>
                <a:gd name="connsiteX21" fmla="*/ 249846 w 361674"/>
                <a:gd name="connsiteY21" fmla="*/ 26429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1674"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09" y="81077"/>
                    <a:pt x="281157" y="0"/>
                    <a:pt x="180835" y="0"/>
                  </a:cubicBezTo>
                  <a:close/>
                  <a:moveTo>
                    <a:pt x="249846" y="264297"/>
                  </a:moveTo>
                  <a:cubicBezTo>
                    <a:pt x="223008" y="289194"/>
                    <a:pt x="195532" y="293663"/>
                    <a:pt x="178918" y="293663"/>
                  </a:cubicBezTo>
                  <a:cubicBezTo>
                    <a:pt x="177640" y="293663"/>
                    <a:pt x="176362" y="293663"/>
                    <a:pt x="175723" y="293663"/>
                  </a:cubicBezTo>
                  <a:cubicBezTo>
                    <a:pt x="157192" y="293025"/>
                    <a:pt x="118853" y="279618"/>
                    <a:pt x="95849" y="234292"/>
                  </a:cubicBezTo>
                  <a:cubicBezTo>
                    <a:pt x="72845" y="188327"/>
                    <a:pt x="99044" y="149385"/>
                    <a:pt x="107350" y="137256"/>
                  </a:cubicBezTo>
                  <a:cubicBezTo>
                    <a:pt x="108629" y="135340"/>
                    <a:pt x="111824" y="134064"/>
                    <a:pt x="114379" y="134702"/>
                  </a:cubicBezTo>
                  <a:cubicBezTo>
                    <a:pt x="116935" y="135340"/>
                    <a:pt x="118853" y="137256"/>
                    <a:pt x="119492" y="139809"/>
                  </a:cubicBezTo>
                  <a:cubicBezTo>
                    <a:pt x="119492" y="140448"/>
                    <a:pt x="123964" y="167260"/>
                    <a:pt x="141217" y="182582"/>
                  </a:cubicBezTo>
                  <a:cubicBezTo>
                    <a:pt x="138661" y="154492"/>
                    <a:pt x="139939" y="90653"/>
                    <a:pt x="198088" y="69585"/>
                  </a:cubicBezTo>
                  <a:cubicBezTo>
                    <a:pt x="200005" y="68947"/>
                    <a:pt x="202561" y="68947"/>
                    <a:pt x="204478" y="70862"/>
                  </a:cubicBezTo>
                  <a:cubicBezTo>
                    <a:pt x="206395" y="72139"/>
                    <a:pt x="207033" y="74693"/>
                    <a:pt x="207033" y="76608"/>
                  </a:cubicBezTo>
                  <a:cubicBezTo>
                    <a:pt x="207033" y="77246"/>
                    <a:pt x="199366" y="130233"/>
                    <a:pt x="223648" y="168537"/>
                  </a:cubicBezTo>
                  <a:cubicBezTo>
                    <a:pt x="227482" y="153854"/>
                    <a:pt x="235149" y="131510"/>
                    <a:pt x="247929" y="118742"/>
                  </a:cubicBezTo>
                  <a:cubicBezTo>
                    <a:pt x="249846" y="116827"/>
                    <a:pt x="252403" y="116188"/>
                    <a:pt x="254958" y="117465"/>
                  </a:cubicBezTo>
                  <a:cubicBezTo>
                    <a:pt x="257514" y="118104"/>
                    <a:pt x="258792" y="120657"/>
                    <a:pt x="258792" y="123211"/>
                  </a:cubicBezTo>
                  <a:cubicBezTo>
                    <a:pt x="258792" y="123211"/>
                    <a:pt x="260709" y="148108"/>
                    <a:pt x="271572" y="166622"/>
                  </a:cubicBezTo>
                  <a:cubicBezTo>
                    <a:pt x="282435" y="188327"/>
                    <a:pt x="276045" y="239399"/>
                    <a:pt x="249846" y="264297"/>
                  </a:cubicBezTo>
                  <a:close/>
                </a:path>
              </a:pathLst>
            </a:custGeom>
            <a:solidFill>
              <a:srgbClr val="00ABAB"/>
            </a:solidFill>
            <a:ln w="6390" cap="flat">
              <a:noFill/>
              <a:prstDash val="solid"/>
              <a:miter/>
            </a:ln>
          </p:spPr>
          <p:txBody>
            <a:bodyPr rtlCol="0" anchor="ctr"/>
            <a:lstStyle/>
            <a:p>
              <a:endParaRPr lang="en-US"/>
            </a:p>
          </p:txBody>
        </p:sp>
        <p:sp>
          <p:nvSpPr>
            <p:cNvPr id="903" name="Graphic 4">
              <a:extLst>
                <a:ext uri="{FF2B5EF4-FFF2-40B4-BE49-F238E27FC236}">
                  <a16:creationId xmlns:a16="http://schemas.microsoft.com/office/drawing/2014/main" id="{398BFBB6-F68C-6344-BD28-485FF4BC972F}"/>
                </a:ext>
              </a:extLst>
            </p:cNvPr>
            <p:cNvSpPr/>
            <p:nvPr/>
          </p:nvSpPr>
          <p:spPr>
            <a:xfrm>
              <a:off x="10425039" y="1486992"/>
              <a:ext cx="164521" cy="196070"/>
            </a:xfrm>
            <a:custGeom>
              <a:avLst/>
              <a:gdLst>
                <a:gd name="connsiteX0" fmla="*/ 146472 w 164521"/>
                <a:gd name="connsiteY0" fmla="*/ 53625 h 196070"/>
                <a:gd name="connsiteX1" fmla="*/ 131136 w 164521"/>
                <a:gd name="connsiteY1" fmla="*/ 98313 h 196070"/>
                <a:gd name="connsiteX2" fmla="*/ 126664 w 164521"/>
                <a:gd name="connsiteY2" fmla="*/ 103420 h 196070"/>
                <a:gd name="connsiteX3" fmla="*/ 120274 w 164521"/>
                <a:gd name="connsiteY3" fmla="*/ 101505 h 196070"/>
                <a:gd name="connsiteX4" fmla="*/ 91519 w 164521"/>
                <a:gd name="connsiteY4" fmla="*/ 0 h 196070"/>
                <a:gd name="connsiteX5" fmla="*/ 53818 w 164521"/>
                <a:gd name="connsiteY5" fmla="*/ 60009 h 196070"/>
                <a:gd name="connsiteX6" fmla="*/ 55096 w 164521"/>
                <a:gd name="connsiteY6" fmla="*/ 108528 h 196070"/>
                <a:gd name="connsiteX7" fmla="*/ 53180 w 164521"/>
                <a:gd name="connsiteY7" fmla="*/ 114912 h 196070"/>
                <a:gd name="connsiteX8" fmla="*/ 46790 w 164521"/>
                <a:gd name="connsiteY8" fmla="*/ 116188 h 196070"/>
                <a:gd name="connsiteX9" fmla="*/ 11005 w 164521"/>
                <a:gd name="connsiteY9" fmla="*/ 72139 h 196070"/>
                <a:gd name="connsiteX10" fmla="*/ 7810 w 164521"/>
                <a:gd name="connsiteY10" fmla="*/ 143640 h 196070"/>
                <a:gd name="connsiteX11" fmla="*/ 76822 w 164521"/>
                <a:gd name="connsiteY11" fmla="*/ 195988 h 196070"/>
                <a:gd name="connsiteX12" fmla="*/ 141999 w 164521"/>
                <a:gd name="connsiteY12" fmla="*/ 169814 h 196070"/>
                <a:gd name="connsiteX13" fmla="*/ 159891 w 164521"/>
                <a:gd name="connsiteY13" fmla="*/ 86822 h 196070"/>
                <a:gd name="connsiteX14" fmla="*/ 146472 w 164521"/>
                <a:gd name="connsiteY14" fmla="*/ 53625 h 196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4521" h="196070">
                  <a:moveTo>
                    <a:pt x="146472" y="53625"/>
                  </a:moveTo>
                  <a:cubicBezTo>
                    <a:pt x="136249" y="72139"/>
                    <a:pt x="131136" y="98313"/>
                    <a:pt x="131136" y="98313"/>
                  </a:cubicBezTo>
                  <a:cubicBezTo>
                    <a:pt x="130498" y="100867"/>
                    <a:pt x="129219" y="102782"/>
                    <a:pt x="126664" y="103420"/>
                  </a:cubicBezTo>
                  <a:cubicBezTo>
                    <a:pt x="124108" y="104059"/>
                    <a:pt x="121552" y="103420"/>
                    <a:pt x="120274" y="101505"/>
                  </a:cubicBezTo>
                  <a:cubicBezTo>
                    <a:pt x="90880" y="68947"/>
                    <a:pt x="90241" y="21706"/>
                    <a:pt x="91519" y="0"/>
                  </a:cubicBezTo>
                  <a:cubicBezTo>
                    <a:pt x="70432" y="10853"/>
                    <a:pt x="57652" y="31281"/>
                    <a:pt x="53818" y="60009"/>
                  </a:cubicBezTo>
                  <a:cubicBezTo>
                    <a:pt x="49985" y="85545"/>
                    <a:pt x="54457" y="107889"/>
                    <a:pt x="55096" y="108528"/>
                  </a:cubicBezTo>
                  <a:cubicBezTo>
                    <a:pt x="55735" y="111081"/>
                    <a:pt x="54457" y="112996"/>
                    <a:pt x="53180" y="114912"/>
                  </a:cubicBezTo>
                  <a:cubicBezTo>
                    <a:pt x="51901" y="116827"/>
                    <a:pt x="48706" y="116827"/>
                    <a:pt x="46790" y="116188"/>
                  </a:cubicBezTo>
                  <a:cubicBezTo>
                    <a:pt x="25702" y="107251"/>
                    <a:pt x="15479" y="86822"/>
                    <a:pt x="11005" y="72139"/>
                  </a:cubicBezTo>
                  <a:cubicBezTo>
                    <a:pt x="2060" y="88099"/>
                    <a:pt x="-6886" y="114273"/>
                    <a:pt x="7810" y="143640"/>
                  </a:cubicBezTo>
                  <a:cubicBezTo>
                    <a:pt x="28259" y="183859"/>
                    <a:pt x="60847" y="195350"/>
                    <a:pt x="76822" y="195988"/>
                  </a:cubicBezTo>
                  <a:cubicBezTo>
                    <a:pt x="90241" y="196627"/>
                    <a:pt x="116439" y="194073"/>
                    <a:pt x="141999" y="169814"/>
                  </a:cubicBezTo>
                  <a:cubicBezTo>
                    <a:pt x="163086" y="150024"/>
                    <a:pt x="170115" y="105336"/>
                    <a:pt x="159891" y="86822"/>
                  </a:cubicBezTo>
                  <a:cubicBezTo>
                    <a:pt x="152224" y="75969"/>
                    <a:pt x="148389" y="63201"/>
                    <a:pt x="146472" y="53625"/>
                  </a:cubicBezTo>
                  <a:close/>
                </a:path>
              </a:pathLst>
            </a:custGeom>
            <a:solidFill>
              <a:srgbClr val="00ABAB"/>
            </a:solidFill>
            <a:ln w="6390" cap="flat">
              <a:noFill/>
              <a:prstDash val="solid"/>
              <a:miter/>
            </a:ln>
          </p:spPr>
          <p:txBody>
            <a:bodyPr rtlCol="0" anchor="ctr"/>
            <a:lstStyle/>
            <a:p>
              <a:endParaRPr lang="en-US"/>
            </a:p>
          </p:txBody>
        </p:sp>
      </p:grpSp>
      <p:grpSp>
        <p:nvGrpSpPr>
          <p:cNvPr id="904" name="Graphic 4">
            <a:extLst>
              <a:ext uri="{FF2B5EF4-FFF2-40B4-BE49-F238E27FC236}">
                <a16:creationId xmlns:a16="http://schemas.microsoft.com/office/drawing/2014/main" id="{C4251158-B4B6-9E4D-AEB2-D8D06BC87CA6}"/>
              </a:ext>
            </a:extLst>
          </p:cNvPr>
          <p:cNvGrpSpPr/>
          <p:nvPr/>
        </p:nvGrpSpPr>
        <p:grpSpPr>
          <a:xfrm>
            <a:off x="9887149" y="3339623"/>
            <a:ext cx="361670" cy="361333"/>
            <a:chOff x="9887149" y="3339623"/>
            <a:chExt cx="361670" cy="361333"/>
          </a:xfrm>
          <a:solidFill>
            <a:srgbClr val="00ABAB"/>
          </a:solidFill>
        </p:grpSpPr>
        <p:sp>
          <p:nvSpPr>
            <p:cNvPr id="905" name="Graphic 4">
              <a:extLst>
                <a:ext uri="{FF2B5EF4-FFF2-40B4-BE49-F238E27FC236}">
                  <a16:creationId xmlns:a16="http://schemas.microsoft.com/office/drawing/2014/main" id="{3D509492-0FC7-BB4C-AEC1-91A73FEC3366}"/>
                </a:ext>
              </a:extLst>
            </p:cNvPr>
            <p:cNvSpPr/>
            <p:nvPr/>
          </p:nvSpPr>
          <p:spPr>
            <a:xfrm>
              <a:off x="9887149"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3489" y="349204"/>
                    <a:pt x="180835" y="349204"/>
                  </a:cubicBezTo>
                  <a:close/>
                </a:path>
              </a:pathLst>
            </a:custGeom>
            <a:solidFill>
              <a:srgbClr val="00ABAB"/>
            </a:solidFill>
            <a:ln w="6390" cap="flat">
              <a:noFill/>
              <a:prstDash val="solid"/>
              <a:miter/>
            </a:ln>
          </p:spPr>
          <p:txBody>
            <a:bodyPr rtlCol="0" anchor="ctr"/>
            <a:lstStyle/>
            <a:p>
              <a:endParaRPr lang="en-US"/>
            </a:p>
          </p:txBody>
        </p:sp>
        <p:sp>
          <p:nvSpPr>
            <p:cNvPr id="906" name="Graphic 4">
              <a:extLst>
                <a:ext uri="{FF2B5EF4-FFF2-40B4-BE49-F238E27FC236}">
                  <a16:creationId xmlns:a16="http://schemas.microsoft.com/office/drawing/2014/main" id="{E69F2FD3-C280-1047-850B-D4B52201C2C7}"/>
                </a:ext>
              </a:extLst>
            </p:cNvPr>
            <p:cNvSpPr/>
            <p:nvPr/>
          </p:nvSpPr>
          <p:spPr>
            <a:xfrm>
              <a:off x="10092905" y="3561148"/>
              <a:ext cx="56870" cy="12767"/>
            </a:xfrm>
            <a:custGeom>
              <a:avLst/>
              <a:gdLst>
                <a:gd name="connsiteX0" fmla="*/ 50481 w 56870"/>
                <a:gd name="connsiteY0" fmla="*/ 0 h 12767"/>
                <a:gd name="connsiteX1" fmla="*/ 6390 w 56870"/>
                <a:gd name="connsiteY1" fmla="*/ 0 h 12767"/>
                <a:gd name="connsiteX2" fmla="*/ 0 w 56870"/>
                <a:gd name="connsiteY2" fmla="*/ 6384 h 12767"/>
                <a:gd name="connsiteX3" fmla="*/ 6390 w 56870"/>
                <a:gd name="connsiteY3" fmla="*/ 12768 h 12767"/>
                <a:gd name="connsiteX4" fmla="*/ 50481 w 56870"/>
                <a:gd name="connsiteY4" fmla="*/ 12768 h 12767"/>
                <a:gd name="connsiteX5" fmla="*/ 56871 w 56870"/>
                <a:gd name="connsiteY5" fmla="*/ 6384 h 12767"/>
                <a:gd name="connsiteX6" fmla="*/ 50481 w 56870"/>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870" h="12767">
                  <a:moveTo>
                    <a:pt x="50481" y="0"/>
                  </a:moveTo>
                  <a:lnTo>
                    <a:pt x="6390" y="0"/>
                  </a:lnTo>
                  <a:cubicBezTo>
                    <a:pt x="2556" y="0"/>
                    <a:pt x="0" y="2553"/>
                    <a:pt x="0" y="6384"/>
                  </a:cubicBezTo>
                  <a:cubicBezTo>
                    <a:pt x="0" y="10214"/>
                    <a:pt x="2556" y="12768"/>
                    <a:pt x="6390" y="12768"/>
                  </a:cubicBezTo>
                  <a:lnTo>
                    <a:pt x="50481" y="12768"/>
                  </a:lnTo>
                  <a:cubicBezTo>
                    <a:pt x="54314" y="12768"/>
                    <a:pt x="56871" y="10214"/>
                    <a:pt x="56871" y="6384"/>
                  </a:cubicBezTo>
                  <a:cubicBezTo>
                    <a:pt x="56871" y="2553"/>
                    <a:pt x="54314" y="0"/>
                    <a:pt x="50481" y="0"/>
                  </a:cubicBezTo>
                  <a:close/>
                </a:path>
              </a:pathLst>
            </a:custGeom>
            <a:solidFill>
              <a:srgbClr val="00ABAB"/>
            </a:solidFill>
            <a:ln w="6390" cap="flat">
              <a:noFill/>
              <a:prstDash val="solid"/>
              <a:miter/>
            </a:ln>
          </p:spPr>
          <p:txBody>
            <a:bodyPr rtlCol="0" anchor="ctr"/>
            <a:lstStyle/>
            <a:p>
              <a:endParaRPr lang="en-US"/>
            </a:p>
          </p:txBody>
        </p:sp>
        <p:sp>
          <p:nvSpPr>
            <p:cNvPr id="907" name="Graphic 4">
              <a:extLst>
                <a:ext uri="{FF2B5EF4-FFF2-40B4-BE49-F238E27FC236}">
                  <a16:creationId xmlns:a16="http://schemas.microsoft.com/office/drawing/2014/main" id="{FCFC97B8-3E16-F94E-9B64-FF01D5AFED72}"/>
                </a:ext>
              </a:extLst>
            </p:cNvPr>
            <p:cNvSpPr/>
            <p:nvPr/>
          </p:nvSpPr>
          <p:spPr>
            <a:xfrm>
              <a:off x="10092905" y="3534973"/>
              <a:ext cx="56870" cy="12767"/>
            </a:xfrm>
            <a:custGeom>
              <a:avLst/>
              <a:gdLst>
                <a:gd name="connsiteX0" fmla="*/ 50481 w 56870"/>
                <a:gd name="connsiteY0" fmla="*/ 0 h 12767"/>
                <a:gd name="connsiteX1" fmla="*/ 6390 w 56870"/>
                <a:gd name="connsiteY1" fmla="*/ 0 h 12767"/>
                <a:gd name="connsiteX2" fmla="*/ 0 w 56870"/>
                <a:gd name="connsiteY2" fmla="*/ 6384 h 12767"/>
                <a:gd name="connsiteX3" fmla="*/ 6390 w 56870"/>
                <a:gd name="connsiteY3" fmla="*/ 12768 h 12767"/>
                <a:gd name="connsiteX4" fmla="*/ 50481 w 56870"/>
                <a:gd name="connsiteY4" fmla="*/ 12768 h 12767"/>
                <a:gd name="connsiteX5" fmla="*/ 56871 w 56870"/>
                <a:gd name="connsiteY5" fmla="*/ 6384 h 12767"/>
                <a:gd name="connsiteX6" fmla="*/ 50481 w 56870"/>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870" h="12767">
                  <a:moveTo>
                    <a:pt x="50481" y="0"/>
                  </a:moveTo>
                  <a:lnTo>
                    <a:pt x="6390" y="0"/>
                  </a:lnTo>
                  <a:cubicBezTo>
                    <a:pt x="2556" y="0"/>
                    <a:pt x="0" y="2554"/>
                    <a:pt x="0" y="6384"/>
                  </a:cubicBezTo>
                  <a:cubicBezTo>
                    <a:pt x="0" y="10215"/>
                    <a:pt x="2556" y="12768"/>
                    <a:pt x="6390" y="12768"/>
                  </a:cubicBezTo>
                  <a:lnTo>
                    <a:pt x="50481" y="12768"/>
                  </a:lnTo>
                  <a:cubicBezTo>
                    <a:pt x="54314" y="12768"/>
                    <a:pt x="56871" y="10215"/>
                    <a:pt x="56871" y="6384"/>
                  </a:cubicBezTo>
                  <a:cubicBezTo>
                    <a:pt x="56871" y="2554"/>
                    <a:pt x="54314" y="0"/>
                    <a:pt x="50481" y="0"/>
                  </a:cubicBezTo>
                  <a:close/>
                </a:path>
              </a:pathLst>
            </a:custGeom>
            <a:solidFill>
              <a:srgbClr val="00ABAB"/>
            </a:solidFill>
            <a:ln w="6390" cap="flat">
              <a:noFill/>
              <a:prstDash val="solid"/>
              <a:miter/>
            </a:ln>
          </p:spPr>
          <p:txBody>
            <a:bodyPr rtlCol="0" anchor="ctr"/>
            <a:lstStyle/>
            <a:p>
              <a:endParaRPr lang="en-US"/>
            </a:p>
          </p:txBody>
        </p:sp>
        <p:sp>
          <p:nvSpPr>
            <p:cNvPr id="908" name="Graphic 4">
              <a:extLst>
                <a:ext uri="{FF2B5EF4-FFF2-40B4-BE49-F238E27FC236}">
                  <a16:creationId xmlns:a16="http://schemas.microsoft.com/office/drawing/2014/main" id="{D7FC2C4B-0CC9-2348-AEB9-AB9BEA837F53}"/>
                </a:ext>
              </a:extLst>
            </p:cNvPr>
            <p:cNvSpPr/>
            <p:nvPr/>
          </p:nvSpPr>
          <p:spPr>
            <a:xfrm>
              <a:off x="10092905" y="3508799"/>
              <a:ext cx="56870" cy="12767"/>
            </a:xfrm>
            <a:custGeom>
              <a:avLst/>
              <a:gdLst>
                <a:gd name="connsiteX0" fmla="*/ 50481 w 56870"/>
                <a:gd name="connsiteY0" fmla="*/ 0 h 12767"/>
                <a:gd name="connsiteX1" fmla="*/ 6390 w 56870"/>
                <a:gd name="connsiteY1" fmla="*/ 0 h 12767"/>
                <a:gd name="connsiteX2" fmla="*/ 0 w 56870"/>
                <a:gd name="connsiteY2" fmla="*/ 6384 h 12767"/>
                <a:gd name="connsiteX3" fmla="*/ 6390 w 56870"/>
                <a:gd name="connsiteY3" fmla="*/ 12768 h 12767"/>
                <a:gd name="connsiteX4" fmla="*/ 50481 w 56870"/>
                <a:gd name="connsiteY4" fmla="*/ 12768 h 12767"/>
                <a:gd name="connsiteX5" fmla="*/ 56871 w 56870"/>
                <a:gd name="connsiteY5" fmla="*/ 6384 h 12767"/>
                <a:gd name="connsiteX6" fmla="*/ 50481 w 56870"/>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870" h="12767">
                  <a:moveTo>
                    <a:pt x="50481" y="0"/>
                  </a:moveTo>
                  <a:lnTo>
                    <a:pt x="6390" y="0"/>
                  </a:lnTo>
                  <a:cubicBezTo>
                    <a:pt x="2556" y="0"/>
                    <a:pt x="0" y="2554"/>
                    <a:pt x="0" y="6384"/>
                  </a:cubicBezTo>
                  <a:cubicBezTo>
                    <a:pt x="0" y="10214"/>
                    <a:pt x="2556" y="12768"/>
                    <a:pt x="6390" y="12768"/>
                  </a:cubicBezTo>
                  <a:lnTo>
                    <a:pt x="50481" y="12768"/>
                  </a:lnTo>
                  <a:cubicBezTo>
                    <a:pt x="54314" y="12768"/>
                    <a:pt x="56871" y="10214"/>
                    <a:pt x="56871" y="6384"/>
                  </a:cubicBezTo>
                  <a:cubicBezTo>
                    <a:pt x="56871" y="2554"/>
                    <a:pt x="54314" y="0"/>
                    <a:pt x="50481" y="0"/>
                  </a:cubicBezTo>
                  <a:close/>
                </a:path>
              </a:pathLst>
            </a:custGeom>
            <a:solidFill>
              <a:srgbClr val="00ABAB"/>
            </a:solidFill>
            <a:ln w="6390" cap="flat">
              <a:noFill/>
              <a:prstDash val="solid"/>
              <a:miter/>
            </a:ln>
          </p:spPr>
          <p:txBody>
            <a:bodyPr rtlCol="0" anchor="ctr"/>
            <a:lstStyle/>
            <a:p>
              <a:endParaRPr lang="en-US"/>
            </a:p>
          </p:txBody>
        </p:sp>
        <p:sp>
          <p:nvSpPr>
            <p:cNvPr id="909" name="Graphic 4">
              <a:extLst>
                <a:ext uri="{FF2B5EF4-FFF2-40B4-BE49-F238E27FC236}">
                  <a16:creationId xmlns:a16="http://schemas.microsoft.com/office/drawing/2014/main" id="{10914311-93E2-484F-94E7-F3C9282C1B5E}"/>
                </a:ext>
              </a:extLst>
            </p:cNvPr>
            <p:cNvSpPr/>
            <p:nvPr/>
          </p:nvSpPr>
          <p:spPr>
            <a:xfrm>
              <a:off x="10014948" y="3506884"/>
              <a:ext cx="61982" cy="68946"/>
            </a:xfrm>
            <a:custGeom>
              <a:avLst/>
              <a:gdLst>
                <a:gd name="connsiteX0" fmla="*/ 51758 w 61982"/>
                <a:gd name="connsiteY0" fmla="*/ 0 h 68946"/>
                <a:gd name="connsiteX1" fmla="*/ 10224 w 61982"/>
                <a:gd name="connsiteY1" fmla="*/ 0 h 68946"/>
                <a:gd name="connsiteX2" fmla="*/ 0 w 61982"/>
                <a:gd name="connsiteY2" fmla="*/ 10214 h 68946"/>
                <a:gd name="connsiteX3" fmla="*/ 0 w 61982"/>
                <a:gd name="connsiteY3" fmla="*/ 58733 h 68946"/>
                <a:gd name="connsiteX4" fmla="*/ 10224 w 61982"/>
                <a:gd name="connsiteY4" fmla="*/ 68947 h 68946"/>
                <a:gd name="connsiteX5" fmla="*/ 51758 w 61982"/>
                <a:gd name="connsiteY5" fmla="*/ 68947 h 68946"/>
                <a:gd name="connsiteX6" fmla="*/ 61982 w 61982"/>
                <a:gd name="connsiteY6" fmla="*/ 58733 h 68946"/>
                <a:gd name="connsiteX7" fmla="*/ 61982 w 61982"/>
                <a:gd name="connsiteY7" fmla="*/ 10214 h 68946"/>
                <a:gd name="connsiteX8" fmla="*/ 51758 w 61982"/>
                <a:gd name="connsiteY8" fmla="*/ 0 h 68946"/>
                <a:gd name="connsiteX9" fmla="*/ 49202 w 61982"/>
                <a:gd name="connsiteY9" fmla="*/ 56817 h 68946"/>
                <a:gd name="connsiteX10" fmla="*/ 12140 w 61982"/>
                <a:gd name="connsiteY10" fmla="*/ 56817 h 68946"/>
                <a:gd name="connsiteX11" fmla="*/ 12140 w 61982"/>
                <a:gd name="connsiteY11" fmla="*/ 13406 h 68946"/>
                <a:gd name="connsiteX12" fmla="*/ 49202 w 61982"/>
                <a:gd name="connsiteY12" fmla="*/ 13406 h 68946"/>
                <a:gd name="connsiteX13" fmla="*/ 49202 w 61982"/>
                <a:gd name="connsiteY13" fmla="*/ 56817 h 68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982" h="68946">
                  <a:moveTo>
                    <a:pt x="51758" y="0"/>
                  </a:moveTo>
                  <a:lnTo>
                    <a:pt x="10224" y="0"/>
                  </a:lnTo>
                  <a:cubicBezTo>
                    <a:pt x="4473" y="0"/>
                    <a:pt x="0" y="4469"/>
                    <a:pt x="0" y="10214"/>
                  </a:cubicBezTo>
                  <a:lnTo>
                    <a:pt x="0" y="58733"/>
                  </a:lnTo>
                  <a:cubicBezTo>
                    <a:pt x="0" y="64478"/>
                    <a:pt x="4473" y="68947"/>
                    <a:pt x="10224" y="68947"/>
                  </a:cubicBezTo>
                  <a:lnTo>
                    <a:pt x="51758" y="68947"/>
                  </a:lnTo>
                  <a:cubicBezTo>
                    <a:pt x="57509" y="68947"/>
                    <a:pt x="61982" y="64478"/>
                    <a:pt x="61982" y="58733"/>
                  </a:cubicBezTo>
                  <a:lnTo>
                    <a:pt x="61982" y="10214"/>
                  </a:lnTo>
                  <a:cubicBezTo>
                    <a:pt x="61982" y="5107"/>
                    <a:pt x="57509" y="0"/>
                    <a:pt x="51758" y="0"/>
                  </a:cubicBezTo>
                  <a:close/>
                  <a:moveTo>
                    <a:pt x="49202" y="56817"/>
                  </a:moveTo>
                  <a:lnTo>
                    <a:pt x="12140" y="56817"/>
                  </a:lnTo>
                  <a:lnTo>
                    <a:pt x="12140" y="13406"/>
                  </a:lnTo>
                  <a:lnTo>
                    <a:pt x="49202" y="13406"/>
                  </a:lnTo>
                  <a:lnTo>
                    <a:pt x="49202" y="56817"/>
                  </a:lnTo>
                  <a:close/>
                </a:path>
              </a:pathLst>
            </a:custGeom>
            <a:solidFill>
              <a:srgbClr val="00ABAB"/>
            </a:solidFill>
            <a:ln w="6390" cap="flat">
              <a:noFill/>
              <a:prstDash val="solid"/>
              <a:miter/>
            </a:ln>
          </p:spPr>
          <p:txBody>
            <a:bodyPr rtlCol="0" anchor="ctr"/>
            <a:lstStyle/>
            <a:p>
              <a:endParaRPr lang="en-US"/>
            </a:p>
          </p:txBody>
        </p:sp>
        <p:sp>
          <p:nvSpPr>
            <p:cNvPr id="910" name="Graphic 4">
              <a:extLst>
                <a:ext uri="{FF2B5EF4-FFF2-40B4-BE49-F238E27FC236}">
                  <a16:creationId xmlns:a16="http://schemas.microsoft.com/office/drawing/2014/main" id="{312832E4-52DE-4043-8922-4C8885347A86}"/>
                </a:ext>
              </a:extLst>
            </p:cNvPr>
            <p:cNvSpPr/>
            <p:nvPr/>
          </p:nvSpPr>
          <p:spPr>
            <a:xfrm>
              <a:off x="10014309" y="3461557"/>
              <a:ext cx="31949" cy="37665"/>
            </a:xfrm>
            <a:custGeom>
              <a:avLst/>
              <a:gdLst>
                <a:gd name="connsiteX0" fmla="*/ 6390 w 31949"/>
                <a:gd name="connsiteY0" fmla="*/ 37666 h 37665"/>
                <a:gd name="connsiteX1" fmla="*/ 12780 w 31949"/>
                <a:gd name="connsiteY1" fmla="*/ 31282 h 37665"/>
                <a:gd name="connsiteX2" fmla="*/ 12780 w 31949"/>
                <a:gd name="connsiteY2" fmla="*/ 24898 h 37665"/>
                <a:gd name="connsiteX3" fmla="*/ 20448 w 31949"/>
                <a:gd name="connsiteY3" fmla="*/ 35112 h 37665"/>
                <a:gd name="connsiteX4" fmla="*/ 27477 w 31949"/>
                <a:gd name="connsiteY4" fmla="*/ 37027 h 37665"/>
                <a:gd name="connsiteX5" fmla="*/ 31950 w 31949"/>
                <a:gd name="connsiteY5" fmla="*/ 31282 h 37665"/>
                <a:gd name="connsiteX6" fmla="*/ 31950 w 31949"/>
                <a:gd name="connsiteY6" fmla="*/ 6384 h 37665"/>
                <a:gd name="connsiteX7" fmla="*/ 25560 w 31949"/>
                <a:gd name="connsiteY7" fmla="*/ 0 h 37665"/>
                <a:gd name="connsiteX8" fmla="*/ 19170 w 31949"/>
                <a:gd name="connsiteY8" fmla="*/ 6384 h 37665"/>
                <a:gd name="connsiteX9" fmla="*/ 19170 w 31949"/>
                <a:gd name="connsiteY9" fmla="*/ 12768 h 37665"/>
                <a:gd name="connsiteX10" fmla="*/ 11502 w 31949"/>
                <a:gd name="connsiteY10" fmla="*/ 2554 h 37665"/>
                <a:gd name="connsiteX11" fmla="*/ 4473 w 31949"/>
                <a:gd name="connsiteY11" fmla="*/ 639 h 37665"/>
                <a:gd name="connsiteX12" fmla="*/ 0 w 31949"/>
                <a:gd name="connsiteY12" fmla="*/ 6384 h 37665"/>
                <a:gd name="connsiteX13" fmla="*/ 0 w 31949"/>
                <a:gd name="connsiteY13" fmla="*/ 31282 h 37665"/>
                <a:gd name="connsiteX14" fmla="*/ 6390 w 31949"/>
                <a:gd name="connsiteY14" fmla="*/ 37666 h 3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949" h="37665">
                  <a:moveTo>
                    <a:pt x="6390" y="37666"/>
                  </a:moveTo>
                  <a:cubicBezTo>
                    <a:pt x="10225" y="37666"/>
                    <a:pt x="12780" y="35112"/>
                    <a:pt x="12780" y="31282"/>
                  </a:cubicBezTo>
                  <a:lnTo>
                    <a:pt x="12780" y="24898"/>
                  </a:lnTo>
                  <a:lnTo>
                    <a:pt x="20448" y="35112"/>
                  </a:lnTo>
                  <a:cubicBezTo>
                    <a:pt x="22365" y="37027"/>
                    <a:pt x="24921" y="38304"/>
                    <a:pt x="27477" y="37027"/>
                  </a:cubicBezTo>
                  <a:cubicBezTo>
                    <a:pt x="30033" y="36389"/>
                    <a:pt x="31950" y="33835"/>
                    <a:pt x="31950" y="31282"/>
                  </a:cubicBezTo>
                  <a:lnTo>
                    <a:pt x="31950" y="6384"/>
                  </a:lnTo>
                  <a:cubicBezTo>
                    <a:pt x="31950" y="2554"/>
                    <a:pt x="29394" y="0"/>
                    <a:pt x="25560" y="0"/>
                  </a:cubicBezTo>
                  <a:cubicBezTo>
                    <a:pt x="21726" y="0"/>
                    <a:pt x="19170" y="2554"/>
                    <a:pt x="19170" y="6384"/>
                  </a:cubicBezTo>
                  <a:lnTo>
                    <a:pt x="19170" y="12768"/>
                  </a:lnTo>
                  <a:lnTo>
                    <a:pt x="11502" y="2554"/>
                  </a:lnTo>
                  <a:cubicBezTo>
                    <a:pt x="9585" y="639"/>
                    <a:pt x="7030" y="-638"/>
                    <a:pt x="4473" y="639"/>
                  </a:cubicBezTo>
                  <a:cubicBezTo>
                    <a:pt x="1917" y="1277"/>
                    <a:pt x="0" y="3831"/>
                    <a:pt x="0" y="6384"/>
                  </a:cubicBezTo>
                  <a:lnTo>
                    <a:pt x="0" y="31282"/>
                  </a:lnTo>
                  <a:cubicBezTo>
                    <a:pt x="0" y="35112"/>
                    <a:pt x="3195" y="37666"/>
                    <a:pt x="6390" y="37666"/>
                  </a:cubicBezTo>
                  <a:close/>
                </a:path>
              </a:pathLst>
            </a:custGeom>
            <a:solidFill>
              <a:srgbClr val="00ABAB"/>
            </a:solidFill>
            <a:ln w="6390" cap="flat">
              <a:noFill/>
              <a:prstDash val="solid"/>
              <a:miter/>
            </a:ln>
          </p:spPr>
          <p:txBody>
            <a:bodyPr rtlCol="0" anchor="ctr"/>
            <a:lstStyle/>
            <a:p>
              <a:endParaRPr lang="en-US"/>
            </a:p>
          </p:txBody>
        </p:sp>
        <p:sp>
          <p:nvSpPr>
            <p:cNvPr id="911" name="Graphic 4">
              <a:extLst>
                <a:ext uri="{FF2B5EF4-FFF2-40B4-BE49-F238E27FC236}">
                  <a16:creationId xmlns:a16="http://schemas.microsoft.com/office/drawing/2014/main" id="{F56FC366-88B7-2D46-BD39-FD249EE29AE5}"/>
                </a:ext>
              </a:extLst>
            </p:cNvPr>
            <p:cNvSpPr/>
            <p:nvPr/>
          </p:nvSpPr>
          <p:spPr>
            <a:xfrm>
              <a:off x="10050093" y="3460281"/>
              <a:ext cx="104155" cy="40219"/>
            </a:xfrm>
            <a:custGeom>
              <a:avLst/>
              <a:gdLst>
                <a:gd name="connsiteX0" fmla="*/ 97766 w 104155"/>
                <a:gd name="connsiteY0" fmla="*/ 15960 h 40219"/>
                <a:gd name="connsiteX1" fmla="*/ 100961 w 104155"/>
                <a:gd name="connsiteY1" fmla="*/ 13406 h 40219"/>
                <a:gd name="connsiteX2" fmla="*/ 99044 w 104155"/>
                <a:gd name="connsiteY2" fmla="*/ 4468 h 40219"/>
                <a:gd name="connsiteX3" fmla="*/ 86264 w 104155"/>
                <a:gd name="connsiteY3" fmla="*/ 638 h 40219"/>
                <a:gd name="connsiteX4" fmla="*/ 73484 w 104155"/>
                <a:gd name="connsiteY4" fmla="*/ 6384 h 40219"/>
                <a:gd name="connsiteX5" fmla="*/ 72845 w 104155"/>
                <a:gd name="connsiteY5" fmla="*/ 7660 h 40219"/>
                <a:gd name="connsiteX6" fmla="*/ 68372 w 104155"/>
                <a:gd name="connsiteY6" fmla="*/ 1276 h 40219"/>
                <a:gd name="connsiteX7" fmla="*/ 60704 w 104155"/>
                <a:gd name="connsiteY7" fmla="*/ 5745 h 40219"/>
                <a:gd name="connsiteX8" fmla="*/ 58148 w 104155"/>
                <a:gd name="connsiteY8" fmla="*/ 14044 h 40219"/>
                <a:gd name="connsiteX9" fmla="*/ 54953 w 104155"/>
                <a:gd name="connsiteY9" fmla="*/ 5107 h 40219"/>
                <a:gd name="connsiteX10" fmla="*/ 49202 w 104155"/>
                <a:gd name="connsiteY10" fmla="*/ 638 h 40219"/>
                <a:gd name="connsiteX11" fmla="*/ 49202 w 104155"/>
                <a:gd name="connsiteY11" fmla="*/ 638 h 40219"/>
                <a:gd name="connsiteX12" fmla="*/ 43451 w 104155"/>
                <a:gd name="connsiteY12" fmla="*/ 5107 h 40219"/>
                <a:gd name="connsiteX13" fmla="*/ 40256 w 104155"/>
                <a:gd name="connsiteY13" fmla="*/ 14044 h 40219"/>
                <a:gd name="connsiteX14" fmla="*/ 38340 w 104155"/>
                <a:gd name="connsiteY14" fmla="*/ 5745 h 40219"/>
                <a:gd name="connsiteX15" fmla="*/ 30671 w 104155"/>
                <a:gd name="connsiteY15" fmla="*/ 1276 h 40219"/>
                <a:gd name="connsiteX16" fmla="*/ 27476 w 104155"/>
                <a:gd name="connsiteY16" fmla="*/ 3192 h 40219"/>
                <a:gd name="connsiteX17" fmla="*/ 22365 w 104155"/>
                <a:gd name="connsiteY17" fmla="*/ 0 h 40219"/>
                <a:gd name="connsiteX18" fmla="*/ 6390 w 104155"/>
                <a:gd name="connsiteY18" fmla="*/ 0 h 40219"/>
                <a:gd name="connsiteX19" fmla="*/ 0 w 104155"/>
                <a:gd name="connsiteY19" fmla="*/ 6384 h 40219"/>
                <a:gd name="connsiteX20" fmla="*/ 0 w 104155"/>
                <a:gd name="connsiteY20" fmla="*/ 7022 h 40219"/>
                <a:gd name="connsiteX21" fmla="*/ 0 w 104155"/>
                <a:gd name="connsiteY21" fmla="*/ 7660 h 40219"/>
                <a:gd name="connsiteX22" fmla="*/ 0 w 104155"/>
                <a:gd name="connsiteY22" fmla="*/ 31920 h 40219"/>
                <a:gd name="connsiteX23" fmla="*/ 0 w 104155"/>
                <a:gd name="connsiteY23" fmla="*/ 32558 h 40219"/>
                <a:gd name="connsiteX24" fmla="*/ 0 w 104155"/>
                <a:gd name="connsiteY24" fmla="*/ 33196 h 40219"/>
                <a:gd name="connsiteX25" fmla="*/ 6390 w 104155"/>
                <a:gd name="connsiteY25" fmla="*/ 39580 h 40219"/>
                <a:gd name="connsiteX26" fmla="*/ 22365 w 104155"/>
                <a:gd name="connsiteY26" fmla="*/ 39580 h 40219"/>
                <a:gd name="connsiteX27" fmla="*/ 28755 w 104155"/>
                <a:gd name="connsiteY27" fmla="*/ 33196 h 40219"/>
                <a:gd name="connsiteX28" fmla="*/ 22365 w 104155"/>
                <a:gd name="connsiteY28" fmla="*/ 26812 h 40219"/>
                <a:gd name="connsiteX29" fmla="*/ 12780 w 104155"/>
                <a:gd name="connsiteY29" fmla="*/ 26812 h 40219"/>
                <a:gd name="connsiteX30" fmla="*/ 12780 w 104155"/>
                <a:gd name="connsiteY30" fmla="*/ 26812 h 40219"/>
                <a:gd name="connsiteX31" fmla="*/ 21725 w 104155"/>
                <a:gd name="connsiteY31" fmla="*/ 26812 h 40219"/>
                <a:gd name="connsiteX32" fmla="*/ 28115 w 104155"/>
                <a:gd name="connsiteY32" fmla="*/ 20428 h 40219"/>
                <a:gd name="connsiteX33" fmla="*/ 21725 w 104155"/>
                <a:gd name="connsiteY33" fmla="*/ 14044 h 40219"/>
                <a:gd name="connsiteX34" fmla="*/ 12780 w 104155"/>
                <a:gd name="connsiteY34" fmla="*/ 14044 h 40219"/>
                <a:gd name="connsiteX35" fmla="*/ 12780 w 104155"/>
                <a:gd name="connsiteY35" fmla="*/ 14044 h 40219"/>
                <a:gd name="connsiteX36" fmla="*/ 22365 w 104155"/>
                <a:gd name="connsiteY36" fmla="*/ 14044 h 40219"/>
                <a:gd name="connsiteX37" fmla="*/ 26837 w 104155"/>
                <a:gd name="connsiteY37" fmla="*/ 12129 h 40219"/>
                <a:gd name="connsiteX38" fmla="*/ 32589 w 104155"/>
                <a:gd name="connsiteY38" fmla="*/ 33835 h 40219"/>
                <a:gd name="connsiteX39" fmla="*/ 34505 w 104155"/>
                <a:gd name="connsiteY39" fmla="*/ 37027 h 40219"/>
                <a:gd name="connsiteX40" fmla="*/ 45368 w 104155"/>
                <a:gd name="connsiteY40" fmla="*/ 37027 h 40219"/>
                <a:gd name="connsiteX41" fmla="*/ 47285 w 104155"/>
                <a:gd name="connsiteY41" fmla="*/ 34473 h 40219"/>
                <a:gd name="connsiteX42" fmla="*/ 49841 w 104155"/>
                <a:gd name="connsiteY42" fmla="*/ 27451 h 40219"/>
                <a:gd name="connsiteX43" fmla="*/ 52397 w 104155"/>
                <a:gd name="connsiteY43" fmla="*/ 34473 h 40219"/>
                <a:gd name="connsiteX44" fmla="*/ 54314 w 104155"/>
                <a:gd name="connsiteY44" fmla="*/ 37027 h 40219"/>
                <a:gd name="connsiteX45" fmla="*/ 60065 w 104155"/>
                <a:gd name="connsiteY45" fmla="*/ 38942 h 40219"/>
                <a:gd name="connsiteX46" fmla="*/ 65816 w 104155"/>
                <a:gd name="connsiteY46" fmla="*/ 36388 h 40219"/>
                <a:gd name="connsiteX47" fmla="*/ 67094 w 104155"/>
                <a:gd name="connsiteY47" fmla="*/ 33835 h 40219"/>
                <a:gd name="connsiteX48" fmla="*/ 72845 w 104155"/>
                <a:gd name="connsiteY48" fmla="*/ 13406 h 40219"/>
                <a:gd name="connsiteX49" fmla="*/ 72845 w 104155"/>
                <a:gd name="connsiteY49" fmla="*/ 16598 h 40219"/>
                <a:gd name="connsiteX50" fmla="*/ 77957 w 104155"/>
                <a:gd name="connsiteY50" fmla="*/ 24259 h 40219"/>
                <a:gd name="connsiteX51" fmla="*/ 73484 w 104155"/>
                <a:gd name="connsiteY51" fmla="*/ 26812 h 40219"/>
                <a:gd name="connsiteX52" fmla="*/ 74123 w 104155"/>
                <a:gd name="connsiteY52" fmla="*/ 35750 h 40219"/>
                <a:gd name="connsiteX53" fmla="*/ 88181 w 104155"/>
                <a:gd name="connsiteY53" fmla="*/ 40219 h 40219"/>
                <a:gd name="connsiteX54" fmla="*/ 89459 w 104155"/>
                <a:gd name="connsiteY54" fmla="*/ 40219 h 40219"/>
                <a:gd name="connsiteX55" fmla="*/ 100322 w 104155"/>
                <a:gd name="connsiteY55" fmla="*/ 35750 h 40219"/>
                <a:gd name="connsiteX56" fmla="*/ 104156 w 104155"/>
                <a:gd name="connsiteY56" fmla="*/ 28089 h 40219"/>
                <a:gd name="connsiteX57" fmla="*/ 102239 w 104155"/>
                <a:gd name="connsiteY57" fmla="*/ 20428 h 40219"/>
                <a:gd name="connsiteX58" fmla="*/ 97766 w 104155"/>
                <a:gd name="connsiteY58" fmla="*/ 15960 h 40219"/>
                <a:gd name="connsiteX59" fmla="*/ 88181 w 104155"/>
                <a:gd name="connsiteY59" fmla="*/ 26812 h 40219"/>
                <a:gd name="connsiteX60" fmla="*/ 83708 w 104155"/>
                <a:gd name="connsiteY60" fmla="*/ 26174 h 40219"/>
                <a:gd name="connsiteX61" fmla="*/ 89459 w 104155"/>
                <a:gd name="connsiteY61" fmla="*/ 26812 h 40219"/>
                <a:gd name="connsiteX62" fmla="*/ 88181 w 104155"/>
                <a:gd name="connsiteY62" fmla="*/ 26812 h 4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04155" h="40219">
                  <a:moveTo>
                    <a:pt x="97766" y="15960"/>
                  </a:moveTo>
                  <a:cubicBezTo>
                    <a:pt x="99044" y="15321"/>
                    <a:pt x="100322" y="14683"/>
                    <a:pt x="100961" y="13406"/>
                  </a:cubicBezTo>
                  <a:cubicBezTo>
                    <a:pt x="102878" y="10214"/>
                    <a:pt x="102239" y="6384"/>
                    <a:pt x="99044" y="4468"/>
                  </a:cubicBezTo>
                  <a:cubicBezTo>
                    <a:pt x="98404" y="3830"/>
                    <a:pt x="93293" y="638"/>
                    <a:pt x="86264" y="638"/>
                  </a:cubicBezTo>
                  <a:cubicBezTo>
                    <a:pt x="80513" y="638"/>
                    <a:pt x="76040" y="2553"/>
                    <a:pt x="73484" y="6384"/>
                  </a:cubicBezTo>
                  <a:cubicBezTo>
                    <a:pt x="73484" y="7022"/>
                    <a:pt x="72845" y="7660"/>
                    <a:pt x="72845" y="7660"/>
                  </a:cubicBezTo>
                  <a:cubicBezTo>
                    <a:pt x="72845" y="4468"/>
                    <a:pt x="71567" y="1915"/>
                    <a:pt x="68372" y="1276"/>
                  </a:cubicBezTo>
                  <a:cubicBezTo>
                    <a:pt x="65177" y="638"/>
                    <a:pt x="61343" y="2553"/>
                    <a:pt x="60704" y="5745"/>
                  </a:cubicBezTo>
                  <a:lnTo>
                    <a:pt x="58148" y="14044"/>
                  </a:lnTo>
                  <a:lnTo>
                    <a:pt x="54953" y="5107"/>
                  </a:lnTo>
                  <a:cubicBezTo>
                    <a:pt x="54314" y="2553"/>
                    <a:pt x="51758" y="638"/>
                    <a:pt x="49202" y="638"/>
                  </a:cubicBezTo>
                  <a:lnTo>
                    <a:pt x="49202" y="638"/>
                  </a:lnTo>
                  <a:cubicBezTo>
                    <a:pt x="46646" y="638"/>
                    <a:pt x="44090" y="2553"/>
                    <a:pt x="43451" y="5107"/>
                  </a:cubicBezTo>
                  <a:lnTo>
                    <a:pt x="40256" y="14044"/>
                  </a:lnTo>
                  <a:lnTo>
                    <a:pt x="38340" y="5745"/>
                  </a:lnTo>
                  <a:cubicBezTo>
                    <a:pt x="37700" y="2553"/>
                    <a:pt x="33866" y="0"/>
                    <a:pt x="30671" y="1276"/>
                  </a:cubicBezTo>
                  <a:cubicBezTo>
                    <a:pt x="29394" y="1915"/>
                    <a:pt x="28115" y="2553"/>
                    <a:pt x="27476" y="3192"/>
                  </a:cubicBezTo>
                  <a:cubicBezTo>
                    <a:pt x="26199" y="1276"/>
                    <a:pt x="24281" y="0"/>
                    <a:pt x="22365" y="0"/>
                  </a:cubicBezTo>
                  <a:lnTo>
                    <a:pt x="6390" y="0"/>
                  </a:lnTo>
                  <a:cubicBezTo>
                    <a:pt x="2555" y="0"/>
                    <a:pt x="0" y="2553"/>
                    <a:pt x="0" y="6384"/>
                  </a:cubicBezTo>
                  <a:cubicBezTo>
                    <a:pt x="0" y="6384"/>
                    <a:pt x="0" y="6384"/>
                    <a:pt x="0" y="7022"/>
                  </a:cubicBezTo>
                  <a:cubicBezTo>
                    <a:pt x="0" y="7022"/>
                    <a:pt x="0" y="7022"/>
                    <a:pt x="0" y="7660"/>
                  </a:cubicBezTo>
                  <a:lnTo>
                    <a:pt x="0" y="31920"/>
                  </a:lnTo>
                  <a:cubicBezTo>
                    <a:pt x="0" y="31920"/>
                    <a:pt x="0" y="31920"/>
                    <a:pt x="0" y="32558"/>
                  </a:cubicBezTo>
                  <a:cubicBezTo>
                    <a:pt x="0" y="32558"/>
                    <a:pt x="0" y="32558"/>
                    <a:pt x="0" y="33196"/>
                  </a:cubicBezTo>
                  <a:cubicBezTo>
                    <a:pt x="0" y="37027"/>
                    <a:pt x="2555" y="39580"/>
                    <a:pt x="6390" y="39580"/>
                  </a:cubicBezTo>
                  <a:lnTo>
                    <a:pt x="22365" y="39580"/>
                  </a:lnTo>
                  <a:cubicBezTo>
                    <a:pt x="26199" y="39580"/>
                    <a:pt x="28755" y="37027"/>
                    <a:pt x="28755" y="33196"/>
                  </a:cubicBezTo>
                  <a:cubicBezTo>
                    <a:pt x="28755" y="29366"/>
                    <a:pt x="26199" y="26812"/>
                    <a:pt x="22365" y="26812"/>
                  </a:cubicBezTo>
                  <a:lnTo>
                    <a:pt x="12780" y="26812"/>
                  </a:lnTo>
                  <a:lnTo>
                    <a:pt x="12780" y="26812"/>
                  </a:lnTo>
                  <a:lnTo>
                    <a:pt x="21725" y="26812"/>
                  </a:lnTo>
                  <a:cubicBezTo>
                    <a:pt x="25560" y="26812"/>
                    <a:pt x="28115" y="24259"/>
                    <a:pt x="28115" y="20428"/>
                  </a:cubicBezTo>
                  <a:cubicBezTo>
                    <a:pt x="28115" y="16598"/>
                    <a:pt x="25560" y="14044"/>
                    <a:pt x="21725" y="14044"/>
                  </a:cubicBezTo>
                  <a:lnTo>
                    <a:pt x="12780" y="14044"/>
                  </a:lnTo>
                  <a:lnTo>
                    <a:pt x="12780" y="14044"/>
                  </a:lnTo>
                  <a:lnTo>
                    <a:pt x="22365" y="14044"/>
                  </a:lnTo>
                  <a:cubicBezTo>
                    <a:pt x="24281" y="14044"/>
                    <a:pt x="25560" y="13406"/>
                    <a:pt x="26837" y="12129"/>
                  </a:cubicBezTo>
                  <a:lnTo>
                    <a:pt x="32589" y="33835"/>
                  </a:lnTo>
                  <a:cubicBezTo>
                    <a:pt x="33227" y="35112"/>
                    <a:pt x="33866" y="36388"/>
                    <a:pt x="34505" y="37027"/>
                  </a:cubicBezTo>
                  <a:cubicBezTo>
                    <a:pt x="37061" y="39580"/>
                    <a:pt x="42173" y="40219"/>
                    <a:pt x="45368" y="37027"/>
                  </a:cubicBezTo>
                  <a:cubicBezTo>
                    <a:pt x="46007" y="36388"/>
                    <a:pt x="46646" y="35112"/>
                    <a:pt x="47285" y="34473"/>
                  </a:cubicBezTo>
                  <a:lnTo>
                    <a:pt x="49841" y="27451"/>
                  </a:lnTo>
                  <a:lnTo>
                    <a:pt x="52397" y="34473"/>
                  </a:lnTo>
                  <a:cubicBezTo>
                    <a:pt x="53036" y="35750"/>
                    <a:pt x="53675" y="36388"/>
                    <a:pt x="54314" y="37027"/>
                  </a:cubicBezTo>
                  <a:cubicBezTo>
                    <a:pt x="55592" y="38304"/>
                    <a:pt x="58148" y="38942"/>
                    <a:pt x="60065" y="38942"/>
                  </a:cubicBezTo>
                  <a:cubicBezTo>
                    <a:pt x="61982" y="38942"/>
                    <a:pt x="64538" y="38304"/>
                    <a:pt x="65816" y="36388"/>
                  </a:cubicBezTo>
                  <a:cubicBezTo>
                    <a:pt x="66455" y="35750"/>
                    <a:pt x="67094" y="34473"/>
                    <a:pt x="67094" y="33835"/>
                  </a:cubicBezTo>
                  <a:lnTo>
                    <a:pt x="72845" y="13406"/>
                  </a:lnTo>
                  <a:cubicBezTo>
                    <a:pt x="72845" y="14683"/>
                    <a:pt x="72845" y="15321"/>
                    <a:pt x="72845" y="16598"/>
                  </a:cubicBezTo>
                  <a:cubicBezTo>
                    <a:pt x="73484" y="19790"/>
                    <a:pt x="75401" y="22344"/>
                    <a:pt x="77957" y="24259"/>
                  </a:cubicBezTo>
                  <a:cubicBezTo>
                    <a:pt x="76040" y="24259"/>
                    <a:pt x="74762" y="24897"/>
                    <a:pt x="73484" y="26812"/>
                  </a:cubicBezTo>
                  <a:cubicBezTo>
                    <a:pt x="70928" y="29366"/>
                    <a:pt x="71567" y="33835"/>
                    <a:pt x="74123" y="35750"/>
                  </a:cubicBezTo>
                  <a:cubicBezTo>
                    <a:pt x="77318" y="38942"/>
                    <a:pt x="83069" y="40219"/>
                    <a:pt x="88181" y="40219"/>
                  </a:cubicBezTo>
                  <a:cubicBezTo>
                    <a:pt x="88820" y="40219"/>
                    <a:pt x="88820" y="40219"/>
                    <a:pt x="89459" y="40219"/>
                  </a:cubicBezTo>
                  <a:cubicBezTo>
                    <a:pt x="93932" y="40219"/>
                    <a:pt x="97766" y="38304"/>
                    <a:pt x="100322" y="35750"/>
                  </a:cubicBezTo>
                  <a:cubicBezTo>
                    <a:pt x="101599" y="34473"/>
                    <a:pt x="103517" y="31920"/>
                    <a:pt x="104156" y="28089"/>
                  </a:cubicBezTo>
                  <a:cubicBezTo>
                    <a:pt x="104156" y="24897"/>
                    <a:pt x="103517" y="22982"/>
                    <a:pt x="102239" y="20428"/>
                  </a:cubicBezTo>
                  <a:cubicBezTo>
                    <a:pt x="100961" y="18513"/>
                    <a:pt x="99683" y="17236"/>
                    <a:pt x="97766" y="15960"/>
                  </a:cubicBezTo>
                  <a:close/>
                  <a:moveTo>
                    <a:pt x="88181" y="26812"/>
                  </a:moveTo>
                  <a:cubicBezTo>
                    <a:pt x="86264" y="26812"/>
                    <a:pt x="84986" y="26812"/>
                    <a:pt x="83708" y="26174"/>
                  </a:cubicBezTo>
                  <a:cubicBezTo>
                    <a:pt x="86264" y="26812"/>
                    <a:pt x="88181" y="26174"/>
                    <a:pt x="89459" y="26812"/>
                  </a:cubicBezTo>
                  <a:cubicBezTo>
                    <a:pt x="89459" y="26812"/>
                    <a:pt x="88820" y="26812"/>
                    <a:pt x="88181" y="26812"/>
                  </a:cubicBezTo>
                  <a:close/>
                </a:path>
              </a:pathLst>
            </a:custGeom>
            <a:solidFill>
              <a:srgbClr val="00ABAB"/>
            </a:solidFill>
            <a:ln w="6390" cap="flat">
              <a:noFill/>
              <a:prstDash val="solid"/>
              <a:miter/>
            </a:ln>
          </p:spPr>
          <p:txBody>
            <a:bodyPr rtlCol="0" anchor="ctr"/>
            <a:lstStyle/>
            <a:p>
              <a:endParaRPr lang="en-US"/>
            </a:p>
          </p:txBody>
        </p:sp>
        <p:sp>
          <p:nvSpPr>
            <p:cNvPr id="912" name="Graphic 4">
              <a:extLst>
                <a:ext uri="{FF2B5EF4-FFF2-40B4-BE49-F238E27FC236}">
                  <a16:creationId xmlns:a16="http://schemas.microsoft.com/office/drawing/2014/main" id="{D9B6453B-FD51-2C4F-A743-0D3845B037E6}"/>
                </a:ext>
              </a:extLst>
            </p:cNvPr>
            <p:cNvSpPr/>
            <p:nvPr/>
          </p:nvSpPr>
          <p:spPr>
            <a:xfrm>
              <a:off x="9956147" y="3439213"/>
              <a:ext cx="225578" cy="164068"/>
            </a:xfrm>
            <a:custGeom>
              <a:avLst/>
              <a:gdLst>
                <a:gd name="connsiteX0" fmla="*/ 224300 w 225578"/>
                <a:gd name="connsiteY0" fmla="*/ 6384 h 164068"/>
                <a:gd name="connsiteX1" fmla="*/ 217910 w 225578"/>
                <a:gd name="connsiteY1" fmla="*/ 0 h 164068"/>
                <a:gd name="connsiteX2" fmla="*/ 36436 w 225578"/>
                <a:gd name="connsiteY2" fmla="*/ 0 h 164068"/>
                <a:gd name="connsiteX3" fmla="*/ 30046 w 225578"/>
                <a:gd name="connsiteY3" fmla="*/ 6384 h 164068"/>
                <a:gd name="connsiteX4" fmla="*/ 30046 w 225578"/>
                <a:gd name="connsiteY4" fmla="*/ 136617 h 164068"/>
                <a:gd name="connsiteX5" fmla="*/ 19822 w 225578"/>
                <a:gd name="connsiteY5" fmla="*/ 151300 h 164068"/>
                <a:gd name="connsiteX6" fmla="*/ 15988 w 225578"/>
                <a:gd name="connsiteY6" fmla="*/ 150024 h 164068"/>
                <a:gd name="connsiteX7" fmla="*/ 12793 w 225578"/>
                <a:gd name="connsiteY7" fmla="*/ 137256 h 164068"/>
                <a:gd name="connsiteX8" fmla="*/ 12793 w 225578"/>
                <a:gd name="connsiteY8" fmla="*/ 7023 h 164068"/>
                <a:gd name="connsiteX9" fmla="*/ 6403 w 225578"/>
                <a:gd name="connsiteY9" fmla="*/ 639 h 164068"/>
                <a:gd name="connsiteX10" fmla="*/ 13 w 225578"/>
                <a:gd name="connsiteY10" fmla="*/ 7023 h 164068"/>
                <a:gd name="connsiteX11" fmla="*/ 13 w 225578"/>
                <a:gd name="connsiteY11" fmla="*/ 136617 h 164068"/>
                <a:gd name="connsiteX12" fmla="*/ 7042 w 225578"/>
                <a:gd name="connsiteY12" fmla="*/ 158323 h 164068"/>
                <a:gd name="connsiteX13" fmla="*/ 20461 w 225578"/>
                <a:gd name="connsiteY13" fmla="*/ 164068 h 164068"/>
                <a:gd name="connsiteX14" fmla="*/ 201296 w 225578"/>
                <a:gd name="connsiteY14" fmla="*/ 164068 h 164068"/>
                <a:gd name="connsiteX15" fmla="*/ 218549 w 225578"/>
                <a:gd name="connsiteY15" fmla="*/ 157684 h 164068"/>
                <a:gd name="connsiteX16" fmla="*/ 225578 w 225578"/>
                <a:gd name="connsiteY16" fmla="*/ 138533 h 164068"/>
                <a:gd name="connsiteX17" fmla="*/ 225578 w 225578"/>
                <a:gd name="connsiteY17" fmla="*/ 6384 h 164068"/>
                <a:gd name="connsiteX18" fmla="*/ 224300 w 225578"/>
                <a:gd name="connsiteY18" fmla="*/ 6384 h 164068"/>
                <a:gd name="connsiteX19" fmla="*/ 208325 w 225578"/>
                <a:gd name="connsiteY19" fmla="*/ 148108 h 164068"/>
                <a:gd name="connsiteX20" fmla="*/ 200657 w 225578"/>
                <a:gd name="connsiteY20" fmla="*/ 150662 h 164068"/>
                <a:gd name="connsiteX21" fmla="*/ 40909 w 225578"/>
                <a:gd name="connsiteY21" fmla="*/ 150662 h 164068"/>
                <a:gd name="connsiteX22" fmla="*/ 43465 w 225578"/>
                <a:gd name="connsiteY22" fmla="*/ 135979 h 164068"/>
                <a:gd name="connsiteX23" fmla="*/ 43465 w 225578"/>
                <a:gd name="connsiteY23" fmla="*/ 12130 h 164068"/>
                <a:gd name="connsiteX24" fmla="*/ 212159 w 225578"/>
                <a:gd name="connsiteY24" fmla="*/ 12130 h 164068"/>
                <a:gd name="connsiteX25" fmla="*/ 212159 w 225578"/>
                <a:gd name="connsiteY25" fmla="*/ 137256 h 164068"/>
                <a:gd name="connsiteX26" fmla="*/ 208325 w 225578"/>
                <a:gd name="connsiteY26" fmla="*/ 148108 h 16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25578" h="164068">
                  <a:moveTo>
                    <a:pt x="224300" y="6384"/>
                  </a:moveTo>
                  <a:cubicBezTo>
                    <a:pt x="224300" y="2554"/>
                    <a:pt x="221744" y="0"/>
                    <a:pt x="217910" y="0"/>
                  </a:cubicBezTo>
                  <a:lnTo>
                    <a:pt x="36436" y="0"/>
                  </a:lnTo>
                  <a:cubicBezTo>
                    <a:pt x="32602" y="0"/>
                    <a:pt x="30046" y="2554"/>
                    <a:pt x="30046" y="6384"/>
                  </a:cubicBezTo>
                  <a:lnTo>
                    <a:pt x="30046" y="136617"/>
                  </a:lnTo>
                  <a:cubicBezTo>
                    <a:pt x="30046" y="148747"/>
                    <a:pt x="26212" y="151300"/>
                    <a:pt x="19822" y="151300"/>
                  </a:cubicBezTo>
                  <a:cubicBezTo>
                    <a:pt x="17266" y="151300"/>
                    <a:pt x="16627" y="150662"/>
                    <a:pt x="15988" y="150024"/>
                  </a:cubicBezTo>
                  <a:cubicBezTo>
                    <a:pt x="12793" y="146832"/>
                    <a:pt x="12154" y="139809"/>
                    <a:pt x="12793" y="137256"/>
                  </a:cubicBezTo>
                  <a:lnTo>
                    <a:pt x="12793" y="7023"/>
                  </a:lnTo>
                  <a:cubicBezTo>
                    <a:pt x="12793" y="3192"/>
                    <a:pt x="10237" y="639"/>
                    <a:pt x="6403" y="639"/>
                  </a:cubicBezTo>
                  <a:cubicBezTo>
                    <a:pt x="2569" y="639"/>
                    <a:pt x="13" y="3192"/>
                    <a:pt x="13" y="7023"/>
                  </a:cubicBezTo>
                  <a:lnTo>
                    <a:pt x="13" y="136617"/>
                  </a:lnTo>
                  <a:cubicBezTo>
                    <a:pt x="13" y="137894"/>
                    <a:pt x="-626" y="150662"/>
                    <a:pt x="7042" y="158323"/>
                  </a:cubicBezTo>
                  <a:cubicBezTo>
                    <a:pt x="10237" y="162153"/>
                    <a:pt x="15349" y="164068"/>
                    <a:pt x="20461" y="164068"/>
                  </a:cubicBezTo>
                  <a:lnTo>
                    <a:pt x="201296" y="164068"/>
                  </a:lnTo>
                  <a:cubicBezTo>
                    <a:pt x="208325" y="164068"/>
                    <a:pt x="214076" y="161515"/>
                    <a:pt x="218549" y="157684"/>
                  </a:cubicBezTo>
                  <a:cubicBezTo>
                    <a:pt x="225578" y="150024"/>
                    <a:pt x="225578" y="139809"/>
                    <a:pt x="225578" y="138533"/>
                  </a:cubicBezTo>
                  <a:lnTo>
                    <a:pt x="225578" y="6384"/>
                  </a:lnTo>
                  <a:lnTo>
                    <a:pt x="224300" y="6384"/>
                  </a:lnTo>
                  <a:close/>
                  <a:moveTo>
                    <a:pt x="208325" y="148108"/>
                  </a:moveTo>
                  <a:cubicBezTo>
                    <a:pt x="206408" y="150024"/>
                    <a:pt x="203852" y="150662"/>
                    <a:pt x="200657" y="150662"/>
                  </a:cubicBezTo>
                  <a:lnTo>
                    <a:pt x="40909" y="150662"/>
                  </a:lnTo>
                  <a:cubicBezTo>
                    <a:pt x="42186" y="146832"/>
                    <a:pt x="43465" y="142363"/>
                    <a:pt x="43465" y="135979"/>
                  </a:cubicBezTo>
                  <a:lnTo>
                    <a:pt x="43465" y="12130"/>
                  </a:lnTo>
                  <a:lnTo>
                    <a:pt x="212159" y="12130"/>
                  </a:lnTo>
                  <a:lnTo>
                    <a:pt x="212159" y="137256"/>
                  </a:lnTo>
                  <a:cubicBezTo>
                    <a:pt x="211520" y="139809"/>
                    <a:pt x="210881" y="144916"/>
                    <a:pt x="208325" y="148108"/>
                  </a:cubicBezTo>
                  <a:close/>
                </a:path>
              </a:pathLst>
            </a:custGeom>
            <a:solidFill>
              <a:srgbClr val="00ABAB"/>
            </a:solidFill>
            <a:ln w="6390" cap="flat">
              <a:noFill/>
              <a:prstDash val="solid"/>
              <a:miter/>
            </a:ln>
          </p:spPr>
          <p:txBody>
            <a:bodyPr rtlCol="0" anchor="ctr"/>
            <a:lstStyle/>
            <a:p>
              <a:endParaRPr lang="en-US"/>
            </a:p>
          </p:txBody>
        </p:sp>
      </p:grpSp>
      <p:grpSp>
        <p:nvGrpSpPr>
          <p:cNvPr id="913" name="Graphic 4">
            <a:extLst>
              <a:ext uri="{FF2B5EF4-FFF2-40B4-BE49-F238E27FC236}">
                <a16:creationId xmlns:a16="http://schemas.microsoft.com/office/drawing/2014/main" id="{A5FC545A-7544-AC43-B52F-7090424FAA98}"/>
              </a:ext>
            </a:extLst>
          </p:cNvPr>
          <p:cNvGrpSpPr/>
          <p:nvPr/>
        </p:nvGrpSpPr>
        <p:grpSpPr>
          <a:xfrm>
            <a:off x="10324860" y="3339623"/>
            <a:ext cx="361674" cy="361333"/>
            <a:chOff x="10324860" y="3339623"/>
            <a:chExt cx="361674" cy="361333"/>
          </a:xfrm>
          <a:solidFill>
            <a:srgbClr val="00ABAB"/>
          </a:solidFill>
        </p:grpSpPr>
        <p:sp>
          <p:nvSpPr>
            <p:cNvPr id="914" name="Graphic 4">
              <a:extLst>
                <a:ext uri="{FF2B5EF4-FFF2-40B4-BE49-F238E27FC236}">
                  <a16:creationId xmlns:a16="http://schemas.microsoft.com/office/drawing/2014/main" id="{08B0DEA0-0C94-544C-AF04-885546108A20}"/>
                </a:ext>
              </a:extLst>
            </p:cNvPr>
            <p:cNvSpPr/>
            <p:nvPr/>
          </p:nvSpPr>
          <p:spPr>
            <a:xfrm>
              <a:off x="10572150" y="3486455"/>
              <a:ext cx="5751" cy="638"/>
            </a:xfrm>
            <a:custGeom>
              <a:avLst/>
              <a:gdLst>
                <a:gd name="connsiteX0" fmla="*/ 4473 w 5751"/>
                <a:gd name="connsiteY0" fmla="*/ 638 h 638"/>
                <a:gd name="connsiteX1" fmla="*/ 5751 w 5751"/>
                <a:gd name="connsiteY1" fmla="*/ 638 h 638"/>
                <a:gd name="connsiteX2" fmla="*/ 0 w 5751"/>
                <a:gd name="connsiteY2" fmla="*/ 0 h 638"/>
                <a:gd name="connsiteX3" fmla="*/ 4473 w 5751"/>
                <a:gd name="connsiteY3" fmla="*/ 638 h 638"/>
              </a:gdLst>
              <a:ahLst/>
              <a:cxnLst>
                <a:cxn ang="0">
                  <a:pos x="connsiteX0" y="connsiteY0"/>
                </a:cxn>
                <a:cxn ang="0">
                  <a:pos x="connsiteX1" y="connsiteY1"/>
                </a:cxn>
                <a:cxn ang="0">
                  <a:pos x="connsiteX2" y="connsiteY2"/>
                </a:cxn>
                <a:cxn ang="0">
                  <a:pos x="connsiteX3" y="connsiteY3"/>
                </a:cxn>
              </a:cxnLst>
              <a:rect l="l" t="t" r="r" b="b"/>
              <a:pathLst>
                <a:path w="5751" h="638">
                  <a:moveTo>
                    <a:pt x="4473" y="638"/>
                  </a:moveTo>
                  <a:cubicBezTo>
                    <a:pt x="5112" y="638"/>
                    <a:pt x="5112" y="638"/>
                    <a:pt x="5751" y="638"/>
                  </a:cubicBezTo>
                  <a:cubicBezTo>
                    <a:pt x="4473" y="638"/>
                    <a:pt x="2556" y="638"/>
                    <a:pt x="0" y="0"/>
                  </a:cubicBezTo>
                  <a:cubicBezTo>
                    <a:pt x="1278" y="638"/>
                    <a:pt x="2556" y="638"/>
                    <a:pt x="4473" y="638"/>
                  </a:cubicBezTo>
                  <a:close/>
                </a:path>
              </a:pathLst>
            </a:custGeom>
            <a:solidFill>
              <a:srgbClr val="00ABAB"/>
            </a:solidFill>
            <a:ln w="6390" cap="flat">
              <a:noFill/>
              <a:prstDash val="solid"/>
              <a:miter/>
            </a:ln>
          </p:spPr>
          <p:txBody>
            <a:bodyPr rtlCol="0" anchor="ctr"/>
            <a:lstStyle/>
            <a:p>
              <a:endParaRPr lang="en-US"/>
            </a:p>
          </p:txBody>
        </p:sp>
        <p:sp>
          <p:nvSpPr>
            <p:cNvPr id="915" name="Graphic 4">
              <a:extLst>
                <a:ext uri="{FF2B5EF4-FFF2-40B4-BE49-F238E27FC236}">
                  <a16:creationId xmlns:a16="http://schemas.microsoft.com/office/drawing/2014/main" id="{6D7E5F28-BACA-3848-BE8F-AEF819DD478B}"/>
                </a:ext>
              </a:extLst>
            </p:cNvPr>
            <p:cNvSpPr/>
            <p:nvPr/>
          </p:nvSpPr>
          <p:spPr>
            <a:xfrm>
              <a:off x="10434128" y="3451981"/>
              <a:ext cx="170611" cy="138532"/>
            </a:xfrm>
            <a:custGeom>
              <a:avLst/>
              <a:gdLst>
                <a:gd name="connsiteX0" fmla="*/ 2556 w 170611"/>
                <a:gd name="connsiteY0" fmla="*/ 0 h 138532"/>
                <a:gd name="connsiteX1" fmla="*/ 2556 w 170611"/>
                <a:gd name="connsiteY1" fmla="*/ 123849 h 138532"/>
                <a:gd name="connsiteX2" fmla="*/ 0 w 170611"/>
                <a:gd name="connsiteY2" fmla="*/ 138533 h 138532"/>
                <a:gd name="connsiteX3" fmla="*/ 159748 w 170611"/>
                <a:gd name="connsiteY3" fmla="*/ 138533 h 138532"/>
                <a:gd name="connsiteX4" fmla="*/ 167416 w 170611"/>
                <a:gd name="connsiteY4" fmla="*/ 135979 h 138532"/>
                <a:gd name="connsiteX5" fmla="*/ 170611 w 170611"/>
                <a:gd name="connsiteY5" fmla="*/ 125765 h 138532"/>
                <a:gd name="connsiteX6" fmla="*/ 170611 w 170611"/>
                <a:gd name="connsiteY6" fmla="*/ 639 h 138532"/>
                <a:gd name="connsiteX7" fmla="*/ 2556 w 170611"/>
                <a:gd name="connsiteY7" fmla="*/ 639 h 138532"/>
                <a:gd name="connsiteX8" fmla="*/ 2556 w 170611"/>
                <a:gd name="connsiteY8" fmla="*/ 0 h 138532"/>
                <a:gd name="connsiteX9" fmla="*/ 18531 w 170611"/>
                <a:gd name="connsiteY9" fmla="*/ 15960 h 138532"/>
                <a:gd name="connsiteX10" fmla="*/ 23004 w 170611"/>
                <a:gd name="connsiteY10" fmla="*/ 10215 h 138532"/>
                <a:gd name="connsiteX11" fmla="*/ 30032 w 170611"/>
                <a:gd name="connsiteY11" fmla="*/ 12130 h 138532"/>
                <a:gd name="connsiteX12" fmla="*/ 37701 w 170611"/>
                <a:gd name="connsiteY12" fmla="*/ 22344 h 138532"/>
                <a:gd name="connsiteX13" fmla="*/ 37701 w 170611"/>
                <a:gd name="connsiteY13" fmla="*/ 15960 h 138532"/>
                <a:gd name="connsiteX14" fmla="*/ 44091 w 170611"/>
                <a:gd name="connsiteY14" fmla="*/ 9576 h 138532"/>
                <a:gd name="connsiteX15" fmla="*/ 50481 w 170611"/>
                <a:gd name="connsiteY15" fmla="*/ 15960 h 138532"/>
                <a:gd name="connsiteX16" fmla="*/ 50481 w 170611"/>
                <a:gd name="connsiteY16" fmla="*/ 40858 h 138532"/>
                <a:gd name="connsiteX17" fmla="*/ 46007 w 170611"/>
                <a:gd name="connsiteY17" fmla="*/ 46603 h 138532"/>
                <a:gd name="connsiteX18" fmla="*/ 38978 w 170611"/>
                <a:gd name="connsiteY18" fmla="*/ 44688 h 138532"/>
                <a:gd name="connsiteX19" fmla="*/ 31311 w 170611"/>
                <a:gd name="connsiteY19" fmla="*/ 34474 h 138532"/>
                <a:gd name="connsiteX20" fmla="*/ 31311 w 170611"/>
                <a:gd name="connsiteY20" fmla="*/ 40858 h 138532"/>
                <a:gd name="connsiteX21" fmla="*/ 24921 w 170611"/>
                <a:gd name="connsiteY21" fmla="*/ 47242 h 138532"/>
                <a:gd name="connsiteX22" fmla="*/ 18531 w 170611"/>
                <a:gd name="connsiteY22" fmla="*/ 40858 h 138532"/>
                <a:gd name="connsiteX23" fmla="*/ 18531 w 170611"/>
                <a:gd name="connsiteY23" fmla="*/ 15960 h 138532"/>
                <a:gd name="connsiteX24" fmla="*/ 81152 w 170611"/>
                <a:gd name="connsiteY24" fmla="*/ 113635 h 138532"/>
                <a:gd name="connsiteX25" fmla="*/ 70928 w 170611"/>
                <a:gd name="connsiteY25" fmla="*/ 123849 h 138532"/>
                <a:gd name="connsiteX26" fmla="*/ 29394 w 170611"/>
                <a:gd name="connsiteY26" fmla="*/ 123849 h 138532"/>
                <a:gd name="connsiteX27" fmla="*/ 19170 w 170611"/>
                <a:gd name="connsiteY27" fmla="*/ 113635 h 138532"/>
                <a:gd name="connsiteX28" fmla="*/ 19170 w 170611"/>
                <a:gd name="connsiteY28" fmla="*/ 65117 h 138532"/>
                <a:gd name="connsiteX29" fmla="*/ 29394 w 170611"/>
                <a:gd name="connsiteY29" fmla="*/ 54902 h 138532"/>
                <a:gd name="connsiteX30" fmla="*/ 70928 w 170611"/>
                <a:gd name="connsiteY30" fmla="*/ 54902 h 138532"/>
                <a:gd name="connsiteX31" fmla="*/ 81152 w 170611"/>
                <a:gd name="connsiteY31" fmla="*/ 65117 h 138532"/>
                <a:gd name="connsiteX32" fmla="*/ 81152 w 170611"/>
                <a:gd name="connsiteY32" fmla="*/ 113635 h 138532"/>
                <a:gd name="connsiteX33" fmla="*/ 147607 w 170611"/>
                <a:gd name="connsiteY33" fmla="*/ 121934 h 138532"/>
                <a:gd name="connsiteX34" fmla="*/ 103517 w 170611"/>
                <a:gd name="connsiteY34" fmla="*/ 121934 h 138532"/>
                <a:gd name="connsiteX35" fmla="*/ 97127 w 170611"/>
                <a:gd name="connsiteY35" fmla="*/ 115550 h 138532"/>
                <a:gd name="connsiteX36" fmla="*/ 103517 w 170611"/>
                <a:gd name="connsiteY36" fmla="*/ 109166 h 138532"/>
                <a:gd name="connsiteX37" fmla="*/ 147607 w 170611"/>
                <a:gd name="connsiteY37" fmla="*/ 109166 h 138532"/>
                <a:gd name="connsiteX38" fmla="*/ 153997 w 170611"/>
                <a:gd name="connsiteY38" fmla="*/ 115550 h 138532"/>
                <a:gd name="connsiteX39" fmla="*/ 147607 w 170611"/>
                <a:gd name="connsiteY39" fmla="*/ 121934 h 138532"/>
                <a:gd name="connsiteX40" fmla="*/ 147607 w 170611"/>
                <a:gd name="connsiteY40" fmla="*/ 95760 h 138532"/>
                <a:gd name="connsiteX41" fmla="*/ 103517 w 170611"/>
                <a:gd name="connsiteY41" fmla="*/ 95760 h 138532"/>
                <a:gd name="connsiteX42" fmla="*/ 97127 w 170611"/>
                <a:gd name="connsiteY42" fmla="*/ 89376 h 138532"/>
                <a:gd name="connsiteX43" fmla="*/ 103517 w 170611"/>
                <a:gd name="connsiteY43" fmla="*/ 82992 h 138532"/>
                <a:gd name="connsiteX44" fmla="*/ 147607 w 170611"/>
                <a:gd name="connsiteY44" fmla="*/ 82992 h 138532"/>
                <a:gd name="connsiteX45" fmla="*/ 153997 w 170611"/>
                <a:gd name="connsiteY45" fmla="*/ 89376 h 138532"/>
                <a:gd name="connsiteX46" fmla="*/ 147607 w 170611"/>
                <a:gd name="connsiteY46" fmla="*/ 95760 h 138532"/>
                <a:gd name="connsiteX47" fmla="*/ 147607 w 170611"/>
                <a:gd name="connsiteY47" fmla="*/ 69586 h 138532"/>
                <a:gd name="connsiteX48" fmla="*/ 103517 w 170611"/>
                <a:gd name="connsiteY48" fmla="*/ 69586 h 138532"/>
                <a:gd name="connsiteX49" fmla="*/ 97127 w 170611"/>
                <a:gd name="connsiteY49" fmla="*/ 63202 h 138532"/>
                <a:gd name="connsiteX50" fmla="*/ 103517 w 170611"/>
                <a:gd name="connsiteY50" fmla="*/ 56818 h 138532"/>
                <a:gd name="connsiteX51" fmla="*/ 147607 w 170611"/>
                <a:gd name="connsiteY51" fmla="*/ 56818 h 138532"/>
                <a:gd name="connsiteX52" fmla="*/ 153997 w 170611"/>
                <a:gd name="connsiteY52" fmla="*/ 63202 h 138532"/>
                <a:gd name="connsiteX53" fmla="*/ 147607 w 170611"/>
                <a:gd name="connsiteY53" fmla="*/ 69586 h 138532"/>
                <a:gd name="connsiteX54" fmla="*/ 153997 w 170611"/>
                <a:gd name="connsiteY54" fmla="*/ 43411 h 138532"/>
                <a:gd name="connsiteX55" fmla="*/ 143135 w 170611"/>
                <a:gd name="connsiteY55" fmla="*/ 47880 h 138532"/>
                <a:gd name="connsiteX56" fmla="*/ 141856 w 170611"/>
                <a:gd name="connsiteY56" fmla="*/ 47880 h 138532"/>
                <a:gd name="connsiteX57" fmla="*/ 127799 w 170611"/>
                <a:gd name="connsiteY57" fmla="*/ 43411 h 138532"/>
                <a:gd name="connsiteX58" fmla="*/ 127160 w 170611"/>
                <a:gd name="connsiteY58" fmla="*/ 34474 h 138532"/>
                <a:gd name="connsiteX59" fmla="*/ 131633 w 170611"/>
                <a:gd name="connsiteY59" fmla="*/ 32559 h 138532"/>
                <a:gd name="connsiteX60" fmla="*/ 126520 w 170611"/>
                <a:gd name="connsiteY60" fmla="*/ 24898 h 138532"/>
                <a:gd name="connsiteX61" fmla="*/ 126520 w 170611"/>
                <a:gd name="connsiteY61" fmla="*/ 21706 h 138532"/>
                <a:gd name="connsiteX62" fmla="*/ 120770 w 170611"/>
                <a:gd name="connsiteY62" fmla="*/ 42135 h 138532"/>
                <a:gd name="connsiteX63" fmla="*/ 119492 w 170611"/>
                <a:gd name="connsiteY63" fmla="*/ 44688 h 138532"/>
                <a:gd name="connsiteX64" fmla="*/ 113740 w 170611"/>
                <a:gd name="connsiteY64" fmla="*/ 47242 h 138532"/>
                <a:gd name="connsiteX65" fmla="*/ 107990 w 170611"/>
                <a:gd name="connsiteY65" fmla="*/ 45327 h 138532"/>
                <a:gd name="connsiteX66" fmla="*/ 106073 w 170611"/>
                <a:gd name="connsiteY66" fmla="*/ 42773 h 138532"/>
                <a:gd name="connsiteX67" fmla="*/ 103517 w 170611"/>
                <a:gd name="connsiteY67" fmla="*/ 35751 h 138532"/>
                <a:gd name="connsiteX68" fmla="*/ 100961 w 170611"/>
                <a:gd name="connsiteY68" fmla="*/ 42773 h 138532"/>
                <a:gd name="connsiteX69" fmla="*/ 99044 w 170611"/>
                <a:gd name="connsiteY69" fmla="*/ 45327 h 138532"/>
                <a:gd name="connsiteX70" fmla="*/ 88181 w 170611"/>
                <a:gd name="connsiteY70" fmla="*/ 45327 h 138532"/>
                <a:gd name="connsiteX71" fmla="*/ 86264 w 170611"/>
                <a:gd name="connsiteY71" fmla="*/ 42135 h 138532"/>
                <a:gd name="connsiteX72" fmla="*/ 80513 w 170611"/>
                <a:gd name="connsiteY72" fmla="*/ 20429 h 138532"/>
                <a:gd name="connsiteX73" fmla="*/ 76040 w 170611"/>
                <a:gd name="connsiteY73" fmla="*/ 22344 h 138532"/>
                <a:gd name="connsiteX74" fmla="*/ 66456 w 170611"/>
                <a:gd name="connsiteY74" fmla="*/ 22344 h 138532"/>
                <a:gd name="connsiteX75" fmla="*/ 66456 w 170611"/>
                <a:gd name="connsiteY75" fmla="*/ 22344 h 138532"/>
                <a:gd name="connsiteX76" fmla="*/ 75401 w 170611"/>
                <a:gd name="connsiteY76" fmla="*/ 22344 h 138532"/>
                <a:gd name="connsiteX77" fmla="*/ 81791 w 170611"/>
                <a:gd name="connsiteY77" fmla="*/ 28728 h 138532"/>
                <a:gd name="connsiteX78" fmla="*/ 75401 w 170611"/>
                <a:gd name="connsiteY78" fmla="*/ 35112 h 138532"/>
                <a:gd name="connsiteX79" fmla="*/ 66456 w 170611"/>
                <a:gd name="connsiteY79" fmla="*/ 35112 h 138532"/>
                <a:gd name="connsiteX80" fmla="*/ 66456 w 170611"/>
                <a:gd name="connsiteY80" fmla="*/ 35112 h 138532"/>
                <a:gd name="connsiteX81" fmla="*/ 76040 w 170611"/>
                <a:gd name="connsiteY81" fmla="*/ 35112 h 138532"/>
                <a:gd name="connsiteX82" fmla="*/ 82430 w 170611"/>
                <a:gd name="connsiteY82" fmla="*/ 41496 h 138532"/>
                <a:gd name="connsiteX83" fmla="*/ 76040 w 170611"/>
                <a:gd name="connsiteY83" fmla="*/ 47880 h 138532"/>
                <a:gd name="connsiteX84" fmla="*/ 60066 w 170611"/>
                <a:gd name="connsiteY84" fmla="*/ 47880 h 138532"/>
                <a:gd name="connsiteX85" fmla="*/ 53676 w 170611"/>
                <a:gd name="connsiteY85" fmla="*/ 41496 h 138532"/>
                <a:gd name="connsiteX86" fmla="*/ 53676 w 170611"/>
                <a:gd name="connsiteY86" fmla="*/ 40858 h 138532"/>
                <a:gd name="connsiteX87" fmla="*/ 53676 w 170611"/>
                <a:gd name="connsiteY87" fmla="*/ 40219 h 138532"/>
                <a:gd name="connsiteX88" fmla="*/ 53676 w 170611"/>
                <a:gd name="connsiteY88" fmla="*/ 15960 h 138532"/>
                <a:gd name="connsiteX89" fmla="*/ 53676 w 170611"/>
                <a:gd name="connsiteY89" fmla="*/ 15322 h 138532"/>
                <a:gd name="connsiteX90" fmla="*/ 53676 w 170611"/>
                <a:gd name="connsiteY90" fmla="*/ 14683 h 138532"/>
                <a:gd name="connsiteX91" fmla="*/ 60066 w 170611"/>
                <a:gd name="connsiteY91" fmla="*/ 8299 h 138532"/>
                <a:gd name="connsiteX92" fmla="*/ 76040 w 170611"/>
                <a:gd name="connsiteY92" fmla="*/ 8299 h 138532"/>
                <a:gd name="connsiteX93" fmla="*/ 81152 w 170611"/>
                <a:gd name="connsiteY93" fmla="*/ 11491 h 138532"/>
                <a:gd name="connsiteX94" fmla="*/ 84347 w 170611"/>
                <a:gd name="connsiteY94" fmla="*/ 9576 h 138532"/>
                <a:gd name="connsiteX95" fmla="*/ 92015 w 170611"/>
                <a:gd name="connsiteY95" fmla="*/ 14045 h 138532"/>
                <a:gd name="connsiteX96" fmla="*/ 93932 w 170611"/>
                <a:gd name="connsiteY96" fmla="*/ 22344 h 138532"/>
                <a:gd name="connsiteX97" fmla="*/ 97127 w 170611"/>
                <a:gd name="connsiteY97" fmla="*/ 13407 h 138532"/>
                <a:gd name="connsiteX98" fmla="*/ 102878 w 170611"/>
                <a:gd name="connsiteY98" fmla="*/ 8938 h 138532"/>
                <a:gd name="connsiteX99" fmla="*/ 102878 w 170611"/>
                <a:gd name="connsiteY99" fmla="*/ 8938 h 138532"/>
                <a:gd name="connsiteX100" fmla="*/ 108629 w 170611"/>
                <a:gd name="connsiteY100" fmla="*/ 13407 h 138532"/>
                <a:gd name="connsiteX101" fmla="*/ 111824 w 170611"/>
                <a:gd name="connsiteY101" fmla="*/ 22344 h 138532"/>
                <a:gd name="connsiteX102" fmla="*/ 114380 w 170611"/>
                <a:gd name="connsiteY102" fmla="*/ 14045 h 138532"/>
                <a:gd name="connsiteX103" fmla="*/ 122048 w 170611"/>
                <a:gd name="connsiteY103" fmla="*/ 9576 h 138532"/>
                <a:gd name="connsiteX104" fmla="*/ 126520 w 170611"/>
                <a:gd name="connsiteY104" fmla="*/ 15960 h 138532"/>
                <a:gd name="connsiteX105" fmla="*/ 127160 w 170611"/>
                <a:gd name="connsiteY105" fmla="*/ 14683 h 138532"/>
                <a:gd name="connsiteX106" fmla="*/ 139940 w 170611"/>
                <a:gd name="connsiteY106" fmla="*/ 8938 h 138532"/>
                <a:gd name="connsiteX107" fmla="*/ 152720 w 170611"/>
                <a:gd name="connsiteY107" fmla="*/ 12768 h 138532"/>
                <a:gd name="connsiteX108" fmla="*/ 154636 w 170611"/>
                <a:gd name="connsiteY108" fmla="*/ 21706 h 138532"/>
                <a:gd name="connsiteX109" fmla="*/ 151441 w 170611"/>
                <a:gd name="connsiteY109" fmla="*/ 24259 h 138532"/>
                <a:gd name="connsiteX110" fmla="*/ 155915 w 170611"/>
                <a:gd name="connsiteY110" fmla="*/ 28090 h 138532"/>
                <a:gd name="connsiteX111" fmla="*/ 157831 w 170611"/>
                <a:gd name="connsiteY111" fmla="*/ 35751 h 138532"/>
                <a:gd name="connsiteX112" fmla="*/ 153997 w 170611"/>
                <a:gd name="connsiteY112" fmla="*/ 43411 h 138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170611" h="138532">
                  <a:moveTo>
                    <a:pt x="2556" y="0"/>
                  </a:moveTo>
                  <a:lnTo>
                    <a:pt x="2556" y="123849"/>
                  </a:lnTo>
                  <a:cubicBezTo>
                    <a:pt x="2556" y="129595"/>
                    <a:pt x="1917" y="134702"/>
                    <a:pt x="0" y="138533"/>
                  </a:cubicBezTo>
                  <a:lnTo>
                    <a:pt x="159748" y="138533"/>
                  </a:lnTo>
                  <a:cubicBezTo>
                    <a:pt x="162943" y="138533"/>
                    <a:pt x="165500" y="137894"/>
                    <a:pt x="167416" y="135979"/>
                  </a:cubicBezTo>
                  <a:cubicBezTo>
                    <a:pt x="170611" y="132787"/>
                    <a:pt x="170611" y="127680"/>
                    <a:pt x="170611" y="125765"/>
                  </a:cubicBezTo>
                  <a:lnTo>
                    <a:pt x="170611" y="639"/>
                  </a:lnTo>
                  <a:lnTo>
                    <a:pt x="2556" y="639"/>
                  </a:lnTo>
                  <a:lnTo>
                    <a:pt x="2556" y="0"/>
                  </a:lnTo>
                  <a:close/>
                  <a:moveTo>
                    <a:pt x="18531" y="15960"/>
                  </a:moveTo>
                  <a:cubicBezTo>
                    <a:pt x="18531" y="13407"/>
                    <a:pt x="20447" y="10853"/>
                    <a:pt x="23004" y="10215"/>
                  </a:cubicBezTo>
                  <a:cubicBezTo>
                    <a:pt x="25560" y="9576"/>
                    <a:pt x="28755" y="10215"/>
                    <a:pt x="30032" y="12130"/>
                  </a:cubicBezTo>
                  <a:lnTo>
                    <a:pt x="37701" y="22344"/>
                  </a:lnTo>
                  <a:lnTo>
                    <a:pt x="37701" y="15960"/>
                  </a:lnTo>
                  <a:cubicBezTo>
                    <a:pt x="37701" y="12130"/>
                    <a:pt x="40256" y="9576"/>
                    <a:pt x="44091" y="9576"/>
                  </a:cubicBezTo>
                  <a:cubicBezTo>
                    <a:pt x="47925" y="9576"/>
                    <a:pt x="50481" y="12130"/>
                    <a:pt x="50481" y="15960"/>
                  </a:cubicBezTo>
                  <a:lnTo>
                    <a:pt x="50481" y="40858"/>
                  </a:lnTo>
                  <a:cubicBezTo>
                    <a:pt x="50481" y="43411"/>
                    <a:pt x="48563" y="45965"/>
                    <a:pt x="46007" y="46603"/>
                  </a:cubicBezTo>
                  <a:cubicBezTo>
                    <a:pt x="43451" y="47242"/>
                    <a:pt x="40896" y="46603"/>
                    <a:pt x="38978" y="44688"/>
                  </a:cubicBezTo>
                  <a:lnTo>
                    <a:pt x="31311" y="34474"/>
                  </a:lnTo>
                  <a:lnTo>
                    <a:pt x="31311" y="40858"/>
                  </a:lnTo>
                  <a:cubicBezTo>
                    <a:pt x="31311" y="44688"/>
                    <a:pt x="28755" y="47242"/>
                    <a:pt x="24921" y="47242"/>
                  </a:cubicBezTo>
                  <a:cubicBezTo>
                    <a:pt x="21086" y="47242"/>
                    <a:pt x="18531" y="44688"/>
                    <a:pt x="18531" y="40858"/>
                  </a:cubicBezTo>
                  <a:lnTo>
                    <a:pt x="18531" y="15960"/>
                  </a:lnTo>
                  <a:close/>
                  <a:moveTo>
                    <a:pt x="81152" y="113635"/>
                  </a:moveTo>
                  <a:cubicBezTo>
                    <a:pt x="81152" y="119381"/>
                    <a:pt x="76679" y="123849"/>
                    <a:pt x="70928" y="123849"/>
                  </a:cubicBezTo>
                  <a:lnTo>
                    <a:pt x="29394" y="123849"/>
                  </a:lnTo>
                  <a:cubicBezTo>
                    <a:pt x="23642" y="123849"/>
                    <a:pt x="19170" y="119381"/>
                    <a:pt x="19170" y="113635"/>
                  </a:cubicBezTo>
                  <a:lnTo>
                    <a:pt x="19170" y="65117"/>
                  </a:lnTo>
                  <a:cubicBezTo>
                    <a:pt x="19170" y="59371"/>
                    <a:pt x="23642" y="54902"/>
                    <a:pt x="29394" y="54902"/>
                  </a:cubicBezTo>
                  <a:lnTo>
                    <a:pt x="70928" y="54902"/>
                  </a:lnTo>
                  <a:cubicBezTo>
                    <a:pt x="76679" y="54902"/>
                    <a:pt x="81152" y="59371"/>
                    <a:pt x="81152" y="65117"/>
                  </a:cubicBezTo>
                  <a:lnTo>
                    <a:pt x="81152" y="113635"/>
                  </a:lnTo>
                  <a:close/>
                  <a:moveTo>
                    <a:pt x="147607" y="121934"/>
                  </a:moveTo>
                  <a:lnTo>
                    <a:pt x="103517" y="121934"/>
                  </a:lnTo>
                  <a:cubicBezTo>
                    <a:pt x="99683" y="121934"/>
                    <a:pt x="97127" y="119381"/>
                    <a:pt x="97127" y="115550"/>
                  </a:cubicBezTo>
                  <a:cubicBezTo>
                    <a:pt x="97127" y="111720"/>
                    <a:pt x="99683" y="109166"/>
                    <a:pt x="103517" y="109166"/>
                  </a:cubicBezTo>
                  <a:lnTo>
                    <a:pt x="147607" y="109166"/>
                  </a:lnTo>
                  <a:cubicBezTo>
                    <a:pt x="151441" y="109166"/>
                    <a:pt x="153997" y="111720"/>
                    <a:pt x="153997" y="115550"/>
                  </a:cubicBezTo>
                  <a:cubicBezTo>
                    <a:pt x="153997" y="119381"/>
                    <a:pt x="150802" y="121934"/>
                    <a:pt x="147607" y="121934"/>
                  </a:cubicBezTo>
                  <a:close/>
                  <a:moveTo>
                    <a:pt x="147607" y="95760"/>
                  </a:moveTo>
                  <a:lnTo>
                    <a:pt x="103517" y="95760"/>
                  </a:lnTo>
                  <a:cubicBezTo>
                    <a:pt x="99683" y="95760"/>
                    <a:pt x="97127" y="93206"/>
                    <a:pt x="97127" y="89376"/>
                  </a:cubicBezTo>
                  <a:cubicBezTo>
                    <a:pt x="97127" y="85546"/>
                    <a:pt x="99683" y="82992"/>
                    <a:pt x="103517" y="82992"/>
                  </a:cubicBezTo>
                  <a:lnTo>
                    <a:pt x="147607" y="82992"/>
                  </a:lnTo>
                  <a:cubicBezTo>
                    <a:pt x="151441" y="82992"/>
                    <a:pt x="153997" y="85546"/>
                    <a:pt x="153997" y="89376"/>
                  </a:cubicBezTo>
                  <a:cubicBezTo>
                    <a:pt x="153997" y="93206"/>
                    <a:pt x="150802" y="95760"/>
                    <a:pt x="147607" y="95760"/>
                  </a:cubicBezTo>
                  <a:close/>
                  <a:moveTo>
                    <a:pt x="147607" y="69586"/>
                  </a:moveTo>
                  <a:lnTo>
                    <a:pt x="103517" y="69586"/>
                  </a:lnTo>
                  <a:cubicBezTo>
                    <a:pt x="99683" y="69586"/>
                    <a:pt x="97127" y="67032"/>
                    <a:pt x="97127" y="63202"/>
                  </a:cubicBezTo>
                  <a:cubicBezTo>
                    <a:pt x="97127" y="59371"/>
                    <a:pt x="99683" y="56818"/>
                    <a:pt x="103517" y="56818"/>
                  </a:cubicBezTo>
                  <a:lnTo>
                    <a:pt x="147607" y="56818"/>
                  </a:lnTo>
                  <a:cubicBezTo>
                    <a:pt x="151441" y="56818"/>
                    <a:pt x="153997" y="59371"/>
                    <a:pt x="153997" y="63202"/>
                  </a:cubicBezTo>
                  <a:cubicBezTo>
                    <a:pt x="153997" y="67032"/>
                    <a:pt x="150802" y="69586"/>
                    <a:pt x="147607" y="69586"/>
                  </a:cubicBezTo>
                  <a:close/>
                  <a:moveTo>
                    <a:pt x="153997" y="43411"/>
                  </a:moveTo>
                  <a:cubicBezTo>
                    <a:pt x="151441" y="46603"/>
                    <a:pt x="147607" y="47880"/>
                    <a:pt x="143135" y="47880"/>
                  </a:cubicBezTo>
                  <a:cubicBezTo>
                    <a:pt x="142495" y="47880"/>
                    <a:pt x="142495" y="47880"/>
                    <a:pt x="141856" y="47880"/>
                  </a:cubicBezTo>
                  <a:cubicBezTo>
                    <a:pt x="136105" y="47880"/>
                    <a:pt x="130994" y="45965"/>
                    <a:pt x="127799" y="43411"/>
                  </a:cubicBezTo>
                  <a:cubicBezTo>
                    <a:pt x="125243" y="40858"/>
                    <a:pt x="124604" y="37027"/>
                    <a:pt x="127160" y="34474"/>
                  </a:cubicBezTo>
                  <a:cubicBezTo>
                    <a:pt x="128438" y="33197"/>
                    <a:pt x="130355" y="32559"/>
                    <a:pt x="131633" y="32559"/>
                  </a:cubicBezTo>
                  <a:cubicBezTo>
                    <a:pt x="129076" y="30643"/>
                    <a:pt x="127160" y="28090"/>
                    <a:pt x="126520" y="24898"/>
                  </a:cubicBezTo>
                  <a:cubicBezTo>
                    <a:pt x="126520" y="24259"/>
                    <a:pt x="126520" y="22983"/>
                    <a:pt x="126520" y="21706"/>
                  </a:cubicBezTo>
                  <a:lnTo>
                    <a:pt x="120770" y="42135"/>
                  </a:lnTo>
                  <a:cubicBezTo>
                    <a:pt x="120770" y="42773"/>
                    <a:pt x="120130" y="44050"/>
                    <a:pt x="119492" y="44688"/>
                  </a:cubicBezTo>
                  <a:cubicBezTo>
                    <a:pt x="117575" y="46603"/>
                    <a:pt x="115658" y="47242"/>
                    <a:pt x="113740" y="47242"/>
                  </a:cubicBezTo>
                  <a:cubicBezTo>
                    <a:pt x="111824" y="47242"/>
                    <a:pt x="109907" y="46603"/>
                    <a:pt x="107990" y="45327"/>
                  </a:cubicBezTo>
                  <a:cubicBezTo>
                    <a:pt x="107350" y="44688"/>
                    <a:pt x="106712" y="43411"/>
                    <a:pt x="106073" y="42773"/>
                  </a:cubicBezTo>
                  <a:lnTo>
                    <a:pt x="103517" y="35751"/>
                  </a:lnTo>
                  <a:lnTo>
                    <a:pt x="100961" y="42773"/>
                  </a:lnTo>
                  <a:cubicBezTo>
                    <a:pt x="100322" y="44050"/>
                    <a:pt x="99683" y="44688"/>
                    <a:pt x="99044" y="45327"/>
                  </a:cubicBezTo>
                  <a:cubicBezTo>
                    <a:pt x="95210" y="48519"/>
                    <a:pt x="90737" y="47880"/>
                    <a:pt x="88181" y="45327"/>
                  </a:cubicBezTo>
                  <a:cubicBezTo>
                    <a:pt x="86903" y="44688"/>
                    <a:pt x="86264" y="43411"/>
                    <a:pt x="86264" y="42135"/>
                  </a:cubicBezTo>
                  <a:lnTo>
                    <a:pt x="80513" y="20429"/>
                  </a:lnTo>
                  <a:cubicBezTo>
                    <a:pt x="79235" y="21706"/>
                    <a:pt x="77957" y="22344"/>
                    <a:pt x="76040" y="22344"/>
                  </a:cubicBezTo>
                  <a:lnTo>
                    <a:pt x="66456" y="22344"/>
                  </a:lnTo>
                  <a:lnTo>
                    <a:pt x="66456" y="22344"/>
                  </a:lnTo>
                  <a:lnTo>
                    <a:pt x="75401" y="22344"/>
                  </a:lnTo>
                  <a:cubicBezTo>
                    <a:pt x="79235" y="22344"/>
                    <a:pt x="81791" y="24898"/>
                    <a:pt x="81791" y="28728"/>
                  </a:cubicBezTo>
                  <a:cubicBezTo>
                    <a:pt x="81791" y="32559"/>
                    <a:pt x="79235" y="35112"/>
                    <a:pt x="75401" y="35112"/>
                  </a:cubicBezTo>
                  <a:lnTo>
                    <a:pt x="66456" y="35112"/>
                  </a:lnTo>
                  <a:lnTo>
                    <a:pt x="66456" y="35112"/>
                  </a:lnTo>
                  <a:lnTo>
                    <a:pt x="76040" y="35112"/>
                  </a:lnTo>
                  <a:cubicBezTo>
                    <a:pt x="79874" y="35112"/>
                    <a:pt x="82430" y="37666"/>
                    <a:pt x="82430" y="41496"/>
                  </a:cubicBezTo>
                  <a:cubicBezTo>
                    <a:pt x="82430" y="45327"/>
                    <a:pt x="79874" y="47880"/>
                    <a:pt x="76040" y="47880"/>
                  </a:cubicBezTo>
                  <a:lnTo>
                    <a:pt x="60066" y="47880"/>
                  </a:lnTo>
                  <a:cubicBezTo>
                    <a:pt x="56231" y="47880"/>
                    <a:pt x="53676" y="45327"/>
                    <a:pt x="53676" y="41496"/>
                  </a:cubicBezTo>
                  <a:cubicBezTo>
                    <a:pt x="53676" y="41496"/>
                    <a:pt x="53676" y="41496"/>
                    <a:pt x="53676" y="40858"/>
                  </a:cubicBezTo>
                  <a:cubicBezTo>
                    <a:pt x="53676" y="40858"/>
                    <a:pt x="53676" y="40858"/>
                    <a:pt x="53676" y="40219"/>
                  </a:cubicBezTo>
                  <a:lnTo>
                    <a:pt x="53676" y="15960"/>
                  </a:lnTo>
                  <a:cubicBezTo>
                    <a:pt x="53676" y="15960"/>
                    <a:pt x="53676" y="15960"/>
                    <a:pt x="53676" y="15322"/>
                  </a:cubicBezTo>
                  <a:cubicBezTo>
                    <a:pt x="53676" y="15322"/>
                    <a:pt x="53676" y="15322"/>
                    <a:pt x="53676" y="14683"/>
                  </a:cubicBezTo>
                  <a:cubicBezTo>
                    <a:pt x="53676" y="10853"/>
                    <a:pt x="56231" y="8299"/>
                    <a:pt x="60066" y="8299"/>
                  </a:cubicBezTo>
                  <a:lnTo>
                    <a:pt x="76040" y="8299"/>
                  </a:lnTo>
                  <a:cubicBezTo>
                    <a:pt x="78596" y="8299"/>
                    <a:pt x="79874" y="9576"/>
                    <a:pt x="81152" y="11491"/>
                  </a:cubicBezTo>
                  <a:cubicBezTo>
                    <a:pt x="81791" y="10215"/>
                    <a:pt x="83069" y="9576"/>
                    <a:pt x="84347" y="9576"/>
                  </a:cubicBezTo>
                  <a:cubicBezTo>
                    <a:pt x="87542" y="8938"/>
                    <a:pt x="91376" y="10853"/>
                    <a:pt x="92015" y="14045"/>
                  </a:cubicBezTo>
                  <a:lnTo>
                    <a:pt x="93932" y="22344"/>
                  </a:lnTo>
                  <a:lnTo>
                    <a:pt x="97127" y="13407"/>
                  </a:lnTo>
                  <a:cubicBezTo>
                    <a:pt x="97766" y="10853"/>
                    <a:pt x="100322" y="8938"/>
                    <a:pt x="102878" y="8938"/>
                  </a:cubicBezTo>
                  <a:lnTo>
                    <a:pt x="102878" y="8938"/>
                  </a:lnTo>
                  <a:cubicBezTo>
                    <a:pt x="105434" y="8938"/>
                    <a:pt x="107990" y="10853"/>
                    <a:pt x="108629" y="13407"/>
                  </a:cubicBezTo>
                  <a:lnTo>
                    <a:pt x="111824" y="22344"/>
                  </a:lnTo>
                  <a:lnTo>
                    <a:pt x="114380" y="14045"/>
                  </a:lnTo>
                  <a:cubicBezTo>
                    <a:pt x="115019" y="10853"/>
                    <a:pt x="118853" y="8938"/>
                    <a:pt x="122048" y="9576"/>
                  </a:cubicBezTo>
                  <a:cubicBezTo>
                    <a:pt x="125243" y="10215"/>
                    <a:pt x="126520" y="13407"/>
                    <a:pt x="126520" y="15960"/>
                  </a:cubicBezTo>
                  <a:cubicBezTo>
                    <a:pt x="126520" y="15322"/>
                    <a:pt x="127160" y="14683"/>
                    <a:pt x="127160" y="14683"/>
                  </a:cubicBezTo>
                  <a:cubicBezTo>
                    <a:pt x="129715" y="10853"/>
                    <a:pt x="134189" y="8938"/>
                    <a:pt x="139940" y="8938"/>
                  </a:cubicBezTo>
                  <a:cubicBezTo>
                    <a:pt x="146969" y="8938"/>
                    <a:pt x="152080" y="12130"/>
                    <a:pt x="152720" y="12768"/>
                  </a:cubicBezTo>
                  <a:cubicBezTo>
                    <a:pt x="155915" y="14683"/>
                    <a:pt x="156553" y="18514"/>
                    <a:pt x="154636" y="21706"/>
                  </a:cubicBezTo>
                  <a:cubicBezTo>
                    <a:pt x="153997" y="22983"/>
                    <a:pt x="152720" y="23621"/>
                    <a:pt x="151441" y="24259"/>
                  </a:cubicBezTo>
                  <a:cubicBezTo>
                    <a:pt x="153358" y="25536"/>
                    <a:pt x="154636" y="26813"/>
                    <a:pt x="155915" y="28090"/>
                  </a:cubicBezTo>
                  <a:cubicBezTo>
                    <a:pt x="157192" y="30005"/>
                    <a:pt x="157831" y="32559"/>
                    <a:pt x="157831" y="35751"/>
                  </a:cubicBezTo>
                  <a:cubicBezTo>
                    <a:pt x="157831" y="39581"/>
                    <a:pt x="155275" y="42135"/>
                    <a:pt x="153997" y="43411"/>
                  </a:cubicBezTo>
                  <a:close/>
                </a:path>
              </a:pathLst>
            </a:custGeom>
            <a:solidFill>
              <a:srgbClr val="00ABAB"/>
            </a:solidFill>
            <a:ln w="6390" cap="flat">
              <a:noFill/>
              <a:prstDash val="solid"/>
              <a:miter/>
            </a:ln>
          </p:spPr>
          <p:txBody>
            <a:bodyPr rtlCol="0" anchor="ctr"/>
            <a:lstStyle/>
            <a:p>
              <a:endParaRPr lang="en-US"/>
            </a:p>
          </p:txBody>
        </p:sp>
        <p:sp>
          <p:nvSpPr>
            <p:cNvPr id="916" name="Graphic 4">
              <a:extLst>
                <a:ext uri="{FF2B5EF4-FFF2-40B4-BE49-F238E27FC236}">
                  <a16:creationId xmlns:a16="http://schemas.microsoft.com/office/drawing/2014/main" id="{93B51B7E-93BA-7E47-94EF-B1118BEF40DB}"/>
                </a:ext>
              </a:extLst>
            </p:cNvPr>
            <p:cNvSpPr/>
            <p:nvPr/>
          </p:nvSpPr>
          <p:spPr>
            <a:xfrm>
              <a:off x="10324860" y="333962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86908 w 361674"/>
                <a:gd name="connsiteY5" fmla="*/ 255998 h 361333"/>
                <a:gd name="connsiteX6" fmla="*/ 269655 w 361674"/>
                <a:gd name="connsiteY6" fmla="*/ 262382 h 361333"/>
                <a:gd name="connsiteX7" fmla="*/ 88820 w 361674"/>
                <a:gd name="connsiteY7" fmla="*/ 262382 h 361333"/>
                <a:gd name="connsiteX8" fmla="*/ 75401 w 361674"/>
                <a:gd name="connsiteY8" fmla="*/ 256636 h 361333"/>
                <a:gd name="connsiteX9" fmla="*/ 68372 w 361674"/>
                <a:gd name="connsiteY9" fmla="*/ 234930 h 361333"/>
                <a:gd name="connsiteX10" fmla="*/ 68372 w 361674"/>
                <a:gd name="connsiteY10" fmla="*/ 105336 h 361333"/>
                <a:gd name="connsiteX11" fmla="*/ 74762 w 361674"/>
                <a:gd name="connsiteY11" fmla="*/ 98952 h 361333"/>
                <a:gd name="connsiteX12" fmla="*/ 81152 w 361674"/>
                <a:gd name="connsiteY12" fmla="*/ 105336 h 361333"/>
                <a:gd name="connsiteX13" fmla="*/ 81152 w 361674"/>
                <a:gd name="connsiteY13" fmla="*/ 235569 h 361333"/>
                <a:gd name="connsiteX14" fmla="*/ 84347 w 361674"/>
                <a:gd name="connsiteY14" fmla="*/ 248337 h 361333"/>
                <a:gd name="connsiteX15" fmla="*/ 88181 w 361674"/>
                <a:gd name="connsiteY15" fmla="*/ 249614 h 361333"/>
                <a:gd name="connsiteX16" fmla="*/ 98404 w 361674"/>
                <a:gd name="connsiteY16" fmla="*/ 234930 h 361333"/>
                <a:gd name="connsiteX17" fmla="*/ 98404 w 361674"/>
                <a:gd name="connsiteY17" fmla="*/ 104697 h 361333"/>
                <a:gd name="connsiteX18" fmla="*/ 104794 w 361674"/>
                <a:gd name="connsiteY18" fmla="*/ 98313 h 361333"/>
                <a:gd name="connsiteX19" fmla="*/ 286269 w 361674"/>
                <a:gd name="connsiteY19" fmla="*/ 98313 h 361333"/>
                <a:gd name="connsiteX20" fmla="*/ 292659 w 361674"/>
                <a:gd name="connsiteY20" fmla="*/ 104697 h 361333"/>
                <a:gd name="connsiteX21" fmla="*/ 292659 w 361674"/>
                <a:gd name="connsiteY21" fmla="*/ 236207 h 361333"/>
                <a:gd name="connsiteX22" fmla="*/ 286908 w 361674"/>
                <a:gd name="connsiteY22" fmla="*/ 25599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1674"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09" y="81077"/>
                    <a:pt x="281157" y="0"/>
                    <a:pt x="180835" y="0"/>
                  </a:cubicBezTo>
                  <a:close/>
                  <a:moveTo>
                    <a:pt x="286908" y="255998"/>
                  </a:moveTo>
                  <a:cubicBezTo>
                    <a:pt x="282435" y="260466"/>
                    <a:pt x="276684" y="262382"/>
                    <a:pt x="269655" y="262382"/>
                  </a:cubicBezTo>
                  <a:lnTo>
                    <a:pt x="88820" y="262382"/>
                  </a:lnTo>
                  <a:cubicBezTo>
                    <a:pt x="83708" y="262382"/>
                    <a:pt x="79235" y="260466"/>
                    <a:pt x="75401" y="256636"/>
                  </a:cubicBezTo>
                  <a:cubicBezTo>
                    <a:pt x="67733" y="248975"/>
                    <a:pt x="68372" y="236207"/>
                    <a:pt x="68372" y="234930"/>
                  </a:cubicBezTo>
                  <a:lnTo>
                    <a:pt x="68372" y="105336"/>
                  </a:lnTo>
                  <a:cubicBezTo>
                    <a:pt x="68372" y="101505"/>
                    <a:pt x="70928" y="98952"/>
                    <a:pt x="74762" y="98952"/>
                  </a:cubicBezTo>
                  <a:cubicBezTo>
                    <a:pt x="78596" y="98952"/>
                    <a:pt x="81152" y="101505"/>
                    <a:pt x="81152" y="105336"/>
                  </a:cubicBezTo>
                  <a:lnTo>
                    <a:pt x="81152" y="235569"/>
                  </a:lnTo>
                  <a:cubicBezTo>
                    <a:pt x="81152" y="238122"/>
                    <a:pt x="81791" y="245145"/>
                    <a:pt x="84347" y="248337"/>
                  </a:cubicBezTo>
                  <a:cubicBezTo>
                    <a:pt x="84986" y="248975"/>
                    <a:pt x="86264" y="249614"/>
                    <a:pt x="88181" y="249614"/>
                  </a:cubicBezTo>
                  <a:cubicBezTo>
                    <a:pt x="94571" y="249614"/>
                    <a:pt x="98404" y="247060"/>
                    <a:pt x="98404" y="234930"/>
                  </a:cubicBezTo>
                  <a:lnTo>
                    <a:pt x="98404" y="104697"/>
                  </a:lnTo>
                  <a:cubicBezTo>
                    <a:pt x="98404" y="100867"/>
                    <a:pt x="100961" y="98313"/>
                    <a:pt x="104794" y="98313"/>
                  </a:cubicBezTo>
                  <a:lnTo>
                    <a:pt x="286269" y="98313"/>
                  </a:lnTo>
                  <a:cubicBezTo>
                    <a:pt x="290103" y="98313"/>
                    <a:pt x="292659" y="100867"/>
                    <a:pt x="292659" y="104697"/>
                  </a:cubicBezTo>
                  <a:lnTo>
                    <a:pt x="292659" y="236207"/>
                  </a:lnTo>
                  <a:cubicBezTo>
                    <a:pt x="293937" y="238122"/>
                    <a:pt x="293937" y="248975"/>
                    <a:pt x="286908" y="255998"/>
                  </a:cubicBezTo>
                  <a:close/>
                </a:path>
              </a:pathLst>
            </a:custGeom>
            <a:solidFill>
              <a:srgbClr val="00ABAB"/>
            </a:solidFill>
            <a:ln w="6390" cap="flat">
              <a:noFill/>
              <a:prstDash val="solid"/>
              <a:miter/>
            </a:ln>
          </p:spPr>
          <p:txBody>
            <a:bodyPr rtlCol="0" anchor="ctr"/>
            <a:lstStyle/>
            <a:p>
              <a:endParaRPr lang="en-US"/>
            </a:p>
          </p:txBody>
        </p:sp>
        <p:sp>
          <p:nvSpPr>
            <p:cNvPr id="917" name="Graphic 4">
              <a:extLst>
                <a:ext uri="{FF2B5EF4-FFF2-40B4-BE49-F238E27FC236}">
                  <a16:creationId xmlns:a16="http://schemas.microsoft.com/office/drawing/2014/main" id="{67A6A922-D8EB-3D47-BFD0-59FE657B05CC}"/>
                </a:ext>
              </a:extLst>
            </p:cNvPr>
            <p:cNvSpPr/>
            <p:nvPr/>
          </p:nvSpPr>
          <p:spPr>
            <a:xfrm>
              <a:off x="10465438" y="3519652"/>
              <a:ext cx="37061" cy="43411"/>
            </a:xfrm>
            <a:custGeom>
              <a:avLst/>
              <a:gdLst>
                <a:gd name="connsiteX0" fmla="*/ 0 w 37061"/>
                <a:gd name="connsiteY0" fmla="*/ 0 h 43411"/>
                <a:gd name="connsiteX1" fmla="*/ 37062 w 37061"/>
                <a:gd name="connsiteY1" fmla="*/ 0 h 43411"/>
                <a:gd name="connsiteX2" fmla="*/ 37062 w 37061"/>
                <a:gd name="connsiteY2" fmla="*/ 43411 h 43411"/>
                <a:gd name="connsiteX3" fmla="*/ 0 w 37061"/>
                <a:gd name="connsiteY3" fmla="*/ 43411 h 43411"/>
              </a:gdLst>
              <a:ahLst/>
              <a:cxnLst>
                <a:cxn ang="0">
                  <a:pos x="connsiteX0" y="connsiteY0"/>
                </a:cxn>
                <a:cxn ang="0">
                  <a:pos x="connsiteX1" y="connsiteY1"/>
                </a:cxn>
                <a:cxn ang="0">
                  <a:pos x="connsiteX2" y="connsiteY2"/>
                </a:cxn>
                <a:cxn ang="0">
                  <a:pos x="connsiteX3" y="connsiteY3"/>
                </a:cxn>
              </a:cxnLst>
              <a:rect l="l" t="t" r="r" b="b"/>
              <a:pathLst>
                <a:path w="37061" h="43411">
                  <a:moveTo>
                    <a:pt x="0" y="0"/>
                  </a:moveTo>
                  <a:lnTo>
                    <a:pt x="37062" y="0"/>
                  </a:lnTo>
                  <a:lnTo>
                    <a:pt x="37062" y="43411"/>
                  </a:lnTo>
                  <a:lnTo>
                    <a:pt x="0" y="43411"/>
                  </a:lnTo>
                  <a:close/>
                </a:path>
              </a:pathLst>
            </a:custGeom>
            <a:solidFill>
              <a:srgbClr val="00ABAB"/>
            </a:solidFill>
            <a:ln w="6390" cap="flat">
              <a:noFill/>
              <a:prstDash val="solid"/>
              <a:miter/>
            </a:ln>
          </p:spPr>
          <p:txBody>
            <a:bodyPr rtlCol="0" anchor="ctr"/>
            <a:lstStyle/>
            <a:p>
              <a:endParaRPr lang="en-US"/>
            </a:p>
          </p:txBody>
        </p:sp>
      </p:grpSp>
    </p:spTree>
    <p:extLst>
      <p:ext uri="{BB962C8B-B14F-4D97-AF65-F5344CB8AC3E}">
        <p14:creationId xmlns:p14="http://schemas.microsoft.com/office/powerpoint/2010/main" val="543081358"/>
      </p:ext>
    </p:extLst>
  </p:cSld>
  <p:clrMapOvr>
    <a:masterClrMapping/>
  </p:clrMapOvr>
  <p:transition>
    <p:fade/>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0AB181-1E9F-2244-B53A-BC8E2F101DA6}"/>
              </a:ext>
            </a:extLst>
          </p:cNvPr>
          <p:cNvSpPr>
            <a:spLocks noGrp="1"/>
          </p:cNvSpPr>
          <p:nvPr>
            <p:ph type="title"/>
          </p:nvPr>
        </p:nvSpPr>
        <p:spPr/>
        <p:txBody>
          <a:bodyPr/>
          <a:lstStyle/>
          <a:p>
            <a:r>
              <a:rPr lang="en-US" dirty="0"/>
              <a:t>NATURE &amp; ENVIRONMENT</a:t>
            </a:r>
          </a:p>
        </p:txBody>
      </p:sp>
      <p:sp>
        <p:nvSpPr>
          <p:cNvPr id="4" name="Content Placeholder 3">
            <a:extLst>
              <a:ext uri="{FF2B5EF4-FFF2-40B4-BE49-F238E27FC236}">
                <a16:creationId xmlns:a16="http://schemas.microsoft.com/office/drawing/2014/main" id="{DB57E314-8EE4-694B-B268-A9071E1D395E}"/>
              </a:ext>
            </a:extLst>
          </p:cNvPr>
          <p:cNvSpPr>
            <a:spLocks noGrp="1"/>
          </p:cNvSpPr>
          <p:nvPr>
            <p:ph idx="10"/>
          </p:nvPr>
        </p:nvSpPr>
        <p:spPr>
          <a:xfrm>
            <a:off x="463296" y="5473209"/>
            <a:ext cx="5245045" cy="1114021"/>
          </a:xfrm>
        </p:spPr>
        <p:txBody>
          <a:bodyPr/>
          <a:lstStyle/>
          <a:p>
            <a:r>
              <a:rPr lang="en-US" dirty="0"/>
              <a:t>Animals</a:t>
            </a:r>
          </a:p>
          <a:p>
            <a:r>
              <a:rPr lang="en-US" sz="900" dirty="0"/>
              <a:t>Keywords:</a:t>
            </a:r>
            <a:br>
              <a:rPr lang="en-US" sz="900" dirty="0"/>
            </a:br>
            <a:r>
              <a:rPr lang="en-US" sz="850" b="0" dirty="0"/>
              <a:t>Security, Ocean, Ice Caps, Fauna, Endangered Species, Blue Whale, Fish, Ocean Life, Leader, King, Insect, Beetle, Pets, Animal Care, Security, Kitty, Rat, </a:t>
            </a:r>
            <a:r>
              <a:rPr lang="en-US" sz="850" b="0" dirty="0" err="1"/>
              <a:t>Rondent</a:t>
            </a:r>
            <a:r>
              <a:rPr lang="en-US" sz="850" b="0" dirty="0"/>
              <a:t>, Risk, Danger, Pachyderm, </a:t>
            </a:r>
            <a:r>
              <a:rPr lang="en-US" sz="850" b="0" dirty="0" err="1"/>
              <a:t>Resilence</a:t>
            </a:r>
            <a:r>
              <a:rPr lang="en-US" sz="850" b="0" dirty="0"/>
              <a:t>, Bullish, Piggy, Pork, </a:t>
            </a:r>
            <a:r>
              <a:rPr lang="en-US" sz="850" b="0" dirty="0" err="1"/>
              <a:t>Catepillar</a:t>
            </a:r>
            <a:r>
              <a:rPr lang="en-US" sz="850" b="0" dirty="0"/>
              <a:t>, Sea Shell, Bunny, Pigeon, Bird, Dinosaur, Poison, Arachnid, Phobia, Whale, Dolphin, Dove, Owl, Turtle, Tortoise, Bear, Fox, Bug, Paw Print, Lion, Worm, Oyster Pearl, Rabbit, Bird, Pig, Bull, Snake, Fish Bone, Dog, Spider, Unicorn, Mountain Goat, Shark, Feather, Scorpion, Cat, Elephant, Dog Kennel, Fish, Mouse, Horse, Eagle, Bone, Pterodactyl</a:t>
            </a:r>
          </a:p>
        </p:txBody>
      </p:sp>
      <p:sp>
        <p:nvSpPr>
          <p:cNvPr id="9" name="Content Placeholder 3">
            <a:extLst>
              <a:ext uri="{FF2B5EF4-FFF2-40B4-BE49-F238E27FC236}">
                <a16:creationId xmlns:a16="http://schemas.microsoft.com/office/drawing/2014/main" id="{55E798CF-E773-9D48-A06F-584A2DB95AC8}"/>
              </a:ext>
            </a:extLst>
          </p:cNvPr>
          <p:cNvSpPr txBox="1">
            <a:spLocks/>
          </p:cNvSpPr>
          <p:nvPr/>
        </p:nvSpPr>
        <p:spPr>
          <a:xfrm>
            <a:off x="8846147" y="5473209"/>
            <a:ext cx="2894749"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Nature &amp; Weather</a:t>
            </a:r>
          </a:p>
          <a:p>
            <a:r>
              <a:rPr lang="en-US" sz="900" dirty="0"/>
              <a:t>Keywords:</a:t>
            </a:r>
            <a:br>
              <a:rPr lang="en-US" sz="900" dirty="0"/>
            </a:br>
            <a:r>
              <a:rPr lang="en-US" sz="850" b="0" dirty="0"/>
              <a:t>Raindrop, Flame, Mount, Peak, Snowcap, Rainy Day, Mild Rain, Storm, Water Scarcity, Save Water, Winter, Cold, Storm, Windy, Cloud, Mountain, Wind, Water, Droplet, Fire, Thunder, Water, Flood, Snowfall, Snowflake, Hailstorm, Lightning, Rain, Rainbow, Showers, Umbrella, Cloudy</a:t>
            </a:r>
          </a:p>
        </p:txBody>
      </p:sp>
      <p:sp>
        <p:nvSpPr>
          <p:cNvPr id="10" name="Content Placeholder 3">
            <a:extLst>
              <a:ext uri="{FF2B5EF4-FFF2-40B4-BE49-F238E27FC236}">
                <a16:creationId xmlns:a16="http://schemas.microsoft.com/office/drawing/2014/main" id="{F6F1EA66-4F59-DE4A-ABF1-B392433220F7}"/>
              </a:ext>
            </a:extLst>
          </p:cNvPr>
          <p:cNvSpPr txBox="1">
            <a:spLocks/>
          </p:cNvSpPr>
          <p:nvPr/>
        </p:nvSpPr>
        <p:spPr>
          <a:xfrm>
            <a:off x="6773661" y="5473209"/>
            <a:ext cx="1367161"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Plants</a:t>
            </a:r>
          </a:p>
          <a:p>
            <a:r>
              <a:rPr lang="en-US" sz="900" dirty="0"/>
              <a:t>Keywords:</a:t>
            </a:r>
            <a:br>
              <a:rPr lang="en-US" sz="900" dirty="0"/>
            </a:br>
            <a:r>
              <a:rPr lang="en-US" sz="850" b="0" dirty="0"/>
              <a:t>Flora, Daisy, </a:t>
            </a:r>
            <a:r>
              <a:rPr lang="en-US" sz="850" b="0" dirty="0" err="1"/>
              <a:t>Cactii</a:t>
            </a:r>
            <a:r>
              <a:rPr lang="en-US" sz="850" b="0" dirty="0"/>
              <a:t>, Desert, Coniferous, Christmas Tree, Plant, Flower, Cactus, Leaf, Tree, Pine Tree, Shoot, Sapling</a:t>
            </a:r>
          </a:p>
        </p:txBody>
      </p:sp>
      <p:grpSp>
        <p:nvGrpSpPr>
          <p:cNvPr id="8" name="Graphic 6">
            <a:extLst>
              <a:ext uri="{FF2B5EF4-FFF2-40B4-BE49-F238E27FC236}">
                <a16:creationId xmlns:a16="http://schemas.microsoft.com/office/drawing/2014/main" id="{103909E5-82E3-944A-B6C3-B408263558AF}"/>
              </a:ext>
            </a:extLst>
          </p:cNvPr>
          <p:cNvGrpSpPr/>
          <p:nvPr/>
        </p:nvGrpSpPr>
        <p:grpSpPr>
          <a:xfrm>
            <a:off x="8841116" y="1404000"/>
            <a:ext cx="362309" cy="361971"/>
            <a:chOff x="8841116" y="1404000"/>
            <a:chExt cx="362309" cy="361971"/>
          </a:xfrm>
          <a:solidFill>
            <a:srgbClr val="43B02A"/>
          </a:solidFill>
        </p:grpSpPr>
        <p:sp>
          <p:nvSpPr>
            <p:cNvPr id="206" name="Graphic 6">
              <a:extLst>
                <a:ext uri="{FF2B5EF4-FFF2-40B4-BE49-F238E27FC236}">
                  <a16:creationId xmlns:a16="http://schemas.microsoft.com/office/drawing/2014/main" id="{3E5F3534-FA3C-9842-9CBC-1DE01A257047}"/>
                </a:ext>
              </a:extLst>
            </p:cNvPr>
            <p:cNvSpPr/>
            <p:nvPr/>
          </p:nvSpPr>
          <p:spPr>
            <a:xfrm>
              <a:off x="8841116" y="1404000"/>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181474 w 362309"/>
                <a:gd name="connsiteY4" fmla="*/ 0 h 361971"/>
                <a:gd name="connsiteX5" fmla="*/ 181474 w 362309"/>
                <a:gd name="connsiteY5" fmla="*/ 349204 h 361971"/>
                <a:gd name="connsiteX6" fmla="*/ 13419 w 362309"/>
                <a:gd name="connsiteY6" fmla="*/ 180667 h 361971"/>
                <a:gd name="connsiteX7" fmla="*/ 182113 w 362309"/>
                <a:gd name="connsiteY7" fmla="*/ 12768 h 361971"/>
                <a:gd name="connsiteX8" fmla="*/ 350169 w 362309"/>
                <a:gd name="connsiteY8" fmla="*/ 181305 h 361971"/>
                <a:gd name="connsiteX9" fmla="*/ 181474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81715"/>
                    <a:pt x="281796" y="0"/>
                    <a:pt x="181474" y="0"/>
                  </a:cubicBezTo>
                  <a:close/>
                  <a:moveTo>
                    <a:pt x="181474" y="349204"/>
                  </a:moveTo>
                  <a:cubicBezTo>
                    <a:pt x="88820" y="349204"/>
                    <a:pt x="13419" y="273873"/>
                    <a:pt x="13419" y="180667"/>
                  </a:cubicBezTo>
                  <a:cubicBezTo>
                    <a:pt x="13419" y="88099"/>
                    <a:pt x="88820" y="12768"/>
                    <a:pt x="182113" y="12768"/>
                  </a:cubicBezTo>
                  <a:cubicBezTo>
                    <a:pt x="275406" y="12768"/>
                    <a:pt x="350169" y="88099"/>
                    <a:pt x="350169" y="181305"/>
                  </a:cubicBezTo>
                  <a:cubicBezTo>
                    <a:pt x="350169" y="273873"/>
                    <a:pt x="274128" y="349204"/>
                    <a:pt x="181474" y="349204"/>
                  </a:cubicBezTo>
                  <a:close/>
                </a:path>
              </a:pathLst>
            </a:custGeom>
            <a:solidFill>
              <a:srgbClr val="43B02A"/>
            </a:solidFill>
            <a:ln w="6390" cap="flat">
              <a:noFill/>
              <a:prstDash val="solid"/>
              <a:miter/>
            </a:ln>
          </p:spPr>
          <p:txBody>
            <a:bodyPr rtlCol="0" anchor="ctr"/>
            <a:lstStyle/>
            <a:p>
              <a:endParaRPr lang="en-US"/>
            </a:p>
          </p:txBody>
        </p:sp>
        <p:sp>
          <p:nvSpPr>
            <p:cNvPr id="207" name="Graphic 6">
              <a:extLst>
                <a:ext uri="{FF2B5EF4-FFF2-40B4-BE49-F238E27FC236}">
                  <a16:creationId xmlns:a16="http://schemas.microsoft.com/office/drawing/2014/main" id="{022C41D0-4F28-3844-9011-BF929A151E89}"/>
                </a:ext>
              </a:extLst>
            </p:cNvPr>
            <p:cNvSpPr/>
            <p:nvPr/>
          </p:nvSpPr>
          <p:spPr>
            <a:xfrm>
              <a:off x="8897348" y="1568707"/>
              <a:ext cx="37061" cy="12767"/>
            </a:xfrm>
            <a:custGeom>
              <a:avLst/>
              <a:gdLst>
                <a:gd name="connsiteX0" fmla="*/ 6390 w 37061"/>
                <a:gd name="connsiteY0" fmla="*/ 12768 h 12767"/>
                <a:gd name="connsiteX1" fmla="*/ 30671 w 37061"/>
                <a:gd name="connsiteY1" fmla="*/ 12768 h 12767"/>
                <a:gd name="connsiteX2" fmla="*/ 37061 w 37061"/>
                <a:gd name="connsiteY2" fmla="*/ 6384 h 12767"/>
                <a:gd name="connsiteX3" fmla="*/ 30671 w 37061"/>
                <a:gd name="connsiteY3" fmla="*/ 0 h 12767"/>
                <a:gd name="connsiteX4" fmla="*/ 6390 w 37061"/>
                <a:gd name="connsiteY4" fmla="*/ 0 h 12767"/>
                <a:gd name="connsiteX5" fmla="*/ 0 w 37061"/>
                <a:gd name="connsiteY5" fmla="*/ 6384 h 12767"/>
                <a:gd name="connsiteX6" fmla="*/ 6390 w 37061"/>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61" h="12767">
                  <a:moveTo>
                    <a:pt x="6390" y="12768"/>
                  </a:moveTo>
                  <a:lnTo>
                    <a:pt x="30671" y="12768"/>
                  </a:lnTo>
                  <a:cubicBezTo>
                    <a:pt x="34506" y="12768"/>
                    <a:pt x="37061" y="10214"/>
                    <a:pt x="37061" y="6384"/>
                  </a:cubicBezTo>
                  <a:cubicBezTo>
                    <a:pt x="37061" y="2554"/>
                    <a:pt x="34506" y="0"/>
                    <a:pt x="30671" y="0"/>
                  </a:cubicBezTo>
                  <a:lnTo>
                    <a:pt x="6390" y="0"/>
                  </a:lnTo>
                  <a:cubicBezTo>
                    <a:pt x="2556" y="0"/>
                    <a:pt x="0" y="2554"/>
                    <a:pt x="0" y="6384"/>
                  </a:cubicBezTo>
                  <a:cubicBezTo>
                    <a:pt x="0" y="10214"/>
                    <a:pt x="3195" y="12768"/>
                    <a:pt x="6390" y="12768"/>
                  </a:cubicBezTo>
                  <a:close/>
                </a:path>
              </a:pathLst>
            </a:custGeom>
            <a:solidFill>
              <a:srgbClr val="43B02A"/>
            </a:solidFill>
            <a:ln w="6390" cap="flat">
              <a:noFill/>
              <a:prstDash val="solid"/>
              <a:miter/>
            </a:ln>
          </p:spPr>
          <p:txBody>
            <a:bodyPr rtlCol="0" anchor="ctr"/>
            <a:lstStyle/>
            <a:p>
              <a:endParaRPr lang="en-US"/>
            </a:p>
          </p:txBody>
        </p:sp>
        <p:sp>
          <p:nvSpPr>
            <p:cNvPr id="208" name="Graphic 6">
              <a:extLst>
                <a:ext uri="{FF2B5EF4-FFF2-40B4-BE49-F238E27FC236}">
                  <a16:creationId xmlns:a16="http://schemas.microsoft.com/office/drawing/2014/main" id="{317630E3-314A-B34A-84CC-B6FFB73D46AE}"/>
                </a:ext>
              </a:extLst>
            </p:cNvPr>
            <p:cNvSpPr/>
            <p:nvPr/>
          </p:nvSpPr>
          <p:spPr>
            <a:xfrm>
              <a:off x="8946550" y="1514443"/>
              <a:ext cx="201283" cy="67670"/>
            </a:xfrm>
            <a:custGeom>
              <a:avLst/>
              <a:gdLst>
                <a:gd name="connsiteX0" fmla="*/ 167417 w 201283"/>
                <a:gd name="connsiteY0" fmla="*/ 0 h 67670"/>
                <a:gd name="connsiteX1" fmla="*/ 133550 w 201283"/>
                <a:gd name="connsiteY1" fmla="*/ 33835 h 67670"/>
                <a:gd name="connsiteX2" fmla="*/ 139940 w 201283"/>
                <a:gd name="connsiteY2" fmla="*/ 40219 h 67670"/>
                <a:gd name="connsiteX3" fmla="*/ 146330 w 201283"/>
                <a:gd name="connsiteY3" fmla="*/ 33835 h 67670"/>
                <a:gd name="connsiteX4" fmla="*/ 167417 w 201283"/>
                <a:gd name="connsiteY4" fmla="*/ 12768 h 67670"/>
                <a:gd name="connsiteX5" fmla="*/ 188503 w 201283"/>
                <a:gd name="connsiteY5" fmla="*/ 33835 h 67670"/>
                <a:gd name="connsiteX6" fmla="*/ 167417 w 201283"/>
                <a:gd name="connsiteY6" fmla="*/ 54902 h 67670"/>
                <a:gd name="connsiteX7" fmla="*/ 6390 w 201283"/>
                <a:gd name="connsiteY7" fmla="*/ 54902 h 67670"/>
                <a:gd name="connsiteX8" fmla="*/ 0 w 201283"/>
                <a:gd name="connsiteY8" fmla="*/ 61286 h 67670"/>
                <a:gd name="connsiteX9" fmla="*/ 6390 w 201283"/>
                <a:gd name="connsiteY9" fmla="*/ 67670 h 67670"/>
                <a:gd name="connsiteX10" fmla="*/ 167417 w 201283"/>
                <a:gd name="connsiteY10" fmla="*/ 67670 h 67670"/>
                <a:gd name="connsiteX11" fmla="*/ 201283 w 201283"/>
                <a:gd name="connsiteY11" fmla="*/ 33835 h 67670"/>
                <a:gd name="connsiteX12" fmla="*/ 167417 w 201283"/>
                <a:gd name="connsiteY12" fmla="*/ 0 h 6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1283" h="67670">
                  <a:moveTo>
                    <a:pt x="167417" y="0"/>
                  </a:moveTo>
                  <a:cubicBezTo>
                    <a:pt x="148886" y="0"/>
                    <a:pt x="133550" y="15322"/>
                    <a:pt x="133550" y="33835"/>
                  </a:cubicBezTo>
                  <a:cubicBezTo>
                    <a:pt x="133550" y="37665"/>
                    <a:pt x="136106" y="40219"/>
                    <a:pt x="139940" y="40219"/>
                  </a:cubicBezTo>
                  <a:cubicBezTo>
                    <a:pt x="143774" y="40219"/>
                    <a:pt x="146330" y="37665"/>
                    <a:pt x="146330" y="33835"/>
                  </a:cubicBezTo>
                  <a:cubicBezTo>
                    <a:pt x="146330" y="22344"/>
                    <a:pt x="155915" y="12768"/>
                    <a:pt x="167417" y="12768"/>
                  </a:cubicBezTo>
                  <a:cubicBezTo>
                    <a:pt x="178918" y="12768"/>
                    <a:pt x="188503" y="22344"/>
                    <a:pt x="188503" y="33835"/>
                  </a:cubicBezTo>
                  <a:cubicBezTo>
                    <a:pt x="188503" y="45326"/>
                    <a:pt x="178918" y="54902"/>
                    <a:pt x="167417" y="54902"/>
                  </a:cubicBezTo>
                  <a:lnTo>
                    <a:pt x="6390" y="54902"/>
                  </a:lnTo>
                  <a:cubicBezTo>
                    <a:pt x="2556" y="54902"/>
                    <a:pt x="0" y="57456"/>
                    <a:pt x="0" y="61286"/>
                  </a:cubicBezTo>
                  <a:cubicBezTo>
                    <a:pt x="0" y="65117"/>
                    <a:pt x="2556" y="67670"/>
                    <a:pt x="6390" y="67670"/>
                  </a:cubicBezTo>
                  <a:lnTo>
                    <a:pt x="167417" y="67670"/>
                  </a:lnTo>
                  <a:cubicBezTo>
                    <a:pt x="185947" y="67670"/>
                    <a:pt x="201283" y="52349"/>
                    <a:pt x="201283" y="33835"/>
                  </a:cubicBezTo>
                  <a:cubicBezTo>
                    <a:pt x="201283" y="14683"/>
                    <a:pt x="185947" y="0"/>
                    <a:pt x="167417" y="0"/>
                  </a:cubicBezTo>
                  <a:close/>
                </a:path>
              </a:pathLst>
            </a:custGeom>
            <a:solidFill>
              <a:srgbClr val="43B02A"/>
            </a:solidFill>
            <a:ln w="6390" cap="flat">
              <a:noFill/>
              <a:prstDash val="solid"/>
              <a:miter/>
            </a:ln>
          </p:spPr>
          <p:txBody>
            <a:bodyPr rtlCol="0" anchor="ctr"/>
            <a:lstStyle/>
            <a:p>
              <a:endParaRPr lang="en-US"/>
            </a:p>
          </p:txBody>
        </p:sp>
        <p:sp>
          <p:nvSpPr>
            <p:cNvPr id="209" name="Graphic 6">
              <a:extLst>
                <a:ext uri="{FF2B5EF4-FFF2-40B4-BE49-F238E27FC236}">
                  <a16:creationId xmlns:a16="http://schemas.microsoft.com/office/drawing/2014/main" id="{26C7B869-B524-4F41-A90C-81B42629BC76}"/>
                </a:ext>
              </a:extLst>
            </p:cNvPr>
            <p:cNvSpPr/>
            <p:nvPr/>
          </p:nvSpPr>
          <p:spPr>
            <a:xfrm>
              <a:off x="8897348" y="1596158"/>
              <a:ext cx="56870" cy="12767"/>
            </a:xfrm>
            <a:custGeom>
              <a:avLst/>
              <a:gdLst>
                <a:gd name="connsiteX0" fmla="*/ 56871 w 56870"/>
                <a:gd name="connsiteY0" fmla="*/ 6384 h 12767"/>
                <a:gd name="connsiteX1" fmla="*/ 50481 w 56870"/>
                <a:gd name="connsiteY1" fmla="*/ 0 h 12767"/>
                <a:gd name="connsiteX2" fmla="*/ 6390 w 56870"/>
                <a:gd name="connsiteY2" fmla="*/ 0 h 12767"/>
                <a:gd name="connsiteX3" fmla="*/ 0 w 56870"/>
                <a:gd name="connsiteY3" fmla="*/ 6384 h 12767"/>
                <a:gd name="connsiteX4" fmla="*/ 6390 w 56870"/>
                <a:gd name="connsiteY4" fmla="*/ 12768 h 12767"/>
                <a:gd name="connsiteX5" fmla="*/ 50481 w 56870"/>
                <a:gd name="connsiteY5" fmla="*/ 12768 h 12767"/>
                <a:gd name="connsiteX6" fmla="*/ 56871 w 56870"/>
                <a:gd name="connsiteY6" fmla="*/ 638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870" h="12767">
                  <a:moveTo>
                    <a:pt x="56871" y="6384"/>
                  </a:moveTo>
                  <a:cubicBezTo>
                    <a:pt x="56871" y="2554"/>
                    <a:pt x="54314" y="0"/>
                    <a:pt x="50481" y="0"/>
                  </a:cubicBezTo>
                  <a:lnTo>
                    <a:pt x="6390" y="0"/>
                  </a:lnTo>
                  <a:cubicBezTo>
                    <a:pt x="2556" y="0"/>
                    <a:pt x="0" y="2554"/>
                    <a:pt x="0" y="6384"/>
                  </a:cubicBezTo>
                  <a:cubicBezTo>
                    <a:pt x="0" y="10214"/>
                    <a:pt x="2556" y="12768"/>
                    <a:pt x="6390" y="12768"/>
                  </a:cubicBezTo>
                  <a:lnTo>
                    <a:pt x="50481" y="12768"/>
                  </a:lnTo>
                  <a:cubicBezTo>
                    <a:pt x="53676" y="12768"/>
                    <a:pt x="56871" y="10214"/>
                    <a:pt x="56871" y="6384"/>
                  </a:cubicBezTo>
                  <a:close/>
                </a:path>
              </a:pathLst>
            </a:custGeom>
            <a:solidFill>
              <a:srgbClr val="43B02A"/>
            </a:solidFill>
            <a:ln w="6390" cap="flat">
              <a:noFill/>
              <a:prstDash val="solid"/>
              <a:miter/>
            </a:ln>
          </p:spPr>
          <p:txBody>
            <a:bodyPr rtlCol="0" anchor="ctr"/>
            <a:lstStyle/>
            <a:p>
              <a:endParaRPr lang="en-US"/>
            </a:p>
          </p:txBody>
        </p:sp>
        <p:sp>
          <p:nvSpPr>
            <p:cNvPr id="210" name="Graphic 6">
              <a:extLst>
                <a:ext uri="{FF2B5EF4-FFF2-40B4-BE49-F238E27FC236}">
                  <a16:creationId xmlns:a16="http://schemas.microsoft.com/office/drawing/2014/main" id="{240CA8CD-37CC-844B-927B-AA9FA9F39A86}"/>
                </a:ext>
              </a:extLst>
            </p:cNvPr>
            <p:cNvSpPr/>
            <p:nvPr/>
          </p:nvSpPr>
          <p:spPr>
            <a:xfrm>
              <a:off x="8970832" y="1596796"/>
              <a:ext cx="135466" cy="63839"/>
            </a:xfrm>
            <a:custGeom>
              <a:avLst/>
              <a:gdLst>
                <a:gd name="connsiteX0" fmla="*/ 103517 w 135466"/>
                <a:gd name="connsiteY0" fmla="*/ 0 h 63839"/>
                <a:gd name="connsiteX1" fmla="*/ 6390 w 135466"/>
                <a:gd name="connsiteY1" fmla="*/ 0 h 63839"/>
                <a:gd name="connsiteX2" fmla="*/ 0 w 135466"/>
                <a:gd name="connsiteY2" fmla="*/ 6384 h 63839"/>
                <a:gd name="connsiteX3" fmla="*/ 6390 w 135466"/>
                <a:gd name="connsiteY3" fmla="*/ 12768 h 63839"/>
                <a:gd name="connsiteX4" fmla="*/ 103517 w 135466"/>
                <a:gd name="connsiteY4" fmla="*/ 12768 h 63839"/>
                <a:gd name="connsiteX5" fmla="*/ 122686 w 135466"/>
                <a:gd name="connsiteY5" fmla="*/ 31920 h 63839"/>
                <a:gd name="connsiteX6" fmla="*/ 103517 w 135466"/>
                <a:gd name="connsiteY6" fmla="*/ 51072 h 63839"/>
                <a:gd name="connsiteX7" fmla="*/ 84347 w 135466"/>
                <a:gd name="connsiteY7" fmla="*/ 31920 h 63839"/>
                <a:gd name="connsiteX8" fmla="*/ 77957 w 135466"/>
                <a:gd name="connsiteY8" fmla="*/ 25536 h 63839"/>
                <a:gd name="connsiteX9" fmla="*/ 71567 w 135466"/>
                <a:gd name="connsiteY9" fmla="*/ 31920 h 63839"/>
                <a:gd name="connsiteX10" fmla="*/ 103517 w 135466"/>
                <a:gd name="connsiteY10" fmla="*/ 63840 h 63839"/>
                <a:gd name="connsiteX11" fmla="*/ 135466 w 135466"/>
                <a:gd name="connsiteY11" fmla="*/ 31920 h 63839"/>
                <a:gd name="connsiteX12" fmla="*/ 103517 w 135466"/>
                <a:gd name="connsiteY12" fmla="*/ 0 h 6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5466" h="63839">
                  <a:moveTo>
                    <a:pt x="103517" y="0"/>
                  </a:moveTo>
                  <a:lnTo>
                    <a:pt x="6390" y="0"/>
                  </a:lnTo>
                  <a:cubicBezTo>
                    <a:pt x="2556" y="0"/>
                    <a:pt x="0" y="2554"/>
                    <a:pt x="0" y="6384"/>
                  </a:cubicBezTo>
                  <a:cubicBezTo>
                    <a:pt x="0" y="10214"/>
                    <a:pt x="2556" y="12768"/>
                    <a:pt x="6390" y="12768"/>
                  </a:cubicBezTo>
                  <a:lnTo>
                    <a:pt x="103517" y="12768"/>
                  </a:lnTo>
                  <a:cubicBezTo>
                    <a:pt x="114380" y="12768"/>
                    <a:pt x="122686" y="21067"/>
                    <a:pt x="122686" y="31920"/>
                  </a:cubicBezTo>
                  <a:cubicBezTo>
                    <a:pt x="122686" y="42773"/>
                    <a:pt x="114380" y="51072"/>
                    <a:pt x="103517" y="51072"/>
                  </a:cubicBezTo>
                  <a:cubicBezTo>
                    <a:pt x="92654" y="51072"/>
                    <a:pt x="84347" y="42773"/>
                    <a:pt x="84347" y="31920"/>
                  </a:cubicBezTo>
                  <a:cubicBezTo>
                    <a:pt x="84347" y="28089"/>
                    <a:pt x="81791" y="25536"/>
                    <a:pt x="77957" y="25536"/>
                  </a:cubicBezTo>
                  <a:cubicBezTo>
                    <a:pt x="74123" y="25536"/>
                    <a:pt x="71567" y="28089"/>
                    <a:pt x="71567" y="31920"/>
                  </a:cubicBezTo>
                  <a:cubicBezTo>
                    <a:pt x="71567" y="49795"/>
                    <a:pt x="85625" y="63840"/>
                    <a:pt x="103517" y="63840"/>
                  </a:cubicBezTo>
                  <a:cubicBezTo>
                    <a:pt x="121409" y="63840"/>
                    <a:pt x="135466" y="49795"/>
                    <a:pt x="135466" y="31920"/>
                  </a:cubicBezTo>
                  <a:cubicBezTo>
                    <a:pt x="135466" y="14045"/>
                    <a:pt x="120770" y="0"/>
                    <a:pt x="103517" y="0"/>
                  </a:cubicBezTo>
                  <a:close/>
                </a:path>
              </a:pathLst>
            </a:custGeom>
            <a:solidFill>
              <a:srgbClr val="43B02A"/>
            </a:solidFill>
            <a:ln w="6390" cap="flat">
              <a:noFill/>
              <a:prstDash val="solid"/>
              <a:miter/>
            </a:ln>
          </p:spPr>
          <p:txBody>
            <a:bodyPr rtlCol="0" anchor="ctr"/>
            <a:lstStyle/>
            <a:p>
              <a:endParaRPr lang="en-US"/>
            </a:p>
          </p:txBody>
        </p:sp>
        <p:sp>
          <p:nvSpPr>
            <p:cNvPr id="211" name="Graphic 6">
              <a:extLst>
                <a:ext uri="{FF2B5EF4-FFF2-40B4-BE49-F238E27FC236}">
                  <a16:creationId xmlns:a16="http://schemas.microsoft.com/office/drawing/2014/main" id="{F8A3485B-FFB0-F84C-BB47-9F9B6A7B0A33}"/>
                </a:ext>
              </a:extLst>
            </p:cNvPr>
            <p:cNvSpPr/>
            <p:nvPr/>
          </p:nvSpPr>
          <p:spPr>
            <a:xfrm>
              <a:off x="8925464" y="1623609"/>
              <a:ext cx="94570" cy="44687"/>
            </a:xfrm>
            <a:custGeom>
              <a:avLst/>
              <a:gdLst>
                <a:gd name="connsiteX0" fmla="*/ 72206 w 94570"/>
                <a:gd name="connsiteY0" fmla="*/ 0 h 44687"/>
                <a:gd name="connsiteX1" fmla="*/ 6390 w 94570"/>
                <a:gd name="connsiteY1" fmla="*/ 0 h 44687"/>
                <a:gd name="connsiteX2" fmla="*/ 0 w 94570"/>
                <a:gd name="connsiteY2" fmla="*/ 6384 h 44687"/>
                <a:gd name="connsiteX3" fmla="*/ 6390 w 94570"/>
                <a:gd name="connsiteY3" fmla="*/ 12768 h 44687"/>
                <a:gd name="connsiteX4" fmla="*/ 72206 w 94570"/>
                <a:gd name="connsiteY4" fmla="*/ 12768 h 44687"/>
                <a:gd name="connsiteX5" fmla="*/ 81791 w 94570"/>
                <a:gd name="connsiteY5" fmla="*/ 22344 h 44687"/>
                <a:gd name="connsiteX6" fmla="*/ 72206 w 94570"/>
                <a:gd name="connsiteY6" fmla="*/ 31920 h 44687"/>
                <a:gd name="connsiteX7" fmla="*/ 62621 w 94570"/>
                <a:gd name="connsiteY7" fmla="*/ 22344 h 44687"/>
                <a:gd name="connsiteX8" fmla="*/ 56231 w 94570"/>
                <a:gd name="connsiteY8" fmla="*/ 15960 h 44687"/>
                <a:gd name="connsiteX9" fmla="*/ 49841 w 94570"/>
                <a:gd name="connsiteY9" fmla="*/ 22344 h 44687"/>
                <a:gd name="connsiteX10" fmla="*/ 72206 w 94570"/>
                <a:gd name="connsiteY10" fmla="*/ 44688 h 44687"/>
                <a:gd name="connsiteX11" fmla="*/ 94571 w 94570"/>
                <a:gd name="connsiteY11" fmla="*/ 22344 h 44687"/>
                <a:gd name="connsiteX12" fmla="*/ 72206 w 94570"/>
                <a:gd name="connsiteY12" fmla="*/ 0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0" h="44687">
                  <a:moveTo>
                    <a:pt x="72206" y="0"/>
                  </a:moveTo>
                  <a:lnTo>
                    <a:pt x="6390" y="0"/>
                  </a:lnTo>
                  <a:cubicBezTo>
                    <a:pt x="2555" y="0"/>
                    <a:pt x="0" y="2554"/>
                    <a:pt x="0" y="6384"/>
                  </a:cubicBezTo>
                  <a:cubicBezTo>
                    <a:pt x="0" y="10214"/>
                    <a:pt x="2555" y="12768"/>
                    <a:pt x="6390" y="12768"/>
                  </a:cubicBezTo>
                  <a:lnTo>
                    <a:pt x="72206" y="12768"/>
                  </a:lnTo>
                  <a:cubicBezTo>
                    <a:pt x="77318" y="12768"/>
                    <a:pt x="81791" y="17237"/>
                    <a:pt x="81791" y="22344"/>
                  </a:cubicBezTo>
                  <a:cubicBezTo>
                    <a:pt x="81791" y="27451"/>
                    <a:pt x="77318" y="31920"/>
                    <a:pt x="72206" y="31920"/>
                  </a:cubicBezTo>
                  <a:cubicBezTo>
                    <a:pt x="67094" y="31920"/>
                    <a:pt x="62621" y="27451"/>
                    <a:pt x="62621" y="22344"/>
                  </a:cubicBezTo>
                  <a:cubicBezTo>
                    <a:pt x="62621" y="18514"/>
                    <a:pt x="60065" y="15960"/>
                    <a:pt x="56231" y="15960"/>
                  </a:cubicBezTo>
                  <a:cubicBezTo>
                    <a:pt x="52397" y="15960"/>
                    <a:pt x="49841" y="18514"/>
                    <a:pt x="49841" y="22344"/>
                  </a:cubicBezTo>
                  <a:cubicBezTo>
                    <a:pt x="49841" y="34474"/>
                    <a:pt x="60065" y="44688"/>
                    <a:pt x="72206" y="44688"/>
                  </a:cubicBezTo>
                  <a:cubicBezTo>
                    <a:pt x="84347" y="44688"/>
                    <a:pt x="94571" y="34474"/>
                    <a:pt x="94571" y="22344"/>
                  </a:cubicBezTo>
                  <a:cubicBezTo>
                    <a:pt x="94571" y="10214"/>
                    <a:pt x="84347" y="0"/>
                    <a:pt x="72206" y="0"/>
                  </a:cubicBezTo>
                  <a:close/>
                </a:path>
              </a:pathLst>
            </a:custGeom>
            <a:solidFill>
              <a:srgbClr val="43B02A"/>
            </a:solidFill>
            <a:ln w="6390" cap="flat">
              <a:noFill/>
              <a:prstDash val="solid"/>
              <a:miter/>
            </a:ln>
          </p:spPr>
          <p:txBody>
            <a:bodyPr rtlCol="0" anchor="ctr"/>
            <a:lstStyle/>
            <a:p>
              <a:endParaRPr lang="en-US"/>
            </a:p>
          </p:txBody>
        </p:sp>
        <p:sp>
          <p:nvSpPr>
            <p:cNvPr id="212" name="Graphic 6">
              <a:extLst>
                <a:ext uri="{FF2B5EF4-FFF2-40B4-BE49-F238E27FC236}">
                  <a16:creationId xmlns:a16="http://schemas.microsoft.com/office/drawing/2014/main" id="{0DF40D00-9397-AC43-BF4C-48F6B6E908AA}"/>
                </a:ext>
              </a:extLst>
            </p:cNvPr>
            <p:cNvSpPr/>
            <p:nvPr/>
          </p:nvSpPr>
          <p:spPr>
            <a:xfrm>
              <a:off x="8925464" y="1506782"/>
              <a:ext cx="133549" cy="47241"/>
            </a:xfrm>
            <a:custGeom>
              <a:avLst/>
              <a:gdLst>
                <a:gd name="connsiteX0" fmla="*/ 6390 w 133549"/>
                <a:gd name="connsiteY0" fmla="*/ 47242 h 47241"/>
                <a:gd name="connsiteX1" fmla="*/ 109907 w 133549"/>
                <a:gd name="connsiteY1" fmla="*/ 47242 h 47241"/>
                <a:gd name="connsiteX2" fmla="*/ 133549 w 133549"/>
                <a:gd name="connsiteY2" fmla="*/ 23621 h 47241"/>
                <a:gd name="connsiteX3" fmla="*/ 109907 w 133549"/>
                <a:gd name="connsiteY3" fmla="*/ 0 h 47241"/>
                <a:gd name="connsiteX4" fmla="*/ 86264 w 133549"/>
                <a:gd name="connsiteY4" fmla="*/ 23621 h 47241"/>
                <a:gd name="connsiteX5" fmla="*/ 92654 w 133549"/>
                <a:gd name="connsiteY5" fmla="*/ 30005 h 47241"/>
                <a:gd name="connsiteX6" fmla="*/ 99044 w 133549"/>
                <a:gd name="connsiteY6" fmla="*/ 23621 h 47241"/>
                <a:gd name="connsiteX7" fmla="*/ 109907 w 133549"/>
                <a:gd name="connsiteY7" fmla="*/ 12768 h 47241"/>
                <a:gd name="connsiteX8" fmla="*/ 120769 w 133549"/>
                <a:gd name="connsiteY8" fmla="*/ 23621 h 47241"/>
                <a:gd name="connsiteX9" fmla="*/ 109907 w 133549"/>
                <a:gd name="connsiteY9" fmla="*/ 34474 h 47241"/>
                <a:gd name="connsiteX10" fmla="*/ 6390 w 133549"/>
                <a:gd name="connsiteY10" fmla="*/ 34474 h 47241"/>
                <a:gd name="connsiteX11" fmla="*/ 0 w 133549"/>
                <a:gd name="connsiteY11" fmla="*/ 40858 h 47241"/>
                <a:gd name="connsiteX12" fmla="*/ 6390 w 133549"/>
                <a:gd name="connsiteY12" fmla="*/ 47242 h 4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3549" h="47241">
                  <a:moveTo>
                    <a:pt x="6390" y="47242"/>
                  </a:moveTo>
                  <a:lnTo>
                    <a:pt x="109907" y="47242"/>
                  </a:lnTo>
                  <a:cubicBezTo>
                    <a:pt x="123325" y="47242"/>
                    <a:pt x="133549" y="36389"/>
                    <a:pt x="133549" y="23621"/>
                  </a:cubicBezTo>
                  <a:cubicBezTo>
                    <a:pt x="133549" y="10214"/>
                    <a:pt x="122686" y="0"/>
                    <a:pt x="109907" y="0"/>
                  </a:cubicBezTo>
                  <a:cubicBezTo>
                    <a:pt x="96488" y="0"/>
                    <a:pt x="86264" y="10853"/>
                    <a:pt x="86264" y="23621"/>
                  </a:cubicBezTo>
                  <a:cubicBezTo>
                    <a:pt x="86264" y="27451"/>
                    <a:pt x="88820" y="30005"/>
                    <a:pt x="92654" y="30005"/>
                  </a:cubicBezTo>
                  <a:cubicBezTo>
                    <a:pt x="96488" y="30005"/>
                    <a:pt x="99044" y="27451"/>
                    <a:pt x="99044" y="23621"/>
                  </a:cubicBezTo>
                  <a:cubicBezTo>
                    <a:pt x="99044" y="17237"/>
                    <a:pt x="104156" y="12768"/>
                    <a:pt x="109907" y="12768"/>
                  </a:cubicBezTo>
                  <a:cubicBezTo>
                    <a:pt x="116297" y="12768"/>
                    <a:pt x="120769" y="17875"/>
                    <a:pt x="120769" y="23621"/>
                  </a:cubicBezTo>
                  <a:cubicBezTo>
                    <a:pt x="120769" y="30005"/>
                    <a:pt x="115658" y="34474"/>
                    <a:pt x="109907" y="34474"/>
                  </a:cubicBezTo>
                  <a:lnTo>
                    <a:pt x="6390" y="34474"/>
                  </a:lnTo>
                  <a:cubicBezTo>
                    <a:pt x="2555" y="34474"/>
                    <a:pt x="0" y="37027"/>
                    <a:pt x="0" y="40858"/>
                  </a:cubicBezTo>
                  <a:cubicBezTo>
                    <a:pt x="0" y="44688"/>
                    <a:pt x="2555" y="47242"/>
                    <a:pt x="6390" y="47242"/>
                  </a:cubicBezTo>
                  <a:close/>
                </a:path>
              </a:pathLst>
            </a:custGeom>
            <a:solidFill>
              <a:srgbClr val="43B02A"/>
            </a:solidFill>
            <a:ln w="6390" cap="flat">
              <a:noFill/>
              <a:prstDash val="solid"/>
              <a:miter/>
            </a:ln>
          </p:spPr>
          <p:txBody>
            <a:bodyPr rtlCol="0" anchor="ctr"/>
            <a:lstStyle/>
            <a:p>
              <a:endParaRPr lang="en-US"/>
            </a:p>
          </p:txBody>
        </p:sp>
      </p:grpSp>
      <p:sp>
        <p:nvSpPr>
          <p:cNvPr id="213" name="Graphic 6">
            <a:extLst>
              <a:ext uri="{FF2B5EF4-FFF2-40B4-BE49-F238E27FC236}">
                <a16:creationId xmlns:a16="http://schemas.microsoft.com/office/drawing/2014/main" id="{52A4EA2A-4735-9443-9285-D58BE6D4E2CF}"/>
              </a:ext>
            </a:extLst>
          </p:cNvPr>
          <p:cNvSpPr/>
          <p:nvPr/>
        </p:nvSpPr>
        <p:spPr>
          <a:xfrm>
            <a:off x="9279466" y="1404000"/>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181474 w 362309"/>
              <a:gd name="connsiteY4" fmla="*/ 0 h 361971"/>
              <a:gd name="connsiteX5" fmla="*/ 90099 w 362309"/>
              <a:gd name="connsiteY5" fmla="*/ 137894 h 361971"/>
              <a:gd name="connsiteX6" fmla="*/ 193615 w 362309"/>
              <a:gd name="connsiteY6" fmla="*/ 137894 h 361971"/>
              <a:gd name="connsiteX7" fmla="*/ 204478 w 362309"/>
              <a:gd name="connsiteY7" fmla="*/ 127041 h 361971"/>
              <a:gd name="connsiteX8" fmla="*/ 193615 w 362309"/>
              <a:gd name="connsiteY8" fmla="*/ 116188 h 361971"/>
              <a:gd name="connsiteX9" fmla="*/ 182753 w 362309"/>
              <a:gd name="connsiteY9" fmla="*/ 127041 h 361971"/>
              <a:gd name="connsiteX10" fmla="*/ 176363 w 362309"/>
              <a:gd name="connsiteY10" fmla="*/ 133425 h 361971"/>
              <a:gd name="connsiteX11" fmla="*/ 169973 w 362309"/>
              <a:gd name="connsiteY11" fmla="*/ 127041 h 361971"/>
              <a:gd name="connsiteX12" fmla="*/ 193615 w 362309"/>
              <a:gd name="connsiteY12" fmla="*/ 103420 h 361971"/>
              <a:gd name="connsiteX13" fmla="*/ 217258 w 362309"/>
              <a:gd name="connsiteY13" fmla="*/ 127041 h 361971"/>
              <a:gd name="connsiteX14" fmla="*/ 193615 w 362309"/>
              <a:gd name="connsiteY14" fmla="*/ 150662 h 361971"/>
              <a:gd name="connsiteX15" fmla="*/ 90099 w 362309"/>
              <a:gd name="connsiteY15" fmla="*/ 150662 h 361971"/>
              <a:gd name="connsiteX16" fmla="*/ 83709 w 362309"/>
              <a:gd name="connsiteY16" fmla="*/ 144278 h 361971"/>
              <a:gd name="connsiteX17" fmla="*/ 90099 w 362309"/>
              <a:gd name="connsiteY17" fmla="*/ 137894 h 361971"/>
              <a:gd name="connsiteX18" fmla="*/ 62622 w 362309"/>
              <a:gd name="connsiteY18" fmla="*/ 165345 h 361971"/>
              <a:gd name="connsiteX19" fmla="*/ 86904 w 362309"/>
              <a:gd name="connsiteY19" fmla="*/ 165345 h 361971"/>
              <a:gd name="connsiteX20" fmla="*/ 93294 w 362309"/>
              <a:gd name="connsiteY20" fmla="*/ 171729 h 361971"/>
              <a:gd name="connsiteX21" fmla="*/ 86904 w 362309"/>
              <a:gd name="connsiteY21" fmla="*/ 178113 h 361971"/>
              <a:gd name="connsiteX22" fmla="*/ 62622 w 362309"/>
              <a:gd name="connsiteY22" fmla="*/ 178113 h 361971"/>
              <a:gd name="connsiteX23" fmla="*/ 56232 w 362309"/>
              <a:gd name="connsiteY23" fmla="*/ 171729 h 361971"/>
              <a:gd name="connsiteX24" fmla="*/ 62622 w 362309"/>
              <a:gd name="connsiteY24" fmla="*/ 165345 h 361971"/>
              <a:gd name="connsiteX25" fmla="*/ 56232 w 362309"/>
              <a:gd name="connsiteY25" fmla="*/ 199180 h 361971"/>
              <a:gd name="connsiteX26" fmla="*/ 62622 w 362309"/>
              <a:gd name="connsiteY26" fmla="*/ 192796 h 361971"/>
              <a:gd name="connsiteX27" fmla="*/ 106712 w 362309"/>
              <a:gd name="connsiteY27" fmla="*/ 192796 h 361971"/>
              <a:gd name="connsiteX28" fmla="*/ 113102 w 362309"/>
              <a:gd name="connsiteY28" fmla="*/ 199180 h 361971"/>
              <a:gd name="connsiteX29" fmla="*/ 106712 w 362309"/>
              <a:gd name="connsiteY29" fmla="*/ 205564 h 361971"/>
              <a:gd name="connsiteX30" fmla="*/ 62622 w 362309"/>
              <a:gd name="connsiteY30" fmla="*/ 205564 h 361971"/>
              <a:gd name="connsiteX31" fmla="*/ 56232 w 362309"/>
              <a:gd name="connsiteY31" fmla="*/ 199180 h 361971"/>
              <a:gd name="connsiteX32" fmla="*/ 155915 w 362309"/>
              <a:gd name="connsiteY32" fmla="*/ 264935 h 361971"/>
              <a:gd name="connsiteX33" fmla="*/ 133550 w 362309"/>
              <a:gd name="connsiteY33" fmla="*/ 242591 h 361971"/>
              <a:gd name="connsiteX34" fmla="*/ 139940 w 362309"/>
              <a:gd name="connsiteY34" fmla="*/ 236207 h 361971"/>
              <a:gd name="connsiteX35" fmla="*/ 146330 w 362309"/>
              <a:gd name="connsiteY35" fmla="*/ 242591 h 361971"/>
              <a:gd name="connsiteX36" fmla="*/ 155915 w 362309"/>
              <a:gd name="connsiteY36" fmla="*/ 252167 h 361971"/>
              <a:gd name="connsiteX37" fmla="*/ 165500 w 362309"/>
              <a:gd name="connsiteY37" fmla="*/ 242591 h 361971"/>
              <a:gd name="connsiteX38" fmla="*/ 155915 w 362309"/>
              <a:gd name="connsiteY38" fmla="*/ 233015 h 361971"/>
              <a:gd name="connsiteX39" fmla="*/ 90099 w 362309"/>
              <a:gd name="connsiteY39" fmla="*/ 233015 h 361971"/>
              <a:gd name="connsiteX40" fmla="*/ 83709 w 362309"/>
              <a:gd name="connsiteY40" fmla="*/ 226631 h 361971"/>
              <a:gd name="connsiteX41" fmla="*/ 90099 w 362309"/>
              <a:gd name="connsiteY41" fmla="*/ 220247 h 361971"/>
              <a:gd name="connsiteX42" fmla="*/ 155915 w 362309"/>
              <a:gd name="connsiteY42" fmla="*/ 220247 h 361971"/>
              <a:gd name="connsiteX43" fmla="*/ 178279 w 362309"/>
              <a:gd name="connsiteY43" fmla="*/ 242591 h 361971"/>
              <a:gd name="connsiteX44" fmla="*/ 155915 w 362309"/>
              <a:gd name="connsiteY44" fmla="*/ 264935 h 361971"/>
              <a:gd name="connsiteX45" fmla="*/ 232594 w 362309"/>
              <a:gd name="connsiteY45" fmla="*/ 256636 h 361971"/>
              <a:gd name="connsiteX46" fmla="*/ 200644 w 362309"/>
              <a:gd name="connsiteY46" fmla="*/ 224716 h 361971"/>
              <a:gd name="connsiteX47" fmla="*/ 207034 w 362309"/>
              <a:gd name="connsiteY47" fmla="*/ 218332 h 361971"/>
              <a:gd name="connsiteX48" fmla="*/ 213424 w 362309"/>
              <a:gd name="connsiteY48" fmla="*/ 224716 h 361971"/>
              <a:gd name="connsiteX49" fmla="*/ 232594 w 362309"/>
              <a:gd name="connsiteY49" fmla="*/ 243868 h 361971"/>
              <a:gd name="connsiteX50" fmla="*/ 251764 w 362309"/>
              <a:gd name="connsiteY50" fmla="*/ 224716 h 361971"/>
              <a:gd name="connsiteX51" fmla="*/ 232594 w 362309"/>
              <a:gd name="connsiteY51" fmla="*/ 205564 h 361971"/>
              <a:gd name="connsiteX52" fmla="*/ 135467 w 362309"/>
              <a:gd name="connsiteY52" fmla="*/ 205564 h 361971"/>
              <a:gd name="connsiteX53" fmla="*/ 129077 w 362309"/>
              <a:gd name="connsiteY53" fmla="*/ 199180 h 361971"/>
              <a:gd name="connsiteX54" fmla="*/ 135467 w 362309"/>
              <a:gd name="connsiteY54" fmla="*/ 192796 h 361971"/>
              <a:gd name="connsiteX55" fmla="*/ 232594 w 362309"/>
              <a:gd name="connsiteY55" fmla="*/ 192796 h 361971"/>
              <a:gd name="connsiteX56" fmla="*/ 264544 w 362309"/>
              <a:gd name="connsiteY56" fmla="*/ 224716 h 361971"/>
              <a:gd name="connsiteX57" fmla="*/ 232594 w 362309"/>
              <a:gd name="connsiteY57" fmla="*/ 256636 h 361971"/>
              <a:gd name="connsiteX58" fmla="*/ 272851 w 362309"/>
              <a:gd name="connsiteY58" fmla="*/ 178113 h 361971"/>
              <a:gd name="connsiteX59" fmla="*/ 111824 w 362309"/>
              <a:gd name="connsiteY59" fmla="*/ 178113 h 361971"/>
              <a:gd name="connsiteX60" fmla="*/ 105434 w 362309"/>
              <a:gd name="connsiteY60" fmla="*/ 171729 h 361971"/>
              <a:gd name="connsiteX61" fmla="*/ 111824 w 362309"/>
              <a:gd name="connsiteY61" fmla="*/ 165345 h 361971"/>
              <a:gd name="connsiteX62" fmla="*/ 272851 w 362309"/>
              <a:gd name="connsiteY62" fmla="*/ 165345 h 361971"/>
              <a:gd name="connsiteX63" fmla="*/ 293937 w 362309"/>
              <a:gd name="connsiteY63" fmla="*/ 144278 h 361971"/>
              <a:gd name="connsiteX64" fmla="*/ 272851 w 362309"/>
              <a:gd name="connsiteY64" fmla="*/ 123211 h 361971"/>
              <a:gd name="connsiteX65" fmla="*/ 251764 w 362309"/>
              <a:gd name="connsiteY65" fmla="*/ 144278 h 361971"/>
              <a:gd name="connsiteX66" fmla="*/ 245374 w 362309"/>
              <a:gd name="connsiteY66" fmla="*/ 150662 h 361971"/>
              <a:gd name="connsiteX67" fmla="*/ 238984 w 362309"/>
              <a:gd name="connsiteY67" fmla="*/ 144278 h 361971"/>
              <a:gd name="connsiteX68" fmla="*/ 272851 w 362309"/>
              <a:gd name="connsiteY68" fmla="*/ 110443 h 361971"/>
              <a:gd name="connsiteX69" fmla="*/ 306717 w 362309"/>
              <a:gd name="connsiteY69" fmla="*/ 144278 h 361971"/>
              <a:gd name="connsiteX70" fmla="*/ 272851 w 362309"/>
              <a:gd name="connsiteY70" fmla="*/ 17811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62309" h="361971">
                <a:moveTo>
                  <a:pt x="181474" y="0"/>
                </a:moveTo>
                <a:cubicBezTo>
                  <a:pt x="81153" y="0"/>
                  <a:pt x="0" y="81077"/>
                  <a:pt x="0" y="180667"/>
                </a:cubicBezTo>
                <a:cubicBezTo>
                  <a:pt x="0" y="280257"/>
                  <a:pt x="81153" y="361972"/>
                  <a:pt x="180836" y="361972"/>
                </a:cubicBezTo>
                <a:cubicBezTo>
                  <a:pt x="281157" y="361972"/>
                  <a:pt x="362310" y="280895"/>
                  <a:pt x="362310" y="181305"/>
                </a:cubicBezTo>
                <a:cubicBezTo>
                  <a:pt x="362310" y="81715"/>
                  <a:pt x="281157" y="0"/>
                  <a:pt x="181474" y="0"/>
                </a:cubicBezTo>
                <a:close/>
                <a:moveTo>
                  <a:pt x="90099" y="137894"/>
                </a:moveTo>
                <a:lnTo>
                  <a:pt x="193615" y="137894"/>
                </a:lnTo>
                <a:cubicBezTo>
                  <a:pt x="200005" y="137894"/>
                  <a:pt x="204478" y="132787"/>
                  <a:pt x="204478" y="127041"/>
                </a:cubicBezTo>
                <a:cubicBezTo>
                  <a:pt x="204478" y="120657"/>
                  <a:pt x="199367" y="116188"/>
                  <a:pt x="193615" y="116188"/>
                </a:cubicBezTo>
                <a:cubicBezTo>
                  <a:pt x="187225" y="116188"/>
                  <a:pt x="182753" y="121296"/>
                  <a:pt x="182753" y="127041"/>
                </a:cubicBezTo>
                <a:cubicBezTo>
                  <a:pt x="182753" y="130872"/>
                  <a:pt x="180197" y="133425"/>
                  <a:pt x="176363" y="133425"/>
                </a:cubicBezTo>
                <a:cubicBezTo>
                  <a:pt x="172528" y="133425"/>
                  <a:pt x="169973" y="130872"/>
                  <a:pt x="169973" y="127041"/>
                </a:cubicBezTo>
                <a:cubicBezTo>
                  <a:pt x="169973" y="113635"/>
                  <a:pt x="180836" y="103420"/>
                  <a:pt x="193615" y="103420"/>
                </a:cubicBezTo>
                <a:cubicBezTo>
                  <a:pt x="206395" y="103420"/>
                  <a:pt x="217258" y="114273"/>
                  <a:pt x="217258" y="127041"/>
                </a:cubicBezTo>
                <a:cubicBezTo>
                  <a:pt x="217258" y="140448"/>
                  <a:pt x="206395" y="150662"/>
                  <a:pt x="193615" y="150662"/>
                </a:cubicBezTo>
                <a:lnTo>
                  <a:pt x="90099" y="150662"/>
                </a:lnTo>
                <a:cubicBezTo>
                  <a:pt x="86264" y="150662"/>
                  <a:pt x="83709" y="148108"/>
                  <a:pt x="83709" y="144278"/>
                </a:cubicBezTo>
                <a:cubicBezTo>
                  <a:pt x="83709" y="140448"/>
                  <a:pt x="86904" y="137894"/>
                  <a:pt x="90099" y="137894"/>
                </a:cubicBezTo>
                <a:close/>
                <a:moveTo>
                  <a:pt x="62622" y="165345"/>
                </a:moveTo>
                <a:lnTo>
                  <a:pt x="86904" y="165345"/>
                </a:lnTo>
                <a:cubicBezTo>
                  <a:pt x="90738" y="165345"/>
                  <a:pt x="93294" y="167899"/>
                  <a:pt x="93294" y="171729"/>
                </a:cubicBezTo>
                <a:cubicBezTo>
                  <a:pt x="93294" y="175560"/>
                  <a:pt x="90738" y="178113"/>
                  <a:pt x="86904" y="178113"/>
                </a:cubicBezTo>
                <a:lnTo>
                  <a:pt x="62622" y="178113"/>
                </a:lnTo>
                <a:cubicBezTo>
                  <a:pt x="58788" y="178113"/>
                  <a:pt x="56232" y="175560"/>
                  <a:pt x="56232" y="171729"/>
                </a:cubicBezTo>
                <a:cubicBezTo>
                  <a:pt x="56232" y="167899"/>
                  <a:pt x="58788" y="165345"/>
                  <a:pt x="62622" y="165345"/>
                </a:cubicBezTo>
                <a:close/>
                <a:moveTo>
                  <a:pt x="56232" y="199180"/>
                </a:moveTo>
                <a:cubicBezTo>
                  <a:pt x="56232" y="195350"/>
                  <a:pt x="58788" y="192796"/>
                  <a:pt x="62622" y="192796"/>
                </a:cubicBezTo>
                <a:lnTo>
                  <a:pt x="106712" y="192796"/>
                </a:lnTo>
                <a:cubicBezTo>
                  <a:pt x="110546" y="192796"/>
                  <a:pt x="113102" y="195350"/>
                  <a:pt x="113102" y="199180"/>
                </a:cubicBezTo>
                <a:cubicBezTo>
                  <a:pt x="113102" y="203011"/>
                  <a:pt x="110546" y="205564"/>
                  <a:pt x="106712" y="205564"/>
                </a:cubicBezTo>
                <a:lnTo>
                  <a:pt x="62622" y="205564"/>
                </a:lnTo>
                <a:cubicBezTo>
                  <a:pt x="58788" y="205564"/>
                  <a:pt x="56232" y="202372"/>
                  <a:pt x="56232" y="199180"/>
                </a:cubicBezTo>
                <a:close/>
                <a:moveTo>
                  <a:pt x="155915" y="264935"/>
                </a:moveTo>
                <a:cubicBezTo>
                  <a:pt x="143774" y="264935"/>
                  <a:pt x="133550" y="254721"/>
                  <a:pt x="133550" y="242591"/>
                </a:cubicBezTo>
                <a:cubicBezTo>
                  <a:pt x="133550" y="238761"/>
                  <a:pt x="136106" y="236207"/>
                  <a:pt x="139940" y="236207"/>
                </a:cubicBezTo>
                <a:cubicBezTo>
                  <a:pt x="143774" y="236207"/>
                  <a:pt x="146330" y="238761"/>
                  <a:pt x="146330" y="242591"/>
                </a:cubicBezTo>
                <a:cubicBezTo>
                  <a:pt x="146330" y="247699"/>
                  <a:pt x="150803" y="252167"/>
                  <a:pt x="155915" y="252167"/>
                </a:cubicBezTo>
                <a:cubicBezTo>
                  <a:pt x="161027" y="252167"/>
                  <a:pt x="165500" y="247699"/>
                  <a:pt x="165500" y="242591"/>
                </a:cubicBezTo>
                <a:cubicBezTo>
                  <a:pt x="165500" y="237484"/>
                  <a:pt x="161027" y="233015"/>
                  <a:pt x="155915" y="233015"/>
                </a:cubicBezTo>
                <a:lnTo>
                  <a:pt x="90099" y="233015"/>
                </a:lnTo>
                <a:cubicBezTo>
                  <a:pt x="86264" y="233015"/>
                  <a:pt x="83709" y="230462"/>
                  <a:pt x="83709" y="226631"/>
                </a:cubicBezTo>
                <a:cubicBezTo>
                  <a:pt x="83709" y="222801"/>
                  <a:pt x="86264" y="220247"/>
                  <a:pt x="90099" y="220247"/>
                </a:cubicBezTo>
                <a:lnTo>
                  <a:pt x="155915" y="220247"/>
                </a:lnTo>
                <a:cubicBezTo>
                  <a:pt x="168056" y="220247"/>
                  <a:pt x="178279" y="230462"/>
                  <a:pt x="178279" y="242591"/>
                </a:cubicBezTo>
                <a:cubicBezTo>
                  <a:pt x="178918" y="254721"/>
                  <a:pt x="168695" y="264935"/>
                  <a:pt x="155915" y="264935"/>
                </a:cubicBezTo>
                <a:close/>
                <a:moveTo>
                  <a:pt x="232594" y="256636"/>
                </a:moveTo>
                <a:cubicBezTo>
                  <a:pt x="214703" y="256636"/>
                  <a:pt x="200644" y="242591"/>
                  <a:pt x="200644" y="224716"/>
                </a:cubicBezTo>
                <a:cubicBezTo>
                  <a:pt x="200644" y="220886"/>
                  <a:pt x="203200" y="218332"/>
                  <a:pt x="207034" y="218332"/>
                </a:cubicBezTo>
                <a:cubicBezTo>
                  <a:pt x="210868" y="218332"/>
                  <a:pt x="213424" y="220886"/>
                  <a:pt x="213424" y="224716"/>
                </a:cubicBezTo>
                <a:cubicBezTo>
                  <a:pt x="213424" y="235569"/>
                  <a:pt x="221731" y="243868"/>
                  <a:pt x="232594" y="243868"/>
                </a:cubicBezTo>
                <a:cubicBezTo>
                  <a:pt x="243457" y="243868"/>
                  <a:pt x="251764" y="235569"/>
                  <a:pt x="251764" y="224716"/>
                </a:cubicBezTo>
                <a:cubicBezTo>
                  <a:pt x="251764" y="213863"/>
                  <a:pt x="243457" y="205564"/>
                  <a:pt x="232594" y="205564"/>
                </a:cubicBezTo>
                <a:lnTo>
                  <a:pt x="135467" y="205564"/>
                </a:lnTo>
                <a:cubicBezTo>
                  <a:pt x="131633" y="205564"/>
                  <a:pt x="129077" y="203011"/>
                  <a:pt x="129077" y="199180"/>
                </a:cubicBezTo>
                <a:cubicBezTo>
                  <a:pt x="129077" y="195350"/>
                  <a:pt x="131633" y="192796"/>
                  <a:pt x="135467" y="192796"/>
                </a:cubicBezTo>
                <a:lnTo>
                  <a:pt x="232594" y="192796"/>
                </a:lnTo>
                <a:cubicBezTo>
                  <a:pt x="250486" y="192796"/>
                  <a:pt x="264544" y="206841"/>
                  <a:pt x="264544" y="224716"/>
                </a:cubicBezTo>
                <a:cubicBezTo>
                  <a:pt x="264544" y="242591"/>
                  <a:pt x="250486" y="256636"/>
                  <a:pt x="232594" y="256636"/>
                </a:cubicBezTo>
                <a:close/>
                <a:moveTo>
                  <a:pt x="272851" y="178113"/>
                </a:moveTo>
                <a:lnTo>
                  <a:pt x="111824" y="178113"/>
                </a:lnTo>
                <a:cubicBezTo>
                  <a:pt x="107990" y="178113"/>
                  <a:pt x="105434" y="175560"/>
                  <a:pt x="105434" y="171729"/>
                </a:cubicBezTo>
                <a:cubicBezTo>
                  <a:pt x="105434" y="167899"/>
                  <a:pt x="107990" y="165345"/>
                  <a:pt x="111824" y="165345"/>
                </a:cubicBezTo>
                <a:lnTo>
                  <a:pt x="272851" y="165345"/>
                </a:lnTo>
                <a:cubicBezTo>
                  <a:pt x="284352" y="165345"/>
                  <a:pt x="293937" y="155769"/>
                  <a:pt x="293937" y="144278"/>
                </a:cubicBezTo>
                <a:cubicBezTo>
                  <a:pt x="293937" y="132787"/>
                  <a:pt x="284352" y="123211"/>
                  <a:pt x="272851" y="123211"/>
                </a:cubicBezTo>
                <a:cubicBezTo>
                  <a:pt x="261349" y="123211"/>
                  <a:pt x="251764" y="132787"/>
                  <a:pt x="251764" y="144278"/>
                </a:cubicBezTo>
                <a:cubicBezTo>
                  <a:pt x="251764" y="148108"/>
                  <a:pt x="249208" y="150662"/>
                  <a:pt x="245374" y="150662"/>
                </a:cubicBezTo>
                <a:cubicBezTo>
                  <a:pt x="241540" y="150662"/>
                  <a:pt x="238984" y="148108"/>
                  <a:pt x="238984" y="144278"/>
                </a:cubicBezTo>
                <a:cubicBezTo>
                  <a:pt x="238984" y="125764"/>
                  <a:pt x="254320" y="110443"/>
                  <a:pt x="272851" y="110443"/>
                </a:cubicBezTo>
                <a:cubicBezTo>
                  <a:pt x="291382" y="110443"/>
                  <a:pt x="306717" y="125764"/>
                  <a:pt x="306717" y="144278"/>
                </a:cubicBezTo>
                <a:cubicBezTo>
                  <a:pt x="306717" y="162792"/>
                  <a:pt x="291382" y="178113"/>
                  <a:pt x="272851" y="178113"/>
                </a:cubicBezTo>
                <a:close/>
              </a:path>
            </a:pathLst>
          </a:custGeom>
          <a:solidFill>
            <a:srgbClr val="43B02A"/>
          </a:solidFill>
          <a:ln w="6390" cap="flat">
            <a:noFill/>
            <a:prstDash val="solid"/>
            <a:miter/>
          </a:ln>
        </p:spPr>
        <p:txBody>
          <a:bodyPr rtlCol="0" anchor="ctr"/>
          <a:lstStyle/>
          <a:p>
            <a:endParaRPr lang="en-US"/>
          </a:p>
        </p:txBody>
      </p:sp>
      <p:grpSp>
        <p:nvGrpSpPr>
          <p:cNvPr id="214" name="Graphic 6">
            <a:extLst>
              <a:ext uri="{FF2B5EF4-FFF2-40B4-BE49-F238E27FC236}">
                <a16:creationId xmlns:a16="http://schemas.microsoft.com/office/drawing/2014/main" id="{C4BCF86B-65B5-A443-A6A8-25931C1737D1}"/>
              </a:ext>
            </a:extLst>
          </p:cNvPr>
          <p:cNvGrpSpPr/>
          <p:nvPr/>
        </p:nvGrpSpPr>
        <p:grpSpPr>
          <a:xfrm>
            <a:off x="467743" y="1399531"/>
            <a:ext cx="362309" cy="361971"/>
            <a:chOff x="467743" y="1399531"/>
            <a:chExt cx="362309" cy="361971"/>
          </a:xfrm>
          <a:solidFill>
            <a:srgbClr val="046A38"/>
          </a:solidFill>
        </p:grpSpPr>
        <p:sp>
          <p:nvSpPr>
            <p:cNvPr id="215" name="Graphic 6">
              <a:extLst>
                <a:ext uri="{FF2B5EF4-FFF2-40B4-BE49-F238E27FC236}">
                  <a16:creationId xmlns:a16="http://schemas.microsoft.com/office/drawing/2014/main" id="{6CA08FA6-74DC-D644-BAE2-FDC7A3FE5A70}"/>
                </a:ext>
              </a:extLst>
            </p:cNvPr>
            <p:cNvSpPr/>
            <p:nvPr/>
          </p:nvSpPr>
          <p:spPr>
            <a:xfrm>
              <a:off x="467743" y="1399531"/>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181474 w 362309"/>
                <a:gd name="connsiteY4" fmla="*/ 0 h 361971"/>
                <a:gd name="connsiteX5" fmla="*/ 181474 w 362309"/>
                <a:gd name="connsiteY5" fmla="*/ 349204 h 361971"/>
                <a:gd name="connsiteX6" fmla="*/ 13419 w 362309"/>
                <a:gd name="connsiteY6" fmla="*/ 180667 h 361971"/>
                <a:gd name="connsiteX7" fmla="*/ 182113 w 362309"/>
                <a:gd name="connsiteY7" fmla="*/ 12768 h 361971"/>
                <a:gd name="connsiteX8" fmla="*/ 350169 w 362309"/>
                <a:gd name="connsiteY8" fmla="*/ 181305 h 361971"/>
                <a:gd name="connsiteX9" fmla="*/ 181474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81077"/>
                    <a:pt x="281157" y="0"/>
                    <a:pt x="181474" y="0"/>
                  </a:cubicBezTo>
                  <a:close/>
                  <a:moveTo>
                    <a:pt x="181474" y="349204"/>
                  </a:moveTo>
                  <a:cubicBezTo>
                    <a:pt x="88820" y="349204"/>
                    <a:pt x="13419" y="273873"/>
                    <a:pt x="13419" y="180667"/>
                  </a:cubicBezTo>
                  <a:cubicBezTo>
                    <a:pt x="13419" y="88099"/>
                    <a:pt x="88820" y="12768"/>
                    <a:pt x="182113" y="12768"/>
                  </a:cubicBezTo>
                  <a:cubicBezTo>
                    <a:pt x="275406" y="12768"/>
                    <a:pt x="350169" y="88099"/>
                    <a:pt x="350169" y="181305"/>
                  </a:cubicBezTo>
                  <a:cubicBezTo>
                    <a:pt x="349530" y="273873"/>
                    <a:pt x="274128"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216" name="Graphic 6">
              <a:extLst>
                <a:ext uri="{FF2B5EF4-FFF2-40B4-BE49-F238E27FC236}">
                  <a16:creationId xmlns:a16="http://schemas.microsoft.com/office/drawing/2014/main" id="{B367FBB8-833F-A849-BBB0-6A75F8A3C085}"/>
                </a:ext>
              </a:extLst>
            </p:cNvPr>
            <p:cNvSpPr/>
            <p:nvPr/>
          </p:nvSpPr>
          <p:spPr>
            <a:xfrm>
              <a:off x="518027" y="1502158"/>
              <a:ext cx="263062" cy="161669"/>
            </a:xfrm>
            <a:custGeom>
              <a:avLst/>
              <a:gdLst>
                <a:gd name="connsiteX0" fmla="*/ 260906 w 263062"/>
                <a:gd name="connsiteY0" fmla="*/ 44204 h 161669"/>
                <a:gd name="connsiteX1" fmla="*/ 226400 w 263062"/>
                <a:gd name="connsiteY1" fmla="*/ 16753 h 161669"/>
                <a:gd name="connsiteX2" fmla="*/ 223844 w 263062"/>
                <a:gd name="connsiteY2" fmla="*/ 15476 h 161669"/>
                <a:gd name="connsiteX3" fmla="*/ 210425 w 263062"/>
                <a:gd name="connsiteY3" fmla="*/ 13561 h 161669"/>
                <a:gd name="connsiteX4" fmla="*/ 194451 w 263062"/>
                <a:gd name="connsiteY4" fmla="*/ 4623 h 161669"/>
                <a:gd name="connsiteX5" fmla="*/ 183588 w 263062"/>
                <a:gd name="connsiteY5" fmla="*/ 11007 h 161669"/>
                <a:gd name="connsiteX6" fmla="*/ 129273 w 263062"/>
                <a:gd name="connsiteY6" fmla="*/ 11007 h 161669"/>
                <a:gd name="connsiteX7" fmla="*/ 18088 w 263062"/>
                <a:gd name="connsiteY7" fmla="*/ 14199 h 161669"/>
                <a:gd name="connsiteX8" fmla="*/ 1474 w 263062"/>
                <a:gd name="connsiteY8" fmla="*/ 76124 h 161669"/>
                <a:gd name="connsiteX9" fmla="*/ 11059 w 263062"/>
                <a:gd name="connsiteY9" fmla="*/ 102298 h 161669"/>
                <a:gd name="connsiteX10" fmla="*/ 16810 w 263062"/>
                <a:gd name="connsiteY10" fmla="*/ 120174 h 161669"/>
                <a:gd name="connsiteX11" fmla="*/ 16810 w 263062"/>
                <a:gd name="connsiteY11" fmla="*/ 155285 h 161669"/>
                <a:gd name="connsiteX12" fmla="*/ 18727 w 263062"/>
                <a:gd name="connsiteY12" fmla="*/ 159754 h 161669"/>
                <a:gd name="connsiteX13" fmla="*/ 23200 w 263062"/>
                <a:gd name="connsiteY13" fmla="*/ 161669 h 161669"/>
                <a:gd name="connsiteX14" fmla="*/ 60262 w 263062"/>
                <a:gd name="connsiteY14" fmla="*/ 161669 h 161669"/>
                <a:gd name="connsiteX15" fmla="*/ 66013 w 263062"/>
                <a:gd name="connsiteY15" fmla="*/ 157839 h 161669"/>
                <a:gd name="connsiteX16" fmla="*/ 65374 w 263062"/>
                <a:gd name="connsiteY16" fmla="*/ 150817 h 161669"/>
                <a:gd name="connsiteX17" fmla="*/ 61540 w 263062"/>
                <a:gd name="connsiteY17" fmla="*/ 118258 h 161669"/>
                <a:gd name="connsiteX18" fmla="*/ 66013 w 263062"/>
                <a:gd name="connsiteY18" fmla="*/ 111236 h 161669"/>
                <a:gd name="connsiteX19" fmla="*/ 117771 w 263062"/>
                <a:gd name="connsiteY19" fmla="*/ 111236 h 161669"/>
                <a:gd name="connsiteX20" fmla="*/ 117771 w 263062"/>
                <a:gd name="connsiteY20" fmla="*/ 111236 h 161669"/>
                <a:gd name="connsiteX21" fmla="*/ 134385 w 263062"/>
                <a:gd name="connsiteY21" fmla="*/ 155285 h 161669"/>
                <a:gd name="connsiteX22" fmla="*/ 140136 w 263062"/>
                <a:gd name="connsiteY22" fmla="*/ 158477 h 161669"/>
                <a:gd name="connsiteX23" fmla="*/ 174003 w 263062"/>
                <a:gd name="connsiteY23" fmla="*/ 158477 h 161669"/>
                <a:gd name="connsiteX24" fmla="*/ 179754 w 263062"/>
                <a:gd name="connsiteY24" fmla="*/ 155285 h 161669"/>
                <a:gd name="connsiteX25" fmla="*/ 179115 w 263062"/>
                <a:gd name="connsiteY25" fmla="*/ 148901 h 161669"/>
                <a:gd name="connsiteX26" fmla="*/ 169530 w 263062"/>
                <a:gd name="connsiteY26" fmla="*/ 136134 h 161669"/>
                <a:gd name="connsiteX27" fmla="*/ 161223 w 263062"/>
                <a:gd name="connsiteY27" fmla="*/ 102937 h 161669"/>
                <a:gd name="connsiteX28" fmla="*/ 192534 w 263062"/>
                <a:gd name="connsiteY28" fmla="*/ 83785 h 161669"/>
                <a:gd name="connsiteX29" fmla="*/ 221288 w 263062"/>
                <a:gd name="connsiteY29" fmla="*/ 74847 h 161669"/>
                <a:gd name="connsiteX30" fmla="*/ 251321 w 263062"/>
                <a:gd name="connsiteY30" fmla="*/ 69740 h 161669"/>
                <a:gd name="connsiteX31" fmla="*/ 255794 w 263062"/>
                <a:gd name="connsiteY31" fmla="*/ 65910 h 161669"/>
                <a:gd name="connsiteX32" fmla="*/ 262823 w 263062"/>
                <a:gd name="connsiteY32" fmla="*/ 51865 h 161669"/>
                <a:gd name="connsiteX33" fmla="*/ 260906 w 263062"/>
                <a:gd name="connsiteY33" fmla="*/ 44204 h 161669"/>
                <a:gd name="connsiteX34" fmla="*/ 244931 w 263062"/>
                <a:gd name="connsiteY34" fmla="*/ 57611 h 161669"/>
                <a:gd name="connsiteX35" fmla="*/ 218093 w 263062"/>
                <a:gd name="connsiteY35" fmla="*/ 62079 h 161669"/>
                <a:gd name="connsiteX36" fmla="*/ 184227 w 263062"/>
                <a:gd name="connsiteY36" fmla="*/ 72932 h 161669"/>
                <a:gd name="connsiteX37" fmla="*/ 182949 w 263062"/>
                <a:gd name="connsiteY37" fmla="*/ 73570 h 161669"/>
                <a:gd name="connsiteX38" fmla="*/ 161862 w 263062"/>
                <a:gd name="connsiteY38" fmla="*/ 87615 h 161669"/>
                <a:gd name="connsiteX39" fmla="*/ 164418 w 263062"/>
                <a:gd name="connsiteY39" fmla="*/ 80593 h 161669"/>
                <a:gd name="connsiteX40" fmla="*/ 161223 w 263062"/>
                <a:gd name="connsiteY40" fmla="*/ 72294 h 161669"/>
                <a:gd name="connsiteX41" fmla="*/ 152916 w 263062"/>
                <a:gd name="connsiteY41" fmla="*/ 75486 h 161669"/>
                <a:gd name="connsiteX42" fmla="*/ 157389 w 263062"/>
                <a:gd name="connsiteY42" fmla="*/ 143156 h 161669"/>
                <a:gd name="connsiteX43" fmla="*/ 159945 w 263062"/>
                <a:gd name="connsiteY43" fmla="*/ 146348 h 161669"/>
                <a:gd name="connsiteX44" fmla="*/ 142692 w 263062"/>
                <a:gd name="connsiteY44" fmla="*/ 146348 h 161669"/>
                <a:gd name="connsiteX45" fmla="*/ 126717 w 263062"/>
                <a:gd name="connsiteY45" fmla="*/ 78678 h 161669"/>
                <a:gd name="connsiteX46" fmla="*/ 121605 w 263062"/>
                <a:gd name="connsiteY46" fmla="*/ 71017 h 161669"/>
                <a:gd name="connsiteX47" fmla="*/ 113937 w 263062"/>
                <a:gd name="connsiteY47" fmla="*/ 76124 h 161669"/>
                <a:gd name="connsiteX48" fmla="*/ 113937 w 263062"/>
                <a:gd name="connsiteY48" fmla="*/ 98468 h 161669"/>
                <a:gd name="connsiteX49" fmla="*/ 69847 w 263062"/>
                <a:gd name="connsiteY49" fmla="*/ 98468 h 161669"/>
                <a:gd name="connsiteX50" fmla="*/ 74959 w 263062"/>
                <a:gd name="connsiteY50" fmla="*/ 75486 h 161669"/>
                <a:gd name="connsiteX51" fmla="*/ 69208 w 263062"/>
                <a:gd name="connsiteY51" fmla="*/ 68463 h 161669"/>
                <a:gd name="connsiteX52" fmla="*/ 62179 w 263062"/>
                <a:gd name="connsiteY52" fmla="*/ 74209 h 161669"/>
                <a:gd name="connsiteX53" fmla="*/ 49399 w 263062"/>
                <a:gd name="connsiteY53" fmla="*/ 111236 h 161669"/>
                <a:gd name="connsiteX54" fmla="*/ 48121 w 263062"/>
                <a:gd name="connsiteY54" fmla="*/ 113151 h 161669"/>
                <a:gd name="connsiteX55" fmla="*/ 48121 w 263062"/>
                <a:gd name="connsiteY55" fmla="*/ 148263 h 161669"/>
                <a:gd name="connsiteX56" fmla="*/ 28312 w 263062"/>
                <a:gd name="connsiteY56" fmla="*/ 148263 h 161669"/>
                <a:gd name="connsiteX57" fmla="*/ 28312 w 263062"/>
                <a:gd name="connsiteY57" fmla="*/ 119535 h 161669"/>
                <a:gd name="connsiteX58" fmla="*/ 20644 w 263062"/>
                <a:gd name="connsiteY58" fmla="*/ 95276 h 161669"/>
                <a:gd name="connsiteX59" fmla="*/ 12337 w 263062"/>
                <a:gd name="connsiteY59" fmla="*/ 73570 h 161669"/>
                <a:gd name="connsiteX60" fmla="*/ 24478 w 263062"/>
                <a:gd name="connsiteY60" fmla="*/ 23137 h 161669"/>
                <a:gd name="connsiteX61" fmla="*/ 124800 w 263062"/>
                <a:gd name="connsiteY61" fmla="*/ 22499 h 161669"/>
                <a:gd name="connsiteX62" fmla="*/ 126717 w 263062"/>
                <a:gd name="connsiteY62" fmla="*/ 23137 h 161669"/>
                <a:gd name="connsiteX63" fmla="*/ 126717 w 263062"/>
                <a:gd name="connsiteY63" fmla="*/ 23137 h 161669"/>
                <a:gd name="connsiteX64" fmla="*/ 186783 w 263062"/>
                <a:gd name="connsiteY64" fmla="*/ 23137 h 161669"/>
                <a:gd name="connsiteX65" fmla="*/ 191895 w 263062"/>
                <a:gd name="connsiteY65" fmla="*/ 21222 h 161669"/>
                <a:gd name="connsiteX66" fmla="*/ 193173 w 263062"/>
                <a:gd name="connsiteY66" fmla="*/ 17391 h 161669"/>
                <a:gd name="connsiteX67" fmla="*/ 195729 w 263062"/>
                <a:gd name="connsiteY67" fmla="*/ 16115 h 161669"/>
                <a:gd name="connsiteX68" fmla="*/ 198923 w 263062"/>
                <a:gd name="connsiteY68" fmla="*/ 19945 h 161669"/>
                <a:gd name="connsiteX69" fmla="*/ 204035 w 263062"/>
                <a:gd name="connsiteY69" fmla="*/ 24414 h 161669"/>
                <a:gd name="connsiteX70" fmla="*/ 219371 w 263062"/>
                <a:gd name="connsiteY70" fmla="*/ 26967 h 161669"/>
                <a:gd name="connsiteX71" fmla="*/ 247487 w 263062"/>
                <a:gd name="connsiteY71" fmla="*/ 49311 h 161669"/>
                <a:gd name="connsiteX72" fmla="*/ 244931 w 263062"/>
                <a:gd name="connsiteY72" fmla="*/ 57611 h 161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63062" h="161669">
                  <a:moveTo>
                    <a:pt x="260906" y="44204"/>
                  </a:moveTo>
                  <a:cubicBezTo>
                    <a:pt x="246209" y="30798"/>
                    <a:pt x="227678" y="17391"/>
                    <a:pt x="226400" y="16753"/>
                  </a:cubicBezTo>
                  <a:cubicBezTo>
                    <a:pt x="225761" y="16115"/>
                    <a:pt x="224483" y="15476"/>
                    <a:pt x="223844" y="15476"/>
                  </a:cubicBezTo>
                  <a:lnTo>
                    <a:pt x="210425" y="13561"/>
                  </a:lnTo>
                  <a:cubicBezTo>
                    <a:pt x="205952" y="5262"/>
                    <a:pt x="198923" y="3985"/>
                    <a:pt x="194451" y="4623"/>
                  </a:cubicBezTo>
                  <a:cubicBezTo>
                    <a:pt x="188700" y="5900"/>
                    <a:pt x="185505" y="8454"/>
                    <a:pt x="183588" y="11007"/>
                  </a:cubicBezTo>
                  <a:lnTo>
                    <a:pt x="129273" y="11007"/>
                  </a:lnTo>
                  <a:cubicBezTo>
                    <a:pt x="119688" y="7815"/>
                    <a:pt x="51316" y="-13890"/>
                    <a:pt x="18088" y="14199"/>
                  </a:cubicBezTo>
                  <a:cubicBezTo>
                    <a:pt x="2752" y="26967"/>
                    <a:pt x="-2999" y="48035"/>
                    <a:pt x="1474" y="76124"/>
                  </a:cubicBezTo>
                  <a:cubicBezTo>
                    <a:pt x="3391" y="88892"/>
                    <a:pt x="7864" y="96553"/>
                    <a:pt x="11059" y="102298"/>
                  </a:cubicBezTo>
                  <a:cubicBezTo>
                    <a:pt x="14254" y="108044"/>
                    <a:pt x="16810" y="111874"/>
                    <a:pt x="16810" y="120174"/>
                  </a:cubicBezTo>
                  <a:lnTo>
                    <a:pt x="16810" y="155285"/>
                  </a:lnTo>
                  <a:cubicBezTo>
                    <a:pt x="16810" y="157201"/>
                    <a:pt x="17449" y="158477"/>
                    <a:pt x="18727" y="159754"/>
                  </a:cubicBezTo>
                  <a:cubicBezTo>
                    <a:pt x="20005" y="161031"/>
                    <a:pt x="21283" y="161669"/>
                    <a:pt x="23200" y="161669"/>
                  </a:cubicBezTo>
                  <a:lnTo>
                    <a:pt x="60262" y="161669"/>
                  </a:lnTo>
                  <a:cubicBezTo>
                    <a:pt x="62818" y="161669"/>
                    <a:pt x="64735" y="160393"/>
                    <a:pt x="66013" y="157839"/>
                  </a:cubicBezTo>
                  <a:cubicBezTo>
                    <a:pt x="67291" y="155285"/>
                    <a:pt x="66652" y="152732"/>
                    <a:pt x="65374" y="150817"/>
                  </a:cubicBezTo>
                  <a:cubicBezTo>
                    <a:pt x="57706" y="141879"/>
                    <a:pt x="59623" y="125281"/>
                    <a:pt x="61540" y="118258"/>
                  </a:cubicBezTo>
                  <a:cubicBezTo>
                    <a:pt x="62818" y="116343"/>
                    <a:pt x="64735" y="113790"/>
                    <a:pt x="66013" y="111236"/>
                  </a:cubicBezTo>
                  <a:lnTo>
                    <a:pt x="117771" y="111236"/>
                  </a:lnTo>
                  <a:lnTo>
                    <a:pt x="117771" y="111236"/>
                  </a:lnTo>
                  <a:cubicBezTo>
                    <a:pt x="120327" y="123366"/>
                    <a:pt x="125439" y="138049"/>
                    <a:pt x="134385" y="155285"/>
                  </a:cubicBezTo>
                  <a:cubicBezTo>
                    <a:pt x="135663" y="157201"/>
                    <a:pt x="137580" y="158477"/>
                    <a:pt x="140136" y="158477"/>
                  </a:cubicBezTo>
                  <a:lnTo>
                    <a:pt x="174003" y="158477"/>
                  </a:lnTo>
                  <a:cubicBezTo>
                    <a:pt x="176559" y="158477"/>
                    <a:pt x="178476" y="157201"/>
                    <a:pt x="179754" y="155285"/>
                  </a:cubicBezTo>
                  <a:cubicBezTo>
                    <a:pt x="181032" y="153370"/>
                    <a:pt x="180393" y="150817"/>
                    <a:pt x="179115" y="148901"/>
                  </a:cubicBezTo>
                  <a:lnTo>
                    <a:pt x="169530" y="136134"/>
                  </a:lnTo>
                  <a:cubicBezTo>
                    <a:pt x="168252" y="134218"/>
                    <a:pt x="161223" y="120174"/>
                    <a:pt x="161223" y="102937"/>
                  </a:cubicBezTo>
                  <a:cubicBezTo>
                    <a:pt x="176559" y="97191"/>
                    <a:pt x="189339" y="86338"/>
                    <a:pt x="192534" y="83785"/>
                  </a:cubicBezTo>
                  <a:cubicBezTo>
                    <a:pt x="202757" y="78039"/>
                    <a:pt x="221288" y="74847"/>
                    <a:pt x="221288" y="74847"/>
                  </a:cubicBezTo>
                  <a:lnTo>
                    <a:pt x="251321" y="69740"/>
                  </a:lnTo>
                  <a:cubicBezTo>
                    <a:pt x="253238" y="69102"/>
                    <a:pt x="255155" y="67825"/>
                    <a:pt x="255794" y="65910"/>
                  </a:cubicBezTo>
                  <a:cubicBezTo>
                    <a:pt x="260267" y="56972"/>
                    <a:pt x="262823" y="51865"/>
                    <a:pt x="262823" y="51865"/>
                  </a:cubicBezTo>
                  <a:cubicBezTo>
                    <a:pt x="263462" y="49311"/>
                    <a:pt x="262823" y="46119"/>
                    <a:pt x="260906" y="44204"/>
                  </a:cubicBezTo>
                  <a:close/>
                  <a:moveTo>
                    <a:pt x="244931" y="57611"/>
                  </a:moveTo>
                  <a:lnTo>
                    <a:pt x="218093" y="62079"/>
                  </a:lnTo>
                  <a:cubicBezTo>
                    <a:pt x="217454" y="62079"/>
                    <a:pt x="196368" y="66548"/>
                    <a:pt x="184227" y="72932"/>
                  </a:cubicBezTo>
                  <a:cubicBezTo>
                    <a:pt x="183588" y="72932"/>
                    <a:pt x="183588" y="73570"/>
                    <a:pt x="182949" y="73570"/>
                  </a:cubicBezTo>
                  <a:cubicBezTo>
                    <a:pt x="182949" y="73570"/>
                    <a:pt x="173364" y="81870"/>
                    <a:pt x="161862" y="87615"/>
                  </a:cubicBezTo>
                  <a:cubicBezTo>
                    <a:pt x="162501" y="85062"/>
                    <a:pt x="163140" y="83146"/>
                    <a:pt x="164418" y="80593"/>
                  </a:cubicBezTo>
                  <a:cubicBezTo>
                    <a:pt x="165696" y="77401"/>
                    <a:pt x="164418" y="73570"/>
                    <a:pt x="161223" y="72294"/>
                  </a:cubicBezTo>
                  <a:cubicBezTo>
                    <a:pt x="158028" y="71017"/>
                    <a:pt x="154194" y="72294"/>
                    <a:pt x="152916" y="75486"/>
                  </a:cubicBezTo>
                  <a:cubicBezTo>
                    <a:pt x="137580" y="109321"/>
                    <a:pt x="156111" y="141241"/>
                    <a:pt x="157389" y="143156"/>
                  </a:cubicBezTo>
                  <a:lnTo>
                    <a:pt x="159945" y="146348"/>
                  </a:lnTo>
                  <a:lnTo>
                    <a:pt x="142692" y="146348"/>
                  </a:lnTo>
                  <a:cubicBezTo>
                    <a:pt x="122244" y="104852"/>
                    <a:pt x="126717" y="79316"/>
                    <a:pt x="126717" y="78678"/>
                  </a:cubicBezTo>
                  <a:cubicBezTo>
                    <a:pt x="127356" y="75486"/>
                    <a:pt x="124800" y="71655"/>
                    <a:pt x="121605" y="71017"/>
                  </a:cubicBezTo>
                  <a:cubicBezTo>
                    <a:pt x="118410" y="70378"/>
                    <a:pt x="114576" y="72932"/>
                    <a:pt x="113937" y="76124"/>
                  </a:cubicBezTo>
                  <a:cubicBezTo>
                    <a:pt x="113937" y="76762"/>
                    <a:pt x="112659" y="84423"/>
                    <a:pt x="113937" y="98468"/>
                  </a:cubicBezTo>
                  <a:lnTo>
                    <a:pt x="69847" y="98468"/>
                  </a:lnTo>
                  <a:cubicBezTo>
                    <a:pt x="73681" y="86338"/>
                    <a:pt x="74959" y="76124"/>
                    <a:pt x="74959" y="75486"/>
                  </a:cubicBezTo>
                  <a:cubicBezTo>
                    <a:pt x="74959" y="71655"/>
                    <a:pt x="72403" y="69102"/>
                    <a:pt x="69208" y="68463"/>
                  </a:cubicBezTo>
                  <a:cubicBezTo>
                    <a:pt x="65374" y="68463"/>
                    <a:pt x="62818" y="71017"/>
                    <a:pt x="62179" y="74209"/>
                  </a:cubicBezTo>
                  <a:cubicBezTo>
                    <a:pt x="62179" y="74209"/>
                    <a:pt x="60262" y="95914"/>
                    <a:pt x="49399" y="111236"/>
                  </a:cubicBezTo>
                  <a:cubicBezTo>
                    <a:pt x="48760" y="111874"/>
                    <a:pt x="48760" y="112513"/>
                    <a:pt x="48121" y="113151"/>
                  </a:cubicBezTo>
                  <a:cubicBezTo>
                    <a:pt x="48121" y="113790"/>
                    <a:pt x="43009" y="132303"/>
                    <a:pt x="48121" y="148263"/>
                  </a:cubicBezTo>
                  <a:lnTo>
                    <a:pt x="28312" y="148263"/>
                  </a:lnTo>
                  <a:lnTo>
                    <a:pt x="28312" y="119535"/>
                  </a:lnTo>
                  <a:cubicBezTo>
                    <a:pt x="28312" y="108044"/>
                    <a:pt x="24478" y="101660"/>
                    <a:pt x="20644" y="95276"/>
                  </a:cubicBezTo>
                  <a:cubicBezTo>
                    <a:pt x="17449" y="89530"/>
                    <a:pt x="14254" y="83785"/>
                    <a:pt x="12337" y="73570"/>
                  </a:cubicBezTo>
                  <a:cubicBezTo>
                    <a:pt x="8503" y="49950"/>
                    <a:pt x="12976" y="33351"/>
                    <a:pt x="24478" y="23137"/>
                  </a:cubicBezTo>
                  <a:cubicBezTo>
                    <a:pt x="54511" y="-1761"/>
                    <a:pt x="124161" y="21860"/>
                    <a:pt x="124800" y="22499"/>
                  </a:cubicBezTo>
                  <a:cubicBezTo>
                    <a:pt x="125439" y="22499"/>
                    <a:pt x="126078" y="23137"/>
                    <a:pt x="126717" y="23137"/>
                  </a:cubicBezTo>
                  <a:lnTo>
                    <a:pt x="126717" y="23137"/>
                  </a:lnTo>
                  <a:lnTo>
                    <a:pt x="186783" y="23137"/>
                  </a:lnTo>
                  <a:cubicBezTo>
                    <a:pt x="188700" y="23137"/>
                    <a:pt x="190617" y="22499"/>
                    <a:pt x="191895" y="21222"/>
                  </a:cubicBezTo>
                  <a:cubicBezTo>
                    <a:pt x="192534" y="19945"/>
                    <a:pt x="193173" y="18668"/>
                    <a:pt x="193173" y="17391"/>
                  </a:cubicBezTo>
                  <a:cubicBezTo>
                    <a:pt x="193812" y="17391"/>
                    <a:pt x="194451" y="16753"/>
                    <a:pt x="195729" y="16115"/>
                  </a:cubicBezTo>
                  <a:cubicBezTo>
                    <a:pt x="196368" y="16115"/>
                    <a:pt x="197646" y="17391"/>
                    <a:pt x="198923" y="19945"/>
                  </a:cubicBezTo>
                  <a:cubicBezTo>
                    <a:pt x="199563" y="22499"/>
                    <a:pt x="201479" y="23775"/>
                    <a:pt x="204035" y="24414"/>
                  </a:cubicBezTo>
                  <a:lnTo>
                    <a:pt x="219371" y="26967"/>
                  </a:lnTo>
                  <a:cubicBezTo>
                    <a:pt x="223205" y="30159"/>
                    <a:pt x="236624" y="39735"/>
                    <a:pt x="247487" y="49311"/>
                  </a:cubicBezTo>
                  <a:cubicBezTo>
                    <a:pt x="247487" y="51865"/>
                    <a:pt x="246209" y="54419"/>
                    <a:pt x="244931" y="57611"/>
                  </a:cubicBezTo>
                  <a:close/>
                </a:path>
              </a:pathLst>
            </a:custGeom>
            <a:solidFill>
              <a:srgbClr val="046A38"/>
            </a:solidFill>
            <a:ln w="6390" cap="flat">
              <a:noFill/>
              <a:prstDash val="solid"/>
              <a:miter/>
            </a:ln>
          </p:spPr>
          <p:txBody>
            <a:bodyPr rtlCol="0" anchor="ctr"/>
            <a:lstStyle/>
            <a:p>
              <a:endParaRPr lang="en-US"/>
            </a:p>
          </p:txBody>
        </p:sp>
      </p:grpSp>
      <p:grpSp>
        <p:nvGrpSpPr>
          <p:cNvPr id="217" name="Graphic 6">
            <a:extLst>
              <a:ext uri="{FF2B5EF4-FFF2-40B4-BE49-F238E27FC236}">
                <a16:creationId xmlns:a16="http://schemas.microsoft.com/office/drawing/2014/main" id="{5E78BB21-BCF8-F047-9A03-3FAC6E017133}"/>
              </a:ext>
            </a:extLst>
          </p:cNvPr>
          <p:cNvGrpSpPr/>
          <p:nvPr/>
        </p:nvGrpSpPr>
        <p:grpSpPr>
          <a:xfrm>
            <a:off x="467743" y="914987"/>
            <a:ext cx="362313" cy="361971"/>
            <a:chOff x="467743" y="914987"/>
            <a:chExt cx="362313" cy="361971"/>
          </a:xfrm>
          <a:solidFill>
            <a:srgbClr val="046A38"/>
          </a:solidFill>
        </p:grpSpPr>
        <p:sp>
          <p:nvSpPr>
            <p:cNvPr id="218" name="Graphic 6">
              <a:extLst>
                <a:ext uri="{FF2B5EF4-FFF2-40B4-BE49-F238E27FC236}">
                  <a16:creationId xmlns:a16="http://schemas.microsoft.com/office/drawing/2014/main" id="{26FC3DCA-77F4-4940-83FB-81B325F98319}"/>
                </a:ext>
              </a:extLst>
            </p:cNvPr>
            <p:cNvSpPr/>
            <p:nvPr/>
          </p:nvSpPr>
          <p:spPr>
            <a:xfrm>
              <a:off x="467743" y="91498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181474 w 362313"/>
                <a:gd name="connsiteY4" fmla="*/ 0 h 361971"/>
                <a:gd name="connsiteX5" fmla="*/ 181474 w 362313"/>
                <a:gd name="connsiteY5" fmla="*/ 349204 h 361971"/>
                <a:gd name="connsiteX6" fmla="*/ 13419 w 362313"/>
                <a:gd name="connsiteY6" fmla="*/ 180667 h 361971"/>
                <a:gd name="connsiteX7" fmla="*/ 182113 w 362313"/>
                <a:gd name="connsiteY7" fmla="*/ 12768 h 361971"/>
                <a:gd name="connsiteX8" fmla="*/ 350169 w 362313"/>
                <a:gd name="connsiteY8" fmla="*/ 181305 h 361971"/>
                <a:gd name="connsiteX9" fmla="*/ 181474 w 362313"/>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948" y="81077"/>
                    <a:pt x="281796" y="0"/>
                    <a:pt x="181474" y="0"/>
                  </a:cubicBezTo>
                  <a:close/>
                  <a:moveTo>
                    <a:pt x="181474" y="349204"/>
                  </a:moveTo>
                  <a:cubicBezTo>
                    <a:pt x="88820" y="349204"/>
                    <a:pt x="13419" y="273873"/>
                    <a:pt x="13419" y="180667"/>
                  </a:cubicBezTo>
                  <a:cubicBezTo>
                    <a:pt x="13419" y="88099"/>
                    <a:pt x="88820" y="12768"/>
                    <a:pt x="182113" y="12768"/>
                  </a:cubicBezTo>
                  <a:cubicBezTo>
                    <a:pt x="275406" y="12768"/>
                    <a:pt x="350169" y="88099"/>
                    <a:pt x="350169" y="181305"/>
                  </a:cubicBezTo>
                  <a:cubicBezTo>
                    <a:pt x="350169" y="273873"/>
                    <a:pt x="274128"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219" name="Graphic 6">
              <a:extLst>
                <a:ext uri="{FF2B5EF4-FFF2-40B4-BE49-F238E27FC236}">
                  <a16:creationId xmlns:a16="http://schemas.microsoft.com/office/drawing/2014/main" id="{31872B51-1140-E042-BBDF-D842928F5431}"/>
                </a:ext>
              </a:extLst>
            </p:cNvPr>
            <p:cNvSpPr/>
            <p:nvPr/>
          </p:nvSpPr>
          <p:spPr>
            <a:xfrm>
              <a:off x="670326" y="1016869"/>
              <a:ext cx="43691" cy="32819"/>
            </a:xfrm>
            <a:custGeom>
              <a:avLst/>
              <a:gdLst>
                <a:gd name="connsiteX0" fmla="*/ 3173 w 43691"/>
                <a:gd name="connsiteY0" fmla="*/ 12391 h 32819"/>
                <a:gd name="connsiteX1" fmla="*/ 14675 w 43691"/>
                <a:gd name="connsiteY1" fmla="*/ 27713 h 32819"/>
                <a:gd name="connsiteX2" fmla="*/ 16592 w 43691"/>
                <a:gd name="connsiteY2" fmla="*/ 30905 h 32819"/>
                <a:gd name="connsiteX3" fmla="*/ 17231 w 43691"/>
                <a:gd name="connsiteY3" fmla="*/ 31543 h 32819"/>
                <a:gd name="connsiteX4" fmla="*/ 18509 w 43691"/>
                <a:gd name="connsiteY4" fmla="*/ 32181 h 32819"/>
                <a:gd name="connsiteX5" fmla="*/ 19787 w 43691"/>
                <a:gd name="connsiteY5" fmla="*/ 32820 h 32819"/>
                <a:gd name="connsiteX6" fmla="*/ 20426 w 43691"/>
                <a:gd name="connsiteY6" fmla="*/ 32820 h 32819"/>
                <a:gd name="connsiteX7" fmla="*/ 21704 w 43691"/>
                <a:gd name="connsiteY7" fmla="*/ 32820 h 32819"/>
                <a:gd name="connsiteX8" fmla="*/ 21704 w 43691"/>
                <a:gd name="connsiteY8" fmla="*/ 32820 h 32819"/>
                <a:gd name="connsiteX9" fmla="*/ 21704 w 43691"/>
                <a:gd name="connsiteY9" fmla="*/ 32820 h 32819"/>
                <a:gd name="connsiteX10" fmla="*/ 22982 w 43691"/>
                <a:gd name="connsiteY10" fmla="*/ 32820 h 32819"/>
                <a:gd name="connsiteX11" fmla="*/ 23621 w 43691"/>
                <a:gd name="connsiteY11" fmla="*/ 32820 h 32819"/>
                <a:gd name="connsiteX12" fmla="*/ 24899 w 43691"/>
                <a:gd name="connsiteY12" fmla="*/ 32181 h 32819"/>
                <a:gd name="connsiteX13" fmla="*/ 26177 w 43691"/>
                <a:gd name="connsiteY13" fmla="*/ 31543 h 32819"/>
                <a:gd name="connsiteX14" fmla="*/ 26816 w 43691"/>
                <a:gd name="connsiteY14" fmla="*/ 30905 h 32819"/>
                <a:gd name="connsiteX15" fmla="*/ 28733 w 43691"/>
                <a:gd name="connsiteY15" fmla="*/ 27713 h 32819"/>
                <a:gd name="connsiteX16" fmla="*/ 40235 w 43691"/>
                <a:gd name="connsiteY16" fmla="*/ 12391 h 32819"/>
                <a:gd name="connsiteX17" fmla="*/ 42791 w 43691"/>
                <a:gd name="connsiteY17" fmla="*/ 3453 h 32819"/>
                <a:gd name="connsiteX18" fmla="*/ 33845 w 43691"/>
                <a:gd name="connsiteY18" fmla="*/ 900 h 32819"/>
                <a:gd name="connsiteX19" fmla="*/ 21704 w 43691"/>
                <a:gd name="connsiteY19" fmla="*/ 11753 h 32819"/>
                <a:gd name="connsiteX20" fmla="*/ 9563 w 43691"/>
                <a:gd name="connsiteY20" fmla="*/ 900 h 32819"/>
                <a:gd name="connsiteX21" fmla="*/ 617 w 43691"/>
                <a:gd name="connsiteY21" fmla="*/ 3453 h 32819"/>
                <a:gd name="connsiteX22" fmla="*/ 3173 w 43691"/>
                <a:gd name="connsiteY22" fmla="*/ 12391 h 3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3691" h="32819">
                  <a:moveTo>
                    <a:pt x="3173" y="12391"/>
                  </a:moveTo>
                  <a:cubicBezTo>
                    <a:pt x="3173" y="12391"/>
                    <a:pt x="12758" y="18137"/>
                    <a:pt x="14675" y="27713"/>
                  </a:cubicBezTo>
                  <a:cubicBezTo>
                    <a:pt x="14675" y="28989"/>
                    <a:pt x="15314" y="30266"/>
                    <a:pt x="16592" y="30905"/>
                  </a:cubicBezTo>
                  <a:lnTo>
                    <a:pt x="17231" y="31543"/>
                  </a:lnTo>
                  <a:cubicBezTo>
                    <a:pt x="17870" y="31543"/>
                    <a:pt x="17870" y="32181"/>
                    <a:pt x="18509" y="32181"/>
                  </a:cubicBezTo>
                  <a:cubicBezTo>
                    <a:pt x="19148" y="32181"/>
                    <a:pt x="19148" y="32820"/>
                    <a:pt x="19787" y="32820"/>
                  </a:cubicBezTo>
                  <a:cubicBezTo>
                    <a:pt x="19787" y="32820"/>
                    <a:pt x="19787" y="32820"/>
                    <a:pt x="20426" y="32820"/>
                  </a:cubicBezTo>
                  <a:cubicBezTo>
                    <a:pt x="21065" y="32820"/>
                    <a:pt x="21065" y="32820"/>
                    <a:pt x="21704" y="32820"/>
                  </a:cubicBezTo>
                  <a:lnTo>
                    <a:pt x="21704" y="32820"/>
                  </a:lnTo>
                  <a:lnTo>
                    <a:pt x="21704" y="32820"/>
                  </a:lnTo>
                  <a:cubicBezTo>
                    <a:pt x="22343" y="32820"/>
                    <a:pt x="22343" y="32820"/>
                    <a:pt x="22982" y="32820"/>
                  </a:cubicBezTo>
                  <a:cubicBezTo>
                    <a:pt x="22982" y="32820"/>
                    <a:pt x="22982" y="32820"/>
                    <a:pt x="23621" y="32820"/>
                  </a:cubicBezTo>
                  <a:cubicBezTo>
                    <a:pt x="24260" y="32820"/>
                    <a:pt x="24260" y="32820"/>
                    <a:pt x="24899" y="32181"/>
                  </a:cubicBezTo>
                  <a:cubicBezTo>
                    <a:pt x="25538" y="32181"/>
                    <a:pt x="25538" y="31543"/>
                    <a:pt x="26177" y="31543"/>
                  </a:cubicBezTo>
                  <a:lnTo>
                    <a:pt x="26816" y="30905"/>
                  </a:lnTo>
                  <a:cubicBezTo>
                    <a:pt x="28094" y="30266"/>
                    <a:pt x="28733" y="28989"/>
                    <a:pt x="28733" y="27713"/>
                  </a:cubicBezTo>
                  <a:cubicBezTo>
                    <a:pt x="30650" y="18137"/>
                    <a:pt x="40235" y="12391"/>
                    <a:pt x="40235" y="12391"/>
                  </a:cubicBezTo>
                  <a:cubicBezTo>
                    <a:pt x="43430" y="10476"/>
                    <a:pt x="44708" y="6645"/>
                    <a:pt x="42791" y="3453"/>
                  </a:cubicBezTo>
                  <a:cubicBezTo>
                    <a:pt x="40874" y="261"/>
                    <a:pt x="37040" y="-1015"/>
                    <a:pt x="33845" y="900"/>
                  </a:cubicBezTo>
                  <a:cubicBezTo>
                    <a:pt x="33206" y="900"/>
                    <a:pt x="27455" y="4730"/>
                    <a:pt x="21704" y="11753"/>
                  </a:cubicBezTo>
                  <a:cubicBezTo>
                    <a:pt x="16592" y="4730"/>
                    <a:pt x="10202" y="1538"/>
                    <a:pt x="9563" y="900"/>
                  </a:cubicBezTo>
                  <a:cubicBezTo>
                    <a:pt x="6368" y="-1015"/>
                    <a:pt x="2534" y="261"/>
                    <a:pt x="617" y="3453"/>
                  </a:cubicBezTo>
                  <a:cubicBezTo>
                    <a:pt x="-661" y="6645"/>
                    <a:pt x="-22" y="10476"/>
                    <a:pt x="3173" y="12391"/>
                  </a:cubicBezTo>
                  <a:close/>
                </a:path>
              </a:pathLst>
            </a:custGeom>
            <a:solidFill>
              <a:srgbClr val="046A38"/>
            </a:solidFill>
            <a:ln w="6390" cap="flat">
              <a:noFill/>
              <a:prstDash val="solid"/>
              <a:miter/>
            </a:ln>
          </p:spPr>
          <p:txBody>
            <a:bodyPr rtlCol="0" anchor="ctr"/>
            <a:lstStyle/>
            <a:p>
              <a:endParaRPr lang="en-US"/>
            </a:p>
          </p:txBody>
        </p:sp>
        <p:sp>
          <p:nvSpPr>
            <p:cNvPr id="220" name="Graphic 6">
              <a:extLst>
                <a:ext uri="{FF2B5EF4-FFF2-40B4-BE49-F238E27FC236}">
                  <a16:creationId xmlns:a16="http://schemas.microsoft.com/office/drawing/2014/main" id="{1AC54864-8678-1F40-8C48-5006F5F09220}"/>
                </a:ext>
              </a:extLst>
            </p:cNvPr>
            <p:cNvSpPr/>
            <p:nvPr/>
          </p:nvSpPr>
          <p:spPr>
            <a:xfrm>
              <a:off x="514305" y="1021599"/>
              <a:ext cx="269739" cy="190881"/>
            </a:xfrm>
            <a:custGeom>
              <a:avLst/>
              <a:gdLst>
                <a:gd name="connsiteX0" fmla="*/ 263350 w 269739"/>
                <a:gd name="connsiteY0" fmla="*/ 76608 h 190881"/>
                <a:gd name="connsiteX1" fmla="*/ 92100 w 269739"/>
                <a:gd name="connsiteY1" fmla="*/ 76608 h 190881"/>
                <a:gd name="connsiteX2" fmla="*/ 82515 w 269739"/>
                <a:gd name="connsiteY2" fmla="*/ 64478 h 190881"/>
                <a:gd name="connsiteX3" fmla="*/ 97212 w 269739"/>
                <a:gd name="connsiteY3" fmla="*/ 43411 h 190881"/>
                <a:gd name="connsiteX4" fmla="*/ 94656 w 269739"/>
                <a:gd name="connsiteY4" fmla="*/ 2554 h 190881"/>
                <a:gd name="connsiteX5" fmla="*/ 88266 w 269739"/>
                <a:gd name="connsiteY5" fmla="*/ 0 h 190881"/>
                <a:gd name="connsiteX6" fmla="*/ 54399 w 269739"/>
                <a:gd name="connsiteY6" fmla="*/ 35750 h 190881"/>
                <a:gd name="connsiteX7" fmla="*/ 4557 w 269739"/>
                <a:gd name="connsiteY7" fmla="*/ 26813 h 190881"/>
                <a:gd name="connsiteX8" fmla="*/ 4557 w 269739"/>
                <a:gd name="connsiteY8" fmla="*/ 26813 h 190881"/>
                <a:gd name="connsiteX9" fmla="*/ 84 w 269739"/>
                <a:gd name="connsiteY9" fmla="*/ 31920 h 190881"/>
                <a:gd name="connsiteX10" fmla="*/ 26922 w 269739"/>
                <a:gd name="connsiteY10" fmla="*/ 68309 h 190881"/>
                <a:gd name="connsiteX11" fmla="*/ 52482 w 269739"/>
                <a:gd name="connsiteY11" fmla="*/ 75331 h 190881"/>
                <a:gd name="connsiteX12" fmla="*/ 131717 w 269739"/>
                <a:gd name="connsiteY12" fmla="*/ 165345 h 190881"/>
                <a:gd name="connsiteX13" fmla="*/ 125327 w 269739"/>
                <a:gd name="connsiteY13" fmla="*/ 181944 h 190881"/>
                <a:gd name="connsiteX14" fmla="*/ 129800 w 269739"/>
                <a:gd name="connsiteY14" fmla="*/ 189604 h 190881"/>
                <a:gd name="connsiteX15" fmla="*/ 143858 w 269739"/>
                <a:gd name="connsiteY15" fmla="*/ 190881 h 190881"/>
                <a:gd name="connsiteX16" fmla="*/ 169418 w 269739"/>
                <a:gd name="connsiteY16" fmla="*/ 184497 h 190881"/>
                <a:gd name="connsiteX17" fmla="*/ 187949 w 269739"/>
                <a:gd name="connsiteY17" fmla="*/ 165345 h 190881"/>
                <a:gd name="connsiteX18" fmla="*/ 269740 w 269739"/>
                <a:gd name="connsiteY18" fmla="*/ 86184 h 190881"/>
                <a:gd name="connsiteX19" fmla="*/ 269740 w 269739"/>
                <a:gd name="connsiteY19" fmla="*/ 82992 h 190881"/>
                <a:gd name="connsiteX20" fmla="*/ 263350 w 269739"/>
                <a:gd name="connsiteY20" fmla="*/ 76608 h 190881"/>
                <a:gd name="connsiteX21" fmla="*/ 194339 w 269739"/>
                <a:gd name="connsiteY21" fmla="*/ 151939 h 190881"/>
                <a:gd name="connsiteX22" fmla="*/ 194339 w 269739"/>
                <a:gd name="connsiteY22" fmla="*/ 151939 h 190881"/>
                <a:gd name="connsiteX23" fmla="*/ 190505 w 269739"/>
                <a:gd name="connsiteY23" fmla="*/ 143640 h 190881"/>
                <a:gd name="connsiteX24" fmla="*/ 182198 w 269739"/>
                <a:gd name="connsiteY24" fmla="*/ 147470 h 190881"/>
                <a:gd name="connsiteX25" fmla="*/ 163028 w 269739"/>
                <a:gd name="connsiteY25" fmla="*/ 173644 h 190881"/>
                <a:gd name="connsiteX26" fmla="*/ 140024 w 269739"/>
                <a:gd name="connsiteY26" fmla="*/ 178113 h 190881"/>
                <a:gd name="connsiteX27" fmla="*/ 154082 w 269739"/>
                <a:gd name="connsiteY27" fmla="*/ 159600 h 190881"/>
                <a:gd name="connsiteX28" fmla="*/ 161750 w 269739"/>
                <a:gd name="connsiteY28" fmla="*/ 156408 h 190881"/>
                <a:gd name="connsiteX29" fmla="*/ 166223 w 269739"/>
                <a:gd name="connsiteY29" fmla="*/ 148747 h 190881"/>
                <a:gd name="connsiteX30" fmla="*/ 158555 w 269739"/>
                <a:gd name="connsiteY30" fmla="*/ 144278 h 190881"/>
                <a:gd name="connsiteX31" fmla="*/ 147692 w 269739"/>
                <a:gd name="connsiteY31" fmla="*/ 148747 h 190881"/>
                <a:gd name="connsiteX32" fmla="*/ 140024 w 269739"/>
                <a:gd name="connsiteY32" fmla="*/ 154492 h 190881"/>
                <a:gd name="connsiteX33" fmla="*/ 139385 w 269739"/>
                <a:gd name="connsiteY33" fmla="*/ 153854 h 190881"/>
                <a:gd name="connsiteX34" fmla="*/ 65262 w 269739"/>
                <a:gd name="connsiteY34" fmla="*/ 72139 h 190881"/>
                <a:gd name="connsiteX35" fmla="*/ 65262 w 269739"/>
                <a:gd name="connsiteY35" fmla="*/ 67670 h 190881"/>
                <a:gd name="connsiteX36" fmla="*/ 63345 w 269739"/>
                <a:gd name="connsiteY36" fmla="*/ 63201 h 190881"/>
                <a:gd name="connsiteX37" fmla="*/ 58872 w 269739"/>
                <a:gd name="connsiteY37" fmla="*/ 61925 h 190881"/>
                <a:gd name="connsiteX38" fmla="*/ 33951 w 269739"/>
                <a:gd name="connsiteY38" fmla="*/ 57456 h 190881"/>
                <a:gd name="connsiteX39" fmla="*/ 15420 w 269739"/>
                <a:gd name="connsiteY39" fmla="*/ 37027 h 190881"/>
                <a:gd name="connsiteX40" fmla="*/ 53760 w 269739"/>
                <a:gd name="connsiteY40" fmla="*/ 52987 h 190881"/>
                <a:gd name="connsiteX41" fmla="*/ 60789 w 269739"/>
                <a:gd name="connsiteY41" fmla="*/ 54902 h 190881"/>
                <a:gd name="connsiteX42" fmla="*/ 65262 w 269739"/>
                <a:gd name="connsiteY42" fmla="*/ 49157 h 190881"/>
                <a:gd name="connsiteX43" fmla="*/ 86349 w 269739"/>
                <a:gd name="connsiteY43" fmla="*/ 13406 h 190881"/>
                <a:gd name="connsiteX44" fmla="*/ 85710 w 269739"/>
                <a:gd name="connsiteY44" fmla="*/ 38942 h 190881"/>
                <a:gd name="connsiteX45" fmla="*/ 71652 w 269739"/>
                <a:gd name="connsiteY45" fmla="*/ 57456 h 190881"/>
                <a:gd name="connsiteX46" fmla="*/ 69096 w 269739"/>
                <a:gd name="connsiteY46" fmla="*/ 63201 h 190881"/>
                <a:gd name="connsiteX47" fmla="*/ 69735 w 269739"/>
                <a:gd name="connsiteY47" fmla="*/ 65755 h 190881"/>
                <a:gd name="connsiteX48" fmla="*/ 88266 w 269739"/>
                <a:gd name="connsiteY48" fmla="*/ 88737 h 190881"/>
                <a:gd name="connsiteX49" fmla="*/ 91461 w 269739"/>
                <a:gd name="connsiteY49" fmla="*/ 89376 h 190881"/>
                <a:gd name="connsiteX50" fmla="*/ 258238 w 269739"/>
                <a:gd name="connsiteY50" fmla="*/ 89376 h 190881"/>
                <a:gd name="connsiteX51" fmla="*/ 257599 w 269739"/>
                <a:gd name="connsiteY51" fmla="*/ 94483 h 190881"/>
                <a:gd name="connsiteX52" fmla="*/ 246097 w 269739"/>
                <a:gd name="connsiteY52" fmla="*/ 94483 h 190881"/>
                <a:gd name="connsiteX53" fmla="*/ 233317 w 269739"/>
                <a:gd name="connsiteY53" fmla="*/ 95760 h 190881"/>
                <a:gd name="connsiteX54" fmla="*/ 198812 w 269739"/>
                <a:gd name="connsiteY54" fmla="*/ 119381 h 190881"/>
                <a:gd name="connsiteX55" fmla="*/ 187949 w 269739"/>
                <a:gd name="connsiteY55" fmla="*/ 123211 h 190881"/>
                <a:gd name="connsiteX56" fmla="*/ 180920 w 269739"/>
                <a:gd name="connsiteY56" fmla="*/ 116189 h 190881"/>
                <a:gd name="connsiteX57" fmla="*/ 172613 w 269739"/>
                <a:gd name="connsiteY57" fmla="*/ 112997 h 190881"/>
                <a:gd name="connsiteX58" fmla="*/ 169418 w 269739"/>
                <a:gd name="connsiteY58" fmla="*/ 121296 h 190881"/>
                <a:gd name="connsiteX59" fmla="*/ 186032 w 269739"/>
                <a:gd name="connsiteY59" fmla="*/ 135979 h 190881"/>
                <a:gd name="connsiteX60" fmla="*/ 189227 w 269739"/>
                <a:gd name="connsiteY60" fmla="*/ 135979 h 190881"/>
                <a:gd name="connsiteX61" fmla="*/ 208396 w 269739"/>
                <a:gd name="connsiteY61" fmla="*/ 127041 h 190881"/>
                <a:gd name="connsiteX62" fmla="*/ 235234 w 269739"/>
                <a:gd name="connsiteY62" fmla="*/ 107889 h 190881"/>
                <a:gd name="connsiteX63" fmla="*/ 245458 w 269739"/>
                <a:gd name="connsiteY63" fmla="*/ 107251 h 190881"/>
                <a:gd name="connsiteX64" fmla="*/ 253126 w 269739"/>
                <a:gd name="connsiteY64" fmla="*/ 107251 h 190881"/>
                <a:gd name="connsiteX65" fmla="*/ 194339 w 269739"/>
                <a:gd name="connsiteY65" fmla="*/ 151939 h 190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69739" h="190881">
                  <a:moveTo>
                    <a:pt x="263350" y="76608"/>
                  </a:moveTo>
                  <a:lnTo>
                    <a:pt x="92100" y="76608"/>
                  </a:lnTo>
                  <a:cubicBezTo>
                    <a:pt x="88266" y="74054"/>
                    <a:pt x="85071" y="69585"/>
                    <a:pt x="82515" y="64478"/>
                  </a:cubicBezTo>
                  <a:cubicBezTo>
                    <a:pt x="87627" y="60009"/>
                    <a:pt x="94017" y="52987"/>
                    <a:pt x="97212" y="43411"/>
                  </a:cubicBezTo>
                  <a:cubicBezTo>
                    <a:pt x="102962" y="27451"/>
                    <a:pt x="99767" y="7661"/>
                    <a:pt x="94656" y="2554"/>
                  </a:cubicBezTo>
                  <a:cubicBezTo>
                    <a:pt x="92739" y="638"/>
                    <a:pt x="90183" y="0"/>
                    <a:pt x="88266" y="0"/>
                  </a:cubicBezTo>
                  <a:cubicBezTo>
                    <a:pt x="72291" y="1915"/>
                    <a:pt x="59511" y="18514"/>
                    <a:pt x="54399" y="35750"/>
                  </a:cubicBezTo>
                  <a:cubicBezTo>
                    <a:pt x="44175" y="27451"/>
                    <a:pt x="26283" y="18514"/>
                    <a:pt x="4557" y="26813"/>
                  </a:cubicBezTo>
                  <a:lnTo>
                    <a:pt x="4557" y="26813"/>
                  </a:lnTo>
                  <a:cubicBezTo>
                    <a:pt x="2640" y="27451"/>
                    <a:pt x="723" y="30005"/>
                    <a:pt x="84" y="31920"/>
                  </a:cubicBezTo>
                  <a:cubicBezTo>
                    <a:pt x="-1193" y="38304"/>
                    <a:pt x="12225" y="59371"/>
                    <a:pt x="26922" y="68309"/>
                  </a:cubicBezTo>
                  <a:cubicBezTo>
                    <a:pt x="35229" y="73416"/>
                    <a:pt x="44814" y="74693"/>
                    <a:pt x="52482" y="75331"/>
                  </a:cubicBezTo>
                  <a:cubicBezTo>
                    <a:pt x="53760" y="115550"/>
                    <a:pt x="87627" y="153854"/>
                    <a:pt x="131717" y="165345"/>
                  </a:cubicBezTo>
                  <a:cubicBezTo>
                    <a:pt x="127244" y="173644"/>
                    <a:pt x="125327" y="181944"/>
                    <a:pt x="125327" y="181944"/>
                  </a:cubicBezTo>
                  <a:cubicBezTo>
                    <a:pt x="124688" y="185135"/>
                    <a:pt x="126605" y="188327"/>
                    <a:pt x="129800" y="189604"/>
                  </a:cubicBezTo>
                  <a:cubicBezTo>
                    <a:pt x="130439" y="189604"/>
                    <a:pt x="135551" y="190881"/>
                    <a:pt x="143858" y="190881"/>
                  </a:cubicBezTo>
                  <a:cubicBezTo>
                    <a:pt x="151526" y="190881"/>
                    <a:pt x="161111" y="189604"/>
                    <a:pt x="169418" y="184497"/>
                  </a:cubicBezTo>
                  <a:cubicBezTo>
                    <a:pt x="177725" y="180028"/>
                    <a:pt x="183476" y="172368"/>
                    <a:pt x="187949" y="165345"/>
                  </a:cubicBezTo>
                  <a:cubicBezTo>
                    <a:pt x="234595" y="160238"/>
                    <a:pt x="269740" y="126403"/>
                    <a:pt x="269740" y="86184"/>
                  </a:cubicBezTo>
                  <a:lnTo>
                    <a:pt x="269740" y="82992"/>
                  </a:lnTo>
                  <a:cubicBezTo>
                    <a:pt x="269740" y="79800"/>
                    <a:pt x="267184" y="76608"/>
                    <a:pt x="263350" y="76608"/>
                  </a:cubicBezTo>
                  <a:close/>
                  <a:moveTo>
                    <a:pt x="194339" y="151939"/>
                  </a:moveTo>
                  <a:lnTo>
                    <a:pt x="194339" y="151939"/>
                  </a:lnTo>
                  <a:cubicBezTo>
                    <a:pt x="195617" y="148108"/>
                    <a:pt x="193700" y="144278"/>
                    <a:pt x="190505" y="143640"/>
                  </a:cubicBezTo>
                  <a:cubicBezTo>
                    <a:pt x="187310" y="142363"/>
                    <a:pt x="183476" y="144278"/>
                    <a:pt x="182198" y="147470"/>
                  </a:cubicBezTo>
                  <a:cubicBezTo>
                    <a:pt x="182198" y="147470"/>
                    <a:pt x="175808" y="165984"/>
                    <a:pt x="163028" y="173644"/>
                  </a:cubicBezTo>
                  <a:cubicBezTo>
                    <a:pt x="155360" y="178113"/>
                    <a:pt x="145775" y="178113"/>
                    <a:pt x="140024" y="178113"/>
                  </a:cubicBezTo>
                  <a:cubicBezTo>
                    <a:pt x="142580" y="172368"/>
                    <a:pt x="146414" y="164068"/>
                    <a:pt x="154082" y="159600"/>
                  </a:cubicBezTo>
                  <a:cubicBezTo>
                    <a:pt x="156638" y="158323"/>
                    <a:pt x="159194" y="157046"/>
                    <a:pt x="161750" y="156408"/>
                  </a:cubicBezTo>
                  <a:cubicBezTo>
                    <a:pt x="164945" y="155769"/>
                    <a:pt x="167501" y="151939"/>
                    <a:pt x="166223" y="148747"/>
                  </a:cubicBezTo>
                  <a:cubicBezTo>
                    <a:pt x="165584" y="145555"/>
                    <a:pt x="161750" y="143001"/>
                    <a:pt x="158555" y="144278"/>
                  </a:cubicBezTo>
                  <a:cubicBezTo>
                    <a:pt x="154721" y="145555"/>
                    <a:pt x="150887" y="146832"/>
                    <a:pt x="147692" y="148747"/>
                  </a:cubicBezTo>
                  <a:cubicBezTo>
                    <a:pt x="144497" y="150662"/>
                    <a:pt x="141941" y="152577"/>
                    <a:pt x="140024" y="154492"/>
                  </a:cubicBezTo>
                  <a:cubicBezTo>
                    <a:pt x="140024" y="154492"/>
                    <a:pt x="139385" y="154492"/>
                    <a:pt x="139385" y="153854"/>
                  </a:cubicBezTo>
                  <a:cubicBezTo>
                    <a:pt x="92739" y="143640"/>
                    <a:pt x="65262" y="104697"/>
                    <a:pt x="65262" y="72139"/>
                  </a:cubicBezTo>
                  <a:lnTo>
                    <a:pt x="65262" y="67670"/>
                  </a:lnTo>
                  <a:cubicBezTo>
                    <a:pt x="65262" y="65755"/>
                    <a:pt x="64623" y="64478"/>
                    <a:pt x="63345" y="63201"/>
                  </a:cubicBezTo>
                  <a:cubicBezTo>
                    <a:pt x="62067" y="61925"/>
                    <a:pt x="60150" y="61286"/>
                    <a:pt x="58872" y="61925"/>
                  </a:cubicBezTo>
                  <a:cubicBezTo>
                    <a:pt x="53121" y="62563"/>
                    <a:pt x="42897" y="62563"/>
                    <a:pt x="33951" y="57456"/>
                  </a:cubicBezTo>
                  <a:cubicBezTo>
                    <a:pt x="25644" y="52349"/>
                    <a:pt x="18615" y="42773"/>
                    <a:pt x="15420" y="37027"/>
                  </a:cubicBezTo>
                  <a:cubicBezTo>
                    <a:pt x="37146" y="32558"/>
                    <a:pt x="53121" y="51710"/>
                    <a:pt x="53760" y="52987"/>
                  </a:cubicBezTo>
                  <a:cubicBezTo>
                    <a:pt x="55677" y="54902"/>
                    <a:pt x="58233" y="56179"/>
                    <a:pt x="60789" y="54902"/>
                  </a:cubicBezTo>
                  <a:cubicBezTo>
                    <a:pt x="63345" y="54264"/>
                    <a:pt x="65262" y="51710"/>
                    <a:pt x="65262" y="49157"/>
                  </a:cubicBezTo>
                  <a:cubicBezTo>
                    <a:pt x="65901" y="33835"/>
                    <a:pt x="76125" y="17237"/>
                    <a:pt x="86349" y="13406"/>
                  </a:cubicBezTo>
                  <a:cubicBezTo>
                    <a:pt x="87627" y="18514"/>
                    <a:pt x="88905" y="28728"/>
                    <a:pt x="85710" y="38942"/>
                  </a:cubicBezTo>
                  <a:cubicBezTo>
                    <a:pt x="82515" y="47880"/>
                    <a:pt x="75486" y="54264"/>
                    <a:pt x="71652" y="57456"/>
                  </a:cubicBezTo>
                  <a:cubicBezTo>
                    <a:pt x="69735" y="58733"/>
                    <a:pt x="69096" y="60648"/>
                    <a:pt x="69096" y="63201"/>
                  </a:cubicBezTo>
                  <a:cubicBezTo>
                    <a:pt x="69096" y="63840"/>
                    <a:pt x="69096" y="65117"/>
                    <a:pt x="69735" y="65755"/>
                  </a:cubicBezTo>
                  <a:cubicBezTo>
                    <a:pt x="74208" y="76608"/>
                    <a:pt x="80598" y="84269"/>
                    <a:pt x="88266" y="88737"/>
                  </a:cubicBezTo>
                  <a:cubicBezTo>
                    <a:pt x="89544" y="89376"/>
                    <a:pt x="90183" y="89376"/>
                    <a:pt x="91461" y="89376"/>
                  </a:cubicBezTo>
                  <a:lnTo>
                    <a:pt x="258238" y="89376"/>
                  </a:lnTo>
                  <a:cubicBezTo>
                    <a:pt x="258238" y="91291"/>
                    <a:pt x="258238" y="92568"/>
                    <a:pt x="257599" y="94483"/>
                  </a:cubicBezTo>
                  <a:lnTo>
                    <a:pt x="246097" y="94483"/>
                  </a:lnTo>
                  <a:cubicBezTo>
                    <a:pt x="242263" y="94483"/>
                    <a:pt x="237151" y="95121"/>
                    <a:pt x="233317" y="95760"/>
                  </a:cubicBezTo>
                  <a:cubicBezTo>
                    <a:pt x="232678" y="95760"/>
                    <a:pt x="216064" y="98952"/>
                    <a:pt x="198812" y="119381"/>
                  </a:cubicBezTo>
                  <a:cubicBezTo>
                    <a:pt x="196895" y="121296"/>
                    <a:pt x="192422" y="123849"/>
                    <a:pt x="187949" y="123211"/>
                  </a:cubicBezTo>
                  <a:cubicBezTo>
                    <a:pt x="186671" y="123211"/>
                    <a:pt x="183476" y="122573"/>
                    <a:pt x="180920" y="116189"/>
                  </a:cubicBezTo>
                  <a:cubicBezTo>
                    <a:pt x="179642" y="112997"/>
                    <a:pt x="175808" y="111081"/>
                    <a:pt x="172613" y="112997"/>
                  </a:cubicBezTo>
                  <a:cubicBezTo>
                    <a:pt x="169418" y="114273"/>
                    <a:pt x="167501" y="118104"/>
                    <a:pt x="169418" y="121296"/>
                  </a:cubicBezTo>
                  <a:cubicBezTo>
                    <a:pt x="172613" y="129595"/>
                    <a:pt x="179003" y="134702"/>
                    <a:pt x="186032" y="135979"/>
                  </a:cubicBezTo>
                  <a:cubicBezTo>
                    <a:pt x="187310" y="135979"/>
                    <a:pt x="188588" y="135979"/>
                    <a:pt x="189227" y="135979"/>
                  </a:cubicBezTo>
                  <a:cubicBezTo>
                    <a:pt x="196895" y="135979"/>
                    <a:pt x="204562" y="131510"/>
                    <a:pt x="208396" y="127041"/>
                  </a:cubicBezTo>
                  <a:cubicBezTo>
                    <a:pt x="222454" y="110443"/>
                    <a:pt x="235234" y="107889"/>
                    <a:pt x="235234" y="107889"/>
                  </a:cubicBezTo>
                  <a:cubicBezTo>
                    <a:pt x="237790" y="107251"/>
                    <a:pt x="242902" y="107251"/>
                    <a:pt x="245458" y="107251"/>
                  </a:cubicBezTo>
                  <a:lnTo>
                    <a:pt x="253126" y="107251"/>
                  </a:lnTo>
                  <a:cubicBezTo>
                    <a:pt x="244180" y="128957"/>
                    <a:pt x="221815" y="146832"/>
                    <a:pt x="194339" y="151939"/>
                  </a:cubicBezTo>
                  <a:close/>
                </a:path>
              </a:pathLst>
            </a:custGeom>
            <a:solidFill>
              <a:srgbClr val="046A38"/>
            </a:solidFill>
            <a:ln w="6390" cap="flat">
              <a:noFill/>
              <a:prstDash val="solid"/>
              <a:miter/>
            </a:ln>
          </p:spPr>
          <p:txBody>
            <a:bodyPr rtlCol="0" anchor="ctr"/>
            <a:lstStyle/>
            <a:p>
              <a:endParaRPr lang="en-US"/>
            </a:p>
          </p:txBody>
        </p:sp>
        <p:sp>
          <p:nvSpPr>
            <p:cNvPr id="221" name="Graphic 6">
              <a:extLst>
                <a:ext uri="{FF2B5EF4-FFF2-40B4-BE49-F238E27FC236}">
                  <a16:creationId xmlns:a16="http://schemas.microsoft.com/office/drawing/2014/main" id="{C23043D4-9D70-8F42-989B-2F94E698A132}"/>
                </a:ext>
              </a:extLst>
            </p:cNvPr>
            <p:cNvSpPr/>
            <p:nvPr/>
          </p:nvSpPr>
          <p:spPr>
            <a:xfrm>
              <a:off x="645383" y="1038738"/>
              <a:ext cx="92015" cy="54999"/>
            </a:xfrm>
            <a:custGeom>
              <a:avLst/>
              <a:gdLst>
                <a:gd name="connsiteX0" fmla="*/ 5751 w 92015"/>
                <a:gd name="connsiteY0" fmla="*/ 12227 h 54999"/>
                <a:gd name="connsiteX1" fmla="*/ 39618 w 92015"/>
                <a:gd name="connsiteY1" fmla="*/ 48616 h 54999"/>
                <a:gd name="connsiteX2" fmla="*/ 46008 w 92015"/>
                <a:gd name="connsiteY2" fmla="*/ 55000 h 54999"/>
                <a:gd name="connsiteX3" fmla="*/ 46008 w 92015"/>
                <a:gd name="connsiteY3" fmla="*/ 55000 h 54999"/>
                <a:gd name="connsiteX4" fmla="*/ 46008 w 92015"/>
                <a:gd name="connsiteY4" fmla="*/ 55000 h 54999"/>
                <a:gd name="connsiteX5" fmla="*/ 52397 w 92015"/>
                <a:gd name="connsiteY5" fmla="*/ 48616 h 54999"/>
                <a:gd name="connsiteX6" fmla="*/ 86264 w 92015"/>
                <a:gd name="connsiteY6" fmla="*/ 12866 h 54999"/>
                <a:gd name="connsiteX7" fmla="*/ 92015 w 92015"/>
                <a:gd name="connsiteY7" fmla="*/ 5843 h 54999"/>
                <a:gd name="connsiteX8" fmla="*/ 84986 w 92015"/>
                <a:gd name="connsiteY8" fmla="*/ 98 h 54999"/>
                <a:gd name="connsiteX9" fmla="*/ 46008 w 92015"/>
                <a:gd name="connsiteY9" fmla="*/ 24357 h 54999"/>
                <a:gd name="connsiteX10" fmla="*/ 7029 w 92015"/>
                <a:gd name="connsiteY10" fmla="*/ 98 h 54999"/>
                <a:gd name="connsiteX11" fmla="*/ 0 w 92015"/>
                <a:gd name="connsiteY11" fmla="*/ 5843 h 54999"/>
                <a:gd name="connsiteX12" fmla="*/ 5751 w 92015"/>
                <a:gd name="connsiteY12" fmla="*/ 12227 h 54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2015" h="54999">
                  <a:moveTo>
                    <a:pt x="5751" y="12227"/>
                  </a:moveTo>
                  <a:cubicBezTo>
                    <a:pt x="7029" y="12227"/>
                    <a:pt x="39618" y="16696"/>
                    <a:pt x="39618" y="48616"/>
                  </a:cubicBezTo>
                  <a:cubicBezTo>
                    <a:pt x="39618" y="52446"/>
                    <a:pt x="42174" y="55000"/>
                    <a:pt x="46008" y="55000"/>
                  </a:cubicBezTo>
                  <a:lnTo>
                    <a:pt x="46008" y="55000"/>
                  </a:lnTo>
                  <a:lnTo>
                    <a:pt x="46008" y="55000"/>
                  </a:lnTo>
                  <a:cubicBezTo>
                    <a:pt x="49842" y="55000"/>
                    <a:pt x="52397" y="52446"/>
                    <a:pt x="52397" y="48616"/>
                  </a:cubicBezTo>
                  <a:cubicBezTo>
                    <a:pt x="52397" y="17335"/>
                    <a:pt x="84986" y="12866"/>
                    <a:pt x="86264" y="12866"/>
                  </a:cubicBezTo>
                  <a:cubicBezTo>
                    <a:pt x="89459" y="12227"/>
                    <a:pt x="92015" y="9035"/>
                    <a:pt x="92015" y="5843"/>
                  </a:cubicBezTo>
                  <a:cubicBezTo>
                    <a:pt x="91376" y="2651"/>
                    <a:pt x="88181" y="98"/>
                    <a:pt x="84986" y="98"/>
                  </a:cubicBezTo>
                  <a:cubicBezTo>
                    <a:pt x="74123" y="1375"/>
                    <a:pt x="55592" y="8397"/>
                    <a:pt x="46008" y="24357"/>
                  </a:cubicBezTo>
                  <a:cubicBezTo>
                    <a:pt x="36423" y="8397"/>
                    <a:pt x="18531" y="1375"/>
                    <a:pt x="7029" y="98"/>
                  </a:cubicBezTo>
                  <a:cubicBezTo>
                    <a:pt x="3834" y="-541"/>
                    <a:pt x="639" y="2013"/>
                    <a:pt x="0" y="5843"/>
                  </a:cubicBezTo>
                  <a:cubicBezTo>
                    <a:pt x="0" y="9035"/>
                    <a:pt x="2556" y="12227"/>
                    <a:pt x="5751" y="12227"/>
                  </a:cubicBezTo>
                  <a:close/>
                </a:path>
              </a:pathLst>
            </a:custGeom>
            <a:solidFill>
              <a:srgbClr val="046A38"/>
            </a:solidFill>
            <a:ln w="6390" cap="flat">
              <a:noFill/>
              <a:prstDash val="solid"/>
              <a:miter/>
            </a:ln>
          </p:spPr>
          <p:txBody>
            <a:bodyPr rtlCol="0" anchor="ctr"/>
            <a:lstStyle/>
            <a:p>
              <a:endParaRPr lang="en-US"/>
            </a:p>
          </p:txBody>
        </p:sp>
        <p:sp>
          <p:nvSpPr>
            <p:cNvPr id="222" name="Graphic 6">
              <a:extLst>
                <a:ext uri="{FF2B5EF4-FFF2-40B4-BE49-F238E27FC236}">
                  <a16:creationId xmlns:a16="http://schemas.microsoft.com/office/drawing/2014/main" id="{3DF8C9F0-7F13-CF49-A3A0-181A99795F01}"/>
                </a:ext>
              </a:extLst>
            </p:cNvPr>
            <p:cNvSpPr/>
            <p:nvPr/>
          </p:nvSpPr>
          <p:spPr>
            <a:xfrm>
              <a:off x="695864" y="1120551"/>
              <a:ext cx="17891" cy="17875"/>
            </a:xfrm>
            <a:custGeom>
              <a:avLst/>
              <a:gdLst>
                <a:gd name="connsiteX0" fmla="*/ 8946 w 17891"/>
                <a:gd name="connsiteY0" fmla="*/ 17875 h 17875"/>
                <a:gd name="connsiteX1" fmla="*/ 17892 w 17891"/>
                <a:gd name="connsiteY1" fmla="*/ 8938 h 17875"/>
                <a:gd name="connsiteX2" fmla="*/ 8946 w 17891"/>
                <a:gd name="connsiteY2" fmla="*/ 0 h 17875"/>
                <a:gd name="connsiteX3" fmla="*/ 0 w 17891"/>
                <a:gd name="connsiteY3" fmla="*/ 8938 h 17875"/>
                <a:gd name="connsiteX4" fmla="*/ 8946 w 17891"/>
                <a:gd name="connsiteY4" fmla="*/ 17875 h 17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91" h="17875">
                  <a:moveTo>
                    <a:pt x="8946" y="17875"/>
                  </a:moveTo>
                  <a:cubicBezTo>
                    <a:pt x="14058" y="17875"/>
                    <a:pt x="17892" y="14045"/>
                    <a:pt x="17892" y="8938"/>
                  </a:cubicBezTo>
                  <a:cubicBezTo>
                    <a:pt x="17892" y="3830"/>
                    <a:pt x="14058" y="0"/>
                    <a:pt x="8946" y="0"/>
                  </a:cubicBezTo>
                  <a:cubicBezTo>
                    <a:pt x="3834" y="0"/>
                    <a:pt x="0" y="3830"/>
                    <a:pt x="0" y="8938"/>
                  </a:cubicBezTo>
                  <a:cubicBezTo>
                    <a:pt x="639" y="13406"/>
                    <a:pt x="4473" y="17875"/>
                    <a:pt x="8946" y="17875"/>
                  </a:cubicBezTo>
                  <a:close/>
                </a:path>
              </a:pathLst>
            </a:custGeom>
            <a:solidFill>
              <a:srgbClr val="046A38"/>
            </a:solidFill>
            <a:ln w="6390" cap="flat">
              <a:noFill/>
              <a:prstDash val="solid"/>
              <a:miter/>
            </a:ln>
          </p:spPr>
          <p:txBody>
            <a:bodyPr rtlCol="0" anchor="ctr"/>
            <a:lstStyle/>
            <a:p>
              <a:endParaRPr lang="en-US"/>
            </a:p>
          </p:txBody>
        </p:sp>
      </p:grpSp>
      <p:grpSp>
        <p:nvGrpSpPr>
          <p:cNvPr id="223" name="Graphic 6">
            <a:extLst>
              <a:ext uri="{FF2B5EF4-FFF2-40B4-BE49-F238E27FC236}">
                <a16:creationId xmlns:a16="http://schemas.microsoft.com/office/drawing/2014/main" id="{1FE6DC71-6B64-7F45-BE7F-02D091390995}"/>
              </a:ext>
            </a:extLst>
          </p:cNvPr>
          <p:cNvGrpSpPr/>
          <p:nvPr/>
        </p:nvGrpSpPr>
        <p:grpSpPr>
          <a:xfrm>
            <a:off x="905454" y="1399531"/>
            <a:ext cx="362313" cy="361971"/>
            <a:chOff x="905454" y="1399531"/>
            <a:chExt cx="362313" cy="361971"/>
          </a:xfrm>
          <a:solidFill>
            <a:srgbClr val="046A38"/>
          </a:solidFill>
        </p:grpSpPr>
        <p:sp>
          <p:nvSpPr>
            <p:cNvPr id="224" name="Graphic 6">
              <a:extLst>
                <a:ext uri="{FF2B5EF4-FFF2-40B4-BE49-F238E27FC236}">
                  <a16:creationId xmlns:a16="http://schemas.microsoft.com/office/drawing/2014/main" id="{AD620D85-C286-7647-AB55-9B13C5D08614}"/>
                </a:ext>
              </a:extLst>
            </p:cNvPr>
            <p:cNvSpPr/>
            <p:nvPr/>
          </p:nvSpPr>
          <p:spPr>
            <a:xfrm>
              <a:off x="968010" y="1515339"/>
              <a:ext cx="237770" cy="136359"/>
            </a:xfrm>
            <a:custGeom>
              <a:avLst/>
              <a:gdLst>
                <a:gd name="connsiteX0" fmla="*/ 192402 w 237770"/>
                <a:gd name="connsiteY0" fmla="*/ 12510 h 136359"/>
                <a:gd name="connsiteX1" fmla="*/ 187290 w 237770"/>
                <a:gd name="connsiteY1" fmla="*/ 8042 h 136359"/>
                <a:gd name="connsiteX2" fmla="*/ 184734 w 237770"/>
                <a:gd name="connsiteY2" fmla="*/ 4211 h 136359"/>
                <a:gd name="connsiteX3" fmla="*/ 182178 w 237770"/>
                <a:gd name="connsiteY3" fmla="*/ 5488 h 136359"/>
                <a:gd name="connsiteX4" fmla="*/ 180901 w 237770"/>
                <a:gd name="connsiteY4" fmla="*/ 9318 h 136359"/>
                <a:gd name="connsiteX5" fmla="*/ 175789 w 237770"/>
                <a:gd name="connsiteY5" fmla="*/ 11234 h 136359"/>
                <a:gd name="connsiteX6" fmla="*/ 115723 w 237770"/>
                <a:gd name="connsiteY6" fmla="*/ 11234 h 136359"/>
                <a:gd name="connsiteX7" fmla="*/ 115723 w 237770"/>
                <a:gd name="connsiteY7" fmla="*/ 11234 h 136359"/>
                <a:gd name="connsiteX8" fmla="*/ 113806 w 237770"/>
                <a:gd name="connsiteY8" fmla="*/ 10595 h 136359"/>
                <a:gd name="connsiteX9" fmla="*/ 13484 w 237770"/>
                <a:gd name="connsiteY9" fmla="*/ 11234 h 136359"/>
                <a:gd name="connsiteX10" fmla="*/ 1343 w 237770"/>
                <a:gd name="connsiteY10" fmla="*/ 61667 h 136359"/>
                <a:gd name="connsiteX11" fmla="*/ 9650 w 237770"/>
                <a:gd name="connsiteY11" fmla="*/ 83373 h 136359"/>
                <a:gd name="connsiteX12" fmla="*/ 17318 w 237770"/>
                <a:gd name="connsiteY12" fmla="*/ 107632 h 136359"/>
                <a:gd name="connsiteX13" fmla="*/ 17318 w 237770"/>
                <a:gd name="connsiteY13" fmla="*/ 136360 h 136359"/>
                <a:gd name="connsiteX14" fmla="*/ 37127 w 237770"/>
                <a:gd name="connsiteY14" fmla="*/ 136360 h 136359"/>
                <a:gd name="connsiteX15" fmla="*/ 37127 w 237770"/>
                <a:gd name="connsiteY15" fmla="*/ 101248 h 136359"/>
                <a:gd name="connsiteX16" fmla="*/ 38405 w 237770"/>
                <a:gd name="connsiteY16" fmla="*/ 99333 h 136359"/>
                <a:gd name="connsiteX17" fmla="*/ 51185 w 237770"/>
                <a:gd name="connsiteY17" fmla="*/ 62305 h 136359"/>
                <a:gd name="connsiteX18" fmla="*/ 58214 w 237770"/>
                <a:gd name="connsiteY18" fmla="*/ 56560 h 136359"/>
                <a:gd name="connsiteX19" fmla="*/ 63965 w 237770"/>
                <a:gd name="connsiteY19" fmla="*/ 63582 h 136359"/>
                <a:gd name="connsiteX20" fmla="*/ 58853 w 237770"/>
                <a:gd name="connsiteY20" fmla="*/ 86565 h 136359"/>
                <a:gd name="connsiteX21" fmla="*/ 102943 w 237770"/>
                <a:gd name="connsiteY21" fmla="*/ 86565 h 136359"/>
                <a:gd name="connsiteX22" fmla="*/ 102943 w 237770"/>
                <a:gd name="connsiteY22" fmla="*/ 64221 h 136359"/>
                <a:gd name="connsiteX23" fmla="*/ 110611 w 237770"/>
                <a:gd name="connsiteY23" fmla="*/ 59113 h 136359"/>
                <a:gd name="connsiteX24" fmla="*/ 115723 w 237770"/>
                <a:gd name="connsiteY24" fmla="*/ 66774 h 136359"/>
                <a:gd name="connsiteX25" fmla="*/ 131698 w 237770"/>
                <a:gd name="connsiteY25" fmla="*/ 134444 h 136359"/>
                <a:gd name="connsiteX26" fmla="*/ 148951 w 237770"/>
                <a:gd name="connsiteY26" fmla="*/ 134444 h 136359"/>
                <a:gd name="connsiteX27" fmla="*/ 146395 w 237770"/>
                <a:gd name="connsiteY27" fmla="*/ 131252 h 136359"/>
                <a:gd name="connsiteX28" fmla="*/ 141922 w 237770"/>
                <a:gd name="connsiteY28" fmla="*/ 63582 h 136359"/>
                <a:gd name="connsiteX29" fmla="*/ 150229 w 237770"/>
                <a:gd name="connsiteY29" fmla="*/ 60390 h 136359"/>
                <a:gd name="connsiteX30" fmla="*/ 153424 w 237770"/>
                <a:gd name="connsiteY30" fmla="*/ 68689 h 136359"/>
                <a:gd name="connsiteX31" fmla="*/ 150868 w 237770"/>
                <a:gd name="connsiteY31" fmla="*/ 75712 h 136359"/>
                <a:gd name="connsiteX32" fmla="*/ 171955 w 237770"/>
                <a:gd name="connsiteY32" fmla="*/ 61667 h 136359"/>
                <a:gd name="connsiteX33" fmla="*/ 173233 w 237770"/>
                <a:gd name="connsiteY33" fmla="*/ 61029 h 136359"/>
                <a:gd name="connsiteX34" fmla="*/ 207099 w 237770"/>
                <a:gd name="connsiteY34" fmla="*/ 50176 h 136359"/>
                <a:gd name="connsiteX35" fmla="*/ 233937 w 237770"/>
                <a:gd name="connsiteY35" fmla="*/ 45707 h 136359"/>
                <a:gd name="connsiteX36" fmla="*/ 237771 w 237770"/>
                <a:gd name="connsiteY36" fmla="*/ 38685 h 136359"/>
                <a:gd name="connsiteX37" fmla="*/ 209655 w 237770"/>
                <a:gd name="connsiteY37" fmla="*/ 16341 h 136359"/>
                <a:gd name="connsiteX38" fmla="*/ 192402 w 237770"/>
                <a:gd name="connsiteY38" fmla="*/ 12510 h 136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770" h="136359">
                  <a:moveTo>
                    <a:pt x="192402" y="12510"/>
                  </a:moveTo>
                  <a:cubicBezTo>
                    <a:pt x="189846" y="11872"/>
                    <a:pt x="187929" y="10595"/>
                    <a:pt x="187290" y="8042"/>
                  </a:cubicBezTo>
                  <a:cubicBezTo>
                    <a:pt x="186012" y="4211"/>
                    <a:pt x="184734" y="4211"/>
                    <a:pt x="184734" y="4211"/>
                  </a:cubicBezTo>
                  <a:cubicBezTo>
                    <a:pt x="183456" y="4850"/>
                    <a:pt x="182818" y="4850"/>
                    <a:pt x="182178" y="5488"/>
                  </a:cubicBezTo>
                  <a:cubicBezTo>
                    <a:pt x="182178" y="6765"/>
                    <a:pt x="181539" y="8042"/>
                    <a:pt x="180901" y="9318"/>
                  </a:cubicBezTo>
                  <a:cubicBezTo>
                    <a:pt x="179623" y="10595"/>
                    <a:pt x="177706" y="11234"/>
                    <a:pt x="175789" y="11234"/>
                  </a:cubicBezTo>
                  <a:lnTo>
                    <a:pt x="115723" y="11234"/>
                  </a:lnTo>
                  <a:lnTo>
                    <a:pt x="115723" y="11234"/>
                  </a:lnTo>
                  <a:cubicBezTo>
                    <a:pt x="115084" y="11234"/>
                    <a:pt x="114445" y="11234"/>
                    <a:pt x="113806" y="10595"/>
                  </a:cubicBezTo>
                  <a:cubicBezTo>
                    <a:pt x="113167" y="10595"/>
                    <a:pt x="43517" y="-13664"/>
                    <a:pt x="13484" y="11234"/>
                  </a:cubicBezTo>
                  <a:cubicBezTo>
                    <a:pt x="1982" y="20810"/>
                    <a:pt x="-2491" y="38046"/>
                    <a:pt x="1343" y="61667"/>
                  </a:cubicBezTo>
                  <a:cubicBezTo>
                    <a:pt x="3260" y="72520"/>
                    <a:pt x="6455" y="78265"/>
                    <a:pt x="9650" y="83373"/>
                  </a:cubicBezTo>
                  <a:cubicBezTo>
                    <a:pt x="13484" y="89757"/>
                    <a:pt x="17318" y="96141"/>
                    <a:pt x="17318" y="107632"/>
                  </a:cubicBezTo>
                  <a:lnTo>
                    <a:pt x="17318" y="136360"/>
                  </a:lnTo>
                  <a:lnTo>
                    <a:pt x="37127" y="136360"/>
                  </a:lnTo>
                  <a:cubicBezTo>
                    <a:pt x="31376" y="120400"/>
                    <a:pt x="36488" y="102525"/>
                    <a:pt x="37127" y="101248"/>
                  </a:cubicBezTo>
                  <a:cubicBezTo>
                    <a:pt x="37127" y="100609"/>
                    <a:pt x="37766" y="99971"/>
                    <a:pt x="38405" y="99333"/>
                  </a:cubicBezTo>
                  <a:cubicBezTo>
                    <a:pt x="49907" y="84649"/>
                    <a:pt x="51185" y="62305"/>
                    <a:pt x="51185" y="62305"/>
                  </a:cubicBezTo>
                  <a:cubicBezTo>
                    <a:pt x="51185" y="58475"/>
                    <a:pt x="54380" y="55921"/>
                    <a:pt x="58214" y="56560"/>
                  </a:cubicBezTo>
                  <a:cubicBezTo>
                    <a:pt x="62048" y="56560"/>
                    <a:pt x="64604" y="59752"/>
                    <a:pt x="63965" y="63582"/>
                  </a:cubicBezTo>
                  <a:cubicBezTo>
                    <a:pt x="63965" y="64221"/>
                    <a:pt x="63326" y="74435"/>
                    <a:pt x="58853" y="86565"/>
                  </a:cubicBezTo>
                  <a:lnTo>
                    <a:pt x="102943" y="86565"/>
                  </a:lnTo>
                  <a:cubicBezTo>
                    <a:pt x="101026" y="72520"/>
                    <a:pt x="102304" y="64859"/>
                    <a:pt x="102943" y="64221"/>
                  </a:cubicBezTo>
                  <a:cubicBezTo>
                    <a:pt x="103582" y="61029"/>
                    <a:pt x="106777" y="58475"/>
                    <a:pt x="110611" y="59113"/>
                  </a:cubicBezTo>
                  <a:cubicBezTo>
                    <a:pt x="113806" y="59752"/>
                    <a:pt x="116362" y="62944"/>
                    <a:pt x="115723" y="66774"/>
                  </a:cubicBezTo>
                  <a:cubicBezTo>
                    <a:pt x="115723" y="67413"/>
                    <a:pt x="111250" y="92949"/>
                    <a:pt x="131698" y="134444"/>
                  </a:cubicBezTo>
                  <a:lnTo>
                    <a:pt x="148951" y="134444"/>
                  </a:lnTo>
                  <a:lnTo>
                    <a:pt x="146395" y="131252"/>
                  </a:lnTo>
                  <a:cubicBezTo>
                    <a:pt x="145117" y="129337"/>
                    <a:pt x="126586" y="97417"/>
                    <a:pt x="141922" y="63582"/>
                  </a:cubicBezTo>
                  <a:cubicBezTo>
                    <a:pt x="143200" y="60390"/>
                    <a:pt x="147034" y="59113"/>
                    <a:pt x="150229" y="60390"/>
                  </a:cubicBezTo>
                  <a:cubicBezTo>
                    <a:pt x="153424" y="61667"/>
                    <a:pt x="154702" y="65497"/>
                    <a:pt x="153424" y="68689"/>
                  </a:cubicBezTo>
                  <a:cubicBezTo>
                    <a:pt x="152146" y="71243"/>
                    <a:pt x="151507" y="73158"/>
                    <a:pt x="150868" y="75712"/>
                  </a:cubicBezTo>
                  <a:cubicBezTo>
                    <a:pt x="162370" y="69966"/>
                    <a:pt x="171316" y="61667"/>
                    <a:pt x="171955" y="61667"/>
                  </a:cubicBezTo>
                  <a:cubicBezTo>
                    <a:pt x="172594" y="61029"/>
                    <a:pt x="172594" y="61029"/>
                    <a:pt x="173233" y="61029"/>
                  </a:cubicBezTo>
                  <a:cubicBezTo>
                    <a:pt x="185373" y="54006"/>
                    <a:pt x="205821" y="50176"/>
                    <a:pt x="207099" y="50176"/>
                  </a:cubicBezTo>
                  <a:lnTo>
                    <a:pt x="233937" y="45707"/>
                  </a:lnTo>
                  <a:cubicBezTo>
                    <a:pt x="235215" y="42515"/>
                    <a:pt x="236493" y="40600"/>
                    <a:pt x="237771" y="38685"/>
                  </a:cubicBezTo>
                  <a:cubicBezTo>
                    <a:pt x="226269" y="29109"/>
                    <a:pt x="213489" y="18894"/>
                    <a:pt x="209655" y="16341"/>
                  </a:cubicBezTo>
                  <a:lnTo>
                    <a:pt x="192402" y="12510"/>
                  </a:lnTo>
                  <a:close/>
                </a:path>
              </a:pathLst>
            </a:custGeom>
            <a:solidFill>
              <a:srgbClr val="046A38"/>
            </a:solidFill>
            <a:ln w="6390" cap="flat">
              <a:noFill/>
              <a:prstDash val="solid"/>
              <a:miter/>
            </a:ln>
          </p:spPr>
          <p:txBody>
            <a:bodyPr rtlCol="0" anchor="ctr"/>
            <a:lstStyle/>
            <a:p>
              <a:endParaRPr lang="en-US"/>
            </a:p>
          </p:txBody>
        </p:sp>
        <p:sp>
          <p:nvSpPr>
            <p:cNvPr id="225" name="Graphic 6">
              <a:extLst>
                <a:ext uri="{FF2B5EF4-FFF2-40B4-BE49-F238E27FC236}">
                  <a16:creationId xmlns:a16="http://schemas.microsoft.com/office/drawing/2014/main" id="{C66D0106-8265-E343-9637-D8FF4A8A049D}"/>
                </a:ext>
              </a:extLst>
            </p:cNvPr>
            <p:cNvSpPr/>
            <p:nvPr/>
          </p:nvSpPr>
          <p:spPr>
            <a:xfrm>
              <a:off x="905454" y="1399531"/>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181474 w 362313"/>
                <a:gd name="connsiteY4" fmla="*/ 0 h 361971"/>
                <a:gd name="connsiteX5" fmla="*/ 305439 w 362313"/>
                <a:gd name="connsiteY5" fmla="*/ 168537 h 361971"/>
                <a:gd name="connsiteX6" fmla="*/ 300966 w 362313"/>
                <a:gd name="connsiteY6" fmla="*/ 172368 h 361971"/>
                <a:gd name="connsiteX7" fmla="*/ 270933 w 362313"/>
                <a:gd name="connsiteY7" fmla="*/ 177475 h 361971"/>
                <a:gd name="connsiteX8" fmla="*/ 242179 w 362313"/>
                <a:gd name="connsiteY8" fmla="*/ 186412 h 361971"/>
                <a:gd name="connsiteX9" fmla="*/ 210868 w 362313"/>
                <a:gd name="connsiteY9" fmla="*/ 205564 h 361971"/>
                <a:gd name="connsiteX10" fmla="*/ 219175 w 362313"/>
                <a:gd name="connsiteY10" fmla="*/ 238761 h 361971"/>
                <a:gd name="connsiteX11" fmla="*/ 228760 w 362313"/>
                <a:gd name="connsiteY11" fmla="*/ 251529 h 361971"/>
                <a:gd name="connsiteX12" fmla="*/ 229399 w 362313"/>
                <a:gd name="connsiteY12" fmla="*/ 257913 h 361971"/>
                <a:gd name="connsiteX13" fmla="*/ 223648 w 362313"/>
                <a:gd name="connsiteY13" fmla="*/ 261105 h 361971"/>
                <a:gd name="connsiteX14" fmla="*/ 189781 w 362313"/>
                <a:gd name="connsiteY14" fmla="*/ 261105 h 361971"/>
                <a:gd name="connsiteX15" fmla="*/ 184030 w 362313"/>
                <a:gd name="connsiteY15" fmla="*/ 257913 h 361971"/>
                <a:gd name="connsiteX16" fmla="*/ 167416 w 362313"/>
                <a:gd name="connsiteY16" fmla="*/ 213863 h 361971"/>
                <a:gd name="connsiteX17" fmla="*/ 167416 w 362313"/>
                <a:gd name="connsiteY17" fmla="*/ 213863 h 361971"/>
                <a:gd name="connsiteX18" fmla="*/ 115658 w 362313"/>
                <a:gd name="connsiteY18" fmla="*/ 213863 h 361971"/>
                <a:gd name="connsiteX19" fmla="*/ 111185 w 362313"/>
                <a:gd name="connsiteY19" fmla="*/ 220886 h 361971"/>
                <a:gd name="connsiteX20" fmla="*/ 115019 w 362313"/>
                <a:gd name="connsiteY20" fmla="*/ 253444 h 361971"/>
                <a:gd name="connsiteX21" fmla="*/ 115658 w 362313"/>
                <a:gd name="connsiteY21" fmla="*/ 260466 h 361971"/>
                <a:gd name="connsiteX22" fmla="*/ 109907 w 362313"/>
                <a:gd name="connsiteY22" fmla="*/ 264297 h 361971"/>
                <a:gd name="connsiteX23" fmla="*/ 72845 w 362313"/>
                <a:gd name="connsiteY23" fmla="*/ 264297 h 361971"/>
                <a:gd name="connsiteX24" fmla="*/ 68372 w 362313"/>
                <a:gd name="connsiteY24" fmla="*/ 262382 h 361971"/>
                <a:gd name="connsiteX25" fmla="*/ 66455 w 362313"/>
                <a:gd name="connsiteY25" fmla="*/ 257913 h 361971"/>
                <a:gd name="connsiteX26" fmla="*/ 66455 w 362313"/>
                <a:gd name="connsiteY26" fmla="*/ 222801 h 361971"/>
                <a:gd name="connsiteX27" fmla="*/ 60704 w 362313"/>
                <a:gd name="connsiteY27" fmla="*/ 204926 h 361971"/>
                <a:gd name="connsiteX28" fmla="*/ 51119 w 362313"/>
                <a:gd name="connsiteY28" fmla="*/ 178752 h 361971"/>
                <a:gd name="connsiteX29" fmla="*/ 67733 w 362313"/>
                <a:gd name="connsiteY29" fmla="*/ 116827 h 361971"/>
                <a:gd name="connsiteX30" fmla="*/ 178918 w 362313"/>
                <a:gd name="connsiteY30" fmla="*/ 113635 h 361971"/>
                <a:gd name="connsiteX31" fmla="*/ 233233 w 362313"/>
                <a:gd name="connsiteY31" fmla="*/ 113635 h 361971"/>
                <a:gd name="connsiteX32" fmla="*/ 244096 w 362313"/>
                <a:gd name="connsiteY32" fmla="*/ 107251 h 361971"/>
                <a:gd name="connsiteX33" fmla="*/ 260070 w 362313"/>
                <a:gd name="connsiteY33" fmla="*/ 116188 h 361971"/>
                <a:gd name="connsiteX34" fmla="*/ 273489 w 362313"/>
                <a:gd name="connsiteY34" fmla="*/ 118104 h 361971"/>
                <a:gd name="connsiteX35" fmla="*/ 276045 w 362313"/>
                <a:gd name="connsiteY35" fmla="*/ 119380 h 361971"/>
                <a:gd name="connsiteX36" fmla="*/ 310551 w 362313"/>
                <a:gd name="connsiteY36" fmla="*/ 146832 h 361971"/>
                <a:gd name="connsiteX37" fmla="*/ 311829 w 362313"/>
                <a:gd name="connsiteY37" fmla="*/ 154492 h 361971"/>
                <a:gd name="connsiteX38" fmla="*/ 305439 w 362313"/>
                <a:gd name="connsiteY38" fmla="*/ 16853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948" y="81077"/>
                    <a:pt x="281796" y="0"/>
                    <a:pt x="181474" y="0"/>
                  </a:cubicBezTo>
                  <a:close/>
                  <a:moveTo>
                    <a:pt x="305439" y="168537"/>
                  </a:moveTo>
                  <a:cubicBezTo>
                    <a:pt x="304800" y="170452"/>
                    <a:pt x="302883" y="171729"/>
                    <a:pt x="300966" y="172368"/>
                  </a:cubicBezTo>
                  <a:lnTo>
                    <a:pt x="270933" y="177475"/>
                  </a:lnTo>
                  <a:cubicBezTo>
                    <a:pt x="270933" y="177475"/>
                    <a:pt x="251764" y="181305"/>
                    <a:pt x="242179" y="186412"/>
                  </a:cubicBezTo>
                  <a:cubicBezTo>
                    <a:pt x="238984" y="188966"/>
                    <a:pt x="226204" y="200457"/>
                    <a:pt x="210868" y="205564"/>
                  </a:cubicBezTo>
                  <a:cubicBezTo>
                    <a:pt x="210229" y="222801"/>
                    <a:pt x="217897" y="236846"/>
                    <a:pt x="219175" y="238761"/>
                  </a:cubicBezTo>
                  <a:lnTo>
                    <a:pt x="228760" y="251529"/>
                  </a:lnTo>
                  <a:cubicBezTo>
                    <a:pt x="230038" y="253444"/>
                    <a:pt x="230677" y="255998"/>
                    <a:pt x="229399" y="257913"/>
                  </a:cubicBezTo>
                  <a:cubicBezTo>
                    <a:pt x="228121" y="259828"/>
                    <a:pt x="226204" y="261105"/>
                    <a:pt x="223648" y="261105"/>
                  </a:cubicBezTo>
                  <a:lnTo>
                    <a:pt x="189781" y="261105"/>
                  </a:lnTo>
                  <a:cubicBezTo>
                    <a:pt x="187225" y="261105"/>
                    <a:pt x="185308" y="259828"/>
                    <a:pt x="184030" y="257913"/>
                  </a:cubicBezTo>
                  <a:cubicBezTo>
                    <a:pt x="175084" y="240676"/>
                    <a:pt x="170611" y="225993"/>
                    <a:pt x="167416" y="213863"/>
                  </a:cubicBezTo>
                  <a:lnTo>
                    <a:pt x="167416" y="213863"/>
                  </a:lnTo>
                  <a:lnTo>
                    <a:pt x="115658" y="213863"/>
                  </a:lnTo>
                  <a:cubicBezTo>
                    <a:pt x="114380" y="216417"/>
                    <a:pt x="113102" y="218332"/>
                    <a:pt x="111185" y="220886"/>
                  </a:cubicBezTo>
                  <a:cubicBezTo>
                    <a:pt x="109268" y="227908"/>
                    <a:pt x="107351" y="244506"/>
                    <a:pt x="115019" y="253444"/>
                  </a:cubicBezTo>
                  <a:cubicBezTo>
                    <a:pt x="116297" y="255359"/>
                    <a:pt x="116936" y="257913"/>
                    <a:pt x="115658" y="260466"/>
                  </a:cubicBezTo>
                  <a:cubicBezTo>
                    <a:pt x="114380" y="263020"/>
                    <a:pt x="112463" y="264297"/>
                    <a:pt x="109907" y="264297"/>
                  </a:cubicBezTo>
                  <a:lnTo>
                    <a:pt x="72845" y="264297"/>
                  </a:lnTo>
                  <a:cubicBezTo>
                    <a:pt x="70928" y="264297"/>
                    <a:pt x="69650" y="263658"/>
                    <a:pt x="68372" y="262382"/>
                  </a:cubicBezTo>
                  <a:cubicBezTo>
                    <a:pt x="67094" y="261105"/>
                    <a:pt x="66455" y="259828"/>
                    <a:pt x="66455" y="257913"/>
                  </a:cubicBezTo>
                  <a:lnTo>
                    <a:pt x="66455" y="222801"/>
                  </a:lnTo>
                  <a:cubicBezTo>
                    <a:pt x="66455" y="215140"/>
                    <a:pt x="63899" y="210671"/>
                    <a:pt x="60704" y="204926"/>
                  </a:cubicBezTo>
                  <a:cubicBezTo>
                    <a:pt x="57509" y="199180"/>
                    <a:pt x="53036" y="191519"/>
                    <a:pt x="51119" y="178752"/>
                  </a:cubicBezTo>
                  <a:cubicBezTo>
                    <a:pt x="46647" y="150662"/>
                    <a:pt x="52397" y="129595"/>
                    <a:pt x="67733" y="116827"/>
                  </a:cubicBezTo>
                  <a:cubicBezTo>
                    <a:pt x="101600" y="88737"/>
                    <a:pt x="169333" y="110443"/>
                    <a:pt x="178918" y="113635"/>
                  </a:cubicBezTo>
                  <a:lnTo>
                    <a:pt x="233233" y="113635"/>
                  </a:lnTo>
                  <a:cubicBezTo>
                    <a:pt x="235150" y="111081"/>
                    <a:pt x="238345" y="108528"/>
                    <a:pt x="244096" y="107251"/>
                  </a:cubicBezTo>
                  <a:cubicBezTo>
                    <a:pt x="248569" y="106612"/>
                    <a:pt x="255597" y="107889"/>
                    <a:pt x="260070" y="116188"/>
                  </a:cubicBezTo>
                  <a:lnTo>
                    <a:pt x="273489" y="118104"/>
                  </a:lnTo>
                  <a:cubicBezTo>
                    <a:pt x="274767" y="118104"/>
                    <a:pt x="275406" y="118742"/>
                    <a:pt x="276045" y="119380"/>
                  </a:cubicBezTo>
                  <a:cubicBezTo>
                    <a:pt x="276684" y="120019"/>
                    <a:pt x="295854" y="133425"/>
                    <a:pt x="310551" y="146832"/>
                  </a:cubicBezTo>
                  <a:cubicBezTo>
                    <a:pt x="312468" y="148747"/>
                    <a:pt x="313107" y="151939"/>
                    <a:pt x="311829" y="154492"/>
                  </a:cubicBezTo>
                  <a:cubicBezTo>
                    <a:pt x="312468" y="154492"/>
                    <a:pt x="309912" y="159600"/>
                    <a:pt x="305439" y="168537"/>
                  </a:cubicBezTo>
                  <a:close/>
                </a:path>
              </a:pathLst>
            </a:custGeom>
            <a:solidFill>
              <a:srgbClr val="046A38"/>
            </a:solidFill>
            <a:ln w="6390" cap="flat">
              <a:noFill/>
              <a:prstDash val="solid"/>
              <a:miter/>
            </a:ln>
          </p:spPr>
          <p:txBody>
            <a:bodyPr rtlCol="0" anchor="ctr"/>
            <a:lstStyle/>
            <a:p>
              <a:endParaRPr lang="en-US"/>
            </a:p>
          </p:txBody>
        </p:sp>
      </p:grpSp>
      <p:grpSp>
        <p:nvGrpSpPr>
          <p:cNvPr id="226" name="Graphic 6">
            <a:extLst>
              <a:ext uri="{FF2B5EF4-FFF2-40B4-BE49-F238E27FC236}">
                <a16:creationId xmlns:a16="http://schemas.microsoft.com/office/drawing/2014/main" id="{01A0B0C1-D3C0-D548-8512-FA9410435160}"/>
              </a:ext>
            </a:extLst>
          </p:cNvPr>
          <p:cNvGrpSpPr/>
          <p:nvPr/>
        </p:nvGrpSpPr>
        <p:grpSpPr>
          <a:xfrm>
            <a:off x="906093" y="914987"/>
            <a:ext cx="362309" cy="361971"/>
            <a:chOff x="906093" y="914987"/>
            <a:chExt cx="362309" cy="361971"/>
          </a:xfrm>
          <a:solidFill>
            <a:srgbClr val="046A38"/>
          </a:solidFill>
        </p:grpSpPr>
        <p:sp>
          <p:nvSpPr>
            <p:cNvPr id="227" name="Graphic 6">
              <a:extLst>
                <a:ext uri="{FF2B5EF4-FFF2-40B4-BE49-F238E27FC236}">
                  <a16:creationId xmlns:a16="http://schemas.microsoft.com/office/drawing/2014/main" id="{79A28314-7F17-6349-B338-27D9F413F5D0}"/>
                </a:ext>
              </a:extLst>
            </p:cNvPr>
            <p:cNvSpPr/>
            <p:nvPr/>
          </p:nvSpPr>
          <p:spPr>
            <a:xfrm>
              <a:off x="967436" y="1035006"/>
              <a:ext cx="242817" cy="164916"/>
            </a:xfrm>
            <a:custGeom>
              <a:avLst/>
              <a:gdLst>
                <a:gd name="connsiteX0" fmla="*/ 230038 w 242817"/>
                <a:gd name="connsiteY0" fmla="*/ 93845 h 164916"/>
                <a:gd name="connsiteX1" fmla="*/ 219814 w 242817"/>
                <a:gd name="connsiteY1" fmla="*/ 94483 h 164916"/>
                <a:gd name="connsiteX2" fmla="*/ 192976 w 242817"/>
                <a:gd name="connsiteY2" fmla="*/ 113635 h 164916"/>
                <a:gd name="connsiteX3" fmla="*/ 173806 w 242817"/>
                <a:gd name="connsiteY3" fmla="*/ 122572 h 164916"/>
                <a:gd name="connsiteX4" fmla="*/ 170611 w 242817"/>
                <a:gd name="connsiteY4" fmla="*/ 122572 h 164916"/>
                <a:gd name="connsiteX5" fmla="*/ 153998 w 242817"/>
                <a:gd name="connsiteY5" fmla="*/ 107889 h 164916"/>
                <a:gd name="connsiteX6" fmla="*/ 157192 w 242817"/>
                <a:gd name="connsiteY6" fmla="*/ 99590 h 164916"/>
                <a:gd name="connsiteX7" fmla="*/ 165499 w 242817"/>
                <a:gd name="connsiteY7" fmla="*/ 102782 h 164916"/>
                <a:gd name="connsiteX8" fmla="*/ 172528 w 242817"/>
                <a:gd name="connsiteY8" fmla="*/ 109804 h 164916"/>
                <a:gd name="connsiteX9" fmla="*/ 183391 w 242817"/>
                <a:gd name="connsiteY9" fmla="*/ 105974 h 164916"/>
                <a:gd name="connsiteX10" fmla="*/ 217897 w 242817"/>
                <a:gd name="connsiteY10" fmla="*/ 82353 h 164916"/>
                <a:gd name="connsiteX11" fmla="*/ 230677 w 242817"/>
                <a:gd name="connsiteY11" fmla="*/ 81077 h 164916"/>
                <a:gd name="connsiteX12" fmla="*/ 242179 w 242817"/>
                <a:gd name="connsiteY12" fmla="*/ 81077 h 164916"/>
                <a:gd name="connsiteX13" fmla="*/ 242818 w 242817"/>
                <a:gd name="connsiteY13" fmla="*/ 75969 h 164916"/>
                <a:gd name="connsiteX14" fmla="*/ 76040 w 242817"/>
                <a:gd name="connsiteY14" fmla="*/ 75969 h 164916"/>
                <a:gd name="connsiteX15" fmla="*/ 72845 w 242817"/>
                <a:gd name="connsiteY15" fmla="*/ 75331 h 164916"/>
                <a:gd name="connsiteX16" fmla="*/ 54314 w 242817"/>
                <a:gd name="connsiteY16" fmla="*/ 52349 h 164916"/>
                <a:gd name="connsiteX17" fmla="*/ 53676 w 242817"/>
                <a:gd name="connsiteY17" fmla="*/ 49795 h 164916"/>
                <a:gd name="connsiteX18" fmla="*/ 56231 w 242817"/>
                <a:gd name="connsiteY18" fmla="*/ 44049 h 164916"/>
                <a:gd name="connsiteX19" fmla="*/ 70289 w 242817"/>
                <a:gd name="connsiteY19" fmla="*/ 25536 h 164916"/>
                <a:gd name="connsiteX20" fmla="*/ 70928 w 242817"/>
                <a:gd name="connsiteY20" fmla="*/ 0 h 164916"/>
                <a:gd name="connsiteX21" fmla="*/ 49842 w 242817"/>
                <a:gd name="connsiteY21" fmla="*/ 35750 h 164916"/>
                <a:gd name="connsiteX22" fmla="*/ 45369 w 242817"/>
                <a:gd name="connsiteY22" fmla="*/ 41496 h 164916"/>
                <a:gd name="connsiteX23" fmla="*/ 38340 w 242817"/>
                <a:gd name="connsiteY23" fmla="*/ 39581 h 164916"/>
                <a:gd name="connsiteX24" fmla="*/ 0 w 242817"/>
                <a:gd name="connsiteY24" fmla="*/ 23621 h 164916"/>
                <a:gd name="connsiteX25" fmla="*/ 18531 w 242817"/>
                <a:gd name="connsiteY25" fmla="*/ 44049 h 164916"/>
                <a:gd name="connsiteX26" fmla="*/ 43452 w 242817"/>
                <a:gd name="connsiteY26" fmla="*/ 48518 h 164916"/>
                <a:gd name="connsiteX27" fmla="*/ 47925 w 242817"/>
                <a:gd name="connsiteY27" fmla="*/ 49795 h 164916"/>
                <a:gd name="connsiteX28" fmla="*/ 49842 w 242817"/>
                <a:gd name="connsiteY28" fmla="*/ 54264 h 164916"/>
                <a:gd name="connsiteX29" fmla="*/ 49842 w 242817"/>
                <a:gd name="connsiteY29" fmla="*/ 58733 h 164916"/>
                <a:gd name="connsiteX30" fmla="*/ 123965 w 242817"/>
                <a:gd name="connsiteY30" fmla="*/ 140448 h 164916"/>
                <a:gd name="connsiteX31" fmla="*/ 124604 w 242817"/>
                <a:gd name="connsiteY31" fmla="*/ 141086 h 164916"/>
                <a:gd name="connsiteX32" fmla="*/ 132272 w 242817"/>
                <a:gd name="connsiteY32" fmla="*/ 135340 h 164916"/>
                <a:gd name="connsiteX33" fmla="*/ 143135 w 242817"/>
                <a:gd name="connsiteY33" fmla="*/ 130872 h 164916"/>
                <a:gd name="connsiteX34" fmla="*/ 150803 w 242817"/>
                <a:gd name="connsiteY34" fmla="*/ 135340 h 164916"/>
                <a:gd name="connsiteX35" fmla="*/ 146330 w 242817"/>
                <a:gd name="connsiteY35" fmla="*/ 143001 h 164916"/>
                <a:gd name="connsiteX36" fmla="*/ 138662 w 242817"/>
                <a:gd name="connsiteY36" fmla="*/ 146193 h 164916"/>
                <a:gd name="connsiteX37" fmla="*/ 124604 w 242817"/>
                <a:gd name="connsiteY37" fmla="*/ 164707 h 164916"/>
                <a:gd name="connsiteX38" fmla="*/ 147608 w 242817"/>
                <a:gd name="connsiteY38" fmla="*/ 160238 h 164916"/>
                <a:gd name="connsiteX39" fmla="*/ 166777 w 242817"/>
                <a:gd name="connsiteY39" fmla="*/ 134064 h 164916"/>
                <a:gd name="connsiteX40" fmla="*/ 175084 w 242817"/>
                <a:gd name="connsiteY40" fmla="*/ 130233 h 164916"/>
                <a:gd name="connsiteX41" fmla="*/ 179557 w 242817"/>
                <a:gd name="connsiteY41" fmla="*/ 138532 h 164916"/>
                <a:gd name="connsiteX42" fmla="*/ 179557 w 242817"/>
                <a:gd name="connsiteY42" fmla="*/ 139171 h 164916"/>
                <a:gd name="connsiteX43" fmla="*/ 238345 w 242817"/>
                <a:gd name="connsiteY43" fmla="*/ 94483 h 164916"/>
                <a:gd name="connsiteX44" fmla="*/ 230038 w 242817"/>
                <a:gd name="connsiteY44" fmla="*/ 93845 h 164916"/>
                <a:gd name="connsiteX45" fmla="*/ 175723 w 242817"/>
                <a:gd name="connsiteY45" fmla="*/ 85545 h 164916"/>
                <a:gd name="connsiteX46" fmla="*/ 184669 w 242817"/>
                <a:gd name="connsiteY46" fmla="*/ 94483 h 164916"/>
                <a:gd name="connsiteX47" fmla="*/ 175723 w 242817"/>
                <a:gd name="connsiteY47" fmla="*/ 103420 h 164916"/>
                <a:gd name="connsiteX48" fmla="*/ 166777 w 242817"/>
                <a:gd name="connsiteY48" fmla="*/ 94483 h 164916"/>
                <a:gd name="connsiteX49" fmla="*/ 175723 w 242817"/>
                <a:gd name="connsiteY49" fmla="*/ 85545 h 164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42817" h="164916">
                  <a:moveTo>
                    <a:pt x="230038" y="93845"/>
                  </a:moveTo>
                  <a:cubicBezTo>
                    <a:pt x="226843" y="93845"/>
                    <a:pt x="222370" y="94483"/>
                    <a:pt x="219814" y="94483"/>
                  </a:cubicBezTo>
                  <a:cubicBezTo>
                    <a:pt x="219814" y="94483"/>
                    <a:pt x="207034" y="97037"/>
                    <a:pt x="192976" y="113635"/>
                  </a:cubicBezTo>
                  <a:cubicBezTo>
                    <a:pt x="189142" y="118104"/>
                    <a:pt x="182113" y="122572"/>
                    <a:pt x="173806" y="122572"/>
                  </a:cubicBezTo>
                  <a:cubicBezTo>
                    <a:pt x="172528" y="122572"/>
                    <a:pt x="171250" y="122572"/>
                    <a:pt x="170611" y="122572"/>
                  </a:cubicBezTo>
                  <a:cubicBezTo>
                    <a:pt x="162943" y="121296"/>
                    <a:pt x="157192" y="116188"/>
                    <a:pt x="153998" y="107889"/>
                  </a:cubicBezTo>
                  <a:cubicBezTo>
                    <a:pt x="152720" y="104697"/>
                    <a:pt x="153998" y="100867"/>
                    <a:pt x="157192" y="99590"/>
                  </a:cubicBezTo>
                  <a:cubicBezTo>
                    <a:pt x="160387" y="98313"/>
                    <a:pt x="164221" y="99590"/>
                    <a:pt x="165499" y="102782"/>
                  </a:cubicBezTo>
                  <a:cubicBezTo>
                    <a:pt x="168055" y="109166"/>
                    <a:pt x="171250" y="109166"/>
                    <a:pt x="172528" y="109804"/>
                  </a:cubicBezTo>
                  <a:cubicBezTo>
                    <a:pt x="176362" y="110443"/>
                    <a:pt x="181474" y="107889"/>
                    <a:pt x="183391" y="105974"/>
                  </a:cubicBezTo>
                  <a:cubicBezTo>
                    <a:pt x="200644" y="85545"/>
                    <a:pt x="217258" y="82353"/>
                    <a:pt x="217897" y="82353"/>
                  </a:cubicBezTo>
                  <a:cubicBezTo>
                    <a:pt x="221092" y="81715"/>
                    <a:pt x="226843" y="81077"/>
                    <a:pt x="230677" y="81077"/>
                  </a:cubicBezTo>
                  <a:lnTo>
                    <a:pt x="242179" y="81077"/>
                  </a:lnTo>
                  <a:cubicBezTo>
                    <a:pt x="242179" y="79161"/>
                    <a:pt x="242818" y="77885"/>
                    <a:pt x="242818" y="75969"/>
                  </a:cubicBezTo>
                  <a:lnTo>
                    <a:pt x="76040" y="75969"/>
                  </a:lnTo>
                  <a:cubicBezTo>
                    <a:pt x="74762" y="75969"/>
                    <a:pt x="73484" y="75331"/>
                    <a:pt x="72845" y="75331"/>
                  </a:cubicBezTo>
                  <a:cubicBezTo>
                    <a:pt x="65177" y="70862"/>
                    <a:pt x="59426" y="62563"/>
                    <a:pt x="54314" y="52349"/>
                  </a:cubicBezTo>
                  <a:cubicBezTo>
                    <a:pt x="54314" y="51710"/>
                    <a:pt x="53676" y="51072"/>
                    <a:pt x="53676" y="49795"/>
                  </a:cubicBezTo>
                  <a:cubicBezTo>
                    <a:pt x="53676" y="47880"/>
                    <a:pt x="54314" y="45326"/>
                    <a:pt x="56231" y="44049"/>
                  </a:cubicBezTo>
                  <a:cubicBezTo>
                    <a:pt x="60065" y="40857"/>
                    <a:pt x="67094" y="35112"/>
                    <a:pt x="70289" y="25536"/>
                  </a:cubicBezTo>
                  <a:cubicBezTo>
                    <a:pt x="73484" y="15322"/>
                    <a:pt x="72845" y="5107"/>
                    <a:pt x="70928" y="0"/>
                  </a:cubicBezTo>
                  <a:cubicBezTo>
                    <a:pt x="60704" y="3830"/>
                    <a:pt x="50481" y="20429"/>
                    <a:pt x="49842" y="35750"/>
                  </a:cubicBezTo>
                  <a:cubicBezTo>
                    <a:pt x="49842" y="38304"/>
                    <a:pt x="47925" y="40857"/>
                    <a:pt x="45369" y="41496"/>
                  </a:cubicBezTo>
                  <a:cubicBezTo>
                    <a:pt x="42813" y="42134"/>
                    <a:pt x="40257" y="41496"/>
                    <a:pt x="38340" y="39581"/>
                  </a:cubicBezTo>
                  <a:cubicBezTo>
                    <a:pt x="37701" y="38942"/>
                    <a:pt x="21726" y="19152"/>
                    <a:pt x="0" y="23621"/>
                  </a:cubicBezTo>
                  <a:cubicBezTo>
                    <a:pt x="3195" y="29366"/>
                    <a:pt x="10224" y="38942"/>
                    <a:pt x="18531" y="44049"/>
                  </a:cubicBezTo>
                  <a:cubicBezTo>
                    <a:pt x="26838" y="49157"/>
                    <a:pt x="37701" y="49157"/>
                    <a:pt x="43452" y="48518"/>
                  </a:cubicBezTo>
                  <a:cubicBezTo>
                    <a:pt x="45369" y="48518"/>
                    <a:pt x="46647" y="49157"/>
                    <a:pt x="47925" y="49795"/>
                  </a:cubicBezTo>
                  <a:cubicBezTo>
                    <a:pt x="49203" y="51072"/>
                    <a:pt x="49842" y="52349"/>
                    <a:pt x="49842" y="54264"/>
                  </a:cubicBezTo>
                  <a:lnTo>
                    <a:pt x="49842" y="58733"/>
                  </a:lnTo>
                  <a:cubicBezTo>
                    <a:pt x="49842" y="91291"/>
                    <a:pt x="77318" y="130233"/>
                    <a:pt x="123965" y="140448"/>
                  </a:cubicBezTo>
                  <a:cubicBezTo>
                    <a:pt x="123965" y="140448"/>
                    <a:pt x="124604" y="140448"/>
                    <a:pt x="124604" y="141086"/>
                  </a:cubicBezTo>
                  <a:cubicBezTo>
                    <a:pt x="127160" y="139171"/>
                    <a:pt x="129716" y="136617"/>
                    <a:pt x="132272" y="135340"/>
                  </a:cubicBezTo>
                  <a:cubicBezTo>
                    <a:pt x="135467" y="133425"/>
                    <a:pt x="139301" y="132148"/>
                    <a:pt x="143135" y="130872"/>
                  </a:cubicBezTo>
                  <a:cubicBezTo>
                    <a:pt x="146330" y="130233"/>
                    <a:pt x="150164" y="132148"/>
                    <a:pt x="150803" y="135340"/>
                  </a:cubicBezTo>
                  <a:cubicBezTo>
                    <a:pt x="151442" y="138532"/>
                    <a:pt x="149525" y="142363"/>
                    <a:pt x="146330" y="143001"/>
                  </a:cubicBezTo>
                  <a:cubicBezTo>
                    <a:pt x="143135" y="143640"/>
                    <a:pt x="140579" y="144916"/>
                    <a:pt x="138662" y="146193"/>
                  </a:cubicBezTo>
                  <a:cubicBezTo>
                    <a:pt x="130994" y="150662"/>
                    <a:pt x="126521" y="158961"/>
                    <a:pt x="124604" y="164707"/>
                  </a:cubicBezTo>
                  <a:cubicBezTo>
                    <a:pt x="130994" y="165345"/>
                    <a:pt x="139940" y="164707"/>
                    <a:pt x="147608" y="160238"/>
                  </a:cubicBezTo>
                  <a:cubicBezTo>
                    <a:pt x="160387" y="152577"/>
                    <a:pt x="166777" y="134064"/>
                    <a:pt x="166777" y="134064"/>
                  </a:cubicBezTo>
                  <a:cubicBezTo>
                    <a:pt x="168055" y="130872"/>
                    <a:pt x="171250" y="128956"/>
                    <a:pt x="175084" y="130233"/>
                  </a:cubicBezTo>
                  <a:cubicBezTo>
                    <a:pt x="178279" y="131510"/>
                    <a:pt x="180196" y="134702"/>
                    <a:pt x="179557" y="138532"/>
                  </a:cubicBezTo>
                  <a:cubicBezTo>
                    <a:pt x="179557" y="138532"/>
                    <a:pt x="179557" y="138532"/>
                    <a:pt x="179557" y="139171"/>
                  </a:cubicBezTo>
                  <a:cubicBezTo>
                    <a:pt x="207034" y="133425"/>
                    <a:pt x="229399" y="116188"/>
                    <a:pt x="238345" y="94483"/>
                  </a:cubicBezTo>
                  <a:lnTo>
                    <a:pt x="230038" y="93845"/>
                  </a:lnTo>
                  <a:close/>
                  <a:moveTo>
                    <a:pt x="175723" y="85545"/>
                  </a:moveTo>
                  <a:cubicBezTo>
                    <a:pt x="180835" y="85545"/>
                    <a:pt x="184669" y="89376"/>
                    <a:pt x="184669" y="94483"/>
                  </a:cubicBezTo>
                  <a:cubicBezTo>
                    <a:pt x="184669" y="99590"/>
                    <a:pt x="180835" y="103420"/>
                    <a:pt x="175723" y="103420"/>
                  </a:cubicBezTo>
                  <a:cubicBezTo>
                    <a:pt x="170611" y="103420"/>
                    <a:pt x="166777" y="99590"/>
                    <a:pt x="166777" y="94483"/>
                  </a:cubicBezTo>
                  <a:cubicBezTo>
                    <a:pt x="166777" y="90014"/>
                    <a:pt x="170611" y="85545"/>
                    <a:pt x="175723" y="85545"/>
                  </a:cubicBezTo>
                  <a:close/>
                </a:path>
              </a:pathLst>
            </a:custGeom>
            <a:solidFill>
              <a:srgbClr val="046A38"/>
            </a:solidFill>
            <a:ln w="6390" cap="flat">
              <a:noFill/>
              <a:prstDash val="solid"/>
              <a:miter/>
            </a:ln>
          </p:spPr>
          <p:txBody>
            <a:bodyPr rtlCol="0" anchor="ctr"/>
            <a:lstStyle/>
            <a:p>
              <a:endParaRPr lang="en-US"/>
            </a:p>
          </p:txBody>
        </p:sp>
        <p:sp>
          <p:nvSpPr>
            <p:cNvPr id="228" name="Graphic 6">
              <a:extLst>
                <a:ext uri="{FF2B5EF4-FFF2-40B4-BE49-F238E27FC236}">
                  <a16:creationId xmlns:a16="http://schemas.microsoft.com/office/drawing/2014/main" id="{8801814A-035E-A146-A005-DB077090A4EB}"/>
                </a:ext>
              </a:extLst>
            </p:cNvPr>
            <p:cNvSpPr/>
            <p:nvPr/>
          </p:nvSpPr>
          <p:spPr>
            <a:xfrm>
              <a:off x="906093" y="91498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181474 w 362309"/>
                <a:gd name="connsiteY4" fmla="*/ 0 h 361971"/>
                <a:gd name="connsiteX5" fmla="*/ 203200 w 362309"/>
                <a:gd name="connsiteY5" fmla="*/ 105974 h 361971"/>
                <a:gd name="connsiteX6" fmla="*/ 212146 w 362309"/>
                <a:gd name="connsiteY6" fmla="*/ 103420 h 361971"/>
                <a:gd name="connsiteX7" fmla="*/ 224287 w 362309"/>
                <a:gd name="connsiteY7" fmla="*/ 114273 h 361971"/>
                <a:gd name="connsiteX8" fmla="*/ 236428 w 362309"/>
                <a:gd name="connsiteY8" fmla="*/ 103420 h 361971"/>
                <a:gd name="connsiteX9" fmla="*/ 245374 w 362309"/>
                <a:gd name="connsiteY9" fmla="*/ 105974 h 361971"/>
                <a:gd name="connsiteX10" fmla="*/ 242818 w 362309"/>
                <a:gd name="connsiteY10" fmla="*/ 114912 h 361971"/>
                <a:gd name="connsiteX11" fmla="*/ 231316 w 362309"/>
                <a:gd name="connsiteY11" fmla="*/ 130233 h 361971"/>
                <a:gd name="connsiteX12" fmla="*/ 229399 w 362309"/>
                <a:gd name="connsiteY12" fmla="*/ 133425 h 361971"/>
                <a:gd name="connsiteX13" fmla="*/ 228760 w 362309"/>
                <a:gd name="connsiteY13" fmla="*/ 134064 h 361971"/>
                <a:gd name="connsiteX14" fmla="*/ 227482 w 362309"/>
                <a:gd name="connsiteY14" fmla="*/ 134702 h 361971"/>
                <a:gd name="connsiteX15" fmla="*/ 226204 w 362309"/>
                <a:gd name="connsiteY15" fmla="*/ 135340 h 361971"/>
                <a:gd name="connsiteX16" fmla="*/ 225565 w 362309"/>
                <a:gd name="connsiteY16" fmla="*/ 135340 h 361971"/>
                <a:gd name="connsiteX17" fmla="*/ 224287 w 362309"/>
                <a:gd name="connsiteY17" fmla="*/ 135340 h 361971"/>
                <a:gd name="connsiteX18" fmla="*/ 224287 w 362309"/>
                <a:gd name="connsiteY18" fmla="*/ 135340 h 361971"/>
                <a:gd name="connsiteX19" fmla="*/ 224287 w 362309"/>
                <a:gd name="connsiteY19" fmla="*/ 135340 h 361971"/>
                <a:gd name="connsiteX20" fmla="*/ 223009 w 362309"/>
                <a:gd name="connsiteY20" fmla="*/ 135340 h 361971"/>
                <a:gd name="connsiteX21" fmla="*/ 222370 w 362309"/>
                <a:gd name="connsiteY21" fmla="*/ 135340 h 361971"/>
                <a:gd name="connsiteX22" fmla="*/ 221092 w 362309"/>
                <a:gd name="connsiteY22" fmla="*/ 134702 h 361971"/>
                <a:gd name="connsiteX23" fmla="*/ 219814 w 362309"/>
                <a:gd name="connsiteY23" fmla="*/ 134064 h 361971"/>
                <a:gd name="connsiteX24" fmla="*/ 219175 w 362309"/>
                <a:gd name="connsiteY24" fmla="*/ 133425 h 361971"/>
                <a:gd name="connsiteX25" fmla="*/ 217258 w 362309"/>
                <a:gd name="connsiteY25" fmla="*/ 130233 h 361971"/>
                <a:gd name="connsiteX26" fmla="*/ 205756 w 362309"/>
                <a:gd name="connsiteY26" fmla="*/ 114912 h 361971"/>
                <a:gd name="connsiteX27" fmla="*/ 203200 w 362309"/>
                <a:gd name="connsiteY27" fmla="*/ 105974 h 361971"/>
                <a:gd name="connsiteX28" fmla="*/ 184669 w 362309"/>
                <a:gd name="connsiteY28" fmla="*/ 123849 h 361971"/>
                <a:gd name="connsiteX29" fmla="*/ 223648 w 362309"/>
                <a:gd name="connsiteY29" fmla="*/ 148108 h 361971"/>
                <a:gd name="connsiteX30" fmla="*/ 262626 w 362309"/>
                <a:gd name="connsiteY30" fmla="*/ 123849 h 361971"/>
                <a:gd name="connsiteX31" fmla="*/ 269655 w 362309"/>
                <a:gd name="connsiteY31" fmla="*/ 129595 h 361971"/>
                <a:gd name="connsiteX32" fmla="*/ 263904 w 362309"/>
                <a:gd name="connsiteY32" fmla="*/ 136617 h 361971"/>
                <a:gd name="connsiteX33" fmla="*/ 230038 w 362309"/>
                <a:gd name="connsiteY33" fmla="*/ 172368 h 361971"/>
                <a:gd name="connsiteX34" fmla="*/ 223648 w 362309"/>
                <a:gd name="connsiteY34" fmla="*/ 178752 h 361971"/>
                <a:gd name="connsiteX35" fmla="*/ 223648 w 362309"/>
                <a:gd name="connsiteY35" fmla="*/ 178752 h 361971"/>
                <a:gd name="connsiteX36" fmla="*/ 223648 w 362309"/>
                <a:gd name="connsiteY36" fmla="*/ 178752 h 361971"/>
                <a:gd name="connsiteX37" fmla="*/ 217258 w 362309"/>
                <a:gd name="connsiteY37" fmla="*/ 172368 h 361971"/>
                <a:gd name="connsiteX38" fmla="*/ 183391 w 362309"/>
                <a:gd name="connsiteY38" fmla="*/ 135979 h 361971"/>
                <a:gd name="connsiteX39" fmla="*/ 177640 w 362309"/>
                <a:gd name="connsiteY39" fmla="*/ 128956 h 361971"/>
                <a:gd name="connsiteX40" fmla="*/ 184669 w 362309"/>
                <a:gd name="connsiteY40" fmla="*/ 123849 h 361971"/>
                <a:gd name="connsiteX41" fmla="*/ 233872 w 362309"/>
                <a:gd name="connsiteY41" fmla="*/ 273234 h 361971"/>
                <a:gd name="connsiteX42" fmla="*/ 215341 w 362309"/>
                <a:gd name="connsiteY42" fmla="*/ 292386 h 361971"/>
                <a:gd name="connsiteX43" fmla="*/ 189781 w 362309"/>
                <a:gd name="connsiteY43" fmla="*/ 298770 h 361971"/>
                <a:gd name="connsiteX44" fmla="*/ 175723 w 362309"/>
                <a:gd name="connsiteY44" fmla="*/ 297494 h 361971"/>
                <a:gd name="connsiteX45" fmla="*/ 171250 w 362309"/>
                <a:gd name="connsiteY45" fmla="*/ 289833 h 361971"/>
                <a:gd name="connsiteX46" fmla="*/ 177640 w 362309"/>
                <a:gd name="connsiteY46" fmla="*/ 273234 h 361971"/>
                <a:gd name="connsiteX47" fmla="*/ 98405 w 362309"/>
                <a:gd name="connsiteY47" fmla="*/ 183220 h 361971"/>
                <a:gd name="connsiteX48" fmla="*/ 72845 w 362309"/>
                <a:gd name="connsiteY48" fmla="*/ 176198 h 361971"/>
                <a:gd name="connsiteX49" fmla="*/ 46008 w 362309"/>
                <a:gd name="connsiteY49" fmla="*/ 139809 h 361971"/>
                <a:gd name="connsiteX50" fmla="*/ 50480 w 362309"/>
                <a:gd name="connsiteY50" fmla="*/ 134702 h 361971"/>
                <a:gd name="connsiteX51" fmla="*/ 50480 w 362309"/>
                <a:gd name="connsiteY51" fmla="*/ 134702 h 361971"/>
                <a:gd name="connsiteX52" fmla="*/ 100322 w 362309"/>
                <a:gd name="connsiteY52" fmla="*/ 143640 h 361971"/>
                <a:gd name="connsiteX53" fmla="*/ 134189 w 362309"/>
                <a:gd name="connsiteY53" fmla="*/ 107889 h 361971"/>
                <a:gd name="connsiteX54" fmla="*/ 140579 w 362309"/>
                <a:gd name="connsiteY54" fmla="*/ 110443 h 361971"/>
                <a:gd name="connsiteX55" fmla="*/ 143135 w 362309"/>
                <a:gd name="connsiteY55" fmla="*/ 151300 h 361971"/>
                <a:gd name="connsiteX56" fmla="*/ 128438 w 362309"/>
                <a:gd name="connsiteY56" fmla="*/ 172368 h 361971"/>
                <a:gd name="connsiteX57" fmla="*/ 138023 w 362309"/>
                <a:gd name="connsiteY57" fmla="*/ 184497 h 361971"/>
                <a:gd name="connsiteX58" fmla="*/ 309273 w 362309"/>
                <a:gd name="connsiteY58" fmla="*/ 184497 h 361971"/>
                <a:gd name="connsiteX59" fmla="*/ 315663 w 362309"/>
                <a:gd name="connsiteY59" fmla="*/ 190881 h 361971"/>
                <a:gd name="connsiteX60" fmla="*/ 315663 w 362309"/>
                <a:gd name="connsiteY60" fmla="*/ 194073 h 361971"/>
                <a:gd name="connsiteX61" fmla="*/ 233872 w 362309"/>
                <a:gd name="connsiteY61" fmla="*/ 27323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81077"/>
                    <a:pt x="281157" y="0"/>
                    <a:pt x="181474" y="0"/>
                  </a:cubicBezTo>
                  <a:close/>
                  <a:moveTo>
                    <a:pt x="203200" y="105974"/>
                  </a:moveTo>
                  <a:cubicBezTo>
                    <a:pt x="205117" y="102782"/>
                    <a:pt x="208951" y="101505"/>
                    <a:pt x="212146" y="103420"/>
                  </a:cubicBezTo>
                  <a:cubicBezTo>
                    <a:pt x="212785" y="103420"/>
                    <a:pt x="218536" y="107251"/>
                    <a:pt x="224287" y="114273"/>
                  </a:cubicBezTo>
                  <a:cubicBezTo>
                    <a:pt x="229399" y="107251"/>
                    <a:pt x="235789" y="104059"/>
                    <a:pt x="236428" y="103420"/>
                  </a:cubicBezTo>
                  <a:cubicBezTo>
                    <a:pt x="239623" y="101505"/>
                    <a:pt x="243457" y="102782"/>
                    <a:pt x="245374" y="105974"/>
                  </a:cubicBezTo>
                  <a:cubicBezTo>
                    <a:pt x="247291" y="109166"/>
                    <a:pt x="246013" y="112996"/>
                    <a:pt x="242818" y="114912"/>
                  </a:cubicBezTo>
                  <a:cubicBezTo>
                    <a:pt x="242818" y="114912"/>
                    <a:pt x="233233" y="120657"/>
                    <a:pt x="231316" y="130233"/>
                  </a:cubicBezTo>
                  <a:cubicBezTo>
                    <a:pt x="231316" y="131510"/>
                    <a:pt x="230677" y="132787"/>
                    <a:pt x="229399" y="133425"/>
                  </a:cubicBezTo>
                  <a:lnTo>
                    <a:pt x="228760" y="134064"/>
                  </a:lnTo>
                  <a:cubicBezTo>
                    <a:pt x="228121" y="134064"/>
                    <a:pt x="228121" y="134702"/>
                    <a:pt x="227482" y="134702"/>
                  </a:cubicBezTo>
                  <a:cubicBezTo>
                    <a:pt x="226843" y="134702"/>
                    <a:pt x="226843" y="135340"/>
                    <a:pt x="226204" y="135340"/>
                  </a:cubicBezTo>
                  <a:cubicBezTo>
                    <a:pt x="226204" y="135340"/>
                    <a:pt x="226204" y="135340"/>
                    <a:pt x="225565" y="135340"/>
                  </a:cubicBezTo>
                  <a:cubicBezTo>
                    <a:pt x="224926" y="135340"/>
                    <a:pt x="224926" y="135340"/>
                    <a:pt x="224287" y="135340"/>
                  </a:cubicBezTo>
                  <a:lnTo>
                    <a:pt x="224287" y="135340"/>
                  </a:lnTo>
                  <a:lnTo>
                    <a:pt x="224287" y="135340"/>
                  </a:lnTo>
                  <a:cubicBezTo>
                    <a:pt x="223648" y="135340"/>
                    <a:pt x="223648" y="135340"/>
                    <a:pt x="223009" y="135340"/>
                  </a:cubicBezTo>
                  <a:cubicBezTo>
                    <a:pt x="223009" y="135340"/>
                    <a:pt x="223009" y="135340"/>
                    <a:pt x="222370" y="135340"/>
                  </a:cubicBezTo>
                  <a:cubicBezTo>
                    <a:pt x="221731" y="135340"/>
                    <a:pt x="221731" y="135340"/>
                    <a:pt x="221092" y="134702"/>
                  </a:cubicBezTo>
                  <a:cubicBezTo>
                    <a:pt x="220453" y="134702"/>
                    <a:pt x="220453" y="134064"/>
                    <a:pt x="219814" y="134064"/>
                  </a:cubicBezTo>
                  <a:lnTo>
                    <a:pt x="219175" y="133425"/>
                  </a:lnTo>
                  <a:cubicBezTo>
                    <a:pt x="217897" y="132787"/>
                    <a:pt x="217258" y="131510"/>
                    <a:pt x="217258" y="130233"/>
                  </a:cubicBezTo>
                  <a:cubicBezTo>
                    <a:pt x="215341" y="120657"/>
                    <a:pt x="205756" y="114912"/>
                    <a:pt x="205756" y="114912"/>
                  </a:cubicBezTo>
                  <a:cubicBezTo>
                    <a:pt x="202561" y="112996"/>
                    <a:pt x="201283" y="109166"/>
                    <a:pt x="203200" y="105974"/>
                  </a:cubicBezTo>
                  <a:close/>
                  <a:moveTo>
                    <a:pt x="184669" y="123849"/>
                  </a:moveTo>
                  <a:cubicBezTo>
                    <a:pt x="195532" y="125126"/>
                    <a:pt x="214063" y="132148"/>
                    <a:pt x="223648" y="148108"/>
                  </a:cubicBezTo>
                  <a:cubicBezTo>
                    <a:pt x="233233" y="132148"/>
                    <a:pt x="251125" y="125126"/>
                    <a:pt x="262626" y="123849"/>
                  </a:cubicBezTo>
                  <a:cubicBezTo>
                    <a:pt x="265821" y="123211"/>
                    <a:pt x="269016" y="125764"/>
                    <a:pt x="269655" y="129595"/>
                  </a:cubicBezTo>
                  <a:cubicBezTo>
                    <a:pt x="270294" y="132787"/>
                    <a:pt x="267738" y="135979"/>
                    <a:pt x="263904" y="136617"/>
                  </a:cubicBezTo>
                  <a:cubicBezTo>
                    <a:pt x="262626" y="136617"/>
                    <a:pt x="230038" y="141086"/>
                    <a:pt x="230038" y="172368"/>
                  </a:cubicBezTo>
                  <a:cubicBezTo>
                    <a:pt x="230038" y="176198"/>
                    <a:pt x="227482" y="178752"/>
                    <a:pt x="223648" y="178752"/>
                  </a:cubicBezTo>
                  <a:lnTo>
                    <a:pt x="223648" y="178752"/>
                  </a:lnTo>
                  <a:lnTo>
                    <a:pt x="223648" y="178752"/>
                  </a:lnTo>
                  <a:cubicBezTo>
                    <a:pt x="219814" y="178752"/>
                    <a:pt x="217258" y="176198"/>
                    <a:pt x="217258" y="172368"/>
                  </a:cubicBezTo>
                  <a:cubicBezTo>
                    <a:pt x="217258" y="141086"/>
                    <a:pt x="184669" y="136617"/>
                    <a:pt x="183391" y="135979"/>
                  </a:cubicBezTo>
                  <a:cubicBezTo>
                    <a:pt x="180196" y="135340"/>
                    <a:pt x="177640" y="132148"/>
                    <a:pt x="177640" y="128956"/>
                  </a:cubicBezTo>
                  <a:cubicBezTo>
                    <a:pt x="178279" y="125764"/>
                    <a:pt x="181474" y="123211"/>
                    <a:pt x="184669" y="123849"/>
                  </a:cubicBezTo>
                  <a:close/>
                  <a:moveTo>
                    <a:pt x="233872" y="273234"/>
                  </a:moveTo>
                  <a:cubicBezTo>
                    <a:pt x="230038" y="280257"/>
                    <a:pt x="223648" y="287279"/>
                    <a:pt x="215341" y="292386"/>
                  </a:cubicBezTo>
                  <a:cubicBezTo>
                    <a:pt x="207034" y="297494"/>
                    <a:pt x="197449" y="298770"/>
                    <a:pt x="189781" y="298770"/>
                  </a:cubicBezTo>
                  <a:cubicBezTo>
                    <a:pt x="182113" y="298770"/>
                    <a:pt x="176362" y="297494"/>
                    <a:pt x="175723" y="297494"/>
                  </a:cubicBezTo>
                  <a:cubicBezTo>
                    <a:pt x="172528" y="296855"/>
                    <a:pt x="170611" y="293663"/>
                    <a:pt x="171250" y="289833"/>
                  </a:cubicBezTo>
                  <a:cubicBezTo>
                    <a:pt x="171250" y="289194"/>
                    <a:pt x="173167" y="281534"/>
                    <a:pt x="177640" y="273234"/>
                  </a:cubicBezTo>
                  <a:cubicBezTo>
                    <a:pt x="133550" y="261743"/>
                    <a:pt x="99683" y="222801"/>
                    <a:pt x="98405" y="183220"/>
                  </a:cubicBezTo>
                  <a:cubicBezTo>
                    <a:pt x="90737" y="183220"/>
                    <a:pt x="81152" y="181305"/>
                    <a:pt x="72845" y="176198"/>
                  </a:cubicBezTo>
                  <a:cubicBezTo>
                    <a:pt x="58148" y="167260"/>
                    <a:pt x="44730" y="146832"/>
                    <a:pt x="46008" y="139809"/>
                  </a:cubicBezTo>
                  <a:cubicBezTo>
                    <a:pt x="46647" y="137256"/>
                    <a:pt x="47925" y="135340"/>
                    <a:pt x="50480" y="134702"/>
                  </a:cubicBezTo>
                  <a:lnTo>
                    <a:pt x="50480" y="134702"/>
                  </a:lnTo>
                  <a:cubicBezTo>
                    <a:pt x="72206" y="126403"/>
                    <a:pt x="90098" y="135979"/>
                    <a:pt x="100322" y="143640"/>
                  </a:cubicBezTo>
                  <a:cubicBezTo>
                    <a:pt x="105434" y="125764"/>
                    <a:pt x="118214" y="109166"/>
                    <a:pt x="134189" y="107889"/>
                  </a:cubicBezTo>
                  <a:cubicBezTo>
                    <a:pt x="136745" y="107251"/>
                    <a:pt x="138662" y="108528"/>
                    <a:pt x="140579" y="110443"/>
                  </a:cubicBezTo>
                  <a:cubicBezTo>
                    <a:pt x="145691" y="115550"/>
                    <a:pt x="148886" y="135340"/>
                    <a:pt x="143135" y="151300"/>
                  </a:cubicBezTo>
                  <a:cubicBezTo>
                    <a:pt x="139940" y="160876"/>
                    <a:pt x="133550" y="167899"/>
                    <a:pt x="128438" y="172368"/>
                  </a:cubicBezTo>
                  <a:cubicBezTo>
                    <a:pt x="130994" y="178113"/>
                    <a:pt x="134828" y="181944"/>
                    <a:pt x="138023" y="184497"/>
                  </a:cubicBezTo>
                  <a:lnTo>
                    <a:pt x="309273" y="184497"/>
                  </a:lnTo>
                  <a:cubicBezTo>
                    <a:pt x="313107" y="184497"/>
                    <a:pt x="315663" y="187051"/>
                    <a:pt x="315663" y="190881"/>
                  </a:cubicBezTo>
                  <a:lnTo>
                    <a:pt x="315663" y="194073"/>
                  </a:lnTo>
                  <a:cubicBezTo>
                    <a:pt x="316302" y="234292"/>
                    <a:pt x="281157" y="267489"/>
                    <a:pt x="233872" y="273234"/>
                  </a:cubicBezTo>
                  <a:close/>
                </a:path>
              </a:pathLst>
            </a:custGeom>
            <a:solidFill>
              <a:srgbClr val="046A38"/>
            </a:solidFill>
            <a:ln w="6390" cap="flat">
              <a:noFill/>
              <a:prstDash val="solid"/>
              <a:miter/>
            </a:ln>
          </p:spPr>
          <p:txBody>
            <a:bodyPr rtlCol="0" anchor="ctr"/>
            <a:lstStyle/>
            <a:p>
              <a:endParaRPr lang="en-US"/>
            </a:p>
          </p:txBody>
        </p:sp>
      </p:grpSp>
      <p:grpSp>
        <p:nvGrpSpPr>
          <p:cNvPr id="229" name="Graphic 6">
            <a:extLst>
              <a:ext uri="{FF2B5EF4-FFF2-40B4-BE49-F238E27FC236}">
                <a16:creationId xmlns:a16="http://schemas.microsoft.com/office/drawing/2014/main" id="{CBB340EB-D345-2648-A39A-1584FE3D18CA}"/>
              </a:ext>
            </a:extLst>
          </p:cNvPr>
          <p:cNvGrpSpPr/>
          <p:nvPr/>
        </p:nvGrpSpPr>
        <p:grpSpPr>
          <a:xfrm>
            <a:off x="1515054" y="915625"/>
            <a:ext cx="362313" cy="361971"/>
            <a:chOff x="1515054" y="915625"/>
            <a:chExt cx="362313" cy="361971"/>
          </a:xfrm>
          <a:solidFill>
            <a:srgbClr val="046A38"/>
          </a:solidFill>
        </p:grpSpPr>
        <p:sp>
          <p:nvSpPr>
            <p:cNvPr id="230" name="Graphic 6">
              <a:extLst>
                <a:ext uri="{FF2B5EF4-FFF2-40B4-BE49-F238E27FC236}">
                  <a16:creationId xmlns:a16="http://schemas.microsoft.com/office/drawing/2014/main" id="{767A13B6-BED3-D44B-A095-0D8F3D994270}"/>
                </a:ext>
              </a:extLst>
            </p:cNvPr>
            <p:cNvSpPr/>
            <p:nvPr/>
          </p:nvSpPr>
          <p:spPr>
            <a:xfrm>
              <a:off x="1515054" y="915625"/>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181474 w 362313"/>
                <a:gd name="connsiteY4" fmla="*/ 0 h 361971"/>
                <a:gd name="connsiteX5" fmla="*/ 181474 w 362313"/>
                <a:gd name="connsiteY5" fmla="*/ 349204 h 361971"/>
                <a:gd name="connsiteX6" fmla="*/ 13419 w 362313"/>
                <a:gd name="connsiteY6" fmla="*/ 180667 h 361971"/>
                <a:gd name="connsiteX7" fmla="*/ 182113 w 362313"/>
                <a:gd name="connsiteY7" fmla="*/ 12768 h 361971"/>
                <a:gd name="connsiteX8" fmla="*/ 350168 w 362313"/>
                <a:gd name="connsiteY8" fmla="*/ 181305 h 361971"/>
                <a:gd name="connsiteX9" fmla="*/ 181474 w 362313"/>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948" y="81077"/>
                    <a:pt x="281796" y="0"/>
                    <a:pt x="181474" y="0"/>
                  </a:cubicBezTo>
                  <a:close/>
                  <a:moveTo>
                    <a:pt x="181474" y="349204"/>
                  </a:moveTo>
                  <a:cubicBezTo>
                    <a:pt x="88820" y="349204"/>
                    <a:pt x="13419" y="273873"/>
                    <a:pt x="13419" y="180667"/>
                  </a:cubicBezTo>
                  <a:cubicBezTo>
                    <a:pt x="13419" y="88099"/>
                    <a:pt x="88820" y="12768"/>
                    <a:pt x="182113" y="12768"/>
                  </a:cubicBezTo>
                  <a:cubicBezTo>
                    <a:pt x="274767" y="12768"/>
                    <a:pt x="350168" y="88099"/>
                    <a:pt x="350168" y="181305"/>
                  </a:cubicBezTo>
                  <a:cubicBezTo>
                    <a:pt x="349529" y="273873"/>
                    <a:pt x="274128"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231" name="Graphic 6">
              <a:extLst>
                <a:ext uri="{FF2B5EF4-FFF2-40B4-BE49-F238E27FC236}">
                  <a16:creationId xmlns:a16="http://schemas.microsoft.com/office/drawing/2014/main" id="{8BC9516F-EE47-B34E-898E-05126581A3F8}"/>
                </a:ext>
              </a:extLst>
            </p:cNvPr>
            <p:cNvSpPr/>
            <p:nvPr/>
          </p:nvSpPr>
          <p:spPr>
            <a:xfrm>
              <a:off x="1561919" y="992601"/>
              <a:ext cx="269206" cy="189236"/>
            </a:xfrm>
            <a:custGeom>
              <a:avLst/>
              <a:gdLst>
                <a:gd name="connsiteX0" fmla="*/ 264963 w 269206"/>
                <a:gd name="connsiteY0" fmla="*/ 93477 h 189236"/>
                <a:gd name="connsiteX1" fmla="*/ 253461 w 269206"/>
                <a:gd name="connsiteY1" fmla="*/ 79432 h 189236"/>
                <a:gd name="connsiteX2" fmla="*/ 240042 w 269206"/>
                <a:gd name="connsiteY2" fmla="*/ 41128 h 189236"/>
                <a:gd name="connsiteX3" fmla="*/ 165919 w 269206"/>
                <a:gd name="connsiteY3" fmla="*/ 16869 h 189236"/>
                <a:gd name="connsiteX4" fmla="*/ 107771 w 269206"/>
                <a:gd name="connsiteY4" fmla="*/ 3463 h 189236"/>
                <a:gd name="connsiteX5" fmla="*/ 103298 w 269206"/>
                <a:gd name="connsiteY5" fmla="*/ 8570 h 189236"/>
                <a:gd name="connsiteX6" fmla="*/ 106493 w 269206"/>
                <a:gd name="connsiteY6" fmla="*/ 14954 h 189236"/>
                <a:gd name="connsiteX7" fmla="*/ 115439 w 269206"/>
                <a:gd name="connsiteY7" fmla="*/ 25168 h 189236"/>
                <a:gd name="connsiteX8" fmla="*/ 39398 w 269206"/>
                <a:gd name="connsiteY8" fmla="*/ 135611 h 189236"/>
                <a:gd name="connsiteX9" fmla="*/ 23424 w 269206"/>
                <a:gd name="connsiteY9" fmla="*/ 140718 h 189236"/>
                <a:gd name="connsiteX10" fmla="*/ 420 w 269206"/>
                <a:gd name="connsiteY10" fmla="*/ 168808 h 189236"/>
                <a:gd name="connsiteX11" fmla="*/ 1059 w 269206"/>
                <a:gd name="connsiteY11" fmla="*/ 174553 h 189236"/>
                <a:gd name="connsiteX12" fmla="*/ 6171 w 269206"/>
                <a:gd name="connsiteY12" fmla="*/ 177107 h 189236"/>
                <a:gd name="connsiteX13" fmla="*/ 54734 w 269206"/>
                <a:gd name="connsiteY13" fmla="*/ 168808 h 189236"/>
                <a:gd name="connsiteX14" fmla="*/ 100103 w 269206"/>
                <a:gd name="connsiteY14" fmla="*/ 189237 h 189236"/>
                <a:gd name="connsiteX15" fmla="*/ 102020 w 269206"/>
                <a:gd name="connsiteY15" fmla="*/ 189237 h 189236"/>
                <a:gd name="connsiteX16" fmla="*/ 105854 w 269206"/>
                <a:gd name="connsiteY16" fmla="*/ 187960 h 189236"/>
                <a:gd name="connsiteX17" fmla="*/ 108410 w 269206"/>
                <a:gd name="connsiteY17" fmla="*/ 182214 h 189236"/>
                <a:gd name="connsiteX18" fmla="*/ 92435 w 269206"/>
                <a:gd name="connsiteY18" fmla="*/ 149018 h 189236"/>
                <a:gd name="connsiteX19" fmla="*/ 80294 w 269206"/>
                <a:gd name="connsiteY19" fmla="*/ 140718 h 189236"/>
                <a:gd name="connsiteX20" fmla="*/ 151222 w 269206"/>
                <a:gd name="connsiteY20" fmla="*/ 83901 h 189236"/>
                <a:gd name="connsiteX21" fmla="*/ 137164 w 269206"/>
                <a:gd name="connsiteY21" fmla="*/ 110075 h 189236"/>
                <a:gd name="connsiteX22" fmla="*/ 136525 w 269206"/>
                <a:gd name="connsiteY22" fmla="*/ 117098 h 189236"/>
                <a:gd name="connsiteX23" fmla="*/ 142276 w 269206"/>
                <a:gd name="connsiteY23" fmla="*/ 120290 h 189236"/>
                <a:gd name="connsiteX24" fmla="*/ 142915 w 269206"/>
                <a:gd name="connsiteY24" fmla="*/ 120290 h 189236"/>
                <a:gd name="connsiteX25" fmla="*/ 192118 w 269206"/>
                <a:gd name="connsiteY25" fmla="*/ 92838 h 189236"/>
                <a:gd name="connsiteX26" fmla="*/ 240042 w 269206"/>
                <a:gd name="connsiteY26" fmla="*/ 113267 h 189236"/>
                <a:gd name="connsiteX27" fmla="*/ 253461 w 269206"/>
                <a:gd name="connsiteY27" fmla="*/ 117736 h 189236"/>
                <a:gd name="connsiteX28" fmla="*/ 257295 w 269206"/>
                <a:gd name="connsiteY28" fmla="*/ 117098 h 189236"/>
                <a:gd name="connsiteX29" fmla="*/ 266241 w 269206"/>
                <a:gd name="connsiteY29" fmla="*/ 110714 h 189236"/>
                <a:gd name="connsiteX30" fmla="*/ 264963 w 269206"/>
                <a:gd name="connsiteY30" fmla="*/ 93477 h 189236"/>
                <a:gd name="connsiteX31" fmla="*/ 255378 w 269206"/>
                <a:gd name="connsiteY31" fmla="*/ 105606 h 189236"/>
                <a:gd name="connsiteX32" fmla="*/ 247071 w 269206"/>
                <a:gd name="connsiteY32" fmla="*/ 104330 h 189236"/>
                <a:gd name="connsiteX33" fmla="*/ 195952 w 269206"/>
                <a:gd name="connsiteY33" fmla="*/ 81347 h 189236"/>
                <a:gd name="connsiteX34" fmla="*/ 195952 w 269206"/>
                <a:gd name="connsiteY34" fmla="*/ 79432 h 189236"/>
                <a:gd name="connsiteX35" fmla="*/ 189562 w 269206"/>
                <a:gd name="connsiteY35" fmla="*/ 73048 h 189236"/>
                <a:gd name="connsiteX36" fmla="*/ 183172 w 269206"/>
                <a:gd name="connsiteY36" fmla="*/ 79432 h 189236"/>
                <a:gd name="connsiteX37" fmla="*/ 155695 w 269206"/>
                <a:gd name="connsiteY37" fmla="*/ 106883 h 189236"/>
                <a:gd name="connsiteX38" fmla="*/ 164002 w 269206"/>
                <a:gd name="connsiteY38" fmla="*/ 67941 h 189236"/>
                <a:gd name="connsiteX39" fmla="*/ 156334 w 269206"/>
                <a:gd name="connsiteY39" fmla="*/ 63472 h 189236"/>
                <a:gd name="connsiteX40" fmla="*/ 151861 w 269206"/>
                <a:gd name="connsiteY40" fmla="*/ 71133 h 189236"/>
                <a:gd name="connsiteX41" fmla="*/ 151861 w 269206"/>
                <a:gd name="connsiteY41" fmla="*/ 72410 h 189236"/>
                <a:gd name="connsiteX42" fmla="*/ 67514 w 269206"/>
                <a:gd name="connsiteY42" fmla="*/ 139442 h 189236"/>
                <a:gd name="connsiteX43" fmla="*/ 66236 w 269206"/>
                <a:gd name="connsiteY43" fmla="*/ 143910 h 189236"/>
                <a:gd name="connsiteX44" fmla="*/ 69431 w 269206"/>
                <a:gd name="connsiteY44" fmla="*/ 151571 h 189236"/>
                <a:gd name="connsiteX45" fmla="*/ 70709 w 269206"/>
                <a:gd name="connsiteY45" fmla="*/ 152209 h 189236"/>
                <a:gd name="connsiteX46" fmla="*/ 84128 w 269206"/>
                <a:gd name="connsiteY46" fmla="*/ 159870 h 189236"/>
                <a:gd name="connsiteX47" fmla="*/ 93074 w 269206"/>
                <a:gd name="connsiteY47" fmla="*/ 174553 h 189236"/>
                <a:gd name="connsiteX48" fmla="*/ 60485 w 269206"/>
                <a:gd name="connsiteY48" fmla="*/ 157955 h 189236"/>
                <a:gd name="connsiteX49" fmla="*/ 57290 w 269206"/>
                <a:gd name="connsiteY49" fmla="*/ 156040 h 189236"/>
                <a:gd name="connsiteX50" fmla="*/ 52817 w 269206"/>
                <a:gd name="connsiteY50" fmla="*/ 156678 h 189236"/>
                <a:gd name="connsiteX51" fmla="*/ 17034 w 269206"/>
                <a:gd name="connsiteY51" fmla="*/ 164977 h 189236"/>
                <a:gd name="connsiteX52" fmla="*/ 29174 w 269206"/>
                <a:gd name="connsiteY52" fmla="*/ 152848 h 189236"/>
                <a:gd name="connsiteX53" fmla="*/ 45788 w 269206"/>
                <a:gd name="connsiteY53" fmla="*/ 148379 h 189236"/>
                <a:gd name="connsiteX54" fmla="*/ 47066 w 269206"/>
                <a:gd name="connsiteY54" fmla="*/ 148379 h 189236"/>
                <a:gd name="connsiteX55" fmla="*/ 52817 w 269206"/>
                <a:gd name="connsiteY55" fmla="*/ 141995 h 189236"/>
                <a:gd name="connsiteX56" fmla="*/ 52817 w 269206"/>
                <a:gd name="connsiteY56" fmla="*/ 137526 h 189236"/>
                <a:gd name="connsiteX57" fmla="*/ 87962 w 269206"/>
                <a:gd name="connsiteY57" fmla="*/ 59642 h 189236"/>
                <a:gd name="connsiteX58" fmla="*/ 126302 w 269206"/>
                <a:gd name="connsiteY58" fmla="*/ 35383 h 189236"/>
                <a:gd name="connsiteX59" fmla="*/ 130135 w 269206"/>
                <a:gd name="connsiteY59" fmla="*/ 27083 h 189236"/>
                <a:gd name="connsiteX60" fmla="*/ 123107 w 269206"/>
                <a:gd name="connsiteY60" fmla="*/ 13677 h 189236"/>
                <a:gd name="connsiteX61" fmla="*/ 156334 w 269206"/>
                <a:gd name="connsiteY61" fmla="*/ 26445 h 189236"/>
                <a:gd name="connsiteX62" fmla="*/ 156973 w 269206"/>
                <a:gd name="connsiteY62" fmla="*/ 27722 h 189236"/>
                <a:gd name="connsiteX63" fmla="*/ 162085 w 269206"/>
                <a:gd name="connsiteY63" fmla="*/ 30275 h 189236"/>
                <a:gd name="connsiteX64" fmla="*/ 229818 w 269206"/>
                <a:gd name="connsiteY64" fmla="*/ 50704 h 189236"/>
                <a:gd name="connsiteX65" fmla="*/ 239403 w 269206"/>
                <a:gd name="connsiteY65" fmla="*/ 81347 h 189236"/>
                <a:gd name="connsiteX66" fmla="*/ 240681 w 269206"/>
                <a:gd name="connsiteY66" fmla="*/ 85816 h 189236"/>
                <a:gd name="connsiteX67" fmla="*/ 254100 w 269206"/>
                <a:gd name="connsiteY67" fmla="*/ 102414 h 189236"/>
                <a:gd name="connsiteX68" fmla="*/ 254739 w 269206"/>
                <a:gd name="connsiteY68" fmla="*/ 103053 h 189236"/>
                <a:gd name="connsiteX69" fmla="*/ 255378 w 269206"/>
                <a:gd name="connsiteY69" fmla="*/ 105606 h 189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69206" h="189236">
                  <a:moveTo>
                    <a:pt x="264963" y="93477"/>
                  </a:moveTo>
                  <a:lnTo>
                    <a:pt x="253461" y="79432"/>
                  </a:lnTo>
                  <a:cubicBezTo>
                    <a:pt x="254100" y="64111"/>
                    <a:pt x="249627" y="51343"/>
                    <a:pt x="240042" y="41128"/>
                  </a:cubicBezTo>
                  <a:cubicBezTo>
                    <a:pt x="218956" y="18784"/>
                    <a:pt x="178060" y="16869"/>
                    <a:pt x="165919" y="16869"/>
                  </a:cubicBezTo>
                  <a:cubicBezTo>
                    <a:pt x="151861" y="-4836"/>
                    <a:pt x="122468" y="-1006"/>
                    <a:pt x="107771" y="3463"/>
                  </a:cubicBezTo>
                  <a:cubicBezTo>
                    <a:pt x="105215" y="4101"/>
                    <a:pt x="103937" y="6655"/>
                    <a:pt x="103298" y="8570"/>
                  </a:cubicBezTo>
                  <a:cubicBezTo>
                    <a:pt x="102659" y="10485"/>
                    <a:pt x="104576" y="13677"/>
                    <a:pt x="106493" y="14954"/>
                  </a:cubicBezTo>
                  <a:cubicBezTo>
                    <a:pt x="106493" y="14954"/>
                    <a:pt x="112244" y="18146"/>
                    <a:pt x="115439" y="25168"/>
                  </a:cubicBezTo>
                  <a:cubicBezTo>
                    <a:pt x="96269" y="34106"/>
                    <a:pt x="37481" y="67941"/>
                    <a:pt x="39398" y="135611"/>
                  </a:cubicBezTo>
                  <a:cubicBezTo>
                    <a:pt x="33647" y="136250"/>
                    <a:pt x="27897" y="138165"/>
                    <a:pt x="23424" y="140718"/>
                  </a:cubicBezTo>
                  <a:cubicBezTo>
                    <a:pt x="6810" y="149656"/>
                    <a:pt x="420" y="168169"/>
                    <a:pt x="420" y="168808"/>
                  </a:cubicBezTo>
                  <a:cubicBezTo>
                    <a:pt x="-219" y="170723"/>
                    <a:pt x="-219" y="173277"/>
                    <a:pt x="1059" y="174553"/>
                  </a:cubicBezTo>
                  <a:cubicBezTo>
                    <a:pt x="2337" y="176469"/>
                    <a:pt x="4254" y="177107"/>
                    <a:pt x="6171" y="177107"/>
                  </a:cubicBezTo>
                  <a:cubicBezTo>
                    <a:pt x="9366" y="177107"/>
                    <a:pt x="38759" y="175830"/>
                    <a:pt x="54734" y="168808"/>
                  </a:cubicBezTo>
                  <a:cubicBezTo>
                    <a:pt x="68792" y="179661"/>
                    <a:pt x="96269" y="187960"/>
                    <a:pt x="100103" y="189237"/>
                  </a:cubicBezTo>
                  <a:cubicBezTo>
                    <a:pt x="100742" y="189237"/>
                    <a:pt x="101381" y="189237"/>
                    <a:pt x="102020" y="189237"/>
                  </a:cubicBezTo>
                  <a:cubicBezTo>
                    <a:pt x="103298" y="189237"/>
                    <a:pt x="105215" y="188598"/>
                    <a:pt x="105854" y="187960"/>
                  </a:cubicBezTo>
                  <a:cubicBezTo>
                    <a:pt x="107771" y="186683"/>
                    <a:pt x="108410" y="184768"/>
                    <a:pt x="108410" y="182214"/>
                  </a:cubicBezTo>
                  <a:cubicBezTo>
                    <a:pt x="108410" y="181576"/>
                    <a:pt x="106493" y="161147"/>
                    <a:pt x="92435" y="149018"/>
                  </a:cubicBezTo>
                  <a:cubicBezTo>
                    <a:pt x="88601" y="145187"/>
                    <a:pt x="84128" y="142634"/>
                    <a:pt x="80294" y="140718"/>
                  </a:cubicBezTo>
                  <a:cubicBezTo>
                    <a:pt x="90518" y="106883"/>
                    <a:pt x="116078" y="86454"/>
                    <a:pt x="151222" y="83901"/>
                  </a:cubicBezTo>
                  <a:cubicBezTo>
                    <a:pt x="148027" y="94754"/>
                    <a:pt x="140998" y="105606"/>
                    <a:pt x="137164" y="110075"/>
                  </a:cubicBezTo>
                  <a:cubicBezTo>
                    <a:pt x="135247" y="111990"/>
                    <a:pt x="135247" y="114544"/>
                    <a:pt x="136525" y="117098"/>
                  </a:cubicBezTo>
                  <a:cubicBezTo>
                    <a:pt x="137803" y="119013"/>
                    <a:pt x="139720" y="120290"/>
                    <a:pt x="142276" y="120290"/>
                  </a:cubicBezTo>
                  <a:cubicBezTo>
                    <a:pt x="142276" y="120290"/>
                    <a:pt x="142276" y="120290"/>
                    <a:pt x="142915" y="120290"/>
                  </a:cubicBezTo>
                  <a:cubicBezTo>
                    <a:pt x="173587" y="118374"/>
                    <a:pt x="186367" y="104330"/>
                    <a:pt x="192118" y="92838"/>
                  </a:cubicBezTo>
                  <a:cubicBezTo>
                    <a:pt x="212566" y="93477"/>
                    <a:pt x="239403" y="113267"/>
                    <a:pt x="240042" y="113267"/>
                  </a:cubicBezTo>
                  <a:cubicBezTo>
                    <a:pt x="244515" y="116459"/>
                    <a:pt x="248988" y="117736"/>
                    <a:pt x="253461" y="117736"/>
                  </a:cubicBezTo>
                  <a:cubicBezTo>
                    <a:pt x="254739" y="117736"/>
                    <a:pt x="256017" y="117736"/>
                    <a:pt x="257295" y="117098"/>
                  </a:cubicBezTo>
                  <a:cubicBezTo>
                    <a:pt x="263046" y="115821"/>
                    <a:pt x="265602" y="111990"/>
                    <a:pt x="266241" y="110714"/>
                  </a:cubicBezTo>
                  <a:cubicBezTo>
                    <a:pt x="271992" y="104330"/>
                    <a:pt x="268158" y="96669"/>
                    <a:pt x="264963" y="93477"/>
                  </a:cubicBezTo>
                  <a:close/>
                  <a:moveTo>
                    <a:pt x="255378" y="105606"/>
                  </a:moveTo>
                  <a:cubicBezTo>
                    <a:pt x="254100" y="107522"/>
                    <a:pt x="250905" y="106883"/>
                    <a:pt x="247071" y="104330"/>
                  </a:cubicBezTo>
                  <a:cubicBezTo>
                    <a:pt x="245793" y="103691"/>
                    <a:pt x="219595" y="84539"/>
                    <a:pt x="195952" y="81347"/>
                  </a:cubicBezTo>
                  <a:cubicBezTo>
                    <a:pt x="195952" y="80070"/>
                    <a:pt x="195952" y="79432"/>
                    <a:pt x="195952" y="79432"/>
                  </a:cubicBezTo>
                  <a:cubicBezTo>
                    <a:pt x="195952" y="75602"/>
                    <a:pt x="193396" y="73048"/>
                    <a:pt x="189562" y="73048"/>
                  </a:cubicBezTo>
                  <a:cubicBezTo>
                    <a:pt x="185728" y="73048"/>
                    <a:pt x="183172" y="75602"/>
                    <a:pt x="183172" y="79432"/>
                  </a:cubicBezTo>
                  <a:cubicBezTo>
                    <a:pt x="183172" y="80709"/>
                    <a:pt x="181894" y="100499"/>
                    <a:pt x="155695" y="106883"/>
                  </a:cubicBezTo>
                  <a:cubicBezTo>
                    <a:pt x="161446" y="96669"/>
                    <a:pt x="168475" y="81347"/>
                    <a:pt x="164002" y="67941"/>
                  </a:cubicBezTo>
                  <a:cubicBezTo>
                    <a:pt x="162724" y="64749"/>
                    <a:pt x="159529" y="62834"/>
                    <a:pt x="156334" y="63472"/>
                  </a:cubicBezTo>
                  <a:cubicBezTo>
                    <a:pt x="153139" y="64749"/>
                    <a:pt x="151222" y="67941"/>
                    <a:pt x="151861" y="71133"/>
                  </a:cubicBezTo>
                  <a:cubicBezTo>
                    <a:pt x="151861" y="71771"/>
                    <a:pt x="151861" y="71771"/>
                    <a:pt x="151861" y="72410"/>
                  </a:cubicBezTo>
                  <a:cubicBezTo>
                    <a:pt x="109688" y="74325"/>
                    <a:pt x="79016" y="98584"/>
                    <a:pt x="67514" y="139442"/>
                  </a:cubicBezTo>
                  <a:lnTo>
                    <a:pt x="66236" y="143910"/>
                  </a:lnTo>
                  <a:cubicBezTo>
                    <a:pt x="65597" y="146464"/>
                    <a:pt x="66875" y="149656"/>
                    <a:pt x="69431" y="151571"/>
                  </a:cubicBezTo>
                  <a:cubicBezTo>
                    <a:pt x="70070" y="151571"/>
                    <a:pt x="70070" y="152209"/>
                    <a:pt x="70709" y="152209"/>
                  </a:cubicBezTo>
                  <a:cubicBezTo>
                    <a:pt x="75821" y="154125"/>
                    <a:pt x="80294" y="156678"/>
                    <a:pt x="84128" y="159870"/>
                  </a:cubicBezTo>
                  <a:cubicBezTo>
                    <a:pt x="88601" y="164339"/>
                    <a:pt x="91796" y="169446"/>
                    <a:pt x="93074" y="174553"/>
                  </a:cubicBezTo>
                  <a:cubicBezTo>
                    <a:pt x="81572" y="170723"/>
                    <a:pt x="66236" y="164339"/>
                    <a:pt x="60485" y="157955"/>
                  </a:cubicBezTo>
                  <a:cubicBezTo>
                    <a:pt x="59846" y="157317"/>
                    <a:pt x="58568" y="156678"/>
                    <a:pt x="57290" y="156040"/>
                  </a:cubicBezTo>
                  <a:cubicBezTo>
                    <a:pt x="56012" y="155401"/>
                    <a:pt x="54095" y="156040"/>
                    <a:pt x="52817" y="156678"/>
                  </a:cubicBezTo>
                  <a:cubicBezTo>
                    <a:pt x="45149" y="161147"/>
                    <a:pt x="29174" y="163701"/>
                    <a:pt x="17034" y="164977"/>
                  </a:cubicBezTo>
                  <a:cubicBezTo>
                    <a:pt x="19590" y="160509"/>
                    <a:pt x="24063" y="156040"/>
                    <a:pt x="29174" y="152848"/>
                  </a:cubicBezTo>
                  <a:cubicBezTo>
                    <a:pt x="33647" y="150294"/>
                    <a:pt x="39398" y="149018"/>
                    <a:pt x="45788" y="148379"/>
                  </a:cubicBezTo>
                  <a:cubicBezTo>
                    <a:pt x="45788" y="148379"/>
                    <a:pt x="46427" y="148379"/>
                    <a:pt x="47066" y="148379"/>
                  </a:cubicBezTo>
                  <a:cubicBezTo>
                    <a:pt x="50261" y="147741"/>
                    <a:pt x="52178" y="145187"/>
                    <a:pt x="52817" y="141995"/>
                  </a:cubicBezTo>
                  <a:lnTo>
                    <a:pt x="52817" y="137526"/>
                  </a:lnTo>
                  <a:cubicBezTo>
                    <a:pt x="51539" y="107522"/>
                    <a:pt x="63041" y="81347"/>
                    <a:pt x="87962" y="59642"/>
                  </a:cubicBezTo>
                  <a:cubicBezTo>
                    <a:pt x="106493" y="43043"/>
                    <a:pt x="126302" y="35383"/>
                    <a:pt x="126302" y="35383"/>
                  </a:cubicBezTo>
                  <a:cubicBezTo>
                    <a:pt x="129497" y="34106"/>
                    <a:pt x="130774" y="30275"/>
                    <a:pt x="130135" y="27083"/>
                  </a:cubicBezTo>
                  <a:cubicBezTo>
                    <a:pt x="128858" y="21338"/>
                    <a:pt x="126302" y="17508"/>
                    <a:pt x="123107" y="13677"/>
                  </a:cubicBezTo>
                  <a:cubicBezTo>
                    <a:pt x="133969" y="12400"/>
                    <a:pt x="149305" y="13039"/>
                    <a:pt x="156334" y="26445"/>
                  </a:cubicBezTo>
                  <a:cubicBezTo>
                    <a:pt x="156334" y="27083"/>
                    <a:pt x="156973" y="27083"/>
                    <a:pt x="156973" y="27722"/>
                  </a:cubicBezTo>
                  <a:cubicBezTo>
                    <a:pt x="158251" y="29637"/>
                    <a:pt x="160168" y="30275"/>
                    <a:pt x="162085" y="30275"/>
                  </a:cubicBezTo>
                  <a:cubicBezTo>
                    <a:pt x="162724" y="30275"/>
                    <a:pt x="209371" y="28360"/>
                    <a:pt x="229818" y="50704"/>
                  </a:cubicBezTo>
                  <a:cubicBezTo>
                    <a:pt x="237486" y="59003"/>
                    <a:pt x="240681" y="68579"/>
                    <a:pt x="239403" y="81347"/>
                  </a:cubicBezTo>
                  <a:cubicBezTo>
                    <a:pt x="239403" y="83262"/>
                    <a:pt x="240042" y="84539"/>
                    <a:pt x="240681" y="85816"/>
                  </a:cubicBezTo>
                  <a:lnTo>
                    <a:pt x="254100" y="102414"/>
                  </a:lnTo>
                  <a:lnTo>
                    <a:pt x="254739" y="103053"/>
                  </a:lnTo>
                  <a:cubicBezTo>
                    <a:pt x="256017" y="103053"/>
                    <a:pt x="256656" y="103691"/>
                    <a:pt x="255378" y="105606"/>
                  </a:cubicBezTo>
                  <a:close/>
                </a:path>
              </a:pathLst>
            </a:custGeom>
            <a:solidFill>
              <a:srgbClr val="046A38"/>
            </a:solidFill>
            <a:ln w="6390" cap="flat">
              <a:noFill/>
              <a:prstDash val="solid"/>
              <a:miter/>
            </a:ln>
          </p:spPr>
          <p:txBody>
            <a:bodyPr rtlCol="0" anchor="ctr"/>
            <a:lstStyle/>
            <a:p>
              <a:endParaRPr lang="en-US"/>
            </a:p>
          </p:txBody>
        </p:sp>
        <p:sp>
          <p:nvSpPr>
            <p:cNvPr id="232" name="Graphic 6">
              <a:extLst>
                <a:ext uri="{FF2B5EF4-FFF2-40B4-BE49-F238E27FC236}">
                  <a16:creationId xmlns:a16="http://schemas.microsoft.com/office/drawing/2014/main" id="{78340B42-3426-BA40-8542-C3C3BA9D4AFB}"/>
                </a:ext>
              </a:extLst>
            </p:cNvPr>
            <p:cNvSpPr/>
            <p:nvPr/>
          </p:nvSpPr>
          <p:spPr>
            <a:xfrm>
              <a:off x="1778958" y="1053519"/>
              <a:ext cx="17891" cy="17875"/>
            </a:xfrm>
            <a:custGeom>
              <a:avLst/>
              <a:gdLst>
                <a:gd name="connsiteX0" fmla="*/ 8946 w 17891"/>
                <a:gd name="connsiteY0" fmla="*/ 0 h 17875"/>
                <a:gd name="connsiteX1" fmla="*/ 0 w 17891"/>
                <a:gd name="connsiteY1" fmla="*/ 8938 h 17875"/>
                <a:gd name="connsiteX2" fmla="*/ 8946 w 17891"/>
                <a:gd name="connsiteY2" fmla="*/ 17875 h 17875"/>
                <a:gd name="connsiteX3" fmla="*/ 17892 w 17891"/>
                <a:gd name="connsiteY3" fmla="*/ 8938 h 17875"/>
                <a:gd name="connsiteX4" fmla="*/ 8946 w 17891"/>
                <a:gd name="connsiteY4" fmla="*/ 0 h 17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91" h="17875">
                  <a:moveTo>
                    <a:pt x="8946" y="0"/>
                  </a:moveTo>
                  <a:cubicBezTo>
                    <a:pt x="3834" y="0"/>
                    <a:pt x="0" y="3830"/>
                    <a:pt x="0" y="8938"/>
                  </a:cubicBezTo>
                  <a:cubicBezTo>
                    <a:pt x="0" y="14045"/>
                    <a:pt x="3834" y="17875"/>
                    <a:pt x="8946" y="17875"/>
                  </a:cubicBezTo>
                  <a:cubicBezTo>
                    <a:pt x="14058" y="17875"/>
                    <a:pt x="17892" y="14045"/>
                    <a:pt x="17892" y="8938"/>
                  </a:cubicBezTo>
                  <a:cubicBezTo>
                    <a:pt x="17892" y="3830"/>
                    <a:pt x="14058" y="0"/>
                    <a:pt x="8946" y="0"/>
                  </a:cubicBezTo>
                  <a:close/>
                </a:path>
              </a:pathLst>
            </a:custGeom>
            <a:solidFill>
              <a:srgbClr val="046A38"/>
            </a:solidFill>
            <a:ln w="6390" cap="flat">
              <a:noFill/>
              <a:prstDash val="solid"/>
              <a:miter/>
            </a:ln>
          </p:spPr>
          <p:txBody>
            <a:bodyPr rtlCol="0" anchor="ctr"/>
            <a:lstStyle/>
            <a:p>
              <a:endParaRPr lang="en-US"/>
            </a:p>
          </p:txBody>
        </p:sp>
      </p:grpSp>
      <p:grpSp>
        <p:nvGrpSpPr>
          <p:cNvPr id="233" name="Graphic 6">
            <a:extLst>
              <a:ext uri="{FF2B5EF4-FFF2-40B4-BE49-F238E27FC236}">
                <a16:creationId xmlns:a16="http://schemas.microsoft.com/office/drawing/2014/main" id="{81FBB922-B20B-ED40-A724-E955E6EA985F}"/>
              </a:ext>
            </a:extLst>
          </p:cNvPr>
          <p:cNvGrpSpPr/>
          <p:nvPr/>
        </p:nvGrpSpPr>
        <p:grpSpPr>
          <a:xfrm>
            <a:off x="1953403" y="915625"/>
            <a:ext cx="362309" cy="361971"/>
            <a:chOff x="1953403" y="915625"/>
            <a:chExt cx="362309" cy="361971"/>
          </a:xfrm>
          <a:solidFill>
            <a:srgbClr val="046A38"/>
          </a:solidFill>
        </p:grpSpPr>
        <p:sp>
          <p:nvSpPr>
            <p:cNvPr id="234" name="Graphic 6">
              <a:extLst>
                <a:ext uri="{FF2B5EF4-FFF2-40B4-BE49-F238E27FC236}">
                  <a16:creationId xmlns:a16="http://schemas.microsoft.com/office/drawing/2014/main" id="{559DBF27-5E90-6241-93A6-7FACD8AA6402}"/>
                </a:ext>
              </a:extLst>
            </p:cNvPr>
            <p:cNvSpPr/>
            <p:nvPr/>
          </p:nvSpPr>
          <p:spPr>
            <a:xfrm>
              <a:off x="2017942" y="1005489"/>
              <a:ext cx="239082" cy="162303"/>
            </a:xfrm>
            <a:custGeom>
              <a:avLst/>
              <a:gdLst>
                <a:gd name="connsiteX0" fmla="*/ 223648 w 239082"/>
                <a:gd name="connsiteY0" fmla="*/ 72927 h 162303"/>
                <a:gd name="connsiteX1" fmla="*/ 222370 w 239082"/>
                <a:gd name="connsiteY1" fmla="*/ 68459 h 162303"/>
                <a:gd name="connsiteX2" fmla="*/ 212785 w 239082"/>
                <a:gd name="connsiteY2" fmla="*/ 37815 h 162303"/>
                <a:gd name="connsiteX3" fmla="*/ 145052 w 239082"/>
                <a:gd name="connsiteY3" fmla="*/ 17387 h 162303"/>
                <a:gd name="connsiteX4" fmla="*/ 139940 w 239082"/>
                <a:gd name="connsiteY4" fmla="*/ 14833 h 162303"/>
                <a:gd name="connsiteX5" fmla="*/ 139301 w 239082"/>
                <a:gd name="connsiteY5" fmla="*/ 13556 h 162303"/>
                <a:gd name="connsiteX6" fmla="*/ 106073 w 239082"/>
                <a:gd name="connsiteY6" fmla="*/ 788 h 162303"/>
                <a:gd name="connsiteX7" fmla="*/ 113102 w 239082"/>
                <a:gd name="connsiteY7" fmla="*/ 14195 h 162303"/>
                <a:gd name="connsiteX8" fmla="*/ 109268 w 239082"/>
                <a:gd name="connsiteY8" fmla="*/ 22494 h 162303"/>
                <a:gd name="connsiteX9" fmla="*/ 70928 w 239082"/>
                <a:gd name="connsiteY9" fmla="*/ 46753 h 162303"/>
                <a:gd name="connsiteX10" fmla="*/ 35784 w 239082"/>
                <a:gd name="connsiteY10" fmla="*/ 124637 h 162303"/>
                <a:gd name="connsiteX11" fmla="*/ 35784 w 239082"/>
                <a:gd name="connsiteY11" fmla="*/ 129745 h 162303"/>
                <a:gd name="connsiteX12" fmla="*/ 30033 w 239082"/>
                <a:gd name="connsiteY12" fmla="*/ 136129 h 162303"/>
                <a:gd name="connsiteX13" fmla="*/ 28755 w 239082"/>
                <a:gd name="connsiteY13" fmla="*/ 136129 h 162303"/>
                <a:gd name="connsiteX14" fmla="*/ 12141 w 239082"/>
                <a:gd name="connsiteY14" fmla="*/ 140597 h 162303"/>
                <a:gd name="connsiteX15" fmla="*/ 0 w 239082"/>
                <a:gd name="connsiteY15" fmla="*/ 152727 h 162303"/>
                <a:gd name="connsiteX16" fmla="*/ 35784 w 239082"/>
                <a:gd name="connsiteY16" fmla="*/ 144428 h 162303"/>
                <a:gd name="connsiteX17" fmla="*/ 40257 w 239082"/>
                <a:gd name="connsiteY17" fmla="*/ 143789 h 162303"/>
                <a:gd name="connsiteX18" fmla="*/ 43452 w 239082"/>
                <a:gd name="connsiteY18" fmla="*/ 145705 h 162303"/>
                <a:gd name="connsiteX19" fmla="*/ 76040 w 239082"/>
                <a:gd name="connsiteY19" fmla="*/ 162303 h 162303"/>
                <a:gd name="connsiteX20" fmla="*/ 67094 w 239082"/>
                <a:gd name="connsiteY20" fmla="*/ 147620 h 162303"/>
                <a:gd name="connsiteX21" fmla="*/ 53676 w 239082"/>
                <a:gd name="connsiteY21" fmla="*/ 139959 h 162303"/>
                <a:gd name="connsiteX22" fmla="*/ 52398 w 239082"/>
                <a:gd name="connsiteY22" fmla="*/ 139321 h 162303"/>
                <a:gd name="connsiteX23" fmla="*/ 49203 w 239082"/>
                <a:gd name="connsiteY23" fmla="*/ 131660 h 162303"/>
                <a:gd name="connsiteX24" fmla="*/ 50481 w 239082"/>
                <a:gd name="connsiteY24" fmla="*/ 127191 h 162303"/>
                <a:gd name="connsiteX25" fmla="*/ 134828 w 239082"/>
                <a:gd name="connsiteY25" fmla="*/ 60159 h 162303"/>
                <a:gd name="connsiteX26" fmla="*/ 134828 w 239082"/>
                <a:gd name="connsiteY26" fmla="*/ 58883 h 162303"/>
                <a:gd name="connsiteX27" fmla="*/ 139301 w 239082"/>
                <a:gd name="connsiteY27" fmla="*/ 51222 h 162303"/>
                <a:gd name="connsiteX28" fmla="*/ 146969 w 239082"/>
                <a:gd name="connsiteY28" fmla="*/ 55691 h 162303"/>
                <a:gd name="connsiteX29" fmla="*/ 138662 w 239082"/>
                <a:gd name="connsiteY29" fmla="*/ 94633 h 162303"/>
                <a:gd name="connsiteX30" fmla="*/ 166138 w 239082"/>
                <a:gd name="connsiteY30" fmla="*/ 67182 h 162303"/>
                <a:gd name="connsiteX31" fmla="*/ 173167 w 239082"/>
                <a:gd name="connsiteY31" fmla="*/ 61436 h 162303"/>
                <a:gd name="connsiteX32" fmla="*/ 178918 w 239082"/>
                <a:gd name="connsiteY32" fmla="*/ 67820 h 162303"/>
                <a:gd name="connsiteX33" fmla="*/ 178918 w 239082"/>
                <a:gd name="connsiteY33" fmla="*/ 69735 h 162303"/>
                <a:gd name="connsiteX34" fmla="*/ 230038 w 239082"/>
                <a:gd name="connsiteY34" fmla="*/ 92718 h 162303"/>
                <a:gd name="connsiteX35" fmla="*/ 238345 w 239082"/>
                <a:gd name="connsiteY35" fmla="*/ 93994 h 162303"/>
                <a:gd name="connsiteX36" fmla="*/ 238345 w 239082"/>
                <a:gd name="connsiteY36" fmla="*/ 90802 h 162303"/>
                <a:gd name="connsiteX37" fmla="*/ 223648 w 239082"/>
                <a:gd name="connsiteY37" fmla="*/ 72927 h 162303"/>
                <a:gd name="connsiteX38" fmla="*/ 207673 w 239082"/>
                <a:gd name="connsiteY38" fmla="*/ 66543 h 162303"/>
                <a:gd name="connsiteX39" fmla="*/ 198727 w 239082"/>
                <a:gd name="connsiteY39" fmla="*/ 57606 h 162303"/>
                <a:gd name="connsiteX40" fmla="*/ 207673 w 239082"/>
                <a:gd name="connsiteY40" fmla="*/ 48668 h 162303"/>
                <a:gd name="connsiteX41" fmla="*/ 216619 w 239082"/>
                <a:gd name="connsiteY41" fmla="*/ 57606 h 162303"/>
                <a:gd name="connsiteX42" fmla="*/ 207673 w 239082"/>
                <a:gd name="connsiteY42" fmla="*/ 66543 h 162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39082" h="162303">
                  <a:moveTo>
                    <a:pt x="223648" y="72927"/>
                  </a:moveTo>
                  <a:cubicBezTo>
                    <a:pt x="222370" y="71651"/>
                    <a:pt x="222370" y="69735"/>
                    <a:pt x="222370" y="68459"/>
                  </a:cubicBezTo>
                  <a:cubicBezTo>
                    <a:pt x="223648" y="55691"/>
                    <a:pt x="220453" y="45476"/>
                    <a:pt x="212785" y="37815"/>
                  </a:cubicBezTo>
                  <a:cubicBezTo>
                    <a:pt x="191698" y="16110"/>
                    <a:pt x="145052" y="17387"/>
                    <a:pt x="145052" y="17387"/>
                  </a:cubicBezTo>
                  <a:cubicBezTo>
                    <a:pt x="143135" y="17387"/>
                    <a:pt x="141218" y="16748"/>
                    <a:pt x="139940" y="14833"/>
                  </a:cubicBezTo>
                  <a:cubicBezTo>
                    <a:pt x="139940" y="14195"/>
                    <a:pt x="139301" y="14195"/>
                    <a:pt x="139301" y="13556"/>
                  </a:cubicBezTo>
                  <a:cubicBezTo>
                    <a:pt x="132272" y="-489"/>
                    <a:pt x="116297" y="-1127"/>
                    <a:pt x="106073" y="788"/>
                  </a:cubicBezTo>
                  <a:cubicBezTo>
                    <a:pt x="108629" y="3980"/>
                    <a:pt x="111185" y="8449"/>
                    <a:pt x="113102" y="14195"/>
                  </a:cubicBezTo>
                  <a:cubicBezTo>
                    <a:pt x="113741" y="17387"/>
                    <a:pt x="112463" y="21217"/>
                    <a:pt x="109268" y="22494"/>
                  </a:cubicBezTo>
                  <a:cubicBezTo>
                    <a:pt x="109268" y="22494"/>
                    <a:pt x="89459" y="30155"/>
                    <a:pt x="70928" y="46753"/>
                  </a:cubicBezTo>
                  <a:cubicBezTo>
                    <a:pt x="46647" y="68459"/>
                    <a:pt x="34506" y="94633"/>
                    <a:pt x="35784" y="124637"/>
                  </a:cubicBezTo>
                  <a:lnTo>
                    <a:pt x="35784" y="129745"/>
                  </a:lnTo>
                  <a:cubicBezTo>
                    <a:pt x="35784" y="132937"/>
                    <a:pt x="33228" y="135490"/>
                    <a:pt x="30033" y="136129"/>
                  </a:cubicBezTo>
                  <a:cubicBezTo>
                    <a:pt x="30033" y="136129"/>
                    <a:pt x="29394" y="136129"/>
                    <a:pt x="28755" y="136129"/>
                  </a:cubicBezTo>
                  <a:cubicBezTo>
                    <a:pt x="22365" y="136767"/>
                    <a:pt x="17253" y="138044"/>
                    <a:pt x="12141" y="140597"/>
                  </a:cubicBezTo>
                  <a:cubicBezTo>
                    <a:pt x="6390" y="143789"/>
                    <a:pt x="2556" y="148258"/>
                    <a:pt x="0" y="152727"/>
                  </a:cubicBezTo>
                  <a:cubicBezTo>
                    <a:pt x="12141" y="151450"/>
                    <a:pt x="28116" y="148897"/>
                    <a:pt x="35784" y="144428"/>
                  </a:cubicBezTo>
                  <a:cubicBezTo>
                    <a:pt x="37062" y="143789"/>
                    <a:pt x="38979" y="143151"/>
                    <a:pt x="40257" y="143789"/>
                  </a:cubicBezTo>
                  <a:cubicBezTo>
                    <a:pt x="41535" y="143789"/>
                    <a:pt x="42813" y="144428"/>
                    <a:pt x="43452" y="145705"/>
                  </a:cubicBezTo>
                  <a:cubicBezTo>
                    <a:pt x="49842" y="152089"/>
                    <a:pt x="64538" y="158473"/>
                    <a:pt x="76040" y="162303"/>
                  </a:cubicBezTo>
                  <a:cubicBezTo>
                    <a:pt x="74123" y="157196"/>
                    <a:pt x="71567" y="152089"/>
                    <a:pt x="67094" y="147620"/>
                  </a:cubicBezTo>
                  <a:cubicBezTo>
                    <a:pt x="63261" y="144428"/>
                    <a:pt x="58788" y="141874"/>
                    <a:pt x="53676" y="139959"/>
                  </a:cubicBezTo>
                  <a:cubicBezTo>
                    <a:pt x="53037" y="139959"/>
                    <a:pt x="53037" y="139321"/>
                    <a:pt x="52398" y="139321"/>
                  </a:cubicBezTo>
                  <a:cubicBezTo>
                    <a:pt x="49842" y="138044"/>
                    <a:pt x="48564" y="134852"/>
                    <a:pt x="49203" y="131660"/>
                  </a:cubicBezTo>
                  <a:lnTo>
                    <a:pt x="50481" y="127191"/>
                  </a:lnTo>
                  <a:cubicBezTo>
                    <a:pt x="61982" y="86334"/>
                    <a:pt x="92654" y="62075"/>
                    <a:pt x="134828" y="60159"/>
                  </a:cubicBezTo>
                  <a:cubicBezTo>
                    <a:pt x="134828" y="59521"/>
                    <a:pt x="134828" y="59521"/>
                    <a:pt x="134828" y="58883"/>
                  </a:cubicBezTo>
                  <a:cubicBezTo>
                    <a:pt x="133550" y="55691"/>
                    <a:pt x="136106" y="51860"/>
                    <a:pt x="139301" y="51222"/>
                  </a:cubicBezTo>
                  <a:cubicBezTo>
                    <a:pt x="142496" y="49945"/>
                    <a:pt x="146330" y="52499"/>
                    <a:pt x="146969" y="55691"/>
                  </a:cubicBezTo>
                  <a:cubicBezTo>
                    <a:pt x="150803" y="69097"/>
                    <a:pt x="144413" y="84418"/>
                    <a:pt x="138662" y="94633"/>
                  </a:cubicBezTo>
                  <a:cubicBezTo>
                    <a:pt x="164221" y="88249"/>
                    <a:pt x="166138" y="68459"/>
                    <a:pt x="166138" y="67182"/>
                  </a:cubicBezTo>
                  <a:cubicBezTo>
                    <a:pt x="166138" y="63990"/>
                    <a:pt x="169333" y="60798"/>
                    <a:pt x="173167" y="61436"/>
                  </a:cubicBezTo>
                  <a:cubicBezTo>
                    <a:pt x="176362" y="61436"/>
                    <a:pt x="179557" y="64628"/>
                    <a:pt x="178918" y="67820"/>
                  </a:cubicBezTo>
                  <a:cubicBezTo>
                    <a:pt x="178918" y="67820"/>
                    <a:pt x="178918" y="68459"/>
                    <a:pt x="178918" y="69735"/>
                  </a:cubicBezTo>
                  <a:cubicBezTo>
                    <a:pt x="202561" y="72289"/>
                    <a:pt x="228760" y="91441"/>
                    <a:pt x="230038" y="92718"/>
                  </a:cubicBezTo>
                  <a:cubicBezTo>
                    <a:pt x="233872" y="95271"/>
                    <a:pt x="237067" y="95910"/>
                    <a:pt x="238345" y="93994"/>
                  </a:cubicBezTo>
                  <a:cubicBezTo>
                    <a:pt x="238984" y="92718"/>
                    <a:pt x="239623" y="92079"/>
                    <a:pt x="238345" y="90802"/>
                  </a:cubicBezTo>
                  <a:lnTo>
                    <a:pt x="223648" y="72927"/>
                  </a:lnTo>
                  <a:close/>
                  <a:moveTo>
                    <a:pt x="207673" y="66543"/>
                  </a:moveTo>
                  <a:cubicBezTo>
                    <a:pt x="202561" y="66543"/>
                    <a:pt x="198727" y="62713"/>
                    <a:pt x="198727" y="57606"/>
                  </a:cubicBezTo>
                  <a:cubicBezTo>
                    <a:pt x="198727" y="52499"/>
                    <a:pt x="202561" y="48668"/>
                    <a:pt x="207673" y="48668"/>
                  </a:cubicBezTo>
                  <a:cubicBezTo>
                    <a:pt x="212785" y="48668"/>
                    <a:pt x="216619" y="52499"/>
                    <a:pt x="216619" y="57606"/>
                  </a:cubicBezTo>
                  <a:cubicBezTo>
                    <a:pt x="216619" y="62713"/>
                    <a:pt x="212785" y="66543"/>
                    <a:pt x="207673" y="66543"/>
                  </a:cubicBezTo>
                  <a:close/>
                </a:path>
              </a:pathLst>
            </a:custGeom>
            <a:solidFill>
              <a:srgbClr val="046A38"/>
            </a:solidFill>
            <a:ln w="6390" cap="flat">
              <a:noFill/>
              <a:prstDash val="solid"/>
              <a:miter/>
            </a:ln>
          </p:spPr>
          <p:txBody>
            <a:bodyPr rtlCol="0" anchor="ctr"/>
            <a:lstStyle/>
            <a:p>
              <a:endParaRPr lang="en-US"/>
            </a:p>
          </p:txBody>
        </p:sp>
        <p:sp>
          <p:nvSpPr>
            <p:cNvPr id="235" name="Graphic 6">
              <a:extLst>
                <a:ext uri="{FF2B5EF4-FFF2-40B4-BE49-F238E27FC236}">
                  <a16:creationId xmlns:a16="http://schemas.microsoft.com/office/drawing/2014/main" id="{736B9C71-6EBA-7C46-A40C-A3CAAC46CED0}"/>
                </a:ext>
              </a:extLst>
            </p:cNvPr>
            <p:cNvSpPr/>
            <p:nvPr/>
          </p:nvSpPr>
          <p:spPr>
            <a:xfrm>
              <a:off x="1953403" y="915625"/>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181474 w 362309"/>
                <a:gd name="connsiteY4" fmla="*/ 0 h 361971"/>
                <a:gd name="connsiteX5" fmla="*/ 303522 w 362309"/>
                <a:gd name="connsiteY5" fmla="*/ 195988 h 361971"/>
                <a:gd name="connsiteX6" fmla="*/ 299688 w 362309"/>
                <a:gd name="connsiteY6" fmla="*/ 196627 h 361971"/>
                <a:gd name="connsiteX7" fmla="*/ 286269 w 362309"/>
                <a:gd name="connsiteY7" fmla="*/ 192158 h 361971"/>
                <a:gd name="connsiteX8" fmla="*/ 238345 w 362309"/>
                <a:gd name="connsiteY8" fmla="*/ 171729 h 361971"/>
                <a:gd name="connsiteX9" fmla="*/ 189142 w 362309"/>
                <a:gd name="connsiteY9" fmla="*/ 199180 h 361971"/>
                <a:gd name="connsiteX10" fmla="*/ 188503 w 362309"/>
                <a:gd name="connsiteY10" fmla="*/ 199180 h 361971"/>
                <a:gd name="connsiteX11" fmla="*/ 182752 w 362309"/>
                <a:gd name="connsiteY11" fmla="*/ 195988 h 361971"/>
                <a:gd name="connsiteX12" fmla="*/ 183391 w 362309"/>
                <a:gd name="connsiteY12" fmla="*/ 188966 h 361971"/>
                <a:gd name="connsiteX13" fmla="*/ 197449 w 362309"/>
                <a:gd name="connsiteY13" fmla="*/ 162792 h 361971"/>
                <a:gd name="connsiteX14" fmla="*/ 126521 w 362309"/>
                <a:gd name="connsiteY14" fmla="*/ 219609 h 361971"/>
                <a:gd name="connsiteX15" fmla="*/ 138662 w 362309"/>
                <a:gd name="connsiteY15" fmla="*/ 227908 h 361971"/>
                <a:gd name="connsiteX16" fmla="*/ 154636 w 362309"/>
                <a:gd name="connsiteY16" fmla="*/ 261105 h 361971"/>
                <a:gd name="connsiteX17" fmla="*/ 152080 w 362309"/>
                <a:gd name="connsiteY17" fmla="*/ 266850 h 361971"/>
                <a:gd name="connsiteX18" fmla="*/ 148246 w 362309"/>
                <a:gd name="connsiteY18" fmla="*/ 268127 h 361971"/>
                <a:gd name="connsiteX19" fmla="*/ 146330 w 362309"/>
                <a:gd name="connsiteY19" fmla="*/ 268127 h 361971"/>
                <a:gd name="connsiteX20" fmla="*/ 100961 w 362309"/>
                <a:gd name="connsiteY20" fmla="*/ 247699 h 361971"/>
                <a:gd name="connsiteX21" fmla="*/ 52397 w 362309"/>
                <a:gd name="connsiteY21" fmla="*/ 255998 h 361971"/>
                <a:gd name="connsiteX22" fmla="*/ 47285 w 362309"/>
                <a:gd name="connsiteY22" fmla="*/ 253444 h 361971"/>
                <a:gd name="connsiteX23" fmla="*/ 46646 w 362309"/>
                <a:gd name="connsiteY23" fmla="*/ 247699 h 361971"/>
                <a:gd name="connsiteX24" fmla="*/ 69650 w 362309"/>
                <a:gd name="connsiteY24" fmla="*/ 219609 h 361971"/>
                <a:gd name="connsiteX25" fmla="*/ 85625 w 362309"/>
                <a:gd name="connsiteY25" fmla="*/ 214502 h 361971"/>
                <a:gd name="connsiteX26" fmla="*/ 161665 w 362309"/>
                <a:gd name="connsiteY26" fmla="*/ 104059 h 361971"/>
                <a:gd name="connsiteX27" fmla="*/ 152719 w 362309"/>
                <a:gd name="connsiteY27" fmla="*/ 93845 h 361971"/>
                <a:gd name="connsiteX28" fmla="*/ 149524 w 362309"/>
                <a:gd name="connsiteY28" fmla="*/ 87461 h 361971"/>
                <a:gd name="connsiteX29" fmla="*/ 153997 w 362309"/>
                <a:gd name="connsiteY29" fmla="*/ 82353 h 361971"/>
                <a:gd name="connsiteX30" fmla="*/ 212146 w 362309"/>
                <a:gd name="connsiteY30" fmla="*/ 95760 h 361971"/>
                <a:gd name="connsiteX31" fmla="*/ 286269 w 362309"/>
                <a:gd name="connsiteY31" fmla="*/ 120019 h 361971"/>
                <a:gd name="connsiteX32" fmla="*/ 299688 w 362309"/>
                <a:gd name="connsiteY32" fmla="*/ 158323 h 361971"/>
                <a:gd name="connsiteX33" fmla="*/ 311190 w 362309"/>
                <a:gd name="connsiteY33" fmla="*/ 172368 h 361971"/>
                <a:gd name="connsiteX34" fmla="*/ 312468 w 362309"/>
                <a:gd name="connsiteY34" fmla="*/ 190881 h 361971"/>
                <a:gd name="connsiteX35" fmla="*/ 303522 w 362309"/>
                <a:gd name="connsiteY35" fmla="*/ 19598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81077"/>
                    <a:pt x="281157" y="0"/>
                    <a:pt x="181474" y="0"/>
                  </a:cubicBezTo>
                  <a:close/>
                  <a:moveTo>
                    <a:pt x="303522" y="195988"/>
                  </a:moveTo>
                  <a:cubicBezTo>
                    <a:pt x="302244" y="196627"/>
                    <a:pt x="300966" y="196627"/>
                    <a:pt x="299688" y="196627"/>
                  </a:cubicBezTo>
                  <a:cubicBezTo>
                    <a:pt x="295854" y="196627"/>
                    <a:pt x="291381" y="195350"/>
                    <a:pt x="286269" y="192158"/>
                  </a:cubicBezTo>
                  <a:cubicBezTo>
                    <a:pt x="285630" y="191519"/>
                    <a:pt x="258792" y="172368"/>
                    <a:pt x="238345" y="171729"/>
                  </a:cubicBezTo>
                  <a:cubicBezTo>
                    <a:pt x="232594" y="183220"/>
                    <a:pt x="219814" y="197265"/>
                    <a:pt x="189142" y="199180"/>
                  </a:cubicBezTo>
                  <a:cubicBezTo>
                    <a:pt x="189142" y="199180"/>
                    <a:pt x="189142" y="199180"/>
                    <a:pt x="188503" y="199180"/>
                  </a:cubicBezTo>
                  <a:cubicBezTo>
                    <a:pt x="185947" y="199180"/>
                    <a:pt x="184030" y="197903"/>
                    <a:pt x="182752" y="195988"/>
                  </a:cubicBezTo>
                  <a:cubicBezTo>
                    <a:pt x="181474" y="193435"/>
                    <a:pt x="182113" y="190881"/>
                    <a:pt x="183391" y="188966"/>
                  </a:cubicBezTo>
                  <a:cubicBezTo>
                    <a:pt x="187225" y="184497"/>
                    <a:pt x="194254" y="173644"/>
                    <a:pt x="197449" y="162792"/>
                  </a:cubicBezTo>
                  <a:cubicBezTo>
                    <a:pt x="162304" y="165345"/>
                    <a:pt x="136745" y="185774"/>
                    <a:pt x="126521" y="219609"/>
                  </a:cubicBezTo>
                  <a:cubicBezTo>
                    <a:pt x="130355" y="221524"/>
                    <a:pt x="134828" y="224078"/>
                    <a:pt x="138662" y="227908"/>
                  </a:cubicBezTo>
                  <a:cubicBezTo>
                    <a:pt x="152719" y="240038"/>
                    <a:pt x="153997" y="260467"/>
                    <a:pt x="154636" y="261105"/>
                  </a:cubicBezTo>
                  <a:cubicBezTo>
                    <a:pt x="154636" y="263020"/>
                    <a:pt x="153997" y="264935"/>
                    <a:pt x="152080" y="266850"/>
                  </a:cubicBezTo>
                  <a:cubicBezTo>
                    <a:pt x="150802" y="267489"/>
                    <a:pt x="149524" y="268127"/>
                    <a:pt x="148246" y="268127"/>
                  </a:cubicBezTo>
                  <a:cubicBezTo>
                    <a:pt x="147607" y="268127"/>
                    <a:pt x="146969" y="268127"/>
                    <a:pt x="146330" y="268127"/>
                  </a:cubicBezTo>
                  <a:cubicBezTo>
                    <a:pt x="143135" y="266850"/>
                    <a:pt x="115019" y="258551"/>
                    <a:pt x="100961" y="247699"/>
                  </a:cubicBezTo>
                  <a:cubicBezTo>
                    <a:pt x="84986" y="254721"/>
                    <a:pt x="55592" y="255998"/>
                    <a:pt x="52397" y="255998"/>
                  </a:cubicBezTo>
                  <a:cubicBezTo>
                    <a:pt x="50480" y="255998"/>
                    <a:pt x="48563" y="255359"/>
                    <a:pt x="47285" y="253444"/>
                  </a:cubicBezTo>
                  <a:cubicBezTo>
                    <a:pt x="46007" y="251529"/>
                    <a:pt x="45368" y="249614"/>
                    <a:pt x="46646" y="247699"/>
                  </a:cubicBezTo>
                  <a:cubicBezTo>
                    <a:pt x="46646" y="247060"/>
                    <a:pt x="53675" y="227908"/>
                    <a:pt x="69650" y="219609"/>
                  </a:cubicBezTo>
                  <a:cubicBezTo>
                    <a:pt x="74762" y="217055"/>
                    <a:pt x="79874" y="215140"/>
                    <a:pt x="85625" y="214502"/>
                  </a:cubicBezTo>
                  <a:cubicBezTo>
                    <a:pt x="83069" y="146832"/>
                    <a:pt x="142496" y="112996"/>
                    <a:pt x="161665" y="104059"/>
                  </a:cubicBezTo>
                  <a:cubicBezTo>
                    <a:pt x="158470" y="97037"/>
                    <a:pt x="152719" y="93845"/>
                    <a:pt x="152719" y="93845"/>
                  </a:cubicBezTo>
                  <a:cubicBezTo>
                    <a:pt x="150802" y="92568"/>
                    <a:pt x="149524" y="90014"/>
                    <a:pt x="149524" y="87461"/>
                  </a:cubicBezTo>
                  <a:cubicBezTo>
                    <a:pt x="149524" y="84907"/>
                    <a:pt x="151441" y="82992"/>
                    <a:pt x="153997" y="82353"/>
                  </a:cubicBezTo>
                  <a:cubicBezTo>
                    <a:pt x="168055" y="77246"/>
                    <a:pt x="197449" y="74054"/>
                    <a:pt x="212146" y="95760"/>
                  </a:cubicBezTo>
                  <a:cubicBezTo>
                    <a:pt x="224287" y="95760"/>
                    <a:pt x="264543" y="97675"/>
                    <a:pt x="286269" y="120019"/>
                  </a:cubicBezTo>
                  <a:cubicBezTo>
                    <a:pt x="295854" y="130233"/>
                    <a:pt x="300327" y="143001"/>
                    <a:pt x="299688" y="158323"/>
                  </a:cubicBezTo>
                  <a:lnTo>
                    <a:pt x="311190" y="172368"/>
                  </a:lnTo>
                  <a:cubicBezTo>
                    <a:pt x="314385" y="175560"/>
                    <a:pt x="318219" y="183220"/>
                    <a:pt x="312468" y="190881"/>
                  </a:cubicBezTo>
                  <a:cubicBezTo>
                    <a:pt x="311829" y="190881"/>
                    <a:pt x="309273" y="194711"/>
                    <a:pt x="303522" y="195988"/>
                  </a:cubicBezTo>
                  <a:close/>
                </a:path>
              </a:pathLst>
            </a:custGeom>
            <a:solidFill>
              <a:srgbClr val="046A38"/>
            </a:solidFill>
            <a:ln w="6390" cap="flat">
              <a:noFill/>
              <a:prstDash val="solid"/>
              <a:miter/>
            </a:ln>
          </p:spPr>
          <p:txBody>
            <a:bodyPr rtlCol="0" anchor="ctr"/>
            <a:lstStyle/>
            <a:p>
              <a:endParaRPr lang="en-US"/>
            </a:p>
          </p:txBody>
        </p:sp>
      </p:grpSp>
      <p:grpSp>
        <p:nvGrpSpPr>
          <p:cNvPr id="236" name="Graphic 6">
            <a:extLst>
              <a:ext uri="{FF2B5EF4-FFF2-40B4-BE49-F238E27FC236}">
                <a16:creationId xmlns:a16="http://schemas.microsoft.com/office/drawing/2014/main" id="{4852718A-C166-184D-B37E-30F2475DFDD5}"/>
              </a:ext>
            </a:extLst>
          </p:cNvPr>
          <p:cNvGrpSpPr/>
          <p:nvPr/>
        </p:nvGrpSpPr>
        <p:grpSpPr>
          <a:xfrm>
            <a:off x="4660820" y="2370535"/>
            <a:ext cx="362309" cy="361971"/>
            <a:chOff x="4660820" y="2370535"/>
            <a:chExt cx="362309" cy="361971"/>
          </a:xfrm>
          <a:solidFill>
            <a:srgbClr val="046A38"/>
          </a:solidFill>
        </p:grpSpPr>
        <p:sp>
          <p:nvSpPr>
            <p:cNvPr id="237" name="Graphic 6">
              <a:extLst>
                <a:ext uri="{FF2B5EF4-FFF2-40B4-BE49-F238E27FC236}">
                  <a16:creationId xmlns:a16="http://schemas.microsoft.com/office/drawing/2014/main" id="{E6BAA245-DC6A-F14D-B97B-EB0CCD62AB99}"/>
                </a:ext>
              </a:extLst>
            </p:cNvPr>
            <p:cNvSpPr/>
            <p:nvPr/>
          </p:nvSpPr>
          <p:spPr>
            <a:xfrm>
              <a:off x="4660820" y="2370535"/>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181474 w 362309"/>
                <a:gd name="connsiteY4" fmla="*/ 0 h 361971"/>
                <a:gd name="connsiteX5" fmla="*/ 181474 w 362309"/>
                <a:gd name="connsiteY5" fmla="*/ 349204 h 361971"/>
                <a:gd name="connsiteX6" fmla="*/ 13419 w 362309"/>
                <a:gd name="connsiteY6" fmla="*/ 180667 h 361971"/>
                <a:gd name="connsiteX7" fmla="*/ 182113 w 362309"/>
                <a:gd name="connsiteY7" fmla="*/ 12768 h 361971"/>
                <a:gd name="connsiteX8" fmla="*/ 350168 w 362309"/>
                <a:gd name="connsiteY8" fmla="*/ 181305 h 361971"/>
                <a:gd name="connsiteX9" fmla="*/ 181474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6"/>
                    <a:pt x="0" y="180667"/>
                  </a:cubicBezTo>
                  <a:cubicBezTo>
                    <a:pt x="0" y="280257"/>
                    <a:pt x="81152" y="361972"/>
                    <a:pt x="180835" y="361972"/>
                  </a:cubicBezTo>
                  <a:cubicBezTo>
                    <a:pt x="281157" y="361972"/>
                    <a:pt x="362309" y="280895"/>
                    <a:pt x="362309" y="181305"/>
                  </a:cubicBezTo>
                  <a:cubicBezTo>
                    <a:pt x="362309" y="81715"/>
                    <a:pt x="281796" y="0"/>
                    <a:pt x="181474" y="0"/>
                  </a:cubicBezTo>
                  <a:close/>
                  <a:moveTo>
                    <a:pt x="181474" y="349204"/>
                  </a:moveTo>
                  <a:cubicBezTo>
                    <a:pt x="88820" y="349204"/>
                    <a:pt x="13419" y="273873"/>
                    <a:pt x="13419" y="180667"/>
                  </a:cubicBezTo>
                  <a:cubicBezTo>
                    <a:pt x="13419" y="88099"/>
                    <a:pt x="88820" y="12768"/>
                    <a:pt x="182113" y="12768"/>
                  </a:cubicBezTo>
                  <a:cubicBezTo>
                    <a:pt x="275406" y="12768"/>
                    <a:pt x="350168" y="88099"/>
                    <a:pt x="350168" y="181305"/>
                  </a:cubicBezTo>
                  <a:cubicBezTo>
                    <a:pt x="349529" y="273873"/>
                    <a:pt x="274128"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238" name="Graphic 6">
              <a:extLst>
                <a:ext uri="{FF2B5EF4-FFF2-40B4-BE49-F238E27FC236}">
                  <a16:creationId xmlns:a16="http://schemas.microsoft.com/office/drawing/2014/main" id="{29E751B5-1499-3449-9304-B46C0619DA48}"/>
                </a:ext>
              </a:extLst>
            </p:cNvPr>
            <p:cNvSpPr/>
            <p:nvPr/>
          </p:nvSpPr>
          <p:spPr>
            <a:xfrm>
              <a:off x="4731557" y="2440120"/>
              <a:ext cx="221922" cy="222800"/>
            </a:xfrm>
            <a:custGeom>
              <a:avLst/>
              <a:gdLst>
                <a:gd name="connsiteX0" fmla="*/ 217449 w 221922"/>
                <a:gd name="connsiteY0" fmla="*/ 97675 h 222800"/>
                <a:gd name="connsiteX1" fmla="*/ 125434 w 221922"/>
                <a:gd name="connsiteY1" fmla="*/ 62563 h 222800"/>
                <a:gd name="connsiteX2" fmla="*/ 101152 w 221922"/>
                <a:gd name="connsiteY2" fmla="*/ 56817 h 222800"/>
                <a:gd name="connsiteX3" fmla="*/ 101152 w 221922"/>
                <a:gd name="connsiteY3" fmla="*/ 38304 h 222800"/>
                <a:gd name="connsiteX4" fmla="*/ 62812 w 221922"/>
                <a:gd name="connsiteY4" fmla="*/ 0 h 222800"/>
                <a:gd name="connsiteX5" fmla="*/ 24473 w 221922"/>
                <a:gd name="connsiteY5" fmla="*/ 32558 h 222800"/>
                <a:gd name="connsiteX6" fmla="*/ 6581 w 221922"/>
                <a:gd name="connsiteY6" fmla="*/ 41496 h 222800"/>
                <a:gd name="connsiteX7" fmla="*/ 191 w 221922"/>
                <a:gd name="connsiteY7" fmla="*/ 63840 h 222800"/>
                <a:gd name="connsiteX8" fmla="*/ 6581 w 221922"/>
                <a:gd name="connsiteY8" fmla="*/ 69585 h 222800"/>
                <a:gd name="connsiteX9" fmla="*/ 24473 w 221922"/>
                <a:gd name="connsiteY9" fmla="*/ 69585 h 222800"/>
                <a:gd name="connsiteX10" fmla="*/ 24473 w 221922"/>
                <a:gd name="connsiteY10" fmla="*/ 119380 h 222800"/>
                <a:gd name="connsiteX11" fmla="*/ 36614 w 221922"/>
                <a:gd name="connsiteY11" fmla="*/ 158323 h 222800"/>
                <a:gd name="connsiteX12" fmla="*/ 78787 w 221922"/>
                <a:gd name="connsiteY12" fmla="*/ 174283 h 222800"/>
                <a:gd name="connsiteX13" fmla="*/ 96679 w 221922"/>
                <a:gd name="connsiteY13" fmla="*/ 174283 h 222800"/>
                <a:gd name="connsiteX14" fmla="*/ 96679 w 221922"/>
                <a:gd name="connsiteY14" fmla="*/ 216417 h 222800"/>
                <a:gd name="connsiteX15" fmla="*/ 103069 w 221922"/>
                <a:gd name="connsiteY15" fmla="*/ 222801 h 222800"/>
                <a:gd name="connsiteX16" fmla="*/ 109459 w 221922"/>
                <a:gd name="connsiteY16" fmla="*/ 216417 h 222800"/>
                <a:gd name="connsiteX17" fmla="*/ 109459 w 221922"/>
                <a:gd name="connsiteY17" fmla="*/ 167899 h 222800"/>
                <a:gd name="connsiteX18" fmla="*/ 103069 w 221922"/>
                <a:gd name="connsiteY18" fmla="*/ 161515 h 222800"/>
                <a:gd name="connsiteX19" fmla="*/ 78787 w 221922"/>
                <a:gd name="connsiteY19" fmla="*/ 161515 h 222800"/>
                <a:gd name="connsiteX20" fmla="*/ 46199 w 221922"/>
                <a:gd name="connsiteY20" fmla="*/ 150024 h 222800"/>
                <a:gd name="connsiteX21" fmla="*/ 37253 w 221922"/>
                <a:gd name="connsiteY21" fmla="*/ 120657 h 222800"/>
                <a:gd name="connsiteX22" fmla="*/ 37253 w 221922"/>
                <a:gd name="connsiteY22" fmla="*/ 120019 h 222800"/>
                <a:gd name="connsiteX23" fmla="*/ 37253 w 221922"/>
                <a:gd name="connsiteY23" fmla="*/ 63840 h 222800"/>
                <a:gd name="connsiteX24" fmla="*/ 30863 w 221922"/>
                <a:gd name="connsiteY24" fmla="*/ 57456 h 222800"/>
                <a:gd name="connsiteX25" fmla="*/ 13610 w 221922"/>
                <a:gd name="connsiteY25" fmla="*/ 57456 h 222800"/>
                <a:gd name="connsiteX26" fmla="*/ 16805 w 221922"/>
                <a:gd name="connsiteY26" fmla="*/ 51072 h 222800"/>
                <a:gd name="connsiteX27" fmla="*/ 30863 w 221922"/>
                <a:gd name="connsiteY27" fmla="*/ 45965 h 222800"/>
                <a:gd name="connsiteX28" fmla="*/ 37253 w 221922"/>
                <a:gd name="connsiteY28" fmla="*/ 39581 h 222800"/>
                <a:gd name="connsiteX29" fmla="*/ 63452 w 221922"/>
                <a:gd name="connsiteY29" fmla="*/ 13406 h 222800"/>
                <a:gd name="connsiteX30" fmla="*/ 89011 w 221922"/>
                <a:gd name="connsiteY30" fmla="*/ 38942 h 222800"/>
                <a:gd name="connsiteX31" fmla="*/ 89011 w 221922"/>
                <a:gd name="connsiteY31" fmla="*/ 57456 h 222800"/>
                <a:gd name="connsiteX32" fmla="*/ 57062 w 221922"/>
                <a:gd name="connsiteY32" fmla="*/ 95760 h 222800"/>
                <a:gd name="connsiteX33" fmla="*/ 96040 w 221922"/>
                <a:gd name="connsiteY33" fmla="*/ 134702 h 222800"/>
                <a:gd name="connsiteX34" fmla="*/ 96040 w 221922"/>
                <a:gd name="connsiteY34" fmla="*/ 134702 h 222800"/>
                <a:gd name="connsiteX35" fmla="*/ 154188 w 221922"/>
                <a:gd name="connsiteY35" fmla="*/ 125764 h 222800"/>
                <a:gd name="connsiteX36" fmla="*/ 168246 w 221922"/>
                <a:gd name="connsiteY36" fmla="*/ 122572 h 222800"/>
                <a:gd name="connsiteX37" fmla="*/ 193806 w 221922"/>
                <a:gd name="connsiteY37" fmla="*/ 141724 h 222800"/>
                <a:gd name="connsiteX38" fmla="*/ 193806 w 221922"/>
                <a:gd name="connsiteY38" fmla="*/ 153216 h 222800"/>
                <a:gd name="connsiteX39" fmla="*/ 135658 w 221922"/>
                <a:gd name="connsiteY39" fmla="*/ 153216 h 222800"/>
                <a:gd name="connsiteX40" fmla="*/ 129268 w 221922"/>
                <a:gd name="connsiteY40" fmla="*/ 159600 h 222800"/>
                <a:gd name="connsiteX41" fmla="*/ 129268 w 221922"/>
                <a:gd name="connsiteY41" fmla="*/ 215779 h 222800"/>
                <a:gd name="connsiteX42" fmla="*/ 135658 w 221922"/>
                <a:gd name="connsiteY42" fmla="*/ 222163 h 222800"/>
                <a:gd name="connsiteX43" fmla="*/ 142048 w 221922"/>
                <a:gd name="connsiteY43" fmla="*/ 215779 h 222800"/>
                <a:gd name="connsiteX44" fmla="*/ 142048 w 221922"/>
                <a:gd name="connsiteY44" fmla="*/ 165984 h 222800"/>
                <a:gd name="connsiteX45" fmla="*/ 200196 w 221922"/>
                <a:gd name="connsiteY45" fmla="*/ 165984 h 222800"/>
                <a:gd name="connsiteX46" fmla="*/ 206586 w 221922"/>
                <a:gd name="connsiteY46" fmla="*/ 159600 h 222800"/>
                <a:gd name="connsiteX47" fmla="*/ 206586 w 221922"/>
                <a:gd name="connsiteY47" fmla="*/ 138532 h 222800"/>
                <a:gd name="connsiteX48" fmla="*/ 204030 w 221922"/>
                <a:gd name="connsiteY48" fmla="*/ 133425 h 222800"/>
                <a:gd name="connsiteX49" fmla="*/ 184221 w 221922"/>
                <a:gd name="connsiteY49" fmla="*/ 118742 h 222800"/>
                <a:gd name="connsiteX50" fmla="*/ 217449 w 221922"/>
                <a:gd name="connsiteY50" fmla="*/ 109804 h 222800"/>
                <a:gd name="connsiteX51" fmla="*/ 221922 w 221922"/>
                <a:gd name="connsiteY51" fmla="*/ 104059 h 222800"/>
                <a:gd name="connsiteX52" fmla="*/ 217449 w 221922"/>
                <a:gd name="connsiteY52" fmla="*/ 97675 h 222800"/>
                <a:gd name="connsiteX53" fmla="*/ 150355 w 221922"/>
                <a:gd name="connsiteY53" fmla="*/ 112996 h 222800"/>
                <a:gd name="connsiteX54" fmla="*/ 94762 w 221922"/>
                <a:gd name="connsiteY54" fmla="*/ 121296 h 222800"/>
                <a:gd name="connsiteX55" fmla="*/ 69202 w 221922"/>
                <a:gd name="connsiteY55" fmla="*/ 95121 h 222800"/>
                <a:gd name="connsiteX56" fmla="*/ 94762 w 221922"/>
                <a:gd name="connsiteY56" fmla="*/ 68947 h 222800"/>
                <a:gd name="connsiteX57" fmla="*/ 120961 w 221922"/>
                <a:gd name="connsiteY57" fmla="*/ 74054 h 222800"/>
                <a:gd name="connsiteX58" fmla="*/ 194445 w 221922"/>
                <a:gd name="connsiteY58" fmla="*/ 102144 h 222800"/>
                <a:gd name="connsiteX59" fmla="*/ 150355 w 221922"/>
                <a:gd name="connsiteY59" fmla="*/ 112996 h 22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21922" h="222800">
                  <a:moveTo>
                    <a:pt x="217449" y="97675"/>
                  </a:moveTo>
                  <a:lnTo>
                    <a:pt x="125434" y="62563"/>
                  </a:lnTo>
                  <a:cubicBezTo>
                    <a:pt x="124795" y="62563"/>
                    <a:pt x="113932" y="58094"/>
                    <a:pt x="101152" y="56817"/>
                  </a:cubicBezTo>
                  <a:lnTo>
                    <a:pt x="101152" y="38304"/>
                  </a:lnTo>
                  <a:cubicBezTo>
                    <a:pt x="100513" y="24897"/>
                    <a:pt x="92206" y="0"/>
                    <a:pt x="62812" y="0"/>
                  </a:cubicBezTo>
                  <a:cubicBezTo>
                    <a:pt x="37253" y="0"/>
                    <a:pt x="27029" y="19152"/>
                    <a:pt x="24473" y="32558"/>
                  </a:cubicBezTo>
                  <a:cubicBezTo>
                    <a:pt x="16805" y="33197"/>
                    <a:pt x="10415" y="36389"/>
                    <a:pt x="6581" y="41496"/>
                  </a:cubicBezTo>
                  <a:cubicBezTo>
                    <a:pt x="-1726" y="50433"/>
                    <a:pt x="191" y="63201"/>
                    <a:pt x="191" y="63840"/>
                  </a:cubicBezTo>
                  <a:cubicBezTo>
                    <a:pt x="830" y="67032"/>
                    <a:pt x="3386" y="69585"/>
                    <a:pt x="6581" y="69585"/>
                  </a:cubicBezTo>
                  <a:lnTo>
                    <a:pt x="24473" y="69585"/>
                  </a:lnTo>
                  <a:lnTo>
                    <a:pt x="24473" y="119380"/>
                  </a:lnTo>
                  <a:cubicBezTo>
                    <a:pt x="24473" y="122572"/>
                    <a:pt x="23195" y="143001"/>
                    <a:pt x="36614" y="158323"/>
                  </a:cubicBezTo>
                  <a:cubicBezTo>
                    <a:pt x="46199" y="169176"/>
                    <a:pt x="60257" y="174283"/>
                    <a:pt x="78787" y="174283"/>
                  </a:cubicBezTo>
                  <a:lnTo>
                    <a:pt x="96679" y="174283"/>
                  </a:lnTo>
                  <a:lnTo>
                    <a:pt x="96679" y="216417"/>
                  </a:lnTo>
                  <a:cubicBezTo>
                    <a:pt x="96679" y="220247"/>
                    <a:pt x="99235" y="222801"/>
                    <a:pt x="103069" y="222801"/>
                  </a:cubicBezTo>
                  <a:cubicBezTo>
                    <a:pt x="106903" y="222801"/>
                    <a:pt x="109459" y="220247"/>
                    <a:pt x="109459" y="216417"/>
                  </a:cubicBezTo>
                  <a:lnTo>
                    <a:pt x="109459" y="167899"/>
                  </a:lnTo>
                  <a:cubicBezTo>
                    <a:pt x="109459" y="164068"/>
                    <a:pt x="106903" y="161515"/>
                    <a:pt x="103069" y="161515"/>
                  </a:cubicBezTo>
                  <a:lnTo>
                    <a:pt x="78787" y="161515"/>
                  </a:lnTo>
                  <a:cubicBezTo>
                    <a:pt x="64091" y="161515"/>
                    <a:pt x="53228" y="157684"/>
                    <a:pt x="46199" y="150024"/>
                  </a:cubicBezTo>
                  <a:cubicBezTo>
                    <a:pt x="35336" y="137894"/>
                    <a:pt x="37253" y="120657"/>
                    <a:pt x="37253" y="120657"/>
                  </a:cubicBezTo>
                  <a:lnTo>
                    <a:pt x="37253" y="120019"/>
                  </a:lnTo>
                  <a:lnTo>
                    <a:pt x="37253" y="63840"/>
                  </a:lnTo>
                  <a:cubicBezTo>
                    <a:pt x="37253" y="60009"/>
                    <a:pt x="34697" y="57456"/>
                    <a:pt x="30863" y="57456"/>
                  </a:cubicBezTo>
                  <a:lnTo>
                    <a:pt x="13610" y="57456"/>
                  </a:lnTo>
                  <a:cubicBezTo>
                    <a:pt x="14249" y="55541"/>
                    <a:pt x="14888" y="52987"/>
                    <a:pt x="16805" y="51072"/>
                  </a:cubicBezTo>
                  <a:cubicBezTo>
                    <a:pt x="19361" y="47880"/>
                    <a:pt x="24473" y="45965"/>
                    <a:pt x="30863" y="45965"/>
                  </a:cubicBezTo>
                  <a:cubicBezTo>
                    <a:pt x="34058" y="45965"/>
                    <a:pt x="37253" y="43411"/>
                    <a:pt x="37253" y="39581"/>
                  </a:cubicBezTo>
                  <a:cubicBezTo>
                    <a:pt x="37253" y="38304"/>
                    <a:pt x="38531" y="13406"/>
                    <a:pt x="63452" y="13406"/>
                  </a:cubicBezTo>
                  <a:cubicBezTo>
                    <a:pt x="87733" y="13406"/>
                    <a:pt x="89011" y="37027"/>
                    <a:pt x="89011" y="38942"/>
                  </a:cubicBezTo>
                  <a:lnTo>
                    <a:pt x="89011" y="57456"/>
                  </a:lnTo>
                  <a:cubicBezTo>
                    <a:pt x="68564" y="60009"/>
                    <a:pt x="57062" y="73416"/>
                    <a:pt x="57062" y="95760"/>
                  </a:cubicBezTo>
                  <a:cubicBezTo>
                    <a:pt x="57062" y="120657"/>
                    <a:pt x="71119" y="134702"/>
                    <a:pt x="96040" y="134702"/>
                  </a:cubicBezTo>
                  <a:lnTo>
                    <a:pt x="96040" y="134702"/>
                  </a:lnTo>
                  <a:cubicBezTo>
                    <a:pt x="97318" y="134702"/>
                    <a:pt x="124795" y="132148"/>
                    <a:pt x="154188" y="125764"/>
                  </a:cubicBezTo>
                  <a:cubicBezTo>
                    <a:pt x="158662" y="124488"/>
                    <a:pt x="163773" y="123849"/>
                    <a:pt x="168246" y="122572"/>
                  </a:cubicBezTo>
                  <a:lnTo>
                    <a:pt x="193806" y="141724"/>
                  </a:lnTo>
                  <a:lnTo>
                    <a:pt x="193806" y="153216"/>
                  </a:lnTo>
                  <a:lnTo>
                    <a:pt x="135658" y="153216"/>
                  </a:lnTo>
                  <a:cubicBezTo>
                    <a:pt x="131824" y="153216"/>
                    <a:pt x="129268" y="155769"/>
                    <a:pt x="129268" y="159600"/>
                  </a:cubicBezTo>
                  <a:lnTo>
                    <a:pt x="129268" y="215779"/>
                  </a:lnTo>
                  <a:cubicBezTo>
                    <a:pt x="129268" y="219609"/>
                    <a:pt x="131824" y="222163"/>
                    <a:pt x="135658" y="222163"/>
                  </a:cubicBezTo>
                  <a:cubicBezTo>
                    <a:pt x="139492" y="222163"/>
                    <a:pt x="142048" y="219609"/>
                    <a:pt x="142048" y="215779"/>
                  </a:cubicBezTo>
                  <a:lnTo>
                    <a:pt x="142048" y="165984"/>
                  </a:lnTo>
                  <a:lnTo>
                    <a:pt x="200196" y="165984"/>
                  </a:lnTo>
                  <a:cubicBezTo>
                    <a:pt x="204030" y="165984"/>
                    <a:pt x="206586" y="163430"/>
                    <a:pt x="206586" y="159600"/>
                  </a:cubicBezTo>
                  <a:lnTo>
                    <a:pt x="206586" y="138532"/>
                  </a:lnTo>
                  <a:cubicBezTo>
                    <a:pt x="206586" y="136617"/>
                    <a:pt x="205947" y="134702"/>
                    <a:pt x="204030" y="133425"/>
                  </a:cubicBezTo>
                  <a:lnTo>
                    <a:pt x="184221" y="118742"/>
                  </a:lnTo>
                  <a:cubicBezTo>
                    <a:pt x="202752" y="114273"/>
                    <a:pt x="217449" y="110443"/>
                    <a:pt x="217449" y="109804"/>
                  </a:cubicBezTo>
                  <a:cubicBezTo>
                    <a:pt x="220005" y="109166"/>
                    <a:pt x="221922" y="106612"/>
                    <a:pt x="221922" y="104059"/>
                  </a:cubicBezTo>
                  <a:cubicBezTo>
                    <a:pt x="221922" y="101505"/>
                    <a:pt x="220005" y="98952"/>
                    <a:pt x="217449" y="97675"/>
                  </a:cubicBezTo>
                  <a:close/>
                  <a:moveTo>
                    <a:pt x="150355" y="112996"/>
                  </a:moveTo>
                  <a:cubicBezTo>
                    <a:pt x="122239" y="118742"/>
                    <a:pt x="94123" y="121296"/>
                    <a:pt x="94762" y="121296"/>
                  </a:cubicBezTo>
                  <a:cubicBezTo>
                    <a:pt x="77509" y="121296"/>
                    <a:pt x="69202" y="112996"/>
                    <a:pt x="69202" y="95121"/>
                  </a:cubicBezTo>
                  <a:cubicBezTo>
                    <a:pt x="69202" y="77246"/>
                    <a:pt x="77509" y="68947"/>
                    <a:pt x="94762" y="68947"/>
                  </a:cubicBezTo>
                  <a:cubicBezTo>
                    <a:pt x="107542" y="68947"/>
                    <a:pt x="120322" y="74054"/>
                    <a:pt x="120961" y="74054"/>
                  </a:cubicBezTo>
                  <a:lnTo>
                    <a:pt x="194445" y="102144"/>
                  </a:lnTo>
                  <a:cubicBezTo>
                    <a:pt x="182304" y="105974"/>
                    <a:pt x="165691" y="109804"/>
                    <a:pt x="150355" y="112996"/>
                  </a:cubicBezTo>
                  <a:close/>
                </a:path>
              </a:pathLst>
            </a:custGeom>
            <a:solidFill>
              <a:srgbClr val="046A38"/>
            </a:solidFill>
            <a:ln w="6390" cap="flat">
              <a:noFill/>
              <a:prstDash val="solid"/>
              <a:miter/>
            </a:ln>
          </p:spPr>
          <p:txBody>
            <a:bodyPr rtlCol="0" anchor="ctr"/>
            <a:lstStyle/>
            <a:p>
              <a:endParaRPr lang="en-US"/>
            </a:p>
          </p:txBody>
        </p:sp>
      </p:grpSp>
      <p:grpSp>
        <p:nvGrpSpPr>
          <p:cNvPr id="239" name="Graphic 6">
            <a:extLst>
              <a:ext uri="{FF2B5EF4-FFF2-40B4-BE49-F238E27FC236}">
                <a16:creationId xmlns:a16="http://schemas.microsoft.com/office/drawing/2014/main" id="{EFF8AE13-F1D2-9049-93A8-4BA266C28A7A}"/>
              </a:ext>
            </a:extLst>
          </p:cNvPr>
          <p:cNvGrpSpPr/>
          <p:nvPr/>
        </p:nvGrpSpPr>
        <p:grpSpPr>
          <a:xfrm>
            <a:off x="3607758" y="1400808"/>
            <a:ext cx="362313" cy="361971"/>
            <a:chOff x="3607758" y="1400808"/>
            <a:chExt cx="362313" cy="361971"/>
          </a:xfrm>
          <a:solidFill>
            <a:srgbClr val="046A38"/>
          </a:solidFill>
        </p:grpSpPr>
        <p:sp>
          <p:nvSpPr>
            <p:cNvPr id="240" name="Graphic 6">
              <a:extLst>
                <a:ext uri="{FF2B5EF4-FFF2-40B4-BE49-F238E27FC236}">
                  <a16:creationId xmlns:a16="http://schemas.microsoft.com/office/drawing/2014/main" id="{D8208C81-D224-5F41-9258-E17D72FB8E08}"/>
                </a:ext>
              </a:extLst>
            </p:cNvPr>
            <p:cNvSpPr/>
            <p:nvPr/>
          </p:nvSpPr>
          <p:spPr>
            <a:xfrm>
              <a:off x="3607758" y="1400808"/>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181474 w 362313"/>
                <a:gd name="connsiteY4" fmla="*/ 0 h 361971"/>
                <a:gd name="connsiteX5" fmla="*/ 181474 w 362313"/>
                <a:gd name="connsiteY5" fmla="*/ 349204 h 361971"/>
                <a:gd name="connsiteX6" fmla="*/ 13419 w 362313"/>
                <a:gd name="connsiteY6" fmla="*/ 180667 h 361971"/>
                <a:gd name="connsiteX7" fmla="*/ 182113 w 362313"/>
                <a:gd name="connsiteY7" fmla="*/ 12768 h 361971"/>
                <a:gd name="connsiteX8" fmla="*/ 350169 w 362313"/>
                <a:gd name="connsiteY8" fmla="*/ 181305 h 361971"/>
                <a:gd name="connsiteX9" fmla="*/ 181474 w 362313"/>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13"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949" y="81077"/>
                    <a:pt x="281796" y="0"/>
                    <a:pt x="181474" y="0"/>
                  </a:cubicBezTo>
                  <a:close/>
                  <a:moveTo>
                    <a:pt x="181474" y="349204"/>
                  </a:moveTo>
                  <a:cubicBezTo>
                    <a:pt x="88820" y="349204"/>
                    <a:pt x="13419" y="273873"/>
                    <a:pt x="13419" y="180667"/>
                  </a:cubicBezTo>
                  <a:cubicBezTo>
                    <a:pt x="13419" y="88099"/>
                    <a:pt x="88820" y="12768"/>
                    <a:pt x="182113" y="12768"/>
                  </a:cubicBezTo>
                  <a:cubicBezTo>
                    <a:pt x="274767" y="12768"/>
                    <a:pt x="350169" y="88099"/>
                    <a:pt x="350169" y="181305"/>
                  </a:cubicBezTo>
                  <a:cubicBezTo>
                    <a:pt x="350169" y="273873"/>
                    <a:pt x="274128"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241" name="Graphic 6">
              <a:extLst>
                <a:ext uri="{FF2B5EF4-FFF2-40B4-BE49-F238E27FC236}">
                  <a16:creationId xmlns:a16="http://schemas.microsoft.com/office/drawing/2014/main" id="{484B1B1B-F5DC-E848-8C99-D2806B9D80F5}"/>
                </a:ext>
              </a:extLst>
            </p:cNvPr>
            <p:cNvSpPr/>
            <p:nvPr/>
          </p:nvSpPr>
          <p:spPr>
            <a:xfrm>
              <a:off x="3741210" y="1476139"/>
              <a:ext cx="97224" cy="54902"/>
            </a:xfrm>
            <a:custGeom>
              <a:avLst/>
              <a:gdLst>
                <a:gd name="connsiteX0" fmla="*/ 5849 w 97224"/>
                <a:gd name="connsiteY0" fmla="*/ 54902 h 54902"/>
                <a:gd name="connsiteX1" fmla="*/ 90835 w 97224"/>
                <a:gd name="connsiteY1" fmla="*/ 54902 h 54902"/>
                <a:gd name="connsiteX2" fmla="*/ 97225 w 97224"/>
                <a:gd name="connsiteY2" fmla="*/ 48518 h 54902"/>
                <a:gd name="connsiteX3" fmla="*/ 48661 w 97224"/>
                <a:gd name="connsiteY3" fmla="*/ 0 h 54902"/>
                <a:gd name="connsiteX4" fmla="*/ 98 w 97224"/>
                <a:gd name="connsiteY4" fmla="*/ 48518 h 54902"/>
                <a:gd name="connsiteX5" fmla="*/ 5849 w 97224"/>
                <a:gd name="connsiteY5" fmla="*/ 54902 h 54902"/>
                <a:gd name="connsiteX6" fmla="*/ 48022 w 97224"/>
                <a:gd name="connsiteY6" fmla="*/ 12768 h 54902"/>
                <a:gd name="connsiteX7" fmla="*/ 83167 w 97224"/>
                <a:gd name="connsiteY7" fmla="*/ 42134 h 54902"/>
                <a:gd name="connsiteX8" fmla="*/ 12878 w 97224"/>
                <a:gd name="connsiteY8" fmla="*/ 42134 h 54902"/>
                <a:gd name="connsiteX9" fmla="*/ 48022 w 97224"/>
                <a:gd name="connsiteY9" fmla="*/ 12768 h 5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224" h="54902">
                  <a:moveTo>
                    <a:pt x="5849" y="54902"/>
                  </a:moveTo>
                  <a:lnTo>
                    <a:pt x="90835" y="54902"/>
                  </a:lnTo>
                  <a:cubicBezTo>
                    <a:pt x="94669" y="54902"/>
                    <a:pt x="97225" y="52349"/>
                    <a:pt x="97225" y="48518"/>
                  </a:cubicBezTo>
                  <a:cubicBezTo>
                    <a:pt x="97225" y="29366"/>
                    <a:pt x="76138" y="0"/>
                    <a:pt x="48661" y="0"/>
                  </a:cubicBezTo>
                  <a:cubicBezTo>
                    <a:pt x="21185" y="0"/>
                    <a:pt x="98" y="29366"/>
                    <a:pt x="98" y="48518"/>
                  </a:cubicBezTo>
                  <a:cubicBezTo>
                    <a:pt x="-541" y="52349"/>
                    <a:pt x="2015" y="54902"/>
                    <a:pt x="5849" y="54902"/>
                  </a:cubicBezTo>
                  <a:close/>
                  <a:moveTo>
                    <a:pt x="48022" y="12768"/>
                  </a:moveTo>
                  <a:cubicBezTo>
                    <a:pt x="65914" y="12768"/>
                    <a:pt x="79333" y="30005"/>
                    <a:pt x="83167" y="42134"/>
                  </a:cubicBezTo>
                  <a:lnTo>
                    <a:pt x="12878" y="42134"/>
                  </a:lnTo>
                  <a:cubicBezTo>
                    <a:pt x="17351" y="29366"/>
                    <a:pt x="30769" y="12768"/>
                    <a:pt x="48022" y="12768"/>
                  </a:cubicBezTo>
                  <a:close/>
                </a:path>
              </a:pathLst>
            </a:custGeom>
            <a:solidFill>
              <a:srgbClr val="046A38"/>
            </a:solidFill>
            <a:ln w="6390" cap="flat">
              <a:noFill/>
              <a:prstDash val="solid"/>
              <a:miter/>
            </a:ln>
          </p:spPr>
          <p:txBody>
            <a:bodyPr rtlCol="0" anchor="ctr"/>
            <a:lstStyle/>
            <a:p>
              <a:endParaRPr lang="en-US"/>
            </a:p>
          </p:txBody>
        </p:sp>
        <p:sp>
          <p:nvSpPr>
            <p:cNvPr id="242" name="Graphic 6">
              <a:extLst>
                <a:ext uri="{FF2B5EF4-FFF2-40B4-BE49-F238E27FC236}">
                  <a16:creationId xmlns:a16="http://schemas.microsoft.com/office/drawing/2014/main" id="{3B042A17-F066-034B-A88B-4CACAC1957E6}"/>
                </a:ext>
              </a:extLst>
            </p:cNvPr>
            <p:cNvSpPr/>
            <p:nvPr/>
          </p:nvSpPr>
          <p:spPr>
            <a:xfrm>
              <a:off x="3689549" y="1531679"/>
              <a:ext cx="199365" cy="157045"/>
            </a:xfrm>
            <a:custGeom>
              <a:avLst/>
              <a:gdLst>
                <a:gd name="connsiteX0" fmla="*/ 192976 w 199365"/>
                <a:gd name="connsiteY0" fmla="*/ 71501 h 157045"/>
                <a:gd name="connsiteX1" fmla="*/ 173806 w 199365"/>
                <a:gd name="connsiteY1" fmla="*/ 71501 h 157045"/>
                <a:gd name="connsiteX2" fmla="*/ 173806 w 199365"/>
                <a:gd name="connsiteY2" fmla="*/ 69585 h 157045"/>
                <a:gd name="connsiteX3" fmla="*/ 166777 w 199365"/>
                <a:gd name="connsiteY3" fmla="*/ 28728 h 157045"/>
                <a:gd name="connsiteX4" fmla="*/ 184669 w 199365"/>
                <a:gd name="connsiteY4" fmla="*/ 10853 h 157045"/>
                <a:gd name="connsiteX5" fmla="*/ 184669 w 199365"/>
                <a:gd name="connsiteY5" fmla="*/ 1915 h 157045"/>
                <a:gd name="connsiteX6" fmla="*/ 175723 w 199365"/>
                <a:gd name="connsiteY6" fmla="*/ 1915 h 157045"/>
                <a:gd name="connsiteX7" fmla="*/ 156553 w 199365"/>
                <a:gd name="connsiteY7" fmla="*/ 21067 h 157045"/>
                <a:gd name="connsiteX8" fmla="*/ 42812 w 199365"/>
                <a:gd name="connsiteY8" fmla="*/ 21067 h 157045"/>
                <a:gd name="connsiteX9" fmla="*/ 23642 w 199365"/>
                <a:gd name="connsiteY9" fmla="*/ 1915 h 157045"/>
                <a:gd name="connsiteX10" fmla="*/ 14697 w 199365"/>
                <a:gd name="connsiteY10" fmla="*/ 1915 h 157045"/>
                <a:gd name="connsiteX11" fmla="*/ 14697 w 199365"/>
                <a:gd name="connsiteY11" fmla="*/ 10853 h 157045"/>
                <a:gd name="connsiteX12" fmla="*/ 32589 w 199365"/>
                <a:gd name="connsiteY12" fmla="*/ 28728 h 157045"/>
                <a:gd name="connsiteX13" fmla="*/ 25560 w 199365"/>
                <a:gd name="connsiteY13" fmla="*/ 69585 h 157045"/>
                <a:gd name="connsiteX14" fmla="*/ 25560 w 199365"/>
                <a:gd name="connsiteY14" fmla="*/ 71501 h 157045"/>
                <a:gd name="connsiteX15" fmla="*/ 6390 w 199365"/>
                <a:gd name="connsiteY15" fmla="*/ 71501 h 157045"/>
                <a:gd name="connsiteX16" fmla="*/ 0 w 199365"/>
                <a:gd name="connsiteY16" fmla="*/ 77885 h 157045"/>
                <a:gd name="connsiteX17" fmla="*/ 6390 w 199365"/>
                <a:gd name="connsiteY17" fmla="*/ 84269 h 157045"/>
                <a:gd name="connsiteX18" fmla="*/ 26837 w 199365"/>
                <a:gd name="connsiteY18" fmla="*/ 84269 h 157045"/>
                <a:gd name="connsiteX19" fmla="*/ 38340 w 199365"/>
                <a:gd name="connsiteY19" fmla="*/ 118104 h 157045"/>
                <a:gd name="connsiteX20" fmla="*/ 19170 w 199365"/>
                <a:gd name="connsiteY20" fmla="*/ 137256 h 157045"/>
                <a:gd name="connsiteX21" fmla="*/ 19170 w 199365"/>
                <a:gd name="connsiteY21" fmla="*/ 146193 h 157045"/>
                <a:gd name="connsiteX22" fmla="*/ 23642 w 199365"/>
                <a:gd name="connsiteY22" fmla="*/ 148108 h 157045"/>
                <a:gd name="connsiteX23" fmla="*/ 28115 w 199365"/>
                <a:gd name="connsiteY23" fmla="*/ 146193 h 157045"/>
                <a:gd name="connsiteX24" fmla="*/ 45368 w 199365"/>
                <a:gd name="connsiteY24" fmla="*/ 128956 h 157045"/>
                <a:gd name="connsiteX25" fmla="*/ 99683 w 199365"/>
                <a:gd name="connsiteY25" fmla="*/ 157046 h 157045"/>
                <a:gd name="connsiteX26" fmla="*/ 153997 w 199365"/>
                <a:gd name="connsiteY26" fmla="*/ 128956 h 157045"/>
                <a:gd name="connsiteX27" fmla="*/ 171250 w 199365"/>
                <a:gd name="connsiteY27" fmla="*/ 146193 h 157045"/>
                <a:gd name="connsiteX28" fmla="*/ 175723 w 199365"/>
                <a:gd name="connsiteY28" fmla="*/ 148108 h 157045"/>
                <a:gd name="connsiteX29" fmla="*/ 180196 w 199365"/>
                <a:gd name="connsiteY29" fmla="*/ 146193 h 157045"/>
                <a:gd name="connsiteX30" fmla="*/ 180196 w 199365"/>
                <a:gd name="connsiteY30" fmla="*/ 137256 h 157045"/>
                <a:gd name="connsiteX31" fmla="*/ 161026 w 199365"/>
                <a:gd name="connsiteY31" fmla="*/ 118104 h 157045"/>
                <a:gd name="connsiteX32" fmla="*/ 172528 w 199365"/>
                <a:gd name="connsiteY32" fmla="*/ 84907 h 157045"/>
                <a:gd name="connsiteX33" fmla="*/ 192976 w 199365"/>
                <a:gd name="connsiteY33" fmla="*/ 84907 h 157045"/>
                <a:gd name="connsiteX34" fmla="*/ 199366 w 199365"/>
                <a:gd name="connsiteY34" fmla="*/ 78523 h 157045"/>
                <a:gd name="connsiteX35" fmla="*/ 192976 w 199365"/>
                <a:gd name="connsiteY35" fmla="*/ 71501 h 157045"/>
                <a:gd name="connsiteX36" fmla="*/ 38340 w 199365"/>
                <a:gd name="connsiteY36" fmla="*/ 69585 h 157045"/>
                <a:gd name="connsiteX37" fmla="*/ 44090 w 199365"/>
                <a:gd name="connsiteY37" fmla="*/ 33835 h 157045"/>
                <a:gd name="connsiteX38" fmla="*/ 93293 w 199365"/>
                <a:gd name="connsiteY38" fmla="*/ 33835 h 157045"/>
                <a:gd name="connsiteX39" fmla="*/ 93293 w 199365"/>
                <a:gd name="connsiteY39" fmla="*/ 143640 h 157045"/>
                <a:gd name="connsiteX40" fmla="*/ 38340 w 199365"/>
                <a:gd name="connsiteY40" fmla="*/ 69585 h 157045"/>
                <a:gd name="connsiteX41" fmla="*/ 106073 w 199365"/>
                <a:gd name="connsiteY41" fmla="*/ 143001 h 157045"/>
                <a:gd name="connsiteX42" fmla="*/ 106073 w 199365"/>
                <a:gd name="connsiteY42" fmla="*/ 33197 h 157045"/>
                <a:gd name="connsiteX43" fmla="*/ 155275 w 199365"/>
                <a:gd name="connsiteY43" fmla="*/ 33197 h 157045"/>
                <a:gd name="connsiteX44" fmla="*/ 161026 w 199365"/>
                <a:gd name="connsiteY44" fmla="*/ 68947 h 157045"/>
                <a:gd name="connsiteX45" fmla="*/ 106073 w 199365"/>
                <a:gd name="connsiteY45" fmla="*/ 143001 h 15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99365" h="157045">
                  <a:moveTo>
                    <a:pt x="192976" y="71501"/>
                  </a:moveTo>
                  <a:lnTo>
                    <a:pt x="173806" y="71501"/>
                  </a:lnTo>
                  <a:cubicBezTo>
                    <a:pt x="173806" y="70862"/>
                    <a:pt x="173806" y="70224"/>
                    <a:pt x="173806" y="69585"/>
                  </a:cubicBezTo>
                  <a:cubicBezTo>
                    <a:pt x="173806" y="55541"/>
                    <a:pt x="171250" y="39581"/>
                    <a:pt x="166777" y="28728"/>
                  </a:cubicBezTo>
                  <a:lnTo>
                    <a:pt x="184669" y="10853"/>
                  </a:lnTo>
                  <a:cubicBezTo>
                    <a:pt x="187225" y="8299"/>
                    <a:pt x="187225" y="4469"/>
                    <a:pt x="184669" y="1915"/>
                  </a:cubicBezTo>
                  <a:cubicBezTo>
                    <a:pt x="182113" y="-638"/>
                    <a:pt x="178279" y="-638"/>
                    <a:pt x="175723" y="1915"/>
                  </a:cubicBezTo>
                  <a:lnTo>
                    <a:pt x="156553" y="21067"/>
                  </a:lnTo>
                  <a:lnTo>
                    <a:pt x="42812" y="21067"/>
                  </a:lnTo>
                  <a:lnTo>
                    <a:pt x="23642" y="1915"/>
                  </a:lnTo>
                  <a:cubicBezTo>
                    <a:pt x="21087" y="-638"/>
                    <a:pt x="17253" y="-638"/>
                    <a:pt x="14697" y="1915"/>
                  </a:cubicBezTo>
                  <a:cubicBezTo>
                    <a:pt x="12141" y="4469"/>
                    <a:pt x="12141" y="8299"/>
                    <a:pt x="14697" y="10853"/>
                  </a:cubicBezTo>
                  <a:lnTo>
                    <a:pt x="32589" y="28728"/>
                  </a:lnTo>
                  <a:cubicBezTo>
                    <a:pt x="28115" y="40219"/>
                    <a:pt x="25560" y="55541"/>
                    <a:pt x="25560" y="69585"/>
                  </a:cubicBezTo>
                  <a:cubicBezTo>
                    <a:pt x="25560" y="70224"/>
                    <a:pt x="25560" y="70862"/>
                    <a:pt x="25560" y="71501"/>
                  </a:cubicBezTo>
                  <a:lnTo>
                    <a:pt x="6390" y="71501"/>
                  </a:lnTo>
                  <a:cubicBezTo>
                    <a:pt x="2556" y="71501"/>
                    <a:pt x="0" y="74054"/>
                    <a:pt x="0" y="77885"/>
                  </a:cubicBezTo>
                  <a:cubicBezTo>
                    <a:pt x="0" y="81715"/>
                    <a:pt x="2556" y="84269"/>
                    <a:pt x="6390" y="84269"/>
                  </a:cubicBezTo>
                  <a:lnTo>
                    <a:pt x="26837" y="84269"/>
                  </a:lnTo>
                  <a:cubicBezTo>
                    <a:pt x="28755" y="96398"/>
                    <a:pt x="32589" y="107889"/>
                    <a:pt x="38340" y="118104"/>
                  </a:cubicBezTo>
                  <a:lnTo>
                    <a:pt x="19170" y="137256"/>
                  </a:lnTo>
                  <a:cubicBezTo>
                    <a:pt x="16614" y="139809"/>
                    <a:pt x="16614" y="143640"/>
                    <a:pt x="19170" y="146193"/>
                  </a:cubicBezTo>
                  <a:cubicBezTo>
                    <a:pt x="20447" y="147470"/>
                    <a:pt x="22365" y="148108"/>
                    <a:pt x="23642" y="148108"/>
                  </a:cubicBezTo>
                  <a:cubicBezTo>
                    <a:pt x="24921" y="148108"/>
                    <a:pt x="26837" y="147470"/>
                    <a:pt x="28115" y="146193"/>
                  </a:cubicBezTo>
                  <a:lnTo>
                    <a:pt x="45368" y="128956"/>
                  </a:lnTo>
                  <a:cubicBezTo>
                    <a:pt x="58787" y="146193"/>
                    <a:pt x="77957" y="157046"/>
                    <a:pt x="99683" y="157046"/>
                  </a:cubicBezTo>
                  <a:cubicBezTo>
                    <a:pt x="121409" y="157046"/>
                    <a:pt x="140579" y="146193"/>
                    <a:pt x="153997" y="128956"/>
                  </a:cubicBezTo>
                  <a:lnTo>
                    <a:pt x="171250" y="146193"/>
                  </a:lnTo>
                  <a:cubicBezTo>
                    <a:pt x="172528" y="147470"/>
                    <a:pt x="174445" y="148108"/>
                    <a:pt x="175723" y="148108"/>
                  </a:cubicBezTo>
                  <a:cubicBezTo>
                    <a:pt x="177001" y="148108"/>
                    <a:pt x="178918" y="147470"/>
                    <a:pt x="180196" y="146193"/>
                  </a:cubicBezTo>
                  <a:cubicBezTo>
                    <a:pt x="182752" y="143640"/>
                    <a:pt x="182752" y="139809"/>
                    <a:pt x="180196" y="137256"/>
                  </a:cubicBezTo>
                  <a:lnTo>
                    <a:pt x="161026" y="118104"/>
                  </a:lnTo>
                  <a:cubicBezTo>
                    <a:pt x="166777" y="107889"/>
                    <a:pt x="170611" y="97037"/>
                    <a:pt x="172528" y="84907"/>
                  </a:cubicBezTo>
                  <a:lnTo>
                    <a:pt x="192976" y="84907"/>
                  </a:lnTo>
                  <a:cubicBezTo>
                    <a:pt x="196810" y="84907"/>
                    <a:pt x="199366" y="82353"/>
                    <a:pt x="199366" y="78523"/>
                  </a:cubicBezTo>
                  <a:cubicBezTo>
                    <a:pt x="199366" y="74693"/>
                    <a:pt x="196810" y="71501"/>
                    <a:pt x="192976" y="71501"/>
                  </a:cubicBezTo>
                  <a:close/>
                  <a:moveTo>
                    <a:pt x="38340" y="69585"/>
                  </a:moveTo>
                  <a:cubicBezTo>
                    <a:pt x="38340" y="57456"/>
                    <a:pt x="40895" y="43411"/>
                    <a:pt x="44090" y="33835"/>
                  </a:cubicBezTo>
                  <a:lnTo>
                    <a:pt x="93293" y="33835"/>
                  </a:lnTo>
                  <a:lnTo>
                    <a:pt x="93293" y="143640"/>
                  </a:lnTo>
                  <a:cubicBezTo>
                    <a:pt x="62621" y="139171"/>
                    <a:pt x="38340" y="107889"/>
                    <a:pt x="38340" y="69585"/>
                  </a:cubicBezTo>
                  <a:close/>
                  <a:moveTo>
                    <a:pt x="106073" y="143001"/>
                  </a:moveTo>
                  <a:lnTo>
                    <a:pt x="106073" y="33197"/>
                  </a:lnTo>
                  <a:lnTo>
                    <a:pt x="155275" y="33197"/>
                  </a:lnTo>
                  <a:cubicBezTo>
                    <a:pt x="159109" y="43411"/>
                    <a:pt x="161026" y="56817"/>
                    <a:pt x="161026" y="68947"/>
                  </a:cubicBezTo>
                  <a:cubicBezTo>
                    <a:pt x="161665" y="107889"/>
                    <a:pt x="137384" y="139171"/>
                    <a:pt x="106073" y="143001"/>
                  </a:cubicBezTo>
                  <a:close/>
                </a:path>
              </a:pathLst>
            </a:custGeom>
            <a:solidFill>
              <a:srgbClr val="046A38"/>
            </a:solidFill>
            <a:ln w="6390" cap="flat">
              <a:noFill/>
              <a:prstDash val="solid"/>
              <a:miter/>
            </a:ln>
          </p:spPr>
          <p:txBody>
            <a:bodyPr rtlCol="0" anchor="ctr"/>
            <a:lstStyle/>
            <a:p>
              <a:endParaRPr lang="en-US"/>
            </a:p>
          </p:txBody>
        </p:sp>
      </p:grpSp>
      <p:grpSp>
        <p:nvGrpSpPr>
          <p:cNvPr id="243" name="Graphic 6">
            <a:extLst>
              <a:ext uri="{FF2B5EF4-FFF2-40B4-BE49-F238E27FC236}">
                <a16:creationId xmlns:a16="http://schemas.microsoft.com/office/drawing/2014/main" id="{1CF1C69A-4CEA-624A-AA8E-1C38DF8C3BA8}"/>
              </a:ext>
            </a:extLst>
          </p:cNvPr>
          <p:cNvGrpSpPr/>
          <p:nvPr/>
        </p:nvGrpSpPr>
        <p:grpSpPr>
          <a:xfrm>
            <a:off x="9887149" y="920094"/>
            <a:ext cx="362309" cy="361971"/>
            <a:chOff x="9887149" y="920094"/>
            <a:chExt cx="362309" cy="361971"/>
          </a:xfrm>
          <a:solidFill>
            <a:srgbClr val="43B02A"/>
          </a:solidFill>
        </p:grpSpPr>
        <p:sp>
          <p:nvSpPr>
            <p:cNvPr id="244" name="Graphic 6">
              <a:extLst>
                <a:ext uri="{FF2B5EF4-FFF2-40B4-BE49-F238E27FC236}">
                  <a16:creationId xmlns:a16="http://schemas.microsoft.com/office/drawing/2014/main" id="{84EBFD60-AAB7-9D46-A14B-6EA8F57620C5}"/>
                </a:ext>
              </a:extLst>
            </p:cNvPr>
            <p:cNvSpPr/>
            <p:nvPr/>
          </p:nvSpPr>
          <p:spPr>
            <a:xfrm>
              <a:off x="9887149" y="920094"/>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181474 w 362309"/>
                <a:gd name="connsiteY4" fmla="*/ 0 h 361971"/>
                <a:gd name="connsiteX5" fmla="*/ 181474 w 362309"/>
                <a:gd name="connsiteY5" fmla="*/ 349204 h 361971"/>
                <a:gd name="connsiteX6" fmla="*/ 13419 w 362309"/>
                <a:gd name="connsiteY6" fmla="*/ 180667 h 361971"/>
                <a:gd name="connsiteX7" fmla="*/ 182113 w 362309"/>
                <a:gd name="connsiteY7" fmla="*/ 12768 h 361971"/>
                <a:gd name="connsiteX8" fmla="*/ 350168 w 362309"/>
                <a:gd name="connsiteY8" fmla="*/ 181305 h 361971"/>
                <a:gd name="connsiteX9" fmla="*/ 181474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81715"/>
                    <a:pt x="281796" y="0"/>
                    <a:pt x="181474" y="0"/>
                  </a:cubicBezTo>
                  <a:close/>
                  <a:moveTo>
                    <a:pt x="181474" y="349204"/>
                  </a:moveTo>
                  <a:cubicBezTo>
                    <a:pt x="88820" y="349204"/>
                    <a:pt x="13419" y="273873"/>
                    <a:pt x="13419" y="180667"/>
                  </a:cubicBezTo>
                  <a:cubicBezTo>
                    <a:pt x="13419" y="88099"/>
                    <a:pt x="88820" y="12768"/>
                    <a:pt x="182113" y="12768"/>
                  </a:cubicBezTo>
                  <a:cubicBezTo>
                    <a:pt x="275406" y="12768"/>
                    <a:pt x="350168" y="88099"/>
                    <a:pt x="350168" y="181305"/>
                  </a:cubicBezTo>
                  <a:cubicBezTo>
                    <a:pt x="350168" y="273873"/>
                    <a:pt x="274128" y="349204"/>
                    <a:pt x="181474" y="349204"/>
                  </a:cubicBezTo>
                  <a:close/>
                </a:path>
              </a:pathLst>
            </a:custGeom>
            <a:solidFill>
              <a:srgbClr val="43B02A"/>
            </a:solidFill>
            <a:ln w="6390" cap="flat">
              <a:noFill/>
              <a:prstDash val="solid"/>
              <a:miter/>
            </a:ln>
          </p:spPr>
          <p:txBody>
            <a:bodyPr rtlCol="0" anchor="ctr"/>
            <a:lstStyle/>
            <a:p>
              <a:endParaRPr lang="en-US"/>
            </a:p>
          </p:txBody>
        </p:sp>
        <p:sp>
          <p:nvSpPr>
            <p:cNvPr id="284" name="Graphic 6">
              <a:extLst>
                <a:ext uri="{FF2B5EF4-FFF2-40B4-BE49-F238E27FC236}">
                  <a16:creationId xmlns:a16="http://schemas.microsoft.com/office/drawing/2014/main" id="{7418BC45-87B4-F14B-AA2A-491297DFFDBD}"/>
                </a:ext>
              </a:extLst>
            </p:cNvPr>
            <p:cNvSpPr/>
            <p:nvPr/>
          </p:nvSpPr>
          <p:spPr>
            <a:xfrm>
              <a:off x="9947214" y="1029260"/>
              <a:ext cx="242817" cy="144277"/>
            </a:xfrm>
            <a:custGeom>
              <a:avLst/>
              <a:gdLst>
                <a:gd name="connsiteX0" fmla="*/ 207034 w 242817"/>
                <a:gd name="connsiteY0" fmla="*/ 69585 h 144277"/>
                <a:gd name="connsiteX1" fmla="*/ 207034 w 242817"/>
                <a:gd name="connsiteY1" fmla="*/ 68309 h 144277"/>
                <a:gd name="connsiteX2" fmla="*/ 138662 w 242817"/>
                <a:gd name="connsiteY2" fmla="*/ 0 h 144277"/>
                <a:gd name="connsiteX3" fmla="*/ 73484 w 242817"/>
                <a:gd name="connsiteY3" fmla="*/ 43411 h 144277"/>
                <a:gd name="connsiteX4" fmla="*/ 53037 w 242817"/>
                <a:gd name="connsiteY4" fmla="*/ 38304 h 144277"/>
                <a:gd name="connsiteX5" fmla="*/ 0 w 242817"/>
                <a:gd name="connsiteY5" fmla="*/ 91291 h 144277"/>
                <a:gd name="connsiteX6" fmla="*/ 53037 w 242817"/>
                <a:gd name="connsiteY6" fmla="*/ 144278 h 144277"/>
                <a:gd name="connsiteX7" fmla="*/ 205756 w 242817"/>
                <a:gd name="connsiteY7" fmla="*/ 144278 h 144277"/>
                <a:gd name="connsiteX8" fmla="*/ 242818 w 242817"/>
                <a:gd name="connsiteY8" fmla="*/ 107251 h 144277"/>
                <a:gd name="connsiteX9" fmla="*/ 207034 w 242817"/>
                <a:gd name="connsiteY9" fmla="*/ 69585 h 144277"/>
                <a:gd name="connsiteX10" fmla="*/ 205756 w 242817"/>
                <a:gd name="connsiteY10" fmla="*/ 130872 h 144277"/>
                <a:gd name="connsiteX11" fmla="*/ 53037 w 242817"/>
                <a:gd name="connsiteY11" fmla="*/ 130872 h 144277"/>
                <a:gd name="connsiteX12" fmla="*/ 12780 w 242817"/>
                <a:gd name="connsiteY12" fmla="*/ 90653 h 144277"/>
                <a:gd name="connsiteX13" fmla="*/ 53037 w 242817"/>
                <a:gd name="connsiteY13" fmla="*/ 50433 h 144277"/>
                <a:gd name="connsiteX14" fmla="*/ 71568 w 242817"/>
                <a:gd name="connsiteY14" fmla="*/ 56179 h 144277"/>
                <a:gd name="connsiteX15" fmla="*/ 77958 w 242817"/>
                <a:gd name="connsiteY15" fmla="*/ 58733 h 144277"/>
                <a:gd name="connsiteX16" fmla="*/ 83069 w 242817"/>
                <a:gd name="connsiteY16" fmla="*/ 54264 h 144277"/>
                <a:gd name="connsiteX17" fmla="*/ 83709 w 242817"/>
                <a:gd name="connsiteY17" fmla="*/ 52349 h 144277"/>
                <a:gd name="connsiteX18" fmla="*/ 84986 w 242817"/>
                <a:gd name="connsiteY18" fmla="*/ 48518 h 144277"/>
                <a:gd name="connsiteX19" fmla="*/ 138662 w 242817"/>
                <a:gd name="connsiteY19" fmla="*/ 11491 h 144277"/>
                <a:gd name="connsiteX20" fmla="*/ 194254 w 242817"/>
                <a:gd name="connsiteY20" fmla="*/ 67032 h 144277"/>
                <a:gd name="connsiteX21" fmla="*/ 194254 w 242817"/>
                <a:gd name="connsiteY21" fmla="*/ 70224 h 144277"/>
                <a:gd name="connsiteX22" fmla="*/ 193615 w 242817"/>
                <a:gd name="connsiteY22" fmla="*/ 74693 h 144277"/>
                <a:gd name="connsiteX23" fmla="*/ 196172 w 242817"/>
                <a:gd name="connsiteY23" fmla="*/ 80438 h 144277"/>
                <a:gd name="connsiteX24" fmla="*/ 202561 w 242817"/>
                <a:gd name="connsiteY24" fmla="*/ 81715 h 144277"/>
                <a:gd name="connsiteX25" fmla="*/ 205118 w 242817"/>
                <a:gd name="connsiteY25" fmla="*/ 81077 h 144277"/>
                <a:gd name="connsiteX26" fmla="*/ 206395 w 242817"/>
                <a:gd name="connsiteY26" fmla="*/ 81077 h 144277"/>
                <a:gd name="connsiteX27" fmla="*/ 230677 w 242817"/>
                <a:gd name="connsiteY27" fmla="*/ 105336 h 144277"/>
                <a:gd name="connsiteX28" fmla="*/ 205756 w 242817"/>
                <a:gd name="connsiteY28" fmla="*/ 130872 h 144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2817" h="144277">
                  <a:moveTo>
                    <a:pt x="207034" y="69585"/>
                  </a:moveTo>
                  <a:cubicBezTo>
                    <a:pt x="207034" y="68947"/>
                    <a:pt x="207034" y="68947"/>
                    <a:pt x="207034" y="68309"/>
                  </a:cubicBezTo>
                  <a:cubicBezTo>
                    <a:pt x="207034" y="30643"/>
                    <a:pt x="176363" y="0"/>
                    <a:pt x="138662" y="0"/>
                  </a:cubicBezTo>
                  <a:cubicBezTo>
                    <a:pt x="109907" y="0"/>
                    <a:pt x="84348" y="17237"/>
                    <a:pt x="73484" y="43411"/>
                  </a:cubicBezTo>
                  <a:cubicBezTo>
                    <a:pt x="67094" y="40219"/>
                    <a:pt x="60704" y="38304"/>
                    <a:pt x="53037" y="38304"/>
                  </a:cubicBezTo>
                  <a:cubicBezTo>
                    <a:pt x="23643" y="38304"/>
                    <a:pt x="0" y="61925"/>
                    <a:pt x="0" y="91291"/>
                  </a:cubicBezTo>
                  <a:cubicBezTo>
                    <a:pt x="0" y="120657"/>
                    <a:pt x="23643" y="144278"/>
                    <a:pt x="53037" y="144278"/>
                  </a:cubicBezTo>
                  <a:lnTo>
                    <a:pt x="205756" y="144278"/>
                  </a:lnTo>
                  <a:cubicBezTo>
                    <a:pt x="226204" y="144278"/>
                    <a:pt x="242818" y="127680"/>
                    <a:pt x="242818" y="107251"/>
                  </a:cubicBezTo>
                  <a:cubicBezTo>
                    <a:pt x="242818" y="86184"/>
                    <a:pt x="226843" y="70224"/>
                    <a:pt x="207034" y="69585"/>
                  </a:cubicBezTo>
                  <a:close/>
                  <a:moveTo>
                    <a:pt x="205756" y="130872"/>
                  </a:moveTo>
                  <a:lnTo>
                    <a:pt x="53037" y="130872"/>
                  </a:lnTo>
                  <a:cubicBezTo>
                    <a:pt x="30672" y="130872"/>
                    <a:pt x="12780" y="112996"/>
                    <a:pt x="12780" y="90653"/>
                  </a:cubicBezTo>
                  <a:cubicBezTo>
                    <a:pt x="12780" y="68309"/>
                    <a:pt x="30672" y="50433"/>
                    <a:pt x="53037" y="50433"/>
                  </a:cubicBezTo>
                  <a:cubicBezTo>
                    <a:pt x="60066" y="50433"/>
                    <a:pt x="65817" y="52349"/>
                    <a:pt x="71568" y="56179"/>
                  </a:cubicBezTo>
                  <a:cubicBezTo>
                    <a:pt x="72845" y="58094"/>
                    <a:pt x="75402" y="59371"/>
                    <a:pt x="77958" y="58733"/>
                  </a:cubicBezTo>
                  <a:cubicBezTo>
                    <a:pt x="80514" y="58094"/>
                    <a:pt x="82430" y="56179"/>
                    <a:pt x="83069" y="54264"/>
                  </a:cubicBezTo>
                  <a:lnTo>
                    <a:pt x="83709" y="52349"/>
                  </a:lnTo>
                  <a:cubicBezTo>
                    <a:pt x="84348" y="51072"/>
                    <a:pt x="84348" y="49795"/>
                    <a:pt x="84986" y="48518"/>
                  </a:cubicBezTo>
                  <a:cubicBezTo>
                    <a:pt x="93294" y="26813"/>
                    <a:pt x="115019" y="11491"/>
                    <a:pt x="138662" y="11491"/>
                  </a:cubicBezTo>
                  <a:cubicBezTo>
                    <a:pt x="169333" y="11491"/>
                    <a:pt x="194254" y="36389"/>
                    <a:pt x="194254" y="67032"/>
                  </a:cubicBezTo>
                  <a:cubicBezTo>
                    <a:pt x="194254" y="68309"/>
                    <a:pt x="194254" y="68947"/>
                    <a:pt x="194254" y="70224"/>
                  </a:cubicBezTo>
                  <a:cubicBezTo>
                    <a:pt x="194254" y="71501"/>
                    <a:pt x="194254" y="73416"/>
                    <a:pt x="193615" y="74693"/>
                  </a:cubicBezTo>
                  <a:cubicBezTo>
                    <a:pt x="193615" y="76608"/>
                    <a:pt x="194254" y="79161"/>
                    <a:pt x="196172" y="80438"/>
                  </a:cubicBezTo>
                  <a:cubicBezTo>
                    <a:pt x="198088" y="81715"/>
                    <a:pt x="200005" y="82353"/>
                    <a:pt x="202561" y="81715"/>
                  </a:cubicBezTo>
                  <a:cubicBezTo>
                    <a:pt x="203839" y="81077"/>
                    <a:pt x="205118" y="81077"/>
                    <a:pt x="205118" y="81077"/>
                  </a:cubicBezTo>
                  <a:cubicBezTo>
                    <a:pt x="205756" y="81077"/>
                    <a:pt x="206395" y="81077"/>
                    <a:pt x="206395" y="81077"/>
                  </a:cubicBezTo>
                  <a:cubicBezTo>
                    <a:pt x="219814" y="81077"/>
                    <a:pt x="230677" y="91929"/>
                    <a:pt x="230677" y="105336"/>
                  </a:cubicBezTo>
                  <a:cubicBezTo>
                    <a:pt x="230038" y="120019"/>
                    <a:pt x="219175" y="130872"/>
                    <a:pt x="205756" y="130872"/>
                  </a:cubicBezTo>
                  <a:close/>
                </a:path>
              </a:pathLst>
            </a:custGeom>
            <a:solidFill>
              <a:srgbClr val="43B02A"/>
            </a:solidFill>
            <a:ln w="6390" cap="flat">
              <a:noFill/>
              <a:prstDash val="solid"/>
              <a:miter/>
            </a:ln>
          </p:spPr>
          <p:txBody>
            <a:bodyPr rtlCol="0" anchor="ctr"/>
            <a:lstStyle/>
            <a:p>
              <a:endParaRPr lang="en-US"/>
            </a:p>
          </p:txBody>
        </p:sp>
      </p:grpSp>
      <p:grpSp>
        <p:nvGrpSpPr>
          <p:cNvPr id="285" name="Graphic 6">
            <a:extLst>
              <a:ext uri="{FF2B5EF4-FFF2-40B4-BE49-F238E27FC236}">
                <a16:creationId xmlns:a16="http://schemas.microsoft.com/office/drawing/2014/main" id="{FD2B95EC-179F-1A42-968F-1525A4864664}"/>
              </a:ext>
            </a:extLst>
          </p:cNvPr>
          <p:cNvGrpSpPr/>
          <p:nvPr/>
        </p:nvGrpSpPr>
        <p:grpSpPr>
          <a:xfrm>
            <a:off x="2559808" y="2853802"/>
            <a:ext cx="362313" cy="361971"/>
            <a:chOff x="2559808" y="2853802"/>
            <a:chExt cx="362313" cy="361971"/>
          </a:xfrm>
          <a:solidFill>
            <a:srgbClr val="046A38"/>
          </a:solidFill>
        </p:grpSpPr>
        <p:sp>
          <p:nvSpPr>
            <p:cNvPr id="286" name="Graphic 6">
              <a:extLst>
                <a:ext uri="{FF2B5EF4-FFF2-40B4-BE49-F238E27FC236}">
                  <a16:creationId xmlns:a16="http://schemas.microsoft.com/office/drawing/2014/main" id="{E02029DE-FABD-BC47-B5F8-AAB553D2C2E5}"/>
                </a:ext>
              </a:extLst>
            </p:cNvPr>
            <p:cNvSpPr/>
            <p:nvPr/>
          </p:nvSpPr>
          <p:spPr>
            <a:xfrm>
              <a:off x="2559808" y="2853802"/>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181474 w 362313"/>
                <a:gd name="connsiteY4" fmla="*/ 0 h 361971"/>
                <a:gd name="connsiteX5" fmla="*/ 181474 w 362313"/>
                <a:gd name="connsiteY5" fmla="*/ 349204 h 361971"/>
                <a:gd name="connsiteX6" fmla="*/ 13419 w 362313"/>
                <a:gd name="connsiteY6" fmla="*/ 180667 h 361971"/>
                <a:gd name="connsiteX7" fmla="*/ 182113 w 362313"/>
                <a:gd name="connsiteY7" fmla="*/ 12768 h 361971"/>
                <a:gd name="connsiteX8" fmla="*/ 350168 w 362313"/>
                <a:gd name="connsiteY8" fmla="*/ 181305 h 361971"/>
                <a:gd name="connsiteX9" fmla="*/ 181474 w 362313"/>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13" h="361971">
                  <a:moveTo>
                    <a:pt x="181474" y="0"/>
                  </a:moveTo>
                  <a:cubicBezTo>
                    <a:pt x="81152" y="0"/>
                    <a:pt x="0" y="81077"/>
                    <a:pt x="0" y="180667"/>
                  </a:cubicBezTo>
                  <a:cubicBezTo>
                    <a:pt x="0" y="280895"/>
                    <a:pt x="81152" y="361972"/>
                    <a:pt x="180835" y="361972"/>
                  </a:cubicBezTo>
                  <a:cubicBezTo>
                    <a:pt x="280518" y="361972"/>
                    <a:pt x="362309" y="280895"/>
                    <a:pt x="362309" y="181305"/>
                  </a:cubicBezTo>
                  <a:cubicBezTo>
                    <a:pt x="362948" y="81077"/>
                    <a:pt x="281796" y="0"/>
                    <a:pt x="181474" y="0"/>
                  </a:cubicBezTo>
                  <a:close/>
                  <a:moveTo>
                    <a:pt x="181474" y="349204"/>
                  </a:moveTo>
                  <a:cubicBezTo>
                    <a:pt x="88820" y="349204"/>
                    <a:pt x="13419" y="273873"/>
                    <a:pt x="13419" y="180667"/>
                  </a:cubicBezTo>
                  <a:cubicBezTo>
                    <a:pt x="13419" y="88099"/>
                    <a:pt x="88820" y="12768"/>
                    <a:pt x="182113" y="12768"/>
                  </a:cubicBezTo>
                  <a:cubicBezTo>
                    <a:pt x="275406" y="12768"/>
                    <a:pt x="350168" y="88099"/>
                    <a:pt x="350168" y="181305"/>
                  </a:cubicBezTo>
                  <a:cubicBezTo>
                    <a:pt x="349529" y="273235"/>
                    <a:pt x="274128"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287" name="Graphic 6">
              <a:extLst>
                <a:ext uri="{FF2B5EF4-FFF2-40B4-BE49-F238E27FC236}">
                  <a16:creationId xmlns:a16="http://schemas.microsoft.com/office/drawing/2014/main" id="{526EA6ED-CCDA-1B4C-9CF1-362DD751A617}"/>
                </a:ext>
              </a:extLst>
            </p:cNvPr>
            <p:cNvSpPr/>
            <p:nvPr/>
          </p:nvSpPr>
          <p:spPr>
            <a:xfrm>
              <a:off x="2631595" y="2946842"/>
              <a:ext cx="219099" cy="175725"/>
            </a:xfrm>
            <a:custGeom>
              <a:avLst/>
              <a:gdLst>
                <a:gd name="connsiteX0" fmla="*/ 213205 w 219099"/>
                <a:gd name="connsiteY0" fmla="*/ 18680 h 175725"/>
                <a:gd name="connsiteX1" fmla="*/ 206176 w 219099"/>
                <a:gd name="connsiteY1" fmla="*/ 15488 h 175725"/>
                <a:gd name="connsiteX2" fmla="*/ 201064 w 219099"/>
                <a:gd name="connsiteY2" fmla="*/ 21872 h 175725"/>
                <a:gd name="connsiteX3" fmla="*/ 174865 w 219099"/>
                <a:gd name="connsiteY3" fmla="*/ 53791 h 175725"/>
                <a:gd name="connsiteX4" fmla="*/ 102659 w 219099"/>
                <a:gd name="connsiteY4" fmla="*/ 53791 h 175725"/>
                <a:gd name="connsiteX5" fmla="*/ 66236 w 219099"/>
                <a:gd name="connsiteY5" fmla="*/ 2720 h 175725"/>
                <a:gd name="connsiteX6" fmla="*/ 59846 w 219099"/>
                <a:gd name="connsiteY6" fmla="*/ 166 h 175725"/>
                <a:gd name="connsiteX7" fmla="*/ 54734 w 219099"/>
                <a:gd name="connsiteY7" fmla="*/ 4635 h 175725"/>
                <a:gd name="connsiteX8" fmla="*/ 47705 w 219099"/>
                <a:gd name="connsiteY8" fmla="*/ 25064 h 175725"/>
                <a:gd name="connsiteX9" fmla="*/ 4254 w 219099"/>
                <a:gd name="connsiteY9" fmla="*/ 39747 h 175725"/>
                <a:gd name="connsiteX10" fmla="*/ 420 w 219099"/>
                <a:gd name="connsiteY10" fmla="*/ 43577 h 175725"/>
                <a:gd name="connsiteX11" fmla="*/ 1059 w 219099"/>
                <a:gd name="connsiteY11" fmla="*/ 49323 h 175725"/>
                <a:gd name="connsiteX12" fmla="*/ 16395 w 219099"/>
                <a:gd name="connsiteY12" fmla="*/ 72305 h 175725"/>
                <a:gd name="connsiteX13" fmla="*/ 21507 w 219099"/>
                <a:gd name="connsiteY13" fmla="*/ 74859 h 175725"/>
                <a:gd name="connsiteX14" fmla="*/ 36842 w 219099"/>
                <a:gd name="connsiteY14" fmla="*/ 74859 h 175725"/>
                <a:gd name="connsiteX15" fmla="*/ 53456 w 219099"/>
                <a:gd name="connsiteY15" fmla="*/ 85073 h 175725"/>
                <a:gd name="connsiteX16" fmla="*/ 53456 w 219099"/>
                <a:gd name="connsiteY16" fmla="*/ 85073 h 175725"/>
                <a:gd name="connsiteX17" fmla="*/ 61124 w 219099"/>
                <a:gd name="connsiteY17" fmla="*/ 153382 h 175725"/>
                <a:gd name="connsiteX18" fmla="*/ 68792 w 219099"/>
                <a:gd name="connsiteY18" fmla="*/ 172534 h 175725"/>
                <a:gd name="connsiteX19" fmla="*/ 78377 w 219099"/>
                <a:gd name="connsiteY19" fmla="*/ 175726 h 175725"/>
                <a:gd name="connsiteX20" fmla="*/ 84767 w 219099"/>
                <a:gd name="connsiteY20" fmla="*/ 175087 h 175725"/>
                <a:gd name="connsiteX21" fmla="*/ 88601 w 219099"/>
                <a:gd name="connsiteY21" fmla="*/ 170618 h 175725"/>
                <a:gd name="connsiteX22" fmla="*/ 102659 w 219099"/>
                <a:gd name="connsiteY22" fmla="*/ 122739 h 175725"/>
                <a:gd name="connsiteX23" fmla="*/ 164002 w 219099"/>
                <a:gd name="connsiteY23" fmla="*/ 122739 h 175725"/>
                <a:gd name="connsiteX24" fmla="*/ 185089 w 219099"/>
                <a:gd name="connsiteY24" fmla="*/ 171895 h 175725"/>
                <a:gd name="connsiteX25" fmla="*/ 190840 w 219099"/>
                <a:gd name="connsiteY25" fmla="*/ 175726 h 175725"/>
                <a:gd name="connsiteX26" fmla="*/ 206815 w 219099"/>
                <a:gd name="connsiteY26" fmla="*/ 169342 h 175725"/>
                <a:gd name="connsiteX27" fmla="*/ 212566 w 219099"/>
                <a:gd name="connsiteY27" fmla="*/ 152743 h 175725"/>
                <a:gd name="connsiteX28" fmla="*/ 204898 w 219099"/>
                <a:gd name="connsiteY28" fmla="*/ 85711 h 175725"/>
                <a:gd name="connsiteX29" fmla="*/ 213205 w 219099"/>
                <a:gd name="connsiteY29" fmla="*/ 18680 h 175725"/>
                <a:gd name="connsiteX30" fmla="*/ 64958 w 219099"/>
                <a:gd name="connsiteY30" fmla="*/ 76774 h 175725"/>
                <a:gd name="connsiteX31" fmla="*/ 38120 w 219099"/>
                <a:gd name="connsiteY31" fmla="*/ 61452 h 175725"/>
                <a:gd name="connsiteX32" fmla="*/ 36842 w 219099"/>
                <a:gd name="connsiteY32" fmla="*/ 61452 h 175725"/>
                <a:gd name="connsiteX33" fmla="*/ 24702 w 219099"/>
                <a:gd name="connsiteY33" fmla="*/ 61452 h 175725"/>
                <a:gd name="connsiteX34" fmla="*/ 15756 w 219099"/>
                <a:gd name="connsiteY34" fmla="*/ 48046 h 175725"/>
                <a:gd name="connsiteX35" fmla="*/ 54095 w 219099"/>
                <a:gd name="connsiteY35" fmla="*/ 35278 h 175725"/>
                <a:gd name="connsiteX36" fmla="*/ 57929 w 219099"/>
                <a:gd name="connsiteY36" fmla="*/ 31448 h 175725"/>
                <a:gd name="connsiteX37" fmla="*/ 61763 w 219099"/>
                <a:gd name="connsiteY37" fmla="*/ 19956 h 175725"/>
                <a:gd name="connsiteX38" fmla="*/ 90518 w 219099"/>
                <a:gd name="connsiteY38" fmla="*/ 60175 h 175725"/>
                <a:gd name="connsiteX39" fmla="*/ 64958 w 219099"/>
                <a:gd name="connsiteY39" fmla="*/ 76774 h 175725"/>
                <a:gd name="connsiteX40" fmla="*/ 194674 w 219099"/>
                <a:gd name="connsiteY40" fmla="*/ 79966 h 175725"/>
                <a:gd name="connsiteX41" fmla="*/ 193396 w 219099"/>
                <a:gd name="connsiteY41" fmla="*/ 84435 h 175725"/>
                <a:gd name="connsiteX42" fmla="*/ 201064 w 219099"/>
                <a:gd name="connsiteY42" fmla="*/ 153382 h 175725"/>
                <a:gd name="connsiteX43" fmla="*/ 198508 w 219099"/>
                <a:gd name="connsiteY43" fmla="*/ 160404 h 175725"/>
                <a:gd name="connsiteX44" fmla="*/ 195952 w 219099"/>
                <a:gd name="connsiteY44" fmla="*/ 161681 h 175725"/>
                <a:gd name="connsiteX45" fmla="*/ 174865 w 219099"/>
                <a:gd name="connsiteY45" fmla="*/ 111886 h 175725"/>
                <a:gd name="connsiteX46" fmla="*/ 167197 w 219099"/>
                <a:gd name="connsiteY46" fmla="*/ 108055 h 175725"/>
                <a:gd name="connsiteX47" fmla="*/ 101381 w 219099"/>
                <a:gd name="connsiteY47" fmla="*/ 108055 h 175725"/>
                <a:gd name="connsiteX48" fmla="*/ 93713 w 219099"/>
                <a:gd name="connsiteY48" fmla="*/ 112524 h 175725"/>
                <a:gd name="connsiteX49" fmla="*/ 79655 w 219099"/>
                <a:gd name="connsiteY49" fmla="*/ 162319 h 175725"/>
                <a:gd name="connsiteX50" fmla="*/ 77738 w 219099"/>
                <a:gd name="connsiteY50" fmla="*/ 161681 h 175725"/>
                <a:gd name="connsiteX51" fmla="*/ 75182 w 219099"/>
                <a:gd name="connsiteY51" fmla="*/ 152743 h 175725"/>
                <a:gd name="connsiteX52" fmla="*/ 68792 w 219099"/>
                <a:gd name="connsiteY52" fmla="*/ 89542 h 175725"/>
                <a:gd name="connsiteX53" fmla="*/ 103937 w 219099"/>
                <a:gd name="connsiteY53" fmla="*/ 66559 h 175725"/>
                <a:gd name="connsiteX54" fmla="*/ 177421 w 219099"/>
                <a:gd name="connsiteY54" fmla="*/ 66559 h 175725"/>
                <a:gd name="connsiteX55" fmla="*/ 180616 w 219099"/>
                <a:gd name="connsiteY55" fmla="*/ 65921 h 175725"/>
                <a:gd name="connsiteX56" fmla="*/ 207454 w 219099"/>
                <a:gd name="connsiteY56" fmla="*/ 42939 h 175725"/>
                <a:gd name="connsiteX57" fmla="*/ 194674 w 219099"/>
                <a:gd name="connsiteY57" fmla="*/ 79966 h 17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19099" h="175725">
                  <a:moveTo>
                    <a:pt x="213205" y="18680"/>
                  </a:moveTo>
                  <a:cubicBezTo>
                    <a:pt x="211927" y="16126"/>
                    <a:pt x="208732" y="14849"/>
                    <a:pt x="206176" y="15488"/>
                  </a:cubicBezTo>
                  <a:cubicBezTo>
                    <a:pt x="203620" y="16126"/>
                    <a:pt x="201064" y="18680"/>
                    <a:pt x="201064" y="21872"/>
                  </a:cubicBezTo>
                  <a:cubicBezTo>
                    <a:pt x="201064" y="35916"/>
                    <a:pt x="183172" y="49323"/>
                    <a:pt x="174865" y="53791"/>
                  </a:cubicBezTo>
                  <a:lnTo>
                    <a:pt x="102659" y="53791"/>
                  </a:lnTo>
                  <a:lnTo>
                    <a:pt x="66236" y="2720"/>
                  </a:lnTo>
                  <a:cubicBezTo>
                    <a:pt x="64958" y="805"/>
                    <a:pt x="62402" y="-472"/>
                    <a:pt x="59846" y="166"/>
                  </a:cubicBezTo>
                  <a:cubicBezTo>
                    <a:pt x="57290" y="805"/>
                    <a:pt x="55373" y="2081"/>
                    <a:pt x="54734" y="4635"/>
                  </a:cubicBezTo>
                  <a:lnTo>
                    <a:pt x="47705" y="25064"/>
                  </a:lnTo>
                  <a:lnTo>
                    <a:pt x="4254" y="39747"/>
                  </a:lnTo>
                  <a:cubicBezTo>
                    <a:pt x="2337" y="40385"/>
                    <a:pt x="1059" y="41662"/>
                    <a:pt x="420" y="43577"/>
                  </a:cubicBezTo>
                  <a:cubicBezTo>
                    <a:pt x="-219" y="45492"/>
                    <a:pt x="-219" y="47408"/>
                    <a:pt x="1059" y="49323"/>
                  </a:cubicBezTo>
                  <a:lnTo>
                    <a:pt x="16395" y="72305"/>
                  </a:lnTo>
                  <a:cubicBezTo>
                    <a:pt x="17673" y="74220"/>
                    <a:pt x="19590" y="74859"/>
                    <a:pt x="21507" y="74859"/>
                  </a:cubicBezTo>
                  <a:lnTo>
                    <a:pt x="36842" y="74859"/>
                  </a:lnTo>
                  <a:cubicBezTo>
                    <a:pt x="50261" y="74220"/>
                    <a:pt x="53456" y="84435"/>
                    <a:pt x="53456" y="85073"/>
                  </a:cubicBezTo>
                  <a:lnTo>
                    <a:pt x="53456" y="85073"/>
                  </a:lnTo>
                  <a:cubicBezTo>
                    <a:pt x="54095" y="87627"/>
                    <a:pt x="61124" y="134230"/>
                    <a:pt x="61124" y="153382"/>
                  </a:cubicBezTo>
                  <a:cubicBezTo>
                    <a:pt x="61124" y="162319"/>
                    <a:pt x="63680" y="169342"/>
                    <a:pt x="68792" y="172534"/>
                  </a:cubicBezTo>
                  <a:cubicBezTo>
                    <a:pt x="71987" y="175087"/>
                    <a:pt x="75821" y="175726"/>
                    <a:pt x="78377" y="175726"/>
                  </a:cubicBezTo>
                  <a:cubicBezTo>
                    <a:pt x="81572" y="175726"/>
                    <a:pt x="84128" y="175087"/>
                    <a:pt x="84767" y="175087"/>
                  </a:cubicBezTo>
                  <a:cubicBezTo>
                    <a:pt x="86684" y="174449"/>
                    <a:pt x="87962" y="172534"/>
                    <a:pt x="88601" y="170618"/>
                  </a:cubicBezTo>
                  <a:lnTo>
                    <a:pt x="102659" y="122739"/>
                  </a:lnTo>
                  <a:cubicBezTo>
                    <a:pt x="130774" y="129123"/>
                    <a:pt x="153778" y="125292"/>
                    <a:pt x="164002" y="122739"/>
                  </a:cubicBezTo>
                  <a:lnTo>
                    <a:pt x="185089" y="171895"/>
                  </a:lnTo>
                  <a:cubicBezTo>
                    <a:pt x="186367" y="174449"/>
                    <a:pt x="188284" y="175726"/>
                    <a:pt x="190840" y="175726"/>
                  </a:cubicBezTo>
                  <a:cubicBezTo>
                    <a:pt x="199147" y="175726"/>
                    <a:pt x="204259" y="172534"/>
                    <a:pt x="206815" y="169342"/>
                  </a:cubicBezTo>
                  <a:cubicBezTo>
                    <a:pt x="213205" y="162958"/>
                    <a:pt x="212566" y="154659"/>
                    <a:pt x="212566" y="152743"/>
                  </a:cubicBezTo>
                  <a:lnTo>
                    <a:pt x="204898" y="85711"/>
                  </a:lnTo>
                  <a:cubicBezTo>
                    <a:pt x="230457" y="51876"/>
                    <a:pt x="213844" y="19956"/>
                    <a:pt x="213205" y="18680"/>
                  </a:cubicBezTo>
                  <a:close/>
                  <a:moveTo>
                    <a:pt x="64958" y="76774"/>
                  </a:moveTo>
                  <a:cubicBezTo>
                    <a:pt x="61763" y="69751"/>
                    <a:pt x="53456" y="61452"/>
                    <a:pt x="38120" y="61452"/>
                  </a:cubicBezTo>
                  <a:cubicBezTo>
                    <a:pt x="37482" y="61452"/>
                    <a:pt x="37482" y="61452"/>
                    <a:pt x="36842" y="61452"/>
                  </a:cubicBezTo>
                  <a:lnTo>
                    <a:pt x="24702" y="61452"/>
                  </a:lnTo>
                  <a:lnTo>
                    <a:pt x="15756" y="48046"/>
                  </a:lnTo>
                  <a:lnTo>
                    <a:pt x="54095" y="35278"/>
                  </a:lnTo>
                  <a:cubicBezTo>
                    <a:pt x="56012" y="34640"/>
                    <a:pt x="57290" y="33363"/>
                    <a:pt x="57929" y="31448"/>
                  </a:cubicBezTo>
                  <a:lnTo>
                    <a:pt x="61763" y="19956"/>
                  </a:lnTo>
                  <a:lnTo>
                    <a:pt x="90518" y="60175"/>
                  </a:lnTo>
                  <a:cubicBezTo>
                    <a:pt x="87962" y="65921"/>
                    <a:pt x="79655" y="76135"/>
                    <a:pt x="64958" y="76774"/>
                  </a:cubicBezTo>
                  <a:close/>
                  <a:moveTo>
                    <a:pt x="194674" y="79966"/>
                  </a:moveTo>
                  <a:cubicBezTo>
                    <a:pt x="193396" y="81243"/>
                    <a:pt x="193396" y="83158"/>
                    <a:pt x="193396" y="84435"/>
                  </a:cubicBezTo>
                  <a:lnTo>
                    <a:pt x="201064" y="153382"/>
                  </a:lnTo>
                  <a:cubicBezTo>
                    <a:pt x="201064" y="154659"/>
                    <a:pt x="200425" y="157851"/>
                    <a:pt x="198508" y="160404"/>
                  </a:cubicBezTo>
                  <a:cubicBezTo>
                    <a:pt x="197869" y="161043"/>
                    <a:pt x="197230" y="161681"/>
                    <a:pt x="195952" y="161681"/>
                  </a:cubicBezTo>
                  <a:lnTo>
                    <a:pt x="174865" y="111886"/>
                  </a:lnTo>
                  <a:cubicBezTo>
                    <a:pt x="173587" y="108694"/>
                    <a:pt x="169753" y="107417"/>
                    <a:pt x="167197" y="108055"/>
                  </a:cubicBezTo>
                  <a:cubicBezTo>
                    <a:pt x="167197" y="108055"/>
                    <a:pt x="137803" y="117631"/>
                    <a:pt x="101381" y="108055"/>
                  </a:cubicBezTo>
                  <a:cubicBezTo>
                    <a:pt x="98186" y="107417"/>
                    <a:pt x="94352" y="109332"/>
                    <a:pt x="93713" y="112524"/>
                  </a:cubicBezTo>
                  <a:lnTo>
                    <a:pt x="79655" y="162319"/>
                  </a:lnTo>
                  <a:cubicBezTo>
                    <a:pt x="79016" y="162319"/>
                    <a:pt x="78377" y="162319"/>
                    <a:pt x="77738" y="161681"/>
                  </a:cubicBezTo>
                  <a:cubicBezTo>
                    <a:pt x="76460" y="160404"/>
                    <a:pt x="75182" y="157212"/>
                    <a:pt x="75182" y="152743"/>
                  </a:cubicBezTo>
                  <a:cubicBezTo>
                    <a:pt x="75182" y="136145"/>
                    <a:pt x="70709" y="104225"/>
                    <a:pt x="68792" y="89542"/>
                  </a:cubicBezTo>
                  <a:cubicBezTo>
                    <a:pt x="88601" y="86988"/>
                    <a:pt x="99464" y="73582"/>
                    <a:pt x="103937" y="66559"/>
                  </a:cubicBezTo>
                  <a:lnTo>
                    <a:pt x="177421" y="66559"/>
                  </a:lnTo>
                  <a:cubicBezTo>
                    <a:pt x="178699" y="66559"/>
                    <a:pt x="179338" y="66559"/>
                    <a:pt x="180616" y="65921"/>
                  </a:cubicBezTo>
                  <a:cubicBezTo>
                    <a:pt x="181894" y="65283"/>
                    <a:pt x="197869" y="56345"/>
                    <a:pt x="207454" y="42939"/>
                  </a:cubicBezTo>
                  <a:cubicBezTo>
                    <a:pt x="207454" y="52515"/>
                    <a:pt x="204898" y="65921"/>
                    <a:pt x="194674" y="79966"/>
                  </a:cubicBezTo>
                  <a:close/>
                </a:path>
              </a:pathLst>
            </a:custGeom>
            <a:solidFill>
              <a:srgbClr val="046A38"/>
            </a:solidFill>
            <a:ln w="6390" cap="flat">
              <a:noFill/>
              <a:prstDash val="solid"/>
              <a:miter/>
            </a:ln>
          </p:spPr>
          <p:txBody>
            <a:bodyPr rtlCol="0" anchor="ctr"/>
            <a:lstStyle/>
            <a:p>
              <a:endParaRPr lang="en-US"/>
            </a:p>
          </p:txBody>
        </p:sp>
      </p:grpSp>
      <p:grpSp>
        <p:nvGrpSpPr>
          <p:cNvPr id="288" name="Graphic 6">
            <a:extLst>
              <a:ext uri="{FF2B5EF4-FFF2-40B4-BE49-F238E27FC236}">
                <a16:creationId xmlns:a16="http://schemas.microsoft.com/office/drawing/2014/main" id="{48844ACA-ECE4-F649-93EC-65E5CD66873C}"/>
              </a:ext>
            </a:extLst>
          </p:cNvPr>
          <p:cNvGrpSpPr/>
          <p:nvPr/>
        </p:nvGrpSpPr>
        <p:grpSpPr>
          <a:xfrm>
            <a:off x="4660181" y="3338985"/>
            <a:ext cx="362309" cy="361971"/>
            <a:chOff x="4660181" y="3338985"/>
            <a:chExt cx="362309" cy="361971"/>
          </a:xfrm>
          <a:solidFill>
            <a:srgbClr val="046A38"/>
          </a:solidFill>
        </p:grpSpPr>
        <p:sp>
          <p:nvSpPr>
            <p:cNvPr id="289" name="Graphic 6">
              <a:extLst>
                <a:ext uri="{FF2B5EF4-FFF2-40B4-BE49-F238E27FC236}">
                  <a16:creationId xmlns:a16="http://schemas.microsoft.com/office/drawing/2014/main" id="{C1F9BE85-1631-B644-B5B5-F795E75BD3E1}"/>
                </a:ext>
              </a:extLst>
            </p:cNvPr>
            <p:cNvSpPr/>
            <p:nvPr/>
          </p:nvSpPr>
          <p:spPr>
            <a:xfrm>
              <a:off x="4660181" y="3338985"/>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10 w 362309"/>
                <a:gd name="connsiteY3" fmla="*/ 181305 h 361971"/>
                <a:gd name="connsiteX4" fmla="*/ 181474 w 362309"/>
                <a:gd name="connsiteY4" fmla="*/ 0 h 361971"/>
                <a:gd name="connsiteX5" fmla="*/ 181474 w 362309"/>
                <a:gd name="connsiteY5" fmla="*/ 349204 h 361971"/>
                <a:gd name="connsiteX6" fmla="*/ 13419 w 362309"/>
                <a:gd name="connsiteY6" fmla="*/ 180667 h 361971"/>
                <a:gd name="connsiteX7" fmla="*/ 182113 w 362309"/>
                <a:gd name="connsiteY7" fmla="*/ 12768 h 361971"/>
                <a:gd name="connsiteX8" fmla="*/ 350168 w 362309"/>
                <a:gd name="connsiteY8" fmla="*/ 181305 h 361971"/>
                <a:gd name="connsiteX9" fmla="*/ 181474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6"/>
                    <a:pt x="0" y="180667"/>
                  </a:cubicBezTo>
                  <a:cubicBezTo>
                    <a:pt x="0" y="280895"/>
                    <a:pt x="81152" y="361971"/>
                    <a:pt x="180835" y="361971"/>
                  </a:cubicBezTo>
                  <a:cubicBezTo>
                    <a:pt x="281157" y="361971"/>
                    <a:pt x="362310" y="280895"/>
                    <a:pt x="362310" y="181305"/>
                  </a:cubicBezTo>
                  <a:cubicBezTo>
                    <a:pt x="362310" y="81715"/>
                    <a:pt x="281796" y="0"/>
                    <a:pt x="181474" y="0"/>
                  </a:cubicBezTo>
                  <a:close/>
                  <a:moveTo>
                    <a:pt x="181474" y="349204"/>
                  </a:moveTo>
                  <a:cubicBezTo>
                    <a:pt x="88820" y="349204"/>
                    <a:pt x="13419" y="273873"/>
                    <a:pt x="13419" y="180667"/>
                  </a:cubicBezTo>
                  <a:cubicBezTo>
                    <a:pt x="13419" y="88099"/>
                    <a:pt x="88820" y="12768"/>
                    <a:pt x="182113" y="12768"/>
                  </a:cubicBezTo>
                  <a:cubicBezTo>
                    <a:pt x="275407" y="12768"/>
                    <a:pt x="350168" y="88099"/>
                    <a:pt x="350168" y="181305"/>
                  </a:cubicBezTo>
                  <a:cubicBezTo>
                    <a:pt x="350168" y="273873"/>
                    <a:pt x="274128"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290" name="Graphic 6">
              <a:extLst>
                <a:ext uri="{FF2B5EF4-FFF2-40B4-BE49-F238E27FC236}">
                  <a16:creationId xmlns:a16="http://schemas.microsoft.com/office/drawing/2014/main" id="{DE7FFE63-2C3D-C241-8EF2-F975D9A094A6}"/>
                </a:ext>
              </a:extLst>
            </p:cNvPr>
            <p:cNvSpPr/>
            <p:nvPr/>
          </p:nvSpPr>
          <p:spPr>
            <a:xfrm>
              <a:off x="4740055" y="3411596"/>
              <a:ext cx="202800" cy="217860"/>
            </a:xfrm>
            <a:custGeom>
              <a:avLst/>
              <a:gdLst>
                <a:gd name="connsiteX0" fmla="*/ 179557 w 202800"/>
                <a:gd name="connsiteY0" fmla="*/ 23787 h 217860"/>
                <a:gd name="connsiteX1" fmla="*/ 175084 w 202800"/>
                <a:gd name="connsiteY1" fmla="*/ 21872 h 217860"/>
                <a:gd name="connsiteX2" fmla="*/ 163583 w 202800"/>
                <a:gd name="connsiteY2" fmla="*/ 21872 h 217860"/>
                <a:gd name="connsiteX3" fmla="*/ 150803 w 202800"/>
                <a:gd name="connsiteY3" fmla="*/ 2720 h 217860"/>
                <a:gd name="connsiteX4" fmla="*/ 144413 w 202800"/>
                <a:gd name="connsiteY4" fmla="*/ 166 h 217860"/>
                <a:gd name="connsiteX5" fmla="*/ 139301 w 202800"/>
                <a:gd name="connsiteY5" fmla="*/ 4635 h 217860"/>
                <a:gd name="connsiteX6" fmla="*/ 110546 w 202800"/>
                <a:gd name="connsiteY6" fmla="*/ 89542 h 217860"/>
                <a:gd name="connsiteX7" fmla="*/ 51119 w 202800"/>
                <a:gd name="connsiteY7" fmla="*/ 196154 h 217860"/>
                <a:gd name="connsiteX8" fmla="*/ 42813 w 202800"/>
                <a:gd name="connsiteY8" fmla="*/ 204453 h 217860"/>
                <a:gd name="connsiteX9" fmla="*/ 34506 w 202800"/>
                <a:gd name="connsiteY9" fmla="*/ 196154 h 217860"/>
                <a:gd name="connsiteX10" fmla="*/ 34506 w 202800"/>
                <a:gd name="connsiteY10" fmla="*/ 138060 h 217860"/>
                <a:gd name="connsiteX11" fmla="*/ 27477 w 202800"/>
                <a:gd name="connsiteY11" fmla="*/ 103587 h 217860"/>
                <a:gd name="connsiteX12" fmla="*/ 6390 w 202800"/>
                <a:gd name="connsiteY12" fmla="*/ 94649 h 217860"/>
                <a:gd name="connsiteX13" fmla="*/ 0 w 202800"/>
                <a:gd name="connsiteY13" fmla="*/ 101033 h 217860"/>
                <a:gd name="connsiteX14" fmla="*/ 6390 w 202800"/>
                <a:gd name="connsiteY14" fmla="*/ 107417 h 217860"/>
                <a:gd name="connsiteX15" fmla="*/ 17892 w 202800"/>
                <a:gd name="connsiteY15" fmla="*/ 111886 h 217860"/>
                <a:gd name="connsiteX16" fmla="*/ 22365 w 202800"/>
                <a:gd name="connsiteY16" fmla="*/ 136783 h 217860"/>
                <a:gd name="connsiteX17" fmla="*/ 22365 w 202800"/>
                <a:gd name="connsiteY17" fmla="*/ 138060 h 217860"/>
                <a:gd name="connsiteX18" fmla="*/ 22365 w 202800"/>
                <a:gd name="connsiteY18" fmla="*/ 196793 h 217860"/>
                <a:gd name="connsiteX19" fmla="*/ 43451 w 202800"/>
                <a:gd name="connsiteY19" fmla="*/ 217860 h 217860"/>
                <a:gd name="connsiteX20" fmla="*/ 64539 w 202800"/>
                <a:gd name="connsiteY20" fmla="*/ 196793 h 217860"/>
                <a:gd name="connsiteX21" fmla="*/ 119492 w 202800"/>
                <a:gd name="connsiteY21" fmla="*/ 100395 h 217860"/>
                <a:gd name="connsiteX22" fmla="*/ 122687 w 202800"/>
                <a:gd name="connsiteY22" fmla="*/ 96564 h 217860"/>
                <a:gd name="connsiteX23" fmla="*/ 147608 w 202800"/>
                <a:gd name="connsiteY23" fmla="*/ 21233 h 217860"/>
                <a:gd name="connsiteX24" fmla="*/ 155275 w 202800"/>
                <a:gd name="connsiteY24" fmla="*/ 32086 h 217860"/>
                <a:gd name="connsiteX25" fmla="*/ 160388 w 202800"/>
                <a:gd name="connsiteY25" fmla="*/ 34640 h 217860"/>
                <a:gd name="connsiteX26" fmla="*/ 172528 w 202800"/>
                <a:gd name="connsiteY26" fmla="*/ 34640 h 217860"/>
                <a:gd name="connsiteX27" fmla="*/ 189781 w 202800"/>
                <a:gd name="connsiteY27" fmla="*/ 51876 h 217860"/>
                <a:gd name="connsiteX28" fmla="*/ 184030 w 202800"/>
                <a:gd name="connsiteY28" fmla="*/ 75497 h 217860"/>
                <a:gd name="connsiteX29" fmla="*/ 164221 w 202800"/>
                <a:gd name="connsiteY29" fmla="*/ 88904 h 217860"/>
                <a:gd name="connsiteX30" fmla="*/ 161665 w 202800"/>
                <a:gd name="connsiteY30" fmla="*/ 95926 h 217860"/>
                <a:gd name="connsiteX31" fmla="*/ 154637 w 202800"/>
                <a:gd name="connsiteY31" fmla="*/ 141890 h 217860"/>
                <a:gd name="connsiteX32" fmla="*/ 153998 w 202800"/>
                <a:gd name="connsiteY32" fmla="*/ 145082 h 217860"/>
                <a:gd name="connsiteX33" fmla="*/ 153998 w 202800"/>
                <a:gd name="connsiteY33" fmla="*/ 196154 h 217860"/>
                <a:gd name="connsiteX34" fmla="*/ 156553 w 202800"/>
                <a:gd name="connsiteY34" fmla="*/ 201261 h 217860"/>
                <a:gd name="connsiteX35" fmla="*/ 178279 w 202800"/>
                <a:gd name="connsiteY35" fmla="*/ 215945 h 217860"/>
                <a:gd name="connsiteX36" fmla="*/ 182113 w 202800"/>
                <a:gd name="connsiteY36" fmla="*/ 217221 h 217860"/>
                <a:gd name="connsiteX37" fmla="*/ 187225 w 202800"/>
                <a:gd name="connsiteY37" fmla="*/ 214668 h 217860"/>
                <a:gd name="connsiteX38" fmla="*/ 185308 w 202800"/>
                <a:gd name="connsiteY38" fmla="*/ 205730 h 217860"/>
                <a:gd name="connsiteX39" fmla="*/ 166138 w 202800"/>
                <a:gd name="connsiteY39" fmla="*/ 192962 h 217860"/>
                <a:gd name="connsiteX40" fmla="*/ 166138 w 202800"/>
                <a:gd name="connsiteY40" fmla="*/ 146998 h 217860"/>
                <a:gd name="connsiteX41" fmla="*/ 174445 w 202800"/>
                <a:gd name="connsiteY41" fmla="*/ 97203 h 217860"/>
                <a:gd name="connsiteX42" fmla="*/ 192976 w 202800"/>
                <a:gd name="connsiteY42" fmla="*/ 85073 h 217860"/>
                <a:gd name="connsiteX43" fmla="*/ 195532 w 202800"/>
                <a:gd name="connsiteY43" fmla="*/ 81243 h 217860"/>
                <a:gd name="connsiteX44" fmla="*/ 202561 w 202800"/>
                <a:gd name="connsiteY44" fmla="*/ 51876 h 217860"/>
                <a:gd name="connsiteX45" fmla="*/ 200644 w 202800"/>
                <a:gd name="connsiteY45" fmla="*/ 46131 h 217860"/>
                <a:gd name="connsiteX46" fmla="*/ 179557 w 202800"/>
                <a:gd name="connsiteY46" fmla="*/ 23787 h 217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02800" h="217860">
                  <a:moveTo>
                    <a:pt x="179557" y="23787"/>
                  </a:moveTo>
                  <a:cubicBezTo>
                    <a:pt x="178279" y="22510"/>
                    <a:pt x="177001" y="21872"/>
                    <a:pt x="175084" y="21872"/>
                  </a:cubicBezTo>
                  <a:lnTo>
                    <a:pt x="163583" y="21872"/>
                  </a:lnTo>
                  <a:lnTo>
                    <a:pt x="150803" y="2720"/>
                  </a:lnTo>
                  <a:cubicBezTo>
                    <a:pt x="149525" y="805"/>
                    <a:pt x="146969" y="-472"/>
                    <a:pt x="144413" y="166"/>
                  </a:cubicBezTo>
                  <a:cubicBezTo>
                    <a:pt x="141857" y="805"/>
                    <a:pt x="139940" y="2081"/>
                    <a:pt x="139301" y="4635"/>
                  </a:cubicBezTo>
                  <a:lnTo>
                    <a:pt x="110546" y="89542"/>
                  </a:lnTo>
                  <a:cubicBezTo>
                    <a:pt x="99044" y="95926"/>
                    <a:pt x="51119" y="127207"/>
                    <a:pt x="51119" y="196154"/>
                  </a:cubicBezTo>
                  <a:cubicBezTo>
                    <a:pt x="51119" y="200623"/>
                    <a:pt x="47286" y="204453"/>
                    <a:pt x="42813" y="204453"/>
                  </a:cubicBezTo>
                  <a:cubicBezTo>
                    <a:pt x="38340" y="204453"/>
                    <a:pt x="34506" y="200623"/>
                    <a:pt x="34506" y="196154"/>
                  </a:cubicBezTo>
                  <a:lnTo>
                    <a:pt x="34506" y="138060"/>
                  </a:lnTo>
                  <a:cubicBezTo>
                    <a:pt x="35145" y="134230"/>
                    <a:pt x="37062" y="115716"/>
                    <a:pt x="27477" y="103587"/>
                  </a:cubicBezTo>
                  <a:cubicBezTo>
                    <a:pt x="22365" y="97841"/>
                    <a:pt x="15336" y="94649"/>
                    <a:pt x="6390" y="94649"/>
                  </a:cubicBezTo>
                  <a:cubicBezTo>
                    <a:pt x="2556" y="94649"/>
                    <a:pt x="0" y="97203"/>
                    <a:pt x="0" y="101033"/>
                  </a:cubicBezTo>
                  <a:cubicBezTo>
                    <a:pt x="0" y="104863"/>
                    <a:pt x="2556" y="107417"/>
                    <a:pt x="6390" y="107417"/>
                  </a:cubicBezTo>
                  <a:cubicBezTo>
                    <a:pt x="11502" y="107417"/>
                    <a:pt x="15336" y="108694"/>
                    <a:pt x="17892" y="111886"/>
                  </a:cubicBezTo>
                  <a:cubicBezTo>
                    <a:pt x="23643" y="118908"/>
                    <a:pt x="23004" y="131676"/>
                    <a:pt x="22365" y="136783"/>
                  </a:cubicBezTo>
                  <a:cubicBezTo>
                    <a:pt x="22365" y="137422"/>
                    <a:pt x="22365" y="137422"/>
                    <a:pt x="22365" y="138060"/>
                  </a:cubicBezTo>
                  <a:lnTo>
                    <a:pt x="22365" y="196793"/>
                  </a:lnTo>
                  <a:cubicBezTo>
                    <a:pt x="22365" y="208284"/>
                    <a:pt x="31950" y="217860"/>
                    <a:pt x="43451" y="217860"/>
                  </a:cubicBezTo>
                  <a:cubicBezTo>
                    <a:pt x="54954" y="217860"/>
                    <a:pt x="64539" y="208284"/>
                    <a:pt x="64539" y="196793"/>
                  </a:cubicBezTo>
                  <a:cubicBezTo>
                    <a:pt x="64539" y="128484"/>
                    <a:pt x="116936" y="101671"/>
                    <a:pt x="119492" y="100395"/>
                  </a:cubicBezTo>
                  <a:cubicBezTo>
                    <a:pt x="120770" y="99756"/>
                    <a:pt x="122048" y="98479"/>
                    <a:pt x="122687" y="96564"/>
                  </a:cubicBezTo>
                  <a:lnTo>
                    <a:pt x="147608" y="21233"/>
                  </a:lnTo>
                  <a:lnTo>
                    <a:pt x="155275" y="32086"/>
                  </a:lnTo>
                  <a:cubicBezTo>
                    <a:pt x="156553" y="34001"/>
                    <a:pt x="158470" y="34640"/>
                    <a:pt x="160388" y="34640"/>
                  </a:cubicBezTo>
                  <a:lnTo>
                    <a:pt x="172528" y="34640"/>
                  </a:lnTo>
                  <a:lnTo>
                    <a:pt x="189781" y="51876"/>
                  </a:lnTo>
                  <a:lnTo>
                    <a:pt x="184030" y="75497"/>
                  </a:lnTo>
                  <a:lnTo>
                    <a:pt x="164221" y="88904"/>
                  </a:lnTo>
                  <a:cubicBezTo>
                    <a:pt x="161665" y="90180"/>
                    <a:pt x="161027" y="93372"/>
                    <a:pt x="161665" y="95926"/>
                  </a:cubicBezTo>
                  <a:cubicBezTo>
                    <a:pt x="161665" y="95926"/>
                    <a:pt x="168055" y="116993"/>
                    <a:pt x="154637" y="141890"/>
                  </a:cubicBezTo>
                  <a:cubicBezTo>
                    <a:pt x="153998" y="142529"/>
                    <a:pt x="153998" y="143806"/>
                    <a:pt x="153998" y="145082"/>
                  </a:cubicBezTo>
                  <a:lnTo>
                    <a:pt x="153998" y="196154"/>
                  </a:lnTo>
                  <a:cubicBezTo>
                    <a:pt x="153998" y="198069"/>
                    <a:pt x="155275" y="199985"/>
                    <a:pt x="156553" y="201261"/>
                  </a:cubicBezTo>
                  <a:lnTo>
                    <a:pt x="178279" y="215945"/>
                  </a:lnTo>
                  <a:cubicBezTo>
                    <a:pt x="179557" y="216583"/>
                    <a:pt x="180835" y="217221"/>
                    <a:pt x="182113" y="217221"/>
                  </a:cubicBezTo>
                  <a:cubicBezTo>
                    <a:pt x="184030" y="217221"/>
                    <a:pt x="185947" y="215945"/>
                    <a:pt x="187225" y="214668"/>
                  </a:cubicBezTo>
                  <a:cubicBezTo>
                    <a:pt x="189142" y="211476"/>
                    <a:pt x="188503" y="207645"/>
                    <a:pt x="185308" y="205730"/>
                  </a:cubicBezTo>
                  <a:lnTo>
                    <a:pt x="166138" y="192962"/>
                  </a:lnTo>
                  <a:lnTo>
                    <a:pt x="166138" y="146998"/>
                  </a:lnTo>
                  <a:cubicBezTo>
                    <a:pt x="177001" y="125292"/>
                    <a:pt x="175723" y="106140"/>
                    <a:pt x="174445" y="97203"/>
                  </a:cubicBezTo>
                  <a:lnTo>
                    <a:pt x="192976" y="85073"/>
                  </a:lnTo>
                  <a:cubicBezTo>
                    <a:pt x="194254" y="84435"/>
                    <a:pt x="195532" y="83158"/>
                    <a:pt x="195532" y="81243"/>
                  </a:cubicBezTo>
                  <a:lnTo>
                    <a:pt x="202561" y="51876"/>
                  </a:lnTo>
                  <a:cubicBezTo>
                    <a:pt x="203200" y="49961"/>
                    <a:pt x="202561" y="47408"/>
                    <a:pt x="200644" y="46131"/>
                  </a:cubicBezTo>
                  <a:lnTo>
                    <a:pt x="179557" y="23787"/>
                  </a:lnTo>
                  <a:close/>
                </a:path>
              </a:pathLst>
            </a:custGeom>
            <a:solidFill>
              <a:srgbClr val="046A38"/>
            </a:solidFill>
            <a:ln w="6390" cap="flat">
              <a:noFill/>
              <a:prstDash val="solid"/>
              <a:miter/>
            </a:ln>
          </p:spPr>
          <p:txBody>
            <a:bodyPr rtlCol="0" anchor="ctr"/>
            <a:lstStyle/>
            <a:p>
              <a:endParaRPr lang="en-US"/>
            </a:p>
          </p:txBody>
        </p:sp>
        <p:sp>
          <p:nvSpPr>
            <p:cNvPr id="291" name="Graphic 6">
              <a:extLst>
                <a:ext uri="{FF2B5EF4-FFF2-40B4-BE49-F238E27FC236}">
                  <a16:creationId xmlns:a16="http://schemas.microsoft.com/office/drawing/2014/main" id="{6EA45241-B0CE-0D42-AF9D-AF37F50D15EC}"/>
                </a:ext>
              </a:extLst>
            </p:cNvPr>
            <p:cNvSpPr/>
            <p:nvPr/>
          </p:nvSpPr>
          <p:spPr>
            <a:xfrm>
              <a:off x="4813539" y="3550196"/>
              <a:ext cx="71665" cy="78621"/>
            </a:xfrm>
            <a:custGeom>
              <a:avLst/>
              <a:gdLst>
                <a:gd name="connsiteX0" fmla="*/ 56231 w 71665"/>
                <a:gd name="connsiteY0" fmla="*/ 5206 h 78621"/>
                <a:gd name="connsiteX1" fmla="*/ 48564 w 71665"/>
                <a:gd name="connsiteY1" fmla="*/ 98 h 78621"/>
                <a:gd name="connsiteX2" fmla="*/ 43451 w 71665"/>
                <a:gd name="connsiteY2" fmla="*/ 7759 h 78621"/>
                <a:gd name="connsiteX3" fmla="*/ 54954 w 71665"/>
                <a:gd name="connsiteY3" fmla="*/ 58193 h 78621"/>
                <a:gd name="connsiteX4" fmla="*/ 6390 w 71665"/>
                <a:gd name="connsiteY4" fmla="*/ 58193 h 78621"/>
                <a:gd name="connsiteX5" fmla="*/ 0 w 71665"/>
                <a:gd name="connsiteY5" fmla="*/ 64577 h 78621"/>
                <a:gd name="connsiteX6" fmla="*/ 6390 w 71665"/>
                <a:gd name="connsiteY6" fmla="*/ 70960 h 78621"/>
                <a:gd name="connsiteX7" fmla="*/ 57509 w 71665"/>
                <a:gd name="connsiteY7" fmla="*/ 70960 h 78621"/>
                <a:gd name="connsiteX8" fmla="*/ 58149 w 71665"/>
                <a:gd name="connsiteY8" fmla="*/ 70960 h 78621"/>
                <a:gd name="connsiteX9" fmla="*/ 58788 w 71665"/>
                <a:gd name="connsiteY9" fmla="*/ 73514 h 78621"/>
                <a:gd name="connsiteX10" fmla="*/ 65177 w 71665"/>
                <a:gd name="connsiteY10" fmla="*/ 78621 h 78621"/>
                <a:gd name="connsiteX11" fmla="*/ 66456 w 71665"/>
                <a:gd name="connsiteY11" fmla="*/ 78621 h 78621"/>
                <a:gd name="connsiteX12" fmla="*/ 71567 w 71665"/>
                <a:gd name="connsiteY12" fmla="*/ 70960 h 78621"/>
                <a:gd name="connsiteX13" fmla="*/ 56231 w 71665"/>
                <a:gd name="connsiteY13" fmla="*/ 5206 h 78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1665" h="78621">
                  <a:moveTo>
                    <a:pt x="56231" y="5206"/>
                  </a:moveTo>
                  <a:cubicBezTo>
                    <a:pt x="55593" y="2014"/>
                    <a:pt x="51759" y="-540"/>
                    <a:pt x="48564" y="98"/>
                  </a:cubicBezTo>
                  <a:cubicBezTo>
                    <a:pt x="45369" y="737"/>
                    <a:pt x="42813" y="4567"/>
                    <a:pt x="43451" y="7759"/>
                  </a:cubicBezTo>
                  <a:lnTo>
                    <a:pt x="54954" y="58193"/>
                  </a:lnTo>
                  <a:lnTo>
                    <a:pt x="6390" y="58193"/>
                  </a:lnTo>
                  <a:cubicBezTo>
                    <a:pt x="2556" y="58193"/>
                    <a:pt x="0" y="60746"/>
                    <a:pt x="0" y="64577"/>
                  </a:cubicBezTo>
                  <a:cubicBezTo>
                    <a:pt x="0" y="68407"/>
                    <a:pt x="2556" y="70960"/>
                    <a:pt x="6390" y="70960"/>
                  </a:cubicBezTo>
                  <a:lnTo>
                    <a:pt x="57509" y="70960"/>
                  </a:lnTo>
                  <a:lnTo>
                    <a:pt x="58149" y="70960"/>
                  </a:lnTo>
                  <a:lnTo>
                    <a:pt x="58788" y="73514"/>
                  </a:lnTo>
                  <a:cubicBezTo>
                    <a:pt x="59426" y="76706"/>
                    <a:pt x="61982" y="78621"/>
                    <a:pt x="65177" y="78621"/>
                  </a:cubicBezTo>
                  <a:cubicBezTo>
                    <a:pt x="65816" y="78621"/>
                    <a:pt x="65816" y="78621"/>
                    <a:pt x="66456" y="78621"/>
                  </a:cubicBezTo>
                  <a:cubicBezTo>
                    <a:pt x="69650" y="77983"/>
                    <a:pt x="72206" y="74152"/>
                    <a:pt x="71567" y="70960"/>
                  </a:cubicBezTo>
                  <a:lnTo>
                    <a:pt x="56231" y="5206"/>
                  </a:lnTo>
                  <a:close/>
                </a:path>
              </a:pathLst>
            </a:custGeom>
            <a:solidFill>
              <a:srgbClr val="046A38"/>
            </a:solidFill>
            <a:ln w="6390" cap="flat">
              <a:noFill/>
              <a:prstDash val="solid"/>
              <a:miter/>
            </a:ln>
          </p:spPr>
          <p:txBody>
            <a:bodyPr rtlCol="0" anchor="ctr"/>
            <a:lstStyle/>
            <a:p>
              <a:endParaRPr lang="en-US"/>
            </a:p>
          </p:txBody>
        </p:sp>
      </p:grpSp>
      <p:grpSp>
        <p:nvGrpSpPr>
          <p:cNvPr id="292" name="Graphic 6">
            <a:extLst>
              <a:ext uri="{FF2B5EF4-FFF2-40B4-BE49-F238E27FC236}">
                <a16:creationId xmlns:a16="http://schemas.microsoft.com/office/drawing/2014/main" id="{4DA4FF68-E248-5443-B4DB-51DA930010D5}"/>
              </a:ext>
            </a:extLst>
          </p:cNvPr>
          <p:cNvGrpSpPr/>
          <p:nvPr/>
        </p:nvGrpSpPr>
        <p:grpSpPr>
          <a:xfrm>
            <a:off x="9885871" y="3342177"/>
            <a:ext cx="362309" cy="361971"/>
            <a:chOff x="9885871" y="3342177"/>
            <a:chExt cx="362309" cy="361971"/>
          </a:xfrm>
          <a:solidFill>
            <a:srgbClr val="43B02A"/>
          </a:solidFill>
        </p:grpSpPr>
        <p:sp>
          <p:nvSpPr>
            <p:cNvPr id="293" name="Graphic 6">
              <a:extLst>
                <a:ext uri="{FF2B5EF4-FFF2-40B4-BE49-F238E27FC236}">
                  <a16:creationId xmlns:a16="http://schemas.microsoft.com/office/drawing/2014/main" id="{5CE6CCAC-6BDC-D140-9327-EF5D137F9206}"/>
                </a:ext>
              </a:extLst>
            </p:cNvPr>
            <p:cNvSpPr/>
            <p:nvPr/>
          </p:nvSpPr>
          <p:spPr>
            <a:xfrm>
              <a:off x="9885871" y="3342177"/>
              <a:ext cx="362309" cy="361971"/>
            </a:xfrm>
            <a:custGeom>
              <a:avLst/>
              <a:gdLst>
                <a:gd name="connsiteX0" fmla="*/ 181474 w 362309"/>
                <a:gd name="connsiteY0" fmla="*/ 0 h 361971"/>
                <a:gd name="connsiteX1" fmla="*/ 0 w 362309"/>
                <a:gd name="connsiteY1" fmla="*/ 180667 h 361971"/>
                <a:gd name="connsiteX2" fmla="*/ 180836 w 362309"/>
                <a:gd name="connsiteY2" fmla="*/ 361971 h 361971"/>
                <a:gd name="connsiteX3" fmla="*/ 362310 w 362309"/>
                <a:gd name="connsiteY3" fmla="*/ 181305 h 361971"/>
                <a:gd name="connsiteX4" fmla="*/ 181474 w 362309"/>
                <a:gd name="connsiteY4" fmla="*/ 0 h 361971"/>
                <a:gd name="connsiteX5" fmla="*/ 181474 w 362309"/>
                <a:gd name="connsiteY5" fmla="*/ 349204 h 361971"/>
                <a:gd name="connsiteX6" fmla="*/ 13419 w 362309"/>
                <a:gd name="connsiteY6" fmla="*/ 180667 h 361971"/>
                <a:gd name="connsiteX7" fmla="*/ 182113 w 362309"/>
                <a:gd name="connsiteY7" fmla="*/ 12768 h 361971"/>
                <a:gd name="connsiteX8" fmla="*/ 350169 w 362309"/>
                <a:gd name="connsiteY8" fmla="*/ 181305 h 361971"/>
                <a:gd name="connsiteX9" fmla="*/ 181474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3" y="0"/>
                    <a:pt x="0" y="81076"/>
                    <a:pt x="0" y="180667"/>
                  </a:cubicBezTo>
                  <a:cubicBezTo>
                    <a:pt x="0" y="280257"/>
                    <a:pt x="81153" y="361971"/>
                    <a:pt x="180836" y="361971"/>
                  </a:cubicBezTo>
                  <a:cubicBezTo>
                    <a:pt x="280518" y="361971"/>
                    <a:pt x="362310" y="280895"/>
                    <a:pt x="362310" y="181305"/>
                  </a:cubicBezTo>
                  <a:cubicBezTo>
                    <a:pt x="362310" y="81715"/>
                    <a:pt x="281796" y="0"/>
                    <a:pt x="181474" y="0"/>
                  </a:cubicBezTo>
                  <a:close/>
                  <a:moveTo>
                    <a:pt x="181474" y="349204"/>
                  </a:moveTo>
                  <a:cubicBezTo>
                    <a:pt x="88820" y="349204"/>
                    <a:pt x="13419" y="273873"/>
                    <a:pt x="13419" y="180667"/>
                  </a:cubicBezTo>
                  <a:cubicBezTo>
                    <a:pt x="13419" y="88099"/>
                    <a:pt x="88820" y="12768"/>
                    <a:pt x="182113" y="12768"/>
                  </a:cubicBezTo>
                  <a:cubicBezTo>
                    <a:pt x="275406" y="12768"/>
                    <a:pt x="350169" y="88099"/>
                    <a:pt x="350169" y="181305"/>
                  </a:cubicBezTo>
                  <a:cubicBezTo>
                    <a:pt x="350169" y="273234"/>
                    <a:pt x="274128" y="349204"/>
                    <a:pt x="181474" y="349204"/>
                  </a:cubicBezTo>
                  <a:close/>
                </a:path>
              </a:pathLst>
            </a:custGeom>
            <a:solidFill>
              <a:srgbClr val="43B02A"/>
            </a:solidFill>
            <a:ln w="6390" cap="flat">
              <a:noFill/>
              <a:prstDash val="solid"/>
              <a:miter/>
            </a:ln>
          </p:spPr>
          <p:txBody>
            <a:bodyPr rtlCol="0" anchor="ctr"/>
            <a:lstStyle/>
            <a:p>
              <a:endParaRPr lang="en-US"/>
            </a:p>
          </p:txBody>
        </p:sp>
        <p:sp>
          <p:nvSpPr>
            <p:cNvPr id="294" name="Graphic 6">
              <a:extLst>
                <a:ext uri="{FF2B5EF4-FFF2-40B4-BE49-F238E27FC236}">
                  <a16:creationId xmlns:a16="http://schemas.microsoft.com/office/drawing/2014/main" id="{EED2B0BF-81AD-7541-8C15-D1C5242875B7}"/>
                </a:ext>
              </a:extLst>
            </p:cNvPr>
            <p:cNvSpPr/>
            <p:nvPr/>
          </p:nvSpPr>
          <p:spPr>
            <a:xfrm>
              <a:off x="9957439" y="3412401"/>
              <a:ext cx="221730" cy="132148"/>
            </a:xfrm>
            <a:custGeom>
              <a:avLst/>
              <a:gdLst>
                <a:gd name="connsiteX0" fmla="*/ 184669 w 221730"/>
                <a:gd name="connsiteY0" fmla="*/ 59371 h 132148"/>
                <a:gd name="connsiteX1" fmla="*/ 180835 w 221730"/>
                <a:gd name="connsiteY1" fmla="*/ 59371 h 132148"/>
                <a:gd name="connsiteX2" fmla="*/ 180835 w 221730"/>
                <a:gd name="connsiteY2" fmla="*/ 58732 h 132148"/>
                <a:gd name="connsiteX3" fmla="*/ 122048 w 221730"/>
                <a:gd name="connsiteY3" fmla="*/ 0 h 132148"/>
                <a:gd name="connsiteX4" fmla="*/ 65816 w 221730"/>
                <a:gd name="connsiteY4" fmla="*/ 38942 h 132148"/>
                <a:gd name="connsiteX5" fmla="*/ 48563 w 221730"/>
                <a:gd name="connsiteY5" fmla="*/ 35112 h 132148"/>
                <a:gd name="connsiteX6" fmla="*/ 0 w 221730"/>
                <a:gd name="connsiteY6" fmla="*/ 83630 h 132148"/>
                <a:gd name="connsiteX7" fmla="*/ 48563 w 221730"/>
                <a:gd name="connsiteY7" fmla="*/ 132148 h 132148"/>
                <a:gd name="connsiteX8" fmla="*/ 185308 w 221730"/>
                <a:gd name="connsiteY8" fmla="*/ 132148 h 132148"/>
                <a:gd name="connsiteX9" fmla="*/ 221731 w 221730"/>
                <a:gd name="connsiteY9" fmla="*/ 95760 h 132148"/>
                <a:gd name="connsiteX10" fmla="*/ 184669 w 221730"/>
                <a:gd name="connsiteY10" fmla="*/ 59371 h 132148"/>
                <a:gd name="connsiteX11" fmla="*/ 184669 w 221730"/>
                <a:gd name="connsiteY11" fmla="*/ 118742 h 132148"/>
                <a:gd name="connsiteX12" fmla="*/ 47925 w 221730"/>
                <a:gd name="connsiteY12" fmla="*/ 118742 h 132148"/>
                <a:gd name="connsiteX13" fmla="*/ 12140 w 221730"/>
                <a:gd name="connsiteY13" fmla="*/ 82992 h 132148"/>
                <a:gd name="connsiteX14" fmla="*/ 47925 w 221730"/>
                <a:gd name="connsiteY14" fmla="*/ 47241 h 132148"/>
                <a:gd name="connsiteX15" fmla="*/ 65177 w 221730"/>
                <a:gd name="connsiteY15" fmla="*/ 52987 h 132148"/>
                <a:gd name="connsiteX16" fmla="*/ 70928 w 221730"/>
                <a:gd name="connsiteY16" fmla="*/ 53625 h 132148"/>
                <a:gd name="connsiteX17" fmla="*/ 74762 w 221730"/>
                <a:gd name="connsiteY17" fmla="*/ 49156 h 132148"/>
                <a:gd name="connsiteX18" fmla="*/ 120769 w 221730"/>
                <a:gd name="connsiteY18" fmla="*/ 12129 h 132148"/>
                <a:gd name="connsiteX19" fmla="*/ 166777 w 221730"/>
                <a:gd name="connsiteY19" fmla="*/ 58094 h 132148"/>
                <a:gd name="connsiteX20" fmla="*/ 166138 w 221730"/>
                <a:gd name="connsiteY20" fmla="*/ 63840 h 132148"/>
                <a:gd name="connsiteX21" fmla="*/ 166138 w 221730"/>
                <a:gd name="connsiteY21" fmla="*/ 64478 h 132148"/>
                <a:gd name="connsiteX22" fmla="*/ 168055 w 221730"/>
                <a:gd name="connsiteY22" fmla="*/ 73416 h 132148"/>
                <a:gd name="connsiteX23" fmla="*/ 175723 w 221730"/>
                <a:gd name="connsiteY23" fmla="*/ 73416 h 132148"/>
                <a:gd name="connsiteX24" fmla="*/ 178279 w 221730"/>
                <a:gd name="connsiteY24" fmla="*/ 71500 h 132148"/>
                <a:gd name="connsiteX25" fmla="*/ 183391 w 221730"/>
                <a:gd name="connsiteY25" fmla="*/ 70862 h 132148"/>
                <a:gd name="connsiteX26" fmla="*/ 207033 w 221730"/>
                <a:gd name="connsiteY26" fmla="*/ 94483 h 132148"/>
                <a:gd name="connsiteX27" fmla="*/ 184669 w 221730"/>
                <a:gd name="connsiteY27" fmla="*/ 118742 h 132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21730" h="132148">
                  <a:moveTo>
                    <a:pt x="184669" y="59371"/>
                  </a:moveTo>
                  <a:cubicBezTo>
                    <a:pt x="183391" y="59371"/>
                    <a:pt x="182113" y="59371"/>
                    <a:pt x="180835" y="59371"/>
                  </a:cubicBezTo>
                  <a:lnTo>
                    <a:pt x="180835" y="58732"/>
                  </a:lnTo>
                  <a:cubicBezTo>
                    <a:pt x="180835" y="26174"/>
                    <a:pt x="154636" y="0"/>
                    <a:pt x="122048" y="0"/>
                  </a:cubicBezTo>
                  <a:cubicBezTo>
                    <a:pt x="96488" y="0"/>
                    <a:pt x="74123" y="15960"/>
                    <a:pt x="65816" y="38942"/>
                  </a:cubicBezTo>
                  <a:cubicBezTo>
                    <a:pt x="60704" y="36388"/>
                    <a:pt x="55592" y="35112"/>
                    <a:pt x="48563" y="35112"/>
                  </a:cubicBezTo>
                  <a:cubicBezTo>
                    <a:pt x="21725" y="35112"/>
                    <a:pt x="0" y="56817"/>
                    <a:pt x="0" y="83630"/>
                  </a:cubicBezTo>
                  <a:cubicBezTo>
                    <a:pt x="0" y="110443"/>
                    <a:pt x="21725" y="132148"/>
                    <a:pt x="48563" y="132148"/>
                  </a:cubicBezTo>
                  <a:lnTo>
                    <a:pt x="185308" y="132148"/>
                  </a:lnTo>
                  <a:cubicBezTo>
                    <a:pt x="205117" y="132148"/>
                    <a:pt x="221731" y="116188"/>
                    <a:pt x="221731" y="95760"/>
                  </a:cubicBezTo>
                  <a:cubicBezTo>
                    <a:pt x="220453" y="75969"/>
                    <a:pt x="204478" y="59371"/>
                    <a:pt x="184669" y="59371"/>
                  </a:cubicBezTo>
                  <a:close/>
                  <a:moveTo>
                    <a:pt x="184669" y="118742"/>
                  </a:moveTo>
                  <a:lnTo>
                    <a:pt x="47925" y="118742"/>
                  </a:lnTo>
                  <a:cubicBezTo>
                    <a:pt x="28115" y="118742"/>
                    <a:pt x="12140" y="102782"/>
                    <a:pt x="12140" y="82992"/>
                  </a:cubicBezTo>
                  <a:cubicBezTo>
                    <a:pt x="12140" y="63201"/>
                    <a:pt x="28115" y="47241"/>
                    <a:pt x="47925" y="47241"/>
                  </a:cubicBezTo>
                  <a:cubicBezTo>
                    <a:pt x="54953" y="47241"/>
                    <a:pt x="59426" y="49156"/>
                    <a:pt x="65177" y="52987"/>
                  </a:cubicBezTo>
                  <a:cubicBezTo>
                    <a:pt x="67094" y="54264"/>
                    <a:pt x="69011" y="54264"/>
                    <a:pt x="70928" y="53625"/>
                  </a:cubicBezTo>
                  <a:cubicBezTo>
                    <a:pt x="72845" y="52987"/>
                    <a:pt x="74123" y="51072"/>
                    <a:pt x="74762" y="49156"/>
                  </a:cubicBezTo>
                  <a:cubicBezTo>
                    <a:pt x="79235" y="28089"/>
                    <a:pt x="99044" y="12129"/>
                    <a:pt x="120769" y="12129"/>
                  </a:cubicBezTo>
                  <a:cubicBezTo>
                    <a:pt x="146329" y="12129"/>
                    <a:pt x="166777" y="32558"/>
                    <a:pt x="166777" y="58094"/>
                  </a:cubicBezTo>
                  <a:cubicBezTo>
                    <a:pt x="166777" y="60009"/>
                    <a:pt x="166777" y="61924"/>
                    <a:pt x="166138" y="63840"/>
                  </a:cubicBezTo>
                  <a:lnTo>
                    <a:pt x="166138" y="64478"/>
                  </a:lnTo>
                  <a:cubicBezTo>
                    <a:pt x="165499" y="66393"/>
                    <a:pt x="164221" y="70862"/>
                    <a:pt x="168055" y="73416"/>
                  </a:cubicBezTo>
                  <a:cubicBezTo>
                    <a:pt x="169972" y="75331"/>
                    <a:pt x="173806" y="74692"/>
                    <a:pt x="175723" y="73416"/>
                  </a:cubicBezTo>
                  <a:cubicBezTo>
                    <a:pt x="177001" y="72777"/>
                    <a:pt x="177640" y="72139"/>
                    <a:pt x="178279" y="71500"/>
                  </a:cubicBezTo>
                  <a:cubicBezTo>
                    <a:pt x="180196" y="70862"/>
                    <a:pt x="181474" y="70862"/>
                    <a:pt x="183391" y="70862"/>
                  </a:cubicBezTo>
                  <a:cubicBezTo>
                    <a:pt x="196171" y="70862"/>
                    <a:pt x="207033" y="81076"/>
                    <a:pt x="207033" y="94483"/>
                  </a:cubicBezTo>
                  <a:cubicBezTo>
                    <a:pt x="207673" y="108528"/>
                    <a:pt x="197448" y="118742"/>
                    <a:pt x="184669" y="118742"/>
                  </a:cubicBezTo>
                  <a:close/>
                </a:path>
              </a:pathLst>
            </a:custGeom>
            <a:solidFill>
              <a:srgbClr val="43B02A"/>
            </a:solidFill>
            <a:ln w="6390" cap="flat">
              <a:noFill/>
              <a:prstDash val="solid"/>
              <a:miter/>
            </a:ln>
          </p:spPr>
          <p:txBody>
            <a:bodyPr rtlCol="0" anchor="ctr"/>
            <a:lstStyle/>
            <a:p>
              <a:endParaRPr lang="en-US"/>
            </a:p>
          </p:txBody>
        </p:sp>
        <p:sp>
          <p:nvSpPr>
            <p:cNvPr id="295" name="Graphic 6">
              <a:extLst>
                <a:ext uri="{FF2B5EF4-FFF2-40B4-BE49-F238E27FC236}">
                  <a16:creationId xmlns:a16="http://schemas.microsoft.com/office/drawing/2014/main" id="{3F30757F-1F35-944D-B725-B0F19698BF3B}"/>
                </a:ext>
              </a:extLst>
            </p:cNvPr>
            <p:cNvSpPr/>
            <p:nvPr/>
          </p:nvSpPr>
          <p:spPr>
            <a:xfrm>
              <a:off x="9994378" y="3561025"/>
              <a:ext cx="27296" cy="71623"/>
            </a:xfrm>
            <a:custGeom>
              <a:avLst/>
              <a:gdLst>
                <a:gd name="connsiteX0" fmla="*/ 22487 w 27296"/>
                <a:gd name="connsiteY0" fmla="*/ 122 h 71623"/>
                <a:gd name="connsiteX1" fmla="*/ 14820 w 27296"/>
                <a:gd name="connsiteY1" fmla="*/ 4591 h 71623"/>
                <a:gd name="connsiteX2" fmla="*/ 122 w 27296"/>
                <a:gd name="connsiteY2" fmla="*/ 63962 h 71623"/>
                <a:gd name="connsiteX3" fmla="*/ 4596 w 27296"/>
                <a:gd name="connsiteY3" fmla="*/ 71623 h 71623"/>
                <a:gd name="connsiteX4" fmla="*/ 5873 w 27296"/>
                <a:gd name="connsiteY4" fmla="*/ 71623 h 71623"/>
                <a:gd name="connsiteX5" fmla="*/ 12263 w 27296"/>
                <a:gd name="connsiteY5" fmla="*/ 66516 h 71623"/>
                <a:gd name="connsiteX6" fmla="*/ 26961 w 27296"/>
                <a:gd name="connsiteY6" fmla="*/ 7145 h 71623"/>
                <a:gd name="connsiteX7" fmla="*/ 22487 w 27296"/>
                <a:gd name="connsiteY7" fmla="*/ 122 h 71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296" h="71623">
                  <a:moveTo>
                    <a:pt x="22487" y="122"/>
                  </a:moveTo>
                  <a:cubicBezTo>
                    <a:pt x="19292" y="-516"/>
                    <a:pt x="15458" y="1399"/>
                    <a:pt x="14820" y="4591"/>
                  </a:cubicBezTo>
                  <a:lnTo>
                    <a:pt x="122" y="63962"/>
                  </a:lnTo>
                  <a:cubicBezTo>
                    <a:pt x="-516" y="67154"/>
                    <a:pt x="1401" y="70984"/>
                    <a:pt x="4596" y="71623"/>
                  </a:cubicBezTo>
                  <a:cubicBezTo>
                    <a:pt x="5235" y="71623"/>
                    <a:pt x="5873" y="71623"/>
                    <a:pt x="5873" y="71623"/>
                  </a:cubicBezTo>
                  <a:cubicBezTo>
                    <a:pt x="8430" y="71623"/>
                    <a:pt x="11625" y="69708"/>
                    <a:pt x="12263" y="66516"/>
                  </a:cubicBezTo>
                  <a:lnTo>
                    <a:pt x="26961" y="7145"/>
                  </a:lnTo>
                  <a:cubicBezTo>
                    <a:pt x="28238" y="4591"/>
                    <a:pt x="25682" y="1399"/>
                    <a:pt x="22487" y="122"/>
                  </a:cubicBezTo>
                  <a:close/>
                </a:path>
              </a:pathLst>
            </a:custGeom>
            <a:solidFill>
              <a:srgbClr val="43B02A"/>
            </a:solidFill>
            <a:ln w="6390" cap="flat">
              <a:noFill/>
              <a:prstDash val="solid"/>
              <a:miter/>
            </a:ln>
          </p:spPr>
          <p:txBody>
            <a:bodyPr rtlCol="0" anchor="ctr"/>
            <a:lstStyle/>
            <a:p>
              <a:endParaRPr lang="en-US"/>
            </a:p>
          </p:txBody>
        </p:sp>
        <p:sp>
          <p:nvSpPr>
            <p:cNvPr id="296" name="Graphic 6">
              <a:extLst>
                <a:ext uri="{FF2B5EF4-FFF2-40B4-BE49-F238E27FC236}">
                  <a16:creationId xmlns:a16="http://schemas.microsoft.com/office/drawing/2014/main" id="{DCBE5FF3-FC32-D94D-8E67-AD9F8F5AE41B}"/>
                </a:ext>
              </a:extLst>
            </p:cNvPr>
            <p:cNvSpPr/>
            <p:nvPr/>
          </p:nvSpPr>
          <p:spPr>
            <a:xfrm>
              <a:off x="10046775" y="3561025"/>
              <a:ext cx="27082" cy="71623"/>
            </a:xfrm>
            <a:custGeom>
              <a:avLst/>
              <a:gdLst>
                <a:gd name="connsiteX0" fmla="*/ 22487 w 27082"/>
                <a:gd name="connsiteY0" fmla="*/ 122 h 71623"/>
                <a:gd name="connsiteX1" fmla="*/ 14819 w 27082"/>
                <a:gd name="connsiteY1" fmla="*/ 4591 h 71623"/>
                <a:gd name="connsiteX2" fmla="*/ 123 w 27082"/>
                <a:gd name="connsiteY2" fmla="*/ 63962 h 71623"/>
                <a:gd name="connsiteX3" fmla="*/ 4595 w 27082"/>
                <a:gd name="connsiteY3" fmla="*/ 71623 h 71623"/>
                <a:gd name="connsiteX4" fmla="*/ 5873 w 27082"/>
                <a:gd name="connsiteY4" fmla="*/ 71623 h 71623"/>
                <a:gd name="connsiteX5" fmla="*/ 12263 w 27082"/>
                <a:gd name="connsiteY5" fmla="*/ 66516 h 71623"/>
                <a:gd name="connsiteX6" fmla="*/ 26960 w 27082"/>
                <a:gd name="connsiteY6" fmla="*/ 7145 h 71623"/>
                <a:gd name="connsiteX7" fmla="*/ 22487 w 27082"/>
                <a:gd name="connsiteY7" fmla="*/ 122 h 71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082" h="71623">
                  <a:moveTo>
                    <a:pt x="22487" y="122"/>
                  </a:moveTo>
                  <a:cubicBezTo>
                    <a:pt x="19292" y="-516"/>
                    <a:pt x="15458" y="1399"/>
                    <a:pt x="14819" y="4591"/>
                  </a:cubicBezTo>
                  <a:lnTo>
                    <a:pt x="123" y="63962"/>
                  </a:lnTo>
                  <a:cubicBezTo>
                    <a:pt x="-517" y="67154"/>
                    <a:pt x="1400" y="70984"/>
                    <a:pt x="4595" y="71623"/>
                  </a:cubicBezTo>
                  <a:cubicBezTo>
                    <a:pt x="5234" y="71623"/>
                    <a:pt x="5873" y="71623"/>
                    <a:pt x="5873" y="71623"/>
                  </a:cubicBezTo>
                  <a:cubicBezTo>
                    <a:pt x="8429" y="71623"/>
                    <a:pt x="11624" y="69708"/>
                    <a:pt x="12263" y="66516"/>
                  </a:cubicBezTo>
                  <a:lnTo>
                    <a:pt x="26960" y="7145"/>
                  </a:lnTo>
                  <a:cubicBezTo>
                    <a:pt x="27599" y="4591"/>
                    <a:pt x="25682" y="1399"/>
                    <a:pt x="22487" y="122"/>
                  </a:cubicBezTo>
                  <a:close/>
                </a:path>
              </a:pathLst>
            </a:custGeom>
            <a:solidFill>
              <a:srgbClr val="43B02A"/>
            </a:solidFill>
            <a:ln w="6390" cap="flat">
              <a:noFill/>
              <a:prstDash val="solid"/>
              <a:miter/>
            </a:ln>
          </p:spPr>
          <p:txBody>
            <a:bodyPr rtlCol="0" anchor="ctr"/>
            <a:lstStyle/>
            <a:p>
              <a:endParaRPr lang="en-US"/>
            </a:p>
          </p:txBody>
        </p:sp>
        <p:sp>
          <p:nvSpPr>
            <p:cNvPr id="297" name="Graphic 6">
              <a:extLst>
                <a:ext uri="{FF2B5EF4-FFF2-40B4-BE49-F238E27FC236}">
                  <a16:creationId xmlns:a16="http://schemas.microsoft.com/office/drawing/2014/main" id="{B28CEDB7-47BB-3645-AA78-568506224E3B}"/>
                </a:ext>
              </a:extLst>
            </p:cNvPr>
            <p:cNvSpPr/>
            <p:nvPr/>
          </p:nvSpPr>
          <p:spPr>
            <a:xfrm>
              <a:off x="10098534" y="3561025"/>
              <a:ext cx="27296" cy="71623"/>
            </a:xfrm>
            <a:custGeom>
              <a:avLst/>
              <a:gdLst>
                <a:gd name="connsiteX0" fmla="*/ 22487 w 27296"/>
                <a:gd name="connsiteY0" fmla="*/ 122 h 71623"/>
                <a:gd name="connsiteX1" fmla="*/ 14819 w 27296"/>
                <a:gd name="connsiteY1" fmla="*/ 4591 h 71623"/>
                <a:gd name="connsiteX2" fmla="*/ 122 w 27296"/>
                <a:gd name="connsiteY2" fmla="*/ 63962 h 71623"/>
                <a:gd name="connsiteX3" fmla="*/ 4595 w 27296"/>
                <a:gd name="connsiteY3" fmla="*/ 71623 h 71623"/>
                <a:gd name="connsiteX4" fmla="*/ 5874 w 27296"/>
                <a:gd name="connsiteY4" fmla="*/ 71623 h 71623"/>
                <a:gd name="connsiteX5" fmla="*/ 12263 w 27296"/>
                <a:gd name="connsiteY5" fmla="*/ 66516 h 71623"/>
                <a:gd name="connsiteX6" fmla="*/ 26960 w 27296"/>
                <a:gd name="connsiteY6" fmla="*/ 7145 h 71623"/>
                <a:gd name="connsiteX7" fmla="*/ 22487 w 27296"/>
                <a:gd name="connsiteY7" fmla="*/ 122 h 71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296" h="71623">
                  <a:moveTo>
                    <a:pt x="22487" y="122"/>
                  </a:moveTo>
                  <a:cubicBezTo>
                    <a:pt x="19292" y="-516"/>
                    <a:pt x="15458" y="1399"/>
                    <a:pt x="14819" y="4591"/>
                  </a:cubicBezTo>
                  <a:lnTo>
                    <a:pt x="122" y="63962"/>
                  </a:lnTo>
                  <a:cubicBezTo>
                    <a:pt x="-516" y="67154"/>
                    <a:pt x="1400" y="70984"/>
                    <a:pt x="4595" y="71623"/>
                  </a:cubicBezTo>
                  <a:cubicBezTo>
                    <a:pt x="5234" y="71623"/>
                    <a:pt x="5874" y="71623"/>
                    <a:pt x="5874" y="71623"/>
                  </a:cubicBezTo>
                  <a:cubicBezTo>
                    <a:pt x="8429" y="71623"/>
                    <a:pt x="11624" y="69708"/>
                    <a:pt x="12263" y="66516"/>
                  </a:cubicBezTo>
                  <a:lnTo>
                    <a:pt x="26960" y="7145"/>
                  </a:lnTo>
                  <a:cubicBezTo>
                    <a:pt x="28238" y="4591"/>
                    <a:pt x="25682" y="1399"/>
                    <a:pt x="22487" y="122"/>
                  </a:cubicBezTo>
                  <a:close/>
                </a:path>
              </a:pathLst>
            </a:custGeom>
            <a:solidFill>
              <a:srgbClr val="43B02A"/>
            </a:solidFill>
            <a:ln w="6390" cap="flat">
              <a:noFill/>
              <a:prstDash val="solid"/>
              <a:miter/>
            </a:ln>
          </p:spPr>
          <p:txBody>
            <a:bodyPr rtlCol="0" anchor="ctr"/>
            <a:lstStyle/>
            <a:p>
              <a:endParaRPr lang="en-US"/>
            </a:p>
          </p:txBody>
        </p:sp>
      </p:grpSp>
      <p:grpSp>
        <p:nvGrpSpPr>
          <p:cNvPr id="298" name="Graphic 6">
            <a:extLst>
              <a:ext uri="{FF2B5EF4-FFF2-40B4-BE49-F238E27FC236}">
                <a16:creationId xmlns:a16="http://schemas.microsoft.com/office/drawing/2014/main" id="{54FE09B2-AAB5-0F47-AEFD-FB65990F1785}"/>
              </a:ext>
            </a:extLst>
          </p:cNvPr>
          <p:cNvGrpSpPr/>
          <p:nvPr/>
        </p:nvGrpSpPr>
        <p:grpSpPr>
          <a:xfrm>
            <a:off x="2559169" y="3822252"/>
            <a:ext cx="362313" cy="361971"/>
            <a:chOff x="2559169" y="3822252"/>
            <a:chExt cx="362313" cy="361971"/>
          </a:xfrm>
          <a:solidFill>
            <a:srgbClr val="046A38"/>
          </a:solidFill>
        </p:grpSpPr>
        <p:sp>
          <p:nvSpPr>
            <p:cNvPr id="299" name="Graphic 6">
              <a:extLst>
                <a:ext uri="{FF2B5EF4-FFF2-40B4-BE49-F238E27FC236}">
                  <a16:creationId xmlns:a16="http://schemas.microsoft.com/office/drawing/2014/main" id="{5F106D7A-CFB0-3C4C-B2A4-12CB63F62E92}"/>
                </a:ext>
              </a:extLst>
            </p:cNvPr>
            <p:cNvSpPr/>
            <p:nvPr/>
          </p:nvSpPr>
          <p:spPr>
            <a:xfrm>
              <a:off x="2559169" y="3822252"/>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181474 w 362313"/>
                <a:gd name="connsiteY4" fmla="*/ 0 h 361971"/>
                <a:gd name="connsiteX5" fmla="*/ 181474 w 362313"/>
                <a:gd name="connsiteY5" fmla="*/ 349204 h 361971"/>
                <a:gd name="connsiteX6" fmla="*/ 13419 w 362313"/>
                <a:gd name="connsiteY6" fmla="*/ 180667 h 361971"/>
                <a:gd name="connsiteX7" fmla="*/ 182113 w 362313"/>
                <a:gd name="connsiteY7" fmla="*/ 12768 h 361971"/>
                <a:gd name="connsiteX8" fmla="*/ 350168 w 362313"/>
                <a:gd name="connsiteY8" fmla="*/ 181305 h 361971"/>
                <a:gd name="connsiteX9" fmla="*/ 181474 w 362313"/>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13" h="361971">
                  <a:moveTo>
                    <a:pt x="181474" y="0"/>
                  </a:moveTo>
                  <a:cubicBezTo>
                    <a:pt x="81152" y="0"/>
                    <a:pt x="0" y="81077"/>
                    <a:pt x="0" y="180667"/>
                  </a:cubicBezTo>
                  <a:cubicBezTo>
                    <a:pt x="0" y="280895"/>
                    <a:pt x="81152" y="361972"/>
                    <a:pt x="180835" y="361972"/>
                  </a:cubicBezTo>
                  <a:cubicBezTo>
                    <a:pt x="280518" y="361972"/>
                    <a:pt x="362310" y="280895"/>
                    <a:pt x="362310" y="181305"/>
                  </a:cubicBezTo>
                  <a:cubicBezTo>
                    <a:pt x="362948" y="81077"/>
                    <a:pt x="281796" y="0"/>
                    <a:pt x="181474" y="0"/>
                  </a:cubicBezTo>
                  <a:close/>
                  <a:moveTo>
                    <a:pt x="181474" y="349204"/>
                  </a:moveTo>
                  <a:cubicBezTo>
                    <a:pt x="88820" y="349204"/>
                    <a:pt x="13419" y="273873"/>
                    <a:pt x="13419" y="180667"/>
                  </a:cubicBezTo>
                  <a:cubicBezTo>
                    <a:pt x="13419" y="88099"/>
                    <a:pt x="88820" y="12768"/>
                    <a:pt x="182113" y="12768"/>
                  </a:cubicBezTo>
                  <a:cubicBezTo>
                    <a:pt x="275406" y="12768"/>
                    <a:pt x="350168" y="88099"/>
                    <a:pt x="350168" y="181305"/>
                  </a:cubicBezTo>
                  <a:cubicBezTo>
                    <a:pt x="350168" y="273873"/>
                    <a:pt x="274128"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300" name="Graphic 6">
              <a:extLst>
                <a:ext uri="{FF2B5EF4-FFF2-40B4-BE49-F238E27FC236}">
                  <a16:creationId xmlns:a16="http://schemas.microsoft.com/office/drawing/2014/main" id="{F7409101-886E-EF4A-8B20-B5B8149717C6}"/>
                </a:ext>
              </a:extLst>
            </p:cNvPr>
            <p:cNvSpPr/>
            <p:nvPr/>
          </p:nvSpPr>
          <p:spPr>
            <a:xfrm>
              <a:off x="2618759" y="3896785"/>
              <a:ext cx="245046" cy="105495"/>
            </a:xfrm>
            <a:custGeom>
              <a:avLst/>
              <a:gdLst>
                <a:gd name="connsiteX0" fmla="*/ 242654 w 245046"/>
                <a:gd name="connsiteY0" fmla="*/ 93366 h 105495"/>
                <a:gd name="connsiteX1" fmla="*/ 126357 w 245046"/>
                <a:gd name="connsiteY1" fmla="*/ 1436 h 105495"/>
                <a:gd name="connsiteX2" fmla="*/ 118689 w 245046"/>
                <a:gd name="connsiteY2" fmla="*/ 1436 h 105495"/>
                <a:gd name="connsiteX3" fmla="*/ 2393 w 245046"/>
                <a:gd name="connsiteY3" fmla="*/ 93366 h 105495"/>
                <a:gd name="connsiteX4" fmla="*/ 1115 w 245046"/>
                <a:gd name="connsiteY4" fmla="*/ 102303 h 105495"/>
                <a:gd name="connsiteX5" fmla="*/ 10060 w 245046"/>
                <a:gd name="connsiteY5" fmla="*/ 103580 h 105495"/>
                <a:gd name="connsiteX6" fmla="*/ 122523 w 245046"/>
                <a:gd name="connsiteY6" fmla="*/ 14843 h 105495"/>
                <a:gd name="connsiteX7" fmla="*/ 234986 w 245046"/>
                <a:gd name="connsiteY7" fmla="*/ 104218 h 105495"/>
                <a:gd name="connsiteX8" fmla="*/ 238820 w 245046"/>
                <a:gd name="connsiteY8" fmla="*/ 105495 h 105495"/>
                <a:gd name="connsiteX9" fmla="*/ 243932 w 245046"/>
                <a:gd name="connsiteY9" fmla="*/ 102942 h 105495"/>
                <a:gd name="connsiteX10" fmla="*/ 242654 w 245046"/>
                <a:gd name="connsiteY10" fmla="*/ 93366 h 105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046" h="105495">
                  <a:moveTo>
                    <a:pt x="242654" y="93366"/>
                  </a:moveTo>
                  <a:lnTo>
                    <a:pt x="126357" y="1436"/>
                  </a:lnTo>
                  <a:cubicBezTo>
                    <a:pt x="123801" y="-479"/>
                    <a:pt x="120607" y="-479"/>
                    <a:pt x="118689" y="1436"/>
                  </a:cubicBezTo>
                  <a:lnTo>
                    <a:pt x="2393" y="93366"/>
                  </a:lnTo>
                  <a:cubicBezTo>
                    <a:pt x="-163" y="95281"/>
                    <a:pt x="-802" y="99750"/>
                    <a:pt x="1115" y="102303"/>
                  </a:cubicBezTo>
                  <a:cubicBezTo>
                    <a:pt x="3032" y="104857"/>
                    <a:pt x="7505" y="105495"/>
                    <a:pt x="10060" y="103580"/>
                  </a:cubicBezTo>
                  <a:lnTo>
                    <a:pt x="122523" y="14843"/>
                  </a:lnTo>
                  <a:lnTo>
                    <a:pt x="234986" y="104218"/>
                  </a:lnTo>
                  <a:cubicBezTo>
                    <a:pt x="236264" y="104857"/>
                    <a:pt x="237542" y="105495"/>
                    <a:pt x="238820" y="105495"/>
                  </a:cubicBezTo>
                  <a:cubicBezTo>
                    <a:pt x="240737" y="105495"/>
                    <a:pt x="242654" y="104857"/>
                    <a:pt x="243932" y="102942"/>
                  </a:cubicBezTo>
                  <a:cubicBezTo>
                    <a:pt x="245849" y="99111"/>
                    <a:pt x="245210" y="95281"/>
                    <a:pt x="242654" y="93366"/>
                  </a:cubicBezTo>
                  <a:close/>
                </a:path>
              </a:pathLst>
            </a:custGeom>
            <a:solidFill>
              <a:srgbClr val="046A38"/>
            </a:solidFill>
            <a:ln w="6390" cap="flat">
              <a:noFill/>
              <a:prstDash val="solid"/>
              <a:miter/>
            </a:ln>
          </p:spPr>
          <p:txBody>
            <a:bodyPr rtlCol="0" anchor="ctr"/>
            <a:lstStyle/>
            <a:p>
              <a:endParaRPr lang="en-US"/>
            </a:p>
          </p:txBody>
        </p:sp>
        <p:sp>
          <p:nvSpPr>
            <p:cNvPr id="301" name="Graphic 6">
              <a:extLst>
                <a:ext uri="{FF2B5EF4-FFF2-40B4-BE49-F238E27FC236}">
                  <a16:creationId xmlns:a16="http://schemas.microsoft.com/office/drawing/2014/main" id="{4299936B-C0D8-F24A-BDA8-C0563B243853}"/>
                </a:ext>
              </a:extLst>
            </p:cNvPr>
            <p:cNvSpPr/>
            <p:nvPr/>
          </p:nvSpPr>
          <p:spPr>
            <a:xfrm>
              <a:off x="2642238" y="3929982"/>
              <a:ext cx="197449" cy="180187"/>
            </a:xfrm>
            <a:custGeom>
              <a:avLst/>
              <a:gdLst>
                <a:gd name="connsiteX0" fmla="*/ 102878 w 197449"/>
                <a:gd name="connsiteY0" fmla="*/ 1436 h 180187"/>
                <a:gd name="connsiteX1" fmla="*/ 94571 w 197449"/>
                <a:gd name="connsiteY1" fmla="*/ 1436 h 180187"/>
                <a:gd name="connsiteX2" fmla="*/ 2556 w 197449"/>
                <a:gd name="connsiteY2" fmla="*/ 76767 h 180187"/>
                <a:gd name="connsiteX3" fmla="*/ 0 w 197449"/>
                <a:gd name="connsiteY3" fmla="*/ 81874 h 180187"/>
                <a:gd name="connsiteX4" fmla="*/ 0 w 197449"/>
                <a:gd name="connsiteY4" fmla="*/ 83789 h 180187"/>
                <a:gd name="connsiteX5" fmla="*/ 0 w 197449"/>
                <a:gd name="connsiteY5" fmla="*/ 96557 h 180187"/>
                <a:gd name="connsiteX6" fmla="*/ 0 w 197449"/>
                <a:gd name="connsiteY6" fmla="*/ 173804 h 180187"/>
                <a:gd name="connsiteX7" fmla="*/ 6390 w 197449"/>
                <a:gd name="connsiteY7" fmla="*/ 180188 h 180187"/>
                <a:gd name="connsiteX8" fmla="*/ 48564 w 197449"/>
                <a:gd name="connsiteY8" fmla="*/ 180188 h 180187"/>
                <a:gd name="connsiteX9" fmla="*/ 54954 w 197449"/>
                <a:gd name="connsiteY9" fmla="*/ 173804 h 180187"/>
                <a:gd name="connsiteX10" fmla="*/ 54954 w 197449"/>
                <a:gd name="connsiteY10" fmla="*/ 131669 h 180187"/>
                <a:gd name="connsiteX11" fmla="*/ 99044 w 197449"/>
                <a:gd name="connsiteY11" fmla="*/ 87620 h 180187"/>
                <a:gd name="connsiteX12" fmla="*/ 123965 w 197449"/>
                <a:gd name="connsiteY12" fmla="*/ 95281 h 180187"/>
                <a:gd name="connsiteX13" fmla="*/ 123965 w 197449"/>
                <a:gd name="connsiteY13" fmla="*/ 95919 h 180187"/>
                <a:gd name="connsiteX14" fmla="*/ 124604 w 197449"/>
                <a:gd name="connsiteY14" fmla="*/ 95919 h 180187"/>
                <a:gd name="connsiteX15" fmla="*/ 142496 w 197449"/>
                <a:gd name="connsiteY15" fmla="*/ 131669 h 180187"/>
                <a:gd name="connsiteX16" fmla="*/ 142496 w 197449"/>
                <a:gd name="connsiteY16" fmla="*/ 173804 h 180187"/>
                <a:gd name="connsiteX17" fmla="*/ 148885 w 197449"/>
                <a:gd name="connsiteY17" fmla="*/ 180188 h 180187"/>
                <a:gd name="connsiteX18" fmla="*/ 191059 w 197449"/>
                <a:gd name="connsiteY18" fmla="*/ 180188 h 180187"/>
                <a:gd name="connsiteX19" fmla="*/ 197449 w 197449"/>
                <a:gd name="connsiteY19" fmla="*/ 173804 h 180187"/>
                <a:gd name="connsiteX20" fmla="*/ 197449 w 197449"/>
                <a:gd name="connsiteY20" fmla="*/ 81874 h 180187"/>
                <a:gd name="connsiteX21" fmla="*/ 194893 w 197449"/>
                <a:gd name="connsiteY21" fmla="*/ 76767 h 180187"/>
                <a:gd name="connsiteX22" fmla="*/ 102878 w 197449"/>
                <a:gd name="connsiteY22" fmla="*/ 1436 h 180187"/>
                <a:gd name="connsiteX23" fmla="*/ 98405 w 197449"/>
                <a:gd name="connsiteY23" fmla="*/ 14204 h 180187"/>
                <a:gd name="connsiteX24" fmla="*/ 131633 w 197449"/>
                <a:gd name="connsiteY24" fmla="*/ 41655 h 180187"/>
                <a:gd name="connsiteX25" fmla="*/ 65177 w 197449"/>
                <a:gd name="connsiteY25" fmla="*/ 41655 h 180187"/>
                <a:gd name="connsiteX26" fmla="*/ 98405 w 197449"/>
                <a:gd name="connsiteY26" fmla="*/ 14204 h 180187"/>
                <a:gd name="connsiteX27" fmla="*/ 54314 w 197449"/>
                <a:gd name="connsiteY27" fmla="*/ 96557 h 180187"/>
                <a:gd name="connsiteX28" fmla="*/ 42174 w 197449"/>
                <a:gd name="connsiteY28" fmla="*/ 125924 h 180187"/>
                <a:gd name="connsiteX29" fmla="*/ 14697 w 197449"/>
                <a:gd name="connsiteY29" fmla="*/ 125924 h 180187"/>
                <a:gd name="connsiteX30" fmla="*/ 12780 w 197449"/>
                <a:gd name="connsiteY30" fmla="*/ 126562 h 180187"/>
                <a:gd name="connsiteX31" fmla="*/ 12780 w 197449"/>
                <a:gd name="connsiteY31" fmla="*/ 97196 h 180187"/>
                <a:gd name="connsiteX32" fmla="*/ 54314 w 197449"/>
                <a:gd name="connsiteY32" fmla="*/ 96557 h 180187"/>
                <a:gd name="connsiteX33" fmla="*/ 12780 w 197449"/>
                <a:gd name="connsiteY33" fmla="*/ 138053 h 180187"/>
                <a:gd name="connsiteX34" fmla="*/ 14697 w 197449"/>
                <a:gd name="connsiteY34" fmla="*/ 138692 h 180187"/>
                <a:gd name="connsiteX35" fmla="*/ 41535 w 197449"/>
                <a:gd name="connsiteY35" fmla="*/ 138692 h 180187"/>
                <a:gd name="connsiteX36" fmla="*/ 41535 w 197449"/>
                <a:gd name="connsiteY36" fmla="*/ 168058 h 180187"/>
                <a:gd name="connsiteX37" fmla="*/ 12141 w 197449"/>
                <a:gd name="connsiteY37" fmla="*/ 168058 h 180187"/>
                <a:gd name="connsiteX38" fmla="*/ 12780 w 197449"/>
                <a:gd name="connsiteY38" fmla="*/ 138053 h 180187"/>
                <a:gd name="connsiteX39" fmla="*/ 127799 w 197449"/>
                <a:gd name="connsiteY39" fmla="*/ 83789 h 180187"/>
                <a:gd name="connsiteX40" fmla="*/ 98405 w 197449"/>
                <a:gd name="connsiteY40" fmla="*/ 75490 h 180187"/>
                <a:gd name="connsiteX41" fmla="*/ 69011 w 197449"/>
                <a:gd name="connsiteY41" fmla="*/ 83789 h 180187"/>
                <a:gd name="connsiteX42" fmla="*/ 14058 w 197449"/>
                <a:gd name="connsiteY42" fmla="*/ 83789 h 180187"/>
                <a:gd name="connsiteX43" fmla="*/ 49841 w 197449"/>
                <a:gd name="connsiteY43" fmla="*/ 54423 h 180187"/>
                <a:gd name="connsiteX44" fmla="*/ 147608 w 197449"/>
                <a:gd name="connsiteY44" fmla="*/ 54423 h 180187"/>
                <a:gd name="connsiteX45" fmla="*/ 184669 w 197449"/>
                <a:gd name="connsiteY45" fmla="*/ 84428 h 180187"/>
                <a:gd name="connsiteX46" fmla="*/ 184669 w 197449"/>
                <a:gd name="connsiteY46" fmla="*/ 125285 h 180187"/>
                <a:gd name="connsiteX47" fmla="*/ 157832 w 197449"/>
                <a:gd name="connsiteY47" fmla="*/ 125285 h 180187"/>
                <a:gd name="connsiteX48" fmla="*/ 155275 w 197449"/>
                <a:gd name="connsiteY48" fmla="*/ 125924 h 180187"/>
                <a:gd name="connsiteX49" fmla="*/ 143135 w 197449"/>
                <a:gd name="connsiteY49" fmla="*/ 96557 h 180187"/>
                <a:gd name="connsiteX50" fmla="*/ 182752 w 197449"/>
                <a:gd name="connsiteY50" fmla="*/ 96557 h 180187"/>
                <a:gd name="connsiteX51" fmla="*/ 182752 w 197449"/>
                <a:gd name="connsiteY51" fmla="*/ 83789 h 180187"/>
                <a:gd name="connsiteX52" fmla="*/ 127799 w 197449"/>
                <a:gd name="connsiteY52" fmla="*/ 83789 h 180187"/>
                <a:gd name="connsiteX53" fmla="*/ 155275 w 197449"/>
                <a:gd name="connsiteY53" fmla="*/ 167420 h 180187"/>
                <a:gd name="connsiteX54" fmla="*/ 155275 w 197449"/>
                <a:gd name="connsiteY54" fmla="*/ 138053 h 180187"/>
                <a:gd name="connsiteX55" fmla="*/ 157192 w 197449"/>
                <a:gd name="connsiteY55" fmla="*/ 138692 h 180187"/>
                <a:gd name="connsiteX56" fmla="*/ 184030 w 197449"/>
                <a:gd name="connsiteY56" fmla="*/ 138692 h 180187"/>
                <a:gd name="connsiteX57" fmla="*/ 184030 w 197449"/>
                <a:gd name="connsiteY57" fmla="*/ 168058 h 180187"/>
                <a:gd name="connsiteX58" fmla="*/ 155275 w 197449"/>
                <a:gd name="connsiteY58" fmla="*/ 167420 h 18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97449" h="180187">
                  <a:moveTo>
                    <a:pt x="102878" y="1436"/>
                  </a:moveTo>
                  <a:cubicBezTo>
                    <a:pt x="100322" y="-479"/>
                    <a:pt x="97127" y="-479"/>
                    <a:pt x="94571" y="1436"/>
                  </a:cubicBezTo>
                  <a:lnTo>
                    <a:pt x="2556" y="76767"/>
                  </a:lnTo>
                  <a:cubicBezTo>
                    <a:pt x="1278" y="78044"/>
                    <a:pt x="0" y="79959"/>
                    <a:pt x="0" y="81874"/>
                  </a:cubicBezTo>
                  <a:lnTo>
                    <a:pt x="0" y="83789"/>
                  </a:lnTo>
                  <a:lnTo>
                    <a:pt x="0" y="96557"/>
                  </a:lnTo>
                  <a:lnTo>
                    <a:pt x="0" y="173804"/>
                  </a:lnTo>
                  <a:cubicBezTo>
                    <a:pt x="0" y="177634"/>
                    <a:pt x="2556" y="180188"/>
                    <a:pt x="6390" y="180188"/>
                  </a:cubicBezTo>
                  <a:lnTo>
                    <a:pt x="48564" y="180188"/>
                  </a:lnTo>
                  <a:cubicBezTo>
                    <a:pt x="52398" y="180188"/>
                    <a:pt x="54954" y="177634"/>
                    <a:pt x="54954" y="173804"/>
                  </a:cubicBezTo>
                  <a:lnTo>
                    <a:pt x="54954" y="131669"/>
                  </a:lnTo>
                  <a:cubicBezTo>
                    <a:pt x="54954" y="107410"/>
                    <a:pt x="74762" y="87620"/>
                    <a:pt x="99044" y="87620"/>
                  </a:cubicBezTo>
                  <a:cubicBezTo>
                    <a:pt x="108629" y="87620"/>
                    <a:pt x="116936" y="90812"/>
                    <a:pt x="123965" y="95281"/>
                  </a:cubicBezTo>
                  <a:lnTo>
                    <a:pt x="123965" y="95919"/>
                  </a:lnTo>
                  <a:lnTo>
                    <a:pt x="124604" y="95919"/>
                  </a:lnTo>
                  <a:cubicBezTo>
                    <a:pt x="135467" y="104218"/>
                    <a:pt x="142496" y="116986"/>
                    <a:pt x="142496" y="131669"/>
                  </a:cubicBezTo>
                  <a:lnTo>
                    <a:pt x="142496" y="173804"/>
                  </a:lnTo>
                  <a:cubicBezTo>
                    <a:pt x="142496" y="177634"/>
                    <a:pt x="145052" y="180188"/>
                    <a:pt x="148885" y="180188"/>
                  </a:cubicBezTo>
                  <a:lnTo>
                    <a:pt x="191059" y="180188"/>
                  </a:lnTo>
                  <a:cubicBezTo>
                    <a:pt x="194893" y="180188"/>
                    <a:pt x="197449" y="177634"/>
                    <a:pt x="197449" y="173804"/>
                  </a:cubicBezTo>
                  <a:lnTo>
                    <a:pt x="197449" y="81874"/>
                  </a:lnTo>
                  <a:cubicBezTo>
                    <a:pt x="197449" y="79959"/>
                    <a:pt x="196810" y="78044"/>
                    <a:pt x="194893" y="76767"/>
                  </a:cubicBezTo>
                  <a:lnTo>
                    <a:pt x="102878" y="1436"/>
                  </a:lnTo>
                  <a:close/>
                  <a:moveTo>
                    <a:pt x="98405" y="14204"/>
                  </a:moveTo>
                  <a:lnTo>
                    <a:pt x="131633" y="41655"/>
                  </a:lnTo>
                  <a:lnTo>
                    <a:pt x="65177" y="41655"/>
                  </a:lnTo>
                  <a:lnTo>
                    <a:pt x="98405" y="14204"/>
                  </a:lnTo>
                  <a:close/>
                  <a:moveTo>
                    <a:pt x="54314" y="96557"/>
                  </a:moveTo>
                  <a:cubicBezTo>
                    <a:pt x="47925" y="104857"/>
                    <a:pt x="43451" y="114433"/>
                    <a:pt x="42174" y="125924"/>
                  </a:cubicBezTo>
                  <a:lnTo>
                    <a:pt x="14697" y="125924"/>
                  </a:lnTo>
                  <a:cubicBezTo>
                    <a:pt x="14058" y="125924"/>
                    <a:pt x="13419" y="125924"/>
                    <a:pt x="12780" y="126562"/>
                  </a:cubicBezTo>
                  <a:lnTo>
                    <a:pt x="12780" y="97196"/>
                  </a:lnTo>
                  <a:lnTo>
                    <a:pt x="54314" y="96557"/>
                  </a:lnTo>
                  <a:close/>
                  <a:moveTo>
                    <a:pt x="12780" y="138053"/>
                  </a:moveTo>
                  <a:cubicBezTo>
                    <a:pt x="13419" y="138053"/>
                    <a:pt x="14058" y="138692"/>
                    <a:pt x="14697" y="138692"/>
                  </a:cubicBezTo>
                  <a:lnTo>
                    <a:pt x="41535" y="138692"/>
                  </a:lnTo>
                  <a:lnTo>
                    <a:pt x="41535" y="168058"/>
                  </a:lnTo>
                  <a:lnTo>
                    <a:pt x="12141" y="168058"/>
                  </a:lnTo>
                  <a:lnTo>
                    <a:pt x="12780" y="138053"/>
                  </a:lnTo>
                  <a:close/>
                  <a:moveTo>
                    <a:pt x="127799" y="83789"/>
                  </a:moveTo>
                  <a:cubicBezTo>
                    <a:pt x="119492" y="78682"/>
                    <a:pt x="109268" y="75490"/>
                    <a:pt x="98405" y="75490"/>
                  </a:cubicBezTo>
                  <a:cubicBezTo>
                    <a:pt x="87542" y="75490"/>
                    <a:pt x="77318" y="78682"/>
                    <a:pt x="69011" y="83789"/>
                  </a:cubicBezTo>
                  <a:lnTo>
                    <a:pt x="14058" y="83789"/>
                  </a:lnTo>
                  <a:lnTo>
                    <a:pt x="49841" y="54423"/>
                  </a:lnTo>
                  <a:lnTo>
                    <a:pt x="147608" y="54423"/>
                  </a:lnTo>
                  <a:lnTo>
                    <a:pt x="184669" y="84428"/>
                  </a:lnTo>
                  <a:lnTo>
                    <a:pt x="184669" y="125285"/>
                  </a:lnTo>
                  <a:lnTo>
                    <a:pt x="157832" y="125285"/>
                  </a:lnTo>
                  <a:cubicBezTo>
                    <a:pt x="157192" y="125285"/>
                    <a:pt x="156553" y="125285"/>
                    <a:pt x="155275" y="125924"/>
                  </a:cubicBezTo>
                  <a:cubicBezTo>
                    <a:pt x="153998" y="115071"/>
                    <a:pt x="149524" y="104857"/>
                    <a:pt x="143135" y="96557"/>
                  </a:cubicBezTo>
                  <a:lnTo>
                    <a:pt x="182752" y="96557"/>
                  </a:lnTo>
                  <a:lnTo>
                    <a:pt x="182752" y="83789"/>
                  </a:lnTo>
                  <a:lnTo>
                    <a:pt x="127799" y="83789"/>
                  </a:lnTo>
                  <a:close/>
                  <a:moveTo>
                    <a:pt x="155275" y="167420"/>
                  </a:moveTo>
                  <a:lnTo>
                    <a:pt x="155275" y="138053"/>
                  </a:lnTo>
                  <a:cubicBezTo>
                    <a:pt x="155914" y="138053"/>
                    <a:pt x="156553" y="138692"/>
                    <a:pt x="157192" y="138692"/>
                  </a:cubicBezTo>
                  <a:lnTo>
                    <a:pt x="184030" y="138692"/>
                  </a:lnTo>
                  <a:lnTo>
                    <a:pt x="184030" y="168058"/>
                  </a:lnTo>
                  <a:lnTo>
                    <a:pt x="155275" y="167420"/>
                  </a:lnTo>
                  <a:close/>
                </a:path>
              </a:pathLst>
            </a:custGeom>
            <a:solidFill>
              <a:srgbClr val="046A38"/>
            </a:solidFill>
            <a:ln w="6390" cap="flat">
              <a:noFill/>
              <a:prstDash val="solid"/>
              <a:miter/>
            </a:ln>
          </p:spPr>
          <p:txBody>
            <a:bodyPr rtlCol="0" anchor="ctr"/>
            <a:lstStyle/>
            <a:p>
              <a:endParaRPr lang="en-US"/>
            </a:p>
          </p:txBody>
        </p:sp>
      </p:grpSp>
      <p:grpSp>
        <p:nvGrpSpPr>
          <p:cNvPr id="302" name="Graphic 6">
            <a:extLst>
              <a:ext uri="{FF2B5EF4-FFF2-40B4-BE49-F238E27FC236}">
                <a16:creationId xmlns:a16="http://schemas.microsoft.com/office/drawing/2014/main" id="{CC801BA5-F9FD-AA4F-B948-147E9FDD3043}"/>
              </a:ext>
            </a:extLst>
          </p:cNvPr>
          <p:cNvGrpSpPr/>
          <p:nvPr/>
        </p:nvGrpSpPr>
        <p:grpSpPr>
          <a:xfrm>
            <a:off x="9886510" y="2857633"/>
            <a:ext cx="362309" cy="361971"/>
            <a:chOff x="9886510" y="2857633"/>
            <a:chExt cx="362309" cy="361971"/>
          </a:xfrm>
          <a:solidFill>
            <a:srgbClr val="43B02A"/>
          </a:solidFill>
        </p:grpSpPr>
        <p:sp>
          <p:nvSpPr>
            <p:cNvPr id="303" name="Graphic 6">
              <a:extLst>
                <a:ext uri="{FF2B5EF4-FFF2-40B4-BE49-F238E27FC236}">
                  <a16:creationId xmlns:a16="http://schemas.microsoft.com/office/drawing/2014/main" id="{B3C5E908-992E-6845-89B1-773BC7A202A4}"/>
                </a:ext>
              </a:extLst>
            </p:cNvPr>
            <p:cNvSpPr/>
            <p:nvPr/>
          </p:nvSpPr>
          <p:spPr>
            <a:xfrm>
              <a:off x="9886510" y="285763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181474 w 362309"/>
                <a:gd name="connsiteY4" fmla="*/ 0 h 361971"/>
                <a:gd name="connsiteX5" fmla="*/ 180836 w 362309"/>
                <a:gd name="connsiteY5" fmla="*/ 349204 h 361971"/>
                <a:gd name="connsiteX6" fmla="*/ 12780 w 362309"/>
                <a:gd name="connsiteY6" fmla="*/ 180667 h 361971"/>
                <a:gd name="connsiteX7" fmla="*/ 181474 w 362309"/>
                <a:gd name="connsiteY7" fmla="*/ 12768 h 361971"/>
                <a:gd name="connsiteX8" fmla="*/ 349530 w 362309"/>
                <a:gd name="connsiteY8" fmla="*/ 181305 h 361971"/>
                <a:gd name="connsiteX9" fmla="*/ 180836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81715"/>
                    <a:pt x="281157" y="0"/>
                    <a:pt x="181474" y="0"/>
                  </a:cubicBezTo>
                  <a:close/>
                  <a:moveTo>
                    <a:pt x="180836" y="349204"/>
                  </a:moveTo>
                  <a:cubicBezTo>
                    <a:pt x="88181" y="349204"/>
                    <a:pt x="12780" y="273873"/>
                    <a:pt x="12780" y="180667"/>
                  </a:cubicBezTo>
                  <a:cubicBezTo>
                    <a:pt x="12780" y="88099"/>
                    <a:pt x="88181" y="12768"/>
                    <a:pt x="181474" y="12768"/>
                  </a:cubicBezTo>
                  <a:cubicBezTo>
                    <a:pt x="274128" y="12768"/>
                    <a:pt x="349530" y="88099"/>
                    <a:pt x="349530" y="181305"/>
                  </a:cubicBezTo>
                  <a:cubicBezTo>
                    <a:pt x="349530" y="273873"/>
                    <a:pt x="274128" y="349204"/>
                    <a:pt x="180836" y="349204"/>
                  </a:cubicBezTo>
                  <a:close/>
                </a:path>
              </a:pathLst>
            </a:custGeom>
            <a:solidFill>
              <a:srgbClr val="43B02A"/>
            </a:solidFill>
            <a:ln w="6390" cap="flat">
              <a:noFill/>
              <a:prstDash val="solid"/>
              <a:miter/>
            </a:ln>
          </p:spPr>
          <p:txBody>
            <a:bodyPr rtlCol="0" anchor="ctr"/>
            <a:lstStyle/>
            <a:p>
              <a:endParaRPr lang="en-US"/>
            </a:p>
          </p:txBody>
        </p:sp>
        <p:sp>
          <p:nvSpPr>
            <p:cNvPr id="304" name="Graphic 6">
              <a:extLst>
                <a:ext uri="{FF2B5EF4-FFF2-40B4-BE49-F238E27FC236}">
                  <a16:creationId xmlns:a16="http://schemas.microsoft.com/office/drawing/2014/main" id="{4602E85E-4F31-8E4B-9C4B-56CC9A5809B1}"/>
                </a:ext>
              </a:extLst>
            </p:cNvPr>
            <p:cNvSpPr/>
            <p:nvPr/>
          </p:nvSpPr>
          <p:spPr>
            <a:xfrm>
              <a:off x="9961273" y="2931687"/>
              <a:ext cx="212784" cy="126402"/>
            </a:xfrm>
            <a:custGeom>
              <a:avLst/>
              <a:gdLst>
                <a:gd name="connsiteX0" fmla="*/ 177640 w 212784"/>
                <a:gd name="connsiteY0" fmla="*/ 57456 h 126402"/>
                <a:gd name="connsiteX1" fmla="*/ 173806 w 212784"/>
                <a:gd name="connsiteY1" fmla="*/ 57456 h 126402"/>
                <a:gd name="connsiteX2" fmla="*/ 173806 w 212784"/>
                <a:gd name="connsiteY2" fmla="*/ 56817 h 126402"/>
                <a:gd name="connsiteX3" fmla="*/ 116935 w 212784"/>
                <a:gd name="connsiteY3" fmla="*/ 0 h 126402"/>
                <a:gd name="connsiteX4" fmla="*/ 62621 w 212784"/>
                <a:gd name="connsiteY4" fmla="*/ 37027 h 126402"/>
                <a:gd name="connsiteX5" fmla="*/ 46646 w 212784"/>
                <a:gd name="connsiteY5" fmla="*/ 33197 h 126402"/>
                <a:gd name="connsiteX6" fmla="*/ 0 w 212784"/>
                <a:gd name="connsiteY6" fmla="*/ 79800 h 126402"/>
                <a:gd name="connsiteX7" fmla="*/ 46646 w 212784"/>
                <a:gd name="connsiteY7" fmla="*/ 126403 h 126402"/>
                <a:gd name="connsiteX8" fmla="*/ 177640 w 212784"/>
                <a:gd name="connsiteY8" fmla="*/ 126403 h 126402"/>
                <a:gd name="connsiteX9" fmla="*/ 212784 w 212784"/>
                <a:gd name="connsiteY9" fmla="*/ 91291 h 126402"/>
                <a:gd name="connsiteX10" fmla="*/ 177640 w 212784"/>
                <a:gd name="connsiteY10" fmla="*/ 57456 h 126402"/>
                <a:gd name="connsiteX11" fmla="*/ 177640 w 212784"/>
                <a:gd name="connsiteY11" fmla="*/ 114912 h 126402"/>
                <a:gd name="connsiteX12" fmla="*/ 46646 w 212784"/>
                <a:gd name="connsiteY12" fmla="*/ 114912 h 126402"/>
                <a:gd name="connsiteX13" fmla="*/ 12780 w 212784"/>
                <a:gd name="connsiteY13" fmla="*/ 81076 h 126402"/>
                <a:gd name="connsiteX14" fmla="*/ 46646 w 212784"/>
                <a:gd name="connsiteY14" fmla="*/ 47241 h 126402"/>
                <a:gd name="connsiteX15" fmla="*/ 63261 w 212784"/>
                <a:gd name="connsiteY15" fmla="*/ 52987 h 126402"/>
                <a:gd name="connsiteX16" fmla="*/ 69011 w 212784"/>
                <a:gd name="connsiteY16" fmla="*/ 53625 h 126402"/>
                <a:gd name="connsiteX17" fmla="*/ 72845 w 212784"/>
                <a:gd name="connsiteY17" fmla="*/ 49157 h 126402"/>
                <a:gd name="connsiteX18" fmla="*/ 116935 w 212784"/>
                <a:gd name="connsiteY18" fmla="*/ 14045 h 126402"/>
                <a:gd name="connsiteX19" fmla="*/ 161026 w 212784"/>
                <a:gd name="connsiteY19" fmla="*/ 58094 h 126402"/>
                <a:gd name="connsiteX20" fmla="*/ 160387 w 212784"/>
                <a:gd name="connsiteY20" fmla="*/ 63840 h 126402"/>
                <a:gd name="connsiteX21" fmla="*/ 160387 w 212784"/>
                <a:gd name="connsiteY21" fmla="*/ 64478 h 126402"/>
                <a:gd name="connsiteX22" fmla="*/ 162943 w 212784"/>
                <a:gd name="connsiteY22" fmla="*/ 73416 h 126402"/>
                <a:gd name="connsiteX23" fmla="*/ 170611 w 212784"/>
                <a:gd name="connsiteY23" fmla="*/ 72777 h 126402"/>
                <a:gd name="connsiteX24" fmla="*/ 172528 w 212784"/>
                <a:gd name="connsiteY24" fmla="*/ 71500 h 126402"/>
                <a:gd name="connsiteX25" fmla="*/ 177640 w 212784"/>
                <a:gd name="connsiteY25" fmla="*/ 70862 h 126402"/>
                <a:gd name="connsiteX26" fmla="*/ 200005 w 212784"/>
                <a:gd name="connsiteY26" fmla="*/ 93206 h 126402"/>
                <a:gd name="connsiteX27" fmla="*/ 177640 w 212784"/>
                <a:gd name="connsiteY27" fmla="*/ 114912 h 126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2784" h="126402">
                  <a:moveTo>
                    <a:pt x="177640" y="57456"/>
                  </a:moveTo>
                  <a:cubicBezTo>
                    <a:pt x="176362" y="57456"/>
                    <a:pt x="175084" y="57456"/>
                    <a:pt x="173806" y="57456"/>
                  </a:cubicBezTo>
                  <a:lnTo>
                    <a:pt x="173806" y="56817"/>
                  </a:lnTo>
                  <a:cubicBezTo>
                    <a:pt x="173806" y="25536"/>
                    <a:pt x="148246" y="0"/>
                    <a:pt x="116935" y="0"/>
                  </a:cubicBezTo>
                  <a:cubicBezTo>
                    <a:pt x="92654" y="0"/>
                    <a:pt x="70928" y="15322"/>
                    <a:pt x="62621" y="37027"/>
                  </a:cubicBezTo>
                  <a:cubicBezTo>
                    <a:pt x="58148" y="35112"/>
                    <a:pt x="53036" y="33197"/>
                    <a:pt x="46646" y="33197"/>
                  </a:cubicBezTo>
                  <a:cubicBezTo>
                    <a:pt x="21086" y="33197"/>
                    <a:pt x="0" y="54264"/>
                    <a:pt x="0" y="79800"/>
                  </a:cubicBezTo>
                  <a:cubicBezTo>
                    <a:pt x="0" y="105336"/>
                    <a:pt x="21086" y="126403"/>
                    <a:pt x="46646" y="126403"/>
                  </a:cubicBezTo>
                  <a:lnTo>
                    <a:pt x="177640" y="126403"/>
                  </a:lnTo>
                  <a:cubicBezTo>
                    <a:pt x="196810" y="126403"/>
                    <a:pt x="212784" y="111081"/>
                    <a:pt x="212784" y="91291"/>
                  </a:cubicBezTo>
                  <a:cubicBezTo>
                    <a:pt x="212784" y="73416"/>
                    <a:pt x="196810" y="57456"/>
                    <a:pt x="177640" y="57456"/>
                  </a:cubicBezTo>
                  <a:close/>
                  <a:moveTo>
                    <a:pt x="177640" y="114912"/>
                  </a:moveTo>
                  <a:lnTo>
                    <a:pt x="46646" y="114912"/>
                  </a:lnTo>
                  <a:cubicBezTo>
                    <a:pt x="28116" y="114912"/>
                    <a:pt x="12780" y="99590"/>
                    <a:pt x="12780" y="81076"/>
                  </a:cubicBezTo>
                  <a:cubicBezTo>
                    <a:pt x="12780" y="62563"/>
                    <a:pt x="28116" y="47241"/>
                    <a:pt x="46646" y="47241"/>
                  </a:cubicBezTo>
                  <a:cubicBezTo>
                    <a:pt x="53676" y="47241"/>
                    <a:pt x="57509" y="49157"/>
                    <a:pt x="63261" y="52987"/>
                  </a:cubicBezTo>
                  <a:cubicBezTo>
                    <a:pt x="65177" y="54264"/>
                    <a:pt x="67094" y="54264"/>
                    <a:pt x="69011" y="53625"/>
                  </a:cubicBezTo>
                  <a:cubicBezTo>
                    <a:pt x="70928" y="52987"/>
                    <a:pt x="72206" y="51072"/>
                    <a:pt x="72845" y="49157"/>
                  </a:cubicBezTo>
                  <a:cubicBezTo>
                    <a:pt x="76679" y="29366"/>
                    <a:pt x="95849" y="14045"/>
                    <a:pt x="116935" y="14045"/>
                  </a:cubicBezTo>
                  <a:cubicBezTo>
                    <a:pt x="141217" y="14045"/>
                    <a:pt x="161026" y="33835"/>
                    <a:pt x="161026" y="58094"/>
                  </a:cubicBezTo>
                  <a:cubicBezTo>
                    <a:pt x="161026" y="60009"/>
                    <a:pt x="161026" y="61925"/>
                    <a:pt x="160387" y="63840"/>
                  </a:cubicBezTo>
                  <a:lnTo>
                    <a:pt x="160387" y="64478"/>
                  </a:lnTo>
                  <a:cubicBezTo>
                    <a:pt x="159748" y="65755"/>
                    <a:pt x="158470" y="70862"/>
                    <a:pt x="162943" y="73416"/>
                  </a:cubicBezTo>
                  <a:cubicBezTo>
                    <a:pt x="165500" y="74692"/>
                    <a:pt x="168695" y="74692"/>
                    <a:pt x="170611" y="72777"/>
                  </a:cubicBezTo>
                  <a:cubicBezTo>
                    <a:pt x="171250" y="72139"/>
                    <a:pt x="171889" y="71500"/>
                    <a:pt x="172528" y="71500"/>
                  </a:cubicBezTo>
                  <a:cubicBezTo>
                    <a:pt x="174445" y="70862"/>
                    <a:pt x="175723" y="70862"/>
                    <a:pt x="177640" y="70862"/>
                  </a:cubicBezTo>
                  <a:cubicBezTo>
                    <a:pt x="189781" y="70862"/>
                    <a:pt x="200005" y="81076"/>
                    <a:pt x="200005" y="93206"/>
                  </a:cubicBezTo>
                  <a:cubicBezTo>
                    <a:pt x="200005" y="104697"/>
                    <a:pt x="189781" y="114912"/>
                    <a:pt x="177640" y="114912"/>
                  </a:cubicBezTo>
                  <a:close/>
                </a:path>
              </a:pathLst>
            </a:custGeom>
            <a:solidFill>
              <a:srgbClr val="43B02A"/>
            </a:solidFill>
            <a:ln w="6390" cap="flat">
              <a:noFill/>
              <a:prstDash val="solid"/>
              <a:miter/>
            </a:ln>
          </p:spPr>
          <p:txBody>
            <a:bodyPr rtlCol="0" anchor="ctr"/>
            <a:lstStyle/>
            <a:p>
              <a:endParaRPr lang="en-US"/>
            </a:p>
          </p:txBody>
        </p:sp>
        <p:sp>
          <p:nvSpPr>
            <p:cNvPr id="305" name="Graphic 6">
              <a:extLst>
                <a:ext uri="{FF2B5EF4-FFF2-40B4-BE49-F238E27FC236}">
                  <a16:creationId xmlns:a16="http://schemas.microsoft.com/office/drawing/2014/main" id="{95F3074B-C563-2E4F-920F-AF66036637BD}"/>
                </a:ext>
              </a:extLst>
            </p:cNvPr>
            <p:cNvSpPr/>
            <p:nvPr/>
          </p:nvSpPr>
          <p:spPr>
            <a:xfrm>
              <a:off x="9996934" y="3117977"/>
              <a:ext cx="16433" cy="26296"/>
            </a:xfrm>
            <a:custGeom>
              <a:avLst/>
              <a:gdLst>
                <a:gd name="connsiteX0" fmla="*/ 11625 w 16433"/>
                <a:gd name="connsiteY0" fmla="*/ 122 h 26296"/>
                <a:gd name="connsiteX1" fmla="*/ 3956 w 16433"/>
                <a:gd name="connsiteY1" fmla="*/ 4591 h 26296"/>
                <a:gd name="connsiteX2" fmla="*/ 122 w 16433"/>
                <a:gd name="connsiteY2" fmla="*/ 18636 h 26296"/>
                <a:gd name="connsiteX3" fmla="*/ 4595 w 16433"/>
                <a:gd name="connsiteY3" fmla="*/ 26297 h 26296"/>
                <a:gd name="connsiteX4" fmla="*/ 5874 w 16433"/>
                <a:gd name="connsiteY4" fmla="*/ 26297 h 26296"/>
                <a:gd name="connsiteX5" fmla="*/ 12263 w 16433"/>
                <a:gd name="connsiteY5" fmla="*/ 21190 h 26296"/>
                <a:gd name="connsiteX6" fmla="*/ 16097 w 16433"/>
                <a:gd name="connsiteY6" fmla="*/ 7145 h 26296"/>
                <a:gd name="connsiteX7" fmla="*/ 11625 w 16433"/>
                <a:gd name="connsiteY7" fmla="*/ 122 h 26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433" h="26296">
                  <a:moveTo>
                    <a:pt x="11625" y="122"/>
                  </a:moveTo>
                  <a:cubicBezTo>
                    <a:pt x="8430" y="-516"/>
                    <a:pt x="4595" y="1399"/>
                    <a:pt x="3956" y="4591"/>
                  </a:cubicBezTo>
                  <a:lnTo>
                    <a:pt x="122" y="18636"/>
                  </a:lnTo>
                  <a:cubicBezTo>
                    <a:pt x="-516" y="21828"/>
                    <a:pt x="1400" y="25658"/>
                    <a:pt x="4595" y="26297"/>
                  </a:cubicBezTo>
                  <a:cubicBezTo>
                    <a:pt x="5235" y="26297"/>
                    <a:pt x="5874" y="26297"/>
                    <a:pt x="5874" y="26297"/>
                  </a:cubicBezTo>
                  <a:cubicBezTo>
                    <a:pt x="8430" y="26297"/>
                    <a:pt x="11625" y="24382"/>
                    <a:pt x="12263" y="21190"/>
                  </a:cubicBezTo>
                  <a:lnTo>
                    <a:pt x="16097" y="7145"/>
                  </a:lnTo>
                  <a:cubicBezTo>
                    <a:pt x="17375" y="3953"/>
                    <a:pt x="14820" y="761"/>
                    <a:pt x="11625" y="122"/>
                  </a:cubicBezTo>
                  <a:close/>
                </a:path>
              </a:pathLst>
            </a:custGeom>
            <a:solidFill>
              <a:srgbClr val="43B02A"/>
            </a:solidFill>
            <a:ln w="6390" cap="flat">
              <a:noFill/>
              <a:prstDash val="solid"/>
              <a:miter/>
            </a:ln>
          </p:spPr>
          <p:txBody>
            <a:bodyPr rtlCol="0" anchor="ctr"/>
            <a:lstStyle/>
            <a:p>
              <a:endParaRPr lang="en-US"/>
            </a:p>
          </p:txBody>
        </p:sp>
        <p:sp>
          <p:nvSpPr>
            <p:cNvPr id="306" name="Graphic 6">
              <a:extLst>
                <a:ext uri="{FF2B5EF4-FFF2-40B4-BE49-F238E27FC236}">
                  <a16:creationId xmlns:a16="http://schemas.microsoft.com/office/drawing/2014/main" id="{A44F4644-2E30-044D-8342-CE845A7F351B}"/>
                </a:ext>
              </a:extLst>
            </p:cNvPr>
            <p:cNvSpPr/>
            <p:nvPr/>
          </p:nvSpPr>
          <p:spPr>
            <a:xfrm>
              <a:off x="10007796" y="3075204"/>
              <a:ext cx="16219" cy="26296"/>
            </a:xfrm>
            <a:custGeom>
              <a:avLst/>
              <a:gdLst>
                <a:gd name="connsiteX0" fmla="*/ 11625 w 16219"/>
                <a:gd name="connsiteY0" fmla="*/ 122 h 26296"/>
                <a:gd name="connsiteX1" fmla="*/ 3957 w 16219"/>
                <a:gd name="connsiteY1" fmla="*/ 4591 h 26296"/>
                <a:gd name="connsiteX2" fmla="*/ 122 w 16219"/>
                <a:gd name="connsiteY2" fmla="*/ 18636 h 26296"/>
                <a:gd name="connsiteX3" fmla="*/ 4596 w 16219"/>
                <a:gd name="connsiteY3" fmla="*/ 26297 h 26296"/>
                <a:gd name="connsiteX4" fmla="*/ 5873 w 16219"/>
                <a:gd name="connsiteY4" fmla="*/ 26297 h 26296"/>
                <a:gd name="connsiteX5" fmla="*/ 12263 w 16219"/>
                <a:gd name="connsiteY5" fmla="*/ 21189 h 26296"/>
                <a:gd name="connsiteX6" fmla="*/ 16097 w 16219"/>
                <a:gd name="connsiteY6" fmla="*/ 7145 h 26296"/>
                <a:gd name="connsiteX7" fmla="*/ 11625 w 16219"/>
                <a:gd name="connsiteY7" fmla="*/ 122 h 26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19" h="26296">
                  <a:moveTo>
                    <a:pt x="11625" y="122"/>
                  </a:moveTo>
                  <a:cubicBezTo>
                    <a:pt x="8430" y="-516"/>
                    <a:pt x="4596" y="1399"/>
                    <a:pt x="3957" y="4591"/>
                  </a:cubicBezTo>
                  <a:lnTo>
                    <a:pt x="122" y="18636"/>
                  </a:lnTo>
                  <a:cubicBezTo>
                    <a:pt x="-516" y="21828"/>
                    <a:pt x="1401" y="25658"/>
                    <a:pt x="4596" y="26297"/>
                  </a:cubicBezTo>
                  <a:cubicBezTo>
                    <a:pt x="5235" y="26297"/>
                    <a:pt x="5873" y="26297"/>
                    <a:pt x="5873" y="26297"/>
                  </a:cubicBezTo>
                  <a:cubicBezTo>
                    <a:pt x="8430" y="26297"/>
                    <a:pt x="11625" y="24381"/>
                    <a:pt x="12263" y="21189"/>
                  </a:cubicBezTo>
                  <a:lnTo>
                    <a:pt x="16097" y="7145"/>
                  </a:lnTo>
                  <a:cubicBezTo>
                    <a:pt x="16737" y="3953"/>
                    <a:pt x="14820" y="761"/>
                    <a:pt x="11625" y="122"/>
                  </a:cubicBezTo>
                  <a:close/>
                </a:path>
              </a:pathLst>
            </a:custGeom>
            <a:solidFill>
              <a:srgbClr val="43B02A"/>
            </a:solidFill>
            <a:ln w="6390" cap="flat">
              <a:noFill/>
              <a:prstDash val="solid"/>
              <a:miter/>
            </a:ln>
          </p:spPr>
          <p:txBody>
            <a:bodyPr rtlCol="0" anchor="ctr"/>
            <a:lstStyle/>
            <a:p>
              <a:endParaRPr lang="en-US"/>
            </a:p>
          </p:txBody>
        </p:sp>
        <p:sp>
          <p:nvSpPr>
            <p:cNvPr id="307" name="Graphic 6">
              <a:extLst>
                <a:ext uri="{FF2B5EF4-FFF2-40B4-BE49-F238E27FC236}">
                  <a16:creationId xmlns:a16="http://schemas.microsoft.com/office/drawing/2014/main" id="{0DF3BF11-7574-3C43-AEF1-087212292738}"/>
                </a:ext>
              </a:extLst>
            </p:cNvPr>
            <p:cNvSpPr/>
            <p:nvPr/>
          </p:nvSpPr>
          <p:spPr>
            <a:xfrm>
              <a:off x="10046775" y="3117977"/>
              <a:ext cx="16491" cy="26296"/>
            </a:xfrm>
            <a:custGeom>
              <a:avLst/>
              <a:gdLst>
                <a:gd name="connsiteX0" fmla="*/ 11624 w 16491"/>
                <a:gd name="connsiteY0" fmla="*/ 122 h 26296"/>
                <a:gd name="connsiteX1" fmla="*/ 3956 w 16491"/>
                <a:gd name="connsiteY1" fmla="*/ 4591 h 26296"/>
                <a:gd name="connsiteX2" fmla="*/ 123 w 16491"/>
                <a:gd name="connsiteY2" fmla="*/ 18636 h 26296"/>
                <a:gd name="connsiteX3" fmla="*/ 4595 w 16491"/>
                <a:gd name="connsiteY3" fmla="*/ 26297 h 26296"/>
                <a:gd name="connsiteX4" fmla="*/ 5873 w 16491"/>
                <a:gd name="connsiteY4" fmla="*/ 26297 h 26296"/>
                <a:gd name="connsiteX5" fmla="*/ 12263 w 16491"/>
                <a:gd name="connsiteY5" fmla="*/ 21190 h 26296"/>
                <a:gd name="connsiteX6" fmla="*/ 16097 w 16491"/>
                <a:gd name="connsiteY6" fmla="*/ 7145 h 26296"/>
                <a:gd name="connsiteX7" fmla="*/ 11624 w 16491"/>
                <a:gd name="connsiteY7" fmla="*/ 122 h 26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491" h="26296">
                  <a:moveTo>
                    <a:pt x="11624" y="122"/>
                  </a:moveTo>
                  <a:cubicBezTo>
                    <a:pt x="8429" y="-516"/>
                    <a:pt x="4595" y="1399"/>
                    <a:pt x="3956" y="4591"/>
                  </a:cubicBezTo>
                  <a:lnTo>
                    <a:pt x="123" y="18636"/>
                  </a:lnTo>
                  <a:cubicBezTo>
                    <a:pt x="-517" y="21828"/>
                    <a:pt x="1400" y="25658"/>
                    <a:pt x="4595" y="26297"/>
                  </a:cubicBezTo>
                  <a:cubicBezTo>
                    <a:pt x="5234" y="26297"/>
                    <a:pt x="5873" y="26297"/>
                    <a:pt x="5873" y="26297"/>
                  </a:cubicBezTo>
                  <a:cubicBezTo>
                    <a:pt x="8429" y="26297"/>
                    <a:pt x="11624" y="24382"/>
                    <a:pt x="12263" y="21190"/>
                  </a:cubicBezTo>
                  <a:lnTo>
                    <a:pt x="16097" y="7145"/>
                  </a:lnTo>
                  <a:cubicBezTo>
                    <a:pt x="17375" y="3953"/>
                    <a:pt x="15458" y="761"/>
                    <a:pt x="11624" y="122"/>
                  </a:cubicBezTo>
                  <a:close/>
                </a:path>
              </a:pathLst>
            </a:custGeom>
            <a:solidFill>
              <a:srgbClr val="43B02A"/>
            </a:solidFill>
            <a:ln w="6390" cap="flat">
              <a:noFill/>
              <a:prstDash val="solid"/>
              <a:miter/>
            </a:ln>
          </p:spPr>
          <p:txBody>
            <a:bodyPr rtlCol="0" anchor="ctr"/>
            <a:lstStyle/>
            <a:p>
              <a:endParaRPr lang="en-US"/>
            </a:p>
          </p:txBody>
        </p:sp>
        <p:sp>
          <p:nvSpPr>
            <p:cNvPr id="308" name="Graphic 6">
              <a:extLst>
                <a:ext uri="{FF2B5EF4-FFF2-40B4-BE49-F238E27FC236}">
                  <a16:creationId xmlns:a16="http://schemas.microsoft.com/office/drawing/2014/main" id="{0987BC5D-77AB-A845-B759-B686AAFC83E7}"/>
                </a:ext>
              </a:extLst>
            </p:cNvPr>
            <p:cNvSpPr/>
            <p:nvPr/>
          </p:nvSpPr>
          <p:spPr>
            <a:xfrm>
              <a:off x="10057638" y="3075204"/>
              <a:ext cx="16433" cy="26296"/>
            </a:xfrm>
            <a:custGeom>
              <a:avLst/>
              <a:gdLst>
                <a:gd name="connsiteX0" fmla="*/ 11625 w 16433"/>
                <a:gd name="connsiteY0" fmla="*/ 122 h 26296"/>
                <a:gd name="connsiteX1" fmla="*/ 3956 w 16433"/>
                <a:gd name="connsiteY1" fmla="*/ 4591 h 26296"/>
                <a:gd name="connsiteX2" fmla="*/ 122 w 16433"/>
                <a:gd name="connsiteY2" fmla="*/ 18636 h 26296"/>
                <a:gd name="connsiteX3" fmla="*/ 4595 w 16433"/>
                <a:gd name="connsiteY3" fmla="*/ 26297 h 26296"/>
                <a:gd name="connsiteX4" fmla="*/ 5874 w 16433"/>
                <a:gd name="connsiteY4" fmla="*/ 26297 h 26296"/>
                <a:gd name="connsiteX5" fmla="*/ 12263 w 16433"/>
                <a:gd name="connsiteY5" fmla="*/ 21189 h 26296"/>
                <a:gd name="connsiteX6" fmla="*/ 16097 w 16433"/>
                <a:gd name="connsiteY6" fmla="*/ 7145 h 26296"/>
                <a:gd name="connsiteX7" fmla="*/ 11625 w 16433"/>
                <a:gd name="connsiteY7" fmla="*/ 122 h 26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433" h="26296">
                  <a:moveTo>
                    <a:pt x="11625" y="122"/>
                  </a:moveTo>
                  <a:cubicBezTo>
                    <a:pt x="8430" y="-516"/>
                    <a:pt x="4595" y="1399"/>
                    <a:pt x="3956" y="4591"/>
                  </a:cubicBezTo>
                  <a:lnTo>
                    <a:pt x="122" y="18636"/>
                  </a:lnTo>
                  <a:cubicBezTo>
                    <a:pt x="-516" y="21828"/>
                    <a:pt x="1400" y="25658"/>
                    <a:pt x="4595" y="26297"/>
                  </a:cubicBezTo>
                  <a:cubicBezTo>
                    <a:pt x="5235" y="26297"/>
                    <a:pt x="5874" y="26297"/>
                    <a:pt x="5874" y="26297"/>
                  </a:cubicBezTo>
                  <a:cubicBezTo>
                    <a:pt x="8430" y="26297"/>
                    <a:pt x="11625" y="24381"/>
                    <a:pt x="12263" y="21189"/>
                  </a:cubicBezTo>
                  <a:lnTo>
                    <a:pt x="16097" y="7145"/>
                  </a:lnTo>
                  <a:cubicBezTo>
                    <a:pt x="17375" y="3953"/>
                    <a:pt x="14820" y="761"/>
                    <a:pt x="11625" y="122"/>
                  </a:cubicBezTo>
                  <a:close/>
                </a:path>
              </a:pathLst>
            </a:custGeom>
            <a:solidFill>
              <a:srgbClr val="43B02A"/>
            </a:solidFill>
            <a:ln w="6390" cap="flat">
              <a:noFill/>
              <a:prstDash val="solid"/>
              <a:miter/>
            </a:ln>
          </p:spPr>
          <p:txBody>
            <a:bodyPr rtlCol="0" anchor="ctr"/>
            <a:lstStyle/>
            <a:p>
              <a:endParaRPr lang="en-US"/>
            </a:p>
          </p:txBody>
        </p:sp>
        <p:sp>
          <p:nvSpPr>
            <p:cNvPr id="309" name="Graphic 6">
              <a:extLst>
                <a:ext uri="{FF2B5EF4-FFF2-40B4-BE49-F238E27FC236}">
                  <a16:creationId xmlns:a16="http://schemas.microsoft.com/office/drawing/2014/main" id="{4B43B04B-2A93-3642-A1EF-90754C3778CF}"/>
                </a:ext>
              </a:extLst>
            </p:cNvPr>
            <p:cNvSpPr/>
            <p:nvPr/>
          </p:nvSpPr>
          <p:spPr>
            <a:xfrm>
              <a:off x="10096617" y="3117977"/>
              <a:ext cx="16491" cy="26296"/>
            </a:xfrm>
            <a:custGeom>
              <a:avLst/>
              <a:gdLst>
                <a:gd name="connsiteX0" fmla="*/ 11625 w 16491"/>
                <a:gd name="connsiteY0" fmla="*/ 122 h 26296"/>
                <a:gd name="connsiteX1" fmla="*/ 3956 w 16491"/>
                <a:gd name="connsiteY1" fmla="*/ 4591 h 26296"/>
                <a:gd name="connsiteX2" fmla="*/ 122 w 16491"/>
                <a:gd name="connsiteY2" fmla="*/ 18636 h 26296"/>
                <a:gd name="connsiteX3" fmla="*/ 4596 w 16491"/>
                <a:gd name="connsiteY3" fmla="*/ 26297 h 26296"/>
                <a:gd name="connsiteX4" fmla="*/ 5873 w 16491"/>
                <a:gd name="connsiteY4" fmla="*/ 26297 h 26296"/>
                <a:gd name="connsiteX5" fmla="*/ 12263 w 16491"/>
                <a:gd name="connsiteY5" fmla="*/ 21190 h 26296"/>
                <a:gd name="connsiteX6" fmla="*/ 16097 w 16491"/>
                <a:gd name="connsiteY6" fmla="*/ 7145 h 26296"/>
                <a:gd name="connsiteX7" fmla="*/ 11625 w 16491"/>
                <a:gd name="connsiteY7" fmla="*/ 122 h 26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491" h="26296">
                  <a:moveTo>
                    <a:pt x="11625" y="122"/>
                  </a:moveTo>
                  <a:cubicBezTo>
                    <a:pt x="8430" y="-516"/>
                    <a:pt x="4596" y="1399"/>
                    <a:pt x="3956" y="4591"/>
                  </a:cubicBezTo>
                  <a:lnTo>
                    <a:pt x="122" y="18636"/>
                  </a:lnTo>
                  <a:cubicBezTo>
                    <a:pt x="-516" y="21828"/>
                    <a:pt x="1401" y="25658"/>
                    <a:pt x="4596" y="26297"/>
                  </a:cubicBezTo>
                  <a:cubicBezTo>
                    <a:pt x="5235" y="26297"/>
                    <a:pt x="5873" y="26297"/>
                    <a:pt x="5873" y="26297"/>
                  </a:cubicBezTo>
                  <a:cubicBezTo>
                    <a:pt x="8430" y="26297"/>
                    <a:pt x="11625" y="24382"/>
                    <a:pt x="12263" y="21190"/>
                  </a:cubicBezTo>
                  <a:lnTo>
                    <a:pt x="16097" y="7145"/>
                  </a:lnTo>
                  <a:cubicBezTo>
                    <a:pt x="17376" y="3953"/>
                    <a:pt x="15458" y="761"/>
                    <a:pt x="11625" y="122"/>
                  </a:cubicBezTo>
                  <a:close/>
                </a:path>
              </a:pathLst>
            </a:custGeom>
            <a:solidFill>
              <a:srgbClr val="43B02A"/>
            </a:solidFill>
            <a:ln w="6390" cap="flat">
              <a:noFill/>
              <a:prstDash val="solid"/>
              <a:miter/>
            </a:ln>
          </p:spPr>
          <p:txBody>
            <a:bodyPr rtlCol="0" anchor="ctr"/>
            <a:lstStyle/>
            <a:p>
              <a:endParaRPr lang="en-US"/>
            </a:p>
          </p:txBody>
        </p:sp>
        <p:sp>
          <p:nvSpPr>
            <p:cNvPr id="310" name="Graphic 6">
              <a:extLst>
                <a:ext uri="{FF2B5EF4-FFF2-40B4-BE49-F238E27FC236}">
                  <a16:creationId xmlns:a16="http://schemas.microsoft.com/office/drawing/2014/main" id="{EB705213-F042-C345-9141-1E374EEC9E8D}"/>
                </a:ext>
              </a:extLst>
            </p:cNvPr>
            <p:cNvSpPr/>
            <p:nvPr/>
          </p:nvSpPr>
          <p:spPr>
            <a:xfrm>
              <a:off x="10107480" y="3075204"/>
              <a:ext cx="16433" cy="26296"/>
            </a:xfrm>
            <a:custGeom>
              <a:avLst/>
              <a:gdLst>
                <a:gd name="connsiteX0" fmla="*/ 11624 w 16433"/>
                <a:gd name="connsiteY0" fmla="*/ 122 h 26296"/>
                <a:gd name="connsiteX1" fmla="*/ 3956 w 16433"/>
                <a:gd name="connsiteY1" fmla="*/ 4591 h 26296"/>
                <a:gd name="connsiteX2" fmla="*/ 123 w 16433"/>
                <a:gd name="connsiteY2" fmla="*/ 18636 h 26296"/>
                <a:gd name="connsiteX3" fmla="*/ 4595 w 16433"/>
                <a:gd name="connsiteY3" fmla="*/ 26297 h 26296"/>
                <a:gd name="connsiteX4" fmla="*/ 5873 w 16433"/>
                <a:gd name="connsiteY4" fmla="*/ 26297 h 26296"/>
                <a:gd name="connsiteX5" fmla="*/ 12263 w 16433"/>
                <a:gd name="connsiteY5" fmla="*/ 21189 h 26296"/>
                <a:gd name="connsiteX6" fmla="*/ 16097 w 16433"/>
                <a:gd name="connsiteY6" fmla="*/ 7145 h 26296"/>
                <a:gd name="connsiteX7" fmla="*/ 11624 w 16433"/>
                <a:gd name="connsiteY7" fmla="*/ 122 h 26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433" h="26296">
                  <a:moveTo>
                    <a:pt x="11624" y="122"/>
                  </a:moveTo>
                  <a:cubicBezTo>
                    <a:pt x="8429" y="-516"/>
                    <a:pt x="4595" y="1399"/>
                    <a:pt x="3956" y="4591"/>
                  </a:cubicBezTo>
                  <a:lnTo>
                    <a:pt x="123" y="18636"/>
                  </a:lnTo>
                  <a:cubicBezTo>
                    <a:pt x="-517" y="21828"/>
                    <a:pt x="1400" y="25658"/>
                    <a:pt x="4595" y="26297"/>
                  </a:cubicBezTo>
                  <a:cubicBezTo>
                    <a:pt x="5234" y="26297"/>
                    <a:pt x="5873" y="26297"/>
                    <a:pt x="5873" y="26297"/>
                  </a:cubicBezTo>
                  <a:cubicBezTo>
                    <a:pt x="8429" y="26297"/>
                    <a:pt x="11624" y="24381"/>
                    <a:pt x="12263" y="21189"/>
                  </a:cubicBezTo>
                  <a:lnTo>
                    <a:pt x="16097" y="7145"/>
                  </a:lnTo>
                  <a:cubicBezTo>
                    <a:pt x="17375" y="3953"/>
                    <a:pt x="14819" y="761"/>
                    <a:pt x="11624" y="122"/>
                  </a:cubicBezTo>
                  <a:close/>
                </a:path>
              </a:pathLst>
            </a:custGeom>
            <a:solidFill>
              <a:srgbClr val="43B02A"/>
            </a:solidFill>
            <a:ln w="6390" cap="flat">
              <a:noFill/>
              <a:prstDash val="solid"/>
              <a:miter/>
            </a:ln>
          </p:spPr>
          <p:txBody>
            <a:bodyPr rtlCol="0" anchor="ctr"/>
            <a:lstStyle/>
            <a:p>
              <a:endParaRPr lang="en-US"/>
            </a:p>
          </p:txBody>
        </p:sp>
      </p:grpSp>
      <p:grpSp>
        <p:nvGrpSpPr>
          <p:cNvPr id="311" name="Graphic 6">
            <a:extLst>
              <a:ext uri="{FF2B5EF4-FFF2-40B4-BE49-F238E27FC236}">
                <a16:creationId xmlns:a16="http://schemas.microsoft.com/office/drawing/2014/main" id="{B364AFE9-20AF-5249-A629-8517ABEF13EF}"/>
              </a:ext>
            </a:extLst>
          </p:cNvPr>
          <p:cNvGrpSpPr/>
          <p:nvPr/>
        </p:nvGrpSpPr>
        <p:grpSpPr>
          <a:xfrm>
            <a:off x="9887149" y="1894928"/>
            <a:ext cx="362309" cy="361971"/>
            <a:chOff x="9887149" y="1894928"/>
            <a:chExt cx="362309" cy="361971"/>
          </a:xfrm>
          <a:solidFill>
            <a:srgbClr val="43B02A"/>
          </a:solidFill>
        </p:grpSpPr>
        <p:sp>
          <p:nvSpPr>
            <p:cNvPr id="312" name="Graphic 6">
              <a:extLst>
                <a:ext uri="{FF2B5EF4-FFF2-40B4-BE49-F238E27FC236}">
                  <a16:creationId xmlns:a16="http://schemas.microsoft.com/office/drawing/2014/main" id="{C269951D-990A-1846-BE8B-93C11031BBBE}"/>
                </a:ext>
              </a:extLst>
            </p:cNvPr>
            <p:cNvSpPr/>
            <p:nvPr/>
          </p:nvSpPr>
          <p:spPr>
            <a:xfrm>
              <a:off x="9887149" y="1894928"/>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181474 w 362309"/>
                <a:gd name="connsiteY4" fmla="*/ 0 h 361971"/>
                <a:gd name="connsiteX5" fmla="*/ 180835 w 362309"/>
                <a:gd name="connsiteY5" fmla="*/ 349204 h 361971"/>
                <a:gd name="connsiteX6" fmla="*/ 12780 w 362309"/>
                <a:gd name="connsiteY6" fmla="*/ 180667 h 361971"/>
                <a:gd name="connsiteX7" fmla="*/ 181474 w 362309"/>
                <a:gd name="connsiteY7" fmla="*/ 12768 h 361971"/>
                <a:gd name="connsiteX8" fmla="*/ 349529 w 362309"/>
                <a:gd name="connsiteY8" fmla="*/ 181305 h 361971"/>
                <a:gd name="connsiteX9" fmla="*/ 180835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6"/>
                    <a:pt x="0" y="180667"/>
                  </a:cubicBezTo>
                  <a:cubicBezTo>
                    <a:pt x="0" y="280257"/>
                    <a:pt x="81152" y="361972"/>
                    <a:pt x="180835" y="361972"/>
                  </a:cubicBezTo>
                  <a:cubicBezTo>
                    <a:pt x="281157" y="361972"/>
                    <a:pt x="362309" y="280895"/>
                    <a:pt x="362309" y="181305"/>
                  </a:cubicBezTo>
                  <a:cubicBezTo>
                    <a:pt x="362309" y="81715"/>
                    <a:pt x="281157" y="0"/>
                    <a:pt x="181474" y="0"/>
                  </a:cubicBezTo>
                  <a:close/>
                  <a:moveTo>
                    <a:pt x="180835" y="349204"/>
                  </a:moveTo>
                  <a:cubicBezTo>
                    <a:pt x="88181" y="349204"/>
                    <a:pt x="12780" y="273873"/>
                    <a:pt x="12780" y="180667"/>
                  </a:cubicBezTo>
                  <a:cubicBezTo>
                    <a:pt x="12780" y="88099"/>
                    <a:pt x="88181" y="12768"/>
                    <a:pt x="181474" y="12768"/>
                  </a:cubicBezTo>
                  <a:cubicBezTo>
                    <a:pt x="274128" y="12768"/>
                    <a:pt x="349529" y="88099"/>
                    <a:pt x="349529" y="181305"/>
                  </a:cubicBezTo>
                  <a:cubicBezTo>
                    <a:pt x="349529" y="273873"/>
                    <a:pt x="274128" y="349204"/>
                    <a:pt x="180835" y="349204"/>
                  </a:cubicBezTo>
                  <a:close/>
                </a:path>
              </a:pathLst>
            </a:custGeom>
            <a:solidFill>
              <a:srgbClr val="43B02A"/>
            </a:solidFill>
            <a:ln w="6390" cap="flat">
              <a:noFill/>
              <a:prstDash val="solid"/>
              <a:miter/>
            </a:ln>
          </p:spPr>
          <p:txBody>
            <a:bodyPr rtlCol="0" anchor="ctr"/>
            <a:lstStyle/>
            <a:p>
              <a:endParaRPr lang="en-US"/>
            </a:p>
          </p:txBody>
        </p:sp>
        <p:sp>
          <p:nvSpPr>
            <p:cNvPr id="313" name="Graphic 6">
              <a:extLst>
                <a:ext uri="{FF2B5EF4-FFF2-40B4-BE49-F238E27FC236}">
                  <a16:creationId xmlns:a16="http://schemas.microsoft.com/office/drawing/2014/main" id="{528FBCC4-0CCC-5A49-BCFC-F32752310CD5}"/>
                </a:ext>
              </a:extLst>
            </p:cNvPr>
            <p:cNvSpPr/>
            <p:nvPr/>
          </p:nvSpPr>
          <p:spPr>
            <a:xfrm>
              <a:off x="9954244" y="1961960"/>
              <a:ext cx="228120" cy="135978"/>
            </a:xfrm>
            <a:custGeom>
              <a:avLst/>
              <a:gdLst>
                <a:gd name="connsiteX0" fmla="*/ 191059 w 228120"/>
                <a:gd name="connsiteY0" fmla="*/ 61925 h 135978"/>
                <a:gd name="connsiteX1" fmla="*/ 186586 w 228120"/>
                <a:gd name="connsiteY1" fmla="*/ 61925 h 135978"/>
                <a:gd name="connsiteX2" fmla="*/ 186586 w 228120"/>
                <a:gd name="connsiteY2" fmla="*/ 60648 h 135978"/>
                <a:gd name="connsiteX3" fmla="*/ 125881 w 228120"/>
                <a:gd name="connsiteY3" fmla="*/ 0 h 135978"/>
                <a:gd name="connsiteX4" fmla="*/ 67733 w 228120"/>
                <a:gd name="connsiteY4" fmla="*/ 40219 h 135978"/>
                <a:gd name="connsiteX5" fmla="*/ 49841 w 228120"/>
                <a:gd name="connsiteY5" fmla="*/ 36389 h 135978"/>
                <a:gd name="connsiteX6" fmla="*/ 0 w 228120"/>
                <a:gd name="connsiteY6" fmla="*/ 86184 h 135978"/>
                <a:gd name="connsiteX7" fmla="*/ 49841 w 228120"/>
                <a:gd name="connsiteY7" fmla="*/ 135979 h 135978"/>
                <a:gd name="connsiteX8" fmla="*/ 191059 w 228120"/>
                <a:gd name="connsiteY8" fmla="*/ 135979 h 135978"/>
                <a:gd name="connsiteX9" fmla="*/ 228120 w 228120"/>
                <a:gd name="connsiteY9" fmla="*/ 98952 h 135978"/>
                <a:gd name="connsiteX10" fmla="*/ 191059 w 228120"/>
                <a:gd name="connsiteY10" fmla="*/ 61925 h 135978"/>
                <a:gd name="connsiteX11" fmla="*/ 191059 w 228120"/>
                <a:gd name="connsiteY11" fmla="*/ 123211 h 135978"/>
                <a:gd name="connsiteX12" fmla="*/ 49841 w 228120"/>
                <a:gd name="connsiteY12" fmla="*/ 123211 h 135978"/>
                <a:gd name="connsiteX13" fmla="*/ 12780 w 228120"/>
                <a:gd name="connsiteY13" fmla="*/ 86184 h 135978"/>
                <a:gd name="connsiteX14" fmla="*/ 49841 w 228120"/>
                <a:gd name="connsiteY14" fmla="*/ 49157 h 135978"/>
                <a:gd name="connsiteX15" fmla="*/ 67733 w 228120"/>
                <a:gd name="connsiteY15" fmla="*/ 55541 h 135978"/>
                <a:gd name="connsiteX16" fmla="*/ 73484 w 228120"/>
                <a:gd name="connsiteY16" fmla="*/ 56179 h 135978"/>
                <a:gd name="connsiteX17" fmla="*/ 77318 w 228120"/>
                <a:gd name="connsiteY17" fmla="*/ 51710 h 135978"/>
                <a:gd name="connsiteX18" fmla="*/ 125243 w 228120"/>
                <a:gd name="connsiteY18" fmla="*/ 13406 h 135978"/>
                <a:gd name="connsiteX19" fmla="*/ 173167 w 228120"/>
                <a:gd name="connsiteY19" fmla="*/ 61286 h 135978"/>
                <a:gd name="connsiteX20" fmla="*/ 172528 w 228120"/>
                <a:gd name="connsiteY20" fmla="*/ 67670 h 135978"/>
                <a:gd name="connsiteX21" fmla="*/ 171889 w 228120"/>
                <a:gd name="connsiteY21" fmla="*/ 70862 h 135978"/>
                <a:gd name="connsiteX22" fmla="*/ 175084 w 228120"/>
                <a:gd name="connsiteY22" fmla="*/ 77884 h 135978"/>
                <a:gd name="connsiteX23" fmla="*/ 182752 w 228120"/>
                <a:gd name="connsiteY23" fmla="*/ 77246 h 135978"/>
                <a:gd name="connsiteX24" fmla="*/ 184030 w 228120"/>
                <a:gd name="connsiteY24" fmla="*/ 75969 h 135978"/>
                <a:gd name="connsiteX25" fmla="*/ 190420 w 228120"/>
                <a:gd name="connsiteY25" fmla="*/ 75331 h 135978"/>
                <a:gd name="connsiteX26" fmla="*/ 214702 w 228120"/>
                <a:gd name="connsiteY26" fmla="*/ 99590 h 135978"/>
                <a:gd name="connsiteX27" fmla="*/ 191059 w 228120"/>
                <a:gd name="connsiteY27" fmla="*/ 123211 h 135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28120" h="135978">
                  <a:moveTo>
                    <a:pt x="191059" y="61925"/>
                  </a:moveTo>
                  <a:cubicBezTo>
                    <a:pt x="189781" y="61925"/>
                    <a:pt x="187864" y="61925"/>
                    <a:pt x="186586" y="61925"/>
                  </a:cubicBezTo>
                  <a:cubicBezTo>
                    <a:pt x="186586" y="61286"/>
                    <a:pt x="186586" y="61286"/>
                    <a:pt x="186586" y="60648"/>
                  </a:cubicBezTo>
                  <a:cubicBezTo>
                    <a:pt x="186586" y="27451"/>
                    <a:pt x="159109" y="0"/>
                    <a:pt x="125881" y="0"/>
                  </a:cubicBezTo>
                  <a:cubicBezTo>
                    <a:pt x="99683" y="0"/>
                    <a:pt x="76040" y="16598"/>
                    <a:pt x="67733" y="40219"/>
                  </a:cubicBezTo>
                  <a:cubicBezTo>
                    <a:pt x="62621" y="37665"/>
                    <a:pt x="56870" y="36389"/>
                    <a:pt x="49841" y="36389"/>
                  </a:cubicBezTo>
                  <a:cubicBezTo>
                    <a:pt x="22365" y="36389"/>
                    <a:pt x="0" y="58733"/>
                    <a:pt x="0" y="86184"/>
                  </a:cubicBezTo>
                  <a:cubicBezTo>
                    <a:pt x="0" y="113635"/>
                    <a:pt x="22365" y="135979"/>
                    <a:pt x="49841" y="135979"/>
                  </a:cubicBezTo>
                  <a:lnTo>
                    <a:pt x="191059" y="135979"/>
                  </a:lnTo>
                  <a:cubicBezTo>
                    <a:pt x="211507" y="135979"/>
                    <a:pt x="228120" y="119380"/>
                    <a:pt x="228120" y="98952"/>
                  </a:cubicBezTo>
                  <a:cubicBezTo>
                    <a:pt x="228120" y="78523"/>
                    <a:pt x="211507" y="61925"/>
                    <a:pt x="191059" y="61925"/>
                  </a:cubicBezTo>
                  <a:close/>
                  <a:moveTo>
                    <a:pt x="191059" y="123211"/>
                  </a:moveTo>
                  <a:lnTo>
                    <a:pt x="49841" y="123211"/>
                  </a:lnTo>
                  <a:cubicBezTo>
                    <a:pt x="29394" y="123211"/>
                    <a:pt x="12780" y="106612"/>
                    <a:pt x="12780" y="86184"/>
                  </a:cubicBezTo>
                  <a:cubicBezTo>
                    <a:pt x="12780" y="65755"/>
                    <a:pt x="29394" y="49157"/>
                    <a:pt x="49841" y="49157"/>
                  </a:cubicBezTo>
                  <a:cubicBezTo>
                    <a:pt x="57509" y="49157"/>
                    <a:pt x="61982" y="51710"/>
                    <a:pt x="67733" y="55541"/>
                  </a:cubicBezTo>
                  <a:cubicBezTo>
                    <a:pt x="69650" y="56817"/>
                    <a:pt x="71567" y="56817"/>
                    <a:pt x="73484" y="56179"/>
                  </a:cubicBezTo>
                  <a:cubicBezTo>
                    <a:pt x="75401" y="55541"/>
                    <a:pt x="76679" y="53625"/>
                    <a:pt x="77318" y="51710"/>
                  </a:cubicBezTo>
                  <a:cubicBezTo>
                    <a:pt x="81791" y="30005"/>
                    <a:pt x="102239" y="13406"/>
                    <a:pt x="125243" y="13406"/>
                  </a:cubicBezTo>
                  <a:cubicBezTo>
                    <a:pt x="151441" y="13406"/>
                    <a:pt x="173167" y="35112"/>
                    <a:pt x="173167" y="61286"/>
                  </a:cubicBezTo>
                  <a:cubicBezTo>
                    <a:pt x="173167" y="63201"/>
                    <a:pt x="173167" y="65755"/>
                    <a:pt x="172528" y="67670"/>
                  </a:cubicBezTo>
                  <a:cubicBezTo>
                    <a:pt x="172528" y="68947"/>
                    <a:pt x="171889" y="69585"/>
                    <a:pt x="171889" y="70862"/>
                  </a:cubicBezTo>
                  <a:cubicBezTo>
                    <a:pt x="171250" y="73416"/>
                    <a:pt x="172528" y="75969"/>
                    <a:pt x="175084" y="77884"/>
                  </a:cubicBezTo>
                  <a:cubicBezTo>
                    <a:pt x="177640" y="79161"/>
                    <a:pt x="180196" y="79161"/>
                    <a:pt x="182752" y="77246"/>
                  </a:cubicBezTo>
                  <a:cubicBezTo>
                    <a:pt x="183391" y="76608"/>
                    <a:pt x="184030" y="75969"/>
                    <a:pt x="184030" y="75969"/>
                  </a:cubicBezTo>
                  <a:cubicBezTo>
                    <a:pt x="186586" y="75331"/>
                    <a:pt x="188503" y="75331"/>
                    <a:pt x="190420" y="75331"/>
                  </a:cubicBezTo>
                  <a:cubicBezTo>
                    <a:pt x="203838" y="75331"/>
                    <a:pt x="214702" y="86184"/>
                    <a:pt x="214702" y="99590"/>
                  </a:cubicBezTo>
                  <a:cubicBezTo>
                    <a:pt x="214702" y="112996"/>
                    <a:pt x="204478" y="123211"/>
                    <a:pt x="191059" y="123211"/>
                  </a:cubicBezTo>
                  <a:close/>
                </a:path>
              </a:pathLst>
            </a:custGeom>
            <a:solidFill>
              <a:srgbClr val="43B02A"/>
            </a:solidFill>
            <a:ln w="6390" cap="flat">
              <a:noFill/>
              <a:prstDash val="solid"/>
              <a:miter/>
            </a:ln>
          </p:spPr>
          <p:txBody>
            <a:bodyPr rtlCol="0" anchor="ctr"/>
            <a:lstStyle/>
            <a:p>
              <a:endParaRPr lang="en-US"/>
            </a:p>
          </p:txBody>
        </p:sp>
        <p:sp>
          <p:nvSpPr>
            <p:cNvPr id="314" name="Graphic 6">
              <a:extLst>
                <a:ext uri="{FF2B5EF4-FFF2-40B4-BE49-F238E27FC236}">
                  <a16:creationId xmlns:a16="http://schemas.microsoft.com/office/drawing/2014/main" id="{B9295322-7639-DB48-B218-0E93316ED1E5}"/>
                </a:ext>
              </a:extLst>
            </p:cNvPr>
            <p:cNvSpPr/>
            <p:nvPr/>
          </p:nvSpPr>
          <p:spPr>
            <a:xfrm>
              <a:off x="10046799" y="2115951"/>
              <a:ext cx="35342" cy="73916"/>
            </a:xfrm>
            <a:custGeom>
              <a:avLst/>
              <a:gdLst>
                <a:gd name="connsiteX0" fmla="*/ 28854 w 35342"/>
                <a:gd name="connsiteY0" fmla="*/ 30506 h 73916"/>
                <a:gd name="connsiteX1" fmla="*/ 16074 w 35342"/>
                <a:gd name="connsiteY1" fmla="*/ 30506 h 73916"/>
                <a:gd name="connsiteX2" fmla="*/ 26937 w 35342"/>
                <a:gd name="connsiteY2" fmla="*/ 8800 h 73916"/>
                <a:gd name="connsiteX3" fmla="*/ 24380 w 35342"/>
                <a:gd name="connsiteY3" fmla="*/ 501 h 73916"/>
                <a:gd name="connsiteX4" fmla="*/ 16074 w 35342"/>
                <a:gd name="connsiteY4" fmla="*/ 3054 h 73916"/>
                <a:gd name="connsiteX5" fmla="*/ 738 w 35342"/>
                <a:gd name="connsiteY5" fmla="*/ 33698 h 73916"/>
                <a:gd name="connsiteX6" fmla="*/ 738 w 35342"/>
                <a:gd name="connsiteY6" fmla="*/ 40082 h 73916"/>
                <a:gd name="connsiteX7" fmla="*/ 6489 w 35342"/>
                <a:gd name="connsiteY7" fmla="*/ 43274 h 73916"/>
                <a:gd name="connsiteX8" fmla="*/ 19269 w 35342"/>
                <a:gd name="connsiteY8" fmla="*/ 43274 h 73916"/>
                <a:gd name="connsiteX9" fmla="*/ 8406 w 35342"/>
                <a:gd name="connsiteY9" fmla="*/ 64979 h 73916"/>
                <a:gd name="connsiteX10" fmla="*/ 10962 w 35342"/>
                <a:gd name="connsiteY10" fmla="*/ 73278 h 73916"/>
                <a:gd name="connsiteX11" fmla="*/ 13518 w 35342"/>
                <a:gd name="connsiteY11" fmla="*/ 73917 h 73916"/>
                <a:gd name="connsiteX12" fmla="*/ 19269 w 35342"/>
                <a:gd name="connsiteY12" fmla="*/ 70086 h 73916"/>
                <a:gd name="connsiteX13" fmla="*/ 34604 w 35342"/>
                <a:gd name="connsiteY13" fmla="*/ 39443 h 73916"/>
                <a:gd name="connsiteX14" fmla="*/ 34604 w 35342"/>
                <a:gd name="connsiteY14" fmla="*/ 33059 h 73916"/>
                <a:gd name="connsiteX15" fmla="*/ 28854 w 35342"/>
                <a:gd name="connsiteY15" fmla="*/ 30506 h 7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342" h="73916">
                  <a:moveTo>
                    <a:pt x="28854" y="30506"/>
                  </a:moveTo>
                  <a:lnTo>
                    <a:pt x="16074" y="30506"/>
                  </a:lnTo>
                  <a:lnTo>
                    <a:pt x="26937" y="8800"/>
                  </a:lnTo>
                  <a:cubicBezTo>
                    <a:pt x="28214" y="5608"/>
                    <a:pt x="26937" y="1778"/>
                    <a:pt x="24380" y="501"/>
                  </a:cubicBezTo>
                  <a:cubicBezTo>
                    <a:pt x="21185" y="-776"/>
                    <a:pt x="17352" y="501"/>
                    <a:pt x="16074" y="3054"/>
                  </a:cubicBezTo>
                  <a:lnTo>
                    <a:pt x="738" y="33698"/>
                  </a:lnTo>
                  <a:cubicBezTo>
                    <a:pt x="-540" y="35613"/>
                    <a:pt x="99" y="38166"/>
                    <a:pt x="738" y="40082"/>
                  </a:cubicBezTo>
                  <a:cubicBezTo>
                    <a:pt x="1377" y="41997"/>
                    <a:pt x="3933" y="43274"/>
                    <a:pt x="6489" y="43274"/>
                  </a:cubicBezTo>
                  <a:lnTo>
                    <a:pt x="19269" y="43274"/>
                  </a:lnTo>
                  <a:lnTo>
                    <a:pt x="8406" y="64979"/>
                  </a:lnTo>
                  <a:cubicBezTo>
                    <a:pt x="7128" y="68171"/>
                    <a:pt x="8406" y="72002"/>
                    <a:pt x="10962" y="73278"/>
                  </a:cubicBezTo>
                  <a:cubicBezTo>
                    <a:pt x="11601" y="73917"/>
                    <a:pt x="12879" y="73917"/>
                    <a:pt x="13518" y="73917"/>
                  </a:cubicBezTo>
                  <a:cubicBezTo>
                    <a:pt x="16074" y="73917"/>
                    <a:pt x="17991" y="72640"/>
                    <a:pt x="19269" y="70086"/>
                  </a:cubicBezTo>
                  <a:lnTo>
                    <a:pt x="34604" y="39443"/>
                  </a:lnTo>
                  <a:cubicBezTo>
                    <a:pt x="35883" y="37528"/>
                    <a:pt x="35244" y="34974"/>
                    <a:pt x="34604" y="33059"/>
                  </a:cubicBezTo>
                  <a:cubicBezTo>
                    <a:pt x="33327" y="31782"/>
                    <a:pt x="31409" y="30506"/>
                    <a:pt x="28854" y="30506"/>
                  </a:cubicBezTo>
                  <a:close/>
                </a:path>
              </a:pathLst>
            </a:custGeom>
            <a:solidFill>
              <a:srgbClr val="43B02A"/>
            </a:solidFill>
            <a:ln w="6390" cap="flat">
              <a:noFill/>
              <a:prstDash val="solid"/>
              <a:miter/>
            </a:ln>
          </p:spPr>
          <p:txBody>
            <a:bodyPr rtlCol="0" anchor="ctr"/>
            <a:lstStyle/>
            <a:p>
              <a:endParaRPr lang="en-US"/>
            </a:p>
          </p:txBody>
        </p:sp>
      </p:grpSp>
      <p:grpSp>
        <p:nvGrpSpPr>
          <p:cNvPr id="315" name="Graphic 6">
            <a:extLst>
              <a:ext uri="{FF2B5EF4-FFF2-40B4-BE49-F238E27FC236}">
                <a16:creationId xmlns:a16="http://schemas.microsoft.com/office/drawing/2014/main" id="{641878DB-7C68-B541-A010-D31C3B0FCA47}"/>
              </a:ext>
            </a:extLst>
          </p:cNvPr>
          <p:cNvGrpSpPr/>
          <p:nvPr/>
        </p:nvGrpSpPr>
        <p:grpSpPr>
          <a:xfrm>
            <a:off x="4660181" y="3823529"/>
            <a:ext cx="362309" cy="361971"/>
            <a:chOff x="4660181" y="3823529"/>
            <a:chExt cx="362309" cy="361971"/>
          </a:xfrm>
          <a:solidFill>
            <a:srgbClr val="046A38"/>
          </a:solidFill>
        </p:grpSpPr>
        <p:sp>
          <p:nvSpPr>
            <p:cNvPr id="316" name="Graphic 6">
              <a:extLst>
                <a:ext uri="{FF2B5EF4-FFF2-40B4-BE49-F238E27FC236}">
                  <a16:creationId xmlns:a16="http://schemas.microsoft.com/office/drawing/2014/main" id="{62D88701-2172-1845-B933-7DB1C29381F6}"/>
                </a:ext>
              </a:extLst>
            </p:cNvPr>
            <p:cNvSpPr/>
            <p:nvPr/>
          </p:nvSpPr>
          <p:spPr>
            <a:xfrm>
              <a:off x="4660181" y="382352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181474 w 362309"/>
                <a:gd name="connsiteY4" fmla="*/ 0 h 361971"/>
                <a:gd name="connsiteX5" fmla="*/ 181474 w 362309"/>
                <a:gd name="connsiteY5" fmla="*/ 349204 h 361971"/>
                <a:gd name="connsiteX6" fmla="*/ 13419 w 362309"/>
                <a:gd name="connsiteY6" fmla="*/ 180667 h 361971"/>
                <a:gd name="connsiteX7" fmla="*/ 182113 w 362309"/>
                <a:gd name="connsiteY7" fmla="*/ 12768 h 361971"/>
                <a:gd name="connsiteX8" fmla="*/ 350168 w 362309"/>
                <a:gd name="connsiteY8" fmla="*/ 181305 h 361971"/>
                <a:gd name="connsiteX9" fmla="*/ 181474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81077"/>
                    <a:pt x="281796" y="0"/>
                    <a:pt x="181474" y="0"/>
                  </a:cubicBezTo>
                  <a:close/>
                  <a:moveTo>
                    <a:pt x="181474" y="349204"/>
                  </a:moveTo>
                  <a:cubicBezTo>
                    <a:pt x="88820" y="349204"/>
                    <a:pt x="13419" y="273873"/>
                    <a:pt x="13419" y="180667"/>
                  </a:cubicBezTo>
                  <a:cubicBezTo>
                    <a:pt x="13419" y="88099"/>
                    <a:pt x="88820" y="12768"/>
                    <a:pt x="182113" y="12768"/>
                  </a:cubicBezTo>
                  <a:cubicBezTo>
                    <a:pt x="274767" y="12768"/>
                    <a:pt x="350168" y="88099"/>
                    <a:pt x="350168" y="181305"/>
                  </a:cubicBezTo>
                  <a:cubicBezTo>
                    <a:pt x="349530" y="273873"/>
                    <a:pt x="274128"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317" name="Graphic 6">
              <a:extLst>
                <a:ext uri="{FF2B5EF4-FFF2-40B4-BE49-F238E27FC236}">
                  <a16:creationId xmlns:a16="http://schemas.microsoft.com/office/drawing/2014/main" id="{68345F83-7C48-8648-9D9A-FDA03946F166}"/>
                </a:ext>
              </a:extLst>
            </p:cNvPr>
            <p:cNvSpPr/>
            <p:nvPr/>
          </p:nvSpPr>
          <p:spPr>
            <a:xfrm>
              <a:off x="4789774" y="4022071"/>
              <a:ext cx="83527" cy="42772"/>
            </a:xfrm>
            <a:custGeom>
              <a:avLst/>
              <a:gdLst>
                <a:gd name="connsiteX0" fmla="*/ 76163 w 83527"/>
                <a:gd name="connsiteY0" fmla="*/ 4468 h 42772"/>
                <a:gd name="connsiteX1" fmla="*/ 76163 w 83527"/>
                <a:gd name="connsiteY1" fmla="*/ 4468 h 42772"/>
                <a:gd name="connsiteX2" fmla="*/ 76163 w 83527"/>
                <a:gd name="connsiteY2" fmla="*/ 4468 h 42772"/>
                <a:gd name="connsiteX3" fmla="*/ 75524 w 83527"/>
                <a:gd name="connsiteY3" fmla="*/ 3192 h 42772"/>
                <a:gd name="connsiteX4" fmla="*/ 74885 w 83527"/>
                <a:gd name="connsiteY4" fmla="*/ 1915 h 42772"/>
                <a:gd name="connsiteX5" fmla="*/ 73607 w 83527"/>
                <a:gd name="connsiteY5" fmla="*/ 1276 h 42772"/>
                <a:gd name="connsiteX6" fmla="*/ 72968 w 83527"/>
                <a:gd name="connsiteY6" fmla="*/ 638 h 42772"/>
                <a:gd name="connsiteX7" fmla="*/ 71690 w 83527"/>
                <a:gd name="connsiteY7" fmla="*/ 0 h 42772"/>
                <a:gd name="connsiteX8" fmla="*/ 70412 w 83527"/>
                <a:gd name="connsiteY8" fmla="*/ 0 h 42772"/>
                <a:gd name="connsiteX9" fmla="*/ 69134 w 83527"/>
                <a:gd name="connsiteY9" fmla="*/ 0 h 42772"/>
                <a:gd name="connsiteX10" fmla="*/ 67856 w 83527"/>
                <a:gd name="connsiteY10" fmla="*/ 0 h 42772"/>
                <a:gd name="connsiteX11" fmla="*/ 67856 w 83527"/>
                <a:gd name="connsiteY11" fmla="*/ 0 h 42772"/>
                <a:gd name="connsiteX12" fmla="*/ 67856 w 83527"/>
                <a:gd name="connsiteY12" fmla="*/ 0 h 42772"/>
                <a:gd name="connsiteX13" fmla="*/ 41657 w 83527"/>
                <a:gd name="connsiteY13" fmla="*/ 7022 h 42772"/>
                <a:gd name="connsiteX14" fmla="*/ 16097 w 83527"/>
                <a:gd name="connsiteY14" fmla="*/ 638 h 42772"/>
                <a:gd name="connsiteX15" fmla="*/ 15458 w 83527"/>
                <a:gd name="connsiteY15" fmla="*/ 638 h 42772"/>
                <a:gd name="connsiteX16" fmla="*/ 14820 w 83527"/>
                <a:gd name="connsiteY16" fmla="*/ 638 h 42772"/>
                <a:gd name="connsiteX17" fmla="*/ 14180 w 83527"/>
                <a:gd name="connsiteY17" fmla="*/ 638 h 42772"/>
                <a:gd name="connsiteX18" fmla="*/ 12902 w 83527"/>
                <a:gd name="connsiteY18" fmla="*/ 638 h 42772"/>
                <a:gd name="connsiteX19" fmla="*/ 11625 w 83527"/>
                <a:gd name="connsiteY19" fmla="*/ 638 h 42772"/>
                <a:gd name="connsiteX20" fmla="*/ 10347 w 83527"/>
                <a:gd name="connsiteY20" fmla="*/ 1276 h 42772"/>
                <a:gd name="connsiteX21" fmla="*/ 9068 w 83527"/>
                <a:gd name="connsiteY21" fmla="*/ 1915 h 42772"/>
                <a:gd name="connsiteX22" fmla="*/ 8430 w 83527"/>
                <a:gd name="connsiteY22" fmla="*/ 2553 h 42772"/>
                <a:gd name="connsiteX23" fmla="*/ 7790 w 83527"/>
                <a:gd name="connsiteY23" fmla="*/ 3830 h 42772"/>
                <a:gd name="connsiteX24" fmla="*/ 7152 w 83527"/>
                <a:gd name="connsiteY24" fmla="*/ 4468 h 42772"/>
                <a:gd name="connsiteX25" fmla="*/ 7152 w 83527"/>
                <a:gd name="connsiteY25" fmla="*/ 5107 h 42772"/>
                <a:gd name="connsiteX26" fmla="*/ 7152 w 83527"/>
                <a:gd name="connsiteY26" fmla="*/ 5745 h 42772"/>
                <a:gd name="connsiteX27" fmla="*/ 122 w 83527"/>
                <a:gd name="connsiteY27" fmla="*/ 34473 h 42772"/>
                <a:gd name="connsiteX28" fmla="*/ 4595 w 83527"/>
                <a:gd name="connsiteY28" fmla="*/ 42134 h 42772"/>
                <a:gd name="connsiteX29" fmla="*/ 5873 w 83527"/>
                <a:gd name="connsiteY29" fmla="*/ 42134 h 42772"/>
                <a:gd name="connsiteX30" fmla="*/ 12263 w 83527"/>
                <a:gd name="connsiteY30" fmla="*/ 37027 h 42772"/>
                <a:gd name="connsiteX31" fmla="*/ 17375 w 83527"/>
                <a:gd name="connsiteY31" fmla="*/ 15960 h 42772"/>
                <a:gd name="connsiteX32" fmla="*/ 41657 w 83527"/>
                <a:gd name="connsiteY32" fmla="*/ 21067 h 42772"/>
                <a:gd name="connsiteX33" fmla="*/ 65300 w 83527"/>
                <a:gd name="connsiteY33" fmla="*/ 15960 h 42772"/>
                <a:gd name="connsiteX34" fmla="*/ 71051 w 83527"/>
                <a:gd name="connsiteY34" fmla="*/ 37665 h 42772"/>
                <a:gd name="connsiteX35" fmla="*/ 77441 w 83527"/>
                <a:gd name="connsiteY35" fmla="*/ 42772 h 42772"/>
                <a:gd name="connsiteX36" fmla="*/ 78719 w 83527"/>
                <a:gd name="connsiteY36" fmla="*/ 42772 h 42772"/>
                <a:gd name="connsiteX37" fmla="*/ 83192 w 83527"/>
                <a:gd name="connsiteY37" fmla="*/ 35112 h 42772"/>
                <a:gd name="connsiteX38" fmla="*/ 76163 w 83527"/>
                <a:gd name="connsiteY38" fmla="*/ 4468 h 4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3527" h="42772">
                  <a:moveTo>
                    <a:pt x="76163" y="4468"/>
                  </a:moveTo>
                  <a:lnTo>
                    <a:pt x="76163" y="4468"/>
                  </a:lnTo>
                  <a:lnTo>
                    <a:pt x="76163" y="4468"/>
                  </a:lnTo>
                  <a:cubicBezTo>
                    <a:pt x="76163" y="3830"/>
                    <a:pt x="75524" y="3192"/>
                    <a:pt x="75524" y="3192"/>
                  </a:cubicBezTo>
                  <a:cubicBezTo>
                    <a:pt x="75524" y="2553"/>
                    <a:pt x="74885" y="2553"/>
                    <a:pt x="74885" y="1915"/>
                  </a:cubicBezTo>
                  <a:cubicBezTo>
                    <a:pt x="74885" y="1276"/>
                    <a:pt x="74246" y="1276"/>
                    <a:pt x="73607" y="1276"/>
                  </a:cubicBezTo>
                  <a:lnTo>
                    <a:pt x="72968" y="638"/>
                  </a:lnTo>
                  <a:cubicBezTo>
                    <a:pt x="72329" y="638"/>
                    <a:pt x="72329" y="0"/>
                    <a:pt x="71690" y="0"/>
                  </a:cubicBezTo>
                  <a:cubicBezTo>
                    <a:pt x="71051" y="0"/>
                    <a:pt x="71051" y="0"/>
                    <a:pt x="70412" y="0"/>
                  </a:cubicBezTo>
                  <a:cubicBezTo>
                    <a:pt x="69773" y="0"/>
                    <a:pt x="69773" y="0"/>
                    <a:pt x="69134" y="0"/>
                  </a:cubicBezTo>
                  <a:cubicBezTo>
                    <a:pt x="68495" y="0"/>
                    <a:pt x="68495" y="0"/>
                    <a:pt x="67856" y="0"/>
                  </a:cubicBezTo>
                  <a:lnTo>
                    <a:pt x="67856" y="0"/>
                  </a:lnTo>
                  <a:lnTo>
                    <a:pt x="67856" y="0"/>
                  </a:lnTo>
                  <a:cubicBezTo>
                    <a:pt x="59549" y="2553"/>
                    <a:pt x="45491" y="7022"/>
                    <a:pt x="41657" y="7022"/>
                  </a:cubicBezTo>
                  <a:cubicBezTo>
                    <a:pt x="28877" y="7022"/>
                    <a:pt x="16097" y="638"/>
                    <a:pt x="16097" y="638"/>
                  </a:cubicBezTo>
                  <a:lnTo>
                    <a:pt x="15458" y="638"/>
                  </a:lnTo>
                  <a:lnTo>
                    <a:pt x="14820" y="638"/>
                  </a:lnTo>
                  <a:lnTo>
                    <a:pt x="14180" y="638"/>
                  </a:lnTo>
                  <a:cubicBezTo>
                    <a:pt x="13541" y="638"/>
                    <a:pt x="13541" y="638"/>
                    <a:pt x="12902" y="638"/>
                  </a:cubicBezTo>
                  <a:cubicBezTo>
                    <a:pt x="12263" y="638"/>
                    <a:pt x="12263" y="638"/>
                    <a:pt x="11625" y="638"/>
                  </a:cubicBezTo>
                  <a:cubicBezTo>
                    <a:pt x="10985" y="638"/>
                    <a:pt x="10985" y="638"/>
                    <a:pt x="10347" y="1276"/>
                  </a:cubicBezTo>
                  <a:cubicBezTo>
                    <a:pt x="9707" y="1276"/>
                    <a:pt x="9707" y="1915"/>
                    <a:pt x="9068" y="1915"/>
                  </a:cubicBezTo>
                  <a:lnTo>
                    <a:pt x="8430" y="2553"/>
                  </a:lnTo>
                  <a:cubicBezTo>
                    <a:pt x="8430" y="3192"/>
                    <a:pt x="7790" y="3192"/>
                    <a:pt x="7790" y="3830"/>
                  </a:cubicBezTo>
                  <a:cubicBezTo>
                    <a:pt x="7790" y="3830"/>
                    <a:pt x="7790" y="3830"/>
                    <a:pt x="7152" y="4468"/>
                  </a:cubicBezTo>
                  <a:lnTo>
                    <a:pt x="7152" y="5107"/>
                  </a:lnTo>
                  <a:lnTo>
                    <a:pt x="7152" y="5745"/>
                  </a:lnTo>
                  <a:lnTo>
                    <a:pt x="122" y="34473"/>
                  </a:lnTo>
                  <a:cubicBezTo>
                    <a:pt x="-516" y="37665"/>
                    <a:pt x="1400" y="41496"/>
                    <a:pt x="4595" y="42134"/>
                  </a:cubicBezTo>
                  <a:cubicBezTo>
                    <a:pt x="5235" y="42134"/>
                    <a:pt x="5873" y="42134"/>
                    <a:pt x="5873" y="42134"/>
                  </a:cubicBezTo>
                  <a:cubicBezTo>
                    <a:pt x="8430" y="42134"/>
                    <a:pt x="11625" y="40219"/>
                    <a:pt x="12263" y="37027"/>
                  </a:cubicBezTo>
                  <a:lnTo>
                    <a:pt x="17375" y="15960"/>
                  </a:lnTo>
                  <a:cubicBezTo>
                    <a:pt x="23126" y="17875"/>
                    <a:pt x="32072" y="20428"/>
                    <a:pt x="41657" y="21067"/>
                  </a:cubicBezTo>
                  <a:cubicBezTo>
                    <a:pt x="47408" y="21067"/>
                    <a:pt x="58271" y="17875"/>
                    <a:pt x="65300" y="15960"/>
                  </a:cubicBezTo>
                  <a:lnTo>
                    <a:pt x="71051" y="37665"/>
                  </a:lnTo>
                  <a:cubicBezTo>
                    <a:pt x="71690" y="40857"/>
                    <a:pt x="74246" y="42772"/>
                    <a:pt x="77441" y="42772"/>
                  </a:cubicBezTo>
                  <a:cubicBezTo>
                    <a:pt x="78080" y="42772"/>
                    <a:pt x="78719" y="42772"/>
                    <a:pt x="78719" y="42772"/>
                  </a:cubicBezTo>
                  <a:cubicBezTo>
                    <a:pt x="81914" y="42134"/>
                    <a:pt x="84470" y="38304"/>
                    <a:pt x="83192" y="35112"/>
                  </a:cubicBezTo>
                  <a:lnTo>
                    <a:pt x="76163" y="4468"/>
                  </a:lnTo>
                  <a:close/>
                </a:path>
              </a:pathLst>
            </a:custGeom>
            <a:solidFill>
              <a:srgbClr val="046A38"/>
            </a:solidFill>
            <a:ln w="6390" cap="flat">
              <a:noFill/>
              <a:prstDash val="solid"/>
              <a:miter/>
            </a:ln>
          </p:spPr>
          <p:txBody>
            <a:bodyPr rtlCol="0" anchor="ctr"/>
            <a:lstStyle/>
            <a:p>
              <a:endParaRPr lang="en-US"/>
            </a:p>
          </p:txBody>
        </p:sp>
        <p:sp>
          <p:nvSpPr>
            <p:cNvPr id="318" name="Graphic 6">
              <a:extLst>
                <a:ext uri="{FF2B5EF4-FFF2-40B4-BE49-F238E27FC236}">
                  <a16:creationId xmlns:a16="http://schemas.microsoft.com/office/drawing/2014/main" id="{84423DF3-ACCE-1244-A583-CAFC0FEB4182}"/>
                </a:ext>
              </a:extLst>
            </p:cNvPr>
            <p:cNvSpPr/>
            <p:nvPr/>
          </p:nvSpPr>
          <p:spPr>
            <a:xfrm>
              <a:off x="4760806" y="4021950"/>
              <a:ext cx="19841" cy="41616"/>
            </a:xfrm>
            <a:custGeom>
              <a:avLst/>
              <a:gdLst>
                <a:gd name="connsiteX0" fmla="*/ 4809 w 19841"/>
                <a:gd name="connsiteY0" fmla="*/ 121 h 41616"/>
                <a:gd name="connsiteX1" fmla="*/ 336 w 19841"/>
                <a:gd name="connsiteY1" fmla="*/ 7782 h 41616"/>
                <a:gd name="connsiteX2" fmla="*/ 7365 w 19841"/>
                <a:gd name="connsiteY2" fmla="*/ 36509 h 41616"/>
                <a:gd name="connsiteX3" fmla="*/ 13755 w 19841"/>
                <a:gd name="connsiteY3" fmla="*/ 41617 h 41616"/>
                <a:gd name="connsiteX4" fmla="*/ 15033 w 19841"/>
                <a:gd name="connsiteY4" fmla="*/ 41617 h 41616"/>
                <a:gd name="connsiteX5" fmla="*/ 19506 w 19841"/>
                <a:gd name="connsiteY5" fmla="*/ 33956 h 41616"/>
                <a:gd name="connsiteX6" fmla="*/ 12477 w 19841"/>
                <a:gd name="connsiteY6" fmla="*/ 5228 h 41616"/>
                <a:gd name="connsiteX7" fmla="*/ 4809 w 19841"/>
                <a:gd name="connsiteY7" fmla="*/ 121 h 41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41" h="41616">
                  <a:moveTo>
                    <a:pt x="4809" y="121"/>
                  </a:moveTo>
                  <a:cubicBezTo>
                    <a:pt x="1614" y="759"/>
                    <a:pt x="-942" y="4590"/>
                    <a:pt x="336" y="7782"/>
                  </a:cubicBezTo>
                  <a:lnTo>
                    <a:pt x="7365" y="36509"/>
                  </a:lnTo>
                  <a:cubicBezTo>
                    <a:pt x="8004" y="39701"/>
                    <a:pt x="10560" y="41617"/>
                    <a:pt x="13755" y="41617"/>
                  </a:cubicBezTo>
                  <a:cubicBezTo>
                    <a:pt x="14394" y="41617"/>
                    <a:pt x="15033" y="41617"/>
                    <a:pt x="15033" y="41617"/>
                  </a:cubicBezTo>
                  <a:cubicBezTo>
                    <a:pt x="18228" y="40978"/>
                    <a:pt x="20784" y="37148"/>
                    <a:pt x="19506" y="33956"/>
                  </a:cubicBezTo>
                  <a:lnTo>
                    <a:pt x="12477" y="5228"/>
                  </a:lnTo>
                  <a:cubicBezTo>
                    <a:pt x="11838" y="1398"/>
                    <a:pt x="8643" y="-518"/>
                    <a:pt x="4809" y="121"/>
                  </a:cubicBezTo>
                  <a:close/>
                </a:path>
              </a:pathLst>
            </a:custGeom>
            <a:solidFill>
              <a:srgbClr val="046A38"/>
            </a:solidFill>
            <a:ln w="6390" cap="flat">
              <a:noFill/>
              <a:prstDash val="solid"/>
              <a:miter/>
            </a:ln>
          </p:spPr>
          <p:txBody>
            <a:bodyPr rtlCol="0" anchor="ctr"/>
            <a:lstStyle/>
            <a:p>
              <a:endParaRPr lang="en-US"/>
            </a:p>
          </p:txBody>
        </p:sp>
        <p:sp>
          <p:nvSpPr>
            <p:cNvPr id="319" name="Graphic 6">
              <a:extLst>
                <a:ext uri="{FF2B5EF4-FFF2-40B4-BE49-F238E27FC236}">
                  <a16:creationId xmlns:a16="http://schemas.microsoft.com/office/drawing/2014/main" id="{1508BC37-8A97-1C4E-9EDF-115A650969D7}"/>
                </a:ext>
              </a:extLst>
            </p:cNvPr>
            <p:cNvSpPr/>
            <p:nvPr/>
          </p:nvSpPr>
          <p:spPr>
            <a:xfrm>
              <a:off x="4724415" y="3914820"/>
              <a:ext cx="233578" cy="177475"/>
            </a:xfrm>
            <a:custGeom>
              <a:avLst/>
              <a:gdLst>
                <a:gd name="connsiteX0" fmla="*/ 186890 w 233578"/>
                <a:gd name="connsiteY0" fmla="*/ 30643 h 177475"/>
                <a:gd name="connsiteX1" fmla="*/ 185612 w 233578"/>
                <a:gd name="connsiteY1" fmla="*/ 9576 h 177475"/>
                <a:gd name="connsiteX2" fmla="*/ 164525 w 233578"/>
                <a:gd name="connsiteY2" fmla="*/ 0 h 177475"/>
                <a:gd name="connsiteX3" fmla="*/ 153023 w 233578"/>
                <a:gd name="connsiteY3" fmla="*/ 5746 h 177475"/>
                <a:gd name="connsiteX4" fmla="*/ 150468 w 233578"/>
                <a:gd name="connsiteY4" fmla="*/ 38943 h 177475"/>
                <a:gd name="connsiteX5" fmla="*/ 138327 w 233578"/>
                <a:gd name="connsiteY5" fmla="*/ 46603 h 177475"/>
                <a:gd name="connsiteX6" fmla="*/ 60369 w 233578"/>
                <a:gd name="connsiteY6" fmla="*/ 34474 h 177475"/>
                <a:gd name="connsiteX7" fmla="*/ 56536 w 233578"/>
                <a:gd name="connsiteY7" fmla="*/ 35112 h 177475"/>
                <a:gd name="connsiteX8" fmla="*/ 15001 w 233578"/>
                <a:gd name="connsiteY8" fmla="*/ 90014 h 177475"/>
                <a:gd name="connsiteX9" fmla="*/ 1582 w 233578"/>
                <a:gd name="connsiteY9" fmla="*/ 143001 h 177475"/>
                <a:gd name="connsiteX10" fmla="*/ 71232 w 233578"/>
                <a:gd name="connsiteY10" fmla="*/ 177475 h 177475"/>
                <a:gd name="connsiteX11" fmla="*/ 94236 w 233578"/>
                <a:gd name="connsiteY11" fmla="*/ 175560 h 177475"/>
                <a:gd name="connsiteX12" fmla="*/ 99348 w 233578"/>
                <a:gd name="connsiteY12" fmla="*/ 168537 h 177475"/>
                <a:gd name="connsiteX13" fmla="*/ 92319 w 233578"/>
                <a:gd name="connsiteY13" fmla="*/ 163430 h 177475"/>
                <a:gd name="connsiteX14" fmla="*/ 13723 w 233578"/>
                <a:gd name="connsiteY14" fmla="*/ 139171 h 177475"/>
                <a:gd name="connsiteX15" fmla="*/ 27142 w 233578"/>
                <a:gd name="connsiteY15" fmla="*/ 95121 h 177475"/>
                <a:gd name="connsiteX16" fmla="*/ 28420 w 233578"/>
                <a:gd name="connsiteY16" fmla="*/ 90653 h 177475"/>
                <a:gd name="connsiteX17" fmla="*/ 59091 w 233578"/>
                <a:gd name="connsiteY17" fmla="*/ 48519 h 177475"/>
                <a:gd name="connsiteX18" fmla="*/ 62925 w 233578"/>
                <a:gd name="connsiteY18" fmla="*/ 47880 h 177475"/>
                <a:gd name="connsiteX19" fmla="*/ 130659 w 233578"/>
                <a:gd name="connsiteY19" fmla="*/ 59371 h 177475"/>
                <a:gd name="connsiteX20" fmla="*/ 134493 w 233578"/>
                <a:gd name="connsiteY20" fmla="*/ 62563 h 177475"/>
                <a:gd name="connsiteX21" fmla="*/ 139605 w 233578"/>
                <a:gd name="connsiteY21" fmla="*/ 61925 h 177475"/>
                <a:gd name="connsiteX22" fmla="*/ 160691 w 233578"/>
                <a:gd name="connsiteY22" fmla="*/ 47880 h 177475"/>
                <a:gd name="connsiteX23" fmla="*/ 163248 w 233578"/>
                <a:gd name="connsiteY23" fmla="*/ 40858 h 177475"/>
                <a:gd name="connsiteX24" fmla="*/ 162608 w 233578"/>
                <a:gd name="connsiteY24" fmla="*/ 14045 h 177475"/>
                <a:gd name="connsiteX25" fmla="*/ 163886 w 233578"/>
                <a:gd name="connsiteY25" fmla="*/ 13407 h 177475"/>
                <a:gd name="connsiteX26" fmla="*/ 174110 w 233578"/>
                <a:gd name="connsiteY26" fmla="*/ 16599 h 177475"/>
                <a:gd name="connsiteX27" fmla="*/ 172193 w 233578"/>
                <a:gd name="connsiteY27" fmla="*/ 32559 h 177475"/>
                <a:gd name="connsiteX28" fmla="*/ 172193 w 233578"/>
                <a:gd name="connsiteY28" fmla="*/ 32559 h 177475"/>
                <a:gd name="connsiteX29" fmla="*/ 171554 w 233578"/>
                <a:gd name="connsiteY29" fmla="*/ 33835 h 177475"/>
                <a:gd name="connsiteX30" fmla="*/ 171554 w 233578"/>
                <a:gd name="connsiteY30" fmla="*/ 35112 h 177475"/>
                <a:gd name="connsiteX31" fmla="*/ 171554 w 233578"/>
                <a:gd name="connsiteY31" fmla="*/ 35112 h 177475"/>
                <a:gd name="connsiteX32" fmla="*/ 171554 w 233578"/>
                <a:gd name="connsiteY32" fmla="*/ 35751 h 177475"/>
                <a:gd name="connsiteX33" fmla="*/ 171554 w 233578"/>
                <a:gd name="connsiteY33" fmla="*/ 37027 h 177475"/>
                <a:gd name="connsiteX34" fmla="*/ 172193 w 233578"/>
                <a:gd name="connsiteY34" fmla="*/ 38304 h 177475"/>
                <a:gd name="connsiteX35" fmla="*/ 172832 w 233578"/>
                <a:gd name="connsiteY35" fmla="*/ 39581 h 177475"/>
                <a:gd name="connsiteX36" fmla="*/ 174110 w 233578"/>
                <a:gd name="connsiteY36" fmla="*/ 40219 h 177475"/>
                <a:gd name="connsiteX37" fmla="*/ 174749 w 233578"/>
                <a:gd name="connsiteY37" fmla="*/ 40858 h 177475"/>
                <a:gd name="connsiteX38" fmla="*/ 174749 w 233578"/>
                <a:gd name="connsiteY38" fmla="*/ 40858 h 177475"/>
                <a:gd name="connsiteX39" fmla="*/ 176027 w 233578"/>
                <a:gd name="connsiteY39" fmla="*/ 41496 h 177475"/>
                <a:gd name="connsiteX40" fmla="*/ 177305 w 233578"/>
                <a:gd name="connsiteY40" fmla="*/ 41496 h 177475"/>
                <a:gd name="connsiteX41" fmla="*/ 177305 w 233578"/>
                <a:gd name="connsiteY41" fmla="*/ 41496 h 177475"/>
                <a:gd name="connsiteX42" fmla="*/ 220757 w 233578"/>
                <a:gd name="connsiteY42" fmla="*/ 84907 h 177475"/>
                <a:gd name="connsiteX43" fmla="*/ 170276 w 233578"/>
                <a:gd name="connsiteY43" fmla="*/ 99590 h 177475"/>
                <a:gd name="connsiteX44" fmla="*/ 169638 w 233578"/>
                <a:gd name="connsiteY44" fmla="*/ 99590 h 177475"/>
                <a:gd name="connsiteX45" fmla="*/ 168359 w 233578"/>
                <a:gd name="connsiteY45" fmla="*/ 99590 h 177475"/>
                <a:gd name="connsiteX46" fmla="*/ 167081 w 233578"/>
                <a:gd name="connsiteY46" fmla="*/ 100229 h 177475"/>
                <a:gd name="connsiteX47" fmla="*/ 165803 w 233578"/>
                <a:gd name="connsiteY47" fmla="*/ 100867 h 177475"/>
                <a:gd name="connsiteX48" fmla="*/ 165164 w 233578"/>
                <a:gd name="connsiteY48" fmla="*/ 101505 h 177475"/>
                <a:gd name="connsiteX49" fmla="*/ 164525 w 233578"/>
                <a:gd name="connsiteY49" fmla="*/ 102782 h 177475"/>
                <a:gd name="connsiteX50" fmla="*/ 163886 w 233578"/>
                <a:gd name="connsiteY50" fmla="*/ 104059 h 177475"/>
                <a:gd name="connsiteX51" fmla="*/ 163886 w 233578"/>
                <a:gd name="connsiteY51" fmla="*/ 104697 h 177475"/>
                <a:gd name="connsiteX52" fmla="*/ 158775 w 233578"/>
                <a:gd name="connsiteY52" fmla="*/ 141724 h 177475"/>
                <a:gd name="connsiteX53" fmla="*/ 164525 w 233578"/>
                <a:gd name="connsiteY53" fmla="*/ 148747 h 177475"/>
                <a:gd name="connsiteX54" fmla="*/ 165164 w 233578"/>
                <a:gd name="connsiteY54" fmla="*/ 148747 h 177475"/>
                <a:gd name="connsiteX55" fmla="*/ 171554 w 233578"/>
                <a:gd name="connsiteY55" fmla="*/ 143001 h 177475"/>
                <a:gd name="connsiteX56" fmla="*/ 176027 w 233578"/>
                <a:gd name="connsiteY56" fmla="*/ 111081 h 177475"/>
                <a:gd name="connsiteX57" fmla="*/ 233537 w 233578"/>
                <a:gd name="connsiteY57" fmla="*/ 83630 h 177475"/>
                <a:gd name="connsiteX58" fmla="*/ 186890 w 233578"/>
                <a:gd name="connsiteY58" fmla="*/ 30643 h 177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33578" h="177475">
                  <a:moveTo>
                    <a:pt x="186890" y="30643"/>
                  </a:moveTo>
                  <a:cubicBezTo>
                    <a:pt x="188807" y="24898"/>
                    <a:pt x="189446" y="16599"/>
                    <a:pt x="185612" y="9576"/>
                  </a:cubicBezTo>
                  <a:cubicBezTo>
                    <a:pt x="181778" y="3192"/>
                    <a:pt x="174749" y="0"/>
                    <a:pt x="164525" y="0"/>
                  </a:cubicBezTo>
                  <a:cubicBezTo>
                    <a:pt x="159413" y="0"/>
                    <a:pt x="155580" y="1916"/>
                    <a:pt x="153023" y="5746"/>
                  </a:cubicBezTo>
                  <a:cubicBezTo>
                    <a:pt x="146634" y="14045"/>
                    <a:pt x="148550" y="30643"/>
                    <a:pt x="150468" y="38943"/>
                  </a:cubicBezTo>
                  <a:lnTo>
                    <a:pt x="138327" y="46603"/>
                  </a:lnTo>
                  <a:cubicBezTo>
                    <a:pt x="122352" y="22344"/>
                    <a:pt x="91680" y="28090"/>
                    <a:pt x="60369" y="34474"/>
                  </a:cubicBezTo>
                  <a:lnTo>
                    <a:pt x="56536" y="35112"/>
                  </a:lnTo>
                  <a:cubicBezTo>
                    <a:pt x="28420" y="40858"/>
                    <a:pt x="11806" y="63202"/>
                    <a:pt x="15001" y="90014"/>
                  </a:cubicBezTo>
                  <a:cubicBezTo>
                    <a:pt x="9889" y="98313"/>
                    <a:pt x="-4808" y="124488"/>
                    <a:pt x="1582" y="143001"/>
                  </a:cubicBezTo>
                  <a:cubicBezTo>
                    <a:pt x="8611" y="164068"/>
                    <a:pt x="36727" y="177475"/>
                    <a:pt x="71232" y="177475"/>
                  </a:cubicBezTo>
                  <a:cubicBezTo>
                    <a:pt x="78900" y="177475"/>
                    <a:pt x="86568" y="176836"/>
                    <a:pt x="94236" y="175560"/>
                  </a:cubicBezTo>
                  <a:cubicBezTo>
                    <a:pt x="97431" y="174921"/>
                    <a:pt x="99987" y="171729"/>
                    <a:pt x="99348" y="168537"/>
                  </a:cubicBezTo>
                  <a:cubicBezTo>
                    <a:pt x="98709" y="165345"/>
                    <a:pt x="95514" y="162792"/>
                    <a:pt x="92319" y="163430"/>
                  </a:cubicBezTo>
                  <a:cubicBezTo>
                    <a:pt x="51424" y="170452"/>
                    <a:pt x="19474" y="156408"/>
                    <a:pt x="13723" y="139171"/>
                  </a:cubicBezTo>
                  <a:cubicBezTo>
                    <a:pt x="9250" y="125765"/>
                    <a:pt x="22030" y="102782"/>
                    <a:pt x="27142" y="95121"/>
                  </a:cubicBezTo>
                  <a:cubicBezTo>
                    <a:pt x="27781" y="93845"/>
                    <a:pt x="28420" y="91930"/>
                    <a:pt x="28420" y="90653"/>
                  </a:cubicBezTo>
                  <a:cubicBezTo>
                    <a:pt x="24586" y="69586"/>
                    <a:pt x="36727" y="52987"/>
                    <a:pt x="59091" y="48519"/>
                  </a:cubicBezTo>
                  <a:lnTo>
                    <a:pt x="62925" y="47880"/>
                  </a:lnTo>
                  <a:cubicBezTo>
                    <a:pt x="99348" y="40858"/>
                    <a:pt x="120435" y="37666"/>
                    <a:pt x="130659" y="59371"/>
                  </a:cubicBezTo>
                  <a:cubicBezTo>
                    <a:pt x="131298" y="61286"/>
                    <a:pt x="133215" y="62563"/>
                    <a:pt x="134493" y="62563"/>
                  </a:cubicBezTo>
                  <a:cubicBezTo>
                    <a:pt x="136410" y="63202"/>
                    <a:pt x="138327" y="62563"/>
                    <a:pt x="139605" y="61925"/>
                  </a:cubicBezTo>
                  <a:lnTo>
                    <a:pt x="160691" y="47880"/>
                  </a:lnTo>
                  <a:cubicBezTo>
                    <a:pt x="163248" y="46603"/>
                    <a:pt x="163886" y="43411"/>
                    <a:pt x="163248" y="40858"/>
                  </a:cubicBezTo>
                  <a:cubicBezTo>
                    <a:pt x="160691" y="31920"/>
                    <a:pt x="159413" y="17875"/>
                    <a:pt x="162608" y="14045"/>
                  </a:cubicBezTo>
                  <a:cubicBezTo>
                    <a:pt x="162608" y="14045"/>
                    <a:pt x="163248" y="13407"/>
                    <a:pt x="163886" y="13407"/>
                  </a:cubicBezTo>
                  <a:cubicBezTo>
                    <a:pt x="167720" y="13407"/>
                    <a:pt x="172832" y="14045"/>
                    <a:pt x="174110" y="16599"/>
                  </a:cubicBezTo>
                  <a:cubicBezTo>
                    <a:pt x="176666" y="20429"/>
                    <a:pt x="174110" y="28728"/>
                    <a:pt x="172193" y="32559"/>
                  </a:cubicBezTo>
                  <a:lnTo>
                    <a:pt x="172193" y="32559"/>
                  </a:lnTo>
                  <a:cubicBezTo>
                    <a:pt x="172193" y="33197"/>
                    <a:pt x="172193" y="33197"/>
                    <a:pt x="171554" y="33835"/>
                  </a:cubicBezTo>
                  <a:cubicBezTo>
                    <a:pt x="171554" y="34474"/>
                    <a:pt x="171554" y="34474"/>
                    <a:pt x="171554" y="35112"/>
                  </a:cubicBezTo>
                  <a:lnTo>
                    <a:pt x="171554" y="35112"/>
                  </a:lnTo>
                  <a:cubicBezTo>
                    <a:pt x="171554" y="35751"/>
                    <a:pt x="171554" y="35751"/>
                    <a:pt x="171554" y="35751"/>
                  </a:cubicBezTo>
                  <a:cubicBezTo>
                    <a:pt x="171554" y="36389"/>
                    <a:pt x="171554" y="36389"/>
                    <a:pt x="171554" y="37027"/>
                  </a:cubicBezTo>
                  <a:cubicBezTo>
                    <a:pt x="171554" y="37666"/>
                    <a:pt x="172193" y="37666"/>
                    <a:pt x="172193" y="38304"/>
                  </a:cubicBezTo>
                  <a:cubicBezTo>
                    <a:pt x="172193" y="38943"/>
                    <a:pt x="172832" y="38943"/>
                    <a:pt x="172832" y="39581"/>
                  </a:cubicBezTo>
                  <a:cubicBezTo>
                    <a:pt x="172832" y="40219"/>
                    <a:pt x="173471" y="40219"/>
                    <a:pt x="174110" y="40219"/>
                  </a:cubicBezTo>
                  <a:lnTo>
                    <a:pt x="174749" y="40858"/>
                  </a:lnTo>
                  <a:lnTo>
                    <a:pt x="174749" y="40858"/>
                  </a:lnTo>
                  <a:cubicBezTo>
                    <a:pt x="175388" y="40858"/>
                    <a:pt x="175388" y="40858"/>
                    <a:pt x="176027" y="41496"/>
                  </a:cubicBezTo>
                  <a:cubicBezTo>
                    <a:pt x="176666" y="41496"/>
                    <a:pt x="176666" y="41496"/>
                    <a:pt x="177305" y="41496"/>
                  </a:cubicBezTo>
                  <a:lnTo>
                    <a:pt x="177305" y="41496"/>
                  </a:lnTo>
                  <a:cubicBezTo>
                    <a:pt x="189446" y="41496"/>
                    <a:pt x="220757" y="72778"/>
                    <a:pt x="220757" y="84907"/>
                  </a:cubicBezTo>
                  <a:cubicBezTo>
                    <a:pt x="220757" y="92568"/>
                    <a:pt x="191363" y="99590"/>
                    <a:pt x="170276" y="99590"/>
                  </a:cubicBezTo>
                  <a:lnTo>
                    <a:pt x="169638" y="99590"/>
                  </a:lnTo>
                  <a:cubicBezTo>
                    <a:pt x="168998" y="99590"/>
                    <a:pt x="168998" y="99590"/>
                    <a:pt x="168359" y="99590"/>
                  </a:cubicBezTo>
                  <a:cubicBezTo>
                    <a:pt x="167720" y="99590"/>
                    <a:pt x="167720" y="100229"/>
                    <a:pt x="167081" y="100229"/>
                  </a:cubicBezTo>
                  <a:cubicBezTo>
                    <a:pt x="166443" y="100229"/>
                    <a:pt x="166443" y="100867"/>
                    <a:pt x="165803" y="100867"/>
                  </a:cubicBezTo>
                  <a:lnTo>
                    <a:pt x="165164" y="101505"/>
                  </a:lnTo>
                  <a:cubicBezTo>
                    <a:pt x="165164" y="102144"/>
                    <a:pt x="164525" y="102144"/>
                    <a:pt x="164525" y="102782"/>
                  </a:cubicBezTo>
                  <a:cubicBezTo>
                    <a:pt x="164525" y="103421"/>
                    <a:pt x="164525" y="103421"/>
                    <a:pt x="163886" y="104059"/>
                  </a:cubicBezTo>
                  <a:lnTo>
                    <a:pt x="163886" y="104697"/>
                  </a:lnTo>
                  <a:lnTo>
                    <a:pt x="158775" y="141724"/>
                  </a:lnTo>
                  <a:cubicBezTo>
                    <a:pt x="158135" y="144916"/>
                    <a:pt x="160691" y="148747"/>
                    <a:pt x="164525" y="148747"/>
                  </a:cubicBezTo>
                  <a:lnTo>
                    <a:pt x="165164" y="148747"/>
                  </a:lnTo>
                  <a:cubicBezTo>
                    <a:pt x="168359" y="148747"/>
                    <a:pt x="170915" y="146193"/>
                    <a:pt x="171554" y="143001"/>
                  </a:cubicBezTo>
                  <a:lnTo>
                    <a:pt x="176027" y="111081"/>
                  </a:lnTo>
                  <a:cubicBezTo>
                    <a:pt x="191363" y="109805"/>
                    <a:pt x="233537" y="105336"/>
                    <a:pt x="233537" y="83630"/>
                  </a:cubicBezTo>
                  <a:cubicBezTo>
                    <a:pt x="234815" y="68309"/>
                    <a:pt x="206699" y="38304"/>
                    <a:pt x="186890" y="30643"/>
                  </a:cubicBezTo>
                  <a:close/>
                </a:path>
              </a:pathLst>
            </a:custGeom>
            <a:solidFill>
              <a:srgbClr val="046A38"/>
            </a:solidFill>
            <a:ln w="6390" cap="flat">
              <a:noFill/>
              <a:prstDash val="solid"/>
              <a:miter/>
            </a:ln>
          </p:spPr>
          <p:txBody>
            <a:bodyPr rtlCol="0" anchor="ctr"/>
            <a:lstStyle/>
            <a:p>
              <a:endParaRPr lang="en-US"/>
            </a:p>
          </p:txBody>
        </p:sp>
      </p:grpSp>
      <p:grpSp>
        <p:nvGrpSpPr>
          <p:cNvPr id="320" name="Graphic 6">
            <a:extLst>
              <a:ext uri="{FF2B5EF4-FFF2-40B4-BE49-F238E27FC236}">
                <a16:creationId xmlns:a16="http://schemas.microsoft.com/office/drawing/2014/main" id="{3A128317-684E-5342-941E-F1B781F01368}"/>
              </a:ext>
            </a:extLst>
          </p:cNvPr>
          <p:cNvGrpSpPr/>
          <p:nvPr/>
        </p:nvGrpSpPr>
        <p:grpSpPr>
          <a:xfrm>
            <a:off x="9885871" y="4310627"/>
            <a:ext cx="362309" cy="361971"/>
            <a:chOff x="9885871" y="4310627"/>
            <a:chExt cx="362309" cy="361971"/>
          </a:xfrm>
          <a:solidFill>
            <a:srgbClr val="43B02A"/>
          </a:solidFill>
        </p:grpSpPr>
        <p:sp>
          <p:nvSpPr>
            <p:cNvPr id="321" name="Graphic 6">
              <a:extLst>
                <a:ext uri="{FF2B5EF4-FFF2-40B4-BE49-F238E27FC236}">
                  <a16:creationId xmlns:a16="http://schemas.microsoft.com/office/drawing/2014/main" id="{2276F8F5-02F7-FF47-806D-B1DC0886AB25}"/>
                </a:ext>
              </a:extLst>
            </p:cNvPr>
            <p:cNvSpPr/>
            <p:nvPr/>
          </p:nvSpPr>
          <p:spPr>
            <a:xfrm>
              <a:off x="9885871" y="431062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181474 w 362309"/>
                <a:gd name="connsiteY4" fmla="*/ 0 h 361971"/>
                <a:gd name="connsiteX5" fmla="*/ 180836 w 362309"/>
                <a:gd name="connsiteY5" fmla="*/ 349204 h 361971"/>
                <a:gd name="connsiteX6" fmla="*/ 12780 w 362309"/>
                <a:gd name="connsiteY6" fmla="*/ 180667 h 361971"/>
                <a:gd name="connsiteX7" fmla="*/ 181474 w 362309"/>
                <a:gd name="connsiteY7" fmla="*/ 12768 h 361971"/>
                <a:gd name="connsiteX8" fmla="*/ 349530 w 362309"/>
                <a:gd name="connsiteY8" fmla="*/ 181305 h 361971"/>
                <a:gd name="connsiteX9" fmla="*/ 180836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3" y="0"/>
                    <a:pt x="0" y="81077"/>
                    <a:pt x="0" y="180667"/>
                  </a:cubicBezTo>
                  <a:cubicBezTo>
                    <a:pt x="0" y="280257"/>
                    <a:pt x="81153" y="361972"/>
                    <a:pt x="180836" y="361972"/>
                  </a:cubicBezTo>
                  <a:cubicBezTo>
                    <a:pt x="281157" y="361972"/>
                    <a:pt x="362310" y="280895"/>
                    <a:pt x="362310" y="181305"/>
                  </a:cubicBezTo>
                  <a:cubicBezTo>
                    <a:pt x="362310" y="81077"/>
                    <a:pt x="281157" y="0"/>
                    <a:pt x="181474" y="0"/>
                  </a:cubicBezTo>
                  <a:close/>
                  <a:moveTo>
                    <a:pt x="180836" y="349204"/>
                  </a:moveTo>
                  <a:cubicBezTo>
                    <a:pt x="88181" y="349204"/>
                    <a:pt x="12780" y="273873"/>
                    <a:pt x="12780" y="180667"/>
                  </a:cubicBezTo>
                  <a:cubicBezTo>
                    <a:pt x="12780" y="88099"/>
                    <a:pt x="88181" y="12768"/>
                    <a:pt x="181474" y="12768"/>
                  </a:cubicBezTo>
                  <a:cubicBezTo>
                    <a:pt x="274767" y="12768"/>
                    <a:pt x="349530" y="88099"/>
                    <a:pt x="349530" y="181305"/>
                  </a:cubicBezTo>
                  <a:cubicBezTo>
                    <a:pt x="349530" y="273873"/>
                    <a:pt x="273490" y="349204"/>
                    <a:pt x="180836" y="349204"/>
                  </a:cubicBezTo>
                  <a:close/>
                </a:path>
              </a:pathLst>
            </a:custGeom>
            <a:solidFill>
              <a:srgbClr val="43B02A"/>
            </a:solidFill>
            <a:ln w="6390" cap="flat">
              <a:noFill/>
              <a:prstDash val="solid"/>
              <a:miter/>
            </a:ln>
          </p:spPr>
          <p:txBody>
            <a:bodyPr rtlCol="0" anchor="ctr"/>
            <a:lstStyle/>
            <a:p>
              <a:endParaRPr lang="en-US"/>
            </a:p>
          </p:txBody>
        </p:sp>
        <p:sp>
          <p:nvSpPr>
            <p:cNvPr id="322" name="Graphic 6">
              <a:extLst>
                <a:ext uri="{FF2B5EF4-FFF2-40B4-BE49-F238E27FC236}">
                  <a16:creationId xmlns:a16="http://schemas.microsoft.com/office/drawing/2014/main" id="{B415E4EE-D22B-D24D-B723-2422B4AE910F}"/>
                </a:ext>
              </a:extLst>
            </p:cNvPr>
            <p:cNvSpPr/>
            <p:nvPr/>
          </p:nvSpPr>
          <p:spPr>
            <a:xfrm>
              <a:off x="9977247" y="4444690"/>
              <a:ext cx="208950" cy="141086"/>
            </a:xfrm>
            <a:custGeom>
              <a:avLst/>
              <a:gdLst>
                <a:gd name="connsiteX0" fmla="*/ 173806 w 208950"/>
                <a:gd name="connsiteY0" fmla="*/ 72778 h 141086"/>
                <a:gd name="connsiteX1" fmla="*/ 170611 w 208950"/>
                <a:gd name="connsiteY1" fmla="*/ 72778 h 141086"/>
                <a:gd name="connsiteX2" fmla="*/ 170611 w 208950"/>
                <a:gd name="connsiteY2" fmla="*/ 72139 h 141086"/>
                <a:gd name="connsiteX3" fmla="*/ 115019 w 208950"/>
                <a:gd name="connsiteY3" fmla="*/ 15960 h 141086"/>
                <a:gd name="connsiteX4" fmla="*/ 92015 w 208950"/>
                <a:gd name="connsiteY4" fmla="*/ 21067 h 141086"/>
                <a:gd name="connsiteX5" fmla="*/ 58148 w 208950"/>
                <a:gd name="connsiteY5" fmla="*/ 0 h 141086"/>
                <a:gd name="connsiteX6" fmla="*/ 19809 w 208950"/>
                <a:gd name="connsiteY6" fmla="*/ 38304 h 141086"/>
                <a:gd name="connsiteX7" fmla="*/ 23642 w 208950"/>
                <a:gd name="connsiteY7" fmla="*/ 54902 h 141086"/>
                <a:gd name="connsiteX8" fmla="*/ 0 w 208950"/>
                <a:gd name="connsiteY8" fmla="*/ 95121 h 141086"/>
                <a:gd name="connsiteX9" fmla="*/ 46007 w 208950"/>
                <a:gd name="connsiteY9" fmla="*/ 141086 h 141086"/>
                <a:gd name="connsiteX10" fmla="*/ 174445 w 208950"/>
                <a:gd name="connsiteY10" fmla="*/ 141086 h 141086"/>
                <a:gd name="connsiteX11" fmla="*/ 208951 w 208950"/>
                <a:gd name="connsiteY11" fmla="*/ 106613 h 141086"/>
                <a:gd name="connsiteX12" fmla="*/ 173806 w 208950"/>
                <a:gd name="connsiteY12" fmla="*/ 72778 h 141086"/>
                <a:gd name="connsiteX13" fmla="*/ 31950 w 208950"/>
                <a:gd name="connsiteY13" fmla="*/ 38943 h 141086"/>
                <a:gd name="connsiteX14" fmla="*/ 57509 w 208950"/>
                <a:gd name="connsiteY14" fmla="*/ 13407 h 141086"/>
                <a:gd name="connsiteX15" fmla="*/ 80513 w 208950"/>
                <a:gd name="connsiteY15" fmla="*/ 27451 h 141086"/>
                <a:gd name="connsiteX16" fmla="*/ 60704 w 208950"/>
                <a:gd name="connsiteY16" fmla="*/ 52987 h 141086"/>
                <a:gd name="connsiteX17" fmla="*/ 44730 w 208950"/>
                <a:gd name="connsiteY17" fmla="*/ 49795 h 141086"/>
                <a:gd name="connsiteX18" fmla="*/ 34506 w 208950"/>
                <a:gd name="connsiteY18" fmla="*/ 51072 h 141086"/>
                <a:gd name="connsiteX19" fmla="*/ 31950 w 208950"/>
                <a:gd name="connsiteY19" fmla="*/ 38943 h 141086"/>
                <a:gd name="connsiteX20" fmla="*/ 173806 w 208950"/>
                <a:gd name="connsiteY20" fmla="*/ 128957 h 141086"/>
                <a:gd name="connsiteX21" fmla="*/ 45368 w 208950"/>
                <a:gd name="connsiteY21" fmla="*/ 128957 h 141086"/>
                <a:gd name="connsiteX22" fmla="*/ 12141 w 208950"/>
                <a:gd name="connsiteY22" fmla="*/ 95760 h 141086"/>
                <a:gd name="connsiteX23" fmla="*/ 45368 w 208950"/>
                <a:gd name="connsiteY23" fmla="*/ 62563 h 141086"/>
                <a:gd name="connsiteX24" fmla="*/ 61343 w 208950"/>
                <a:gd name="connsiteY24" fmla="*/ 68309 h 141086"/>
                <a:gd name="connsiteX25" fmla="*/ 67094 w 208950"/>
                <a:gd name="connsiteY25" fmla="*/ 68947 h 141086"/>
                <a:gd name="connsiteX26" fmla="*/ 70928 w 208950"/>
                <a:gd name="connsiteY26" fmla="*/ 64478 h 141086"/>
                <a:gd name="connsiteX27" fmla="*/ 114380 w 208950"/>
                <a:gd name="connsiteY27" fmla="*/ 30005 h 141086"/>
                <a:gd name="connsiteX28" fmla="*/ 157192 w 208950"/>
                <a:gd name="connsiteY28" fmla="*/ 73416 h 141086"/>
                <a:gd name="connsiteX29" fmla="*/ 156553 w 208950"/>
                <a:gd name="connsiteY29" fmla="*/ 79162 h 141086"/>
                <a:gd name="connsiteX30" fmla="*/ 156553 w 208950"/>
                <a:gd name="connsiteY30" fmla="*/ 79800 h 141086"/>
                <a:gd name="connsiteX31" fmla="*/ 158470 w 208950"/>
                <a:gd name="connsiteY31" fmla="*/ 88738 h 141086"/>
                <a:gd name="connsiteX32" fmla="*/ 166138 w 208950"/>
                <a:gd name="connsiteY32" fmla="*/ 88738 h 141086"/>
                <a:gd name="connsiteX33" fmla="*/ 168695 w 208950"/>
                <a:gd name="connsiteY33" fmla="*/ 87461 h 141086"/>
                <a:gd name="connsiteX34" fmla="*/ 173167 w 208950"/>
                <a:gd name="connsiteY34" fmla="*/ 86822 h 141086"/>
                <a:gd name="connsiteX35" fmla="*/ 194893 w 208950"/>
                <a:gd name="connsiteY35" fmla="*/ 108528 h 141086"/>
                <a:gd name="connsiteX36" fmla="*/ 173806 w 208950"/>
                <a:gd name="connsiteY36" fmla="*/ 128957 h 141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8950" h="141086">
                  <a:moveTo>
                    <a:pt x="173806" y="72778"/>
                  </a:moveTo>
                  <a:cubicBezTo>
                    <a:pt x="172528" y="72778"/>
                    <a:pt x="171250" y="72778"/>
                    <a:pt x="170611" y="72778"/>
                  </a:cubicBezTo>
                  <a:cubicBezTo>
                    <a:pt x="170611" y="72778"/>
                    <a:pt x="170611" y="72778"/>
                    <a:pt x="170611" y="72139"/>
                  </a:cubicBezTo>
                  <a:cubicBezTo>
                    <a:pt x="170611" y="41496"/>
                    <a:pt x="145690" y="16599"/>
                    <a:pt x="115019" y="15960"/>
                  </a:cubicBezTo>
                  <a:cubicBezTo>
                    <a:pt x="106712" y="15960"/>
                    <a:pt x="99044" y="17875"/>
                    <a:pt x="92015" y="21067"/>
                  </a:cubicBezTo>
                  <a:cubicBezTo>
                    <a:pt x="85625" y="8299"/>
                    <a:pt x="72845" y="0"/>
                    <a:pt x="58148" y="0"/>
                  </a:cubicBezTo>
                  <a:cubicBezTo>
                    <a:pt x="37061" y="0"/>
                    <a:pt x="19809" y="17237"/>
                    <a:pt x="19809" y="38304"/>
                  </a:cubicBezTo>
                  <a:cubicBezTo>
                    <a:pt x="19809" y="44050"/>
                    <a:pt x="21086" y="49795"/>
                    <a:pt x="23642" y="54902"/>
                  </a:cubicBezTo>
                  <a:cubicBezTo>
                    <a:pt x="9585" y="62563"/>
                    <a:pt x="0" y="77885"/>
                    <a:pt x="0" y="95121"/>
                  </a:cubicBezTo>
                  <a:cubicBezTo>
                    <a:pt x="0" y="120657"/>
                    <a:pt x="20447" y="141086"/>
                    <a:pt x="46007" y="141086"/>
                  </a:cubicBezTo>
                  <a:lnTo>
                    <a:pt x="174445" y="141086"/>
                  </a:lnTo>
                  <a:cubicBezTo>
                    <a:pt x="193615" y="141086"/>
                    <a:pt x="208951" y="125765"/>
                    <a:pt x="208951" y="106613"/>
                  </a:cubicBezTo>
                  <a:cubicBezTo>
                    <a:pt x="208312" y="88099"/>
                    <a:pt x="192976" y="72778"/>
                    <a:pt x="173806" y="72778"/>
                  </a:cubicBezTo>
                  <a:close/>
                  <a:moveTo>
                    <a:pt x="31950" y="38943"/>
                  </a:moveTo>
                  <a:cubicBezTo>
                    <a:pt x="31950" y="24898"/>
                    <a:pt x="43451" y="13407"/>
                    <a:pt x="57509" y="13407"/>
                  </a:cubicBezTo>
                  <a:cubicBezTo>
                    <a:pt x="67733" y="13407"/>
                    <a:pt x="76040" y="19152"/>
                    <a:pt x="80513" y="27451"/>
                  </a:cubicBezTo>
                  <a:cubicBezTo>
                    <a:pt x="71567" y="33835"/>
                    <a:pt x="64538" y="42773"/>
                    <a:pt x="60704" y="52987"/>
                  </a:cubicBezTo>
                  <a:cubicBezTo>
                    <a:pt x="56231" y="51072"/>
                    <a:pt x="51119" y="49795"/>
                    <a:pt x="44730" y="49795"/>
                  </a:cubicBezTo>
                  <a:cubicBezTo>
                    <a:pt x="40896" y="49795"/>
                    <a:pt x="37701" y="50434"/>
                    <a:pt x="34506" y="51072"/>
                  </a:cubicBezTo>
                  <a:cubicBezTo>
                    <a:pt x="33227" y="47242"/>
                    <a:pt x="31950" y="42773"/>
                    <a:pt x="31950" y="38943"/>
                  </a:cubicBezTo>
                  <a:close/>
                  <a:moveTo>
                    <a:pt x="173806" y="128957"/>
                  </a:moveTo>
                  <a:lnTo>
                    <a:pt x="45368" y="128957"/>
                  </a:lnTo>
                  <a:cubicBezTo>
                    <a:pt x="26837" y="128957"/>
                    <a:pt x="12141" y="114273"/>
                    <a:pt x="12141" y="95760"/>
                  </a:cubicBezTo>
                  <a:cubicBezTo>
                    <a:pt x="12141" y="77246"/>
                    <a:pt x="26837" y="62563"/>
                    <a:pt x="45368" y="62563"/>
                  </a:cubicBezTo>
                  <a:cubicBezTo>
                    <a:pt x="51758" y="62563"/>
                    <a:pt x="56231" y="64478"/>
                    <a:pt x="61343" y="68309"/>
                  </a:cubicBezTo>
                  <a:cubicBezTo>
                    <a:pt x="63261" y="69586"/>
                    <a:pt x="65177" y="69586"/>
                    <a:pt x="67094" y="68947"/>
                  </a:cubicBezTo>
                  <a:cubicBezTo>
                    <a:pt x="69011" y="68309"/>
                    <a:pt x="70289" y="66394"/>
                    <a:pt x="70928" y="64478"/>
                  </a:cubicBezTo>
                  <a:cubicBezTo>
                    <a:pt x="74762" y="44688"/>
                    <a:pt x="93293" y="30005"/>
                    <a:pt x="114380" y="30005"/>
                  </a:cubicBezTo>
                  <a:cubicBezTo>
                    <a:pt x="138022" y="30005"/>
                    <a:pt x="157192" y="49157"/>
                    <a:pt x="157192" y="73416"/>
                  </a:cubicBezTo>
                  <a:cubicBezTo>
                    <a:pt x="157192" y="75331"/>
                    <a:pt x="157192" y="77246"/>
                    <a:pt x="156553" y="79162"/>
                  </a:cubicBezTo>
                  <a:lnTo>
                    <a:pt x="156553" y="79800"/>
                  </a:lnTo>
                  <a:cubicBezTo>
                    <a:pt x="155915" y="81715"/>
                    <a:pt x="154636" y="86184"/>
                    <a:pt x="158470" y="88738"/>
                  </a:cubicBezTo>
                  <a:cubicBezTo>
                    <a:pt x="161026" y="90653"/>
                    <a:pt x="164221" y="90014"/>
                    <a:pt x="166138" y="88738"/>
                  </a:cubicBezTo>
                  <a:cubicBezTo>
                    <a:pt x="166777" y="88099"/>
                    <a:pt x="168055" y="87461"/>
                    <a:pt x="168695" y="87461"/>
                  </a:cubicBezTo>
                  <a:cubicBezTo>
                    <a:pt x="169972" y="86822"/>
                    <a:pt x="171889" y="86822"/>
                    <a:pt x="173167" y="86822"/>
                  </a:cubicBezTo>
                  <a:cubicBezTo>
                    <a:pt x="185308" y="86822"/>
                    <a:pt x="194893" y="96398"/>
                    <a:pt x="194893" y="108528"/>
                  </a:cubicBezTo>
                  <a:cubicBezTo>
                    <a:pt x="195532" y="118742"/>
                    <a:pt x="185947" y="128957"/>
                    <a:pt x="173806" y="128957"/>
                  </a:cubicBezTo>
                  <a:close/>
                </a:path>
              </a:pathLst>
            </a:custGeom>
            <a:solidFill>
              <a:srgbClr val="43B02A"/>
            </a:solidFill>
            <a:ln w="6390" cap="flat">
              <a:noFill/>
              <a:prstDash val="solid"/>
              <a:miter/>
            </a:ln>
          </p:spPr>
          <p:txBody>
            <a:bodyPr rtlCol="0" anchor="ctr"/>
            <a:lstStyle/>
            <a:p>
              <a:endParaRPr lang="en-US"/>
            </a:p>
          </p:txBody>
        </p:sp>
        <p:sp>
          <p:nvSpPr>
            <p:cNvPr id="440" name="Graphic 6">
              <a:extLst>
                <a:ext uri="{FF2B5EF4-FFF2-40B4-BE49-F238E27FC236}">
                  <a16:creationId xmlns:a16="http://schemas.microsoft.com/office/drawing/2014/main" id="{81D59D8F-83A7-9647-A082-2571F72EB0B1}"/>
                </a:ext>
              </a:extLst>
            </p:cNvPr>
            <p:cNvSpPr/>
            <p:nvPr/>
          </p:nvSpPr>
          <p:spPr>
            <a:xfrm>
              <a:off x="10028367" y="4397449"/>
              <a:ext cx="12779" cy="28727"/>
            </a:xfrm>
            <a:custGeom>
              <a:avLst/>
              <a:gdLst>
                <a:gd name="connsiteX0" fmla="*/ 6390 w 12779"/>
                <a:gd name="connsiteY0" fmla="*/ 28728 h 28727"/>
                <a:gd name="connsiteX1" fmla="*/ 12780 w 12779"/>
                <a:gd name="connsiteY1" fmla="*/ 22344 h 28727"/>
                <a:gd name="connsiteX2" fmla="*/ 12780 w 12779"/>
                <a:gd name="connsiteY2" fmla="*/ 6384 h 28727"/>
                <a:gd name="connsiteX3" fmla="*/ 6390 w 12779"/>
                <a:gd name="connsiteY3" fmla="*/ 0 h 28727"/>
                <a:gd name="connsiteX4" fmla="*/ 0 w 12779"/>
                <a:gd name="connsiteY4" fmla="*/ 6384 h 28727"/>
                <a:gd name="connsiteX5" fmla="*/ 0 w 12779"/>
                <a:gd name="connsiteY5" fmla="*/ 22344 h 28727"/>
                <a:gd name="connsiteX6" fmla="*/ 6390 w 12779"/>
                <a:gd name="connsiteY6" fmla="*/ 28728 h 28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8727">
                  <a:moveTo>
                    <a:pt x="6390" y="28728"/>
                  </a:moveTo>
                  <a:cubicBezTo>
                    <a:pt x="10224" y="28728"/>
                    <a:pt x="12780" y="26174"/>
                    <a:pt x="12780" y="22344"/>
                  </a:cubicBezTo>
                  <a:lnTo>
                    <a:pt x="12780" y="6384"/>
                  </a:lnTo>
                  <a:cubicBezTo>
                    <a:pt x="12780" y="2553"/>
                    <a:pt x="10224" y="0"/>
                    <a:pt x="6390" y="0"/>
                  </a:cubicBezTo>
                  <a:cubicBezTo>
                    <a:pt x="2556" y="0"/>
                    <a:pt x="0" y="2553"/>
                    <a:pt x="0" y="6384"/>
                  </a:cubicBezTo>
                  <a:lnTo>
                    <a:pt x="0" y="22344"/>
                  </a:lnTo>
                  <a:cubicBezTo>
                    <a:pt x="0" y="25536"/>
                    <a:pt x="3195" y="28728"/>
                    <a:pt x="6390" y="28728"/>
                  </a:cubicBezTo>
                  <a:close/>
                </a:path>
              </a:pathLst>
            </a:custGeom>
            <a:solidFill>
              <a:srgbClr val="43B02A"/>
            </a:solidFill>
            <a:ln w="6390" cap="flat">
              <a:noFill/>
              <a:prstDash val="solid"/>
              <a:miter/>
            </a:ln>
          </p:spPr>
          <p:txBody>
            <a:bodyPr rtlCol="0" anchor="ctr"/>
            <a:lstStyle/>
            <a:p>
              <a:endParaRPr lang="en-US"/>
            </a:p>
          </p:txBody>
        </p:sp>
        <p:sp>
          <p:nvSpPr>
            <p:cNvPr id="441" name="Graphic 6">
              <a:extLst>
                <a:ext uri="{FF2B5EF4-FFF2-40B4-BE49-F238E27FC236}">
                  <a16:creationId xmlns:a16="http://schemas.microsoft.com/office/drawing/2014/main" id="{693141BF-B6DF-5549-BD9C-5BA6BF5117E9}"/>
                </a:ext>
              </a:extLst>
            </p:cNvPr>
            <p:cNvSpPr/>
            <p:nvPr/>
          </p:nvSpPr>
          <p:spPr>
            <a:xfrm>
              <a:off x="9948493" y="4477249"/>
              <a:ext cx="28754" cy="12767"/>
            </a:xfrm>
            <a:custGeom>
              <a:avLst/>
              <a:gdLst>
                <a:gd name="connsiteX0" fmla="*/ 22365 w 28754"/>
                <a:gd name="connsiteY0" fmla="*/ 0 h 12767"/>
                <a:gd name="connsiteX1" fmla="*/ 6390 w 28754"/>
                <a:gd name="connsiteY1" fmla="*/ 0 h 12767"/>
                <a:gd name="connsiteX2" fmla="*/ 0 w 28754"/>
                <a:gd name="connsiteY2" fmla="*/ 6384 h 12767"/>
                <a:gd name="connsiteX3" fmla="*/ 6390 w 28754"/>
                <a:gd name="connsiteY3" fmla="*/ 12768 h 12767"/>
                <a:gd name="connsiteX4" fmla="*/ 22365 w 28754"/>
                <a:gd name="connsiteY4" fmla="*/ 12768 h 12767"/>
                <a:gd name="connsiteX5" fmla="*/ 28755 w 28754"/>
                <a:gd name="connsiteY5" fmla="*/ 6384 h 12767"/>
                <a:gd name="connsiteX6" fmla="*/ 22365 w 2875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54" h="12767">
                  <a:moveTo>
                    <a:pt x="22365" y="0"/>
                  </a:moveTo>
                  <a:lnTo>
                    <a:pt x="6390" y="0"/>
                  </a:lnTo>
                  <a:cubicBezTo>
                    <a:pt x="2556" y="0"/>
                    <a:pt x="0" y="2553"/>
                    <a:pt x="0" y="6384"/>
                  </a:cubicBezTo>
                  <a:cubicBezTo>
                    <a:pt x="0" y="10214"/>
                    <a:pt x="2556" y="12768"/>
                    <a:pt x="6390" y="12768"/>
                  </a:cubicBezTo>
                  <a:lnTo>
                    <a:pt x="22365" y="12768"/>
                  </a:lnTo>
                  <a:cubicBezTo>
                    <a:pt x="26199" y="12768"/>
                    <a:pt x="28755" y="10214"/>
                    <a:pt x="28755" y="6384"/>
                  </a:cubicBezTo>
                  <a:cubicBezTo>
                    <a:pt x="28755" y="2553"/>
                    <a:pt x="25560" y="0"/>
                    <a:pt x="22365" y="0"/>
                  </a:cubicBezTo>
                  <a:close/>
                </a:path>
              </a:pathLst>
            </a:custGeom>
            <a:solidFill>
              <a:srgbClr val="43B02A"/>
            </a:solidFill>
            <a:ln w="6390" cap="flat">
              <a:noFill/>
              <a:prstDash val="solid"/>
              <a:miter/>
            </a:ln>
          </p:spPr>
          <p:txBody>
            <a:bodyPr rtlCol="0" anchor="ctr"/>
            <a:lstStyle/>
            <a:p>
              <a:endParaRPr lang="en-US"/>
            </a:p>
          </p:txBody>
        </p:sp>
        <p:sp>
          <p:nvSpPr>
            <p:cNvPr id="442" name="Graphic 6">
              <a:extLst>
                <a:ext uri="{FF2B5EF4-FFF2-40B4-BE49-F238E27FC236}">
                  <a16:creationId xmlns:a16="http://schemas.microsoft.com/office/drawing/2014/main" id="{20353E53-79C4-8A42-A8E2-A404755DB789}"/>
                </a:ext>
              </a:extLst>
            </p:cNvPr>
            <p:cNvSpPr/>
            <p:nvPr/>
          </p:nvSpPr>
          <p:spPr>
            <a:xfrm>
              <a:off x="9971497" y="4420431"/>
              <a:ext cx="24281" cy="24258"/>
            </a:xfrm>
            <a:custGeom>
              <a:avLst/>
              <a:gdLst>
                <a:gd name="connsiteX0" fmla="*/ 13419 w 24281"/>
                <a:gd name="connsiteY0" fmla="*/ 22344 h 24258"/>
                <a:gd name="connsiteX1" fmla="*/ 17892 w 24281"/>
                <a:gd name="connsiteY1" fmla="*/ 24259 h 24258"/>
                <a:gd name="connsiteX2" fmla="*/ 22365 w 24281"/>
                <a:gd name="connsiteY2" fmla="*/ 22344 h 24258"/>
                <a:gd name="connsiteX3" fmla="*/ 22365 w 24281"/>
                <a:gd name="connsiteY3" fmla="*/ 13406 h 24258"/>
                <a:gd name="connsiteX4" fmla="*/ 10862 w 24281"/>
                <a:gd name="connsiteY4" fmla="*/ 1915 h 24258"/>
                <a:gd name="connsiteX5" fmla="*/ 1917 w 24281"/>
                <a:gd name="connsiteY5" fmla="*/ 1915 h 24258"/>
                <a:gd name="connsiteX6" fmla="*/ 1917 w 24281"/>
                <a:gd name="connsiteY6" fmla="*/ 10853 h 24258"/>
                <a:gd name="connsiteX7" fmla="*/ 13419 w 24281"/>
                <a:gd name="connsiteY7" fmla="*/ 22344 h 24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81" h="24258">
                  <a:moveTo>
                    <a:pt x="13419" y="22344"/>
                  </a:moveTo>
                  <a:cubicBezTo>
                    <a:pt x="14697" y="23621"/>
                    <a:pt x="16613" y="24259"/>
                    <a:pt x="17892" y="24259"/>
                  </a:cubicBezTo>
                  <a:cubicBezTo>
                    <a:pt x="19808" y="24259"/>
                    <a:pt x="21087" y="23621"/>
                    <a:pt x="22365" y="22344"/>
                  </a:cubicBezTo>
                  <a:cubicBezTo>
                    <a:pt x="24921" y="19790"/>
                    <a:pt x="24921" y="15960"/>
                    <a:pt x="22365" y="13406"/>
                  </a:cubicBezTo>
                  <a:lnTo>
                    <a:pt x="10862" y="1915"/>
                  </a:lnTo>
                  <a:cubicBezTo>
                    <a:pt x="8307" y="-638"/>
                    <a:pt x="4472" y="-638"/>
                    <a:pt x="1917" y="1915"/>
                  </a:cubicBezTo>
                  <a:cubicBezTo>
                    <a:pt x="-639" y="4469"/>
                    <a:pt x="-639" y="8299"/>
                    <a:pt x="1917" y="10853"/>
                  </a:cubicBezTo>
                  <a:lnTo>
                    <a:pt x="13419" y="22344"/>
                  </a:lnTo>
                  <a:close/>
                </a:path>
              </a:pathLst>
            </a:custGeom>
            <a:solidFill>
              <a:srgbClr val="43B02A"/>
            </a:solidFill>
            <a:ln w="6390" cap="flat">
              <a:noFill/>
              <a:prstDash val="solid"/>
              <a:miter/>
            </a:ln>
          </p:spPr>
          <p:txBody>
            <a:bodyPr rtlCol="0" anchor="ctr"/>
            <a:lstStyle/>
            <a:p>
              <a:endParaRPr lang="en-US"/>
            </a:p>
          </p:txBody>
        </p:sp>
        <p:sp>
          <p:nvSpPr>
            <p:cNvPr id="443" name="Graphic 6">
              <a:extLst>
                <a:ext uri="{FF2B5EF4-FFF2-40B4-BE49-F238E27FC236}">
                  <a16:creationId xmlns:a16="http://schemas.microsoft.com/office/drawing/2014/main" id="{B53D3F44-5941-EF4B-91D0-D227D27A73F5}"/>
                </a:ext>
              </a:extLst>
            </p:cNvPr>
            <p:cNvSpPr/>
            <p:nvPr/>
          </p:nvSpPr>
          <p:spPr>
            <a:xfrm>
              <a:off x="10073736" y="4420431"/>
              <a:ext cx="24281" cy="24258"/>
            </a:xfrm>
            <a:custGeom>
              <a:avLst/>
              <a:gdLst>
                <a:gd name="connsiteX0" fmla="*/ 6390 w 24281"/>
                <a:gd name="connsiteY0" fmla="*/ 24259 h 24258"/>
                <a:gd name="connsiteX1" fmla="*/ 10862 w 24281"/>
                <a:gd name="connsiteY1" fmla="*/ 22344 h 24258"/>
                <a:gd name="connsiteX2" fmla="*/ 22365 w 24281"/>
                <a:gd name="connsiteY2" fmla="*/ 10853 h 24258"/>
                <a:gd name="connsiteX3" fmla="*/ 22365 w 24281"/>
                <a:gd name="connsiteY3" fmla="*/ 1915 h 24258"/>
                <a:gd name="connsiteX4" fmla="*/ 13419 w 24281"/>
                <a:gd name="connsiteY4" fmla="*/ 1915 h 24258"/>
                <a:gd name="connsiteX5" fmla="*/ 1917 w 24281"/>
                <a:gd name="connsiteY5" fmla="*/ 13406 h 24258"/>
                <a:gd name="connsiteX6" fmla="*/ 1917 w 24281"/>
                <a:gd name="connsiteY6" fmla="*/ 22344 h 24258"/>
                <a:gd name="connsiteX7" fmla="*/ 6390 w 24281"/>
                <a:gd name="connsiteY7" fmla="*/ 24259 h 24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81" h="24258">
                  <a:moveTo>
                    <a:pt x="6390" y="24259"/>
                  </a:moveTo>
                  <a:cubicBezTo>
                    <a:pt x="8307" y="24259"/>
                    <a:pt x="9585" y="23621"/>
                    <a:pt x="10862" y="22344"/>
                  </a:cubicBezTo>
                  <a:lnTo>
                    <a:pt x="22365" y="10853"/>
                  </a:lnTo>
                  <a:cubicBezTo>
                    <a:pt x="24921" y="8299"/>
                    <a:pt x="24921" y="4469"/>
                    <a:pt x="22365" y="1915"/>
                  </a:cubicBezTo>
                  <a:cubicBezTo>
                    <a:pt x="19808" y="-638"/>
                    <a:pt x="15975" y="-638"/>
                    <a:pt x="13419" y="1915"/>
                  </a:cubicBezTo>
                  <a:lnTo>
                    <a:pt x="1917" y="13406"/>
                  </a:lnTo>
                  <a:cubicBezTo>
                    <a:pt x="-639" y="15960"/>
                    <a:pt x="-639" y="19790"/>
                    <a:pt x="1917" y="22344"/>
                  </a:cubicBezTo>
                  <a:cubicBezTo>
                    <a:pt x="3195" y="23621"/>
                    <a:pt x="5112" y="24259"/>
                    <a:pt x="6390" y="24259"/>
                  </a:cubicBezTo>
                  <a:close/>
                </a:path>
              </a:pathLst>
            </a:custGeom>
            <a:solidFill>
              <a:srgbClr val="43B02A"/>
            </a:solidFill>
            <a:ln w="6390" cap="flat">
              <a:noFill/>
              <a:prstDash val="solid"/>
              <a:miter/>
            </a:ln>
          </p:spPr>
          <p:txBody>
            <a:bodyPr rtlCol="0" anchor="ctr"/>
            <a:lstStyle/>
            <a:p>
              <a:endParaRPr lang="en-US"/>
            </a:p>
          </p:txBody>
        </p:sp>
      </p:grpSp>
      <p:grpSp>
        <p:nvGrpSpPr>
          <p:cNvPr id="444" name="Graphic 6">
            <a:extLst>
              <a:ext uri="{FF2B5EF4-FFF2-40B4-BE49-F238E27FC236}">
                <a16:creationId xmlns:a16="http://schemas.microsoft.com/office/drawing/2014/main" id="{D0AF9650-D649-2C4E-9ABC-AA5EBD6B8B81}"/>
              </a:ext>
            </a:extLst>
          </p:cNvPr>
          <p:cNvGrpSpPr/>
          <p:nvPr/>
        </p:nvGrpSpPr>
        <p:grpSpPr>
          <a:xfrm>
            <a:off x="3608397" y="916902"/>
            <a:ext cx="362309" cy="361971"/>
            <a:chOff x="3608397" y="916902"/>
            <a:chExt cx="362309" cy="361971"/>
          </a:xfrm>
          <a:solidFill>
            <a:srgbClr val="046A38"/>
          </a:solidFill>
        </p:grpSpPr>
        <p:sp>
          <p:nvSpPr>
            <p:cNvPr id="445" name="Graphic 6">
              <a:extLst>
                <a:ext uri="{FF2B5EF4-FFF2-40B4-BE49-F238E27FC236}">
                  <a16:creationId xmlns:a16="http://schemas.microsoft.com/office/drawing/2014/main" id="{AD5068E4-B43F-1341-A636-BAABDBCAAAB3}"/>
                </a:ext>
              </a:extLst>
            </p:cNvPr>
            <p:cNvSpPr/>
            <p:nvPr/>
          </p:nvSpPr>
          <p:spPr>
            <a:xfrm>
              <a:off x="3608397" y="91690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181474 w 362309"/>
                <a:gd name="connsiteY4" fmla="*/ 0 h 361971"/>
                <a:gd name="connsiteX5" fmla="*/ 181474 w 362309"/>
                <a:gd name="connsiteY5" fmla="*/ 349204 h 361971"/>
                <a:gd name="connsiteX6" fmla="*/ 13419 w 362309"/>
                <a:gd name="connsiteY6" fmla="*/ 180667 h 361971"/>
                <a:gd name="connsiteX7" fmla="*/ 182113 w 362309"/>
                <a:gd name="connsiteY7" fmla="*/ 12768 h 361971"/>
                <a:gd name="connsiteX8" fmla="*/ 350168 w 362309"/>
                <a:gd name="connsiteY8" fmla="*/ 181305 h 361971"/>
                <a:gd name="connsiteX9" fmla="*/ 181474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81715"/>
                    <a:pt x="281157" y="0"/>
                    <a:pt x="181474" y="0"/>
                  </a:cubicBezTo>
                  <a:close/>
                  <a:moveTo>
                    <a:pt x="181474" y="349204"/>
                  </a:moveTo>
                  <a:cubicBezTo>
                    <a:pt x="88820" y="349204"/>
                    <a:pt x="13419" y="273873"/>
                    <a:pt x="13419" y="180667"/>
                  </a:cubicBezTo>
                  <a:cubicBezTo>
                    <a:pt x="13419" y="88099"/>
                    <a:pt x="88820" y="12768"/>
                    <a:pt x="182113" y="12768"/>
                  </a:cubicBezTo>
                  <a:cubicBezTo>
                    <a:pt x="274767" y="12768"/>
                    <a:pt x="350168" y="88099"/>
                    <a:pt x="350168" y="181305"/>
                  </a:cubicBezTo>
                  <a:cubicBezTo>
                    <a:pt x="349530" y="273873"/>
                    <a:pt x="274128"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446" name="Graphic 6">
              <a:extLst>
                <a:ext uri="{FF2B5EF4-FFF2-40B4-BE49-F238E27FC236}">
                  <a16:creationId xmlns:a16="http://schemas.microsoft.com/office/drawing/2014/main" id="{BC9BD485-ED22-F142-8B64-43AAD3A6E8C5}"/>
                </a:ext>
              </a:extLst>
            </p:cNvPr>
            <p:cNvSpPr/>
            <p:nvPr/>
          </p:nvSpPr>
          <p:spPr>
            <a:xfrm>
              <a:off x="3709358" y="985211"/>
              <a:ext cx="162943" cy="225354"/>
            </a:xfrm>
            <a:custGeom>
              <a:avLst/>
              <a:gdLst>
                <a:gd name="connsiteX0" fmla="*/ 162305 w 162943"/>
                <a:gd name="connsiteY0" fmla="*/ 5107 h 225354"/>
                <a:gd name="connsiteX1" fmla="*/ 162305 w 162943"/>
                <a:gd name="connsiteY1" fmla="*/ 5107 h 225354"/>
                <a:gd name="connsiteX2" fmla="*/ 162305 w 162943"/>
                <a:gd name="connsiteY2" fmla="*/ 3830 h 225354"/>
                <a:gd name="connsiteX3" fmla="*/ 161665 w 162943"/>
                <a:gd name="connsiteY3" fmla="*/ 2554 h 225354"/>
                <a:gd name="connsiteX4" fmla="*/ 161027 w 162943"/>
                <a:gd name="connsiteY4" fmla="*/ 1277 h 225354"/>
                <a:gd name="connsiteX5" fmla="*/ 160387 w 162943"/>
                <a:gd name="connsiteY5" fmla="*/ 638 h 225354"/>
                <a:gd name="connsiteX6" fmla="*/ 159110 w 162943"/>
                <a:gd name="connsiteY6" fmla="*/ 0 h 225354"/>
                <a:gd name="connsiteX7" fmla="*/ 158470 w 162943"/>
                <a:gd name="connsiteY7" fmla="*/ 0 h 225354"/>
                <a:gd name="connsiteX8" fmla="*/ 158470 w 162943"/>
                <a:gd name="connsiteY8" fmla="*/ 0 h 225354"/>
                <a:gd name="connsiteX9" fmla="*/ 157192 w 162943"/>
                <a:gd name="connsiteY9" fmla="*/ 0 h 225354"/>
                <a:gd name="connsiteX10" fmla="*/ 155915 w 162943"/>
                <a:gd name="connsiteY10" fmla="*/ 0 h 225354"/>
                <a:gd name="connsiteX11" fmla="*/ 155275 w 162943"/>
                <a:gd name="connsiteY11" fmla="*/ 0 h 225354"/>
                <a:gd name="connsiteX12" fmla="*/ 117575 w 162943"/>
                <a:gd name="connsiteY12" fmla="*/ 7661 h 225354"/>
                <a:gd name="connsiteX13" fmla="*/ 115658 w 162943"/>
                <a:gd name="connsiteY13" fmla="*/ 8299 h 225354"/>
                <a:gd name="connsiteX14" fmla="*/ 81152 w 162943"/>
                <a:gd name="connsiteY14" fmla="*/ 0 h 225354"/>
                <a:gd name="connsiteX15" fmla="*/ 46646 w 162943"/>
                <a:gd name="connsiteY15" fmla="*/ 8299 h 225354"/>
                <a:gd name="connsiteX16" fmla="*/ 44730 w 162943"/>
                <a:gd name="connsiteY16" fmla="*/ 7661 h 225354"/>
                <a:gd name="connsiteX17" fmla="*/ 7029 w 162943"/>
                <a:gd name="connsiteY17" fmla="*/ 0 h 225354"/>
                <a:gd name="connsiteX18" fmla="*/ 6390 w 162943"/>
                <a:gd name="connsiteY18" fmla="*/ 0 h 225354"/>
                <a:gd name="connsiteX19" fmla="*/ 5112 w 162943"/>
                <a:gd name="connsiteY19" fmla="*/ 0 h 225354"/>
                <a:gd name="connsiteX20" fmla="*/ 3834 w 162943"/>
                <a:gd name="connsiteY20" fmla="*/ 0 h 225354"/>
                <a:gd name="connsiteX21" fmla="*/ 3834 w 162943"/>
                <a:gd name="connsiteY21" fmla="*/ 0 h 225354"/>
                <a:gd name="connsiteX22" fmla="*/ 3195 w 162943"/>
                <a:gd name="connsiteY22" fmla="*/ 638 h 225354"/>
                <a:gd name="connsiteX23" fmla="*/ 1917 w 162943"/>
                <a:gd name="connsiteY23" fmla="*/ 1277 h 225354"/>
                <a:gd name="connsiteX24" fmla="*/ 1278 w 162943"/>
                <a:gd name="connsiteY24" fmla="*/ 1915 h 225354"/>
                <a:gd name="connsiteX25" fmla="*/ 639 w 162943"/>
                <a:gd name="connsiteY25" fmla="*/ 3192 h 225354"/>
                <a:gd name="connsiteX26" fmla="*/ 0 w 162943"/>
                <a:gd name="connsiteY26" fmla="*/ 4469 h 225354"/>
                <a:gd name="connsiteX27" fmla="*/ 0 w 162943"/>
                <a:gd name="connsiteY27" fmla="*/ 5107 h 225354"/>
                <a:gd name="connsiteX28" fmla="*/ 0 w 162943"/>
                <a:gd name="connsiteY28" fmla="*/ 5746 h 225354"/>
                <a:gd name="connsiteX29" fmla="*/ 0 w 162943"/>
                <a:gd name="connsiteY29" fmla="*/ 7022 h 225354"/>
                <a:gd name="connsiteX30" fmla="*/ 0 w 162943"/>
                <a:gd name="connsiteY30" fmla="*/ 8299 h 225354"/>
                <a:gd name="connsiteX31" fmla="*/ 0 w 162943"/>
                <a:gd name="connsiteY31" fmla="*/ 8938 h 225354"/>
                <a:gd name="connsiteX32" fmla="*/ 12780 w 162943"/>
                <a:gd name="connsiteY32" fmla="*/ 47242 h 225354"/>
                <a:gd name="connsiteX33" fmla="*/ 7029 w 162943"/>
                <a:gd name="connsiteY33" fmla="*/ 75331 h 225354"/>
                <a:gd name="connsiteX34" fmla="*/ 15336 w 162943"/>
                <a:gd name="connsiteY34" fmla="*/ 109804 h 225354"/>
                <a:gd name="connsiteX35" fmla="*/ 14058 w 162943"/>
                <a:gd name="connsiteY35" fmla="*/ 112996 h 225354"/>
                <a:gd name="connsiteX36" fmla="*/ 14058 w 162943"/>
                <a:gd name="connsiteY36" fmla="*/ 181305 h 225354"/>
                <a:gd name="connsiteX37" fmla="*/ 58148 w 162943"/>
                <a:gd name="connsiteY37" fmla="*/ 225355 h 225354"/>
                <a:gd name="connsiteX38" fmla="*/ 141857 w 162943"/>
                <a:gd name="connsiteY38" fmla="*/ 225355 h 225354"/>
                <a:gd name="connsiteX39" fmla="*/ 148247 w 162943"/>
                <a:gd name="connsiteY39" fmla="*/ 218971 h 225354"/>
                <a:gd name="connsiteX40" fmla="*/ 148247 w 162943"/>
                <a:gd name="connsiteY40" fmla="*/ 112996 h 225354"/>
                <a:gd name="connsiteX41" fmla="*/ 146969 w 162943"/>
                <a:gd name="connsiteY41" fmla="*/ 109804 h 225354"/>
                <a:gd name="connsiteX42" fmla="*/ 155915 w 162943"/>
                <a:gd name="connsiteY42" fmla="*/ 75331 h 225354"/>
                <a:gd name="connsiteX43" fmla="*/ 150164 w 162943"/>
                <a:gd name="connsiteY43" fmla="*/ 47242 h 225354"/>
                <a:gd name="connsiteX44" fmla="*/ 162943 w 162943"/>
                <a:gd name="connsiteY44" fmla="*/ 8938 h 225354"/>
                <a:gd name="connsiteX45" fmla="*/ 162943 w 162943"/>
                <a:gd name="connsiteY45" fmla="*/ 8299 h 225354"/>
                <a:gd name="connsiteX46" fmla="*/ 162943 w 162943"/>
                <a:gd name="connsiteY46" fmla="*/ 7022 h 225354"/>
                <a:gd name="connsiteX47" fmla="*/ 162305 w 162943"/>
                <a:gd name="connsiteY47" fmla="*/ 5107 h 225354"/>
                <a:gd name="connsiteX48" fmla="*/ 129716 w 162943"/>
                <a:gd name="connsiteY48" fmla="*/ 37027 h 225354"/>
                <a:gd name="connsiteX49" fmla="*/ 115019 w 162943"/>
                <a:gd name="connsiteY49" fmla="*/ 34474 h 225354"/>
                <a:gd name="connsiteX50" fmla="*/ 81152 w 162943"/>
                <a:gd name="connsiteY50" fmla="*/ 52987 h 225354"/>
                <a:gd name="connsiteX51" fmla="*/ 47286 w 162943"/>
                <a:gd name="connsiteY51" fmla="*/ 34474 h 225354"/>
                <a:gd name="connsiteX52" fmla="*/ 32589 w 162943"/>
                <a:gd name="connsiteY52" fmla="*/ 37027 h 225354"/>
                <a:gd name="connsiteX53" fmla="*/ 81791 w 162943"/>
                <a:gd name="connsiteY53" fmla="*/ 12768 h 225354"/>
                <a:gd name="connsiteX54" fmla="*/ 129716 w 162943"/>
                <a:gd name="connsiteY54" fmla="*/ 37027 h 225354"/>
                <a:gd name="connsiteX55" fmla="*/ 18531 w 162943"/>
                <a:gd name="connsiteY55" fmla="*/ 74693 h 225354"/>
                <a:gd name="connsiteX56" fmla="*/ 46008 w 162943"/>
                <a:gd name="connsiteY56" fmla="*/ 47242 h 225354"/>
                <a:gd name="connsiteX57" fmla="*/ 73484 w 162943"/>
                <a:gd name="connsiteY57" fmla="*/ 74693 h 225354"/>
                <a:gd name="connsiteX58" fmla="*/ 66456 w 162943"/>
                <a:gd name="connsiteY58" fmla="*/ 93206 h 225354"/>
                <a:gd name="connsiteX59" fmla="*/ 65816 w 162943"/>
                <a:gd name="connsiteY59" fmla="*/ 93845 h 225354"/>
                <a:gd name="connsiteX60" fmla="*/ 65177 w 162943"/>
                <a:gd name="connsiteY60" fmla="*/ 95121 h 225354"/>
                <a:gd name="connsiteX61" fmla="*/ 65177 w 162943"/>
                <a:gd name="connsiteY61" fmla="*/ 96398 h 225354"/>
                <a:gd name="connsiteX62" fmla="*/ 65177 w 162943"/>
                <a:gd name="connsiteY62" fmla="*/ 97675 h 225354"/>
                <a:gd name="connsiteX63" fmla="*/ 65177 w 162943"/>
                <a:gd name="connsiteY63" fmla="*/ 98952 h 225354"/>
                <a:gd name="connsiteX64" fmla="*/ 65177 w 162943"/>
                <a:gd name="connsiteY64" fmla="*/ 100229 h 225354"/>
                <a:gd name="connsiteX65" fmla="*/ 65816 w 162943"/>
                <a:gd name="connsiteY65" fmla="*/ 101505 h 225354"/>
                <a:gd name="connsiteX66" fmla="*/ 66456 w 162943"/>
                <a:gd name="connsiteY66" fmla="*/ 102144 h 225354"/>
                <a:gd name="connsiteX67" fmla="*/ 74762 w 162943"/>
                <a:gd name="connsiteY67" fmla="*/ 110443 h 225354"/>
                <a:gd name="connsiteX68" fmla="*/ 79235 w 162943"/>
                <a:gd name="connsiteY68" fmla="*/ 112358 h 225354"/>
                <a:gd name="connsiteX69" fmla="*/ 83708 w 162943"/>
                <a:gd name="connsiteY69" fmla="*/ 110443 h 225354"/>
                <a:gd name="connsiteX70" fmla="*/ 92015 w 162943"/>
                <a:gd name="connsiteY70" fmla="*/ 102144 h 225354"/>
                <a:gd name="connsiteX71" fmla="*/ 92654 w 162943"/>
                <a:gd name="connsiteY71" fmla="*/ 101505 h 225354"/>
                <a:gd name="connsiteX72" fmla="*/ 93293 w 162943"/>
                <a:gd name="connsiteY72" fmla="*/ 100229 h 225354"/>
                <a:gd name="connsiteX73" fmla="*/ 93293 w 162943"/>
                <a:gd name="connsiteY73" fmla="*/ 98952 h 225354"/>
                <a:gd name="connsiteX74" fmla="*/ 93293 w 162943"/>
                <a:gd name="connsiteY74" fmla="*/ 97675 h 225354"/>
                <a:gd name="connsiteX75" fmla="*/ 93293 w 162943"/>
                <a:gd name="connsiteY75" fmla="*/ 96398 h 225354"/>
                <a:gd name="connsiteX76" fmla="*/ 93293 w 162943"/>
                <a:gd name="connsiteY76" fmla="*/ 95121 h 225354"/>
                <a:gd name="connsiteX77" fmla="*/ 92654 w 162943"/>
                <a:gd name="connsiteY77" fmla="*/ 93845 h 225354"/>
                <a:gd name="connsiteX78" fmla="*/ 92015 w 162943"/>
                <a:gd name="connsiteY78" fmla="*/ 92568 h 225354"/>
                <a:gd name="connsiteX79" fmla="*/ 84986 w 162943"/>
                <a:gd name="connsiteY79" fmla="*/ 74054 h 225354"/>
                <a:gd name="connsiteX80" fmla="*/ 112463 w 162943"/>
                <a:gd name="connsiteY80" fmla="*/ 46603 h 225354"/>
                <a:gd name="connsiteX81" fmla="*/ 139940 w 162943"/>
                <a:gd name="connsiteY81" fmla="*/ 74054 h 225354"/>
                <a:gd name="connsiteX82" fmla="*/ 77957 w 162943"/>
                <a:gd name="connsiteY82" fmla="*/ 135979 h 225354"/>
                <a:gd name="connsiteX83" fmla="*/ 18531 w 162943"/>
                <a:gd name="connsiteY83" fmla="*/ 74693 h 225354"/>
                <a:gd name="connsiteX84" fmla="*/ 14058 w 162943"/>
                <a:gd name="connsiteY84" fmla="*/ 14683 h 225354"/>
                <a:gd name="connsiteX85" fmla="*/ 31311 w 162943"/>
                <a:gd name="connsiteY85" fmla="*/ 17875 h 225354"/>
                <a:gd name="connsiteX86" fmla="*/ 19170 w 162943"/>
                <a:gd name="connsiteY86" fmla="*/ 31282 h 225354"/>
                <a:gd name="connsiteX87" fmla="*/ 14058 w 162943"/>
                <a:gd name="connsiteY87" fmla="*/ 14683 h 225354"/>
                <a:gd name="connsiteX88" fmla="*/ 57509 w 162943"/>
                <a:gd name="connsiteY88" fmla="*/ 211948 h 225354"/>
                <a:gd name="connsiteX89" fmla="*/ 26199 w 162943"/>
                <a:gd name="connsiteY89" fmla="*/ 180667 h 225354"/>
                <a:gd name="connsiteX90" fmla="*/ 26199 w 162943"/>
                <a:gd name="connsiteY90" fmla="*/ 125764 h 225354"/>
                <a:gd name="connsiteX91" fmla="*/ 58788 w 162943"/>
                <a:gd name="connsiteY91" fmla="*/ 146193 h 225354"/>
                <a:gd name="connsiteX92" fmla="*/ 58788 w 162943"/>
                <a:gd name="connsiteY92" fmla="*/ 152577 h 225354"/>
                <a:gd name="connsiteX93" fmla="*/ 90098 w 162943"/>
                <a:gd name="connsiteY93" fmla="*/ 211948 h 225354"/>
                <a:gd name="connsiteX94" fmla="*/ 57509 w 162943"/>
                <a:gd name="connsiteY94" fmla="*/ 211948 h 225354"/>
                <a:gd name="connsiteX95" fmla="*/ 134828 w 162943"/>
                <a:gd name="connsiteY95" fmla="*/ 211948 h 225354"/>
                <a:gd name="connsiteX96" fmla="*/ 71567 w 162943"/>
                <a:gd name="connsiteY96" fmla="*/ 152577 h 225354"/>
                <a:gd name="connsiteX97" fmla="*/ 71567 w 162943"/>
                <a:gd name="connsiteY97" fmla="*/ 148747 h 225354"/>
                <a:gd name="connsiteX98" fmla="*/ 80513 w 162943"/>
                <a:gd name="connsiteY98" fmla="*/ 149385 h 225354"/>
                <a:gd name="connsiteX99" fmla="*/ 134828 w 162943"/>
                <a:gd name="connsiteY99" fmla="*/ 125764 h 225354"/>
                <a:gd name="connsiteX100" fmla="*/ 134828 w 162943"/>
                <a:gd name="connsiteY100" fmla="*/ 211948 h 225354"/>
                <a:gd name="connsiteX101" fmla="*/ 129077 w 162943"/>
                <a:gd name="connsiteY101" fmla="*/ 17875 h 225354"/>
                <a:gd name="connsiteX102" fmla="*/ 146330 w 162943"/>
                <a:gd name="connsiteY102" fmla="*/ 14683 h 225354"/>
                <a:gd name="connsiteX103" fmla="*/ 140579 w 162943"/>
                <a:gd name="connsiteY103" fmla="*/ 31282 h 225354"/>
                <a:gd name="connsiteX104" fmla="*/ 129077 w 162943"/>
                <a:gd name="connsiteY104" fmla="*/ 17875 h 225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62943" h="225354">
                  <a:moveTo>
                    <a:pt x="162305" y="5107"/>
                  </a:moveTo>
                  <a:lnTo>
                    <a:pt x="162305" y="5107"/>
                  </a:lnTo>
                  <a:cubicBezTo>
                    <a:pt x="162305" y="4469"/>
                    <a:pt x="162305" y="4469"/>
                    <a:pt x="162305" y="3830"/>
                  </a:cubicBezTo>
                  <a:cubicBezTo>
                    <a:pt x="162305" y="3192"/>
                    <a:pt x="162305" y="3192"/>
                    <a:pt x="161665" y="2554"/>
                  </a:cubicBezTo>
                  <a:cubicBezTo>
                    <a:pt x="161665" y="1915"/>
                    <a:pt x="161027" y="1915"/>
                    <a:pt x="161027" y="1277"/>
                  </a:cubicBezTo>
                  <a:lnTo>
                    <a:pt x="160387" y="638"/>
                  </a:lnTo>
                  <a:cubicBezTo>
                    <a:pt x="159748" y="0"/>
                    <a:pt x="159748" y="0"/>
                    <a:pt x="159110" y="0"/>
                  </a:cubicBezTo>
                  <a:lnTo>
                    <a:pt x="158470" y="0"/>
                  </a:lnTo>
                  <a:lnTo>
                    <a:pt x="158470" y="0"/>
                  </a:lnTo>
                  <a:cubicBezTo>
                    <a:pt x="157832" y="0"/>
                    <a:pt x="157832" y="0"/>
                    <a:pt x="157192" y="0"/>
                  </a:cubicBezTo>
                  <a:cubicBezTo>
                    <a:pt x="156553" y="0"/>
                    <a:pt x="156553" y="0"/>
                    <a:pt x="155915" y="0"/>
                  </a:cubicBezTo>
                  <a:cubicBezTo>
                    <a:pt x="155915" y="0"/>
                    <a:pt x="155915" y="0"/>
                    <a:pt x="155275" y="0"/>
                  </a:cubicBezTo>
                  <a:lnTo>
                    <a:pt x="117575" y="7661"/>
                  </a:lnTo>
                  <a:cubicBezTo>
                    <a:pt x="116936" y="7661"/>
                    <a:pt x="116297" y="8299"/>
                    <a:pt x="115658" y="8299"/>
                  </a:cubicBezTo>
                  <a:cubicBezTo>
                    <a:pt x="105434" y="2554"/>
                    <a:pt x="93293" y="0"/>
                    <a:pt x="81152" y="0"/>
                  </a:cubicBezTo>
                  <a:cubicBezTo>
                    <a:pt x="68372" y="0"/>
                    <a:pt x="56871" y="3192"/>
                    <a:pt x="46646" y="8299"/>
                  </a:cubicBezTo>
                  <a:cubicBezTo>
                    <a:pt x="46008" y="7661"/>
                    <a:pt x="45368" y="7661"/>
                    <a:pt x="44730" y="7661"/>
                  </a:cubicBezTo>
                  <a:lnTo>
                    <a:pt x="7029" y="0"/>
                  </a:lnTo>
                  <a:cubicBezTo>
                    <a:pt x="7029" y="0"/>
                    <a:pt x="7029" y="0"/>
                    <a:pt x="6390" y="0"/>
                  </a:cubicBezTo>
                  <a:cubicBezTo>
                    <a:pt x="5751" y="0"/>
                    <a:pt x="5751" y="0"/>
                    <a:pt x="5112" y="0"/>
                  </a:cubicBezTo>
                  <a:cubicBezTo>
                    <a:pt x="4473" y="0"/>
                    <a:pt x="4473" y="0"/>
                    <a:pt x="3834" y="0"/>
                  </a:cubicBezTo>
                  <a:lnTo>
                    <a:pt x="3834" y="0"/>
                  </a:lnTo>
                  <a:cubicBezTo>
                    <a:pt x="3834" y="0"/>
                    <a:pt x="3195" y="0"/>
                    <a:pt x="3195" y="638"/>
                  </a:cubicBezTo>
                  <a:cubicBezTo>
                    <a:pt x="2556" y="638"/>
                    <a:pt x="2556" y="1277"/>
                    <a:pt x="1917" y="1277"/>
                  </a:cubicBezTo>
                  <a:lnTo>
                    <a:pt x="1278" y="1915"/>
                  </a:lnTo>
                  <a:cubicBezTo>
                    <a:pt x="1278" y="2554"/>
                    <a:pt x="639" y="2554"/>
                    <a:pt x="639" y="3192"/>
                  </a:cubicBezTo>
                  <a:cubicBezTo>
                    <a:pt x="639" y="3830"/>
                    <a:pt x="0" y="3830"/>
                    <a:pt x="0" y="4469"/>
                  </a:cubicBezTo>
                  <a:lnTo>
                    <a:pt x="0" y="5107"/>
                  </a:lnTo>
                  <a:cubicBezTo>
                    <a:pt x="0" y="5107"/>
                    <a:pt x="0" y="5107"/>
                    <a:pt x="0" y="5746"/>
                  </a:cubicBezTo>
                  <a:cubicBezTo>
                    <a:pt x="0" y="6384"/>
                    <a:pt x="0" y="6384"/>
                    <a:pt x="0" y="7022"/>
                  </a:cubicBezTo>
                  <a:cubicBezTo>
                    <a:pt x="0" y="7661"/>
                    <a:pt x="0" y="7661"/>
                    <a:pt x="0" y="8299"/>
                  </a:cubicBezTo>
                  <a:cubicBezTo>
                    <a:pt x="0" y="8299"/>
                    <a:pt x="0" y="8299"/>
                    <a:pt x="0" y="8938"/>
                  </a:cubicBezTo>
                  <a:lnTo>
                    <a:pt x="12780" y="47242"/>
                  </a:lnTo>
                  <a:cubicBezTo>
                    <a:pt x="8946" y="56179"/>
                    <a:pt x="7029" y="65117"/>
                    <a:pt x="7029" y="75331"/>
                  </a:cubicBezTo>
                  <a:cubicBezTo>
                    <a:pt x="7029" y="88099"/>
                    <a:pt x="10224" y="99590"/>
                    <a:pt x="15336" y="109804"/>
                  </a:cubicBezTo>
                  <a:cubicBezTo>
                    <a:pt x="14697" y="111081"/>
                    <a:pt x="14058" y="111720"/>
                    <a:pt x="14058" y="112996"/>
                  </a:cubicBezTo>
                  <a:lnTo>
                    <a:pt x="14058" y="181305"/>
                  </a:lnTo>
                  <a:cubicBezTo>
                    <a:pt x="14058" y="205564"/>
                    <a:pt x="33867" y="225355"/>
                    <a:pt x="58148" y="225355"/>
                  </a:cubicBezTo>
                  <a:lnTo>
                    <a:pt x="141857" y="225355"/>
                  </a:lnTo>
                  <a:cubicBezTo>
                    <a:pt x="145690" y="225355"/>
                    <a:pt x="148247" y="222801"/>
                    <a:pt x="148247" y="218971"/>
                  </a:cubicBezTo>
                  <a:lnTo>
                    <a:pt x="148247" y="112996"/>
                  </a:lnTo>
                  <a:cubicBezTo>
                    <a:pt x="148247" y="111720"/>
                    <a:pt x="147607" y="110443"/>
                    <a:pt x="146969" y="109804"/>
                  </a:cubicBezTo>
                  <a:cubicBezTo>
                    <a:pt x="152720" y="99590"/>
                    <a:pt x="155275" y="87461"/>
                    <a:pt x="155915" y="75331"/>
                  </a:cubicBezTo>
                  <a:cubicBezTo>
                    <a:pt x="155915" y="65117"/>
                    <a:pt x="153997" y="56179"/>
                    <a:pt x="150164" y="47242"/>
                  </a:cubicBezTo>
                  <a:lnTo>
                    <a:pt x="162943" y="8938"/>
                  </a:lnTo>
                  <a:cubicBezTo>
                    <a:pt x="162943" y="8938"/>
                    <a:pt x="162943" y="8938"/>
                    <a:pt x="162943" y="8299"/>
                  </a:cubicBezTo>
                  <a:cubicBezTo>
                    <a:pt x="162943" y="7661"/>
                    <a:pt x="162943" y="7661"/>
                    <a:pt x="162943" y="7022"/>
                  </a:cubicBezTo>
                  <a:cubicBezTo>
                    <a:pt x="162305" y="6384"/>
                    <a:pt x="162943" y="5746"/>
                    <a:pt x="162305" y="5107"/>
                  </a:cubicBezTo>
                  <a:close/>
                  <a:moveTo>
                    <a:pt x="129716" y="37027"/>
                  </a:moveTo>
                  <a:cubicBezTo>
                    <a:pt x="125243" y="35112"/>
                    <a:pt x="120131" y="34474"/>
                    <a:pt x="115019" y="34474"/>
                  </a:cubicBezTo>
                  <a:cubicBezTo>
                    <a:pt x="100961" y="34474"/>
                    <a:pt x="88181" y="42134"/>
                    <a:pt x="81152" y="52987"/>
                  </a:cubicBezTo>
                  <a:cubicBezTo>
                    <a:pt x="74123" y="41496"/>
                    <a:pt x="61343" y="34474"/>
                    <a:pt x="47286" y="34474"/>
                  </a:cubicBezTo>
                  <a:cubicBezTo>
                    <a:pt x="42173" y="34474"/>
                    <a:pt x="37062" y="35750"/>
                    <a:pt x="32589" y="37027"/>
                  </a:cubicBezTo>
                  <a:cubicBezTo>
                    <a:pt x="44091" y="22344"/>
                    <a:pt x="61982" y="12768"/>
                    <a:pt x="81791" y="12768"/>
                  </a:cubicBezTo>
                  <a:cubicBezTo>
                    <a:pt x="100322" y="12768"/>
                    <a:pt x="118214" y="22344"/>
                    <a:pt x="129716" y="37027"/>
                  </a:cubicBezTo>
                  <a:close/>
                  <a:moveTo>
                    <a:pt x="18531" y="74693"/>
                  </a:moveTo>
                  <a:cubicBezTo>
                    <a:pt x="18531" y="59371"/>
                    <a:pt x="31311" y="47242"/>
                    <a:pt x="46008" y="47242"/>
                  </a:cubicBezTo>
                  <a:cubicBezTo>
                    <a:pt x="60704" y="47242"/>
                    <a:pt x="73484" y="60009"/>
                    <a:pt x="73484" y="74693"/>
                  </a:cubicBezTo>
                  <a:cubicBezTo>
                    <a:pt x="73484" y="81715"/>
                    <a:pt x="70928" y="88099"/>
                    <a:pt x="66456" y="93206"/>
                  </a:cubicBezTo>
                  <a:lnTo>
                    <a:pt x="65816" y="93845"/>
                  </a:lnTo>
                  <a:cubicBezTo>
                    <a:pt x="65816" y="94483"/>
                    <a:pt x="65177" y="94483"/>
                    <a:pt x="65177" y="95121"/>
                  </a:cubicBezTo>
                  <a:cubicBezTo>
                    <a:pt x="65177" y="95760"/>
                    <a:pt x="65177" y="95760"/>
                    <a:pt x="65177" y="96398"/>
                  </a:cubicBezTo>
                  <a:cubicBezTo>
                    <a:pt x="65177" y="97037"/>
                    <a:pt x="65177" y="97037"/>
                    <a:pt x="65177" y="97675"/>
                  </a:cubicBezTo>
                  <a:cubicBezTo>
                    <a:pt x="65177" y="98313"/>
                    <a:pt x="65177" y="98313"/>
                    <a:pt x="65177" y="98952"/>
                  </a:cubicBezTo>
                  <a:cubicBezTo>
                    <a:pt x="65177" y="99590"/>
                    <a:pt x="65177" y="99590"/>
                    <a:pt x="65177" y="100229"/>
                  </a:cubicBezTo>
                  <a:cubicBezTo>
                    <a:pt x="65177" y="100867"/>
                    <a:pt x="65816" y="100867"/>
                    <a:pt x="65816" y="101505"/>
                  </a:cubicBezTo>
                  <a:lnTo>
                    <a:pt x="66456" y="102144"/>
                  </a:lnTo>
                  <a:lnTo>
                    <a:pt x="74762" y="110443"/>
                  </a:lnTo>
                  <a:cubicBezTo>
                    <a:pt x="76040" y="111720"/>
                    <a:pt x="77957" y="112358"/>
                    <a:pt x="79235" y="112358"/>
                  </a:cubicBezTo>
                  <a:cubicBezTo>
                    <a:pt x="81152" y="112358"/>
                    <a:pt x="82430" y="111720"/>
                    <a:pt x="83708" y="110443"/>
                  </a:cubicBezTo>
                  <a:lnTo>
                    <a:pt x="92015" y="102144"/>
                  </a:lnTo>
                  <a:lnTo>
                    <a:pt x="92654" y="101505"/>
                  </a:lnTo>
                  <a:cubicBezTo>
                    <a:pt x="92654" y="100867"/>
                    <a:pt x="93293" y="100867"/>
                    <a:pt x="93293" y="100229"/>
                  </a:cubicBezTo>
                  <a:cubicBezTo>
                    <a:pt x="93293" y="99590"/>
                    <a:pt x="93293" y="99590"/>
                    <a:pt x="93293" y="98952"/>
                  </a:cubicBezTo>
                  <a:cubicBezTo>
                    <a:pt x="93293" y="98313"/>
                    <a:pt x="93293" y="98313"/>
                    <a:pt x="93293" y="97675"/>
                  </a:cubicBezTo>
                  <a:cubicBezTo>
                    <a:pt x="93293" y="97037"/>
                    <a:pt x="93293" y="97037"/>
                    <a:pt x="93293" y="96398"/>
                  </a:cubicBezTo>
                  <a:cubicBezTo>
                    <a:pt x="93293" y="95760"/>
                    <a:pt x="93293" y="95760"/>
                    <a:pt x="93293" y="95121"/>
                  </a:cubicBezTo>
                  <a:cubicBezTo>
                    <a:pt x="93293" y="94483"/>
                    <a:pt x="92654" y="94483"/>
                    <a:pt x="92654" y="93845"/>
                  </a:cubicBezTo>
                  <a:cubicBezTo>
                    <a:pt x="92654" y="93206"/>
                    <a:pt x="92654" y="93206"/>
                    <a:pt x="92015" y="92568"/>
                  </a:cubicBezTo>
                  <a:cubicBezTo>
                    <a:pt x="87542" y="87461"/>
                    <a:pt x="84986" y="81077"/>
                    <a:pt x="84986" y="74054"/>
                  </a:cubicBezTo>
                  <a:cubicBezTo>
                    <a:pt x="84986" y="58733"/>
                    <a:pt x="97766" y="46603"/>
                    <a:pt x="112463" y="46603"/>
                  </a:cubicBezTo>
                  <a:cubicBezTo>
                    <a:pt x="127160" y="46603"/>
                    <a:pt x="139940" y="59371"/>
                    <a:pt x="139940" y="74054"/>
                  </a:cubicBezTo>
                  <a:cubicBezTo>
                    <a:pt x="139940" y="107889"/>
                    <a:pt x="111824" y="135979"/>
                    <a:pt x="77957" y="135979"/>
                  </a:cubicBezTo>
                  <a:cubicBezTo>
                    <a:pt x="46008" y="136617"/>
                    <a:pt x="18531" y="108528"/>
                    <a:pt x="18531" y="74693"/>
                  </a:cubicBezTo>
                  <a:close/>
                  <a:moveTo>
                    <a:pt x="14058" y="14683"/>
                  </a:moveTo>
                  <a:lnTo>
                    <a:pt x="31311" y="17875"/>
                  </a:lnTo>
                  <a:cubicBezTo>
                    <a:pt x="26838" y="21706"/>
                    <a:pt x="23004" y="26174"/>
                    <a:pt x="19170" y="31282"/>
                  </a:cubicBezTo>
                  <a:lnTo>
                    <a:pt x="14058" y="14683"/>
                  </a:lnTo>
                  <a:close/>
                  <a:moveTo>
                    <a:pt x="57509" y="211948"/>
                  </a:moveTo>
                  <a:cubicBezTo>
                    <a:pt x="40257" y="211948"/>
                    <a:pt x="26199" y="197903"/>
                    <a:pt x="26199" y="180667"/>
                  </a:cubicBezTo>
                  <a:lnTo>
                    <a:pt x="26199" y="125764"/>
                  </a:lnTo>
                  <a:cubicBezTo>
                    <a:pt x="35145" y="135340"/>
                    <a:pt x="46008" y="142363"/>
                    <a:pt x="58788" y="146193"/>
                  </a:cubicBezTo>
                  <a:lnTo>
                    <a:pt x="58788" y="152577"/>
                  </a:lnTo>
                  <a:cubicBezTo>
                    <a:pt x="58788" y="178752"/>
                    <a:pt x="70289" y="199819"/>
                    <a:pt x="90098" y="211948"/>
                  </a:cubicBezTo>
                  <a:lnTo>
                    <a:pt x="57509" y="211948"/>
                  </a:lnTo>
                  <a:close/>
                  <a:moveTo>
                    <a:pt x="134828" y="211948"/>
                  </a:moveTo>
                  <a:cubicBezTo>
                    <a:pt x="97127" y="211310"/>
                    <a:pt x="71567" y="187689"/>
                    <a:pt x="71567" y="152577"/>
                  </a:cubicBezTo>
                  <a:lnTo>
                    <a:pt x="71567" y="148747"/>
                  </a:lnTo>
                  <a:cubicBezTo>
                    <a:pt x="74762" y="149385"/>
                    <a:pt x="77318" y="149385"/>
                    <a:pt x="80513" y="149385"/>
                  </a:cubicBezTo>
                  <a:cubicBezTo>
                    <a:pt x="102239" y="149385"/>
                    <a:pt x="121409" y="140448"/>
                    <a:pt x="134828" y="125764"/>
                  </a:cubicBezTo>
                  <a:lnTo>
                    <a:pt x="134828" y="211948"/>
                  </a:lnTo>
                  <a:close/>
                  <a:moveTo>
                    <a:pt x="129077" y="17875"/>
                  </a:moveTo>
                  <a:lnTo>
                    <a:pt x="146330" y="14683"/>
                  </a:lnTo>
                  <a:lnTo>
                    <a:pt x="140579" y="31282"/>
                  </a:lnTo>
                  <a:cubicBezTo>
                    <a:pt x="138022" y="26813"/>
                    <a:pt x="133550" y="22344"/>
                    <a:pt x="129077" y="17875"/>
                  </a:cubicBezTo>
                  <a:close/>
                </a:path>
              </a:pathLst>
            </a:custGeom>
            <a:solidFill>
              <a:srgbClr val="046A38"/>
            </a:solidFill>
            <a:ln w="6390" cap="flat">
              <a:noFill/>
              <a:prstDash val="solid"/>
              <a:miter/>
            </a:ln>
          </p:spPr>
          <p:txBody>
            <a:bodyPr rtlCol="0" anchor="ctr"/>
            <a:lstStyle/>
            <a:p>
              <a:endParaRPr lang="en-US"/>
            </a:p>
          </p:txBody>
        </p:sp>
        <p:sp>
          <p:nvSpPr>
            <p:cNvPr id="447" name="Graphic 6">
              <a:extLst>
                <a:ext uri="{FF2B5EF4-FFF2-40B4-BE49-F238E27FC236}">
                  <a16:creationId xmlns:a16="http://schemas.microsoft.com/office/drawing/2014/main" id="{3E48CC1A-8DE5-4640-A19C-C0E27882CB4E}"/>
                </a:ext>
              </a:extLst>
            </p:cNvPr>
            <p:cNvSpPr/>
            <p:nvPr/>
          </p:nvSpPr>
          <p:spPr>
            <a:xfrm>
              <a:off x="3744503" y="1053519"/>
              <a:ext cx="21725" cy="21705"/>
            </a:xfrm>
            <a:custGeom>
              <a:avLst/>
              <a:gdLst>
                <a:gd name="connsiteX0" fmla="*/ 10863 w 21725"/>
                <a:gd name="connsiteY0" fmla="*/ 0 h 21705"/>
                <a:gd name="connsiteX1" fmla="*/ 0 w 21725"/>
                <a:gd name="connsiteY1" fmla="*/ 10853 h 21705"/>
                <a:gd name="connsiteX2" fmla="*/ 10863 w 21725"/>
                <a:gd name="connsiteY2" fmla="*/ 21706 h 21705"/>
                <a:gd name="connsiteX3" fmla="*/ 21726 w 21725"/>
                <a:gd name="connsiteY3" fmla="*/ 10853 h 21705"/>
                <a:gd name="connsiteX4" fmla="*/ 10863 w 21725"/>
                <a:gd name="connsiteY4" fmla="*/ 0 h 21705"/>
                <a:gd name="connsiteX5" fmla="*/ 10863 w 21725"/>
                <a:gd name="connsiteY5" fmla="*/ 12768 h 21705"/>
                <a:gd name="connsiteX6" fmla="*/ 8946 w 21725"/>
                <a:gd name="connsiteY6" fmla="*/ 10853 h 21705"/>
                <a:gd name="connsiteX7" fmla="*/ 10863 w 21725"/>
                <a:gd name="connsiteY7" fmla="*/ 8938 h 21705"/>
                <a:gd name="connsiteX8" fmla="*/ 12780 w 21725"/>
                <a:gd name="connsiteY8" fmla="*/ 10853 h 21705"/>
                <a:gd name="connsiteX9" fmla="*/ 10863 w 21725"/>
                <a:gd name="connsiteY9" fmla="*/ 12768 h 2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725" h="21705">
                  <a:moveTo>
                    <a:pt x="10863" y="0"/>
                  </a:moveTo>
                  <a:cubicBezTo>
                    <a:pt x="5112" y="0"/>
                    <a:pt x="0" y="4469"/>
                    <a:pt x="0" y="10853"/>
                  </a:cubicBezTo>
                  <a:cubicBezTo>
                    <a:pt x="0" y="17237"/>
                    <a:pt x="4473" y="21706"/>
                    <a:pt x="10863" y="21706"/>
                  </a:cubicBezTo>
                  <a:cubicBezTo>
                    <a:pt x="17253" y="21706"/>
                    <a:pt x="21726" y="17237"/>
                    <a:pt x="21726" y="10853"/>
                  </a:cubicBezTo>
                  <a:cubicBezTo>
                    <a:pt x="21726" y="4469"/>
                    <a:pt x="17253" y="0"/>
                    <a:pt x="10863" y="0"/>
                  </a:cubicBezTo>
                  <a:close/>
                  <a:moveTo>
                    <a:pt x="10863" y="12768"/>
                  </a:moveTo>
                  <a:cubicBezTo>
                    <a:pt x="9585" y="12768"/>
                    <a:pt x="8946" y="12130"/>
                    <a:pt x="8946" y="10853"/>
                  </a:cubicBezTo>
                  <a:cubicBezTo>
                    <a:pt x="8946" y="9576"/>
                    <a:pt x="9585" y="8938"/>
                    <a:pt x="10863" y="8938"/>
                  </a:cubicBezTo>
                  <a:cubicBezTo>
                    <a:pt x="12141" y="8938"/>
                    <a:pt x="12780" y="9576"/>
                    <a:pt x="12780" y="10853"/>
                  </a:cubicBezTo>
                  <a:cubicBezTo>
                    <a:pt x="12780" y="12130"/>
                    <a:pt x="12141" y="12768"/>
                    <a:pt x="10863" y="12768"/>
                  </a:cubicBezTo>
                  <a:close/>
                </a:path>
              </a:pathLst>
            </a:custGeom>
            <a:solidFill>
              <a:srgbClr val="046A38"/>
            </a:solidFill>
            <a:ln w="6390" cap="flat">
              <a:noFill/>
              <a:prstDash val="solid"/>
              <a:miter/>
            </a:ln>
          </p:spPr>
          <p:txBody>
            <a:bodyPr rtlCol="0" anchor="ctr"/>
            <a:lstStyle/>
            <a:p>
              <a:endParaRPr lang="en-US"/>
            </a:p>
          </p:txBody>
        </p:sp>
        <p:sp>
          <p:nvSpPr>
            <p:cNvPr id="448" name="Graphic 6">
              <a:extLst>
                <a:ext uri="{FF2B5EF4-FFF2-40B4-BE49-F238E27FC236}">
                  <a16:creationId xmlns:a16="http://schemas.microsoft.com/office/drawing/2014/main" id="{E028B535-6404-9742-A228-BD4E961210F8}"/>
                </a:ext>
              </a:extLst>
            </p:cNvPr>
            <p:cNvSpPr/>
            <p:nvPr/>
          </p:nvSpPr>
          <p:spPr>
            <a:xfrm>
              <a:off x="3812875" y="1052881"/>
              <a:ext cx="21725" cy="21705"/>
            </a:xfrm>
            <a:custGeom>
              <a:avLst/>
              <a:gdLst>
                <a:gd name="connsiteX0" fmla="*/ 10863 w 21725"/>
                <a:gd name="connsiteY0" fmla="*/ 21706 h 21705"/>
                <a:gd name="connsiteX1" fmla="*/ 21726 w 21725"/>
                <a:gd name="connsiteY1" fmla="*/ 10853 h 21705"/>
                <a:gd name="connsiteX2" fmla="*/ 10863 w 21725"/>
                <a:gd name="connsiteY2" fmla="*/ 0 h 21705"/>
                <a:gd name="connsiteX3" fmla="*/ 0 w 21725"/>
                <a:gd name="connsiteY3" fmla="*/ 10853 h 21705"/>
                <a:gd name="connsiteX4" fmla="*/ 10863 w 21725"/>
                <a:gd name="connsiteY4" fmla="*/ 21706 h 21705"/>
                <a:gd name="connsiteX5" fmla="*/ 10863 w 21725"/>
                <a:gd name="connsiteY5" fmla="*/ 8938 h 21705"/>
                <a:gd name="connsiteX6" fmla="*/ 12780 w 21725"/>
                <a:gd name="connsiteY6" fmla="*/ 10853 h 21705"/>
                <a:gd name="connsiteX7" fmla="*/ 10863 w 21725"/>
                <a:gd name="connsiteY7" fmla="*/ 12768 h 21705"/>
                <a:gd name="connsiteX8" fmla="*/ 8946 w 21725"/>
                <a:gd name="connsiteY8" fmla="*/ 10853 h 21705"/>
                <a:gd name="connsiteX9" fmla="*/ 10863 w 21725"/>
                <a:gd name="connsiteY9" fmla="*/ 8938 h 2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725" h="21705">
                  <a:moveTo>
                    <a:pt x="10863" y="21706"/>
                  </a:moveTo>
                  <a:cubicBezTo>
                    <a:pt x="16614" y="21706"/>
                    <a:pt x="21726" y="17237"/>
                    <a:pt x="21726" y="10853"/>
                  </a:cubicBezTo>
                  <a:cubicBezTo>
                    <a:pt x="21726" y="4469"/>
                    <a:pt x="17253" y="0"/>
                    <a:pt x="10863" y="0"/>
                  </a:cubicBezTo>
                  <a:cubicBezTo>
                    <a:pt x="4473" y="0"/>
                    <a:pt x="0" y="4469"/>
                    <a:pt x="0" y="10853"/>
                  </a:cubicBezTo>
                  <a:cubicBezTo>
                    <a:pt x="0" y="17237"/>
                    <a:pt x="5112" y="21706"/>
                    <a:pt x="10863" y="21706"/>
                  </a:cubicBezTo>
                  <a:close/>
                  <a:moveTo>
                    <a:pt x="10863" y="8938"/>
                  </a:moveTo>
                  <a:cubicBezTo>
                    <a:pt x="12141" y="8938"/>
                    <a:pt x="12780" y="9576"/>
                    <a:pt x="12780" y="10853"/>
                  </a:cubicBezTo>
                  <a:cubicBezTo>
                    <a:pt x="12780" y="12130"/>
                    <a:pt x="12141" y="12768"/>
                    <a:pt x="10863" y="12768"/>
                  </a:cubicBezTo>
                  <a:cubicBezTo>
                    <a:pt x="9585" y="12768"/>
                    <a:pt x="8946" y="12130"/>
                    <a:pt x="8946" y="10853"/>
                  </a:cubicBezTo>
                  <a:cubicBezTo>
                    <a:pt x="8946" y="9576"/>
                    <a:pt x="9585" y="8938"/>
                    <a:pt x="10863" y="8938"/>
                  </a:cubicBezTo>
                  <a:close/>
                </a:path>
              </a:pathLst>
            </a:custGeom>
            <a:solidFill>
              <a:srgbClr val="046A38"/>
            </a:solidFill>
            <a:ln w="6390" cap="flat">
              <a:noFill/>
              <a:prstDash val="solid"/>
              <a:miter/>
            </a:ln>
          </p:spPr>
          <p:txBody>
            <a:bodyPr rtlCol="0" anchor="ctr"/>
            <a:lstStyle/>
            <a:p>
              <a:endParaRPr lang="en-US"/>
            </a:p>
          </p:txBody>
        </p:sp>
        <p:sp>
          <p:nvSpPr>
            <p:cNvPr id="449" name="Graphic 6">
              <a:extLst>
                <a:ext uri="{FF2B5EF4-FFF2-40B4-BE49-F238E27FC236}">
                  <a16:creationId xmlns:a16="http://schemas.microsoft.com/office/drawing/2014/main" id="{91894E8B-4556-894C-9C7F-3812F09D3513}"/>
                </a:ext>
              </a:extLst>
            </p:cNvPr>
            <p:cNvSpPr/>
            <p:nvPr/>
          </p:nvSpPr>
          <p:spPr>
            <a:xfrm>
              <a:off x="3813514" y="1144172"/>
              <a:ext cx="12779" cy="28089"/>
            </a:xfrm>
            <a:custGeom>
              <a:avLst/>
              <a:gdLst>
                <a:gd name="connsiteX0" fmla="*/ 6390 w 12779"/>
                <a:gd name="connsiteY0" fmla="*/ 0 h 28089"/>
                <a:gd name="connsiteX1" fmla="*/ 0 w 12779"/>
                <a:gd name="connsiteY1" fmla="*/ 6384 h 28089"/>
                <a:gd name="connsiteX2" fmla="*/ 0 w 12779"/>
                <a:gd name="connsiteY2" fmla="*/ 21706 h 28089"/>
                <a:gd name="connsiteX3" fmla="*/ 6390 w 12779"/>
                <a:gd name="connsiteY3" fmla="*/ 28089 h 28089"/>
                <a:gd name="connsiteX4" fmla="*/ 12780 w 12779"/>
                <a:gd name="connsiteY4" fmla="*/ 21706 h 28089"/>
                <a:gd name="connsiteX5" fmla="*/ 12780 w 12779"/>
                <a:gd name="connsiteY5" fmla="*/ 6384 h 28089"/>
                <a:gd name="connsiteX6" fmla="*/ 6390 w 12779"/>
                <a:gd name="connsiteY6" fmla="*/ 0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8089">
                  <a:moveTo>
                    <a:pt x="6390" y="0"/>
                  </a:moveTo>
                  <a:cubicBezTo>
                    <a:pt x="2556" y="0"/>
                    <a:pt x="0" y="2554"/>
                    <a:pt x="0" y="6384"/>
                  </a:cubicBezTo>
                  <a:lnTo>
                    <a:pt x="0" y="21706"/>
                  </a:lnTo>
                  <a:cubicBezTo>
                    <a:pt x="0" y="25536"/>
                    <a:pt x="2556" y="28089"/>
                    <a:pt x="6390" y="28089"/>
                  </a:cubicBezTo>
                  <a:cubicBezTo>
                    <a:pt x="10224" y="28089"/>
                    <a:pt x="12780" y="25536"/>
                    <a:pt x="12780" y="21706"/>
                  </a:cubicBezTo>
                  <a:lnTo>
                    <a:pt x="12780" y="6384"/>
                  </a:lnTo>
                  <a:cubicBezTo>
                    <a:pt x="12780" y="3192"/>
                    <a:pt x="10224" y="0"/>
                    <a:pt x="6390" y="0"/>
                  </a:cubicBezTo>
                  <a:close/>
                </a:path>
              </a:pathLst>
            </a:custGeom>
            <a:solidFill>
              <a:srgbClr val="046A38"/>
            </a:solidFill>
            <a:ln w="6390" cap="flat">
              <a:noFill/>
              <a:prstDash val="solid"/>
              <a:miter/>
            </a:ln>
          </p:spPr>
          <p:txBody>
            <a:bodyPr rtlCol="0" anchor="ctr"/>
            <a:lstStyle/>
            <a:p>
              <a:endParaRPr lang="en-US"/>
            </a:p>
          </p:txBody>
        </p:sp>
      </p:grpSp>
      <p:grpSp>
        <p:nvGrpSpPr>
          <p:cNvPr id="450" name="Graphic 6">
            <a:extLst>
              <a:ext uri="{FF2B5EF4-FFF2-40B4-BE49-F238E27FC236}">
                <a16:creationId xmlns:a16="http://schemas.microsoft.com/office/drawing/2014/main" id="{07DBC70D-0233-5445-A1B4-4C0A8DD0320B}"/>
              </a:ext>
            </a:extLst>
          </p:cNvPr>
          <p:cNvGrpSpPr/>
          <p:nvPr/>
        </p:nvGrpSpPr>
        <p:grpSpPr>
          <a:xfrm>
            <a:off x="4661459" y="1401446"/>
            <a:ext cx="362309" cy="361971"/>
            <a:chOff x="4661459" y="1401446"/>
            <a:chExt cx="362309" cy="361971"/>
          </a:xfrm>
          <a:solidFill>
            <a:srgbClr val="046A38"/>
          </a:solidFill>
        </p:grpSpPr>
        <p:sp>
          <p:nvSpPr>
            <p:cNvPr id="451" name="Graphic 6">
              <a:extLst>
                <a:ext uri="{FF2B5EF4-FFF2-40B4-BE49-F238E27FC236}">
                  <a16:creationId xmlns:a16="http://schemas.microsoft.com/office/drawing/2014/main" id="{A937B814-203A-FD4E-BFA6-68394CFA59FE}"/>
                </a:ext>
              </a:extLst>
            </p:cNvPr>
            <p:cNvSpPr/>
            <p:nvPr/>
          </p:nvSpPr>
          <p:spPr>
            <a:xfrm>
              <a:off x="4661459" y="140144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181474 w 362309"/>
                <a:gd name="connsiteY4" fmla="*/ 0 h 361971"/>
                <a:gd name="connsiteX5" fmla="*/ 181474 w 362309"/>
                <a:gd name="connsiteY5" fmla="*/ 349204 h 361971"/>
                <a:gd name="connsiteX6" fmla="*/ 13419 w 362309"/>
                <a:gd name="connsiteY6" fmla="*/ 180667 h 361971"/>
                <a:gd name="connsiteX7" fmla="*/ 182113 w 362309"/>
                <a:gd name="connsiteY7" fmla="*/ 12768 h 361971"/>
                <a:gd name="connsiteX8" fmla="*/ 350168 w 362309"/>
                <a:gd name="connsiteY8" fmla="*/ 181305 h 361971"/>
                <a:gd name="connsiteX9" fmla="*/ 181474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81715"/>
                    <a:pt x="281796" y="0"/>
                    <a:pt x="181474" y="0"/>
                  </a:cubicBezTo>
                  <a:close/>
                  <a:moveTo>
                    <a:pt x="181474" y="349204"/>
                  </a:moveTo>
                  <a:cubicBezTo>
                    <a:pt x="88820" y="349204"/>
                    <a:pt x="13419" y="273873"/>
                    <a:pt x="13419" y="180667"/>
                  </a:cubicBezTo>
                  <a:cubicBezTo>
                    <a:pt x="13419" y="88099"/>
                    <a:pt x="88820" y="12768"/>
                    <a:pt x="182113" y="12768"/>
                  </a:cubicBezTo>
                  <a:cubicBezTo>
                    <a:pt x="274767" y="12768"/>
                    <a:pt x="350168" y="88099"/>
                    <a:pt x="350168" y="181305"/>
                  </a:cubicBezTo>
                  <a:cubicBezTo>
                    <a:pt x="349530" y="273873"/>
                    <a:pt x="274128"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452" name="Graphic 6">
              <a:extLst>
                <a:ext uri="{FF2B5EF4-FFF2-40B4-BE49-F238E27FC236}">
                  <a16:creationId xmlns:a16="http://schemas.microsoft.com/office/drawing/2014/main" id="{D3FA6494-BE69-B142-80A9-F90262E36809}"/>
                </a:ext>
              </a:extLst>
            </p:cNvPr>
            <p:cNvSpPr/>
            <p:nvPr/>
          </p:nvSpPr>
          <p:spPr>
            <a:xfrm>
              <a:off x="4778950" y="1478037"/>
              <a:ext cx="55295" cy="73432"/>
            </a:xfrm>
            <a:custGeom>
              <a:avLst/>
              <a:gdLst>
                <a:gd name="connsiteX0" fmla="*/ 23087 w 55295"/>
                <a:gd name="connsiteY0" fmla="*/ 70879 h 73432"/>
                <a:gd name="connsiteX1" fmla="*/ 33311 w 55295"/>
                <a:gd name="connsiteY1" fmla="*/ 73432 h 73432"/>
                <a:gd name="connsiteX2" fmla="*/ 40979 w 55295"/>
                <a:gd name="connsiteY2" fmla="*/ 71517 h 73432"/>
                <a:gd name="connsiteX3" fmla="*/ 53120 w 55295"/>
                <a:gd name="connsiteY3" fmla="*/ 30021 h 73432"/>
                <a:gd name="connsiteX4" fmla="*/ 21170 w 55295"/>
                <a:gd name="connsiteY4" fmla="*/ 655 h 73432"/>
                <a:gd name="connsiteX5" fmla="*/ 4556 w 55295"/>
                <a:gd name="connsiteY5" fmla="*/ 11508 h 73432"/>
                <a:gd name="connsiteX6" fmla="*/ 1361 w 55295"/>
                <a:gd name="connsiteY6" fmla="*/ 40874 h 73432"/>
                <a:gd name="connsiteX7" fmla="*/ 23087 w 55295"/>
                <a:gd name="connsiteY7" fmla="*/ 70879 h 73432"/>
                <a:gd name="connsiteX8" fmla="*/ 14780 w 55295"/>
                <a:gd name="connsiteY8" fmla="*/ 18530 h 73432"/>
                <a:gd name="connsiteX9" fmla="*/ 23087 w 55295"/>
                <a:gd name="connsiteY9" fmla="*/ 12785 h 73432"/>
                <a:gd name="connsiteX10" fmla="*/ 25643 w 55295"/>
                <a:gd name="connsiteY10" fmla="*/ 12785 h 73432"/>
                <a:gd name="connsiteX11" fmla="*/ 40340 w 55295"/>
                <a:gd name="connsiteY11" fmla="*/ 33852 h 73432"/>
                <a:gd name="connsiteX12" fmla="*/ 35867 w 55295"/>
                <a:gd name="connsiteY12" fmla="*/ 60026 h 73432"/>
                <a:gd name="connsiteX13" fmla="*/ 28838 w 55295"/>
                <a:gd name="connsiteY13" fmla="*/ 59388 h 73432"/>
                <a:gd name="connsiteX14" fmla="*/ 13502 w 55295"/>
                <a:gd name="connsiteY14" fmla="*/ 38321 h 73432"/>
                <a:gd name="connsiteX15" fmla="*/ 14780 w 55295"/>
                <a:gd name="connsiteY15" fmla="*/ 18530 h 73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295" h="73432">
                  <a:moveTo>
                    <a:pt x="23087" y="70879"/>
                  </a:moveTo>
                  <a:cubicBezTo>
                    <a:pt x="26282" y="72794"/>
                    <a:pt x="30116" y="73432"/>
                    <a:pt x="33311" y="73432"/>
                  </a:cubicBezTo>
                  <a:cubicBezTo>
                    <a:pt x="35867" y="73432"/>
                    <a:pt x="38423" y="72794"/>
                    <a:pt x="40979" y="71517"/>
                  </a:cubicBezTo>
                  <a:cubicBezTo>
                    <a:pt x="54398" y="65772"/>
                    <a:pt x="58232" y="50450"/>
                    <a:pt x="53120" y="30021"/>
                  </a:cubicBezTo>
                  <a:cubicBezTo>
                    <a:pt x="50564" y="21722"/>
                    <a:pt x="43535" y="-4452"/>
                    <a:pt x="21170" y="655"/>
                  </a:cubicBezTo>
                  <a:cubicBezTo>
                    <a:pt x="14141" y="1932"/>
                    <a:pt x="8390" y="5762"/>
                    <a:pt x="4556" y="11508"/>
                  </a:cubicBezTo>
                  <a:cubicBezTo>
                    <a:pt x="-1195" y="21084"/>
                    <a:pt x="-556" y="32575"/>
                    <a:pt x="1361" y="40874"/>
                  </a:cubicBezTo>
                  <a:cubicBezTo>
                    <a:pt x="3917" y="53642"/>
                    <a:pt x="12863" y="65772"/>
                    <a:pt x="23087" y="70879"/>
                  </a:cubicBezTo>
                  <a:close/>
                  <a:moveTo>
                    <a:pt x="14780" y="18530"/>
                  </a:moveTo>
                  <a:cubicBezTo>
                    <a:pt x="16697" y="15977"/>
                    <a:pt x="19253" y="14061"/>
                    <a:pt x="23087" y="12785"/>
                  </a:cubicBezTo>
                  <a:cubicBezTo>
                    <a:pt x="23726" y="12785"/>
                    <a:pt x="25004" y="12785"/>
                    <a:pt x="25643" y="12785"/>
                  </a:cubicBezTo>
                  <a:cubicBezTo>
                    <a:pt x="30755" y="12785"/>
                    <a:pt x="35867" y="16615"/>
                    <a:pt x="40340" y="33852"/>
                  </a:cubicBezTo>
                  <a:cubicBezTo>
                    <a:pt x="42257" y="42151"/>
                    <a:pt x="44813" y="55557"/>
                    <a:pt x="35867" y="60026"/>
                  </a:cubicBezTo>
                  <a:cubicBezTo>
                    <a:pt x="35228" y="60664"/>
                    <a:pt x="32672" y="61303"/>
                    <a:pt x="28838" y="59388"/>
                  </a:cubicBezTo>
                  <a:cubicBezTo>
                    <a:pt x="22448" y="56196"/>
                    <a:pt x="15419" y="46620"/>
                    <a:pt x="13502" y="38321"/>
                  </a:cubicBezTo>
                  <a:cubicBezTo>
                    <a:pt x="11585" y="30021"/>
                    <a:pt x="12224" y="22999"/>
                    <a:pt x="14780" y="18530"/>
                  </a:cubicBezTo>
                  <a:close/>
                </a:path>
              </a:pathLst>
            </a:custGeom>
            <a:solidFill>
              <a:srgbClr val="046A38"/>
            </a:solidFill>
            <a:ln w="6390" cap="flat">
              <a:noFill/>
              <a:prstDash val="solid"/>
              <a:miter/>
            </a:ln>
          </p:spPr>
          <p:txBody>
            <a:bodyPr rtlCol="0" anchor="ctr"/>
            <a:lstStyle/>
            <a:p>
              <a:endParaRPr lang="en-US"/>
            </a:p>
          </p:txBody>
        </p:sp>
        <p:sp>
          <p:nvSpPr>
            <p:cNvPr id="453" name="Graphic 6">
              <a:extLst>
                <a:ext uri="{FF2B5EF4-FFF2-40B4-BE49-F238E27FC236}">
                  <a16:creationId xmlns:a16="http://schemas.microsoft.com/office/drawing/2014/main" id="{CFB59E10-BF51-9748-BA1F-E92F31892DD2}"/>
                </a:ext>
              </a:extLst>
            </p:cNvPr>
            <p:cNvSpPr/>
            <p:nvPr/>
          </p:nvSpPr>
          <p:spPr>
            <a:xfrm>
              <a:off x="4772004" y="1571899"/>
              <a:ext cx="143773" cy="114911"/>
            </a:xfrm>
            <a:custGeom>
              <a:avLst/>
              <a:gdLst>
                <a:gd name="connsiteX0" fmla="*/ 71567 w 143773"/>
                <a:gd name="connsiteY0" fmla="*/ 0 h 114911"/>
                <a:gd name="connsiteX1" fmla="*/ 0 w 143773"/>
                <a:gd name="connsiteY1" fmla="*/ 67670 h 114911"/>
                <a:gd name="connsiteX2" fmla="*/ 28116 w 143773"/>
                <a:gd name="connsiteY2" fmla="*/ 114273 h 114911"/>
                <a:gd name="connsiteX3" fmla="*/ 61344 w 143773"/>
                <a:gd name="connsiteY3" fmla="*/ 95121 h 114911"/>
                <a:gd name="connsiteX4" fmla="*/ 71567 w 143773"/>
                <a:gd name="connsiteY4" fmla="*/ 84907 h 114911"/>
                <a:gd name="connsiteX5" fmla="*/ 81791 w 143773"/>
                <a:gd name="connsiteY5" fmla="*/ 95121 h 114911"/>
                <a:gd name="connsiteX6" fmla="*/ 109907 w 143773"/>
                <a:gd name="connsiteY6" fmla="*/ 114912 h 114911"/>
                <a:gd name="connsiteX7" fmla="*/ 115658 w 143773"/>
                <a:gd name="connsiteY7" fmla="*/ 114273 h 114911"/>
                <a:gd name="connsiteX8" fmla="*/ 143774 w 143773"/>
                <a:gd name="connsiteY8" fmla="*/ 67670 h 114911"/>
                <a:gd name="connsiteX9" fmla="*/ 71567 w 143773"/>
                <a:gd name="connsiteY9" fmla="*/ 0 h 114911"/>
                <a:gd name="connsiteX10" fmla="*/ 113102 w 143773"/>
                <a:gd name="connsiteY10" fmla="*/ 102144 h 114911"/>
                <a:gd name="connsiteX11" fmla="*/ 92654 w 143773"/>
                <a:gd name="connsiteY11" fmla="*/ 88737 h 114911"/>
                <a:gd name="connsiteX12" fmla="*/ 72206 w 143773"/>
                <a:gd name="connsiteY12" fmla="*/ 72777 h 114911"/>
                <a:gd name="connsiteX13" fmla="*/ 51759 w 143773"/>
                <a:gd name="connsiteY13" fmla="*/ 88099 h 114911"/>
                <a:gd name="connsiteX14" fmla="*/ 31311 w 143773"/>
                <a:gd name="connsiteY14" fmla="*/ 101505 h 114911"/>
                <a:gd name="connsiteX15" fmla="*/ 14058 w 143773"/>
                <a:gd name="connsiteY15" fmla="*/ 67670 h 114911"/>
                <a:gd name="connsiteX16" fmla="*/ 72845 w 143773"/>
                <a:gd name="connsiteY16" fmla="*/ 12768 h 114911"/>
                <a:gd name="connsiteX17" fmla="*/ 131633 w 143773"/>
                <a:gd name="connsiteY17" fmla="*/ 68308 h 114911"/>
                <a:gd name="connsiteX18" fmla="*/ 113102 w 143773"/>
                <a:gd name="connsiteY18" fmla="*/ 102144 h 11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3773" h="114911">
                  <a:moveTo>
                    <a:pt x="71567" y="0"/>
                  </a:moveTo>
                  <a:cubicBezTo>
                    <a:pt x="29394" y="0"/>
                    <a:pt x="0" y="44049"/>
                    <a:pt x="0" y="67670"/>
                  </a:cubicBezTo>
                  <a:cubicBezTo>
                    <a:pt x="0" y="102144"/>
                    <a:pt x="15336" y="111720"/>
                    <a:pt x="28116" y="114273"/>
                  </a:cubicBezTo>
                  <a:cubicBezTo>
                    <a:pt x="46646" y="117465"/>
                    <a:pt x="55593" y="104697"/>
                    <a:pt x="61344" y="95121"/>
                  </a:cubicBezTo>
                  <a:cubicBezTo>
                    <a:pt x="65177" y="88737"/>
                    <a:pt x="68372" y="84907"/>
                    <a:pt x="71567" y="84907"/>
                  </a:cubicBezTo>
                  <a:cubicBezTo>
                    <a:pt x="74762" y="84907"/>
                    <a:pt x="77318" y="88737"/>
                    <a:pt x="81791" y="95121"/>
                  </a:cubicBezTo>
                  <a:cubicBezTo>
                    <a:pt x="87542" y="103420"/>
                    <a:pt x="94571" y="114912"/>
                    <a:pt x="109907" y="114912"/>
                  </a:cubicBezTo>
                  <a:cubicBezTo>
                    <a:pt x="111824" y="114912"/>
                    <a:pt x="113741" y="114912"/>
                    <a:pt x="115658" y="114273"/>
                  </a:cubicBezTo>
                  <a:cubicBezTo>
                    <a:pt x="128438" y="112358"/>
                    <a:pt x="143774" y="102144"/>
                    <a:pt x="143774" y="67670"/>
                  </a:cubicBezTo>
                  <a:cubicBezTo>
                    <a:pt x="143135" y="44049"/>
                    <a:pt x="113741" y="0"/>
                    <a:pt x="71567" y="0"/>
                  </a:cubicBezTo>
                  <a:close/>
                  <a:moveTo>
                    <a:pt x="113102" y="102144"/>
                  </a:moveTo>
                  <a:cubicBezTo>
                    <a:pt x="102878" y="104059"/>
                    <a:pt x="98405" y="98313"/>
                    <a:pt x="92654" y="88737"/>
                  </a:cubicBezTo>
                  <a:cubicBezTo>
                    <a:pt x="87542" y="81715"/>
                    <a:pt x="82430" y="73416"/>
                    <a:pt x="72206" y="72777"/>
                  </a:cubicBezTo>
                  <a:cubicBezTo>
                    <a:pt x="61982" y="72139"/>
                    <a:pt x="56231" y="81076"/>
                    <a:pt x="51759" y="88099"/>
                  </a:cubicBezTo>
                  <a:cubicBezTo>
                    <a:pt x="45369" y="97675"/>
                    <a:pt x="40896" y="103420"/>
                    <a:pt x="31311" y="101505"/>
                  </a:cubicBezTo>
                  <a:cubicBezTo>
                    <a:pt x="26838" y="100867"/>
                    <a:pt x="14058" y="98952"/>
                    <a:pt x="14058" y="67670"/>
                  </a:cubicBezTo>
                  <a:cubicBezTo>
                    <a:pt x="14058" y="51710"/>
                    <a:pt x="37701" y="12130"/>
                    <a:pt x="72845" y="12768"/>
                  </a:cubicBezTo>
                  <a:cubicBezTo>
                    <a:pt x="107990" y="13406"/>
                    <a:pt x="131633" y="52349"/>
                    <a:pt x="131633" y="68308"/>
                  </a:cubicBezTo>
                  <a:cubicBezTo>
                    <a:pt x="130355" y="98952"/>
                    <a:pt x="117575" y="100867"/>
                    <a:pt x="113102" y="102144"/>
                  </a:cubicBezTo>
                  <a:close/>
                </a:path>
              </a:pathLst>
            </a:custGeom>
            <a:solidFill>
              <a:srgbClr val="046A38"/>
            </a:solidFill>
            <a:ln w="6390" cap="flat">
              <a:noFill/>
              <a:prstDash val="solid"/>
              <a:miter/>
            </a:ln>
          </p:spPr>
          <p:txBody>
            <a:bodyPr rtlCol="0" anchor="ctr"/>
            <a:lstStyle/>
            <a:p>
              <a:endParaRPr lang="en-US"/>
            </a:p>
          </p:txBody>
        </p:sp>
        <p:sp>
          <p:nvSpPr>
            <p:cNvPr id="454" name="Graphic 6">
              <a:extLst>
                <a:ext uri="{FF2B5EF4-FFF2-40B4-BE49-F238E27FC236}">
                  <a16:creationId xmlns:a16="http://schemas.microsoft.com/office/drawing/2014/main" id="{F0DC434D-7BBA-4F42-8F12-554E95BBAA28}"/>
                </a:ext>
              </a:extLst>
            </p:cNvPr>
            <p:cNvSpPr/>
            <p:nvPr/>
          </p:nvSpPr>
          <p:spPr>
            <a:xfrm>
              <a:off x="4852618" y="1478810"/>
              <a:ext cx="55774" cy="72659"/>
            </a:xfrm>
            <a:custGeom>
              <a:avLst/>
              <a:gdLst>
                <a:gd name="connsiteX0" fmla="*/ 14596 w 55774"/>
                <a:gd name="connsiteY0" fmla="*/ 70744 h 72659"/>
                <a:gd name="connsiteX1" fmla="*/ 22264 w 55774"/>
                <a:gd name="connsiteY1" fmla="*/ 72660 h 72659"/>
                <a:gd name="connsiteX2" fmla="*/ 32488 w 55774"/>
                <a:gd name="connsiteY2" fmla="*/ 70106 h 72659"/>
                <a:gd name="connsiteX3" fmla="*/ 54214 w 55774"/>
                <a:gd name="connsiteY3" fmla="*/ 40740 h 72659"/>
                <a:gd name="connsiteX4" fmla="*/ 51019 w 55774"/>
                <a:gd name="connsiteY4" fmla="*/ 11373 h 72659"/>
                <a:gd name="connsiteX5" fmla="*/ 34405 w 55774"/>
                <a:gd name="connsiteY5" fmla="*/ 521 h 72659"/>
                <a:gd name="connsiteX6" fmla="*/ 2455 w 55774"/>
                <a:gd name="connsiteY6" fmla="*/ 29887 h 72659"/>
                <a:gd name="connsiteX7" fmla="*/ 14596 w 55774"/>
                <a:gd name="connsiteY7" fmla="*/ 70744 h 72659"/>
                <a:gd name="connsiteX8" fmla="*/ 14596 w 55774"/>
                <a:gd name="connsiteY8" fmla="*/ 33079 h 72659"/>
                <a:gd name="connsiteX9" fmla="*/ 29293 w 55774"/>
                <a:gd name="connsiteY9" fmla="*/ 12012 h 72659"/>
                <a:gd name="connsiteX10" fmla="*/ 31849 w 55774"/>
                <a:gd name="connsiteY10" fmla="*/ 12012 h 72659"/>
                <a:gd name="connsiteX11" fmla="*/ 40156 w 55774"/>
                <a:gd name="connsiteY11" fmla="*/ 17757 h 72659"/>
                <a:gd name="connsiteX12" fmla="*/ 41434 w 55774"/>
                <a:gd name="connsiteY12" fmla="*/ 37548 h 72659"/>
                <a:gd name="connsiteX13" fmla="*/ 26098 w 55774"/>
                <a:gd name="connsiteY13" fmla="*/ 58615 h 72659"/>
                <a:gd name="connsiteX14" fmla="*/ 19069 w 55774"/>
                <a:gd name="connsiteY14" fmla="*/ 59253 h 72659"/>
                <a:gd name="connsiteX15" fmla="*/ 14596 w 55774"/>
                <a:gd name="connsiteY15" fmla="*/ 33079 h 7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774" h="72659">
                  <a:moveTo>
                    <a:pt x="14596" y="70744"/>
                  </a:moveTo>
                  <a:cubicBezTo>
                    <a:pt x="17152" y="72021"/>
                    <a:pt x="19708" y="72660"/>
                    <a:pt x="22264" y="72660"/>
                  </a:cubicBezTo>
                  <a:cubicBezTo>
                    <a:pt x="25459" y="72660"/>
                    <a:pt x="29293" y="72021"/>
                    <a:pt x="32488" y="70106"/>
                  </a:cubicBezTo>
                  <a:cubicBezTo>
                    <a:pt x="42712" y="64999"/>
                    <a:pt x="51658" y="52869"/>
                    <a:pt x="54214" y="40740"/>
                  </a:cubicBezTo>
                  <a:cubicBezTo>
                    <a:pt x="56131" y="32441"/>
                    <a:pt x="57409" y="20949"/>
                    <a:pt x="51019" y="11373"/>
                  </a:cubicBezTo>
                  <a:cubicBezTo>
                    <a:pt x="47185" y="5628"/>
                    <a:pt x="41434" y="1797"/>
                    <a:pt x="34405" y="521"/>
                  </a:cubicBezTo>
                  <a:cubicBezTo>
                    <a:pt x="12040" y="-3948"/>
                    <a:pt x="4372" y="21588"/>
                    <a:pt x="2455" y="29887"/>
                  </a:cubicBezTo>
                  <a:cubicBezTo>
                    <a:pt x="-3295" y="50316"/>
                    <a:pt x="1177" y="64999"/>
                    <a:pt x="14596" y="70744"/>
                  </a:cubicBezTo>
                  <a:close/>
                  <a:moveTo>
                    <a:pt x="14596" y="33079"/>
                  </a:moveTo>
                  <a:cubicBezTo>
                    <a:pt x="19069" y="15842"/>
                    <a:pt x="24181" y="12012"/>
                    <a:pt x="29293" y="12012"/>
                  </a:cubicBezTo>
                  <a:cubicBezTo>
                    <a:pt x="29932" y="12012"/>
                    <a:pt x="31210" y="12012"/>
                    <a:pt x="31849" y="12012"/>
                  </a:cubicBezTo>
                  <a:cubicBezTo>
                    <a:pt x="35683" y="12650"/>
                    <a:pt x="38878" y="14565"/>
                    <a:pt x="40156" y="17757"/>
                  </a:cubicBezTo>
                  <a:cubicBezTo>
                    <a:pt x="42712" y="22226"/>
                    <a:pt x="43351" y="29249"/>
                    <a:pt x="41434" y="37548"/>
                  </a:cubicBezTo>
                  <a:cubicBezTo>
                    <a:pt x="39517" y="45847"/>
                    <a:pt x="32488" y="55423"/>
                    <a:pt x="26098" y="58615"/>
                  </a:cubicBezTo>
                  <a:cubicBezTo>
                    <a:pt x="22264" y="60530"/>
                    <a:pt x="19708" y="59892"/>
                    <a:pt x="19069" y="59253"/>
                  </a:cubicBezTo>
                  <a:cubicBezTo>
                    <a:pt x="10123" y="55423"/>
                    <a:pt x="12679" y="41378"/>
                    <a:pt x="14596" y="33079"/>
                  </a:cubicBezTo>
                  <a:close/>
                </a:path>
              </a:pathLst>
            </a:custGeom>
            <a:solidFill>
              <a:srgbClr val="046A38"/>
            </a:solidFill>
            <a:ln w="6390" cap="flat">
              <a:noFill/>
              <a:prstDash val="solid"/>
              <a:miter/>
            </a:ln>
          </p:spPr>
          <p:txBody>
            <a:bodyPr rtlCol="0" anchor="ctr"/>
            <a:lstStyle/>
            <a:p>
              <a:endParaRPr lang="en-US"/>
            </a:p>
          </p:txBody>
        </p:sp>
        <p:sp>
          <p:nvSpPr>
            <p:cNvPr id="455" name="Graphic 6">
              <a:extLst>
                <a:ext uri="{FF2B5EF4-FFF2-40B4-BE49-F238E27FC236}">
                  <a16:creationId xmlns:a16="http://schemas.microsoft.com/office/drawing/2014/main" id="{657327C0-ACE7-2644-957A-3A1FFBACF33D}"/>
                </a:ext>
              </a:extLst>
            </p:cNvPr>
            <p:cNvSpPr/>
            <p:nvPr/>
          </p:nvSpPr>
          <p:spPr>
            <a:xfrm>
              <a:off x="4901197" y="1536024"/>
              <a:ext cx="57515" cy="51834"/>
            </a:xfrm>
            <a:custGeom>
              <a:avLst/>
              <a:gdLst>
                <a:gd name="connsiteX0" fmla="*/ 15221 w 57515"/>
                <a:gd name="connsiteY0" fmla="*/ 9700 h 51834"/>
                <a:gd name="connsiteX1" fmla="*/ 2441 w 57515"/>
                <a:gd name="connsiteY1" fmla="*/ 42258 h 51834"/>
                <a:gd name="connsiteX2" fmla="*/ 2441 w 57515"/>
                <a:gd name="connsiteY2" fmla="*/ 42258 h 51834"/>
                <a:gd name="connsiteX3" fmla="*/ 15221 w 57515"/>
                <a:gd name="connsiteY3" fmla="*/ 51196 h 51834"/>
                <a:gd name="connsiteX4" fmla="*/ 20971 w 57515"/>
                <a:gd name="connsiteY4" fmla="*/ 51834 h 51834"/>
                <a:gd name="connsiteX5" fmla="*/ 44614 w 57515"/>
                <a:gd name="connsiteY5" fmla="*/ 43535 h 51834"/>
                <a:gd name="connsiteX6" fmla="*/ 57394 w 57515"/>
                <a:gd name="connsiteY6" fmla="*/ 23106 h 51834"/>
                <a:gd name="connsiteX7" fmla="*/ 52282 w 57515"/>
                <a:gd name="connsiteY7" fmla="*/ 7147 h 51834"/>
                <a:gd name="connsiteX8" fmla="*/ 15221 w 57515"/>
                <a:gd name="connsiteY8" fmla="*/ 9700 h 51834"/>
                <a:gd name="connsiteX9" fmla="*/ 35668 w 57515"/>
                <a:gd name="connsiteY9" fmla="*/ 33321 h 51834"/>
                <a:gd name="connsiteX10" fmla="*/ 17137 w 57515"/>
                <a:gd name="connsiteY10" fmla="*/ 38428 h 51834"/>
                <a:gd name="connsiteX11" fmla="*/ 13303 w 57515"/>
                <a:gd name="connsiteY11" fmla="*/ 35874 h 51834"/>
                <a:gd name="connsiteX12" fmla="*/ 22888 w 57515"/>
                <a:gd name="connsiteY12" fmla="*/ 19276 h 51834"/>
                <a:gd name="connsiteX13" fmla="*/ 41419 w 57515"/>
                <a:gd name="connsiteY13" fmla="*/ 14807 h 51834"/>
                <a:gd name="connsiteX14" fmla="*/ 43975 w 57515"/>
                <a:gd name="connsiteY14" fmla="*/ 21191 h 51834"/>
                <a:gd name="connsiteX15" fmla="*/ 35668 w 57515"/>
                <a:gd name="connsiteY15" fmla="*/ 33321 h 51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7515" h="51834">
                  <a:moveTo>
                    <a:pt x="15221" y="9700"/>
                  </a:moveTo>
                  <a:cubicBezTo>
                    <a:pt x="1163" y="19914"/>
                    <a:pt x="-3310" y="32044"/>
                    <a:pt x="2441" y="42258"/>
                  </a:cubicBezTo>
                  <a:lnTo>
                    <a:pt x="2441" y="42258"/>
                  </a:lnTo>
                  <a:cubicBezTo>
                    <a:pt x="4996" y="46727"/>
                    <a:pt x="9469" y="49919"/>
                    <a:pt x="15221" y="51196"/>
                  </a:cubicBezTo>
                  <a:cubicBezTo>
                    <a:pt x="17137" y="51834"/>
                    <a:pt x="19054" y="51834"/>
                    <a:pt x="20971" y="51834"/>
                  </a:cubicBezTo>
                  <a:cubicBezTo>
                    <a:pt x="29278" y="51834"/>
                    <a:pt x="38224" y="48642"/>
                    <a:pt x="44614" y="43535"/>
                  </a:cubicBezTo>
                  <a:cubicBezTo>
                    <a:pt x="52282" y="37151"/>
                    <a:pt x="56755" y="30129"/>
                    <a:pt x="57394" y="23106"/>
                  </a:cubicBezTo>
                  <a:cubicBezTo>
                    <a:pt x="58033" y="17361"/>
                    <a:pt x="56116" y="12254"/>
                    <a:pt x="52282" y="7147"/>
                  </a:cubicBezTo>
                  <a:cubicBezTo>
                    <a:pt x="38863" y="-8175"/>
                    <a:pt x="20971" y="5231"/>
                    <a:pt x="15221" y="9700"/>
                  </a:cubicBezTo>
                  <a:close/>
                  <a:moveTo>
                    <a:pt x="35668" y="33321"/>
                  </a:moveTo>
                  <a:cubicBezTo>
                    <a:pt x="30556" y="37151"/>
                    <a:pt x="22888" y="39705"/>
                    <a:pt x="17137" y="38428"/>
                  </a:cubicBezTo>
                  <a:cubicBezTo>
                    <a:pt x="14581" y="37790"/>
                    <a:pt x="13303" y="36513"/>
                    <a:pt x="13303" y="35874"/>
                  </a:cubicBezTo>
                  <a:cubicBezTo>
                    <a:pt x="10108" y="29490"/>
                    <a:pt x="18416" y="22468"/>
                    <a:pt x="22888" y="19276"/>
                  </a:cubicBezTo>
                  <a:cubicBezTo>
                    <a:pt x="35668" y="9700"/>
                    <a:pt x="38863" y="12254"/>
                    <a:pt x="41419" y="14807"/>
                  </a:cubicBezTo>
                  <a:cubicBezTo>
                    <a:pt x="43336" y="16722"/>
                    <a:pt x="43975" y="19276"/>
                    <a:pt x="43975" y="21191"/>
                  </a:cubicBezTo>
                  <a:cubicBezTo>
                    <a:pt x="43336" y="25022"/>
                    <a:pt x="40780" y="29490"/>
                    <a:pt x="35668" y="33321"/>
                  </a:cubicBezTo>
                  <a:close/>
                </a:path>
              </a:pathLst>
            </a:custGeom>
            <a:solidFill>
              <a:srgbClr val="046A38"/>
            </a:solidFill>
            <a:ln w="6390" cap="flat">
              <a:noFill/>
              <a:prstDash val="solid"/>
              <a:miter/>
            </a:ln>
          </p:spPr>
          <p:txBody>
            <a:bodyPr rtlCol="0" anchor="ctr"/>
            <a:lstStyle/>
            <a:p>
              <a:endParaRPr lang="en-US"/>
            </a:p>
          </p:txBody>
        </p:sp>
        <p:sp>
          <p:nvSpPr>
            <p:cNvPr id="456" name="Graphic 6">
              <a:extLst>
                <a:ext uri="{FF2B5EF4-FFF2-40B4-BE49-F238E27FC236}">
                  <a16:creationId xmlns:a16="http://schemas.microsoft.com/office/drawing/2014/main" id="{B5B50D33-32A2-184F-A6B4-B6870B6782D7}"/>
                </a:ext>
              </a:extLst>
            </p:cNvPr>
            <p:cNvSpPr/>
            <p:nvPr/>
          </p:nvSpPr>
          <p:spPr>
            <a:xfrm>
              <a:off x="4728432" y="1536308"/>
              <a:ext cx="56129" cy="51550"/>
            </a:xfrm>
            <a:custGeom>
              <a:avLst/>
              <a:gdLst>
                <a:gd name="connsiteX0" fmla="*/ 53797 w 56129"/>
                <a:gd name="connsiteY0" fmla="*/ 41975 h 51550"/>
                <a:gd name="connsiteX1" fmla="*/ 41017 w 56129"/>
                <a:gd name="connsiteY1" fmla="*/ 9417 h 51550"/>
                <a:gd name="connsiteX2" fmla="*/ 5233 w 56129"/>
                <a:gd name="connsiteY2" fmla="*/ 6863 h 51550"/>
                <a:gd name="connsiteX3" fmla="*/ 121 w 56129"/>
                <a:gd name="connsiteY3" fmla="*/ 22823 h 51550"/>
                <a:gd name="connsiteX4" fmla="*/ 12901 w 56129"/>
                <a:gd name="connsiteY4" fmla="*/ 43252 h 51550"/>
                <a:gd name="connsiteX5" fmla="*/ 36544 w 56129"/>
                <a:gd name="connsiteY5" fmla="*/ 51551 h 51550"/>
                <a:gd name="connsiteX6" fmla="*/ 42294 w 56129"/>
                <a:gd name="connsiteY6" fmla="*/ 50912 h 51550"/>
                <a:gd name="connsiteX7" fmla="*/ 53797 w 56129"/>
                <a:gd name="connsiteY7" fmla="*/ 41975 h 51550"/>
                <a:gd name="connsiteX8" fmla="*/ 42294 w 56129"/>
                <a:gd name="connsiteY8" fmla="*/ 35591 h 51550"/>
                <a:gd name="connsiteX9" fmla="*/ 38461 w 56129"/>
                <a:gd name="connsiteY9" fmla="*/ 38144 h 51550"/>
                <a:gd name="connsiteX10" fmla="*/ 19930 w 56129"/>
                <a:gd name="connsiteY10" fmla="*/ 33037 h 51550"/>
                <a:gd name="connsiteX11" fmla="*/ 11623 w 56129"/>
                <a:gd name="connsiteY11" fmla="*/ 21546 h 51550"/>
                <a:gd name="connsiteX12" fmla="*/ 14179 w 56129"/>
                <a:gd name="connsiteY12" fmla="*/ 15162 h 51550"/>
                <a:gd name="connsiteX13" fmla="*/ 18652 w 56129"/>
                <a:gd name="connsiteY13" fmla="*/ 12609 h 51550"/>
                <a:gd name="connsiteX14" fmla="*/ 32710 w 56129"/>
                <a:gd name="connsiteY14" fmla="*/ 19631 h 51550"/>
                <a:gd name="connsiteX15" fmla="*/ 42294 w 56129"/>
                <a:gd name="connsiteY15" fmla="*/ 35591 h 5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6129" h="51550">
                  <a:moveTo>
                    <a:pt x="53797" y="41975"/>
                  </a:moveTo>
                  <a:cubicBezTo>
                    <a:pt x="59547" y="31122"/>
                    <a:pt x="54436" y="19631"/>
                    <a:pt x="41017" y="9417"/>
                  </a:cubicBezTo>
                  <a:cubicBezTo>
                    <a:pt x="35266" y="4948"/>
                    <a:pt x="17374" y="-7820"/>
                    <a:pt x="5233" y="6863"/>
                  </a:cubicBezTo>
                  <a:cubicBezTo>
                    <a:pt x="1399" y="11332"/>
                    <a:pt x="-518" y="17077"/>
                    <a:pt x="121" y="22823"/>
                  </a:cubicBezTo>
                  <a:cubicBezTo>
                    <a:pt x="760" y="29845"/>
                    <a:pt x="5233" y="36868"/>
                    <a:pt x="12901" y="43252"/>
                  </a:cubicBezTo>
                  <a:cubicBezTo>
                    <a:pt x="19291" y="48359"/>
                    <a:pt x="28237" y="51551"/>
                    <a:pt x="36544" y="51551"/>
                  </a:cubicBezTo>
                  <a:cubicBezTo>
                    <a:pt x="38461" y="51551"/>
                    <a:pt x="40378" y="51551"/>
                    <a:pt x="42294" y="50912"/>
                  </a:cubicBezTo>
                  <a:cubicBezTo>
                    <a:pt x="46768" y="49636"/>
                    <a:pt x="51241" y="46444"/>
                    <a:pt x="53797" y="41975"/>
                  </a:cubicBezTo>
                  <a:close/>
                  <a:moveTo>
                    <a:pt x="42294" y="35591"/>
                  </a:moveTo>
                  <a:cubicBezTo>
                    <a:pt x="42294" y="36229"/>
                    <a:pt x="41656" y="37506"/>
                    <a:pt x="38461" y="38144"/>
                  </a:cubicBezTo>
                  <a:cubicBezTo>
                    <a:pt x="33349" y="39421"/>
                    <a:pt x="25042" y="36868"/>
                    <a:pt x="19930" y="33037"/>
                  </a:cubicBezTo>
                  <a:cubicBezTo>
                    <a:pt x="15457" y="29207"/>
                    <a:pt x="12262" y="24738"/>
                    <a:pt x="11623" y="21546"/>
                  </a:cubicBezTo>
                  <a:cubicBezTo>
                    <a:pt x="11623" y="19631"/>
                    <a:pt x="12262" y="17077"/>
                    <a:pt x="14179" y="15162"/>
                  </a:cubicBezTo>
                  <a:cubicBezTo>
                    <a:pt x="15457" y="13885"/>
                    <a:pt x="16735" y="12609"/>
                    <a:pt x="18652" y="12609"/>
                  </a:cubicBezTo>
                  <a:cubicBezTo>
                    <a:pt x="21208" y="12609"/>
                    <a:pt x="25681" y="14524"/>
                    <a:pt x="32710" y="19631"/>
                  </a:cubicBezTo>
                  <a:cubicBezTo>
                    <a:pt x="37183" y="22185"/>
                    <a:pt x="46129" y="29845"/>
                    <a:pt x="42294" y="35591"/>
                  </a:cubicBezTo>
                  <a:close/>
                </a:path>
              </a:pathLst>
            </a:custGeom>
            <a:solidFill>
              <a:srgbClr val="046A38"/>
            </a:solidFill>
            <a:ln w="6390" cap="flat">
              <a:noFill/>
              <a:prstDash val="solid"/>
              <a:miter/>
            </a:ln>
          </p:spPr>
          <p:txBody>
            <a:bodyPr rtlCol="0" anchor="ctr"/>
            <a:lstStyle/>
            <a:p>
              <a:endParaRPr lang="en-US"/>
            </a:p>
          </p:txBody>
        </p:sp>
      </p:grpSp>
      <p:grpSp>
        <p:nvGrpSpPr>
          <p:cNvPr id="457" name="Graphic 6">
            <a:extLst>
              <a:ext uri="{FF2B5EF4-FFF2-40B4-BE49-F238E27FC236}">
                <a16:creationId xmlns:a16="http://schemas.microsoft.com/office/drawing/2014/main" id="{124D1CF4-C36F-DB4C-8CC3-6B99AACB9D88}"/>
              </a:ext>
            </a:extLst>
          </p:cNvPr>
          <p:cNvGrpSpPr/>
          <p:nvPr/>
        </p:nvGrpSpPr>
        <p:grpSpPr>
          <a:xfrm>
            <a:off x="4660820" y="2854441"/>
            <a:ext cx="362309" cy="361971"/>
            <a:chOff x="4660820" y="2854441"/>
            <a:chExt cx="362309" cy="361971"/>
          </a:xfrm>
          <a:solidFill>
            <a:srgbClr val="046A38"/>
          </a:solidFill>
        </p:grpSpPr>
        <p:sp>
          <p:nvSpPr>
            <p:cNvPr id="458" name="Graphic 6">
              <a:extLst>
                <a:ext uri="{FF2B5EF4-FFF2-40B4-BE49-F238E27FC236}">
                  <a16:creationId xmlns:a16="http://schemas.microsoft.com/office/drawing/2014/main" id="{69BF4592-605A-BE4E-8F90-9E45A0A0454B}"/>
                </a:ext>
              </a:extLst>
            </p:cNvPr>
            <p:cNvSpPr/>
            <p:nvPr/>
          </p:nvSpPr>
          <p:spPr>
            <a:xfrm>
              <a:off x="4660820" y="2854441"/>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181474 w 362309"/>
                <a:gd name="connsiteY4" fmla="*/ 0 h 361971"/>
                <a:gd name="connsiteX5" fmla="*/ 181474 w 362309"/>
                <a:gd name="connsiteY5" fmla="*/ 349204 h 361971"/>
                <a:gd name="connsiteX6" fmla="*/ 13419 w 362309"/>
                <a:gd name="connsiteY6" fmla="*/ 180667 h 361971"/>
                <a:gd name="connsiteX7" fmla="*/ 182113 w 362309"/>
                <a:gd name="connsiteY7" fmla="*/ 12768 h 361971"/>
                <a:gd name="connsiteX8" fmla="*/ 350168 w 362309"/>
                <a:gd name="connsiteY8" fmla="*/ 181305 h 361971"/>
                <a:gd name="connsiteX9" fmla="*/ 181474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81077"/>
                    <a:pt x="281157" y="0"/>
                    <a:pt x="181474" y="0"/>
                  </a:cubicBezTo>
                  <a:close/>
                  <a:moveTo>
                    <a:pt x="181474" y="349204"/>
                  </a:moveTo>
                  <a:cubicBezTo>
                    <a:pt x="88820" y="349204"/>
                    <a:pt x="13419" y="273873"/>
                    <a:pt x="13419" y="180667"/>
                  </a:cubicBezTo>
                  <a:cubicBezTo>
                    <a:pt x="13419" y="88099"/>
                    <a:pt x="88820" y="12768"/>
                    <a:pt x="182113" y="12768"/>
                  </a:cubicBezTo>
                  <a:cubicBezTo>
                    <a:pt x="274767" y="12768"/>
                    <a:pt x="350168" y="88099"/>
                    <a:pt x="350168" y="181305"/>
                  </a:cubicBezTo>
                  <a:cubicBezTo>
                    <a:pt x="349529" y="273873"/>
                    <a:pt x="274128"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459" name="Graphic 6">
              <a:extLst>
                <a:ext uri="{FF2B5EF4-FFF2-40B4-BE49-F238E27FC236}">
                  <a16:creationId xmlns:a16="http://schemas.microsoft.com/office/drawing/2014/main" id="{3ECE60BD-160D-7A40-BD58-F6128F779F31}"/>
                </a:ext>
              </a:extLst>
            </p:cNvPr>
            <p:cNvSpPr/>
            <p:nvPr/>
          </p:nvSpPr>
          <p:spPr>
            <a:xfrm>
              <a:off x="4860186" y="3011487"/>
              <a:ext cx="20447" cy="20428"/>
            </a:xfrm>
            <a:custGeom>
              <a:avLst/>
              <a:gdLst>
                <a:gd name="connsiteX0" fmla="*/ 20448 w 20447"/>
                <a:gd name="connsiteY0" fmla="*/ 10214 h 20428"/>
                <a:gd name="connsiteX1" fmla="*/ 10224 w 20447"/>
                <a:gd name="connsiteY1" fmla="*/ 0 h 20428"/>
                <a:gd name="connsiteX2" fmla="*/ 0 w 20447"/>
                <a:gd name="connsiteY2" fmla="*/ 10214 h 20428"/>
                <a:gd name="connsiteX3" fmla="*/ 10224 w 20447"/>
                <a:gd name="connsiteY3" fmla="*/ 20429 h 20428"/>
                <a:gd name="connsiteX4" fmla="*/ 20448 w 20447"/>
                <a:gd name="connsiteY4" fmla="*/ 10214 h 20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47" h="20428">
                  <a:moveTo>
                    <a:pt x="20448" y="10214"/>
                  </a:moveTo>
                  <a:cubicBezTo>
                    <a:pt x="20448" y="4469"/>
                    <a:pt x="15975" y="0"/>
                    <a:pt x="10224" y="0"/>
                  </a:cubicBezTo>
                  <a:cubicBezTo>
                    <a:pt x="4473" y="0"/>
                    <a:pt x="0" y="4469"/>
                    <a:pt x="0" y="10214"/>
                  </a:cubicBezTo>
                  <a:cubicBezTo>
                    <a:pt x="0" y="15960"/>
                    <a:pt x="4473" y="20429"/>
                    <a:pt x="10224" y="20429"/>
                  </a:cubicBezTo>
                  <a:cubicBezTo>
                    <a:pt x="15975" y="19790"/>
                    <a:pt x="20448" y="15322"/>
                    <a:pt x="20448" y="10214"/>
                  </a:cubicBezTo>
                  <a:close/>
                </a:path>
              </a:pathLst>
            </a:custGeom>
            <a:solidFill>
              <a:srgbClr val="046A38"/>
            </a:solidFill>
            <a:ln w="6390" cap="flat">
              <a:noFill/>
              <a:prstDash val="solid"/>
              <a:miter/>
            </a:ln>
          </p:spPr>
          <p:txBody>
            <a:bodyPr rtlCol="0" anchor="ctr"/>
            <a:lstStyle/>
            <a:p>
              <a:endParaRPr lang="en-US"/>
            </a:p>
          </p:txBody>
        </p:sp>
        <p:sp>
          <p:nvSpPr>
            <p:cNvPr id="460" name="Graphic 6">
              <a:extLst>
                <a:ext uri="{FF2B5EF4-FFF2-40B4-BE49-F238E27FC236}">
                  <a16:creationId xmlns:a16="http://schemas.microsoft.com/office/drawing/2014/main" id="{485F4C68-D916-9C44-BDED-067F22B865A6}"/>
                </a:ext>
              </a:extLst>
            </p:cNvPr>
            <p:cNvSpPr/>
            <p:nvPr/>
          </p:nvSpPr>
          <p:spPr>
            <a:xfrm>
              <a:off x="4741972" y="2928974"/>
              <a:ext cx="199366" cy="212746"/>
            </a:xfrm>
            <a:custGeom>
              <a:avLst/>
              <a:gdLst>
                <a:gd name="connsiteX0" fmla="*/ 184031 w 199366"/>
                <a:gd name="connsiteY0" fmla="*/ 110602 h 212746"/>
                <a:gd name="connsiteX1" fmla="*/ 156553 w 199366"/>
                <a:gd name="connsiteY1" fmla="*/ 71660 h 212746"/>
                <a:gd name="connsiteX2" fmla="*/ 184031 w 199366"/>
                <a:gd name="connsiteY2" fmla="*/ 9097 h 212746"/>
                <a:gd name="connsiteX3" fmla="*/ 182113 w 199366"/>
                <a:gd name="connsiteY3" fmla="*/ 1436 h 212746"/>
                <a:gd name="connsiteX4" fmla="*/ 174446 w 199366"/>
                <a:gd name="connsiteY4" fmla="*/ 1436 h 212746"/>
                <a:gd name="connsiteX5" fmla="*/ 127799 w 199366"/>
                <a:gd name="connsiteY5" fmla="*/ 41017 h 212746"/>
                <a:gd name="connsiteX6" fmla="*/ 127799 w 199366"/>
                <a:gd name="connsiteY6" fmla="*/ 19950 h 212746"/>
                <a:gd name="connsiteX7" fmla="*/ 122048 w 199366"/>
                <a:gd name="connsiteY7" fmla="*/ 13566 h 212746"/>
                <a:gd name="connsiteX8" fmla="*/ 89459 w 199366"/>
                <a:gd name="connsiteY8" fmla="*/ 40379 h 212746"/>
                <a:gd name="connsiteX9" fmla="*/ 73484 w 199366"/>
                <a:gd name="connsiteY9" fmla="*/ 35272 h 212746"/>
                <a:gd name="connsiteX10" fmla="*/ 67734 w 199366"/>
                <a:gd name="connsiteY10" fmla="*/ 35910 h 212746"/>
                <a:gd name="connsiteX11" fmla="*/ 65177 w 199366"/>
                <a:gd name="connsiteY11" fmla="*/ 41017 h 212746"/>
                <a:gd name="connsiteX12" fmla="*/ 65177 w 199366"/>
                <a:gd name="connsiteY12" fmla="*/ 63361 h 212746"/>
                <a:gd name="connsiteX13" fmla="*/ 49842 w 199366"/>
                <a:gd name="connsiteY13" fmla="*/ 63361 h 212746"/>
                <a:gd name="connsiteX14" fmla="*/ 43452 w 199366"/>
                <a:gd name="connsiteY14" fmla="*/ 69745 h 212746"/>
                <a:gd name="connsiteX15" fmla="*/ 43452 w 199366"/>
                <a:gd name="connsiteY15" fmla="*/ 92089 h 212746"/>
                <a:gd name="connsiteX16" fmla="*/ 28116 w 199366"/>
                <a:gd name="connsiteY16" fmla="*/ 92089 h 212746"/>
                <a:gd name="connsiteX17" fmla="*/ 21726 w 199366"/>
                <a:gd name="connsiteY17" fmla="*/ 98473 h 212746"/>
                <a:gd name="connsiteX18" fmla="*/ 21726 w 199366"/>
                <a:gd name="connsiteY18" fmla="*/ 120817 h 212746"/>
                <a:gd name="connsiteX19" fmla="*/ 6390 w 199366"/>
                <a:gd name="connsiteY19" fmla="*/ 120817 h 212746"/>
                <a:gd name="connsiteX20" fmla="*/ 0 w 199366"/>
                <a:gd name="connsiteY20" fmla="*/ 127201 h 212746"/>
                <a:gd name="connsiteX21" fmla="*/ 6390 w 199366"/>
                <a:gd name="connsiteY21" fmla="*/ 133585 h 212746"/>
                <a:gd name="connsiteX22" fmla="*/ 28116 w 199366"/>
                <a:gd name="connsiteY22" fmla="*/ 133585 h 212746"/>
                <a:gd name="connsiteX23" fmla="*/ 34506 w 199366"/>
                <a:gd name="connsiteY23" fmla="*/ 127201 h 212746"/>
                <a:gd name="connsiteX24" fmla="*/ 34506 w 199366"/>
                <a:gd name="connsiteY24" fmla="*/ 104857 h 212746"/>
                <a:gd name="connsiteX25" fmla="*/ 49842 w 199366"/>
                <a:gd name="connsiteY25" fmla="*/ 104857 h 212746"/>
                <a:gd name="connsiteX26" fmla="*/ 56232 w 199366"/>
                <a:gd name="connsiteY26" fmla="*/ 98473 h 212746"/>
                <a:gd name="connsiteX27" fmla="*/ 56232 w 199366"/>
                <a:gd name="connsiteY27" fmla="*/ 76129 h 212746"/>
                <a:gd name="connsiteX28" fmla="*/ 71567 w 199366"/>
                <a:gd name="connsiteY28" fmla="*/ 76129 h 212746"/>
                <a:gd name="connsiteX29" fmla="*/ 77957 w 199366"/>
                <a:gd name="connsiteY29" fmla="*/ 69745 h 212746"/>
                <a:gd name="connsiteX30" fmla="*/ 77957 w 199366"/>
                <a:gd name="connsiteY30" fmla="*/ 49955 h 212746"/>
                <a:gd name="connsiteX31" fmla="*/ 90737 w 199366"/>
                <a:gd name="connsiteY31" fmla="*/ 54424 h 212746"/>
                <a:gd name="connsiteX32" fmla="*/ 98405 w 199366"/>
                <a:gd name="connsiteY32" fmla="*/ 50593 h 212746"/>
                <a:gd name="connsiteX33" fmla="*/ 114380 w 199366"/>
                <a:gd name="connsiteY33" fmla="*/ 28249 h 212746"/>
                <a:gd name="connsiteX34" fmla="*/ 114380 w 199366"/>
                <a:gd name="connsiteY34" fmla="*/ 48678 h 212746"/>
                <a:gd name="connsiteX35" fmla="*/ 119492 w 199366"/>
                <a:gd name="connsiteY35" fmla="*/ 55062 h 212746"/>
                <a:gd name="connsiteX36" fmla="*/ 143135 w 199366"/>
                <a:gd name="connsiteY36" fmla="*/ 72937 h 212746"/>
                <a:gd name="connsiteX37" fmla="*/ 174446 w 199366"/>
                <a:gd name="connsiteY37" fmla="*/ 119540 h 212746"/>
                <a:gd name="connsiteX38" fmla="*/ 180196 w 199366"/>
                <a:gd name="connsiteY38" fmla="*/ 124647 h 212746"/>
                <a:gd name="connsiteX39" fmla="*/ 185308 w 199366"/>
                <a:gd name="connsiteY39" fmla="*/ 133585 h 212746"/>
                <a:gd name="connsiteX40" fmla="*/ 185308 w 199366"/>
                <a:gd name="connsiteY40" fmla="*/ 134223 h 212746"/>
                <a:gd name="connsiteX41" fmla="*/ 185308 w 199366"/>
                <a:gd name="connsiteY41" fmla="*/ 152098 h 212746"/>
                <a:gd name="connsiteX42" fmla="*/ 153998 w 199366"/>
                <a:gd name="connsiteY42" fmla="*/ 144438 h 212746"/>
                <a:gd name="connsiteX43" fmla="*/ 148886 w 199366"/>
                <a:gd name="connsiteY43" fmla="*/ 142522 h 212746"/>
                <a:gd name="connsiteX44" fmla="*/ 105434 w 199366"/>
                <a:gd name="connsiteY44" fmla="*/ 125286 h 212746"/>
                <a:gd name="connsiteX45" fmla="*/ 100961 w 199366"/>
                <a:gd name="connsiteY45" fmla="*/ 121455 h 212746"/>
                <a:gd name="connsiteX46" fmla="*/ 95210 w 199366"/>
                <a:gd name="connsiteY46" fmla="*/ 123370 h 212746"/>
                <a:gd name="connsiteX47" fmla="*/ 79874 w 199366"/>
                <a:gd name="connsiteY47" fmla="*/ 150821 h 212746"/>
                <a:gd name="connsiteX48" fmla="*/ 82430 w 199366"/>
                <a:gd name="connsiteY48" fmla="*/ 169973 h 212746"/>
                <a:gd name="connsiteX49" fmla="*/ 84347 w 199366"/>
                <a:gd name="connsiteY49" fmla="*/ 174442 h 212746"/>
                <a:gd name="connsiteX50" fmla="*/ 86264 w 199366"/>
                <a:gd name="connsiteY50" fmla="*/ 180188 h 212746"/>
                <a:gd name="connsiteX51" fmla="*/ 86264 w 199366"/>
                <a:gd name="connsiteY51" fmla="*/ 205724 h 212746"/>
                <a:gd name="connsiteX52" fmla="*/ 91376 w 199366"/>
                <a:gd name="connsiteY52" fmla="*/ 212746 h 212746"/>
                <a:gd name="connsiteX53" fmla="*/ 92015 w 199366"/>
                <a:gd name="connsiteY53" fmla="*/ 212746 h 212746"/>
                <a:gd name="connsiteX54" fmla="*/ 98405 w 199366"/>
                <a:gd name="connsiteY54" fmla="*/ 207001 h 212746"/>
                <a:gd name="connsiteX55" fmla="*/ 98405 w 199366"/>
                <a:gd name="connsiteY55" fmla="*/ 176357 h 212746"/>
                <a:gd name="connsiteX56" fmla="*/ 95849 w 199366"/>
                <a:gd name="connsiteY56" fmla="*/ 169335 h 212746"/>
                <a:gd name="connsiteX57" fmla="*/ 94571 w 199366"/>
                <a:gd name="connsiteY57" fmla="*/ 165505 h 212746"/>
                <a:gd name="connsiteX58" fmla="*/ 92654 w 199366"/>
                <a:gd name="connsiteY58" fmla="*/ 152098 h 212746"/>
                <a:gd name="connsiteX59" fmla="*/ 99044 w 199366"/>
                <a:gd name="connsiteY59" fmla="*/ 138054 h 212746"/>
                <a:gd name="connsiteX60" fmla="*/ 147608 w 199366"/>
                <a:gd name="connsiteY60" fmla="*/ 155290 h 212746"/>
                <a:gd name="connsiteX61" fmla="*/ 196810 w 199366"/>
                <a:gd name="connsiteY61" fmla="*/ 161036 h 212746"/>
                <a:gd name="connsiteX62" fmla="*/ 199366 w 199366"/>
                <a:gd name="connsiteY62" fmla="*/ 155929 h 212746"/>
                <a:gd name="connsiteX63" fmla="*/ 199366 w 199366"/>
                <a:gd name="connsiteY63" fmla="*/ 134862 h 212746"/>
                <a:gd name="connsiteX64" fmla="*/ 190420 w 199366"/>
                <a:gd name="connsiteY64" fmla="*/ 115710 h 212746"/>
                <a:gd name="connsiteX65" fmla="*/ 184031 w 199366"/>
                <a:gd name="connsiteY65" fmla="*/ 110602 h 212746"/>
                <a:gd name="connsiteX66" fmla="*/ 137384 w 199366"/>
                <a:gd name="connsiteY66" fmla="*/ 50593 h 212746"/>
                <a:gd name="connsiteX67" fmla="*/ 161666 w 199366"/>
                <a:gd name="connsiteY67" fmla="*/ 30164 h 212746"/>
                <a:gd name="connsiteX68" fmla="*/ 148247 w 199366"/>
                <a:gd name="connsiteY68" fmla="*/ 60169 h 212746"/>
                <a:gd name="connsiteX69" fmla="*/ 137384 w 199366"/>
                <a:gd name="connsiteY69" fmla="*/ 50593 h 212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99366" h="212746">
                  <a:moveTo>
                    <a:pt x="184031" y="110602"/>
                  </a:moveTo>
                  <a:cubicBezTo>
                    <a:pt x="174446" y="101665"/>
                    <a:pt x="159748" y="88897"/>
                    <a:pt x="156553" y="71660"/>
                  </a:cubicBezTo>
                  <a:lnTo>
                    <a:pt x="184031" y="9097"/>
                  </a:lnTo>
                  <a:cubicBezTo>
                    <a:pt x="185308" y="6544"/>
                    <a:pt x="184669" y="3352"/>
                    <a:pt x="182113" y="1436"/>
                  </a:cubicBezTo>
                  <a:cubicBezTo>
                    <a:pt x="179557" y="-479"/>
                    <a:pt x="176363" y="-479"/>
                    <a:pt x="174446" y="1436"/>
                  </a:cubicBezTo>
                  <a:lnTo>
                    <a:pt x="127799" y="41017"/>
                  </a:lnTo>
                  <a:lnTo>
                    <a:pt x="127799" y="19950"/>
                  </a:lnTo>
                  <a:cubicBezTo>
                    <a:pt x="127799" y="16758"/>
                    <a:pt x="125243" y="13566"/>
                    <a:pt x="122048" y="13566"/>
                  </a:cubicBezTo>
                  <a:cubicBezTo>
                    <a:pt x="121409" y="13566"/>
                    <a:pt x="102239" y="12289"/>
                    <a:pt x="89459" y="40379"/>
                  </a:cubicBezTo>
                  <a:lnTo>
                    <a:pt x="73484" y="35272"/>
                  </a:lnTo>
                  <a:cubicBezTo>
                    <a:pt x="71567" y="34633"/>
                    <a:pt x="69650" y="34633"/>
                    <a:pt x="67734" y="35910"/>
                  </a:cubicBezTo>
                  <a:cubicBezTo>
                    <a:pt x="65817" y="37187"/>
                    <a:pt x="65177" y="39102"/>
                    <a:pt x="65177" y="41017"/>
                  </a:cubicBezTo>
                  <a:lnTo>
                    <a:pt x="65177" y="63361"/>
                  </a:lnTo>
                  <a:lnTo>
                    <a:pt x="49842" y="63361"/>
                  </a:lnTo>
                  <a:cubicBezTo>
                    <a:pt x="46008" y="63361"/>
                    <a:pt x="43452" y="65915"/>
                    <a:pt x="43452" y="69745"/>
                  </a:cubicBezTo>
                  <a:lnTo>
                    <a:pt x="43452" y="92089"/>
                  </a:lnTo>
                  <a:lnTo>
                    <a:pt x="28116" y="92089"/>
                  </a:lnTo>
                  <a:cubicBezTo>
                    <a:pt x="24282" y="92089"/>
                    <a:pt x="21726" y="94643"/>
                    <a:pt x="21726" y="98473"/>
                  </a:cubicBezTo>
                  <a:lnTo>
                    <a:pt x="21726" y="120817"/>
                  </a:lnTo>
                  <a:lnTo>
                    <a:pt x="6390" y="120817"/>
                  </a:lnTo>
                  <a:cubicBezTo>
                    <a:pt x="2556" y="120817"/>
                    <a:pt x="0" y="123370"/>
                    <a:pt x="0" y="127201"/>
                  </a:cubicBezTo>
                  <a:cubicBezTo>
                    <a:pt x="0" y="131031"/>
                    <a:pt x="2556" y="133585"/>
                    <a:pt x="6390" y="133585"/>
                  </a:cubicBezTo>
                  <a:lnTo>
                    <a:pt x="28116" y="133585"/>
                  </a:lnTo>
                  <a:cubicBezTo>
                    <a:pt x="31950" y="133585"/>
                    <a:pt x="34506" y="131031"/>
                    <a:pt x="34506" y="127201"/>
                  </a:cubicBezTo>
                  <a:lnTo>
                    <a:pt x="34506" y="104857"/>
                  </a:lnTo>
                  <a:lnTo>
                    <a:pt x="49842" y="104857"/>
                  </a:lnTo>
                  <a:cubicBezTo>
                    <a:pt x="53676" y="104857"/>
                    <a:pt x="56232" y="102303"/>
                    <a:pt x="56232" y="98473"/>
                  </a:cubicBezTo>
                  <a:lnTo>
                    <a:pt x="56232" y="76129"/>
                  </a:lnTo>
                  <a:lnTo>
                    <a:pt x="71567" y="76129"/>
                  </a:lnTo>
                  <a:cubicBezTo>
                    <a:pt x="75402" y="76129"/>
                    <a:pt x="77957" y="73575"/>
                    <a:pt x="77957" y="69745"/>
                  </a:cubicBezTo>
                  <a:lnTo>
                    <a:pt x="77957" y="49955"/>
                  </a:lnTo>
                  <a:lnTo>
                    <a:pt x="90737" y="54424"/>
                  </a:lnTo>
                  <a:cubicBezTo>
                    <a:pt x="93932" y="55700"/>
                    <a:pt x="97766" y="53785"/>
                    <a:pt x="98405" y="50593"/>
                  </a:cubicBezTo>
                  <a:cubicBezTo>
                    <a:pt x="103517" y="36548"/>
                    <a:pt x="109907" y="30803"/>
                    <a:pt x="114380" y="28249"/>
                  </a:cubicBezTo>
                  <a:lnTo>
                    <a:pt x="114380" y="48678"/>
                  </a:lnTo>
                  <a:cubicBezTo>
                    <a:pt x="114380" y="51870"/>
                    <a:pt x="116297" y="54424"/>
                    <a:pt x="119492" y="55062"/>
                  </a:cubicBezTo>
                  <a:cubicBezTo>
                    <a:pt x="125882" y="56339"/>
                    <a:pt x="136745" y="66553"/>
                    <a:pt x="143135" y="72937"/>
                  </a:cubicBezTo>
                  <a:cubicBezTo>
                    <a:pt x="146969" y="94643"/>
                    <a:pt x="163583" y="109326"/>
                    <a:pt x="174446" y="119540"/>
                  </a:cubicBezTo>
                  <a:cubicBezTo>
                    <a:pt x="176363" y="121455"/>
                    <a:pt x="178279" y="123370"/>
                    <a:pt x="180196" y="124647"/>
                  </a:cubicBezTo>
                  <a:cubicBezTo>
                    <a:pt x="185308" y="129754"/>
                    <a:pt x="185308" y="133585"/>
                    <a:pt x="185308" y="133585"/>
                  </a:cubicBezTo>
                  <a:lnTo>
                    <a:pt x="185308" y="134223"/>
                  </a:lnTo>
                  <a:lnTo>
                    <a:pt x="185308" y="152098"/>
                  </a:lnTo>
                  <a:cubicBezTo>
                    <a:pt x="168695" y="161036"/>
                    <a:pt x="155276" y="146353"/>
                    <a:pt x="153998" y="144438"/>
                  </a:cubicBezTo>
                  <a:cubicBezTo>
                    <a:pt x="152720" y="143161"/>
                    <a:pt x="150803" y="141884"/>
                    <a:pt x="148886" y="142522"/>
                  </a:cubicBezTo>
                  <a:cubicBezTo>
                    <a:pt x="113741" y="145076"/>
                    <a:pt x="106073" y="125924"/>
                    <a:pt x="105434" y="125286"/>
                  </a:cubicBezTo>
                  <a:cubicBezTo>
                    <a:pt x="104795" y="123370"/>
                    <a:pt x="102878" y="121455"/>
                    <a:pt x="100961" y="121455"/>
                  </a:cubicBezTo>
                  <a:cubicBezTo>
                    <a:pt x="99044" y="120817"/>
                    <a:pt x="96488" y="121455"/>
                    <a:pt x="95210" y="123370"/>
                  </a:cubicBezTo>
                  <a:cubicBezTo>
                    <a:pt x="88181" y="131031"/>
                    <a:pt x="81152" y="139969"/>
                    <a:pt x="79874" y="150821"/>
                  </a:cubicBezTo>
                  <a:cubicBezTo>
                    <a:pt x="79235" y="157205"/>
                    <a:pt x="79874" y="163589"/>
                    <a:pt x="82430" y="169973"/>
                  </a:cubicBezTo>
                  <a:cubicBezTo>
                    <a:pt x="83069" y="171250"/>
                    <a:pt x="83708" y="173165"/>
                    <a:pt x="84347" y="174442"/>
                  </a:cubicBezTo>
                  <a:cubicBezTo>
                    <a:pt x="84986" y="176357"/>
                    <a:pt x="85625" y="178273"/>
                    <a:pt x="86264" y="180188"/>
                  </a:cubicBezTo>
                  <a:cubicBezTo>
                    <a:pt x="88820" y="187849"/>
                    <a:pt x="87542" y="196786"/>
                    <a:pt x="86264" y="205724"/>
                  </a:cubicBezTo>
                  <a:cubicBezTo>
                    <a:pt x="85625" y="208916"/>
                    <a:pt x="88181" y="212746"/>
                    <a:pt x="91376" y="212746"/>
                  </a:cubicBezTo>
                  <a:lnTo>
                    <a:pt x="92015" y="212746"/>
                  </a:lnTo>
                  <a:cubicBezTo>
                    <a:pt x="95210" y="212746"/>
                    <a:pt x="97766" y="210193"/>
                    <a:pt x="98405" y="207001"/>
                  </a:cubicBezTo>
                  <a:cubicBezTo>
                    <a:pt x="99683" y="197425"/>
                    <a:pt x="101600" y="186572"/>
                    <a:pt x="98405" y="176357"/>
                  </a:cubicBezTo>
                  <a:cubicBezTo>
                    <a:pt x="97766" y="173804"/>
                    <a:pt x="96488" y="171889"/>
                    <a:pt x="95849" y="169335"/>
                  </a:cubicBezTo>
                  <a:cubicBezTo>
                    <a:pt x="95210" y="168058"/>
                    <a:pt x="94571" y="166781"/>
                    <a:pt x="94571" y="165505"/>
                  </a:cubicBezTo>
                  <a:cubicBezTo>
                    <a:pt x="92654" y="161036"/>
                    <a:pt x="92015" y="155929"/>
                    <a:pt x="92654" y="152098"/>
                  </a:cubicBezTo>
                  <a:cubicBezTo>
                    <a:pt x="93293" y="146991"/>
                    <a:pt x="95849" y="142522"/>
                    <a:pt x="99044" y="138054"/>
                  </a:cubicBezTo>
                  <a:cubicBezTo>
                    <a:pt x="105434" y="146353"/>
                    <a:pt x="119492" y="156567"/>
                    <a:pt x="147608" y="155290"/>
                  </a:cubicBezTo>
                  <a:cubicBezTo>
                    <a:pt x="157193" y="164228"/>
                    <a:pt x="176363" y="175081"/>
                    <a:pt x="196810" y="161036"/>
                  </a:cubicBezTo>
                  <a:cubicBezTo>
                    <a:pt x="198727" y="159759"/>
                    <a:pt x="199366" y="157844"/>
                    <a:pt x="199366" y="155929"/>
                  </a:cubicBezTo>
                  <a:lnTo>
                    <a:pt x="199366" y="134862"/>
                  </a:lnTo>
                  <a:cubicBezTo>
                    <a:pt x="199366" y="132308"/>
                    <a:pt x="199366" y="124647"/>
                    <a:pt x="190420" y="115710"/>
                  </a:cubicBezTo>
                  <a:cubicBezTo>
                    <a:pt x="188503" y="115071"/>
                    <a:pt x="186586" y="113156"/>
                    <a:pt x="184031" y="110602"/>
                  </a:cubicBezTo>
                  <a:close/>
                  <a:moveTo>
                    <a:pt x="137384" y="50593"/>
                  </a:moveTo>
                  <a:lnTo>
                    <a:pt x="161666" y="30164"/>
                  </a:lnTo>
                  <a:lnTo>
                    <a:pt x="148247" y="60169"/>
                  </a:lnTo>
                  <a:cubicBezTo>
                    <a:pt x="145052" y="56977"/>
                    <a:pt x="141218" y="53785"/>
                    <a:pt x="137384" y="50593"/>
                  </a:cubicBezTo>
                  <a:close/>
                </a:path>
              </a:pathLst>
            </a:custGeom>
            <a:solidFill>
              <a:srgbClr val="046A38"/>
            </a:solidFill>
            <a:ln w="6390" cap="flat">
              <a:noFill/>
              <a:prstDash val="solid"/>
              <a:miter/>
            </a:ln>
          </p:spPr>
          <p:txBody>
            <a:bodyPr rtlCol="0" anchor="ctr"/>
            <a:lstStyle/>
            <a:p>
              <a:endParaRPr lang="en-US"/>
            </a:p>
          </p:txBody>
        </p:sp>
      </p:grpSp>
      <p:grpSp>
        <p:nvGrpSpPr>
          <p:cNvPr id="461" name="Graphic 6">
            <a:extLst>
              <a:ext uri="{FF2B5EF4-FFF2-40B4-BE49-F238E27FC236}">
                <a16:creationId xmlns:a16="http://schemas.microsoft.com/office/drawing/2014/main" id="{61A9D45C-FF68-CD46-90F8-6C1B5711DE21}"/>
              </a:ext>
            </a:extLst>
          </p:cNvPr>
          <p:cNvGrpSpPr/>
          <p:nvPr/>
        </p:nvGrpSpPr>
        <p:grpSpPr>
          <a:xfrm>
            <a:off x="4661459" y="917540"/>
            <a:ext cx="362313" cy="361971"/>
            <a:chOff x="4661459" y="917540"/>
            <a:chExt cx="362313" cy="361971"/>
          </a:xfrm>
          <a:solidFill>
            <a:srgbClr val="046A38"/>
          </a:solidFill>
        </p:grpSpPr>
        <p:sp>
          <p:nvSpPr>
            <p:cNvPr id="462" name="Graphic 6">
              <a:extLst>
                <a:ext uri="{FF2B5EF4-FFF2-40B4-BE49-F238E27FC236}">
                  <a16:creationId xmlns:a16="http://schemas.microsoft.com/office/drawing/2014/main" id="{07F99E41-B60B-C249-9400-91BA0749A09C}"/>
                </a:ext>
              </a:extLst>
            </p:cNvPr>
            <p:cNvSpPr/>
            <p:nvPr/>
          </p:nvSpPr>
          <p:spPr>
            <a:xfrm>
              <a:off x="4661459" y="917540"/>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181474 w 362313"/>
                <a:gd name="connsiteY4" fmla="*/ 0 h 361971"/>
                <a:gd name="connsiteX5" fmla="*/ 181474 w 362313"/>
                <a:gd name="connsiteY5" fmla="*/ 348565 h 361971"/>
                <a:gd name="connsiteX6" fmla="*/ 13419 w 362313"/>
                <a:gd name="connsiteY6" fmla="*/ 180028 h 361971"/>
                <a:gd name="connsiteX7" fmla="*/ 182113 w 362313"/>
                <a:gd name="connsiteY7" fmla="*/ 12130 h 361971"/>
                <a:gd name="connsiteX8" fmla="*/ 350168 w 362313"/>
                <a:gd name="connsiteY8" fmla="*/ 180667 h 361971"/>
                <a:gd name="connsiteX9" fmla="*/ 181474 w 362313"/>
                <a:gd name="connsiteY9"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948" y="81077"/>
                    <a:pt x="281796" y="0"/>
                    <a:pt x="181474" y="0"/>
                  </a:cubicBezTo>
                  <a:close/>
                  <a:moveTo>
                    <a:pt x="181474" y="348565"/>
                  </a:moveTo>
                  <a:cubicBezTo>
                    <a:pt x="88820" y="348565"/>
                    <a:pt x="13419" y="273234"/>
                    <a:pt x="13419" y="180028"/>
                  </a:cubicBezTo>
                  <a:cubicBezTo>
                    <a:pt x="13419" y="87461"/>
                    <a:pt x="88820" y="12130"/>
                    <a:pt x="182113" y="12130"/>
                  </a:cubicBezTo>
                  <a:cubicBezTo>
                    <a:pt x="274767" y="12130"/>
                    <a:pt x="350168" y="87461"/>
                    <a:pt x="350168" y="180667"/>
                  </a:cubicBezTo>
                  <a:cubicBezTo>
                    <a:pt x="350168" y="273234"/>
                    <a:pt x="274128" y="349204"/>
                    <a:pt x="181474" y="348565"/>
                  </a:cubicBezTo>
                  <a:close/>
                </a:path>
              </a:pathLst>
            </a:custGeom>
            <a:solidFill>
              <a:srgbClr val="046A38"/>
            </a:solidFill>
            <a:ln w="6390" cap="flat">
              <a:noFill/>
              <a:prstDash val="solid"/>
              <a:miter/>
            </a:ln>
          </p:spPr>
          <p:txBody>
            <a:bodyPr rtlCol="0" anchor="ctr"/>
            <a:lstStyle/>
            <a:p>
              <a:endParaRPr lang="en-US"/>
            </a:p>
          </p:txBody>
        </p:sp>
        <p:sp>
          <p:nvSpPr>
            <p:cNvPr id="463" name="Graphic 6">
              <a:extLst>
                <a:ext uri="{FF2B5EF4-FFF2-40B4-BE49-F238E27FC236}">
                  <a16:creationId xmlns:a16="http://schemas.microsoft.com/office/drawing/2014/main" id="{7DBC7825-88C0-774C-8EEF-AE0A5F587CCC}"/>
                </a:ext>
              </a:extLst>
            </p:cNvPr>
            <p:cNvSpPr/>
            <p:nvPr/>
          </p:nvSpPr>
          <p:spPr>
            <a:xfrm>
              <a:off x="4741802" y="989041"/>
              <a:ext cx="202092" cy="217055"/>
            </a:xfrm>
            <a:custGeom>
              <a:avLst/>
              <a:gdLst>
                <a:gd name="connsiteX0" fmla="*/ 166308 w 202092"/>
                <a:gd name="connsiteY0" fmla="*/ 160876 h 217055"/>
                <a:gd name="connsiteX1" fmla="*/ 170142 w 202092"/>
                <a:gd name="connsiteY1" fmla="*/ 132148 h 217055"/>
                <a:gd name="connsiteX2" fmla="*/ 165031 w 202092"/>
                <a:gd name="connsiteY2" fmla="*/ 100229 h 217055"/>
                <a:gd name="connsiteX3" fmla="*/ 199536 w 202092"/>
                <a:gd name="connsiteY3" fmla="*/ 65755 h 217055"/>
                <a:gd name="connsiteX4" fmla="*/ 201453 w 202092"/>
                <a:gd name="connsiteY4" fmla="*/ 60009 h 217055"/>
                <a:gd name="connsiteX5" fmla="*/ 198258 w 202092"/>
                <a:gd name="connsiteY5" fmla="*/ 55541 h 217055"/>
                <a:gd name="connsiteX6" fmla="*/ 182283 w 202092"/>
                <a:gd name="connsiteY6" fmla="*/ 47880 h 217055"/>
                <a:gd name="connsiteX7" fmla="*/ 176532 w 202092"/>
                <a:gd name="connsiteY7" fmla="*/ 47880 h 217055"/>
                <a:gd name="connsiteX8" fmla="*/ 145222 w 202092"/>
                <a:gd name="connsiteY8" fmla="*/ 63840 h 217055"/>
                <a:gd name="connsiteX9" fmla="*/ 143305 w 202092"/>
                <a:gd name="connsiteY9" fmla="*/ 65117 h 217055"/>
                <a:gd name="connsiteX10" fmla="*/ 130525 w 202092"/>
                <a:gd name="connsiteY10" fmla="*/ 55541 h 217055"/>
                <a:gd name="connsiteX11" fmla="*/ 131164 w 202092"/>
                <a:gd name="connsiteY11" fmla="*/ 53625 h 217055"/>
                <a:gd name="connsiteX12" fmla="*/ 131164 w 202092"/>
                <a:gd name="connsiteY12" fmla="*/ 37665 h 217055"/>
                <a:gd name="connsiteX13" fmla="*/ 108799 w 202092"/>
                <a:gd name="connsiteY13" fmla="*/ 0 h 217055"/>
                <a:gd name="connsiteX14" fmla="*/ 92824 w 202092"/>
                <a:gd name="connsiteY14" fmla="*/ 0 h 217055"/>
                <a:gd name="connsiteX15" fmla="*/ 70459 w 202092"/>
                <a:gd name="connsiteY15" fmla="*/ 37665 h 217055"/>
                <a:gd name="connsiteX16" fmla="*/ 70459 w 202092"/>
                <a:gd name="connsiteY16" fmla="*/ 53625 h 217055"/>
                <a:gd name="connsiteX17" fmla="*/ 71098 w 202092"/>
                <a:gd name="connsiteY17" fmla="*/ 55541 h 217055"/>
                <a:gd name="connsiteX18" fmla="*/ 58319 w 202092"/>
                <a:gd name="connsiteY18" fmla="*/ 65117 h 217055"/>
                <a:gd name="connsiteX19" fmla="*/ 56402 w 202092"/>
                <a:gd name="connsiteY19" fmla="*/ 63840 h 217055"/>
                <a:gd name="connsiteX20" fmla="*/ 25091 w 202092"/>
                <a:gd name="connsiteY20" fmla="*/ 47880 h 217055"/>
                <a:gd name="connsiteX21" fmla="*/ 19340 w 202092"/>
                <a:gd name="connsiteY21" fmla="*/ 47880 h 217055"/>
                <a:gd name="connsiteX22" fmla="*/ 3365 w 202092"/>
                <a:gd name="connsiteY22" fmla="*/ 55541 h 217055"/>
                <a:gd name="connsiteX23" fmla="*/ 170 w 202092"/>
                <a:gd name="connsiteY23" fmla="*/ 60009 h 217055"/>
                <a:gd name="connsiteX24" fmla="*/ 2087 w 202092"/>
                <a:gd name="connsiteY24" fmla="*/ 65755 h 217055"/>
                <a:gd name="connsiteX25" fmla="*/ 36593 w 202092"/>
                <a:gd name="connsiteY25" fmla="*/ 100229 h 217055"/>
                <a:gd name="connsiteX26" fmla="*/ 31481 w 202092"/>
                <a:gd name="connsiteY26" fmla="*/ 131510 h 217055"/>
                <a:gd name="connsiteX27" fmla="*/ 35315 w 202092"/>
                <a:gd name="connsiteY27" fmla="*/ 160238 h 217055"/>
                <a:gd name="connsiteX28" fmla="*/ 2087 w 202092"/>
                <a:gd name="connsiteY28" fmla="*/ 189604 h 217055"/>
                <a:gd name="connsiteX29" fmla="*/ 170 w 202092"/>
                <a:gd name="connsiteY29" fmla="*/ 194711 h 217055"/>
                <a:gd name="connsiteX30" fmla="*/ 2726 w 202092"/>
                <a:gd name="connsiteY30" fmla="*/ 199819 h 217055"/>
                <a:gd name="connsiteX31" fmla="*/ 18701 w 202092"/>
                <a:gd name="connsiteY31" fmla="*/ 211310 h 217055"/>
                <a:gd name="connsiteX32" fmla="*/ 22535 w 202092"/>
                <a:gd name="connsiteY32" fmla="*/ 212587 h 217055"/>
                <a:gd name="connsiteX33" fmla="*/ 25091 w 202092"/>
                <a:gd name="connsiteY33" fmla="*/ 211948 h 217055"/>
                <a:gd name="connsiteX34" fmla="*/ 56402 w 202092"/>
                <a:gd name="connsiteY34" fmla="*/ 196627 h 217055"/>
                <a:gd name="connsiteX35" fmla="*/ 101131 w 202092"/>
                <a:gd name="connsiteY35" fmla="*/ 217055 h 217055"/>
                <a:gd name="connsiteX36" fmla="*/ 145861 w 202092"/>
                <a:gd name="connsiteY36" fmla="*/ 197265 h 217055"/>
                <a:gd name="connsiteX37" fmla="*/ 177171 w 202092"/>
                <a:gd name="connsiteY37" fmla="*/ 212587 h 217055"/>
                <a:gd name="connsiteX38" fmla="*/ 179727 w 202092"/>
                <a:gd name="connsiteY38" fmla="*/ 213225 h 217055"/>
                <a:gd name="connsiteX39" fmla="*/ 183561 w 202092"/>
                <a:gd name="connsiteY39" fmla="*/ 211948 h 217055"/>
                <a:gd name="connsiteX40" fmla="*/ 199536 w 202092"/>
                <a:gd name="connsiteY40" fmla="*/ 200457 h 217055"/>
                <a:gd name="connsiteX41" fmla="*/ 202092 w 202092"/>
                <a:gd name="connsiteY41" fmla="*/ 195350 h 217055"/>
                <a:gd name="connsiteX42" fmla="*/ 200175 w 202092"/>
                <a:gd name="connsiteY42" fmla="*/ 190243 h 217055"/>
                <a:gd name="connsiteX43" fmla="*/ 166308 w 202092"/>
                <a:gd name="connsiteY43" fmla="*/ 160876 h 217055"/>
                <a:gd name="connsiteX44" fmla="*/ 124774 w 202092"/>
                <a:gd name="connsiteY44" fmla="*/ 156408 h 217055"/>
                <a:gd name="connsiteX45" fmla="*/ 136276 w 202092"/>
                <a:gd name="connsiteY45" fmla="*/ 139171 h 217055"/>
                <a:gd name="connsiteX46" fmla="*/ 157363 w 202092"/>
                <a:gd name="connsiteY46" fmla="*/ 139171 h 217055"/>
                <a:gd name="connsiteX47" fmla="*/ 143305 w 202092"/>
                <a:gd name="connsiteY47" fmla="*/ 180667 h 217055"/>
                <a:gd name="connsiteX48" fmla="*/ 124774 w 202092"/>
                <a:gd name="connsiteY48" fmla="*/ 156408 h 217055"/>
                <a:gd name="connsiteX49" fmla="*/ 101131 w 202092"/>
                <a:gd name="connsiteY49" fmla="*/ 60648 h 217055"/>
                <a:gd name="connsiteX50" fmla="*/ 134359 w 202092"/>
                <a:gd name="connsiteY50" fmla="*/ 74693 h 217055"/>
                <a:gd name="connsiteX51" fmla="*/ 113272 w 202092"/>
                <a:gd name="connsiteY51" fmla="*/ 102782 h 217055"/>
                <a:gd name="connsiteX52" fmla="*/ 88351 w 202092"/>
                <a:gd name="connsiteY52" fmla="*/ 102782 h 217055"/>
                <a:gd name="connsiteX53" fmla="*/ 67264 w 202092"/>
                <a:gd name="connsiteY53" fmla="*/ 74693 h 217055"/>
                <a:gd name="connsiteX54" fmla="*/ 101131 w 202092"/>
                <a:gd name="connsiteY54" fmla="*/ 60648 h 217055"/>
                <a:gd name="connsiteX55" fmla="*/ 157363 w 202092"/>
                <a:gd name="connsiteY55" fmla="*/ 126403 h 217055"/>
                <a:gd name="connsiteX56" fmla="*/ 136276 w 202092"/>
                <a:gd name="connsiteY56" fmla="*/ 126403 h 217055"/>
                <a:gd name="connsiteX57" fmla="*/ 124774 w 202092"/>
                <a:gd name="connsiteY57" fmla="*/ 109166 h 217055"/>
                <a:gd name="connsiteX58" fmla="*/ 143305 w 202092"/>
                <a:gd name="connsiteY58" fmla="*/ 84269 h 217055"/>
                <a:gd name="connsiteX59" fmla="*/ 157363 w 202092"/>
                <a:gd name="connsiteY59" fmla="*/ 126403 h 217055"/>
                <a:gd name="connsiteX60" fmla="*/ 59597 w 202092"/>
                <a:gd name="connsiteY60" fmla="*/ 84907 h 217055"/>
                <a:gd name="connsiteX61" fmla="*/ 78127 w 202092"/>
                <a:gd name="connsiteY61" fmla="*/ 109804 h 217055"/>
                <a:gd name="connsiteX62" fmla="*/ 66625 w 202092"/>
                <a:gd name="connsiteY62" fmla="*/ 127041 h 217055"/>
                <a:gd name="connsiteX63" fmla="*/ 45539 w 202092"/>
                <a:gd name="connsiteY63" fmla="*/ 127041 h 217055"/>
                <a:gd name="connsiteX64" fmla="*/ 59597 w 202092"/>
                <a:gd name="connsiteY64" fmla="*/ 84907 h 217055"/>
                <a:gd name="connsiteX65" fmla="*/ 58957 w 202092"/>
                <a:gd name="connsiteY65" fmla="*/ 180667 h 217055"/>
                <a:gd name="connsiteX66" fmla="*/ 44899 w 202092"/>
                <a:gd name="connsiteY66" fmla="*/ 139171 h 217055"/>
                <a:gd name="connsiteX67" fmla="*/ 65987 w 202092"/>
                <a:gd name="connsiteY67" fmla="*/ 139171 h 217055"/>
                <a:gd name="connsiteX68" fmla="*/ 77488 w 202092"/>
                <a:gd name="connsiteY68" fmla="*/ 156408 h 217055"/>
                <a:gd name="connsiteX69" fmla="*/ 58957 w 202092"/>
                <a:gd name="connsiteY69" fmla="*/ 180667 h 217055"/>
                <a:gd name="connsiteX70" fmla="*/ 88990 w 202092"/>
                <a:gd name="connsiteY70" fmla="*/ 150024 h 217055"/>
                <a:gd name="connsiteX71" fmla="*/ 77488 w 202092"/>
                <a:gd name="connsiteY71" fmla="*/ 132787 h 217055"/>
                <a:gd name="connsiteX72" fmla="*/ 88990 w 202092"/>
                <a:gd name="connsiteY72" fmla="*/ 115550 h 217055"/>
                <a:gd name="connsiteX73" fmla="*/ 113911 w 202092"/>
                <a:gd name="connsiteY73" fmla="*/ 115550 h 217055"/>
                <a:gd name="connsiteX74" fmla="*/ 125413 w 202092"/>
                <a:gd name="connsiteY74" fmla="*/ 132787 h 217055"/>
                <a:gd name="connsiteX75" fmla="*/ 113911 w 202092"/>
                <a:gd name="connsiteY75" fmla="*/ 150024 h 217055"/>
                <a:gd name="connsiteX76" fmla="*/ 88990 w 202092"/>
                <a:gd name="connsiteY76" fmla="*/ 150024 h 217055"/>
                <a:gd name="connsiteX77" fmla="*/ 179727 w 202092"/>
                <a:gd name="connsiteY77" fmla="*/ 61286 h 217055"/>
                <a:gd name="connsiteX78" fmla="*/ 184839 w 202092"/>
                <a:gd name="connsiteY78" fmla="*/ 63840 h 217055"/>
                <a:gd name="connsiteX79" fmla="*/ 159918 w 202092"/>
                <a:gd name="connsiteY79" fmla="*/ 88099 h 217055"/>
                <a:gd name="connsiteX80" fmla="*/ 151611 w 202092"/>
                <a:gd name="connsiteY80" fmla="*/ 74693 h 217055"/>
                <a:gd name="connsiteX81" fmla="*/ 179727 w 202092"/>
                <a:gd name="connsiteY81" fmla="*/ 61286 h 217055"/>
                <a:gd name="connsiteX82" fmla="*/ 83878 w 202092"/>
                <a:gd name="connsiteY82" fmla="*/ 38304 h 217055"/>
                <a:gd name="connsiteX83" fmla="*/ 93463 w 202092"/>
                <a:gd name="connsiteY83" fmla="*/ 13406 h 217055"/>
                <a:gd name="connsiteX84" fmla="*/ 108799 w 202092"/>
                <a:gd name="connsiteY84" fmla="*/ 13406 h 217055"/>
                <a:gd name="connsiteX85" fmla="*/ 118384 w 202092"/>
                <a:gd name="connsiteY85" fmla="*/ 38304 h 217055"/>
                <a:gd name="connsiteX86" fmla="*/ 118384 w 202092"/>
                <a:gd name="connsiteY86" fmla="*/ 50433 h 217055"/>
                <a:gd name="connsiteX87" fmla="*/ 101131 w 202092"/>
                <a:gd name="connsiteY87" fmla="*/ 47880 h 217055"/>
                <a:gd name="connsiteX88" fmla="*/ 83878 w 202092"/>
                <a:gd name="connsiteY88" fmla="*/ 50433 h 217055"/>
                <a:gd name="connsiteX89" fmla="*/ 83878 w 202092"/>
                <a:gd name="connsiteY89" fmla="*/ 38304 h 217055"/>
                <a:gd name="connsiteX90" fmla="*/ 18062 w 202092"/>
                <a:gd name="connsiteY90" fmla="*/ 63840 h 217055"/>
                <a:gd name="connsiteX91" fmla="*/ 23174 w 202092"/>
                <a:gd name="connsiteY91" fmla="*/ 61286 h 217055"/>
                <a:gd name="connsiteX92" fmla="*/ 50651 w 202092"/>
                <a:gd name="connsiteY92" fmla="*/ 75331 h 217055"/>
                <a:gd name="connsiteX93" fmla="*/ 42344 w 202092"/>
                <a:gd name="connsiteY93" fmla="*/ 88737 h 217055"/>
                <a:gd name="connsiteX94" fmla="*/ 18062 w 202092"/>
                <a:gd name="connsiteY94" fmla="*/ 63840 h 217055"/>
                <a:gd name="connsiteX95" fmla="*/ 23174 w 202092"/>
                <a:gd name="connsiteY95" fmla="*/ 199819 h 217055"/>
                <a:gd name="connsiteX96" fmla="*/ 16784 w 202092"/>
                <a:gd name="connsiteY96" fmla="*/ 195350 h 217055"/>
                <a:gd name="connsiteX97" fmla="*/ 40427 w 202092"/>
                <a:gd name="connsiteY97" fmla="*/ 174283 h 217055"/>
                <a:gd name="connsiteX98" fmla="*/ 48094 w 202092"/>
                <a:gd name="connsiteY98" fmla="*/ 187689 h 217055"/>
                <a:gd name="connsiteX99" fmla="*/ 23174 w 202092"/>
                <a:gd name="connsiteY99" fmla="*/ 199819 h 217055"/>
                <a:gd name="connsiteX100" fmla="*/ 67903 w 202092"/>
                <a:gd name="connsiteY100" fmla="*/ 190881 h 217055"/>
                <a:gd name="connsiteX101" fmla="*/ 88990 w 202092"/>
                <a:gd name="connsiteY101" fmla="*/ 162792 h 217055"/>
                <a:gd name="connsiteX102" fmla="*/ 113911 w 202092"/>
                <a:gd name="connsiteY102" fmla="*/ 162792 h 217055"/>
                <a:gd name="connsiteX103" fmla="*/ 134998 w 202092"/>
                <a:gd name="connsiteY103" fmla="*/ 190881 h 217055"/>
                <a:gd name="connsiteX104" fmla="*/ 101770 w 202092"/>
                <a:gd name="connsiteY104" fmla="*/ 204926 h 217055"/>
                <a:gd name="connsiteX105" fmla="*/ 67903 w 202092"/>
                <a:gd name="connsiteY105" fmla="*/ 190881 h 217055"/>
                <a:gd name="connsiteX106" fmla="*/ 179088 w 202092"/>
                <a:gd name="connsiteY106" fmla="*/ 199819 h 217055"/>
                <a:gd name="connsiteX107" fmla="*/ 154168 w 202092"/>
                <a:gd name="connsiteY107" fmla="*/ 187051 h 217055"/>
                <a:gd name="connsiteX108" fmla="*/ 161836 w 202092"/>
                <a:gd name="connsiteY108" fmla="*/ 173644 h 217055"/>
                <a:gd name="connsiteX109" fmla="*/ 185478 w 202092"/>
                <a:gd name="connsiteY109" fmla="*/ 194711 h 217055"/>
                <a:gd name="connsiteX110" fmla="*/ 179088 w 202092"/>
                <a:gd name="connsiteY110" fmla="*/ 199819 h 217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202092" h="217055">
                  <a:moveTo>
                    <a:pt x="166308" y="160876"/>
                  </a:moveTo>
                  <a:cubicBezTo>
                    <a:pt x="168864" y="151939"/>
                    <a:pt x="170142" y="142363"/>
                    <a:pt x="170142" y="132148"/>
                  </a:cubicBezTo>
                  <a:cubicBezTo>
                    <a:pt x="170142" y="120657"/>
                    <a:pt x="168226" y="110443"/>
                    <a:pt x="165031" y="100229"/>
                  </a:cubicBezTo>
                  <a:lnTo>
                    <a:pt x="199536" y="65755"/>
                  </a:lnTo>
                  <a:cubicBezTo>
                    <a:pt x="200814" y="64478"/>
                    <a:pt x="201453" y="62563"/>
                    <a:pt x="201453" y="60009"/>
                  </a:cubicBezTo>
                  <a:cubicBezTo>
                    <a:pt x="200814" y="58094"/>
                    <a:pt x="199536" y="56179"/>
                    <a:pt x="198258" y="55541"/>
                  </a:cubicBezTo>
                  <a:lnTo>
                    <a:pt x="182283" y="47880"/>
                  </a:lnTo>
                  <a:cubicBezTo>
                    <a:pt x="180366" y="47241"/>
                    <a:pt x="178449" y="47241"/>
                    <a:pt x="176532" y="47880"/>
                  </a:cubicBezTo>
                  <a:lnTo>
                    <a:pt x="145222" y="63840"/>
                  </a:lnTo>
                  <a:cubicBezTo>
                    <a:pt x="144583" y="64478"/>
                    <a:pt x="143943" y="64478"/>
                    <a:pt x="143305" y="65117"/>
                  </a:cubicBezTo>
                  <a:cubicBezTo>
                    <a:pt x="139471" y="61286"/>
                    <a:pt x="134998" y="58094"/>
                    <a:pt x="130525" y="55541"/>
                  </a:cubicBezTo>
                  <a:cubicBezTo>
                    <a:pt x="130525" y="54902"/>
                    <a:pt x="131164" y="54264"/>
                    <a:pt x="131164" y="53625"/>
                  </a:cubicBezTo>
                  <a:lnTo>
                    <a:pt x="131164" y="37665"/>
                  </a:lnTo>
                  <a:cubicBezTo>
                    <a:pt x="131164" y="30005"/>
                    <a:pt x="124135" y="0"/>
                    <a:pt x="108799" y="0"/>
                  </a:cubicBezTo>
                  <a:lnTo>
                    <a:pt x="92824" y="0"/>
                  </a:lnTo>
                  <a:cubicBezTo>
                    <a:pt x="77488" y="0"/>
                    <a:pt x="70459" y="30005"/>
                    <a:pt x="70459" y="37665"/>
                  </a:cubicBezTo>
                  <a:lnTo>
                    <a:pt x="70459" y="53625"/>
                  </a:lnTo>
                  <a:cubicBezTo>
                    <a:pt x="70459" y="54264"/>
                    <a:pt x="70459" y="54902"/>
                    <a:pt x="71098" y="55541"/>
                  </a:cubicBezTo>
                  <a:cubicBezTo>
                    <a:pt x="66625" y="58094"/>
                    <a:pt x="62152" y="61286"/>
                    <a:pt x="58319" y="65117"/>
                  </a:cubicBezTo>
                  <a:cubicBezTo>
                    <a:pt x="57679" y="64478"/>
                    <a:pt x="57040" y="63840"/>
                    <a:pt x="56402" y="63840"/>
                  </a:cubicBezTo>
                  <a:lnTo>
                    <a:pt x="25091" y="47880"/>
                  </a:lnTo>
                  <a:cubicBezTo>
                    <a:pt x="23174" y="47241"/>
                    <a:pt x="21257" y="47241"/>
                    <a:pt x="19340" y="47880"/>
                  </a:cubicBezTo>
                  <a:lnTo>
                    <a:pt x="3365" y="55541"/>
                  </a:lnTo>
                  <a:cubicBezTo>
                    <a:pt x="1448" y="56179"/>
                    <a:pt x="170" y="58094"/>
                    <a:pt x="170" y="60009"/>
                  </a:cubicBezTo>
                  <a:cubicBezTo>
                    <a:pt x="-469" y="61925"/>
                    <a:pt x="809" y="63840"/>
                    <a:pt x="2087" y="65755"/>
                  </a:cubicBezTo>
                  <a:lnTo>
                    <a:pt x="36593" y="100229"/>
                  </a:lnTo>
                  <a:cubicBezTo>
                    <a:pt x="33398" y="109804"/>
                    <a:pt x="31481" y="120657"/>
                    <a:pt x="31481" y="131510"/>
                  </a:cubicBezTo>
                  <a:cubicBezTo>
                    <a:pt x="31481" y="141724"/>
                    <a:pt x="32759" y="151300"/>
                    <a:pt x="35315" y="160238"/>
                  </a:cubicBezTo>
                  <a:lnTo>
                    <a:pt x="2087" y="189604"/>
                  </a:lnTo>
                  <a:cubicBezTo>
                    <a:pt x="809" y="190881"/>
                    <a:pt x="170" y="192796"/>
                    <a:pt x="170" y="194711"/>
                  </a:cubicBezTo>
                  <a:cubicBezTo>
                    <a:pt x="170" y="196627"/>
                    <a:pt x="1448" y="198542"/>
                    <a:pt x="2726" y="199819"/>
                  </a:cubicBezTo>
                  <a:lnTo>
                    <a:pt x="18701" y="211310"/>
                  </a:lnTo>
                  <a:cubicBezTo>
                    <a:pt x="19979" y="211948"/>
                    <a:pt x="21257" y="212587"/>
                    <a:pt x="22535" y="212587"/>
                  </a:cubicBezTo>
                  <a:cubicBezTo>
                    <a:pt x="23813" y="212587"/>
                    <a:pt x="24452" y="212587"/>
                    <a:pt x="25091" y="211948"/>
                  </a:cubicBezTo>
                  <a:lnTo>
                    <a:pt x="56402" y="196627"/>
                  </a:lnTo>
                  <a:cubicBezTo>
                    <a:pt x="68542" y="209395"/>
                    <a:pt x="83878" y="217055"/>
                    <a:pt x="101131" y="217055"/>
                  </a:cubicBezTo>
                  <a:cubicBezTo>
                    <a:pt x="118384" y="217055"/>
                    <a:pt x="133720" y="209395"/>
                    <a:pt x="145861" y="197265"/>
                  </a:cubicBezTo>
                  <a:lnTo>
                    <a:pt x="177171" y="212587"/>
                  </a:lnTo>
                  <a:cubicBezTo>
                    <a:pt x="177810" y="213225"/>
                    <a:pt x="179088" y="213225"/>
                    <a:pt x="179727" y="213225"/>
                  </a:cubicBezTo>
                  <a:cubicBezTo>
                    <a:pt x="181005" y="213225"/>
                    <a:pt x="182283" y="212587"/>
                    <a:pt x="183561" y="211948"/>
                  </a:cubicBezTo>
                  <a:lnTo>
                    <a:pt x="199536" y="200457"/>
                  </a:lnTo>
                  <a:cubicBezTo>
                    <a:pt x="200814" y="199180"/>
                    <a:pt x="202092" y="197265"/>
                    <a:pt x="202092" y="195350"/>
                  </a:cubicBezTo>
                  <a:cubicBezTo>
                    <a:pt x="202092" y="193435"/>
                    <a:pt x="201453" y="191519"/>
                    <a:pt x="200175" y="190243"/>
                  </a:cubicBezTo>
                  <a:lnTo>
                    <a:pt x="166308" y="160876"/>
                  </a:lnTo>
                  <a:close/>
                  <a:moveTo>
                    <a:pt x="124774" y="156408"/>
                  </a:moveTo>
                  <a:lnTo>
                    <a:pt x="136276" y="139171"/>
                  </a:lnTo>
                  <a:lnTo>
                    <a:pt x="157363" y="139171"/>
                  </a:lnTo>
                  <a:cubicBezTo>
                    <a:pt x="156085" y="155131"/>
                    <a:pt x="150973" y="169814"/>
                    <a:pt x="143305" y="180667"/>
                  </a:cubicBezTo>
                  <a:lnTo>
                    <a:pt x="124774" y="156408"/>
                  </a:lnTo>
                  <a:close/>
                  <a:moveTo>
                    <a:pt x="101131" y="60648"/>
                  </a:moveTo>
                  <a:cubicBezTo>
                    <a:pt x="113911" y="60648"/>
                    <a:pt x="125413" y="65755"/>
                    <a:pt x="134359" y="74693"/>
                  </a:cubicBezTo>
                  <a:lnTo>
                    <a:pt x="113272" y="102782"/>
                  </a:lnTo>
                  <a:lnTo>
                    <a:pt x="88351" y="102782"/>
                  </a:lnTo>
                  <a:lnTo>
                    <a:pt x="67264" y="74693"/>
                  </a:lnTo>
                  <a:cubicBezTo>
                    <a:pt x="77488" y="65755"/>
                    <a:pt x="88990" y="60648"/>
                    <a:pt x="101131" y="60648"/>
                  </a:cubicBezTo>
                  <a:close/>
                  <a:moveTo>
                    <a:pt x="157363" y="126403"/>
                  </a:moveTo>
                  <a:lnTo>
                    <a:pt x="136276" y="126403"/>
                  </a:lnTo>
                  <a:lnTo>
                    <a:pt x="124774" y="109166"/>
                  </a:lnTo>
                  <a:lnTo>
                    <a:pt x="143305" y="84269"/>
                  </a:lnTo>
                  <a:cubicBezTo>
                    <a:pt x="151611" y="95760"/>
                    <a:pt x="156723" y="110443"/>
                    <a:pt x="157363" y="126403"/>
                  </a:cubicBezTo>
                  <a:close/>
                  <a:moveTo>
                    <a:pt x="59597" y="84907"/>
                  </a:moveTo>
                  <a:lnTo>
                    <a:pt x="78127" y="109804"/>
                  </a:lnTo>
                  <a:lnTo>
                    <a:pt x="66625" y="127041"/>
                  </a:lnTo>
                  <a:lnTo>
                    <a:pt x="45539" y="127041"/>
                  </a:lnTo>
                  <a:cubicBezTo>
                    <a:pt x="46178" y="110443"/>
                    <a:pt x="51289" y="95760"/>
                    <a:pt x="59597" y="84907"/>
                  </a:cubicBezTo>
                  <a:close/>
                  <a:moveTo>
                    <a:pt x="58957" y="180667"/>
                  </a:moveTo>
                  <a:cubicBezTo>
                    <a:pt x="51289" y="169176"/>
                    <a:pt x="46178" y="155131"/>
                    <a:pt x="44899" y="139171"/>
                  </a:cubicBezTo>
                  <a:lnTo>
                    <a:pt x="65987" y="139171"/>
                  </a:lnTo>
                  <a:lnTo>
                    <a:pt x="77488" y="156408"/>
                  </a:lnTo>
                  <a:lnTo>
                    <a:pt x="58957" y="180667"/>
                  </a:lnTo>
                  <a:close/>
                  <a:moveTo>
                    <a:pt x="88990" y="150024"/>
                  </a:moveTo>
                  <a:lnTo>
                    <a:pt x="77488" y="132787"/>
                  </a:lnTo>
                  <a:lnTo>
                    <a:pt x="88990" y="115550"/>
                  </a:lnTo>
                  <a:lnTo>
                    <a:pt x="113911" y="115550"/>
                  </a:lnTo>
                  <a:lnTo>
                    <a:pt x="125413" y="132787"/>
                  </a:lnTo>
                  <a:lnTo>
                    <a:pt x="113911" y="150024"/>
                  </a:lnTo>
                  <a:lnTo>
                    <a:pt x="88990" y="150024"/>
                  </a:lnTo>
                  <a:close/>
                  <a:moveTo>
                    <a:pt x="179727" y="61286"/>
                  </a:moveTo>
                  <a:lnTo>
                    <a:pt x="184839" y="63840"/>
                  </a:lnTo>
                  <a:lnTo>
                    <a:pt x="159918" y="88099"/>
                  </a:lnTo>
                  <a:cubicBezTo>
                    <a:pt x="157363" y="83630"/>
                    <a:pt x="154806" y="79161"/>
                    <a:pt x="151611" y="74693"/>
                  </a:cubicBezTo>
                  <a:lnTo>
                    <a:pt x="179727" y="61286"/>
                  </a:lnTo>
                  <a:close/>
                  <a:moveTo>
                    <a:pt x="83878" y="38304"/>
                  </a:moveTo>
                  <a:cubicBezTo>
                    <a:pt x="83878" y="30643"/>
                    <a:pt x="90268" y="14683"/>
                    <a:pt x="93463" y="13406"/>
                  </a:cubicBezTo>
                  <a:lnTo>
                    <a:pt x="108799" y="13406"/>
                  </a:lnTo>
                  <a:cubicBezTo>
                    <a:pt x="112633" y="14683"/>
                    <a:pt x="118384" y="30643"/>
                    <a:pt x="118384" y="38304"/>
                  </a:cubicBezTo>
                  <a:lnTo>
                    <a:pt x="118384" y="50433"/>
                  </a:lnTo>
                  <a:cubicBezTo>
                    <a:pt x="112633" y="48518"/>
                    <a:pt x="106882" y="47880"/>
                    <a:pt x="101131" y="47880"/>
                  </a:cubicBezTo>
                  <a:cubicBezTo>
                    <a:pt x="95380" y="47880"/>
                    <a:pt x="89629" y="49157"/>
                    <a:pt x="83878" y="50433"/>
                  </a:cubicBezTo>
                  <a:lnTo>
                    <a:pt x="83878" y="38304"/>
                  </a:lnTo>
                  <a:close/>
                  <a:moveTo>
                    <a:pt x="18062" y="63840"/>
                  </a:moveTo>
                  <a:lnTo>
                    <a:pt x="23174" y="61286"/>
                  </a:lnTo>
                  <a:lnTo>
                    <a:pt x="50651" y="75331"/>
                  </a:lnTo>
                  <a:cubicBezTo>
                    <a:pt x="47456" y="79161"/>
                    <a:pt x="44899" y="83630"/>
                    <a:pt x="42344" y="88737"/>
                  </a:cubicBezTo>
                  <a:lnTo>
                    <a:pt x="18062" y="63840"/>
                  </a:lnTo>
                  <a:close/>
                  <a:moveTo>
                    <a:pt x="23174" y="199819"/>
                  </a:moveTo>
                  <a:lnTo>
                    <a:pt x="16784" y="195350"/>
                  </a:lnTo>
                  <a:lnTo>
                    <a:pt x="40427" y="174283"/>
                  </a:lnTo>
                  <a:cubicBezTo>
                    <a:pt x="42344" y="178752"/>
                    <a:pt x="44899" y="183220"/>
                    <a:pt x="48094" y="187689"/>
                  </a:cubicBezTo>
                  <a:lnTo>
                    <a:pt x="23174" y="199819"/>
                  </a:lnTo>
                  <a:close/>
                  <a:moveTo>
                    <a:pt x="67903" y="190881"/>
                  </a:moveTo>
                  <a:lnTo>
                    <a:pt x="88990" y="162792"/>
                  </a:lnTo>
                  <a:lnTo>
                    <a:pt x="113911" y="162792"/>
                  </a:lnTo>
                  <a:lnTo>
                    <a:pt x="134998" y="190881"/>
                  </a:lnTo>
                  <a:cubicBezTo>
                    <a:pt x="125413" y="199819"/>
                    <a:pt x="113911" y="204926"/>
                    <a:pt x="101770" y="204926"/>
                  </a:cubicBezTo>
                  <a:cubicBezTo>
                    <a:pt x="88990" y="204926"/>
                    <a:pt x="76849" y="199819"/>
                    <a:pt x="67903" y="190881"/>
                  </a:cubicBezTo>
                  <a:close/>
                  <a:moveTo>
                    <a:pt x="179088" y="199819"/>
                  </a:moveTo>
                  <a:lnTo>
                    <a:pt x="154168" y="187051"/>
                  </a:lnTo>
                  <a:cubicBezTo>
                    <a:pt x="156723" y="183220"/>
                    <a:pt x="159279" y="178752"/>
                    <a:pt x="161836" y="173644"/>
                  </a:cubicBezTo>
                  <a:lnTo>
                    <a:pt x="185478" y="194711"/>
                  </a:lnTo>
                  <a:lnTo>
                    <a:pt x="179088" y="199819"/>
                  </a:lnTo>
                  <a:close/>
                </a:path>
              </a:pathLst>
            </a:custGeom>
            <a:solidFill>
              <a:srgbClr val="046A38"/>
            </a:solidFill>
            <a:ln w="6390" cap="flat">
              <a:noFill/>
              <a:prstDash val="solid"/>
              <a:miter/>
            </a:ln>
          </p:spPr>
          <p:txBody>
            <a:bodyPr rtlCol="0" anchor="ctr"/>
            <a:lstStyle/>
            <a:p>
              <a:endParaRPr lang="en-US"/>
            </a:p>
          </p:txBody>
        </p:sp>
      </p:grpSp>
      <p:grpSp>
        <p:nvGrpSpPr>
          <p:cNvPr id="464" name="Graphic 6">
            <a:extLst>
              <a:ext uri="{FF2B5EF4-FFF2-40B4-BE49-F238E27FC236}">
                <a16:creationId xmlns:a16="http://schemas.microsoft.com/office/drawing/2014/main" id="{AEF9F367-FE85-664D-88D4-08173A9AD312}"/>
              </a:ext>
            </a:extLst>
          </p:cNvPr>
          <p:cNvGrpSpPr/>
          <p:nvPr/>
        </p:nvGrpSpPr>
        <p:grpSpPr>
          <a:xfrm>
            <a:off x="9885871" y="3826083"/>
            <a:ext cx="362309" cy="361971"/>
            <a:chOff x="9885871" y="3826083"/>
            <a:chExt cx="362309" cy="361971"/>
          </a:xfrm>
          <a:solidFill>
            <a:srgbClr val="43B02A"/>
          </a:solidFill>
        </p:grpSpPr>
        <p:sp>
          <p:nvSpPr>
            <p:cNvPr id="465" name="Graphic 6">
              <a:extLst>
                <a:ext uri="{FF2B5EF4-FFF2-40B4-BE49-F238E27FC236}">
                  <a16:creationId xmlns:a16="http://schemas.microsoft.com/office/drawing/2014/main" id="{D9E58262-7A16-0B43-B76C-41F2F42C7582}"/>
                </a:ext>
              </a:extLst>
            </p:cNvPr>
            <p:cNvSpPr/>
            <p:nvPr/>
          </p:nvSpPr>
          <p:spPr>
            <a:xfrm>
              <a:off x="9885871" y="382608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181474 w 362309"/>
                <a:gd name="connsiteY4" fmla="*/ 0 h 361971"/>
                <a:gd name="connsiteX5" fmla="*/ 181474 w 362309"/>
                <a:gd name="connsiteY5" fmla="*/ 349204 h 361971"/>
                <a:gd name="connsiteX6" fmla="*/ 13419 w 362309"/>
                <a:gd name="connsiteY6" fmla="*/ 180667 h 361971"/>
                <a:gd name="connsiteX7" fmla="*/ 182113 w 362309"/>
                <a:gd name="connsiteY7" fmla="*/ 12768 h 361971"/>
                <a:gd name="connsiteX8" fmla="*/ 350169 w 362309"/>
                <a:gd name="connsiteY8" fmla="*/ 181305 h 361971"/>
                <a:gd name="connsiteX9" fmla="*/ 181474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3" y="0"/>
                    <a:pt x="0" y="81077"/>
                    <a:pt x="0" y="180667"/>
                  </a:cubicBezTo>
                  <a:cubicBezTo>
                    <a:pt x="0" y="280257"/>
                    <a:pt x="81153" y="361972"/>
                    <a:pt x="180836" y="361972"/>
                  </a:cubicBezTo>
                  <a:cubicBezTo>
                    <a:pt x="281157" y="361972"/>
                    <a:pt x="362310" y="280895"/>
                    <a:pt x="362310" y="181305"/>
                  </a:cubicBezTo>
                  <a:cubicBezTo>
                    <a:pt x="362310" y="81715"/>
                    <a:pt x="281157" y="0"/>
                    <a:pt x="181474" y="0"/>
                  </a:cubicBezTo>
                  <a:close/>
                  <a:moveTo>
                    <a:pt x="181474" y="349204"/>
                  </a:moveTo>
                  <a:cubicBezTo>
                    <a:pt x="88820" y="349204"/>
                    <a:pt x="13419" y="273873"/>
                    <a:pt x="13419" y="180667"/>
                  </a:cubicBezTo>
                  <a:cubicBezTo>
                    <a:pt x="13419" y="88099"/>
                    <a:pt x="88820" y="12768"/>
                    <a:pt x="182113" y="12768"/>
                  </a:cubicBezTo>
                  <a:cubicBezTo>
                    <a:pt x="275406" y="12768"/>
                    <a:pt x="350169" y="88099"/>
                    <a:pt x="350169" y="181305"/>
                  </a:cubicBezTo>
                  <a:cubicBezTo>
                    <a:pt x="349530" y="273873"/>
                    <a:pt x="274128" y="349204"/>
                    <a:pt x="181474" y="349204"/>
                  </a:cubicBezTo>
                  <a:close/>
                </a:path>
              </a:pathLst>
            </a:custGeom>
            <a:solidFill>
              <a:srgbClr val="43B02A"/>
            </a:solidFill>
            <a:ln w="6390" cap="flat">
              <a:noFill/>
              <a:prstDash val="solid"/>
              <a:miter/>
            </a:ln>
          </p:spPr>
          <p:txBody>
            <a:bodyPr rtlCol="0" anchor="ctr"/>
            <a:lstStyle/>
            <a:p>
              <a:endParaRPr lang="en-US"/>
            </a:p>
          </p:txBody>
        </p:sp>
        <p:sp>
          <p:nvSpPr>
            <p:cNvPr id="466" name="Graphic 6">
              <a:extLst>
                <a:ext uri="{FF2B5EF4-FFF2-40B4-BE49-F238E27FC236}">
                  <a16:creationId xmlns:a16="http://schemas.microsoft.com/office/drawing/2014/main" id="{BFF030B4-1E5B-8E48-A0A6-B780C70369AF}"/>
                </a:ext>
              </a:extLst>
            </p:cNvPr>
            <p:cNvSpPr/>
            <p:nvPr/>
          </p:nvSpPr>
          <p:spPr>
            <a:xfrm>
              <a:off x="9958078" y="3895668"/>
              <a:ext cx="217896" cy="130233"/>
            </a:xfrm>
            <a:custGeom>
              <a:avLst/>
              <a:gdLst>
                <a:gd name="connsiteX0" fmla="*/ 182113 w 217896"/>
                <a:gd name="connsiteY0" fmla="*/ 58733 h 130233"/>
                <a:gd name="connsiteX1" fmla="*/ 178279 w 217896"/>
                <a:gd name="connsiteY1" fmla="*/ 58733 h 130233"/>
                <a:gd name="connsiteX2" fmla="*/ 178279 w 217896"/>
                <a:gd name="connsiteY2" fmla="*/ 58094 h 130233"/>
                <a:gd name="connsiteX3" fmla="*/ 120130 w 217896"/>
                <a:gd name="connsiteY3" fmla="*/ 0 h 130233"/>
                <a:gd name="connsiteX4" fmla="*/ 64538 w 217896"/>
                <a:gd name="connsiteY4" fmla="*/ 38304 h 130233"/>
                <a:gd name="connsiteX5" fmla="*/ 47925 w 217896"/>
                <a:gd name="connsiteY5" fmla="*/ 34474 h 130233"/>
                <a:gd name="connsiteX6" fmla="*/ 0 w 217896"/>
                <a:gd name="connsiteY6" fmla="*/ 82354 h 130233"/>
                <a:gd name="connsiteX7" fmla="*/ 47925 w 217896"/>
                <a:gd name="connsiteY7" fmla="*/ 130233 h 130233"/>
                <a:gd name="connsiteX8" fmla="*/ 182113 w 217896"/>
                <a:gd name="connsiteY8" fmla="*/ 130233 h 130233"/>
                <a:gd name="connsiteX9" fmla="*/ 217897 w 217896"/>
                <a:gd name="connsiteY9" fmla="*/ 94483 h 130233"/>
                <a:gd name="connsiteX10" fmla="*/ 182113 w 217896"/>
                <a:gd name="connsiteY10" fmla="*/ 58733 h 130233"/>
                <a:gd name="connsiteX11" fmla="*/ 182113 w 217896"/>
                <a:gd name="connsiteY11" fmla="*/ 116827 h 130233"/>
                <a:gd name="connsiteX12" fmla="*/ 47925 w 217896"/>
                <a:gd name="connsiteY12" fmla="*/ 116827 h 130233"/>
                <a:gd name="connsiteX13" fmla="*/ 12780 w 217896"/>
                <a:gd name="connsiteY13" fmla="*/ 81715 h 130233"/>
                <a:gd name="connsiteX14" fmla="*/ 47925 w 217896"/>
                <a:gd name="connsiteY14" fmla="*/ 46603 h 130233"/>
                <a:gd name="connsiteX15" fmla="*/ 65177 w 217896"/>
                <a:gd name="connsiteY15" fmla="*/ 52349 h 130233"/>
                <a:gd name="connsiteX16" fmla="*/ 70928 w 217896"/>
                <a:gd name="connsiteY16" fmla="*/ 52987 h 130233"/>
                <a:gd name="connsiteX17" fmla="*/ 74762 w 217896"/>
                <a:gd name="connsiteY17" fmla="*/ 48519 h 130233"/>
                <a:gd name="connsiteX18" fmla="*/ 120130 w 217896"/>
                <a:gd name="connsiteY18" fmla="*/ 12130 h 130233"/>
                <a:gd name="connsiteX19" fmla="*/ 165500 w 217896"/>
                <a:gd name="connsiteY19" fmla="*/ 57456 h 130233"/>
                <a:gd name="connsiteX20" fmla="*/ 164860 w 217896"/>
                <a:gd name="connsiteY20" fmla="*/ 63202 h 130233"/>
                <a:gd name="connsiteX21" fmla="*/ 164860 w 217896"/>
                <a:gd name="connsiteY21" fmla="*/ 64478 h 130233"/>
                <a:gd name="connsiteX22" fmla="*/ 167416 w 217896"/>
                <a:gd name="connsiteY22" fmla="*/ 73416 h 130233"/>
                <a:gd name="connsiteX23" fmla="*/ 175084 w 217896"/>
                <a:gd name="connsiteY23" fmla="*/ 72139 h 130233"/>
                <a:gd name="connsiteX24" fmla="*/ 176362 w 217896"/>
                <a:gd name="connsiteY24" fmla="*/ 71501 h 130233"/>
                <a:gd name="connsiteX25" fmla="*/ 182113 w 217896"/>
                <a:gd name="connsiteY25" fmla="*/ 70862 h 130233"/>
                <a:gd name="connsiteX26" fmla="*/ 205117 w 217896"/>
                <a:gd name="connsiteY26" fmla="*/ 93845 h 130233"/>
                <a:gd name="connsiteX27" fmla="*/ 182113 w 217896"/>
                <a:gd name="connsiteY27" fmla="*/ 116827 h 13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7896" h="130233">
                  <a:moveTo>
                    <a:pt x="182113" y="58733"/>
                  </a:moveTo>
                  <a:cubicBezTo>
                    <a:pt x="180835" y="58733"/>
                    <a:pt x="179557" y="58733"/>
                    <a:pt x="178279" y="58733"/>
                  </a:cubicBezTo>
                  <a:lnTo>
                    <a:pt x="178279" y="58094"/>
                  </a:lnTo>
                  <a:cubicBezTo>
                    <a:pt x="178279" y="26175"/>
                    <a:pt x="152080" y="0"/>
                    <a:pt x="120130" y="0"/>
                  </a:cubicBezTo>
                  <a:cubicBezTo>
                    <a:pt x="95210" y="0"/>
                    <a:pt x="72845" y="15322"/>
                    <a:pt x="64538" y="38304"/>
                  </a:cubicBezTo>
                  <a:cubicBezTo>
                    <a:pt x="59426" y="35751"/>
                    <a:pt x="54314" y="34474"/>
                    <a:pt x="47925" y="34474"/>
                  </a:cubicBezTo>
                  <a:cubicBezTo>
                    <a:pt x="21726" y="34474"/>
                    <a:pt x="0" y="55541"/>
                    <a:pt x="0" y="82354"/>
                  </a:cubicBezTo>
                  <a:cubicBezTo>
                    <a:pt x="0" y="109166"/>
                    <a:pt x="21086" y="130233"/>
                    <a:pt x="47925" y="130233"/>
                  </a:cubicBezTo>
                  <a:lnTo>
                    <a:pt x="182113" y="130233"/>
                  </a:lnTo>
                  <a:cubicBezTo>
                    <a:pt x="201922" y="130233"/>
                    <a:pt x="217897" y="114273"/>
                    <a:pt x="217897" y="94483"/>
                  </a:cubicBezTo>
                  <a:cubicBezTo>
                    <a:pt x="217897" y="74693"/>
                    <a:pt x="201922" y="58733"/>
                    <a:pt x="182113" y="58733"/>
                  </a:cubicBezTo>
                  <a:close/>
                  <a:moveTo>
                    <a:pt x="182113" y="116827"/>
                  </a:moveTo>
                  <a:lnTo>
                    <a:pt x="47925" y="116827"/>
                  </a:lnTo>
                  <a:cubicBezTo>
                    <a:pt x="28755" y="116827"/>
                    <a:pt x="12780" y="100867"/>
                    <a:pt x="12780" y="81715"/>
                  </a:cubicBezTo>
                  <a:cubicBezTo>
                    <a:pt x="12780" y="62563"/>
                    <a:pt x="28755" y="46603"/>
                    <a:pt x="47925" y="46603"/>
                  </a:cubicBezTo>
                  <a:cubicBezTo>
                    <a:pt x="54953" y="46603"/>
                    <a:pt x="59426" y="48519"/>
                    <a:pt x="65177" y="52349"/>
                  </a:cubicBezTo>
                  <a:cubicBezTo>
                    <a:pt x="67094" y="53626"/>
                    <a:pt x="69011" y="53626"/>
                    <a:pt x="70928" y="52987"/>
                  </a:cubicBezTo>
                  <a:cubicBezTo>
                    <a:pt x="72845" y="52349"/>
                    <a:pt x="74123" y="50434"/>
                    <a:pt x="74762" y="48519"/>
                  </a:cubicBezTo>
                  <a:cubicBezTo>
                    <a:pt x="79235" y="28090"/>
                    <a:pt x="98405" y="12130"/>
                    <a:pt x="120130" y="12130"/>
                  </a:cubicBezTo>
                  <a:cubicBezTo>
                    <a:pt x="145051" y="12130"/>
                    <a:pt x="165500" y="32559"/>
                    <a:pt x="165500" y="57456"/>
                  </a:cubicBezTo>
                  <a:cubicBezTo>
                    <a:pt x="165500" y="59371"/>
                    <a:pt x="165500" y="61286"/>
                    <a:pt x="164860" y="63202"/>
                  </a:cubicBezTo>
                  <a:cubicBezTo>
                    <a:pt x="164860" y="63202"/>
                    <a:pt x="164860" y="63840"/>
                    <a:pt x="164860" y="64478"/>
                  </a:cubicBezTo>
                  <a:cubicBezTo>
                    <a:pt x="164221" y="65755"/>
                    <a:pt x="162943" y="70862"/>
                    <a:pt x="167416" y="73416"/>
                  </a:cubicBezTo>
                  <a:cubicBezTo>
                    <a:pt x="169972" y="74693"/>
                    <a:pt x="173167" y="74693"/>
                    <a:pt x="175084" y="72139"/>
                  </a:cubicBezTo>
                  <a:cubicBezTo>
                    <a:pt x="175723" y="71501"/>
                    <a:pt x="176362" y="71501"/>
                    <a:pt x="176362" y="71501"/>
                  </a:cubicBezTo>
                  <a:cubicBezTo>
                    <a:pt x="178279" y="70862"/>
                    <a:pt x="180196" y="70862"/>
                    <a:pt x="182113" y="70862"/>
                  </a:cubicBezTo>
                  <a:cubicBezTo>
                    <a:pt x="194893" y="70862"/>
                    <a:pt x="205117" y="81077"/>
                    <a:pt x="205117" y="93845"/>
                  </a:cubicBezTo>
                  <a:cubicBezTo>
                    <a:pt x="205117" y="106613"/>
                    <a:pt x="194893" y="116827"/>
                    <a:pt x="182113" y="116827"/>
                  </a:cubicBezTo>
                  <a:close/>
                </a:path>
              </a:pathLst>
            </a:custGeom>
            <a:solidFill>
              <a:srgbClr val="43B02A"/>
            </a:solidFill>
            <a:ln w="6390" cap="flat">
              <a:noFill/>
              <a:prstDash val="solid"/>
              <a:miter/>
            </a:ln>
          </p:spPr>
          <p:txBody>
            <a:bodyPr rtlCol="0" anchor="ctr"/>
            <a:lstStyle/>
            <a:p>
              <a:endParaRPr lang="en-US"/>
            </a:p>
          </p:txBody>
        </p:sp>
        <p:sp>
          <p:nvSpPr>
            <p:cNvPr id="467" name="Graphic 6">
              <a:extLst>
                <a:ext uri="{FF2B5EF4-FFF2-40B4-BE49-F238E27FC236}">
                  <a16:creationId xmlns:a16="http://schemas.microsoft.com/office/drawing/2014/main" id="{A6D152C8-37BE-3849-B2DA-CD3FD7D7FFBD}"/>
                </a:ext>
              </a:extLst>
            </p:cNvPr>
            <p:cNvSpPr/>
            <p:nvPr/>
          </p:nvSpPr>
          <p:spPr>
            <a:xfrm>
              <a:off x="10018782" y="4039308"/>
              <a:ext cx="23003" cy="22982"/>
            </a:xfrm>
            <a:custGeom>
              <a:avLst/>
              <a:gdLst>
                <a:gd name="connsiteX0" fmla="*/ 11501 w 23003"/>
                <a:gd name="connsiteY0" fmla="*/ 0 h 22982"/>
                <a:gd name="connsiteX1" fmla="*/ 0 w 23003"/>
                <a:gd name="connsiteY1" fmla="*/ 11491 h 22982"/>
                <a:gd name="connsiteX2" fmla="*/ 11501 w 23003"/>
                <a:gd name="connsiteY2" fmla="*/ 22983 h 22982"/>
                <a:gd name="connsiteX3" fmla="*/ 23004 w 23003"/>
                <a:gd name="connsiteY3" fmla="*/ 11491 h 22982"/>
                <a:gd name="connsiteX4" fmla="*/ 11501 w 23003"/>
                <a:gd name="connsiteY4" fmla="*/ 0 h 22982"/>
                <a:gd name="connsiteX5" fmla="*/ 10224 w 23003"/>
                <a:gd name="connsiteY5" fmla="*/ 11491 h 22982"/>
                <a:gd name="connsiteX6" fmla="*/ 11501 w 23003"/>
                <a:gd name="connsiteY6" fmla="*/ 10215 h 22982"/>
                <a:gd name="connsiteX7" fmla="*/ 12780 w 23003"/>
                <a:gd name="connsiteY7" fmla="*/ 11491 h 22982"/>
                <a:gd name="connsiteX8" fmla="*/ 10224 w 23003"/>
                <a:gd name="connsiteY8" fmla="*/ 11491 h 2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003" h="22982">
                  <a:moveTo>
                    <a:pt x="11501" y="0"/>
                  </a:moveTo>
                  <a:cubicBezTo>
                    <a:pt x="5111" y="0"/>
                    <a:pt x="0" y="5107"/>
                    <a:pt x="0" y="11491"/>
                  </a:cubicBezTo>
                  <a:cubicBezTo>
                    <a:pt x="0" y="17875"/>
                    <a:pt x="5111" y="22983"/>
                    <a:pt x="11501" y="22983"/>
                  </a:cubicBezTo>
                  <a:cubicBezTo>
                    <a:pt x="17891" y="22983"/>
                    <a:pt x="23004" y="17875"/>
                    <a:pt x="23004" y="11491"/>
                  </a:cubicBezTo>
                  <a:cubicBezTo>
                    <a:pt x="23004" y="5107"/>
                    <a:pt x="17891" y="0"/>
                    <a:pt x="11501" y="0"/>
                  </a:cubicBezTo>
                  <a:close/>
                  <a:moveTo>
                    <a:pt x="10224" y="11491"/>
                  </a:moveTo>
                  <a:cubicBezTo>
                    <a:pt x="10224" y="10853"/>
                    <a:pt x="10863" y="10215"/>
                    <a:pt x="11501" y="10215"/>
                  </a:cubicBezTo>
                  <a:cubicBezTo>
                    <a:pt x="12141" y="10215"/>
                    <a:pt x="12780" y="10853"/>
                    <a:pt x="12780" y="11491"/>
                  </a:cubicBezTo>
                  <a:cubicBezTo>
                    <a:pt x="13419" y="12768"/>
                    <a:pt x="10224" y="12768"/>
                    <a:pt x="10224" y="11491"/>
                  </a:cubicBezTo>
                  <a:close/>
                </a:path>
              </a:pathLst>
            </a:custGeom>
            <a:solidFill>
              <a:srgbClr val="43B02A"/>
            </a:solidFill>
            <a:ln w="6390" cap="flat">
              <a:noFill/>
              <a:prstDash val="solid"/>
              <a:miter/>
            </a:ln>
          </p:spPr>
          <p:txBody>
            <a:bodyPr rtlCol="0" anchor="ctr"/>
            <a:lstStyle/>
            <a:p>
              <a:endParaRPr lang="en-US"/>
            </a:p>
          </p:txBody>
        </p:sp>
        <p:sp>
          <p:nvSpPr>
            <p:cNvPr id="468" name="Graphic 6">
              <a:extLst>
                <a:ext uri="{FF2B5EF4-FFF2-40B4-BE49-F238E27FC236}">
                  <a16:creationId xmlns:a16="http://schemas.microsoft.com/office/drawing/2014/main" id="{5584F21B-B1A7-D841-8E7A-E2E7045060D1}"/>
                </a:ext>
              </a:extLst>
            </p:cNvPr>
            <p:cNvSpPr/>
            <p:nvPr/>
          </p:nvSpPr>
          <p:spPr>
            <a:xfrm>
              <a:off x="10053288" y="4039308"/>
              <a:ext cx="23003" cy="22982"/>
            </a:xfrm>
            <a:custGeom>
              <a:avLst/>
              <a:gdLst>
                <a:gd name="connsiteX0" fmla="*/ 11501 w 23003"/>
                <a:gd name="connsiteY0" fmla="*/ 0 h 22982"/>
                <a:gd name="connsiteX1" fmla="*/ 0 w 23003"/>
                <a:gd name="connsiteY1" fmla="*/ 11491 h 22982"/>
                <a:gd name="connsiteX2" fmla="*/ 11501 w 23003"/>
                <a:gd name="connsiteY2" fmla="*/ 22983 h 22982"/>
                <a:gd name="connsiteX3" fmla="*/ 23004 w 23003"/>
                <a:gd name="connsiteY3" fmla="*/ 11491 h 22982"/>
                <a:gd name="connsiteX4" fmla="*/ 11501 w 23003"/>
                <a:gd name="connsiteY4" fmla="*/ 0 h 22982"/>
                <a:gd name="connsiteX5" fmla="*/ 10224 w 23003"/>
                <a:gd name="connsiteY5" fmla="*/ 11491 h 22982"/>
                <a:gd name="connsiteX6" fmla="*/ 11501 w 23003"/>
                <a:gd name="connsiteY6" fmla="*/ 10215 h 22982"/>
                <a:gd name="connsiteX7" fmla="*/ 12780 w 23003"/>
                <a:gd name="connsiteY7" fmla="*/ 11491 h 22982"/>
                <a:gd name="connsiteX8" fmla="*/ 10224 w 23003"/>
                <a:gd name="connsiteY8" fmla="*/ 11491 h 2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003" h="22982">
                  <a:moveTo>
                    <a:pt x="11501" y="0"/>
                  </a:moveTo>
                  <a:cubicBezTo>
                    <a:pt x="5111" y="0"/>
                    <a:pt x="0" y="5107"/>
                    <a:pt x="0" y="11491"/>
                  </a:cubicBezTo>
                  <a:cubicBezTo>
                    <a:pt x="0" y="17875"/>
                    <a:pt x="5111" y="22983"/>
                    <a:pt x="11501" y="22983"/>
                  </a:cubicBezTo>
                  <a:cubicBezTo>
                    <a:pt x="17891" y="22983"/>
                    <a:pt x="23004" y="17875"/>
                    <a:pt x="23004" y="11491"/>
                  </a:cubicBezTo>
                  <a:cubicBezTo>
                    <a:pt x="23004" y="5107"/>
                    <a:pt x="17891" y="0"/>
                    <a:pt x="11501" y="0"/>
                  </a:cubicBezTo>
                  <a:close/>
                  <a:moveTo>
                    <a:pt x="10224" y="11491"/>
                  </a:moveTo>
                  <a:cubicBezTo>
                    <a:pt x="10224" y="10853"/>
                    <a:pt x="10863" y="10215"/>
                    <a:pt x="11501" y="10215"/>
                  </a:cubicBezTo>
                  <a:cubicBezTo>
                    <a:pt x="12140" y="10215"/>
                    <a:pt x="12780" y="10853"/>
                    <a:pt x="12780" y="11491"/>
                  </a:cubicBezTo>
                  <a:cubicBezTo>
                    <a:pt x="12780" y="12768"/>
                    <a:pt x="10224" y="12768"/>
                    <a:pt x="10224" y="11491"/>
                  </a:cubicBezTo>
                  <a:close/>
                </a:path>
              </a:pathLst>
            </a:custGeom>
            <a:solidFill>
              <a:srgbClr val="43B02A"/>
            </a:solidFill>
            <a:ln w="6390" cap="flat">
              <a:noFill/>
              <a:prstDash val="solid"/>
              <a:miter/>
            </a:ln>
          </p:spPr>
          <p:txBody>
            <a:bodyPr rtlCol="0" anchor="ctr"/>
            <a:lstStyle/>
            <a:p>
              <a:endParaRPr lang="en-US"/>
            </a:p>
          </p:txBody>
        </p:sp>
        <p:sp>
          <p:nvSpPr>
            <p:cNvPr id="469" name="Graphic 6">
              <a:extLst>
                <a:ext uri="{FF2B5EF4-FFF2-40B4-BE49-F238E27FC236}">
                  <a16:creationId xmlns:a16="http://schemas.microsoft.com/office/drawing/2014/main" id="{5E67A3AA-4676-214C-AA35-21FBE412F53F}"/>
                </a:ext>
              </a:extLst>
            </p:cNvPr>
            <p:cNvSpPr/>
            <p:nvPr/>
          </p:nvSpPr>
          <p:spPr>
            <a:xfrm>
              <a:off x="10087793" y="4039308"/>
              <a:ext cx="23004" cy="22982"/>
            </a:xfrm>
            <a:custGeom>
              <a:avLst/>
              <a:gdLst>
                <a:gd name="connsiteX0" fmla="*/ 11502 w 23004"/>
                <a:gd name="connsiteY0" fmla="*/ 0 h 22982"/>
                <a:gd name="connsiteX1" fmla="*/ 0 w 23004"/>
                <a:gd name="connsiteY1" fmla="*/ 11491 h 22982"/>
                <a:gd name="connsiteX2" fmla="*/ 11502 w 23004"/>
                <a:gd name="connsiteY2" fmla="*/ 22983 h 22982"/>
                <a:gd name="connsiteX3" fmla="*/ 23004 w 23004"/>
                <a:gd name="connsiteY3" fmla="*/ 11491 h 22982"/>
                <a:gd name="connsiteX4" fmla="*/ 11502 w 23004"/>
                <a:gd name="connsiteY4" fmla="*/ 0 h 22982"/>
                <a:gd name="connsiteX5" fmla="*/ 9585 w 23004"/>
                <a:gd name="connsiteY5" fmla="*/ 11491 h 22982"/>
                <a:gd name="connsiteX6" fmla="*/ 10863 w 23004"/>
                <a:gd name="connsiteY6" fmla="*/ 10215 h 22982"/>
                <a:gd name="connsiteX7" fmla="*/ 12141 w 23004"/>
                <a:gd name="connsiteY7" fmla="*/ 11491 h 22982"/>
                <a:gd name="connsiteX8" fmla="*/ 9585 w 23004"/>
                <a:gd name="connsiteY8" fmla="*/ 11491 h 2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004" h="22982">
                  <a:moveTo>
                    <a:pt x="11502" y="0"/>
                  </a:moveTo>
                  <a:cubicBezTo>
                    <a:pt x="5112" y="0"/>
                    <a:pt x="0" y="5107"/>
                    <a:pt x="0" y="11491"/>
                  </a:cubicBezTo>
                  <a:cubicBezTo>
                    <a:pt x="0" y="17875"/>
                    <a:pt x="5112" y="22983"/>
                    <a:pt x="11502" y="22983"/>
                  </a:cubicBezTo>
                  <a:cubicBezTo>
                    <a:pt x="17892" y="22983"/>
                    <a:pt x="23004" y="17875"/>
                    <a:pt x="23004" y="11491"/>
                  </a:cubicBezTo>
                  <a:cubicBezTo>
                    <a:pt x="22365" y="5107"/>
                    <a:pt x="17253" y="0"/>
                    <a:pt x="11502" y="0"/>
                  </a:cubicBezTo>
                  <a:close/>
                  <a:moveTo>
                    <a:pt x="9585" y="11491"/>
                  </a:moveTo>
                  <a:cubicBezTo>
                    <a:pt x="9585" y="10853"/>
                    <a:pt x="10225" y="10215"/>
                    <a:pt x="10863" y="10215"/>
                  </a:cubicBezTo>
                  <a:cubicBezTo>
                    <a:pt x="11502" y="10215"/>
                    <a:pt x="12141" y="10853"/>
                    <a:pt x="12141" y="11491"/>
                  </a:cubicBezTo>
                  <a:cubicBezTo>
                    <a:pt x="12780" y="12768"/>
                    <a:pt x="9585" y="12768"/>
                    <a:pt x="9585" y="11491"/>
                  </a:cubicBezTo>
                  <a:close/>
                </a:path>
              </a:pathLst>
            </a:custGeom>
            <a:solidFill>
              <a:srgbClr val="43B02A"/>
            </a:solidFill>
            <a:ln w="6390" cap="flat">
              <a:noFill/>
              <a:prstDash val="solid"/>
              <a:miter/>
            </a:ln>
          </p:spPr>
          <p:txBody>
            <a:bodyPr rtlCol="0" anchor="ctr"/>
            <a:lstStyle/>
            <a:p>
              <a:endParaRPr lang="en-US"/>
            </a:p>
          </p:txBody>
        </p:sp>
        <p:sp>
          <p:nvSpPr>
            <p:cNvPr id="470" name="Graphic 6">
              <a:extLst>
                <a:ext uri="{FF2B5EF4-FFF2-40B4-BE49-F238E27FC236}">
                  <a16:creationId xmlns:a16="http://schemas.microsoft.com/office/drawing/2014/main" id="{23627B17-D404-F247-936D-47B7CE8405E8}"/>
                </a:ext>
              </a:extLst>
            </p:cNvPr>
            <p:cNvSpPr/>
            <p:nvPr/>
          </p:nvSpPr>
          <p:spPr>
            <a:xfrm>
              <a:off x="10014309" y="4068035"/>
              <a:ext cx="23004" cy="22982"/>
            </a:xfrm>
            <a:custGeom>
              <a:avLst/>
              <a:gdLst>
                <a:gd name="connsiteX0" fmla="*/ 11502 w 23004"/>
                <a:gd name="connsiteY0" fmla="*/ 0 h 22982"/>
                <a:gd name="connsiteX1" fmla="*/ 0 w 23004"/>
                <a:gd name="connsiteY1" fmla="*/ 11491 h 22982"/>
                <a:gd name="connsiteX2" fmla="*/ 11502 w 23004"/>
                <a:gd name="connsiteY2" fmla="*/ 22983 h 22982"/>
                <a:gd name="connsiteX3" fmla="*/ 23004 w 23004"/>
                <a:gd name="connsiteY3" fmla="*/ 11491 h 22982"/>
                <a:gd name="connsiteX4" fmla="*/ 11502 w 23004"/>
                <a:gd name="connsiteY4" fmla="*/ 0 h 22982"/>
                <a:gd name="connsiteX5" fmla="*/ 9585 w 23004"/>
                <a:gd name="connsiteY5" fmla="*/ 10853 h 22982"/>
                <a:gd name="connsiteX6" fmla="*/ 10863 w 23004"/>
                <a:gd name="connsiteY6" fmla="*/ 9576 h 22982"/>
                <a:gd name="connsiteX7" fmla="*/ 12141 w 23004"/>
                <a:gd name="connsiteY7" fmla="*/ 10853 h 22982"/>
                <a:gd name="connsiteX8" fmla="*/ 9585 w 23004"/>
                <a:gd name="connsiteY8" fmla="*/ 10853 h 2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004" h="22982">
                  <a:moveTo>
                    <a:pt x="11502" y="0"/>
                  </a:moveTo>
                  <a:cubicBezTo>
                    <a:pt x="5112" y="0"/>
                    <a:pt x="0" y="5107"/>
                    <a:pt x="0" y="11491"/>
                  </a:cubicBezTo>
                  <a:cubicBezTo>
                    <a:pt x="0" y="17875"/>
                    <a:pt x="5112" y="22983"/>
                    <a:pt x="11502" y="22983"/>
                  </a:cubicBezTo>
                  <a:cubicBezTo>
                    <a:pt x="17892" y="22983"/>
                    <a:pt x="23004" y="17875"/>
                    <a:pt x="23004" y="11491"/>
                  </a:cubicBezTo>
                  <a:cubicBezTo>
                    <a:pt x="22365" y="5107"/>
                    <a:pt x="17253" y="0"/>
                    <a:pt x="11502" y="0"/>
                  </a:cubicBezTo>
                  <a:close/>
                  <a:moveTo>
                    <a:pt x="9585" y="10853"/>
                  </a:moveTo>
                  <a:cubicBezTo>
                    <a:pt x="9585" y="10215"/>
                    <a:pt x="10225" y="9576"/>
                    <a:pt x="10863" y="9576"/>
                  </a:cubicBezTo>
                  <a:cubicBezTo>
                    <a:pt x="11502" y="9576"/>
                    <a:pt x="12141" y="10215"/>
                    <a:pt x="12141" y="10853"/>
                  </a:cubicBezTo>
                  <a:cubicBezTo>
                    <a:pt x="12780" y="12768"/>
                    <a:pt x="9585" y="12768"/>
                    <a:pt x="9585" y="10853"/>
                  </a:cubicBezTo>
                  <a:close/>
                </a:path>
              </a:pathLst>
            </a:custGeom>
            <a:solidFill>
              <a:srgbClr val="43B02A"/>
            </a:solidFill>
            <a:ln w="6390" cap="flat">
              <a:noFill/>
              <a:prstDash val="solid"/>
              <a:miter/>
            </a:ln>
          </p:spPr>
          <p:txBody>
            <a:bodyPr rtlCol="0" anchor="ctr"/>
            <a:lstStyle/>
            <a:p>
              <a:endParaRPr lang="en-US"/>
            </a:p>
          </p:txBody>
        </p:sp>
        <p:sp>
          <p:nvSpPr>
            <p:cNvPr id="471" name="Graphic 6">
              <a:extLst>
                <a:ext uri="{FF2B5EF4-FFF2-40B4-BE49-F238E27FC236}">
                  <a16:creationId xmlns:a16="http://schemas.microsoft.com/office/drawing/2014/main" id="{F7F22B05-7DDC-0548-9C55-A0F57066AA3E}"/>
                </a:ext>
              </a:extLst>
            </p:cNvPr>
            <p:cNvSpPr/>
            <p:nvPr/>
          </p:nvSpPr>
          <p:spPr>
            <a:xfrm>
              <a:off x="10048176" y="4068035"/>
              <a:ext cx="23003" cy="22982"/>
            </a:xfrm>
            <a:custGeom>
              <a:avLst/>
              <a:gdLst>
                <a:gd name="connsiteX0" fmla="*/ 11502 w 23003"/>
                <a:gd name="connsiteY0" fmla="*/ 0 h 22982"/>
                <a:gd name="connsiteX1" fmla="*/ 0 w 23003"/>
                <a:gd name="connsiteY1" fmla="*/ 11491 h 22982"/>
                <a:gd name="connsiteX2" fmla="*/ 11502 w 23003"/>
                <a:gd name="connsiteY2" fmla="*/ 22983 h 22982"/>
                <a:gd name="connsiteX3" fmla="*/ 23004 w 23003"/>
                <a:gd name="connsiteY3" fmla="*/ 11491 h 22982"/>
                <a:gd name="connsiteX4" fmla="*/ 11502 w 23003"/>
                <a:gd name="connsiteY4" fmla="*/ 0 h 22982"/>
                <a:gd name="connsiteX5" fmla="*/ 10224 w 23003"/>
                <a:gd name="connsiteY5" fmla="*/ 10853 h 22982"/>
                <a:gd name="connsiteX6" fmla="*/ 11502 w 23003"/>
                <a:gd name="connsiteY6" fmla="*/ 9576 h 22982"/>
                <a:gd name="connsiteX7" fmla="*/ 12780 w 23003"/>
                <a:gd name="connsiteY7" fmla="*/ 10853 h 22982"/>
                <a:gd name="connsiteX8" fmla="*/ 10224 w 23003"/>
                <a:gd name="connsiteY8" fmla="*/ 10853 h 2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003" h="22982">
                  <a:moveTo>
                    <a:pt x="11502" y="0"/>
                  </a:moveTo>
                  <a:cubicBezTo>
                    <a:pt x="5112" y="0"/>
                    <a:pt x="0" y="5107"/>
                    <a:pt x="0" y="11491"/>
                  </a:cubicBezTo>
                  <a:cubicBezTo>
                    <a:pt x="0" y="17875"/>
                    <a:pt x="5112" y="22983"/>
                    <a:pt x="11502" y="22983"/>
                  </a:cubicBezTo>
                  <a:cubicBezTo>
                    <a:pt x="17892" y="22983"/>
                    <a:pt x="23004" y="17875"/>
                    <a:pt x="23004" y="11491"/>
                  </a:cubicBezTo>
                  <a:cubicBezTo>
                    <a:pt x="23004" y="5107"/>
                    <a:pt x="17892" y="0"/>
                    <a:pt x="11502" y="0"/>
                  </a:cubicBezTo>
                  <a:close/>
                  <a:moveTo>
                    <a:pt x="10224" y="10853"/>
                  </a:moveTo>
                  <a:cubicBezTo>
                    <a:pt x="10224" y="10215"/>
                    <a:pt x="10863" y="9576"/>
                    <a:pt x="11502" y="9576"/>
                  </a:cubicBezTo>
                  <a:cubicBezTo>
                    <a:pt x="12141" y="9576"/>
                    <a:pt x="12780" y="10215"/>
                    <a:pt x="12780" y="10853"/>
                  </a:cubicBezTo>
                  <a:cubicBezTo>
                    <a:pt x="13419" y="12768"/>
                    <a:pt x="10224" y="12768"/>
                    <a:pt x="10224" y="10853"/>
                  </a:cubicBezTo>
                  <a:close/>
                </a:path>
              </a:pathLst>
            </a:custGeom>
            <a:solidFill>
              <a:srgbClr val="43B02A"/>
            </a:solidFill>
            <a:ln w="6390" cap="flat">
              <a:noFill/>
              <a:prstDash val="solid"/>
              <a:miter/>
            </a:ln>
          </p:spPr>
          <p:txBody>
            <a:bodyPr rtlCol="0" anchor="ctr"/>
            <a:lstStyle/>
            <a:p>
              <a:endParaRPr lang="en-US"/>
            </a:p>
          </p:txBody>
        </p:sp>
        <p:sp>
          <p:nvSpPr>
            <p:cNvPr id="472" name="Graphic 6">
              <a:extLst>
                <a:ext uri="{FF2B5EF4-FFF2-40B4-BE49-F238E27FC236}">
                  <a16:creationId xmlns:a16="http://schemas.microsoft.com/office/drawing/2014/main" id="{844A95C6-BD98-8D49-A475-CBF8CC17C75F}"/>
                </a:ext>
              </a:extLst>
            </p:cNvPr>
            <p:cNvSpPr/>
            <p:nvPr/>
          </p:nvSpPr>
          <p:spPr>
            <a:xfrm>
              <a:off x="10082681" y="4068035"/>
              <a:ext cx="23003" cy="22982"/>
            </a:xfrm>
            <a:custGeom>
              <a:avLst/>
              <a:gdLst>
                <a:gd name="connsiteX0" fmla="*/ 11501 w 23003"/>
                <a:gd name="connsiteY0" fmla="*/ 0 h 22982"/>
                <a:gd name="connsiteX1" fmla="*/ 0 w 23003"/>
                <a:gd name="connsiteY1" fmla="*/ 11491 h 22982"/>
                <a:gd name="connsiteX2" fmla="*/ 11501 w 23003"/>
                <a:gd name="connsiteY2" fmla="*/ 22983 h 22982"/>
                <a:gd name="connsiteX3" fmla="*/ 23004 w 23003"/>
                <a:gd name="connsiteY3" fmla="*/ 11491 h 22982"/>
                <a:gd name="connsiteX4" fmla="*/ 11501 w 23003"/>
                <a:gd name="connsiteY4" fmla="*/ 0 h 22982"/>
                <a:gd name="connsiteX5" fmla="*/ 10224 w 23003"/>
                <a:gd name="connsiteY5" fmla="*/ 10853 h 22982"/>
                <a:gd name="connsiteX6" fmla="*/ 11501 w 23003"/>
                <a:gd name="connsiteY6" fmla="*/ 9576 h 22982"/>
                <a:gd name="connsiteX7" fmla="*/ 12780 w 23003"/>
                <a:gd name="connsiteY7" fmla="*/ 10853 h 22982"/>
                <a:gd name="connsiteX8" fmla="*/ 10224 w 23003"/>
                <a:gd name="connsiteY8" fmla="*/ 10853 h 2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003" h="22982">
                  <a:moveTo>
                    <a:pt x="11501" y="0"/>
                  </a:moveTo>
                  <a:cubicBezTo>
                    <a:pt x="5111" y="0"/>
                    <a:pt x="0" y="5107"/>
                    <a:pt x="0" y="11491"/>
                  </a:cubicBezTo>
                  <a:cubicBezTo>
                    <a:pt x="0" y="17875"/>
                    <a:pt x="5111" y="22983"/>
                    <a:pt x="11501" y="22983"/>
                  </a:cubicBezTo>
                  <a:cubicBezTo>
                    <a:pt x="17891" y="22983"/>
                    <a:pt x="23004" y="17875"/>
                    <a:pt x="23004" y="11491"/>
                  </a:cubicBezTo>
                  <a:cubicBezTo>
                    <a:pt x="23004" y="5107"/>
                    <a:pt x="17891" y="0"/>
                    <a:pt x="11501" y="0"/>
                  </a:cubicBezTo>
                  <a:close/>
                  <a:moveTo>
                    <a:pt x="10224" y="10853"/>
                  </a:moveTo>
                  <a:cubicBezTo>
                    <a:pt x="10224" y="10215"/>
                    <a:pt x="10863" y="9576"/>
                    <a:pt x="11501" y="9576"/>
                  </a:cubicBezTo>
                  <a:cubicBezTo>
                    <a:pt x="12141" y="9576"/>
                    <a:pt x="12780" y="10215"/>
                    <a:pt x="12780" y="10853"/>
                  </a:cubicBezTo>
                  <a:cubicBezTo>
                    <a:pt x="12780" y="12768"/>
                    <a:pt x="10224" y="12768"/>
                    <a:pt x="10224" y="10853"/>
                  </a:cubicBezTo>
                  <a:close/>
                </a:path>
              </a:pathLst>
            </a:custGeom>
            <a:solidFill>
              <a:srgbClr val="43B02A"/>
            </a:solidFill>
            <a:ln w="6390" cap="flat">
              <a:noFill/>
              <a:prstDash val="solid"/>
              <a:miter/>
            </a:ln>
          </p:spPr>
          <p:txBody>
            <a:bodyPr rtlCol="0" anchor="ctr"/>
            <a:lstStyle/>
            <a:p>
              <a:endParaRPr lang="en-US"/>
            </a:p>
          </p:txBody>
        </p:sp>
        <p:sp>
          <p:nvSpPr>
            <p:cNvPr id="473" name="Graphic 6">
              <a:extLst>
                <a:ext uri="{FF2B5EF4-FFF2-40B4-BE49-F238E27FC236}">
                  <a16:creationId xmlns:a16="http://schemas.microsoft.com/office/drawing/2014/main" id="{33ED89AD-98AA-3848-AB1C-D5CA6466BC26}"/>
                </a:ext>
              </a:extLst>
            </p:cNvPr>
            <p:cNvSpPr/>
            <p:nvPr/>
          </p:nvSpPr>
          <p:spPr>
            <a:xfrm>
              <a:off x="10009197" y="4096125"/>
              <a:ext cx="23003" cy="22982"/>
            </a:xfrm>
            <a:custGeom>
              <a:avLst/>
              <a:gdLst>
                <a:gd name="connsiteX0" fmla="*/ 11501 w 23003"/>
                <a:gd name="connsiteY0" fmla="*/ 0 h 22982"/>
                <a:gd name="connsiteX1" fmla="*/ 0 w 23003"/>
                <a:gd name="connsiteY1" fmla="*/ 11491 h 22982"/>
                <a:gd name="connsiteX2" fmla="*/ 11501 w 23003"/>
                <a:gd name="connsiteY2" fmla="*/ 22982 h 22982"/>
                <a:gd name="connsiteX3" fmla="*/ 23004 w 23003"/>
                <a:gd name="connsiteY3" fmla="*/ 11491 h 22982"/>
                <a:gd name="connsiteX4" fmla="*/ 11501 w 23003"/>
                <a:gd name="connsiteY4" fmla="*/ 0 h 22982"/>
                <a:gd name="connsiteX5" fmla="*/ 10224 w 23003"/>
                <a:gd name="connsiteY5" fmla="*/ 11491 h 22982"/>
                <a:gd name="connsiteX6" fmla="*/ 11501 w 23003"/>
                <a:gd name="connsiteY6" fmla="*/ 10214 h 22982"/>
                <a:gd name="connsiteX7" fmla="*/ 12780 w 23003"/>
                <a:gd name="connsiteY7" fmla="*/ 11491 h 22982"/>
                <a:gd name="connsiteX8" fmla="*/ 10224 w 23003"/>
                <a:gd name="connsiteY8" fmla="*/ 11491 h 2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003" h="22982">
                  <a:moveTo>
                    <a:pt x="11501" y="0"/>
                  </a:moveTo>
                  <a:cubicBezTo>
                    <a:pt x="5111" y="0"/>
                    <a:pt x="0" y="5107"/>
                    <a:pt x="0" y="11491"/>
                  </a:cubicBezTo>
                  <a:cubicBezTo>
                    <a:pt x="0" y="17875"/>
                    <a:pt x="5111" y="22982"/>
                    <a:pt x="11501" y="22982"/>
                  </a:cubicBezTo>
                  <a:cubicBezTo>
                    <a:pt x="17891" y="22982"/>
                    <a:pt x="23004" y="17875"/>
                    <a:pt x="23004" y="11491"/>
                  </a:cubicBezTo>
                  <a:cubicBezTo>
                    <a:pt x="23004" y="5107"/>
                    <a:pt x="17891" y="0"/>
                    <a:pt x="11501" y="0"/>
                  </a:cubicBezTo>
                  <a:close/>
                  <a:moveTo>
                    <a:pt x="10224" y="11491"/>
                  </a:moveTo>
                  <a:cubicBezTo>
                    <a:pt x="10224" y="10853"/>
                    <a:pt x="10863" y="10214"/>
                    <a:pt x="11501" y="10214"/>
                  </a:cubicBezTo>
                  <a:cubicBezTo>
                    <a:pt x="12141" y="10214"/>
                    <a:pt x="12780" y="10853"/>
                    <a:pt x="12780" y="11491"/>
                  </a:cubicBezTo>
                  <a:cubicBezTo>
                    <a:pt x="12780" y="13406"/>
                    <a:pt x="10224" y="13406"/>
                    <a:pt x="10224" y="11491"/>
                  </a:cubicBezTo>
                  <a:close/>
                </a:path>
              </a:pathLst>
            </a:custGeom>
            <a:solidFill>
              <a:srgbClr val="43B02A"/>
            </a:solidFill>
            <a:ln w="6390" cap="flat">
              <a:noFill/>
              <a:prstDash val="solid"/>
              <a:miter/>
            </a:ln>
          </p:spPr>
          <p:txBody>
            <a:bodyPr rtlCol="0" anchor="ctr"/>
            <a:lstStyle/>
            <a:p>
              <a:endParaRPr lang="en-US"/>
            </a:p>
          </p:txBody>
        </p:sp>
        <p:sp>
          <p:nvSpPr>
            <p:cNvPr id="474" name="Graphic 6">
              <a:extLst>
                <a:ext uri="{FF2B5EF4-FFF2-40B4-BE49-F238E27FC236}">
                  <a16:creationId xmlns:a16="http://schemas.microsoft.com/office/drawing/2014/main" id="{0C031C68-B16A-DB48-B43E-EE4A339B718F}"/>
                </a:ext>
              </a:extLst>
            </p:cNvPr>
            <p:cNvSpPr/>
            <p:nvPr/>
          </p:nvSpPr>
          <p:spPr>
            <a:xfrm>
              <a:off x="10043703" y="4096125"/>
              <a:ext cx="23003" cy="22982"/>
            </a:xfrm>
            <a:custGeom>
              <a:avLst/>
              <a:gdLst>
                <a:gd name="connsiteX0" fmla="*/ 11501 w 23003"/>
                <a:gd name="connsiteY0" fmla="*/ 0 h 22982"/>
                <a:gd name="connsiteX1" fmla="*/ 0 w 23003"/>
                <a:gd name="connsiteY1" fmla="*/ 11491 h 22982"/>
                <a:gd name="connsiteX2" fmla="*/ 11501 w 23003"/>
                <a:gd name="connsiteY2" fmla="*/ 22982 h 22982"/>
                <a:gd name="connsiteX3" fmla="*/ 23004 w 23003"/>
                <a:gd name="connsiteY3" fmla="*/ 11491 h 22982"/>
                <a:gd name="connsiteX4" fmla="*/ 11501 w 23003"/>
                <a:gd name="connsiteY4" fmla="*/ 0 h 22982"/>
                <a:gd name="connsiteX5" fmla="*/ 9585 w 23003"/>
                <a:gd name="connsiteY5" fmla="*/ 11491 h 22982"/>
                <a:gd name="connsiteX6" fmla="*/ 10863 w 23003"/>
                <a:gd name="connsiteY6" fmla="*/ 10214 h 22982"/>
                <a:gd name="connsiteX7" fmla="*/ 12140 w 23003"/>
                <a:gd name="connsiteY7" fmla="*/ 11491 h 22982"/>
                <a:gd name="connsiteX8" fmla="*/ 9585 w 23003"/>
                <a:gd name="connsiteY8" fmla="*/ 11491 h 2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003" h="22982">
                  <a:moveTo>
                    <a:pt x="11501" y="0"/>
                  </a:moveTo>
                  <a:cubicBezTo>
                    <a:pt x="5111" y="0"/>
                    <a:pt x="0" y="5107"/>
                    <a:pt x="0" y="11491"/>
                  </a:cubicBezTo>
                  <a:cubicBezTo>
                    <a:pt x="0" y="17875"/>
                    <a:pt x="5111" y="22982"/>
                    <a:pt x="11501" y="22982"/>
                  </a:cubicBezTo>
                  <a:cubicBezTo>
                    <a:pt x="17891" y="22982"/>
                    <a:pt x="23004" y="17875"/>
                    <a:pt x="23004" y="11491"/>
                  </a:cubicBezTo>
                  <a:cubicBezTo>
                    <a:pt x="22365" y="5107"/>
                    <a:pt x="17253" y="0"/>
                    <a:pt x="11501" y="0"/>
                  </a:cubicBezTo>
                  <a:close/>
                  <a:moveTo>
                    <a:pt x="9585" y="11491"/>
                  </a:moveTo>
                  <a:cubicBezTo>
                    <a:pt x="9585" y="10853"/>
                    <a:pt x="10224" y="10214"/>
                    <a:pt x="10863" y="10214"/>
                  </a:cubicBezTo>
                  <a:cubicBezTo>
                    <a:pt x="11501" y="10214"/>
                    <a:pt x="12140" y="10853"/>
                    <a:pt x="12140" y="11491"/>
                  </a:cubicBezTo>
                  <a:cubicBezTo>
                    <a:pt x="12780" y="13406"/>
                    <a:pt x="9585" y="13406"/>
                    <a:pt x="9585" y="11491"/>
                  </a:cubicBezTo>
                  <a:close/>
                </a:path>
              </a:pathLst>
            </a:custGeom>
            <a:solidFill>
              <a:srgbClr val="43B02A"/>
            </a:solidFill>
            <a:ln w="6390" cap="flat">
              <a:noFill/>
              <a:prstDash val="solid"/>
              <a:miter/>
            </a:ln>
          </p:spPr>
          <p:txBody>
            <a:bodyPr rtlCol="0" anchor="ctr"/>
            <a:lstStyle/>
            <a:p>
              <a:endParaRPr lang="en-US"/>
            </a:p>
          </p:txBody>
        </p:sp>
        <p:sp>
          <p:nvSpPr>
            <p:cNvPr id="475" name="Graphic 6">
              <a:extLst>
                <a:ext uri="{FF2B5EF4-FFF2-40B4-BE49-F238E27FC236}">
                  <a16:creationId xmlns:a16="http://schemas.microsoft.com/office/drawing/2014/main" id="{94909268-83E4-A64B-9B8B-0D4C3F9A7DFB}"/>
                </a:ext>
              </a:extLst>
            </p:cNvPr>
            <p:cNvSpPr/>
            <p:nvPr/>
          </p:nvSpPr>
          <p:spPr>
            <a:xfrm>
              <a:off x="10077569" y="4096125"/>
              <a:ext cx="23003" cy="22982"/>
            </a:xfrm>
            <a:custGeom>
              <a:avLst/>
              <a:gdLst>
                <a:gd name="connsiteX0" fmla="*/ 11502 w 23003"/>
                <a:gd name="connsiteY0" fmla="*/ 0 h 22982"/>
                <a:gd name="connsiteX1" fmla="*/ 0 w 23003"/>
                <a:gd name="connsiteY1" fmla="*/ 11491 h 22982"/>
                <a:gd name="connsiteX2" fmla="*/ 11502 w 23003"/>
                <a:gd name="connsiteY2" fmla="*/ 22982 h 22982"/>
                <a:gd name="connsiteX3" fmla="*/ 23004 w 23003"/>
                <a:gd name="connsiteY3" fmla="*/ 11491 h 22982"/>
                <a:gd name="connsiteX4" fmla="*/ 11502 w 23003"/>
                <a:gd name="connsiteY4" fmla="*/ 0 h 22982"/>
                <a:gd name="connsiteX5" fmla="*/ 10224 w 23003"/>
                <a:gd name="connsiteY5" fmla="*/ 11491 h 22982"/>
                <a:gd name="connsiteX6" fmla="*/ 11502 w 23003"/>
                <a:gd name="connsiteY6" fmla="*/ 10214 h 22982"/>
                <a:gd name="connsiteX7" fmla="*/ 12780 w 23003"/>
                <a:gd name="connsiteY7" fmla="*/ 11491 h 22982"/>
                <a:gd name="connsiteX8" fmla="*/ 10224 w 23003"/>
                <a:gd name="connsiteY8" fmla="*/ 11491 h 2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003" h="22982">
                  <a:moveTo>
                    <a:pt x="11502" y="0"/>
                  </a:moveTo>
                  <a:cubicBezTo>
                    <a:pt x="5112" y="0"/>
                    <a:pt x="0" y="5107"/>
                    <a:pt x="0" y="11491"/>
                  </a:cubicBezTo>
                  <a:cubicBezTo>
                    <a:pt x="0" y="17875"/>
                    <a:pt x="5112" y="22982"/>
                    <a:pt x="11502" y="22982"/>
                  </a:cubicBezTo>
                  <a:cubicBezTo>
                    <a:pt x="17892" y="22982"/>
                    <a:pt x="23004" y="17875"/>
                    <a:pt x="23004" y="11491"/>
                  </a:cubicBezTo>
                  <a:cubicBezTo>
                    <a:pt x="23004" y="5107"/>
                    <a:pt x="17892" y="0"/>
                    <a:pt x="11502" y="0"/>
                  </a:cubicBezTo>
                  <a:close/>
                  <a:moveTo>
                    <a:pt x="10224" y="11491"/>
                  </a:moveTo>
                  <a:cubicBezTo>
                    <a:pt x="10224" y="10853"/>
                    <a:pt x="10863" y="10214"/>
                    <a:pt x="11502" y="10214"/>
                  </a:cubicBezTo>
                  <a:cubicBezTo>
                    <a:pt x="12141" y="10214"/>
                    <a:pt x="12780" y="10853"/>
                    <a:pt x="12780" y="11491"/>
                  </a:cubicBezTo>
                  <a:cubicBezTo>
                    <a:pt x="13419" y="13406"/>
                    <a:pt x="10224" y="13406"/>
                    <a:pt x="10224" y="11491"/>
                  </a:cubicBezTo>
                  <a:close/>
                </a:path>
              </a:pathLst>
            </a:custGeom>
            <a:solidFill>
              <a:srgbClr val="43B02A"/>
            </a:solidFill>
            <a:ln w="6390" cap="flat">
              <a:noFill/>
              <a:prstDash val="solid"/>
              <a:miter/>
            </a:ln>
          </p:spPr>
          <p:txBody>
            <a:bodyPr rtlCol="0" anchor="ctr"/>
            <a:lstStyle/>
            <a:p>
              <a:endParaRPr lang="en-US"/>
            </a:p>
          </p:txBody>
        </p:sp>
      </p:grpSp>
      <p:grpSp>
        <p:nvGrpSpPr>
          <p:cNvPr id="476" name="Graphic 6">
            <a:extLst>
              <a:ext uri="{FF2B5EF4-FFF2-40B4-BE49-F238E27FC236}">
                <a16:creationId xmlns:a16="http://schemas.microsoft.com/office/drawing/2014/main" id="{EB86FCC5-22DE-AF4F-BF5B-E2161DDD9C06}"/>
              </a:ext>
            </a:extLst>
          </p:cNvPr>
          <p:cNvGrpSpPr/>
          <p:nvPr/>
        </p:nvGrpSpPr>
        <p:grpSpPr>
          <a:xfrm>
            <a:off x="4661459" y="1892374"/>
            <a:ext cx="362309" cy="361971"/>
            <a:chOff x="4661459" y="1892374"/>
            <a:chExt cx="362309" cy="361971"/>
          </a:xfrm>
          <a:solidFill>
            <a:srgbClr val="046A38"/>
          </a:solidFill>
        </p:grpSpPr>
        <p:sp>
          <p:nvSpPr>
            <p:cNvPr id="477" name="Graphic 6">
              <a:extLst>
                <a:ext uri="{FF2B5EF4-FFF2-40B4-BE49-F238E27FC236}">
                  <a16:creationId xmlns:a16="http://schemas.microsoft.com/office/drawing/2014/main" id="{242246E5-6321-8843-8610-AC51027D14A7}"/>
                </a:ext>
              </a:extLst>
            </p:cNvPr>
            <p:cNvSpPr/>
            <p:nvPr/>
          </p:nvSpPr>
          <p:spPr>
            <a:xfrm>
              <a:off x="4661459" y="1892374"/>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181474 w 362309"/>
                <a:gd name="connsiteY4" fmla="*/ 0 h 361971"/>
                <a:gd name="connsiteX5" fmla="*/ 180835 w 362309"/>
                <a:gd name="connsiteY5" fmla="*/ 349204 h 361971"/>
                <a:gd name="connsiteX6" fmla="*/ 12780 w 362309"/>
                <a:gd name="connsiteY6" fmla="*/ 180667 h 361971"/>
                <a:gd name="connsiteX7" fmla="*/ 181474 w 362309"/>
                <a:gd name="connsiteY7" fmla="*/ 12768 h 361971"/>
                <a:gd name="connsiteX8" fmla="*/ 349530 w 362309"/>
                <a:gd name="connsiteY8" fmla="*/ 181305 h 361971"/>
                <a:gd name="connsiteX9" fmla="*/ 180835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81077"/>
                    <a:pt x="281157" y="0"/>
                    <a:pt x="181474" y="0"/>
                  </a:cubicBezTo>
                  <a:close/>
                  <a:moveTo>
                    <a:pt x="180835" y="349204"/>
                  </a:moveTo>
                  <a:cubicBezTo>
                    <a:pt x="88181" y="349204"/>
                    <a:pt x="12780" y="273873"/>
                    <a:pt x="12780" y="180667"/>
                  </a:cubicBezTo>
                  <a:cubicBezTo>
                    <a:pt x="12780" y="88099"/>
                    <a:pt x="88181" y="12768"/>
                    <a:pt x="181474" y="12768"/>
                  </a:cubicBezTo>
                  <a:cubicBezTo>
                    <a:pt x="274128" y="12768"/>
                    <a:pt x="349530" y="88099"/>
                    <a:pt x="349530" y="181305"/>
                  </a:cubicBezTo>
                  <a:cubicBezTo>
                    <a:pt x="349530" y="273873"/>
                    <a:pt x="274128"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478" name="Graphic 6">
              <a:extLst>
                <a:ext uri="{FF2B5EF4-FFF2-40B4-BE49-F238E27FC236}">
                  <a16:creationId xmlns:a16="http://schemas.microsoft.com/office/drawing/2014/main" id="{092CDF55-3877-C64A-A10D-12D3F7DDBDD5}"/>
                </a:ext>
              </a:extLst>
            </p:cNvPr>
            <p:cNvSpPr/>
            <p:nvPr/>
          </p:nvSpPr>
          <p:spPr>
            <a:xfrm>
              <a:off x="4733665" y="1977920"/>
              <a:ext cx="217272" cy="190242"/>
            </a:xfrm>
            <a:custGeom>
              <a:avLst/>
              <a:gdLst>
                <a:gd name="connsiteX0" fmla="*/ 178918 w 217272"/>
                <a:gd name="connsiteY0" fmla="*/ 67032 h 190242"/>
                <a:gd name="connsiteX1" fmla="*/ 155915 w 217272"/>
                <a:gd name="connsiteY1" fmla="*/ 16598 h 190242"/>
                <a:gd name="connsiteX2" fmla="*/ 107351 w 217272"/>
                <a:gd name="connsiteY2" fmla="*/ 0 h 190242"/>
                <a:gd name="connsiteX3" fmla="*/ 101600 w 217272"/>
                <a:gd name="connsiteY3" fmla="*/ 3192 h 190242"/>
                <a:gd name="connsiteX4" fmla="*/ 101600 w 217272"/>
                <a:gd name="connsiteY4" fmla="*/ 9576 h 190242"/>
                <a:gd name="connsiteX5" fmla="*/ 143135 w 217272"/>
                <a:gd name="connsiteY5" fmla="*/ 78523 h 190242"/>
                <a:gd name="connsiteX6" fmla="*/ 131633 w 217272"/>
                <a:gd name="connsiteY6" fmla="*/ 86184 h 190242"/>
                <a:gd name="connsiteX7" fmla="*/ 40257 w 217272"/>
                <a:gd name="connsiteY7" fmla="*/ 62563 h 190242"/>
                <a:gd name="connsiteX8" fmla="*/ 3834 w 217272"/>
                <a:gd name="connsiteY8" fmla="*/ 133425 h 190242"/>
                <a:gd name="connsiteX9" fmla="*/ 3834 w 217272"/>
                <a:gd name="connsiteY9" fmla="*/ 134064 h 190242"/>
                <a:gd name="connsiteX10" fmla="*/ 0 w 217272"/>
                <a:gd name="connsiteY10" fmla="*/ 150662 h 190242"/>
                <a:gd name="connsiteX11" fmla="*/ 39618 w 217272"/>
                <a:gd name="connsiteY11" fmla="*/ 190243 h 190242"/>
                <a:gd name="connsiteX12" fmla="*/ 188503 w 217272"/>
                <a:gd name="connsiteY12" fmla="*/ 190243 h 190242"/>
                <a:gd name="connsiteX13" fmla="*/ 194893 w 217272"/>
                <a:gd name="connsiteY13" fmla="*/ 183859 h 190242"/>
                <a:gd name="connsiteX14" fmla="*/ 188503 w 217272"/>
                <a:gd name="connsiteY14" fmla="*/ 177475 h 190242"/>
                <a:gd name="connsiteX15" fmla="*/ 181474 w 217272"/>
                <a:gd name="connsiteY15" fmla="*/ 177475 h 190242"/>
                <a:gd name="connsiteX16" fmla="*/ 186586 w 217272"/>
                <a:gd name="connsiteY16" fmla="*/ 144916 h 190242"/>
                <a:gd name="connsiteX17" fmla="*/ 217258 w 217272"/>
                <a:gd name="connsiteY17" fmla="*/ 109166 h 190242"/>
                <a:gd name="connsiteX18" fmla="*/ 178918 w 217272"/>
                <a:gd name="connsiteY18" fmla="*/ 67032 h 190242"/>
                <a:gd name="connsiteX19" fmla="*/ 181474 w 217272"/>
                <a:gd name="connsiteY19" fmla="*/ 133425 h 190242"/>
                <a:gd name="connsiteX20" fmla="*/ 181474 w 217272"/>
                <a:gd name="connsiteY20" fmla="*/ 133425 h 190242"/>
                <a:gd name="connsiteX21" fmla="*/ 179557 w 217272"/>
                <a:gd name="connsiteY21" fmla="*/ 133425 h 190242"/>
                <a:gd name="connsiteX22" fmla="*/ 178279 w 217272"/>
                <a:gd name="connsiteY22" fmla="*/ 134064 h 190242"/>
                <a:gd name="connsiteX23" fmla="*/ 177001 w 217272"/>
                <a:gd name="connsiteY23" fmla="*/ 134702 h 190242"/>
                <a:gd name="connsiteX24" fmla="*/ 176363 w 217272"/>
                <a:gd name="connsiteY24" fmla="*/ 135340 h 190242"/>
                <a:gd name="connsiteX25" fmla="*/ 175723 w 217272"/>
                <a:gd name="connsiteY25" fmla="*/ 136617 h 190242"/>
                <a:gd name="connsiteX26" fmla="*/ 175084 w 217272"/>
                <a:gd name="connsiteY26" fmla="*/ 137894 h 190242"/>
                <a:gd name="connsiteX27" fmla="*/ 175084 w 217272"/>
                <a:gd name="connsiteY27" fmla="*/ 138532 h 190242"/>
                <a:gd name="connsiteX28" fmla="*/ 168695 w 217272"/>
                <a:gd name="connsiteY28" fmla="*/ 178113 h 190242"/>
                <a:gd name="connsiteX29" fmla="*/ 149525 w 217272"/>
                <a:gd name="connsiteY29" fmla="*/ 178113 h 190242"/>
                <a:gd name="connsiteX30" fmla="*/ 143135 w 217272"/>
                <a:gd name="connsiteY30" fmla="*/ 153216 h 190242"/>
                <a:gd name="connsiteX31" fmla="*/ 135467 w 217272"/>
                <a:gd name="connsiteY31" fmla="*/ 148747 h 190242"/>
                <a:gd name="connsiteX32" fmla="*/ 130994 w 217272"/>
                <a:gd name="connsiteY32" fmla="*/ 156408 h 190242"/>
                <a:gd name="connsiteX33" fmla="*/ 136745 w 217272"/>
                <a:gd name="connsiteY33" fmla="*/ 178113 h 190242"/>
                <a:gd name="connsiteX34" fmla="*/ 40896 w 217272"/>
                <a:gd name="connsiteY34" fmla="*/ 178113 h 190242"/>
                <a:gd name="connsiteX35" fmla="*/ 14058 w 217272"/>
                <a:gd name="connsiteY35" fmla="*/ 151300 h 190242"/>
                <a:gd name="connsiteX36" fmla="*/ 40896 w 217272"/>
                <a:gd name="connsiteY36" fmla="*/ 124488 h 190242"/>
                <a:gd name="connsiteX37" fmla="*/ 67734 w 217272"/>
                <a:gd name="connsiteY37" fmla="*/ 151300 h 190242"/>
                <a:gd name="connsiteX38" fmla="*/ 74124 w 217272"/>
                <a:gd name="connsiteY38" fmla="*/ 157684 h 190242"/>
                <a:gd name="connsiteX39" fmla="*/ 80513 w 217272"/>
                <a:gd name="connsiteY39" fmla="*/ 151300 h 190242"/>
                <a:gd name="connsiteX40" fmla="*/ 40896 w 217272"/>
                <a:gd name="connsiteY40" fmla="*/ 111720 h 190242"/>
                <a:gd name="connsiteX41" fmla="*/ 16614 w 217272"/>
                <a:gd name="connsiteY41" fmla="*/ 120019 h 190242"/>
                <a:gd name="connsiteX42" fmla="*/ 46646 w 217272"/>
                <a:gd name="connsiteY42" fmla="*/ 74692 h 190242"/>
                <a:gd name="connsiteX43" fmla="*/ 124604 w 217272"/>
                <a:gd name="connsiteY43" fmla="*/ 98952 h 190242"/>
                <a:gd name="connsiteX44" fmla="*/ 128438 w 217272"/>
                <a:gd name="connsiteY44" fmla="*/ 102144 h 190242"/>
                <a:gd name="connsiteX45" fmla="*/ 133550 w 217272"/>
                <a:gd name="connsiteY45" fmla="*/ 101505 h 190242"/>
                <a:gd name="connsiteX46" fmla="*/ 155915 w 217272"/>
                <a:gd name="connsiteY46" fmla="*/ 86822 h 190242"/>
                <a:gd name="connsiteX47" fmla="*/ 157832 w 217272"/>
                <a:gd name="connsiteY47" fmla="*/ 78523 h 190242"/>
                <a:gd name="connsiteX48" fmla="*/ 120131 w 217272"/>
                <a:gd name="connsiteY48" fmla="*/ 15960 h 190242"/>
                <a:gd name="connsiteX49" fmla="*/ 147608 w 217272"/>
                <a:gd name="connsiteY49" fmla="*/ 26813 h 190242"/>
                <a:gd name="connsiteX50" fmla="*/ 168055 w 217272"/>
                <a:gd name="connsiteY50" fmla="*/ 75969 h 190242"/>
                <a:gd name="connsiteX51" fmla="*/ 168055 w 217272"/>
                <a:gd name="connsiteY51" fmla="*/ 76608 h 190242"/>
                <a:gd name="connsiteX52" fmla="*/ 168695 w 217272"/>
                <a:gd name="connsiteY52" fmla="*/ 77884 h 190242"/>
                <a:gd name="connsiteX53" fmla="*/ 169333 w 217272"/>
                <a:gd name="connsiteY53" fmla="*/ 79161 h 190242"/>
                <a:gd name="connsiteX54" fmla="*/ 169973 w 217272"/>
                <a:gd name="connsiteY54" fmla="*/ 79800 h 190242"/>
                <a:gd name="connsiteX55" fmla="*/ 171250 w 217272"/>
                <a:gd name="connsiteY55" fmla="*/ 80438 h 190242"/>
                <a:gd name="connsiteX56" fmla="*/ 172528 w 217272"/>
                <a:gd name="connsiteY56" fmla="*/ 81076 h 190242"/>
                <a:gd name="connsiteX57" fmla="*/ 173806 w 217272"/>
                <a:gd name="connsiteY57" fmla="*/ 81076 h 190242"/>
                <a:gd name="connsiteX58" fmla="*/ 174445 w 217272"/>
                <a:gd name="connsiteY58" fmla="*/ 81076 h 190242"/>
                <a:gd name="connsiteX59" fmla="*/ 205117 w 217272"/>
                <a:gd name="connsiteY59" fmla="*/ 111720 h 190242"/>
                <a:gd name="connsiteX60" fmla="*/ 181474 w 217272"/>
                <a:gd name="connsiteY60" fmla="*/ 133425 h 19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17272" h="190242">
                  <a:moveTo>
                    <a:pt x="178918" y="67032"/>
                  </a:moveTo>
                  <a:cubicBezTo>
                    <a:pt x="175723" y="55541"/>
                    <a:pt x="166778" y="27451"/>
                    <a:pt x="155915" y="16598"/>
                  </a:cubicBezTo>
                  <a:cubicBezTo>
                    <a:pt x="142496" y="3192"/>
                    <a:pt x="110546" y="0"/>
                    <a:pt x="107351" y="0"/>
                  </a:cubicBezTo>
                  <a:cubicBezTo>
                    <a:pt x="104795" y="0"/>
                    <a:pt x="102878" y="638"/>
                    <a:pt x="101600" y="3192"/>
                  </a:cubicBezTo>
                  <a:cubicBezTo>
                    <a:pt x="100322" y="5746"/>
                    <a:pt x="100322" y="7661"/>
                    <a:pt x="101600" y="9576"/>
                  </a:cubicBezTo>
                  <a:lnTo>
                    <a:pt x="143135" y="78523"/>
                  </a:lnTo>
                  <a:lnTo>
                    <a:pt x="131633" y="86184"/>
                  </a:lnTo>
                  <a:cubicBezTo>
                    <a:pt x="113741" y="59371"/>
                    <a:pt x="71567" y="47880"/>
                    <a:pt x="40257" y="62563"/>
                  </a:cubicBezTo>
                  <a:cubicBezTo>
                    <a:pt x="13419" y="75331"/>
                    <a:pt x="-1278" y="104697"/>
                    <a:pt x="3834" y="133425"/>
                  </a:cubicBezTo>
                  <a:lnTo>
                    <a:pt x="3834" y="134064"/>
                  </a:lnTo>
                  <a:cubicBezTo>
                    <a:pt x="1278" y="139171"/>
                    <a:pt x="0" y="144916"/>
                    <a:pt x="0" y="150662"/>
                  </a:cubicBezTo>
                  <a:cubicBezTo>
                    <a:pt x="0" y="172368"/>
                    <a:pt x="17892" y="190243"/>
                    <a:pt x="39618" y="190243"/>
                  </a:cubicBezTo>
                  <a:lnTo>
                    <a:pt x="188503" y="190243"/>
                  </a:lnTo>
                  <a:cubicBezTo>
                    <a:pt x="192337" y="190243"/>
                    <a:pt x="194893" y="187689"/>
                    <a:pt x="194893" y="183859"/>
                  </a:cubicBezTo>
                  <a:cubicBezTo>
                    <a:pt x="194893" y="180028"/>
                    <a:pt x="192337" y="177475"/>
                    <a:pt x="188503" y="177475"/>
                  </a:cubicBezTo>
                  <a:lnTo>
                    <a:pt x="181474" y="177475"/>
                  </a:lnTo>
                  <a:lnTo>
                    <a:pt x="186586" y="144916"/>
                  </a:lnTo>
                  <a:cubicBezTo>
                    <a:pt x="203839" y="142363"/>
                    <a:pt x="217258" y="127041"/>
                    <a:pt x="217258" y="109166"/>
                  </a:cubicBezTo>
                  <a:cubicBezTo>
                    <a:pt x="217897" y="91929"/>
                    <a:pt x="198088" y="70862"/>
                    <a:pt x="178918" y="67032"/>
                  </a:cubicBezTo>
                  <a:close/>
                  <a:moveTo>
                    <a:pt x="181474" y="133425"/>
                  </a:moveTo>
                  <a:lnTo>
                    <a:pt x="181474" y="133425"/>
                  </a:lnTo>
                  <a:cubicBezTo>
                    <a:pt x="180196" y="133425"/>
                    <a:pt x="180196" y="133425"/>
                    <a:pt x="179557" y="133425"/>
                  </a:cubicBezTo>
                  <a:cubicBezTo>
                    <a:pt x="178918" y="133425"/>
                    <a:pt x="178918" y="133425"/>
                    <a:pt x="178279" y="134064"/>
                  </a:cubicBezTo>
                  <a:cubicBezTo>
                    <a:pt x="177640" y="134064"/>
                    <a:pt x="177640" y="134702"/>
                    <a:pt x="177001" y="134702"/>
                  </a:cubicBezTo>
                  <a:lnTo>
                    <a:pt x="176363" y="135340"/>
                  </a:lnTo>
                  <a:cubicBezTo>
                    <a:pt x="176363" y="135979"/>
                    <a:pt x="175723" y="135979"/>
                    <a:pt x="175723" y="136617"/>
                  </a:cubicBezTo>
                  <a:cubicBezTo>
                    <a:pt x="175723" y="137256"/>
                    <a:pt x="175084" y="137256"/>
                    <a:pt x="175084" y="137894"/>
                  </a:cubicBezTo>
                  <a:lnTo>
                    <a:pt x="175084" y="138532"/>
                  </a:lnTo>
                  <a:lnTo>
                    <a:pt x="168695" y="178113"/>
                  </a:lnTo>
                  <a:lnTo>
                    <a:pt x="149525" y="178113"/>
                  </a:lnTo>
                  <a:lnTo>
                    <a:pt x="143135" y="153216"/>
                  </a:lnTo>
                  <a:cubicBezTo>
                    <a:pt x="142496" y="150024"/>
                    <a:pt x="138662" y="147470"/>
                    <a:pt x="135467" y="148747"/>
                  </a:cubicBezTo>
                  <a:cubicBezTo>
                    <a:pt x="132272" y="149385"/>
                    <a:pt x="129716" y="153216"/>
                    <a:pt x="130994" y="156408"/>
                  </a:cubicBezTo>
                  <a:lnTo>
                    <a:pt x="136745" y="178113"/>
                  </a:lnTo>
                  <a:lnTo>
                    <a:pt x="40896" y="178113"/>
                  </a:lnTo>
                  <a:cubicBezTo>
                    <a:pt x="26199" y="178113"/>
                    <a:pt x="14058" y="165984"/>
                    <a:pt x="14058" y="151300"/>
                  </a:cubicBezTo>
                  <a:cubicBezTo>
                    <a:pt x="14058" y="136617"/>
                    <a:pt x="26199" y="124488"/>
                    <a:pt x="40896" y="124488"/>
                  </a:cubicBezTo>
                  <a:cubicBezTo>
                    <a:pt x="55593" y="124488"/>
                    <a:pt x="67734" y="136617"/>
                    <a:pt x="67734" y="151300"/>
                  </a:cubicBezTo>
                  <a:cubicBezTo>
                    <a:pt x="67734" y="155131"/>
                    <a:pt x="70289" y="157684"/>
                    <a:pt x="74124" y="157684"/>
                  </a:cubicBezTo>
                  <a:cubicBezTo>
                    <a:pt x="77957" y="157684"/>
                    <a:pt x="80513" y="155131"/>
                    <a:pt x="80513" y="151300"/>
                  </a:cubicBezTo>
                  <a:cubicBezTo>
                    <a:pt x="80513" y="129595"/>
                    <a:pt x="62621" y="111720"/>
                    <a:pt x="40896" y="111720"/>
                  </a:cubicBezTo>
                  <a:cubicBezTo>
                    <a:pt x="31950" y="111720"/>
                    <a:pt x="23004" y="114912"/>
                    <a:pt x="16614" y="120019"/>
                  </a:cubicBezTo>
                  <a:cubicBezTo>
                    <a:pt x="17253" y="100867"/>
                    <a:pt x="28755" y="82992"/>
                    <a:pt x="46646" y="74692"/>
                  </a:cubicBezTo>
                  <a:cubicBezTo>
                    <a:pt x="74124" y="61925"/>
                    <a:pt x="112463" y="73416"/>
                    <a:pt x="124604" y="98952"/>
                  </a:cubicBezTo>
                  <a:cubicBezTo>
                    <a:pt x="125243" y="100867"/>
                    <a:pt x="127160" y="102144"/>
                    <a:pt x="128438" y="102144"/>
                  </a:cubicBezTo>
                  <a:cubicBezTo>
                    <a:pt x="130355" y="102782"/>
                    <a:pt x="132272" y="102144"/>
                    <a:pt x="133550" y="101505"/>
                  </a:cubicBezTo>
                  <a:lnTo>
                    <a:pt x="155915" y="86822"/>
                  </a:lnTo>
                  <a:cubicBezTo>
                    <a:pt x="158470" y="84907"/>
                    <a:pt x="159748" y="81076"/>
                    <a:pt x="157832" y="78523"/>
                  </a:cubicBezTo>
                  <a:lnTo>
                    <a:pt x="120131" y="15960"/>
                  </a:lnTo>
                  <a:cubicBezTo>
                    <a:pt x="130355" y="17875"/>
                    <a:pt x="142496" y="21706"/>
                    <a:pt x="147608" y="26813"/>
                  </a:cubicBezTo>
                  <a:cubicBezTo>
                    <a:pt x="156553" y="35750"/>
                    <a:pt x="165500" y="65117"/>
                    <a:pt x="168055" y="75969"/>
                  </a:cubicBezTo>
                  <a:cubicBezTo>
                    <a:pt x="168055" y="75969"/>
                    <a:pt x="168055" y="75969"/>
                    <a:pt x="168055" y="76608"/>
                  </a:cubicBezTo>
                  <a:cubicBezTo>
                    <a:pt x="168055" y="77246"/>
                    <a:pt x="168695" y="77246"/>
                    <a:pt x="168695" y="77884"/>
                  </a:cubicBezTo>
                  <a:cubicBezTo>
                    <a:pt x="168695" y="78523"/>
                    <a:pt x="169333" y="78523"/>
                    <a:pt x="169333" y="79161"/>
                  </a:cubicBezTo>
                  <a:lnTo>
                    <a:pt x="169973" y="79800"/>
                  </a:lnTo>
                  <a:cubicBezTo>
                    <a:pt x="170611" y="79800"/>
                    <a:pt x="170611" y="80438"/>
                    <a:pt x="171250" y="80438"/>
                  </a:cubicBezTo>
                  <a:cubicBezTo>
                    <a:pt x="171889" y="80438"/>
                    <a:pt x="171889" y="80438"/>
                    <a:pt x="172528" y="81076"/>
                  </a:cubicBezTo>
                  <a:cubicBezTo>
                    <a:pt x="173168" y="81076"/>
                    <a:pt x="173168" y="81076"/>
                    <a:pt x="173806" y="81076"/>
                  </a:cubicBezTo>
                  <a:cubicBezTo>
                    <a:pt x="173806" y="81076"/>
                    <a:pt x="173806" y="81076"/>
                    <a:pt x="174445" y="81076"/>
                  </a:cubicBezTo>
                  <a:cubicBezTo>
                    <a:pt x="187225" y="81076"/>
                    <a:pt x="205117" y="98952"/>
                    <a:pt x="205117" y="111720"/>
                  </a:cubicBezTo>
                  <a:cubicBezTo>
                    <a:pt x="205117" y="123211"/>
                    <a:pt x="194254" y="133425"/>
                    <a:pt x="181474" y="133425"/>
                  </a:cubicBezTo>
                  <a:close/>
                </a:path>
              </a:pathLst>
            </a:custGeom>
            <a:solidFill>
              <a:srgbClr val="046A38"/>
            </a:solidFill>
            <a:ln w="6390" cap="flat">
              <a:noFill/>
              <a:prstDash val="solid"/>
              <a:miter/>
            </a:ln>
          </p:spPr>
          <p:txBody>
            <a:bodyPr rtlCol="0" anchor="ctr"/>
            <a:lstStyle/>
            <a:p>
              <a:endParaRPr lang="en-US"/>
            </a:p>
          </p:txBody>
        </p:sp>
      </p:grpSp>
      <p:grpSp>
        <p:nvGrpSpPr>
          <p:cNvPr id="479" name="Graphic 6">
            <a:extLst>
              <a:ext uri="{FF2B5EF4-FFF2-40B4-BE49-F238E27FC236}">
                <a16:creationId xmlns:a16="http://schemas.microsoft.com/office/drawing/2014/main" id="{A98FAFC2-24A4-B44F-A1BF-558D85C4CCA8}"/>
              </a:ext>
            </a:extLst>
          </p:cNvPr>
          <p:cNvGrpSpPr/>
          <p:nvPr/>
        </p:nvGrpSpPr>
        <p:grpSpPr>
          <a:xfrm>
            <a:off x="9886510" y="2373088"/>
            <a:ext cx="362309" cy="361971"/>
            <a:chOff x="9886510" y="2373088"/>
            <a:chExt cx="362309" cy="361971"/>
          </a:xfrm>
          <a:solidFill>
            <a:srgbClr val="43B02A"/>
          </a:solidFill>
        </p:grpSpPr>
        <p:sp>
          <p:nvSpPr>
            <p:cNvPr id="480" name="Graphic 6">
              <a:extLst>
                <a:ext uri="{FF2B5EF4-FFF2-40B4-BE49-F238E27FC236}">
                  <a16:creationId xmlns:a16="http://schemas.microsoft.com/office/drawing/2014/main" id="{E2BE9DA4-43F4-3D47-99CB-1A1167FE4AC8}"/>
                </a:ext>
              </a:extLst>
            </p:cNvPr>
            <p:cNvSpPr/>
            <p:nvPr/>
          </p:nvSpPr>
          <p:spPr>
            <a:xfrm>
              <a:off x="9886510" y="2373088"/>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181474 w 362309"/>
                <a:gd name="connsiteY4" fmla="*/ 0 h 361971"/>
                <a:gd name="connsiteX5" fmla="*/ 181474 w 362309"/>
                <a:gd name="connsiteY5" fmla="*/ 349204 h 361971"/>
                <a:gd name="connsiteX6" fmla="*/ 13419 w 362309"/>
                <a:gd name="connsiteY6" fmla="*/ 180667 h 361971"/>
                <a:gd name="connsiteX7" fmla="*/ 182113 w 362309"/>
                <a:gd name="connsiteY7" fmla="*/ 12768 h 361971"/>
                <a:gd name="connsiteX8" fmla="*/ 350169 w 362309"/>
                <a:gd name="connsiteY8" fmla="*/ 181305 h 361971"/>
                <a:gd name="connsiteX9" fmla="*/ 181474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3" y="0"/>
                    <a:pt x="0" y="81076"/>
                    <a:pt x="0" y="180667"/>
                  </a:cubicBezTo>
                  <a:cubicBezTo>
                    <a:pt x="0" y="280257"/>
                    <a:pt x="81153" y="361972"/>
                    <a:pt x="180836" y="361972"/>
                  </a:cubicBezTo>
                  <a:cubicBezTo>
                    <a:pt x="281157" y="361972"/>
                    <a:pt x="362310" y="280895"/>
                    <a:pt x="362310" y="181305"/>
                  </a:cubicBezTo>
                  <a:cubicBezTo>
                    <a:pt x="362310" y="81715"/>
                    <a:pt x="281797" y="0"/>
                    <a:pt x="181474" y="0"/>
                  </a:cubicBezTo>
                  <a:close/>
                  <a:moveTo>
                    <a:pt x="181474" y="349204"/>
                  </a:moveTo>
                  <a:cubicBezTo>
                    <a:pt x="88820" y="349204"/>
                    <a:pt x="13419" y="273873"/>
                    <a:pt x="13419" y="180667"/>
                  </a:cubicBezTo>
                  <a:cubicBezTo>
                    <a:pt x="13419" y="88099"/>
                    <a:pt x="88820" y="12768"/>
                    <a:pt x="182113" y="12768"/>
                  </a:cubicBezTo>
                  <a:cubicBezTo>
                    <a:pt x="274767" y="12768"/>
                    <a:pt x="350169" y="88099"/>
                    <a:pt x="350169" y="181305"/>
                  </a:cubicBezTo>
                  <a:cubicBezTo>
                    <a:pt x="349530" y="273873"/>
                    <a:pt x="274128" y="349204"/>
                    <a:pt x="181474" y="349204"/>
                  </a:cubicBezTo>
                  <a:close/>
                </a:path>
              </a:pathLst>
            </a:custGeom>
            <a:solidFill>
              <a:srgbClr val="43B02A"/>
            </a:solidFill>
            <a:ln w="6390" cap="flat">
              <a:noFill/>
              <a:prstDash val="solid"/>
              <a:miter/>
            </a:ln>
          </p:spPr>
          <p:txBody>
            <a:bodyPr rtlCol="0" anchor="ctr"/>
            <a:lstStyle/>
            <a:p>
              <a:endParaRPr lang="en-US"/>
            </a:p>
          </p:txBody>
        </p:sp>
        <p:sp>
          <p:nvSpPr>
            <p:cNvPr id="481" name="Graphic 6">
              <a:extLst>
                <a:ext uri="{FF2B5EF4-FFF2-40B4-BE49-F238E27FC236}">
                  <a16:creationId xmlns:a16="http://schemas.microsoft.com/office/drawing/2014/main" id="{439D41B2-7646-8F4E-934D-C97C66CE3D2F}"/>
                </a:ext>
              </a:extLst>
            </p:cNvPr>
            <p:cNvSpPr/>
            <p:nvPr/>
          </p:nvSpPr>
          <p:spPr>
            <a:xfrm>
              <a:off x="9959994" y="2442674"/>
              <a:ext cx="215341" cy="128318"/>
            </a:xfrm>
            <a:custGeom>
              <a:avLst/>
              <a:gdLst>
                <a:gd name="connsiteX0" fmla="*/ 180197 w 215341"/>
                <a:gd name="connsiteY0" fmla="*/ 58094 h 128318"/>
                <a:gd name="connsiteX1" fmla="*/ 176363 w 215341"/>
                <a:gd name="connsiteY1" fmla="*/ 58094 h 128318"/>
                <a:gd name="connsiteX2" fmla="*/ 176363 w 215341"/>
                <a:gd name="connsiteY2" fmla="*/ 57456 h 128318"/>
                <a:gd name="connsiteX3" fmla="*/ 118853 w 215341"/>
                <a:gd name="connsiteY3" fmla="*/ 0 h 128318"/>
                <a:gd name="connsiteX4" fmla="*/ 63899 w 215341"/>
                <a:gd name="connsiteY4" fmla="*/ 37665 h 128318"/>
                <a:gd name="connsiteX5" fmla="*/ 47286 w 215341"/>
                <a:gd name="connsiteY5" fmla="*/ 33835 h 128318"/>
                <a:gd name="connsiteX6" fmla="*/ 0 w 215341"/>
                <a:gd name="connsiteY6" fmla="*/ 81077 h 128318"/>
                <a:gd name="connsiteX7" fmla="*/ 47286 w 215341"/>
                <a:gd name="connsiteY7" fmla="*/ 128318 h 128318"/>
                <a:gd name="connsiteX8" fmla="*/ 180197 w 215341"/>
                <a:gd name="connsiteY8" fmla="*/ 128318 h 128318"/>
                <a:gd name="connsiteX9" fmla="*/ 215341 w 215341"/>
                <a:gd name="connsiteY9" fmla="*/ 93206 h 128318"/>
                <a:gd name="connsiteX10" fmla="*/ 180197 w 215341"/>
                <a:gd name="connsiteY10" fmla="*/ 58094 h 128318"/>
                <a:gd name="connsiteX11" fmla="*/ 180197 w 215341"/>
                <a:gd name="connsiteY11" fmla="*/ 116189 h 128318"/>
                <a:gd name="connsiteX12" fmla="*/ 47286 w 215341"/>
                <a:gd name="connsiteY12" fmla="*/ 116189 h 128318"/>
                <a:gd name="connsiteX13" fmla="*/ 12780 w 215341"/>
                <a:gd name="connsiteY13" fmla="*/ 81715 h 128318"/>
                <a:gd name="connsiteX14" fmla="*/ 47286 w 215341"/>
                <a:gd name="connsiteY14" fmla="*/ 47241 h 128318"/>
                <a:gd name="connsiteX15" fmla="*/ 63899 w 215341"/>
                <a:gd name="connsiteY15" fmla="*/ 52987 h 128318"/>
                <a:gd name="connsiteX16" fmla="*/ 65178 w 215341"/>
                <a:gd name="connsiteY16" fmla="*/ 53625 h 128318"/>
                <a:gd name="connsiteX17" fmla="*/ 66456 w 215341"/>
                <a:gd name="connsiteY17" fmla="*/ 54264 h 128318"/>
                <a:gd name="connsiteX18" fmla="*/ 66456 w 215341"/>
                <a:gd name="connsiteY18" fmla="*/ 54264 h 128318"/>
                <a:gd name="connsiteX19" fmla="*/ 71568 w 215341"/>
                <a:gd name="connsiteY19" fmla="*/ 52987 h 128318"/>
                <a:gd name="connsiteX20" fmla="*/ 72845 w 215341"/>
                <a:gd name="connsiteY20" fmla="*/ 51710 h 128318"/>
                <a:gd name="connsiteX21" fmla="*/ 72845 w 215341"/>
                <a:gd name="connsiteY21" fmla="*/ 51710 h 128318"/>
                <a:gd name="connsiteX22" fmla="*/ 73484 w 215341"/>
                <a:gd name="connsiteY22" fmla="*/ 50433 h 128318"/>
                <a:gd name="connsiteX23" fmla="*/ 74124 w 215341"/>
                <a:gd name="connsiteY23" fmla="*/ 49157 h 128318"/>
                <a:gd name="connsiteX24" fmla="*/ 118853 w 215341"/>
                <a:gd name="connsiteY24" fmla="*/ 13406 h 128318"/>
                <a:gd name="connsiteX25" fmla="*/ 163583 w 215341"/>
                <a:gd name="connsiteY25" fmla="*/ 58094 h 128318"/>
                <a:gd name="connsiteX26" fmla="*/ 162943 w 215341"/>
                <a:gd name="connsiteY26" fmla="*/ 63840 h 128318"/>
                <a:gd name="connsiteX27" fmla="*/ 162305 w 215341"/>
                <a:gd name="connsiteY27" fmla="*/ 67032 h 128318"/>
                <a:gd name="connsiteX28" fmla="*/ 167417 w 215341"/>
                <a:gd name="connsiteY28" fmla="*/ 74693 h 128318"/>
                <a:gd name="connsiteX29" fmla="*/ 168695 w 215341"/>
                <a:gd name="connsiteY29" fmla="*/ 74693 h 128318"/>
                <a:gd name="connsiteX30" fmla="*/ 173807 w 215341"/>
                <a:gd name="connsiteY30" fmla="*/ 72139 h 128318"/>
                <a:gd name="connsiteX31" fmla="*/ 174446 w 215341"/>
                <a:gd name="connsiteY31" fmla="*/ 72139 h 128318"/>
                <a:gd name="connsiteX32" fmla="*/ 180197 w 215341"/>
                <a:gd name="connsiteY32" fmla="*/ 71501 h 128318"/>
                <a:gd name="connsiteX33" fmla="*/ 202561 w 215341"/>
                <a:gd name="connsiteY33" fmla="*/ 93845 h 128318"/>
                <a:gd name="connsiteX34" fmla="*/ 180197 w 215341"/>
                <a:gd name="connsiteY34" fmla="*/ 116189 h 128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15341" h="128318">
                  <a:moveTo>
                    <a:pt x="180197" y="58094"/>
                  </a:moveTo>
                  <a:cubicBezTo>
                    <a:pt x="178918" y="58094"/>
                    <a:pt x="177641" y="58094"/>
                    <a:pt x="176363" y="58094"/>
                  </a:cubicBezTo>
                  <a:lnTo>
                    <a:pt x="176363" y="57456"/>
                  </a:lnTo>
                  <a:cubicBezTo>
                    <a:pt x="176363" y="25536"/>
                    <a:pt x="150803" y="0"/>
                    <a:pt x="118853" y="0"/>
                  </a:cubicBezTo>
                  <a:cubicBezTo>
                    <a:pt x="93933" y="0"/>
                    <a:pt x="72207" y="15322"/>
                    <a:pt x="63899" y="37665"/>
                  </a:cubicBezTo>
                  <a:cubicBezTo>
                    <a:pt x="59427" y="35112"/>
                    <a:pt x="53676" y="33835"/>
                    <a:pt x="47286" y="33835"/>
                  </a:cubicBezTo>
                  <a:cubicBezTo>
                    <a:pt x="21087" y="33835"/>
                    <a:pt x="0" y="54902"/>
                    <a:pt x="0" y="81077"/>
                  </a:cubicBezTo>
                  <a:cubicBezTo>
                    <a:pt x="0" y="107251"/>
                    <a:pt x="21087" y="128318"/>
                    <a:pt x="47286" y="128318"/>
                  </a:cubicBezTo>
                  <a:lnTo>
                    <a:pt x="180197" y="128318"/>
                  </a:lnTo>
                  <a:cubicBezTo>
                    <a:pt x="199367" y="128318"/>
                    <a:pt x="215341" y="112358"/>
                    <a:pt x="215341" y="93206"/>
                  </a:cubicBezTo>
                  <a:cubicBezTo>
                    <a:pt x="215341" y="74054"/>
                    <a:pt x="200005" y="58094"/>
                    <a:pt x="180197" y="58094"/>
                  </a:cubicBezTo>
                  <a:close/>
                  <a:moveTo>
                    <a:pt x="180197" y="116189"/>
                  </a:moveTo>
                  <a:lnTo>
                    <a:pt x="47286" y="116189"/>
                  </a:lnTo>
                  <a:cubicBezTo>
                    <a:pt x="28116" y="116189"/>
                    <a:pt x="12780" y="100867"/>
                    <a:pt x="12780" y="81715"/>
                  </a:cubicBezTo>
                  <a:cubicBezTo>
                    <a:pt x="12780" y="62563"/>
                    <a:pt x="28116" y="47241"/>
                    <a:pt x="47286" y="47241"/>
                  </a:cubicBezTo>
                  <a:cubicBezTo>
                    <a:pt x="54314" y="47241"/>
                    <a:pt x="58788" y="49157"/>
                    <a:pt x="63899" y="52987"/>
                  </a:cubicBezTo>
                  <a:cubicBezTo>
                    <a:pt x="64539" y="52987"/>
                    <a:pt x="64539" y="52987"/>
                    <a:pt x="65178" y="53625"/>
                  </a:cubicBezTo>
                  <a:cubicBezTo>
                    <a:pt x="65817" y="53625"/>
                    <a:pt x="65817" y="54264"/>
                    <a:pt x="66456" y="54264"/>
                  </a:cubicBezTo>
                  <a:lnTo>
                    <a:pt x="66456" y="54264"/>
                  </a:lnTo>
                  <a:cubicBezTo>
                    <a:pt x="68373" y="54902"/>
                    <a:pt x="70289" y="54264"/>
                    <a:pt x="71568" y="52987"/>
                  </a:cubicBezTo>
                  <a:cubicBezTo>
                    <a:pt x="72207" y="52349"/>
                    <a:pt x="72207" y="52349"/>
                    <a:pt x="72845" y="51710"/>
                  </a:cubicBezTo>
                  <a:lnTo>
                    <a:pt x="72845" y="51710"/>
                  </a:lnTo>
                  <a:cubicBezTo>
                    <a:pt x="72845" y="51072"/>
                    <a:pt x="72845" y="51072"/>
                    <a:pt x="73484" y="50433"/>
                  </a:cubicBezTo>
                  <a:cubicBezTo>
                    <a:pt x="73484" y="49795"/>
                    <a:pt x="74124" y="49795"/>
                    <a:pt x="74124" y="49157"/>
                  </a:cubicBezTo>
                  <a:cubicBezTo>
                    <a:pt x="77958" y="28728"/>
                    <a:pt x="97766" y="13406"/>
                    <a:pt x="118853" y="13406"/>
                  </a:cubicBezTo>
                  <a:cubicBezTo>
                    <a:pt x="143774" y="13406"/>
                    <a:pt x="163583" y="33197"/>
                    <a:pt x="163583" y="58094"/>
                  </a:cubicBezTo>
                  <a:cubicBezTo>
                    <a:pt x="163583" y="60009"/>
                    <a:pt x="163583" y="61925"/>
                    <a:pt x="162943" y="63840"/>
                  </a:cubicBezTo>
                  <a:cubicBezTo>
                    <a:pt x="162943" y="65117"/>
                    <a:pt x="162943" y="65755"/>
                    <a:pt x="162305" y="67032"/>
                  </a:cubicBezTo>
                  <a:cubicBezTo>
                    <a:pt x="161666" y="70224"/>
                    <a:pt x="163583" y="74054"/>
                    <a:pt x="167417" y="74693"/>
                  </a:cubicBezTo>
                  <a:cubicBezTo>
                    <a:pt x="168056" y="74693"/>
                    <a:pt x="168056" y="74693"/>
                    <a:pt x="168695" y="74693"/>
                  </a:cubicBezTo>
                  <a:cubicBezTo>
                    <a:pt x="170612" y="74693"/>
                    <a:pt x="172528" y="73416"/>
                    <a:pt x="173807" y="72139"/>
                  </a:cubicBezTo>
                  <a:cubicBezTo>
                    <a:pt x="173807" y="72139"/>
                    <a:pt x="173807" y="72139"/>
                    <a:pt x="174446" y="72139"/>
                  </a:cubicBezTo>
                  <a:cubicBezTo>
                    <a:pt x="176363" y="71501"/>
                    <a:pt x="178279" y="71501"/>
                    <a:pt x="180197" y="71501"/>
                  </a:cubicBezTo>
                  <a:cubicBezTo>
                    <a:pt x="192338" y="71501"/>
                    <a:pt x="202561" y="81715"/>
                    <a:pt x="202561" y="93845"/>
                  </a:cubicBezTo>
                  <a:cubicBezTo>
                    <a:pt x="202561" y="105974"/>
                    <a:pt x="192977" y="116189"/>
                    <a:pt x="180197" y="116189"/>
                  </a:cubicBezTo>
                  <a:close/>
                </a:path>
              </a:pathLst>
            </a:custGeom>
            <a:solidFill>
              <a:srgbClr val="43B02A"/>
            </a:solidFill>
            <a:ln w="6390" cap="flat">
              <a:noFill/>
              <a:prstDash val="solid"/>
              <a:miter/>
            </a:ln>
          </p:spPr>
          <p:txBody>
            <a:bodyPr rtlCol="0" anchor="ctr"/>
            <a:lstStyle/>
            <a:p>
              <a:endParaRPr lang="en-US"/>
            </a:p>
          </p:txBody>
        </p:sp>
        <p:sp>
          <p:nvSpPr>
            <p:cNvPr id="482" name="Graphic 6">
              <a:extLst>
                <a:ext uri="{FF2B5EF4-FFF2-40B4-BE49-F238E27FC236}">
                  <a16:creationId xmlns:a16="http://schemas.microsoft.com/office/drawing/2014/main" id="{EB5CA89E-41AB-E24B-9681-DD8A387532CA}"/>
                </a:ext>
              </a:extLst>
            </p:cNvPr>
            <p:cNvSpPr/>
            <p:nvPr/>
          </p:nvSpPr>
          <p:spPr>
            <a:xfrm>
              <a:off x="10047914" y="2623979"/>
              <a:ext cx="38862" cy="42134"/>
            </a:xfrm>
            <a:custGeom>
              <a:avLst/>
              <a:gdLst>
                <a:gd name="connsiteX0" fmla="*/ 37962 w 38862"/>
                <a:gd name="connsiteY0" fmla="*/ 10214 h 42134"/>
                <a:gd name="connsiteX1" fmla="*/ 29016 w 38862"/>
                <a:gd name="connsiteY1" fmla="*/ 7661 h 42134"/>
                <a:gd name="connsiteX2" fmla="*/ 25821 w 38862"/>
                <a:gd name="connsiteY2" fmla="*/ 9576 h 42134"/>
                <a:gd name="connsiteX3" fmla="*/ 25821 w 38862"/>
                <a:gd name="connsiteY3" fmla="*/ 6384 h 42134"/>
                <a:gd name="connsiteX4" fmla="*/ 19431 w 38862"/>
                <a:gd name="connsiteY4" fmla="*/ 0 h 42134"/>
                <a:gd name="connsiteX5" fmla="*/ 13041 w 38862"/>
                <a:gd name="connsiteY5" fmla="*/ 6384 h 42134"/>
                <a:gd name="connsiteX6" fmla="*/ 13041 w 38862"/>
                <a:gd name="connsiteY6" fmla="*/ 9576 h 42134"/>
                <a:gd name="connsiteX7" fmla="*/ 9847 w 38862"/>
                <a:gd name="connsiteY7" fmla="*/ 7661 h 42134"/>
                <a:gd name="connsiteX8" fmla="*/ 900 w 38862"/>
                <a:gd name="connsiteY8" fmla="*/ 10214 h 42134"/>
                <a:gd name="connsiteX9" fmla="*/ 3457 w 38862"/>
                <a:gd name="connsiteY9" fmla="*/ 19152 h 42134"/>
                <a:gd name="connsiteX10" fmla="*/ 6652 w 38862"/>
                <a:gd name="connsiteY10" fmla="*/ 21067 h 42134"/>
                <a:gd name="connsiteX11" fmla="*/ 3457 w 38862"/>
                <a:gd name="connsiteY11" fmla="*/ 22982 h 42134"/>
                <a:gd name="connsiteX12" fmla="*/ 900 w 38862"/>
                <a:gd name="connsiteY12" fmla="*/ 31920 h 42134"/>
                <a:gd name="connsiteX13" fmla="*/ 6652 w 38862"/>
                <a:gd name="connsiteY13" fmla="*/ 35112 h 42134"/>
                <a:gd name="connsiteX14" fmla="*/ 9847 w 38862"/>
                <a:gd name="connsiteY14" fmla="*/ 34473 h 42134"/>
                <a:gd name="connsiteX15" fmla="*/ 13041 w 38862"/>
                <a:gd name="connsiteY15" fmla="*/ 32558 h 42134"/>
                <a:gd name="connsiteX16" fmla="*/ 13041 w 38862"/>
                <a:gd name="connsiteY16" fmla="*/ 35750 h 42134"/>
                <a:gd name="connsiteX17" fmla="*/ 19431 w 38862"/>
                <a:gd name="connsiteY17" fmla="*/ 42134 h 42134"/>
                <a:gd name="connsiteX18" fmla="*/ 25821 w 38862"/>
                <a:gd name="connsiteY18" fmla="*/ 35750 h 42134"/>
                <a:gd name="connsiteX19" fmla="*/ 25821 w 38862"/>
                <a:gd name="connsiteY19" fmla="*/ 32558 h 42134"/>
                <a:gd name="connsiteX20" fmla="*/ 29016 w 38862"/>
                <a:gd name="connsiteY20" fmla="*/ 34473 h 42134"/>
                <a:gd name="connsiteX21" fmla="*/ 32211 w 38862"/>
                <a:gd name="connsiteY21" fmla="*/ 35112 h 42134"/>
                <a:gd name="connsiteX22" fmla="*/ 37962 w 38862"/>
                <a:gd name="connsiteY22" fmla="*/ 31920 h 42134"/>
                <a:gd name="connsiteX23" fmla="*/ 35406 w 38862"/>
                <a:gd name="connsiteY23" fmla="*/ 22982 h 42134"/>
                <a:gd name="connsiteX24" fmla="*/ 32211 w 38862"/>
                <a:gd name="connsiteY24" fmla="*/ 21067 h 42134"/>
                <a:gd name="connsiteX25" fmla="*/ 35406 w 38862"/>
                <a:gd name="connsiteY25" fmla="*/ 19152 h 42134"/>
                <a:gd name="connsiteX26" fmla="*/ 37962 w 38862"/>
                <a:gd name="connsiteY26" fmla="*/ 10214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862" h="42134">
                  <a:moveTo>
                    <a:pt x="37962" y="10214"/>
                  </a:moveTo>
                  <a:cubicBezTo>
                    <a:pt x="36045" y="7022"/>
                    <a:pt x="32211" y="6384"/>
                    <a:pt x="29016" y="7661"/>
                  </a:cubicBezTo>
                  <a:lnTo>
                    <a:pt x="25821" y="9576"/>
                  </a:lnTo>
                  <a:lnTo>
                    <a:pt x="25821" y="6384"/>
                  </a:lnTo>
                  <a:cubicBezTo>
                    <a:pt x="25821" y="2554"/>
                    <a:pt x="23265" y="0"/>
                    <a:pt x="19431" y="0"/>
                  </a:cubicBezTo>
                  <a:cubicBezTo>
                    <a:pt x="15598" y="0"/>
                    <a:pt x="13041" y="2554"/>
                    <a:pt x="13041" y="6384"/>
                  </a:cubicBezTo>
                  <a:lnTo>
                    <a:pt x="13041" y="9576"/>
                  </a:lnTo>
                  <a:lnTo>
                    <a:pt x="9847" y="7661"/>
                  </a:lnTo>
                  <a:cubicBezTo>
                    <a:pt x="6652" y="5746"/>
                    <a:pt x="2818" y="7022"/>
                    <a:pt x="900" y="10214"/>
                  </a:cubicBezTo>
                  <a:cubicBezTo>
                    <a:pt x="-1016" y="13406"/>
                    <a:pt x="262" y="17237"/>
                    <a:pt x="3457" y="19152"/>
                  </a:cubicBezTo>
                  <a:lnTo>
                    <a:pt x="6652" y="21067"/>
                  </a:lnTo>
                  <a:lnTo>
                    <a:pt x="3457" y="22982"/>
                  </a:lnTo>
                  <a:cubicBezTo>
                    <a:pt x="262" y="24897"/>
                    <a:pt x="-377" y="28728"/>
                    <a:pt x="900" y="31920"/>
                  </a:cubicBezTo>
                  <a:cubicBezTo>
                    <a:pt x="2179" y="33835"/>
                    <a:pt x="4095" y="35112"/>
                    <a:pt x="6652" y="35112"/>
                  </a:cubicBezTo>
                  <a:cubicBezTo>
                    <a:pt x="7929" y="35112"/>
                    <a:pt x="8569" y="35112"/>
                    <a:pt x="9847" y="34473"/>
                  </a:cubicBezTo>
                  <a:lnTo>
                    <a:pt x="13041" y="32558"/>
                  </a:lnTo>
                  <a:lnTo>
                    <a:pt x="13041" y="35750"/>
                  </a:lnTo>
                  <a:cubicBezTo>
                    <a:pt x="13041" y="39581"/>
                    <a:pt x="15598" y="42134"/>
                    <a:pt x="19431" y="42134"/>
                  </a:cubicBezTo>
                  <a:cubicBezTo>
                    <a:pt x="23265" y="42134"/>
                    <a:pt x="25821" y="39581"/>
                    <a:pt x="25821" y="35750"/>
                  </a:cubicBezTo>
                  <a:lnTo>
                    <a:pt x="25821" y="32558"/>
                  </a:lnTo>
                  <a:lnTo>
                    <a:pt x="29016" y="34473"/>
                  </a:lnTo>
                  <a:cubicBezTo>
                    <a:pt x="30294" y="35112"/>
                    <a:pt x="30934" y="35112"/>
                    <a:pt x="32211" y="35112"/>
                  </a:cubicBezTo>
                  <a:cubicBezTo>
                    <a:pt x="34129" y="35112"/>
                    <a:pt x="36684" y="33835"/>
                    <a:pt x="37962" y="31920"/>
                  </a:cubicBezTo>
                  <a:cubicBezTo>
                    <a:pt x="39879" y="28728"/>
                    <a:pt x="38601" y="24897"/>
                    <a:pt x="35406" y="22982"/>
                  </a:cubicBezTo>
                  <a:lnTo>
                    <a:pt x="32211" y="21067"/>
                  </a:lnTo>
                  <a:lnTo>
                    <a:pt x="35406" y="19152"/>
                  </a:lnTo>
                  <a:cubicBezTo>
                    <a:pt x="38601" y="17237"/>
                    <a:pt x="39879" y="12768"/>
                    <a:pt x="37962" y="10214"/>
                  </a:cubicBezTo>
                  <a:close/>
                </a:path>
              </a:pathLst>
            </a:custGeom>
            <a:solidFill>
              <a:srgbClr val="43B02A"/>
            </a:solidFill>
            <a:ln w="6390" cap="flat">
              <a:noFill/>
              <a:prstDash val="solid"/>
              <a:miter/>
            </a:ln>
          </p:spPr>
          <p:txBody>
            <a:bodyPr rtlCol="0" anchor="ctr"/>
            <a:lstStyle/>
            <a:p>
              <a:endParaRPr lang="en-US"/>
            </a:p>
          </p:txBody>
        </p:sp>
        <p:sp>
          <p:nvSpPr>
            <p:cNvPr id="483" name="Graphic 6">
              <a:extLst>
                <a:ext uri="{FF2B5EF4-FFF2-40B4-BE49-F238E27FC236}">
                  <a16:creationId xmlns:a16="http://schemas.microsoft.com/office/drawing/2014/main" id="{42543439-77CB-1443-BE15-90439FE7A988}"/>
                </a:ext>
              </a:extLst>
            </p:cNvPr>
            <p:cNvSpPr/>
            <p:nvPr/>
          </p:nvSpPr>
          <p:spPr>
            <a:xfrm>
              <a:off x="10106062" y="2587590"/>
              <a:ext cx="38863" cy="42134"/>
            </a:xfrm>
            <a:custGeom>
              <a:avLst/>
              <a:gdLst>
                <a:gd name="connsiteX0" fmla="*/ 37962 w 38863"/>
                <a:gd name="connsiteY0" fmla="*/ 10214 h 42134"/>
                <a:gd name="connsiteX1" fmla="*/ 29016 w 38863"/>
                <a:gd name="connsiteY1" fmla="*/ 7661 h 42134"/>
                <a:gd name="connsiteX2" fmla="*/ 25821 w 38863"/>
                <a:gd name="connsiteY2" fmla="*/ 9576 h 42134"/>
                <a:gd name="connsiteX3" fmla="*/ 25821 w 38863"/>
                <a:gd name="connsiteY3" fmla="*/ 6384 h 42134"/>
                <a:gd name="connsiteX4" fmla="*/ 19431 w 38863"/>
                <a:gd name="connsiteY4" fmla="*/ 0 h 42134"/>
                <a:gd name="connsiteX5" fmla="*/ 13041 w 38863"/>
                <a:gd name="connsiteY5" fmla="*/ 6384 h 42134"/>
                <a:gd name="connsiteX6" fmla="*/ 13041 w 38863"/>
                <a:gd name="connsiteY6" fmla="*/ 9576 h 42134"/>
                <a:gd name="connsiteX7" fmla="*/ 9847 w 38863"/>
                <a:gd name="connsiteY7" fmla="*/ 7661 h 42134"/>
                <a:gd name="connsiteX8" fmla="*/ 900 w 38863"/>
                <a:gd name="connsiteY8" fmla="*/ 10214 h 42134"/>
                <a:gd name="connsiteX9" fmla="*/ 3457 w 38863"/>
                <a:gd name="connsiteY9" fmla="*/ 19152 h 42134"/>
                <a:gd name="connsiteX10" fmla="*/ 6652 w 38863"/>
                <a:gd name="connsiteY10" fmla="*/ 21067 h 42134"/>
                <a:gd name="connsiteX11" fmla="*/ 3457 w 38863"/>
                <a:gd name="connsiteY11" fmla="*/ 22982 h 42134"/>
                <a:gd name="connsiteX12" fmla="*/ 900 w 38863"/>
                <a:gd name="connsiteY12" fmla="*/ 31920 h 42134"/>
                <a:gd name="connsiteX13" fmla="*/ 6652 w 38863"/>
                <a:gd name="connsiteY13" fmla="*/ 35112 h 42134"/>
                <a:gd name="connsiteX14" fmla="*/ 9847 w 38863"/>
                <a:gd name="connsiteY14" fmla="*/ 34473 h 42134"/>
                <a:gd name="connsiteX15" fmla="*/ 13041 w 38863"/>
                <a:gd name="connsiteY15" fmla="*/ 32558 h 42134"/>
                <a:gd name="connsiteX16" fmla="*/ 13041 w 38863"/>
                <a:gd name="connsiteY16" fmla="*/ 35750 h 42134"/>
                <a:gd name="connsiteX17" fmla="*/ 19431 w 38863"/>
                <a:gd name="connsiteY17" fmla="*/ 42134 h 42134"/>
                <a:gd name="connsiteX18" fmla="*/ 25821 w 38863"/>
                <a:gd name="connsiteY18" fmla="*/ 35750 h 42134"/>
                <a:gd name="connsiteX19" fmla="*/ 25821 w 38863"/>
                <a:gd name="connsiteY19" fmla="*/ 32558 h 42134"/>
                <a:gd name="connsiteX20" fmla="*/ 29016 w 38863"/>
                <a:gd name="connsiteY20" fmla="*/ 34473 h 42134"/>
                <a:gd name="connsiteX21" fmla="*/ 32211 w 38863"/>
                <a:gd name="connsiteY21" fmla="*/ 35112 h 42134"/>
                <a:gd name="connsiteX22" fmla="*/ 37962 w 38863"/>
                <a:gd name="connsiteY22" fmla="*/ 31920 h 42134"/>
                <a:gd name="connsiteX23" fmla="*/ 35406 w 38863"/>
                <a:gd name="connsiteY23" fmla="*/ 22982 h 42134"/>
                <a:gd name="connsiteX24" fmla="*/ 32211 w 38863"/>
                <a:gd name="connsiteY24" fmla="*/ 21067 h 42134"/>
                <a:gd name="connsiteX25" fmla="*/ 35406 w 38863"/>
                <a:gd name="connsiteY25" fmla="*/ 19152 h 42134"/>
                <a:gd name="connsiteX26" fmla="*/ 37962 w 38863"/>
                <a:gd name="connsiteY26" fmla="*/ 10214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863" h="42134">
                  <a:moveTo>
                    <a:pt x="37962" y="10214"/>
                  </a:moveTo>
                  <a:cubicBezTo>
                    <a:pt x="36045" y="7022"/>
                    <a:pt x="32211" y="6384"/>
                    <a:pt x="29016" y="7661"/>
                  </a:cubicBezTo>
                  <a:lnTo>
                    <a:pt x="25821" y="9576"/>
                  </a:lnTo>
                  <a:lnTo>
                    <a:pt x="25821" y="6384"/>
                  </a:lnTo>
                  <a:cubicBezTo>
                    <a:pt x="25821" y="2554"/>
                    <a:pt x="23265" y="0"/>
                    <a:pt x="19431" y="0"/>
                  </a:cubicBezTo>
                  <a:cubicBezTo>
                    <a:pt x="15598" y="0"/>
                    <a:pt x="13041" y="2554"/>
                    <a:pt x="13041" y="6384"/>
                  </a:cubicBezTo>
                  <a:lnTo>
                    <a:pt x="13041" y="9576"/>
                  </a:lnTo>
                  <a:lnTo>
                    <a:pt x="9847" y="7661"/>
                  </a:lnTo>
                  <a:cubicBezTo>
                    <a:pt x="6652" y="5746"/>
                    <a:pt x="2818" y="7022"/>
                    <a:pt x="900" y="10214"/>
                  </a:cubicBezTo>
                  <a:cubicBezTo>
                    <a:pt x="-1016" y="13406"/>
                    <a:pt x="262" y="17237"/>
                    <a:pt x="3457" y="19152"/>
                  </a:cubicBezTo>
                  <a:lnTo>
                    <a:pt x="6652" y="21067"/>
                  </a:lnTo>
                  <a:lnTo>
                    <a:pt x="3457" y="22982"/>
                  </a:lnTo>
                  <a:cubicBezTo>
                    <a:pt x="262" y="24897"/>
                    <a:pt x="-377" y="28728"/>
                    <a:pt x="900" y="31920"/>
                  </a:cubicBezTo>
                  <a:cubicBezTo>
                    <a:pt x="2179" y="33835"/>
                    <a:pt x="4095" y="35112"/>
                    <a:pt x="6652" y="35112"/>
                  </a:cubicBezTo>
                  <a:cubicBezTo>
                    <a:pt x="7930" y="35112"/>
                    <a:pt x="8569" y="35112"/>
                    <a:pt x="9847" y="34473"/>
                  </a:cubicBezTo>
                  <a:lnTo>
                    <a:pt x="13041" y="32558"/>
                  </a:lnTo>
                  <a:lnTo>
                    <a:pt x="13041" y="35750"/>
                  </a:lnTo>
                  <a:cubicBezTo>
                    <a:pt x="13041" y="39581"/>
                    <a:pt x="15598" y="42134"/>
                    <a:pt x="19431" y="42134"/>
                  </a:cubicBezTo>
                  <a:cubicBezTo>
                    <a:pt x="23265" y="42134"/>
                    <a:pt x="25821" y="39581"/>
                    <a:pt x="25821" y="35750"/>
                  </a:cubicBezTo>
                  <a:lnTo>
                    <a:pt x="25821" y="32558"/>
                  </a:lnTo>
                  <a:lnTo>
                    <a:pt x="29016" y="34473"/>
                  </a:lnTo>
                  <a:cubicBezTo>
                    <a:pt x="30295" y="35112"/>
                    <a:pt x="30934" y="35112"/>
                    <a:pt x="32211" y="35112"/>
                  </a:cubicBezTo>
                  <a:cubicBezTo>
                    <a:pt x="34129" y="35112"/>
                    <a:pt x="36685" y="33835"/>
                    <a:pt x="37962" y="31920"/>
                  </a:cubicBezTo>
                  <a:cubicBezTo>
                    <a:pt x="39880" y="28728"/>
                    <a:pt x="38601" y="24897"/>
                    <a:pt x="35406" y="22982"/>
                  </a:cubicBezTo>
                  <a:lnTo>
                    <a:pt x="32211" y="21067"/>
                  </a:lnTo>
                  <a:lnTo>
                    <a:pt x="35406" y="19152"/>
                  </a:lnTo>
                  <a:cubicBezTo>
                    <a:pt x="38601" y="17237"/>
                    <a:pt x="39240" y="13406"/>
                    <a:pt x="37962" y="10214"/>
                  </a:cubicBezTo>
                  <a:close/>
                </a:path>
              </a:pathLst>
            </a:custGeom>
            <a:solidFill>
              <a:srgbClr val="43B02A"/>
            </a:solidFill>
            <a:ln w="6390" cap="flat">
              <a:noFill/>
              <a:prstDash val="solid"/>
              <a:miter/>
            </a:ln>
          </p:spPr>
          <p:txBody>
            <a:bodyPr rtlCol="0" anchor="ctr"/>
            <a:lstStyle/>
            <a:p>
              <a:endParaRPr lang="en-US"/>
            </a:p>
          </p:txBody>
        </p:sp>
        <p:sp>
          <p:nvSpPr>
            <p:cNvPr id="484" name="Graphic 6">
              <a:extLst>
                <a:ext uri="{FF2B5EF4-FFF2-40B4-BE49-F238E27FC236}">
                  <a16:creationId xmlns:a16="http://schemas.microsoft.com/office/drawing/2014/main" id="{0B014DEA-2566-0E43-B953-20731D7EEBB4}"/>
                </a:ext>
              </a:extLst>
            </p:cNvPr>
            <p:cNvSpPr/>
            <p:nvPr/>
          </p:nvSpPr>
          <p:spPr>
            <a:xfrm>
              <a:off x="9990405" y="2594612"/>
              <a:ext cx="38862" cy="42134"/>
            </a:xfrm>
            <a:custGeom>
              <a:avLst/>
              <a:gdLst>
                <a:gd name="connsiteX0" fmla="*/ 37962 w 38862"/>
                <a:gd name="connsiteY0" fmla="*/ 10214 h 42134"/>
                <a:gd name="connsiteX1" fmla="*/ 29016 w 38862"/>
                <a:gd name="connsiteY1" fmla="*/ 7661 h 42134"/>
                <a:gd name="connsiteX2" fmla="*/ 25821 w 38862"/>
                <a:gd name="connsiteY2" fmla="*/ 9576 h 42134"/>
                <a:gd name="connsiteX3" fmla="*/ 25821 w 38862"/>
                <a:gd name="connsiteY3" fmla="*/ 6384 h 42134"/>
                <a:gd name="connsiteX4" fmla="*/ 19431 w 38862"/>
                <a:gd name="connsiteY4" fmla="*/ 0 h 42134"/>
                <a:gd name="connsiteX5" fmla="*/ 13041 w 38862"/>
                <a:gd name="connsiteY5" fmla="*/ 6384 h 42134"/>
                <a:gd name="connsiteX6" fmla="*/ 13041 w 38862"/>
                <a:gd name="connsiteY6" fmla="*/ 9576 h 42134"/>
                <a:gd name="connsiteX7" fmla="*/ 9847 w 38862"/>
                <a:gd name="connsiteY7" fmla="*/ 7661 h 42134"/>
                <a:gd name="connsiteX8" fmla="*/ 900 w 38862"/>
                <a:gd name="connsiteY8" fmla="*/ 10214 h 42134"/>
                <a:gd name="connsiteX9" fmla="*/ 3457 w 38862"/>
                <a:gd name="connsiteY9" fmla="*/ 19152 h 42134"/>
                <a:gd name="connsiteX10" fmla="*/ 6652 w 38862"/>
                <a:gd name="connsiteY10" fmla="*/ 21067 h 42134"/>
                <a:gd name="connsiteX11" fmla="*/ 3457 w 38862"/>
                <a:gd name="connsiteY11" fmla="*/ 22982 h 42134"/>
                <a:gd name="connsiteX12" fmla="*/ 900 w 38862"/>
                <a:gd name="connsiteY12" fmla="*/ 31920 h 42134"/>
                <a:gd name="connsiteX13" fmla="*/ 6652 w 38862"/>
                <a:gd name="connsiteY13" fmla="*/ 35112 h 42134"/>
                <a:gd name="connsiteX14" fmla="*/ 9847 w 38862"/>
                <a:gd name="connsiteY14" fmla="*/ 34474 h 42134"/>
                <a:gd name="connsiteX15" fmla="*/ 13041 w 38862"/>
                <a:gd name="connsiteY15" fmla="*/ 32558 h 42134"/>
                <a:gd name="connsiteX16" fmla="*/ 13041 w 38862"/>
                <a:gd name="connsiteY16" fmla="*/ 35750 h 42134"/>
                <a:gd name="connsiteX17" fmla="*/ 19431 w 38862"/>
                <a:gd name="connsiteY17" fmla="*/ 42134 h 42134"/>
                <a:gd name="connsiteX18" fmla="*/ 25821 w 38862"/>
                <a:gd name="connsiteY18" fmla="*/ 35750 h 42134"/>
                <a:gd name="connsiteX19" fmla="*/ 25821 w 38862"/>
                <a:gd name="connsiteY19" fmla="*/ 32558 h 42134"/>
                <a:gd name="connsiteX20" fmla="*/ 29016 w 38862"/>
                <a:gd name="connsiteY20" fmla="*/ 34474 h 42134"/>
                <a:gd name="connsiteX21" fmla="*/ 32211 w 38862"/>
                <a:gd name="connsiteY21" fmla="*/ 35112 h 42134"/>
                <a:gd name="connsiteX22" fmla="*/ 37962 w 38862"/>
                <a:gd name="connsiteY22" fmla="*/ 31920 h 42134"/>
                <a:gd name="connsiteX23" fmla="*/ 35406 w 38862"/>
                <a:gd name="connsiteY23" fmla="*/ 22982 h 42134"/>
                <a:gd name="connsiteX24" fmla="*/ 32211 w 38862"/>
                <a:gd name="connsiteY24" fmla="*/ 21067 h 42134"/>
                <a:gd name="connsiteX25" fmla="*/ 35406 w 38862"/>
                <a:gd name="connsiteY25" fmla="*/ 19152 h 42134"/>
                <a:gd name="connsiteX26" fmla="*/ 37962 w 38862"/>
                <a:gd name="connsiteY26" fmla="*/ 10214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862" h="42134">
                  <a:moveTo>
                    <a:pt x="37962" y="10214"/>
                  </a:moveTo>
                  <a:cubicBezTo>
                    <a:pt x="36045" y="7022"/>
                    <a:pt x="32211" y="6384"/>
                    <a:pt x="29016" y="7661"/>
                  </a:cubicBezTo>
                  <a:lnTo>
                    <a:pt x="25821" y="9576"/>
                  </a:lnTo>
                  <a:lnTo>
                    <a:pt x="25821" y="6384"/>
                  </a:lnTo>
                  <a:cubicBezTo>
                    <a:pt x="25821" y="2554"/>
                    <a:pt x="23265" y="0"/>
                    <a:pt x="19431" y="0"/>
                  </a:cubicBezTo>
                  <a:cubicBezTo>
                    <a:pt x="15598" y="0"/>
                    <a:pt x="13041" y="2554"/>
                    <a:pt x="13041" y="6384"/>
                  </a:cubicBezTo>
                  <a:lnTo>
                    <a:pt x="13041" y="9576"/>
                  </a:lnTo>
                  <a:lnTo>
                    <a:pt x="9847" y="7661"/>
                  </a:lnTo>
                  <a:cubicBezTo>
                    <a:pt x="6652" y="5746"/>
                    <a:pt x="2818" y="7022"/>
                    <a:pt x="900" y="10214"/>
                  </a:cubicBezTo>
                  <a:cubicBezTo>
                    <a:pt x="-1016" y="13406"/>
                    <a:pt x="262" y="17237"/>
                    <a:pt x="3457" y="19152"/>
                  </a:cubicBezTo>
                  <a:lnTo>
                    <a:pt x="6652" y="21067"/>
                  </a:lnTo>
                  <a:lnTo>
                    <a:pt x="3457" y="22982"/>
                  </a:lnTo>
                  <a:cubicBezTo>
                    <a:pt x="262" y="24898"/>
                    <a:pt x="-377" y="28728"/>
                    <a:pt x="900" y="31920"/>
                  </a:cubicBezTo>
                  <a:cubicBezTo>
                    <a:pt x="2179" y="33835"/>
                    <a:pt x="4095" y="35112"/>
                    <a:pt x="6652" y="35112"/>
                  </a:cubicBezTo>
                  <a:cubicBezTo>
                    <a:pt x="7929" y="35112"/>
                    <a:pt x="8569" y="35112"/>
                    <a:pt x="9847" y="34474"/>
                  </a:cubicBezTo>
                  <a:lnTo>
                    <a:pt x="13041" y="32558"/>
                  </a:lnTo>
                  <a:lnTo>
                    <a:pt x="13041" y="35750"/>
                  </a:lnTo>
                  <a:cubicBezTo>
                    <a:pt x="13041" y="39581"/>
                    <a:pt x="15598" y="42134"/>
                    <a:pt x="19431" y="42134"/>
                  </a:cubicBezTo>
                  <a:cubicBezTo>
                    <a:pt x="23265" y="42134"/>
                    <a:pt x="25821" y="39581"/>
                    <a:pt x="25821" y="35750"/>
                  </a:cubicBezTo>
                  <a:lnTo>
                    <a:pt x="25821" y="32558"/>
                  </a:lnTo>
                  <a:lnTo>
                    <a:pt x="29016" y="34474"/>
                  </a:lnTo>
                  <a:cubicBezTo>
                    <a:pt x="30294" y="35112"/>
                    <a:pt x="30934" y="35112"/>
                    <a:pt x="32211" y="35112"/>
                  </a:cubicBezTo>
                  <a:cubicBezTo>
                    <a:pt x="34129" y="35112"/>
                    <a:pt x="36684" y="33835"/>
                    <a:pt x="37962" y="31920"/>
                  </a:cubicBezTo>
                  <a:cubicBezTo>
                    <a:pt x="39879" y="28728"/>
                    <a:pt x="38601" y="24898"/>
                    <a:pt x="35406" y="22982"/>
                  </a:cubicBezTo>
                  <a:lnTo>
                    <a:pt x="32211" y="21067"/>
                  </a:lnTo>
                  <a:lnTo>
                    <a:pt x="35406" y="19152"/>
                  </a:lnTo>
                  <a:cubicBezTo>
                    <a:pt x="38601" y="17237"/>
                    <a:pt x="39240" y="13406"/>
                    <a:pt x="37962" y="10214"/>
                  </a:cubicBezTo>
                  <a:close/>
                </a:path>
              </a:pathLst>
            </a:custGeom>
            <a:solidFill>
              <a:srgbClr val="43B02A"/>
            </a:solidFill>
            <a:ln w="6390" cap="flat">
              <a:noFill/>
              <a:prstDash val="solid"/>
              <a:miter/>
            </a:ln>
          </p:spPr>
          <p:txBody>
            <a:bodyPr rtlCol="0" anchor="ctr"/>
            <a:lstStyle/>
            <a:p>
              <a:endParaRPr lang="en-US"/>
            </a:p>
          </p:txBody>
        </p:sp>
      </p:grpSp>
      <p:grpSp>
        <p:nvGrpSpPr>
          <p:cNvPr id="485" name="Graphic 6">
            <a:extLst>
              <a:ext uri="{FF2B5EF4-FFF2-40B4-BE49-F238E27FC236}">
                <a16:creationId xmlns:a16="http://schemas.microsoft.com/office/drawing/2014/main" id="{F1D36066-72A0-754F-B0B6-B6F1F8D3FE6F}"/>
              </a:ext>
            </a:extLst>
          </p:cNvPr>
          <p:cNvGrpSpPr/>
          <p:nvPr/>
        </p:nvGrpSpPr>
        <p:grpSpPr>
          <a:xfrm>
            <a:off x="8840477" y="2856994"/>
            <a:ext cx="362309" cy="361971"/>
            <a:chOff x="8840477" y="2856994"/>
            <a:chExt cx="362309" cy="361971"/>
          </a:xfrm>
          <a:solidFill>
            <a:srgbClr val="43B02A"/>
          </a:solidFill>
        </p:grpSpPr>
        <p:sp>
          <p:nvSpPr>
            <p:cNvPr id="486" name="Graphic 6">
              <a:extLst>
                <a:ext uri="{FF2B5EF4-FFF2-40B4-BE49-F238E27FC236}">
                  <a16:creationId xmlns:a16="http://schemas.microsoft.com/office/drawing/2014/main" id="{9AEC2179-CEE5-0A47-897C-0D60849374CC}"/>
                </a:ext>
              </a:extLst>
            </p:cNvPr>
            <p:cNvSpPr/>
            <p:nvPr/>
          </p:nvSpPr>
          <p:spPr>
            <a:xfrm>
              <a:off x="8840477" y="2856994"/>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09 w 362309"/>
                <a:gd name="connsiteY3" fmla="*/ 181305 h 361971"/>
                <a:gd name="connsiteX4" fmla="*/ 181474 w 362309"/>
                <a:gd name="connsiteY4" fmla="*/ 0 h 361971"/>
                <a:gd name="connsiteX5" fmla="*/ 181474 w 362309"/>
                <a:gd name="connsiteY5" fmla="*/ 349204 h 361971"/>
                <a:gd name="connsiteX6" fmla="*/ 13419 w 362309"/>
                <a:gd name="connsiteY6" fmla="*/ 180667 h 361971"/>
                <a:gd name="connsiteX7" fmla="*/ 182113 w 362309"/>
                <a:gd name="connsiteY7" fmla="*/ 12768 h 361971"/>
                <a:gd name="connsiteX8" fmla="*/ 350169 w 362309"/>
                <a:gd name="connsiteY8" fmla="*/ 181305 h 361971"/>
                <a:gd name="connsiteX9" fmla="*/ 181474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81077"/>
                    <a:pt x="281796" y="0"/>
                    <a:pt x="181474" y="0"/>
                  </a:cubicBezTo>
                  <a:close/>
                  <a:moveTo>
                    <a:pt x="181474" y="349204"/>
                  </a:moveTo>
                  <a:cubicBezTo>
                    <a:pt x="88820" y="349204"/>
                    <a:pt x="13419" y="273873"/>
                    <a:pt x="13419" y="180667"/>
                  </a:cubicBezTo>
                  <a:cubicBezTo>
                    <a:pt x="13419" y="88099"/>
                    <a:pt x="88820" y="12768"/>
                    <a:pt x="182113" y="12768"/>
                  </a:cubicBezTo>
                  <a:cubicBezTo>
                    <a:pt x="274767" y="12768"/>
                    <a:pt x="350169" y="88099"/>
                    <a:pt x="350169" y="181305"/>
                  </a:cubicBezTo>
                  <a:cubicBezTo>
                    <a:pt x="349529" y="273873"/>
                    <a:pt x="274128" y="349204"/>
                    <a:pt x="181474" y="349204"/>
                  </a:cubicBezTo>
                  <a:close/>
                </a:path>
              </a:pathLst>
            </a:custGeom>
            <a:solidFill>
              <a:srgbClr val="43B02A"/>
            </a:solidFill>
            <a:ln w="6390" cap="flat">
              <a:noFill/>
              <a:prstDash val="solid"/>
              <a:miter/>
            </a:ln>
          </p:spPr>
          <p:txBody>
            <a:bodyPr rtlCol="0" anchor="ctr"/>
            <a:lstStyle/>
            <a:p>
              <a:endParaRPr lang="en-US"/>
            </a:p>
          </p:txBody>
        </p:sp>
        <p:sp>
          <p:nvSpPr>
            <p:cNvPr id="487" name="Graphic 6">
              <a:extLst>
                <a:ext uri="{FF2B5EF4-FFF2-40B4-BE49-F238E27FC236}">
                  <a16:creationId xmlns:a16="http://schemas.microsoft.com/office/drawing/2014/main" id="{796809C5-A08F-8B4C-AC00-0574B4162AD2}"/>
                </a:ext>
              </a:extLst>
            </p:cNvPr>
            <p:cNvSpPr/>
            <p:nvPr/>
          </p:nvSpPr>
          <p:spPr>
            <a:xfrm>
              <a:off x="8907236" y="2919557"/>
              <a:ext cx="233904" cy="236207"/>
            </a:xfrm>
            <a:custGeom>
              <a:avLst/>
              <a:gdLst>
                <a:gd name="connsiteX0" fmla="*/ 170947 w 233904"/>
                <a:gd name="connsiteY0" fmla="*/ 93206 h 236207"/>
                <a:gd name="connsiteX1" fmla="*/ 223345 w 233904"/>
                <a:gd name="connsiteY1" fmla="*/ 107251 h 236207"/>
                <a:gd name="connsiteX2" fmla="*/ 225261 w 233904"/>
                <a:gd name="connsiteY2" fmla="*/ 107251 h 236207"/>
                <a:gd name="connsiteX3" fmla="*/ 231651 w 233904"/>
                <a:gd name="connsiteY3" fmla="*/ 102782 h 236207"/>
                <a:gd name="connsiteX4" fmla="*/ 227179 w 233904"/>
                <a:gd name="connsiteY4" fmla="*/ 95121 h 236207"/>
                <a:gd name="connsiteX5" fmla="*/ 187561 w 233904"/>
                <a:gd name="connsiteY5" fmla="*/ 84268 h 236207"/>
                <a:gd name="connsiteX6" fmla="*/ 215677 w 233904"/>
                <a:gd name="connsiteY6" fmla="*/ 67670 h 236207"/>
                <a:gd name="connsiteX7" fmla="*/ 218233 w 233904"/>
                <a:gd name="connsiteY7" fmla="*/ 58733 h 236207"/>
                <a:gd name="connsiteX8" fmla="*/ 209287 w 233904"/>
                <a:gd name="connsiteY8" fmla="*/ 56179 h 236207"/>
                <a:gd name="connsiteX9" fmla="*/ 181172 w 233904"/>
                <a:gd name="connsiteY9" fmla="*/ 72777 h 236207"/>
                <a:gd name="connsiteX10" fmla="*/ 192034 w 233904"/>
                <a:gd name="connsiteY10" fmla="*/ 33197 h 236207"/>
                <a:gd name="connsiteX11" fmla="*/ 187561 w 233904"/>
                <a:gd name="connsiteY11" fmla="*/ 25536 h 236207"/>
                <a:gd name="connsiteX12" fmla="*/ 179893 w 233904"/>
                <a:gd name="connsiteY12" fmla="*/ 30005 h 236207"/>
                <a:gd name="connsiteX13" fmla="*/ 165836 w 233904"/>
                <a:gd name="connsiteY13" fmla="*/ 82353 h 236207"/>
                <a:gd name="connsiteX14" fmla="*/ 122384 w 233904"/>
                <a:gd name="connsiteY14" fmla="*/ 107251 h 236207"/>
                <a:gd name="connsiteX15" fmla="*/ 122384 w 233904"/>
                <a:gd name="connsiteY15" fmla="*/ 56817 h 236207"/>
                <a:gd name="connsiteX16" fmla="*/ 160723 w 233904"/>
                <a:gd name="connsiteY16" fmla="*/ 18514 h 236207"/>
                <a:gd name="connsiteX17" fmla="*/ 160723 w 233904"/>
                <a:gd name="connsiteY17" fmla="*/ 9576 h 236207"/>
                <a:gd name="connsiteX18" fmla="*/ 151777 w 233904"/>
                <a:gd name="connsiteY18" fmla="*/ 9576 h 236207"/>
                <a:gd name="connsiteX19" fmla="*/ 122384 w 233904"/>
                <a:gd name="connsiteY19" fmla="*/ 38942 h 236207"/>
                <a:gd name="connsiteX20" fmla="*/ 122384 w 233904"/>
                <a:gd name="connsiteY20" fmla="*/ 6384 h 236207"/>
                <a:gd name="connsiteX21" fmla="*/ 115994 w 233904"/>
                <a:gd name="connsiteY21" fmla="*/ 0 h 236207"/>
                <a:gd name="connsiteX22" fmla="*/ 109604 w 233904"/>
                <a:gd name="connsiteY22" fmla="*/ 6384 h 236207"/>
                <a:gd name="connsiteX23" fmla="*/ 109604 w 233904"/>
                <a:gd name="connsiteY23" fmla="*/ 38942 h 236207"/>
                <a:gd name="connsiteX24" fmla="*/ 80210 w 233904"/>
                <a:gd name="connsiteY24" fmla="*/ 9576 h 236207"/>
                <a:gd name="connsiteX25" fmla="*/ 71264 w 233904"/>
                <a:gd name="connsiteY25" fmla="*/ 9576 h 236207"/>
                <a:gd name="connsiteX26" fmla="*/ 71264 w 233904"/>
                <a:gd name="connsiteY26" fmla="*/ 18514 h 236207"/>
                <a:gd name="connsiteX27" fmla="*/ 109604 w 233904"/>
                <a:gd name="connsiteY27" fmla="*/ 56817 h 236207"/>
                <a:gd name="connsiteX28" fmla="*/ 109604 w 233904"/>
                <a:gd name="connsiteY28" fmla="*/ 107251 h 236207"/>
                <a:gd name="connsiteX29" fmla="*/ 66153 w 233904"/>
                <a:gd name="connsiteY29" fmla="*/ 82353 h 236207"/>
                <a:gd name="connsiteX30" fmla="*/ 52094 w 233904"/>
                <a:gd name="connsiteY30" fmla="*/ 30005 h 236207"/>
                <a:gd name="connsiteX31" fmla="*/ 44427 w 233904"/>
                <a:gd name="connsiteY31" fmla="*/ 25536 h 236207"/>
                <a:gd name="connsiteX32" fmla="*/ 39953 w 233904"/>
                <a:gd name="connsiteY32" fmla="*/ 33197 h 236207"/>
                <a:gd name="connsiteX33" fmla="*/ 50817 w 233904"/>
                <a:gd name="connsiteY33" fmla="*/ 72777 h 236207"/>
                <a:gd name="connsiteX34" fmla="*/ 22701 w 233904"/>
                <a:gd name="connsiteY34" fmla="*/ 56179 h 236207"/>
                <a:gd name="connsiteX35" fmla="*/ 13755 w 233904"/>
                <a:gd name="connsiteY35" fmla="*/ 58733 h 236207"/>
                <a:gd name="connsiteX36" fmla="*/ 16311 w 233904"/>
                <a:gd name="connsiteY36" fmla="*/ 67670 h 236207"/>
                <a:gd name="connsiteX37" fmla="*/ 44427 w 233904"/>
                <a:gd name="connsiteY37" fmla="*/ 84268 h 236207"/>
                <a:gd name="connsiteX38" fmla="*/ 4809 w 233904"/>
                <a:gd name="connsiteY38" fmla="*/ 95121 h 236207"/>
                <a:gd name="connsiteX39" fmla="*/ 336 w 233904"/>
                <a:gd name="connsiteY39" fmla="*/ 102782 h 236207"/>
                <a:gd name="connsiteX40" fmla="*/ 6726 w 233904"/>
                <a:gd name="connsiteY40" fmla="*/ 107251 h 236207"/>
                <a:gd name="connsiteX41" fmla="*/ 8643 w 233904"/>
                <a:gd name="connsiteY41" fmla="*/ 107251 h 236207"/>
                <a:gd name="connsiteX42" fmla="*/ 61040 w 233904"/>
                <a:gd name="connsiteY42" fmla="*/ 93206 h 236207"/>
                <a:gd name="connsiteX43" fmla="*/ 104492 w 233904"/>
                <a:gd name="connsiteY43" fmla="*/ 118104 h 236207"/>
                <a:gd name="connsiteX44" fmla="*/ 61040 w 233904"/>
                <a:gd name="connsiteY44" fmla="*/ 143001 h 236207"/>
                <a:gd name="connsiteX45" fmla="*/ 8643 w 233904"/>
                <a:gd name="connsiteY45" fmla="*/ 128956 h 236207"/>
                <a:gd name="connsiteX46" fmla="*/ 975 w 233904"/>
                <a:gd name="connsiteY46" fmla="*/ 133425 h 236207"/>
                <a:gd name="connsiteX47" fmla="*/ 5448 w 233904"/>
                <a:gd name="connsiteY47" fmla="*/ 141086 h 236207"/>
                <a:gd name="connsiteX48" fmla="*/ 45066 w 233904"/>
                <a:gd name="connsiteY48" fmla="*/ 151939 h 236207"/>
                <a:gd name="connsiteX49" fmla="*/ 16950 w 233904"/>
                <a:gd name="connsiteY49" fmla="*/ 168537 h 236207"/>
                <a:gd name="connsiteX50" fmla="*/ 14394 w 233904"/>
                <a:gd name="connsiteY50" fmla="*/ 177475 h 236207"/>
                <a:gd name="connsiteX51" fmla="*/ 20145 w 233904"/>
                <a:gd name="connsiteY51" fmla="*/ 180667 h 236207"/>
                <a:gd name="connsiteX52" fmla="*/ 23340 w 233904"/>
                <a:gd name="connsiteY52" fmla="*/ 180028 h 236207"/>
                <a:gd name="connsiteX53" fmla="*/ 51455 w 233904"/>
                <a:gd name="connsiteY53" fmla="*/ 163430 h 236207"/>
                <a:gd name="connsiteX54" fmla="*/ 40593 w 233904"/>
                <a:gd name="connsiteY54" fmla="*/ 203011 h 236207"/>
                <a:gd name="connsiteX55" fmla="*/ 45066 w 233904"/>
                <a:gd name="connsiteY55" fmla="*/ 210671 h 236207"/>
                <a:gd name="connsiteX56" fmla="*/ 46983 w 233904"/>
                <a:gd name="connsiteY56" fmla="*/ 210671 h 236207"/>
                <a:gd name="connsiteX57" fmla="*/ 53373 w 233904"/>
                <a:gd name="connsiteY57" fmla="*/ 206203 h 236207"/>
                <a:gd name="connsiteX58" fmla="*/ 67430 w 233904"/>
                <a:gd name="connsiteY58" fmla="*/ 153854 h 236207"/>
                <a:gd name="connsiteX59" fmla="*/ 110882 w 233904"/>
                <a:gd name="connsiteY59" fmla="*/ 128956 h 236207"/>
                <a:gd name="connsiteX60" fmla="*/ 110882 w 233904"/>
                <a:gd name="connsiteY60" fmla="*/ 179390 h 236207"/>
                <a:gd name="connsiteX61" fmla="*/ 72543 w 233904"/>
                <a:gd name="connsiteY61" fmla="*/ 217694 h 236207"/>
                <a:gd name="connsiteX62" fmla="*/ 72543 w 233904"/>
                <a:gd name="connsiteY62" fmla="*/ 226631 h 236207"/>
                <a:gd name="connsiteX63" fmla="*/ 77015 w 233904"/>
                <a:gd name="connsiteY63" fmla="*/ 228546 h 236207"/>
                <a:gd name="connsiteX64" fmla="*/ 81488 w 233904"/>
                <a:gd name="connsiteY64" fmla="*/ 226631 h 236207"/>
                <a:gd name="connsiteX65" fmla="*/ 110882 w 233904"/>
                <a:gd name="connsiteY65" fmla="*/ 197265 h 236207"/>
                <a:gd name="connsiteX66" fmla="*/ 110882 w 233904"/>
                <a:gd name="connsiteY66" fmla="*/ 229823 h 236207"/>
                <a:gd name="connsiteX67" fmla="*/ 117272 w 233904"/>
                <a:gd name="connsiteY67" fmla="*/ 236207 h 236207"/>
                <a:gd name="connsiteX68" fmla="*/ 123662 w 233904"/>
                <a:gd name="connsiteY68" fmla="*/ 229823 h 236207"/>
                <a:gd name="connsiteX69" fmla="*/ 123662 w 233904"/>
                <a:gd name="connsiteY69" fmla="*/ 197265 h 236207"/>
                <a:gd name="connsiteX70" fmla="*/ 153056 w 233904"/>
                <a:gd name="connsiteY70" fmla="*/ 226631 h 236207"/>
                <a:gd name="connsiteX71" fmla="*/ 157528 w 233904"/>
                <a:gd name="connsiteY71" fmla="*/ 228546 h 236207"/>
                <a:gd name="connsiteX72" fmla="*/ 162002 w 233904"/>
                <a:gd name="connsiteY72" fmla="*/ 226631 h 236207"/>
                <a:gd name="connsiteX73" fmla="*/ 162002 w 233904"/>
                <a:gd name="connsiteY73" fmla="*/ 217694 h 236207"/>
                <a:gd name="connsiteX74" fmla="*/ 123662 w 233904"/>
                <a:gd name="connsiteY74" fmla="*/ 179390 h 236207"/>
                <a:gd name="connsiteX75" fmla="*/ 123662 w 233904"/>
                <a:gd name="connsiteY75" fmla="*/ 128956 h 236207"/>
                <a:gd name="connsiteX76" fmla="*/ 167113 w 233904"/>
                <a:gd name="connsiteY76" fmla="*/ 153854 h 236207"/>
                <a:gd name="connsiteX77" fmla="*/ 181172 w 233904"/>
                <a:gd name="connsiteY77" fmla="*/ 206203 h 236207"/>
                <a:gd name="connsiteX78" fmla="*/ 187561 w 233904"/>
                <a:gd name="connsiteY78" fmla="*/ 210671 h 236207"/>
                <a:gd name="connsiteX79" fmla="*/ 189478 w 233904"/>
                <a:gd name="connsiteY79" fmla="*/ 210671 h 236207"/>
                <a:gd name="connsiteX80" fmla="*/ 193951 w 233904"/>
                <a:gd name="connsiteY80" fmla="*/ 203011 h 236207"/>
                <a:gd name="connsiteX81" fmla="*/ 183088 w 233904"/>
                <a:gd name="connsiteY81" fmla="*/ 163430 h 236207"/>
                <a:gd name="connsiteX82" fmla="*/ 211204 w 233904"/>
                <a:gd name="connsiteY82" fmla="*/ 180028 h 236207"/>
                <a:gd name="connsiteX83" fmla="*/ 214399 w 233904"/>
                <a:gd name="connsiteY83" fmla="*/ 180667 h 236207"/>
                <a:gd name="connsiteX84" fmla="*/ 220150 w 233904"/>
                <a:gd name="connsiteY84" fmla="*/ 177475 h 236207"/>
                <a:gd name="connsiteX85" fmla="*/ 217594 w 233904"/>
                <a:gd name="connsiteY85" fmla="*/ 168537 h 236207"/>
                <a:gd name="connsiteX86" fmla="*/ 189478 w 233904"/>
                <a:gd name="connsiteY86" fmla="*/ 151939 h 236207"/>
                <a:gd name="connsiteX87" fmla="*/ 229096 w 233904"/>
                <a:gd name="connsiteY87" fmla="*/ 141086 h 236207"/>
                <a:gd name="connsiteX88" fmla="*/ 233569 w 233904"/>
                <a:gd name="connsiteY88" fmla="*/ 133425 h 236207"/>
                <a:gd name="connsiteX89" fmla="*/ 225901 w 233904"/>
                <a:gd name="connsiteY89" fmla="*/ 128956 h 236207"/>
                <a:gd name="connsiteX90" fmla="*/ 173503 w 233904"/>
                <a:gd name="connsiteY90" fmla="*/ 143001 h 236207"/>
                <a:gd name="connsiteX91" fmla="*/ 130052 w 233904"/>
                <a:gd name="connsiteY91" fmla="*/ 118104 h 236207"/>
                <a:gd name="connsiteX92" fmla="*/ 170947 w 233904"/>
                <a:gd name="connsiteY92" fmla="*/ 93206 h 23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33904" h="236207">
                  <a:moveTo>
                    <a:pt x="170947" y="93206"/>
                  </a:moveTo>
                  <a:lnTo>
                    <a:pt x="223345" y="107251"/>
                  </a:lnTo>
                  <a:cubicBezTo>
                    <a:pt x="223984" y="107251"/>
                    <a:pt x="224623" y="107251"/>
                    <a:pt x="225261" y="107251"/>
                  </a:cubicBezTo>
                  <a:cubicBezTo>
                    <a:pt x="227818" y="107251"/>
                    <a:pt x="230374" y="105336"/>
                    <a:pt x="231651" y="102782"/>
                  </a:cubicBezTo>
                  <a:cubicBezTo>
                    <a:pt x="232291" y="99590"/>
                    <a:pt x="230374" y="95760"/>
                    <a:pt x="227179" y="95121"/>
                  </a:cubicBezTo>
                  <a:lnTo>
                    <a:pt x="187561" y="84268"/>
                  </a:lnTo>
                  <a:lnTo>
                    <a:pt x="215677" y="67670"/>
                  </a:lnTo>
                  <a:cubicBezTo>
                    <a:pt x="218872" y="65755"/>
                    <a:pt x="219511" y="61925"/>
                    <a:pt x="218233" y="58733"/>
                  </a:cubicBezTo>
                  <a:cubicBezTo>
                    <a:pt x="216316" y="55541"/>
                    <a:pt x="212482" y="54902"/>
                    <a:pt x="209287" y="56179"/>
                  </a:cubicBezTo>
                  <a:lnTo>
                    <a:pt x="181172" y="72777"/>
                  </a:lnTo>
                  <a:lnTo>
                    <a:pt x="192034" y="33197"/>
                  </a:lnTo>
                  <a:cubicBezTo>
                    <a:pt x="192673" y="30005"/>
                    <a:pt x="190756" y="26174"/>
                    <a:pt x="187561" y="25536"/>
                  </a:cubicBezTo>
                  <a:cubicBezTo>
                    <a:pt x="184367" y="24897"/>
                    <a:pt x="180532" y="26813"/>
                    <a:pt x="179893" y="30005"/>
                  </a:cubicBezTo>
                  <a:lnTo>
                    <a:pt x="165836" y="82353"/>
                  </a:lnTo>
                  <a:lnTo>
                    <a:pt x="122384" y="107251"/>
                  </a:lnTo>
                  <a:lnTo>
                    <a:pt x="122384" y="56817"/>
                  </a:lnTo>
                  <a:lnTo>
                    <a:pt x="160723" y="18514"/>
                  </a:lnTo>
                  <a:cubicBezTo>
                    <a:pt x="163279" y="15960"/>
                    <a:pt x="163279" y="12130"/>
                    <a:pt x="160723" y="9576"/>
                  </a:cubicBezTo>
                  <a:cubicBezTo>
                    <a:pt x="158167" y="7022"/>
                    <a:pt x="154333" y="7022"/>
                    <a:pt x="151777" y="9576"/>
                  </a:cubicBezTo>
                  <a:lnTo>
                    <a:pt x="122384" y="38942"/>
                  </a:lnTo>
                  <a:lnTo>
                    <a:pt x="122384" y="6384"/>
                  </a:lnTo>
                  <a:cubicBezTo>
                    <a:pt x="122384" y="2554"/>
                    <a:pt x="119828" y="0"/>
                    <a:pt x="115994" y="0"/>
                  </a:cubicBezTo>
                  <a:cubicBezTo>
                    <a:pt x="112160" y="0"/>
                    <a:pt x="109604" y="2554"/>
                    <a:pt x="109604" y="6384"/>
                  </a:cubicBezTo>
                  <a:lnTo>
                    <a:pt x="109604" y="38942"/>
                  </a:lnTo>
                  <a:lnTo>
                    <a:pt x="80210" y="9576"/>
                  </a:lnTo>
                  <a:cubicBezTo>
                    <a:pt x="77654" y="7022"/>
                    <a:pt x="73820" y="7022"/>
                    <a:pt x="71264" y="9576"/>
                  </a:cubicBezTo>
                  <a:cubicBezTo>
                    <a:pt x="68708" y="12130"/>
                    <a:pt x="68708" y="15960"/>
                    <a:pt x="71264" y="18514"/>
                  </a:cubicBezTo>
                  <a:lnTo>
                    <a:pt x="109604" y="56817"/>
                  </a:lnTo>
                  <a:lnTo>
                    <a:pt x="109604" y="107251"/>
                  </a:lnTo>
                  <a:lnTo>
                    <a:pt x="66153" y="82353"/>
                  </a:lnTo>
                  <a:lnTo>
                    <a:pt x="52094" y="30005"/>
                  </a:lnTo>
                  <a:cubicBezTo>
                    <a:pt x="51455" y="26813"/>
                    <a:pt x="47622" y="24897"/>
                    <a:pt x="44427" y="25536"/>
                  </a:cubicBezTo>
                  <a:cubicBezTo>
                    <a:pt x="41232" y="26174"/>
                    <a:pt x="39314" y="30005"/>
                    <a:pt x="39953" y="33197"/>
                  </a:cubicBezTo>
                  <a:lnTo>
                    <a:pt x="50817" y="72777"/>
                  </a:lnTo>
                  <a:lnTo>
                    <a:pt x="22701" y="56179"/>
                  </a:lnTo>
                  <a:cubicBezTo>
                    <a:pt x="19506" y="54264"/>
                    <a:pt x="15672" y="55541"/>
                    <a:pt x="13755" y="58733"/>
                  </a:cubicBezTo>
                  <a:cubicBezTo>
                    <a:pt x="11838" y="61925"/>
                    <a:pt x="13116" y="65755"/>
                    <a:pt x="16311" y="67670"/>
                  </a:cubicBezTo>
                  <a:lnTo>
                    <a:pt x="44427" y="84268"/>
                  </a:lnTo>
                  <a:lnTo>
                    <a:pt x="4809" y="95121"/>
                  </a:lnTo>
                  <a:cubicBezTo>
                    <a:pt x="1614" y="95760"/>
                    <a:pt x="-942" y="99590"/>
                    <a:pt x="336" y="102782"/>
                  </a:cubicBezTo>
                  <a:cubicBezTo>
                    <a:pt x="975" y="105336"/>
                    <a:pt x="3531" y="107251"/>
                    <a:pt x="6726" y="107251"/>
                  </a:cubicBezTo>
                  <a:cubicBezTo>
                    <a:pt x="7365" y="107251"/>
                    <a:pt x="8004" y="107251"/>
                    <a:pt x="8643" y="107251"/>
                  </a:cubicBezTo>
                  <a:lnTo>
                    <a:pt x="61040" y="93206"/>
                  </a:lnTo>
                  <a:lnTo>
                    <a:pt x="104492" y="118104"/>
                  </a:lnTo>
                  <a:lnTo>
                    <a:pt x="61040" y="143001"/>
                  </a:lnTo>
                  <a:lnTo>
                    <a:pt x="8643" y="128956"/>
                  </a:lnTo>
                  <a:cubicBezTo>
                    <a:pt x="5448" y="128318"/>
                    <a:pt x="1614" y="130233"/>
                    <a:pt x="975" y="133425"/>
                  </a:cubicBezTo>
                  <a:cubicBezTo>
                    <a:pt x="336" y="136617"/>
                    <a:pt x="2253" y="140448"/>
                    <a:pt x="5448" y="141086"/>
                  </a:cubicBezTo>
                  <a:lnTo>
                    <a:pt x="45066" y="151939"/>
                  </a:lnTo>
                  <a:lnTo>
                    <a:pt x="16950" y="168537"/>
                  </a:lnTo>
                  <a:cubicBezTo>
                    <a:pt x="13755" y="170452"/>
                    <a:pt x="13116" y="174283"/>
                    <a:pt x="14394" y="177475"/>
                  </a:cubicBezTo>
                  <a:cubicBezTo>
                    <a:pt x="15672" y="179390"/>
                    <a:pt x="17589" y="180667"/>
                    <a:pt x="20145" y="180667"/>
                  </a:cubicBezTo>
                  <a:cubicBezTo>
                    <a:pt x="21423" y="180667"/>
                    <a:pt x="22062" y="180667"/>
                    <a:pt x="23340" y="180028"/>
                  </a:cubicBezTo>
                  <a:lnTo>
                    <a:pt x="51455" y="163430"/>
                  </a:lnTo>
                  <a:lnTo>
                    <a:pt x="40593" y="203011"/>
                  </a:lnTo>
                  <a:cubicBezTo>
                    <a:pt x="39953" y="206203"/>
                    <a:pt x="41871" y="210033"/>
                    <a:pt x="45066" y="210671"/>
                  </a:cubicBezTo>
                  <a:cubicBezTo>
                    <a:pt x="45704" y="210671"/>
                    <a:pt x="46343" y="210671"/>
                    <a:pt x="46983" y="210671"/>
                  </a:cubicBezTo>
                  <a:cubicBezTo>
                    <a:pt x="49538" y="210671"/>
                    <a:pt x="52094" y="208756"/>
                    <a:pt x="53373" y="206203"/>
                  </a:cubicBezTo>
                  <a:lnTo>
                    <a:pt x="67430" y="153854"/>
                  </a:lnTo>
                  <a:lnTo>
                    <a:pt x="110882" y="128956"/>
                  </a:lnTo>
                  <a:lnTo>
                    <a:pt x="110882" y="179390"/>
                  </a:lnTo>
                  <a:lnTo>
                    <a:pt x="72543" y="217694"/>
                  </a:lnTo>
                  <a:cubicBezTo>
                    <a:pt x="69986" y="220247"/>
                    <a:pt x="69986" y="224078"/>
                    <a:pt x="72543" y="226631"/>
                  </a:cubicBezTo>
                  <a:cubicBezTo>
                    <a:pt x="73820" y="227908"/>
                    <a:pt x="75738" y="228546"/>
                    <a:pt x="77015" y="228546"/>
                  </a:cubicBezTo>
                  <a:cubicBezTo>
                    <a:pt x="78933" y="228546"/>
                    <a:pt x="80210" y="227908"/>
                    <a:pt x="81488" y="226631"/>
                  </a:cubicBezTo>
                  <a:lnTo>
                    <a:pt x="110882" y="197265"/>
                  </a:lnTo>
                  <a:lnTo>
                    <a:pt x="110882" y="229823"/>
                  </a:lnTo>
                  <a:cubicBezTo>
                    <a:pt x="110882" y="233654"/>
                    <a:pt x="113438" y="236207"/>
                    <a:pt x="117272" y="236207"/>
                  </a:cubicBezTo>
                  <a:cubicBezTo>
                    <a:pt x="121106" y="236207"/>
                    <a:pt x="123662" y="233654"/>
                    <a:pt x="123662" y="229823"/>
                  </a:cubicBezTo>
                  <a:lnTo>
                    <a:pt x="123662" y="197265"/>
                  </a:lnTo>
                  <a:lnTo>
                    <a:pt x="153056" y="226631"/>
                  </a:lnTo>
                  <a:cubicBezTo>
                    <a:pt x="154333" y="227908"/>
                    <a:pt x="156251" y="228546"/>
                    <a:pt x="157528" y="228546"/>
                  </a:cubicBezTo>
                  <a:cubicBezTo>
                    <a:pt x="159446" y="228546"/>
                    <a:pt x="160723" y="227908"/>
                    <a:pt x="162002" y="226631"/>
                  </a:cubicBezTo>
                  <a:cubicBezTo>
                    <a:pt x="164557" y="224078"/>
                    <a:pt x="164557" y="220247"/>
                    <a:pt x="162002" y="217694"/>
                  </a:cubicBezTo>
                  <a:lnTo>
                    <a:pt x="123662" y="179390"/>
                  </a:lnTo>
                  <a:lnTo>
                    <a:pt x="123662" y="128956"/>
                  </a:lnTo>
                  <a:lnTo>
                    <a:pt x="167113" y="153854"/>
                  </a:lnTo>
                  <a:lnTo>
                    <a:pt x="181172" y="206203"/>
                  </a:lnTo>
                  <a:cubicBezTo>
                    <a:pt x="181810" y="208756"/>
                    <a:pt x="184367" y="210671"/>
                    <a:pt x="187561" y="210671"/>
                  </a:cubicBezTo>
                  <a:cubicBezTo>
                    <a:pt x="188200" y="210671"/>
                    <a:pt x="188839" y="210671"/>
                    <a:pt x="189478" y="210671"/>
                  </a:cubicBezTo>
                  <a:cubicBezTo>
                    <a:pt x="192673" y="210033"/>
                    <a:pt x="195229" y="206203"/>
                    <a:pt x="193951" y="203011"/>
                  </a:cubicBezTo>
                  <a:lnTo>
                    <a:pt x="183088" y="163430"/>
                  </a:lnTo>
                  <a:lnTo>
                    <a:pt x="211204" y="180028"/>
                  </a:lnTo>
                  <a:cubicBezTo>
                    <a:pt x="212482" y="180667"/>
                    <a:pt x="213121" y="180667"/>
                    <a:pt x="214399" y="180667"/>
                  </a:cubicBezTo>
                  <a:cubicBezTo>
                    <a:pt x="216316" y="180667"/>
                    <a:pt x="218872" y="179390"/>
                    <a:pt x="220150" y="177475"/>
                  </a:cubicBezTo>
                  <a:cubicBezTo>
                    <a:pt x="222067" y="174283"/>
                    <a:pt x="220789" y="170452"/>
                    <a:pt x="217594" y="168537"/>
                  </a:cubicBezTo>
                  <a:lnTo>
                    <a:pt x="189478" y="151939"/>
                  </a:lnTo>
                  <a:lnTo>
                    <a:pt x="229096" y="141086"/>
                  </a:lnTo>
                  <a:cubicBezTo>
                    <a:pt x="232291" y="140448"/>
                    <a:pt x="234846" y="136617"/>
                    <a:pt x="233569" y="133425"/>
                  </a:cubicBezTo>
                  <a:cubicBezTo>
                    <a:pt x="232930" y="130233"/>
                    <a:pt x="229096" y="128318"/>
                    <a:pt x="225901" y="128956"/>
                  </a:cubicBezTo>
                  <a:lnTo>
                    <a:pt x="173503" y="143001"/>
                  </a:lnTo>
                  <a:lnTo>
                    <a:pt x="130052" y="118104"/>
                  </a:lnTo>
                  <a:lnTo>
                    <a:pt x="170947" y="93206"/>
                  </a:lnTo>
                  <a:close/>
                </a:path>
              </a:pathLst>
            </a:custGeom>
            <a:solidFill>
              <a:srgbClr val="43B02A"/>
            </a:solidFill>
            <a:ln w="6390" cap="flat">
              <a:noFill/>
              <a:prstDash val="solid"/>
              <a:miter/>
            </a:ln>
          </p:spPr>
          <p:txBody>
            <a:bodyPr rtlCol="0" anchor="ctr"/>
            <a:lstStyle/>
            <a:p>
              <a:endParaRPr lang="en-US"/>
            </a:p>
          </p:txBody>
        </p:sp>
      </p:grpSp>
      <p:grpSp>
        <p:nvGrpSpPr>
          <p:cNvPr id="488" name="Graphic 6">
            <a:extLst>
              <a:ext uri="{FF2B5EF4-FFF2-40B4-BE49-F238E27FC236}">
                <a16:creationId xmlns:a16="http://schemas.microsoft.com/office/drawing/2014/main" id="{8B4D5CE4-2991-344D-BFDF-0BA9659F309C}"/>
              </a:ext>
            </a:extLst>
          </p:cNvPr>
          <p:cNvGrpSpPr/>
          <p:nvPr/>
        </p:nvGrpSpPr>
        <p:grpSpPr>
          <a:xfrm>
            <a:off x="8839839" y="4309989"/>
            <a:ext cx="362309" cy="361971"/>
            <a:chOff x="8839839" y="4309989"/>
            <a:chExt cx="362309" cy="361971"/>
          </a:xfrm>
          <a:solidFill>
            <a:srgbClr val="43B02A"/>
          </a:solidFill>
        </p:grpSpPr>
        <p:sp>
          <p:nvSpPr>
            <p:cNvPr id="489" name="Graphic 6">
              <a:extLst>
                <a:ext uri="{FF2B5EF4-FFF2-40B4-BE49-F238E27FC236}">
                  <a16:creationId xmlns:a16="http://schemas.microsoft.com/office/drawing/2014/main" id="{EA76ADD0-9AC6-D74C-A9C2-47631C55066C}"/>
                </a:ext>
              </a:extLst>
            </p:cNvPr>
            <p:cNvSpPr/>
            <p:nvPr/>
          </p:nvSpPr>
          <p:spPr>
            <a:xfrm>
              <a:off x="8839839" y="430998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181474 w 362309"/>
                <a:gd name="connsiteY4" fmla="*/ 0 h 361971"/>
                <a:gd name="connsiteX5" fmla="*/ 181474 w 362309"/>
                <a:gd name="connsiteY5" fmla="*/ 349204 h 361971"/>
                <a:gd name="connsiteX6" fmla="*/ 13419 w 362309"/>
                <a:gd name="connsiteY6" fmla="*/ 180667 h 361971"/>
                <a:gd name="connsiteX7" fmla="*/ 182113 w 362309"/>
                <a:gd name="connsiteY7" fmla="*/ 12768 h 361971"/>
                <a:gd name="connsiteX8" fmla="*/ 350168 w 362309"/>
                <a:gd name="connsiteY8" fmla="*/ 181305 h 361971"/>
                <a:gd name="connsiteX9" fmla="*/ 181474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81077"/>
                    <a:pt x="281157" y="0"/>
                    <a:pt x="181474" y="0"/>
                  </a:cubicBezTo>
                  <a:close/>
                  <a:moveTo>
                    <a:pt x="181474" y="349204"/>
                  </a:moveTo>
                  <a:cubicBezTo>
                    <a:pt x="88820" y="349204"/>
                    <a:pt x="13419" y="273873"/>
                    <a:pt x="13419" y="180667"/>
                  </a:cubicBezTo>
                  <a:cubicBezTo>
                    <a:pt x="13419" y="88099"/>
                    <a:pt x="88820" y="12768"/>
                    <a:pt x="182113" y="12768"/>
                  </a:cubicBezTo>
                  <a:cubicBezTo>
                    <a:pt x="275406" y="12768"/>
                    <a:pt x="350168" y="88099"/>
                    <a:pt x="350168" y="181305"/>
                  </a:cubicBezTo>
                  <a:cubicBezTo>
                    <a:pt x="349529" y="273873"/>
                    <a:pt x="274128" y="349204"/>
                    <a:pt x="181474" y="349204"/>
                  </a:cubicBezTo>
                  <a:close/>
                </a:path>
              </a:pathLst>
            </a:custGeom>
            <a:solidFill>
              <a:srgbClr val="43B02A"/>
            </a:solidFill>
            <a:ln w="6390" cap="flat">
              <a:noFill/>
              <a:prstDash val="solid"/>
              <a:miter/>
            </a:ln>
          </p:spPr>
          <p:txBody>
            <a:bodyPr rtlCol="0" anchor="ctr"/>
            <a:lstStyle/>
            <a:p>
              <a:endParaRPr lang="en-US"/>
            </a:p>
          </p:txBody>
        </p:sp>
        <p:sp>
          <p:nvSpPr>
            <p:cNvPr id="490" name="Graphic 6">
              <a:extLst>
                <a:ext uri="{FF2B5EF4-FFF2-40B4-BE49-F238E27FC236}">
                  <a16:creationId xmlns:a16="http://schemas.microsoft.com/office/drawing/2014/main" id="{C998D336-6F86-DC4B-AB30-94F88462099E}"/>
                </a:ext>
              </a:extLst>
            </p:cNvPr>
            <p:cNvSpPr/>
            <p:nvPr/>
          </p:nvSpPr>
          <p:spPr>
            <a:xfrm>
              <a:off x="8909489" y="4371275"/>
              <a:ext cx="221855" cy="238122"/>
            </a:xfrm>
            <a:custGeom>
              <a:avLst/>
              <a:gdLst>
                <a:gd name="connsiteX0" fmla="*/ 118214 w 221855"/>
                <a:gd name="connsiteY0" fmla="*/ 16599 h 238122"/>
                <a:gd name="connsiteX1" fmla="*/ 118214 w 221855"/>
                <a:gd name="connsiteY1" fmla="*/ 6384 h 238122"/>
                <a:gd name="connsiteX2" fmla="*/ 111824 w 221855"/>
                <a:gd name="connsiteY2" fmla="*/ 0 h 238122"/>
                <a:gd name="connsiteX3" fmla="*/ 105434 w 221855"/>
                <a:gd name="connsiteY3" fmla="*/ 6384 h 238122"/>
                <a:gd name="connsiteX4" fmla="*/ 105434 w 221855"/>
                <a:gd name="connsiteY4" fmla="*/ 16599 h 238122"/>
                <a:gd name="connsiteX5" fmla="*/ 0 w 221855"/>
                <a:gd name="connsiteY5" fmla="*/ 111081 h 238122"/>
                <a:gd name="connsiteX6" fmla="*/ 2555 w 221855"/>
                <a:gd name="connsiteY6" fmla="*/ 116827 h 238122"/>
                <a:gd name="connsiteX7" fmla="*/ 8945 w 221855"/>
                <a:gd name="connsiteY7" fmla="*/ 117465 h 238122"/>
                <a:gd name="connsiteX8" fmla="*/ 67094 w 221855"/>
                <a:gd name="connsiteY8" fmla="*/ 117465 h 238122"/>
                <a:gd name="connsiteX9" fmla="*/ 67733 w 221855"/>
                <a:gd name="connsiteY9" fmla="*/ 117465 h 238122"/>
                <a:gd name="connsiteX10" fmla="*/ 68372 w 221855"/>
                <a:gd name="connsiteY10" fmla="*/ 117465 h 238122"/>
                <a:gd name="connsiteX11" fmla="*/ 70289 w 221855"/>
                <a:gd name="connsiteY11" fmla="*/ 118104 h 238122"/>
                <a:gd name="connsiteX12" fmla="*/ 70928 w 221855"/>
                <a:gd name="connsiteY12" fmla="*/ 118104 h 238122"/>
                <a:gd name="connsiteX13" fmla="*/ 70928 w 221855"/>
                <a:gd name="connsiteY13" fmla="*/ 118104 h 238122"/>
                <a:gd name="connsiteX14" fmla="*/ 72845 w 221855"/>
                <a:gd name="connsiteY14" fmla="*/ 117465 h 238122"/>
                <a:gd name="connsiteX15" fmla="*/ 73484 w 221855"/>
                <a:gd name="connsiteY15" fmla="*/ 116827 h 238122"/>
                <a:gd name="connsiteX16" fmla="*/ 74123 w 221855"/>
                <a:gd name="connsiteY16" fmla="*/ 116189 h 238122"/>
                <a:gd name="connsiteX17" fmla="*/ 104156 w 221855"/>
                <a:gd name="connsiteY17" fmla="*/ 102144 h 238122"/>
                <a:gd name="connsiteX18" fmla="*/ 104156 w 221855"/>
                <a:gd name="connsiteY18" fmla="*/ 215779 h 238122"/>
                <a:gd name="connsiteX19" fmla="*/ 94571 w 221855"/>
                <a:gd name="connsiteY19" fmla="*/ 225355 h 238122"/>
                <a:gd name="connsiteX20" fmla="*/ 84986 w 221855"/>
                <a:gd name="connsiteY20" fmla="*/ 215779 h 238122"/>
                <a:gd name="connsiteX21" fmla="*/ 78596 w 221855"/>
                <a:gd name="connsiteY21" fmla="*/ 209395 h 238122"/>
                <a:gd name="connsiteX22" fmla="*/ 72206 w 221855"/>
                <a:gd name="connsiteY22" fmla="*/ 215779 h 238122"/>
                <a:gd name="connsiteX23" fmla="*/ 94571 w 221855"/>
                <a:gd name="connsiteY23" fmla="*/ 238123 h 238122"/>
                <a:gd name="connsiteX24" fmla="*/ 116935 w 221855"/>
                <a:gd name="connsiteY24" fmla="*/ 215779 h 238122"/>
                <a:gd name="connsiteX25" fmla="*/ 116935 w 221855"/>
                <a:gd name="connsiteY25" fmla="*/ 100867 h 238122"/>
                <a:gd name="connsiteX26" fmla="*/ 146329 w 221855"/>
                <a:gd name="connsiteY26" fmla="*/ 114273 h 238122"/>
                <a:gd name="connsiteX27" fmla="*/ 146329 w 221855"/>
                <a:gd name="connsiteY27" fmla="*/ 114273 h 238122"/>
                <a:gd name="connsiteX28" fmla="*/ 148246 w 221855"/>
                <a:gd name="connsiteY28" fmla="*/ 115550 h 238122"/>
                <a:gd name="connsiteX29" fmla="*/ 148246 w 221855"/>
                <a:gd name="connsiteY29" fmla="*/ 115550 h 238122"/>
                <a:gd name="connsiteX30" fmla="*/ 150802 w 221855"/>
                <a:gd name="connsiteY30" fmla="*/ 116189 h 238122"/>
                <a:gd name="connsiteX31" fmla="*/ 150802 w 221855"/>
                <a:gd name="connsiteY31" fmla="*/ 116189 h 238122"/>
                <a:gd name="connsiteX32" fmla="*/ 150802 w 221855"/>
                <a:gd name="connsiteY32" fmla="*/ 116189 h 238122"/>
                <a:gd name="connsiteX33" fmla="*/ 152080 w 221855"/>
                <a:gd name="connsiteY33" fmla="*/ 116189 h 238122"/>
                <a:gd name="connsiteX34" fmla="*/ 153358 w 221855"/>
                <a:gd name="connsiteY34" fmla="*/ 116189 h 238122"/>
                <a:gd name="connsiteX35" fmla="*/ 153358 w 221855"/>
                <a:gd name="connsiteY35" fmla="*/ 116189 h 238122"/>
                <a:gd name="connsiteX36" fmla="*/ 211507 w 221855"/>
                <a:gd name="connsiteY36" fmla="*/ 115550 h 238122"/>
                <a:gd name="connsiteX37" fmla="*/ 218536 w 221855"/>
                <a:gd name="connsiteY37" fmla="*/ 116189 h 238122"/>
                <a:gd name="connsiteX38" fmla="*/ 221731 w 221855"/>
                <a:gd name="connsiteY38" fmla="*/ 109805 h 238122"/>
                <a:gd name="connsiteX39" fmla="*/ 118214 w 221855"/>
                <a:gd name="connsiteY39" fmla="*/ 16599 h 238122"/>
                <a:gd name="connsiteX40" fmla="*/ 114379 w 221855"/>
                <a:gd name="connsiteY40" fmla="*/ 89376 h 238122"/>
                <a:gd name="connsiteX41" fmla="*/ 112463 w 221855"/>
                <a:gd name="connsiteY41" fmla="*/ 89376 h 238122"/>
                <a:gd name="connsiteX42" fmla="*/ 111824 w 221855"/>
                <a:gd name="connsiteY42" fmla="*/ 89376 h 238122"/>
                <a:gd name="connsiteX43" fmla="*/ 110545 w 221855"/>
                <a:gd name="connsiteY43" fmla="*/ 89376 h 238122"/>
                <a:gd name="connsiteX44" fmla="*/ 77957 w 221855"/>
                <a:gd name="connsiteY44" fmla="*/ 99590 h 238122"/>
                <a:gd name="connsiteX45" fmla="*/ 111824 w 221855"/>
                <a:gd name="connsiteY45" fmla="*/ 30005 h 238122"/>
                <a:gd name="connsiteX46" fmla="*/ 145051 w 221855"/>
                <a:gd name="connsiteY46" fmla="*/ 97675 h 238122"/>
                <a:gd name="connsiteX47" fmla="*/ 114379 w 221855"/>
                <a:gd name="connsiteY47" fmla="*/ 89376 h 238122"/>
                <a:gd name="connsiteX48" fmla="*/ 14058 w 221855"/>
                <a:gd name="connsiteY48" fmla="*/ 101505 h 238122"/>
                <a:gd name="connsiteX49" fmla="*/ 91376 w 221855"/>
                <a:gd name="connsiteY49" fmla="*/ 31282 h 238122"/>
                <a:gd name="connsiteX50" fmla="*/ 64538 w 221855"/>
                <a:gd name="connsiteY50" fmla="*/ 102144 h 238122"/>
                <a:gd name="connsiteX51" fmla="*/ 14058 w 221855"/>
                <a:gd name="connsiteY51" fmla="*/ 101505 h 238122"/>
                <a:gd name="connsiteX52" fmla="*/ 157831 w 221855"/>
                <a:gd name="connsiteY52" fmla="*/ 102782 h 238122"/>
                <a:gd name="connsiteX53" fmla="*/ 130994 w 221855"/>
                <a:gd name="connsiteY53" fmla="*/ 31282 h 238122"/>
                <a:gd name="connsiteX54" fmla="*/ 208312 w 221855"/>
                <a:gd name="connsiteY54" fmla="*/ 100867 h 238122"/>
                <a:gd name="connsiteX55" fmla="*/ 157831 w 221855"/>
                <a:gd name="connsiteY55" fmla="*/ 102782 h 238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221855" h="238122">
                  <a:moveTo>
                    <a:pt x="118214" y="16599"/>
                  </a:moveTo>
                  <a:lnTo>
                    <a:pt x="118214" y="6384"/>
                  </a:lnTo>
                  <a:cubicBezTo>
                    <a:pt x="118214" y="2554"/>
                    <a:pt x="115658" y="0"/>
                    <a:pt x="111824" y="0"/>
                  </a:cubicBezTo>
                  <a:cubicBezTo>
                    <a:pt x="107989" y="0"/>
                    <a:pt x="105434" y="2554"/>
                    <a:pt x="105434" y="6384"/>
                  </a:cubicBezTo>
                  <a:lnTo>
                    <a:pt x="105434" y="16599"/>
                  </a:lnTo>
                  <a:cubicBezTo>
                    <a:pt x="49841" y="19791"/>
                    <a:pt x="4473" y="60010"/>
                    <a:pt x="0" y="111081"/>
                  </a:cubicBezTo>
                  <a:cubicBezTo>
                    <a:pt x="0" y="113635"/>
                    <a:pt x="639" y="115550"/>
                    <a:pt x="2555" y="116827"/>
                  </a:cubicBezTo>
                  <a:cubicBezTo>
                    <a:pt x="4473" y="118104"/>
                    <a:pt x="7029" y="118104"/>
                    <a:pt x="8945" y="117465"/>
                  </a:cubicBezTo>
                  <a:cubicBezTo>
                    <a:pt x="8945" y="117465"/>
                    <a:pt x="41535" y="101505"/>
                    <a:pt x="67094" y="117465"/>
                  </a:cubicBezTo>
                  <a:lnTo>
                    <a:pt x="67733" y="117465"/>
                  </a:lnTo>
                  <a:lnTo>
                    <a:pt x="68372" y="117465"/>
                  </a:lnTo>
                  <a:cubicBezTo>
                    <a:pt x="69011" y="117465"/>
                    <a:pt x="69650" y="118104"/>
                    <a:pt x="70289" y="118104"/>
                  </a:cubicBezTo>
                  <a:cubicBezTo>
                    <a:pt x="70289" y="118104"/>
                    <a:pt x="70289" y="118104"/>
                    <a:pt x="70928" y="118104"/>
                  </a:cubicBezTo>
                  <a:lnTo>
                    <a:pt x="70928" y="118104"/>
                  </a:lnTo>
                  <a:cubicBezTo>
                    <a:pt x="71567" y="118104"/>
                    <a:pt x="72206" y="118104"/>
                    <a:pt x="72845" y="117465"/>
                  </a:cubicBezTo>
                  <a:cubicBezTo>
                    <a:pt x="72845" y="117465"/>
                    <a:pt x="73484" y="117465"/>
                    <a:pt x="73484" y="116827"/>
                  </a:cubicBezTo>
                  <a:cubicBezTo>
                    <a:pt x="73484" y="116827"/>
                    <a:pt x="74123" y="116827"/>
                    <a:pt x="74123" y="116189"/>
                  </a:cubicBezTo>
                  <a:cubicBezTo>
                    <a:pt x="85625" y="107889"/>
                    <a:pt x="95849" y="104059"/>
                    <a:pt x="104156" y="102144"/>
                  </a:cubicBezTo>
                  <a:lnTo>
                    <a:pt x="104156" y="215779"/>
                  </a:lnTo>
                  <a:cubicBezTo>
                    <a:pt x="104156" y="220886"/>
                    <a:pt x="99683" y="225355"/>
                    <a:pt x="94571" y="225355"/>
                  </a:cubicBezTo>
                  <a:cubicBezTo>
                    <a:pt x="89459" y="225355"/>
                    <a:pt x="84986" y="220886"/>
                    <a:pt x="84986" y="215779"/>
                  </a:cubicBezTo>
                  <a:cubicBezTo>
                    <a:pt x="84986" y="211948"/>
                    <a:pt x="82430" y="209395"/>
                    <a:pt x="78596" y="209395"/>
                  </a:cubicBezTo>
                  <a:cubicBezTo>
                    <a:pt x="74762" y="209395"/>
                    <a:pt x="72206" y="211948"/>
                    <a:pt x="72206" y="215779"/>
                  </a:cubicBezTo>
                  <a:cubicBezTo>
                    <a:pt x="72206" y="227908"/>
                    <a:pt x="82430" y="238123"/>
                    <a:pt x="94571" y="238123"/>
                  </a:cubicBezTo>
                  <a:cubicBezTo>
                    <a:pt x="107350" y="238123"/>
                    <a:pt x="116935" y="227908"/>
                    <a:pt x="116935" y="215779"/>
                  </a:cubicBezTo>
                  <a:lnTo>
                    <a:pt x="116935" y="100867"/>
                  </a:lnTo>
                  <a:cubicBezTo>
                    <a:pt x="135466" y="102144"/>
                    <a:pt x="145690" y="113635"/>
                    <a:pt x="146329" y="114273"/>
                  </a:cubicBezTo>
                  <a:lnTo>
                    <a:pt x="146329" y="114273"/>
                  </a:lnTo>
                  <a:cubicBezTo>
                    <a:pt x="146969" y="114912"/>
                    <a:pt x="147607" y="115550"/>
                    <a:pt x="148246" y="115550"/>
                  </a:cubicBezTo>
                  <a:lnTo>
                    <a:pt x="148246" y="115550"/>
                  </a:lnTo>
                  <a:cubicBezTo>
                    <a:pt x="148885" y="116189"/>
                    <a:pt x="150164" y="116189"/>
                    <a:pt x="150802" y="116189"/>
                  </a:cubicBezTo>
                  <a:lnTo>
                    <a:pt x="150802" y="116189"/>
                  </a:lnTo>
                  <a:lnTo>
                    <a:pt x="150802" y="116189"/>
                  </a:lnTo>
                  <a:cubicBezTo>
                    <a:pt x="151441" y="116189"/>
                    <a:pt x="151441" y="116189"/>
                    <a:pt x="152080" y="116189"/>
                  </a:cubicBezTo>
                  <a:cubicBezTo>
                    <a:pt x="152719" y="116189"/>
                    <a:pt x="152719" y="116189"/>
                    <a:pt x="153358" y="116189"/>
                  </a:cubicBezTo>
                  <a:lnTo>
                    <a:pt x="153358" y="116189"/>
                  </a:lnTo>
                  <a:cubicBezTo>
                    <a:pt x="190420" y="100229"/>
                    <a:pt x="210868" y="114912"/>
                    <a:pt x="211507" y="115550"/>
                  </a:cubicBezTo>
                  <a:cubicBezTo>
                    <a:pt x="213423" y="116827"/>
                    <a:pt x="215979" y="117465"/>
                    <a:pt x="218536" y="116189"/>
                  </a:cubicBezTo>
                  <a:cubicBezTo>
                    <a:pt x="220453" y="114912"/>
                    <a:pt x="222369" y="112358"/>
                    <a:pt x="221731" y="109805"/>
                  </a:cubicBezTo>
                  <a:cubicBezTo>
                    <a:pt x="219174" y="60010"/>
                    <a:pt x="173806" y="19791"/>
                    <a:pt x="118214" y="16599"/>
                  </a:cubicBezTo>
                  <a:close/>
                  <a:moveTo>
                    <a:pt x="114379" y="89376"/>
                  </a:moveTo>
                  <a:cubicBezTo>
                    <a:pt x="113740" y="89376"/>
                    <a:pt x="113102" y="89376"/>
                    <a:pt x="112463" y="89376"/>
                  </a:cubicBezTo>
                  <a:lnTo>
                    <a:pt x="111824" y="89376"/>
                  </a:lnTo>
                  <a:cubicBezTo>
                    <a:pt x="111184" y="89376"/>
                    <a:pt x="111184" y="89376"/>
                    <a:pt x="110545" y="89376"/>
                  </a:cubicBezTo>
                  <a:cubicBezTo>
                    <a:pt x="100961" y="90014"/>
                    <a:pt x="90098" y="93206"/>
                    <a:pt x="77957" y="99590"/>
                  </a:cubicBezTo>
                  <a:cubicBezTo>
                    <a:pt x="81152" y="55541"/>
                    <a:pt x="103517" y="35751"/>
                    <a:pt x="111824" y="30005"/>
                  </a:cubicBezTo>
                  <a:cubicBezTo>
                    <a:pt x="120130" y="35751"/>
                    <a:pt x="141217" y="54902"/>
                    <a:pt x="145051" y="97675"/>
                  </a:cubicBezTo>
                  <a:cubicBezTo>
                    <a:pt x="138022" y="93206"/>
                    <a:pt x="127159" y="89376"/>
                    <a:pt x="114379" y="89376"/>
                  </a:cubicBezTo>
                  <a:close/>
                  <a:moveTo>
                    <a:pt x="14058" y="101505"/>
                  </a:moveTo>
                  <a:cubicBezTo>
                    <a:pt x="21725" y="66394"/>
                    <a:pt x="53036" y="38304"/>
                    <a:pt x="91376" y="31282"/>
                  </a:cubicBezTo>
                  <a:cubicBezTo>
                    <a:pt x="79874" y="44050"/>
                    <a:pt x="66455" y="65755"/>
                    <a:pt x="64538" y="102144"/>
                  </a:cubicBezTo>
                  <a:cubicBezTo>
                    <a:pt x="46007" y="93845"/>
                    <a:pt x="26199" y="97675"/>
                    <a:pt x="14058" y="101505"/>
                  </a:cubicBezTo>
                  <a:close/>
                  <a:moveTo>
                    <a:pt x="157831" y="102782"/>
                  </a:moveTo>
                  <a:cubicBezTo>
                    <a:pt x="155914" y="66394"/>
                    <a:pt x="142495" y="44050"/>
                    <a:pt x="130994" y="31282"/>
                  </a:cubicBezTo>
                  <a:cubicBezTo>
                    <a:pt x="169333" y="38304"/>
                    <a:pt x="200643" y="66394"/>
                    <a:pt x="208312" y="100867"/>
                  </a:cubicBezTo>
                  <a:cubicBezTo>
                    <a:pt x="198088" y="97037"/>
                    <a:pt x="180835" y="95121"/>
                    <a:pt x="157831" y="102782"/>
                  </a:cubicBezTo>
                  <a:close/>
                </a:path>
              </a:pathLst>
            </a:custGeom>
            <a:solidFill>
              <a:srgbClr val="43B02A"/>
            </a:solidFill>
            <a:ln w="6390" cap="flat">
              <a:noFill/>
              <a:prstDash val="solid"/>
              <a:miter/>
            </a:ln>
          </p:spPr>
          <p:txBody>
            <a:bodyPr rtlCol="0" anchor="ctr"/>
            <a:lstStyle/>
            <a:p>
              <a:endParaRPr lang="en-US"/>
            </a:p>
          </p:txBody>
        </p:sp>
      </p:grpSp>
      <p:grpSp>
        <p:nvGrpSpPr>
          <p:cNvPr id="491" name="Graphic 6">
            <a:extLst>
              <a:ext uri="{FF2B5EF4-FFF2-40B4-BE49-F238E27FC236}">
                <a16:creationId xmlns:a16="http://schemas.microsoft.com/office/drawing/2014/main" id="{C33802C8-CBEF-2D44-B39C-7FEE24D8D078}"/>
              </a:ext>
            </a:extLst>
          </p:cNvPr>
          <p:cNvGrpSpPr/>
          <p:nvPr/>
        </p:nvGrpSpPr>
        <p:grpSpPr>
          <a:xfrm>
            <a:off x="8841755" y="919456"/>
            <a:ext cx="362309" cy="361971"/>
            <a:chOff x="8841755" y="919456"/>
            <a:chExt cx="362309" cy="361971"/>
          </a:xfrm>
          <a:solidFill>
            <a:srgbClr val="43B02A"/>
          </a:solidFill>
        </p:grpSpPr>
        <p:sp>
          <p:nvSpPr>
            <p:cNvPr id="492" name="Graphic 6">
              <a:extLst>
                <a:ext uri="{FF2B5EF4-FFF2-40B4-BE49-F238E27FC236}">
                  <a16:creationId xmlns:a16="http://schemas.microsoft.com/office/drawing/2014/main" id="{C9FCE9E1-2B48-404F-B503-5C2F02FEA508}"/>
                </a:ext>
              </a:extLst>
            </p:cNvPr>
            <p:cNvSpPr/>
            <p:nvPr/>
          </p:nvSpPr>
          <p:spPr>
            <a:xfrm>
              <a:off x="8841755" y="91945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181474 w 362309"/>
                <a:gd name="connsiteY4" fmla="*/ 0 h 361971"/>
                <a:gd name="connsiteX5" fmla="*/ 180836 w 362309"/>
                <a:gd name="connsiteY5" fmla="*/ 349204 h 361971"/>
                <a:gd name="connsiteX6" fmla="*/ 12780 w 362309"/>
                <a:gd name="connsiteY6" fmla="*/ 180667 h 361971"/>
                <a:gd name="connsiteX7" fmla="*/ 181474 w 362309"/>
                <a:gd name="connsiteY7" fmla="*/ 12768 h 361971"/>
                <a:gd name="connsiteX8" fmla="*/ 349530 w 362309"/>
                <a:gd name="connsiteY8" fmla="*/ 181305 h 361971"/>
                <a:gd name="connsiteX9" fmla="*/ 180836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3" y="0"/>
                    <a:pt x="0" y="81077"/>
                    <a:pt x="0" y="180667"/>
                  </a:cubicBezTo>
                  <a:cubicBezTo>
                    <a:pt x="0" y="280257"/>
                    <a:pt x="81153" y="361972"/>
                    <a:pt x="180836" y="361972"/>
                  </a:cubicBezTo>
                  <a:cubicBezTo>
                    <a:pt x="281157" y="361972"/>
                    <a:pt x="362310" y="280895"/>
                    <a:pt x="362310" y="181305"/>
                  </a:cubicBezTo>
                  <a:cubicBezTo>
                    <a:pt x="362310" y="81715"/>
                    <a:pt x="281157" y="0"/>
                    <a:pt x="181474" y="0"/>
                  </a:cubicBezTo>
                  <a:close/>
                  <a:moveTo>
                    <a:pt x="180836" y="349204"/>
                  </a:moveTo>
                  <a:cubicBezTo>
                    <a:pt x="88181" y="349204"/>
                    <a:pt x="12780" y="273873"/>
                    <a:pt x="12780" y="180667"/>
                  </a:cubicBezTo>
                  <a:cubicBezTo>
                    <a:pt x="12780" y="88099"/>
                    <a:pt x="88181" y="12768"/>
                    <a:pt x="181474" y="12768"/>
                  </a:cubicBezTo>
                  <a:cubicBezTo>
                    <a:pt x="274128" y="12768"/>
                    <a:pt x="349530" y="88099"/>
                    <a:pt x="349530" y="181305"/>
                  </a:cubicBezTo>
                  <a:cubicBezTo>
                    <a:pt x="349530" y="273873"/>
                    <a:pt x="274128" y="349204"/>
                    <a:pt x="180836" y="349204"/>
                  </a:cubicBezTo>
                  <a:close/>
                </a:path>
              </a:pathLst>
            </a:custGeom>
            <a:solidFill>
              <a:srgbClr val="43B02A"/>
            </a:solidFill>
            <a:ln w="6390" cap="flat">
              <a:noFill/>
              <a:prstDash val="solid"/>
              <a:miter/>
            </a:ln>
          </p:spPr>
          <p:txBody>
            <a:bodyPr rtlCol="0" anchor="ctr"/>
            <a:lstStyle/>
            <a:p>
              <a:endParaRPr lang="en-US"/>
            </a:p>
          </p:txBody>
        </p:sp>
        <p:sp>
          <p:nvSpPr>
            <p:cNvPr id="493" name="Graphic 6">
              <a:extLst>
                <a:ext uri="{FF2B5EF4-FFF2-40B4-BE49-F238E27FC236}">
                  <a16:creationId xmlns:a16="http://schemas.microsoft.com/office/drawing/2014/main" id="{91472CE9-4A12-0144-888E-8A39DF1F2DCA}"/>
                </a:ext>
              </a:extLst>
            </p:cNvPr>
            <p:cNvSpPr/>
            <p:nvPr/>
          </p:nvSpPr>
          <p:spPr>
            <a:xfrm>
              <a:off x="8910128" y="1018407"/>
              <a:ext cx="226842" cy="93844"/>
            </a:xfrm>
            <a:custGeom>
              <a:avLst/>
              <a:gdLst>
                <a:gd name="connsiteX0" fmla="*/ 180196 w 226842"/>
                <a:gd name="connsiteY0" fmla="*/ 0 h 93844"/>
                <a:gd name="connsiteX1" fmla="*/ 133550 w 226842"/>
                <a:gd name="connsiteY1" fmla="*/ 46603 h 93844"/>
                <a:gd name="connsiteX2" fmla="*/ 133550 w 226842"/>
                <a:gd name="connsiteY2" fmla="*/ 52349 h 93844"/>
                <a:gd name="connsiteX3" fmla="*/ 140579 w 226842"/>
                <a:gd name="connsiteY3" fmla="*/ 58094 h 93844"/>
                <a:gd name="connsiteX4" fmla="*/ 146330 w 226842"/>
                <a:gd name="connsiteY4" fmla="*/ 51072 h 93844"/>
                <a:gd name="connsiteX5" fmla="*/ 146330 w 226842"/>
                <a:gd name="connsiteY5" fmla="*/ 47242 h 93844"/>
                <a:gd name="connsiteX6" fmla="*/ 180196 w 226842"/>
                <a:gd name="connsiteY6" fmla="*/ 13406 h 93844"/>
                <a:gd name="connsiteX7" fmla="*/ 214063 w 226842"/>
                <a:gd name="connsiteY7" fmla="*/ 47242 h 93844"/>
                <a:gd name="connsiteX8" fmla="*/ 180196 w 226842"/>
                <a:gd name="connsiteY8" fmla="*/ 81077 h 93844"/>
                <a:gd name="connsiteX9" fmla="*/ 6390 w 226842"/>
                <a:gd name="connsiteY9" fmla="*/ 81077 h 93844"/>
                <a:gd name="connsiteX10" fmla="*/ 0 w 226842"/>
                <a:gd name="connsiteY10" fmla="*/ 87461 h 93844"/>
                <a:gd name="connsiteX11" fmla="*/ 6390 w 226842"/>
                <a:gd name="connsiteY11" fmla="*/ 93845 h 93844"/>
                <a:gd name="connsiteX12" fmla="*/ 180196 w 226842"/>
                <a:gd name="connsiteY12" fmla="*/ 93845 h 93844"/>
                <a:gd name="connsiteX13" fmla="*/ 226843 w 226842"/>
                <a:gd name="connsiteY13" fmla="*/ 47242 h 93844"/>
                <a:gd name="connsiteX14" fmla="*/ 180196 w 226842"/>
                <a:gd name="connsiteY14" fmla="*/ 0 h 9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6842" h="93844">
                  <a:moveTo>
                    <a:pt x="180196" y="0"/>
                  </a:moveTo>
                  <a:cubicBezTo>
                    <a:pt x="154636" y="0"/>
                    <a:pt x="133550" y="21067"/>
                    <a:pt x="133550" y="46603"/>
                  </a:cubicBezTo>
                  <a:cubicBezTo>
                    <a:pt x="133550" y="48518"/>
                    <a:pt x="133550" y="50434"/>
                    <a:pt x="133550" y="52349"/>
                  </a:cubicBezTo>
                  <a:cubicBezTo>
                    <a:pt x="134189" y="55541"/>
                    <a:pt x="137384" y="58733"/>
                    <a:pt x="140579" y="58094"/>
                  </a:cubicBezTo>
                  <a:cubicBezTo>
                    <a:pt x="143774" y="57456"/>
                    <a:pt x="146330" y="54264"/>
                    <a:pt x="146330" y="51072"/>
                  </a:cubicBezTo>
                  <a:cubicBezTo>
                    <a:pt x="146330" y="49795"/>
                    <a:pt x="146330" y="48518"/>
                    <a:pt x="146330" y="47242"/>
                  </a:cubicBezTo>
                  <a:cubicBezTo>
                    <a:pt x="146330" y="28728"/>
                    <a:pt x="161665" y="13406"/>
                    <a:pt x="180196" y="13406"/>
                  </a:cubicBezTo>
                  <a:cubicBezTo>
                    <a:pt x="198727" y="13406"/>
                    <a:pt x="214063" y="28728"/>
                    <a:pt x="214063" y="47242"/>
                  </a:cubicBezTo>
                  <a:cubicBezTo>
                    <a:pt x="214063" y="65755"/>
                    <a:pt x="198727" y="81077"/>
                    <a:pt x="180196" y="81077"/>
                  </a:cubicBezTo>
                  <a:lnTo>
                    <a:pt x="6390" y="81077"/>
                  </a:lnTo>
                  <a:cubicBezTo>
                    <a:pt x="2556" y="81077"/>
                    <a:pt x="0" y="83630"/>
                    <a:pt x="0" y="87461"/>
                  </a:cubicBezTo>
                  <a:cubicBezTo>
                    <a:pt x="0" y="91291"/>
                    <a:pt x="2556" y="93845"/>
                    <a:pt x="6390" y="93845"/>
                  </a:cubicBezTo>
                  <a:lnTo>
                    <a:pt x="180196" y="93845"/>
                  </a:lnTo>
                  <a:cubicBezTo>
                    <a:pt x="205756" y="93845"/>
                    <a:pt x="226843" y="72777"/>
                    <a:pt x="226843" y="47242"/>
                  </a:cubicBezTo>
                  <a:cubicBezTo>
                    <a:pt x="226843" y="21706"/>
                    <a:pt x="205756" y="0"/>
                    <a:pt x="180196" y="0"/>
                  </a:cubicBezTo>
                  <a:close/>
                </a:path>
              </a:pathLst>
            </a:custGeom>
            <a:solidFill>
              <a:srgbClr val="43B02A"/>
            </a:solidFill>
            <a:ln w="6390" cap="flat">
              <a:noFill/>
              <a:prstDash val="solid"/>
              <a:miter/>
            </a:ln>
          </p:spPr>
          <p:txBody>
            <a:bodyPr rtlCol="0" anchor="ctr"/>
            <a:lstStyle/>
            <a:p>
              <a:endParaRPr lang="en-US"/>
            </a:p>
          </p:txBody>
        </p:sp>
        <p:sp>
          <p:nvSpPr>
            <p:cNvPr id="494" name="Graphic 6">
              <a:extLst>
                <a:ext uri="{FF2B5EF4-FFF2-40B4-BE49-F238E27FC236}">
                  <a16:creationId xmlns:a16="http://schemas.microsoft.com/office/drawing/2014/main" id="{2F37F110-B3EF-974F-B7F5-9E3CDC25E4A7}"/>
                </a:ext>
              </a:extLst>
            </p:cNvPr>
            <p:cNvSpPr/>
            <p:nvPr/>
          </p:nvSpPr>
          <p:spPr>
            <a:xfrm>
              <a:off x="8909489" y="1004363"/>
              <a:ext cx="130354" cy="72777"/>
            </a:xfrm>
            <a:custGeom>
              <a:avLst/>
              <a:gdLst>
                <a:gd name="connsiteX0" fmla="*/ 6390 w 130354"/>
                <a:gd name="connsiteY0" fmla="*/ 72777 h 72777"/>
                <a:gd name="connsiteX1" fmla="*/ 93932 w 130354"/>
                <a:gd name="connsiteY1" fmla="*/ 72777 h 72777"/>
                <a:gd name="connsiteX2" fmla="*/ 130354 w 130354"/>
                <a:gd name="connsiteY2" fmla="*/ 36389 h 72777"/>
                <a:gd name="connsiteX3" fmla="*/ 93932 w 130354"/>
                <a:gd name="connsiteY3" fmla="*/ 0 h 72777"/>
                <a:gd name="connsiteX4" fmla="*/ 57509 w 130354"/>
                <a:gd name="connsiteY4" fmla="*/ 36389 h 72777"/>
                <a:gd name="connsiteX5" fmla="*/ 57509 w 130354"/>
                <a:gd name="connsiteY5" fmla="*/ 40858 h 72777"/>
                <a:gd name="connsiteX6" fmla="*/ 64538 w 130354"/>
                <a:gd name="connsiteY6" fmla="*/ 46603 h 72777"/>
                <a:gd name="connsiteX7" fmla="*/ 70289 w 130354"/>
                <a:gd name="connsiteY7" fmla="*/ 39581 h 72777"/>
                <a:gd name="connsiteX8" fmla="*/ 70289 w 130354"/>
                <a:gd name="connsiteY8" fmla="*/ 37027 h 72777"/>
                <a:gd name="connsiteX9" fmla="*/ 93932 w 130354"/>
                <a:gd name="connsiteY9" fmla="*/ 13406 h 72777"/>
                <a:gd name="connsiteX10" fmla="*/ 117574 w 130354"/>
                <a:gd name="connsiteY10" fmla="*/ 37027 h 72777"/>
                <a:gd name="connsiteX11" fmla="*/ 93932 w 130354"/>
                <a:gd name="connsiteY11" fmla="*/ 60648 h 72777"/>
                <a:gd name="connsiteX12" fmla="*/ 6390 w 130354"/>
                <a:gd name="connsiteY12" fmla="*/ 60648 h 72777"/>
                <a:gd name="connsiteX13" fmla="*/ 0 w 130354"/>
                <a:gd name="connsiteY13" fmla="*/ 67032 h 72777"/>
                <a:gd name="connsiteX14" fmla="*/ 6390 w 130354"/>
                <a:gd name="connsiteY14" fmla="*/ 72777 h 72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0354" h="72777">
                  <a:moveTo>
                    <a:pt x="6390" y="72777"/>
                  </a:moveTo>
                  <a:lnTo>
                    <a:pt x="93932" y="72777"/>
                  </a:lnTo>
                  <a:cubicBezTo>
                    <a:pt x="113740" y="72777"/>
                    <a:pt x="130354" y="56818"/>
                    <a:pt x="130354" y="36389"/>
                  </a:cubicBezTo>
                  <a:cubicBezTo>
                    <a:pt x="130354" y="16598"/>
                    <a:pt x="114379" y="0"/>
                    <a:pt x="93932" y="0"/>
                  </a:cubicBezTo>
                  <a:cubicBezTo>
                    <a:pt x="74123" y="0"/>
                    <a:pt x="57509" y="15960"/>
                    <a:pt x="57509" y="36389"/>
                  </a:cubicBezTo>
                  <a:cubicBezTo>
                    <a:pt x="57509" y="37666"/>
                    <a:pt x="57509" y="39581"/>
                    <a:pt x="57509" y="40858"/>
                  </a:cubicBezTo>
                  <a:cubicBezTo>
                    <a:pt x="58148" y="44050"/>
                    <a:pt x="61343" y="46603"/>
                    <a:pt x="64538" y="46603"/>
                  </a:cubicBezTo>
                  <a:cubicBezTo>
                    <a:pt x="67733" y="45965"/>
                    <a:pt x="70289" y="42773"/>
                    <a:pt x="70289" y="39581"/>
                  </a:cubicBezTo>
                  <a:cubicBezTo>
                    <a:pt x="70289" y="38942"/>
                    <a:pt x="70289" y="37666"/>
                    <a:pt x="70289" y="37027"/>
                  </a:cubicBezTo>
                  <a:cubicBezTo>
                    <a:pt x="70289" y="24259"/>
                    <a:pt x="81152" y="13406"/>
                    <a:pt x="93932" y="13406"/>
                  </a:cubicBezTo>
                  <a:cubicBezTo>
                    <a:pt x="106712" y="13406"/>
                    <a:pt x="117574" y="24259"/>
                    <a:pt x="117574" y="37027"/>
                  </a:cubicBezTo>
                  <a:cubicBezTo>
                    <a:pt x="117574" y="49795"/>
                    <a:pt x="106712" y="60648"/>
                    <a:pt x="93932" y="60648"/>
                  </a:cubicBezTo>
                  <a:lnTo>
                    <a:pt x="6390" y="60648"/>
                  </a:lnTo>
                  <a:cubicBezTo>
                    <a:pt x="2555" y="60648"/>
                    <a:pt x="0" y="63201"/>
                    <a:pt x="0" y="67032"/>
                  </a:cubicBezTo>
                  <a:cubicBezTo>
                    <a:pt x="0" y="69585"/>
                    <a:pt x="3195" y="72777"/>
                    <a:pt x="6390" y="72777"/>
                  </a:cubicBezTo>
                  <a:close/>
                </a:path>
              </a:pathLst>
            </a:custGeom>
            <a:solidFill>
              <a:srgbClr val="43B02A"/>
            </a:solidFill>
            <a:ln w="6390" cap="flat">
              <a:noFill/>
              <a:prstDash val="solid"/>
              <a:miter/>
            </a:ln>
          </p:spPr>
          <p:txBody>
            <a:bodyPr rtlCol="0" anchor="ctr"/>
            <a:lstStyle/>
            <a:p>
              <a:endParaRPr lang="en-US"/>
            </a:p>
          </p:txBody>
        </p:sp>
        <p:sp>
          <p:nvSpPr>
            <p:cNvPr id="495" name="Graphic 6">
              <a:extLst>
                <a:ext uri="{FF2B5EF4-FFF2-40B4-BE49-F238E27FC236}">
                  <a16:creationId xmlns:a16="http://schemas.microsoft.com/office/drawing/2014/main" id="{36198E59-6B1E-0348-9DF3-C6406F14E56A}"/>
                </a:ext>
              </a:extLst>
            </p:cNvPr>
            <p:cNvSpPr/>
            <p:nvPr/>
          </p:nvSpPr>
          <p:spPr>
            <a:xfrm>
              <a:off x="8909489" y="1124381"/>
              <a:ext cx="217257" cy="73415"/>
            </a:xfrm>
            <a:custGeom>
              <a:avLst/>
              <a:gdLst>
                <a:gd name="connsiteX0" fmla="*/ 180835 w 217257"/>
                <a:gd name="connsiteY0" fmla="*/ 0 h 73415"/>
                <a:gd name="connsiteX1" fmla="*/ 6390 w 217257"/>
                <a:gd name="connsiteY1" fmla="*/ 0 h 73415"/>
                <a:gd name="connsiteX2" fmla="*/ 0 w 217257"/>
                <a:gd name="connsiteY2" fmla="*/ 6384 h 73415"/>
                <a:gd name="connsiteX3" fmla="*/ 6390 w 217257"/>
                <a:gd name="connsiteY3" fmla="*/ 12768 h 73415"/>
                <a:gd name="connsiteX4" fmla="*/ 180835 w 217257"/>
                <a:gd name="connsiteY4" fmla="*/ 12768 h 73415"/>
                <a:gd name="connsiteX5" fmla="*/ 204478 w 217257"/>
                <a:gd name="connsiteY5" fmla="*/ 36389 h 73415"/>
                <a:gd name="connsiteX6" fmla="*/ 180835 w 217257"/>
                <a:gd name="connsiteY6" fmla="*/ 60009 h 73415"/>
                <a:gd name="connsiteX7" fmla="*/ 157192 w 217257"/>
                <a:gd name="connsiteY7" fmla="*/ 36389 h 73415"/>
                <a:gd name="connsiteX8" fmla="*/ 157192 w 217257"/>
                <a:gd name="connsiteY8" fmla="*/ 33835 h 73415"/>
                <a:gd name="connsiteX9" fmla="*/ 151441 w 217257"/>
                <a:gd name="connsiteY9" fmla="*/ 26813 h 73415"/>
                <a:gd name="connsiteX10" fmla="*/ 144412 w 217257"/>
                <a:gd name="connsiteY10" fmla="*/ 32558 h 73415"/>
                <a:gd name="connsiteX11" fmla="*/ 144412 w 217257"/>
                <a:gd name="connsiteY11" fmla="*/ 37027 h 73415"/>
                <a:gd name="connsiteX12" fmla="*/ 180835 w 217257"/>
                <a:gd name="connsiteY12" fmla="*/ 73416 h 73415"/>
                <a:gd name="connsiteX13" fmla="*/ 217258 w 217257"/>
                <a:gd name="connsiteY13" fmla="*/ 37027 h 73415"/>
                <a:gd name="connsiteX14" fmla="*/ 180835 w 217257"/>
                <a:gd name="connsiteY14" fmla="*/ 0 h 7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7257" h="73415">
                  <a:moveTo>
                    <a:pt x="180835" y="0"/>
                  </a:moveTo>
                  <a:lnTo>
                    <a:pt x="6390" y="0"/>
                  </a:lnTo>
                  <a:cubicBezTo>
                    <a:pt x="2555" y="0"/>
                    <a:pt x="0" y="2554"/>
                    <a:pt x="0" y="6384"/>
                  </a:cubicBezTo>
                  <a:cubicBezTo>
                    <a:pt x="0" y="10214"/>
                    <a:pt x="2555" y="12768"/>
                    <a:pt x="6390" y="12768"/>
                  </a:cubicBezTo>
                  <a:lnTo>
                    <a:pt x="180835" y="12768"/>
                  </a:lnTo>
                  <a:cubicBezTo>
                    <a:pt x="193615" y="12768"/>
                    <a:pt x="204478" y="22982"/>
                    <a:pt x="204478" y="36389"/>
                  </a:cubicBezTo>
                  <a:cubicBezTo>
                    <a:pt x="204478" y="49157"/>
                    <a:pt x="194253" y="60009"/>
                    <a:pt x="180835" y="60009"/>
                  </a:cubicBezTo>
                  <a:cubicBezTo>
                    <a:pt x="168055" y="60009"/>
                    <a:pt x="157192" y="49795"/>
                    <a:pt x="157192" y="36389"/>
                  </a:cubicBezTo>
                  <a:cubicBezTo>
                    <a:pt x="157192" y="35750"/>
                    <a:pt x="157192" y="34473"/>
                    <a:pt x="157192" y="33835"/>
                  </a:cubicBezTo>
                  <a:cubicBezTo>
                    <a:pt x="157831" y="30643"/>
                    <a:pt x="155275" y="27451"/>
                    <a:pt x="151441" y="26813"/>
                  </a:cubicBezTo>
                  <a:cubicBezTo>
                    <a:pt x="148246" y="26174"/>
                    <a:pt x="145051" y="28728"/>
                    <a:pt x="144412" y="32558"/>
                  </a:cubicBezTo>
                  <a:cubicBezTo>
                    <a:pt x="144412" y="33835"/>
                    <a:pt x="144412" y="35112"/>
                    <a:pt x="144412" y="37027"/>
                  </a:cubicBezTo>
                  <a:cubicBezTo>
                    <a:pt x="144412" y="56817"/>
                    <a:pt x="160387" y="73416"/>
                    <a:pt x="180835" y="73416"/>
                  </a:cubicBezTo>
                  <a:cubicBezTo>
                    <a:pt x="200643" y="73416"/>
                    <a:pt x="217258" y="57456"/>
                    <a:pt x="217258" y="37027"/>
                  </a:cubicBezTo>
                  <a:cubicBezTo>
                    <a:pt x="216618" y="15960"/>
                    <a:pt x="200643" y="0"/>
                    <a:pt x="180835" y="0"/>
                  </a:cubicBezTo>
                  <a:close/>
                </a:path>
              </a:pathLst>
            </a:custGeom>
            <a:solidFill>
              <a:srgbClr val="43B02A"/>
            </a:solidFill>
            <a:ln w="6390" cap="flat">
              <a:noFill/>
              <a:prstDash val="solid"/>
              <a:miter/>
            </a:ln>
          </p:spPr>
          <p:txBody>
            <a:bodyPr rtlCol="0" anchor="ctr"/>
            <a:lstStyle/>
            <a:p>
              <a:endParaRPr lang="en-US"/>
            </a:p>
          </p:txBody>
        </p:sp>
      </p:grpSp>
      <p:grpSp>
        <p:nvGrpSpPr>
          <p:cNvPr id="496" name="Graphic 6">
            <a:extLst>
              <a:ext uri="{FF2B5EF4-FFF2-40B4-BE49-F238E27FC236}">
                <a16:creationId xmlns:a16="http://schemas.microsoft.com/office/drawing/2014/main" id="{4DBB726B-7A33-8142-9FE7-510140A098F7}"/>
              </a:ext>
            </a:extLst>
          </p:cNvPr>
          <p:cNvGrpSpPr/>
          <p:nvPr/>
        </p:nvGrpSpPr>
        <p:grpSpPr>
          <a:xfrm>
            <a:off x="5099169" y="2370535"/>
            <a:ext cx="362309" cy="361971"/>
            <a:chOff x="5099169" y="2370535"/>
            <a:chExt cx="362309" cy="361971"/>
          </a:xfrm>
          <a:solidFill>
            <a:srgbClr val="046A38"/>
          </a:solidFill>
        </p:grpSpPr>
        <p:sp>
          <p:nvSpPr>
            <p:cNvPr id="497" name="Graphic 6">
              <a:extLst>
                <a:ext uri="{FF2B5EF4-FFF2-40B4-BE49-F238E27FC236}">
                  <a16:creationId xmlns:a16="http://schemas.microsoft.com/office/drawing/2014/main" id="{CA5B4FF2-8A94-3744-B8C7-AF8380B9295A}"/>
                </a:ext>
              </a:extLst>
            </p:cNvPr>
            <p:cNvSpPr/>
            <p:nvPr/>
          </p:nvSpPr>
          <p:spPr>
            <a:xfrm>
              <a:off x="5239109" y="2509706"/>
              <a:ext cx="125242" cy="52348"/>
            </a:xfrm>
            <a:custGeom>
              <a:avLst/>
              <a:gdLst>
                <a:gd name="connsiteX0" fmla="*/ 25560 w 125242"/>
                <a:gd name="connsiteY0" fmla="*/ 0 h 52348"/>
                <a:gd name="connsiteX1" fmla="*/ 0 w 125242"/>
                <a:gd name="connsiteY1" fmla="*/ 26174 h 52348"/>
                <a:gd name="connsiteX2" fmla="*/ 25560 w 125242"/>
                <a:gd name="connsiteY2" fmla="*/ 52349 h 52348"/>
                <a:gd name="connsiteX3" fmla="*/ 81152 w 125242"/>
                <a:gd name="connsiteY3" fmla="*/ 44049 h 52348"/>
                <a:gd name="connsiteX4" fmla="*/ 125243 w 125242"/>
                <a:gd name="connsiteY4" fmla="*/ 33835 h 52348"/>
                <a:gd name="connsiteX5" fmla="*/ 51758 w 125242"/>
                <a:gd name="connsiteY5" fmla="*/ 5746 h 52348"/>
                <a:gd name="connsiteX6" fmla="*/ 25560 w 125242"/>
                <a:gd name="connsiteY6" fmla="*/ 0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242" h="52348">
                  <a:moveTo>
                    <a:pt x="25560" y="0"/>
                  </a:moveTo>
                  <a:cubicBezTo>
                    <a:pt x="7668" y="0"/>
                    <a:pt x="0" y="8299"/>
                    <a:pt x="0" y="26174"/>
                  </a:cubicBezTo>
                  <a:cubicBezTo>
                    <a:pt x="0" y="44049"/>
                    <a:pt x="8307" y="52349"/>
                    <a:pt x="25560" y="52349"/>
                  </a:cubicBezTo>
                  <a:cubicBezTo>
                    <a:pt x="25560" y="52349"/>
                    <a:pt x="53036" y="49795"/>
                    <a:pt x="81152" y="44049"/>
                  </a:cubicBezTo>
                  <a:cubicBezTo>
                    <a:pt x="95849" y="40857"/>
                    <a:pt x="112463" y="37027"/>
                    <a:pt x="125243" y="33835"/>
                  </a:cubicBezTo>
                  <a:lnTo>
                    <a:pt x="51758" y="5746"/>
                  </a:lnTo>
                  <a:cubicBezTo>
                    <a:pt x="51119" y="5107"/>
                    <a:pt x="38340" y="0"/>
                    <a:pt x="25560" y="0"/>
                  </a:cubicBezTo>
                  <a:close/>
                </a:path>
              </a:pathLst>
            </a:custGeom>
            <a:solidFill>
              <a:srgbClr val="046A38"/>
            </a:solidFill>
            <a:ln w="6390" cap="flat">
              <a:noFill/>
              <a:prstDash val="solid"/>
              <a:miter/>
            </a:ln>
          </p:spPr>
          <p:txBody>
            <a:bodyPr rtlCol="0" anchor="ctr"/>
            <a:lstStyle/>
            <a:p>
              <a:endParaRPr lang="en-US"/>
            </a:p>
          </p:txBody>
        </p:sp>
        <p:sp>
          <p:nvSpPr>
            <p:cNvPr id="498" name="Graphic 6">
              <a:extLst>
                <a:ext uri="{FF2B5EF4-FFF2-40B4-BE49-F238E27FC236}">
                  <a16:creationId xmlns:a16="http://schemas.microsoft.com/office/drawing/2014/main" id="{5CC7A15F-6F30-A449-B413-395E5EDF34DC}"/>
                </a:ext>
              </a:extLst>
            </p:cNvPr>
            <p:cNvSpPr/>
            <p:nvPr/>
          </p:nvSpPr>
          <p:spPr>
            <a:xfrm>
              <a:off x="5099169" y="2370535"/>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181474 w 362309"/>
                <a:gd name="connsiteY4" fmla="*/ 0 h 361971"/>
                <a:gd name="connsiteX5" fmla="*/ 287547 w 362309"/>
                <a:gd name="connsiteY5" fmla="*/ 179390 h 361971"/>
                <a:gd name="connsiteX6" fmla="*/ 254319 w 362309"/>
                <a:gd name="connsiteY6" fmla="*/ 188327 h 361971"/>
                <a:gd name="connsiteX7" fmla="*/ 274128 w 362309"/>
                <a:gd name="connsiteY7" fmla="*/ 203011 h 361971"/>
                <a:gd name="connsiteX8" fmla="*/ 276684 w 362309"/>
                <a:gd name="connsiteY8" fmla="*/ 208118 h 361971"/>
                <a:gd name="connsiteX9" fmla="*/ 276684 w 362309"/>
                <a:gd name="connsiteY9" fmla="*/ 229185 h 361971"/>
                <a:gd name="connsiteX10" fmla="*/ 270294 w 362309"/>
                <a:gd name="connsiteY10" fmla="*/ 235569 h 361971"/>
                <a:gd name="connsiteX11" fmla="*/ 212146 w 362309"/>
                <a:gd name="connsiteY11" fmla="*/ 235569 h 361971"/>
                <a:gd name="connsiteX12" fmla="*/ 212146 w 362309"/>
                <a:gd name="connsiteY12" fmla="*/ 285364 h 361971"/>
                <a:gd name="connsiteX13" fmla="*/ 205756 w 362309"/>
                <a:gd name="connsiteY13" fmla="*/ 291748 h 361971"/>
                <a:gd name="connsiteX14" fmla="*/ 199366 w 362309"/>
                <a:gd name="connsiteY14" fmla="*/ 285364 h 361971"/>
                <a:gd name="connsiteX15" fmla="*/ 199366 w 362309"/>
                <a:gd name="connsiteY15" fmla="*/ 229185 h 361971"/>
                <a:gd name="connsiteX16" fmla="*/ 205756 w 362309"/>
                <a:gd name="connsiteY16" fmla="*/ 222801 h 361971"/>
                <a:gd name="connsiteX17" fmla="*/ 263904 w 362309"/>
                <a:gd name="connsiteY17" fmla="*/ 222801 h 361971"/>
                <a:gd name="connsiteX18" fmla="*/ 263904 w 362309"/>
                <a:gd name="connsiteY18" fmla="*/ 211310 h 361971"/>
                <a:gd name="connsiteX19" fmla="*/ 238345 w 362309"/>
                <a:gd name="connsiteY19" fmla="*/ 192158 h 361971"/>
                <a:gd name="connsiteX20" fmla="*/ 224287 w 362309"/>
                <a:gd name="connsiteY20" fmla="*/ 195350 h 361971"/>
                <a:gd name="connsiteX21" fmla="*/ 166138 w 362309"/>
                <a:gd name="connsiteY21" fmla="*/ 204287 h 361971"/>
                <a:gd name="connsiteX22" fmla="*/ 166138 w 362309"/>
                <a:gd name="connsiteY22" fmla="*/ 204287 h 361971"/>
                <a:gd name="connsiteX23" fmla="*/ 127160 w 362309"/>
                <a:gd name="connsiteY23" fmla="*/ 165345 h 361971"/>
                <a:gd name="connsiteX24" fmla="*/ 159110 w 362309"/>
                <a:gd name="connsiteY24" fmla="*/ 127041 h 361971"/>
                <a:gd name="connsiteX25" fmla="*/ 159110 w 362309"/>
                <a:gd name="connsiteY25" fmla="*/ 108528 h 361971"/>
                <a:gd name="connsiteX26" fmla="*/ 133550 w 362309"/>
                <a:gd name="connsiteY26" fmla="*/ 82992 h 361971"/>
                <a:gd name="connsiteX27" fmla="*/ 107351 w 362309"/>
                <a:gd name="connsiteY27" fmla="*/ 109166 h 361971"/>
                <a:gd name="connsiteX28" fmla="*/ 100961 w 362309"/>
                <a:gd name="connsiteY28" fmla="*/ 115550 h 361971"/>
                <a:gd name="connsiteX29" fmla="*/ 86903 w 362309"/>
                <a:gd name="connsiteY29" fmla="*/ 120657 h 361971"/>
                <a:gd name="connsiteX30" fmla="*/ 83708 w 362309"/>
                <a:gd name="connsiteY30" fmla="*/ 127041 h 361971"/>
                <a:gd name="connsiteX31" fmla="*/ 100961 w 362309"/>
                <a:gd name="connsiteY31" fmla="*/ 127041 h 361971"/>
                <a:gd name="connsiteX32" fmla="*/ 107351 w 362309"/>
                <a:gd name="connsiteY32" fmla="*/ 133425 h 361971"/>
                <a:gd name="connsiteX33" fmla="*/ 107351 w 362309"/>
                <a:gd name="connsiteY33" fmla="*/ 189604 h 361971"/>
                <a:gd name="connsiteX34" fmla="*/ 107351 w 362309"/>
                <a:gd name="connsiteY34" fmla="*/ 190243 h 361971"/>
                <a:gd name="connsiteX35" fmla="*/ 116297 w 362309"/>
                <a:gd name="connsiteY35" fmla="*/ 219609 h 361971"/>
                <a:gd name="connsiteX36" fmla="*/ 148885 w 362309"/>
                <a:gd name="connsiteY36" fmla="*/ 231100 h 361971"/>
                <a:gd name="connsiteX37" fmla="*/ 173167 w 362309"/>
                <a:gd name="connsiteY37" fmla="*/ 231100 h 361971"/>
                <a:gd name="connsiteX38" fmla="*/ 179557 w 362309"/>
                <a:gd name="connsiteY38" fmla="*/ 237484 h 361971"/>
                <a:gd name="connsiteX39" fmla="*/ 179557 w 362309"/>
                <a:gd name="connsiteY39" fmla="*/ 286002 h 361971"/>
                <a:gd name="connsiteX40" fmla="*/ 173167 w 362309"/>
                <a:gd name="connsiteY40" fmla="*/ 292386 h 361971"/>
                <a:gd name="connsiteX41" fmla="*/ 166777 w 362309"/>
                <a:gd name="connsiteY41" fmla="*/ 286002 h 361971"/>
                <a:gd name="connsiteX42" fmla="*/ 166777 w 362309"/>
                <a:gd name="connsiteY42" fmla="*/ 243868 h 361971"/>
                <a:gd name="connsiteX43" fmla="*/ 148885 w 362309"/>
                <a:gd name="connsiteY43" fmla="*/ 243868 h 361971"/>
                <a:gd name="connsiteX44" fmla="*/ 106712 w 362309"/>
                <a:gd name="connsiteY44" fmla="*/ 227908 h 361971"/>
                <a:gd name="connsiteX45" fmla="*/ 94571 w 362309"/>
                <a:gd name="connsiteY45" fmla="*/ 188966 h 361971"/>
                <a:gd name="connsiteX46" fmla="*/ 94571 w 362309"/>
                <a:gd name="connsiteY46" fmla="*/ 139171 h 361971"/>
                <a:gd name="connsiteX47" fmla="*/ 76679 w 362309"/>
                <a:gd name="connsiteY47" fmla="*/ 139171 h 361971"/>
                <a:gd name="connsiteX48" fmla="*/ 70289 w 362309"/>
                <a:gd name="connsiteY48" fmla="*/ 133425 h 361971"/>
                <a:gd name="connsiteX49" fmla="*/ 76679 w 362309"/>
                <a:gd name="connsiteY49" fmla="*/ 111081 h 361971"/>
                <a:gd name="connsiteX50" fmla="*/ 94571 w 362309"/>
                <a:gd name="connsiteY50" fmla="*/ 102144 h 361971"/>
                <a:gd name="connsiteX51" fmla="*/ 132911 w 362309"/>
                <a:gd name="connsiteY51" fmla="*/ 69585 h 361971"/>
                <a:gd name="connsiteX52" fmla="*/ 171250 w 362309"/>
                <a:gd name="connsiteY52" fmla="*/ 107889 h 361971"/>
                <a:gd name="connsiteX53" fmla="*/ 171250 w 362309"/>
                <a:gd name="connsiteY53" fmla="*/ 126403 h 361971"/>
                <a:gd name="connsiteX54" fmla="*/ 195532 w 362309"/>
                <a:gd name="connsiteY54" fmla="*/ 132148 h 361971"/>
                <a:gd name="connsiteX55" fmla="*/ 287547 w 362309"/>
                <a:gd name="connsiteY55" fmla="*/ 167260 h 361971"/>
                <a:gd name="connsiteX56" fmla="*/ 291381 w 362309"/>
                <a:gd name="connsiteY56" fmla="*/ 173644 h 361971"/>
                <a:gd name="connsiteX57" fmla="*/ 287547 w 362309"/>
                <a:gd name="connsiteY57" fmla="*/ 17939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62309" h="361971">
                  <a:moveTo>
                    <a:pt x="181474" y="0"/>
                  </a:moveTo>
                  <a:cubicBezTo>
                    <a:pt x="81152" y="0"/>
                    <a:pt x="0" y="81076"/>
                    <a:pt x="0" y="180667"/>
                  </a:cubicBezTo>
                  <a:cubicBezTo>
                    <a:pt x="0" y="280257"/>
                    <a:pt x="81152" y="361972"/>
                    <a:pt x="180835" y="361972"/>
                  </a:cubicBezTo>
                  <a:cubicBezTo>
                    <a:pt x="281157" y="361972"/>
                    <a:pt x="362310" y="280895"/>
                    <a:pt x="362310" y="181305"/>
                  </a:cubicBezTo>
                  <a:cubicBezTo>
                    <a:pt x="362310" y="81076"/>
                    <a:pt x="281157" y="0"/>
                    <a:pt x="181474" y="0"/>
                  </a:cubicBezTo>
                  <a:close/>
                  <a:moveTo>
                    <a:pt x="287547" y="179390"/>
                  </a:moveTo>
                  <a:cubicBezTo>
                    <a:pt x="287547" y="179390"/>
                    <a:pt x="272211" y="183220"/>
                    <a:pt x="254319" y="188327"/>
                  </a:cubicBezTo>
                  <a:lnTo>
                    <a:pt x="274128" y="203011"/>
                  </a:lnTo>
                  <a:cubicBezTo>
                    <a:pt x="276045" y="204287"/>
                    <a:pt x="276684" y="206203"/>
                    <a:pt x="276684" y="208118"/>
                  </a:cubicBezTo>
                  <a:lnTo>
                    <a:pt x="276684" y="229185"/>
                  </a:lnTo>
                  <a:cubicBezTo>
                    <a:pt x="276684" y="233015"/>
                    <a:pt x="274128" y="235569"/>
                    <a:pt x="270294" y="235569"/>
                  </a:cubicBezTo>
                  <a:lnTo>
                    <a:pt x="212146" y="235569"/>
                  </a:lnTo>
                  <a:lnTo>
                    <a:pt x="212146" y="285364"/>
                  </a:lnTo>
                  <a:cubicBezTo>
                    <a:pt x="212146" y="289194"/>
                    <a:pt x="209590" y="291748"/>
                    <a:pt x="205756" y="291748"/>
                  </a:cubicBezTo>
                  <a:cubicBezTo>
                    <a:pt x="201922" y="291748"/>
                    <a:pt x="199366" y="289194"/>
                    <a:pt x="199366" y="285364"/>
                  </a:cubicBezTo>
                  <a:lnTo>
                    <a:pt x="199366" y="229185"/>
                  </a:lnTo>
                  <a:cubicBezTo>
                    <a:pt x="199366" y="225355"/>
                    <a:pt x="201922" y="222801"/>
                    <a:pt x="205756" y="222801"/>
                  </a:cubicBezTo>
                  <a:lnTo>
                    <a:pt x="263904" y="222801"/>
                  </a:lnTo>
                  <a:lnTo>
                    <a:pt x="263904" y="211310"/>
                  </a:lnTo>
                  <a:lnTo>
                    <a:pt x="238345" y="192158"/>
                  </a:lnTo>
                  <a:cubicBezTo>
                    <a:pt x="233872" y="193435"/>
                    <a:pt x="228760" y="194073"/>
                    <a:pt x="224287" y="195350"/>
                  </a:cubicBezTo>
                  <a:cubicBezTo>
                    <a:pt x="195532" y="201734"/>
                    <a:pt x="167416" y="203649"/>
                    <a:pt x="166138" y="204287"/>
                  </a:cubicBezTo>
                  <a:lnTo>
                    <a:pt x="166138" y="204287"/>
                  </a:lnTo>
                  <a:cubicBezTo>
                    <a:pt x="141217" y="204287"/>
                    <a:pt x="127160" y="190243"/>
                    <a:pt x="127160" y="165345"/>
                  </a:cubicBezTo>
                  <a:cubicBezTo>
                    <a:pt x="127160" y="143001"/>
                    <a:pt x="138662" y="129595"/>
                    <a:pt x="159110" y="127041"/>
                  </a:cubicBezTo>
                  <a:lnTo>
                    <a:pt x="159110" y="108528"/>
                  </a:lnTo>
                  <a:cubicBezTo>
                    <a:pt x="159110" y="105974"/>
                    <a:pt x="157192" y="82992"/>
                    <a:pt x="133550" y="82992"/>
                  </a:cubicBezTo>
                  <a:cubicBezTo>
                    <a:pt x="109268" y="82992"/>
                    <a:pt x="107351" y="106612"/>
                    <a:pt x="107351" y="109166"/>
                  </a:cubicBezTo>
                  <a:cubicBezTo>
                    <a:pt x="107351" y="112358"/>
                    <a:pt x="104156" y="115550"/>
                    <a:pt x="100961" y="115550"/>
                  </a:cubicBezTo>
                  <a:cubicBezTo>
                    <a:pt x="94571" y="115550"/>
                    <a:pt x="89459" y="117465"/>
                    <a:pt x="86903" y="120657"/>
                  </a:cubicBezTo>
                  <a:cubicBezTo>
                    <a:pt x="84986" y="122572"/>
                    <a:pt x="84347" y="125126"/>
                    <a:pt x="83708" y="127041"/>
                  </a:cubicBezTo>
                  <a:lnTo>
                    <a:pt x="100961" y="127041"/>
                  </a:lnTo>
                  <a:cubicBezTo>
                    <a:pt x="104795" y="127041"/>
                    <a:pt x="107351" y="129595"/>
                    <a:pt x="107351" y="133425"/>
                  </a:cubicBezTo>
                  <a:lnTo>
                    <a:pt x="107351" y="189604"/>
                  </a:lnTo>
                  <a:lnTo>
                    <a:pt x="107351" y="190243"/>
                  </a:lnTo>
                  <a:cubicBezTo>
                    <a:pt x="107351" y="190243"/>
                    <a:pt x="106073" y="208118"/>
                    <a:pt x="116297" y="219609"/>
                  </a:cubicBezTo>
                  <a:cubicBezTo>
                    <a:pt x="123326" y="227270"/>
                    <a:pt x="134189" y="231100"/>
                    <a:pt x="148885" y="231100"/>
                  </a:cubicBezTo>
                  <a:lnTo>
                    <a:pt x="173167" y="231100"/>
                  </a:lnTo>
                  <a:cubicBezTo>
                    <a:pt x="177001" y="231100"/>
                    <a:pt x="179557" y="233654"/>
                    <a:pt x="179557" y="237484"/>
                  </a:cubicBezTo>
                  <a:lnTo>
                    <a:pt x="179557" y="286002"/>
                  </a:lnTo>
                  <a:cubicBezTo>
                    <a:pt x="179557" y="289833"/>
                    <a:pt x="177001" y="292386"/>
                    <a:pt x="173167" y="292386"/>
                  </a:cubicBezTo>
                  <a:cubicBezTo>
                    <a:pt x="169333" y="292386"/>
                    <a:pt x="166777" y="289833"/>
                    <a:pt x="166777" y="286002"/>
                  </a:cubicBezTo>
                  <a:lnTo>
                    <a:pt x="166777" y="243868"/>
                  </a:lnTo>
                  <a:lnTo>
                    <a:pt x="148885" y="243868"/>
                  </a:lnTo>
                  <a:cubicBezTo>
                    <a:pt x="130355" y="243868"/>
                    <a:pt x="116297" y="238761"/>
                    <a:pt x="106712" y="227908"/>
                  </a:cubicBezTo>
                  <a:cubicBezTo>
                    <a:pt x="93293" y="212587"/>
                    <a:pt x="93932" y="192158"/>
                    <a:pt x="94571" y="188966"/>
                  </a:cubicBezTo>
                  <a:lnTo>
                    <a:pt x="94571" y="139171"/>
                  </a:lnTo>
                  <a:lnTo>
                    <a:pt x="76679" y="139171"/>
                  </a:lnTo>
                  <a:cubicBezTo>
                    <a:pt x="73484" y="139171"/>
                    <a:pt x="70928" y="136617"/>
                    <a:pt x="70289" y="133425"/>
                  </a:cubicBezTo>
                  <a:cubicBezTo>
                    <a:pt x="70289" y="132787"/>
                    <a:pt x="69011" y="120657"/>
                    <a:pt x="76679" y="111081"/>
                  </a:cubicBezTo>
                  <a:cubicBezTo>
                    <a:pt x="81152" y="105974"/>
                    <a:pt x="86903" y="103420"/>
                    <a:pt x="94571" y="102144"/>
                  </a:cubicBezTo>
                  <a:cubicBezTo>
                    <a:pt x="97127" y="88737"/>
                    <a:pt x="107351" y="69585"/>
                    <a:pt x="132911" y="69585"/>
                  </a:cubicBezTo>
                  <a:cubicBezTo>
                    <a:pt x="162305" y="69585"/>
                    <a:pt x="171250" y="94483"/>
                    <a:pt x="171250" y="107889"/>
                  </a:cubicBezTo>
                  <a:lnTo>
                    <a:pt x="171250" y="126403"/>
                  </a:lnTo>
                  <a:cubicBezTo>
                    <a:pt x="184030" y="127680"/>
                    <a:pt x="194893" y="132148"/>
                    <a:pt x="195532" y="132148"/>
                  </a:cubicBezTo>
                  <a:lnTo>
                    <a:pt x="287547" y="167260"/>
                  </a:lnTo>
                  <a:cubicBezTo>
                    <a:pt x="290103" y="168537"/>
                    <a:pt x="292020" y="171091"/>
                    <a:pt x="291381" y="173644"/>
                  </a:cubicBezTo>
                  <a:cubicBezTo>
                    <a:pt x="292020" y="176836"/>
                    <a:pt x="290103" y="178752"/>
                    <a:pt x="287547" y="179390"/>
                  </a:cubicBezTo>
                  <a:close/>
                </a:path>
              </a:pathLst>
            </a:custGeom>
            <a:solidFill>
              <a:srgbClr val="046A38"/>
            </a:solidFill>
            <a:ln w="6390" cap="flat">
              <a:noFill/>
              <a:prstDash val="solid"/>
              <a:miter/>
            </a:ln>
          </p:spPr>
          <p:txBody>
            <a:bodyPr rtlCol="0" anchor="ctr"/>
            <a:lstStyle/>
            <a:p>
              <a:endParaRPr lang="en-US"/>
            </a:p>
          </p:txBody>
        </p:sp>
      </p:grpSp>
      <p:grpSp>
        <p:nvGrpSpPr>
          <p:cNvPr id="499" name="Graphic 6">
            <a:extLst>
              <a:ext uri="{FF2B5EF4-FFF2-40B4-BE49-F238E27FC236}">
                <a16:creationId xmlns:a16="http://schemas.microsoft.com/office/drawing/2014/main" id="{F29D9552-AAC2-134C-BB60-05B95DB273AF}"/>
              </a:ext>
            </a:extLst>
          </p:cNvPr>
          <p:cNvGrpSpPr/>
          <p:nvPr/>
        </p:nvGrpSpPr>
        <p:grpSpPr>
          <a:xfrm>
            <a:off x="4046108" y="1401446"/>
            <a:ext cx="362309" cy="361971"/>
            <a:chOff x="4046108" y="1401446"/>
            <a:chExt cx="362309" cy="361971"/>
          </a:xfrm>
          <a:solidFill>
            <a:srgbClr val="046A38"/>
          </a:solidFill>
        </p:grpSpPr>
        <p:sp>
          <p:nvSpPr>
            <p:cNvPr id="500" name="Graphic 6">
              <a:extLst>
                <a:ext uri="{FF2B5EF4-FFF2-40B4-BE49-F238E27FC236}">
                  <a16:creationId xmlns:a16="http://schemas.microsoft.com/office/drawing/2014/main" id="{CD09EC65-ADAA-A749-8C4C-9F677D5B407B}"/>
                </a:ext>
              </a:extLst>
            </p:cNvPr>
            <p:cNvSpPr/>
            <p:nvPr/>
          </p:nvSpPr>
          <p:spPr>
            <a:xfrm>
              <a:off x="4166238" y="1565515"/>
              <a:ext cx="54953" cy="109804"/>
            </a:xfrm>
            <a:custGeom>
              <a:avLst/>
              <a:gdLst>
                <a:gd name="connsiteX0" fmla="*/ 54953 w 54953"/>
                <a:gd name="connsiteY0" fmla="*/ 0 h 109804"/>
                <a:gd name="connsiteX1" fmla="*/ 5751 w 54953"/>
                <a:gd name="connsiteY1" fmla="*/ 0 h 109804"/>
                <a:gd name="connsiteX2" fmla="*/ 0 w 54953"/>
                <a:gd name="connsiteY2" fmla="*/ 35750 h 109804"/>
                <a:gd name="connsiteX3" fmla="*/ 54953 w 54953"/>
                <a:gd name="connsiteY3" fmla="*/ 109804 h 109804"/>
                <a:gd name="connsiteX4" fmla="*/ 54953 w 54953"/>
                <a:gd name="connsiteY4" fmla="*/ 0 h 109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53" h="109804">
                  <a:moveTo>
                    <a:pt x="54953" y="0"/>
                  </a:moveTo>
                  <a:lnTo>
                    <a:pt x="5751" y="0"/>
                  </a:lnTo>
                  <a:cubicBezTo>
                    <a:pt x="1917" y="10214"/>
                    <a:pt x="0" y="23621"/>
                    <a:pt x="0" y="35750"/>
                  </a:cubicBezTo>
                  <a:cubicBezTo>
                    <a:pt x="0" y="74054"/>
                    <a:pt x="24282" y="105974"/>
                    <a:pt x="54953" y="109804"/>
                  </a:cubicBezTo>
                  <a:lnTo>
                    <a:pt x="54953" y="0"/>
                  </a:lnTo>
                  <a:close/>
                </a:path>
              </a:pathLst>
            </a:custGeom>
            <a:solidFill>
              <a:srgbClr val="046A38"/>
            </a:solidFill>
            <a:ln w="6390" cap="flat">
              <a:noFill/>
              <a:prstDash val="solid"/>
              <a:miter/>
            </a:ln>
          </p:spPr>
          <p:txBody>
            <a:bodyPr rtlCol="0" anchor="ctr"/>
            <a:lstStyle/>
            <a:p>
              <a:endParaRPr lang="en-US"/>
            </a:p>
          </p:txBody>
        </p:sp>
        <p:sp>
          <p:nvSpPr>
            <p:cNvPr id="501" name="Graphic 6">
              <a:extLst>
                <a:ext uri="{FF2B5EF4-FFF2-40B4-BE49-F238E27FC236}">
                  <a16:creationId xmlns:a16="http://schemas.microsoft.com/office/drawing/2014/main" id="{20EDD182-1213-1F43-9D4E-9F27DC84C7AC}"/>
                </a:ext>
              </a:extLst>
            </p:cNvPr>
            <p:cNvSpPr/>
            <p:nvPr/>
          </p:nvSpPr>
          <p:spPr>
            <a:xfrm>
              <a:off x="4233972" y="1565515"/>
              <a:ext cx="54953" cy="109804"/>
            </a:xfrm>
            <a:custGeom>
              <a:avLst/>
              <a:gdLst>
                <a:gd name="connsiteX0" fmla="*/ 49203 w 54953"/>
                <a:gd name="connsiteY0" fmla="*/ 0 h 109804"/>
                <a:gd name="connsiteX1" fmla="*/ 0 w 54953"/>
                <a:gd name="connsiteY1" fmla="*/ 0 h 109804"/>
                <a:gd name="connsiteX2" fmla="*/ 0 w 54953"/>
                <a:gd name="connsiteY2" fmla="*/ 109804 h 109804"/>
                <a:gd name="connsiteX3" fmla="*/ 54954 w 54953"/>
                <a:gd name="connsiteY3" fmla="*/ 35750 h 109804"/>
                <a:gd name="connsiteX4" fmla="*/ 49203 w 54953"/>
                <a:gd name="connsiteY4" fmla="*/ 0 h 109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53" h="109804">
                  <a:moveTo>
                    <a:pt x="49203" y="0"/>
                  </a:moveTo>
                  <a:lnTo>
                    <a:pt x="0" y="0"/>
                  </a:lnTo>
                  <a:lnTo>
                    <a:pt x="0" y="109804"/>
                  </a:lnTo>
                  <a:cubicBezTo>
                    <a:pt x="30672" y="105974"/>
                    <a:pt x="54954" y="74054"/>
                    <a:pt x="54954" y="35750"/>
                  </a:cubicBezTo>
                  <a:cubicBezTo>
                    <a:pt x="54954" y="23621"/>
                    <a:pt x="52398" y="9576"/>
                    <a:pt x="49203" y="0"/>
                  </a:cubicBezTo>
                  <a:close/>
                </a:path>
              </a:pathLst>
            </a:custGeom>
            <a:solidFill>
              <a:srgbClr val="046A38"/>
            </a:solidFill>
            <a:ln w="6390" cap="flat">
              <a:noFill/>
              <a:prstDash val="solid"/>
              <a:miter/>
            </a:ln>
          </p:spPr>
          <p:txBody>
            <a:bodyPr rtlCol="0" anchor="ctr"/>
            <a:lstStyle/>
            <a:p>
              <a:endParaRPr lang="en-US"/>
            </a:p>
          </p:txBody>
        </p:sp>
        <p:sp>
          <p:nvSpPr>
            <p:cNvPr id="502" name="Graphic 6">
              <a:extLst>
                <a:ext uri="{FF2B5EF4-FFF2-40B4-BE49-F238E27FC236}">
                  <a16:creationId xmlns:a16="http://schemas.microsoft.com/office/drawing/2014/main" id="{E54496E8-9023-D84C-8A8A-5ED73A29FE08}"/>
                </a:ext>
              </a:extLst>
            </p:cNvPr>
            <p:cNvSpPr/>
            <p:nvPr/>
          </p:nvSpPr>
          <p:spPr>
            <a:xfrm>
              <a:off x="4046108" y="140144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181474 w 362309"/>
                <a:gd name="connsiteY4" fmla="*/ 0 h 361971"/>
                <a:gd name="connsiteX5" fmla="*/ 181474 w 362309"/>
                <a:gd name="connsiteY5" fmla="*/ 74693 h 361971"/>
                <a:gd name="connsiteX6" fmla="*/ 230038 w 362309"/>
                <a:gd name="connsiteY6" fmla="*/ 123211 h 361971"/>
                <a:gd name="connsiteX7" fmla="*/ 223648 w 362309"/>
                <a:gd name="connsiteY7" fmla="*/ 129595 h 361971"/>
                <a:gd name="connsiteX8" fmla="*/ 138662 w 362309"/>
                <a:gd name="connsiteY8" fmla="*/ 129595 h 361971"/>
                <a:gd name="connsiteX9" fmla="*/ 132272 w 362309"/>
                <a:gd name="connsiteY9" fmla="*/ 123211 h 361971"/>
                <a:gd name="connsiteX10" fmla="*/ 181474 w 362309"/>
                <a:gd name="connsiteY10" fmla="*/ 74693 h 361971"/>
                <a:gd name="connsiteX11" fmla="*/ 274767 w 362309"/>
                <a:gd name="connsiteY11" fmla="*/ 214502 h 361971"/>
                <a:gd name="connsiteX12" fmla="*/ 254319 w 362309"/>
                <a:gd name="connsiteY12" fmla="*/ 214502 h 361971"/>
                <a:gd name="connsiteX13" fmla="*/ 242818 w 362309"/>
                <a:gd name="connsiteY13" fmla="*/ 247699 h 361971"/>
                <a:gd name="connsiteX14" fmla="*/ 261987 w 362309"/>
                <a:gd name="connsiteY14" fmla="*/ 266851 h 361971"/>
                <a:gd name="connsiteX15" fmla="*/ 261987 w 362309"/>
                <a:gd name="connsiteY15" fmla="*/ 275788 h 361971"/>
                <a:gd name="connsiteX16" fmla="*/ 257514 w 362309"/>
                <a:gd name="connsiteY16" fmla="*/ 277703 h 361971"/>
                <a:gd name="connsiteX17" fmla="*/ 253041 w 362309"/>
                <a:gd name="connsiteY17" fmla="*/ 275788 h 361971"/>
                <a:gd name="connsiteX18" fmla="*/ 235788 w 362309"/>
                <a:gd name="connsiteY18" fmla="*/ 258551 h 361971"/>
                <a:gd name="connsiteX19" fmla="*/ 181474 w 362309"/>
                <a:gd name="connsiteY19" fmla="*/ 286641 h 361971"/>
                <a:gd name="connsiteX20" fmla="*/ 127160 w 362309"/>
                <a:gd name="connsiteY20" fmla="*/ 258551 h 361971"/>
                <a:gd name="connsiteX21" fmla="*/ 109907 w 362309"/>
                <a:gd name="connsiteY21" fmla="*/ 275788 h 361971"/>
                <a:gd name="connsiteX22" fmla="*/ 105434 w 362309"/>
                <a:gd name="connsiteY22" fmla="*/ 277703 h 361971"/>
                <a:gd name="connsiteX23" fmla="*/ 100961 w 362309"/>
                <a:gd name="connsiteY23" fmla="*/ 275788 h 361971"/>
                <a:gd name="connsiteX24" fmla="*/ 100961 w 362309"/>
                <a:gd name="connsiteY24" fmla="*/ 266851 h 361971"/>
                <a:gd name="connsiteX25" fmla="*/ 120131 w 362309"/>
                <a:gd name="connsiteY25" fmla="*/ 247699 h 361971"/>
                <a:gd name="connsiteX26" fmla="*/ 108629 w 362309"/>
                <a:gd name="connsiteY26" fmla="*/ 213863 h 361971"/>
                <a:gd name="connsiteX27" fmla="*/ 88181 w 362309"/>
                <a:gd name="connsiteY27" fmla="*/ 213863 h 361971"/>
                <a:gd name="connsiteX28" fmla="*/ 81791 w 362309"/>
                <a:gd name="connsiteY28" fmla="*/ 207479 h 361971"/>
                <a:gd name="connsiteX29" fmla="*/ 88181 w 362309"/>
                <a:gd name="connsiteY29" fmla="*/ 201095 h 361971"/>
                <a:gd name="connsiteX30" fmla="*/ 107351 w 362309"/>
                <a:gd name="connsiteY30" fmla="*/ 201095 h 361971"/>
                <a:gd name="connsiteX31" fmla="*/ 107351 w 362309"/>
                <a:gd name="connsiteY31" fmla="*/ 199180 h 361971"/>
                <a:gd name="connsiteX32" fmla="*/ 114380 w 362309"/>
                <a:gd name="connsiteY32" fmla="*/ 158323 h 361971"/>
                <a:gd name="connsiteX33" fmla="*/ 96488 w 362309"/>
                <a:gd name="connsiteY33" fmla="*/ 140448 h 361971"/>
                <a:gd name="connsiteX34" fmla="*/ 96488 w 362309"/>
                <a:gd name="connsiteY34" fmla="*/ 131510 h 361971"/>
                <a:gd name="connsiteX35" fmla="*/ 105434 w 362309"/>
                <a:gd name="connsiteY35" fmla="*/ 131510 h 361971"/>
                <a:gd name="connsiteX36" fmla="*/ 124604 w 362309"/>
                <a:gd name="connsiteY36" fmla="*/ 150662 h 361971"/>
                <a:gd name="connsiteX37" fmla="*/ 238345 w 362309"/>
                <a:gd name="connsiteY37" fmla="*/ 150662 h 361971"/>
                <a:gd name="connsiteX38" fmla="*/ 257514 w 362309"/>
                <a:gd name="connsiteY38" fmla="*/ 131510 h 361971"/>
                <a:gd name="connsiteX39" fmla="*/ 266460 w 362309"/>
                <a:gd name="connsiteY39" fmla="*/ 131510 h 361971"/>
                <a:gd name="connsiteX40" fmla="*/ 266460 w 362309"/>
                <a:gd name="connsiteY40" fmla="*/ 140448 h 361971"/>
                <a:gd name="connsiteX41" fmla="*/ 248568 w 362309"/>
                <a:gd name="connsiteY41" fmla="*/ 158323 h 361971"/>
                <a:gd name="connsiteX42" fmla="*/ 255597 w 362309"/>
                <a:gd name="connsiteY42" fmla="*/ 199180 h 361971"/>
                <a:gd name="connsiteX43" fmla="*/ 255597 w 362309"/>
                <a:gd name="connsiteY43" fmla="*/ 201095 h 361971"/>
                <a:gd name="connsiteX44" fmla="*/ 274767 w 362309"/>
                <a:gd name="connsiteY44" fmla="*/ 201095 h 361971"/>
                <a:gd name="connsiteX45" fmla="*/ 281157 w 362309"/>
                <a:gd name="connsiteY45" fmla="*/ 207479 h 361971"/>
                <a:gd name="connsiteX46" fmla="*/ 274767 w 362309"/>
                <a:gd name="connsiteY46" fmla="*/ 21450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81077"/>
                    <a:pt x="281157" y="0"/>
                    <a:pt x="181474" y="0"/>
                  </a:cubicBezTo>
                  <a:close/>
                  <a:moveTo>
                    <a:pt x="181474" y="74693"/>
                  </a:moveTo>
                  <a:cubicBezTo>
                    <a:pt x="209590" y="74693"/>
                    <a:pt x="230038" y="104059"/>
                    <a:pt x="230038" y="123211"/>
                  </a:cubicBezTo>
                  <a:cubicBezTo>
                    <a:pt x="230038" y="127041"/>
                    <a:pt x="227482" y="129595"/>
                    <a:pt x="223648" y="129595"/>
                  </a:cubicBezTo>
                  <a:lnTo>
                    <a:pt x="138662" y="129595"/>
                  </a:lnTo>
                  <a:cubicBezTo>
                    <a:pt x="134828" y="129595"/>
                    <a:pt x="132272" y="127041"/>
                    <a:pt x="132272" y="123211"/>
                  </a:cubicBezTo>
                  <a:cubicBezTo>
                    <a:pt x="132272" y="104059"/>
                    <a:pt x="153358" y="74693"/>
                    <a:pt x="181474" y="74693"/>
                  </a:cubicBezTo>
                  <a:close/>
                  <a:moveTo>
                    <a:pt x="274767" y="214502"/>
                  </a:moveTo>
                  <a:lnTo>
                    <a:pt x="254319" y="214502"/>
                  </a:lnTo>
                  <a:cubicBezTo>
                    <a:pt x="252403" y="226631"/>
                    <a:pt x="248568" y="238123"/>
                    <a:pt x="242818" y="247699"/>
                  </a:cubicBezTo>
                  <a:lnTo>
                    <a:pt x="261987" y="266851"/>
                  </a:lnTo>
                  <a:cubicBezTo>
                    <a:pt x="264543" y="269404"/>
                    <a:pt x="264543" y="273235"/>
                    <a:pt x="261987" y="275788"/>
                  </a:cubicBezTo>
                  <a:cubicBezTo>
                    <a:pt x="260709" y="277065"/>
                    <a:pt x="258792" y="277703"/>
                    <a:pt x="257514" y="277703"/>
                  </a:cubicBezTo>
                  <a:cubicBezTo>
                    <a:pt x="255597" y="277703"/>
                    <a:pt x="254319" y="277065"/>
                    <a:pt x="253041" y="275788"/>
                  </a:cubicBezTo>
                  <a:lnTo>
                    <a:pt x="235788" y="258551"/>
                  </a:lnTo>
                  <a:cubicBezTo>
                    <a:pt x="222370" y="275788"/>
                    <a:pt x="203200" y="286641"/>
                    <a:pt x="181474" y="286641"/>
                  </a:cubicBezTo>
                  <a:cubicBezTo>
                    <a:pt x="159748" y="286641"/>
                    <a:pt x="140579" y="275788"/>
                    <a:pt x="127160" y="258551"/>
                  </a:cubicBezTo>
                  <a:lnTo>
                    <a:pt x="109907" y="275788"/>
                  </a:lnTo>
                  <a:cubicBezTo>
                    <a:pt x="108629" y="277065"/>
                    <a:pt x="106712" y="277703"/>
                    <a:pt x="105434" y="277703"/>
                  </a:cubicBezTo>
                  <a:cubicBezTo>
                    <a:pt x="103517" y="277703"/>
                    <a:pt x="102239" y="277065"/>
                    <a:pt x="100961" y="275788"/>
                  </a:cubicBezTo>
                  <a:cubicBezTo>
                    <a:pt x="98405" y="273235"/>
                    <a:pt x="98405" y="269404"/>
                    <a:pt x="100961" y="266851"/>
                  </a:cubicBezTo>
                  <a:lnTo>
                    <a:pt x="120131" y="247699"/>
                  </a:lnTo>
                  <a:cubicBezTo>
                    <a:pt x="114380" y="237484"/>
                    <a:pt x="110546" y="226631"/>
                    <a:pt x="108629" y="213863"/>
                  </a:cubicBezTo>
                  <a:lnTo>
                    <a:pt x="88181" y="213863"/>
                  </a:lnTo>
                  <a:cubicBezTo>
                    <a:pt x="84347" y="213863"/>
                    <a:pt x="81791" y="211310"/>
                    <a:pt x="81791" y="207479"/>
                  </a:cubicBezTo>
                  <a:cubicBezTo>
                    <a:pt x="81791" y="203649"/>
                    <a:pt x="84347" y="201095"/>
                    <a:pt x="88181" y="201095"/>
                  </a:cubicBezTo>
                  <a:lnTo>
                    <a:pt x="107351" y="201095"/>
                  </a:lnTo>
                  <a:cubicBezTo>
                    <a:pt x="107351" y="200457"/>
                    <a:pt x="107351" y="199819"/>
                    <a:pt x="107351" y="199180"/>
                  </a:cubicBezTo>
                  <a:cubicBezTo>
                    <a:pt x="107351" y="185135"/>
                    <a:pt x="109907" y="169176"/>
                    <a:pt x="114380" y="158323"/>
                  </a:cubicBezTo>
                  <a:lnTo>
                    <a:pt x="96488" y="140448"/>
                  </a:lnTo>
                  <a:cubicBezTo>
                    <a:pt x="93932" y="137894"/>
                    <a:pt x="93932" y="134064"/>
                    <a:pt x="96488" y="131510"/>
                  </a:cubicBezTo>
                  <a:cubicBezTo>
                    <a:pt x="99044" y="128957"/>
                    <a:pt x="102878" y="128957"/>
                    <a:pt x="105434" y="131510"/>
                  </a:cubicBezTo>
                  <a:lnTo>
                    <a:pt x="124604" y="150662"/>
                  </a:lnTo>
                  <a:lnTo>
                    <a:pt x="238345" y="150662"/>
                  </a:lnTo>
                  <a:lnTo>
                    <a:pt x="257514" y="131510"/>
                  </a:lnTo>
                  <a:cubicBezTo>
                    <a:pt x="260071" y="128957"/>
                    <a:pt x="263904" y="128957"/>
                    <a:pt x="266460" y="131510"/>
                  </a:cubicBezTo>
                  <a:cubicBezTo>
                    <a:pt x="269016" y="134064"/>
                    <a:pt x="269016" y="137894"/>
                    <a:pt x="266460" y="140448"/>
                  </a:cubicBezTo>
                  <a:lnTo>
                    <a:pt x="248568" y="158323"/>
                  </a:lnTo>
                  <a:cubicBezTo>
                    <a:pt x="253041" y="169814"/>
                    <a:pt x="255597" y="185135"/>
                    <a:pt x="255597" y="199180"/>
                  </a:cubicBezTo>
                  <a:cubicBezTo>
                    <a:pt x="255597" y="199819"/>
                    <a:pt x="255597" y="200457"/>
                    <a:pt x="255597" y="201095"/>
                  </a:cubicBezTo>
                  <a:lnTo>
                    <a:pt x="274767" y="201095"/>
                  </a:lnTo>
                  <a:cubicBezTo>
                    <a:pt x="278601" y="201095"/>
                    <a:pt x="281157" y="203649"/>
                    <a:pt x="281157" y="207479"/>
                  </a:cubicBezTo>
                  <a:cubicBezTo>
                    <a:pt x="281157" y="211310"/>
                    <a:pt x="277962" y="214502"/>
                    <a:pt x="274767" y="214502"/>
                  </a:cubicBezTo>
                  <a:close/>
                </a:path>
              </a:pathLst>
            </a:custGeom>
            <a:solidFill>
              <a:srgbClr val="046A38"/>
            </a:solidFill>
            <a:ln w="6390" cap="flat">
              <a:noFill/>
              <a:prstDash val="solid"/>
              <a:miter/>
            </a:ln>
          </p:spPr>
          <p:txBody>
            <a:bodyPr rtlCol="0" anchor="ctr"/>
            <a:lstStyle/>
            <a:p>
              <a:endParaRPr lang="en-US"/>
            </a:p>
          </p:txBody>
        </p:sp>
        <p:sp>
          <p:nvSpPr>
            <p:cNvPr id="503" name="Graphic 6">
              <a:extLst>
                <a:ext uri="{FF2B5EF4-FFF2-40B4-BE49-F238E27FC236}">
                  <a16:creationId xmlns:a16="http://schemas.microsoft.com/office/drawing/2014/main" id="{069F3031-41E2-1847-88EC-62468152B92D}"/>
                </a:ext>
              </a:extLst>
            </p:cNvPr>
            <p:cNvSpPr/>
            <p:nvPr/>
          </p:nvSpPr>
          <p:spPr>
            <a:xfrm>
              <a:off x="4192437" y="1488907"/>
              <a:ext cx="70289" cy="29366"/>
            </a:xfrm>
            <a:custGeom>
              <a:avLst/>
              <a:gdLst>
                <a:gd name="connsiteX0" fmla="*/ 35145 w 70289"/>
                <a:gd name="connsiteY0" fmla="*/ 0 h 29366"/>
                <a:gd name="connsiteX1" fmla="*/ 0 w 70289"/>
                <a:gd name="connsiteY1" fmla="*/ 29366 h 29366"/>
                <a:gd name="connsiteX2" fmla="*/ 70289 w 70289"/>
                <a:gd name="connsiteY2" fmla="*/ 29366 h 29366"/>
                <a:gd name="connsiteX3" fmla="*/ 35145 w 70289"/>
                <a:gd name="connsiteY3" fmla="*/ 0 h 29366"/>
              </a:gdLst>
              <a:ahLst/>
              <a:cxnLst>
                <a:cxn ang="0">
                  <a:pos x="connsiteX0" y="connsiteY0"/>
                </a:cxn>
                <a:cxn ang="0">
                  <a:pos x="connsiteX1" y="connsiteY1"/>
                </a:cxn>
                <a:cxn ang="0">
                  <a:pos x="connsiteX2" y="connsiteY2"/>
                </a:cxn>
                <a:cxn ang="0">
                  <a:pos x="connsiteX3" y="connsiteY3"/>
                </a:cxn>
              </a:cxnLst>
              <a:rect l="l" t="t" r="r" b="b"/>
              <a:pathLst>
                <a:path w="70289" h="29366">
                  <a:moveTo>
                    <a:pt x="35145" y="0"/>
                  </a:moveTo>
                  <a:cubicBezTo>
                    <a:pt x="17253" y="0"/>
                    <a:pt x="3834" y="17237"/>
                    <a:pt x="0" y="29366"/>
                  </a:cubicBezTo>
                  <a:lnTo>
                    <a:pt x="70289" y="29366"/>
                  </a:lnTo>
                  <a:cubicBezTo>
                    <a:pt x="66456" y="17237"/>
                    <a:pt x="52398" y="0"/>
                    <a:pt x="35145" y="0"/>
                  </a:cubicBezTo>
                  <a:close/>
                </a:path>
              </a:pathLst>
            </a:custGeom>
            <a:solidFill>
              <a:srgbClr val="046A38"/>
            </a:solidFill>
            <a:ln w="6390" cap="flat">
              <a:noFill/>
              <a:prstDash val="solid"/>
              <a:miter/>
            </a:ln>
          </p:spPr>
          <p:txBody>
            <a:bodyPr rtlCol="0" anchor="ctr"/>
            <a:lstStyle/>
            <a:p>
              <a:endParaRPr lang="en-US"/>
            </a:p>
          </p:txBody>
        </p:sp>
      </p:grpSp>
      <p:grpSp>
        <p:nvGrpSpPr>
          <p:cNvPr id="504" name="Graphic 6">
            <a:extLst>
              <a:ext uri="{FF2B5EF4-FFF2-40B4-BE49-F238E27FC236}">
                <a16:creationId xmlns:a16="http://schemas.microsoft.com/office/drawing/2014/main" id="{B3CFAECE-DF7D-B84A-BA27-4B9301FFDA38}"/>
              </a:ext>
            </a:extLst>
          </p:cNvPr>
          <p:cNvGrpSpPr/>
          <p:nvPr/>
        </p:nvGrpSpPr>
        <p:grpSpPr>
          <a:xfrm>
            <a:off x="10325499" y="920094"/>
            <a:ext cx="362309" cy="361971"/>
            <a:chOff x="10325499" y="920094"/>
            <a:chExt cx="362309" cy="361971"/>
          </a:xfrm>
          <a:solidFill>
            <a:srgbClr val="43B02A"/>
          </a:solidFill>
        </p:grpSpPr>
        <p:sp>
          <p:nvSpPr>
            <p:cNvPr id="505" name="Graphic 6">
              <a:extLst>
                <a:ext uri="{FF2B5EF4-FFF2-40B4-BE49-F238E27FC236}">
                  <a16:creationId xmlns:a16="http://schemas.microsoft.com/office/drawing/2014/main" id="{8BCF3C14-D5D7-674F-82BD-7F21CCDF4B66}"/>
                </a:ext>
              </a:extLst>
            </p:cNvPr>
            <p:cNvSpPr/>
            <p:nvPr/>
          </p:nvSpPr>
          <p:spPr>
            <a:xfrm>
              <a:off x="10325499" y="920094"/>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181474 w 362309"/>
                <a:gd name="connsiteY4" fmla="*/ 0 h 361971"/>
                <a:gd name="connsiteX5" fmla="*/ 265182 w 362309"/>
                <a:gd name="connsiteY5" fmla="*/ 253444 h 361971"/>
                <a:gd name="connsiteX6" fmla="*/ 112463 w 362309"/>
                <a:gd name="connsiteY6" fmla="*/ 253444 h 361971"/>
                <a:gd name="connsiteX7" fmla="*/ 59426 w 362309"/>
                <a:gd name="connsiteY7" fmla="*/ 200457 h 361971"/>
                <a:gd name="connsiteX8" fmla="*/ 112463 w 362309"/>
                <a:gd name="connsiteY8" fmla="*/ 147470 h 361971"/>
                <a:gd name="connsiteX9" fmla="*/ 132910 w 362309"/>
                <a:gd name="connsiteY9" fmla="*/ 152577 h 361971"/>
                <a:gd name="connsiteX10" fmla="*/ 198088 w 362309"/>
                <a:gd name="connsiteY10" fmla="*/ 109166 h 361971"/>
                <a:gd name="connsiteX11" fmla="*/ 266460 w 362309"/>
                <a:gd name="connsiteY11" fmla="*/ 177475 h 361971"/>
                <a:gd name="connsiteX12" fmla="*/ 266460 w 362309"/>
                <a:gd name="connsiteY12" fmla="*/ 178752 h 361971"/>
                <a:gd name="connsiteX13" fmla="*/ 302883 w 362309"/>
                <a:gd name="connsiteY13" fmla="*/ 215779 h 361971"/>
                <a:gd name="connsiteX14" fmla="*/ 265182 w 362309"/>
                <a:gd name="connsiteY14" fmla="*/ 25344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81077"/>
                    <a:pt x="281157" y="0"/>
                    <a:pt x="181474" y="0"/>
                  </a:cubicBezTo>
                  <a:close/>
                  <a:moveTo>
                    <a:pt x="265182" y="253444"/>
                  </a:moveTo>
                  <a:lnTo>
                    <a:pt x="112463" y="253444"/>
                  </a:lnTo>
                  <a:cubicBezTo>
                    <a:pt x="83069" y="253444"/>
                    <a:pt x="59426" y="229823"/>
                    <a:pt x="59426" y="200457"/>
                  </a:cubicBezTo>
                  <a:cubicBezTo>
                    <a:pt x="59426" y="171091"/>
                    <a:pt x="83069" y="147470"/>
                    <a:pt x="112463" y="147470"/>
                  </a:cubicBezTo>
                  <a:cubicBezTo>
                    <a:pt x="120130" y="147470"/>
                    <a:pt x="126520" y="149385"/>
                    <a:pt x="132910" y="152577"/>
                  </a:cubicBezTo>
                  <a:cubicBezTo>
                    <a:pt x="143135" y="126403"/>
                    <a:pt x="169333" y="109166"/>
                    <a:pt x="198088" y="109166"/>
                  </a:cubicBezTo>
                  <a:cubicBezTo>
                    <a:pt x="235789" y="109166"/>
                    <a:pt x="266460" y="139809"/>
                    <a:pt x="266460" y="177475"/>
                  </a:cubicBezTo>
                  <a:cubicBezTo>
                    <a:pt x="266460" y="178113"/>
                    <a:pt x="266460" y="178113"/>
                    <a:pt x="266460" y="178752"/>
                  </a:cubicBezTo>
                  <a:cubicBezTo>
                    <a:pt x="286269" y="179390"/>
                    <a:pt x="302883" y="195988"/>
                    <a:pt x="302883" y="215779"/>
                  </a:cubicBezTo>
                  <a:cubicBezTo>
                    <a:pt x="302883" y="236846"/>
                    <a:pt x="285630" y="253444"/>
                    <a:pt x="265182" y="253444"/>
                  </a:cubicBezTo>
                  <a:close/>
                </a:path>
              </a:pathLst>
            </a:custGeom>
            <a:solidFill>
              <a:srgbClr val="43B02A"/>
            </a:solidFill>
            <a:ln w="6390" cap="flat">
              <a:noFill/>
              <a:prstDash val="solid"/>
              <a:miter/>
            </a:ln>
          </p:spPr>
          <p:txBody>
            <a:bodyPr rtlCol="0" anchor="ctr"/>
            <a:lstStyle/>
            <a:p>
              <a:endParaRPr lang="en-US"/>
            </a:p>
          </p:txBody>
        </p:sp>
        <p:sp>
          <p:nvSpPr>
            <p:cNvPr id="506" name="Graphic 6">
              <a:extLst>
                <a:ext uri="{FF2B5EF4-FFF2-40B4-BE49-F238E27FC236}">
                  <a16:creationId xmlns:a16="http://schemas.microsoft.com/office/drawing/2014/main" id="{66CE6754-74C6-764A-9B6D-0673F2EE6BF6}"/>
                </a:ext>
              </a:extLst>
            </p:cNvPr>
            <p:cNvSpPr/>
            <p:nvPr/>
          </p:nvSpPr>
          <p:spPr>
            <a:xfrm>
              <a:off x="10397066" y="1042028"/>
              <a:ext cx="217360" cy="119380"/>
            </a:xfrm>
            <a:custGeom>
              <a:avLst/>
              <a:gdLst>
                <a:gd name="connsiteX0" fmla="*/ 193615 w 217360"/>
                <a:gd name="connsiteY0" fmla="*/ 69585 h 119380"/>
                <a:gd name="connsiteX1" fmla="*/ 192337 w 217360"/>
                <a:gd name="connsiteY1" fmla="*/ 69585 h 119380"/>
                <a:gd name="connsiteX2" fmla="*/ 189782 w 217360"/>
                <a:gd name="connsiteY2" fmla="*/ 70224 h 119380"/>
                <a:gd name="connsiteX3" fmla="*/ 183392 w 217360"/>
                <a:gd name="connsiteY3" fmla="*/ 68947 h 119380"/>
                <a:gd name="connsiteX4" fmla="*/ 180836 w 217360"/>
                <a:gd name="connsiteY4" fmla="*/ 63201 h 119380"/>
                <a:gd name="connsiteX5" fmla="*/ 181474 w 217360"/>
                <a:gd name="connsiteY5" fmla="*/ 58733 h 119380"/>
                <a:gd name="connsiteX6" fmla="*/ 181474 w 217360"/>
                <a:gd name="connsiteY6" fmla="*/ 55541 h 119380"/>
                <a:gd name="connsiteX7" fmla="*/ 125882 w 217360"/>
                <a:gd name="connsiteY7" fmla="*/ 0 h 119380"/>
                <a:gd name="connsiteX8" fmla="*/ 72207 w 217360"/>
                <a:gd name="connsiteY8" fmla="*/ 37027 h 119380"/>
                <a:gd name="connsiteX9" fmla="*/ 70928 w 217360"/>
                <a:gd name="connsiteY9" fmla="*/ 40857 h 119380"/>
                <a:gd name="connsiteX10" fmla="*/ 70289 w 217360"/>
                <a:gd name="connsiteY10" fmla="*/ 42773 h 119380"/>
                <a:gd name="connsiteX11" fmla="*/ 65178 w 217360"/>
                <a:gd name="connsiteY11" fmla="*/ 47241 h 119380"/>
                <a:gd name="connsiteX12" fmla="*/ 58788 w 217360"/>
                <a:gd name="connsiteY12" fmla="*/ 44688 h 119380"/>
                <a:gd name="connsiteX13" fmla="*/ 40257 w 217360"/>
                <a:gd name="connsiteY13" fmla="*/ 38942 h 119380"/>
                <a:gd name="connsiteX14" fmla="*/ 0 w 217360"/>
                <a:gd name="connsiteY14" fmla="*/ 79161 h 119380"/>
                <a:gd name="connsiteX15" fmla="*/ 40257 w 217360"/>
                <a:gd name="connsiteY15" fmla="*/ 119380 h 119380"/>
                <a:gd name="connsiteX16" fmla="*/ 192977 w 217360"/>
                <a:gd name="connsiteY16" fmla="*/ 119380 h 119380"/>
                <a:gd name="connsiteX17" fmla="*/ 217258 w 217360"/>
                <a:gd name="connsiteY17" fmla="*/ 95121 h 119380"/>
                <a:gd name="connsiteX18" fmla="*/ 193615 w 217360"/>
                <a:gd name="connsiteY18" fmla="*/ 69585 h 119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360" h="119380">
                  <a:moveTo>
                    <a:pt x="193615" y="69585"/>
                  </a:moveTo>
                  <a:cubicBezTo>
                    <a:pt x="192977" y="69585"/>
                    <a:pt x="192337" y="69585"/>
                    <a:pt x="192337" y="69585"/>
                  </a:cubicBezTo>
                  <a:cubicBezTo>
                    <a:pt x="192337" y="69585"/>
                    <a:pt x="191698" y="69585"/>
                    <a:pt x="189782" y="70224"/>
                  </a:cubicBezTo>
                  <a:cubicBezTo>
                    <a:pt x="187864" y="70862"/>
                    <a:pt x="185308" y="70224"/>
                    <a:pt x="183392" y="68947"/>
                  </a:cubicBezTo>
                  <a:cubicBezTo>
                    <a:pt x="181474" y="67670"/>
                    <a:pt x="180836" y="65117"/>
                    <a:pt x="180836" y="63201"/>
                  </a:cubicBezTo>
                  <a:cubicBezTo>
                    <a:pt x="180836" y="61925"/>
                    <a:pt x="181474" y="60009"/>
                    <a:pt x="181474" y="58733"/>
                  </a:cubicBezTo>
                  <a:cubicBezTo>
                    <a:pt x="181474" y="57456"/>
                    <a:pt x="181474" y="56817"/>
                    <a:pt x="181474" y="55541"/>
                  </a:cubicBezTo>
                  <a:cubicBezTo>
                    <a:pt x="181474" y="24897"/>
                    <a:pt x="156553" y="0"/>
                    <a:pt x="125882" y="0"/>
                  </a:cubicBezTo>
                  <a:cubicBezTo>
                    <a:pt x="102239" y="0"/>
                    <a:pt x="80513" y="15322"/>
                    <a:pt x="72207" y="37027"/>
                  </a:cubicBezTo>
                  <a:cubicBezTo>
                    <a:pt x="71568" y="38304"/>
                    <a:pt x="71568" y="39581"/>
                    <a:pt x="70928" y="40857"/>
                  </a:cubicBezTo>
                  <a:lnTo>
                    <a:pt x="70289" y="42773"/>
                  </a:lnTo>
                  <a:cubicBezTo>
                    <a:pt x="69650" y="45326"/>
                    <a:pt x="67733" y="47241"/>
                    <a:pt x="65178" y="47241"/>
                  </a:cubicBezTo>
                  <a:cubicBezTo>
                    <a:pt x="62622" y="47880"/>
                    <a:pt x="60066" y="46603"/>
                    <a:pt x="58788" y="44688"/>
                  </a:cubicBezTo>
                  <a:cubicBezTo>
                    <a:pt x="53037" y="40857"/>
                    <a:pt x="47286" y="38942"/>
                    <a:pt x="40257" y="38942"/>
                  </a:cubicBezTo>
                  <a:cubicBezTo>
                    <a:pt x="17892" y="38942"/>
                    <a:pt x="0" y="56817"/>
                    <a:pt x="0" y="79161"/>
                  </a:cubicBezTo>
                  <a:cubicBezTo>
                    <a:pt x="0" y="101505"/>
                    <a:pt x="17892" y="119380"/>
                    <a:pt x="40257" y="119380"/>
                  </a:cubicBezTo>
                  <a:lnTo>
                    <a:pt x="192977" y="119380"/>
                  </a:lnTo>
                  <a:cubicBezTo>
                    <a:pt x="206395" y="119380"/>
                    <a:pt x="217258" y="108528"/>
                    <a:pt x="217258" y="95121"/>
                  </a:cubicBezTo>
                  <a:cubicBezTo>
                    <a:pt x="218536" y="80438"/>
                    <a:pt x="207673" y="69585"/>
                    <a:pt x="193615" y="69585"/>
                  </a:cubicBezTo>
                  <a:close/>
                </a:path>
              </a:pathLst>
            </a:custGeom>
            <a:solidFill>
              <a:srgbClr val="43B02A"/>
            </a:solidFill>
            <a:ln w="6390" cap="flat">
              <a:noFill/>
              <a:prstDash val="solid"/>
              <a:miter/>
            </a:ln>
          </p:spPr>
          <p:txBody>
            <a:bodyPr rtlCol="0" anchor="ctr"/>
            <a:lstStyle/>
            <a:p>
              <a:endParaRPr lang="en-US"/>
            </a:p>
          </p:txBody>
        </p:sp>
      </p:grpSp>
      <p:grpSp>
        <p:nvGrpSpPr>
          <p:cNvPr id="507" name="Graphic 6">
            <a:extLst>
              <a:ext uri="{FF2B5EF4-FFF2-40B4-BE49-F238E27FC236}">
                <a16:creationId xmlns:a16="http://schemas.microsoft.com/office/drawing/2014/main" id="{950CA125-A701-E04B-A78F-864F5A14327A}"/>
              </a:ext>
            </a:extLst>
          </p:cNvPr>
          <p:cNvGrpSpPr/>
          <p:nvPr/>
        </p:nvGrpSpPr>
        <p:grpSpPr>
          <a:xfrm>
            <a:off x="2998158" y="2853802"/>
            <a:ext cx="362309" cy="361971"/>
            <a:chOff x="2998158" y="2853802"/>
            <a:chExt cx="362309" cy="361971"/>
          </a:xfrm>
          <a:solidFill>
            <a:srgbClr val="046A38"/>
          </a:solidFill>
        </p:grpSpPr>
        <p:sp>
          <p:nvSpPr>
            <p:cNvPr id="508" name="Graphic 6">
              <a:extLst>
                <a:ext uri="{FF2B5EF4-FFF2-40B4-BE49-F238E27FC236}">
                  <a16:creationId xmlns:a16="http://schemas.microsoft.com/office/drawing/2014/main" id="{7F88509F-921D-8F49-A890-157B0790A8EB}"/>
                </a:ext>
              </a:extLst>
            </p:cNvPr>
            <p:cNvSpPr/>
            <p:nvPr/>
          </p:nvSpPr>
          <p:spPr>
            <a:xfrm>
              <a:off x="3137459" y="2989781"/>
              <a:ext cx="137494" cy="119380"/>
            </a:xfrm>
            <a:custGeom>
              <a:avLst/>
              <a:gdLst>
                <a:gd name="connsiteX0" fmla="*/ 111824 w 137494"/>
                <a:gd name="connsiteY0" fmla="*/ 22982 h 119380"/>
                <a:gd name="connsiteX1" fmla="*/ 108629 w 137494"/>
                <a:gd name="connsiteY1" fmla="*/ 23621 h 119380"/>
                <a:gd name="connsiteX2" fmla="*/ 35145 w 137494"/>
                <a:gd name="connsiteY2" fmla="*/ 23621 h 119380"/>
                <a:gd name="connsiteX3" fmla="*/ 0 w 137494"/>
                <a:gd name="connsiteY3" fmla="*/ 46603 h 119380"/>
                <a:gd name="connsiteX4" fmla="*/ 6390 w 137494"/>
                <a:gd name="connsiteY4" fmla="*/ 109804 h 119380"/>
                <a:gd name="connsiteX5" fmla="*/ 8946 w 137494"/>
                <a:gd name="connsiteY5" fmla="*/ 118742 h 119380"/>
                <a:gd name="connsiteX6" fmla="*/ 10863 w 137494"/>
                <a:gd name="connsiteY6" fmla="*/ 119380 h 119380"/>
                <a:gd name="connsiteX7" fmla="*/ 24921 w 137494"/>
                <a:gd name="connsiteY7" fmla="*/ 69585 h 119380"/>
                <a:gd name="connsiteX8" fmla="*/ 32589 w 137494"/>
                <a:gd name="connsiteY8" fmla="*/ 65117 h 119380"/>
                <a:gd name="connsiteX9" fmla="*/ 98405 w 137494"/>
                <a:gd name="connsiteY9" fmla="*/ 65117 h 119380"/>
                <a:gd name="connsiteX10" fmla="*/ 106073 w 137494"/>
                <a:gd name="connsiteY10" fmla="*/ 68947 h 119380"/>
                <a:gd name="connsiteX11" fmla="*/ 127160 w 137494"/>
                <a:gd name="connsiteY11" fmla="*/ 118742 h 119380"/>
                <a:gd name="connsiteX12" fmla="*/ 129716 w 137494"/>
                <a:gd name="connsiteY12" fmla="*/ 117465 h 119380"/>
                <a:gd name="connsiteX13" fmla="*/ 132272 w 137494"/>
                <a:gd name="connsiteY13" fmla="*/ 110443 h 119380"/>
                <a:gd name="connsiteX14" fmla="*/ 124604 w 137494"/>
                <a:gd name="connsiteY14" fmla="*/ 41496 h 119380"/>
                <a:gd name="connsiteX15" fmla="*/ 125882 w 137494"/>
                <a:gd name="connsiteY15" fmla="*/ 37027 h 119380"/>
                <a:gd name="connsiteX16" fmla="*/ 137384 w 137494"/>
                <a:gd name="connsiteY16" fmla="*/ 0 h 119380"/>
                <a:gd name="connsiteX17" fmla="*/ 111824 w 137494"/>
                <a:gd name="connsiteY17" fmla="*/ 22982 h 119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7494" h="119380">
                  <a:moveTo>
                    <a:pt x="111824" y="22982"/>
                  </a:moveTo>
                  <a:cubicBezTo>
                    <a:pt x="111185" y="23621"/>
                    <a:pt x="109907" y="23621"/>
                    <a:pt x="108629" y="23621"/>
                  </a:cubicBezTo>
                  <a:lnTo>
                    <a:pt x="35145" y="23621"/>
                  </a:lnTo>
                  <a:cubicBezTo>
                    <a:pt x="30672" y="30643"/>
                    <a:pt x="19809" y="44049"/>
                    <a:pt x="0" y="46603"/>
                  </a:cubicBezTo>
                  <a:cubicBezTo>
                    <a:pt x="1917" y="61286"/>
                    <a:pt x="6390" y="93844"/>
                    <a:pt x="6390" y="109804"/>
                  </a:cubicBezTo>
                  <a:cubicBezTo>
                    <a:pt x="6390" y="114273"/>
                    <a:pt x="7029" y="117465"/>
                    <a:pt x="8946" y="118742"/>
                  </a:cubicBezTo>
                  <a:cubicBezTo>
                    <a:pt x="9585" y="119380"/>
                    <a:pt x="10224" y="119380"/>
                    <a:pt x="10863" y="119380"/>
                  </a:cubicBezTo>
                  <a:lnTo>
                    <a:pt x="24921" y="69585"/>
                  </a:lnTo>
                  <a:cubicBezTo>
                    <a:pt x="26199" y="66393"/>
                    <a:pt x="29394" y="64478"/>
                    <a:pt x="32589" y="65117"/>
                  </a:cubicBezTo>
                  <a:cubicBezTo>
                    <a:pt x="69011" y="75331"/>
                    <a:pt x="97766" y="65117"/>
                    <a:pt x="98405" y="65117"/>
                  </a:cubicBezTo>
                  <a:cubicBezTo>
                    <a:pt x="101600" y="63840"/>
                    <a:pt x="104795" y="65755"/>
                    <a:pt x="106073" y="68947"/>
                  </a:cubicBezTo>
                  <a:lnTo>
                    <a:pt x="127160" y="118742"/>
                  </a:lnTo>
                  <a:cubicBezTo>
                    <a:pt x="128438" y="118104"/>
                    <a:pt x="129077" y="118104"/>
                    <a:pt x="129716" y="117465"/>
                  </a:cubicBezTo>
                  <a:cubicBezTo>
                    <a:pt x="131633" y="115550"/>
                    <a:pt x="132272" y="111720"/>
                    <a:pt x="132272" y="110443"/>
                  </a:cubicBezTo>
                  <a:lnTo>
                    <a:pt x="124604" y="41496"/>
                  </a:lnTo>
                  <a:cubicBezTo>
                    <a:pt x="124604" y="39581"/>
                    <a:pt x="124604" y="38304"/>
                    <a:pt x="125882" y="37027"/>
                  </a:cubicBezTo>
                  <a:cubicBezTo>
                    <a:pt x="136106" y="23621"/>
                    <a:pt x="138022" y="10214"/>
                    <a:pt x="137384" y="0"/>
                  </a:cubicBezTo>
                  <a:cubicBezTo>
                    <a:pt x="129077" y="14045"/>
                    <a:pt x="112463" y="22982"/>
                    <a:pt x="111824" y="22982"/>
                  </a:cubicBezTo>
                  <a:close/>
                </a:path>
              </a:pathLst>
            </a:custGeom>
            <a:solidFill>
              <a:srgbClr val="046A38"/>
            </a:solidFill>
            <a:ln w="6390" cap="flat">
              <a:noFill/>
              <a:prstDash val="solid"/>
              <a:miter/>
            </a:ln>
          </p:spPr>
          <p:txBody>
            <a:bodyPr rtlCol="0" anchor="ctr"/>
            <a:lstStyle/>
            <a:p>
              <a:endParaRPr lang="en-US"/>
            </a:p>
          </p:txBody>
        </p:sp>
        <p:sp>
          <p:nvSpPr>
            <p:cNvPr id="509" name="Graphic 6">
              <a:extLst>
                <a:ext uri="{FF2B5EF4-FFF2-40B4-BE49-F238E27FC236}">
                  <a16:creationId xmlns:a16="http://schemas.microsoft.com/office/drawing/2014/main" id="{307BBE90-B298-944A-A0FA-5DC99F7C5C5A}"/>
                </a:ext>
              </a:extLst>
            </p:cNvPr>
            <p:cNvSpPr/>
            <p:nvPr/>
          </p:nvSpPr>
          <p:spPr>
            <a:xfrm>
              <a:off x="3086339" y="2967437"/>
              <a:ext cx="74762" cy="56817"/>
            </a:xfrm>
            <a:custGeom>
              <a:avLst/>
              <a:gdLst>
                <a:gd name="connsiteX0" fmla="*/ 74762 w 74762"/>
                <a:gd name="connsiteY0" fmla="*/ 40219 h 56817"/>
                <a:gd name="connsiteX1" fmla="*/ 46008 w 74762"/>
                <a:gd name="connsiteY1" fmla="*/ 0 h 56817"/>
                <a:gd name="connsiteX2" fmla="*/ 42174 w 74762"/>
                <a:gd name="connsiteY2" fmla="*/ 11491 h 56817"/>
                <a:gd name="connsiteX3" fmla="*/ 38340 w 74762"/>
                <a:gd name="connsiteY3" fmla="*/ 15322 h 56817"/>
                <a:gd name="connsiteX4" fmla="*/ 0 w 74762"/>
                <a:gd name="connsiteY4" fmla="*/ 28089 h 56817"/>
                <a:gd name="connsiteX5" fmla="*/ 8946 w 74762"/>
                <a:gd name="connsiteY5" fmla="*/ 41496 h 56817"/>
                <a:gd name="connsiteX6" fmla="*/ 21087 w 74762"/>
                <a:gd name="connsiteY6" fmla="*/ 41496 h 56817"/>
                <a:gd name="connsiteX7" fmla="*/ 22365 w 74762"/>
                <a:gd name="connsiteY7" fmla="*/ 41496 h 56817"/>
                <a:gd name="connsiteX8" fmla="*/ 49203 w 74762"/>
                <a:gd name="connsiteY8" fmla="*/ 56817 h 56817"/>
                <a:gd name="connsiteX9" fmla="*/ 74762 w 74762"/>
                <a:gd name="connsiteY9" fmla="*/ 40219 h 56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762" h="56817">
                  <a:moveTo>
                    <a:pt x="74762" y="40219"/>
                  </a:moveTo>
                  <a:lnTo>
                    <a:pt x="46008" y="0"/>
                  </a:lnTo>
                  <a:lnTo>
                    <a:pt x="42174" y="11491"/>
                  </a:lnTo>
                  <a:cubicBezTo>
                    <a:pt x="41535" y="13406"/>
                    <a:pt x="40257" y="14683"/>
                    <a:pt x="38340" y="15322"/>
                  </a:cubicBezTo>
                  <a:lnTo>
                    <a:pt x="0" y="28089"/>
                  </a:lnTo>
                  <a:lnTo>
                    <a:pt x="8946" y="41496"/>
                  </a:lnTo>
                  <a:lnTo>
                    <a:pt x="21087" y="41496"/>
                  </a:lnTo>
                  <a:cubicBezTo>
                    <a:pt x="21726" y="41496"/>
                    <a:pt x="21726" y="41496"/>
                    <a:pt x="22365" y="41496"/>
                  </a:cubicBezTo>
                  <a:cubicBezTo>
                    <a:pt x="37062" y="41496"/>
                    <a:pt x="45369" y="49795"/>
                    <a:pt x="49203" y="56817"/>
                  </a:cubicBezTo>
                  <a:cubicBezTo>
                    <a:pt x="62621" y="55541"/>
                    <a:pt x="71567" y="45326"/>
                    <a:pt x="74762" y="40219"/>
                  </a:cubicBezTo>
                  <a:close/>
                </a:path>
              </a:pathLst>
            </a:custGeom>
            <a:solidFill>
              <a:srgbClr val="046A38"/>
            </a:solidFill>
            <a:ln w="6390" cap="flat">
              <a:noFill/>
              <a:prstDash val="solid"/>
              <a:miter/>
            </a:ln>
          </p:spPr>
          <p:txBody>
            <a:bodyPr rtlCol="0" anchor="ctr"/>
            <a:lstStyle/>
            <a:p>
              <a:endParaRPr lang="en-US"/>
            </a:p>
          </p:txBody>
        </p:sp>
        <p:sp>
          <p:nvSpPr>
            <p:cNvPr id="510" name="Graphic 6">
              <a:extLst>
                <a:ext uri="{FF2B5EF4-FFF2-40B4-BE49-F238E27FC236}">
                  <a16:creationId xmlns:a16="http://schemas.microsoft.com/office/drawing/2014/main" id="{971BC4A0-4D61-9E4D-8192-0BC097932AC5}"/>
                </a:ext>
              </a:extLst>
            </p:cNvPr>
            <p:cNvSpPr/>
            <p:nvPr/>
          </p:nvSpPr>
          <p:spPr>
            <a:xfrm>
              <a:off x="2998158" y="285380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181474 w 362309"/>
                <a:gd name="connsiteY4" fmla="*/ 0 h 361971"/>
                <a:gd name="connsiteX5" fmla="*/ 284991 w 362309"/>
                <a:gd name="connsiteY5" fmla="*/ 245783 h 361971"/>
                <a:gd name="connsiteX6" fmla="*/ 279240 w 362309"/>
                <a:gd name="connsiteY6" fmla="*/ 262382 h 361971"/>
                <a:gd name="connsiteX7" fmla="*/ 263265 w 362309"/>
                <a:gd name="connsiteY7" fmla="*/ 268766 h 361971"/>
                <a:gd name="connsiteX8" fmla="*/ 257514 w 362309"/>
                <a:gd name="connsiteY8" fmla="*/ 264935 h 361971"/>
                <a:gd name="connsiteX9" fmla="*/ 236428 w 362309"/>
                <a:gd name="connsiteY9" fmla="*/ 215779 h 361971"/>
                <a:gd name="connsiteX10" fmla="*/ 175084 w 362309"/>
                <a:gd name="connsiteY10" fmla="*/ 215779 h 361971"/>
                <a:gd name="connsiteX11" fmla="*/ 161026 w 362309"/>
                <a:gd name="connsiteY11" fmla="*/ 263659 h 361971"/>
                <a:gd name="connsiteX12" fmla="*/ 157192 w 362309"/>
                <a:gd name="connsiteY12" fmla="*/ 268127 h 361971"/>
                <a:gd name="connsiteX13" fmla="*/ 150802 w 362309"/>
                <a:gd name="connsiteY13" fmla="*/ 268766 h 361971"/>
                <a:gd name="connsiteX14" fmla="*/ 141217 w 362309"/>
                <a:gd name="connsiteY14" fmla="*/ 265574 h 361971"/>
                <a:gd name="connsiteX15" fmla="*/ 133550 w 362309"/>
                <a:gd name="connsiteY15" fmla="*/ 246422 h 361971"/>
                <a:gd name="connsiteX16" fmla="*/ 125882 w 362309"/>
                <a:gd name="connsiteY16" fmla="*/ 178113 h 361971"/>
                <a:gd name="connsiteX17" fmla="*/ 125882 w 362309"/>
                <a:gd name="connsiteY17" fmla="*/ 178113 h 361971"/>
                <a:gd name="connsiteX18" fmla="*/ 109907 w 362309"/>
                <a:gd name="connsiteY18" fmla="*/ 167899 h 361971"/>
                <a:gd name="connsiteX19" fmla="*/ 109268 w 362309"/>
                <a:gd name="connsiteY19" fmla="*/ 167899 h 361971"/>
                <a:gd name="connsiteX20" fmla="*/ 93932 w 362309"/>
                <a:gd name="connsiteY20" fmla="*/ 167899 h 361971"/>
                <a:gd name="connsiteX21" fmla="*/ 88820 w 362309"/>
                <a:gd name="connsiteY21" fmla="*/ 165345 h 361971"/>
                <a:gd name="connsiteX22" fmla="*/ 73484 w 362309"/>
                <a:gd name="connsiteY22" fmla="*/ 142363 h 361971"/>
                <a:gd name="connsiteX23" fmla="*/ 72845 w 362309"/>
                <a:gd name="connsiteY23" fmla="*/ 136617 h 361971"/>
                <a:gd name="connsiteX24" fmla="*/ 76679 w 362309"/>
                <a:gd name="connsiteY24" fmla="*/ 132787 h 361971"/>
                <a:gd name="connsiteX25" fmla="*/ 120131 w 362309"/>
                <a:gd name="connsiteY25" fmla="*/ 118104 h 361971"/>
                <a:gd name="connsiteX26" fmla="*/ 127160 w 362309"/>
                <a:gd name="connsiteY26" fmla="*/ 97675 h 361971"/>
                <a:gd name="connsiteX27" fmla="*/ 132272 w 362309"/>
                <a:gd name="connsiteY27" fmla="*/ 93206 h 361971"/>
                <a:gd name="connsiteX28" fmla="*/ 138662 w 362309"/>
                <a:gd name="connsiteY28" fmla="*/ 95760 h 361971"/>
                <a:gd name="connsiteX29" fmla="*/ 175084 w 362309"/>
                <a:gd name="connsiteY29" fmla="*/ 146832 h 361971"/>
                <a:gd name="connsiteX30" fmla="*/ 247290 w 362309"/>
                <a:gd name="connsiteY30" fmla="*/ 146832 h 361971"/>
                <a:gd name="connsiteX31" fmla="*/ 273489 w 362309"/>
                <a:gd name="connsiteY31" fmla="*/ 114912 h 361971"/>
                <a:gd name="connsiteX32" fmla="*/ 278601 w 362309"/>
                <a:gd name="connsiteY32" fmla="*/ 108528 h 361971"/>
                <a:gd name="connsiteX33" fmla="*/ 285630 w 362309"/>
                <a:gd name="connsiteY33" fmla="*/ 111720 h 361971"/>
                <a:gd name="connsiteX34" fmla="*/ 278601 w 362309"/>
                <a:gd name="connsiteY34" fmla="*/ 178113 h 361971"/>
                <a:gd name="connsiteX35" fmla="*/ 284991 w 362309"/>
                <a:gd name="connsiteY35" fmla="*/ 24578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81715"/>
                    <a:pt x="281157" y="0"/>
                    <a:pt x="181474" y="0"/>
                  </a:cubicBezTo>
                  <a:close/>
                  <a:moveTo>
                    <a:pt x="284991" y="245783"/>
                  </a:moveTo>
                  <a:cubicBezTo>
                    <a:pt x="284991" y="247060"/>
                    <a:pt x="284991" y="255998"/>
                    <a:pt x="279240" y="262382"/>
                  </a:cubicBezTo>
                  <a:cubicBezTo>
                    <a:pt x="276684" y="264935"/>
                    <a:pt x="271572" y="268766"/>
                    <a:pt x="263265" y="268766"/>
                  </a:cubicBezTo>
                  <a:cubicBezTo>
                    <a:pt x="260709" y="268766"/>
                    <a:pt x="258153" y="267489"/>
                    <a:pt x="257514" y="264935"/>
                  </a:cubicBezTo>
                  <a:lnTo>
                    <a:pt x="236428" y="215779"/>
                  </a:lnTo>
                  <a:cubicBezTo>
                    <a:pt x="226204" y="218332"/>
                    <a:pt x="203200" y="222163"/>
                    <a:pt x="175084" y="215779"/>
                  </a:cubicBezTo>
                  <a:lnTo>
                    <a:pt x="161026" y="263659"/>
                  </a:lnTo>
                  <a:cubicBezTo>
                    <a:pt x="160387" y="265574"/>
                    <a:pt x="159109" y="267489"/>
                    <a:pt x="157192" y="268127"/>
                  </a:cubicBezTo>
                  <a:cubicBezTo>
                    <a:pt x="156553" y="268127"/>
                    <a:pt x="153997" y="269404"/>
                    <a:pt x="150802" y="268766"/>
                  </a:cubicBezTo>
                  <a:cubicBezTo>
                    <a:pt x="147607" y="268766"/>
                    <a:pt x="144412" y="268127"/>
                    <a:pt x="141217" y="265574"/>
                  </a:cubicBezTo>
                  <a:cubicBezTo>
                    <a:pt x="136106" y="261743"/>
                    <a:pt x="133550" y="255359"/>
                    <a:pt x="133550" y="246422"/>
                  </a:cubicBezTo>
                  <a:cubicBezTo>
                    <a:pt x="133550" y="226631"/>
                    <a:pt x="126521" y="180667"/>
                    <a:pt x="125882" y="178113"/>
                  </a:cubicBezTo>
                  <a:lnTo>
                    <a:pt x="125882" y="178113"/>
                  </a:lnTo>
                  <a:cubicBezTo>
                    <a:pt x="125882" y="177475"/>
                    <a:pt x="122687" y="167899"/>
                    <a:pt x="109907" y="167899"/>
                  </a:cubicBezTo>
                  <a:lnTo>
                    <a:pt x="109268" y="167899"/>
                  </a:lnTo>
                  <a:lnTo>
                    <a:pt x="93932" y="167899"/>
                  </a:lnTo>
                  <a:cubicBezTo>
                    <a:pt x="92015" y="167899"/>
                    <a:pt x="90098" y="166622"/>
                    <a:pt x="88820" y="165345"/>
                  </a:cubicBezTo>
                  <a:lnTo>
                    <a:pt x="73484" y="142363"/>
                  </a:lnTo>
                  <a:cubicBezTo>
                    <a:pt x="72206" y="140448"/>
                    <a:pt x="72206" y="138533"/>
                    <a:pt x="72845" y="136617"/>
                  </a:cubicBezTo>
                  <a:cubicBezTo>
                    <a:pt x="73484" y="134702"/>
                    <a:pt x="74762" y="133425"/>
                    <a:pt x="76679" y="132787"/>
                  </a:cubicBezTo>
                  <a:lnTo>
                    <a:pt x="120131" y="118104"/>
                  </a:lnTo>
                  <a:lnTo>
                    <a:pt x="127160" y="97675"/>
                  </a:lnTo>
                  <a:cubicBezTo>
                    <a:pt x="127799" y="95121"/>
                    <a:pt x="129716" y="93845"/>
                    <a:pt x="132272" y="93206"/>
                  </a:cubicBezTo>
                  <a:cubicBezTo>
                    <a:pt x="134828" y="92568"/>
                    <a:pt x="136745" y="93845"/>
                    <a:pt x="138662" y="95760"/>
                  </a:cubicBezTo>
                  <a:lnTo>
                    <a:pt x="175084" y="146832"/>
                  </a:lnTo>
                  <a:lnTo>
                    <a:pt x="247290" y="146832"/>
                  </a:lnTo>
                  <a:cubicBezTo>
                    <a:pt x="255597" y="141724"/>
                    <a:pt x="273489" y="128318"/>
                    <a:pt x="273489" y="114912"/>
                  </a:cubicBezTo>
                  <a:cubicBezTo>
                    <a:pt x="273489" y="111720"/>
                    <a:pt x="275406" y="109166"/>
                    <a:pt x="278601" y="108528"/>
                  </a:cubicBezTo>
                  <a:cubicBezTo>
                    <a:pt x="281157" y="107889"/>
                    <a:pt x="284352" y="109166"/>
                    <a:pt x="285630" y="111720"/>
                  </a:cubicBezTo>
                  <a:cubicBezTo>
                    <a:pt x="286269" y="112997"/>
                    <a:pt x="302883" y="144916"/>
                    <a:pt x="278601" y="178113"/>
                  </a:cubicBezTo>
                  <a:lnTo>
                    <a:pt x="284991" y="245783"/>
                  </a:lnTo>
                  <a:close/>
                </a:path>
              </a:pathLst>
            </a:custGeom>
            <a:solidFill>
              <a:srgbClr val="046A38"/>
            </a:solidFill>
            <a:ln w="6390" cap="flat">
              <a:noFill/>
              <a:prstDash val="solid"/>
              <a:miter/>
            </a:ln>
          </p:spPr>
          <p:txBody>
            <a:bodyPr rtlCol="0" anchor="ctr"/>
            <a:lstStyle/>
            <a:p>
              <a:endParaRPr lang="en-US"/>
            </a:p>
          </p:txBody>
        </p:sp>
      </p:grpSp>
      <p:sp>
        <p:nvSpPr>
          <p:cNvPr id="511" name="Graphic 6">
            <a:extLst>
              <a:ext uri="{FF2B5EF4-FFF2-40B4-BE49-F238E27FC236}">
                <a16:creationId xmlns:a16="http://schemas.microsoft.com/office/drawing/2014/main" id="{B749A99C-3403-8D4C-B0CC-4F290E1A7F87}"/>
              </a:ext>
            </a:extLst>
          </p:cNvPr>
          <p:cNvSpPr/>
          <p:nvPr/>
        </p:nvSpPr>
        <p:spPr>
          <a:xfrm>
            <a:off x="5098530" y="3338985"/>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09 w 362309"/>
              <a:gd name="connsiteY3" fmla="*/ 181305 h 361971"/>
              <a:gd name="connsiteX4" fmla="*/ 181474 w 362309"/>
              <a:gd name="connsiteY4" fmla="*/ 0 h 361971"/>
              <a:gd name="connsiteX5" fmla="*/ 219175 w 362309"/>
              <a:gd name="connsiteY5" fmla="*/ 289833 h 361971"/>
              <a:gd name="connsiteX6" fmla="*/ 217897 w 362309"/>
              <a:gd name="connsiteY6" fmla="*/ 289833 h 361971"/>
              <a:gd name="connsiteX7" fmla="*/ 211507 w 362309"/>
              <a:gd name="connsiteY7" fmla="*/ 284725 h 361971"/>
              <a:gd name="connsiteX8" fmla="*/ 210868 w 362309"/>
              <a:gd name="connsiteY8" fmla="*/ 282172 h 361971"/>
              <a:gd name="connsiteX9" fmla="*/ 210229 w 362309"/>
              <a:gd name="connsiteY9" fmla="*/ 282172 h 361971"/>
              <a:gd name="connsiteX10" fmla="*/ 159109 w 362309"/>
              <a:gd name="connsiteY10" fmla="*/ 282172 h 361971"/>
              <a:gd name="connsiteX11" fmla="*/ 152719 w 362309"/>
              <a:gd name="connsiteY11" fmla="*/ 275788 h 361971"/>
              <a:gd name="connsiteX12" fmla="*/ 159109 w 362309"/>
              <a:gd name="connsiteY12" fmla="*/ 269404 h 361971"/>
              <a:gd name="connsiteX13" fmla="*/ 207673 w 362309"/>
              <a:gd name="connsiteY13" fmla="*/ 269404 h 361971"/>
              <a:gd name="connsiteX14" fmla="*/ 196171 w 362309"/>
              <a:gd name="connsiteY14" fmla="*/ 218971 h 361971"/>
              <a:gd name="connsiteX15" fmla="*/ 201283 w 362309"/>
              <a:gd name="connsiteY15" fmla="*/ 211310 h 361971"/>
              <a:gd name="connsiteX16" fmla="*/ 208951 w 362309"/>
              <a:gd name="connsiteY16" fmla="*/ 216417 h 361971"/>
              <a:gd name="connsiteX17" fmla="*/ 223648 w 362309"/>
              <a:gd name="connsiteY17" fmla="*/ 282172 h 361971"/>
              <a:gd name="connsiteX18" fmla="*/ 219175 w 362309"/>
              <a:gd name="connsiteY18" fmla="*/ 289833 h 361971"/>
              <a:gd name="connsiteX19" fmla="*/ 282435 w 362309"/>
              <a:gd name="connsiteY19" fmla="*/ 124488 h 361971"/>
              <a:gd name="connsiteX20" fmla="*/ 275406 w 362309"/>
              <a:gd name="connsiteY20" fmla="*/ 153854 h 361971"/>
              <a:gd name="connsiteX21" fmla="*/ 272850 w 362309"/>
              <a:gd name="connsiteY21" fmla="*/ 157684 h 361971"/>
              <a:gd name="connsiteX22" fmla="*/ 254319 w 362309"/>
              <a:gd name="connsiteY22" fmla="*/ 169814 h 361971"/>
              <a:gd name="connsiteX23" fmla="*/ 246013 w 362309"/>
              <a:gd name="connsiteY23" fmla="*/ 219609 h 361971"/>
              <a:gd name="connsiteX24" fmla="*/ 246013 w 362309"/>
              <a:gd name="connsiteY24" fmla="*/ 265574 h 361971"/>
              <a:gd name="connsiteX25" fmla="*/ 265182 w 362309"/>
              <a:gd name="connsiteY25" fmla="*/ 278341 h 361971"/>
              <a:gd name="connsiteX26" fmla="*/ 267099 w 362309"/>
              <a:gd name="connsiteY26" fmla="*/ 287279 h 361971"/>
              <a:gd name="connsiteX27" fmla="*/ 261987 w 362309"/>
              <a:gd name="connsiteY27" fmla="*/ 289833 h 361971"/>
              <a:gd name="connsiteX28" fmla="*/ 258153 w 362309"/>
              <a:gd name="connsiteY28" fmla="*/ 288556 h 361971"/>
              <a:gd name="connsiteX29" fmla="*/ 236428 w 362309"/>
              <a:gd name="connsiteY29" fmla="*/ 273873 h 361971"/>
              <a:gd name="connsiteX30" fmla="*/ 233872 w 362309"/>
              <a:gd name="connsiteY30" fmla="*/ 268766 h 361971"/>
              <a:gd name="connsiteX31" fmla="*/ 233872 w 362309"/>
              <a:gd name="connsiteY31" fmla="*/ 217694 h 361971"/>
              <a:gd name="connsiteX32" fmla="*/ 234510 w 362309"/>
              <a:gd name="connsiteY32" fmla="*/ 214502 h 361971"/>
              <a:gd name="connsiteX33" fmla="*/ 241540 w 362309"/>
              <a:gd name="connsiteY33" fmla="*/ 168537 h 361971"/>
              <a:gd name="connsiteX34" fmla="*/ 244095 w 362309"/>
              <a:gd name="connsiteY34" fmla="*/ 161515 h 361971"/>
              <a:gd name="connsiteX35" fmla="*/ 263904 w 362309"/>
              <a:gd name="connsiteY35" fmla="*/ 148108 h 361971"/>
              <a:gd name="connsiteX36" fmla="*/ 269655 w 362309"/>
              <a:gd name="connsiteY36" fmla="*/ 124488 h 361971"/>
              <a:gd name="connsiteX37" fmla="*/ 252403 w 362309"/>
              <a:gd name="connsiteY37" fmla="*/ 107251 h 361971"/>
              <a:gd name="connsiteX38" fmla="*/ 240261 w 362309"/>
              <a:gd name="connsiteY38" fmla="*/ 107251 h 361971"/>
              <a:gd name="connsiteX39" fmla="*/ 235150 w 362309"/>
              <a:gd name="connsiteY39" fmla="*/ 104697 h 361971"/>
              <a:gd name="connsiteX40" fmla="*/ 227482 w 362309"/>
              <a:gd name="connsiteY40" fmla="*/ 93844 h 361971"/>
              <a:gd name="connsiteX41" fmla="*/ 202561 w 362309"/>
              <a:gd name="connsiteY41" fmla="*/ 169176 h 361971"/>
              <a:gd name="connsiteX42" fmla="*/ 199366 w 362309"/>
              <a:gd name="connsiteY42" fmla="*/ 173006 h 361971"/>
              <a:gd name="connsiteX43" fmla="*/ 144412 w 362309"/>
              <a:gd name="connsiteY43" fmla="*/ 269404 h 361971"/>
              <a:gd name="connsiteX44" fmla="*/ 123326 w 362309"/>
              <a:gd name="connsiteY44" fmla="*/ 290471 h 361971"/>
              <a:gd name="connsiteX45" fmla="*/ 102239 w 362309"/>
              <a:gd name="connsiteY45" fmla="*/ 269404 h 361971"/>
              <a:gd name="connsiteX46" fmla="*/ 102239 w 362309"/>
              <a:gd name="connsiteY46" fmla="*/ 210671 h 361971"/>
              <a:gd name="connsiteX47" fmla="*/ 102239 w 362309"/>
              <a:gd name="connsiteY47" fmla="*/ 209395 h 361971"/>
              <a:gd name="connsiteX48" fmla="*/ 97766 w 362309"/>
              <a:gd name="connsiteY48" fmla="*/ 184497 h 361971"/>
              <a:gd name="connsiteX49" fmla="*/ 86264 w 362309"/>
              <a:gd name="connsiteY49" fmla="*/ 180028 h 361971"/>
              <a:gd name="connsiteX50" fmla="*/ 79874 w 362309"/>
              <a:gd name="connsiteY50" fmla="*/ 173644 h 361971"/>
              <a:gd name="connsiteX51" fmla="*/ 86264 w 362309"/>
              <a:gd name="connsiteY51" fmla="*/ 167260 h 361971"/>
              <a:gd name="connsiteX52" fmla="*/ 107351 w 362309"/>
              <a:gd name="connsiteY52" fmla="*/ 176198 h 361971"/>
              <a:gd name="connsiteX53" fmla="*/ 114380 w 362309"/>
              <a:gd name="connsiteY53" fmla="*/ 210671 h 361971"/>
              <a:gd name="connsiteX54" fmla="*/ 114380 w 362309"/>
              <a:gd name="connsiteY54" fmla="*/ 268766 h 361971"/>
              <a:gd name="connsiteX55" fmla="*/ 122686 w 362309"/>
              <a:gd name="connsiteY55" fmla="*/ 277065 h 361971"/>
              <a:gd name="connsiteX56" fmla="*/ 130994 w 362309"/>
              <a:gd name="connsiteY56" fmla="*/ 268766 h 361971"/>
              <a:gd name="connsiteX57" fmla="*/ 190420 w 362309"/>
              <a:gd name="connsiteY57" fmla="*/ 162153 h 361971"/>
              <a:gd name="connsiteX58" fmla="*/ 219175 w 362309"/>
              <a:gd name="connsiteY58" fmla="*/ 77246 h 361971"/>
              <a:gd name="connsiteX59" fmla="*/ 224287 w 362309"/>
              <a:gd name="connsiteY59" fmla="*/ 72777 h 361971"/>
              <a:gd name="connsiteX60" fmla="*/ 230677 w 362309"/>
              <a:gd name="connsiteY60" fmla="*/ 75331 h 361971"/>
              <a:gd name="connsiteX61" fmla="*/ 243456 w 362309"/>
              <a:gd name="connsiteY61" fmla="*/ 94483 h 361971"/>
              <a:gd name="connsiteX62" fmla="*/ 254958 w 362309"/>
              <a:gd name="connsiteY62" fmla="*/ 94483 h 361971"/>
              <a:gd name="connsiteX63" fmla="*/ 259431 w 362309"/>
              <a:gd name="connsiteY63" fmla="*/ 96398 h 361971"/>
              <a:gd name="connsiteX64" fmla="*/ 281157 w 362309"/>
              <a:gd name="connsiteY64" fmla="*/ 118104 h 361971"/>
              <a:gd name="connsiteX65" fmla="*/ 282435 w 362309"/>
              <a:gd name="connsiteY65" fmla="*/ 12448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62309" h="361971">
                <a:moveTo>
                  <a:pt x="181474" y="0"/>
                </a:moveTo>
                <a:cubicBezTo>
                  <a:pt x="81152" y="0"/>
                  <a:pt x="0" y="81076"/>
                  <a:pt x="0" y="180667"/>
                </a:cubicBezTo>
                <a:cubicBezTo>
                  <a:pt x="0" y="280257"/>
                  <a:pt x="81152" y="361971"/>
                  <a:pt x="180835" y="361971"/>
                </a:cubicBezTo>
                <a:cubicBezTo>
                  <a:pt x="281157" y="361971"/>
                  <a:pt x="362309" y="280895"/>
                  <a:pt x="362309" y="181305"/>
                </a:cubicBezTo>
                <a:cubicBezTo>
                  <a:pt x="362309" y="81715"/>
                  <a:pt x="281157" y="638"/>
                  <a:pt x="181474" y="0"/>
                </a:cubicBezTo>
                <a:close/>
                <a:moveTo>
                  <a:pt x="219175" y="289833"/>
                </a:moveTo>
                <a:cubicBezTo>
                  <a:pt x="218536" y="289833"/>
                  <a:pt x="218536" y="289833"/>
                  <a:pt x="217897" y="289833"/>
                </a:cubicBezTo>
                <a:cubicBezTo>
                  <a:pt x="214702" y="289833"/>
                  <a:pt x="212146" y="287917"/>
                  <a:pt x="211507" y="284725"/>
                </a:cubicBezTo>
                <a:lnTo>
                  <a:pt x="210868" y="282172"/>
                </a:lnTo>
                <a:lnTo>
                  <a:pt x="210229" y="282172"/>
                </a:lnTo>
                <a:lnTo>
                  <a:pt x="159109" y="282172"/>
                </a:lnTo>
                <a:cubicBezTo>
                  <a:pt x="155275" y="282172"/>
                  <a:pt x="152719" y="279618"/>
                  <a:pt x="152719" y="275788"/>
                </a:cubicBezTo>
                <a:cubicBezTo>
                  <a:pt x="152719" y="271958"/>
                  <a:pt x="155275" y="269404"/>
                  <a:pt x="159109" y="269404"/>
                </a:cubicBezTo>
                <a:lnTo>
                  <a:pt x="207673" y="269404"/>
                </a:lnTo>
                <a:lnTo>
                  <a:pt x="196171" y="218971"/>
                </a:lnTo>
                <a:cubicBezTo>
                  <a:pt x="195532" y="215779"/>
                  <a:pt x="197449" y="211948"/>
                  <a:pt x="201283" y="211310"/>
                </a:cubicBezTo>
                <a:cubicBezTo>
                  <a:pt x="204478" y="210671"/>
                  <a:pt x="208312" y="212587"/>
                  <a:pt x="208951" y="216417"/>
                </a:cubicBezTo>
                <a:lnTo>
                  <a:pt x="223648" y="282172"/>
                </a:lnTo>
                <a:cubicBezTo>
                  <a:pt x="224925" y="285364"/>
                  <a:pt x="222370" y="289194"/>
                  <a:pt x="219175" y="289833"/>
                </a:cubicBezTo>
                <a:close/>
                <a:moveTo>
                  <a:pt x="282435" y="124488"/>
                </a:moveTo>
                <a:lnTo>
                  <a:pt x="275406" y="153854"/>
                </a:lnTo>
                <a:cubicBezTo>
                  <a:pt x="274767" y="155131"/>
                  <a:pt x="274128" y="157046"/>
                  <a:pt x="272850" y="157684"/>
                </a:cubicBezTo>
                <a:lnTo>
                  <a:pt x="254319" y="169814"/>
                </a:lnTo>
                <a:cubicBezTo>
                  <a:pt x="255597" y="178113"/>
                  <a:pt x="257514" y="197903"/>
                  <a:pt x="246013" y="219609"/>
                </a:cubicBezTo>
                <a:lnTo>
                  <a:pt x="246013" y="265574"/>
                </a:lnTo>
                <a:lnTo>
                  <a:pt x="265182" y="278341"/>
                </a:lnTo>
                <a:cubicBezTo>
                  <a:pt x="268377" y="280257"/>
                  <a:pt x="269016" y="284087"/>
                  <a:pt x="267099" y="287279"/>
                </a:cubicBezTo>
                <a:cubicBezTo>
                  <a:pt x="265821" y="289194"/>
                  <a:pt x="263904" y="289833"/>
                  <a:pt x="261987" y="289833"/>
                </a:cubicBezTo>
                <a:cubicBezTo>
                  <a:pt x="260709" y="289833"/>
                  <a:pt x="259431" y="289194"/>
                  <a:pt x="258153" y="288556"/>
                </a:cubicBezTo>
                <a:lnTo>
                  <a:pt x="236428" y="273873"/>
                </a:lnTo>
                <a:cubicBezTo>
                  <a:pt x="234510" y="272596"/>
                  <a:pt x="233872" y="270681"/>
                  <a:pt x="233872" y="268766"/>
                </a:cubicBezTo>
                <a:lnTo>
                  <a:pt x="233872" y="217694"/>
                </a:lnTo>
                <a:cubicBezTo>
                  <a:pt x="233872" y="216417"/>
                  <a:pt x="233872" y="215779"/>
                  <a:pt x="234510" y="214502"/>
                </a:cubicBezTo>
                <a:cubicBezTo>
                  <a:pt x="247929" y="189604"/>
                  <a:pt x="241540" y="168537"/>
                  <a:pt x="241540" y="168537"/>
                </a:cubicBezTo>
                <a:cubicBezTo>
                  <a:pt x="240900" y="165984"/>
                  <a:pt x="241540" y="162792"/>
                  <a:pt x="244095" y="161515"/>
                </a:cubicBezTo>
                <a:lnTo>
                  <a:pt x="263904" y="148108"/>
                </a:lnTo>
                <a:lnTo>
                  <a:pt x="269655" y="124488"/>
                </a:lnTo>
                <a:lnTo>
                  <a:pt x="252403" y="107251"/>
                </a:lnTo>
                <a:lnTo>
                  <a:pt x="240261" y="107251"/>
                </a:lnTo>
                <a:cubicBezTo>
                  <a:pt x="238345" y="107251"/>
                  <a:pt x="236428" y="105974"/>
                  <a:pt x="235150" y="104697"/>
                </a:cubicBezTo>
                <a:lnTo>
                  <a:pt x="227482" y="93844"/>
                </a:lnTo>
                <a:lnTo>
                  <a:pt x="202561" y="169176"/>
                </a:lnTo>
                <a:cubicBezTo>
                  <a:pt x="201922" y="171091"/>
                  <a:pt x="200644" y="172368"/>
                  <a:pt x="199366" y="173006"/>
                </a:cubicBezTo>
                <a:cubicBezTo>
                  <a:pt x="197449" y="174283"/>
                  <a:pt x="144412" y="201095"/>
                  <a:pt x="144412" y="269404"/>
                </a:cubicBezTo>
                <a:cubicBezTo>
                  <a:pt x="144412" y="280895"/>
                  <a:pt x="134828" y="290471"/>
                  <a:pt x="123326" y="290471"/>
                </a:cubicBezTo>
                <a:cubicBezTo>
                  <a:pt x="111824" y="290471"/>
                  <a:pt x="102239" y="280895"/>
                  <a:pt x="102239" y="269404"/>
                </a:cubicBezTo>
                <a:lnTo>
                  <a:pt x="102239" y="210671"/>
                </a:lnTo>
                <a:cubicBezTo>
                  <a:pt x="102239" y="210033"/>
                  <a:pt x="102239" y="210033"/>
                  <a:pt x="102239" y="209395"/>
                </a:cubicBezTo>
                <a:cubicBezTo>
                  <a:pt x="102878" y="204926"/>
                  <a:pt x="103517" y="191519"/>
                  <a:pt x="97766" y="184497"/>
                </a:cubicBezTo>
                <a:cubicBezTo>
                  <a:pt x="95210" y="181305"/>
                  <a:pt x="91376" y="180028"/>
                  <a:pt x="86264" y="180028"/>
                </a:cubicBezTo>
                <a:cubicBezTo>
                  <a:pt x="82430" y="180028"/>
                  <a:pt x="79874" y="177475"/>
                  <a:pt x="79874" y="173644"/>
                </a:cubicBezTo>
                <a:cubicBezTo>
                  <a:pt x="79874" y="169814"/>
                  <a:pt x="82430" y="167260"/>
                  <a:pt x="86264" y="167260"/>
                </a:cubicBezTo>
                <a:cubicBezTo>
                  <a:pt x="95210" y="167260"/>
                  <a:pt x="102239" y="170452"/>
                  <a:pt x="107351" y="176198"/>
                </a:cubicBezTo>
                <a:cubicBezTo>
                  <a:pt x="117575" y="187689"/>
                  <a:pt x="115019" y="206841"/>
                  <a:pt x="114380" y="210671"/>
                </a:cubicBezTo>
                <a:lnTo>
                  <a:pt x="114380" y="268766"/>
                </a:lnTo>
                <a:cubicBezTo>
                  <a:pt x="114380" y="273234"/>
                  <a:pt x="118214" y="277065"/>
                  <a:pt x="122686" y="277065"/>
                </a:cubicBezTo>
                <a:cubicBezTo>
                  <a:pt x="127160" y="277065"/>
                  <a:pt x="130994" y="273234"/>
                  <a:pt x="130994" y="268766"/>
                </a:cubicBezTo>
                <a:cubicBezTo>
                  <a:pt x="130994" y="199819"/>
                  <a:pt x="178918" y="168537"/>
                  <a:pt x="190420" y="162153"/>
                </a:cubicBezTo>
                <a:lnTo>
                  <a:pt x="219175" y="77246"/>
                </a:lnTo>
                <a:cubicBezTo>
                  <a:pt x="219814" y="74692"/>
                  <a:pt x="221731" y="73416"/>
                  <a:pt x="224287" y="72777"/>
                </a:cubicBezTo>
                <a:cubicBezTo>
                  <a:pt x="226843" y="72139"/>
                  <a:pt x="229399" y="73416"/>
                  <a:pt x="230677" y="75331"/>
                </a:cubicBezTo>
                <a:lnTo>
                  <a:pt x="243456" y="94483"/>
                </a:lnTo>
                <a:lnTo>
                  <a:pt x="254958" y="94483"/>
                </a:lnTo>
                <a:cubicBezTo>
                  <a:pt x="256875" y="94483"/>
                  <a:pt x="258153" y="95121"/>
                  <a:pt x="259431" y="96398"/>
                </a:cubicBezTo>
                <a:lnTo>
                  <a:pt x="281157" y="118104"/>
                </a:lnTo>
                <a:cubicBezTo>
                  <a:pt x="282435" y="120019"/>
                  <a:pt x="283074" y="122572"/>
                  <a:pt x="282435" y="124488"/>
                </a:cubicBezTo>
                <a:close/>
              </a:path>
            </a:pathLst>
          </a:custGeom>
          <a:solidFill>
            <a:srgbClr val="046A38"/>
          </a:solidFill>
          <a:ln w="6390" cap="flat">
            <a:noFill/>
            <a:prstDash val="solid"/>
            <a:miter/>
          </a:ln>
        </p:spPr>
        <p:txBody>
          <a:bodyPr rtlCol="0" anchor="ctr"/>
          <a:lstStyle/>
          <a:p>
            <a:endParaRPr lang="en-US"/>
          </a:p>
        </p:txBody>
      </p:sp>
      <p:grpSp>
        <p:nvGrpSpPr>
          <p:cNvPr id="512" name="Graphic 6">
            <a:extLst>
              <a:ext uri="{FF2B5EF4-FFF2-40B4-BE49-F238E27FC236}">
                <a16:creationId xmlns:a16="http://schemas.microsoft.com/office/drawing/2014/main" id="{04DE62F9-C4C1-F147-8992-8BECA104AF5A}"/>
              </a:ext>
            </a:extLst>
          </p:cNvPr>
          <p:cNvGrpSpPr/>
          <p:nvPr/>
        </p:nvGrpSpPr>
        <p:grpSpPr>
          <a:xfrm>
            <a:off x="10324221" y="3342177"/>
            <a:ext cx="362309" cy="361971"/>
            <a:chOff x="10324221" y="3342177"/>
            <a:chExt cx="362309" cy="361971"/>
          </a:xfrm>
          <a:solidFill>
            <a:srgbClr val="43B02A"/>
          </a:solidFill>
        </p:grpSpPr>
        <p:sp>
          <p:nvSpPr>
            <p:cNvPr id="513" name="Graphic 6">
              <a:extLst>
                <a:ext uri="{FF2B5EF4-FFF2-40B4-BE49-F238E27FC236}">
                  <a16:creationId xmlns:a16="http://schemas.microsoft.com/office/drawing/2014/main" id="{C8ED7EFA-3F50-024C-9207-7C6E125F8346}"/>
                </a:ext>
              </a:extLst>
            </p:cNvPr>
            <p:cNvSpPr/>
            <p:nvPr/>
          </p:nvSpPr>
          <p:spPr>
            <a:xfrm>
              <a:off x="10408568" y="3426445"/>
              <a:ext cx="196170" cy="106612"/>
            </a:xfrm>
            <a:custGeom>
              <a:avLst/>
              <a:gdLst>
                <a:gd name="connsiteX0" fmla="*/ 171250 w 196170"/>
                <a:gd name="connsiteY0" fmla="*/ 58733 h 106612"/>
                <a:gd name="connsiteX1" fmla="*/ 166138 w 196170"/>
                <a:gd name="connsiteY1" fmla="*/ 59371 h 106612"/>
                <a:gd name="connsiteX2" fmla="*/ 163582 w 196170"/>
                <a:gd name="connsiteY2" fmla="*/ 61286 h 106612"/>
                <a:gd name="connsiteX3" fmla="*/ 155915 w 196170"/>
                <a:gd name="connsiteY3" fmla="*/ 61286 h 106612"/>
                <a:gd name="connsiteX4" fmla="*/ 153997 w 196170"/>
                <a:gd name="connsiteY4" fmla="*/ 52349 h 106612"/>
                <a:gd name="connsiteX5" fmla="*/ 153997 w 196170"/>
                <a:gd name="connsiteY5" fmla="*/ 51710 h 106612"/>
                <a:gd name="connsiteX6" fmla="*/ 154636 w 196170"/>
                <a:gd name="connsiteY6" fmla="*/ 45965 h 106612"/>
                <a:gd name="connsiteX7" fmla="*/ 108629 w 196170"/>
                <a:gd name="connsiteY7" fmla="*/ 0 h 106612"/>
                <a:gd name="connsiteX8" fmla="*/ 62621 w 196170"/>
                <a:gd name="connsiteY8" fmla="*/ 37027 h 106612"/>
                <a:gd name="connsiteX9" fmla="*/ 58787 w 196170"/>
                <a:gd name="connsiteY9" fmla="*/ 41496 h 106612"/>
                <a:gd name="connsiteX10" fmla="*/ 53036 w 196170"/>
                <a:gd name="connsiteY10" fmla="*/ 40858 h 106612"/>
                <a:gd name="connsiteX11" fmla="*/ 35783 w 196170"/>
                <a:gd name="connsiteY11" fmla="*/ 35112 h 106612"/>
                <a:gd name="connsiteX12" fmla="*/ 0 w 196170"/>
                <a:gd name="connsiteY12" fmla="*/ 70862 h 106612"/>
                <a:gd name="connsiteX13" fmla="*/ 35783 w 196170"/>
                <a:gd name="connsiteY13" fmla="*/ 106613 h 106612"/>
                <a:gd name="connsiteX14" fmla="*/ 172528 w 196170"/>
                <a:gd name="connsiteY14" fmla="*/ 106613 h 106612"/>
                <a:gd name="connsiteX15" fmla="*/ 196171 w 196170"/>
                <a:gd name="connsiteY15" fmla="*/ 82992 h 106612"/>
                <a:gd name="connsiteX16" fmla="*/ 171250 w 196170"/>
                <a:gd name="connsiteY16" fmla="*/ 58733 h 106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6170" h="106612">
                  <a:moveTo>
                    <a:pt x="171250" y="58733"/>
                  </a:moveTo>
                  <a:cubicBezTo>
                    <a:pt x="169333" y="58733"/>
                    <a:pt x="168055" y="58733"/>
                    <a:pt x="166138" y="59371"/>
                  </a:cubicBezTo>
                  <a:cubicBezTo>
                    <a:pt x="165500" y="60010"/>
                    <a:pt x="164860" y="60010"/>
                    <a:pt x="163582" y="61286"/>
                  </a:cubicBezTo>
                  <a:cubicBezTo>
                    <a:pt x="161026" y="62563"/>
                    <a:pt x="157831" y="62563"/>
                    <a:pt x="155915" y="61286"/>
                  </a:cubicBezTo>
                  <a:cubicBezTo>
                    <a:pt x="152080" y="58094"/>
                    <a:pt x="153358" y="54264"/>
                    <a:pt x="153997" y="52349"/>
                  </a:cubicBezTo>
                  <a:lnTo>
                    <a:pt x="153997" y="51710"/>
                  </a:lnTo>
                  <a:cubicBezTo>
                    <a:pt x="153997" y="49795"/>
                    <a:pt x="154636" y="47880"/>
                    <a:pt x="154636" y="45965"/>
                  </a:cubicBezTo>
                  <a:cubicBezTo>
                    <a:pt x="154636" y="20429"/>
                    <a:pt x="134189" y="0"/>
                    <a:pt x="108629" y="0"/>
                  </a:cubicBezTo>
                  <a:cubicBezTo>
                    <a:pt x="86264" y="0"/>
                    <a:pt x="66456" y="15960"/>
                    <a:pt x="62621" y="37027"/>
                  </a:cubicBezTo>
                  <a:cubicBezTo>
                    <a:pt x="61982" y="38943"/>
                    <a:pt x="60704" y="40858"/>
                    <a:pt x="58787" y="41496"/>
                  </a:cubicBezTo>
                  <a:cubicBezTo>
                    <a:pt x="56871" y="42135"/>
                    <a:pt x="54314" y="42135"/>
                    <a:pt x="53036" y="40858"/>
                  </a:cubicBezTo>
                  <a:cubicBezTo>
                    <a:pt x="47286" y="37027"/>
                    <a:pt x="42812" y="35112"/>
                    <a:pt x="35783" y="35112"/>
                  </a:cubicBezTo>
                  <a:cubicBezTo>
                    <a:pt x="15975" y="35112"/>
                    <a:pt x="0" y="51072"/>
                    <a:pt x="0" y="70862"/>
                  </a:cubicBezTo>
                  <a:cubicBezTo>
                    <a:pt x="0" y="90653"/>
                    <a:pt x="15975" y="106613"/>
                    <a:pt x="35783" y="106613"/>
                  </a:cubicBezTo>
                  <a:lnTo>
                    <a:pt x="172528" y="106613"/>
                  </a:lnTo>
                  <a:cubicBezTo>
                    <a:pt x="185308" y="106613"/>
                    <a:pt x="196171" y="96398"/>
                    <a:pt x="196171" y="82992"/>
                  </a:cubicBezTo>
                  <a:cubicBezTo>
                    <a:pt x="194893" y="68947"/>
                    <a:pt x="184030" y="58733"/>
                    <a:pt x="171250" y="58733"/>
                  </a:cubicBezTo>
                  <a:close/>
                </a:path>
              </a:pathLst>
            </a:custGeom>
            <a:solidFill>
              <a:srgbClr val="43B02A"/>
            </a:solidFill>
            <a:ln w="6390" cap="flat">
              <a:noFill/>
              <a:prstDash val="solid"/>
              <a:miter/>
            </a:ln>
          </p:spPr>
          <p:txBody>
            <a:bodyPr rtlCol="0" anchor="ctr"/>
            <a:lstStyle/>
            <a:p>
              <a:endParaRPr lang="en-US"/>
            </a:p>
          </p:txBody>
        </p:sp>
        <p:sp>
          <p:nvSpPr>
            <p:cNvPr id="514" name="Graphic 6">
              <a:extLst>
                <a:ext uri="{FF2B5EF4-FFF2-40B4-BE49-F238E27FC236}">
                  <a16:creationId xmlns:a16="http://schemas.microsoft.com/office/drawing/2014/main" id="{645DE37A-FF17-DF4D-965B-8F8CE4C4E690}"/>
                </a:ext>
              </a:extLst>
            </p:cNvPr>
            <p:cNvSpPr/>
            <p:nvPr/>
          </p:nvSpPr>
          <p:spPr>
            <a:xfrm>
              <a:off x="10324221" y="3342177"/>
              <a:ext cx="362309" cy="361971"/>
            </a:xfrm>
            <a:custGeom>
              <a:avLst/>
              <a:gdLst>
                <a:gd name="connsiteX0" fmla="*/ 181474 w 362309"/>
                <a:gd name="connsiteY0" fmla="*/ 0 h 361971"/>
                <a:gd name="connsiteX1" fmla="*/ 0 w 362309"/>
                <a:gd name="connsiteY1" fmla="*/ 180667 h 361971"/>
                <a:gd name="connsiteX2" fmla="*/ 180836 w 362309"/>
                <a:gd name="connsiteY2" fmla="*/ 361971 h 361971"/>
                <a:gd name="connsiteX3" fmla="*/ 362310 w 362309"/>
                <a:gd name="connsiteY3" fmla="*/ 181305 h 361971"/>
                <a:gd name="connsiteX4" fmla="*/ 181474 w 362309"/>
                <a:gd name="connsiteY4" fmla="*/ 0 h 361971"/>
                <a:gd name="connsiteX5" fmla="*/ 135467 w 362309"/>
                <a:gd name="connsiteY5" fmla="*/ 227270 h 361971"/>
                <a:gd name="connsiteX6" fmla="*/ 120770 w 362309"/>
                <a:gd name="connsiteY6" fmla="*/ 286641 h 361971"/>
                <a:gd name="connsiteX7" fmla="*/ 114380 w 362309"/>
                <a:gd name="connsiteY7" fmla="*/ 291748 h 361971"/>
                <a:gd name="connsiteX8" fmla="*/ 113102 w 362309"/>
                <a:gd name="connsiteY8" fmla="*/ 291748 h 361971"/>
                <a:gd name="connsiteX9" fmla="*/ 108629 w 362309"/>
                <a:gd name="connsiteY9" fmla="*/ 284087 h 361971"/>
                <a:gd name="connsiteX10" fmla="*/ 123326 w 362309"/>
                <a:gd name="connsiteY10" fmla="*/ 224716 h 361971"/>
                <a:gd name="connsiteX11" fmla="*/ 130994 w 362309"/>
                <a:gd name="connsiteY11" fmla="*/ 220247 h 361971"/>
                <a:gd name="connsiteX12" fmla="*/ 135467 w 362309"/>
                <a:gd name="connsiteY12" fmla="*/ 227270 h 361971"/>
                <a:gd name="connsiteX13" fmla="*/ 187225 w 362309"/>
                <a:gd name="connsiteY13" fmla="*/ 227270 h 361971"/>
                <a:gd name="connsiteX14" fmla="*/ 172528 w 362309"/>
                <a:gd name="connsiteY14" fmla="*/ 286641 h 361971"/>
                <a:gd name="connsiteX15" fmla="*/ 166138 w 362309"/>
                <a:gd name="connsiteY15" fmla="*/ 291748 h 361971"/>
                <a:gd name="connsiteX16" fmla="*/ 164861 w 362309"/>
                <a:gd name="connsiteY16" fmla="*/ 291748 h 361971"/>
                <a:gd name="connsiteX17" fmla="*/ 160388 w 362309"/>
                <a:gd name="connsiteY17" fmla="*/ 284087 h 361971"/>
                <a:gd name="connsiteX18" fmla="*/ 175084 w 362309"/>
                <a:gd name="connsiteY18" fmla="*/ 224716 h 361971"/>
                <a:gd name="connsiteX19" fmla="*/ 182753 w 362309"/>
                <a:gd name="connsiteY19" fmla="*/ 220247 h 361971"/>
                <a:gd name="connsiteX20" fmla="*/ 187225 w 362309"/>
                <a:gd name="connsiteY20" fmla="*/ 227270 h 361971"/>
                <a:gd name="connsiteX21" fmla="*/ 239623 w 362309"/>
                <a:gd name="connsiteY21" fmla="*/ 227270 h 361971"/>
                <a:gd name="connsiteX22" fmla="*/ 224926 w 362309"/>
                <a:gd name="connsiteY22" fmla="*/ 286641 h 361971"/>
                <a:gd name="connsiteX23" fmla="*/ 218536 w 362309"/>
                <a:gd name="connsiteY23" fmla="*/ 291748 h 361971"/>
                <a:gd name="connsiteX24" fmla="*/ 217258 w 362309"/>
                <a:gd name="connsiteY24" fmla="*/ 291748 h 361971"/>
                <a:gd name="connsiteX25" fmla="*/ 212785 w 362309"/>
                <a:gd name="connsiteY25" fmla="*/ 284087 h 361971"/>
                <a:gd name="connsiteX26" fmla="*/ 227482 w 362309"/>
                <a:gd name="connsiteY26" fmla="*/ 224716 h 361971"/>
                <a:gd name="connsiteX27" fmla="*/ 235150 w 362309"/>
                <a:gd name="connsiteY27" fmla="*/ 220247 h 361971"/>
                <a:gd name="connsiteX28" fmla="*/ 239623 w 362309"/>
                <a:gd name="connsiteY28" fmla="*/ 227270 h 361971"/>
                <a:gd name="connsiteX29" fmla="*/ 255597 w 362309"/>
                <a:gd name="connsiteY29" fmla="*/ 202372 h 361971"/>
                <a:gd name="connsiteX30" fmla="*/ 118853 w 362309"/>
                <a:gd name="connsiteY30" fmla="*/ 202372 h 361971"/>
                <a:gd name="connsiteX31" fmla="*/ 70289 w 362309"/>
                <a:gd name="connsiteY31" fmla="*/ 153854 h 361971"/>
                <a:gd name="connsiteX32" fmla="*/ 118853 w 362309"/>
                <a:gd name="connsiteY32" fmla="*/ 105336 h 361971"/>
                <a:gd name="connsiteX33" fmla="*/ 136106 w 362309"/>
                <a:gd name="connsiteY33" fmla="*/ 109166 h 361971"/>
                <a:gd name="connsiteX34" fmla="*/ 192338 w 362309"/>
                <a:gd name="connsiteY34" fmla="*/ 70224 h 361971"/>
                <a:gd name="connsiteX35" fmla="*/ 251125 w 362309"/>
                <a:gd name="connsiteY35" fmla="*/ 128956 h 361971"/>
                <a:gd name="connsiteX36" fmla="*/ 251125 w 362309"/>
                <a:gd name="connsiteY36" fmla="*/ 129595 h 361971"/>
                <a:gd name="connsiteX37" fmla="*/ 254959 w 362309"/>
                <a:gd name="connsiteY37" fmla="*/ 129595 h 361971"/>
                <a:gd name="connsiteX38" fmla="*/ 291382 w 362309"/>
                <a:gd name="connsiteY38" fmla="*/ 165984 h 361971"/>
                <a:gd name="connsiteX39" fmla="*/ 255597 w 362309"/>
                <a:gd name="connsiteY39" fmla="*/ 20237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2309" h="361971">
                  <a:moveTo>
                    <a:pt x="181474" y="0"/>
                  </a:moveTo>
                  <a:cubicBezTo>
                    <a:pt x="81153" y="0"/>
                    <a:pt x="0" y="81076"/>
                    <a:pt x="0" y="180667"/>
                  </a:cubicBezTo>
                  <a:cubicBezTo>
                    <a:pt x="0" y="280895"/>
                    <a:pt x="81153" y="361971"/>
                    <a:pt x="180836" y="361971"/>
                  </a:cubicBezTo>
                  <a:cubicBezTo>
                    <a:pt x="281157" y="361971"/>
                    <a:pt x="362310" y="280895"/>
                    <a:pt x="362310" y="181305"/>
                  </a:cubicBezTo>
                  <a:cubicBezTo>
                    <a:pt x="362310" y="81076"/>
                    <a:pt x="281157" y="0"/>
                    <a:pt x="181474" y="0"/>
                  </a:cubicBezTo>
                  <a:close/>
                  <a:moveTo>
                    <a:pt x="135467" y="227270"/>
                  </a:moveTo>
                  <a:lnTo>
                    <a:pt x="120770" y="286641"/>
                  </a:lnTo>
                  <a:cubicBezTo>
                    <a:pt x="120131" y="289833"/>
                    <a:pt x="117575" y="291748"/>
                    <a:pt x="114380" y="291748"/>
                  </a:cubicBezTo>
                  <a:cubicBezTo>
                    <a:pt x="113741" y="291748"/>
                    <a:pt x="113102" y="291748"/>
                    <a:pt x="113102" y="291748"/>
                  </a:cubicBezTo>
                  <a:cubicBezTo>
                    <a:pt x="109907" y="291109"/>
                    <a:pt x="107351" y="287279"/>
                    <a:pt x="108629" y="284087"/>
                  </a:cubicBezTo>
                  <a:lnTo>
                    <a:pt x="123326" y="224716"/>
                  </a:lnTo>
                  <a:cubicBezTo>
                    <a:pt x="123965" y="221524"/>
                    <a:pt x="127799" y="218971"/>
                    <a:pt x="130994" y="220247"/>
                  </a:cubicBezTo>
                  <a:cubicBezTo>
                    <a:pt x="134189" y="220247"/>
                    <a:pt x="136106" y="223439"/>
                    <a:pt x="135467" y="227270"/>
                  </a:cubicBezTo>
                  <a:close/>
                  <a:moveTo>
                    <a:pt x="187225" y="227270"/>
                  </a:moveTo>
                  <a:lnTo>
                    <a:pt x="172528" y="286641"/>
                  </a:lnTo>
                  <a:cubicBezTo>
                    <a:pt x="171889" y="289833"/>
                    <a:pt x="169333" y="291748"/>
                    <a:pt x="166138" y="291748"/>
                  </a:cubicBezTo>
                  <a:cubicBezTo>
                    <a:pt x="165500" y="291748"/>
                    <a:pt x="164861" y="291748"/>
                    <a:pt x="164861" y="291748"/>
                  </a:cubicBezTo>
                  <a:cubicBezTo>
                    <a:pt x="161666" y="291109"/>
                    <a:pt x="159110" y="287279"/>
                    <a:pt x="160388" y="284087"/>
                  </a:cubicBezTo>
                  <a:lnTo>
                    <a:pt x="175084" y="224716"/>
                  </a:lnTo>
                  <a:cubicBezTo>
                    <a:pt x="175723" y="221524"/>
                    <a:pt x="179558" y="218971"/>
                    <a:pt x="182753" y="220247"/>
                  </a:cubicBezTo>
                  <a:cubicBezTo>
                    <a:pt x="185948" y="220247"/>
                    <a:pt x="188503" y="223439"/>
                    <a:pt x="187225" y="227270"/>
                  </a:cubicBezTo>
                  <a:close/>
                  <a:moveTo>
                    <a:pt x="239623" y="227270"/>
                  </a:moveTo>
                  <a:lnTo>
                    <a:pt x="224926" y="286641"/>
                  </a:lnTo>
                  <a:cubicBezTo>
                    <a:pt x="224287" y="289833"/>
                    <a:pt x="221731" y="291748"/>
                    <a:pt x="218536" y="291748"/>
                  </a:cubicBezTo>
                  <a:cubicBezTo>
                    <a:pt x="217897" y="291748"/>
                    <a:pt x="217258" y="291748"/>
                    <a:pt x="217258" y="291748"/>
                  </a:cubicBezTo>
                  <a:cubicBezTo>
                    <a:pt x="214063" y="291109"/>
                    <a:pt x="211508" y="287279"/>
                    <a:pt x="212785" y="284087"/>
                  </a:cubicBezTo>
                  <a:lnTo>
                    <a:pt x="227482" y="224716"/>
                  </a:lnTo>
                  <a:cubicBezTo>
                    <a:pt x="228121" y="221524"/>
                    <a:pt x="231955" y="218971"/>
                    <a:pt x="235150" y="220247"/>
                  </a:cubicBezTo>
                  <a:cubicBezTo>
                    <a:pt x="238345" y="220247"/>
                    <a:pt x="240262" y="223439"/>
                    <a:pt x="239623" y="227270"/>
                  </a:cubicBezTo>
                  <a:close/>
                  <a:moveTo>
                    <a:pt x="255597" y="202372"/>
                  </a:moveTo>
                  <a:lnTo>
                    <a:pt x="118853" y="202372"/>
                  </a:lnTo>
                  <a:cubicBezTo>
                    <a:pt x="92015" y="202372"/>
                    <a:pt x="70289" y="180667"/>
                    <a:pt x="70289" y="153854"/>
                  </a:cubicBezTo>
                  <a:cubicBezTo>
                    <a:pt x="70289" y="127041"/>
                    <a:pt x="92015" y="105336"/>
                    <a:pt x="118853" y="105336"/>
                  </a:cubicBezTo>
                  <a:cubicBezTo>
                    <a:pt x="125882" y="105336"/>
                    <a:pt x="130994" y="106612"/>
                    <a:pt x="136106" y="109166"/>
                  </a:cubicBezTo>
                  <a:cubicBezTo>
                    <a:pt x="144413" y="86184"/>
                    <a:pt x="166778" y="70224"/>
                    <a:pt x="192338" y="70224"/>
                  </a:cubicBezTo>
                  <a:cubicBezTo>
                    <a:pt x="224926" y="70224"/>
                    <a:pt x="251125" y="96398"/>
                    <a:pt x="251125" y="128956"/>
                  </a:cubicBezTo>
                  <a:lnTo>
                    <a:pt x="251125" y="129595"/>
                  </a:lnTo>
                  <a:cubicBezTo>
                    <a:pt x="252403" y="129595"/>
                    <a:pt x="253681" y="129595"/>
                    <a:pt x="254959" y="129595"/>
                  </a:cubicBezTo>
                  <a:cubicBezTo>
                    <a:pt x="274767" y="129595"/>
                    <a:pt x="291382" y="145555"/>
                    <a:pt x="291382" y="165984"/>
                  </a:cubicBezTo>
                  <a:cubicBezTo>
                    <a:pt x="292021" y="185774"/>
                    <a:pt x="275407" y="202372"/>
                    <a:pt x="255597" y="202372"/>
                  </a:cubicBezTo>
                  <a:close/>
                </a:path>
              </a:pathLst>
            </a:custGeom>
            <a:solidFill>
              <a:srgbClr val="43B02A"/>
            </a:solidFill>
            <a:ln w="6390" cap="flat">
              <a:noFill/>
              <a:prstDash val="solid"/>
              <a:miter/>
            </a:ln>
          </p:spPr>
          <p:txBody>
            <a:bodyPr rtlCol="0" anchor="ctr"/>
            <a:lstStyle/>
            <a:p>
              <a:endParaRPr lang="en-US"/>
            </a:p>
          </p:txBody>
        </p:sp>
      </p:grpSp>
      <p:grpSp>
        <p:nvGrpSpPr>
          <p:cNvPr id="515" name="Graphic 6">
            <a:extLst>
              <a:ext uri="{FF2B5EF4-FFF2-40B4-BE49-F238E27FC236}">
                <a16:creationId xmlns:a16="http://schemas.microsoft.com/office/drawing/2014/main" id="{AEE3D55E-AE35-2B4C-999A-F53F52211C5F}"/>
              </a:ext>
            </a:extLst>
          </p:cNvPr>
          <p:cNvGrpSpPr/>
          <p:nvPr/>
        </p:nvGrpSpPr>
        <p:grpSpPr>
          <a:xfrm>
            <a:off x="2997519" y="3822252"/>
            <a:ext cx="362309" cy="361971"/>
            <a:chOff x="2997519" y="3822252"/>
            <a:chExt cx="362309" cy="361971"/>
          </a:xfrm>
          <a:solidFill>
            <a:srgbClr val="046A38"/>
          </a:solidFill>
        </p:grpSpPr>
        <p:sp>
          <p:nvSpPr>
            <p:cNvPr id="516" name="Graphic 6">
              <a:extLst>
                <a:ext uri="{FF2B5EF4-FFF2-40B4-BE49-F238E27FC236}">
                  <a16:creationId xmlns:a16="http://schemas.microsoft.com/office/drawing/2014/main" id="{E90F97C6-EEFD-4C4B-9D24-D7AFAC5DED5C}"/>
                </a:ext>
              </a:extLst>
            </p:cNvPr>
            <p:cNvSpPr/>
            <p:nvPr/>
          </p:nvSpPr>
          <p:spPr>
            <a:xfrm>
              <a:off x="3093368" y="4068035"/>
              <a:ext cx="29393" cy="29366"/>
            </a:xfrm>
            <a:custGeom>
              <a:avLst/>
              <a:gdLst>
                <a:gd name="connsiteX0" fmla="*/ 28755 w 29393"/>
                <a:gd name="connsiteY0" fmla="*/ 639 h 29366"/>
                <a:gd name="connsiteX1" fmla="*/ 1917 w 29393"/>
                <a:gd name="connsiteY1" fmla="*/ 639 h 29366"/>
                <a:gd name="connsiteX2" fmla="*/ 0 w 29393"/>
                <a:gd name="connsiteY2" fmla="*/ 0 h 29366"/>
                <a:gd name="connsiteX3" fmla="*/ 0 w 29393"/>
                <a:gd name="connsiteY3" fmla="*/ 29367 h 29366"/>
                <a:gd name="connsiteX4" fmla="*/ 29394 w 29393"/>
                <a:gd name="connsiteY4" fmla="*/ 29367 h 29366"/>
                <a:gd name="connsiteX5" fmla="*/ 28755 w 29393"/>
                <a:gd name="connsiteY5" fmla="*/ 639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93" h="29366">
                  <a:moveTo>
                    <a:pt x="28755" y="639"/>
                  </a:moveTo>
                  <a:lnTo>
                    <a:pt x="1917" y="639"/>
                  </a:lnTo>
                  <a:cubicBezTo>
                    <a:pt x="1278" y="639"/>
                    <a:pt x="639" y="639"/>
                    <a:pt x="0" y="0"/>
                  </a:cubicBezTo>
                  <a:lnTo>
                    <a:pt x="0" y="29367"/>
                  </a:lnTo>
                  <a:lnTo>
                    <a:pt x="29394" y="29367"/>
                  </a:lnTo>
                  <a:lnTo>
                    <a:pt x="28755" y="639"/>
                  </a:lnTo>
                  <a:close/>
                </a:path>
              </a:pathLst>
            </a:custGeom>
            <a:solidFill>
              <a:srgbClr val="046A38"/>
            </a:solidFill>
            <a:ln w="6390" cap="flat">
              <a:noFill/>
              <a:prstDash val="solid"/>
              <a:miter/>
            </a:ln>
          </p:spPr>
          <p:txBody>
            <a:bodyPr rtlCol="0" anchor="ctr"/>
            <a:lstStyle/>
            <a:p>
              <a:endParaRPr lang="en-US"/>
            </a:p>
          </p:txBody>
        </p:sp>
        <p:sp>
          <p:nvSpPr>
            <p:cNvPr id="517" name="Graphic 6">
              <a:extLst>
                <a:ext uri="{FF2B5EF4-FFF2-40B4-BE49-F238E27FC236}">
                  <a16:creationId xmlns:a16="http://schemas.microsoft.com/office/drawing/2014/main" id="{432DE1B7-968A-E545-AE0B-AC5997370709}"/>
                </a:ext>
              </a:extLst>
            </p:cNvPr>
            <p:cNvSpPr/>
            <p:nvPr/>
          </p:nvSpPr>
          <p:spPr>
            <a:xfrm>
              <a:off x="3092729" y="4026540"/>
              <a:ext cx="41534" cy="29366"/>
            </a:xfrm>
            <a:custGeom>
              <a:avLst/>
              <a:gdLst>
                <a:gd name="connsiteX0" fmla="*/ 1917 w 41534"/>
                <a:gd name="connsiteY0" fmla="*/ 29367 h 29366"/>
                <a:gd name="connsiteX1" fmla="*/ 29394 w 41534"/>
                <a:gd name="connsiteY1" fmla="*/ 29367 h 29366"/>
                <a:gd name="connsiteX2" fmla="*/ 41535 w 41534"/>
                <a:gd name="connsiteY2" fmla="*/ 0 h 29366"/>
                <a:gd name="connsiteX3" fmla="*/ 0 w 41534"/>
                <a:gd name="connsiteY3" fmla="*/ 0 h 29366"/>
                <a:gd name="connsiteX4" fmla="*/ 0 w 41534"/>
                <a:gd name="connsiteY4" fmla="*/ 29367 h 29366"/>
                <a:gd name="connsiteX5" fmla="*/ 1917 w 41534"/>
                <a:gd name="connsiteY5" fmla="*/ 29367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4" h="29366">
                  <a:moveTo>
                    <a:pt x="1917" y="29367"/>
                  </a:moveTo>
                  <a:lnTo>
                    <a:pt x="29394" y="29367"/>
                  </a:lnTo>
                  <a:cubicBezTo>
                    <a:pt x="30672" y="18514"/>
                    <a:pt x="35145" y="8299"/>
                    <a:pt x="41535" y="0"/>
                  </a:cubicBezTo>
                  <a:lnTo>
                    <a:pt x="0" y="0"/>
                  </a:lnTo>
                  <a:lnTo>
                    <a:pt x="0" y="29367"/>
                  </a:lnTo>
                  <a:cubicBezTo>
                    <a:pt x="639" y="29367"/>
                    <a:pt x="1278" y="29367"/>
                    <a:pt x="1917" y="29367"/>
                  </a:cubicBezTo>
                  <a:close/>
                </a:path>
              </a:pathLst>
            </a:custGeom>
            <a:solidFill>
              <a:srgbClr val="046A38"/>
            </a:solidFill>
            <a:ln w="6390" cap="flat">
              <a:noFill/>
              <a:prstDash val="solid"/>
              <a:miter/>
            </a:ln>
          </p:spPr>
          <p:txBody>
            <a:bodyPr rtlCol="0" anchor="ctr"/>
            <a:lstStyle/>
            <a:p>
              <a:endParaRPr lang="en-US"/>
            </a:p>
          </p:txBody>
        </p:sp>
        <p:sp>
          <p:nvSpPr>
            <p:cNvPr id="518" name="Graphic 6">
              <a:extLst>
                <a:ext uri="{FF2B5EF4-FFF2-40B4-BE49-F238E27FC236}">
                  <a16:creationId xmlns:a16="http://schemas.microsoft.com/office/drawing/2014/main" id="{8E01B873-EEDE-2045-9DFE-8A2C504D9C1A}"/>
                </a:ext>
              </a:extLst>
            </p:cNvPr>
            <p:cNvSpPr/>
            <p:nvPr/>
          </p:nvSpPr>
          <p:spPr>
            <a:xfrm>
              <a:off x="3094007" y="3984405"/>
              <a:ext cx="170611" cy="71500"/>
            </a:xfrm>
            <a:custGeom>
              <a:avLst/>
              <a:gdLst>
                <a:gd name="connsiteX0" fmla="*/ 129077 w 170611"/>
                <a:gd name="connsiteY0" fmla="*/ 42134 h 71500"/>
                <a:gd name="connsiteX1" fmla="*/ 141217 w 170611"/>
                <a:gd name="connsiteY1" fmla="*/ 71501 h 71500"/>
                <a:gd name="connsiteX2" fmla="*/ 143774 w 170611"/>
                <a:gd name="connsiteY2" fmla="*/ 70862 h 71500"/>
                <a:gd name="connsiteX3" fmla="*/ 170611 w 170611"/>
                <a:gd name="connsiteY3" fmla="*/ 70862 h 71500"/>
                <a:gd name="connsiteX4" fmla="*/ 170611 w 170611"/>
                <a:gd name="connsiteY4" fmla="*/ 30005 h 71500"/>
                <a:gd name="connsiteX5" fmla="*/ 133550 w 170611"/>
                <a:gd name="connsiteY5" fmla="*/ 0 h 71500"/>
                <a:gd name="connsiteX6" fmla="*/ 35783 w 170611"/>
                <a:gd name="connsiteY6" fmla="*/ 0 h 71500"/>
                <a:gd name="connsiteX7" fmla="*/ 0 w 170611"/>
                <a:gd name="connsiteY7" fmla="*/ 29366 h 71500"/>
                <a:gd name="connsiteX8" fmla="*/ 54953 w 170611"/>
                <a:gd name="connsiteY8" fmla="*/ 29366 h 71500"/>
                <a:gd name="connsiteX9" fmla="*/ 84347 w 170611"/>
                <a:gd name="connsiteY9" fmla="*/ 21067 h 71500"/>
                <a:gd name="connsiteX10" fmla="*/ 113741 w 170611"/>
                <a:gd name="connsiteY10" fmla="*/ 29366 h 71500"/>
                <a:gd name="connsiteX11" fmla="*/ 168055 w 170611"/>
                <a:gd name="connsiteY11" fmla="*/ 29366 h 71500"/>
                <a:gd name="connsiteX12" fmla="*/ 168055 w 170611"/>
                <a:gd name="connsiteY12" fmla="*/ 42134 h 71500"/>
                <a:gd name="connsiteX13" fmla="*/ 129077 w 170611"/>
                <a:gd name="connsiteY13" fmla="*/ 42134 h 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0611" h="71500">
                  <a:moveTo>
                    <a:pt x="129077" y="42134"/>
                  </a:moveTo>
                  <a:cubicBezTo>
                    <a:pt x="135467" y="50434"/>
                    <a:pt x="139940" y="60648"/>
                    <a:pt x="141217" y="71501"/>
                  </a:cubicBezTo>
                  <a:cubicBezTo>
                    <a:pt x="141856" y="71501"/>
                    <a:pt x="142496" y="70862"/>
                    <a:pt x="143774" y="70862"/>
                  </a:cubicBezTo>
                  <a:lnTo>
                    <a:pt x="170611" y="70862"/>
                  </a:lnTo>
                  <a:lnTo>
                    <a:pt x="170611" y="30005"/>
                  </a:lnTo>
                  <a:lnTo>
                    <a:pt x="133550" y="0"/>
                  </a:lnTo>
                  <a:lnTo>
                    <a:pt x="35783" y="0"/>
                  </a:lnTo>
                  <a:lnTo>
                    <a:pt x="0" y="29366"/>
                  </a:lnTo>
                  <a:lnTo>
                    <a:pt x="54953" y="29366"/>
                  </a:lnTo>
                  <a:cubicBezTo>
                    <a:pt x="63260" y="24259"/>
                    <a:pt x="73484" y="21067"/>
                    <a:pt x="84347" y="21067"/>
                  </a:cubicBezTo>
                  <a:cubicBezTo>
                    <a:pt x="95210" y="21067"/>
                    <a:pt x="105434" y="24259"/>
                    <a:pt x="113741" y="29366"/>
                  </a:cubicBezTo>
                  <a:lnTo>
                    <a:pt x="168055" y="29366"/>
                  </a:lnTo>
                  <a:lnTo>
                    <a:pt x="168055" y="42134"/>
                  </a:lnTo>
                  <a:lnTo>
                    <a:pt x="129077" y="42134"/>
                  </a:lnTo>
                  <a:close/>
                </a:path>
              </a:pathLst>
            </a:custGeom>
            <a:solidFill>
              <a:srgbClr val="046A38"/>
            </a:solidFill>
            <a:ln w="6390" cap="flat">
              <a:noFill/>
              <a:prstDash val="solid"/>
              <a:miter/>
            </a:ln>
          </p:spPr>
          <p:txBody>
            <a:bodyPr rtlCol="0" anchor="ctr"/>
            <a:lstStyle/>
            <a:p>
              <a:endParaRPr lang="en-US"/>
            </a:p>
          </p:txBody>
        </p:sp>
        <p:sp>
          <p:nvSpPr>
            <p:cNvPr id="519" name="Graphic 6">
              <a:extLst>
                <a:ext uri="{FF2B5EF4-FFF2-40B4-BE49-F238E27FC236}">
                  <a16:creationId xmlns:a16="http://schemas.microsoft.com/office/drawing/2014/main" id="{C7E418C7-311A-A549-8E17-6B85CE402095}"/>
                </a:ext>
              </a:extLst>
            </p:cNvPr>
            <p:cNvSpPr/>
            <p:nvPr/>
          </p:nvSpPr>
          <p:spPr>
            <a:xfrm>
              <a:off x="3145765" y="3944825"/>
              <a:ext cx="66455" cy="27451"/>
            </a:xfrm>
            <a:custGeom>
              <a:avLst/>
              <a:gdLst>
                <a:gd name="connsiteX0" fmla="*/ 66456 w 66455"/>
                <a:gd name="connsiteY0" fmla="*/ 27451 h 27451"/>
                <a:gd name="connsiteX1" fmla="*/ 33228 w 66455"/>
                <a:gd name="connsiteY1" fmla="*/ 0 h 27451"/>
                <a:gd name="connsiteX2" fmla="*/ 0 w 66455"/>
                <a:gd name="connsiteY2" fmla="*/ 26813 h 27451"/>
              </a:gdLst>
              <a:ahLst/>
              <a:cxnLst>
                <a:cxn ang="0">
                  <a:pos x="connsiteX0" y="connsiteY0"/>
                </a:cxn>
                <a:cxn ang="0">
                  <a:pos x="connsiteX1" y="connsiteY1"/>
                </a:cxn>
                <a:cxn ang="0">
                  <a:pos x="connsiteX2" y="connsiteY2"/>
                </a:cxn>
              </a:cxnLst>
              <a:rect l="l" t="t" r="r" b="b"/>
              <a:pathLst>
                <a:path w="66455" h="27451">
                  <a:moveTo>
                    <a:pt x="66456" y="27451"/>
                  </a:moveTo>
                  <a:lnTo>
                    <a:pt x="33228" y="0"/>
                  </a:lnTo>
                  <a:lnTo>
                    <a:pt x="0" y="26813"/>
                  </a:lnTo>
                  <a:close/>
                </a:path>
              </a:pathLst>
            </a:custGeom>
            <a:solidFill>
              <a:srgbClr val="046A38"/>
            </a:solidFill>
            <a:ln w="6390" cap="flat">
              <a:noFill/>
              <a:prstDash val="solid"/>
              <a:miter/>
            </a:ln>
          </p:spPr>
          <p:txBody>
            <a:bodyPr rtlCol="0" anchor="ctr"/>
            <a:lstStyle/>
            <a:p>
              <a:endParaRPr lang="en-US"/>
            </a:p>
          </p:txBody>
        </p:sp>
        <p:sp>
          <p:nvSpPr>
            <p:cNvPr id="520" name="Graphic 6">
              <a:extLst>
                <a:ext uri="{FF2B5EF4-FFF2-40B4-BE49-F238E27FC236}">
                  <a16:creationId xmlns:a16="http://schemas.microsoft.com/office/drawing/2014/main" id="{DB7B8076-994E-F64F-B637-3FC157F793AF}"/>
                </a:ext>
              </a:extLst>
            </p:cNvPr>
            <p:cNvSpPr/>
            <p:nvPr/>
          </p:nvSpPr>
          <p:spPr>
            <a:xfrm>
              <a:off x="2997519" y="382225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181474 w 362309"/>
                <a:gd name="connsiteY4" fmla="*/ 0 h 361971"/>
                <a:gd name="connsiteX5" fmla="*/ 279879 w 362309"/>
                <a:gd name="connsiteY5" fmla="*/ 281534 h 361971"/>
                <a:gd name="connsiteX6" fmla="*/ 273489 w 362309"/>
                <a:gd name="connsiteY6" fmla="*/ 287918 h 361971"/>
                <a:gd name="connsiteX7" fmla="*/ 231316 w 362309"/>
                <a:gd name="connsiteY7" fmla="*/ 287918 h 361971"/>
                <a:gd name="connsiteX8" fmla="*/ 224926 w 362309"/>
                <a:gd name="connsiteY8" fmla="*/ 281534 h 361971"/>
                <a:gd name="connsiteX9" fmla="*/ 224926 w 362309"/>
                <a:gd name="connsiteY9" fmla="*/ 239399 h 361971"/>
                <a:gd name="connsiteX10" fmla="*/ 207034 w 362309"/>
                <a:gd name="connsiteY10" fmla="*/ 203649 h 361971"/>
                <a:gd name="connsiteX11" fmla="*/ 206395 w 362309"/>
                <a:gd name="connsiteY11" fmla="*/ 203649 h 361971"/>
                <a:gd name="connsiteX12" fmla="*/ 206395 w 362309"/>
                <a:gd name="connsiteY12" fmla="*/ 203011 h 361971"/>
                <a:gd name="connsiteX13" fmla="*/ 181474 w 362309"/>
                <a:gd name="connsiteY13" fmla="*/ 195350 h 361971"/>
                <a:gd name="connsiteX14" fmla="*/ 137384 w 362309"/>
                <a:gd name="connsiteY14" fmla="*/ 239399 h 361971"/>
                <a:gd name="connsiteX15" fmla="*/ 137384 w 362309"/>
                <a:gd name="connsiteY15" fmla="*/ 281534 h 361971"/>
                <a:gd name="connsiteX16" fmla="*/ 130994 w 362309"/>
                <a:gd name="connsiteY16" fmla="*/ 287918 h 361971"/>
                <a:gd name="connsiteX17" fmla="*/ 88820 w 362309"/>
                <a:gd name="connsiteY17" fmla="*/ 287918 h 361971"/>
                <a:gd name="connsiteX18" fmla="*/ 82430 w 362309"/>
                <a:gd name="connsiteY18" fmla="*/ 281534 h 361971"/>
                <a:gd name="connsiteX19" fmla="*/ 82430 w 362309"/>
                <a:gd name="connsiteY19" fmla="*/ 204287 h 361971"/>
                <a:gd name="connsiteX20" fmla="*/ 82430 w 362309"/>
                <a:gd name="connsiteY20" fmla="*/ 191519 h 361971"/>
                <a:gd name="connsiteX21" fmla="*/ 82430 w 362309"/>
                <a:gd name="connsiteY21" fmla="*/ 189604 h 361971"/>
                <a:gd name="connsiteX22" fmla="*/ 84986 w 362309"/>
                <a:gd name="connsiteY22" fmla="*/ 184497 h 361971"/>
                <a:gd name="connsiteX23" fmla="*/ 177001 w 362309"/>
                <a:gd name="connsiteY23" fmla="*/ 109166 h 361971"/>
                <a:gd name="connsiteX24" fmla="*/ 185308 w 362309"/>
                <a:gd name="connsiteY24" fmla="*/ 109166 h 361971"/>
                <a:gd name="connsiteX25" fmla="*/ 277323 w 362309"/>
                <a:gd name="connsiteY25" fmla="*/ 184497 h 361971"/>
                <a:gd name="connsiteX26" fmla="*/ 279879 w 362309"/>
                <a:gd name="connsiteY26" fmla="*/ 189604 h 361971"/>
                <a:gd name="connsiteX27" fmla="*/ 279879 w 362309"/>
                <a:gd name="connsiteY27" fmla="*/ 281534 h 361971"/>
                <a:gd name="connsiteX28" fmla="*/ 302883 w 362309"/>
                <a:gd name="connsiteY28" fmla="*/ 176836 h 361971"/>
                <a:gd name="connsiteX29" fmla="*/ 297771 w 362309"/>
                <a:gd name="connsiteY29" fmla="*/ 179390 h 361971"/>
                <a:gd name="connsiteX30" fmla="*/ 293937 w 362309"/>
                <a:gd name="connsiteY30" fmla="*/ 178113 h 361971"/>
                <a:gd name="connsiteX31" fmla="*/ 181474 w 362309"/>
                <a:gd name="connsiteY31" fmla="*/ 88738 h 361971"/>
                <a:gd name="connsiteX32" fmla="*/ 69011 w 362309"/>
                <a:gd name="connsiteY32" fmla="*/ 178113 h 361971"/>
                <a:gd name="connsiteX33" fmla="*/ 60065 w 362309"/>
                <a:gd name="connsiteY33" fmla="*/ 176836 h 361971"/>
                <a:gd name="connsiteX34" fmla="*/ 61343 w 362309"/>
                <a:gd name="connsiteY34" fmla="*/ 167899 h 361971"/>
                <a:gd name="connsiteX35" fmla="*/ 177640 w 362309"/>
                <a:gd name="connsiteY35" fmla="*/ 75970 h 361971"/>
                <a:gd name="connsiteX36" fmla="*/ 185308 w 362309"/>
                <a:gd name="connsiteY36" fmla="*/ 75970 h 361971"/>
                <a:gd name="connsiteX37" fmla="*/ 301605 w 362309"/>
                <a:gd name="connsiteY37" fmla="*/ 167899 h 361971"/>
                <a:gd name="connsiteX38" fmla="*/ 302883 w 362309"/>
                <a:gd name="connsiteY38" fmla="*/ 17683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81715"/>
                    <a:pt x="281157" y="639"/>
                    <a:pt x="181474" y="0"/>
                  </a:cubicBezTo>
                  <a:close/>
                  <a:moveTo>
                    <a:pt x="279879" y="281534"/>
                  </a:moveTo>
                  <a:cubicBezTo>
                    <a:pt x="279879" y="285364"/>
                    <a:pt x="277323" y="287918"/>
                    <a:pt x="273489" y="287918"/>
                  </a:cubicBezTo>
                  <a:lnTo>
                    <a:pt x="231316" y="287918"/>
                  </a:lnTo>
                  <a:cubicBezTo>
                    <a:pt x="227482" y="287918"/>
                    <a:pt x="224926" y="285364"/>
                    <a:pt x="224926" y="281534"/>
                  </a:cubicBezTo>
                  <a:lnTo>
                    <a:pt x="224926" y="239399"/>
                  </a:lnTo>
                  <a:cubicBezTo>
                    <a:pt x="224926" y="224716"/>
                    <a:pt x="217897" y="211948"/>
                    <a:pt x="207034" y="203649"/>
                  </a:cubicBezTo>
                  <a:lnTo>
                    <a:pt x="206395" y="203649"/>
                  </a:lnTo>
                  <a:lnTo>
                    <a:pt x="206395" y="203011"/>
                  </a:lnTo>
                  <a:cubicBezTo>
                    <a:pt x="199366" y="197903"/>
                    <a:pt x="190420" y="195350"/>
                    <a:pt x="181474" y="195350"/>
                  </a:cubicBezTo>
                  <a:cubicBezTo>
                    <a:pt x="157192" y="195350"/>
                    <a:pt x="137384" y="215140"/>
                    <a:pt x="137384" y="239399"/>
                  </a:cubicBezTo>
                  <a:lnTo>
                    <a:pt x="137384" y="281534"/>
                  </a:lnTo>
                  <a:cubicBezTo>
                    <a:pt x="137384" y="285364"/>
                    <a:pt x="134828" y="287918"/>
                    <a:pt x="130994" y="287918"/>
                  </a:cubicBezTo>
                  <a:lnTo>
                    <a:pt x="88820" y="287918"/>
                  </a:lnTo>
                  <a:cubicBezTo>
                    <a:pt x="84986" y="287918"/>
                    <a:pt x="82430" y="285364"/>
                    <a:pt x="82430" y="281534"/>
                  </a:cubicBezTo>
                  <a:lnTo>
                    <a:pt x="82430" y="204287"/>
                  </a:lnTo>
                  <a:lnTo>
                    <a:pt x="82430" y="191519"/>
                  </a:lnTo>
                  <a:lnTo>
                    <a:pt x="82430" y="189604"/>
                  </a:lnTo>
                  <a:cubicBezTo>
                    <a:pt x="82430" y="187689"/>
                    <a:pt x="83069" y="185774"/>
                    <a:pt x="84986" y="184497"/>
                  </a:cubicBezTo>
                  <a:lnTo>
                    <a:pt x="177001" y="109166"/>
                  </a:lnTo>
                  <a:cubicBezTo>
                    <a:pt x="179557" y="107251"/>
                    <a:pt x="182752" y="107251"/>
                    <a:pt x="185308" y="109166"/>
                  </a:cubicBezTo>
                  <a:lnTo>
                    <a:pt x="277323" y="184497"/>
                  </a:lnTo>
                  <a:cubicBezTo>
                    <a:pt x="278601" y="185774"/>
                    <a:pt x="279879" y="187689"/>
                    <a:pt x="279879" y="189604"/>
                  </a:cubicBezTo>
                  <a:lnTo>
                    <a:pt x="279879" y="281534"/>
                  </a:lnTo>
                  <a:close/>
                  <a:moveTo>
                    <a:pt x="302883" y="176836"/>
                  </a:moveTo>
                  <a:cubicBezTo>
                    <a:pt x="301605" y="178113"/>
                    <a:pt x="299688" y="179390"/>
                    <a:pt x="297771" y="179390"/>
                  </a:cubicBezTo>
                  <a:cubicBezTo>
                    <a:pt x="296493" y="179390"/>
                    <a:pt x="295215" y="178752"/>
                    <a:pt x="293937" y="178113"/>
                  </a:cubicBezTo>
                  <a:lnTo>
                    <a:pt x="181474" y="88738"/>
                  </a:lnTo>
                  <a:lnTo>
                    <a:pt x="69011" y="178113"/>
                  </a:lnTo>
                  <a:cubicBezTo>
                    <a:pt x="66455" y="180028"/>
                    <a:pt x="61982" y="180028"/>
                    <a:pt x="60065" y="176836"/>
                  </a:cubicBezTo>
                  <a:cubicBezTo>
                    <a:pt x="58148" y="174283"/>
                    <a:pt x="58148" y="169814"/>
                    <a:pt x="61343" y="167899"/>
                  </a:cubicBezTo>
                  <a:lnTo>
                    <a:pt x="177640" y="75970"/>
                  </a:lnTo>
                  <a:cubicBezTo>
                    <a:pt x="180196" y="74054"/>
                    <a:pt x="183391" y="74054"/>
                    <a:pt x="185308" y="75970"/>
                  </a:cubicBezTo>
                  <a:lnTo>
                    <a:pt x="301605" y="167899"/>
                  </a:lnTo>
                  <a:cubicBezTo>
                    <a:pt x="304800" y="169814"/>
                    <a:pt x="304800" y="174283"/>
                    <a:pt x="302883" y="176836"/>
                  </a:cubicBezTo>
                  <a:close/>
                </a:path>
              </a:pathLst>
            </a:custGeom>
            <a:solidFill>
              <a:srgbClr val="046A38"/>
            </a:solidFill>
            <a:ln w="6390" cap="flat">
              <a:noFill/>
              <a:prstDash val="solid"/>
              <a:miter/>
            </a:ln>
          </p:spPr>
          <p:txBody>
            <a:bodyPr rtlCol="0" anchor="ctr"/>
            <a:lstStyle/>
            <a:p>
              <a:endParaRPr lang="en-US"/>
            </a:p>
          </p:txBody>
        </p:sp>
        <p:sp>
          <p:nvSpPr>
            <p:cNvPr id="521" name="Graphic 6">
              <a:extLst>
                <a:ext uri="{FF2B5EF4-FFF2-40B4-BE49-F238E27FC236}">
                  <a16:creationId xmlns:a16="http://schemas.microsoft.com/office/drawing/2014/main" id="{85F6312C-1D75-0B44-9F07-DB2E5C6099D6}"/>
                </a:ext>
              </a:extLst>
            </p:cNvPr>
            <p:cNvSpPr/>
            <p:nvPr/>
          </p:nvSpPr>
          <p:spPr>
            <a:xfrm>
              <a:off x="3235864" y="4068035"/>
              <a:ext cx="29393" cy="29366"/>
            </a:xfrm>
            <a:custGeom>
              <a:avLst/>
              <a:gdLst>
                <a:gd name="connsiteX0" fmla="*/ 1917 w 29393"/>
                <a:gd name="connsiteY0" fmla="*/ 639 h 29366"/>
                <a:gd name="connsiteX1" fmla="*/ 0 w 29393"/>
                <a:gd name="connsiteY1" fmla="*/ 0 h 29366"/>
                <a:gd name="connsiteX2" fmla="*/ 0 w 29393"/>
                <a:gd name="connsiteY2" fmla="*/ 29367 h 29366"/>
                <a:gd name="connsiteX3" fmla="*/ 29394 w 29393"/>
                <a:gd name="connsiteY3" fmla="*/ 29367 h 29366"/>
                <a:gd name="connsiteX4" fmla="*/ 29394 w 29393"/>
                <a:gd name="connsiteY4" fmla="*/ 0 h 29366"/>
                <a:gd name="connsiteX5" fmla="*/ 1917 w 29393"/>
                <a:gd name="connsiteY5" fmla="*/ 639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93" h="29366">
                  <a:moveTo>
                    <a:pt x="1917" y="639"/>
                  </a:moveTo>
                  <a:cubicBezTo>
                    <a:pt x="1278" y="639"/>
                    <a:pt x="639" y="639"/>
                    <a:pt x="0" y="0"/>
                  </a:cubicBezTo>
                  <a:lnTo>
                    <a:pt x="0" y="29367"/>
                  </a:lnTo>
                  <a:lnTo>
                    <a:pt x="29394" y="29367"/>
                  </a:lnTo>
                  <a:lnTo>
                    <a:pt x="29394" y="0"/>
                  </a:lnTo>
                  <a:lnTo>
                    <a:pt x="1917" y="639"/>
                  </a:lnTo>
                  <a:close/>
                </a:path>
              </a:pathLst>
            </a:custGeom>
            <a:solidFill>
              <a:srgbClr val="046A38"/>
            </a:solidFill>
            <a:ln w="6390" cap="flat">
              <a:noFill/>
              <a:prstDash val="solid"/>
              <a:miter/>
            </a:ln>
          </p:spPr>
          <p:txBody>
            <a:bodyPr rtlCol="0" anchor="ctr"/>
            <a:lstStyle/>
            <a:p>
              <a:endParaRPr lang="en-US"/>
            </a:p>
          </p:txBody>
        </p:sp>
      </p:grpSp>
      <p:grpSp>
        <p:nvGrpSpPr>
          <p:cNvPr id="522" name="Graphic 6">
            <a:extLst>
              <a:ext uri="{FF2B5EF4-FFF2-40B4-BE49-F238E27FC236}">
                <a16:creationId xmlns:a16="http://schemas.microsoft.com/office/drawing/2014/main" id="{DE30DC88-1436-E740-9DCC-C13E93B1675E}"/>
              </a:ext>
            </a:extLst>
          </p:cNvPr>
          <p:cNvGrpSpPr/>
          <p:nvPr/>
        </p:nvGrpSpPr>
        <p:grpSpPr>
          <a:xfrm>
            <a:off x="10324221" y="2857633"/>
            <a:ext cx="362313" cy="361971"/>
            <a:chOff x="10324221" y="2857633"/>
            <a:chExt cx="362313" cy="361971"/>
          </a:xfrm>
          <a:solidFill>
            <a:srgbClr val="43B02A"/>
          </a:solidFill>
        </p:grpSpPr>
        <p:sp>
          <p:nvSpPr>
            <p:cNvPr id="523" name="Graphic 6">
              <a:extLst>
                <a:ext uri="{FF2B5EF4-FFF2-40B4-BE49-F238E27FC236}">
                  <a16:creationId xmlns:a16="http://schemas.microsoft.com/office/drawing/2014/main" id="{C4CABC5D-0FFD-8C43-A55A-012A331A2292}"/>
                </a:ext>
              </a:extLst>
            </p:cNvPr>
            <p:cNvSpPr/>
            <p:nvPr/>
          </p:nvSpPr>
          <p:spPr>
            <a:xfrm>
              <a:off x="10412402" y="2945731"/>
              <a:ext cx="187225" cy="100867"/>
            </a:xfrm>
            <a:custGeom>
              <a:avLst/>
              <a:gdLst>
                <a:gd name="connsiteX0" fmla="*/ 164861 w 187225"/>
                <a:gd name="connsiteY0" fmla="*/ 56818 h 100867"/>
                <a:gd name="connsiteX1" fmla="*/ 159748 w 187225"/>
                <a:gd name="connsiteY1" fmla="*/ 57456 h 100867"/>
                <a:gd name="connsiteX2" fmla="*/ 157831 w 187225"/>
                <a:gd name="connsiteY2" fmla="*/ 58733 h 100867"/>
                <a:gd name="connsiteX3" fmla="*/ 150164 w 187225"/>
                <a:gd name="connsiteY3" fmla="*/ 59371 h 100867"/>
                <a:gd name="connsiteX4" fmla="*/ 147607 w 187225"/>
                <a:gd name="connsiteY4" fmla="*/ 50434 h 100867"/>
                <a:gd name="connsiteX5" fmla="*/ 147607 w 187225"/>
                <a:gd name="connsiteY5" fmla="*/ 49795 h 100867"/>
                <a:gd name="connsiteX6" fmla="*/ 148246 w 187225"/>
                <a:gd name="connsiteY6" fmla="*/ 44050 h 100867"/>
                <a:gd name="connsiteX7" fmla="*/ 104156 w 187225"/>
                <a:gd name="connsiteY7" fmla="*/ 0 h 100867"/>
                <a:gd name="connsiteX8" fmla="*/ 60066 w 187225"/>
                <a:gd name="connsiteY8" fmla="*/ 35112 h 100867"/>
                <a:gd name="connsiteX9" fmla="*/ 56232 w 187225"/>
                <a:gd name="connsiteY9" fmla="*/ 39581 h 100867"/>
                <a:gd name="connsiteX10" fmla="*/ 50481 w 187225"/>
                <a:gd name="connsiteY10" fmla="*/ 38942 h 100867"/>
                <a:gd name="connsiteX11" fmla="*/ 33867 w 187225"/>
                <a:gd name="connsiteY11" fmla="*/ 33197 h 100867"/>
                <a:gd name="connsiteX12" fmla="*/ 0 w 187225"/>
                <a:gd name="connsiteY12" fmla="*/ 67032 h 100867"/>
                <a:gd name="connsiteX13" fmla="*/ 33867 w 187225"/>
                <a:gd name="connsiteY13" fmla="*/ 100867 h 100867"/>
                <a:gd name="connsiteX14" fmla="*/ 164861 w 187225"/>
                <a:gd name="connsiteY14" fmla="*/ 100867 h 100867"/>
                <a:gd name="connsiteX15" fmla="*/ 187225 w 187225"/>
                <a:gd name="connsiteY15" fmla="*/ 78523 h 100867"/>
                <a:gd name="connsiteX16" fmla="*/ 164861 w 187225"/>
                <a:gd name="connsiteY16" fmla="*/ 56818 h 100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7225" h="100867">
                  <a:moveTo>
                    <a:pt x="164861" y="56818"/>
                  </a:moveTo>
                  <a:cubicBezTo>
                    <a:pt x="162943" y="56818"/>
                    <a:pt x="161666" y="56818"/>
                    <a:pt x="159748" y="57456"/>
                  </a:cubicBezTo>
                  <a:cubicBezTo>
                    <a:pt x="159110" y="57456"/>
                    <a:pt x="158471" y="58094"/>
                    <a:pt x="157831" y="58733"/>
                  </a:cubicBezTo>
                  <a:cubicBezTo>
                    <a:pt x="155915" y="60648"/>
                    <a:pt x="152081" y="60648"/>
                    <a:pt x="150164" y="59371"/>
                  </a:cubicBezTo>
                  <a:cubicBezTo>
                    <a:pt x="145691" y="56818"/>
                    <a:pt x="147607" y="51710"/>
                    <a:pt x="147607" y="50434"/>
                  </a:cubicBezTo>
                  <a:lnTo>
                    <a:pt x="147607" y="49795"/>
                  </a:lnTo>
                  <a:cubicBezTo>
                    <a:pt x="147607" y="47880"/>
                    <a:pt x="148246" y="45965"/>
                    <a:pt x="148246" y="44050"/>
                  </a:cubicBezTo>
                  <a:cubicBezTo>
                    <a:pt x="148246" y="19790"/>
                    <a:pt x="128438" y="0"/>
                    <a:pt x="104156" y="0"/>
                  </a:cubicBezTo>
                  <a:cubicBezTo>
                    <a:pt x="83069" y="0"/>
                    <a:pt x="63899" y="15322"/>
                    <a:pt x="60066" y="35112"/>
                  </a:cubicBezTo>
                  <a:cubicBezTo>
                    <a:pt x="59427" y="37027"/>
                    <a:pt x="58148" y="38942"/>
                    <a:pt x="56232" y="39581"/>
                  </a:cubicBezTo>
                  <a:cubicBezTo>
                    <a:pt x="54314" y="40219"/>
                    <a:pt x="51758" y="40219"/>
                    <a:pt x="50481" y="38942"/>
                  </a:cubicBezTo>
                  <a:cubicBezTo>
                    <a:pt x="44730" y="35112"/>
                    <a:pt x="40896" y="33197"/>
                    <a:pt x="33867" y="33197"/>
                  </a:cubicBezTo>
                  <a:cubicBezTo>
                    <a:pt x="15336" y="33197"/>
                    <a:pt x="0" y="48518"/>
                    <a:pt x="0" y="67032"/>
                  </a:cubicBezTo>
                  <a:cubicBezTo>
                    <a:pt x="0" y="85546"/>
                    <a:pt x="15336" y="100867"/>
                    <a:pt x="33867" y="100867"/>
                  </a:cubicBezTo>
                  <a:lnTo>
                    <a:pt x="164861" y="100867"/>
                  </a:lnTo>
                  <a:cubicBezTo>
                    <a:pt x="177001" y="100867"/>
                    <a:pt x="187225" y="90653"/>
                    <a:pt x="187225" y="78523"/>
                  </a:cubicBezTo>
                  <a:cubicBezTo>
                    <a:pt x="186586" y="66394"/>
                    <a:pt x="177001" y="56818"/>
                    <a:pt x="164861" y="56818"/>
                  </a:cubicBezTo>
                  <a:close/>
                </a:path>
              </a:pathLst>
            </a:custGeom>
            <a:solidFill>
              <a:srgbClr val="43B02A"/>
            </a:solidFill>
            <a:ln w="6390" cap="flat">
              <a:noFill/>
              <a:prstDash val="solid"/>
              <a:miter/>
            </a:ln>
          </p:spPr>
          <p:txBody>
            <a:bodyPr rtlCol="0" anchor="ctr"/>
            <a:lstStyle/>
            <a:p>
              <a:endParaRPr lang="en-US"/>
            </a:p>
          </p:txBody>
        </p:sp>
        <p:sp>
          <p:nvSpPr>
            <p:cNvPr id="524" name="Graphic 6">
              <a:extLst>
                <a:ext uri="{FF2B5EF4-FFF2-40B4-BE49-F238E27FC236}">
                  <a16:creationId xmlns:a16="http://schemas.microsoft.com/office/drawing/2014/main" id="{9C6A64F8-CA8C-5440-8198-4F197233F02F}"/>
                </a:ext>
              </a:extLst>
            </p:cNvPr>
            <p:cNvSpPr/>
            <p:nvPr/>
          </p:nvSpPr>
          <p:spPr>
            <a:xfrm>
              <a:off x="10324221" y="2857633"/>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181474 w 362313"/>
                <a:gd name="connsiteY4" fmla="*/ 0 h 361971"/>
                <a:gd name="connsiteX5" fmla="*/ 127160 w 362313"/>
                <a:gd name="connsiteY5" fmla="*/ 268127 h 361971"/>
                <a:gd name="connsiteX6" fmla="*/ 123326 w 362313"/>
                <a:gd name="connsiteY6" fmla="*/ 282172 h 361971"/>
                <a:gd name="connsiteX7" fmla="*/ 116936 w 362313"/>
                <a:gd name="connsiteY7" fmla="*/ 287279 h 361971"/>
                <a:gd name="connsiteX8" fmla="*/ 115658 w 362313"/>
                <a:gd name="connsiteY8" fmla="*/ 287279 h 361971"/>
                <a:gd name="connsiteX9" fmla="*/ 111185 w 362313"/>
                <a:gd name="connsiteY9" fmla="*/ 279618 h 361971"/>
                <a:gd name="connsiteX10" fmla="*/ 115019 w 362313"/>
                <a:gd name="connsiteY10" fmla="*/ 265574 h 361971"/>
                <a:gd name="connsiteX11" fmla="*/ 122687 w 362313"/>
                <a:gd name="connsiteY11" fmla="*/ 261105 h 361971"/>
                <a:gd name="connsiteX12" fmla="*/ 127160 w 362313"/>
                <a:gd name="connsiteY12" fmla="*/ 268127 h 361971"/>
                <a:gd name="connsiteX13" fmla="*/ 138023 w 362313"/>
                <a:gd name="connsiteY13" fmla="*/ 225355 h 361971"/>
                <a:gd name="connsiteX14" fmla="*/ 134189 w 362313"/>
                <a:gd name="connsiteY14" fmla="*/ 239399 h 361971"/>
                <a:gd name="connsiteX15" fmla="*/ 127799 w 362313"/>
                <a:gd name="connsiteY15" fmla="*/ 244506 h 361971"/>
                <a:gd name="connsiteX16" fmla="*/ 126521 w 362313"/>
                <a:gd name="connsiteY16" fmla="*/ 244506 h 361971"/>
                <a:gd name="connsiteX17" fmla="*/ 122048 w 362313"/>
                <a:gd name="connsiteY17" fmla="*/ 236846 h 361971"/>
                <a:gd name="connsiteX18" fmla="*/ 125882 w 362313"/>
                <a:gd name="connsiteY18" fmla="*/ 222801 h 361971"/>
                <a:gd name="connsiteX19" fmla="*/ 133550 w 362313"/>
                <a:gd name="connsiteY19" fmla="*/ 218332 h 361971"/>
                <a:gd name="connsiteX20" fmla="*/ 138023 w 362313"/>
                <a:gd name="connsiteY20" fmla="*/ 225355 h 361971"/>
                <a:gd name="connsiteX21" fmla="*/ 177002 w 362313"/>
                <a:gd name="connsiteY21" fmla="*/ 268127 h 361971"/>
                <a:gd name="connsiteX22" fmla="*/ 173168 w 362313"/>
                <a:gd name="connsiteY22" fmla="*/ 282172 h 361971"/>
                <a:gd name="connsiteX23" fmla="*/ 166778 w 362313"/>
                <a:gd name="connsiteY23" fmla="*/ 287279 h 361971"/>
                <a:gd name="connsiteX24" fmla="*/ 165500 w 362313"/>
                <a:gd name="connsiteY24" fmla="*/ 287279 h 361971"/>
                <a:gd name="connsiteX25" fmla="*/ 161027 w 362313"/>
                <a:gd name="connsiteY25" fmla="*/ 279618 h 361971"/>
                <a:gd name="connsiteX26" fmla="*/ 164861 w 362313"/>
                <a:gd name="connsiteY26" fmla="*/ 265574 h 361971"/>
                <a:gd name="connsiteX27" fmla="*/ 172528 w 362313"/>
                <a:gd name="connsiteY27" fmla="*/ 261105 h 361971"/>
                <a:gd name="connsiteX28" fmla="*/ 177002 w 362313"/>
                <a:gd name="connsiteY28" fmla="*/ 268127 h 361971"/>
                <a:gd name="connsiteX29" fmla="*/ 187864 w 362313"/>
                <a:gd name="connsiteY29" fmla="*/ 225355 h 361971"/>
                <a:gd name="connsiteX30" fmla="*/ 184031 w 362313"/>
                <a:gd name="connsiteY30" fmla="*/ 239399 h 361971"/>
                <a:gd name="connsiteX31" fmla="*/ 177641 w 362313"/>
                <a:gd name="connsiteY31" fmla="*/ 244506 h 361971"/>
                <a:gd name="connsiteX32" fmla="*/ 176363 w 362313"/>
                <a:gd name="connsiteY32" fmla="*/ 244506 h 361971"/>
                <a:gd name="connsiteX33" fmla="*/ 171889 w 362313"/>
                <a:gd name="connsiteY33" fmla="*/ 236846 h 361971"/>
                <a:gd name="connsiteX34" fmla="*/ 175723 w 362313"/>
                <a:gd name="connsiteY34" fmla="*/ 222801 h 361971"/>
                <a:gd name="connsiteX35" fmla="*/ 183392 w 362313"/>
                <a:gd name="connsiteY35" fmla="*/ 218332 h 361971"/>
                <a:gd name="connsiteX36" fmla="*/ 187864 w 362313"/>
                <a:gd name="connsiteY36" fmla="*/ 225355 h 361971"/>
                <a:gd name="connsiteX37" fmla="*/ 226843 w 362313"/>
                <a:gd name="connsiteY37" fmla="*/ 268127 h 361971"/>
                <a:gd name="connsiteX38" fmla="*/ 223009 w 362313"/>
                <a:gd name="connsiteY38" fmla="*/ 282172 h 361971"/>
                <a:gd name="connsiteX39" fmla="*/ 216619 w 362313"/>
                <a:gd name="connsiteY39" fmla="*/ 287279 h 361971"/>
                <a:gd name="connsiteX40" fmla="*/ 215341 w 362313"/>
                <a:gd name="connsiteY40" fmla="*/ 287279 h 361971"/>
                <a:gd name="connsiteX41" fmla="*/ 210868 w 362313"/>
                <a:gd name="connsiteY41" fmla="*/ 279618 h 361971"/>
                <a:gd name="connsiteX42" fmla="*/ 214703 w 362313"/>
                <a:gd name="connsiteY42" fmla="*/ 265574 h 361971"/>
                <a:gd name="connsiteX43" fmla="*/ 222370 w 362313"/>
                <a:gd name="connsiteY43" fmla="*/ 261105 h 361971"/>
                <a:gd name="connsiteX44" fmla="*/ 226843 w 362313"/>
                <a:gd name="connsiteY44" fmla="*/ 268127 h 361971"/>
                <a:gd name="connsiteX45" fmla="*/ 237706 w 362313"/>
                <a:gd name="connsiteY45" fmla="*/ 225355 h 361971"/>
                <a:gd name="connsiteX46" fmla="*/ 233872 w 362313"/>
                <a:gd name="connsiteY46" fmla="*/ 239399 h 361971"/>
                <a:gd name="connsiteX47" fmla="*/ 227482 w 362313"/>
                <a:gd name="connsiteY47" fmla="*/ 244506 h 361971"/>
                <a:gd name="connsiteX48" fmla="*/ 226204 w 362313"/>
                <a:gd name="connsiteY48" fmla="*/ 244506 h 361971"/>
                <a:gd name="connsiteX49" fmla="*/ 221731 w 362313"/>
                <a:gd name="connsiteY49" fmla="*/ 236846 h 361971"/>
                <a:gd name="connsiteX50" fmla="*/ 225565 w 362313"/>
                <a:gd name="connsiteY50" fmla="*/ 222801 h 361971"/>
                <a:gd name="connsiteX51" fmla="*/ 233233 w 362313"/>
                <a:gd name="connsiteY51" fmla="*/ 218332 h 361971"/>
                <a:gd name="connsiteX52" fmla="*/ 237706 w 362313"/>
                <a:gd name="connsiteY52" fmla="*/ 225355 h 361971"/>
                <a:gd name="connsiteX53" fmla="*/ 253042 w 362313"/>
                <a:gd name="connsiteY53" fmla="*/ 201734 h 361971"/>
                <a:gd name="connsiteX54" fmla="*/ 122048 w 362313"/>
                <a:gd name="connsiteY54" fmla="*/ 201734 h 361971"/>
                <a:gd name="connsiteX55" fmla="*/ 75402 w 362313"/>
                <a:gd name="connsiteY55" fmla="*/ 155131 h 361971"/>
                <a:gd name="connsiteX56" fmla="*/ 122048 w 362313"/>
                <a:gd name="connsiteY56" fmla="*/ 108528 h 361971"/>
                <a:gd name="connsiteX57" fmla="*/ 138023 w 362313"/>
                <a:gd name="connsiteY57" fmla="*/ 112358 h 361971"/>
                <a:gd name="connsiteX58" fmla="*/ 192338 w 362313"/>
                <a:gd name="connsiteY58" fmla="*/ 75331 h 361971"/>
                <a:gd name="connsiteX59" fmla="*/ 249208 w 362313"/>
                <a:gd name="connsiteY59" fmla="*/ 132149 h 361971"/>
                <a:gd name="connsiteX60" fmla="*/ 249208 w 362313"/>
                <a:gd name="connsiteY60" fmla="*/ 132787 h 361971"/>
                <a:gd name="connsiteX61" fmla="*/ 253042 w 362313"/>
                <a:gd name="connsiteY61" fmla="*/ 132787 h 361971"/>
                <a:gd name="connsiteX62" fmla="*/ 288187 w 362313"/>
                <a:gd name="connsiteY62" fmla="*/ 167899 h 361971"/>
                <a:gd name="connsiteX63" fmla="*/ 253042 w 362313"/>
                <a:gd name="connsiteY63" fmla="*/ 20173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62313"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949" y="81077"/>
                    <a:pt x="281797" y="0"/>
                    <a:pt x="181474" y="0"/>
                  </a:cubicBezTo>
                  <a:close/>
                  <a:moveTo>
                    <a:pt x="127160" y="268127"/>
                  </a:moveTo>
                  <a:lnTo>
                    <a:pt x="123326" y="282172"/>
                  </a:lnTo>
                  <a:cubicBezTo>
                    <a:pt x="122687" y="285364"/>
                    <a:pt x="120131" y="287279"/>
                    <a:pt x="116936" y="287279"/>
                  </a:cubicBezTo>
                  <a:cubicBezTo>
                    <a:pt x="116297" y="287279"/>
                    <a:pt x="115658" y="287279"/>
                    <a:pt x="115658" y="287279"/>
                  </a:cubicBezTo>
                  <a:cubicBezTo>
                    <a:pt x="112464" y="286641"/>
                    <a:pt x="109907" y="282810"/>
                    <a:pt x="111185" y="279618"/>
                  </a:cubicBezTo>
                  <a:lnTo>
                    <a:pt x="115019" y="265574"/>
                  </a:lnTo>
                  <a:cubicBezTo>
                    <a:pt x="115658" y="262382"/>
                    <a:pt x="119492" y="259828"/>
                    <a:pt x="122687" y="261105"/>
                  </a:cubicBezTo>
                  <a:cubicBezTo>
                    <a:pt x="125882" y="261105"/>
                    <a:pt x="127799" y="264935"/>
                    <a:pt x="127160" y="268127"/>
                  </a:cubicBezTo>
                  <a:close/>
                  <a:moveTo>
                    <a:pt x="138023" y="225355"/>
                  </a:moveTo>
                  <a:lnTo>
                    <a:pt x="134189" y="239399"/>
                  </a:lnTo>
                  <a:cubicBezTo>
                    <a:pt x="133550" y="242591"/>
                    <a:pt x="130994" y="244506"/>
                    <a:pt x="127799" y="244506"/>
                  </a:cubicBezTo>
                  <a:cubicBezTo>
                    <a:pt x="127160" y="244506"/>
                    <a:pt x="126521" y="244506"/>
                    <a:pt x="126521" y="244506"/>
                  </a:cubicBezTo>
                  <a:cubicBezTo>
                    <a:pt x="123326" y="243868"/>
                    <a:pt x="120770" y="240038"/>
                    <a:pt x="122048" y="236846"/>
                  </a:cubicBezTo>
                  <a:lnTo>
                    <a:pt x="125882" y="222801"/>
                  </a:lnTo>
                  <a:cubicBezTo>
                    <a:pt x="126521" y="219609"/>
                    <a:pt x="130355" y="217055"/>
                    <a:pt x="133550" y="218332"/>
                  </a:cubicBezTo>
                  <a:cubicBezTo>
                    <a:pt x="136745" y="218332"/>
                    <a:pt x="138662" y="222163"/>
                    <a:pt x="138023" y="225355"/>
                  </a:cubicBezTo>
                  <a:close/>
                  <a:moveTo>
                    <a:pt x="177002" y="268127"/>
                  </a:moveTo>
                  <a:lnTo>
                    <a:pt x="173168" y="282172"/>
                  </a:lnTo>
                  <a:cubicBezTo>
                    <a:pt x="172528" y="285364"/>
                    <a:pt x="169973" y="287279"/>
                    <a:pt x="166778" y="287279"/>
                  </a:cubicBezTo>
                  <a:cubicBezTo>
                    <a:pt x="166138" y="287279"/>
                    <a:pt x="165500" y="287279"/>
                    <a:pt x="165500" y="287279"/>
                  </a:cubicBezTo>
                  <a:cubicBezTo>
                    <a:pt x="162305" y="286641"/>
                    <a:pt x="159748" y="282810"/>
                    <a:pt x="161027" y="279618"/>
                  </a:cubicBezTo>
                  <a:lnTo>
                    <a:pt x="164861" y="265574"/>
                  </a:lnTo>
                  <a:cubicBezTo>
                    <a:pt x="165500" y="262382"/>
                    <a:pt x="169333" y="259828"/>
                    <a:pt x="172528" y="261105"/>
                  </a:cubicBezTo>
                  <a:cubicBezTo>
                    <a:pt x="175723" y="261105"/>
                    <a:pt x="177641" y="264935"/>
                    <a:pt x="177002" y="268127"/>
                  </a:cubicBezTo>
                  <a:close/>
                  <a:moveTo>
                    <a:pt x="187864" y="225355"/>
                  </a:moveTo>
                  <a:lnTo>
                    <a:pt x="184031" y="239399"/>
                  </a:lnTo>
                  <a:cubicBezTo>
                    <a:pt x="183392" y="242591"/>
                    <a:pt x="180836" y="244506"/>
                    <a:pt x="177641" y="244506"/>
                  </a:cubicBezTo>
                  <a:cubicBezTo>
                    <a:pt x="177002" y="244506"/>
                    <a:pt x="176363" y="244506"/>
                    <a:pt x="176363" y="244506"/>
                  </a:cubicBezTo>
                  <a:cubicBezTo>
                    <a:pt x="173168" y="243868"/>
                    <a:pt x="170612" y="240038"/>
                    <a:pt x="171889" y="236846"/>
                  </a:cubicBezTo>
                  <a:lnTo>
                    <a:pt x="175723" y="222801"/>
                  </a:lnTo>
                  <a:cubicBezTo>
                    <a:pt x="176363" y="219609"/>
                    <a:pt x="180197" y="217055"/>
                    <a:pt x="183392" y="218332"/>
                  </a:cubicBezTo>
                  <a:cubicBezTo>
                    <a:pt x="186587" y="218332"/>
                    <a:pt x="188503" y="222163"/>
                    <a:pt x="187864" y="225355"/>
                  </a:cubicBezTo>
                  <a:close/>
                  <a:moveTo>
                    <a:pt x="226843" y="268127"/>
                  </a:moveTo>
                  <a:lnTo>
                    <a:pt x="223009" y="282172"/>
                  </a:lnTo>
                  <a:cubicBezTo>
                    <a:pt x="222370" y="285364"/>
                    <a:pt x="219814" y="287279"/>
                    <a:pt x="216619" y="287279"/>
                  </a:cubicBezTo>
                  <a:cubicBezTo>
                    <a:pt x="215980" y="287279"/>
                    <a:pt x="215341" y="287279"/>
                    <a:pt x="215341" y="287279"/>
                  </a:cubicBezTo>
                  <a:cubicBezTo>
                    <a:pt x="212146" y="286641"/>
                    <a:pt x="209590" y="282810"/>
                    <a:pt x="210868" y="279618"/>
                  </a:cubicBezTo>
                  <a:lnTo>
                    <a:pt x="214703" y="265574"/>
                  </a:lnTo>
                  <a:cubicBezTo>
                    <a:pt x="215341" y="262382"/>
                    <a:pt x="219175" y="259828"/>
                    <a:pt x="222370" y="261105"/>
                  </a:cubicBezTo>
                  <a:cubicBezTo>
                    <a:pt x="225565" y="261105"/>
                    <a:pt x="227482" y="264935"/>
                    <a:pt x="226843" y="268127"/>
                  </a:cubicBezTo>
                  <a:close/>
                  <a:moveTo>
                    <a:pt x="237706" y="225355"/>
                  </a:moveTo>
                  <a:lnTo>
                    <a:pt x="233872" y="239399"/>
                  </a:lnTo>
                  <a:cubicBezTo>
                    <a:pt x="233233" y="242591"/>
                    <a:pt x="230677" y="244506"/>
                    <a:pt x="227482" y="244506"/>
                  </a:cubicBezTo>
                  <a:cubicBezTo>
                    <a:pt x="226843" y="244506"/>
                    <a:pt x="226204" y="244506"/>
                    <a:pt x="226204" y="244506"/>
                  </a:cubicBezTo>
                  <a:cubicBezTo>
                    <a:pt x="223009" y="243868"/>
                    <a:pt x="220453" y="240038"/>
                    <a:pt x="221731" y="236846"/>
                  </a:cubicBezTo>
                  <a:lnTo>
                    <a:pt x="225565" y="222801"/>
                  </a:lnTo>
                  <a:cubicBezTo>
                    <a:pt x="226204" y="219609"/>
                    <a:pt x="230038" y="217055"/>
                    <a:pt x="233233" y="218332"/>
                  </a:cubicBezTo>
                  <a:cubicBezTo>
                    <a:pt x="236428" y="218332"/>
                    <a:pt x="238345" y="222163"/>
                    <a:pt x="237706" y="225355"/>
                  </a:cubicBezTo>
                  <a:close/>
                  <a:moveTo>
                    <a:pt x="253042" y="201734"/>
                  </a:moveTo>
                  <a:lnTo>
                    <a:pt x="122048" y="201734"/>
                  </a:lnTo>
                  <a:cubicBezTo>
                    <a:pt x="96489" y="201734"/>
                    <a:pt x="75402" y="180667"/>
                    <a:pt x="75402" y="155131"/>
                  </a:cubicBezTo>
                  <a:cubicBezTo>
                    <a:pt x="75402" y="129595"/>
                    <a:pt x="96489" y="108528"/>
                    <a:pt x="122048" y="108528"/>
                  </a:cubicBezTo>
                  <a:cubicBezTo>
                    <a:pt x="128438" y="108528"/>
                    <a:pt x="133550" y="109805"/>
                    <a:pt x="138023" y="112358"/>
                  </a:cubicBezTo>
                  <a:cubicBezTo>
                    <a:pt x="146330" y="90653"/>
                    <a:pt x="168056" y="75331"/>
                    <a:pt x="192338" y="75331"/>
                  </a:cubicBezTo>
                  <a:cubicBezTo>
                    <a:pt x="223648" y="75331"/>
                    <a:pt x="249208" y="100867"/>
                    <a:pt x="249208" y="132149"/>
                  </a:cubicBezTo>
                  <a:lnTo>
                    <a:pt x="249208" y="132787"/>
                  </a:lnTo>
                  <a:cubicBezTo>
                    <a:pt x="250486" y="132787"/>
                    <a:pt x="251764" y="132787"/>
                    <a:pt x="253042" y="132787"/>
                  </a:cubicBezTo>
                  <a:cubicBezTo>
                    <a:pt x="272212" y="132787"/>
                    <a:pt x="288187" y="148747"/>
                    <a:pt x="288187" y="167899"/>
                  </a:cubicBezTo>
                  <a:cubicBezTo>
                    <a:pt x="287547" y="186412"/>
                    <a:pt x="272212" y="201734"/>
                    <a:pt x="253042" y="201734"/>
                  </a:cubicBezTo>
                  <a:close/>
                </a:path>
              </a:pathLst>
            </a:custGeom>
            <a:solidFill>
              <a:srgbClr val="43B02A"/>
            </a:solidFill>
            <a:ln w="6390" cap="flat">
              <a:noFill/>
              <a:prstDash val="solid"/>
              <a:miter/>
            </a:ln>
          </p:spPr>
          <p:txBody>
            <a:bodyPr rtlCol="0" anchor="ctr"/>
            <a:lstStyle/>
            <a:p>
              <a:endParaRPr lang="en-US"/>
            </a:p>
          </p:txBody>
        </p:sp>
      </p:grpSp>
      <p:grpSp>
        <p:nvGrpSpPr>
          <p:cNvPr id="525" name="Graphic 6">
            <a:extLst>
              <a:ext uri="{FF2B5EF4-FFF2-40B4-BE49-F238E27FC236}">
                <a16:creationId xmlns:a16="http://schemas.microsoft.com/office/drawing/2014/main" id="{F9D9DC04-F64D-504E-B1D6-26629A348EF4}"/>
              </a:ext>
            </a:extLst>
          </p:cNvPr>
          <p:cNvGrpSpPr/>
          <p:nvPr/>
        </p:nvGrpSpPr>
        <p:grpSpPr>
          <a:xfrm>
            <a:off x="10324860" y="1895566"/>
            <a:ext cx="362309" cy="361971"/>
            <a:chOff x="10324860" y="1895566"/>
            <a:chExt cx="362309" cy="361971"/>
          </a:xfrm>
          <a:solidFill>
            <a:srgbClr val="43B02A"/>
          </a:solidFill>
        </p:grpSpPr>
        <p:sp>
          <p:nvSpPr>
            <p:cNvPr id="526" name="Graphic 6">
              <a:extLst>
                <a:ext uri="{FF2B5EF4-FFF2-40B4-BE49-F238E27FC236}">
                  <a16:creationId xmlns:a16="http://schemas.microsoft.com/office/drawing/2014/main" id="{A65A2E65-DCE2-8B43-BD6A-8E3020CD5DD3}"/>
                </a:ext>
              </a:extLst>
            </p:cNvPr>
            <p:cNvSpPr/>
            <p:nvPr/>
          </p:nvSpPr>
          <p:spPr>
            <a:xfrm>
              <a:off x="10405373" y="1974728"/>
              <a:ext cx="202560" cy="109804"/>
            </a:xfrm>
            <a:custGeom>
              <a:avLst/>
              <a:gdLst>
                <a:gd name="connsiteX0" fmla="*/ 177640 w 202560"/>
                <a:gd name="connsiteY0" fmla="*/ 61925 h 109804"/>
                <a:gd name="connsiteX1" fmla="*/ 171250 w 202560"/>
                <a:gd name="connsiteY1" fmla="*/ 62563 h 109804"/>
                <a:gd name="connsiteX2" fmla="*/ 169972 w 202560"/>
                <a:gd name="connsiteY2" fmla="*/ 63840 h 109804"/>
                <a:gd name="connsiteX3" fmla="*/ 162305 w 202560"/>
                <a:gd name="connsiteY3" fmla="*/ 64478 h 109804"/>
                <a:gd name="connsiteX4" fmla="*/ 159110 w 202560"/>
                <a:gd name="connsiteY4" fmla="*/ 57456 h 109804"/>
                <a:gd name="connsiteX5" fmla="*/ 159748 w 202560"/>
                <a:gd name="connsiteY5" fmla="*/ 54264 h 109804"/>
                <a:gd name="connsiteX6" fmla="*/ 160387 w 202560"/>
                <a:gd name="connsiteY6" fmla="*/ 47880 h 109804"/>
                <a:gd name="connsiteX7" fmla="*/ 112463 w 202560"/>
                <a:gd name="connsiteY7" fmla="*/ 0 h 109804"/>
                <a:gd name="connsiteX8" fmla="*/ 64538 w 202560"/>
                <a:gd name="connsiteY8" fmla="*/ 38304 h 109804"/>
                <a:gd name="connsiteX9" fmla="*/ 60704 w 202560"/>
                <a:gd name="connsiteY9" fmla="*/ 42773 h 109804"/>
                <a:gd name="connsiteX10" fmla="*/ 54953 w 202560"/>
                <a:gd name="connsiteY10" fmla="*/ 42134 h 109804"/>
                <a:gd name="connsiteX11" fmla="*/ 37061 w 202560"/>
                <a:gd name="connsiteY11" fmla="*/ 35750 h 109804"/>
                <a:gd name="connsiteX12" fmla="*/ 0 w 202560"/>
                <a:gd name="connsiteY12" fmla="*/ 72777 h 109804"/>
                <a:gd name="connsiteX13" fmla="*/ 37061 w 202560"/>
                <a:gd name="connsiteY13" fmla="*/ 109804 h 109804"/>
                <a:gd name="connsiteX14" fmla="*/ 178279 w 202560"/>
                <a:gd name="connsiteY14" fmla="*/ 109804 h 109804"/>
                <a:gd name="connsiteX15" fmla="*/ 202561 w 202560"/>
                <a:gd name="connsiteY15" fmla="*/ 85545 h 109804"/>
                <a:gd name="connsiteX16" fmla="*/ 177640 w 202560"/>
                <a:gd name="connsiteY16" fmla="*/ 61925 h 10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2560" h="109804">
                  <a:moveTo>
                    <a:pt x="177640" y="61925"/>
                  </a:moveTo>
                  <a:cubicBezTo>
                    <a:pt x="175084" y="61925"/>
                    <a:pt x="173167" y="62563"/>
                    <a:pt x="171250" y="62563"/>
                  </a:cubicBezTo>
                  <a:cubicBezTo>
                    <a:pt x="171250" y="62563"/>
                    <a:pt x="170611" y="63201"/>
                    <a:pt x="169972" y="63840"/>
                  </a:cubicBezTo>
                  <a:cubicBezTo>
                    <a:pt x="168055" y="65755"/>
                    <a:pt x="164860" y="65755"/>
                    <a:pt x="162305" y="64478"/>
                  </a:cubicBezTo>
                  <a:cubicBezTo>
                    <a:pt x="159748" y="63201"/>
                    <a:pt x="158470" y="60648"/>
                    <a:pt x="159110" y="57456"/>
                  </a:cubicBezTo>
                  <a:cubicBezTo>
                    <a:pt x="159110" y="56179"/>
                    <a:pt x="159748" y="55541"/>
                    <a:pt x="159748" y="54264"/>
                  </a:cubicBezTo>
                  <a:cubicBezTo>
                    <a:pt x="159748" y="52349"/>
                    <a:pt x="160387" y="49795"/>
                    <a:pt x="160387" y="47880"/>
                  </a:cubicBezTo>
                  <a:cubicBezTo>
                    <a:pt x="160387" y="21706"/>
                    <a:pt x="138661" y="0"/>
                    <a:pt x="112463" y="0"/>
                  </a:cubicBezTo>
                  <a:cubicBezTo>
                    <a:pt x="89459" y="0"/>
                    <a:pt x="69011" y="16598"/>
                    <a:pt x="64538" y="38304"/>
                  </a:cubicBezTo>
                  <a:cubicBezTo>
                    <a:pt x="63899" y="40219"/>
                    <a:pt x="62621" y="42134"/>
                    <a:pt x="60704" y="42773"/>
                  </a:cubicBezTo>
                  <a:cubicBezTo>
                    <a:pt x="58787" y="43411"/>
                    <a:pt x="56231" y="43411"/>
                    <a:pt x="54953" y="42134"/>
                  </a:cubicBezTo>
                  <a:cubicBezTo>
                    <a:pt x="49202" y="38304"/>
                    <a:pt x="44091" y="35750"/>
                    <a:pt x="37061" y="35750"/>
                  </a:cubicBezTo>
                  <a:cubicBezTo>
                    <a:pt x="16614" y="35750"/>
                    <a:pt x="0" y="52349"/>
                    <a:pt x="0" y="72777"/>
                  </a:cubicBezTo>
                  <a:cubicBezTo>
                    <a:pt x="0" y="93206"/>
                    <a:pt x="16614" y="109804"/>
                    <a:pt x="37061" y="109804"/>
                  </a:cubicBezTo>
                  <a:lnTo>
                    <a:pt x="178279" y="109804"/>
                  </a:lnTo>
                  <a:cubicBezTo>
                    <a:pt x="191698" y="109804"/>
                    <a:pt x="202561" y="98952"/>
                    <a:pt x="202561" y="85545"/>
                  </a:cubicBezTo>
                  <a:cubicBezTo>
                    <a:pt x="202561" y="72139"/>
                    <a:pt x="191059" y="61925"/>
                    <a:pt x="177640" y="61925"/>
                  </a:cubicBezTo>
                  <a:close/>
                </a:path>
              </a:pathLst>
            </a:custGeom>
            <a:solidFill>
              <a:srgbClr val="43B02A"/>
            </a:solidFill>
            <a:ln w="6390" cap="flat">
              <a:noFill/>
              <a:prstDash val="solid"/>
              <a:miter/>
            </a:ln>
          </p:spPr>
          <p:txBody>
            <a:bodyPr rtlCol="0" anchor="ctr"/>
            <a:lstStyle/>
            <a:p>
              <a:endParaRPr lang="en-US"/>
            </a:p>
          </p:txBody>
        </p:sp>
        <p:sp>
          <p:nvSpPr>
            <p:cNvPr id="527" name="Graphic 6">
              <a:extLst>
                <a:ext uri="{FF2B5EF4-FFF2-40B4-BE49-F238E27FC236}">
                  <a16:creationId xmlns:a16="http://schemas.microsoft.com/office/drawing/2014/main" id="{A767E542-4690-124E-B2F1-F2EE37B32534}"/>
                </a:ext>
              </a:extLst>
            </p:cNvPr>
            <p:cNvSpPr/>
            <p:nvPr/>
          </p:nvSpPr>
          <p:spPr>
            <a:xfrm>
              <a:off x="10324860" y="189556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181474 w 362309"/>
                <a:gd name="connsiteY4" fmla="*/ 0 h 361971"/>
                <a:gd name="connsiteX5" fmla="*/ 194893 w 362309"/>
                <a:gd name="connsiteY5" fmla="*/ 260467 h 361971"/>
                <a:gd name="connsiteX6" fmla="*/ 179557 w 362309"/>
                <a:gd name="connsiteY6" fmla="*/ 291110 h 361971"/>
                <a:gd name="connsiteX7" fmla="*/ 173806 w 362309"/>
                <a:gd name="connsiteY7" fmla="*/ 294940 h 361971"/>
                <a:gd name="connsiteX8" fmla="*/ 171250 w 362309"/>
                <a:gd name="connsiteY8" fmla="*/ 294302 h 361971"/>
                <a:gd name="connsiteX9" fmla="*/ 168694 w 362309"/>
                <a:gd name="connsiteY9" fmla="*/ 286003 h 361971"/>
                <a:gd name="connsiteX10" fmla="*/ 179557 w 362309"/>
                <a:gd name="connsiteY10" fmla="*/ 264297 h 361971"/>
                <a:gd name="connsiteX11" fmla="*/ 166777 w 362309"/>
                <a:gd name="connsiteY11" fmla="*/ 264297 h 361971"/>
                <a:gd name="connsiteX12" fmla="*/ 161026 w 362309"/>
                <a:gd name="connsiteY12" fmla="*/ 261105 h 361971"/>
                <a:gd name="connsiteX13" fmla="*/ 161026 w 362309"/>
                <a:gd name="connsiteY13" fmla="*/ 254721 h 361971"/>
                <a:gd name="connsiteX14" fmla="*/ 176362 w 362309"/>
                <a:gd name="connsiteY14" fmla="*/ 224078 h 361971"/>
                <a:gd name="connsiteX15" fmla="*/ 184669 w 362309"/>
                <a:gd name="connsiteY15" fmla="*/ 221524 h 361971"/>
                <a:gd name="connsiteX16" fmla="*/ 187225 w 362309"/>
                <a:gd name="connsiteY16" fmla="*/ 229823 h 361971"/>
                <a:gd name="connsiteX17" fmla="*/ 176362 w 362309"/>
                <a:gd name="connsiteY17" fmla="*/ 251529 h 361971"/>
                <a:gd name="connsiteX18" fmla="*/ 189142 w 362309"/>
                <a:gd name="connsiteY18" fmla="*/ 251529 h 361971"/>
                <a:gd name="connsiteX19" fmla="*/ 194893 w 362309"/>
                <a:gd name="connsiteY19" fmla="*/ 254721 h 361971"/>
                <a:gd name="connsiteX20" fmla="*/ 194893 w 362309"/>
                <a:gd name="connsiteY20" fmla="*/ 260467 h 361971"/>
                <a:gd name="connsiteX21" fmla="*/ 258153 w 362309"/>
                <a:gd name="connsiteY21" fmla="*/ 202372 h 361971"/>
                <a:gd name="connsiteX22" fmla="*/ 116935 w 362309"/>
                <a:gd name="connsiteY22" fmla="*/ 202372 h 361971"/>
                <a:gd name="connsiteX23" fmla="*/ 67094 w 362309"/>
                <a:gd name="connsiteY23" fmla="*/ 152577 h 361971"/>
                <a:gd name="connsiteX24" fmla="*/ 116935 w 362309"/>
                <a:gd name="connsiteY24" fmla="*/ 102782 h 361971"/>
                <a:gd name="connsiteX25" fmla="*/ 134828 w 362309"/>
                <a:gd name="connsiteY25" fmla="*/ 106613 h 361971"/>
                <a:gd name="connsiteX26" fmla="*/ 192976 w 362309"/>
                <a:gd name="connsiteY26" fmla="*/ 66394 h 361971"/>
                <a:gd name="connsiteX27" fmla="*/ 253680 w 362309"/>
                <a:gd name="connsiteY27" fmla="*/ 127041 h 361971"/>
                <a:gd name="connsiteX28" fmla="*/ 253680 w 362309"/>
                <a:gd name="connsiteY28" fmla="*/ 128318 h 361971"/>
                <a:gd name="connsiteX29" fmla="*/ 258153 w 362309"/>
                <a:gd name="connsiteY29" fmla="*/ 128318 h 361971"/>
                <a:gd name="connsiteX30" fmla="*/ 295215 w 362309"/>
                <a:gd name="connsiteY30" fmla="*/ 165345 h 361971"/>
                <a:gd name="connsiteX31" fmla="*/ 258153 w 362309"/>
                <a:gd name="connsiteY31" fmla="*/ 20237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81715"/>
                    <a:pt x="281796" y="0"/>
                    <a:pt x="181474" y="0"/>
                  </a:cubicBezTo>
                  <a:close/>
                  <a:moveTo>
                    <a:pt x="194893" y="260467"/>
                  </a:moveTo>
                  <a:lnTo>
                    <a:pt x="179557" y="291110"/>
                  </a:lnTo>
                  <a:cubicBezTo>
                    <a:pt x="178279" y="293663"/>
                    <a:pt x="176362" y="294940"/>
                    <a:pt x="173806" y="294940"/>
                  </a:cubicBezTo>
                  <a:cubicBezTo>
                    <a:pt x="172528" y="294940"/>
                    <a:pt x="171889" y="294940"/>
                    <a:pt x="171250" y="294302"/>
                  </a:cubicBezTo>
                  <a:cubicBezTo>
                    <a:pt x="168055" y="293025"/>
                    <a:pt x="166777" y="289195"/>
                    <a:pt x="168694" y="286003"/>
                  </a:cubicBezTo>
                  <a:lnTo>
                    <a:pt x="179557" y="264297"/>
                  </a:lnTo>
                  <a:lnTo>
                    <a:pt x="166777" y="264297"/>
                  </a:lnTo>
                  <a:cubicBezTo>
                    <a:pt x="164860" y="264297"/>
                    <a:pt x="162304" y="263020"/>
                    <a:pt x="161026" y="261105"/>
                  </a:cubicBezTo>
                  <a:cubicBezTo>
                    <a:pt x="159748" y="259190"/>
                    <a:pt x="159748" y="256636"/>
                    <a:pt x="161026" y="254721"/>
                  </a:cubicBezTo>
                  <a:lnTo>
                    <a:pt x="176362" y="224078"/>
                  </a:lnTo>
                  <a:cubicBezTo>
                    <a:pt x="177640" y="220886"/>
                    <a:pt x="181474" y="219609"/>
                    <a:pt x="184669" y="221524"/>
                  </a:cubicBezTo>
                  <a:cubicBezTo>
                    <a:pt x="187864" y="222801"/>
                    <a:pt x="189142" y="226631"/>
                    <a:pt x="187225" y="229823"/>
                  </a:cubicBezTo>
                  <a:lnTo>
                    <a:pt x="176362" y="251529"/>
                  </a:lnTo>
                  <a:lnTo>
                    <a:pt x="189142" y="251529"/>
                  </a:lnTo>
                  <a:cubicBezTo>
                    <a:pt x="191059" y="251529"/>
                    <a:pt x="193615" y="252806"/>
                    <a:pt x="194893" y="254721"/>
                  </a:cubicBezTo>
                  <a:cubicBezTo>
                    <a:pt x="195532" y="255998"/>
                    <a:pt x="195532" y="258551"/>
                    <a:pt x="194893" y="260467"/>
                  </a:cubicBezTo>
                  <a:close/>
                  <a:moveTo>
                    <a:pt x="258153" y="202372"/>
                  </a:moveTo>
                  <a:lnTo>
                    <a:pt x="116935" y="202372"/>
                  </a:lnTo>
                  <a:cubicBezTo>
                    <a:pt x="89459" y="202372"/>
                    <a:pt x="67094" y="180028"/>
                    <a:pt x="67094" y="152577"/>
                  </a:cubicBezTo>
                  <a:cubicBezTo>
                    <a:pt x="67094" y="125126"/>
                    <a:pt x="89459" y="102782"/>
                    <a:pt x="116935" y="102782"/>
                  </a:cubicBezTo>
                  <a:cubicBezTo>
                    <a:pt x="123964" y="102782"/>
                    <a:pt x="129715" y="104059"/>
                    <a:pt x="134828" y="106613"/>
                  </a:cubicBezTo>
                  <a:cubicBezTo>
                    <a:pt x="143134" y="82992"/>
                    <a:pt x="166777" y="66394"/>
                    <a:pt x="192976" y="66394"/>
                  </a:cubicBezTo>
                  <a:cubicBezTo>
                    <a:pt x="226203" y="66394"/>
                    <a:pt x="253680" y="93845"/>
                    <a:pt x="253680" y="127041"/>
                  </a:cubicBezTo>
                  <a:cubicBezTo>
                    <a:pt x="253680" y="127680"/>
                    <a:pt x="253680" y="127680"/>
                    <a:pt x="253680" y="128318"/>
                  </a:cubicBezTo>
                  <a:cubicBezTo>
                    <a:pt x="254958" y="128318"/>
                    <a:pt x="256875" y="128318"/>
                    <a:pt x="258153" y="128318"/>
                  </a:cubicBezTo>
                  <a:cubicBezTo>
                    <a:pt x="278601" y="128318"/>
                    <a:pt x="295215" y="144916"/>
                    <a:pt x="295215" y="165345"/>
                  </a:cubicBezTo>
                  <a:cubicBezTo>
                    <a:pt x="295215" y="185774"/>
                    <a:pt x="278601" y="202372"/>
                    <a:pt x="258153" y="202372"/>
                  </a:cubicBezTo>
                  <a:close/>
                </a:path>
              </a:pathLst>
            </a:custGeom>
            <a:solidFill>
              <a:srgbClr val="43B02A"/>
            </a:solidFill>
            <a:ln w="6390" cap="flat">
              <a:noFill/>
              <a:prstDash val="solid"/>
              <a:miter/>
            </a:ln>
          </p:spPr>
          <p:txBody>
            <a:bodyPr rtlCol="0" anchor="ctr"/>
            <a:lstStyle/>
            <a:p>
              <a:endParaRPr lang="en-US"/>
            </a:p>
          </p:txBody>
        </p:sp>
      </p:grpSp>
      <p:sp>
        <p:nvSpPr>
          <p:cNvPr id="528" name="Graphic 6">
            <a:extLst>
              <a:ext uri="{FF2B5EF4-FFF2-40B4-BE49-F238E27FC236}">
                <a16:creationId xmlns:a16="http://schemas.microsoft.com/office/drawing/2014/main" id="{8078A236-9C64-FF4D-B1F6-125C2BF7A650}"/>
              </a:ext>
            </a:extLst>
          </p:cNvPr>
          <p:cNvSpPr/>
          <p:nvPr/>
        </p:nvSpPr>
        <p:spPr>
          <a:xfrm>
            <a:off x="5097891" y="3823529"/>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181474 w 362313"/>
              <a:gd name="connsiteY4" fmla="*/ 0 h 361971"/>
              <a:gd name="connsiteX5" fmla="*/ 208951 w 362313"/>
              <a:gd name="connsiteY5" fmla="*/ 240038 h 361971"/>
              <a:gd name="connsiteX6" fmla="*/ 207673 w 362313"/>
              <a:gd name="connsiteY6" fmla="*/ 240038 h 361971"/>
              <a:gd name="connsiteX7" fmla="*/ 201283 w 362313"/>
              <a:gd name="connsiteY7" fmla="*/ 234930 h 361971"/>
              <a:gd name="connsiteX8" fmla="*/ 195532 w 362313"/>
              <a:gd name="connsiteY8" fmla="*/ 213225 h 361971"/>
              <a:gd name="connsiteX9" fmla="*/ 171889 w 362313"/>
              <a:gd name="connsiteY9" fmla="*/ 218332 h 361971"/>
              <a:gd name="connsiteX10" fmla="*/ 147608 w 362313"/>
              <a:gd name="connsiteY10" fmla="*/ 213225 h 361971"/>
              <a:gd name="connsiteX11" fmla="*/ 142496 w 362313"/>
              <a:gd name="connsiteY11" fmla="*/ 234292 h 361971"/>
              <a:gd name="connsiteX12" fmla="*/ 136106 w 362313"/>
              <a:gd name="connsiteY12" fmla="*/ 239399 h 361971"/>
              <a:gd name="connsiteX13" fmla="*/ 134828 w 362313"/>
              <a:gd name="connsiteY13" fmla="*/ 239399 h 361971"/>
              <a:gd name="connsiteX14" fmla="*/ 130355 w 362313"/>
              <a:gd name="connsiteY14" fmla="*/ 231738 h 361971"/>
              <a:gd name="connsiteX15" fmla="*/ 137384 w 362313"/>
              <a:gd name="connsiteY15" fmla="*/ 203011 h 361971"/>
              <a:gd name="connsiteX16" fmla="*/ 137384 w 362313"/>
              <a:gd name="connsiteY16" fmla="*/ 202372 h 361971"/>
              <a:gd name="connsiteX17" fmla="*/ 137384 w 362313"/>
              <a:gd name="connsiteY17" fmla="*/ 201734 h 361971"/>
              <a:gd name="connsiteX18" fmla="*/ 138023 w 362313"/>
              <a:gd name="connsiteY18" fmla="*/ 201095 h 361971"/>
              <a:gd name="connsiteX19" fmla="*/ 138662 w 362313"/>
              <a:gd name="connsiteY19" fmla="*/ 199819 h 361971"/>
              <a:gd name="connsiteX20" fmla="*/ 139301 w 362313"/>
              <a:gd name="connsiteY20" fmla="*/ 199180 h 361971"/>
              <a:gd name="connsiteX21" fmla="*/ 140579 w 362313"/>
              <a:gd name="connsiteY21" fmla="*/ 198542 h 361971"/>
              <a:gd name="connsiteX22" fmla="*/ 141857 w 362313"/>
              <a:gd name="connsiteY22" fmla="*/ 197903 h 361971"/>
              <a:gd name="connsiteX23" fmla="*/ 143135 w 362313"/>
              <a:gd name="connsiteY23" fmla="*/ 197903 h 361971"/>
              <a:gd name="connsiteX24" fmla="*/ 144413 w 362313"/>
              <a:gd name="connsiteY24" fmla="*/ 197903 h 361971"/>
              <a:gd name="connsiteX25" fmla="*/ 145052 w 362313"/>
              <a:gd name="connsiteY25" fmla="*/ 197903 h 361971"/>
              <a:gd name="connsiteX26" fmla="*/ 145690 w 362313"/>
              <a:gd name="connsiteY26" fmla="*/ 197903 h 361971"/>
              <a:gd name="connsiteX27" fmla="*/ 146330 w 362313"/>
              <a:gd name="connsiteY27" fmla="*/ 197903 h 361971"/>
              <a:gd name="connsiteX28" fmla="*/ 171889 w 362313"/>
              <a:gd name="connsiteY28" fmla="*/ 204287 h 361971"/>
              <a:gd name="connsiteX29" fmla="*/ 198088 w 362313"/>
              <a:gd name="connsiteY29" fmla="*/ 197265 h 361971"/>
              <a:gd name="connsiteX30" fmla="*/ 198088 w 362313"/>
              <a:gd name="connsiteY30" fmla="*/ 197265 h 361971"/>
              <a:gd name="connsiteX31" fmla="*/ 198088 w 362313"/>
              <a:gd name="connsiteY31" fmla="*/ 197265 h 361971"/>
              <a:gd name="connsiteX32" fmla="*/ 199366 w 362313"/>
              <a:gd name="connsiteY32" fmla="*/ 197265 h 361971"/>
              <a:gd name="connsiteX33" fmla="*/ 200644 w 362313"/>
              <a:gd name="connsiteY33" fmla="*/ 197265 h 361971"/>
              <a:gd name="connsiteX34" fmla="*/ 201922 w 362313"/>
              <a:gd name="connsiteY34" fmla="*/ 197265 h 361971"/>
              <a:gd name="connsiteX35" fmla="*/ 203200 w 362313"/>
              <a:gd name="connsiteY35" fmla="*/ 197903 h 361971"/>
              <a:gd name="connsiteX36" fmla="*/ 203839 w 362313"/>
              <a:gd name="connsiteY36" fmla="*/ 198542 h 361971"/>
              <a:gd name="connsiteX37" fmla="*/ 205117 w 362313"/>
              <a:gd name="connsiteY37" fmla="*/ 199180 h 361971"/>
              <a:gd name="connsiteX38" fmla="*/ 205756 w 362313"/>
              <a:gd name="connsiteY38" fmla="*/ 200457 h 361971"/>
              <a:gd name="connsiteX39" fmla="*/ 206395 w 362313"/>
              <a:gd name="connsiteY39" fmla="*/ 201095 h 361971"/>
              <a:gd name="connsiteX40" fmla="*/ 206395 w 362313"/>
              <a:gd name="connsiteY40" fmla="*/ 201095 h 361971"/>
              <a:gd name="connsiteX41" fmla="*/ 206395 w 362313"/>
              <a:gd name="connsiteY41" fmla="*/ 201095 h 361971"/>
              <a:gd name="connsiteX42" fmla="*/ 213424 w 362313"/>
              <a:gd name="connsiteY42" fmla="*/ 229823 h 361971"/>
              <a:gd name="connsiteX43" fmla="*/ 208951 w 362313"/>
              <a:gd name="connsiteY43" fmla="*/ 240038 h 361971"/>
              <a:gd name="connsiteX44" fmla="*/ 241540 w 362313"/>
              <a:gd name="connsiteY44" fmla="*/ 204287 h 361971"/>
              <a:gd name="connsiteX45" fmla="*/ 237067 w 362313"/>
              <a:gd name="connsiteY45" fmla="*/ 236207 h 361971"/>
              <a:gd name="connsiteX46" fmla="*/ 230677 w 362313"/>
              <a:gd name="connsiteY46" fmla="*/ 241953 h 361971"/>
              <a:gd name="connsiteX47" fmla="*/ 230038 w 362313"/>
              <a:gd name="connsiteY47" fmla="*/ 241953 h 361971"/>
              <a:gd name="connsiteX48" fmla="*/ 224287 w 362313"/>
              <a:gd name="connsiteY48" fmla="*/ 234930 h 361971"/>
              <a:gd name="connsiteX49" fmla="*/ 229399 w 362313"/>
              <a:gd name="connsiteY49" fmla="*/ 197903 h 361971"/>
              <a:gd name="connsiteX50" fmla="*/ 229399 w 362313"/>
              <a:gd name="connsiteY50" fmla="*/ 197265 h 361971"/>
              <a:gd name="connsiteX51" fmla="*/ 230038 w 362313"/>
              <a:gd name="connsiteY51" fmla="*/ 195988 h 361971"/>
              <a:gd name="connsiteX52" fmla="*/ 230677 w 362313"/>
              <a:gd name="connsiteY52" fmla="*/ 194711 h 361971"/>
              <a:gd name="connsiteX53" fmla="*/ 231316 w 362313"/>
              <a:gd name="connsiteY53" fmla="*/ 194073 h 361971"/>
              <a:gd name="connsiteX54" fmla="*/ 232594 w 362313"/>
              <a:gd name="connsiteY54" fmla="*/ 193435 h 361971"/>
              <a:gd name="connsiteX55" fmla="*/ 233872 w 362313"/>
              <a:gd name="connsiteY55" fmla="*/ 192796 h 361971"/>
              <a:gd name="connsiteX56" fmla="*/ 235150 w 362313"/>
              <a:gd name="connsiteY56" fmla="*/ 192796 h 361971"/>
              <a:gd name="connsiteX57" fmla="*/ 235789 w 362313"/>
              <a:gd name="connsiteY57" fmla="*/ 192796 h 361971"/>
              <a:gd name="connsiteX58" fmla="*/ 286269 w 362313"/>
              <a:gd name="connsiteY58" fmla="*/ 178113 h 361971"/>
              <a:gd name="connsiteX59" fmla="*/ 242818 w 362313"/>
              <a:gd name="connsiteY59" fmla="*/ 134702 h 361971"/>
              <a:gd name="connsiteX60" fmla="*/ 242818 w 362313"/>
              <a:gd name="connsiteY60" fmla="*/ 134702 h 361971"/>
              <a:gd name="connsiteX61" fmla="*/ 241540 w 362313"/>
              <a:gd name="connsiteY61" fmla="*/ 134702 h 361971"/>
              <a:gd name="connsiteX62" fmla="*/ 240262 w 362313"/>
              <a:gd name="connsiteY62" fmla="*/ 134064 h 361971"/>
              <a:gd name="connsiteX63" fmla="*/ 240262 w 362313"/>
              <a:gd name="connsiteY63" fmla="*/ 134064 h 361971"/>
              <a:gd name="connsiteX64" fmla="*/ 239623 w 362313"/>
              <a:gd name="connsiteY64" fmla="*/ 133425 h 361971"/>
              <a:gd name="connsiteX65" fmla="*/ 238345 w 362313"/>
              <a:gd name="connsiteY65" fmla="*/ 132787 h 361971"/>
              <a:gd name="connsiteX66" fmla="*/ 237706 w 362313"/>
              <a:gd name="connsiteY66" fmla="*/ 131510 h 361971"/>
              <a:gd name="connsiteX67" fmla="*/ 237067 w 362313"/>
              <a:gd name="connsiteY67" fmla="*/ 130233 h 361971"/>
              <a:gd name="connsiteX68" fmla="*/ 237067 w 362313"/>
              <a:gd name="connsiteY68" fmla="*/ 128957 h 361971"/>
              <a:gd name="connsiteX69" fmla="*/ 237067 w 362313"/>
              <a:gd name="connsiteY69" fmla="*/ 128318 h 361971"/>
              <a:gd name="connsiteX70" fmla="*/ 237067 w 362313"/>
              <a:gd name="connsiteY70" fmla="*/ 128318 h 361971"/>
              <a:gd name="connsiteX71" fmla="*/ 237067 w 362313"/>
              <a:gd name="connsiteY71" fmla="*/ 127041 h 361971"/>
              <a:gd name="connsiteX72" fmla="*/ 237706 w 362313"/>
              <a:gd name="connsiteY72" fmla="*/ 125765 h 361971"/>
              <a:gd name="connsiteX73" fmla="*/ 237706 w 362313"/>
              <a:gd name="connsiteY73" fmla="*/ 125765 h 361971"/>
              <a:gd name="connsiteX74" fmla="*/ 239623 w 362313"/>
              <a:gd name="connsiteY74" fmla="*/ 109805 h 361971"/>
              <a:gd name="connsiteX75" fmla="*/ 229399 w 362313"/>
              <a:gd name="connsiteY75" fmla="*/ 106613 h 361971"/>
              <a:gd name="connsiteX76" fmla="*/ 228121 w 362313"/>
              <a:gd name="connsiteY76" fmla="*/ 107251 h 361971"/>
              <a:gd name="connsiteX77" fmla="*/ 228760 w 362313"/>
              <a:gd name="connsiteY77" fmla="*/ 134064 h 361971"/>
              <a:gd name="connsiteX78" fmla="*/ 226204 w 362313"/>
              <a:gd name="connsiteY78" fmla="*/ 141086 h 361971"/>
              <a:gd name="connsiteX79" fmla="*/ 205117 w 362313"/>
              <a:gd name="connsiteY79" fmla="*/ 155131 h 361971"/>
              <a:gd name="connsiteX80" fmla="*/ 200005 w 362313"/>
              <a:gd name="connsiteY80" fmla="*/ 155769 h 361971"/>
              <a:gd name="connsiteX81" fmla="*/ 196171 w 362313"/>
              <a:gd name="connsiteY81" fmla="*/ 152577 h 361971"/>
              <a:gd name="connsiteX82" fmla="*/ 128438 w 362313"/>
              <a:gd name="connsiteY82" fmla="*/ 141086 h 361971"/>
              <a:gd name="connsiteX83" fmla="*/ 124604 w 362313"/>
              <a:gd name="connsiteY83" fmla="*/ 141724 h 361971"/>
              <a:gd name="connsiteX84" fmla="*/ 93932 w 362313"/>
              <a:gd name="connsiteY84" fmla="*/ 183859 h 361971"/>
              <a:gd name="connsiteX85" fmla="*/ 93293 w 362313"/>
              <a:gd name="connsiteY85" fmla="*/ 188327 h 361971"/>
              <a:gd name="connsiteX86" fmla="*/ 79874 w 362313"/>
              <a:gd name="connsiteY86" fmla="*/ 232377 h 361971"/>
              <a:gd name="connsiteX87" fmla="*/ 158470 w 362313"/>
              <a:gd name="connsiteY87" fmla="*/ 256636 h 361971"/>
              <a:gd name="connsiteX88" fmla="*/ 165500 w 362313"/>
              <a:gd name="connsiteY88" fmla="*/ 261743 h 361971"/>
              <a:gd name="connsiteX89" fmla="*/ 160388 w 362313"/>
              <a:gd name="connsiteY89" fmla="*/ 268766 h 361971"/>
              <a:gd name="connsiteX90" fmla="*/ 137384 w 362313"/>
              <a:gd name="connsiteY90" fmla="*/ 270681 h 361971"/>
              <a:gd name="connsiteX91" fmla="*/ 67734 w 362313"/>
              <a:gd name="connsiteY91" fmla="*/ 236207 h 361971"/>
              <a:gd name="connsiteX92" fmla="*/ 81152 w 362313"/>
              <a:gd name="connsiteY92" fmla="*/ 183220 h 361971"/>
              <a:gd name="connsiteX93" fmla="*/ 122687 w 362313"/>
              <a:gd name="connsiteY93" fmla="*/ 128318 h 361971"/>
              <a:gd name="connsiteX94" fmla="*/ 126521 w 362313"/>
              <a:gd name="connsiteY94" fmla="*/ 127680 h 361971"/>
              <a:gd name="connsiteX95" fmla="*/ 204478 w 362313"/>
              <a:gd name="connsiteY95" fmla="*/ 139809 h 361971"/>
              <a:gd name="connsiteX96" fmla="*/ 216619 w 362313"/>
              <a:gd name="connsiteY96" fmla="*/ 132149 h 361971"/>
              <a:gd name="connsiteX97" fmla="*/ 219175 w 362313"/>
              <a:gd name="connsiteY97" fmla="*/ 98952 h 361971"/>
              <a:gd name="connsiteX98" fmla="*/ 230677 w 362313"/>
              <a:gd name="connsiteY98" fmla="*/ 93206 h 361971"/>
              <a:gd name="connsiteX99" fmla="*/ 251764 w 362313"/>
              <a:gd name="connsiteY99" fmla="*/ 102782 h 361971"/>
              <a:gd name="connsiteX100" fmla="*/ 253042 w 362313"/>
              <a:gd name="connsiteY100" fmla="*/ 123849 h 361971"/>
              <a:gd name="connsiteX101" fmla="*/ 300966 w 362313"/>
              <a:gd name="connsiteY101" fmla="*/ 178113 h 361971"/>
              <a:gd name="connsiteX102" fmla="*/ 241540 w 362313"/>
              <a:gd name="connsiteY102" fmla="*/ 204287 h 361971"/>
              <a:gd name="connsiteX103" fmla="*/ 116297 w 362313"/>
              <a:gd name="connsiteY103" fmla="*/ 239399 h 361971"/>
              <a:gd name="connsiteX104" fmla="*/ 115019 w 362313"/>
              <a:gd name="connsiteY104" fmla="*/ 239399 h 361971"/>
              <a:gd name="connsiteX105" fmla="*/ 108629 w 362313"/>
              <a:gd name="connsiteY105" fmla="*/ 234292 h 361971"/>
              <a:gd name="connsiteX106" fmla="*/ 101600 w 362313"/>
              <a:gd name="connsiteY106" fmla="*/ 205564 h 361971"/>
              <a:gd name="connsiteX107" fmla="*/ 106073 w 362313"/>
              <a:gd name="connsiteY107" fmla="*/ 197903 h 361971"/>
              <a:gd name="connsiteX108" fmla="*/ 113741 w 362313"/>
              <a:gd name="connsiteY108" fmla="*/ 202372 h 361971"/>
              <a:gd name="connsiteX109" fmla="*/ 120770 w 362313"/>
              <a:gd name="connsiteY109" fmla="*/ 231100 h 361971"/>
              <a:gd name="connsiteX110" fmla="*/ 116297 w 362313"/>
              <a:gd name="connsiteY110" fmla="*/ 23939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948" y="81077"/>
                  <a:pt x="281796" y="0"/>
                  <a:pt x="181474" y="0"/>
                </a:cubicBezTo>
                <a:close/>
                <a:moveTo>
                  <a:pt x="208951" y="240038"/>
                </a:moveTo>
                <a:cubicBezTo>
                  <a:pt x="208312" y="240038"/>
                  <a:pt x="207673" y="240038"/>
                  <a:pt x="207673" y="240038"/>
                </a:cubicBezTo>
                <a:cubicBezTo>
                  <a:pt x="205117" y="240038"/>
                  <a:pt x="201922" y="238122"/>
                  <a:pt x="201283" y="234930"/>
                </a:cubicBezTo>
                <a:lnTo>
                  <a:pt x="195532" y="213225"/>
                </a:lnTo>
                <a:cubicBezTo>
                  <a:pt x="187864" y="215779"/>
                  <a:pt x="177001" y="218332"/>
                  <a:pt x="171889" y="218332"/>
                </a:cubicBezTo>
                <a:cubicBezTo>
                  <a:pt x="162943" y="218332"/>
                  <a:pt x="153998" y="215779"/>
                  <a:pt x="147608" y="213225"/>
                </a:cubicBezTo>
                <a:lnTo>
                  <a:pt x="142496" y="234292"/>
                </a:lnTo>
                <a:cubicBezTo>
                  <a:pt x="141857" y="237484"/>
                  <a:pt x="139301" y="239399"/>
                  <a:pt x="136106" y="239399"/>
                </a:cubicBezTo>
                <a:cubicBezTo>
                  <a:pt x="135467" y="239399"/>
                  <a:pt x="134828" y="239399"/>
                  <a:pt x="134828" y="239399"/>
                </a:cubicBezTo>
                <a:cubicBezTo>
                  <a:pt x="131633" y="238761"/>
                  <a:pt x="129077" y="234930"/>
                  <a:pt x="130355" y="231738"/>
                </a:cubicBezTo>
                <a:lnTo>
                  <a:pt x="137384" y="203011"/>
                </a:lnTo>
                <a:lnTo>
                  <a:pt x="137384" y="202372"/>
                </a:lnTo>
                <a:lnTo>
                  <a:pt x="137384" y="201734"/>
                </a:lnTo>
                <a:cubicBezTo>
                  <a:pt x="137384" y="201734"/>
                  <a:pt x="137384" y="201734"/>
                  <a:pt x="138023" y="201095"/>
                </a:cubicBezTo>
                <a:cubicBezTo>
                  <a:pt x="138023" y="200457"/>
                  <a:pt x="138662" y="200457"/>
                  <a:pt x="138662" y="199819"/>
                </a:cubicBezTo>
                <a:lnTo>
                  <a:pt x="139301" y="199180"/>
                </a:lnTo>
                <a:cubicBezTo>
                  <a:pt x="139940" y="199180"/>
                  <a:pt x="139940" y="198542"/>
                  <a:pt x="140579" y="198542"/>
                </a:cubicBezTo>
                <a:cubicBezTo>
                  <a:pt x="141218" y="198542"/>
                  <a:pt x="141218" y="198542"/>
                  <a:pt x="141857" y="197903"/>
                </a:cubicBezTo>
                <a:cubicBezTo>
                  <a:pt x="142496" y="197903"/>
                  <a:pt x="142496" y="197903"/>
                  <a:pt x="143135" y="197903"/>
                </a:cubicBezTo>
                <a:cubicBezTo>
                  <a:pt x="143774" y="197903"/>
                  <a:pt x="143774" y="197903"/>
                  <a:pt x="144413" y="197903"/>
                </a:cubicBezTo>
                <a:lnTo>
                  <a:pt x="145052" y="197903"/>
                </a:lnTo>
                <a:lnTo>
                  <a:pt x="145690" y="197903"/>
                </a:lnTo>
                <a:lnTo>
                  <a:pt x="146330" y="197903"/>
                </a:lnTo>
                <a:cubicBezTo>
                  <a:pt x="146330" y="197903"/>
                  <a:pt x="159748" y="204287"/>
                  <a:pt x="171889" y="204287"/>
                </a:cubicBezTo>
                <a:cubicBezTo>
                  <a:pt x="176363" y="204287"/>
                  <a:pt x="189781" y="200457"/>
                  <a:pt x="198088" y="197265"/>
                </a:cubicBezTo>
                <a:lnTo>
                  <a:pt x="198088" y="197265"/>
                </a:lnTo>
                <a:lnTo>
                  <a:pt x="198088" y="197265"/>
                </a:lnTo>
                <a:cubicBezTo>
                  <a:pt x="198727" y="197265"/>
                  <a:pt x="198727" y="197265"/>
                  <a:pt x="199366" y="197265"/>
                </a:cubicBezTo>
                <a:cubicBezTo>
                  <a:pt x="200005" y="197265"/>
                  <a:pt x="200005" y="197265"/>
                  <a:pt x="200644" y="197265"/>
                </a:cubicBezTo>
                <a:cubicBezTo>
                  <a:pt x="201283" y="197265"/>
                  <a:pt x="201283" y="197265"/>
                  <a:pt x="201922" y="197265"/>
                </a:cubicBezTo>
                <a:cubicBezTo>
                  <a:pt x="202561" y="197265"/>
                  <a:pt x="202561" y="197265"/>
                  <a:pt x="203200" y="197903"/>
                </a:cubicBezTo>
                <a:lnTo>
                  <a:pt x="203839" y="198542"/>
                </a:lnTo>
                <a:cubicBezTo>
                  <a:pt x="204478" y="198542"/>
                  <a:pt x="204478" y="199180"/>
                  <a:pt x="205117" y="199180"/>
                </a:cubicBezTo>
                <a:cubicBezTo>
                  <a:pt x="205117" y="199180"/>
                  <a:pt x="205756" y="199819"/>
                  <a:pt x="205756" y="200457"/>
                </a:cubicBezTo>
                <a:lnTo>
                  <a:pt x="206395" y="201095"/>
                </a:lnTo>
                <a:lnTo>
                  <a:pt x="206395" y="201095"/>
                </a:lnTo>
                <a:lnTo>
                  <a:pt x="206395" y="201095"/>
                </a:lnTo>
                <a:lnTo>
                  <a:pt x="213424" y="229823"/>
                </a:lnTo>
                <a:cubicBezTo>
                  <a:pt x="214063" y="235569"/>
                  <a:pt x="212146" y="238761"/>
                  <a:pt x="208951" y="240038"/>
                </a:cubicBezTo>
                <a:close/>
                <a:moveTo>
                  <a:pt x="241540" y="204287"/>
                </a:moveTo>
                <a:lnTo>
                  <a:pt x="237067" y="236207"/>
                </a:lnTo>
                <a:cubicBezTo>
                  <a:pt x="236428" y="239399"/>
                  <a:pt x="233872" y="241953"/>
                  <a:pt x="230677" y="241953"/>
                </a:cubicBezTo>
                <a:lnTo>
                  <a:pt x="230038" y="241953"/>
                </a:lnTo>
                <a:cubicBezTo>
                  <a:pt x="226843" y="241314"/>
                  <a:pt x="224287" y="238122"/>
                  <a:pt x="224287" y="234930"/>
                </a:cubicBezTo>
                <a:lnTo>
                  <a:pt x="229399" y="197903"/>
                </a:lnTo>
                <a:lnTo>
                  <a:pt x="229399" y="197265"/>
                </a:lnTo>
                <a:cubicBezTo>
                  <a:pt x="229399" y="196627"/>
                  <a:pt x="229399" y="196627"/>
                  <a:pt x="230038" y="195988"/>
                </a:cubicBezTo>
                <a:cubicBezTo>
                  <a:pt x="230038" y="195350"/>
                  <a:pt x="230677" y="195350"/>
                  <a:pt x="230677" y="194711"/>
                </a:cubicBezTo>
                <a:cubicBezTo>
                  <a:pt x="230677" y="194073"/>
                  <a:pt x="231316" y="194073"/>
                  <a:pt x="231316" y="194073"/>
                </a:cubicBezTo>
                <a:cubicBezTo>
                  <a:pt x="231955" y="194073"/>
                  <a:pt x="231955" y="193435"/>
                  <a:pt x="232594" y="193435"/>
                </a:cubicBezTo>
                <a:cubicBezTo>
                  <a:pt x="233233" y="193435"/>
                  <a:pt x="233233" y="192796"/>
                  <a:pt x="233872" y="192796"/>
                </a:cubicBezTo>
                <a:cubicBezTo>
                  <a:pt x="234511" y="192796"/>
                  <a:pt x="234511" y="192796"/>
                  <a:pt x="235150" y="192796"/>
                </a:cubicBezTo>
                <a:lnTo>
                  <a:pt x="235789" y="192796"/>
                </a:lnTo>
                <a:cubicBezTo>
                  <a:pt x="256876" y="192796"/>
                  <a:pt x="286269" y="185135"/>
                  <a:pt x="286269" y="178113"/>
                </a:cubicBezTo>
                <a:cubicBezTo>
                  <a:pt x="286269" y="165984"/>
                  <a:pt x="254959" y="134702"/>
                  <a:pt x="242818" y="134702"/>
                </a:cubicBezTo>
                <a:lnTo>
                  <a:pt x="242818" y="134702"/>
                </a:lnTo>
                <a:cubicBezTo>
                  <a:pt x="242179" y="134702"/>
                  <a:pt x="242179" y="134702"/>
                  <a:pt x="241540" y="134702"/>
                </a:cubicBezTo>
                <a:cubicBezTo>
                  <a:pt x="240901" y="134702"/>
                  <a:pt x="240901" y="134702"/>
                  <a:pt x="240262" y="134064"/>
                </a:cubicBezTo>
                <a:lnTo>
                  <a:pt x="240262" y="134064"/>
                </a:lnTo>
                <a:lnTo>
                  <a:pt x="239623" y="133425"/>
                </a:lnTo>
                <a:cubicBezTo>
                  <a:pt x="238984" y="133425"/>
                  <a:pt x="238984" y="132787"/>
                  <a:pt x="238345" y="132787"/>
                </a:cubicBezTo>
                <a:cubicBezTo>
                  <a:pt x="238345" y="132787"/>
                  <a:pt x="237706" y="132149"/>
                  <a:pt x="237706" y="131510"/>
                </a:cubicBezTo>
                <a:cubicBezTo>
                  <a:pt x="237706" y="130872"/>
                  <a:pt x="237067" y="130872"/>
                  <a:pt x="237067" y="130233"/>
                </a:cubicBezTo>
                <a:cubicBezTo>
                  <a:pt x="237067" y="129595"/>
                  <a:pt x="237067" y="129595"/>
                  <a:pt x="237067" y="128957"/>
                </a:cubicBezTo>
                <a:lnTo>
                  <a:pt x="237067" y="128318"/>
                </a:lnTo>
                <a:lnTo>
                  <a:pt x="237067" y="128318"/>
                </a:lnTo>
                <a:cubicBezTo>
                  <a:pt x="237067" y="127680"/>
                  <a:pt x="237067" y="127680"/>
                  <a:pt x="237067" y="127041"/>
                </a:cubicBezTo>
                <a:cubicBezTo>
                  <a:pt x="237067" y="126403"/>
                  <a:pt x="237067" y="126403"/>
                  <a:pt x="237706" y="125765"/>
                </a:cubicBezTo>
                <a:lnTo>
                  <a:pt x="237706" y="125765"/>
                </a:lnTo>
                <a:cubicBezTo>
                  <a:pt x="239623" y="122573"/>
                  <a:pt x="242179" y="114273"/>
                  <a:pt x="239623" y="109805"/>
                </a:cubicBezTo>
                <a:cubicBezTo>
                  <a:pt x="237706" y="107251"/>
                  <a:pt x="233233" y="106613"/>
                  <a:pt x="229399" y="106613"/>
                </a:cubicBezTo>
                <a:cubicBezTo>
                  <a:pt x="228121" y="106613"/>
                  <a:pt x="228121" y="106613"/>
                  <a:pt x="228121" y="107251"/>
                </a:cubicBezTo>
                <a:cubicBezTo>
                  <a:pt x="224926" y="111081"/>
                  <a:pt x="226204" y="125765"/>
                  <a:pt x="228760" y="134064"/>
                </a:cubicBezTo>
                <a:cubicBezTo>
                  <a:pt x="229399" y="136617"/>
                  <a:pt x="228121" y="139171"/>
                  <a:pt x="226204" y="141086"/>
                </a:cubicBezTo>
                <a:lnTo>
                  <a:pt x="205117" y="155131"/>
                </a:lnTo>
                <a:cubicBezTo>
                  <a:pt x="203839" y="156408"/>
                  <a:pt x="201922" y="156408"/>
                  <a:pt x="200005" y="155769"/>
                </a:cubicBezTo>
                <a:cubicBezTo>
                  <a:pt x="198088" y="155131"/>
                  <a:pt x="196810" y="153854"/>
                  <a:pt x="196171" y="152577"/>
                </a:cubicBezTo>
                <a:cubicBezTo>
                  <a:pt x="185947" y="130872"/>
                  <a:pt x="164860" y="134064"/>
                  <a:pt x="128438" y="141086"/>
                </a:cubicBezTo>
                <a:lnTo>
                  <a:pt x="124604" y="141724"/>
                </a:lnTo>
                <a:cubicBezTo>
                  <a:pt x="102239" y="146193"/>
                  <a:pt x="90098" y="163430"/>
                  <a:pt x="93932" y="183859"/>
                </a:cubicBezTo>
                <a:cubicBezTo>
                  <a:pt x="93932" y="185774"/>
                  <a:pt x="93932" y="187051"/>
                  <a:pt x="93293" y="188327"/>
                </a:cubicBezTo>
                <a:cubicBezTo>
                  <a:pt x="88181" y="195988"/>
                  <a:pt x="75401" y="219609"/>
                  <a:pt x="79874" y="232377"/>
                </a:cubicBezTo>
                <a:cubicBezTo>
                  <a:pt x="85625" y="249614"/>
                  <a:pt x="116936" y="263658"/>
                  <a:pt x="158470" y="256636"/>
                </a:cubicBezTo>
                <a:cubicBezTo>
                  <a:pt x="161665" y="255998"/>
                  <a:pt x="165500" y="258551"/>
                  <a:pt x="165500" y="261743"/>
                </a:cubicBezTo>
                <a:cubicBezTo>
                  <a:pt x="166138" y="264935"/>
                  <a:pt x="163583" y="268766"/>
                  <a:pt x="160388" y="268766"/>
                </a:cubicBezTo>
                <a:cubicBezTo>
                  <a:pt x="152720" y="270042"/>
                  <a:pt x="145052" y="270681"/>
                  <a:pt x="137384" y="270681"/>
                </a:cubicBezTo>
                <a:cubicBezTo>
                  <a:pt x="102878" y="270681"/>
                  <a:pt x="74762" y="257274"/>
                  <a:pt x="67734" y="236207"/>
                </a:cubicBezTo>
                <a:cubicBezTo>
                  <a:pt x="61344" y="217055"/>
                  <a:pt x="76040" y="190881"/>
                  <a:pt x="81152" y="183220"/>
                </a:cubicBezTo>
                <a:cubicBezTo>
                  <a:pt x="77318" y="156408"/>
                  <a:pt x="93932" y="134064"/>
                  <a:pt x="122687" y="128318"/>
                </a:cubicBezTo>
                <a:lnTo>
                  <a:pt x="126521" y="127680"/>
                </a:lnTo>
                <a:cubicBezTo>
                  <a:pt x="158470" y="121296"/>
                  <a:pt x="188503" y="115550"/>
                  <a:pt x="204478" y="139809"/>
                </a:cubicBezTo>
                <a:lnTo>
                  <a:pt x="216619" y="132149"/>
                </a:lnTo>
                <a:cubicBezTo>
                  <a:pt x="214702" y="123849"/>
                  <a:pt x="212785" y="107251"/>
                  <a:pt x="219175" y="98952"/>
                </a:cubicBezTo>
                <a:cubicBezTo>
                  <a:pt x="221731" y="95121"/>
                  <a:pt x="226204" y="93206"/>
                  <a:pt x="230677" y="93206"/>
                </a:cubicBezTo>
                <a:cubicBezTo>
                  <a:pt x="240901" y="93206"/>
                  <a:pt x="247929" y="96398"/>
                  <a:pt x="251764" y="102782"/>
                </a:cubicBezTo>
                <a:cubicBezTo>
                  <a:pt x="255597" y="109805"/>
                  <a:pt x="254959" y="117465"/>
                  <a:pt x="253042" y="123849"/>
                </a:cubicBezTo>
                <a:cubicBezTo>
                  <a:pt x="272850" y="131510"/>
                  <a:pt x="300966" y="161515"/>
                  <a:pt x="300966" y="178113"/>
                </a:cubicBezTo>
                <a:cubicBezTo>
                  <a:pt x="299049" y="198542"/>
                  <a:pt x="256876" y="203011"/>
                  <a:pt x="241540" y="204287"/>
                </a:cubicBezTo>
                <a:close/>
                <a:moveTo>
                  <a:pt x="116297" y="239399"/>
                </a:moveTo>
                <a:cubicBezTo>
                  <a:pt x="115658" y="239399"/>
                  <a:pt x="115019" y="239399"/>
                  <a:pt x="115019" y="239399"/>
                </a:cubicBezTo>
                <a:cubicBezTo>
                  <a:pt x="112463" y="239399"/>
                  <a:pt x="109268" y="237484"/>
                  <a:pt x="108629" y="234292"/>
                </a:cubicBezTo>
                <a:lnTo>
                  <a:pt x="101600" y="205564"/>
                </a:lnTo>
                <a:cubicBezTo>
                  <a:pt x="100961" y="202372"/>
                  <a:pt x="102878" y="198542"/>
                  <a:pt x="106073" y="197903"/>
                </a:cubicBezTo>
                <a:cubicBezTo>
                  <a:pt x="109268" y="197265"/>
                  <a:pt x="113102" y="199180"/>
                  <a:pt x="113741" y="202372"/>
                </a:cubicBezTo>
                <a:lnTo>
                  <a:pt x="120770" y="231100"/>
                </a:lnTo>
                <a:cubicBezTo>
                  <a:pt x="121409" y="235569"/>
                  <a:pt x="119492" y="238761"/>
                  <a:pt x="116297" y="239399"/>
                </a:cubicBezTo>
                <a:close/>
              </a:path>
            </a:pathLst>
          </a:custGeom>
          <a:solidFill>
            <a:srgbClr val="046A38"/>
          </a:solidFill>
          <a:ln w="6390" cap="flat">
            <a:noFill/>
            <a:prstDash val="solid"/>
            <a:miter/>
          </a:ln>
        </p:spPr>
        <p:txBody>
          <a:bodyPr rtlCol="0" anchor="ctr"/>
          <a:lstStyle/>
          <a:p>
            <a:endParaRPr lang="en-US"/>
          </a:p>
        </p:txBody>
      </p:sp>
      <p:grpSp>
        <p:nvGrpSpPr>
          <p:cNvPr id="529" name="Graphic 6">
            <a:extLst>
              <a:ext uri="{FF2B5EF4-FFF2-40B4-BE49-F238E27FC236}">
                <a16:creationId xmlns:a16="http://schemas.microsoft.com/office/drawing/2014/main" id="{D7702769-7C2F-3D4B-8CF4-3430DC0240EB}"/>
              </a:ext>
            </a:extLst>
          </p:cNvPr>
          <p:cNvGrpSpPr/>
          <p:nvPr/>
        </p:nvGrpSpPr>
        <p:grpSpPr>
          <a:xfrm>
            <a:off x="10323582" y="4310627"/>
            <a:ext cx="362309" cy="361971"/>
            <a:chOff x="10323582" y="4310627"/>
            <a:chExt cx="362309" cy="361971"/>
          </a:xfrm>
          <a:solidFill>
            <a:srgbClr val="43B02A"/>
          </a:solidFill>
        </p:grpSpPr>
        <p:sp>
          <p:nvSpPr>
            <p:cNvPr id="530" name="Graphic 6">
              <a:extLst>
                <a:ext uri="{FF2B5EF4-FFF2-40B4-BE49-F238E27FC236}">
                  <a16:creationId xmlns:a16="http://schemas.microsoft.com/office/drawing/2014/main" id="{ED7493B5-DA73-EA4C-B6E5-7AD041324363}"/>
                </a:ext>
              </a:extLst>
            </p:cNvPr>
            <p:cNvSpPr/>
            <p:nvPr/>
          </p:nvSpPr>
          <p:spPr>
            <a:xfrm>
              <a:off x="10427738" y="4473418"/>
              <a:ext cx="183390" cy="98951"/>
            </a:xfrm>
            <a:custGeom>
              <a:avLst/>
              <a:gdLst>
                <a:gd name="connsiteX0" fmla="*/ 161026 w 183390"/>
                <a:gd name="connsiteY0" fmla="*/ 56818 h 98951"/>
                <a:gd name="connsiteX1" fmla="*/ 156553 w 183390"/>
                <a:gd name="connsiteY1" fmla="*/ 57456 h 98951"/>
                <a:gd name="connsiteX2" fmla="*/ 153997 w 183390"/>
                <a:gd name="connsiteY2" fmla="*/ 58733 h 98951"/>
                <a:gd name="connsiteX3" fmla="*/ 146330 w 183390"/>
                <a:gd name="connsiteY3" fmla="*/ 58733 h 98951"/>
                <a:gd name="connsiteX4" fmla="*/ 144412 w 183390"/>
                <a:gd name="connsiteY4" fmla="*/ 49795 h 98951"/>
                <a:gd name="connsiteX5" fmla="*/ 144412 w 183390"/>
                <a:gd name="connsiteY5" fmla="*/ 49157 h 98951"/>
                <a:gd name="connsiteX6" fmla="*/ 145051 w 183390"/>
                <a:gd name="connsiteY6" fmla="*/ 43411 h 98951"/>
                <a:gd name="connsiteX7" fmla="*/ 102239 w 183390"/>
                <a:gd name="connsiteY7" fmla="*/ 0 h 98951"/>
                <a:gd name="connsiteX8" fmla="*/ 58787 w 183390"/>
                <a:gd name="connsiteY8" fmla="*/ 34474 h 98951"/>
                <a:gd name="connsiteX9" fmla="*/ 54953 w 183390"/>
                <a:gd name="connsiteY9" fmla="*/ 38943 h 98951"/>
                <a:gd name="connsiteX10" fmla="*/ 49202 w 183390"/>
                <a:gd name="connsiteY10" fmla="*/ 38304 h 98951"/>
                <a:gd name="connsiteX11" fmla="*/ 33227 w 183390"/>
                <a:gd name="connsiteY11" fmla="*/ 32559 h 98951"/>
                <a:gd name="connsiteX12" fmla="*/ 0 w 183390"/>
                <a:gd name="connsiteY12" fmla="*/ 65755 h 98951"/>
                <a:gd name="connsiteX13" fmla="*/ 33227 w 183390"/>
                <a:gd name="connsiteY13" fmla="*/ 98952 h 98951"/>
                <a:gd name="connsiteX14" fmla="*/ 161665 w 183390"/>
                <a:gd name="connsiteY14" fmla="*/ 98952 h 98951"/>
                <a:gd name="connsiteX15" fmla="*/ 183391 w 183390"/>
                <a:gd name="connsiteY15" fmla="*/ 77246 h 98951"/>
                <a:gd name="connsiteX16" fmla="*/ 161026 w 183390"/>
                <a:gd name="connsiteY16" fmla="*/ 56818 h 9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3390" h="98951">
                  <a:moveTo>
                    <a:pt x="161026" y="56818"/>
                  </a:moveTo>
                  <a:cubicBezTo>
                    <a:pt x="159110" y="56818"/>
                    <a:pt x="157831" y="56818"/>
                    <a:pt x="156553" y="57456"/>
                  </a:cubicBezTo>
                  <a:cubicBezTo>
                    <a:pt x="155915" y="57456"/>
                    <a:pt x="155275" y="58094"/>
                    <a:pt x="153997" y="58733"/>
                  </a:cubicBezTo>
                  <a:cubicBezTo>
                    <a:pt x="152080" y="60648"/>
                    <a:pt x="148246" y="60648"/>
                    <a:pt x="146330" y="58733"/>
                  </a:cubicBezTo>
                  <a:cubicBezTo>
                    <a:pt x="142495" y="56179"/>
                    <a:pt x="143774" y="51710"/>
                    <a:pt x="144412" y="49795"/>
                  </a:cubicBezTo>
                  <a:lnTo>
                    <a:pt x="144412" y="49157"/>
                  </a:lnTo>
                  <a:cubicBezTo>
                    <a:pt x="144412" y="47880"/>
                    <a:pt x="145051" y="45965"/>
                    <a:pt x="145051" y="43411"/>
                  </a:cubicBezTo>
                  <a:cubicBezTo>
                    <a:pt x="145051" y="19791"/>
                    <a:pt x="125881" y="639"/>
                    <a:pt x="102239" y="0"/>
                  </a:cubicBezTo>
                  <a:cubicBezTo>
                    <a:pt x="81791" y="0"/>
                    <a:pt x="63261" y="14683"/>
                    <a:pt x="58787" y="34474"/>
                  </a:cubicBezTo>
                  <a:cubicBezTo>
                    <a:pt x="58148" y="36389"/>
                    <a:pt x="56871" y="38304"/>
                    <a:pt x="54953" y="38943"/>
                  </a:cubicBezTo>
                  <a:cubicBezTo>
                    <a:pt x="53036" y="39581"/>
                    <a:pt x="50481" y="39581"/>
                    <a:pt x="49202" y="38304"/>
                  </a:cubicBezTo>
                  <a:cubicBezTo>
                    <a:pt x="44091" y="34474"/>
                    <a:pt x="39617" y="32559"/>
                    <a:pt x="33227" y="32559"/>
                  </a:cubicBezTo>
                  <a:cubicBezTo>
                    <a:pt x="14696" y="32559"/>
                    <a:pt x="0" y="47242"/>
                    <a:pt x="0" y="65755"/>
                  </a:cubicBezTo>
                  <a:cubicBezTo>
                    <a:pt x="0" y="84269"/>
                    <a:pt x="14696" y="98952"/>
                    <a:pt x="33227" y="98952"/>
                  </a:cubicBezTo>
                  <a:lnTo>
                    <a:pt x="161665" y="98952"/>
                  </a:lnTo>
                  <a:cubicBezTo>
                    <a:pt x="173806" y="98952"/>
                    <a:pt x="183391" y="89376"/>
                    <a:pt x="183391" y="77246"/>
                  </a:cubicBezTo>
                  <a:cubicBezTo>
                    <a:pt x="182752" y="66394"/>
                    <a:pt x="173167" y="56818"/>
                    <a:pt x="161026" y="56818"/>
                  </a:cubicBezTo>
                  <a:close/>
                </a:path>
              </a:pathLst>
            </a:custGeom>
            <a:solidFill>
              <a:srgbClr val="43B02A"/>
            </a:solidFill>
            <a:ln w="6390" cap="flat">
              <a:noFill/>
              <a:prstDash val="solid"/>
              <a:miter/>
            </a:ln>
          </p:spPr>
          <p:txBody>
            <a:bodyPr rtlCol="0" anchor="ctr"/>
            <a:lstStyle/>
            <a:p>
              <a:endParaRPr lang="en-US"/>
            </a:p>
          </p:txBody>
        </p:sp>
        <p:sp>
          <p:nvSpPr>
            <p:cNvPr id="531" name="Graphic 6">
              <a:extLst>
                <a:ext uri="{FF2B5EF4-FFF2-40B4-BE49-F238E27FC236}">
                  <a16:creationId xmlns:a16="http://schemas.microsoft.com/office/drawing/2014/main" id="{266DF487-4B2C-9F47-9194-B759F5F70223}"/>
                </a:ext>
              </a:extLst>
            </p:cNvPr>
            <p:cNvSpPr/>
            <p:nvPr/>
          </p:nvSpPr>
          <p:spPr>
            <a:xfrm>
              <a:off x="10447547" y="4458097"/>
              <a:ext cx="48563" cy="39580"/>
            </a:xfrm>
            <a:custGeom>
              <a:avLst/>
              <a:gdLst>
                <a:gd name="connsiteX0" fmla="*/ 28755 w 48563"/>
                <a:gd name="connsiteY0" fmla="*/ 39581 h 39580"/>
                <a:gd name="connsiteX1" fmla="*/ 48563 w 48563"/>
                <a:gd name="connsiteY1" fmla="*/ 14045 h 39580"/>
                <a:gd name="connsiteX2" fmla="*/ 25560 w 48563"/>
                <a:gd name="connsiteY2" fmla="*/ 0 h 39580"/>
                <a:gd name="connsiteX3" fmla="*/ 0 w 48563"/>
                <a:gd name="connsiteY3" fmla="*/ 25536 h 39580"/>
                <a:gd name="connsiteX4" fmla="*/ 3195 w 48563"/>
                <a:gd name="connsiteY4" fmla="*/ 37027 h 39580"/>
                <a:gd name="connsiteX5" fmla="*/ 13419 w 48563"/>
                <a:gd name="connsiteY5" fmla="*/ 35750 h 39580"/>
                <a:gd name="connsiteX6" fmla="*/ 28755 w 48563"/>
                <a:gd name="connsiteY6" fmla="*/ 39581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563" h="39580">
                  <a:moveTo>
                    <a:pt x="28755" y="39581"/>
                  </a:moveTo>
                  <a:cubicBezTo>
                    <a:pt x="32589" y="29366"/>
                    <a:pt x="39617" y="20429"/>
                    <a:pt x="48563" y="14045"/>
                  </a:cubicBezTo>
                  <a:cubicBezTo>
                    <a:pt x="44091" y="5745"/>
                    <a:pt x="35783" y="0"/>
                    <a:pt x="25560" y="0"/>
                  </a:cubicBezTo>
                  <a:cubicBezTo>
                    <a:pt x="11502" y="0"/>
                    <a:pt x="0" y="11491"/>
                    <a:pt x="0" y="25536"/>
                  </a:cubicBezTo>
                  <a:cubicBezTo>
                    <a:pt x="0" y="29366"/>
                    <a:pt x="1278" y="33835"/>
                    <a:pt x="3195" y="37027"/>
                  </a:cubicBezTo>
                  <a:cubicBezTo>
                    <a:pt x="6390" y="36389"/>
                    <a:pt x="9585" y="35750"/>
                    <a:pt x="13419" y="35750"/>
                  </a:cubicBezTo>
                  <a:cubicBezTo>
                    <a:pt x="19170" y="36389"/>
                    <a:pt x="24282" y="37665"/>
                    <a:pt x="28755" y="39581"/>
                  </a:cubicBezTo>
                  <a:close/>
                </a:path>
              </a:pathLst>
            </a:custGeom>
            <a:solidFill>
              <a:srgbClr val="43B02A"/>
            </a:solidFill>
            <a:ln w="6390" cap="flat">
              <a:noFill/>
              <a:prstDash val="solid"/>
              <a:miter/>
            </a:ln>
          </p:spPr>
          <p:txBody>
            <a:bodyPr rtlCol="0" anchor="ctr"/>
            <a:lstStyle/>
            <a:p>
              <a:endParaRPr lang="en-US"/>
            </a:p>
          </p:txBody>
        </p:sp>
        <p:sp>
          <p:nvSpPr>
            <p:cNvPr id="532" name="Graphic 6">
              <a:extLst>
                <a:ext uri="{FF2B5EF4-FFF2-40B4-BE49-F238E27FC236}">
                  <a16:creationId xmlns:a16="http://schemas.microsoft.com/office/drawing/2014/main" id="{825CFC59-F7ED-5643-8331-CB8F4D45D6A0}"/>
                </a:ext>
              </a:extLst>
            </p:cNvPr>
            <p:cNvSpPr/>
            <p:nvPr/>
          </p:nvSpPr>
          <p:spPr>
            <a:xfrm>
              <a:off x="10323582" y="431062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181474 w 362309"/>
                <a:gd name="connsiteY4" fmla="*/ 0 h 361971"/>
                <a:gd name="connsiteX5" fmla="*/ 190420 w 362309"/>
                <a:gd name="connsiteY5" fmla="*/ 123211 h 361971"/>
                <a:gd name="connsiteX6" fmla="*/ 201922 w 362309"/>
                <a:gd name="connsiteY6" fmla="*/ 111720 h 361971"/>
                <a:gd name="connsiteX7" fmla="*/ 210868 w 362309"/>
                <a:gd name="connsiteY7" fmla="*/ 111720 h 361971"/>
                <a:gd name="connsiteX8" fmla="*/ 210868 w 362309"/>
                <a:gd name="connsiteY8" fmla="*/ 120657 h 361971"/>
                <a:gd name="connsiteX9" fmla="*/ 199367 w 362309"/>
                <a:gd name="connsiteY9" fmla="*/ 132149 h 361971"/>
                <a:gd name="connsiteX10" fmla="*/ 194893 w 362309"/>
                <a:gd name="connsiteY10" fmla="*/ 134064 h 361971"/>
                <a:gd name="connsiteX11" fmla="*/ 190420 w 362309"/>
                <a:gd name="connsiteY11" fmla="*/ 132149 h 361971"/>
                <a:gd name="connsiteX12" fmla="*/ 190420 w 362309"/>
                <a:gd name="connsiteY12" fmla="*/ 123211 h 361971"/>
                <a:gd name="connsiteX13" fmla="*/ 143135 w 362309"/>
                <a:gd name="connsiteY13" fmla="*/ 93206 h 361971"/>
                <a:gd name="connsiteX14" fmla="*/ 149525 w 362309"/>
                <a:gd name="connsiteY14" fmla="*/ 86822 h 361971"/>
                <a:gd name="connsiteX15" fmla="*/ 155915 w 362309"/>
                <a:gd name="connsiteY15" fmla="*/ 93206 h 361971"/>
                <a:gd name="connsiteX16" fmla="*/ 155915 w 362309"/>
                <a:gd name="connsiteY16" fmla="*/ 109166 h 361971"/>
                <a:gd name="connsiteX17" fmla="*/ 149525 w 362309"/>
                <a:gd name="connsiteY17" fmla="*/ 115550 h 361971"/>
                <a:gd name="connsiteX18" fmla="*/ 143135 w 362309"/>
                <a:gd name="connsiteY18" fmla="*/ 109166 h 361971"/>
                <a:gd name="connsiteX19" fmla="*/ 143135 w 362309"/>
                <a:gd name="connsiteY19" fmla="*/ 93206 h 361971"/>
                <a:gd name="connsiteX20" fmla="*/ 88181 w 362309"/>
                <a:gd name="connsiteY20" fmla="*/ 111720 h 361971"/>
                <a:gd name="connsiteX21" fmla="*/ 97128 w 362309"/>
                <a:gd name="connsiteY21" fmla="*/ 111720 h 361971"/>
                <a:gd name="connsiteX22" fmla="*/ 108629 w 362309"/>
                <a:gd name="connsiteY22" fmla="*/ 123211 h 361971"/>
                <a:gd name="connsiteX23" fmla="*/ 108629 w 362309"/>
                <a:gd name="connsiteY23" fmla="*/ 132149 h 361971"/>
                <a:gd name="connsiteX24" fmla="*/ 104156 w 362309"/>
                <a:gd name="connsiteY24" fmla="*/ 134064 h 361971"/>
                <a:gd name="connsiteX25" fmla="*/ 99683 w 362309"/>
                <a:gd name="connsiteY25" fmla="*/ 132149 h 361971"/>
                <a:gd name="connsiteX26" fmla="*/ 88181 w 362309"/>
                <a:gd name="connsiteY26" fmla="*/ 120657 h 361971"/>
                <a:gd name="connsiteX27" fmla="*/ 88181 w 362309"/>
                <a:gd name="connsiteY27" fmla="*/ 111720 h 361971"/>
                <a:gd name="connsiteX28" fmla="*/ 84986 w 362309"/>
                <a:gd name="connsiteY28" fmla="*/ 179390 h 361971"/>
                <a:gd name="connsiteX29" fmla="*/ 69012 w 362309"/>
                <a:gd name="connsiteY29" fmla="*/ 179390 h 361971"/>
                <a:gd name="connsiteX30" fmla="*/ 62622 w 362309"/>
                <a:gd name="connsiteY30" fmla="*/ 173006 h 361971"/>
                <a:gd name="connsiteX31" fmla="*/ 69012 w 362309"/>
                <a:gd name="connsiteY31" fmla="*/ 166622 h 361971"/>
                <a:gd name="connsiteX32" fmla="*/ 84986 w 362309"/>
                <a:gd name="connsiteY32" fmla="*/ 166622 h 361971"/>
                <a:gd name="connsiteX33" fmla="*/ 91376 w 362309"/>
                <a:gd name="connsiteY33" fmla="*/ 173006 h 361971"/>
                <a:gd name="connsiteX34" fmla="*/ 84986 w 362309"/>
                <a:gd name="connsiteY34" fmla="*/ 179390 h 361971"/>
                <a:gd name="connsiteX35" fmla="*/ 265182 w 362309"/>
                <a:gd name="connsiteY35" fmla="*/ 275788 h 361971"/>
                <a:gd name="connsiteX36" fmla="*/ 136745 w 362309"/>
                <a:gd name="connsiteY36" fmla="*/ 275788 h 361971"/>
                <a:gd name="connsiteX37" fmla="*/ 90738 w 362309"/>
                <a:gd name="connsiteY37" fmla="*/ 229823 h 361971"/>
                <a:gd name="connsiteX38" fmla="*/ 114380 w 362309"/>
                <a:gd name="connsiteY38" fmla="*/ 189604 h 361971"/>
                <a:gd name="connsiteX39" fmla="*/ 110546 w 362309"/>
                <a:gd name="connsiteY39" fmla="*/ 173006 h 361971"/>
                <a:gd name="connsiteX40" fmla="*/ 148886 w 362309"/>
                <a:gd name="connsiteY40" fmla="*/ 134702 h 361971"/>
                <a:gd name="connsiteX41" fmla="*/ 182752 w 362309"/>
                <a:gd name="connsiteY41" fmla="*/ 155769 h 361971"/>
                <a:gd name="connsiteX42" fmla="*/ 205756 w 362309"/>
                <a:gd name="connsiteY42" fmla="*/ 150662 h 361971"/>
                <a:gd name="connsiteX43" fmla="*/ 261349 w 362309"/>
                <a:gd name="connsiteY43" fmla="*/ 206841 h 361971"/>
                <a:gd name="connsiteX44" fmla="*/ 261349 w 362309"/>
                <a:gd name="connsiteY44" fmla="*/ 207479 h 361971"/>
                <a:gd name="connsiteX45" fmla="*/ 264544 w 362309"/>
                <a:gd name="connsiteY45" fmla="*/ 207479 h 361971"/>
                <a:gd name="connsiteX46" fmla="*/ 299049 w 362309"/>
                <a:gd name="connsiteY46" fmla="*/ 241953 h 361971"/>
                <a:gd name="connsiteX47" fmla="*/ 265182 w 362309"/>
                <a:gd name="connsiteY47" fmla="*/ 27578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81077"/>
                    <a:pt x="281796" y="0"/>
                    <a:pt x="181474" y="0"/>
                  </a:cubicBezTo>
                  <a:close/>
                  <a:moveTo>
                    <a:pt x="190420" y="123211"/>
                  </a:moveTo>
                  <a:lnTo>
                    <a:pt x="201922" y="111720"/>
                  </a:lnTo>
                  <a:cubicBezTo>
                    <a:pt x="204478" y="109166"/>
                    <a:pt x="208312" y="109166"/>
                    <a:pt x="210868" y="111720"/>
                  </a:cubicBezTo>
                  <a:cubicBezTo>
                    <a:pt x="213424" y="114273"/>
                    <a:pt x="213424" y="118104"/>
                    <a:pt x="210868" y="120657"/>
                  </a:cubicBezTo>
                  <a:lnTo>
                    <a:pt x="199367" y="132149"/>
                  </a:lnTo>
                  <a:cubicBezTo>
                    <a:pt x="198088" y="133425"/>
                    <a:pt x="196172" y="134064"/>
                    <a:pt x="194893" y="134064"/>
                  </a:cubicBezTo>
                  <a:cubicBezTo>
                    <a:pt x="192977" y="134064"/>
                    <a:pt x="191698" y="133425"/>
                    <a:pt x="190420" y="132149"/>
                  </a:cubicBezTo>
                  <a:cubicBezTo>
                    <a:pt x="187864" y="130233"/>
                    <a:pt x="187864" y="125765"/>
                    <a:pt x="190420" y="123211"/>
                  </a:cubicBezTo>
                  <a:close/>
                  <a:moveTo>
                    <a:pt x="143135" y="93206"/>
                  </a:moveTo>
                  <a:cubicBezTo>
                    <a:pt x="143135" y="89376"/>
                    <a:pt x="145691" y="86822"/>
                    <a:pt x="149525" y="86822"/>
                  </a:cubicBezTo>
                  <a:cubicBezTo>
                    <a:pt x="153358" y="86822"/>
                    <a:pt x="155915" y="89376"/>
                    <a:pt x="155915" y="93206"/>
                  </a:cubicBezTo>
                  <a:lnTo>
                    <a:pt x="155915" y="109166"/>
                  </a:lnTo>
                  <a:cubicBezTo>
                    <a:pt x="155915" y="112997"/>
                    <a:pt x="153358" y="115550"/>
                    <a:pt x="149525" y="115550"/>
                  </a:cubicBezTo>
                  <a:cubicBezTo>
                    <a:pt x="145691" y="115550"/>
                    <a:pt x="143135" y="112997"/>
                    <a:pt x="143135" y="109166"/>
                  </a:cubicBezTo>
                  <a:lnTo>
                    <a:pt x="143135" y="93206"/>
                  </a:lnTo>
                  <a:close/>
                  <a:moveTo>
                    <a:pt x="88181" y="111720"/>
                  </a:moveTo>
                  <a:cubicBezTo>
                    <a:pt x="90738" y="109166"/>
                    <a:pt x="94571" y="109166"/>
                    <a:pt x="97128" y="111720"/>
                  </a:cubicBezTo>
                  <a:lnTo>
                    <a:pt x="108629" y="123211"/>
                  </a:lnTo>
                  <a:cubicBezTo>
                    <a:pt x="111185" y="125765"/>
                    <a:pt x="111185" y="129595"/>
                    <a:pt x="108629" y="132149"/>
                  </a:cubicBezTo>
                  <a:cubicBezTo>
                    <a:pt x="107351" y="133425"/>
                    <a:pt x="105434" y="134064"/>
                    <a:pt x="104156" y="134064"/>
                  </a:cubicBezTo>
                  <a:cubicBezTo>
                    <a:pt x="102878" y="134064"/>
                    <a:pt x="100961" y="133425"/>
                    <a:pt x="99683" y="132149"/>
                  </a:cubicBezTo>
                  <a:lnTo>
                    <a:pt x="88181" y="120657"/>
                  </a:lnTo>
                  <a:cubicBezTo>
                    <a:pt x="85625" y="118742"/>
                    <a:pt x="85625" y="114273"/>
                    <a:pt x="88181" y="111720"/>
                  </a:cubicBezTo>
                  <a:close/>
                  <a:moveTo>
                    <a:pt x="84986" y="179390"/>
                  </a:moveTo>
                  <a:lnTo>
                    <a:pt x="69012" y="179390"/>
                  </a:lnTo>
                  <a:cubicBezTo>
                    <a:pt x="65178" y="179390"/>
                    <a:pt x="62622" y="176836"/>
                    <a:pt x="62622" y="173006"/>
                  </a:cubicBezTo>
                  <a:cubicBezTo>
                    <a:pt x="62622" y="169176"/>
                    <a:pt x="65178" y="166622"/>
                    <a:pt x="69012" y="166622"/>
                  </a:cubicBezTo>
                  <a:lnTo>
                    <a:pt x="84986" y="166622"/>
                  </a:lnTo>
                  <a:cubicBezTo>
                    <a:pt x="88820" y="166622"/>
                    <a:pt x="91376" y="169176"/>
                    <a:pt x="91376" y="173006"/>
                  </a:cubicBezTo>
                  <a:cubicBezTo>
                    <a:pt x="91376" y="176836"/>
                    <a:pt x="88820" y="179390"/>
                    <a:pt x="84986" y="179390"/>
                  </a:cubicBezTo>
                  <a:close/>
                  <a:moveTo>
                    <a:pt x="265182" y="275788"/>
                  </a:moveTo>
                  <a:lnTo>
                    <a:pt x="136745" y="275788"/>
                  </a:lnTo>
                  <a:cubicBezTo>
                    <a:pt x="111185" y="275788"/>
                    <a:pt x="90738" y="255359"/>
                    <a:pt x="90738" y="229823"/>
                  </a:cubicBezTo>
                  <a:cubicBezTo>
                    <a:pt x="90738" y="212587"/>
                    <a:pt x="100322" y="197265"/>
                    <a:pt x="114380" y="189604"/>
                  </a:cubicBezTo>
                  <a:cubicBezTo>
                    <a:pt x="111824" y="184497"/>
                    <a:pt x="110546" y="178752"/>
                    <a:pt x="110546" y="173006"/>
                  </a:cubicBezTo>
                  <a:cubicBezTo>
                    <a:pt x="110546" y="151939"/>
                    <a:pt x="127799" y="134702"/>
                    <a:pt x="148886" y="134702"/>
                  </a:cubicBezTo>
                  <a:cubicBezTo>
                    <a:pt x="163582" y="134702"/>
                    <a:pt x="176362" y="143001"/>
                    <a:pt x="182752" y="155769"/>
                  </a:cubicBezTo>
                  <a:cubicBezTo>
                    <a:pt x="189782" y="152577"/>
                    <a:pt x="197449" y="150662"/>
                    <a:pt x="205756" y="150662"/>
                  </a:cubicBezTo>
                  <a:cubicBezTo>
                    <a:pt x="236428" y="150662"/>
                    <a:pt x="261349" y="175560"/>
                    <a:pt x="261349" y="206841"/>
                  </a:cubicBezTo>
                  <a:cubicBezTo>
                    <a:pt x="261349" y="206841"/>
                    <a:pt x="261349" y="206841"/>
                    <a:pt x="261349" y="207479"/>
                  </a:cubicBezTo>
                  <a:cubicBezTo>
                    <a:pt x="262626" y="207479"/>
                    <a:pt x="263905" y="207479"/>
                    <a:pt x="264544" y="207479"/>
                  </a:cubicBezTo>
                  <a:cubicBezTo>
                    <a:pt x="283713" y="207479"/>
                    <a:pt x="299049" y="222801"/>
                    <a:pt x="299049" y="241953"/>
                  </a:cubicBezTo>
                  <a:cubicBezTo>
                    <a:pt x="299688" y="260467"/>
                    <a:pt x="284352" y="275788"/>
                    <a:pt x="265182" y="275788"/>
                  </a:cubicBezTo>
                  <a:close/>
                </a:path>
              </a:pathLst>
            </a:custGeom>
            <a:solidFill>
              <a:srgbClr val="43B02A"/>
            </a:solidFill>
            <a:ln w="6390" cap="flat">
              <a:noFill/>
              <a:prstDash val="solid"/>
              <a:miter/>
            </a:ln>
          </p:spPr>
          <p:txBody>
            <a:bodyPr rtlCol="0" anchor="ctr"/>
            <a:lstStyle/>
            <a:p>
              <a:endParaRPr lang="en-US"/>
            </a:p>
          </p:txBody>
        </p:sp>
      </p:grpSp>
      <p:grpSp>
        <p:nvGrpSpPr>
          <p:cNvPr id="533" name="Graphic 6">
            <a:extLst>
              <a:ext uri="{FF2B5EF4-FFF2-40B4-BE49-F238E27FC236}">
                <a16:creationId xmlns:a16="http://schemas.microsoft.com/office/drawing/2014/main" id="{8FD322A8-8B95-3848-ABC5-93061182CA77}"/>
              </a:ext>
            </a:extLst>
          </p:cNvPr>
          <p:cNvGrpSpPr/>
          <p:nvPr/>
        </p:nvGrpSpPr>
        <p:grpSpPr>
          <a:xfrm>
            <a:off x="4046108" y="916902"/>
            <a:ext cx="362309" cy="361971"/>
            <a:chOff x="4046108" y="916902"/>
            <a:chExt cx="362309" cy="361971"/>
          </a:xfrm>
          <a:solidFill>
            <a:srgbClr val="046A38"/>
          </a:solidFill>
        </p:grpSpPr>
        <p:sp>
          <p:nvSpPr>
            <p:cNvPr id="534" name="Graphic 6">
              <a:extLst>
                <a:ext uri="{FF2B5EF4-FFF2-40B4-BE49-F238E27FC236}">
                  <a16:creationId xmlns:a16="http://schemas.microsoft.com/office/drawing/2014/main" id="{BC750A4D-38F5-CD40-8F13-394457F94601}"/>
                </a:ext>
              </a:extLst>
            </p:cNvPr>
            <p:cNvSpPr/>
            <p:nvPr/>
          </p:nvSpPr>
          <p:spPr>
            <a:xfrm>
              <a:off x="4260171" y="1062457"/>
              <a:ext cx="3833" cy="3830"/>
            </a:xfrm>
            <a:custGeom>
              <a:avLst/>
              <a:gdLst>
                <a:gd name="connsiteX0" fmla="*/ 1917 w 3833"/>
                <a:gd name="connsiteY0" fmla="*/ 3830 h 3830"/>
                <a:gd name="connsiteX1" fmla="*/ 3834 w 3833"/>
                <a:gd name="connsiteY1" fmla="*/ 1915 h 3830"/>
                <a:gd name="connsiteX2" fmla="*/ 1917 w 3833"/>
                <a:gd name="connsiteY2" fmla="*/ 0 h 3830"/>
                <a:gd name="connsiteX3" fmla="*/ 0 w 3833"/>
                <a:gd name="connsiteY3" fmla="*/ 1915 h 3830"/>
                <a:gd name="connsiteX4" fmla="*/ 1917 w 3833"/>
                <a:gd name="connsiteY4" fmla="*/ 3830 h 3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3" h="3830">
                  <a:moveTo>
                    <a:pt x="1917" y="3830"/>
                  </a:moveTo>
                  <a:cubicBezTo>
                    <a:pt x="3195" y="3830"/>
                    <a:pt x="3834" y="3192"/>
                    <a:pt x="3834" y="1915"/>
                  </a:cubicBezTo>
                  <a:cubicBezTo>
                    <a:pt x="3834" y="638"/>
                    <a:pt x="3195" y="0"/>
                    <a:pt x="1917" y="0"/>
                  </a:cubicBezTo>
                  <a:cubicBezTo>
                    <a:pt x="639" y="0"/>
                    <a:pt x="0" y="638"/>
                    <a:pt x="0" y="1915"/>
                  </a:cubicBezTo>
                  <a:cubicBezTo>
                    <a:pt x="0" y="3192"/>
                    <a:pt x="639" y="3830"/>
                    <a:pt x="1917" y="3830"/>
                  </a:cubicBezTo>
                  <a:close/>
                </a:path>
              </a:pathLst>
            </a:custGeom>
            <a:solidFill>
              <a:srgbClr val="046A38"/>
            </a:solidFill>
            <a:ln w="6390" cap="flat">
              <a:noFill/>
              <a:prstDash val="solid"/>
              <a:miter/>
            </a:ln>
          </p:spPr>
          <p:txBody>
            <a:bodyPr rtlCol="0" anchor="ctr"/>
            <a:lstStyle/>
            <a:p>
              <a:endParaRPr lang="en-US"/>
            </a:p>
          </p:txBody>
        </p:sp>
        <p:sp>
          <p:nvSpPr>
            <p:cNvPr id="535" name="Graphic 6">
              <a:extLst>
                <a:ext uri="{FF2B5EF4-FFF2-40B4-BE49-F238E27FC236}">
                  <a16:creationId xmlns:a16="http://schemas.microsoft.com/office/drawing/2014/main" id="{77166433-E0ED-6340-9EFC-7BCAB5415C25}"/>
                </a:ext>
              </a:extLst>
            </p:cNvPr>
            <p:cNvSpPr/>
            <p:nvPr/>
          </p:nvSpPr>
          <p:spPr>
            <a:xfrm>
              <a:off x="4161765" y="1000532"/>
              <a:ext cx="17252" cy="16598"/>
            </a:xfrm>
            <a:custGeom>
              <a:avLst/>
              <a:gdLst>
                <a:gd name="connsiteX0" fmla="*/ 17253 w 17252"/>
                <a:gd name="connsiteY0" fmla="*/ 3192 h 16598"/>
                <a:gd name="connsiteX1" fmla="*/ 0 w 17252"/>
                <a:gd name="connsiteY1" fmla="*/ 0 h 16598"/>
                <a:gd name="connsiteX2" fmla="*/ 5751 w 17252"/>
                <a:gd name="connsiteY2" fmla="*/ 16598 h 16598"/>
                <a:gd name="connsiteX3" fmla="*/ 17253 w 17252"/>
                <a:gd name="connsiteY3" fmla="*/ 3192 h 16598"/>
              </a:gdLst>
              <a:ahLst/>
              <a:cxnLst>
                <a:cxn ang="0">
                  <a:pos x="connsiteX0" y="connsiteY0"/>
                </a:cxn>
                <a:cxn ang="0">
                  <a:pos x="connsiteX1" y="connsiteY1"/>
                </a:cxn>
                <a:cxn ang="0">
                  <a:pos x="connsiteX2" y="connsiteY2"/>
                </a:cxn>
                <a:cxn ang="0">
                  <a:pos x="connsiteX3" y="connsiteY3"/>
                </a:cxn>
              </a:cxnLst>
              <a:rect l="l" t="t" r="r" b="b"/>
              <a:pathLst>
                <a:path w="17252" h="16598">
                  <a:moveTo>
                    <a:pt x="17253" y="3192"/>
                  </a:moveTo>
                  <a:lnTo>
                    <a:pt x="0" y="0"/>
                  </a:lnTo>
                  <a:lnTo>
                    <a:pt x="5751" y="16598"/>
                  </a:lnTo>
                  <a:cubicBezTo>
                    <a:pt x="8946" y="11491"/>
                    <a:pt x="12780" y="7022"/>
                    <a:pt x="17253" y="3192"/>
                  </a:cubicBezTo>
                  <a:close/>
                </a:path>
              </a:pathLst>
            </a:custGeom>
            <a:solidFill>
              <a:srgbClr val="046A38"/>
            </a:solidFill>
            <a:ln w="6390" cap="flat">
              <a:noFill/>
              <a:prstDash val="solid"/>
              <a:miter/>
            </a:ln>
          </p:spPr>
          <p:txBody>
            <a:bodyPr rtlCol="0" anchor="ctr"/>
            <a:lstStyle/>
            <a:p>
              <a:endParaRPr lang="en-US"/>
            </a:p>
          </p:txBody>
        </p:sp>
        <p:sp>
          <p:nvSpPr>
            <p:cNvPr id="536" name="Graphic 6">
              <a:extLst>
                <a:ext uri="{FF2B5EF4-FFF2-40B4-BE49-F238E27FC236}">
                  <a16:creationId xmlns:a16="http://schemas.microsoft.com/office/drawing/2014/main" id="{6C12C189-45C3-9142-98D1-DD3430198968}"/>
                </a:ext>
              </a:extLst>
            </p:cNvPr>
            <p:cNvSpPr/>
            <p:nvPr/>
          </p:nvSpPr>
          <p:spPr>
            <a:xfrm>
              <a:off x="4168155" y="1032452"/>
              <a:ext cx="121408" cy="89375"/>
            </a:xfrm>
            <a:custGeom>
              <a:avLst/>
              <a:gdLst>
                <a:gd name="connsiteX0" fmla="*/ 121409 w 121408"/>
                <a:gd name="connsiteY0" fmla="*/ 27451 h 89375"/>
                <a:gd name="connsiteX1" fmla="*/ 93932 w 121408"/>
                <a:gd name="connsiteY1" fmla="*/ 0 h 89375"/>
                <a:gd name="connsiteX2" fmla="*/ 66456 w 121408"/>
                <a:gd name="connsiteY2" fmla="*/ 27451 h 89375"/>
                <a:gd name="connsiteX3" fmla="*/ 73484 w 121408"/>
                <a:gd name="connsiteY3" fmla="*/ 45965 h 89375"/>
                <a:gd name="connsiteX4" fmla="*/ 74124 w 121408"/>
                <a:gd name="connsiteY4" fmla="*/ 47241 h 89375"/>
                <a:gd name="connsiteX5" fmla="*/ 74762 w 121408"/>
                <a:gd name="connsiteY5" fmla="*/ 48518 h 89375"/>
                <a:gd name="connsiteX6" fmla="*/ 74762 w 121408"/>
                <a:gd name="connsiteY6" fmla="*/ 49795 h 89375"/>
                <a:gd name="connsiteX7" fmla="*/ 74762 w 121408"/>
                <a:gd name="connsiteY7" fmla="*/ 51072 h 89375"/>
                <a:gd name="connsiteX8" fmla="*/ 74762 w 121408"/>
                <a:gd name="connsiteY8" fmla="*/ 52349 h 89375"/>
                <a:gd name="connsiteX9" fmla="*/ 74762 w 121408"/>
                <a:gd name="connsiteY9" fmla="*/ 53625 h 89375"/>
                <a:gd name="connsiteX10" fmla="*/ 74124 w 121408"/>
                <a:gd name="connsiteY10" fmla="*/ 54902 h 89375"/>
                <a:gd name="connsiteX11" fmla="*/ 73484 w 121408"/>
                <a:gd name="connsiteY11" fmla="*/ 55541 h 89375"/>
                <a:gd name="connsiteX12" fmla="*/ 65177 w 121408"/>
                <a:gd name="connsiteY12" fmla="*/ 63840 h 89375"/>
                <a:gd name="connsiteX13" fmla="*/ 60704 w 121408"/>
                <a:gd name="connsiteY13" fmla="*/ 65755 h 89375"/>
                <a:gd name="connsiteX14" fmla="*/ 56231 w 121408"/>
                <a:gd name="connsiteY14" fmla="*/ 63840 h 89375"/>
                <a:gd name="connsiteX15" fmla="*/ 47925 w 121408"/>
                <a:gd name="connsiteY15" fmla="*/ 55541 h 89375"/>
                <a:gd name="connsiteX16" fmla="*/ 47286 w 121408"/>
                <a:gd name="connsiteY16" fmla="*/ 54902 h 89375"/>
                <a:gd name="connsiteX17" fmla="*/ 46646 w 121408"/>
                <a:gd name="connsiteY17" fmla="*/ 53625 h 89375"/>
                <a:gd name="connsiteX18" fmla="*/ 46646 w 121408"/>
                <a:gd name="connsiteY18" fmla="*/ 52349 h 89375"/>
                <a:gd name="connsiteX19" fmla="*/ 46646 w 121408"/>
                <a:gd name="connsiteY19" fmla="*/ 51072 h 89375"/>
                <a:gd name="connsiteX20" fmla="*/ 46646 w 121408"/>
                <a:gd name="connsiteY20" fmla="*/ 49795 h 89375"/>
                <a:gd name="connsiteX21" fmla="*/ 46646 w 121408"/>
                <a:gd name="connsiteY21" fmla="*/ 48518 h 89375"/>
                <a:gd name="connsiteX22" fmla="*/ 47286 w 121408"/>
                <a:gd name="connsiteY22" fmla="*/ 47241 h 89375"/>
                <a:gd name="connsiteX23" fmla="*/ 47925 w 121408"/>
                <a:gd name="connsiteY23" fmla="*/ 45965 h 89375"/>
                <a:gd name="connsiteX24" fmla="*/ 54954 w 121408"/>
                <a:gd name="connsiteY24" fmla="*/ 27451 h 89375"/>
                <a:gd name="connsiteX25" fmla="*/ 27477 w 121408"/>
                <a:gd name="connsiteY25" fmla="*/ 0 h 89375"/>
                <a:gd name="connsiteX26" fmla="*/ 0 w 121408"/>
                <a:gd name="connsiteY26" fmla="*/ 27451 h 89375"/>
                <a:gd name="connsiteX27" fmla="*/ 61982 w 121408"/>
                <a:gd name="connsiteY27" fmla="*/ 89376 h 89375"/>
                <a:gd name="connsiteX28" fmla="*/ 121409 w 121408"/>
                <a:gd name="connsiteY28" fmla="*/ 27451 h 89375"/>
                <a:gd name="connsiteX29" fmla="*/ 93932 w 121408"/>
                <a:gd name="connsiteY29" fmla="*/ 21067 h 89375"/>
                <a:gd name="connsiteX30" fmla="*/ 104795 w 121408"/>
                <a:gd name="connsiteY30" fmla="*/ 31920 h 89375"/>
                <a:gd name="connsiteX31" fmla="*/ 93932 w 121408"/>
                <a:gd name="connsiteY31" fmla="*/ 42773 h 89375"/>
                <a:gd name="connsiteX32" fmla="*/ 83069 w 121408"/>
                <a:gd name="connsiteY32" fmla="*/ 31920 h 89375"/>
                <a:gd name="connsiteX33" fmla="*/ 93932 w 121408"/>
                <a:gd name="connsiteY33" fmla="*/ 21067 h 89375"/>
                <a:gd name="connsiteX34" fmla="*/ 25560 w 121408"/>
                <a:gd name="connsiteY34" fmla="*/ 42134 h 89375"/>
                <a:gd name="connsiteX35" fmla="*/ 14697 w 121408"/>
                <a:gd name="connsiteY35" fmla="*/ 31281 h 89375"/>
                <a:gd name="connsiteX36" fmla="*/ 25560 w 121408"/>
                <a:gd name="connsiteY36" fmla="*/ 20429 h 89375"/>
                <a:gd name="connsiteX37" fmla="*/ 36423 w 121408"/>
                <a:gd name="connsiteY37" fmla="*/ 31281 h 89375"/>
                <a:gd name="connsiteX38" fmla="*/ 25560 w 121408"/>
                <a:gd name="connsiteY38" fmla="*/ 42134 h 89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1408" h="89375">
                  <a:moveTo>
                    <a:pt x="121409" y="27451"/>
                  </a:moveTo>
                  <a:cubicBezTo>
                    <a:pt x="121409" y="12130"/>
                    <a:pt x="109268" y="0"/>
                    <a:pt x="93932" y="0"/>
                  </a:cubicBezTo>
                  <a:cubicBezTo>
                    <a:pt x="78596" y="0"/>
                    <a:pt x="66456" y="12130"/>
                    <a:pt x="66456" y="27451"/>
                  </a:cubicBezTo>
                  <a:cubicBezTo>
                    <a:pt x="66456" y="34473"/>
                    <a:pt x="69011" y="40857"/>
                    <a:pt x="73484" y="45965"/>
                  </a:cubicBezTo>
                  <a:cubicBezTo>
                    <a:pt x="73484" y="45965"/>
                    <a:pt x="74124" y="46603"/>
                    <a:pt x="74124" y="47241"/>
                  </a:cubicBezTo>
                  <a:cubicBezTo>
                    <a:pt x="74124" y="47880"/>
                    <a:pt x="74762" y="47880"/>
                    <a:pt x="74762" y="48518"/>
                  </a:cubicBezTo>
                  <a:cubicBezTo>
                    <a:pt x="74762" y="49157"/>
                    <a:pt x="74762" y="49157"/>
                    <a:pt x="74762" y="49795"/>
                  </a:cubicBezTo>
                  <a:cubicBezTo>
                    <a:pt x="74762" y="50433"/>
                    <a:pt x="74762" y="50433"/>
                    <a:pt x="74762" y="51072"/>
                  </a:cubicBezTo>
                  <a:cubicBezTo>
                    <a:pt x="74762" y="51710"/>
                    <a:pt x="74762" y="51710"/>
                    <a:pt x="74762" y="52349"/>
                  </a:cubicBezTo>
                  <a:cubicBezTo>
                    <a:pt x="74762" y="52987"/>
                    <a:pt x="74762" y="52987"/>
                    <a:pt x="74762" y="53625"/>
                  </a:cubicBezTo>
                  <a:cubicBezTo>
                    <a:pt x="74762" y="54264"/>
                    <a:pt x="74124" y="54264"/>
                    <a:pt x="74124" y="54902"/>
                  </a:cubicBezTo>
                  <a:cubicBezTo>
                    <a:pt x="74124" y="54902"/>
                    <a:pt x="74124" y="55541"/>
                    <a:pt x="73484" y="55541"/>
                  </a:cubicBezTo>
                  <a:lnTo>
                    <a:pt x="65177" y="63840"/>
                  </a:lnTo>
                  <a:cubicBezTo>
                    <a:pt x="63899" y="65117"/>
                    <a:pt x="61982" y="65755"/>
                    <a:pt x="60704" y="65755"/>
                  </a:cubicBezTo>
                  <a:cubicBezTo>
                    <a:pt x="59426" y="65755"/>
                    <a:pt x="57509" y="65117"/>
                    <a:pt x="56231" y="63840"/>
                  </a:cubicBezTo>
                  <a:lnTo>
                    <a:pt x="47925" y="55541"/>
                  </a:lnTo>
                  <a:lnTo>
                    <a:pt x="47286" y="54902"/>
                  </a:lnTo>
                  <a:cubicBezTo>
                    <a:pt x="47286" y="54264"/>
                    <a:pt x="46646" y="54264"/>
                    <a:pt x="46646" y="53625"/>
                  </a:cubicBezTo>
                  <a:cubicBezTo>
                    <a:pt x="46646" y="52987"/>
                    <a:pt x="46646" y="52987"/>
                    <a:pt x="46646" y="52349"/>
                  </a:cubicBezTo>
                  <a:cubicBezTo>
                    <a:pt x="46646" y="51710"/>
                    <a:pt x="46646" y="51710"/>
                    <a:pt x="46646" y="51072"/>
                  </a:cubicBezTo>
                  <a:cubicBezTo>
                    <a:pt x="46646" y="50433"/>
                    <a:pt x="46646" y="50433"/>
                    <a:pt x="46646" y="49795"/>
                  </a:cubicBezTo>
                  <a:cubicBezTo>
                    <a:pt x="46646" y="49157"/>
                    <a:pt x="46646" y="49157"/>
                    <a:pt x="46646" y="48518"/>
                  </a:cubicBezTo>
                  <a:cubicBezTo>
                    <a:pt x="46646" y="47880"/>
                    <a:pt x="47286" y="47880"/>
                    <a:pt x="47286" y="47241"/>
                  </a:cubicBezTo>
                  <a:cubicBezTo>
                    <a:pt x="47286" y="46603"/>
                    <a:pt x="47925" y="46603"/>
                    <a:pt x="47925" y="45965"/>
                  </a:cubicBezTo>
                  <a:cubicBezTo>
                    <a:pt x="52398" y="40857"/>
                    <a:pt x="54954" y="34473"/>
                    <a:pt x="54954" y="27451"/>
                  </a:cubicBezTo>
                  <a:cubicBezTo>
                    <a:pt x="54954" y="12130"/>
                    <a:pt x="42813" y="0"/>
                    <a:pt x="27477" y="0"/>
                  </a:cubicBezTo>
                  <a:cubicBezTo>
                    <a:pt x="12141" y="0"/>
                    <a:pt x="0" y="12130"/>
                    <a:pt x="0" y="27451"/>
                  </a:cubicBezTo>
                  <a:cubicBezTo>
                    <a:pt x="0" y="61286"/>
                    <a:pt x="27477" y="89376"/>
                    <a:pt x="61982" y="89376"/>
                  </a:cubicBezTo>
                  <a:cubicBezTo>
                    <a:pt x="96488" y="89376"/>
                    <a:pt x="121409" y="61925"/>
                    <a:pt x="121409" y="27451"/>
                  </a:cubicBezTo>
                  <a:close/>
                  <a:moveTo>
                    <a:pt x="93932" y="21067"/>
                  </a:moveTo>
                  <a:cubicBezTo>
                    <a:pt x="99683" y="21067"/>
                    <a:pt x="104795" y="25536"/>
                    <a:pt x="104795" y="31920"/>
                  </a:cubicBezTo>
                  <a:cubicBezTo>
                    <a:pt x="104795" y="38304"/>
                    <a:pt x="100322" y="42773"/>
                    <a:pt x="93932" y="42773"/>
                  </a:cubicBezTo>
                  <a:cubicBezTo>
                    <a:pt x="88181" y="42773"/>
                    <a:pt x="83069" y="38304"/>
                    <a:pt x="83069" y="31920"/>
                  </a:cubicBezTo>
                  <a:cubicBezTo>
                    <a:pt x="83069" y="25536"/>
                    <a:pt x="87542" y="21067"/>
                    <a:pt x="93932" y="21067"/>
                  </a:cubicBezTo>
                  <a:close/>
                  <a:moveTo>
                    <a:pt x="25560" y="42134"/>
                  </a:moveTo>
                  <a:cubicBezTo>
                    <a:pt x="19809" y="42134"/>
                    <a:pt x="14697" y="37665"/>
                    <a:pt x="14697" y="31281"/>
                  </a:cubicBezTo>
                  <a:cubicBezTo>
                    <a:pt x="14697" y="24897"/>
                    <a:pt x="19170" y="20429"/>
                    <a:pt x="25560" y="20429"/>
                  </a:cubicBezTo>
                  <a:cubicBezTo>
                    <a:pt x="31950" y="20429"/>
                    <a:pt x="36423" y="24897"/>
                    <a:pt x="36423" y="31281"/>
                  </a:cubicBezTo>
                  <a:cubicBezTo>
                    <a:pt x="36423" y="37665"/>
                    <a:pt x="31311" y="42134"/>
                    <a:pt x="25560" y="42134"/>
                  </a:cubicBezTo>
                  <a:close/>
                </a:path>
              </a:pathLst>
            </a:custGeom>
            <a:solidFill>
              <a:srgbClr val="046A38"/>
            </a:solidFill>
            <a:ln w="6390" cap="flat">
              <a:noFill/>
              <a:prstDash val="solid"/>
              <a:miter/>
            </a:ln>
          </p:spPr>
          <p:txBody>
            <a:bodyPr rtlCol="0" anchor="ctr"/>
            <a:lstStyle/>
            <a:p>
              <a:endParaRPr lang="en-US"/>
            </a:p>
          </p:txBody>
        </p:sp>
        <p:sp>
          <p:nvSpPr>
            <p:cNvPr id="537" name="Graphic 6">
              <a:extLst>
                <a:ext uri="{FF2B5EF4-FFF2-40B4-BE49-F238E27FC236}">
                  <a16:creationId xmlns:a16="http://schemas.microsoft.com/office/drawing/2014/main" id="{C693B663-DA41-CE44-BB27-8ABBE92DA3B3}"/>
                </a:ext>
              </a:extLst>
            </p:cNvPr>
            <p:cNvSpPr/>
            <p:nvPr/>
          </p:nvSpPr>
          <p:spPr>
            <a:xfrm>
              <a:off x="4173267" y="1110975"/>
              <a:ext cx="63899" cy="86183"/>
            </a:xfrm>
            <a:custGeom>
              <a:avLst/>
              <a:gdLst>
                <a:gd name="connsiteX0" fmla="*/ 32589 w 63899"/>
                <a:gd name="connsiteY0" fmla="*/ 26813 h 86183"/>
                <a:gd name="connsiteX1" fmla="*/ 32589 w 63899"/>
                <a:gd name="connsiteY1" fmla="*/ 20429 h 86183"/>
                <a:gd name="connsiteX2" fmla="*/ 0 w 63899"/>
                <a:gd name="connsiteY2" fmla="*/ 0 h 86183"/>
                <a:gd name="connsiteX3" fmla="*/ 0 w 63899"/>
                <a:gd name="connsiteY3" fmla="*/ 54902 h 86183"/>
                <a:gd name="connsiteX4" fmla="*/ 31311 w 63899"/>
                <a:gd name="connsiteY4" fmla="*/ 86184 h 86183"/>
                <a:gd name="connsiteX5" fmla="*/ 63899 w 63899"/>
                <a:gd name="connsiteY5" fmla="*/ 86184 h 86183"/>
                <a:gd name="connsiteX6" fmla="*/ 32589 w 63899"/>
                <a:gd name="connsiteY6" fmla="*/ 26813 h 86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99" h="86183">
                  <a:moveTo>
                    <a:pt x="32589" y="26813"/>
                  </a:moveTo>
                  <a:lnTo>
                    <a:pt x="32589" y="20429"/>
                  </a:lnTo>
                  <a:cubicBezTo>
                    <a:pt x="19809" y="16598"/>
                    <a:pt x="8946" y="9576"/>
                    <a:pt x="0" y="0"/>
                  </a:cubicBezTo>
                  <a:lnTo>
                    <a:pt x="0" y="54902"/>
                  </a:lnTo>
                  <a:cubicBezTo>
                    <a:pt x="0" y="72139"/>
                    <a:pt x="14058" y="86184"/>
                    <a:pt x="31311" y="86184"/>
                  </a:cubicBezTo>
                  <a:lnTo>
                    <a:pt x="63899" y="86184"/>
                  </a:lnTo>
                  <a:cubicBezTo>
                    <a:pt x="44730" y="74054"/>
                    <a:pt x="32589" y="52987"/>
                    <a:pt x="32589" y="26813"/>
                  </a:cubicBezTo>
                  <a:close/>
                </a:path>
              </a:pathLst>
            </a:custGeom>
            <a:solidFill>
              <a:srgbClr val="046A38"/>
            </a:solidFill>
            <a:ln w="6390" cap="flat">
              <a:noFill/>
              <a:prstDash val="solid"/>
              <a:miter/>
            </a:ln>
          </p:spPr>
          <p:txBody>
            <a:bodyPr rtlCol="0" anchor="ctr"/>
            <a:lstStyle/>
            <a:p>
              <a:endParaRPr lang="en-US"/>
            </a:p>
          </p:txBody>
        </p:sp>
        <p:sp>
          <p:nvSpPr>
            <p:cNvPr id="538" name="Graphic 6">
              <a:extLst>
                <a:ext uri="{FF2B5EF4-FFF2-40B4-BE49-F238E27FC236}">
                  <a16:creationId xmlns:a16="http://schemas.microsoft.com/office/drawing/2014/main" id="{28C83FD4-479F-C04C-91BC-CAD4FEA7BB5C}"/>
                </a:ext>
              </a:extLst>
            </p:cNvPr>
            <p:cNvSpPr/>
            <p:nvPr/>
          </p:nvSpPr>
          <p:spPr>
            <a:xfrm>
              <a:off x="4276784" y="1000532"/>
              <a:ext cx="17891" cy="16598"/>
            </a:xfrm>
            <a:custGeom>
              <a:avLst/>
              <a:gdLst>
                <a:gd name="connsiteX0" fmla="*/ 0 w 17891"/>
                <a:gd name="connsiteY0" fmla="*/ 3192 h 16598"/>
                <a:gd name="connsiteX1" fmla="*/ 12141 w 17891"/>
                <a:gd name="connsiteY1" fmla="*/ 16598 h 16598"/>
                <a:gd name="connsiteX2" fmla="*/ 17892 w 17891"/>
                <a:gd name="connsiteY2" fmla="*/ 0 h 16598"/>
                <a:gd name="connsiteX3" fmla="*/ 0 w 17891"/>
                <a:gd name="connsiteY3" fmla="*/ 3192 h 16598"/>
              </a:gdLst>
              <a:ahLst/>
              <a:cxnLst>
                <a:cxn ang="0">
                  <a:pos x="connsiteX0" y="connsiteY0"/>
                </a:cxn>
                <a:cxn ang="0">
                  <a:pos x="connsiteX1" y="connsiteY1"/>
                </a:cxn>
                <a:cxn ang="0">
                  <a:pos x="connsiteX2" y="connsiteY2"/>
                </a:cxn>
                <a:cxn ang="0">
                  <a:pos x="connsiteX3" y="connsiteY3"/>
                </a:cxn>
              </a:cxnLst>
              <a:rect l="l" t="t" r="r" b="b"/>
              <a:pathLst>
                <a:path w="17891" h="16598">
                  <a:moveTo>
                    <a:pt x="0" y="3192"/>
                  </a:moveTo>
                  <a:cubicBezTo>
                    <a:pt x="4473" y="7022"/>
                    <a:pt x="8307" y="11491"/>
                    <a:pt x="12141" y="16598"/>
                  </a:cubicBezTo>
                  <a:lnTo>
                    <a:pt x="17892" y="0"/>
                  </a:lnTo>
                  <a:lnTo>
                    <a:pt x="0" y="3192"/>
                  </a:lnTo>
                  <a:close/>
                </a:path>
              </a:pathLst>
            </a:custGeom>
            <a:solidFill>
              <a:srgbClr val="046A38"/>
            </a:solidFill>
            <a:ln w="6390" cap="flat">
              <a:noFill/>
              <a:prstDash val="solid"/>
              <a:miter/>
            </a:ln>
          </p:spPr>
          <p:txBody>
            <a:bodyPr rtlCol="0" anchor="ctr"/>
            <a:lstStyle/>
            <a:p>
              <a:endParaRPr lang="en-US"/>
            </a:p>
          </p:txBody>
        </p:sp>
        <p:sp>
          <p:nvSpPr>
            <p:cNvPr id="539" name="Graphic 6">
              <a:extLst>
                <a:ext uri="{FF2B5EF4-FFF2-40B4-BE49-F238E27FC236}">
                  <a16:creationId xmlns:a16="http://schemas.microsoft.com/office/drawing/2014/main" id="{7E72D10D-A9B6-384C-A3D3-CD2A0002DFCB}"/>
                </a:ext>
              </a:extLst>
            </p:cNvPr>
            <p:cNvSpPr/>
            <p:nvPr/>
          </p:nvSpPr>
          <p:spPr>
            <a:xfrm>
              <a:off x="4191798" y="1061818"/>
              <a:ext cx="3833" cy="3830"/>
            </a:xfrm>
            <a:custGeom>
              <a:avLst/>
              <a:gdLst>
                <a:gd name="connsiteX0" fmla="*/ 1917 w 3833"/>
                <a:gd name="connsiteY0" fmla="*/ 0 h 3830"/>
                <a:gd name="connsiteX1" fmla="*/ 0 w 3833"/>
                <a:gd name="connsiteY1" fmla="*/ 1915 h 3830"/>
                <a:gd name="connsiteX2" fmla="*/ 1917 w 3833"/>
                <a:gd name="connsiteY2" fmla="*/ 3830 h 3830"/>
                <a:gd name="connsiteX3" fmla="*/ 3834 w 3833"/>
                <a:gd name="connsiteY3" fmla="*/ 1915 h 3830"/>
                <a:gd name="connsiteX4" fmla="*/ 1917 w 3833"/>
                <a:gd name="connsiteY4" fmla="*/ 0 h 3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3" h="3830">
                  <a:moveTo>
                    <a:pt x="1917" y="0"/>
                  </a:moveTo>
                  <a:cubicBezTo>
                    <a:pt x="639" y="0"/>
                    <a:pt x="0" y="638"/>
                    <a:pt x="0" y="1915"/>
                  </a:cubicBezTo>
                  <a:cubicBezTo>
                    <a:pt x="0" y="3192"/>
                    <a:pt x="639" y="3830"/>
                    <a:pt x="1917" y="3830"/>
                  </a:cubicBezTo>
                  <a:cubicBezTo>
                    <a:pt x="3195" y="3830"/>
                    <a:pt x="3834" y="3192"/>
                    <a:pt x="3834" y="1915"/>
                  </a:cubicBezTo>
                  <a:cubicBezTo>
                    <a:pt x="3834" y="638"/>
                    <a:pt x="3195" y="0"/>
                    <a:pt x="1917" y="0"/>
                  </a:cubicBezTo>
                  <a:close/>
                </a:path>
              </a:pathLst>
            </a:custGeom>
            <a:solidFill>
              <a:srgbClr val="046A38"/>
            </a:solidFill>
            <a:ln w="6390" cap="flat">
              <a:noFill/>
              <a:prstDash val="solid"/>
              <a:miter/>
            </a:ln>
          </p:spPr>
          <p:txBody>
            <a:bodyPr rtlCol="0" anchor="ctr"/>
            <a:lstStyle/>
            <a:p>
              <a:endParaRPr lang="en-US"/>
            </a:p>
          </p:txBody>
        </p:sp>
        <p:sp>
          <p:nvSpPr>
            <p:cNvPr id="540" name="Graphic 6">
              <a:extLst>
                <a:ext uri="{FF2B5EF4-FFF2-40B4-BE49-F238E27FC236}">
                  <a16:creationId xmlns:a16="http://schemas.microsoft.com/office/drawing/2014/main" id="{7E486D64-1EA0-2D47-9271-5D489DA95A1F}"/>
                </a:ext>
              </a:extLst>
            </p:cNvPr>
            <p:cNvSpPr/>
            <p:nvPr/>
          </p:nvSpPr>
          <p:spPr>
            <a:xfrm>
              <a:off x="4046108" y="91690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181474 w 362309"/>
                <a:gd name="connsiteY4" fmla="*/ 0 h 361971"/>
                <a:gd name="connsiteX5" fmla="*/ 263904 w 362309"/>
                <a:gd name="connsiteY5" fmla="*/ 76608 h 361971"/>
                <a:gd name="connsiteX6" fmla="*/ 251124 w 362309"/>
                <a:gd name="connsiteY6" fmla="*/ 114912 h 361971"/>
                <a:gd name="connsiteX7" fmla="*/ 256876 w 362309"/>
                <a:gd name="connsiteY7" fmla="*/ 143001 h 361971"/>
                <a:gd name="connsiteX8" fmla="*/ 247929 w 362309"/>
                <a:gd name="connsiteY8" fmla="*/ 177475 h 361971"/>
                <a:gd name="connsiteX9" fmla="*/ 249208 w 362309"/>
                <a:gd name="connsiteY9" fmla="*/ 180667 h 361971"/>
                <a:gd name="connsiteX10" fmla="*/ 249208 w 362309"/>
                <a:gd name="connsiteY10" fmla="*/ 286641 h 361971"/>
                <a:gd name="connsiteX11" fmla="*/ 242818 w 362309"/>
                <a:gd name="connsiteY11" fmla="*/ 293025 h 361971"/>
                <a:gd name="connsiteX12" fmla="*/ 159109 w 362309"/>
                <a:gd name="connsiteY12" fmla="*/ 293025 h 361971"/>
                <a:gd name="connsiteX13" fmla="*/ 115019 w 362309"/>
                <a:gd name="connsiteY13" fmla="*/ 248975 h 361971"/>
                <a:gd name="connsiteX14" fmla="*/ 115019 w 362309"/>
                <a:gd name="connsiteY14" fmla="*/ 180667 h 361971"/>
                <a:gd name="connsiteX15" fmla="*/ 116297 w 362309"/>
                <a:gd name="connsiteY15" fmla="*/ 177475 h 361971"/>
                <a:gd name="connsiteX16" fmla="*/ 107990 w 362309"/>
                <a:gd name="connsiteY16" fmla="*/ 143001 h 361971"/>
                <a:gd name="connsiteX17" fmla="*/ 113741 w 362309"/>
                <a:gd name="connsiteY17" fmla="*/ 114912 h 361971"/>
                <a:gd name="connsiteX18" fmla="*/ 100961 w 362309"/>
                <a:gd name="connsiteY18" fmla="*/ 76608 h 361971"/>
                <a:gd name="connsiteX19" fmla="*/ 100961 w 362309"/>
                <a:gd name="connsiteY19" fmla="*/ 75969 h 361971"/>
                <a:gd name="connsiteX20" fmla="*/ 100961 w 362309"/>
                <a:gd name="connsiteY20" fmla="*/ 74693 h 361971"/>
                <a:gd name="connsiteX21" fmla="*/ 100961 w 362309"/>
                <a:gd name="connsiteY21" fmla="*/ 73416 h 361971"/>
                <a:gd name="connsiteX22" fmla="*/ 100961 w 362309"/>
                <a:gd name="connsiteY22" fmla="*/ 72777 h 361971"/>
                <a:gd name="connsiteX23" fmla="*/ 100961 w 362309"/>
                <a:gd name="connsiteY23" fmla="*/ 72139 h 361971"/>
                <a:gd name="connsiteX24" fmla="*/ 101600 w 362309"/>
                <a:gd name="connsiteY24" fmla="*/ 70862 h 361971"/>
                <a:gd name="connsiteX25" fmla="*/ 102239 w 362309"/>
                <a:gd name="connsiteY25" fmla="*/ 69585 h 361971"/>
                <a:gd name="connsiteX26" fmla="*/ 102878 w 362309"/>
                <a:gd name="connsiteY26" fmla="*/ 68947 h 361971"/>
                <a:gd name="connsiteX27" fmla="*/ 104156 w 362309"/>
                <a:gd name="connsiteY27" fmla="*/ 68309 h 361971"/>
                <a:gd name="connsiteX28" fmla="*/ 104795 w 362309"/>
                <a:gd name="connsiteY28" fmla="*/ 68309 h 361971"/>
                <a:gd name="connsiteX29" fmla="*/ 104795 w 362309"/>
                <a:gd name="connsiteY29" fmla="*/ 68309 h 361971"/>
                <a:gd name="connsiteX30" fmla="*/ 106073 w 362309"/>
                <a:gd name="connsiteY30" fmla="*/ 68309 h 361971"/>
                <a:gd name="connsiteX31" fmla="*/ 107351 w 362309"/>
                <a:gd name="connsiteY31" fmla="*/ 68309 h 361971"/>
                <a:gd name="connsiteX32" fmla="*/ 107990 w 362309"/>
                <a:gd name="connsiteY32" fmla="*/ 68309 h 361971"/>
                <a:gd name="connsiteX33" fmla="*/ 145690 w 362309"/>
                <a:gd name="connsiteY33" fmla="*/ 75969 h 361971"/>
                <a:gd name="connsiteX34" fmla="*/ 147607 w 362309"/>
                <a:gd name="connsiteY34" fmla="*/ 76608 h 361971"/>
                <a:gd name="connsiteX35" fmla="*/ 182113 w 362309"/>
                <a:gd name="connsiteY35" fmla="*/ 68309 h 361971"/>
                <a:gd name="connsiteX36" fmla="*/ 216619 w 362309"/>
                <a:gd name="connsiteY36" fmla="*/ 76608 h 361971"/>
                <a:gd name="connsiteX37" fmla="*/ 218536 w 362309"/>
                <a:gd name="connsiteY37" fmla="*/ 75969 h 361971"/>
                <a:gd name="connsiteX38" fmla="*/ 256236 w 362309"/>
                <a:gd name="connsiteY38" fmla="*/ 68309 h 361971"/>
                <a:gd name="connsiteX39" fmla="*/ 256876 w 362309"/>
                <a:gd name="connsiteY39" fmla="*/ 68309 h 361971"/>
                <a:gd name="connsiteX40" fmla="*/ 258153 w 362309"/>
                <a:gd name="connsiteY40" fmla="*/ 68309 h 361971"/>
                <a:gd name="connsiteX41" fmla="*/ 259431 w 362309"/>
                <a:gd name="connsiteY41" fmla="*/ 68309 h 361971"/>
                <a:gd name="connsiteX42" fmla="*/ 259431 w 362309"/>
                <a:gd name="connsiteY42" fmla="*/ 68309 h 361971"/>
                <a:gd name="connsiteX43" fmla="*/ 260071 w 362309"/>
                <a:gd name="connsiteY43" fmla="*/ 68947 h 361971"/>
                <a:gd name="connsiteX44" fmla="*/ 261348 w 362309"/>
                <a:gd name="connsiteY44" fmla="*/ 69585 h 361971"/>
                <a:gd name="connsiteX45" fmla="*/ 261987 w 362309"/>
                <a:gd name="connsiteY45" fmla="*/ 70224 h 361971"/>
                <a:gd name="connsiteX46" fmla="*/ 262626 w 362309"/>
                <a:gd name="connsiteY46" fmla="*/ 71501 h 361971"/>
                <a:gd name="connsiteX47" fmla="*/ 263266 w 362309"/>
                <a:gd name="connsiteY47" fmla="*/ 72777 h 361971"/>
                <a:gd name="connsiteX48" fmla="*/ 263904 w 362309"/>
                <a:gd name="connsiteY48" fmla="*/ 73416 h 361971"/>
                <a:gd name="connsiteX49" fmla="*/ 263904 w 362309"/>
                <a:gd name="connsiteY49" fmla="*/ 74054 h 361971"/>
                <a:gd name="connsiteX50" fmla="*/ 263904 w 362309"/>
                <a:gd name="connsiteY50" fmla="*/ 75331 h 361971"/>
                <a:gd name="connsiteX51" fmla="*/ 263904 w 362309"/>
                <a:gd name="connsiteY51" fmla="*/ 76608 h 361971"/>
                <a:gd name="connsiteX52" fmla="*/ 263904 w 362309"/>
                <a:gd name="connsiteY52" fmla="*/ 7660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81715"/>
                    <a:pt x="281796" y="0"/>
                    <a:pt x="181474" y="0"/>
                  </a:cubicBezTo>
                  <a:close/>
                  <a:moveTo>
                    <a:pt x="263904" y="76608"/>
                  </a:moveTo>
                  <a:lnTo>
                    <a:pt x="251124" y="114912"/>
                  </a:lnTo>
                  <a:cubicBezTo>
                    <a:pt x="254319" y="123849"/>
                    <a:pt x="256876" y="132787"/>
                    <a:pt x="256876" y="143001"/>
                  </a:cubicBezTo>
                  <a:cubicBezTo>
                    <a:pt x="256876" y="155769"/>
                    <a:pt x="253681" y="167260"/>
                    <a:pt x="247929" y="177475"/>
                  </a:cubicBezTo>
                  <a:cubicBezTo>
                    <a:pt x="248568" y="178752"/>
                    <a:pt x="249208" y="179390"/>
                    <a:pt x="249208" y="180667"/>
                  </a:cubicBezTo>
                  <a:lnTo>
                    <a:pt x="249208" y="286641"/>
                  </a:lnTo>
                  <a:cubicBezTo>
                    <a:pt x="249208" y="290471"/>
                    <a:pt x="246651" y="293025"/>
                    <a:pt x="242818" y="293025"/>
                  </a:cubicBezTo>
                  <a:lnTo>
                    <a:pt x="159109" y="293025"/>
                  </a:lnTo>
                  <a:cubicBezTo>
                    <a:pt x="134828" y="293025"/>
                    <a:pt x="115019" y="273234"/>
                    <a:pt x="115019" y="248975"/>
                  </a:cubicBezTo>
                  <a:lnTo>
                    <a:pt x="115019" y="180667"/>
                  </a:lnTo>
                  <a:cubicBezTo>
                    <a:pt x="115019" y="179390"/>
                    <a:pt x="115658" y="178113"/>
                    <a:pt x="116297" y="177475"/>
                  </a:cubicBezTo>
                  <a:cubicBezTo>
                    <a:pt x="110546" y="167260"/>
                    <a:pt x="107990" y="155131"/>
                    <a:pt x="107990" y="143001"/>
                  </a:cubicBezTo>
                  <a:cubicBezTo>
                    <a:pt x="107990" y="132787"/>
                    <a:pt x="109907" y="123849"/>
                    <a:pt x="113741" y="114912"/>
                  </a:cubicBezTo>
                  <a:lnTo>
                    <a:pt x="100961" y="76608"/>
                  </a:lnTo>
                  <a:cubicBezTo>
                    <a:pt x="100961" y="76608"/>
                    <a:pt x="100961" y="76608"/>
                    <a:pt x="100961" y="75969"/>
                  </a:cubicBezTo>
                  <a:cubicBezTo>
                    <a:pt x="100961" y="75331"/>
                    <a:pt x="100961" y="75331"/>
                    <a:pt x="100961" y="74693"/>
                  </a:cubicBezTo>
                  <a:cubicBezTo>
                    <a:pt x="100961" y="74054"/>
                    <a:pt x="100961" y="74054"/>
                    <a:pt x="100961" y="73416"/>
                  </a:cubicBezTo>
                  <a:cubicBezTo>
                    <a:pt x="100961" y="73416"/>
                    <a:pt x="100961" y="73416"/>
                    <a:pt x="100961" y="72777"/>
                  </a:cubicBezTo>
                  <a:lnTo>
                    <a:pt x="100961" y="72139"/>
                  </a:lnTo>
                  <a:cubicBezTo>
                    <a:pt x="100961" y="71501"/>
                    <a:pt x="100961" y="71501"/>
                    <a:pt x="101600" y="70862"/>
                  </a:cubicBezTo>
                  <a:cubicBezTo>
                    <a:pt x="101600" y="70224"/>
                    <a:pt x="102239" y="70224"/>
                    <a:pt x="102239" y="69585"/>
                  </a:cubicBezTo>
                  <a:lnTo>
                    <a:pt x="102878" y="68947"/>
                  </a:lnTo>
                  <a:cubicBezTo>
                    <a:pt x="103517" y="68309"/>
                    <a:pt x="103517" y="68309"/>
                    <a:pt x="104156" y="68309"/>
                  </a:cubicBezTo>
                  <a:lnTo>
                    <a:pt x="104795" y="68309"/>
                  </a:lnTo>
                  <a:lnTo>
                    <a:pt x="104795" y="68309"/>
                  </a:lnTo>
                  <a:cubicBezTo>
                    <a:pt x="105434" y="68309"/>
                    <a:pt x="105434" y="68309"/>
                    <a:pt x="106073" y="68309"/>
                  </a:cubicBezTo>
                  <a:cubicBezTo>
                    <a:pt x="106712" y="68309"/>
                    <a:pt x="106712" y="68309"/>
                    <a:pt x="107351" y="68309"/>
                  </a:cubicBezTo>
                  <a:cubicBezTo>
                    <a:pt x="107351" y="68309"/>
                    <a:pt x="107351" y="68309"/>
                    <a:pt x="107990" y="68309"/>
                  </a:cubicBezTo>
                  <a:lnTo>
                    <a:pt x="145690" y="75969"/>
                  </a:lnTo>
                  <a:cubicBezTo>
                    <a:pt x="146329" y="75969"/>
                    <a:pt x="146969" y="76608"/>
                    <a:pt x="147607" y="76608"/>
                  </a:cubicBezTo>
                  <a:cubicBezTo>
                    <a:pt x="157832" y="70862"/>
                    <a:pt x="169972" y="68309"/>
                    <a:pt x="182113" y="68309"/>
                  </a:cubicBezTo>
                  <a:cubicBezTo>
                    <a:pt x="194254" y="68309"/>
                    <a:pt x="206395" y="71501"/>
                    <a:pt x="216619" y="76608"/>
                  </a:cubicBezTo>
                  <a:cubicBezTo>
                    <a:pt x="217258" y="75969"/>
                    <a:pt x="217897" y="75969"/>
                    <a:pt x="218536" y="75969"/>
                  </a:cubicBezTo>
                  <a:lnTo>
                    <a:pt x="256236" y="68309"/>
                  </a:lnTo>
                  <a:cubicBezTo>
                    <a:pt x="256236" y="68309"/>
                    <a:pt x="256236" y="68309"/>
                    <a:pt x="256876" y="68309"/>
                  </a:cubicBezTo>
                  <a:cubicBezTo>
                    <a:pt x="257514" y="68309"/>
                    <a:pt x="257514" y="68309"/>
                    <a:pt x="258153" y="68309"/>
                  </a:cubicBezTo>
                  <a:cubicBezTo>
                    <a:pt x="258792" y="68309"/>
                    <a:pt x="258792" y="68309"/>
                    <a:pt x="259431" y="68309"/>
                  </a:cubicBezTo>
                  <a:lnTo>
                    <a:pt x="259431" y="68309"/>
                  </a:lnTo>
                  <a:cubicBezTo>
                    <a:pt x="259431" y="68309"/>
                    <a:pt x="260071" y="68309"/>
                    <a:pt x="260071" y="68947"/>
                  </a:cubicBezTo>
                  <a:cubicBezTo>
                    <a:pt x="260709" y="68947"/>
                    <a:pt x="260709" y="69585"/>
                    <a:pt x="261348" y="69585"/>
                  </a:cubicBezTo>
                  <a:lnTo>
                    <a:pt x="261987" y="70224"/>
                  </a:lnTo>
                  <a:cubicBezTo>
                    <a:pt x="261987" y="70862"/>
                    <a:pt x="262626" y="70862"/>
                    <a:pt x="262626" y="71501"/>
                  </a:cubicBezTo>
                  <a:cubicBezTo>
                    <a:pt x="262626" y="72139"/>
                    <a:pt x="263266" y="72139"/>
                    <a:pt x="263266" y="72777"/>
                  </a:cubicBezTo>
                  <a:cubicBezTo>
                    <a:pt x="263266" y="72777"/>
                    <a:pt x="263266" y="73416"/>
                    <a:pt x="263904" y="73416"/>
                  </a:cubicBezTo>
                  <a:cubicBezTo>
                    <a:pt x="263904" y="73416"/>
                    <a:pt x="263904" y="73416"/>
                    <a:pt x="263904" y="74054"/>
                  </a:cubicBezTo>
                  <a:cubicBezTo>
                    <a:pt x="263904" y="74693"/>
                    <a:pt x="263904" y="74693"/>
                    <a:pt x="263904" y="75331"/>
                  </a:cubicBezTo>
                  <a:cubicBezTo>
                    <a:pt x="263904" y="75331"/>
                    <a:pt x="263904" y="75969"/>
                    <a:pt x="263904" y="76608"/>
                  </a:cubicBezTo>
                  <a:lnTo>
                    <a:pt x="263904" y="76608"/>
                  </a:lnTo>
                  <a:close/>
                </a:path>
              </a:pathLst>
            </a:custGeom>
            <a:solidFill>
              <a:srgbClr val="046A38"/>
            </a:solidFill>
            <a:ln w="6390" cap="flat">
              <a:noFill/>
              <a:prstDash val="solid"/>
              <a:miter/>
            </a:ln>
          </p:spPr>
          <p:txBody>
            <a:bodyPr rtlCol="0" anchor="ctr"/>
            <a:lstStyle/>
            <a:p>
              <a:endParaRPr lang="en-US"/>
            </a:p>
          </p:txBody>
        </p:sp>
        <p:sp>
          <p:nvSpPr>
            <p:cNvPr id="541" name="Graphic 6">
              <a:extLst>
                <a:ext uri="{FF2B5EF4-FFF2-40B4-BE49-F238E27FC236}">
                  <a16:creationId xmlns:a16="http://schemas.microsoft.com/office/drawing/2014/main" id="{A3BC6732-3C9E-6D47-82AB-96C261D62C9B}"/>
                </a:ext>
              </a:extLst>
            </p:cNvPr>
            <p:cNvSpPr/>
            <p:nvPr/>
          </p:nvSpPr>
          <p:spPr>
            <a:xfrm>
              <a:off x="4218636" y="1110337"/>
              <a:ext cx="63260" cy="86822"/>
            </a:xfrm>
            <a:custGeom>
              <a:avLst/>
              <a:gdLst>
                <a:gd name="connsiteX0" fmla="*/ 8946 w 63260"/>
                <a:gd name="connsiteY0" fmla="*/ 24259 h 86822"/>
                <a:gd name="connsiteX1" fmla="*/ 0 w 63260"/>
                <a:gd name="connsiteY1" fmla="*/ 23621 h 86822"/>
                <a:gd name="connsiteX2" fmla="*/ 0 w 63260"/>
                <a:gd name="connsiteY2" fmla="*/ 27451 h 86822"/>
                <a:gd name="connsiteX3" fmla="*/ 63260 w 63260"/>
                <a:gd name="connsiteY3" fmla="*/ 86822 h 86822"/>
                <a:gd name="connsiteX4" fmla="*/ 63260 w 63260"/>
                <a:gd name="connsiteY4" fmla="*/ 0 h 86822"/>
                <a:gd name="connsiteX5" fmla="*/ 8946 w 63260"/>
                <a:gd name="connsiteY5" fmla="*/ 24259 h 86822"/>
                <a:gd name="connsiteX6" fmla="*/ 46008 w 63260"/>
                <a:gd name="connsiteY6" fmla="*/ 55541 h 86822"/>
                <a:gd name="connsiteX7" fmla="*/ 39618 w 63260"/>
                <a:gd name="connsiteY7" fmla="*/ 61925 h 86822"/>
                <a:gd name="connsiteX8" fmla="*/ 33228 w 63260"/>
                <a:gd name="connsiteY8" fmla="*/ 55541 h 86822"/>
                <a:gd name="connsiteX9" fmla="*/ 33228 w 63260"/>
                <a:gd name="connsiteY9" fmla="*/ 40219 h 86822"/>
                <a:gd name="connsiteX10" fmla="*/ 39618 w 63260"/>
                <a:gd name="connsiteY10" fmla="*/ 33835 h 86822"/>
                <a:gd name="connsiteX11" fmla="*/ 46008 w 63260"/>
                <a:gd name="connsiteY11" fmla="*/ 40219 h 86822"/>
                <a:gd name="connsiteX12" fmla="*/ 46008 w 63260"/>
                <a:gd name="connsiteY12" fmla="*/ 55541 h 86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260" h="86822">
                  <a:moveTo>
                    <a:pt x="8946" y="24259"/>
                  </a:moveTo>
                  <a:cubicBezTo>
                    <a:pt x="5751" y="24259"/>
                    <a:pt x="3195" y="24259"/>
                    <a:pt x="0" y="23621"/>
                  </a:cubicBezTo>
                  <a:lnTo>
                    <a:pt x="0" y="27451"/>
                  </a:lnTo>
                  <a:cubicBezTo>
                    <a:pt x="0" y="62563"/>
                    <a:pt x="25560" y="86184"/>
                    <a:pt x="63260" y="86822"/>
                  </a:cubicBezTo>
                  <a:lnTo>
                    <a:pt x="63260" y="0"/>
                  </a:lnTo>
                  <a:cubicBezTo>
                    <a:pt x="49841" y="15322"/>
                    <a:pt x="30672" y="24259"/>
                    <a:pt x="8946" y="24259"/>
                  </a:cubicBezTo>
                  <a:close/>
                  <a:moveTo>
                    <a:pt x="46008" y="55541"/>
                  </a:moveTo>
                  <a:cubicBezTo>
                    <a:pt x="46008" y="59371"/>
                    <a:pt x="43451" y="61925"/>
                    <a:pt x="39618" y="61925"/>
                  </a:cubicBezTo>
                  <a:cubicBezTo>
                    <a:pt x="35783" y="61925"/>
                    <a:pt x="33228" y="59371"/>
                    <a:pt x="33228" y="55541"/>
                  </a:cubicBezTo>
                  <a:lnTo>
                    <a:pt x="33228" y="40219"/>
                  </a:lnTo>
                  <a:cubicBezTo>
                    <a:pt x="33228" y="36389"/>
                    <a:pt x="35783" y="33835"/>
                    <a:pt x="39618" y="33835"/>
                  </a:cubicBezTo>
                  <a:cubicBezTo>
                    <a:pt x="43451" y="33835"/>
                    <a:pt x="46008" y="36389"/>
                    <a:pt x="46008" y="40219"/>
                  </a:cubicBezTo>
                  <a:lnTo>
                    <a:pt x="46008" y="55541"/>
                  </a:lnTo>
                  <a:close/>
                </a:path>
              </a:pathLst>
            </a:custGeom>
            <a:solidFill>
              <a:srgbClr val="046A38"/>
            </a:solidFill>
            <a:ln w="6390" cap="flat">
              <a:noFill/>
              <a:prstDash val="solid"/>
              <a:miter/>
            </a:ln>
          </p:spPr>
          <p:txBody>
            <a:bodyPr rtlCol="0" anchor="ctr"/>
            <a:lstStyle/>
            <a:p>
              <a:endParaRPr lang="en-US"/>
            </a:p>
          </p:txBody>
        </p:sp>
        <p:sp>
          <p:nvSpPr>
            <p:cNvPr id="542" name="Graphic 6">
              <a:extLst>
                <a:ext uri="{FF2B5EF4-FFF2-40B4-BE49-F238E27FC236}">
                  <a16:creationId xmlns:a16="http://schemas.microsoft.com/office/drawing/2014/main" id="{9AF59216-1169-F345-BE87-B40782CF181E}"/>
                </a:ext>
              </a:extLst>
            </p:cNvPr>
            <p:cNvSpPr/>
            <p:nvPr/>
          </p:nvSpPr>
          <p:spPr>
            <a:xfrm>
              <a:off x="4179018" y="997979"/>
              <a:ext cx="97127" cy="40219"/>
            </a:xfrm>
            <a:custGeom>
              <a:avLst/>
              <a:gdLst>
                <a:gd name="connsiteX0" fmla="*/ 0 w 97127"/>
                <a:gd name="connsiteY0" fmla="*/ 24259 h 40219"/>
                <a:gd name="connsiteX1" fmla="*/ 14697 w 97127"/>
                <a:gd name="connsiteY1" fmla="*/ 21706 h 40219"/>
                <a:gd name="connsiteX2" fmla="*/ 48563 w 97127"/>
                <a:gd name="connsiteY2" fmla="*/ 40219 h 40219"/>
                <a:gd name="connsiteX3" fmla="*/ 82430 w 97127"/>
                <a:gd name="connsiteY3" fmla="*/ 21706 h 40219"/>
                <a:gd name="connsiteX4" fmla="*/ 97127 w 97127"/>
                <a:gd name="connsiteY4" fmla="*/ 24259 h 40219"/>
                <a:gd name="connsiteX5" fmla="*/ 47925 w 97127"/>
                <a:gd name="connsiteY5" fmla="*/ 0 h 40219"/>
                <a:gd name="connsiteX6" fmla="*/ 0 w 97127"/>
                <a:gd name="connsiteY6" fmla="*/ 24259 h 4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127" h="40219">
                  <a:moveTo>
                    <a:pt x="0" y="24259"/>
                  </a:moveTo>
                  <a:cubicBezTo>
                    <a:pt x="4473" y="22344"/>
                    <a:pt x="9585" y="21706"/>
                    <a:pt x="14697" y="21706"/>
                  </a:cubicBezTo>
                  <a:cubicBezTo>
                    <a:pt x="28755" y="21706"/>
                    <a:pt x="41535" y="29366"/>
                    <a:pt x="48563" y="40219"/>
                  </a:cubicBezTo>
                  <a:cubicBezTo>
                    <a:pt x="55593" y="28728"/>
                    <a:pt x="68372" y="21706"/>
                    <a:pt x="82430" y="21706"/>
                  </a:cubicBezTo>
                  <a:cubicBezTo>
                    <a:pt x="87542" y="21706"/>
                    <a:pt x="92654" y="22982"/>
                    <a:pt x="97127" y="24259"/>
                  </a:cubicBezTo>
                  <a:cubicBezTo>
                    <a:pt x="85625" y="9576"/>
                    <a:pt x="68372" y="0"/>
                    <a:pt x="47925" y="0"/>
                  </a:cubicBezTo>
                  <a:cubicBezTo>
                    <a:pt x="27477" y="0"/>
                    <a:pt x="10863" y="9576"/>
                    <a:pt x="0" y="24259"/>
                  </a:cubicBezTo>
                  <a:close/>
                </a:path>
              </a:pathLst>
            </a:custGeom>
            <a:solidFill>
              <a:srgbClr val="046A38"/>
            </a:solidFill>
            <a:ln w="6390" cap="flat">
              <a:noFill/>
              <a:prstDash val="solid"/>
              <a:miter/>
            </a:ln>
          </p:spPr>
          <p:txBody>
            <a:bodyPr rtlCol="0" anchor="ctr"/>
            <a:lstStyle/>
            <a:p>
              <a:endParaRPr lang="en-US"/>
            </a:p>
          </p:txBody>
        </p:sp>
      </p:grpSp>
      <p:grpSp>
        <p:nvGrpSpPr>
          <p:cNvPr id="543" name="Graphic 6">
            <a:extLst>
              <a:ext uri="{FF2B5EF4-FFF2-40B4-BE49-F238E27FC236}">
                <a16:creationId xmlns:a16="http://schemas.microsoft.com/office/drawing/2014/main" id="{8673654E-F9BD-D041-B68E-20117FF42697}"/>
              </a:ext>
            </a:extLst>
          </p:cNvPr>
          <p:cNvGrpSpPr/>
          <p:nvPr/>
        </p:nvGrpSpPr>
        <p:grpSpPr>
          <a:xfrm>
            <a:off x="5099808" y="1402085"/>
            <a:ext cx="362309" cy="361971"/>
            <a:chOff x="5099808" y="1402085"/>
            <a:chExt cx="362309" cy="361971"/>
          </a:xfrm>
          <a:solidFill>
            <a:srgbClr val="046A38"/>
          </a:solidFill>
        </p:grpSpPr>
        <p:sp>
          <p:nvSpPr>
            <p:cNvPr id="544" name="Graphic 6">
              <a:extLst>
                <a:ext uri="{FF2B5EF4-FFF2-40B4-BE49-F238E27FC236}">
                  <a16:creationId xmlns:a16="http://schemas.microsoft.com/office/drawing/2014/main" id="{23430221-9486-FF46-9FC0-8073A1841EA2}"/>
                </a:ext>
              </a:extLst>
            </p:cNvPr>
            <p:cNvSpPr/>
            <p:nvPr/>
          </p:nvSpPr>
          <p:spPr>
            <a:xfrm>
              <a:off x="5229048" y="1490822"/>
              <a:ext cx="30297" cy="47879"/>
            </a:xfrm>
            <a:custGeom>
              <a:avLst/>
              <a:gdLst>
                <a:gd name="connsiteX0" fmla="*/ 16451 w 30297"/>
                <a:gd name="connsiteY0" fmla="*/ 46603 h 47879"/>
                <a:gd name="connsiteX1" fmla="*/ 23479 w 30297"/>
                <a:gd name="connsiteY1" fmla="*/ 47242 h 47879"/>
                <a:gd name="connsiteX2" fmla="*/ 27952 w 30297"/>
                <a:gd name="connsiteY2" fmla="*/ 21067 h 47879"/>
                <a:gd name="connsiteX3" fmla="*/ 13256 w 30297"/>
                <a:gd name="connsiteY3" fmla="*/ 0 h 47879"/>
                <a:gd name="connsiteX4" fmla="*/ 10700 w 30297"/>
                <a:gd name="connsiteY4" fmla="*/ 0 h 47879"/>
                <a:gd name="connsiteX5" fmla="*/ 2393 w 30297"/>
                <a:gd name="connsiteY5" fmla="*/ 5746 h 47879"/>
                <a:gd name="connsiteX6" fmla="*/ 1115 w 30297"/>
                <a:gd name="connsiteY6" fmla="*/ 25536 h 47879"/>
                <a:gd name="connsiteX7" fmla="*/ 16451 w 30297"/>
                <a:gd name="connsiteY7" fmla="*/ 46603 h 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97" h="47879">
                  <a:moveTo>
                    <a:pt x="16451" y="46603"/>
                  </a:moveTo>
                  <a:cubicBezTo>
                    <a:pt x="20284" y="48518"/>
                    <a:pt x="22841" y="47880"/>
                    <a:pt x="23479" y="47242"/>
                  </a:cubicBezTo>
                  <a:cubicBezTo>
                    <a:pt x="33064" y="43411"/>
                    <a:pt x="30508" y="29366"/>
                    <a:pt x="27952" y="21067"/>
                  </a:cubicBezTo>
                  <a:cubicBezTo>
                    <a:pt x="23479" y="3830"/>
                    <a:pt x="18368" y="0"/>
                    <a:pt x="13256" y="0"/>
                  </a:cubicBezTo>
                  <a:cubicBezTo>
                    <a:pt x="12616" y="0"/>
                    <a:pt x="11338" y="0"/>
                    <a:pt x="10700" y="0"/>
                  </a:cubicBezTo>
                  <a:cubicBezTo>
                    <a:pt x="6866" y="638"/>
                    <a:pt x="3671" y="2554"/>
                    <a:pt x="2393" y="5746"/>
                  </a:cubicBezTo>
                  <a:cubicBezTo>
                    <a:pt x="-163" y="10214"/>
                    <a:pt x="-802" y="17237"/>
                    <a:pt x="1115" y="25536"/>
                  </a:cubicBezTo>
                  <a:cubicBezTo>
                    <a:pt x="3032" y="34474"/>
                    <a:pt x="10061" y="43411"/>
                    <a:pt x="16451" y="46603"/>
                  </a:cubicBezTo>
                  <a:close/>
                </a:path>
              </a:pathLst>
            </a:custGeom>
            <a:solidFill>
              <a:srgbClr val="046A38"/>
            </a:solidFill>
            <a:ln w="6390" cap="flat">
              <a:noFill/>
              <a:prstDash val="solid"/>
              <a:miter/>
            </a:ln>
          </p:spPr>
          <p:txBody>
            <a:bodyPr rtlCol="0" anchor="ctr"/>
            <a:lstStyle/>
            <a:p>
              <a:endParaRPr lang="en-US"/>
            </a:p>
          </p:txBody>
        </p:sp>
        <p:sp>
          <p:nvSpPr>
            <p:cNvPr id="545" name="Graphic 6">
              <a:extLst>
                <a:ext uri="{FF2B5EF4-FFF2-40B4-BE49-F238E27FC236}">
                  <a16:creationId xmlns:a16="http://schemas.microsoft.com/office/drawing/2014/main" id="{F00FC8EA-2662-9E45-A43A-56C8A3DF5D74}"/>
                </a:ext>
              </a:extLst>
            </p:cNvPr>
            <p:cNvSpPr/>
            <p:nvPr/>
          </p:nvSpPr>
          <p:spPr>
            <a:xfrm>
              <a:off x="5178405" y="1548916"/>
              <a:ext cx="31348" cy="25868"/>
            </a:xfrm>
            <a:custGeom>
              <a:avLst/>
              <a:gdLst>
                <a:gd name="connsiteX0" fmla="*/ 21087 w 31348"/>
                <a:gd name="connsiteY0" fmla="*/ 7022 h 25868"/>
                <a:gd name="connsiteX1" fmla="*/ 7029 w 31348"/>
                <a:gd name="connsiteY1" fmla="*/ 0 h 25868"/>
                <a:gd name="connsiteX2" fmla="*/ 2556 w 31348"/>
                <a:gd name="connsiteY2" fmla="*/ 2554 h 25868"/>
                <a:gd name="connsiteX3" fmla="*/ 0 w 31348"/>
                <a:gd name="connsiteY3" fmla="*/ 8938 h 25868"/>
                <a:gd name="connsiteX4" fmla="*/ 8307 w 31348"/>
                <a:gd name="connsiteY4" fmla="*/ 20429 h 25868"/>
                <a:gd name="connsiteX5" fmla="*/ 26837 w 31348"/>
                <a:gd name="connsiteY5" fmla="*/ 25536 h 25868"/>
                <a:gd name="connsiteX6" fmla="*/ 30672 w 31348"/>
                <a:gd name="connsiteY6" fmla="*/ 22982 h 25868"/>
                <a:gd name="connsiteX7" fmla="*/ 21087 w 31348"/>
                <a:gd name="connsiteY7" fmla="*/ 7022 h 25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48" h="25868">
                  <a:moveTo>
                    <a:pt x="21087" y="7022"/>
                  </a:moveTo>
                  <a:cubicBezTo>
                    <a:pt x="14058" y="1915"/>
                    <a:pt x="9585" y="0"/>
                    <a:pt x="7029" y="0"/>
                  </a:cubicBezTo>
                  <a:cubicBezTo>
                    <a:pt x="4473" y="0"/>
                    <a:pt x="3834" y="1277"/>
                    <a:pt x="2556" y="2554"/>
                  </a:cubicBezTo>
                  <a:cubicBezTo>
                    <a:pt x="639" y="4469"/>
                    <a:pt x="0" y="7022"/>
                    <a:pt x="0" y="8938"/>
                  </a:cubicBezTo>
                  <a:cubicBezTo>
                    <a:pt x="639" y="12768"/>
                    <a:pt x="3195" y="16598"/>
                    <a:pt x="8307" y="20429"/>
                  </a:cubicBezTo>
                  <a:cubicBezTo>
                    <a:pt x="13419" y="24259"/>
                    <a:pt x="21087" y="26813"/>
                    <a:pt x="26837" y="25536"/>
                  </a:cubicBezTo>
                  <a:cubicBezTo>
                    <a:pt x="29394" y="24897"/>
                    <a:pt x="30672" y="23621"/>
                    <a:pt x="30672" y="22982"/>
                  </a:cubicBezTo>
                  <a:cubicBezTo>
                    <a:pt x="33867" y="17237"/>
                    <a:pt x="24921" y="9576"/>
                    <a:pt x="21087" y="7022"/>
                  </a:cubicBezTo>
                  <a:close/>
                </a:path>
              </a:pathLst>
            </a:custGeom>
            <a:solidFill>
              <a:srgbClr val="046A38"/>
            </a:solidFill>
            <a:ln w="6390" cap="flat">
              <a:noFill/>
              <a:prstDash val="solid"/>
              <a:miter/>
            </a:ln>
          </p:spPr>
          <p:txBody>
            <a:bodyPr rtlCol="0" anchor="ctr"/>
            <a:lstStyle/>
            <a:p>
              <a:endParaRPr lang="en-US"/>
            </a:p>
          </p:txBody>
        </p:sp>
        <p:sp>
          <p:nvSpPr>
            <p:cNvPr id="546" name="Graphic 6">
              <a:extLst>
                <a:ext uri="{FF2B5EF4-FFF2-40B4-BE49-F238E27FC236}">
                  <a16:creationId xmlns:a16="http://schemas.microsoft.com/office/drawing/2014/main" id="{81656B54-F604-0341-861A-6DBFCB9E3DC8}"/>
                </a:ext>
              </a:extLst>
            </p:cNvPr>
            <p:cNvSpPr/>
            <p:nvPr/>
          </p:nvSpPr>
          <p:spPr>
            <a:xfrm>
              <a:off x="5223134" y="1584667"/>
              <a:ext cx="116345" cy="89104"/>
            </a:xfrm>
            <a:custGeom>
              <a:avLst/>
              <a:gdLst>
                <a:gd name="connsiteX0" fmla="*/ 58787 w 116345"/>
                <a:gd name="connsiteY0" fmla="*/ 0 h 89104"/>
                <a:gd name="connsiteX1" fmla="*/ 0 w 116345"/>
                <a:gd name="connsiteY1" fmla="*/ 54902 h 89104"/>
                <a:gd name="connsiteX2" fmla="*/ 17253 w 116345"/>
                <a:gd name="connsiteY2" fmla="*/ 88737 h 89104"/>
                <a:gd name="connsiteX3" fmla="*/ 37700 w 116345"/>
                <a:gd name="connsiteY3" fmla="*/ 75331 h 89104"/>
                <a:gd name="connsiteX4" fmla="*/ 58148 w 116345"/>
                <a:gd name="connsiteY4" fmla="*/ 60009 h 89104"/>
                <a:gd name="connsiteX5" fmla="*/ 78596 w 116345"/>
                <a:gd name="connsiteY5" fmla="*/ 75331 h 89104"/>
                <a:gd name="connsiteX6" fmla="*/ 99044 w 116345"/>
                <a:gd name="connsiteY6" fmla="*/ 88737 h 89104"/>
                <a:gd name="connsiteX7" fmla="*/ 116297 w 116345"/>
                <a:gd name="connsiteY7" fmla="*/ 54902 h 89104"/>
                <a:gd name="connsiteX8" fmla="*/ 58787 w 116345"/>
                <a:gd name="connsiteY8" fmla="*/ 0 h 89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345" h="89104">
                  <a:moveTo>
                    <a:pt x="58787" y="0"/>
                  </a:moveTo>
                  <a:cubicBezTo>
                    <a:pt x="23642" y="0"/>
                    <a:pt x="0" y="39581"/>
                    <a:pt x="0" y="54902"/>
                  </a:cubicBezTo>
                  <a:cubicBezTo>
                    <a:pt x="0" y="86184"/>
                    <a:pt x="12780" y="88099"/>
                    <a:pt x="17253" y="88737"/>
                  </a:cubicBezTo>
                  <a:cubicBezTo>
                    <a:pt x="27477" y="90652"/>
                    <a:pt x="31950" y="84907"/>
                    <a:pt x="37700" y="75331"/>
                  </a:cubicBezTo>
                  <a:cubicBezTo>
                    <a:pt x="42812" y="68308"/>
                    <a:pt x="47925" y="60009"/>
                    <a:pt x="58148" y="60009"/>
                  </a:cubicBezTo>
                  <a:cubicBezTo>
                    <a:pt x="68372" y="60009"/>
                    <a:pt x="74123" y="68308"/>
                    <a:pt x="78596" y="75331"/>
                  </a:cubicBezTo>
                  <a:cubicBezTo>
                    <a:pt x="84986" y="84907"/>
                    <a:pt x="89459" y="90652"/>
                    <a:pt x="99044" y="88737"/>
                  </a:cubicBezTo>
                  <a:cubicBezTo>
                    <a:pt x="103517" y="88099"/>
                    <a:pt x="116297" y="86184"/>
                    <a:pt x="116297" y="54902"/>
                  </a:cubicBezTo>
                  <a:cubicBezTo>
                    <a:pt x="117575" y="39581"/>
                    <a:pt x="93932" y="0"/>
                    <a:pt x="58787" y="0"/>
                  </a:cubicBezTo>
                  <a:close/>
                </a:path>
              </a:pathLst>
            </a:custGeom>
            <a:solidFill>
              <a:srgbClr val="046A38"/>
            </a:solidFill>
            <a:ln w="6390" cap="flat">
              <a:noFill/>
              <a:prstDash val="solid"/>
              <a:miter/>
            </a:ln>
          </p:spPr>
          <p:txBody>
            <a:bodyPr rtlCol="0" anchor="ctr"/>
            <a:lstStyle/>
            <a:p>
              <a:endParaRPr lang="en-US"/>
            </a:p>
          </p:txBody>
        </p:sp>
        <p:sp>
          <p:nvSpPr>
            <p:cNvPr id="547" name="Graphic 6">
              <a:extLst>
                <a:ext uri="{FF2B5EF4-FFF2-40B4-BE49-F238E27FC236}">
                  <a16:creationId xmlns:a16="http://schemas.microsoft.com/office/drawing/2014/main" id="{F6EA69AA-3932-7F4E-BFB1-FF7F3F070CD8}"/>
                </a:ext>
              </a:extLst>
            </p:cNvPr>
            <p:cNvSpPr/>
            <p:nvPr/>
          </p:nvSpPr>
          <p:spPr>
            <a:xfrm>
              <a:off x="5099808" y="1402085"/>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181474 w 362309"/>
                <a:gd name="connsiteY4" fmla="*/ 0 h 361971"/>
                <a:gd name="connsiteX5" fmla="*/ 192976 w 362309"/>
                <a:gd name="connsiteY5" fmla="*/ 106612 h 361971"/>
                <a:gd name="connsiteX6" fmla="*/ 224926 w 362309"/>
                <a:gd name="connsiteY6" fmla="*/ 77246 h 361971"/>
                <a:gd name="connsiteX7" fmla="*/ 241540 w 362309"/>
                <a:gd name="connsiteY7" fmla="*/ 88099 h 361971"/>
                <a:gd name="connsiteX8" fmla="*/ 244735 w 362309"/>
                <a:gd name="connsiteY8" fmla="*/ 117465 h 361971"/>
                <a:gd name="connsiteX9" fmla="*/ 223009 w 362309"/>
                <a:gd name="connsiteY9" fmla="*/ 146832 h 361971"/>
                <a:gd name="connsiteX10" fmla="*/ 212785 w 362309"/>
                <a:gd name="connsiteY10" fmla="*/ 149385 h 361971"/>
                <a:gd name="connsiteX11" fmla="*/ 205117 w 362309"/>
                <a:gd name="connsiteY11" fmla="*/ 147470 h 361971"/>
                <a:gd name="connsiteX12" fmla="*/ 192976 w 362309"/>
                <a:gd name="connsiteY12" fmla="*/ 106612 h 361971"/>
                <a:gd name="connsiteX13" fmla="*/ 121409 w 362309"/>
                <a:gd name="connsiteY13" fmla="*/ 88099 h 361971"/>
                <a:gd name="connsiteX14" fmla="*/ 138023 w 362309"/>
                <a:gd name="connsiteY14" fmla="*/ 77246 h 361971"/>
                <a:gd name="connsiteX15" fmla="*/ 169973 w 362309"/>
                <a:gd name="connsiteY15" fmla="*/ 106612 h 361971"/>
                <a:gd name="connsiteX16" fmla="*/ 157832 w 362309"/>
                <a:gd name="connsiteY16" fmla="*/ 148108 h 361971"/>
                <a:gd name="connsiteX17" fmla="*/ 150164 w 362309"/>
                <a:gd name="connsiteY17" fmla="*/ 150024 h 361971"/>
                <a:gd name="connsiteX18" fmla="*/ 139940 w 362309"/>
                <a:gd name="connsiteY18" fmla="*/ 147470 h 361971"/>
                <a:gd name="connsiteX19" fmla="*/ 118214 w 362309"/>
                <a:gd name="connsiteY19" fmla="*/ 118104 h 361971"/>
                <a:gd name="connsiteX20" fmla="*/ 121409 w 362309"/>
                <a:gd name="connsiteY20" fmla="*/ 88099 h 361971"/>
                <a:gd name="connsiteX21" fmla="*/ 102239 w 362309"/>
                <a:gd name="connsiteY21" fmla="*/ 185774 h 361971"/>
                <a:gd name="connsiteX22" fmla="*/ 78597 w 362309"/>
                <a:gd name="connsiteY22" fmla="*/ 177475 h 361971"/>
                <a:gd name="connsiteX23" fmla="*/ 65817 w 362309"/>
                <a:gd name="connsiteY23" fmla="*/ 157046 h 361971"/>
                <a:gd name="connsiteX24" fmla="*/ 70929 w 362309"/>
                <a:gd name="connsiteY24" fmla="*/ 141086 h 361971"/>
                <a:gd name="connsiteX25" fmla="*/ 106712 w 362309"/>
                <a:gd name="connsiteY25" fmla="*/ 143640 h 361971"/>
                <a:gd name="connsiteX26" fmla="*/ 119492 w 362309"/>
                <a:gd name="connsiteY26" fmla="*/ 176198 h 361971"/>
                <a:gd name="connsiteX27" fmla="*/ 106712 w 362309"/>
                <a:gd name="connsiteY27" fmla="*/ 185135 h 361971"/>
                <a:gd name="connsiteX28" fmla="*/ 102239 w 362309"/>
                <a:gd name="connsiteY28" fmla="*/ 185774 h 361971"/>
                <a:gd name="connsiteX29" fmla="*/ 225565 w 362309"/>
                <a:gd name="connsiteY29" fmla="*/ 284726 h 361971"/>
                <a:gd name="connsiteX30" fmla="*/ 219814 w 362309"/>
                <a:gd name="connsiteY30" fmla="*/ 285364 h 361971"/>
                <a:gd name="connsiteX31" fmla="*/ 191698 w 362309"/>
                <a:gd name="connsiteY31" fmla="*/ 265574 h 361971"/>
                <a:gd name="connsiteX32" fmla="*/ 181474 w 362309"/>
                <a:gd name="connsiteY32" fmla="*/ 255359 h 361971"/>
                <a:gd name="connsiteX33" fmla="*/ 171251 w 362309"/>
                <a:gd name="connsiteY33" fmla="*/ 265574 h 361971"/>
                <a:gd name="connsiteX34" fmla="*/ 138023 w 362309"/>
                <a:gd name="connsiteY34" fmla="*/ 284726 h 361971"/>
                <a:gd name="connsiteX35" fmla="*/ 109907 w 362309"/>
                <a:gd name="connsiteY35" fmla="*/ 238122 h 361971"/>
                <a:gd name="connsiteX36" fmla="*/ 181474 w 362309"/>
                <a:gd name="connsiteY36" fmla="*/ 170452 h 361971"/>
                <a:gd name="connsiteX37" fmla="*/ 253042 w 362309"/>
                <a:gd name="connsiteY37" fmla="*/ 238761 h 361971"/>
                <a:gd name="connsiteX38" fmla="*/ 225565 w 362309"/>
                <a:gd name="connsiteY38" fmla="*/ 284726 h 361971"/>
                <a:gd name="connsiteX39" fmla="*/ 283075 w 362309"/>
                <a:gd name="connsiteY39" fmla="*/ 177475 h 361971"/>
                <a:gd name="connsiteX40" fmla="*/ 259432 w 362309"/>
                <a:gd name="connsiteY40" fmla="*/ 185774 h 361971"/>
                <a:gd name="connsiteX41" fmla="*/ 253681 w 362309"/>
                <a:gd name="connsiteY41" fmla="*/ 185135 h 361971"/>
                <a:gd name="connsiteX42" fmla="*/ 240901 w 362309"/>
                <a:gd name="connsiteY42" fmla="*/ 176198 h 361971"/>
                <a:gd name="connsiteX43" fmla="*/ 253681 w 362309"/>
                <a:gd name="connsiteY43" fmla="*/ 143640 h 361971"/>
                <a:gd name="connsiteX44" fmla="*/ 289464 w 362309"/>
                <a:gd name="connsiteY44" fmla="*/ 141086 h 361971"/>
                <a:gd name="connsiteX45" fmla="*/ 294576 w 362309"/>
                <a:gd name="connsiteY45" fmla="*/ 157046 h 361971"/>
                <a:gd name="connsiteX46" fmla="*/ 283075 w 362309"/>
                <a:gd name="connsiteY46" fmla="*/ 17747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81715"/>
                    <a:pt x="281157" y="0"/>
                    <a:pt x="181474" y="0"/>
                  </a:cubicBezTo>
                  <a:close/>
                  <a:moveTo>
                    <a:pt x="192976" y="106612"/>
                  </a:moveTo>
                  <a:cubicBezTo>
                    <a:pt x="195532" y="98313"/>
                    <a:pt x="202561" y="72139"/>
                    <a:pt x="224926" y="77246"/>
                  </a:cubicBezTo>
                  <a:cubicBezTo>
                    <a:pt x="231955" y="78523"/>
                    <a:pt x="237706" y="82353"/>
                    <a:pt x="241540" y="88099"/>
                  </a:cubicBezTo>
                  <a:cubicBezTo>
                    <a:pt x="247291" y="97675"/>
                    <a:pt x="246652" y="109166"/>
                    <a:pt x="244735" y="117465"/>
                  </a:cubicBezTo>
                  <a:cubicBezTo>
                    <a:pt x="242179" y="129595"/>
                    <a:pt x="232594" y="141724"/>
                    <a:pt x="223009" y="146832"/>
                  </a:cubicBezTo>
                  <a:cubicBezTo>
                    <a:pt x="219814" y="148747"/>
                    <a:pt x="215980" y="149385"/>
                    <a:pt x="212785" y="149385"/>
                  </a:cubicBezTo>
                  <a:cubicBezTo>
                    <a:pt x="210229" y="149385"/>
                    <a:pt x="207673" y="148747"/>
                    <a:pt x="205117" y="147470"/>
                  </a:cubicBezTo>
                  <a:cubicBezTo>
                    <a:pt x="191698" y="141724"/>
                    <a:pt x="187864" y="127041"/>
                    <a:pt x="192976" y="106612"/>
                  </a:cubicBezTo>
                  <a:close/>
                  <a:moveTo>
                    <a:pt x="121409" y="88099"/>
                  </a:moveTo>
                  <a:cubicBezTo>
                    <a:pt x="125243" y="82353"/>
                    <a:pt x="130994" y="78523"/>
                    <a:pt x="138023" y="77246"/>
                  </a:cubicBezTo>
                  <a:cubicBezTo>
                    <a:pt x="160388" y="72777"/>
                    <a:pt x="168056" y="98313"/>
                    <a:pt x="169973" y="106612"/>
                  </a:cubicBezTo>
                  <a:cubicBezTo>
                    <a:pt x="175723" y="127041"/>
                    <a:pt x="171251" y="141724"/>
                    <a:pt x="157832" y="148108"/>
                  </a:cubicBezTo>
                  <a:cubicBezTo>
                    <a:pt x="155276" y="149385"/>
                    <a:pt x="152720" y="150024"/>
                    <a:pt x="150164" y="150024"/>
                  </a:cubicBezTo>
                  <a:cubicBezTo>
                    <a:pt x="146969" y="150024"/>
                    <a:pt x="143135" y="149385"/>
                    <a:pt x="139940" y="147470"/>
                  </a:cubicBezTo>
                  <a:cubicBezTo>
                    <a:pt x="129716" y="142363"/>
                    <a:pt x="120770" y="130233"/>
                    <a:pt x="118214" y="118104"/>
                  </a:cubicBezTo>
                  <a:cubicBezTo>
                    <a:pt x="116297" y="109166"/>
                    <a:pt x="115019" y="97675"/>
                    <a:pt x="121409" y="88099"/>
                  </a:cubicBezTo>
                  <a:close/>
                  <a:moveTo>
                    <a:pt x="102239" y="185774"/>
                  </a:moveTo>
                  <a:cubicBezTo>
                    <a:pt x="93932" y="185774"/>
                    <a:pt x="84986" y="182582"/>
                    <a:pt x="78597" y="177475"/>
                  </a:cubicBezTo>
                  <a:cubicBezTo>
                    <a:pt x="70929" y="171091"/>
                    <a:pt x="66456" y="164068"/>
                    <a:pt x="65817" y="157046"/>
                  </a:cubicBezTo>
                  <a:cubicBezTo>
                    <a:pt x="65177" y="151300"/>
                    <a:pt x="67094" y="146193"/>
                    <a:pt x="70929" y="141086"/>
                  </a:cubicBezTo>
                  <a:cubicBezTo>
                    <a:pt x="83069" y="126403"/>
                    <a:pt x="100961" y="139171"/>
                    <a:pt x="106712" y="143640"/>
                  </a:cubicBezTo>
                  <a:cubicBezTo>
                    <a:pt x="120770" y="153854"/>
                    <a:pt x="125243" y="165984"/>
                    <a:pt x="119492" y="176198"/>
                  </a:cubicBezTo>
                  <a:cubicBezTo>
                    <a:pt x="116936" y="180667"/>
                    <a:pt x="112463" y="183859"/>
                    <a:pt x="106712" y="185135"/>
                  </a:cubicBezTo>
                  <a:cubicBezTo>
                    <a:pt x="106073" y="185774"/>
                    <a:pt x="104156" y="185774"/>
                    <a:pt x="102239" y="185774"/>
                  </a:cubicBezTo>
                  <a:close/>
                  <a:moveTo>
                    <a:pt x="225565" y="284726"/>
                  </a:moveTo>
                  <a:cubicBezTo>
                    <a:pt x="223648" y="284726"/>
                    <a:pt x="221731" y="285364"/>
                    <a:pt x="219814" y="285364"/>
                  </a:cubicBezTo>
                  <a:cubicBezTo>
                    <a:pt x="205117" y="285364"/>
                    <a:pt x="197449" y="274511"/>
                    <a:pt x="191698" y="265574"/>
                  </a:cubicBezTo>
                  <a:cubicBezTo>
                    <a:pt x="187864" y="259190"/>
                    <a:pt x="184669" y="255359"/>
                    <a:pt x="181474" y="255359"/>
                  </a:cubicBezTo>
                  <a:cubicBezTo>
                    <a:pt x="178279" y="255359"/>
                    <a:pt x="175723" y="259190"/>
                    <a:pt x="171251" y="265574"/>
                  </a:cubicBezTo>
                  <a:cubicBezTo>
                    <a:pt x="164861" y="275150"/>
                    <a:pt x="156553" y="287918"/>
                    <a:pt x="138023" y="284726"/>
                  </a:cubicBezTo>
                  <a:cubicBezTo>
                    <a:pt x="125243" y="282810"/>
                    <a:pt x="109907" y="272596"/>
                    <a:pt x="109907" y="238122"/>
                  </a:cubicBezTo>
                  <a:cubicBezTo>
                    <a:pt x="109907" y="214502"/>
                    <a:pt x="139301" y="169814"/>
                    <a:pt x="181474" y="170452"/>
                  </a:cubicBezTo>
                  <a:cubicBezTo>
                    <a:pt x="223648" y="170452"/>
                    <a:pt x="253042" y="214502"/>
                    <a:pt x="253042" y="238761"/>
                  </a:cubicBezTo>
                  <a:cubicBezTo>
                    <a:pt x="253681" y="272596"/>
                    <a:pt x="238345" y="282172"/>
                    <a:pt x="225565" y="284726"/>
                  </a:cubicBezTo>
                  <a:close/>
                  <a:moveTo>
                    <a:pt x="283075" y="177475"/>
                  </a:moveTo>
                  <a:cubicBezTo>
                    <a:pt x="276685" y="182582"/>
                    <a:pt x="267739" y="185774"/>
                    <a:pt x="259432" y="185774"/>
                  </a:cubicBezTo>
                  <a:cubicBezTo>
                    <a:pt x="257515" y="185774"/>
                    <a:pt x="255597" y="185774"/>
                    <a:pt x="253681" y="185135"/>
                  </a:cubicBezTo>
                  <a:cubicBezTo>
                    <a:pt x="247930" y="183859"/>
                    <a:pt x="243457" y="180667"/>
                    <a:pt x="240901" y="176198"/>
                  </a:cubicBezTo>
                  <a:cubicBezTo>
                    <a:pt x="235150" y="165345"/>
                    <a:pt x="240262" y="153854"/>
                    <a:pt x="253681" y="143640"/>
                  </a:cubicBezTo>
                  <a:cubicBezTo>
                    <a:pt x="259432" y="139171"/>
                    <a:pt x="277323" y="126403"/>
                    <a:pt x="289464" y="141086"/>
                  </a:cubicBezTo>
                  <a:cubicBezTo>
                    <a:pt x="293298" y="145555"/>
                    <a:pt x="295215" y="151300"/>
                    <a:pt x="294576" y="157046"/>
                  </a:cubicBezTo>
                  <a:cubicBezTo>
                    <a:pt x="295215" y="164068"/>
                    <a:pt x="290742" y="171091"/>
                    <a:pt x="283075" y="177475"/>
                  </a:cubicBezTo>
                  <a:close/>
                </a:path>
              </a:pathLst>
            </a:custGeom>
            <a:solidFill>
              <a:srgbClr val="046A38"/>
            </a:solidFill>
            <a:ln w="6390" cap="flat">
              <a:noFill/>
              <a:prstDash val="solid"/>
              <a:miter/>
            </a:ln>
          </p:spPr>
          <p:txBody>
            <a:bodyPr rtlCol="0" anchor="ctr"/>
            <a:lstStyle/>
            <a:p>
              <a:endParaRPr lang="en-US"/>
            </a:p>
          </p:txBody>
        </p:sp>
        <p:sp>
          <p:nvSpPr>
            <p:cNvPr id="548" name="Graphic 6">
              <a:extLst>
                <a:ext uri="{FF2B5EF4-FFF2-40B4-BE49-F238E27FC236}">
                  <a16:creationId xmlns:a16="http://schemas.microsoft.com/office/drawing/2014/main" id="{26BE297F-2A1F-9D4A-AB9B-737574C4EAC0}"/>
                </a:ext>
              </a:extLst>
            </p:cNvPr>
            <p:cNvSpPr/>
            <p:nvPr/>
          </p:nvSpPr>
          <p:spPr>
            <a:xfrm>
              <a:off x="5352173" y="1548916"/>
              <a:ext cx="31348" cy="26506"/>
            </a:xfrm>
            <a:custGeom>
              <a:avLst/>
              <a:gdLst>
                <a:gd name="connsiteX0" fmla="*/ 24320 w 31348"/>
                <a:gd name="connsiteY0" fmla="*/ 0 h 26506"/>
                <a:gd name="connsiteX1" fmla="*/ 10262 w 31348"/>
                <a:gd name="connsiteY1" fmla="*/ 7022 h 26506"/>
                <a:gd name="connsiteX2" fmla="*/ 677 w 31348"/>
                <a:gd name="connsiteY2" fmla="*/ 23621 h 26506"/>
                <a:gd name="connsiteX3" fmla="*/ 4511 w 31348"/>
                <a:gd name="connsiteY3" fmla="*/ 26174 h 26506"/>
                <a:gd name="connsiteX4" fmla="*/ 23042 w 31348"/>
                <a:gd name="connsiteY4" fmla="*/ 21067 h 26506"/>
                <a:gd name="connsiteX5" fmla="*/ 31348 w 31348"/>
                <a:gd name="connsiteY5" fmla="*/ 9576 h 26506"/>
                <a:gd name="connsiteX6" fmla="*/ 28792 w 31348"/>
                <a:gd name="connsiteY6" fmla="*/ 3192 h 26506"/>
                <a:gd name="connsiteX7" fmla="*/ 24320 w 31348"/>
                <a:gd name="connsiteY7" fmla="*/ 0 h 2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48" h="26506">
                  <a:moveTo>
                    <a:pt x="24320" y="0"/>
                  </a:moveTo>
                  <a:cubicBezTo>
                    <a:pt x="21763" y="0"/>
                    <a:pt x="17290" y="1915"/>
                    <a:pt x="10262" y="7022"/>
                  </a:cubicBezTo>
                  <a:cubicBezTo>
                    <a:pt x="6427" y="9576"/>
                    <a:pt x="-2518" y="17237"/>
                    <a:pt x="677" y="23621"/>
                  </a:cubicBezTo>
                  <a:cubicBezTo>
                    <a:pt x="677" y="24259"/>
                    <a:pt x="1316" y="25536"/>
                    <a:pt x="4511" y="26174"/>
                  </a:cubicBezTo>
                  <a:cubicBezTo>
                    <a:pt x="9622" y="27451"/>
                    <a:pt x="17930" y="24897"/>
                    <a:pt x="23042" y="21067"/>
                  </a:cubicBezTo>
                  <a:cubicBezTo>
                    <a:pt x="28153" y="17237"/>
                    <a:pt x="30710" y="12768"/>
                    <a:pt x="31348" y="9576"/>
                  </a:cubicBezTo>
                  <a:cubicBezTo>
                    <a:pt x="31348" y="7661"/>
                    <a:pt x="30710" y="5107"/>
                    <a:pt x="28792" y="3192"/>
                  </a:cubicBezTo>
                  <a:cubicBezTo>
                    <a:pt x="27515" y="1277"/>
                    <a:pt x="26236" y="0"/>
                    <a:pt x="24320" y="0"/>
                  </a:cubicBezTo>
                  <a:close/>
                </a:path>
              </a:pathLst>
            </a:custGeom>
            <a:solidFill>
              <a:srgbClr val="046A38"/>
            </a:solidFill>
            <a:ln w="6390" cap="flat">
              <a:noFill/>
              <a:prstDash val="solid"/>
              <a:miter/>
            </a:ln>
          </p:spPr>
          <p:txBody>
            <a:bodyPr rtlCol="0" anchor="ctr"/>
            <a:lstStyle/>
            <a:p>
              <a:endParaRPr lang="en-US"/>
            </a:p>
          </p:txBody>
        </p:sp>
        <p:sp>
          <p:nvSpPr>
            <p:cNvPr id="549" name="Graphic 6">
              <a:extLst>
                <a:ext uri="{FF2B5EF4-FFF2-40B4-BE49-F238E27FC236}">
                  <a16:creationId xmlns:a16="http://schemas.microsoft.com/office/drawing/2014/main" id="{02CDD519-AC42-314B-B3DE-84A2F82593FE}"/>
                </a:ext>
              </a:extLst>
            </p:cNvPr>
            <p:cNvSpPr/>
            <p:nvPr/>
          </p:nvSpPr>
          <p:spPr>
            <a:xfrm>
              <a:off x="5303432" y="1490822"/>
              <a:ext cx="30084" cy="47879"/>
            </a:xfrm>
            <a:custGeom>
              <a:avLst/>
              <a:gdLst>
                <a:gd name="connsiteX0" fmla="*/ 6605 w 30084"/>
                <a:gd name="connsiteY0" fmla="*/ 47242 h 47879"/>
                <a:gd name="connsiteX1" fmla="*/ 13634 w 30084"/>
                <a:gd name="connsiteY1" fmla="*/ 46603 h 47879"/>
                <a:gd name="connsiteX2" fmla="*/ 28970 w 30084"/>
                <a:gd name="connsiteY2" fmla="*/ 25536 h 47879"/>
                <a:gd name="connsiteX3" fmla="*/ 27692 w 30084"/>
                <a:gd name="connsiteY3" fmla="*/ 5746 h 47879"/>
                <a:gd name="connsiteX4" fmla="*/ 19385 w 30084"/>
                <a:gd name="connsiteY4" fmla="*/ 0 h 47879"/>
                <a:gd name="connsiteX5" fmla="*/ 16829 w 30084"/>
                <a:gd name="connsiteY5" fmla="*/ 0 h 47879"/>
                <a:gd name="connsiteX6" fmla="*/ 2132 w 30084"/>
                <a:gd name="connsiteY6" fmla="*/ 21067 h 47879"/>
                <a:gd name="connsiteX7" fmla="*/ 6605 w 30084"/>
                <a:gd name="connsiteY7" fmla="*/ 47242 h 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084" h="47879">
                  <a:moveTo>
                    <a:pt x="6605" y="47242"/>
                  </a:moveTo>
                  <a:cubicBezTo>
                    <a:pt x="7244" y="47880"/>
                    <a:pt x="9800" y="48518"/>
                    <a:pt x="13634" y="46603"/>
                  </a:cubicBezTo>
                  <a:cubicBezTo>
                    <a:pt x="20024" y="43411"/>
                    <a:pt x="27053" y="33835"/>
                    <a:pt x="28970" y="25536"/>
                  </a:cubicBezTo>
                  <a:cubicBezTo>
                    <a:pt x="30887" y="17237"/>
                    <a:pt x="30248" y="10214"/>
                    <a:pt x="27692" y="5746"/>
                  </a:cubicBezTo>
                  <a:cubicBezTo>
                    <a:pt x="25775" y="3192"/>
                    <a:pt x="23219" y="1277"/>
                    <a:pt x="19385" y="0"/>
                  </a:cubicBezTo>
                  <a:cubicBezTo>
                    <a:pt x="18746" y="0"/>
                    <a:pt x="17468" y="0"/>
                    <a:pt x="16829" y="0"/>
                  </a:cubicBezTo>
                  <a:cubicBezTo>
                    <a:pt x="11717" y="0"/>
                    <a:pt x="6605" y="3830"/>
                    <a:pt x="2132" y="21067"/>
                  </a:cubicBezTo>
                  <a:cubicBezTo>
                    <a:pt x="-424" y="29366"/>
                    <a:pt x="-2341" y="43411"/>
                    <a:pt x="6605" y="47242"/>
                  </a:cubicBezTo>
                  <a:close/>
                </a:path>
              </a:pathLst>
            </a:custGeom>
            <a:solidFill>
              <a:srgbClr val="046A38"/>
            </a:solidFill>
            <a:ln w="6390" cap="flat">
              <a:noFill/>
              <a:prstDash val="solid"/>
              <a:miter/>
            </a:ln>
          </p:spPr>
          <p:txBody>
            <a:bodyPr rtlCol="0" anchor="ctr"/>
            <a:lstStyle/>
            <a:p>
              <a:endParaRPr lang="en-US"/>
            </a:p>
          </p:txBody>
        </p:sp>
      </p:grpSp>
      <p:grpSp>
        <p:nvGrpSpPr>
          <p:cNvPr id="550" name="Graphic 6">
            <a:extLst>
              <a:ext uri="{FF2B5EF4-FFF2-40B4-BE49-F238E27FC236}">
                <a16:creationId xmlns:a16="http://schemas.microsoft.com/office/drawing/2014/main" id="{E4DEF910-248C-A648-B401-8178ED987865}"/>
              </a:ext>
            </a:extLst>
          </p:cNvPr>
          <p:cNvGrpSpPr/>
          <p:nvPr/>
        </p:nvGrpSpPr>
        <p:grpSpPr>
          <a:xfrm>
            <a:off x="5098530" y="2855079"/>
            <a:ext cx="362312" cy="361971"/>
            <a:chOff x="5098530" y="2855079"/>
            <a:chExt cx="362312" cy="361971"/>
          </a:xfrm>
          <a:solidFill>
            <a:srgbClr val="046A38"/>
          </a:solidFill>
        </p:grpSpPr>
        <p:sp>
          <p:nvSpPr>
            <p:cNvPr id="551" name="Graphic 6">
              <a:extLst>
                <a:ext uri="{FF2B5EF4-FFF2-40B4-BE49-F238E27FC236}">
                  <a16:creationId xmlns:a16="http://schemas.microsoft.com/office/drawing/2014/main" id="{BD4DA1BB-B684-3A42-BE64-89AAE73B6B85}"/>
                </a:ext>
              </a:extLst>
            </p:cNvPr>
            <p:cNvSpPr/>
            <p:nvPr/>
          </p:nvSpPr>
          <p:spPr>
            <a:xfrm>
              <a:off x="5098530" y="2855079"/>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181474 w 362312"/>
                <a:gd name="connsiteY4" fmla="*/ 0 h 361971"/>
                <a:gd name="connsiteX5" fmla="*/ 280518 w 362312"/>
                <a:gd name="connsiteY5" fmla="*/ 210033 h 361971"/>
                <a:gd name="connsiteX6" fmla="*/ 280518 w 362312"/>
                <a:gd name="connsiteY6" fmla="*/ 231100 h 361971"/>
                <a:gd name="connsiteX7" fmla="*/ 277962 w 362312"/>
                <a:gd name="connsiteY7" fmla="*/ 236207 h 361971"/>
                <a:gd name="connsiteX8" fmla="*/ 228760 w 362312"/>
                <a:gd name="connsiteY8" fmla="*/ 230462 h 361971"/>
                <a:gd name="connsiteX9" fmla="*/ 180196 w 362312"/>
                <a:gd name="connsiteY9" fmla="*/ 213225 h 361971"/>
                <a:gd name="connsiteX10" fmla="*/ 173806 w 362312"/>
                <a:gd name="connsiteY10" fmla="*/ 227270 h 361971"/>
                <a:gd name="connsiteX11" fmla="*/ 175723 w 362312"/>
                <a:gd name="connsiteY11" fmla="*/ 240676 h 361971"/>
                <a:gd name="connsiteX12" fmla="*/ 177001 w 362312"/>
                <a:gd name="connsiteY12" fmla="*/ 244506 h 361971"/>
                <a:gd name="connsiteX13" fmla="*/ 179557 w 362312"/>
                <a:gd name="connsiteY13" fmla="*/ 251529 h 361971"/>
                <a:gd name="connsiteX14" fmla="*/ 179557 w 362312"/>
                <a:gd name="connsiteY14" fmla="*/ 282172 h 361971"/>
                <a:gd name="connsiteX15" fmla="*/ 173167 w 362312"/>
                <a:gd name="connsiteY15" fmla="*/ 287918 h 361971"/>
                <a:gd name="connsiteX16" fmla="*/ 172528 w 362312"/>
                <a:gd name="connsiteY16" fmla="*/ 287918 h 361971"/>
                <a:gd name="connsiteX17" fmla="*/ 167416 w 362312"/>
                <a:gd name="connsiteY17" fmla="*/ 280895 h 361971"/>
                <a:gd name="connsiteX18" fmla="*/ 167416 w 362312"/>
                <a:gd name="connsiteY18" fmla="*/ 255359 h 361971"/>
                <a:gd name="connsiteX19" fmla="*/ 165499 w 362312"/>
                <a:gd name="connsiteY19" fmla="*/ 249614 h 361971"/>
                <a:gd name="connsiteX20" fmla="*/ 163582 w 362312"/>
                <a:gd name="connsiteY20" fmla="*/ 245145 h 361971"/>
                <a:gd name="connsiteX21" fmla="*/ 161026 w 362312"/>
                <a:gd name="connsiteY21" fmla="*/ 225993 h 361971"/>
                <a:gd name="connsiteX22" fmla="*/ 176362 w 362312"/>
                <a:gd name="connsiteY22" fmla="*/ 198542 h 361971"/>
                <a:gd name="connsiteX23" fmla="*/ 182113 w 362312"/>
                <a:gd name="connsiteY23" fmla="*/ 196627 h 361971"/>
                <a:gd name="connsiteX24" fmla="*/ 186586 w 362312"/>
                <a:gd name="connsiteY24" fmla="*/ 200457 h 361971"/>
                <a:gd name="connsiteX25" fmla="*/ 230038 w 362312"/>
                <a:gd name="connsiteY25" fmla="*/ 217694 h 361971"/>
                <a:gd name="connsiteX26" fmla="*/ 235150 w 362312"/>
                <a:gd name="connsiteY26" fmla="*/ 219609 h 361971"/>
                <a:gd name="connsiteX27" fmla="*/ 266460 w 362312"/>
                <a:gd name="connsiteY27" fmla="*/ 227270 h 361971"/>
                <a:gd name="connsiteX28" fmla="*/ 266460 w 362312"/>
                <a:gd name="connsiteY28" fmla="*/ 209395 h 361971"/>
                <a:gd name="connsiteX29" fmla="*/ 266460 w 362312"/>
                <a:gd name="connsiteY29" fmla="*/ 208756 h 361971"/>
                <a:gd name="connsiteX30" fmla="*/ 261348 w 362312"/>
                <a:gd name="connsiteY30" fmla="*/ 199819 h 361971"/>
                <a:gd name="connsiteX31" fmla="*/ 255597 w 362312"/>
                <a:gd name="connsiteY31" fmla="*/ 194711 h 361971"/>
                <a:gd name="connsiteX32" fmla="*/ 224287 w 362312"/>
                <a:gd name="connsiteY32" fmla="*/ 148108 h 361971"/>
                <a:gd name="connsiteX33" fmla="*/ 200644 w 362312"/>
                <a:gd name="connsiteY33" fmla="*/ 130233 h 361971"/>
                <a:gd name="connsiteX34" fmla="*/ 195532 w 362312"/>
                <a:gd name="connsiteY34" fmla="*/ 123849 h 361971"/>
                <a:gd name="connsiteX35" fmla="*/ 195532 w 362312"/>
                <a:gd name="connsiteY35" fmla="*/ 103420 h 361971"/>
                <a:gd name="connsiteX36" fmla="*/ 179557 w 362312"/>
                <a:gd name="connsiteY36" fmla="*/ 125764 h 361971"/>
                <a:gd name="connsiteX37" fmla="*/ 171889 w 362312"/>
                <a:gd name="connsiteY37" fmla="*/ 129595 h 361971"/>
                <a:gd name="connsiteX38" fmla="*/ 159109 w 362312"/>
                <a:gd name="connsiteY38" fmla="*/ 125126 h 361971"/>
                <a:gd name="connsiteX39" fmla="*/ 159109 w 362312"/>
                <a:gd name="connsiteY39" fmla="*/ 144916 h 361971"/>
                <a:gd name="connsiteX40" fmla="*/ 152719 w 362312"/>
                <a:gd name="connsiteY40" fmla="*/ 151300 h 361971"/>
                <a:gd name="connsiteX41" fmla="*/ 137384 w 362312"/>
                <a:gd name="connsiteY41" fmla="*/ 151300 h 361971"/>
                <a:gd name="connsiteX42" fmla="*/ 137384 w 362312"/>
                <a:gd name="connsiteY42" fmla="*/ 173644 h 361971"/>
                <a:gd name="connsiteX43" fmla="*/ 130994 w 362312"/>
                <a:gd name="connsiteY43" fmla="*/ 180028 h 361971"/>
                <a:gd name="connsiteX44" fmla="*/ 115658 w 362312"/>
                <a:gd name="connsiteY44" fmla="*/ 180028 h 361971"/>
                <a:gd name="connsiteX45" fmla="*/ 115658 w 362312"/>
                <a:gd name="connsiteY45" fmla="*/ 202372 h 361971"/>
                <a:gd name="connsiteX46" fmla="*/ 109268 w 362312"/>
                <a:gd name="connsiteY46" fmla="*/ 208756 h 361971"/>
                <a:gd name="connsiteX47" fmla="*/ 87542 w 362312"/>
                <a:gd name="connsiteY47" fmla="*/ 208756 h 361971"/>
                <a:gd name="connsiteX48" fmla="*/ 81152 w 362312"/>
                <a:gd name="connsiteY48" fmla="*/ 202372 h 361971"/>
                <a:gd name="connsiteX49" fmla="*/ 87542 w 362312"/>
                <a:gd name="connsiteY49" fmla="*/ 195988 h 361971"/>
                <a:gd name="connsiteX50" fmla="*/ 102878 w 362312"/>
                <a:gd name="connsiteY50" fmla="*/ 195988 h 361971"/>
                <a:gd name="connsiteX51" fmla="*/ 102878 w 362312"/>
                <a:gd name="connsiteY51" fmla="*/ 173644 h 361971"/>
                <a:gd name="connsiteX52" fmla="*/ 109268 w 362312"/>
                <a:gd name="connsiteY52" fmla="*/ 167260 h 361971"/>
                <a:gd name="connsiteX53" fmla="*/ 124604 w 362312"/>
                <a:gd name="connsiteY53" fmla="*/ 167260 h 361971"/>
                <a:gd name="connsiteX54" fmla="*/ 124604 w 362312"/>
                <a:gd name="connsiteY54" fmla="*/ 144916 h 361971"/>
                <a:gd name="connsiteX55" fmla="*/ 130994 w 362312"/>
                <a:gd name="connsiteY55" fmla="*/ 138532 h 361971"/>
                <a:gd name="connsiteX56" fmla="*/ 146329 w 362312"/>
                <a:gd name="connsiteY56" fmla="*/ 138532 h 361971"/>
                <a:gd name="connsiteX57" fmla="*/ 146329 w 362312"/>
                <a:gd name="connsiteY57" fmla="*/ 116188 h 361971"/>
                <a:gd name="connsiteX58" fmla="*/ 148885 w 362312"/>
                <a:gd name="connsiteY58" fmla="*/ 111081 h 361971"/>
                <a:gd name="connsiteX59" fmla="*/ 154636 w 362312"/>
                <a:gd name="connsiteY59" fmla="*/ 110443 h 361971"/>
                <a:gd name="connsiteX60" fmla="*/ 170611 w 362312"/>
                <a:gd name="connsiteY60" fmla="*/ 115550 h 361971"/>
                <a:gd name="connsiteX61" fmla="*/ 203200 w 362312"/>
                <a:gd name="connsiteY61" fmla="*/ 88737 h 361971"/>
                <a:gd name="connsiteX62" fmla="*/ 208951 w 362312"/>
                <a:gd name="connsiteY62" fmla="*/ 95121 h 361971"/>
                <a:gd name="connsiteX63" fmla="*/ 208951 w 362312"/>
                <a:gd name="connsiteY63" fmla="*/ 116188 h 361971"/>
                <a:gd name="connsiteX64" fmla="*/ 255597 w 362312"/>
                <a:gd name="connsiteY64" fmla="*/ 76608 h 361971"/>
                <a:gd name="connsiteX65" fmla="*/ 263265 w 362312"/>
                <a:gd name="connsiteY65" fmla="*/ 76608 h 361971"/>
                <a:gd name="connsiteX66" fmla="*/ 265182 w 362312"/>
                <a:gd name="connsiteY66" fmla="*/ 84268 h 361971"/>
                <a:gd name="connsiteX67" fmla="*/ 237705 w 362312"/>
                <a:gd name="connsiteY67" fmla="*/ 146832 h 361971"/>
                <a:gd name="connsiteX68" fmla="*/ 265182 w 362312"/>
                <a:gd name="connsiteY68" fmla="*/ 185774 h 361971"/>
                <a:gd name="connsiteX69" fmla="*/ 271572 w 362312"/>
                <a:gd name="connsiteY69" fmla="*/ 191519 h 361971"/>
                <a:gd name="connsiteX70" fmla="*/ 280518 w 362312"/>
                <a:gd name="connsiteY70" fmla="*/ 210033 h 361971"/>
                <a:gd name="connsiteX71" fmla="*/ 200005 w 362312"/>
                <a:gd name="connsiteY71" fmla="*/ 166622 h 361971"/>
                <a:gd name="connsiteX72" fmla="*/ 210229 w 362312"/>
                <a:gd name="connsiteY72" fmla="*/ 156408 h 361971"/>
                <a:gd name="connsiteX73" fmla="*/ 220453 w 362312"/>
                <a:gd name="connsiteY73" fmla="*/ 166622 h 361971"/>
                <a:gd name="connsiteX74" fmla="*/ 210229 w 362312"/>
                <a:gd name="connsiteY74" fmla="*/ 176836 h 361971"/>
                <a:gd name="connsiteX75" fmla="*/ 200005 w 362312"/>
                <a:gd name="connsiteY75" fmla="*/ 16662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2312" h="361971">
                  <a:moveTo>
                    <a:pt x="181474" y="0"/>
                  </a:moveTo>
                  <a:cubicBezTo>
                    <a:pt x="81152" y="0"/>
                    <a:pt x="0" y="81076"/>
                    <a:pt x="0" y="180667"/>
                  </a:cubicBezTo>
                  <a:cubicBezTo>
                    <a:pt x="0" y="280895"/>
                    <a:pt x="81152" y="361972"/>
                    <a:pt x="180835" y="361972"/>
                  </a:cubicBezTo>
                  <a:cubicBezTo>
                    <a:pt x="281157" y="361972"/>
                    <a:pt x="362309" y="280895"/>
                    <a:pt x="362309" y="181305"/>
                  </a:cubicBezTo>
                  <a:cubicBezTo>
                    <a:pt x="362948" y="81076"/>
                    <a:pt x="281796" y="0"/>
                    <a:pt x="181474" y="0"/>
                  </a:cubicBezTo>
                  <a:close/>
                  <a:moveTo>
                    <a:pt x="280518" y="210033"/>
                  </a:moveTo>
                  <a:lnTo>
                    <a:pt x="280518" y="231100"/>
                  </a:lnTo>
                  <a:cubicBezTo>
                    <a:pt x="280518" y="233015"/>
                    <a:pt x="279240" y="234930"/>
                    <a:pt x="277962" y="236207"/>
                  </a:cubicBezTo>
                  <a:cubicBezTo>
                    <a:pt x="257514" y="250252"/>
                    <a:pt x="238345" y="239399"/>
                    <a:pt x="228760" y="230462"/>
                  </a:cubicBezTo>
                  <a:cubicBezTo>
                    <a:pt x="200644" y="231738"/>
                    <a:pt x="187225" y="221524"/>
                    <a:pt x="180196" y="213225"/>
                  </a:cubicBezTo>
                  <a:cubicBezTo>
                    <a:pt x="177001" y="217694"/>
                    <a:pt x="174445" y="222163"/>
                    <a:pt x="173806" y="227270"/>
                  </a:cubicBezTo>
                  <a:cubicBezTo>
                    <a:pt x="173167" y="231738"/>
                    <a:pt x="173806" y="236207"/>
                    <a:pt x="175723" y="240676"/>
                  </a:cubicBezTo>
                  <a:cubicBezTo>
                    <a:pt x="176362" y="241953"/>
                    <a:pt x="177001" y="243230"/>
                    <a:pt x="177001" y="244506"/>
                  </a:cubicBezTo>
                  <a:cubicBezTo>
                    <a:pt x="177640" y="246422"/>
                    <a:pt x="178918" y="248975"/>
                    <a:pt x="179557" y="251529"/>
                  </a:cubicBezTo>
                  <a:cubicBezTo>
                    <a:pt x="182752" y="262382"/>
                    <a:pt x="181474" y="272596"/>
                    <a:pt x="179557" y="282172"/>
                  </a:cubicBezTo>
                  <a:cubicBezTo>
                    <a:pt x="178918" y="285364"/>
                    <a:pt x="176362" y="287918"/>
                    <a:pt x="173167" y="287918"/>
                  </a:cubicBezTo>
                  <a:lnTo>
                    <a:pt x="172528" y="287918"/>
                  </a:lnTo>
                  <a:cubicBezTo>
                    <a:pt x="169333" y="287279"/>
                    <a:pt x="166777" y="284087"/>
                    <a:pt x="167416" y="280895"/>
                  </a:cubicBezTo>
                  <a:cubicBezTo>
                    <a:pt x="168694" y="272596"/>
                    <a:pt x="169972" y="263658"/>
                    <a:pt x="167416" y="255359"/>
                  </a:cubicBezTo>
                  <a:cubicBezTo>
                    <a:pt x="166777" y="253444"/>
                    <a:pt x="166138" y="251529"/>
                    <a:pt x="165499" y="249614"/>
                  </a:cubicBezTo>
                  <a:cubicBezTo>
                    <a:pt x="164860" y="248337"/>
                    <a:pt x="164221" y="247060"/>
                    <a:pt x="163582" y="245145"/>
                  </a:cubicBezTo>
                  <a:cubicBezTo>
                    <a:pt x="161026" y="238761"/>
                    <a:pt x="160387" y="232377"/>
                    <a:pt x="161026" y="225993"/>
                  </a:cubicBezTo>
                  <a:cubicBezTo>
                    <a:pt x="162304" y="214502"/>
                    <a:pt x="169333" y="206203"/>
                    <a:pt x="176362" y="198542"/>
                  </a:cubicBezTo>
                  <a:cubicBezTo>
                    <a:pt x="177640" y="196627"/>
                    <a:pt x="180196" y="195988"/>
                    <a:pt x="182113" y="196627"/>
                  </a:cubicBezTo>
                  <a:cubicBezTo>
                    <a:pt x="184030" y="197265"/>
                    <a:pt x="185947" y="198542"/>
                    <a:pt x="186586" y="200457"/>
                  </a:cubicBezTo>
                  <a:cubicBezTo>
                    <a:pt x="186586" y="201095"/>
                    <a:pt x="194893" y="220247"/>
                    <a:pt x="230038" y="217694"/>
                  </a:cubicBezTo>
                  <a:cubicBezTo>
                    <a:pt x="231955" y="217694"/>
                    <a:pt x="233872" y="218332"/>
                    <a:pt x="235150" y="219609"/>
                  </a:cubicBezTo>
                  <a:cubicBezTo>
                    <a:pt x="236428" y="221524"/>
                    <a:pt x="250485" y="236207"/>
                    <a:pt x="266460" y="227270"/>
                  </a:cubicBezTo>
                  <a:lnTo>
                    <a:pt x="266460" y="209395"/>
                  </a:lnTo>
                  <a:lnTo>
                    <a:pt x="266460" y="208756"/>
                  </a:lnTo>
                  <a:cubicBezTo>
                    <a:pt x="266460" y="208756"/>
                    <a:pt x="266460" y="204926"/>
                    <a:pt x="261348" y="199819"/>
                  </a:cubicBezTo>
                  <a:cubicBezTo>
                    <a:pt x="260070" y="198542"/>
                    <a:pt x="258153" y="196627"/>
                    <a:pt x="255597" y="194711"/>
                  </a:cubicBezTo>
                  <a:cubicBezTo>
                    <a:pt x="244735" y="185135"/>
                    <a:pt x="228120" y="170452"/>
                    <a:pt x="224287" y="148108"/>
                  </a:cubicBezTo>
                  <a:cubicBezTo>
                    <a:pt x="217897" y="141086"/>
                    <a:pt x="207034" y="131510"/>
                    <a:pt x="200644" y="130233"/>
                  </a:cubicBezTo>
                  <a:cubicBezTo>
                    <a:pt x="197449" y="129595"/>
                    <a:pt x="195532" y="127041"/>
                    <a:pt x="195532" y="123849"/>
                  </a:cubicBezTo>
                  <a:lnTo>
                    <a:pt x="195532" y="103420"/>
                  </a:lnTo>
                  <a:cubicBezTo>
                    <a:pt x="191059" y="105974"/>
                    <a:pt x="184669" y="111720"/>
                    <a:pt x="179557" y="125764"/>
                  </a:cubicBezTo>
                  <a:cubicBezTo>
                    <a:pt x="178279" y="128956"/>
                    <a:pt x="175084" y="130872"/>
                    <a:pt x="171889" y="129595"/>
                  </a:cubicBezTo>
                  <a:lnTo>
                    <a:pt x="159109" y="125126"/>
                  </a:lnTo>
                  <a:lnTo>
                    <a:pt x="159109" y="144916"/>
                  </a:lnTo>
                  <a:cubicBezTo>
                    <a:pt x="159109" y="148747"/>
                    <a:pt x="156553" y="151300"/>
                    <a:pt x="152719" y="151300"/>
                  </a:cubicBezTo>
                  <a:lnTo>
                    <a:pt x="137384" y="151300"/>
                  </a:lnTo>
                  <a:lnTo>
                    <a:pt x="137384" y="173644"/>
                  </a:lnTo>
                  <a:cubicBezTo>
                    <a:pt x="137384" y="177475"/>
                    <a:pt x="134828" y="180028"/>
                    <a:pt x="130994" y="180028"/>
                  </a:cubicBezTo>
                  <a:lnTo>
                    <a:pt x="115658" y="180028"/>
                  </a:lnTo>
                  <a:lnTo>
                    <a:pt x="115658" y="202372"/>
                  </a:lnTo>
                  <a:cubicBezTo>
                    <a:pt x="115658" y="206203"/>
                    <a:pt x="113102" y="208756"/>
                    <a:pt x="109268" y="208756"/>
                  </a:cubicBezTo>
                  <a:lnTo>
                    <a:pt x="87542" y="208756"/>
                  </a:lnTo>
                  <a:cubicBezTo>
                    <a:pt x="83708" y="208756"/>
                    <a:pt x="81152" y="206203"/>
                    <a:pt x="81152" y="202372"/>
                  </a:cubicBezTo>
                  <a:cubicBezTo>
                    <a:pt x="81152" y="198542"/>
                    <a:pt x="83708" y="195988"/>
                    <a:pt x="87542" y="195988"/>
                  </a:cubicBezTo>
                  <a:lnTo>
                    <a:pt x="102878" y="195988"/>
                  </a:lnTo>
                  <a:lnTo>
                    <a:pt x="102878" y="173644"/>
                  </a:lnTo>
                  <a:cubicBezTo>
                    <a:pt x="102878" y="169814"/>
                    <a:pt x="105434" y="167260"/>
                    <a:pt x="109268" y="167260"/>
                  </a:cubicBezTo>
                  <a:lnTo>
                    <a:pt x="124604" y="167260"/>
                  </a:lnTo>
                  <a:lnTo>
                    <a:pt x="124604" y="144916"/>
                  </a:lnTo>
                  <a:cubicBezTo>
                    <a:pt x="124604" y="141086"/>
                    <a:pt x="127160" y="138532"/>
                    <a:pt x="130994" y="138532"/>
                  </a:cubicBezTo>
                  <a:lnTo>
                    <a:pt x="146329" y="138532"/>
                  </a:lnTo>
                  <a:lnTo>
                    <a:pt x="146329" y="116188"/>
                  </a:lnTo>
                  <a:cubicBezTo>
                    <a:pt x="146329" y="114273"/>
                    <a:pt x="147607" y="112358"/>
                    <a:pt x="148885" y="111081"/>
                  </a:cubicBezTo>
                  <a:cubicBezTo>
                    <a:pt x="150802" y="109804"/>
                    <a:pt x="152719" y="109804"/>
                    <a:pt x="154636" y="110443"/>
                  </a:cubicBezTo>
                  <a:lnTo>
                    <a:pt x="170611" y="115550"/>
                  </a:lnTo>
                  <a:cubicBezTo>
                    <a:pt x="184030" y="87460"/>
                    <a:pt x="202561" y="88737"/>
                    <a:pt x="203200" y="88737"/>
                  </a:cubicBezTo>
                  <a:cubicBezTo>
                    <a:pt x="206395" y="88737"/>
                    <a:pt x="208951" y="91929"/>
                    <a:pt x="208951" y="95121"/>
                  </a:cubicBezTo>
                  <a:lnTo>
                    <a:pt x="208951" y="116188"/>
                  </a:lnTo>
                  <a:lnTo>
                    <a:pt x="255597" y="76608"/>
                  </a:lnTo>
                  <a:cubicBezTo>
                    <a:pt x="258153" y="74692"/>
                    <a:pt x="261348" y="74692"/>
                    <a:pt x="263265" y="76608"/>
                  </a:cubicBezTo>
                  <a:cubicBezTo>
                    <a:pt x="265821" y="78523"/>
                    <a:pt x="266460" y="81715"/>
                    <a:pt x="265182" y="84268"/>
                  </a:cubicBezTo>
                  <a:lnTo>
                    <a:pt x="237705" y="146832"/>
                  </a:lnTo>
                  <a:cubicBezTo>
                    <a:pt x="240900" y="164068"/>
                    <a:pt x="255597" y="177475"/>
                    <a:pt x="265182" y="185774"/>
                  </a:cubicBezTo>
                  <a:cubicBezTo>
                    <a:pt x="267738" y="187689"/>
                    <a:pt x="269655" y="189604"/>
                    <a:pt x="271572" y="191519"/>
                  </a:cubicBezTo>
                  <a:cubicBezTo>
                    <a:pt x="280518" y="199819"/>
                    <a:pt x="281157" y="207479"/>
                    <a:pt x="280518" y="210033"/>
                  </a:cubicBezTo>
                  <a:close/>
                  <a:moveTo>
                    <a:pt x="200005" y="166622"/>
                  </a:moveTo>
                  <a:cubicBezTo>
                    <a:pt x="200005" y="160876"/>
                    <a:pt x="204478" y="156408"/>
                    <a:pt x="210229" y="156408"/>
                  </a:cubicBezTo>
                  <a:cubicBezTo>
                    <a:pt x="215980" y="156408"/>
                    <a:pt x="220453" y="160876"/>
                    <a:pt x="220453" y="166622"/>
                  </a:cubicBezTo>
                  <a:cubicBezTo>
                    <a:pt x="220453" y="172368"/>
                    <a:pt x="215980" y="176836"/>
                    <a:pt x="210229" y="176836"/>
                  </a:cubicBezTo>
                  <a:cubicBezTo>
                    <a:pt x="204478" y="176836"/>
                    <a:pt x="200005" y="172368"/>
                    <a:pt x="200005" y="166622"/>
                  </a:cubicBezTo>
                  <a:close/>
                </a:path>
              </a:pathLst>
            </a:custGeom>
            <a:solidFill>
              <a:srgbClr val="046A38"/>
            </a:solidFill>
            <a:ln w="6390" cap="flat">
              <a:noFill/>
              <a:prstDash val="solid"/>
              <a:miter/>
            </a:ln>
          </p:spPr>
          <p:txBody>
            <a:bodyPr rtlCol="0" anchor="ctr"/>
            <a:lstStyle/>
            <a:p>
              <a:endParaRPr lang="en-US"/>
            </a:p>
          </p:txBody>
        </p:sp>
        <p:sp>
          <p:nvSpPr>
            <p:cNvPr id="552" name="Graphic 6">
              <a:extLst>
                <a:ext uri="{FF2B5EF4-FFF2-40B4-BE49-F238E27FC236}">
                  <a16:creationId xmlns:a16="http://schemas.microsoft.com/office/drawing/2014/main" id="{3B656BE6-ACC6-374E-BA78-99D28C5C6CB9}"/>
                </a:ext>
              </a:extLst>
            </p:cNvPr>
            <p:cNvSpPr/>
            <p:nvPr/>
          </p:nvSpPr>
          <p:spPr>
            <a:xfrm>
              <a:off x="5317066" y="2959138"/>
              <a:ext cx="24282" cy="29366"/>
            </a:xfrm>
            <a:custGeom>
              <a:avLst/>
              <a:gdLst>
                <a:gd name="connsiteX0" fmla="*/ 24282 w 24282"/>
                <a:gd name="connsiteY0" fmla="*/ 0 h 29366"/>
                <a:gd name="connsiteX1" fmla="*/ 0 w 24282"/>
                <a:gd name="connsiteY1" fmla="*/ 20429 h 29366"/>
                <a:gd name="connsiteX2" fmla="*/ 10863 w 24282"/>
                <a:gd name="connsiteY2" fmla="*/ 29366 h 29366"/>
                <a:gd name="connsiteX3" fmla="*/ 24282 w 24282"/>
                <a:gd name="connsiteY3" fmla="*/ 0 h 29366"/>
              </a:gdLst>
              <a:ahLst/>
              <a:cxnLst>
                <a:cxn ang="0">
                  <a:pos x="connsiteX0" y="connsiteY0"/>
                </a:cxn>
                <a:cxn ang="0">
                  <a:pos x="connsiteX1" y="connsiteY1"/>
                </a:cxn>
                <a:cxn ang="0">
                  <a:pos x="connsiteX2" y="connsiteY2"/>
                </a:cxn>
                <a:cxn ang="0">
                  <a:pos x="connsiteX3" y="connsiteY3"/>
                </a:cxn>
              </a:cxnLst>
              <a:rect l="l" t="t" r="r" b="b"/>
              <a:pathLst>
                <a:path w="24282" h="29366">
                  <a:moveTo>
                    <a:pt x="24282" y="0"/>
                  </a:moveTo>
                  <a:lnTo>
                    <a:pt x="0" y="20429"/>
                  </a:lnTo>
                  <a:cubicBezTo>
                    <a:pt x="3834" y="23621"/>
                    <a:pt x="7668" y="26813"/>
                    <a:pt x="10863" y="29366"/>
                  </a:cubicBezTo>
                  <a:lnTo>
                    <a:pt x="24282" y="0"/>
                  </a:lnTo>
                  <a:close/>
                </a:path>
              </a:pathLst>
            </a:custGeom>
            <a:solidFill>
              <a:srgbClr val="046A38"/>
            </a:solidFill>
            <a:ln w="6390" cap="flat">
              <a:noFill/>
              <a:prstDash val="solid"/>
              <a:miter/>
            </a:ln>
          </p:spPr>
          <p:txBody>
            <a:bodyPr rtlCol="0" anchor="ctr"/>
            <a:lstStyle/>
            <a:p>
              <a:endParaRPr lang="en-US"/>
            </a:p>
          </p:txBody>
        </p:sp>
      </p:grpSp>
      <p:grpSp>
        <p:nvGrpSpPr>
          <p:cNvPr id="553" name="Graphic 6">
            <a:extLst>
              <a:ext uri="{FF2B5EF4-FFF2-40B4-BE49-F238E27FC236}">
                <a16:creationId xmlns:a16="http://schemas.microsoft.com/office/drawing/2014/main" id="{036C907A-66E6-724A-98DD-7D6FD2CAD4EC}"/>
              </a:ext>
            </a:extLst>
          </p:cNvPr>
          <p:cNvGrpSpPr/>
          <p:nvPr/>
        </p:nvGrpSpPr>
        <p:grpSpPr>
          <a:xfrm>
            <a:off x="5099808" y="917540"/>
            <a:ext cx="362309" cy="361971"/>
            <a:chOff x="5099808" y="917540"/>
            <a:chExt cx="362309" cy="361971"/>
          </a:xfrm>
          <a:solidFill>
            <a:srgbClr val="046A38"/>
          </a:solidFill>
        </p:grpSpPr>
        <p:sp>
          <p:nvSpPr>
            <p:cNvPr id="554" name="Graphic 6">
              <a:extLst>
                <a:ext uri="{FF2B5EF4-FFF2-40B4-BE49-F238E27FC236}">
                  <a16:creationId xmlns:a16="http://schemas.microsoft.com/office/drawing/2014/main" id="{6E63AEA0-54CA-D148-9FAD-D81064D12817}"/>
                </a:ext>
              </a:extLst>
            </p:cNvPr>
            <p:cNvSpPr/>
            <p:nvPr/>
          </p:nvSpPr>
          <p:spPr>
            <a:xfrm>
              <a:off x="5257640" y="1104591"/>
              <a:ext cx="47285" cy="34473"/>
            </a:xfrm>
            <a:custGeom>
              <a:avLst/>
              <a:gdLst>
                <a:gd name="connsiteX0" fmla="*/ 47286 w 47285"/>
                <a:gd name="connsiteY0" fmla="*/ 17237 h 34473"/>
                <a:gd name="connsiteX1" fmla="*/ 35784 w 47285"/>
                <a:gd name="connsiteY1" fmla="*/ 0 h 34473"/>
                <a:gd name="connsiteX2" fmla="*/ 11502 w 47285"/>
                <a:gd name="connsiteY2" fmla="*/ 0 h 34473"/>
                <a:gd name="connsiteX3" fmla="*/ 0 w 47285"/>
                <a:gd name="connsiteY3" fmla="*/ 17237 h 34473"/>
                <a:gd name="connsiteX4" fmla="*/ 11502 w 47285"/>
                <a:gd name="connsiteY4" fmla="*/ 34474 h 34473"/>
                <a:gd name="connsiteX5" fmla="*/ 35784 w 47285"/>
                <a:gd name="connsiteY5" fmla="*/ 34474 h 3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285" h="34473">
                  <a:moveTo>
                    <a:pt x="47286" y="17237"/>
                  </a:moveTo>
                  <a:lnTo>
                    <a:pt x="35784" y="0"/>
                  </a:lnTo>
                  <a:lnTo>
                    <a:pt x="11502" y="0"/>
                  </a:lnTo>
                  <a:lnTo>
                    <a:pt x="0" y="17237"/>
                  </a:lnTo>
                  <a:lnTo>
                    <a:pt x="11502" y="34474"/>
                  </a:lnTo>
                  <a:lnTo>
                    <a:pt x="35784" y="34474"/>
                  </a:lnTo>
                  <a:close/>
                </a:path>
              </a:pathLst>
            </a:custGeom>
            <a:solidFill>
              <a:srgbClr val="046A38"/>
            </a:solidFill>
            <a:ln w="6390" cap="flat">
              <a:noFill/>
              <a:prstDash val="solid"/>
              <a:miter/>
            </a:ln>
          </p:spPr>
          <p:txBody>
            <a:bodyPr rtlCol="0" anchor="ctr"/>
            <a:lstStyle/>
            <a:p>
              <a:endParaRPr lang="en-US"/>
            </a:p>
          </p:txBody>
        </p:sp>
        <p:sp>
          <p:nvSpPr>
            <p:cNvPr id="555" name="Graphic 6">
              <a:extLst>
                <a:ext uri="{FF2B5EF4-FFF2-40B4-BE49-F238E27FC236}">
                  <a16:creationId xmlns:a16="http://schemas.microsoft.com/office/drawing/2014/main" id="{3F13A9DD-1C82-EE40-999F-AE3692926BE5}"/>
                </a:ext>
              </a:extLst>
            </p:cNvPr>
            <p:cNvSpPr/>
            <p:nvPr/>
          </p:nvSpPr>
          <p:spPr>
            <a:xfrm>
              <a:off x="5331124" y="1050966"/>
              <a:ext cx="33227" cy="26812"/>
            </a:xfrm>
            <a:custGeom>
              <a:avLst/>
              <a:gdLst>
                <a:gd name="connsiteX0" fmla="*/ 8946 w 33227"/>
                <a:gd name="connsiteY0" fmla="*/ 26813 h 26812"/>
                <a:gd name="connsiteX1" fmla="*/ 33228 w 33227"/>
                <a:gd name="connsiteY1" fmla="*/ 2554 h 26812"/>
                <a:gd name="connsiteX2" fmla="*/ 28116 w 33227"/>
                <a:gd name="connsiteY2" fmla="*/ 0 h 26812"/>
                <a:gd name="connsiteX3" fmla="*/ 0 w 33227"/>
                <a:gd name="connsiteY3" fmla="*/ 14045 h 26812"/>
                <a:gd name="connsiteX4" fmla="*/ 8946 w 33227"/>
                <a:gd name="connsiteY4" fmla="*/ 26813 h 26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27" h="26812">
                  <a:moveTo>
                    <a:pt x="8946" y="26813"/>
                  </a:moveTo>
                  <a:lnTo>
                    <a:pt x="33228" y="2554"/>
                  </a:lnTo>
                  <a:lnTo>
                    <a:pt x="28116" y="0"/>
                  </a:lnTo>
                  <a:lnTo>
                    <a:pt x="0" y="14045"/>
                  </a:lnTo>
                  <a:cubicBezTo>
                    <a:pt x="3834" y="17875"/>
                    <a:pt x="6390" y="21706"/>
                    <a:pt x="8946" y="26813"/>
                  </a:cubicBezTo>
                  <a:close/>
                </a:path>
              </a:pathLst>
            </a:custGeom>
            <a:solidFill>
              <a:srgbClr val="046A38"/>
            </a:solidFill>
            <a:ln w="6390" cap="flat">
              <a:noFill/>
              <a:prstDash val="solid"/>
              <a:miter/>
            </a:ln>
          </p:spPr>
          <p:txBody>
            <a:bodyPr rtlCol="0" anchor="ctr"/>
            <a:lstStyle/>
            <a:p>
              <a:endParaRPr lang="en-US"/>
            </a:p>
          </p:txBody>
        </p:sp>
        <p:sp>
          <p:nvSpPr>
            <p:cNvPr id="556" name="Graphic 6">
              <a:extLst>
                <a:ext uri="{FF2B5EF4-FFF2-40B4-BE49-F238E27FC236}">
                  <a16:creationId xmlns:a16="http://schemas.microsoft.com/office/drawing/2014/main" id="{4AD4AD65-40F1-254D-AE9A-3255C51638AC}"/>
                </a:ext>
              </a:extLst>
            </p:cNvPr>
            <p:cNvSpPr/>
            <p:nvPr/>
          </p:nvSpPr>
          <p:spPr>
            <a:xfrm>
              <a:off x="5225051" y="1128212"/>
              <a:ext cx="32588" cy="41495"/>
            </a:xfrm>
            <a:custGeom>
              <a:avLst/>
              <a:gdLst>
                <a:gd name="connsiteX0" fmla="*/ 21087 w 32588"/>
                <a:gd name="connsiteY0" fmla="*/ 0 h 41495"/>
                <a:gd name="connsiteX1" fmla="*/ 0 w 32588"/>
                <a:gd name="connsiteY1" fmla="*/ 0 h 41495"/>
                <a:gd name="connsiteX2" fmla="*/ 14058 w 32588"/>
                <a:gd name="connsiteY2" fmla="*/ 41496 h 41495"/>
                <a:gd name="connsiteX3" fmla="*/ 32589 w 32588"/>
                <a:gd name="connsiteY3" fmla="*/ 16598 h 41495"/>
                <a:gd name="connsiteX4" fmla="*/ 21087 w 32588"/>
                <a:gd name="connsiteY4" fmla="*/ 0 h 41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88" h="41495">
                  <a:moveTo>
                    <a:pt x="21087" y="0"/>
                  </a:moveTo>
                  <a:lnTo>
                    <a:pt x="0" y="0"/>
                  </a:lnTo>
                  <a:cubicBezTo>
                    <a:pt x="1278" y="15960"/>
                    <a:pt x="6390" y="30643"/>
                    <a:pt x="14058" y="41496"/>
                  </a:cubicBezTo>
                  <a:lnTo>
                    <a:pt x="32589" y="16598"/>
                  </a:lnTo>
                  <a:lnTo>
                    <a:pt x="21087" y="0"/>
                  </a:lnTo>
                  <a:close/>
                </a:path>
              </a:pathLst>
            </a:custGeom>
            <a:solidFill>
              <a:srgbClr val="046A38"/>
            </a:solidFill>
            <a:ln w="6390" cap="flat">
              <a:noFill/>
              <a:prstDash val="solid"/>
              <a:miter/>
            </a:ln>
          </p:spPr>
          <p:txBody>
            <a:bodyPr rtlCol="0" anchor="ctr"/>
            <a:lstStyle/>
            <a:p>
              <a:endParaRPr lang="en-US"/>
            </a:p>
          </p:txBody>
        </p:sp>
        <p:sp>
          <p:nvSpPr>
            <p:cNvPr id="557" name="Graphic 6">
              <a:extLst>
                <a:ext uri="{FF2B5EF4-FFF2-40B4-BE49-F238E27FC236}">
                  <a16:creationId xmlns:a16="http://schemas.microsoft.com/office/drawing/2014/main" id="{1E89DF01-339F-964B-8FCA-D4471232BF97}"/>
                </a:ext>
              </a:extLst>
            </p:cNvPr>
            <p:cNvSpPr/>
            <p:nvPr/>
          </p:nvSpPr>
          <p:spPr>
            <a:xfrm>
              <a:off x="5248055" y="1049689"/>
              <a:ext cx="66455" cy="42134"/>
            </a:xfrm>
            <a:custGeom>
              <a:avLst/>
              <a:gdLst>
                <a:gd name="connsiteX0" fmla="*/ 20448 w 66455"/>
                <a:gd name="connsiteY0" fmla="*/ 42134 h 42134"/>
                <a:gd name="connsiteX1" fmla="*/ 45369 w 66455"/>
                <a:gd name="connsiteY1" fmla="*/ 42134 h 42134"/>
                <a:gd name="connsiteX2" fmla="*/ 66456 w 66455"/>
                <a:gd name="connsiteY2" fmla="*/ 14045 h 42134"/>
                <a:gd name="connsiteX3" fmla="*/ 33228 w 66455"/>
                <a:gd name="connsiteY3" fmla="*/ 0 h 42134"/>
                <a:gd name="connsiteX4" fmla="*/ 0 w 66455"/>
                <a:gd name="connsiteY4" fmla="*/ 14045 h 42134"/>
                <a:gd name="connsiteX5" fmla="*/ 20448 w 66455"/>
                <a:gd name="connsiteY5" fmla="*/ 42134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455" h="42134">
                  <a:moveTo>
                    <a:pt x="20448" y="42134"/>
                  </a:moveTo>
                  <a:lnTo>
                    <a:pt x="45369" y="42134"/>
                  </a:lnTo>
                  <a:lnTo>
                    <a:pt x="66456" y="14045"/>
                  </a:lnTo>
                  <a:cubicBezTo>
                    <a:pt x="56871" y="5107"/>
                    <a:pt x="45369" y="0"/>
                    <a:pt x="33228" y="0"/>
                  </a:cubicBezTo>
                  <a:cubicBezTo>
                    <a:pt x="20448" y="0"/>
                    <a:pt x="8946" y="5107"/>
                    <a:pt x="0" y="14045"/>
                  </a:cubicBezTo>
                  <a:lnTo>
                    <a:pt x="20448" y="42134"/>
                  </a:lnTo>
                  <a:close/>
                </a:path>
              </a:pathLst>
            </a:custGeom>
            <a:solidFill>
              <a:srgbClr val="046A38"/>
            </a:solidFill>
            <a:ln w="6390" cap="flat">
              <a:noFill/>
              <a:prstDash val="solid"/>
              <a:miter/>
            </a:ln>
          </p:spPr>
          <p:txBody>
            <a:bodyPr rtlCol="0" anchor="ctr"/>
            <a:lstStyle/>
            <a:p>
              <a:endParaRPr lang="en-US"/>
            </a:p>
          </p:txBody>
        </p:sp>
        <p:sp>
          <p:nvSpPr>
            <p:cNvPr id="558" name="Graphic 6">
              <a:extLst>
                <a:ext uri="{FF2B5EF4-FFF2-40B4-BE49-F238E27FC236}">
                  <a16:creationId xmlns:a16="http://schemas.microsoft.com/office/drawing/2014/main" id="{AACA4435-4298-0F4A-BDA0-CAB93248644A}"/>
                </a:ext>
              </a:extLst>
            </p:cNvPr>
            <p:cNvSpPr/>
            <p:nvPr/>
          </p:nvSpPr>
          <p:spPr>
            <a:xfrm>
              <a:off x="5304286" y="1128212"/>
              <a:ext cx="32588" cy="42134"/>
            </a:xfrm>
            <a:custGeom>
              <a:avLst/>
              <a:gdLst>
                <a:gd name="connsiteX0" fmla="*/ 11502 w 32588"/>
                <a:gd name="connsiteY0" fmla="*/ 0 h 42134"/>
                <a:gd name="connsiteX1" fmla="*/ 0 w 32588"/>
                <a:gd name="connsiteY1" fmla="*/ 17237 h 42134"/>
                <a:gd name="connsiteX2" fmla="*/ 18531 w 32588"/>
                <a:gd name="connsiteY2" fmla="*/ 42134 h 42134"/>
                <a:gd name="connsiteX3" fmla="*/ 32589 w 32588"/>
                <a:gd name="connsiteY3" fmla="*/ 638 h 42134"/>
                <a:gd name="connsiteX4" fmla="*/ 11502 w 32588"/>
                <a:gd name="connsiteY4" fmla="*/ 0 h 42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88" h="42134">
                  <a:moveTo>
                    <a:pt x="11502" y="0"/>
                  </a:moveTo>
                  <a:lnTo>
                    <a:pt x="0" y="17237"/>
                  </a:lnTo>
                  <a:lnTo>
                    <a:pt x="18531" y="42134"/>
                  </a:lnTo>
                  <a:cubicBezTo>
                    <a:pt x="26199" y="30643"/>
                    <a:pt x="31950" y="16598"/>
                    <a:pt x="32589" y="638"/>
                  </a:cubicBezTo>
                  <a:lnTo>
                    <a:pt x="11502" y="0"/>
                  </a:lnTo>
                  <a:close/>
                </a:path>
              </a:pathLst>
            </a:custGeom>
            <a:solidFill>
              <a:srgbClr val="046A38"/>
            </a:solidFill>
            <a:ln w="6390" cap="flat">
              <a:noFill/>
              <a:prstDash val="solid"/>
              <a:miter/>
            </a:ln>
          </p:spPr>
          <p:txBody>
            <a:bodyPr rtlCol="0" anchor="ctr"/>
            <a:lstStyle/>
            <a:p>
              <a:endParaRPr lang="en-US"/>
            </a:p>
          </p:txBody>
        </p:sp>
        <p:sp>
          <p:nvSpPr>
            <p:cNvPr id="559" name="Graphic 6">
              <a:extLst>
                <a:ext uri="{FF2B5EF4-FFF2-40B4-BE49-F238E27FC236}">
                  <a16:creationId xmlns:a16="http://schemas.microsoft.com/office/drawing/2014/main" id="{2ECE67F0-4C11-CC4B-8C04-AB0EADF6CF33}"/>
                </a:ext>
              </a:extLst>
            </p:cNvPr>
            <p:cNvSpPr/>
            <p:nvPr/>
          </p:nvSpPr>
          <p:spPr>
            <a:xfrm>
              <a:off x="5225051" y="1073310"/>
              <a:ext cx="32588" cy="42134"/>
            </a:xfrm>
            <a:custGeom>
              <a:avLst/>
              <a:gdLst>
                <a:gd name="connsiteX0" fmla="*/ 21087 w 32588"/>
                <a:gd name="connsiteY0" fmla="*/ 42134 h 42134"/>
                <a:gd name="connsiteX1" fmla="*/ 32589 w 32588"/>
                <a:gd name="connsiteY1" fmla="*/ 24897 h 42134"/>
                <a:gd name="connsiteX2" fmla="*/ 14058 w 32588"/>
                <a:gd name="connsiteY2" fmla="*/ 0 h 42134"/>
                <a:gd name="connsiteX3" fmla="*/ 0 w 32588"/>
                <a:gd name="connsiteY3" fmla="*/ 41496 h 42134"/>
                <a:gd name="connsiteX4" fmla="*/ 21087 w 32588"/>
                <a:gd name="connsiteY4" fmla="*/ 42134 h 42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88" h="42134">
                  <a:moveTo>
                    <a:pt x="21087" y="42134"/>
                  </a:moveTo>
                  <a:lnTo>
                    <a:pt x="32589" y="24897"/>
                  </a:lnTo>
                  <a:lnTo>
                    <a:pt x="14058" y="0"/>
                  </a:lnTo>
                  <a:cubicBezTo>
                    <a:pt x="6390" y="11491"/>
                    <a:pt x="639" y="25536"/>
                    <a:pt x="0" y="41496"/>
                  </a:cubicBezTo>
                  <a:lnTo>
                    <a:pt x="21087" y="42134"/>
                  </a:lnTo>
                  <a:close/>
                </a:path>
              </a:pathLst>
            </a:custGeom>
            <a:solidFill>
              <a:srgbClr val="046A38"/>
            </a:solidFill>
            <a:ln w="6390" cap="flat">
              <a:noFill/>
              <a:prstDash val="solid"/>
              <a:miter/>
            </a:ln>
          </p:spPr>
          <p:txBody>
            <a:bodyPr rtlCol="0" anchor="ctr"/>
            <a:lstStyle/>
            <a:p>
              <a:endParaRPr lang="en-US"/>
            </a:p>
          </p:txBody>
        </p:sp>
        <p:sp>
          <p:nvSpPr>
            <p:cNvPr id="560" name="Graphic 6">
              <a:extLst>
                <a:ext uri="{FF2B5EF4-FFF2-40B4-BE49-F238E27FC236}">
                  <a16:creationId xmlns:a16="http://schemas.microsoft.com/office/drawing/2014/main" id="{B543FE7A-E2DF-6244-86A5-5FCD9123053C}"/>
                </a:ext>
              </a:extLst>
            </p:cNvPr>
            <p:cNvSpPr/>
            <p:nvPr/>
          </p:nvSpPr>
          <p:spPr>
            <a:xfrm>
              <a:off x="5304286" y="1073948"/>
              <a:ext cx="32588" cy="41495"/>
            </a:xfrm>
            <a:custGeom>
              <a:avLst/>
              <a:gdLst>
                <a:gd name="connsiteX0" fmla="*/ 11502 w 32588"/>
                <a:gd name="connsiteY0" fmla="*/ 41496 h 41495"/>
                <a:gd name="connsiteX1" fmla="*/ 32589 w 32588"/>
                <a:gd name="connsiteY1" fmla="*/ 41496 h 41495"/>
                <a:gd name="connsiteX2" fmla="*/ 18531 w 32588"/>
                <a:gd name="connsiteY2" fmla="*/ 0 h 41495"/>
                <a:gd name="connsiteX3" fmla="*/ 0 w 32588"/>
                <a:gd name="connsiteY3" fmla="*/ 24897 h 41495"/>
                <a:gd name="connsiteX4" fmla="*/ 11502 w 32588"/>
                <a:gd name="connsiteY4" fmla="*/ 41496 h 41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88" h="41495">
                  <a:moveTo>
                    <a:pt x="11502" y="41496"/>
                  </a:moveTo>
                  <a:lnTo>
                    <a:pt x="32589" y="41496"/>
                  </a:lnTo>
                  <a:cubicBezTo>
                    <a:pt x="31311" y="25536"/>
                    <a:pt x="26199" y="10853"/>
                    <a:pt x="18531" y="0"/>
                  </a:cubicBezTo>
                  <a:lnTo>
                    <a:pt x="0" y="24897"/>
                  </a:lnTo>
                  <a:lnTo>
                    <a:pt x="11502" y="41496"/>
                  </a:lnTo>
                  <a:close/>
                </a:path>
              </a:pathLst>
            </a:custGeom>
            <a:solidFill>
              <a:srgbClr val="046A38"/>
            </a:solidFill>
            <a:ln w="6390" cap="flat">
              <a:noFill/>
              <a:prstDash val="solid"/>
              <a:miter/>
            </a:ln>
          </p:spPr>
          <p:txBody>
            <a:bodyPr rtlCol="0" anchor="ctr"/>
            <a:lstStyle/>
            <a:p>
              <a:endParaRPr lang="en-US"/>
            </a:p>
          </p:txBody>
        </p:sp>
        <p:sp>
          <p:nvSpPr>
            <p:cNvPr id="561" name="Graphic 6">
              <a:extLst>
                <a:ext uri="{FF2B5EF4-FFF2-40B4-BE49-F238E27FC236}">
                  <a16:creationId xmlns:a16="http://schemas.microsoft.com/office/drawing/2014/main" id="{4B2CB9F4-A56D-2A4C-BB5A-AC1FFBAAA530}"/>
                </a:ext>
              </a:extLst>
            </p:cNvPr>
            <p:cNvSpPr/>
            <p:nvPr/>
          </p:nvSpPr>
          <p:spPr>
            <a:xfrm>
              <a:off x="5264030" y="1003086"/>
              <a:ext cx="34505" cy="37027"/>
            </a:xfrm>
            <a:custGeom>
              <a:avLst/>
              <a:gdLst>
                <a:gd name="connsiteX0" fmla="*/ 34506 w 34505"/>
                <a:gd name="connsiteY0" fmla="*/ 37027 h 37027"/>
                <a:gd name="connsiteX1" fmla="*/ 34506 w 34505"/>
                <a:gd name="connsiteY1" fmla="*/ 24897 h 37027"/>
                <a:gd name="connsiteX2" fmla="*/ 24921 w 34505"/>
                <a:gd name="connsiteY2" fmla="*/ 0 h 37027"/>
                <a:gd name="connsiteX3" fmla="*/ 9585 w 34505"/>
                <a:gd name="connsiteY3" fmla="*/ 0 h 37027"/>
                <a:gd name="connsiteX4" fmla="*/ 0 w 34505"/>
                <a:gd name="connsiteY4" fmla="*/ 24897 h 37027"/>
                <a:gd name="connsiteX5" fmla="*/ 0 w 34505"/>
                <a:gd name="connsiteY5" fmla="*/ 37027 h 37027"/>
                <a:gd name="connsiteX6" fmla="*/ 17253 w 34505"/>
                <a:gd name="connsiteY6" fmla="*/ 34473 h 37027"/>
                <a:gd name="connsiteX7" fmla="*/ 34506 w 34505"/>
                <a:gd name="connsiteY7" fmla="*/ 37027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505" h="37027">
                  <a:moveTo>
                    <a:pt x="34506" y="37027"/>
                  </a:moveTo>
                  <a:lnTo>
                    <a:pt x="34506" y="24897"/>
                  </a:lnTo>
                  <a:cubicBezTo>
                    <a:pt x="34506" y="17237"/>
                    <a:pt x="28755" y="1277"/>
                    <a:pt x="24921" y="0"/>
                  </a:cubicBezTo>
                  <a:lnTo>
                    <a:pt x="9585" y="0"/>
                  </a:lnTo>
                  <a:cubicBezTo>
                    <a:pt x="6390" y="1277"/>
                    <a:pt x="0" y="17237"/>
                    <a:pt x="0" y="24897"/>
                  </a:cubicBezTo>
                  <a:lnTo>
                    <a:pt x="0" y="37027"/>
                  </a:lnTo>
                  <a:cubicBezTo>
                    <a:pt x="5751" y="35112"/>
                    <a:pt x="11502" y="34473"/>
                    <a:pt x="17253" y="34473"/>
                  </a:cubicBezTo>
                  <a:cubicBezTo>
                    <a:pt x="23004" y="33835"/>
                    <a:pt x="28755" y="35112"/>
                    <a:pt x="34506" y="37027"/>
                  </a:cubicBezTo>
                  <a:close/>
                </a:path>
              </a:pathLst>
            </a:custGeom>
            <a:solidFill>
              <a:srgbClr val="046A38"/>
            </a:solidFill>
            <a:ln w="6390" cap="flat">
              <a:noFill/>
              <a:prstDash val="solid"/>
              <a:miter/>
            </a:ln>
          </p:spPr>
          <p:txBody>
            <a:bodyPr rtlCol="0" anchor="ctr"/>
            <a:lstStyle/>
            <a:p>
              <a:endParaRPr lang="en-US"/>
            </a:p>
          </p:txBody>
        </p:sp>
        <p:sp>
          <p:nvSpPr>
            <p:cNvPr id="562" name="Graphic 6">
              <a:extLst>
                <a:ext uri="{FF2B5EF4-FFF2-40B4-BE49-F238E27FC236}">
                  <a16:creationId xmlns:a16="http://schemas.microsoft.com/office/drawing/2014/main" id="{1EA04575-1ABF-8441-B161-6DE36F7A4C9E}"/>
                </a:ext>
              </a:extLst>
            </p:cNvPr>
            <p:cNvSpPr/>
            <p:nvPr/>
          </p:nvSpPr>
          <p:spPr>
            <a:xfrm>
              <a:off x="5197574" y="1050327"/>
              <a:ext cx="32588" cy="27451"/>
            </a:xfrm>
            <a:custGeom>
              <a:avLst/>
              <a:gdLst>
                <a:gd name="connsiteX0" fmla="*/ 5112 w 32588"/>
                <a:gd name="connsiteY0" fmla="*/ 0 h 27451"/>
                <a:gd name="connsiteX1" fmla="*/ 0 w 32588"/>
                <a:gd name="connsiteY1" fmla="*/ 2554 h 27451"/>
                <a:gd name="connsiteX2" fmla="*/ 24282 w 32588"/>
                <a:gd name="connsiteY2" fmla="*/ 27451 h 27451"/>
                <a:gd name="connsiteX3" fmla="*/ 32589 w 32588"/>
                <a:gd name="connsiteY3" fmla="*/ 14045 h 27451"/>
                <a:gd name="connsiteX4" fmla="*/ 5112 w 32588"/>
                <a:gd name="connsiteY4" fmla="*/ 0 h 27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88" h="27451">
                  <a:moveTo>
                    <a:pt x="5112" y="0"/>
                  </a:moveTo>
                  <a:lnTo>
                    <a:pt x="0" y="2554"/>
                  </a:lnTo>
                  <a:lnTo>
                    <a:pt x="24282" y="27451"/>
                  </a:lnTo>
                  <a:cubicBezTo>
                    <a:pt x="26837" y="22982"/>
                    <a:pt x="29394" y="18514"/>
                    <a:pt x="32589" y="14045"/>
                  </a:cubicBezTo>
                  <a:lnTo>
                    <a:pt x="5112" y="0"/>
                  </a:lnTo>
                  <a:close/>
                </a:path>
              </a:pathLst>
            </a:custGeom>
            <a:solidFill>
              <a:srgbClr val="046A38"/>
            </a:solidFill>
            <a:ln w="6390" cap="flat">
              <a:noFill/>
              <a:prstDash val="solid"/>
              <a:miter/>
            </a:ln>
          </p:spPr>
          <p:txBody>
            <a:bodyPr rtlCol="0" anchor="ctr"/>
            <a:lstStyle/>
            <a:p>
              <a:endParaRPr lang="en-US"/>
            </a:p>
          </p:txBody>
        </p:sp>
        <p:sp>
          <p:nvSpPr>
            <p:cNvPr id="563" name="Graphic 6">
              <a:extLst>
                <a:ext uri="{FF2B5EF4-FFF2-40B4-BE49-F238E27FC236}">
                  <a16:creationId xmlns:a16="http://schemas.microsoft.com/office/drawing/2014/main" id="{64357175-3A56-0C4D-BD6F-A10A16801B22}"/>
                </a:ext>
              </a:extLst>
            </p:cNvPr>
            <p:cNvSpPr/>
            <p:nvPr/>
          </p:nvSpPr>
          <p:spPr>
            <a:xfrm>
              <a:off x="5334319" y="1163962"/>
              <a:ext cx="31310" cy="25535"/>
            </a:xfrm>
            <a:custGeom>
              <a:avLst/>
              <a:gdLst>
                <a:gd name="connsiteX0" fmla="*/ 0 w 31310"/>
                <a:gd name="connsiteY0" fmla="*/ 12768 h 25535"/>
                <a:gd name="connsiteX1" fmla="*/ 24921 w 31310"/>
                <a:gd name="connsiteY1" fmla="*/ 25536 h 25535"/>
                <a:gd name="connsiteX2" fmla="*/ 31311 w 31310"/>
                <a:gd name="connsiteY2" fmla="*/ 21067 h 25535"/>
                <a:gd name="connsiteX3" fmla="*/ 7668 w 31310"/>
                <a:gd name="connsiteY3" fmla="*/ 0 h 25535"/>
                <a:gd name="connsiteX4" fmla="*/ 0 w 31310"/>
                <a:gd name="connsiteY4" fmla="*/ 12768 h 25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10" h="25535">
                  <a:moveTo>
                    <a:pt x="0" y="12768"/>
                  </a:moveTo>
                  <a:lnTo>
                    <a:pt x="24921" y="25536"/>
                  </a:lnTo>
                  <a:lnTo>
                    <a:pt x="31311" y="21067"/>
                  </a:lnTo>
                  <a:lnTo>
                    <a:pt x="7668" y="0"/>
                  </a:lnTo>
                  <a:cubicBezTo>
                    <a:pt x="5112" y="3830"/>
                    <a:pt x="2556" y="8299"/>
                    <a:pt x="0" y="12768"/>
                  </a:cubicBezTo>
                  <a:close/>
                </a:path>
              </a:pathLst>
            </a:custGeom>
            <a:solidFill>
              <a:srgbClr val="046A38"/>
            </a:solidFill>
            <a:ln w="6390" cap="flat">
              <a:noFill/>
              <a:prstDash val="solid"/>
              <a:miter/>
            </a:ln>
          </p:spPr>
          <p:txBody>
            <a:bodyPr rtlCol="0" anchor="ctr"/>
            <a:lstStyle/>
            <a:p>
              <a:endParaRPr lang="en-US"/>
            </a:p>
          </p:txBody>
        </p:sp>
        <p:sp>
          <p:nvSpPr>
            <p:cNvPr id="564" name="Graphic 6">
              <a:extLst>
                <a:ext uri="{FF2B5EF4-FFF2-40B4-BE49-F238E27FC236}">
                  <a16:creationId xmlns:a16="http://schemas.microsoft.com/office/drawing/2014/main" id="{47A943EC-783C-3546-A0F9-9C57BE3C2B59}"/>
                </a:ext>
              </a:extLst>
            </p:cNvPr>
            <p:cNvSpPr/>
            <p:nvPr/>
          </p:nvSpPr>
          <p:spPr>
            <a:xfrm>
              <a:off x="5099808" y="917540"/>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181474 w 362309"/>
                <a:gd name="connsiteY4" fmla="*/ 0 h 361971"/>
                <a:gd name="connsiteX5" fmla="*/ 279240 w 362309"/>
                <a:gd name="connsiteY5" fmla="*/ 272596 h 361971"/>
                <a:gd name="connsiteX6" fmla="*/ 263266 w 362309"/>
                <a:gd name="connsiteY6" fmla="*/ 284087 h 361971"/>
                <a:gd name="connsiteX7" fmla="*/ 259432 w 362309"/>
                <a:gd name="connsiteY7" fmla="*/ 285364 h 361971"/>
                <a:gd name="connsiteX8" fmla="*/ 256876 w 362309"/>
                <a:gd name="connsiteY8" fmla="*/ 284726 h 361971"/>
                <a:gd name="connsiteX9" fmla="*/ 225565 w 362309"/>
                <a:gd name="connsiteY9" fmla="*/ 269404 h 361971"/>
                <a:gd name="connsiteX10" fmla="*/ 180836 w 362309"/>
                <a:gd name="connsiteY10" fmla="*/ 289194 h 361971"/>
                <a:gd name="connsiteX11" fmla="*/ 136106 w 362309"/>
                <a:gd name="connsiteY11" fmla="*/ 268766 h 361971"/>
                <a:gd name="connsiteX12" fmla="*/ 104795 w 362309"/>
                <a:gd name="connsiteY12" fmla="*/ 284087 h 361971"/>
                <a:gd name="connsiteX13" fmla="*/ 102239 w 362309"/>
                <a:gd name="connsiteY13" fmla="*/ 284726 h 361971"/>
                <a:gd name="connsiteX14" fmla="*/ 98405 w 362309"/>
                <a:gd name="connsiteY14" fmla="*/ 283449 h 361971"/>
                <a:gd name="connsiteX15" fmla="*/ 82430 w 362309"/>
                <a:gd name="connsiteY15" fmla="*/ 271958 h 361971"/>
                <a:gd name="connsiteX16" fmla="*/ 79874 w 362309"/>
                <a:gd name="connsiteY16" fmla="*/ 266850 h 361971"/>
                <a:gd name="connsiteX17" fmla="*/ 81792 w 362309"/>
                <a:gd name="connsiteY17" fmla="*/ 261743 h 361971"/>
                <a:gd name="connsiteX18" fmla="*/ 115019 w 362309"/>
                <a:gd name="connsiteY18" fmla="*/ 232377 h 361971"/>
                <a:gd name="connsiteX19" fmla="*/ 111185 w 362309"/>
                <a:gd name="connsiteY19" fmla="*/ 203649 h 361971"/>
                <a:gd name="connsiteX20" fmla="*/ 116297 w 362309"/>
                <a:gd name="connsiteY20" fmla="*/ 172368 h 361971"/>
                <a:gd name="connsiteX21" fmla="*/ 81792 w 362309"/>
                <a:gd name="connsiteY21" fmla="*/ 137894 h 361971"/>
                <a:gd name="connsiteX22" fmla="*/ 79874 w 362309"/>
                <a:gd name="connsiteY22" fmla="*/ 132148 h 361971"/>
                <a:gd name="connsiteX23" fmla="*/ 83069 w 362309"/>
                <a:gd name="connsiteY23" fmla="*/ 127680 h 361971"/>
                <a:gd name="connsiteX24" fmla="*/ 99044 w 362309"/>
                <a:gd name="connsiteY24" fmla="*/ 120019 h 361971"/>
                <a:gd name="connsiteX25" fmla="*/ 104795 w 362309"/>
                <a:gd name="connsiteY25" fmla="*/ 120019 h 361971"/>
                <a:gd name="connsiteX26" fmla="*/ 136106 w 362309"/>
                <a:gd name="connsiteY26" fmla="*/ 135979 h 361971"/>
                <a:gd name="connsiteX27" fmla="*/ 138023 w 362309"/>
                <a:gd name="connsiteY27" fmla="*/ 137256 h 361971"/>
                <a:gd name="connsiteX28" fmla="*/ 150803 w 362309"/>
                <a:gd name="connsiteY28" fmla="*/ 127680 h 361971"/>
                <a:gd name="connsiteX29" fmla="*/ 150164 w 362309"/>
                <a:gd name="connsiteY29" fmla="*/ 125764 h 361971"/>
                <a:gd name="connsiteX30" fmla="*/ 150164 w 362309"/>
                <a:gd name="connsiteY30" fmla="*/ 109804 h 361971"/>
                <a:gd name="connsiteX31" fmla="*/ 172528 w 362309"/>
                <a:gd name="connsiteY31" fmla="*/ 72139 h 361971"/>
                <a:gd name="connsiteX32" fmla="*/ 188503 w 362309"/>
                <a:gd name="connsiteY32" fmla="*/ 72139 h 361971"/>
                <a:gd name="connsiteX33" fmla="*/ 210868 w 362309"/>
                <a:gd name="connsiteY33" fmla="*/ 109804 h 361971"/>
                <a:gd name="connsiteX34" fmla="*/ 210868 w 362309"/>
                <a:gd name="connsiteY34" fmla="*/ 125764 h 361971"/>
                <a:gd name="connsiteX35" fmla="*/ 210229 w 362309"/>
                <a:gd name="connsiteY35" fmla="*/ 127680 h 361971"/>
                <a:gd name="connsiteX36" fmla="*/ 223009 w 362309"/>
                <a:gd name="connsiteY36" fmla="*/ 137256 h 361971"/>
                <a:gd name="connsiteX37" fmla="*/ 224926 w 362309"/>
                <a:gd name="connsiteY37" fmla="*/ 135979 h 361971"/>
                <a:gd name="connsiteX38" fmla="*/ 256237 w 362309"/>
                <a:gd name="connsiteY38" fmla="*/ 120019 h 361971"/>
                <a:gd name="connsiteX39" fmla="*/ 261987 w 362309"/>
                <a:gd name="connsiteY39" fmla="*/ 120019 h 361971"/>
                <a:gd name="connsiteX40" fmla="*/ 277962 w 362309"/>
                <a:gd name="connsiteY40" fmla="*/ 127680 h 361971"/>
                <a:gd name="connsiteX41" fmla="*/ 281157 w 362309"/>
                <a:gd name="connsiteY41" fmla="*/ 132148 h 361971"/>
                <a:gd name="connsiteX42" fmla="*/ 279240 w 362309"/>
                <a:gd name="connsiteY42" fmla="*/ 137894 h 361971"/>
                <a:gd name="connsiteX43" fmla="*/ 244735 w 362309"/>
                <a:gd name="connsiteY43" fmla="*/ 172368 h 361971"/>
                <a:gd name="connsiteX44" fmla="*/ 249847 w 362309"/>
                <a:gd name="connsiteY44" fmla="*/ 204287 h 361971"/>
                <a:gd name="connsiteX45" fmla="*/ 246013 w 362309"/>
                <a:gd name="connsiteY45" fmla="*/ 233015 h 361971"/>
                <a:gd name="connsiteX46" fmla="*/ 279240 w 362309"/>
                <a:gd name="connsiteY46" fmla="*/ 262382 h 361971"/>
                <a:gd name="connsiteX47" fmla="*/ 281157 w 362309"/>
                <a:gd name="connsiteY47" fmla="*/ 267489 h 361971"/>
                <a:gd name="connsiteX48" fmla="*/ 279240 w 362309"/>
                <a:gd name="connsiteY48" fmla="*/ 27259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62309" h="361971">
                  <a:moveTo>
                    <a:pt x="181474" y="0"/>
                  </a:moveTo>
                  <a:cubicBezTo>
                    <a:pt x="81152" y="0"/>
                    <a:pt x="0" y="81077"/>
                    <a:pt x="0" y="180667"/>
                  </a:cubicBezTo>
                  <a:cubicBezTo>
                    <a:pt x="0" y="280895"/>
                    <a:pt x="81152" y="361972"/>
                    <a:pt x="180836" y="361972"/>
                  </a:cubicBezTo>
                  <a:cubicBezTo>
                    <a:pt x="281157" y="361972"/>
                    <a:pt x="362310" y="280895"/>
                    <a:pt x="362310" y="181305"/>
                  </a:cubicBezTo>
                  <a:cubicBezTo>
                    <a:pt x="362310" y="81077"/>
                    <a:pt x="281796" y="0"/>
                    <a:pt x="181474" y="0"/>
                  </a:cubicBezTo>
                  <a:close/>
                  <a:moveTo>
                    <a:pt x="279240" y="272596"/>
                  </a:moveTo>
                  <a:lnTo>
                    <a:pt x="263266" y="284087"/>
                  </a:lnTo>
                  <a:cubicBezTo>
                    <a:pt x="261987" y="284726"/>
                    <a:pt x="260710" y="285364"/>
                    <a:pt x="259432" y="285364"/>
                  </a:cubicBezTo>
                  <a:cubicBezTo>
                    <a:pt x="258154" y="285364"/>
                    <a:pt x="257515" y="285364"/>
                    <a:pt x="256876" y="284726"/>
                  </a:cubicBezTo>
                  <a:lnTo>
                    <a:pt x="225565" y="269404"/>
                  </a:lnTo>
                  <a:cubicBezTo>
                    <a:pt x="213424" y="282172"/>
                    <a:pt x="198088" y="289194"/>
                    <a:pt x="180836" y="289194"/>
                  </a:cubicBezTo>
                  <a:cubicBezTo>
                    <a:pt x="163583" y="289194"/>
                    <a:pt x="148247" y="281534"/>
                    <a:pt x="136106" y="268766"/>
                  </a:cubicBezTo>
                  <a:lnTo>
                    <a:pt x="104795" y="284087"/>
                  </a:lnTo>
                  <a:cubicBezTo>
                    <a:pt x="104156" y="284726"/>
                    <a:pt x="102878" y="284726"/>
                    <a:pt x="102239" y="284726"/>
                  </a:cubicBezTo>
                  <a:cubicBezTo>
                    <a:pt x="100961" y="284726"/>
                    <a:pt x="99683" y="284087"/>
                    <a:pt x="98405" y="283449"/>
                  </a:cubicBezTo>
                  <a:lnTo>
                    <a:pt x="82430" y="271958"/>
                  </a:lnTo>
                  <a:cubicBezTo>
                    <a:pt x="81152" y="270681"/>
                    <a:pt x="79874" y="268766"/>
                    <a:pt x="79874" y="266850"/>
                  </a:cubicBezTo>
                  <a:cubicBezTo>
                    <a:pt x="79874" y="264935"/>
                    <a:pt x="80513" y="263020"/>
                    <a:pt x="81792" y="261743"/>
                  </a:cubicBezTo>
                  <a:lnTo>
                    <a:pt x="115019" y="232377"/>
                  </a:lnTo>
                  <a:cubicBezTo>
                    <a:pt x="112463" y="223439"/>
                    <a:pt x="111185" y="213863"/>
                    <a:pt x="111185" y="203649"/>
                  </a:cubicBezTo>
                  <a:cubicBezTo>
                    <a:pt x="111185" y="192158"/>
                    <a:pt x="113102" y="181944"/>
                    <a:pt x="116297" y="172368"/>
                  </a:cubicBezTo>
                  <a:lnTo>
                    <a:pt x="81792" y="137894"/>
                  </a:lnTo>
                  <a:cubicBezTo>
                    <a:pt x="80513" y="136617"/>
                    <a:pt x="79874" y="134702"/>
                    <a:pt x="79874" y="132148"/>
                  </a:cubicBezTo>
                  <a:cubicBezTo>
                    <a:pt x="80513" y="130233"/>
                    <a:pt x="81792" y="128318"/>
                    <a:pt x="83069" y="127680"/>
                  </a:cubicBezTo>
                  <a:lnTo>
                    <a:pt x="99044" y="120019"/>
                  </a:lnTo>
                  <a:cubicBezTo>
                    <a:pt x="100961" y="119380"/>
                    <a:pt x="102878" y="119380"/>
                    <a:pt x="104795" y="120019"/>
                  </a:cubicBezTo>
                  <a:lnTo>
                    <a:pt x="136106" y="135979"/>
                  </a:lnTo>
                  <a:cubicBezTo>
                    <a:pt x="136745" y="136617"/>
                    <a:pt x="137384" y="136617"/>
                    <a:pt x="138023" y="137256"/>
                  </a:cubicBezTo>
                  <a:cubicBezTo>
                    <a:pt x="141857" y="133425"/>
                    <a:pt x="146330" y="130233"/>
                    <a:pt x="150803" y="127680"/>
                  </a:cubicBezTo>
                  <a:cubicBezTo>
                    <a:pt x="150803" y="127041"/>
                    <a:pt x="150164" y="126403"/>
                    <a:pt x="150164" y="125764"/>
                  </a:cubicBezTo>
                  <a:lnTo>
                    <a:pt x="150164" y="109804"/>
                  </a:lnTo>
                  <a:cubicBezTo>
                    <a:pt x="150164" y="102144"/>
                    <a:pt x="157193" y="72139"/>
                    <a:pt x="172528" y="72139"/>
                  </a:cubicBezTo>
                  <a:lnTo>
                    <a:pt x="188503" y="72139"/>
                  </a:lnTo>
                  <a:cubicBezTo>
                    <a:pt x="203839" y="72139"/>
                    <a:pt x="210868" y="102144"/>
                    <a:pt x="210868" y="109804"/>
                  </a:cubicBezTo>
                  <a:lnTo>
                    <a:pt x="210868" y="125764"/>
                  </a:lnTo>
                  <a:cubicBezTo>
                    <a:pt x="210868" y="126403"/>
                    <a:pt x="210868" y="127041"/>
                    <a:pt x="210229" y="127680"/>
                  </a:cubicBezTo>
                  <a:cubicBezTo>
                    <a:pt x="214702" y="130233"/>
                    <a:pt x="219175" y="133425"/>
                    <a:pt x="223009" y="137256"/>
                  </a:cubicBezTo>
                  <a:cubicBezTo>
                    <a:pt x="223648" y="136617"/>
                    <a:pt x="224287" y="135979"/>
                    <a:pt x="224926" y="135979"/>
                  </a:cubicBezTo>
                  <a:lnTo>
                    <a:pt x="256237" y="120019"/>
                  </a:lnTo>
                  <a:cubicBezTo>
                    <a:pt x="258154" y="119380"/>
                    <a:pt x="260071" y="119380"/>
                    <a:pt x="261987" y="120019"/>
                  </a:cubicBezTo>
                  <a:lnTo>
                    <a:pt x="277962" y="127680"/>
                  </a:lnTo>
                  <a:cubicBezTo>
                    <a:pt x="279880" y="128318"/>
                    <a:pt x="281157" y="130233"/>
                    <a:pt x="281157" y="132148"/>
                  </a:cubicBezTo>
                  <a:cubicBezTo>
                    <a:pt x="281796" y="134064"/>
                    <a:pt x="280518" y="135979"/>
                    <a:pt x="279240" y="137894"/>
                  </a:cubicBezTo>
                  <a:lnTo>
                    <a:pt x="244735" y="172368"/>
                  </a:lnTo>
                  <a:cubicBezTo>
                    <a:pt x="247930" y="181944"/>
                    <a:pt x="249847" y="192796"/>
                    <a:pt x="249847" y="204287"/>
                  </a:cubicBezTo>
                  <a:cubicBezTo>
                    <a:pt x="249847" y="214502"/>
                    <a:pt x="248569" y="224078"/>
                    <a:pt x="246013" y="233015"/>
                  </a:cubicBezTo>
                  <a:lnTo>
                    <a:pt x="279240" y="262382"/>
                  </a:lnTo>
                  <a:cubicBezTo>
                    <a:pt x="280518" y="263658"/>
                    <a:pt x="281157" y="265574"/>
                    <a:pt x="281157" y="267489"/>
                  </a:cubicBezTo>
                  <a:cubicBezTo>
                    <a:pt x="281796" y="269404"/>
                    <a:pt x="281157" y="271319"/>
                    <a:pt x="279240" y="272596"/>
                  </a:cubicBezTo>
                  <a:close/>
                </a:path>
              </a:pathLst>
            </a:custGeom>
            <a:solidFill>
              <a:srgbClr val="046A38"/>
            </a:solidFill>
            <a:ln w="6390" cap="flat">
              <a:noFill/>
              <a:prstDash val="solid"/>
              <a:miter/>
            </a:ln>
          </p:spPr>
          <p:txBody>
            <a:bodyPr rtlCol="0" anchor="ctr"/>
            <a:lstStyle/>
            <a:p>
              <a:endParaRPr lang="en-US"/>
            </a:p>
          </p:txBody>
        </p:sp>
        <p:sp>
          <p:nvSpPr>
            <p:cNvPr id="565" name="Graphic 6">
              <a:extLst>
                <a:ext uri="{FF2B5EF4-FFF2-40B4-BE49-F238E27FC236}">
                  <a16:creationId xmlns:a16="http://schemas.microsoft.com/office/drawing/2014/main" id="{08D99C20-5892-9642-AE37-2D9F557DC367}"/>
                </a:ext>
              </a:extLst>
            </p:cNvPr>
            <p:cNvSpPr/>
            <p:nvPr/>
          </p:nvSpPr>
          <p:spPr>
            <a:xfrm>
              <a:off x="5247416" y="1151833"/>
              <a:ext cx="67094" cy="42134"/>
            </a:xfrm>
            <a:custGeom>
              <a:avLst/>
              <a:gdLst>
                <a:gd name="connsiteX0" fmla="*/ 46008 w 67094"/>
                <a:gd name="connsiteY0" fmla="*/ 0 h 42134"/>
                <a:gd name="connsiteX1" fmla="*/ 21087 w 67094"/>
                <a:gd name="connsiteY1" fmla="*/ 0 h 42134"/>
                <a:gd name="connsiteX2" fmla="*/ 0 w 67094"/>
                <a:gd name="connsiteY2" fmla="*/ 28089 h 42134"/>
                <a:gd name="connsiteX3" fmla="*/ 33228 w 67094"/>
                <a:gd name="connsiteY3" fmla="*/ 42134 h 42134"/>
                <a:gd name="connsiteX4" fmla="*/ 67094 w 67094"/>
                <a:gd name="connsiteY4" fmla="*/ 28089 h 42134"/>
                <a:gd name="connsiteX5" fmla="*/ 46008 w 67094"/>
                <a:gd name="connsiteY5" fmla="*/ 0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094" h="42134">
                  <a:moveTo>
                    <a:pt x="46008" y="0"/>
                  </a:moveTo>
                  <a:lnTo>
                    <a:pt x="21087" y="0"/>
                  </a:lnTo>
                  <a:lnTo>
                    <a:pt x="0" y="28089"/>
                  </a:lnTo>
                  <a:cubicBezTo>
                    <a:pt x="9585" y="37027"/>
                    <a:pt x="21087" y="42134"/>
                    <a:pt x="33228" y="42134"/>
                  </a:cubicBezTo>
                  <a:cubicBezTo>
                    <a:pt x="46008" y="42134"/>
                    <a:pt x="57509" y="37027"/>
                    <a:pt x="67094" y="28089"/>
                  </a:cubicBezTo>
                  <a:lnTo>
                    <a:pt x="46008" y="0"/>
                  </a:lnTo>
                  <a:close/>
                </a:path>
              </a:pathLst>
            </a:custGeom>
            <a:solidFill>
              <a:srgbClr val="046A38"/>
            </a:solidFill>
            <a:ln w="6390" cap="flat">
              <a:noFill/>
              <a:prstDash val="solid"/>
              <a:miter/>
            </a:ln>
          </p:spPr>
          <p:txBody>
            <a:bodyPr rtlCol="0" anchor="ctr"/>
            <a:lstStyle/>
            <a:p>
              <a:endParaRPr lang="en-US"/>
            </a:p>
          </p:txBody>
        </p:sp>
        <p:sp>
          <p:nvSpPr>
            <p:cNvPr id="566" name="Graphic 6">
              <a:extLst>
                <a:ext uri="{FF2B5EF4-FFF2-40B4-BE49-F238E27FC236}">
                  <a16:creationId xmlns:a16="http://schemas.microsoft.com/office/drawing/2014/main" id="{07F858A7-4D95-1D40-8A04-2664D3CC4972}"/>
                </a:ext>
              </a:extLst>
            </p:cNvPr>
            <p:cNvSpPr/>
            <p:nvPr/>
          </p:nvSpPr>
          <p:spPr>
            <a:xfrm>
              <a:off x="5196935" y="1162685"/>
              <a:ext cx="31310" cy="26174"/>
            </a:xfrm>
            <a:custGeom>
              <a:avLst/>
              <a:gdLst>
                <a:gd name="connsiteX0" fmla="*/ 0 w 31310"/>
                <a:gd name="connsiteY0" fmla="*/ 21706 h 26174"/>
                <a:gd name="connsiteX1" fmla="*/ 6390 w 31310"/>
                <a:gd name="connsiteY1" fmla="*/ 26174 h 26174"/>
                <a:gd name="connsiteX2" fmla="*/ 31311 w 31310"/>
                <a:gd name="connsiteY2" fmla="*/ 13406 h 26174"/>
                <a:gd name="connsiteX3" fmla="*/ 23643 w 31310"/>
                <a:gd name="connsiteY3" fmla="*/ 0 h 26174"/>
                <a:gd name="connsiteX4" fmla="*/ 0 w 31310"/>
                <a:gd name="connsiteY4" fmla="*/ 21706 h 26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10" h="26174">
                  <a:moveTo>
                    <a:pt x="0" y="21706"/>
                  </a:moveTo>
                  <a:lnTo>
                    <a:pt x="6390" y="26174"/>
                  </a:lnTo>
                  <a:lnTo>
                    <a:pt x="31311" y="13406"/>
                  </a:lnTo>
                  <a:cubicBezTo>
                    <a:pt x="28755" y="9576"/>
                    <a:pt x="26199" y="5107"/>
                    <a:pt x="23643" y="0"/>
                  </a:cubicBezTo>
                  <a:lnTo>
                    <a:pt x="0" y="21706"/>
                  </a:lnTo>
                  <a:close/>
                </a:path>
              </a:pathLst>
            </a:custGeom>
            <a:solidFill>
              <a:srgbClr val="046A38"/>
            </a:solidFill>
            <a:ln w="6390" cap="flat">
              <a:noFill/>
              <a:prstDash val="solid"/>
              <a:miter/>
            </a:ln>
          </p:spPr>
          <p:txBody>
            <a:bodyPr rtlCol="0" anchor="ctr"/>
            <a:lstStyle/>
            <a:p>
              <a:endParaRPr lang="en-US"/>
            </a:p>
          </p:txBody>
        </p:sp>
      </p:grpSp>
      <p:grpSp>
        <p:nvGrpSpPr>
          <p:cNvPr id="567" name="Graphic 6">
            <a:extLst>
              <a:ext uri="{FF2B5EF4-FFF2-40B4-BE49-F238E27FC236}">
                <a16:creationId xmlns:a16="http://schemas.microsoft.com/office/drawing/2014/main" id="{9829E23D-3DEC-0242-8BF6-325295DBD7D5}"/>
              </a:ext>
            </a:extLst>
          </p:cNvPr>
          <p:cNvGrpSpPr/>
          <p:nvPr/>
        </p:nvGrpSpPr>
        <p:grpSpPr>
          <a:xfrm>
            <a:off x="10323582" y="3826721"/>
            <a:ext cx="362313" cy="361971"/>
            <a:chOff x="10323582" y="3826721"/>
            <a:chExt cx="362313" cy="361971"/>
          </a:xfrm>
          <a:solidFill>
            <a:srgbClr val="43B02A"/>
          </a:solidFill>
        </p:grpSpPr>
        <p:sp>
          <p:nvSpPr>
            <p:cNvPr id="568" name="Graphic 6">
              <a:extLst>
                <a:ext uri="{FF2B5EF4-FFF2-40B4-BE49-F238E27FC236}">
                  <a16:creationId xmlns:a16="http://schemas.microsoft.com/office/drawing/2014/main" id="{FCE7536F-6565-7045-8D90-561D12D58EEE}"/>
                </a:ext>
              </a:extLst>
            </p:cNvPr>
            <p:cNvSpPr/>
            <p:nvPr/>
          </p:nvSpPr>
          <p:spPr>
            <a:xfrm>
              <a:off x="10526143" y="4106339"/>
              <a:ext cx="3194" cy="2713"/>
            </a:xfrm>
            <a:custGeom>
              <a:avLst/>
              <a:gdLst>
                <a:gd name="connsiteX0" fmla="*/ 1278 w 3194"/>
                <a:gd name="connsiteY0" fmla="*/ 0 h 2713"/>
                <a:gd name="connsiteX1" fmla="*/ 0 w 3194"/>
                <a:gd name="connsiteY1" fmla="*/ 1277 h 2713"/>
                <a:gd name="connsiteX2" fmla="*/ 3195 w 3194"/>
                <a:gd name="connsiteY2" fmla="*/ 1277 h 2713"/>
                <a:gd name="connsiteX3" fmla="*/ 1278 w 3194"/>
                <a:gd name="connsiteY3" fmla="*/ 0 h 2713"/>
              </a:gdLst>
              <a:ahLst/>
              <a:cxnLst>
                <a:cxn ang="0">
                  <a:pos x="connsiteX0" y="connsiteY0"/>
                </a:cxn>
                <a:cxn ang="0">
                  <a:pos x="connsiteX1" y="connsiteY1"/>
                </a:cxn>
                <a:cxn ang="0">
                  <a:pos x="connsiteX2" y="connsiteY2"/>
                </a:cxn>
                <a:cxn ang="0">
                  <a:pos x="connsiteX3" y="connsiteY3"/>
                </a:cxn>
              </a:cxnLst>
              <a:rect l="l" t="t" r="r" b="b"/>
              <a:pathLst>
                <a:path w="3194" h="2713">
                  <a:moveTo>
                    <a:pt x="1278" y="0"/>
                  </a:moveTo>
                  <a:cubicBezTo>
                    <a:pt x="639" y="0"/>
                    <a:pt x="0" y="639"/>
                    <a:pt x="0" y="1277"/>
                  </a:cubicBezTo>
                  <a:cubicBezTo>
                    <a:pt x="0" y="3192"/>
                    <a:pt x="3195" y="3192"/>
                    <a:pt x="3195" y="1277"/>
                  </a:cubicBezTo>
                  <a:cubicBezTo>
                    <a:pt x="2555" y="639"/>
                    <a:pt x="1917" y="0"/>
                    <a:pt x="1278" y="0"/>
                  </a:cubicBezTo>
                  <a:close/>
                </a:path>
              </a:pathLst>
            </a:custGeom>
            <a:solidFill>
              <a:srgbClr val="43B02A"/>
            </a:solidFill>
            <a:ln w="6390" cap="flat">
              <a:noFill/>
              <a:prstDash val="solid"/>
              <a:miter/>
            </a:ln>
          </p:spPr>
          <p:txBody>
            <a:bodyPr rtlCol="0" anchor="ctr"/>
            <a:lstStyle/>
            <a:p>
              <a:endParaRPr lang="en-US"/>
            </a:p>
          </p:txBody>
        </p:sp>
        <p:sp>
          <p:nvSpPr>
            <p:cNvPr id="569" name="Graphic 6">
              <a:extLst>
                <a:ext uri="{FF2B5EF4-FFF2-40B4-BE49-F238E27FC236}">
                  <a16:creationId xmlns:a16="http://schemas.microsoft.com/office/drawing/2014/main" id="{178D63AC-C09C-824E-A1E4-515B19A6006F}"/>
                </a:ext>
              </a:extLst>
            </p:cNvPr>
            <p:cNvSpPr/>
            <p:nvPr/>
          </p:nvSpPr>
          <p:spPr>
            <a:xfrm>
              <a:off x="10530616" y="4077611"/>
              <a:ext cx="3194" cy="2713"/>
            </a:xfrm>
            <a:custGeom>
              <a:avLst/>
              <a:gdLst>
                <a:gd name="connsiteX0" fmla="*/ 1278 w 3194"/>
                <a:gd name="connsiteY0" fmla="*/ 0 h 2713"/>
                <a:gd name="connsiteX1" fmla="*/ 0 w 3194"/>
                <a:gd name="connsiteY1" fmla="*/ 1277 h 2713"/>
                <a:gd name="connsiteX2" fmla="*/ 3195 w 3194"/>
                <a:gd name="connsiteY2" fmla="*/ 1277 h 2713"/>
                <a:gd name="connsiteX3" fmla="*/ 1278 w 3194"/>
                <a:gd name="connsiteY3" fmla="*/ 0 h 2713"/>
              </a:gdLst>
              <a:ahLst/>
              <a:cxnLst>
                <a:cxn ang="0">
                  <a:pos x="connsiteX0" y="connsiteY0"/>
                </a:cxn>
                <a:cxn ang="0">
                  <a:pos x="connsiteX1" y="connsiteY1"/>
                </a:cxn>
                <a:cxn ang="0">
                  <a:pos x="connsiteX2" y="connsiteY2"/>
                </a:cxn>
                <a:cxn ang="0">
                  <a:pos x="connsiteX3" y="connsiteY3"/>
                </a:cxn>
              </a:cxnLst>
              <a:rect l="l" t="t" r="r" b="b"/>
              <a:pathLst>
                <a:path w="3194" h="2713">
                  <a:moveTo>
                    <a:pt x="1278" y="0"/>
                  </a:moveTo>
                  <a:cubicBezTo>
                    <a:pt x="639" y="0"/>
                    <a:pt x="0" y="639"/>
                    <a:pt x="0" y="1277"/>
                  </a:cubicBezTo>
                  <a:cubicBezTo>
                    <a:pt x="0" y="3192"/>
                    <a:pt x="3195" y="3192"/>
                    <a:pt x="3195" y="1277"/>
                  </a:cubicBezTo>
                  <a:cubicBezTo>
                    <a:pt x="3195" y="639"/>
                    <a:pt x="2556" y="0"/>
                    <a:pt x="1278" y="0"/>
                  </a:cubicBezTo>
                  <a:close/>
                </a:path>
              </a:pathLst>
            </a:custGeom>
            <a:solidFill>
              <a:srgbClr val="43B02A"/>
            </a:solidFill>
            <a:ln w="6390" cap="flat">
              <a:noFill/>
              <a:prstDash val="solid"/>
              <a:miter/>
            </a:ln>
          </p:spPr>
          <p:txBody>
            <a:bodyPr rtlCol="0" anchor="ctr"/>
            <a:lstStyle/>
            <a:p>
              <a:endParaRPr lang="en-US"/>
            </a:p>
          </p:txBody>
        </p:sp>
        <p:sp>
          <p:nvSpPr>
            <p:cNvPr id="570" name="Graphic 6">
              <a:extLst>
                <a:ext uri="{FF2B5EF4-FFF2-40B4-BE49-F238E27FC236}">
                  <a16:creationId xmlns:a16="http://schemas.microsoft.com/office/drawing/2014/main" id="{857AFEFD-0EDC-1640-8A82-31C8ED664708}"/>
                </a:ext>
              </a:extLst>
            </p:cNvPr>
            <p:cNvSpPr/>
            <p:nvPr/>
          </p:nvSpPr>
          <p:spPr>
            <a:xfrm>
              <a:off x="10462244" y="4077611"/>
              <a:ext cx="3194" cy="2713"/>
            </a:xfrm>
            <a:custGeom>
              <a:avLst/>
              <a:gdLst>
                <a:gd name="connsiteX0" fmla="*/ 1278 w 3194"/>
                <a:gd name="connsiteY0" fmla="*/ 0 h 2713"/>
                <a:gd name="connsiteX1" fmla="*/ 0 w 3194"/>
                <a:gd name="connsiteY1" fmla="*/ 1277 h 2713"/>
                <a:gd name="connsiteX2" fmla="*/ 3195 w 3194"/>
                <a:gd name="connsiteY2" fmla="*/ 1277 h 2713"/>
                <a:gd name="connsiteX3" fmla="*/ 1278 w 3194"/>
                <a:gd name="connsiteY3" fmla="*/ 0 h 2713"/>
              </a:gdLst>
              <a:ahLst/>
              <a:cxnLst>
                <a:cxn ang="0">
                  <a:pos x="connsiteX0" y="connsiteY0"/>
                </a:cxn>
                <a:cxn ang="0">
                  <a:pos x="connsiteX1" y="connsiteY1"/>
                </a:cxn>
                <a:cxn ang="0">
                  <a:pos x="connsiteX2" y="connsiteY2"/>
                </a:cxn>
                <a:cxn ang="0">
                  <a:pos x="connsiteX3" y="connsiteY3"/>
                </a:cxn>
              </a:cxnLst>
              <a:rect l="l" t="t" r="r" b="b"/>
              <a:pathLst>
                <a:path w="3194" h="2713">
                  <a:moveTo>
                    <a:pt x="1278" y="0"/>
                  </a:moveTo>
                  <a:cubicBezTo>
                    <a:pt x="639" y="0"/>
                    <a:pt x="0" y="639"/>
                    <a:pt x="0" y="1277"/>
                  </a:cubicBezTo>
                  <a:cubicBezTo>
                    <a:pt x="0" y="3192"/>
                    <a:pt x="3195" y="3192"/>
                    <a:pt x="3195" y="1277"/>
                  </a:cubicBezTo>
                  <a:cubicBezTo>
                    <a:pt x="2555" y="639"/>
                    <a:pt x="1917" y="0"/>
                    <a:pt x="1278" y="0"/>
                  </a:cubicBezTo>
                  <a:close/>
                </a:path>
              </a:pathLst>
            </a:custGeom>
            <a:solidFill>
              <a:srgbClr val="43B02A"/>
            </a:solidFill>
            <a:ln w="6390" cap="flat">
              <a:noFill/>
              <a:prstDash val="solid"/>
              <a:miter/>
            </a:ln>
          </p:spPr>
          <p:txBody>
            <a:bodyPr rtlCol="0" anchor="ctr"/>
            <a:lstStyle/>
            <a:p>
              <a:endParaRPr lang="en-US"/>
            </a:p>
          </p:txBody>
        </p:sp>
        <p:sp>
          <p:nvSpPr>
            <p:cNvPr id="571" name="Graphic 6">
              <a:extLst>
                <a:ext uri="{FF2B5EF4-FFF2-40B4-BE49-F238E27FC236}">
                  <a16:creationId xmlns:a16="http://schemas.microsoft.com/office/drawing/2014/main" id="{222584D0-73DC-4346-A530-02D0D4610D34}"/>
                </a:ext>
              </a:extLst>
            </p:cNvPr>
            <p:cNvSpPr/>
            <p:nvPr/>
          </p:nvSpPr>
          <p:spPr>
            <a:xfrm>
              <a:off x="10467355" y="4049522"/>
              <a:ext cx="3194" cy="2713"/>
            </a:xfrm>
            <a:custGeom>
              <a:avLst/>
              <a:gdLst>
                <a:gd name="connsiteX0" fmla="*/ 1278 w 3194"/>
                <a:gd name="connsiteY0" fmla="*/ 0 h 2713"/>
                <a:gd name="connsiteX1" fmla="*/ 0 w 3194"/>
                <a:gd name="connsiteY1" fmla="*/ 1277 h 2713"/>
                <a:gd name="connsiteX2" fmla="*/ 3195 w 3194"/>
                <a:gd name="connsiteY2" fmla="*/ 1277 h 2713"/>
                <a:gd name="connsiteX3" fmla="*/ 1278 w 3194"/>
                <a:gd name="connsiteY3" fmla="*/ 0 h 2713"/>
              </a:gdLst>
              <a:ahLst/>
              <a:cxnLst>
                <a:cxn ang="0">
                  <a:pos x="connsiteX0" y="connsiteY0"/>
                </a:cxn>
                <a:cxn ang="0">
                  <a:pos x="connsiteX1" y="connsiteY1"/>
                </a:cxn>
                <a:cxn ang="0">
                  <a:pos x="connsiteX2" y="connsiteY2"/>
                </a:cxn>
                <a:cxn ang="0">
                  <a:pos x="connsiteX3" y="connsiteY3"/>
                </a:cxn>
              </a:cxnLst>
              <a:rect l="l" t="t" r="r" b="b"/>
              <a:pathLst>
                <a:path w="3194" h="2713">
                  <a:moveTo>
                    <a:pt x="1278" y="0"/>
                  </a:moveTo>
                  <a:cubicBezTo>
                    <a:pt x="639" y="0"/>
                    <a:pt x="0" y="638"/>
                    <a:pt x="0" y="1277"/>
                  </a:cubicBezTo>
                  <a:cubicBezTo>
                    <a:pt x="0" y="3192"/>
                    <a:pt x="3195" y="3192"/>
                    <a:pt x="3195" y="1277"/>
                  </a:cubicBezTo>
                  <a:cubicBezTo>
                    <a:pt x="2556" y="638"/>
                    <a:pt x="1917" y="0"/>
                    <a:pt x="1278" y="0"/>
                  </a:cubicBezTo>
                  <a:close/>
                </a:path>
              </a:pathLst>
            </a:custGeom>
            <a:solidFill>
              <a:srgbClr val="43B02A"/>
            </a:solidFill>
            <a:ln w="6390" cap="flat">
              <a:noFill/>
              <a:prstDash val="solid"/>
              <a:miter/>
            </a:ln>
          </p:spPr>
          <p:txBody>
            <a:bodyPr rtlCol="0" anchor="ctr"/>
            <a:lstStyle/>
            <a:p>
              <a:endParaRPr lang="en-US"/>
            </a:p>
          </p:txBody>
        </p:sp>
        <p:sp>
          <p:nvSpPr>
            <p:cNvPr id="572" name="Graphic 6">
              <a:extLst>
                <a:ext uri="{FF2B5EF4-FFF2-40B4-BE49-F238E27FC236}">
                  <a16:creationId xmlns:a16="http://schemas.microsoft.com/office/drawing/2014/main" id="{67CD68BA-F02D-D14B-9723-EE29E59CCFA7}"/>
                </a:ext>
              </a:extLst>
            </p:cNvPr>
            <p:cNvSpPr/>
            <p:nvPr/>
          </p:nvSpPr>
          <p:spPr>
            <a:xfrm>
              <a:off x="10496749" y="4077611"/>
              <a:ext cx="3194" cy="2713"/>
            </a:xfrm>
            <a:custGeom>
              <a:avLst/>
              <a:gdLst>
                <a:gd name="connsiteX0" fmla="*/ 1278 w 3194"/>
                <a:gd name="connsiteY0" fmla="*/ 0 h 2713"/>
                <a:gd name="connsiteX1" fmla="*/ 0 w 3194"/>
                <a:gd name="connsiteY1" fmla="*/ 1277 h 2713"/>
                <a:gd name="connsiteX2" fmla="*/ 3195 w 3194"/>
                <a:gd name="connsiteY2" fmla="*/ 1277 h 2713"/>
                <a:gd name="connsiteX3" fmla="*/ 1278 w 3194"/>
                <a:gd name="connsiteY3" fmla="*/ 0 h 2713"/>
              </a:gdLst>
              <a:ahLst/>
              <a:cxnLst>
                <a:cxn ang="0">
                  <a:pos x="connsiteX0" y="connsiteY0"/>
                </a:cxn>
                <a:cxn ang="0">
                  <a:pos x="connsiteX1" y="connsiteY1"/>
                </a:cxn>
                <a:cxn ang="0">
                  <a:pos x="connsiteX2" y="connsiteY2"/>
                </a:cxn>
                <a:cxn ang="0">
                  <a:pos x="connsiteX3" y="connsiteY3"/>
                </a:cxn>
              </a:cxnLst>
              <a:rect l="l" t="t" r="r" b="b"/>
              <a:pathLst>
                <a:path w="3194" h="2713">
                  <a:moveTo>
                    <a:pt x="1278" y="0"/>
                  </a:moveTo>
                  <a:cubicBezTo>
                    <a:pt x="640" y="0"/>
                    <a:pt x="0" y="639"/>
                    <a:pt x="0" y="1277"/>
                  </a:cubicBezTo>
                  <a:cubicBezTo>
                    <a:pt x="0" y="3192"/>
                    <a:pt x="3195" y="3192"/>
                    <a:pt x="3195" y="1277"/>
                  </a:cubicBezTo>
                  <a:cubicBezTo>
                    <a:pt x="2556" y="639"/>
                    <a:pt x="1917" y="0"/>
                    <a:pt x="1278" y="0"/>
                  </a:cubicBezTo>
                  <a:close/>
                </a:path>
              </a:pathLst>
            </a:custGeom>
            <a:solidFill>
              <a:srgbClr val="43B02A"/>
            </a:solidFill>
            <a:ln w="6390" cap="flat">
              <a:noFill/>
              <a:prstDash val="solid"/>
              <a:miter/>
            </a:ln>
          </p:spPr>
          <p:txBody>
            <a:bodyPr rtlCol="0" anchor="ctr"/>
            <a:lstStyle/>
            <a:p>
              <a:endParaRPr lang="en-US"/>
            </a:p>
          </p:txBody>
        </p:sp>
        <p:sp>
          <p:nvSpPr>
            <p:cNvPr id="573" name="Graphic 6">
              <a:extLst>
                <a:ext uri="{FF2B5EF4-FFF2-40B4-BE49-F238E27FC236}">
                  <a16:creationId xmlns:a16="http://schemas.microsoft.com/office/drawing/2014/main" id="{A522A54D-D270-3A48-8A06-2E8D5EA31FCC}"/>
                </a:ext>
              </a:extLst>
            </p:cNvPr>
            <p:cNvSpPr/>
            <p:nvPr/>
          </p:nvSpPr>
          <p:spPr>
            <a:xfrm>
              <a:off x="10491637" y="4106339"/>
              <a:ext cx="3194" cy="2713"/>
            </a:xfrm>
            <a:custGeom>
              <a:avLst/>
              <a:gdLst>
                <a:gd name="connsiteX0" fmla="*/ 1278 w 3194"/>
                <a:gd name="connsiteY0" fmla="*/ 0 h 2713"/>
                <a:gd name="connsiteX1" fmla="*/ 0 w 3194"/>
                <a:gd name="connsiteY1" fmla="*/ 1277 h 2713"/>
                <a:gd name="connsiteX2" fmla="*/ 3195 w 3194"/>
                <a:gd name="connsiteY2" fmla="*/ 1277 h 2713"/>
                <a:gd name="connsiteX3" fmla="*/ 1278 w 3194"/>
                <a:gd name="connsiteY3" fmla="*/ 0 h 2713"/>
              </a:gdLst>
              <a:ahLst/>
              <a:cxnLst>
                <a:cxn ang="0">
                  <a:pos x="connsiteX0" y="connsiteY0"/>
                </a:cxn>
                <a:cxn ang="0">
                  <a:pos x="connsiteX1" y="connsiteY1"/>
                </a:cxn>
                <a:cxn ang="0">
                  <a:pos x="connsiteX2" y="connsiteY2"/>
                </a:cxn>
                <a:cxn ang="0">
                  <a:pos x="connsiteX3" y="connsiteY3"/>
                </a:cxn>
              </a:cxnLst>
              <a:rect l="l" t="t" r="r" b="b"/>
              <a:pathLst>
                <a:path w="3194" h="2713">
                  <a:moveTo>
                    <a:pt x="1278" y="0"/>
                  </a:moveTo>
                  <a:cubicBezTo>
                    <a:pt x="639" y="0"/>
                    <a:pt x="0" y="639"/>
                    <a:pt x="0" y="1277"/>
                  </a:cubicBezTo>
                  <a:cubicBezTo>
                    <a:pt x="0" y="3192"/>
                    <a:pt x="3195" y="3192"/>
                    <a:pt x="3195" y="1277"/>
                  </a:cubicBezTo>
                  <a:cubicBezTo>
                    <a:pt x="2556" y="639"/>
                    <a:pt x="1917" y="0"/>
                    <a:pt x="1278" y="0"/>
                  </a:cubicBezTo>
                  <a:close/>
                </a:path>
              </a:pathLst>
            </a:custGeom>
            <a:solidFill>
              <a:srgbClr val="43B02A"/>
            </a:solidFill>
            <a:ln w="6390" cap="flat">
              <a:noFill/>
              <a:prstDash val="solid"/>
              <a:miter/>
            </a:ln>
          </p:spPr>
          <p:txBody>
            <a:bodyPr rtlCol="0" anchor="ctr"/>
            <a:lstStyle/>
            <a:p>
              <a:endParaRPr lang="en-US"/>
            </a:p>
          </p:txBody>
        </p:sp>
        <p:sp>
          <p:nvSpPr>
            <p:cNvPr id="574" name="Graphic 6">
              <a:extLst>
                <a:ext uri="{FF2B5EF4-FFF2-40B4-BE49-F238E27FC236}">
                  <a16:creationId xmlns:a16="http://schemas.microsoft.com/office/drawing/2014/main" id="{21D171FE-6A9C-C84A-84EF-E04165F4BF33}"/>
                </a:ext>
              </a:extLst>
            </p:cNvPr>
            <p:cNvSpPr/>
            <p:nvPr/>
          </p:nvSpPr>
          <p:spPr>
            <a:xfrm>
              <a:off x="10501222" y="4049522"/>
              <a:ext cx="3194" cy="2713"/>
            </a:xfrm>
            <a:custGeom>
              <a:avLst/>
              <a:gdLst>
                <a:gd name="connsiteX0" fmla="*/ 1278 w 3194"/>
                <a:gd name="connsiteY0" fmla="*/ 0 h 2713"/>
                <a:gd name="connsiteX1" fmla="*/ 0 w 3194"/>
                <a:gd name="connsiteY1" fmla="*/ 1277 h 2713"/>
                <a:gd name="connsiteX2" fmla="*/ 3195 w 3194"/>
                <a:gd name="connsiteY2" fmla="*/ 1277 h 2713"/>
                <a:gd name="connsiteX3" fmla="*/ 1278 w 3194"/>
                <a:gd name="connsiteY3" fmla="*/ 0 h 2713"/>
              </a:gdLst>
              <a:ahLst/>
              <a:cxnLst>
                <a:cxn ang="0">
                  <a:pos x="connsiteX0" y="connsiteY0"/>
                </a:cxn>
                <a:cxn ang="0">
                  <a:pos x="connsiteX1" y="connsiteY1"/>
                </a:cxn>
                <a:cxn ang="0">
                  <a:pos x="connsiteX2" y="connsiteY2"/>
                </a:cxn>
                <a:cxn ang="0">
                  <a:pos x="connsiteX3" y="connsiteY3"/>
                </a:cxn>
              </a:cxnLst>
              <a:rect l="l" t="t" r="r" b="b"/>
              <a:pathLst>
                <a:path w="3194" h="2713">
                  <a:moveTo>
                    <a:pt x="1278" y="0"/>
                  </a:moveTo>
                  <a:cubicBezTo>
                    <a:pt x="639" y="0"/>
                    <a:pt x="0" y="638"/>
                    <a:pt x="0" y="1277"/>
                  </a:cubicBezTo>
                  <a:cubicBezTo>
                    <a:pt x="0" y="3192"/>
                    <a:pt x="3195" y="3192"/>
                    <a:pt x="3195" y="1277"/>
                  </a:cubicBezTo>
                  <a:cubicBezTo>
                    <a:pt x="3195" y="638"/>
                    <a:pt x="2556" y="0"/>
                    <a:pt x="1278" y="0"/>
                  </a:cubicBezTo>
                  <a:close/>
                </a:path>
              </a:pathLst>
            </a:custGeom>
            <a:solidFill>
              <a:srgbClr val="43B02A"/>
            </a:solidFill>
            <a:ln w="6390" cap="flat">
              <a:noFill/>
              <a:prstDash val="solid"/>
              <a:miter/>
            </a:ln>
          </p:spPr>
          <p:txBody>
            <a:bodyPr rtlCol="0" anchor="ctr"/>
            <a:lstStyle/>
            <a:p>
              <a:endParaRPr lang="en-US"/>
            </a:p>
          </p:txBody>
        </p:sp>
        <p:sp>
          <p:nvSpPr>
            <p:cNvPr id="575" name="Graphic 6">
              <a:extLst>
                <a:ext uri="{FF2B5EF4-FFF2-40B4-BE49-F238E27FC236}">
                  <a16:creationId xmlns:a16="http://schemas.microsoft.com/office/drawing/2014/main" id="{451F1704-330B-6542-B16F-83AE6F7D16CF}"/>
                </a:ext>
              </a:extLst>
            </p:cNvPr>
            <p:cNvSpPr/>
            <p:nvPr/>
          </p:nvSpPr>
          <p:spPr>
            <a:xfrm>
              <a:off x="10409207" y="3908436"/>
              <a:ext cx="192336" cy="104697"/>
            </a:xfrm>
            <a:custGeom>
              <a:avLst/>
              <a:gdLst>
                <a:gd name="connsiteX0" fmla="*/ 169333 w 192336"/>
                <a:gd name="connsiteY0" fmla="*/ 58733 h 104697"/>
                <a:gd name="connsiteX1" fmla="*/ 163582 w 192336"/>
                <a:gd name="connsiteY1" fmla="*/ 59371 h 104697"/>
                <a:gd name="connsiteX2" fmla="*/ 163582 w 192336"/>
                <a:gd name="connsiteY2" fmla="*/ 59371 h 104697"/>
                <a:gd name="connsiteX3" fmla="*/ 162305 w 192336"/>
                <a:gd name="connsiteY3" fmla="*/ 60010 h 104697"/>
                <a:gd name="connsiteX4" fmla="*/ 154636 w 192336"/>
                <a:gd name="connsiteY4" fmla="*/ 61286 h 104697"/>
                <a:gd name="connsiteX5" fmla="*/ 152081 w 192336"/>
                <a:gd name="connsiteY5" fmla="*/ 52349 h 104697"/>
                <a:gd name="connsiteX6" fmla="*/ 152081 w 192336"/>
                <a:gd name="connsiteY6" fmla="*/ 51072 h 104697"/>
                <a:gd name="connsiteX7" fmla="*/ 152720 w 192336"/>
                <a:gd name="connsiteY7" fmla="*/ 45327 h 104697"/>
                <a:gd name="connsiteX8" fmla="*/ 107351 w 192336"/>
                <a:gd name="connsiteY8" fmla="*/ 0 h 104697"/>
                <a:gd name="connsiteX9" fmla="*/ 61982 w 192336"/>
                <a:gd name="connsiteY9" fmla="*/ 36389 h 104697"/>
                <a:gd name="connsiteX10" fmla="*/ 58148 w 192336"/>
                <a:gd name="connsiteY10" fmla="*/ 40858 h 104697"/>
                <a:gd name="connsiteX11" fmla="*/ 52397 w 192336"/>
                <a:gd name="connsiteY11" fmla="*/ 40219 h 104697"/>
                <a:gd name="connsiteX12" fmla="*/ 35145 w 192336"/>
                <a:gd name="connsiteY12" fmla="*/ 34474 h 104697"/>
                <a:gd name="connsiteX13" fmla="*/ 0 w 192336"/>
                <a:gd name="connsiteY13" fmla="*/ 69586 h 104697"/>
                <a:gd name="connsiteX14" fmla="*/ 35145 w 192336"/>
                <a:gd name="connsiteY14" fmla="*/ 104697 h 104697"/>
                <a:gd name="connsiteX15" fmla="*/ 169333 w 192336"/>
                <a:gd name="connsiteY15" fmla="*/ 104697 h 104697"/>
                <a:gd name="connsiteX16" fmla="*/ 192337 w 192336"/>
                <a:gd name="connsiteY16" fmla="*/ 81715 h 104697"/>
                <a:gd name="connsiteX17" fmla="*/ 169333 w 192336"/>
                <a:gd name="connsiteY17" fmla="*/ 58733 h 10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2336" h="104697">
                  <a:moveTo>
                    <a:pt x="169333" y="58733"/>
                  </a:moveTo>
                  <a:cubicBezTo>
                    <a:pt x="167416" y="58733"/>
                    <a:pt x="165500" y="58733"/>
                    <a:pt x="163582" y="59371"/>
                  </a:cubicBezTo>
                  <a:lnTo>
                    <a:pt x="163582" y="59371"/>
                  </a:lnTo>
                  <a:cubicBezTo>
                    <a:pt x="163582" y="59371"/>
                    <a:pt x="162943" y="59371"/>
                    <a:pt x="162305" y="60010"/>
                  </a:cubicBezTo>
                  <a:cubicBezTo>
                    <a:pt x="160387" y="61925"/>
                    <a:pt x="156553" y="62563"/>
                    <a:pt x="154636" y="61286"/>
                  </a:cubicBezTo>
                  <a:cubicBezTo>
                    <a:pt x="150164" y="58733"/>
                    <a:pt x="151441" y="53626"/>
                    <a:pt x="152081" y="52349"/>
                  </a:cubicBezTo>
                  <a:cubicBezTo>
                    <a:pt x="152081" y="51710"/>
                    <a:pt x="152081" y="51710"/>
                    <a:pt x="152081" y="51072"/>
                  </a:cubicBezTo>
                  <a:cubicBezTo>
                    <a:pt x="152081" y="49157"/>
                    <a:pt x="152720" y="47242"/>
                    <a:pt x="152720" y="45327"/>
                  </a:cubicBezTo>
                  <a:cubicBezTo>
                    <a:pt x="152720" y="20429"/>
                    <a:pt x="132271" y="0"/>
                    <a:pt x="107351" y="0"/>
                  </a:cubicBezTo>
                  <a:cubicBezTo>
                    <a:pt x="85625" y="0"/>
                    <a:pt x="66456" y="15322"/>
                    <a:pt x="61982" y="36389"/>
                  </a:cubicBezTo>
                  <a:cubicBezTo>
                    <a:pt x="61343" y="38304"/>
                    <a:pt x="60066" y="40219"/>
                    <a:pt x="58148" y="40858"/>
                  </a:cubicBezTo>
                  <a:cubicBezTo>
                    <a:pt x="56232" y="41496"/>
                    <a:pt x="53676" y="41496"/>
                    <a:pt x="52397" y="40219"/>
                  </a:cubicBezTo>
                  <a:cubicBezTo>
                    <a:pt x="46647" y="36389"/>
                    <a:pt x="42173" y="34474"/>
                    <a:pt x="35145" y="34474"/>
                  </a:cubicBezTo>
                  <a:cubicBezTo>
                    <a:pt x="15975" y="34474"/>
                    <a:pt x="0" y="49795"/>
                    <a:pt x="0" y="69586"/>
                  </a:cubicBezTo>
                  <a:cubicBezTo>
                    <a:pt x="0" y="88738"/>
                    <a:pt x="15336" y="104697"/>
                    <a:pt x="35145" y="104697"/>
                  </a:cubicBezTo>
                  <a:lnTo>
                    <a:pt x="169333" y="104697"/>
                  </a:lnTo>
                  <a:cubicBezTo>
                    <a:pt x="182113" y="104697"/>
                    <a:pt x="192337" y="94483"/>
                    <a:pt x="192337" y="81715"/>
                  </a:cubicBezTo>
                  <a:cubicBezTo>
                    <a:pt x="192337" y="68947"/>
                    <a:pt x="181474" y="58733"/>
                    <a:pt x="169333" y="58733"/>
                  </a:cubicBezTo>
                  <a:close/>
                </a:path>
              </a:pathLst>
            </a:custGeom>
            <a:solidFill>
              <a:srgbClr val="43B02A"/>
            </a:solidFill>
            <a:ln w="6390" cap="flat">
              <a:noFill/>
              <a:prstDash val="solid"/>
              <a:miter/>
            </a:ln>
          </p:spPr>
          <p:txBody>
            <a:bodyPr rtlCol="0" anchor="ctr"/>
            <a:lstStyle/>
            <a:p>
              <a:endParaRPr lang="en-US"/>
            </a:p>
          </p:txBody>
        </p:sp>
        <p:sp>
          <p:nvSpPr>
            <p:cNvPr id="576" name="Graphic 6">
              <a:extLst>
                <a:ext uri="{FF2B5EF4-FFF2-40B4-BE49-F238E27FC236}">
                  <a16:creationId xmlns:a16="http://schemas.microsoft.com/office/drawing/2014/main" id="{A218CC8C-682F-DD4E-86B2-08BCB234E6D2}"/>
                </a:ext>
              </a:extLst>
            </p:cNvPr>
            <p:cNvSpPr/>
            <p:nvPr/>
          </p:nvSpPr>
          <p:spPr>
            <a:xfrm>
              <a:off x="10457132" y="4106339"/>
              <a:ext cx="3194" cy="2713"/>
            </a:xfrm>
            <a:custGeom>
              <a:avLst/>
              <a:gdLst>
                <a:gd name="connsiteX0" fmla="*/ 1278 w 3194"/>
                <a:gd name="connsiteY0" fmla="*/ 0 h 2713"/>
                <a:gd name="connsiteX1" fmla="*/ 0 w 3194"/>
                <a:gd name="connsiteY1" fmla="*/ 1277 h 2713"/>
                <a:gd name="connsiteX2" fmla="*/ 3195 w 3194"/>
                <a:gd name="connsiteY2" fmla="*/ 1277 h 2713"/>
                <a:gd name="connsiteX3" fmla="*/ 1278 w 3194"/>
                <a:gd name="connsiteY3" fmla="*/ 0 h 2713"/>
              </a:gdLst>
              <a:ahLst/>
              <a:cxnLst>
                <a:cxn ang="0">
                  <a:pos x="connsiteX0" y="connsiteY0"/>
                </a:cxn>
                <a:cxn ang="0">
                  <a:pos x="connsiteX1" y="connsiteY1"/>
                </a:cxn>
                <a:cxn ang="0">
                  <a:pos x="connsiteX2" y="connsiteY2"/>
                </a:cxn>
                <a:cxn ang="0">
                  <a:pos x="connsiteX3" y="connsiteY3"/>
                </a:cxn>
              </a:cxnLst>
              <a:rect l="l" t="t" r="r" b="b"/>
              <a:pathLst>
                <a:path w="3194" h="2713">
                  <a:moveTo>
                    <a:pt x="1278" y="0"/>
                  </a:moveTo>
                  <a:cubicBezTo>
                    <a:pt x="639" y="0"/>
                    <a:pt x="0" y="639"/>
                    <a:pt x="0" y="1277"/>
                  </a:cubicBezTo>
                  <a:cubicBezTo>
                    <a:pt x="0" y="3192"/>
                    <a:pt x="3195" y="3192"/>
                    <a:pt x="3195" y="1277"/>
                  </a:cubicBezTo>
                  <a:cubicBezTo>
                    <a:pt x="3195" y="639"/>
                    <a:pt x="2556" y="0"/>
                    <a:pt x="1278" y="0"/>
                  </a:cubicBezTo>
                  <a:close/>
                </a:path>
              </a:pathLst>
            </a:custGeom>
            <a:solidFill>
              <a:srgbClr val="43B02A"/>
            </a:solidFill>
            <a:ln w="6390" cap="flat">
              <a:noFill/>
              <a:prstDash val="solid"/>
              <a:miter/>
            </a:ln>
          </p:spPr>
          <p:txBody>
            <a:bodyPr rtlCol="0" anchor="ctr"/>
            <a:lstStyle/>
            <a:p>
              <a:endParaRPr lang="en-US"/>
            </a:p>
          </p:txBody>
        </p:sp>
        <p:sp>
          <p:nvSpPr>
            <p:cNvPr id="577" name="Graphic 6">
              <a:extLst>
                <a:ext uri="{FF2B5EF4-FFF2-40B4-BE49-F238E27FC236}">
                  <a16:creationId xmlns:a16="http://schemas.microsoft.com/office/drawing/2014/main" id="{3998F404-F34E-3D4C-8098-E3379496969C}"/>
                </a:ext>
              </a:extLst>
            </p:cNvPr>
            <p:cNvSpPr/>
            <p:nvPr/>
          </p:nvSpPr>
          <p:spPr>
            <a:xfrm>
              <a:off x="10323582" y="3826721"/>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181474 w 362313"/>
                <a:gd name="connsiteY4" fmla="*/ 0 h 361971"/>
                <a:gd name="connsiteX5" fmla="*/ 134828 w 362313"/>
                <a:gd name="connsiteY5" fmla="*/ 292386 h 361971"/>
                <a:gd name="connsiteX6" fmla="*/ 123326 w 362313"/>
                <a:gd name="connsiteY6" fmla="*/ 280895 h 361971"/>
                <a:gd name="connsiteX7" fmla="*/ 134828 w 362313"/>
                <a:gd name="connsiteY7" fmla="*/ 269404 h 361971"/>
                <a:gd name="connsiteX8" fmla="*/ 146330 w 362313"/>
                <a:gd name="connsiteY8" fmla="*/ 280895 h 361971"/>
                <a:gd name="connsiteX9" fmla="*/ 134828 w 362313"/>
                <a:gd name="connsiteY9" fmla="*/ 292386 h 361971"/>
                <a:gd name="connsiteX10" fmla="*/ 139940 w 362313"/>
                <a:gd name="connsiteY10" fmla="*/ 263658 h 361971"/>
                <a:gd name="connsiteX11" fmla="*/ 128438 w 362313"/>
                <a:gd name="connsiteY11" fmla="*/ 252167 h 361971"/>
                <a:gd name="connsiteX12" fmla="*/ 139940 w 362313"/>
                <a:gd name="connsiteY12" fmla="*/ 240676 h 361971"/>
                <a:gd name="connsiteX13" fmla="*/ 151442 w 362313"/>
                <a:gd name="connsiteY13" fmla="*/ 252167 h 361971"/>
                <a:gd name="connsiteX14" fmla="*/ 139940 w 362313"/>
                <a:gd name="connsiteY14" fmla="*/ 263658 h 361971"/>
                <a:gd name="connsiteX15" fmla="*/ 145052 w 362313"/>
                <a:gd name="connsiteY15" fmla="*/ 235569 h 361971"/>
                <a:gd name="connsiteX16" fmla="*/ 133550 w 362313"/>
                <a:gd name="connsiteY16" fmla="*/ 224078 h 361971"/>
                <a:gd name="connsiteX17" fmla="*/ 145052 w 362313"/>
                <a:gd name="connsiteY17" fmla="*/ 212587 h 361971"/>
                <a:gd name="connsiteX18" fmla="*/ 156553 w 362313"/>
                <a:gd name="connsiteY18" fmla="*/ 224078 h 361971"/>
                <a:gd name="connsiteX19" fmla="*/ 145052 w 362313"/>
                <a:gd name="connsiteY19" fmla="*/ 235569 h 361971"/>
                <a:gd name="connsiteX20" fmla="*/ 169333 w 362313"/>
                <a:gd name="connsiteY20" fmla="*/ 292386 h 361971"/>
                <a:gd name="connsiteX21" fmla="*/ 157832 w 362313"/>
                <a:gd name="connsiteY21" fmla="*/ 280895 h 361971"/>
                <a:gd name="connsiteX22" fmla="*/ 169333 w 362313"/>
                <a:gd name="connsiteY22" fmla="*/ 269404 h 361971"/>
                <a:gd name="connsiteX23" fmla="*/ 180836 w 362313"/>
                <a:gd name="connsiteY23" fmla="*/ 280895 h 361971"/>
                <a:gd name="connsiteX24" fmla="*/ 169333 w 362313"/>
                <a:gd name="connsiteY24" fmla="*/ 292386 h 361971"/>
                <a:gd name="connsiteX25" fmla="*/ 174446 w 362313"/>
                <a:gd name="connsiteY25" fmla="*/ 263658 h 361971"/>
                <a:gd name="connsiteX26" fmla="*/ 162943 w 362313"/>
                <a:gd name="connsiteY26" fmla="*/ 252167 h 361971"/>
                <a:gd name="connsiteX27" fmla="*/ 174446 w 362313"/>
                <a:gd name="connsiteY27" fmla="*/ 240676 h 361971"/>
                <a:gd name="connsiteX28" fmla="*/ 185947 w 362313"/>
                <a:gd name="connsiteY28" fmla="*/ 252167 h 361971"/>
                <a:gd name="connsiteX29" fmla="*/ 174446 w 362313"/>
                <a:gd name="connsiteY29" fmla="*/ 263658 h 361971"/>
                <a:gd name="connsiteX30" fmla="*/ 178918 w 362313"/>
                <a:gd name="connsiteY30" fmla="*/ 235569 h 361971"/>
                <a:gd name="connsiteX31" fmla="*/ 167417 w 362313"/>
                <a:gd name="connsiteY31" fmla="*/ 224078 h 361971"/>
                <a:gd name="connsiteX32" fmla="*/ 178918 w 362313"/>
                <a:gd name="connsiteY32" fmla="*/ 212587 h 361971"/>
                <a:gd name="connsiteX33" fmla="*/ 190420 w 362313"/>
                <a:gd name="connsiteY33" fmla="*/ 224078 h 361971"/>
                <a:gd name="connsiteX34" fmla="*/ 178918 w 362313"/>
                <a:gd name="connsiteY34" fmla="*/ 235569 h 361971"/>
                <a:gd name="connsiteX35" fmla="*/ 203839 w 362313"/>
                <a:gd name="connsiteY35" fmla="*/ 292386 h 361971"/>
                <a:gd name="connsiteX36" fmla="*/ 192337 w 362313"/>
                <a:gd name="connsiteY36" fmla="*/ 280895 h 361971"/>
                <a:gd name="connsiteX37" fmla="*/ 203839 w 362313"/>
                <a:gd name="connsiteY37" fmla="*/ 269404 h 361971"/>
                <a:gd name="connsiteX38" fmla="*/ 215341 w 362313"/>
                <a:gd name="connsiteY38" fmla="*/ 280895 h 361971"/>
                <a:gd name="connsiteX39" fmla="*/ 203839 w 362313"/>
                <a:gd name="connsiteY39" fmla="*/ 292386 h 361971"/>
                <a:gd name="connsiteX40" fmla="*/ 208312 w 362313"/>
                <a:gd name="connsiteY40" fmla="*/ 263658 h 361971"/>
                <a:gd name="connsiteX41" fmla="*/ 196810 w 362313"/>
                <a:gd name="connsiteY41" fmla="*/ 252167 h 361971"/>
                <a:gd name="connsiteX42" fmla="*/ 208312 w 362313"/>
                <a:gd name="connsiteY42" fmla="*/ 240676 h 361971"/>
                <a:gd name="connsiteX43" fmla="*/ 219814 w 362313"/>
                <a:gd name="connsiteY43" fmla="*/ 252167 h 361971"/>
                <a:gd name="connsiteX44" fmla="*/ 208312 w 362313"/>
                <a:gd name="connsiteY44" fmla="*/ 263658 h 361971"/>
                <a:gd name="connsiteX45" fmla="*/ 213424 w 362313"/>
                <a:gd name="connsiteY45" fmla="*/ 235569 h 361971"/>
                <a:gd name="connsiteX46" fmla="*/ 201922 w 362313"/>
                <a:gd name="connsiteY46" fmla="*/ 224078 h 361971"/>
                <a:gd name="connsiteX47" fmla="*/ 213424 w 362313"/>
                <a:gd name="connsiteY47" fmla="*/ 212587 h 361971"/>
                <a:gd name="connsiteX48" fmla="*/ 224926 w 362313"/>
                <a:gd name="connsiteY48" fmla="*/ 224078 h 361971"/>
                <a:gd name="connsiteX49" fmla="*/ 213424 w 362313"/>
                <a:gd name="connsiteY49" fmla="*/ 235569 h 361971"/>
                <a:gd name="connsiteX50" fmla="*/ 254959 w 362313"/>
                <a:gd name="connsiteY50" fmla="*/ 199180 h 361971"/>
                <a:gd name="connsiteX51" fmla="*/ 120770 w 362313"/>
                <a:gd name="connsiteY51" fmla="*/ 199180 h 361971"/>
                <a:gd name="connsiteX52" fmla="*/ 72845 w 362313"/>
                <a:gd name="connsiteY52" fmla="*/ 151300 h 361971"/>
                <a:gd name="connsiteX53" fmla="*/ 120770 w 362313"/>
                <a:gd name="connsiteY53" fmla="*/ 103421 h 361971"/>
                <a:gd name="connsiteX54" fmla="*/ 137384 w 362313"/>
                <a:gd name="connsiteY54" fmla="*/ 107251 h 361971"/>
                <a:gd name="connsiteX55" fmla="*/ 192977 w 362313"/>
                <a:gd name="connsiteY55" fmla="*/ 68947 h 361971"/>
                <a:gd name="connsiteX56" fmla="*/ 251125 w 362313"/>
                <a:gd name="connsiteY56" fmla="*/ 127041 h 361971"/>
                <a:gd name="connsiteX57" fmla="*/ 251125 w 362313"/>
                <a:gd name="connsiteY57" fmla="*/ 127680 h 361971"/>
                <a:gd name="connsiteX58" fmla="*/ 254959 w 362313"/>
                <a:gd name="connsiteY58" fmla="*/ 127680 h 361971"/>
                <a:gd name="connsiteX59" fmla="*/ 290742 w 362313"/>
                <a:gd name="connsiteY59" fmla="*/ 163430 h 361971"/>
                <a:gd name="connsiteX60" fmla="*/ 254959 w 362313"/>
                <a:gd name="connsiteY60" fmla="*/ 19918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62313"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949" y="81077"/>
                    <a:pt x="281796" y="0"/>
                    <a:pt x="181474" y="0"/>
                  </a:cubicBezTo>
                  <a:close/>
                  <a:moveTo>
                    <a:pt x="134828" y="292386"/>
                  </a:moveTo>
                  <a:cubicBezTo>
                    <a:pt x="128438" y="292386"/>
                    <a:pt x="123326" y="287279"/>
                    <a:pt x="123326" y="280895"/>
                  </a:cubicBezTo>
                  <a:cubicBezTo>
                    <a:pt x="123326" y="274511"/>
                    <a:pt x="128438" y="269404"/>
                    <a:pt x="134828" y="269404"/>
                  </a:cubicBezTo>
                  <a:cubicBezTo>
                    <a:pt x="141217" y="269404"/>
                    <a:pt x="146330" y="274511"/>
                    <a:pt x="146330" y="280895"/>
                  </a:cubicBezTo>
                  <a:cubicBezTo>
                    <a:pt x="146330" y="287279"/>
                    <a:pt x="141217" y="292386"/>
                    <a:pt x="134828" y="292386"/>
                  </a:cubicBezTo>
                  <a:close/>
                  <a:moveTo>
                    <a:pt x="139940" y="263658"/>
                  </a:moveTo>
                  <a:cubicBezTo>
                    <a:pt x="133550" y="263658"/>
                    <a:pt x="128438" y="258551"/>
                    <a:pt x="128438" y="252167"/>
                  </a:cubicBezTo>
                  <a:cubicBezTo>
                    <a:pt x="128438" y="245783"/>
                    <a:pt x="133550" y="240676"/>
                    <a:pt x="139940" y="240676"/>
                  </a:cubicBezTo>
                  <a:cubicBezTo>
                    <a:pt x="146330" y="240676"/>
                    <a:pt x="151442" y="245783"/>
                    <a:pt x="151442" y="252167"/>
                  </a:cubicBezTo>
                  <a:cubicBezTo>
                    <a:pt x="151442" y="258551"/>
                    <a:pt x="146330" y="263658"/>
                    <a:pt x="139940" y="263658"/>
                  </a:cubicBezTo>
                  <a:close/>
                  <a:moveTo>
                    <a:pt x="145052" y="235569"/>
                  </a:moveTo>
                  <a:cubicBezTo>
                    <a:pt x="138662" y="235569"/>
                    <a:pt x="133550" y="230462"/>
                    <a:pt x="133550" y="224078"/>
                  </a:cubicBezTo>
                  <a:cubicBezTo>
                    <a:pt x="133550" y="217694"/>
                    <a:pt x="138662" y="212587"/>
                    <a:pt x="145052" y="212587"/>
                  </a:cubicBezTo>
                  <a:cubicBezTo>
                    <a:pt x="151442" y="212587"/>
                    <a:pt x="156553" y="217694"/>
                    <a:pt x="156553" y="224078"/>
                  </a:cubicBezTo>
                  <a:cubicBezTo>
                    <a:pt x="155915" y="230462"/>
                    <a:pt x="150802" y="235569"/>
                    <a:pt x="145052" y="235569"/>
                  </a:cubicBezTo>
                  <a:close/>
                  <a:moveTo>
                    <a:pt x="169333" y="292386"/>
                  </a:moveTo>
                  <a:cubicBezTo>
                    <a:pt x="162943" y="292386"/>
                    <a:pt x="157832" y="287279"/>
                    <a:pt x="157832" y="280895"/>
                  </a:cubicBezTo>
                  <a:cubicBezTo>
                    <a:pt x="157832" y="274511"/>
                    <a:pt x="162943" y="269404"/>
                    <a:pt x="169333" y="269404"/>
                  </a:cubicBezTo>
                  <a:cubicBezTo>
                    <a:pt x="175723" y="269404"/>
                    <a:pt x="180836" y="274511"/>
                    <a:pt x="180836" y="280895"/>
                  </a:cubicBezTo>
                  <a:cubicBezTo>
                    <a:pt x="180836" y="287279"/>
                    <a:pt x="175723" y="292386"/>
                    <a:pt x="169333" y="292386"/>
                  </a:cubicBezTo>
                  <a:close/>
                  <a:moveTo>
                    <a:pt x="174446" y="263658"/>
                  </a:moveTo>
                  <a:cubicBezTo>
                    <a:pt x="168056" y="263658"/>
                    <a:pt x="162943" y="258551"/>
                    <a:pt x="162943" y="252167"/>
                  </a:cubicBezTo>
                  <a:cubicBezTo>
                    <a:pt x="162943" y="245783"/>
                    <a:pt x="168056" y="240676"/>
                    <a:pt x="174446" y="240676"/>
                  </a:cubicBezTo>
                  <a:cubicBezTo>
                    <a:pt x="180836" y="240676"/>
                    <a:pt x="185947" y="245783"/>
                    <a:pt x="185947" y="252167"/>
                  </a:cubicBezTo>
                  <a:cubicBezTo>
                    <a:pt x="185308" y="258551"/>
                    <a:pt x="180197" y="263658"/>
                    <a:pt x="174446" y="263658"/>
                  </a:cubicBezTo>
                  <a:close/>
                  <a:moveTo>
                    <a:pt x="178918" y="235569"/>
                  </a:moveTo>
                  <a:cubicBezTo>
                    <a:pt x="172528" y="235569"/>
                    <a:pt x="167417" y="230462"/>
                    <a:pt x="167417" y="224078"/>
                  </a:cubicBezTo>
                  <a:cubicBezTo>
                    <a:pt x="167417" y="217694"/>
                    <a:pt x="172528" y="212587"/>
                    <a:pt x="178918" y="212587"/>
                  </a:cubicBezTo>
                  <a:cubicBezTo>
                    <a:pt x="185308" y="212587"/>
                    <a:pt x="190420" y="217694"/>
                    <a:pt x="190420" y="224078"/>
                  </a:cubicBezTo>
                  <a:cubicBezTo>
                    <a:pt x="190420" y="230462"/>
                    <a:pt x="185308" y="235569"/>
                    <a:pt x="178918" y="235569"/>
                  </a:cubicBezTo>
                  <a:close/>
                  <a:moveTo>
                    <a:pt x="203839" y="292386"/>
                  </a:moveTo>
                  <a:cubicBezTo>
                    <a:pt x="197449" y="292386"/>
                    <a:pt x="192337" y="287279"/>
                    <a:pt x="192337" y="280895"/>
                  </a:cubicBezTo>
                  <a:cubicBezTo>
                    <a:pt x="192337" y="274511"/>
                    <a:pt x="197449" y="269404"/>
                    <a:pt x="203839" y="269404"/>
                  </a:cubicBezTo>
                  <a:cubicBezTo>
                    <a:pt x="210229" y="269404"/>
                    <a:pt x="215341" y="274511"/>
                    <a:pt x="215341" y="280895"/>
                  </a:cubicBezTo>
                  <a:cubicBezTo>
                    <a:pt x="214702" y="287279"/>
                    <a:pt x="209590" y="292386"/>
                    <a:pt x="203839" y="292386"/>
                  </a:cubicBezTo>
                  <a:close/>
                  <a:moveTo>
                    <a:pt x="208312" y="263658"/>
                  </a:moveTo>
                  <a:cubicBezTo>
                    <a:pt x="201922" y="263658"/>
                    <a:pt x="196810" y="258551"/>
                    <a:pt x="196810" y="252167"/>
                  </a:cubicBezTo>
                  <a:cubicBezTo>
                    <a:pt x="196810" y="245783"/>
                    <a:pt x="201922" y="240676"/>
                    <a:pt x="208312" y="240676"/>
                  </a:cubicBezTo>
                  <a:cubicBezTo>
                    <a:pt x="214702" y="240676"/>
                    <a:pt x="219814" y="245783"/>
                    <a:pt x="219814" y="252167"/>
                  </a:cubicBezTo>
                  <a:cubicBezTo>
                    <a:pt x="219814" y="259190"/>
                    <a:pt x="214702" y="263658"/>
                    <a:pt x="208312" y="263658"/>
                  </a:cubicBezTo>
                  <a:close/>
                  <a:moveTo>
                    <a:pt x="213424" y="235569"/>
                  </a:moveTo>
                  <a:cubicBezTo>
                    <a:pt x="207034" y="235569"/>
                    <a:pt x="201922" y="230462"/>
                    <a:pt x="201922" y="224078"/>
                  </a:cubicBezTo>
                  <a:cubicBezTo>
                    <a:pt x="201922" y="217694"/>
                    <a:pt x="207034" y="212587"/>
                    <a:pt x="213424" y="212587"/>
                  </a:cubicBezTo>
                  <a:cubicBezTo>
                    <a:pt x="219814" y="212587"/>
                    <a:pt x="224926" y="217694"/>
                    <a:pt x="224926" y="224078"/>
                  </a:cubicBezTo>
                  <a:cubicBezTo>
                    <a:pt x="224926" y="230462"/>
                    <a:pt x="219814" y="235569"/>
                    <a:pt x="213424" y="235569"/>
                  </a:cubicBezTo>
                  <a:close/>
                  <a:moveTo>
                    <a:pt x="254959" y="199180"/>
                  </a:moveTo>
                  <a:lnTo>
                    <a:pt x="120770" y="199180"/>
                  </a:lnTo>
                  <a:cubicBezTo>
                    <a:pt x="94571" y="199180"/>
                    <a:pt x="72845" y="177475"/>
                    <a:pt x="72845" y="151300"/>
                  </a:cubicBezTo>
                  <a:cubicBezTo>
                    <a:pt x="72845" y="125126"/>
                    <a:pt x="94571" y="103421"/>
                    <a:pt x="120770" y="103421"/>
                  </a:cubicBezTo>
                  <a:cubicBezTo>
                    <a:pt x="127160" y="103421"/>
                    <a:pt x="132911" y="104697"/>
                    <a:pt x="137384" y="107251"/>
                  </a:cubicBezTo>
                  <a:cubicBezTo>
                    <a:pt x="145691" y="84907"/>
                    <a:pt x="168056" y="68947"/>
                    <a:pt x="192977" y="68947"/>
                  </a:cubicBezTo>
                  <a:cubicBezTo>
                    <a:pt x="224926" y="68947"/>
                    <a:pt x="251125" y="95121"/>
                    <a:pt x="251125" y="127041"/>
                  </a:cubicBezTo>
                  <a:lnTo>
                    <a:pt x="251125" y="127680"/>
                  </a:lnTo>
                  <a:cubicBezTo>
                    <a:pt x="252403" y="127680"/>
                    <a:pt x="253681" y="127680"/>
                    <a:pt x="254959" y="127680"/>
                  </a:cubicBezTo>
                  <a:cubicBezTo>
                    <a:pt x="274767" y="127680"/>
                    <a:pt x="290742" y="143640"/>
                    <a:pt x="290742" y="163430"/>
                  </a:cubicBezTo>
                  <a:cubicBezTo>
                    <a:pt x="290742" y="183220"/>
                    <a:pt x="274128" y="199180"/>
                    <a:pt x="254959" y="199180"/>
                  </a:cubicBezTo>
                  <a:close/>
                </a:path>
              </a:pathLst>
            </a:custGeom>
            <a:solidFill>
              <a:srgbClr val="43B02A"/>
            </a:solidFill>
            <a:ln w="6390" cap="flat">
              <a:noFill/>
              <a:prstDash val="solid"/>
              <a:miter/>
            </a:ln>
          </p:spPr>
          <p:txBody>
            <a:bodyPr rtlCol="0" anchor="ctr"/>
            <a:lstStyle/>
            <a:p>
              <a:endParaRPr lang="en-US"/>
            </a:p>
          </p:txBody>
        </p:sp>
        <p:sp>
          <p:nvSpPr>
            <p:cNvPr id="578" name="Graphic 6">
              <a:extLst>
                <a:ext uri="{FF2B5EF4-FFF2-40B4-BE49-F238E27FC236}">
                  <a16:creationId xmlns:a16="http://schemas.microsoft.com/office/drawing/2014/main" id="{0BAE451E-323C-304E-84B4-6FDCBC2E963E}"/>
                </a:ext>
              </a:extLst>
            </p:cNvPr>
            <p:cNvSpPr/>
            <p:nvPr/>
          </p:nvSpPr>
          <p:spPr>
            <a:xfrm>
              <a:off x="10535728" y="4049522"/>
              <a:ext cx="3194" cy="2713"/>
            </a:xfrm>
            <a:custGeom>
              <a:avLst/>
              <a:gdLst>
                <a:gd name="connsiteX0" fmla="*/ 1278 w 3194"/>
                <a:gd name="connsiteY0" fmla="*/ 0 h 2713"/>
                <a:gd name="connsiteX1" fmla="*/ 0 w 3194"/>
                <a:gd name="connsiteY1" fmla="*/ 1277 h 2713"/>
                <a:gd name="connsiteX2" fmla="*/ 3195 w 3194"/>
                <a:gd name="connsiteY2" fmla="*/ 1277 h 2713"/>
                <a:gd name="connsiteX3" fmla="*/ 1278 w 3194"/>
                <a:gd name="connsiteY3" fmla="*/ 0 h 2713"/>
              </a:gdLst>
              <a:ahLst/>
              <a:cxnLst>
                <a:cxn ang="0">
                  <a:pos x="connsiteX0" y="connsiteY0"/>
                </a:cxn>
                <a:cxn ang="0">
                  <a:pos x="connsiteX1" y="connsiteY1"/>
                </a:cxn>
                <a:cxn ang="0">
                  <a:pos x="connsiteX2" y="connsiteY2"/>
                </a:cxn>
                <a:cxn ang="0">
                  <a:pos x="connsiteX3" y="connsiteY3"/>
                </a:cxn>
              </a:cxnLst>
              <a:rect l="l" t="t" r="r" b="b"/>
              <a:pathLst>
                <a:path w="3194" h="2713">
                  <a:moveTo>
                    <a:pt x="1278" y="0"/>
                  </a:moveTo>
                  <a:cubicBezTo>
                    <a:pt x="639" y="0"/>
                    <a:pt x="0" y="638"/>
                    <a:pt x="0" y="1277"/>
                  </a:cubicBezTo>
                  <a:cubicBezTo>
                    <a:pt x="0" y="3192"/>
                    <a:pt x="3195" y="3192"/>
                    <a:pt x="3195" y="1277"/>
                  </a:cubicBezTo>
                  <a:cubicBezTo>
                    <a:pt x="2555" y="638"/>
                    <a:pt x="1917" y="0"/>
                    <a:pt x="1278" y="0"/>
                  </a:cubicBezTo>
                  <a:close/>
                </a:path>
              </a:pathLst>
            </a:custGeom>
            <a:solidFill>
              <a:srgbClr val="43B02A"/>
            </a:solidFill>
            <a:ln w="6390" cap="flat">
              <a:noFill/>
              <a:prstDash val="solid"/>
              <a:miter/>
            </a:ln>
          </p:spPr>
          <p:txBody>
            <a:bodyPr rtlCol="0" anchor="ctr"/>
            <a:lstStyle/>
            <a:p>
              <a:endParaRPr lang="en-US"/>
            </a:p>
          </p:txBody>
        </p:sp>
      </p:grpSp>
      <p:grpSp>
        <p:nvGrpSpPr>
          <p:cNvPr id="579" name="Graphic 6">
            <a:extLst>
              <a:ext uri="{FF2B5EF4-FFF2-40B4-BE49-F238E27FC236}">
                <a16:creationId xmlns:a16="http://schemas.microsoft.com/office/drawing/2014/main" id="{EC9A3F9C-36A0-264B-8925-A09A9D7CC2CB}"/>
              </a:ext>
            </a:extLst>
          </p:cNvPr>
          <p:cNvGrpSpPr/>
          <p:nvPr/>
        </p:nvGrpSpPr>
        <p:grpSpPr>
          <a:xfrm>
            <a:off x="5099169" y="1892374"/>
            <a:ext cx="362313" cy="361971"/>
            <a:chOff x="5099169" y="1892374"/>
            <a:chExt cx="362313" cy="361971"/>
          </a:xfrm>
          <a:solidFill>
            <a:srgbClr val="046A38"/>
          </a:solidFill>
        </p:grpSpPr>
        <p:sp>
          <p:nvSpPr>
            <p:cNvPr id="580" name="Graphic 6">
              <a:extLst>
                <a:ext uri="{FF2B5EF4-FFF2-40B4-BE49-F238E27FC236}">
                  <a16:creationId xmlns:a16="http://schemas.microsoft.com/office/drawing/2014/main" id="{563C31C0-B6DD-A949-A281-FE217334139D}"/>
                </a:ext>
              </a:extLst>
            </p:cNvPr>
            <p:cNvSpPr/>
            <p:nvPr/>
          </p:nvSpPr>
          <p:spPr>
            <a:xfrm>
              <a:off x="5185433" y="1991965"/>
              <a:ext cx="190436" cy="162153"/>
            </a:xfrm>
            <a:custGeom>
              <a:avLst/>
              <a:gdLst>
                <a:gd name="connsiteX0" fmla="*/ 160387 w 190436"/>
                <a:gd name="connsiteY0" fmla="*/ 65755 h 162153"/>
                <a:gd name="connsiteX1" fmla="*/ 160387 w 190436"/>
                <a:gd name="connsiteY1" fmla="*/ 65755 h 162153"/>
                <a:gd name="connsiteX2" fmla="*/ 158470 w 190436"/>
                <a:gd name="connsiteY2" fmla="*/ 65117 h 162153"/>
                <a:gd name="connsiteX3" fmla="*/ 157192 w 190436"/>
                <a:gd name="connsiteY3" fmla="*/ 64478 h 162153"/>
                <a:gd name="connsiteX4" fmla="*/ 155915 w 190436"/>
                <a:gd name="connsiteY4" fmla="*/ 63840 h 162153"/>
                <a:gd name="connsiteX5" fmla="*/ 155275 w 190436"/>
                <a:gd name="connsiteY5" fmla="*/ 63201 h 162153"/>
                <a:gd name="connsiteX6" fmla="*/ 154637 w 190436"/>
                <a:gd name="connsiteY6" fmla="*/ 61925 h 162153"/>
                <a:gd name="connsiteX7" fmla="*/ 153997 w 190436"/>
                <a:gd name="connsiteY7" fmla="*/ 60648 h 162153"/>
                <a:gd name="connsiteX8" fmla="*/ 153997 w 190436"/>
                <a:gd name="connsiteY8" fmla="*/ 60009 h 162153"/>
                <a:gd name="connsiteX9" fmla="*/ 133550 w 190436"/>
                <a:gd name="connsiteY9" fmla="*/ 10853 h 162153"/>
                <a:gd name="connsiteX10" fmla="*/ 106073 w 190436"/>
                <a:gd name="connsiteY10" fmla="*/ 0 h 162153"/>
                <a:gd name="connsiteX11" fmla="*/ 143774 w 190436"/>
                <a:gd name="connsiteY11" fmla="*/ 62563 h 162153"/>
                <a:gd name="connsiteX12" fmla="*/ 141857 w 190436"/>
                <a:gd name="connsiteY12" fmla="*/ 70862 h 162153"/>
                <a:gd name="connsiteX13" fmla="*/ 119492 w 190436"/>
                <a:gd name="connsiteY13" fmla="*/ 85545 h 162153"/>
                <a:gd name="connsiteX14" fmla="*/ 114380 w 190436"/>
                <a:gd name="connsiteY14" fmla="*/ 86184 h 162153"/>
                <a:gd name="connsiteX15" fmla="*/ 110546 w 190436"/>
                <a:gd name="connsiteY15" fmla="*/ 82992 h 162153"/>
                <a:gd name="connsiteX16" fmla="*/ 32589 w 190436"/>
                <a:gd name="connsiteY16" fmla="*/ 58733 h 162153"/>
                <a:gd name="connsiteX17" fmla="*/ 2556 w 190436"/>
                <a:gd name="connsiteY17" fmla="*/ 104059 h 162153"/>
                <a:gd name="connsiteX18" fmla="*/ 26838 w 190436"/>
                <a:gd name="connsiteY18" fmla="*/ 95760 h 162153"/>
                <a:gd name="connsiteX19" fmla="*/ 66456 w 190436"/>
                <a:gd name="connsiteY19" fmla="*/ 135341 h 162153"/>
                <a:gd name="connsiteX20" fmla="*/ 60066 w 190436"/>
                <a:gd name="connsiteY20" fmla="*/ 141724 h 162153"/>
                <a:gd name="connsiteX21" fmla="*/ 53676 w 190436"/>
                <a:gd name="connsiteY21" fmla="*/ 135341 h 162153"/>
                <a:gd name="connsiteX22" fmla="*/ 26838 w 190436"/>
                <a:gd name="connsiteY22" fmla="*/ 108528 h 162153"/>
                <a:gd name="connsiteX23" fmla="*/ 0 w 190436"/>
                <a:gd name="connsiteY23" fmla="*/ 135341 h 162153"/>
                <a:gd name="connsiteX24" fmla="*/ 26838 w 190436"/>
                <a:gd name="connsiteY24" fmla="*/ 162153 h 162153"/>
                <a:gd name="connsiteX25" fmla="*/ 122687 w 190436"/>
                <a:gd name="connsiteY25" fmla="*/ 162153 h 162153"/>
                <a:gd name="connsiteX26" fmla="*/ 116936 w 190436"/>
                <a:gd name="connsiteY26" fmla="*/ 140448 h 162153"/>
                <a:gd name="connsiteX27" fmla="*/ 121409 w 190436"/>
                <a:gd name="connsiteY27" fmla="*/ 132787 h 162153"/>
                <a:gd name="connsiteX28" fmla="*/ 129077 w 190436"/>
                <a:gd name="connsiteY28" fmla="*/ 137256 h 162153"/>
                <a:gd name="connsiteX29" fmla="*/ 135467 w 190436"/>
                <a:gd name="connsiteY29" fmla="*/ 162153 h 162153"/>
                <a:gd name="connsiteX30" fmla="*/ 154637 w 190436"/>
                <a:gd name="connsiteY30" fmla="*/ 162153 h 162153"/>
                <a:gd name="connsiteX31" fmla="*/ 161027 w 190436"/>
                <a:gd name="connsiteY31" fmla="*/ 122573 h 162153"/>
                <a:gd name="connsiteX32" fmla="*/ 161027 w 190436"/>
                <a:gd name="connsiteY32" fmla="*/ 121934 h 162153"/>
                <a:gd name="connsiteX33" fmla="*/ 161665 w 190436"/>
                <a:gd name="connsiteY33" fmla="*/ 120657 h 162153"/>
                <a:gd name="connsiteX34" fmla="*/ 162305 w 190436"/>
                <a:gd name="connsiteY34" fmla="*/ 119381 h 162153"/>
                <a:gd name="connsiteX35" fmla="*/ 162943 w 190436"/>
                <a:gd name="connsiteY35" fmla="*/ 118742 h 162153"/>
                <a:gd name="connsiteX36" fmla="*/ 164221 w 190436"/>
                <a:gd name="connsiteY36" fmla="*/ 118104 h 162153"/>
                <a:gd name="connsiteX37" fmla="*/ 164860 w 190436"/>
                <a:gd name="connsiteY37" fmla="*/ 117465 h 162153"/>
                <a:gd name="connsiteX38" fmla="*/ 166138 w 190436"/>
                <a:gd name="connsiteY38" fmla="*/ 117465 h 162153"/>
                <a:gd name="connsiteX39" fmla="*/ 166777 w 190436"/>
                <a:gd name="connsiteY39" fmla="*/ 117465 h 162153"/>
                <a:gd name="connsiteX40" fmla="*/ 190420 w 190436"/>
                <a:gd name="connsiteY40" fmla="*/ 93845 h 162153"/>
                <a:gd name="connsiteX41" fmla="*/ 160387 w 190436"/>
                <a:gd name="connsiteY41" fmla="*/ 65755 h 1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90436" h="162153">
                  <a:moveTo>
                    <a:pt x="160387" y="65755"/>
                  </a:moveTo>
                  <a:cubicBezTo>
                    <a:pt x="160387" y="65755"/>
                    <a:pt x="159748" y="65755"/>
                    <a:pt x="160387" y="65755"/>
                  </a:cubicBezTo>
                  <a:cubicBezTo>
                    <a:pt x="159748" y="65755"/>
                    <a:pt x="159110" y="65755"/>
                    <a:pt x="158470" y="65117"/>
                  </a:cubicBezTo>
                  <a:cubicBezTo>
                    <a:pt x="157832" y="65117"/>
                    <a:pt x="157832" y="65117"/>
                    <a:pt x="157192" y="64478"/>
                  </a:cubicBezTo>
                  <a:cubicBezTo>
                    <a:pt x="156553" y="64478"/>
                    <a:pt x="156553" y="63840"/>
                    <a:pt x="155915" y="63840"/>
                  </a:cubicBezTo>
                  <a:cubicBezTo>
                    <a:pt x="155275" y="63840"/>
                    <a:pt x="155275" y="63201"/>
                    <a:pt x="155275" y="63201"/>
                  </a:cubicBezTo>
                  <a:cubicBezTo>
                    <a:pt x="155275" y="63201"/>
                    <a:pt x="154637" y="62563"/>
                    <a:pt x="154637" y="61925"/>
                  </a:cubicBezTo>
                  <a:cubicBezTo>
                    <a:pt x="154637" y="61286"/>
                    <a:pt x="153997" y="61286"/>
                    <a:pt x="153997" y="60648"/>
                  </a:cubicBezTo>
                  <a:cubicBezTo>
                    <a:pt x="153997" y="60648"/>
                    <a:pt x="153997" y="60648"/>
                    <a:pt x="153997" y="60009"/>
                  </a:cubicBezTo>
                  <a:cubicBezTo>
                    <a:pt x="151442" y="49157"/>
                    <a:pt x="142496" y="19790"/>
                    <a:pt x="133550" y="10853"/>
                  </a:cubicBezTo>
                  <a:cubicBezTo>
                    <a:pt x="127799" y="5107"/>
                    <a:pt x="115658" y="1915"/>
                    <a:pt x="106073" y="0"/>
                  </a:cubicBezTo>
                  <a:lnTo>
                    <a:pt x="143774" y="62563"/>
                  </a:lnTo>
                  <a:cubicBezTo>
                    <a:pt x="145690" y="65755"/>
                    <a:pt x="144412" y="69585"/>
                    <a:pt x="141857" y="70862"/>
                  </a:cubicBezTo>
                  <a:lnTo>
                    <a:pt x="119492" y="85545"/>
                  </a:lnTo>
                  <a:cubicBezTo>
                    <a:pt x="118214" y="86822"/>
                    <a:pt x="116297" y="86822"/>
                    <a:pt x="114380" y="86184"/>
                  </a:cubicBezTo>
                  <a:cubicBezTo>
                    <a:pt x="112463" y="85545"/>
                    <a:pt x="111185" y="84269"/>
                    <a:pt x="110546" y="82992"/>
                  </a:cubicBezTo>
                  <a:cubicBezTo>
                    <a:pt x="98405" y="58094"/>
                    <a:pt x="60066" y="45965"/>
                    <a:pt x="32589" y="58733"/>
                  </a:cubicBezTo>
                  <a:cubicBezTo>
                    <a:pt x="14697" y="67032"/>
                    <a:pt x="3195" y="84907"/>
                    <a:pt x="2556" y="104059"/>
                  </a:cubicBezTo>
                  <a:cubicBezTo>
                    <a:pt x="9585" y="98952"/>
                    <a:pt x="17892" y="95760"/>
                    <a:pt x="26838" y="95760"/>
                  </a:cubicBezTo>
                  <a:cubicBezTo>
                    <a:pt x="48563" y="95760"/>
                    <a:pt x="66456" y="113635"/>
                    <a:pt x="66456" y="135341"/>
                  </a:cubicBezTo>
                  <a:cubicBezTo>
                    <a:pt x="66456" y="139171"/>
                    <a:pt x="63899" y="141724"/>
                    <a:pt x="60066" y="141724"/>
                  </a:cubicBezTo>
                  <a:cubicBezTo>
                    <a:pt x="56231" y="141724"/>
                    <a:pt x="53676" y="139171"/>
                    <a:pt x="53676" y="135341"/>
                  </a:cubicBezTo>
                  <a:cubicBezTo>
                    <a:pt x="53676" y="120657"/>
                    <a:pt x="41535" y="108528"/>
                    <a:pt x="26838" y="108528"/>
                  </a:cubicBezTo>
                  <a:cubicBezTo>
                    <a:pt x="12141" y="108528"/>
                    <a:pt x="0" y="120657"/>
                    <a:pt x="0" y="135341"/>
                  </a:cubicBezTo>
                  <a:cubicBezTo>
                    <a:pt x="0" y="150024"/>
                    <a:pt x="12141" y="162153"/>
                    <a:pt x="26838" y="162153"/>
                  </a:cubicBezTo>
                  <a:lnTo>
                    <a:pt x="122687" y="162153"/>
                  </a:lnTo>
                  <a:lnTo>
                    <a:pt x="116936" y="140448"/>
                  </a:lnTo>
                  <a:cubicBezTo>
                    <a:pt x="116297" y="137256"/>
                    <a:pt x="118214" y="133425"/>
                    <a:pt x="121409" y="132787"/>
                  </a:cubicBezTo>
                  <a:cubicBezTo>
                    <a:pt x="124604" y="132149"/>
                    <a:pt x="128438" y="134064"/>
                    <a:pt x="129077" y="137256"/>
                  </a:cubicBezTo>
                  <a:lnTo>
                    <a:pt x="135467" y="162153"/>
                  </a:lnTo>
                  <a:lnTo>
                    <a:pt x="154637" y="162153"/>
                  </a:lnTo>
                  <a:lnTo>
                    <a:pt x="161027" y="122573"/>
                  </a:lnTo>
                  <a:lnTo>
                    <a:pt x="161027" y="121934"/>
                  </a:lnTo>
                  <a:cubicBezTo>
                    <a:pt x="161027" y="121296"/>
                    <a:pt x="161027" y="121296"/>
                    <a:pt x="161665" y="120657"/>
                  </a:cubicBezTo>
                  <a:cubicBezTo>
                    <a:pt x="161665" y="120019"/>
                    <a:pt x="162305" y="120019"/>
                    <a:pt x="162305" y="119381"/>
                  </a:cubicBezTo>
                  <a:lnTo>
                    <a:pt x="162943" y="118742"/>
                  </a:lnTo>
                  <a:cubicBezTo>
                    <a:pt x="163582" y="118742"/>
                    <a:pt x="163582" y="118104"/>
                    <a:pt x="164221" y="118104"/>
                  </a:cubicBezTo>
                  <a:cubicBezTo>
                    <a:pt x="164221" y="118104"/>
                    <a:pt x="164860" y="118104"/>
                    <a:pt x="164860" y="117465"/>
                  </a:cubicBezTo>
                  <a:cubicBezTo>
                    <a:pt x="165500" y="117465"/>
                    <a:pt x="165500" y="117465"/>
                    <a:pt x="166138" y="117465"/>
                  </a:cubicBezTo>
                  <a:lnTo>
                    <a:pt x="166777" y="117465"/>
                  </a:lnTo>
                  <a:cubicBezTo>
                    <a:pt x="179557" y="117465"/>
                    <a:pt x="190420" y="107251"/>
                    <a:pt x="190420" y="93845"/>
                  </a:cubicBezTo>
                  <a:cubicBezTo>
                    <a:pt x="191059" y="83630"/>
                    <a:pt x="173167" y="65755"/>
                    <a:pt x="160387" y="65755"/>
                  </a:cubicBezTo>
                  <a:close/>
                </a:path>
              </a:pathLst>
            </a:custGeom>
            <a:solidFill>
              <a:srgbClr val="046A38"/>
            </a:solidFill>
            <a:ln w="6390" cap="flat">
              <a:noFill/>
              <a:prstDash val="solid"/>
              <a:miter/>
            </a:ln>
          </p:spPr>
          <p:txBody>
            <a:bodyPr rtlCol="0" anchor="ctr"/>
            <a:lstStyle/>
            <a:p>
              <a:endParaRPr lang="en-US"/>
            </a:p>
          </p:txBody>
        </p:sp>
        <p:sp>
          <p:nvSpPr>
            <p:cNvPr id="581" name="Graphic 6">
              <a:extLst>
                <a:ext uri="{FF2B5EF4-FFF2-40B4-BE49-F238E27FC236}">
                  <a16:creationId xmlns:a16="http://schemas.microsoft.com/office/drawing/2014/main" id="{CCD61535-26A9-8C40-8F1D-7E8F71C232C9}"/>
                </a:ext>
              </a:extLst>
            </p:cNvPr>
            <p:cNvSpPr/>
            <p:nvPr/>
          </p:nvSpPr>
          <p:spPr>
            <a:xfrm>
              <a:off x="5099169" y="1892374"/>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181474 w 362313"/>
                <a:gd name="connsiteY4" fmla="*/ 0 h 361971"/>
                <a:gd name="connsiteX5" fmla="*/ 259431 w 362313"/>
                <a:gd name="connsiteY5" fmla="*/ 231739 h 361971"/>
                <a:gd name="connsiteX6" fmla="*/ 254319 w 362313"/>
                <a:gd name="connsiteY6" fmla="*/ 264297 h 361971"/>
                <a:gd name="connsiteX7" fmla="*/ 261349 w 362313"/>
                <a:gd name="connsiteY7" fmla="*/ 264297 h 361971"/>
                <a:gd name="connsiteX8" fmla="*/ 267739 w 362313"/>
                <a:gd name="connsiteY8" fmla="*/ 270681 h 361971"/>
                <a:gd name="connsiteX9" fmla="*/ 261349 w 362313"/>
                <a:gd name="connsiteY9" fmla="*/ 277065 h 361971"/>
                <a:gd name="connsiteX10" fmla="*/ 112463 w 362313"/>
                <a:gd name="connsiteY10" fmla="*/ 277065 h 361971"/>
                <a:gd name="connsiteX11" fmla="*/ 72845 w 362313"/>
                <a:gd name="connsiteY11" fmla="*/ 237484 h 361971"/>
                <a:gd name="connsiteX12" fmla="*/ 76679 w 362313"/>
                <a:gd name="connsiteY12" fmla="*/ 220886 h 361971"/>
                <a:gd name="connsiteX13" fmla="*/ 76679 w 362313"/>
                <a:gd name="connsiteY13" fmla="*/ 220247 h 361971"/>
                <a:gd name="connsiteX14" fmla="*/ 113102 w 362313"/>
                <a:gd name="connsiteY14" fmla="*/ 149385 h 361971"/>
                <a:gd name="connsiteX15" fmla="*/ 204478 w 362313"/>
                <a:gd name="connsiteY15" fmla="*/ 173006 h 361971"/>
                <a:gd name="connsiteX16" fmla="*/ 215980 w 362313"/>
                <a:gd name="connsiteY16" fmla="*/ 165345 h 361971"/>
                <a:gd name="connsiteX17" fmla="*/ 174445 w 362313"/>
                <a:gd name="connsiteY17" fmla="*/ 96398 h 361971"/>
                <a:gd name="connsiteX18" fmla="*/ 174445 w 362313"/>
                <a:gd name="connsiteY18" fmla="*/ 90014 h 361971"/>
                <a:gd name="connsiteX19" fmla="*/ 180196 w 362313"/>
                <a:gd name="connsiteY19" fmla="*/ 86822 h 361971"/>
                <a:gd name="connsiteX20" fmla="*/ 228760 w 362313"/>
                <a:gd name="connsiteY20" fmla="*/ 103421 h 361971"/>
                <a:gd name="connsiteX21" fmla="*/ 251764 w 362313"/>
                <a:gd name="connsiteY21" fmla="*/ 153854 h 361971"/>
                <a:gd name="connsiteX22" fmla="*/ 290103 w 362313"/>
                <a:gd name="connsiteY22" fmla="*/ 196627 h 361971"/>
                <a:gd name="connsiteX23" fmla="*/ 259431 w 362313"/>
                <a:gd name="connsiteY23" fmla="*/ 23173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948" y="81077"/>
                    <a:pt x="281796" y="0"/>
                    <a:pt x="181474" y="0"/>
                  </a:cubicBezTo>
                  <a:close/>
                  <a:moveTo>
                    <a:pt x="259431" y="231739"/>
                  </a:moveTo>
                  <a:lnTo>
                    <a:pt x="254319" y="264297"/>
                  </a:lnTo>
                  <a:lnTo>
                    <a:pt x="261349" y="264297"/>
                  </a:lnTo>
                  <a:cubicBezTo>
                    <a:pt x="265182" y="264297"/>
                    <a:pt x="267739" y="266851"/>
                    <a:pt x="267739" y="270681"/>
                  </a:cubicBezTo>
                  <a:cubicBezTo>
                    <a:pt x="267739" y="274511"/>
                    <a:pt x="265182" y="277065"/>
                    <a:pt x="261349" y="277065"/>
                  </a:cubicBezTo>
                  <a:lnTo>
                    <a:pt x="112463" y="277065"/>
                  </a:lnTo>
                  <a:cubicBezTo>
                    <a:pt x="90737" y="277065"/>
                    <a:pt x="72845" y="259190"/>
                    <a:pt x="72845" y="237484"/>
                  </a:cubicBezTo>
                  <a:cubicBezTo>
                    <a:pt x="72845" y="231739"/>
                    <a:pt x="74123" y="225993"/>
                    <a:pt x="76679" y="220886"/>
                  </a:cubicBezTo>
                  <a:lnTo>
                    <a:pt x="76679" y="220247"/>
                  </a:lnTo>
                  <a:cubicBezTo>
                    <a:pt x="71567" y="190881"/>
                    <a:pt x="86264" y="162153"/>
                    <a:pt x="113102" y="149385"/>
                  </a:cubicBezTo>
                  <a:cubicBezTo>
                    <a:pt x="144412" y="134702"/>
                    <a:pt x="186586" y="146193"/>
                    <a:pt x="204478" y="173006"/>
                  </a:cubicBezTo>
                  <a:lnTo>
                    <a:pt x="215980" y="165345"/>
                  </a:lnTo>
                  <a:lnTo>
                    <a:pt x="174445" y="96398"/>
                  </a:lnTo>
                  <a:cubicBezTo>
                    <a:pt x="173167" y="94483"/>
                    <a:pt x="173167" y="91930"/>
                    <a:pt x="174445" y="90014"/>
                  </a:cubicBezTo>
                  <a:cubicBezTo>
                    <a:pt x="175723" y="88099"/>
                    <a:pt x="178279" y="86822"/>
                    <a:pt x="180196" y="86822"/>
                  </a:cubicBezTo>
                  <a:cubicBezTo>
                    <a:pt x="184030" y="86822"/>
                    <a:pt x="215341" y="90014"/>
                    <a:pt x="228760" y="103421"/>
                  </a:cubicBezTo>
                  <a:cubicBezTo>
                    <a:pt x="239623" y="114273"/>
                    <a:pt x="248569" y="143001"/>
                    <a:pt x="251764" y="153854"/>
                  </a:cubicBezTo>
                  <a:cubicBezTo>
                    <a:pt x="270294" y="157046"/>
                    <a:pt x="290103" y="178752"/>
                    <a:pt x="290103" y="196627"/>
                  </a:cubicBezTo>
                  <a:cubicBezTo>
                    <a:pt x="290103" y="213863"/>
                    <a:pt x="276684" y="229185"/>
                    <a:pt x="259431" y="231739"/>
                  </a:cubicBezTo>
                  <a:close/>
                </a:path>
              </a:pathLst>
            </a:custGeom>
            <a:solidFill>
              <a:srgbClr val="046A38"/>
            </a:solidFill>
            <a:ln w="6390" cap="flat">
              <a:noFill/>
              <a:prstDash val="solid"/>
              <a:miter/>
            </a:ln>
          </p:spPr>
          <p:txBody>
            <a:bodyPr rtlCol="0" anchor="ctr"/>
            <a:lstStyle/>
            <a:p>
              <a:endParaRPr lang="en-US"/>
            </a:p>
          </p:txBody>
        </p:sp>
      </p:grpSp>
      <p:grpSp>
        <p:nvGrpSpPr>
          <p:cNvPr id="582" name="Graphic 6">
            <a:extLst>
              <a:ext uri="{FF2B5EF4-FFF2-40B4-BE49-F238E27FC236}">
                <a16:creationId xmlns:a16="http://schemas.microsoft.com/office/drawing/2014/main" id="{B963918F-370D-8B43-89D0-CB2AE9F9817B}"/>
              </a:ext>
            </a:extLst>
          </p:cNvPr>
          <p:cNvGrpSpPr/>
          <p:nvPr/>
        </p:nvGrpSpPr>
        <p:grpSpPr>
          <a:xfrm>
            <a:off x="10324860" y="2373727"/>
            <a:ext cx="362309" cy="361971"/>
            <a:chOff x="10324860" y="2373727"/>
            <a:chExt cx="362309" cy="361971"/>
          </a:xfrm>
          <a:solidFill>
            <a:srgbClr val="43B02A"/>
          </a:solidFill>
        </p:grpSpPr>
        <p:sp>
          <p:nvSpPr>
            <p:cNvPr id="583" name="Graphic 6">
              <a:extLst>
                <a:ext uri="{FF2B5EF4-FFF2-40B4-BE49-F238E27FC236}">
                  <a16:creationId xmlns:a16="http://schemas.microsoft.com/office/drawing/2014/main" id="{0015D551-BE85-C64F-8E73-1F3629A84B9E}"/>
                </a:ext>
              </a:extLst>
            </p:cNvPr>
            <p:cNvSpPr/>
            <p:nvPr/>
          </p:nvSpPr>
          <p:spPr>
            <a:xfrm>
              <a:off x="10411124" y="2456080"/>
              <a:ext cx="189780" cy="102782"/>
            </a:xfrm>
            <a:custGeom>
              <a:avLst/>
              <a:gdLst>
                <a:gd name="connsiteX0" fmla="*/ 167416 w 189780"/>
                <a:gd name="connsiteY0" fmla="*/ 58094 h 102782"/>
                <a:gd name="connsiteX1" fmla="*/ 161665 w 189780"/>
                <a:gd name="connsiteY1" fmla="*/ 58733 h 102782"/>
                <a:gd name="connsiteX2" fmla="*/ 161026 w 189780"/>
                <a:gd name="connsiteY2" fmla="*/ 58733 h 102782"/>
                <a:gd name="connsiteX3" fmla="*/ 155914 w 189780"/>
                <a:gd name="connsiteY3" fmla="*/ 61286 h 102782"/>
                <a:gd name="connsiteX4" fmla="*/ 154636 w 189780"/>
                <a:gd name="connsiteY4" fmla="*/ 61286 h 102782"/>
                <a:gd name="connsiteX5" fmla="*/ 149524 w 189780"/>
                <a:gd name="connsiteY5" fmla="*/ 53625 h 102782"/>
                <a:gd name="connsiteX6" fmla="*/ 150164 w 189780"/>
                <a:gd name="connsiteY6" fmla="*/ 50433 h 102782"/>
                <a:gd name="connsiteX7" fmla="*/ 150802 w 189780"/>
                <a:gd name="connsiteY7" fmla="*/ 44688 h 102782"/>
                <a:gd name="connsiteX8" fmla="*/ 106073 w 189780"/>
                <a:gd name="connsiteY8" fmla="*/ 0 h 102782"/>
                <a:gd name="connsiteX9" fmla="*/ 61343 w 189780"/>
                <a:gd name="connsiteY9" fmla="*/ 35750 h 102782"/>
                <a:gd name="connsiteX10" fmla="*/ 60704 w 189780"/>
                <a:gd name="connsiteY10" fmla="*/ 37027 h 102782"/>
                <a:gd name="connsiteX11" fmla="*/ 60065 w 189780"/>
                <a:gd name="connsiteY11" fmla="*/ 38304 h 102782"/>
                <a:gd name="connsiteX12" fmla="*/ 60065 w 189780"/>
                <a:gd name="connsiteY12" fmla="*/ 38304 h 102782"/>
                <a:gd name="connsiteX13" fmla="*/ 58787 w 189780"/>
                <a:gd name="connsiteY13" fmla="*/ 39581 h 102782"/>
                <a:gd name="connsiteX14" fmla="*/ 53675 w 189780"/>
                <a:gd name="connsiteY14" fmla="*/ 40857 h 102782"/>
                <a:gd name="connsiteX15" fmla="*/ 53675 w 189780"/>
                <a:gd name="connsiteY15" fmla="*/ 40857 h 102782"/>
                <a:gd name="connsiteX16" fmla="*/ 52397 w 189780"/>
                <a:gd name="connsiteY16" fmla="*/ 40219 h 102782"/>
                <a:gd name="connsiteX17" fmla="*/ 51119 w 189780"/>
                <a:gd name="connsiteY17" fmla="*/ 39581 h 102782"/>
                <a:gd name="connsiteX18" fmla="*/ 34505 w 189780"/>
                <a:gd name="connsiteY18" fmla="*/ 33835 h 102782"/>
                <a:gd name="connsiteX19" fmla="*/ 0 w 189780"/>
                <a:gd name="connsiteY19" fmla="*/ 68308 h 102782"/>
                <a:gd name="connsiteX20" fmla="*/ 34505 w 189780"/>
                <a:gd name="connsiteY20" fmla="*/ 102782 h 102782"/>
                <a:gd name="connsiteX21" fmla="*/ 167416 w 189780"/>
                <a:gd name="connsiteY21" fmla="*/ 102782 h 102782"/>
                <a:gd name="connsiteX22" fmla="*/ 189781 w 189780"/>
                <a:gd name="connsiteY22" fmla="*/ 80438 h 102782"/>
                <a:gd name="connsiteX23" fmla="*/ 167416 w 189780"/>
                <a:gd name="connsiteY23" fmla="*/ 58094 h 10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9780" h="102782">
                  <a:moveTo>
                    <a:pt x="167416" y="58094"/>
                  </a:moveTo>
                  <a:cubicBezTo>
                    <a:pt x="165499" y="58094"/>
                    <a:pt x="163582" y="58094"/>
                    <a:pt x="161665" y="58733"/>
                  </a:cubicBezTo>
                  <a:cubicBezTo>
                    <a:pt x="161665" y="58733"/>
                    <a:pt x="161665" y="58733"/>
                    <a:pt x="161026" y="58733"/>
                  </a:cubicBezTo>
                  <a:cubicBezTo>
                    <a:pt x="159748" y="60648"/>
                    <a:pt x="157831" y="61286"/>
                    <a:pt x="155914" y="61286"/>
                  </a:cubicBezTo>
                  <a:cubicBezTo>
                    <a:pt x="155275" y="61286"/>
                    <a:pt x="155275" y="61286"/>
                    <a:pt x="154636" y="61286"/>
                  </a:cubicBezTo>
                  <a:cubicBezTo>
                    <a:pt x="151441" y="60648"/>
                    <a:pt x="148885" y="57456"/>
                    <a:pt x="149524" y="53625"/>
                  </a:cubicBezTo>
                  <a:cubicBezTo>
                    <a:pt x="149524" y="52349"/>
                    <a:pt x="150164" y="51710"/>
                    <a:pt x="150164" y="50433"/>
                  </a:cubicBezTo>
                  <a:cubicBezTo>
                    <a:pt x="150164" y="48518"/>
                    <a:pt x="150802" y="46603"/>
                    <a:pt x="150802" y="44688"/>
                  </a:cubicBezTo>
                  <a:cubicBezTo>
                    <a:pt x="150802" y="19790"/>
                    <a:pt x="130994" y="0"/>
                    <a:pt x="106073" y="0"/>
                  </a:cubicBezTo>
                  <a:cubicBezTo>
                    <a:pt x="84986" y="0"/>
                    <a:pt x="65177" y="15322"/>
                    <a:pt x="61343" y="35750"/>
                  </a:cubicBezTo>
                  <a:cubicBezTo>
                    <a:pt x="61343" y="36389"/>
                    <a:pt x="60704" y="36389"/>
                    <a:pt x="60704" y="37027"/>
                  </a:cubicBezTo>
                  <a:cubicBezTo>
                    <a:pt x="60704" y="37665"/>
                    <a:pt x="60704" y="37665"/>
                    <a:pt x="60065" y="38304"/>
                  </a:cubicBezTo>
                  <a:lnTo>
                    <a:pt x="60065" y="38304"/>
                  </a:lnTo>
                  <a:cubicBezTo>
                    <a:pt x="59426" y="38942"/>
                    <a:pt x="59426" y="38942"/>
                    <a:pt x="58787" y="39581"/>
                  </a:cubicBezTo>
                  <a:cubicBezTo>
                    <a:pt x="57509" y="40857"/>
                    <a:pt x="55592" y="41496"/>
                    <a:pt x="53675" y="40857"/>
                  </a:cubicBezTo>
                  <a:lnTo>
                    <a:pt x="53675" y="40857"/>
                  </a:lnTo>
                  <a:cubicBezTo>
                    <a:pt x="53036" y="40857"/>
                    <a:pt x="53036" y="40219"/>
                    <a:pt x="52397" y="40219"/>
                  </a:cubicBezTo>
                  <a:cubicBezTo>
                    <a:pt x="51758" y="40219"/>
                    <a:pt x="51758" y="40219"/>
                    <a:pt x="51119" y="39581"/>
                  </a:cubicBezTo>
                  <a:cubicBezTo>
                    <a:pt x="45368" y="35750"/>
                    <a:pt x="40895" y="33835"/>
                    <a:pt x="34505" y="33835"/>
                  </a:cubicBezTo>
                  <a:cubicBezTo>
                    <a:pt x="15335" y="33835"/>
                    <a:pt x="0" y="49157"/>
                    <a:pt x="0" y="68308"/>
                  </a:cubicBezTo>
                  <a:cubicBezTo>
                    <a:pt x="0" y="87460"/>
                    <a:pt x="15335" y="102782"/>
                    <a:pt x="34505" y="102782"/>
                  </a:cubicBezTo>
                  <a:lnTo>
                    <a:pt x="167416" y="102782"/>
                  </a:lnTo>
                  <a:cubicBezTo>
                    <a:pt x="179557" y="102782"/>
                    <a:pt x="189781" y="92568"/>
                    <a:pt x="189781" y="80438"/>
                  </a:cubicBezTo>
                  <a:cubicBezTo>
                    <a:pt x="189781" y="67670"/>
                    <a:pt x="179557" y="58094"/>
                    <a:pt x="167416" y="58094"/>
                  </a:cubicBezTo>
                  <a:close/>
                </a:path>
              </a:pathLst>
            </a:custGeom>
            <a:solidFill>
              <a:srgbClr val="43B02A"/>
            </a:solidFill>
            <a:ln w="6390" cap="flat">
              <a:noFill/>
              <a:prstDash val="solid"/>
              <a:miter/>
            </a:ln>
          </p:spPr>
          <p:txBody>
            <a:bodyPr rtlCol="0" anchor="ctr"/>
            <a:lstStyle/>
            <a:p>
              <a:endParaRPr lang="en-US"/>
            </a:p>
          </p:txBody>
        </p:sp>
        <p:sp>
          <p:nvSpPr>
            <p:cNvPr id="584" name="Graphic 6">
              <a:extLst>
                <a:ext uri="{FF2B5EF4-FFF2-40B4-BE49-F238E27FC236}">
                  <a16:creationId xmlns:a16="http://schemas.microsoft.com/office/drawing/2014/main" id="{5B4D0F37-F442-0947-AA04-4D0736F27992}"/>
                </a:ext>
              </a:extLst>
            </p:cNvPr>
            <p:cNvSpPr/>
            <p:nvPr/>
          </p:nvSpPr>
          <p:spPr>
            <a:xfrm>
              <a:off x="10324860" y="237372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181474 w 362309"/>
                <a:gd name="connsiteY4" fmla="*/ 0 h 361971"/>
                <a:gd name="connsiteX5" fmla="*/ 139300 w 362309"/>
                <a:gd name="connsiteY5" fmla="*/ 243868 h 361971"/>
                <a:gd name="connsiteX6" fmla="*/ 141856 w 362309"/>
                <a:gd name="connsiteY6" fmla="*/ 252806 h 361971"/>
                <a:gd name="connsiteX7" fmla="*/ 136105 w 362309"/>
                <a:gd name="connsiteY7" fmla="*/ 255998 h 361971"/>
                <a:gd name="connsiteX8" fmla="*/ 132910 w 362309"/>
                <a:gd name="connsiteY8" fmla="*/ 255359 h 361971"/>
                <a:gd name="connsiteX9" fmla="*/ 129715 w 362309"/>
                <a:gd name="connsiteY9" fmla="*/ 253444 h 361971"/>
                <a:gd name="connsiteX10" fmla="*/ 129715 w 362309"/>
                <a:gd name="connsiteY10" fmla="*/ 256636 h 361971"/>
                <a:gd name="connsiteX11" fmla="*/ 123325 w 362309"/>
                <a:gd name="connsiteY11" fmla="*/ 263020 h 361971"/>
                <a:gd name="connsiteX12" fmla="*/ 116935 w 362309"/>
                <a:gd name="connsiteY12" fmla="*/ 256636 h 361971"/>
                <a:gd name="connsiteX13" fmla="*/ 116935 w 362309"/>
                <a:gd name="connsiteY13" fmla="*/ 253444 h 361971"/>
                <a:gd name="connsiteX14" fmla="*/ 113740 w 362309"/>
                <a:gd name="connsiteY14" fmla="*/ 255359 h 361971"/>
                <a:gd name="connsiteX15" fmla="*/ 110545 w 362309"/>
                <a:gd name="connsiteY15" fmla="*/ 255998 h 361971"/>
                <a:gd name="connsiteX16" fmla="*/ 104794 w 362309"/>
                <a:gd name="connsiteY16" fmla="*/ 252806 h 361971"/>
                <a:gd name="connsiteX17" fmla="*/ 107350 w 362309"/>
                <a:gd name="connsiteY17" fmla="*/ 243868 h 361971"/>
                <a:gd name="connsiteX18" fmla="*/ 110545 w 362309"/>
                <a:gd name="connsiteY18" fmla="*/ 241953 h 361971"/>
                <a:gd name="connsiteX19" fmla="*/ 107350 w 362309"/>
                <a:gd name="connsiteY19" fmla="*/ 240038 h 361971"/>
                <a:gd name="connsiteX20" fmla="*/ 104794 w 362309"/>
                <a:gd name="connsiteY20" fmla="*/ 231100 h 361971"/>
                <a:gd name="connsiteX21" fmla="*/ 113740 w 362309"/>
                <a:gd name="connsiteY21" fmla="*/ 228546 h 361971"/>
                <a:gd name="connsiteX22" fmla="*/ 116935 w 362309"/>
                <a:gd name="connsiteY22" fmla="*/ 230462 h 361971"/>
                <a:gd name="connsiteX23" fmla="*/ 116935 w 362309"/>
                <a:gd name="connsiteY23" fmla="*/ 227270 h 361971"/>
                <a:gd name="connsiteX24" fmla="*/ 123325 w 362309"/>
                <a:gd name="connsiteY24" fmla="*/ 220886 h 361971"/>
                <a:gd name="connsiteX25" fmla="*/ 129715 w 362309"/>
                <a:gd name="connsiteY25" fmla="*/ 227270 h 361971"/>
                <a:gd name="connsiteX26" fmla="*/ 129715 w 362309"/>
                <a:gd name="connsiteY26" fmla="*/ 230462 h 361971"/>
                <a:gd name="connsiteX27" fmla="*/ 132910 w 362309"/>
                <a:gd name="connsiteY27" fmla="*/ 228546 h 361971"/>
                <a:gd name="connsiteX28" fmla="*/ 141856 w 362309"/>
                <a:gd name="connsiteY28" fmla="*/ 231100 h 361971"/>
                <a:gd name="connsiteX29" fmla="*/ 139300 w 362309"/>
                <a:gd name="connsiteY29" fmla="*/ 240038 h 361971"/>
                <a:gd name="connsiteX30" fmla="*/ 136105 w 362309"/>
                <a:gd name="connsiteY30" fmla="*/ 241953 h 361971"/>
                <a:gd name="connsiteX31" fmla="*/ 139300 w 362309"/>
                <a:gd name="connsiteY31" fmla="*/ 243868 h 361971"/>
                <a:gd name="connsiteX32" fmla="*/ 196810 w 362309"/>
                <a:gd name="connsiteY32" fmla="*/ 272596 h 361971"/>
                <a:gd name="connsiteX33" fmla="*/ 199366 w 362309"/>
                <a:gd name="connsiteY33" fmla="*/ 281533 h 361971"/>
                <a:gd name="connsiteX34" fmla="*/ 193615 w 362309"/>
                <a:gd name="connsiteY34" fmla="*/ 284725 h 361971"/>
                <a:gd name="connsiteX35" fmla="*/ 190420 w 362309"/>
                <a:gd name="connsiteY35" fmla="*/ 284087 h 361971"/>
                <a:gd name="connsiteX36" fmla="*/ 187225 w 362309"/>
                <a:gd name="connsiteY36" fmla="*/ 282172 h 361971"/>
                <a:gd name="connsiteX37" fmla="*/ 187225 w 362309"/>
                <a:gd name="connsiteY37" fmla="*/ 285364 h 361971"/>
                <a:gd name="connsiteX38" fmla="*/ 180835 w 362309"/>
                <a:gd name="connsiteY38" fmla="*/ 291748 h 361971"/>
                <a:gd name="connsiteX39" fmla="*/ 174445 w 362309"/>
                <a:gd name="connsiteY39" fmla="*/ 285364 h 361971"/>
                <a:gd name="connsiteX40" fmla="*/ 174445 w 362309"/>
                <a:gd name="connsiteY40" fmla="*/ 282172 h 361971"/>
                <a:gd name="connsiteX41" fmla="*/ 171250 w 362309"/>
                <a:gd name="connsiteY41" fmla="*/ 284087 h 361971"/>
                <a:gd name="connsiteX42" fmla="*/ 168055 w 362309"/>
                <a:gd name="connsiteY42" fmla="*/ 284725 h 361971"/>
                <a:gd name="connsiteX43" fmla="*/ 162304 w 362309"/>
                <a:gd name="connsiteY43" fmla="*/ 281533 h 361971"/>
                <a:gd name="connsiteX44" fmla="*/ 164860 w 362309"/>
                <a:gd name="connsiteY44" fmla="*/ 272596 h 361971"/>
                <a:gd name="connsiteX45" fmla="*/ 168055 w 362309"/>
                <a:gd name="connsiteY45" fmla="*/ 270681 h 361971"/>
                <a:gd name="connsiteX46" fmla="*/ 164860 w 362309"/>
                <a:gd name="connsiteY46" fmla="*/ 268766 h 361971"/>
                <a:gd name="connsiteX47" fmla="*/ 162304 w 362309"/>
                <a:gd name="connsiteY47" fmla="*/ 259828 h 361971"/>
                <a:gd name="connsiteX48" fmla="*/ 171250 w 362309"/>
                <a:gd name="connsiteY48" fmla="*/ 257274 h 361971"/>
                <a:gd name="connsiteX49" fmla="*/ 174445 w 362309"/>
                <a:gd name="connsiteY49" fmla="*/ 259190 h 361971"/>
                <a:gd name="connsiteX50" fmla="*/ 174445 w 362309"/>
                <a:gd name="connsiteY50" fmla="*/ 255998 h 361971"/>
                <a:gd name="connsiteX51" fmla="*/ 180835 w 362309"/>
                <a:gd name="connsiteY51" fmla="*/ 249614 h 361971"/>
                <a:gd name="connsiteX52" fmla="*/ 187225 w 362309"/>
                <a:gd name="connsiteY52" fmla="*/ 255998 h 361971"/>
                <a:gd name="connsiteX53" fmla="*/ 187225 w 362309"/>
                <a:gd name="connsiteY53" fmla="*/ 259190 h 361971"/>
                <a:gd name="connsiteX54" fmla="*/ 190420 w 362309"/>
                <a:gd name="connsiteY54" fmla="*/ 257274 h 361971"/>
                <a:gd name="connsiteX55" fmla="*/ 199366 w 362309"/>
                <a:gd name="connsiteY55" fmla="*/ 259828 h 361971"/>
                <a:gd name="connsiteX56" fmla="*/ 196810 w 362309"/>
                <a:gd name="connsiteY56" fmla="*/ 268766 h 361971"/>
                <a:gd name="connsiteX57" fmla="*/ 193615 w 362309"/>
                <a:gd name="connsiteY57" fmla="*/ 270681 h 361971"/>
                <a:gd name="connsiteX58" fmla="*/ 196810 w 362309"/>
                <a:gd name="connsiteY58" fmla="*/ 272596 h 361971"/>
                <a:gd name="connsiteX59" fmla="*/ 254958 w 362309"/>
                <a:gd name="connsiteY59" fmla="*/ 236846 h 361971"/>
                <a:gd name="connsiteX60" fmla="*/ 257514 w 362309"/>
                <a:gd name="connsiteY60" fmla="*/ 245783 h 361971"/>
                <a:gd name="connsiteX61" fmla="*/ 251763 w 362309"/>
                <a:gd name="connsiteY61" fmla="*/ 248975 h 361971"/>
                <a:gd name="connsiteX62" fmla="*/ 248568 w 362309"/>
                <a:gd name="connsiteY62" fmla="*/ 248337 h 361971"/>
                <a:gd name="connsiteX63" fmla="*/ 245373 w 362309"/>
                <a:gd name="connsiteY63" fmla="*/ 246422 h 361971"/>
                <a:gd name="connsiteX64" fmla="*/ 245373 w 362309"/>
                <a:gd name="connsiteY64" fmla="*/ 249614 h 361971"/>
                <a:gd name="connsiteX65" fmla="*/ 238983 w 362309"/>
                <a:gd name="connsiteY65" fmla="*/ 255998 h 361971"/>
                <a:gd name="connsiteX66" fmla="*/ 232593 w 362309"/>
                <a:gd name="connsiteY66" fmla="*/ 249614 h 361971"/>
                <a:gd name="connsiteX67" fmla="*/ 232593 w 362309"/>
                <a:gd name="connsiteY67" fmla="*/ 246422 h 361971"/>
                <a:gd name="connsiteX68" fmla="*/ 229398 w 362309"/>
                <a:gd name="connsiteY68" fmla="*/ 248337 h 361971"/>
                <a:gd name="connsiteX69" fmla="*/ 226203 w 362309"/>
                <a:gd name="connsiteY69" fmla="*/ 248975 h 361971"/>
                <a:gd name="connsiteX70" fmla="*/ 220453 w 362309"/>
                <a:gd name="connsiteY70" fmla="*/ 245783 h 361971"/>
                <a:gd name="connsiteX71" fmla="*/ 223008 w 362309"/>
                <a:gd name="connsiteY71" fmla="*/ 236846 h 361971"/>
                <a:gd name="connsiteX72" fmla="*/ 226203 w 362309"/>
                <a:gd name="connsiteY72" fmla="*/ 234930 h 361971"/>
                <a:gd name="connsiteX73" fmla="*/ 223008 w 362309"/>
                <a:gd name="connsiteY73" fmla="*/ 233015 h 361971"/>
                <a:gd name="connsiteX74" fmla="*/ 220453 w 362309"/>
                <a:gd name="connsiteY74" fmla="*/ 224078 h 361971"/>
                <a:gd name="connsiteX75" fmla="*/ 229398 w 362309"/>
                <a:gd name="connsiteY75" fmla="*/ 221524 h 361971"/>
                <a:gd name="connsiteX76" fmla="*/ 232593 w 362309"/>
                <a:gd name="connsiteY76" fmla="*/ 223439 h 361971"/>
                <a:gd name="connsiteX77" fmla="*/ 232593 w 362309"/>
                <a:gd name="connsiteY77" fmla="*/ 220247 h 361971"/>
                <a:gd name="connsiteX78" fmla="*/ 238983 w 362309"/>
                <a:gd name="connsiteY78" fmla="*/ 213863 h 361971"/>
                <a:gd name="connsiteX79" fmla="*/ 245373 w 362309"/>
                <a:gd name="connsiteY79" fmla="*/ 220247 h 361971"/>
                <a:gd name="connsiteX80" fmla="*/ 245373 w 362309"/>
                <a:gd name="connsiteY80" fmla="*/ 223439 h 361971"/>
                <a:gd name="connsiteX81" fmla="*/ 248568 w 362309"/>
                <a:gd name="connsiteY81" fmla="*/ 221524 h 361971"/>
                <a:gd name="connsiteX82" fmla="*/ 257514 w 362309"/>
                <a:gd name="connsiteY82" fmla="*/ 224078 h 361971"/>
                <a:gd name="connsiteX83" fmla="*/ 254958 w 362309"/>
                <a:gd name="connsiteY83" fmla="*/ 233015 h 361971"/>
                <a:gd name="connsiteX84" fmla="*/ 251763 w 362309"/>
                <a:gd name="connsiteY84" fmla="*/ 234930 h 361971"/>
                <a:gd name="connsiteX85" fmla="*/ 254958 w 362309"/>
                <a:gd name="connsiteY85" fmla="*/ 236846 h 361971"/>
                <a:gd name="connsiteX86" fmla="*/ 253680 w 362309"/>
                <a:gd name="connsiteY86" fmla="*/ 197903 h 361971"/>
                <a:gd name="connsiteX87" fmla="*/ 120769 w 362309"/>
                <a:gd name="connsiteY87" fmla="*/ 197903 h 361971"/>
                <a:gd name="connsiteX88" fmla="*/ 73484 w 362309"/>
                <a:gd name="connsiteY88" fmla="*/ 150662 h 361971"/>
                <a:gd name="connsiteX89" fmla="*/ 120769 w 362309"/>
                <a:gd name="connsiteY89" fmla="*/ 103420 h 361971"/>
                <a:gd name="connsiteX90" fmla="*/ 137384 w 362309"/>
                <a:gd name="connsiteY90" fmla="*/ 107251 h 361971"/>
                <a:gd name="connsiteX91" fmla="*/ 192337 w 362309"/>
                <a:gd name="connsiteY91" fmla="*/ 69585 h 361971"/>
                <a:gd name="connsiteX92" fmla="*/ 249846 w 362309"/>
                <a:gd name="connsiteY92" fmla="*/ 127041 h 361971"/>
                <a:gd name="connsiteX93" fmla="*/ 249846 w 362309"/>
                <a:gd name="connsiteY93" fmla="*/ 127680 h 361971"/>
                <a:gd name="connsiteX94" fmla="*/ 253680 w 362309"/>
                <a:gd name="connsiteY94" fmla="*/ 127680 h 361971"/>
                <a:gd name="connsiteX95" fmla="*/ 288825 w 362309"/>
                <a:gd name="connsiteY95" fmla="*/ 162792 h 361971"/>
                <a:gd name="connsiteX96" fmla="*/ 253680 w 362309"/>
                <a:gd name="connsiteY96" fmla="*/ 19790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362309" h="361971">
                  <a:moveTo>
                    <a:pt x="181474" y="0"/>
                  </a:moveTo>
                  <a:cubicBezTo>
                    <a:pt x="81152" y="0"/>
                    <a:pt x="0" y="81076"/>
                    <a:pt x="0" y="180667"/>
                  </a:cubicBezTo>
                  <a:cubicBezTo>
                    <a:pt x="0" y="280257"/>
                    <a:pt x="81152" y="361972"/>
                    <a:pt x="180835" y="361972"/>
                  </a:cubicBezTo>
                  <a:cubicBezTo>
                    <a:pt x="281157" y="361972"/>
                    <a:pt x="362309" y="280895"/>
                    <a:pt x="362309" y="181305"/>
                  </a:cubicBezTo>
                  <a:cubicBezTo>
                    <a:pt x="362309" y="81715"/>
                    <a:pt x="281157" y="0"/>
                    <a:pt x="181474" y="0"/>
                  </a:cubicBezTo>
                  <a:close/>
                  <a:moveTo>
                    <a:pt x="139300" y="243868"/>
                  </a:moveTo>
                  <a:cubicBezTo>
                    <a:pt x="142495" y="245783"/>
                    <a:pt x="143134" y="249614"/>
                    <a:pt x="141856" y="252806"/>
                  </a:cubicBezTo>
                  <a:cubicBezTo>
                    <a:pt x="140579" y="254721"/>
                    <a:pt x="138661" y="255998"/>
                    <a:pt x="136105" y="255998"/>
                  </a:cubicBezTo>
                  <a:cubicBezTo>
                    <a:pt x="134828" y="255998"/>
                    <a:pt x="134189" y="255998"/>
                    <a:pt x="132910" y="255359"/>
                  </a:cubicBezTo>
                  <a:lnTo>
                    <a:pt x="129715" y="253444"/>
                  </a:lnTo>
                  <a:lnTo>
                    <a:pt x="129715" y="256636"/>
                  </a:lnTo>
                  <a:cubicBezTo>
                    <a:pt x="129715" y="260466"/>
                    <a:pt x="127159" y="263020"/>
                    <a:pt x="123325" y="263020"/>
                  </a:cubicBezTo>
                  <a:cubicBezTo>
                    <a:pt x="119492" y="263020"/>
                    <a:pt x="116935" y="260466"/>
                    <a:pt x="116935" y="256636"/>
                  </a:cubicBezTo>
                  <a:lnTo>
                    <a:pt x="116935" y="253444"/>
                  </a:lnTo>
                  <a:lnTo>
                    <a:pt x="113740" y="255359"/>
                  </a:lnTo>
                  <a:cubicBezTo>
                    <a:pt x="112463" y="255998"/>
                    <a:pt x="111824" y="255998"/>
                    <a:pt x="110545" y="255998"/>
                  </a:cubicBezTo>
                  <a:cubicBezTo>
                    <a:pt x="108629" y="255998"/>
                    <a:pt x="106073" y="254721"/>
                    <a:pt x="104794" y="252806"/>
                  </a:cubicBezTo>
                  <a:cubicBezTo>
                    <a:pt x="102878" y="249614"/>
                    <a:pt x="104156" y="245783"/>
                    <a:pt x="107350" y="243868"/>
                  </a:cubicBezTo>
                  <a:lnTo>
                    <a:pt x="110545" y="241953"/>
                  </a:lnTo>
                  <a:lnTo>
                    <a:pt x="107350" y="240038"/>
                  </a:lnTo>
                  <a:cubicBezTo>
                    <a:pt x="104156" y="238122"/>
                    <a:pt x="103517" y="234292"/>
                    <a:pt x="104794" y="231100"/>
                  </a:cubicBezTo>
                  <a:cubicBezTo>
                    <a:pt x="106712" y="227908"/>
                    <a:pt x="110545" y="227270"/>
                    <a:pt x="113740" y="228546"/>
                  </a:cubicBezTo>
                  <a:lnTo>
                    <a:pt x="116935" y="230462"/>
                  </a:lnTo>
                  <a:lnTo>
                    <a:pt x="116935" y="227270"/>
                  </a:lnTo>
                  <a:cubicBezTo>
                    <a:pt x="116935" y="223439"/>
                    <a:pt x="119492" y="220886"/>
                    <a:pt x="123325" y="220886"/>
                  </a:cubicBezTo>
                  <a:cubicBezTo>
                    <a:pt x="127159" y="220886"/>
                    <a:pt x="129715" y="223439"/>
                    <a:pt x="129715" y="227270"/>
                  </a:cubicBezTo>
                  <a:lnTo>
                    <a:pt x="129715" y="230462"/>
                  </a:lnTo>
                  <a:lnTo>
                    <a:pt x="132910" y="228546"/>
                  </a:lnTo>
                  <a:cubicBezTo>
                    <a:pt x="136105" y="226631"/>
                    <a:pt x="139939" y="227908"/>
                    <a:pt x="141856" y="231100"/>
                  </a:cubicBezTo>
                  <a:cubicBezTo>
                    <a:pt x="143774" y="234292"/>
                    <a:pt x="142495" y="238122"/>
                    <a:pt x="139300" y="240038"/>
                  </a:cubicBezTo>
                  <a:lnTo>
                    <a:pt x="136105" y="241953"/>
                  </a:lnTo>
                  <a:lnTo>
                    <a:pt x="139300" y="243868"/>
                  </a:lnTo>
                  <a:close/>
                  <a:moveTo>
                    <a:pt x="196810" y="272596"/>
                  </a:moveTo>
                  <a:cubicBezTo>
                    <a:pt x="200005" y="274511"/>
                    <a:pt x="200643" y="278341"/>
                    <a:pt x="199366" y="281533"/>
                  </a:cubicBezTo>
                  <a:cubicBezTo>
                    <a:pt x="198088" y="283449"/>
                    <a:pt x="196171" y="284725"/>
                    <a:pt x="193615" y="284725"/>
                  </a:cubicBezTo>
                  <a:cubicBezTo>
                    <a:pt x="192337" y="284725"/>
                    <a:pt x="191698" y="284725"/>
                    <a:pt x="190420" y="284087"/>
                  </a:cubicBezTo>
                  <a:lnTo>
                    <a:pt x="187225" y="282172"/>
                  </a:lnTo>
                  <a:lnTo>
                    <a:pt x="187225" y="285364"/>
                  </a:lnTo>
                  <a:cubicBezTo>
                    <a:pt x="187225" y="289194"/>
                    <a:pt x="184669" y="291748"/>
                    <a:pt x="180835" y="291748"/>
                  </a:cubicBezTo>
                  <a:cubicBezTo>
                    <a:pt x="177001" y="291748"/>
                    <a:pt x="174445" y="289194"/>
                    <a:pt x="174445" y="285364"/>
                  </a:cubicBezTo>
                  <a:lnTo>
                    <a:pt x="174445" y="282172"/>
                  </a:lnTo>
                  <a:lnTo>
                    <a:pt x="171250" y="284087"/>
                  </a:lnTo>
                  <a:cubicBezTo>
                    <a:pt x="169972" y="284725"/>
                    <a:pt x="169333" y="284725"/>
                    <a:pt x="168055" y="284725"/>
                  </a:cubicBezTo>
                  <a:cubicBezTo>
                    <a:pt x="166138" y="284725"/>
                    <a:pt x="163582" y="283449"/>
                    <a:pt x="162304" y="281533"/>
                  </a:cubicBezTo>
                  <a:cubicBezTo>
                    <a:pt x="160387" y="278341"/>
                    <a:pt x="161665" y="274511"/>
                    <a:pt x="164860" y="272596"/>
                  </a:cubicBezTo>
                  <a:lnTo>
                    <a:pt x="168055" y="270681"/>
                  </a:lnTo>
                  <a:lnTo>
                    <a:pt x="164860" y="268766"/>
                  </a:lnTo>
                  <a:cubicBezTo>
                    <a:pt x="161665" y="266850"/>
                    <a:pt x="161026" y="263020"/>
                    <a:pt x="162304" y="259828"/>
                  </a:cubicBezTo>
                  <a:cubicBezTo>
                    <a:pt x="163582" y="256636"/>
                    <a:pt x="168055" y="255998"/>
                    <a:pt x="171250" y="257274"/>
                  </a:cubicBezTo>
                  <a:lnTo>
                    <a:pt x="174445" y="259190"/>
                  </a:lnTo>
                  <a:lnTo>
                    <a:pt x="174445" y="255998"/>
                  </a:lnTo>
                  <a:cubicBezTo>
                    <a:pt x="174445" y="252167"/>
                    <a:pt x="177001" y="249614"/>
                    <a:pt x="180835" y="249614"/>
                  </a:cubicBezTo>
                  <a:cubicBezTo>
                    <a:pt x="184669" y="249614"/>
                    <a:pt x="187225" y="252167"/>
                    <a:pt x="187225" y="255998"/>
                  </a:cubicBezTo>
                  <a:lnTo>
                    <a:pt x="187225" y="259190"/>
                  </a:lnTo>
                  <a:lnTo>
                    <a:pt x="190420" y="257274"/>
                  </a:lnTo>
                  <a:cubicBezTo>
                    <a:pt x="193615" y="255359"/>
                    <a:pt x="197448" y="256636"/>
                    <a:pt x="199366" y="259828"/>
                  </a:cubicBezTo>
                  <a:cubicBezTo>
                    <a:pt x="201283" y="263020"/>
                    <a:pt x="200005" y="266850"/>
                    <a:pt x="196810" y="268766"/>
                  </a:cubicBezTo>
                  <a:lnTo>
                    <a:pt x="193615" y="270681"/>
                  </a:lnTo>
                  <a:lnTo>
                    <a:pt x="196810" y="272596"/>
                  </a:lnTo>
                  <a:close/>
                  <a:moveTo>
                    <a:pt x="254958" y="236846"/>
                  </a:moveTo>
                  <a:cubicBezTo>
                    <a:pt x="258153" y="238761"/>
                    <a:pt x="258792" y="242591"/>
                    <a:pt x="257514" y="245783"/>
                  </a:cubicBezTo>
                  <a:cubicBezTo>
                    <a:pt x="256236" y="247698"/>
                    <a:pt x="254319" y="248975"/>
                    <a:pt x="251763" y="248975"/>
                  </a:cubicBezTo>
                  <a:cubicBezTo>
                    <a:pt x="250485" y="248975"/>
                    <a:pt x="249846" y="248975"/>
                    <a:pt x="248568" y="248337"/>
                  </a:cubicBezTo>
                  <a:lnTo>
                    <a:pt x="245373" y="246422"/>
                  </a:lnTo>
                  <a:lnTo>
                    <a:pt x="245373" y="249614"/>
                  </a:lnTo>
                  <a:cubicBezTo>
                    <a:pt x="245373" y="253444"/>
                    <a:pt x="242818" y="255998"/>
                    <a:pt x="238983" y="255998"/>
                  </a:cubicBezTo>
                  <a:cubicBezTo>
                    <a:pt x="235149" y="255998"/>
                    <a:pt x="232593" y="253444"/>
                    <a:pt x="232593" y="249614"/>
                  </a:cubicBezTo>
                  <a:lnTo>
                    <a:pt x="232593" y="246422"/>
                  </a:lnTo>
                  <a:lnTo>
                    <a:pt x="229398" y="248337"/>
                  </a:lnTo>
                  <a:cubicBezTo>
                    <a:pt x="228120" y="248975"/>
                    <a:pt x="227482" y="248975"/>
                    <a:pt x="226203" y="248975"/>
                  </a:cubicBezTo>
                  <a:cubicBezTo>
                    <a:pt x="224287" y="248975"/>
                    <a:pt x="221731" y="247698"/>
                    <a:pt x="220453" y="245783"/>
                  </a:cubicBezTo>
                  <a:cubicBezTo>
                    <a:pt x="218536" y="242591"/>
                    <a:pt x="219813" y="238761"/>
                    <a:pt x="223008" y="236846"/>
                  </a:cubicBezTo>
                  <a:lnTo>
                    <a:pt x="226203" y="234930"/>
                  </a:lnTo>
                  <a:lnTo>
                    <a:pt x="223008" y="233015"/>
                  </a:lnTo>
                  <a:cubicBezTo>
                    <a:pt x="219813" y="231100"/>
                    <a:pt x="219174" y="227270"/>
                    <a:pt x="220453" y="224078"/>
                  </a:cubicBezTo>
                  <a:cubicBezTo>
                    <a:pt x="222369" y="220886"/>
                    <a:pt x="226203" y="220247"/>
                    <a:pt x="229398" y="221524"/>
                  </a:cubicBezTo>
                  <a:lnTo>
                    <a:pt x="232593" y="223439"/>
                  </a:lnTo>
                  <a:lnTo>
                    <a:pt x="232593" y="220247"/>
                  </a:lnTo>
                  <a:cubicBezTo>
                    <a:pt x="232593" y="216417"/>
                    <a:pt x="235149" y="213863"/>
                    <a:pt x="238983" y="213863"/>
                  </a:cubicBezTo>
                  <a:cubicBezTo>
                    <a:pt x="242818" y="213863"/>
                    <a:pt x="245373" y="216417"/>
                    <a:pt x="245373" y="220247"/>
                  </a:cubicBezTo>
                  <a:lnTo>
                    <a:pt x="245373" y="223439"/>
                  </a:lnTo>
                  <a:lnTo>
                    <a:pt x="248568" y="221524"/>
                  </a:lnTo>
                  <a:cubicBezTo>
                    <a:pt x="251763" y="219609"/>
                    <a:pt x="255597" y="220886"/>
                    <a:pt x="257514" y="224078"/>
                  </a:cubicBezTo>
                  <a:cubicBezTo>
                    <a:pt x="259431" y="227270"/>
                    <a:pt x="258153" y="231100"/>
                    <a:pt x="254958" y="233015"/>
                  </a:cubicBezTo>
                  <a:lnTo>
                    <a:pt x="251763" y="234930"/>
                  </a:lnTo>
                  <a:lnTo>
                    <a:pt x="254958" y="236846"/>
                  </a:lnTo>
                  <a:close/>
                  <a:moveTo>
                    <a:pt x="253680" y="197903"/>
                  </a:moveTo>
                  <a:lnTo>
                    <a:pt x="120769" y="197903"/>
                  </a:lnTo>
                  <a:cubicBezTo>
                    <a:pt x="94571" y="197903"/>
                    <a:pt x="73484" y="176836"/>
                    <a:pt x="73484" y="150662"/>
                  </a:cubicBezTo>
                  <a:cubicBezTo>
                    <a:pt x="73484" y="124488"/>
                    <a:pt x="94571" y="103420"/>
                    <a:pt x="120769" y="103420"/>
                  </a:cubicBezTo>
                  <a:cubicBezTo>
                    <a:pt x="127159" y="103420"/>
                    <a:pt x="132271" y="104697"/>
                    <a:pt x="137384" y="107251"/>
                  </a:cubicBezTo>
                  <a:cubicBezTo>
                    <a:pt x="145690" y="84907"/>
                    <a:pt x="167416" y="69585"/>
                    <a:pt x="192337" y="69585"/>
                  </a:cubicBezTo>
                  <a:cubicBezTo>
                    <a:pt x="224287" y="69585"/>
                    <a:pt x="249846" y="95121"/>
                    <a:pt x="249846" y="127041"/>
                  </a:cubicBezTo>
                  <a:lnTo>
                    <a:pt x="249846" y="127680"/>
                  </a:lnTo>
                  <a:cubicBezTo>
                    <a:pt x="251124" y="127680"/>
                    <a:pt x="252403" y="127680"/>
                    <a:pt x="253680" y="127680"/>
                  </a:cubicBezTo>
                  <a:cubicBezTo>
                    <a:pt x="272850" y="127680"/>
                    <a:pt x="288825" y="143640"/>
                    <a:pt x="288825" y="162792"/>
                  </a:cubicBezTo>
                  <a:cubicBezTo>
                    <a:pt x="288825" y="181944"/>
                    <a:pt x="272850" y="197903"/>
                    <a:pt x="253680" y="197903"/>
                  </a:cubicBezTo>
                  <a:close/>
                </a:path>
              </a:pathLst>
            </a:custGeom>
            <a:solidFill>
              <a:srgbClr val="43B02A"/>
            </a:solidFill>
            <a:ln w="6390" cap="flat">
              <a:noFill/>
              <a:prstDash val="solid"/>
              <a:miter/>
            </a:ln>
          </p:spPr>
          <p:txBody>
            <a:bodyPr rtlCol="0" anchor="ctr"/>
            <a:lstStyle/>
            <a:p>
              <a:endParaRPr lang="en-US"/>
            </a:p>
          </p:txBody>
        </p:sp>
      </p:grpSp>
      <p:sp>
        <p:nvSpPr>
          <p:cNvPr id="585" name="Graphic 6">
            <a:extLst>
              <a:ext uri="{FF2B5EF4-FFF2-40B4-BE49-F238E27FC236}">
                <a16:creationId xmlns:a16="http://schemas.microsoft.com/office/drawing/2014/main" id="{E9C9D873-B832-DA44-B86F-7324F9E0E47C}"/>
              </a:ext>
            </a:extLst>
          </p:cNvPr>
          <p:cNvSpPr/>
          <p:nvPr/>
        </p:nvSpPr>
        <p:spPr>
          <a:xfrm>
            <a:off x="9278827" y="2856994"/>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181474 w 362309"/>
              <a:gd name="connsiteY4" fmla="*/ 0 h 361971"/>
              <a:gd name="connsiteX5" fmla="*/ 289464 w 362309"/>
              <a:gd name="connsiteY5" fmla="*/ 192158 h 361971"/>
              <a:gd name="connsiteX6" fmla="*/ 297132 w 362309"/>
              <a:gd name="connsiteY6" fmla="*/ 196627 h 361971"/>
              <a:gd name="connsiteX7" fmla="*/ 292659 w 362309"/>
              <a:gd name="connsiteY7" fmla="*/ 204287 h 361971"/>
              <a:gd name="connsiteX8" fmla="*/ 253041 w 362309"/>
              <a:gd name="connsiteY8" fmla="*/ 215140 h 361971"/>
              <a:gd name="connsiteX9" fmla="*/ 281157 w 362309"/>
              <a:gd name="connsiteY9" fmla="*/ 231739 h 361971"/>
              <a:gd name="connsiteX10" fmla="*/ 283713 w 362309"/>
              <a:gd name="connsiteY10" fmla="*/ 240676 h 361971"/>
              <a:gd name="connsiteX11" fmla="*/ 277962 w 362309"/>
              <a:gd name="connsiteY11" fmla="*/ 243868 h 361971"/>
              <a:gd name="connsiteX12" fmla="*/ 274767 w 362309"/>
              <a:gd name="connsiteY12" fmla="*/ 243230 h 361971"/>
              <a:gd name="connsiteX13" fmla="*/ 246651 w 362309"/>
              <a:gd name="connsiteY13" fmla="*/ 226631 h 361971"/>
              <a:gd name="connsiteX14" fmla="*/ 257515 w 362309"/>
              <a:gd name="connsiteY14" fmla="*/ 266212 h 361971"/>
              <a:gd name="connsiteX15" fmla="*/ 253041 w 362309"/>
              <a:gd name="connsiteY15" fmla="*/ 273873 h 361971"/>
              <a:gd name="connsiteX16" fmla="*/ 251125 w 362309"/>
              <a:gd name="connsiteY16" fmla="*/ 273873 h 361971"/>
              <a:gd name="connsiteX17" fmla="*/ 244735 w 362309"/>
              <a:gd name="connsiteY17" fmla="*/ 269404 h 361971"/>
              <a:gd name="connsiteX18" fmla="*/ 230677 w 362309"/>
              <a:gd name="connsiteY18" fmla="*/ 217055 h 361971"/>
              <a:gd name="connsiteX19" fmla="*/ 187225 w 362309"/>
              <a:gd name="connsiteY19" fmla="*/ 192158 h 361971"/>
              <a:gd name="connsiteX20" fmla="*/ 187225 w 362309"/>
              <a:gd name="connsiteY20" fmla="*/ 242591 h 361971"/>
              <a:gd name="connsiteX21" fmla="*/ 225565 w 362309"/>
              <a:gd name="connsiteY21" fmla="*/ 280895 h 361971"/>
              <a:gd name="connsiteX22" fmla="*/ 225565 w 362309"/>
              <a:gd name="connsiteY22" fmla="*/ 289833 h 361971"/>
              <a:gd name="connsiteX23" fmla="*/ 221092 w 362309"/>
              <a:gd name="connsiteY23" fmla="*/ 291748 h 361971"/>
              <a:gd name="connsiteX24" fmla="*/ 216619 w 362309"/>
              <a:gd name="connsiteY24" fmla="*/ 289833 h 361971"/>
              <a:gd name="connsiteX25" fmla="*/ 187225 w 362309"/>
              <a:gd name="connsiteY25" fmla="*/ 260467 h 361971"/>
              <a:gd name="connsiteX26" fmla="*/ 187225 w 362309"/>
              <a:gd name="connsiteY26" fmla="*/ 293025 h 361971"/>
              <a:gd name="connsiteX27" fmla="*/ 180836 w 362309"/>
              <a:gd name="connsiteY27" fmla="*/ 299409 h 361971"/>
              <a:gd name="connsiteX28" fmla="*/ 174446 w 362309"/>
              <a:gd name="connsiteY28" fmla="*/ 293025 h 361971"/>
              <a:gd name="connsiteX29" fmla="*/ 174446 w 362309"/>
              <a:gd name="connsiteY29" fmla="*/ 260467 h 361971"/>
              <a:gd name="connsiteX30" fmla="*/ 145052 w 362309"/>
              <a:gd name="connsiteY30" fmla="*/ 289833 h 361971"/>
              <a:gd name="connsiteX31" fmla="*/ 140579 w 362309"/>
              <a:gd name="connsiteY31" fmla="*/ 291748 h 361971"/>
              <a:gd name="connsiteX32" fmla="*/ 136106 w 362309"/>
              <a:gd name="connsiteY32" fmla="*/ 289833 h 361971"/>
              <a:gd name="connsiteX33" fmla="*/ 136106 w 362309"/>
              <a:gd name="connsiteY33" fmla="*/ 280895 h 361971"/>
              <a:gd name="connsiteX34" fmla="*/ 174446 w 362309"/>
              <a:gd name="connsiteY34" fmla="*/ 242591 h 361971"/>
              <a:gd name="connsiteX35" fmla="*/ 174446 w 362309"/>
              <a:gd name="connsiteY35" fmla="*/ 192158 h 361971"/>
              <a:gd name="connsiteX36" fmla="*/ 130994 w 362309"/>
              <a:gd name="connsiteY36" fmla="*/ 217055 h 361971"/>
              <a:gd name="connsiteX37" fmla="*/ 116936 w 362309"/>
              <a:gd name="connsiteY37" fmla="*/ 269404 h 361971"/>
              <a:gd name="connsiteX38" fmla="*/ 110546 w 362309"/>
              <a:gd name="connsiteY38" fmla="*/ 273873 h 361971"/>
              <a:gd name="connsiteX39" fmla="*/ 108629 w 362309"/>
              <a:gd name="connsiteY39" fmla="*/ 273873 h 361971"/>
              <a:gd name="connsiteX40" fmla="*/ 104156 w 362309"/>
              <a:gd name="connsiteY40" fmla="*/ 266212 h 361971"/>
              <a:gd name="connsiteX41" fmla="*/ 115019 w 362309"/>
              <a:gd name="connsiteY41" fmla="*/ 226631 h 361971"/>
              <a:gd name="connsiteX42" fmla="*/ 86903 w 362309"/>
              <a:gd name="connsiteY42" fmla="*/ 243230 h 361971"/>
              <a:gd name="connsiteX43" fmla="*/ 83708 w 362309"/>
              <a:gd name="connsiteY43" fmla="*/ 243868 h 361971"/>
              <a:gd name="connsiteX44" fmla="*/ 77958 w 362309"/>
              <a:gd name="connsiteY44" fmla="*/ 240676 h 361971"/>
              <a:gd name="connsiteX45" fmla="*/ 80513 w 362309"/>
              <a:gd name="connsiteY45" fmla="*/ 231739 h 361971"/>
              <a:gd name="connsiteX46" fmla="*/ 108629 w 362309"/>
              <a:gd name="connsiteY46" fmla="*/ 215140 h 361971"/>
              <a:gd name="connsiteX47" fmla="*/ 69012 w 362309"/>
              <a:gd name="connsiteY47" fmla="*/ 204287 h 361971"/>
              <a:gd name="connsiteX48" fmla="*/ 64538 w 362309"/>
              <a:gd name="connsiteY48" fmla="*/ 196627 h 361971"/>
              <a:gd name="connsiteX49" fmla="*/ 72207 w 362309"/>
              <a:gd name="connsiteY49" fmla="*/ 192158 h 361971"/>
              <a:gd name="connsiteX50" fmla="*/ 124604 w 362309"/>
              <a:gd name="connsiteY50" fmla="*/ 206203 h 361971"/>
              <a:gd name="connsiteX51" fmla="*/ 168056 w 362309"/>
              <a:gd name="connsiteY51" fmla="*/ 181305 h 361971"/>
              <a:gd name="connsiteX52" fmla="*/ 124604 w 362309"/>
              <a:gd name="connsiteY52" fmla="*/ 156408 h 361971"/>
              <a:gd name="connsiteX53" fmla="*/ 72207 w 362309"/>
              <a:gd name="connsiteY53" fmla="*/ 170452 h 361971"/>
              <a:gd name="connsiteX54" fmla="*/ 70289 w 362309"/>
              <a:gd name="connsiteY54" fmla="*/ 170452 h 361971"/>
              <a:gd name="connsiteX55" fmla="*/ 63899 w 362309"/>
              <a:gd name="connsiteY55" fmla="*/ 165984 h 361971"/>
              <a:gd name="connsiteX56" fmla="*/ 68373 w 362309"/>
              <a:gd name="connsiteY56" fmla="*/ 158323 h 361971"/>
              <a:gd name="connsiteX57" fmla="*/ 107990 w 362309"/>
              <a:gd name="connsiteY57" fmla="*/ 147470 h 361971"/>
              <a:gd name="connsiteX58" fmla="*/ 79874 w 362309"/>
              <a:gd name="connsiteY58" fmla="*/ 130872 h 361971"/>
              <a:gd name="connsiteX59" fmla="*/ 77318 w 362309"/>
              <a:gd name="connsiteY59" fmla="*/ 121934 h 361971"/>
              <a:gd name="connsiteX60" fmla="*/ 86264 w 362309"/>
              <a:gd name="connsiteY60" fmla="*/ 119381 h 361971"/>
              <a:gd name="connsiteX61" fmla="*/ 114380 w 362309"/>
              <a:gd name="connsiteY61" fmla="*/ 135979 h 361971"/>
              <a:gd name="connsiteX62" fmla="*/ 103517 w 362309"/>
              <a:gd name="connsiteY62" fmla="*/ 96398 h 361971"/>
              <a:gd name="connsiteX63" fmla="*/ 107990 w 362309"/>
              <a:gd name="connsiteY63" fmla="*/ 88737 h 361971"/>
              <a:gd name="connsiteX64" fmla="*/ 115658 w 362309"/>
              <a:gd name="connsiteY64" fmla="*/ 93206 h 361971"/>
              <a:gd name="connsiteX65" fmla="*/ 129716 w 362309"/>
              <a:gd name="connsiteY65" fmla="*/ 145555 h 361971"/>
              <a:gd name="connsiteX66" fmla="*/ 173167 w 362309"/>
              <a:gd name="connsiteY66" fmla="*/ 170452 h 361971"/>
              <a:gd name="connsiteX67" fmla="*/ 173167 w 362309"/>
              <a:gd name="connsiteY67" fmla="*/ 120019 h 361971"/>
              <a:gd name="connsiteX68" fmla="*/ 134828 w 362309"/>
              <a:gd name="connsiteY68" fmla="*/ 81715 h 361971"/>
              <a:gd name="connsiteX69" fmla="*/ 134828 w 362309"/>
              <a:gd name="connsiteY69" fmla="*/ 72777 h 361971"/>
              <a:gd name="connsiteX70" fmla="*/ 143774 w 362309"/>
              <a:gd name="connsiteY70" fmla="*/ 72777 h 361971"/>
              <a:gd name="connsiteX71" fmla="*/ 173167 w 362309"/>
              <a:gd name="connsiteY71" fmla="*/ 102144 h 361971"/>
              <a:gd name="connsiteX72" fmla="*/ 173167 w 362309"/>
              <a:gd name="connsiteY72" fmla="*/ 69585 h 361971"/>
              <a:gd name="connsiteX73" fmla="*/ 179557 w 362309"/>
              <a:gd name="connsiteY73" fmla="*/ 63201 h 361971"/>
              <a:gd name="connsiteX74" fmla="*/ 185947 w 362309"/>
              <a:gd name="connsiteY74" fmla="*/ 69585 h 361971"/>
              <a:gd name="connsiteX75" fmla="*/ 185947 w 362309"/>
              <a:gd name="connsiteY75" fmla="*/ 102144 h 361971"/>
              <a:gd name="connsiteX76" fmla="*/ 215341 w 362309"/>
              <a:gd name="connsiteY76" fmla="*/ 72777 h 361971"/>
              <a:gd name="connsiteX77" fmla="*/ 224287 w 362309"/>
              <a:gd name="connsiteY77" fmla="*/ 72777 h 361971"/>
              <a:gd name="connsiteX78" fmla="*/ 224287 w 362309"/>
              <a:gd name="connsiteY78" fmla="*/ 81715 h 361971"/>
              <a:gd name="connsiteX79" fmla="*/ 185947 w 362309"/>
              <a:gd name="connsiteY79" fmla="*/ 120019 h 361971"/>
              <a:gd name="connsiteX80" fmla="*/ 185947 w 362309"/>
              <a:gd name="connsiteY80" fmla="*/ 170452 h 361971"/>
              <a:gd name="connsiteX81" fmla="*/ 229399 w 362309"/>
              <a:gd name="connsiteY81" fmla="*/ 145555 h 361971"/>
              <a:gd name="connsiteX82" fmla="*/ 243456 w 362309"/>
              <a:gd name="connsiteY82" fmla="*/ 93206 h 361971"/>
              <a:gd name="connsiteX83" fmla="*/ 251125 w 362309"/>
              <a:gd name="connsiteY83" fmla="*/ 88737 h 361971"/>
              <a:gd name="connsiteX84" fmla="*/ 255597 w 362309"/>
              <a:gd name="connsiteY84" fmla="*/ 96398 h 361971"/>
              <a:gd name="connsiteX85" fmla="*/ 244735 w 362309"/>
              <a:gd name="connsiteY85" fmla="*/ 135979 h 361971"/>
              <a:gd name="connsiteX86" fmla="*/ 272851 w 362309"/>
              <a:gd name="connsiteY86" fmla="*/ 119381 h 361971"/>
              <a:gd name="connsiteX87" fmla="*/ 281796 w 362309"/>
              <a:gd name="connsiteY87" fmla="*/ 121934 h 361971"/>
              <a:gd name="connsiteX88" fmla="*/ 279241 w 362309"/>
              <a:gd name="connsiteY88" fmla="*/ 130872 h 361971"/>
              <a:gd name="connsiteX89" fmla="*/ 251125 w 362309"/>
              <a:gd name="connsiteY89" fmla="*/ 147470 h 361971"/>
              <a:gd name="connsiteX90" fmla="*/ 290742 w 362309"/>
              <a:gd name="connsiteY90" fmla="*/ 158323 h 361971"/>
              <a:gd name="connsiteX91" fmla="*/ 295216 w 362309"/>
              <a:gd name="connsiteY91" fmla="*/ 165984 h 361971"/>
              <a:gd name="connsiteX92" fmla="*/ 288826 w 362309"/>
              <a:gd name="connsiteY92" fmla="*/ 170452 h 361971"/>
              <a:gd name="connsiteX93" fmla="*/ 286908 w 362309"/>
              <a:gd name="connsiteY93" fmla="*/ 170452 h 361971"/>
              <a:gd name="connsiteX94" fmla="*/ 234511 w 362309"/>
              <a:gd name="connsiteY94" fmla="*/ 156408 h 361971"/>
              <a:gd name="connsiteX95" fmla="*/ 191059 w 362309"/>
              <a:gd name="connsiteY95" fmla="*/ 181305 h 361971"/>
              <a:gd name="connsiteX96" fmla="*/ 234511 w 362309"/>
              <a:gd name="connsiteY96" fmla="*/ 206203 h 361971"/>
              <a:gd name="connsiteX97" fmla="*/ 289464 w 362309"/>
              <a:gd name="connsiteY97" fmla="*/ 19215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362309" h="361971">
                <a:moveTo>
                  <a:pt x="181474" y="0"/>
                </a:moveTo>
                <a:cubicBezTo>
                  <a:pt x="81153" y="0"/>
                  <a:pt x="0" y="81077"/>
                  <a:pt x="0" y="180667"/>
                </a:cubicBezTo>
                <a:cubicBezTo>
                  <a:pt x="0" y="280257"/>
                  <a:pt x="81153" y="361972"/>
                  <a:pt x="180836" y="361972"/>
                </a:cubicBezTo>
                <a:cubicBezTo>
                  <a:pt x="280518" y="361972"/>
                  <a:pt x="362310" y="280895"/>
                  <a:pt x="362310" y="181305"/>
                </a:cubicBezTo>
                <a:cubicBezTo>
                  <a:pt x="362310" y="81077"/>
                  <a:pt x="281157" y="0"/>
                  <a:pt x="181474" y="0"/>
                </a:cubicBezTo>
                <a:close/>
                <a:moveTo>
                  <a:pt x="289464" y="192158"/>
                </a:moveTo>
                <a:cubicBezTo>
                  <a:pt x="292659" y="191519"/>
                  <a:pt x="296493" y="193435"/>
                  <a:pt x="297132" y="196627"/>
                </a:cubicBezTo>
                <a:cubicBezTo>
                  <a:pt x="297771" y="199819"/>
                  <a:pt x="295854" y="203649"/>
                  <a:pt x="292659" y="204287"/>
                </a:cubicBezTo>
                <a:lnTo>
                  <a:pt x="253041" y="215140"/>
                </a:lnTo>
                <a:lnTo>
                  <a:pt x="281157" y="231739"/>
                </a:lnTo>
                <a:cubicBezTo>
                  <a:pt x="284352" y="233654"/>
                  <a:pt x="284991" y="237484"/>
                  <a:pt x="283713" y="240676"/>
                </a:cubicBezTo>
                <a:cubicBezTo>
                  <a:pt x="282436" y="242591"/>
                  <a:pt x="280518" y="243868"/>
                  <a:pt x="277962" y="243868"/>
                </a:cubicBezTo>
                <a:cubicBezTo>
                  <a:pt x="276685" y="243868"/>
                  <a:pt x="276046" y="243868"/>
                  <a:pt x="274767" y="243230"/>
                </a:cubicBezTo>
                <a:lnTo>
                  <a:pt x="246651" y="226631"/>
                </a:lnTo>
                <a:lnTo>
                  <a:pt x="257515" y="266212"/>
                </a:lnTo>
                <a:cubicBezTo>
                  <a:pt x="258154" y="269404"/>
                  <a:pt x="256236" y="273235"/>
                  <a:pt x="253041" y="273873"/>
                </a:cubicBezTo>
                <a:cubicBezTo>
                  <a:pt x="252403" y="273873"/>
                  <a:pt x="251764" y="273873"/>
                  <a:pt x="251125" y="273873"/>
                </a:cubicBezTo>
                <a:cubicBezTo>
                  <a:pt x="248569" y="273873"/>
                  <a:pt x="246013" y="271958"/>
                  <a:pt x="244735" y="269404"/>
                </a:cubicBezTo>
                <a:lnTo>
                  <a:pt x="230677" y="217055"/>
                </a:lnTo>
                <a:lnTo>
                  <a:pt x="187225" y="192158"/>
                </a:lnTo>
                <a:lnTo>
                  <a:pt x="187225" y="242591"/>
                </a:lnTo>
                <a:lnTo>
                  <a:pt x="225565" y="280895"/>
                </a:lnTo>
                <a:cubicBezTo>
                  <a:pt x="228121" y="283449"/>
                  <a:pt x="228121" y="287279"/>
                  <a:pt x="225565" y="289833"/>
                </a:cubicBezTo>
                <a:cubicBezTo>
                  <a:pt x="224287" y="291110"/>
                  <a:pt x="222370" y="291748"/>
                  <a:pt x="221092" y="291748"/>
                </a:cubicBezTo>
                <a:cubicBezTo>
                  <a:pt x="219175" y="291748"/>
                  <a:pt x="217897" y="291110"/>
                  <a:pt x="216619" y="289833"/>
                </a:cubicBezTo>
                <a:lnTo>
                  <a:pt x="187225" y="260467"/>
                </a:lnTo>
                <a:lnTo>
                  <a:pt x="187225" y="293025"/>
                </a:lnTo>
                <a:cubicBezTo>
                  <a:pt x="187225" y="296855"/>
                  <a:pt x="184669" y="299409"/>
                  <a:pt x="180836" y="299409"/>
                </a:cubicBezTo>
                <a:cubicBezTo>
                  <a:pt x="177002" y="299409"/>
                  <a:pt x="174446" y="296855"/>
                  <a:pt x="174446" y="293025"/>
                </a:cubicBezTo>
                <a:lnTo>
                  <a:pt x="174446" y="260467"/>
                </a:lnTo>
                <a:lnTo>
                  <a:pt x="145052" y="289833"/>
                </a:lnTo>
                <a:cubicBezTo>
                  <a:pt x="143774" y="291110"/>
                  <a:pt x="141857" y="291748"/>
                  <a:pt x="140579" y="291748"/>
                </a:cubicBezTo>
                <a:cubicBezTo>
                  <a:pt x="138662" y="291748"/>
                  <a:pt x="137384" y="291110"/>
                  <a:pt x="136106" y="289833"/>
                </a:cubicBezTo>
                <a:cubicBezTo>
                  <a:pt x="133550" y="287279"/>
                  <a:pt x="133550" y="283449"/>
                  <a:pt x="136106" y="280895"/>
                </a:cubicBezTo>
                <a:lnTo>
                  <a:pt x="174446" y="242591"/>
                </a:lnTo>
                <a:lnTo>
                  <a:pt x="174446" y="192158"/>
                </a:lnTo>
                <a:lnTo>
                  <a:pt x="130994" y="217055"/>
                </a:lnTo>
                <a:lnTo>
                  <a:pt x="116936" y="269404"/>
                </a:lnTo>
                <a:cubicBezTo>
                  <a:pt x="116297" y="271958"/>
                  <a:pt x="113741" y="273873"/>
                  <a:pt x="110546" y="273873"/>
                </a:cubicBezTo>
                <a:cubicBezTo>
                  <a:pt x="109907" y="273873"/>
                  <a:pt x="109268" y="273873"/>
                  <a:pt x="108629" y="273873"/>
                </a:cubicBezTo>
                <a:cubicBezTo>
                  <a:pt x="105434" y="273235"/>
                  <a:pt x="102878" y="269404"/>
                  <a:pt x="104156" y="266212"/>
                </a:cubicBezTo>
                <a:lnTo>
                  <a:pt x="115019" y="226631"/>
                </a:lnTo>
                <a:lnTo>
                  <a:pt x="86903" y="243230"/>
                </a:lnTo>
                <a:cubicBezTo>
                  <a:pt x="85625" y="243868"/>
                  <a:pt x="84986" y="243868"/>
                  <a:pt x="83708" y="243868"/>
                </a:cubicBezTo>
                <a:cubicBezTo>
                  <a:pt x="81792" y="243868"/>
                  <a:pt x="79235" y="242591"/>
                  <a:pt x="77958" y="240676"/>
                </a:cubicBezTo>
                <a:cubicBezTo>
                  <a:pt x="76040" y="237484"/>
                  <a:pt x="77318" y="233654"/>
                  <a:pt x="80513" y="231739"/>
                </a:cubicBezTo>
                <a:lnTo>
                  <a:pt x="108629" y="215140"/>
                </a:lnTo>
                <a:lnTo>
                  <a:pt x="69012" y="204287"/>
                </a:lnTo>
                <a:cubicBezTo>
                  <a:pt x="65817" y="203649"/>
                  <a:pt x="63899" y="199819"/>
                  <a:pt x="64538" y="196627"/>
                </a:cubicBezTo>
                <a:cubicBezTo>
                  <a:pt x="65178" y="193435"/>
                  <a:pt x="69012" y="191519"/>
                  <a:pt x="72207" y="192158"/>
                </a:cubicBezTo>
                <a:lnTo>
                  <a:pt x="124604" y="206203"/>
                </a:lnTo>
                <a:lnTo>
                  <a:pt x="168056" y="181305"/>
                </a:lnTo>
                <a:lnTo>
                  <a:pt x="124604" y="156408"/>
                </a:lnTo>
                <a:lnTo>
                  <a:pt x="72207" y="170452"/>
                </a:lnTo>
                <a:cubicBezTo>
                  <a:pt x="71568" y="170452"/>
                  <a:pt x="70928" y="170452"/>
                  <a:pt x="70289" y="170452"/>
                </a:cubicBezTo>
                <a:cubicBezTo>
                  <a:pt x="67733" y="170452"/>
                  <a:pt x="65178" y="168537"/>
                  <a:pt x="63899" y="165984"/>
                </a:cubicBezTo>
                <a:cubicBezTo>
                  <a:pt x="63261" y="162792"/>
                  <a:pt x="65178" y="158961"/>
                  <a:pt x="68373" y="158323"/>
                </a:cubicBezTo>
                <a:lnTo>
                  <a:pt x="107990" y="147470"/>
                </a:lnTo>
                <a:lnTo>
                  <a:pt x="79874" y="130872"/>
                </a:lnTo>
                <a:cubicBezTo>
                  <a:pt x="76679" y="128957"/>
                  <a:pt x="76040" y="125126"/>
                  <a:pt x="77318" y="121934"/>
                </a:cubicBezTo>
                <a:cubicBezTo>
                  <a:pt x="79235" y="118742"/>
                  <a:pt x="83069" y="118104"/>
                  <a:pt x="86264" y="119381"/>
                </a:cubicBezTo>
                <a:lnTo>
                  <a:pt x="114380" y="135979"/>
                </a:lnTo>
                <a:lnTo>
                  <a:pt x="103517" y="96398"/>
                </a:lnTo>
                <a:cubicBezTo>
                  <a:pt x="102878" y="93206"/>
                  <a:pt x="104795" y="89376"/>
                  <a:pt x="107990" y="88737"/>
                </a:cubicBezTo>
                <a:cubicBezTo>
                  <a:pt x="111185" y="88099"/>
                  <a:pt x="115019" y="90014"/>
                  <a:pt x="115658" y="93206"/>
                </a:cubicBezTo>
                <a:lnTo>
                  <a:pt x="129716" y="145555"/>
                </a:lnTo>
                <a:lnTo>
                  <a:pt x="173167" y="170452"/>
                </a:lnTo>
                <a:lnTo>
                  <a:pt x="173167" y="120019"/>
                </a:lnTo>
                <a:lnTo>
                  <a:pt x="134828" y="81715"/>
                </a:lnTo>
                <a:cubicBezTo>
                  <a:pt x="132272" y="79161"/>
                  <a:pt x="132272" y="75331"/>
                  <a:pt x="134828" y="72777"/>
                </a:cubicBezTo>
                <a:cubicBezTo>
                  <a:pt x="137384" y="70224"/>
                  <a:pt x="141217" y="70224"/>
                  <a:pt x="143774" y="72777"/>
                </a:cubicBezTo>
                <a:lnTo>
                  <a:pt x="173167" y="102144"/>
                </a:lnTo>
                <a:lnTo>
                  <a:pt x="173167" y="69585"/>
                </a:lnTo>
                <a:cubicBezTo>
                  <a:pt x="173167" y="65755"/>
                  <a:pt x="175723" y="63201"/>
                  <a:pt x="179557" y="63201"/>
                </a:cubicBezTo>
                <a:cubicBezTo>
                  <a:pt x="183392" y="63201"/>
                  <a:pt x="185947" y="65755"/>
                  <a:pt x="185947" y="69585"/>
                </a:cubicBezTo>
                <a:lnTo>
                  <a:pt x="185947" y="102144"/>
                </a:lnTo>
                <a:lnTo>
                  <a:pt x="215341" y="72777"/>
                </a:lnTo>
                <a:cubicBezTo>
                  <a:pt x="217897" y="70224"/>
                  <a:pt x="221731" y="70224"/>
                  <a:pt x="224287" y="72777"/>
                </a:cubicBezTo>
                <a:cubicBezTo>
                  <a:pt x="226843" y="75331"/>
                  <a:pt x="226843" y="79161"/>
                  <a:pt x="224287" y="81715"/>
                </a:cubicBezTo>
                <a:lnTo>
                  <a:pt x="185947" y="120019"/>
                </a:lnTo>
                <a:lnTo>
                  <a:pt x="185947" y="170452"/>
                </a:lnTo>
                <a:lnTo>
                  <a:pt x="229399" y="145555"/>
                </a:lnTo>
                <a:lnTo>
                  <a:pt x="243456" y="93206"/>
                </a:lnTo>
                <a:cubicBezTo>
                  <a:pt x="244096" y="90014"/>
                  <a:pt x="247930" y="88099"/>
                  <a:pt x="251125" y="88737"/>
                </a:cubicBezTo>
                <a:cubicBezTo>
                  <a:pt x="254320" y="89376"/>
                  <a:pt x="256876" y="93206"/>
                  <a:pt x="255597" y="96398"/>
                </a:cubicBezTo>
                <a:lnTo>
                  <a:pt x="244735" y="135979"/>
                </a:lnTo>
                <a:lnTo>
                  <a:pt x="272851" y="119381"/>
                </a:lnTo>
                <a:cubicBezTo>
                  <a:pt x="276046" y="117465"/>
                  <a:pt x="279880" y="118742"/>
                  <a:pt x="281796" y="121934"/>
                </a:cubicBezTo>
                <a:cubicBezTo>
                  <a:pt x="283713" y="125126"/>
                  <a:pt x="282436" y="128957"/>
                  <a:pt x="279241" y="130872"/>
                </a:cubicBezTo>
                <a:lnTo>
                  <a:pt x="251125" y="147470"/>
                </a:lnTo>
                <a:lnTo>
                  <a:pt x="290742" y="158323"/>
                </a:lnTo>
                <a:cubicBezTo>
                  <a:pt x="293937" y="158961"/>
                  <a:pt x="295854" y="162792"/>
                  <a:pt x="295216" y="165984"/>
                </a:cubicBezTo>
                <a:cubicBezTo>
                  <a:pt x="294576" y="168537"/>
                  <a:pt x="292021" y="170452"/>
                  <a:pt x="288826" y="170452"/>
                </a:cubicBezTo>
                <a:cubicBezTo>
                  <a:pt x="288186" y="170452"/>
                  <a:pt x="287547" y="170452"/>
                  <a:pt x="286908" y="170452"/>
                </a:cubicBezTo>
                <a:lnTo>
                  <a:pt x="234511" y="156408"/>
                </a:lnTo>
                <a:lnTo>
                  <a:pt x="191059" y="181305"/>
                </a:lnTo>
                <a:lnTo>
                  <a:pt x="234511" y="206203"/>
                </a:lnTo>
                <a:lnTo>
                  <a:pt x="289464" y="192158"/>
                </a:lnTo>
                <a:close/>
              </a:path>
            </a:pathLst>
          </a:custGeom>
          <a:solidFill>
            <a:srgbClr val="43B02A"/>
          </a:solidFill>
          <a:ln w="6390" cap="flat">
            <a:noFill/>
            <a:prstDash val="solid"/>
            <a:miter/>
          </a:ln>
        </p:spPr>
        <p:txBody>
          <a:bodyPr rtlCol="0" anchor="ctr"/>
          <a:lstStyle/>
          <a:p>
            <a:endParaRPr lang="en-US"/>
          </a:p>
        </p:txBody>
      </p:sp>
      <p:grpSp>
        <p:nvGrpSpPr>
          <p:cNvPr id="586" name="Graphic 6">
            <a:extLst>
              <a:ext uri="{FF2B5EF4-FFF2-40B4-BE49-F238E27FC236}">
                <a16:creationId xmlns:a16="http://schemas.microsoft.com/office/drawing/2014/main" id="{E4866B40-F467-E24E-A01E-B7F69D21358C}"/>
              </a:ext>
            </a:extLst>
          </p:cNvPr>
          <p:cNvGrpSpPr/>
          <p:nvPr/>
        </p:nvGrpSpPr>
        <p:grpSpPr>
          <a:xfrm>
            <a:off x="9277549" y="4310627"/>
            <a:ext cx="362309" cy="361971"/>
            <a:chOff x="9277549" y="4310627"/>
            <a:chExt cx="362309" cy="361971"/>
          </a:xfrm>
          <a:solidFill>
            <a:srgbClr val="43B02A"/>
          </a:solidFill>
        </p:grpSpPr>
        <p:sp>
          <p:nvSpPr>
            <p:cNvPr id="587" name="Graphic 6">
              <a:extLst>
                <a:ext uri="{FF2B5EF4-FFF2-40B4-BE49-F238E27FC236}">
                  <a16:creationId xmlns:a16="http://schemas.microsoft.com/office/drawing/2014/main" id="{936850C5-877B-2C4F-BC42-8EAF8BDE0792}"/>
                </a:ext>
              </a:extLst>
            </p:cNvPr>
            <p:cNvSpPr/>
            <p:nvPr/>
          </p:nvSpPr>
          <p:spPr>
            <a:xfrm>
              <a:off x="9361896" y="4402556"/>
              <a:ext cx="77318" cy="70223"/>
            </a:xfrm>
            <a:custGeom>
              <a:avLst/>
              <a:gdLst>
                <a:gd name="connsiteX0" fmla="*/ 77318 w 77318"/>
                <a:gd name="connsiteY0" fmla="*/ 0 h 70223"/>
                <a:gd name="connsiteX1" fmla="*/ 0 w 77318"/>
                <a:gd name="connsiteY1" fmla="*/ 70224 h 70223"/>
                <a:gd name="connsiteX2" fmla="*/ 50481 w 77318"/>
                <a:gd name="connsiteY2" fmla="*/ 70224 h 70223"/>
                <a:gd name="connsiteX3" fmla="*/ 77318 w 77318"/>
                <a:gd name="connsiteY3" fmla="*/ 0 h 70223"/>
              </a:gdLst>
              <a:ahLst/>
              <a:cxnLst>
                <a:cxn ang="0">
                  <a:pos x="connsiteX0" y="connsiteY0"/>
                </a:cxn>
                <a:cxn ang="0">
                  <a:pos x="connsiteX1" y="connsiteY1"/>
                </a:cxn>
                <a:cxn ang="0">
                  <a:pos x="connsiteX2" y="connsiteY2"/>
                </a:cxn>
                <a:cxn ang="0">
                  <a:pos x="connsiteX3" y="connsiteY3"/>
                </a:cxn>
              </a:cxnLst>
              <a:rect l="l" t="t" r="r" b="b"/>
              <a:pathLst>
                <a:path w="77318" h="70223">
                  <a:moveTo>
                    <a:pt x="77318" y="0"/>
                  </a:moveTo>
                  <a:cubicBezTo>
                    <a:pt x="38978" y="7022"/>
                    <a:pt x="7029" y="35750"/>
                    <a:pt x="0" y="70224"/>
                  </a:cubicBezTo>
                  <a:cubicBezTo>
                    <a:pt x="11502" y="66394"/>
                    <a:pt x="31311" y="62563"/>
                    <a:pt x="50481" y="70224"/>
                  </a:cubicBezTo>
                  <a:cubicBezTo>
                    <a:pt x="53037" y="34474"/>
                    <a:pt x="66456" y="12768"/>
                    <a:pt x="77318" y="0"/>
                  </a:cubicBezTo>
                  <a:close/>
                </a:path>
              </a:pathLst>
            </a:custGeom>
            <a:solidFill>
              <a:srgbClr val="43B02A"/>
            </a:solidFill>
            <a:ln w="6390" cap="flat">
              <a:noFill/>
              <a:prstDash val="solid"/>
              <a:miter/>
            </a:ln>
          </p:spPr>
          <p:txBody>
            <a:bodyPr rtlCol="0" anchor="ctr"/>
            <a:lstStyle/>
            <a:p>
              <a:endParaRPr lang="en-US"/>
            </a:p>
          </p:txBody>
        </p:sp>
        <p:sp>
          <p:nvSpPr>
            <p:cNvPr id="588" name="Graphic 6">
              <a:extLst>
                <a:ext uri="{FF2B5EF4-FFF2-40B4-BE49-F238E27FC236}">
                  <a16:creationId xmlns:a16="http://schemas.microsoft.com/office/drawing/2014/main" id="{4494558F-5F16-3E43-8A53-F84174A3EBE9}"/>
                </a:ext>
              </a:extLst>
            </p:cNvPr>
            <p:cNvSpPr/>
            <p:nvPr/>
          </p:nvSpPr>
          <p:spPr>
            <a:xfrm>
              <a:off x="9478832" y="4402556"/>
              <a:ext cx="77318" cy="71500"/>
            </a:xfrm>
            <a:custGeom>
              <a:avLst/>
              <a:gdLst>
                <a:gd name="connsiteX0" fmla="*/ 0 w 77318"/>
                <a:gd name="connsiteY0" fmla="*/ 0 h 71500"/>
                <a:gd name="connsiteX1" fmla="*/ 26837 w 77318"/>
                <a:gd name="connsiteY1" fmla="*/ 71501 h 71500"/>
                <a:gd name="connsiteX2" fmla="*/ 77318 w 77318"/>
                <a:gd name="connsiteY2" fmla="*/ 69586 h 71500"/>
                <a:gd name="connsiteX3" fmla="*/ 0 w 77318"/>
                <a:gd name="connsiteY3" fmla="*/ 0 h 71500"/>
              </a:gdLst>
              <a:ahLst/>
              <a:cxnLst>
                <a:cxn ang="0">
                  <a:pos x="connsiteX0" y="connsiteY0"/>
                </a:cxn>
                <a:cxn ang="0">
                  <a:pos x="connsiteX1" y="connsiteY1"/>
                </a:cxn>
                <a:cxn ang="0">
                  <a:pos x="connsiteX2" y="connsiteY2"/>
                </a:cxn>
                <a:cxn ang="0">
                  <a:pos x="connsiteX3" y="connsiteY3"/>
                </a:cxn>
              </a:cxnLst>
              <a:rect l="l" t="t" r="r" b="b"/>
              <a:pathLst>
                <a:path w="77318" h="71500">
                  <a:moveTo>
                    <a:pt x="0" y="0"/>
                  </a:moveTo>
                  <a:cubicBezTo>
                    <a:pt x="11501" y="12768"/>
                    <a:pt x="24921" y="35112"/>
                    <a:pt x="26837" y="71501"/>
                  </a:cubicBezTo>
                  <a:cubicBezTo>
                    <a:pt x="49841" y="63840"/>
                    <a:pt x="67094" y="66394"/>
                    <a:pt x="77318" y="69586"/>
                  </a:cubicBezTo>
                  <a:cubicBezTo>
                    <a:pt x="69650" y="35112"/>
                    <a:pt x="38340" y="7022"/>
                    <a:pt x="0" y="0"/>
                  </a:cubicBezTo>
                  <a:close/>
                </a:path>
              </a:pathLst>
            </a:custGeom>
            <a:solidFill>
              <a:srgbClr val="43B02A"/>
            </a:solidFill>
            <a:ln w="6390" cap="flat">
              <a:noFill/>
              <a:prstDash val="solid"/>
              <a:miter/>
            </a:ln>
          </p:spPr>
          <p:txBody>
            <a:bodyPr rtlCol="0" anchor="ctr"/>
            <a:lstStyle/>
            <a:p>
              <a:endParaRPr lang="en-US"/>
            </a:p>
          </p:txBody>
        </p:sp>
        <p:sp>
          <p:nvSpPr>
            <p:cNvPr id="589" name="Graphic 6">
              <a:extLst>
                <a:ext uri="{FF2B5EF4-FFF2-40B4-BE49-F238E27FC236}">
                  <a16:creationId xmlns:a16="http://schemas.microsoft.com/office/drawing/2014/main" id="{B318BDC5-DF01-DE4E-8C96-69BCCEEFAE9A}"/>
                </a:ext>
              </a:extLst>
            </p:cNvPr>
            <p:cNvSpPr/>
            <p:nvPr/>
          </p:nvSpPr>
          <p:spPr>
            <a:xfrm>
              <a:off x="9277549" y="431062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181474 w 362309"/>
                <a:gd name="connsiteY4" fmla="*/ 0 h 361971"/>
                <a:gd name="connsiteX5" fmla="*/ 290103 w 362309"/>
                <a:gd name="connsiteY5" fmla="*/ 178113 h 361971"/>
                <a:gd name="connsiteX6" fmla="*/ 283074 w 362309"/>
                <a:gd name="connsiteY6" fmla="*/ 177475 h 361971"/>
                <a:gd name="connsiteX7" fmla="*/ 224925 w 362309"/>
                <a:gd name="connsiteY7" fmla="*/ 178113 h 361971"/>
                <a:gd name="connsiteX8" fmla="*/ 224925 w 362309"/>
                <a:gd name="connsiteY8" fmla="*/ 178113 h 361971"/>
                <a:gd name="connsiteX9" fmla="*/ 223648 w 362309"/>
                <a:gd name="connsiteY9" fmla="*/ 178113 h 361971"/>
                <a:gd name="connsiteX10" fmla="*/ 222369 w 362309"/>
                <a:gd name="connsiteY10" fmla="*/ 178113 h 361971"/>
                <a:gd name="connsiteX11" fmla="*/ 222369 w 362309"/>
                <a:gd name="connsiteY11" fmla="*/ 178113 h 361971"/>
                <a:gd name="connsiteX12" fmla="*/ 222369 w 362309"/>
                <a:gd name="connsiteY12" fmla="*/ 178113 h 361971"/>
                <a:gd name="connsiteX13" fmla="*/ 219814 w 362309"/>
                <a:gd name="connsiteY13" fmla="*/ 177475 h 361971"/>
                <a:gd name="connsiteX14" fmla="*/ 219814 w 362309"/>
                <a:gd name="connsiteY14" fmla="*/ 177475 h 361971"/>
                <a:gd name="connsiteX15" fmla="*/ 217897 w 362309"/>
                <a:gd name="connsiteY15" fmla="*/ 176198 h 361971"/>
                <a:gd name="connsiteX16" fmla="*/ 217897 w 362309"/>
                <a:gd name="connsiteY16" fmla="*/ 176198 h 361971"/>
                <a:gd name="connsiteX17" fmla="*/ 188503 w 362309"/>
                <a:gd name="connsiteY17" fmla="*/ 162792 h 361971"/>
                <a:gd name="connsiteX18" fmla="*/ 188503 w 362309"/>
                <a:gd name="connsiteY18" fmla="*/ 277703 h 361971"/>
                <a:gd name="connsiteX19" fmla="*/ 166138 w 362309"/>
                <a:gd name="connsiteY19" fmla="*/ 300047 h 361971"/>
                <a:gd name="connsiteX20" fmla="*/ 143774 w 362309"/>
                <a:gd name="connsiteY20" fmla="*/ 277703 h 361971"/>
                <a:gd name="connsiteX21" fmla="*/ 150164 w 362309"/>
                <a:gd name="connsiteY21" fmla="*/ 271319 h 361971"/>
                <a:gd name="connsiteX22" fmla="*/ 156553 w 362309"/>
                <a:gd name="connsiteY22" fmla="*/ 277703 h 361971"/>
                <a:gd name="connsiteX23" fmla="*/ 166138 w 362309"/>
                <a:gd name="connsiteY23" fmla="*/ 287279 h 361971"/>
                <a:gd name="connsiteX24" fmla="*/ 175723 w 362309"/>
                <a:gd name="connsiteY24" fmla="*/ 277703 h 361971"/>
                <a:gd name="connsiteX25" fmla="*/ 175723 w 362309"/>
                <a:gd name="connsiteY25" fmla="*/ 164068 h 361971"/>
                <a:gd name="connsiteX26" fmla="*/ 145690 w 362309"/>
                <a:gd name="connsiteY26" fmla="*/ 178113 h 361971"/>
                <a:gd name="connsiteX27" fmla="*/ 145051 w 362309"/>
                <a:gd name="connsiteY27" fmla="*/ 178752 h 361971"/>
                <a:gd name="connsiteX28" fmla="*/ 144412 w 362309"/>
                <a:gd name="connsiteY28" fmla="*/ 179390 h 361971"/>
                <a:gd name="connsiteX29" fmla="*/ 142495 w 362309"/>
                <a:gd name="connsiteY29" fmla="*/ 180028 h 361971"/>
                <a:gd name="connsiteX30" fmla="*/ 142495 w 362309"/>
                <a:gd name="connsiteY30" fmla="*/ 180028 h 361971"/>
                <a:gd name="connsiteX31" fmla="*/ 142495 w 362309"/>
                <a:gd name="connsiteY31" fmla="*/ 180028 h 361971"/>
                <a:gd name="connsiteX32" fmla="*/ 140579 w 362309"/>
                <a:gd name="connsiteY32" fmla="*/ 179390 h 361971"/>
                <a:gd name="connsiteX33" fmla="*/ 139940 w 362309"/>
                <a:gd name="connsiteY33" fmla="*/ 179390 h 361971"/>
                <a:gd name="connsiteX34" fmla="*/ 139300 w 362309"/>
                <a:gd name="connsiteY34" fmla="*/ 179390 h 361971"/>
                <a:gd name="connsiteX35" fmla="*/ 81152 w 362309"/>
                <a:gd name="connsiteY35" fmla="*/ 179390 h 361971"/>
                <a:gd name="connsiteX36" fmla="*/ 74762 w 362309"/>
                <a:gd name="connsiteY36" fmla="*/ 178752 h 361971"/>
                <a:gd name="connsiteX37" fmla="*/ 72206 w 362309"/>
                <a:gd name="connsiteY37" fmla="*/ 173006 h 361971"/>
                <a:gd name="connsiteX38" fmla="*/ 177640 w 362309"/>
                <a:gd name="connsiteY38" fmla="*/ 78523 h 361971"/>
                <a:gd name="connsiteX39" fmla="*/ 177640 w 362309"/>
                <a:gd name="connsiteY39" fmla="*/ 68309 h 361971"/>
                <a:gd name="connsiteX40" fmla="*/ 184030 w 362309"/>
                <a:gd name="connsiteY40" fmla="*/ 61925 h 361971"/>
                <a:gd name="connsiteX41" fmla="*/ 190420 w 362309"/>
                <a:gd name="connsiteY41" fmla="*/ 68309 h 361971"/>
                <a:gd name="connsiteX42" fmla="*/ 190420 w 362309"/>
                <a:gd name="connsiteY42" fmla="*/ 78523 h 361971"/>
                <a:gd name="connsiteX43" fmla="*/ 295854 w 362309"/>
                <a:gd name="connsiteY43" fmla="*/ 173006 h 361971"/>
                <a:gd name="connsiteX44" fmla="*/ 290103 w 362309"/>
                <a:gd name="connsiteY44" fmla="*/ 17811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81715"/>
                    <a:pt x="281796" y="0"/>
                    <a:pt x="181474" y="0"/>
                  </a:cubicBezTo>
                  <a:close/>
                  <a:moveTo>
                    <a:pt x="290103" y="178113"/>
                  </a:moveTo>
                  <a:cubicBezTo>
                    <a:pt x="288186" y="179390"/>
                    <a:pt x="284991" y="179390"/>
                    <a:pt x="283074" y="177475"/>
                  </a:cubicBezTo>
                  <a:cubicBezTo>
                    <a:pt x="282435" y="176836"/>
                    <a:pt x="261987" y="162153"/>
                    <a:pt x="224925" y="178113"/>
                  </a:cubicBezTo>
                  <a:lnTo>
                    <a:pt x="224925" y="178113"/>
                  </a:lnTo>
                  <a:cubicBezTo>
                    <a:pt x="224287" y="178113"/>
                    <a:pt x="224287" y="178113"/>
                    <a:pt x="223648" y="178113"/>
                  </a:cubicBezTo>
                  <a:cubicBezTo>
                    <a:pt x="223009" y="178113"/>
                    <a:pt x="223009" y="178113"/>
                    <a:pt x="222369" y="178113"/>
                  </a:cubicBezTo>
                  <a:lnTo>
                    <a:pt x="222369" y="178113"/>
                  </a:lnTo>
                  <a:lnTo>
                    <a:pt x="222369" y="178113"/>
                  </a:lnTo>
                  <a:cubicBezTo>
                    <a:pt x="221731" y="178113"/>
                    <a:pt x="220453" y="178113"/>
                    <a:pt x="219814" y="177475"/>
                  </a:cubicBezTo>
                  <a:lnTo>
                    <a:pt x="219814" y="177475"/>
                  </a:lnTo>
                  <a:cubicBezTo>
                    <a:pt x="219174" y="176836"/>
                    <a:pt x="218536" y="176836"/>
                    <a:pt x="217897" y="176198"/>
                  </a:cubicBezTo>
                  <a:lnTo>
                    <a:pt x="217897" y="176198"/>
                  </a:lnTo>
                  <a:cubicBezTo>
                    <a:pt x="217258" y="175560"/>
                    <a:pt x="207034" y="164068"/>
                    <a:pt x="188503" y="162792"/>
                  </a:cubicBezTo>
                  <a:lnTo>
                    <a:pt x="188503" y="277703"/>
                  </a:lnTo>
                  <a:cubicBezTo>
                    <a:pt x="188503" y="289833"/>
                    <a:pt x="178279" y="300047"/>
                    <a:pt x="166138" y="300047"/>
                  </a:cubicBezTo>
                  <a:cubicBezTo>
                    <a:pt x="153997" y="300047"/>
                    <a:pt x="143774" y="289833"/>
                    <a:pt x="143774" y="277703"/>
                  </a:cubicBezTo>
                  <a:cubicBezTo>
                    <a:pt x="143774" y="273873"/>
                    <a:pt x="146330" y="271319"/>
                    <a:pt x="150164" y="271319"/>
                  </a:cubicBezTo>
                  <a:cubicBezTo>
                    <a:pt x="153997" y="271319"/>
                    <a:pt x="156553" y="273873"/>
                    <a:pt x="156553" y="277703"/>
                  </a:cubicBezTo>
                  <a:cubicBezTo>
                    <a:pt x="156553" y="282811"/>
                    <a:pt x="161026" y="287279"/>
                    <a:pt x="166138" y="287279"/>
                  </a:cubicBezTo>
                  <a:cubicBezTo>
                    <a:pt x="171250" y="287279"/>
                    <a:pt x="175723" y="282811"/>
                    <a:pt x="175723" y="277703"/>
                  </a:cubicBezTo>
                  <a:lnTo>
                    <a:pt x="175723" y="164068"/>
                  </a:lnTo>
                  <a:cubicBezTo>
                    <a:pt x="166777" y="165984"/>
                    <a:pt x="156553" y="169814"/>
                    <a:pt x="145690" y="178113"/>
                  </a:cubicBezTo>
                  <a:cubicBezTo>
                    <a:pt x="145690" y="178113"/>
                    <a:pt x="145051" y="178113"/>
                    <a:pt x="145051" y="178752"/>
                  </a:cubicBezTo>
                  <a:cubicBezTo>
                    <a:pt x="145051" y="178752"/>
                    <a:pt x="144412" y="178752"/>
                    <a:pt x="144412" y="179390"/>
                  </a:cubicBezTo>
                  <a:cubicBezTo>
                    <a:pt x="143774" y="179390"/>
                    <a:pt x="143135" y="180028"/>
                    <a:pt x="142495" y="180028"/>
                  </a:cubicBezTo>
                  <a:lnTo>
                    <a:pt x="142495" y="180028"/>
                  </a:lnTo>
                  <a:lnTo>
                    <a:pt x="142495" y="180028"/>
                  </a:lnTo>
                  <a:cubicBezTo>
                    <a:pt x="141856" y="180028"/>
                    <a:pt x="141217" y="180028"/>
                    <a:pt x="140579" y="179390"/>
                  </a:cubicBezTo>
                  <a:lnTo>
                    <a:pt x="139940" y="179390"/>
                  </a:lnTo>
                  <a:lnTo>
                    <a:pt x="139300" y="179390"/>
                  </a:lnTo>
                  <a:cubicBezTo>
                    <a:pt x="113740" y="163430"/>
                    <a:pt x="81152" y="179390"/>
                    <a:pt x="81152" y="179390"/>
                  </a:cubicBezTo>
                  <a:cubicBezTo>
                    <a:pt x="79235" y="180667"/>
                    <a:pt x="76679" y="180028"/>
                    <a:pt x="74762" y="178752"/>
                  </a:cubicBezTo>
                  <a:cubicBezTo>
                    <a:pt x="72845" y="177475"/>
                    <a:pt x="71567" y="175560"/>
                    <a:pt x="72206" y="173006"/>
                  </a:cubicBezTo>
                  <a:cubicBezTo>
                    <a:pt x="76040" y="121934"/>
                    <a:pt x="122048" y="81715"/>
                    <a:pt x="177640" y="78523"/>
                  </a:cubicBezTo>
                  <a:lnTo>
                    <a:pt x="177640" y="68309"/>
                  </a:lnTo>
                  <a:cubicBezTo>
                    <a:pt x="177640" y="64478"/>
                    <a:pt x="180196" y="61925"/>
                    <a:pt x="184030" y="61925"/>
                  </a:cubicBezTo>
                  <a:cubicBezTo>
                    <a:pt x="187864" y="61925"/>
                    <a:pt x="190420" y="64478"/>
                    <a:pt x="190420" y="68309"/>
                  </a:cubicBezTo>
                  <a:lnTo>
                    <a:pt x="190420" y="78523"/>
                  </a:lnTo>
                  <a:cubicBezTo>
                    <a:pt x="246013" y="81715"/>
                    <a:pt x="292020" y="121934"/>
                    <a:pt x="295854" y="173006"/>
                  </a:cubicBezTo>
                  <a:cubicBezTo>
                    <a:pt x="293298" y="174921"/>
                    <a:pt x="292020" y="176836"/>
                    <a:pt x="290103" y="178113"/>
                  </a:cubicBezTo>
                  <a:close/>
                </a:path>
              </a:pathLst>
            </a:custGeom>
            <a:solidFill>
              <a:srgbClr val="43B02A"/>
            </a:solidFill>
            <a:ln w="6390" cap="flat">
              <a:noFill/>
              <a:prstDash val="solid"/>
              <a:miter/>
            </a:ln>
          </p:spPr>
          <p:txBody>
            <a:bodyPr rtlCol="0" anchor="ctr"/>
            <a:lstStyle/>
            <a:p>
              <a:endParaRPr lang="en-US"/>
            </a:p>
          </p:txBody>
        </p:sp>
        <p:sp>
          <p:nvSpPr>
            <p:cNvPr id="590" name="Graphic 6">
              <a:extLst>
                <a:ext uri="{FF2B5EF4-FFF2-40B4-BE49-F238E27FC236}">
                  <a16:creationId xmlns:a16="http://schemas.microsoft.com/office/drawing/2014/main" id="{FAB5D322-8F13-9541-9EB9-30D56A430057}"/>
                </a:ext>
              </a:extLst>
            </p:cNvPr>
            <p:cNvSpPr/>
            <p:nvPr/>
          </p:nvSpPr>
          <p:spPr>
            <a:xfrm>
              <a:off x="9425157" y="4401918"/>
              <a:ext cx="67094" cy="69585"/>
            </a:xfrm>
            <a:custGeom>
              <a:avLst/>
              <a:gdLst>
                <a:gd name="connsiteX0" fmla="*/ 33867 w 67094"/>
                <a:gd name="connsiteY0" fmla="*/ 0 h 69585"/>
                <a:gd name="connsiteX1" fmla="*/ 0 w 67094"/>
                <a:gd name="connsiteY1" fmla="*/ 69585 h 69585"/>
                <a:gd name="connsiteX2" fmla="*/ 32589 w 67094"/>
                <a:gd name="connsiteY2" fmla="*/ 59371 h 69585"/>
                <a:gd name="connsiteX3" fmla="*/ 33867 w 67094"/>
                <a:gd name="connsiteY3" fmla="*/ 59371 h 69585"/>
                <a:gd name="connsiteX4" fmla="*/ 34506 w 67094"/>
                <a:gd name="connsiteY4" fmla="*/ 59371 h 69585"/>
                <a:gd name="connsiteX5" fmla="*/ 36422 w 67094"/>
                <a:gd name="connsiteY5" fmla="*/ 59371 h 69585"/>
                <a:gd name="connsiteX6" fmla="*/ 67094 w 67094"/>
                <a:gd name="connsiteY6" fmla="*/ 68308 h 69585"/>
                <a:gd name="connsiteX7" fmla="*/ 33867 w 67094"/>
                <a:gd name="connsiteY7" fmla="*/ 0 h 69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094" h="69585">
                  <a:moveTo>
                    <a:pt x="33867" y="0"/>
                  </a:moveTo>
                  <a:cubicBezTo>
                    <a:pt x="25560" y="5745"/>
                    <a:pt x="3834" y="25536"/>
                    <a:pt x="0" y="69585"/>
                  </a:cubicBezTo>
                  <a:cubicBezTo>
                    <a:pt x="12141" y="62563"/>
                    <a:pt x="23004" y="60009"/>
                    <a:pt x="32589" y="59371"/>
                  </a:cubicBezTo>
                  <a:cubicBezTo>
                    <a:pt x="33227" y="59371"/>
                    <a:pt x="33227" y="59371"/>
                    <a:pt x="33867" y="59371"/>
                  </a:cubicBezTo>
                  <a:lnTo>
                    <a:pt x="34506" y="59371"/>
                  </a:lnTo>
                  <a:cubicBezTo>
                    <a:pt x="35145" y="59371"/>
                    <a:pt x="35783" y="59371"/>
                    <a:pt x="36422" y="59371"/>
                  </a:cubicBezTo>
                  <a:cubicBezTo>
                    <a:pt x="49202" y="59371"/>
                    <a:pt x="59427" y="63840"/>
                    <a:pt x="67094" y="68308"/>
                  </a:cubicBezTo>
                  <a:cubicBezTo>
                    <a:pt x="63261" y="24897"/>
                    <a:pt x="42173" y="5745"/>
                    <a:pt x="33867" y="0"/>
                  </a:cubicBezTo>
                  <a:close/>
                </a:path>
              </a:pathLst>
            </a:custGeom>
            <a:solidFill>
              <a:srgbClr val="43B02A"/>
            </a:solidFill>
            <a:ln w="6390" cap="flat">
              <a:noFill/>
              <a:prstDash val="solid"/>
              <a:miter/>
            </a:ln>
          </p:spPr>
          <p:txBody>
            <a:bodyPr rtlCol="0" anchor="ctr"/>
            <a:lstStyle/>
            <a:p>
              <a:endParaRPr lang="en-US"/>
            </a:p>
          </p:txBody>
        </p:sp>
      </p:grpSp>
      <p:sp>
        <p:nvSpPr>
          <p:cNvPr id="591" name="Graphic 6">
            <a:extLst>
              <a:ext uri="{FF2B5EF4-FFF2-40B4-BE49-F238E27FC236}">
                <a16:creationId xmlns:a16="http://schemas.microsoft.com/office/drawing/2014/main" id="{6DA7EA14-9A2D-BC45-8E89-6C5473923EDC}"/>
              </a:ext>
            </a:extLst>
          </p:cNvPr>
          <p:cNvSpPr/>
          <p:nvPr/>
        </p:nvSpPr>
        <p:spPr>
          <a:xfrm>
            <a:off x="9279466" y="91945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181474 w 362309"/>
              <a:gd name="connsiteY4" fmla="*/ 0 h 361971"/>
              <a:gd name="connsiteX5" fmla="*/ 74763 w 362309"/>
              <a:gd name="connsiteY5" fmla="*/ 144916 h 361971"/>
              <a:gd name="connsiteX6" fmla="*/ 162305 w 362309"/>
              <a:gd name="connsiteY6" fmla="*/ 144916 h 361971"/>
              <a:gd name="connsiteX7" fmla="*/ 185948 w 362309"/>
              <a:gd name="connsiteY7" fmla="*/ 121296 h 361971"/>
              <a:gd name="connsiteX8" fmla="*/ 162305 w 362309"/>
              <a:gd name="connsiteY8" fmla="*/ 97675 h 361971"/>
              <a:gd name="connsiteX9" fmla="*/ 138662 w 362309"/>
              <a:gd name="connsiteY9" fmla="*/ 121296 h 361971"/>
              <a:gd name="connsiteX10" fmla="*/ 138662 w 362309"/>
              <a:gd name="connsiteY10" fmla="*/ 123849 h 361971"/>
              <a:gd name="connsiteX11" fmla="*/ 132911 w 362309"/>
              <a:gd name="connsiteY11" fmla="*/ 130872 h 361971"/>
              <a:gd name="connsiteX12" fmla="*/ 125882 w 362309"/>
              <a:gd name="connsiteY12" fmla="*/ 125126 h 361971"/>
              <a:gd name="connsiteX13" fmla="*/ 125882 w 362309"/>
              <a:gd name="connsiteY13" fmla="*/ 120657 h 361971"/>
              <a:gd name="connsiteX14" fmla="*/ 162305 w 362309"/>
              <a:gd name="connsiteY14" fmla="*/ 84269 h 361971"/>
              <a:gd name="connsiteX15" fmla="*/ 198728 w 362309"/>
              <a:gd name="connsiteY15" fmla="*/ 120657 h 361971"/>
              <a:gd name="connsiteX16" fmla="*/ 162305 w 362309"/>
              <a:gd name="connsiteY16" fmla="*/ 157046 h 361971"/>
              <a:gd name="connsiteX17" fmla="*/ 74763 w 362309"/>
              <a:gd name="connsiteY17" fmla="*/ 157046 h 361971"/>
              <a:gd name="connsiteX18" fmla="*/ 68373 w 362309"/>
              <a:gd name="connsiteY18" fmla="*/ 150662 h 361971"/>
              <a:gd name="connsiteX19" fmla="*/ 74763 w 362309"/>
              <a:gd name="connsiteY19" fmla="*/ 144916 h 361971"/>
              <a:gd name="connsiteX20" fmla="*/ 248569 w 362309"/>
              <a:gd name="connsiteY20" fmla="*/ 277065 h 361971"/>
              <a:gd name="connsiteX21" fmla="*/ 212146 w 362309"/>
              <a:gd name="connsiteY21" fmla="*/ 240676 h 361971"/>
              <a:gd name="connsiteX22" fmla="*/ 212146 w 362309"/>
              <a:gd name="connsiteY22" fmla="*/ 236207 h 361971"/>
              <a:gd name="connsiteX23" fmla="*/ 219175 w 362309"/>
              <a:gd name="connsiteY23" fmla="*/ 230462 h 361971"/>
              <a:gd name="connsiteX24" fmla="*/ 224926 w 362309"/>
              <a:gd name="connsiteY24" fmla="*/ 237484 h 361971"/>
              <a:gd name="connsiteX25" fmla="*/ 224926 w 362309"/>
              <a:gd name="connsiteY25" fmla="*/ 240038 h 361971"/>
              <a:gd name="connsiteX26" fmla="*/ 248569 w 362309"/>
              <a:gd name="connsiteY26" fmla="*/ 263659 h 361971"/>
              <a:gd name="connsiteX27" fmla="*/ 272212 w 362309"/>
              <a:gd name="connsiteY27" fmla="*/ 240038 h 361971"/>
              <a:gd name="connsiteX28" fmla="*/ 248569 w 362309"/>
              <a:gd name="connsiteY28" fmla="*/ 216417 h 361971"/>
              <a:gd name="connsiteX29" fmla="*/ 74124 w 362309"/>
              <a:gd name="connsiteY29" fmla="*/ 216417 h 361971"/>
              <a:gd name="connsiteX30" fmla="*/ 67734 w 362309"/>
              <a:gd name="connsiteY30" fmla="*/ 210033 h 361971"/>
              <a:gd name="connsiteX31" fmla="*/ 74124 w 362309"/>
              <a:gd name="connsiteY31" fmla="*/ 203649 h 361971"/>
              <a:gd name="connsiteX32" fmla="*/ 248569 w 362309"/>
              <a:gd name="connsiteY32" fmla="*/ 203649 h 361971"/>
              <a:gd name="connsiteX33" fmla="*/ 284992 w 362309"/>
              <a:gd name="connsiteY33" fmla="*/ 240038 h 361971"/>
              <a:gd name="connsiteX34" fmla="*/ 248569 w 362309"/>
              <a:gd name="connsiteY34" fmla="*/ 277065 h 361971"/>
              <a:gd name="connsiteX35" fmla="*/ 248569 w 362309"/>
              <a:gd name="connsiteY35" fmla="*/ 192158 h 361971"/>
              <a:gd name="connsiteX36" fmla="*/ 74763 w 362309"/>
              <a:gd name="connsiteY36" fmla="*/ 192158 h 361971"/>
              <a:gd name="connsiteX37" fmla="*/ 68373 w 362309"/>
              <a:gd name="connsiteY37" fmla="*/ 185774 h 361971"/>
              <a:gd name="connsiteX38" fmla="*/ 74763 w 362309"/>
              <a:gd name="connsiteY38" fmla="*/ 179390 h 361971"/>
              <a:gd name="connsiteX39" fmla="*/ 248569 w 362309"/>
              <a:gd name="connsiteY39" fmla="*/ 179390 h 361971"/>
              <a:gd name="connsiteX40" fmla="*/ 282436 w 362309"/>
              <a:gd name="connsiteY40" fmla="*/ 145555 h 361971"/>
              <a:gd name="connsiteX41" fmla="*/ 248569 w 362309"/>
              <a:gd name="connsiteY41" fmla="*/ 111720 h 361971"/>
              <a:gd name="connsiteX42" fmla="*/ 214703 w 362309"/>
              <a:gd name="connsiteY42" fmla="*/ 145555 h 361971"/>
              <a:gd name="connsiteX43" fmla="*/ 214703 w 362309"/>
              <a:gd name="connsiteY43" fmla="*/ 149385 h 361971"/>
              <a:gd name="connsiteX44" fmla="*/ 208951 w 362309"/>
              <a:gd name="connsiteY44" fmla="*/ 156408 h 361971"/>
              <a:gd name="connsiteX45" fmla="*/ 201923 w 362309"/>
              <a:gd name="connsiteY45" fmla="*/ 150662 h 361971"/>
              <a:gd name="connsiteX46" fmla="*/ 201923 w 362309"/>
              <a:gd name="connsiteY46" fmla="*/ 144916 h 361971"/>
              <a:gd name="connsiteX47" fmla="*/ 248569 w 362309"/>
              <a:gd name="connsiteY47" fmla="*/ 98313 h 361971"/>
              <a:gd name="connsiteX48" fmla="*/ 295216 w 362309"/>
              <a:gd name="connsiteY48" fmla="*/ 144916 h 361971"/>
              <a:gd name="connsiteX49" fmla="*/ 248569 w 362309"/>
              <a:gd name="connsiteY49" fmla="*/ 19215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2309" h="361971">
                <a:moveTo>
                  <a:pt x="181474" y="0"/>
                </a:moveTo>
                <a:cubicBezTo>
                  <a:pt x="81153" y="0"/>
                  <a:pt x="0" y="81077"/>
                  <a:pt x="0" y="180667"/>
                </a:cubicBezTo>
                <a:cubicBezTo>
                  <a:pt x="0" y="280257"/>
                  <a:pt x="81153" y="361972"/>
                  <a:pt x="180836" y="361972"/>
                </a:cubicBezTo>
                <a:cubicBezTo>
                  <a:pt x="281157" y="361972"/>
                  <a:pt x="362310" y="280895"/>
                  <a:pt x="362310" y="181305"/>
                </a:cubicBezTo>
                <a:cubicBezTo>
                  <a:pt x="362310" y="81715"/>
                  <a:pt x="281797" y="638"/>
                  <a:pt x="181474" y="0"/>
                </a:cubicBezTo>
                <a:close/>
                <a:moveTo>
                  <a:pt x="74763" y="144916"/>
                </a:moveTo>
                <a:lnTo>
                  <a:pt x="162305" y="144916"/>
                </a:lnTo>
                <a:cubicBezTo>
                  <a:pt x="175084" y="144916"/>
                  <a:pt x="185948" y="134064"/>
                  <a:pt x="185948" y="121296"/>
                </a:cubicBezTo>
                <a:cubicBezTo>
                  <a:pt x="185948" y="108528"/>
                  <a:pt x="175084" y="97675"/>
                  <a:pt x="162305" y="97675"/>
                </a:cubicBezTo>
                <a:cubicBezTo>
                  <a:pt x="149525" y="97675"/>
                  <a:pt x="138662" y="108528"/>
                  <a:pt x="138662" y="121296"/>
                </a:cubicBezTo>
                <a:cubicBezTo>
                  <a:pt x="138662" y="121934"/>
                  <a:pt x="138662" y="123211"/>
                  <a:pt x="138662" y="123849"/>
                </a:cubicBezTo>
                <a:cubicBezTo>
                  <a:pt x="139301" y="127041"/>
                  <a:pt x="136745" y="130233"/>
                  <a:pt x="132911" y="130872"/>
                </a:cubicBezTo>
                <a:cubicBezTo>
                  <a:pt x="129077" y="131510"/>
                  <a:pt x="126521" y="128957"/>
                  <a:pt x="125882" y="125126"/>
                </a:cubicBezTo>
                <a:cubicBezTo>
                  <a:pt x="125882" y="123849"/>
                  <a:pt x="125882" y="122573"/>
                  <a:pt x="125882" y="120657"/>
                </a:cubicBezTo>
                <a:cubicBezTo>
                  <a:pt x="125882" y="100867"/>
                  <a:pt x="142496" y="84269"/>
                  <a:pt x="162305" y="84269"/>
                </a:cubicBezTo>
                <a:cubicBezTo>
                  <a:pt x="182113" y="84269"/>
                  <a:pt x="198728" y="100867"/>
                  <a:pt x="198728" y="120657"/>
                </a:cubicBezTo>
                <a:cubicBezTo>
                  <a:pt x="198728" y="140448"/>
                  <a:pt x="182113" y="157046"/>
                  <a:pt x="162305" y="157046"/>
                </a:cubicBezTo>
                <a:lnTo>
                  <a:pt x="74763" y="157046"/>
                </a:lnTo>
                <a:cubicBezTo>
                  <a:pt x="70929" y="157046"/>
                  <a:pt x="68373" y="154492"/>
                  <a:pt x="68373" y="150662"/>
                </a:cubicBezTo>
                <a:cubicBezTo>
                  <a:pt x="68373" y="148108"/>
                  <a:pt x="70929" y="144916"/>
                  <a:pt x="74763" y="144916"/>
                </a:cubicBezTo>
                <a:close/>
                <a:moveTo>
                  <a:pt x="248569" y="277065"/>
                </a:moveTo>
                <a:cubicBezTo>
                  <a:pt x="228760" y="277065"/>
                  <a:pt x="212146" y="261105"/>
                  <a:pt x="212146" y="240676"/>
                </a:cubicBezTo>
                <a:cubicBezTo>
                  <a:pt x="212146" y="239399"/>
                  <a:pt x="212146" y="238123"/>
                  <a:pt x="212146" y="236207"/>
                </a:cubicBezTo>
                <a:cubicBezTo>
                  <a:pt x="212785" y="233015"/>
                  <a:pt x="215980" y="230462"/>
                  <a:pt x="219175" y="230462"/>
                </a:cubicBezTo>
                <a:cubicBezTo>
                  <a:pt x="222370" y="231100"/>
                  <a:pt x="224926" y="234292"/>
                  <a:pt x="224926" y="237484"/>
                </a:cubicBezTo>
                <a:cubicBezTo>
                  <a:pt x="224926" y="238123"/>
                  <a:pt x="224926" y="239399"/>
                  <a:pt x="224926" y="240038"/>
                </a:cubicBezTo>
                <a:cubicBezTo>
                  <a:pt x="224926" y="252806"/>
                  <a:pt x="235150" y="263659"/>
                  <a:pt x="248569" y="263659"/>
                </a:cubicBezTo>
                <a:cubicBezTo>
                  <a:pt x="261349" y="263659"/>
                  <a:pt x="272212" y="253444"/>
                  <a:pt x="272212" y="240038"/>
                </a:cubicBezTo>
                <a:cubicBezTo>
                  <a:pt x="272212" y="227270"/>
                  <a:pt x="261987" y="216417"/>
                  <a:pt x="248569" y="216417"/>
                </a:cubicBezTo>
                <a:lnTo>
                  <a:pt x="74124" y="216417"/>
                </a:lnTo>
                <a:cubicBezTo>
                  <a:pt x="70289" y="216417"/>
                  <a:pt x="67734" y="213863"/>
                  <a:pt x="67734" y="210033"/>
                </a:cubicBezTo>
                <a:cubicBezTo>
                  <a:pt x="67734" y="206203"/>
                  <a:pt x="70289" y="203649"/>
                  <a:pt x="74124" y="203649"/>
                </a:cubicBezTo>
                <a:lnTo>
                  <a:pt x="248569" y="203649"/>
                </a:lnTo>
                <a:cubicBezTo>
                  <a:pt x="268377" y="203649"/>
                  <a:pt x="284992" y="219609"/>
                  <a:pt x="284992" y="240038"/>
                </a:cubicBezTo>
                <a:cubicBezTo>
                  <a:pt x="284992" y="261105"/>
                  <a:pt x="269017" y="277065"/>
                  <a:pt x="248569" y="277065"/>
                </a:cubicBezTo>
                <a:close/>
                <a:moveTo>
                  <a:pt x="248569" y="192158"/>
                </a:moveTo>
                <a:lnTo>
                  <a:pt x="74763" y="192158"/>
                </a:lnTo>
                <a:cubicBezTo>
                  <a:pt x="70929" y="192158"/>
                  <a:pt x="68373" y="189604"/>
                  <a:pt x="68373" y="185774"/>
                </a:cubicBezTo>
                <a:cubicBezTo>
                  <a:pt x="68373" y="181944"/>
                  <a:pt x="70929" y="179390"/>
                  <a:pt x="74763" y="179390"/>
                </a:cubicBezTo>
                <a:lnTo>
                  <a:pt x="248569" y="179390"/>
                </a:lnTo>
                <a:cubicBezTo>
                  <a:pt x="267100" y="179390"/>
                  <a:pt x="282436" y="164068"/>
                  <a:pt x="282436" y="145555"/>
                </a:cubicBezTo>
                <a:cubicBezTo>
                  <a:pt x="282436" y="127041"/>
                  <a:pt x="267100" y="111720"/>
                  <a:pt x="248569" y="111720"/>
                </a:cubicBezTo>
                <a:cubicBezTo>
                  <a:pt x="230038" y="111720"/>
                  <a:pt x="214703" y="127041"/>
                  <a:pt x="214703" y="145555"/>
                </a:cubicBezTo>
                <a:cubicBezTo>
                  <a:pt x="214703" y="146832"/>
                  <a:pt x="214703" y="148108"/>
                  <a:pt x="214703" y="149385"/>
                </a:cubicBezTo>
                <a:cubicBezTo>
                  <a:pt x="215341" y="152577"/>
                  <a:pt x="212785" y="155769"/>
                  <a:pt x="208951" y="156408"/>
                </a:cubicBezTo>
                <a:cubicBezTo>
                  <a:pt x="205756" y="157046"/>
                  <a:pt x="202561" y="154492"/>
                  <a:pt x="201923" y="150662"/>
                </a:cubicBezTo>
                <a:cubicBezTo>
                  <a:pt x="201923" y="148747"/>
                  <a:pt x="201923" y="146832"/>
                  <a:pt x="201923" y="144916"/>
                </a:cubicBezTo>
                <a:cubicBezTo>
                  <a:pt x="201923" y="119381"/>
                  <a:pt x="223009" y="98313"/>
                  <a:pt x="248569" y="98313"/>
                </a:cubicBezTo>
                <a:cubicBezTo>
                  <a:pt x="274128" y="98313"/>
                  <a:pt x="295216" y="119381"/>
                  <a:pt x="295216" y="144916"/>
                </a:cubicBezTo>
                <a:cubicBezTo>
                  <a:pt x="295216" y="170452"/>
                  <a:pt x="274128" y="192158"/>
                  <a:pt x="248569" y="192158"/>
                </a:cubicBezTo>
                <a:close/>
              </a:path>
            </a:pathLst>
          </a:custGeom>
          <a:solidFill>
            <a:srgbClr val="43B02A"/>
          </a:solidFill>
          <a:ln w="6390" cap="flat">
            <a:noFill/>
            <a:prstDash val="solid"/>
            <a:miter/>
          </a:ln>
        </p:spPr>
        <p:txBody>
          <a:bodyPr rtlCol="0" anchor="ctr"/>
          <a:lstStyle/>
          <a:p>
            <a:endParaRPr lang="en-US"/>
          </a:p>
        </p:txBody>
      </p:sp>
      <p:grpSp>
        <p:nvGrpSpPr>
          <p:cNvPr id="592" name="Graphic 6">
            <a:extLst>
              <a:ext uri="{FF2B5EF4-FFF2-40B4-BE49-F238E27FC236}">
                <a16:creationId xmlns:a16="http://schemas.microsoft.com/office/drawing/2014/main" id="{6443E709-C970-E34B-A9C0-DC22E72F6CF6}"/>
              </a:ext>
            </a:extLst>
          </p:cNvPr>
          <p:cNvGrpSpPr/>
          <p:nvPr/>
        </p:nvGrpSpPr>
        <p:grpSpPr>
          <a:xfrm>
            <a:off x="3606480" y="3822891"/>
            <a:ext cx="362312" cy="361971"/>
            <a:chOff x="3606480" y="3822891"/>
            <a:chExt cx="362312" cy="361971"/>
          </a:xfrm>
          <a:solidFill>
            <a:srgbClr val="046A38"/>
          </a:solidFill>
        </p:grpSpPr>
        <p:sp>
          <p:nvSpPr>
            <p:cNvPr id="593" name="Graphic 6">
              <a:extLst>
                <a:ext uri="{FF2B5EF4-FFF2-40B4-BE49-F238E27FC236}">
                  <a16:creationId xmlns:a16="http://schemas.microsoft.com/office/drawing/2014/main" id="{BA56BCAE-E194-324B-9EE5-14CC664C9280}"/>
                </a:ext>
              </a:extLst>
            </p:cNvPr>
            <p:cNvSpPr/>
            <p:nvPr/>
          </p:nvSpPr>
          <p:spPr>
            <a:xfrm>
              <a:off x="3606480" y="3822891"/>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181474 w 362312"/>
                <a:gd name="connsiteY4" fmla="*/ 0 h 361971"/>
                <a:gd name="connsiteX5" fmla="*/ 181474 w 362312"/>
                <a:gd name="connsiteY5" fmla="*/ 349204 h 361971"/>
                <a:gd name="connsiteX6" fmla="*/ 13419 w 362312"/>
                <a:gd name="connsiteY6" fmla="*/ 180667 h 361971"/>
                <a:gd name="connsiteX7" fmla="*/ 182113 w 362312"/>
                <a:gd name="connsiteY7" fmla="*/ 12768 h 361971"/>
                <a:gd name="connsiteX8" fmla="*/ 350168 w 362312"/>
                <a:gd name="connsiteY8" fmla="*/ 181305 h 361971"/>
                <a:gd name="connsiteX9" fmla="*/ 181474 w 362312"/>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12"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948" y="81077"/>
                    <a:pt x="281796" y="0"/>
                    <a:pt x="181474" y="0"/>
                  </a:cubicBezTo>
                  <a:close/>
                  <a:moveTo>
                    <a:pt x="181474" y="349204"/>
                  </a:moveTo>
                  <a:cubicBezTo>
                    <a:pt x="88820" y="349204"/>
                    <a:pt x="13419" y="273873"/>
                    <a:pt x="13419" y="180667"/>
                  </a:cubicBezTo>
                  <a:cubicBezTo>
                    <a:pt x="13419" y="87461"/>
                    <a:pt x="88820" y="12768"/>
                    <a:pt x="182113" y="12768"/>
                  </a:cubicBezTo>
                  <a:cubicBezTo>
                    <a:pt x="274767" y="12768"/>
                    <a:pt x="350168" y="88099"/>
                    <a:pt x="350168" y="181305"/>
                  </a:cubicBezTo>
                  <a:cubicBezTo>
                    <a:pt x="350168" y="273873"/>
                    <a:pt x="274128"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594" name="Graphic 6">
              <a:extLst>
                <a:ext uri="{FF2B5EF4-FFF2-40B4-BE49-F238E27FC236}">
                  <a16:creationId xmlns:a16="http://schemas.microsoft.com/office/drawing/2014/main" id="{F3639625-B2CC-5248-9842-A611D97409AB}"/>
                </a:ext>
              </a:extLst>
            </p:cNvPr>
            <p:cNvSpPr/>
            <p:nvPr/>
          </p:nvSpPr>
          <p:spPr>
            <a:xfrm>
              <a:off x="3678686" y="3943227"/>
              <a:ext cx="219813" cy="119701"/>
            </a:xfrm>
            <a:custGeom>
              <a:avLst/>
              <a:gdLst>
                <a:gd name="connsiteX0" fmla="*/ 219814 w 219813"/>
                <a:gd name="connsiteY0" fmla="*/ 58416 h 119701"/>
                <a:gd name="connsiteX1" fmla="*/ 208951 w 219813"/>
                <a:gd name="connsiteY1" fmla="*/ 33518 h 119701"/>
                <a:gd name="connsiteX2" fmla="*/ 190420 w 219813"/>
                <a:gd name="connsiteY2" fmla="*/ 14366 h 119701"/>
                <a:gd name="connsiteX3" fmla="*/ 127799 w 219813"/>
                <a:gd name="connsiteY3" fmla="*/ 1598 h 119701"/>
                <a:gd name="connsiteX4" fmla="*/ 102878 w 219813"/>
                <a:gd name="connsiteY4" fmla="*/ 11174 h 119701"/>
                <a:gd name="connsiteX5" fmla="*/ 67094 w 219813"/>
                <a:gd name="connsiteY5" fmla="*/ 43094 h 119701"/>
                <a:gd name="connsiteX6" fmla="*/ 59426 w 219813"/>
                <a:gd name="connsiteY6" fmla="*/ 50755 h 119701"/>
                <a:gd name="connsiteX7" fmla="*/ 8307 w 219813"/>
                <a:gd name="connsiteY7" fmla="*/ 22027 h 119701"/>
                <a:gd name="connsiteX8" fmla="*/ 2556 w 219813"/>
                <a:gd name="connsiteY8" fmla="*/ 22665 h 119701"/>
                <a:gd name="connsiteX9" fmla="*/ 0 w 219813"/>
                <a:gd name="connsiteY9" fmla="*/ 27773 h 119701"/>
                <a:gd name="connsiteX10" fmla="*/ 0 w 219813"/>
                <a:gd name="connsiteY10" fmla="*/ 90336 h 119701"/>
                <a:gd name="connsiteX11" fmla="*/ 6390 w 219813"/>
                <a:gd name="connsiteY11" fmla="*/ 96720 h 119701"/>
                <a:gd name="connsiteX12" fmla="*/ 6390 w 219813"/>
                <a:gd name="connsiteY12" fmla="*/ 96720 h 119701"/>
                <a:gd name="connsiteX13" fmla="*/ 9585 w 219813"/>
                <a:gd name="connsiteY13" fmla="*/ 95443 h 119701"/>
                <a:gd name="connsiteX14" fmla="*/ 15336 w 219813"/>
                <a:gd name="connsiteY14" fmla="*/ 93528 h 119701"/>
                <a:gd name="connsiteX15" fmla="*/ 17892 w 219813"/>
                <a:gd name="connsiteY15" fmla="*/ 92889 h 119701"/>
                <a:gd name="connsiteX16" fmla="*/ 28755 w 219813"/>
                <a:gd name="connsiteY16" fmla="*/ 87782 h 119701"/>
                <a:gd name="connsiteX17" fmla="*/ 58788 w 219813"/>
                <a:gd name="connsiteY17" fmla="*/ 67992 h 119701"/>
                <a:gd name="connsiteX18" fmla="*/ 67733 w 219813"/>
                <a:gd name="connsiteY18" fmla="*/ 77568 h 119701"/>
                <a:gd name="connsiteX19" fmla="*/ 84347 w 219813"/>
                <a:gd name="connsiteY19" fmla="*/ 94166 h 119701"/>
                <a:gd name="connsiteX20" fmla="*/ 102239 w 219813"/>
                <a:gd name="connsiteY20" fmla="*/ 108211 h 119701"/>
                <a:gd name="connsiteX21" fmla="*/ 143774 w 219813"/>
                <a:gd name="connsiteY21" fmla="*/ 119702 h 119701"/>
                <a:gd name="connsiteX22" fmla="*/ 157192 w 219813"/>
                <a:gd name="connsiteY22" fmla="*/ 118425 h 119701"/>
                <a:gd name="connsiteX23" fmla="*/ 197449 w 219813"/>
                <a:gd name="connsiteY23" fmla="*/ 99912 h 119701"/>
                <a:gd name="connsiteX24" fmla="*/ 215341 w 219813"/>
                <a:gd name="connsiteY24" fmla="*/ 76929 h 119701"/>
                <a:gd name="connsiteX25" fmla="*/ 219175 w 219813"/>
                <a:gd name="connsiteY25" fmla="*/ 64800 h 119701"/>
                <a:gd name="connsiteX26" fmla="*/ 219175 w 219813"/>
                <a:gd name="connsiteY26" fmla="*/ 64161 h 119701"/>
                <a:gd name="connsiteX27" fmla="*/ 219814 w 219813"/>
                <a:gd name="connsiteY27" fmla="*/ 58416 h 119701"/>
                <a:gd name="connsiteX28" fmla="*/ 219814 w 219813"/>
                <a:gd name="connsiteY28" fmla="*/ 58416 h 119701"/>
                <a:gd name="connsiteX29" fmla="*/ 23004 w 219813"/>
                <a:gd name="connsiteY29" fmla="*/ 76929 h 119701"/>
                <a:gd name="connsiteX30" fmla="*/ 12780 w 219813"/>
                <a:gd name="connsiteY30" fmla="*/ 81398 h 119701"/>
                <a:gd name="connsiteX31" fmla="*/ 12141 w 219813"/>
                <a:gd name="connsiteY31" fmla="*/ 81398 h 119701"/>
                <a:gd name="connsiteX32" fmla="*/ 12141 w 219813"/>
                <a:gd name="connsiteY32" fmla="*/ 36710 h 119701"/>
                <a:gd name="connsiteX33" fmla="*/ 49203 w 219813"/>
                <a:gd name="connsiteY33" fmla="*/ 59054 h 119701"/>
                <a:gd name="connsiteX34" fmla="*/ 23004 w 219813"/>
                <a:gd name="connsiteY34" fmla="*/ 76929 h 119701"/>
                <a:gd name="connsiteX35" fmla="*/ 206395 w 219813"/>
                <a:gd name="connsiteY35" fmla="*/ 61608 h 119701"/>
                <a:gd name="connsiteX36" fmla="*/ 206395 w 219813"/>
                <a:gd name="connsiteY36" fmla="*/ 62885 h 119701"/>
                <a:gd name="connsiteX37" fmla="*/ 203200 w 219813"/>
                <a:gd name="connsiteY37" fmla="*/ 71822 h 119701"/>
                <a:gd name="connsiteX38" fmla="*/ 188503 w 219813"/>
                <a:gd name="connsiteY38" fmla="*/ 90974 h 119701"/>
                <a:gd name="connsiteX39" fmla="*/ 153997 w 219813"/>
                <a:gd name="connsiteY39" fmla="*/ 106934 h 119701"/>
                <a:gd name="connsiteX40" fmla="*/ 107990 w 219813"/>
                <a:gd name="connsiteY40" fmla="*/ 97997 h 119701"/>
                <a:gd name="connsiteX41" fmla="*/ 91376 w 219813"/>
                <a:gd name="connsiteY41" fmla="*/ 84590 h 119701"/>
                <a:gd name="connsiteX42" fmla="*/ 76040 w 219813"/>
                <a:gd name="connsiteY42" fmla="*/ 69269 h 119701"/>
                <a:gd name="connsiteX43" fmla="*/ 67094 w 219813"/>
                <a:gd name="connsiteY43" fmla="*/ 59693 h 119701"/>
                <a:gd name="connsiteX44" fmla="*/ 74762 w 219813"/>
                <a:gd name="connsiteY44" fmla="*/ 51393 h 119701"/>
                <a:gd name="connsiteX45" fmla="*/ 107990 w 219813"/>
                <a:gd name="connsiteY45" fmla="*/ 22027 h 119701"/>
                <a:gd name="connsiteX46" fmla="*/ 129077 w 219813"/>
                <a:gd name="connsiteY46" fmla="*/ 13728 h 119701"/>
                <a:gd name="connsiteX47" fmla="*/ 182113 w 219813"/>
                <a:gd name="connsiteY47" fmla="*/ 23942 h 119701"/>
                <a:gd name="connsiteX48" fmla="*/ 197449 w 219813"/>
                <a:gd name="connsiteY48" fmla="*/ 39902 h 119701"/>
                <a:gd name="connsiteX49" fmla="*/ 205756 w 219813"/>
                <a:gd name="connsiteY49" fmla="*/ 59693 h 119701"/>
                <a:gd name="connsiteX50" fmla="*/ 206395 w 219813"/>
                <a:gd name="connsiteY50" fmla="*/ 61608 h 11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19813" h="119701">
                  <a:moveTo>
                    <a:pt x="219814" y="58416"/>
                  </a:moveTo>
                  <a:cubicBezTo>
                    <a:pt x="219175" y="55224"/>
                    <a:pt x="216619" y="45009"/>
                    <a:pt x="208951" y="33518"/>
                  </a:cubicBezTo>
                  <a:cubicBezTo>
                    <a:pt x="203839" y="25857"/>
                    <a:pt x="197449" y="19473"/>
                    <a:pt x="190420" y="14366"/>
                  </a:cubicBezTo>
                  <a:cubicBezTo>
                    <a:pt x="172528" y="2237"/>
                    <a:pt x="149524" y="-2871"/>
                    <a:pt x="127799" y="1598"/>
                  </a:cubicBezTo>
                  <a:cubicBezTo>
                    <a:pt x="118853" y="3513"/>
                    <a:pt x="110546" y="6705"/>
                    <a:pt x="102878" y="11174"/>
                  </a:cubicBezTo>
                  <a:cubicBezTo>
                    <a:pt x="88181" y="19473"/>
                    <a:pt x="76679" y="32241"/>
                    <a:pt x="67094" y="43094"/>
                  </a:cubicBezTo>
                  <a:cubicBezTo>
                    <a:pt x="64538" y="45648"/>
                    <a:pt x="61982" y="48840"/>
                    <a:pt x="59426" y="50755"/>
                  </a:cubicBezTo>
                  <a:cubicBezTo>
                    <a:pt x="44730" y="37987"/>
                    <a:pt x="27477" y="28411"/>
                    <a:pt x="8307" y="22027"/>
                  </a:cubicBezTo>
                  <a:cubicBezTo>
                    <a:pt x="6390" y="21389"/>
                    <a:pt x="4473" y="22027"/>
                    <a:pt x="2556" y="22665"/>
                  </a:cubicBezTo>
                  <a:cubicBezTo>
                    <a:pt x="639" y="23942"/>
                    <a:pt x="0" y="25857"/>
                    <a:pt x="0" y="27773"/>
                  </a:cubicBezTo>
                  <a:lnTo>
                    <a:pt x="0" y="90336"/>
                  </a:lnTo>
                  <a:cubicBezTo>
                    <a:pt x="0" y="94166"/>
                    <a:pt x="2556" y="96720"/>
                    <a:pt x="6390" y="96720"/>
                  </a:cubicBezTo>
                  <a:lnTo>
                    <a:pt x="6390" y="96720"/>
                  </a:lnTo>
                  <a:cubicBezTo>
                    <a:pt x="7668" y="96720"/>
                    <a:pt x="8946" y="96081"/>
                    <a:pt x="9585" y="95443"/>
                  </a:cubicBezTo>
                  <a:cubicBezTo>
                    <a:pt x="10863" y="94805"/>
                    <a:pt x="13419" y="94166"/>
                    <a:pt x="15336" y="93528"/>
                  </a:cubicBezTo>
                  <a:cubicBezTo>
                    <a:pt x="16614" y="92889"/>
                    <a:pt x="17892" y="92889"/>
                    <a:pt x="17892" y="92889"/>
                  </a:cubicBezTo>
                  <a:cubicBezTo>
                    <a:pt x="21726" y="91613"/>
                    <a:pt x="25560" y="89697"/>
                    <a:pt x="28755" y="87782"/>
                  </a:cubicBezTo>
                  <a:cubicBezTo>
                    <a:pt x="38978" y="82675"/>
                    <a:pt x="49203" y="75653"/>
                    <a:pt x="58788" y="67992"/>
                  </a:cubicBezTo>
                  <a:cubicBezTo>
                    <a:pt x="61982" y="71184"/>
                    <a:pt x="64538" y="74376"/>
                    <a:pt x="67733" y="77568"/>
                  </a:cubicBezTo>
                  <a:cubicBezTo>
                    <a:pt x="72845" y="83313"/>
                    <a:pt x="77957" y="88421"/>
                    <a:pt x="84347" y="94166"/>
                  </a:cubicBezTo>
                  <a:cubicBezTo>
                    <a:pt x="90098" y="99273"/>
                    <a:pt x="95849" y="104380"/>
                    <a:pt x="102239" y="108211"/>
                  </a:cubicBezTo>
                  <a:cubicBezTo>
                    <a:pt x="115658" y="115872"/>
                    <a:pt x="129716" y="119702"/>
                    <a:pt x="143774" y="119702"/>
                  </a:cubicBezTo>
                  <a:cubicBezTo>
                    <a:pt x="148247" y="119702"/>
                    <a:pt x="152719" y="119064"/>
                    <a:pt x="157192" y="118425"/>
                  </a:cubicBezTo>
                  <a:cubicBezTo>
                    <a:pt x="173806" y="115233"/>
                    <a:pt x="187225" y="108849"/>
                    <a:pt x="197449" y="99912"/>
                  </a:cubicBezTo>
                  <a:cubicBezTo>
                    <a:pt x="205117" y="92889"/>
                    <a:pt x="211507" y="84590"/>
                    <a:pt x="215341" y="76929"/>
                  </a:cubicBezTo>
                  <a:cubicBezTo>
                    <a:pt x="217258" y="73099"/>
                    <a:pt x="218536" y="69269"/>
                    <a:pt x="219175" y="64800"/>
                  </a:cubicBezTo>
                  <a:lnTo>
                    <a:pt x="219175" y="64161"/>
                  </a:lnTo>
                  <a:cubicBezTo>
                    <a:pt x="219175" y="62885"/>
                    <a:pt x="219814" y="60969"/>
                    <a:pt x="219814" y="58416"/>
                  </a:cubicBezTo>
                  <a:lnTo>
                    <a:pt x="219814" y="58416"/>
                  </a:lnTo>
                  <a:close/>
                  <a:moveTo>
                    <a:pt x="23004" y="76929"/>
                  </a:moveTo>
                  <a:cubicBezTo>
                    <a:pt x="19809" y="78845"/>
                    <a:pt x="15975" y="80121"/>
                    <a:pt x="12780" y="81398"/>
                  </a:cubicBezTo>
                  <a:lnTo>
                    <a:pt x="12141" y="81398"/>
                  </a:lnTo>
                  <a:lnTo>
                    <a:pt x="12141" y="36710"/>
                  </a:lnTo>
                  <a:cubicBezTo>
                    <a:pt x="26199" y="42456"/>
                    <a:pt x="38340" y="49478"/>
                    <a:pt x="49203" y="59054"/>
                  </a:cubicBezTo>
                  <a:cubicBezTo>
                    <a:pt x="40895" y="66715"/>
                    <a:pt x="31950" y="72461"/>
                    <a:pt x="23004" y="76929"/>
                  </a:cubicBezTo>
                  <a:close/>
                  <a:moveTo>
                    <a:pt x="206395" y="61608"/>
                  </a:moveTo>
                  <a:lnTo>
                    <a:pt x="206395" y="62885"/>
                  </a:lnTo>
                  <a:cubicBezTo>
                    <a:pt x="205756" y="66077"/>
                    <a:pt x="204478" y="69269"/>
                    <a:pt x="203200" y="71822"/>
                  </a:cubicBezTo>
                  <a:cubicBezTo>
                    <a:pt x="200644" y="78206"/>
                    <a:pt x="194893" y="84590"/>
                    <a:pt x="188503" y="90974"/>
                  </a:cubicBezTo>
                  <a:cubicBezTo>
                    <a:pt x="179557" y="98635"/>
                    <a:pt x="168694" y="103742"/>
                    <a:pt x="153997" y="106934"/>
                  </a:cubicBezTo>
                  <a:cubicBezTo>
                    <a:pt x="139301" y="110126"/>
                    <a:pt x="122687" y="106296"/>
                    <a:pt x="107990" y="97997"/>
                  </a:cubicBezTo>
                  <a:cubicBezTo>
                    <a:pt x="102239" y="94805"/>
                    <a:pt x="97127" y="90336"/>
                    <a:pt x="91376" y="84590"/>
                  </a:cubicBezTo>
                  <a:cubicBezTo>
                    <a:pt x="86264" y="79483"/>
                    <a:pt x="81152" y="74376"/>
                    <a:pt x="76040" y="69269"/>
                  </a:cubicBezTo>
                  <a:cubicBezTo>
                    <a:pt x="73484" y="66077"/>
                    <a:pt x="70289" y="62885"/>
                    <a:pt x="67094" y="59693"/>
                  </a:cubicBezTo>
                  <a:cubicBezTo>
                    <a:pt x="69650" y="57139"/>
                    <a:pt x="72206" y="54585"/>
                    <a:pt x="74762" y="51393"/>
                  </a:cubicBezTo>
                  <a:cubicBezTo>
                    <a:pt x="83708" y="41817"/>
                    <a:pt x="94571" y="29688"/>
                    <a:pt x="107990" y="22027"/>
                  </a:cubicBezTo>
                  <a:cubicBezTo>
                    <a:pt x="114380" y="18197"/>
                    <a:pt x="122048" y="15643"/>
                    <a:pt x="129077" y="13728"/>
                  </a:cubicBezTo>
                  <a:cubicBezTo>
                    <a:pt x="147607" y="9897"/>
                    <a:pt x="167416" y="13728"/>
                    <a:pt x="182113" y="23942"/>
                  </a:cubicBezTo>
                  <a:cubicBezTo>
                    <a:pt x="188503" y="28411"/>
                    <a:pt x="193615" y="33518"/>
                    <a:pt x="197449" y="39902"/>
                  </a:cubicBezTo>
                  <a:cubicBezTo>
                    <a:pt x="204478" y="50117"/>
                    <a:pt x="205756" y="59693"/>
                    <a:pt x="205756" y="59693"/>
                  </a:cubicBezTo>
                  <a:cubicBezTo>
                    <a:pt x="207034" y="60969"/>
                    <a:pt x="207034" y="60969"/>
                    <a:pt x="206395" y="61608"/>
                  </a:cubicBezTo>
                  <a:close/>
                </a:path>
              </a:pathLst>
            </a:custGeom>
            <a:solidFill>
              <a:srgbClr val="046A38"/>
            </a:solidFill>
            <a:ln w="6390" cap="flat">
              <a:noFill/>
              <a:prstDash val="solid"/>
              <a:miter/>
            </a:ln>
          </p:spPr>
          <p:txBody>
            <a:bodyPr rtlCol="0" anchor="ctr"/>
            <a:lstStyle/>
            <a:p>
              <a:endParaRPr lang="en-US"/>
            </a:p>
          </p:txBody>
        </p:sp>
        <p:sp>
          <p:nvSpPr>
            <p:cNvPr id="595" name="Graphic 6">
              <a:extLst>
                <a:ext uri="{FF2B5EF4-FFF2-40B4-BE49-F238E27FC236}">
                  <a16:creationId xmlns:a16="http://schemas.microsoft.com/office/drawing/2014/main" id="{20BDAEA3-2D17-554E-9C94-36C56FE8B366}"/>
                </a:ext>
              </a:extLst>
            </p:cNvPr>
            <p:cNvSpPr/>
            <p:nvPr/>
          </p:nvSpPr>
          <p:spPr>
            <a:xfrm>
              <a:off x="3851215" y="3981852"/>
              <a:ext cx="12779" cy="12767"/>
            </a:xfrm>
            <a:custGeom>
              <a:avLst/>
              <a:gdLst>
                <a:gd name="connsiteX0" fmla="*/ 6390 w 12779"/>
                <a:gd name="connsiteY0" fmla="*/ 0 h 12767"/>
                <a:gd name="connsiteX1" fmla="*/ 0 w 12779"/>
                <a:gd name="connsiteY1" fmla="*/ 6384 h 12767"/>
                <a:gd name="connsiteX2" fmla="*/ 6390 w 12779"/>
                <a:gd name="connsiteY2" fmla="*/ 12768 h 12767"/>
                <a:gd name="connsiteX3" fmla="*/ 12780 w 12779"/>
                <a:gd name="connsiteY3" fmla="*/ 6384 h 12767"/>
                <a:gd name="connsiteX4" fmla="*/ 12780 w 12779"/>
                <a:gd name="connsiteY4" fmla="*/ 6384 h 12767"/>
                <a:gd name="connsiteX5" fmla="*/ 6390 w 12779"/>
                <a:gd name="connsiteY5"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79" h="12767">
                  <a:moveTo>
                    <a:pt x="6390" y="0"/>
                  </a:moveTo>
                  <a:cubicBezTo>
                    <a:pt x="2556" y="0"/>
                    <a:pt x="0" y="3192"/>
                    <a:pt x="0" y="6384"/>
                  </a:cubicBezTo>
                  <a:cubicBezTo>
                    <a:pt x="0" y="9576"/>
                    <a:pt x="2556" y="12768"/>
                    <a:pt x="6390" y="12768"/>
                  </a:cubicBezTo>
                  <a:cubicBezTo>
                    <a:pt x="10224" y="12768"/>
                    <a:pt x="12780" y="10215"/>
                    <a:pt x="12780" y="6384"/>
                  </a:cubicBezTo>
                  <a:lnTo>
                    <a:pt x="12780" y="6384"/>
                  </a:lnTo>
                  <a:cubicBezTo>
                    <a:pt x="12780" y="3192"/>
                    <a:pt x="9585" y="0"/>
                    <a:pt x="6390" y="0"/>
                  </a:cubicBezTo>
                  <a:close/>
                </a:path>
              </a:pathLst>
            </a:custGeom>
            <a:solidFill>
              <a:srgbClr val="046A38"/>
            </a:solidFill>
            <a:ln w="6390" cap="flat">
              <a:noFill/>
              <a:prstDash val="solid"/>
              <a:miter/>
            </a:ln>
          </p:spPr>
          <p:txBody>
            <a:bodyPr rtlCol="0" anchor="ctr"/>
            <a:lstStyle/>
            <a:p>
              <a:endParaRPr lang="en-US"/>
            </a:p>
          </p:txBody>
        </p:sp>
      </p:grpSp>
      <p:grpSp>
        <p:nvGrpSpPr>
          <p:cNvPr id="596" name="Graphic 6">
            <a:extLst>
              <a:ext uri="{FF2B5EF4-FFF2-40B4-BE49-F238E27FC236}">
                <a16:creationId xmlns:a16="http://schemas.microsoft.com/office/drawing/2014/main" id="{E6AAA828-7E65-7E4F-B9CB-6D7D5E527816}"/>
              </a:ext>
            </a:extLst>
          </p:cNvPr>
          <p:cNvGrpSpPr/>
          <p:nvPr/>
        </p:nvGrpSpPr>
        <p:grpSpPr>
          <a:xfrm>
            <a:off x="3607758" y="2369896"/>
            <a:ext cx="362309" cy="361971"/>
            <a:chOff x="3607758" y="2369896"/>
            <a:chExt cx="362309" cy="361971"/>
          </a:xfrm>
          <a:solidFill>
            <a:srgbClr val="046A38"/>
          </a:solidFill>
        </p:grpSpPr>
        <p:sp>
          <p:nvSpPr>
            <p:cNvPr id="597" name="Graphic 6">
              <a:extLst>
                <a:ext uri="{FF2B5EF4-FFF2-40B4-BE49-F238E27FC236}">
                  <a16:creationId xmlns:a16="http://schemas.microsoft.com/office/drawing/2014/main" id="{E22E4EA9-702B-B646-A2FA-CCA71F2DB863}"/>
                </a:ext>
              </a:extLst>
            </p:cNvPr>
            <p:cNvSpPr/>
            <p:nvPr/>
          </p:nvSpPr>
          <p:spPr>
            <a:xfrm>
              <a:off x="3607758" y="236989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181474 w 362309"/>
                <a:gd name="connsiteY4" fmla="*/ 0 h 361971"/>
                <a:gd name="connsiteX5" fmla="*/ 180836 w 362309"/>
                <a:gd name="connsiteY5" fmla="*/ 349204 h 361971"/>
                <a:gd name="connsiteX6" fmla="*/ 12780 w 362309"/>
                <a:gd name="connsiteY6" fmla="*/ 180667 h 361971"/>
                <a:gd name="connsiteX7" fmla="*/ 181474 w 362309"/>
                <a:gd name="connsiteY7" fmla="*/ 12768 h 361971"/>
                <a:gd name="connsiteX8" fmla="*/ 349530 w 362309"/>
                <a:gd name="connsiteY8" fmla="*/ 181305 h 361971"/>
                <a:gd name="connsiteX9" fmla="*/ 180836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6"/>
                    <a:pt x="0" y="180667"/>
                  </a:cubicBezTo>
                  <a:cubicBezTo>
                    <a:pt x="0" y="280257"/>
                    <a:pt x="81152" y="361972"/>
                    <a:pt x="180836" y="361972"/>
                  </a:cubicBezTo>
                  <a:cubicBezTo>
                    <a:pt x="281157" y="361972"/>
                    <a:pt x="362310" y="280895"/>
                    <a:pt x="362310" y="181305"/>
                  </a:cubicBezTo>
                  <a:cubicBezTo>
                    <a:pt x="362310" y="81715"/>
                    <a:pt x="281157" y="0"/>
                    <a:pt x="181474" y="0"/>
                  </a:cubicBezTo>
                  <a:close/>
                  <a:moveTo>
                    <a:pt x="180836" y="349204"/>
                  </a:moveTo>
                  <a:cubicBezTo>
                    <a:pt x="88181" y="349204"/>
                    <a:pt x="12780" y="273873"/>
                    <a:pt x="12780" y="180667"/>
                  </a:cubicBezTo>
                  <a:cubicBezTo>
                    <a:pt x="12780" y="87460"/>
                    <a:pt x="88181" y="12768"/>
                    <a:pt x="181474" y="12768"/>
                  </a:cubicBezTo>
                  <a:cubicBezTo>
                    <a:pt x="274767" y="12768"/>
                    <a:pt x="349530" y="88099"/>
                    <a:pt x="349530" y="181305"/>
                  </a:cubicBezTo>
                  <a:cubicBezTo>
                    <a:pt x="349530" y="273873"/>
                    <a:pt x="274128" y="349204"/>
                    <a:pt x="180836" y="349204"/>
                  </a:cubicBezTo>
                  <a:close/>
                </a:path>
              </a:pathLst>
            </a:custGeom>
            <a:solidFill>
              <a:srgbClr val="046A38"/>
            </a:solidFill>
            <a:ln w="6390" cap="flat">
              <a:noFill/>
              <a:prstDash val="solid"/>
              <a:miter/>
            </a:ln>
          </p:spPr>
          <p:txBody>
            <a:bodyPr rtlCol="0" anchor="ctr"/>
            <a:lstStyle/>
            <a:p>
              <a:endParaRPr lang="en-US"/>
            </a:p>
          </p:txBody>
        </p:sp>
        <p:sp>
          <p:nvSpPr>
            <p:cNvPr id="598" name="Graphic 6">
              <a:extLst>
                <a:ext uri="{FF2B5EF4-FFF2-40B4-BE49-F238E27FC236}">
                  <a16:creationId xmlns:a16="http://schemas.microsoft.com/office/drawing/2014/main" id="{63D98490-125A-3C4C-B0F6-995769215F6B}"/>
                </a:ext>
              </a:extLst>
            </p:cNvPr>
            <p:cNvSpPr/>
            <p:nvPr/>
          </p:nvSpPr>
          <p:spPr>
            <a:xfrm>
              <a:off x="3676130" y="2449034"/>
              <a:ext cx="225984" cy="202396"/>
            </a:xfrm>
            <a:custGeom>
              <a:avLst/>
              <a:gdLst>
                <a:gd name="connsiteX0" fmla="*/ 221731 w 225984"/>
                <a:gd name="connsiteY0" fmla="*/ 54288 h 202396"/>
                <a:gd name="connsiteX1" fmla="*/ 205756 w 225984"/>
                <a:gd name="connsiteY1" fmla="*/ 38966 h 202396"/>
                <a:gd name="connsiteX2" fmla="*/ 205117 w 225984"/>
                <a:gd name="connsiteY2" fmla="*/ 31944 h 202396"/>
                <a:gd name="connsiteX3" fmla="*/ 184030 w 225984"/>
                <a:gd name="connsiteY3" fmla="*/ 662 h 202396"/>
                <a:gd name="connsiteX4" fmla="*/ 140579 w 225984"/>
                <a:gd name="connsiteY4" fmla="*/ 12792 h 202396"/>
                <a:gd name="connsiteX5" fmla="*/ 83708 w 225984"/>
                <a:gd name="connsiteY5" fmla="*/ 12154 h 202396"/>
                <a:gd name="connsiteX6" fmla="*/ 35784 w 225984"/>
                <a:gd name="connsiteY6" fmla="*/ 3216 h 202396"/>
                <a:gd name="connsiteX7" fmla="*/ 21726 w 225984"/>
                <a:gd name="connsiteY7" fmla="*/ 35136 h 202396"/>
                <a:gd name="connsiteX8" fmla="*/ 22365 w 225984"/>
                <a:gd name="connsiteY8" fmla="*/ 38966 h 202396"/>
                <a:gd name="connsiteX9" fmla="*/ 3195 w 225984"/>
                <a:gd name="connsiteY9" fmla="*/ 54288 h 202396"/>
                <a:gd name="connsiteX10" fmla="*/ 0 w 225984"/>
                <a:gd name="connsiteY10" fmla="*/ 59395 h 202396"/>
                <a:gd name="connsiteX11" fmla="*/ 2556 w 225984"/>
                <a:gd name="connsiteY11" fmla="*/ 65141 h 202396"/>
                <a:gd name="connsiteX12" fmla="*/ 28755 w 225984"/>
                <a:gd name="connsiteY12" fmla="*/ 77270 h 202396"/>
                <a:gd name="connsiteX13" fmla="*/ 37701 w 225984"/>
                <a:gd name="connsiteY13" fmla="*/ 171115 h 202396"/>
                <a:gd name="connsiteX14" fmla="*/ 113102 w 225984"/>
                <a:gd name="connsiteY14" fmla="*/ 202396 h 202396"/>
                <a:gd name="connsiteX15" fmla="*/ 185308 w 225984"/>
                <a:gd name="connsiteY15" fmla="*/ 172392 h 202396"/>
                <a:gd name="connsiteX16" fmla="*/ 196810 w 225984"/>
                <a:gd name="connsiteY16" fmla="*/ 77909 h 202396"/>
                <a:gd name="connsiteX17" fmla="*/ 199366 w 225984"/>
                <a:gd name="connsiteY17" fmla="*/ 77909 h 202396"/>
                <a:gd name="connsiteX18" fmla="*/ 224926 w 225984"/>
                <a:gd name="connsiteY18" fmla="*/ 63225 h 202396"/>
                <a:gd name="connsiteX19" fmla="*/ 225565 w 225984"/>
                <a:gd name="connsiteY19" fmla="*/ 57480 h 202396"/>
                <a:gd name="connsiteX20" fmla="*/ 221731 w 225984"/>
                <a:gd name="connsiteY20" fmla="*/ 54288 h 202396"/>
                <a:gd name="connsiteX21" fmla="*/ 197449 w 225984"/>
                <a:gd name="connsiteY21" fmla="*/ 65779 h 202396"/>
                <a:gd name="connsiteX22" fmla="*/ 168055 w 225984"/>
                <a:gd name="connsiteY22" fmla="*/ 52373 h 202396"/>
                <a:gd name="connsiteX23" fmla="*/ 159110 w 225984"/>
                <a:gd name="connsiteY23" fmla="*/ 53011 h 202396"/>
                <a:gd name="connsiteX24" fmla="*/ 159748 w 225984"/>
                <a:gd name="connsiteY24" fmla="*/ 61949 h 202396"/>
                <a:gd name="connsiteX25" fmla="*/ 183391 w 225984"/>
                <a:gd name="connsiteY25" fmla="*/ 76632 h 202396"/>
                <a:gd name="connsiteX26" fmla="*/ 175084 w 225984"/>
                <a:gd name="connsiteY26" fmla="*/ 165369 h 202396"/>
                <a:gd name="connsiteX27" fmla="*/ 113102 w 225984"/>
                <a:gd name="connsiteY27" fmla="*/ 190267 h 202396"/>
                <a:gd name="connsiteX28" fmla="*/ 47925 w 225984"/>
                <a:gd name="connsiteY28" fmla="*/ 164092 h 202396"/>
                <a:gd name="connsiteX29" fmla="*/ 42174 w 225984"/>
                <a:gd name="connsiteY29" fmla="*/ 76632 h 202396"/>
                <a:gd name="connsiteX30" fmla="*/ 67094 w 225984"/>
                <a:gd name="connsiteY30" fmla="*/ 60672 h 202396"/>
                <a:gd name="connsiteX31" fmla="*/ 65816 w 225984"/>
                <a:gd name="connsiteY31" fmla="*/ 51734 h 202396"/>
                <a:gd name="connsiteX32" fmla="*/ 56871 w 225984"/>
                <a:gd name="connsiteY32" fmla="*/ 53011 h 202396"/>
                <a:gd name="connsiteX33" fmla="*/ 35784 w 225984"/>
                <a:gd name="connsiteY33" fmla="*/ 65141 h 202396"/>
                <a:gd name="connsiteX34" fmla="*/ 17892 w 225984"/>
                <a:gd name="connsiteY34" fmla="*/ 61310 h 202396"/>
                <a:gd name="connsiteX35" fmla="*/ 35145 w 225984"/>
                <a:gd name="connsiteY35" fmla="*/ 39605 h 202396"/>
                <a:gd name="connsiteX36" fmla="*/ 34506 w 225984"/>
                <a:gd name="connsiteY36" fmla="*/ 34498 h 202396"/>
                <a:gd name="connsiteX37" fmla="*/ 40896 w 225984"/>
                <a:gd name="connsiteY37" fmla="*/ 15984 h 202396"/>
                <a:gd name="connsiteX38" fmla="*/ 79874 w 225984"/>
                <a:gd name="connsiteY38" fmla="*/ 26198 h 202396"/>
                <a:gd name="connsiteX39" fmla="*/ 87542 w 225984"/>
                <a:gd name="connsiteY39" fmla="*/ 26198 h 202396"/>
                <a:gd name="connsiteX40" fmla="*/ 135467 w 225984"/>
                <a:gd name="connsiteY40" fmla="*/ 26198 h 202396"/>
                <a:gd name="connsiteX41" fmla="*/ 143135 w 225984"/>
                <a:gd name="connsiteY41" fmla="*/ 26837 h 202396"/>
                <a:gd name="connsiteX42" fmla="*/ 180835 w 225984"/>
                <a:gd name="connsiteY42" fmla="*/ 14069 h 202396"/>
                <a:gd name="connsiteX43" fmla="*/ 191698 w 225984"/>
                <a:gd name="connsiteY43" fmla="*/ 33859 h 202396"/>
                <a:gd name="connsiteX44" fmla="*/ 192337 w 225984"/>
                <a:gd name="connsiteY44" fmla="*/ 40881 h 202396"/>
                <a:gd name="connsiteX45" fmla="*/ 207673 w 225984"/>
                <a:gd name="connsiteY45" fmla="*/ 61949 h 202396"/>
                <a:gd name="connsiteX46" fmla="*/ 197449 w 225984"/>
                <a:gd name="connsiteY46" fmla="*/ 65779 h 202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25984" h="202396">
                  <a:moveTo>
                    <a:pt x="221731" y="54288"/>
                  </a:moveTo>
                  <a:cubicBezTo>
                    <a:pt x="207673" y="48542"/>
                    <a:pt x="205756" y="39605"/>
                    <a:pt x="205756" y="38966"/>
                  </a:cubicBezTo>
                  <a:cubicBezTo>
                    <a:pt x="205756" y="36413"/>
                    <a:pt x="205117" y="34498"/>
                    <a:pt x="205117" y="31944"/>
                  </a:cubicBezTo>
                  <a:cubicBezTo>
                    <a:pt x="203839" y="19176"/>
                    <a:pt x="202561" y="4493"/>
                    <a:pt x="184030" y="662"/>
                  </a:cubicBezTo>
                  <a:cubicBezTo>
                    <a:pt x="168695" y="-2530"/>
                    <a:pt x="148885" y="7685"/>
                    <a:pt x="140579" y="12792"/>
                  </a:cubicBezTo>
                  <a:cubicBezTo>
                    <a:pt x="119492" y="-3168"/>
                    <a:pt x="96488" y="4493"/>
                    <a:pt x="83708" y="12154"/>
                  </a:cubicBezTo>
                  <a:cubicBezTo>
                    <a:pt x="65177" y="24"/>
                    <a:pt x="49203" y="-3168"/>
                    <a:pt x="35784" y="3216"/>
                  </a:cubicBezTo>
                  <a:cubicBezTo>
                    <a:pt x="18531" y="10877"/>
                    <a:pt x="20448" y="26837"/>
                    <a:pt x="21726" y="35136"/>
                  </a:cubicBezTo>
                  <a:cubicBezTo>
                    <a:pt x="21726" y="36413"/>
                    <a:pt x="22365" y="37690"/>
                    <a:pt x="22365" y="38966"/>
                  </a:cubicBezTo>
                  <a:cubicBezTo>
                    <a:pt x="21726" y="41520"/>
                    <a:pt x="12141" y="49181"/>
                    <a:pt x="3195" y="54288"/>
                  </a:cubicBezTo>
                  <a:cubicBezTo>
                    <a:pt x="1278" y="55565"/>
                    <a:pt x="0" y="57480"/>
                    <a:pt x="0" y="59395"/>
                  </a:cubicBezTo>
                  <a:cubicBezTo>
                    <a:pt x="0" y="61310"/>
                    <a:pt x="639" y="63225"/>
                    <a:pt x="2556" y="65141"/>
                  </a:cubicBezTo>
                  <a:cubicBezTo>
                    <a:pt x="10863" y="72163"/>
                    <a:pt x="19809" y="75993"/>
                    <a:pt x="28755" y="77270"/>
                  </a:cubicBezTo>
                  <a:cubicBezTo>
                    <a:pt x="24282" y="95145"/>
                    <a:pt x="15336" y="139833"/>
                    <a:pt x="37701" y="171115"/>
                  </a:cubicBezTo>
                  <a:cubicBezTo>
                    <a:pt x="52398" y="192182"/>
                    <a:pt x="77957" y="202396"/>
                    <a:pt x="113102" y="202396"/>
                  </a:cubicBezTo>
                  <a:cubicBezTo>
                    <a:pt x="146330" y="202396"/>
                    <a:pt x="170611" y="192182"/>
                    <a:pt x="185308" y="172392"/>
                  </a:cubicBezTo>
                  <a:cubicBezTo>
                    <a:pt x="208312" y="141749"/>
                    <a:pt x="200644" y="96422"/>
                    <a:pt x="196810" y="77909"/>
                  </a:cubicBezTo>
                  <a:cubicBezTo>
                    <a:pt x="197449" y="77909"/>
                    <a:pt x="198727" y="77909"/>
                    <a:pt x="199366" y="77909"/>
                  </a:cubicBezTo>
                  <a:cubicBezTo>
                    <a:pt x="215341" y="75993"/>
                    <a:pt x="224287" y="63864"/>
                    <a:pt x="224926" y="63225"/>
                  </a:cubicBezTo>
                  <a:cubicBezTo>
                    <a:pt x="226204" y="61949"/>
                    <a:pt x="226204" y="59395"/>
                    <a:pt x="225565" y="57480"/>
                  </a:cubicBezTo>
                  <a:cubicBezTo>
                    <a:pt x="224926" y="56203"/>
                    <a:pt x="223648" y="54926"/>
                    <a:pt x="221731" y="54288"/>
                  </a:cubicBezTo>
                  <a:close/>
                  <a:moveTo>
                    <a:pt x="197449" y="65779"/>
                  </a:moveTo>
                  <a:cubicBezTo>
                    <a:pt x="188503" y="67056"/>
                    <a:pt x="178918" y="62587"/>
                    <a:pt x="168055" y="52373"/>
                  </a:cubicBezTo>
                  <a:cubicBezTo>
                    <a:pt x="165500" y="49819"/>
                    <a:pt x="161665" y="50457"/>
                    <a:pt x="159110" y="53011"/>
                  </a:cubicBezTo>
                  <a:cubicBezTo>
                    <a:pt x="156553" y="55565"/>
                    <a:pt x="157193" y="59395"/>
                    <a:pt x="159748" y="61949"/>
                  </a:cubicBezTo>
                  <a:cubicBezTo>
                    <a:pt x="167416" y="68971"/>
                    <a:pt x="175723" y="74078"/>
                    <a:pt x="183391" y="76632"/>
                  </a:cubicBezTo>
                  <a:cubicBezTo>
                    <a:pt x="186586" y="87485"/>
                    <a:pt x="197449" y="135365"/>
                    <a:pt x="175084" y="165369"/>
                  </a:cubicBezTo>
                  <a:cubicBezTo>
                    <a:pt x="162943" y="181968"/>
                    <a:pt x="141857" y="190267"/>
                    <a:pt x="113102" y="190267"/>
                  </a:cubicBezTo>
                  <a:cubicBezTo>
                    <a:pt x="82430" y="190267"/>
                    <a:pt x="60066" y="181329"/>
                    <a:pt x="47925" y="164092"/>
                  </a:cubicBezTo>
                  <a:cubicBezTo>
                    <a:pt x="26838" y="134726"/>
                    <a:pt x="38340" y="87485"/>
                    <a:pt x="42174" y="76632"/>
                  </a:cubicBezTo>
                  <a:cubicBezTo>
                    <a:pt x="57509" y="72801"/>
                    <a:pt x="66456" y="61310"/>
                    <a:pt x="67094" y="60672"/>
                  </a:cubicBezTo>
                  <a:cubicBezTo>
                    <a:pt x="69011" y="58118"/>
                    <a:pt x="69011" y="53649"/>
                    <a:pt x="65816" y="51734"/>
                  </a:cubicBezTo>
                  <a:cubicBezTo>
                    <a:pt x="63261" y="49819"/>
                    <a:pt x="58788" y="49819"/>
                    <a:pt x="56871" y="53011"/>
                  </a:cubicBezTo>
                  <a:cubicBezTo>
                    <a:pt x="56871" y="53011"/>
                    <a:pt x="48564" y="63225"/>
                    <a:pt x="35784" y="65141"/>
                  </a:cubicBezTo>
                  <a:cubicBezTo>
                    <a:pt x="30033" y="65779"/>
                    <a:pt x="23643" y="64502"/>
                    <a:pt x="17892" y="61310"/>
                  </a:cubicBezTo>
                  <a:cubicBezTo>
                    <a:pt x="26838" y="55565"/>
                    <a:pt x="35145" y="47265"/>
                    <a:pt x="35145" y="39605"/>
                  </a:cubicBezTo>
                  <a:cubicBezTo>
                    <a:pt x="35145" y="38328"/>
                    <a:pt x="35145" y="36413"/>
                    <a:pt x="34506" y="34498"/>
                  </a:cubicBezTo>
                  <a:cubicBezTo>
                    <a:pt x="33228" y="25560"/>
                    <a:pt x="33228" y="19176"/>
                    <a:pt x="40896" y="15984"/>
                  </a:cubicBezTo>
                  <a:cubicBezTo>
                    <a:pt x="51119" y="11515"/>
                    <a:pt x="63899" y="14707"/>
                    <a:pt x="79874" y="26198"/>
                  </a:cubicBezTo>
                  <a:cubicBezTo>
                    <a:pt x="82430" y="28114"/>
                    <a:pt x="85625" y="27475"/>
                    <a:pt x="87542" y="26198"/>
                  </a:cubicBezTo>
                  <a:cubicBezTo>
                    <a:pt x="88820" y="25560"/>
                    <a:pt x="113102" y="6408"/>
                    <a:pt x="135467" y="26198"/>
                  </a:cubicBezTo>
                  <a:cubicBezTo>
                    <a:pt x="137384" y="28114"/>
                    <a:pt x="140579" y="28114"/>
                    <a:pt x="143135" y="26837"/>
                  </a:cubicBezTo>
                  <a:cubicBezTo>
                    <a:pt x="149525" y="22368"/>
                    <a:pt x="169333" y="11515"/>
                    <a:pt x="180835" y="14069"/>
                  </a:cubicBezTo>
                  <a:cubicBezTo>
                    <a:pt x="189781" y="15984"/>
                    <a:pt x="190420" y="20453"/>
                    <a:pt x="191698" y="33859"/>
                  </a:cubicBezTo>
                  <a:cubicBezTo>
                    <a:pt x="191698" y="36413"/>
                    <a:pt x="192337" y="38328"/>
                    <a:pt x="192337" y="40881"/>
                  </a:cubicBezTo>
                  <a:cubicBezTo>
                    <a:pt x="192337" y="41520"/>
                    <a:pt x="193615" y="53011"/>
                    <a:pt x="207673" y="61949"/>
                  </a:cubicBezTo>
                  <a:cubicBezTo>
                    <a:pt x="205756" y="63864"/>
                    <a:pt x="201922" y="65141"/>
                    <a:pt x="197449" y="65779"/>
                  </a:cubicBezTo>
                  <a:close/>
                </a:path>
              </a:pathLst>
            </a:custGeom>
            <a:solidFill>
              <a:srgbClr val="046A38"/>
            </a:solidFill>
            <a:ln w="6390" cap="flat">
              <a:noFill/>
              <a:prstDash val="solid"/>
              <a:miter/>
            </a:ln>
          </p:spPr>
          <p:txBody>
            <a:bodyPr rtlCol="0" anchor="ctr"/>
            <a:lstStyle/>
            <a:p>
              <a:endParaRPr lang="en-US"/>
            </a:p>
          </p:txBody>
        </p:sp>
        <p:sp>
          <p:nvSpPr>
            <p:cNvPr id="599" name="Graphic 6">
              <a:extLst>
                <a:ext uri="{FF2B5EF4-FFF2-40B4-BE49-F238E27FC236}">
                  <a16:creationId xmlns:a16="http://schemas.microsoft.com/office/drawing/2014/main" id="{50F34E48-1D3C-6E47-AACB-B12D34E8C3CF}"/>
                </a:ext>
              </a:extLst>
            </p:cNvPr>
            <p:cNvSpPr/>
            <p:nvPr/>
          </p:nvSpPr>
          <p:spPr>
            <a:xfrm>
              <a:off x="3748976" y="2557585"/>
              <a:ext cx="79251" cy="67670"/>
            </a:xfrm>
            <a:custGeom>
              <a:avLst/>
              <a:gdLst>
                <a:gd name="connsiteX0" fmla="*/ 39618 w 79251"/>
                <a:gd name="connsiteY0" fmla="*/ 0 h 67670"/>
                <a:gd name="connsiteX1" fmla="*/ 0 w 79251"/>
                <a:gd name="connsiteY1" fmla="*/ 33835 h 67670"/>
                <a:gd name="connsiteX2" fmla="*/ 39618 w 79251"/>
                <a:gd name="connsiteY2" fmla="*/ 67670 h 67670"/>
                <a:gd name="connsiteX3" fmla="*/ 79235 w 79251"/>
                <a:gd name="connsiteY3" fmla="*/ 33835 h 67670"/>
                <a:gd name="connsiteX4" fmla="*/ 39618 w 79251"/>
                <a:gd name="connsiteY4" fmla="*/ 0 h 67670"/>
                <a:gd name="connsiteX5" fmla="*/ 39618 w 79251"/>
                <a:gd name="connsiteY5" fmla="*/ 55541 h 67670"/>
                <a:gd name="connsiteX6" fmla="*/ 12780 w 79251"/>
                <a:gd name="connsiteY6" fmla="*/ 34473 h 67670"/>
                <a:gd name="connsiteX7" fmla="*/ 39618 w 79251"/>
                <a:gd name="connsiteY7" fmla="*/ 13406 h 67670"/>
                <a:gd name="connsiteX8" fmla="*/ 66455 w 79251"/>
                <a:gd name="connsiteY8" fmla="*/ 34473 h 67670"/>
                <a:gd name="connsiteX9" fmla="*/ 39618 w 79251"/>
                <a:gd name="connsiteY9" fmla="*/ 55541 h 6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251" h="67670">
                  <a:moveTo>
                    <a:pt x="39618" y="0"/>
                  </a:moveTo>
                  <a:cubicBezTo>
                    <a:pt x="17892" y="0"/>
                    <a:pt x="0" y="15322"/>
                    <a:pt x="0" y="33835"/>
                  </a:cubicBezTo>
                  <a:cubicBezTo>
                    <a:pt x="0" y="52349"/>
                    <a:pt x="17892" y="67670"/>
                    <a:pt x="39618" y="67670"/>
                  </a:cubicBezTo>
                  <a:cubicBezTo>
                    <a:pt x="61343" y="67670"/>
                    <a:pt x="79235" y="52349"/>
                    <a:pt x="79235" y="33835"/>
                  </a:cubicBezTo>
                  <a:cubicBezTo>
                    <a:pt x="79874" y="15322"/>
                    <a:pt x="61982" y="0"/>
                    <a:pt x="39618" y="0"/>
                  </a:cubicBezTo>
                  <a:close/>
                  <a:moveTo>
                    <a:pt x="39618" y="55541"/>
                  </a:moveTo>
                  <a:cubicBezTo>
                    <a:pt x="24921" y="55541"/>
                    <a:pt x="12780" y="45965"/>
                    <a:pt x="12780" y="34473"/>
                  </a:cubicBezTo>
                  <a:cubicBezTo>
                    <a:pt x="12780" y="22982"/>
                    <a:pt x="24921" y="13406"/>
                    <a:pt x="39618" y="13406"/>
                  </a:cubicBezTo>
                  <a:cubicBezTo>
                    <a:pt x="54314" y="13406"/>
                    <a:pt x="66455" y="22982"/>
                    <a:pt x="66455" y="34473"/>
                  </a:cubicBezTo>
                  <a:cubicBezTo>
                    <a:pt x="67094" y="45965"/>
                    <a:pt x="54953" y="55541"/>
                    <a:pt x="39618" y="55541"/>
                  </a:cubicBezTo>
                  <a:close/>
                </a:path>
              </a:pathLst>
            </a:custGeom>
            <a:solidFill>
              <a:srgbClr val="046A38"/>
            </a:solidFill>
            <a:ln w="6390" cap="flat">
              <a:noFill/>
              <a:prstDash val="solid"/>
              <a:miter/>
            </a:ln>
          </p:spPr>
          <p:txBody>
            <a:bodyPr rtlCol="0" anchor="ctr"/>
            <a:lstStyle/>
            <a:p>
              <a:endParaRPr lang="en-US"/>
            </a:p>
          </p:txBody>
        </p:sp>
        <p:sp>
          <p:nvSpPr>
            <p:cNvPr id="600" name="Graphic 6">
              <a:extLst>
                <a:ext uri="{FF2B5EF4-FFF2-40B4-BE49-F238E27FC236}">
                  <a16:creationId xmlns:a16="http://schemas.microsoft.com/office/drawing/2014/main" id="{405F9757-DB00-9E4A-8F51-EF75D3456D62}"/>
                </a:ext>
              </a:extLst>
            </p:cNvPr>
            <p:cNvSpPr/>
            <p:nvPr/>
          </p:nvSpPr>
          <p:spPr>
            <a:xfrm>
              <a:off x="3815431" y="2528219"/>
              <a:ext cx="14057" cy="14044"/>
            </a:xfrm>
            <a:custGeom>
              <a:avLst/>
              <a:gdLst>
                <a:gd name="connsiteX0" fmla="*/ 7029 w 14057"/>
                <a:gd name="connsiteY0" fmla="*/ 0 h 14044"/>
                <a:gd name="connsiteX1" fmla="*/ 0 w 14057"/>
                <a:gd name="connsiteY1" fmla="*/ 7022 h 14044"/>
                <a:gd name="connsiteX2" fmla="*/ 7029 w 14057"/>
                <a:gd name="connsiteY2" fmla="*/ 14045 h 14044"/>
                <a:gd name="connsiteX3" fmla="*/ 14058 w 14057"/>
                <a:gd name="connsiteY3" fmla="*/ 7022 h 14044"/>
                <a:gd name="connsiteX4" fmla="*/ 7029 w 14057"/>
                <a:gd name="connsiteY4" fmla="*/ 0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0"/>
                  </a:moveTo>
                  <a:cubicBezTo>
                    <a:pt x="3195" y="0"/>
                    <a:pt x="0" y="3192"/>
                    <a:pt x="0" y="7022"/>
                  </a:cubicBezTo>
                  <a:cubicBezTo>
                    <a:pt x="0" y="10853"/>
                    <a:pt x="3195" y="14045"/>
                    <a:pt x="7029" y="14045"/>
                  </a:cubicBezTo>
                  <a:cubicBezTo>
                    <a:pt x="10863" y="14045"/>
                    <a:pt x="14058" y="10853"/>
                    <a:pt x="14058" y="7022"/>
                  </a:cubicBezTo>
                  <a:cubicBezTo>
                    <a:pt x="13419" y="3192"/>
                    <a:pt x="10863" y="0"/>
                    <a:pt x="7029" y="0"/>
                  </a:cubicBezTo>
                  <a:close/>
                </a:path>
              </a:pathLst>
            </a:custGeom>
            <a:solidFill>
              <a:srgbClr val="046A38"/>
            </a:solidFill>
            <a:ln w="6390" cap="flat">
              <a:noFill/>
              <a:prstDash val="solid"/>
              <a:miter/>
            </a:ln>
          </p:spPr>
          <p:txBody>
            <a:bodyPr rtlCol="0" anchor="ctr"/>
            <a:lstStyle/>
            <a:p>
              <a:endParaRPr lang="en-US"/>
            </a:p>
          </p:txBody>
        </p:sp>
        <p:sp>
          <p:nvSpPr>
            <p:cNvPr id="601" name="Graphic 6">
              <a:extLst>
                <a:ext uri="{FF2B5EF4-FFF2-40B4-BE49-F238E27FC236}">
                  <a16:creationId xmlns:a16="http://schemas.microsoft.com/office/drawing/2014/main" id="{D90F0D8A-EEDB-4A4A-BE7F-2D2C09BEB761}"/>
                </a:ext>
              </a:extLst>
            </p:cNvPr>
            <p:cNvSpPr/>
            <p:nvPr/>
          </p:nvSpPr>
          <p:spPr>
            <a:xfrm>
              <a:off x="3750254" y="2527581"/>
              <a:ext cx="14057" cy="14044"/>
            </a:xfrm>
            <a:custGeom>
              <a:avLst/>
              <a:gdLst>
                <a:gd name="connsiteX0" fmla="*/ 7029 w 14057"/>
                <a:gd name="connsiteY0" fmla="*/ 14045 h 14044"/>
                <a:gd name="connsiteX1" fmla="*/ 14058 w 14057"/>
                <a:gd name="connsiteY1" fmla="*/ 7022 h 14044"/>
                <a:gd name="connsiteX2" fmla="*/ 7029 w 14057"/>
                <a:gd name="connsiteY2" fmla="*/ 0 h 14044"/>
                <a:gd name="connsiteX3" fmla="*/ 0 w 14057"/>
                <a:gd name="connsiteY3" fmla="*/ 7022 h 14044"/>
                <a:gd name="connsiteX4" fmla="*/ 7029 w 14057"/>
                <a:gd name="connsiteY4" fmla="*/ 14045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14045"/>
                  </a:moveTo>
                  <a:cubicBezTo>
                    <a:pt x="10863" y="14045"/>
                    <a:pt x="14058" y="10853"/>
                    <a:pt x="14058" y="7022"/>
                  </a:cubicBezTo>
                  <a:cubicBezTo>
                    <a:pt x="14058" y="3192"/>
                    <a:pt x="10863" y="0"/>
                    <a:pt x="7029" y="0"/>
                  </a:cubicBezTo>
                  <a:cubicBezTo>
                    <a:pt x="3195" y="0"/>
                    <a:pt x="0" y="3192"/>
                    <a:pt x="0" y="7022"/>
                  </a:cubicBezTo>
                  <a:cubicBezTo>
                    <a:pt x="0" y="11491"/>
                    <a:pt x="3195" y="14045"/>
                    <a:pt x="7029" y="14045"/>
                  </a:cubicBezTo>
                  <a:close/>
                </a:path>
              </a:pathLst>
            </a:custGeom>
            <a:solidFill>
              <a:srgbClr val="046A38"/>
            </a:solidFill>
            <a:ln w="6390" cap="flat">
              <a:noFill/>
              <a:prstDash val="solid"/>
              <a:miter/>
            </a:ln>
          </p:spPr>
          <p:txBody>
            <a:bodyPr rtlCol="0" anchor="ctr"/>
            <a:lstStyle/>
            <a:p>
              <a:endParaRPr lang="en-US"/>
            </a:p>
          </p:txBody>
        </p:sp>
        <p:sp>
          <p:nvSpPr>
            <p:cNvPr id="602" name="Graphic 6">
              <a:extLst>
                <a:ext uri="{FF2B5EF4-FFF2-40B4-BE49-F238E27FC236}">
                  <a16:creationId xmlns:a16="http://schemas.microsoft.com/office/drawing/2014/main" id="{07503900-4177-2E4A-A596-3551A54148BB}"/>
                </a:ext>
              </a:extLst>
            </p:cNvPr>
            <p:cNvSpPr/>
            <p:nvPr/>
          </p:nvSpPr>
          <p:spPr>
            <a:xfrm>
              <a:off x="3771979" y="2587590"/>
              <a:ext cx="14057" cy="14044"/>
            </a:xfrm>
            <a:custGeom>
              <a:avLst/>
              <a:gdLst>
                <a:gd name="connsiteX0" fmla="*/ 7029 w 14057"/>
                <a:gd name="connsiteY0" fmla="*/ 0 h 14044"/>
                <a:gd name="connsiteX1" fmla="*/ 0 w 14057"/>
                <a:gd name="connsiteY1" fmla="*/ 7022 h 14044"/>
                <a:gd name="connsiteX2" fmla="*/ 7029 w 14057"/>
                <a:gd name="connsiteY2" fmla="*/ 14045 h 14044"/>
                <a:gd name="connsiteX3" fmla="*/ 14058 w 14057"/>
                <a:gd name="connsiteY3" fmla="*/ 7022 h 14044"/>
                <a:gd name="connsiteX4" fmla="*/ 7029 w 14057"/>
                <a:gd name="connsiteY4" fmla="*/ 0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0"/>
                  </a:moveTo>
                  <a:cubicBezTo>
                    <a:pt x="3195" y="0"/>
                    <a:pt x="0" y="3192"/>
                    <a:pt x="0" y="7022"/>
                  </a:cubicBezTo>
                  <a:cubicBezTo>
                    <a:pt x="0" y="10853"/>
                    <a:pt x="3195" y="14045"/>
                    <a:pt x="7029" y="14045"/>
                  </a:cubicBezTo>
                  <a:cubicBezTo>
                    <a:pt x="10863" y="14045"/>
                    <a:pt x="14058" y="10853"/>
                    <a:pt x="14058" y="7022"/>
                  </a:cubicBezTo>
                  <a:cubicBezTo>
                    <a:pt x="14058" y="3192"/>
                    <a:pt x="10863" y="0"/>
                    <a:pt x="7029" y="0"/>
                  </a:cubicBezTo>
                  <a:close/>
                </a:path>
              </a:pathLst>
            </a:custGeom>
            <a:solidFill>
              <a:srgbClr val="046A38"/>
            </a:solidFill>
            <a:ln w="6390" cap="flat">
              <a:noFill/>
              <a:prstDash val="solid"/>
              <a:miter/>
            </a:ln>
          </p:spPr>
          <p:txBody>
            <a:bodyPr rtlCol="0" anchor="ctr"/>
            <a:lstStyle/>
            <a:p>
              <a:endParaRPr lang="en-US"/>
            </a:p>
          </p:txBody>
        </p:sp>
        <p:sp>
          <p:nvSpPr>
            <p:cNvPr id="603" name="Graphic 6">
              <a:extLst>
                <a:ext uri="{FF2B5EF4-FFF2-40B4-BE49-F238E27FC236}">
                  <a16:creationId xmlns:a16="http://schemas.microsoft.com/office/drawing/2014/main" id="{13A082D1-B9F4-A44D-AD17-D3723282185F}"/>
                </a:ext>
              </a:extLst>
            </p:cNvPr>
            <p:cNvSpPr/>
            <p:nvPr/>
          </p:nvSpPr>
          <p:spPr>
            <a:xfrm>
              <a:off x="3793705" y="2587590"/>
              <a:ext cx="14057" cy="14044"/>
            </a:xfrm>
            <a:custGeom>
              <a:avLst/>
              <a:gdLst>
                <a:gd name="connsiteX0" fmla="*/ 7029 w 14057"/>
                <a:gd name="connsiteY0" fmla="*/ 0 h 14044"/>
                <a:gd name="connsiteX1" fmla="*/ 0 w 14057"/>
                <a:gd name="connsiteY1" fmla="*/ 7022 h 14044"/>
                <a:gd name="connsiteX2" fmla="*/ 7029 w 14057"/>
                <a:gd name="connsiteY2" fmla="*/ 14045 h 14044"/>
                <a:gd name="connsiteX3" fmla="*/ 14058 w 14057"/>
                <a:gd name="connsiteY3" fmla="*/ 7022 h 14044"/>
                <a:gd name="connsiteX4" fmla="*/ 7029 w 14057"/>
                <a:gd name="connsiteY4" fmla="*/ 0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0"/>
                  </a:moveTo>
                  <a:cubicBezTo>
                    <a:pt x="3195" y="0"/>
                    <a:pt x="0" y="3192"/>
                    <a:pt x="0" y="7022"/>
                  </a:cubicBezTo>
                  <a:cubicBezTo>
                    <a:pt x="0" y="10853"/>
                    <a:pt x="3195" y="14045"/>
                    <a:pt x="7029" y="14045"/>
                  </a:cubicBezTo>
                  <a:cubicBezTo>
                    <a:pt x="10863" y="14045"/>
                    <a:pt x="14058" y="10853"/>
                    <a:pt x="14058" y="7022"/>
                  </a:cubicBezTo>
                  <a:cubicBezTo>
                    <a:pt x="14058" y="3192"/>
                    <a:pt x="10863" y="0"/>
                    <a:pt x="7029" y="0"/>
                  </a:cubicBezTo>
                  <a:close/>
                </a:path>
              </a:pathLst>
            </a:custGeom>
            <a:solidFill>
              <a:srgbClr val="046A38"/>
            </a:solidFill>
            <a:ln w="6390" cap="flat">
              <a:noFill/>
              <a:prstDash val="solid"/>
              <a:miter/>
            </a:ln>
          </p:spPr>
          <p:txBody>
            <a:bodyPr rtlCol="0" anchor="ctr"/>
            <a:lstStyle/>
            <a:p>
              <a:endParaRPr lang="en-US"/>
            </a:p>
          </p:txBody>
        </p:sp>
      </p:grpSp>
      <p:grpSp>
        <p:nvGrpSpPr>
          <p:cNvPr id="604" name="Graphic 6">
            <a:extLst>
              <a:ext uri="{FF2B5EF4-FFF2-40B4-BE49-F238E27FC236}">
                <a16:creationId xmlns:a16="http://schemas.microsoft.com/office/drawing/2014/main" id="{F203DD83-8D1B-5D4B-9FA3-C23E1C3730F7}"/>
              </a:ext>
            </a:extLst>
          </p:cNvPr>
          <p:cNvGrpSpPr/>
          <p:nvPr/>
        </p:nvGrpSpPr>
        <p:grpSpPr>
          <a:xfrm>
            <a:off x="3607119" y="3338346"/>
            <a:ext cx="362309" cy="361971"/>
            <a:chOff x="3607119" y="3338346"/>
            <a:chExt cx="362309" cy="361971"/>
          </a:xfrm>
          <a:solidFill>
            <a:srgbClr val="046A38"/>
          </a:solidFill>
        </p:grpSpPr>
        <p:sp>
          <p:nvSpPr>
            <p:cNvPr id="605" name="Graphic 6">
              <a:extLst>
                <a:ext uri="{FF2B5EF4-FFF2-40B4-BE49-F238E27FC236}">
                  <a16:creationId xmlns:a16="http://schemas.microsoft.com/office/drawing/2014/main" id="{C7D93778-5DAC-794D-B3BB-8C4EE68449C7}"/>
                </a:ext>
              </a:extLst>
            </p:cNvPr>
            <p:cNvSpPr/>
            <p:nvPr/>
          </p:nvSpPr>
          <p:spPr>
            <a:xfrm>
              <a:off x="3607119" y="333834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181474 w 362309"/>
                <a:gd name="connsiteY4" fmla="*/ 0 h 361971"/>
                <a:gd name="connsiteX5" fmla="*/ 181474 w 362309"/>
                <a:gd name="connsiteY5" fmla="*/ 349204 h 361971"/>
                <a:gd name="connsiteX6" fmla="*/ 13419 w 362309"/>
                <a:gd name="connsiteY6" fmla="*/ 180667 h 361971"/>
                <a:gd name="connsiteX7" fmla="*/ 182113 w 362309"/>
                <a:gd name="connsiteY7" fmla="*/ 12768 h 361971"/>
                <a:gd name="connsiteX8" fmla="*/ 350168 w 362309"/>
                <a:gd name="connsiteY8" fmla="*/ 181305 h 361971"/>
                <a:gd name="connsiteX9" fmla="*/ 181474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7"/>
                    <a:pt x="0" y="180667"/>
                  </a:cubicBezTo>
                  <a:cubicBezTo>
                    <a:pt x="0" y="280895"/>
                    <a:pt x="81152" y="361972"/>
                    <a:pt x="180835" y="361972"/>
                  </a:cubicBezTo>
                  <a:cubicBezTo>
                    <a:pt x="280518" y="361972"/>
                    <a:pt x="362310" y="280895"/>
                    <a:pt x="362310" y="181305"/>
                  </a:cubicBezTo>
                  <a:cubicBezTo>
                    <a:pt x="362310" y="81715"/>
                    <a:pt x="281157" y="0"/>
                    <a:pt x="181474" y="0"/>
                  </a:cubicBezTo>
                  <a:close/>
                  <a:moveTo>
                    <a:pt x="181474" y="349204"/>
                  </a:moveTo>
                  <a:cubicBezTo>
                    <a:pt x="88820" y="349204"/>
                    <a:pt x="13419" y="273873"/>
                    <a:pt x="13419" y="180667"/>
                  </a:cubicBezTo>
                  <a:cubicBezTo>
                    <a:pt x="13419" y="87461"/>
                    <a:pt x="88820" y="12768"/>
                    <a:pt x="182113" y="12768"/>
                  </a:cubicBezTo>
                  <a:cubicBezTo>
                    <a:pt x="275406" y="12768"/>
                    <a:pt x="350168" y="88099"/>
                    <a:pt x="350168" y="181305"/>
                  </a:cubicBezTo>
                  <a:cubicBezTo>
                    <a:pt x="350168" y="274511"/>
                    <a:pt x="274128"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606" name="Graphic 6">
              <a:extLst>
                <a:ext uri="{FF2B5EF4-FFF2-40B4-BE49-F238E27FC236}">
                  <a16:creationId xmlns:a16="http://schemas.microsoft.com/office/drawing/2014/main" id="{41478EE8-C766-F94C-9231-1D7B28871795}"/>
                </a:ext>
              </a:extLst>
            </p:cNvPr>
            <p:cNvSpPr/>
            <p:nvPr/>
          </p:nvSpPr>
          <p:spPr>
            <a:xfrm>
              <a:off x="3684598" y="3405697"/>
              <a:ext cx="209138" cy="240356"/>
            </a:xfrm>
            <a:custGeom>
              <a:avLst/>
              <a:gdLst>
                <a:gd name="connsiteX0" fmla="*/ 191537 w 209138"/>
                <a:gd name="connsiteY0" fmla="*/ 1596 h 240356"/>
                <a:gd name="connsiteX1" fmla="*/ 185147 w 209138"/>
                <a:gd name="connsiteY1" fmla="*/ 1596 h 240356"/>
                <a:gd name="connsiteX2" fmla="*/ 181952 w 209138"/>
                <a:gd name="connsiteY2" fmla="*/ 6703 h 240356"/>
                <a:gd name="connsiteX3" fmla="*/ 167256 w 209138"/>
                <a:gd name="connsiteY3" fmla="*/ 42454 h 240356"/>
                <a:gd name="connsiteX4" fmla="*/ 167895 w 209138"/>
                <a:gd name="connsiteY4" fmla="*/ 31601 h 240356"/>
                <a:gd name="connsiteX5" fmla="*/ 165339 w 209138"/>
                <a:gd name="connsiteY5" fmla="*/ 26494 h 240356"/>
                <a:gd name="connsiteX6" fmla="*/ 159588 w 209138"/>
                <a:gd name="connsiteY6" fmla="*/ 25217 h 240356"/>
                <a:gd name="connsiteX7" fmla="*/ 140418 w 209138"/>
                <a:gd name="connsiteY7" fmla="*/ 50114 h 240356"/>
                <a:gd name="connsiteX8" fmla="*/ 148725 w 209138"/>
                <a:gd name="connsiteY8" fmla="*/ 80757 h 240356"/>
                <a:gd name="connsiteX9" fmla="*/ 139140 w 209138"/>
                <a:gd name="connsiteY9" fmla="*/ 94802 h 240356"/>
                <a:gd name="connsiteX10" fmla="*/ 129555 w 209138"/>
                <a:gd name="connsiteY10" fmla="*/ 88418 h 240356"/>
                <a:gd name="connsiteX11" fmla="*/ 128916 w 209138"/>
                <a:gd name="connsiteY11" fmla="*/ 88418 h 240356"/>
                <a:gd name="connsiteX12" fmla="*/ 105273 w 209138"/>
                <a:gd name="connsiteY12" fmla="*/ 71181 h 240356"/>
                <a:gd name="connsiteX13" fmla="*/ 103356 w 209138"/>
                <a:gd name="connsiteY13" fmla="*/ 71181 h 240356"/>
                <a:gd name="connsiteX14" fmla="*/ 81631 w 209138"/>
                <a:gd name="connsiteY14" fmla="*/ 88418 h 240356"/>
                <a:gd name="connsiteX15" fmla="*/ 80992 w 209138"/>
                <a:gd name="connsiteY15" fmla="*/ 89057 h 240356"/>
                <a:gd name="connsiteX16" fmla="*/ 70768 w 209138"/>
                <a:gd name="connsiteY16" fmla="*/ 94802 h 240356"/>
                <a:gd name="connsiteX17" fmla="*/ 60544 w 209138"/>
                <a:gd name="connsiteY17" fmla="*/ 80119 h 240356"/>
                <a:gd name="connsiteX18" fmla="*/ 68851 w 209138"/>
                <a:gd name="connsiteY18" fmla="*/ 49476 h 240356"/>
                <a:gd name="connsiteX19" fmla="*/ 49681 w 209138"/>
                <a:gd name="connsiteY19" fmla="*/ 24578 h 240356"/>
                <a:gd name="connsiteX20" fmla="*/ 43930 w 209138"/>
                <a:gd name="connsiteY20" fmla="*/ 25855 h 240356"/>
                <a:gd name="connsiteX21" fmla="*/ 41374 w 209138"/>
                <a:gd name="connsiteY21" fmla="*/ 30962 h 240356"/>
                <a:gd name="connsiteX22" fmla="*/ 42013 w 209138"/>
                <a:gd name="connsiteY22" fmla="*/ 41815 h 240356"/>
                <a:gd name="connsiteX23" fmla="*/ 27316 w 209138"/>
                <a:gd name="connsiteY23" fmla="*/ 6065 h 240356"/>
                <a:gd name="connsiteX24" fmla="*/ 24121 w 209138"/>
                <a:gd name="connsiteY24" fmla="*/ 958 h 240356"/>
                <a:gd name="connsiteX25" fmla="*/ 17731 w 209138"/>
                <a:gd name="connsiteY25" fmla="*/ 958 h 240356"/>
                <a:gd name="connsiteX26" fmla="*/ 479 w 209138"/>
                <a:gd name="connsiteY26" fmla="*/ 43730 h 240356"/>
                <a:gd name="connsiteX27" fmla="*/ 27316 w 209138"/>
                <a:gd name="connsiteY27" fmla="*/ 80119 h 240356"/>
                <a:gd name="connsiteX28" fmla="*/ 46486 w 209138"/>
                <a:gd name="connsiteY28" fmla="*/ 85865 h 240356"/>
                <a:gd name="connsiteX29" fmla="*/ 49681 w 209138"/>
                <a:gd name="connsiteY29" fmla="*/ 85865 h 240356"/>
                <a:gd name="connsiteX30" fmla="*/ 63739 w 209138"/>
                <a:gd name="connsiteY30" fmla="*/ 106932 h 240356"/>
                <a:gd name="connsiteX31" fmla="*/ 68851 w 209138"/>
                <a:gd name="connsiteY31" fmla="*/ 109485 h 240356"/>
                <a:gd name="connsiteX32" fmla="*/ 72046 w 209138"/>
                <a:gd name="connsiteY32" fmla="*/ 108847 h 240356"/>
                <a:gd name="connsiteX33" fmla="*/ 75241 w 209138"/>
                <a:gd name="connsiteY33" fmla="*/ 106932 h 240356"/>
                <a:gd name="connsiteX34" fmla="*/ 74602 w 209138"/>
                <a:gd name="connsiteY34" fmla="*/ 115231 h 240356"/>
                <a:gd name="connsiteX35" fmla="*/ 50320 w 209138"/>
                <a:gd name="connsiteY35" fmla="*/ 115231 h 240356"/>
                <a:gd name="connsiteX36" fmla="*/ 43930 w 209138"/>
                <a:gd name="connsiteY36" fmla="*/ 121615 h 240356"/>
                <a:gd name="connsiteX37" fmla="*/ 43930 w 209138"/>
                <a:gd name="connsiteY37" fmla="*/ 140128 h 240356"/>
                <a:gd name="connsiteX38" fmla="*/ 50320 w 209138"/>
                <a:gd name="connsiteY38" fmla="*/ 146512 h 240356"/>
                <a:gd name="connsiteX39" fmla="*/ 56710 w 209138"/>
                <a:gd name="connsiteY39" fmla="*/ 140128 h 240356"/>
                <a:gd name="connsiteX40" fmla="*/ 56710 w 209138"/>
                <a:gd name="connsiteY40" fmla="*/ 127999 h 240356"/>
                <a:gd name="connsiteX41" fmla="*/ 75241 w 209138"/>
                <a:gd name="connsiteY41" fmla="*/ 127999 h 240356"/>
                <a:gd name="connsiteX42" fmla="*/ 77158 w 209138"/>
                <a:gd name="connsiteY42" fmla="*/ 138213 h 240356"/>
                <a:gd name="connsiteX43" fmla="*/ 67573 w 209138"/>
                <a:gd name="connsiteY43" fmla="*/ 138213 h 240356"/>
                <a:gd name="connsiteX44" fmla="*/ 61183 w 209138"/>
                <a:gd name="connsiteY44" fmla="*/ 144597 h 240356"/>
                <a:gd name="connsiteX45" fmla="*/ 61183 w 209138"/>
                <a:gd name="connsiteY45" fmla="*/ 164387 h 240356"/>
                <a:gd name="connsiteX46" fmla="*/ 67573 w 209138"/>
                <a:gd name="connsiteY46" fmla="*/ 170771 h 240356"/>
                <a:gd name="connsiteX47" fmla="*/ 73963 w 209138"/>
                <a:gd name="connsiteY47" fmla="*/ 164387 h 240356"/>
                <a:gd name="connsiteX48" fmla="*/ 73963 w 209138"/>
                <a:gd name="connsiteY48" fmla="*/ 150981 h 240356"/>
                <a:gd name="connsiteX49" fmla="*/ 82908 w 209138"/>
                <a:gd name="connsiteY49" fmla="*/ 150981 h 240356"/>
                <a:gd name="connsiteX50" fmla="*/ 99523 w 209138"/>
                <a:gd name="connsiteY50" fmla="*/ 163749 h 240356"/>
                <a:gd name="connsiteX51" fmla="*/ 70768 w 209138"/>
                <a:gd name="connsiteY51" fmla="*/ 226951 h 240356"/>
                <a:gd name="connsiteX52" fmla="*/ 54793 w 209138"/>
                <a:gd name="connsiteY52" fmla="*/ 225035 h 240356"/>
                <a:gd name="connsiteX53" fmla="*/ 43930 w 209138"/>
                <a:gd name="connsiteY53" fmla="*/ 209075 h 240356"/>
                <a:gd name="connsiteX54" fmla="*/ 60544 w 209138"/>
                <a:gd name="connsiteY54" fmla="*/ 183539 h 240356"/>
                <a:gd name="connsiteX55" fmla="*/ 54154 w 209138"/>
                <a:gd name="connsiteY55" fmla="*/ 177794 h 240356"/>
                <a:gd name="connsiteX56" fmla="*/ 47764 w 209138"/>
                <a:gd name="connsiteY56" fmla="*/ 184178 h 240356"/>
                <a:gd name="connsiteX57" fmla="*/ 40735 w 209138"/>
                <a:gd name="connsiteY57" fmla="*/ 196307 h 240356"/>
                <a:gd name="connsiteX58" fmla="*/ 48403 w 209138"/>
                <a:gd name="connsiteY58" fmla="*/ 170771 h 240356"/>
                <a:gd name="connsiteX59" fmla="*/ 52876 w 209138"/>
                <a:gd name="connsiteY59" fmla="*/ 163111 h 240356"/>
                <a:gd name="connsiteX60" fmla="*/ 45208 w 209138"/>
                <a:gd name="connsiteY60" fmla="*/ 158642 h 240356"/>
                <a:gd name="connsiteX61" fmla="*/ 29233 w 209138"/>
                <a:gd name="connsiteY61" fmla="*/ 202053 h 240356"/>
                <a:gd name="connsiteX62" fmla="*/ 48403 w 209138"/>
                <a:gd name="connsiteY62" fmla="*/ 235888 h 240356"/>
                <a:gd name="connsiteX63" fmla="*/ 64378 w 209138"/>
                <a:gd name="connsiteY63" fmla="*/ 240357 h 240356"/>
                <a:gd name="connsiteX64" fmla="*/ 73963 w 209138"/>
                <a:gd name="connsiteY64" fmla="*/ 239080 h 240356"/>
                <a:gd name="connsiteX65" fmla="*/ 112302 w 209138"/>
                <a:gd name="connsiteY65" fmla="*/ 163749 h 240356"/>
                <a:gd name="connsiteX66" fmla="*/ 125082 w 209138"/>
                <a:gd name="connsiteY66" fmla="*/ 156727 h 240356"/>
                <a:gd name="connsiteX67" fmla="*/ 129555 w 209138"/>
                <a:gd name="connsiteY67" fmla="*/ 150981 h 240356"/>
                <a:gd name="connsiteX68" fmla="*/ 138501 w 209138"/>
                <a:gd name="connsiteY68" fmla="*/ 150981 h 240356"/>
                <a:gd name="connsiteX69" fmla="*/ 138501 w 209138"/>
                <a:gd name="connsiteY69" fmla="*/ 164387 h 240356"/>
                <a:gd name="connsiteX70" fmla="*/ 144891 w 209138"/>
                <a:gd name="connsiteY70" fmla="*/ 170771 h 240356"/>
                <a:gd name="connsiteX71" fmla="*/ 151281 w 209138"/>
                <a:gd name="connsiteY71" fmla="*/ 164387 h 240356"/>
                <a:gd name="connsiteX72" fmla="*/ 151281 w 209138"/>
                <a:gd name="connsiteY72" fmla="*/ 144597 h 240356"/>
                <a:gd name="connsiteX73" fmla="*/ 144891 w 209138"/>
                <a:gd name="connsiteY73" fmla="*/ 138213 h 240356"/>
                <a:gd name="connsiteX74" fmla="*/ 134667 w 209138"/>
                <a:gd name="connsiteY74" fmla="*/ 138213 h 240356"/>
                <a:gd name="connsiteX75" fmla="*/ 136584 w 209138"/>
                <a:gd name="connsiteY75" fmla="*/ 127999 h 240356"/>
                <a:gd name="connsiteX76" fmla="*/ 157671 w 209138"/>
                <a:gd name="connsiteY76" fmla="*/ 127999 h 240356"/>
                <a:gd name="connsiteX77" fmla="*/ 157671 w 209138"/>
                <a:gd name="connsiteY77" fmla="*/ 140128 h 240356"/>
                <a:gd name="connsiteX78" fmla="*/ 164061 w 209138"/>
                <a:gd name="connsiteY78" fmla="*/ 146512 h 240356"/>
                <a:gd name="connsiteX79" fmla="*/ 170451 w 209138"/>
                <a:gd name="connsiteY79" fmla="*/ 140128 h 240356"/>
                <a:gd name="connsiteX80" fmla="*/ 170451 w 209138"/>
                <a:gd name="connsiteY80" fmla="*/ 121615 h 240356"/>
                <a:gd name="connsiteX81" fmla="*/ 164061 w 209138"/>
                <a:gd name="connsiteY81" fmla="*/ 115231 h 240356"/>
                <a:gd name="connsiteX82" fmla="*/ 136584 w 209138"/>
                <a:gd name="connsiteY82" fmla="*/ 115231 h 240356"/>
                <a:gd name="connsiteX83" fmla="*/ 135945 w 209138"/>
                <a:gd name="connsiteY83" fmla="*/ 108208 h 240356"/>
                <a:gd name="connsiteX84" fmla="*/ 137223 w 209138"/>
                <a:gd name="connsiteY84" fmla="*/ 108847 h 240356"/>
                <a:gd name="connsiteX85" fmla="*/ 140418 w 209138"/>
                <a:gd name="connsiteY85" fmla="*/ 110124 h 240356"/>
                <a:gd name="connsiteX86" fmla="*/ 145530 w 209138"/>
                <a:gd name="connsiteY86" fmla="*/ 107570 h 240356"/>
                <a:gd name="connsiteX87" fmla="*/ 159588 w 209138"/>
                <a:gd name="connsiteY87" fmla="*/ 86503 h 240356"/>
                <a:gd name="connsiteX88" fmla="*/ 162783 w 209138"/>
                <a:gd name="connsiteY88" fmla="*/ 87141 h 240356"/>
                <a:gd name="connsiteX89" fmla="*/ 181952 w 209138"/>
                <a:gd name="connsiteY89" fmla="*/ 81396 h 240356"/>
                <a:gd name="connsiteX90" fmla="*/ 208790 w 209138"/>
                <a:gd name="connsiteY90" fmla="*/ 45007 h 240356"/>
                <a:gd name="connsiteX91" fmla="*/ 191537 w 209138"/>
                <a:gd name="connsiteY91" fmla="*/ 1596 h 240356"/>
                <a:gd name="connsiteX92" fmla="*/ 31789 w 209138"/>
                <a:gd name="connsiteY92" fmla="*/ 69266 h 240356"/>
                <a:gd name="connsiteX93" fmla="*/ 11980 w 209138"/>
                <a:gd name="connsiteY93" fmla="*/ 42454 h 240356"/>
                <a:gd name="connsiteX94" fmla="*/ 15175 w 209138"/>
                <a:gd name="connsiteY94" fmla="*/ 21386 h 240356"/>
                <a:gd name="connsiteX95" fmla="*/ 47125 w 209138"/>
                <a:gd name="connsiteY95" fmla="*/ 57775 h 240356"/>
                <a:gd name="connsiteX96" fmla="*/ 52237 w 209138"/>
                <a:gd name="connsiteY96" fmla="*/ 56498 h 240356"/>
                <a:gd name="connsiteX97" fmla="*/ 54154 w 209138"/>
                <a:gd name="connsiteY97" fmla="*/ 51391 h 240356"/>
                <a:gd name="connsiteX98" fmla="*/ 54154 w 209138"/>
                <a:gd name="connsiteY98" fmla="*/ 46922 h 240356"/>
                <a:gd name="connsiteX99" fmla="*/ 55432 w 209138"/>
                <a:gd name="connsiteY99" fmla="*/ 51391 h 240356"/>
                <a:gd name="connsiteX100" fmla="*/ 47125 w 209138"/>
                <a:gd name="connsiteY100" fmla="*/ 72458 h 240356"/>
                <a:gd name="connsiteX101" fmla="*/ 31789 w 209138"/>
                <a:gd name="connsiteY101" fmla="*/ 69266 h 240356"/>
                <a:gd name="connsiteX102" fmla="*/ 104634 w 209138"/>
                <a:gd name="connsiteY102" fmla="*/ 151619 h 240356"/>
                <a:gd name="connsiteX103" fmla="*/ 104634 w 209138"/>
                <a:gd name="connsiteY103" fmla="*/ 151619 h 240356"/>
                <a:gd name="connsiteX104" fmla="*/ 91855 w 209138"/>
                <a:gd name="connsiteY104" fmla="*/ 142044 h 240356"/>
                <a:gd name="connsiteX105" fmla="*/ 91216 w 209138"/>
                <a:gd name="connsiteY105" fmla="*/ 140128 h 240356"/>
                <a:gd name="connsiteX106" fmla="*/ 86743 w 209138"/>
                <a:gd name="connsiteY106" fmla="*/ 118423 h 240356"/>
                <a:gd name="connsiteX107" fmla="*/ 104634 w 209138"/>
                <a:gd name="connsiteY107" fmla="*/ 83311 h 240356"/>
                <a:gd name="connsiteX108" fmla="*/ 123804 w 209138"/>
                <a:gd name="connsiteY108" fmla="*/ 118423 h 240356"/>
                <a:gd name="connsiteX109" fmla="*/ 119970 w 209138"/>
                <a:gd name="connsiteY109" fmla="*/ 140767 h 240356"/>
                <a:gd name="connsiteX110" fmla="*/ 119970 w 209138"/>
                <a:gd name="connsiteY110" fmla="*/ 141405 h 240356"/>
                <a:gd name="connsiteX111" fmla="*/ 116136 w 209138"/>
                <a:gd name="connsiteY111" fmla="*/ 146512 h 240356"/>
                <a:gd name="connsiteX112" fmla="*/ 104634 w 209138"/>
                <a:gd name="connsiteY112" fmla="*/ 151619 h 240356"/>
                <a:gd name="connsiteX113" fmla="*/ 196010 w 209138"/>
                <a:gd name="connsiteY113" fmla="*/ 42454 h 240356"/>
                <a:gd name="connsiteX114" fmla="*/ 175563 w 209138"/>
                <a:gd name="connsiteY114" fmla="*/ 69266 h 240356"/>
                <a:gd name="connsiteX115" fmla="*/ 160866 w 209138"/>
                <a:gd name="connsiteY115" fmla="*/ 73097 h 240356"/>
                <a:gd name="connsiteX116" fmla="*/ 152559 w 209138"/>
                <a:gd name="connsiteY116" fmla="*/ 52030 h 240356"/>
                <a:gd name="connsiteX117" fmla="*/ 153837 w 209138"/>
                <a:gd name="connsiteY117" fmla="*/ 47561 h 240356"/>
                <a:gd name="connsiteX118" fmla="*/ 153837 w 209138"/>
                <a:gd name="connsiteY118" fmla="*/ 52030 h 240356"/>
                <a:gd name="connsiteX119" fmla="*/ 155754 w 209138"/>
                <a:gd name="connsiteY119" fmla="*/ 57137 h 240356"/>
                <a:gd name="connsiteX120" fmla="*/ 160866 w 209138"/>
                <a:gd name="connsiteY120" fmla="*/ 58413 h 240356"/>
                <a:gd name="connsiteX121" fmla="*/ 192815 w 209138"/>
                <a:gd name="connsiteY121" fmla="*/ 22025 h 240356"/>
                <a:gd name="connsiteX122" fmla="*/ 196010 w 209138"/>
                <a:gd name="connsiteY122" fmla="*/ 42454 h 240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209138" h="240356">
                  <a:moveTo>
                    <a:pt x="191537" y="1596"/>
                  </a:moveTo>
                  <a:cubicBezTo>
                    <a:pt x="189620" y="319"/>
                    <a:pt x="187065" y="319"/>
                    <a:pt x="185147" y="1596"/>
                  </a:cubicBezTo>
                  <a:cubicBezTo>
                    <a:pt x="183231" y="2873"/>
                    <a:pt x="181952" y="4788"/>
                    <a:pt x="181952" y="6703"/>
                  </a:cubicBezTo>
                  <a:cubicBezTo>
                    <a:pt x="180675" y="27770"/>
                    <a:pt x="173007" y="37985"/>
                    <a:pt x="167256" y="42454"/>
                  </a:cubicBezTo>
                  <a:lnTo>
                    <a:pt x="167895" y="31601"/>
                  </a:lnTo>
                  <a:cubicBezTo>
                    <a:pt x="167895" y="29686"/>
                    <a:pt x="167256" y="27770"/>
                    <a:pt x="165339" y="26494"/>
                  </a:cubicBezTo>
                  <a:cubicBezTo>
                    <a:pt x="164061" y="25217"/>
                    <a:pt x="161505" y="24578"/>
                    <a:pt x="159588" y="25217"/>
                  </a:cubicBezTo>
                  <a:cubicBezTo>
                    <a:pt x="158949" y="25217"/>
                    <a:pt x="143613" y="29047"/>
                    <a:pt x="140418" y="50114"/>
                  </a:cubicBezTo>
                  <a:cubicBezTo>
                    <a:pt x="137862" y="64159"/>
                    <a:pt x="140418" y="73735"/>
                    <a:pt x="148725" y="80757"/>
                  </a:cubicBezTo>
                  <a:lnTo>
                    <a:pt x="139140" y="94802"/>
                  </a:lnTo>
                  <a:lnTo>
                    <a:pt x="129555" y="88418"/>
                  </a:lnTo>
                  <a:lnTo>
                    <a:pt x="128916" y="88418"/>
                  </a:lnTo>
                  <a:cubicBezTo>
                    <a:pt x="121887" y="76927"/>
                    <a:pt x="111663" y="72458"/>
                    <a:pt x="105273" y="71181"/>
                  </a:cubicBezTo>
                  <a:cubicBezTo>
                    <a:pt x="104634" y="71181"/>
                    <a:pt x="103996" y="71181"/>
                    <a:pt x="103356" y="71181"/>
                  </a:cubicBezTo>
                  <a:cubicBezTo>
                    <a:pt x="102718" y="71181"/>
                    <a:pt x="89938" y="74373"/>
                    <a:pt x="81631" y="88418"/>
                  </a:cubicBezTo>
                  <a:cubicBezTo>
                    <a:pt x="81631" y="88418"/>
                    <a:pt x="80992" y="88418"/>
                    <a:pt x="80992" y="89057"/>
                  </a:cubicBezTo>
                  <a:lnTo>
                    <a:pt x="70768" y="94802"/>
                  </a:lnTo>
                  <a:lnTo>
                    <a:pt x="60544" y="80119"/>
                  </a:lnTo>
                  <a:cubicBezTo>
                    <a:pt x="68851" y="73735"/>
                    <a:pt x="70768" y="64159"/>
                    <a:pt x="68851" y="49476"/>
                  </a:cubicBezTo>
                  <a:cubicBezTo>
                    <a:pt x="65017" y="29047"/>
                    <a:pt x="50320" y="24578"/>
                    <a:pt x="49681" y="24578"/>
                  </a:cubicBezTo>
                  <a:cubicBezTo>
                    <a:pt x="47764" y="23940"/>
                    <a:pt x="45847" y="24578"/>
                    <a:pt x="43930" y="25855"/>
                  </a:cubicBezTo>
                  <a:cubicBezTo>
                    <a:pt x="42652" y="27132"/>
                    <a:pt x="41374" y="29047"/>
                    <a:pt x="41374" y="30962"/>
                  </a:cubicBezTo>
                  <a:lnTo>
                    <a:pt x="42013" y="41815"/>
                  </a:lnTo>
                  <a:cubicBezTo>
                    <a:pt x="35623" y="37346"/>
                    <a:pt x="27955" y="27770"/>
                    <a:pt x="27316" y="6065"/>
                  </a:cubicBezTo>
                  <a:cubicBezTo>
                    <a:pt x="27316" y="3511"/>
                    <a:pt x="26038" y="1596"/>
                    <a:pt x="24121" y="958"/>
                  </a:cubicBezTo>
                  <a:cubicBezTo>
                    <a:pt x="22204" y="-319"/>
                    <a:pt x="19648" y="-319"/>
                    <a:pt x="17731" y="958"/>
                  </a:cubicBezTo>
                  <a:cubicBezTo>
                    <a:pt x="17092" y="1596"/>
                    <a:pt x="-3356" y="14364"/>
                    <a:pt x="479" y="43730"/>
                  </a:cubicBezTo>
                  <a:cubicBezTo>
                    <a:pt x="2395" y="58413"/>
                    <a:pt x="11980" y="71820"/>
                    <a:pt x="27316" y="80119"/>
                  </a:cubicBezTo>
                  <a:cubicBezTo>
                    <a:pt x="34345" y="83949"/>
                    <a:pt x="40735" y="85865"/>
                    <a:pt x="46486" y="85865"/>
                  </a:cubicBezTo>
                  <a:cubicBezTo>
                    <a:pt x="47764" y="85865"/>
                    <a:pt x="49042" y="85865"/>
                    <a:pt x="49681" y="85865"/>
                  </a:cubicBezTo>
                  <a:lnTo>
                    <a:pt x="63739" y="106932"/>
                  </a:lnTo>
                  <a:cubicBezTo>
                    <a:pt x="65017" y="108847"/>
                    <a:pt x="66934" y="109485"/>
                    <a:pt x="68851" y="109485"/>
                  </a:cubicBezTo>
                  <a:cubicBezTo>
                    <a:pt x="70129" y="109485"/>
                    <a:pt x="71407" y="109485"/>
                    <a:pt x="72046" y="108847"/>
                  </a:cubicBezTo>
                  <a:lnTo>
                    <a:pt x="75241" y="106932"/>
                  </a:lnTo>
                  <a:cubicBezTo>
                    <a:pt x="74602" y="109485"/>
                    <a:pt x="74602" y="112039"/>
                    <a:pt x="74602" y="115231"/>
                  </a:cubicBezTo>
                  <a:lnTo>
                    <a:pt x="50320" y="115231"/>
                  </a:lnTo>
                  <a:cubicBezTo>
                    <a:pt x="46486" y="115231"/>
                    <a:pt x="43930" y="117784"/>
                    <a:pt x="43930" y="121615"/>
                  </a:cubicBezTo>
                  <a:lnTo>
                    <a:pt x="43930" y="140128"/>
                  </a:lnTo>
                  <a:cubicBezTo>
                    <a:pt x="43930" y="143959"/>
                    <a:pt x="46486" y="146512"/>
                    <a:pt x="50320" y="146512"/>
                  </a:cubicBezTo>
                  <a:cubicBezTo>
                    <a:pt x="54154" y="146512"/>
                    <a:pt x="56710" y="143959"/>
                    <a:pt x="56710" y="140128"/>
                  </a:cubicBezTo>
                  <a:lnTo>
                    <a:pt x="56710" y="127999"/>
                  </a:lnTo>
                  <a:lnTo>
                    <a:pt x="75241" y="127999"/>
                  </a:lnTo>
                  <a:cubicBezTo>
                    <a:pt x="75880" y="131829"/>
                    <a:pt x="76519" y="135021"/>
                    <a:pt x="77158" y="138213"/>
                  </a:cubicBezTo>
                  <a:lnTo>
                    <a:pt x="67573" y="138213"/>
                  </a:lnTo>
                  <a:cubicBezTo>
                    <a:pt x="63739" y="138213"/>
                    <a:pt x="61183" y="140767"/>
                    <a:pt x="61183" y="144597"/>
                  </a:cubicBezTo>
                  <a:lnTo>
                    <a:pt x="61183" y="164387"/>
                  </a:lnTo>
                  <a:cubicBezTo>
                    <a:pt x="61183" y="168218"/>
                    <a:pt x="63739" y="170771"/>
                    <a:pt x="67573" y="170771"/>
                  </a:cubicBezTo>
                  <a:cubicBezTo>
                    <a:pt x="71407" y="170771"/>
                    <a:pt x="73963" y="168218"/>
                    <a:pt x="73963" y="164387"/>
                  </a:cubicBezTo>
                  <a:lnTo>
                    <a:pt x="73963" y="150981"/>
                  </a:lnTo>
                  <a:lnTo>
                    <a:pt x="82908" y="150981"/>
                  </a:lnTo>
                  <a:cubicBezTo>
                    <a:pt x="88021" y="158642"/>
                    <a:pt x="95050" y="161834"/>
                    <a:pt x="99523" y="163749"/>
                  </a:cubicBezTo>
                  <a:cubicBezTo>
                    <a:pt x="98883" y="219928"/>
                    <a:pt x="80992" y="224397"/>
                    <a:pt x="70768" y="226951"/>
                  </a:cubicBezTo>
                  <a:cubicBezTo>
                    <a:pt x="64378" y="228227"/>
                    <a:pt x="59266" y="228227"/>
                    <a:pt x="54793" y="225035"/>
                  </a:cubicBezTo>
                  <a:cubicBezTo>
                    <a:pt x="50320" y="221843"/>
                    <a:pt x="46486" y="216736"/>
                    <a:pt x="43930" y="209075"/>
                  </a:cubicBezTo>
                  <a:cubicBezTo>
                    <a:pt x="56710" y="205883"/>
                    <a:pt x="61183" y="192477"/>
                    <a:pt x="60544" y="183539"/>
                  </a:cubicBezTo>
                  <a:cubicBezTo>
                    <a:pt x="60544" y="180347"/>
                    <a:pt x="57349" y="177155"/>
                    <a:pt x="54154" y="177794"/>
                  </a:cubicBezTo>
                  <a:cubicBezTo>
                    <a:pt x="50959" y="177794"/>
                    <a:pt x="47764" y="180986"/>
                    <a:pt x="47764" y="184178"/>
                  </a:cubicBezTo>
                  <a:cubicBezTo>
                    <a:pt x="47764" y="186093"/>
                    <a:pt x="47764" y="194392"/>
                    <a:pt x="40735" y="196307"/>
                  </a:cubicBezTo>
                  <a:cubicBezTo>
                    <a:pt x="37540" y="175240"/>
                    <a:pt x="47764" y="170771"/>
                    <a:pt x="48403" y="170771"/>
                  </a:cubicBezTo>
                  <a:cubicBezTo>
                    <a:pt x="51598" y="169495"/>
                    <a:pt x="53515" y="166303"/>
                    <a:pt x="52876" y="163111"/>
                  </a:cubicBezTo>
                  <a:cubicBezTo>
                    <a:pt x="51598" y="159919"/>
                    <a:pt x="48403" y="158003"/>
                    <a:pt x="45208" y="158642"/>
                  </a:cubicBezTo>
                  <a:cubicBezTo>
                    <a:pt x="44569" y="158642"/>
                    <a:pt x="21565" y="166303"/>
                    <a:pt x="29233" y="202053"/>
                  </a:cubicBezTo>
                  <a:cubicBezTo>
                    <a:pt x="32428" y="218651"/>
                    <a:pt x="39457" y="230143"/>
                    <a:pt x="48403" y="235888"/>
                  </a:cubicBezTo>
                  <a:cubicBezTo>
                    <a:pt x="53515" y="239080"/>
                    <a:pt x="58627" y="240357"/>
                    <a:pt x="64378" y="240357"/>
                  </a:cubicBezTo>
                  <a:cubicBezTo>
                    <a:pt x="67573" y="240357"/>
                    <a:pt x="70768" y="239719"/>
                    <a:pt x="73963" y="239080"/>
                  </a:cubicBezTo>
                  <a:cubicBezTo>
                    <a:pt x="100161" y="232696"/>
                    <a:pt x="111663" y="209714"/>
                    <a:pt x="112302" y="163749"/>
                  </a:cubicBezTo>
                  <a:cubicBezTo>
                    <a:pt x="116136" y="162472"/>
                    <a:pt x="121248" y="160557"/>
                    <a:pt x="125082" y="156727"/>
                  </a:cubicBezTo>
                  <a:cubicBezTo>
                    <a:pt x="126999" y="154811"/>
                    <a:pt x="128277" y="152896"/>
                    <a:pt x="129555" y="150981"/>
                  </a:cubicBezTo>
                  <a:lnTo>
                    <a:pt x="138501" y="150981"/>
                  </a:lnTo>
                  <a:lnTo>
                    <a:pt x="138501" y="164387"/>
                  </a:lnTo>
                  <a:cubicBezTo>
                    <a:pt x="138501" y="168218"/>
                    <a:pt x="141057" y="170771"/>
                    <a:pt x="144891" y="170771"/>
                  </a:cubicBezTo>
                  <a:cubicBezTo>
                    <a:pt x="148725" y="170771"/>
                    <a:pt x="151281" y="168218"/>
                    <a:pt x="151281" y="164387"/>
                  </a:cubicBezTo>
                  <a:lnTo>
                    <a:pt x="151281" y="144597"/>
                  </a:lnTo>
                  <a:cubicBezTo>
                    <a:pt x="151281" y="140767"/>
                    <a:pt x="148725" y="138213"/>
                    <a:pt x="144891" y="138213"/>
                  </a:cubicBezTo>
                  <a:lnTo>
                    <a:pt x="134667" y="138213"/>
                  </a:lnTo>
                  <a:cubicBezTo>
                    <a:pt x="135306" y="135021"/>
                    <a:pt x="135945" y="131829"/>
                    <a:pt x="136584" y="127999"/>
                  </a:cubicBezTo>
                  <a:lnTo>
                    <a:pt x="157671" y="127999"/>
                  </a:lnTo>
                  <a:lnTo>
                    <a:pt x="157671" y="140128"/>
                  </a:lnTo>
                  <a:cubicBezTo>
                    <a:pt x="157671" y="143959"/>
                    <a:pt x="160227" y="146512"/>
                    <a:pt x="164061" y="146512"/>
                  </a:cubicBezTo>
                  <a:cubicBezTo>
                    <a:pt x="167895" y="146512"/>
                    <a:pt x="170451" y="143959"/>
                    <a:pt x="170451" y="140128"/>
                  </a:cubicBezTo>
                  <a:lnTo>
                    <a:pt x="170451" y="121615"/>
                  </a:lnTo>
                  <a:cubicBezTo>
                    <a:pt x="170451" y="117784"/>
                    <a:pt x="167895" y="115231"/>
                    <a:pt x="164061" y="115231"/>
                  </a:cubicBezTo>
                  <a:lnTo>
                    <a:pt x="136584" y="115231"/>
                  </a:lnTo>
                  <a:cubicBezTo>
                    <a:pt x="136584" y="112677"/>
                    <a:pt x="135945" y="110124"/>
                    <a:pt x="135945" y="108208"/>
                  </a:cubicBezTo>
                  <a:lnTo>
                    <a:pt x="137223" y="108847"/>
                  </a:lnTo>
                  <a:cubicBezTo>
                    <a:pt x="138501" y="109485"/>
                    <a:pt x="139779" y="110124"/>
                    <a:pt x="140418" y="110124"/>
                  </a:cubicBezTo>
                  <a:cubicBezTo>
                    <a:pt x="142335" y="110124"/>
                    <a:pt x="144252" y="108847"/>
                    <a:pt x="145530" y="107570"/>
                  </a:cubicBezTo>
                  <a:lnTo>
                    <a:pt x="159588" y="86503"/>
                  </a:lnTo>
                  <a:cubicBezTo>
                    <a:pt x="160866" y="86503"/>
                    <a:pt x="162144" y="87141"/>
                    <a:pt x="162783" y="87141"/>
                  </a:cubicBezTo>
                  <a:cubicBezTo>
                    <a:pt x="168534" y="87141"/>
                    <a:pt x="174924" y="85226"/>
                    <a:pt x="181952" y="81396"/>
                  </a:cubicBezTo>
                  <a:cubicBezTo>
                    <a:pt x="196650" y="73097"/>
                    <a:pt x="206873" y="59690"/>
                    <a:pt x="208790" y="45007"/>
                  </a:cubicBezTo>
                  <a:cubicBezTo>
                    <a:pt x="211985" y="14364"/>
                    <a:pt x="192177" y="1596"/>
                    <a:pt x="191537" y="1596"/>
                  </a:cubicBezTo>
                  <a:close/>
                  <a:moveTo>
                    <a:pt x="31789" y="69266"/>
                  </a:moveTo>
                  <a:cubicBezTo>
                    <a:pt x="27316" y="66713"/>
                    <a:pt x="13897" y="58413"/>
                    <a:pt x="11980" y="42454"/>
                  </a:cubicBezTo>
                  <a:cubicBezTo>
                    <a:pt x="10702" y="33516"/>
                    <a:pt x="12619" y="26494"/>
                    <a:pt x="15175" y="21386"/>
                  </a:cubicBezTo>
                  <a:cubicBezTo>
                    <a:pt x="22204" y="53945"/>
                    <a:pt x="45847" y="57775"/>
                    <a:pt x="47125" y="57775"/>
                  </a:cubicBezTo>
                  <a:cubicBezTo>
                    <a:pt x="49042" y="57775"/>
                    <a:pt x="50959" y="57775"/>
                    <a:pt x="52237" y="56498"/>
                  </a:cubicBezTo>
                  <a:cubicBezTo>
                    <a:pt x="53515" y="55222"/>
                    <a:pt x="54154" y="53306"/>
                    <a:pt x="54154" y="51391"/>
                  </a:cubicBezTo>
                  <a:lnTo>
                    <a:pt x="54154" y="46922"/>
                  </a:lnTo>
                  <a:cubicBezTo>
                    <a:pt x="54793" y="48199"/>
                    <a:pt x="54793" y="50114"/>
                    <a:pt x="55432" y="51391"/>
                  </a:cubicBezTo>
                  <a:cubicBezTo>
                    <a:pt x="57988" y="66074"/>
                    <a:pt x="53515" y="69905"/>
                    <a:pt x="47125" y="72458"/>
                  </a:cubicBezTo>
                  <a:cubicBezTo>
                    <a:pt x="45208" y="73735"/>
                    <a:pt x="39457" y="73735"/>
                    <a:pt x="31789" y="69266"/>
                  </a:cubicBezTo>
                  <a:close/>
                  <a:moveTo>
                    <a:pt x="104634" y="151619"/>
                  </a:moveTo>
                  <a:cubicBezTo>
                    <a:pt x="103996" y="151619"/>
                    <a:pt x="103996" y="151619"/>
                    <a:pt x="104634" y="151619"/>
                  </a:cubicBezTo>
                  <a:cubicBezTo>
                    <a:pt x="103996" y="151619"/>
                    <a:pt x="96966" y="150343"/>
                    <a:pt x="91855" y="142044"/>
                  </a:cubicBezTo>
                  <a:cubicBezTo>
                    <a:pt x="91855" y="141405"/>
                    <a:pt x="91216" y="140767"/>
                    <a:pt x="91216" y="140128"/>
                  </a:cubicBezTo>
                  <a:cubicBezTo>
                    <a:pt x="88660" y="135021"/>
                    <a:pt x="86743" y="128637"/>
                    <a:pt x="86743" y="118423"/>
                  </a:cubicBezTo>
                  <a:cubicBezTo>
                    <a:pt x="86743" y="91610"/>
                    <a:pt x="100161" y="84588"/>
                    <a:pt x="104634" y="83311"/>
                  </a:cubicBezTo>
                  <a:cubicBezTo>
                    <a:pt x="109107" y="84588"/>
                    <a:pt x="123165" y="90972"/>
                    <a:pt x="123804" y="118423"/>
                  </a:cubicBezTo>
                  <a:cubicBezTo>
                    <a:pt x="123804" y="127999"/>
                    <a:pt x="122526" y="135660"/>
                    <a:pt x="119970" y="140767"/>
                  </a:cubicBezTo>
                  <a:lnTo>
                    <a:pt x="119970" y="141405"/>
                  </a:lnTo>
                  <a:cubicBezTo>
                    <a:pt x="118692" y="143320"/>
                    <a:pt x="118053" y="145236"/>
                    <a:pt x="116136" y="146512"/>
                  </a:cubicBezTo>
                  <a:cubicBezTo>
                    <a:pt x="110386" y="151619"/>
                    <a:pt x="105273" y="151619"/>
                    <a:pt x="104634" y="151619"/>
                  </a:cubicBezTo>
                  <a:close/>
                  <a:moveTo>
                    <a:pt x="196010" y="42454"/>
                  </a:moveTo>
                  <a:cubicBezTo>
                    <a:pt x="194094" y="58413"/>
                    <a:pt x="180036" y="67351"/>
                    <a:pt x="175563" y="69266"/>
                  </a:cubicBezTo>
                  <a:cubicBezTo>
                    <a:pt x="167895" y="73735"/>
                    <a:pt x="162144" y="73735"/>
                    <a:pt x="160866" y="73097"/>
                  </a:cubicBezTo>
                  <a:cubicBezTo>
                    <a:pt x="154476" y="69905"/>
                    <a:pt x="150003" y="66713"/>
                    <a:pt x="152559" y="52030"/>
                  </a:cubicBezTo>
                  <a:cubicBezTo>
                    <a:pt x="152559" y="50114"/>
                    <a:pt x="153198" y="48838"/>
                    <a:pt x="153837" y="47561"/>
                  </a:cubicBezTo>
                  <a:lnTo>
                    <a:pt x="153837" y="52030"/>
                  </a:lnTo>
                  <a:cubicBezTo>
                    <a:pt x="153837" y="53945"/>
                    <a:pt x="154476" y="55860"/>
                    <a:pt x="155754" y="57137"/>
                  </a:cubicBezTo>
                  <a:cubicBezTo>
                    <a:pt x="157032" y="58413"/>
                    <a:pt x="158949" y="59052"/>
                    <a:pt x="160866" y="58413"/>
                  </a:cubicBezTo>
                  <a:cubicBezTo>
                    <a:pt x="162144" y="58413"/>
                    <a:pt x="185787" y="54583"/>
                    <a:pt x="192815" y="22025"/>
                  </a:cubicBezTo>
                  <a:cubicBezTo>
                    <a:pt x="195372" y="26494"/>
                    <a:pt x="197288" y="33516"/>
                    <a:pt x="196010" y="42454"/>
                  </a:cubicBezTo>
                  <a:close/>
                </a:path>
              </a:pathLst>
            </a:custGeom>
            <a:solidFill>
              <a:srgbClr val="046A38"/>
            </a:solidFill>
            <a:ln w="6390" cap="flat">
              <a:noFill/>
              <a:prstDash val="solid"/>
              <a:miter/>
            </a:ln>
          </p:spPr>
          <p:txBody>
            <a:bodyPr rtlCol="0" anchor="ctr"/>
            <a:lstStyle/>
            <a:p>
              <a:endParaRPr lang="en-US"/>
            </a:p>
          </p:txBody>
        </p:sp>
      </p:grpSp>
      <p:grpSp>
        <p:nvGrpSpPr>
          <p:cNvPr id="607" name="Graphic 6">
            <a:extLst>
              <a:ext uri="{FF2B5EF4-FFF2-40B4-BE49-F238E27FC236}">
                <a16:creationId xmlns:a16="http://schemas.microsoft.com/office/drawing/2014/main" id="{8E4C1C06-49D2-7C4A-B5B8-0EE89AE1F138}"/>
              </a:ext>
            </a:extLst>
          </p:cNvPr>
          <p:cNvGrpSpPr/>
          <p:nvPr/>
        </p:nvGrpSpPr>
        <p:grpSpPr>
          <a:xfrm>
            <a:off x="3607119" y="2854441"/>
            <a:ext cx="362309" cy="361971"/>
            <a:chOff x="3607119" y="2854441"/>
            <a:chExt cx="362309" cy="361971"/>
          </a:xfrm>
          <a:solidFill>
            <a:srgbClr val="046A38"/>
          </a:solidFill>
        </p:grpSpPr>
        <p:sp>
          <p:nvSpPr>
            <p:cNvPr id="608" name="Graphic 6">
              <a:extLst>
                <a:ext uri="{FF2B5EF4-FFF2-40B4-BE49-F238E27FC236}">
                  <a16:creationId xmlns:a16="http://schemas.microsoft.com/office/drawing/2014/main" id="{F7912F4C-0DD8-C941-A691-5C9AB30D3739}"/>
                </a:ext>
              </a:extLst>
            </p:cNvPr>
            <p:cNvSpPr/>
            <p:nvPr/>
          </p:nvSpPr>
          <p:spPr>
            <a:xfrm>
              <a:off x="3607119" y="2854441"/>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181474 w 362309"/>
                <a:gd name="connsiteY4" fmla="*/ 0 h 361971"/>
                <a:gd name="connsiteX5" fmla="*/ 181474 w 362309"/>
                <a:gd name="connsiteY5" fmla="*/ 348565 h 361971"/>
                <a:gd name="connsiteX6" fmla="*/ 13419 w 362309"/>
                <a:gd name="connsiteY6" fmla="*/ 180028 h 361971"/>
                <a:gd name="connsiteX7" fmla="*/ 182113 w 362309"/>
                <a:gd name="connsiteY7" fmla="*/ 12130 h 361971"/>
                <a:gd name="connsiteX8" fmla="*/ 350168 w 362309"/>
                <a:gd name="connsiteY8" fmla="*/ 180667 h 361971"/>
                <a:gd name="connsiteX9" fmla="*/ 181474 w 362309"/>
                <a:gd name="connsiteY9"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81715"/>
                    <a:pt x="281796" y="0"/>
                    <a:pt x="181474" y="0"/>
                  </a:cubicBezTo>
                  <a:close/>
                  <a:moveTo>
                    <a:pt x="181474" y="348565"/>
                  </a:moveTo>
                  <a:cubicBezTo>
                    <a:pt x="88820" y="348565"/>
                    <a:pt x="13419" y="273234"/>
                    <a:pt x="13419" y="180028"/>
                  </a:cubicBezTo>
                  <a:cubicBezTo>
                    <a:pt x="13419" y="86822"/>
                    <a:pt x="88820" y="12130"/>
                    <a:pt x="182113" y="12130"/>
                  </a:cubicBezTo>
                  <a:cubicBezTo>
                    <a:pt x="274767" y="12130"/>
                    <a:pt x="350168" y="87461"/>
                    <a:pt x="350168" y="180667"/>
                  </a:cubicBezTo>
                  <a:cubicBezTo>
                    <a:pt x="350168" y="273873"/>
                    <a:pt x="274128" y="349204"/>
                    <a:pt x="181474" y="348565"/>
                  </a:cubicBezTo>
                  <a:close/>
                </a:path>
              </a:pathLst>
            </a:custGeom>
            <a:solidFill>
              <a:srgbClr val="046A38"/>
            </a:solidFill>
            <a:ln w="6390" cap="flat">
              <a:noFill/>
              <a:prstDash val="solid"/>
              <a:miter/>
            </a:ln>
          </p:spPr>
          <p:txBody>
            <a:bodyPr rtlCol="0" anchor="ctr"/>
            <a:lstStyle/>
            <a:p>
              <a:endParaRPr lang="en-US"/>
            </a:p>
          </p:txBody>
        </p:sp>
        <p:sp>
          <p:nvSpPr>
            <p:cNvPr id="609" name="Graphic 6">
              <a:extLst>
                <a:ext uri="{FF2B5EF4-FFF2-40B4-BE49-F238E27FC236}">
                  <a16:creationId xmlns:a16="http://schemas.microsoft.com/office/drawing/2014/main" id="{F3298FE6-F1F8-C643-93C7-1C3C961046C6}"/>
                </a:ext>
              </a:extLst>
            </p:cNvPr>
            <p:cNvSpPr/>
            <p:nvPr/>
          </p:nvSpPr>
          <p:spPr>
            <a:xfrm>
              <a:off x="3663089" y="2924566"/>
              <a:ext cx="250971" cy="222899"/>
            </a:xfrm>
            <a:custGeom>
              <a:avLst/>
              <a:gdLst>
                <a:gd name="connsiteX0" fmla="*/ 250108 w 250971"/>
                <a:gd name="connsiteY0" fmla="*/ 64577 h 222899"/>
                <a:gd name="connsiteX1" fmla="*/ 241162 w 250971"/>
                <a:gd name="connsiteY1" fmla="*/ 62023 h 222899"/>
                <a:gd name="connsiteX2" fmla="*/ 154898 w 250971"/>
                <a:gd name="connsiteY2" fmla="*/ 97135 h 222899"/>
                <a:gd name="connsiteX3" fmla="*/ 183653 w 250971"/>
                <a:gd name="connsiteY3" fmla="*/ 7121 h 222899"/>
                <a:gd name="connsiteX4" fmla="*/ 178541 w 250971"/>
                <a:gd name="connsiteY4" fmla="*/ 98 h 222899"/>
                <a:gd name="connsiteX5" fmla="*/ 171512 w 250971"/>
                <a:gd name="connsiteY5" fmla="*/ 5206 h 222899"/>
                <a:gd name="connsiteX6" fmla="*/ 145952 w 250971"/>
                <a:gd name="connsiteY6" fmla="*/ 88836 h 222899"/>
                <a:gd name="connsiteX7" fmla="*/ 144674 w 250971"/>
                <a:gd name="connsiteY7" fmla="*/ 88197 h 222899"/>
                <a:gd name="connsiteX8" fmla="*/ 144674 w 250971"/>
                <a:gd name="connsiteY8" fmla="*/ 72237 h 222899"/>
                <a:gd name="connsiteX9" fmla="*/ 138285 w 250971"/>
                <a:gd name="connsiteY9" fmla="*/ 65853 h 222899"/>
                <a:gd name="connsiteX10" fmla="*/ 131895 w 250971"/>
                <a:gd name="connsiteY10" fmla="*/ 72237 h 222899"/>
                <a:gd name="connsiteX11" fmla="*/ 131895 w 250971"/>
                <a:gd name="connsiteY11" fmla="*/ 84367 h 222899"/>
                <a:gd name="connsiteX12" fmla="*/ 128060 w 250971"/>
                <a:gd name="connsiteY12" fmla="*/ 84367 h 222899"/>
                <a:gd name="connsiteX13" fmla="*/ 122949 w 250971"/>
                <a:gd name="connsiteY13" fmla="*/ 85005 h 222899"/>
                <a:gd name="connsiteX14" fmla="*/ 122949 w 250971"/>
                <a:gd name="connsiteY14" fmla="*/ 72876 h 222899"/>
                <a:gd name="connsiteX15" fmla="*/ 116559 w 250971"/>
                <a:gd name="connsiteY15" fmla="*/ 66492 h 222899"/>
                <a:gd name="connsiteX16" fmla="*/ 110169 w 250971"/>
                <a:gd name="connsiteY16" fmla="*/ 72876 h 222899"/>
                <a:gd name="connsiteX17" fmla="*/ 110169 w 250971"/>
                <a:gd name="connsiteY17" fmla="*/ 89474 h 222899"/>
                <a:gd name="connsiteX18" fmla="*/ 106974 w 250971"/>
                <a:gd name="connsiteY18" fmla="*/ 91389 h 222899"/>
                <a:gd name="connsiteX19" fmla="*/ 80775 w 250971"/>
                <a:gd name="connsiteY19" fmla="*/ 5844 h 222899"/>
                <a:gd name="connsiteX20" fmla="*/ 73746 w 250971"/>
                <a:gd name="connsiteY20" fmla="*/ 737 h 222899"/>
                <a:gd name="connsiteX21" fmla="*/ 68634 w 250971"/>
                <a:gd name="connsiteY21" fmla="*/ 7759 h 222899"/>
                <a:gd name="connsiteX22" fmla="*/ 97389 w 250971"/>
                <a:gd name="connsiteY22" fmla="*/ 99689 h 222899"/>
                <a:gd name="connsiteX23" fmla="*/ 9847 w 250971"/>
                <a:gd name="connsiteY23" fmla="*/ 63938 h 222899"/>
                <a:gd name="connsiteX24" fmla="*/ 901 w 250971"/>
                <a:gd name="connsiteY24" fmla="*/ 66492 h 222899"/>
                <a:gd name="connsiteX25" fmla="*/ 3457 w 250971"/>
                <a:gd name="connsiteY25" fmla="*/ 75429 h 222899"/>
                <a:gd name="connsiteX26" fmla="*/ 95472 w 250971"/>
                <a:gd name="connsiteY26" fmla="*/ 112457 h 222899"/>
                <a:gd name="connsiteX27" fmla="*/ 95472 w 250971"/>
                <a:gd name="connsiteY27" fmla="*/ 113733 h 222899"/>
                <a:gd name="connsiteX28" fmla="*/ 95472 w 250971"/>
                <a:gd name="connsiteY28" fmla="*/ 114372 h 222899"/>
                <a:gd name="connsiteX29" fmla="*/ 9847 w 250971"/>
                <a:gd name="connsiteY29" fmla="*/ 151399 h 222899"/>
                <a:gd name="connsiteX30" fmla="*/ 8568 w 250971"/>
                <a:gd name="connsiteY30" fmla="*/ 160336 h 222899"/>
                <a:gd name="connsiteX31" fmla="*/ 13681 w 250971"/>
                <a:gd name="connsiteY31" fmla="*/ 162890 h 222899"/>
                <a:gd name="connsiteX32" fmla="*/ 17515 w 250971"/>
                <a:gd name="connsiteY32" fmla="*/ 161613 h 222899"/>
                <a:gd name="connsiteX33" fmla="*/ 98667 w 250971"/>
                <a:gd name="connsiteY33" fmla="*/ 127140 h 222899"/>
                <a:gd name="connsiteX34" fmla="*/ 99306 w 250971"/>
                <a:gd name="connsiteY34" fmla="*/ 128417 h 222899"/>
                <a:gd name="connsiteX35" fmla="*/ 44991 w 250971"/>
                <a:gd name="connsiteY35" fmla="*/ 205024 h 222899"/>
                <a:gd name="connsiteX36" fmla="*/ 48825 w 250971"/>
                <a:gd name="connsiteY36" fmla="*/ 213323 h 222899"/>
                <a:gd name="connsiteX37" fmla="*/ 50742 w 250971"/>
                <a:gd name="connsiteY37" fmla="*/ 213962 h 222899"/>
                <a:gd name="connsiteX38" fmla="*/ 56493 w 250971"/>
                <a:gd name="connsiteY38" fmla="*/ 209493 h 222899"/>
                <a:gd name="connsiteX39" fmla="*/ 106974 w 250971"/>
                <a:gd name="connsiteY39" fmla="*/ 138631 h 222899"/>
                <a:gd name="connsiteX40" fmla="*/ 106974 w 250971"/>
                <a:gd name="connsiteY40" fmla="*/ 138631 h 222899"/>
                <a:gd name="connsiteX41" fmla="*/ 96111 w 250971"/>
                <a:gd name="connsiteY41" fmla="*/ 176296 h 222899"/>
                <a:gd name="connsiteX42" fmla="*/ 106974 w 250971"/>
                <a:gd name="connsiteY42" fmla="*/ 213323 h 222899"/>
                <a:gd name="connsiteX43" fmla="*/ 125505 w 250971"/>
                <a:gd name="connsiteY43" fmla="*/ 222899 h 222899"/>
                <a:gd name="connsiteX44" fmla="*/ 158093 w 250971"/>
                <a:gd name="connsiteY44" fmla="*/ 178212 h 222899"/>
                <a:gd name="connsiteX45" fmla="*/ 146591 w 250971"/>
                <a:gd name="connsiteY45" fmla="*/ 137993 h 222899"/>
                <a:gd name="connsiteX46" fmla="*/ 194516 w 250971"/>
                <a:gd name="connsiteY46" fmla="*/ 205663 h 222899"/>
                <a:gd name="connsiteX47" fmla="*/ 200267 w 250971"/>
                <a:gd name="connsiteY47" fmla="*/ 210131 h 222899"/>
                <a:gd name="connsiteX48" fmla="*/ 202184 w 250971"/>
                <a:gd name="connsiteY48" fmla="*/ 209493 h 222899"/>
                <a:gd name="connsiteX49" fmla="*/ 206018 w 250971"/>
                <a:gd name="connsiteY49" fmla="*/ 201194 h 222899"/>
                <a:gd name="connsiteX50" fmla="*/ 153620 w 250971"/>
                <a:gd name="connsiteY50" fmla="*/ 127140 h 222899"/>
                <a:gd name="connsiteX51" fmla="*/ 154259 w 250971"/>
                <a:gd name="connsiteY51" fmla="*/ 125225 h 222899"/>
                <a:gd name="connsiteX52" fmla="*/ 232856 w 250971"/>
                <a:gd name="connsiteY52" fmla="*/ 159060 h 222899"/>
                <a:gd name="connsiteX53" fmla="*/ 236689 w 250971"/>
                <a:gd name="connsiteY53" fmla="*/ 160336 h 222899"/>
                <a:gd name="connsiteX54" fmla="*/ 241801 w 250971"/>
                <a:gd name="connsiteY54" fmla="*/ 157783 h 222899"/>
                <a:gd name="connsiteX55" fmla="*/ 240524 w 250971"/>
                <a:gd name="connsiteY55" fmla="*/ 148845 h 222899"/>
                <a:gd name="connsiteX56" fmla="*/ 156176 w 250971"/>
                <a:gd name="connsiteY56" fmla="*/ 112457 h 222899"/>
                <a:gd name="connsiteX57" fmla="*/ 156176 w 250971"/>
                <a:gd name="connsiteY57" fmla="*/ 111180 h 222899"/>
                <a:gd name="connsiteX58" fmla="*/ 246274 w 250971"/>
                <a:gd name="connsiteY58" fmla="*/ 74791 h 222899"/>
                <a:gd name="connsiteX59" fmla="*/ 250108 w 250971"/>
                <a:gd name="connsiteY59" fmla="*/ 64577 h 222899"/>
                <a:gd name="connsiteX60" fmla="*/ 126143 w 250971"/>
                <a:gd name="connsiteY60" fmla="*/ 208216 h 222899"/>
                <a:gd name="connsiteX61" fmla="*/ 116559 w 250971"/>
                <a:gd name="connsiteY61" fmla="*/ 202471 h 222899"/>
                <a:gd name="connsiteX62" fmla="*/ 108891 w 250971"/>
                <a:gd name="connsiteY62" fmla="*/ 175658 h 222899"/>
                <a:gd name="connsiteX63" fmla="*/ 120392 w 250971"/>
                <a:gd name="connsiteY63" fmla="*/ 139269 h 222899"/>
                <a:gd name="connsiteX64" fmla="*/ 121670 w 250971"/>
                <a:gd name="connsiteY64" fmla="*/ 134162 h 222899"/>
                <a:gd name="connsiteX65" fmla="*/ 119115 w 250971"/>
                <a:gd name="connsiteY65" fmla="*/ 129693 h 222899"/>
                <a:gd name="connsiteX66" fmla="*/ 107613 w 250971"/>
                <a:gd name="connsiteY66" fmla="*/ 112457 h 222899"/>
                <a:gd name="connsiteX67" fmla="*/ 126782 w 250971"/>
                <a:gd name="connsiteY67" fmla="*/ 96497 h 222899"/>
                <a:gd name="connsiteX68" fmla="*/ 144035 w 250971"/>
                <a:gd name="connsiteY68" fmla="*/ 113733 h 222899"/>
                <a:gd name="connsiteX69" fmla="*/ 133172 w 250971"/>
                <a:gd name="connsiteY69" fmla="*/ 128417 h 222899"/>
                <a:gd name="connsiteX70" fmla="*/ 129338 w 250971"/>
                <a:gd name="connsiteY70" fmla="*/ 133524 h 222899"/>
                <a:gd name="connsiteX71" fmla="*/ 131895 w 250971"/>
                <a:gd name="connsiteY71" fmla="*/ 139269 h 222899"/>
                <a:gd name="connsiteX72" fmla="*/ 144674 w 250971"/>
                <a:gd name="connsiteY72" fmla="*/ 175658 h 222899"/>
                <a:gd name="connsiteX73" fmla="*/ 126143 w 250971"/>
                <a:gd name="connsiteY73" fmla="*/ 208216 h 222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50971" h="222899">
                  <a:moveTo>
                    <a:pt x="250108" y="64577"/>
                  </a:moveTo>
                  <a:cubicBezTo>
                    <a:pt x="248191" y="61385"/>
                    <a:pt x="244357" y="60108"/>
                    <a:pt x="241162" y="62023"/>
                  </a:cubicBezTo>
                  <a:cubicBezTo>
                    <a:pt x="193238" y="88197"/>
                    <a:pt x="162566" y="95220"/>
                    <a:pt x="154898" y="97135"/>
                  </a:cubicBezTo>
                  <a:cubicBezTo>
                    <a:pt x="160649" y="88836"/>
                    <a:pt x="174068" y="64577"/>
                    <a:pt x="183653" y="7121"/>
                  </a:cubicBezTo>
                  <a:cubicBezTo>
                    <a:pt x="184292" y="3929"/>
                    <a:pt x="181736" y="98"/>
                    <a:pt x="178541" y="98"/>
                  </a:cubicBezTo>
                  <a:cubicBezTo>
                    <a:pt x="175346" y="-540"/>
                    <a:pt x="171512" y="2014"/>
                    <a:pt x="171512" y="5206"/>
                  </a:cubicBezTo>
                  <a:cubicBezTo>
                    <a:pt x="163205" y="58831"/>
                    <a:pt x="150425" y="81813"/>
                    <a:pt x="145952" y="88836"/>
                  </a:cubicBezTo>
                  <a:cubicBezTo>
                    <a:pt x="145313" y="88836"/>
                    <a:pt x="145313" y="88197"/>
                    <a:pt x="144674" y="88197"/>
                  </a:cubicBezTo>
                  <a:lnTo>
                    <a:pt x="144674" y="72237"/>
                  </a:lnTo>
                  <a:cubicBezTo>
                    <a:pt x="144674" y="68407"/>
                    <a:pt x="142118" y="65853"/>
                    <a:pt x="138285" y="65853"/>
                  </a:cubicBezTo>
                  <a:cubicBezTo>
                    <a:pt x="134450" y="65853"/>
                    <a:pt x="131895" y="68407"/>
                    <a:pt x="131895" y="72237"/>
                  </a:cubicBezTo>
                  <a:lnTo>
                    <a:pt x="131895" y="84367"/>
                  </a:lnTo>
                  <a:cubicBezTo>
                    <a:pt x="130617" y="84367"/>
                    <a:pt x="129338" y="84367"/>
                    <a:pt x="128060" y="84367"/>
                  </a:cubicBezTo>
                  <a:cubicBezTo>
                    <a:pt x="126143" y="84367"/>
                    <a:pt x="124865" y="84367"/>
                    <a:pt x="122949" y="85005"/>
                  </a:cubicBezTo>
                  <a:lnTo>
                    <a:pt x="122949" y="72876"/>
                  </a:lnTo>
                  <a:cubicBezTo>
                    <a:pt x="122949" y="69045"/>
                    <a:pt x="120392" y="66492"/>
                    <a:pt x="116559" y="66492"/>
                  </a:cubicBezTo>
                  <a:cubicBezTo>
                    <a:pt x="112725" y="66492"/>
                    <a:pt x="110169" y="69045"/>
                    <a:pt x="110169" y="72876"/>
                  </a:cubicBezTo>
                  <a:lnTo>
                    <a:pt x="110169" y="89474"/>
                  </a:lnTo>
                  <a:cubicBezTo>
                    <a:pt x="108891" y="90113"/>
                    <a:pt x="108252" y="90751"/>
                    <a:pt x="106974" y="91389"/>
                  </a:cubicBezTo>
                  <a:cubicBezTo>
                    <a:pt x="102501" y="84367"/>
                    <a:pt x="89721" y="60746"/>
                    <a:pt x="80775" y="5844"/>
                  </a:cubicBezTo>
                  <a:cubicBezTo>
                    <a:pt x="80136" y="2652"/>
                    <a:pt x="76941" y="98"/>
                    <a:pt x="73746" y="737"/>
                  </a:cubicBezTo>
                  <a:cubicBezTo>
                    <a:pt x="70551" y="1375"/>
                    <a:pt x="67995" y="4567"/>
                    <a:pt x="68634" y="7759"/>
                  </a:cubicBezTo>
                  <a:cubicBezTo>
                    <a:pt x="78219" y="66492"/>
                    <a:pt x="91638" y="91389"/>
                    <a:pt x="97389" y="99689"/>
                  </a:cubicBezTo>
                  <a:cubicBezTo>
                    <a:pt x="90360" y="98412"/>
                    <a:pt x="59049" y="91389"/>
                    <a:pt x="9847" y="63938"/>
                  </a:cubicBezTo>
                  <a:cubicBezTo>
                    <a:pt x="6652" y="62023"/>
                    <a:pt x="2818" y="63300"/>
                    <a:pt x="901" y="66492"/>
                  </a:cubicBezTo>
                  <a:cubicBezTo>
                    <a:pt x="-1016" y="69684"/>
                    <a:pt x="262" y="73514"/>
                    <a:pt x="3457" y="75429"/>
                  </a:cubicBezTo>
                  <a:cubicBezTo>
                    <a:pt x="55854" y="104157"/>
                    <a:pt x="88443" y="111180"/>
                    <a:pt x="95472" y="112457"/>
                  </a:cubicBezTo>
                  <a:cubicBezTo>
                    <a:pt x="95472" y="113095"/>
                    <a:pt x="95472" y="113095"/>
                    <a:pt x="95472" y="113733"/>
                  </a:cubicBezTo>
                  <a:cubicBezTo>
                    <a:pt x="95472" y="113733"/>
                    <a:pt x="95472" y="113733"/>
                    <a:pt x="95472" y="114372"/>
                  </a:cubicBezTo>
                  <a:cubicBezTo>
                    <a:pt x="88443" y="116287"/>
                    <a:pt x="39241" y="130332"/>
                    <a:pt x="9847" y="151399"/>
                  </a:cubicBezTo>
                  <a:cubicBezTo>
                    <a:pt x="6652" y="153314"/>
                    <a:pt x="6013" y="157145"/>
                    <a:pt x="8568" y="160336"/>
                  </a:cubicBezTo>
                  <a:cubicBezTo>
                    <a:pt x="9847" y="162252"/>
                    <a:pt x="11763" y="162890"/>
                    <a:pt x="13681" y="162890"/>
                  </a:cubicBezTo>
                  <a:cubicBezTo>
                    <a:pt x="14958" y="162890"/>
                    <a:pt x="16236" y="162252"/>
                    <a:pt x="17515" y="161613"/>
                  </a:cubicBezTo>
                  <a:cubicBezTo>
                    <a:pt x="43713" y="143100"/>
                    <a:pt x="89082" y="129693"/>
                    <a:pt x="98667" y="127140"/>
                  </a:cubicBezTo>
                  <a:cubicBezTo>
                    <a:pt x="98667" y="127778"/>
                    <a:pt x="99306" y="128417"/>
                    <a:pt x="99306" y="128417"/>
                  </a:cubicBezTo>
                  <a:cubicBezTo>
                    <a:pt x="91638" y="134801"/>
                    <a:pt x="59049" y="166082"/>
                    <a:pt x="44991" y="205024"/>
                  </a:cubicBezTo>
                  <a:cubicBezTo>
                    <a:pt x="43713" y="208216"/>
                    <a:pt x="45630" y="212047"/>
                    <a:pt x="48825" y="213323"/>
                  </a:cubicBezTo>
                  <a:cubicBezTo>
                    <a:pt x="49464" y="213323"/>
                    <a:pt x="50103" y="213962"/>
                    <a:pt x="50742" y="213962"/>
                  </a:cubicBezTo>
                  <a:cubicBezTo>
                    <a:pt x="53298" y="213962"/>
                    <a:pt x="55854" y="212047"/>
                    <a:pt x="56493" y="209493"/>
                  </a:cubicBezTo>
                  <a:cubicBezTo>
                    <a:pt x="69273" y="173743"/>
                    <a:pt x="99945" y="145015"/>
                    <a:pt x="106974" y="138631"/>
                  </a:cubicBezTo>
                  <a:lnTo>
                    <a:pt x="106974" y="138631"/>
                  </a:lnTo>
                  <a:cubicBezTo>
                    <a:pt x="103140" y="145015"/>
                    <a:pt x="98028" y="157783"/>
                    <a:pt x="96111" y="176296"/>
                  </a:cubicBezTo>
                  <a:cubicBezTo>
                    <a:pt x="94833" y="190980"/>
                    <a:pt x="98667" y="204386"/>
                    <a:pt x="106974" y="213323"/>
                  </a:cubicBezTo>
                  <a:cubicBezTo>
                    <a:pt x="112725" y="219069"/>
                    <a:pt x="119754" y="222899"/>
                    <a:pt x="125505" y="222899"/>
                  </a:cubicBezTo>
                  <a:cubicBezTo>
                    <a:pt x="137645" y="222899"/>
                    <a:pt x="158093" y="213323"/>
                    <a:pt x="158093" y="178212"/>
                  </a:cubicBezTo>
                  <a:cubicBezTo>
                    <a:pt x="158093" y="157145"/>
                    <a:pt x="151703" y="144377"/>
                    <a:pt x="146591" y="137993"/>
                  </a:cubicBezTo>
                  <a:cubicBezTo>
                    <a:pt x="156176" y="146930"/>
                    <a:pt x="183014" y="173743"/>
                    <a:pt x="194516" y="205663"/>
                  </a:cubicBezTo>
                  <a:cubicBezTo>
                    <a:pt x="195155" y="208216"/>
                    <a:pt x="197711" y="210131"/>
                    <a:pt x="200267" y="210131"/>
                  </a:cubicBezTo>
                  <a:cubicBezTo>
                    <a:pt x="200906" y="210131"/>
                    <a:pt x="201545" y="210131"/>
                    <a:pt x="202184" y="209493"/>
                  </a:cubicBezTo>
                  <a:cubicBezTo>
                    <a:pt x="205379" y="208216"/>
                    <a:pt x="207296" y="204386"/>
                    <a:pt x="206018" y="201194"/>
                  </a:cubicBezTo>
                  <a:cubicBezTo>
                    <a:pt x="193238" y="164805"/>
                    <a:pt x="163205" y="135439"/>
                    <a:pt x="153620" y="127140"/>
                  </a:cubicBezTo>
                  <a:cubicBezTo>
                    <a:pt x="154259" y="126501"/>
                    <a:pt x="154259" y="125863"/>
                    <a:pt x="154259" y="125225"/>
                  </a:cubicBezTo>
                  <a:cubicBezTo>
                    <a:pt x="165761" y="128417"/>
                    <a:pt x="207935" y="141823"/>
                    <a:pt x="232856" y="159060"/>
                  </a:cubicBezTo>
                  <a:cubicBezTo>
                    <a:pt x="234134" y="159698"/>
                    <a:pt x="235411" y="160336"/>
                    <a:pt x="236689" y="160336"/>
                  </a:cubicBezTo>
                  <a:cubicBezTo>
                    <a:pt x="238606" y="160336"/>
                    <a:pt x="240524" y="159698"/>
                    <a:pt x="241801" y="157783"/>
                  </a:cubicBezTo>
                  <a:cubicBezTo>
                    <a:pt x="243719" y="154591"/>
                    <a:pt x="243079" y="150761"/>
                    <a:pt x="240524" y="148845"/>
                  </a:cubicBezTo>
                  <a:cubicBezTo>
                    <a:pt x="212408" y="129055"/>
                    <a:pt x="165761" y="115010"/>
                    <a:pt x="156176" y="112457"/>
                  </a:cubicBezTo>
                  <a:cubicBezTo>
                    <a:pt x="156176" y="111818"/>
                    <a:pt x="156176" y="111818"/>
                    <a:pt x="156176" y="111180"/>
                  </a:cubicBezTo>
                  <a:cubicBezTo>
                    <a:pt x="164483" y="109903"/>
                    <a:pt x="195794" y="102242"/>
                    <a:pt x="246274" y="74791"/>
                  </a:cubicBezTo>
                  <a:cubicBezTo>
                    <a:pt x="250747" y="71599"/>
                    <a:pt x="252025" y="67769"/>
                    <a:pt x="250108" y="64577"/>
                  </a:cubicBezTo>
                  <a:close/>
                  <a:moveTo>
                    <a:pt x="126143" y="208216"/>
                  </a:moveTo>
                  <a:cubicBezTo>
                    <a:pt x="124227" y="208216"/>
                    <a:pt x="120392" y="206939"/>
                    <a:pt x="116559" y="202471"/>
                  </a:cubicBezTo>
                  <a:cubicBezTo>
                    <a:pt x="113364" y="198640"/>
                    <a:pt x="107613" y="190341"/>
                    <a:pt x="108891" y="175658"/>
                  </a:cubicBezTo>
                  <a:cubicBezTo>
                    <a:pt x="110807" y="151399"/>
                    <a:pt x="120392" y="139908"/>
                    <a:pt x="120392" y="139269"/>
                  </a:cubicBezTo>
                  <a:cubicBezTo>
                    <a:pt x="121670" y="137993"/>
                    <a:pt x="122310" y="136077"/>
                    <a:pt x="121670" y="134162"/>
                  </a:cubicBezTo>
                  <a:cubicBezTo>
                    <a:pt x="121670" y="132247"/>
                    <a:pt x="120392" y="130970"/>
                    <a:pt x="119115" y="129693"/>
                  </a:cubicBezTo>
                  <a:cubicBezTo>
                    <a:pt x="110169" y="123309"/>
                    <a:pt x="107613" y="120117"/>
                    <a:pt x="107613" y="112457"/>
                  </a:cubicBezTo>
                  <a:cubicBezTo>
                    <a:pt x="107613" y="104796"/>
                    <a:pt x="114642" y="96497"/>
                    <a:pt x="126782" y="96497"/>
                  </a:cubicBezTo>
                  <a:cubicBezTo>
                    <a:pt x="138285" y="96497"/>
                    <a:pt x="144035" y="102242"/>
                    <a:pt x="144035" y="113733"/>
                  </a:cubicBezTo>
                  <a:cubicBezTo>
                    <a:pt x="144035" y="123309"/>
                    <a:pt x="133812" y="128417"/>
                    <a:pt x="133172" y="128417"/>
                  </a:cubicBezTo>
                  <a:cubicBezTo>
                    <a:pt x="131255" y="129055"/>
                    <a:pt x="129338" y="131609"/>
                    <a:pt x="129338" y="133524"/>
                  </a:cubicBezTo>
                  <a:cubicBezTo>
                    <a:pt x="129338" y="136077"/>
                    <a:pt x="129977" y="137993"/>
                    <a:pt x="131895" y="139269"/>
                  </a:cubicBezTo>
                  <a:cubicBezTo>
                    <a:pt x="132533" y="139908"/>
                    <a:pt x="144674" y="148207"/>
                    <a:pt x="144674" y="175658"/>
                  </a:cubicBezTo>
                  <a:cubicBezTo>
                    <a:pt x="145952" y="207578"/>
                    <a:pt x="128060" y="208216"/>
                    <a:pt x="126143" y="208216"/>
                  </a:cubicBezTo>
                  <a:close/>
                </a:path>
              </a:pathLst>
            </a:custGeom>
            <a:solidFill>
              <a:srgbClr val="046A38"/>
            </a:solidFill>
            <a:ln w="6390" cap="flat">
              <a:noFill/>
              <a:prstDash val="solid"/>
              <a:miter/>
            </a:ln>
          </p:spPr>
          <p:txBody>
            <a:bodyPr rtlCol="0" anchor="ctr"/>
            <a:lstStyle/>
            <a:p>
              <a:endParaRPr lang="en-US"/>
            </a:p>
          </p:txBody>
        </p:sp>
      </p:grpSp>
      <p:grpSp>
        <p:nvGrpSpPr>
          <p:cNvPr id="610" name="Graphic 6">
            <a:extLst>
              <a:ext uri="{FF2B5EF4-FFF2-40B4-BE49-F238E27FC236}">
                <a16:creationId xmlns:a16="http://schemas.microsoft.com/office/drawing/2014/main" id="{4D9DBAD6-D758-F94F-ADD6-FCA51D5C37AA}"/>
              </a:ext>
            </a:extLst>
          </p:cNvPr>
          <p:cNvGrpSpPr/>
          <p:nvPr/>
        </p:nvGrpSpPr>
        <p:grpSpPr>
          <a:xfrm>
            <a:off x="3607758" y="1891736"/>
            <a:ext cx="362309" cy="361971"/>
            <a:chOff x="3607758" y="1891736"/>
            <a:chExt cx="362309" cy="361971"/>
          </a:xfrm>
          <a:solidFill>
            <a:srgbClr val="046A38"/>
          </a:solidFill>
        </p:grpSpPr>
        <p:sp>
          <p:nvSpPr>
            <p:cNvPr id="611" name="Graphic 6">
              <a:extLst>
                <a:ext uri="{FF2B5EF4-FFF2-40B4-BE49-F238E27FC236}">
                  <a16:creationId xmlns:a16="http://schemas.microsoft.com/office/drawing/2014/main" id="{BF5E1A83-DFD9-FF41-8937-FA1128690160}"/>
                </a:ext>
              </a:extLst>
            </p:cNvPr>
            <p:cNvSpPr/>
            <p:nvPr/>
          </p:nvSpPr>
          <p:spPr>
            <a:xfrm>
              <a:off x="3607758" y="189173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181474 w 362309"/>
                <a:gd name="connsiteY4" fmla="*/ 0 h 361971"/>
                <a:gd name="connsiteX5" fmla="*/ 181474 w 362309"/>
                <a:gd name="connsiteY5" fmla="*/ 349204 h 361971"/>
                <a:gd name="connsiteX6" fmla="*/ 13419 w 362309"/>
                <a:gd name="connsiteY6" fmla="*/ 180667 h 361971"/>
                <a:gd name="connsiteX7" fmla="*/ 182113 w 362309"/>
                <a:gd name="connsiteY7" fmla="*/ 12768 h 361971"/>
                <a:gd name="connsiteX8" fmla="*/ 350169 w 362309"/>
                <a:gd name="connsiteY8" fmla="*/ 181305 h 361971"/>
                <a:gd name="connsiteX9" fmla="*/ 181474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6"/>
                    <a:pt x="0" y="180667"/>
                  </a:cubicBezTo>
                  <a:cubicBezTo>
                    <a:pt x="0" y="280257"/>
                    <a:pt x="81152" y="361972"/>
                    <a:pt x="180836" y="361972"/>
                  </a:cubicBezTo>
                  <a:cubicBezTo>
                    <a:pt x="281157" y="361972"/>
                    <a:pt x="362310" y="280895"/>
                    <a:pt x="362310" y="181305"/>
                  </a:cubicBezTo>
                  <a:cubicBezTo>
                    <a:pt x="362310" y="81076"/>
                    <a:pt x="281796" y="0"/>
                    <a:pt x="181474" y="0"/>
                  </a:cubicBezTo>
                  <a:close/>
                  <a:moveTo>
                    <a:pt x="181474" y="349204"/>
                  </a:moveTo>
                  <a:cubicBezTo>
                    <a:pt x="88820" y="349204"/>
                    <a:pt x="13419" y="273873"/>
                    <a:pt x="13419" y="180667"/>
                  </a:cubicBezTo>
                  <a:cubicBezTo>
                    <a:pt x="13419" y="87460"/>
                    <a:pt x="88820" y="12768"/>
                    <a:pt x="182113" y="12768"/>
                  </a:cubicBezTo>
                  <a:cubicBezTo>
                    <a:pt x="275407" y="12768"/>
                    <a:pt x="350169" y="88099"/>
                    <a:pt x="350169" y="181305"/>
                  </a:cubicBezTo>
                  <a:cubicBezTo>
                    <a:pt x="350169" y="274511"/>
                    <a:pt x="274128"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612" name="Graphic 6">
              <a:extLst>
                <a:ext uri="{FF2B5EF4-FFF2-40B4-BE49-F238E27FC236}">
                  <a16:creationId xmlns:a16="http://schemas.microsoft.com/office/drawing/2014/main" id="{62EF2C2B-BE99-1D4F-BBC9-B7E149F03148}"/>
                </a:ext>
              </a:extLst>
            </p:cNvPr>
            <p:cNvSpPr/>
            <p:nvPr/>
          </p:nvSpPr>
          <p:spPr>
            <a:xfrm>
              <a:off x="3667185" y="1960683"/>
              <a:ext cx="242817" cy="224077"/>
            </a:xfrm>
            <a:custGeom>
              <a:avLst/>
              <a:gdLst>
                <a:gd name="connsiteX0" fmla="*/ 242818 w 242817"/>
                <a:gd name="connsiteY0" fmla="*/ 68947 h 224077"/>
                <a:gd name="connsiteX1" fmla="*/ 242818 w 242817"/>
                <a:gd name="connsiteY1" fmla="*/ 67670 h 224077"/>
                <a:gd name="connsiteX2" fmla="*/ 207673 w 242817"/>
                <a:gd name="connsiteY2" fmla="*/ 35750 h 224077"/>
                <a:gd name="connsiteX3" fmla="*/ 198727 w 242817"/>
                <a:gd name="connsiteY3" fmla="*/ 37027 h 224077"/>
                <a:gd name="connsiteX4" fmla="*/ 164860 w 242817"/>
                <a:gd name="connsiteY4" fmla="*/ 13406 h 224077"/>
                <a:gd name="connsiteX5" fmla="*/ 152080 w 242817"/>
                <a:gd name="connsiteY5" fmla="*/ 15322 h 224077"/>
                <a:gd name="connsiteX6" fmla="*/ 122048 w 242817"/>
                <a:gd name="connsiteY6" fmla="*/ 0 h 224077"/>
                <a:gd name="connsiteX7" fmla="*/ 121409 w 242817"/>
                <a:gd name="connsiteY7" fmla="*/ 0 h 224077"/>
                <a:gd name="connsiteX8" fmla="*/ 120770 w 242817"/>
                <a:gd name="connsiteY8" fmla="*/ 0 h 224077"/>
                <a:gd name="connsiteX9" fmla="*/ 90737 w 242817"/>
                <a:gd name="connsiteY9" fmla="*/ 15322 h 224077"/>
                <a:gd name="connsiteX10" fmla="*/ 77957 w 242817"/>
                <a:gd name="connsiteY10" fmla="*/ 13406 h 224077"/>
                <a:gd name="connsiteX11" fmla="*/ 44090 w 242817"/>
                <a:gd name="connsiteY11" fmla="*/ 37027 h 224077"/>
                <a:gd name="connsiteX12" fmla="*/ 35145 w 242817"/>
                <a:gd name="connsiteY12" fmla="*/ 35750 h 224077"/>
                <a:gd name="connsiteX13" fmla="*/ 0 w 242817"/>
                <a:gd name="connsiteY13" fmla="*/ 67670 h 224077"/>
                <a:gd name="connsiteX14" fmla="*/ 0 w 242817"/>
                <a:gd name="connsiteY14" fmla="*/ 68947 h 224077"/>
                <a:gd name="connsiteX15" fmla="*/ 47925 w 242817"/>
                <a:gd name="connsiteY15" fmla="*/ 121934 h 224077"/>
                <a:gd name="connsiteX16" fmla="*/ 24282 w 242817"/>
                <a:gd name="connsiteY16" fmla="*/ 133425 h 224077"/>
                <a:gd name="connsiteX17" fmla="*/ 21726 w 242817"/>
                <a:gd name="connsiteY17" fmla="*/ 134702 h 224077"/>
                <a:gd name="connsiteX18" fmla="*/ 1917 w 242817"/>
                <a:gd name="connsiteY18" fmla="*/ 162792 h 224077"/>
                <a:gd name="connsiteX19" fmla="*/ 36422 w 242817"/>
                <a:gd name="connsiteY19" fmla="*/ 188327 h 224077"/>
                <a:gd name="connsiteX20" fmla="*/ 45368 w 242817"/>
                <a:gd name="connsiteY20" fmla="*/ 187051 h 224077"/>
                <a:gd name="connsiteX21" fmla="*/ 79235 w 242817"/>
                <a:gd name="connsiteY21" fmla="*/ 210671 h 224077"/>
                <a:gd name="connsiteX22" fmla="*/ 92015 w 242817"/>
                <a:gd name="connsiteY22" fmla="*/ 208756 h 224077"/>
                <a:gd name="connsiteX23" fmla="*/ 121409 w 242817"/>
                <a:gd name="connsiteY23" fmla="*/ 224078 h 224077"/>
                <a:gd name="connsiteX24" fmla="*/ 150802 w 242817"/>
                <a:gd name="connsiteY24" fmla="*/ 208756 h 224077"/>
                <a:gd name="connsiteX25" fmla="*/ 163582 w 242817"/>
                <a:gd name="connsiteY25" fmla="*/ 210671 h 224077"/>
                <a:gd name="connsiteX26" fmla="*/ 197449 w 242817"/>
                <a:gd name="connsiteY26" fmla="*/ 187051 h 224077"/>
                <a:gd name="connsiteX27" fmla="*/ 231955 w 242817"/>
                <a:gd name="connsiteY27" fmla="*/ 178113 h 224077"/>
                <a:gd name="connsiteX28" fmla="*/ 238345 w 242817"/>
                <a:gd name="connsiteY28" fmla="*/ 150024 h 224077"/>
                <a:gd name="connsiteX29" fmla="*/ 225565 w 242817"/>
                <a:gd name="connsiteY29" fmla="*/ 138533 h 224077"/>
                <a:gd name="connsiteX30" fmla="*/ 194893 w 242817"/>
                <a:gd name="connsiteY30" fmla="*/ 121934 h 224077"/>
                <a:gd name="connsiteX31" fmla="*/ 242818 w 242817"/>
                <a:gd name="connsiteY31" fmla="*/ 68947 h 224077"/>
                <a:gd name="connsiteX32" fmla="*/ 169333 w 242817"/>
                <a:gd name="connsiteY32" fmla="*/ 118104 h 224077"/>
                <a:gd name="connsiteX33" fmla="*/ 169333 w 242817"/>
                <a:gd name="connsiteY33" fmla="*/ 118104 h 224077"/>
                <a:gd name="connsiteX34" fmla="*/ 162943 w 242817"/>
                <a:gd name="connsiteY34" fmla="*/ 125765 h 224077"/>
                <a:gd name="connsiteX35" fmla="*/ 169972 w 242817"/>
                <a:gd name="connsiteY35" fmla="*/ 132149 h 224077"/>
                <a:gd name="connsiteX36" fmla="*/ 170611 w 242817"/>
                <a:gd name="connsiteY36" fmla="*/ 132149 h 224077"/>
                <a:gd name="connsiteX37" fmla="*/ 175723 w 242817"/>
                <a:gd name="connsiteY37" fmla="*/ 132149 h 224077"/>
                <a:gd name="connsiteX38" fmla="*/ 218536 w 242817"/>
                <a:gd name="connsiteY38" fmla="*/ 149385 h 224077"/>
                <a:gd name="connsiteX39" fmla="*/ 228760 w 242817"/>
                <a:gd name="connsiteY39" fmla="*/ 158961 h 224077"/>
                <a:gd name="connsiteX40" fmla="*/ 223648 w 242817"/>
                <a:gd name="connsiteY40" fmla="*/ 170452 h 224077"/>
                <a:gd name="connsiteX41" fmla="*/ 195532 w 242817"/>
                <a:gd name="connsiteY41" fmla="*/ 174283 h 224077"/>
                <a:gd name="connsiteX42" fmla="*/ 189142 w 242817"/>
                <a:gd name="connsiteY42" fmla="*/ 174921 h 224077"/>
                <a:gd name="connsiteX43" fmla="*/ 185947 w 242817"/>
                <a:gd name="connsiteY43" fmla="*/ 180667 h 224077"/>
                <a:gd name="connsiteX44" fmla="*/ 163582 w 242817"/>
                <a:gd name="connsiteY44" fmla="*/ 199819 h 224077"/>
                <a:gd name="connsiteX45" fmla="*/ 151441 w 242817"/>
                <a:gd name="connsiteY45" fmla="*/ 196627 h 224077"/>
                <a:gd name="connsiteX46" fmla="*/ 146329 w 242817"/>
                <a:gd name="connsiteY46" fmla="*/ 195988 h 224077"/>
                <a:gd name="connsiteX47" fmla="*/ 142496 w 242817"/>
                <a:gd name="connsiteY47" fmla="*/ 199819 h 224077"/>
                <a:gd name="connsiteX48" fmla="*/ 122048 w 242817"/>
                <a:gd name="connsiteY48" fmla="*/ 213225 h 224077"/>
                <a:gd name="connsiteX49" fmla="*/ 101600 w 242817"/>
                <a:gd name="connsiteY49" fmla="*/ 199819 h 224077"/>
                <a:gd name="connsiteX50" fmla="*/ 97766 w 242817"/>
                <a:gd name="connsiteY50" fmla="*/ 195988 h 224077"/>
                <a:gd name="connsiteX51" fmla="*/ 95849 w 242817"/>
                <a:gd name="connsiteY51" fmla="*/ 195350 h 224077"/>
                <a:gd name="connsiteX52" fmla="*/ 92654 w 242817"/>
                <a:gd name="connsiteY52" fmla="*/ 195988 h 224077"/>
                <a:gd name="connsiteX53" fmla="*/ 80513 w 242817"/>
                <a:gd name="connsiteY53" fmla="*/ 199180 h 224077"/>
                <a:gd name="connsiteX54" fmla="*/ 58148 w 242817"/>
                <a:gd name="connsiteY54" fmla="*/ 180028 h 224077"/>
                <a:gd name="connsiteX55" fmla="*/ 54953 w 242817"/>
                <a:gd name="connsiteY55" fmla="*/ 174283 h 224077"/>
                <a:gd name="connsiteX56" fmla="*/ 48563 w 242817"/>
                <a:gd name="connsiteY56" fmla="*/ 173644 h 224077"/>
                <a:gd name="connsiteX57" fmla="*/ 37700 w 242817"/>
                <a:gd name="connsiteY57" fmla="*/ 176198 h 224077"/>
                <a:gd name="connsiteX58" fmla="*/ 15975 w 242817"/>
                <a:gd name="connsiteY58" fmla="*/ 160876 h 224077"/>
                <a:gd name="connsiteX59" fmla="*/ 30032 w 242817"/>
                <a:gd name="connsiteY59" fmla="*/ 146193 h 224077"/>
                <a:gd name="connsiteX60" fmla="*/ 32589 w 242817"/>
                <a:gd name="connsiteY60" fmla="*/ 144278 h 224077"/>
                <a:gd name="connsiteX61" fmla="*/ 73484 w 242817"/>
                <a:gd name="connsiteY61" fmla="*/ 132149 h 224077"/>
                <a:gd name="connsiteX62" fmla="*/ 74123 w 242817"/>
                <a:gd name="connsiteY62" fmla="*/ 132149 h 224077"/>
                <a:gd name="connsiteX63" fmla="*/ 81152 w 242817"/>
                <a:gd name="connsiteY63" fmla="*/ 125765 h 224077"/>
                <a:gd name="connsiteX64" fmla="*/ 74762 w 242817"/>
                <a:gd name="connsiteY64" fmla="*/ 118104 h 224077"/>
                <a:gd name="connsiteX65" fmla="*/ 14058 w 242817"/>
                <a:gd name="connsiteY65" fmla="*/ 68309 h 224077"/>
                <a:gd name="connsiteX66" fmla="*/ 14058 w 242817"/>
                <a:gd name="connsiteY66" fmla="*/ 67670 h 224077"/>
                <a:gd name="connsiteX67" fmla="*/ 36422 w 242817"/>
                <a:gd name="connsiteY67" fmla="*/ 48518 h 224077"/>
                <a:gd name="connsiteX68" fmla="*/ 47285 w 242817"/>
                <a:gd name="connsiteY68" fmla="*/ 51072 h 224077"/>
                <a:gd name="connsiteX69" fmla="*/ 53675 w 242817"/>
                <a:gd name="connsiteY69" fmla="*/ 50433 h 224077"/>
                <a:gd name="connsiteX70" fmla="*/ 56870 w 242817"/>
                <a:gd name="connsiteY70" fmla="*/ 44688 h 224077"/>
                <a:gd name="connsiteX71" fmla="*/ 79235 w 242817"/>
                <a:gd name="connsiteY71" fmla="*/ 25536 h 224077"/>
                <a:gd name="connsiteX72" fmla="*/ 91376 w 242817"/>
                <a:gd name="connsiteY72" fmla="*/ 28728 h 224077"/>
                <a:gd name="connsiteX73" fmla="*/ 96488 w 242817"/>
                <a:gd name="connsiteY73" fmla="*/ 29366 h 224077"/>
                <a:gd name="connsiteX74" fmla="*/ 100322 w 242817"/>
                <a:gd name="connsiteY74" fmla="*/ 25536 h 224077"/>
                <a:gd name="connsiteX75" fmla="*/ 122048 w 242817"/>
                <a:gd name="connsiteY75" fmla="*/ 12130 h 224077"/>
                <a:gd name="connsiteX76" fmla="*/ 122048 w 242817"/>
                <a:gd name="connsiteY76" fmla="*/ 12130 h 224077"/>
                <a:gd name="connsiteX77" fmla="*/ 122686 w 242817"/>
                <a:gd name="connsiteY77" fmla="*/ 12130 h 224077"/>
                <a:gd name="connsiteX78" fmla="*/ 143774 w 242817"/>
                <a:gd name="connsiteY78" fmla="*/ 25536 h 224077"/>
                <a:gd name="connsiteX79" fmla="*/ 147607 w 242817"/>
                <a:gd name="connsiteY79" fmla="*/ 29366 h 224077"/>
                <a:gd name="connsiteX80" fmla="*/ 152719 w 242817"/>
                <a:gd name="connsiteY80" fmla="*/ 28728 h 224077"/>
                <a:gd name="connsiteX81" fmla="*/ 164860 w 242817"/>
                <a:gd name="connsiteY81" fmla="*/ 25536 h 224077"/>
                <a:gd name="connsiteX82" fmla="*/ 187225 w 242817"/>
                <a:gd name="connsiteY82" fmla="*/ 44688 h 224077"/>
                <a:gd name="connsiteX83" fmla="*/ 190420 w 242817"/>
                <a:gd name="connsiteY83" fmla="*/ 50433 h 224077"/>
                <a:gd name="connsiteX84" fmla="*/ 196810 w 242817"/>
                <a:gd name="connsiteY84" fmla="*/ 51072 h 224077"/>
                <a:gd name="connsiteX85" fmla="*/ 207673 w 242817"/>
                <a:gd name="connsiteY85" fmla="*/ 48518 h 224077"/>
                <a:gd name="connsiteX86" fmla="*/ 230038 w 242817"/>
                <a:gd name="connsiteY86" fmla="*/ 67670 h 224077"/>
                <a:gd name="connsiteX87" fmla="*/ 230038 w 242817"/>
                <a:gd name="connsiteY87" fmla="*/ 68309 h 224077"/>
                <a:gd name="connsiteX88" fmla="*/ 169333 w 242817"/>
                <a:gd name="connsiteY88" fmla="*/ 118104 h 224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242817" h="224077">
                  <a:moveTo>
                    <a:pt x="242818" y="68947"/>
                  </a:moveTo>
                  <a:cubicBezTo>
                    <a:pt x="242818" y="68309"/>
                    <a:pt x="242818" y="67670"/>
                    <a:pt x="242818" y="67670"/>
                  </a:cubicBezTo>
                  <a:cubicBezTo>
                    <a:pt x="242818" y="49795"/>
                    <a:pt x="226843" y="35750"/>
                    <a:pt x="207673" y="35750"/>
                  </a:cubicBezTo>
                  <a:cubicBezTo>
                    <a:pt x="204478" y="35750"/>
                    <a:pt x="201922" y="36389"/>
                    <a:pt x="198727" y="37027"/>
                  </a:cubicBezTo>
                  <a:cubicBezTo>
                    <a:pt x="194893" y="23621"/>
                    <a:pt x="180835" y="13406"/>
                    <a:pt x="164860" y="13406"/>
                  </a:cubicBezTo>
                  <a:cubicBezTo>
                    <a:pt x="160387" y="13406"/>
                    <a:pt x="155914" y="14045"/>
                    <a:pt x="152080" y="15322"/>
                  </a:cubicBezTo>
                  <a:cubicBezTo>
                    <a:pt x="145690" y="5746"/>
                    <a:pt x="134828" y="0"/>
                    <a:pt x="122048" y="0"/>
                  </a:cubicBezTo>
                  <a:lnTo>
                    <a:pt x="121409" y="0"/>
                  </a:lnTo>
                  <a:lnTo>
                    <a:pt x="120770" y="0"/>
                  </a:lnTo>
                  <a:cubicBezTo>
                    <a:pt x="108629" y="0"/>
                    <a:pt x="97127" y="5746"/>
                    <a:pt x="90737" y="15322"/>
                  </a:cubicBezTo>
                  <a:cubicBezTo>
                    <a:pt x="86903" y="14045"/>
                    <a:pt x="82430" y="13406"/>
                    <a:pt x="77957" y="13406"/>
                  </a:cubicBezTo>
                  <a:cubicBezTo>
                    <a:pt x="61982" y="13406"/>
                    <a:pt x="48563" y="22982"/>
                    <a:pt x="44090" y="37027"/>
                  </a:cubicBezTo>
                  <a:cubicBezTo>
                    <a:pt x="40895" y="36389"/>
                    <a:pt x="38340" y="35750"/>
                    <a:pt x="35145" y="35750"/>
                  </a:cubicBezTo>
                  <a:cubicBezTo>
                    <a:pt x="15975" y="35750"/>
                    <a:pt x="0" y="49795"/>
                    <a:pt x="0" y="67670"/>
                  </a:cubicBezTo>
                  <a:cubicBezTo>
                    <a:pt x="0" y="68309"/>
                    <a:pt x="0" y="68947"/>
                    <a:pt x="0" y="68947"/>
                  </a:cubicBezTo>
                  <a:cubicBezTo>
                    <a:pt x="0" y="70224"/>
                    <a:pt x="1917" y="100867"/>
                    <a:pt x="47925" y="121934"/>
                  </a:cubicBezTo>
                  <a:cubicBezTo>
                    <a:pt x="38340" y="124488"/>
                    <a:pt x="30032" y="128957"/>
                    <a:pt x="24282" y="133425"/>
                  </a:cubicBezTo>
                  <a:lnTo>
                    <a:pt x="21726" y="134702"/>
                  </a:lnTo>
                  <a:cubicBezTo>
                    <a:pt x="12780" y="140448"/>
                    <a:pt x="-639" y="149385"/>
                    <a:pt x="1917" y="162792"/>
                  </a:cubicBezTo>
                  <a:cubicBezTo>
                    <a:pt x="4473" y="177475"/>
                    <a:pt x="19809" y="188327"/>
                    <a:pt x="36422" y="188327"/>
                  </a:cubicBezTo>
                  <a:cubicBezTo>
                    <a:pt x="39617" y="188327"/>
                    <a:pt x="42173" y="187689"/>
                    <a:pt x="45368" y="187051"/>
                  </a:cubicBezTo>
                  <a:cubicBezTo>
                    <a:pt x="49202" y="200457"/>
                    <a:pt x="63260" y="210671"/>
                    <a:pt x="79235" y="210671"/>
                  </a:cubicBezTo>
                  <a:cubicBezTo>
                    <a:pt x="83708" y="210671"/>
                    <a:pt x="88181" y="210033"/>
                    <a:pt x="92015" y="208756"/>
                  </a:cubicBezTo>
                  <a:cubicBezTo>
                    <a:pt x="98405" y="217694"/>
                    <a:pt x="109268" y="224078"/>
                    <a:pt x="121409" y="224078"/>
                  </a:cubicBezTo>
                  <a:cubicBezTo>
                    <a:pt x="133549" y="224078"/>
                    <a:pt x="144412" y="217694"/>
                    <a:pt x="150802" y="208756"/>
                  </a:cubicBezTo>
                  <a:cubicBezTo>
                    <a:pt x="154636" y="210033"/>
                    <a:pt x="159109" y="210671"/>
                    <a:pt x="163582" y="210671"/>
                  </a:cubicBezTo>
                  <a:cubicBezTo>
                    <a:pt x="179557" y="210671"/>
                    <a:pt x="192976" y="201095"/>
                    <a:pt x="197449" y="187051"/>
                  </a:cubicBezTo>
                  <a:cubicBezTo>
                    <a:pt x="209590" y="190243"/>
                    <a:pt x="223009" y="186412"/>
                    <a:pt x="231955" y="178113"/>
                  </a:cubicBezTo>
                  <a:cubicBezTo>
                    <a:pt x="239623" y="171091"/>
                    <a:pt x="245373" y="158961"/>
                    <a:pt x="238345" y="150024"/>
                  </a:cubicBezTo>
                  <a:cubicBezTo>
                    <a:pt x="235150" y="145555"/>
                    <a:pt x="230038" y="141724"/>
                    <a:pt x="225565" y="138533"/>
                  </a:cubicBezTo>
                  <a:cubicBezTo>
                    <a:pt x="217897" y="132787"/>
                    <a:pt x="207673" y="125765"/>
                    <a:pt x="194893" y="121934"/>
                  </a:cubicBezTo>
                  <a:cubicBezTo>
                    <a:pt x="240900" y="101505"/>
                    <a:pt x="242818" y="70224"/>
                    <a:pt x="242818" y="68947"/>
                  </a:cubicBezTo>
                  <a:close/>
                  <a:moveTo>
                    <a:pt x="169333" y="118104"/>
                  </a:moveTo>
                  <a:lnTo>
                    <a:pt x="169333" y="118104"/>
                  </a:lnTo>
                  <a:cubicBezTo>
                    <a:pt x="162943" y="120019"/>
                    <a:pt x="162304" y="123849"/>
                    <a:pt x="162943" y="125765"/>
                  </a:cubicBezTo>
                  <a:cubicBezTo>
                    <a:pt x="162943" y="126403"/>
                    <a:pt x="163582" y="131510"/>
                    <a:pt x="169972" y="132149"/>
                  </a:cubicBezTo>
                  <a:lnTo>
                    <a:pt x="170611" y="132149"/>
                  </a:lnTo>
                  <a:cubicBezTo>
                    <a:pt x="171889" y="132149"/>
                    <a:pt x="173806" y="132149"/>
                    <a:pt x="175723" y="132149"/>
                  </a:cubicBezTo>
                  <a:cubicBezTo>
                    <a:pt x="193615" y="132787"/>
                    <a:pt x="208951" y="141724"/>
                    <a:pt x="218536" y="149385"/>
                  </a:cubicBezTo>
                  <a:cubicBezTo>
                    <a:pt x="222370" y="151939"/>
                    <a:pt x="226204" y="155769"/>
                    <a:pt x="228760" y="158961"/>
                  </a:cubicBezTo>
                  <a:cubicBezTo>
                    <a:pt x="230677" y="160876"/>
                    <a:pt x="227482" y="166622"/>
                    <a:pt x="223648" y="170452"/>
                  </a:cubicBezTo>
                  <a:cubicBezTo>
                    <a:pt x="216619" y="176836"/>
                    <a:pt x="204478" y="178752"/>
                    <a:pt x="195532" y="174283"/>
                  </a:cubicBezTo>
                  <a:cubicBezTo>
                    <a:pt x="193615" y="173006"/>
                    <a:pt x="191059" y="173644"/>
                    <a:pt x="189142" y="174921"/>
                  </a:cubicBezTo>
                  <a:cubicBezTo>
                    <a:pt x="187225" y="176198"/>
                    <a:pt x="185947" y="178113"/>
                    <a:pt x="185947" y="180667"/>
                  </a:cubicBezTo>
                  <a:cubicBezTo>
                    <a:pt x="185947" y="190881"/>
                    <a:pt x="175723" y="199819"/>
                    <a:pt x="163582" y="199819"/>
                  </a:cubicBezTo>
                  <a:cubicBezTo>
                    <a:pt x="159109" y="199819"/>
                    <a:pt x="154636" y="198542"/>
                    <a:pt x="151441" y="196627"/>
                  </a:cubicBezTo>
                  <a:cubicBezTo>
                    <a:pt x="149524" y="195988"/>
                    <a:pt x="147607" y="195350"/>
                    <a:pt x="146329" y="195988"/>
                  </a:cubicBezTo>
                  <a:cubicBezTo>
                    <a:pt x="144412" y="196627"/>
                    <a:pt x="143134" y="197903"/>
                    <a:pt x="142496" y="199819"/>
                  </a:cubicBezTo>
                  <a:cubicBezTo>
                    <a:pt x="139301" y="207479"/>
                    <a:pt x="130994" y="212587"/>
                    <a:pt x="122048" y="213225"/>
                  </a:cubicBezTo>
                  <a:cubicBezTo>
                    <a:pt x="112463" y="213225"/>
                    <a:pt x="104156" y="207479"/>
                    <a:pt x="101600" y="199819"/>
                  </a:cubicBezTo>
                  <a:cubicBezTo>
                    <a:pt x="100961" y="197903"/>
                    <a:pt x="99683" y="196627"/>
                    <a:pt x="97766" y="195988"/>
                  </a:cubicBezTo>
                  <a:cubicBezTo>
                    <a:pt x="97127" y="195988"/>
                    <a:pt x="96488" y="195350"/>
                    <a:pt x="95849" y="195350"/>
                  </a:cubicBezTo>
                  <a:cubicBezTo>
                    <a:pt x="94571" y="195350"/>
                    <a:pt x="93932" y="195350"/>
                    <a:pt x="92654" y="195988"/>
                  </a:cubicBezTo>
                  <a:cubicBezTo>
                    <a:pt x="88820" y="197903"/>
                    <a:pt x="84986" y="199180"/>
                    <a:pt x="80513" y="199180"/>
                  </a:cubicBezTo>
                  <a:cubicBezTo>
                    <a:pt x="68372" y="199180"/>
                    <a:pt x="58148" y="190881"/>
                    <a:pt x="58148" y="180028"/>
                  </a:cubicBezTo>
                  <a:cubicBezTo>
                    <a:pt x="58148" y="177475"/>
                    <a:pt x="56870" y="175560"/>
                    <a:pt x="54953" y="174283"/>
                  </a:cubicBezTo>
                  <a:cubicBezTo>
                    <a:pt x="53036" y="173006"/>
                    <a:pt x="50480" y="173006"/>
                    <a:pt x="48563" y="173644"/>
                  </a:cubicBezTo>
                  <a:cubicBezTo>
                    <a:pt x="45368" y="175560"/>
                    <a:pt x="41535" y="176198"/>
                    <a:pt x="37700" y="176198"/>
                  </a:cubicBezTo>
                  <a:cubicBezTo>
                    <a:pt x="27477" y="176198"/>
                    <a:pt x="17253" y="169176"/>
                    <a:pt x="15975" y="160876"/>
                  </a:cubicBezTo>
                  <a:cubicBezTo>
                    <a:pt x="15336" y="155769"/>
                    <a:pt x="24282" y="150024"/>
                    <a:pt x="30032" y="146193"/>
                  </a:cubicBezTo>
                  <a:lnTo>
                    <a:pt x="32589" y="144278"/>
                  </a:lnTo>
                  <a:cubicBezTo>
                    <a:pt x="42173" y="137894"/>
                    <a:pt x="56231" y="130872"/>
                    <a:pt x="73484" y="132149"/>
                  </a:cubicBezTo>
                  <a:lnTo>
                    <a:pt x="74123" y="132149"/>
                  </a:lnTo>
                  <a:cubicBezTo>
                    <a:pt x="80513" y="131510"/>
                    <a:pt x="81152" y="127041"/>
                    <a:pt x="81152" y="125765"/>
                  </a:cubicBezTo>
                  <a:cubicBezTo>
                    <a:pt x="81152" y="123849"/>
                    <a:pt x="81152" y="120019"/>
                    <a:pt x="74762" y="118104"/>
                  </a:cubicBezTo>
                  <a:cubicBezTo>
                    <a:pt x="16614" y="101505"/>
                    <a:pt x="14058" y="69585"/>
                    <a:pt x="14058" y="68309"/>
                  </a:cubicBezTo>
                  <a:lnTo>
                    <a:pt x="14058" y="67670"/>
                  </a:lnTo>
                  <a:cubicBezTo>
                    <a:pt x="14058" y="57456"/>
                    <a:pt x="24282" y="48518"/>
                    <a:pt x="36422" y="48518"/>
                  </a:cubicBezTo>
                  <a:cubicBezTo>
                    <a:pt x="40257" y="48518"/>
                    <a:pt x="44090" y="49157"/>
                    <a:pt x="47285" y="51072"/>
                  </a:cubicBezTo>
                  <a:cubicBezTo>
                    <a:pt x="49202" y="52349"/>
                    <a:pt x="51758" y="51710"/>
                    <a:pt x="53675" y="50433"/>
                  </a:cubicBezTo>
                  <a:cubicBezTo>
                    <a:pt x="55592" y="49157"/>
                    <a:pt x="56870" y="47241"/>
                    <a:pt x="56870" y="44688"/>
                  </a:cubicBezTo>
                  <a:cubicBezTo>
                    <a:pt x="56870" y="34473"/>
                    <a:pt x="67094" y="25536"/>
                    <a:pt x="79235" y="25536"/>
                  </a:cubicBezTo>
                  <a:cubicBezTo>
                    <a:pt x="83708" y="25536"/>
                    <a:pt x="88181" y="26813"/>
                    <a:pt x="91376" y="28728"/>
                  </a:cubicBezTo>
                  <a:cubicBezTo>
                    <a:pt x="93293" y="29366"/>
                    <a:pt x="95210" y="30005"/>
                    <a:pt x="96488" y="29366"/>
                  </a:cubicBezTo>
                  <a:cubicBezTo>
                    <a:pt x="98405" y="28728"/>
                    <a:pt x="99683" y="27451"/>
                    <a:pt x="100322" y="25536"/>
                  </a:cubicBezTo>
                  <a:cubicBezTo>
                    <a:pt x="103517" y="17875"/>
                    <a:pt x="111824" y="12130"/>
                    <a:pt x="122048" y="12130"/>
                  </a:cubicBezTo>
                  <a:lnTo>
                    <a:pt x="122048" y="12130"/>
                  </a:lnTo>
                  <a:lnTo>
                    <a:pt x="122686" y="12130"/>
                  </a:lnTo>
                  <a:cubicBezTo>
                    <a:pt x="132271" y="12130"/>
                    <a:pt x="140579" y="17237"/>
                    <a:pt x="143774" y="25536"/>
                  </a:cubicBezTo>
                  <a:cubicBezTo>
                    <a:pt x="144412" y="27451"/>
                    <a:pt x="145690" y="28728"/>
                    <a:pt x="147607" y="29366"/>
                  </a:cubicBezTo>
                  <a:cubicBezTo>
                    <a:pt x="149524" y="30005"/>
                    <a:pt x="151441" y="30005"/>
                    <a:pt x="152719" y="28728"/>
                  </a:cubicBezTo>
                  <a:cubicBezTo>
                    <a:pt x="156553" y="26813"/>
                    <a:pt x="160387" y="25536"/>
                    <a:pt x="164860" y="25536"/>
                  </a:cubicBezTo>
                  <a:cubicBezTo>
                    <a:pt x="177001" y="25536"/>
                    <a:pt x="187225" y="33835"/>
                    <a:pt x="187225" y="44688"/>
                  </a:cubicBezTo>
                  <a:cubicBezTo>
                    <a:pt x="187225" y="47241"/>
                    <a:pt x="188503" y="49157"/>
                    <a:pt x="190420" y="50433"/>
                  </a:cubicBezTo>
                  <a:cubicBezTo>
                    <a:pt x="192337" y="51710"/>
                    <a:pt x="194893" y="51710"/>
                    <a:pt x="196810" y="51072"/>
                  </a:cubicBezTo>
                  <a:cubicBezTo>
                    <a:pt x="200005" y="49157"/>
                    <a:pt x="203839" y="48518"/>
                    <a:pt x="207673" y="48518"/>
                  </a:cubicBezTo>
                  <a:cubicBezTo>
                    <a:pt x="219814" y="48518"/>
                    <a:pt x="230038" y="56817"/>
                    <a:pt x="230038" y="67670"/>
                  </a:cubicBezTo>
                  <a:lnTo>
                    <a:pt x="230038" y="68309"/>
                  </a:lnTo>
                  <a:cubicBezTo>
                    <a:pt x="230038" y="69585"/>
                    <a:pt x="227482" y="100867"/>
                    <a:pt x="169333" y="118104"/>
                  </a:cubicBezTo>
                  <a:close/>
                </a:path>
              </a:pathLst>
            </a:custGeom>
            <a:solidFill>
              <a:srgbClr val="046A38"/>
            </a:solidFill>
            <a:ln w="6390" cap="flat">
              <a:noFill/>
              <a:prstDash val="solid"/>
              <a:miter/>
            </a:ln>
          </p:spPr>
          <p:txBody>
            <a:bodyPr rtlCol="0" anchor="ctr"/>
            <a:lstStyle/>
            <a:p>
              <a:endParaRPr lang="en-US"/>
            </a:p>
          </p:txBody>
        </p:sp>
        <p:sp>
          <p:nvSpPr>
            <p:cNvPr id="613" name="Graphic 6">
              <a:extLst>
                <a:ext uri="{FF2B5EF4-FFF2-40B4-BE49-F238E27FC236}">
                  <a16:creationId xmlns:a16="http://schemas.microsoft.com/office/drawing/2014/main" id="{3E388059-CD27-2347-B56B-F21A31FB50FE}"/>
                </a:ext>
              </a:extLst>
            </p:cNvPr>
            <p:cNvSpPr/>
            <p:nvPr/>
          </p:nvSpPr>
          <p:spPr>
            <a:xfrm>
              <a:off x="3754726" y="2062188"/>
              <a:ext cx="67733" cy="76607"/>
            </a:xfrm>
            <a:custGeom>
              <a:avLst/>
              <a:gdLst>
                <a:gd name="connsiteX0" fmla="*/ 67734 w 67733"/>
                <a:gd name="connsiteY0" fmla="*/ 33835 h 76607"/>
                <a:gd name="connsiteX1" fmla="*/ 33867 w 67733"/>
                <a:gd name="connsiteY1" fmla="*/ 0 h 76607"/>
                <a:gd name="connsiteX2" fmla="*/ 0 w 67733"/>
                <a:gd name="connsiteY2" fmla="*/ 33835 h 76607"/>
                <a:gd name="connsiteX3" fmla="*/ 13419 w 67733"/>
                <a:gd name="connsiteY3" fmla="*/ 60648 h 76607"/>
                <a:gd name="connsiteX4" fmla="*/ 3834 w 67733"/>
                <a:gd name="connsiteY4" fmla="*/ 64478 h 76607"/>
                <a:gd name="connsiteX5" fmla="*/ 639 w 67733"/>
                <a:gd name="connsiteY5" fmla="*/ 72777 h 76607"/>
                <a:gd name="connsiteX6" fmla="*/ 6390 w 67733"/>
                <a:gd name="connsiteY6" fmla="*/ 76608 h 76607"/>
                <a:gd name="connsiteX7" fmla="*/ 8946 w 67733"/>
                <a:gd name="connsiteY7" fmla="*/ 75969 h 76607"/>
                <a:gd name="connsiteX8" fmla="*/ 56871 w 67733"/>
                <a:gd name="connsiteY8" fmla="*/ 75331 h 76607"/>
                <a:gd name="connsiteX9" fmla="*/ 65817 w 67733"/>
                <a:gd name="connsiteY9" fmla="*/ 73416 h 76607"/>
                <a:gd name="connsiteX10" fmla="*/ 63899 w 67733"/>
                <a:gd name="connsiteY10" fmla="*/ 64478 h 76607"/>
                <a:gd name="connsiteX11" fmla="*/ 54314 w 67733"/>
                <a:gd name="connsiteY11" fmla="*/ 59371 h 76607"/>
                <a:gd name="connsiteX12" fmla="*/ 67734 w 67733"/>
                <a:gd name="connsiteY12" fmla="*/ 33835 h 76607"/>
                <a:gd name="connsiteX13" fmla="*/ 34506 w 67733"/>
                <a:gd name="connsiteY13" fmla="*/ 12768 h 76607"/>
                <a:gd name="connsiteX14" fmla="*/ 55593 w 67733"/>
                <a:gd name="connsiteY14" fmla="*/ 33835 h 76607"/>
                <a:gd name="connsiteX15" fmla="*/ 34506 w 67733"/>
                <a:gd name="connsiteY15" fmla="*/ 54902 h 76607"/>
                <a:gd name="connsiteX16" fmla="*/ 13419 w 67733"/>
                <a:gd name="connsiteY16" fmla="*/ 33835 h 76607"/>
                <a:gd name="connsiteX17" fmla="*/ 34506 w 67733"/>
                <a:gd name="connsiteY17" fmla="*/ 12768 h 76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7733" h="76607">
                  <a:moveTo>
                    <a:pt x="67734" y="33835"/>
                  </a:moveTo>
                  <a:cubicBezTo>
                    <a:pt x="67734" y="15322"/>
                    <a:pt x="52398" y="0"/>
                    <a:pt x="33867" y="0"/>
                  </a:cubicBezTo>
                  <a:cubicBezTo>
                    <a:pt x="15336" y="0"/>
                    <a:pt x="0" y="15322"/>
                    <a:pt x="0" y="33835"/>
                  </a:cubicBezTo>
                  <a:cubicBezTo>
                    <a:pt x="0" y="44688"/>
                    <a:pt x="5112" y="54264"/>
                    <a:pt x="13419" y="60648"/>
                  </a:cubicBezTo>
                  <a:cubicBezTo>
                    <a:pt x="7668" y="62563"/>
                    <a:pt x="3834" y="63840"/>
                    <a:pt x="3834" y="64478"/>
                  </a:cubicBezTo>
                  <a:cubicBezTo>
                    <a:pt x="639" y="65755"/>
                    <a:pt x="-639" y="69585"/>
                    <a:pt x="639" y="72777"/>
                  </a:cubicBezTo>
                  <a:cubicBezTo>
                    <a:pt x="1917" y="75331"/>
                    <a:pt x="3834" y="76608"/>
                    <a:pt x="6390" y="76608"/>
                  </a:cubicBezTo>
                  <a:cubicBezTo>
                    <a:pt x="7029" y="76608"/>
                    <a:pt x="8307" y="76608"/>
                    <a:pt x="8946" y="75969"/>
                  </a:cubicBezTo>
                  <a:cubicBezTo>
                    <a:pt x="8946" y="75969"/>
                    <a:pt x="37701" y="63201"/>
                    <a:pt x="56871" y="75331"/>
                  </a:cubicBezTo>
                  <a:cubicBezTo>
                    <a:pt x="60066" y="77246"/>
                    <a:pt x="63899" y="76608"/>
                    <a:pt x="65817" y="73416"/>
                  </a:cubicBezTo>
                  <a:cubicBezTo>
                    <a:pt x="67734" y="70224"/>
                    <a:pt x="67094" y="66393"/>
                    <a:pt x="63899" y="64478"/>
                  </a:cubicBezTo>
                  <a:cubicBezTo>
                    <a:pt x="60704" y="62563"/>
                    <a:pt x="57509" y="60648"/>
                    <a:pt x="54314" y="59371"/>
                  </a:cubicBezTo>
                  <a:cubicBezTo>
                    <a:pt x="63261" y="53625"/>
                    <a:pt x="67734" y="44049"/>
                    <a:pt x="67734" y="33835"/>
                  </a:cubicBezTo>
                  <a:close/>
                  <a:moveTo>
                    <a:pt x="34506" y="12768"/>
                  </a:moveTo>
                  <a:cubicBezTo>
                    <a:pt x="46008" y="12768"/>
                    <a:pt x="55593" y="22344"/>
                    <a:pt x="55593" y="33835"/>
                  </a:cubicBezTo>
                  <a:cubicBezTo>
                    <a:pt x="55593" y="45326"/>
                    <a:pt x="46008" y="54902"/>
                    <a:pt x="34506" y="54902"/>
                  </a:cubicBezTo>
                  <a:cubicBezTo>
                    <a:pt x="23004" y="54902"/>
                    <a:pt x="13419" y="45326"/>
                    <a:pt x="13419" y="33835"/>
                  </a:cubicBezTo>
                  <a:cubicBezTo>
                    <a:pt x="13419" y="22344"/>
                    <a:pt x="23004" y="12768"/>
                    <a:pt x="34506" y="12768"/>
                  </a:cubicBezTo>
                  <a:close/>
                </a:path>
              </a:pathLst>
            </a:custGeom>
            <a:solidFill>
              <a:srgbClr val="046A38"/>
            </a:solidFill>
            <a:ln w="6390" cap="flat">
              <a:noFill/>
              <a:prstDash val="solid"/>
              <a:miter/>
            </a:ln>
          </p:spPr>
          <p:txBody>
            <a:bodyPr rtlCol="0" anchor="ctr"/>
            <a:lstStyle/>
            <a:p>
              <a:endParaRPr lang="en-US"/>
            </a:p>
          </p:txBody>
        </p:sp>
        <p:sp>
          <p:nvSpPr>
            <p:cNvPr id="614" name="Graphic 6">
              <a:extLst>
                <a:ext uri="{FF2B5EF4-FFF2-40B4-BE49-F238E27FC236}">
                  <a16:creationId xmlns:a16="http://schemas.microsoft.com/office/drawing/2014/main" id="{4AD9F820-7407-A74E-8689-267918B79727}"/>
                </a:ext>
              </a:extLst>
            </p:cNvPr>
            <p:cNvSpPr/>
            <p:nvPr/>
          </p:nvSpPr>
          <p:spPr>
            <a:xfrm>
              <a:off x="3717189" y="2014472"/>
              <a:ext cx="51395" cy="51547"/>
            </a:xfrm>
            <a:custGeom>
              <a:avLst/>
              <a:gdLst>
                <a:gd name="connsiteX0" fmla="*/ 45205 w 51395"/>
                <a:gd name="connsiteY0" fmla="*/ 51547 h 51547"/>
                <a:gd name="connsiteX1" fmla="*/ 50317 w 51395"/>
                <a:gd name="connsiteY1" fmla="*/ 48994 h 51547"/>
                <a:gd name="connsiteX2" fmla="*/ 48400 w 51395"/>
                <a:gd name="connsiteY2" fmla="*/ 40056 h 51547"/>
                <a:gd name="connsiteX3" fmla="*/ 11339 w 51395"/>
                <a:gd name="connsiteY3" fmla="*/ 2390 h 51547"/>
                <a:gd name="connsiteX4" fmla="*/ 2392 w 51395"/>
                <a:gd name="connsiteY4" fmla="*/ 1114 h 51547"/>
                <a:gd name="connsiteX5" fmla="*/ 1115 w 51395"/>
                <a:gd name="connsiteY5" fmla="*/ 10051 h 51547"/>
                <a:gd name="connsiteX6" fmla="*/ 41371 w 51395"/>
                <a:gd name="connsiteY6" fmla="*/ 50909 h 51547"/>
                <a:gd name="connsiteX7" fmla="*/ 45205 w 51395"/>
                <a:gd name="connsiteY7" fmla="*/ 51547 h 51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395" h="51547">
                  <a:moveTo>
                    <a:pt x="45205" y="51547"/>
                  </a:moveTo>
                  <a:cubicBezTo>
                    <a:pt x="47122" y="51547"/>
                    <a:pt x="49039" y="50270"/>
                    <a:pt x="50317" y="48994"/>
                  </a:cubicBezTo>
                  <a:cubicBezTo>
                    <a:pt x="52234" y="45802"/>
                    <a:pt x="51595" y="41971"/>
                    <a:pt x="48400" y="40056"/>
                  </a:cubicBezTo>
                  <a:cubicBezTo>
                    <a:pt x="29870" y="27288"/>
                    <a:pt x="11339" y="2390"/>
                    <a:pt x="11339" y="2390"/>
                  </a:cubicBezTo>
                  <a:cubicBezTo>
                    <a:pt x="9422" y="-163"/>
                    <a:pt x="4949" y="-802"/>
                    <a:pt x="2392" y="1114"/>
                  </a:cubicBezTo>
                  <a:cubicBezTo>
                    <a:pt x="-163" y="3029"/>
                    <a:pt x="-802" y="7498"/>
                    <a:pt x="1115" y="10051"/>
                  </a:cubicBezTo>
                  <a:cubicBezTo>
                    <a:pt x="1754" y="11328"/>
                    <a:pt x="21562" y="36864"/>
                    <a:pt x="41371" y="50909"/>
                  </a:cubicBezTo>
                  <a:cubicBezTo>
                    <a:pt x="42649" y="51547"/>
                    <a:pt x="43927" y="51547"/>
                    <a:pt x="45205" y="51547"/>
                  </a:cubicBezTo>
                  <a:close/>
                </a:path>
              </a:pathLst>
            </a:custGeom>
            <a:solidFill>
              <a:srgbClr val="046A38"/>
            </a:solidFill>
            <a:ln w="6390" cap="flat">
              <a:noFill/>
              <a:prstDash val="solid"/>
              <a:miter/>
            </a:ln>
          </p:spPr>
          <p:txBody>
            <a:bodyPr rtlCol="0" anchor="ctr"/>
            <a:lstStyle/>
            <a:p>
              <a:endParaRPr lang="en-US"/>
            </a:p>
          </p:txBody>
        </p:sp>
        <p:sp>
          <p:nvSpPr>
            <p:cNvPr id="615" name="Graphic 6">
              <a:extLst>
                <a:ext uri="{FF2B5EF4-FFF2-40B4-BE49-F238E27FC236}">
                  <a16:creationId xmlns:a16="http://schemas.microsoft.com/office/drawing/2014/main" id="{213BD6A1-93FD-414A-AA0E-F46E60B4C55D}"/>
                </a:ext>
              </a:extLst>
            </p:cNvPr>
            <p:cNvSpPr/>
            <p:nvPr/>
          </p:nvSpPr>
          <p:spPr>
            <a:xfrm>
              <a:off x="3759101" y="1996973"/>
              <a:ext cx="62179" cy="58831"/>
            </a:xfrm>
            <a:custGeom>
              <a:avLst/>
              <a:gdLst>
                <a:gd name="connsiteX0" fmla="*/ 24380 w 62179"/>
                <a:gd name="connsiteY0" fmla="*/ 58831 h 58831"/>
                <a:gd name="connsiteX1" fmla="*/ 28214 w 62179"/>
                <a:gd name="connsiteY1" fmla="*/ 57554 h 58831"/>
                <a:gd name="connsiteX2" fmla="*/ 30770 w 62179"/>
                <a:gd name="connsiteY2" fmla="*/ 53724 h 58831"/>
                <a:gd name="connsiteX3" fmla="*/ 33326 w 62179"/>
                <a:gd name="connsiteY3" fmla="*/ 57554 h 58831"/>
                <a:gd name="connsiteX4" fmla="*/ 37160 w 62179"/>
                <a:gd name="connsiteY4" fmla="*/ 58831 h 58831"/>
                <a:gd name="connsiteX5" fmla="*/ 42272 w 62179"/>
                <a:gd name="connsiteY5" fmla="*/ 56277 h 58831"/>
                <a:gd name="connsiteX6" fmla="*/ 62081 w 62179"/>
                <a:gd name="connsiteY6" fmla="*/ 7121 h 58831"/>
                <a:gd name="connsiteX7" fmla="*/ 56969 w 62179"/>
                <a:gd name="connsiteY7" fmla="*/ 98 h 58831"/>
                <a:gd name="connsiteX8" fmla="*/ 49940 w 62179"/>
                <a:gd name="connsiteY8" fmla="*/ 5206 h 58831"/>
                <a:gd name="connsiteX9" fmla="*/ 32048 w 62179"/>
                <a:gd name="connsiteY9" fmla="*/ 48617 h 58831"/>
                <a:gd name="connsiteX10" fmla="*/ 31409 w 62179"/>
                <a:gd name="connsiteY10" fmla="*/ 50532 h 58831"/>
                <a:gd name="connsiteX11" fmla="*/ 30131 w 62179"/>
                <a:gd name="connsiteY11" fmla="*/ 48617 h 58831"/>
                <a:gd name="connsiteX12" fmla="*/ 12240 w 62179"/>
                <a:gd name="connsiteY12" fmla="*/ 5206 h 58831"/>
                <a:gd name="connsiteX13" fmla="*/ 5210 w 62179"/>
                <a:gd name="connsiteY13" fmla="*/ 98 h 58831"/>
                <a:gd name="connsiteX14" fmla="*/ 99 w 62179"/>
                <a:gd name="connsiteY14" fmla="*/ 7121 h 58831"/>
                <a:gd name="connsiteX15" fmla="*/ 19908 w 62179"/>
                <a:gd name="connsiteY15" fmla="*/ 56277 h 58831"/>
                <a:gd name="connsiteX16" fmla="*/ 24380 w 62179"/>
                <a:gd name="connsiteY16" fmla="*/ 58831 h 58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179" h="58831">
                  <a:moveTo>
                    <a:pt x="24380" y="58831"/>
                  </a:moveTo>
                  <a:cubicBezTo>
                    <a:pt x="25658" y="58831"/>
                    <a:pt x="26936" y="58193"/>
                    <a:pt x="28214" y="57554"/>
                  </a:cubicBezTo>
                  <a:cubicBezTo>
                    <a:pt x="29492" y="56916"/>
                    <a:pt x="30131" y="55001"/>
                    <a:pt x="30770" y="53724"/>
                  </a:cubicBezTo>
                  <a:cubicBezTo>
                    <a:pt x="31409" y="55001"/>
                    <a:pt x="32048" y="56277"/>
                    <a:pt x="33326" y="57554"/>
                  </a:cubicBezTo>
                  <a:cubicBezTo>
                    <a:pt x="34604" y="58193"/>
                    <a:pt x="35882" y="58831"/>
                    <a:pt x="37160" y="58831"/>
                  </a:cubicBezTo>
                  <a:cubicBezTo>
                    <a:pt x="39077" y="58831"/>
                    <a:pt x="40994" y="58193"/>
                    <a:pt x="42272" y="56277"/>
                  </a:cubicBezTo>
                  <a:cubicBezTo>
                    <a:pt x="57608" y="35210"/>
                    <a:pt x="62081" y="8398"/>
                    <a:pt x="62081" y="7121"/>
                  </a:cubicBezTo>
                  <a:cubicBezTo>
                    <a:pt x="62720" y="3929"/>
                    <a:pt x="60164" y="98"/>
                    <a:pt x="56969" y="98"/>
                  </a:cubicBezTo>
                  <a:cubicBezTo>
                    <a:pt x="53774" y="-540"/>
                    <a:pt x="49940" y="2014"/>
                    <a:pt x="49940" y="5206"/>
                  </a:cubicBezTo>
                  <a:cubicBezTo>
                    <a:pt x="49940" y="5206"/>
                    <a:pt x="45467" y="30103"/>
                    <a:pt x="32048" y="48617"/>
                  </a:cubicBezTo>
                  <a:cubicBezTo>
                    <a:pt x="31409" y="49255"/>
                    <a:pt x="31409" y="49893"/>
                    <a:pt x="31409" y="50532"/>
                  </a:cubicBezTo>
                  <a:cubicBezTo>
                    <a:pt x="31409" y="49893"/>
                    <a:pt x="30770" y="49255"/>
                    <a:pt x="30131" y="48617"/>
                  </a:cubicBezTo>
                  <a:cubicBezTo>
                    <a:pt x="16713" y="30103"/>
                    <a:pt x="12878" y="5206"/>
                    <a:pt x="12240" y="5206"/>
                  </a:cubicBezTo>
                  <a:cubicBezTo>
                    <a:pt x="11600" y="2014"/>
                    <a:pt x="8405" y="-540"/>
                    <a:pt x="5210" y="98"/>
                  </a:cubicBezTo>
                  <a:cubicBezTo>
                    <a:pt x="2015" y="737"/>
                    <a:pt x="-540" y="3929"/>
                    <a:pt x="99" y="7121"/>
                  </a:cubicBezTo>
                  <a:cubicBezTo>
                    <a:pt x="99" y="8398"/>
                    <a:pt x="4572" y="35210"/>
                    <a:pt x="19908" y="56277"/>
                  </a:cubicBezTo>
                  <a:cubicBezTo>
                    <a:pt x="19908" y="58193"/>
                    <a:pt x="22463" y="58831"/>
                    <a:pt x="24380" y="58831"/>
                  </a:cubicBezTo>
                  <a:close/>
                </a:path>
              </a:pathLst>
            </a:custGeom>
            <a:solidFill>
              <a:srgbClr val="046A38"/>
            </a:solidFill>
            <a:ln w="6390" cap="flat">
              <a:noFill/>
              <a:prstDash val="solid"/>
              <a:miter/>
            </a:ln>
          </p:spPr>
          <p:txBody>
            <a:bodyPr rtlCol="0" anchor="ctr"/>
            <a:lstStyle/>
            <a:p>
              <a:endParaRPr lang="en-US"/>
            </a:p>
          </p:txBody>
        </p:sp>
        <p:sp>
          <p:nvSpPr>
            <p:cNvPr id="616" name="Graphic 6">
              <a:extLst>
                <a:ext uri="{FF2B5EF4-FFF2-40B4-BE49-F238E27FC236}">
                  <a16:creationId xmlns:a16="http://schemas.microsoft.com/office/drawing/2014/main" id="{B5A55346-0367-BE46-90A9-9EBCC9E46C09}"/>
                </a:ext>
              </a:extLst>
            </p:cNvPr>
            <p:cNvSpPr/>
            <p:nvPr/>
          </p:nvSpPr>
          <p:spPr>
            <a:xfrm>
              <a:off x="3809880" y="2014472"/>
              <a:ext cx="51395" cy="51547"/>
            </a:xfrm>
            <a:custGeom>
              <a:avLst/>
              <a:gdLst>
                <a:gd name="connsiteX0" fmla="*/ 40696 w 51395"/>
                <a:gd name="connsiteY0" fmla="*/ 2390 h 51547"/>
                <a:gd name="connsiteX1" fmla="*/ 2995 w 51395"/>
                <a:gd name="connsiteY1" fmla="*/ 40056 h 51547"/>
                <a:gd name="connsiteX2" fmla="*/ 1078 w 51395"/>
                <a:gd name="connsiteY2" fmla="*/ 48994 h 51547"/>
                <a:gd name="connsiteX3" fmla="*/ 6190 w 51395"/>
                <a:gd name="connsiteY3" fmla="*/ 51547 h 51547"/>
                <a:gd name="connsiteX4" fmla="*/ 10024 w 51395"/>
                <a:gd name="connsiteY4" fmla="*/ 50270 h 51547"/>
                <a:gd name="connsiteX5" fmla="*/ 50281 w 51395"/>
                <a:gd name="connsiteY5" fmla="*/ 10051 h 51547"/>
                <a:gd name="connsiteX6" fmla="*/ 49003 w 51395"/>
                <a:gd name="connsiteY6" fmla="*/ 1114 h 51547"/>
                <a:gd name="connsiteX7" fmla="*/ 40696 w 51395"/>
                <a:gd name="connsiteY7" fmla="*/ 2390 h 51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395" h="51547">
                  <a:moveTo>
                    <a:pt x="40696" y="2390"/>
                  </a:moveTo>
                  <a:cubicBezTo>
                    <a:pt x="40696" y="2390"/>
                    <a:pt x="21526" y="27288"/>
                    <a:pt x="2995" y="40056"/>
                  </a:cubicBezTo>
                  <a:cubicBezTo>
                    <a:pt x="-200" y="41971"/>
                    <a:pt x="-839" y="45802"/>
                    <a:pt x="1078" y="48994"/>
                  </a:cubicBezTo>
                  <a:cubicBezTo>
                    <a:pt x="2356" y="50909"/>
                    <a:pt x="4273" y="51547"/>
                    <a:pt x="6190" y="51547"/>
                  </a:cubicBezTo>
                  <a:cubicBezTo>
                    <a:pt x="7468" y="51547"/>
                    <a:pt x="8746" y="50909"/>
                    <a:pt x="10024" y="50270"/>
                  </a:cubicBezTo>
                  <a:cubicBezTo>
                    <a:pt x="29833" y="36864"/>
                    <a:pt x="49642" y="10690"/>
                    <a:pt x="50281" y="10051"/>
                  </a:cubicBezTo>
                  <a:cubicBezTo>
                    <a:pt x="52198" y="7498"/>
                    <a:pt x="51559" y="3029"/>
                    <a:pt x="49003" y="1114"/>
                  </a:cubicBezTo>
                  <a:cubicBezTo>
                    <a:pt x="46447" y="-802"/>
                    <a:pt x="42613" y="-163"/>
                    <a:pt x="40696" y="2390"/>
                  </a:cubicBezTo>
                  <a:close/>
                </a:path>
              </a:pathLst>
            </a:custGeom>
            <a:solidFill>
              <a:srgbClr val="046A38"/>
            </a:solidFill>
            <a:ln w="6390" cap="flat">
              <a:noFill/>
              <a:prstDash val="solid"/>
              <a:miter/>
            </a:ln>
          </p:spPr>
          <p:txBody>
            <a:bodyPr rtlCol="0" anchor="ctr"/>
            <a:lstStyle/>
            <a:p>
              <a:endParaRPr lang="en-US"/>
            </a:p>
          </p:txBody>
        </p:sp>
        <p:sp>
          <p:nvSpPr>
            <p:cNvPr id="617" name="Graphic 6">
              <a:extLst>
                <a:ext uri="{FF2B5EF4-FFF2-40B4-BE49-F238E27FC236}">
                  <a16:creationId xmlns:a16="http://schemas.microsoft.com/office/drawing/2014/main" id="{47F74277-D1CF-AC48-B004-87D6160E01CF}"/>
                </a:ext>
              </a:extLst>
            </p:cNvPr>
            <p:cNvSpPr/>
            <p:nvPr/>
          </p:nvSpPr>
          <p:spPr>
            <a:xfrm>
              <a:off x="3785874" y="2079164"/>
              <a:ext cx="19594" cy="20051"/>
            </a:xfrm>
            <a:custGeom>
              <a:avLst/>
              <a:gdLst>
                <a:gd name="connsiteX0" fmla="*/ 3358 w 19594"/>
                <a:gd name="connsiteY0" fmla="*/ 11114 h 20051"/>
                <a:gd name="connsiteX1" fmla="*/ 7831 w 19594"/>
                <a:gd name="connsiteY1" fmla="*/ 16221 h 20051"/>
                <a:gd name="connsiteX2" fmla="*/ 13582 w 19594"/>
                <a:gd name="connsiteY2" fmla="*/ 20052 h 20051"/>
                <a:gd name="connsiteX3" fmla="*/ 16138 w 19594"/>
                <a:gd name="connsiteY3" fmla="*/ 19413 h 20051"/>
                <a:gd name="connsiteX4" fmla="*/ 18694 w 19594"/>
                <a:gd name="connsiteY4" fmla="*/ 11114 h 20051"/>
                <a:gd name="connsiteX5" fmla="*/ 9109 w 19594"/>
                <a:gd name="connsiteY5" fmla="*/ 900 h 20051"/>
                <a:gd name="connsiteX6" fmla="*/ 163 w 19594"/>
                <a:gd name="connsiteY6" fmla="*/ 3453 h 20051"/>
                <a:gd name="connsiteX7" fmla="*/ 3358 w 19594"/>
                <a:gd name="connsiteY7" fmla="*/ 11114 h 20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94" h="20051">
                  <a:moveTo>
                    <a:pt x="3358" y="11114"/>
                  </a:moveTo>
                  <a:cubicBezTo>
                    <a:pt x="5275" y="12391"/>
                    <a:pt x="7192" y="14306"/>
                    <a:pt x="7831" y="16221"/>
                  </a:cubicBezTo>
                  <a:cubicBezTo>
                    <a:pt x="9109" y="18137"/>
                    <a:pt x="11026" y="20052"/>
                    <a:pt x="13582" y="20052"/>
                  </a:cubicBezTo>
                  <a:cubicBezTo>
                    <a:pt x="14860" y="20052"/>
                    <a:pt x="15499" y="20052"/>
                    <a:pt x="16138" y="19413"/>
                  </a:cubicBezTo>
                  <a:cubicBezTo>
                    <a:pt x="19333" y="18137"/>
                    <a:pt x="20611" y="14306"/>
                    <a:pt x="18694" y="11114"/>
                  </a:cubicBezTo>
                  <a:cubicBezTo>
                    <a:pt x="16776" y="6645"/>
                    <a:pt x="12943" y="3453"/>
                    <a:pt x="9109" y="900"/>
                  </a:cubicBezTo>
                  <a:cubicBezTo>
                    <a:pt x="5914" y="-1015"/>
                    <a:pt x="2080" y="261"/>
                    <a:pt x="163" y="3453"/>
                  </a:cubicBezTo>
                  <a:cubicBezTo>
                    <a:pt x="-476" y="5369"/>
                    <a:pt x="802" y="9837"/>
                    <a:pt x="3358" y="11114"/>
                  </a:cubicBezTo>
                  <a:close/>
                </a:path>
              </a:pathLst>
            </a:custGeom>
            <a:solidFill>
              <a:srgbClr val="046A38"/>
            </a:solidFill>
            <a:ln w="6390" cap="flat">
              <a:noFill/>
              <a:prstDash val="solid"/>
              <a:miter/>
            </a:ln>
          </p:spPr>
          <p:txBody>
            <a:bodyPr rtlCol="0" anchor="ctr"/>
            <a:lstStyle/>
            <a:p>
              <a:endParaRPr lang="en-US"/>
            </a:p>
          </p:txBody>
        </p:sp>
      </p:grpSp>
      <p:grpSp>
        <p:nvGrpSpPr>
          <p:cNvPr id="618" name="Graphic 6">
            <a:extLst>
              <a:ext uri="{FF2B5EF4-FFF2-40B4-BE49-F238E27FC236}">
                <a16:creationId xmlns:a16="http://schemas.microsoft.com/office/drawing/2014/main" id="{898D32E9-EC8C-F544-9F6D-1CFF9FDB03AF}"/>
              </a:ext>
            </a:extLst>
          </p:cNvPr>
          <p:cNvGrpSpPr/>
          <p:nvPr/>
        </p:nvGrpSpPr>
        <p:grpSpPr>
          <a:xfrm>
            <a:off x="4044830" y="3822891"/>
            <a:ext cx="362309" cy="361971"/>
            <a:chOff x="4044830" y="3822891"/>
            <a:chExt cx="362309" cy="361971"/>
          </a:xfrm>
          <a:solidFill>
            <a:srgbClr val="046A38"/>
          </a:solidFill>
        </p:grpSpPr>
        <p:sp>
          <p:nvSpPr>
            <p:cNvPr id="619" name="Graphic 6">
              <a:extLst>
                <a:ext uri="{FF2B5EF4-FFF2-40B4-BE49-F238E27FC236}">
                  <a16:creationId xmlns:a16="http://schemas.microsoft.com/office/drawing/2014/main" id="{BAE9F63F-8245-AA4F-89CB-F63FB81EBB96}"/>
                </a:ext>
              </a:extLst>
            </p:cNvPr>
            <p:cNvSpPr/>
            <p:nvPr/>
          </p:nvSpPr>
          <p:spPr>
            <a:xfrm>
              <a:off x="4184769" y="3956774"/>
              <a:ext cx="139300" cy="95870"/>
            </a:xfrm>
            <a:custGeom>
              <a:avLst/>
              <a:gdLst>
                <a:gd name="connsiteX0" fmla="*/ 130354 w 139300"/>
                <a:gd name="connsiteY0" fmla="*/ 27631 h 95870"/>
                <a:gd name="connsiteX1" fmla="*/ 115019 w 139300"/>
                <a:gd name="connsiteY1" fmla="*/ 11671 h 95870"/>
                <a:gd name="connsiteX2" fmla="*/ 61982 w 139300"/>
                <a:gd name="connsiteY2" fmla="*/ 1457 h 95870"/>
                <a:gd name="connsiteX3" fmla="*/ 40895 w 139300"/>
                <a:gd name="connsiteY3" fmla="*/ 9756 h 95870"/>
                <a:gd name="connsiteX4" fmla="*/ 7668 w 139300"/>
                <a:gd name="connsiteY4" fmla="*/ 39122 h 95870"/>
                <a:gd name="connsiteX5" fmla="*/ 0 w 139300"/>
                <a:gd name="connsiteY5" fmla="*/ 47421 h 95870"/>
                <a:gd name="connsiteX6" fmla="*/ 8946 w 139300"/>
                <a:gd name="connsiteY6" fmla="*/ 56997 h 95870"/>
                <a:gd name="connsiteX7" fmla="*/ 24282 w 139300"/>
                <a:gd name="connsiteY7" fmla="*/ 72319 h 95870"/>
                <a:gd name="connsiteX8" fmla="*/ 40895 w 139300"/>
                <a:gd name="connsiteY8" fmla="*/ 85725 h 95870"/>
                <a:gd name="connsiteX9" fmla="*/ 86903 w 139300"/>
                <a:gd name="connsiteY9" fmla="*/ 94663 h 95870"/>
                <a:gd name="connsiteX10" fmla="*/ 121409 w 139300"/>
                <a:gd name="connsiteY10" fmla="*/ 78703 h 95870"/>
                <a:gd name="connsiteX11" fmla="*/ 136106 w 139300"/>
                <a:gd name="connsiteY11" fmla="*/ 59551 h 95870"/>
                <a:gd name="connsiteX12" fmla="*/ 139301 w 139300"/>
                <a:gd name="connsiteY12" fmla="*/ 50613 h 95870"/>
                <a:gd name="connsiteX13" fmla="*/ 139301 w 139300"/>
                <a:gd name="connsiteY13" fmla="*/ 49337 h 95870"/>
                <a:gd name="connsiteX14" fmla="*/ 139301 w 139300"/>
                <a:gd name="connsiteY14" fmla="*/ 48060 h 95870"/>
                <a:gd name="connsiteX15" fmla="*/ 139301 w 139300"/>
                <a:gd name="connsiteY15" fmla="*/ 48060 h 95870"/>
                <a:gd name="connsiteX16" fmla="*/ 130354 w 139300"/>
                <a:gd name="connsiteY16" fmla="*/ 27631 h 95870"/>
                <a:gd name="connsiteX17" fmla="*/ 116936 w 139300"/>
                <a:gd name="connsiteY17" fmla="*/ 32100 h 95870"/>
                <a:gd name="connsiteX18" fmla="*/ 110546 w 139300"/>
                <a:gd name="connsiteY18" fmla="*/ 38484 h 95870"/>
                <a:gd name="connsiteX19" fmla="*/ 104156 w 139300"/>
                <a:gd name="connsiteY19" fmla="*/ 32100 h 95870"/>
                <a:gd name="connsiteX20" fmla="*/ 110546 w 139300"/>
                <a:gd name="connsiteY20" fmla="*/ 25716 h 95870"/>
                <a:gd name="connsiteX21" fmla="*/ 116936 w 139300"/>
                <a:gd name="connsiteY21" fmla="*/ 32100 h 95870"/>
                <a:gd name="connsiteX22" fmla="*/ 116936 w 139300"/>
                <a:gd name="connsiteY22" fmla="*/ 32100 h 9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300" h="95870">
                  <a:moveTo>
                    <a:pt x="130354" y="27631"/>
                  </a:moveTo>
                  <a:cubicBezTo>
                    <a:pt x="126521" y="21886"/>
                    <a:pt x="120770" y="16140"/>
                    <a:pt x="115019" y="11671"/>
                  </a:cubicBezTo>
                  <a:cubicBezTo>
                    <a:pt x="100322" y="1457"/>
                    <a:pt x="80513" y="-2374"/>
                    <a:pt x="61982" y="1457"/>
                  </a:cubicBezTo>
                  <a:cubicBezTo>
                    <a:pt x="54314" y="2734"/>
                    <a:pt x="47285" y="5926"/>
                    <a:pt x="40895" y="9756"/>
                  </a:cubicBezTo>
                  <a:cubicBezTo>
                    <a:pt x="28115" y="17417"/>
                    <a:pt x="16614" y="29546"/>
                    <a:pt x="7668" y="39122"/>
                  </a:cubicBezTo>
                  <a:cubicBezTo>
                    <a:pt x="5112" y="41676"/>
                    <a:pt x="2556" y="44868"/>
                    <a:pt x="0" y="47421"/>
                  </a:cubicBezTo>
                  <a:cubicBezTo>
                    <a:pt x="3195" y="50613"/>
                    <a:pt x="5751" y="53805"/>
                    <a:pt x="8946" y="56997"/>
                  </a:cubicBezTo>
                  <a:cubicBezTo>
                    <a:pt x="14058" y="62105"/>
                    <a:pt x="18531" y="67850"/>
                    <a:pt x="24282" y="72319"/>
                  </a:cubicBezTo>
                  <a:cubicBezTo>
                    <a:pt x="30032" y="77426"/>
                    <a:pt x="35145" y="81895"/>
                    <a:pt x="40895" y="85725"/>
                  </a:cubicBezTo>
                  <a:cubicBezTo>
                    <a:pt x="55592" y="94663"/>
                    <a:pt x="72206" y="97855"/>
                    <a:pt x="86903" y="94663"/>
                  </a:cubicBezTo>
                  <a:cubicBezTo>
                    <a:pt x="100961" y="92109"/>
                    <a:pt x="112463" y="87002"/>
                    <a:pt x="121409" y="78703"/>
                  </a:cubicBezTo>
                  <a:cubicBezTo>
                    <a:pt x="127799" y="72957"/>
                    <a:pt x="133549" y="65935"/>
                    <a:pt x="136106" y="59551"/>
                  </a:cubicBezTo>
                  <a:cubicBezTo>
                    <a:pt x="137384" y="56997"/>
                    <a:pt x="138661" y="53805"/>
                    <a:pt x="139301" y="50613"/>
                  </a:cubicBezTo>
                  <a:lnTo>
                    <a:pt x="139301" y="49337"/>
                  </a:lnTo>
                  <a:cubicBezTo>
                    <a:pt x="139301" y="48698"/>
                    <a:pt x="139301" y="48060"/>
                    <a:pt x="139301" y="48060"/>
                  </a:cubicBezTo>
                  <a:lnTo>
                    <a:pt x="139301" y="48060"/>
                  </a:lnTo>
                  <a:cubicBezTo>
                    <a:pt x="138661" y="46783"/>
                    <a:pt x="137384" y="37845"/>
                    <a:pt x="130354" y="27631"/>
                  </a:cubicBezTo>
                  <a:close/>
                  <a:moveTo>
                    <a:pt x="116936" y="32100"/>
                  </a:moveTo>
                  <a:cubicBezTo>
                    <a:pt x="116936" y="35930"/>
                    <a:pt x="114380" y="38484"/>
                    <a:pt x="110546" y="38484"/>
                  </a:cubicBezTo>
                  <a:cubicBezTo>
                    <a:pt x="106712" y="38484"/>
                    <a:pt x="104156" y="35930"/>
                    <a:pt x="104156" y="32100"/>
                  </a:cubicBezTo>
                  <a:cubicBezTo>
                    <a:pt x="104156" y="28270"/>
                    <a:pt x="106712" y="25716"/>
                    <a:pt x="110546" y="25716"/>
                  </a:cubicBezTo>
                  <a:cubicBezTo>
                    <a:pt x="114380" y="25716"/>
                    <a:pt x="116936" y="28270"/>
                    <a:pt x="116936" y="32100"/>
                  </a:cubicBezTo>
                  <a:lnTo>
                    <a:pt x="116936" y="32100"/>
                  </a:lnTo>
                  <a:close/>
                </a:path>
              </a:pathLst>
            </a:custGeom>
            <a:solidFill>
              <a:srgbClr val="046A38"/>
            </a:solidFill>
            <a:ln w="6390" cap="flat">
              <a:noFill/>
              <a:prstDash val="solid"/>
              <a:miter/>
            </a:ln>
          </p:spPr>
          <p:txBody>
            <a:bodyPr rtlCol="0" anchor="ctr"/>
            <a:lstStyle/>
            <a:p>
              <a:endParaRPr lang="en-US"/>
            </a:p>
          </p:txBody>
        </p:sp>
        <p:sp>
          <p:nvSpPr>
            <p:cNvPr id="620" name="Graphic 6">
              <a:extLst>
                <a:ext uri="{FF2B5EF4-FFF2-40B4-BE49-F238E27FC236}">
                  <a16:creationId xmlns:a16="http://schemas.microsoft.com/office/drawing/2014/main" id="{F2ADA4CD-AB6F-CE47-92EE-C44149D9F916}"/>
                </a:ext>
              </a:extLst>
            </p:cNvPr>
            <p:cNvSpPr/>
            <p:nvPr/>
          </p:nvSpPr>
          <p:spPr>
            <a:xfrm>
              <a:off x="4044830" y="3822891"/>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181474 w 362309"/>
                <a:gd name="connsiteY4" fmla="*/ 0 h 361971"/>
                <a:gd name="connsiteX5" fmla="*/ 290742 w 362309"/>
                <a:gd name="connsiteY5" fmla="*/ 185135 h 361971"/>
                <a:gd name="connsiteX6" fmla="*/ 290742 w 362309"/>
                <a:gd name="connsiteY6" fmla="*/ 185135 h 361971"/>
                <a:gd name="connsiteX7" fmla="*/ 286908 w 362309"/>
                <a:gd name="connsiteY7" fmla="*/ 197903 h 361971"/>
                <a:gd name="connsiteX8" fmla="*/ 269016 w 362309"/>
                <a:gd name="connsiteY8" fmla="*/ 220886 h 361971"/>
                <a:gd name="connsiteX9" fmla="*/ 228760 w 362309"/>
                <a:gd name="connsiteY9" fmla="*/ 239399 h 361971"/>
                <a:gd name="connsiteX10" fmla="*/ 215341 w 362309"/>
                <a:gd name="connsiteY10" fmla="*/ 240676 h 361971"/>
                <a:gd name="connsiteX11" fmla="*/ 173806 w 362309"/>
                <a:gd name="connsiteY11" fmla="*/ 229185 h 361971"/>
                <a:gd name="connsiteX12" fmla="*/ 155915 w 362309"/>
                <a:gd name="connsiteY12" fmla="*/ 215140 h 361971"/>
                <a:gd name="connsiteX13" fmla="*/ 139940 w 362309"/>
                <a:gd name="connsiteY13" fmla="*/ 198542 h 361971"/>
                <a:gd name="connsiteX14" fmla="*/ 130994 w 362309"/>
                <a:gd name="connsiteY14" fmla="*/ 188966 h 361971"/>
                <a:gd name="connsiteX15" fmla="*/ 100961 w 362309"/>
                <a:gd name="connsiteY15" fmla="*/ 208756 h 361971"/>
                <a:gd name="connsiteX16" fmla="*/ 90098 w 362309"/>
                <a:gd name="connsiteY16" fmla="*/ 213863 h 361971"/>
                <a:gd name="connsiteX17" fmla="*/ 87542 w 362309"/>
                <a:gd name="connsiteY17" fmla="*/ 214502 h 361971"/>
                <a:gd name="connsiteX18" fmla="*/ 81791 w 362309"/>
                <a:gd name="connsiteY18" fmla="*/ 216417 h 361971"/>
                <a:gd name="connsiteX19" fmla="*/ 78596 w 362309"/>
                <a:gd name="connsiteY19" fmla="*/ 217694 h 361971"/>
                <a:gd name="connsiteX20" fmla="*/ 78596 w 362309"/>
                <a:gd name="connsiteY20" fmla="*/ 217694 h 361971"/>
                <a:gd name="connsiteX21" fmla="*/ 72206 w 362309"/>
                <a:gd name="connsiteY21" fmla="*/ 211310 h 361971"/>
                <a:gd name="connsiteX22" fmla="*/ 72206 w 362309"/>
                <a:gd name="connsiteY22" fmla="*/ 148747 h 361971"/>
                <a:gd name="connsiteX23" fmla="*/ 74762 w 362309"/>
                <a:gd name="connsiteY23" fmla="*/ 143640 h 361971"/>
                <a:gd name="connsiteX24" fmla="*/ 80513 w 362309"/>
                <a:gd name="connsiteY24" fmla="*/ 143001 h 361971"/>
                <a:gd name="connsiteX25" fmla="*/ 131633 w 362309"/>
                <a:gd name="connsiteY25" fmla="*/ 171729 h 361971"/>
                <a:gd name="connsiteX26" fmla="*/ 139301 w 362309"/>
                <a:gd name="connsiteY26" fmla="*/ 164068 h 361971"/>
                <a:gd name="connsiteX27" fmla="*/ 175084 w 362309"/>
                <a:gd name="connsiteY27" fmla="*/ 132149 h 361971"/>
                <a:gd name="connsiteX28" fmla="*/ 200005 w 362309"/>
                <a:gd name="connsiteY28" fmla="*/ 122573 h 361971"/>
                <a:gd name="connsiteX29" fmla="*/ 262626 w 362309"/>
                <a:gd name="connsiteY29" fmla="*/ 135341 h 361971"/>
                <a:gd name="connsiteX30" fmla="*/ 281157 w 362309"/>
                <a:gd name="connsiteY30" fmla="*/ 154492 h 361971"/>
                <a:gd name="connsiteX31" fmla="*/ 292020 w 362309"/>
                <a:gd name="connsiteY31" fmla="*/ 179390 h 361971"/>
                <a:gd name="connsiteX32" fmla="*/ 290742 w 362309"/>
                <a:gd name="connsiteY32" fmla="*/ 18513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81077"/>
                    <a:pt x="281157" y="0"/>
                    <a:pt x="181474" y="0"/>
                  </a:cubicBezTo>
                  <a:close/>
                  <a:moveTo>
                    <a:pt x="290742" y="185135"/>
                  </a:moveTo>
                  <a:lnTo>
                    <a:pt x="290742" y="185135"/>
                  </a:lnTo>
                  <a:cubicBezTo>
                    <a:pt x="290103" y="190243"/>
                    <a:pt x="288825" y="194073"/>
                    <a:pt x="286908" y="197903"/>
                  </a:cubicBezTo>
                  <a:cubicBezTo>
                    <a:pt x="283074" y="205564"/>
                    <a:pt x="276684" y="213863"/>
                    <a:pt x="269016" y="220886"/>
                  </a:cubicBezTo>
                  <a:cubicBezTo>
                    <a:pt x="258154" y="230462"/>
                    <a:pt x="245374" y="236207"/>
                    <a:pt x="228760" y="239399"/>
                  </a:cubicBezTo>
                  <a:cubicBezTo>
                    <a:pt x="224287" y="240038"/>
                    <a:pt x="219814" y="240676"/>
                    <a:pt x="215341" y="240676"/>
                  </a:cubicBezTo>
                  <a:cubicBezTo>
                    <a:pt x="201283" y="240676"/>
                    <a:pt x="187225" y="236846"/>
                    <a:pt x="173806" y="229185"/>
                  </a:cubicBezTo>
                  <a:cubicBezTo>
                    <a:pt x="166777" y="225355"/>
                    <a:pt x="161027" y="219609"/>
                    <a:pt x="155915" y="215140"/>
                  </a:cubicBezTo>
                  <a:cubicBezTo>
                    <a:pt x="149525" y="209395"/>
                    <a:pt x="144412" y="203649"/>
                    <a:pt x="139940" y="198542"/>
                  </a:cubicBezTo>
                  <a:cubicBezTo>
                    <a:pt x="136745" y="195350"/>
                    <a:pt x="134189" y="192158"/>
                    <a:pt x="130994" y="188966"/>
                  </a:cubicBezTo>
                  <a:cubicBezTo>
                    <a:pt x="121409" y="197265"/>
                    <a:pt x="111824" y="203649"/>
                    <a:pt x="100961" y="208756"/>
                  </a:cubicBezTo>
                  <a:cubicBezTo>
                    <a:pt x="97127" y="210671"/>
                    <a:pt x="93293" y="212587"/>
                    <a:pt x="90098" y="213863"/>
                  </a:cubicBezTo>
                  <a:cubicBezTo>
                    <a:pt x="90098" y="213863"/>
                    <a:pt x="88820" y="214502"/>
                    <a:pt x="87542" y="214502"/>
                  </a:cubicBezTo>
                  <a:cubicBezTo>
                    <a:pt x="85625" y="215140"/>
                    <a:pt x="83069" y="215779"/>
                    <a:pt x="81791" y="216417"/>
                  </a:cubicBezTo>
                  <a:cubicBezTo>
                    <a:pt x="80513" y="217055"/>
                    <a:pt x="79874" y="217694"/>
                    <a:pt x="78596" y="217694"/>
                  </a:cubicBezTo>
                  <a:lnTo>
                    <a:pt x="78596" y="217694"/>
                  </a:lnTo>
                  <a:cubicBezTo>
                    <a:pt x="74762" y="217694"/>
                    <a:pt x="72206" y="215140"/>
                    <a:pt x="72206" y="211310"/>
                  </a:cubicBezTo>
                  <a:lnTo>
                    <a:pt x="72206" y="148747"/>
                  </a:lnTo>
                  <a:cubicBezTo>
                    <a:pt x="72206" y="146832"/>
                    <a:pt x="73484" y="144916"/>
                    <a:pt x="74762" y="143640"/>
                  </a:cubicBezTo>
                  <a:cubicBezTo>
                    <a:pt x="76679" y="142363"/>
                    <a:pt x="78596" y="142363"/>
                    <a:pt x="80513" y="143001"/>
                  </a:cubicBezTo>
                  <a:cubicBezTo>
                    <a:pt x="99683" y="149385"/>
                    <a:pt x="116936" y="158961"/>
                    <a:pt x="131633" y="171729"/>
                  </a:cubicBezTo>
                  <a:cubicBezTo>
                    <a:pt x="134189" y="169176"/>
                    <a:pt x="136745" y="166622"/>
                    <a:pt x="139301" y="164068"/>
                  </a:cubicBezTo>
                  <a:cubicBezTo>
                    <a:pt x="148885" y="153854"/>
                    <a:pt x="160387" y="141086"/>
                    <a:pt x="175084" y="132149"/>
                  </a:cubicBezTo>
                  <a:cubicBezTo>
                    <a:pt x="182752" y="127680"/>
                    <a:pt x="191059" y="124488"/>
                    <a:pt x="200005" y="122573"/>
                  </a:cubicBezTo>
                  <a:cubicBezTo>
                    <a:pt x="221731" y="118104"/>
                    <a:pt x="245374" y="122573"/>
                    <a:pt x="262626" y="135341"/>
                  </a:cubicBezTo>
                  <a:cubicBezTo>
                    <a:pt x="270294" y="140448"/>
                    <a:pt x="276684" y="147470"/>
                    <a:pt x="281157" y="154492"/>
                  </a:cubicBezTo>
                  <a:cubicBezTo>
                    <a:pt x="289464" y="167260"/>
                    <a:pt x="291381" y="178113"/>
                    <a:pt x="292020" y="179390"/>
                  </a:cubicBezTo>
                  <a:cubicBezTo>
                    <a:pt x="292020" y="181305"/>
                    <a:pt x="291381" y="183859"/>
                    <a:pt x="290742" y="185135"/>
                  </a:cubicBezTo>
                  <a:close/>
                </a:path>
              </a:pathLst>
            </a:custGeom>
            <a:solidFill>
              <a:srgbClr val="046A38"/>
            </a:solidFill>
            <a:ln w="6390" cap="flat">
              <a:noFill/>
              <a:prstDash val="solid"/>
              <a:miter/>
            </a:ln>
          </p:spPr>
          <p:txBody>
            <a:bodyPr rtlCol="0" anchor="ctr"/>
            <a:lstStyle/>
            <a:p>
              <a:endParaRPr lang="en-US"/>
            </a:p>
          </p:txBody>
        </p:sp>
        <p:sp>
          <p:nvSpPr>
            <p:cNvPr id="621" name="Graphic 6">
              <a:extLst>
                <a:ext uri="{FF2B5EF4-FFF2-40B4-BE49-F238E27FC236}">
                  <a16:creationId xmlns:a16="http://schemas.microsoft.com/office/drawing/2014/main" id="{8BE58478-0ABF-2843-B4CF-91A005BF8882}"/>
                </a:ext>
              </a:extLst>
            </p:cNvPr>
            <p:cNvSpPr/>
            <p:nvPr/>
          </p:nvSpPr>
          <p:spPr>
            <a:xfrm>
              <a:off x="4128538" y="3981213"/>
              <a:ext cx="37061" cy="44049"/>
            </a:xfrm>
            <a:custGeom>
              <a:avLst/>
              <a:gdLst>
                <a:gd name="connsiteX0" fmla="*/ 0 w 37061"/>
                <a:gd name="connsiteY0" fmla="*/ 44050 h 44049"/>
                <a:gd name="connsiteX1" fmla="*/ 0 w 37061"/>
                <a:gd name="connsiteY1" fmla="*/ 44050 h 44049"/>
                <a:gd name="connsiteX2" fmla="*/ 10863 w 37061"/>
                <a:gd name="connsiteY2" fmla="*/ 39581 h 44049"/>
                <a:gd name="connsiteX3" fmla="*/ 37062 w 37061"/>
                <a:gd name="connsiteY3" fmla="*/ 22344 h 44049"/>
                <a:gd name="connsiteX4" fmla="*/ 0 w 37061"/>
                <a:gd name="connsiteY4" fmla="*/ 0 h 44049"/>
                <a:gd name="connsiteX5" fmla="*/ 0 w 37061"/>
                <a:gd name="connsiteY5" fmla="*/ 44050 h 44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61" h="44049">
                  <a:moveTo>
                    <a:pt x="0" y="44050"/>
                  </a:moveTo>
                  <a:cubicBezTo>
                    <a:pt x="639" y="44050"/>
                    <a:pt x="639" y="44050"/>
                    <a:pt x="0" y="44050"/>
                  </a:cubicBezTo>
                  <a:cubicBezTo>
                    <a:pt x="3834" y="42773"/>
                    <a:pt x="7668" y="40858"/>
                    <a:pt x="10863" y="39581"/>
                  </a:cubicBezTo>
                  <a:cubicBezTo>
                    <a:pt x="19809" y="35112"/>
                    <a:pt x="28755" y="29366"/>
                    <a:pt x="37062" y="22344"/>
                  </a:cubicBezTo>
                  <a:cubicBezTo>
                    <a:pt x="26199" y="13406"/>
                    <a:pt x="14058" y="5746"/>
                    <a:pt x="0" y="0"/>
                  </a:cubicBezTo>
                  <a:lnTo>
                    <a:pt x="0" y="44050"/>
                  </a:lnTo>
                  <a:close/>
                </a:path>
              </a:pathLst>
            </a:custGeom>
            <a:solidFill>
              <a:srgbClr val="046A38"/>
            </a:solidFill>
            <a:ln w="6390" cap="flat">
              <a:noFill/>
              <a:prstDash val="solid"/>
              <a:miter/>
            </a:ln>
          </p:spPr>
          <p:txBody>
            <a:bodyPr rtlCol="0" anchor="ctr"/>
            <a:lstStyle/>
            <a:p>
              <a:endParaRPr lang="en-US"/>
            </a:p>
          </p:txBody>
        </p:sp>
      </p:grpSp>
      <p:grpSp>
        <p:nvGrpSpPr>
          <p:cNvPr id="622" name="Graphic 6">
            <a:extLst>
              <a:ext uri="{FF2B5EF4-FFF2-40B4-BE49-F238E27FC236}">
                <a16:creationId xmlns:a16="http://schemas.microsoft.com/office/drawing/2014/main" id="{A21C7CC1-2D44-754F-9D5B-4ECFEB4B2452}"/>
              </a:ext>
            </a:extLst>
          </p:cNvPr>
          <p:cNvGrpSpPr/>
          <p:nvPr/>
        </p:nvGrpSpPr>
        <p:grpSpPr>
          <a:xfrm>
            <a:off x="1513137" y="4306158"/>
            <a:ext cx="362313" cy="361971"/>
            <a:chOff x="1513137" y="4306158"/>
            <a:chExt cx="362313" cy="361971"/>
          </a:xfrm>
          <a:solidFill>
            <a:srgbClr val="046A38"/>
          </a:solidFill>
        </p:grpSpPr>
        <p:sp>
          <p:nvSpPr>
            <p:cNvPr id="623" name="Graphic 6">
              <a:extLst>
                <a:ext uri="{FF2B5EF4-FFF2-40B4-BE49-F238E27FC236}">
                  <a16:creationId xmlns:a16="http://schemas.microsoft.com/office/drawing/2014/main" id="{A0B57BBC-C075-464E-B26A-1A9E6F9C0675}"/>
                </a:ext>
              </a:extLst>
            </p:cNvPr>
            <p:cNvSpPr/>
            <p:nvPr/>
          </p:nvSpPr>
          <p:spPr>
            <a:xfrm>
              <a:off x="1513137" y="4306158"/>
              <a:ext cx="362313" cy="361971"/>
            </a:xfrm>
            <a:custGeom>
              <a:avLst/>
              <a:gdLst>
                <a:gd name="connsiteX0" fmla="*/ 181474 w 362313"/>
                <a:gd name="connsiteY0" fmla="*/ 0 h 361971"/>
                <a:gd name="connsiteX1" fmla="*/ 0 w 362313"/>
                <a:gd name="connsiteY1" fmla="*/ 180667 h 361971"/>
                <a:gd name="connsiteX2" fmla="*/ 180835 w 362313"/>
                <a:gd name="connsiteY2" fmla="*/ 361971 h 361971"/>
                <a:gd name="connsiteX3" fmla="*/ 362309 w 362313"/>
                <a:gd name="connsiteY3" fmla="*/ 181305 h 361971"/>
                <a:gd name="connsiteX4" fmla="*/ 181474 w 362313"/>
                <a:gd name="connsiteY4" fmla="*/ 0 h 361971"/>
                <a:gd name="connsiteX5" fmla="*/ 181474 w 362313"/>
                <a:gd name="connsiteY5" fmla="*/ 349204 h 361971"/>
                <a:gd name="connsiteX6" fmla="*/ 13419 w 362313"/>
                <a:gd name="connsiteY6" fmla="*/ 180667 h 361971"/>
                <a:gd name="connsiteX7" fmla="*/ 182113 w 362313"/>
                <a:gd name="connsiteY7" fmla="*/ 12768 h 361971"/>
                <a:gd name="connsiteX8" fmla="*/ 350169 w 362313"/>
                <a:gd name="connsiteY8" fmla="*/ 181305 h 361971"/>
                <a:gd name="connsiteX9" fmla="*/ 181474 w 362313"/>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13" h="361971">
                  <a:moveTo>
                    <a:pt x="181474" y="0"/>
                  </a:moveTo>
                  <a:cubicBezTo>
                    <a:pt x="81152" y="0"/>
                    <a:pt x="0" y="81076"/>
                    <a:pt x="0" y="180667"/>
                  </a:cubicBezTo>
                  <a:cubicBezTo>
                    <a:pt x="0" y="280895"/>
                    <a:pt x="81152" y="361971"/>
                    <a:pt x="180835" y="361971"/>
                  </a:cubicBezTo>
                  <a:cubicBezTo>
                    <a:pt x="281157" y="361971"/>
                    <a:pt x="362309" y="280895"/>
                    <a:pt x="362309" y="181305"/>
                  </a:cubicBezTo>
                  <a:cubicBezTo>
                    <a:pt x="362948" y="81076"/>
                    <a:pt x="281796" y="0"/>
                    <a:pt x="181474" y="0"/>
                  </a:cubicBezTo>
                  <a:close/>
                  <a:moveTo>
                    <a:pt x="181474" y="349204"/>
                  </a:moveTo>
                  <a:cubicBezTo>
                    <a:pt x="88820" y="349204"/>
                    <a:pt x="13419" y="273873"/>
                    <a:pt x="13419" y="180667"/>
                  </a:cubicBezTo>
                  <a:cubicBezTo>
                    <a:pt x="13419" y="88099"/>
                    <a:pt x="88820" y="12768"/>
                    <a:pt x="182113" y="12768"/>
                  </a:cubicBezTo>
                  <a:cubicBezTo>
                    <a:pt x="274767" y="12768"/>
                    <a:pt x="350169" y="88099"/>
                    <a:pt x="350169" y="181305"/>
                  </a:cubicBezTo>
                  <a:cubicBezTo>
                    <a:pt x="350169" y="273873"/>
                    <a:pt x="274128"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624" name="Graphic 6">
              <a:extLst>
                <a:ext uri="{FF2B5EF4-FFF2-40B4-BE49-F238E27FC236}">
                  <a16:creationId xmlns:a16="http://schemas.microsoft.com/office/drawing/2014/main" id="{8783F62F-10EF-894B-8A4B-636E87A68F80}"/>
                </a:ext>
              </a:extLst>
            </p:cNvPr>
            <p:cNvSpPr/>
            <p:nvPr/>
          </p:nvSpPr>
          <p:spPr>
            <a:xfrm>
              <a:off x="1581509" y="4374467"/>
              <a:ext cx="225564" cy="225354"/>
            </a:xfrm>
            <a:custGeom>
              <a:avLst/>
              <a:gdLst>
                <a:gd name="connsiteX0" fmla="*/ 185947 w 225564"/>
                <a:gd name="connsiteY0" fmla="*/ 148747 h 225354"/>
                <a:gd name="connsiteX1" fmla="*/ 76679 w 225564"/>
                <a:gd name="connsiteY1" fmla="*/ 39581 h 225354"/>
                <a:gd name="connsiteX2" fmla="*/ 72845 w 225564"/>
                <a:gd name="connsiteY2" fmla="*/ 7661 h 225354"/>
                <a:gd name="connsiteX3" fmla="*/ 35784 w 225564"/>
                <a:gd name="connsiteY3" fmla="*/ 7661 h 225354"/>
                <a:gd name="connsiteX4" fmla="*/ 28116 w 225564"/>
                <a:gd name="connsiteY4" fmla="*/ 28089 h 225354"/>
                <a:gd name="connsiteX5" fmla="*/ 7668 w 225564"/>
                <a:gd name="connsiteY5" fmla="*/ 35750 h 225354"/>
                <a:gd name="connsiteX6" fmla="*/ 7668 w 225564"/>
                <a:gd name="connsiteY6" fmla="*/ 72777 h 225354"/>
                <a:gd name="connsiteX7" fmla="*/ 39618 w 225564"/>
                <a:gd name="connsiteY7" fmla="*/ 76608 h 225354"/>
                <a:gd name="connsiteX8" fmla="*/ 148885 w 225564"/>
                <a:gd name="connsiteY8" fmla="*/ 185774 h 225354"/>
                <a:gd name="connsiteX9" fmla="*/ 145052 w 225564"/>
                <a:gd name="connsiteY9" fmla="*/ 199180 h 225354"/>
                <a:gd name="connsiteX10" fmla="*/ 152719 w 225564"/>
                <a:gd name="connsiteY10" fmla="*/ 217694 h 225354"/>
                <a:gd name="connsiteX11" fmla="*/ 171250 w 225564"/>
                <a:gd name="connsiteY11" fmla="*/ 225355 h 225354"/>
                <a:gd name="connsiteX12" fmla="*/ 189781 w 225564"/>
                <a:gd name="connsiteY12" fmla="*/ 217694 h 225354"/>
                <a:gd name="connsiteX13" fmla="*/ 197449 w 225564"/>
                <a:gd name="connsiteY13" fmla="*/ 197265 h 225354"/>
                <a:gd name="connsiteX14" fmla="*/ 217897 w 225564"/>
                <a:gd name="connsiteY14" fmla="*/ 189604 h 225354"/>
                <a:gd name="connsiteX15" fmla="*/ 225565 w 225564"/>
                <a:gd name="connsiteY15" fmla="*/ 171091 h 225354"/>
                <a:gd name="connsiteX16" fmla="*/ 217897 w 225564"/>
                <a:gd name="connsiteY16" fmla="*/ 152577 h 225354"/>
                <a:gd name="connsiteX17" fmla="*/ 185947 w 225564"/>
                <a:gd name="connsiteY17" fmla="*/ 148747 h 225354"/>
                <a:gd name="connsiteX18" fmla="*/ 208951 w 225564"/>
                <a:gd name="connsiteY18" fmla="*/ 180667 h 225354"/>
                <a:gd name="connsiteX19" fmla="*/ 190420 w 225564"/>
                <a:gd name="connsiteY19" fmla="*/ 180667 h 225354"/>
                <a:gd name="connsiteX20" fmla="*/ 181474 w 225564"/>
                <a:gd name="connsiteY20" fmla="*/ 180667 h 225354"/>
                <a:gd name="connsiteX21" fmla="*/ 179557 w 225564"/>
                <a:gd name="connsiteY21" fmla="*/ 185135 h 225354"/>
                <a:gd name="connsiteX22" fmla="*/ 181474 w 225564"/>
                <a:gd name="connsiteY22" fmla="*/ 189604 h 225354"/>
                <a:gd name="connsiteX23" fmla="*/ 181474 w 225564"/>
                <a:gd name="connsiteY23" fmla="*/ 208118 h 225354"/>
                <a:gd name="connsiteX24" fmla="*/ 162943 w 225564"/>
                <a:gd name="connsiteY24" fmla="*/ 208118 h 225354"/>
                <a:gd name="connsiteX25" fmla="*/ 159109 w 225564"/>
                <a:gd name="connsiteY25" fmla="*/ 198542 h 225354"/>
                <a:gd name="connsiteX26" fmla="*/ 162943 w 225564"/>
                <a:gd name="connsiteY26" fmla="*/ 188966 h 225354"/>
                <a:gd name="connsiteX27" fmla="*/ 164860 w 225564"/>
                <a:gd name="connsiteY27" fmla="*/ 184497 h 225354"/>
                <a:gd name="connsiteX28" fmla="*/ 162943 w 225564"/>
                <a:gd name="connsiteY28" fmla="*/ 180028 h 225354"/>
                <a:gd name="connsiteX29" fmla="*/ 46008 w 225564"/>
                <a:gd name="connsiteY29" fmla="*/ 63201 h 225354"/>
                <a:gd name="connsiteX30" fmla="*/ 41535 w 225564"/>
                <a:gd name="connsiteY30" fmla="*/ 61286 h 225354"/>
                <a:gd name="connsiteX31" fmla="*/ 37062 w 225564"/>
                <a:gd name="connsiteY31" fmla="*/ 63201 h 225354"/>
                <a:gd name="connsiteX32" fmla="*/ 18531 w 225564"/>
                <a:gd name="connsiteY32" fmla="*/ 63201 h 225354"/>
                <a:gd name="connsiteX33" fmla="*/ 18531 w 225564"/>
                <a:gd name="connsiteY33" fmla="*/ 44688 h 225354"/>
                <a:gd name="connsiteX34" fmla="*/ 37062 w 225564"/>
                <a:gd name="connsiteY34" fmla="*/ 44688 h 225354"/>
                <a:gd name="connsiteX35" fmla="*/ 46008 w 225564"/>
                <a:gd name="connsiteY35" fmla="*/ 44688 h 225354"/>
                <a:gd name="connsiteX36" fmla="*/ 47925 w 225564"/>
                <a:gd name="connsiteY36" fmla="*/ 40219 h 225354"/>
                <a:gd name="connsiteX37" fmla="*/ 46008 w 225564"/>
                <a:gd name="connsiteY37" fmla="*/ 35750 h 225354"/>
                <a:gd name="connsiteX38" fmla="*/ 46008 w 225564"/>
                <a:gd name="connsiteY38" fmla="*/ 17237 h 225354"/>
                <a:gd name="connsiteX39" fmla="*/ 64538 w 225564"/>
                <a:gd name="connsiteY39" fmla="*/ 17237 h 225354"/>
                <a:gd name="connsiteX40" fmla="*/ 64538 w 225564"/>
                <a:gd name="connsiteY40" fmla="*/ 35750 h 225354"/>
                <a:gd name="connsiteX41" fmla="*/ 64538 w 225564"/>
                <a:gd name="connsiteY41" fmla="*/ 44688 h 225354"/>
                <a:gd name="connsiteX42" fmla="*/ 181474 w 225564"/>
                <a:gd name="connsiteY42" fmla="*/ 161515 h 225354"/>
                <a:gd name="connsiteX43" fmla="*/ 190420 w 225564"/>
                <a:gd name="connsiteY43" fmla="*/ 161515 h 225354"/>
                <a:gd name="connsiteX44" fmla="*/ 208951 w 225564"/>
                <a:gd name="connsiteY44" fmla="*/ 161515 h 225354"/>
                <a:gd name="connsiteX45" fmla="*/ 212785 w 225564"/>
                <a:gd name="connsiteY45" fmla="*/ 171091 h 225354"/>
                <a:gd name="connsiteX46" fmla="*/ 208951 w 225564"/>
                <a:gd name="connsiteY46" fmla="*/ 180667 h 225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25564" h="225354">
                  <a:moveTo>
                    <a:pt x="185947" y="148747"/>
                  </a:moveTo>
                  <a:lnTo>
                    <a:pt x="76679" y="39581"/>
                  </a:lnTo>
                  <a:cubicBezTo>
                    <a:pt x="82430" y="29366"/>
                    <a:pt x="81152" y="16598"/>
                    <a:pt x="72845" y="7661"/>
                  </a:cubicBezTo>
                  <a:cubicBezTo>
                    <a:pt x="62621" y="-2554"/>
                    <a:pt x="46008" y="-2554"/>
                    <a:pt x="35784" y="7661"/>
                  </a:cubicBezTo>
                  <a:cubicBezTo>
                    <a:pt x="30033" y="13406"/>
                    <a:pt x="27477" y="20429"/>
                    <a:pt x="28116" y="28089"/>
                  </a:cubicBezTo>
                  <a:cubicBezTo>
                    <a:pt x="21087" y="27451"/>
                    <a:pt x="13419" y="30005"/>
                    <a:pt x="7668" y="35750"/>
                  </a:cubicBezTo>
                  <a:cubicBezTo>
                    <a:pt x="-2556" y="45965"/>
                    <a:pt x="-2556" y="62563"/>
                    <a:pt x="7668" y="72777"/>
                  </a:cubicBezTo>
                  <a:cubicBezTo>
                    <a:pt x="15975" y="81076"/>
                    <a:pt x="29394" y="82992"/>
                    <a:pt x="39618" y="76608"/>
                  </a:cubicBezTo>
                  <a:lnTo>
                    <a:pt x="148885" y="185774"/>
                  </a:lnTo>
                  <a:cubicBezTo>
                    <a:pt x="146330" y="189604"/>
                    <a:pt x="145052" y="194073"/>
                    <a:pt x="145052" y="199180"/>
                  </a:cubicBezTo>
                  <a:cubicBezTo>
                    <a:pt x="145052" y="206203"/>
                    <a:pt x="147608" y="212587"/>
                    <a:pt x="152719" y="217694"/>
                  </a:cubicBezTo>
                  <a:cubicBezTo>
                    <a:pt x="157832" y="222801"/>
                    <a:pt x="164221" y="225355"/>
                    <a:pt x="171250" y="225355"/>
                  </a:cubicBezTo>
                  <a:cubicBezTo>
                    <a:pt x="178279" y="225355"/>
                    <a:pt x="184669" y="222801"/>
                    <a:pt x="189781" y="217694"/>
                  </a:cubicBezTo>
                  <a:cubicBezTo>
                    <a:pt x="195532" y="211948"/>
                    <a:pt x="198088" y="204926"/>
                    <a:pt x="197449" y="197265"/>
                  </a:cubicBezTo>
                  <a:cubicBezTo>
                    <a:pt x="204478" y="197903"/>
                    <a:pt x="212146" y="195350"/>
                    <a:pt x="217897" y="189604"/>
                  </a:cubicBezTo>
                  <a:cubicBezTo>
                    <a:pt x="223009" y="184497"/>
                    <a:pt x="225565" y="178113"/>
                    <a:pt x="225565" y="171091"/>
                  </a:cubicBezTo>
                  <a:cubicBezTo>
                    <a:pt x="225565" y="164068"/>
                    <a:pt x="223009" y="157684"/>
                    <a:pt x="217897" y="152577"/>
                  </a:cubicBezTo>
                  <a:cubicBezTo>
                    <a:pt x="209590" y="144278"/>
                    <a:pt x="196171" y="143001"/>
                    <a:pt x="185947" y="148747"/>
                  </a:cubicBezTo>
                  <a:close/>
                  <a:moveTo>
                    <a:pt x="208951" y="180667"/>
                  </a:moveTo>
                  <a:cubicBezTo>
                    <a:pt x="203839" y="185774"/>
                    <a:pt x="195532" y="185774"/>
                    <a:pt x="190420" y="180667"/>
                  </a:cubicBezTo>
                  <a:cubicBezTo>
                    <a:pt x="187864" y="178113"/>
                    <a:pt x="184030" y="178113"/>
                    <a:pt x="181474" y="180667"/>
                  </a:cubicBezTo>
                  <a:cubicBezTo>
                    <a:pt x="180196" y="181943"/>
                    <a:pt x="179557" y="183859"/>
                    <a:pt x="179557" y="185135"/>
                  </a:cubicBezTo>
                  <a:cubicBezTo>
                    <a:pt x="179557" y="186412"/>
                    <a:pt x="180196" y="188327"/>
                    <a:pt x="181474" y="189604"/>
                  </a:cubicBezTo>
                  <a:cubicBezTo>
                    <a:pt x="186586" y="194711"/>
                    <a:pt x="186586" y="203011"/>
                    <a:pt x="181474" y="208118"/>
                  </a:cubicBezTo>
                  <a:cubicBezTo>
                    <a:pt x="176362" y="213225"/>
                    <a:pt x="167416" y="213225"/>
                    <a:pt x="162943" y="208118"/>
                  </a:cubicBezTo>
                  <a:cubicBezTo>
                    <a:pt x="160387" y="205564"/>
                    <a:pt x="159109" y="202372"/>
                    <a:pt x="159109" y="198542"/>
                  </a:cubicBezTo>
                  <a:cubicBezTo>
                    <a:pt x="159109" y="194711"/>
                    <a:pt x="160387" y="191519"/>
                    <a:pt x="162943" y="188966"/>
                  </a:cubicBezTo>
                  <a:cubicBezTo>
                    <a:pt x="164221" y="187689"/>
                    <a:pt x="164860" y="186412"/>
                    <a:pt x="164860" y="184497"/>
                  </a:cubicBezTo>
                  <a:cubicBezTo>
                    <a:pt x="164860" y="182582"/>
                    <a:pt x="164221" y="181305"/>
                    <a:pt x="162943" y="180028"/>
                  </a:cubicBezTo>
                  <a:lnTo>
                    <a:pt x="46008" y="63201"/>
                  </a:lnTo>
                  <a:cubicBezTo>
                    <a:pt x="44730" y="61925"/>
                    <a:pt x="42813" y="61286"/>
                    <a:pt x="41535" y="61286"/>
                  </a:cubicBezTo>
                  <a:cubicBezTo>
                    <a:pt x="39618" y="61286"/>
                    <a:pt x="38340" y="61925"/>
                    <a:pt x="37062" y="63201"/>
                  </a:cubicBezTo>
                  <a:cubicBezTo>
                    <a:pt x="31950" y="68308"/>
                    <a:pt x="23643" y="68308"/>
                    <a:pt x="18531" y="63201"/>
                  </a:cubicBezTo>
                  <a:cubicBezTo>
                    <a:pt x="13419" y="58094"/>
                    <a:pt x="13419" y="49795"/>
                    <a:pt x="18531" y="44688"/>
                  </a:cubicBezTo>
                  <a:cubicBezTo>
                    <a:pt x="23643" y="39581"/>
                    <a:pt x="31950" y="39581"/>
                    <a:pt x="37062" y="44688"/>
                  </a:cubicBezTo>
                  <a:cubicBezTo>
                    <a:pt x="39618" y="47241"/>
                    <a:pt x="43452" y="47241"/>
                    <a:pt x="46008" y="44688"/>
                  </a:cubicBezTo>
                  <a:cubicBezTo>
                    <a:pt x="47285" y="43411"/>
                    <a:pt x="47925" y="41496"/>
                    <a:pt x="47925" y="40219"/>
                  </a:cubicBezTo>
                  <a:cubicBezTo>
                    <a:pt x="47925" y="38942"/>
                    <a:pt x="47285" y="37027"/>
                    <a:pt x="46008" y="35750"/>
                  </a:cubicBezTo>
                  <a:cubicBezTo>
                    <a:pt x="40896" y="30643"/>
                    <a:pt x="40896" y="22344"/>
                    <a:pt x="46008" y="17237"/>
                  </a:cubicBezTo>
                  <a:cubicBezTo>
                    <a:pt x="51119" y="12130"/>
                    <a:pt x="59426" y="12130"/>
                    <a:pt x="64538" y="17237"/>
                  </a:cubicBezTo>
                  <a:cubicBezTo>
                    <a:pt x="69650" y="22344"/>
                    <a:pt x="69650" y="30643"/>
                    <a:pt x="64538" y="35750"/>
                  </a:cubicBezTo>
                  <a:cubicBezTo>
                    <a:pt x="61982" y="38304"/>
                    <a:pt x="61982" y="42134"/>
                    <a:pt x="64538" y="44688"/>
                  </a:cubicBezTo>
                  <a:lnTo>
                    <a:pt x="181474" y="161515"/>
                  </a:lnTo>
                  <a:cubicBezTo>
                    <a:pt x="184030" y="164068"/>
                    <a:pt x="187864" y="164068"/>
                    <a:pt x="190420" y="161515"/>
                  </a:cubicBezTo>
                  <a:cubicBezTo>
                    <a:pt x="195532" y="156407"/>
                    <a:pt x="204478" y="156407"/>
                    <a:pt x="208951" y="161515"/>
                  </a:cubicBezTo>
                  <a:cubicBezTo>
                    <a:pt x="211507" y="164068"/>
                    <a:pt x="212785" y="167260"/>
                    <a:pt x="212785" y="171091"/>
                  </a:cubicBezTo>
                  <a:cubicBezTo>
                    <a:pt x="212785" y="174921"/>
                    <a:pt x="211507" y="178113"/>
                    <a:pt x="208951" y="180667"/>
                  </a:cubicBezTo>
                  <a:close/>
                </a:path>
              </a:pathLst>
            </a:custGeom>
            <a:solidFill>
              <a:srgbClr val="046A38"/>
            </a:solidFill>
            <a:ln w="6390" cap="flat">
              <a:noFill/>
              <a:prstDash val="solid"/>
              <a:miter/>
            </a:ln>
          </p:spPr>
          <p:txBody>
            <a:bodyPr rtlCol="0" anchor="ctr"/>
            <a:lstStyle/>
            <a:p>
              <a:endParaRPr lang="en-US"/>
            </a:p>
          </p:txBody>
        </p:sp>
      </p:grpSp>
      <p:grpSp>
        <p:nvGrpSpPr>
          <p:cNvPr id="625" name="Graphic 6">
            <a:extLst>
              <a:ext uri="{FF2B5EF4-FFF2-40B4-BE49-F238E27FC236}">
                <a16:creationId xmlns:a16="http://schemas.microsoft.com/office/drawing/2014/main" id="{A8793E19-961A-F443-A6FA-4AFF91BC53BD}"/>
              </a:ext>
            </a:extLst>
          </p:cNvPr>
          <p:cNvGrpSpPr/>
          <p:nvPr/>
        </p:nvGrpSpPr>
        <p:grpSpPr>
          <a:xfrm>
            <a:off x="1951486" y="4306158"/>
            <a:ext cx="362309" cy="361971"/>
            <a:chOff x="1951486" y="4306158"/>
            <a:chExt cx="362309" cy="361971"/>
          </a:xfrm>
          <a:solidFill>
            <a:srgbClr val="046A38"/>
          </a:solidFill>
        </p:grpSpPr>
        <p:sp>
          <p:nvSpPr>
            <p:cNvPr id="626" name="Graphic 6">
              <a:extLst>
                <a:ext uri="{FF2B5EF4-FFF2-40B4-BE49-F238E27FC236}">
                  <a16:creationId xmlns:a16="http://schemas.microsoft.com/office/drawing/2014/main" id="{54225D37-83DF-D644-B03B-5646FDD82818}"/>
                </a:ext>
              </a:extLst>
            </p:cNvPr>
            <p:cNvSpPr/>
            <p:nvPr/>
          </p:nvSpPr>
          <p:spPr>
            <a:xfrm>
              <a:off x="2033917" y="4387873"/>
              <a:ext cx="198088" cy="198541"/>
            </a:xfrm>
            <a:custGeom>
              <a:avLst/>
              <a:gdLst>
                <a:gd name="connsiteX0" fmla="*/ 175723 w 198088"/>
                <a:gd name="connsiteY0" fmla="*/ 148747 h 198541"/>
                <a:gd name="connsiteX1" fmla="*/ 166777 w 198088"/>
                <a:gd name="connsiteY1" fmla="*/ 148747 h 198541"/>
                <a:gd name="connsiteX2" fmla="*/ 49842 w 198088"/>
                <a:gd name="connsiteY2" fmla="*/ 31920 h 198541"/>
                <a:gd name="connsiteX3" fmla="*/ 47924 w 198088"/>
                <a:gd name="connsiteY3" fmla="*/ 27451 h 198541"/>
                <a:gd name="connsiteX4" fmla="*/ 49842 w 198088"/>
                <a:gd name="connsiteY4" fmla="*/ 22982 h 198541"/>
                <a:gd name="connsiteX5" fmla="*/ 53676 w 198088"/>
                <a:gd name="connsiteY5" fmla="*/ 13406 h 198541"/>
                <a:gd name="connsiteX6" fmla="*/ 49842 w 198088"/>
                <a:gd name="connsiteY6" fmla="*/ 3830 h 198541"/>
                <a:gd name="connsiteX7" fmla="*/ 31311 w 198088"/>
                <a:gd name="connsiteY7" fmla="*/ 3830 h 198541"/>
                <a:gd name="connsiteX8" fmla="*/ 31311 w 198088"/>
                <a:gd name="connsiteY8" fmla="*/ 22344 h 198541"/>
                <a:gd name="connsiteX9" fmla="*/ 33228 w 198088"/>
                <a:gd name="connsiteY9" fmla="*/ 26813 h 198541"/>
                <a:gd name="connsiteX10" fmla="*/ 31311 w 198088"/>
                <a:gd name="connsiteY10" fmla="*/ 31281 h 198541"/>
                <a:gd name="connsiteX11" fmla="*/ 22365 w 198088"/>
                <a:gd name="connsiteY11" fmla="*/ 31281 h 198541"/>
                <a:gd name="connsiteX12" fmla="*/ 3834 w 198088"/>
                <a:gd name="connsiteY12" fmla="*/ 31281 h 198541"/>
                <a:gd name="connsiteX13" fmla="*/ 3834 w 198088"/>
                <a:gd name="connsiteY13" fmla="*/ 49795 h 198541"/>
                <a:gd name="connsiteX14" fmla="*/ 22365 w 198088"/>
                <a:gd name="connsiteY14" fmla="*/ 49795 h 198541"/>
                <a:gd name="connsiteX15" fmla="*/ 26838 w 198088"/>
                <a:gd name="connsiteY15" fmla="*/ 47880 h 198541"/>
                <a:gd name="connsiteX16" fmla="*/ 31311 w 198088"/>
                <a:gd name="connsiteY16" fmla="*/ 49795 h 198541"/>
                <a:gd name="connsiteX17" fmla="*/ 148247 w 198088"/>
                <a:gd name="connsiteY17" fmla="*/ 166622 h 198541"/>
                <a:gd name="connsiteX18" fmla="*/ 150163 w 198088"/>
                <a:gd name="connsiteY18" fmla="*/ 171091 h 198541"/>
                <a:gd name="connsiteX19" fmla="*/ 148247 w 198088"/>
                <a:gd name="connsiteY19" fmla="*/ 175560 h 198541"/>
                <a:gd name="connsiteX20" fmla="*/ 144413 w 198088"/>
                <a:gd name="connsiteY20" fmla="*/ 185136 h 198541"/>
                <a:gd name="connsiteX21" fmla="*/ 148247 w 198088"/>
                <a:gd name="connsiteY21" fmla="*/ 194712 h 198541"/>
                <a:gd name="connsiteX22" fmla="*/ 166777 w 198088"/>
                <a:gd name="connsiteY22" fmla="*/ 194712 h 198541"/>
                <a:gd name="connsiteX23" fmla="*/ 166777 w 198088"/>
                <a:gd name="connsiteY23" fmla="*/ 176198 h 198541"/>
                <a:gd name="connsiteX24" fmla="*/ 164860 w 198088"/>
                <a:gd name="connsiteY24" fmla="*/ 171729 h 198541"/>
                <a:gd name="connsiteX25" fmla="*/ 166777 w 198088"/>
                <a:gd name="connsiteY25" fmla="*/ 167261 h 198541"/>
                <a:gd name="connsiteX26" fmla="*/ 175723 w 198088"/>
                <a:gd name="connsiteY26" fmla="*/ 167261 h 198541"/>
                <a:gd name="connsiteX27" fmla="*/ 194254 w 198088"/>
                <a:gd name="connsiteY27" fmla="*/ 167261 h 198541"/>
                <a:gd name="connsiteX28" fmla="*/ 194254 w 198088"/>
                <a:gd name="connsiteY28" fmla="*/ 148747 h 198541"/>
                <a:gd name="connsiteX29" fmla="*/ 175723 w 198088"/>
                <a:gd name="connsiteY29" fmla="*/ 148747 h 198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8088" h="198541">
                  <a:moveTo>
                    <a:pt x="175723" y="148747"/>
                  </a:moveTo>
                  <a:cubicBezTo>
                    <a:pt x="173167" y="151301"/>
                    <a:pt x="169333" y="151301"/>
                    <a:pt x="166777" y="148747"/>
                  </a:cubicBezTo>
                  <a:lnTo>
                    <a:pt x="49842" y="31920"/>
                  </a:lnTo>
                  <a:cubicBezTo>
                    <a:pt x="48563" y="30643"/>
                    <a:pt x="47924" y="29366"/>
                    <a:pt x="47924" y="27451"/>
                  </a:cubicBezTo>
                  <a:cubicBezTo>
                    <a:pt x="47924" y="25536"/>
                    <a:pt x="48563" y="24259"/>
                    <a:pt x="49842" y="22982"/>
                  </a:cubicBezTo>
                  <a:cubicBezTo>
                    <a:pt x="52397" y="20429"/>
                    <a:pt x="53676" y="17237"/>
                    <a:pt x="53676" y="13406"/>
                  </a:cubicBezTo>
                  <a:cubicBezTo>
                    <a:pt x="53676" y="9576"/>
                    <a:pt x="52397" y="6384"/>
                    <a:pt x="49842" y="3830"/>
                  </a:cubicBezTo>
                  <a:cubicBezTo>
                    <a:pt x="44729" y="-1277"/>
                    <a:pt x="36423" y="-1277"/>
                    <a:pt x="31311" y="3830"/>
                  </a:cubicBezTo>
                  <a:cubicBezTo>
                    <a:pt x="26199" y="8937"/>
                    <a:pt x="26199" y="17237"/>
                    <a:pt x="31311" y="22344"/>
                  </a:cubicBezTo>
                  <a:cubicBezTo>
                    <a:pt x="32589" y="23621"/>
                    <a:pt x="33228" y="25536"/>
                    <a:pt x="33228" y="26813"/>
                  </a:cubicBezTo>
                  <a:cubicBezTo>
                    <a:pt x="33228" y="28728"/>
                    <a:pt x="32589" y="30005"/>
                    <a:pt x="31311" y="31281"/>
                  </a:cubicBezTo>
                  <a:cubicBezTo>
                    <a:pt x="28755" y="33835"/>
                    <a:pt x="24921" y="33835"/>
                    <a:pt x="22365" y="31281"/>
                  </a:cubicBezTo>
                  <a:cubicBezTo>
                    <a:pt x="17253" y="26174"/>
                    <a:pt x="8946" y="26174"/>
                    <a:pt x="3834" y="31281"/>
                  </a:cubicBezTo>
                  <a:cubicBezTo>
                    <a:pt x="-1278" y="36389"/>
                    <a:pt x="-1278" y="44688"/>
                    <a:pt x="3834" y="49795"/>
                  </a:cubicBezTo>
                  <a:cubicBezTo>
                    <a:pt x="8946" y="54902"/>
                    <a:pt x="17892" y="54902"/>
                    <a:pt x="22365" y="49795"/>
                  </a:cubicBezTo>
                  <a:cubicBezTo>
                    <a:pt x="23643" y="48518"/>
                    <a:pt x="25560" y="47880"/>
                    <a:pt x="26838" y="47880"/>
                  </a:cubicBezTo>
                  <a:cubicBezTo>
                    <a:pt x="28116" y="47880"/>
                    <a:pt x="30033" y="48518"/>
                    <a:pt x="31311" y="49795"/>
                  </a:cubicBezTo>
                  <a:lnTo>
                    <a:pt x="148247" y="166622"/>
                  </a:lnTo>
                  <a:cubicBezTo>
                    <a:pt x="149525" y="167899"/>
                    <a:pt x="150163" y="169176"/>
                    <a:pt x="150163" y="171091"/>
                  </a:cubicBezTo>
                  <a:cubicBezTo>
                    <a:pt x="150163" y="173006"/>
                    <a:pt x="149525" y="174283"/>
                    <a:pt x="148247" y="175560"/>
                  </a:cubicBezTo>
                  <a:cubicBezTo>
                    <a:pt x="145691" y="178113"/>
                    <a:pt x="144413" y="181305"/>
                    <a:pt x="144413" y="185136"/>
                  </a:cubicBezTo>
                  <a:cubicBezTo>
                    <a:pt x="144413" y="188966"/>
                    <a:pt x="145691" y="192158"/>
                    <a:pt x="148247" y="194712"/>
                  </a:cubicBezTo>
                  <a:cubicBezTo>
                    <a:pt x="153358" y="199819"/>
                    <a:pt x="162304" y="199819"/>
                    <a:pt x="166777" y="194712"/>
                  </a:cubicBezTo>
                  <a:cubicBezTo>
                    <a:pt x="171889" y="189604"/>
                    <a:pt x="171889" y="181305"/>
                    <a:pt x="166777" y="176198"/>
                  </a:cubicBezTo>
                  <a:cubicBezTo>
                    <a:pt x="165499" y="174921"/>
                    <a:pt x="164860" y="173006"/>
                    <a:pt x="164860" y="171729"/>
                  </a:cubicBezTo>
                  <a:cubicBezTo>
                    <a:pt x="164860" y="169814"/>
                    <a:pt x="165499" y="168537"/>
                    <a:pt x="166777" y="167261"/>
                  </a:cubicBezTo>
                  <a:cubicBezTo>
                    <a:pt x="169333" y="164707"/>
                    <a:pt x="173167" y="164707"/>
                    <a:pt x="175723" y="167261"/>
                  </a:cubicBezTo>
                  <a:cubicBezTo>
                    <a:pt x="180835" y="172368"/>
                    <a:pt x="189142" y="172368"/>
                    <a:pt x="194254" y="167261"/>
                  </a:cubicBezTo>
                  <a:cubicBezTo>
                    <a:pt x="199366" y="162153"/>
                    <a:pt x="199366" y="153854"/>
                    <a:pt x="194254" y="148747"/>
                  </a:cubicBezTo>
                  <a:cubicBezTo>
                    <a:pt x="189781" y="143640"/>
                    <a:pt x="180835" y="143640"/>
                    <a:pt x="175723" y="148747"/>
                  </a:cubicBezTo>
                  <a:close/>
                </a:path>
              </a:pathLst>
            </a:custGeom>
            <a:solidFill>
              <a:srgbClr val="046A38"/>
            </a:solidFill>
            <a:ln w="6390" cap="flat">
              <a:noFill/>
              <a:prstDash val="solid"/>
              <a:miter/>
            </a:ln>
          </p:spPr>
          <p:txBody>
            <a:bodyPr rtlCol="0" anchor="ctr"/>
            <a:lstStyle/>
            <a:p>
              <a:endParaRPr lang="en-US"/>
            </a:p>
          </p:txBody>
        </p:sp>
        <p:sp>
          <p:nvSpPr>
            <p:cNvPr id="627" name="Graphic 6">
              <a:extLst>
                <a:ext uri="{FF2B5EF4-FFF2-40B4-BE49-F238E27FC236}">
                  <a16:creationId xmlns:a16="http://schemas.microsoft.com/office/drawing/2014/main" id="{A6FEDB32-8EC8-0C4C-BEC4-5AD2F61526CC}"/>
                </a:ext>
              </a:extLst>
            </p:cNvPr>
            <p:cNvSpPr/>
            <p:nvPr/>
          </p:nvSpPr>
          <p:spPr>
            <a:xfrm>
              <a:off x="1951486" y="4306158"/>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10 w 362309"/>
                <a:gd name="connsiteY3" fmla="*/ 181305 h 361971"/>
                <a:gd name="connsiteX4" fmla="*/ 181474 w 362309"/>
                <a:gd name="connsiteY4" fmla="*/ 0 h 361971"/>
                <a:gd name="connsiteX5" fmla="*/ 286269 w 362309"/>
                <a:gd name="connsiteY5" fmla="*/ 257913 h 361971"/>
                <a:gd name="connsiteX6" fmla="*/ 265821 w 362309"/>
                <a:gd name="connsiteY6" fmla="*/ 265574 h 361971"/>
                <a:gd name="connsiteX7" fmla="*/ 258153 w 362309"/>
                <a:gd name="connsiteY7" fmla="*/ 286002 h 361971"/>
                <a:gd name="connsiteX8" fmla="*/ 239623 w 362309"/>
                <a:gd name="connsiteY8" fmla="*/ 293663 h 361971"/>
                <a:gd name="connsiteX9" fmla="*/ 221092 w 362309"/>
                <a:gd name="connsiteY9" fmla="*/ 286002 h 361971"/>
                <a:gd name="connsiteX10" fmla="*/ 213424 w 362309"/>
                <a:gd name="connsiteY10" fmla="*/ 267489 h 361971"/>
                <a:gd name="connsiteX11" fmla="*/ 217258 w 362309"/>
                <a:gd name="connsiteY11" fmla="*/ 254082 h 361971"/>
                <a:gd name="connsiteX12" fmla="*/ 107990 w 362309"/>
                <a:gd name="connsiteY12" fmla="*/ 144916 h 361971"/>
                <a:gd name="connsiteX13" fmla="*/ 76040 w 362309"/>
                <a:gd name="connsiteY13" fmla="*/ 141086 h 361971"/>
                <a:gd name="connsiteX14" fmla="*/ 76040 w 362309"/>
                <a:gd name="connsiteY14" fmla="*/ 104059 h 361971"/>
                <a:gd name="connsiteX15" fmla="*/ 96488 w 362309"/>
                <a:gd name="connsiteY15" fmla="*/ 96398 h 361971"/>
                <a:gd name="connsiteX16" fmla="*/ 104156 w 362309"/>
                <a:gd name="connsiteY16" fmla="*/ 75969 h 361971"/>
                <a:gd name="connsiteX17" fmla="*/ 141218 w 362309"/>
                <a:gd name="connsiteY17" fmla="*/ 75969 h 361971"/>
                <a:gd name="connsiteX18" fmla="*/ 148886 w 362309"/>
                <a:gd name="connsiteY18" fmla="*/ 94483 h 361971"/>
                <a:gd name="connsiteX19" fmla="*/ 145052 w 362309"/>
                <a:gd name="connsiteY19" fmla="*/ 107889 h 361971"/>
                <a:gd name="connsiteX20" fmla="*/ 254320 w 362309"/>
                <a:gd name="connsiteY20" fmla="*/ 217055 h 361971"/>
                <a:gd name="connsiteX21" fmla="*/ 286269 w 362309"/>
                <a:gd name="connsiteY21" fmla="*/ 220886 h 361971"/>
                <a:gd name="connsiteX22" fmla="*/ 286269 w 362309"/>
                <a:gd name="connsiteY22" fmla="*/ 25791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2309" h="361971">
                  <a:moveTo>
                    <a:pt x="181474" y="0"/>
                  </a:moveTo>
                  <a:cubicBezTo>
                    <a:pt x="81152" y="0"/>
                    <a:pt x="0" y="81076"/>
                    <a:pt x="0" y="180667"/>
                  </a:cubicBezTo>
                  <a:cubicBezTo>
                    <a:pt x="0" y="280895"/>
                    <a:pt x="81152" y="361971"/>
                    <a:pt x="180835" y="361971"/>
                  </a:cubicBezTo>
                  <a:cubicBezTo>
                    <a:pt x="281157" y="361971"/>
                    <a:pt x="362310" y="280895"/>
                    <a:pt x="362310" y="181305"/>
                  </a:cubicBezTo>
                  <a:cubicBezTo>
                    <a:pt x="362310" y="81076"/>
                    <a:pt x="281157" y="0"/>
                    <a:pt x="181474" y="0"/>
                  </a:cubicBezTo>
                  <a:close/>
                  <a:moveTo>
                    <a:pt x="286269" y="257913"/>
                  </a:moveTo>
                  <a:cubicBezTo>
                    <a:pt x="280518" y="263658"/>
                    <a:pt x="273489" y="265574"/>
                    <a:pt x="265821" y="265574"/>
                  </a:cubicBezTo>
                  <a:cubicBezTo>
                    <a:pt x="266460" y="272596"/>
                    <a:pt x="263905" y="280257"/>
                    <a:pt x="258153" y="286002"/>
                  </a:cubicBezTo>
                  <a:cubicBezTo>
                    <a:pt x="253042" y="291109"/>
                    <a:pt x="246652" y="293663"/>
                    <a:pt x="239623" y="293663"/>
                  </a:cubicBezTo>
                  <a:cubicBezTo>
                    <a:pt x="232594" y="293663"/>
                    <a:pt x="226204" y="291109"/>
                    <a:pt x="221092" y="286002"/>
                  </a:cubicBezTo>
                  <a:cubicBezTo>
                    <a:pt x="215980" y="280895"/>
                    <a:pt x="213424" y="274511"/>
                    <a:pt x="213424" y="267489"/>
                  </a:cubicBezTo>
                  <a:cubicBezTo>
                    <a:pt x="213424" y="263020"/>
                    <a:pt x="214702" y="257913"/>
                    <a:pt x="217258" y="254082"/>
                  </a:cubicBezTo>
                  <a:lnTo>
                    <a:pt x="107990" y="144916"/>
                  </a:lnTo>
                  <a:cubicBezTo>
                    <a:pt x="97766" y="150662"/>
                    <a:pt x="84986" y="149385"/>
                    <a:pt x="76040" y="141086"/>
                  </a:cubicBezTo>
                  <a:cubicBezTo>
                    <a:pt x="65816" y="130872"/>
                    <a:pt x="65816" y="114273"/>
                    <a:pt x="76040" y="104059"/>
                  </a:cubicBezTo>
                  <a:cubicBezTo>
                    <a:pt x="81791" y="98313"/>
                    <a:pt x="88820" y="95760"/>
                    <a:pt x="96488" y="96398"/>
                  </a:cubicBezTo>
                  <a:cubicBezTo>
                    <a:pt x="95849" y="89376"/>
                    <a:pt x="98405" y="81715"/>
                    <a:pt x="104156" y="75969"/>
                  </a:cubicBezTo>
                  <a:cubicBezTo>
                    <a:pt x="114380" y="65755"/>
                    <a:pt x="130994" y="65755"/>
                    <a:pt x="141218" y="75969"/>
                  </a:cubicBezTo>
                  <a:cubicBezTo>
                    <a:pt x="146330" y="81076"/>
                    <a:pt x="148886" y="87460"/>
                    <a:pt x="148886" y="94483"/>
                  </a:cubicBezTo>
                  <a:cubicBezTo>
                    <a:pt x="148886" y="98952"/>
                    <a:pt x="147608" y="104059"/>
                    <a:pt x="145052" y="107889"/>
                  </a:cubicBezTo>
                  <a:lnTo>
                    <a:pt x="254320" y="217055"/>
                  </a:lnTo>
                  <a:cubicBezTo>
                    <a:pt x="263905" y="211310"/>
                    <a:pt x="277962" y="212587"/>
                    <a:pt x="286269" y="220886"/>
                  </a:cubicBezTo>
                  <a:cubicBezTo>
                    <a:pt x="296493" y="231100"/>
                    <a:pt x="295854" y="247698"/>
                    <a:pt x="286269" y="257913"/>
                  </a:cubicBezTo>
                  <a:close/>
                </a:path>
              </a:pathLst>
            </a:custGeom>
            <a:solidFill>
              <a:srgbClr val="046A38"/>
            </a:solidFill>
            <a:ln w="6390" cap="flat">
              <a:noFill/>
              <a:prstDash val="solid"/>
              <a:miter/>
            </a:ln>
          </p:spPr>
          <p:txBody>
            <a:bodyPr rtlCol="0" anchor="ctr"/>
            <a:lstStyle/>
            <a:p>
              <a:endParaRPr lang="en-US"/>
            </a:p>
          </p:txBody>
        </p:sp>
      </p:grpSp>
      <p:grpSp>
        <p:nvGrpSpPr>
          <p:cNvPr id="628" name="Graphic 6">
            <a:extLst>
              <a:ext uri="{FF2B5EF4-FFF2-40B4-BE49-F238E27FC236}">
                <a16:creationId xmlns:a16="http://schemas.microsoft.com/office/drawing/2014/main" id="{F150A1CB-FB76-214C-968E-8A5622171537}"/>
              </a:ext>
            </a:extLst>
          </p:cNvPr>
          <p:cNvGrpSpPr/>
          <p:nvPr/>
        </p:nvGrpSpPr>
        <p:grpSpPr>
          <a:xfrm>
            <a:off x="2559169" y="4306797"/>
            <a:ext cx="362309" cy="361971"/>
            <a:chOff x="2559169" y="4306797"/>
            <a:chExt cx="362309" cy="361971"/>
          </a:xfrm>
          <a:solidFill>
            <a:srgbClr val="046A38"/>
          </a:solidFill>
        </p:grpSpPr>
        <p:sp>
          <p:nvSpPr>
            <p:cNvPr id="629" name="Graphic 6">
              <a:extLst>
                <a:ext uri="{FF2B5EF4-FFF2-40B4-BE49-F238E27FC236}">
                  <a16:creationId xmlns:a16="http://schemas.microsoft.com/office/drawing/2014/main" id="{3FB003DA-D4F2-A342-8CC1-310347BF8961}"/>
                </a:ext>
              </a:extLst>
            </p:cNvPr>
            <p:cNvSpPr/>
            <p:nvPr/>
          </p:nvSpPr>
          <p:spPr>
            <a:xfrm>
              <a:off x="2559169" y="430679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181474 w 362309"/>
                <a:gd name="connsiteY4" fmla="*/ 0 h 361971"/>
                <a:gd name="connsiteX5" fmla="*/ 181474 w 362309"/>
                <a:gd name="connsiteY5" fmla="*/ 349204 h 361971"/>
                <a:gd name="connsiteX6" fmla="*/ 13419 w 362309"/>
                <a:gd name="connsiteY6" fmla="*/ 180667 h 361971"/>
                <a:gd name="connsiteX7" fmla="*/ 182113 w 362309"/>
                <a:gd name="connsiteY7" fmla="*/ 12768 h 361971"/>
                <a:gd name="connsiteX8" fmla="*/ 350168 w 362309"/>
                <a:gd name="connsiteY8" fmla="*/ 181305 h 361971"/>
                <a:gd name="connsiteX9" fmla="*/ 181474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7"/>
                    <a:pt x="0" y="180667"/>
                  </a:cubicBezTo>
                  <a:cubicBezTo>
                    <a:pt x="0" y="280895"/>
                    <a:pt x="81152" y="361972"/>
                    <a:pt x="180835" y="361972"/>
                  </a:cubicBezTo>
                  <a:cubicBezTo>
                    <a:pt x="280518" y="361972"/>
                    <a:pt x="362310" y="280895"/>
                    <a:pt x="362310" y="181305"/>
                  </a:cubicBezTo>
                  <a:cubicBezTo>
                    <a:pt x="362310" y="81715"/>
                    <a:pt x="281796" y="0"/>
                    <a:pt x="181474" y="0"/>
                  </a:cubicBezTo>
                  <a:close/>
                  <a:moveTo>
                    <a:pt x="181474" y="349204"/>
                  </a:moveTo>
                  <a:cubicBezTo>
                    <a:pt x="88820" y="349204"/>
                    <a:pt x="13419" y="273873"/>
                    <a:pt x="13419" y="180667"/>
                  </a:cubicBezTo>
                  <a:cubicBezTo>
                    <a:pt x="13419" y="87461"/>
                    <a:pt x="88820" y="12768"/>
                    <a:pt x="182113" y="12768"/>
                  </a:cubicBezTo>
                  <a:cubicBezTo>
                    <a:pt x="275406" y="12768"/>
                    <a:pt x="350168" y="88099"/>
                    <a:pt x="350168" y="181305"/>
                  </a:cubicBezTo>
                  <a:cubicBezTo>
                    <a:pt x="350168" y="274511"/>
                    <a:pt x="274128"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630" name="Graphic 6">
              <a:extLst>
                <a:ext uri="{FF2B5EF4-FFF2-40B4-BE49-F238E27FC236}">
                  <a16:creationId xmlns:a16="http://schemas.microsoft.com/office/drawing/2014/main" id="{E2DBC6B8-10F8-B944-BC3E-7FDFB87E2820}"/>
                </a:ext>
              </a:extLst>
            </p:cNvPr>
            <p:cNvSpPr/>
            <p:nvPr/>
          </p:nvSpPr>
          <p:spPr>
            <a:xfrm>
              <a:off x="2738727" y="4388511"/>
              <a:ext cx="14057" cy="14044"/>
            </a:xfrm>
            <a:custGeom>
              <a:avLst/>
              <a:gdLst>
                <a:gd name="connsiteX0" fmla="*/ 7029 w 14057"/>
                <a:gd name="connsiteY0" fmla="*/ 0 h 14044"/>
                <a:gd name="connsiteX1" fmla="*/ 0 w 14057"/>
                <a:gd name="connsiteY1" fmla="*/ 7023 h 14044"/>
                <a:gd name="connsiteX2" fmla="*/ 7029 w 14057"/>
                <a:gd name="connsiteY2" fmla="*/ 14045 h 14044"/>
                <a:gd name="connsiteX3" fmla="*/ 14058 w 14057"/>
                <a:gd name="connsiteY3" fmla="*/ 7023 h 14044"/>
                <a:gd name="connsiteX4" fmla="*/ 7029 w 14057"/>
                <a:gd name="connsiteY4" fmla="*/ 0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0"/>
                  </a:moveTo>
                  <a:cubicBezTo>
                    <a:pt x="3195" y="0"/>
                    <a:pt x="0" y="3192"/>
                    <a:pt x="0" y="7023"/>
                  </a:cubicBezTo>
                  <a:cubicBezTo>
                    <a:pt x="0" y="10853"/>
                    <a:pt x="3195" y="14045"/>
                    <a:pt x="7029" y="14045"/>
                  </a:cubicBezTo>
                  <a:cubicBezTo>
                    <a:pt x="10863" y="14045"/>
                    <a:pt x="14058" y="10853"/>
                    <a:pt x="14058" y="7023"/>
                  </a:cubicBezTo>
                  <a:cubicBezTo>
                    <a:pt x="14058" y="3192"/>
                    <a:pt x="11502" y="0"/>
                    <a:pt x="7029" y="0"/>
                  </a:cubicBezTo>
                  <a:close/>
                </a:path>
              </a:pathLst>
            </a:custGeom>
            <a:solidFill>
              <a:srgbClr val="046A38"/>
            </a:solidFill>
            <a:ln w="6390" cap="flat">
              <a:noFill/>
              <a:prstDash val="solid"/>
              <a:miter/>
            </a:ln>
          </p:spPr>
          <p:txBody>
            <a:bodyPr rtlCol="0" anchor="ctr"/>
            <a:lstStyle/>
            <a:p>
              <a:endParaRPr lang="en-US"/>
            </a:p>
          </p:txBody>
        </p:sp>
        <p:sp>
          <p:nvSpPr>
            <p:cNvPr id="631" name="Graphic 6">
              <a:extLst>
                <a:ext uri="{FF2B5EF4-FFF2-40B4-BE49-F238E27FC236}">
                  <a16:creationId xmlns:a16="http://schemas.microsoft.com/office/drawing/2014/main" id="{FAC6A895-6A6A-8949-B3D2-A2DB751BA3D4}"/>
                </a:ext>
              </a:extLst>
            </p:cNvPr>
            <p:cNvSpPr/>
            <p:nvPr/>
          </p:nvSpPr>
          <p:spPr>
            <a:xfrm>
              <a:off x="2611468" y="4360422"/>
              <a:ext cx="262086" cy="250890"/>
            </a:xfrm>
            <a:custGeom>
              <a:avLst/>
              <a:gdLst>
                <a:gd name="connsiteX0" fmla="*/ 253779 w 262086"/>
                <a:gd name="connsiteY0" fmla="*/ 68947 h 250890"/>
                <a:gd name="connsiteX1" fmla="*/ 241638 w 262086"/>
                <a:gd name="connsiteY1" fmla="*/ 67032 h 250890"/>
                <a:gd name="connsiteX2" fmla="*/ 246750 w 262086"/>
                <a:gd name="connsiteY2" fmla="*/ 60009 h 250890"/>
                <a:gd name="connsiteX3" fmla="*/ 245472 w 262086"/>
                <a:gd name="connsiteY3" fmla="*/ 51072 h 250890"/>
                <a:gd name="connsiteX4" fmla="*/ 236526 w 262086"/>
                <a:gd name="connsiteY4" fmla="*/ 52348 h 250890"/>
                <a:gd name="connsiteX5" fmla="*/ 226941 w 262086"/>
                <a:gd name="connsiteY5" fmla="*/ 65755 h 250890"/>
                <a:gd name="connsiteX6" fmla="*/ 226302 w 262086"/>
                <a:gd name="connsiteY6" fmla="*/ 65755 h 250890"/>
                <a:gd name="connsiteX7" fmla="*/ 168154 w 262086"/>
                <a:gd name="connsiteY7" fmla="*/ 75969 h 250890"/>
                <a:gd name="connsiteX8" fmla="*/ 168154 w 262086"/>
                <a:gd name="connsiteY8" fmla="*/ 75969 h 250890"/>
                <a:gd name="connsiteX9" fmla="*/ 166876 w 262086"/>
                <a:gd name="connsiteY9" fmla="*/ 75331 h 250890"/>
                <a:gd name="connsiteX10" fmla="*/ 166876 w 262086"/>
                <a:gd name="connsiteY10" fmla="*/ 75331 h 250890"/>
                <a:gd name="connsiteX11" fmla="*/ 165598 w 262086"/>
                <a:gd name="connsiteY11" fmla="*/ 74692 h 250890"/>
                <a:gd name="connsiteX12" fmla="*/ 132370 w 262086"/>
                <a:gd name="connsiteY12" fmla="*/ 74692 h 250890"/>
                <a:gd name="connsiteX13" fmla="*/ 130453 w 262086"/>
                <a:gd name="connsiteY13" fmla="*/ 62563 h 250890"/>
                <a:gd name="connsiteX14" fmla="*/ 166237 w 262086"/>
                <a:gd name="connsiteY14" fmla="*/ 42134 h 250890"/>
                <a:gd name="connsiteX15" fmla="*/ 199465 w 262086"/>
                <a:gd name="connsiteY15" fmla="*/ 5745 h 250890"/>
                <a:gd name="connsiteX16" fmla="*/ 196909 w 262086"/>
                <a:gd name="connsiteY16" fmla="*/ 1276 h 250890"/>
                <a:gd name="connsiteX17" fmla="*/ 191797 w 262086"/>
                <a:gd name="connsiteY17" fmla="*/ 0 h 250890"/>
                <a:gd name="connsiteX18" fmla="*/ 148984 w 262086"/>
                <a:gd name="connsiteY18" fmla="*/ 11491 h 250890"/>
                <a:gd name="connsiteX19" fmla="*/ 42272 w 262086"/>
                <a:gd name="connsiteY19" fmla="*/ 50433 h 250890"/>
                <a:gd name="connsiteX20" fmla="*/ 39716 w 262086"/>
                <a:gd name="connsiteY20" fmla="*/ 57456 h 250890"/>
                <a:gd name="connsiteX21" fmla="*/ 44828 w 262086"/>
                <a:gd name="connsiteY21" fmla="*/ 62563 h 250890"/>
                <a:gd name="connsiteX22" fmla="*/ 92753 w 262086"/>
                <a:gd name="connsiteY22" fmla="*/ 66393 h 250890"/>
                <a:gd name="connsiteX23" fmla="*/ 118312 w 262086"/>
                <a:gd name="connsiteY23" fmla="*/ 65116 h 250890"/>
                <a:gd name="connsiteX24" fmla="*/ 119590 w 262086"/>
                <a:gd name="connsiteY24" fmla="*/ 74692 h 250890"/>
                <a:gd name="connsiteX25" fmla="*/ 94670 w 262086"/>
                <a:gd name="connsiteY25" fmla="*/ 74692 h 250890"/>
                <a:gd name="connsiteX26" fmla="*/ 94031 w 262086"/>
                <a:gd name="connsiteY26" fmla="*/ 74692 h 250890"/>
                <a:gd name="connsiteX27" fmla="*/ 92114 w 262086"/>
                <a:gd name="connsiteY27" fmla="*/ 74692 h 250890"/>
                <a:gd name="connsiteX28" fmla="*/ 32687 w 262086"/>
                <a:gd name="connsiteY28" fmla="*/ 64478 h 250890"/>
                <a:gd name="connsiteX29" fmla="*/ 32048 w 262086"/>
                <a:gd name="connsiteY29" fmla="*/ 64478 h 250890"/>
                <a:gd name="connsiteX30" fmla="*/ 22463 w 262086"/>
                <a:gd name="connsiteY30" fmla="*/ 51072 h 250890"/>
                <a:gd name="connsiteX31" fmla="*/ 13517 w 262086"/>
                <a:gd name="connsiteY31" fmla="*/ 49795 h 250890"/>
                <a:gd name="connsiteX32" fmla="*/ 12239 w 262086"/>
                <a:gd name="connsiteY32" fmla="*/ 58732 h 250890"/>
                <a:gd name="connsiteX33" fmla="*/ 17351 w 262086"/>
                <a:gd name="connsiteY33" fmla="*/ 65755 h 250890"/>
                <a:gd name="connsiteX34" fmla="*/ 5210 w 262086"/>
                <a:gd name="connsiteY34" fmla="*/ 67670 h 250890"/>
                <a:gd name="connsiteX35" fmla="*/ 99 w 262086"/>
                <a:gd name="connsiteY35" fmla="*/ 74692 h 250890"/>
                <a:gd name="connsiteX36" fmla="*/ 6489 w 262086"/>
                <a:gd name="connsiteY36" fmla="*/ 79800 h 250890"/>
                <a:gd name="connsiteX37" fmla="*/ 7766 w 262086"/>
                <a:gd name="connsiteY37" fmla="*/ 79800 h 250890"/>
                <a:gd name="connsiteX38" fmla="*/ 19907 w 262086"/>
                <a:gd name="connsiteY38" fmla="*/ 77884 h 250890"/>
                <a:gd name="connsiteX39" fmla="*/ 32687 w 262086"/>
                <a:gd name="connsiteY39" fmla="*/ 195988 h 250890"/>
                <a:gd name="connsiteX40" fmla="*/ 35882 w 262086"/>
                <a:gd name="connsiteY40" fmla="*/ 196627 h 250890"/>
                <a:gd name="connsiteX41" fmla="*/ 41633 w 262086"/>
                <a:gd name="connsiteY41" fmla="*/ 193435 h 250890"/>
                <a:gd name="connsiteX42" fmla="*/ 60164 w 262086"/>
                <a:gd name="connsiteY42" fmla="*/ 162792 h 250890"/>
                <a:gd name="connsiteX43" fmla="*/ 69749 w 262086"/>
                <a:gd name="connsiteY43" fmla="*/ 176836 h 250890"/>
                <a:gd name="connsiteX44" fmla="*/ 74222 w 262086"/>
                <a:gd name="connsiteY44" fmla="*/ 179390 h 250890"/>
                <a:gd name="connsiteX45" fmla="*/ 79334 w 262086"/>
                <a:gd name="connsiteY45" fmla="*/ 177475 h 250890"/>
                <a:gd name="connsiteX46" fmla="*/ 93392 w 262086"/>
                <a:gd name="connsiteY46" fmla="*/ 163430 h 250890"/>
                <a:gd name="connsiteX47" fmla="*/ 114478 w 262086"/>
                <a:gd name="connsiteY47" fmla="*/ 183220 h 250890"/>
                <a:gd name="connsiteX48" fmla="*/ 97226 w 262086"/>
                <a:gd name="connsiteY48" fmla="*/ 200457 h 250890"/>
                <a:gd name="connsiteX49" fmla="*/ 62081 w 262086"/>
                <a:gd name="connsiteY49" fmla="*/ 200457 h 250890"/>
                <a:gd name="connsiteX50" fmla="*/ 55691 w 262086"/>
                <a:gd name="connsiteY50" fmla="*/ 206841 h 250890"/>
                <a:gd name="connsiteX51" fmla="*/ 62081 w 262086"/>
                <a:gd name="connsiteY51" fmla="*/ 213225 h 250890"/>
                <a:gd name="connsiteX52" fmla="*/ 84446 w 262086"/>
                <a:gd name="connsiteY52" fmla="*/ 213225 h 250890"/>
                <a:gd name="connsiteX53" fmla="*/ 68471 w 262086"/>
                <a:gd name="connsiteY53" fmla="*/ 229185 h 250890"/>
                <a:gd name="connsiteX54" fmla="*/ 68471 w 262086"/>
                <a:gd name="connsiteY54" fmla="*/ 238122 h 250890"/>
                <a:gd name="connsiteX55" fmla="*/ 72944 w 262086"/>
                <a:gd name="connsiteY55" fmla="*/ 240038 h 250890"/>
                <a:gd name="connsiteX56" fmla="*/ 77417 w 262086"/>
                <a:gd name="connsiteY56" fmla="*/ 238122 h 250890"/>
                <a:gd name="connsiteX57" fmla="*/ 93392 w 262086"/>
                <a:gd name="connsiteY57" fmla="*/ 222163 h 250890"/>
                <a:gd name="connsiteX58" fmla="*/ 93392 w 262086"/>
                <a:gd name="connsiteY58" fmla="*/ 244506 h 250890"/>
                <a:gd name="connsiteX59" fmla="*/ 99781 w 262086"/>
                <a:gd name="connsiteY59" fmla="*/ 250890 h 250890"/>
                <a:gd name="connsiteX60" fmla="*/ 106171 w 262086"/>
                <a:gd name="connsiteY60" fmla="*/ 244506 h 250890"/>
                <a:gd name="connsiteX61" fmla="*/ 106171 w 262086"/>
                <a:gd name="connsiteY61" fmla="*/ 209395 h 250890"/>
                <a:gd name="connsiteX62" fmla="*/ 122785 w 262086"/>
                <a:gd name="connsiteY62" fmla="*/ 192796 h 250890"/>
                <a:gd name="connsiteX63" fmla="*/ 124702 w 262086"/>
                <a:gd name="connsiteY63" fmla="*/ 198542 h 250890"/>
                <a:gd name="connsiteX64" fmla="*/ 131092 w 262086"/>
                <a:gd name="connsiteY64" fmla="*/ 203011 h 250890"/>
                <a:gd name="connsiteX65" fmla="*/ 137482 w 262086"/>
                <a:gd name="connsiteY65" fmla="*/ 198542 h 250890"/>
                <a:gd name="connsiteX66" fmla="*/ 139399 w 262086"/>
                <a:gd name="connsiteY66" fmla="*/ 193435 h 250890"/>
                <a:gd name="connsiteX67" fmla="*/ 156652 w 262086"/>
                <a:gd name="connsiteY67" fmla="*/ 210033 h 250890"/>
                <a:gd name="connsiteX68" fmla="*/ 156652 w 262086"/>
                <a:gd name="connsiteY68" fmla="*/ 244506 h 250890"/>
                <a:gd name="connsiteX69" fmla="*/ 163042 w 262086"/>
                <a:gd name="connsiteY69" fmla="*/ 250890 h 250890"/>
                <a:gd name="connsiteX70" fmla="*/ 169432 w 262086"/>
                <a:gd name="connsiteY70" fmla="*/ 244506 h 250890"/>
                <a:gd name="connsiteX71" fmla="*/ 169432 w 262086"/>
                <a:gd name="connsiteY71" fmla="*/ 222801 h 250890"/>
                <a:gd name="connsiteX72" fmla="*/ 185407 w 262086"/>
                <a:gd name="connsiteY72" fmla="*/ 238122 h 250890"/>
                <a:gd name="connsiteX73" fmla="*/ 189880 w 262086"/>
                <a:gd name="connsiteY73" fmla="*/ 240038 h 250890"/>
                <a:gd name="connsiteX74" fmla="*/ 194353 w 262086"/>
                <a:gd name="connsiteY74" fmla="*/ 238122 h 250890"/>
                <a:gd name="connsiteX75" fmla="*/ 194353 w 262086"/>
                <a:gd name="connsiteY75" fmla="*/ 229185 h 250890"/>
                <a:gd name="connsiteX76" fmla="*/ 178378 w 262086"/>
                <a:gd name="connsiteY76" fmla="*/ 213225 h 250890"/>
                <a:gd name="connsiteX77" fmla="*/ 200743 w 262086"/>
                <a:gd name="connsiteY77" fmla="*/ 213225 h 250890"/>
                <a:gd name="connsiteX78" fmla="*/ 207133 w 262086"/>
                <a:gd name="connsiteY78" fmla="*/ 206841 h 250890"/>
                <a:gd name="connsiteX79" fmla="*/ 200743 w 262086"/>
                <a:gd name="connsiteY79" fmla="*/ 200457 h 250890"/>
                <a:gd name="connsiteX80" fmla="*/ 165598 w 262086"/>
                <a:gd name="connsiteY80" fmla="*/ 200457 h 250890"/>
                <a:gd name="connsiteX81" fmla="*/ 148345 w 262086"/>
                <a:gd name="connsiteY81" fmla="*/ 183220 h 250890"/>
                <a:gd name="connsiteX82" fmla="*/ 168793 w 262086"/>
                <a:gd name="connsiteY82" fmla="*/ 164068 h 250890"/>
                <a:gd name="connsiteX83" fmla="*/ 182851 w 262086"/>
                <a:gd name="connsiteY83" fmla="*/ 178113 h 250890"/>
                <a:gd name="connsiteX84" fmla="*/ 187963 w 262086"/>
                <a:gd name="connsiteY84" fmla="*/ 180028 h 250890"/>
                <a:gd name="connsiteX85" fmla="*/ 192436 w 262086"/>
                <a:gd name="connsiteY85" fmla="*/ 177475 h 250890"/>
                <a:gd name="connsiteX86" fmla="*/ 202020 w 262086"/>
                <a:gd name="connsiteY86" fmla="*/ 163430 h 250890"/>
                <a:gd name="connsiteX87" fmla="*/ 220551 w 262086"/>
                <a:gd name="connsiteY87" fmla="*/ 194073 h 250890"/>
                <a:gd name="connsiteX88" fmla="*/ 226302 w 262086"/>
                <a:gd name="connsiteY88" fmla="*/ 197265 h 250890"/>
                <a:gd name="connsiteX89" fmla="*/ 229497 w 262086"/>
                <a:gd name="connsiteY89" fmla="*/ 196627 h 250890"/>
                <a:gd name="connsiteX90" fmla="*/ 242277 w 262086"/>
                <a:gd name="connsiteY90" fmla="*/ 78523 h 250890"/>
                <a:gd name="connsiteX91" fmla="*/ 254418 w 262086"/>
                <a:gd name="connsiteY91" fmla="*/ 80438 h 250890"/>
                <a:gd name="connsiteX92" fmla="*/ 255696 w 262086"/>
                <a:gd name="connsiteY92" fmla="*/ 80438 h 250890"/>
                <a:gd name="connsiteX93" fmla="*/ 262086 w 262086"/>
                <a:gd name="connsiteY93" fmla="*/ 75331 h 250890"/>
                <a:gd name="connsiteX94" fmla="*/ 253779 w 262086"/>
                <a:gd name="connsiteY94" fmla="*/ 68947 h 250890"/>
                <a:gd name="connsiteX95" fmla="*/ 63998 w 262086"/>
                <a:gd name="connsiteY95" fmla="*/ 52987 h 250890"/>
                <a:gd name="connsiteX96" fmla="*/ 145789 w 262086"/>
                <a:gd name="connsiteY96" fmla="*/ 25536 h 250890"/>
                <a:gd name="connsiteX97" fmla="*/ 149623 w 262086"/>
                <a:gd name="connsiteY97" fmla="*/ 25536 h 250890"/>
                <a:gd name="connsiteX98" fmla="*/ 182851 w 262086"/>
                <a:gd name="connsiteY98" fmla="*/ 16598 h 250890"/>
                <a:gd name="connsiteX99" fmla="*/ 159208 w 262086"/>
                <a:gd name="connsiteY99" fmla="*/ 31920 h 250890"/>
                <a:gd name="connsiteX100" fmla="*/ 156013 w 262086"/>
                <a:gd name="connsiteY100" fmla="*/ 35112 h 250890"/>
                <a:gd name="connsiteX101" fmla="*/ 63998 w 262086"/>
                <a:gd name="connsiteY101" fmla="*/ 52987 h 250890"/>
                <a:gd name="connsiteX102" fmla="*/ 156652 w 262086"/>
                <a:gd name="connsiteY102" fmla="*/ 88737 h 250890"/>
                <a:gd name="connsiteX103" fmla="*/ 129175 w 262086"/>
                <a:gd name="connsiteY103" fmla="*/ 177475 h 250890"/>
                <a:gd name="connsiteX104" fmla="*/ 101699 w 262086"/>
                <a:gd name="connsiteY104" fmla="*/ 88737 h 250890"/>
                <a:gd name="connsiteX105" fmla="*/ 156652 w 262086"/>
                <a:gd name="connsiteY105" fmla="*/ 88737 h 250890"/>
                <a:gd name="connsiteX106" fmla="*/ 87002 w 262086"/>
                <a:gd name="connsiteY106" fmla="*/ 153216 h 250890"/>
                <a:gd name="connsiteX107" fmla="*/ 74222 w 262086"/>
                <a:gd name="connsiteY107" fmla="*/ 165984 h 250890"/>
                <a:gd name="connsiteX108" fmla="*/ 63359 w 262086"/>
                <a:gd name="connsiteY108" fmla="*/ 150024 h 250890"/>
                <a:gd name="connsiteX109" fmla="*/ 57608 w 262086"/>
                <a:gd name="connsiteY109" fmla="*/ 147470 h 250890"/>
                <a:gd name="connsiteX110" fmla="*/ 52496 w 262086"/>
                <a:gd name="connsiteY110" fmla="*/ 150662 h 250890"/>
                <a:gd name="connsiteX111" fmla="*/ 33326 w 262086"/>
                <a:gd name="connsiteY111" fmla="*/ 183220 h 250890"/>
                <a:gd name="connsiteX112" fmla="*/ 32048 w 262086"/>
                <a:gd name="connsiteY112" fmla="*/ 82353 h 250890"/>
                <a:gd name="connsiteX113" fmla="*/ 89558 w 262086"/>
                <a:gd name="connsiteY113" fmla="*/ 91291 h 250890"/>
                <a:gd name="connsiteX114" fmla="*/ 113839 w 262086"/>
                <a:gd name="connsiteY114" fmla="*/ 170452 h 250890"/>
                <a:gd name="connsiteX115" fmla="*/ 96586 w 262086"/>
                <a:gd name="connsiteY115" fmla="*/ 153854 h 250890"/>
                <a:gd name="connsiteX116" fmla="*/ 87002 w 262086"/>
                <a:gd name="connsiteY116" fmla="*/ 153216 h 250890"/>
                <a:gd name="connsiteX117" fmla="*/ 225024 w 262086"/>
                <a:gd name="connsiteY117" fmla="*/ 182582 h 250890"/>
                <a:gd name="connsiteX118" fmla="*/ 205854 w 262086"/>
                <a:gd name="connsiteY118" fmla="*/ 150024 h 250890"/>
                <a:gd name="connsiteX119" fmla="*/ 200743 w 262086"/>
                <a:gd name="connsiteY119" fmla="*/ 146832 h 250890"/>
                <a:gd name="connsiteX120" fmla="*/ 194992 w 262086"/>
                <a:gd name="connsiteY120" fmla="*/ 149385 h 250890"/>
                <a:gd name="connsiteX121" fmla="*/ 184129 w 262086"/>
                <a:gd name="connsiteY121" fmla="*/ 165345 h 250890"/>
                <a:gd name="connsiteX122" fmla="*/ 171349 w 262086"/>
                <a:gd name="connsiteY122" fmla="*/ 152577 h 250890"/>
                <a:gd name="connsiteX123" fmla="*/ 162403 w 262086"/>
                <a:gd name="connsiteY123" fmla="*/ 152577 h 250890"/>
                <a:gd name="connsiteX124" fmla="*/ 145789 w 262086"/>
                <a:gd name="connsiteY124" fmla="*/ 167899 h 250890"/>
                <a:gd name="connsiteX125" fmla="*/ 170071 w 262086"/>
                <a:gd name="connsiteY125" fmla="*/ 89376 h 250890"/>
                <a:gd name="connsiteX126" fmla="*/ 226941 w 262086"/>
                <a:gd name="connsiteY126" fmla="*/ 80438 h 250890"/>
                <a:gd name="connsiteX127" fmla="*/ 225024 w 262086"/>
                <a:gd name="connsiteY127" fmla="*/ 182582 h 250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262086" h="250890">
                  <a:moveTo>
                    <a:pt x="253779" y="68947"/>
                  </a:moveTo>
                  <a:lnTo>
                    <a:pt x="241638" y="67032"/>
                  </a:lnTo>
                  <a:lnTo>
                    <a:pt x="246750" y="60009"/>
                  </a:lnTo>
                  <a:cubicBezTo>
                    <a:pt x="248667" y="57456"/>
                    <a:pt x="248028" y="52987"/>
                    <a:pt x="245472" y="51072"/>
                  </a:cubicBezTo>
                  <a:cubicBezTo>
                    <a:pt x="242916" y="49156"/>
                    <a:pt x="238443" y="49795"/>
                    <a:pt x="236526" y="52348"/>
                  </a:cubicBezTo>
                  <a:lnTo>
                    <a:pt x="226941" y="65755"/>
                  </a:lnTo>
                  <a:cubicBezTo>
                    <a:pt x="226941" y="65755"/>
                    <a:pt x="226941" y="65755"/>
                    <a:pt x="226302" y="65755"/>
                  </a:cubicBezTo>
                  <a:cubicBezTo>
                    <a:pt x="226302" y="65755"/>
                    <a:pt x="200104" y="85545"/>
                    <a:pt x="168154" y="75969"/>
                  </a:cubicBezTo>
                  <a:lnTo>
                    <a:pt x="168154" y="75969"/>
                  </a:lnTo>
                  <a:cubicBezTo>
                    <a:pt x="167515" y="75969"/>
                    <a:pt x="167515" y="75969"/>
                    <a:pt x="166876" y="75331"/>
                  </a:cubicBezTo>
                  <a:lnTo>
                    <a:pt x="166876" y="75331"/>
                  </a:lnTo>
                  <a:cubicBezTo>
                    <a:pt x="166237" y="75331"/>
                    <a:pt x="166237" y="74692"/>
                    <a:pt x="165598" y="74692"/>
                  </a:cubicBezTo>
                  <a:lnTo>
                    <a:pt x="132370" y="74692"/>
                  </a:lnTo>
                  <a:cubicBezTo>
                    <a:pt x="131092" y="70862"/>
                    <a:pt x="129814" y="66393"/>
                    <a:pt x="130453" y="62563"/>
                  </a:cubicBezTo>
                  <a:cubicBezTo>
                    <a:pt x="153457" y="56817"/>
                    <a:pt x="163042" y="47241"/>
                    <a:pt x="166237" y="42134"/>
                  </a:cubicBezTo>
                  <a:cubicBezTo>
                    <a:pt x="200743" y="28089"/>
                    <a:pt x="200104" y="7022"/>
                    <a:pt x="199465" y="5745"/>
                  </a:cubicBezTo>
                  <a:cubicBezTo>
                    <a:pt x="199465" y="3830"/>
                    <a:pt x="198187" y="1915"/>
                    <a:pt x="196909" y="1276"/>
                  </a:cubicBezTo>
                  <a:cubicBezTo>
                    <a:pt x="195631" y="0"/>
                    <a:pt x="193714" y="0"/>
                    <a:pt x="191797" y="0"/>
                  </a:cubicBezTo>
                  <a:lnTo>
                    <a:pt x="148984" y="11491"/>
                  </a:lnTo>
                  <a:cubicBezTo>
                    <a:pt x="118312" y="3192"/>
                    <a:pt x="49940" y="45326"/>
                    <a:pt x="42272" y="50433"/>
                  </a:cubicBezTo>
                  <a:cubicBezTo>
                    <a:pt x="39716" y="51710"/>
                    <a:pt x="39077" y="54264"/>
                    <a:pt x="39716" y="57456"/>
                  </a:cubicBezTo>
                  <a:cubicBezTo>
                    <a:pt x="40355" y="60009"/>
                    <a:pt x="42272" y="61924"/>
                    <a:pt x="44828" y="62563"/>
                  </a:cubicBezTo>
                  <a:cubicBezTo>
                    <a:pt x="63359" y="65116"/>
                    <a:pt x="79334" y="66393"/>
                    <a:pt x="92753" y="66393"/>
                  </a:cubicBezTo>
                  <a:cubicBezTo>
                    <a:pt x="102338" y="66393"/>
                    <a:pt x="110644" y="65755"/>
                    <a:pt x="118312" y="65116"/>
                  </a:cubicBezTo>
                  <a:cubicBezTo>
                    <a:pt x="118312" y="68308"/>
                    <a:pt x="118951" y="72139"/>
                    <a:pt x="119590" y="74692"/>
                  </a:cubicBezTo>
                  <a:lnTo>
                    <a:pt x="94670" y="74692"/>
                  </a:lnTo>
                  <a:lnTo>
                    <a:pt x="94031" y="74692"/>
                  </a:lnTo>
                  <a:cubicBezTo>
                    <a:pt x="93392" y="74692"/>
                    <a:pt x="92753" y="74692"/>
                    <a:pt x="92114" y="74692"/>
                  </a:cubicBezTo>
                  <a:cubicBezTo>
                    <a:pt x="59525" y="84907"/>
                    <a:pt x="32687" y="65116"/>
                    <a:pt x="32687" y="64478"/>
                  </a:cubicBezTo>
                  <a:cubicBezTo>
                    <a:pt x="32687" y="64478"/>
                    <a:pt x="32687" y="64478"/>
                    <a:pt x="32048" y="64478"/>
                  </a:cubicBezTo>
                  <a:lnTo>
                    <a:pt x="22463" y="51072"/>
                  </a:lnTo>
                  <a:cubicBezTo>
                    <a:pt x="20546" y="48518"/>
                    <a:pt x="16712" y="47880"/>
                    <a:pt x="13517" y="49795"/>
                  </a:cubicBezTo>
                  <a:cubicBezTo>
                    <a:pt x="10961" y="51710"/>
                    <a:pt x="10322" y="56179"/>
                    <a:pt x="12239" y="58732"/>
                  </a:cubicBezTo>
                  <a:lnTo>
                    <a:pt x="17351" y="65755"/>
                  </a:lnTo>
                  <a:lnTo>
                    <a:pt x="5210" y="67670"/>
                  </a:lnTo>
                  <a:cubicBezTo>
                    <a:pt x="2015" y="68308"/>
                    <a:pt x="-540" y="71500"/>
                    <a:pt x="99" y="74692"/>
                  </a:cubicBezTo>
                  <a:cubicBezTo>
                    <a:pt x="737" y="77884"/>
                    <a:pt x="3294" y="79800"/>
                    <a:pt x="6489" y="79800"/>
                  </a:cubicBezTo>
                  <a:cubicBezTo>
                    <a:pt x="7127" y="79800"/>
                    <a:pt x="7127" y="79800"/>
                    <a:pt x="7766" y="79800"/>
                  </a:cubicBezTo>
                  <a:lnTo>
                    <a:pt x="19907" y="77884"/>
                  </a:lnTo>
                  <a:cubicBezTo>
                    <a:pt x="-5653" y="174921"/>
                    <a:pt x="31409" y="195350"/>
                    <a:pt x="32687" y="195988"/>
                  </a:cubicBezTo>
                  <a:cubicBezTo>
                    <a:pt x="33326" y="196627"/>
                    <a:pt x="34604" y="196627"/>
                    <a:pt x="35882" y="196627"/>
                  </a:cubicBezTo>
                  <a:cubicBezTo>
                    <a:pt x="37799" y="196627"/>
                    <a:pt x="40355" y="195350"/>
                    <a:pt x="41633" y="193435"/>
                  </a:cubicBezTo>
                  <a:lnTo>
                    <a:pt x="60164" y="162792"/>
                  </a:lnTo>
                  <a:lnTo>
                    <a:pt x="69749" y="176836"/>
                  </a:lnTo>
                  <a:cubicBezTo>
                    <a:pt x="71027" y="178113"/>
                    <a:pt x="72305" y="179390"/>
                    <a:pt x="74222" y="179390"/>
                  </a:cubicBezTo>
                  <a:cubicBezTo>
                    <a:pt x="76139" y="179390"/>
                    <a:pt x="78056" y="178752"/>
                    <a:pt x="79334" y="177475"/>
                  </a:cubicBezTo>
                  <a:lnTo>
                    <a:pt x="93392" y="163430"/>
                  </a:lnTo>
                  <a:lnTo>
                    <a:pt x="114478" y="183220"/>
                  </a:lnTo>
                  <a:lnTo>
                    <a:pt x="97226" y="200457"/>
                  </a:lnTo>
                  <a:lnTo>
                    <a:pt x="62081" y="200457"/>
                  </a:lnTo>
                  <a:cubicBezTo>
                    <a:pt x="58247" y="200457"/>
                    <a:pt x="55691" y="203011"/>
                    <a:pt x="55691" y="206841"/>
                  </a:cubicBezTo>
                  <a:cubicBezTo>
                    <a:pt x="55691" y="210671"/>
                    <a:pt x="58247" y="213225"/>
                    <a:pt x="62081" y="213225"/>
                  </a:cubicBezTo>
                  <a:lnTo>
                    <a:pt x="84446" y="213225"/>
                  </a:lnTo>
                  <a:lnTo>
                    <a:pt x="68471" y="229185"/>
                  </a:lnTo>
                  <a:cubicBezTo>
                    <a:pt x="65915" y="231738"/>
                    <a:pt x="65915" y="235569"/>
                    <a:pt x="68471" y="238122"/>
                  </a:cubicBezTo>
                  <a:cubicBezTo>
                    <a:pt x="69749" y="239399"/>
                    <a:pt x="71666" y="240038"/>
                    <a:pt x="72944" y="240038"/>
                  </a:cubicBezTo>
                  <a:cubicBezTo>
                    <a:pt x="74861" y="240038"/>
                    <a:pt x="76139" y="239399"/>
                    <a:pt x="77417" y="238122"/>
                  </a:cubicBezTo>
                  <a:lnTo>
                    <a:pt x="93392" y="222163"/>
                  </a:lnTo>
                  <a:lnTo>
                    <a:pt x="93392" y="244506"/>
                  </a:lnTo>
                  <a:cubicBezTo>
                    <a:pt x="93392" y="248337"/>
                    <a:pt x="95948" y="250890"/>
                    <a:pt x="99781" y="250890"/>
                  </a:cubicBezTo>
                  <a:cubicBezTo>
                    <a:pt x="103615" y="250890"/>
                    <a:pt x="106171" y="248337"/>
                    <a:pt x="106171" y="244506"/>
                  </a:cubicBezTo>
                  <a:lnTo>
                    <a:pt x="106171" y="209395"/>
                  </a:lnTo>
                  <a:lnTo>
                    <a:pt x="122785" y="192796"/>
                  </a:lnTo>
                  <a:lnTo>
                    <a:pt x="124702" y="198542"/>
                  </a:lnTo>
                  <a:cubicBezTo>
                    <a:pt x="125341" y="201095"/>
                    <a:pt x="127897" y="203011"/>
                    <a:pt x="131092" y="203011"/>
                  </a:cubicBezTo>
                  <a:cubicBezTo>
                    <a:pt x="134287" y="203011"/>
                    <a:pt x="136204" y="201095"/>
                    <a:pt x="137482" y="198542"/>
                  </a:cubicBezTo>
                  <a:lnTo>
                    <a:pt x="139399" y="193435"/>
                  </a:lnTo>
                  <a:lnTo>
                    <a:pt x="156652" y="210033"/>
                  </a:lnTo>
                  <a:lnTo>
                    <a:pt x="156652" y="244506"/>
                  </a:lnTo>
                  <a:cubicBezTo>
                    <a:pt x="156652" y="248337"/>
                    <a:pt x="159208" y="250890"/>
                    <a:pt x="163042" y="250890"/>
                  </a:cubicBezTo>
                  <a:cubicBezTo>
                    <a:pt x="166876" y="250890"/>
                    <a:pt x="169432" y="248337"/>
                    <a:pt x="169432" y="244506"/>
                  </a:cubicBezTo>
                  <a:lnTo>
                    <a:pt x="169432" y="222801"/>
                  </a:lnTo>
                  <a:lnTo>
                    <a:pt x="185407" y="238122"/>
                  </a:lnTo>
                  <a:cubicBezTo>
                    <a:pt x="186685" y="239399"/>
                    <a:pt x="187963" y="240038"/>
                    <a:pt x="189880" y="240038"/>
                  </a:cubicBezTo>
                  <a:cubicBezTo>
                    <a:pt x="191797" y="240038"/>
                    <a:pt x="193075" y="239399"/>
                    <a:pt x="194353" y="238122"/>
                  </a:cubicBezTo>
                  <a:cubicBezTo>
                    <a:pt x="196909" y="235569"/>
                    <a:pt x="196909" y="231738"/>
                    <a:pt x="194353" y="229185"/>
                  </a:cubicBezTo>
                  <a:lnTo>
                    <a:pt x="178378" y="213225"/>
                  </a:lnTo>
                  <a:lnTo>
                    <a:pt x="200743" y="213225"/>
                  </a:lnTo>
                  <a:cubicBezTo>
                    <a:pt x="204577" y="213225"/>
                    <a:pt x="207133" y="210671"/>
                    <a:pt x="207133" y="206841"/>
                  </a:cubicBezTo>
                  <a:cubicBezTo>
                    <a:pt x="207133" y="203011"/>
                    <a:pt x="204577" y="200457"/>
                    <a:pt x="200743" y="200457"/>
                  </a:cubicBezTo>
                  <a:lnTo>
                    <a:pt x="165598" y="200457"/>
                  </a:lnTo>
                  <a:lnTo>
                    <a:pt x="148345" y="183220"/>
                  </a:lnTo>
                  <a:lnTo>
                    <a:pt x="168793" y="164068"/>
                  </a:lnTo>
                  <a:lnTo>
                    <a:pt x="182851" y="178113"/>
                  </a:lnTo>
                  <a:cubicBezTo>
                    <a:pt x="184129" y="179390"/>
                    <a:pt x="186046" y="180028"/>
                    <a:pt x="187963" y="180028"/>
                  </a:cubicBezTo>
                  <a:cubicBezTo>
                    <a:pt x="189880" y="180028"/>
                    <a:pt x="191797" y="178752"/>
                    <a:pt x="192436" y="177475"/>
                  </a:cubicBezTo>
                  <a:lnTo>
                    <a:pt x="202020" y="163430"/>
                  </a:lnTo>
                  <a:lnTo>
                    <a:pt x="220551" y="194073"/>
                  </a:lnTo>
                  <a:cubicBezTo>
                    <a:pt x="221829" y="195988"/>
                    <a:pt x="223746" y="197265"/>
                    <a:pt x="226302" y="197265"/>
                  </a:cubicBezTo>
                  <a:cubicBezTo>
                    <a:pt x="227580" y="197265"/>
                    <a:pt x="228219" y="197265"/>
                    <a:pt x="229497" y="196627"/>
                  </a:cubicBezTo>
                  <a:cubicBezTo>
                    <a:pt x="231414" y="195988"/>
                    <a:pt x="267837" y="175560"/>
                    <a:pt x="242277" y="78523"/>
                  </a:cubicBezTo>
                  <a:lnTo>
                    <a:pt x="254418" y="80438"/>
                  </a:lnTo>
                  <a:cubicBezTo>
                    <a:pt x="255057" y="80438"/>
                    <a:pt x="255057" y="80438"/>
                    <a:pt x="255696" y="80438"/>
                  </a:cubicBezTo>
                  <a:cubicBezTo>
                    <a:pt x="258891" y="80438"/>
                    <a:pt x="261447" y="77884"/>
                    <a:pt x="262086" y="75331"/>
                  </a:cubicBezTo>
                  <a:cubicBezTo>
                    <a:pt x="259530" y="72777"/>
                    <a:pt x="256974" y="69585"/>
                    <a:pt x="253779" y="68947"/>
                  </a:cubicBezTo>
                  <a:close/>
                  <a:moveTo>
                    <a:pt x="63998" y="52987"/>
                  </a:moveTo>
                  <a:cubicBezTo>
                    <a:pt x="92753" y="37027"/>
                    <a:pt x="131092" y="19790"/>
                    <a:pt x="145789" y="25536"/>
                  </a:cubicBezTo>
                  <a:cubicBezTo>
                    <a:pt x="147067" y="26174"/>
                    <a:pt x="148345" y="26174"/>
                    <a:pt x="149623" y="25536"/>
                  </a:cubicBezTo>
                  <a:lnTo>
                    <a:pt x="182851" y="16598"/>
                  </a:lnTo>
                  <a:cubicBezTo>
                    <a:pt x="179017" y="21067"/>
                    <a:pt x="172627" y="26812"/>
                    <a:pt x="159208" y="31920"/>
                  </a:cubicBezTo>
                  <a:cubicBezTo>
                    <a:pt x="157930" y="32558"/>
                    <a:pt x="156652" y="33835"/>
                    <a:pt x="156013" y="35112"/>
                  </a:cubicBezTo>
                  <a:cubicBezTo>
                    <a:pt x="155374" y="35750"/>
                    <a:pt x="140677" y="61286"/>
                    <a:pt x="63998" y="52987"/>
                  </a:cubicBezTo>
                  <a:close/>
                  <a:moveTo>
                    <a:pt x="156652" y="88737"/>
                  </a:moveTo>
                  <a:lnTo>
                    <a:pt x="129175" y="177475"/>
                  </a:lnTo>
                  <a:lnTo>
                    <a:pt x="101699" y="88737"/>
                  </a:lnTo>
                  <a:lnTo>
                    <a:pt x="156652" y="88737"/>
                  </a:lnTo>
                  <a:close/>
                  <a:moveTo>
                    <a:pt x="87002" y="153216"/>
                  </a:moveTo>
                  <a:lnTo>
                    <a:pt x="74222" y="165984"/>
                  </a:lnTo>
                  <a:lnTo>
                    <a:pt x="63359" y="150024"/>
                  </a:lnTo>
                  <a:cubicBezTo>
                    <a:pt x="62081" y="148108"/>
                    <a:pt x="60164" y="146832"/>
                    <a:pt x="57608" y="147470"/>
                  </a:cubicBezTo>
                  <a:cubicBezTo>
                    <a:pt x="55691" y="147470"/>
                    <a:pt x="53135" y="148747"/>
                    <a:pt x="52496" y="150662"/>
                  </a:cubicBezTo>
                  <a:lnTo>
                    <a:pt x="33326" y="183220"/>
                  </a:lnTo>
                  <a:cubicBezTo>
                    <a:pt x="26297" y="173644"/>
                    <a:pt x="14156" y="147470"/>
                    <a:pt x="32048" y="82353"/>
                  </a:cubicBezTo>
                  <a:cubicBezTo>
                    <a:pt x="42911" y="88099"/>
                    <a:pt x="63998" y="97036"/>
                    <a:pt x="89558" y="91291"/>
                  </a:cubicBezTo>
                  <a:lnTo>
                    <a:pt x="113839" y="170452"/>
                  </a:lnTo>
                  <a:lnTo>
                    <a:pt x="96586" y="153854"/>
                  </a:lnTo>
                  <a:cubicBezTo>
                    <a:pt x="93392" y="150662"/>
                    <a:pt x="89558" y="150662"/>
                    <a:pt x="87002" y="153216"/>
                  </a:cubicBezTo>
                  <a:close/>
                  <a:moveTo>
                    <a:pt x="225024" y="182582"/>
                  </a:moveTo>
                  <a:lnTo>
                    <a:pt x="205854" y="150024"/>
                  </a:lnTo>
                  <a:cubicBezTo>
                    <a:pt x="204577" y="148108"/>
                    <a:pt x="202659" y="146832"/>
                    <a:pt x="200743" y="146832"/>
                  </a:cubicBezTo>
                  <a:cubicBezTo>
                    <a:pt x="198825" y="146832"/>
                    <a:pt x="196270" y="148108"/>
                    <a:pt x="194992" y="149385"/>
                  </a:cubicBezTo>
                  <a:lnTo>
                    <a:pt x="184129" y="165345"/>
                  </a:lnTo>
                  <a:lnTo>
                    <a:pt x="171349" y="152577"/>
                  </a:lnTo>
                  <a:cubicBezTo>
                    <a:pt x="168793" y="150024"/>
                    <a:pt x="164959" y="150024"/>
                    <a:pt x="162403" y="152577"/>
                  </a:cubicBezTo>
                  <a:lnTo>
                    <a:pt x="145789" y="167899"/>
                  </a:lnTo>
                  <a:lnTo>
                    <a:pt x="170071" y="89376"/>
                  </a:lnTo>
                  <a:cubicBezTo>
                    <a:pt x="194992" y="95121"/>
                    <a:pt x="216078" y="86822"/>
                    <a:pt x="226941" y="80438"/>
                  </a:cubicBezTo>
                  <a:cubicBezTo>
                    <a:pt x="244194" y="146832"/>
                    <a:pt x="232053" y="173006"/>
                    <a:pt x="225024" y="182582"/>
                  </a:cubicBezTo>
                  <a:close/>
                </a:path>
              </a:pathLst>
            </a:custGeom>
            <a:solidFill>
              <a:srgbClr val="046A38"/>
            </a:solidFill>
            <a:ln w="6390" cap="flat">
              <a:noFill/>
              <a:prstDash val="solid"/>
              <a:miter/>
            </a:ln>
          </p:spPr>
          <p:txBody>
            <a:bodyPr rtlCol="0" anchor="ctr"/>
            <a:lstStyle/>
            <a:p>
              <a:endParaRPr lang="en-US"/>
            </a:p>
          </p:txBody>
        </p:sp>
      </p:grpSp>
      <p:grpSp>
        <p:nvGrpSpPr>
          <p:cNvPr id="632" name="Graphic 6">
            <a:extLst>
              <a:ext uri="{FF2B5EF4-FFF2-40B4-BE49-F238E27FC236}">
                <a16:creationId xmlns:a16="http://schemas.microsoft.com/office/drawing/2014/main" id="{C2E13A08-FC77-3D46-97BF-4758F45554A7}"/>
              </a:ext>
            </a:extLst>
          </p:cNvPr>
          <p:cNvGrpSpPr/>
          <p:nvPr/>
        </p:nvGrpSpPr>
        <p:grpSpPr>
          <a:xfrm>
            <a:off x="2998797" y="4306797"/>
            <a:ext cx="362309" cy="361971"/>
            <a:chOff x="2998797" y="4306797"/>
            <a:chExt cx="362309" cy="361971"/>
          </a:xfrm>
          <a:solidFill>
            <a:srgbClr val="046A38"/>
          </a:solidFill>
        </p:grpSpPr>
        <p:sp>
          <p:nvSpPr>
            <p:cNvPr id="633" name="Graphic 6">
              <a:extLst>
                <a:ext uri="{FF2B5EF4-FFF2-40B4-BE49-F238E27FC236}">
                  <a16:creationId xmlns:a16="http://schemas.microsoft.com/office/drawing/2014/main" id="{40A57977-F165-9A4F-AE29-F3BA63A477EE}"/>
                </a:ext>
              </a:extLst>
            </p:cNvPr>
            <p:cNvSpPr/>
            <p:nvPr/>
          </p:nvSpPr>
          <p:spPr>
            <a:xfrm>
              <a:off x="3153433" y="4449159"/>
              <a:ext cx="54314" cy="88737"/>
            </a:xfrm>
            <a:custGeom>
              <a:avLst/>
              <a:gdLst>
                <a:gd name="connsiteX0" fmla="*/ 54314 w 54314"/>
                <a:gd name="connsiteY0" fmla="*/ 0 h 88737"/>
                <a:gd name="connsiteX1" fmla="*/ 0 w 54314"/>
                <a:gd name="connsiteY1" fmla="*/ 0 h 88737"/>
                <a:gd name="connsiteX2" fmla="*/ 26838 w 54314"/>
                <a:gd name="connsiteY2" fmla="*/ 88738 h 88737"/>
              </a:gdLst>
              <a:ahLst/>
              <a:cxnLst>
                <a:cxn ang="0">
                  <a:pos x="connsiteX0" y="connsiteY0"/>
                </a:cxn>
                <a:cxn ang="0">
                  <a:pos x="connsiteX1" y="connsiteY1"/>
                </a:cxn>
                <a:cxn ang="0">
                  <a:pos x="connsiteX2" y="connsiteY2"/>
                </a:cxn>
              </a:cxnLst>
              <a:rect l="l" t="t" r="r" b="b"/>
              <a:pathLst>
                <a:path w="54314" h="88737">
                  <a:moveTo>
                    <a:pt x="54314" y="0"/>
                  </a:moveTo>
                  <a:lnTo>
                    <a:pt x="0" y="0"/>
                  </a:lnTo>
                  <a:lnTo>
                    <a:pt x="26838" y="88738"/>
                  </a:lnTo>
                  <a:close/>
                </a:path>
              </a:pathLst>
            </a:custGeom>
            <a:solidFill>
              <a:srgbClr val="046A38"/>
            </a:solidFill>
            <a:ln w="6390" cap="flat">
              <a:noFill/>
              <a:prstDash val="solid"/>
              <a:miter/>
            </a:ln>
          </p:spPr>
          <p:txBody>
            <a:bodyPr rtlCol="0" anchor="ctr"/>
            <a:lstStyle/>
            <a:p>
              <a:endParaRPr lang="en-US"/>
            </a:p>
          </p:txBody>
        </p:sp>
        <p:sp>
          <p:nvSpPr>
            <p:cNvPr id="634" name="Graphic 6">
              <a:extLst>
                <a:ext uri="{FF2B5EF4-FFF2-40B4-BE49-F238E27FC236}">
                  <a16:creationId xmlns:a16="http://schemas.microsoft.com/office/drawing/2014/main" id="{47092AF4-9B47-754E-9218-B1A6065B359B}"/>
                </a:ext>
              </a:extLst>
            </p:cNvPr>
            <p:cNvSpPr/>
            <p:nvPr/>
          </p:nvSpPr>
          <p:spPr>
            <a:xfrm>
              <a:off x="3115094" y="4377659"/>
              <a:ext cx="118213" cy="37822"/>
            </a:xfrm>
            <a:custGeom>
              <a:avLst/>
              <a:gdLst>
                <a:gd name="connsiteX0" fmla="*/ 91376 w 118213"/>
                <a:gd name="connsiteY0" fmla="*/ 18514 h 37822"/>
                <a:gd name="connsiteX1" fmla="*/ 94571 w 118213"/>
                <a:gd name="connsiteY1" fmla="*/ 15322 h 37822"/>
                <a:gd name="connsiteX2" fmla="*/ 118214 w 118213"/>
                <a:gd name="connsiteY2" fmla="*/ 0 h 37822"/>
                <a:gd name="connsiteX3" fmla="*/ 85625 w 118213"/>
                <a:gd name="connsiteY3" fmla="*/ 8938 h 37822"/>
                <a:gd name="connsiteX4" fmla="*/ 81791 w 118213"/>
                <a:gd name="connsiteY4" fmla="*/ 8938 h 37822"/>
                <a:gd name="connsiteX5" fmla="*/ 0 w 118213"/>
                <a:gd name="connsiteY5" fmla="*/ 36389 h 37822"/>
                <a:gd name="connsiteX6" fmla="*/ 91376 w 118213"/>
                <a:gd name="connsiteY6" fmla="*/ 18514 h 37822"/>
                <a:gd name="connsiteX7" fmla="*/ 70289 w 118213"/>
                <a:gd name="connsiteY7" fmla="*/ 25536 h 37822"/>
                <a:gd name="connsiteX8" fmla="*/ 63260 w 118213"/>
                <a:gd name="connsiteY8" fmla="*/ 18514 h 37822"/>
                <a:gd name="connsiteX9" fmla="*/ 70289 w 118213"/>
                <a:gd name="connsiteY9" fmla="*/ 11491 h 37822"/>
                <a:gd name="connsiteX10" fmla="*/ 77318 w 118213"/>
                <a:gd name="connsiteY10" fmla="*/ 18514 h 37822"/>
                <a:gd name="connsiteX11" fmla="*/ 70289 w 118213"/>
                <a:gd name="connsiteY11" fmla="*/ 25536 h 3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8213" h="37822">
                  <a:moveTo>
                    <a:pt x="91376" y="18514"/>
                  </a:moveTo>
                  <a:cubicBezTo>
                    <a:pt x="92015" y="17237"/>
                    <a:pt x="93293" y="15960"/>
                    <a:pt x="94571" y="15322"/>
                  </a:cubicBezTo>
                  <a:cubicBezTo>
                    <a:pt x="107351" y="10215"/>
                    <a:pt x="114380" y="4469"/>
                    <a:pt x="118214" y="0"/>
                  </a:cubicBezTo>
                  <a:lnTo>
                    <a:pt x="85625" y="8938"/>
                  </a:lnTo>
                  <a:cubicBezTo>
                    <a:pt x="84347" y="9576"/>
                    <a:pt x="83069" y="8938"/>
                    <a:pt x="81791" y="8938"/>
                  </a:cubicBezTo>
                  <a:cubicBezTo>
                    <a:pt x="67094" y="3831"/>
                    <a:pt x="28755" y="20429"/>
                    <a:pt x="0" y="36389"/>
                  </a:cubicBezTo>
                  <a:cubicBezTo>
                    <a:pt x="76679" y="44050"/>
                    <a:pt x="91376" y="18514"/>
                    <a:pt x="91376" y="18514"/>
                  </a:cubicBezTo>
                  <a:close/>
                  <a:moveTo>
                    <a:pt x="70289" y="25536"/>
                  </a:moveTo>
                  <a:cubicBezTo>
                    <a:pt x="66455" y="25536"/>
                    <a:pt x="63260" y="22344"/>
                    <a:pt x="63260" y="18514"/>
                  </a:cubicBezTo>
                  <a:cubicBezTo>
                    <a:pt x="63260" y="14683"/>
                    <a:pt x="66455" y="11491"/>
                    <a:pt x="70289" y="11491"/>
                  </a:cubicBezTo>
                  <a:cubicBezTo>
                    <a:pt x="74123" y="11491"/>
                    <a:pt x="77318" y="14683"/>
                    <a:pt x="77318" y="18514"/>
                  </a:cubicBezTo>
                  <a:cubicBezTo>
                    <a:pt x="77318" y="22344"/>
                    <a:pt x="74123" y="25536"/>
                    <a:pt x="70289" y="25536"/>
                  </a:cubicBezTo>
                  <a:close/>
                </a:path>
              </a:pathLst>
            </a:custGeom>
            <a:solidFill>
              <a:srgbClr val="046A38"/>
            </a:solidFill>
            <a:ln w="6390" cap="flat">
              <a:noFill/>
              <a:prstDash val="solid"/>
              <a:miter/>
            </a:ln>
          </p:spPr>
          <p:txBody>
            <a:bodyPr rtlCol="0" anchor="ctr"/>
            <a:lstStyle/>
            <a:p>
              <a:endParaRPr lang="en-US"/>
            </a:p>
          </p:txBody>
        </p:sp>
        <p:sp>
          <p:nvSpPr>
            <p:cNvPr id="635" name="Graphic 6">
              <a:extLst>
                <a:ext uri="{FF2B5EF4-FFF2-40B4-BE49-F238E27FC236}">
                  <a16:creationId xmlns:a16="http://schemas.microsoft.com/office/drawing/2014/main" id="{F35608EE-40D3-6C48-BE81-92F20F49938B}"/>
                </a:ext>
              </a:extLst>
            </p:cNvPr>
            <p:cNvSpPr/>
            <p:nvPr/>
          </p:nvSpPr>
          <p:spPr>
            <a:xfrm>
              <a:off x="3073468" y="4441498"/>
              <a:ext cx="90188" cy="100867"/>
            </a:xfrm>
            <a:custGeom>
              <a:avLst/>
              <a:gdLst>
                <a:gd name="connsiteX0" fmla="*/ 66546 w 90188"/>
                <a:gd name="connsiteY0" fmla="*/ 8938 h 100867"/>
                <a:gd name="connsiteX1" fmla="*/ 9037 w 90188"/>
                <a:gd name="connsiteY1" fmla="*/ 0 h 100867"/>
                <a:gd name="connsiteX2" fmla="*/ 10315 w 90188"/>
                <a:gd name="connsiteY2" fmla="*/ 100867 h 100867"/>
                <a:gd name="connsiteX3" fmla="*/ 29485 w 90188"/>
                <a:gd name="connsiteY3" fmla="*/ 68309 h 100867"/>
                <a:gd name="connsiteX4" fmla="*/ 34596 w 90188"/>
                <a:gd name="connsiteY4" fmla="*/ 65117 h 100867"/>
                <a:gd name="connsiteX5" fmla="*/ 40347 w 90188"/>
                <a:gd name="connsiteY5" fmla="*/ 67670 h 100867"/>
                <a:gd name="connsiteX6" fmla="*/ 51210 w 90188"/>
                <a:gd name="connsiteY6" fmla="*/ 83630 h 100867"/>
                <a:gd name="connsiteX7" fmla="*/ 63990 w 90188"/>
                <a:gd name="connsiteY7" fmla="*/ 70862 h 100867"/>
                <a:gd name="connsiteX8" fmla="*/ 72936 w 90188"/>
                <a:gd name="connsiteY8" fmla="*/ 70862 h 100867"/>
                <a:gd name="connsiteX9" fmla="*/ 90189 w 90188"/>
                <a:gd name="connsiteY9" fmla="*/ 87461 h 100867"/>
                <a:gd name="connsiteX10" fmla="*/ 66546 w 90188"/>
                <a:gd name="connsiteY10" fmla="*/ 8938 h 100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188" h="100867">
                  <a:moveTo>
                    <a:pt x="66546" y="8938"/>
                  </a:moveTo>
                  <a:cubicBezTo>
                    <a:pt x="40986" y="14683"/>
                    <a:pt x="19900" y="6384"/>
                    <a:pt x="9037" y="0"/>
                  </a:cubicBezTo>
                  <a:cubicBezTo>
                    <a:pt x="-8216" y="65117"/>
                    <a:pt x="3286" y="91930"/>
                    <a:pt x="10315" y="100867"/>
                  </a:cubicBezTo>
                  <a:lnTo>
                    <a:pt x="29485" y="68309"/>
                  </a:lnTo>
                  <a:cubicBezTo>
                    <a:pt x="30762" y="66394"/>
                    <a:pt x="32680" y="65117"/>
                    <a:pt x="34596" y="65117"/>
                  </a:cubicBezTo>
                  <a:cubicBezTo>
                    <a:pt x="36514" y="65117"/>
                    <a:pt x="39069" y="66394"/>
                    <a:pt x="40347" y="67670"/>
                  </a:cubicBezTo>
                  <a:lnTo>
                    <a:pt x="51210" y="83630"/>
                  </a:lnTo>
                  <a:lnTo>
                    <a:pt x="63990" y="70862"/>
                  </a:lnTo>
                  <a:cubicBezTo>
                    <a:pt x="66546" y="68309"/>
                    <a:pt x="70380" y="68309"/>
                    <a:pt x="72936" y="70862"/>
                  </a:cubicBezTo>
                  <a:lnTo>
                    <a:pt x="90189" y="87461"/>
                  </a:lnTo>
                  <a:lnTo>
                    <a:pt x="66546" y="8938"/>
                  </a:lnTo>
                  <a:close/>
                </a:path>
              </a:pathLst>
            </a:custGeom>
            <a:solidFill>
              <a:srgbClr val="046A38"/>
            </a:solidFill>
            <a:ln w="6390" cap="flat">
              <a:noFill/>
              <a:prstDash val="solid"/>
              <a:miter/>
            </a:ln>
          </p:spPr>
          <p:txBody>
            <a:bodyPr rtlCol="0" anchor="ctr"/>
            <a:lstStyle/>
            <a:p>
              <a:endParaRPr lang="en-US"/>
            </a:p>
          </p:txBody>
        </p:sp>
        <p:sp>
          <p:nvSpPr>
            <p:cNvPr id="636" name="Graphic 6">
              <a:extLst>
                <a:ext uri="{FF2B5EF4-FFF2-40B4-BE49-F238E27FC236}">
                  <a16:creationId xmlns:a16="http://schemas.microsoft.com/office/drawing/2014/main" id="{B9B841BE-C3DF-A145-9ACF-51E4E120DD2C}"/>
                </a:ext>
              </a:extLst>
            </p:cNvPr>
            <p:cNvSpPr/>
            <p:nvPr/>
          </p:nvSpPr>
          <p:spPr>
            <a:xfrm>
              <a:off x="2998797" y="430679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181474 w 362309"/>
                <a:gd name="connsiteY4" fmla="*/ 0 h 361971"/>
                <a:gd name="connsiteX5" fmla="*/ 304800 w 362309"/>
                <a:gd name="connsiteY5" fmla="*/ 135979 h 361971"/>
                <a:gd name="connsiteX6" fmla="*/ 303522 w 362309"/>
                <a:gd name="connsiteY6" fmla="*/ 135979 h 361971"/>
                <a:gd name="connsiteX7" fmla="*/ 291381 w 362309"/>
                <a:gd name="connsiteY7" fmla="*/ 134064 h 361971"/>
                <a:gd name="connsiteX8" fmla="*/ 278602 w 362309"/>
                <a:gd name="connsiteY8" fmla="*/ 252167 h 361971"/>
                <a:gd name="connsiteX9" fmla="*/ 275407 w 362309"/>
                <a:gd name="connsiteY9" fmla="*/ 252806 h 361971"/>
                <a:gd name="connsiteX10" fmla="*/ 269655 w 362309"/>
                <a:gd name="connsiteY10" fmla="*/ 249614 h 361971"/>
                <a:gd name="connsiteX11" fmla="*/ 251125 w 362309"/>
                <a:gd name="connsiteY11" fmla="*/ 218971 h 361971"/>
                <a:gd name="connsiteX12" fmla="*/ 241540 w 362309"/>
                <a:gd name="connsiteY12" fmla="*/ 233015 h 361971"/>
                <a:gd name="connsiteX13" fmla="*/ 237067 w 362309"/>
                <a:gd name="connsiteY13" fmla="*/ 235569 h 361971"/>
                <a:gd name="connsiteX14" fmla="*/ 231955 w 362309"/>
                <a:gd name="connsiteY14" fmla="*/ 233654 h 361971"/>
                <a:gd name="connsiteX15" fmla="*/ 217897 w 362309"/>
                <a:gd name="connsiteY15" fmla="*/ 219609 h 361971"/>
                <a:gd name="connsiteX16" fmla="*/ 197449 w 362309"/>
                <a:gd name="connsiteY16" fmla="*/ 238761 h 361971"/>
                <a:gd name="connsiteX17" fmla="*/ 214702 w 362309"/>
                <a:gd name="connsiteY17" fmla="*/ 255998 h 361971"/>
                <a:gd name="connsiteX18" fmla="*/ 249847 w 362309"/>
                <a:gd name="connsiteY18" fmla="*/ 255998 h 361971"/>
                <a:gd name="connsiteX19" fmla="*/ 256237 w 362309"/>
                <a:gd name="connsiteY19" fmla="*/ 262382 h 361971"/>
                <a:gd name="connsiteX20" fmla="*/ 249847 w 362309"/>
                <a:gd name="connsiteY20" fmla="*/ 268766 h 361971"/>
                <a:gd name="connsiteX21" fmla="*/ 227482 w 362309"/>
                <a:gd name="connsiteY21" fmla="*/ 268766 h 361971"/>
                <a:gd name="connsiteX22" fmla="*/ 243457 w 362309"/>
                <a:gd name="connsiteY22" fmla="*/ 284725 h 361971"/>
                <a:gd name="connsiteX23" fmla="*/ 243457 w 362309"/>
                <a:gd name="connsiteY23" fmla="*/ 293663 h 361971"/>
                <a:gd name="connsiteX24" fmla="*/ 238984 w 362309"/>
                <a:gd name="connsiteY24" fmla="*/ 295578 h 361971"/>
                <a:gd name="connsiteX25" fmla="*/ 234511 w 362309"/>
                <a:gd name="connsiteY25" fmla="*/ 293663 h 361971"/>
                <a:gd name="connsiteX26" fmla="*/ 218536 w 362309"/>
                <a:gd name="connsiteY26" fmla="*/ 278341 h 361971"/>
                <a:gd name="connsiteX27" fmla="*/ 218536 w 362309"/>
                <a:gd name="connsiteY27" fmla="*/ 300047 h 361971"/>
                <a:gd name="connsiteX28" fmla="*/ 212146 w 362309"/>
                <a:gd name="connsiteY28" fmla="*/ 306431 h 361971"/>
                <a:gd name="connsiteX29" fmla="*/ 205756 w 362309"/>
                <a:gd name="connsiteY29" fmla="*/ 300047 h 361971"/>
                <a:gd name="connsiteX30" fmla="*/ 205756 w 362309"/>
                <a:gd name="connsiteY30" fmla="*/ 265574 h 361971"/>
                <a:gd name="connsiteX31" fmla="*/ 188503 w 362309"/>
                <a:gd name="connsiteY31" fmla="*/ 248975 h 361971"/>
                <a:gd name="connsiteX32" fmla="*/ 186586 w 362309"/>
                <a:gd name="connsiteY32" fmla="*/ 254082 h 361971"/>
                <a:gd name="connsiteX33" fmla="*/ 180196 w 362309"/>
                <a:gd name="connsiteY33" fmla="*/ 258551 h 361971"/>
                <a:gd name="connsiteX34" fmla="*/ 173806 w 362309"/>
                <a:gd name="connsiteY34" fmla="*/ 254082 h 361971"/>
                <a:gd name="connsiteX35" fmla="*/ 171889 w 362309"/>
                <a:gd name="connsiteY35" fmla="*/ 248337 h 361971"/>
                <a:gd name="connsiteX36" fmla="*/ 155276 w 362309"/>
                <a:gd name="connsiteY36" fmla="*/ 264935 h 361971"/>
                <a:gd name="connsiteX37" fmla="*/ 155276 w 362309"/>
                <a:gd name="connsiteY37" fmla="*/ 300047 h 361971"/>
                <a:gd name="connsiteX38" fmla="*/ 148886 w 362309"/>
                <a:gd name="connsiteY38" fmla="*/ 306431 h 361971"/>
                <a:gd name="connsiteX39" fmla="*/ 142496 w 362309"/>
                <a:gd name="connsiteY39" fmla="*/ 300047 h 361971"/>
                <a:gd name="connsiteX40" fmla="*/ 142496 w 362309"/>
                <a:gd name="connsiteY40" fmla="*/ 277703 h 361971"/>
                <a:gd name="connsiteX41" fmla="*/ 126521 w 362309"/>
                <a:gd name="connsiteY41" fmla="*/ 293663 h 361971"/>
                <a:gd name="connsiteX42" fmla="*/ 122048 w 362309"/>
                <a:gd name="connsiteY42" fmla="*/ 295578 h 361971"/>
                <a:gd name="connsiteX43" fmla="*/ 117575 w 362309"/>
                <a:gd name="connsiteY43" fmla="*/ 293663 h 361971"/>
                <a:gd name="connsiteX44" fmla="*/ 117575 w 362309"/>
                <a:gd name="connsiteY44" fmla="*/ 284725 h 361971"/>
                <a:gd name="connsiteX45" fmla="*/ 133550 w 362309"/>
                <a:gd name="connsiteY45" fmla="*/ 268766 h 361971"/>
                <a:gd name="connsiteX46" fmla="*/ 111185 w 362309"/>
                <a:gd name="connsiteY46" fmla="*/ 268766 h 361971"/>
                <a:gd name="connsiteX47" fmla="*/ 104795 w 362309"/>
                <a:gd name="connsiteY47" fmla="*/ 262382 h 361971"/>
                <a:gd name="connsiteX48" fmla="*/ 111185 w 362309"/>
                <a:gd name="connsiteY48" fmla="*/ 255998 h 361971"/>
                <a:gd name="connsiteX49" fmla="*/ 146330 w 362309"/>
                <a:gd name="connsiteY49" fmla="*/ 255998 h 361971"/>
                <a:gd name="connsiteX50" fmla="*/ 163582 w 362309"/>
                <a:gd name="connsiteY50" fmla="*/ 238761 h 361971"/>
                <a:gd name="connsiteX51" fmla="*/ 142496 w 362309"/>
                <a:gd name="connsiteY51" fmla="*/ 218971 h 361971"/>
                <a:gd name="connsiteX52" fmla="*/ 128438 w 362309"/>
                <a:gd name="connsiteY52" fmla="*/ 233015 h 361971"/>
                <a:gd name="connsiteX53" fmla="*/ 123326 w 362309"/>
                <a:gd name="connsiteY53" fmla="*/ 234930 h 361971"/>
                <a:gd name="connsiteX54" fmla="*/ 118853 w 362309"/>
                <a:gd name="connsiteY54" fmla="*/ 232377 h 361971"/>
                <a:gd name="connsiteX55" fmla="*/ 109268 w 362309"/>
                <a:gd name="connsiteY55" fmla="*/ 218332 h 361971"/>
                <a:gd name="connsiteX56" fmla="*/ 90737 w 362309"/>
                <a:gd name="connsiteY56" fmla="*/ 248975 h 361971"/>
                <a:gd name="connsiteX57" fmla="*/ 84986 w 362309"/>
                <a:gd name="connsiteY57" fmla="*/ 252167 h 361971"/>
                <a:gd name="connsiteX58" fmla="*/ 81791 w 362309"/>
                <a:gd name="connsiteY58" fmla="*/ 251529 h 361971"/>
                <a:gd name="connsiteX59" fmla="*/ 69011 w 362309"/>
                <a:gd name="connsiteY59" fmla="*/ 133425 h 361971"/>
                <a:gd name="connsiteX60" fmla="*/ 56871 w 362309"/>
                <a:gd name="connsiteY60" fmla="*/ 135341 h 361971"/>
                <a:gd name="connsiteX61" fmla="*/ 55593 w 362309"/>
                <a:gd name="connsiteY61" fmla="*/ 135341 h 361971"/>
                <a:gd name="connsiteX62" fmla="*/ 49203 w 362309"/>
                <a:gd name="connsiteY62" fmla="*/ 130233 h 361971"/>
                <a:gd name="connsiteX63" fmla="*/ 54314 w 362309"/>
                <a:gd name="connsiteY63" fmla="*/ 123211 h 361971"/>
                <a:gd name="connsiteX64" fmla="*/ 66456 w 362309"/>
                <a:gd name="connsiteY64" fmla="*/ 121296 h 361971"/>
                <a:gd name="connsiteX65" fmla="*/ 61343 w 362309"/>
                <a:gd name="connsiteY65" fmla="*/ 114273 h 361971"/>
                <a:gd name="connsiteX66" fmla="*/ 62622 w 362309"/>
                <a:gd name="connsiteY66" fmla="*/ 105336 h 361971"/>
                <a:gd name="connsiteX67" fmla="*/ 71567 w 362309"/>
                <a:gd name="connsiteY67" fmla="*/ 106613 h 361971"/>
                <a:gd name="connsiteX68" fmla="*/ 81152 w 362309"/>
                <a:gd name="connsiteY68" fmla="*/ 120019 h 361971"/>
                <a:gd name="connsiteX69" fmla="*/ 81791 w 362309"/>
                <a:gd name="connsiteY69" fmla="*/ 120019 h 361971"/>
                <a:gd name="connsiteX70" fmla="*/ 141218 w 362309"/>
                <a:gd name="connsiteY70" fmla="*/ 130233 h 361971"/>
                <a:gd name="connsiteX71" fmla="*/ 143135 w 362309"/>
                <a:gd name="connsiteY71" fmla="*/ 130233 h 361971"/>
                <a:gd name="connsiteX72" fmla="*/ 143774 w 362309"/>
                <a:gd name="connsiteY72" fmla="*/ 130233 h 361971"/>
                <a:gd name="connsiteX73" fmla="*/ 168695 w 362309"/>
                <a:gd name="connsiteY73" fmla="*/ 130233 h 361971"/>
                <a:gd name="connsiteX74" fmla="*/ 167416 w 362309"/>
                <a:gd name="connsiteY74" fmla="*/ 120657 h 361971"/>
                <a:gd name="connsiteX75" fmla="*/ 141857 w 362309"/>
                <a:gd name="connsiteY75" fmla="*/ 121934 h 361971"/>
                <a:gd name="connsiteX76" fmla="*/ 93932 w 362309"/>
                <a:gd name="connsiteY76" fmla="*/ 118104 h 361971"/>
                <a:gd name="connsiteX77" fmla="*/ 88820 w 362309"/>
                <a:gd name="connsiteY77" fmla="*/ 112997 h 361971"/>
                <a:gd name="connsiteX78" fmla="*/ 91376 w 362309"/>
                <a:gd name="connsiteY78" fmla="*/ 105974 h 361971"/>
                <a:gd name="connsiteX79" fmla="*/ 198088 w 362309"/>
                <a:gd name="connsiteY79" fmla="*/ 67032 h 361971"/>
                <a:gd name="connsiteX80" fmla="*/ 240901 w 362309"/>
                <a:gd name="connsiteY80" fmla="*/ 55541 h 361971"/>
                <a:gd name="connsiteX81" fmla="*/ 246013 w 362309"/>
                <a:gd name="connsiteY81" fmla="*/ 56818 h 361971"/>
                <a:gd name="connsiteX82" fmla="*/ 248569 w 362309"/>
                <a:gd name="connsiteY82" fmla="*/ 61286 h 361971"/>
                <a:gd name="connsiteX83" fmla="*/ 215341 w 362309"/>
                <a:gd name="connsiteY83" fmla="*/ 97675 h 361971"/>
                <a:gd name="connsiteX84" fmla="*/ 179557 w 362309"/>
                <a:gd name="connsiteY84" fmla="*/ 118104 h 361971"/>
                <a:gd name="connsiteX85" fmla="*/ 181474 w 362309"/>
                <a:gd name="connsiteY85" fmla="*/ 130233 h 361971"/>
                <a:gd name="connsiteX86" fmla="*/ 214702 w 362309"/>
                <a:gd name="connsiteY86" fmla="*/ 130233 h 361971"/>
                <a:gd name="connsiteX87" fmla="*/ 215980 w 362309"/>
                <a:gd name="connsiteY87" fmla="*/ 130872 h 361971"/>
                <a:gd name="connsiteX88" fmla="*/ 215980 w 362309"/>
                <a:gd name="connsiteY88" fmla="*/ 130872 h 361971"/>
                <a:gd name="connsiteX89" fmla="*/ 217258 w 362309"/>
                <a:gd name="connsiteY89" fmla="*/ 130872 h 361971"/>
                <a:gd name="connsiteX90" fmla="*/ 217258 w 362309"/>
                <a:gd name="connsiteY90" fmla="*/ 130872 h 361971"/>
                <a:gd name="connsiteX91" fmla="*/ 275407 w 362309"/>
                <a:gd name="connsiteY91" fmla="*/ 120657 h 361971"/>
                <a:gd name="connsiteX92" fmla="*/ 276045 w 362309"/>
                <a:gd name="connsiteY92" fmla="*/ 120657 h 361971"/>
                <a:gd name="connsiteX93" fmla="*/ 285630 w 362309"/>
                <a:gd name="connsiteY93" fmla="*/ 107251 h 361971"/>
                <a:gd name="connsiteX94" fmla="*/ 294576 w 362309"/>
                <a:gd name="connsiteY94" fmla="*/ 105974 h 361971"/>
                <a:gd name="connsiteX95" fmla="*/ 295854 w 362309"/>
                <a:gd name="connsiteY95" fmla="*/ 114912 h 361971"/>
                <a:gd name="connsiteX96" fmla="*/ 290742 w 362309"/>
                <a:gd name="connsiteY96" fmla="*/ 121934 h 361971"/>
                <a:gd name="connsiteX97" fmla="*/ 302883 w 362309"/>
                <a:gd name="connsiteY97" fmla="*/ 123849 h 361971"/>
                <a:gd name="connsiteX98" fmla="*/ 307995 w 362309"/>
                <a:gd name="connsiteY98" fmla="*/ 130872 h 361971"/>
                <a:gd name="connsiteX99" fmla="*/ 304800 w 362309"/>
                <a:gd name="connsiteY99" fmla="*/ 13597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81077"/>
                    <a:pt x="281157" y="0"/>
                    <a:pt x="181474" y="0"/>
                  </a:cubicBezTo>
                  <a:close/>
                  <a:moveTo>
                    <a:pt x="304800" y="135979"/>
                  </a:moveTo>
                  <a:cubicBezTo>
                    <a:pt x="304161" y="135979"/>
                    <a:pt x="304161" y="135979"/>
                    <a:pt x="303522" y="135979"/>
                  </a:cubicBezTo>
                  <a:lnTo>
                    <a:pt x="291381" y="134064"/>
                  </a:lnTo>
                  <a:cubicBezTo>
                    <a:pt x="316941" y="231100"/>
                    <a:pt x="279879" y="251529"/>
                    <a:pt x="278602" y="252167"/>
                  </a:cubicBezTo>
                  <a:cubicBezTo>
                    <a:pt x="277962" y="252806"/>
                    <a:pt x="276684" y="252806"/>
                    <a:pt x="275407" y="252806"/>
                  </a:cubicBezTo>
                  <a:cubicBezTo>
                    <a:pt x="273489" y="252806"/>
                    <a:pt x="270934" y="251529"/>
                    <a:pt x="269655" y="249614"/>
                  </a:cubicBezTo>
                  <a:lnTo>
                    <a:pt x="251125" y="218971"/>
                  </a:lnTo>
                  <a:lnTo>
                    <a:pt x="241540" y="233015"/>
                  </a:lnTo>
                  <a:cubicBezTo>
                    <a:pt x="240262" y="234292"/>
                    <a:pt x="238984" y="235569"/>
                    <a:pt x="237067" y="235569"/>
                  </a:cubicBezTo>
                  <a:cubicBezTo>
                    <a:pt x="235150" y="235569"/>
                    <a:pt x="233233" y="234930"/>
                    <a:pt x="231955" y="233654"/>
                  </a:cubicBezTo>
                  <a:lnTo>
                    <a:pt x="217897" y="219609"/>
                  </a:lnTo>
                  <a:lnTo>
                    <a:pt x="197449" y="238761"/>
                  </a:lnTo>
                  <a:lnTo>
                    <a:pt x="214702" y="255998"/>
                  </a:lnTo>
                  <a:lnTo>
                    <a:pt x="249847" y="255998"/>
                  </a:lnTo>
                  <a:cubicBezTo>
                    <a:pt x="253681" y="255998"/>
                    <a:pt x="256237" y="258551"/>
                    <a:pt x="256237" y="262382"/>
                  </a:cubicBezTo>
                  <a:cubicBezTo>
                    <a:pt x="256237" y="266212"/>
                    <a:pt x="253681" y="268766"/>
                    <a:pt x="249847" y="268766"/>
                  </a:cubicBezTo>
                  <a:lnTo>
                    <a:pt x="227482" y="268766"/>
                  </a:lnTo>
                  <a:lnTo>
                    <a:pt x="243457" y="284725"/>
                  </a:lnTo>
                  <a:cubicBezTo>
                    <a:pt x="246013" y="287279"/>
                    <a:pt x="246013" y="291109"/>
                    <a:pt x="243457" y="293663"/>
                  </a:cubicBezTo>
                  <a:cubicBezTo>
                    <a:pt x="242179" y="294940"/>
                    <a:pt x="240262" y="295578"/>
                    <a:pt x="238984" y="295578"/>
                  </a:cubicBezTo>
                  <a:cubicBezTo>
                    <a:pt x="237067" y="295578"/>
                    <a:pt x="235789" y="294940"/>
                    <a:pt x="234511" y="293663"/>
                  </a:cubicBezTo>
                  <a:lnTo>
                    <a:pt x="218536" y="278341"/>
                  </a:lnTo>
                  <a:lnTo>
                    <a:pt x="218536" y="300047"/>
                  </a:lnTo>
                  <a:cubicBezTo>
                    <a:pt x="218536" y="303877"/>
                    <a:pt x="215980" y="306431"/>
                    <a:pt x="212146" y="306431"/>
                  </a:cubicBezTo>
                  <a:cubicBezTo>
                    <a:pt x="208312" y="306431"/>
                    <a:pt x="205756" y="303877"/>
                    <a:pt x="205756" y="300047"/>
                  </a:cubicBezTo>
                  <a:lnTo>
                    <a:pt x="205756" y="265574"/>
                  </a:lnTo>
                  <a:lnTo>
                    <a:pt x="188503" y="248975"/>
                  </a:lnTo>
                  <a:lnTo>
                    <a:pt x="186586" y="254082"/>
                  </a:lnTo>
                  <a:cubicBezTo>
                    <a:pt x="185947" y="256636"/>
                    <a:pt x="183391" y="258551"/>
                    <a:pt x="180196" y="258551"/>
                  </a:cubicBezTo>
                  <a:cubicBezTo>
                    <a:pt x="177001" y="258551"/>
                    <a:pt x="175084" y="256636"/>
                    <a:pt x="173806" y="254082"/>
                  </a:cubicBezTo>
                  <a:lnTo>
                    <a:pt x="171889" y="248337"/>
                  </a:lnTo>
                  <a:lnTo>
                    <a:pt x="155276" y="264935"/>
                  </a:lnTo>
                  <a:lnTo>
                    <a:pt x="155276" y="300047"/>
                  </a:lnTo>
                  <a:cubicBezTo>
                    <a:pt x="155276" y="303877"/>
                    <a:pt x="152720" y="306431"/>
                    <a:pt x="148886" y="306431"/>
                  </a:cubicBezTo>
                  <a:cubicBezTo>
                    <a:pt x="145052" y="306431"/>
                    <a:pt x="142496" y="303877"/>
                    <a:pt x="142496" y="300047"/>
                  </a:cubicBezTo>
                  <a:lnTo>
                    <a:pt x="142496" y="277703"/>
                  </a:lnTo>
                  <a:lnTo>
                    <a:pt x="126521" y="293663"/>
                  </a:lnTo>
                  <a:cubicBezTo>
                    <a:pt x="125243" y="294940"/>
                    <a:pt x="123326" y="295578"/>
                    <a:pt x="122048" y="295578"/>
                  </a:cubicBezTo>
                  <a:cubicBezTo>
                    <a:pt x="120131" y="295578"/>
                    <a:pt x="118853" y="294940"/>
                    <a:pt x="117575" y="293663"/>
                  </a:cubicBezTo>
                  <a:cubicBezTo>
                    <a:pt x="115019" y="291109"/>
                    <a:pt x="115019" y="287279"/>
                    <a:pt x="117575" y="284725"/>
                  </a:cubicBezTo>
                  <a:lnTo>
                    <a:pt x="133550" y="268766"/>
                  </a:lnTo>
                  <a:lnTo>
                    <a:pt x="111185" y="268766"/>
                  </a:lnTo>
                  <a:cubicBezTo>
                    <a:pt x="107351" y="268766"/>
                    <a:pt x="104795" y="266212"/>
                    <a:pt x="104795" y="262382"/>
                  </a:cubicBezTo>
                  <a:cubicBezTo>
                    <a:pt x="104795" y="258551"/>
                    <a:pt x="107351" y="255998"/>
                    <a:pt x="111185" y="255998"/>
                  </a:cubicBezTo>
                  <a:lnTo>
                    <a:pt x="146330" y="255998"/>
                  </a:lnTo>
                  <a:lnTo>
                    <a:pt x="163582" y="238761"/>
                  </a:lnTo>
                  <a:lnTo>
                    <a:pt x="142496" y="218971"/>
                  </a:lnTo>
                  <a:lnTo>
                    <a:pt x="128438" y="233015"/>
                  </a:lnTo>
                  <a:cubicBezTo>
                    <a:pt x="127160" y="234292"/>
                    <a:pt x="125243" y="234930"/>
                    <a:pt x="123326" y="234930"/>
                  </a:cubicBezTo>
                  <a:cubicBezTo>
                    <a:pt x="121409" y="234930"/>
                    <a:pt x="119492" y="233654"/>
                    <a:pt x="118853" y="232377"/>
                  </a:cubicBezTo>
                  <a:lnTo>
                    <a:pt x="109268" y="218332"/>
                  </a:lnTo>
                  <a:lnTo>
                    <a:pt x="90737" y="248975"/>
                  </a:lnTo>
                  <a:cubicBezTo>
                    <a:pt x="89459" y="250890"/>
                    <a:pt x="87542" y="252167"/>
                    <a:pt x="84986" y="252167"/>
                  </a:cubicBezTo>
                  <a:cubicBezTo>
                    <a:pt x="83708" y="252167"/>
                    <a:pt x="83069" y="252167"/>
                    <a:pt x="81791" y="251529"/>
                  </a:cubicBezTo>
                  <a:cubicBezTo>
                    <a:pt x="79874" y="250890"/>
                    <a:pt x="43452" y="230462"/>
                    <a:pt x="69011" y="133425"/>
                  </a:cubicBezTo>
                  <a:lnTo>
                    <a:pt x="56871" y="135341"/>
                  </a:lnTo>
                  <a:cubicBezTo>
                    <a:pt x="56232" y="135341"/>
                    <a:pt x="56232" y="135341"/>
                    <a:pt x="55593" y="135341"/>
                  </a:cubicBezTo>
                  <a:cubicBezTo>
                    <a:pt x="52398" y="135341"/>
                    <a:pt x="49842" y="132787"/>
                    <a:pt x="49203" y="130233"/>
                  </a:cubicBezTo>
                  <a:cubicBezTo>
                    <a:pt x="48564" y="127041"/>
                    <a:pt x="51119" y="123211"/>
                    <a:pt x="54314" y="123211"/>
                  </a:cubicBezTo>
                  <a:lnTo>
                    <a:pt x="66456" y="121296"/>
                  </a:lnTo>
                  <a:lnTo>
                    <a:pt x="61343" y="114273"/>
                  </a:lnTo>
                  <a:cubicBezTo>
                    <a:pt x="59427" y="111720"/>
                    <a:pt x="60066" y="107251"/>
                    <a:pt x="62622" y="105336"/>
                  </a:cubicBezTo>
                  <a:cubicBezTo>
                    <a:pt x="65177" y="103421"/>
                    <a:pt x="69650" y="104059"/>
                    <a:pt x="71567" y="106613"/>
                  </a:cubicBezTo>
                  <a:lnTo>
                    <a:pt x="81152" y="120019"/>
                  </a:lnTo>
                  <a:cubicBezTo>
                    <a:pt x="81152" y="120019"/>
                    <a:pt x="81152" y="120019"/>
                    <a:pt x="81791" y="120019"/>
                  </a:cubicBezTo>
                  <a:cubicBezTo>
                    <a:pt x="81791" y="120019"/>
                    <a:pt x="108629" y="140448"/>
                    <a:pt x="141218" y="130233"/>
                  </a:cubicBezTo>
                  <a:cubicBezTo>
                    <a:pt x="141857" y="130233"/>
                    <a:pt x="142496" y="130233"/>
                    <a:pt x="143135" y="130233"/>
                  </a:cubicBezTo>
                  <a:lnTo>
                    <a:pt x="143774" y="130233"/>
                  </a:lnTo>
                  <a:lnTo>
                    <a:pt x="168695" y="130233"/>
                  </a:lnTo>
                  <a:cubicBezTo>
                    <a:pt x="168055" y="127041"/>
                    <a:pt x="167416" y="123849"/>
                    <a:pt x="167416" y="120657"/>
                  </a:cubicBezTo>
                  <a:cubicBezTo>
                    <a:pt x="159748" y="121934"/>
                    <a:pt x="151442" y="121934"/>
                    <a:pt x="141857" y="121934"/>
                  </a:cubicBezTo>
                  <a:cubicBezTo>
                    <a:pt x="128438" y="121934"/>
                    <a:pt x="112463" y="120657"/>
                    <a:pt x="93932" y="118104"/>
                  </a:cubicBezTo>
                  <a:cubicBezTo>
                    <a:pt x="91376" y="117465"/>
                    <a:pt x="89459" y="115550"/>
                    <a:pt x="88820" y="112997"/>
                  </a:cubicBezTo>
                  <a:cubicBezTo>
                    <a:pt x="88181" y="110443"/>
                    <a:pt x="89459" y="107889"/>
                    <a:pt x="91376" y="105974"/>
                  </a:cubicBezTo>
                  <a:cubicBezTo>
                    <a:pt x="99044" y="100867"/>
                    <a:pt x="167416" y="58733"/>
                    <a:pt x="198088" y="67032"/>
                  </a:cubicBezTo>
                  <a:lnTo>
                    <a:pt x="240901" y="55541"/>
                  </a:lnTo>
                  <a:cubicBezTo>
                    <a:pt x="242818" y="54902"/>
                    <a:pt x="244735" y="55541"/>
                    <a:pt x="246013" y="56818"/>
                  </a:cubicBezTo>
                  <a:cubicBezTo>
                    <a:pt x="247291" y="58094"/>
                    <a:pt x="248569" y="59371"/>
                    <a:pt x="248569" y="61286"/>
                  </a:cubicBezTo>
                  <a:cubicBezTo>
                    <a:pt x="248569" y="61925"/>
                    <a:pt x="249847" y="83630"/>
                    <a:pt x="215341" y="97675"/>
                  </a:cubicBezTo>
                  <a:cubicBezTo>
                    <a:pt x="212146" y="102782"/>
                    <a:pt x="202561" y="112358"/>
                    <a:pt x="179557" y="118104"/>
                  </a:cubicBezTo>
                  <a:cubicBezTo>
                    <a:pt x="178918" y="121934"/>
                    <a:pt x="180196" y="126403"/>
                    <a:pt x="181474" y="130233"/>
                  </a:cubicBezTo>
                  <a:lnTo>
                    <a:pt x="214702" y="130233"/>
                  </a:lnTo>
                  <a:cubicBezTo>
                    <a:pt x="215341" y="130233"/>
                    <a:pt x="215341" y="130233"/>
                    <a:pt x="215980" y="130872"/>
                  </a:cubicBezTo>
                  <a:lnTo>
                    <a:pt x="215980" y="130872"/>
                  </a:lnTo>
                  <a:cubicBezTo>
                    <a:pt x="216619" y="130872"/>
                    <a:pt x="216619" y="130872"/>
                    <a:pt x="217258" y="130872"/>
                  </a:cubicBezTo>
                  <a:lnTo>
                    <a:pt x="217258" y="130872"/>
                  </a:lnTo>
                  <a:cubicBezTo>
                    <a:pt x="249847" y="140448"/>
                    <a:pt x="275407" y="120657"/>
                    <a:pt x="275407" y="120657"/>
                  </a:cubicBezTo>
                  <a:cubicBezTo>
                    <a:pt x="275407" y="120657"/>
                    <a:pt x="275407" y="120657"/>
                    <a:pt x="276045" y="120657"/>
                  </a:cubicBezTo>
                  <a:lnTo>
                    <a:pt x="285630" y="107251"/>
                  </a:lnTo>
                  <a:cubicBezTo>
                    <a:pt x="287547" y="104697"/>
                    <a:pt x="292020" y="104059"/>
                    <a:pt x="294576" y="105974"/>
                  </a:cubicBezTo>
                  <a:cubicBezTo>
                    <a:pt x="297132" y="107889"/>
                    <a:pt x="297771" y="112358"/>
                    <a:pt x="295854" y="114912"/>
                  </a:cubicBezTo>
                  <a:lnTo>
                    <a:pt x="290742" y="121934"/>
                  </a:lnTo>
                  <a:lnTo>
                    <a:pt x="302883" y="123849"/>
                  </a:lnTo>
                  <a:cubicBezTo>
                    <a:pt x="306078" y="124488"/>
                    <a:pt x="308634" y="127680"/>
                    <a:pt x="307995" y="130872"/>
                  </a:cubicBezTo>
                  <a:cubicBezTo>
                    <a:pt x="310551" y="133425"/>
                    <a:pt x="307995" y="135979"/>
                    <a:pt x="304800" y="135979"/>
                  </a:cubicBezTo>
                  <a:close/>
                </a:path>
              </a:pathLst>
            </a:custGeom>
            <a:solidFill>
              <a:srgbClr val="046A38"/>
            </a:solidFill>
            <a:ln w="6390" cap="flat">
              <a:noFill/>
              <a:prstDash val="solid"/>
              <a:miter/>
            </a:ln>
          </p:spPr>
          <p:txBody>
            <a:bodyPr rtlCol="0" anchor="ctr"/>
            <a:lstStyle/>
            <a:p>
              <a:endParaRPr lang="en-US"/>
            </a:p>
          </p:txBody>
        </p:sp>
        <p:sp>
          <p:nvSpPr>
            <p:cNvPr id="637" name="Graphic 6">
              <a:extLst>
                <a:ext uri="{FF2B5EF4-FFF2-40B4-BE49-F238E27FC236}">
                  <a16:creationId xmlns:a16="http://schemas.microsoft.com/office/drawing/2014/main" id="{7E4267F9-5613-EE46-9005-332DD91F1A78}"/>
                </a:ext>
              </a:extLst>
            </p:cNvPr>
            <p:cNvSpPr/>
            <p:nvPr/>
          </p:nvSpPr>
          <p:spPr>
            <a:xfrm>
              <a:off x="3196246" y="4442137"/>
              <a:ext cx="89980" cy="101505"/>
            </a:xfrm>
            <a:custGeom>
              <a:avLst/>
              <a:gdLst>
                <a:gd name="connsiteX0" fmla="*/ 24282 w 89980"/>
                <a:gd name="connsiteY0" fmla="*/ 8299 h 101505"/>
                <a:gd name="connsiteX1" fmla="*/ 0 w 89980"/>
                <a:gd name="connsiteY1" fmla="*/ 86822 h 101505"/>
                <a:gd name="connsiteX2" fmla="*/ 16614 w 89980"/>
                <a:gd name="connsiteY2" fmla="*/ 71501 h 101505"/>
                <a:gd name="connsiteX3" fmla="*/ 25560 w 89980"/>
                <a:gd name="connsiteY3" fmla="*/ 71501 h 101505"/>
                <a:gd name="connsiteX4" fmla="*/ 38340 w 89980"/>
                <a:gd name="connsiteY4" fmla="*/ 84269 h 101505"/>
                <a:gd name="connsiteX5" fmla="*/ 49202 w 89980"/>
                <a:gd name="connsiteY5" fmla="*/ 68309 h 101505"/>
                <a:gd name="connsiteX6" fmla="*/ 54953 w 89980"/>
                <a:gd name="connsiteY6" fmla="*/ 65755 h 101505"/>
                <a:gd name="connsiteX7" fmla="*/ 60065 w 89980"/>
                <a:gd name="connsiteY7" fmla="*/ 68947 h 101505"/>
                <a:gd name="connsiteX8" fmla="*/ 79235 w 89980"/>
                <a:gd name="connsiteY8" fmla="*/ 101505 h 101505"/>
                <a:gd name="connsiteX9" fmla="*/ 81152 w 89980"/>
                <a:gd name="connsiteY9" fmla="*/ 0 h 101505"/>
                <a:gd name="connsiteX10" fmla="*/ 24282 w 89980"/>
                <a:gd name="connsiteY10" fmla="*/ 8299 h 101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980" h="101505">
                  <a:moveTo>
                    <a:pt x="24282" y="8299"/>
                  </a:moveTo>
                  <a:lnTo>
                    <a:pt x="0" y="86822"/>
                  </a:lnTo>
                  <a:lnTo>
                    <a:pt x="16614" y="71501"/>
                  </a:lnTo>
                  <a:cubicBezTo>
                    <a:pt x="19170" y="68947"/>
                    <a:pt x="23004" y="68947"/>
                    <a:pt x="25560" y="71501"/>
                  </a:cubicBezTo>
                  <a:lnTo>
                    <a:pt x="38340" y="84269"/>
                  </a:lnTo>
                  <a:lnTo>
                    <a:pt x="49202" y="68309"/>
                  </a:lnTo>
                  <a:cubicBezTo>
                    <a:pt x="50480" y="66393"/>
                    <a:pt x="52397" y="65755"/>
                    <a:pt x="54953" y="65755"/>
                  </a:cubicBezTo>
                  <a:cubicBezTo>
                    <a:pt x="56870" y="65755"/>
                    <a:pt x="59426" y="67032"/>
                    <a:pt x="60065" y="68947"/>
                  </a:cubicBezTo>
                  <a:lnTo>
                    <a:pt x="79235" y="101505"/>
                  </a:lnTo>
                  <a:cubicBezTo>
                    <a:pt x="86264" y="91929"/>
                    <a:pt x="98405" y="65755"/>
                    <a:pt x="81152" y="0"/>
                  </a:cubicBezTo>
                  <a:cubicBezTo>
                    <a:pt x="70289" y="5745"/>
                    <a:pt x="49841" y="14045"/>
                    <a:pt x="24282" y="8299"/>
                  </a:cubicBezTo>
                  <a:close/>
                </a:path>
              </a:pathLst>
            </a:custGeom>
            <a:solidFill>
              <a:srgbClr val="046A38"/>
            </a:solidFill>
            <a:ln w="6390" cap="flat">
              <a:noFill/>
              <a:prstDash val="solid"/>
              <a:miter/>
            </a:ln>
          </p:spPr>
          <p:txBody>
            <a:bodyPr rtlCol="0" anchor="ctr"/>
            <a:lstStyle/>
            <a:p>
              <a:endParaRPr lang="en-US"/>
            </a:p>
          </p:txBody>
        </p:sp>
      </p:grpSp>
      <p:grpSp>
        <p:nvGrpSpPr>
          <p:cNvPr id="638" name="Graphic 6">
            <a:extLst>
              <a:ext uri="{FF2B5EF4-FFF2-40B4-BE49-F238E27FC236}">
                <a16:creationId xmlns:a16="http://schemas.microsoft.com/office/drawing/2014/main" id="{591BD437-45DB-A04E-BDF2-199A4682C1F3}"/>
              </a:ext>
            </a:extLst>
          </p:cNvPr>
          <p:cNvGrpSpPr/>
          <p:nvPr/>
        </p:nvGrpSpPr>
        <p:grpSpPr>
          <a:xfrm>
            <a:off x="4045469" y="2369896"/>
            <a:ext cx="362313" cy="361971"/>
            <a:chOff x="4045469" y="2369896"/>
            <a:chExt cx="362313" cy="361971"/>
          </a:xfrm>
          <a:solidFill>
            <a:srgbClr val="046A38"/>
          </a:solidFill>
        </p:grpSpPr>
        <p:sp>
          <p:nvSpPr>
            <p:cNvPr id="639" name="Graphic 6">
              <a:extLst>
                <a:ext uri="{FF2B5EF4-FFF2-40B4-BE49-F238E27FC236}">
                  <a16:creationId xmlns:a16="http://schemas.microsoft.com/office/drawing/2014/main" id="{1545FAF3-E24B-E443-A66A-40D1470BA62A}"/>
                </a:ext>
              </a:extLst>
            </p:cNvPr>
            <p:cNvSpPr/>
            <p:nvPr/>
          </p:nvSpPr>
          <p:spPr>
            <a:xfrm>
              <a:off x="4200105" y="2570992"/>
              <a:ext cx="53675" cy="42134"/>
            </a:xfrm>
            <a:custGeom>
              <a:avLst/>
              <a:gdLst>
                <a:gd name="connsiteX0" fmla="*/ 26838 w 53675"/>
                <a:gd name="connsiteY0" fmla="*/ 0 h 42134"/>
                <a:gd name="connsiteX1" fmla="*/ 0 w 53675"/>
                <a:gd name="connsiteY1" fmla="*/ 21067 h 42134"/>
                <a:gd name="connsiteX2" fmla="*/ 26838 w 53675"/>
                <a:gd name="connsiteY2" fmla="*/ 42134 h 42134"/>
                <a:gd name="connsiteX3" fmla="*/ 53676 w 53675"/>
                <a:gd name="connsiteY3" fmla="*/ 21067 h 42134"/>
                <a:gd name="connsiteX4" fmla="*/ 26838 w 53675"/>
                <a:gd name="connsiteY4" fmla="*/ 0 h 42134"/>
                <a:gd name="connsiteX5" fmla="*/ 16614 w 53675"/>
                <a:gd name="connsiteY5" fmla="*/ 30643 h 42134"/>
                <a:gd name="connsiteX6" fmla="*/ 9585 w 53675"/>
                <a:gd name="connsiteY6" fmla="*/ 23621 h 42134"/>
                <a:gd name="connsiteX7" fmla="*/ 16614 w 53675"/>
                <a:gd name="connsiteY7" fmla="*/ 16598 h 42134"/>
                <a:gd name="connsiteX8" fmla="*/ 23643 w 53675"/>
                <a:gd name="connsiteY8" fmla="*/ 23621 h 42134"/>
                <a:gd name="connsiteX9" fmla="*/ 16614 w 53675"/>
                <a:gd name="connsiteY9" fmla="*/ 30643 h 42134"/>
                <a:gd name="connsiteX10" fmla="*/ 38340 w 53675"/>
                <a:gd name="connsiteY10" fmla="*/ 30643 h 42134"/>
                <a:gd name="connsiteX11" fmla="*/ 31311 w 53675"/>
                <a:gd name="connsiteY11" fmla="*/ 23621 h 42134"/>
                <a:gd name="connsiteX12" fmla="*/ 38340 w 53675"/>
                <a:gd name="connsiteY12" fmla="*/ 16598 h 42134"/>
                <a:gd name="connsiteX13" fmla="*/ 45369 w 53675"/>
                <a:gd name="connsiteY13" fmla="*/ 23621 h 42134"/>
                <a:gd name="connsiteX14" fmla="*/ 38340 w 53675"/>
                <a:gd name="connsiteY14" fmla="*/ 30643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675" h="42134">
                  <a:moveTo>
                    <a:pt x="26838" y="0"/>
                  </a:moveTo>
                  <a:cubicBezTo>
                    <a:pt x="12141" y="0"/>
                    <a:pt x="0" y="9576"/>
                    <a:pt x="0" y="21067"/>
                  </a:cubicBezTo>
                  <a:cubicBezTo>
                    <a:pt x="0" y="32558"/>
                    <a:pt x="12141" y="42134"/>
                    <a:pt x="26838" y="42134"/>
                  </a:cubicBezTo>
                  <a:cubicBezTo>
                    <a:pt x="41535" y="42134"/>
                    <a:pt x="53676" y="32558"/>
                    <a:pt x="53676" y="21067"/>
                  </a:cubicBezTo>
                  <a:cubicBezTo>
                    <a:pt x="53676" y="9576"/>
                    <a:pt x="41535" y="0"/>
                    <a:pt x="26838" y="0"/>
                  </a:cubicBezTo>
                  <a:close/>
                  <a:moveTo>
                    <a:pt x="16614" y="30643"/>
                  </a:moveTo>
                  <a:cubicBezTo>
                    <a:pt x="12780" y="30643"/>
                    <a:pt x="9585" y="27451"/>
                    <a:pt x="9585" y="23621"/>
                  </a:cubicBezTo>
                  <a:cubicBezTo>
                    <a:pt x="9585" y="19790"/>
                    <a:pt x="12780" y="16598"/>
                    <a:pt x="16614" y="16598"/>
                  </a:cubicBezTo>
                  <a:cubicBezTo>
                    <a:pt x="20448" y="16598"/>
                    <a:pt x="23643" y="19790"/>
                    <a:pt x="23643" y="23621"/>
                  </a:cubicBezTo>
                  <a:cubicBezTo>
                    <a:pt x="23643" y="27451"/>
                    <a:pt x="20448" y="30643"/>
                    <a:pt x="16614" y="30643"/>
                  </a:cubicBezTo>
                  <a:close/>
                  <a:moveTo>
                    <a:pt x="38340" y="30643"/>
                  </a:moveTo>
                  <a:cubicBezTo>
                    <a:pt x="34506" y="30643"/>
                    <a:pt x="31311" y="27451"/>
                    <a:pt x="31311" y="23621"/>
                  </a:cubicBezTo>
                  <a:cubicBezTo>
                    <a:pt x="31311" y="19790"/>
                    <a:pt x="34506" y="16598"/>
                    <a:pt x="38340" y="16598"/>
                  </a:cubicBezTo>
                  <a:cubicBezTo>
                    <a:pt x="42174" y="16598"/>
                    <a:pt x="45369" y="19790"/>
                    <a:pt x="45369" y="23621"/>
                  </a:cubicBezTo>
                  <a:cubicBezTo>
                    <a:pt x="45369" y="27451"/>
                    <a:pt x="42174" y="30643"/>
                    <a:pt x="38340" y="30643"/>
                  </a:cubicBezTo>
                  <a:close/>
                </a:path>
              </a:pathLst>
            </a:custGeom>
            <a:solidFill>
              <a:srgbClr val="046A38"/>
            </a:solidFill>
            <a:ln w="6390" cap="flat">
              <a:noFill/>
              <a:prstDash val="solid"/>
              <a:miter/>
            </a:ln>
          </p:spPr>
          <p:txBody>
            <a:bodyPr rtlCol="0" anchor="ctr"/>
            <a:lstStyle/>
            <a:p>
              <a:endParaRPr lang="en-US"/>
            </a:p>
          </p:txBody>
        </p:sp>
        <p:sp>
          <p:nvSpPr>
            <p:cNvPr id="640" name="Graphic 6">
              <a:extLst>
                <a:ext uri="{FF2B5EF4-FFF2-40B4-BE49-F238E27FC236}">
                  <a16:creationId xmlns:a16="http://schemas.microsoft.com/office/drawing/2014/main" id="{4538B196-4F37-2B40-A322-763D2C118F81}"/>
                </a:ext>
              </a:extLst>
            </p:cNvPr>
            <p:cNvSpPr/>
            <p:nvPr/>
          </p:nvSpPr>
          <p:spPr>
            <a:xfrm>
              <a:off x="4133011" y="2462719"/>
              <a:ext cx="190420" cy="176581"/>
            </a:xfrm>
            <a:custGeom>
              <a:avLst/>
              <a:gdLst>
                <a:gd name="connsiteX0" fmla="*/ 174445 w 190420"/>
                <a:gd name="connsiteY0" fmla="*/ 27197 h 176581"/>
                <a:gd name="connsiteX1" fmla="*/ 173806 w 190420"/>
                <a:gd name="connsiteY1" fmla="*/ 20174 h 176581"/>
                <a:gd name="connsiteX2" fmla="*/ 162943 w 190420"/>
                <a:gd name="connsiteY2" fmla="*/ 384 h 176581"/>
                <a:gd name="connsiteX3" fmla="*/ 125243 w 190420"/>
                <a:gd name="connsiteY3" fmla="*/ 13152 h 176581"/>
                <a:gd name="connsiteX4" fmla="*/ 117575 w 190420"/>
                <a:gd name="connsiteY4" fmla="*/ 12514 h 176581"/>
                <a:gd name="connsiteX5" fmla="*/ 69650 w 190420"/>
                <a:gd name="connsiteY5" fmla="*/ 12514 h 176581"/>
                <a:gd name="connsiteX6" fmla="*/ 61982 w 190420"/>
                <a:gd name="connsiteY6" fmla="*/ 12514 h 176581"/>
                <a:gd name="connsiteX7" fmla="*/ 23004 w 190420"/>
                <a:gd name="connsiteY7" fmla="*/ 2299 h 176581"/>
                <a:gd name="connsiteX8" fmla="*/ 16614 w 190420"/>
                <a:gd name="connsiteY8" fmla="*/ 20813 h 176581"/>
                <a:gd name="connsiteX9" fmla="*/ 17253 w 190420"/>
                <a:gd name="connsiteY9" fmla="*/ 25920 h 176581"/>
                <a:gd name="connsiteX10" fmla="*/ 0 w 190420"/>
                <a:gd name="connsiteY10" fmla="*/ 47625 h 176581"/>
                <a:gd name="connsiteX11" fmla="*/ 17892 w 190420"/>
                <a:gd name="connsiteY11" fmla="*/ 51456 h 176581"/>
                <a:gd name="connsiteX12" fmla="*/ 38979 w 190420"/>
                <a:gd name="connsiteY12" fmla="*/ 39326 h 176581"/>
                <a:gd name="connsiteX13" fmla="*/ 47925 w 190420"/>
                <a:gd name="connsiteY13" fmla="*/ 38050 h 176581"/>
                <a:gd name="connsiteX14" fmla="*/ 49203 w 190420"/>
                <a:gd name="connsiteY14" fmla="*/ 46987 h 176581"/>
                <a:gd name="connsiteX15" fmla="*/ 24282 w 190420"/>
                <a:gd name="connsiteY15" fmla="*/ 62947 h 176581"/>
                <a:gd name="connsiteX16" fmla="*/ 30033 w 190420"/>
                <a:gd name="connsiteY16" fmla="*/ 150408 h 176581"/>
                <a:gd name="connsiteX17" fmla="*/ 95210 w 190420"/>
                <a:gd name="connsiteY17" fmla="*/ 176582 h 176581"/>
                <a:gd name="connsiteX18" fmla="*/ 157193 w 190420"/>
                <a:gd name="connsiteY18" fmla="*/ 151684 h 176581"/>
                <a:gd name="connsiteX19" fmla="*/ 165500 w 190420"/>
                <a:gd name="connsiteY19" fmla="*/ 62947 h 176581"/>
                <a:gd name="connsiteX20" fmla="*/ 141857 w 190420"/>
                <a:gd name="connsiteY20" fmla="*/ 48264 h 176581"/>
                <a:gd name="connsiteX21" fmla="*/ 141218 w 190420"/>
                <a:gd name="connsiteY21" fmla="*/ 39326 h 176581"/>
                <a:gd name="connsiteX22" fmla="*/ 150164 w 190420"/>
                <a:gd name="connsiteY22" fmla="*/ 38688 h 176581"/>
                <a:gd name="connsiteX23" fmla="*/ 179557 w 190420"/>
                <a:gd name="connsiteY23" fmla="*/ 52094 h 176581"/>
                <a:gd name="connsiteX24" fmla="*/ 190420 w 190420"/>
                <a:gd name="connsiteY24" fmla="*/ 47625 h 176581"/>
                <a:gd name="connsiteX25" fmla="*/ 174445 w 190420"/>
                <a:gd name="connsiteY25" fmla="*/ 27197 h 176581"/>
                <a:gd name="connsiteX26" fmla="*/ 62621 w 190420"/>
                <a:gd name="connsiteY26" fmla="*/ 65501 h 176581"/>
                <a:gd name="connsiteX27" fmla="*/ 69650 w 190420"/>
                <a:gd name="connsiteY27" fmla="*/ 72523 h 176581"/>
                <a:gd name="connsiteX28" fmla="*/ 62621 w 190420"/>
                <a:gd name="connsiteY28" fmla="*/ 79545 h 176581"/>
                <a:gd name="connsiteX29" fmla="*/ 55593 w 190420"/>
                <a:gd name="connsiteY29" fmla="*/ 72523 h 176581"/>
                <a:gd name="connsiteX30" fmla="*/ 62621 w 190420"/>
                <a:gd name="connsiteY30" fmla="*/ 65501 h 176581"/>
                <a:gd name="connsiteX31" fmla="*/ 93932 w 190420"/>
                <a:gd name="connsiteY31" fmla="*/ 163176 h 176581"/>
                <a:gd name="connsiteX32" fmla="*/ 54314 w 190420"/>
                <a:gd name="connsiteY32" fmla="*/ 129340 h 176581"/>
                <a:gd name="connsiteX33" fmla="*/ 93932 w 190420"/>
                <a:gd name="connsiteY33" fmla="*/ 95505 h 176581"/>
                <a:gd name="connsiteX34" fmla="*/ 133550 w 190420"/>
                <a:gd name="connsiteY34" fmla="*/ 129340 h 176581"/>
                <a:gd name="connsiteX35" fmla="*/ 93932 w 190420"/>
                <a:gd name="connsiteY35" fmla="*/ 163176 h 176581"/>
                <a:gd name="connsiteX36" fmla="*/ 127160 w 190420"/>
                <a:gd name="connsiteY36" fmla="*/ 79545 h 176581"/>
                <a:gd name="connsiteX37" fmla="*/ 120131 w 190420"/>
                <a:gd name="connsiteY37" fmla="*/ 72523 h 176581"/>
                <a:gd name="connsiteX38" fmla="*/ 127160 w 190420"/>
                <a:gd name="connsiteY38" fmla="*/ 65501 h 176581"/>
                <a:gd name="connsiteX39" fmla="*/ 134189 w 190420"/>
                <a:gd name="connsiteY39" fmla="*/ 72523 h 176581"/>
                <a:gd name="connsiteX40" fmla="*/ 127160 w 190420"/>
                <a:gd name="connsiteY40" fmla="*/ 79545 h 17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90420" h="176581">
                  <a:moveTo>
                    <a:pt x="174445" y="27197"/>
                  </a:moveTo>
                  <a:cubicBezTo>
                    <a:pt x="174445" y="24643"/>
                    <a:pt x="173806" y="22728"/>
                    <a:pt x="173806" y="20174"/>
                  </a:cubicBezTo>
                  <a:cubicBezTo>
                    <a:pt x="172528" y="6768"/>
                    <a:pt x="171889" y="2299"/>
                    <a:pt x="162943" y="384"/>
                  </a:cubicBezTo>
                  <a:cubicBezTo>
                    <a:pt x="151442" y="-2170"/>
                    <a:pt x="131633" y="8683"/>
                    <a:pt x="125243" y="13152"/>
                  </a:cubicBezTo>
                  <a:cubicBezTo>
                    <a:pt x="122687" y="14429"/>
                    <a:pt x="119492" y="14429"/>
                    <a:pt x="117575" y="12514"/>
                  </a:cubicBezTo>
                  <a:cubicBezTo>
                    <a:pt x="95210" y="-7277"/>
                    <a:pt x="70289" y="11237"/>
                    <a:pt x="69650" y="12514"/>
                  </a:cubicBezTo>
                  <a:cubicBezTo>
                    <a:pt x="67734" y="14429"/>
                    <a:pt x="64539" y="14429"/>
                    <a:pt x="61982" y="12514"/>
                  </a:cubicBezTo>
                  <a:cubicBezTo>
                    <a:pt x="46008" y="1022"/>
                    <a:pt x="33228" y="-2170"/>
                    <a:pt x="23004" y="2299"/>
                  </a:cubicBezTo>
                  <a:cubicBezTo>
                    <a:pt x="15336" y="6130"/>
                    <a:pt x="15336" y="11875"/>
                    <a:pt x="16614" y="20813"/>
                  </a:cubicBezTo>
                  <a:cubicBezTo>
                    <a:pt x="16614" y="22728"/>
                    <a:pt x="17253" y="24643"/>
                    <a:pt x="17253" y="25920"/>
                  </a:cubicBezTo>
                  <a:cubicBezTo>
                    <a:pt x="17892" y="33581"/>
                    <a:pt x="8946" y="41880"/>
                    <a:pt x="0" y="47625"/>
                  </a:cubicBezTo>
                  <a:cubicBezTo>
                    <a:pt x="5751" y="50817"/>
                    <a:pt x="12141" y="52094"/>
                    <a:pt x="17892" y="51456"/>
                  </a:cubicBezTo>
                  <a:cubicBezTo>
                    <a:pt x="30672" y="50179"/>
                    <a:pt x="38979" y="39965"/>
                    <a:pt x="38979" y="39326"/>
                  </a:cubicBezTo>
                  <a:cubicBezTo>
                    <a:pt x="40896" y="36773"/>
                    <a:pt x="45369" y="36134"/>
                    <a:pt x="47925" y="38050"/>
                  </a:cubicBezTo>
                  <a:cubicBezTo>
                    <a:pt x="50481" y="39965"/>
                    <a:pt x="51119" y="44433"/>
                    <a:pt x="49203" y="46987"/>
                  </a:cubicBezTo>
                  <a:cubicBezTo>
                    <a:pt x="48564" y="47625"/>
                    <a:pt x="39618" y="59117"/>
                    <a:pt x="24282" y="62947"/>
                  </a:cubicBezTo>
                  <a:cubicBezTo>
                    <a:pt x="21087" y="73800"/>
                    <a:pt x="8946" y="121041"/>
                    <a:pt x="30033" y="150408"/>
                  </a:cubicBezTo>
                  <a:cubicBezTo>
                    <a:pt x="42174" y="167644"/>
                    <a:pt x="64539" y="176582"/>
                    <a:pt x="95210" y="176582"/>
                  </a:cubicBezTo>
                  <a:cubicBezTo>
                    <a:pt x="123965" y="176582"/>
                    <a:pt x="145052" y="168283"/>
                    <a:pt x="157193" y="151684"/>
                  </a:cubicBezTo>
                  <a:cubicBezTo>
                    <a:pt x="178918" y="122318"/>
                    <a:pt x="168055" y="74438"/>
                    <a:pt x="165500" y="62947"/>
                  </a:cubicBezTo>
                  <a:cubicBezTo>
                    <a:pt x="157832" y="60393"/>
                    <a:pt x="150164" y="55286"/>
                    <a:pt x="141857" y="48264"/>
                  </a:cubicBezTo>
                  <a:cubicBezTo>
                    <a:pt x="139301" y="45710"/>
                    <a:pt x="139301" y="41880"/>
                    <a:pt x="141218" y="39326"/>
                  </a:cubicBezTo>
                  <a:cubicBezTo>
                    <a:pt x="143774" y="36773"/>
                    <a:pt x="147608" y="36773"/>
                    <a:pt x="150164" y="38688"/>
                  </a:cubicBezTo>
                  <a:cubicBezTo>
                    <a:pt x="161027" y="48264"/>
                    <a:pt x="170611" y="52733"/>
                    <a:pt x="179557" y="52094"/>
                  </a:cubicBezTo>
                  <a:cubicBezTo>
                    <a:pt x="184030" y="51456"/>
                    <a:pt x="187864" y="49541"/>
                    <a:pt x="190420" y="47625"/>
                  </a:cubicBezTo>
                  <a:cubicBezTo>
                    <a:pt x="175723" y="39326"/>
                    <a:pt x="174445" y="27835"/>
                    <a:pt x="174445" y="27197"/>
                  </a:cubicBezTo>
                  <a:close/>
                  <a:moveTo>
                    <a:pt x="62621" y="65501"/>
                  </a:moveTo>
                  <a:cubicBezTo>
                    <a:pt x="66456" y="65501"/>
                    <a:pt x="69650" y="68693"/>
                    <a:pt x="69650" y="72523"/>
                  </a:cubicBezTo>
                  <a:cubicBezTo>
                    <a:pt x="69650" y="76353"/>
                    <a:pt x="66456" y="79545"/>
                    <a:pt x="62621" y="79545"/>
                  </a:cubicBezTo>
                  <a:cubicBezTo>
                    <a:pt x="58788" y="79545"/>
                    <a:pt x="55593" y="76353"/>
                    <a:pt x="55593" y="72523"/>
                  </a:cubicBezTo>
                  <a:cubicBezTo>
                    <a:pt x="55593" y="68693"/>
                    <a:pt x="58788" y="65501"/>
                    <a:pt x="62621" y="65501"/>
                  </a:cubicBezTo>
                  <a:close/>
                  <a:moveTo>
                    <a:pt x="93932" y="163176"/>
                  </a:moveTo>
                  <a:cubicBezTo>
                    <a:pt x="72206" y="163176"/>
                    <a:pt x="54314" y="147854"/>
                    <a:pt x="54314" y="129340"/>
                  </a:cubicBezTo>
                  <a:cubicBezTo>
                    <a:pt x="54314" y="110827"/>
                    <a:pt x="72206" y="95505"/>
                    <a:pt x="93932" y="95505"/>
                  </a:cubicBezTo>
                  <a:cubicBezTo>
                    <a:pt x="115658" y="95505"/>
                    <a:pt x="133550" y="110827"/>
                    <a:pt x="133550" y="129340"/>
                  </a:cubicBezTo>
                  <a:cubicBezTo>
                    <a:pt x="133550" y="147854"/>
                    <a:pt x="115658" y="163176"/>
                    <a:pt x="93932" y="163176"/>
                  </a:cubicBezTo>
                  <a:close/>
                  <a:moveTo>
                    <a:pt x="127160" y="79545"/>
                  </a:moveTo>
                  <a:cubicBezTo>
                    <a:pt x="123326" y="79545"/>
                    <a:pt x="120131" y="76353"/>
                    <a:pt x="120131" y="72523"/>
                  </a:cubicBezTo>
                  <a:cubicBezTo>
                    <a:pt x="120131" y="68693"/>
                    <a:pt x="123326" y="65501"/>
                    <a:pt x="127160" y="65501"/>
                  </a:cubicBezTo>
                  <a:cubicBezTo>
                    <a:pt x="130994" y="65501"/>
                    <a:pt x="134189" y="68693"/>
                    <a:pt x="134189" y="72523"/>
                  </a:cubicBezTo>
                  <a:cubicBezTo>
                    <a:pt x="134189" y="76353"/>
                    <a:pt x="130994" y="79545"/>
                    <a:pt x="127160" y="79545"/>
                  </a:cubicBezTo>
                  <a:close/>
                </a:path>
              </a:pathLst>
            </a:custGeom>
            <a:solidFill>
              <a:srgbClr val="046A38"/>
            </a:solidFill>
            <a:ln w="6390" cap="flat">
              <a:noFill/>
              <a:prstDash val="solid"/>
              <a:miter/>
            </a:ln>
          </p:spPr>
          <p:txBody>
            <a:bodyPr rtlCol="0" anchor="ctr"/>
            <a:lstStyle/>
            <a:p>
              <a:endParaRPr lang="en-US"/>
            </a:p>
          </p:txBody>
        </p:sp>
        <p:sp>
          <p:nvSpPr>
            <p:cNvPr id="641" name="Graphic 6">
              <a:extLst>
                <a:ext uri="{FF2B5EF4-FFF2-40B4-BE49-F238E27FC236}">
                  <a16:creationId xmlns:a16="http://schemas.microsoft.com/office/drawing/2014/main" id="{3D6EC44F-B733-4B47-A9F7-BFAFF93D7E20}"/>
                </a:ext>
              </a:extLst>
            </p:cNvPr>
            <p:cNvSpPr/>
            <p:nvPr/>
          </p:nvSpPr>
          <p:spPr>
            <a:xfrm>
              <a:off x="4045469" y="2369896"/>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181474 w 362313"/>
                <a:gd name="connsiteY4" fmla="*/ 0 h 361971"/>
                <a:gd name="connsiteX5" fmla="*/ 293298 w 362313"/>
                <a:gd name="connsiteY5" fmla="*/ 143001 h 361971"/>
                <a:gd name="connsiteX6" fmla="*/ 267739 w 362313"/>
                <a:gd name="connsiteY6" fmla="*/ 157684 h 361971"/>
                <a:gd name="connsiteX7" fmla="*/ 265182 w 362313"/>
                <a:gd name="connsiteY7" fmla="*/ 157684 h 361971"/>
                <a:gd name="connsiteX8" fmla="*/ 253681 w 362313"/>
                <a:gd name="connsiteY8" fmla="*/ 252167 h 361971"/>
                <a:gd name="connsiteX9" fmla="*/ 181474 w 362313"/>
                <a:gd name="connsiteY9" fmla="*/ 282172 h 361971"/>
                <a:gd name="connsiteX10" fmla="*/ 106073 w 362313"/>
                <a:gd name="connsiteY10" fmla="*/ 250890 h 361971"/>
                <a:gd name="connsiteX11" fmla="*/ 97127 w 362313"/>
                <a:gd name="connsiteY11" fmla="*/ 157046 h 361971"/>
                <a:gd name="connsiteX12" fmla="*/ 70929 w 362313"/>
                <a:gd name="connsiteY12" fmla="*/ 144916 h 361971"/>
                <a:gd name="connsiteX13" fmla="*/ 68372 w 362313"/>
                <a:gd name="connsiteY13" fmla="*/ 139171 h 361971"/>
                <a:gd name="connsiteX14" fmla="*/ 71567 w 362313"/>
                <a:gd name="connsiteY14" fmla="*/ 134064 h 361971"/>
                <a:gd name="connsiteX15" fmla="*/ 90737 w 362313"/>
                <a:gd name="connsiteY15" fmla="*/ 118742 h 361971"/>
                <a:gd name="connsiteX16" fmla="*/ 90098 w 362313"/>
                <a:gd name="connsiteY16" fmla="*/ 114912 h 361971"/>
                <a:gd name="connsiteX17" fmla="*/ 104156 w 362313"/>
                <a:gd name="connsiteY17" fmla="*/ 82992 h 361971"/>
                <a:gd name="connsiteX18" fmla="*/ 152081 w 362313"/>
                <a:gd name="connsiteY18" fmla="*/ 91929 h 361971"/>
                <a:gd name="connsiteX19" fmla="*/ 208951 w 362313"/>
                <a:gd name="connsiteY19" fmla="*/ 92568 h 361971"/>
                <a:gd name="connsiteX20" fmla="*/ 252403 w 362313"/>
                <a:gd name="connsiteY20" fmla="*/ 80438 h 361971"/>
                <a:gd name="connsiteX21" fmla="*/ 273490 w 362313"/>
                <a:gd name="connsiteY21" fmla="*/ 111720 h 361971"/>
                <a:gd name="connsiteX22" fmla="*/ 274128 w 362313"/>
                <a:gd name="connsiteY22" fmla="*/ 118742 h 361971"/>
                <a:gd name="connsiteX23" fmla="*/ 290103 w 362313"/>
                <a:gd name="connsiteY23" fmla="*/ 134064 h 361971"/>
                <a:gd name="connsiteX24" fmla="*/ 293937 w 362313"/>
                <a:gd name="connsiteY24" fmla="*/ 137894 h 361971"/>
                <a:gd name="connsiteX25" fmla="*/ 293298 w 362313"/>
                <a:gd name="connsiteY25" fmla="*/ 14300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2313" h="361971">
                  <a:moveTo>
                    <a:pt x="181474" y="0"/>
                  </a:moveTo>
                  <a:cubicBezTo>
                    <a:pt x="81152" y="0"/>
                    <a:pt x="0" y="81076"/>
                    <a:pt x="0" y="180667"/>
                  </a:cubicBezTo>
                  <a:cubicBezTo>
                    <a:pt x="0" y="280895"/>
                    <a:pt x="81152" y="361972"/>
                    <a:pt x="180836" y="361972"/>
                  </a:cubicBezTo>
                  <a:cubicBezTo>
                    <a:pt x="280518" y="361972"/>
                    <a:pt x="362310" y="280895"/>
                    <a:pt x="362310" y="181305"/>
                  </a:cubicBezTo>
                  <a:cubicBezTo>
                    <a:pt x="362949" y="81076"/>
                    <a:pt x="281796" y="0"/>
                    <a:pt x="181474" y="0"/>
                  </a:cubicBezTo>
                  <a:close/>
                  <a:moveTo>
                    <a:pt x="293298" y="143001"/>
                  </a:moveTo>
                  <a:cubicBezTo>
                    <a:pt x="292659" y="143640"/>
                    <a:pt x="283713" y="155769"/>
                    <a:pt x="267739" y="157684"/>
                  </a:cubicBezTo>
                  <a:cubicBezTo>
                    <a:pt x="267100" y="157684"/>
                    <a:pt x="265822" y="157684"/>
                    <a:pt x="265182" y="157684"/>
                  </a:cubicBezTo>
                  <a:cubicBezTo>
                    <a:pt x="269655" y="176198"/>
                    <a:pt x="276685" y="220886"/>
                    <a:pt x="253681" y="252167"/>
                  </a:cubicBezTo>
                  <a:cubicBezTo>
                    <a:pt x="238984" y="271958"/>
                    <a:pt x="214702" y="282172"/>
                    <a:pt x="181474" y="282172"/>
                  </a:cubicBezTo>
                  <a:cubicBezTo>
                    <a:pt x="146330" y="282172"/>
                    <a:pt x="120770" y="271319"/>
                    <a:pt x="106073" y="250890"/>
                  </a:cubicBezTo>
                  <a:cubicBezTo>
                    <a:pt x="83708" y="219609"/>
                    <a:pt x="92015" y="174921"/>
                    <a:pt x="97127" y="157046"/>
                  </a:cubicBezTo>
                  <a:cubicBezTo>
                    <a:pt x="88181" y="155769"/>
                    <a:pt x="79235" y="151939"/>
                    <a:pt x="70929" y="144916"/>
                  </a:cubicBezTo>
                  <a:cubicBezTo>
                    <a:pt x="69012" y="143640"/>
                    <a:pt x="68372" y="141724"/>
                    <a:pt x="68372" y="139171"/>
                  </a:cubicBezTo>
                  <a:cubicBezTo>
                    <a:pt x="68372" y="137256"/>
                    <a:pt x="69650" y="135340"/>
                    <a:pt x="71567" y="134064"/>
                  </a:cubicBezTo>
                  <a:cubicBezTo>
                    <a:pt x="81152" y="128956"/>
                    <a:pt x="90098" y="121296"/>
                    <a:pt x="90737" y="118742"/>
                  </a:cubicBezTo>
                  <a:cubicBezTo>
                    <a:pt x="90737" y="118104"/>
                    <a:pt x="90737" y="116827"/>
                    <a:pt x="90098" y="114912"/>
                  </a:cubicBezTo>
                  <a:cubicBezTo>
                    <a:pt x="88820" y="106612"/>
                    <a:pt x="86903" y="90652"/>
                    <a:pt x="104156" y="82992"/>
                  </a:cubicBezTo>
                  <a:cubicBezTo>
                    <a:pt x="118214" y="76608"/>
                    <a:pt x="133550" y="79800"/>
                    <a:pt x="152081" y="91929"/>
                  </a:cubicBezTo>
                  <a:cubicBezTo>
                    <a:pt x="164861" y="83630"/>
                    <a:pt x="187864" y="76608"/>
                    <a:pt x="208951" y="92568"/>
                  </a:cubicBezTo>
                  <a:cubicBezTo>
                    <a:pt x="217258" y="87460"/>
                    <a:pt x="237067" y="77246"/>
                    <a:pt x="252403" y="80438"/>
                  </a:cubicBezTo>
                  <a:cubicBezTo>
                    <a:pt x="270934" y="84268"/>
                    <a:pt x="272212" y="98952"/>
                    <a:pt x="273490" y="111720"/>
                  </a:cubicBezTo>
                  <a:cubicBezTo>
                    <a:pt x="273490" y="113635"/>
                    <a:pt x="274128" y="116188"/>
                    <a:pt x="274128" y="118742"/>
                  </a:cubicBezTo>
                  <a:cubicBezTo>
                    <a:pt x="274128" y="119380"/>
                    <a:pt x="275407" y="128318"/>
                    <a:pt x="290103" y="134064"/>
                  </a:cubicBezTo>
                  <a:cubicBezTo>
                    <a:pt x="292020" y="134702"/>
                    <a:pt x="293298" y="135979"/>
                    <a:pt x="293937" y="137894"/>
                  </a:cubicBezTo>
                  <a:cubicBezTo>
                    <a:pt x="294576" y="139171"/>
                    <a:pt x="294576" y="141724"/>
                    <a:pt x="293298" y="143001"/>
                  </a:cubicBezTo>
                  <a:close/>
                </a:path>
              </a:pathLst>
            </a:custGeom>
            <a:solidFill>
              <a:srgbClr val="046A38"/>
            </a:solidFill>
            <a:ln w="6390" cap="flat">
              <a:noFill/>
              <a:prstDash val="solid"/>
              <a:miter/>
            </a:ln>
          </p:spPr>
          <p:txBody>
            <a:bodyPr rtlCol="0" anchor="ctr"/>
            <a:lstStyle/>
            <a:p>
              <a:endParaRPr lang="en-US"/>
            </a:p>
          </p:txBody>
        </p:sp>
      </p:grpSp>
      <p:grpSp>
        <p:nvGrpSpPr>
          <p:cNvPr id="642" name="Graphic 6">
            <a:extLst>
              <a:ext uri="{FF2B5EF4-FFF2-40B4-BE49-F238E27FC236}">
                <a16:creationId xmlns:a16="http://schemas.microsoft.com/office/drawing/2014/main" id="{17DA7D53-A3D0-A745-82AB-EB52D32C1E8D}"/>
              </a:ext>
            </a:extLst>
          </p:cNvPr>
          <p:cNvGrpSpPr/>
          <p:nvPr/>
        </p:nvGrpSpPr>
        <p:grpSpPr>
          <a:xfrm>
            <a:off x="4044830" y="3338985"/>
            <a:ext cx="362313" cy="361971"/>
            <a:chOff x="4044830" y="3338985"/>
            <a:chExt cx="362313" cy="361971"/>
          </a:xfrm>
          <a:solidFill>
            <a:srgbClr val="046A38"/>
          </a:solidFill>
        </p:grpSpPr>
        <p:sp>
          <p:nvSpPr>
            <p:cNvPr id="643" name="Graphic 6">
              <a:extLst>
                <a:ext uri="{FF2B5EF4-FFF2-40B4-BE49-F238E27FC236}">
                  <a16:creationId xmlns:a16="http://schemas.microsoft.com/office/drawing/2014/main" id="{AA3D9282-B743-3544-9876-53089739475A}"/>
                </a:ext>
              </a:extLst>
            </p:cNvPr>
            <p:cNvSpPr/>
            <p:nvPr/>
          </p:nvSpPr>
          <p:spPr>
            <a:xfrm>
              <a:off x="4208412" y="3489647"/>
              <a:ext cx="37824" cy="68308"/>
            </a:xfrm>
            <a:custGeom>
              <a:avLst/>
              <a:gdLst>
                <a:gd name="connsiteX0" fmla="*/ 33867 w 37824"/>
                <a:gd name="connsiteY0" fmla="*/ 57456 h 68308"/>
                <a:gd name="connsiteX1" fmla="*/ 37701 w 37824"/>
                <a:gd name="connsiteY1" fmla="*/ 35112 h 68308"/>
                <a:gd name="connsiteX2" fmla="*/ 17892 w 37824"/>
                <a:gd name="connsiteY2" fmla="*/ 0 h 68308"/>
                <a:gd name="connsiteX3" fmla="*/ 0 w 37824"/>
                <a:gd name="connsiteY3" fmla="*/ 35112 h 68308"/>
                <a:gd name="connsiteX4" fmla="*/ 4473 w 37824"/>
                <a:gd name="connsiteY4" fmla="*/ 56818 h 68308"/>
                <a:gd name="connsiteX5" fmla="*/ 5112 w 37824"/>
                <a:gd name="connsiteY5" fmla="*/ 58733 h 68308"/>
                <a:gd name="connsiteX6" fmla="*/ 17892 w 37824"/>
                <a:gd name="connsiteY6" fmla="*/ 68309 h 68308"/>
                <a:gd name="connsiteX7" fmla="*/ 17892 w 37824"/>
                <a:gd name="connsiteY7" fmla="*/ 68309 h 68308"/>
                <a:gd name="connsiteX8" fmla="*/ 28755 w 37824"/>
                <a:gd name="connsiteY8" fmla="*/ 63840 h 68308"/>
                <a:gd name="connsiteX9" fmla="*/ 33867 w 37824"/>
                <a:gd name="connsiteY9" fmla="*/ 57456 h 68308"/>
                <a:gd name="connsiteX10" fmla="*/ 33867 w 37824"/>
                <a:gd name="connsiteY10" fmla="*/ 57456 h 6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824" h="68308">
                  <a:moveTo>
                    <a:pt x="33867" y="57456"/>
                  </a:moveTo>
                  <a:cubicBezTo>
                    <a:pt x="36423" y="51710"/>
                    <a:pt x="38340" y="44688"/>
                    <a:pt x="37701" y="35112"/>
                  </a:cubicBezTo>
                  <a:cubicBezTo>
                    <a:pt x="37062" y="7661"/>
                    <a:pt x="22365" y="1277"/>
                    <a:pt x="17892" y="0"/>
                  </a:cubicBezTo>
                  <a:cubicBezTo>
                    <a:pt x="14058" y="1277"/>
                    <a:pt x="0" y="8299"/>
                    <a:pt x="0" y="35112"/>
                  </a:cubicBezTo>
                  <a:cubicBezTo>
                    <a:pt x="0" y="45326"/>
                    <a:pt x="1917" y="51710"/>
                    <a:pt x="4473" y="56818"/>
                  </a:cubicBezTo>
                  <a:cubicBezTo>
                    <a:pt x="5112" y="57456"/>
                    <a:pt x="5112" y="58094"/>
                    <a:pt x="5112" y="58733"/>
                  </a:cubicBezTo>
                  <a:cubicBezTo>
                    <a:pt x="10224" y="67032"/>
                    <a:pt x="17253" y="68309"/>
                    <a:pt x="17892" y="68309"/>
                  </a:cubicBezTo>
                  <a:lnTo>
                    <a:pt x="17892" y="68309"/>
                  </a:lnTo>
                  <a:cubicBezTo>
                    <a:pt x="18531" y="68309"/>
                    <a:pt x="24282" y="68309"/>
                    <a:pt x="28755" y="63840"/>
                  </a:cubicBezTo>
                  <a:cubicBezTo>
                    <a:pt x="31311" y="61925"/>
                    <a:pt x="32589" y="60010"/>
                    <a:pt x="33867" y="57456"/>
                  </a:cubicBezTo>
                  <a:cubicBezTo>
                    <a:pt x="33228" y="58094"/>
                    <a:pt x="33228" y="57456"/>
                    <a:pt x="33867" y="57456"/>
                  </a:cubicBezTo>
                  <a:close/>
                </a:path>
              </a:pathLst>
            </a:custGeom>
            <a:solidFill>
              <a:srgbClr val="046A38"/>
            </a:solidFill>
            <a:ln w="6390" cap="flat">
              <a:noFill/>
              <a:prstDash val="solid"/>
              <a:miter/>
            </a:ln>
          </p:spPr>
          <p:txBody>
            <a:bodyPr rtlCol="0" anchor="ctr"/>
            <a:lstStyle/>
            <a:p>
              <a:endParaRPr lang="en-US"/>
            </a:p>
          </p:txBody>
        </p:sp>
        <p:sp>
          <p:nvSpPr>
            <p:cNvPr id="644" name="Graphic 6">
              <a:extLst>
                <a:ext uri="{FF2B5EF4-FFF2-40B4-BE49-F238E27FC236}">
                  <a16:creationId xmlns:a16="http://schemas.microsoft.com/office/drawing/2014/main" id="{B4B72277-EA3E-1F49-A9B0-482E288F8EF5}"/>
                </a:ext>
              </a:extLst>
            </p:cNvPr>
            <p:cNvSpPr/>
            <p:nvPr/>
          </p:nvSpPr>
          <p:spPr>
            <a:xfrm>
              <a:off x="4274775" y="3427084"/>
              <a:ext cx="44589" cy="52012"/>
            </a:xfrm>
            <a:custGeom>
              <a:avLst/>
              <a:gdLst>
                <a:gd name="connsiteX0" fmla="*/ 9038 w 44589"/>
                <a:gd name="connsiteY0" fmla="*/ 37027 h 52012"/>
                <a:gd name="connsiteX1" fmla="*/ 3926 w 44589"/>
                <a:gd name="connsiteY1" fmla="*/ 35750 h 52012"/>
                <a:gd name="connsiteX2" fmla="*/ 2009 w 44589"/>
                <a:gd name="connsiteY2" fmla="*/ 30643 h 52012"/>
                <a:gd name="connsiteX3" fmla="*/ 2009 w 44589"/>
                <a:gd name="connsiteY3" fmla="*/ 26174 h 52012"/>
                <a:gd name="connsiteX4" fmla="*/ 731 w 44589"/>
                <a:gd name="connsiteY4" fmla="*/ 30643 h 52012"/>
                <a:gd name="connsiteX5" fmla="*/ 9038 w 44589"/>
                <a:gd name="connsiteY5" fmla="*/ 51710 h 52012"/>
                <a:gd name="connsiteX6" fmla="*/ 23735 w 44589"/>
                <a:gd name="connsiteY6" fmla="*/ 47880 h 52012"/>
                <a:gd name="connsiteX7" fmla="*/ 44183 w 44589"/>
                <a:gd name="connsiteY7" fmla="*/ 21067 h 52012"/>
                <a:gd name="connsiteX8" fmla="*/ 40988 w 44589"/>
                <a:gd name="connsiteY8" fmla="*/ 0 h 52012"/>
                <a:gd name="connsiteX9" fmla="*/ 9038 w 44589"/>
                <a:gd name="connsiteY9" fmla="*/ 37027 h 5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589" h="52012">
                  <a:moveTo>
                    <a:pt x="9038" y="37027"/>
                  </a:moveTo>
                  <a:cubicBezTo>
                    <a:pt x="7121" y="37027"/>
                    <a:pt x="5204" y="36389"/>
                    <a:pt x="3926" y="35750"/>
                  </a:cubicBezTo>
                  <a:cubicBezTo>
                    <a:pt x="2649" y="34473"/>
                    <a:pt x="2009" y="32558"/>
                    <a:pt x="2009" y="30643"/>
                  </a:cubicBezTo>
                  <a:lnTo>
                    <a:pt x="2009" y="26174"/>
                  </a:lnTo>
                  <a:cubicBezTo>
                    <a:pt x="1370" y="27451"/>
                    <a:pt x="1370" y="29366"/>
                    <a:pt x="731" y="30643"/>
                  </a:cubicBezTo>
                  <a:cubicBezTo>
                    <a:pt x="-1825" y="45326"/>
                    <a:pt x="2649" y="49157"/>
                    <a:pt x="9038" y="51710"/>
                  </a:cubicBezTo>
                  <a:cubicBezTo>
                    <a:pt x="10316" y="52349"/>
                    <a:pt x="16067" y="52349"/>
                    <a:pt x="23735" y="47880"/>
                  </a:cubicBezTo>
                  <a:cubicBezTo>
                    <a:pt x="28208" y="45326"/>
                    <a:pt x="41627" y="37027"/>
                    <a:pt x="44183" y="21067"/>
                  </a:cubicBezTo>
                  <a:cubicBezTo>
                    <a:pt x="45461" y="12129"/>
                    <a:pt x="43544" y="5107"/>
                    <a:pt x="40988" y="0"/>
                  </a:cubicBezTo>
                  <a:cubicBezTo>
                    <a:pt x="33320" y="33197"/>
                    <a:pt x="9677" y="37027"/>
                    <a:pt x="9038" y="37027"/>
                  </a:cubicBezTo>
                  <a:close/>
                </a:path>
              </a:pathLst>
            </a:custGeom>
            <a:solidFill>
              <a:srgbClr val="046A38"/>
            </a:solidFill>
            <a:ln w="6390" cap="flat">
              <a:noFill/>
              <a:prstDash val="solid"/>
              <a:miter/>
            </a:ln>
          </p:spPr>
          <p:txBody>
            <a:bodyPr rtlCol="0" anchor="ctr"/>
            <a:lstStyle/>
            <a:p>
              <a:endParaRPr lang="en-US"/>
            </a:p>
          </p:txBody>
        </p:sp>
        <p:sp>
          <p:nvSpPr>
            <p:cNvPr id="645" name="Graphic 6">
              <a:extLst>
                <a:ext uri="{FF2B5EF4-FFF2-40B4-BE49-F238E27FC236}">
                  <a16:creationId xmlns:a16="http://schemas.microsoft.com/office/drawing/2014/main" id="{7E6913FE-94EE-9748-A718-27FE98F3AA91}"/>
                </a:ext>
              </a:extLst>
            </p:cNvPr>
            <p:cNvSpPr/>
            <p:nvPr/>
          </p:nvSpPr>
          <p:spPr>
            <a:xfrm>
              <a:off x="4044830" y="3338985"/>
              <a:ext cx="362313" cy="361971"/>
            </a:xfrm>
            <a:custGeom>
              <a:avLst/>
              <a:gdLst>
                <a:gd name="connsiteX0" fmla="*/ 181474 w 362313"/>
                <a:gd name="connsiteY0" fmla="*/ 0 h 361971"/>
                <a:gd name="connsiteX1" fmla="*/ 0 w 362313"/>
                <a:gd name="connsiteY1" fmla="*/ 180667 h 361971"/>
                <a:gd name="connsiteX2" fmla="*/ 180835 w 362313"/>
                <a:gd name="connsiteY2" fmla="*/ 361971 h 361971"/>
                <a:gd name="connsiteX3" fmla="*/ 362310 w 362313"/>
                <a:gd name="connsiteY3" fmla="*/ 181305 h 361971"/>
                <a:gd name="connsiteX4" fmla="*/ 181474 w 362313"/>
                <a:gd name="connsiteY4" fmla="*/ 0 h 361971"/>
                <a:gd name="connsiteX5" fmla="*/ 286269 w 362313"/>
                <a:gd name="connsiteY5" fmla="*/ 111081 h 361971"/>
                <a:gd name="connsiteX6" fmla="*/ 259431 w 362313"/>
                <a:gd name="connsiteY6" fmla="*/ 147470 h 361971"/>
                <a:gd name="connsiteX7" fmla="*/ 240261 w 362313"/>
                <a:gd name="connsiteY7" fmla="*/ 153216 h 361971"/>
                <a:gd name="connsiteX8" fmla="*/ 237067 w 362313"/>
                <a:gd name="connsiteY8" fmla="*/ 152577 h 361971"/>
                <a:gd name="connsiteX9" fmla="*/ 223009 w 362313"/>
                <a:gd name="connsiteY9" fmla="*/ 173644 h 361971"/>
                <a:gd name="connsiteX10" fmla="*/ 217897 w 362313"/>
                <a:gd name="connsiteY10" fmla="*/ 176198 h 361971"/>
                <a:gd name="connsiteX11" fmla="*/ 214702 w 362313"/>
                <a:gd name="connsiteY11" fmla="*/ 174921 h 361971"/>
                <a:gd name="connsiteX12" fmla="*/ 213424 w 362313"/>
                <a:gd name="connsiteY12" fmla="*/ 174283 h 361971"/>
                <a:gd name="connsiteX13" fmla="*/ 214063 w 362313"/>
                <a:gd name="connsiteY13" fmla="*/ 181305 h 361971"/>
                <a:gd name="connsiteX14" fmla="*/ 241540 w 362313"/>
                <a:gd name="connsiteY14" fmla="*/ 181305 h 361971"/>
                <a:gd name="connsiteX15" fmla="*/ 247929 w 362313"/>
                <a:gd name="connsiteY15" fmla="*/ 187689 h 361971"/>
                <a:gd name="connsiteX16" fmla="*/ 247929 w 362313"/>
                <a:gd name="connsiteY16" fmla="*/ 206203 h 361971"/>
                <a:gd name="connsiteX17" fmla="*/ 241540 w 362313"/>
                <a:gd name="connsiteY17" fmla="*/ 212587 h 361971"/>
                <a:gd name="connsiteX18" fmla="*/ 235150 w 362313"/>
                <a:gd name="connsiteY18" fmla="*/ 206203 h 361971"/>
                <a:gd name="connsiteX19" fmla="*/ 235150 w 362313"/>
                <a:gd name="connsiteY19" fmla="*/ 194073 h 361971"/>
                <a:gd name="connsiteX20" fmla="*/ 214063 w 362313"/>
                <a:gd name="connsiteY20" fmla="*/ 194073 h 361971"/>
                <a:gd name="connsiteX21" fmla="*/ 212146 w 362313"/>
                <a:gd name="connsiteY21" fmla="*/ 204287 h 361971"/>
                <a:gd name="connsiteX22" fmla="*/ 222370 w 362313"/>
                <a:gd name="connsiteY22" fmla="*/ 204287 h 361971"/>
                <a:gd name="connsiteX23" fmla="*/ 228760 w 362313"/>
                <a:gd name="connsiteY23" fmla="*/ 210671 h 361971"/>
                <a:gd name="connsiteX24" fmla="*/ 228760 w 362313"/>
                <a:gd name="connsiteY24" fmla="*/ 230462 h 361971"/>
                <a:gd name="connsiteX25" fmla="*/ 222370 w 362313"/>
                <a:gd name="connsiteY25" fmla="*/ 236846 h 361971"/>
                <a:gd name="connsiteX26" fmla="*/ 215980 w 362313"/>
                <a:gd name="connsiteY26" fmla="*/ 230462 h 361971"/>
                <a:gd name="connsiteX27" fmla="*/ 215980 w 362313"/>
                <a:gd name="connsiteY27" fmla="*/ 217055 h 361971"/>
                <a:gd name="connsiteX28" fmla="*/ 207034 w 362313"/>
                <a:gd name="connsiteY28" fmla="*/ 217055 h 361971"/>
                <a:gd name="connsiteX29" fmla="*/ 202561 w 362313"/>
                <a:gd name="connsiteY29" fmla="*/ 222801 h 361971"/>
                <a:gd name="connsiteX30" fmla="*/ 189781 w 362313"/>
                <a:gd name="connsiteY30" fmla="*/ 229823 h 361971"/>
                <a:gd name="connsiteX31" fmla="*/ 151442 w 362313"/>
                <a:gd name="connsiteY31" fmla="*/ 305154 h 361971"/>
                <a:gd name="connsiteX32" fmla="*/ 141857 w 362313"/>
                <a:gd name="connsiteY32" fmla="*/ 306431 h 361971"/>
                <a:gd name="connsiteX33" fmla="*/ 125882 w 362313"/>
                <a:gd name="connsiteY33" fmla="*/ 301962 h 361971"/>
                <a:gd name="connsiteX34" fmla="*/ 106712 w 362313"/>
                <a:gd name="connsiteY34" fmla="*/ 268127 h 361971"/>
                <a:gd name="connsiteX35" fmla="*/ 122687 w 362313"/>
                <a:gd name="connsiteY35" fmla="*/ 224716 h 361971"/>
                <a:gd name="connsiteX36" fmla="*/ 130355 w 362313"/>
                <a:gd name="connsiteY36" fmla="*/ 229185 h 361971"/>
                <a:gd name="connsiteX37" fmla="*/ 125882 w 362313"/>
                <a:gd name="connsiteY37" fmla="*/ 236846 h 361971"/>
                <a:gd name="connsiteX38" fmla="*/ 118214 w 362313"/>
                <a:gd name="connsiteY38" fmla="*/ 262382 h 361971"/>
                <a:gd name="connsiteX39" fmla="*/ 125243 w 362313"/>
                <a:gd name="connsiteY39" fmla="*/ 250252 h 361971"/>
                <a:gd name="connsiteX40" fmla="*/ 131633 w 362313"/>
                <a:gd name="connsiteY40" fmla="*/ 243868 h 361971"/>
                <a:gd name="connsiteX41" fmla="*/ 138022 w 362313"/>
                <a:gd name="connsiteY41" fmla="*/ 249614 h 361971"/>
                <a:gd name="connsiteX42" fmla="*/ 121409 w 362313"/>
                <a:gd name="connsiteY42" fmla="*/ 275149 h 361971"/>
                <a:gd name="connsiteX43" fmla="*/ 132272 w 362313"/>
                <a:gd name="connsiteY43" fmla="*/ 291109 h 361971"/>
                <a:gd name="connsiteX44" fmla="*/ 148247 w 362313"/>
                <a:gd name="connsiteY44" fmla="*/ 293025 h 361971"/>
                <a:gd name="connsiteX45" fmla="*/ 177001 w 362313"/>
                <a:gd name="connsiteY45" fmla="*/ 229823 h 361971"/>
                <a:gd name="connsiteX46" fmla="*/ 160387 w 362313"/>
                <a:gd name="connsiteY46" fmla="*/ 217055 h 361971"/>
                <a:gd name="connsiteX47" fmla="*/ 151442 w 362313"/>
                <a:gd name="connsiteY47" fmla="*/ 217055 h 361971"/>
                <a:gd name="connsiteX48" fmla="*/ 151442 w 362313"/>
                <a:gd name="connsiteY48" fmla="*/ 230462 h 361971"/>
                <a:gd name="connsiteX49" fmla="*/ 145052 w 362313"/>
                <a:gd name="connsiteY49" fmla="*/ 236846 h 361971"/>
                <a:gd name="connsiteX50" fmla="*/ 138662 w 362313"/>
                <a:gd name="connsiteY50" fmla="*/ 230462 h 361971"/>
                <a:gd name="connsiteX51" fmla="*/ 138662 w 362313"/>
                <a:gd name="connsiteY51" fmla="*/ 210671 h 361971"/>
                <a:gd name="connsiteX52" fmla="*/ 145052 w 362313"/>
                <a:gd name="connsiteY52" fmla="*/ 204287 h 361971"/>
                <a:gd name="connsiteX53" fmla="*/ 154637 w 362313"/>
                <a:gd name="connsiteY53" fmla="*/ 204287 h 361971"/>
                <a:gd name="connsiteX54" fmla="*/ 152720 w 362313"/>
                <a:gd name="connsiteY54" fmla="*/ 194073 h 361971"/>
                <a:gd name="connsiteX55" fmla="*/ 134189 w 362313"/>
                <a:gd name="connsiteY55" fmla="*/ 194073 h 361971"/>
                <a:gd name="connsiteX56" fmla="*/ 134189 w 362313"/>
                <a:gd name="connsiteY56" fmla="*/ 206203 h 361971"/>
                <a:gd name="connsiteX57" fmla="*/ 127799 w 362313"/>
                <a:gd name="connsiteY57" fmla="*/ 212587 h 361971"/>
                <a:gd name="connsiteX58" fmla="*/ 121409 w 362313"/>
                <a:gd name="connsiteY58" fmla="*/ 206203 h 361971"/>
                <a:gd name="connsiteX59" fmla="*/ 121409 w 362313"/>
                <a:gd name="connsiteY59" fmla="*/ 187689 h 361971"/>
                <a:gd name="connsiteX60" fmla="*/ 127799 w 362313"/>
                <a:gd name="connsiteY60" fmla="*/ 181305 h 361971"/>
                <a:gd name="connsiteX61" fmla="*/ 152080 w 362313"/>
                <a:gd name="connsiteY61" fmla="*/ 181305 h 361971"/>
                <a:gd name="connsiteX62" fmla="*/ 152720 w 362313"/>
                <a:gd name="connsiteY62" fmla="*/ 173006 h 361971"/>
                <a:gd name="connsiteX63" fmla="*/ 149525 w 362313"/>
                <a:gd name="connsiteY63" fmla="*/ 174921 h 361971"/>
                <a:gd name="connsiteX64" fmla="*/ 146330 w 362313"/>
                <a:gd name="connsiteY64" fmla="*/ 175560 h 361971"/>
                <a:gd name="connsiteX65" fmla="*/ 141217 w 362313"/>
                <a:gd name="connsiteY65" fmla="*/ 173006 h 361971"/>
                <a:gd name="connsiteX66" fmla="*/ 127160 w 362313"/>
                <a:gd name="connsiteY66" fmla="*/ 151939 h 361971"/>
                <a:gd name="connsiteX67" fmla="*/ 123965 w 362313"/>
                <a:gd name="connsiteY67" fmla="*/ 151939 h 361971"/>
                <a:gd name="connsiteX68" fmla="*/ 104795 w 362313"/>
                <a:gd name="connsiteY68" fmla="*/ 146193 h 361971"/>
                <a:gd name="connsiteX69" fmla="*/ 77957 w 362313"/>
                <a:gd name="connsiteY69" fmla="*/ 109804 h 361971"/>
                <a:gd name="connsiteX70" fmla="*/ 95210 w 362313"/>
                <a:gd name="connsiteY70" fmla="*/ 67032 h 361971"/>
                <a:gd name="connsiteX71" fmla="*/ 101600 w 362313"/>
                <a:gd name="connsiteY71" fmla="*/ 67032 h 361971"/>
                <a:gd name="connsiteX72" fmla="*/ 104795 w 362313"/>
                <a:gd name="connsiteY72" fmla="*/ 72139 h 361971"/>
                <a:gd name="connsiteX73" fmla="*/ 119492 w 362313"/>
                <a:gd name="connsiteY73" fmla="*/ 107889 h 361971"/>
                <a:gd name="connsiteX74" fmla="*/ 118853 w 362313"/>
                <a:gd name="connsiteY74" fmla="*/ 97036 h 361971"/>
                <a:gd name="connsiteX75" fmla="*/ 121409 w 362313"/>
                <a:gd name="connsiteY75" fmla="*/ 91929 h 361971"/>
                <a:gd name="connsiteX76" fmla="*/ 127160 w 362313"/>
                <a:gd name="connsiteY76" fmla="*/ 90652 h 361971"/>
                <a:gd name="connsiteX77" fmla="*/ 146330 w 362313"/>
                <a:gd name="connsiteY77" fmla="*/ 115550 h 361971"/>
                <a:gd name="connsiteX78" fmla="*/ 138022 w 362313"/>
                <a:gd name="connsiteY78" fmla="*/ 146193 h 361971"/>
                <a:gd name="connsiteX79" fmla="*/ 148247 w 362313"/>
                <a:gd name="connsiteY79" fmla="*/ 160876 h 361971"/>
                <a:gd name="connsiteX80" fmla="*/ 158470 w 362313"/>
                <a:gd name="connsiteY80" fmla="*/ 155131 h 361971"/>
                <a:gd name="connsiteX81" fmla="*/ 159110 w 362313"/>
                <a:gd name="connsiteY81" fmla="*/ 154492 h 361971"/>
                <a:gd name="connsiteX82" fmla="*/ 180835 w 362313"/>
                <a:gd name="connsiteY82" fmla="*/ 137256 h 361971"/>
                <a:gd name="connsiteX83" fmla="*/ 182752 w 362313"/>
                <a:gd name="connsiteY83" fmla="*/ 137256 h 361971"/>
                <a:gd name="connsiteX84" fmla="*/ 206395 w 362313"/>
                <a:gd name="connsiteY84" fmla="*/ 154492 h 361971"/>
                <a:gd name="connsiteX85" fmla="*/ 207034 w 362313"/>
                <a:gd name="connsiteY85" fmla="*/ 154492 h 361971"/>
                <a:gd name="connsiteX86" fmla="*/ 216619 w 362313"/>
                <a:gd name="connsiteY86" fmla="*/ 160876 h 361971"/>
                <a:gd name="connsiteX87" fmla="*/ 226204 w 362313"/>
                <a:gd name="connsiteY87" fmla="*/ 146832 h 361971"/>
                <a:gd name="connsiteX88" fmla="*/ 217897 w 362313"/>
                <a:gd name="connsiteY88" fmla="*/ 116188 h 361971"/>
                <a:gd name="connsiteX89" fmla="*/ 237067 w 362313"/>
                <a:gd name="connsiteY89" fmla="*/ 91291 h 361971"/>
                <a:gd name="connsiteX90" fmla="*/ 242818 w 362313"/>
                <a:gd name="connsiteY90" fmla="*/ 92568 h 361971"/>
                <a:gd name="connsiteX91" fmla="*/ 245374 w 362313"/>
                <a:gd name="connsiteY91" fmla="*/ 97675 h 361971"/>
                <a:gd name="connsiteX92" fmla="*/ 244735 w 362313"/>
                <a:gd name="connsiteY92" fmla="*/ 108528 h 361971"/>
                <a:gd name="connsiteX93" fmla="*/ 259431 w 362313"/>
                <a:gd name="connsiteY93" fmla="*/ 72777 h 361971"/>
                <a:gd name="connsiteX94" fmla="*/ 262626 w 362313"/>
                <a:gd name="connsiteY94" fmla="*/ 67670 h 361971"/>
                <a:gd name="connsiteX95" fmla="*/ 269016 w 362313"/>
                <a:gd name="connsiteY95" fmla="*/ 67670 h 361971"/>
                <a:gd name="connsiteX96" fmla="*/ 286269 w 362313"/>
                <a:gd name="connsiteY96" fmla="*/ 11108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362313" h="361971">
                  <a:moveTo>
                    <a:pt x="181474" y="0"/>
                  </a:moveTo>
                  <a:cubicBezTo>
                    <a:pt x="81152" y="0"/>
                    <a:pt x="0" y="81076"/>
                    <a:pt x="0" y="180667"/>
                  </a:cubicBezTo>
                  <a:cubicBezTo>
                    <a:pt x="0" y="280257"/>
                    <a:pt x="81152" y="361971"/>
                    <a:pt x="180835" y="361971"/>
                  </a:cubicBezTo>
                  <a:cubicBezTo>
                    <a:pt x="281157" y="361971"/>
                    <a:pt x="362310" y="280895"/>
                    <a:pt x="362310" y="181305"/>
                  </a:cubicBezTo>
                  <a:cubicBezTo>
                    <a:pt x="362948" y="81076"/>
                    <a:pt x="281796" y="0"/>
                    <a:pt x="181474" y="0"/>
                  </a:cubicBezTo>
                  <a:close/>
                  <a:moveTo>
                    <a:pt x="286269" y="111081"/>
                  </a:moveTo>
                  <a:cubicBezTo>
                    <a:pt x="284352" y="125764"/>
                    <a:pt x="274128" y="139171"/>
                    <a:pt x="259431" y="147470"/>
                  </a:cubicBezTo>
                  <a:cubicBezTo>
                    <a:pt x="252403" y="151300"/>
                    <a:pt x="246013" y="153216"/>
                    <a:pt x="240261" y="153216"/>
                  </a:cubicBezTo>
                  <a:cubicBezTo>
                    <a:pt x="238984" y="153216"/>
                    <a:pt x="237706" y="153216"/>
                    <a:pt x="237067" y="152577"/>
                  </a:cubicBezTo>
                  <a:lnTo>
                    <a:pt x="223009" y="173644"/>
                  </a:lnTo>
                  <a:cubicBezTo>
                    <a:pt x="221731" y="175560"/>
                    <a:pt x="219814" y="176198"/>
                    <a:pt x="217897" y="176198"/>
                  </a:cubicBezTo>
                  <a:cubicBezTo>
                    <a:pt x="216619" y="176198"/>
                    <a:pt x="215341" y="175560"/>
                    <a:pt x="214702" y="174921"/>
                  </a:cubicBezTo>
                  <a:lnTo>
                    <a:pt x="213424" y="174283"/>
                  </a:lnTo>
                  <a:cubicBezTo>
                    <a:pt x="214063" y="176198"/>
                    <a:pt x="214063" y="178752"/>
                    <a:pt x="214063" y="181305"/>
                  </a:cubicBezTo>
                  <a:lnTo>
                    <a:pt x="241540" y="181305"/>
                  </a:lnTo>
                  <a:cubicBezTo>
                    <a:pt x="245374" y="181305"/>
                    <a:pt x="247929" y="183859"/>
                    <a:pt x="247929" y="187689"/>
                  </a:cubicBezTo>
                  <a:lnTo>
                    <a:pt x="247929" y="206203"/>
                  </a:lnTo>
                  <a:cubicBezTo>
                    <a:pt x="247929" y="210033"/>
                    <a:pt x="245374" y="212587"/>
                    <a:pt x="241540" y="212587"/>
                  </a:cubicBezTo>
                  <a:cubicBezTo>
                    <a:pt x="237706" y="212587"/>
                    <a:pt x="235150" y="210033"/>
                    <a:pt x="235150" y="206203"/>
                  </a:cubicBezTo>
                  <a:lnTo>
                    <a:pt x="235150" y="194073"/>
                  </a:lnTo>
                  <a:lnTo>
                    <a:pt x="214063" y="194073"/>
                  </a:lnTo>
                  <a:cubicBezTo>
                    <a:pt x="214063" y="197903"/>
                    <a:pt x="213424" y="201095"/>
                    <a:pt x="212146" y="204287"/>
                  </a:cubicBezTo>
                  <a:lnTo>
                    <a:pt x="222370" y="204287"/>
                  </a:lnTo>
                  <a:cubicBezTo>
                    <a:pt x="226204" y="204287"/>
                    <a:pt x="228760" y="206841"/>
                    <a:pt x="228760" y="210671"/>
                  </a:cubicBezTo>
                  <a:lnTo>
                    <a:pt x="228760" y="230462"/>
                  </a:lnTo>
                  <a:cubicBezTo>
                    <a:pt x="228760" y="234292"/>
                    <a:pt x="226204" y="236846"/>
                    <a:pt x="222370" y="236846"/>
                  </a:cubicBezTo>
                  <a:cubicBezTo>
                    <a:pt x="218536" y="236846"/>
                    <a:pt x="215980" y="234292"/>
                    <a:pt x="215980" y="230462"/>
                  </a:cubicBezTo>
                  <a:lnTo>
                    <a:pt x="215980" y="217055"/>
                  </a:lnTo>
                  <a:lnTo>
                    <a:pt x="207034" y="217055"/>
                  </a:lnTo>
                  <a:cubicBezTo>
                    <a:pt x="205756" y="218971"/>
                    <a:pt x="203839" y="220886"/>
                    <a:pt x="202561" y="222801"/>
                  </a:cubicBezTo>
                  <a:cubicBezTo>
                    <a:pt x="198088" y="227270"/>
                    <a:pt x="193615" y="229185"/>
                    <a:pt x="189781" y="229823"/>
                  </a:cubicBezTo>
                  <a:cubicBezTo>
                    <a:pt x="189142" y="275788"/>
                    <a:pt x="177640" y="298770"/>
                    <a:pt x="151442" y="305154"/>
                  </a:cubicBezTo>
                  <a:cubicBezTo>
                    <a:pt x="148247" y="305793"/>
                    <a:pt x="145052" y="306431"/>
                    <a:pt x="141857" y="306431"/>
                  </a:cubicBezTo>
                  <a:cubicBezTo>
                    <a:pt x="136106" y="306431"/>
                    <a:pt x="130355" y="305154"/>
                    <a:pt x="125882" y="301962"/>
                  </a:cubicBezTo>
                  <a:cubicBezTo>
                    <a:pt x="116297" y="296217"/>
                    <a:pt x="109907" y="284725"/>
                    <a:pt x="106712" y="268127"/>
                  </a:cubicBezTo>
                  <a:cubicBezTo>
                    <a:pt x="99044" y="232377"/>
                    <a:pt x="121409" y="225355"/>
                    <a:pt x="122687" y="224716"/>
                  </a:cubicBezTo>
                  <a:cubicBezTo>
                    <a:pt x="125882" y="223439"/>
                    <a:pt x="129716" y="225355"/>
                    <a:pt x="130355" y="229185"/>
                  </a:cubicBezTo>
                  <a:cubicBezTo>
                    <a:pt x="131633" y="232377"/>
                    <a:pt x="129716" y="236207"/>
                    <a:pt x="125882" y="236846"/>
                  </a:cubicBezTo>
                  <a:cubicBezTo>
                    <a:pt x="125243" y="236846"/>
                    <a:pt x="115019" y="241314"/>
                    <a:pt x="118214" y="262382"/>
                  </a:cubicBezTo>
                  <a:cubicBezTo>
                    <a:pt x="125243" y="260466"/>
                    <a:pt x="125243" y="252167"/>
                    <a:pt x="125243" y="250252"/>
                  </a:cubicBezTo>
                  <a:cubicBezTo>
                    <a:pt x="125243" y="247060"/>
                    <a:pt x="127799" y="243868"/>
                    <a:pt x="131633" y="243868"/>
                  </a:cubicBezTo>
                  <a:cubicBezTo>
                    <a:pt x="134828" y="243868"/>
                    <a:pt x="138022" y="246422"/>
                    <a:pt x="138022" y="249614"/>
                  </a:cubicBezTo>
                  <a:cubicBezTo>
                    <a:pt x="138662" y="258551"/>
                    <a:pt x="134189" y="271958"/>
                    <a:pt x="121409" y="275149"/>
                  </a:cubicBezTo>
                  <a:cubicBezTo>
                    <a:pt x="123965" y="282810"/>
                    <a:pt x="127799" y="288556"/>
                    <a:pt x="132272" y="291109"/>
                  </a:cubicBezTo>
                  <a:cubicBezTo>
                    <a:pt x="136745" y="293663"/>
                    <a:pt x="141857" y="294301"/>
                    <a:pt x="148247" y="293025"/>
                  </a:cubicBezTo>
                  <a:cubicBezTo>
                    <a:pt x="157832" y="290471"/>
                    <a:pt x="176362" y="286002"/>
                    <a:pt x="177001" y="229823"/>
                  </a:cubicBezTo>
                  <a:cubicBezTo>
                    <a:pt x="172528" y="228546"/>
                    <a:pt x="166138" y="224716"/>
                    <a:pt x="160387" y="217055"/>
                  </a:cubicBezTo>
                  <a:lnTo>
                    <a:pt x="151442" y="217055"/>
                  </a:lnTo>
                  <a:lnTo>
                    <a:pt x="151442" y="230462"/>
                  </a:lnTo>
                  <a:cubicBezTo>
                    <a:pt x="151442" y="234292"/>
                    <a:pt x="148885" y="236846"/>
                    <a:pt x="145052" y="236846"/>
                  </a:cubicBezTo>
                  <a:cubicBezTo>
                    <a:pt x="141217" y="236846"/>
                    <a:pt x="138662" y="234292"/>
                    <a:pt x="138662" y="230462"/>
                  </a:cubicBezTo>
                  <a:lnTo>
                    <a:pt x="138662" y="210671"/>
                  </a:lnTo>
                  <a:cubicBezTo>
                    <a:pt x="138662" y="206841"/>
                    <a:pt x="141217" y="204287"/>
                    <a:pt x="145052" y="204287"/>
                  </a:cubicBezTo>
                  <a:lnTo>
                    <a:pt x="154637" y="204287"/>
                  </a:lnTo>
                  <a:cubicBezTo>
                    <a:pt x="153997" y="201095"/>
                    <a:pt x="153358" y="197903"/>
                    <a:pt x="152720" y="194073"/>
                  </a:cubicBezTo>
                  <a:lnTo>
                    <a:pt x="134189" y="194073"/>
                  </a:lnTo>
                  <a:lnTo>
                    <a:pt x="134189" y="206203"/>
                  </a:lnTo>
                  <a:cubicBezTo>
                    <a:pt x="134189" y="210033"/>
                    <a:pt x="131633" y="212587"/>
                    <a:pt x="127799" y="212587"/>
                  </a:cubicBezTo>
                  <a:cubicBezTo>
                    <a:pt x="123965" y="212587"/>
                    <a:pt x="121409" y="210033"/>
                    <a:pt x="121409" y="206203"/>
                  </a:cubicBezTo>
                  <a:lnTo>
                    <a:pt x="121409" y="187689"/>
                  </a:lnTo>
                  <a:cubicBezTo>
                    <a:pt x="121409" y="183859"/>
                    <a:pt x="123965" y="181305"/>
                    <a:pt x="127799" y="181305"/>
                  </a:cubicBezTo>
                  <a:lnTo>
                    <a:pt x="152080" y="181305"/>
                  </a:lnTo>
                  <a:cubicBezTo>
                    <a:pt x="152080" y="178752"/>
                    <a:pt x="152720" y="175560"/>
                    <a:pt x="152720" y="173006"/>
                  </a:cubicBezTo>
                  <a:lnTo>
                    <a:pt x="149525" y="174921"/>
                  </a:lnTo>
                  <a:cubicBezTo>
                    <a:pt x="148247" y="175560"/>
                    <a:pt x="147607" y="175560"/>
                    <a:pt x="146330" y="175560"/>
                  </a:cubicBezTo>
                  <a:cubicBezTo>
                    <a:pt x="144412" y="175560"/>
                    <a:pt x="142496" y="174283"/>
                    <a:pt x="141217" y="173006"/>
                  </a:cubicBezTo>
                  <a:lnTo>
                    <a:pt x="127160" y="151939"/>
                  </a:lnTo>
                  <a:cubicBezTo>
                    <a:pt x="125882" y="151939"/>
                    <a:pt x="124604" y="151939"/>
                    <a:pt x="123965" y="151939"/>
                  </a:cubicBezTo>
                  <a:cubicBezTo>
                    <a:pt x="118214" y="151939"/>
                    <a:pt x="111824" y="150024"/>
                    <a:pt x="104795" y="146193"/>
                  </a:cubicBezTo>
                  <a:cubicBezTo>
                    <a:pt x="90098" y="137894"/>
                    <a:pt x="79874" y="124488"/>
                    <a:pt x="77957" y="109804"/>
                  </a:cubicBezTo>
                  <a:cubicBezTo>
                    <a:pt x="74123" y="80438"/>
                    <a:pt x="93932" y="67670"/>
                    <a:pt x="95210" y="67032"/>
                  </a:cubicBezTo>
                  <a:cubicBezTo>
                    <a:pt x="97127" y="65755"/>
                    <a:pt x="99683" y="65755"/>
                    <a:pt x="101600" y="67032"/>
                  </a:cubicBezTo>
                  <a:cubicBezTo>
                    <a:pt x="103517" y="68308"/>
                    <a:pt x="104795" y="70224"/>
                    <a:pt x="104795" y="72139"/>
                  </a:cubicBezTo>
                  <a:cubicBezTo>
                    <a:pt x="106073" y="93206"/>
                    <a:pt x="113741" y="103420"/>
                    <a:pt x="119492" y="107889"/>
                  </a:cubicBezTo>
                  <a:lnTo>
                    <a:pt x="118853" y="97036"/>
                  </a:lnTo>
                  <a:cubicBezTo>
                    <a:pt x="118853" y="95121"/>
                    <a:pt x="119492" y="93206"/>
                    <a:pt x="121409" y="91929"/>
                  </a:cubicBezTo>
                  <a:cubicBezTo>
                    <a:pt x="122687" y="90652"/>
                    <a:pt x="125243" y="90014"/>
                    <a:pt x="127160" y="90652"/>
                  </a:cubicBezTo>
                  <a:cubicBezTo>
                    <a:pt x="127799" y="90652"/>
                    <a:pt x="143135" y="94483"/>
                    <a:pt x="146330" y="115550"/>
                  </a:cubicBezTo>
                  <a:cubicBezTo>
                    <a:pt x="148885" y="129595"/>
                    <a:pt x="146330" y="139171"/>
                    <a:pt x="138022" y="146193"/>
                  </a:cubicBezTo>
                  <a:lnTo>
                    <a:pt x="148247" y="160876"/>
                  </a:lnTo>
                  <a:lnTo>
                    <a:pt x="158470" y="155131"/>
                  </a:lnTo>
                  <a:cubicBezTo>
                    <a:pt x="158470" y="155131"/>
                    <a:pt x="159110" y="155131"/>
                    <a:pt x="159110" y="154492"/>
                  </a:cubicBezTo>
                  <a:cubicBezTo>
                    <a:pt x="167416" y="139809"/>
                    <a:pt x="180196" y="137256"/>
                    <a:pt x="180835" y="137256"/>
                  </a:cubicBezTo>
                  <a:cubicBezTo>
                    <a:pt x="181474" y="137256"/>
                    <a:pt x="182113" y="137256"/>
                    <a:pt x="182752" y="137256"/>
                  </a:cubicBezTo>
                  <a:cubicBezTo>
                    <a:pt x="189142" y="137894"/>
                    <a:pt x="199366" y="143001"/>
                    <a:pt x="206395" y="154492"/>
                  </a:cubicBezTo>
                  <a:lnTo>
                    <a:pt x="207034" y="154492"/>
                  </a:lnTo>
                  <a:lnTo>
                    <a:pt x="216619" y="160876"/>
                  </a:lnTo>
                  <a:lnTo>
                    <a:pt x="226204" y="146832"/>
                  </a:lnTo>
                  <a:cubicBezTo>
                    <a:pt x="217897" y="140448"/>
                    <a:pt x="215980" y="130872"/>
                    <a:pt x="217897" y="116188"/>
                  </a:cubicBezTo>
                  <a:cubicBezTo>
                    <a:pt x="221731" y="95760"/>
                    <a:pt x="236428" y="91291"/>
                    <a:pt x="237067" y="91291"/>
                  </a:cubicBezTo>
                  <a:cubicBezTo>
                    <a:pt x="238984" y="90652"/>
                    <a:pt x="240901" y="91291"/>
                    <a:pt x="242818" y="92568"/>
                  </a:cubicBezTo>
                  <a:cubicBezTo>
                    <a:pt x="244096" y="93844"/>
                    <a:pt x="245374" y="95760"/>
                    <a:pt x="245374" y="97675"/>
                  </a:cubicBezTo>
                  <a:lnTo>
                    <a:pt x="244735" y="108528"/>
                  </a:lnTo>
                  <a:cubicBezTo>
                    <a:pt x="251124" y="104059"/>
                    <a:pt x="258792" y="94483"/>
                    <a:pt x="259431" y="72777"/>
                  </a:cubicBezTo>
                  <a:cubicBezTo>
                    <a:pt x="259431" y="70224"/>
                    <a:pt x="260709" y="68308"/>
                    <a:pt x="262626" y="67670"/>
                  </a:cubicBezTo>
                  <a:cubicBezTo>
                    <a:pt x="264544" y="66393"/>
                    <a:pt x="267099" y="66393"/>
                    <a:pt x="269016" y="67670"/>
                  </a:cubicBezTo>
                  <a:cubicBezTo>
                    <a:pt x="270294" y="68947"/>
                    <a:pt x="290103" y="81076"/>
                    <a:pt x="286269" y="111081"/>
                  </a:cubicBezTo>
                  <a:close/>
                </a:path>
              </a:pathLst>
            </a:custGeom>
            <a:solidFill>
              <a:srgbClr val="046A38"/>
            </a:solidFill>
            <a:ln w="6390" cap="flat">
              <a:noFill/>
              <a:prstDash val="solid"/>
              <a:miter/>
            </a:ln>
          </p:spPr>
          <p:txBody>
            <a:bodyPr rtlCol="0" anchor="ctr"/>
            <a:lstStyle/>
            <a:p>
              <a:endParaRPr lang="en-US"/>
            </a:p>
          </p:txBody>
        </p:sp>
        <p:sp>
          <p:nvSpPr>
            <p:cNvPr id="646" name="Graphic 6">
              <a:extLst>
                <a:ext uri="{FF2B5EF4-FFF2-40B4-BE49-F238E27FC236}">
                  <a16:creationId xmlns:a16="http://schemas.microsoft.com/office/drawing/2014/main" id="{DB433943-E9F9-1040-AF0C-CC2CDBC94F90}"/>
                </a:ext>
              </a:extLst>
            </p:cNvPr>
            <p:cNvSpPr/>
            <p:nvPr/>
          </p:nvSpPr>
          <p:spPr>
            <a:xfrm>
              <a:off x="4133882" y="3427722"/>
              <a:ext cx="44589" cy="51388"/>
            </a:xfrm>
            <a:custGeom>
              <a:avLst/>
              <a:gdLst>
                <a:gd name="connsiteX0" fmla="*/ 35551 w 44589"/>
                <a:gd name="connsiteY0" fmla="*/ 51072 h 51388"/>
                <a:gd name="connsiteX1" fmla="*/ 43858 w 44589"/>
                <a:gd name="connsiteY1" fmla="*/ 30005 h 51388"/>
                <a:gd name="connsiteX2" fmla="*/ 42580 w 44589"/>
                <a:gd name="connsiteY2" fmla="*/ 25536 h 51388"/>
                <a:gd name="connsiteX3" fmla="*/ 42580 w 44589"/>
                <a:gd name="connsiteY3" fmla="*/ 30005 h 51388"/>
                <a:gd name="connsiteX4" fmla="*/ 40663 w 44589"/>
                <a:gd name="connsiteY4" fmla="*/ 35112 h 51388"/>
                <a:gd name="connsiteX5" fmla="*/ 35551 w 44589"/>
                <a:gd name="connsiteY5" fmla="*/ 36389 h 51388"/>
                <a:gd name="connsiteX6" fmla="*/ 3602 w 44589"/>
                <a:gd name="connsiteY6" fmla="*/ 0 h 51388"/>
                <a:gd name="connsiteX7" fmla="*/ 407 w 44589"/>
                <a:gd name="connsiteY7" fmla="*/ 21067 h 51388"/>
                <a:gd name="connsiteX8" fmla="*/ 20215 w 44589"/>
                <a:gd name="connsiteY8" fmla="*/ 47880 h 51388"/>
                <a:gd name="connsiteX9" fmla="*/ 35551 w 44589"/>
                <a:gd name="connsiteY9" fmla="*/ 51072 h 51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589" h="51388">
                  <a:moveTo>
                    <a:pt x="35551" y="51072"/>
                  </a:moveTo>
                  <a:cubicBezTo>
                    <a:pt x="41941" y="47880"/>
                    <a:pt x="46414" y="44688"/>
                    <a:pt x="43858" y="30005"/>
                  </a:cubicBezTo>
                  <a:cubicBezTo>
                    <a:pt x="43858" y="28090"/>
                    <a:pt x="43219" y="26813"/>
                    <a:pt x="42580" y="25536"/>
                  </a:cubicBezTo>
                  <a:lnTo>
                    <a:pt x="42580" y="30005"/>
                  </a:lnTo>
                  <a:cubicBezTo>
                    <a:pt x="42580" y="31920"/>
                    <a:pt x="41941" y="33835"/>
                    <a:pt x="40663" y="35112"/>
                  </a:cubicBezTo>
                  <a:cubicBezTo>
                    <a:pt x="39385" y="36389"/>
                    <a:pt x="37468" y="37027"/>
                    <a:pt x="35551" y="36389"/>
                  </a:cubicBezTo>
                  <a:cubicBezTo>
                    <a:pt x="34273" y="36389"/>
                    <a:pt x="10631" y="32559"/>
                    <a:pt x="3602" y="0"/>
                  </a:cubicBezTo>
                  <a:cubicBezTo>
                    <a:pt x="1046" y="5107"/>
                    <a:pt x="-871" y="11491"/>
                    <a:pt x="407" y="21067"/>
                  </a:cubicBezTo>
                  <a:cubicBezTo>
                    <a:pt x="2324" y="37027"/>
                    <a:pt x="16382" y="45965"/>
                    <a:pt x="20215" y="47880"/>
                  </a:cubicBezTo>
                  <a:cubicBezTo>
                    <a:pt x="28523" y="51710"/>
                    <a:pt x="34273" y="51710"/>
                    <a:pt x="35551" y="51072"/>
                  </a:cubicBezTo>
                  <a:close/>
                </a:path>
              </a:pathLst>
            </a:custGeom>
            <a:solidFill>
              <a:srgbClr val="046A38"/>
            </a:solidFill>
            <a:ln w="6390" cap="flat">
              <a:noFill/>
              <a:prstDash val="solid"/>
              <a:miter/>
            </a:ln>
          </p:spPr>
          <p:txBody>
            <a:bodyPr rtlCol="0" anchor="ctr"/>
            <a:lstStyle/>
            <a:p>
              <a:endParaRPr lang="en-US"/>
            </a:p>
          </p:txBody>
        </p:sp>
      </p:grpSp>
      <p:grpSp>
        <p:nvGrpSpPr>
          <p:cNvPr id="647" name="Graphic 6">
            <a:extLst>
              <a:ext uri="{FF2B5EF4-FFF2-40B4-BE49-F238E27FC236}">
                <a16:creationId xmlns:a16="http://schemas.microsoft.com/office/drawing/2014/main" id="{3697D320-B241-3D4B-BB8A-876EEEF73FC3}"/>
              </a:ext>
            </a:extLst>
          </p:cNvPr>
          <p:cNvGrpSpPr/>
          <p:nvPr/>
        </p:nvGrpSpPr>
        <p:grpSpPr>
          <a:xfrm>
            <a:off x="4045469" y="2854441"/>
            <a:ext cx="362309" cy="361971"/>
            <a:chOff x="4045469" y="2854441"/>
            <a:chExt cx="362309" cy="361971"/>
          </a:xfrm>
          <a:solidFill>
            <a:srgbClr val="046A38"/>
          </a:solidFill>
        </p:grpSpPr>
        <p:sp>
          <p:nvSpPr>
            <p:cNvPr id="648" name="Graphic 6">
              <a:extLst>
                <a:ext uri="{FF2B5EF4-FFF2-40B4-BE49-F238E27FC236}">
                  <a16:creationId xmlns:a16="http://schemas.microsoft.com/office/drawing/2014/main" id="{0C674B6F-C570-6145-8C25-7E3DE94C8767}"/>
                </a:ext>
              </a:extLst>
            </p:cNvPr>
            <p:cNvSpPr/>
            <p:nvPr/>
          </p:nvSpPr>
          <p:spPr>
            <a:xfrm>
              <a:off x="4210329" y="3022339"/>
              <a:ext cx="38339" cy="111719"/>
            </a:xfrm>
            <a:custGeom>
              <a:avLst/>
              <a:gdLst>
                <a:gd name="connsiteX0" fmla="*/ 24282 w 38339"/>
                <a:gd name="connsiteY0" fmla="*/ 42773 h 111719"/>
                <a:gd name="connsiteX1" fmla="*/ 21726 w 38339"/>
                <a:gd name="connsiteY1" fmla="*/ 37027 h 111719"/>
                <a:gd name="connsiteX2" fmla="*/ 25560 w 38339"/>
                <a:gd name="connsiteY2" fmla="*/ 31920 h 111719"/>
                <a:gd name="connsiteX3" fmla="*/ 36422 w 38339"/>
                <a:gd name="connsiteY3" fmla="*/ 17237 h 111719"/>
                <a:gd name="connsiteX4" fmla="*/ 19170 w 38339"/>
                <a:gd name="connsiteY4" fmla="*/ 0 h 111719"/>
                <a:gd name="connsiteX5" fmla="*/ 0 w 38339"/>
                <a:gd name="connsiteY5" fmla="*/ 15960 h 111719"/>
                <a:gd name="connsiteX6" fmla="*/ 11502 w 38339"/>
                <a:gd name="connsiteY6" fmla="*/ 33197 h 111719"/>
                <a:gd name="connsiteX7" fmla="*/ 14058 w 38339"/>
                <a:gd name="connsiteY7" fmla="*/ 37666 h 111719"/>
                <a:gd name="connsiteX8" fmla="*/ 12780 w 38339"/>
                <a:gd name="connsiteY8" fmla="*/ 42773 h 111719"/>
                <a:gd name="connsiteX9" fmla="*/ 1278 w 38339"/>
                <a:gd name="connsiteY9" fmla="*/ 79162 h 111719"/>
                <a:gd name="connsiteX10" fmla="*/ 8946 w 38339"/>
                <a:gd name="connsiteY10" fmla="*/ 105974 h 111719"/>
                <a:gd name="connsiteX11" fmla="*/ 18531 w 38339"/>
                <a:gd name="connsiteY11" fmla="*/ 111720 h 111719"/>
                <a:gd name="connsiteX12" fmla="*/ 38340 w 38339"/>
                <a:gd name="connsiteY12" fmla="*/ 79800 h 111719"/>
                <a:gd name="connsiteX13" fmla="*/ 24282 w 38339"/>
                <a:gd name="connsiteY13" fmla="*/ 42773 h 11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339" h="111719">
                  <a:moveTo>
                    <a:pt x="24282" y="42773"/>
                  </a:moveTo>
                  <a:cubicBezTo>
                    <a:pt x="22365" y="41496"/>
                    <a:pt x="21087" y="38942"/>
                    <a:pt x="21726" y="37027"/>
                  </a:cubicBezTo>
                  <a:cubicBezTo>
                    <a:pt x="21726" y="34474"/>
                    <a:pt x="23004" y="32558"/>
                    <a:pt x="25560" y="31920"/>
                  </a:cubicBezTo>
                  <a:cubicBezTo>
                    <a:pt x="26199" y="31920"/>
                    <a:pt x="36422" y="26813"/>
                    <a:pt x="36422" y="17237"/>
                  </a:cubicBezTo>
                  <a:cubicBezTo>
                    <a:pt x="36422" y="5746"/>
                    <a:pt x="30032" y="0"/>
                    <a:pt x="19170" y="0"/>
                  </a:cubicBezTo>
                  <a:cubicBezTo>
                    <a:pt x="7029" y="0"/>
                    <a:pt x="0" y="8299"/>
                    <a:pt x="0" y="15960"/>
                  </a:cubicBezTo>
                  <a:cubicBezTo>
                    <a:pt x="0" y="24259"/>
                    <a:pt x="1917" y="27451"/>
                    <a:pt x="11502" y="33197"/>
                  </a:cubicBezTo>
                  <a:cubicBezTo>
                    <a:pt x="12780" y="34474"/>
                    <a:pt x="14058" y="35750"/>
                    <a:pt x="14058" y="37666"/>
                  </a:cubicBezTo>
                  <a:cubicBezTo>
                    <a:pt x="14058" y="39581"/>
                    <a:pt x="14058" y="41496"/>
                    <a:pt x="12780" y="42773"/>
                  </a:cubicBezTo>
                  <a:cubicBezTo>
                    <a:pt x="12780" y="42773"/>
                    <a:pt x="3195" y="54264"/>
                    <a:pt x="1278" y="79162"/>
                  </a:cubicBezTo>
                  <a:cubicBezTo>
                    <a:pt x="0" y="94483"/>
                    <a:pt x="5751" y="102782"/>
                    <a:pt x="8946" y="105974"/>
                  </a:cubicBezTo>
                  <a:cubicBezTo>
                    <a:pt x="12780" y="109805"/>
                    <a:pt x="16614" y="111720"/>
                    <a:pt x="18531" y="111720"/>
                  </a:cubicBezTo>
                  <a:cubicBezTo>
                    <a:pt x="20447" y="111720"/>
                    <a:pt x="38340" y="111081"/>
                    <a:pt x="38340" y="79800"/>
                  </a:cubicBezTo>
                  <a:cubicBezTo>
                    <a:pt x="37062" y="51072"/>
                    <a:pt x="24921" y="42773"/>
                    <a:pt x="24282" y="42773"/>
                  </a:cubicBezTo>
                  <a:close/>
                </a:path>
              </a:pathLst>
            </a:custGeom>
            <a:solidFill>
              <a:srgbClr val="046A38"/>
            </a:solidFill>
            <a:ln w="6390" cap="flat">
              <a:noFill/>
              <a:prstDash val="solid"/>
              <a:miter/>
            </a:ln>
          </p:spPr>
          <p:txBody>
            <a:bodyPr rtlCol="0" anchor="ctr"/>
            <a:lstStyle/>
            <a:p>
              <a:endParaRPr lang="en-US"/>
            </a:p>
          </p:txBody>
        </p:sp>
        <p:sp>
          <p:nvSpPr>
            <p:cNvPr id="649" name="Graphic 6">
              <a:extLst>
                <a:ext uri="{FF2B5EF4-FFF2-40B4-BE49-F238E27FC236}">
                  <a16:creationId xmlns:a16="http://schemas.microsoft.com/office/drawing/2014/main" id="{AB1F352A-DE7F-1544-B629-3C5BA294A105}"/>
                </a:ext>
              </a:extLst>
            </p:cNvPr>
            <p:cNvSpPr/>
            <p:nvPr/>
          </p:nvSpPr>
          <p:spPr>
            <a:xfrm>
              <a:off x="4045469" y="2854441"/>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181474 w 362309"/>
                <a:gd name="connsiteY4" fmla="*/ 0 h 361971"/>
                <a:gd name="connsiteX5" fmla="*/ 303522 w 362309"/>
                <a:gd name="connsiteY5" fmla="*/ 143640 h 361971"/>
                <a:gd name="connsiteX6" fmla="*/ 213424 w 362309"/>
                <a:gd name="connsiteY6" fmla="*/ 180028 h 361971"/>
                <a:gd name="connsiteX7" fmla="*/ 213424 w 362309"/>
                <a:gd name="connsiteY7" fmla="*/ 181305 h 361971"/>
                <a:gd name="connsiteX8" fmla="*/ 297771 w 362309"/>
                <a:gd name="connsiteY8" fmla="*/ 217694 h 361971"/>
                <a:gd name="connsiteX9" fmla="*/ 299049 w 362309"/>
                <a:gd name="connsiteY9" fmla="*/ 226631 h 361971"/>
                <a:gd name="connsiteX10" fmla="*/ 293937 w 362309"/>
                <a:gd name="connsiteY10" fmla="*/ 229185 h 361971"/>
                <a:gd name="connsiteX11" fmla="*/ 290103 w 362309"/>
                <a:gd name="connsiteY11" fmla="*/ 227908 h 361971"/>
                <a:gd name="connsiteX12" fmla="*/ 211507 w 362309"/>
                <a:gd name="connsiteY12" fmla="*/ 194073 h 361971"/>
                <a:gd name="connsiteX13" fmla="*/ 210868 w 362309"/>
                <a:gd name="connsiteY13" fmla="*/ 195988 h 361971"/>
                <a:gd name="connsiteX14" fmla="*/ 263266 w 362309"/>
                <a:gd name="connsiteY14" fmla="*/ 270042 h 361971"/>
                <a:gd name="connsiteX15" fmla="*/ 259432 w 362309"/>
                <a:gd name="connsiteY15" fmla="*/ 278342 h 361971"/>
                <a:gd name="connsiteX16" fmla="*/ 257515 w 362309"/>
                <a:gd name="connsiteY16" fmla="*/ 278980 h 361971"/>
                <a:gd name="connsiteX17" fmla="*/ 251764 w 362309"/>
                <a:gd name="connsiteY17" fmla="*/ 274511 h 361971"/>
                <a:gd name="connsiteX18" fmla="*/ 203839 w 362309"/>
                <a:gd name="connsiteY18" fmla="*/ 206841 h 361971"/>
                <a:gd name="connsiteX19" fmla="*/ 215341 w 362309"/>
                <a:gd name="connsiteY19" fmla="*/ 247060 h 361971"/>
                <a:gd name="connsiteX20" fmla="*/ 182752 w 362309"/>
                <a:gd name="connsiteY20" fmla="*/ 291748 h 361971"/>
                <a:gd name="connsiteX21" fmla="*/ 164221 w 362309"/>
                <a:gd name="connsiteY21" fmla="*/ 282172 h 361971"/>
                <a:gd name="connsiteX22" fmla="*/ 153358 w 362309"/>
                <a:gd name="connsiteY22" fmla="*/ 245145 h 361971"/>
                <a:gd name="connsiteX23" fmla="*/ 164221 w 362309"/>
                <a:gd name="connsiteY23" fmla="*/ 207479 h 361971"/>
                <a:gd name="connsiteX24" fmla="*/ 164221 w 362309"/>
                <a:gd name="connsiteY24" fmla="*/ 207479 h 361971"/>
                <a:gd name="connsiteX25" fmla="*/ 113741 w 362309"/>
                <a:gd name="connsiteY25" fmla="*/ 278342 h 361971"/>
                <a:gd name="connsiteX26" fmla="*/ 107990 w 362309"/>
                <a:gd name="connsiteY26" fmla="*/ 282810 h 361971"/>
                <a:gd name="connsiteX27" fmla="*/ 106073 w 362309"/>
                <a:gd name="connsiteY27" fmla="*/ 282172 h 361971"/>
                <a:gd name="connsiteX28" fmla="*/ 102239 w 362309"/>
                <a:gd name="connsiteY28" fmla="*/ 273873 h 361971"/>
                <a:gd name="connsiteX29" fmla="*/ 156553 w 362309"/>
                <a:gd name="connsiteY29" fmla="*/ 197265 h 361971"/>
                <a:gd name="connsiteX30" fmla="*/ 155915 w 362309"/>
                <a:gd name="connsiteY30" fmla="*/ 195988 h 361971"/>
                <a:gd name="connsiteX31" fmla="*/ 74762 w 362309"/>
                <a:gd name="connsiteY31" fmla="*/ 230462 h 361971"/>
                <a:gd name="connsiteX32" fmla="*/ 70929 w 362309"/>
                <a:gd name="connsiteY32" fmla="*/ 231738 h 361971"/>
                <a:gd name="connsiteX33" fmla="*/ 65817 w 362309"/>
                <a:gd name="connsiteY33" fmla="*/ 229185 h 361971"/>
                <a:gd name="connsiteX34" fmla="*/ 67094 w 362309"/>
                <a:gd name="connsiteY34" fmla="*/ 220247 h 361971"/>
                <a:gd name="connsiteX35" fmla="*/ 152720 w 362309"/>
                <a:gd name="connsiteY35" fmla="*/ 183220 h 361971"/>
                <a:gd name="connsiteX36" fmla="*/ 152720 w 362309"/>
                <a:gd name="connsiteY36" fmla="*/ 182582 h 361971"/>
                <a:gd name="connsiteX37" fmla="*/ 152720 w 362309"/>
                <a:gd name="connsiteY37" fmla="*/ 181305 h 361971"/>
                <a:gd name="connsiteX38" fmla="*/ 60704 w 362309"/>
                <a:gd name="connsiteY38" fmla="*/ 144278 h 361971"/>
                <a:gd name="connsiteX39" fmla="*/ 58149 w 362309"/>
                <a:gd name="connsiteY39" fmla="*/ 135341 h 361971"/>
                <a:gd name="connsiteX40" fmla="*/ 67094 w 362309"/>
                <a:gd name="connsiteY40" fmla="*/ 132787 h 361971"/>
                <a:gd name="connsiteX41" fmla="*/ 154637 w 362309"/>
                <a:gd name="connsiteY41" fmla="*/ 168537 h 361971"/>
                <a:gd name="connsiteX42" fmla="*/ 125882 w 362309"/>
                <a:gd name="connsiteY42" fmla="*/ 76608 h 361971"/>
                <a:gd name="connsiteX43" fmla="*/ 130994 w 362309"/>
                <a:gd name="connsiteY43" fmla="*/ 69585 h 361971"/>
                <a:gd name="connsiteX44" fmla="*/ 138023 w 362309"/>
                <a:gd name="connsiteY44" fmla="*/ 74693 h 361971"/>
                <a:gd name="connsiteX45" fmla="*/ 164221 w 362309"/>
                <a:gd name="connsiteY45" fmla="*/ 160238 h 361971"/>
                <a:gd name="connsiteX46" fmla="*/ 167416 w 362309"/>
                <a:gd name="connsiteY46" fmla="*/ 158323 h 361971"/>
                <a:gd name="connsiteX47" fmla="*/ 167416 w 362309"/>
                <a:gd name="connsiteY47" fmla="*/ 141724 h 361971"/>
                <a:gd name="connsiteX48" fmla="*/ 173806 w 362309"/>
                <a:gd name="connsiteY48" fmla="*/ 135341 h 361971"/>
                <a:gd name="connsiteX49" fmla="*/ 180196 w 362309"/>
                <a:gd name="connsiteY49" fmla="*/ 141724 h 361971"/>
                <a:gd name="connsiteX50" fmla="*/ 180196 w 362309"/>
                <a:gd name="connsiteY50" fmla="*/ 153854 h 361971"/>
                <a:gd name="connsiteX51" fmla="*/ 185308 w 362309"/>
                <a:gd name="connsiteY51" fmla="*/ 153216 h 361971"/>
                <a:gd name="connsiteX52" fmla="*/ 189142 w 362309"/>
                <a:gd name="connsiteY52" fmla="*/ 153216 h 361971"/>
                <a:gd name="connsiteX53" fmla="*/ 189142 w 362309"/>
                <a:gd name="connsiteY53" fmla="*/ 141086 h 361971"/>
                <a:gd name="connsiteX54" fmla="*/ 195532 w 362309"/>
                <a:gd name="connsiteY54" fmla="*/ 134702 h 361971"/>
                <a:gd name="connsiteX55" fmla="*/ 201922 w 362309"/>
                <a:gd name="connsiteY55" fmla="*/ 141086 h 361971"/>
                <a:gd name="connsiteX56" fmla="*/ 201922 w 362309"/>
                <a:gd name="connsiteY56" fmla="*/ 157046 h 361971"/>
                <a:gd name="connsiteX57" fmla="*/ 203200 w 362309"/>
                <a:gd name="connsiteY57" fmla="*/ 157684 h 361971"/>
                <a:gd name="connsiteX58" fmla="*/ 228760 w 362309"/>
                <a:gd name="connsiteY58" fmla="*/ 74054 h 361971"/>
                <a:gd name="connsiteX59" fmla="*/ 235789 w 362309"/>
                <a:gd name="connsiteY59" fmla="*/ 68947 h 361971"/>
                <a:gd name="connsiteX60" fmla="*/ 240901 w 362309"/>
                <a:gd name="connsiteY60" fmla="*/ 75969 h 361971"/>
                <a:gd name="connsiteX61" fmla="*/ 212146 w 362309"/>
                <a:gd name="connsiteY61" fmla="*/ 165984 h 361971"/>
                <a:gd name="connsiteX62" fmla="*/ 298410 w 362309"/>
                <a:gd name="connsiteY62" fmla="*/ 130872 h 361971"/>
                <a:gd name="connsiteX63" fmla="*/ 307356 w 362309"/>
                <a:gd name="connsiteY63" fmla="*/ 133425 h 361971"/>
                <a:gd name="connsiteX64" fmla="*/ 303522 w 362309"/>
                <a:gd name="connsiteY64" fmla="*/ 1436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81715"/>
                    <a:pt x="281157" y="0"/>
                    <a:pt x="181474" y="0"/>
                  </a:cubicBezTo>
                  <a:close/>
                  <a:moveTo>
                    <a:pt x="303522" y="143640"/>
                  </a:moveTo>
                  <a:cubicBezTo>
                    <a:pt x="253042" y="171091"/>
                    <a:pt x="221731" y="178113"/>
                    <a:pt x="213424" y="180028"/>
                  </a:cubicBezTo>
                  <a:cubicBezTo>
                    <a:pt x="213424" y="180667"/>
                    <a:pt x="213424" y="180667"/>
                    <a:pt x="213424" y="181305"/>
                  </a:cubicBezTo>
                  <a:cubicBezTo>
                    <a:pt x="222370" y="183859"/>
                    <a:pt x="269017" y="197903"/>
                    <a:pt x="297771" y="217694"/>
                  </a:cubicBezTo>
                  <a:cubicBezTo>
                    <a:pt x="300966" y="219609"/>
                    <a:pt x="301605" y="223439"/>
                    <a:pt x="299049" y="226631"/>
                  </a:cubicBezTo>
                  <a:cubicBezTo>
                    <a:pt x="297771" y="228546"/>
                    <a:pt x="295854" y="229185"/>
                    <a:pt x="293937" y="229185"/>
                  </a:cubicBezTo>
                  <a:cubicBezTo>
                    <a:pt x="292659" y="229185"/>
                    <a:pt x="291381" y="228546"/>
                    <a:pt x="290103" y="227908"/>
                  </a:cubicBezTo>
                  <a:cubicBezTo>
                    <a:pt x="265182" y="210671"/>
                    <a:pt x="223648" y="197903"/>
                    <a:pt x="211507" y="194073"/>
                  </a:cubicBezTo>
                  <a:cubicBezTo>
                    <a:pt x="211507" y="194711"/>
                    <a:pt x="210868" y="195350"/>
                    <a:pt x="210868" y="195988"/>
                  </a:cubicBezTo>
                  <a:cubicBezTo>
                    <a:pt x="219814" y="204287"/>
                    <a:pt x="249847" y="233654"/>
                    <a:pt x="263266" y="270042"/>
                  </a:cubicBezTo>
                  <a:cubicBezTo>
                    <a:pt x="264544" y="273234"/>
                    <a:pt x="262627" y="277065"/>
                    <a:pt x="259432" y="278342"/>
                  </a:cubicBezTo>
                  <a:cubicBezTo>
                    <a:pt x="258792" y="278342"/>
                    <a:pt x="258154" y="278980"/>
                    <a:pt x="257515" y="278980"/>
                  </a:cubicBezTo>
                  <a:cubicBezTo>
                    <a:pt x="254959" y="278980"/>
                    <a:pt x="252403" y="277065"/>
                    <a:pt x="251764" y="274511"/>
                  </a:cubicBezTo>
                  <a:cubicBezTo>
                    <a:pt x="240262" y="241953"/>
                    <a:pt x="212785" y="215140"/>
                    <a:pt x="203839" y="206841"/>
                  </a:cubicBezTo>
                  <a:cubicBezTo>
                    <a:pt x="208951" y="213863"/>
                    <a:pt x="215341" y="225993"/>
                    <a:pt x="215341" y="247060"/>
                  </a:cubicBezTo>
                  <a:cubicBezTo>
                    <a:pt x="215341" y="282172"/>
                    <a:pt x="194893" y="291748"/>
                    <a:pt x="182752" y="291748"/>
                  </a:cubicBezTo>
                  <a:cubicBezTo>
                    <a:pt x="176363" y="291748"/>
                    <a:pt x="169333" y="287918"/>
                    <a:pt x="164221" y="282172"/>
                  </a:cubicBezTo>
                  <a:cubicBezTo>
                    <a:pt x="155915" y="273234"/>
                    <a:pt x="152081" y="259828"/>
                    <a:pt x="153358" y="245145"/>
                  </a:cubicBezTo>
                  <a:cubicBezTo>
                    <a:pt x="154637" y="226631"/>
                    <a:pt x="160388" y="213863"/>
                    <a:pt x="164221" y="207479"/>
                  </a:cubicBezTo>
                  <a:lnTo>
                    <a:pt x="164221" y="207479"/>
                  </a:lnTo>
                  <a:cubicBezTo>
                    <a:pt x="157193" y="213863"/>
                    <a:pt x="126521" y="243230"/>
                    <a:pt x="113741" y="278342"/>
                  </a:cubicBezTo>
                  <a:cubicBezTo>
                    <a:pt x="113102" y="280895"/>
                    <a:pt x="110546" y="282810"/>
                    <a:pt x="107990" y="282810"/>
                  </a:cubicBezTo>
                  <a:cubicBezTo>
                    <a:pt x="107351" y="282810"/>
                    <a:pt x="106712" y="282810"/>
                    <a:pt x="106073" y="282172"/>
                  </a:cubicBezTo>
                  <a:cubicBezTo>
                    <a:pt x="102878" y="280895"/>
                    <a:pt x="100961" y="277065"/>
                    <a:pt x="102239" y="273873"/>
                  </a:cubicBezTo>
                  <a:cubicBezTo>
                    <a:pt x="116297" y="234930"/>
                    <a:pt x="148886" y="204287"/>
                    <a:pt x="156553" y="197265"/>
                  </a:cubicBezTo>
                  <a:cubicBezTo>
                    <a:pt x="156553" y="196627"/>
                    <a:pt x="155915" y="195988"/>
                    <a:pt x="155915" y="195988"/>
                  </a:cubicBezTo>
                  <a:cubicBezTo>
                    <a:pt x="146330" y="198542"/>
                    <a:pt x="100961" y="212587"/>
                    <a:pt x="74762" y="230462"/>
                  </a:cubicBezTo>
                  <a:cubicBezTo>
                    <a:pt x="73484" y="231100"/>
                    <a:pt x="72207" y="231738"/>
                    <a:pt x="70929" y="231738"/>
                  </a:cubicBezTo>
                  <a:cubicBezTo>
                    <a:pt x="69012" y="231738"/>
                    <a:pt x="67094" y="231100"/>
                    <a:pt x="65817" y="229185"/>
                  </a:cubicBezTo>
                  <a:cubicBezTo>
                    <a:pt x="63899" y="225993"/>
                    <a:pt x="64539" y="222163"/>
                    <a:pt x="67094" y="220247"/>
                  </a:cubicBezTo>
                  <a:cubicBezTo>
                    <a:pt x="96488" y="199819"/>
                    <a:pt x="146330" y="185135"/>
                    <a:pt x="152720" y="183220"/>
                  </a:cubicBezTo>
                  <a:cubicBezTo>
                    <a:pt x="152720" y="183220"/>
                    <a:pt x="152720" y="183220"/>
                    <a:pt x="152720" y="182582"/>
                  </a:cubicBezTo>
                  <a:cubicBezTo>
                    <a:pt x="152720" y="181944"/>
                    <a:pt x="152720" y="181944"/>
                    <a:pt x="152720" y="181305"/>
                  </a:cubicBezTo>
                  <a:cubicBezTo>
                    <a:pt x="145691" y="180028"/>
                    <a:pt x="113102" y="173006"/>
                    <a:pt x="60704" y="144278"/>
                  </a:cubicBezTo>
                  <a:cubicBezTo>
                    <a:pt x="57509" y="142363"/>
                    <a:pt x="56232" y="138533"/>
                    <a:pt x="58149" y="135341"/>
                  </a:cubicBezTo>
                  <a:cubicBezTo>
                    <a:pt x="60066" y="132149"/>
                    <a:pt x="63899" y="130872"/>
                    <a:pt x="67094" y="132787"/>
                  </a:cubicBezTo>
                  <a:cubicBezTo>
                    <a:pt x="116297" y="160238"/>
                    <a:pt x="147608" y="167260"/>
                    <a:pt x="154637" y="168537"/>
                  </a:cubicBezTo>
                  <a:cubicBezTo>
                    <a:pt x="148886" y="160238"/>
                    <a:pt x="134828" y="135341"/>
                    <a:pt x="125882" y="76608"/>
                  </a:cubicBezTo>
                  <a:cubicBezTo>
                    <a:pt x="125243" y="73416"/>
                    <a:pt x="127799" y="69585"/>
                    <a:pt x="130994" y="69585"/>
                  </a:cubicBezTo>
                  <a:cubicBezTo>
                    <a:pt x="134828" y="68947"/>
                    <a:pt x="138023" y="71501"/>
                    <a:pt x="138023" y="74693"/>
                  </a:cubicBezTo>
                  <a:cubicBezTo>
                    <a:pt x="146969" y="129595"/>
                    <a:pt x="159110" y="153216"/>
                    <a:pt x="164221" y="160238"/>
                  </a:cubicBezTo>
                  <a:cubicBezTo>
                    <a:pt x="164861" y="159600"/>
                    <a:pt x="166138" y="158961"/>
                    <a:pt x="167416" y="158323"/>
                  </a:cubicBezTo>
                  <a:lnTo>
                    <a:pt x="167416" y="141724"/>
                  </a:lnTo>
                  <a:cubicBezTo>
                    <a:pt x="167416" y="137894"/>
                    <a:pt x="169973" y="135341"/>
                    <a:pt x="173806" y="135341"/>
                  </a:cubicBezTo>
                  <a:cubicBezTo>
                    <a:pt x="177641" y="135341"/>
                    <a:pt x="180196" y="137894"/>
                    <a:pt x="180196" y="141724"/>
                  </a:cubicBezTo>
                  <a:lnTo>
                    <a:pt x="180196" y="153854"/>
                  </a:lnTo>
                  <a:cubicBezTo>
                    <a:pt x="182113" y="153854"/>
                    <a:pt x="183391" y="153216"/>
                    <a:pt x="185308" y="153216"/>
                  </a:cubicBezTo>
                  <a:cubicBezTo>
                    <a:pt x="186586" y="153216"/>
                    <a:pt x="187864" y="153216"/>
                    <a:pt x="189142" y="153216"/>
                  </a:cubicBezTo>
                  <a:lnTo>
                    <a:pt x="189142" y="141086"/>
                  </a:lnTo>
                  <a:cubicBezTo>
                    <a:pt x="189142" y="137256"/>
                    <a:pt x="191698" y="134702"/>
                    <a:pt x="195532" y="134702"/>
                  </a:cubicBezTo>
                  <a:cubicBezTo>
                    <a:pt x="199366" y="134702"/>
                    <a:pt x="201922" y="137256"/>
                    <a:pt x="201922" y="141086"/>
                  </a:cubicBezTo>
                  <a:lnTo>
                    <a:pt x="201922" y="157046"/>
                  </a:lnTo>
                  <a:cubicBezTo>
                    <a:pt x="202561" y="157046"/>
                    <a:pt x="202561" y="157684"/>
                    <a:pt x="203200" y="157684"/>
                  </a:cubicBezTo>
                  <a:cubicBezTo>
                    <a:pt x="208312" y="150662"/>
                    <a:pt x="220453" y="127041"/>
                    <a:pt x="228760" y="74054"/>
                  </a:cubicBezTo>
                  <a:cubicBezTo>
                    <a:pt x="229399" y="70862"/>
                    <a:pt x="232594" y="68309"/>
                    <a:pt x="235789" y="68947"/>
                  </a:cubicBezTo>
                  <a:cubicBezTo>
                    <a:pt x="238984" y="69585"/>
                    <a:pt x="241540" y="72777"/>
                    <a:pt x="240901" y="75969"/>
                  </a:cubicBezTo>
                  <a:cubicBezTo>
                    <a:pt x="231955" y="132787"/>
                    <a:pt x="217897" y="157684"/>
                    <a:pt x="212146" y="165984"/>
                  </a:cubicBezTo>
                  <a:cubicBezTo>
                    <a:pt x="219814" y="164707"/>
                    <a:pt x="250486" y="157684"/>
                    <a:pt x="298410" y="130872"/>
                  </a:cubicBezTo>
                  <a:cubicBezTo>
                    <a:pt x="301605" y="128957"/>
                    <a:pt x="305439" y="130233"/>
                    <a:pt x="307356" y="133425"/>
                  </a:cubicBezTo>
                  <a:cubicBezTo>
                    <a:pt x="307356" y="138533"/>
                    <a:pt x="306717" y="142363"/>
                    <a:pt x="303522" y="143640"/>
                  </a:cubicBezTo>
                  <a:close/>
                </a:path>
              </a:pathLst>
            </a:custGeom>
            <a:solidFill>
              <a:srgbClr val="046A38"/>
            </a:solidFill>
            <a:ln w="6390" cap="flat">
              <a:noFill/>
              <a:prstDash val="solid"/>
              <a:miter/>
            </a:ln>
          </p:spPr>
          <p:txBody>
            <a:bodyPr rtlCol="0" anchor="ctr"/>
            <a:lstStyle/>
            <a:p>
              <a:endParaRPr lang="en-US"/>
            </a:p>
          </p:txBody>
        </p:sp>
      </p:grpSp>
      <p:grpSp>
        <p:nvGrpSpPr>
          <p:cNvPr id="650" name="Graphic 6">
            <a:extLst>
              <a:ext uri="{FF2B5EF4-FFF2-40B4-BE49-F238E27FC236}">
                <a16:creationId xmlns:a16="http://schemas.microsoft.com/office/drawing/2014/main" id="{EB8E5E38-E020-3541-AB73-1ADBB677BA81}"/>
              </a:ext>
            </a:extLst>
          </p:cNvPr>
          <p:cNvGrpSpPr/>
          <p:nvPr/>
        </p:nvGrpSpPr>
        <p:grpSpPr>
          <a:xfrm>
            <a:off x="4046108" y="1891736"/>
            <a:ext cx="362309" cy="361971"/>
            <a:chOff x="4046108" y="1891736"/>
            <a:chExt cx="362309" cy="361971"/>
          </a:xfrm>
          <a:solidFill>
            <a:srgbClr val="046A38"/>
          </a:solidFill>
        </p:grpSpPr>
        <p:sp>
          <p:nvSpPr>
            <p:cNvPr id="651" name="Graphic 6">
              <a:extLst>
                <a:ext uri="{FF2B5EF4-FFF2-40B4-BE49-F238E27FC236}">
                  <a16:creationId xmlns:a16="http://schemas.microsoft.com/office/drawing/2014/main" id="{2D98DA52-2A24-8340-8694-6B7F1D86CA6B}"/>
                </a:ext>
              </a:extLst>
            </p:cNvPr>
            <p:cNvSpPr/>
            <p:nvPr/>
          </p:nvSpPr>
          <p:spPr>
            <a:xfrm>
              <a:off x="4119592" y="1972813"/>
              <a:ext cx="215979" cy="200457"/>
            </a:xfrm>
            <a:custGeom>
              <a:avLst/>
              <a:gdLst>
                <a:gd name="connsiteX0" fmla="*/ 193615 w 215979"/>
                <a:gd name="connsiteY0" fmla="*/ 36389 h 200457"/>
                <a:gd name="connsiteX1" fmla="*/ 182752 w 215979"/>
                <a:gd name="connsiteY1" fmla="*/ 38942 h 200457"/>
                <a:gd name="connsiteX2" fmla="*/ 176362 w 215979"/>
                <a:gd name="connsiteY2" fmla="*/ 38304 h 200457"/>
                <a:gd name="connsiteX3" fmla="*/ 173167 w 215979"/>
                <a:gd name="connsiteY3" fmla="*/ 32558 h 200457"/>
                <a:gd name="connsiteX4" fmla="*/ 150802 w 215979"/>
                <a:gd name="connsiteY4" fmla="*/ 13406 h 200457"/>
                <a:gd name="connsiteX5" fmla="*/ 138662 w 215979"/>
                <a:gd name="connsiteY5" fmla="*/ 16598 h 200457"/>
                <a:gd name="connsiteX6" fmla="*/ 133549 w 215979"/>
                <a:gd name="connsiteY6" fmla="*/ 17237 h 200457"/>
                <a:gd name="connsiteX7" fmla="*/ 129716 w 215979"/>
                <a:gd name="connsiteY7" fmla="*/ 13406 h 200457"/>
                <a:gd name="connsiteX8" fmla="*/ 108629 w 215979"/>
                <a:gd name="connsiteY8" fmla="*/ 0 h 200457"/>
                <a:gd name="connsiteX9" fmla="*/ 107990 w 215979"/>
                <a:gd name="connsiteY9" fmla="*/ 0 h 200457"/>
                <a:gd name="connsiteX10" fmla="*/ 107990 w 215979"/>
                <a:gd name="connsiteY10" fmla="*/ 0 h 200457"/>
                <a:gd name="connsiteX11" fmla="*/ 86264 w 215979"/>
                <a:gd name="connsiteY11" fmla="*/ 13406 h 200457"/>
                <a:gd name="connsiteX12" fmla="*/ 82430 w 215979"/>
                <a:gd name="connsiteY12" fmla="*/ 17237 h 200457"/>
                <a:gd name="connsiteX13" fmla="*/ 77318 w 215979"/>
                <a:gd name="connsiteY13" fmla="*/ 16598 h 200457"/>
                <a:gd name="connsiteX14" fmla="*/ 65177 w 215979"/>
                <a:gd name="connsiteY14" fmla="*/ 13406 h 200457"/>
                <a:gd name="connsiteX15" fmla="*/ 42813 w 215979"/>
                <a:gd name="connsiteY15" fmla="*/ 32558 h 200457"/>
                <a:gd name="connsiteX16" fmla="*/ 39618 w 215979"/>
                <a:gd name="connsiteY16" fmla="*/ 38304 h 200457"/>
                <a:gd name="connsiteX17" fmla="*/ 33228 w 215979"/>
                <a:gd name="connsiteY17" fmla="*/ 38942 h 200457"/>
                <a:gd name="connsiteX18" fmla="*/ 22365 w 215979"/>
                <a:gd name="connsiteY18" fmla="*/ 36389 h 200457"/>
                <a:gd name="connsiteX19" fmla="*/ 0 w 215979"/>
                <a:gd name="connsiteY19" fmla="*/ 55541 h 200457"/>
                <a:gd name="connsiteX20" fmla="*/ 0 w 215979"/>
                <a:gd name="connsiteY20" fmla="*/ 56179 h 200457"/>
                <a:gd name="connsiteX21" fmla="*/ 60704 w 215979"/>
                <a:gd name="connsiteY21" fmla="*/ 105974 h 200457"/>
                <a:gd name="connsiteX22" fmla="*/ 67094 w 215979"/>
                <a:gd name="connsiteY22" fmla="*/ 113635 h 200457"/>
                <a:gd name="connsiteX23" fmla="*/ 60065 w 215979"/>
                <a:gd name="connsiteY23" fmla="*/ 120019 h 200457"/>
                <a:gd name="connsiteX24" fmla="*/ 59426 w 215979"/>
                <a:gd name="connsiteY24" fmla="*/ 120019 h 200457"/>
                <a:gd name="connsiteX25" fmla="*/ 18531 w 215979"/>
                <a:gd name="connsiteY25" fmla="*/ 132149 h 200457"/>
                <a:gd name="connsiteX26" fmla="*/ 15975 w 215979"/>
                <a:gd name="connsiteY26" fmla="*/ 134064 h 200457"/>
                <a:gd name="connsiteX27" fmla="*/ 1917 w 215979"/>
                <a:gd name="connsiteY27" fmla="*/ 148747 h 200457"/>
                <a:gd name="connsiteX28" fmla="*/ 23643 w 215979"/>
                <a:gd name="connsiteY28" fmla="*/ 164068 h 200457"/>
                <a:gd name="connsiteX29" fmla="*/ 34505 w 215979"/>
                <a:gd name="connsiteY29" fmla="*/ 161515 h 200457"/>
                <a:gd name="connsiteX30" fmla="*/ 40895 w 215979"/>
                <a:gd name="connsiteY30" fmla="*/ 161515 h 200457"/>
                <a:gd name="connsiteX31" fmla="*/ 44090 w 215979"/>
                <a:gd name="connsiteY31" fmla="*/ 167260 h 200457"/>
                <a:gd name="connsiteX32" fmla="*/ 66455 w 215979"/>
                <a:gd name="connsiteY32" fmla="*/ 186412 h 200457"/>
                <a:gd name="connsiteX33" fmla="*/ 78596 w 215979"/>
                <a:gd name="connsiteY33" fmla="*/ 183220 h 200457"/>
                <a:gd name="connsiteX34" fmla="*/ 81791 w 215979"/>
                <a:gd name="connsiteY34" fmla="*/ 182582 h 200457"/>
                <a:gd name="connsiteX35" fmla="*/ 83708 w 215979"/>
                <a:gd name="connsiteY35" fmla="*/ 183220 h 200457"/>
                <a:gd name="connsiteX36" fmla="*/ 87542 w 215979"/>
                <a:gd name="connsiteY36" fmla="*/ 187051 h 200457"/>
                <a:gd name="connsiteX37" fmla="*/ 107990 w 215979"/>
                <a:gd name="connsiteY37" fmla="*/ 200457 h 200457"/>
                <a:gd name="connsiteX38" fmla="*/ 128438 w 215979"/>
                <a:gd name="connsiteY38" fmla="*/ 187051 h 200457"/>
                <a:gd name="connsiteX39" fmla="*/ 132272 w 215979"/>
                <a:gd name="connsiteY39" fmla="*/ 183220 h 200457"/>
                <a:gd name="connsiteX40" fmla="*/ 137384 w 215979"/>
                <a:gd name="connsiteY40" fmla="*/ 183859 h 200457"/>
                <a:gd name="connsiteX41" fmla="*/ 149524 w 215979"/>
                <a:gd name="connsiteY41" fmla="*/ 187051 h 200457"/>
                <a:gd name="connsiteX42" fmla="*/ 171889 w 215979"/>
                <a:gd name="connsiteY42" fmla="*/ 167899 h 200457"/>
                <a:gd name="connsiteX43" fmla="*/ 175084 w 215979"/>
                <a:gd name="connsiteY43" fmla="*/ 162153 h 200457"/>
                <a:gd name="connsiteX44" fmla="*/ 181474 w 215979"/>
                <a:gd name="connsiteY44" fmla="*/ 161515 h 200457"/>
                <a:gd name="connsiteX45" fmla="*/ 209590 w 215979"/>
                <a:gd name="connsiteY45" fmla="*/ 157684 h 200457"/>
                <a:gd name="connsiteX46" fmla="*/ 214702 w 215979"/>
                <a:gd name="connsiteY46" fmla="*/ 146193 h 200457"/>
                <a:gd name="connsiteX47" fmla="*/ 204478 w 215979"/>
                <a:gd name="connsiteY47" fmla="*/ 136617 h 200457"/>
                <a:gd name="connsiteX48" fmla="*/ 161665 w 215979"/>
                <a:gd name="connsiteY48" fmla="*/ 119381 h 200457"/>
                <a:gd name="connsiteX49" fmla="*/ 156553 w 215979"/>
                <a:gd name="connsiteY49" fmla="*/ 119381 h 200457"/>
                <a:gd name="connsiteX50" fmla="*/ 155914 w 215979"/>
                <a:gd name="connsiteY50" fmla="*/ 119381 h 200457"/>
                <a:gd name="connsiteX51" fmla="*/ 148885 w 215979"/>
                <a:gd name="connsiteY51" fmla="*/ 112997 h 200457"/>
                <a:gd name="connsiteX52" fmla="*/ 155275 w 215979"/>
                <a:gd name="connsiteY52" fmla="*/ 105336 h 200457"/>
                <a:gd name="connsiteX53" fmla="*/ 155275 w 215979"/>
                <a:gd name="connsiteY53" fmla="*/ 105336 h 200457"/>
                <a:gd name="connsiteX54" fmla="*/ 215980 w 215979"/>
                <a:gd name="connsiteY54" fmla="*/ 55541 h 200457"/>
                <a:gd name="connsiteX55" fmla="*/ 215980 w 215979"/>
                <a:gd name="connsiteY55" fmla="*/ 54902 h 200457"/>
                <a:gd name="connsiteX56" fmla="*/ 193615 w 215979"/>
                <a:gd name="connsiteY56" fmla="*/ 36389 h 200457"/>
                <a:gd name="connsiteX57" fmla="*/ 81791 w 215979"/>
                <a:gd name="connsiteY57" fmla="*/ 24259 h 200457"/>
                <a:gd name="connsiteX58" fmla="*/ 88820 w 215979"/>
                <a:gd name="connsiteY58" fmla="*/ 29366 h 200457"/>
                <a:gd name="connsiteX59" fmla="*/ 106712 w 215979"/>
                <a:gd name="connsiteY59" fmla="*/ 72777 h 200457"/>
                <a:gd name="connsiteX60" fmla="*/ 107990 w 215979"/>
                <a:gd name="connsiteY60" fmla="*/ 74693 h 200457"/>
                <a:gd name="connsiteX61" fmla="*/ 108629 w 215979"/>
                <a:gd name="connsiteY61" fmla="*/ 72777 h 200457"/>
                <a:gd name="connsiteX62" fmla="*/ 126521 w 215979"/>
                <a:gd name="connsiteY62" fmla="*/ 29366 h 200457"/>
                <a:gd name="connsiteX63" fmla="*/ 133549 w 215979"/>
                <a:gd name="connsiteY63" fmla="*/ 24259 h 200457"/>
                <a:gd name="connsiteX64" fmla="*/ 138662 w 215979"/>
                <a:gd name="connsiteY64" fmla="*/ 31281 h 200457"/>
                <a:gd name="connsiteX65" fmla="*/ 118853 w 215979"/>
                <a:gd name="connsiteY65" fmla="*/ 80438 h 200457"/>
                <a:gd name="connsiteX66" fmla="*/ 113741 w 215979"/>
                <a:gd name="connsiteY66" fmla="*/ 82992 h 200457"/>
                <a:gd name="connsiteX67" fmla="*/ 109907 w 215979"/>
                <a:gd name="connsiteY67" fmla="*/ 81715 h 200457"/>
                <a:gd name="connsiteX68" fmla="*/ 107351 w 215979"/>
                <a:gd name="connsiteY68" fmla="*/ 77885 h 200457"/>
                <a:gd name="connsiteX69" fmla="*/ 104795 w 215979"/>
                <a:gd name="connsiteY69" fmla="*/ 81715 h 200457"/>
                <a:gd name="connsiteX70" fmla="*/ 100961 w 215979"/>
                <a:gd name="connsiteY70" fmla="*/ 82992 h 200457"/>
                <a:gd name="connsiteX71" fmla="*/ 95849 w 215979"/>
                <a:gd name="connsiteY71" fmla="*/ 80438 h 200457"/>
                <a:gd name="connsiteX72" fmla="*/ 76040 w 215979"/>
                <a:gd name="connsiteY72" fmla="*/ 31281 h 200457"/>
                <a:gd name="connsiteX73" fmla="*/ 81791 w 215979"/>
                <a:gd name="connsiteY73" fmla="*/ 24259 h 200457"/>
                <a:gd name="connsiteX74" fmla="*/ 37062 w 215979"/>
                <a:gd name="connsiteY74" fmla="*/ 52349 h 200457"/>
                <a:gd name="connsiteX75" fmla="*/ 38340 w 215979"/>
                <a:gd name="connsiteY75" fmla="*/ 43411 h 200457"/>
                <a:gd name="connsiteX76" fmla="*/ 47285 w 215979"/>
                <a:gd name="connsiteY76" fmla="*/ 44688 h 200457"/>
                <a:gd name="connsiteX77" fmla="*/ 84986 w 215979"/>
                <a:gd name="connsiteY77" fmla="*/ 82353 h 200457"/>
                <a:gd name="connsiteX78" fmla="*/ 86903 w 215979"/>
                <a:gd name="connsiteY78" fmla="*/ 91291 h 200457"/>
                <a:gd name="connsiteX79" fmla="*/ 81791 w 215979"/>
                <a:gd name="connsiteY79" fmla="*/ 93845 h 200457"/>
                <a:gd name="connsiteX80" fmla="*/ 77957 w 215979"/>
                <a:gd name="connsiteY80" fmla="*/ 92568 h 200457"/>
                <a:gd name="connsiteX81" fmla="*/ 37062 w 215979"/>
                <a:gd name="connsiteY81" fmla="*/ 52349 h 200457"/>
                <a:gd name="connsiteX82" fmla="*/ 138022 w 215979"/>
                <a:gd name="connsiteY82" fmla="*/ 153854 h 200457"/>
                <a:gd name="connsiteX83" fmla="*/ 139939 w 215979"/>
                <a:gd name="connsiteY83" fmla="*/ 162792 h 200457"/>
                <a:gd name="connsiteX84" fmla="*/ 130994 w 215979"/>
                <a:gd name="connsiteY84" fmla="*/ 164707 h 200457"/>
                <a:gd name="connsiteX85" fmla="*/ 83069 w 215979"/>
                <a:gd name="connsiteY85" fmla="*/ 165345 h 200457"/>
                <a:gd name="connsiteX86" fmla="*/ 80513 w 215979"/>
                <a:gd name="connsiteY86" fmla="*/ 165984 h 200457"/>
                <a:gd name="connsiteX87" fmla="*/ 74762 w 215979"/>
                <a:gd name="connsiteY87" fmla="*/ 162153 h 200457"/>
                <a:gd name="connsiteX88" fmla="*/ 77957 w 215979"/>
                <a:gd name="connsiteY88" fmla="*/ 153854 h 200457"/>
                <a:gd name="connsiteX89" fmla="*/ 87542 w 215979"/>
                <a:gd name="connsiteY89" fmla="*/ 150024 h 200457"/>
                <a:gd name="connsiteX90" fmla="*/ 74123 w 215979"/>
                <a:gd name="connsiteY90" fmla="*/ 123211 h 200457"/>
                <a:gd name="connsiteX91" fmla="*/ 107990 w 215979"/>
                <a:gd name="connsiteY91" fmla="*/ 89376 h 200457"/>
                <a:gd name="connsiteX92" fmla="*/ 141857 w 215979"/>
                <a:gd name="connsiteY92" fmla="*/ 123211 h 200457"/>
                <a:gd name="connsiteX93" fmla="*/ 129077 w 215979"/>
                <a:gd name="connsiteY93" fmla="*/ 149385 h 200457"/>
                <a:gd name="connsiteX94" fmla="*/ 138022 w 215979"/>
                <a:gd name="connsiteY94" fmla="*/ 153854 h 200457"/>
                <a:gd name="connsiteX95" fmla="*/ 178918 w 215979"/>
                <a:gd name="connsiteY95" fmla="*/ 52349 h 200457"/>
                <a:gd name="connsiteX96" fmla="*/ 138662 w 215979"/>
                <a:gd name="connsiteY96" fmla="*/ 92568 h 200457"/>
                <a:gd name="connsiteX97" fmla="*/ 134828 w 215979"/>
                <a:gd name="connsiteY97" fmla="*/ 93845 h 200457"/>
                <a:gd name="connsiteX98" fmla="*/ 129716 w 215979"/>
                <a:gd name="connsiteY98" fmla="*/ 91291 h 200457"/>
                <a:gd name="connsiteX99" fmla="*/ 131633 w 215979"/>
                <a:gd name="connsiteY99" fmla="*/ 82353 h 200457"/>
                <a:gd name="connsiteX100" fmla="*/ 169333 w 215979"/>
                <a:gd name="connsiteY100" fmla="*/ 44688 h 200457"/>
                <a:gd name="connsiteX101" fmla="*/ 178279 w 215979"/>
                <a:gd name="connsiteY101" fmla="*/ 43411 h 200457"/>
                <a:gd name="connsiteX102" fmla="*/ 178918 w 215979"/>
                <a:gd name="connsiteY102" fmla="*/ 52349 h 200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215979" h="200457">
                  <a:moveTo>
                    <a:pt x="193615" y="36389"/>
                  </a:moveTo>
                  <a:cubicBezTo>
                    <a:pt x="189781" y="36389"/>
                    <a:pt x="185947" y="37027"/>
                    <a:pt x="182752" y="38942"/>
                  </a:cubicBezTo>
                  <a:cubicBezTo>
                    <a:pt x="180835" y="40219"/>
                    <a:pt x="178279" y="39581"/>
                    <a:pt x="176362" y="38304"/>
                  </a:cubicBezTo>
                  <a:cubicBezTo>
                    <a:pt x="174445" y="37027"/>
                    <a:pt x="173167" y="35112"/>
                    <a:pt x="173167" y="32558"/>
                  </a:cubicBezTo>
                  <a:cubicBezTo>
                    <a:pt x="173167" y="21706"/>
                    <a:pt x="162943" y="13406"/>
                    <a:pt x="150802" y="13406"/>
                  </a:cubicBezTo>
                  <a:cubicBezTo>
                    <a:pt x="146329" y="13406"/>
                    <a:pt x="141857" y="14683"/>
                    <a:pt x="138662" y="16598"/>
                  </a:cubicBezTo>
                  <a:cubicBezTo>
                    <a:pt x="136744" y="17237"/>
                    <a:pt x="134828" y="17875"/>
                    <a:pt x="133549" y="17237"/>
                  </a:cubicBezTo>
                  <a:cubicBezTo>
                    <a:pt x="131633" y="16598"/>
                    <a:pt x="130354" y="15322"/>
                    <a:pt x="129716" y="13406"/>
                  </a:cubicBezTo>
                  <a:cubicBezTo>
                    <a:pt x="126521" y="5746"/>
                    <a:pt x="118214" y="0"/>
                    <a:pt x="108629" y="0"/>
                  </a:cubicBezTo>
                  <a:lnTo>
                    <a:pt x="107990" y="0"/>
                  </a:lnTo>
                  <a:lnTo>
                    <a:pt x="107990" y="0"/>
                  </a:lnTo>
                  <a:cubicBezTo>
                    <a:pt x="97766" y="0"/>
                    <a:pt x="89459" y="5107"/>
                    <a:pt x="86264" y="13406"/>
                  </a:cubicBezTo>
                  <a:cubicBezTo>
                    <a:pt x="85625" y="15322"/>
                    <a:pt x="84347" y="16598"/>
                    <a:pt x="82430" y="17237"/>
                  </a:cubicBezTo>
                  <a:cubicBezTo>
                    <a:pt x="80513" y="17875"/>
                    <a:pt x="78596" y="17875"/>
                    <a:pt x="77318" y="16598"/>
                  </a:cubicBezTo>
                  <a:cubicBezTo>
                    <a:pt x="73484" y="14683"/>
                    <a:pt x="69650" y="13406"/>
                    <a:pt x="65177" y="13406"/>
                  </a:cubicBezTo>
                  <a:cubicBezTo>
                    <a:pt x="53036" y="13406"/>
                    <a:pt x="42813" y="21706"/>
                    <a:pt x="42813" y="32558"/>
                  </a:cubicBezTo>
                  <a:cubicBezTo>
                    <a:pt x="42813" y="34473"/>
                    <a:pt x="41535" y="37027"/>
                    <a:pt x="39618" y="38304"/>
                  </a:cubicBezTo>
                  <a:cubicBezTo>
                    <a:pt x="37700" y="39581"/>
                    <a:pt x="35145" y="39581"/>
                    <a:pt x="33228" y="38942"/>
                  </a:cubicBezTo>
                  <a:cubicBezTo>
                    <a:pt x="30033" y="37027"/>
                    <a:pt x="26199" y="36389"/>
                    <a:pt x="22365" y="36389"/>
                  </a:cubicBezTo>
                  <a:cubicBezTo>
                    <a:pt x="10224" y="36389"/>
                    <a:pt x="0" y="44688"/>
                    <a:pt x="0" y="55541"/>
                  </a:cubicBezTo>
                  <a:lnTo>
                    <a:pt x="0" y="56179"/>
                  </a:lnTo>
                  <a:cubicBezTo>
                    <a:pt x="0" y="57456"/>
                    <a:pt x="2556" y="88737"/>
                    <a:pt x="60704" y="105974"/>
                  </a:cubicBezTo>
                  <a:cubicBezTo>
                    <a:pt x="67094" y="107889"/>
                    <a:pt x="67733" y="111720"/>
                    <a:pt x="67094" y="113635"/>
                  </a:cubicBezTo>
                  <a:cubicBezTo>
                    <a:pt x="67094" y="114273"/>
                    <a:pt x="66455" y="119381"/>
                    <a:pt x="60065" y="120019"/>
                  </a:cubicBezTo>
                  <a:lnTo>
                    <a:pt x="59426" y="120019"/>
                  </a:lnTo>
                  <a:cubicBezTo>
                    <a:pt x="42173" y="118742"/>
                    <a:pt x="27477" y="125765"/>
                    <a:pt x="18531" y="132149"/>
                  </a:cubicBezTo>
                  <a:lnTo>
                    <a:pt x="15975" y="134064"/>
                  </a:lnTo>
                  <a:cubicBezTo>
                    <a:pt x="10224" y="137894"/>
                    <a:pt x="639" y="143640"/>
                    <a:pt x="1917" y="148747"/>
                  </a:cubicBezTo>
                  <a:cubicBezTo>
                    <a:pt x="3195" y="157046"/>
                    <a:pt x="13419" y="164068"/>
                    <a:pt x="23643" y="164068"/>
                  </a:cubicBezTo>
                  <a:cubicBezTo>
                    <a:pt x="27477" y="164068"/>
                    <a:pt x="31310" y="163430"/>
                    <a:pt x="34505" y="161515"/>
                  </a:cubicBezTo>
                  <a:cubicBezTo>
                    <a:pt x="36423" y="160238"/>
                    <a:pt x="38978" y="160876"/>
                    <a:pt x="40895" y="161515"/>
                  </a:cubicBezTo>
                  <a:cubicBezTo>
                    <a:pt x="42813" y="162792"/>
                    <a:pt x="44090" y="164707"/>
                    <a:pt x="44090" y="167260"/>
                  </a:cubicBezTo>
                  <a:cubicBezTo>
                    <a:pt x="44090" y="178113"/>
                    <a:pt x="54314" y="186412"/>
                    <a:pt x="66455" y="186412"/>
                  </a:cubicBezTo>
                  <a:cubicBezTo>
                    <a:pt x="70928" y="186412"/>
                    <a:pt x="75401" y="185135"/>
                    <a:pt x="78596" y="183220"/>
                  </a:cubicBezTo>
                  <a:cubicBezTo>
                    <a:pt x="79874" y="182582"/>
                    <a:pt x="80513" y="182582"/>
                    <a:pt x="81791" y="182582"/>
                  </a:cubicBezTo>
                  <a:cubicBezTo>
                    <a:pt x="82430" y="182582"/>
                    <a:pt x="83069" y="182582"/>
                    <a:pt x="83708" y="183220"/>
                  </a:cubicBezTo>
                  <a:cubicBezTo>
                    <a:pt x="85625" y="183859"/>
                    <a:pt x="86903" y="185135"/>
                    <a:pt x="87542" y="187051"/>
                  </a:cubicBezTo>
                  <a:cubicBezTo>
                    <a:pt x="90737" y="194711"/>
                    <a:pt x="99044" y="199819"/>
                    <a:pt x="107990" y="200457"/>
                  </a:cubicBezTo>
                  <a:cubicBezTo>
                    <a:pt x="116936" y="200457"/>
                    <a:pt x="125243" y="194711"/>
                    <a:pt x="128438" y="187051"/>
                  </a:cubicBezTo>
                  <a:cubicBezTo>
                    <a:pt x="129077" y="185135"/>
                    <a:pt x="130354" y="183859"/>
                    <a:pt x="132272" y="183220"/>
                  </a:cubicBezTo>
                  <a:cubicBezTo>
                    <a:pt x="134189" y="182582"/>
                    <a:pt x="136106" y="182582"/>
                    <a:pt x="137384" y="183859"/>
                  </a:cubicBezTo>
                  <a:cubicBezTo>
                    <a:pt x="141217" y="185774"/>
                    <a:pt x="145052" y="187051"/>
                    <a:pt x="149524" y="187051"/>
                  </a:cubicBezTo>
                  <a:cubicBezTo>
                    <a:pt x="161665" y="187051"/>
                    <a:pt x="171889" y="178752"/>
                    <a:pt x="171889" y="167899"/>
                  </a:cubicBezTo>
                  <a:cubicBezTo>
                    <a:pt x="171889" y="165984"/>
                    <a:pt x="173167" y="163430"/>
                    <a:pt x="175084" y="162153"/>
                  </a:cubicBezTo>
                  <a:cubicBezTo>
                    <a:pt x="177001" y="160876"/>
                    <a:pt x="179557" y="160876"/>
                    <a:pt x="181474" y="161515"/>
                  </a:cubicBezTo>
                  <a:cubicBezTo>
                    <a:pt x="190420" y="165984"/>
                    <a:pt x="202561" y="164068"/>
                    <a:pt x="209590" y="157684"/>
                  </a:cubicBezTo>
                  <a:cubicBezTo>
                    <a:pt x="213424" y="153854"/>
                    <a:pt x="216619" y="148747"/>
                    <a:pt x="214702" y="146193"/>
                  </a:cubicBezTo>
                  <a:cubicBezTo>
                    <a:pt x="212146" y="143001"/>
                    <a:pt x="208312" y="139809"/>
                    <a:pt x="204478" y="136617"/>
                  </a:cubicBezTo>
                  <a:cubicBezTo>
                    <a:pt x="194893" y="128957"/>
                    <a:pt x="179557" y="120019"/>
                    <a:pt x="161665" y="119381"/>
                  </a:cubicBezTo>
                  <a:cubicBezTo>
                    <a:pt x="159748" y="119381"/>
                    <a:pt x="158470" y="119381"/>
                    <a:pt x="156553" y="119381"/>
                  </a:cubicBezTo>
                  <a:lnTo>
                    <a:pt x="155914" y="119381"/>
                  </a:lnTo>
                  <a:cubicBezTo>
                    <a:pt x="149524" y="118742"/>
                    <a:pt x="148885" y="114273"/>
                    <a:pt x="148885" y="112997"/>
                  </a:cubicBezTo>
                  <a:cubicBezTo>
                    <a:pt x="148885" y="111081"/>
                    <a:pt x="148885" y="107251"/>
                    <a:pt x="155275" y="105336"/>
                  </a:cubicBezTo>
                  <a:lnTo>
                    <a:pt x="155275" y="105336"/>
                  </a:lnTo>
                  <a:cubicBezTo>
                    <a:pt x="213424" y="88737"/>
                    <a:pt x="215980" y="56817"/>
                    <a:pt x="215980" y="55541"/>
                  </a:cubicBezTo>
                  <a:lnTo>
                    <a:pt x="215980" y="54902"/>
                  </a:lnTo>
                  <a:cubicBezTo>
                    <a:pt x="215980" y="44688"/>
                    <a:pt x="205756" y="36389"/>
                    <a:pt x="193615" y="36389"/>
                  </a:cubicBezTo>
                  <a:close/>
                  <a:moveTo>
                    <a:pt x="81791" y="24259"/>
                  </a:moveTo>
                  <a:cubicBezTo>
                    <a:pt x="84986" y="23621"/>
                    <a:pt x="88820" y="26174"/>
                    <a:pt x="88820" y="29366"/>
                  </a:cubicBezTo>
                  <a:cubicBezTo>
                    <a:pt x="88820" y="29366"/>
                    <a:pt x="93293" y="54264"/>
                    <a:pt x="106712" y="72777"/>
                  </a:cubicBezTo>
                  <a:cubicBezTo>
                    <a:pt x="107351" y="73416"/>
                    <a:pt x="107351" y="74054"/>
                    <a:pt x="107990" y="74693"/>
                  </a:cubicBezTo>
                  <a:cubicBezTo>
                    <a:pt x="107990" y="74054"/>
                    <a:pt x="108629" y="73416"/>
                    <a:pt x="108629" y="72777"/>
                  </a:cubicBezTo>
                  <a:cubicBezTo>
                    <a:pt x="122048" y="54264"/>
                    <a:pt x="126521" y="29366"/>
                    <a:pt x="126521" y="29366"/>
                  </a:cubicBezTo>
                  <a:cubicBezTo>
                    <a:pt x="127160" y="26174"/>
                    <a:pt x="130354" y="23621"/>
                    <a:pt x="133549" y="24259"/>
                  </a:cubicBezTo>
                  <a:cubicBezTo>
                    <a:pt x="136744" y="24897"/>
                    <a:pt x="139301" y="28089"/>
                    <a:pt x="138662" y="31281"/>
                  </a:cubicBezTo>
                  <a:cubicBezTo>
                    <a:pt x="138662" y="32558"/>
                    <a:pt x="134189" y="59371"/>
                    <a:pt x="118853" y="80438"/>
                  </a:cubicBezTo>
                  <a:cubicBezTo>
                    <a:pt x="117575" y="82353"/>
                    <a:pt x="115658" y="82992"/>
                    <a:pt x="113741" y="82992"/>
                  </a:cubicBezTo>
                  <a:cubicBezTo>
                    <a:pt x="112463" y="82992"/>
                    <a:pt x="111185" y="82353"/>
                    <a:pt x="109907" y="81715"/>
                  </a:cubicBezTo>
                  <a:cubicBezTo>
                    <a:pt x="108629" y="81077"/>
                    <a:pt x="107990" y="79161"/>
                    <a:pt x="107351" y="77885"/>
                  </a:cubicBezTo>
                  <a:cubicBezTo>
                    <a:pt x="106712" y="79161"/>
                    <a:pt x="106073" y="80438"/>
                    <a:pt x="104795" y="81715"/>
                  </a:cubicBezTo>
                  <a:cubicBezTo>
                    <a:pt x="103517" y="82353"/>
                    <a:pt x="102239" y="82992"/>
                    <a:pt x="100961" y="82992"/>
                  </a:cubicBezTo>
                  <a:cubicBezTo>
                    <a:pt x="99044" y="82992"/>
                    <a:pt x="97127" y="82353"/>
                    <a:pt x="95849" y="80438"/>
                  </a:cubicBezTo>
                  <a:cubicBezTo>
                    <a:pt x="80513" y="59371"/>
                    <a:pt x="76040" y="32558"/>
                    <a:pt x="76040" y="31281"/>
                  </a:cubicBezTo>
                  <a:cubicBezTo>
                    <a:pt x="76040" y="28089"/>
                    <a:pt x="78596" y="24897"/>
                    <a:pt x="81791" y="24259"/>
                  </a:cubicBezTo>
                  <a:close/>
                  <a:moveTo>
                    <a:pt x="37062" y="52349"/>
                  </a:moveTo>
                  <a:cubicBezTo>
                    <a:pt x="35145" y="49795"/>
                    <a:pt x="35783" y="45326"/>
                    <a:pt x="38340" y="43411"/>
                  </a:cubicBezTo>
                  <a:cubicBezTo>
                    <a:pt x="40895" y="41496"/>
                    <a:pt x="45368" y="42134"/>
                    <a:pt x="47285" y="44688"/>
                  </a:cubicBezTo>
                  <a:cubicBezTo>
                    <a:pt x="47285" y="44688"/>
                    <a:pt x="66455" y="70224"/>
                    <a:pt x="84986" y="82353"/>
                  </a:cubicBezTo>
                  <a:cubicBezTo>
                    <a:pt x="88181" y="84269"/>
                    <a:pt x="88820" y="88099"/>
                    <a:pt x="86903" y="91291"/>
                  </a:cubicBezTo>
                  <a:cubicBezTo>
                    <a:pt x="85625" y="93206"/>
                    <a:pt x="83708" y="93845"/>
                    <a:pt x="81791" y="93845"/>
                  </a:cubicBezTo>
                  <a:cubicBezTo>
                    <a:pt x="80513" y="93845"/>
                    <a:pt x="79235" y="93206"/>
                    <a:pt x="77957" y="92568"/>
                  </a:cubicBezTo>
                  <a:cubicBezTo>
                    <a:pt x="56870" y="79161"/>
                    <a:pt x="37700" y="52987"/>
                    <a:pt x="37062" y="52349"/>
                  </a:cubicBezTo>
                  <a:close/>
                  <a:moveTo>
                    <a:pt x="138022" y="153854"/>
                  </a:moveTo>
                  <a:cubicBezTo>
                    <a:pt x="141217" y="155769"/>
                    <a:pt x="141857" y="159600"/>
                    <a:pt x="139939" y="162792"/>
                  </a:cubicBezTo>
                  <a:cubicBezTo>
                    <a:pt x="138022" y="165984"/>
                    <a:pt x="134189" y="166622"/>
                    <a:pt x="130994" y="164707"/>
                  </a:cubicBezTo>
                  <a:cubicBezTo>
                    <a:pt x="111824" y="151939"/>
                    <a:pt x="83069" y="164707"/>
                    <a:pt x="83069" y="165345"/>
                  </a:cubicBezTo>
                  <a:cubicBezTo>
                    <a:pt x="82430" y="165984"/>
                    <a:pt x="81152" y="165984"/>
                    <a:pt x="80513" y="165984"/>
                  </a:cubicBezTo>
                  <a:cubicBezTo>
                    <a:pt x="77957" y="165984"/>
                    <a:pt x="76040" y="164707"/>
                    <a:pt x="74762" y="162153"/>
                  </a:cubicBezTo>
                  <a:cubicBezTo>
                    <a:pt x="73484" y="158961"/>
                    <a:pt x="74762" y="155131"/>
                    <a:pt x="77957" y="153854"/>
                  </a:cubicBezTo>
                  <a:cubicBezTo>
                    <a:pt x="78596" y="153854"/>
                    <a:pt x="82430" y="151939"/>
                    <a:pt x="87542" y="150024"/>
                  </a:cubicBezTo>
                  <a:cubicBezTo>
                    <a:pt x="79235" y="143640"/>
                    <a:pt x="74123" y="134064"/>
                    <a:pt x="74123" y="123211"/>
                  </a:cubicBezTo>
                  <a:cubicBezTo>
                    <a:pt x="74123" y="104697"/>
                    <a:pt x="89459" y="89376"/>
                    <a:pt x="107990" y="89376"/>
                  </a:cubicBezTo>
                  <a:cubicBezTo>
                    <a:pt x="126521" y="89376"/>
                    <a:pt x="141857" y="104697"/>
                    <a:pt x="141857" y="123211"/>
                  </a:cubicBezTo>
                  <a:cubicBezTo>
                    <a:pt x="141857" y="134064"/>
                    <a:pt x="136744" y="143001"/>
                    <a:pt x="129077" y="149385"/>
                  </a:cubicBezTo>
                  <a:cubicBezTo>
                    <a:pt x="131633" y="150662"/>
                    <a:pt x="134828" y="151939"/>
                    <a:pt x="138022" y="153854"/>
                  </a:cubicBezTo>
                  <a:close/>
                  <a:moveTo>
                    <a:pt x="178918" y="52349"/>
                  </a:moveTo>
                  <a:cubicBezTo>
                    <a:pt x="178279" y="53625"/>
                    <a:pt x="158470" y="79161"/>
                    <a:pt x="138662" y="92568"/>
                  </a:cubicBezTo>
                  <a:cubicBezTo>
                    <a:pt x="137384" y="93206"/>
                    <a:pt x="136106" y="93845"/>
                    <a:pt x="134828" y="93845"/>
                  </a:cubicBezTo>
                  <a:cubicBezTo>
                    <a:pt x="132911" y="93845"/>
                    <a:pt x="130994" y="92568"/>
                    <a:pt x="129716" y="91291"/>
                  </a:cubicBezTo>
                  <a:cubicBezTo>
                    <a:pt x="127799" y="88099"/>
                    <a:pt x="128438" y="84269"/>
                    <a:pt x="131633" y="82353"/>
                  </a:cubicBezTo>
                  <a:cubicBezTo>
                    <a:pt x="150164" y="69585"/>
                    <a:pt x="168694" y="44688"/>
                    <a:pt x="169333" y="44688"/>
                  </a:cubicBezTo>
                  <a:cubicBezTo>
                    <a:pt x="171250" y="42134"/>
                    <a:pt x="175723" y="41496"/>
                    <a:pt x="178279" y="43411"/>
                  </a:cubicBezTo>
                  <a:cubicBezTo>
                    <a:pt x="180196" y="45326"/>
                    <a:pt x="180835" y="49157"/>
                    <a:pt x="178918" y="52349"/>
                  </a:cubicBezTo>
                  <a:close/>
                </a:path>
              </a:pathLst>
            </a:custGeom>
            <a:solidFill>
              <a:srgbClr val="046A38"/>
            </a:solidFill>
            <a:ln w="6390" cap="flat">
              <a:noFill/>
              <a:prstDash val="solid"/>
              <a:miter/>
            </a:ln>
          </p:spPr>
          <p:txBody>
            <a:bodyPr rtlCol="0" anchor="ctr"/>
            <a:lstStyle/>
            <a:p>
              <a:endParaRPr lang="en-US"/>
            </a:p>
          </p:txBody>
        </p:sp>
        <p:sp>
          <p:nvSpPr>
            <p:cNvPr id="652" name="Graphic 6">
              <a:extLst>
                <a:ext uri="{FF2B5EF4-FFF2-40B4-BE49-F238E27FC236}">
                  <a16:creationId xmlns:a16="http://schemas.microsoft.com/office/drawing/2014/main" id="{3E4DA31E-BBC1-6A4F-959E-E3E31891D752}"/>
                </a:ext>
              </a:extLst>
            </p:cNvPr>
            <p:cNvSpPr/>
            <p:nvPr/>
          </p:nvSpPr>
          <p:spPr>
            <a:xfrm>
              <a:off x="4205856" y="2074956"/>
              <a:ext cx="42173" cy="42134"/>
            </a:xfrm>
            <a:custGeom>
              <a:avLst/>
              <a:gdLst>
                <a:gd name="connsiteX0" fmla="*/ 21087 w 42173"/>
                <a:gd name="connsiteY0" fmla="*/ 42134 h 42134"/>
                <a:gd name="connsiteX1" fmla="*/ 42173 w 42173"/>
                <a:gd name="connsiteY1" fmla="*/ 21067 h 42134"/>
                <a:gd name="connsiteX2" fmla="*/ 21087 w 42173"/>
                <a:gd name="connsiteY2" fmla="*/ 0 h 42134"/>
                <a:gd name="connsiteX3" fmla="*/ 0 w 42173"/>
                <a:gd name="connsiteY3" fmla="*/ 21067 h 42134"/>
                <a:gd name="connsiteX4" fmla="*/ 21087 w 42173"/>
                <a:gd name="connsiteY4" fmla="*/ 42134 h 42134"/>
                <a:gd name="connsiteX5" fmla="*/ 19170 w 42173"/>
                <a:gd name="connsiteY5" fmla="*/ 7022 h 42134"/>
                <a:gd name="connsiteX6" fmla="*/ 28115 w 42173"/>
                <a:gd name="connsiteY6" fmla="*/ 4469 h 42134"/>
                <a:gd name="connsiteX7" fmla="*/ 37700 w 42173"/>
                <a:gd name="connsiteY7" fmla="*/ 14683 h 42134"/>
                <a:gd name="connsiteX8" fmla="*/ 35145 w 42173"/>
                <a:gd name="connsiteY8" fmla="*/ 22982 h 42134"/>
                <a:gd name="connsiteX9" fmla="*/ 32589 w 42173"/>
                <a:gd name="connsiteY9" fmla="*/ 23621 h 42134"/>
                <a:gd name="connsiteX10" fmla="*/ 26838 w 42173"/>
                <a:gd name="connsiteY10" fmla="*/ 19790 h 42134"/>
                <a:gd name="connsiteX11" fmla="*/ 22365 w 42173"/>
                <a:gd name="connsiteY11" fmla="*/ 14683 h 42134"/>
                <a:gd name="connsiteX12" fmla="*/ 19170 w 42173"/>
                <a:gd name="connsiteY12" fmla="*/ 7022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173" h="42134">
                  <a:moveTo>
                    <a:pt x="21087" y="42134"/>
                  </a:moveTo>
                  <a:cubicBezTo>
                    <a:pt x="32589" y="42134"/>
                    <a:pt x="42173" y="32558"/>
                    <a:pt x="42173" y="21067"/>
                  </a:cubicBezTo>
                  <a:cubicBezTo>
                    <a:pt x="42173" y="9576"/>
                    <a:pt x="32589" y="0"/>
                    <a:pt x="21087" y="0"/>
                  </a:cubicBezTo>
                  <a:cubicBezTo>
                    <a:pt x="9585" y="0"/>
                    <a:pt x="0" y="9576"/>
                    <a:pt x="0" y="21067"/>
                  </a:cubicBezTo>
                  <a:cubicBezTo>
                    <a:pt x="0" y="32558"/>
                    <a:pt x="9585" y="42134"/>
                    <a:pt x="21087" y="42134"/>
                  </a:cubicBezTo>
                  <a:close/>
                  <a:moveTo>
                    <a:pt x="19170" y="7022"/>
                  </a:moveTo>
                  <a:cubicBezTo>
                    <a:pt x="21087" y="3830"/>
                    <a:pt x="24921" y="3192"/>
                    <a:pt x="28115" y="4469"/>
                  </a:cubicBezTo>
                  <a:cubicBezTo>
                    <a:pt x="31950" y="7022"/>
                    <a:pt x="35783" y="10853"/>
                    <a:pt x="37700" y="14683"/>
                  </a:cubicBezTo>
                  <a:cubicBezTo>
                    <a:pt x="38978" y="17875"/>
                    <a:pt x="37700" y="21706"/>
                    <a:pt x="35145" y="22982"/>
                  </a:cubicBezTo>
                  <a:cubicBezTo>
                    <a:pt x="34505" y="23621"/>
                    <a:pt x="33228" y="23621"/>
                    <a:pt x="32589" y="23621"/>
                  </a:cubicBezTo>
                  <a:cubicBezTo>
                    <a:pt x="30033" y="23621"/>
                    <a:pt x="28115" y="22344"/>
                    <a:pt x="26838" y="19790"/>
                  </a:cubicBezTo>
                  <a:cubicBezTo>
                    <a:pt x="25560" y="17875"/>
                    <a:pt x="24282" y="15960"/>
                    <a:pt x="22365" y="14683"/>
                  </a:cubicBezTo>
                  <a:cubicBezTo>
                    <a:pt x="18531" y="14045"/>
                    <a:pt x="17253" y="10214"/>
                    <a:pt x="19170" y="7022"/>
                  </a:cubicBezTo>
                  <a:close/>
                </a:path>
              </a:pathLst>
            </a:custGeom>
            <a:solidFill>
              <a:srgbClr val="046A38"/>
            </a:solidFill>
            <a:ln w="6390" cap="flat">
              <a:noFill/>
              <a:prstDash val="solid"/>
              <a:miter/>
            </a:ln>
          </p:spPr>
          <p:txBody>
            <a:bodyPr rtlCol="0" anchor="ctr"/>
            <a:lstStyle/>
            <a:p>
              <a:endParaRPr lang="en-US"/>
            </a:p>
          </p:txBody>
        </p:sp>
        <p:sp>
          <p:nvSpPr>
            <p:cNvPr id="653" name="Graphic 6">
              <a:extLst>
                <a:ext uri="{FF2B5EF4-FFF2-40B4-BE49-F238E27FC236}">
                  <a16:creationId xmlns:a16="http://schemas.microsoft.com/office/drawing/2014/main" id="{3453E458-355C-DB4F-AE12-3415C5A736BE}"/>
                </a:ext>
              </a:extLst>
            </p:cNvPr>
            <p:cNvSpPr/>
            <p:nvPr/>
          </p:nvSpPr>
          <p:spPr>
            <a:xfrm>
              <a:off x="4046108" y="189173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181474 w 362309"/>
                <a:gd name="connsiteY4" fmla="*/ 0 h 361971"/>
                <a:gd name="connsiteX5" fmla="*/ 302244 w 362309"/>
                <a:gd name="connsiteY5" fmla="*/ 137894 h 361971"/>
                <a:gd name="connsiteX6" fmla="*/ 254319 w 362309"/>
                <a:gd name="connsiteY6" fmla="*/ 190881 h 361971"/>
                <a:gd name="connsiteX7" fmla="*/ 284991 w 362309"/>
                <a:gd name="connsiteY7" fmla="*/ 207479 h 361971"/>
                <a:gd name="connsiteX8" fmla="*/ 297771 w 362309"/>
                <a:gd name="connsiteY8" fmla="*/ 218971 h 361971"/>
                <a:gd name="connsiteX9" fmla="*/ 291381 w 362309"/>
                <a:gd name="connsiteY9" fmla="*/ 247060 h 361971"/>
                <a:gd name="connsiteX10" fmla="*/ 256876 w 362309"/>
                <a:gd name="connsiteY10" fmla="*/ 255998 h 361971"/>
                <a:gd name="connsiteX11" fmla="*/ 223009 w 362309"/>
                <a:gd name="connsiteY11" fmla="*/ 279618 h 361971"/>
                <a:gd name="connsiteX12" fmla="*/ 210229 w 362309"/>
                <a:gd name="connsiteY12" fmla="*/ 277703 h 361971"/>
                <a:gd name="connsiteX13" fmla="*/ 180835 w 362309"/>
                <a:gd name="connsiteY13" fmla="*/ 293025 h 361971"/>
                <a:gd name="connsiteX14" fmla="*/ 151442 w 362309"/>
                <a:gd name="connsiteY14" fmla="*/ 277703 h 361971"/>
                <a:gd name="connsiteX15" fmla="*/ 138662 w 362309"/>
                <a:gd name="connsiteY15" fmla="*/ 279618 h 361971"/>
                <a:gd name="connsiteX16" fmla="*/ 104795 w 362309"/>
                <a:gd name="connsiteY16" fmla="*/ 255998 h 361971"/>
                <a:gd name="connsiteX17" fmla="*/ 95849 w 362309"/>
                <a:gd name="connsiteY17" fmla="*/ 257274 h 361971"/>
                <a:gd name="connsiteX18" fmla="*/ 61343 w 362309"/>
                <a:gd name="connsiteY18" fmla="*/ 231738 h 361971"/>
                <a:gd name="connsiteX19" fmla="*/ 81152 w 362309"/>
                <a:gd name="connsiteY19" fmla="*/ 203649 h 361971"/>
                <a:gd name="connsiteX20" fmla="*/ 83708 w 362309"/>
                <a:gd name="connsiteY20" fmla="*/ 202372 h 361971"/>
                <a:gd name="connsiteX21" fmla="*/ 107351 w 362309"/>
                <a:gd name="connsiteY21" fmla="*/ 190881 h 361971"/>
                <a:gd name="connsiteX22" fmla="*/ 59426 w 362309"/>
                <a:gd name="connsiteY22" fmla="*/ 137894 h 361971"/>
                <a:gd name="connsiteX23" fmla="*/ 59426 w 362309"/>
                <a:gd name="connsiteY23" fmla="*/ 136617 h 361971"/>
                <a:gd name="connsiteX24" fmla="*/ 94571 w 362309"/>
                <a:gd name="connsiteY24" fmla="*/ 104697 h 361971"/>
                <a:gd name="connsiteX25" fmla="*/ 103517 w 362309"/>
                <a:gd name="connsiteY25" fmla="*/ 105974 h 361971"/>
                <a:gd name="connsiteX26" fmla="*/ 137384 w 362309"/>
                <a:gd name="connsiteY26" fmla="*/ 82353 h 361971"/>
                <a:gd name="connsiteX27" fmla="*/ 150164 w 362309"/>
                <a:gd name="connsiteY27" fmla="*/ 84268 h 361971"/>
                <a:gd name="connsiteX28" fmla="*/ 180196 w 362309"/>
                <a:gd name="connsiteY28" fmla="*/ 68947 h 361971"/>
                <a:gd name="connsiteX29" fmla="*/ 180835 w 362309"/>
                <a:gd name="connsiteY29" fmla="*/ 68947 h 361971"/>
                <a:gd name="connsiteX30" fmla="*/ 181474 w 362309"/>
                <a:gd name="connsiteY30" fmla="*/ 68947 h 361971"/>
                <a:gd name="connsiteX31" fmla="*/ 211507 w 362309"/>
                <a:gd name="connsiteY31" fmla="*/ 84268 h 361971"/>
                <a:gd name="connsiteX32" fmla="*/ 224287 w 362309"/>
                <a:gd name="connsiteY32" fmla="*/ 82353 h 361971"/>
                <a:gd name="connsiteX33" fmla="*/ 258153 w 362309"/>
                <a:gd name="connsiteY33" fmla="*/ 105974 h 361971"/>
                <a:gd name="connsiteX34" fmla="*/ 267099 w 362309"/>
                <a:gd name="connsiteY34" fmla="*/ 104697 h 361971"/>
                <a:gd name="connsiteX35" fmla="*/ 302244 w 362309"/>
                <a:gd name="connsiteY35" fmla="*/ 136617 h 361971"/>
                <a:gd name="connsiteX36" fmla="*/ 302244 w 362309"/>
                <a:gd name="connsiteY36" fmla="*/ 13789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309" h="361971">
                  <a:moveTo>
                    <a:pt x="181474" y="0"/>
                  </a:moveTo>
                  <a:cubicBezTo>
                    <a:pt x="81152" y="0"/>
                    <a:pt x="0" y="81076"/>
                    <a:pt x="0" y="180667"/>
                  </a:cubicBezTo>
                  <a:cubicBezTo>
                    <a:pt x="0" y="280257"/>
                    <a:pt x="81152" y="361972"/>
                    <a:pt x="180835" y="361972"/>
                  </a:cubicBezTo>
                  <a:cubicBezTo>
                    <a:pt x="281157" y="361972"/>
                    <a:pt x="362310" y="280895"/>
                    <a:pt x="362310" y="181305"/>
                  </a:cubicBezTo>
                  <a:cubicBezTo>
                    <a:pt x="362310" y="81076"/>
                    <a:pt x="281157" y="0"/>
                    <a:pt x="181474" y="0"/>
                  </a:cubicBezTo>
                  <a:close/>
                  <a:moveTo>
                    <a:pt x="302244" y="137894"/>
                  </a:moveTo>
                  <a:cubicBezTo>
                    <a:pt x="302244" y="139171"/>
                    <a:pt x="300327" y="170452"/>
                    <a:pt x="254319" y="190881"/>
                  </a:cubicBezTo>
                  <a:cubicBezTo>
                    <a:pt x="267099" y="194711"/>
                    <a:pt x="277962" y="201734"/>
                    <a:pt x="284991" y="207479"/>
                  </a:cubicBezTo>
                  <a:cubicBezTo>
                    <a:pt x="289464" y="210671"/>
                    <a:pt x="293937" y="214502"/>
                    <a:pt x="297771" y="218971"/>
                  </a:cubicBezTo>
                  <a:cubicBezTo>
                    <a:pt x="304800" y="228546"/>
                    <a:pt x="299049" y="240038"/>
                    <a:pt x="291381" y="247060"/>
                  </a:cubicBezTo>
                  <a:cubicBezTo>
                    <a:pt x="282435" y="255359"/>
                    <a:pt x="269016" y="259190"/>
                    <a:pt x="256876" y="255998"/>
                  </a:cubicBezTo>
                  <a:cubicBezTo>
                    <a:pt x="253041" y="270042"/>
                    <a:pt x="238983" y="279618"/>
                    <a:pt x="223009" y="279618"/>
                  </a:cubicBezTo>
                  <a:cubicBezTo>
                    <a:pt x="218536" y="279618"/>
                    <a:pt x="214063" y="278980"/>
                    <a:pt x="210229" y="277703"/>
                  </a:cubicBezTo>
                  <a:cubicBezTo>
                    <a:pt x="203839" y="286641"/>
                    <a:pt x="192976" y="293025"/>
                    <a:pt x="180835" y="293025"/>
                  </a:cubicBezTo>
                  <a:cubicBezTo>
                    <a:pt x="168694" y="293025"/>
                    <a:pt x="157192" y="286641"/>
                    <a:pt x="151442" y="277703"/>
                  </a:cubicBezTo>
                  <a:cubicBezTo>
                    <a:pt x="147607" y="278980"/>
                    <a:pt x="143134" y="279618"/>
                    <a:pt x="138662" y="279618"/>
                  </a:cubicBezTo>
                  <a:cubicBezTo>
                    <a:pt x="122687" y="279618"/>
                    <a:pt x="108629" y="269404"/>
                    <a:pt x="104795" y="255998"/>
                  </a:cubicBezTo>
                  <a:cubicBezTo>
                    <a:pt x="102239" y="256636"/>
                    <a:pt x="99044" y="257274"/>
                    <a:pt x="95849" y="257274"/>
                  </a:cubicBezTo>
                  <a:cubicBezTo>
                    <a:pt x="79235" y="257274"/>
                    <a:pt x="63899" y="245783"/>
                    <a:pt x="61343" y="231738"/>
                  </a:cubicBezTo>
                  <a:cubicBezTo>
                    <a:pt x="58788" y="218332"/>
                    <a:pt x="72206" y="210033"/>
                    <a:pt x="81152" y="203649"/>
                  </a:cubicBezTo>
                  <a:lnTo>
                    <a:pt x="83708" y="202372"/>
                  </a:lnTo>
                  <a:cubicBezTo>
                    <a:pt x="90098" y="198542"/>
                    <a:pt x="97766" y="194073"/>
                    <a:pt x="107351" y="190881"/>
                  </a:cubicBezTo>
                  <a:cubicBezTo>
                    <a:pt x="61343" y="169814"/>
                    <a:pt x="59426" y="139171"/>
                    <a:pt x="59426" y="137894"/>
                  </a:cubicBezTo>
                  <a:cubicBezTo>
                    <a:pt x="59426" y="137256"/>
                    <a:pt x="59426" y="136617"/>
                    <a:pt x="59426" y="136617"/>
                  </a:cubicBezTo>
                  <a:cubicBezTo>
                    <a:pt x="59426" y="118742"/>
                    <a:pt x="75401" y="104697"/>
                    <a:pt x="94571" y="104697"/>
                  </a:cubicBezTo>
                  <a:cubicBezTo>
                    <a:pt x="97766" y="104697"/>
                    <a:pt x="100322" y="105336"/>
                    <a:pt x="103517" y="105974"/>
                  </a:cubicBezTo>
                  <a:cubicBezTo>
                    <a:pt x="107351" y="91929"/>
                    <a:pt x="121409" y="82353"/>
                    <a:pt x="137384" y="82353"/>
                  </a:cubicBezTo>
                  <a:cubicBezTo>
                    <a:pt x="141857" y="82353"/>
                    <a:pt x="146329" y="82992"/>
                    <a:pt x="150164" y="84268"/>
                  </a:cubicBezTo>
                  <a:cubicBezTo>
                    <a:pt x="156553" y="74692"/>
                    <a:pt x="168055" y="68947"/>
                    <a:pt x="180196" y="68947"/>
                  </a:cubicBezTo>
                  <a:lnTo>
                    <a:pt x="180835" y="68947"/>
                  </a:lnTo>
                  <a:lnTo>
                    <a:pt x="181474" y="68947"/>
                  </a:lnTo>
                  <a:cubicBezTo>
                    <a:pt x="193615" y="68947"/>
                    <a:pt x="205117" y="74692"/>
                    <a:pt x="211507" y="84268"/>
                  </a:cubicBezTo>
                  <a:cubicBezTo>
                    <a:pt x="215341" y="82992"/>
                    <a:pt x="219814" y="82353"/>
                    <a:pt x="224287" y="82353"/>
                  </a:cubicBezTo>
                  <a:cubicBezTo>
                    <a:pt x="240261" y="82353"/>
                    <a:pt x="254319" y="92568"/>
                    <a:pt x="258153" y="105974"/>
                  </a:cubicBezTo>
                  <a:cubicBezTo>
                    <a:pt x="260709" y="105336"/>
                    <a:pt x="263904" y="104697"/>
                    <a:pt x="267099" y="104697"/>
                  </a:cubicBezTo>
                  <a:cubicBezTo>
                    <a:pt x="286269" y="104697"/>
                    <a:pt x="302244" y="118742"/>
                    <a:pt x="302244" y="136617"/>
                  </a:cubicBezTo>
                  <a:cubicBezTo>
                    <a:pt x="302244" y="137256"/>
                    <a:pt x="302244" y="137894"/>
                    <a:pt x="302244" y="137894"/>
                  </a:cubicBezTo>
                  <a:close/>
                </a:path>
              </a:pathLst>
            </a:custGeom>
            <a:solidFill>
              <a:srgbClr val="046A38"/>
            </a:solidFill>
            <a:ln w="6390" cap="flat">
              <a:noFill/>
              <a:prstDash val="solid"/>
              <a:miter/>
            </a:ln>
          </p:spPr>
          <p:txBody>
            <a:bodyPr rtlCol="0" anchor="ctr"/>
            <a:lstStyle/>
            <a:p>
              <a:endParaRPr lang="en-US"/>
            </a:p>
          </p:txBody>
        </p:sp>
      </p:grpSp>
      <p:grpSp>
        <p:nvGrpSpPr>
          <p:cNvPr id="654" name="Graphic 6">
            <a:extLst>
              <a:ext uri="{FF2B5EF4-FFF2-40B4-BE49-F238E27FC236}">
                <a16:creationId xmlns:a16="http://schemas.microsoft.com/office/drawing/2014/main" id="{7EAE32EF-EE0A-8E4B-9662-05AEBDC5FD96}"/>
              </a:ext>
            </a:extLst>
          </p:cNvPr>
          <p:cNvGrpSpPr/>
          <p:nvPr/>
        </p:nvGrpSpPr>
        <p:grpSpPr>
          <a:xfrm>
            <a:off x="467104" y="1889821"/>
            <a:ext cx="362313" cy="361971"/>
            <a:chOff x="467104" y="1889821"/>
            <a:chExt cx="362313" cy="361971"/>
          </a:xfrm>
          <a:solidFill>
            <a:srgbClr val="046A38"/>
          </a:solidFill>
        </p:grpSpPr>
        <p:sp>
          <p:nvSpPr>
            <p:cNvPr id="655" name="Graphic 6">
              <a:extLst>
                <a:ext uri="{FF2B5EF4-FFF2-40B4-BE49-F238E27FC236}">
                  <a16:creationId xmlns:a16="http://schemas.microsoft.com/office/drawing/2014/main" id="{34D9D013-65EA-C746-9CB1-8CD0B8CBDEE6}"/>
                </a:ext>
              </a:extLst>
            </p:cNvPr>
            <p:cNvSpPr/>
            <p:nvPr/>
          </p:nvSpPr>
          <p:spPr>
            <a:xfrm>
              <a:off x="467104" y="1889821"/>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181474 w 362313"/>
                <a:gd name="connsiteY4" fmla="*/ 0 h 361971"/>
                <a:gd name="connsiteX5" fmla="*/ 181474 w 362313"/>
                <a:gd name="connsiteY5" fmla="*/ 349204 h 361971"/>
                <a:gd name="connsiteX6" fmla="*/ 13419 w 362313"/>
                <a:gd name="connsiteY6" fmla="*/ 180667 h 361971"/>
                <a:gd name="connsiteX7" fmla="*/ 182113 w 362313"/>
                <a:gd name="connsiteY7" fmla="*/ 12768 h 361971"/>
                <a:gd name="connsiteX8" fmla="*/ 350169 w 362313"/>
                <a:gd name="connsiteY8" fmla="*/ 181305 h 361971"/>
                <a:gd name="connsiteX9" fmla="*/ 181474 w 362313"/>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948" y="81077"/>
                    <a:pt x="281796" y="0"/>
                    <a:pt x="181474" y="0"/>
                  </a:cubicBezTo>
                  <a:close/>
                  <a:moveTo>
                    <a:pt x="181474" y="349204"/>
                  </a:moveTo>
                  <a:cubicBezTo>
                    <a:pt x="88820" y="349204"/>
                    <a:pt x="13419" y="273873"/>
                    <a:pt x="13419" y="180667"/>
                  </a:cubicBezTo>
                  <a:cubicBezTo>
                    <a:pt x="13419" y="88099"/>
                    <a:pt x="88820" y="12768"/>
                    <a:pt x="182113" y="12768"/>
                  </a:cubicBezTo>
                  <a:cubicBezTo>
                    <a:pt x="274767" y="12768"/>
                    <a:pt x="350169" y="88099"/>
                    <a:pt x="350169" y="181305"/>
                  </a:cubicBezTo>
                  <a:cubicBezTo>
                    <a:pt x="350169" y="273873"/>
                    <a:pt x="274128"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656" name="Graphic 6">
              <a:extLst>
                <a:ext uri="{FF2B5EF4-FFF2-40B4-BE49-F238E27FC236}">
                  <a16:creationId xmlns:a16="http://schemas.microsoft.com/office/drawing/2014/main" id="{9C20BCF2-BD6A-CD47-9995-2F529C36767E}"/>
                </a:ext>
              </a:extLst>
            </p:cNvPr>
            <p:cNvSpPr/>
            <p:nvPr/>
          </p:nvSpPr>
          <p:spPr>
            <a:xfrm>
              <a:off x="553117" y="1953725"/>
              <a:ext cx="190157" cy="234227"/>
            </a:xfrm>
            <a:custGeom>
              <a:avLst/>
              <a:gdLst>
                <a:gd name="connsiteX0" fmla="*/ 186198 w 190157"/>
                <a:gd name="connsiteY0" fmla="*/ 96334 h 234227"/>
                <a:gd name="connsiteX1" fmla="*/ 179808 w 190157"/>
                <a:gd name="connsiteY1" fmla="*/ 88035 h 234227"/>
                <a:gd name="connsiteX2" fmla="*/ 172140 w 190157"/>
                <a:gd name="connsiteY2" fmla="*/ 76543 h 234227"/>
                <a:gd name="connsiteX3" fmla="*/ 145941 w 190157"/>
                <a:gd name="connsiteY3" fmla="*/ 71436 h 234227"/>
                <a:gd name="connsiteX4" fmla="*/ 138273 w 190157"/>
                <a:gd name="connsiteY4" fmla="*/ 82927 h 234227"/>
                <a:gd name="connsiteX5" fmla="*/ 147219 w 190157"/>
                <a:gd name="connsiteY5" fmla="*/ 111655 h 234227"/>
                <a:gd name="connsiteX6" fmla="*/ 147219 w 190157"/>
                <a:gd name="connsiteY6" fmla="*/ 122508 h 234227"/>
                <a:gd name="connsiteX7" fmla="*/ 124215 w 190157"/>
                <a:gd name="connsiteY7" fmla="*/ 114847 h 234227"/>
                <a:gd name="connsiteX8" fmla="*/ 130605 w 190157"/>
                <a:gd name="connsiteY8" fmla="*/ 82289 h 234227"/>
                <a:gd name="connsiteX9" fmla="*/ 141468 w 190157"/>
                <a:gd name="connsiteY9" fmla="*/ 45900 h 234227"/>
                <a:gd name="connsiteX10" fmla="*/ 112714 w 190157"/>
                <a:gd name="connsiteY10" fmla="*/ 5043 h 234227"/>
                <a:gd name="connsiteX11" fmla="*/ 63511 w 190157"/>
                <a:gd name="connsiteY11" fmla="*/ 5681 h 234227"/>
                <a:gd name="connsiteX12" fmla="*/ 62233 w 190157"/>
                <a:gd name="connsiteY12" fmla="*/ 14619 h 234227"/>
                <a:gd name="connsiteX13" fmla="*/ 71179 w 190157"/>
                <a:gd name="connsiteY13" fmla="*/ 15896 h 234227"/>
                <a:gd name="connsiteX14" fmla="*/ 107602 w 190157"/>
                <a:gd name="connsiteY14" fmla="*/ 16534 h 234227"/>
                <a:gd name="connsiteX15" fmla="*/ 128688 w 190157"/>
                <a:gd name="connsiteY15" fmla="*/ 47177 h 234227"/>
                <a:gd name="connsiteX16" fmla="*/ 119103 w 190157"/>
                <a:gd name="connsiteY16" fmla="*/ 75905 h 234227"/>
                <a:gd name="connsiteX17" fmla="*/ 115909 w 190157"/>
                <a:gd name="connsiteY17" fmla="*/ 81651 h 234227"/>
                <a:gd name="connsiteX18" fmla="*/ 118465 w 190157"/>
                <a:gd name="connsiteY18" fmla="*/ 71436 h 234227"/>
                <a:gd name="connsiteX19" fmla="*/ 114631 w 190157"/>
                <a:gd name="connsiteY19" fmla="*/ 63137 h 234227"/>
                <a:gd name="connsiteX20" fmla="*/ 106324 w 190157"/>
                <a:gd name="connsiteY20" fmla="*/ 66967 h 234227"/>
                <a:gd name="connsiteX21" fmla="*/ 108241 w 190157"/>
                <a:gd name="connsiteY21" fmla="*/ 116124 h 234227"/>
                <a:gd name="connsiteX22" fmla="*/ 141468 w 190157"/>
                <a:gd name="connsiteY22" fmla="*/ 133999 h 234227"/>
                <a:gd name="connsiteX23" fmla="*/ 138912 w 190157"/>
                <a:gd name="connsiteY23" fmla="*/ 162089 h 234227"/>
                <a:gd name="connsiteX24" fmla="*/ 156804 w 190157"/>
                <a:gd name="connsiteY24" fmla="*/ 183794 h 234227"/>
                <a:gd name="connsiteX25" fmla="*/ 152331 w 190157"/>
                <a:gd name="connsiteY25" fmla="*/ 222098 h 234227"/>
                <a:gd name="connsiteX26" fmla="*/ 125493 w 190157"/>
                <a:gd name="connsiteY26" fmla="*/ 222098 h 234227"/>
                <a:gd name="connsiteX27" fmla="*/ 129327 w 190157"/>
                <a:gd name="connsiteY27" fmla="*/ 213799 h 234227"/>
                <a:gd name="connsiteX28" fmla="*/ 138273 w 190157"/>
                <a:gd name="connsiteY28" fmla="*/ 216991 h 234227"/>
                <a:gd name="connsiteX29" fmla="*/ 143385 w 190157"/>
                <a:gd name="connsiteY29" fmla="*/ 216991 h 234227"/>
                <a:gd name="connsiteX30" fmla="*/ 146580 w 190157"/>
                <a:gd name="connsiteY30" fmla="*/ 213161 h 234227"/>
                <a:gd name="connsiteX31" fmla="*/ 129327 w 190157"/>
                <a:gd name="connsiteY31" fmla="*/ 182518 h 234227"/>
                <a:gd name="connsiteX32" fmla="*/ 113992 w 190157"/>
                <a:gd name="connsiteY32" fmla="*/ 164643 h 234227"/>
                <a:gd name="connsiteX33" fmla="*/ 110158 w 190157"/>
                <a:gd name="connsiteY33" fmla="*/ 156343 h 234227"/>
                <a:gd name="connsiteX34" fmla="*/ 94183 w 190157"/>
                <a:gd name="connsiteY34" fmla="*/ 139745 h 234227"/>
                <a:gd name="connsiteX35" fmla="*/ 86515 w 190157"/>
                <a:gd name="connsiteY35" fmla="*/ 132723 h 234227"/>
                <a:gd name="connsiteX36" fmla="*/ 90988 w 190157"/>
                <a:gd name="connsiteY36" fmla="*/ 126977 h 234227"/>
                <a:gd name="connsiteX37" fmla="*/ 89710 w 190157"/>
                <a:gd name="connsiteY37" fmla="*/ 118039 h 234227"/>
                <a:gd name="connsiteX38" fmla="*/ 80764 w 190157"/>
                <a:gd name="connsiteY38" fmla="*/ 119316 h 234227"/>
                <a:gd name="connsiteX39" fmla="*/ 73735 w 190157"/>
                <a:gd name="connsiteY39" fmla="*/ 128254 h 234227"/>
                <a:gd name="connsiteX40" fmla="*/ 37312 w 190157"/>
                <a:gd name="connsiteY40" fmla="*/ 119316 h 234227"/>
                <a:gd name="connsiteX41" fmla="*/ 30283 w 190157"/>
                <a:gd name="connsiteY41" fmla="*/ 122508 h 234227"/>
                <a:gd name="connsiteX42" fmla="*/ 28366 w 190157"/>
                <a:gd name="connsiteY42" fmla="*/ 125700 h 234227"/>
                <a:gd name="connsiteX43" fmla="*/ 16226 w 190157"/>
                <a:gd name="connsiteY43" fmla="*/ 123147 h 234227"/>
                <a:gd name="connsiteX44" fmla="*/ 19420 w 190157"/>
                <a:gd name="connsiteY44" fmla="*/ 116124 h 234227"/>
                <a:gd name="connsiteX45" fmla="*/ 34756 w 190157"/>
                <a:gd name="connsiteY45" fmla="*/ 116763 h 234227"/>
                <a:gd name="connsiteX46" fmla="*/ 34756 w 190157"/>
                <a:gd name="connsiteY46" fmla="*/ 116763 h 234227"/>
                <a:gd name="connsiteX47" fmla="*/ 34756 w 190157"/>
                <a:gd name="connsiteY47" fmla="*/ 116763 h 234227"/>
                <a:gd name="connsiteX48" fmla="*/ 60316 w 190157"/>
                <a:gd name="connsiteY48" fmla="*/ 115486 h 234227"/>
                <a:gd name="connsiteX49" fmla="*/ 64789 w 190157"/>
                <a:gd name="connsiteY49" fmla="*/ 112932 h 234227"/>
                <a:gd name="connsiteX50" fmla="*/ 66067 w 190157"/>
                <a:gd name="connsiteY50" fmla="*/ 107825 h 234227"/>
                <a:gd name="connsiteX51" fmla="*/ 82042 w 190157"/>
                <a:gd name="connsiteY51" fmla="*/ 77820 h 234227"/>
                <a:gd name="connsiteX52" fmla="*/ 97378 w 190157"/>
                <a:gd name="connsiteY52" fmla="*/ 51008 h 234227"/>
                <a:gd name="connsiteX53" fmla="*/ 90988 w 190157"/>
                <a:gd name="connsiteY53" fmla="*/ 44624 h 234227"/>
                <a:gd name="connsiteX54" fmla="*/ 84598 w 190157"/>
                <a:gd name="connsiteY54" fmla="*/ 51008 h 234227"/>
                <a:gd name="connsiteX55" fmla="*/ 82681 w 190157"/>
                <a:gd name="connsiteY55" fmla="*/ 56115 h 234227"/>
                <a:gd name="connsiteX56" fmla="*/ 62872 w 190157"/>
                <a:gd name="connsiteY56" fmla="*/ 63137 h 234227"/>
                <a:gd name="connsiteX57" fmla="*/ 60955 w 190157"/>
                <a:gd name="connsiteY57" fmla="*/ 59307 h 234227"/>
                <a:gd name="connsiteX58" fmla="*/ 55843 w 190157"/>
                <a:gd name="connsiteY58" fmla="*/ 55476 h 234227"/>
                <a:gd name="connsiteX59" fmla="*/ 62872 w 190157"/>
                <a:gd name="connsiteY59" fmla="*/ 54200 h 234227"/>
                <a:gd name="connsiteX60" fmla="*/ 62872 w 190157"/>
                <a:gd name="connsiteY60" fmla="*/ 54200 h 234227"/>
                <a:gd name="connsiteX61" fmla="*/ 69262 w 190157"/>
                <a:gd name="connsiteY61" fmla="*/ 59945 h 234227"/>
                <a:gd name="connsiteX62" fmla="*/ 69901 w 190157"/>
                <a:gd name="connsiteY62" fmla="*/ 59945 h 234227"/>
                <a:gd name="connsiteX63" fmla="*/ 75652 w 190157"/>
                <a:gd name="connsiteY63" fmla="*/ 52923 h 234227"/>
                <a:gd name="connsiteX64" fmla="*/ 75013 w 190157"/>
                <a:gd name="connsiteY64" fmla="*/ 45262 h 234227"/>
                <a:gd name="connsiteX65" fmla="*/ 72457 w 190157"/>
                <a:gd name="connsiteY65" fmla="*/ 40793 h 234227"/>
                <a:gd name="connsiteX66" fmla="*/ 67345 w 190157"/>
                <a:gd name="connsiteY66" fmla="*/ 39516 h 234227"/>
                <a:gd name="connsiteX67" fmla="*/ 51370 w 190157"/>
                <a:gd name="connsiteY67" fmla="*/ 42708 h 234227"/>
                <a:gd name="connsiteX68" fmla="*/ 49453 w 190157"/>
                <a:gd name="connsiteY68" fmla="*/ 40155 h 234227"/>
                <a:gd name="connsiteX69" fmla="*/ 72457 w 190157"/>
                <a:gd name="connsiteY69" fmla="*/ 29302 h 234227"/>
                <a:gd name="connsiteX70" fmla="*/ 82681 w 190157"/>
                <a:gd name="connsiteY70" fmla="*/ 28664 h 234227"/>
                <a:gd name="connsiteX71" fmla="*/ 85876 w 190157"/>
                <a:gd name="connsiteY71" fmla="*/ 31856 h 234227"/>
                <a:gd name="connsiteX72" fmla="*/ 93544 w 190157"/>
                <a:gd name="connsiteY72" fmla="*/ 36324 h 234227"/>
                <a:gd name="connsiteX73" fmla="*/ 98017 w 190157"/>
                <a:gd name="connsiteY73" fmla="*/ 28664 h 234227"/>
                <a:gd name="connsiteX74" fmla="*/ 88432 w 190157"/>
                <a:gd name="connsiteY74" fmla="*/ 17811 h 234227"/>
                <a:gd name="connsiteX75" fmla="*/ 67984 w 190157"/>
                <a:gd name="connsiteY75" fmla="*/ 18449 h 234227"/>
                <a:gd name="connsiteX76" fmla="*/ 36034 w 190157"/>
                <a:gd name="connsiteY76" fmla="*/ 35048 h 234227"/>
                <a:gd name="connsiteX77" fmla="*/ 33478 w 190157"/>
                <a:gd name="connsiteY77" fmla="*/ 39516 h 234227"/>
                <a:gd name="connsiteX78" fmla="*/ 34756 w 190157"/>
                <a:gd name="connsiteY78" fmla="*/ 44624 h 234227"/>
                <a:gd name="connsiteX79" fmla="*/ 44341 w 190157"/>
                <a:gd name="connsiteY79" fmla="*/ 55476 h 234227"/>
                <a:gd name="connsiteX80" fmla="*/ 50731 w 190157"/>
                <a:gd name="connsiteY80" fmla="*/ 57391 h 234227"/>
                <a:gd name="connsiteX81" fmla="*/ 52009 w 190157"/>
                <a:gd name="connsiteY81" fmla="*/ 56753 h 234227"/>
                <a:gd name="connsiteX82" fmla="*/ 49453 w 190157"/>
                <a:gd name="connsiteY82" fmla="*/ 64414 h 234227"/>
                <a:gd name="connsiteX83" fmla="*/ 53926 w 190157"/>
                <a:gd name="connsiteY83" fmla="*/ 73990 h 234227"/>
                <a:gd name="connsiteX84" fmla="*/ 59677 w 190157"/>
                <a:gd name="connsiteY84" fmla="*/ 77820 h 234227"/>
                <a:gd name="connsiteX85" fmla="*/ 61594 w 190157"/>
                <a:gd name="connsiteY85" fmla="*/ 77182 h 234227"/>
                <a:gd name="connsiteX86" fmla="*/ 67345 w 190157"/>
                <a:gd name="connsiteY86" fmla="*/ 75267 h 234227"/>
                <a:gd name="connsiteX87" fmla="*/ 52648 w 190157"/>
                <a:gd name="connsiteY87" fmla="*/ 103995 h 234227"/>
                <a:gd name="connsiteX88" fmla="*/ 39229 w 190157"/>
                <a:gd name="connsiteY88" fmla="*/ 104633 h 234227"/>
                <a:gd name="connsiteX89" fmla="*/ 25810 w 190157"/>
                <a:gd name="connsiteY89" fmla="*/ 73351 h 234227"/>
                <a:gd name="connsiteX90" fmla="*/ 20059 w 190157"/>
                <a:gd name="connsiteY90" fmla="*/ 69521 h 234227"/>
                <a:gd name="connsiteX91" fmla="*/ 20059 w 190157"/>
                <a:gd name="connsiteY91" fmla="*/ 69521 h 234227"/>
                <a:gd name="connsiteX92" fmla="*/ 16226 w 190157"/>
                <a:gd name="connsiteY92" fmla="*/ 69521 h 234227"/>
                <a:gd name="connsiteX93" fmla="*/ 14309 w 190157"/>
                <a:gd name="connsiteY93" fmla="*/ 61222 h 234227"/>
                <a:gd name="connsiteX94" fmla="*/ 23254 w 190157"/>
                <a:gd name="connsiteY94" fmla="*/ 61860 h 234227"/>
                <a:gd name="connsiteX95" fmla="*/ 43702 w 190157"/>
                <a:gd name="connsiteY95" fmla="*/ 91227 h 234227"/>
                <a:gd name="connsiteX96" fmla="*/ 52648 w 190157"/>
                <a:gd name="connsiteY96" fmla="*/ 92503 h 234227"/>
                <a:gd name="connsiteX97" fmla="*/ 53926 w 190157"/>
                <a:gd name="connsiteY97" fmla="*/ 83566 h 234227"/>
                <a:gd name="connsiteX98" fmla="*/ 31561 w 190157"/>
                <a:gd name="connsiteY98" fmla="*/ 51646 h 234227"/>
                <a:gd name="connsiteX99" fmla="*/ 27088 w 190157"/>
                <a:gd name="connsiteY99" fmla="*/ 49092 h 234227"/>
                <a:gd name="connsiteX100" fmla="*/ 6641 w 190157"/>
                <a:gd name="connsiteY100" fmla="*/ 47816 h 234227"/>
                <a:gd name="connsiteX101" fmla="*/ 1529 w 190157"/>
                <a:gd name="connsiteY101" fmla="*/ 49731 h 234227"/>
                <a:gd name="connsiteX102" fmla="*/ 251 w 190157"/>
                <a:gd name="connsiteY102" fmla="*/ 55476 h 234227"/>
                <a:gd name="connsiteX103" fmla="*/ 4724 w 190157"/>
                <a:gd name="connsiteY103" fmla="*/ 77182 h 234227"/>
                <a:gd name="connsiteX104" fmla="*/ 11114 w 190157"/>
                <a:gd name="connsiteY104" fmla="*/ 82289 h 234227"/>
                <a:gd name="connsiteX105" fmla="*/ 11114 w 190157"/>
                <a:gd name="connsiteY105" fmla="*/ 82289 h 234227"/>
                <a:gd name="connsiteX106" fmla="*/ 16226 w 190157"/>
                <a:gd name="connsiteY106" fmla="*/ 82289 h 234227"/>
                <a:gd name="connsiteX107" fmla="*/ 25810 w 190157"/>
                <a:gd name="connsiteY107" fmla="*/ 103995 h 234227"/>
                <a:gd name="connsiteX108" fmla="*/ 16865 w 190157"/>
                <a:gd name="connsiteY108" fmla="*/ 103356 h 234227"/>
                <a:gd name="connsiteX109" fmla="*/ 10475 w 190157"/>
                <a:gd name="connsiteY109" fmla="*/ 107187 h 234227"/>
                <a:gd name="connsiteX110" fmla="*/ 1529 w 190157"/>
                <a:gd name="connsiteY110" fmla="*/ 125700 h 234227"/>
                <a:gd name="connsiteX111" fmla="*/ 1529 w 190157"/>
                <a:gd name="connsiteY111" fmla="*/ 131446 h 234227"/>
                <a:gd name="connsiteX112" fmla="*/ 6002 w 190157"/>
                <a:gd name="connsiteY112" fmla="*/ 134638 h 234227"/>
                <a:gd name="connsiteX113" fmla="*/ 30283 w 190157"/>
                <a:gd name="connsiteY113" fmla="*/ 139745 h 234227"/>
                <a:gd name="connsiteX114" fmla="*/ 37312 w 190157"/>
                <a:gd name="connsiteY114" fmla="*/ 136553 h 234227"/>
                <a:gd name="connsiteX115" fmla="*/ 39229 w 190157"/>
                <a:gd name="connsiteY115" fmla="*/ 133361 h 234227"/>
                <a:gd name="connsiteX116" fmla="*/ 71818 w 190157"/>
                <a:gd name="connsiteY116" fmla="*/ 141660 h 234227"/>
                <a:gd name="connsiteX117" fmla="*/ 54565 w 190157"/>
                <a:gd name="connsiteY117" fmla="*/ 167835 h 234227"/>
                <a:gd name="connsiteX118" fmla="*/ 66067 w 190157"/>
                <a:gd name="connsiteY118" fmla="*/ 198478 h 234227"/>
                <a:gd name="connsiteX119" fmla="*/ 66067 w 190157"/>
                <a:gd name="connsiteY119" fmla="*/ 201670 h 234227"/>
                <a:gd name="connsiteX120" fmla="*/ 60316 w 190157"/>
                <a:gd name="connsiteY120" fmla="*/ 200393 h 234227"/>
                <a:gd name="connsiteX121" fmla="*/ 53287 w 190157"/>
                <a:gd name="connsiteY121" fmla="*/ 203585 h 234227"/>
                <a:gd name="connsiteX122" fmla="*/ 41146 w 190157"/>
                <a:gd name="connsiteY122" fmla="*/ 224652 h 234227"/>
                <a:gd name="connsiteX123" fmla="*/ 41146 w 190157"/>
                <a:gd name="connsiteY123" fmla="*/ 231036 h 234227"/>
                <a:gd name="connsiteX124" fmla="*/ 46897 w 190157"/>
                <a:gd name="connsiteY124" fmla="*/ 234228 h 234227"/>
                <a:gd name="connsiteX125" fmla="*/ 87793 w 190157"/>
                <a:gd name="connsiteY125" fmla="*/ 234228 h 234227"/>
                <a:gd name="connsiteX126" fmla="*/ 93544 w 190157"/>
                <a:gd name="connsiteY126" fmla="*/ 230397 h 234227"/>
                <a:gd name="connsiteX127" fmla="*/ 109519 w 190157"/>
                <a:gd name="connsiteY127" fmla="*/ 196562 h 234227"/>
                <a:gd name="connsiteX128" fmla="*/ 108880 w 190157"/>
                <a:gd name="connsiteY128" fmla="*/ 190178 h 234227"/>
                <a:gd name="connsiteX129" fmla="*/ 103768 w 190157"/>
                <a:gd name="connsiteY129" fmla="*/ 186986 h 234227"/>
                <a:gd name="connsiteX130" fmla="*/ 101851 w 190157"/>
                <a:gd name="connsiteY130" fmla="*/ 186986 h 234227"/>
                <a:gd name="connsiteX131" fmla="*/ 108241 w 190157"/>
                <a:gd name="connsiteY131" fmla="*/ 181241 h 234227"/>
                <a:gd name="connsiteX132" fmla="*/ 126132 w 190157"/>
                <a:gd name="connsiteY132" fmla="*/ 194647 h 234227"/>
                <a:gd name="connsiteX133" fmla="*/ 134439 w 190157"/>
                <a:gd name="connsiteY133" fmla="*/ 202308 h 234227"/>
                <a:gd name="connsiteX134" fmla="*/ 128049 w 190157"/>
                <a:gd name="connsiteY134" fmla="*/ 199754 h 234227"/>
                <a:gd name="connsiteX135" fmla="*/ 119743 w 190157"/>
                <a:gd name="connsiteY135" fmla="*/ 202946 h 234227"/>
                <a:gd name="connsiteX136" fmla="*/ 110158 w 190157"/>
                <a:gd name="connsiteY136" fmla="*/ 225929 h 234227"/>
                <a:gd name="connsiteX137" fmla="*/ 110797 w 190157"/>
                <a:gd name="connsiteY137" fmla="*/ 231674 h 234227"/>
                <a:gd name="connsiteX138" fmla="*/ 115909 w 190157"/>
                <a:gd name="connsiteY138" fmla="*/ 234228 h 234227"/>
                <a:gd name="connsiteX139" fmla="*/ 158082 w 190157"/>
                <a:gd name="connsiteY139" fmla="*/ 234228 h 234227"/>
                <a:gd name="connsiteX140" fmla="*/ 164472 w 190157"/>
                <a:gd name="connsiteY140" fmla="*/ 228482 h 234227"/>
                <a:gd name="connsiteX141" fmla="*/ 169584 w 190157"/>
                <a:gd name="connsiteY141" fmla="*/ 180602 h 234227"/>
                <a:gd name="connsiteX142" fmla="*/ 165750 w 190157"/>
                <a:gd name="connsiteY142" fmla="*/ 174218 h 234227"/>
                <a:gd name="connsiteX143" fmla="*/ 150414 w 190157"/>
                <a:gd name="connsiteY143" fmla="*/ 158259 h 234227"/>
                <a:gd name="connsiteX144" fmla="*/ 154887 w 190157"/>
                <a:gd name="connsiteY144" fmla="*/ 133361 h 234227"/>
                <a:gd name="connsiteX145" fmla="*/ 155526 w 190157"/>
                <a:gd name="connsiteY145" fmla="*/ 103356 h 234227"/>
                <a:gd name="connsiteX146" fmla="*/ 149136 w 190157"/>
                <a:gd name="connsiteY146" fmla="*/ 85481 h 234227"/>
                <a:gd name="connsiteX147" fmla="*/ 151053 w 190157"/>
                <a:gd name="connsiteY147" fmla="*/ 82927 h 234227"/>
                <a:gd name="connsiteX148" fmla="*/ 161916 w 190157"/>
                <a:gd name="connsiteY148" fmla="*/ 85481 h 234227"/>
                <a:gd name="connsiteX149" fmla="*/ 167667 w 190157"/>
                <a:gd name="connsiteY149" fmla="*/ 93780 h 234227"/>
                <a:gd name="connsiteX150" fmla="*/ 181086 w 190157"/>
                <a:gd name="connsiteY150" fmla="*/ 108463 h 234227"/>
                <a:gd name="connsiteX151" fmla="*/ 189393 w 190157"/>
                <a:gd name="connsiteY151" fmla="*/ 104633 h 234227"/>
                <a:gd name="connsiteX152" fmla="*/ 186198 w 190157"/>
                <a:gd name="connsiteY152" fmla="*/ 96334 h 234227"/>
                <a:gd name="connsiteX153" fmla="*/ 91627 w 190157"/>
                <a:gd name="connsiteY153" fmla="*/ 179964 h 234227"/>
                <a:gd name="connsiteX154" fmla="*/ 89710 w 190157"/>
                <a:gd name="connsiteY154" fmla="*/ 184433 h 234227"/>
                <a:gd name="connsiteX155" fmla="*/ 89710 w 190157"/>
                <a:gd name="connsiteY155" fmla="*/ 193370 h 234227"/>
                <a:gd name="connsiteX156" fmla="*/ 94183 w 190157"/>
                <a:gd name="connsiteY156" fmla="*/ 199754 h 234227"/>
                <a:gd name="connsiteX157" fmla="*/ 83959 w 190157"/>
                <a:gd name="connsiteY157" fmla="*/ 220821 h 234227"/>
                <a:gd name="connsiteX158" fmla="*/ 57760 w 190157"/>
                <a:gd name="connsiteY158" fmla="*/ 220821 h 234227"/>
                <a:gd name="connsiteX159" fmla="*/ 61594 w 190157"/>
                <a:gd name="connsiteY159" fmla="*/ 213799 h 234227"/>
                <a:gd name="connsiteX160" fmla="*/ 69901 w 190157"/>
                <a:gd name="connsiteY160" fmla="*/ 215714 h 234227"/>
                <a:gd name="connsiteX161" fmla="*/ 75013 w 190157"/>
                <a:gd name="connsiteY161" fmla="*/ 214438 h 234227"/>
                <a:gd name="connsiteX162" fmla="*/ 77569 w 190157"/>
                <a:gd name="connsiteY162" fmla="*/ 209969 h 234227"/>
                <a:gd name="connsiteX163" fmla="*/ 78847 w 190157"/>
                <a:gd name="connsiteY163" fmla="*/ 196562 h 234227"/>
                <a:gd name="connsiteX164" fmla="*/ 76930 w 190157"/>
                <a:gd name="connsiteY164" fmla="*/ 191455 h 234227"/>
                <a:gd name="connsiteX165" fmla="*/ 67345 w 190157"/>
                <a:gd name="connsiteY165" fmla="*/ 169111 h 234227"/>
                <a:gd name="connsiteX166" fmla="*/ 83959 w 190157"/>
                <a:gd name="connsiteY166" fmla="*/ 148683 h 234227"/>
                <a:gd name="connsiteX167" fmla="*/ 85876 w 190157"/>
                <a:gd name="connsiteY167" fmla="*/ 150598 h 234227"/>
                <a:gd name="connsiteX168" fmla="*/ 99295 w 190157"/>
                <a:gd name="connsiteY168" fmla="*/ 164004 h 234227"/>
                <a:gd name="connsiteX169" fmla="*/ 101851 w 190157"/>
                <a:gd name="connsiteY169" fmla="*/ 169750 h 234227"/>
                <a:gd name="connsiteX170" fmla="*/ 101851 w 190157"/>
                <a:gd name="connsiteY170" fmla="*/ 169750 h 234227"/>
                <a:gd name="connsiteX171" fmla="*/ 91627 w 190157"/>
                <a:gd name="connsiteY171" fmla="*/ 179964 h 234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90157" h="234227">
                  <a:moveTo>
                    <a:pt x="186198" y="96334"/>
                  </a:moveTo>
                  <a:cubicBezTo>
                    <a:pt x="183642" y="95695"/>
                    <a:pt x="181725" y="91865"/>
                    <a:pt x="179808" y="88035"/>
                  </a:cubicBezTo>
                  <a:cubicBezTo>
                    <a:pt x="177891" y="84204"/>
                    <a:pt x="175335" y="80374"/>
                    <a:pt x="172140" y="76543"/>
                  </a:cubicBezTo>
                  <a:cubicBezTo>
                    <a:pt x="164472" y="68883"/>
                    <a:pt x="154248" y="66967"/>
                    <a:pt x="145941" y="71436"/>
                  </a:cubicBezTo>
                  <a:cubicBezTo>
                    <a:pt x="142107" y="73990"/>
                    <a:pt x="138912" y="77820"/>
                    <a:pt x="138273" y="82927"/>
                  </a:cubicBezTo>
                  <a:cubicBezTo>
                    <a:pt x="136356" y="91227"/>
                    <a:pt x="139551" y="101441"/>
                    <a:pt x="147219" y="111655"/>
                  </a:cubicBezTo>
                  <a:cubicBezTo>
                    <a:pt x="149136" y="114209"/>
                    <a:pt x="149136" y="117401"/>
                    <a:pt x="147219" y="122508"/>
                  </a:cubicBezTo>
                  <a:cubicBezTo>
                    <a:pt x="136995" y="121870"/>
                    <a:pt x="129327" y="119316"/>
                    <a:pt x="124215" y="114847"/>
                  </a:cubicBezTo>
                  <a:cubicBezTo>
                    <a:pt x="119103" y="104633"/>
                    <a:pt x="122938" y="95695"/>
                    <a:pt x="130605" y="82289"/>
                  </a:cubicBezTo>
                  <a:cubicBezTo>
                    <a:pt x="136356" y="71436"/>
                    <a:pt x="143385" y="59307"/>
                    <a:pt x="141468" y="45900"/>
                  </a:cubicBezTo>
                  <a:cubicBezTo>
                    <a:pt x="138273" y="21003"/>
                    <a:pt x="124215" y="10150"/>
                    <a:pt x="112714" y="5043"/>
                  </a:cubicBezTo>
                  <a:cubicBezTo>
                    <a:pt x="94183" y="-3256"/>
                    <a:pt x="71179" y="-64"/>
                    <a:pt x="63511" y="5681"/>
                  </a:cubicBezTo>
                  <a:cubicBezTo>
                    <a:pt x="60955" y="7597"/>
                    <a:pt x="59677" y="11427"/>
                    <a:pt x="62233" y="14619"/>
                  </a:cubicBezTo>
                  <a:cubicBezTo>
                    <a:pt x="64150" y="17172"/>
                    <a:pt x="67984" y="18449"/>
                    <a:pt x="71179" y="15896"/>
                  </a:cubicBezTo>
                  <a:cubicBezTo>
                    <a:pt x="74374" y="13342"/>
                    <a:pt x="92266" y="10150"/>
                    <a:pt x="107602" y="16534"/>
                  </a:cubicBezTo>
                  <a:cubicBezTo>
                    <a:pt x="119743" y="21641"/>
                    <a:pt x="126771" y="32494"/>
                    <a:pt x="128688" y="47177"/>
                  </a:cubicBezTo>
                  <a:cubicBezTo>
                    <a:pt x="129966" y="56753"/>
                    <a:pt x="124854" y="66329"/>
                    <a:pt x="119103" y="75905"/>
                  </a:cubicBezTo>
                  <a:cubicBezTo>
                    <a:pt x="117826" y="77820"/>
                    <a:pt x="117187" y="79735"/>
                    <a:pt x="115909" y="81651"/>
                  </a:cubicBezTo>
                  <a:cubicBezTo>
                    <a:pt x="117187" y="75905"/>
                    <a:pt x="118465" y="71436"/>
                    <a:pt x="118465" y="71436"/>
                  </a:cubicBezTo>
                  <a:cubicBezTo>
                    <a:pt x="119743" y="68244"/>
                    <a:pt x="117826" y="64414"/>
                    <a:pt x="114631" y="63137"/>
                  </a:cubicBezTo>
                  <a:cubicBezTo>
                    <a:pt x="111436" y="61860"/>
                    <a:pt x="107602" y="63775"/>
                    <a:pt x="106324" y="66967"/>
                  </a:cubicBezTo>
                  <a:cubicBezTo>
                    <a:pt x="105685" y="68244"/>
                    <a:pt x="94822" y="96334"/>
                    <a:pt x="108241" y="116124"/>
                  </a:cubicBezTo>
                  <a:cubicBezTo>
                    <a:pt x="114631" y="126339"/>
                    <a:pt x="126132" y="132084"/>
                    <a:pt x="141468" y="133999"/>
                  </a:cubicBezTo>
                  <a:cubicBezTo>
                    <a:pt x="138273" y="142299"/>
                    <a:pt x="135717" y="151236"/>
                    <a:pt x="138912" y="162089"/>
                  </a:cubicBezTo>
                  <a:cubicBezTo>
                    <a:pt x="142107" y="172942"/>
                    <a:pt x="151692" y="179964"/>
                    <a:pt x="156804" y="183794"/>
                  </a:cubicBezTo>
                  <a:lnTo>
                    <a:pt x="152331" y="222098"/>
                  </a:lnTo>
                  <a:lnTo>
                    <a:pt x="125493" y="222098"/>
                  </a:lnTo>
                  <a:lnTo>
                    <a:pt x="129327" y="213799"/>
                  </a:lnTo>
                  <a:lnTo>
                    <a:pt x="138273" y="216991"/>
                  </a:lnTo>
                  <a:cubicBezTo>
                    <a:pt x="140190" y="217629"/>
                    <a:pt x="142107" y="217629"/>
                    <a:pt x="143385" y="216991"/>
                  </a:cubicBezTo>
                  <a:cubicBezTo>
                    <a:pt x="145302" y="216353"/>
                    <a:pt x="145941" y="214438"/>
                    <a:pt x="146580" y="213161"/>
                  </a:cubicBezTo>
                  <a:cubicBezTo>
                    <a:pt x="149136" y="203585"/>
                    <a:pt x="146580" y="187625"/>
                    <a:pt x="129327" y="182518"/>
                  </a:cubicBezTo>
                  <a:cubicBezTo>
                    <a:pt x="119103" y="179326"/>
                    <a:pt x="116548" y="172303"/>
                    <a:pt x="113992" y="164643"/>
                  </a:cubicBezTo>
                  <a:cubicBezTo>
                    <a:pt x="112714" y="161451"/>
                    <a:pt x="112075" y="158897"/>
                    <a:pt x="110158" y="156343"/>
                  </a:cubicBezTo>
                  <a:cubicBezTo>
                    <a:pt x="105685" y="149321"/>
                    <a:pt x="99295" y="144214"/>
                    <a:pt x="94183" y="139745"/>
                  </a:cubicBezTo>
                  <a:cubicBezTo>
                    <a:pt x="90988" y="137191"/>
                    <a:pt x="87793" y="134638"/>
                    <a:pt x="86515" y="132723"/>
                  </a:cubicBezTo>
                  <a:lnTo>
                    <a:pt x="90988" y="126977"/>
                  </a:lnTo>
                  <a:cubicBezTo>
                    <a:pt x="92905" y="124423"/>
                    <a:pt x="92905" y="119955"/>
                    <a:pt x="89710" y="118039"/>
                  </a:cubicBezTo>
                  <a:cubicBezTo>
                    <a:pt x="87154" y="116124"/>
                    <a:pt x="82681" y="116124"/>
                    <a:pt x="80764" y="119316"/>
                  </a:cubicBezTo>
                  <a:lnTo>
                    <a:pt x="73735" y="128254"/>
                  </a:lnTo>
                  <a:lnTo>
                    <a:pt x="37312" y="119316"/>
                  </a:lnTo>
                  <a:cubicBezTo>
                    <a:pt x="34756" y="118678"/>
                    <a:pt x="31561" y="119955"/>
                    <a:pt x="30283" y="122508"/>
                  </a:cubicBezTo>
                  <a:lnTo>
                    <a:pt x="28366" y="125700"/>
                  </a:lnTo>
                  <a:lnTo>
                    <a:pt x="16226" y="123147"/>
                  </a:lnTo>
                  <a:lnTo>
                    <a:pt x="19420" y="116124"/>
                  </a:lnTo>
                  <a:cubicBezTo>
                    <a:pt x="23254" y="116124"/>
                    <a:pt x="28366" y="116763"/>
                    <a:pt x="34756" y="116763"/>
                  </a:cubicBezTo>
                  <a:lnTo>
                    <a:pt x="34756" y="116763"/>
                  </a:lnTo>
                  <a:lnTo>
                    <a:pt x="34756" y="116763"/>
                  </a:lnTo>
                  <a:cubicBezTo>
                    <a:pt x="42424" y="116763"/>
                    <a:pt x="52009" y="116763"/>
                    <a:pt x="60316" y="115486"/>
                  </a:cubicBezTo>
                  <a:cubicBezTo>
                    <a:pt x="62233" y="115486"/>
                    <a:pt x="63511" y="114209"/>
                    <a:pt x="64789" y="112932"/>
                  </a:cubicBezTo>
                  <a:cubicBezTo>
                    <a:pt x="66067" y="111655"/>
                    <a:pt x="66067" y="109740"/>
                    <a:pt x="66067" y="107825"/>
                  </a:cubicBezTo>
                  <a:cubicBezTo>
                    <a:pt x="64150" y="97611"/>
                    <a:pt x="73735" y="87396"/>
                    <a:pt x="82042" y="77820"/>
                  </a:cubicBezTo>
                  <a:cubicBezTo>
                    <a:pt x="89710" y="68883"/>
                    <a:pt x="97378" y="60583"/>
                    <a:pt x="97378" y="51008"/>
                  </a:cubicBezTo>
                  <a:cubicBezTo>
                    <a:pt x="97378" y="47177"/>
                    <a:pt x="94822" y="44624"/>
                    <a:pt x="90988" y="44624"/>
                  </a:cubicBezTo>
                  <a:cubicBezTo>
                    <a:pt x="87154" y="44624"/>
                    <a:pt x="84598" y="47177"/>
                    <a:pt x="84598" y="51008"/>
                  </a:cubicBezTo>
                  <a:cubicBezTo>
                    <a:pt x="84598" y="52284"/>
                    <a:pt x="83959" y="54200"/>
                    <a:pt x="82681" y="56115"/>
                  </a:cubicBezTo>
                  <a:lnTo>
                    <a:pt x="62872" y="63137"/>
                  </a:lnTo>
                  <a:lnTo>
                    <a:pt x="60955" y="59307"/>
                  </a:lnTo>
                  <a:cubicBezTo>
                    <a:pt x="60316" y="57391"/>
                    <a:pt x="57760" y="56115"/>
                    <a:pt x="55843" y="55476"/>
                  </a:cubicBezTo>
                  <a:lnTo>
                    <a:pt x="62872" y="54200"/>
                  </a:lnTo>
                  <a:lnTo>
                    <a:pt x="62872" y="54200"/>
                  </a:lnTo>
                  <a:cubicBezTo>
                    <a:pt x="62872" y="57391"/>
                    <a:pt x="66067" y="59945"/>
                    <a:pt x="69262" y="59945"/>
                  </a:cubicBezTo>
                  <a:cubicBezTo>
                    <a:pt x="69262" y="59945"/>
                    <a:pt x="69262" y="59945"/>
                    <a:pt x="69901" y="59945"/>
                  </a:cubicBezTo>
                  <a:cubicBezTo>
                    <a:pt x="73735" y="59945"/>
                    <a:pt x="76291" y="56753"/>
                    <a:pt x="75652" y="52923"/>
                  </a:cubicBezTo>
                  <a:lnTo>
                    <a:pt x="75013" y="45262"/>
                  </a:lnTo>
                  <a:cubicBezTo>
                    <a:pt x="75013" y="43347"/>
                    <a:pt x="73735" y="41432"/>
                    <a:pt x="72457" y="40793"/>
                  </a:cubicBezTo>
                  <a:cubicBezTo>
                    <a:pt x="71179" y="39516"/>
                    <a:pt x="69262" y="39516"/>
                    <a:pt x="67345" y="39516"/>
                  </a:cubicBezTo>
                  <a:lnTo>
                    <a:pt x="51370" y="42708"/>
                  </a:lnTo>
                  <a:lnTo>
                    <a:pt x="49453" y="40155"/>
                  </a:lnTo>
                  <a:cubicBezTo>
                    <a:pt x="54565" y="37601"/>
                    <a:pt x="62233" y="33132"/>
                    <a:pt x="72457" y="29302"/>
                  </a:cubicBezTo>
                  <a:cubicBezTo>
                    <a:pt x="76930" y="27387"/>
                    <a:pt x="80764" y="27387"/>
                    <a:pt x="82681" y="28664"/>
                  </a:cubicBezTo>
                  <a:cubicBezTo>
                    <a:pt x="84598" y="29940"/>
                    <a:pt x="85876" y="31856"/>
                    <a:pt x="85876" y="31856"/>
                  </a:cubicBezTo>
                  <a:cubicBezTo>
                    <a:pt x="87154" y="35048"/>
                    <a:pt x="90349" y="36963"/>
                    <a:pt x="93544" y="36324"/>
                  </a:cubicBezTo>
                  <a:cubicBezTo>
                    <a:pt x="96739" y="35048"/>
                    <a:pt x="98656" y="31856"/>
                    <a:pt x="98017" y="28664"/>
                  </a:cubicBezTo>
                  <a:cubicBezTo>
                    <a:pt x="98017" y="28025"/>
                    <a:pt x="95461" y="21003"/>
                    <a:pt x="88432" y="17811"/>
                  </a:cubicBezTo>
                  <a:cubicBezTo>
                    <a:pt x="82681" y="15257"/>
                    <a:pt x="75652" y="15257"/>
                    <a:pt x="67984" y="18449"/>
                  </a:cubicBezTo>
                  <a:cubicBezTo>
                    <a:pt x="47536" y="26110"/>
                    <a:pt x="36673" y="34409"/>
                    <a:pt x="36034" y="35048"/>
                  </a:cubicBezTo>
                  <a:cubicBezTo>
                    <a:pt x="34756" y="36324"/>
                    <a:pt x="33478" y="37601"/>
                    <a:pt x="33478" y="39516"/>
                  </a:cubicBezTo>
                  <a:cubicBezTo>
                    <a:pt x="33478" y="41432"/>
                    <a:pt x="34117" y="43347"/>
                    <a:pt x="34756" y="44624"/>
                  </a:cubicBezTo>
                  <a:lnTo>
                    <a:pt x="44341" y="55476"/>
                  </a:lnTo>
                  <a:cubicBezTo>
                    <a:pt x="45619" y="57391"/>
                    <a:pt x="48175" y="58030"/>
                    <a:pt x="50731" y="57391"/>
                  </a:cubicBezTo>
                  <a:lnTo>
                    <a:pt x="52009" y="56753"/>
                  </a:lnTo>
                  <a:cubicBezTo>
                    <a:pt x="49453" y="58668"/>
                    <a:pt x="48175" y="61860"/>
                    <a:pt x="49453" y="64414"/>
                  </a:cubicBezTo>
                  <a:lnTo>
                    <a:pt x="53926" y="73990"/>
                  </a:lnTo>
                  <a:cubicBezTo>
                    <a:pt x="55204" y="76543"/>
                    <a:pt x="57121" y="77820"/>
                    <a:pt x="59677" y="77820"/>
                  </a:cubicBezTo>
                  <a:cubicBezTo>
                    <a:pt x="60316" y="77820"/>
                    <a:pt x="60955" y="77820"/>
                    <a:pt x="61594" y="77182"/>
                  </a:cubicBezTo>
                  <a:lnTo>
                    <a:pt x="67345" y="75267"/>
                  </a:lnTo>
                  <a:cubicBezTo>
                    <a:pt x="60316" y="83566"/>
                    <a:pt x="53287" y="93142"/>
                    <a:pt x="52648" y="103995"/>
                  </a:cubicBezTo>
                  <a:cubicBezTo>
                    <a:pt x="48175" y="104633"/>
                    <a:pt x="43702" y="104633"/>
                    <a:pt x="39229" y="104633"/>
                  </a:cubicBezTo>
                  <a:lnTo>
                    <a:pt x="25810" y="73351"/>
                  </a:lnTo>
                  <a:cubicBezTo>
                    <a:pt x="24532" y="70798"/>
                    <a:pt x="22615" y="69521"/>
                    <a:pt x="20059" y="69521"/>
                  </a:cubicBezTo>
                  <a:lnTo>
                    <a:pt x="20059" y="69521"/>
                  </a:lnTo>
                  <a:lnTo>
                    <a:pt x="16226" y="69521"/>
                  </a:lnTo>
                  <a:lnTo>
                    <a:pt x="14309" y="61222"/>
                  </a:lnTo>
                  <a:lnTo>
                    <a:pt x="23254" y="61860"/>
                  </a:lnTo>
                  <a:lnTo>
                    <a:pt x="43702" y="91227"/>
                  </a:lnTo>
                  <a:cubicBezTo>
                    <a:pt x="45619" y="94419"/>
                    <a:pt x="49453" y="95057"/>
                    <a:pt x="52648" y="92503"/>
                  </a:cubicBezTo>
                  <a:cubicBezTo>
                    <a:pt x="55843" y="90588"/>
                    <a:pt x="56482" y="86758"/>
                    <a:pt x="53926" y="83566"/>
                  </a:cubicBezTo>
                  <a:lnTo>
                    <a:pt x="31561" y="51646"/>
                  </a:lnTo>
                  <a:cubicBezTo>
                    <a:pt x="30283" y="50369"/>
                    <a:pt x="29005" y="49092"/>
                    <a:pt x="27088" y="49092"/>
                  </a:cubicBezTo>
                  <a:lnTo>
                    <a:pt x="6641" y="47816"/>
                  </a:lnTo>
                  <a:cubicBezTo>
                    <a:pt x="4724" y="47816"/>
                    <a:pt x="2807" y="48454"/>
                    <a:pt x="1529" y="49731"/>
                  </a:cubicBezTo>
                  <a:cubicBezTo>
                    <a:pt x="251" y="51008"/>
                    <a:pt x="-388" y="53561"/>
                    <a:pt x="251" y="55476"/>
                  </a:cubicBezTo>
                  <a:lnTo>
                    <a:pt x="4724" y="77182"/>
                  </a:lnTo>
                  <a:cubicBezTo>
                    <a:pt x="5363" y="80374"/>
                    <a:pt x="7919" y="82289"/>
                    <a:pt x="11114" y="82289"/>
                  </a:cubicBezTo>
                  <a:lnTo>
                    <a:pt x="11114" y="82289"/>
                  </a:lnTo>
                  <a:lnTo>
                    <a:pt x="16226" y="82289"/>
                  </a:lnTo>
                  <a:lnTo>
                    <a:pt x="25810" y="103995"/>
                  </a:lnTo>
                  <a:cubicBezTo>
                    <a:pt x="20699" y="103995"/>
                    <a:pt x="16865" y="103356"/>
                    <a:pt x="16865" y="103356"/>
                  </a:cubicBezTo>
                  <a:cubicBezTo>
                    <a:pt x="14309" y="103356"/>
                    <a:pt x="11753" y="104633"/>
                    <a:pt x="10475" y="107187"/>
                  </a:cubicBezTo>
                  <a:lnTo>
                    <a:pt x="1529" y="125700"/>
                  </a:lnTo>
                  <a:cubicBezTo>
                    <a:pt x="890" y="127615"/>
                    <a:pt x="890" y="129531"/>
                    <a:pt x="1529" y="131446"/>
                  </a:cubicBezTo>
                  <a:cubicBezTo>
                    <a:pt x="2168" y="133361"/>
                    <a:pt x="4085" y="134638"/>
                    <a:pt x="6002" y="134638"/>
                  </a:cubicBezTo>
                  <a:lnTo>
                    <a:pt x="30283" y="139745"/>
                  </a:lnTo>
                  <a:cubicBezTo>
                    <a:pt x="32839" y="140383"/>
                    <a:pt x="35395" y="139107"/>
                    <a:pt x="37312" y="136553"/>
                  </a:cubicBezTo>
                  <a:lnTo>
                    <a:pt x="39229" y="133361"/>
                  </a:lnTo>
                  <a:lnTo>
                    <a:pt x="71818" y="141660"/>
                  </a:lnTo>
                  <a:cubicBezTo>
                    <a:pt x="64789" y="146767"/>
                    <a:pt x="55843" y="155705"/>
                    <a:pt x="54565" y="167835"/>
                  </a:cubicBezTo>
                  <a:cubicBezTo>
                    <a:pt x="53287" y="182518"/>
                    <a:pt x="61594" y="194009"/>
                    <a:pt x="66067" y="198478"/>
                  </a:cubicBezTo>
                  <a:lnTo>
                    <a:pt x="66067" y="201670"/>
                  </a:lnTo>
                  <a:lnTo>
                    <a:pt x="60316" y="200393"/>
                  </a:lnTo>
                  <a:cubicBezTo>
                    <a:pt x="57760" y="199754"/>
                    <a:pt x="54565" y="201031"/>
                    <a:pt x="53287" y="203585"/>
                  </a:cubicBezTo>
                  <a:lnTo>
                    <a:pt x="41146" y="224652"/>
                  </a:lnTo>
                  <a:cubicBezTo>
                    <a:pt x="39868" y="226567"/>
                    <a:pt x="39868" y="229121"/>
                    <a:pt x="41146" y="231036"/>
                  </a:cubicBezTo>
                  <a:cubicBezTo>
                    <a:pt x="42424" y="232951"/>
                    <a:pt x="44341" y="234228"/>
                    <a:pt x="46897" y="234228"/>
                  </a:cubicBezTo>
                  <a:lnTo>
                    <a:pt x="87793" y="234228"/>
                  </a:lnTo>
                  <a:cubicBezTo>
                    <a:pt x="90349" y="234228"/>
                    <a:pt x="92266" y="232951"/>
                    <a:pt x="93544" y="230397"/>
                  </a:cubicBezTo>
                  <a:lnTo>
                    <a:pt x="109519" y="196562"/>
                  </a:lnTo>
                  <a:cubicBezTo>
                    <a:pt x="110158" y="194647"/>
                    <a:pt x="110158" y="192094"/>
                    <a:pt x="108880" y="190178"/>
                  </a:cubicBezTo>
                  <a:cubicBezTo>
                    <a:pt x="107602" y="188263"/>
                    <a:pt x="105685" y="186986"/>
                    <a:pt x="103768" y="186986"/>
                  </a:cubicBezTo>
                  <a:lnTo>
                    <a:pt x="101851" y="186986"/>
                  </a:lnTo>
                  <a:lnTo>
                    <a:pt x="108241" y="181241"/>
                  </a:lnTo>
                  <a:cubicBezTo>
                    <a:pt x="112075" y="186348"/>
                    <a:pt x="117187" y="191455"/>
                    <a:pt x="126132" y="194647"/>
                  </a:cubicBezTo>
                  <a:cubicBezTo>
                    <a:pt x="131244" y="195924"/>
                    <a:pt x="133800" y="199116"/>
                    <a:pt x="134439" y="202308"/>
                  </a:cubicBezTo>
                  <a:lnTo>
                    <a:pt x="128049" y="199754"/>
                  </a:lnTo>
                  <a:cubicBezTo>
                    <a:pt x="124854" y="198478"/>
                    <a:pt x="121021" y="199754"/>
                    <a:pt x="119743" y="202946"/>
                  </a:cubicBezTo>
                  <a:lnTo>
                    <a:pt x="110158" y="225929"/>
                  </a:lnTo>
                  <a:cubicBezTo>
                    <a:pt x="109519" y="227844"/>
                    <a:pt x="109519" y="230397"/>
                    <a:pt x="110797" y="231674"/>
                  </a:cubicBezTo>
                  <a:cubicBezTo>
                    <a:pt x="112075" y="233589"/>
                    <a:pt x="113992" y="234228"/>
                    <a:pt x="115909" y="234228"/>
                  </a:cubicBezTo>
                  <a:lnTo>
                    <a:pt x="158082" y="234228"/>
                  </a:lnTo>
                  <a:cubicBezTo>
                    <a:pt x="161277" y="234228"/>
                    <a:pt x="163833" y="231674"/>
                    <a:pt x="164472" y="228482"/>
                  </a:cubicBezTo>
                  <a:lnTo>
                    <a:pt x="169584" y="180602"/>
                  </a:lnTo>
                  <a:cubicBezTo>
                    <a:pt x="169584" y="178049"/>
                    <a:pt x="168306" y="175495"/>
                    <a:pt x="165750" y="174218"/>
                  </a:cubicBezTo>
                  <a:cubicBezTo>
                    <a:pt x="165750" y="174218"/>
                    <a:pt x="153609" y="167835"/>
                    <a:pt x="150414" y="158259"/>
                  </a:cubicBezTo>
                  <a:cubicBezTo>
                    <a:pt x="147858" y="149321"/>
                    <a:pt x="151053" y="141660"/>
                    <a:pt x="154887" y="133361"/>
                  </a:cubicBezTo>
                  <a:cubicBezTo>
                    <a:pt x="158721" y="123785"/>
                    <a:pt x="163194" y="113571"/>
                    <a:pt x="155526" y="103356"/>
                  </a:cubicBezTo>
                  <a:cubicBezTo>
                    <a:pt x="149775" y="95057"/>
                    <a:pt x="148497" y="88673"/>
                    <a:pt x="149136" y="85481"/>
                  </a:cubicBezTo>
                  <a:cubicBezTo>
                    <a:pt x="149136" y="84204"/>
                    <a:pt x="149775" y="82927"/>
                    <a:pt x="151053" y="82927"/>
                  </a:cubicBezTo>
                  <a:cubicBezTo>
                    <a:pt x="155526" y="80374"/>
                    <a:pt x="160638" y="84204"/>
                    <a:pt x="161916" y="85481"/>
                  </a:cubicBezTo>
                  <a:cubicBezTo>
                    <a:pt x="163833" y="87396"/>
                    <a:pt x="165750" y="90588"/>
                    <a:pt x="167667" y="93780"/>
                  </a:cubicBezTo>
                  <a:cubicBezTo>
                    <a:pt x="170862" y="99526"/>
                    <a:pt x="174057" y="105910"/>
                    <a:pt x="181086" y="108463"/>
                  </a:cubicBezTo>
                  <a:cubicBezTo>
                    <a:pt x="184281" y="109740"/>
                    <a:pt x="188115" y="107825"/>
                    <a:pt x="189393" y="104633"/>
                  </a:cubicBezTo>
                  <a:cubicBezTo>
                    <a:pt x="191310" y="100803"/>
                    <a:pt x="189393" y="97611"/>
                    <a:pt x="186198" y="96334"/>
                  </a:cubicBezTo>
                  <a:close/>
                  <a:moveTo>
                    <a:pt x="91627" y="179964"/>
                  </a:moveTo>
                  <a:cubicBezTo>
                    <a:pt x="90349" y="181241"/>
                    <a:pt x="89710" y="183156"/>
                    <a:pt x="89710" y="184433"/>
                  </a:cubicBezTo>
                  <a:lnTo>
                    <a:pt x="89710" y="193370"/>
                  </a:lnTo>
                  <a:cubicBezTo>
                    <a:pt x="89710" y="196562"/>
                    <a:pt x="91627" y="199116"/>
                    <a:pt x="94183" y="199754"/>
                  </a:cubicBezTo>
                  <a:lnTo>
                    <a:pt x="83959" y="220821"/>
                  </a:lnTo>
                  <a:lnTo>
                    <a:pt x="57760" y="220821"/>
                  </a:lnTo>
                  <a:lnTo>
                    <a:pt x="61594" y="213799"/>
                  </a:lnTo>
                  <a:lnTo>
                    <a:pt x="69901" y="215714"/>
                  </a:lnTo>
                  <a:cubicBezTo>
                    <a:pt x="71818" y="216353"/>
                    <a:pt x="73735" y="215714"/>
                    <a:pt x="75013" y="214438"/>
                  </a:cubicBezTo>
                  <a:cubicBezTo>
                    <a:pt x="76291" y="213161"/>
                    <a:pt x="77569" y="211884"/>
                    <a:pt x="77569" y="209969"/>
                  </a:cubicBezTo>
                  <a:lnTo>
                    <a:pt x="78847" y="196562"/>
                  </a:lnTo>
                  <a:cubicBezTo>
                    <a:pt x="78847" y="194647"/>
                    <a:pt x="78208" y="192732"/>
                    <a:pt x="76930" y="191455"/>
                  </a:cubicBezTo>
                  <a:cubicBezTo>
                    <a:pt x="76930" y="191455"/>
                    <a:pt x="66067" y="181241"/>
                    <a:pt x="67345" y="169111"/>
                  </a:cubicBezTo>
                  <a:cubicBezTo>
                    <a:pt x="68623" y="158259"/>
                    <a:pt x="78847" y="151236"/>
                    <a:pt x="83959" y="148683"/>
                  </a:cubicBezTo>
                  <a:cubicBezTo>
                    <a:pt x="84598" y="149321"/>
                    <a:pt x="85237" y="149959"/>
                    <a:pt x="85876" y="150598"/>
                  </a:cubicBezTo>
                  <a:cubicBezTo>
                    <a:pt x="90988" y="154428"/>
                    <a:pt x="95461" y="158259"/>
                    <a:pt x="99295" y="164004"/>
                  </a:cubicBezTo>
                  <a:cubicBezTo>
                    <a:pt x="99934" y="165281"/>
                    <a:pt x="101212" y="167196"/>
                    <a:pt x="101851" y="169750"/>
                  </a:cubicBezTo>
                  <a:lnTo>
                    <a:pt x="101851" y="169750"/>
                  </a:lnTo>
                  <a:lnTo>
                    <a:pt x="91627" y="179964"/>
                  </a:lnTo>
                  <a:close/>
                </a:path>
              </a:pathLst>
            </a:custGeom>
            <a:solidFill>
              <a:srgbClr val="046A38"/>
            </a:solidFill>
            <a:ln w="6390" cap="flat">
              <a:noFill/>
              <a:prstDash val="solid"/>
              <a:miter/>
            </a:ln>
          </p:spPr>
          <p:txBody>
            <a:bodyPr rtlCol="0" anchor="ctr"/>
            <a:lstStyle/>
            <a:p>
              <a:endParaRPr lang="en-US"/>
            </a:p>
          </p:txBody>
        </p:sp>
      </p:grpSp>
      <p:grpSp>
        <p:nvGrpSpPr>
          <p:cNvPr id="657" name="Graphic 6">
            <a:extLst>
              <a:ext uri="{FF2B5EF4-FFF2-40B4-BE49-F238E27FC236}">
                <a16:creationId xmlns:a16="http://schemas.microsoft.com/office/drawing/2014/main" id="{C01538E5-3C24-9040-96F9-BEC0AEA1C76F}"/>
              </a:ext>
            </a:extLst>
          </p:cNvPr>
          <p:cNvGrpSpPr/>
          <p:nvPr/>
        </p:nvGrpSpPr>
        <p:grpSpPr>
          <a:xfrm>
            <a:off x="467104" y="2852525"/>
            <a:ext cx="362309" cy="361971"/>
            <a:chOff x="467104" y="2852525"/>
            <a:chExt cx="362309" cy="361971"/>
          </a:xfrm>
          <a:solidFill>
            <a:srgbClr val="046A38"/>
          </a:solidFill>
        </p:grpSpPr>
        <p:sp>
          <p:nvSpPr>
            <p:cNvPr id="658" name="Graphic 6">
              <a:extLst>
                <a:ext uri="{FF2B5EF4-FFF2-40B4-BE49-F238E27FC236}">
                  <a16:creationId xmlns:a16="http://schemas.microsoft.com/office/drawing/2014/main" id="{827B6197-C606-174C-B80C-263F1C3D1FCD}"/>
                </a:ext>
              </a:extLst>
            </p:cNvPr>
            <p:cNvSpPr/>
            <p:nvPr/>
          </p:nvSpPr>
          <p:spPr>
            <a:xfrm>
              <a:off x="467104" y="2852525"/>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181474 w 362309"/>
                <a:gd name="connsiteY4" fmla="*/ 0 h 361971"/>
                <a:gd name="connsiteX5" fmla="*/ 180835 w 362309"/>
                <a:gd name="connsiteY5" fmla="*/ 349204 h 361971"/>
                <a:gd name="connsiteX6" fmla="*/ 12780 w 362309"/>
                <a:gd name="connsiteY6" fmla="*/ 180667 h 361971"/>
                <a:gd name="connsiteX7" fmla="*/ 181474 w 362309"/>
                <a:gd name="connsiteY7" fmla="*/ 12768 h 361971"/>
                <a:gd name="connsiteX8" fmla="*/ 349530 w 362309"/>
                <a:gd name="connsiteY8" fmla="*/ 181305 h 361971"/>
                <a:gd name="connsiteX9" fmla="*/ 180835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09" y="280895"/>
                    <a:pt x="362309" y="181305"/>
                  </a:cubicBezTo>
                  <a:cubicBezTo>
                    <a:pt x="362309" y="81076"/>
                    <a:pt x="281157" y="0"/>
                    <a:pt x="181474" y="0"/>
                  </a:cubicBezTo>
                  <a:close/>
                  <a:moveTo>
                    <a:pt x="180835" y="349204"/>
                  </a:moveTo>
                  <a:cubicBezTo>
                    <a:pt x="88181" y="349204"/>
                    <a:pt x="12780" y="273873"/>
                    <a:pt x="12780" y="180667"/>
                  </a:cubicBezTo>
                  <a:cubicBezTo>
                    <a:pt x="12780" y="88099"/>
                    <a:pt x="88181" y="12768"/>
                    <a:pt x="181474" y="12768"/>
                  </a:cubicBezTo>
                  <a:cubicBezTo>
                    <a:pt x="274128" y="12768"/>
                    <a:pt x="349530" y="88099"/>
                    <a:pt x="349530" y="181305"/>
                  </a:cubicBezTo>
                  <a:cubicBezTo>
                    <a:pt x="349530" y="273873"/>
                    <a:pt x="274128"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659" name="Graphic 6">
              <a:extLst>
                <a:ext uri="{FF2B5EF4-FFF2-40B4-BE49-F238E27FC236}">
                  <a16:creationId xmlns:a16="http://schemas.microsoft.com/office/drawing/2014/main" id="{F5B645BF-24A4-7549-A176-AB92FCA8F1CB}"/>
                </a:ext>
              </a:extLst>
            </p:cNvPr>
            <p:cNvSpPr/>
            <p:nvPr/>
          </p:nvSpPr>
          <p:spPr>
            <a:xfrm>
              <a:off x="560397" y="2960564"/>
              <a:ext cx="174462" cy="198392"/>
            </a:xfrm>
            <a:custGeom>
              <a:avLst/>
              <a:gdLst>
                <a:gd name="connsiteX0" fmla="*/ 129077 w 174462"/>
                <a:gd name="connsiteY0" fmla="*/ 1766 h 198392"/>
                <a:gd name="connsiteX1" fmla="*/ 120131 w 174462"/>
                <a:gd name="connsiteY1" fmla="*/ 4320 h 198392"/>
                <a:gd name="connsiteX2" fmla="*/ 122687 w 174462"/>
                <a:gd name="connsiteY2" fmla="*/ 13257 h 198392"/>
                <a:gd name="connsiteX3" fmla="*/ 141857 w 174462"/>
                <a:gd name="connsiteY3" fmla="*/ 27940 h 198392"/>
                <a:gd name="connsiteX4" fmla="*/ 123965 w 174462"/>
                <a:gd name="connsiteY4" fmla="*/ 38793 h 198392"/>
                <a:gd name="connsiteX5" fmla="*/ 110546 w 174462"/>
                <a:gd name="connsiteY5" fmla="*/ 28579 h 198392"/>
                <a:gd name="connsiteX6" fmla="*/ 87542 w 174462"/>
                <a:gd name="connsiteY6" fmla="*/ 32409 h 198392"/>
                <a:gd name="connsiteX7" fmla="*/ 64538 w 174462"/>
                <a:gd name="connsiteY7" fmla="*/ 28579 h 198392"/>
                <a:gd name="connsiteX8" fmla="*/ 51759 w 174462"/>
                <a:gd name="connsiteY8" fmla="*/ 38793 h 198392"/>
                <a:gd name="connsiteX9" fmla="*/ 33867 w 174462"/>
                <a:gd name="connsiteY9" fmla="*/ 27940 h 198392"/>
                <a:gd name="connsiteX10" fmla="*/ 56231 w 174462"/>
                <a:gd name="connsiteY10" fmla="*/ 11980 h 198392"/>
                <a:gd name="connsiteX11" fmla="*/ 59426 w 174462"/>
                <a:gd name="connsiteY11" fmla="*/ 3681 h 198392"/>
                <a:gd name="connsiteX12" fmla="*/ 51119 w 174462"/>
                <a:gd name="connsiteY12" fmla="*/ 489 h 198392"/>
                <a:gd name="connsiteX13" fmla="*/ 0 w 174462"/>
                <a:gd name="connsiteY13" fmla="*/ 79651 h 198392"/>
                <a:gd name="connsiteX14" fmla="*/ 42174 w 174462"/>
                <a:gd name="connsiteY14" fmla="*/ 156897 h 198392"/>
                <a:gd name="connsiteX15" fmla="*/ 83069 w 174462"/>
                <a:gd name="connsiteY15" fmla="*/ 197116 h 198392"/>
                <a:gd name="connsiteX16" fmla="*/ 86903 w 174462"/>
                <a:gd name="connsiteY16" fmla="*/ 198393 h 198392"/>
                <a:gd name="connsiteX17" fmla="*/ 90737 w 174462"/>
                <a:gd name="connsiteY17" fmla="*/ 197116 h 198392"/>
                <a:gd name="connsiteX18" fmla="*/ 101600 w 174462"/>
                <a:gd name="connsiteY18" fmla="*/ 187540 h 198392"/>
                <a:gd name="connsiteX19" fmla="*/ 103517 w 174462"/>
                <a:gd name="connsiteY19" fmla="*/ 185625 h 198392"/>
                <a:gd name="connsiteX20" fmla="*/ 132911 w 174462"/>
                <a:gd name="connsiteY20" fmla="*/ 156258 h 198392"/>
                <a:gd name="connsiteX21" fmla="*/ 174445 w 174462"/>
                <a:gd name="connsiteY21" fmla="*/ 79651 h 198392"/>
                <a:gd name="connsiteX22" fmla="*/ 129077 w 174462"/>
                <a:gd name="connsiteY22" fmla="*/ 1766 h 198392"/>
                <a:gd name="connsiteX23" fmla="*/ 62621 w 174462"/>
                <a:gd name="connsiteY23" fmla="*/ 86673 h 198392"/>
                <a:gd name="connsiteX24" fmla="*/ 53036 w 174462"/>
                <a:gd name="connsiteY24" fmla="*/ 77097 h 198392"/>
                <a:gd name="connsiteX25" fmla="*/ 53036 w 174462"/>
                <a:gd name="connsiteY25" fmla="*/ 70075 h 198392"/>
                <a:gd name="connsiteX26" fmla="*/ 66455 w 174462"/>
                <a:gd name="connsiteY26" fmla="*/ 70075 h 198392"/>
                <a:gd name="connsiteX27" fmla="*/ 66455 w 174462"/>
                <a:gd name="connsiteY27" fmla="*/ 87950 h 198392"/>
                <a:gd name="connsiteX28" fmla="*/ 70928 w 174462"/>
                <a:gd name="connsiteY28" fmla="*/ 94334 h 198392"/>
                <a:gd name="connsiteX29" fmla="*/ 81152 w 174462"/>
                <a:gd name="connsiteY29" fmla="*/ 97526 h 198392"/>
                <a:gd name="connsiteX30" fmla="*/ 81152 w 174462"/>
                <a:gd name="connsiteY30" fmla="*/ 103271 h 198392"/>
                <a:gd name="connsiteX31" fmla="*/ 69011 w 174462"/>
                <a:gd name="connsiteY31" fmla="*/ 107740 h 198392"/>
                <a:gd name="connsiteX32" fmla="*/ 67733 w 174462"/>
                <a:gd name="connsiteY32" fmla="*/ 108379 h 198392"/>
                <a:gd name="connsiteX33" fmla="*/ 64538 w 174462"/>
                <a:gd name="connsiteY33" fmla="*/ 105187 h 198392"/>
                <a:gd name="connsiteX34" fmla="*/ 64538 w 174462"/>
                <a:gd name="connsiteY34" fmla="*/ 90503 h 198392"/>
                <a:gd name="connsiteX35" fmla="*/ 62621 w 174462"/>
                <a:gd name="connsiteY35" fmla="*/ 86673 h 198392"/>
                <a:gd name="connsiteX36" fmla="*/ 73484 w 174462"/>
                <a:gd name="connsiteY36" fmla="*/ 124977 h 198392"/>
                <a:gd name="connsiteX37" fmla="*/ 73484 w 174462"/>
                <a:gd name="connsiteY37" fmla="*/ 119870 h 198392"/>
                <a:gd name="connsiteX38" fmla="*/ 74123 w 174462"/>
                <a:gd name="connsiteY38" fmla="*/ 119870 h 198392"/>
                <a:gd name="connsiteX39" fmla="*/ 88181 w 174462"/>
                <a:gd name="connsiteY39" fmla="*/ 114763 h 198392"/>
                <a:gd name="connsiteX40" fmla="*/ 102239 w 174462"/>
                <a:gd name="connsiteY40" fmla="*/ 119870 h 198392"/>
                <a:gd name="connsiteX41" fmla="*/ 102878 w 174462"/>
                <a:gd name="connsiteY41" fmla="*/ 119870 h 198392"/>
                <a:gd name="connsiteX42" fmla="*/ 102878 w 174462"/>
                <a:gd name="connsiteY42" fmla="*/ 124977 h 198392"/>
                <a:gd name="connsiteX43" fmla="*/ 88820 w 174462"/>
                <a:gd name="connsiteY43" fmla="*/ 132638 h 198392"/>
                <a:gd name="connsiteX44" fmla="*/ 73484 w 174462"/>
                <a:gd name="connsiteY44" fmla="*/ 124977 h 198392"/>
                <a:gd name="connsiteX45" fmla="*/ 107990 w 174462"/>
                <a:gd name="connsiteY45" fmla="*/ 108379 h 198392"/>
                <a:gd name="connsiteX46" fmla="*/ 106712 w 174462"/>
                <a:gd name="connsiteY46" fmla="*/ 107740 h 198392"/>
                <a:gd name="connsiteX47" fmla="*/ 94571 w 174462"/>
                <a:gd name="connsiteY47" fmla="*/ 103271 h 198392"/>
                <a:gd name="connsiteX48" fmla="*/ 94571 w 174462"/>
                <a:gd name="connsiteY48" fmla="*/ 97526 h 198392"/>
                <a:gd name="connsiteX49" fmla="*/ 104795 w 174462"/>
                <a:gd name="connsiteY49" fmla="*/ 94334 h 198392"/>
                <a:gd name="connsiteX50" fmla="*/ 109268 w 174462"/>
                <a:gd name="connsiteY50" fmla="*/ 87950 h 198392"/>
                <a:gd name="connsiteX51" fmla="*/ 109268 w 174462"/>
                <a:gd name="connsiteY51" fmla="*/ 70075 h 198392"/>
                <a:gd name="connsiteX52" fmla="*/ 122687 w 174462"/>
                <a:gd name="connsiteY52" fmla="*/ 70075 h 198392"/>
                <a:gd name="connsiteX53" fmla="*/ 122687 w 174462"/>
                <a:gd name="connsiteY53" fmla="*/ 77097 h 198392"/>
                <a:gd name="connsiteX54" fmla="*/ 113102 w 174462"/>
                <a:gd name="connsiteY54" fmla="*/ 86673 h 198392"/>
                <a:gd name="connsiteX55" fmla="*/ 111185 w 174462"/>
                <a:gd name="connsiteY55" fmla="*/ 91142 h 198392"/>
                <a:gd name="connsiteX56" fmla="*/ 111185 w 174462"/>
                <a:gd name="connsiteY56" fmla="*/ 105825 h 198392"/>
                <a:gd name="connsiteX57" fmla="*/ 107990 w 174462"/>
                <a:gd name="connsiteY57" fmla="*/ 108379 h 198392"/>
                <a:gd name="connsiteX58" fmla="*/ 70928 w 174462"/>
                <a:gd name="connsiteY58" fmla="*/ 38793 h 198392"/>
                <a:gd name="connsiteX59" fmla="*/ 84986 w 174462"/>
                <a:gd name="connsiteY59" fmla="*/ 43900 h 198392"/>
                <a:gd name="connsiteX60" fmla="*/ 91376 w 174462"/>
                <a:gd name="connsiteY60" fmla="*/ 43900 h 198392"/>
                <a:gd name="connsiteX61" fmla="*/ 105434 w 174462"/>
                <a:gd name="connsiteY61" fmla="*/ 38793 h 198392"/>
                <a:gd name="connsiteX62" fmla="*/ 123326 w 174462"/>
                <a:gd name="connsiteY62" fmla="*/ 54115 h 198392"/>
                <a:gd name="connsiteX63" fmla="*/ 123326 w 174462"/>
                <a:gd name="connsiteY63" fmla="*/ 56668 h 198392"/>
                <a:gd name="connsiteX64" fmla="*/ 103517 w 174462"/>
                <a:gd name="connsiteY64" fmla="*/ 56668 h 198392"/>
                <a:gd name="connsiteX65" fmla="*/ 97127 w 174462"/>
                <a:gd name="connsiteY65" fmla="*/ 63052 h 198392"/>
                <a:gd name="connsiteX66" fmla="*/ 97127 w 174462"/>
                <a:gd name="connsiteY66" fmla="*/ 82843 h 198392"/>
                <a:gd name="connsiteX67" fmla="*/ 88820 w 174462"/>
                <a:gd name="connsiteY67" fmla="*/ 85396 h 198392"/>
                <a:gd name="connsiteX68" fmla="*/ 80513 w 174462"/>
                <a:gd name="connsiteY68" fmla="*/ 82843 h 198392"/>
                <a:gd name="connsiteX69" fmla="*/ 80513 w 174462"/>
                <a:gd name="connsiteY69" fmla="*/ 63052 h 198392"/>
                <a:gd name="connsiteX70" fmla="*/ 74123 w 174462"/>
                <a:gd name="connsiteY70" fmla="*/ 56668 h 198392"/>
                <a:gd name="connsiteX71" fmla="*/ 54314 w 174462"/>
                <a:gd name="connsiteY71" fmla="*/ 56668 h 198392"/>
                <a:gd name="connsiteX72" fmla="*/ 54314 w 174462"/>
                <a:gd name="connsiteY72" fmla="*/ 54115 h 198392"/>
                <a:gd name="connsiteX73" fmla="*/ 70928 w 174462"/>
                <a:gd name="connsiteY73" fmla="*/ 38793 h 198392"/>
                <a:gd name="connsiteX74" fmla="*/ 24921 w 174462"/>
                <a:gd name="connsiteY74" fmla="*/ 39431 h 198392"/>
                <a:gd name="connsiteX75" fmla="*/ 42813 w 174462"/>
                <a:gd name="connsiteY75" fmla="*/ 47092 h 198392"/>
                <a:gd name="connsiteX76" fmla="*/ 42174 w 174462"/>
                <a:gd name="connsiteY76" fmla="*/ 47092 h 198392"/>
                <a:gd name="connsiteX77" fmla="*/ 40257 w 174462"/>
                <a:gd name="connsiteY77" fmla="*/ 51561 h 198392"/>
                <a:gd name="connsiteX78" fmla="*/ 40257 w 174462"/>
                <a:gd name="connsiteY78" fmla="*/ 79651 h 198392"/>
                <a:gd name="connsiteX79" fmla="*/ 40257 w 174462"/>
                <a:gd name="connsiteY79" fmla="*/ 80289 h 198392"/>
                <a:gd name="connsiteX80" fmla="*/ 17892 w 174462"/>
                <a:gd name="connsiteY80" fmla="*/ 98164 h 198392"/>
                <a:gd name="connsiteX81" fmla="*/ 13419 w 174462"/>
                <a:gd name="connsiteY81" fmla="*/ 79012 h 198392"/>
                <a:gd name="connsiteX82" fmla="*/ 24921 w 174462"/>
                <a:gd name="connsiteY82" fmla="*/ 39431 h 198392"/>
                <a:gd name="connsiteX83" fmla="*/ 51759 w 174462"/>
                <a:gd name="connsiteY83" fmla="*/ 147959 h 198392"/>
                <a:gd name="connsiteX84" fmla="*/ 25560 w 174462"/>
                <a:gd name="connsiteY84" fmla="*/ 113486 h 198392"/>
                <a:gd name="connsiteX85" fmla="*/ 26838 w 174462"/>
                <a:gd name="connsiteY85" fmla="*/ 110932 h 198392"/>
                <a:gd name="connsiteX86" fmla="*/ 45369 w 174462"/>
                <a:gd name="connsiteY86" fmla="*/ 92419 h 198392"/>
                <a:gd name="connsiteX87" fmla="*/ 49842 w 174462"/>
                <a:gd name="connsiteY87" fmla="*/ 91780 h 198392"/>
                <a:gd name="connsiteX88" fmla="*/ 51759 w 174462"/>
                <a:gd name="connsiteY88" fmla="*/ 93695 h 198392"/>
                <a:gd name="connsiteX89" fmla="*/ 51759 w 174462"/>
                <a:gd name="connsiteY89" fmla="*/ 109017 h 198392"/>
                <a:gd name="connsiteX90" fmla="*/ 54314 w 174462"/>
                <a:gd name="connsiteY90" fmla="*/ 114124 h 198392"/>
                <a:gd name="connsiteX91" fmla="*/ 61343 w 174462"/>
                <a:gd name="connsiteY91" fmla="*/ 119870 h 198392"/>
                <a:gd name="connsiteX92" fmla="*/ 61343 w 174462"/>
                <a:gd name="connsiteY92" fmla="*/ 128807 h 198392"/>
                <a:gd name="connsiteX93" fmla="*/ 64538 w 174462"/>
                <a:gd name="connsiteY93" fmla="*/ 134553 h 198392"/>
                <a:gd name="connsiteX94" fmla="*/ 65177 w 174462"/>
                <a:gd name="connsiteY94" fmla="*/ 135191 h 198392"/>
                <a:gd name="connsiteX95" fmla="*/ 63899 w 174462"/>
                <a:gd name="connsiteY95" fmla="*/ 161366 h 198392"/>
                <a:gd name="connsiteX96" fmla="*/ 51759 w 174462"/>
                <a:gd name="connsiteY96" fmla="*/ 147959 h 198392"/>
                <a:gd name="connsiteX97" fmla="*/ 87542 w 174462"/>
                <a:gd name="connsiteY97" fmla="*/ 183071 h 198392"/>
                <a:gd name="connsiteX98" fmla="*/ 81791 w 174462"/>
                <a:gd name="connsiteY98" fmla="*/ 177964 h 198392"/>
                <a:gd name="connsiteX99" fmla="*/ 76040 w 174462"/>
                <a:gd name="connsiteY99" fmla="*/ 140937 h 198392"/>
                <a:gd name="connsiteX100" fmla="*/ 84347 w 174462"/>
                <a:gd name="connsiteY100" fmla="*/ 146044 h 198392"/>
                <a:gd name="connsiteX101" fmla="*/ 87542 w 174462"/>
                <a:gd name="connsiteY101" fmla="*/ 146682 h 198392"/>
                <a:gd name="connsiteX102" fmla="*/ 90737 w 174462"/>
                <a:gd name="connsiteY102" fmla="*/ 146044 h 198392"/>
                <a:gd name="connsiteX103" fmla="*/ 99683 w 174462"/>
                <a:gd name="connsiteY103" fmla="*/ 140937 h 198392"/>
                <a:gd name="connsiteX104" fmla="*/ 93932 w 174462"/>
                <a:gd name="connsiteY104" fmla="*/ 177964 h 198392"/>
                <a:gd name="connsiteX105" fmla="*/ 87542 w 174462"/>
                <a:gd name="connsiteY105" fmla="*/ 183071 h 198392"/>
                <a:gd name="connsiteX106" fmla="*/ 124604 w 174462"/>
                <a:gd name="connsiteY106" fmla="*/ 147321 h 198392"/>
                <a:gd name="connsiteX107" fmla="*/ 112463 w 174462"/>
                <a:gd name="connsiteY107" fmla="*/ 160089 h 198392"/>
                <a:gd name="connsiteX108" fmla="*/ 111185 w 174462"/>
                <a:gd name="connsiteY108" fmla="*/ 134553 h 198392"/>
                <a:gd name="connsiteX109" fmla="*/ 111824 w 174462"/>
                <a:gd name="connsiteY109" fmla="*/ 134553 h 198392"/>
                <a:gd name="connsiteX110" fmla="*/ 115019 w 174462"/>
                <a:gd name="connsiteY110" fmla="*/ 128807 h 198392"/>
                <a:gd name="connsiteX111" fmla="*/ 115019 w 174462"/>
                <a:gd name="connsiteY111" fmla="*/ 119870 h 198392"/>
                <a:gd name="connsiteX112" fmla="*/ 122048 w 174462"/>
                <a:gd name="connsiteY112" fmla="*/ 114124 h 198392"/>
                <a:gd name="connsiteX113" fmla="*/ 124604 w 174462"/>
                <a:gd name="connsiteY113" fmla="*/ 109017 h 198392"/>
                <a:gd name="connsiteX114" fmla="*/ 124604 w 174462"/>
                <a:gd name="connsiteY114" fmla="*/ 93695 h 198392"/>
                <a:gd name="connsiteX115" fmla="*/ 127160 w 174462"/>
                <a:gd name="connsiteY115" fmla="*/ 91142 h 198392"/>
                <a:gd name="connsiteX116" fmla="*/ 132272 w 174462"/>
                <a:gd name="connsiteY116" fmla="*/ 92419 h 198392"/>
                <a:gd name="connsiteX117" fmla="*/ 150803 w 174462"/>
                <a:gd name="connsiteY117" fmla="*/ 110932 h 198392"/>
                <a:gd name="connsiteX118" fmla="*/ 151442 w 174462"/>
                <a:gd name="connsiteY118" fmla="*/ 112209 h 198392"/>
                <a:gd name="connsiteX119" fmla="*/ 124604 w 174462"/>
                <a:gd name="connsiteY119" fmla="*/ 147321 h 198392"/>
                <a:gd name="connsiteX120" fmla="*/ 158470 w 174462"/>
                <a:gd name="connsiteY120" fmla="*/ 96249 h 198392"/>
                <a:gd name="connsiteX121" fmla="*/ 135467 w 174462"/>
                <a:gd name="connsiteY121" fmla="*/ 79651 h 198392"/>
                <a:gd name="connsiteX122" fmla="*/ 135467 w 174462"/>
                <a:gd name="connsiteY122" fmla="*/ 79012 h 198392"/>
                <a:gd name="connsiteX123" fmla="*/ 135467 w 174462"/>
                <a:gd name="connsiteY123" fmla="*/ 50923 h 198392"/>
                <a:gd name="connsiteX124" fmla="*/ 133550 w 174462"/>
                <a:gd name="connsiteY124" fmla="*/ 46454 h 198392"/>
                <a:gd name="connsiteX125" fmla="*/ 133550 w 174462"/>
                <a:gd name="connsiteY125" fmla="*/ 46454 h 198392"/>
                <a:gd name="connsiteX126" fmla="*/ 151442 w 174462"/>
                <a:gd name="connsiteY126" fmla="*/ 38793 h 198392"/>
                <a:gd name="connsiteX127" fmla="*/ 162943 w 174462"/>
                <a:gd name="connsiteY127" fmla="*/ 78374 h 198392"/>
                <a:gd name="connsiteX128" fmla="*/ 158470 w 174462"/>
                <a:gd name="connsiteY128" fmla="*/ 96249 h 19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174462" h="198392">
                  <a:moveTo>
                    <a:pt x="129077" y="1766"/>
                  </a:moveTo>
                  <a:cubicBezTo>
                    <a:pt x="125882" y="-149"/>
                    <a:pt x="122048" y="1128"/>
                    <a:pt x="120131" y="4320"/>
                  </a:cubicBezTo>
                  <a:cubicBezTo>
                    <a:pt x="118214" y="7512"/>
                    <a:pt x="119492" y="11342"/>
                    <a:pt x="122687" y="13257"/>
                  </a:cubicBezTo>
                  <a:cubicBezTo>
                    <a:pt x="129716" y="17088"/>
                    <a:pt x="136106" y="22195"/>
                    <a:pt x="141857" y="27940"/>
                  </a:cubicBezTo>
                  <a:cubicBezTo>
                    <a:pt x="133550" y="29855"/>
                    <a:pt x="127799" y="34324"/>
                    <a:pt x="123965" y="38793"/>
                  </a:cubicBezTo>
                  <a:cubicBezTo>
                    <a:pt x="118853" y="34324"/>
                    <a:pt x="113741" y="29855"/>
                    <a:pt x="110546" y="28579"/>
                  </a:cubicBezTo>
                  <a:cubicBezTo>
                    <a:pt x="104795" y="25387"/>
                    <a:pt x="95210" y="28579"/>
                    <a:pt x="87542" y="32409"/>
                  </a:cubicBezTo>
                  <a:cubicBezTo>
                    <a:pt x="79874" y="28579"/>
                    <a:pt x="70289" y="25387"/>
                    <a:pt x="64538" y="28579"/>
                  </a:cubicBezTo>
                  <a:cubicBezTo>
                    <a:pt x="61982" y="29855"/>
                    <a:pt x="56231" y="34324"/>
                    <a:pt x="51759" y="38793"/>
                  </a:cubicBezTo>
                  <a:cubicBezTo>
                    <a:pt x="47925" y="34324"/>
                    <a:pt x="42174" y="29855"/>
                    <a:pt x="33867" y="27940"/>
                  </a:cubicBezTo>
                  <a:cubicBezTo>
                    <a:pt x="40257" y="21556"/>
                    <a:pt x="47925" y="15811"/>
                    <a:pt x="56231" y="11980"/>
                  </a:cubicBezTo>
                  <a:cubicBezTo>
                    <a:pt x="59426" y="10704"/>
                    <a:pt x="60704" y="6873"/>
                    <a:pt x="59426" y="3681"/>
                  </a:cubicBezTo>
                  <a:cubicBezTo>
                    <a:pt x="58148" y="489"/>
                    <a:pt x="54314" y="-788"/>
                    <a:pt x="51119" y="489"/>
                  </a:cubicBezTo>
                  <a:cubicBezTo>
                    <a:pt x="20448" y="14534"/>
                    <a:pt x="0" y="45815"/>
                    <a:pt x="0" y="79651"/>
                  </a:cubicBezTo>
                  <a:cubicBezTo>
                    <a:pt x="0" y="100079"/>
                    <a:pt x="14058" y="125615"/>
                    <a:pt x="42174" y="156897"/>
                  </a:cubicBezTo>
                  <a:cubicBezTo>
                    <a:pt x="62621" y="179241"/>
                    <a:pt x="82430" y="196477"/>
                    <a:pt x="83069" y="197116"/>
                  </a:cubicBezTo>
                  <a:cubicBezTo>
                    <a:pt x="84347" y="198393"/>
                    <a:pt x="85625" y="198393"/>
                    <a:pt x="86903" y="198393"/>
                  </a:cubicBezTo>
                  <a:cubicBezTo>
                    <a:pt x="88181" y="198393"/>
                    <a:pt x="90098" y="197754"/>
                    <a:pt x="90737" y="197116"/>
                  </a:cubicBezTo>
                  <a:cubicBezTo>
                    <a:pt x="91376" y="197116"/>
                    <a:pt x="95210" y="193285"/>
                    <a:pt x="101600" y="187540"/>
                  </a:cubicBezTo>
                  <a:cubicBezTo>
                    <a:pt x="102239" y="186901"/>
                    <a:pt x="102878" y="186263"/>
                    <a:pt x="103517" y="185625"/>
                  </a:cubicBezTo>
                  <a:cubicBezTo>
                    <a:pt x="111185" y="178602"/>
                    <a:pt x="122048" y="167750"/>
                    <a:pt x="132911" y="156258"/>
                  </a:cubicBezTo>
                  <a:cubicBezTo>
                    <a:pt x="160387" y="125615"/>
                    <a:pt x="174445" y="100079"/>
                    <a:pt x="174445" y="79651"/>
                  </a:cubicBezTo>
                  <a:cubicBezTo>
                    <a:pt x="175084" y="46454"/>
                    <a:pt x="157831" y="17088"/>
                    <a:pt x="129077" y="1766"/>
                  </a:cubicBezTo>
                  <a:close/>
                  <a:moveTo>
                    <a:pt x="62621" y="86673"/>
                  </a:moveTo>
                  <a:lnTo>
                    <a:pt x="53036" y="77097"/>
                  </a:lnTo>
                  <a:lnTo>
                    <a:pt x="53036" y="70075"/>
                  </a:lnTo>
                  <a:lnTo>
                    <a:pt x="66455" y="70075"/>
                  </a:lnTo>
                  <a:lnTo>
                    <a:pt x="66455" y="87950"/>
                  </a:lnTo>
                  <a:cubicBezTo>
                    <a:pt x="66455" y="90503"/>
                    <a:pt x="68372" y="93057"/>
                    <a:pt x="70928" y="94334"/>
                  </a:cubicBezTo>
                  <a:lnTo>
                    <a:pt x="81152" y="97526"/>
                  </a:lnTo>
                  <a:lnTo>
                    <a:pt x="81152" y="103271"/>
                  </a:lnTo>
                  <a:lnTo>
                    <a:pt x="69011" y="107740"/>
                  </a:lnTo>
                  <a:cubicBezTo>
                    <a:pt x="68372" y="107740"/>
                    <a:pt x="67733" y="108379"/>
                    <a:pt x="67733" y="108379"/>
                  </a:cubicBezTo>
                  <a:lnTo>
                    <a:pt x="64538" y="105187"/>
                  </a:lnTo>
                  <a:lnTo>
                    <a:pt x="64538" y="90503"/>
                  </a:lnTo>
                  <a:cubicBezTo>
                    <a:pt x="64538" y="89227"/>
                    <a:pt x="63899" y="87950"/>
                    <a:pt x="62621" y="86673"/>
                  </a:cubicBezTo>
                  <a:close/>
                  <a:moveTo>
                    <a:pt x="73484" y="124977"/>
                  </a:moveTo>
                  <a:lnTo>
                    <a:pt x="73484" y="119870"/>
                  </a:lnTo>
                  <a:lnTo>
                    <a:pt x="74123" y="119870"/>
                  </a:lnTo>
                  <a:lnTo>
                    <a:pt x="88181" y="114763"/>
                  </a:lnTo>
                  <a:lnTo>
                    <a:pt x="102239" y="119870"/>
                  </a:lnTo>
                  <a:lnTo>
                    <a:pt x="102878" y="119870"/>
                  </a:lnTo>
                  <a:lnTo>
                    <a:pt x="102878" y="124977"/>
                  </a:lnTo>
                  <a:lnTo>
                    <a:pt x="88820" y="132638"/>
                  </a:lnTo>
                  <a:lnTo>
                    <a:pt x="73484" y="124977"/>
                  </a:lnTo>
                  <a:close/>
                  <a:moveTo>
                    <a:pt x="107990" y="108379"/>
                  </a:moveTo>
                  <a:cubicBezTo>
                    <a:pt x="107351" y="107740"/>
                    <a:pt x="107351" y="107740"/>
                    <a:pt x="106712" y="107740"/>
                  </a:cubicBezTo>
                  <a:lnTo>
                    <a:pt x="94571" y="103271"/>
                  </a:lnTo>
                  <a:lnTo>
                    <a:pt x="94571" y="97526"/>
                  </a:lnTo>
                  <a:lnTo>
                    <a:pt x="104795" y="94334"/>
                  </a:lnTo>
                  <a:cubicBezTo>
                    <a:pt x="107351" y="93695"/>
                    <a:pt x="109268" y="91142"/>
                    <a:pt x="109268" y="87950"/>
                  </a:cubicBezTo>
                  <a:lnTo>
                    <a:pt x="109268" y="70075"/>
                  </a:lnTo>
                  <a:lnTo>
                    <a:pt x="122687" y="70075"/>
                  </a:lnTo>
                  <a:lnTo>
                    <a:pt x="122687" y="77097"/>
                  </a:lnTo>
                  <a:lnTo>
                    <a:pt x="113102" y="86673"/>
                  </a:lnTo>
                  <a:cubicBezTo>
                    <a:pt x="111824" y="87950"/>
                    <a:pt x="111185" y="89227"/>
                    <a:pt x="111185" y="91142"/>
                  </a:cubicBezTo>
                  <a:lnTo>
                    <a:pt x="111185" y="105825"/>
                  </a:lnTo>
                  <a:lnTo>
                    <a:pt x="107990" y="108379"/>
                  </a:lnTo>
                  <a:close/>
                  <a:moveTo>
                    <a:pt x="70928" y="38793"/>
                  </a:moveTo>
                  <a:cubicBezTo>
                    <a:pt x="73484" y="38793"/>
                    <a:pt x="79874" y="41347"/>
                    <a:pt x="84986" y="43900"/>
                  </a:cubicBezTo>
                  <a:cubicBezTo>
                    <a:pt x="86903" y="45177"/>
                    <a:pt x="89459" y="45177"/>
                    <a:pt x="91376" y="43900"/>
                  </a:cubicBezTo>
                  <a:cubicBezTo>
                    <a:pt x="96488" y="41347"/>
                    <a:pt x="102878" y="38793"/>
                    <a:pt x="105434" y="38793"/>
                  </a:cubicBezTo>
                  <a:cubicBezTo>
                    <a:pt x="108629" y="40708"/>
                    <a:pt x="116936" y="48369"/>
                    <a:pt x="123326" y="54115"/>
                  </a:cubicBezTo>
                  <a:lnTo>
                    <a:pt x="123326" y="56668"/>
                  </a:lnTo>
                  <a:lnTo>
                    <a:pt x="103517" y="56668"/>
                  </a:lnTo>
                  <a:cubicBezTo>
                    <a:pt x="99683" y="56668"/>
                    <a:pt x="97127" y="59222"/>
                    <a:pt x="97127" y="63052"/>
                  </a:cubicBezTo>
                  <a:lnTo>
                    <a:pt x="97127" y="82843"/>
                  </a:lnTo>
                  <a:lnTo>
                    <a:pt x="88820" y="85396"/>
                  </a:lnTo>
                  <a:lnTo>
                    <a:pt x="80513" y="82843"/>
                  </a:lnTo>
                  <a:lnTo>
                    <a:pt x="80513" y="63052"/>
                  </a:lnTo>
                  <a:cubicBezTo>
                    <a:pt x="80513" y="59222"/>
                    <a:pt x="77957" y="56668"/>
                    <a:pt x="74123" y="56668"/>
                  </a:cubicBezTo>
                  <a:lnTo>
                    <a:pt x="54314" y="56668"/>
                  </a:lnTo>
                  <a:lnTo>
                    <a:pt x="54314" y="54115"/>
                  </a:lnTo>
                  <a:cubicBezTo>
                    <a:pt x="59426" y="48369"/>
                    <a:pt x="67733" y="41347"/>
                    <a:pt x="70928" y="38793"/>
                  </a:cubicBezTo>
                  <a:close/>
                  <a:moveTo>
                    <a:pt x="24921" y="39431"/>
                  </a:moveTo>
                  <a:cubicBezTo>
                    <a:pt x="35784" y="39431"/>
                    <a:pt x="40257" y="43900"/>
                    <a:pt x="42813" y="47092"/>
                  </a:cubicBezTo>
                  <a:cubicBezTo>
                    <a:pt x="42813" y="47092"/>
                    <a:pt x="42813" y="47092"/>
                    <a:pt x="42174" y="47092"/>
                  </a:cubicBezTo>
                  <a:cubicBezTo>
                    <a:pt x="40896" y="48369"/>
                    <a:pt x="40257" y="50284"/>
                    <a:pt x="40257" y="51561"/>
                  </a:cubicBezTo>
                  <a:lnTo>
                    <a:pt x="40257" y="79651"/>
                  </a:lnTo>
                  <a:lnTo>
                    <a:pt x="40257" y="80289"/>
                  </a:lnTo>
                  <a:cubicBezTo>
                    <a:pt x="32589" y="81566"/>
                    <a:pt x="23004" y="86035"/>
                    <a:pt x="17892" y="98164"/>
                  </a:cubicBezTo>
                  <a:cubicBezTo>
                    <a:pt x="14697" y="91142"/>
                    <a:pt x="13419" y="84758"/>
                    <a:pt x="13419" y="79012"/>
                  </a:cubicBezTo>
                  <a:cubicBezTo>
                    <a:pt x="13419" y="64967"/>
                    <a:pt x="17253" y="50923"/>
                    <a:pt x="24921" y="39431"/>
                  </a:cubicBezTo>
                  <a:close/>
                  <a:moveTo>
                    <a:pt x="51759" y="147959"/>
                  </a:moveTo>
                  <a:cubicBezTo>
                    <a:pt x="40257" y="135191"/>
                    <a:pt x="31950" y="123700"/>
                    <a:pt x="25560" y="113486"/>
                  </a:cubicBezTo>
                  <a:cubicBezTo>
                    <a:pt x="26199" y="112847"/>
                    <a:pt x="26838" y="112209"/>
                    <a:pt x="26838" y="110932"/>
                  </a:cubicBezTo>
                  <a:cubicBezTo>
                    <a:pt x="30672" y="91780"/>
                    <a:pt x="42813" y="92419"/>
                    <a:pt x="45369" y="92419"/>
                  </a:cubicBezTo>
                  <a:cubicBezTo>
                    <a:pt x="46647" y="92419"/>
                    <a:pt x="48564" y="92419"/>
                    <a:pt x="49842" y="91780"/>
                  </a:cubicBezTo>
                  <a:lnTo>
                    <a:pt x="51759" y="93695"/>
                  </a:lnTo>
                  <a:lnTo>
                    <a:pt x="51759" y="109017"/>
                  </a:lnTo>
                  <a:cubicBezTo>
                    <a:pt x="51759" y="110932"/>
                    <a:pt x="52398" y="112847"/>
                    <a:pt x="54314" y="114124"/>
                  </a:cubicBezTo>
                  <a:lnTo>
                    <a:pt x="61343" y="119870"/>
                  </a:lnTo>
                  <a:lnTo>
                    <a:pt x="61343" y="128807"/>
                  </a:lnTo>
                  <a:cubicBezTo>
                    <a:pt x="61343" y="131361"/>
                    <a:pt x="62621" y="133276"/>
                    <a:pt x="64538" y="134553"/>
                  </a:cubicBezTo>
                  <a:lnTo>
                    <a:pt x="65177" y="135191"/>
                  </a:lnTo>
                  <a:cubicBezTo>
                    <a:pt x="63260" y="140298"/>
                    <a:pt x="61982" y="148598"/>
                    <a:pt x="63899" y="161366"/>
                  </a:cubicBezTo>
                  <a:cubicBezTo>
                    <a:pt x="60065" y="156258"/>
                    <a:pt x="56231" y="152428"/>
                    <a:pt x="51759" y="147959"/>
                  </a:cubicBezTo>
                  <a:close/>
                  <a:moveTo>
                    <a:pt x="87542" y="183071"/>
                  </a:moveTo>
                  <a:cubicBezTo>
                    <a:pt x="85625" y="181794"/>
                    <a:pt x="83708" y="179879"/>
                    <a:pt x="81791" y="177964"/>
                  </a:cubicBezTo>
                  <a:cubicBezTo>
                    <a:pt x="74123" y="157535"/>
                    <a:pt x="74762" y="146044"/>
                    <a:pt x="76040" y="140937"/>
                  </a:cubicBezTo>
                  <a:lnTo>
                    <a:pt x="84347" y="146044"/>
                  </a:lnTo>
                  <a:cubicBezTo>
                    <a:pt x="85625" y="146682"/>
                    <a:pt x="86264" y="146682"/>
                    <a:pt x="87542" y="146682"/>
                  </a:cubicBezTo>
                  <a:cubicBezTo>
                    <a:pt x="88820" y="146682"/>
                    <a:pt x="89459" y="146682"/>
                    <a:pt x="90737" y="146044"/>
                  </a:cubicBezTo>
                  <a:lnTo>
                    <a:pt x="99683" y="140937"/>
                  </a:lnTo>
                  <a:cubicBezTo>
                    <a:pt x="100961" y="146044"/>
                    <a:pt x="101600" y="157535"/>
                    <a:pt x="93932" y="177964"/>
                  </a:cubicBezTo>
                  <a:cubicBezTo>
                    <a:pt x="91376" y="179879"/>
                    <a:pt x="89459" y="181794"/>
                    <a:pt x="87542" y="183071"/>
                  </a:cubicBezTo>
                  <a:close/>
                  <a:moveTo>
                    <a:pt x="124604" y="147321"/>
                  </a:moveTo>
                  <a:cubicBezTo>
                    <a:pt x="120770" y="151790"/>
                    <a:pt x="116297" y="156258"/>
                    <a:pt x="112463" y="160089"/>
                  </a:cubicBezTo>
                  <a:cubicBezTo>
                    <a:pt x="114380" y="147321"/>
                    <a:pt x="113102" y="139660"/>
                    <a:pt x="111185" y="134553"/>
                  </a:cubicBezTo>
                  <a:lnTo>
                    <a:pt x="111824" y="134553"/>
                  </a:lnTo>
                  <a:cubicBezTo>
                    <a:pt x="113741" y="133276"/>
                    <a:pt x="115019" y="131361"/>
                    <a:pt x="115019" y="128807"/>
                  </a:cubicBezTo>
                  <a:lnTo>
                    <a:pt x="115019" y="119870"/>
                  </a:lnTo>
                  <a:lnTo>
                    <a:pt x="122048" y="114124"/>
                  </a:lnTo>
                  <a:cubicBezTo>
                    <a:pt x="123326" y="112847"/>
                    <a:pt x="124604" y="110932"/>
                    <a:pt x="124604" y="109017"/>
                  </a:cubicBezTo>
                  <a:lnTo>
                    <a:pt x="124604" y="93695"/>
                  </a:lnTo>
                  <a:lnTo>
                    <a:pt x="127160" y="91142"/>
                  </a:lnTo>
                  <a:cubicBezTo>
                    <a:pt x="128438" y="92419"/>
                    <a:pt x="130355" y="93057"/>
                    <a:pt x="132272" y="92419"/>
                  </a:cubicBezTo>
                  <a:cubicBezTo>
                    <a:pt x="132911" y="92419"/>
                    <a:pt x="146330" y="90503"/>
                    <a:pt x="150803" y="110932"/>
                  </a:cubicBezTo>
                  <a:cubicBezTo>
                    <a:pt x="150803" y="111571"/>
                    <a:pt x="150803" y="111571"/>
                    <a:pt x="151442" y="112209"/>
                  </a:cubicBezTo>
                  <a:cubicBezTo>
                    <a:pt x="144413" y="123062"/>
                    <a:pt x="135467" y="134553"/>
                    <a:pt x="124604" y="147321"/>
                  </a:cubicBezTo>
                  <a:close/>
                  <a:moveTo>
                    <a:pt x="158470" y="96249"/>
                  </a:moveTo>
                  <a:cubicBezTo>
                    <a:pt x="152720" y="84758"/>
                    <a:pt x="142496" y="80289"/>
                    <a:pt x="135467" y="79651"/>
                  </a:cubicBezTo>
                  <a:cubicBezTo>
                    <a:pt x="135467" y="79651"/>
                    <a:pt x="135467" y="79651"/>
                    <a:pt x="135467" y="79012"/>
                  </a:cubicBezTo>
                  <a:lnTo>
                    <a:pt x="135467" y="50923"/>
                  </a:lnTo>
                  <a:cubicBezTo>
                    <a:pt x="135467" y="49007"/>
                    <a:pt x="134828" y="47731"/>
                    <a:pt x="133550" y="46454"/>
                  </a:cubicBezTo>
                  <a:lnTo>
                    <a:pt x="133550" y="46454"/>
                  </a:lnTo>
                  <a:cubicBezTo>
                    <a:pt x="135467" y="43262"/>
                    <a:pt x="140579" y="38793"/>
                    <a:pt x="151442" y="38793"/>
                  </a:cubicBezTo>
                  <a:cubicBezTo>
                    <a:pt x="159109" y="50284"/>
                    <a:pt x="162943" y="64329"/>
                    <a:pt x="162943" y="78374"/>
                  </a:cubicBezTo>
                  <a:cubicBezTo>
                    <a:pt x="162304" y="84119"/>
                    <a:pt x="161026" y="89865"/>
                    <a:pt x="158470" y="96249"/>
                  </a:cubicBezTo>
                  <a:close/>
                </a:path>
              </a:pathLst>
            </a:custGeom>
            <a:solidFill>
              <a:srgbClr val="046A38"/>
            </a:solidFill>
            <a:ln w="6390" cap="flat">
              <a:noFill/>
              <a:prstDash val="solid"/>
              <a:miter/>
            </a:ln>
          </p:spPr>
          <p:txBody>
            <a:bodyPr rtlCol="0" anchor="ctr"/>
            <a:lstStyle/>
            <a:p>
              <a:endParaRPr lang="en-US"/>
            </a:p>
          </p:txBody>
        </p:sp>
        <p:sp>
          <p:nvSpPr>
            <p:cNvPr id="660" name="Graphic 6">
              <a:extLst>
                <a:ext uri="{FF2B5EF4-FFF2-40B4-BE49-F238E27FC236}">
                  <a16:creationId xmlns:a16="http://schemas.microsoft.com/office/drawing/2014/main" id="{7384E5F0-9835-554B-AF70-04E18FEFD137}"/>
                </a:ext>
              </a:extLst>
            </p:cNvPr>
            <p:cNvSpPr/>
            <p:nvPr/>
          </p:nvSpPr>
          <p:spPr>
            <a:xfrm>
              <a:off x="618545" y="2907402"/>
              <a:ext cx="62621" cy="72803"/>
            </a:xfrm>
            <a:custGeom>
              <a:avLst/>
              <a:gdLst>
                <a:gd name="connsiteX0" fmla="*/ 3834 w 62621"/>
                <a:gd name="connsiteY0" fmla="*/ 26200 h 72803"/>
                <a:gd name="connsiteX1" fmla="*/ 3834 w 62621"/>
                <a:gd name="connsiteY1" fmla="*/ 27477 h 72803"/>
                <a:gd name="connsiteX2" fmla="*/ 3834 w 62621"/>
                <a:gd name="connsiteY2" fmla="*/ 63227 h 72803"/>
                <a:gd name="connsiteX3" fmla="*/ 8307 w 62621"/>
                <a:gd name="connsiteY3" fmla="*/ 68973 h 72803"/>
                <a:gd name="connsiteX4" fmla="*/ 31311 w 62621"/>
                <a:gd name="connsiteY4" fmla="*/ 72803 h 72803"/>
                <a:gd name="connsiteX5" fmla="*/ 31950 w 62621"/>
                <a:gd name="connsiteY5" fmla="*/ 72803 h 72803"/>
                <a:gd name="connsiteX6" fmla="*/ 54953 w 62621"/>
                <a:gd name="connsiteY6" fmla="*/ 68973 h 72803"/>
                <a:gd name="connsiteX7" fmla="*/ 59426 w 62621"/>
                <a:gd name="connsiteY7" fmla="*/ 63227 h 72803"/>
                <a:gd name="connsiteX8" fmla="*/ 59426 w 62621"/>
                <a:gd name="connsiteY8" fmla="*/ 27477 h 72803"/>
                <a:gd name="connsiteX9" fmla="*/ 59426 w 62621"/>
                <a:gd name="connsiteY9" fmla="*/ 25562 h 72803"/>
                <a:gd name="connsiteX10" fmla="*/ 62621 w 62621"/>
                <a:gd name="connsiteY10" fmla="*/ 20455 h 72803"/>
                <a:gd name="connsiteX11" fmla="*/ 62621 w 62621"/>
                <a:gd name="connsiteY11" fmla="*/ 19816 h 72803"/>
                <a:gd name="connsiteX12" fmla="*/ 56231 w 62621"/>
                <a:gd name="connsiteY12" fmla="*/ 13432 h 72803"/>
                <a:gd name="connsiteX13" fmla="*/ 49841 w 62621"/>
                <a:gd name="connsiteY13" fmla="*/ 19816 h 72803"/>
                <a:gd name="connsiteX14" fmla="*/ 49841 w 62621"/>
                <a:gd name="connsiteY14" fmla="*/ 21093 h 72803"/>
                <a:gd name="connsiteX15" fmla="*/ 43452 w 62621"/>
                <a:gd name="connsiteY15" fmla="*/ 24285 h 72803"/>
                <a:gd name="connsiteX16" fmla="*/ 37701 w 62621"/>
                <a:gd name="connsiteY16" fmla="*/ 11517 h 72803"/>
                <a:gd name="connsiteX17" fmla="*/ 36423 w 62621"/>
                <a:gd name="connsiteY17" fmla="*/ 9602 h 72803"/>
                <a:gd name="connsiteX18" fmla="*/ 37701 w 62621"/>
                <a:gd name="connsiteY18" fmla="*/ 6410 h 72803"/>
                <a:gd name="connsiteX19" fmla="*/ 37062 w 62621"/>
                <a:gd name="connsiteY19" fmla="*/ 3856 h 72803"/>
                <a:gd name="connsiteX20" fmla="*/ 35784 w 62621"/>
                <a:gd name="connsiteY20" fmla="*/ 1941 h 72803"/>
                <a:gd name="connsiteX21" fmla="*/ 28755 w 62621"/>
                <a:gd name="connsiteY21" fmla="*/ 664 h 72803"/>
                <a:gd name="connsiteX22" fmla="*/ 26838 w 62621"/>
                <a:gd name="connsiteY22" fmla="*/ 1941 h 72803"/>
                <a:gd name="connsiteX23" fmla="*/ 25560 w 62621"/>
                <a:gd name="connsiteY23" fmla="*/ 3856 h 72803"/>
                <a:gd name="connsiteX24" fmla="*/ 24921 w 62621"/>
                <a:gd name="connsiteY24" fmla="*/ 6410 h 72803"/>
                <a:gd name="connsiteX25" fmla="*/ 26199 w 62621"/>
                <a:gd name="connsiteY25" fmla="*/ 9602 h 72803"/>
                <a:gd name="connsiteX26" fmla="*/ 24921 w 62621"/>
                <a:gd name="connsiteY26" fmla="*/ 11517 h 72803"/>
                <a:gd name="connsiteX27" fmla="*/ 19170 w 62621"/>
                <a:gd name="connsiteY27" fmla="*/ 24285 h 72803"/>
                <a:gd name="connsiteX28" fmla="*/ 12780 w 62621"/>
                <a:gd name="connsiteY28" fmla="*/ 21093 h 72803"/>
                <a:gd name="connsiteX29" fmla="*/ 12780 w 62621"/>
                <a:gd name="connsiteY29" fmla="*/ 21093 h 72803"/>
                <a:gd name="connsiteX30" fmla="*/ 12780 w 62621"/>
                <a:gd name="connsiteY30" fmla="*/ 19816 h 72803"/>
                <a:gd name="connsiteX31" fmla="*/ 12780 w 62621"/>
                <a:gd name="connsiteY31" fmla="*/ 19178 h 72803"/>
                <a:gd name="connsiteX32" fmla="*/ 6390 w 62621"/>
                <a:gd name="connsiteY32" fmla="*/ 12794 h 72803"/>
                <a:gd name="connsiteX33" fmla="*/ 0 w 62621"/>
                <a:gd name="connsiteY33" fmla="*/ 19178 h 72803"/>
                <a:gd name="connsiteX34" fmla="*/ 3834 w 62621"/>
                <a:gd name="connsiteY34" fmla="*/ 26200 h 72803"/>
                <a:gd name="connsiteX35" fmla="*/ 15975 w 62621"/>
                <a:gd name="connsiteY35" fmla="*/ 38330 h 72803"/>
                <a:gd name="connsiteX36" fmla="*/ 19170 w 62621"/>
                <a:gd name="connsiteY36" fmla="*/ 40245 h 72803"/>
                <a:gd name="connsiteX37" fmla="*/ 24282 w 62621"/>
                <a:gd name="connsiteY37" fmla="*/ 40883 h 72803"/>
                <a:gd name="connsiteX38" fmla="*/ 28116 w 62621"/>
                <a:gd name="connsiteY38" fmla="*/ 37053 h 72803"/>
                <a:gd name="connsiteX39" fmla="*/ 30672 w 62621"/>
                <a:gd name="connsiteY39" fmla="*/ 30031 h 72803"/>
                <a:gd name="connsiteX40" fmla="*/ 33228 w 62621"/>
                <a:gd name="connsiteY40" fmla="*/ 37053 h 72803"/>
                <a:gd name="connsiteX41" fmla="*/ 37062 w 62621"/>
                <a:gd name="connsiteY41" fmla="*/ 40883 h 72803"/>
                <a:gd name="connsiteX42" fmla="*/ 42174 w 62621"/>
                <a:gd name="connsiteY42" fmla="*/ 40245 h 72803"/>
                <a:gd name="connsiteX43" fmla="*/ 45369 w 62621"/>
                <a:gd name="connsiteY43" fmla="*/ 38330 h 72803"/>
                <a:gd name="connsiteX44" fmla="*/ 45369 w 62621"/>
                <a:gd name="connsiteY44" fmla="*/ 58120 h 72803"/>
                <a:gd name="connsiteX45" fmla="*/ 30672 w 62621"/>
                <a:gd name="connsiteY45" fmla="*/ 60035 h 72803"/>
                <a:gd name="connsiteX46" fmla="*/ 30033 w 62621"/>
                <a:gd name="connsiteY46" fmla="*/ 60035 h 72803"/>
                <a:gd name="connsiteX47" fmla="*/ 15336 w 62621"/>
                <a:gd name="connsiteY47" fmla="*/ 58120 h 72803"/>
                <a:gd name="connsiteX48" fmla="*/ 15975 w 62621"/>
                <a:gd name="connsiteY48" fmla="*/ 38330 h 72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2621" h="72803">
                  <a:moveTo>
                    <a:pt x="3834" y="26200"/>
                  </a:moveTo>
                  <a:cubicBezTo>
                    <a:pt x="3834" y="26839"/>
                    <a:pt x="3834" y="27477"/>
                    <a:pt x="3834" y="27477"/>
                  </a:cubicBezTo>
                  <a:lnTo>
                    <a:pt x="3834" y="63227"/>
                  </a:lnTo>
                  <a:cubicBezTo>
                    <a:pt x="3834" y="65781"/>
                    <a:pt x="5751" y="68334"/>
                    <a:pt x="8307" y="68973"/>
                  </a:cubicBezTo>
                  <a:cubicBezTo>
                    <a:pt x="8946" y="68973"/>
                    <a:pt x="19170" y="72803"/>
                    <a:pt x="31311" y="72803"/>
                  </a:cubicBezTo>
                  <a:lnTo>
                    <a:pt x="31950" y="72803"/>
                  </a:lnTo>
                  <a:cubicBezTo>
                    <a:pt x="44091" y="72803"/>
                    <a:pt x="54953" y="68973"/>
                    <a:pt x="54953" y="68973"/>
                  </a:cubicBezTo>
                  <a:cubicBezTo>
                    <a:pt x="57509" y="68334"/>
                    <a:pt x="59426" y="65781"/>
                    <a:pt x="59426" y="63227"/>
                  </a:cubicBezTo>
                  <a:lnTo>
                    <a:pt x="59426" y="27477"/>
                  </a:lnTo>
                  <a:cubicBezTo>
                    <a:pt x="59426" y="26839"/>
                    <a:pt x="59426" y="26200"/>
                    <a:pt x="59426" y="25562"/>
                  </a:cubicBezTo>
                  <a:cubicBezTo>
                    <a:pt x="61343" y="24285"/>
                    <a:pt x="62621" y="22370"/>
                    <a:pt x="62621" y="20455"/>
                  </a:cubicBezTo>
                  <a:lnTo>
                    <a:pt x="62621" y="19816"/>
                  </a:lnTo>
                  <a:cubicBezTo>
                    <a:pt x="62621" y="15986"/>
                    <a:pt x="60065" y="13432"/>
                    <a:pt x="56231" y="13432"/>
                  </a:cubicBezTo>
                  <a:cubicBezTo>
                    <a:pt x="52397" y="13432"/>
                    <a:pt x="49841" y="16624"/>
                    <a:pt x="49841" y="19816"/>
                  </a:cubicBezTo>
                  <a:cubicBezTo>
                    <a:pt x="49841" y="20455"/>
                    <a:pt x="49841" y="21093"/>
                    <a:pt x="49841" y="21093"/>
                  </a:cubicBezTo>
                  <a:lnTo>
                    <a:pt x="43452" y="24285"/>
                  </a:lnTo>
                  <a:lnTo>
                    <a:pt x="37701" y="11517"/>
                  </a:lnTo>
                  <a:cubicBezTo>
                    <a:pt x="37701" y="10879"/>
                    <a:pt x="37062" y="10240"/>
                    <a:pt x="36423" y="9602"/>
                  </a:cubicBezTo>
                  <a:cubicBezTo>
                    <a:pt x="37062" y="8325"/>
                    <a:pt x="37701" y="7687"/>
                    <a:pt x="37701" y="6410"/>
                  </a:cubicBezTo>
                  <a:cubicBezTo>
                    <a:pt x="37701" y="5772"/>
                    <a:pt x="37701" y="4495"/>
                    <a:pt x="37062" y="3856"/>
                  </a:cubicBezTo>
                  <a:cubicBezTo>
                    <a:pt x="36423" y="3218"/>
                    <a:pt x="36423" y="2580"/>
                    <a:pt x="35784" y="1941"/>
                  </a:cubicBezTo>
                  <a:cubicBezTo>
                    <a:pt x="33867" y="26"/>
                    <a:pt x="31311" y="-612"/>
                    <a:pt x="28755" y="664"/>
                  </a:cubicBezTo>
                  <a:cubicBezTo>
                    <a:pt x="28116" y="664"/>
                    <a:pt x="27477" y="1303"/>
                    <a:pt x="26838" y="1941"/>
                  </a:cubicBezTo>
                  <a:cubicBezTo>
                    <a:pt x="26199" y="2580"/>
                    <a:pt x="25560" y="3218"/>
                    <a:pt x="25560" y="3856"/>
                  </a:cubicBezTo>
                  <a:cubicBezTo>
                    <a:pt x="25560" y="4495"/>
                    <a:pt x="24921" y="5133"/>
                    <a:pt x="24921" y="6410"/>
                  </a:cubicBezTo>
                  <a:cubicBezTo>
                    <a:pt x="24921" y="7687"/>
                    <a:pt x="25560" y="8964"/>
                    <a:pt x="26199" y="9602"/>
                  </a:cubicBezTo>
                  <a:cubicBezTo>
                    <a:pt x="25560" y="10240"/>
                    <a:pt x="25560" y="10879"/>
                    <a:pt x="24921" y="11517"/>
                  </a:cubicBezTo>
                  <a:lnTo>
                    <a:pt x="19170" y="24285"/>
                  </a:lnTo>
                  <a:lnTo>
                    <a:pt x="12780" y="21093"/>
                  </a:lnTo>
                  <a:lnTo>
                    <a:pt x="12780" y="21093"/>
                  </a:lnTo>
                  <a:cubicBezTo>
                    <a:pt x="12780" y="20455"/>
                    <a:pt x="12780" y="20455"/>
                    <a:pt x="12780" y="19816"/>
                  </a:cubicBezTo>
                  <a:lnTo>
                    <a:pt x="12780" y="19178"/>
                  </a:lnTo>
                  <a:cubicBezTo>
                    <a:pt x="12780" y="15347"/>
                    <a:pt x="10224" y="12794"/>
                    <a:pt x="6390" y="12794"/>
                  </a:cubicBezTo>
                  <a:cubicBezTo>
                    <a:pt x="2556" y="12794"/>
                    <a:pt x="0" y="15986"/>
                    <a:pt x="0" y="19178"/>
                  </a:cubicBezTo>
                  <a:cubicBezTo>
                    <a:pt x="0" y="23008"/>
                    <a:pt x="1278" y="24923"/>
                    <a:pt x="3834" y="26200"/>
                  </a:cubicBezTo>
                  <a:close/>
                  <a:moveTo>
                    <a:pt x="15975" y="38330"/>
                  </a:moveTo>
                  <a:lnTo>
                    <a:pt x="19170" y="40245"/>
                  </a:lnTo>
                  <a:cubicBezTo>
                    <a:pt x="20448" y="40883"/>
                    <a:pt x="22365" y="41522"/>
                    <a:pt x="24282" y="40883"/>
                  </a:cubicBezTo>
                  <a:cubicBezTo>
                    <a:pt x="26199" y="40245"/>
                    <a:pt x="27477" y="38968"/>
                    <a:pt x="28116" y="37053"/>
                  </a:cubicBezTo>
                  <a:lnTo>
                    <a:pt x="30672" y="30031"/>
                  </a:lnTo>
                  <a:lnTo>
                    <a:pt x="33228" y="37053"/>
                  </a:lnTo>
                  <a:cubicBezTo>
                    <a:pt x="33867" y="38968"/>
                    <a:pt x="35145" y="40245"/>
                    <a:pt x="37062" y="40883"/>
                  </a:cubicBezTo>
                  <a:cubicBezTo>
                    <a:pt x="38979" y="41522"/>
                    <a:pt x="40896" y="41522"/>
                    <a:pt x="42174" y="40245"/>
                  </a:cubicBezTo>
                  <a:lnTo>
                    <a:pt x="45369" y="38330"/>
                  </a:lnTo>
                  <a:lnTo>
                    <a:pt x="45369" y="58120"/>
                  </a:lnTo>
                  <a:cubicBezTo>
                    <a:pt x="41535" y="58758"/>
                    <a:pt x="36423" y="60035"/>
                    <a:pt x="30672" y="60035"/>
                  </a:cubicBezTo>
                  <a:lnTo>
                    <a:pt x="30033" y="60035"/>
                  </a:lnTo>
                  <a:cubicBezTo>
                    <a:pt x="24282" y="60035"/>
                    <a:pt x="19170" y="58758"/>
                    <a:pt x="15336" y="58120"/>
                  </a:cubicBezTo>
                  <a:lnTo>
                    <a:pt x="15975" y="38330"/>
                  </a:lnTo>
                  <a:close/>
                </a:path>
              </a:pathLst>
            </a:custGeom>
            <a:solidFill>
              <a:srgbClr val="046A38"/>
            </a:solidFill>
            <a:ln w="6390" cap="flat">
              <a:noFill/>
              <a:prstDash val="solid"/>
              <a:miter/>
            </a:ln>
          </p:spPr>
          <p:txBody>
            <a:bodyPr rtlCol="0" anchor="ctr"/>
            <a:lstStyle/>
            <a:p>
              <a:endParaRPr lang="en-US"/>
            </a:p>
          </p:txBody>
        </p:sp>
      </p:grpSp>
      <p:grpSp>
        <p:nvGrpSpPr>
          <p:cNvPr id="661" name="Graphic 6">
            <a:extLst>
              <a:ext uri="{FF2B5EF4-FFF2-40B4-BE49-F238E27FC236}">
                <a16:creationId xmlns:a16="http://schemas.microsoft.com/office/drawing/2014/main" id="{C9A41515-6D51-5D4B-8D7F-23D4BBC5DFCD}"/>
              </a:ext>
            </a:extLst>
          </p:cNvPr>
          <p:cNvGrpSpPr/>
          <p:nvPr/>
        </p:nvGrpSpPr>
        <p:grpSpPr>
          <a:xfrm>
            <a:off x="467104" y="2367981"/>
            <a:ext cx="362948" cy="361971"/>
            <a:chOff x="467104" y="2367981"/>
            <a:chExt cx="362948" cy="361971"/>
          </a:xfrm>
          <a:solidFill>
            <a:srgbClr val="046A38"/>
          </a:solidFill>
        </p:grpSpPr>
        <p:sp>
          <p:nvSpPr>
            <p:cNvPr id="662" name="Graphic 6">
              <a:extLst>
                <a:ext uri="{FF2B5EF4-FFF2-40B4-BE49-F238E27FC236}">
                  <a16:creationId xmlns:a16="http://schemas.microsoft.com/office/drawing/2014/main" id="{1335450D-C053-C243-86CE-FE729D05E8E6}"/>
                </a:ext>
              </a:extLst>
            </p:cNvPr>
            <p:cNvSpPr/>
            <p:nvPr/>
          </p:nvSpPr>
          <p:spPr>
            <a:xfrm>
              <a:off x="467104" y="2367981"/>
              <a:ext cx="362948" cy="361971"/>
            </a:xfrm>
            <a:custGeom>
              <a:avLst/>
              <a:gdLst>
                <a:gd name="connsiteX0" fmla="*/ 181474 w 362948"/>
                <a:gd name="connsiteY0" fmla="*/ 0 h 361971"/>
                <a:gd name="connsiteX1" fmla="*/ 0 w 362948"/>
                <a:gd name="connsiteY1" fmla="*/ 180667 h 361971"/>
                <a:gd name="connsiteX2" fmla="*/ 181474 w 362948"/>
                <a:gd name="connsiteY2" fmla="*/ 361972 h 361971"/>
                <a:gd name="connsiteX3" fmla="*/ 362948 w 362948"/>
                <a:gd name="connsiteY3" fmla="*/ 181305 h 361971"/>
                <a:gd name="connsiteX4" fmla="*/ 181474 w 362948"/>
                <a:gd name="connsiteY4" fmla="*/ 0 h 361971"/>
                <a:gd name="connsiteX5" fmla="*/ 181474 w 362948"/>
                <a:gd name="connsiteY5" fmla="*/ 349204 h 361971"/>
                <a:gd name="connsiteX6" fmla="*/ 13419 w 362948"/>
                <a:gd name="connsiteY6" fmla="*/ 180667 h 361971"/>
                <a:gd name="connsiteX7" fmla="*/ 182113 w 362948"/>
                <a:gd name="connsiteY7" fmla="*/ 12768 h 361971"/>
                <a:gd name="connsiteX8" fmla="*/ 350169 w 362948"/>
                <a:gd name="connsiteY8" fmla="*/ 181305 h 361971"/>
                <a:gd name="connsiteX9" fmla="*/ 181474 w 362948"/>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948" h="361971">
                  <a:moveTo>
                    <a:pt x="181474" y="0"/>
                  </a:moveTo>
                  <a:cubicBezTo>
                    <a:pt x="81152" y="0"/>
                    <a:pt x="0" y="81077"/>
                    <a:pt x="0" y="180667"/>
                  </a:cubicBezTo>
                  <a:cubicBezTo>
                    <a:pt x="0" y="280257"/>
                    <a:pt x="81152" y="361972"/>
                    <a:pt x="181474" y="361972"/>
                  </a:cubicBezTo>
                  <a:cubicBezTo>
                    <a:pt x="281796" y="361972"/>
                    <a:pt x="362948" y="280895"/>
                    <a:pt x="362948" y="181305"/>
                  </a:cubicBezTo>
                  <a:cubicBezTo>
                    <a:pt x="362309" y="81077"/>
                    <a:pt x="281796" y="0"/>
                    <a:pt x="181474" y="0"/>
                  </a:cubicBezTo>
                  <a:close/>
                  <a:moveTo>
                    <a:pt x="181474" y="349204"/>
                  </a:moveTo>
                  <a:cubicBezTo>
                    <a:pt x="88820" y="349204"/>
                    <a:pt x="13419" y="273873"/>
                    <a:pt x="13419" y="180667"/>
                  </a:cubicBezTo>
                  <a:cubicBezTo>
                    <a:pt x="13419" y="88099"/>
                    <a:pt x="88820" y="12768"/>
                    <a:pt x="182113" y="12768"/>
                  </a:cubicBezTo>
                  <a:cubicBezTo>
                    <a:pt x="275406" y="12768"/>
                    <a:pt x="350169" y="88099"/>
                    <a:pt x="350169" y="181305"/>
                  </a:cubicBezTo>
                  <a:cubicBezTo>
                    <a:pt x="349530" y="273873"/>
                    <a:pt x="274128"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663" name="Graphic 6">
              <a:extLst>
                <a:ext uri="{FF2B5EF4-FFF2-40B4-BE49-F238E27FC236}">
                  <a16:creationId xmlns:a16="http://schemas.microsoft.com/office/drawing/2014/main" id="{F5854675-551F-E044-91B1-7FF5E943A08D}"/>
                </a:ext>
              </a:extLst>
            </p:cNvPr>
            <p:cNvSpPr/>
            <p:nvPr/>
          </p:nvSpPr>
          <p:spPr>
            <a:xfrm>
              <a:off x="579567" y="2490149"/>
              <a:ext cx="73606" cy="49561"/>
            </a:xfrm>
            <a:custGeom>
              <a:avLst/>
              <a:gdLst>
                <a:gd name="connsiteX0" fmla="*/ 12780 w 73606"/>
                <a:gd name="connsiteY0" fmla="*/ 43816 h 49561"/>
                <a:gd name="connsiteX1" fmla="*/ 19170 w 73606"/>
                <a:gd name="connsiteY1" fmla="*/ 45731 h 49561"/>
                <a:gd name="connsiteX2" fmla="*/ 34506 w 73606"/>
                <a:gd name="connsiteY2" fmla="*/ 42539 h 49561"/>
                <a:gd name="connsiteX3" fmla="*/ 34506 w 73606"/>
                <a:gd name="connsiteY3" fmla="*/ 43816 h 49561"/>
                <a:gd name="connsiteX4" fmla="*/ 40896 w 73606"/>
                <a:gd name="connsiteY4" fmla="*/ 49561 h 49561"/>
                <a:gd name="connsiteX5" fmla="*/ 41535 w 73606"/>
                <a:gd name="connsiteY5" fmla="*/ 49561 h 49561"/>
                <a:gd name="connsiteX6" fmla="*/ 47286 w 73606"/>
                <a:gd name="connsiteY6" fmla="*/ 42539 h 49561"/>
                <a:gd name="connsiteX7" fmla="*/ 46647 w 73606"/>
                <a:gd name="connsiteY7" fmla="*/ 33601 h 49561"/>
                <a:gd name="connsiteX8" fmla="*/ 44091 w 73606"/>
                <a:gd name="connsiteY8" fmla="*/ 29132 h 49561"/>
                <a:gd name="connsiteX9" fmla="*/ 38979 w 73606"/>
                <a:gd name="connsiteY9" fmla="*/ 27856 h 49561"/>
                <a:gd name="connsiteX10" fmla="*/ 20448 w 73606"/>
                <a:gd name="connsiteY10" fmla="*/ 31686 h 49561"/>
                <a:gd name="connsiteX11" fmla="*/ 16614 w 73606"/>
                <a:gd name="connsiteY11" fmla="*/ 27856 h 49561"/>
                <a:gd name="connsiteX12" fmla="*/ 44730 w 73606"/>
                <a:gd name="connsiteY12" fmla="*/ 14449 h 49561"/>
                <a:gd name="connsiteX13" fmla="*/ 57509 w 73606"/>
                <a:gd name="connsiteY13" fmla="*/ 13172 h 49561"/>
                <a:gd name="connsiteX14" fmla="*/ 61343 w 73606"/>
                <a:gd name="connsiteY14" fmla="*/ 17641 h 49561"/>
                <a:gd name="connsiteX15" fmla="*/ 69011 w 73606"/>
                <a:gd name="connsiteY15" fmla="*/ 22110 h 49561"/>
                <a:gd name="connsiteX16" fmla="*/ 73484 w 73606"/>
                <a:gd name="connsiteY16" fmla="*/ 14449 h 49561"/>
                <a:gd name="connsiteX17" fmla="*/ 62621 w 73606"/>
                <a:gd name="connsiteY17" fmla="*/ 2320 h 49561"/>
                <a:gd name="connsiteX18" fmla="*/ 39618 w 73606"/>
                <a:gd name="connsiteY18" fmla="*/ 2958 h 49561"/>
                <a:gd name="connsiteX19" fmla="*/ 2556 w 73606"/>
                <a:gd name="connsiteY19" fmla="*/ 22110 h 49561"/>
                <a:gd name="connsiteX20" fmla="*/ 0 w 73606"/>
                <a:gd name="connsiteY20" fmla="*/ 26579 h 49561"/>
                <a:gd name="connsiteX21" fmla="*/ 1278 w 73606"/>
                <a:gd name="connsiteY21" fmla="*/ 31686 h 49561"/>
                <a:gd name="connsiteX22" fmla="*/ 12780 w 73606"/>
                <a:gd name="connsiteY22" fmla="*/ 43816 h 49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606" h="49561">
                  <a:moveTo>
                    <a:pt x="12780" y="43816"/>
                  </a:moveTo>
                  <a:cubicBezTo>
                    <a:pt x="14058" y="45731"/>
                    <a:pt x="16614" y="46369"/>
                    <a:pt x="19170" y="45731"/>
                  </a:cubicBezTo>
                  <a:lnTo>
                    <a:pt x="34506" y="42539"/>
                  </a:lnTo>
                  <a:lnTo>
                    <a:pt x="34506" y="43816"/>
                  </a:lnTo>
                  <a:cubicBezTo>
                    <a:pt x="34506" y="47008"/>
                    <a:pt x="37701" y="49561"/>
                    <a:pt x="40896" y="49561"/>
                  </a:cubicBezTo>
                  <a:cubicBezTo>
                    <a:pt x="40896" y="49561"/>
                    <a:pt x="40896" y="49561"/>
                    <a:pt x="41535" y="49561"/>
                  </a:cubicBezTo>
                  <a:cubicBezTo>
                    <a:pt x="45369" y="49561"/>
                    <a:pt x="47925" y="46369"/>
                    <a:pt x="47286" y="42539"/>
                  </a:cubicBezTo>
                  <a:lnTo>
                    <a:pt x="46647" y="33601"/>
                  </a:lnTo>
                  <a:cubicBezTo>
                    <a:pt x="46647" y="31686"/>
                    <a:pt x="45369" y="29771"/>
                    <a:pt x="44091" y="29132"/>
                  </a:cubicBezTo>
                  <a:cubicBezTo>
                    <a:pt x="42813" y="27856"/>
                    <a:pt x="40896" y="27856"/>
                    <a:pt x="38979" y="27856"/>
                  </a:cubicBezTo>
                  <a:lnTo>
                    <a:pt x="20448" y="31686"/>
                  </a:lnTo>
                  <a:lnTo>
                    <a:pt x="16614" y="27856"/>
                  </a:lnTo>
                  <a:cubicBezTo>
                    <a:pt x="22365" y="24664"/>
                    <a:pt x="31950" y="19556"/>
                    <a:pt x="44730" y="14449"/>
                  </a:cubicBezTo>
                  <a:cubicBezTo>
                    <a:pt x="49842" y="12534"/>
                    <a:pt x="54314" y="11896"/>
                    <a:pt x="57509" y="13172"/>
                  </a:cubicBezTo>
                  <a:cubicBezTo>
                    <a:pt x="60704" y="14449"/>
                    <a:pt x="61343" y="17641"/>
                    <a:pt x="61343" y="17641"/>
                  </a:cubicBezTo>
                  <a:cubicBezTo>
                    <a:pt x="62621" y="20833"/>
                    <a:pt x="65816" y="22748"/>
                    <a:pt x="69011" y="22110"/>
                  </a:cubicBezTo>
                  <a:cubicBezTo>
                    <a:pt x="72206" y="20833"/>
                    <a:pt x="74123" y="17641"/>
                    <a:pt x="73484" y="14449"/>
                  </a:cubicBezTo>
                  <a:cubicBezTo>
                    <a:pt x="73484" y="13811"/>
                    <a:pt x="70928" y="6150"/>
                    <a:pt x="62621" y="2320"/>
                  </a:cubicBezTo>
                  <a:cubicBezTo>
                    <a:pt x="56231" y="-872"/>
                    <a:pt x="48564" y="-872"/>
                    <a:pt x="39618" y="2958"/>
                  </a:cubicBezTo>
                  <a:cubicBezTo>
                    <a:pt x="15975" y="11896"/>
                    <a:pt x="3195" y="21472"/>
                    <a:pt x="2556" y="22110"/>
                  </a:cubicBezTo>
                  <a:cubicBezTo>
                    <a:pt x="1278" y="23387"/>
                    <a:pt x="0" y="24664"/>
                    <a:pt x="0" y="26579"/>
                  </a:cubicBezTo>
                  <a:cubicBezTo>
                    <a:pt x="0" y="28494"/>
                    <a:pt x="639" y="30409"/>
                    <a:pt x="1278" y="31686"/>
                  </a:cubicBezTo>
                  <a:lnTo>
                    <a:pt x="12780" y="43816"/>
                  </a:lnTo>
                  <a:close/>
                </a:path>
              </a:pathLst>
            </a:custGeom>
            <a:solidFill>
              <a:srgbClr val="046A38"/>
            </a:solidFill>
            <a:ln w="6390" cap="flat">
              <a:noFill/>
              <a:prstDash val="solid"/>
              <a:miter/>
            </a:ln>
          </p:spPr>
          <p:txBody>
            <a:bodyPr rtlCol="0" anchor="ctr"/>
            <a:lstStyle/>
            <a:p>
              <a:endParaRPr lang="en-US"/>
            </a:p>
          </p:txBody>
        </p:sp>
        <p:sp>
          <p:nvSpPr>
            <p:cNvPr id="664" name="Graphic 6">
              <a:extLst>
                <a:ext uri="{FF2B5EF4-FFF2-40B4-BE49-F238E27FC236}">
                  <a16:creationId xmlns:a16="http://schemas.microsoft.com/office/drawing/2014/main" id="{8C388DB0-FB99-5E4D-A920-98C19D48E4C8}"/>
                </a:ext>
              </a:extLst>
            </p:cNvPr>
            <p:cNvSpPr/>
            <p:nvPr/>
          </p:nvSpPr>
          <p:spPr>
            <a:xfrm>
              <a:off x="541615" y="2524389"/>
              <a:ext cx="127849" cy="146831"/>
            </a:xfrm>
            <a:custGeom>
              <a:avLst/>
              <a:gdLst>
                <a:gd name="connsiteX0" fmla="*/ 105685 w 127849"/>
                <a:gd name="connsiteY0" fmla="*/ 109805 h 146831"/>
                <a:gd name="connsiteX1" fmla="*/ 96100 w 127849"/>
                <a:gd name="connsiteY1" fmla="*/ 100867 h 146831"/>
                <a:gd name="connsiteX2" fmla="*/ 101212 w 127849"/>
                <a:gd name="connsiteY2" fmla="*/ 93845 h 146831"/>
                <a:gd name="connsiteX3" fmla="*/ 99934 w 127849"/>
                <a:gd name="connsiteY3" fmla="*/ 84907 h 146831"/>
                <a:gd name="connsiteX4" fmla="*/ 90988 w 127849"/>
                <a:gd name="connsiteY4" fmla="*/ 86184 h 146831"/>
                <a:gd name="connsiteX5" fmla="*/ 82681 w 127849"/>
                <a:gd name="connsiteY5" fmla="*/ 97037 h 146831"/>
                <a:gd name="connsiteX6" fmla="*/ 39868 w 127849"/>
                <a:gd name="connsiteY6" fmla="*/ 86184 h 146831"/>
                <a:gd name="connsiteX7" fmla="*/ 32839 w 127849"/>
                <a:gd name="connsiteY7" fmla="*/ 89376 h 146831"/>
                <a:gd name="connsiteX8" fmla="*/ 30283 w 127849"/>
                <a:gd name="connsiteY8" fmla="*/ 93845 h 146831"/>
                <a:gd name="connsiteX9" fmla="*/ 14948 w 127849"/>
                <a:gd name="connsiteY9" fmla="*/ 90653 h 146831"/>
                <a:gd name="connsiteX10" fmla="*/ 19421 w 127849"/>
                <a:gd name="connsiteY10" fmla="*/ 80438 h 146831"/>
                <a:gd name="connsiteX11" fmla="*/ 37951 w 127849"/>
                <a:gd name="connsiteY11" fmla="*/ 81077 h 146831"/>
                <a:gd name="connsiteX12" fmla="*/ 37951 w 127849"/>
                <a:gd name="connsiteY12" fmla="*/ 81077 h 146831"/>
                <a:gd name="connsiteX13" fmla="*/ 37951 w 127849"/>
                <a:gd name="connsiteY13" fmla="*/ 81077 h 146831"/>
                <a:gd name="connsiteX14" fmla="*/ 66706 w 127849"/>
                <a:gd name="connsiteY14" fmla="*/ 79800 h 146831"/>
                <a:gd name="connsiteX15" fmla="*/ 71179 w 127849"/>
                <a:gd name="connsiteY15" fmla="*/ 77246 h 146831"/>
                <a:gd name="connsiteX16" fmla="*/ 72457 w 127849"/>
                <a:gd name="connsiteY16" fmla="*/ 72139 h 146831"/>
                <a:gd name="connsiteX17" fmla="*/ 91627 w 127849"/>
                <a:gd name="connsiteY17" fmla="*/ 36389 h 146831"/>
                <a:gd name="connsiteX18" fmla="*/ 109519 w 127849"/>
                <a:gd name="connsiteY18" fmla="*/ 6384 h 146831"/>
                <a:gd name="connsiteX19" fmla="*/ 103129 w 127849"/>
                <a:gd name="connsiteY19" fmla="*/ 0 h 146831"/>
                <a:gd name="connsiteX20" fmla="*/ 96739 w 127849"/>
                <a:gd name="connsiteY20" fmla="*/ 6384 h 146831"/>
                <a:gd name="connsiteX21" fmla="*/ 94822 w 127849"/>
                <a:gd name="connsiteY21" fmla="*/ 12768 h 146831"/>
                <a:gd name="connsiteX22" fmla="*/ 71179 w 127849"/>
                <a:gd name="connsiteY22" fmla="*/ 21067 h 146831"/>
                <a:gd name="connsiteX23" fmla="*/ 68623 w 127849"/>
                <a:gd name="connsiteY23" fmla="*/ 15322 h 146831"/>
                <a:gd name="connsiteX24" fmla="*/ 60316 w 127849"/>
                <a:gd name="connsiteY24" fmla="*/ 12130 h 146831"/>
                <a:gd name="connsiteX25" fmla="*/ 57121 w 127849"/>
                <a:gd name="connsiteY25" fmla="*/ 20429 h 146831"/>
                <a:gd name="connsiteX26" fmla="*/ 62233 w 127849"/>
                <a:gd name="connsiteY26" fmla="*/ 31282 h 146831"/>
                <a:gd name="connsiteX27" fmla="*/ 67984 w 127849"/>
                <a:gd name="connsiteY27" fmla="*/ 35112 h 146831"/>
                <a:gd name="connsiteX28" fmla="*/ 69901 w 127849"/>
                <a:gd name="connsiteY28" fmla="*/ 34474 h 146831"/>
                <a:gd name="connsiteX29" fmla="*/ 80125 w 127849"/>
                <a:gd name="connsiteY29" fmla="*/ 31282 h 146831"/>
                <a:gd name="connsiteX30" fmla="*/ 60955 w 127849"/>
                <a:gd name="connsiteY30" fmla="*/ 67032 h 146831"/>
                <a:gd name="connsiteX31" fmla="*/ 43702 w 127849"/>
                <a:gd name="connsiteY31" fmla="*/ 67670 h 146831"/>
                <a:gd name="connsiteX32" fmla="*/ 27727 w 127849"/>
                <a:gd name="connsiteY32" fmla="*/ 30643 h 146831"/>
                <a:gd name="connsiteX33" fmla="*/ 21976 w 127849"/>
                <a:gd name="connsiteY33" fmla="*/ 26813 h 146831"/>
                <a:gd name="connsiteX34" fmla="*/ 21976 w 127849"/>
                <a:gd name="connsiteY34" fmla="*/ 26813 h 146831"/>
                <a:gd name="connsiteX35" fmla="*/ 16865 w 127849"/>
                <a:gd name="connsiteY35" fmla="*/ 26813 h 146831"/>
                <a:gd name="connsiteX36" fmla="*/ 14309 w 127849"/>
                <a:gd name="connsiteY36" fmla="*/ 15322 h 146831"/>
                <a:gd name="connsiteX37" fmla="*/ 26449 w 127849"/>
                <a:gd name="connsiteY37" fmla="*/ 15960 h 146831"/>
                <a:gd name="connsiteX38" fmla="*/ 50092 w 127849"/>
                <a:gd name="connsiteY38" fmla="*/ 49795 h 146831"/>
                <a:gd name="connsiteX39" fmla="*/ 59038 w 127849"/>
                <a:gd name="connsiteY39" fmla="*/ 51072 h 146831"/>
                <a:gd name="connsiteX40" fmla="*/ 60316 w 127849"/>
                <a:gd name="connsiteY40" fmla="*/ 42134 h 146831"/>
                <a:gd name="connsiteX41" fmla="*/ 34756 w 127849"/>
                <a:gd name="connsiteY41" fmla="*/ 5746 h 146831"/>
                <a:gd name="connsiteX42" fmla="*/ 30283 w 127849"/>
                <a:gd name="connsiteY42" fmla="*/ 3192 h 146831"/>
                <a:gd name="connsiteX43" fmla="*/ 6641 w 127849"/>
                <a:gd name="connsiteY43" fmla="*/ 1277 h 146831"/>
                <a:gd name="connsiteX44" fmla="*/ 1529 w 127849"/>
                <a:gd name="connsiteY44" fmla="*/ 3192 h 146831"/>
                <a:gd name="connsiteX45" fmla="*/ 251 w 127849"/>
                <a:gd name="connsiteY45" fmla="*/ 8938 h 146831"/>
                <a:gd name="connsiteX46" fmla="*/ 5363 w 127849"/>
                <a:gd name="connsiteY46" fmla="*/ 33835 h 146831"/>
                <a:gd name="connsiteX47" fmla="*/ 11753 w 127849"/>
                <a:gd name="connsiteY47" fmla="*/ 38942 h 146831"/>
                <a:gd name="connsiteX48" fmla="*/ 11753 w 127849"/>
                <a:gd name="connsiteY48" fmla="*/ 38942 h 146831"/>
                <a:gd name="connsiteX49" fmla="*/ 18142 w 127849"/>
                <a:gd name="connsiteY49" fmla="*/ 38942 h 146831"/>
                <a:gd name="connsiteX50" fmla="*/ 30283 w 127849"/>
                <a:gd name="connsiteY50" fmla="*/ 66394 h 146831"/>
                <a:gd name="connsiteX51" fmla="*/ 18781 w 127849"/>
                <a:gd name="connsiteY51" fmla="*/ 65755 h 146831"/>
                <a:gd name="connsiteX52" fmla="*/ 12392 w 127849"/>
                <a:gd name="connsiteY52" fmla="*/ 69586 h 146831"/>
                <a:gd name="connsiteX53" fmla="*/ 2168 w 127849"/>
                <a:gd name="connsiteY53" fmla="*/ 90653 h 146831"/>
                <a:gd name="connsiteX54" fmla="*/ 2168 w 127849"/>
                <a:gd name="connsiteY54" fmla="*/ 96398 h 146831"/>
                <a:gd name="connsiteX55" fmla="*/ 6641 w 127849"/>
                <a:gd name="connsiteY55" fmla="*/ 99590 h 146831"/>
                <a:gd name="connsiteX56" fmla="*/ 34756 w 127849"/>
                <a:gd name="connsiteY56" fmla="*/ 105336 h 146831"/>
                <a:gd name="connsiteX57" fmla="*/ 41785 w 127849"/>
                <a:gd name="connsiteY57" fmla="*/ 102144 h 146831"/>
                <a:gd name="connsiteX58" fmla="*/ 44341 w 127849"/>
                <a:gd name="connsiteY58" fmla="*/ 98313 h 146831"/>
                <a:gd name="connsiteX59" fmla="*/ 85237 w 127849"/>
                <a:gd name="connsiteY59" fmla="*/ 108528 h 146831"/>
                <a:gd name="connsiteX60" fmla="*/ 64150 w 127849"/>
                <a:gd name="connsiteY60" fmla="*/ 139809 h 146831"/>
                <a:gd name="connsiteX61" fmla="*/ 69901 w 127849"/>
                <a:gd name="connsiteY61" fmla="*/ 146832 h 146831"/>
                <a:gd name="connsiteX62" fmla="*/ 70540 w 127849"/>
                <a:gd name="connsiteY62" fmla="*/ 146832 h 146831"/>
                <a:gd name="connsiteX63" fmla="*/ 76930 w 127849"/>
                <a:gd name="connsiteY63" fmla="*/ 141086 h 146831"/>
                <a:gd name="connsiteX64" fmla="*/ 97378 w 127849"/>
                <a:gd name="connsiteY64" fmla="*/ 116189 h 146831"/>
                <a:gd name="connsiteX65" fmla="*/ 100573 w 127849"/>
                <a:gd name="connsiteY65" fmla="*/ 118742 h 146831"/>
                <a:gd name="connsiteX66" fmla="*/ 116548 w 127849"/>
                <a:gd name="connsiteY66" fmla="*/ 134064 h 146831"/>
                <a:gd name="connsiteX67" fmla="*/ 121660 w 127849"/>
                <a:gd name="connsiteY67" fmla="*/ 137256 h 146831"/>
                <a:gd name="connsiteX68" fmla="*/ 124854 w 127849"/>
                <a:gd name="connsiteY68" fmla="*/ 135979 h 146831"/>
                <a:gd name="connsiteX69" fmla="*/ 126771 w 127849"/>
                <a:gd name="connsiteY69" fmla="*/ 127041 h 146831"/>
                <a:gd name="connsiteX70" fmla="*/ 105685 w 127849"/>
                <a:gd name="connsiteY70" fmla="*/ 109805 h 146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27849" h="146831">
                  <a:moveTo>
                    <a:pt x="105685" y="109805"/>
                  </a:moveTo>
                  <a:cubicBezTo>
                    <a:pt x="101212" y="106613"/>
                    <a:pt x="97378" y="103421"/>
                    <a:pt x="96100" y="100867"/>
                  </a:cubicBezTo>
                  <a:lnTo>
                    <a:pt x="101212" y="93845"/>
                  </a:lnTo>
                  <a:cubicBezTo>
                    <a:pt x="103129" y="91291"/>
                    <a:pt x="103129" y="86822"/>
                    <a:pt x="99934" y="84907"/>
                  </a:cubicBezTo>
                  <a:cubicBezTo>
                    <a:pt x="97378" y="82992"/>
                    <a:pt x="92905" y="82992"/>
                    <a:pt x="90988" y="86184"/>
                  </a:cubicBezTo>
                  <a:lnTo>
                    <a:pt x="82681" y="97037"/>
                  </a:lnTo>
                  <a:lnTo>
                    <a:pt x="39868" y="86184"/>
                  </a:lnTo>
                  <a:cubicBezTo>
                    <a:pt x="37312" y="85546"/>
                    <a:pt x="34117" y="86822"/>
                    <a:pt x="32839" y="89376"/>
                  </a:cubicBezTo>
                  <a:lnTo>
                    <a:pt x="30283" y="93845"/>
                  </a:lnTo>
                  <a:lnTo>
                    <a:pt x="14948" y="90653"/>
                  </a:lnTo>
                  <a:lnTo>
                    <a:pt x="19421" y="80438"/>
                  </a:lnTo>
                  <a:cubicBezTo>
                    <a:pt x="23254" y="80438"/>
                    <a:pt x="30283" y="81077"/>
                    <a:pt x="37951" y="81077"/>
                  </a:cubicBezTo>
                  <a:lnTo>
                    <a:pt x="37951" y="81077"/>
                  </a:lnTo>
                  <a:lnTo>
                    <a:pt x="37951" y="81077"/>
                  </a:lnTo>
                  <a:cubicBezTo>
                    <a:pt x="46897" y="81077"/>
                    <a:pt x="57760" y="81077"/>
                    <a:pt x="66706" y="79800"/>
                  </a:cubicBezTo>
                  <a:cubicBezTo>
                    <a:pt x="68623" y="79800"/>
                    <a:pt x="69901" y="78523"/>
                    <a:pt x="71179" y="77246"/>
                  </a:cubicBezTo>
                  <a:cubicBezTo>
                    <a:pt x="72457" y="75970"/>
                    <a:pt x="72457" y="74054"/>
                    <a:pt x="72457" y="72139"/>
                  </a:cubicBezTo>
                  <a:cubicBezTo>
                    <a:pt x="70540" y="60010"/>
                    <a:pt x="81403" y="47880"/>
                    <a:pt x="91627" y="36389"/>
                  </a:cubicBezTo>
                  <a:cubicBezTo>
                    <a:pt x="100573" y="26174"/>
                    <a:pt x="109519" y="16598"/>
                    <a:pt x="109519" y="6384"/>
                  </a:cubicBezTo>
                  <a:cubicBezTo>
                    <a:pt x="109519" y="2554"/>
                    <a:pt x="106963" y="0"/>
                    <a:pt x="103129" y="0"/>
                  </a:cubicBezTo>
                  <a:cubicBezTo>
                    <a:pt x="99295" y="0"/>
                    <a:pt x="96739" y="2554"/>
                    <a:pt x="96739" y="6384"/>
                  </a:cubicBezTo>
                  <a:cubicBezTo>
                    <a:pt x="96739" y="8299"/>
                    <a:pt x="96100" y="10214"/>
                    <a:pt x="94822" y="12768"/>
                  </a:cubicBezTo>
                  <a:lnTo>
                    <a:pt x="71179" y="21067"/>
                  </a:lnTo>
                  <a:lnTo>
                    <a:pt x="68623" y="15322"/>
                  </a:lnTo>
                  <a:cubicBezTo>
                    <a:pt x="67345" y="12130"/>
                    <a:pt x="63511" y="10853"/>
                    <a:pt x="60316" y="12130"/>
                  </a:cubicBezTo>
                  <a:cubicBezTo>
                    <a:pt x="57121" y="13406"/>
                    <a:pt x="55843" y="17237"/>
                    <a:pt x="57121" y="20429"/>
                  </a:cubicBezTo>
                  <a:lnTo>
                    <a:pt x="62233" y="31282"/>
                  </a:lnTo>
                  <a:cubicBezTo>
                    <a:pt x="63511" y="33835"/>
                    <a:pt x="65428" y="35112"/>
                    <a:pt x="67984" y="35112"/>
                  </a:cubicBezTo>
                  <a:cubicBezTo>
                    <a:pt x="68623" y="35112"/>
                    <a:pt x="69262" y="35112"/>
                    <a:pt x="69901" y="34474"/>
                  </a:cubicBezTo>
                  <a:lnTo>
                    <a:pt x="80125" y="31282"/>
                  </a:lnTo>
                  <a:cubicBezTo>
                    <a:pt x="70540" y="42134"/>
                    <a:pt x="61594" y="53626"/>
                    <a:pt x="60955" y="67032"/>
                  </a:cubicBezTo>
                  <a:cubicBezTo>
                    <a:pt x="55204" y="67670"/>
                    <a:pt x="49453" y="67670"/>
                    <a:pt x="43702" y="67670"/>
                  </a:cubicBezTo>
                  <a:lnTo>
                    <a:pt x="27727" y="30643"/>
                  </a:lnTo>
                  <a:cubicBezTo>
                    <a:pt x="26449" y="28090"/>
                    <a:pt x="24532" y="26813"/>
                    <a:pt x="21976" y="26813"/>
                  </a:cubicBezTo>
                  <a:lnTo>
                    <a:pt x="21976" y="26813"/>
                  </a:lnTo>
                  <a:lnTo>
                    <a:pt x="16865" y="26813"/>
                  </a:lnTo>
                  <a:lnTo>
                    <a:pt x="14309" y="15322"/>
                  </a:lnTo>
                  <a:lnTo>
                    <a:pt x="26449" y="15960"/>
                  </a:lnTo>
                  <a:lnTo>
                    <a:pt x="50092" y="49795"/>
                  </a:lnTo>
                  <a:cubicBezTo>
                    <a:pt x="52009" y="52987"/>
                    <a:pt x="55843" y="53626"/>
                    <a:pt x="59038" y="51072"/>
                  </a:cubicBezTo>
                  <a:cubicBezTo>
                    <a:pt x="62233" y="49157"/>
                    <a:pt x="62872" y="45326"/>
                    <a:pt x="60316" y="42134"/>
                  </a:cubicBezTo>
                  <a:lnTo>
                    <a:pt x="34756" y="5746"/>
                  </a:lnTo>
                  <a:cubicBezTo>
                    <a:pt x="33478" y="4469"/>
                    <a:pt x="32200" y="3192"/>
                    <a:pt x="30283" y="3192"/>
                  </a:cubicBezTo>
                  <a:lnTo>
                    <a:pt x="6641" y="1277"/>
                  </a:lnTo>
                  <a:cubicBezTo>
                    <a:pt x="4724" y="1277"/>
                    <a:pt x="2807" y="1915"/>
                    <a:pt x="1529" y="3192"/>
                  </a:cubicBezTo>
                  <a:cubicBezTo>
                    <a:pt x="251" y="4469"/>
                    <a:pt x="-388" y="7022"/>
                    <a:pt x="251" y="8938"/>
                  </a:cubicBezTo>
                  <a:lnTo>
                    <a:pt x="5363" y="33835"/>
                  </a:lnTo>
                  <a:cubicBezTo>
                    <a:pt x="6002" y="37027"/>
                    <a:pt x="8558" y="38942"/>
                    <a:pt x="11753" y="38942"/>
                  </a:cubicBezTo>
                  <a:lnTo>
                    <a:pt x="11753" y="38942"/>
                  </a:lnTo>
                  <a:lnTo>
                    <a:pt x="18142" y="38942"/>
                  </a:lnTo>
                  <a:lnTo>
                    <a:pt x="30283" y="66394"/>
                  </a:lnTo>
                  <a:cubicBezTo>
                    <a:pt x="23254" y="65755"/>
                    <a:pt x="18781" y="65755"/>
                    <a:pt x="18781" y="65755"/>
                  </a:cubicBezTo>
                  <a:cubicBezTo>
                    <a:pt x="16226" y="65755"/>
                    <a:pt x="13670" y="67032"/>
                    <a:pt x="12392" y="69586"/>
                  </a:cubicBezTo>
                  <a:lnTo>
                    <a:pt x="2168" y="90653"/>
                  </a:lnTo>
                  <a:cubicBezTo>
                    <a:pt x="1529" y="92568"/>
                    <a:pt x="1529" y="94483"/>
                    <a:pt x="2168" y="96398"/>
                  </a:cubicBezTo>
                  <a:cubicBezTo>
                    <a:pt x="2807" y="98313"/>
                    <a:pt x="4724" y="99590"/>
                    <a:pt x="6641" y="99590"/>
                  </a:cubicBezTo>
                  <a:lnTo>
                    <a:pt x="34756" y="105336"/>
                  </a:lnTo>
                  <a:cubicBezTo>
                    <a:pt x="37312" y="105974"/>
                    <a:pt x="39868" y="104697"/>
                    <a:pt x="41785" y="102144"/>
                  </a:cubicBezTo>
                  <a:lnTo>
                    <a:pt x="44341" y="98313"/>
                  </a:lnTo>
                  <a:lnTo>
                    <a:pt x="85237" y="108528"/>
                  </a:lnTo>
                  <a:cubicBezTo>
                    <a:pt x="76930" y="114273"/>
                    <a:pt x="66067" y="124488"/>
                    <a:pt x="64150" y="139809"/>
                  </a:cubicBezTo>
                  <a:cubicBezTo>
                    <a:pt x="63511" y="143001"/>
                    <a:pt x="66067" y="146193"/>
                    <a:pt x="69901" y="146832"/>
                  </a:cubicBezTo>
                  <a:lnTo>
                    <a:pt x="70540" y="146832"/>
                  </a:lnTo>
                  <a:cubicBezTo>
                    <a:pt x="73735" y="146832"/>
                    <a:pt x="76291" y="144278"/>
                    <a:pt x="76930" y="141086"/>
                  </a:cubicBezTo>
                  <a:cubicBezTo>
                    <a:pt x="78208" y="127680"/>
                    <a:pt x="90988" y="119381"/>
                    <a:pt x="97378" y="116189"/>
                  </a:cubicBezTo>
                  <a:cubicBezTo>
                    <a:pt x="98656" y="116827"/>
                    <a:pt x="99295" y="117465"/>
                    <a:pt x="100573" y="118742"/>
                  </a:cubicBezTo>
                  <a:cubicBezTo>
                    <a:pt x="105685" y="123211"/>
                    <a:pt x="112075" y="127680"/>
                    <a:pt x="116548" y="134064"/>
                  </a:cubicBezTo>
                  <a:cubicBezTo>
                    <a:pt x="117826" y="135979"/>
                    <a:pt x="119743" y="137256"/>
                    <a:pt x="121660" y="137256"/>
                  </a:cubicBezTo>
                  <a:cubicBezTo>
                    <a:pt x="122937" y="137256"/>
                    <a:pt x="124215" y="136617"/>
                    <a:pt x="124854" y="135979"/>
                  </a:cubicBezTo>
                  <a:cubicBezTo>
                    <a:pt x="128049" y="134064"/>
                    <a:pt x="128688" y="130233"/>
                    <a:pt x="126771" y="127041"/>
                  </a:cubicBezTo>
                  <a:cubicBezTo>
                    <a:pt x="119104" y="120019"/>
                    <a:pt x="111436" y="114273"/>
                    <a:pt x="105685" y="109805"/>
                  </a:cubicBezTo>
                  <a:close/>
                </a:path>
              </a:pathLst>
            </a:custGeom>
            <a:solidFill>
              <a:srgbClr val="046A38"/>
            </a:solidFill>
            <a:ln w="6390" cap="flat">
              <a:noFill/>
              <a:prstDash val="solid"/>
              <a:miter/>
            </a:ln>
          </p:spPr>
          <p:txBody>
            <a:bodyPr rtlCol="0" anchor="ctr"/>
            <a:lstStyle/>
            <a:p>
              <a:endParaRPr lang="en-US"/>
            </a:p>
          </p:txBody>
        </p:sp>
        <p:sp>
          <p:nvSpPr>
            <p:cNvPr id="665" name="Graphic 6">
              <a:extLst>
                <a:ext uri="{FF2B5EF4-FFF2-40B4-BE49-F238E27FC236}">
                  <a16:creationId xmlns:a16="http://schemas.microsoft.com/office/drawing/2014/main" id="{0E8C56C3-55FF-5848-A726-6513B0DB72C8}"/>
                </a:ext>
              </a:extLst>
            </p:cNvPr>
            <p:cNvSpPr/>
            <p:nvPr/>
          </p:nvSpPr>
          <p:spPr>
            <a:xfrm>
              <a:off x="608845" y="2472272"/>
              <a:ext cx="148123" cy="190649"/>
            </a:xfrm>
            <a:custGeom>
              <a:avLst/>
              <a:gdLst>
                <a:gd name="connsiteX0" fmla="*/ 143889 w 148123"/>
                <a:gd name="connsiteY0" fmla="*/ 111488 h 190649"/>
                <a:gd name="connsiteX1" fmla="*/ 135582 w 148123"/>
                <a:gd name="connsiteY1" fmla="*/ 101274 h 190649"/>
                <a:gd name="connsiteX2" fmla="*/ 126636 w 148123"/>
                <a:gd name="connsiteY2" fmla="*/ 88506 h 190649"/>
                <a:gd name="connsiteX3" fmla="*/ 97881 w 148123"/>
                <a:gd name="connsiteY3" fmla="*/ 83399 h 190649"/>
                <a:gd name="connsiteX4" fmla="*/ 88935 w 148123"/>
                <a:gd name="connsiteY4" fmla="*/ 95528 h 190649"/>
                <a:gd name="connsiteX5" fmla="*/ 99159 w 148123"/>
                <a:gd name="connsiteY5" fmla="*/ 127448 h 190649"/>
                <a:gd name="connsiteX6" fmla="*/ 99159 w 148123"/>
                <a:gd name="connsiteY6" fmla="*/ 141493 h 190649"/>
                <a:gd name="connsiteX7" fmla="*/ 71044 w 148123"/>
                <a:gd name="connsiteY7" fmla="*/ 131917 h 190649"/>
                <a:gd name="connsiteX8" fmla="*/ 78711 w 148123"/>
                <a:gd name="connsiteY8" fmla="*/ 93613 h 190649"/>
                <a:gd name="connsiteX9" fmla="*/ 90852 w 148123"/>
                <a:gd name="connsiteY9" fmla="*/ 52117 h 190649"/>
                <a:gd name="connsiteX10" fmla="*/ 58264 w 148123"/>
                <a:gd name="connsiteY10" fmla="*/ 5514 h 190649"/>
                <a:gd name="connsiteX11" fmla="*/ 2671 w 148123"/>
                <a:gd name="connsiteY11" fmla="*/ 6152 h 190649"/>
                <a:gd name="connsiteX12" fmla="*/ 1393 w 148123"/>
                <a:gd name="connsiteY12" fmla="*/ 15090 h 190649"/>
                <a:gd name="connsiteX13" fmla="*/ 10339 w 148123"/>
                <a:gd name="connsiteY13" fmla="*/ 16367 h 190649"/>
                <a:gd name="connsiteX14" fmla="*/ 53791 w 148123"/>
                <a:gd name="connsiteY14" fmla="*/ 17005 h 190649"/>
                <a:gd name="connsiteX15" fmla="*/ 78711 w 148123"/>
                <a:gd name="connsiteY15" fmla="*/ 53394 h 190649"/>
                <a:gd name="connsiteX16" fmla="*/ 67849 w 148123"/>
                <a:gd name="connsiteY16" fmla="*/ 87229 h 190649"/>
                <a:gd name="connsiteX17" fmla="*/ 61459 w 148123"/>
                <a:gd name="connsiteY17" fmla="*/ 99359 h 190649"/>
                <a:gd name="connsiteX18" fmla="*/ 65293 w 148123"/>
                <a:gd name="connsiteY18" fmla="*/ 80845 h 190649"/>
                <a:gd name="connsiteX19" fmla="*/ 61459 w 148123"/>
                <a:gd name="connsiteY19" fmla="*/ 72546 h 190649"/>
                <a:gd name="connsiteX20" fmla="*/ 53152 w 148123"/>
                <a:gd name="connsiteY20" fmla="*/ 76376 h 190649"/>
                <a:gd name="connsiteX21" fmla="*/ 55069 w 148123"/>
                <a:gd name="connsiteY21" fmla="*/ 132555 h 190649"/>
                <a:gd name="connsiteX22" fmla="*/ 61459 w 148123"/>
                <a:gd name="connsiteY22" fmla="*/ 139578 h 190649"/>
                <a:gd name="connsiteX23" fmla="*/ 61459 w 148123"/>
                <a:gd name="connsiteY23" fmla="*/ 139578 h 190649"/>
                <a:gd name="connsiteX24" fmla="*/ 94047 w 148123"/>
                <a:gd name="connsiteY24" fmla="*/ 152984 h 190649"/>
                <a:gd name="connsiteX25" fmla="*/ 90852 w 148123"/>
                <a:gd name="connsiteY25" fmla="*/ 186181 h 190649"/>
                <a:gd name="connsiteX26" fmla="*/ 97242 w 148123"/>
                <a:gd name="connsiteY26" fmla="*/ 190650 h 190649"/>
                <a:gd name="connsiteX27" fmla="*/ 99159 w 148123"/>
                <a:gd name="connsiteY27" fmla="*/ 190650 h 190649"/>
                <a:gd name="connsiteX28" fmla="*/ 103632 w 148123"/>
                <a:gd name="connsiteY28" fmla="*/ 182989 h 190649"/>
                <a:gd name="connsiteX29" fmla="*/ 108744 w 148123"/>
                <a:gd name="connsiteY29" fmla="*/ 153623 h 190649"/>
                <a:gd name="connsiteX30" fmla="*/ 110022 w 148123"/>
                <a:gd name="connsiteY30" fmla="*/ 119787 h 190649"/>
                <a:gd name="connsiteX31" fmla="*/ 102354 w 148123"/>
                <a:gd name="connsiteY31" fmla="*/ 98082 h 190649"/>
                <a:gd name="connsiteX32" fmla="*/ 104910 w 148123"/>
                <a:gd name="connsiteY32" fmla="*/ 94251 h 190649"/>
                <a:gd name="connsiteX33" fmla="*/ 118329 w 148123"/>
                <a:gd name="connsiteY33" fmla="*/ 97443 h 190649"/>
                <a:gd name="connsiteX34" fmla="*/ 124719 w 148123"/>
                <a:gd name="connsiteY34" fmla="*/ 107658 h 190649"/>
                <a:gd name="connsiteX35" fmla="*/ 139416 w 148123"/>
                <a:gd name="connsiteY35" fmla="*/ 123618 h 190649"/>
                <a:gd name="connsiteX36" fmla="*/ 147723 w 148123"/>
                <a:gd name="connsiteY36" fmla="*/ 119787 h 190649"/>
                <a:gd name="connsiteX37" fmla="*/ 143889 w 148123"/>
                <a:gd name="connsiteY37" fmla="*/ 111488 h 190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48123" h="190649">
                  <a:moveTo>
                    <a:pt x="143889" y="111488"/>
                  </a:moveTo>
                  <a:cubicBezTo>
                    <a:pt x="140694" y="110211"/>
                    <a:pt x="138138" y="105743"/>
                    <a:pt x="135582" y="101274"/>
                  </a:cubicBezTo>
                  <a:cubicBezTo>
                    <a:pt x="133026" y="96805"/>
                    <a:pt x="130470" y="92336"/>
                    <a:pt x="126636" y="88506"/>
                  </a:cubicBezTo>
                  <a:cubicBezTo>
                    <a:pt x="120246" y="82122"/>
                    <a:pt x="108744" y="77015"/>
                    <a:pt x="97881" y="83399"/>
                  </a:cubicBezTo>
                  <a:cubicBezTo>
                    <a:pt x="93408" y="85952"/>
                    <a:pt x="90213" y="90421"/>
                    <a:pt x="88935" y="95528"/>
                  </a:cubicBezTo>
                  <a:cubicBezTo>
                    <a:pt x="87018" y="105104"/>
                    <a:pt x="90213" y="116595"/>
                    <a:pt x="99159" y="127448"/>
                  </a:cubicBezTo>
                  <a:cubicBezTo>
                    <a:pt x="102354" y="131279"/>
                    <a:pt x="101715" y="135109"/>
                    <a:pt x="99159" y="141493"/>
                  </a:cubicBezTo>
                  <a:cubicBezTo>
                    <a:pt x="87018" y="140855"/>
                    <a:pt x="77433" y="137663"/>
                    <a:pt x="71044" y="131917"/>
                  </a:cubicBezTo>
                  <a:cubicBezTo>
                    <a:pt x="64654" y="119787"/>
                    <a:pt x="69766" y="109573"/>
                    <a:pt x="78711" y="93613"/>
                  </a:cubicBezTo>
                  <a:cubicBezTo>
                    <a:pt x="85740" y="81483"/>
                    <a:pt x="92769" y="67439"/>
                    <a:pt x="90852" y="52117"/>
                  </a:cubicBezTo>
                  <a:cubicBezTo>
                    <a:pt x="87018" y="24028"/>
                    <a:pt x="71044" y="11260"/>
                    <a:pt x="58264" y="5514"/>
                  </a:cubicBezTo>
                  <a:cubicBezTo>
                    <a:pt x="37177" y="-3423"/>
                    <a:pt x="10978" y="-231"/>
                    <a:pt x="2671" y="6152"/>
                  </a:cubicBezTo>
                  <a:cubicBezTo>
                    <a:pt x="115" y="8068"/>
                    <a:pt x="-1163" y="11898"/>
                    <a:pt x="1393" y="15090"/>
                  </a:cubicBezTo>
                  <a:cubicBezTo>
                    <a:pt x="3310" y="17644"/>
                    <a:pt x="7144" y="18920"/>
                    <a:pt x="10339" y="16367"/>
                  </a:cubicBezTo>
                  <a:cubicBezTo>
                    <a:pt x="14173" y="13175"/>
                    <a:pt x="35260" y="9344"/>
                    <a:pt x="53791" y="17005"/>
                  </a:cubicBezTo>
                  <a:cubicBezTo>
                    <a:pt x="68488" y="23389"/>
                    <a:pt x="76795" y="35519"/>
                    <a:pt x="78711" y="53394"/>
                  </a:cubicBezTo>
                  <a:cubicBezTo>
                    <a:pt x="79989" y="64885"/>
                    <a:pt x="74239" y="75738"/>
                    <a:pt x="67849" y="87229"/>
                  </a:cubicBezTo>
                  <a:cubicBezTo>
                    <a:pt x="65932" y="91059"/>
                    <a:pt x="63376" y="95528"/>
                    <a:pt x="61459" y="99359"/>
                  </a:cubicBezTo>
                  <a:cubicBezTo>
                    <a:pt x="62737" y="89144"/>
                    <a:pt x="65293" y="81483"/>
                    <a:pt x="65293" y="80845"/>
                  </a:cubicBezTo>
                  <a:cubicBezTo>
                    <a:pt x="66571" y="77653"/>
                    <a:pt x="64654" y="73823"/>
                    <a:pt x="61459" y="72546"/>
                  </a:cubicBezTo>
                  <a:cubicBezTo>
                    <a:pt x="58264" y="71269"/>
                    <a:pt x="54430" y="73184"/>
                    <a:pt x="53152" y="76376"/>
                  </a:cubicBezTo>
                  <a:cubicBezTo>
                    <a:pt x="52513" y="77653"/>
                    <a:pt x="40372" y="109573"/>
                    <a:pt x="55069" y="132555"/>
                  </a:cubicBezTo>
                  <a:cubicBezTo>
                    <a:pt x="56986" y="135109"/>
                    <a:pt x="58903" y="137663"/>
                    <a:pt x="61459" y="139578"/>
                  </a:cubicBezTo>
                  <a:lnTo>
                    <a:pt x="61459" y="139578"/>
                  </a:lnTo>
                  <a:cubicBezTo>
                    <a:pt x="69127" y="146600"/>
                    <a:pt x="79989" y="151069"/>
                    <a:pt x="94047" y="152984"/>
                  </a:cubicBezTo>
                  <a:cubicBezTo>
                    <a:pt x="90213" y="162560"/>
                    <a:pt x="87018" y="173413"/>
                    <a:pt x="90852" y="186181"/>
                  </a:cubicBezTo>
                  <a:cubicBezTo>
                    <a:pt x="91491" y="188734"/>
                    <a:pt x="94047" y="190650"/>
                    <a:pt x="97242" y="190650"/>
                  </a:cubicBezTo>
                  <a:cubicBezTo>
                    <a:pt x="97881" y="190650"/>
                    <a:pt x="98520" y="190650"/>
                    <a:pt x="99159" y="190650"/>
                  </a:cubicBezTo>
                  <a:cubicBezTo>
                    <a:pt x="102354" y="189373"/>
                    <a:pt x="104271" y="186181"/>
                    <a:pt x="103632" y="182989"/>
                  </a:cubicBezTo>
                  <a:cubicBezTo>
                    <a:pt x="100437" y="172136"/>
                    <a:pt x="104271" y="162560"/>
                    <a:pt x="108744" y="153623"/>
                  </a:cubicBezTo>
                  <a:cubicBezTo>
                    <a:pt x="113217" y="143408"/>
                    <a:pt x="118329" y="131279"/>
                    <a:pt x="110022" y="119787"/>
                  </a:cubicBezTo>
                  <a:cubicBezTo>
                    <a:pt x="104271" y="111488"/>
                    <a:pt x="101076" y="103827"/>
                    <a:pt x="102354" y="98082"/>
                  </a:cubicBezTo>
                  <a:cubicBezTo>
                    <a:pt x="102993" y="96167"/>
                    <a:pt x="103632" y="94890"/>
                    <a:pt x="104910" y="94251"/>
                  </a:cubicBezTo>
                  <a:cubicBezTo>
                    <a:pt x="111300" y="91059"/>
                    <a:pt x="117051" y="96167"/>
                    <a:pt x="118329" y="97443"/>
                  </a:cubicBezTo>
                  <a:cubicBezTo>
                    <a:pt x="120885" y="99997"/>
                    <a:pt x="122802" y="103827"/>
                    <a:pt x="124719" y="107658"/>
                  </a:cubicBezTo>
                  <a:cubicBezTo>
                    <a:pt x="127914" y="114042"/>
                    <a:pt x="131748" y="121064"/>
                    <a:pt x="139416" y="123618"/>
                  </a:cubicBezTo>
                  <a:cubicBezTo>
                    <a:pt x="142611" y="124895"/>
                    <a:pt x="146445" y="122979"/>
                    <a:pt x="147723" y="119787"/>
                  </a:cubicBezTo>
                  <a:cubicBezTo>
                    <a:pt x="149001" y="116595"/>
                    <a:pt x="147084" y="112765"/>
                    <a:pt x="143889" y="111488"/>
                  </a:cubicBezTo>
                  <a:close/>
                </a:path>
              </a:pathLst>
            </a:custGeom>
            <a:solidFill>
              <a:srgbClr val="046A38"/>
            </a:solidFill>
            <a:ln w="6390" cap="flat">
              <a:noFill/>
              <a:prstDash val="solid"/>
              <a:miter/>
            </a:ln>
          </p:spPr>
          <p:txBody>
            <a:bodyPr rtlCol="0" anchor="ctr"/>
            <a:lstStyle/>
            <a:p>
              <a:endParaRPr lang="en-US"/>
            </a:p>
          </p:txBody>
        </p:sp>
        <p:sp>
          <p:nvSpPr>
            <p:cNvPr id="666" name="Graphic 6">
              <a:extLst>
                <a:ext uri="{FF2B5EF4-FFF2-40B4-BE49-F238E27FC236}">
                  <a16:creationId xmlns:a16="http://schemas.microsoft.com/office/drawing/2014/main" id="{60D5B1D5-7FE5-094F-B92A-9A966D627BAF}"/>
                </a:ext>
              </a:extLst>
            </p:cNvPr>
            <p:cNvSpPr/>
            <p:nvPr/>
          </p:nvSpPr>
          <p:spPr>
            <a:xfrm>
              <a:off x="609999" y="2426075"/>
              <a:ext cx="57915" cy="43023"/>
            </a:xfrm>
            <a:custGeom>
              <a:avLst/>
              <a:gdLst>
                <a:gd name="connsiteX0" fmla="*/ 6630 w 57915"/>
                <a:gd name="connsiteY0" fmla="*/ 38304 h 43023"/>
                <a:gd name="connsiteX1" fmla="*/ 13019 w 57915"/>
                <a:gd name="connsiteY1" fmla="*/ 42773 h 43023"/>
                <a:gd name="connsiteX2" fmla="*/ 14297 w 57915"/>
                <a:gd name="connsiteY2" fmla="*/ 42773 h 43023"/>
                <a:gd name="connsiteX3" fmla="*/ 46247 w 57915"/>
                <a:gd name="connsiteY3" fmla="*/ 42773 h 43023"/>
                <a:gd name="connsiteX4" fmla="*/ 51359 w 57915"/>
                <a:gd name="connsiteY4" fmla="*/ 41496 h 43023"/>
                <a:gd name="connsiteX5" fmla="*/ 53915 w 57915"/>
                <a:gd name="connsiteY5" fmla="*/ 37027 h 43023"/>
                <a:gd name="connsiteX6" fmla="*/ 57749 w 57915"/>
                <a:gd name="connsiteY6" fmla="*/ 11491 h 43023"/>
                <a:gd name="connsiteX7" fmla="*/ 55193 w 57915"/>
                <a:gd name="connsiteY7" fmla="*/ 5746 h 43023"/>
                <a:gd name="connsiteX8" fmla="*/ 48803 w 57915"/>
                <a:gd name="connsiteY8" fmla="*/ 5107 h 43023"/>
                <a:gd name="connsiteX9" fmla="*/ 39218 w 57915"/>
                <a:gd name="connsiteY9" fmla="*/ 9576 h 43023"/>
                <a:gd name="connsiteX10" fmla="*/ 34106 w 57915"/>
                <a:gd name="connsiteY10" fmla="*/ 2554 h 43023"/>
                <a:gd name="connsiteX11" fmla="*/ 28994 w 57915"/>
                <a:gd name="connsiteY11" fmla="*/ 0 h 43023"/>
                <a:gd name="connsiteX12" fmla="*/ 28994 w 57915"/>
                <a:gd name="connsiteY12" fmla="*/ 0 h 43023"/>
                <a:gd name="connsiteX13" fmla="*/ 23882 w 57915"/>
                <a:gd name="connsiteY13" fmla="*/ 2554 h 43023"/>
                <a:gd name="connsiteX14" fmla="*/ 18131 w 57915"/>
                <a:gd name="connsiteY14" fmla="*/ 10853 h 43023"/>
                <a:gd name="connsiteX15" fmla="*/ 9186 w 57915"/>
                <a:gd name="connsiteY15" fmla="*/ 7022 h 43023"/>
                <a:gd name="connsiteX16" fmla="*/ 2157 w 57915"/>
                <a:gd name="connsiteY16" fmla="*/ 8299 h 43023"/>
                <a:gd name="connsiteX17" fmla="*/ 240 w 57915"/>
                <a:gd name="connsiteY17" fmla="*/ 14683 h 43023"/>
                <a:gd name="connsiteX18" fmla="*/ 6630 w 57915"/>
                <a:gd name="connsiteY18" fmla="*/ 38304 h 43023"/>
                <a:gd name="connsiteX19" fmla="*/ 17492 w 57915"/>
                <a:gd name="connsiteY19" fmla="*/ 24259 h 43023"/>
                <a:gd name="connsiteX20" fmla="*/ 25160 w 57915"/>
                <a:gd name="connsiteY20" fmla="*/ 22344 h 43023"/>
                <a:gd name="connsiteX21" fmla="*/ 28355 w 57915"/>
                <a:gd name="connsiteY21" fmla="*/ 17237 h 43023"/>
                <a:gd name="connsiteX22" fmla="*/ 30911 w 57915"/>
                <a:gd name="connsiteY22" fmla="*/ 21067 h 43023"/>
                <a:gd name="connsiteX23" fmla="*/ 38579 w 57915"/>
                <a:gd name="connsiteY23" fmla="*/ 22982 h 43023"/>
                <a:gd name="connsiteX24" fmla="*/ 42413 w 57915"/>
                <a:gd name="connsiteY24" fmla="*/ 21067 h 43023"/>
                <a:gd name="connsiteX25" fmla="*/ 41135 w 57915"/>
                <a:gd name="connsiteY25" fmla="*/ 28728 h 43023"/>
                <a:gd name="connsiteX26" fmla="*/ 16214 w 57915"/>
                <a:gd name="connsiteY26" fmla="*/ 28728 h 43023"/>
                <a:gd name="connsiteX27" fmla="*/ 14297 w 57915"/>
                <a:gd name="connsiteY27" fmla="*/ 22982 h 43023"/>
                <a:gd name="connsiteX28" fmla="*/ 17492 w 57915"/>
                <a:gd name="connsiteY28" fmla="*/ 24259 h 4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7915" h="43023">
                  <a:moveTo>
                    <a:pt x="6630" y="38304"/>
                  </a:moveTo>
                  <a:cubicBezTo>
                    <a:pt x="7269" y="40857"/>
                    <a:pt x="9825" y="42773"/>
                    <a:pt x="13019" y="42773"/>
                  </a:cubicBezTo>
                  <a:cubicBezTo>
                    <a:pt x="13658" y="42773"/>
                    <a:pt x="13658" y="42773"/>
                    <a:pt x="14297" y="42773"/>
                  </a:cubicBezTo>
                  <a:cubicBezTo>
                    <a:pt x="14297" y="42773"/>
                    <a:pt x="31550" y="39581"/>
                    <a:pt x="46247" y="42773"/>
                  </a:cubicBezTo>
                  <a:cubicBezTo>
                    <a:pt x="48164" y="43411"/>
                    <a:pt x="50081" y="42773"/>
                    <a:pt x="51359" y="41496"/>
                  </a:cubicBezTo>
                  <a:cubicBezTo>
                    <a:pt x="52637" y="40219"/>
                    <a:pt x="53915" y="38942"/>
                    <a:pt x="53915" y="37027"/>
                  </a:cubicBezTo>
                  <a:lnTo>
                    <a:pt x="57749" y="11491"/>
                  </a:lnTo>
                  <a:cubicBezTo>
                    <a:pt x="58388" y="8938"/>
                    <a:pt x="57110" y="7022"/>
                    <a:pt x="55193" y="5746"/>
                  </a:cubicBezTo>
                  <a:cubicBezTo>
                    <a:pt x="53276" y="4469"/>
                    <a:pt x="50720" y="3830"/>
                    <a:pt x="48803" y="5107"/>
                  </a:cubicBezTo>
                  <a:lnTo>
                    <a:pt x="39218" y="9576"/>
                  </a:lnTo>
                  <a:lnTo>
                    <a:pt x="34106" y="2554"/>
                  </a:lnTo>
                  <a:cubicBezTo>
                    <a:pt x="32828" y="638"/>
                    <a:pt x="30911" y="0"/>
                    <a:pt x="28994" y="0"/>
                  </a:cubicBezTo>
                  <a:lnTo>
                    <a:pt x="28994" y="0"/>
                  </a:lnTo>
                  <a:cubicBezTo>
                    <a:pt x="27077" y="0"/>
                    <a:pt x="25160" y="1277"/>
                    <a:pt x="23882" y="2554"/>
                  </a:cubicBezTo>
                  <a:lnTo>
                    <a:pt x="18131" y="10853"/>
                  </a:lnTo>
                  <a:lnTo>
                    <a:pt x="9186" y="7022"/>
                  </a:lnTo>
                  <a:cubicBezTo>
                    <a:pt x="6630" y="5746"/>
                    <a:pt x="4074" y="6384"/>
                    <a:pt x="2157" y="8299"/>
                  </a:cubicBezTo>
                  <a:cubicBezTo>
                    <a:pt x="240" y="10214"/>
                    <a:pt x="-399" y="12130"/>
                    <a:pt x="240" y="14683"/>
                  </a:cubicBezTo>
                  <a:lnTo>
                    <a:pt x="6630" y="38304"/>
                  </a:lnTo>
                  <a:close/>
                  <a:moveTo>
                    <a:pt x="17492" y="24259"/>
                  </a:moveTo>
                  <a:cubicBezTo>
                    <a:pt x="20048" y="25536"/>
                    <a:pt x="23882" y="24259"/>
                    <a:pt x="25160" y="22344"/>
                  </a:cubicBezTo>
                  <a:lnTo>
                    <a:pt x="28355" y="17237"/>
                  </a:lnTo>
                  <a:lnTo>
                    <a:pt x="30911" y="21067"/>
                  </a:lnTo>
                  <a:cubicBezTo>
                    <a:pt x="32828" y="23621"/>
                    <a:pt x="36023" y="24897"/>
                    <a:pt x="38579" y="22982"/>
                  </a:cubicBezTo>
                  <a:lnTo>
                    <a:pt x="42413" y="21067"/>
                  </a:lnTo>
                  <a:lnTo>
                    <a:pt x="41135" y="28728"/>
                  </a:lnTo>
                  <a:cubicBezTo>
                    <a:pt x="31550" y="27451"/>
                    <a:pt x="21965" y="28089"/>
                    <a:pt x="16214" y="28728"/>
                  </a:cubicBezTo>
                  <a:lnTo>
                    <a:pt x="14297" y="22982"/>
                  </a:lnTo>
                  <a:lnTo>
                    <a:pt x="17492" y="24259"/>
                  </a:lnTo>
                  <a:close/>
                </a:path>
              </a:pathLst>
            </a:custGeom>
            <a:solidFill>
              <a:srgbClr val="046A38"/>
            </a:solidFill>
            <a:ln w="6390" cap="flat">
              <a:noFill/>
              <a:prstDash val="solid"/>
              <a:miter/>
            </a:ln>
          </p:spPr>
          <p:txBody>
            <a:bodyPr rtlCol="0" anchor="ctr"/>
            <a:lstStyle/>
            <a:p>
              <a:endParaRPr lang="en-US"/>
            </a:p>
          </p:txBody>
        </p:sp>
      </p:grpSp>
      <p:grpSp>
        <p:nvGrpSpPr>
          <p:cNvPr id="667" name="Graphic 6">
            <a:extLst>
              <a:ext uri="{FF2B5EF4-FFF2-40B4-BE49-F238E27FC236}">
                <a16:creationId xmlns:a16="http://schemas.microsoft.com/office/drawing/2014/main" id="{FCE2A4D9-B426-0748-A77E-8A8FABD64A7D}"/>
              </a:ext>
            </a:extLst>
          </p:cNvPr>
          <p:cNvGrpSpPr/>
          <p:nvPr/>
        </p:nvGrpSpPr>
        <p:grpSpPr>
          <a:xfrm>
            <a:off x="466465" y="3337069"/>
            <a:ext cx="362313" cy="361971"/>
            <a:chOff x="466465" y="3337069"/>
            <a:chExt cx="362313" cy="361971"/>
          </a:xfrm>
          <a:solidFill>
            <a:srgbClr val="046A38"/>
          </a:solidFill>
        </p:grpSpPr>
        <p:sp>
          <p:nvSpPr>
            <p:cNvPr id="668" name="Graphic 6">
              <a:extLst>
                <a:ext uri="{FF2B5EF4-FFF2-40B4-BE49-F238E27FC236}">
                  <a16:creationId xmlns:a16="http://schemas.microsoft.com/office/drawing/2014/main" id="{3F7DBC64-7606-4B48-97D1-94A2E267DFA5}"/>
                </a:ext>
              </a:extLst>
            </p:cNvPr>
            <p:cNvSpPr/>
            <p:nvPr/>
          </p:nvSpPr>
          <p:spPr>
            <a:xfrm>
              <a:off x="466465" y="3337069"/>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181474 w 362313"/>
                <a:gd name="connsiteY4" fmla="*/ 0 h 361971"/>
                <a:gd name="connsiteX5" fmla="*/ 181474 w 362313"/>
                <a:gd name="connsiteY5" fmla="*/ 348566 h 361971"/>
                <a:gd name="connsiteX6" fmla="*/ 13419 w 362313"/>
                <a:gd name="connsiteY6" fmla="*/ 180028 h 361971"/>
                <a:gd name="connsiteX7" fmla="*/ 182113 w 362313"/>
                <a:gd name="connsiteY7" fmla="*/ 12130 h 361971"/>
                <a:gd name="connsiteX8" fmla="*/ 350169 w 362313"/>
                <a:gd name="connsiteY8" fmla="*/ 180667 h 361971"/>
                <a:gd name="connsiteX9" fmla="*/ 181474 w 362313"/>
                <a:gd name="connsiteY9" fmla="*/ 34856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948" y="81077"/>
                    <a:pt x="281796" y="0"/>
                    <a:pt x="181474" y="0"/>
                  </a:cubicBezTo>
                  <a:close/>
                  <a:moveTo>
                    <a:pt x="181474" y="348566"/>
                  </a:moveTo>
                  <a:cubicBezTo>
                    <a:pt x="88820" y="348566"/>
                    <a:pt x="13419" y="273235"/>
                    <a:pt x="13419" y="180028"/>
                  </a:cubicBezTo>
                  <a:cubicBezTo>
                    <a:pt x="13419" y="87461"/>
                    <a:pt x="88820" y="12130"/>
                    <a:pt x="182113" y="12130"/>
                  </a:cubicBezTo>
                  <a:cubicBezTo>
                    <a:pt x="274767" y="12130"/>
                    <a:pt x="350169" y="87461"/>
                    <a:pt x="350169" y="180667"/>
                  </a:cubicBezTo>
                  <a:cubicBezTo>
                    <a:pt x="349530" y="273235"/>
                    <a:pt x="274128" y="349204"/>
                    <a:pt x="181474" y="348566"/>
                  </a:cubicBezTo>
                  <a:close/>
                </a:path>
              </a:pathLst>
            </a:custGeom>
            <a:solidFill>
              <a:srgbClr val="046A38"/>
            </a:solidFill>
            <a:ln w="6390" cap="flat">
              <a:noFill/>
              <a:prstDash val="solid"/>
              <a:miter/>
            </a:ln>
          </p:spPr>
          <p:txBody>
            <a:bodyPr rtlCol="0" anchor="ctr"/>
            <a:lstStyle/>
            <a:p>
              <a:endParaRPr lang="en-US"/>
            </a:p>
          </p:txBody>
        </p:sp>
        <p:sp>
          <p:nvSpPr>
            <p:cNvPr id="669" name="Graphic 6">
              <a:extLst>
                <a:ext uri="{FF2B5EF4-FFF2-40B4-BE49-F238E27FC236}">
                  <a16:creationId xmlns:a16="http://schemas.microsoft.com/office/drawing/2014/main" id="{BF266C1D-7C82-6748-AB08-BC7046A33F57}"/>
                </a:ext>
              </a:extLst>
            </p:cNvPr>
            <p:cNvSpPr/>
            <p:nvPr/>
          </p:nvSpPr>
          <p:spPr>
            <a:xfrm>
              <a:off x="564870" y="3408231"/>
              <a:ext cx="173018" cy="218671"/>
            </a:xfrm>
            <a:custGeom>
              <a:avLst/>
              <a:gdLst>
                <a:gd name="connsiteX0" fmla="*/ 110546 w 173018"/>
                <a:gd name="connsiteY0" fmla="*/ 168877 h 218671"/>
                <a:gd name="connsiteX1" fmla="*/ 114380 w 173018"/>
                <a:gd name="connsiteY1" fmla="*/ 134403 h 218671"/>
                <a:gd name="connsiteX2" fmla="*/ 107351 w 173018"/>
                <a:gd name="connsiteY2" fmla="*/ 59072 h 218671"/>
                <a:gd name="connsiteX3" fmla="*/ 110546 w 173018"/>
                <a:gd name="connsiteY3" fmla="*/ 39920 h 218671"/>
                <a:gd name="connsiteX4" fmla="*/ 106712 w 173018"/>
                <a:gd name="connsiteY4" fmla="*/ 35451 h 218671"/>
                <a:gd name="connsiteX5" fmla="*/ 106712 w 173018"/>
                <a:gd name="connsiteY5" fmla="*/ 35451 h 218671"/>
                <a:gd name="connsiteX6" fmla="*/ 116297 w 173018"/>
                <a:gd name="connsiteY6" fmla="*/ 30982 h 218671"/>
                <a:gd name="connsiteX7" fmla="*/ 159748 w 173018"/>
                <a:gd name="connsiteY7" fmla="*/ 44389 h 218671"/>
                <a:gd name="connsiteX8" fmla="*/ 168694 w 173018"/>
                <a:gd name="connsiteY8" fmla="*/ 44389 h 218671"/>
                <a:gd name="connsiteX9" fmla="*/ 168694 w 173018"/>
                <a:gd name="connsiteY9" fmla="*/ 35451 h 218671"/>
                <a:gd name="connsiteX10" fmla="*/ 111824 w 173018"/>
                <a:gd name="connsiteY10" fmla="*/ 18853 h 218671"/>
                <a:gd name="connsiteX11" fmla="*/ 83708 w 173018"/>
                <a:gd name="connsiteY11" fmla="*/ 52688 h 218671"/>
                <a:gd name="connsiteX12" fmla="*/ 88820 w 173018"/>
                <a:gd name="connsiteY12" fmla="*/ 58434 h 218671"/>
                <a:gd name="connsiteX13" fmla="*/ 93293 w 173018"/>
                <a:gd name="connsiteY13" fmla="*/ 57795 h 218671"/>
                <a:gd name="connsiteX14" fmla="*/ 92654 w 173018"/>
                <a:gd name="connsiteY14" fmla="*/ 61626 h 218671"/>
                <a:gd name="connsiteX15" fmla="*/ 93932 w 173018"/>
                <a:gd name="connsiteY15" fmla="*/ 64179 h 218671"/>
                <a:gd name="connsiteX16" fmla="*/ 87542 w 173018"/>
                <a:gd name="connsiteY16" fmla="*/ 64818 h 218671"/>
                <a:gd name="connsiteX17" fmla="*/ 68372 w 173018"/>
                <a:gd name="connsiteY17" fmla="*/ 75670 h 218671"/>
                <a:gd name="connsiteX18" fmla="*/ 57509 w 173018"/>
                <a:gd name="connsiteY18" fmla="*/ 75032 h 218671"/>
                <a:gd name="connsiteX19" fmla="*/ 78596 w 173018"/>
                <a:gd name="connsiteY19" fmla="*/ 59072 h 218671"/>
                <a:gd name="connsiteX20" fmla="*/ 83069 w 173018"/>
                <a:gd name="connsiteY20" fmla="*/ 53326 h 218671"/>
                <a:gd name="connsiteX21" fmla="*/ 112463 w 173018"/>
                <a:gd name="connsiteY21" fmla="*/ 15661 h 218671"/>
                <a:gd name="connsiteX22" fmla="*/ 164221 w 173018"/>
                <a:gd name="connsiteY22" fmla="*/ 18853 h 218671"/>
                <a:gd name="connsiteX23" fmla="*/ 172528 w 173018"/>
                <a:gd name="connsiteY23" fmla="*/ 15661 h 218671"/>
                <a:gd name="connsiteX24" fmla="*/ 169333 w 173018"/>
                <a:gd name="connsiteY24" fmla="*/ 7362 h 218671"/>
                <a:gd name="connsiteX25" fmla="*/ 108629 w 173018"/>
                <a:gd name="connsiteY25" fmla="*/ 2893 h 218671"/>
                <a:gd name="connsiteX26" fmla="*/ 70289 w 173018"/>
                <a:gd name="connsiteY26" fmla="*/ 48858 h 218671"/>
                <a:gd name="connsiteX27" fmla="*/ 44091 w 173018"/>
                <a:gd name="connsiteY27" fmla="*/ 69286 h 218671"/>
                <a:gd name="connsiteX28" fmla="*/ 40896 w 173018"/>
                <a:gd name="connsiteY28" fmla="*/ 80139 h 218671"/>
                <a:gd name="connsiteX29" fmla="*/ 47286 w 173018"/>
                <a:gd name="connsiteY29" fmla="*/ 86523 h 218671"/>
                <a:gd name="connsiteX30" fmla="*/ 53675 w 173018"/>
                <a:gd name="connsiteY30" fmla="*/ 92907 h 218671"/>
                <a:gd name="connsiteX31" fmla="*/ 60065 w 173018"/>
                <a:gd name="connsiteY31" fmla="*/ 87800 h 218671"/>
                <a:gd name="connsiteX32" fmla="*/ 68372 w 173018"/>
                <a:gd name="connsiteY32" fmla="*/ 88438 h 218671"/>
                <a:gd name="connsiteX33" fmla="*/ 69011 w 173018"/>
                <a:gd name="connsiteY33" fmla="*/ 88438 h 218671"/>
                <a:gd name="connsiteX34" fmla="*/ 70289 w 173018"/>
                <a:gd name="connsiteY34" fmla="*/ 88438 h 218671"/>
                <a:gd name="connsiteX35" fmla="*/ 79874 w 173018"/>
                <a:gd name="connsiteY35" fmla="*/ 84608 h 218671"/>
                <a:gd name="connsiteX36" fmla="*/ 77318 w 173018"/>
                <a:gd name="connsiteY36" fmla="*/ 94822 h 218671"/>
                <a:gd name="connsiteX37" fmla="*/ 65816 w 173018"/>
                <a:gd name="connsiteY37" fmla="*/ 103760 h 218671"/>
                <a:gd name="connsiteX38" fmla="*/ 22365 w 173018"/>
                <a:gd name="connsiteY38" fmla="*/ 117805 h 218671"/>
                <a:gd name="connsiteX39" fmla="*/ 5751 w 173018"/>
                <a:gd name="connsiteY39" fmla="*/ 121635 h 218671"/>
                <a:gd name="connsiteX40" fmla="*/ 1278 w 173018"/>
                <a:gd name="connsiteY40" fmla="*/ 124189 h 218671"/>
                <a:gd name="connsiteX41" fmla="*/ 0 w 173018"/>
                <a:gd name="connsiteY41" fmla="*/ 128658 h 218671"/>
                <a:gd name="connsiteX42" fmla="*/ 5751 w 173018"/>
                <a:gd name="connsiteY42" fmla="*/ 139510 h 218671"/>
                <a:gd name="connsiteX43" fmla="*/ 14058 w 173018"/>
                <a:gd name="connsiteY43" fmla="*/ 142702 h 218671"/>
                <a:gd name="connsiteX44" fmla="*/ 3834 w 173018"/>
                <a:gd name="connsiteY44" fmla="*/ 167600 h 218671"/>
                <a:gd name="connsiteX45" fmla="*/ 0 w 173018"/>
                <a:gd name="connsiteY45" fmla="*/ 173984 h 218671"/>
                <a:gd name="connsiteX46" fmla="*/ 2556 w 173018"/>
                <a:gd name="connsiteY46" fmla="*/ 207819 h 218671"/>
                <a:gd name="connsiteX47" fmla="*/ 6390 w 173018"/>
                <a:gd name="connsiteY47" fmla="*/ 213565 h 218671"/>
                <a:gd name="connsiteX48" fmla="*/ 16614 w 173018"/>
                <a:gd name="connsiteY48" fmla="*/ 218033 h 218671"/>
                <a:gd name="connsiteX49" fmla="*/ 19170 w 173018"/>
                <a:gd name="connsiteY49" fmla="*/ 218672 h 218671"/>
                <a:gd name="connsiteX50" fmla="*/ 23004 w 173018"/>
                <a:gd name="connsiteY50" fmla="*/ 217395 h 218671"/>
                <a:gd name="connsiteX51" fmla="*/ 25560 w 173018"/>
                <a:gd name="connsiteY51" fmla="*/ 212288 h 218671"/>
                <a:gd name="connsiteX52" fmla="*/ 25560 w 173018"/>
                <a:gd name="connsiteY52" fmla="*/ 182922 h 218671"/>
                <a:gd name="connsiteX53" fmla="*/ 53036 w 173018"/>
                <a:gd name="connsiteY53" fmla="*/ 154832 h 218671"/>
                <a:gd name="connsiteX54" fmla="*/ 85625 w 173018"/>
                <a:gd name="connsiteY54" fmla="*/ 155470 h 218671"/>
                <a:gd name="connsiteX55" fmla="*/ 86264 w 173018"/>
                <a:gd name="connsiteY55" fmla="*/ 172069 h 218671"/>
                <a:gd name="connsiteX56" fmla="*/ 94571 w 173018"/>
                <a:gd name="connsiteY56" fmla="*/ 194413 h 218671"/>
                <a:gd name="connsiteX57" fmla="*/ 99683 w 173018"/>
                <a:gd name="connsiteY57" fmla="*/ 198243 h 218671"/>
                <a:gd name="connsiteX58" fmla="*/ 107351 w 173018"/>
                <a:gd name="connsiteY58" fmla="*/ 199520 h 218671"/>
                <a:gd name="connsiteX59" fmla="*/ 113102 w 173018"/>
                <a:gd name="connsiteY59" fmla="*/ 197605 h 218671"/>
                <a:gd name="connsiteX60" fmla="*/ 114380 w 173018"/>
                <a:gd name="connsiteY60" fmla="*/ 191859 h 218671"/>
                <a:gd name="connsiteX61" fmla="*/ 110546 w 173018"/>
                <a:gd name="connsiteY61" fmla="*/ 168877 h 218671"/>
                <a:gd name="connsiteX62" fmla="*/ 102239 w 173018"/>
                <a:gd name="connsiteY62" fmla="*/ 130573 h 218671"/>
                <a:gd name="connsiteX63" fmla="*/ 97766 w 173018"/>
                <a:gd name="connsiteY63" fmla="*/ 163770 h 218671"/>
                <a:gd name="connsiteX64" fmla="*/ 98405 w 173018"/>
                <a:gd name="connsiteY64" fmla="*/ 148448 h 218671"/>
                <a:gd name="connsiteX65" fmla="*/ 95849 w 173018"/>
                <a:gd name="connsiteY65" fmla="*/ 142702 h 218671"/>
                <a:gd name="connsiteX66" fmla="*/ 90098 w 173018"/>
                <a:gd name="connsiteY66" fmla="*/ 141426 h 218671"/>
                <a:gd name="connsiteX67" fmla="*/ 52397 w 173018"/>
                <a:gd name="connsiteY67" fmla="*/ 142064 h 218671"/>
                <a:gd name="connsiteX68" fmla="*/ 47286 w 173018"/>
                <a:gd name="connsiteY68" fmla="*/ 142064 h 218671"/>
                <a:gd name="connsiteX69" fmla="*/ 43452 w 173018"/>
                <a:gd name="connsiteY69" fmla="*/ 145256 h 218671"/>
                <a:gd name="connsiteX70" fmla="*/ 18531 w 173018"/>
                <a:gd name="connsiteY70" fmla="*/ 172707 h 218671"/>
                <a:gd name="connsiteX71" fmla="*/ 26199 w 173018"/>
                <a:gd name="connsiteY71" fmla="*/ 136957 h 218671"/>
                <a:gd name="connsiteX72" fmla="*/ 23004 w 173018"/>
                <a:gd name="connsiteY72" fmla="*/ 131850 h 218671"/>
                <a:gd name="connsiteX73" fmla="*/ 28755 w 173018"/>
                <a:gd name="connsiteY73" fmla="*/ 129296 h 218671"/>
                <a:gd name="connsiteX74" fmla="*/ 69011 w 173018"/>
                <a:gd name="connsiteY74" fmla="*/ 116528 h 218671"/>
                <a:gd name="connsiteX75" fmla="*/ 88181 w 173018"/>
                <a:gd name="connsiteY75" fmla="*/ 101845 h 218671"/>
                <a:gd name="connsiteX76" fmla="*/ 92015 w 173018"/>
                <a:gd name="connsiteY76" fmla="*/ 77586 h 218671"/>
                <a:gd name="connsiteX77" fmla="*/ 94571 w 173018"/>
                <a:gd name="connsiteY77" fmla="*/ 75670 h 218671"/>
                <a:gd name="connsiteX78" fmla="*/ 96488 w 173018"/>
                <a:gd name="connsiteY78" fmla="*/ 66733 h 218671"/>
                <a:gd name="connsiteX79" fmla="*/ 102239 w 173018"/>
                <a:gd name="connsiteY79" fmla="*/ 130573 h 218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73018" h="218671">
                  <a:moveTo>
                    <a:pt x="110546" y="168877"/>
                  </a:moveTo>
                  <a:cubicBezTo>
                    <a:pt x="110546" y="161854"/>
                    <a:pt x="112463" y="140787"/>
                    <a:pt x="114380" y="134403"/>
                  </a:cubicBezTo>
                  <a:cubicBezTo>
                    <a:pt x="116297" y="128658"/>
                    <a:pt x="129716" y="80778"/>
                    <a:pt x="107351" y="59072"/>
                  </a:cubicBezTo>
                  <a:cubicBezTo>
                    <a:pt x="109907" y="53965"/>
                    <a:pt x="112463" y="46942"/>
                    <a:pt x="110546" y="39920"/>
                  </a:cubicBezTo>
                  <a:cubicBezTo>
                    <a:pt x="109907" y="38005"/>
                    <a:pt x="108629" y="36728"/>
                    <a:pt x="106712" y="35451"/>
                  </a:cubicBezTo>
                  <a:lnTo>
                    <a:pt x="106712" y="35451"/>
                  </a:lnTo>
                  <a:cubicBezTo>
                    <a:pt x="109268" y="33536"/>
                    <a:pt x="112463" y="32259"/>
                    <a:pt x="116297" y="30982"/>
                  </a:cubicBezTo>
                  <a:cubicBezTo>
                    <a:pt x="138023" y="23322"/>
                    <a:pt x="159748" y="44389"/>
                    <a:pt x="159748" y="44389"/>
                  </a:cubicBezTo>
                  <a:cubicBezTo>
                    <a:pt x="162304" y="46942"/>
                    <a:pt x="166138" y="46942"/>
                    <a:pt x="168694" y="44389"/>
                  </a:cubicBezTo>
                  <a:cubicBezTo>
                    <a:pt x="171250" y="41835"/>
                    <a:pt x="171250" y="38005"/>
                    <a:pt x="168694" y="35451"/>
                  </a:cubicBezTo>
                  <a:cubicBezTo>
                    <a:pt x="167416" y="34174"/>
                    <a:pt x="141218" y="8638"/>
                    <a:pt x="111824" y="18853"/>
                  </a:cubicBezTo>
                  <a:cubicBezTo>
                    <a:pt x="81791" y="29706"/>
                    <a:pt x="83708" y="52050"/>
                    <a:pt x="83708" y="52688"/>
                  </a:cubicBezTo>
                  <a:cubicBezTo>
                    <a:pt x="83708" y="55242"/>
                    <a:pt x="86264" y="57795"/>
                    <a:pt x="88820" y="58434"/>
                  </a:cubicBezTo>
                  <a:cubicBezTo>
                    <a:pt x="90098" y="58434"/>
                    <a:pt x="92015" y="58434"/>
                    <a:pt x="93293" y="57795"/>
                  </a:cubicBezTo>
                  <a:cubicBezTo>
                    <a:pt x="92654" y="59072"/>
                    <a:pt x="92654" y="60349"/>
                    <a:pt x="92654" y="61626"/>
                  </a:cubicBezTo>
                  <a:cubicBezTo>
                    <a:pt x="92654" y="62902"/>
                    <a:pt x="93293" y="63541"/>
                    <a:pt x="93932" y="64179"/>
                  </a:cubicBezTo>
                  <a:cubicBezTo>
                    <a:pt x="92015" y="62902"/>
                    <a:pt x="89459" y="62902"/>
                    <a:pt x="87542" y="64818"/>
                  </a:cubicBezTo>
                  <a:cubicBezTo>
                    <a:pt x="81791" y="68648"/>
                    <a:pt x="72845" y="74394"/>
                    <a:pt x="68372" y="75670"/>
                  </a:cubicBezTo>
                  <a:lnTo>
                    <a:pt x="57509" y="75032"/>
                  </a:lnTo>
                  <a:cubicBezTo>
                    <a:pt x="74762" y="60987"/>
                    <a:pt x="78596" y="59072"/>
                    <a:pt x="78596" y="59072"/>
                  </a:cubicBezTo>
                  <a:cubicBezTo>
                    <a:pt x="81152" y="58434"/>
                    <a:pt x="82430" y="55880"/>
                    <a:pt x="83069" y="53326"/>
                  </a:cubicBezTo>
                  <a:cubicBezTo>
                    <a:pt x="83069" y="52050"/>
                    <a:pt x="85625" y="22045"/>
                    <a:pt x="112463" y="15661"/>
                  </a:cubicBezTo>
                  <a:cubicBezTo>
                    <a:pt x="141857" y="8638"/>
                    <a:pt x="164221" y="18853"/>
                    <a:pt x="164221" y="18853"/>
                  </a:cubicBezTo>
                  <a:cubicBezTo>
                    <a:pt x="167416" y="20130"/>
                    <a:pt x="171250" y="18853"/>
                    <a:pt x="172528" y="15661"/>
                  </a:cubicBezTo>
                  <a:cubicBezTo>
                    <a:pt x="173806" y="12469"/>
                    <a:pt x="172528" y="8638"/>
                    <a:pt x="169333" y="7362"/>
                  </a:cubicBezTo>
                  <a:cubicBezTo>
                    <a:pt x="168055" y="6723"/>
                    <a:pt x="142496" y="-5406"/>
                    <a:pt x="108629" y="2893"/>
                  </a:cubicBezTo>
                  <a:cubicBezTo>
                    <a:pt x="81791" y="9277"/>
                    <a:pt x="72206" y="34174"/>
                    <a:pt x="70289" y="48858"/>
                  </a:cubicBezTo>
                  <a:cubicBezTo>
                    <a:pt x="66455" y="51411"/>
                    <a:pt x="59426" y="56518"/>
                    <a:pt x="44091" y="69286"/>
                  </a:cubicBezTo>
                  <a:cubicBezTo>
                    <a:pt x="40896" y="71840"/>
                    <a:pt x="39618" y="76309"/>
                    <a:pt x="40896" y="80139"/>
                  </a:cubicBezTo>
                  <a:cubicBezTo>
                    <a:pt x="42174" y="83331"/>
                    <a:pt x="44091" y="85885"/>
                    <a:pt x="47286" y="86523"/>
                  </a:cubicBezTo>
                  <a:cubicBezTo>
                    <a:pt x="47286" y="89715"/>
                    <a:pt x="50481" y="92907"/>
                    <a:pt x="53675" y="92907"/>
                  </a:cubicBezTo>
                  <a:cubicBezTo>
                    <a:pt x="56870" y="92907"/>
                    <a:pt x="59426" y="90992"/>
                    <a:pt x="60065" y="87800"/>
                  </a:cubicBezTo>
                  <a:lnTo>
                    <a:pt x="68372" y="88438"/>
                  </a:lnTo>
                  <a:cubicBezTo>
                    <a:pt x="68372" y="88438"/>
                    <a:pt x="68372" y="88438"/>
                    <a:pt x="69011" y="88438"/>
                  </a:cubicBezTo>
                  <a:cubicBezTo>
                    <a:pt x="69650" y="88438"/>
                    <a:pt x="69650" y="88438"/>
                    <a:pt x="70289" y="88438"/>
                  </a:cubicBezTo>
                  <a:cubicBezTo>
                    <a:pt x="72845" y="87800"/>
                    <a:pt x="76679" y="86523"/>
                    <a:pt x="79874" y="84608"/>
                  </a:cubicBezTo>
                  <a:cubicBezTo>
                    <a:pt x="79874" y="88438"/>
                    <a:pt x="79235" y="92269"/>
                    <a:pt x="77318" y="94822"/>
                  </a:cubicBezTo>
                  <a:cubicBezTo>
                    <a:pt x="74762" y="99291"/>
                    <a:pt x="70289" y="102483"/>
                    <a:pt x="65816" y="103760"/>
                  </a:cubicBezTo>
                  <a:cubicBezTo>
                    <a:pt x="55592" y="106314"/>
                    <a:pt x="30033" y="113974"/>
                    <a:pt x="22365" y="117805"/>
                  </a:cubicBezTo>
                  <a:cubicBezTo>
                    <a:pt x="18531" y="119720"/>
                    <a:pt x="10224" y="121635"/>
                    <a:pt x="5751" y="121635"/>
                  </a:cubicBezTo>
                  <a:cubicBezTo>
                    <a:pt x="3834" y="121635"/>
                    <a:pt x="2556" y="122912"/>
                    <a:pt x="1278" y="124189"/>
                  </a:cubicBezTo>
                  <a:cubicBezTo>
                    <a:pt x="0" y="125466"/>
                    <a:pt x="0" y="127381"/>
                    <a:pt x="0" y="128658"/>
                  </a:cubicBezTo>
                  <a:cubicBezTo>
                    <a:pt x="639" y="133126"/>
                    <a:pt x="2556" y="136957"/>
                    <a:pt x="5751" y="139510"/>
                  </a:cubicBezTo>
                  <a:cubicBezTo>
                    <a:pt x="8307" y="141426"/>
                    <a:pt x="11502" y="142702"/>
                    <a:pt x="14058" y="142702"/>
                  </a:cubicBezTo>
                  <a:cubicBezTo>
                    <a:pt x="14697" y="161854"/>
                    <a:pt x="3834" y="167600"/>
                    <a:pt x="3834" y="167600"/>
                  </a:cubicBezTo>
                  <a:cubicBezTo>
                    <a:pt x="1278" y="168877"/>
                    <a:pt x="0" y="171430"/>
                    <a:pt x="0" y="173984"/>
                  </a:cubicBezTo>
                  <a:lnTo>
                    <a:pt x="2556" y="207819"/>
                  </a:lnTo>
                  <a:cubicBezTo>
                    <a:pt x="2556" y="210373"/>
                    <a:pt x="4473" y="212288"/>
                    <a:pt x="6390" y="213565"/>
                  </a:cubicBezTo>
                  <a:lnTo>
                    <a:pt x="16614" y="218033"/>
                  </a:lnTo>
                  <a:cubicBezTo>
                    <a:pt x="17253" y="218672"/>
                    <a:pt x="18531" y="218672"/>
                    <a:pt x="19170" y="218672"/>
                  </a:cubicBezTo>
                  <a:cubicBezTo>
                    <a:pt x="20448" y="218672"/>
                    <a:pt x="21726" y="218033"/>
                    <a:pt x="23004" y="217395"/>
                  </a:cubicBezTo>
                  <a:cubicBezTo>
                    <a:pt x="24921" y="216118"/>
                    <a:pt x="25560" y="214203"/>
                    <a:pt x="25560" y="212288"/>
                  </a:cubicBezTo>
                  <a:lnTo>
                    <a:pt x="25560" y="182922"/>
                  </a:lnTo>
                  <a:cubicBezTo>
                    <a:pt x="31950" y="180368"/>
                    <a:pt x="43452" y="172707"/>
                    <a:pt x="53036" y="154832"/>
                  </a:cubicBezTo>
                  <a:cubicBezTo>
                    <a:pt x="59426" y="156747"/>
                    <a:pt x="70928" y="158024"/>
                    <a:pt x="85625" y="155470"/>
                  </a:cubicBezTo>
                  <a:cubicBezTo>
                    <a:pt x="85625" y="161216"/>
                    <a:pt x="85625" y="168238"/>
                    <a:pt x="86264" y="172069"/>
                  </a:cubicBezTo>
                  <a:cubicBezTo>
                    <a:pt x="88181" y="177814"/>
                    <a:pt x="94571" y="193774"/>
                    <a:pt x="94571" y="194413"/>
                  </a:cubicBezTo>
                  <a:cubicBezTo>
                    <a:pt x="95210" y="196328"/>
                    <a:pt x="97127" y="198243"/>
                    <a:pt x="99683" y="198243"/>
                  </a:cubicBezTo>
                  <a:lnTo>
                    <a:pt x="107351" y="199520"/>
                  </a:lnTo>
                  <a:cubicBezTo>
                    <a:pt x="109268" y="200158"/>
                    <a:pt x="111824" y="198881"/>
                    <a:pt x="113102" y="197605"/>
                  </a:cubicBezTo>
                  <a:cubicBezTo>
                    <a:pt x="114380" y="196328"/>
                    <a:pt x="115019" y="193774"/>
                    <a:pt x="114380" y="191859"/>
                  </a:cubicBezTo>
                  <a:cubicBezTo>
                    <a:pt x="113102" y="185475"/>
                    <a:pt x="110546" y="172707"/>
                    <a:pt x="110546" y="168877"/>
                  </a:cubicBezTo>
                  <a:close/>
                  <a:moveTo>
                    <a:pt x="102239" y="130573"/>
                  </a:moveTo>
                  <a:cubicBezTo>
                    <a:pt x="100322" y="137595"/>
                    <a:pt x="98405" y="154194"/>
                    <a:pt x="97766" y="163770"/>
                  </a:cubicBezTo>
                  <a:cubicBezTo>
                    <a:pt x="97766" y="159939"/>
                    <a:pt x="97766" y="153555"/>
                    <a:pt x="98405" y="148448"/>
                  </a:cubicBezTo>
                  <a:cubicBezTo>
                    <a:pt x="98405" y="146533"/>
                    <a:pt x="97766" y="143979"/>
                    <a:pt x="95849" y="142702"/>
                  </a:cubicBezTo>
                  <a:cubicBezTo>
                    <a:pt x="93932" y="141426"/>
                    <a:pt x="92015" y="140787"/>
                    <a:pt x="90098" y="141426"/>
                  </a:cubicBezTo>
                  <a:cubicBezTo>
                    <a:pt x="67094" y="148448"/>
                    <a:pt x="53036" y="142064"/>
                    <a:pt x="52397" y="142064"/>
                  </a:cubicBezTo>
                  <a:cubicBezTo>
                    <a:pt x="51119" y="141426"/>
                    <a:pt x="49202" y="141426"/>
                    <a:pt x="47286" y="142064"/>
                  </a:cubicBezTo>
                  <a:cubicBezTo>
                    <a:pt x="45369" y="142702"/>
                    <a:pt x="44091" y="143979"/>
                    <a:pt x="43452" y="145256"/>
                  </a:cubicBezTo>
                  <a:cubicBezTo>
                    <a:pt x="33867" y="167600"/>
                    <a:pt x="21087" y="172069"/>
                    <a:pt x="18531" y="172707"/>
                  </a:cubicBezTo>
                  <a:cubicBezTo>
                    <a:pt x="23643" y="166323"/>
                    <a:pt x="28755" y="154832"/>
                    <a:pt x="26199" y="136957"/>
                  </a:cubicBezTo>
                  <a:cubicBezTo>
                    <a:pt x="26199" y="135042"/>
                    <a:pt x="24282" y="133126"/>
                    <a:pt x="23004" y="131850"/>
                  </a:cubicBezTo>
                  <a:cubicBezTo>
                    <a:pt x="24921" y="131211"/>
                    <a:pt x="26838" y="130573"/>
                    <a:pt x="28755" y="129296"/>
                  </a:cubicBezTo>
                  <a:cubicBezTo>
                    <a:pt x="34506" y="126104"/>
                    <a:pt x="58148" y="118443"/>
                    <a:pt x="69011" y="116528"/>
                  </a:cubicBezTo>
                  <a:cubicBezTo>
                    <a:pt x="76679" y="114613"/>
                    <a:pt x="84347" y="109506"/>
                    <a:pt x="88181" y="101845"/>
                  </a:cubicBezTo>
                  <a:cubicBezTo>
                    <a:pt x="91376" y="96738"/>
                    <a:pt x="93932" y="88438"/>
                    <a:pt x="92015" y="77586"/>
                  </a:cubicBezTo>
                  <a:cubicBezTo>
                    <a:pt x="93293" y="76947"/>
                    <a:pt x="93932" y="76309"/>
                    <a:pt x="94571" y="75670"/>
                  </a:cubicBezTo>
                  <a:cubicBezTo>
                    <a:pt x="97127" y="73755"/>
                    <a:pt x="97766" y="69925"/>
                    <a:pt x="96488" y="66733"/>
                  </a:cubicBezTo>
                  <a:cubicBezTo>
                    <a:pt x="113102" y="78862"/>
                    <a:pt x="107351" y="113336"/>
                    <a:pt x="102239" y="130573"/>
                  </a:cubicBezTo>
                  <a:close/>
                </a:path>
              </a:pathLst>
            </a:custGeom>
            <a:solidFill>
              <a:srgbClr val="046A38"/>
            </a:solidFill>
            <a:ln w="6390" cap="flat">
              <a:noFill/>
              <a:prstDash val="solid"/>
              <a:miter/>
            </a:ln>
          </p:spPr>
          <p:txBody>
            <a:bodyPr rtlCol="0" anchor="ctr"/>
            <a:lstStyle/>
            <a:p>
              <a:endParaRPr lang="en-US"/>
            </a:p>
          </p:txBody>
        </p:sp>
        <p:sp>
          <p:nvSpPr>
            <p:cNvPr id="670" name="Graphic 6">
              <a:extLst>
                <a:ext uri="{FF2B5EF4-FFF2-40B4-BE49-F238E27FC236}">
                  <a16:creationId xmlns:a16="http://schemas.microsoft.com/office/drawing/2014/main" id="{F22F34C3-C696-9146-8AEA-9E25873F6351}"/>
                </a:ext>
              </a:extLst>
            </p:cNvPr>
            <p:cNvSpPr/>
            <p:nvPr/>
          </p:nvSpPr>
          <p:spPr>
            <a:xfrm>
              <a:off x="592986" y="3588337"/>
              <a:ext cx="59688" cy="21967"/>
            </a:xfrm>
            <a:custGeom>
              <a:avLst/>
              <a:gdLst>
                <a:gd name="connsiteX0" fmla="*/ 50480 w 59688"/>
                <a:gd name="connsiteY0" fmla="*/ 900 h 21967"/>
                <a:gd name="connsiteX1" fmla="*/ 37701 w 59688"/>
                <a:gd name="connsiteY1" fmla="*/ 7922 h 21967"/>
                <a:gd name="connsiteX2" fmla="*/ 6390 w 59688"/>
                <a:gd name="connsiteY2" fmla="*/ 9199 h 21967"/>
                <a:gd name="connsiteX3" fmla="*/ 0 w 59688"/>
                <a:gd name="connsiteY3" fmla="*/ 15583 h 21967"/>
                <a:gd name="connsiteX4" fmla="*/ 6390 w 59688"/>
                <a:gd name="connsiteY4" fmla="*/ 21967 h 21967"/>
                <a:gd name="connsiteX5" fmla="*/ 6390 w 59688"/>
                <a:gd name="connsiteY5" fmla="*/ 21967 h 21967"/>
                <a:gd name="connsiteX6" fmla="*/ 39618 w 59688"/>
                <a:gd name="connsiteY6" fmla="*/ 20690 h 21967"/>
                <a:gd name="connsiteX7" fmla="*/ 42174 w 59688"/>
                <a:gd name="connsiteY7" fmla="*/ 20052 h 21967"/>
                <a:gd name="connsiteX8" fmla="*/ 56231 w 59688"/>
                <a:gd name="connsiteY8" fmla="*/ 12391 h 21967"/>
                <a:gd name="connsiteX9" fmla="*/ 58787 w 59688"/>
                <a:gd name="connsiteY9" fmla="*/ 3454 h 21967"/>
                <a:gd name="connsiteX10" fmla="*/ 50480 w 59688"/>
                <a:gd name="connsiteY10" fmla="*/ 900 h 21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688" h="21967">
                  <a:moveTo>
                    <a:pt x="50480" y="900"/>
                  </a:moveTo>
                  <a:lnTo>
                    <a:pt x="37701" y="7922"/>
                  </a:lnTo>
                  <a:lnTo>
                    <a:pt x="6390" y="9199"/>
                  </a:lnTo>
                  <a:cubicBezTo>
                    <a:pt x="2556" y="9199"/>
                    <a:pt x="0" y="12391"/>
                    <a:pt x="0" y="15583"/>
                  </a:cubicBezTo>
                  <a:cubicBezTo>
                    <a:pt x="0" y="18775"/>
                    <a:pt x="3195" y="21967"/>
                    <a:pt x="6390" y="21967"/>
                  </a:cubicBezTo>
                  <a:lnTo>
                    <a:pt x="6390" y="21967"/>
                  </a:lnTo>
                  <a:lnTo>
                    <a:pt x="39618" y="20690"/>
                  </a:lnTo>
                  <a:cubicBezTo>
                    <a:pt x="40896" y="20690"/>
                    <a:pt x="41535" y="20690"/>
                    <a:pt x="42174" y="20052"/>
                  </a:cubicBezTo>
                  <a:lnTo>
                    <a:pt x="56231" y="12391"/>
                  </a:lnTo>
                  <a:cubicBezTo>
                    <a:pt x="59426" y="10476"/>
                    <a:pt x="60704" y="6646"/>
                    <a:pt x="58787" y="3454"/>
                  </a:cubicBezTo>
                  <a:cubicBezTo>
                    <a:pt x="57509" y="262"/>
                    <a:pt x="53675" y="-1015"/>
                    <a:pt x="50480" y="900"/>
                  </a:cubicBezTo>
                  <a:close/>
                </a:path>
              </a:pathLst>
            </a:custGeom>
            <a:solidFill>
              <a:srgbClr val="046A38"/>
            </a:solidFill>
            <a:ln w="6390" cap="flat">
              <a:noFill/>
              <a:prstDash val="solid"/>
              <a:miter/>
            </a:ln>
          </p:spPr>
          <p:txBody>
            <a:bodyPr rtlCol="0" anchor="ctr"/>
            <a:lstStyle/>
            <a:p>
              <a:endParaRPr lang="en-US"/>
            </a:p>
          </p:txBody>
        </p:sp>
        <p:sp>
          <p:nvSpPr>
            <p:cNvPr id="671" name="Graphic 6">
              <a:extLst>
                <a:ext uri="{FF2B5EF4-FFF2-40B4-BE49-F238E27FC236}">
                  <a16:creationId xmlns:a16="http://schemas.microsoft.com/office/drawing/2014/main" id="{E9E129F1-885D-2F4B-9C84-F5FBD2D0EC22}"/>
                </a:ext>
              </a:extLst>
            </p:cNvPr>
            <p:cNvSpPr/>
            <p:nvPr/>
          </p:nvSpPr>
          <p:spPr>
            <a:xfrm>
              <a:off x="681167" y="3482378"/>
              <a:ext cx="68938" cy="103028"/>
            </a:xfrm>
            <a:custGeom>
              <a:avLst/>
              <a:gdLst>
                <a:gd name="connsiteX0" fmla="*/ 57509 w 68938"/>
                <a:gd name="connsiteY0" fmla="*/ 2161 h 103028"/>
                <a:gd name="connsiteX1" fmla="*/ 42813 w 68938"/>
                <a:gd name="connsiteY1" fmla="*/ 18121 h 103028"/>
                <a:gd name="connsiteX2" fmla="*/ 41535 w 68938"/>
                <a:gd name="connsiteY2" fmla="*/ 20675 h 103028"/>
                <a:gd name="connsiteX3" fmla="*/ 28755 w 68938"/>
                <a:gd name="connsiteY3" fmla="*/ 63447 h 103028"/>
                <a:gd name="connsiteX4" fmla="*/ 1917 w 68938"/>
                <a:gd name="connsiteY4" fmla="*/ 92175 h 103028"/>
                <a:gd name="connsiteX5" fmla="*/ 1917 w 68938"/>
                <a:gd name="connsiteY5" fmla="*/ 101113 h 103028"/>
                <a:gd name="connsiteX6" fmla="*/ 6390 w 68938"/>
                <a:gd name="connsiteY6" fmla="*/ 103028 h 103028"/>
                <a:gd name="connsiteX7" fmla="*/ 10863 w 68938"/>
                <a:gd name="connsiteY7" fmla="*/ 101113 h 103028"/>
                <a:gd name="connsiteX8" fmla="*/ 38979 w 68938"/>
                <a:gd name="connsiteY8" fmla="*/ 71108 h 103028"/>
                <a:gd name="connsiteX9" fmla="*/ 40257 w 68938"/>
                <a:gd name="connsiteY9" fmla="*/ 68554 h 103028"/>
                <a:gd name="connsiteX10" fmla="*/ 53036 w 68938"/>
                <a:gd name="connsiteY10" fmla="*/ 25782 h 103028"/>
                <a:gd name="connsiteX11" fmla="*/ 67094 w 68938"/>
                <a:gd name="connsiteY11" fmla="*/ 11099 h 103028"/>
                <a:gd name="connsiteX12" fmla="*/ 66455 w 68938"/>
                <a:gd name="connsiteY12" fmla="*/ 2161 h 103028"/>
                <a:gd name="connsiteX13" fmla="*/ 57509 w 68938"/>
                <a:gd name="connsiteY13" fmla="*/ 2161 h 10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8938" h="103028">
                  <a:moveTo>
                    <a:pt x="57509" y="2161"/>
                  </a:moveTo>
                  <a:lnTo>
                    <a:pt x="42813" y="18121"/>
                  </a:lnTo>
                  <a:cubicBezTo>
                    <a:pt x="42174" y="18759"/>
                    <a:pt x="41535" y="19398"/>
                    <a:pt x="41535" y="20675"/>
                  </a:cubicBezTo>
                  <a:lnTo>
                    <a:pt x="28755" y="63447"/>
                  </a:lnTo>
                  <a:lnTo>
                    <a:pt x="1917" y="92175"/>
                  </a:lnTo>
                  <a:cubicBezTo>
                    <a:pt x="-639" y="94729"/>
                    <a:pt x="-639" y="98559"/>
                    <a:pt x="1917" y="101113"/>
                  </a:cubicBezTo>
                  <a:cubicBezTo>
                    <a:pt x="3195" y="102390"/>
                    <a:pt x="4473" y="103028"/>
                    <a:pt x="6390" y="103028"/>
                  </a:cubicBezTo>
                  <a:cubicBezTo>
                    <a:pt x="8307" y="103028"/>
                    <a:pt x="9585" y="102390"/>
                    <a:pt x="10863" y="101113"/>
                  </a:cubicBezTo>
                  <a:lnTo>
                    <a:pt x="38979" y="71108"/>
                  </a:lnTo>
                  <a:cubicBezTo>
                    <a:pt x="39618" y="70470"/>
                    <a:pt x="40257" y="69831"/>
                    <a:pt x="40257" y="68554"/>
                  </a:cubicBezTo>
                  <a:lnTo>
                    <a:pt x="53036" y="25782"/>
                  </a:lnTo>
                  <a:lnTo>
                    <a:pt x="67094" y="11099"/>
                  </a:lnTo>
                  <a:cubicBezTo>
                    <a:pt x="69650" y="8545"/>
                    <a:pt x="69650" y="4715"/>
                    <a:pt x="66455" y="2161"/>
                  </a:cubicBezTo>
                  <a:cubicBezTo>
                    <a:pt x="63899" y="-1031"/>
                    <a:pt x="60065" y="-392"/>
                    <a:pt x="57509" y="2161"/>
                  </a:cubicBezTo>
                  <a:close/>
                </a:path>
              </a:pathLst>
            </a:custGeom>
            <a:solidFill>
              <a:srgbClr val="046A38"/>
            </a:solidFill>
            <a:ln w="6390" cap="flat">
              <a:noFill/>
              <a:prstDash val="solid"/>
              <a:miter/>
            </a:ln>
          </p:spPr>
          <p:txBody>
            <a:bodyPr rtlCol="0" anchor="ctr"/>
            <a:lstStyle/>
            <a:p>
              <a:endParaRPr lang="en-US"/>
            </a:p>
          </p:txBody>
        </p:sp>
        <p:sp>
          <p:nvSpPr>
            <p:cNvPr id="672" name="Graphic 6">
              <a:extLst>
                <a:ext uri="{FF2B5EF4-FFF2-40B4-BE49-F238E27FC236}">
                  <a16:creationId xmlns:a16="http://schemas.microsoft.com/office/drawing/2014/main" id="{7BF92766-EC2A-7843-B023-93ABABEDE818}"/>
                </a:ext>
              </a:extLst>
            </p:cNvPr>
            <p:cNvSpPr/>
            <p:nvPr/>
          </p:nvSpPr>
          <p:spPr>
            <a:xfrm>
              <a:off x="546339" y="3597536"/>
              <a:ext cx="19169" cy="12767"/>
            </a:xfrm>
            <a:custGeom>
              <a:avLst/>
              <a:gdLst>
                <a:gd name="connsiteX0" fmla="*/ 12780 w 19169"/>
                <a:gd name="connsiteY0" fmla="*/ 0 h 12767"/>
                <a:gd name="connsiteX1" fmla="*/ 6390 w 19169"/>
                <a:gd name="connsiteY1" fmla="*/ 0 h 12767"/>
                <a:gd name="connsiteX2" fmla="*/ 0 w 19169"/>
                <a:gd name="connsiteY2" fmla="*/ 6384 h 12767"/>
                <a:gd name="connsiteX3" fmla="*/ 6390 w 19169"/>
                <a:gd name="connsiteY3" fmla="*/ 12768 h 12767"/>
                <a:gd name="connsiteX4" fmla="*/ 12780 w 19169"/>
                <a:gd name="connsiteY4" fmla="*/ 12768 h 12767"/>
                <a:gd name="connsiteX5" fmla="*/ 19170 w 19169"/>
                <a:gd name="connsiteY5" fmla="*/ 6384 h 12767"/>
                <a:gd name="connsiteX6" fmla="*/ 12780 w 1916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69" h="12767">
                  <a:moveTo>
                    <a:pt x="12780" y="0"/>
                  </a:moveTo>
                  <a:lnTo>
                    <a:pt x="6390" y="0"/>
                  </a:lnTo>
                  <a:cubicBezTo>
                    <a:pt x="2556" y="0"/>
                    <a:pt x="0" y="2553"/>
                    <a:pt x="0" y="6384"/>
                  </a:cubicBezTo>
                  <a:cubicBezTo>
                    <a:pt x="0" y="10214"/>
                    <a:pt x="2556" y="12768"/>
                    <a:pt x="6390" y="12768"/>
                  </a:cubicBezTo>
                  <a:lnTo>
                    <a:pt x="12780" y="12768"/>
                  </a:lnTo>
                  <a:cubicBezTo>
                    <a:pt x="16614" y="12768"/>
                    <a:pt x="19170" y="10214"/>
                    <a:pt x="19170" y="6384"/>
                  </a:cubicBezTo>
                  <a:cubicBezTo>
                    <a:pt x="19170" y="2553"/>
                    <a:pt x="15975" y="0"/>
                    <a:pt x="12780" y="0"/>
                  </a:cubicBezTo>
                  <a:close/>
                </a:path>
              </a:pathLst>
            </a:custGeom>
            <a:solidFill>
              <a:srgbClr val="046A38"/>
            </a:solidFill>
            <a:ln w="6390" cap="flat">
              <a:noFill/>
              <a:prstDash val="solid"/>
              <a:miter/>
            </a:ln>
          </p:spPr>
          <p:txBody>
            <a:bodyPr rtlCol="0" anchor="ctr"/>
            <a:lstStyle/>
            <a:p>
              <a:endParaRPr lang="en-US"/>
            </a:p>
          </p:txBody>
        </p:sp>
      </p:grpSp>
      <p:grpSp>
        <p:nvGrpSpPr>
          <p:cNvPr id="673" name="Graphic 6">
            <a:extLst>
              <a:ext uri="{FF2B5EF4-FFF2-40B4-BE49-F238E27FC236}">
                <a16:creationId xmlns:a16="http://schemas.microsoft.com/office/drawing/2014/main" id="{1045AECE-D5E0-DE4D-B751-E4AC0468E650}"/>
              </a:ext>
            </a:extLst>
          </p:cNvPr>
          <p:cNvGrpSpPr/>
          <p:nvPr/>
        </p:nvGrpSpPr>
        <p:grpSpPr>
          <a:xfrm>
            <a:off x="1514415" y="2368620"/>
            <a:ext cx="362309" cy="361971"/>
            <a:chOff x="1514415" y="2368620"/>
            <a:chExt cx="362309" cy="361971"/>
          </a:xfrm>
          <a:solidFill>
            <a:srgbClr val="046A38"/>
          </a:solidFill>
        </p:grpSpPr>
        <p:sp>
          <p:nvSpPr>
            <p:cNvPr id="674" name="Graphic 6">
              <a:extLst>
                <a:ext uri="{FF2B5EF4-FFF2-40B4-BE49-F238E27FC236}">
                  <a16:creationId xmlns:a16="http://schemas.microsoft.com/office/drawing/2014/main" id="{B10907BA-680F-4840-BD26-A00028C57433}"/>
                </a:ext>
              </a:extLst>
            </p:cNvPr>
            <p:cNvSpPr/>
            <p:nvPr/>
          </p:nvSpPr>
          <p:spPr>
            <a:xfrm>
              <a:off x="1514415" y="2368620"/>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181474 w 362309"/>
                <a:gd name="connsiteY4" fmla="*/ 0 h 361971"/>
                <a:gd name="connsiteX5" fmla="*/ 181474 w 362309"/>
                <a:gd name="connsiteY5" fmla="*/ 349204 h 361971"/>
                <a:gd name="connsiteX6" fmla="*/ 13419 w 362309"/>
                <a:gd name="connsiteY6" fmla="*/ 180667 h 361971"/>
                <a:gd name="connsiteX7" fmla="*/ 182113 w 362309"/>
                <a:gd name="connsiteY7" fmla="*/ 12768 h 361971"/>
                <a:gd name="connsiteX8" fmla="*/ 350168 w 362309"/>
                <a:gd name="connsiteY8" fmla="*/ 181305 h 361971"/>
                <a:gd name="connsiteX9" fmla="*/ 181474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81077"/>
                    <a:pt x="281796" y="0"/>
                    <a:pt x="181474" y="0"/>
                  </a:cubicBezTo>
                  <a:close/>
                  <a:moveTo>
                    <a:pt x="181474" y="349204"/>
                  </a:moveTo>
                  <a:cubicBezTo>
                    <a:pt x="88820" y="349204"/>
                    <a:pt x="13419" y="273873"/>
                    <a:pt x="13419" y="180667"/>
                  </a:cubicBezTo>
                  <a:cubicBezTo>
                    <a:pt x="13419" y="88099"/>
                    <a:pt x="88820" y="12768"/>
                    <a:pt x="182113" y="12768"/>
                  </a:cubicBezTo>
                  <a:cubicBezTo>
                    <a:pt x="274767" y="12768"/>
                    <a:pt x="350168" y="88099"/>
                    <a:pt x="350168" y="181305"/>
                  </a:cubicBezTo>
                  <a:cubicBezTo>
                    <a:pt x="349530" y="273873"/>
                    <a:pt x="274128"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675" name="Graphic 6">
              <a:extLst>
                <a:ext uri="{FF2B5EF4-FFF2-40B4-BE49-F238E27FC236}">
                  <a16:creationId xmlns:a16="http://schemas.microsoft.com/office/drawing/2014/main" id="{0E8B0563-3EC6-364F-957A-03BBEC0B6F5D}"/>
                </a:ext>
              </a:extLst>
            </p:cNvPr>
            <p:cNvSpPr/>
            <p:nvPr/>
          </p:nvSpPr>
          <p:spPr>
            <a:xfrm>
              <a:off x="1584924" y="2437810"/>
              <a:ext cx="221188" cy="223834"/>
            </a:xfrm>
            <a:custGeom>
              <a:avLst/>
              <a:gdLst>
                <a:gd name="connsiteX0" fmla="*/ 199784 w 221188"/>
                <a:gd name="connsiteY0" fmla="*/ 43806 h 223834"/>
                <a:gd name="connsiteX1" fmla="*/ 178059 w 221188"/>
                <a:gd name="connsiteY1" fmla="*/ 36146 h 223834"/>
                <a:gd name="connsiteX2" fmla="*/ 94990 w 221188"/>
                <a:gd name="connsiteY2" fmla="*/ 1034 h 223834"/>
                <a:gd name="connsiteX3" fmla="*/ 419 w 221188"/>
                <a:gd name="connsiteY3" fmla="*/ 91686 h 223834"/>
                <a:gd name="connsiteX4" fmla="*/ 40675 w 221188"/>
                <a:gd name="connsiteY4" fmla="*/ 177870 h 223834"/>
                <a:gd name="connsiteX5" fmla="*/ 44509 w 221188"/>
                <a:gd name="connsiteY5" fmla="*/ 181700 h 223834"/>
                <a:gd name="connsiteX6" fmla="*/ 56650 w 221188"/>
                <a:gd name="connsiteY6" fmla="*/ 217451 h 223834"/>
                <a:gd name="connsiteX7" fmla="*/ 63040 w 221188"/>
                <a:gd name="connsiteY7" fmla="*/ 223196 h 223834"/>
                <a:gd name="connsiteX8" fmla="*/ 63679 w 221188"/>
                <a:gd name="connsiteY8" fmla="*/ 223196 h 223834"/>
                <a:gd name="connsiteX9" fmla="*/ 69430 w 221188"/>
                <a:gd name="connsiteY9" fmla="*/ 216174 h 223834"/>
                <a:gd name="connsiteX10" fmla="*/ 54733 w 221188"/>
                <a:gd name="connsiteY10" fmla="*/ 173401 h 223834"/>
                <a:gd name="connsiteX11" fmla="*/ 50260 w 221188"/>
                <a:gd name="connsiteY11" fmla="*/ 168933 h 223834"/>
                <a:gd name="connsiteX12" fmla="*/ 13837 w 221188"/>
                <a:gd name="connsiteY12" fmla="*/ 92963 h 223834"/>
                <a:gd name="connsiteX13" fmla="*/ 97545 w 221188"/>
                <a:gd name="connsiteY13" fmla="*/ 13163 h 223834"/>
                <a:gd name="connsiteX14" fmla="*/ 169752 w 221188"/>
                <a:gd name="connsiteY14" fmla="*/ 45083 h 223834"/>
                <a:gd name="connsiteX15" fmla="*/ 172308 w 221188"/>
                <a:gd name="connsiteY15" fmla="*/ 50190 h 223834"/>
                <a:gd name="connsiteX16" fmla="*/ 177420 w 221188"/>
                <a:gd name="connsiteY16" fmla="*/ 48275 h 223834"/>
                <a:gd name="connsiteX17" fmla="*/ 192117 w 221188"/>
                <a:gd name="connsiteY17" fmla="*/ 52744 h 223834"/>
                <a:gd name="connsiteX18" fmla="*/ 208731 w 221188"/>
                <a:gd name="connsiteY18" fmla="*/ 103816 h 223834"/>
                <a:gd name="connsiteX19" fmla="*/ 187644 w 221188"/>
                <a:gd name="connsiteY19" fmla="*/ 137651 h 223834"/>
                <a:gd name="connsiteX20" fmla="*/ 125022 w 221188"/>
                <a:gd name="connsiteY20" fmla="*/ 104454 h 223834"/>
                <a:gd name="connsiteX21" fmla="*/ 123105 w 221188"/>
                <a:gd name="connsiteY21" fmla="*/ 87217 h 223834"/>
                <a:gd name="connsiteX22" fmla="*/ 125022 w 221188"/>
                <a:gd name="connsiteY22" fmla="*/ 78280 h 223834"/>
                <a:gd name="connsiteX23" fmla="*/ 115437 w 221188"/>
                <a:gd name="connsiteY23" fmla="*/ 57213 h 223834"/>
                <a:gd name="connsiteX24" fmla="*/ 72625 w 221188"/>
                <a:gd name="connsiteY24" fmla="*/ 57213 h 223834"/>
                <a:gd name="connsiteX25" fmla="*/ 48982 w 221188"/>
                <a:gd name="connsiteY25" fmla="*/ 91686 h 223834"/>
                <a:gd name="connsiteX26" fmla="*/ 71347 w 221188"/>
                <a:gd name="connsiteY26" fmla="*/ 140843 h 223834"/>
                <a:gd name="connsiteX27" fmla="*/ 83488 w 221188"/>
                <a:gd name="connsiteY27" fmla="*/ 155526 h 223834"/>
                <a:gd name="connsiteX28" fmla="*/ 103297 w 221188"/>
                <a:gd name="connsiteY28" fmla="*/ 212982 h 223834"/>
                <a:gd name="connsiteX29" fmla="*/ 108408 w 221188"/>
                <a:gd name="connsiteY29" fmla="*/ 220643 h 223834"/>
                <a:gd name="connsiteX30" fmla="*/ 116076 w 221188"/>
                <a:gd name="connsiteY30" fmla="*/ 215536 h 223834"/>
                <a:gd name="connsiteX31" fmla="*/ 93712 w 221188"/>
                <a:gd name="connsiteY31" fmla="*/ 147865 h 223834"/>
                <a:gd name="connsiteX32" fmla="*/ 80932 w 221188"/>
                <a:gd name="connsiteY32" fmla="*/ 132544 h 223834"/>
                <a:gd name="connsiteX33" fmla="*/ 61762 w 221188"/>
                <a:gd name="connsiteY33" fmla="*/ 91686 h 223834"/>
                <a:gd name="connsiteX34" fmla="*/ 78376 w 221188"/>
                <a:gd name="connsiteY34" fmla="*/ 68704 h 223834"/>
                <a:gd name="connsiteX35" fmla="*/ 108408 w 221188"/>
                <a:gd name="connsiteY35" fmla="*/ 68065 h 223834"/>
                <a:gd name="connsiteX36" fmla="*/ 112242 w 221188"/>
                <a:gd name="connsiteY36" fmla="*/ 76365 h 223834"/>
                <a:gd name="connsiteX37" fmla="*/ 110964 w 221188"/>
                <a:gd name="connsiteY37" fmla="*/ 84664 h 223834"/>
                <a:gd name="connsiteX38" fmla="*/ 114798 w 221188"/>
                <a:gd name="connsiteY38" fmla="*/ 112115 h 223834"/>
                <a:gd name="connsiteX39" fmla="*/ 187644 w 221188"/>
                <a:gd name="connsiteY39" fmla="*/ 151696 h 223834"/>
                <a:gd name="connsiteX40" fmla="*/ 192117 w 221188"/>
                <a:gd name="connsiteY40" fmla="*/ 179785 h 223834"/>
                <a:gd name="connsiteX41" fmla="*/ 170391 w 221188"/>
                <a:gd name="connsiteY41" fmla="*/ 187446 h 223834"/>
                <a:gd name="connsiteX42" fmla="*/ 164001 w 221188"/>
                <a:gd name="connsiteY42" fmla="*/ 193830 h 223834"/>
                <a:gd name="connsiteX43" fmla="*/ 170391 w 221188"/>
                <a:gd name="connsiteY43" fmla="*/ 200214 h 223834"/>
                <a:gd name="connsiteX44" fmla="*/ 191478 w 221188"/>
                <a:gd name="connsiteY44" fmla="*/ 195745 h 223834"/>
                <a:gd name="connsiteX45" fmla="*/ 176781 w 221188"/>
                <a:gd name="connsiteY45" fmla="*/ 211705 h 223834"/>
                <a:gd name="connsiteX46" fmla="*/ 174864 w 221188"/>
                <a:gd name="connsiteY46" fmla="*/ 220643 h 223834"/>
                <a:gd name="connsiteX47" fmla="*/ 180615 w 221188"/>
                <a:gd name="connsiteY47" fmla="*/ 223835 h 223834"/>
                <a:gd name="connsiteX48" fmla="*/ 183810 w 221188"/>
                <a:gd name="connsiteY48" fmla="*/ 223196 h 223834"/>
                <a:gd name="connsiteX49" fmla="*/ 205536 w 221188"/>
                <a:gd name="connsiteY49" fmla="*/ 171486 h 223834"/>
                <a:gd name="connsiteX50" fmla="*/ 198507 w 221188"/>
                <a:gd name="connsiteY50" fmla="*/ 146589 h 223834"/>
                <a:gd name="connsiteX51" fmla="*/ 220871 w 221188"/>
                <a:gd name="connsiteY51" fmla="*/ 105731 h 223834"/>
                <a:gd name="connsiteX52" fmla="*/ 199784 w 221188"/>
                <a:gd name="connsiteY52" fmla="*/ 43806 h 223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21188" h="223834">
                  <a:moveTo>
                    <a:pt x="199784" y="43806"/>
                  </a:moveTo>
                  <a:cubicBezTo>
                    <a:pt x="191478" y="36784"/>
                    <a:pt x="183171" y="36146"/>
                    <a:pt x="178059" y="36146"/>
                  </a:cubicBezTo>
                  <a:cubicBezTo>
                    <a:pt x="170391" y="24654"/>
                    <a:pt x="146109" y="-5989"/>
                    <a:pt x="94990" y="1034"/>
                  </a:cubicBezTo>
                  <a:cubicBezTo>
                    <a:pt x="40036" y="8695"/>
                    <a:pt x="5530" y="41891"/>
                    <a:pt x="419" y="91686"/>
                  </a:cubicBezTo>
                  <a:cubicBezTo>
                    <a:pt x="-4055" y="132544"/>
                    <a:pt x="28534" y="165102"/>
                    <a:pt x="40675" y="177870"/>
                  </a:cubicBezTo>
                  <a:cubicBezTo>
                    <a:pt x="42592" y="179785"/>
                    <a:pt x="43870" y="181062"/>
                    <a:pt x="44509" y="181700"/>
                  </a:cubicBezTo>
                  <a:cubicBezTo>
                    <a:pt x="50899" y="189361"/>
                    <a:pt x="56011" y="210428"/>
                    <a:pt x="56650" y="217451"/>
                  </a:cubicBezTo>
                  <a:cubicBezTo>
                    <a:pt x="56650" y="220643"/>
                    <a:pt x="59845" y="223196"/>
                    <a:pt x="63040" y="223196"/>
                  </a:cubicBezTo>
                  <a:lnTo>
                    <a:pt x="63679" y="223196"/>
                  </a:lnTo>
                  <a:cubicBezTo>
                    <a:pt x="67513" y="223196"/>
                    <a:pt x="70069" y="220004"/>
                    <a:pt x="69430" y="216174"/>
                  </a:cubicBezTo>
                  <a:cubicBezTo>
                    <a:pt x="68791" y="208513"/>
                    <a:pt x="63040" y="184254"/>
                    <a:pt x="54733" y="173401"/>
                  </a:cubicBezTo>
                  <a:cubicBezTo>
                    <a:pt x="54094" y="172125"/>
                    <a:pt x="52177" y="170848"/>
                    <a:pt x="50260" y="168933"/>
                  </a:cubicBezTo>
                  <a:cubicBezTo>
                    <a:pt x="39397" y="158080"/>
                    <a:pt x="10003" y="128075"/>
                    <a:pt x="13837" y="92963"/>
                  </a:cubicBezTo>
                  <a:cubicBezTo>
                    <a:pt x="16393" y="67427"/>
                    <a:pt x="31090" y="22739"/>
                    <a:pt x="97545" y="13163"/>
                  </a:cubicBezTo>
                  <a:cubicBezTo>
                    <a:pt x="150582" y="5503"/>
                    <a:pt x="169113" y="43806"/>
                    <a:pt x="169752" y="45083"/>
                  </a:cubicBezTo>
                  <a:lnTo>
                    <a:pt x="172308" y="50190"/>
                  </a:lnTo>
                  <a:lnTo>
                    <a:pt x="177420" y="48275"/>
                  </a:lnTo>
                  <a:cubicBezTo>
                    <a:pt x="177420" y="48275"/>
                    <a:pt x="184449" y="46360"/>
                    <a:pt x="192117" y="52744"/>
                  </a:cubicBezTo>
                  <a:cubicBezTo>
                    <a:pt x="199146" y="58489"/>
                    <a:pt x="210647" y="80833"/>
                    <a:pt x="208731" y="103816"/>
                  </a:cubicBezTo>
                  <a:cubicBezTo>
                    <a:pt x="207452" y="119137"/>
                    <a:pt x="200423" y="130629"/>
                    <a:pt x="187644" y="137651"/>
                  </a:cubicBezTo>
                  <a:cubicBezTo>
                    <a:pt x="167196" y="149781"/>
                    <a:pt x="139080" y="124245"/>
                    <a:pt x="125022" y="104454"/>
                  </a:cubicBezTo>
                  <a:cubicBezTo>
                    <a:pt x="120549" y="98709"/>
                    <a:pt x="121827" y="94878"/>
                    <a:pt x="123105" y="87217"/>
                  </a:cubicBezTo>
                  <a:cubicBezTo>
                    <a:pt x="123744" y="84664"/>
                    <a:pt x="124383" y="81472"/>
                    <a:pt x="125022" y="78280"/>
                  </a:cubicBezTo>
                  <a:cubicBezTo>
                    <a:pt x="126300" y="69981"/>
                    <a:pt x="122466" y="61681"/>
                    <a:pt x="115437" y="57213"/>
                  </a:cubicBezTo>
                  <a:cubicBezTo>
                    <a:pt x="103297" y="49552"/>
                    <a:pt x="86683" y="49552"/>
                    <a:pt x="72625" y="57213"/>
                  </a:cubicBezTo>
                  <a:cubicBezTo>
                    <a:pt x="58567" y="64873"/>
                    <a:pt x="49621" y="77641"/>
                    <a:pt x="48982" y="91686"/>
                  </a:cubicBezTo>
                  <a:cubicBezTo>
                    <a:pt x="48343" y="114030"/>
                    <a:pt x="59206" y="126798"/>
                    <a:pt x="71347" y="140843"/>
                  </a:cubicBezTo>
                  <a:cubicBezTo>
                    <a:pt x="75181" y="145312"/>
                    <a:pt x="79654" y="150419"/>
                    <a:pt x="83488" y="155526"/>
                  </a:cubicBezTo>
                  <a:cubicBezTo>
                    <a:pt x="107769" y="188723"/>
                    <a:pt x="103297" y="212344"/>
                    <a:pt x="103297" y="212982"/>
                  </a:cubicBezTo>
                  <a:cubicBezTo>
                    <a:pt x="102658" y="216174"/>
                    <a:pt x="104574" y="220004"/>
                    <a:pt x="108408" y="220643"/>
                  </a:cubicBezTo>
                  <a:cubicBezTo>
                    <a:pt x="111603" y="221281"/>
                    <a:pt x="115437" y="219366"/>
                    <a:pt x="116076" y="215536"/>
                  </a:cubicBezTo>
                  <a:cubicBezTo>
                    <a:pt x="116076" y="214259"/>
                    <a:pt x="122466" y="186169"/>
                    <a:pt x="93712" y="147865"/>
                  </a:cubicBezTo>
                  <a:cubicBezTo>
                    <a:pt x="89239" y="142120"/>
                    <a:pt x="85405" y="137013"/>
                    <a:pt x="80932" y="132544"/>
                  </a:cubicBezTo>
                  <a:cubicBezTo>
                    <a:pt x="69430" y="119137"/>
                    <a:pt x="61123" y="109561"/>
                    <a:pt x="61762" y="91686"/>
                  </a:cubicBezTo>
                  <a:cubicBezTo>
                    <a:pt x="61762" y="82749"/>
                    <a:pt x="68152" y="73811"/>
                    <a:pt x="78376" y="68704"/>
                  </a:cubicBezTo>
                  <a:cubicBezTo>
                    <a:pt x="88600" y="62958"/>
                    <a:pt x="100102" y="62958"/>
                    <a:pt x="108408" y="68065"/>
                  </a:cubicBezTo>
                  <a:cubicBezTo>
                    <a:pt x="110964" y="69981"/>
                    <a:pt x="112242" y="73173"/>
                    <a:pt x="112242" y="76365"/>
                  </a:cubicBezTo>
                  <a:cubicBezTo>
                    <a:pt x="111603" y="79557"/>
                    <a:pt x="110964" y="82110"/>
                    <a:pt x="110964" y="84664"/>
                  </a:cubicBezTo>
                  <a:cubicBezTo>
                    <a:pt x="109047" y="93601"/>
                    <a:pt x="107130" y="101262"/>
                    <a:pt x="114798" y="112115"/>
                  </a:cubicBezTo>
                  <a:cubicBezTo>
                    <a:pt x="129495" y="132544"/>
                    <a:pt x="159528" y="161910"/>
                    <a:pt x="187644" y="151696"/>
                  </a:cubicBezTo>
                  <a:cubicBezTo>
                    <a:pt x="192117" y="163825"/>
                    <a:pt x="195312" y="176593"/>
                    <a:pt x="192117" y="179785"/>
                  </a:cubicBezTo>
                  <a:cubicBezTo>
                    <a:pt x="185088" y="186808"/>
                    <a:pt x="171030" y="187446"/>
                    <a:pt x="170391" y="187446"/>
                  </a:cubicBezTo>
                  <a:cubicBezTo>
                    <a:pt x="166557" y="187446"/>
                    <a:pt x="164001" y="190000"/>
                    <a:pt x="164001" y="193830"/>
                  </a:cubicBezTo>
                  <a:cubicBezTo>
                    <a:pt x="164001" y="197660"/>
                    <a:pt x="166557" y="200214"/>
                    <a:pt x="170391" y="200214"/>
                  </a:cubicBezTo>
                  <a:cubicBezTo>
                    <a:pt x="171030" y="200214"/>
                    <a:pt x="181254" y="200214"/>
                    <a:pt x="191478" y="195745"/>
                  </a:cubicBezTo>
                  <a:cubicBezTo>
                    <a:pt x="186366" y="205960"/>
                    <a:pt x="177420" y="211705"/>
                    <a:pt x="176781" y="211705"/>
                  </a:cubicBezTo>
                  <a:cubicBezTo>
                    <a:pt x="173586" y="213620"/>
                    <a:pt x="172947" y="217451"/>
                    <a:pt x="174864" y="220643"/>
                  </a:cubicBezTo>
                  <a:cubicBezTo>
                    <a:pt x="176142" y="222558"/>
                    <a:pt x="178059" y="223835"/>
                    <a:pt x="180615" y="223835"/>
                  </a:cubicBezTo>
                  <a:cubicBezTo>
                    <a:pt x="181893" y="223835"/>
                    <a:pt x="183171" y="223835"/>
                    <a:pt x="183810" y="223196"/>
                  </a:cubicBezTo>
                  <a:cubicBezTo>
                    <a:pt x="194673" y="216812"/>
                    <a:pt x="213203" y="197022"/>
                    <a:pt x="205536" y="171486"/>
                  </a:cubicBezTo>
                  <a:cubicBezTo>
                    <a:pt x="204897" y="162549"/>
                    <a:pt x="201063" y="152973"/>
                    <a:pt x="198507" y="146589"/>
                  </a:cubicBezTo>
                  <a:cubicBezTo>
                    <a:pt x="211925" y="137013"/>
                    <a:pt x="219593" y="122968"/>
                    <a:pt x="220871" y="105731"/>
                  </a:cubicBezTo>
                  <a:cubicBezTo>
                    <a:pt x="223427" y="78918"/>
                    <a:pt x="210008" y="52106"/>
                    <a:pt x="199784" y="43806"/>
                  </a:cubicBezTo>
                  <a:close/>
                </a:path>
              </a:pathLst>
            </a:custGeom>
            <a:solidFill>
              <a:srgbClr val="046A38"/>
            </a:solidFill>
            <a:ln w="6390" cap="flat">
              <a:noFill/>
              <a:prstDash val="solid"/>
              <a:miter/>
            </a:ln>
          </p:spPr>
          <p:txBody>
            <a:bodyPr rtlCol="0" anchor="ctr"/>
            <a:lstStyle/>
            <a:p>
              <a:endParaRPr lang="en-US"/>
            </a:p>
          </p:txBody>
        </p:sp>
        <p:sp>
          <p:nvSpPr>
            <p:cNvPr id="676" name="Graphic 6">
              <a:extLst>
                <a:ext uri="{FF2B5EF4-FFF2-40B4-BE49-F238E27FC236}">
                  <a16:creationId xmlns:a16="http://schemas.microsoft.com/office/drawing/2014/main" id="{4840B57C-9C01-EE43-A3C7-3D66C35E7DE0}"/>
                </a:ext>
              </a:extLst>
            </p:cNvPr>
            <p:cNvSpPr/>
            <p:nvPr/>
          </p:nvSpPr>
          <p:spPr>
            <a:xfrm>
              <a:off x="1720370" y="2533526"/>
              <a:ext cx="29292" cy="29166"/>
            </a:xfrm>
            <a:custGeom>
              <a:avLst/>
              <a:gdLst>
                <a:gd name="connsiteX0" fmla="*/ 7468 w 29292"/>
                <a:gd name="connsiteY0" fmla="*/ 28528 h 29166"/>
                <a:gd name="connsiteX1" fmla="*/ 10024 w 29292"/>
                <a:gd name="connsiteY1" fmla="*/ 29167 h 29166"/>
                <a:gd name="connsiteX2" fmla="*/ 15775 w 29292"/>
                <a:gd name="connsiteY2" fmla="*/ 25336 h 29166"/>
                <a:gd name="connsiteX3" fmla="*/ 15775 w 29292"/>
                <a:gd name="connsiteY3" fmla="*/ 24698 h 29166"/>
                <a:gd name="connsiteX4" fmla="*/ 21526 w 29292"/>
                <a:gd name="connsiteY4" fmla="*/ 27252 h 29166"/>
                <a:gd name="connsiteX5" fmla="*/ 22804 w 29292"/>
                <a:gd name="connsiteY5" fmla="*/ 27252 h 29166"/>
                <a:gd name="connsiteX6" fmla="*/ 29194 w 29292"/>
                <a:gd name="connsiteY6" fmla="*/ 22144 h 29166"/>
                <a:gd name="connsiteX7" fmla="*/ 24082 w 29292"/>
                <a:gd name="connsiteY7" fmla="*/ 14484 h 29166"/>
                <a:gd name="connsiteX8" fmla="*/ 11941 w 29292"/>
                <a:gd name="connsiteY8" fmla="*/ 2993 h 29166"/>
                <a:gd name="connsiteX9" fmla="*/ 2995 w 29292"/>
                <a:gd name="connsiteY9" fmla="*/ 1077 h 29166"/>
                <a:gd name="connsiteX10" fmla="*/ 1078 w 29292"/>
                <a:gd name="connsiteY10" fmla="*/ 10015 h 29166"/>
                <a:gd name="connsiteX11" fmla="*/ 5551 w 29292"/>
                <a:gd name="connsiteY11" fmla="*/ 15761 h 29166"/>
                <a:gd name="connsiteX12" fmla="*/ 3634 w 29292"/>
                <a:gd name="connsiteY12" fmla="*/ 20229 h 29166"/>
                <a:gd name="connsiteX13" fmla="*/ 7468 w 29292"/>
                <a:gd name="connsiteY13" fmla="*/ 28528 h 29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292" h="29166">
                  <a:moveTo>
                    <a:pt x="7468" y="28528"/>
                  </a:moveTo>
                  <a:cubicBezTo>
                    <a:pt x="8107" y="29167"/>
                    <a:pt x="9385" y="29167"/>
                    <a:pt x="10024" y="29167"/>
                  </a:cubicBezTo>
                  <a:cubicBezTo>
                    <a:pt x="12580" y="29167"/>
                    <a:pt x="15136" y="27890"/>
                    <a:pt x="15775" y="25336"/>
                  </a:cubicBezTo>
                  <a:lnTo>
                    <a:pt x="15775" y="24698"/>
                  </a:lnTo>
                  <a:cubicBezTo>
                    <a:pt x="17692" y="25975"/>
                    <a:pt x="19609" y="26613"/>
                    <a:pt x="21526" y="27252"/>
                  </a:cubicBezTo>
                  <a:cubicBezTo>
                    <a:pt x="22165" y="27252"/>
                    <a:pt x="22165" y="27252"/>
                    <a:pt x="22804" y="27252"/>
                  </a:cubicBezTo>
                  <a:cubicBezTo>
                    <a:pt x="25999" y="27252"/>
                    <a:pt x="28555" y="25336"/>
                    <a:pt x="29194" y="22144"/>
                  </a:cubicBezTo>
                  <a:cubicBezTo>
                    <a:pt x="29833" y="18952"/>
                    <a:pt x="27277" y="15122"/>
                    <a:pt x="24082" y="14484"/>
                  </a:cubicBezTo>
                  <a:cubicBezTo>
                    <a:pt x="20887" y="13845"/>
                    <a:pt x="15775" y="8100"/>
                    <a:pt x="11941" y="2993"/>
                  </a:cubicBezTo>
                  <a:cubicBezTo>
                    <a:pt x="10024" y="-199"/>
                    <a:pt x="6190" y="-838"/>
                    <a:pt x="2995" y="1077"/>
                  </a:cubicBezTo>
                  <a:cubicBezTo>
                    <a:pt x="-200" y="2993"/>
                    <a:pt x="-839" y="6823"/>
                    <a:pt x="1078" y="10015"/>
                  </a:cubicBezTo>
                  <a:cubicBezTo>
                    <a:pt x="1717" y="10653"/>
                    <a:pt x="2995" y="13207"/>
                    <a:pt x="5551" y="15761"/>
                  </a:cubicBezTo>
                  <a:lnTo>
                    <a:pt x="3634" y="20229"/>
                  </a:lnTo>
                  <a:cubicBezTo>
                    <a:pt x="2995" y="23421"/>
                    <a:pt x="4273" y="27252"/>
                    <a:pt x="7468" y="28528"/>
                  </a:cubicBezTo>
                  <a:close/>
                </a:path>
              </a:pathLst>
            </a:custGeom>
            <a:solidFill>
              <a:srgbClr val="046A38"/>
            </a:solidFill>
            <a:ln w="6390" cap="flat">
              <a:noFill/>
              <a:prstDash val="solid"/>
              <a:miter/>
            </a:ln>
          </p:spPr>
          <p:txBody>
            <a:bodyPr rtlCol="0" anchor="ctr"/>
            <a:lstStyle/>
            <a:p>
              <a:endParaRPr lang="en-US"/>
            </a:p>
          </p:txBody>
        </p:sp>
        <p:sp>
          <p:nvSpPr>
            <p:cNvPr id="677" name="Graphic 6">
              <a:extLst>
                <a:ext uri="{FF2B5EF4-FFF2-40B4-BE49-F238E27FC236}">
                  <a16:creationId xmlns:a16="http://schemas.microsoft.com/office/drawing/2014/main" id="{65947B0E-2EB6-054F-BB20-27504DAEA53B}"/>
                </a:ext>
              </a:extLst>
            </p:cNvPr>
            <p:cNvSpPr/>
            <p:nvPr/>
          </p:nvSpPr>
          <p:spPr>
            <a:xfrm>
              <a:off x="1768897" y="2509230"/>
              <a:ext cx="21562" cy="34310"/>
            </a:xfrm>
            <a:custGeom>
              <a:avLst/>
              <a:gdLst>
                <a:gd name="connsiteX0" fmla="*/ 7505 w 21562"/>
                <a:gd name="connsiteY0" fmla="*/ 34310 h 34310"/>
                <a:gd name="connsiteX1" fmla="*/ 8783 w 21562"/>
                <a:gd name="connsiteY1" fmla="*/ 34310 h 34310"/>
                <a:gd name="connsiteX2" fmla="*/ 15173 w 21562"/>
                <a:gd name="connsiteY2" fmla="*/ 29203 h 34310"/>
                <a:gd name="connsiteX3" fmla="*/ 15811 w 21562"/>
                <a:gd name="connsiteY3" fmla="*/ 26011 h 34310"/>
                <a:gd name="connsiteX4" fmla="*/ 21562 w 21562"/>
                <a:gd name="connsiteY4" fmla="*/ 19627 h 34310"/>
                <a:gd name="connsiteX5" fmla="*/ 15811 w 21562"/>
                <a:gd name="connsiteY5" fmla="*/ 13243 h 34310"/>
                <a:gd name="connsiteX6" fmla="*/ 11339 w 21562"/>
                <a:gd name="connsiteY6" fmla="*/ 2390 h 34310"/>
                <a:gd name="connsiteX7" fmla="*/ 2393 w 21562"/>
                <a:gd name="connsiteY7" fmla="*/ 1114 h 34310"/>
                <a:gd name="connsiteX8" fmla="*/ 1115 w 21562"/>
                <a:gd name="connsiteY8" fmla="*/ 10051 h 34310"/>
                <a:gd name="connsiteX9" fmla="*/ 3032 w 21562"/>
                <a:gd name="connsiteY9" fmla="*/ 25373 h 34310"/>
                <a:gd name="connsiteX10" fmla="*/ 7505 w 21562"/>
                <a:gd name="connsiteY10" fmla="*/ 34310 h 3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62" h="34310">
                  <a:moveTo>
                    <a:pt x="7505" y="34310"/>
                  </a:moveTo>
                  <a:cubicBezTo>
                    <a:pt x="8144" y="34310"/>
                    <a:pt x="8783" y="34310"/>
                    <a:pt x="8783" y="34310"/>
                  </a:cubicBezTo>
                  <a:cubicBezTo>
                    <a:pt x="11339" y="34310"/>
                    <a:pt x="14534" y="32395"/>
                    <a:pt x="15173" y="29203"/>
                  </a:cubicBezTo>
                  <a:cubicBezTo>
                    <a:pt x="15173" y="28565"/>
                    <a:pt x="15811" y="27926"/>
                    <a:pt x="15811" y="26011"/>
                  </a:cubicBezTo>
                  <a:cubicBezTo>
                    <a:pt x="19006" y="26011"/>
                    <a:pt x="21562" y="22819"/>
                    <a:pt x="21562" y="19627"/>
                  </a:cubicBezTo>
                  <a:cubicBezTo>
                    <a:pt x="21562" y="16435"/>
                    <a:pt x="19006" y="13882"/>
                    <a:pt x="15811" y="13243"/>
                  </a:cubicBezTo>
                  <a:cubicBezTo>
                    <a:pt x="15173" y="9413"/>
                    <a:pt x="13894" y="5582"/>
                    <a:pt x="11339" y="2390"/>
                  </a:cubicBezTo>
                  <a:cubicBezTo>
                    <a:pt x="9421" y="-163"/>
                    <a:pt x="4949" y="-802"/>
                    <a:pt x="2393" y="1114"/>
                  </a:cubicBezTo>
                  <a:cubicBezTo>
                    <a:pt x="-163" y="3029"/>
                    <a:pt x="-802" y="7498"/>
                    <a:pt x="1115" y="10051"/>
                  </a:cubicBezTo>
                  <a:cubicBezTo>
                    <a:pt x="4310" y="14520"/>
                    <a:pt x="3671" y="22819"/>
                    <a:pt x="3032" y="25373"/>
                  </a:cubicBezTo>
                  <a:cubicBezTo>
                    <a:pt x="1754" y="29842"/>
                    <a:pt x="3671" y="33034"/>
                    <a:pt x="7505" y="34310"/>
                  </a:cubicBezTo>
                  <a:close/>
                </a:path>
              </a:pathLst>
            </a:custGeom>
            <a:solidFill>
              <a:srgbClr val="046A38"/>
            </a:solidFill>
            <a:ln w="6390" cap="flat">
              <a:noFill/>
              <a:prstDash val="solid"/>
              <a:miter/>
            </a:ln>
          </p:spPr>
          <p:txBody>
            <a:bodyPr rtlCol="0" anchor="ctr"/>
            <a:lstStyle/>
            <a:p>
              <a:endParaRPr lang="en-US"/>
            </a:p>
          </p:txBody>
        </p:sp>
      </p:grpSp>
      <p:grpSp>
        <p:nvGrpSpPr>
          <p:cNvPr id="678" name="Graphic 6">
            <a:extLst>
              <a:ext uri="{FF2B5EF4-FFF2-40B4-BE49-F238E27FC236}">
                <a16:creationId xmlns:a16="http://schemas.microsoft.com/office/drawing/2014/main" id="{2AC2BE77-852D-4441-A740-322EFF7F5229}"/>
              </a:ext>
            </a:extLst>
          </p:cNvPr>
          <p:cNvGrpSpPr/>
          <p:nvPr/>
        </p:nvGrpSpPr>
        <p:grpSpPr>
          <a:xfrm>
            <a:off x="2560447" y="1891098"/>
            <a:ext cx="362309" cy="361971"/>
            <a:chOff x="2560447" y="1891098"/>
            <a:chExt cx="362309" cy="361971"/>
          </a:xfrm>
          <a:solidFill>
            <a:srgbClr val="046A38"/>
          </a:solidFill>
        </p:grpSpPr>
        <p:sp>
          <p:nvSpPr>
            <p:cNvPr id="679" name="Graphic 6">
              <a:extLst>
                <a:ext uri="{FF2B5EF4-FFF2-40B4-BE49-F238E27FC236}">
                  <a16:creationId xmlns:a16="http://schemas.microsoft.com/office/drawing/2014/main" id="{0CD8008A-B3AB-D148-BBDC-BE7A31EA6E6D}"/>
                </a:ext>
              </a:extLst>
            </p:cNvPr>
            <p:cNvSpPr/>
            <p:nvPr/>
          </p:nvSpPr>
          <p:spPr>
            <a:xfrm>
              <a:off x="2560447" y="1891098"/>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181474 w 362309"/>
                <a:gd name="connsiteY4" fmla="*/ 0 h 361971"/>
                <a:gd name="connsiteX5" fmla="*/ 181474 w 362309"/>
                <a:gd name="connsiteY5" fmla="*/ 349204 h 361971"/>
                <a:gd name="connsiteX6" fmla="*/ 13419 w 362309"/>
                <a:gd name="connsiteY6" fmla="*/ 180667 h 361971"/>
                <a:gd name="connsiteX7" fmla="*/ 182113 w 362309"/>
                <a:gd name="connsiteY7" fmla="*/ 12768 h 361971"/>
                <a:gd name="connsiteX8" fmla="*/ 350168 w 362309"/>
                <a:gd name="connsiteY8" fmla="*/ 181305 h 361971"/>
                <a:gd name="connsiteX9" fmla="*/ 181474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6"/>
                    <a:pt x="0" y="180667"/>
                  </a:cubicBezTo>
                  <a:cubicBezTo>
                    <a:pt x="0" y="280257"/>
                    <a:pt x="81152" y="361972"/>
                    <a:pt x="180835" y="361972"/>
                  </a:cubicBezTo>
                  <a:cubicBezTo>
                    <a:pt x="281157" y="361972"/>
                    <a:pt x="362309" y="280895"/>
                    <a:pt x="362309" y="181305"/>
                  </a:cubicBezTo>
                  <a:cubicBezTo>
                    <a:pt x="362309" y="81076"/>
                    <a:pt x="281796" y="0"/>
                    <a:pt x="181474" y="0"/>
                  </a:cubicBezTo>
                  <a:close/>
                  <a:moveTo>
                    <a:pt x="181474" y="349204"/>
                  </a:moveTo>
                  <a:cubicBezTo>
                    <a:pt x="88820" y="349204"/>
                    <a:pt x="13419" y="273873"/>
                    <a:pt x="13419" y="180667"/>
                  </a:cubicBezTo>
                  <a:cubicBezTo>
                    <a:pt x="13419" y="87460"/>
                    <a:pt x="88820" y="12768"/>
                    <a:pt x="182113" y="12768"/>
                  </a:cubicBezTo>
                  <a:cubicBezTo>
                    <a:pt x="274767" y="12768"/>
                    <a:pt x="350168" y="88099"/>
                    <a:pt x="350168" y="181305"/>
                  </a:cubicBezTo>
                  <a:cubicBezTo>
                    <a:pt x="350168" y="274511"/>
                    <a:pt x="274128"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680" name="Graphic 6">
              <a:extLst>
                <a:ext uri="{FF2B5EF4-FFF2-40B4-BE49-F238E27FC236}">
                  <a16:creationId xmlns:a16="http://schemas.microsoft.com/office/drawing/2014/main" id="{F755052A-5620-2F41-BD2E-17D05F99DCD5}"/>
                </a:ext>
              </a:extLst>
            </p:cNvPr>
            <p:cNvSpPr/>
            <p:nvPr/>
          </p:nvSpPr>
          <p:spPr>
            <a:xfrm>
              <a:off x="2625625" y="2019416"/>
              <a:ext cx="235149" cy="105973"/>
            </a:xfrm>
            <a:custGeom>
              <a:avLst/>
              <a:gdLst>
                <a:gd name="connsiteX0" fmla="*/ 205756 w 235149"/>
                <a:gd name="connsiteY0" fmla="*/ 49157 h 105973"/>
                <a:gd name="connsiteX1" fmla="*/ 187864 w 235149"/>
                <a:gd name="connsiteY1" fmla="*/ 49157 h 105973"/>
                <a:gd name="connsiteX2" fmla="*/ 180196 w 235149"/>
                <a:gd name="connsiteY2" fmla="*/ 40857 h 105973"/>
                <a:gd name="connsiteX3" fmla="*/ 178918 w 235149"/>
                <a:gd name="connsiteY3" fmla="*/ 38942 h 105973"/>
                <a:gd name="connsiteX4" fmla="*/ 120770 w 235149"/>
                <a:gd name="connsiteY4" fmla="*/ 0 h 105973"/>
                <a:gd name="connsiteX5" fmla="*/ 113102 w 235149"/>
                <a:gd name="connsiteY5" fmla="*/ 0 h 105973"/>
                <a:gd name="connsiteX6" fmla="*/ 54954 w 235149"/>
                <a:gd name="connsiteY6" fmla="*/ 38942 h 105973"/>
                <a:gd name="connsiteX7" fmla="*/ 53675 w 235149"/>
                <a:gd name="connsiteY7" fmla="*/ 40857 h 105973"/>
                <a:gd name="connsiteX8" fmla="*/ 46008 w 235149"/>
                <a:gd name="connsiteY8" fmla="*/ 49157 h 105973"/>
                <a:gd name="connsiteX9" fmla="*/ 28116 w 235149"/>
                <a:gd name="connsiteY9" fmla="*/ 49157 h 105973"/>
                <a:gd name="connsiteX10" fmla="*/ 0 w 235149"/>
                <a:gd name="connsiteY10" fmla="*/ 77246 h 105973"/>
                <a:gd name="connsiteX11" fmla="*/ 28116 w 235149"/>
                <a:gd name="connsiteY11" fmla="*/ 105336 h 105973"/>
                <a:gd name="connsiteX12" fmla="*/ 46008 w 235149"/>
                <a:gd name="connsiteY12" fmla="*/ 105336 h 105973"/>
                <a:gd name="connsiteX13" fmla="*/ 48564 w 235149"/>
                <a:gd name="connsiteY13" fmla="*/ 105336 h 105973"/>
                <a:gd name="connsiteX14" fmla="*/ 49203 w 235149"/>
                <a:gd name="connsiteY14" fmla="*/ 105336 h 105973"/>
                <a:gd name="connsiteX15" fmla="*/ 51119 w 235149"/>
                <a:gd name="connsiteY15" fmla="*/ 104697 h 105973"/>
                <a:gd name="connsiteX16" fmla="*/ 104795 w 235149"/>
                <a:gd name="connsiteY16" fmla="*/ 66393 h 105973"/>
                <a:gd name="connsiteX17" fmla="*/ 106073 w 235149"/>
                <a:gd name="connsiteY17" fmla="*/ 64478 h 105973"/>
                <a:gd name="connsiteX18" fmla="*/ 113741 w 235149"/>
                <a:gd name="connsiteY18" fmla="*/ 56179 h 105973"/>
                <a:gd name="connsiteX19" fmla="*/ 121409 w 235149"/>
                <a:gd name="connsiteY19" fmla="*/ 56179 h 105973"/>
                <a:gd name="connsiteX20" fmla="*/ 129077 w 235149"/>
                <a:gd name="connsiteY20" fmla="*/ 64478 h 105973"/>
                <a:gd name="connsiteX21" fmla="*/ 130355 w 235149"/>
                <a:gd name="connsiteY21" fmla="*/ 66393 h 105973"/>
                <a:gd name="connsiteX22" fmla="*/ 184030 w 235149"/>
                <a:gd name="connsiteY22" fmla="*/ 105336 h 105973"/>
                <a:gd name="connsiteX23" fmla="*/ 185947 w 235149"/>
                <a:gd name="connsiteY23" fmla="*/ 105974 h 105973"/>
                <a:gd name="connsiteX24" fmla="*/ 186586 w 235149"/>
                <a:gd name="connsiteY24" fmla="*/ 105974 h 105973"/>
                <a:gd name="connsiteX25" fmla="*/ 189142 w 235149"/>
                <a:gd name="connsiteY25" fmla="*/ 105974 h 105973"/>
                <a:gd name="connsiteX26" fmla="*/ 207034 w 235149"/>
                <a:gd name="connsiteY26" fmla="*/ 105974 h 105973"/>
                <a:gd name="connsiteX27" fmla="*/ 235150 w 235149"/>
                <a:gd name="connsiteY27" fmla="*/ 77884 h 105973"/>
                <a:gd name="connsiteX28" fmla="*/ 205756 w 235149"/>
                <a:gd name="connsiteY28" fmla="*/ 49157 h 105973"/>
                <a:gd name="connsiteX29" fmla="*/ 11502 w 235149"/>
                <a:gd name="connsiteY29" fmla="*/ 77246 h 105973"/>
                <a:gd name="connsiteX30" fmla="*/ 26838 w 235149"/>
                <a:gd name="connsiteY30" fmla="*/ 61925 h 105973"/>
                <a:gd name="connsiteX31" fmla="*/ 41535 w 235149"/>
                <a:gd name="connsiteY31" fmla="*/ 61925 h 105973"/>
                <a:gd name="connsiteX32" fmla="*/ 41535 w 235149"/>
                <a:gd name="connsiteY32" fmla="*/ 93206 h 105973"/>
                <a:gd name="connsiteX33" fmla="*/ 26838 w 235149"/>
                <a:gd name="connsiteY33" fmla="*/ 93206 h 105973"/>
                <a:gd name="connsiteX34" fmla="*/ 11502 w 235149"/>
                <a:gd name="connsiteY34" fmla="*/ 77246 h 105973"/>
                <a:gd name="connsiteX35" fmla="*/ 54314 w 235149"/>
                <a:gd name="connsiteY35" fmla="*/ 91291 h 105973"/>
                <a:gd name="connsiteX36" fmla="*/ 54314 w 235149"/>
                <a:gd name="connsiteY36" fmla="*/ 58094 h 105973"/>
                <a:gd name="connsiteX37" fmla="*/ 56232 w 235149"/>
                <a:gd name="connsiteY37" fmla="*/ 56179 h 105973"/>
                <a:gd name="connsiteX38" fmla="*/ 78596 w 235149"/>
                <a:gd name="connsiteY38" fmla="*/ 77884 h 105973"/>
                <a:gd name="connsiteX39" fmla="*/ 54314 w 235149"/>
                <a:gd name="connsiteY39" fmla="*/ 91291 h 105973"/>
                <a:gd name="connsiteX40" fmla="*/ 92015 w 235149"/>
                <a:gd name="connsiteY40" fmla="*/ 60648 h 105973"/>
                <a:gd name="connsiteX41" fmla="*/ 87542 w 235149"/>
                <a:gd name="connsiteY41" fmla="*/ 68308 h 105973"/>
                <a:gd name="connsiteX42" fmla="*/ 64538 w 235149"/>
                <a:gd name="connsiteY42" fmla="*/ 46603 h 105973"/>
                <a:gd name="connsiteX43" fmla="*/ 65816 w 235149"/>
                <a:gd name="connsiteY43" fmla="*/ 44688 h 105973"/>
                <a:gd name="connsiteX44" fmla="*/ 76040 w 235149"/>
                <a:gd name="connsiteY44" fmla="*/ 30005 h 105973"/>
                <a:gd name="connsiteX45" fmla="*/ 94571 w 235149"/>
                <a:gd name="connsiteY45" fmla="*/ 56817 h 105973"/>
                <a:gd name="connsiteX46" fmla="*/ 93293 w 235149"/>
                <a:gd name="connsiteY46" fmla="*/ 58733 h 105973"/>
                <a:gd name="connsiteX47" fmla="*/ 92015 w 235149"/>
                <a:gd name="connsiteY47" fmla="*/ 60648 h 105973"/>
                <a:gd name="connsiteX48" fmla="*/ 102878 w 235149"/>
                <a:gd name="connsiteY48" fmla="*/ 46603 h 105973"/>
                <a:gd name="connsiteX49" fmla="*/ 84986 w 235149"/>
                <a:gd name="connsiteY49" fmla="*/ 21067 h 105973"/>
                <a:gd name="connsiteX50" fmla="*/ 109907 w 235149"/>
                <a:gd name="connsiteY50" fmla="*/ 12768 h 105973"/>
                <a:gd name="connsiteX51" fmla="*/ 109907 w 235149"/>
                <a:gd name="connsiteY51" fmla="*/ 44049 h 105973"/>
                <a:gd name="connsiteX52" fmla="*/ 102878 w 235149"/>
                <a:gd name="connsiteY52" fmla="*/ 46603 h 105973"/>
                <a:gd name="connsiteX53" fmla="*/ 122687 w 235149"/>
                <a:gd name="connsiteY53" fmla="*/ 44049 h 105973"/>
                <a:gd name="connsiteX54" fmla="*/ 122687 w 235149"/>
                <a:gd name="connsiteY54" fmla="*/ 12768 h 105973"/>
                <a:gd name="connsiteX55" fmla="*/ 147608 w 235149"/>
                <a:gd name="connsiteY55" fmla="*/ 21706 h 105973"/>
                <a:gd name="connsiteX56" fmla="*/ 129716 w 235149"/>
                <a:gd name="connsiteY56" fmla="*/ 47241 h 105973"/>
                <a:gd name="connsiteX57" fmla="*/ 122687 w 235149"/>
                <a:gd name="connsiteY57" fmla="*/ 44049 h 105973"/>
                <a:gd name="connsiteX58" fmla="*/ 139301 w 235149"/>
                <a:gd name="connsiteY58" fmla="*/ 58733 h 105973"/>
                <a:gd name="connsiteX59" fmla="*/ 138023 w 235149"/>
                <a:gd name="connsiteY59" fmla="*/ 56817 h 105973"/>
                <a:gd name="connsiteX60" fmla="*/ 156553 w 235149"/>
                <a:gd name="connsiteY60" fmla="*/ 30005 h 105973"/>
                <a:gd name="connsiteX61" fmla="*/ 166777 w 235149"/>
                <a:gd name="connsiteY61" fmla="*/ 44688 h 105973"/>
                <a:gd name="connsiteX62" fmla="*/ 168055 w 235149"/>
                <a:gd name="connsiteY62" fmla="*/ 46603 h 105973"/>
                <a:gd name="connsiteX63" fmla="*/ 145052 w 235149"/>
                <a:gd name="connsiteY63" fmla="*/ 68947 h 105973"/>
                <a:gd name="connsiteX64" fmla="*/ 140579 w 235149"/>
                <a:gd name="connsiteY64" fmla="*/ 61286 h 105973"/>
                <a:gd name="connsiteX65" fmla="*/ 139301 w 235149"/>
                <a:gd name="connsiteY65" fmla="*/ 58733 h 105973"/>
                <a:gd name="connsiteX66" fmla="*/ 153358 w 235149"/>
                <a:gd name="connsiteY66" fmla="*/ 78523 h 105973"/>
                <a:gd name="connsiteX67" fmla="*/ 175723 w 235149"/>
                <a:gd name="connsiteY67" fmla="*/ 56817 h 105973"/>
                <a:gd name="connsiteX68" fmla="*/ 177640 w 235149"/>
                <a:gd name="connsiteY68" fmla="*/ 58733 h 105973"/>
                <a:gd name="connsiteX69" fmla="*/ 177640 w 235149"/>
                <a:gd name="connsiteY69" fmla="*/ 91929 h 105973"/>
                <a:gd name="connsiteX70" fmla="*/ 153358 w 235149"/>
                <a:gd name="connsiteY70" fmla="*/ 78523 h 105973"/>
                <a:gd name="connsiteX71" fmla="*/ 205756 w 235149"/>
                <a:gd name="connsiteY71" fmla="*/ 92568 h 105973"/>
                <a:gd name="connsiteX72" fmla="*/ 191059 w 235149"/>
                <a:gd name="connsiteY72" fmla="*/ 92568 h 105973"/>
                <a:gd name="connsiteX73" fmla="*/ 191059 w 235149"/>
                <a:gd name="connsiteY73" fmla="*/ 61286 h 105973"/>
                <a:gd name="connsiteX74" fmla="*/ 205756 w 235149"/>
                <a:gd name="connsiteY74" fmla="*/ 61286 h 105973"/>
                <a:gd name="connsiteX75" fmla="*/ 221092 w 235149"/>
                <a:gd name="connsiteY75" fmla="*/ 76608 h 105973"/>
                <a:gd name="connsiteX76" fmla="*/ 205756 w 235149"/>
                <a:gd name="connsiteY76" fmla="*/ 92568 h 105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35149" h="105973">
                  <a:moveTo>
                    <a:pt x="205756" y="49157"/>
                  </a:moveTo>
                  <a:lnTo>
                    <a:pt x="187864" y="49157"/>
                  </a:lnTo>
                  <a:cubicBezTo>
                    <a:pt x="186586" y="49157"/>
                    <a:pt x="182752" y="47241"/>
                    <a:pt x="180196" y="40857"/>
                  </a:cubicBezTo>
                  <a:lnTo>
                    <a:pt x="178918" y="38942"/>
                  </a:lnTo>
                  <a:cubicBezTo>
                    <a:pt x="166777" y="14683"/>
                    <a:pt x="145052" y="0"/>
                    <a:pt x="120770" y="0"/>
                  </a:cubicBezTo>
                  <a:lnTo>
                    <a:pt x="113102" y="0"/>
                  </a:lnTo>
                  <a:cubicBezTo>
                    <a:pt x="88820" y="0"/>
                    <a:pt x="67094" y="14683"/>
                    <a:pt x="54954" y="38942"/>
                  </a:cubicBezTo>
                  <a:lnTo>
                    <a:pt x="53675" y="40857"/>
                  </a:lnTo>
                  <a:cubicBezTo>
                    <a:pt x="50480" y="46603"/>
                    <a:pt x="47285" y="49157"/>
                    <a:pt x="46008" y="49157"/>
                  </a:cubicBezTo>
                  <a:lnTo>
                    <a:pt x="28116" y="49157"/>
                  </a:lnTo>
                  <a:cubicBezTo>
                    <a:pt x="12780" y="49157"/>
                    <a:pt x="0" y="61925"/>
                    <a:pt x="0" y="77246"/>
                  </a:cubicBezTo>
                  <a:cubicBezTo>
                    <a:pt x="0" y="92568"/>
                    <a:pt x="12780" y="105336"/>
                    <a:pt x="28116" y="105336"/>
                  </a:cubicBezTo>
                  <a:lnTo>
                    <a:pt x="46008" y="105336"/>
                  </a:lnTo>
                  <a:cubicBezTo>
                    <a:pt x="46647" y="105336"/>
                    <a:pt x="47285" y="105336"/>
                    <a:pt x="48564" y="105336"/>
                  </a:cubicBezTo>
                  <a:lnTo>
                    <a:pt x="49203" y="105336"/>
                  </a:lnTo>
                  <a:cubicBezTo>
                    <a:pt x="49842" y="105336"/>
                    <a:pt x="50480" y="105336"/>
                    <a:pt x="51119" y="104697"/>
                  </a:cubicBezTo>
                  <a:cubicBezTo>
                    <a:pt x="73484" y="102782"/>
                    <a:pt x="93293" y="88737"/>
                    <a:pt x="104795" y="66393"/>
                  </a:cubicBezTo>
                  <a:lnTo>
                    <a:pt x="106073" y="64478"/>
                  </a:lnTo>
                  <a:cubicBezTo>
                    <a:pt x="109268" y="58733"/>
                    <a:pt x="112463" y="56179"/>
                    <a:pt x="113741" y="56179"/>
                  </a:cubicBezTo>
                  <a:lnTo>
                    <a:pt x="121409" y="56179"/>
                  </a:lnTo>
                  <a:cubicBezTo>
                    <a:pt x="122687" y="56179"/>
                    <a:pt x="126521" y="58094"/>
                    <a:pt x="129077" y="64478"/>
                  </a:cubicBezTo>
                  <a:lnTo>
                    <a:pt x="130355" y="66393"/>
                  </a:lnTo>
                  <a:cubicBezTo>
                    <a:pt x="141857" y="89376"/>
                    <a:pt x="161666" y="103420"/>
                    <a:pt x="184030" y="105336"/>
                  </a:cubicBezTo>
                  <a:cubicBezTo>
                    <a:pt x="184669" y="105336"/>
                    <a:pt x="185308" y="105974"/>
                    <a:pt x="185947" y="105974"/>
                  </a:cubicBezTo>
                  <a:lnTo>
                    <a:pt x="186586" y="105974"/>
                  </a:lnTo>
                  <a:cubicBezTo>
                    <a:pt x="187225" y="105974"/>
                    <a:pt x="187864" y="105974"/>
                    <a:pt x="189142" y="105974"/>
                  </a:cubicBezTo>
                  <a:lnTo>
                    <a:pt x="207034" y="105974"/>
                  </a:lnTo>
                  <a:cubicBezTo>
                    <a:pt x="222370" y="105974"/>
                    <a:pt x="235150" y="93206"/>
                    <a:pt x="235150" y="77884"/>
                  </a:cubicBezTo>
                  <a:cubicBezTo>
                    <a:pt x="233872" y="61925"/>
                    <a:pt x="221092" y="49157"/>
                    <a:pt x="205756" y="49157"/>
                  </a:cubicBezTo>
                  <a:close/>
                  <a:moveTo>
                    <a:pt x="11502" y="77246"/>
                  </a:moveTo>
                  <a:cubicBezTo>
                    <a:pt x="11502" y="68947"/>
                    <a:pt x="18531" y="61925"/>
                    <a:pt x="26838" y="61925"/>
                  </a:cubicBezTo>
                  <a:lnTo>
                    <a:pt x="41535" y="61925"/>
                  </a:lnTo>
                  <a:lnTo>
                    <a:pt x="41535" y="93206"/>
                  </a:lnTo>
                  <a:lnTo>
                    <a:pt x="26838" y="93206"/>
                  </a:lnTo>
                  <a:cubicBezTo>
                    <a:pt x="18531" y="92568"/>
                    <a:pt x="11502" y="85545"/>
                    <a:pt x="11502" y="77246"/>
                  </a:cubicBezTo>
                  <a:close/>
                  <a:moveTo>
                    <a:pt x="54314" y="91291"/>
                  </a:moveTo>
                  <a:lnTo>
                    <a:pt x="54314" y="58094"/>
                  </a:lnTo>
                  <a:cubicBezTo>
                    <a:pt x="54954" y="57456"/>
                    <a:pt x="55593" y="56817"/>
                    <a:pt x="56232" y="56179"/>
                  </a:cubicBezTo>
                  <a:lnTo>
                    <a:pt x="78596" y="77884"/>
                  </a:lnTo>
                  <a:cubicBezTo>
                    <a:pt x="71567" y="84907"/>
                    <a:pt x="63260" y="89376"/>
                    <a:pt x="54314" y="91291"/>
                  </a:cubicBezTo>
                  <a:close/>
                  <a:moveTo>
                    <a:pt x="92015" y="60648"/>
                  </a:moveTo>
                  <a:cubicBezTo>
                    <a:pt x="90737" y="63201"/>
                    <a:pt x="88820" y="66393"/>
                    <a:pt x="87542" y="68308"/>
                  </a:cubicBezTo>
                  <a:lnTo>
                    <a:pt x="64538" y="46603"/>
                  </a:lnTo>
                  <a:lnTo>
                    <a:pt x="65816" y="44688"/>
                  </a:lnTo>
                  <a:cubicBezTo>
                    <a:pt x="68372" y="38942"/>
                    <a:pt x="72206" y="34473"/>
                    <a:pt x="76040" y="30005"/>
                  </a:cubicBezTo>
                  <a:lnTo>
                    <a:pt x="94571" y="56817"/>
                  </a:lnTo>
                  <a:cubicBezTo>
                    <a:pt x="93932" y="57456"/>
                    <a:pt x="93932" y="58094"/>
                    <a:pt x="93293" y="58733"/>
                  </a:cubicBezTo>
                  <a:lnTo>
                    <a:pt x="92015" y="60648"/>
                  </a:lnTo>
                  <a:close/>
                  <a:moveTo>
                    <a:pt x="102878" y="46603"/>
                  </a:moveTo>
                  <a:lnTo>
                    <a:pt x="84986" y="21067"/>
                  </a:lnTo>
                  <a:cubicBezTo>
                    <a:pt x="92654" y="15960"/>
                    <a:pt x="100961" y="12768"/>
                    <a:pt x="109907" y="12768"/>
                  </a:cubicBezTo>
                  <a:lnTo>
                    <a:pt x="109907" y="44049"/>
                  </a:lnTo>
                  <a:cubicBezTo>
                    <a:pt x="107351" y="44049"/>
                    <a:pt x="104795" y="45326"/>
                    <a:pt x="102878" y="46603"/>
                  </a:cubicBezTo>
                  <a:close/>
                  <a:moveTo>
                    <a:pt x="122687" y="44049"/>
                  </a:moveTo>
                  <a:lnTo>
                    <a:pt x="122687" y="12768"/>
                  </a:lnTo>
                  <a:cubicBezTo>
                    <a:pt x="131633" y="13406"/>
                    <a:pt x="139940" y="15960"/>
                    <a:pt x="147608" y="21706"/>
                  </a:cubicBezTo>
                  <a:lnTo>
                    <a:pt x="129716" y="47241"/>
                  </a:lnTo>
                  <a:cubicBezTo>
                    <a:pt x="127799" y="45326"/>
                    <a:pt x="125243" y="44049"/>
                    <a:pt x="122687" y="44049"/>
                  </a:cubicBezTo>
                  <a:close/>
                  <a:moveTo>
                    <a:pt x="139301" y="58733"/>
                  </a:moveTo>
                  <a:cubicBezTo>
                    <a:pt x="139301" y="58094"/>
                    <a:pt x="138662" y="57456"/>
                    <a:pt x="138023" y="56817"/>
                  </a:cubicBezTo>
                  <a:lnTo>
                    <a:pt x="156553" y="30005"/>
                  </a:lnTo>
                  <a:cubicBezTo>
                    <a:pt x="160387" y="34473"/>
                    <a:pt x="163582" y="38942"/>
                    <a:pt x="166777" y="44688"/>
                  </a:cubicBezTo>
                  <a:lnTo>
                    <a:pt x="168055" y="46603"/>
                  </a:lnTo>
                  <a:lnTo>
                    <a:pt x="145052" y="68947"/>
                  </a:lnTo>
                  <a:cubicBezTo>
                    <a:pt x="143135" y="66393"/>
                    <a:pt x="141857" y="63840"/>
                    <a:pt x="140579" y="61286"/>
                  </a:cubicBezTo>
                  <a:lnTo>
                    <a:pt x="139301" y="58733"/>
                  </a:lnTo>
                  <a:close/>
                  <a:moveTo>
                    <a:pt x="153358" y="78523"/>
                  </a:moveTo>
                  <a:lnTo>
                    <a:pt x="175723" y="56817"/>
                  </a:lnTo>
                  <a:cubicBezTo>
                    <a:pt x="176362" y="57456"/>
                    <a:pt x="177001" y="58094"/>
                    <a:pt x="177640" y="58733"/>
                  </a:cubicBezTo>
                  <a:lnTo>
                    <a:pt x="177640" y="91929"/>
                  </a:lnTo>
                  <a:cubicBezTo>
                    <a:pt x="168694" y="90014"/>
                    <a:pt x="160387" y="84907"/>
                    <a:pt x="153358" y="78523"/>
                  </a:cubicBezTo>
                  <a:close/>
                  <a:moveTo>
                    <a:pt x="205756" y="92568"/>
                  </a:moveTo>
                  <a:lnTo>
                    <a:pt x="191059" y="92568"/>
                  </a:lnTo>
                  <a:lnTo>
                    <a:pt x="191059" y="61286"/>
                  </a:lnTo>
                  <a:lnTo>
                    <a:pt x="205756" y="61286"/>
                  </a:lnTo>
                  <a:cubicBezTo>
                    <a:pt x="214063" y="61286"/>
                    <a:pt x="221092" y="68308"/>
                    <a:pt x="221092" y="76608"/>
                  </a:cubicBezTo>
                  <a:cubicBezTo>
                    <a:pt x="221092" y="85545"/>
                    <a:pt x="214063" y="92568"/>
                    <a:pt x="205756" y="92568"/>
                  </a:cubicBezTo>
                  <a:close/>
                </a:path>
              </a:pathLst>
            </a:custGeom>
            <a:solidFill>
              <a:srgbClr val="046A38"/>
            </a:solidFill>
            <a:ln w="6390" cap="flat">
              <a:noFill/>
              <a:prstDash val="solid"/>
              <a:miter/>
            </a:ln>
          </p:spPr>
          <p:txBody>
            <a:bodyPr rtlCol="0" anchor="ctr"/>
            <a:lstStyle/>
            <a:p>
              <a:endParaRPr lang="en-US"/>
            </a:p>
          </p:txBody>
        </p:sp>
        <p:sp>
          <p:nvSpPr>
            <p:cNvPr id="681" name="Graphic 6">
              <a:extLst>
                <a:ext uri="{FF2B5EF4-FFF2-40B4-BE49-F238E27FC236}">
                  <a16:creationId xmlns:a16="http://schemas.microsoft.com/office/drawing/2014/main" id="{938065DF-4D5B-824F-8D00-41C38CDD5245}"/>
                </a:ext>
              </a:extLst>
            </p:cNvPr>
            <p:cNvSpPr/>
            <p:nvPr/>
          </p:nvSpPr>
          <p:spPr>
            <a:xfrm>
              <a:off x="2821157" y="2085171"/>
              <a:ext cx="14057" cy="12767"/>
            </a:xfrm>
            <a:custGeom>
              <a:avLst/>
              <a:gdLst>
                <a:gd name="connsiteX0" fmla="*/ 7668 w 14057"/>
                <a:gd name="connsiteY0" fmla="*/ 0 h 12767"/>
                <a:gd name="connsiteX1" fmla="*/ 6390 w 14057"/>
                <a:gd name="connsiteY1" fmla="*/ 0 h 12767"/>
                <a:gd name="connsiteX2" fmla="*/ 0 w 14057"/>
                <a:gd name="connsiteY2" fmla="*/ 6384 h 12767"/>
                <a:gd name="connsiteX3" fmla="*/ 6390 w 14057"/>
                <a:gd name="connsiteY3" fmla="*/ 12768 h 12767"/>
                <a:gd name="connsiteX4" fmla="*/ 7668 w 14057"/>
                <a:gd name="connsiteY4" fmla="*/ 12768 h 12767"/>
                <a:gd name="connsiteX5" fmla="*/ 14058 w 14057"/>
                <a:gd name="connsiteY5" fmla="*/ 6384 h 12767"/>
                <a:gd name="connsiteX6" fmla="*/ 7668 w 14057"/>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57" h="12767">
                  <a:moveTo>
                    <a:pt x="7668" y="0"/>
                  </a:moveTo>
                  <a:lnTo>
                    <a:pt x="6390" y="0"/>
                  </a:lnTo>
                  <a:cubicBezTo>
                    <a:pt x="2556" y="0"/>
                    <a:pt x="0" y="2554"/>
                    <a:pt x="0" y="6384"/>
                  </a:cubicBezTo>
                  <a:cubicBezTo>
                    <a:pt x="0" y="10214"/>
                    <a:pt x="2556" y="12768"/>
                    <a:pt x="6390" y="12768"/>
                  </a:cubicBezTo>
                  <a:lnTo>
                    <a:pt x="7668" y="12768"/>
                  </a:lnTo>
                  <a:cubicBezTo>
                    <a:pt x="11502" y="12768"/>
                    <a:pt x="14058" y="10214"/>
                    <a:pt x="14058" y="6384"/>
                  </a:cubicBezTo>
                  <a:cubicBezTo>
                    <a:pt x="14058" y="3192"/>
                    <a:pt x="10863" y="0"/>
                    <a:pt x="7668" y="0"/>
                  </a:cubicBezTo>
                  <a:close/>
                </a:path>
              </a:pathLst>
            </a:custGeom>
            <a:solidFill>
              <a:srgbClr val="046A38"/>
            </a:solidFill>
            <a:ln w="6390" cap="flat">
              <a:noFill/>
              <a:prstDash val="solid"/>
              <a:miter/>
            </a:ln>
          </p:spPr>
          <p:txBody>
            <a:bodyPr rtlCol="0" anchor="ctr"/>
            <a:lstStyle/>
            <a:p>
              <a:endParaRPr lang="en-US"/>
            </a:p>
          </p:txBody>
        </p:sp>
      </p:grpSp>
      <p:grpSp>
        <p:nvGrpSpPr>
          <p:cNvPr id="682" name="Graphic 6">
            <a:extLst>
              <a:ext uri="{FF2B5EF4-FFF2-40B4-BE49-F238E27FC236}">
                <a16:creationId xmlns:a16="http://schemas.microsoft.com/office/drawing/2014/main" id="{2669CF36-70E2-D84F-A1CF-AE3BF6D2C522}"/>
              </a:ext>
            </a:extLst>
          </p:cNvPr>
          <p:cNvGrpSpPr/>
          <p:nvPr/>
        </p:nvGrpSpPr>
        <p:grpSpPr>
          <a:xfrm>
            <a:off x="2560447" y="2369258"/>
            <a:ext cx="362309" cy="361971"/>
            <a:chOff x="2560447" y="2369258"/>
            <a:chExt cx="362309" cy="361971"/>
          </a:xfrm>
          <a:solidFill>
            <a:srgbClr val="046A38"/>
          </a:solidFill>
        </p:grpSpPr>
        <p:sp>
          <p:nvSpPr>
            <p:cNvPr id="683" name="Graphic 6">
              <a:extLst>
                <a:ext uri="{FF2B5EF4-FFF2-40B4-BE49-F238E27FC236}">
                  <a16:creationId xmlns:a16="http://schemas.microsoft.com/office/drawing/2014/main" id="{EB55F0F6-2FC6-D345-BB80-42B6495591F0}"/>
                </a:ext>
              </a:extLst>
            </p:cNvPr>
            <p:cNvSpPr/>
            <p:nvPr/>
          </p:nvSpPr>
          <p:spPr>
            <a:xfrm>
              <a:off x="2560447" y="2369258"/>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181474 w 362309"/>
                <a:gd name="connsiteY4" fmla="*/ 0 h 361971"/>
                <a:gd name="connsiteX5" fmla="*/ 180835 w 362309"/>
                <a:gd name="connsiteY5" fmla="*/ 349204 h 361971"/>
                <a:gd name="connsiteX6" fmla="*/ 12780 w 362309"/>
                <a:gd name="connsiteY6" fmla="*/ 180667 h 361971"/>
                <a:gd name="connsiteX7" fmla="*/ 181474 w 362309"/>
                <a:gd name="connsiteY7" fmla="*/ 12768 h 361971"/>
                <a:gd name="connsiteX8" fmla="*/ 349529 w 362309"/>
                <a:gd name="connsiteY8" fmla="*/ 181305 h 361971"/>
                <a:gd name="connsiteX9" fmla="*/ 180835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81077"/>
                    <a:pt x="281157" y="0"/>
                    <a:pt x="181474" y="0"/>
                  </a:cubicBezTo>
                  <a:close/>
                  <a:moveTo>
                    <a:pt x="180835" y="349204"/>
                  </a:moveTo>
                  <a:cubicBezTo>
                    <a:pt x="88181" y="349204"/>
                    <a:pt x="12780" y="273873"/>
                    <a:pt x="12780" y="180667"/>
                  </a:cubicBezTo>
                  <a:cubicBezTo>
                    <a:pt x="12780" y="87461"/>
                    <a:pt x="88181" y="12768"/>
                    <a:pt x="181474" y="12768"/>
                  </a:cubicBezTo>
                  <a:cubicBezTo>
                    <a:pt x="274128" y="12768"/>
                    <a:pt x="349529" y="88099"/>
                    <a:pt x="349529" y="181305"/>
                  </a:cubicBezTo>
                  <a:cubicBezTo>
                    <a:pt x="349529" y="274511"/>
                    <a:pt x="274128"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684" name="Graphic 6">
              <a:extLst>
                <a:ext uri="{FF2B5EF4-FFF2-40B4-BE49-F238E27FC236}">
                  <a16:creationId xmlns:a16="http://schemas.microsoft.com/office/drawing/2014/main" id="{9ACEE852-4282-1D4A-9E48-6993926282D5}"/>
                </a:ext>
              </a:extLst>
            </p:cNvPr>
            <p:cNvSpPr/>
            <p:nvPr/>
          </p:nvSpPr>
          <p:spPr>
            <a:xfrm>
              <a:off x="2702822" y="2530036"/>
              <a:ext cx="74342" cy="26272"/>
            </a:xfrm>
            <a:custGeom>
              <a:avLst/>
              <a:gdLst>
                <a:gd name="connsiteX0" fmla="*/ 69132 w 74342"/>
                <a:gd name="connsiteY0" fmla="*/ 12866 h 26272"/>
                <a:gd name="connsiteX1" fmla="*/ 74244 w 74342"/>
                <a:gd name="connsiteY1" fmla="*/ 5206 h 26272"/>
                <a:gd name="connsiteX2" fmla="*/ 66576 w 74342"/>
                <a:gd name="connsiteY2" fmla="*/ 98 h 26272"/>
                <a:gd name="connsiteX3" fmla="*/ 52519 w 74342"/>
                <a:gd name="connsiteY3" fmla="*/ 2652 h 26272"/>
                <a:gd name="connsiteX4" fmla="*/ 49324 w 74342"/>
                <a:gd name="connsiteY4" fmla="*/ 3929 h 26272"/>
                <a:gd name="connsiteX5" fmla="*/ 39100 w 74342"/>
                <a:gd name="connsiteY5" fmla="*/ 13505 h 26272"/>
                <a:gd name="connsiteX6" fmla="*/ 37822 w 74342"/>
                <a:gd name="connsiteY6" fmla="*/ 13505 h 26272"/>
                <a:gd name="connsiteX7" fmla="*/ 36544 w 74342"/>
                <a:gd name="connsiteY7" fmla="*/ 13505 h 26272"/>
                <a:gd name="connsiteX8" fmla="*/ 35266 w 74342"/>
                <a:gd name="connsiteY8" fmla="*/ 13505 h 26272"/>
                <a:gd name="connsiteX9" fmla="*/ 22486 w 74342"/>
                <a:gd name="connsiteY9" fmla="*/ 3929 h 26272"/>
                <a:gd name="connsiteX10" fmla="*/ 19930 w 74342"/>
                <a:gd name="connsiteY10" fmla="*/ 2652 h 26272"/>
                <a:gd name="connsiteX11" fmla="*/ 7789 w 74342"/>
                <a:gd name="connsiteY11" fmla="*/ 98 h 26272"/>
                <a:gd name="connsiteX12" fmla="*/ 121 w 74342"/>
                <a:gd name="connsiteY12" fmla="*/ 5206 h 26272"/>
                <a:gd name="connsiteX13" fmla="*/ 5233 w 74342"/>
                <a:gd name="connsiteY13" fmla="*/ 12866 h 26272"/>
                <a:gd name="connsiteX14" fmla="*/ 16096 w 74342"/>
                <a:gd name="connsiteY14" fmla="*/ 14782 h 26272"/>
                <a:gd name="connsiteX15" fmla="*/ 28237 w 74342"/>
                <a:gd name="connsiteY15" fmla="*/ 23719 h 26272"/>
                <a:gd name="connsiteX16" fmla="*/ 37183 w 74342"/>
                <a:gd name="connsiteY16" fmla="*/ 26273 h 26272"/>
                <a:gd name="connsiteX17" fmla="*/ 38461 w 74342"/>
                <a:gd name="connsiteY17" fmla="*/ 26273 h 26272"/>
                <a:gd name="connsiteX18" fmla="*/ 48685 w 74342"/>
                <a:gd name="connsiteY18" fmla="*/ 22442 h 26272"/>
                <a:gd name="connsiteX19" fmla="*/ 57631 w 74342"/>
                <a:gd name="connsiteY19" fmla="*/ 14143 h 26272"/>
                <a:gd name="connsiteX20" fmla="*/ 69132 w 74342"/>
                <a:gd name="connsiteY20" fmla="*/ 12866 h 26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4342" h="26272">
                  <a:moveTo>
                    <a:pt x="69132" y="12866"/>
                  </a:moveTo>
                  <a:cubicBezTo>
                    <a:pt x="72327" y="12228"/>
                    <a:pt x="74883" y="9036"/>
                    <a:pt x="74244" y="5206"/>
                  </a:cubicBezTo>
                  <a:cubicBezTo>
                    <a:pt x="73605" y="2014"/>
                    <a:pt x="70410" y="-540"/>
                    <a:pt x="66576" y="98"/>
                  </a:cubicBezTo>
                  <a:lnTo>
                    <a:pt x="52519" y="2652"/>
                  </a:lnTo>
                  <a:cubicBezTo>
                    <a:pt x="51241" y="2652"/>
                    <a:pt x="49963" y="3290"/>
                    <a:pt x="49324" y="3929"/>
                  </a:cubicBezTo>
                  <a:lnTo>
                    <a:pt x="39100" y="13505"/>
                  </a:lnTo>
                  <a:cubicBezTo>
                    <a:pt x="39100" y="13505"/>
                    <a:pt x="38461" y="13505"/>
                    <a:pt x="37822" y="13505"/>
                  </a:cubicBezTo>
                  <a:lnTo>
                    <a:pt x="36544" y="13505"/>
                  </a:lnTo>
                  <a:cubicBezTo>
                    <a:pt x="35905" y="13505"/>
                    <a:pt x="35266" y="13505"/>
                    <a:pt x="35266" y="13505"/>
                  </a:cubicBezTo>
                  <a:lnTo>
                    <a:pt x="22486" y="3929"/>
                  </a:lnTo>
                  <a:cubicBezTo>
                    <a:pt x="21847" y="3290"/>
                    <a:pt x="20569" y="2652"/>
                    <a:pt x="19930" y="2652"/>
                  </a:cubicBezTo>
                  <a:lnTo>
                    <a:pt x="7789" y="98"/>
                  </a:lnTo>
                  <a:cubicBezTo>
                    <a:pt x="4594" y="-540"/>
                    <a:pt x="760" y="2014"/>
                    <a:pt x="121" y="5206"/>
                  </a:cubicBezTo>
                  <a:cubicBezTo>
                    <a:pt x="-518" y="8398"/>
                    <a:pt x="1399" y="12228"/>
                    <a:pt x="5233" y="12866"/>
                  </a:cubicBezTo>
                  <a:lnTo>
                    <a:pt x="16096" y="14782"/>
                  </a:lnTo>
                  <a:lnTo>
                    <a:pt x="28237" y="23719"/>
                  </a:lnTo>
                  <a:cubicBezTo>
                    <a:pt x="30793" y="25634"/>
                    <a:pt x="33988" y="26273"/>
                    <a:pt x="37183" y="26273"/>
                  </a:cubicBezTo>
                  <a:lnTo>
                    <a:pt x="38461" y="26273"/>
                  </a:lnTo>
                  <a:cubicBezTo>
                    <a:pt x="42295" y="26273"/>
                    <a:pt x="46129" y="24996"/>
                    <a:pt x="48685" y="22442"/>
                  </a:cubicBezTo>
                  <a:lnTo>
                    <a:pt x="57631" y="14143"/>
                  </a:lnTo>
                  <a:lnTo>
                    <a:pt x="69132" y="12866"/>
                  </a:lnTo>
                  <a:close/>
                </a:path>
              </a:pathLst>
            </a:custGeom>
            <a:solidFill>
              <a:srgbClr val="046A38"/>
            </a:solidFill>
            <a:ln w="6390" cap="flat">
              <a:noFill/>
              <a:prstDash val="solid"/>
              <a:miter/>
            </a:ln>
          </p:spPr>
          <p:txBody>
            <a:bodyPr rtlCol="0" anchor="ctr"/>
            <a:lstStyle/>
            <a:p>
              <a:endParaRPr lang="en-US"/>
            </a:p>
          </p:txBody>
        </p:sp>
        <p:sp>
          <p:nvSpPr>
            <p:cNvPr id="685" name="Graphic 6">
              <a:extLst>
                <a:ext uri="{FF2B5EF4-FFF2-40B4-BE49-F238E27FC236}">
                  <a16:creationId xmlns:a16="http://schemas.microsoft.com/office/drawing/2014/main" id="{D41C5C34-927E-884A-9082-96A2ECF01ABE}"/>
                </a:ext>
              </a:extLst>
            </p:cNvPr>
            <p:cNvSpPr/>
            <p:nvPr/>
          </p:nvSpPr>
          <p:spPr>
            <a:xfrm>
              <a:off x="2619139" y="2452370"/>
              <a:ext cx="246205" cy="207997"/>
            </a:xfrm>
            <a:custGeom>
              <a:avLst/>
              <a:gdLst>
                <a:gd name="connsiteX0" fmla="*/ 246108 w 246205"/>
                <a:gd name="connsiteY0" fmla="*/ 58612 h 207997"/>
                <a:gd name="connsiteX1" fmla="*/ 229495 w 246205"/>
                <a:gd name="connsiteY1" fmla="*/ 33076 h 207997"/>
                <a:gd name="connsiteX2" fmla="*/ 182848 w 246205"/>
                <a:gd name="connsiteY2" fmla="*/ 1156 h 207997"/>
                <a:gd name="connsiteX3" fmla="*/ 174541 w 246205"/>
                <a:gd name="connsiteY3" fmla="*/ 1795 h 207997"/>
                <a:gd name="connsiteX4" fmla="*/ 173263 w 246205"/>
                <a:gd name="connsiteY4" fmla="*/ 9456 h 207997"/>
                <a:gd name="connsiteX5" fmla="*/ 184126 w 246205"/>
                <a:gd name="connsiteY5" fmla="*/ 27331 h 207997"/>
                <a:gd name="connsiteX6" fmla="*/ 184765 w 246205"/>
                <a:gd name="connsiteY6" fmla="*/ 27969 h 207997"/>
                <a:gd name="connsiteX7" fmla="*/ 196906 w 246205"/>
                <a:gd name="connsiteY7" fmla="*/ 55420 h 207997"/>
                <a:gd name="connsiteX8" fmla="*/ 171346 w 246205"/>
                <a:gd name="connsiteY8" fmla="*/ 66911 h 207997"/>
                <a:gd name="connsiteX9" fmla="*/ 166234 w 246205"/>
                <a:gd name="connsiteY9" fmla="*/ 63719 h 207997"/>
                <a:gd name="connsiteX10" fmla="*/ 142592 w 246205"/>
                <a:gd name="connsiteY10" fmla="*/ 54782 h 207997"/>
                <a:gd name="connsiteX11" fmla="*/ 125978 w 246205"/>
                <a:gd name="connsiteY11" fmla="*/ 51590 h 207997"/>
                <a:gd name="connsiteX12" fmla="*/ 120866 w 246205"/>
                <a:gd name="connsiteY12" fmla="*/ 51590 h 207997"/>
                <a:gd name="connsiteX13" fmla="*/ 104252 w 246205"/>
                <a:gd name="connsiteY13" fmla="*/ 54782 h 207997"/>
                <a:gd name="connsiteX14" fmla="*/ 80609 w 246205"/>
                <a:gd name="connsiteY14" fmla="*/ 63719 h 207997"/>
                <a:gd name="connsiteX15" fmla="*/ 75497 w 246205"/>
                <a:gd name="connsiteY15" fmla="*/ 66911 h 207997"/>
                <a:gd name="connsiteX16" fmla="*/ 49937 w 246205"/>
                <a:gd name="connsiteY16" fmla="*/ 55420 h 207997"/>
                <a:gd name="connsiteX17" fmla="*/ 62078 w 246205"/>
                <a:gd name="connsiteY17" fmla="*/ 27969 h 207997"/>
                <a:gd name="connsiteX18" fmla="*/ 62717 w 246205"/>
                <a:gd name="connsiteY18" fmla="*/ 27331 h 207997"/>
                <a:gd name="connsiteX19" fmla="*/ 73580 w 246205"/>
                <a:gd name="connsiteY19" fmla="*/ 9456 h 207997"/>
                <a:gd name="connsiteX20" fmla="*/ 72302 w 246205"/>
                <a:gd name="connsiteY20" fmla="*/ 1795 h 207997"/>
                <a:gd name="connsiteX21" fmla="*/ 63995 w 246205"/>
                <a:gd name="connsiteY21" fmla="*/ 1156 h 207997"/>
                <a:gd name="connsiteX22" fmla="*/ 16710 w 246205"/>
                <a:gd name="connsiteY22" fmla="*/ 33076 h 207997"/>
                <a:gd name="connsiteX23" fmla="*/ 96 w 246205"/>
                <a:gd name="connsiteY23" fmla="*/ 58612 h 207997"/>
                <a:gd name="connsiteX24" fmla="*/ 7764 w 246205"/>
                <a:gd name="connsiteY24" fmla="*/ 80318 h 207997"/>
                <a:gd name="connsiteX25" fmla="*/ 62078 w 246205"/>
                <a:gd name="connsiteY25" fmla="*/ 114153 h 207997"/>
                <a:gd name="connsiteX26" fmla="*/ 60800 w 246205"/>
                <a:gd name="connsiteY26" fmla="*/ 122452 h 207997"/>
                <a:gd name="connsiteX27" fmla="*/ 67190 w 246205"/>
                <a:gd name="connsiteY27" fmla="*/ 140966 h 207997"/>
                <a:gd name="connsiteX28" fmla="*/ 87638 w 246205"/>
                <a:gd name="connsiteY28" fmla="*/ 160118 h 207997"/>
                <a:gd name="connsiteX29" fmla="*/ 87638 w 246205"/>
                <a:gd name="connsiteY29" fmla="*/ 167778 h 207997"/>
                <a:gd name="connsiteX30" fmla="*/ 94667 w 246205"/>
                <a:gd name="connsiteY30" fmla="*/ 181185 h 207997"/>
                <a:gd name="connsiteX31" fmla="*/ 97862 w 246205"/>
                <a:gd name="connsiteY31" fmla="*/ 183738 h 207997"/>
                <a:gd name="connsiteX32" fmla="*/ 97862 w 246205"/>
                <a:gd name="connsiteY32" fmla="*/ 186292 h 207997"/>
                <a:gd name="connsiteX33" fmla="*/ 119588 w 246205"/>
                <a:gd name="connsiteY33" fmla="*/ 207997 h 207997"/>
                <a:gd name="connsiteX34" fmla="*/ 131090 w 246205"/>
                <a:gd name="connsiteY34" fmla="*/ 207997 h 207997"/>
                <a:gd name="connsiteX35" fmla="*/ 149620 w 246205"/>
                <a:gd name="connsiteY35" fmla="*/ 189484 h 207997"/>
                <a:gd name="connsiteX36" fmla="*/ 149620 w 246205"/>
                <a:gd name="connsiteY36" fmla="*/ 183738 h 207997"/>
                <a:gd name="connsiteX37" fmla="*/ 152815 w 246205"/>
                <a:gd name="connsiteY37" fmla="*/ 181185 h 207997"/>
                <a:gd name="connsiteX38" fmla="*/ 159844 w 246205"/>
                <a:gd name="connsiteY38" fmla="*/ 167778 h 207997"/>
                <a:gd name="connsiteX39" fmla="*/ 159844 w 246205"/>
                <a:gd name="connsiteY39" fmla="*/ 160118 h 207997"/>
                <a:gd name="connsiteX40" fmla="*/ 180292 w 246205"/>
                <a:gd name="connsiteY40" fmla="*/ 140966 h 207997"/>
                <a:gd name="connsiteX41" fmla="*/ 186682 w 246205"/>
                <a:gd name="connsiteY41" fmla="*/ 122452 h 207997"/>
                <a:gd name="connsiteX42" fmla="*/ 185404 w 246205"/>
                <a:gd name="connsiteY42" fmla="*/ 114153 h 207997"/>
                <a:gd name="connsiteX43" fmla="*/ 239719 w 246205"/>
                <a:gd name="connsiteY43" fmla="*/ 80318 h 207997"/>
                <a:gd name="connsiteX44" fmla="*/ 246108 w 246205"/>
                <a:gd name="connsiteY44" fmla="*/ 58612 h 207997"/>
                <a:gd name="connsiteX45" fmla="*/ 62078 w 246205"/>
                <a:gd name="connsiteY45" fmla="*/ 100746 h 207997"/>
                <a:gd name="connsiteX46" fmla="*/ 16071 w 246205"/>
                <a:gd name="connsiteY46" fmla="*/ 71380 h 207997"/>
                <a:gd name="connsiteX47" fmla="*/ 11598 w 246205"/>
                <a:gd name="connsiteY47" fmla="*/ 59889 h 207997"/>
                <a:gd name="connsiteX48" fmla="*/ 23100 w 246205"/>
                <a:gd name="connsiteY48" fmla="*/ 43291 h 207997"/>
                <a:gd name="connsiteX49" fmla="*/ 44186 w 246205"/>
                <a:gd name="connsiteY49" fmla="*/ 29246 h 207997"/>
                <a:gd name="connsiteX50" fmla="*/ 37796 w 246205"/>
                <a:gd name="connsiteY50" fmla="*/ 62443 h 207997"/>
                <a:gd name="connsiteX51" fmla="*/ 67190 w 246205"/>
                <a:gd name="connsiteY51" fmla="*/ 78403 h 207997"/>
                <a:gd name="connsiteX52" fmla="*/ 66551 w 246205"/>
                <a:gd name="connsiteY52" fmla="*/ 79679 h 207997"/>
                <a:gd name="connsiteX53" fmla="*/ 65912 w 246205"/>
                <a:gd name="connsiteY53" fmla="*/ 81594 h 207997"/>
                <a:gd name="connsiteX54" fmla="*/ 62078 w 246205"/>
                <a:gd name="connsiteY54" fmla="*/ 100746 h 207997"/>
                <a:gd name="connsiteX55" fmla="*/ 74858 w 246205"/>
                <a:gd name="connsiteY55" fmla="*/ 132028 h 207997"/>
                <a:gd name="connsiteX56" fmla="*/ 72302 w 246205"/>
                <a:gd name="connsiteY56" fmla="*/ 125006 h 207997"/>
                <a:gd name="connsiteX57" fmla="*/ 74858 w 246205"/>
                <a:gd name="connsiteY57" fmla="*/ 109684 h 207997"/>
                <a:gd name="connsiteX58" fmla="*/ 76775 w 246205"/>
                <a:gd name="connsiteY58" fmla="*/ 110961 h 207997"/>
                <a:gd name="connsiteX59" fmla="*/ 81248 w 246205"/>
                <a:gd name="connsiteY59" fmla="*/ 123090 h 207997"/>
                <a:gd name="connsiteX60" fmla="*/ 97862 w 246205"/>
                <a:gd name="connsiteY60" fmla="*/ 130113 h 207997"/>
                <a:gd name="connsiteX61" fmla="*/ 97862 w 246205"/>
                <a:gd name="connsiteY61" fmla="*/ 136497 h 207997"/>
                <a:gd name="connsiteX62" fmla="*/ 93389 w 246205"/>
                <a:gd name="connsiteY62" fmla="*/ 149265 h 207997"/>
                <a:gd name="connsiteX63" fmla="*/ 93389 w 246205"/>
                <a:gd name="connsiteY63" fmla="*/ 149265 h 207997"/>
                <a:gd name="connsiteX64" fmla="*/ 74858 w 246205"/>
                <a:gd name="connsiteY64" fmla="*/ 132028 h 207997"/>
                <a:gd name="connsiteX65" fmla="*/ 89555 w 246205"/>
                <a:gd name="connsiteY65" fmla="*/ 110322 h 207997"/>
                <a:gd name="connsiteX66" fmla="*/ 93389 w 246205"/>
                <a:gd name="connsiteY66" fmla="*/ 112876 h 207997"/>
                <a:gd name="connsiteX67" fmla="*/ 95945 w 246205"/>
                <a:gd name="connsiteY67" fmla="*/ 115430 h 207997"/>
                <a:gd name="connsiteX68" fmla="*/ 97223 w 246205"/>
                <a:gd name="connsiteY68" fmla="*/ 117345 h 207997"/>
                <a:gd name="connsiteX69" fmla="*/ 90833 w 246205"/>
                <a:gd name="connsiteY69" fmla="*/ 114791 h 207997"/>
                <a:gd name="connsiteX70" fmla="*/ 89555 w 246205"/>
                <a:gd name="connsiteY70" fmla="*/ 110322 h 207997"/>
                <a:gd name="connsiteX71" fmla="*/ 144508 w 246205"/>
                <a:gd name="connsiteY71" fmla="*/ 170970 h 207997"/>
                <a:gd name="connsiteX72" fmla="*/ 138758 w 246205"/>
                <a:gd name="connsiteY72" fmla="*/ 175439 h 207997"/>
                <a:gd name="connsiteX73" fmla="*/ 136202 w 246205"/>
                <a:gd name="connsiteY73" fmla="*/ 180546 h 207997"/>
                <a:gd name="connsiteX74" fmla="*/ 136202 w 246205"/>
                <a:gd name="connsiteY74" fmla="*/ 189484 h 207997"/>
                <a:gd name="connsiteX75" fmla="*/ 130451 w 246205"/>
                <a:gd name="connsiteY75" fmla="*/ 195230 h 207997"/>
                <a:gd name="connsiteX76" fmla="*/ 118949 w 246205"/>
                <a:gd name="connsiteY76" fmla="*/ 195230 h 207997"/>
                <a:gd name="connsiteX77" fmla="*/ 110003 w 246205"/>
                <a:gd name="connsiteY77" fmla="*/ 186292 h 207997"/>
                <a:gd name="connsiteX78" fmla="*/ 110003 w 246205"/>
                <a:gd name="connsiteY78" fmla="*/ 180546 h 207997"/>
                <a:gd name="connsiteX79" fmla="*/ 107447 w 246205"/>
                <a:gd name="connsiteY79" fmla="*/ 175439 h 207997"/>
                <a:gd name="connsiteX80" fmla="*/ 101696 w 246205"/>
                <a:gd name="connsiteY80" fmla="*/ 170970 h 207997"/>
                <a:gd name="connsiteX81" fmla="*/ 100418 w 246205"/>
                <a:gd name="connsiteY81" fmla="*/ 167778 h 207997"/>
                <a:gd name="connsiteX82" fmla="*/ 100418 w 246205"/>
                <a:gd name="connsiteY82" fmla="*/ 161394 h 207997"/>
                <a:gd name="connsiteX83" fmla="*/ 104252 w 246205"/>
                <a:gd name="connsiteY83" fmla="*/ 157564 h 207997"/>
                <a:gd name="connsiteX84" fmla="*/ 111920 w 246205"/>
                <a:gd name="connsiteY84" fmla="*/ 135858 h 207997"/>
                <a:gd name="connsiteX85" fmla="*/ 111920 w 246205"/>
                <a:gd name="connsiteY85" fmla="*/ 119898 h 207997"/>
                <a:gd name="connsiteX86" fmla="*/ 106808 w 246205"/>
                <a:gd name="connsiteY86" fmla="*/ 105854 h 207997"/>
                <a:gd name="connsiteX87" fmla="*/ 104252 w 246205"/>
                <a:gd name="connsiteY87" fmla="*/ 103300 h 207997"/>
                <a:gd name="connsiteX88" fmla="*/ 88916 w 246205"/>
                <a:gd name="connsiteY88" fmla="*/ 96278 h 207997"/>
                <a:gd name="connsiteX89" fmla="*/ 79331 w 246205"/>
                <a:gd name="connsiteY89" fmla="*/ 96278 h 207997"/>
                <a:gd name="connsiteX90" fmla="*/ 78053 w 246205"/>
                <a:gd name="connsiteY90" fmla="*/ 96278 h 207997"/>
                <a:gd name="connsiteX91" fmla="*/ 79970 w 246205"/>
                <a:gd name="connsiteY91" fmla="*/ 83510 h 207997"/>
                <a:gd name="connsiteX92" fmla="*/ 80609 w 246205"/>
                <a:gd name="connsiteY92" fmla="*/ 79041 h 207997"/>
                <a:gd name="connsiteX93" fmla="*/ 85082 w 246205"/>
                <a:gd name="connsiteY93" fmla="*/ 74572 h 207997"/>
                <a:gd name="connsiteX94" fmla="*/ 108725 w 246205"/>
                <a:gd name="connsiteY94" fmla="*/ 65635 h 207997"/>
                <a:gd name="connsiteX95" fmla="*/ 120866 w 246205"/>
                <a:gd name="connsiteY95" fmla="*/ 63081 h 207997"/>
                <a:gd name="connsiteX96" fmla="*/ 125978 w 246205"/>
                <a:gd name="connsiteY96" fmla="*/ 63081 h 207997"/>
                <a:gd name="connsiteX97" fmla="*/ 138119 w 246205"/>
                <a:gd name="connsiteY97" fmla="*/ 65635 h 207997"/>
                <a:gd name="connsiteX98" fmla="*/ 161761 w 246205"/>
                <a:gd name="connsiteY98" fmla="*/ 74572 h 207997"/>
                <a:gd name="connsiteX99" fmla="*/ 166234 w 246205"/>
                <a:gd name="connsiteY99" fmla="*/ 79041 h 207997"/>
                <a:gd name="connsiteX100" fmla="*/ 167512 w 246205"/>
                <a:gd name="connsiteY100" fmla="*/ 83510 h 207997"/>
                <a:gd name="connsiteX101" fmla="*/ 169429 w 246205"/>
                <a:gd name="connsiteY101" fmla="*/ 96278 h 207997"/>
                <a:gd name="connsiteX102" fmla="*/ 168790 w 246205"/>
                <a:gd name="connsiteY102" fmla="*/ 96278 h 207997"/>
                <a:gd name="connsiteX103" fmla="*/ 159205 w 246205"/>
                <a:gd name="connsiteY103" fmla="*/ 96278 h 207997"/>
                <a:gd name="connsiteX104" fmla="*/ 143869 w 246205"/>
                <a:gd name="connsiteY104" fmla="*/ 103300 h 207997"/>
                <a:gd name="connsiteX105" fmla="*/ 141314 w 246205"/>
                <a:gd name="connsiteY105" fmla="*/ 105854 h 207997"/>
                <a:gd name="connsiteX106" fmla="*/ 136202 w 246205"/>
                <a:gd name="connsiteY106" fmla="*/ 119898 h 207997"/>
                <a:gd name="connsiteX107" fmla="*/ 136202 w 246205"/>
                <a:gd name="connsiteY107" fmla="*/ 135858 h 207997"/>
                <a:gd name="connsiteX108" fmla="*/ 144508 w 246205"/>
                <a:gd name="connsiteY108" fmla="*/ 157564 h 207997"/>
                <a:gd name="connsiteX109" fmla="*/ 147703 w 246205"/>
                <a:gd name="connsiteY109" fmla="*/ 160756 h 207997"/>
                <a:gd name="connsiteX110" fmla="*/ 147703 w 246205"/>
                <a:gd name="connsiteY110" fmla="*/ 167140 h 207997"/>
                <a:gd name="connsiteX111" fmla="*/ 144508 w 246205"/>
                <a:gd name="connsiteY111" fmla="*/ 170970 h 207997"/>
                <a:gd name="connsiteX112" fmla="*/ 156010 w 246205"/>
                <a:gd name="connsiteY112" fmla="*/ 110322 h 207997"/>
                <a:gd name="connsiteX113" fmla="*/ 154732 w 246205"/>
                <a:gd name="connsiteY113" fmla="*/ 114791 h 207997"/>
                <a:gd name="connsiteX114" fmla="*/ 148342 w 246205"/>
                <a:gd name="connsiteY114" fmla="*/ 117345 h 207997"/>
                <a:gd name="connsiteX115" fmla="*/ 149620 w 246205"/>
                <a:gd name="connsiteY115" fmla="*/ 115430 h 207997"/>
                <a:gd name="connsiteX116" fmla="*/ 152176 w 246205"/>
                <a:gd name="connsiteY116" fmla="*/ 112876 h 207997"/>
                <a:gd name="connsiteX117" fmla="*/ 156010 w 246205"/>
                <a:gd name="connsiteY117" fmla="*/ 110322 h 207997"/>
                <a:gd name="connsiteX118" fmla="*/ 170068 w 246205"/>
                <a:gd name="connsiteY118" fmla="*/ 132028 h 207997"/>
                <a:gd name="connsiteX119" fmla="*/ 151537 w 246205"/>
                <a:gd name="connsiteY119" fmla="*/ 149265 h 207997"/>
                <a:gd name="connsiteX120" fmla="*/ 147064 w 246205"/>
                <a:gd name="connsiteY120" fmla="*/ 136497 h 207997"/>
                <a:gd name="connsiteX121" fmla="*/ 147064 w 246205"/>
                <a:gd name="connsiteY121" fmla="*/ 130113 h 207997"/>
                <a:gd name="connsiteX122" fmla="*/ 163678 w 246205"/>
                <a:gd name="connsiteY122" fmla="*/ 123090 h 207997"/>
                <a:gd name="connsiteX123" fmla="*/ 168151 w 246205"/>
                <a:gd name="connsiteY123" fmla="*/ 110961 h 207997"/>
                <a:gd name="connsiteX124" fmla="*/ 170068 w 246205"/>
                <a:gd name="connsiteY124" fmla="*/ 109684 h 207997"/>
                <a:gd name="connsiteX125" fmla="*/ 172624 w 246205"/>
                <a:gd name="connsiteY125" fmla="*/ 125006 h 207997"/>
                <a:gd name="connsiteX126" fmla="*/ 170068 w 246205"/>
                <a:gd name="connsiteY126" fmla="*/ 132028 h 207997"/>
                <a:gd name="connsiteX127" fmla="*/ 228856 w 246205"/>
                <a:gd name="connsiteY127" fmla="*/ 72019 h 207997"/>
                <a:gd name="connsiteX128" fmla="*/ 182848 w 246205"/>
                <a:gd name="connsiteY128" fmla="*/ 101385 h 207997"/>
                <a:gd name="connsiteX129" fmla="*/ 179014 w 246205"/>
                <a:gd name="connsiteY129" fmla="*/ 82871 h 207997"/>
                <a:gd name="connsiteX130" fmla="*/ 178375 w 246205"/>
                <a:gd name="connsiteY130" fmla="*/ 80318 h 207997"/>
                <a:gd name="connsiteX131" fmla="*/ 177736 w 246205"/>
                <a:gd name="connsiteY131" fmla="*/ 79041 h 207997"/>
                <a:gd name="connsiteX132" fmla="*/ 207130 w 246205"/>
                <a:gd name="connsiteY132" fmla="*/ 63081 h 207997"/>
                <a:gd name="connsiteX133" fmla="*/ 200740 w 246205"/>
                <a:gd name="connsiteY133" fmla="*/ 29884 h 207997"/>
                <a:gd name="connsiteX134" fmla="*/ 221188 w 246205"/>
                <a:gd name="connsiteY134" fmla="*/ 43929 h 207997"/>
                <a:gd name="connsiteX135" fmla="*/ 232690 w 246205"/>
                <a:gd name="connsiteY135" fmla="*/ 60527 h 207997"/>
                <a:gd name="connsiteX136" fmla="*/ 228856 w 246205"/>
                <a:gd name="connsiteY136" fmla="*/ 72019 h 207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246205" h="207997">
                  <a:moveTo>
                    <a:pt x="246108" y="58612"/>
                  </a:moveTo>
                  <a:cubicBezTo>
                    <a:pt x="244192" y="43929"/>
                    <a:pt x="230134" y="33076"/>
                    <a:pt x="229495" y="33076"/>
                  </a:cubicBezTo>
                  <a:lnTo>
                    <a:pt x="182848" y="1156"/>
                  </a:lnTo>
                  <a:cubicBezTo>
                    <a:pt x="180292" y="-759"/>
                    <a:pt x="177097" y="-120"/>
                    <a:pt x="174541" y="1795"/>
                  </a:cubicBezTo>
                  <a:cubicBezTo>
                    <a:pt x="172624" y="3710"/>
                    <a:pt x="171985" y="6902"/>
                    <a:pt x="173263" y="9456"/>
                  </a:cubicBezTo>
                  <a:lnTo>
                    <a:pt x="184126" y="27331"/>
                  </a:lnTo>
                  <a:cubicBezTo>
                    <a:pt x="184126" y="27331"/>
                    <a:pt x="184126" y="27969"/>
                    <a:pt x="184765" y="27969"/>
                  </a:cubicBezTo>
                  <a:cubicBezTo>
                    <a:pt x="192433" y="37545"/>
                    <a:pt x="199462" y="51590"/>
                    <a:pt x="196906" y="55420"/>
                  </a:cubicBezTo>
                  <a:cubicBezTo>
                    <a:pt x="193711" y="60527"/>
                    <a:pt x="180292" y="64996"/>
                    <a:pt x="171346" y="66911"/>
                  </a:cubicBezTo>
                  <a:cubicBezTo>
                    <a:pt x="170068" y="65635"/>
                    <a:pt x="168151" y="64358"/>
                    <a:pt x="166234" y="63719"/>
                  </a:cubicBezTo>
                  <a:lnTo>
                    <a:pt x="142592" y="54782"/>
                  </a:lnTo>
                  <a:cubicBezTo>
                    <a:pt x="137480" y="52867"/>
                    <a:pt x="131729" y="51590"/>
                    <a:pt x="125978" y="51590"/>
                  </a:cubicBezTo>
                  <a:lnTo>
                    <a:pt x="120866" y="51590"/>
                  </a:lnTo>
                  <a:cubicBezTo>
                    <a:pt x="115115" y="51590"/>
                    <a:pt x="109364" y="52867"/>
                    <a:pt x="104252" y="54782"/>
                  </a:cubicBezTo>
                  <a:lnTo>
                    <a:pt x="80609" y="63719"/>
                  </a:lnTo>
                  <a:cubicBezTo>
                    <a:pt x="78692" y="64358"/>
                    <a:pt x="76775" y="65635"/>
                    <a:pt x="75497" y="66911"/>
                  </a:cubicBezTo>
                  <a:cubicBezTo>
                    <a:pt x="66551" y="64996"/>
                    <a:pt x="53132" y="61166"/>
                    <a:pt x="49937" y="55420"/>
                  </a:cubicBezTo>
                  <a:cubicBezTo>
                    <a:pt x="47381" y="51590"/>
                    <a:pt x="54410" y="37545"/>
                    <a:pt x="62078" y="27969"/>
                  </a:cubicBezTo>
                  <a:cubicBezTo>
                    <a:pt x="62078" y="27969"/>
                    <a:pt x="62078" y="27331"/>
                    <a:pt x="62717" y="27331"/>
                  </a:cubicBezTo>
                  <a:lnTo>
                    <a:pt x="73580" y="9456"/>
                  </a:lnTo>
                  <a:cubicBezTo>
                    <a:pt x="74858" y="6902"/>
                    <a:pt x="74858" y="3710"/>
                    <a:pt x="72302" y="1795"/>
                  </a:cubicBezTo>
                  <a:cubicBezTo>
                    <a:pt x="70385" y="-120"/>
                    <a:pt x="66551" y="-759"/>
                    <a:pt x="63995" y="1156"/>
                  </a:cubicBezTo>
                  <a:lnTo>
                    <a:pt x="16710" y="33076"/>
                  </a:lnTo>
                  <a:cubicBezTo>
                    <a:pt x="16071" y="33715"/>
                    <a:pt x="2013" y="43929"/>
                    <a:pt x="96" y="58612"/>
                  </a:cubicBezTo>
                  <a:cubicBezTo>
                    <a:pt x="-543" y="66273"/>
                    <a:pt x="2013" y="73295"/>
                    <a:pt x="7764" y="80318"/>
                  </a:cubicBezTo>
                  <a:cubicBezTo>
                    <a:pt x="23100" y="97554"/>
                    <a:pt x="51854" y="110322"/>
                    <a:pt x="62078" y="114153"/>
                  </a:cubicBezTo>
                  <a:lnTo>
                    <a:pt x="60800" y="122452"/>
                  </a:lnTo>
                  <a:cubicBezTo>
                    <a:pt x="59522" y="129474"/>
                    <a:pt x="62078" y="136497"/>
                    <a:pt x="67190" y="140966"/>
                  </a:cubicBezTo>
                  <a:lnTo>
                    <a:pt x="87638" y="160118"/>
                  </a:lnTo>
                  <a:lnTo>
                    <a:pt x="87638" y="167778"/>
                  </a:lnTo>
                  <a:cubicBezTo>
                    <a:pt x="87638" y="172886"/>
                    <a:pt x="90194" y="177993"/>
                    <a:pt x="94667" y="181185"/>
                  </a:cubicBezTo>
                  <a:lnTo>
                    <a:pt x="97862" y="183738"/>
                  </a:lnTo>
                  <a:lnTo>
                    <a:pt x="97862" y="186292"/>
                  </a:lnTo>
                  <a:cubicBezTo>
                    <a:pt x="97862" y="198421"/>
                    <a:pt x="107447" y="207997"/>
                    <a:pt x="119588" y="207997"/>
                  </a:cubicBezTo>
                  <a:lnTo>
                    <a:pt x="131090" y="207997"/>
                  </a:lnTo>
                  <a:cubicBezTo>
                    <a:pt x="141314" y="207997"/>
                    <a:pt x="149620" y="199698"/>
                    <a:pt x="149620" y="189484"/>
                  </a:cubicBezTo>
                  <a:lnTo>
                    <a:pt x="149620" y="183738"/>
                  </a:lnTo>
                  <a:lnTo>
                    <a:pt x="152815" y="181185"/>
                  </a:lnTo>
                  <a:cubicBezTo>
                    <a:pt x="157288" y="177993"/>
                    <a:pt x="159844" y="172886"/>
                    <a:pt x="159844" y="167778"/>
                  </a:cubicBezTo>
                  <a:lnTo>
                    <a:pt x="159844" y="160118"/>
                  </a:lnTo>
                  <a:lnTo>
                    <a:pt x="180292" y="140966"/>
                  </a:lnTo>
                  <a:cubicBezTo>
                    <a:pt x="185404" y="136497"/>
                    <a:pt x="187960" y="129474"/>
                    <a:pt x="186682" y="122452"/>
                  </a:cubicBezTo>
                  <a:lnTo>
                    <a:pt x="185404" y="114153"/>
                  </a:lnTo>
                  <a:cubicBezTo>
                    <a:pt x="195628" y="110322"/>
                    <a:pt x="224383" y="97554"/>
                    <a:pt x="239719" y="80318"/>
                  </a:cubicBezTo>
                  <a:cubicBezTo>
                    <a:pt x="244192" y="73934"/>
                    <a:pt x="246747" y="66273"/>
                    <a:pt x="246108" y="58612"/>
                  </a:cubicBezTo>
                  <a:close/>
                  <a:moveTo>
                    <a:pt x="62078" y="100746"/>
                  </a:moveTo>
                  <a:cubicBezTo>
                    <a:pt x="50576" y="95639"/>
                    <a:pt x="28212" y="84786"/>
                    <a:pt x="16071" y="71380"/>
                  </a:cubicBezTo>
                  <a:cubicBezTo>
                    <a:pt x="12876" y="67550"/>
                    <a:pt x="10959" y="63719"/>
                    <a:pt x="11598" y="59889"/>
                  </a:cubicBezTo>
                  <a:cubicBezTo>
                    <a:pt x="12237" y="52228"/>
                    <a:pt x="19905" y="45206"/>
                    <a:pt x="23100" y="43291"/>
                  </a:cubicBezTo>
                  <a:lnTo>
                    <a:pt x="44186" y="29246"/>
                  </a:lnTo>
                  <a:cubicBezTo>
                    <a:pt x="37796" y="38822"/>
                    <a:pt x="31407" y="52867"/>
                    <a:pt x="37796" y="62443"/>
                  </a:cubicBezTo>
                  <a:cubicBezTo>
                    <a:pt x="43548" y="71380"/>
                    <a:pt x="58244" y="76487"/>
                    <a:pt x="67190" y="78403"/>
                  </a:cubicBezTo>
                  <a:cubicBezTo>
                    <a:pt x="67190" y="79041"/>
                    <a:pt x="66551" y="79041"/>
                    <a:pt x="66551" y="79679"/>
                  </a:cubicBezTo>
                  <a:lnTo>
                    <a:pt x="65912" y="81594"/>
                  </a:lnTo>
                  <a:lnTo>
                    <a:pt x="62078" y="100746"/>
                  </a:lnTo>
                  <a:close/>
                  <a:moveTo>
                    <a:pt x="74858" y="132028"/>
                  </a:moveTo>
                  <a:cubicBezTo>
                    <a:pt x="72941" y="130113"/>
                    <a:pt x="71663" y="127559"/>
                    <a:pt x="72302" y="125006"/>
                  </a:cubicBezTo>
                  <a:lnTo>
                    <a:pt x="74858" y="109684"/>
                  </a:lnTo>
                  <a:lnTo>
                    <a:pt x="76775" y="110961"/>
                  </a:lnTo>
                  <a:cubicBezTo>
                    <a:pt x="76775" y="114153"/>
                    <a:pt x="77414" y="119260"/>
                    <a:pt x="81248" y="123090"/>
                  </a:cubicBezTo>
                  <a:cubicBezTo>
                    <a:pt x="85082" y="127559"/>
                    <a:pt x="90833" y="130113"/>
                    <a:pt x="97862" y="130113"/>
                  </a:cubicBezTo>
                  <a:lnTo>
                    <a:pt x="97862" y="136497"/>
                  </a:lnTo>
                  <a:cubicBezTo>
                    <a:pt x="97862" y="141604"/>
                    <a:pt x="95945" y="146073"/>
                    <a:pt x="93389" y="149265"/>
                  </a:cubicBezTo>
                  <a:lnTo>
                    <a:pt x="93389" y="149265"/>
                  </a:lnTo>
                  <a:lnTo>
                    <a:pt x="74858" y="132028"/>
                  </a:lnTo>
                  <a:close/>
                  <a:moveTo>
                    <a:pt x="89555" y="110322"/>
                  </a:moveTo>
                  <a:cubicBezTo>
                    <a:pt x="90833" y="110961"/>
                    <a:pt x="92750" y="111599"/>
                    <a:pt x="93389" y="112876"/>
                  </a:cubicBezTo>
                  <a:lnTo>
                    <a:pt x="95945" y="115430"/>
                  </a:lnTo>
                  <a:cubicBezTo>
                    <a:pt x="96584" y="116068"/>
                    <a:pt x="97223" y="116706"/>
                    <a:pt x="97223" y="117345"/>
                  </a:cubicBezTo>
                  <a:cubicBezTo>
                    <a:pt x="94667" y="117345"/>
                    <a:pt x="92111" y="116068"/>
                    <a:pt x="90833" y="114791"/>
                  </a:cubicBezTo>
                  <a:cubicBezTo>
                    <a:pt x="89555" y="113514"/>
                    <a:pt x="89555" y="111599"/>
                    <a:pt x="89555" y="110322"/>
                  </a:cubicBezTo>
                  <a:close/>
                  <a:moveTo>
                    <a:pt x="144508" y="170970"/>
                  </a:moveTo>
                  <a:lnTo>
                    <a:pt x="138758" y="175439"/>
                  </a:lnTo>
                  <a:cubicBezTo>
                    <a:pt x="136840" y="176716"/>
                    <a:pt x="136202" y="178631"/>
                    <a:pt x="136202" y="180546"/>
                  </a:cubicBezTo>
                  <a:lnTo>
                    <a:pt x="136202" y="189484"/>
                  </a:lnTo>
                  <a:cubicBezTo>
                    <a:pt x="136202" y="192676"/>
                    <a:pt x="133646" y="195230"/>
                    <a:pt x="130451" y="195230"/>
                  </a:cubicBezTo>
                  <a:lnTo>
                    <a:pt x="118949" y="195230"/>
                  </a:lnTo>
                  <a:cubicBezTo>
                    <a:pt x="113837" y="195230"/>
                    <a:pt x="110003" y="191399"/>
                    <a:pt x="110003" y="186292"/>
                  </a:cubicBezTo>
                  <a:lnTo>
                    <a:pt x="110003" y="180546"/>
                  </a:lnTo>
                  <a:cubicBezTo>
                    <a:pt x="110003" y="178631"/>
                    <a:pt x="108725" y="176716"/>
                    <a:pt x="107447" y="175439"/>
                  </a:cubicBezTo>
                  <a:lnTo>
                    <a:pt x="101696" y="170970"/>
                  </a:lnTo>
                  <a:cubicBezTo>
                    <a:pt x="100418" y="170332"/>
                    <a:pt x="100418" y="169055"/>
                    <a:pt x="100418" y="167778"/>
                  </a:cubicBezTo>
                  <a:lnTo>
                    <a:pt x="100418" y="161394"/>
                  </a:lnTo>
                  <a:lnTo>
                    <a:pt x="104252" y="157564"/>
                  </a:lnTo>
                  <a:cubicBezTo>
                    <a:pt x="109364" y="151818"/>
                    <a:pt x="111920" y="144158"/>
                    <a:pt x="111920" y="135858"/>
                  </a:cubicBezTo>
                  <a:lnTo>
                    <a:pt x="111920" y="119898"/>
                  </a:lnTo>
                  <a:cubicBezTo>
                    <a:pt x="111920" y="114791"/>
                    <a:pt x="110003" y="109684"/>
                    <a:pt x="106808" y="105854"/>
                  </a:cubicBezTo>
                  <a:lnTo>
                    <a:pt x="104252" y="103300"/>
                  </a:lnTo>
                  <a:cubicBezTo>
                    <a:pt x="100418" y="98831"/>
                    <a:pt x="94667" y="96278"/>
                    <a:pt x="88916" y="96278"/>
                  </a:cubicBezTo>
                  <a:lnTo>
                    <a:pt x="79331" y="96278"/>
                  </a:lnTo>
                  <a:cubicBezTo>
                    <a:pt x="78692" y="96278"/>
                    <a:pt x="78692" y="96278"/>
                    <a:pt x="78053" y="96278"/>
                  </a:cubicBezTo>
                  <a:lnTo>
                    <a:pt x="79970" y="83510"/>
                  </a:lnTo>
                  <a:lnTo>
                    <a:pt x="80609" y="79041"/>
                  </a:lnTo>
                  <a:cubicBezTo>
                    <a:pt x="81248" y="77126"/>
                    <a:pt x="83165" y="75211"/>
                    <a:pt x="85082" y="74572"/>
                  </a:cubicBezTo>
                  <a:lnTo>
                    <a:pt x="108725" y="65635"/>
                  </a:lnTo>
                  <a:cubicBezTo>
                    <a:pt x="112559" y="64358"/>
                    <a:pt x="117032" y="63081"/>
                    <a:pt x="120866" y="63081"/>
                  </a:cubicBezTo>
                  <a:lnTo>
                    <a:pt x="125978" y="63081"/>
                  </a:lnTo>
                  <a:cubicBezTo>
                    <a:pt x="130451" y="63081"/>
                    <a:pt x="134285" y="63719"/>
                    <a:pt x="138119" y="65635"/>
                  </a:cubicBezTo>
                  <a:lnTo>
                    <a:pt x="161761" y="74572"/>
                  </a:lnTo>
                  <a:cubicBezTo>
                    <a:pt x="163678" y="75211"/>
                    <a:pt x="165595" y="77126"/>
                    <a:pt x="166234" y="79041"/>
                  </a:cubicBezTo>
                  <a:lnTo>
                    <a:pt x="167512" y="83510"/>
                  </a:lnTo>
                  <a:lnTo>
                    <a:pt x="169429" y="96278"/>
                  </a:lnTo>
                  <a:lnTo>
                    <a:pt x="168790" y="96278"/>
                  </a:lnTo>
                  <a:lnTo>
                    <a:pt x="159205" y="96278"/>
                  </a:lnTo>
                  <a:cubicBezTo>
                    <a:pt x="153454" y="96278"/>
                    <a:pt x="147703" y="98831"/>
                    <a:pt x="143869" y="103300"/>
                  </a:cubicBezTo>
                  <a:lnTo>
                    <a:pt x="141314" y="105854"/>
                  </a:lnTo>
                  <a:cubicBezTo>
                    <a:pt x="138119" y="109684"/>
                    <a:pt x="136202" y="114791"/>
                    <a:pt x="136202" y="119898"/>
                  </a:cubicBezTo>
                  <a:lnTo>
                    <a:pt x="136202" y="135858"/>
                  </a:lnTo>
                  <a:cubicBezTo>
                    <a:pt x="136202" y="143519"/>
                    <a:pt x="138758" y="151180"/>
                    <a:pt x="144508" y="157564"/>
                  </a:cubicBezTo>
                  <a:lnTo>
                    <a:pt x="147703" y="160756"/>
                  </a:lnTo>
                  <a:lnTo>
                    <a:pt x="147703" y="167140"/>
                  </a:lnTo>
                  <a:cubicBezTo>
                    <a:pt x="145787" y="169055"/>
                    <a:pt x="145148" y="170332"/>
                    <a:pt x="144508" y="170970"/>
                  </a:cubicBezTo>
                  <a:close/>
                  <a:moveTo>
                    <a:pt x="156010" y="110322"/>
                  </a:moveTo>
                  <a:cubicBezTo>
                    <a:pt x="156010" y="111599"/>
                    <a:pt x="156010" y="113514"/>
                    <a:pt x="154732" y="114791"/>
                  </a:cubicBezTo>
                  <a:cubicBezTo>
                    <a:pt x="153454" y="116706"/>
                    <a:pt x="150898" y="117345"/>
                    <a:pt x="148342" y="117345"/>
                  </a:cubicBezTo>
                  <a:cubicBezTo>
                    <a:pt x="148982" y="116706"/>
                    <a:pt x="148982" y="116068"/>
                    <a:pt x="149620" y="115430"/>
                  </a:cubicBezTo>
                  <a:lnTo>
                    <a:pt x="152176" y="112876"/>
                  </a:lnTo>
                  <a:cubicBezTo>
                    <a:pt x="152815" y="111599"/>
                    <a:pt x="154093" y="110322"/>
                    <a:pt x="156010" y="110322"/>
                  </a:cubicBezTo>
                  <a:close/>
                  <a:moveTo>
                    <a:pt x="170068" y="132028"/>
                  </a:moveTo>
                  <a:lnTo>
                    <a:pt x="151537" y="149265"/>
                  </a:lnTo>
                  <a:cubicBezTo>
                    <a:pt x="148342" y="145434"/>
                    <a:pt x="147064" y="140966"/>
                    <a:pt x="147064" y="136497"/>
                  </a:cubicBezTo>
                  <a:lnTo>
                    <a:pt x="147064" y="130113"/>
                  </a:lnTo>
                  <a:cubicBezTo>
                    <a:pt x="154732" y="129474"/>
                    <a:pt x="159844" y="127559"/>
                    <a:pt x="163678" y="123090"/>
                  </a:cubicBezTo>
                  <a:cubicBezTo>
                    <a:pt x="166873" y="118622"/>
                    <a:pt x="168151" y="114153"/>
                    <a:pt x="168151" y="110961"/>
                  </a:cubicBezTo>
                  <a:lnTo>
                    <a:pt x="170068" y="109684"/>
                  </a:lnTo>
                  <a:lnTo>
                    <a:pt x="172624" y="125006"/>
                  </a:lnTo>
                  <a:cubicBezTo>
                    <a:pt x="173263" y="127559"/>
                    <a:pt x="172624" y="130113"/>
                    <a:pt x="170068" y="132028"/>
                  </a:cubicBezTo>
                  <a:close/>
                  <a:moveTo>
                    <a:pt x="228856" y="72019"/>
                  </a:moveTo>
                  <a:cubicBezTo>
                    <a:pt x="217354" y="85425"/>
                    <a:pt x="194350" y="96278"/>
                    <a:pt x="182848" y="101385"/>
                  </a:cubicBezTo>
                  <a:lnTo>
                    <a:pt x="179014" y="82871"/>
                  </a:lnTo>
                  <a:lnTo>
                    <a:pt x="178375" y="80318"/>
                  </a:lnTo>
                  <a:cubicBezTo>
                    <a:pt x="178375" y="79679"/>
                    <a:pt x="178375" y="79679"/>
                    <a:pt x="177736" y="79041"/>
                  </a:cubicBezTo>
                  <a:cubicBezTo>
                    <a:pt x="186682" y="77126"/>
                    <a:pt x="201379" y="72019"/>
                    <a:pt x="207130" y="63081"/>
                  </a:cubicBezTo>
                  <a:cubicBezTo>
                    <a:pt x="213520" y="53505"/>
                    <a:pt x="207130" y="39460"/>
                    <a:pt x="200740" y="29884"/>
                  </a:cubicBezTo>
                  <a:lnTo>
                    <a:pt x="221188" y="43929"/>
                  </a:lnTo>
                  <a:cubicBezTo>
                    <a:pt x="224383" y="45844"/>
                    <a:pt x="232051" y="52867"/>
                    <a:pt x="232690" y="60527"/>
                  </a:cubicBezTo>
                  <a:cubicBezTo>
                    <a:pt x="233329" y="64358"/>
                    <a:pt x="232051" y="68188"/>
                    <a:pt x="228856" y="72019"/>
                  </a:cubicBezTo>
                  <a:close/>
                </a:path>
              </a:pathLst>
            </a:custGeom>
            <a:solidFill>
              <a:srgbClr val="046A38"/>
            </a:solidFill>
            <a:ln w="6390" cap="flat">
              <a:noFill/>
              <a:prstDash val="solid"/>
              <a:miter/>
            </a:ln>
          </p:spPr>
          <p:txBody>
            <a:bodyPr rtlCol="0" anchor="ctr"/>
            <a:lstStyle/>
            <a:p>
              <a:endParaRPr lang="en-US"/>
            </a:p>
          </p:txBody>
        </p:sp>
      </p:grpSp>
      <p:grpSp>
        <p:nvGrpSpPr>
          <p:cNvPr id="686" name="Graphic 6">
            <a:extLst>
              <a:ext uri="{FF2B5EF4-FFF2-40B4-BE49-F238E27FC236}">
                <a16:creationId xmlns:a16="http://schemas.microsoft.com/office/drawing/2014/main" id="{F6418778-5C67-EC42-8007-62BCD3AE50C8}"/>
              </a:ext>
            </a:extLst>
          </p:cNvPr>
          <p:cNvGrpSpPr/>
          <p:nvPr/>
        </p:nvGrpSpPr>
        <p:grpSpPr>
          <a:xfrm>
            <a:off x="2561086" y="916264"/>
            <a:ext cx="362309" cy="361971"/>
            <a:chOff x="2561086" y="916264"/>
            <a:chExt cx="362309" cy="361971"/>
          </a:xfrm>
          <a:solidFill>
            <a:srgbClr val="046A38"/>
          </a:solidFill>
        </p:grpSpPr>
        <p:sp>
          <p:nvSpPr>
            <p:cNvPr id="687" name="Graphic 6">
              <a:extLst>
                <a:ext uri="{FF2B5EF4-FFF2-40B4-BE49-F238E27FC236}">
                  <a16:creationId xmlns:a16="http://schemas.microsoft.com/office/drawing/2014/main" id="{6AD5D6FD-7266-314F-BD3E-9DA639D6142C}"/>
                </a:ext>
              </a:extLst>
            </p:cNvPr>
            <p:cNvSpPr/>
            <p:nvPr/>
          </p:nvSpPr>
          <p:spPr>
            <a:xfrm>
              <a:off x="2561086" y="916264"/>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181474 w 362309"/>
                <a:gd name="connsiteY4" fmla="*/ 0 h 361971"/>
                <a:gd name="connsiteX5" fmla="*/ 181474 w 362309"/>
                <a:gd name="connsiteY5" fmla="*/ 349204 h 361971"/>
                <a:gd name="connsiteX6" fmla="*/ 13419 w 362309"/>
                <a:gd name="connsiteY6" fmla="*/ 180667 h 361971"/>
                <a:gd name="connsiteX7" fmla="*/ 182113 w 362309"/>
                <a:gd name="connsiteY7" fmla="*/ 12768 h 361971"/>
                <a:gd name="connsiteX8" fmla="*/ 350169 w 362309"/>
                <a:gd name="connsiteY8" fmla="*/ 181305 h 361971"/>
                <a:gd name="connsiteX9" fmla="*/ 181474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81077"/>
                    <a:pt x="281157" y="0"/>
                    <a:pt x="181474" y="0"/>
                  </a:cubicBezTo>
                  <a:close/>
                  <a:moveTo>
                    <a:pt x="181474" y="349204"/>
                  </a:moveTo>
                  <a:cubicBezTo>
                    <a:pt x="88820" y="349204"/>
                    <a:pt x="13419" y="273873"/>
                    <a:pt x="13419" y="180667"/>
                  </a:cubicBezTo>
                  <a:cubicBezTo>
                    <a:pt x="13419" y="87461"/>
                    <a:pt x="88820" y="12768"/>
                    <a:pt x="182113" y="12768"/>
                  </a:cubicBezTo>
                  <a:cubicBezTo>
                    <a:pt x="274767" y="12768"/>
                    <a:pt x="350169" y="88099"/>
                    <a:pt x="350169" y="181305"/>
                  </a:cubicBezTo>
                  <a:cubicBezTo>
                    <a:pt x="350169" y="274511"/>
                    <a:pt x="274128"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688" name="Graphic 6">
              <a:extLst>
                <a:ext uri="{FF2B5EF4-FFF2-40B4-BE49-F238E27FC236}">
                  <a16:creationId xmlns:a16="http://schemas.microsoft.com/office/drawing/2014/main" id="{190B4F26-F4AA-354E-BA33-8BCF9CF625E7}"/>
                </a:ext>
              </a:extLst>
            </p:cNvPr>
            <p:cNvSpPr/>
            <p:nvPr/>
          </p:nvSpPr>
          <p:spPr>
            <a:xfrm>
              <a:off x="2642951" y="1007515"/>
              <a:ext cx="199054" cy="179429"/>
            </a:xfrm>
            <a:custGeom>
              <a:avLst/>
              <a:gdLst>
                <a:gd name="connsiteX0" fmla="*/ 156480 w 199054"/>
                <a:gd name="connsiteY0" fmla="*/ 25576 h 179429"/>
                <a:gd name="connsiteX1" fmla="*/ 123253 w 199054"/>
                <a:gd name="connsiteY1" fmla="*/ 46004 h 179429"/>
                <a:gd name="connsiteX2" fmla="*/ 119419 w 199054"/>
                <a:gd name="connsiteY2" fmla="*/ 51750 h 179429"/>
                <a:gd name="connsiteX3" fmla="*/ 113668 w 199054"/>
                <a:gd name="connsiteY3" fmla="*/ 53665 h 179429"/>
                <a:gd name="connsiteX4" fmla="*/ 38266 w 199054"/>
                <a:gd name="connsiteY4" fmla="*/ 9616 h 179429"/>
                <a:gd name="connsiteX5" fmla="*/ 18458 w 199054"/>
                <a:gd name="connsiteY5" fmla="*/ 1317 h 179429"/>
                <a:gd name="connsiteX6" fmla="*/ 17819 w 199054"/>
                <a:gd name="connsiteY6" fmla="*/ 73456 h 179429"/>
                <a:gd name="connsiteX7" fmla="*/ 41461 w 199054"/>
                <a:gd name="connsiteY7" fmla="*/ 104099 h 179429"/>
                <a:gd name="connsiteX8" fmla="*/ 14624 w 199054"/>
                <a:gd name="connsiteY8" fmla="*/ 107929 h 179429"/>
                <a:gd name="connsiteX9" fmla="*/ 1844 w 199054"/>
                <a:gd name="connsiteY9" fmla="*/ 116867 h 179429"/>
                <a:gd name="connsiteX10" fmla="*/ 2483 w 199054"/>
                <a:gd name="connsiteY10" fmla="*/ 132188 h 179429"/>
                <a:gd name="connsiteX11" fmla="*/ 24848 w 199054"/>
                <a:gd name="connsiteY11" fmla="*/ 171131 h 179429"/>
                <a:gd name="connsiteX12" fmla="*/ 36349 w 199054"/>
                <a:gd name="connsiteY12" fmla="*/ 179430 h 179429"/>
                <a:gd name="connsiteX13" fmla="*/ 39544 w 199054"/>
                <a:gd name="connsiteY13" fmla="*/ 179430 h 179429"/>
                <a:gd name="connsiteX14" fmla="*/ 49768 w 199054"/>
                <a:gd name="connsiteY14" fmla="*/ 175599 h 179429"/>
                <a:gd name="connsiteX15" fmla="*/ 68938 w 199054"/>
                <a:gd name="connsiteY15" fmla="*/ 159639 h 179429"/>
                <a:gd name="connsiteX16" fmla="*/ 75328 w 199054"/>
                <a:gd name="connsiteY16" fmla="*/ 157724 h 179429"/>
                <a:gd name="connsiteX17" fmla="*/ 130921 w 199054"/>
                <a:gd name="connsiteY17" fmla="*/ 146233 h 179429"/>
                <a:gd name="connsiteX18" fmla="*/ 170538 w 199054"/>
                <a:gd name="connsiteY18" fmla="*/ 89416 h 179429"/>
                <a:gd name="connsiteX19" fmla="*/ 180123 w 199054"/>
                <a:gd name="connsiteY19" fmla="*/ 80478 h 179429"/>
                <a:gd name="connsiteX20" fmla="*/ 194820 w 199054"/>
                <a:gd name="connsiteY20" fmla="*/ 74732 h 179429"/>
                <a:gd name="connsiteX21" fmla="*/ 198654 w 199054"/>
                <a:gd name="connsiteY21" fmla="*/ 67072 h 179429"/>
                <a:gd name="connsiteX22" fmla="*/ 156480 w 199054"/>
                <a:gd name="connsiteY22" fmla="*/ 25576 h 179429"/>
                <a:gd name="connsiteX23" fmla="*/ 175650 w 199054"/>
                <a:gd name="connsiteY23" fmla="*/ 68348 h 179429"/>
                <a:gd name="connsiteX24" fmla="*/ 159036 w 199054"/>
                <a:gd name="connsiteY24" fmla="*/ 84308 h 179429"/>
                <a:gd name="connsiteX25" fmla="*/ 123892 w 199054"/>
                <a:gd name="connsiteY25" fmla="*/ 136019 h 179429"/>
                <a:gd name="connsiteX26" fmla="*/ 77245 w 199054"/>
                <a:gd name="connsiteY26" fmla="*/ 145595 h 179429"/>
                <a:gd name="connsiteX27" fmla="*/ 61270 w 199054"/>
                <a:gd name="connsiteY27" fmla="*/ 150063 h 179429"/>
                <a:gd name="connsiteX28" fmla="*/ 42100 w 199054"/>
                <a:gd name="connsiteY28" fmla="*/ 166023 h 179429"/>
                <a:gd name="connsiteX29" fmla="*/ 42100 w 199054"/>
                <a:gd name="connsiteY29" fmla="*/ 166023 h 179429"/>
                <a:gd name="connsiteX30" fmla="*/ 38905 w 199054"/>
                <a:gd name="connsiteY30" fmla="*/ 166662 h 179429"/>
                <a:gd name="connsiteX31" fmla="*/ 36349 w 199054"/>
                <a:gd name="connsiteY31" fmla="*/ 164747 h 179429"/>
                <a:gd name="connsiteX32" fmla="*/ 13985 w 199054"/>
                <a:gd name="connsiteY32" fmla="*/ 125804 h 179429"/>
                <a:gd name="connsiteX33" fmla="*/ 13985 w 199054"/>
                <a:gd name="connsiteY33" fmla="*/ 122612 h 179429"/>
                <a:gd name="connsiteX34" fmla="*/ 16541 w 199054"/>
                <a:gd name="connsiteY34" fmla="*/ 120697 h 179429"/>
                <a:gd name="connsiteX35" fmla="*/ 62548 w 199054"/>
                <a:gd name="connsiteY35" fmla="*/ 106652 h 179429"/>
                <a:gd name="connsiteX36" fmla="*/ 56797 w 199054"/>
                <a:gd name="connsiteY36" fmla="*/ 98353 h 179429"/>
                <a:gd name="connsiteX37" fmla="*/ 29959 w 199054"/>
                <a:gd name="connsiteY37" fmla="*/ 68987 h 179429"/>
                <a:gd name="connsiteX38" fmla="*/ 24209 w 199054"/>
                <a:gd name="connsiteY38" fmla="*/ 13446 h 179429"/>
                <a:gd name="connsiteX39" fmla="*/ 28682 w 199054"/>
                <a:gd name="connsiteY39" fmla="*/ 17915 h 179429"/>
                <a:gd name="connsiteX40" fmla="*/ 109195 w 199054"/>
                <a:gd name="connsiteY40" fmla="*/ 65795 h 179429"/>
                <a:gd name="connsiteX41" fmla="*/ 129642 w 199054"/>
                <a:gd name="connsiteY41" fmla="*/ 60049 h 179429"/>
                <a:gd name="connsiteX42" fmla="*/ 134116 w 199054"/>
                <a:gd name="connsiteY42" fmla="*/ 53027 h 179429"/>
                <a:gd name="connsiteX43" fmla="*/ 155841 w 199054"/>
                <a:gd name="connsiteY43" fmla="*/ 38344 h 179429"/>
                <a:gd name="connsiteX44" fmla="*/ 183957 w 199054"/>
                <a:gd name="connsiteY44" fmla="*/ 65156 h 179429"/>
                <a:gd name="connsiteX45" fmla="*/ 175650 w 199054"/>
                <a:gd name="connsiteY45" fmla="*/ 68348 h 17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99054" h="179429">
                  <a:moveTo>
                    <a:pt x="156480" y="25576"/>
                  </a:moveTo>
                  <a:cubicBezTo>
                    <a:pt x="136671" y="24299"/>
                    <a:pt x="129003" y="37067"/>
                    <a:pt x="123253" y="46004"/>
                  </a:cubicBezTo>
                  <a:cubicBezTo>
                    <a:pt x="121975" y="47920"/>
                    <a:pt x="120697" y="49835"/>
                    <a:pt x="119419" y="51750"/>
                  </a:cubicBezTo>
                  <a:cubicBezTo>
                    <a:pt x="118141" y="53665"/>
                    <a:pt x="115585" y="54304"/>
                    <a:pt x="113668" y="53665"/>
                  </a:cubicBezTo>
                  <a:cubicBezTo>
                    <a:pt x="93220" y="46643"/>
                    <a:pt x="54880" y="28768"/>
                    <a:pt x="38266" y="9616"/>
                  </a:cubicBezTo>
                  <a:cubicBezTo>
                    <a:pt x="30598" y="678"/>
                    <a:pt x="24209" y="-1875"/>
                    <a:pt x="18458" y="1317"/>
                  </a:cubicBezTo>
                  <a:cubicBezTo>
                    <a:pt x="2483" y="10254"/>
                    <a:pt x="15263" y="65795"/>
                    <a:pt x="17819" y="73456"/>
                  </a:cubicBezTo>
                  <a:cubicBezTo>
                    <a:pt x="19736" y="79201"/>
                    <a:pt x="29321" y="94523"/>
                    <a:pt x="41461" y="104099"/>
                  </a:cubicBezTo>
                  <a:cubicBezTo>
                    <a:pt x="35711" y="105376"/>
                    <a:pt x="27403" y="106652"/>
                    <a:pt x="14624" y="107929"/>
                  </a:cubicBezTo>
                  <a:cubicBezTo>
                    <a:pt x="8873" y="108568"/>
                    <a:pt x="4400" y="111760"/>
                    <a:pt x="1844" y="116867"/>
                  </a:cubicBezTo>
                  <a:cubicBezTo>
                    <a:pt x="-712" y="121974"/>
                    <a:pt x="-712" y="127719"/>
                    <a:pt x="2483" y="132188"/>
                  </a:cubicBezTo>
                  <a:lnTo>
                    <a:pt x="24848" y="171131"/>
                  </a:lnTo>
                  <a:cubicBezTo>
                    <a:pt x="27403" y="175599"/>
                    <a:pt x="31237" y="178153"/>
                    <a:pt x="36349" y="179430"/>
                  </a:cubicBezTo>
                  <a:cubicBezTo>
                    <a:pt x="37627" y="179430"/>
                    <a:pt x="38266" y="179430"/>
                    <a:pt x="39544" y="179430"/>
                  </a:cubicBezTo>
                  <a:cubicBezTo>
                    <a:pt x="43378" y="179430"/>
                    <a:pt x="47212" y="178153"/>
                    <a:pt x="49768" y="175599"/>
                  </a:cubicBezTo>
                  <a:lnTo>
                    <a:pt x="68938" y="159639"/>
                  </a:lnTo>
                  <a:cubicBezTo>
                    <a:pt x="70855" y="158363"/>
                    <a:pt x="72772" y="157724"/>
                    <a:pt x="75328" y="157724"/>
                  </a:cubicBezTo>
                  <a:cubicBezTo>
                    <a:pt x="88108" y="159639"/>
                    <a:pt x="112390" y="159639"/>
                    <a:pt x="130921" y="146233"/>
                  </a:cubicBezTo>
                  <a:cubicBezTo>
                    <a:pt x="148812" y="132827"/>
                    <a:pt x="163509" y="104737"/>
                    <a:pt x="170538" y="89416"/>
                  </a:cubicBezTo>
                  <a:cubicBezTo>
                    <a:pt x="172455" y="84947"/>
                    <a:pt x="175650" y="81755"/>
                    <a:pt x="180123" y="80478"/>
                  </a:cubicBezTo>
                  <a:lnTo>
                    <a:pt x="194820" y="74732"/>
                  </a:lnTo>
                  <a:cubicBezTo>
                    <a:pt x="198015" y="73456"/>
                    <a:pt x="199932" y="70264"/>
                    <a:pt x="198654" y="67072"/>
                  </a:cubicBezTo>
                  <a:cubicBezTo>
                    <a:pt x="198015" y="65156"/>
                    <a:pt x="185235" y="27491"/>
                    <a:pt x="156480" y="25576"/>
                  </a:cubicBezTo>
                  <a:close/>
                  <a:moveTo>
                    <a:pt x="175650" y="68348"/>
                  </a:moveTo>
                  <a:cubicBezTo>
                    <a:pt x="167982" y="70902"/>
                    <a:pt x="162231" y="76648"/>
                    <a:pt x="159036" y="84308"/>
                  </a:cubicBezTo>
                  <a:cubicBezTo>
                    <a:pt x="153924" y="95800"/>
                    <a:pt x="139866" y="123889"/>
                    <a:pt x="123892" y="136019"/>
                  </a:cubicBezTo>
                  <a:cubicBezTo>
                    <a:pt x="107917" y="148148"/>
                    <a:pt x="86191" y="146871"/>
                    <a:pt x="77245" y="145595"/>
                  </a:cubicBezTo>
                  <a:cubicBezTo>
                    <a:pt x="71494" y="144956"/>
                    <a:pt x="65743" y="146871"/>
                    <a:pt x="61270" y="150063"/>
                  </a:cubicBezTo>
                  <a:lnTo>
                    <a:pt x="42100" y="166023"/>
                  </a:lnTo>
                  <a:lnTo>
                    <a:pt x="42100" y="166023"/>
                  </a:lnTo>
                  <a:cubicBezTo>
                    <a:pt x="40822" y="166662"/>
                    <a:pt x="39544" y="166662"/>
                    <a:pt x="38905" y="166662"/>
                  </a:cubicBezTo>
                  <a:cubicBezTo>
                    <a:pt x="38266" y="166662"/>
                    <a:pt x="36988" y="166023"/>
                    <a:pt x="36349" y="164747"/>
                  </a:cubicBezTo>
                  <a:lnTo>
                    <a:pt x="13985" y="125804"/>
                  </a:lnTo>
                  <a:cubicBezTo>
                    <a:pt x="13346" y="124527"/>
                    <a:pt x="13346" y="123251"/>
                    <a:pt x="13985" y="122612"/>
                  </a:cubicBezTo>
                  <a:cubicBezTo>
                    <a:pt x="13985" y="121974"/>
                    <a:pt x="15263" y="120697"/>
                    <a:pt x="16541" y="120697"/>
                  </a:cubicBezTo>
                  <a:cubicBezTo>
                    <a:pt x="59992" y="115590"/>
                    <a:pt x="61909" y="112398"/>
                    <a:pt x="62548" y="106652"/>
                  </a:cubicBezTo>
                  <a:cubicBezTo>
                    <a:pt x="62548" y="105376"/>
                    <a:pt x="62548" y="100907"/>
                    <a:pt x="56797" y="98353"/>
                  </a:cubicBezTo>
                  <a:cubicBezTo>
                    <a:pt x="45295" y="93884"/>
                    <a:pt x="31877" y="74732"/>
                    <a:pt x="29959" y="68987"/>
                  </a:cubicBezTo>
                  <a:cubicBezTo>
                    <a:pt x="24209" y="51750"/>
                    <a:pt x="21653" y="21745"/>
                    <a:pt x="24209" y="13446"/>
                  </a:cubicBezTo>
                  <a:cubicBezTo>
                    <a:pt x="24848" y="14085"/>
                    <a:pt x="26764" y="15361"/>
                    <a:pt x="28682" y="17915"/>
                  </a:cubicBezTo>
                  <a:cubicBezTo>
                    <a:pt x="51046" y="44728"/>
                    <a:pt x="103444" y="63880"/>
                    <a:pt x="109195" y="65795"/>
                  </a:cubicBezTo>
                  <a:cubicBezTo>
                    <a:pt x="116863" y="68348"/>
                    <a:pt x="125170" y="65795"/>
                    <a:pt x="129642" y="60049"/>
                  </a:cubicBezTo>
                  <a:cubicBezTo>
                    <a:pt x="130921" y="58134"/>
                    <a:pt x="132837" y="55580"/>
                    <a:pt x="134116" y="53027"/>
                  </a:cubicBezTo>
                  <a:cubicBezTo>
                    <a:pt x="139866" y="43451"/>
                    <a:pt x="144339" y="37705"/>
                    <a:pt x="155841" y="38344"/>
                  </a:cubicBezTo>
                  <a:cubicBezTo>
                    <a:pt x="170538" y="38982"/>
                    <a:pt x="180123" y="56219"/>
                    <a:pt x="183957" y="65156"/>
                  </a:cubicBezTo>
                  <a:lnTo>
                    <a:pt x="175650" y="68348"/>
                  </a:lnTo>
                  <a:close/>
                </a:path>
              </a:pathLst>
            </a:custGeom>
            <a:solidFill>
              <a:srgbClr val="046A38"/>
            </a:solidFill>
            <a:ln w="6390" cap="flat">
              <a:noFill/>
              <a:prstDash val="solid"/>
              <a:miter/>
            </a:ln>
          </p:spPr>
          <p:txBody>
            <a:bodyPr rtlCol="0" anchor="ctr"/>
            <a:lstStyle/>
            <a:p>
              <a:endParaRPr lang="en-US"/>
            </a:p>
          </p:txBody>
        </p:sp>
        <p:sp>
          <p:nvSpPr>
            <p:cNvPr id="689" name="Graphic 6">
              <a:extLst>
                <a:ext uri="{FF2B5EF4-FFF2-40B4-BE49-F238E27FC236}">
                  <a16:creationId xmlns:a16="http://schemas.microsoft.com/office/drawing/2014/main" id="{DBD2A584-2B83-474E-B8A8-ACA95EFFDEFF}"/>
                </a:ext>
              </a:extLst>
            </p:cNvPr>
            <p:cNvSpPr/>
            <p:nvPr/>
          </p:nvSpPr>
          <p:spPr>
            <a:xfrm>
              <a:off x="2793680" y="1055434"/>
              <a:ext cx="14057" cy="12767"/>
            </a:xfrm>
            <a:custGeom>
              <a:avLst/>
              <a:gdLst>
                <a:gd name="connsiteX0" fmla="*/ 7668 w 14057"/>
                <a:gd name="connsiteY0" fmla="*/ 0 h 12767"/>
                <a:gd name="connsiteX1" fmla="*/ 6390 w 14057"/>
                <a:gd name="connsiteY1" fmla="*/ 0 h 12767"/>
                <a:gd name="connsiteX2" fmla="*/ 0 w 14057"/>
                <a:gd name="connsiteY2" fmla="*/ 6384 h 12767"/>
                <a:gd name="connsiteX3" fmla="*/ 6390 w 14057"/>
                <a:gd name="connsiteY3" fmla="*/ 12768 h 12767"/>
                <a:gd name="connsiteX4" fmla="*/ 7668 w 14057"/>
                <a:gd name="connsiteY4" fmla="*/ 12768 h 12767"/>
                <a:gd name="connsiteX5" fmla="*/ 14058 w 14057"/>
                <a:gd name="connsiteY5" fmla="*/ 6384 h 12767"/>
                <a:gd name="connsiteX6" fmla="*/ 7668 w 14057"/>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57" h="12767">
                  <a:moveTo>
                    <a:pt x="7668" y="0"/>
                  </a:moveTo>
                  <a:lnTo>
                    <a:pt x="6390" y="0"/>
                  </a:lnTo>
                  <a:cubicBezTo>
                    <a:pt x="2556" y="0"/>
                    <a:pt x="0" y="2554"/>
                    <a:pt x="0" y="6384"/>
                  </a:cubicBezTo>
                  <a:cubicBezTo>
                    <a:pt x="0" y="10214"/>
                    <a:pt x="2556" y="12768"/>
                    <a:pt x="6390" y="12768"/>
                  </a:cubicBezTo>
                  <a:lnTo>
                    <a:pt x="7668" y="12768"/>
                  </a:lnTo>
                  <a:cubicBezTo>
                    <a:pt x="11502" y="12768"/>
                    <a:pt x="14058" y="10214"/>
                    <a:pt x="14058" y="6384"/>
                  </a:cubicBezTo>
                  <a:cubicBezTo>
                    <a:pt x="14058" y="2554"/>
                    <a:pt x="10863" y="0"/>
                    <a:pt x="7668" y="0"/>
                  </a:cubicBezTo>
                  <a:close/>
                </a:path>
              </a:pathLst>
            </a:custGeom>
            <a:solidFill>
              <a:srgbClr val="046A38"/>
            </a:solidFill>
            <a:ln w="6390" cap="flat">
              <a:noFill/>
              <a:prstDash val="solid"/>
              <a:miter/>
            </a:ln>
          </p:spPr>
          <p:txBody>
            <a:bodyPr rtlCol="0" anchor="ctr"/>
            <a:lstStyle/>
            <a:p>
              <a:endParaRPr lang="en-US"/>
            </a:p>
          </p:txBody>
        </p:sp>
      </p:grpSp>
      <p:grpSp>
        <p:nvGrpSpPr>
          <p:cNvPr id="690" name="Graphic 6">
            <a:extLst>
              <a:ext uri="{FF2B5EF4-FFF2-40B4-BE49-F238E27FC236}">
                <a16:creationId xmlns:a16="http://schemas.microsoft.com/office/drawing/2014/main" id="{4D69A58A-DA5C-0D41-A1DF-56F07C40D6EC}"/>
              </a:ext>
            </a:extLst>
          </p:cNvPr>
          <p:cNvGrpSpPr/>
          <p:nvPr/>
        </p:nvGrpSpPr>
        <p:grpSpPr>
          <a:xfrm>
            <a:off x="1515054" y="1400169"/>
            <a:ext cx="362309" cy="361971"/>
            <a:chOff x="1515054" y="1400169"/>
            <a:chExt cx="362309" cy="361971"/>
          </a:xfrm>
          <a:solidFill>
            <a:srgbClr val="046A38"/>
          </a:solidFill>
        </p:grpSpPr>
        <p:sp>
          <p:nvSpPr>
            <p:cNvPr id="691" name="Graphic 6">
              <a:extLst>
                <a:ext uri="{FF2B5EF4-FFF2-40B4-BE49-F238E27FC236}">
                  <a16:creationId xmlns:a16="http://schemas.microsoft.com/office/drawing/2014/main" id="{5833D13C-9C27-4541-85EB-6B40557A593D}"/>
                </a:ext>
              </a:extLst>
            </p:cNvPr>
            <p:cNvSpPr/>
            <p:nvPr/>
          </p:nvSpPr>
          <p:spPr>
            <a:xfrm>
              <a:off x="1515054" y="140016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181474 w 362309"/>
                <a:gd name="connsiteY4" fmla="*/ 0 h 361971"/>
                <a:gd name="connsiteX5" fmla="*/ 181474 w 362309"/>
                <a:gd name="connsiteY5" fmla="*/ 348565 h 361971"/>
                <a:gd name="connsiteX6" fmla="*/ 13419 w 362309"/>
                <a:gd name="connsiteY6" fmla="*/ 180028 h 361971"/>
                <a:gd name="connsiteX7" fmla="*/ 182113 w 362309"/>
                <a:gd name="connsiteY7" fmla="*/ 12130 h 361971"/>
                <a:gd name="connsiteX8" fmla="*/ 350168 w 362309"/>
                <a:gd name="connsiteY8" fmla="*/ 180667 h 361971"/>
                <a:gd name="connsiteX9" fmla="*/ 181474 w 362309"/>
                <a:gd name="connsiteY9"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7"/>
                    <a:pt x="0" y="180667"/>
                  </a:cubicBezTo>
                  <a:cubicBezTo>
                    <a:pt x="0" y="280895"/>
                    <a:pt x="81152" y="361972"/>
                    <a:pt x="180835" y="361972"/>
                  </a:cubicBezTo>
                  <a:cubicBezTo>
                    <a:pt x="280518" y="361972"/>
                    <a:pt x="362309" y="280895"/>
                    <a:pt x="362309" y="181305"/>
                  </a:cubicBezTo>
                  <a:cubicBezTo>
                    <a:pt x="362309" y="81077"/>
                    <a:pt x="281157" y="0"/>
                    <a:pt x="181474" y="0"/>
                  </a:cubicBezTo>
                  <a:close/>
                  <a:moveTo>
                    <a:pt x="181474" y="348565"/>
                  </a:moveTo>
                  <a:cubicBezTo>
                    <a:pt x="88820" y="348565"/>
                    <a:pt x="13419" y="273234"/>
                    <a:pt x="13419" y="180028"/>
                  </a:cubicBezTo>
                  <a:cubicBezTo>
                    <a:pt x="13419" y="87461"/>
                    <a:pt x="88820" y="12130"/>
                    <a:pt x="182113" y="12130"/>
                  </a:cubicBezTo>
                  <a:cubicBezTo>
                    <a:pt x="274767" y="12130"/>
                    <a:pt x="350168" y="87461"/>
                    <a:pt x="350168" y="180667"/>
                  </a:cubicBezTo>
                  <a:cubicBezTo>
                    <a:pt x="350168" y="273873"/>
                    <a:pt x="274128" y="349204"/>
                    <a:pt x="181474" y="348565"/>
                  </a:cubicBezTo>
                  <a:close/>
                </a:path>
              </a:pathLst>
            </a:custGeom>
            <a:solidFill>
              <a:srgbClr val="046A38"/>
            </a:solidFill>
            <a:ln w="6390" cap="flat">
              <a:noFill/>
              <a:prstDash val="solid"/>
              <a:miter/>
            </a:ln>
          </p:spPr>
          <p:txBody>
            <a:bodyPr rtlCol="0" anchor="ctr"/>
            <a:lstStyle/>
            <a:p>
              <a:endParaRPr lang="en-US"/>
            </a:p>
          </p:txBody>
        </p:sp>
        <p:sp>
          <p:nvSpPr>
            <p:cNvPr id="692" name="Graphic 6">
              <a:extLst>
                <a:ext uri="{FF2B5EF4-FFF2-40B4-BE49-F238E27FC236}">
                  <a16:creationId xmlns:a16="http://schemas.microsoft.com/office/drawing/2014/main" id="{21897BAC-D66D-BD42-AC04-A50EE0F2BF72}"/>
                </a:ext>
              </a:extLst>
            </p:cNvPr>
            <p:cNvSpPr/>
            <p:nvPr/>
          </p:nvSpPr>
          <p:spPr>
            <a:xfrm>
              <a:off x="1593650" y="1476751"/>
              <a:ext cx="205401" cy="206228"/>
            </a:xfrm>
            <a:custGeom>
              <a:avLst/>
              <a:gdLst>
                <a:gd name="connsiteX0" fmla="*/ 205117 w 205401"/>
                <a:gd name="connsiteY0" fmla="*/ 98978 h 206228"/>
                <a:gd name="connsiteX1" fmla="*/ 205117 w 205401"/>
                <a:gd name="connsiteY1" fmla="*/ 97701 h 206228"/>
                <a:gd name="connsiteX2" fmla="*/ 204478 w 205401"/>
                <a:gd name="connsiteY2" fmla="*/ 96424 h 206228"/>
                <a:gd name="connsiteX3" fmla="*/ 203839 w 205401"/>
                <a:gd name="connsiteY3" fmla="*/ 95147 h 206228"/>
                <a:gd name="connsiteX4" fmla="*/ 203839 w 205401"/>
                <a:gd name="connsiteY4" fmla="*/ 94509 h 206228"/>
                <a:gd name="connsiteX5" fmla="*/ 180196 w 205401"/>
                <a:gd name="connsiteY5" fmla="*/ 73442 h 206228"/>
                <a:gd name="connsiteX6" fmla="*/ 185947 w 205401"/>
                <a:gd name="connsiteY6" fmla="*/ 58758 h 206228"/>
                <a:gd name="connsiteX7" fmla="*/ 191059 w 205401"/>
                <a:gd name="connsiteY7" fmla="*/ 26200 h 206228"/>
                <a:gd name="connsiteX8" fmla="*/ 190420 w 205401"/>
                <a:gd name="connsiteY8" fmla="*/ 6410 h 206228"/>
                <a:gd name="connsiteX9" fmla="*/ 186586 w 205401"/>
                <a:gd name="connsiteY9" fmla="*/ 664 h 206228"/>
                <a:gd name="connsiteX10" fmla="*/ 179557 w 205401"/>
                <a:gd name="connsiteY10" fmla="*/ 1941 h 206228"/>
                <a:gd name="connsiteX11" fmla="*/ 138662 w 205401"/>
                <a:gd name="connsiteY11" fmla="*/ 38330 h 206228"/>
                <a:gd name="connsiteX12" fmla="*/ 113741 w 205401"/>
                <a:gd name="connsiteY12" fmla="*/ 29392 h 206228"/>
                <a:gd name="connsiteX13" fmla="*/ 92015 w 205401"/>
                <a:gd name="connsiteY13" fmla="*/ 29392 h 206228"/>
                <a:gd name="connsiteX14" fmla="*/ 66455 w 205401"/>
                <a:gd name="connsiteY14" fmla="*/ 38330 h 206228"/>
                <a:gd name="connsiteX15" fmla="*/ 26199 w 205401"/>
                <a:gd name="connsiteY15" fmla="*/ 1941 h 206228"/>
                <a:gd name="connsiteX16" fmla="*/ 19170 w 205401"/>
                <a:gd name="connsiteY16" fmla="*/ 664 h 206228"/>
                <a:gd name="connsiteX17" fmla="*/ 15336 w 205401"/>
                <a:gd name="connsiteY17" fmla="*/ 6410 h 206228"/>
                <a:gd name="connsiteX18" fmla="*/ 14697 w 205401"/>
                <a:gd name="connsiteY18" fmla="*/ 26200 h 206228"/>
                <a:gd name="connsiteX19" fmla="*/ 19809 w 205401"/>
                <a:gd name="connsiteY19" fmla="*/ 58758 h 206228"/>
                <a:gd name="connsiteX20" fmla="*/ 24921 w 205401"/>
                <a:gd name="connsiteY20" fmla="*/ 73442 h 206228"/>
                <a:gd name="connsiteX21" fmla="*/ 1917 w 205401"/>
                <a:gd name="connsiteY21" fmla="*/ 93870 h 206228"/>
                <a:gd name="connsiteX22" fmla="*/ 0 w 205401"/>
                <a:gd name="connsiteY22" fmla="*/ 98339 h 206228"/>
                <a:gd name="connsiteX23" fmla="*/ 1917 w 205401"/>
                <a:gd name="connsiteY23" fmla="*/ 102808 h 206228"/>
                <a:gd name="connsiteX24" fmla="*/ 61982 w 205401"/>
                <a:gd name="connsiteY24" fmla="*/ 165371 h 206228"/>
                <a:gd name="connsiteX25" fmla="*/ 69650 w 205401"/>
                <a:gd name="connsiteY25" fmla="*/ 177501 h 206228"/>
                <a:gd name="connsiteX26" fmla="*/ 100322 w 205401"/>
                <a:gd name="connsiteY26" fmla="*/ 206228 h 206228"/>
                <a:gd name="connsiteX27" fmla="*/ 104156 w 205401"/>
                <a:gd name="connsiteY27" fmla="*/ 206228 h 206228"/>
                <a:gd name="connsiteX28" fmla="*/ 137384 w 205401"/>
                <a:gd name="connsiteY28" fmla="*/ 176224 h 206228"/>
                <a:gd name="connsiteX29" fmla="*/ 139940 w 205401"/>
                <a:gd name="connsiteY29" fmla="*/ 170478 h 206228"/>
                <a:gd name="connsiteX30" fmla="*/ 144413 w 205401"/>
                <a:gd name="connsiteY30" fmla="*/ 164094 h 206228"/>
                <a:gd name="connsiteX31" fmla="*/ 203200 w 205401"/>
                <a:gd name="connsiteY31" fmla="*/ 103446 h 206228"/>
                <a:gd name="connsiteX32" fmla="*/ 203839 w 205401"/>
                <a:gd name="connsiteY32" fmla="*/ 102808 h 206228"/>
                <a:gd name="connsiteX33" fmla="*/ 204478 w 205401"/>
                <a:gd name="connsiteY33" fmla="*/ 101531 h 206228"/>
                <a:gd name="connsiteX34" fmla="*/ 205117 w 205401"/>
                <a:gd name="connsiteY34" fmla="*/ 100254 h 206228"/>
                <a:gd name="connsiteX35" fmla="*/ 205117 w 205401"/>
                <a:gd name="connsiteY35" fmla="*/ 98978 h 206228"/>
                <a:gd name="connsiteX36" fmla="*/ 205117 w 205401"/>
                <a:gd name="connsiteY36" fmla="*/ 98978 h 206228"/>
                <a:gd name="connsiteX37" fmla="*/ 205117 w 205401"/>
                <a:gd name="connsiteY37" fmla="*/ 98339 h 206228"/>
                <a:gd name="connsiteX38" fmla="*/ 205117 w 205401"/>
                <a:gd name="connsiteY38" fmla="*/ 98978 h 206228"/>
                <a:gd name="connsiteX39" fmla="*/ 177640 w 205401"/>
                <a:gd name="connsiteY39" fmla="*/ 21093 h 206228"/>
                <a:gd name="connsiteX40" fmla="*/ 177640 w 205401"/>
                <a:gd name="connsiteY40" fmla="*/ 27477 h 206228"/>
                <a:gd name="connsiteX41" fmla="*/ 173167 w 205401"/>
                <a:gd name="connsiteY41" fmla="*/ 54928 h 206228"/>
                <a:gd name="connsiteX42" fmla="*/ 169333 w 205401"/>
                <a:gd name="connsiteY42" fmla="*/ 65142 h 206228"/>
                <a:gd name="connsiteX43" fmla="*/ 163582 w 205401"/>
                <a:gd name="connsiteY43" fmla="*/ 60035 h 206228"/>
                <a:gd name="connsiteX44" fmla="*/ 170611 w 205401"/>
                <a:gd name="connsiteY44" fmla="*/ 53013 h 206228"/>
                <a:gd name="connsiteX45" fmla="*/ 170611 w 205401"/>
                <a:gd name="connsiteY45" fmla="*/ 44075 h 206228"/>
                <a:gd name="connsiteX46" fmla="*/ 161666 w 205401"/>
                <a:gd name="connsiteY46" fmla="*/ 44075 h 206228"/>
                <a:gd name="connsiteX47" fmla="*/ 154637 w 205401"/>
                <a:gd name="connsiteY47" fmla="*/ 51736 h 206228"/>
                <a:gd name="connsiteX48" fmla="*/ 149524 w 205401"/>
                <a:gd name="connsiteY48" fmla="*/ 47267 h 206228"/>
                <a:gd name="connsiteX49" fmla="*/ 177640 w 205401"/>
                <a:gd name="connsiteY49" fmla="*/ 21093 h 206228"/>
                <a:gd name="connsiteX50" fmla="*/ 113102 w 205401"/>
                <a:gd name="connsiteY50" fmla="*/ 42798 h 206228"/>
                <a:gd name="connsiteX51" fmla="*/ 149524 w 205401"/>
                <a:gd name="connsiteY51" fmla="*/ 64504 h 206228"/>
                <a:gd name="connsiteX52" fmla="*/ 179557 w 205401"/>
                <a:gd name="connsiteY52" fmla="*/ 91317 h 206228"/>
                <a:gd name="connsiteX53" fmla="*/ 147608 w 205401"/>
                <a:gd name="connsiteY53" fmla="*/ 88125 h 206228"/>
                <a:gd name="connsiteX54" fmla="*/ 146969 w 205401"/>
                <a:gd name="connsiteY54" fmla="*/ 88125 h 206228"/>
                <a:gd name="connsiteX55" fmla="*/ 130355 w 205401"/>
                <a:gd name="connsiteY55" fmla="*/ 96424 h 206228"/>
                <a:gd name="connsiteX56" fmla="*/ 113741 w 205401"/>
                <a:gd name="connsiteY56" fmla="*/ 118768 h 206228"/>
                <a:gd name="connsiteX57" fmla="*/ 110546 w 205401"/>
                <a:gd name="connsiteY57" fmla="*/ 129621 h 206228"/>
                <a:gd name="connsiteX58" fmla="*/ 109907 w 205401"/>
                <a:gd name="connsiteY58" fmla="*/ 172393 h 206228"/>
                <a:gd name="connsiteX59" fmla="*/ 106712 w 205401"/>
                <a:gd name="connsiteY59" fmla="*/ 175585 h 206228"/>
                <a:gd name="connsiteX60" fmla="*/ 98405 w 205401"/>
                <a:gd name="connsiteY60" fmla="*/ 175585 h 206228"/>
                <a:gd name="connsiteX61" fmla="*/ 95210 w 205401"/>
                <a:gd name="connsiteY61" fmla="*/ 172393 h 206228"/>
                <a:gd name="connsiteX62" fmla="*/ 94571 w 205401"/>
                <a:gd name="connsiteY62" fmla="*/ 128344 h 206228"/>
                <a:gd name="connsiteX63" fmla="*/ 88181 w 205401"/>
                <a:gd name="connsiteY63" fmla="*/ 114299 h 206228"/>
                <a:gd name="connsiteX64" fmla="*/ 64538 w 205401"/>
                <a:gd name="connsiteY64" fmla="*/ 91317 h 206228"/>
                <a:gd name="connsiteX65" fmla="*/ 50480 w 205401"/>
                <a:gd name="connsiteY65" fmla="*/ 85571 h 206228"/>
                <a:gd name="connsiteX66" fmla="*/ 49203 w 205401"/>
                <a:gd name="connsiteY66" fmla="*/ 85571 h 206228"/>
                <a:gd name="connsiteX67" fmla="*/ 25560 w 205401"/>
                <a:gd name="connsiteY67" fmla="*/ 89402 h 206228"/>
                <a:gd name="connsiteX68" fmla="*/ 53675 w 205401"/>
                <a:gd name="connsiteY68" fmla="*/ 64504 h 206228"/>
                <a:gd name="connsiteX69" fmla="*/ 90737 w 205401"/>
                <a:gd name="connsiteY69" fmla="*/ 42160 h 206228"/>
                <a:gd name="connsiteX70" fmla="*/ 113102 w 205401"/>
                <a:gd name="connsiteY70" fmla="*/ 42798 h 206228"/>
                <a:gd name="connsiteX71" fmla="*/ 31311 w 205401"/>
                <a:gd name="connsiteY71" fmla="*/ 55566 h 206228"/>
                <a:gd name="connsiteX72" fmla="*/ 26838 w 205401"/>
                <a:gd name="connsiteY72" fmla="*/ 28115 h 206228"/>
                <a:gd name="connsiteX73" fmla="*/ 26838 w 205401"/>
                <a:gd name="connsiteY73" fmla="*/ 21731 h 206228"/>
                <a:gd name="connsiteX74" fmla="*/ 54954 w 205401"/>
                <a:gd name="connsiteY74" fmla="*/ 47267 h 206228"/>
                <a:gd name="connsiteX75" fmla="*/ 51119 w 205401"/>
                <a:gd name="connsiteY75" fmla="*/ 50459 h 206228"/>
                <a:gd name="connsiteX76" fmla="*/ 44730 w 205401"/>
                <a:gd name="connsiteY76" fmla="*/ 43437 h 206228"/>
                <a:gd name="connsiteX77" fmla="*/ 35784 w 205401"/>
                <a:gd name="connsiteY77" fmla="*/ 43437 h 206228"/>
                <a:gd name="connsiteX78" fmla="*/ 35784 w 205401"/>
                <a:gd name="connsiteY78" fmla="*/ 52374 h 206228"/>
                <a:gd name="connsiteX79" fmla="*/ 42174 w 205401"/>
                <a:gd name="connsiteY79" fmla="*/ 58758 h 206228"/>
                <a:gd name="connsiteX80" fmla="*/ 35145 w 205401"/>
                <a:gd name="connsiteY80" fmla="*/ 65142 h 206228"/>
                <a:gd name="connsiteX81" fmla="*/ 31311 w 205401"/>
                <a:gd name="connsiteY81" fmla="*/ 55566 h 206228"/>
                <a:gd name="connsiteX82" fmla="*/ 81152 w 205401"/>
                <a:gd name="connsiteY82" fmla="*/ 173670 h 206228"/>
                <a:gd name="connsiteX83" fmla="*/ 70928 w 205401"/>
                <a:gd name="connsiteY83" fmla="*/ 158349 h 206228"/>
                <a:gd name="connsiteX84" fmla="*/ 19809 w 205401"/>
                <a:gd name="connsiteY84" fmla="*/ 104723 h 206228"/>
                <a:gd name="connsiteX85" fmla="*/ 51759 w 205401"/>
                <a:gd name="connsiteY85" fmla="*/ 98978 h 206228"/>
                <a:gd name="connsiteX86" fmla="*/ 56232 w 205401"/>
                <a:gd name="connsiteY86" fmla="*/ 100893 h 206228"/>
                <a:gd name="connsiteX87" fmla="*/ 79874 w 205401"/>
                <a:gd name="connsiteY87" fmla="*/ 123875 h 206228"/>
                <a:gd name="connsiteX88" fmla="*/ 81791 w 205401"/>
                <a:gd name="connsiteY88" fmla="*/ 128982 h 206228"/>
                <a:gd name="connsiteX89" fmla="*/ 82430 w 205401"/>
                <a:gd name="connsiteY89" fmla="*/ 173032 h 206228"/>
                <a:gd name="connsiteX90" fmla="*/ 83708 w 205401"/>
                <a:gd name="connsiteY90" fmla="*/ 178777 h 206228"/>
                <a:gd name="connsiteX91" fmla="*/ 81152 w 205401"/>
                <a:gd name="connsiteY91" fmla="*/ 173670 h 206228"/>
                <a:gd name="connsiteX92" fmla="*/ 135467 w 205401"/>
                <a:gd name="connsiteY92" fmla="*/ 155795 h 206228"/>
                <a:gd name="connsiteX93" fmla="*/ 128438 w 205401"/>
                <a:gd name="connsiteY93" fmla="*/ 166009 h 206228"/>
                <a:gd name="connsiteX94" fmla="*/ 125882 w 205401"/>
                <a:gd name="connsiteY94" fmla="*/ 171755 h 206228"/>
                <a:gd name="connsiteX95" fmla="*/ 104156 w 205401"/>
                <a:gd name="connsiteY95" fmla="*/ 194737 h 206228"/>
                <a:gd name="connsiteX96" fmla="*/ 100322 w 205401"/>
                <a:gd name="connsiteY96" fmla="*/ 194737 h 206228"/>
                <a:gd name="connsiteX97" fmla="*/ 86264 w 205401"/>
                <a:gd name="connsiteY97" fmla="*/ 182608 h 206228"/>
                <a:gd name="connsiteX98" fmla="*/ 98405 w 205401"/>
                <a:gd name="connsiteY98" fmla="*/ 188353 h 206228"/>
                <a:gd name="connsiteX99" fmla="*/ 106712 w 205401"/>
                <a:gd name="connsiteY99" fmla="*/ 188353 h 206228"/>
                <a:gd name="connsiteX100" fmla="*/ 122687 w 205401"/>
                <a:gd name="connsiteY100" fmla="*/ 172393 h 206228"/>
                <a:gd name="connsiteX101" fmla="*/ 123326 w 205401"/>
                <a:gd name="connsiteY101" fmla="*/ 129621 h 206228"/>
                <a:gd name="connsiteX102" fmla="*/ 124604 w 205401"/>
                <a:gd name="connsiteY102" fmla="*/ 125790 h 206228"/>
                <a:gd name="connsiteX103" fmla="*/ 141218 w 205401"/>
                <a:gd name="connsiteY103" fmla="*/ 103446 h 206228"/>
                <a:gd name="connsiteX104" fmla="*/ 146969 w 205401"/>
                <a:gd name="connsiteY104" fmla="*/ 100254 h 206228"/>
                <a:gd name="connsiteX105" fmla="*/ 185308 w 205401"/>
                <a:gd name="connsiteY105" fmla="*/ 104723 h 206228"/>
                <a:gd name="connsiteX106" fmla="*/ 135467 w 205401"/>
                <a:gd name="connsiteY106" fmla="*/ 155795 h 206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205401" h="206228">
                  <a:moveTo>
                    <a:pt x="205117" y="98978"/>
                  </a:moveTo>
                  <a:cubicBezTo>
                    <a:pt x="205117" y="98339"/>
                    <a:pt x="205117" y="98339"/>
                    <a:pt x="205117" y="97701"/>
                  </a:cubicBezTo>
                  <a:cubicBezTo>
                    <a:pt x="205117" y="97062"/>
                    <a:pt x="204478" y="97062"/>
                    <a:pt x="204478" y="96424"/>
                  </a:cubicBezTo>
                  <a:cubicBezTo>
                    <a:pt x="204478" y="95786"/>
                    <a:pt x="203839" y="95786"/>
                    <a:pt x="203839" y="95147"/>
                  </a:cubicBezTo>
                  <a:cubicBezTo>
                    <a:pt x="203839" y="95147"/>
                    <a:pt x="203839" y="95147"/>
                    <a:pt x="203839" y="94509"/>
                  </a:cubicBezTo>
                  <a:lnTo>
                    <a:pt x="180196" y="73442"/>
                  </a:lnTo>
                  <a:lnTo>
                    <a:pt x="185947" y="58758"/>
                  </a:lnTo>
                  <a:cubicBezTo>
                    <a:pt x="189781" y="48544"/>
                    <a:pt x="191698" y="37691"/>
                    <a:pt x="191059" y="26200"/>
                  </a:cubicBezTo>
                  <a:lnTo>
                    <a:pt x="190420" y="6410"/>
                  </a:lnTo>
                  <a:cubicBezTo>
                    <a:pt x="190420" y="3856"/>
                    <a:pt x="189142" y="1941"/>
                    <a:pt x="186586" y="664"/>
                  </a:cubicBezTo>
                  <a:cubicBezTo>
                    <a:pt x="184030" y="-613"/>
                    <a:pt x="181474" y="26"/>
                    <a:pt x="179557" y="1941"/>
                  </a:cubicBezTo>
                  <a:lnTo>
                    <a:pt x="138662" y="38330"/>
                  </a:lnTo>
                  <a:cubicBezTo>
                    <a:pt x="130994" y="33223"/>
                    <a:pt x="122687" y="29392"/>
                    <a:pt x="113741" y="29392"/>
                  </a:cubicBezTo>
                  <a:lnTo>
                    <a:pt x="92015" y="29392"/>
                  </a:lnTo>
                  <a:cubicBezTo>
                    <a:pt x="83069" y="29392"/>
                    <a:pt x="74123" y="33223"/>
                    <a:pt x="66455" y="38330"/>
                  </a:cubicBezTo>
                  <a:lnTo>
                    <a:pt x="26199" y="1941"/>
                  </a:lnTo>
                  <a:cubicBezTo>
                    <a:pt x="24282" y="26"/>
                    <a:pt x="21726" y="26"/>
                    <a:pt x="19170" y="664"/>
                  </a:cubicBezTo>
                  <a:cubicBezTo>
                    <a:pt x="16614" y="1941"/>
                    <a:pt x="15336" y="3856"/>
                    <a:pt x="15336" y="6410"/>
                  </a:cubicBezTo>
                  <a:lnTo>
                    <a:pt x="14697" y="26200"/>
                  </a:lnTo>
                  <a:cubicBezTo>
                    <a:pt x="14058" y="37053"/>
                    <a:pt x="15975" y="47906"/>
                    <a:pt x="19809" y="58758"/>
                  </a:cubicBezTo>
                  <a:lnTo>
                    <a:pt x="24921" y="73442"/>
                  </a:lnTo>
                  <a:lnTo>
                    <a:pt x="1917" y="93870"/>
                  </a:lnTo>
                  <a:cubicBezTo>
                    <a:pt x="639" y="95147"/>
                    <a:pt x="0" y="96424"/>
                    <a:pt x="0" y="98339"/>
                  </a:cubicBezTo>
                  <a:cubicBezTo>
                    <a:pt x="0" y="100254"/>
                    <a:pt x="639" y="101531"/>
                    <a:pt x="1917" y="102808"/>
                  </a:cubicBezTo>
                  <a:lnTo>
                    <a:pt x="61982" y="165371"/>
                  </a:lnTo>
                  <a:cubicBezTo>
                    <a:pt x="65177" y="168563"/>
                    <a:pt x="67733" y="173032"/>
                    <a:pt x="69650" y="177501"/>
                  </a:cubicBezTo>
                  <a:cubicBezTo>
                    <a:pt x="71567" y="182608"/>
                    <a:pt x="83069" y="206228"/>
                    <a:pt x="100322" y="206228"/>
                  </a:cubicBezTo>
                  <a:lnTo>
                    <a:pt x="104156" y="206228"/>
                  </a:lnTo>
                  <a:cubicBezTo>
                    <a:pt x="118853" y="206228"/>
                    <a:pt x="130994" y="189630"/>
                    <a:pt x="137384" y="176224"/>
                  </a:cubicBezTo>
                  <a:lnTo>
                    <a:pt x="139940" y="170478"/>
                  </a:lnTo>
                  <a:cubicBezTo>
                    <a:pt x="141218" y="167925"/>
                    <a:pt x="142496" y="166009"/>
                    <a:pt x="144413" y="164094"/>
                  </a:cubicBezTo>
                  <a:lnTo>
                    <a:pt x="203200" y="103446"/>
                  </a:lnTo>
                  <a:cubicBezTo>
                    <a:pt x="203200" y="103446"/>
                    <a:pt x="203200" y="102808"/>
                    <a:pt x="203839" y="102808"/>
                  </a:cubicBezTo>
                  <a:cubicBezTo>
                    <a:pt x="203839" y="102170"/>
                    <a:pt x="204478" y="102170"/>
                    <a:pt x="204478" y="101531"/>
                  </a:cubicBezTo>
                  <a:cubicBezTo>
                    <a:pt x="204478" y="100893"/>
                    <a:pt x="204478" y="100893"/>
                    <a:pt x="205117" y="100254"/>
                  </a:cubicBezTo>
                  <a:lnTo>
                    <a:pt x="205117" y="98978"/>
                  </a:lnTo>
                  <a:cubicBezTo>
                    <a:pt x="205117" y="99616"/>
                    <a:pt x="205117" y="99616"/>
                    <a:pt x="205117" y="98978"/>
                  </a:cubicBezTo>
                  <a:cubicBezTo>
                    <a:pt x="205117" y="98978"/>
                    <a:pt x="205117" y="98978"/>
                    <a:pt x="205117" y="98339"/>
                  </a:cubicBezTo>
                  <a:cubicBezTo>
                    <a:pt x="205756" y="98978"/>
                    <a:pt x="205117" y="98978"/>
                    <a:pt x="205117" y="98978"/>
                  </a:cubicBezTo>
                  <a:close/>
                  <a:moveTo>
                    <a:pt x="177640" y="21093"/>
                  </a:moveTo>
                  <a:lnTo>
                    <a:pt x="177640" y="27477"/>
                  </a:lnTo>
                  <a:cubicBezTo>
                    <a:pt x="177640" y="37053"/>
                    <a:pt x="176362" y="45990"/>
                    <a:pt x="173167" y="54928"/>
                  </a:cubicBezTo>
                  <a:lnTo>
                    <a:pt x="169333" y="65142"/>
                  </a:lnTo>
                  <a:lnTo>
                    <a:pt x="163582" y="60035"/>
                  </a:lnTo>
                  <a:lnTo>
                    <a:pt x="170611" y="53013"/>
                  </a:lnTo>
                  <a:cubicBezTo>
                    <a:pt x="173167" y="50459"/>
                    <a:pt x="173167" y="46629"/>
                    <a:pt x="170611" y="44075"/>
                  </a:cubicBezTo>
                  <a:cubicBezTo>
                    <a:pt x="168055" y="41522"/>
                    <a:pt x="164221" y="41522"/>
                    <a:pt x="161666" y="44075"/>
                  </a:cubicBezTo>
                  <a:lnTo>
                    <a:pt x="154637" y="51736"/>
                  </a:lnTo>
                  <a:cubicBezTo>
                    <a:pt x="152719" y="50459"/>
                    <a:pt x="151442" y="48544"/>
                    <a:pt x="149524" y="47267"/>
                  </a:cubicBezTo>
                  <a:lnTo>
                    <a:pt x="177640" y="21093"/>
                  </a:lnTo>
                  <a:close/>
                  <a:moveTo>
                    <a:pt x="113102" y="42798"/>
                  </a:moveTo>
                  <a:cubicBezTo>
                    <a:pt x="125243" y="42798"/>
                    <a:pt x="138662" y="54928"/>
                    <a:pt x="149524" y="64504"/>
                  </a:cubicBezTo>
                  <a:lnTo>
                    <a:pt x="179557" y="91317"/>
                  </a:lnTo>
                  <a:lnTo>
                    <a:pt x="147608" y="88125"/>
                  </a:lnTo>
                  <a:lnTo>
                    <a:pt x="146969" y="88125"/>
                  </a:lnTo>
                  <a:cubicBezTo>
                    <a:pt x="140579" y="88125"/>
                    <a:pt x="134189" y="91317"/>
                    <a:pt x="130355" y="96424"/>
                  </a:cubicBezTo>
                  <a:lnTo>
                    <a:pt x="113741" y="118768"/>
                  </a:lnTo>
                  <a:cubicBezTo>
                    <a:pt x="111185" y="121960"/>
                    <a:pt x="110546" y="125790"/>
                    <a:pt x="110546" y="129621"/>
                  </a:cubicBezTo>
                  <a:lnTo>
                    <a:pt x="109907" y="172393"/>
                  </a:lnTo>
                  <a:cubicBezTo>
                    <a:pt x="109907" y="174309"/>
                    <a:pt x="108629" y="175585"/>
                    <a:pt x="106712" y="175585"/>
                  </a:cubicBezTo>
                  <a:lnTo>
                    <a:pt x="98405" y="175585"/>
                  </a:lnTo>
                  <a:cubicBezTo>
                    <a:pt x="96488" y="175585"/>
                    <a:pt x="95210" y="174309"/>
                    <a:pt x="95210" y="172393"/>
                  </a:cubicBezTo>
                  <a:lnTo>
                    <a:pt x="94571" y="128344"/>
                  </a:lnTo>
                  <a:cubicBezTo>
                    <a:pt x="94571" y="123237"/>
                    <a:pt x="92654" y="117491"/>
                    <a:pt x="88181" y="114299"/>
                  </a:cubicBezTo>
                  <a:lnTo>
                    <a:pt x="64538" y="91317"/>
                  </a:lnTo>
                  <a:cubicBezTo>
                    <a:pt x="60704" y="87486"/>
                    <a:pt x="55593" y="85571"/>
                    <a:pt x="50480" y="85571"/>
                  </a:cubicBezTo>
                  <a:cubicBezTo>
                    <a:pt x="49842" y="85571"/>
                    <a:pt x="49842" y="85571"/>
                    <a:pt x="49203" y="85571"/>
                  </a:cubicBezTo>
                  <a:lnTo>
                    <a:pt x="25560" y="89402"/>
                  </a:lnTo>
                  <a:lnTo>
                    <a:pt x="53675" y="64504"/>
                  </a:lnTo>
                  <a:cubicBezTo>
                    <a:pt x="64538" y="54928"/>
                    <a:pt x="77957" y="42160"/>
                    <a:pt x="90737" y="42160"/>
                  </a:cubicBezTo>
                  <a:lnTo>
                    <a:pt x="113102" y="42798"/>
                  </a:lnTo>
                  <a:close/>
                  <a:moveTo>
                    <a:pt x="31311" y="55566"/>
                  </a:moveTo>
                  <a:cubicBezTo>
                    <a:pt x="28116" y="46629"/>
                    <a:pt x="26838" y="37691"/>
                    <a:pt x="26838" y="28115"/>
                  </a:cubicBezTo>
                  <a:lnTo>
                    <a:pt x="26838" y="21731"/>
                  </a:lnTo>
                  <a:lnTo>
                    <a:pt x="54954" y="47267"/>
                  </a:lnTo>
                  <a:cubicBezTo>
                    <a:pt x="53675" y="48544"/>
                    <a:pt x="52398" y="49821"/>
                    <a:pt x="51119" y="50459"/>
                  </a:cubicBezTo>
                  <a:lnTo>
                    <a:pt x="44730" y="43437"/>
                  </a:lnTo>
                  <a:cubicBezTo>
                    <a:pt x="42174" y="40883"/>
                    <a:pt x="38340" y="40883"/>
                    <a:pt x="35784" y="43437"/>
                  </a:cubicBezTo>
                  <a:cubicBezTo>
                    <a:pt x="33228" y="45990"/>
                    <a:pt x="33228" y="49821"/>
                    <a:pt x="35784" y="52374"/>
                  </a:cubicBezTo>
                  <a:lnTo>
                    <a:pt x="42174" y="58758"/>
                  </a:lnTo>
                  <a:lnTo>
                    <a:pt x="35145" y="65142"/>
                  </a:lnTo>
                  <a:lnTo>
                    <a:pt x="31311" y="55566"/>
                  </a:lnTo>
                  <a:close/>
                  <a:moveTo>
                    <a:pt x="81152" y="173670"/>
                  </a:moveTo>
                  <a:cubicBezTo>
                    <a:pt x="78596" y="167925"/>
                    <a:pt x="75401" y="162817"/>
                    <a:pt x="70928" y="158349"/>
                  </a:cubicBezTo>
                  <a:lnTo>
                    <a:pt x="19809" y="104723"/>
                  </a:lnTo>
                  <a:lnTo>
                    <a:pt x="51759" y="98978"/>
                  </a:lnTo>
                  <a:cubicBezTo>
                    <a:pt x="53675" y="98978"/>
                    <a:pt x="54954" y="99616"/>
                    <a:pt x="56232" y="100893"/>
                  </a:cubicBezTo>
                  <a:lnTo>
                    <a:pt x="79874" y="123875"/>
                  </a:lnTo>
                  <a:cubicBezTo>
                    <a:pt x="81152" y="125152"/>
                    <a:pt x="81791" y="127067"/>
                    <a:pt x="81791" y="128982"/>
                  </a:cubicBezTo>
                  <a:lnTo>
                    <a:pt x="82430" y="173032"/>
                  </a:lnTo>
                  <a:cubicBezTo>
                    <a:pt x="82430" y="174947"/>
                    <a:pt x="83069" y="176862"/>
                    <a:pt x="83708" y="178777"/>
                  </a:cubicBezTo>
                  <a:cubicBezTo>
                    <a:pt x="83069" y="176862"/>
                    <a:pt x="81791" y="174947"/>
                    <a:pt x="81152" y="173670"/>
                  </a:cubicBezTo>
                  <a:close/>
                  <a:moveTo>
                    <a:pt x="135467" y="155795"/>
                  </a:moveTo>
                  <a:cubicBezTo>
                    <a:pt x="132272" y="158987"/>
                    <a:pt x="130355" y="162179"/>
                    <a:pt x="128438" y="166009"/>
                  </a:cubicBezTo>
                  <a:lnTo>
                    <a:pt x="125882" y="171755"/>
                  </a:lnTo>
                  <a:cubicBezTo>
                    <a:pt x="120770" y="182608"/>
                    <a:pt x="111824" y="194737"/>
                    <a:pt x="104156" y="194737"/>
                  </a:cubicBezTo>
                  <a:lnTo>
                    <a:pt x="100322" y="194737"/>
                  </a:lnTo>
                  <a:cubicBezTo>
                    <a:pt x="95849" y="194737"/>
                    <a:pt x="90737" y="189630"/>
                    <a:pt x="86264" y="182608"/>
                  </a:cubicBezTo>
                  <a:cubicBezTo>
                    <a:pt x="89459" y="186438"/>
                    <a:pt x="93932" y="188353"/>
                    <a:pt x="98405" y="188353"/>
                  </a:cubicBezTo>
                  <a:lnTo>
                    <a:pt x="106712" y="188353"/>
                  </a:lnTo>
                  <a:cubicBezTo>
                    <a:pt x="115658" y="188353"/>
                    <a:pt x="122687" y="181331"/>
                    <a:pt x="122687" y="172393"/>
                  </a:cubicBezTo>
                  <a:lnTo>
                    <a:pt x="123326" y="129621"/>
                  </a:lnTo>
                  <a:cubicBezTo>
                    <a:pt x="123326" y="128344"/>
                    <a:pt x="123965" y="127067"/>
                    <a:pt x="124604" y="125790"/>
                  </a:cubicBezTo>
                  <a:lnTo>
                    <a:pt x="141218" y="103446"/>
                  </a:lnTo>
                  <a:cubicBezTo>
                    <a:pt x="142496" y="101531"/>
                    <a:pt x="144413" y="100254"/>
                    <a:pt x="146969" y="100254"/>
                  </a:cubicBezTo>
                  <a:lnTo>
                    <a:pt x="185308" y="104723"/>
                  </a:lnTo>
                  <a:lnTo>
                    <a:pt x="135467" y="155795"/>
                  </a:lnTo>
                  <a:close/>
                </a:path>
              </a:pathLst>
            </a:custGeom>
            <a:solidFill>
              <a:srgbClr val="046A38"/>
            </a:solidFill>
            <a:ln w="6390" cap="flat">
              <a:noFill/>
              <a:prstDash val="solid"/>
              <a:miter/>
            </a:ln>
          </p:spPr>
          <p:txBody>
            <a:bodyPr rtlCol="0" anchor="ctr"/>
            <a:lstStyle/>
            <a:p>
              <a:endParaRPr lang="en-US"/>
            </a:p>
          </p:txBody>
        </p:sp>
        <p:sp>
          <p:nvSpPr>
            <p:cNvPr id="693" name="Graphic 6">
              <a:extLst>
                <a:ext uri="{FF2B5EF4-FFF2-40B4-BE49-F238E27FC236}">
                  <a16:creationId xmlns:a16="http://schemas.microsoft.com/office/drawing/2014/main" id="{A926BBDD-8B4A-F44D-B4FC-28B50B75BFD8}"/>
                </a:ext>
              </a:extLst>
            </p:cNvPr>
            <p:cNvSpPr/>
            <p:nvPr/>
          </p:nvSpPr>
          <p:spPr>
            <a:xfrm>
              <a:off x="1732951" y="1587859"/>
              <a:ext cx="14057" cy="12767"/>
            </a:xfrm>
            <a:custGeom>
              <a:avLst/>
              <a:gdLst>
                <a:gd name="connsiteX0" fmla="*/ 7668 w 14057"/>
                <a:gd name="connsiteY0" fmla="*/ 0 h 12767"/>
                <a:gd name="connsiteX1" fmla="*/ 6390 w 14057"/>
                <a:gd name="connsiteY1" fmla="*/ 0 h 12767"/>
                <a:gd name="connsiteX2" fmla="*/ 0 w 14057"/>
                <a:gd name="connsiteY2" fmla="*/ 6384 h 12767"/>
                <a:gd name="connsiteX3" fmla="*/ 6390 w 14057"/>
                <a:gd name="connsiteY3" fmla="*/ 12768 h 12767"/>
                <a:gd name="connsiteX4" fmla="*/ 7668 w 14057"/>
                <a:gd name="connsiteY4" fmla="*/ 12768 h 12767"/>
                <a:gd name="connsiteX5" fmla="*/ 14058 w 14057"/>
                <a:gd name="connsiteY5" fmla="*/ 6384 h 12767"/>
                <a:gd name="connsiteX6" fmla="*/ 7668 w 14057"/>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57" h="12767">
                  <a:moveTo>
                    <a:pt x="7668" y="0"/>
                  </a:moveTo>
                  <a:lnTo>
                    <a:pt x="6390" y="0"/>
                  </a:lnTo>
                  <a:cubicBezTo>
                    <a:pt x="2556" y="0"/>
                    <a:pt x="0" y="2554"/>
                    <a:pt x="0" y="6384"/>
                  </a:cubicBezTo>
                  <a:cubicBezTo>
                    <a:pt x="0" y="10214"/>
                    <a:pt x="2556" y="12768"/>
                    <a:pt x="6390" y="12768"/>
                  </a:cubicBezTo>
                  <a:lnTo>
                    <a:pt x="7668" y="12768"/>
                  </a:lnTo>
                  <a:cubicBezTo>
                    <a:pt x="11502" y="12768"/>
                    <a:pt x="14058" y="10214"/>
                    <a:pt x="14058" y="6384"/>
                  </a:cubicBezTo>
                  <a:cubicBezTo>
                    <a:pt x="14058" y="3192"/>
                    <a:pt x="10863" y="0"/>
                    <a:pt x="7668" y="0"/>
                  </a:cubicBezTo>
                  <a:close/>
                </a:path>
              </a:pathLst>
            </a:custGeom>
            <a:solidFill>
              <a:srgbClr val="046A38"/>
            </a:solidFill>
            <a:ln w="6390" cap="flat">
              <a:noFill/>
              <a:prstDash val="solid"/>
              <a:miter/>
            </a:ln>
          </p:spPr>
          <p:txBody>
            <a:bodyPr rtlCol="0" anchor="ctr"/>
            <a:lstStyle/>
            <a:p>
              <a:endParaRPr lang="en-US"/>
            </a:p>
          </p:txBody>
        </p:sp>
        <p:sp>
          <p:nvSpPr>
            <p:cNvPr id="694" name="Graphic 6">
              <a:extLst>
                <a:ext uri="{FF2B5EF4-FFF2-40B4-BE49-F238E27FC236}">
                  <a16:creationId xmlns:a16="http://schemas.microsoft.com/office/drawing/2014/main" id="{5672BD97-ECF8-4142-9500-C3615B2BE0C9}"/>
                </a:ext>
              </a:extLst>
            </p:cNvPr>
            <p:cNvSpPr/>
            <p:nvPr/>
          </p:nvSpPr>
          <p:spPr>
            <a:xfrm>
              <a:off x="1642852" y="1587859"/>
              <a:ext cx="14057" cy="12767"/>
            </a:xfrm>
            <a:custGeom>
              <a:avLst/>
              <a:gdLst>
                <a:gd name="connsiteX0" fmla="*/ 7668 w 14057"/>
                <a:gd name="connsiteY0" fmla="*/ 0 h 12767"/>
                <a:gd name="connsiteX1" fmla="*/ 6390 w 14057"/>
                <a:gd name="connsiteY1" fmla="*/ 0 h 12767"/>
                <a:gd name="connsiteX2" fmla="*/ 0 w 14057"/>
                <a:gd name="connsiteY2" fmla="*/ 6384 h 12767"/>
                <a:gd name="connsiteX3" fmla="*/ 6390 w 14057"/>
                <a:gd name="connsiteY3" fmla="*/ 12768 h 12767"/>
                <a:gd name="connsiteX4" fmla="*/ 7668 w 14057"/>
                <a:gd name="connsiteY4" fmla="*/ 12768 h 12767"/>
                <a:gd name="connsiteX5" fmla="*/ 14058 w 14057"/>
                <a:gd name="connsiteY5" fmla="*/ 6384 h 12767"/>
                <a:gd name="connsiteX6" fmla="*/ 7668 w 14057"/>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57" h="12767">
                  <a:moveTo>
                    <a:pt x="7668" y="0"/>
                  </a:moveTo>
                  <a:lnTo>
                    <a:pt x="6390" y="0"/>
                  </a:lnTo>
                  <a:cubicBezTo>
                    <a:pt x="2556" y="0"/>
                    <a:pt x="0" y="2554"/>
                    <a:pt x="0" y="6384"/>
                  </a:cubicBezTo>
                  <a:cubicBezTo>
                    <a:pt x="0" y="10214"/>
                    <a:pt x="2556" y="12768"/>
                    <a:pt x="6390" y="12768"/>
                  </a:cubicBezTo>
                  <a:lnTo>
                    <a:pt x="7668" y="12768"/>
                  </a:lnTo>
                  <a:cubicBezTo>
                    <a:pt x="11502" y="12768"/>
                    <a:pt x="14058" y="10214"/>
                    <a:pt x="14058" y="6384"/>
                  </a:cubicBezTo>
                  <a:cubicBezTo>
                    <a:pt x="14058" y="3192"/>
                    <a:pt x="11502" y="0"/>
                    <a:pt x="7668" y="0"/>
                  </a:cubicBezTo>
                  <a:close/>
                </a:path>
              </a:pathLst>
            </a:custGeom>
            <a:solidFill>
              <a:srgbClr val="046A38"/>
            </a:solidFill>
            <a:ln w="6390" cap="flat">
              <a:noFill/>
              <a:prstDash val="solid"/>
              <a:miter/>
            </a:ln>
          </p:spPr>
          <p:txBody>
            <a:bodyPr rtlCol="0" anchor="ctr"/>
            <a:lstStyle/>
            <a:p>
              <a:endParaRPr lang="en-US"/>
            </a:p>
          </p:txBody>
        </p:sp>
      </p:grpSp>
      <p:grpSp>
        <p:nvGrpSpPr>
          <p:cNvPr id="695" name="Graphic 6">
            <a:extLst>
              <a:ext uri="{FF2B5EF4-FFF2-40B4-BE49-F238E27FC236}">
                <a16:creationId xmlns:a16="http://schemas.microsoft.com/office/drawing/2014/main" id="{60A686D7-BC3D-4848-A9E1-F88007E0934A}"/>
              </a:ext>
            </a:extLst>
          </p:cNvPr>
          <p:cNvGrpSpPr/>
          <p:nvPr/>
        </p:nvGrpSpPr>
        <p:grpSpPr>
          <a:xfrm>
            <a:off x="1514415" y="1890459"/>
            <a:ext cx="362313" cy="361971"/>
            <a:chOff x="1514415" y="1890459"/>
            <a:chExt cx="362313" cy="361971"/>
          </a:xfrm>
          <a:solidFill>
            <a:srgbClr val="046A38"/>
          </a:solidFill>
        </p:grpSpPr>
        <p:sp>
          <p:nvSpPr>
            <p:cNvPr id="696" name="Graphic 6">
              <a:extLst>
                <a:ext uri="{FF2B5EF4-FFF2-40B4-BE49-F238E27FC236}">
                  <a16:creationId xmlns:a16="http://schemas.microsoft.com/office/drawing/2014/main" id="{DFDF2315-B6CE-BE4C-BB83-DDA4954824B1}"/>
                </a:ext>
              </a:extLst>
            </p:cNvPr>
            <p:cNvSpPr/>
            <p:nvPr/>
          </p:nvSpPr>
          <p:spPr>
            <a:xfrm>
              <a:off x="1514415" y="1890459"/>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181474 w 362313"/>
                <a:gd name="connsiteY4" fmla="*/ 0 h 361971"/>
                <a:gd name="connsiteX5" fmla="*/ 181474 w 362313"/>
                <a:gd name="connsiteY5" fmla="*/ 349204 h 361971"/>
                <a:gd name="connsiteX6" fmla="*/ 13419 w 362313"/>
                <a:gd name="connsiteY6" fmla="*/ 180667 h 361971"/>
                <a:gd name="connsiteX7" fmla="*/ 182113 w 362313"/>
                <a:gd name="connsiteY7" fmla="*/ 12768 h 361971"/>
                <a:gd name="connsiteX8" fmla="*/ 350168 w 362313"/>
                <a:gd name="connsiteY8" fmla="*/ 181305 h 361971"/>
                <a:gd name="connsiteX9" fmla="*/ 181474 w 362313"/>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948" y="81077"/>
                    <a:pt x="281796" y="0"/>
                    <a:pt x="181474" y="0"/>
                  </a:cubicBezTo>
                  <a:close/>
                  <a:moveTo>
                    <a:pt x="181474" y="349204"/>
                  </a:moveTo>
                  <a:cubicBezTo>
                    <a:pt x="88820" y="349204"/>
                    <a:pt x="13419" y="273873"/>
                    <a:pt x="13419" y="180667"/>
                  </a:cubicBezTo>
                  <a:cubicBezTo>
                    <a:pt x="13419" y="88099"/>
                    <a:pt x="88820" y="12768"/>
                    <a:pt x="182113" y="12768"/>
                  </a:cubicBezTo>
                  <a:cubicBezTo>
                    <a:pt x="274767" y="12768"/>
                    <a:pt x="350168" y="88099"/>
                    <a:pt x="350168" y="181305"/>
                  </a:cubicBezTo>
                  <a:cubicBezTo>
                    <a:pt x="350168" y="273873"/>
                    <a:pt x="274128"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697" name="Graphic 6">
              <a:extLst>
                <a:ext uri="{FF2B5EF4-FFF2-40B4-BE49-F238E27FC236}">
                  <a16:creationId xmlns:a16="http://schemas.microsoft.com/office/drawing/2014/main" id="{F9134CFD-AE0F-2E4D-A4DE-6AECA5967DF9}"/>
                </a:ext>
              </a:extLst>
            </p:cNvPr>
            <p:cNvSpPr/>
            <p:nvPr/>
          </p:nvSpPr>
          <p:spPr>
            <a:xfrm>
              <a:off x="1593171" y="1969963"/>
              <a:ext cx="206635" cy="202668"/>
            </a:xfrm>
            <a:custGeom>
              <a:avLst/>
              <a:gdLst>
                <a:gd name="connsiteX0" fmla="*/ 194094 w 206635"/>
                <a:gd name="connsiteY0" fmla="*/ 56476 h 202668"/>
                <a:gd name="connsiteX1" fmla="*/ 191538 w 206635"/>
                <a:gd name="connsiteY1" fmla="*/ 50092 h 202668"/>
                <a:gd name="connsiteX2" fmla="*/ 184510 w 206635"/>
                <a:gd name="connsiteY2" fmla="*/ 5404 h 202668"/>
                <a:gd name="connsiteX3" fmla="*/ 142975 w 206635"/>
                <a:gd name="connsiteY3" fmla="*/ 9234 h 202668"/>
                <a:gd name="connsiteX4" fmla="*/ 65657 w 206635"/>
                <a:gd name="connsiteY4" fmla="*/ 9234 h 202668"/>
                <a:gd name="connsiteX5" fmla="*/ 21566 w 206635"/>
                <a:gd name="connsiteY5" fmla="*/ 4127 h 202668"/>
                <a:gd name="connsiteX6" fmla="*/ 15176 w 206635"/>
                <a:gd name="connsiteY6" fmla="*/ 48176 h 202668"/>
                <a:gd name="connsiteX7" fmla="*/ 15176 w 206635"/>
                <a:gd name="connsiteY7" fmla="*/ 48815 h 202668"/>
                <a:gd name="connsiteX8" fmla="*/ 13898 w 206635"/>
                <a:gd name="connsiteY8" fmla="*/ 52645 h 202668"/>
                <a:gd name="connsiteX9" fmla="*/ 4313 w 206635"/>
                <a:gd name="connsiteY9" fmla="*/ 80096 h 202668"/>
                <a:gd name="connsiteX10" fmla="*/ 479 w 206635"/>
                <a:gd name="connsiteY10" fmla="*/ 115847 h 202668"/>
                <a:gd name="connsiteX11" fmla="*/ 47765 w 206635"/>
                <a:gd name="connsiteY11" fmla="*/ 179686 h 202668"/>
                <a:gd name="connsiteX12" fmla="*/ 92494 w 206635"/>
                <a:gd name="connsiteY12" fmla="*/ 200115 h 202668"/>
                <a:gd name="connsiteX13" fmla="*/ 103357 w 206635"/>
                <a:gd name="connsiteY13" fmla="*/ 202669 h 202668"/>
                <a:gd name="connsiteX14" fmla="*/ 114859 w 206635"/>
                <a:gd name="connsiteY14" fmla="*/ 200115 h 202668"/>
                <a:gd name="connsiteX15" fmla="*/ 159589 w 206635"/>
                <a:gd name="connsiteY15" fmla="*/ 179686 h 202668"/>
                <a:gd name="connsiteX16" fmla="*/ 206235 w 206635"/>
                <a:gd name="connsiteY16" fmla="*/ 113931 h 202668"/>
                <a:gd name="connsiteX17" fmla="*/ 206235 w 206635"/>
                <a:gd name="connsiteY17" fmla="*/ 111378 h 202668"/>
                <a:gd name="connsiteX18" fmla="*/ 202401 w 206635"/>
                <a:gd name="connsiteY18" fmla="*/ 78181 h 202668"/>
                <a:gd name="connsiteX19" fmla="*/ 194094 w 206635"/>
                <a:gd name="connsiteY19" fmla="*/ 56476 h 202668"/>
                <a:gd name="connsiteX20" fmla="*/ 109108 w 206635"/>
                <a:gd name="connsiteY20" fmla="*/ 188624 h 202668"/>
                <a:gd name="connsiteX21" fmla="*/ 97606 w 206635"/>
                <a:gd name="connsiteY21" fmla="*/ 188624 h 202668"/>
                <a:gd name="connsiteX22" fmla="*/ 91855 w 206635"/>
                <a:gd name="connsiteY22" fmla="*/ 186070 h 202668"/>
                <a:gd name="connsiteX23" fmla="*/ 95050 w 206635"/>
                <a:gd name="connsiteY23" fmla="*/ 185432 h 202668"/>
                <a:gd name="connsiteX24" fmla="*/ 104635 w 206635"/>
                <a:gd name="connsiteY24" fmla="*/ 181602 h 202668"/>
                <a:gd name="connsiteX25" fmla="*/ 114220 w 206635"/>
                <a:gd name="connsiteY25" fmla="*/ 185432 h 202668"/>
                <a:gd name="connsiteX26" fmla="*/ 115498 w 206635"/>
                <a:gd name="connsiteY26" fmla="*/ 185432 h 202668"/>
                <a:gd name="connsiteX27" fmla="*/ 109108 w 206635"/>
                <a:gd name="connsiteY27" fmla="*/ 188624 h 202668"/>
                <a:gd name="connsiteX28" fmla="*/ 104635 w 206635"/>
                <a:gd name="connsiteY28" fmla="*/ 163088 h 202668"/>
                <a:gd name="connsiteX29" fmla="*/ 100801 w 206635"/>
                <a:gd name="connsiteY29" fmla="*/ 159258 h 202668"/>
                <a:gd name="connsiteX30" fmla="*/ 108469 w 206635"/>
                <a:gd name="connsiteY30" fmla="*/ 159258 h 202668"/>
                <a:gd name="connsiteX31" fmla="*/ 104635 w 206635"/>
                <a:gd name="connsiteY31" fmla="*/ 163088 h 202668"/>
                <a:gd name="connsiteX32" fmla="*/ 192816 w 206635"/>
                <a:gd name="connsiteY32" fmla="*/ 110101 h 202668"/>
                <a:gd name="connsiteX33" fmla="*/ 192816 w 206635"/>
                <a:gd name="connsiteY33" fmla="*/ 112655 h 202668"/>
                <a:gd name="connsiteX34" fmla="*/ 153838 w 206635"/>
                <a:gd name="connsiteY34" fmla="*/ 168195 h 202668"/>
                <a:gd name="connsiteX35" fmla="*/ 147448 w 206635"/>
                <a:gd name="connsiteY35" fmla="*/ 171387 h 202668"/>
                <a:gd name="connsiteX36" fmla="*/ 148726 w 206635"/>
                <a:gd name="connsiteY36" fmla="*/ 168195 h 202668"/>
                <a:gd name="connsiteX37" fmla="*/ 150643 w 206635"/>
                <a:gd name="connsiteY37" fmla="*/ 161173 h 202668"/>
                <a:gd name="connsiteX38" fmla="*/ 148087 w 206635"/>
                <a:gd name="connsiteY38" fmla="*/ 125423 h 202668"/>
                <a:gd name="connsiteX39" fmla="*/ 140419 w 206635"/>
                <a:gd name="connsiteY39" fmla="*/ 106271 h 202668"/>
                <a:gd name="connsiteX40" fmla="*/ 140419 w 206635"/>
                <a:gd name="connsiteY40" fmla="*/ 103079 h 202668"/>
                <a:gd name="connsiteX41" fmla="*/ 143614 w 206635"/>
                <a:gd name="connsiteY41" fmla="*/ 99887 h 202668"/>
                <a:gd name="connsiteX42" fmla="*/ 149365 w 206635"/>
                <a:gd name="connsiteY42" fmla="*/ 99248 h 202668"/>
                <a:gd name="connsiteX43" fmla="*/ 149365 w 206635"/>
                <a:gd name="connsiteY43" fmla="*/ 100525 h 202668"/>
                <a:gd name="connsiteX44" fmla="*/ 155755 w 206635"/>
                <a:gd name="connsiteY44" fmla="*/ 106909 h 202668"/>
                <a:gd name="connsiteX45" fmla="*/ 157033 w 206635"/>
                <a:gd name="connsiteY45" fmla="*/ 106909 h 202668"/>
                <a:gd name="connsiteX46" fmla="*/ 163423 w 206635"/>
                <a:gd name="connsiteY46" fmla="*/ 100525 h 202668"/>
                <a:gd name="connsiteX47" fmla="*/ 162784 w 206635"/>
                <a:gd name="connsiteY47" fmla="*/ 97971 h 202668"/>
                <a:gd name="connsiteX48" fmla="*/ 172369 w 206635"/>
                <a:gd name="connsiteY48" fmla="*/ 96695 h 202668"/>
                <a:gd name="connsiteX49" fmla="*/ 178120 w 206635"/>
                <a:gd name="connsiteY49" fmla="*/ 89672 h 202668"/>
                <a:gd name="connsiteX50" fmla="*/ 171091 w 206635"/>
                <a:gd name="connsiteY50" fmla="*/ 83927 h 202668"/>
                <a:gd name="connsiteX51" fmla="*/ 141697 w 206635"/>
                <a:gd name="connsiteY51" fmla="*/ 87757 h 202668"/>
                <a:gd name="connsiteX52" fmla="*/ 141058 w 206635"/>
                <a:gd name="connsiteY52" fmla="*/ 87757 h 202668"/>
                <a:gd name="connsiteX53" fmla="*/ 128917 w 206635"/>
                <a:gd name="connsiteY53" fmla="*/ 99248 h 202668"/>
                <a:gd name="connsiteX54" fmla="*/ 129556 w 206635"/>
                <a:gd name="connsiteY54" fmla="*/ 111378 h 202668"/>
                <a:gd name="connsiteX55" fmla="*/ 137224 w 206635"/>
                <a:gd name="connsiteY55" fmla="*/ 130530 h 202668"/>
                <a:gd name="connsiteX56" fmla="*/ 139141 w 206635"/>
                <a:gd name="connsiteY56" fmla="*/ 158619 h 202668"/>
                <a:gd name="connsiteX57" fmla="*/ 137224 w 206635"/>
                <a:gd name="connsiteY57" fmla="*/ 165642 h 202668"/>
                <a:gd name="connsiteX58" fmla="*/ 128278 w 206635"/>
                <a:gd name="connsiteY58" fmla="*/ 174579 h 202668"/>
                <a:gd name="connsiteX59" fmla="*/ 120610 w 206635"/>
                <a:gd name="connsiteY59" fmla="*/ 173941 h 202668"/>
                <a:gd name="connsiteX60" fmla="*/ 115498 w 206635"/>
                <a:gd name="connsiteY60" fmla="*/ 172026 h 202668"/>
                <a:gd name="connsiteX61" fmla="*/ 124444 w 206635"/>
                <a:gd name="connsiteY61" fmla="*/ 163088 h 202668"/>
                <a:gd name="connsiteX62" fmla="*/ 126361 w 206635"/>
                <a:gd name="connsiteY62" fmla="*/ 152874 h 202668"/>
                <a:gd name="connsiteX63" fmla="*/ 117415 w 206635"/>
                <a:gd name="connsiteY63" fmla="*/ 147128 h 202668"/>
                <a:gd name="connsiteX64" fmla="*/ 93772 w 206635"/>
                <a:gd name="connsiteY64" fmla="*/ 147128 h 202668"/>
                <a:gd name="connsiteX65" fmla="*/ 84826 w 206635"/>
                <a:gd name="connsiteY65" fmla="*/ 152874 h 202668"/>
                <a:gd name="connsiteX66" fmla="*/ 86743 w 206635"/>
                <a:gd name="connsiteY66" fmla="*/ 163088 h 202668"/>
                <a:gd name="connsiteX67" fmla="*/ 95689 w 206635"/>
                <a:gd name="connsiteY67" fmla="*/ 172026 h 202668"/>
                <a:gd name="connsiteX68" fmla="*/ 91216 w 206635"/>
                <a:gd name="connsiteY68" fmla="*/ 173941 h 202668"/>
                <a:gd name="connsiteX69" fmla="*/ 83548 w 206635"/>
                <a:gd name="connsiteY69" fmla="*/ 174579 h 202668"/>
                <a:gd name="connsiteX70" fmla="*/ 74603 w 206635"/>
                <a:gd name="connsiteY70" fmla="*/ 165642 h 202668"/>
                <a:gd name="connsiteX71" fmla="*/ 72686 w 206635"/>
                <a:gd name="connsiteY71" fmla="*/ 158619 h 202668"/>
                <a:gd name="connsiteX72" fmla="*/ 74603 w 206635"/>
                <a:gd name="connsiteY72" fmla="*/ 130530 h 202668"/>
                <a:gd name="connsiteX73" fmla="*/ 82271 w 206635"/>
                <a:gd name="connsiteY73" fmla="*/ 111378 h 202668"/>
                <a:gd name="connsiteX74" fmla="*/ 82909 w 206635"/>
                <a:gd name="connsiteY74" fmla="*/ 99248 h 202668"/>
                <a:gd name="connsiteX75" fmla="*/ 70769 w 206635"/>
                <a:gd name="connsiteY75" fmla="*/ 87757 h 202668"/>
                <a:gd name="connsiteX76" fmla="*/ 69491 w 206635"/>
                <a:gd name="connsiteY76" fmla="*/ 87757 h 202668"/>
                <a:gd name="connsiteX77" fmla="*/ 38819 w 206635"/>
                <a:gd name="connsiteY77" fmla="*/ 83927 h 202668"/>
                <a:gd name="connsiteX78" fmla="*/ 31790 w 206635"/>
                <a:gd name="connsiteY78" fmla="*/ 89672 h 202668"/>
                <a:gd name="connsiteX79" fmla="*/ 37541 w 206635"/>
                <a:gd name="connsiteY79" fmla="*/ 96695 h 202668"/>
                <a:gd name="connsiteX80" fmla="*/ 49043 w 206635"/>
                <a:gd name="connsiteY80" fmla="*/ 97971 h 202668"/>
                <a:gd name="connsiteX81" fmla="*/ 48404 w 206635"/>
                <a:gd name="connsiteY81" fmla="*/ 100525 h 202668"/>
                <a:gd name="connsiteX82" fmla="*/ 54794 w 206635"/>
                <a:gd name="connsiteY82" fmla="*/ 106909 h 202668"/>
                <a:gd name="connsiteX83" fmla="*/ 56072 w 206635"/>
                <a:gd name="connsiteY83" fmla="*/ 106909 h 202668"/>
                <a:gd name="connsiteX84" fmla="*/ 62462 w 206635"/>
                <a:gd name="connsiteY84" fmla="*/ 100525 h 202668"/>
                <a:gd name="connsiteX85" fmla="*/ 62462 w 206635"/>
                <a:gd name="connsiteY85" fmla="*/ 99887 h 202668"/>
                <a:gd name="connsiteX86" fmla="*/ 67574 w 206635"/>
                <a:gd name="connsiteY86" fmla="*/ 100525 h 202668"/>
                <a:gd name="connsiteX87" fmla="*/ 70769 w 206635"/>
                <a:gd name="connsiteY87" fmla="*/ 103717 h 202668"/>
                <a:gd name="connsiteX88" fmla="*/ 70769 w 206635"/>
                <a:gd name="connsiteY88" fmla="*/ 106909 h 202668"/>
                <a:gd name="connsiteX89" fmla="*/ 63101 w 206635"/>
                <a:gd name="connsiteY89" fmla="*/ 126061 h 202668"/>
                <a:gd name="connsiteX90" fmla="*/ 60545 w 206635"/>
                <a:gd name="connsiteY90" fmla="*/ 161811 h 202668"/>
                <a:gd name="connsiteX91" fmla="*/ 62462 w 206635"/>
                <a:gd name="connsiteY91" fmla="*/ 168834 h 202668"/>
                <a:gd name="connsiteX92" fmla="*/ 64379 w 206635"/>
                <a:gd name="connsiteY92" fmla="*/ 174579 h 202668"/>
                <a:gd name="connsiteX93" fmla="*/ 53516 w 206635"/>
                <a:gd name="connsiteY93" fmla="*/ 169472 h 202668"/>
                <a:gd name="connsiteX94" fmla="*/ 13898 w 206635"/>
                <a:gd name="connsiteY94" fmla="*/ 115847 h 202668"/>
                <a:gd name="connsiteX95" fmla="*/ 17093 w 206635"/>
                <a:gd name="connsiteY95" fmla="*/ 85842 h 202668"/>
                <a:gd name="connsiteX96" fmla="*/ 26678 w 206635"/>
                <a:gd name="connsiteY96" fmla="*/ 58391 h 202668"/>
                <a:gd name="connsiteX97" fmla="*/ 33707 w 206635"/>
                <a:gd name="connsiteY97" fmla="*/ 47538 h 202668"/>
                <a:gd name="connsiteX98" fmla="*/ 48404 w 206635"/>
                <a:gd name="connsiteY98" fmla="*/ 35408 h 202668"/>
                <a:gd name="connsiteX99" fmla="*/ 49043 w 206635"/>
                <a:gd name="connsiteY99" fmla="*/ 26471 h 202668"/>
                <a:gd name="connsiteX100" fmla="*/ 43931 w 206635"/>
                <a:gd name="connsiteY100" fmla="*/ 23917 h 202668"/>
                <a:gd name="connsiteX101" fmla="*/ 40097 w 206635"/>
                <a:gd name="connsiteY101" fmla="*/ 25194 h 202668"/>
                <a:gd name="connsiteX102" fmla="*/ 26039 w 206635"/>
                <a:gd name="connsiteY102" fmla="*/ 36047 h 202668"/>
                <a:gd name="connsiteX103" fmla="*/ 29873 w 206635"/>
                <a:gd name="connsiteY103" fmla="*/ 14980 h 202668"/>
                <a:gd name="connsiteX104" fmla="*/ 57350 w 206635"/>
                <a:gd name="connsiteY104" fmla="*/ 19448 h 202668"/>
                <a:gd name="connsiteX105" fmla="*/ 63101 w 206635"/>
                <a:gd name="connsiteY105" fmla="*/ 22640 h 202668"/>
                <a:gd name="connsiteX106" fmla="*/ 145531 w 206635"/>
                <a:gd name="connsiteY106" fmla="*/ 22640 h 202668"/>
                <a:gd name="connsiteX107" fmla="*/ 148726 w 206635"/>
                <a:gd name="connsiteY107" fmla="*/ 22002 h 202668"/>
                <a:gd name="connsiteX108" fmla="*/ 178120 w 206635"/>
                <a:gd name="connsiteY108" fmla="*/ 16895 h 202668"/>
                <a:gd name="connsiteX109" fmla="*/ 181953 w 206635"/>
                <a:gd name="connsiteY109" fmla="*/ 37962 h 202668"/>
                <a:gd name="connsiteX110" fmla="*/ 168535 w 206635"/>
                <a:gd name="connsiteY110" fmla="*/ 25832 h 202668"/>
                <a:gd name="connsiteX111" fmla="*/ 159589 w 206635"/>
                <a:gd name="connsiteY111" fmla="*/ 26471 h 202668"/>
                <a:gd name="connsiteX112" fmla="*/ 160228 w 206635"/>
                <a:gd name="connsiteY112" fmla="*/ 35408 h 202668"/>
                <a:gd name="connsiteX113" fmla="*/ 174925 w 206635"/>
                <a:gd name="connsiteY113" fmla="*/ 48815 h 202668"/>
                <a:gd name="connsiteX114" fmla="*/ 183231 w 206635"/>
                <a:gd name="connsiteY114" fmla="*/ 61583 h 202668"/>
                <a:gd name="connsiteX115" fmla="*/ 190260 w 206635"/>
                <a:gd name="connsiteY115" fmla="*/ 82650 h 202668"/>
                <a:gd name="connsiteX116" fmla="*/ 192816 w 206635"/>
                <a:gd name="connsiteY116" fmla="*/ 110101 h 202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206635" h="202668">
                  <a:moveTo>
                    <a:pt x="194094" y="56476"/>
                  </a:moveTo>
                  <a:cubicBezTo>
                    <a:pt x="193455" y="54560"/>
                    <a:pt x="192177" y="52007"/>
                    <a:pt x="191538" y="50092"/>
                  </a:cubicBezTo>
                  <a:cubicBezTo>
                    <a:pt x="196650" y="27748"/>
                    <a:pt x="194733" y="13065"/>
                    <a:pt x="184510" y="5404"/>
                  </a:cubicBezTo>
                  <a:cubicBezTo>
                    <a:pt x="171091" y="-4811"/>
                    <a:pt x="149365" y="5404"/>
                    <a:pt x="142975" y="9234"/>
                  </a:cubicBezTo>
                  <a:lnTo>
                    <a:pt x="65657" y="9234"/>
                  </a:lnTo>
                  <a:cubicBezTo>
                    <a:pt x="59267" y="5404"/>
                    <a:pt x="35624" y="-6087"/>
                    <a:pt x="21566" y="4127"/>
                  </a:cubicBezTo>
                  <a:cubicBezTo>
                    <a:pt x="11981" y="11149"/>
                    <a:pt x="9425" y="25832"/>
                    <a:pt x="15176" y="48176"/>
                  </a:cubicBezTo>
                  <a:lnTo>
                    <a:pt x="15176" y="48815"/>
                  </a:lnTo>
                  <a:cubicBezTo>
                    <a:pt x="14537" y="50092"/>
                    <a:pt x="13898" y="51368"/>
                    <a:pt x="13898" y="52645"/>
                  </a:cubicBezTo>
                  <a:lnTo>
                    <a:pt x="4313" y="80096"/>
                  </a:lnTo>
                  <a:cubicBezTo>
                    <a:pt x="479" y="91587"/>
                    <a:pt x="-799" y="103717"/>
                    <a:pt x="479" y="115847"/>
                  </a:cubicBezTo>
                  <a:cubicBezTo>
                    <a:pt x="3674" y="143936"/>
                    <a:pt x="21566" y="168195"/>
                    <a:pt x="47765" y="179686"/>
                  </a:cubicBezTo>
                  <a:lnTo>
                    <a:pt x="92494" y="200115"/>
                  </a:lnTo>
                  <a:cubicBezTo>
                    <a:pt x="95689" y="201392"/>
                    <a:pt x="99523" y="202669"/>
                    <a:pt x="103357" y="202669"/>
                  </a:cubicBezTo>
                  <a:cubicBezTo>
                    <a:pt x="107191" y="202669"/>
                    <a:pt x="111025" y="202030"/>
                    <a:pt x="114859" y="200115"/>
                  </a:cubicBezTo>
                  <a:lnTo>
                    <a:pt x="159589" y="179686"/>
                  </a:lnTo>
                  <a:cubicBezTo>
                    <a:pt x="185787" y="167557"/>
                    <a:pt x="203679" y="142659"/>
                    <a:pt x="206235" y="113931"/>
                  </a:cubicBezTo>
                  <a:lnTo>
                    <a:pt x="206235" y="111378"/>
                  </a:lnTo>
                  <a:cubicBezTo>
                    <a:pt x="207513" y="99887"/>
                    <a:pt x="205596" y="88395"/>
                    <a:pt x="202401" y="78181"/>
                  </a:cubicBezTo>
                  <a:lnTo>
                    <a:pt x="194094" y="56476"/>
                  </a:lnTo>
                  <a:close/>
                  <a:moveTo>
                    <a:pt x="109108" y="188624"/>
                  </a:moveTo>
                  <a:cubicBezTo>
                    <a:pt x="105274" y="190539"/>
                    <a:pt x="101440" y="190539"/>
                    <a:pt x="97606" y="188624"/>
                  </a:cubicBezTo>
                  <a:lnTo>
                    <a:pt x="91855" y="186070"/>
                  </a:lnTo>
                  <a:cubicBezTo>
                    <a:pt x="93133" y="186070"/>
                    <a:pt x="93772" y="185432"/>
                    <a:pt x="95050" y="185432"/>
                  </a:cubicBezTo>
                  <a:lnTo>
                    <a:pt x="104635" y="181602"/>
                  </a:lnTo>
                  <a:lnTo>
                    <a:pt x="114220" y="185432"/>
                  </a:lnTo>
                  <a:cubicBezTo>
                    <a:pt x="114220" y="185432"/>
                    <a:pt x="114859" y="185432"/>
                    <a:pt x="115498" y="185432"/>
                  </a:cubicBezTo>
                  <a:lnTo>
                    <a:pt x="109108" y="188624"/>
                  </a:lnTo>
                  <a:close/>
                  <a:moveTo>
                    <a:pt x="104635" y="163088"/>
                  </a:moveTo>
                  <a:lnTo>
                    <a:pt x="100801" y="159258"/>
                  </a:lnTo>
                  <a:lnTo>
                    <a:pt x="108469" y="159258"/>
                  </a:lnTo>
                  <a:lnTo>
                    <a:pt x="104635" y="163088"/>
                  </a:lnTo>
                  <a:close/>
                  <a:moveTo>
                    <a:pt x="192816" y="110101"/>
                  </a:moveTo>
                  <a:lnTo>
                    <a:pt x="192816" y="112655"/>
                  </a:lnTo>
                  <a:cubicBezTo>
                    <a:pt x="190899" y="136914"/>
                    <a:pt x="175563" y="157981"/>
                    <a:pt x="153838" y="168195"/>
                  </a:cubicBezTo>
                  <a:lnTo>
                    <a:pt x="147448" y="171387"/>
                  </a:lnTo>
                  <a:cubicBezTo>
                    <a:pt x="148087" y="170111"/>
                    <a:pt x="148087" y="169472"/>
                    <a:pt x="148726" y="168195"/>
                  </a:cubicBezTo>
                  <a:lnTo>
                    <a:pt x="150643" y="161173"/>
                  </a:lnTo>
                  <a:cubicBezTo>
                    <a:pt x="153838" y="149043"/>
                    <a:pt x="152560" y="136914"/>
                    <a:pt x="148087" y="125423"/>
                  </a:cubicBezTo>
                  <a:lnTo>
                    <a:pt x="140419" y="106271"/>
                  </a:lnTo>
                  <a:cubicBezTo>
                    <a:pt x="139780" y="104994"/>
                    <a:pt x="139780" y="103717"/>
                    <a:pt x="140419" y="103079"/>
                  </a:cubicBezTo>
                  <a:cubicBezTo>
                    <a:pt x="141058" y="101802"/>
                    <a:pt x="142336" y="100525"/>
                    <a:pt x="143614" y="99887"/>
                  </a:cubicBezTo>
                  <a:lnTo>
                    <a:pt x="149365" y="99248"/>
                  </a:lnTo>
                  <a:cubicBezTo>
                    <a:pt x="149365" y="99887"/>
                    <a:pt x="149365" y="99887"/>
                    <a:pt x="149365" y="100525"/>
                  </a:cubicBezTo>
                  <a:cubicBezTo>
                    <a:pt x="149365" y="104355"/>
                    <a:pt x="151921" y="106909"/>
                    <a:pt x="155755" y="106909"/>
                  </a:cubicBezTo>
                  <a:lnTo>
                    <a:pt x="157033" y="106909"/>
                  </a:lnTo>
                  <a:cubicBezTo>
                    <a:pt x="160867" y="106909"/>
                    <a:pt x="163423" y="104355"/>
                    <a:pt x="163423" y="100525"/>
                  </a:cubicBezTo>
                  <a:cubicBezTo>
                    <a:pt x="163423" y="99248"/>
                    <a:pt x="163423" y="98610"/>
                    <a:pt x="162784" y="97971"/>
                  </a:cubicBezTo>
                  <a:lnTo>
                    <a:pt x="172369" y="96695"/>
                  </a:lnTo>
                  <a:cubicBezTo>
                    <a:pt x="175563" y="96056"/>
                    <a:pt x="178120" y="92864"/>
                    <a:pt x="178120" y="89672"/>
                  </a:cubicBezTo>
                  <a:cubicBezTo>
                    <a:pt x="178120" y="86480"/>
                    <a:pt x="174286" y="83927"/>
                    <a:pt x="171091" y="83927"/>
                  </a:cubicBezTo>
                  <a:lnTo>
                    <a:pt x="141697" y="87757"/>
                  </a:lnTo>
                  <a:lnTo>
                    <a:pt x="141058" y="87757"/>
                  </a:lnTo>
                  <a:cubicBezTo>
                    <a:pt x="135307" y="89672"/>
                    <a:pt x="130834" y="93503"/>
                    <a:pt x="128917" y="99248"/>
                  </a:cubicBezTo>
                  <a:cubicBezTo>
                    <a:pt x="127639" y="103079"/>
                    <a:pt x="127639" y="107547"/>
                    <a:pt x="129556" y="111378"/>
                  </a:cubicBezTo>
                  <a:lnTo>
                    <a:pt x="137224" y="130530"/>
                  </a:lnTo>
                  <a:cubicBezTo>
                    <a:pt x="141058" y="139467"/>
                    <a:pt x="141697" y="149043"/>
                    <a:pt x="139141" y="158619"/>
                  </a:cubicBezTo>
                  <a:lnTo>
                    <a:pt x="137224" y="165642"/>
                  </a:lnTo>
                  <a:cubicBezTo>
                    <a:pt x="135946" y="170111"/>
                    <a:pt x="132751" y="173303"/>
                    <a:pt x="128278" y="174579"/>
                  </a:cubicBezTo>
                  <a:cubicBezTo>
                    <a:pt x="125722" y="175218"/>
                    <a:pt x="122527" y="175218"/>
                    <a:pt x="120610" y="173941"/>
                  </a:cubicBezTo>
                  <a:lnTo>
                    <a:pt x="115498" y="172026"/>
                  </a:lnTo>
                  <a:lnTo>
                    <a:pt x="124444" y="163088"/>
                  </a:lnTo>
                  <a:cubicBezTo>
                    <a:pt x="127000" y="160535"/>
                    <a:pt x="127639" y="156066"/>
                    <a:pt x="126361" y="152874"/>
                  </a:cubicBezTo>
                  <a:cubicBezTo>
                    <a:pt x="125083" y="149043"/>
                    <a:pt x="121249" y="147128"/>
                    <a:pt x="117415" y="147128"/>
                  </a:cubicBezTo>
                  <a:lnTo>
                    <a:pt x="93772" y="147128"/>
                  </a:lnTo>
                  <a:cubicBezTo>
                    <a:pt x="89938" y="147128"/>
                    <a:pt x="86743" y="149682"/>
                    <a:pt x="84826" y="152874"/>
                  </a:cubicBezTo>
                  <a:cubicBezTo>
                    <a:pt x="83548" y="156704"/>
                    <a:pt x="84187" y="160535"/>
                    <a:pt x="86743" y="163088"/>
                  </a:cubicBezTo>
                  <a:lnTo>
                    <a:pt x="95689" y="172026"/>
                  </a:lnTo>
                  <a:lnTo>
                    <a:pt x="91216" y="173941"/>
                  </a:lnTo>
                  <a:cubicBezTo>
                    <a:pt x="88660" y="175218"/>
                    <a:pt x="86104" y="175218"/>
                    <a:pt x="83548" y="174579"/>
                  </a:cubicBezTo>
                  <a:cubicBezTo>
                    <a:pt x="79076" y="173303"/>
                    <a:pt x="75881" y="170111"/>
                    <a:pt x="74603" y="165642"/>
                  </a:cubicBezTo>
                  <a:lnTo>
                    <a:pt x="72686" y="158619"/>
                  </a:lnTo>
                  <a:cubicBezTo>
                    <a:pt x="70130" y="149043"/>
                    <a:pt x="70769" y="139467"/>
                    <a:pt x="74603" y="130530"/>
                  </a:cubicBezTo>
                  <a:lnTo>
                    <a:pt x="82271" y="111378"/>
                  </a:lnTo>
                  <a:cubicBezTo>
                    <a:pt x="83548" y="107547"/>
                    <a:pt x="84187" y="103079"/>
                    <a:pt x="82909" y="99248"/>
                  </a:cubicBezTo>
                  <a:cubicBezTo>
                    <a:pt x="80992" y="93503"/>
                    <a:pt x="76519" y="89034"/>
                    <a:pt x="70769" y="87757"/>
                  </a:cubicBezTo>
                  <a:cubicBezTo>
                    <a:pt x="70769" y="87757"/>
                    <a:pt x="70130" y="87757"/>
                    <a:pt x="69491" y="87757"/>
                  </a:cubicBezTo>
                  <a:lnTo>
                    <a:pt x="38819" y="83927"/>
                  </a:lnTo>
                  <a:cubicBezTo>
                    <a:pt x="35624" y="83288"/>
                    <a:pt x="32429" y="85842"/>
                    <a:pt x="31790" y="89672"/>
                  </a:cubicBezTo>
                  <a:cubicBezTo>
                    <a:pt x="31151" y="92864"/>
                    <a:pt x="33707" y="96056"/>
                    <a:pt x="37541" y="96695"/>
                  </a:cubicBezTo>
                  <a:lnTo>
                    <a:pt x="49043" y="97971"/>
                  </a:lnTo>
                  <a:cubicBezTo>
                    <a:pt x="48404" y="98610"/>
                    <a:pt x="48404" y="99887"/>
                    <a:pt x="48404" y="100525"/>
                  </a:cubicBezTo>
                  <a:cubicBezTo>
                    <a:pt x="48404" y="104355"/>
                    <a:pt x="50960" y="106909"/>
                    <a:pt x="54794" y="106909"/>
                  </a:cubicBezTo>
                  <a:lnTo>
                    <a:pt x="56072" y="106909"/>
                  </a:lnTo>
                  <a:cubicBezTo>
                    <a:pt x="59906" y="106909"/>
                    <a:pt x="62462" y="104355"/>
                    <a:pt x="62462" y="100525"/>
                  </a:cubicBezTo>
                  <a:cubicBezTo>
                    <a:pt x="62462" y="99887"/>
                    <a:pt x="62462" y="99887"/>
                    <a:pt x="62462" y="99887"/>
                  </a:cubicBezTo>
                  <a:lnTo>
                    <a:pt x="67574" y="100525"/>
                  </a:lnTo>
                  <a:cubicBezTo>
                    <a:pt x="68852" y="101163"/>
                    <a:pt x="70130" y="102440"/>
                    <a:pt x="70769" y="103717"/>
                  </a:cubicBezTo>
                  <a:cubicBezTo>
                    <a:pt x="71408" y="104994"/>
                    <a:pt x="71408" y="106271"/>
                    <a:pt x="70769" y="106909"/>
                  </a:cubicBezTo>
                  <a:lnTo>
                    <a:pt x="63101" y="126061"/>
                  </a:lnTo>
                  <a:cubicBezTo>
                    <a:pt x="58628" y="137552"/>
                    <a:pt x="57989" y="149682"/>
                    <a:pt x="60545" y="161811"/>
                  </a:cubicBezTo>
                  <a:lnTo>
                    <a:pt x="62462" y="168834"/>
                  </a:lnTo>
                  <a:cubicBezTo>
                    <a:pt x="63101" y="170749"/>
                    <a:pt x="63740" y="172664"/>
                    <a:pt x="64379" y="174579"/>
                  </a:cubicBezTo>
                  <a:lnTo>
                    <a:pt x="53516" y="169472"/>
                  </a:lnTo>
                  <a:cubicBezTo>
                    <a:pt x="31790" y="159896"/>
                    <a:pt x="16454" y="138829"/>
                    <a:pt x="13898" y="115847"/>
                  </a:cubicBezTo>
                  <a:cubicBezTo>
                    <a:pt x="12620" y="105632"/>
                    <a:pt x="13898" y="95418"/>
                    <a:pt x="17093" y="85842"/>
                  </a:cubicBezTo>
                  <a:lnTo>
                    <a:pt x="26678" y="58391"/>
                  </a:lnTo>
                  <a:cubicBezTo>
                    <a:pt x="27956" y="54560"/>
                    <a:pt x="30512" y="50730"/>
                    <a:pt x="33707" y="47538"/>
                  </a:cubicBezTo>
                  <a:lnTo>
                    <a:pt x="48404" y="35408"/>
                  </a:lnTo>
                  <a:cubicBezTo>
                    <a:pt x="50960" y="33493"/>
                    <a:pt x="51599" y="29024"/>
                    <a:pt x="49043" y="26471"/>
                  </a:cubicBezTo>
                  <a:cubicBezTo>
                    <a:pt x="47765" y="25194"/>
                    <a:pt x="45848" y="23917"/>
                    <a:pt x="43931" y="23917"/>
                  </a:cubicBezTo>
                  <a:cubicBezTo>
                    <a:pt x="42653" y="23917"/>
                    <a:pt x="41375" y="24556"/>
                    <a:pt x="40097" y="25194"/>
                  </a:cubicBezTo>
                  <a:lnTo>
                    <a:pt x="26039" y="36047"/>
                  </a:lnTo>
                  <a:cubicBezTo>
                    <a:pt x="24761" y="25194"/>
                    <a:pt x="26039" y="18172"/>
                    <a:pt x="29873" y="14980"/>
                  </a:cubicBezTo>
                  <a:cubicBezTo>
                    <a:pt x="35624" y="10511"/>
                    <a:pt x="49043" y="15618"/>
                    <a:pt x="57350" y="19448"/>
                  </a:cubicBezTo>
                  <a:cubicBezTo>
                    <a:pt x="58628" y="21364"/>
                    <a:pt x="60545" y="22640"/>
                    <a:pt x="63101" y="22640"/>
                  </a:cubicBezTo>
                  <a:lnTo>
                    <a:pt x="145531" y="22640"/>
                  </a:lnTo>
                  <a:cubicBezTo>
                    <a:pt x="146809" y="22640"/>
                    <a:pt x="147448" y="22640"/>
                    <a:pt x="148726" y="22002"/>
                  </a:cubicBezTo>
                  <a:cubicBezTo>
                    <a:pt x="155116" y="18172"/>
                    <a:pt x="171091" y="11788"/>
                    <a:pt x="178120" y="16895"/>
                  </a:cubicBezTo>
                  <a:cubicBezTo>
                    <a:pt x="181953" y="20087"/>
                    <a:pt x="183231" y="27109"/>
                    <a:pt x="181953" y="37962"/>
                  </a:cubicBezTo>
                  <a:lnTo>
                    <a:pt x="168535" y="25832"/>
                  </a:lnTo>
                  <a:cubicBezTo>
                    <a:pt x="165979" y="23279"/>
                    <a:pt x="162145" y="23917"/>
                    <a:pt x="159589" y="26471"/>
                  </a:cubicBezTo>
                  <a:cubicBezTo>
                    <a:pt x="157033" y="29024"/>
                    <a:pt x="157672" y="32855"/>
                    <a:pt x="160228" y="35408"/>
                  </a:cubicBezTo>
                  <a:lnTo>
                    <a:pt x="174925" y="48815"/>
                  </a:lnTo>
                  <a:cubicBezTo>
                    <a:pt x="178758" y="52645"/>
                    <a:pt x="181953" y="57114"/>
                    <a:pt x="183231" y="61583"/>
                  </a:cubicBezTo>
                  <a:lnTo>
                    <a:pt x="190260" y="82650"/>
                  </a:lnTo>
                  <a:cubicBezTo>
                    <a:pt x="192177" y="90949"/>
                    <a:pt x="193455" y="100525"/>
                    <a:pt x="192816" y="110101"/>
                  </a:cubicBezTo>
                  <a:close/>
                </a:path>
              </a:pathLst>
            </a:custGeom>
            <a:solidFill>
              <a:srgbClr val="046A38"/>
            </a:solidFill>
            <a:ln w="6390" cap="flat">
              <a:noFill/>
              <a:prstDash val="solid"/>
              <a:miter/>
            </a:ln>
          </p:spPr>
          <p:txBody>
            <a:bodyPr rtlCol="0" anchor="ctr"/>
            <a:lstStyle/>
            <a:p>
              <a:endParaRPr lang="en-US"/>
            </a:p>
          </p:txBody>
        </p:sp>
      </p:grpSp>
      <p:grpSp>
        <p:nvGrpSpPr>
          <p:cNvPr id="698" name="Graphic 6">
            <a:extLst>
              <a:ext uri="{FF2B5EF4-FFF2-40B4-BE49-F238E27FC236}">
                <a16:creationId xmlns:a16="http://schemas.microsoft.com/office/drawing/2014/main" id="{C174C663-FF81-1340-905A-B2AF05C46028}"/>
              </a:ext>
            </a:extLst>
          </p:cNvPr>
          <p:cNvGrpSpPr/>
          <p:nvPr/>
        </p:nvGrpSpPr>
        <p:grpSpPr>
          <a:xfrm>
            <a:off x="466465" y="3820976"/>
            <a:ext cx="362309" cy="361971"/>
            <a:chOff x="466465" y="3820976"/>
            <a:chExt cx="362309" cy="361971"/>
          </a:xfrm>
          <a:solidFill>
            <a:srgbClr val="046A38"/>
          </a:solidFill>
        </p:grpSpPr>
        <p:sp>
          <p:nvSpPr>
            <p:cNvPr id="699" name="Graphic 6">
              <a:extLst>
                <a:ext uri="{FF2B5EF4-FFF2-40B4-BE49-F238E27FC236}">
                  <a16:creationId xmlns:a16="http://schemas.microsoft.com/office/drawing/2014/main" id="{93477919-C5D3-B34E-AF8B-31668F7C6AAE}"/>
                </a:ext>
              </a:extLst>
            </p:cNvPr>
            <p:cNvSpPr/>
            <p:nvPr/>
          </p:nvSpPr>
          <p:spPr>
            <a:xfrm>
              <a:off x="466465" y="3820976"/>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09 w 362309"/>
                <a:gd name="connsiteY3" fmla="*/ 181305 h 361971"/>
                <a:gd name="connsiteX4" fmla="*/ 181474 w 362309"/>
                <a:gd name="connsiteY4" fmla="*/ 0 h 361971"/>
                <a:gd name="connsiteX5" fmla="*/ 180835 w 362309"/>
                <a:gd name="connsiteY5" fmla="*/ 349204 h 361971"/>
                <a:gd name="connsiteX6" fmla="*/ 12780 w 362309"/>
                <a:gd name="connsiteY6" fmla="*/ 180667 h 361971"/>
                <a:gd name="connsiteX7" fmla="*/ 181474 w 362309"/>
                <a:gd name="connsiteY7" fmla="*/ 12768 h 361971"/>
                <a:gd name="connsiteX8" fmla="*/ 349530 w 362309"/>
                <a:gd name="connsiteY8" fmla="*/ 181305 h 361971"/>
                <a:gd name="connsiteX9" fmla="*/ 180835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6"/>
                    <a:pt x="0" y="180667"/>
                  </a:cubicBezTo>
                  <a:cubicBezTo>
                    <a:pt x="0" y="280895"/>
                    <a:pt x="81152" y="361971"/>
                    <a:pt x="180835" y="361971"/>
                  </a:cubicBezTo>
                  <a:cubicBezTo>
                    <a:pt x="281157" y="361971"/>
                    <a:pt x="362309" y="280895"/>
                    <a:pt x="362309" y="181305"/>
                  </a:cubicBezTo>
                  <a:cubicBezTo>
                    <a:pt x="362309" y="81076"/>
                    <a:pt x="281157" y="0"/>
                    <a:pt x="181474" y="0"/>
                  </a:cubicBezTo>
                  <a:close/>
                  <a:moveTo>
                    <a:pt x="180835" y="349204"/>
                  </a:moveTo>
                  <a:cubicBezTo>
                    <a:pt x="88181" y="349204"/>
                    <a:pt x="12780" y="273873"/>
                    <a:pt x="12780" y="180667"/>
                  </a:cubicBezTo>
                  <a:cubicBezTo>
                    <a:pt x="12780" y="87460"/>
                    <a:pt x="88181" y="12768"/>
                    <a:pt x="181474" y="12768"/>
                  </a:cubicBezTo>
                  <a:cubicBezTo>
                    <a:pt x="274128" y="12768"/>
                    <a:pt x="349530" y="88099"/>
                    <a:pt x="349530" y="181305"/>
                  </a:cubicBezTo>
                  <a:cubicBezTo>
                    <a:pt x="349530" y="274511"/>
                    <a:pt x="274128"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700" name="Graphic 6">
              <a:extLst>
                <a:ext uri="{FF2B5EF4-FFF2-40B4-BE49-F238E27FC236}">
                  <a16:creationId xmlns:a16="http://schemas.microsoft.com/office/drawing/2014/main" id="{9F85B738-3762-F04A-BCD1-5A339BAF26FE}"/>
                </a:ext>
              </a:extLst>
            </p:cNvPr>
            <p:cNvSpPr/>
            <p:nvPr/>
          </p:nvSpPr>
          <p:spPr>
            <a:xfrm>
              <a:off x="523886" y="3961335"/>
              <a:ext cx="53763" cy="29454"/>
            </a:xfrm>
            <a:custGeom>
              <a:avLst/>
              <a:gdLst>
                <a:gd name="connsiteX0" fmla="*/ 47374 w 53763"/>
                <a:gd name="connsiteY0" fmla="*/ 29455 h 29454"/>
                <a:gd name="connsiteX1" fmla="*/ 53764 w 53763"/>
                <a:gd name="connsiteY1" fmla="*/ 23071 h 29454"/>
                <a:gd name="connsiteX2" fmla="*/ 47374 w 53763"/>
                <a:gd name="connsiteY2" fmla="*/ 16687 h 29454"/>
                <a:gd name="connsiteX3" fmla="*/ 10951 w 53763"/>
                <a:gd name="connsiteY3" fmla="*/ 2004 h 29454"/>
                <a:gd name="connsiteX4" fmla="*/ 2005 w 53763"/>
                <a:gd name="connsiteY4" fmla="*/ 1365 h 29454"/>
                <a:gd name="connsiteX5" fmla="*/ 1366 w 53763"/>
                <a:gd name="connsiteY5" fmla="*/ 10303 h 29454"/>
                <a:gd name="connsiteX6" fmla="*/ 47374 w 53763"/>
                <a:gd name="connsiteY6" fmla="*/ 29455 h 29454"/>
                <a:gd name="connsiteX7" fmla="*/ 47374 w 53763"/>
                <a:gd name="connsiteY7" fmla="*/ 29455 h 2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763" h="29454">
                  <a:moveTo>
                    <a:pt x="47374" y="29455"/>
                  </a:moveTo>
                  <a:cubicBezTo>
                    <a:pt x="50569" y="29455"/>
                    <a:pt x="53764" y="26901"/>
                    <a:pt x="53764" y="23071"/>
                  </a:cubicBezTo>
                  <a:cubicBezTo>
                    <a:pt x="53764" y="19241"/>
                    <a:pt x="51208" y="16687"/>
                    <a:pt x="47374" y="16687"/>
                  </a:cubicBezTo>
                  <a:cubicBezTo>
                    <a:pt x="41623" y="16687"/>
                    <a:pt x="23092" y="15410"/>
                    <a:pt x="10951" y="2004"/>
                  </a:cubicBezTo>
                  <a:cubicBezTo>
                    <a:pt x="8395" y="-550"/>
                    <a:pt x="4561" y="-550"/>
                    <a:pt x="2005" y="1365"/>
                  </a:cubicBezTo>
                  <a:cubicBezTo>
                    <a:pt x="-551" y="3919"/>
                    <a:pt x="-551" y="7749"/>
                    <a:pt x="1366" y="10303"/>
                  </a:cubicBezTo>
                  <a:cubicBezTo>
                    <a:pt x="17341" y="27540"/>
                    <a:pt x="40984" y="29455"/>
                    <a:pt x="47374" y="29455"/>
                  </a:cubicBezTo>
                  <a:lnTo>
                    <a:pt x="47374" y="29455"/>
                  </a:lnTo>
                  <a:close/>
                </a:path>
              </a:pathLst>
            </a:custGeom>
            <a:solidFill>
              <a:srgbClr val="046A38"/>
            </a:solidFill>
            <a:ln w="6390" cap="flat">
              <a:noFill/>
              <a:prstDash val="solid"/>
              <a:miter/>
            </a:ln>
          </p:spPr>
          <p:txBody>
            <a:bodyPr rtlCol="0" anchor="ctr"/>
            <a:lstStyle/>
            <a:p>
              <a:endParaRPr lang="en-US"/>
            </a:p>
          </p:txBody>
        </p:sp>
        <p:sp>
          <p:nvSpPr>
            <p:cNvPr id="701" name="Graphic 6">
              <a:extLst>
                <a:ext uri="{FF2B5EF4-FFF2-40B4-BE49-F238E27FC236}">
                  <a16:creationId xmlns:a16="http://schemas.microsoft.com/office/drawing/2014/main" id="{E6E5254C-979B-B145-87EA-240A70EADD45}"/>
                </a:ext>
              </a:extLst>
            </p:cNvPr>
            <p:cNvSpPr/>
            <p:nvPr/>
          </p:nvSpPr>
          <p:spPr>
            <a:xfrm>
              <a:off x="548405" y="3917132"/>
              <a:ext cx="222302" cy="117707"/>
            </a:xfrm>
            <a:custGeom>
              <a:avLst/>
              <a:gdLst>
                <a:gd name="connsiteX0" fmla="*/ 216470 w 222302"/>
                <a:gd name="connsiteY0" fmla="*/ 105577 h 117707"/>
                <a:gd name="connsiteX1" fmla="*/ 216470 w 222302"/>
                <a:gd name="connsiteY1" fmla="*/ 105577 h 117707"/>
                <a:gd name="connsiteX2" fmla="*/ 214553 w 222302"/>
                <a:gd name="connsiteY2" fmla="*/ 103024 h 117707"/>
                <a:gd name="connsiteX3" fmla="*/ 214553 w 222302"/>
                <a:gd name="connsiteY3" fmla="*/ 94724 h 117707"/>
                <a:gd name="connsiteX4" fmla="*/ 214553 w 222302"/>
                <a:gd name="connsiteY4" fmla="*/ 92809 h 117707"/>
                <a:gd name="connsiteX5" fmla="*/ 186437 w 222302"/>
                <a:gd name="connsiteY5" fmla="*/ 23862 h 117707"/>
                <a:gd name="connsiteX6" fmla="*/ 111036 w 222302"/>
                <a:gd name="connsiteY6" fmla="*/ 11094 h 117707"/>
                <a:gd name="connsiteX7" fmla="*/ 109119 w 222302"/>
                <a:gd name="connsiteY7" fmla="*/ 12371 h 117707"/>
                <a:gd name="connsiteX8" fmla="*/ 107841 w 222302"/>
                <a:gd name="connsiteY8" fmla="*/ 11094 h 117707"/>
                <a:gd name="connsiteX9" fmla="*/ 87393 w 222302"/>
                <a:gd name="connsiteY9" fmla="*/ 880 h 117707"/>
                <a:gd name="connsiteX10" fmla="*/ 62472 w 222302"/>
                <a:gd name="connsiteY10" fmla="*/ 4072 h 117707"/>
                <a:gd name="connsiteX11" fmla="*/ 4324 w 222302"/>
                <a:gd name="connsiteY11" fmla="*/ 36630 h 117707"/>
                <a:gd name="connsiteX12" fmla="*/ 490 w 222302"/>
                <a:gd name="connsiteY12" fmla="*/ 43653 h 117707"/>
                <a:gd name="connsiteX13" fmla="*/ 3685 w 222302"/>
                <a:gd name="connsiteY13" fmla="*/ 51952 h 117707"/>
                <a:gd name="connsiteX14" fmla="*/ 11992 w 222302"/>
                <a:gd name="connsiteY14" fmla="*/ 48760 h 117707"/>
                <a:gd name="connsiteX15" fmla="*/ 15187 w 222302"/>
                <a:gd name="connsiteY15" fmla="*/ 42376 h 117707"/>
                <a:gd name="connsiteX16" fmla="*/ 62472 w 222302"/>
                <a:gd name="connsiteY16" fmla="*/ 16202 h 117707"/>
                <a:gd name="connsiteX17" fmla="*/ 67584 w 222302"/>
                <a:gd name="connsiteY17" fmla="*/ 14925 h 117707"/>
                <a:gd name="connsiteX18" fmla="*/ 84837 w 222302"/>
                <a:gd name="connsiteY18" fmla="*/ 12371 h 117707"/>
                <a:gd name="connsiteX19" fmla="*/ 98256 w 222302"/>
                <a:gd name="connsiteY19" fmla="*/ 18117 h 117707"/>
                <a:gd name="connsiteX20" fmla="*/ 91227 w 222302"/>
                <a:gd name="connsiteY20" fmla="*/ 57697 h 117707"/>
                <a:gd name="connsiteX21" fmla="*/ 70779 w 222302"/>
                <a:gd name="connsiteY21" fmla="*/ 65358 h 117707"/>
                <a:gd name="connsiteX22" fmla="*/ 70779 w 222302"/>
                <a:gd name="connsiteY22" fmla="*/ 64720 h 117707"/>
                <a:gd name="connsiteX23" fmla="*/ 66306 w 222302"/>
                <a:gd name="connsiteY23" fmla="*/ 56421 h 117707"/>
                <a:gd name="connsiteX24" fmla="*/ 57999 w 222302"/>
                <a:gd name="connsiteY24" fmla="*/ 60889 h 117707"/>
                <a:gd name="connsiteX25" fmla="*/ 64389 w 222302"/>
                <a:gd name="connsiteY25" fmla="*/ 76211 h 117707"/>
                <a:gd name="connsiteX26" fmla="*/ 74613 w 222302"/>
                <a:gd name="connsiteY26" fmla="*/ 78126 h 117707"/>
                <a:gd name="connsiteX27" fmla="*/ 99534 w 222302"/>
                <a:gd name="connsiteY27" fmla="*/ 65997 h 117707"/>
                <a:gd name="connsiteX28" fmla="*/ 112953 w 222302"/>
                <a:gd name="connsiteY28" fmla="*/ 21947 h 117707"/>
                <a:gd name="connsiteX29" fmla="*/ 113592 w 222302"/>
                <a:gd name="connsiteY29" fmla="*/ 21947 h 117707"/>
                <a:gd name="connsiteX30" fmla="*/ 176852 w 222302"/>
                <a:gd name="connsiteY30" fmla="*/ 32800 h 117707"/>
                <a:gd name="connsiteX31" fmla="*/ 200495 w 222302"/>
                <a:gd name="connsiteY31" fmla="*/ 90256 h 117707"/>
                <a:gd name="connsiteX32" fmla="*/ 200495 w 222302"/>
                <a:gd name="connsiteY32" fmla="*/ 92171 h 117707"/>
                <a:gd name="connsiteX33" fmla="*/ 200495 w 222302"/>
                <a:gd name="connsiteY33" fmla="*/ 104939 h 117707"/>
                <a:gd name="connsiteX34" fmla="*/ 215192 w 222302"/>
                <a:gd name="connsiteY34" fmla="*/ 117707 h 117707"/>
                <a:gd name="connsiteX35" fmla="*/ 215831 w 222302"/>
                <a:gd name="connsiteY35" fmla="*/ 117707 h 117707"/>
                <a:gd name="connsiteX36" fmla="*/ 222221 w 222302"/>
                <a:gd name="connsiteY36" fmla="*/ 111323 h 117707"/>
                <a:gd name="connsiteX37" fmla="*/ 216470 w 222302"/>
                <a:gd name="connsiteY37" fmla="*/ 105577 h 11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22302" h="117707">
                  <a:moveTo>
                    <a:pt x="216470" y="105577"/>
                  </a:moveTo>
                  <a:lnTo>
                    <a:pt x="216470" y="105577"/>
                  </a:lnTo>
                  <a:cubicBezTo>
                    <a:pt x="215831" y="105577"/>
                    <a:pt x="215192" y="104300"/>
                    <a:pt x="214553" y="103024"/>
                  </a:cubicBezTo>
                  <a:cubicBezTo>
                    <a:pt x="213914" y="101108"/>
                    <a:pt x="214553" y="97916"/>
                    <a:pt x="214553" y="94724"/>
                  </a:cubicBezTo>
                  <a:lnTo>
                    <a:pt x="214553" y="92809"/>
                  </a:lnTo>
                  <a:cubicBezTo>
                    <a:pt x="217109" y="67273"/>
                    <a:pt x="206246" y="40461"/>
                    <a:pt x="186437" y="23862"/>
                  </a:cubicBezTo>
                  <a:cubicBezTo>
                    <a:pt x="166628" y="7902"/>
                    <a:pt x="136595" y="2795"/>
                    <a:pt x="111036" y="11094"/>
                  </a:cubicBezTo>
                  <a:cubicBezTo>
                    <a:pt x="110397" y="11094"/>
                    <a:pt x="109758" y="11733"/>
                    <a:pt x="109119" y="12371"/>
                  </a:cubicBezTo>
                  <a:cubicBezTo>
                    <a:pt x="108480" y="11733"/>
                    <a:pt x="108480" y="11094"/>
                    <a:pt x="107841" y="11094"/>
                  </a:cubicBezTo>
                  <a:cubicBezTo>
                    <a:pt x="102729" y="5349"/>
                    <a:pt x="93783" y="2157"/>
                    <a:pt x="87393" y="880"/>
                  </a:cubicBezTo>
                  <a:cubicBezTo>
                    <a:pt x="77808" y="-1035"/>
                    <a:pt x="68862" y="242"/>
                    <a:pt x="62472" y="4072"/>
                  </a:cubicBezTo>
                  <a:cubicBezTo>
                    <a:pt x="40746" y="1518"/>
                    <a:pt x="17104" y="14925"/>
                    <a:pt x="4324" y="36630"/>
                  </a:cubicBezTo>
                  <a:cubicBezTo>
                    <a:pt x="3046" y="39184"/>
                    <a:pt x="1768" y="41737"/>
                    <a:pt x="490" y="43653"/>
                  </a:cubicBezTo>
                  <a:cubicBezTo>
                    <a:pt x="-788" y="46845"/>
                    <a:pt x="490" y="50675"/>
                    <a:pt x="3685" y="51952"/>
                  </a:cubicBezTo>
                  <a:cubicBezTo>
                    <a:pt x="6880" y="53229"/>
                    <a:pt x="10714" y="51952"/>
                    <a:pt x="11992" y="48760"/>
                  </a:cubicBezTo>
                  <a:cubicBezTo>
                    <a:pt x="12631" y="46845"/>
                    <a:pt x="13909" y="44929"/>
                    <a:pt x="15187" y="42376"/>
                  </a:cubicBezTo>
                  <a:cubicBezTo>
                    <a:pt x="26049" y="24501"/>
                    <a:pt x="45219" y="13648"/>
                    <a:pt x="62472" y="16202"/>
                  </a:cubicBezTo>
                  <a:cubicBezTo>
                    <a:pt x="64389" y="16202"/>
                    <a:pt x="65667" y="16202"/>
                    <a:pt x="67584" y="14925"/>
                  </a:cubicBezTo>
                  <a:cubicBezTo>
                    <a:pt x="71418" y="11733"/>
                    <a:pt x="78447" y="11094"/>
                    <a:pt x="84837" y="12371"/>
                  </a:cubicBezTo>
                  <a:cubicBezTo>
                    <a:pt x="91227" y="13648"/>
                    <a:pt x="95700" y="15563"/>
                    <a:pt x="98256" y="18117"/>
                  </a:cubicBezTo>
                  <a:cubicBezTo>
                    <a:pt x="107202" y="28331"/>
                    <a:pt x="96978" y="51952"/>
                    <a:pt x="91227" y="57697"/>
                  </a:cubicBezTo>
                  <a:cubicBezTo>
                    <a:pt x="83559" y="64720"/>
                    <a:pt x="77169" y="67273"/>
                    <a:pt x="70779" y="65358"/>
                  </a:cubicBezTo>
                  <a:lnTo>
                    <a:pt x="70779" y="64720"/>
                  </a:lnTo>
                  <a:cubicBezTo>
                    <a:pt x="72057" y="61528"/>
                    <a:pt x="70140" y="57697"/>
                    <a:pt x="66306" y="56421"/>
                  </a:cubicBezTo>
                  <a:cubicBezTo>
                    <a:pt x="63111" y="55144"/>
                    <a:pt x="59277" y="57059"/>
                    <a:pt x="57999" y="60889"/>
                  </a:cubicBezTo>
                  <a:cubicBezTo>
                    <a:pt x="56721" y="65997"/>
                    <a:pt x="57360" y="73019"/>
                    <a:pt x="64389" y="76211"/>
                  </a:cubicBezTo>
                  <a:cubicBezTo>
                    <a:pt x="66945" y="77488"/>
                    <a:pt x="70779" y="78126"/>
                    <a:pt x="74613" y="78126"/>
                  </a:cubicBezTo>
                  <a:cubicBezTo>
                    <a:pt x="81642" y="78126"/>
                    <a:pt x="89949" y="75573"/>
                    <a:pt x="99534" y="65997"/>
                  </a:cubicBezTo>
                  <a:cubicBezTo>
                    <a:pt x="106563" y="58974"/>
                    <a:pt x="116148" y="38545"/>
                    <a:pt x="112953" y="21947"/>
                  </a:cubicBezTo>
                  <a:lnTo>
                    <a:pt x="113592" y="21947"/>
                  </a:lnTo>
                  <a:cubicBezTo>
                    <a:pt x="134678" y="14925"/>
                    <a:pt x="160877" y="19394"/>
                    <a:pt x="176852" y="32800"/>
                  </a:cubicBezTo>
                  <a:cubicBezTo>
                    <a:pt x="193466" y="46206"/>
                    <a:pt x="203051" y="69189"/>
                    <a:pt x="200495" y="90256"/>
                  </a:cubicBezTo>
                  <a:lnTo>
                    <a:pt x="200495" y="92171"/>
                  </a:lnTo>
                  <a:cubicBezTo>
                    <a:pt x="199856" y="96001"/>
                    <a:pt x="199217" y="100470"/>
                    <a:pt x="200495" y="104939"/>
                  </a:cubicBezTo>
                  <a:cubicBezTo>
                    <a:pt x="201773" y="111323"/>
                    <a:pt x="207524" y="117707"/>
                    <a:pt x="215192" y="117707"/>
                  </a:cubicBezTo>
                  <a:cubicBezTo>
                    <a:pt x="215192" y="117707"/>
                    <a:pt x="215192" y="117707"/>
                    <a:pt x="215831" y="117707"/>
                  </a:cubicBezTo>
                  <a:cubicBezTo>
                    <a:pt x="219665" y="117707"/>
                    <a:pt x="222221" y="114515"/>
                    <a:pt x="222221" y="111323"/>
                  </a:cubicBezTo>
                  <a:cubicBezTo>
                    <a:pt x="222860" y="108131"/>
                    <a:pt x="219665" y="105577"/>
                    <a:pt x="216470" y="105577"/>
                  </a:cubicBezTo>
                  <a:close/>
                </a:path>
              </a:pathLst>
            </a:custGeom>
            <a:solidFill>
              <a:srgbClr val="046A38"/>
            </a:solidFill>
            <a:ln w="6390" cap="flat">
              <a:noFill/>
              <a:prstDash val="solid"/>
              <a:miter/>
            </a:ln>
          </p:spPr>
          <p:txBody>
            <a:bodyPr rtlCol="0" anchor="ctr"/>
            <a:lstStyle/>
            <a:p>
              <a:endParaRPr lang="en-US"/>
            </a:p>
          </p:txBody>
        </p:sp>
        <p:sp>
          <p:nvSpPr>
            <p:cNvPr id="702" name="Graphic 6">
              <a:extLst>
                <a:ext uri="{FF2B5EF4-FFF2-40B4-BE49-F238E27FC236}">
                  <a16:creationId xmlns:a16="http://schemas.microsoft.com/office/drawing/2014/main" id="{4A8F3380-1C36-2542-92EA-6F2A08D83B89}"/>
                </a:ext>
              </a:extLst>
            </p:cNvPr>
            <p:cNvSpPr/>
            <p:nvPr/>
          </p:nvSpPr>
          <p:spPr>
            <a:xfrm>
              <a:off x="580206" y="3976908"/>
              <a:ext cx="167416" cy="111556"/>
            </a:xfrm>
            <a:custGeom>
              <a:avLst/>
              <a:gdLst>
                <a:gd name="connsiteX0" fmla="*/ 161026 w 167416"/>
                <a:gd name="connsiteY0" fmla="*/ 14520 h 111556"/>
                <a:gd name="connsiteX1" fmla="*/ 153998 w 167416"/>
                <a:gd name="connsiteY1" fmla="*/ 20266 h 111556"/>
                <a:gd name="connsiteX2" fmla="*/ 147608 w 167416"/>
                <a:gd name="connsiteY2" fmla="*/ 36864 h 111556"/>
                <a:gd name="connsiteX3" fmla="*/ 145691 w 167416"/>
                <a:gd name="connsiteY3" fmla="*/ 40694 h 111556"/>
                <a:gd name="connsiteX4" fmla="*/ 143774 w 167416"/>
                <a:gd name="connsiteY4" fmla="*/ 96873 h 111556"/>
                <a:gd name="connsiteX5" fmla="*/ 135467 w 167416"/>
                <a:gd name="connsiteY5" fmla="*/ 96235 h 111556"/>
                <a:gd name="connsiteX6" fmla="*/ 133550 w 167416"/>
                <a:gd name="connsiteY6" fmla="*/ 71976 h 111556"/>
                <a:gd name="connsiteX7" fmla="*/ 118853 w 167416"/>
                <a:gd name="connsiteY7" fmla="*/ 45163 h 111556"/>
                <a:gd name="connsiteX8" fmla="*/ 112463 w 167416"/>
                <a:gd name="connsiteY8" fmla="*/ 43886 h 111556"/>
                <a:gd name="connsiteX9" fmla="*/ 69011 w 167416"/>
                <a:gd name="connsiteY9" fmla="*/ 38779 h 111556"/>
                <a:gd name="connsiteX10" fmla="*/ 61982 w 167416"/>
                <a:gd name="connsiteY10" fmla="*/ 39417 h 111556"/>
                <a:gd name="connsiteX11" fmla="*/ 59426 w 167416"/>
                <a:gd name="connsiteY11" fmla="*/ 46440 h 111556"/>
                <a:gd name="connsiteX12" fmla="*/ 61343 w 167416"/>
                <a:gd name="connsiteY12" fmla="*/ 98150 h 111556"/>
                <a:gd name="connsiteX13" fmla="*/ 52398 w 167416"/>
                <a:gd name="connsiteY13" fmla="*/ 98150 h 111556"/>
                <a:gd name="connsiteX14" fmla="*/ 53675 w 167416"/>
                <a:gd name="connsiteY14" fmla="*/ 71976 h 111556"/>
                <a:gd name="connsiteX15" fmla="*/ 47925 w 167416"/>
                <a:gd name="connsiteY15" fmla="*/ 43886 h 111556"/>
                <a:gd name="connsiteX16" fmla="*/ 38979 w 167416"/>
                <a:gd name="connsiteY16" fmla="*/ 28565 h 111556"/>
                <a:gd name="connsiteX17" fmla="*/ 38340 w 167416"/>
                <a:gd name="connsiteY17" fmla="*/ 27926 h 111556"/>
                <a:gd name="connsiteX18" fmla="*/ 28755 w 167416"/>
                <a:gd name="connsiteY18" fmla="*/ 19627 h 111556"/>
                <a:gd name="connsiteX19" fmla="*/ 17253 w 167416"/>
                <a:gd name="connsiteY19" fmla="*/ 14520 h 111556"/>
                <a:gd name="connsiteX20" fmla="*/ 13419 w 167416"/>
                <a:gd name="connsiteY20" fmla="*/ 13243 h 111556"/>
                <a:gd name="connsiteX21" fmla="*/ 15336 w 167416"/>
                <a:gd name="connsiteY21" fmla="*/ 11328 h 111556"/>
                <a:gd name="connsiteX22" fmla="*/ 16614 w 167416"/>
                <a:gd name="connsiteY22" fmla="*/ 2390 h 111556"/>
                <a:gd name="connsiteX23" fmla="*/ 7668 w 167416"/>
                <a:gd name="connsiteY23" fmla="*/ 1114 h 111556"/>
                <a:gd name="connsiteX24" fmla="*/ 1917 w 167416"/>
                <a:gd name="connsiteY24" fmla="*/ 7498 h 111556"/>
                <a:gd name="connsiteX25" fmla="*/ 1917 w 167416"/>
                <a:gd name="connsiteY25" fmla="*/ 20266 h 111556"/>
                <a:gd name="connsiteX26" fmla="*/ 8946 w 167416"/>
                <a:gd name="connsiteY26" fmla="*/ 25373 h 111556"/>
                <a:gd name="connsiteX27" fmla="*/ 12780 w 167416"/>
                <a:gd name="connsiteY27" fmla="*/ 26649 h 111556"/>
                <a:gd name="connsiteX28" fmla="*/ 22365 w 167416"/>
                <a:gd name="connsiteY28" fmla="*/ 30480 h 111556"/>
                <a:gd name="connsiteX29" fmla="*/ 27477 w 167416"/>
                <a:gd name="connsiteY29" fmla="*/ 34949 h 111556"/>
                <a:gd name="connsiteX30" fmla="*/ 24282 w 167416"/>
                <a:gd name="connsiteY30" fmla="*/ 44525 h 111556"/>
                <a:gd name="connsiteX31" fmla="*/ 17892 w 167416"/>
                <a:gd name="connsiteY31" fmla="*/ 53462 h 111556"/>
                <a:gd name="connsiteX32" fmla="*/ 12141 w 167416"/>
                <a:gd name="connsiteY32" fmla="*/ 64315 h 111556"/>
                <a:gd name="connsiteX33" fmla="*/ 22365 w 167416"/>
                <a:gd name="connsiteY33" fmla="*/ 98788 h 111556"/>
                <a:gd name="connsiteX34" fmla="*/ 28116 w 167416"/>
                <a:gd name="connsiteY34" fmla="*/ 101980 h 111556"/>
                <a:gd name="connsiteX35" fmla="*/ 30033 w 167416"/>
                <a:gd name="connsiteY35" fmla="*/ 101980 h 111556"/>
                <a:gd name="connsiteX36" fmla="*/ 32589 w 167416"/>
                <a:gd name="connsiteY36" fmla="*/ 101342 h 111556"/>
                <a:gd name="connsiteX37" fmla="*/ 37062 w 167416"/>
                <a:gd name="connsiteY37" fmla="*/ 93681 h 111556"/>
                <a:gd name="connsiteX38" fmla="*/ 32589 w 167416"/>
                <a:gd name="connsiteY38" fmla="*/ 89212 h 111556"/>
                <a:gd name="connsiteX39" fmla="*/ 25560 w 167416"/>
                <a:gd name="connsiteY39" fmla="*/ 66230 h 111556"/>
                <a:gd name="connsiteX40" fmla="*/ 28116 w 167416"/>
                <a:gd name="connsiteY40" fmla="*/ 62400 h 111556"/>
                <a:gd name="connsiteX41" fmla="*/ 36423 w 167416"/>
                <a:gd name="connsiteY41" fmla="*/ 50270 h 111556"/>
                <a:gd name="connsiteX42" fmla="*/ 36423 w 167416"/>
                <a:gd name="connsiteY42" fmla="*/ 50270 h 111556"/>
                <a:gd name="connsiteX43" fmla="*/ 40896 w 167416"/>
                <a:gd name="connsiteY43" fmla="*/ 73891 h 111556"/>
                <a:gd name="connsiteX44" fmla="*/ 37701 w 167416"/>
                <a:gd name="connsiteY44" fmla="*/ 98788 h 111556"/>
                <a:gd name="connsiteX45" fmla="*/ 37062 w 167416"/>
                <a:gd name="connsiteY45" fmla="*/ 104534 h 111556"/>
                <a:gd name="connsiteX46" fmla="*/ 44091 w 167416"/>
                <a:gd name="connsiteY46" fmla="*/ 109641 h 111556"/>
                <a:gd name="connsiteX47" fmla="*/ 57509 w 167416"/>
                <a:gd name="connsiteY47" fmla="*/ 111556 h 111556"/>
                <a:gd name="connsiteX48" fmla="*/ 69650 w 167416"/>
                <a:gd name="connsiteY48" fmla="*/ 109641 h 111556"/>
                <a:gd name="connsiteX49" fmla="*/ 73484 w 167416"/>
                <a:gd name="connsiteY49" fmla="*/ 104534 h 111556"/>
                <a:gd name="connsiteX50" fmla="*/ 74762 w 167416"/>
                <a:gd name="connsiteY50" fmla="*/ 56016 h 111556"/>
                <a:gd name="connsiteX51" fmla="*/ 99044 w 167416"/>
                <a:gd name="connsiteY51" fmla="*/ 59208 h 111556"/>
                <a:gd name="connsiteX52" fmla="*/ 97766 w 167416"/>
                <a:gd name="connsiteY52" fmla="*/ 100065 h 111556"/>
                <a:gd name="connsiteX53" fmla="*/ 100961 w 167416"/>
                <a:gd name="connsiteY53" fmla="*/ 108364 h 111556"/>
                <a:gd name="connsiteX54" fmla="*/ 113102 w 167416"/>
                <a:gd name="connsiteY54" fmla="*/ 111556 h 111556"/>
                <a:gd name="connsiteX55" fmla="*/ 115019 w 167416"/>
                <a:gd name="connsiteY55" fmla="*/ 111556 h 111556"/>
                <a:gd name="connsiteX56" fmla="*/ 120131 w 167416"/>
                <a:gd name="connsiteY56" fmla="*/ 104534 h 111556"/>
                <a:gd name="connsiteX57" fmla="*/ 113102 w 167416"/>
                <a:gd name="connsiteY57" fmla="*/ 99427 h 111556"/>
                <a:gd name="connsiteX58" fmla="*/ 111824 w 167416"/>
                <a:gd name="connsiteY58" fmla="*/ 99427 h 111556"/>
                <a:gd name="connsiteX59" fmla="*/ 111824 w 167416"/>
                <a:gd name="connsiteY59" fmla="*/ 58569 h 111556"/>
                <a:gd name="connsiteX60" fmla="*/ 112463 w 167416"/>
                <a:gd name="connsiteY60" fmla="*/ 58569 h 111556"/>
                <a:gd name="connsiteX61" fmla="*/ 121409 w 167416"/>
                <a:gd name="connsiteY61" fmla="*/ 76444 h 111556"/>
                <a:gd name="connsiteX62" fmla="*/ 122687 w 167416"/>
                <a:gd name="connsiteY62" fmla="*/ 101342 h 111556"/>
                <a:gd name="connsiteX63" fmla="*/ 126521 w 167416"/>
                <a:gd name="connsiteY63" fmla="*/ 107726 h 111556"/>
                <a:gd name="connsiteX64" fmla="*/ 154637 w 167416"/>
                <a:gd name="connsiteY64" fmla="*/ 108364 h 111556"/>
                <a:gd name="connsiteX65" fmla="*/ 158470 w 167416"/>
                <a:gd name="connsiteY65" fmla="*/ 101342 h 111556"/>
                <a:gd name="connsiteX66" fmla="*/ 157192 w 167416"/>
                <a:gd name="connsiteY66" fmla="*/ 96235 h 111556"/>
                <a:gd name="connsiteX67" fmla="*/ 157831 w 167416"/>
                <a:gd name="connsiteY67" fmla="*/ 47717 h 111556"/>
                <a:gd name="connsiteX68" fmla="*/ 159748 w 167416"/>
                <a:gd name="connsiteY68" fmla="*/ 44525 h 111556"/>
                <a:gd name="connsiteX69" fmla="*/ 167416 w 167416"/>
                <a:gd name="connsiteY69" fmla="*/ 23458 h 111556"/>
                <a:gd name="connsiteX70" fmla="*/ 161026 w 167416"/>
                <a:gd name="connsiteY70" fmla="*/ 14520 h 111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67416" h="111556">
                  <a:moveTo>
                    <a:pt x="161026" y="14520"/>
                  </a:moveTo>
                  <a:cubicBezTo>
                    <a:pt x="157831" y="13882"/>
                    <a:pt x="154637" y="16435"/>
                    <a:pt x="153998" y="20266"/>
                  </a:cubicBezTo>
                  <a:cubicBezTo>
                    <a:pt x="153359" y="27288"/>
                    <a:pt x="151442" y="30480"/>
                    <a:pt x="147608" y="36864"/>
                  </a:cubicBezTo>
                  <a:lnTo>
                    <a:pt x="145691" y="40694"/>
                  </a:lnTo>
                  <a:cubicBezTo>
                    <a:pt x="136745" y="57931"/>
                    <a:pt x="140579" y="78360"/>
                    <a:pt x="143774" y="96873"/>
                  </a:cubicBezTo>
                  <a:cubicBezTo>
                    <a:pt x="141218" y="96873"/>
                    <a:pt x="138023" y="96873"/>
                    <a:pt x="135467" y="96235"/>
                  </a:cubicBezTo>
                  <a:cubicBezTo>
                    <a:pt x="136106" y="87297"/>
                    <a:pt x="135467" y="79636"/>
                    <a:pt x="133550" y="71976"/>
                  </a:cubicBezTo>
                  <a:cubicBezTo>
                    <a:pt x="130994" y="61761"/>
                    <a:pt x="125882" y="52185"/>
                    <a:pt x="118853" y="45163"/>
                  </a:cubicBezTo>
                  <a:cubicBezTo>
                    <a:pt x="116936" y="43248"/>
                    <a:pt x="115019" y="43248"/>
                    <a:pt x="112463" y="43886"/>
                  </a:cubicBezTo>
                  <a:cubicBezTo>
                    <a:pt x="97766" y="48355"/>
                    <a:pt x="81152" y="46440"/>
                    <a:pt x="69011" y="38779"/>
                  </a:cubicBezTo>
                  <a:cubicBezTo>
                    <a:pt x="66455" y="37502"/>
                    <a:pt x="63899" y="37502"/>
                    <a:pt x="61982" y="39417"/>
                  </a:cubicBezTo>
                  <a:cubicBezTo>
                    <a:pt x="60065" y="40694"/>
                    <a:pt x="58787" y="43886"/>
                    <a:pt x="59426" y="46440"/>
                  </a:cubicBezTo>
                  <a:cubicBezTo>
                    <a:pt x="63899" y="63038"/>
                    <a:pt x="63260" y="82828"/>
                    <a:pt x="61343" y="98150"/>
                  </a:cubicBezTo>
                  <a:cubicBezTo>
                    <a:pt x="58787" y="98788"/>
                    <a:pt x="55592" y="98788"/>
                    <a:pt x="52398" y="98150"/>
                  </a:cubicBezTo>
                  <a:cubicBezTo>
                    <a:pt x="54953" y="89851"/>
                    <a:pt x="54315" y="80275"/>
                    <a:pt x="53675" y="71976"/>
                  </a:cubicBezTo>
                  <a:cubicBezTo>
                    <a:pt x="52398" y="61761"/>
                    <a:pt x="51759" y="52824"/>
                    <a:pt x="47925" y="43886"/>
                  </a:cubicBezTo>
                  <a:cubicBezTo>
                    <a:pt x="46008" y="38141"/>
                    <a:pt x="42813" y="33033"/>
                    <a:pt x="38979" y="28565"/>
                  </a:cubicBezTo>
                  <a:cubicBezTo>
                    <a:pt x="38979" y="27926"/>
                    <a:pt x="38340" y="27926"/>
                    <a:pt x="38340" y="27926"/>
                  </a:cubicBezTo>
                  <a:cubicBezTo>
                    <a:pt x="35145" y="24734"/>
                    <a:pt x="32589" y="21542"/>
                    <a:pt x="28755" y="19627"/>
                  </a:cubicBezTo>
                  <a:cubicBezTo>
                    <a:pt x="24921" y="17074"/>
                    <a:pt x="21087" y="15797"/>
                    <a:pt x="17253" y="14520"/>
                  </a:cubicBezTo>
                  <a:cubicBezTo>
                    <a:pt x="15975" y="13882"/>
                    <a:pt x="14697" y="13882"/>
                    <a:pt x="13419" y="13243"/>
                  </a:cubicBezTo>
                  <a:cubicBezTo>
                    <a:pt x="14058" y="12605"/>
                    <a:pt x="14697" y="11966"/>
                    <a:pt x="15336" y="11328"/>
                  </a:cubicBezTo>
                  <a:cubicBezTo>
                    <a:pt x="17892" y="9413"/>
                    <a:pt x="18531" y="4944"/>
                    <a:pt x="16614" y="2390"/>
                  </a:cubicBezTo>
                  <a:cubicBezTo>
                    <a:pt x="14697" y="-163"/>
                    <a:pt x="10224" y="-802"/>
                    <a:pt x="7668" y="1114"/>
                  </a:cubicBezTo>
                  <a:cubicBezTo>
                    <a:pt x="5751" y="2390"/>
                    <a:pt x="3834" y="4944"/>
                    <a:pt x="1917" y="7498"/>
                  </a:cubicBezTo>
                  <a:cubicBezTo>
                    <a:pt x="-639" y="11328"/>
                    <a:pt x="-639" y="16435"/>
                    <a:pt x="1917" y="20266"/>
                  </a:cubicBezTo>
                  <a:cubicBezTo>
                    <a:pt x="3834" y="23458"/>
                    <a:pt x="7668" y="24734"/>
                    <a:pt x="8946" y="25373"/>
                  </a:cubicBezTo>
                  <a:cubicBezTo>
                    <a:pt x="10224" y="26011"/>
                    <a:pt x="11502" y="26011"/>
                    <a:pt x="12780" y="26649"/>
                  </a:cubicBezTo>
                  <a:cubicBezTo>
                    <a:pt x="15975" y="27926"/>
                    <a:pt x="19809" y="29203"/>
                    <a:pt x="22365" y="30480"/>
                  </a:cubicBezTo>
                  <a:cubicBezTo>
                    <a:pt x="24282" y="31757"/>
                    <a:pt x="26199" y="33033"/>
                    <a:pt x="27477" y="34949"/>
                  </a:cubicBezTo>
                  <a:cubicBezTo>
                    <a:pt x="26838" y="38141"/>
                    <a:pt x="25560" y="41971"/>
                    <a:pt x="24282" y="44525"/>
                  </a:cubicBezTo>
                  <a:cubicBezTo>
                    <a:pt x="23004" y="47717"/>
                    <a:pt x="21087" y="50270"/>
                    <a:pt x="17892" y="53462"/>
                  </a:cubicBezTo>
                  <a:cubicBezTo>
                    <a:pt x="15336" y="56016"/>
                    <a:pt x="12780" y="59208"/>
                    <a:pt x="12141" y="64315"/>
                  </a:cubicBezTo>
                  <a:cubicBezTo>
                    <a:pt x="11502" y="69422"/>
                    <a:pt x="18531" y="91766"/>
                    <a:pt x="22365" y="98788"/>
                  </a:cubicBezTo>
                  <a:cubicBezTo>
                    <a:pt x="23643" y="100704"/>
                    <a:pt x="25560" y="101980"/>
                    <a:pt x="28116" y="101980"/>
                  </a:cubicBezTo>
                  <a:cubicBezTo>
                    <a:pt x="28755" y="101980"/>
                    <a:pt x="29394" y="101980"/>
                    <a:pt x="30033" y="101980"/>
                  </a:cubicBezTo>
                  <a:lnTo>
                    <a:pt x="32589" y="101342"/>
                  </a:lnTo>
                  <a:cubicBezTo>
                    <a:pt x="35784" y="100704"/>
                    <a:pt x="38340" y="96873"/>
                    <a:pt x="37062" y="93681"/>
                  </a:cubicBezTo>
                  <a:cubicBezTo>
                    <a:pt x="36423" y="91128"/>
                    <a:pt x="34506" y="89851"/>
                    <a:pt x="32589" y="89212"/>
                  </a:cubicBezTo>
                  <a:cubicBezTo>
                    <a:pt x="29394" y="80913"/>
                    <a:pt x="25560" y="68145"/>
                    <a:pt x="25560" y="66230"/>
                  </a:cubicBezTo>
                  <a:cubicBezTo>
                    <a:pt x="25560" y="65592"/>
                    <a:pt x="27477" y="63677"/>
                    <a:pt x="28116" y="62400"/>
                  </a:cubicBezTo>
                  <a:cubicBezTo>
                    <a:pt x="31311" y="58569"/>
                    <a:pt x="34506" y="54739"/>
                    <a:pt x="36423" y="50270"/>
                  </a:cubicBezTo>
                  <a:lnTo>
                    <a:pt x="36423" y="50270"/>
                  </a:lnTo>
                  <a:cubicBezTo>
                    <a:pt x="38979" y="57293"/>
                    <a:pt x="39618" y="65592"/>
                    <a:pt x="40896" y="73891"/>
                  </a:cubicBezTo>
                  <a:cubicBezTo>
                    <a:pt x="42174" y="82828"/>
                    <a:pt x="42174" y="92404"/>
                    <a:pt x="37701" y="98788"/>
                  </a:cubicBezTo>
                  <a:cubicBezTo>
                    <a:pt x="36423" y="100704"/>
                    <a:pt x="36423" y="102619"/>
                    <a:pt x="37062" y="104534"/>
                  </a:cubicBezTo>
                  <a:cubicBezTo>
                    <a:pt x="38340" y="109003"/>
                    <a:pt x="42174" y="109641"/>
                    <a:pt x="44091" y="109641"/>
                  </a:cubicBezTo>
                  <a:cubicBezTo>
                    <a:pt x="47925" y="110280"/>
                    <a:pt x="52398" y="111556"/>
                    <a:pt x="57509" y="111556"/>
                  </a:cubicBezTo>
                  <a:cubicBezTo>
                    <a:pt x="61343" y="111556"/>
                    <a:pt x="65177" y="110918"/>
                    <a:pt x="69650" y="109641"/>
                  </a:cubicBezTo>
                  <a:cubicBezTo>
                    <a:pt x="71567" y="109003"/>
                    <a:pt x="73484" y="107088"/>
                    <a:pt x="73484" y="104534"/>
                  </a:cubicBezTo>
                  <a:cubicBezTo>
                    <a:pt x="75401" y="91128"/>
                    <a:pt x="77318" y="73252"/>
                    <a:pt x="74762" y="56016"/>
                  </a:cubicBezTo>
                  <a:cubicBezTo>
                    <a:pt x="82430" y="58569"/>
                    <a:pt x="90737" y="59846"/>
                    <a:pt x="99044" y="59208"/>
                  </a:cubicBezTo>
                  <a:cubicBezTo>
                    <a:pt x="104156" y="71976"/>
                    <a:pt x="103517" y="87297"/>
                    <a:pt x="97766" y="100065"/>
                  </a:cubicBezTo>
                  <a:cubicBezTo>
                    <a:pt x="96488" y="103257"/>
                    <a:pt x="97766" y="107088"/>
                    <a:pt x="100961" y="108364"/>
                  </a:cubicBezTo>
                  <a:cubicBezTo>
                    <a:pt x="104795" y="110280"/>
                    <a:pt x="109268" y="111556"/>
                    <a:pt x="113102" y="111556"/>
                  </a:cubicBezTo>
                  <a:cubicBezTo>
                    <a:pt x="113741" y="111556"/>
                    <a:pt x="114380" y="111556"/>
                    <a:pt x="115019" y="111556"/>
                  </a:cubicBezTo>
                  <a:cubicBezTo>
                    <a:pt x="118214" y="110918"/>
                    <a:pt x="120770" y="107726"/>
                    <a:pt x="120131" y="104534"/>
                  </a:cubicBezTo>
                  <a:cubicBezTo>
                    <a:pt x="119492" y="101342"/>
                    <a:pt x="116297" y="98788"/>
                    <a:pt x="113102" y="99427"/>
                  </a:cubicBezTo>
                  <a:cubicBezTo>
                    <a:pt x="113102" y="99427"/>
                    <a:pt x="112463" y="99427"/>
                    <a:pt x="111824" y="99427"/>
                  </a:cubicBezTo>
                  <a:cubicBezTo>
                    <a:pt x="116297" y="86020"/>
                    <a:pt x="116297" y="71337"/>
                    <a:pt x="111824" y="58569"/>
                  </a:cubicBezTo>
                  <a:lnTo>
                    <a:pt x="112463" y="58569"/>
                  </a:lnTo>
                  <a:cubicBezTo>
                    <a:pt x="116297" y="63677"/>
                    <a:pt x="119492" y="69422"/>
                    <a:pt x="121409" y="76444"/>
                  </a:cubicBezTo>
                  <a:cubicBezTo>
                    <a:pt x="123326" y="83467"/>
                    <a:pt x="123326" y="91766"/>
                    <a:pt x="122687" y="101342"/>
                  </a:cubicBezTo>
                  <a:cubicBezTo>
                    <a:pt x="122687" y="103896"/>
                    <a:pt x="123965" y="106449"/>
                    <a:pt x="126521" y="107726"/>
                  </a:cubicBezTo>
                  <a:cubicBezTo>
                    <a:pt x="134828" y="111556"/>
                    <a:pt x="145691" y="112195"/>
                    <a:pt x="154637" y="108364"/>
                  </a:cubicBezTo>
                  <a:cubicBezTo>
                    <a:pt x="157192" y="107088"/>
                    <a:pt x="159109" y="104534"/>
                    <a:pt x="158470" y="101342"/>
                  </a:cubicBezTo>
                  <a:lnTo>
                    <a:pt x="157192" y="96235"/>
                  </a:lnTo>
                  <a:cubicBezTo>
                    <a:pt x="153998" y="78998"/>
                    <a:pt x="150803" y="61761"/>
                    <a:pt x="157831" y="47717"/>
                  </a:cubicBezTo>
                  <a:lnTo>
                    <a:pt x="159748" y="44525"/>
                  </a:lnTo>
                  <a:cubicBezTo>
                    <a:pt x="163582" y="38141"/>
                    <a:pt x="166138" y="32395"/>
                    <a:pt x="167416" y="23458"/>
                  </a:cubicBezTo>
                  <a:cubicBezTo>
                    <a:pt x="167416" y="18350"/>
                    <a:pt x="164860" y="15158"/>
                    <a:pt x="161026" y="14520"/>
                  </a:cubicBezTo>
                  <a:close/>
                </a:path>
              </a:pathLst>
            </a:custGeom>
            <a:solidFill>
              <a:srgbClr val="046A38"/>
            </a:solidFill>
            <a:ln w="6390" cap="flat">
              <a:noFill/>
              <a:prstDash val="solid"/>
              <a:miter/>
            </a:ln>
          </p:spPr>
          <p:txBody>
            <a:bodyPr rtlCol="0" anchor="ctr"/>
            <a:lstStyle/>
            <a:p>
              <a:endParaRPr lang="en-US"/>
            </a:p>
          </p:txBody>
        </p:sp>
        <p:sp>
          <p:nvSpPr>
            <p:cNvPr id="703" name="Graphic 6">
              <a:extLst>
                <a:ext uri="{FF2B5EF4-FFF2-40B4-BE49-F238E27FC236}">
                  <a16:creationId xmlns:a16="http://schemas.microsoft.com/office/drawing/2014/main" id="{9F368D20-7D59-264E-8692-2A03BCC49143}"/>
                </a:ext>
              </a:extLst>
            </p:cNvPr>
            <p:cNvSpPr/>
            <p:nvPr/>
          </p:nvSpPr>
          <p:spPr>
            <a:xfrm>
              <a:off x="539949" y="3991984"/>
              <a:ext cx="45630" cy="74774"/>
            </a:xfrm>
            <a:custGeom>
              <a:avLst/>
              <a:gdLst>
                <a:gd name="connsiteX0" fmla="*/ 37062 w 45630"/>
                <a:gd name="connsiteY0" fmla="*/ 60091 h 74774"/>
                <a:gd name="connsiteX1" fmla="*/ 18531 w 45630"/>
                <a:gd name="connsiteY1" fmla="*/ 53069 h 74774"/>
                <a:gd name="connsiteX2" fmla="*/ 12780 w 45630"/>
                <a:gd name="connsiteY2" fmla="*/ 27533 h 74774"/>
                <a:gd name="connsiteX3" fmla="*/ 13419 w 45630"/>
                <a:gd name="connsiteY3" fmla="*/ 7104 h 74774"/>
                <a:gd name="connsiteX4" fmla="*/ 7668 w 45630"/>
                <a:gd name="connsiteY4" fmla="*/ 82 h 74774"/>
                <a:gd name="connsiteX5" fmla="*/ 639 w 45630"/>
                <a:gd name="connsiteY5" fmla="*/ 5828 h 74774"/>
                <a:gd name="connsiteX6" fmla="*/ 0 w 45630"/>
                <a:gd name="connsiteY6" fmla="*/ 28172 h 74774"/>
                <a:gd name="connsiteX7" fmla="*/ 7668 w 45630"/>
                <a:gd name="connsiteY7" fmla="*/ 60730 h 74774"/>
                <a:gd name="connsiteX8" fmla="*/ 31950 w 45630"/>
                <a:gd name="connsiteY8" fmla="*/ 74775 h 74774"/>
                <a:gd name="connsiteX9" fmla="*/ 42174 w 45630"/>
                <a:gd name="connsiteY9" fmla="*/ 72221 h 74774"/>
                <a:gd name="connsiteX10" fmla="*/ 44730 w 45630"/>
                <a:gd name="connsiteY10" fmla="*/ 63922 h 74774"/>
                <a:gd name="connsiteX11" fmla="*/ 37062 w 45630"/>
                <a:gd name="connsiteY11" fmla="*/ 60091 h 7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30" h="74774">
                  <a:moveTo>
                    <a:pt x="37062" y="60091"/>
                  </a:moveTo>
                  <a:cubicBezTo>
                    <a:pt x="30672" y="63283"/>
                    <a:pt x="22365" y="58815"/>
                    <a:pt x="18531" y="53069"/>
                  </a:cubicBezTo>
                  <a:cubicBezTo>
                    <a:pt x="14058" y="46047"/>
                    <a:pt x="13419" y="36471"/>
                    <a:pt x="12780" y="27533"/>
                  </a:cubicBezTo>
                  <a:cubicBezTo>
                    <a:pt x="12780" y="19872"/>
                    <a:pt x="12780" y="13488"/>
                    <a:pt x="13419" y="7104"/>
                  </a:cubicBezTo>
                  <a:cubicBezTo>
                    <a:pt x="13419" y="3274"/>
                    <a:pt x="10863" y="720"/>
                    <a:pt x="7668" y="82"/>
                  </a:cubicBezTo>
                  <a:cubicBezTo>
                    <a:pt x="3834" y="-556"/>
                    <a:pt x="1278" y="2636"/>
                    <a:pt x="639" y="5828"/>
                  </a:cubicBezTo>
                  <a:cubicBezTo>
                    <a:pt x="0" y="12850"/>
                    <a:pt x="0" y="19872"/>
                    <a:pt x="0" y="28172"/>
                  </a:cubicBezTo>
                  <a:cubicBezTo>
                    <a:pt x="0" y="39024"/>
                    <a:pt x="1278" y="50515"/>
                    <a:pt x="7668" y="60730"/>
                  </a:cubicBezTo>
                  <a:cubicBezTo>
                    <a:pt x="12780" y="69029"/>
                    <a:pt x="22365" y="74775"/>
                    <a:pt x="31950" y="74775"/>
                  </a:cubicBezTo>
                  <a:cubicBezTo>
                    <a:pt x="35145" y="74775"/>
                    <a:pt x="38979" y="74136"/>
                    <a:pt x="42174" y="72221"/>
                  </a:cubicBezTo>
                  <a:cubicBezTo>
                    <a:pt x="45369" y="70306"/>
                    <a:pt x="46647" y="66475"/>
                    <a:pt x="44730" y="63922"/>
                  </a:cubicBezTo>
                  <a:cubicBezTo>
                    <a:pt x="44091" y="60091"/>
                    <a:pt x="40257" y="58815"/>
                    <a:pt x="37062" y="60091"/>
                  </a:cubicBezTo>
                  <a:close/>
                </a:path>
              </a:pathLst>
            </a:custGeom>
            <a:solidFill>
              <a:srgbClr val="046A38"/>
            </a:solidFill>
            <a:ln w="6390" cap="flat">
              <a:noFill/>
              <a:prstDash val="solid"/>
              <a:miter/>
            </a:ln>
          </p:spPr>
          <p:txBody>
            <a:bodyPr rtlCol="0" anchor="ctr"/>
            <a:lstStyle/>
            <a:p>
              <a:endParaRPr lang="en-US"/>
            </a:p>
          </p:txBody>
        </p:sp>
        <p:sp>
          <p:nvSpPr>
            <p:cNvPr id="704" name="Graphic 6">
              <a:extLst>
                <a:ext uri="{FF2B5EF4-FFF2-40B4-BE49-F238E27FC236}">
                  <a16:creationId xmlns:a16="http://schemas.microsoft.com/office/drawing/2014/main" id="{40563F53-AC11-E747-86FE-DC9E9FBFF249}"/>
                </a:ext>
              </a:extLst>
            </p:cNvPr>
            <p:cNvSpPr/>
            <p:nvPr/>
          </p:nvSpPr>
          <p:spPr>
            <a:xfrm>
              <a:off x="575094" y="3949932"/>
              <a:ext cx="12779" cy="12767"/>
            </a:xfrm>
            <a:custGeom>
              <a:avLst/>
              <a:gdLst>
                <a:gd name="connsiteX0" fmla="*/ 3834 w 12779"/>
                <a:gd name="connsiteY0" fmla="*/ 12130 h 12767"/>
                <a:gd name="connsiteX1" fmla="*/ 6390 w 12779"/>
                <a:gd name="connsiteY1" fmla="*/ 12768 h 12767"/>
                <a:gd name="connsiteX2" fmla="*/ 8946 w 12779"/>
                <a:gd name="connsiteY2" fmla="*/ 12130 h 12767"/>
                <a:gd name="connsiteX3" fmla="*/ 10863 w 12779"/>
                <a:gd name="connsiteY3" fmla="*/ 10853 h 12767"/>
                <a:gd name="connsiteX4" fmla="*/ 12780 w 12779"/>
                <a:gd name="connsiteY4" fmla="*/ 6384 h 12767"/>
                <a:gd name="connsiteX5" fmla="*/ 10863 w 12779"/>
                <a:gd name="connsiteY5" fmla="*/ 1916 h 12767"/>
                <a:gd name="connsiteX6" fmla="*/ 8946 w 12779"/>
                <a:gd name="connsiteY6" fmla="*/ 639 h 12767"/>
                <a:gd name="connsiteX7" fmla="*/ 5112 w 12779"/>
                <a:gd name="connsiteY7" fmla="*/ 0 h 12767"/>
                <a:gd name="connsiteX8" fmla="*/ 3834 w 12779"/>
                <a:gd name="connsiteY8" fmla="*/ 639 h 12767"/>
                <a:gd name="connsiteX9" fmla="*/ 2556 w 12779"/>
                <a:gd name="connsiteY9" fmla="*/ 1277 h 12767"/>
                <a:gd name="connsiteX10" fmla="*/ 1917 w 12779"/>
                <a:gd name="connsiteY10" fmla="*/ 1916 h 12767"/>
                <a:gd name="connsiteX11" fmla="*/ 639 w 12779"/>
                <a:gd name="connsiteY11" fmla="*/ 3831 h 12767"/>
                <a:gd name="connsiteX12" fmla="*/ 0 w 12779"/>
                <a:gd name="connsiteY12" fmla="*/ 6384 h 12767"/>
                <a:gd name="connsiteX13" fmla="*/ 639 w 12779"/>
                <a:gd name="connsiteY13" fmla="*/ 8938 h 12767"/>
                <a:gd name="connsiteX14" fmla="*/ 1917 w 12779"/>
                <a:gd name="connsiteY14" fmla="*/ 10853 h 12767"/>
                <a:gd name="connsiteX15" fmla="*/ 3834 w 12779"/>
                <a:gd name="connsiteY15" fmla="*/ 1213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79" h="12767">
                  <a:moveTo>
                    <a:pt x="3834" y="12130"/>
                  </a:moveTo>
                  <a:cubicBezTo>
                    <a:pt x="4473" y="12130"/>
                    <a:pt x="5112" y="12768"/>
                    <a:pt x="6390" y="12768"/>
                  </a:cubicBezTo>
                  <a:cubicBezTo>
                    <a:pt x="7029" y="12768"/>
                    <a:pt x="8307" y="12768"/>
                    <a:pt x="8946" y="12130"/>
                  </a:cubicBezTo>
                  <a:cubicBezTo>
                    <a:pt x="9585" y="12130"/>
                    <a:pt x="10224" y="11491"/>
                    <a:pt x="10863" y="10853"/>
                  </a:cubicBezTo>
                  <a:cubicBezTo>
                    <a:pt x="12141" y="9576"/>
                    <a:pt x="12780" y="8299"/>
                    <a:pt x="12780" y="6384"/>
                  </a:cubicBezTo>
                  <a:cubicBezTo>
                    <a:pt x="12780" y="4469"/>
                    <a:pt x="12141" y="3192"/>
                    <a:pt x="10863" y="1916"/>
                  </a:cubicBezTo>
                  <a:cubicBezTo>
                    <a:pt x="10224" y="1277"/>
                    <a:pt x="9585" y="639"/>
                    <a:pt x="8946" y="639"/>
                  </a:cubicBezTo>
                  <a:cubicBezTo>
                    <a:pt x="7668" y="0"/>
                    <a:pt x="6390" y="0"/>
                    <a:pt x="5112" y="0"/>
                  </a:cubicBezTo>
                  <a:cubicBezTo>
                    <a:pt x="4473" y="0"/>
                    <a:pt x="4473" y="0"/>
                    <a:pt x="3834" y="639"/>
                  </a:cubicBezTo>
                  <a:cubicBezTo>
                    <a:pt x="3195" y="639"/>
                    <a:pt x="3195" y="1277"/>
                    <a:pt x="2556" y="1277"/>
                  </a:cubicBezTo>
                  <a:cubicBezTo>
                    <a:pt x="1917" y="1277"/>
                    <a:pt x="1917" y="1916"/>
                    <a:pt x="1917" y="1916"/>
                  </a:cubicBezTo>
                  <a:cubicBezTo>
                    <a:pt x="1278" y="2554"/>
                    <a:pt x="639" y="3192"/>
                    <a:pt x="639" y="3831"/>
                  </a:cubicBezTo>
                  <a:cubicBezTo>
                    <a:pt x="639" y="4469"/>
                    <a:pt x="0" y="5107"/>
                    <a:pt x="0" y="6384"/>
                  </a:cubicBezTo>
                  <a:cubicBezTo>
                    <a:pt x="0" y="7023"/>
                    <a:pt x="0" y="8299"/>
                    <a:pt x="639" y="8938"/>
                  </a:cubicBezTo>
                  <a:cubicBezTo>
                    <a:pt x="1278" y="9576"/>
                    <a:pt x="1278" y="10215"/>
                    <a:pt x="1917" y="10853"/>
                  </a:cubicBezTo>
                  <a:cubicBezTo>
                    <a:pt x="2556" y="10853"/>
                    <a:pt x="3195" y="11491"/>
                    <a:pt x="3834" y="12130"/>
                  </a:cubicBezTo>
                  <a:close/>
                </a:path>
              </a:pathLst>
            </a:custGeom>
            <a:solidFill>
              <a:srgbClr val="046A38"/>
            </a:solidFill>
            <a:ln w="6390" cap="flat">
              <a:noFill/>
              <a:prstDash val="solid"/>
              <a:miter/>
            </a:ln>
          </p:spPr>
          <p:txBody>
            <a:bodyPr rtlCol="0" anchor="ctr"/>
            <a:lstStyle/>
            <a:p>
              <a:endParaRPr lang="en-US"/>
            </a:p>
          </p:txBody>
        </p:sp>
      </p:grpSp>
      <p:grpSp>
        <p:nvGrpSpPr>
          <p:cNvPr id="705" name="Graphic 6">
            <a:extLst>
              <a:ext uri="{FF2B5EF4-FFF2-40B4-BE49-F238E27FC236}">
                <a16:creationId xmlns:a16="http://schemas.microsoft.com/office/drawing/2014/main" id="{DD551D34-7122-6044-AC49-A468E2C15C12}"/>
              </a:ext>
            </a:extLst>
          </p:cNvPr>
          <p:cNvGrpSpPr/>
          <p:nvPr/>
        </p:nvGrpSpPr>
        <p:grpSpPr>
          <a:xfrm>
            <a:off x="1513776" y="3821614"/>
            <a:ext cx="362309" cy="361971"/>
            <a:chOff x="1513776" y="3821614"/>
            <a:chExt cx="362309" cy="361971"/>
          </a:xfrm>
          <a:solidFill>
            <a:srgbClr val="046A38"/>
          </a:solidFill>
        </p:grpSpPr>
        <p:sp>
          <p:nvSpPr>
            <p:cNvPr id="706" name="Graphic 6">
              <a:extLst>
                <a:ext uri="{FF2B5EF4-FFF2-40B4-BE49-F238E27FC236}">
                  <a16:creationId xmlns:a16="http://schemas.microsoft.com/office/drawing/2014/main" id="{CDAA0526-2D72-C64D-AD7D-472F98137D94}"/>
                </a:ext>
              </a:extLst>
            </p:cNvPr>
            <p:cNvSpPr/>
            <p:nvPr/>
          </p:nvSpPr>
          <p:spPr>
            <a:xfrm>
              <a:off x="1513776" y="3821614"/>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181474 w 362309"/>
                <a:gd name="connsiteY4" fmla="*/ 0 h 361971"/>
                <a:gd name="connsiteX5" fmla="*/ 180835 w 362309"/>
                <a:gd name="connsiteY5" fmla="*/ 349204 h 361971"/>
                <a:gd name="connsiteX6" fmla="*/ 12780 w 362309"/>
                <a:gd name="connsiteY6" fmla="*/ 180667 h 361971"/>
                <a:gd name="connsiteX7" fmla="*/ 181474 w 362309"/>
                <a:gd name="connsiteY7" fmla="*/ 12768 h 361971"/>
                <a:gd name="connsiteX8" fmla="*/ 349530 w 362309"/>
                <a:gd name="connsiteY8" fmla="*/ 181305 h 361971"/>
                <a:gd name="connsiteX9" fmla="*/ 180835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81077"/>
                    <a:pt x="281157" y="0"/>
                    <a:pt x="181474" y="0"/>
                  </a:cubicBezTo>
                  <a:close/>
                  <a:moveTo>
                    <a:pt x="180835" y="349204"/>
                  </a:moveTo>
                  <a:cubicBezTo>
                    <a:pt x="88181" y="349204"/>
                    <a:pt x="12780" y="273873"/>
                    <a:pt x="12780" y="180667"/>
                  </a:cubicBezTo>
                  <a:cubicBezTo>
                    <a:pt x="12780" y="87461"/>
                    <a:pt x="88181" y="12768"/>
                    <a:pt x="181474" y="12768"/>
                  </a:cubicBezTo>
                  <a:cubicBezTo>
                    <a:pt x="274128" y="12768"/>
                    <a:pt x="349530" y="88099"/>
                    <a:pt x="349530" y="181305"/>
                  </a:cubicBezTo>
                  <a:cubicBezTo>
                    <a:pt x="349530" y="274511"/>
                    <a:pt x="274128"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707" name="Graphic 6">
              <a:extLst>
                <a:ext uri="{FF2B5EF4-FFF2-40B4-BE49-F238E27FC236}">
                  <a16:creationId xmlns:a16="http://schemas.microsoft.com/office/drawing/2014/main" id="{2B67B8CE-4C88-DD4F-9904-8AD6707EF399}"/>
                </a:ext>
              </a:extLst>
            </p:cNvPr>
            <p:cNvSpPr/>
            <p:nvPr/>
          </p:nvSpPr>
          <p:spPr>
            <a:xfrm>
              <a:off x="1587899" y="3896307"/>
              <a:ext cx="213521" cy="213863"/>
            </a:xfrm>
            <a:custGeom>
              <a:avLst/>
              <a:gdLst>
                <a:gd name="connsiteX0" fmla="*/ 207673 w 213521"/>
                <a:gd name="connsiteY0" fmla="*/ 182582 h 213863"/>
                <a:gd name="connsiteX1" fmla="*/ 201283 w 213521"/>
                <a:gd name="connsiteY1" fmla="*/ 188966 h 213863"/>
                <a:gd name="connsiteX2" fmla="*/ 195532 w 213521"/>
                <a:gd name="connsiteY2" fmla="*/ 197265 h 213863"/>
                <a:gd name="connsiteX3" fmla="*/ 195532 w 213521"/>
                <a:gd name="connsiteY3" fmla="*/ 179390 h 213863"/>
                <a:gd name="connsiteX4" fmla="*/ 107351 w 213521"/>
                <a:gd name="connsiteY4" fmla="*/ 0 h 213863"/>
                <a:gd name="connsiteX5" fmla="*/ 19170 w 213521"/>
                <a:gd name="connsiteY5" fmla="*/ 179390 h 213863"/>
                <a:gd name="connsiteX6" fmla="*/ 19170 w 213521"/>
                <a:gd name="connsiteY6" fmla="*/ 197903 h 213863"/>
                <a:gd name="connsiteX7" fmla="*/ 12780 w 213521"/>
                <a:gd name="connsiteY7" fmla="*/ 188966 h 213863"/>
                <a:gd name="connsiteX8" fmla="*/ 6390 w 213521"/>
                <a:gd name="connsiteY8" fmla="*/ 182582 h 213863"/>
                <a:gd name="connsiteX9" fmla="*/ 0 w 213521"/>
                <a:gd name="connsiteY9" fmla="*/ 188966 h 213863"/>
                <a:gd name="connsiteX10" fmla="*/ 31311 w 213521"/>
                <a:gd name="connsiteY10" fmla="*/ 213863 h 213863"/>
                <a:gd name="connsiteX11" fmla="*/ 56231 w 213521"/>
                <a:gd name="connsiteY11" fmla="*/ 203649 h 213863"/>
                <a:gd name="connsiteX12" fmla="*/ 81791 w 213521"/>
                <a:gd name="connsiteY12" fmla="*/ 213863 h 213863"/>
                <a:gd name="connsiteX13" fmla="*/ 106712 w 213521"/>
                <a:gd name="connsiteY13" fmla="*/ 203649 h 213863"/>
                <a:gd name="connsiteX14" fmla="*/ 132272 w 213521"/>
                <a:gd name="connsiteY14" fmla="*/ 213863 h 213863"/>
                <a:gd name="connsiteX15" fmla="*/ 157192 w 213521"/>
                <a:gd name="connsiteY15" fmla="*/ 204287 h 213863"/>
                <a:gd name="connsiteX16" fmla="*/ 182113 w 213521"/>
                <a:gd name="connsiteY16" fmla="*/ 213863 h 213863"/>
                <a:gd name="connsiteX17" fmla="*/ 213424 w 213521"/>
                <a:gd name="connsiteY17" fmla="*/ 188966 h 213863"/>
                <a:gd name="connsiteX18" fmla="*/ 207673 w 213521"/>
                <a:gd name="connsiteY18" fmla="*/ 182582 h 213863"/>
                <a:gd name="connsiteX19" fmla="*/ 163582 w 213521"/>
                <a:gd name="connsiteY19" fmla="*/ 188966 h 213863"/>
                <a:gd name="connsiteX20" fmla="*/ 157192 w 213521"/>
                <a:gd name="connsiteY20" fmla="*/ 182582 h 213863"/>
                <a:gd name="connsiteX21" fmla="*/ 150803 w 213521"/>
                <a:gd name="connsiteY21" fmla="*/ 188966 h 213863"/>
                <a:gd name="connsiteX22" fmla="*/ 132272 w 213521"/>
                <a:gd name="connsiteY22" fmla="*/ 201095 h 213863"/>
                <a:gd name="connsiteX23" fmla="*/ 113741 w 213521"/>
                <a:gd name="connsiteY23" fmla="*/ 188966 h 213863"/>
                <a:gd name="connsiteX24" fmla="*/ 107990 w 213521"/>
                <a:gd name="connsiteY24" fmla="*/ 182582 h 213863"/>
                <a:gd name="connsiteX25" fmla="*/ 100961 w 213521"/>
                <a:gd name="connsiteY25" fmla="*/ 187689 h 213863"/>
                <a:gd name="connsiteX26" fmla="*/ 81791 w 213521"/>
                <a:gd name="connsiteY26" fmla="*/ 200457 h 213863"/>
                <a:gd name="connsiteX27" fmla="*/ 63260 w 213521"/>
                <a:gd name="connsiteY27" fmla="*/ 188327 h 213863"/>
                <a:gd name="connsiteX28" fmla="*/ 57509 w 213521"/>
                <a:gd name="connsiteY28" fmla="*/ 181944 h 213863"/>
                <a:gd name="connsiteX29" fmla="*/ 50480 w 213521"/>
                <a:gd name="connsiteY29" fmla="*/ 187051 h 213863"/>
                <a:gd name="connsiteX30" fmla="*/ 31950 w 213521"/>
                <a:gd name="connsiteY30" fmla="*/ 199819 h 213863"/>
                <a:gd name="connsiteX31" fmla="*/ 31950 w 213521"/>
                <a:gd name="connsiteY31" fmla="*/ 199819 h 213863"/>
                <a:gd name="connsiteX32" fmla="*/ 31950 w 213521"/>
                <a:gd name="connsiteY32" fmla="*/ 178752 h 213863"/>
                <a:gd name="connsiteX33" fmla="*/ 107351 w 213521"/>
                <a:gd name="connsiteY33" fmla="*/ 12129 h 213863"/>
                <a:gd name="connsiteX34" fmla="*/ 182752 w 213521"/>
                <a:gd name="connsiteY34" fmla="*/ 178752 h 213863"/>
                <a:gd name="connsiteX35" fmla="*/ 182752 w 213521"/>
                <a:gd name="connsiteY35" fmla="*/ 199819 h 213863"/>
                <a:gd name="connsiteX36" fmla="*/ 182752 w 213521"/>
                <a:gd name="connsiteY36" fmla="*/ 199819 h 213863"/>
                <a:gd name="connsiteX37" fmla="*/ 182113 w 213521"/>
                <a:gd name="connsiteY37" fmla="*/ 199819 h 213863"/>
                <a:gd name="connsiteX38" fmla="*/ 163582 w 213521"/>
                <a:gd name="connsiteY38" fmla="*/ 188966 h 21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3521" h="213863">
                  <a:moveTo>
                    <a:pt x="207673" y="182582"/>
                  </a:moveTo>
                  <a:cubicBezTo>
                    <a:pt x="203839" y="182582"/>
                    <a:pt x="201283" y="185135"/>
                    <a:pt x="201283" y="188966"/>
                  </a:cubicBezTo>
                  <a:cubicBezTo>
                    <a:pt x="201283" y="192158"/>
                    <a:pt x="199366" y="195350"/>
                    <a:pt x="195532" y="197265"/>
                  </a:cubicBezTo>
                  <a:lnTo>
                    <a:pt x="195532" y="179390"/>
                  </a:lnTo>
                  <a:cubicBezTo>
                    <a:pt x="195532" y="87461"/>
                    <a:pt x="131633" y="0"/>
                    <a:pt x="107351" y="0"/>
                  </a:cubicBezTo>
                  <a:cubicBezTo>
                    <a:pt x="83069" y="0"/>
                    <a:pt x="19170" y="87461"/>
                    <a:pt x="19170" y="179390"/>
                  </a:cubicBezTo>
                  <a:lnTo>
                    <a:pt x="19170" y="197903"/>
                  </a:lnTo>
                  <a:cubicBezTo>
                    <a:pt x="15336" y="195988"/>
                    <a:pt x="12780" y="192796"/>
                    <a:pt x="12780" y="188966"/>
                  </a:cubicBezTo>
                  <a:cubicBezTo>
                    <a:pt x="12780" y="185135"/>
                    <a:pt x="10224" y="182582"/>
                    <a:pt x="6390" y="182582"/>
                  </a:cubicBezTo>
                  <a:cubicBezTo>
                    <a:pt x="2556" y="182582"/>
                    <a:pt x="0" y="185135"/>
                    <a:pt x="0" y="188966"/>
                  </a:cubicBezTo>
                  <a:cubicBezTo>
                    <a:pt x="0" y="203011"/>
                    <a:pt x="14058" y="213863"/>
                    <a:pt x="31311" y="213863"/>
                  </a:cubicBezTo>
                  <a:cubicBezTo>
                    <a:pt x="43452" y="213863"/>
                    <a:pt x="51119" y="209395"/>
                    <a:pt x="56231" y="203649"/>
                  </a:cubicBezTo>
                  <a:cubicBezTo>
                    <a:pt x="61982" y="210033"/>
                    <a:pt x="70928" y="213863"/>
                    <a:pt x="81791" y="213863"/>
                  </a:cubicBezTo>
                  <a:cubicBezTo>
                    <a:pt x="93932" y="213863"/>
                    <a:pt x="101600" y="209395"/>
                    <a:pt x="106712" y="203649"/>
                  </a:cubicBezTo>
                  <a:cubicBezTo>
                    <a:pt x="112463" y="210033"/>
                    <a:pt x="121409" y="213863"/>
                    <a:pt x="132272" y="213863"/>
                  </a:cubicBezTo>
                  <a:cubicBezTo>
                    <a:pt x="142496" y="213863"/>
                    <a:pt x="151442" y="210033"/>
                    <a:pt x="157192" y="204287"/>
                  </a:cubicBezTo>
                  <a:cubicBezTo>
                    <a:pt x="162943" y="210033"/>
                    <a:pt x="171889" y="213863"/>
                    <a:pt x="182113" y="213863"/>
                  </a:cubicBezTo>
                  <a:cubicBezTo>
                    <a:pt x="200005" y="213863"/>
                    <a:pt x="213424" y="203011"/>
                    <a:pt x="213424" y="188966"/>
                  </a:cubicBezTo>
                  <a:cubicBezTo>
                    <a:pt x="214063" y="185135"/>
                    <a:pt x="211507" y="182582"/>
                    <a:pt x="207673" y="182582"/>
                  </a:cubicBezTo>
                  <a:close/>
                  <a:moveTo>
                    <a:pt x="163582" y="188966"/>
                  </a:moveTo>
                  <a:cubicBezTo>
                    <a:pt x="163582" y="185135"/>
                    <a:pt x="161027" y="182582"/>
                    <a:pt x="157192" y="182582"/>
                  </a:cubicBezTo>
                  <a:cubicBezTo>
                    <a:pt x="153358" y="182582"/>
                    <a:pt x="150803" y="185135"/>
                    <a:pt x="150803" y="188966"/>
                  </a:cubicBezTo>
                  <a:cubicBezTo>
                    <a:pt x="150803" y="195350"/>
                    <a:pt x="142496" y="201095"/>
                    <a:pt x="132272" y="201095"/>
                  </a:cubicBezTo>
                  <a:cubicBezTo>
                    <a:pt x="122048" y="201095"/>
                    <a:pt x="113741" y="195350"/>
                    <a:pt x="113741" y="188966"/>
                  </a:cubicBezTo>
                  <a:cubicBezTo>
                    <a:pt x="113741" y="185774"/>
                    <a:pt x="111185" y="183220"/>
                    <a:pt x="107990" y="182582"/>
                  </a:cubicBezTo>
                  <a:cubicBezTo>
                    <a:pt x="104795" y="182582"/>
                    <a:pt x="101600" y="184497"/>
                    <a:pt x="100961" y="187689"/>
                  </a:cubicBezTo>
                  <a:cubicBezTo>
                    <a:pt x="100961" y="188966"/>
                    <a:pt x="98405" y="200457"/>
                    <a:pt x="81791" y="200457"/>
                  </a:cubicBezTo>
                  <a:cubicBezTo>
                    <a:pt x="71567" y="200457"/>
                    <a:pt x="63260" y="194711"/>
                    <a:pt x="63260" y="188327"/>
                  </a:cubicBezTo>
                  <a:cubicBezTo>
                    <a:pt x="63260" y="185135"/>
                    <a:pt x="60704" y="182582"/>
                    <a:pt x="57509" y="181944"/>
                  </a:cubicBezTo>
                  <a:cubicBezTo>
                    <a:pt x="54314" y="181944"/>
                    <a:pt x="51119" y="183859"/>
                    <a:pt x="50480" y="187051"/>
                  </a:cubicBezTo>
                  <a:cubicBezTo>
                    <a:pt x="50480" y="188327"/>
                    <a:pt x="47925" y="199819"/>
                    <a:pt x="31950" y="199819"/>
                  </a:cubicBezTo>
                  <a:lnTo>
                    <a:pt x="31950" y="199819"/>
                  </a:lnTo>
                  <a:lnTo>
                    <a:pt x="31950" y="178752"/>
                  </a:lnTo>
                  <a:cubicBezTo>
                    <a:pt x="31950" y="88737"/>
                    <a:pt x="93293" y="12129"/>
                    <a:pt x="107351" y="12129"/>
                  </a:cubicBezTo>
                  <a:cubicBezTo>
                    <a:pt x="121409" y="12129"/>
                    <a:pt x="182752" y="89376"/>
                    <a:pt x="182752" y="178752"/>
                  </a:cubicBezTo>
                  <a:lnTo>
                    <a:pt x="182752" y="199819"/>
                  </a:lnTo>
                  <a:lnTo>
                    <a:pt x="182752" y="199819"/>
                  </a:lnTo>
                  <a:cubicBezTo>
                    <a:pt x="182752" y="199819"/>
                    <a:pt x="182752" y="199819"/>
                    <a:pt x="182113" y="199819"/>
                  </a:cubicBezTo>
                  <a:cubicBezTo>
                    <a:pt x="172528" y="200457"/>
                    <a:pt x="163582" y="195350"/>
                    <a:pt x="163582" y="188966"/>
                  </a:cubicBezTo>
                  <a:close/>
                </a:path>
              </a:pathLst>
            </a:custGeom>
            <a:solidFill>
              <a:srgbClr val="046A38"/>
            </a:solidFill>
            <a:ln w="6390" cap="flat">
              <a:noFill/>
              <a:prstDash val="solid"/>
              <a:miter/>
            </a:ln>
          </p:spPr>
          <p:txBody>
            <a:bodyPr rtlCol="0" anchor="ctr"/>
            <a:lstStyle/>
            <a:p>
              <a:endParaRPr lang="en-US"/>
            </a:p>
          </p:txBody>
        </p:sp>
        <p:sp>
          <p:nvSpPr>
            <p:cNvPr id="708" name="Graphic 6">
              <a:extLst>
                <a:ext uri="{FF2B5EF4-FFF2-40B4-BE49-F238E27FC236}">
                  <a16:creationId xmlns:a16="http://schemas.microsoft.com/office/drawing/2014/main" id="{888C6D64-9105-A949-B00C-929565AF4FAA}"/>
                </a:ext>
              </a:extLst>
            </p:cNvPr>
            <p:cNvSpPr/>
            <p:nvPr/>
          </p:nvSpPr>
          <p:spPr>
            <a:xfrm>
              <a:off x="1627516" y="3966289"/>
              <a:ext cx="137383" cy="97916"/>
            </a:xfrm>
            <a:custGeom>
              <a:avLst/>
              <a:gdLst>
                <a:gd name="connsiteX0" fmla="*/ 91376 w 137383"/>
                <a:gd name="connsiteY0" fmla="*/ 7264 h 97916"/>
                <a:gd name="connsiteX1" fmla="*/ 43452 w 137383"/>
                <a:gd name="connsiteY1" fmla="*/ 6626 h 97916"/>
                <a:gd name="connsiteX2" fmla="*/ 0 w 137383"/>
                <a:gd name="connsiteY2" fmla="*/ 88979 h 97916"/>
                <a:gd name="connsiteX3" fmla="*/ 0 w 137383"/>
                <a:gd name="connsiteY3" fmla="*/ 90894 h 97916"/>
                <a:gd name="connsiteX4" fmla="*/ 3195 w 137383"/>
                <a:gd name="connsiteY4" fmla="*/ 97278 h 97916"/>
                <a:gd name="connsiteX5" fmla="*/ 6390 w 137383"/>
                <a:gd name="connsiteY5" fmla="*/ 97916 h 97916"/>
                <a:gd name="connsiteX6" fmla="*/ 10863 w 137383"/>
                <a:gd name="connsiteY6" fmla="*/ 96001 h 97916"/>
                <a:gd name="connsiteX7" fmla="*/ 42174 w 137383"/>
                <a:gd name="connsiteY7" fmla="*/ 79403 h 97916"/>
                <a:gd name="connsiteX8" fmla="*/ 92654 w 137383"/>
                <a:gd name="connsiteY8" fmla="*/ 79403 h 97916"/>
                <a:gd name="connsiteX9" fmla="*/ 126521 w 137383"/>
                <a:gd name="connsiteY9" fmla="*/ 95363 h 97916"/>
                <a:gd name="connsiteX10" fmla="*/ 133550 w 137383"/>
                <a:gd name="connsiteY10" fmla="*/ 96001 h 97916"/>
                <a:gd name="connsiteX11" fmla="*/ 137384 w 137383"/>
                <a:gd name="connsiteY11" fmla="*/ 90256 h 97916"/>
                <a:gd name="connsiteX12" fmla="*/ 137384 w 137383"/>
                <a:gd name="connsiteY12" fmla="*/ 88340 h 97916"/>
                <a:gd name="connsiteX13" fmla="*/ 137384 w 137383"/>
                <a:gd name="connsiteY13" fmla="*/ 87702 h 97916"/>
                <a:gd name="connsiteX14" fmla="*/ 91376 w 137383"/>
                <a:gd name="connsiteY14" fmla="*/ 7264 h 97916"/>
                <a:gd name="connsiteX15" fmla="*/ 110546 w 137383"/>
                <a:gd name="connsiteY15" fmla="*/ 73019 h 97916"/>
                <a:gd name="connsiteX16" fmla="*/ 110546 w 137383"/>
                <a:gd name="connsiteY16" fmla="*/ 62166 h 97916"/>
                <a:gd name="connsiteX17" fmla="*/ 104156 w 137383"/>
                <a:gd name="connsiteY17" fmla="*/ 55782 h 97916"/>
                <a:gd name="connsiteX18" fmla="*/ 97766 w 137383"/>
                <a:gd name="connsiteY18" fmla="*/ 62166 h 97916"/>
                <a:gd name="connsiteX19" fmla="*/ 97766 w 137383"/>
                <a:gd name="connsiteY19" fmla="*/ 68550 h 97916"/>
                <a:gd name="connsiteX20" fmla="*/ 95210 w 137383"/>
                <a:gd name="connsiteY20" fmla="*/ 67912 h 97916"/>
                <a:gd name="connsiteX21" fmla="*/ 92015 w 137383"/>
                <a:gd name="connsiteY21" fmla="*/ 67273 h 97916"/>
                <a:gd name="connsiteX22" fmla="*/ 92015 w 137383"/>
                <a:gd name="connsiteY22" fmla="*/ 54505 h 97916"/>
                <a:gd name="connsiteX23" fmla="*/ 85625 w 137383"/>
                <a:gd name="connsiteY23" fmla="*/ 48121 h 97916"/>
                <a:gd name="connsiteX24" fmla="*/ 79235 w 137383"/>
                <a:gd name="connsiteY24" fmla="*/ 54505 h 97916"/>
                <a:gd name="connsiteX25" fmla="*/ 79235 w 137383"/>
                <a:gd name="connsiteY25" fmla="*/ 64720 h 97916"/>
                <a:gd name="connsiteX26" fmla="*/ 73484 w 137383"/>
                <a:gd name="connsiteY26" fmla="*/ 64081 h 97916"/>
                <a:gd name="connsiteX27" fmla="*/ 73484 w 137383"/>
                <a:gd name="connsiteY27" fmla="*/ 49398 h 97916"/>
                <a:gd name="connsiteX28" fmla="*/ 67094 w 137383"/>
                <a:gd name="connsiteY28" fmla="*/ 43014 h 97916"/>
                <a:gd name="connsiteX29" fmla="*/ 60705 w 137383"/>
                <a:gd name="connsiteY29" fmla="*/ 49398 h 97916"/>
                <a:gd name="connsiteX30" fmla="*/ 60705 w 137383"/>
                <a:gd name="connsiteY30" fmla="*/ 64081 h 97916"/>
                <a:gd name="connsiteX31" fmla="*/ 54953 w 137383"/>
                <a:gd name="connsiteY31" fmla="*/ 64720 h 97916"/>
                <a:gd name="connsiteX32" fmla="*/ 54953 w 137383"/>
                <a:gd name="connsiteY32" fmla="*/ 54505 h 97916"/>
                <a:gd name="connsiteX33" fmla="*/ 48563 w 137383"/>
                <a:gd name="connsiteY33" fmla="*/ 48121 h 97916"/>
                <a:gd name="connsiteX34" fmla="*/ 42174 w 137383"/>
                <a:gd name="connsiteY34" fmla="*/ 54505 h 97916"/>
                <a:gd name="connsiteX35" fmla="*/ 42174 w 137383"/>
                <a:gd name="connsiteY35" fmla="*/ 66635 h 97916"/>
                <a:gd name="connsiteX36" fmla="*/ 37062 w 137383"/>
                <a:gd name="connsiteY36" fmla="*/ 67912 h 97916"/>
                <a:gd name="connsiteX37" fmla="*/ 36423 w 137383"/>
                <a:gd name="connsiteY37" fmla="*/ 67912 h 97916"/>
                <a:gd name="connsiteX38" fmla="*/ 36423 w 137383"/>
                <a:gd name="connsiteY38" fmla="*/ 62166 h 97916"/>
                <a:gd name="connsiteX39" fmla="*/ 30033 w 137383"/>
                <a:gd name="connsiteY39" fmla="*/ 55782 h 97916"/>
                <a:gd name="connsiteX40" fmla="*/ 23643 w 137383"/>
                <a:gd name="connsiteY40" fmla="*/ 62166 h 97916"/>
                <a:gd name="connsiteX41" fmla="*/ 23643 w 137383"/>
                <a:gd name="connsiteY41" fmla="*/ 72381 h 97916"/>
                <a:gd name="connsiteX42" fmla="*/ 13419 w 137383"/>
                <a:gd name="connsiteY42" fmla="*/ 77488 h 97916"/>
                <a:gd name="connsiteX43" fmla="*/ 32589 w 137383"/>
                <a:gd name="connsiteY43" fmla="*/ 32800 h 97916"/>
                <a:gd name="connsiteX44" fmla="*/ 32589 w 137383"/>
                <a:gd name="connsiteY44" fmla="*/ 33438 h 97916"/>
                <a:gd name="connsiteX45" fmla="*/ 38979 w 137383"/>
                <a:gd name="connsiteY45" fmla="*/ 39822 h 97916"/>
                <a:gd name="connsiteX46" fmla="*/ 45368 w 137383"/>
                <a:gd name="connsiteY46" fmla="*/ 33438 h 97916"/>
                <a:gd name="connsiteX47" fmla="*/ 45368 w 137383"/>
                <a:gd name="connsiteY47" fmla="*/ 21947 h 97916"/>
                <a:gd name="connsiteX48" fmla="*/ 45368 w 137383"/>
                <a:gd name="connsiteY48" fmla="*/ 20670 h 97916"/>
                <a:gd name="connsiteX49" fmla="*/ 49202 w 137383"/>
                <a:gd name="connsiteY49" fmla="*/ 18117 h 97916"/>
                <a:gd name="connsiteX50" fmla="*/ 51758 w 137383"/>
                <a:gd name="connsiteY50" fmla="*/ 16840 h 97916"/>
                <a:gd name="connsiteX51" fmla="*/ 51758 w 137383"/>
                <a:gd name="connsiteY51" fmla="*/ 27054 h 97916"/>
                <a:gd name="connsiteX52" fmla="*/ 58148 w 137383"/>
                <a:gd name="connsiteY52" fmla="*/ 33438 h 97916"/>
                <a:gd name="connsiteX53" fmla="*/ 64538 w 137383"/>
                <a:gd name="connsiteY53" fmla="*/ 27054 h 97916"/>
                <a:gd name="connsiteX54" fmla="*/ 64538 w 137383"/>
                <a:gd name="connsiteY54" fmla="*/ 13010 h 97916"/>
                <a:gd name="connsiteX55" fmla="*/ 70289 w 137383"/>
                <a:gd name="connsiteY55" fmla="*/ 13010 h 97916"/>
                <a:gd name="connsiteX56" fmla="*/ 70289 w 137383"/>
                <a:gd name="connsiteY56" fmla="*/ 27054 h 97916"/>
                <a:gd name="connsiteX57" fmla="*/ 76679 w 137383"/>
                <a:gd name="connsiteY57" fmla="*/ 33438 h 97916"/>
                <a:gd name="connsiteX58" fmla="*/ 83069 w 137383"/>
                <a:gd name="connsiteY58" fmla="*/ 27054 h 97916"/>
                <a:gd name="connsiteX59" fmla="*/ 83069 w 137383"/>
                <a:gd name="connsiteY59" fmla="*/ 17478 h 97916"/>
                <a:gd name="connsiteX60" fmla="*/ 83708 w 137383"/>
                <a:gd name="connsiteY60" fmla="*/ 18117 h 97916"/>
                <a:gd name="connsiteX61" fmla="*/ 88181 w 137383"/>
                <a:gd name="connsiteY61" fmla="*/ 21309 h 97916"/>
                <a:gd name="connsiteX62" fmla="*/ 88181 w 137383"/>
                <a:gd name="connsiteY62" fmla="*/ 21947 h 97916"/>
                <a:gd name="connsiteX63" fmla="*/ 88181 w 137383"/>
                <a:gd name="connsiteY63" fmla="*/ 33438 h 97916"/>
                <a:gd name="connsiteX64" fmla="*/ 94571 w 137383"/>
                <a:gd name="connsiteY64" fmla="*/ 39822 h 97916"/>
                <a:gd name="connsiteX65" fmla="*/ 100961 w 137383"/>
                <a:gd name="connsiteY65" fmla="*/ 33438 h 97916"/>
                <a:gd name="connsiteX66" fmla="*/ 100961 w 137383"/>
                <a:gd name="connsiteY66" fmla="*/ 32800 h 97916"/>
                <a:gd name="connsiteX67" fmla="*/ 120770 w 137383"/>
                <a:gd name="connsiteY67" fmla="*/ 78765 h 97916"/>
                <a:gd name="connsiteX68" fmla="*/ 110546 w 137383"/>
                <a:gd name="connsiteY68" fmla="*/ 73019 h 9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37383" h="97916">
                  <a:moveTo>
                    <a:pt x="91376" y="7264"/>
                  </a:moveTo>
                  <a:cubicBezTo>
                    <a:pt x="76679" y="-2312"/>
                    <a:pt x="58148" y="-2312"/>
                    <a:pt x="43452" y="6626"/>
                  </a:cubicBezTo>
                  <a:cubicBezTo>
                    <a:pt x="10863" y="27054"/>
                    <a:pt x="1917" y="71104"/>
                    <a:pt x="0" y="88979"/>
                  </a:cubicBezTo>
                  <a:lnTo>
                    <a:pt x="0" y="90894"/>
                  </a:lnTo>
                  <a:cubicBezTo>
                    <a:pt x="0" y="93448"/>
                    <a:pt x="1278" y="96001"/>
                    <a:pt x="3195" y="97278"/>
                  </a:cubicBezTo>
                  <a:cubicBezTo>
                    <a:pt x="3834" y="97916"/>
                    <a:pt x="5112" y="97916"/>
                    <a:pt x="6390" y="97916"/>
                  </a:cubicBezTo>
                  <a:cubicBezTo>
                    <a:pt x="7668" y="97916"/>
                    <a:pt x="9585" y="97278"/>
                    <a:pt x="10863" y="96001"/>
                  </a:cubicBezTo>
                  <a:cubicBezTo>
                    <a:pt x="19170" y="88340"/>
                    <a:pt x="30033" y="82595"/>
                    <a:pt x="42174" y="79403"/>
                  </a:cubicBezTo>
                  <a:cubicBezTo>
                    <a:pt x="57510" y="74934"/>
                    <a:pt x="77318" y="74934"/>
                    <a:pt x="92654" y="79403"/>
                  </a:cubicBezTo>
                  <a:cubicBezTo>
                    <a:pt x="102239" y="81956"/>
                    <a:pt x="115658" y="87064"/>
                    <a:pt x="126521" y="95363"/>
                  </a:cubicBezTo>
                  <a:cubicBezTo>
                    <a:pt x="128438" y="96640"/>
                    <a:pt x="130994" y="97278"/>
                    <a:pt x="133550" y="96001"/>
                  </a:cubicBezTo>
                  <a:cubicBezTo>
                    <a:pt x="135467" y="94724"/>
                    <a:pt x="137384" y="92809"/>
                    <a:pt x="137384" y="90256"/>
                  </a:cubicBezTo>
                  <a:lnTo>
                    <a:pt x="137384" y="88340"/>
                  </a:lnTo>
                  <a:lnTo>
                    <a:pt x="137384" y="87702"/>
                  </a:lnTo>
                  <a:cubicBezTo>
                    <a:pt x="130355" y="37269"/>
                    <a:pt x="107990" y="17478"/>
                    <a:pt x="91376" y="7264"/>
                  </a:cubicBezTo>
                  <a:close/>
                  <a:moveTo>
                    <a:pt x="110546" y="73019"/>
                  </a:moveTo>
                  <a:lnTo>
                    <a:pt x="110546" y="62166"/>
                  </a:lnTo>
                  <a:cubicBezTo>
                    <a:pt x="110546" y="58336"/>
                    <a:pt x="107990" y="55782"/>
                    <a:pt x="104156" y="55782"/>
                  </a:cubicBezTo>
                  <a:cubicBezTo>
                    <a:pt x="100322" y="55782"/>
                    <a:pt x="97766" y="58336"/>
                    <a:pt x="97766" y="62166"/>
                  </a:cubicBezTo>
                  <a:lnTo>
                    <a:pt x="97766" y="68550"/>
                  </a:lnTo>
                  <a:cubicBezTo>
                    <a:pt x="97127" y="68550"/>
                    <a:pt x="95849" y="67912"/>
                    <a:pt x="95210" y="67912"/>
                  </a:cubicBezTo>
                  <a:cubicBezTo>
                    <a:pt x="93932" y="67912"/>
                    <a:pt x="93293" y="67273"/>
                    <a:pt x="92015" y="67273"/>
                  </a:cubicBezTo>
                  <a:lnTo>
                    <a:pt x="92015" y="54505"/>
                  </a:lnTo>
                  <a:cubicBezTo>
                    <a:pt x="92015" y="50675"/>
                    <a:pt x="89459" y="48121"/>
                    <a:pt x="85625" y="48121"/>
                  </a:cubicBezTo>
                  <a:cubicBezTo>
                    <a:pt x="81791" y="48121"/>
                    <a:pt x="79235" y="50675"/>
                    <a:pt x="79235" y="54505"/>
                  </a:cubicBezTo>
                  <a:lnTo>
                    <a:pt x="79235" y="64720"/>
                  </a:lnTo>
                  <a:cubicBezTo>
                    <a:pt x="77318" y="64720"/>
                    <a:pt x="75401" y="64081"/>
                    <a:pt x="73484" y="64081"/>
                  </a:cubicBezTo>
                  <a:lnTo>
                    <a:pt x="73484" y="49398"/>
                  </a:lnTo>
                  <a:cubicBezTo>
                    <a:pt x="73484" y="45568"/>
                    <a:pt x="70928" y="43014"/>
                    <a:pt x="67094" y="43014"/>
                  </a:cubicBezTo>
                  <a:cubicBezTo>
                    <a:pt x="63260" y="43014"/>
                    <a:pt x="60705" y="45568"/>
                    <a:pt x="60705" y="49398"/>
                  </a:cubicBezTo>
                  <a:lnTo>
                    <a:pt x="60705" y="64081"/>
                  </a:lnTo>
                  <a:cubicBezTo>
                    <a:pt x="58787" y="64081"/>
                    <a:pt x="56871" y="64081"/>
                    <a:pt x="54953" y="64720"/>
                  </a:cubicBezTo>
                  <a:lnTo>
                    <a:pt x="54953" y="54505"/>
                  </a:lnTo>
                  <a:cubicBezTo>
                    <a:pt x="54953" y="50675"/>
                    <a:pt x="52397" y="48121"/>
                    <a:pt x="48563" y="48121"/>
                  </a:cubicBezTo>
                  <a:cubicBezTo>
                    <a:pt x="44730" y="48121"/>
                    <a:pt x="42174" y="50675"/>
                    <a:pt x="42174" y="54505"/>
                  </a:cubicBezTo>
                  <a:lnTo>
                    <a:pt x="42174" y="66635"/>
                  </a:lnTo>
                  <a:cubicBezTo>
                    <a:pt x="40257" y="67273"/>
                    <a:pt x="38979" y="67273"/>
                    <a:pt x="37062" y="67912"/>
                  </a:cubicBezTo>
                  <a:cubicBezTo>
                    <a:pt x="37062" y="67912"/>
                    <a:pt x="37062" y="67912"/>
                    <a:pt x="36423" y="67912"/>
                  </a:cubicBezTo>
                  <a:lnTo>
                    <a:pt x="36423" y="62166"/>
                  </a:lnTo>
                  <a:cubicBezTo>
                    <a:pt x="36423" y="58336"/>
                    <a:pt x="33867" y="55782"/>
                    <a:pt x="30033" y="55782"/>
                  </a:cubicBezTo>
                  <a:cubicBezTo>
                    <a:pt x="26199" y="55782"/>
                    <a:pt x="23643" y="58336"/>
                    <a:pt x="23643" y="62166"/>
                  </a:cubicBezTo>
                  <a:lnTo>
                    <a:pt x="23643" y="72381"/>
                  </a:lnTo>
                  <a:cubicBezTo>
                    <a:pt x="19809" y="73657"/>
                    <a:pt x="16614" y="75573"/>
                    <a:pt x="13419" y="77488"/>
                  </a:cubicBezTo>
                  <a:cubicBezTo>
                    <a:pt x="15975" y="64720"/>
                    <a:pt x="21726" y="46845"/>
                    <a:pt x="32589" y="32800"/>
                  </a:cubicBezTo>
                  <a:lnTo>
                    <a:pt x="32589" y="33438"/>
                  </a:lnTo>
                  <a:cubicBezTo>
                    <a:pt x="32589" y="37269"/>
                    <a:pt x="35145" y="39822"/>
                    <a:pt x="38979" y="39822"/>
                  </a:cubicBezTo>
                  <a:cubicBezTo>
                    <a:pt x="42813" y="39822"/>
                    <a:pt x="45368" y="37269"/>
                    <a:pt x="45368" y="33438"/>
                  </a:cubicBezTo>
                  <a:lnTo>
                    <a:pt x="45368" y="21947"/>
                  </a:lnTo>
                  <a:cubicBezTo>
                    <a:pt x="45368" y="21309"/>
                    <a:pt x="45368" y="20670"/>
                    <a:pt x="45368" y="20670"/>
                  </a:cubicBezTo>
                  <a:cubicBezTo>
                    <a:pt x="46647" y="20032"/>
                    <a:pt x="47925" y="18755"/>
                    <a:pt x="49202" y="18117"/>
                  </a:cubicBezTo>
                  <a:cubicBezTo>
                    <a:pt x="49842" y="17478"/>
                    <a:pt x="50481" y="17478"/>
                    <a:pt x="51758" y="16840"/>
                  </a:cubicBezTo>
                  <a:lnTo>
                    <a:pt x="51758" y="27054"/>
                  </a:lnTo>
                  <a:cubicBezTo>
                    <a:pt x="51758" y="30885"/>
                    <a:pt x="54315" y="33438"/>
                    <a:pt x="58148" y="33438"/>
                  </a:cubicBezTo>
                  <a:cubicBezTo>
                    <a:pt x="61982" y="33438"/>
                    <a:pt x="64538" y="30885"/>
                    <a:pt x="64538" y="27054"/>
                  </a:cubicBezTo>
                  <a:lnTo>
                    <a:pt x="64538" y="13010"/>
                  </a:lnTo>
                  <a:cubicBezTo>
                    <a:pt x="66455" y="13010"/>
                    <a:pt x="68372" y="13010"/>
                    <a:pt x="70289" y="13010"/>
                  </a:cubicBezTo>
                  <a:lnTo>
                    <a:pt x="70289" y="27054"/>
                  </a:lnTo>
                  <a:cubicBezTo>
                    <a:pt x="70289" y="30885"/>
                    <a:pt x="72845" y="33438"/>
                    <a:pt x="76679" y="33438"/>
                  </a:cubicBezTo>
                  <a:cubicBezTo>
                    <a:pt x="80513" y="33438"/>
                    <a:pt x="83069" y="30885"/>
                    <a:pt x="83069" y="27054"/>
                  </a:cubicBezTo>
                  <a:lnTo>
                    <a:pt x="83069" y="17478"/>
                  </a:lnTo>
                  <a:cubicBezTo>
                    <a:pt x="83069" y="17478"/>
                    <a:pt x="83708" y="17478"/>
                    <a:pt x="83708" y="18117"/>
                  </a:cubicBezTo>
                  <a:cubicBezTo>
                    <a:pt x="84986" y="19394"/>
                    <a:pt x="86903" y="20032"/>
                    <a:pt x="88181" y="21309"/>
                  </a:cubicBezTo>
                  <a:lnTo>
                    <a:pt x="88181" y="21947"/>
                  </a:lnTo>
                  <a:lnTo>
                    <a:pt x="88181" y="33438"/>
                  </a:lnTo>
                  <a:cubicBezTo>
                    <a:pt x="88181" y="37269"/>
                    <a:pt x="90737" y="39822"/>
                    <a:pt x="94571" y="39822"/>
                  </a:cubicBezTo>
                  <a:cubicBezTo>
                    <a:pt x="98405" y="39822"/>
                    <a:pt x="100961" y="37269"/>
                    <a:pt x="100961" y="33438"/>
                  </a:cubicBezTo>
                  <a:lnTo>
                    <a:pt x="100961" y="32800"/>
                  </a:lnTo>
                  <a:cubicBezTo>
                    <a:pt x="109268" y="42376"/>
                    <a:pt x="116936" y="56421"/>
                    <a:pt x="120770" y="78765"/>
                  </a:cubicBezTo>
                  <a:cubicBezTo>
                    <a:pt x="118214" y="76211"/>
                    <a:pt x="114380" y="74934"/>
                    <a:pt x="110546" y="73019"/>
                  </a:cubicBezTo>
                  <a:close/>
                </a:path>
              </a:pathLst>
            </a:custGeom>
            <a:solidFill>
              <a:srgbClr val="046A38"/>
            </a:solidFill>
            <a:ln w="6390" cap="flat">
              <a:noFill/>
              <a:prstDash val="solid"/>
              <a:miter/>
            </a:ln>
          </p:spPr>
          <p:txBody>
            <a:bodyPr rtlCol="0" anchor="ctr"/>
            <a:lstStyle/>
            <a:p>
              <a:endParaRPr lang="en-US"/>
            </a:p>
          </p:txBody>
        </p:sp>
      </p:grpSp>
      <p:grpSp>
        <p:nvGrpSpPr>
          <p:cNvPr id="709" name="Graphic 6">
            <a:extLst>
              <a:ext uri="{FF2B5EF4-FFF2-40B4-BE49-F238E27FC236}">
                <a16:creationId xmlns:a16="http://schemas.microsoft.com/office/drawing/2014/main" id="{4FB35816-8E93-9F45-97F4-1A7B41DC7305}"/>
              </a:ext>
            </a:extLst>
          </p:cNvPr>
          <p:cNvGrpSpPr/>
          <p:nvPr/>
        </p:nvGrpSpPr>
        <p:grpSpPr>
          <a:xfrm>
            <a:off x="1513776" y="3337069"/>
            <a:ext cx="362313" cy="361971"/>
            <a:chOff x="1513776" y="3337069"/>
            <a:chExt cx="362313" cy="361971"/>
          </a:xfrm>
          <a:solidFill>
            <a:srgbClr val="046A38"/>
          </a:solidFill>
        </p:grpSpPr>
        <p:sp>
          <p:nvSpPr>
            <p:cNvPr id="710" name="Graphic 6">
              <a:extLst>
                <a:ext uri="{FF2B5EF4-FFF2-40B4-BE49-F238E27FC236}">
                  <a16:creationId xmlns:a16="http://schemas.microsoft.com/office/drawing/2014/main" id="{70A43C15-44FD-DC4C-9A90-A0A903D05DAB}"/>
                </a:ext>
              </a:extLst>
            </p:cNvPr>
            <p:cNvSpPr/>
            <p:nvPr/>
          </p:nvSpPr>
          <p:spPr>
            <a:xfrm>
              <a:off x="1513776" y="3337069"/>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181474 w 362313"/>
                <a:gd name="connsiteY4" fmla="*/ 0 h 361971"/>
                <a:gd name="connsiteX5" fmla="*/ 181474 w 362313"/>
                <a:gd name="connsiteY5" fmla="*/ 349204 h 361971"/>
                <a:gd name="connsiteX6" fmla="*/ 13419 w 362313"/>
                <a:gd name="connsiteY6" fmla="*/ 180667 h 361971"/>
                <a:gd name="connsiteX7" fmla="*/ 182113 w 362313"/>
                <a:gd name="connsiteY7" fmla="*/ 12768 h 361971"/>
                <a:gd name="connsiteX8" fmla="*/ 350169 w 362313"/>
                <a:gd name="connsiteY8" fmla="*/ 181305 h 361971"/>
                <a:gd name="connsiteX9" fmla="*/ 181474 w 362313"/>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949" y="81077"/>
                    <a:pt x="281796" y="639"/>
                    <a:pt x="181474" y="0"/>
                  </a:cubicBezTo>
                  <a:close/>
                  <a:moveTo>
                    <a:pt x="181474" y="349204"/>
                  </a:moveTo>
                  <a:cubicBezTo>
                    <a:pt x="88820" y="349204"/>
                    <a:pt x="13419" y="273873"/>
                    <a:pt x="13419" y="180667"/>
                  </a:cubicBezTo>
                  <a:cubicBezTo>
                    <a:pt x="13419" y="87461"/>
                    <a:pt x="88820" y="12768"/>
                    <a:pt x="182113" y="12768"/>
                  </a:cubicBezTo>
                  <a:cubicBezTo>
                    <a:pt x="274767" y="12768"/>
                    <a:pt x="350169" y="88099"/>
                    <a:pt x="350169" y="181305"/>
                  </a:cubicBezTo>
                  <a:cubicBezTo>
                    <a:pt x="350169" y="274511"/>
                    <a:pt x="274128"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711" name="Graphic 6">
              <a:extLst>
                <a:ext uri="{FF2B5EF4-FFF2-40B4-BE49-F238E27FC236}">
                  <a16:creationId xmlns:a16="http://schemas.microsoft.com/office/drawing/2014/main" id="{234B612B-71EF-4140-A7EE-A74ABDB672AD}"/>
                </a:ext>
              </a:extLst>
            </p:cNvPr>
            <p:cNvSpPr/>
            <p:nvPr/>
          </p:nvSpPr>
          <p:spPr>
            <a:xfrm>
              <a:off x="1562088" y="3447262"/>
              <a:ext cx="267989" cy="142613"/>
            </a:xfrm>
            <a:custGeom>
              <a:avLst/>
              <a:gdLst>
                <a:gd name="connsiteX0" fmla="*/ 243068 w 267989"/>
                <a:gd name="connsiteY0" fmla="*/ 62175 h 142613"/>
                <a:gd name="connsiteX1" fmla="*/ 243068 w 267989"/>
                <a:gd name="connsiteY1" fmla="*/ 62175 h 142613"/>
                <a:gd name="connsiteX2" fmla="*/ 188754 w 267989"/>
                <a:gd name="connsiteY2" fmla="*/ 51322 h 142613"/>
                <a:gd name="connsiteX3" fmla="*/ 147858 w 267989"/>
                <a:gd name="connsiteY3" fmla="*/ 251 h 142613"/>
                <a:gd name="connsiteX4" fmla="*/ 141468 w 267989"/>
                <a:gd name="connsiteY4" fmla="*/ 1527 h 142613"/>
                <a:gd name="connsiteX5" fmla="*/ 139551 w 267989"/>
                <a:gd name="connsiteY5" fmla="*/ 7911 h 142613"/>
                <a:gd name="connsiteX6" fmla="*/ 141468 w 267989"/>
                <a:gd name="connsiteY6" fmla="*/ 50684 h 142613"/>
                <a:gd name="connsiteX7" fmla="*/ 53926 w 267989"/>
                <a:gd name="connsiteY7" fmla="*/ 65367 h 142613"/>
                <a:gd name="connsiteX8" fmla="*/ 18143 w 267989"/>
                <a:gd name="connsiteY8" fmla="*/ 36001 h 142613"/>
                <a:gd name="connsiteX9" fmla="*/ 3446 w 267989"/>
                <a:gd name="connsiteY9" fmla="*/ 39831 h 142613"/>
                <a:gd name="connsiteX10" fmla="*/ 251 w 267989"/>
                <a:gd name="connsiteY10" fmla="*/ 44300 h 142613"/>
                <a:gd name="connsiteX11" fmla="*/ 1529 w 267989"/>
                <a:gd name="connsiteY11" fmla="*/ 49407 h 142613"/>
                <a:gd name="connsiteX12" fmla="*/ 20698 w 267989"/>
                <a:gd name="connsiteY12" fmla="*/ 80689 h 142613"/>
                <a:gd name="connsiteX13" fmla="*/ 20698 w 267989"/>
                <a:gd name="connsiteY13" fmla="*/ 82604 h 142613"/>
                <a:gd name="connsiteX14" fmla="*/ 1529 w 267989"/>
                <a:gd name="connsiteY14" fmla="*/ 113885 h 142613"/>
                <a:gd name="connsiteX15" fmla="*/ 251 w 267989"/>
                <a:gd name="connsiteY15" fmla="*/ 118992 h 142613"/>
                <a:gd name="connsiteX16" fmla="*/ 3446 w 267989"/>
                <a:gd name="connsiteY16" fmla="*/ 123461 h 142613"/>
                <a:gd name="connsiteX17" fmla="*/ 18143 w 267989"/>
                <a:gd name="connsiteY17" fmla="*/ 127292 h 142613"/>
                <a:gd name="connsiteX18" fmla="*/ 53926 w 267989"/>
                <a:gd name="connsiteY18" fmla="*/ 100479 h 142613"/>
                <a:gd name="connsiteX19" fmla="*/ 85237 w 267989"/>
                <a:gd name="connsiteY19" fmla="*/ 107501 h 142613"/>
                <a:gd name="connsiteX20" fmla="*/ 87154 w 267989"/>
                <a:gd name="connsiteY20" fmla="*/ 122823 h 142613"/>
                <a:gd name="connsiteX21" fmla="*/ 89710 w 267989"/>
                <a:gd name="connsiteY21" fmla="*/ 128568 h 142613"/>
                <a:gd name="connsiteX22" fmla="*/ 95461 w 267989"/>
                <a:gd name="connsiteY22" fmla="*/ 129207 h 142613"/>
                <a:gd name="connsiteX23" fmla="*/ 113992 w 267989"/>
                <a:gd name="connsiteY23" fmla="*/ 111332 h 142613"/>
                <a:gd name="connsiteX24" fmla="*/ 123576 w 267989"/>
                <a:gd name="connsiteY24" fmla="*/ 113247 h 142613"/>
                <a:gd name="connsiteX25" fmla="*/ 152331 w 267989"/>
                <a:gd name="connsiteY25" fmla="*/ 117077 h 142613"/>
                <a:gd name="connsiteX26" fmla="*/ 159999 w 267989"/>
                <a:gd name="connsiteY26" fmla="*/ 117077 h 142613"/>
                <a:gd name="connsiteX27" fmla="*/ 158721 w 267989"/>
                <a:gd name="connsiteY27" fmla="*/ 134314 h 142613"/>
                <a:gd name="connsiteX28" fmla="*/ 160638 w 267989"/>
                <a:gd name="connsiteY28" fmla="*/ 140698 h 142613"/>
                <a:gd name="connsiteX29" fmla="*/ 165111 w 267989"/>
                <a:gd name="connsiteY29" fmla="*/ 142613 h 142613"/>
                <a:gd name="connsiteX30" fmla="*/ 167667 w 267989"/>
                <a:gd name="connsiteY30" fmla="*/ 141975 h 142613"/>
                <a:gd name="connsiteX31" fmla="*/ 196422 w 267989"/>
                <a:gd name="connsiteY31" fmla="*/ 114524 h 142613"/>
                <a:gd name="connsiteX32" fmla="*/ 267989 w 267989"/>
                <a:gd name="connsiteY32" fmla="*/ 87073 h 142613"/>
                <a:gd name="connsiteX33" fmla="*/ 243068 w 267989"/>
                <a:gd name="connsiteY33" fmla="*/ 62175 h 142613"/>
                <a:gd name="connsiteX34" fmla="*/ 191310 w 267989"/>
                <a:gd name="connsiteY34" fmla="*/ 101756 h 142613"/>
                <a:gd name="connsiteX35" fmla="*/ 190032 w 267989"/>
                <a:gd name="connsiteY35" fmla="*/ 101756 h 142613"/>
                <a:gd name="connsiteX36" fmla="*/ 184920 w 267989"/>
                <a:gd name="connsiteY36" fmla="*/ 106225 h 142613"/>
                <a:gd name="connsiteX37" fmla="*/ 172779 w 267989"/>
                <a:gd name="connsiteY37" fmla="*/ 121546 h 142613"/>
                <a:gd name="connsiteX38" fmla="*/ 170862 w 267989"/>
                <a:gd name="connsiteY38" fmla="*/ 107501 h 142613"/>
                <a:gd name="connsiteX39" fmla="*/ 165111 w 267989"/>
                <a:gd name="connsiteY39" fmla="*/ 103033 h 142613"/>
                <a:gd name="connsiteX40" fmla="*/ 164472 w 267989"/>
                <a:gd name="connsiteY40" fmla="*/ 103033 h 142613"/>
                <a:gd name="connsiteX41" fmla="*/ 152331 w 267989"/>
                <a:gd name="connsiteY41" fmla="*/ 103671 h 142613"/>
                <a:gd name="connsiteX42" fmla="*/ 126771 w 267989"/>
                <a:gd name="connsiteY42" fmla="*/ 99841 h 142613"/>
                <a:gd name="connsiteX43" fmla="*/ 111436 w 267989"/>
                <a:gd name="connsiteY43" fmla="*/ 96649 h 142613"/>
                <a:gd name="connsiteX44" fmla="*/ 104407 w 267989"/>
                <a:gd name="connsiteY44" fmla="*/ 101117 h 142613"/>
                <a:gd name="connsiteX45" fmla="*/ 98656 w 267989"/>
                <a:gd name="connsiteY45" fmla="*/ 110055 h 142613"/>
                <a:gd name="connsiteX46" fmla="*/ 95461 w 267989"/>
                <a:gd name="connsiteY46" fmla="*/ 98564 h 142613"/>
                <a:gd name="connsiteX47" fmla="*/ 90349 w 267989"/>
                <a:gd name="connsiteY47" fmla="*/ 94733 h 142613"/>
                <a:gd name="connsiteX48" fmla="*/ 52648 w 267989"/>
                <a:gd name="connsiteY48" fmla="*/ 85796 h 142613"/>
                <a:gd name="connsiteX49" fmla="*/ 44980 w 267989"/>
                <a:gd name="connsiteY49" fmla="*/ 88988 h 142613"/>
                <a:gd name="connsiteX50" fmla="*/ 44341 w 267989"/>
                <a:gd name="connsiteY50" fmla="*/ 89626 h 142613"/>
                <a:gd name="connsiteX51" fmla="*/ 18143 w 267989"/>
                <a:gd name="connsiteY51" fmla="*/ 112608 h 142613"/>
                <a:gd name="connsiteX52" fmla="*/ 17504 w 267989"/>
                <a:gd name="connsiteY52" fmla="*/ 112608 h 142613"/>
                <a:gd name="connsiteX53" fmla="*/ 32839 w 267989"/>
                <a:gd name="connsiteY53" fmla="*/ 85796 h 142613"/>
                <a:gd name="connsiteX54" fmla="*/ 32839 w 267989"/>
                <a:gd name="connsiteY54" fmla="*/ 73028 h 142613"/>
                <a:gd name="connsiteX55" fmla="*/ 17504 w 267989"/>
                <a:gd name="connsiteY55" fmla="*/ 46215 h 142613"/>
                <a:gd name="connsiteX56" fmla="*/ 18143 w 267989"/>
                <a:gd name="connsiteY56" fmla="*/ 46215 h 142613"/>
                <a:gd name="connsiteX57" fmla="*/ 44341 w 267989"/>
                <a:gd name="connsiteY57" fmla="*/ 71751 h 142613"/>
                <a:gd name="connsiteX58" fmla="*/ 44980 w 267989"/>
                <a:gd name="connsiteY58" fmla="*/ 72389 h 142613"/>
                <a:gd name="connsiteX59" fmla="*/ 52648 w 267989"/>
                <a:gd name="connsiteY59" fmla="*/ 76220 h 142613"/>
                <a:gd name="connsiteX60" fmla="*/ 145302 w 267989"/>
                <a:gd name="connsiteY60" fmla="*/ 60898 h 142613"/>
                <a:gd name="connsiteX61" fmla="*/ 151053 w 267989"/>
                <a:gd name="connsiteY61" fmla="*/ 57706 h 142613"/>
                <a:gd name="connsiteX62" fmla="*/ 154248 w 267989"/>
                <a:gd name="connsiteY62" fmla="*/ 17487 h 142613"/>
                <a:gd name="connsiteX63" fmla="*/ 177891 w 267989"/>
                <a:gd name="connsiteY63" fmla="*/ 57068 h 142613"/>
                <a:gd name="connsiteX64" fmla="*/ 183003 w 267989"/>
                <a:gd name="connsiteY64" fmla="*/ 61537 h 142613"/>
                <a:gd name="connsiteX65" fmla="*/ 184920 w 267989"/>
                <a:gd name="connsiteY65" fmla="*/ 61537 h 142613"/>
                <a:gd name="connsiteX66" fmla="*/ 237956 w 267989"/>
                <a:gd name="connsiteY66" fmla="*/ 71751 h 142613"/>
                <a:gd name="connsiteX67" fmla="*/ 237956 w 267989"/>
                <a:gd name="connsiteY67" fmla="*/ 71751 h 142613"/>
                <a:gd name="connsiteX68" fmla="*/ 253931 w 267989"/>
                <a:gd name="connsiteY68" fmla="*/ 84519 h 142613"/>
                <a:gd name="connsiteX69" fmla="*/ 191310 w 267989"/>
                <a:gd name="connsiteY69" fmla="*/ 101756 h 142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67989" h="142613">
                  <a:moveTo>
                    <a:pt x="243068" y="62175"/>
                  </a:moveTo>
                  <a:lnTo>
                    <a:pt x="243068" y="62175"/>
                  </a:lnTo>
                  <a:cubicBezTo>
                    <a:pt x="229010" y="56430"/>
                    <a:pt x="216231" y="54514"/>
                    <a:pt x="188754" y="51322"/>
                  </a:cubicBezTo>
                  <a:cubicBezTo>
                    <a:pt x="184281" y="39193"/>
                    <a:pt x="169584" y="7911"/>
                    <a:pt x="147858" y="251"/>
                  </a:cubicBezTo>
                  <a:cubicBezTo>
                    <a:pt x="145941" y="-388"/>
                    <a:pt x="143385" y="251"/>
                    <a:pt x="141468" y="1527"/>
                  </a:cubicBezTo>
                  <a:cubicBezTo>
                    <a:pt x="139551" y="2804"/>
                    <a:pt x="138912" y="5358"/>
                    <a:pt x="139551" y="7911"/>
                  </a:cubicBezTo>
                  <a:cubicBezTo>
                    <a:pt x="141468" y="16211"/>
                    <a:pt x="144663" y="38554"/>
                    <a:pt x="141468" y="50684"/>
                  </a:cubicBezTo>
                  <a:cubicBezTo>
                    <a:pt x="103129" y="51322"/>
                    <a:pt x="71818" y="59622"/>
                    <a:pt x="53926" y="65367"/>
                  </a:cubicBezTo>
                  <a:cubicBezTo>
                    <a:pt x="47536" y="54514"/>
                    <a:pt x="33478" y="36001"/>
                    <a:pt x="18143" y="36001"/>
                  </a:cubicBezTo>
                  <a:cubicBezTo>
                    <a:pt x="13031" y="36001"/>
                    <a:pt x="7919" y="37278"/>
                    <a:pt x="3446" y="39831"/>
                  </a:cubicBezTo>
                  <a:cubicBezTo>
                    <a:pt x="1529" y="40470"/>
                    <a:pt x="251" y="42385"/>
                    <a:pt x="251" y="44300"/>
                  </a:cubicBezTo>
                  <a:cubicBezTo>
                    <a:pt x="-388" y="46215"/>
                    <a:pt x="251" y="48130"/>
                    <a:pt x="1529" y="49407"/>
                  </a:cubicBezTo>
                  <a:cubicBezTo>
                    <a:pt x="9836" y="58983"/>
                    <a:pt x="18143" y="74305"/>
                    <a:pt x="20698" y="80689"/>
                  </a:cubicBezTo>
                  <a:cubicBezTo>
                    <a:pt x="20698" y="81327"/>
                    <a:pt x="20698" y="81965"/>
                    <a:pt x="20698" y="82604"/>
                  </a:cubicBezTo>
                  <a:cubicBezTo>
                    <a:pt x="17504" y="88988"/>
                    <a:pt x="9836" y="104309"/>
                    <a:pt x="1529" y="113885"/>
                  </a:cubicBezTo>
                  <a:cubicBezTo>
                    <a:pt x="251" y="115162"/>
                    <a:pt x="-388" y="117077"/>
                    <a:pt x="251" y="118992"/>
                  </a:cubicBezTo>
                  <a:cubicBezTo>
                    <a:pt x="890" y="120908"/>
                    <a:pt x="1529" y="122823"/>
                    <a:pt x="3446" y="123461"/>
                  </a:cubicBezTo>
                  <a:cubicBezTo>
                    <a:pt x="7919" y="126015"/>
                    <a:pt x="13031" y="127292"/>
                    <a:pt x="18143" y="127292"/>
                  </a:cubicBezTo>
                  <a:cubicBezTo>
                    <a:pt x="32200" y="127292"/>
                    <a:pt x="45619" y="113247"/>
                    <a:pt x="53926" y="100479"/>
                  </a:cubicBezTo>
                  <a:cubicBezTo>
                    <a:pt x="63511" y="103033"/>
                    <a:pt x="78208" y="106225"/>
                    <a:pt x="85237" y="107501"/>
                  </a:cubicBezTo>
                  <a:cubicBezTo>
                    <a:pt x="87154" y="115162"/>
                    <a:pt x="87154" y="122823"/>
                    <a:pt x="87154" y="122823"/>
                  </a:cubicBezTo>
                  <a:cubicBezTo>
                    <a:pt x="87154" y="124738"/>
                    <a:pt x="87793" y="127292"/>
                    <a:pt x="89710" y="128568"/>
                  </a:cubicBezTo>
                  <a:cubicBezTo>
                    <a:pt x="91627" y="129845"/>
                    <a:pt x="93544" y="129845"/>
                    <a:pt x="95461" y="129207"/>
                  </a:cubicBezTo>
                  <a:cubicBezTo>
                    <a:pt x="103129" y="126653"/>
                    <a:pt x="110158" y="118992"/>
                    <a:pt x="113992" y="111332"/>
                  </a:cubicBezTo>
                  <a:cubicBezTo>
                    <a:pt x="117186" y="111970"/>
                    <a:pt x="120381" y="112608"/>
                    <a:pt x="123576" y="113247"/>
                  </a:cubicBezTo>
                  <a:cubicBezTo>
                    <a:pt x="132522" y="115162"/>
                    <a:pt x="141468" y="117077"/>
                    <a:pt x="152331" y="117077"/>
                  </a:cubicBezTo>
                  <a:cubicBezTo>
                    <a:pt x="154887" y="117077"/>
                    <a:pt x="157443" y="117077"/>
                    <a:pt x="159999" y="117077"/>
                  </a:cubicBezTo>
                  <a:cubicBezTo>
                    <a:pt x="160638" y="123461"/>
                    <a:pt x="159360" y="131122"/>
                    <a:pt x="158721" y="134314"/>
                  </a:cubicBezTo>
                  <a:cubicBezTo>
                    <a:pt x="158082" y="136868"/>
                    <a:pt x="158721" y="138783"/>
                    <a:pt x="160638" y="140698"/>
                  </a:cubicBezTo>
                  <a:cubicBezTo>
                    <a:pt x="161916" y="141975"/>
                    <a:pt x="163194" y="142613"/>
                    <a:pt x="165111" y="142613"/>
                  </a:cubicBezTo>
                  <a:cubicBezTo>
                    <a:pt x="165750" y="142613"/>
                    <a:pt x="166389" y="142613"/>
                    <a:pt x="167667" y="141975"/>
                  </a:cubicBezTo>
                  <a:cubicBezTo>
                    <a:pt x="175974" y="138783"/>
                    <a:pt x="191310" y="124738"/>
                    <a:pt x="196422" y="114524"/>
                  </a:cubicBezTo>
                  <a:cubicBezTo>
                    <a:pt x="238595" y="109416"/>
                    <a:pt x="267989" y="103671"/>
                    <a:pt x="267989" y="87073"/>
                  </a:cubicBezTo>
                  <a:cubicBezTo>
                    <a:pt x="266711" y="73028"/>
                    <a:pt x="243068" y="62175"/>
                    <a:pt x="243068" y="62175"/>
                  </a:cubicBezTo>
                  <a:close/>
                  <a:moveTo>
                    <a:pt x="191310" y="101756"/>
                  </a:moveTo>
                  <a:lnTo>
                    <a:pt x="190032" y="101756"/>
                  </a:lnTo>
                  <a:cubicBezTo>
                    <a:pt x="187476" y="102394"/>
                    <a:pt x="185559" y="103671"/>
                    <a:pt x="184920" y="106225"/>
                  </a:cubicBezTo>
                  <a:cubicBezTo>
                    <a:pt x="184281" y="109416"/>
                    <a:pt x="178530" y="116439"/>
                    <a:pt x="172779" y="121546"/>
                  </a:cubicBezTo>
                  <a:cubicBezTo>
                    <a:pt x="172779" y="117077"/>
                    <a:pt x="172140" y="111970"/>
                    <a:pt x="170862" y="107501"/>
                  </a:cubicBezTo>
                  <a:cubicBezTo>
                    <a:pt x="170223" y="104948"/>
                    <a:pt x="167667" y="103033"/>
                    <a:pt x="165111" y="103033"/>
                  </a:cubicBezTo>
                  <a:cubicBezTo>
                    <a:pt x="165111" y="103033"/>
                    <a:pt x="165111" y="103033"/>
                    <a:pt x="164472" y="103033"/>
                  </a:cubicBezTo>
                  <a:cubicBezTo>
                    <a:pt x="160638" y="103033"/>
                    <a:pt x="156165" y="103671"/>
                    <a:pt x="152331" y="103671"/>
                  </a:cubicBezTo>
                  <a:cubicBezTo>
                    <a:pt x="142746" y="103671"/>
                    <a:pt x="135078" y="101756"/>
                    <a:pt x="126771" y="99841"/>
                  </a:cubicBezTo>
                  <a:cubicBezTo>
                    <a:pt x="121660" y="98564"/>
                    <a:pt x="116548" y="97925"/>
                    <a:pt x="111436" y="96649"/>
                  </a:cubicBezTo>
                  <a:cubicBezTo>
                    <a:pt x="108241" y="96010"/>
                    <a:pt x="105046" y="97925"/>
                    <a:pt x="104407" y="101117"/>
                  </a:cubicBezTo>
                  <a:cubicBezTo>
                    <a:pt x="103768" y="104309"/>
                    <a:pt x="101212" y="107501"/>
                    <a:pt x="98656" y="110055"/>
                  </a:cubicBezTo>
                  <a:cubicBezTo>
                    <a:pt x="98017" y="106225"/>
                    <a:pt x="97378" y="102394"/>
                    <a:pt x="95461" y="98564"/>
                  </a:cubicBezTo>
                  <a:cubicBezTo>
                    <a:pt x="94822" y="96649"/>
                    <a:pt x="92905" y="94733"/>
                    <a:pt x="90349" y="94733"/>
                  </a:cubicBezTo>
                  <a:cubicBezTo>
                    <a:pt x="90349" y="94733"/>
                    <a:pt x="62872" y="89626"/>
                    <a:pt x="52648" y="85796"/>
                  </a:cubicBezTo>
                  <a:cubicBezTo>
                    <a:pt x="49453" y="84519"/>
                    <a:pt x="46258" y="86434"/>
                    <a:pt x="44980" y="88988"/>
                  </a:cubicBezTo>
                  <a:cubicBezTo>
                    <a:pt x="44980" y="88988"/>
                    <a:pt x="44980" y="89626"/>
                    <a:pt x="44341" y="89626"/>
                  </a:cubicBezTo>
                  <a:cubicBezTo>
                    <a:pt x="37951" y="101117"/>
                    <a:pt x="26449" y="112608"/>
                    <a:pt x="18143" y="112608"/>
                  </a:cubicBezTo>
                  <a:lnTo>
                    <a:pt x="17504" y="112608"/>
                  </a:lnTo>
                  <a:cubicBezTo>
                    <a:pt x="23893" y="103033"/>
                    <a:pt x="29644" y="92180"/>
                    <a:pt x="32839" y="85796"/>
                  </a:cubicBezTo>
                  <a:cubicBezTo>
                    <a:pt x="34756" y="81965"/>
                    <a:pt x="34756" y="76858"/>
                    <a:pt x="32839" y="73028"/>
                  </a:cubicBezTo>
                  <a:cubicBezTo>
                    <a:pt x="29644" y="66644"/>
                    <a:pt x="24532" y="55791"/>
                    <a:pt x="17504" y="46215"/>
                  </a:cubicBezTo>
                  <a:lnTo>
                    <a:pt x="18143" y="46215"/>
                  </a:lnTo>
                  <a:cubicBezTo>
                    <a:pt x="24532" y="46215"/>
                    <a:pt x="35395" y="57068"/>
                    <a:pt x="44341" y="71751"/>
                  </a:cubicBezTo>
                  <a:cubicBezTo>
                    <a:pt x="44341" y="71751"/>
                    <a:pt x="44341" y="72389"/>
                    <a:pt x="44980" y="72389"/>
                  </a:cubicBezTo>
                  <a:cubicBezTo>
                    <a:pt x="46258" y="75581"/>
                    <a:pt x="50092" y="76858"/>
                    <a:pt x="52648" y="76220"/>
                  </a:cubicBezTo>
                  <a:cubicBezTo>
                    <a:pt x="69262" y="70474"/>
                    <a:pt x="102490" y="60898"/>
                    <a:pt x="145302" y="60898"/>
                  </a:cubicBezTo>
                  <a:cubicBezTo>
                    <a:pt x="147858" y="60898"/>
                    <a:pt x="149775" y="59622"/>
                    <a:pt x="151053" y="57706"/>
                  </a:cubicBezTo>
                  <a:cubicBezTo>
                    <a:pt x="156165" y="47492"/>
                    <a:pt x="155526" y="29617"/>
                    <a:pt x="154248" y="17487"/>
                  </a:cubicBezTo>
                  <a:cubicBezTo>
                    <a:pt x="167667" y="30255"/>
                    <a:pt x="177252" y="53238"/>
                    <a:pt x="177891" y="57068"/>
                  </a:cubicBezTo>
                  <a:cubicBezTo>
                    <a:pt x="178530" y="59622"/>
                    <a:pt x="180447" y="61537"/>
                    <a:pt x="183003" y="61537"/>
                  </a:cubicBezTo>
                  <a:lnTo>
                    <a:pt x="184920" y="61537"/>
                  </a:lnTo>
                  <a:cubicBezTo>
                    <a:pt x="213036" y="64729"/>
                    <a:pt x="225177" y="66644"/>
                    <a:pt x="237956" y="71751"/>
                  </a:cubicBezTo>
                  <a:lnTo>
                    <a:pt x="237956" y="71751"/>
                  </a:lnTo>
                  <a:cubicBezTo>
                    <a:pt x="244346" y="74305"/>
                    <a:pt x="253931" y="81327"/>
                    <a:pt x="253931" y="84519"/>
                  </a:cubicBezTo>
                  <a:cubicBezTo>
                    <a:pt x="252014" y="94095"/>
                    <a:pt x="206007" y="99841"/>
                    <a:pt x="191310" y="101756"/>
                  </a:cubicBezTo>
                  <a:close/>
                </a:path>
              </a:pathLst>
            </a:custGeom>
            <a:solidFill>
              <a:srgbClr val="046A38"/>
            </a:solidFill>
            <a:ln w="6390" cap="flat">
              <a:noFill/>
              <a:prstDash val="solid"/>
              <a:miter/>
            </a:ln>
          </p:spPr>
          <p:txBody>
            <a:bodyPr rtlCol="0" anchor="ctr"/>
            <a:lstStyle/>
            <a:p>
              <a:endParaRPr lang="en-US"/>
            </a:p>
          </p:txBody>
        </p:sp>
      </p:grpSp>
      <p:grpSp>
        <p:nvGrpSpPr>
          <p:cNvPr id="712" name="Graphic 6">
            <a:extLst>
              <a:ext uri="{FF2B5EF4-FFF2-40B4-BE49-F238E27FC236}">
                <a16:creationId xmlns:a16="http://schemas.microsoft.com/office/drawing/2014/main" id="{235F3080-34F5-9B4D-A165-46541BC676A9}"/>
              </a:ext>
            </a:extLst>
          </p:cNvPr>
          <p:cNvGrpSpPr/>
          <p:nvPr/>
        </p:nvGrpSpPr>
        <p:grpSpPr>
          <a:xfrm>
            <a:off x="1514415" y="2853164"/>
            <a:ext cx="362309" cy="361971"/>
            <a:chOff x="1514415" y="2853164"/>
            <a:chExt cx="362309" cy="361971"/>
          </a:xfrm>
          <a:solidFill>
            <a:srgbClr val="046A38"/>
          </a:solidFill>
        </p:grpSpPr>
        <p:sp>
          <p:nvSpPr>
            <p:cNvPr id="713" name="Graphic 6">
              <a:extLst>
                <a:ext uri="{FF2B5EF4-FFF2-40B4-BE49-F238E27FC236}">
                  <a16:creationId xmlns:a16="http://schemas.microsoft.com/office/drawing/2014/main" id="{D8290AD9-79F1-CD49-862D-70FAFEF94641}"/>
                </a:ext>
              </a:extLst>
            </p:cNvPr>
            <p:cNvSpPr/>
            <p:nvPr/>
          </p:nvSpPr>
          <p:spPr>
            <a:xfrm>
              <a:off x="1514415" y="2853164"/>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181474 w 362309"/>
                <a:gd name="connsiteY4" fmla="*/ 0 h 361971"/>
                <a:gd name="connsiteX5" fmla="*/ 180835 w 362309"/>
                <a:gd name="connsiteY5" fmla="*/ 349204 h 361971"/>
                <a:gd name="connsiteX6" fmla="*/ 12780 w 362309"/>
                <a:gd name="connsiteY6" fmla="*/ 180667 h 361971"/>
                <a:gd name="connsiteX7" fmla="*/ 181474 w 362309"/>
                <a:gd name="connsiteY7" fmla="*/ 12768 h 361971"/>
                <a:gd name="connsiteX8" fmla="*/ 349530 w 362309"/>
                <a:gd name="connsiteY8" fmla="*/ 181305 h 361971"/>
                <a:gd name="connsiteX9" fmla="*/ 180835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81077"/>
                    <a:pt x="281157" y="0"/>
                    <a:pt x="181474" y="0"/>
                  </a:cubicBezTo>
                  <a:close/>
                  <a:moveTo>
                    <a:pt x="180835" y="349204"/>
                  </a:moveTo>
                  <a:cubicBezTo>
                    <a:pt x="88181" y="349204"/>
                    <a:pt x="12780" y="273873"/>
                    <a:pt x="12780" y="180667"/>
                  </a:cubicBezTo>
                  <a:cubicBezTo>
                    <a:pt x="12780" y="88099"/>
                    <a:pt x="88181" y="12768"/>
                    <a:pt x="181474" y="12768"/>
                  </a:cubicBezTo>
                  <a:cubicBezTo>
                    <a:pt x="274767" y="12768"/>
                    <a:pt x="349530" y="88099"/>
                    <a:pt x="349530" y="181305"/>
                  </a:cubicBezTo>
                  <a:cubicBezTo>
                    <a:pt x="349530" y="273873"/>
                    <a:pt x="274128"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714" name="Graphic 6">
              <a:extLst>
                <a:ext uri="{FF2B5EF4-FFF2-40B4-BE49-F238E27FC236}">
                  <a16:creationId xmlns:a16="http://schemas.microsoft.com/office/drawing/2014/main" id="{9F2D0364-C605-7E45-A6B4-E21CAE746ED7}"/>
                </a:ext>
              </a:extLst>
            </p:cNvPr>
            <p:cNvSpPr/>
            <p:nvPr/>
          </p:nvSpPr>
          <p:spPr>
            <a:xfrm>
              <a:off x="1604513" y="3002549"/>
              <a:ext cx="31949" cy="31919"/>
            </a:xfrm>
            <a:custGeom>
              <a:avLst/>
              <a:gdLst>
                <a:gd name="connsiteX0" fmla="*/ 15975 w 31949"/>
                <a:gd name="connsiteY0" fmla="*/ 0 h 31919"/>
                <a:gd name="connsiteX1" fmla="*/ 0 w 31949"/>
                <a:gd name="connsiteY1" fmla="*/ 15960 h 31919"/>
                <a:gd name="connsiteX2" fmla="*/ 15975 w 31949"/>
                <a:gd name="connsiteY2" fmla="*/ 31920 h 31919"/>
                <a:gd name="connsiteX3" fmla="*/ 31950 w 31949"/>
                <a:gd name="connsiteY3" fmla="*/ 15960 h 31919"/>
                <a:gd name="connsiteX4" fmla="*/ 15975 w 31949"/>
                <a:gd name="connsiteY4" fmla="*/ 0 h 31919"/>
                <a:gd name="connsiteX5" fmla="*/ 15975 w 31949"/>
                <a:gd name="connsiteY5" fmla="*/ 19790 h 31919"/>
                <a:gd name="connsiteX6" fmla="*/ 12780 w 31949"/>
                <a:gd name="connsiteY6" fmla="*/ 16598 h 31919"/>
                <a:gd name="connsiteX7" fmla="*/ 15975 w 31949"/>
                <a:gd name="connsiteY7" fmla="*/ 13406 h 31919"/>
                <a:gd name="connsiteX8" fmla="*/ 19170 w 31949"/>
                <a:gd name="connsiteY8" fmla="*/ 16598 h 31919"/>
                <a:gd name="connsiteX9" fmla="*/ 15975 w 31949"/>
                <a:gd name="connsiteY9" fmla="*/ 19790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949" h="31919">
                  <a:moveTo>
                    <a:pt x="15975" y="0"/>
                  </a:moveTo>
                  <a:cubicBezTo>
                    <a:pt x="7029" y="0"/>
                    <a:pt x="0" y="7022"/>
                    <a:pt x="0" y="15960"/>
                  </a:cubicBezTo>
                  <a:cubicBezTo>
                    <a:pt x="0" y="24897"/>
                    <a:pt x="7029" y="31920"/>
                    <a:pt x="15975" y="31920"/>
                  </a:cubicBezTo>
                  <a:cubicBezTo>
                    <a:pt x="24921" y="31920"/>
                    <a:pt x="31950" y="24897"/>
                    <a:pt x="31950" y="15960"/>
                  </a:cubicBezTo>
                  <a:cubicBezTo>
                    <a:pt x="31950" y="7022"/>
                    <a:pt x="24921" y="0"/>
                    <a:pt x="15975" y="0"/>
                  </a:cubicBezTo>
                  <a:close/>
                  <a:moveTo>
                    <a:pt x="15975" y="19790"/>
                  </a:moveTo>
                  <a:cubicBezTo>
                    <a:pt x="14058" y="19790"/>
                    <a:pt x="12780" y="18514"/>
                    <a:pt x="12780" y="16598"/>
                  </a:cubicBezTo>
                  <a:cubicBezTo>
                    <a:pt x="12780" y="14683"/>
                    <a:pt x="14058" y="13406"/>
                    <a:pt x="15975" y="13406"/>
                  </a:cubicBezTo>
                  <a:cubicBezTo>
                    <a:pt x="17892" y="13406"/>
                    <a:pt x="19170" y="14683"/>
                    <a:pt x="19170" y="16598"/>
                  </a:cubicBezTo>
                  <a:cubicBezTo>
                    <a:pt x="19170" y="17875"/>
                    <a:pt x="17892" y="19790"/>
                    <a:pt x="15975" y="19790"/>
                  </a:cubicBezTo>
                  <a:close/>
                </a:path>
              </a:pathLst>
            </a:custGeom>
            <a:solidFill>
              <a:srgbClr val="046A38"/>
            </a:solidFill>
            <a:ln w="6390" cap="flat">
              <a:noFill/>
              <a:prstDash val="solid"/>
              <a:miter/>
            </a:ln>
          </p:spPr>
          <p:txBody>
            <a:bodyPr rtlCol="0" anchor="ctr"/>
            <a:lstStyle/>
            <a:p>
              <a:endParaRPr lang="en-US"/>
            </a:p>
          </p:txBody>
        </p:sp>
        <p:sp>
          <p:nvSpPr>
            <p:cNvPr id="715" name="Graphic 6">
              <a:extLst>
                <a:ext uri="{FF2B5EF4-FFF2-40B4-BE49-F238E27FC236}">
                  <a16:creationId xmlns:a16="http://schemas.microsoft.com/office/drawing/2014/main" id="{CB0C38E6-4113-5544-949A-10DBC03C7D59}"/>
                </a:ext>
              </a:extLst>
            </p:cNvPr>
            <p:cNvSpPr/>
            <p:nvPr/>
          </p:nvSpPr>
          <p:spPr>
            <a:xfrm>
              <a:off x="1568090" y="2971142"/>
              <a:ext cx="255655" cy="123974"/>
            </a:xfrm>
            <a:custGeom>
              <a:avLst/>
              <a:gdLst>
                <a:gd name="connsiteX0" fmla="*/ 254320 w 255655"/>
                <a:gd name="connsiteY0" fmla="*/ 115037 h 123974"/>
                <a:gd name="connsiteX1" fmla="*/ 237067 w 255655"/>
                <a:gd name="connsiteY1" fmla="*/ 62688 h 123974"/>
                <a:gd name="connsiteX2" fmla="*/ 254320 w 255655"/>
                <a:gd name="connsiteY2" fmla="*/ 10340 h 123974"/>
                <a:gd name="connsiteX3" fmla="*/ 254958 w 255655"/>
                <a:gd name="connsiteY3" fmla="*/ 3317 h 123974"/>
                <a:gd name="connsiteX4" fmla="*/ 248569 w 255655"/>
                <a:gd name="connsiteY4" fmla="*/ 125 h 123974"/>
                <a:gd name="connsiteX5" fmla="*/ 189142 w 255655"/>
                <a:gd name="connsiteY5" fmla="*/ 53751 h 123974"/>
                <a:gd name="connsiteX6" fmla="*/ 189142 w 255655"/>
                <a:gd name="connsiteY6" fmla="*/ 54389 h 123974"/>
                <a:gd name="connsiteX7" fmla="*/ 189142 w 255655"/>
                <a:gd name="connsiteY7" fmla="*/ 56304 h 123974"/>
                <a:gd name="connsiteX8" fmla="*/ 178279 w 255655"/>
                <a:gd name="connsiteY8" fmla="*/ 56304 h 123974"/>
                <a:gd name="connsiteX9" fmla="*/ 178279 w 255655"/>
                <a:gd name="connsiteY9" fmla="*/ 44175 h 123974"/>
                <a:gd name="connsiteX10" fmla="*/ 171889 w 255655"/>
                <a:gd name="connsiteY10" fmla="*/ 37791 h 123974"/>
                <a:gd name="connsiteX11" fmla="*/ 165499 w 255655"/>
                <a:gd name="connsiteY11" fmla="*/ 44175 h 123974"/>
                <a:gd name="connsiteX12" fmla="*/ 165499 w 255655"/>
                <a:gd name="connsiteY12" fmla="*/ 56304 h 123974"/>
                <a:gd name="connsiteX13" fmla="*/ 149524 w 255655"/>
                <a:gd name="connsiteY13" fmla="*/ 56304 h 123974"/>
                <a:gd name="connsiteX14" fmla="*/ 149524 w 255655"/>
                <a:gd name="connsiteY14" fmla="*/ 34599 h 123974"/>
                <a:gd name="connsiteX15" fmla="*/ 143135 w 255655"/>
                <a:gd name="connsiteY15" fmla="*/ 28215 h 123974"/>
                <a:gd name="connsiteX16" fmla="*/ 136745 w 255655"/>
                <a:gd name="connsiteY16" fmla="*/ 34599 h 123974"/>
                <a:gd name="connsiteX17" fmla="*/ 136745 w 255655"/>
                <a:gd name="connsiteY17" fmla="*/ 56304 h 123974"/>
                <a:gd name="connsiteX18" fmla="*/ 120770 w 255655"/>
                <a:gd name="connsiteY18" fmla="*/ 56304 h 123974"/>
                <a:gd name="connsiteX19" fmla="*/ 120770 w 255655"/>
                <a:gd name="connsiteY19" fmla="*/ 21192 h 123974"/>
                <a:gd name="connsiteX20" fmla="*/ 114380 w 255655"/>
                <a:gd name="connsiteY20" fmla="*/ 14808 h 123974"/>
                <a:gd name="connsiteX21" fmla="*/ 107990 w 255655"/>
                <a:gd name="connsiteY21" fmla="*/ 21192 h 123974"/>
                <a:gd name="connsiteX22" fmla="*/ 107990 w 255655"/>
                <a:gd name="connsiteY22" fmla="*/ 56304 h 123974"/>
                <a:gd name="connsiteX23" fmla="*/ 88820 w 255655"/>
                <a:gd name="connsiteY23" fmla="*/ 56304 h 123974"/>
                <a:gd name="connsiteX24" fmla="*/ 88820 w 255655"/>
                <a:gd name="connsiteY24" fmla="*/ 7148 h 123974"/>
                <a:gd name="connsiteX25" fmla="*/ 82430 w 255655"/>
                <a:gd name="connsiteY25" fmla="*/ 764 h 123974"/>
                <a:gd name="connsiteX26" fmla="*/ 8946 w 255655"/>
                <a:gd name="connsiteY26" fmla="*/ 40344 h 123974"/>
                <a:gd name="connsiteX27" fmla="*/ 0 w 255655"/>
                <a:gd name="connsiteY27" fmla="*/ 58858 h 123974"/>
                <a:gd name="connsiteX28" fmla="*/ 8307 w 255655"/>
                <a:gd name="connsiteY28" fmla="*/ 78010 h 123974"/>
                <a:gd name="connsiteX29" fmla="*/ 82430 w 255655"/>
                <a:gd name="connsiteY29" fmla="*/ 120783 h 123974"/>
                <a:gd name="connsiteX30" fmla="*/ 88820 w 255655"/>
                <a:gd name="connsiteY30" fmla="*/ 114399 h 123974"/>
                <a:gd name="connsiteX31" fmla="*/ 88820 w 255655"/>
                <a:gd name="connsiteY31" fmla="*/ 68434 h 123974"/>
                <a:gd name="connsiteX32" fmla="*/ 107990 w 255655"/>
                <a:gd name="connsiteY32" fmla="*/ 68434 h 123974"/>
                <a:gd name="connsiteX33" fmla="*/ 107990 w 255655"/>
                <a:gd name="connsiteY33" fmla="*/ 99077 h 123974"/>
                <a:gd name="connsiteX34" fmla="*/ 114380 w 255655"/>
                <a:gd name="connsiteY34" fmla="*/ 105461 h 123974"/>
                <a:gd name="connsiteX35" fmla="*/ 120770 w 255655"/>
                <a:gd name="connsiteY35" fmla="*/ 99077 h 123974"/>
                <a:gd name="connsiteX36" fmla="*/ 120770 w 255655"/>
                <a:gd name="connsiteY36" fmla="*/ 68434 h 123974"/>
                <a:gd name="connsiteX37" fmla="*/ 136745 w 255655"/>
                <a:gd name="connsiteY37" fmla="*/ 68434 h 123974"/>
                <a:gd name="connsiteX38" fmla="*/ 136745 w 255655"/>
                <a:gd name="connsiteY38" fmla="*/ 88224 h 123974"/>
                <a:gd name="connsiteX39" fmla="*/ 143135 w 255655"/>
                <a:gd name="connsiteY39" fmla="*/ 94608 h 123974"/>
                <a:gd name="connsiteX40" fmla="*/ 149524 w 255655"/>
                <a:gd name="connsiteY40" fmla="*/ 88224 h 123974"/>
                <a:gd name="connsiteX41" fmla="*/ 149524 w 255655"/>
                <a:gd name="connsiteY41" fmla="*/ 68434 h 123974"/>
                <a:gd name="connsiteX42" fmla="*/ 165499 w 255655"/>
                <a:gd name="connsiteY42" fmla="*/ 68434 h 123974"/>
                <a:gd name="connsiteX43" fmla="*/ 165499 w 255655"/>
                <a:gd name="connsiteY43" fmla="*/ 78648 h 123974"/>
                <a:gd name="connsiteX44" fmla="*/ 171889 w 255655"/>
                <a:gd name="connsiteY44" fmla="*/ 85032 h 123974"/>
                <a:gd name="connsiteX45" fmla="*/ 178279 w 255655"/>
                <a:gd name="connsiteY45" fmla="*/ 78648 h 123974"/>
                <a:gd name="connsiteX46" fmla="*/ 178279 w 255655"/>
                <a:gd name="connsiteY46" fmla="*/ 68434 h 123974"/>
                <a:gd name="connsiteX47" fmla="*/ 189142 w 255655"/>
                <a:gd name="connsiteY47" fmla="*/ 68434 h 123974"/>
                <a:gd name="connsiteX48" fmla="*/ 189142 w 255655"/>
                <a:gd name="connsiteY48" fmla="*/ 69711 h 123974"/>
                <a:gd name="connsiteX49" fmla="*/ 189142 w 255655"/>
                <a:gd name="connsiteY49" fmla="*/ 70349 h 123974"/>
                <a:gd name="connsiteX50" fmla="*/ 248569 w 255655"/>
                <a:gd name="connsiteY50" fmla="*/ 123975 h 123974"/>
                <a:gd name="connsiteX51" fmla="*/ 249208 w 255655"/>
                <a:gd name="connsiteY51" fmla="*/ 123975 h 123974"/>
                <a:gd name="connsiteX52" fmla="*/ 254958 w 255655"/>
                <a:gd name="connsiteY52" fmla="*/ 120783 h 123974"/>
                <a:gd name="connsiteX53" fmla="*/ 254320 w 255655"/>
                <a:gd name="connsiteY53" fmla="*/ 115037 h 123974"/>
                <a:gd name="connsiteX54" fmla="*/ 75401 w 255655"/>
                <a:gd name="connsiteY54" fmla="*/ 108015 h 123974"/>
                <a:gd name="connsiteX55" fmla="*/ 16614 w 255655"/>
                <a:gd name="connsiteY55" fmla="*/ 69072 h 123974"/>
                <a:gd name="connsiteX56" fmla="*/ 12780 w 255655"/>
                <a:gd name="connsiteY56" fmla="*/ 59496 h 123974"/>
                <a:gd name="connsiteX57" fmla="*/ 17253 w 255655"/>
                <a:gd name="connsiteY57" fmla="*/ 50559 h 123974"/>
                <a:gd name="connsiteX58" fmla="*/ 76040 w 255655"/>
                <a:gd name="connsiteY58" fmla="*/ 14808 h 123974"/>
                <a:gd name="connsiteX59" fmla="*/ 75401 w 255655"/>
                <a:gd name="connsiteY59" fmla="*/ 108015 h 123974"/>
                <a:gd name="connsiteX60" fmla="*/ 235789 w 255655"/>
                <a:gd name="connsiteY60" fmla="*/ 109930 h 123974"/>
                <a:gd name="connsiteX61" fmla="*/ 201283 w 255655"/>
                <a:gd name="connsiteY61" fmla="*/ 69072 h 123974"/>
                <a:gd name="connsiteX62" fmla="*/ 201283 w 255655"/>
                <a:gd name="connsiteY62" fmla="*/ 68434 h 123974"/>
                <a:gd name="connsiteX63" fmla="*/ 200644 w 255655"/>
                <a:gd name="connsiteY63" fmla="*/ 62688 h 123974"/>
                <a:gd name="connsiteX64" fmla="*/ 201283 w 255655"/>
                <a:gd name="connsiteY64" fmla="*/ 56943 h 123974"/>
                <a:gd name="connsiteX65" fmla="*/ 201283 w 255655"/>
                <a:gd name="connsiteY65" fmla="*/ 55666 h 123974"/>
                <a:gd name="connsiteX66" fmla="*/ 235789 w 255655"/>
                <a:gd name="connsiteY66" fmla="*/ 15447 h 123974"/>
                <a:gd name="connsiteX67" fmla="*/ 224287 w 255655"/>
                <a:gd name="connsiteY67" fmla="*/ 62688 h 123974"/>
                <a:gd name="connsiteX68" fmla="*/ 235789 w 255655"/>
                <a:gd name="connsiteY68" fmla="*/ 109930 h 12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55655" h="123974">
                  <a:moveTo>
                    <a:pt x="254320" y="115037"/>
                  </a:moveTo>
                  <a:cubicBezTo>
                    <a:pt x="247930" y="106738"/>
                    <a:pt x="237067" y="89501"/>
                    <a:pt x="237067" y="62688"/>
                  </a:cubicBezTo>
                  <a:cubicBezTo>
                    <a:pt x="237067" y="35876"/>
                    <a:pt x="247930" y="18639"/>
                    <a:pt x="254320" y="10340"/>
                  </a:cubicBezTo>
                  <a:cubicBezTo>
                    <a:pt x="255597" y="8424"/>
                    <a:pt x="256237" y="5871"/>
                    <a:pt x="254958" y="3317"/>
                  </a:cubicBezTo>
                  <a:cubicBezTo>
                    <a:pt x="253681" y="1402"/>
                    <a:pt x="251125" y="-513"/>
                    <a:pt x="248569" y="125"/>
                  </a:cubicBezTo>
                  <a:cubicBezTo>
                    <a:pt x="203839" y="3317"/>
                    <a:pt x="191698" y="38429"/>
                    <a:pt x="189142" y="53751"/>
                  </a:cubicBezTo>
                  <a:lnTo>
                    <a:pt x="189142" y="54389"/>
                  </a:lnTo>
                  <a:cubicBezTo>
                    <a:pt x="189142" y="55027"/>
                    <a:pt x="189142" y="55666"/>
                    <a:pt x="189142" y="56304"/>
                  </a:cubicBezTo>
                  <a:lnTo>
                    <a:pt x="178279" y="56304"/>
                  </a:lnTo>
                  <a:lnTo>
                    <a:pt x="178279" y="44175"/>
                  </a:lnTo>
                  <a:cubicBezTo>
                    <a:pt x="178279" y="40344"/>
                    <a:pt x="175723" y="37791"/>
                    <a:pt x="171889" y="37791"/>
                  </a:cubicBezTo>
                  <a:cubicBezTo>
                    <a:pt x="168055" y="37791"/>
                    <a:pt x="165499" y="40344"/>
                    <a:pt x="165499" y="44175"/>
                  </a:cubicBezTo>
                  <a:lnTo>
                    <a:pt x="165499" y="56304"/>
                  </a:lnTo>
                  <a:lnTo>
                    <a:pt x="149524" y="56304"/>
                  </a:lnTo>
                  <a:lnTo>
                    <a:pt x="149524" y="34599"/>
                  </a:lnTo>
                  <a:cubicBezTo>
                    <a:pt x="149524" y="30768"/>
                    <a:pt x="146969" y="28215"/>
                    <a:pt x="143135" y="28215"/>
                  </a:cubicBezTo>
                  <a:cubicBezTo>
                    <a:pt x="139301" y="28215"/>
                    <a:pt x="136745" y="30768"/>
                    <a:pt x="136745" y="34599"/>
                  </a:cubicBezTo>
                  <a:lnTo>
                    <a:pt x="136745" y="56304"/>
                  </a:lnTo>
                  <a:lnTo>
                    <a:pt x="120770" y="56304"/>
                  </a:lnTo>
                  <a:lnTo>
                    <a:pt x="120770" y="21192"/>
                  </a:lnTo>
                  <a:cubicBezTo>
                    <a:pt x="120770" y="17362"/>
                    <a:pt x="118214" y="14808"/>
                    <a:pt x="114380" y="14808"/>
                  </a:cubicBezTo>
                  <a:cubicBezTo>
                    <a:pt x="110546" y="14808"/>
                    <a:pt x="107990" y="17362"/>
                    <a:pt x="107990" y="21192"/>
                  </a:cubicBezTo>
                  <a:lnTo>
                    <a:pt x="107990" y="56304"/>
                  </a:lnTo>
                  <a:lnTo>
                    <a:pt x="88820" y="56304"/>
                  </a:lnTo>
                  <a:lnTo>
                    <a:pt x="88820" y="7148"/>
                  </a:lnTo>
                  <a:cubicBezTo>
                    <a:pt x="88820" y="3317"/>
                    <a:pt x="86264" y="764"/>
                    <a:pt x="82430" y="764"/>
                  </a:cubicBezTo>
                  <a:cubicBezTo>
                    <a:pt x="60704" y="764"/>
                    <a:pt x="30672" y="22469"/>
                    <a:pt x="8946" y="40344"/>
                  </a:cubicBezTo>
                  <a:cubicBezTo>
                    <a:pt x="3195" y="44813"/>
                    <a:pt x="0" y="51835"/>
                    <a:pt x="0" y="58858"/>
                  </a:cubicBezTo>
                  <a:cubicBezTo>
                    <a:pt x="0" y="65880"/>
                    <a:pt x="3195" y="72903"/>
                    <a:pt x="8307" y="78010"/>
                  </a:cubicBezTo>
                  <a:cubicBezTo>
                    <a:pt x="30033" y="97800"/>
                    <a:pt x="60704" y="120783"/>
                    <a:pt x="82430" y="120783"/>
                  </a:cubicBezTo>
                  <a:cubicBezTo>
                    <a:pt x="86264" y="120783"/>
                    <a:pt x="88820" y="118229"/>
                    <a:pt x="88820" y="114399"/>
                  </a:cubicBezTo>
                  <a:lnTo>
                    <a:pt x="88820" y="68434"/>
                  </a:lnTo>
                  <a:lnTo>
                    <a:pt x="107990" y="68434"/>
                  </a:lnTo>
                  <a:lnTo>
                    <a:pt x="107990" y="99077"/>
                  </a:lnTo>
                  <a:cubicBezTo>
                    <a:pt x="107990" y="102907"/>
                    <a:pt x="110546" y="105461"/>
                    <a:pt x="114380" y="105461"/>
                  </a:cubicBezTo>
                  <a:cubicBezTo>
                    <a:pt x="118214" y="105461"/>
                    <a:pt x="120770" y="102907"/>
                    <a:pt x="120770" y="99077"/>
                  </a:cubicBezTo>
                  <a:lnTo>
                    <a:pt x="120770" y="68434"/>
                  </a:lnTo>
                  <a:lnTo>
                    <a:pt x="136745" y="68434"/>
                  </a:lnTo>
                  <a:lnTo>
                    <a:pt x="136745" y="88224"/>
                  </a:lnTo>
                  <a:cubicBezTo>
                    <a:pt x="136745" y="92055"/>
                    <a:pt x="139301" y="94608"/>
                    <a:pt x="143135" y="94608"/>
                  </a:cubicBezTo>
                  <a:cubicBezTo>
                    <a:pt x="146969" y="94608"/>
                    <a:pt x="149524" y="92055"/>
                    <a:pt x="149524" y="88224"/>
                  </a:cubicBezTo>
                  <a:lnTo>
                    <a:pt x="149524" y="68434"/>
                  </a:lnTo>
                  <a:lnTo>
                    <a:pt x="165499" y="68434"/>
                  </a:lnTo>
                  <a:lnTo>
                    <a:pt x="165499" y="78648"/>
                  </a:lnTo>
                  <a:cubicBezTo>
                    <a:pt x="165499" y="82479"/>
                    <a:pt x="168055" y="85032"/>
                    <a:pt x="171889" y="85032"/>
                  </a:cubicBezTo>
                  <a:cubicBezTo>
                    <a:pt x="175723" y="85032"/>
                    <a:pt x="178279" y="82479"/>
                    <a:pt x="178279" y="78648"/>
                  </a:cubicBezTo>
                  <a:lnTo>
                    <a:pt x="178279" y="68434"/>
                  </a:lnTo>
                  <a:lnTo>
                    <a:pt x="189142" y="68434"/>
                  </a:lnTo>
                  <a:cubicBezTo>
                    <a:pt x="189142" y="69072"/>
                    <a:pt x="189142" y="69711"/>
                    <a:pt x="189142" y="69711"/>
                  </a:cubicBezTo>
                  <a:lnTo>
                    <a:pt x="189142" y="70349"/>
                  </a:lnTo>
                  <a:cubicBezTo>
                    <a:pt x="192337" y="85032"/>
                    <a:pt x="204478" y="120783"/>
                    <a:pt x="248569" y="123975"/>
                  </a:cubicBezTo>
                  <a:lnTo>
                    <a:pt x="249208" y="123975"/>
                  </a:lnTo>
                  <a:cubicBezTo>
                    <a:pt x="251763" y="123975"/>
                    <a:pt x="253681" y="122698"/>
                    <a:pt x="254958" y="120783"/>
                  </a:cubicBezTo>
                  <a:cubicBezTo>
                    <a:pt x="255597" y="119506"/>
                    <a:pt x="255597" y="116952"/>
                    <a:pt x="254320" y="115037"/>
                  </a:cubicBezTo>
                  <a:close/>
                  <a:moveTo>
                    <a:pt x="75401" y="108015"/>
                  </a:moveTo>
                  <a:cubicBezTo>
                    <a:pt x="61343" y="104823"/>
                    <a:pt x="40257" y="90778"/>
                    <a:pt x="16614" y="69072"/>
                  </a:cubicBezTo>
                  <a:cubicBezTo>
                    <a:pt x="14058" y="66519"/>
                    <a:pt x="12141" y="63327"/>
                    <a:pt x="12780" y="59496"/>
                  </a:cubicBezTo>
                  <a:cubicBezTo>
                    <a:pt x="12780" y="55666"/>
                    <a:pt x="14697" y="52474"/>
                    <a:pt x="17253" y="50559"/>
                  </a:cubicBezTo>
                  <a:cubicBezTo>
                    <a:pt x="40896" y="30768"/>
                    <a:pt x="61982" y="18000"/>
                    <a:pt x="76040" y="14808"/>
                  </a:cubicBezTo>
                  <a:lnTo>
                    <a:pt x="75401" y="108015"/>
                  </a:lnTo>
                  <a:close/>
                  <a:moveTo>
                    <a:pt x="235789" y="109930"/>
                  </a:moveTo>
                  <a:cubicBezTo>
                    <a:pt x="212146" y="102269"/>
                    <a:pt x="204478" y="82479"/>
                    <a:pt x="201283" y="69072"/>
                  </a:cubicBezTo>
                  <a:lnTo>
                    <a:pt x="201283" y="68434"/>
                  </a:lnTo>
                  <a:cubicBezTo>
                    <a:pt x="200644" y="65880"/>
                    <a:pt x="200644" y="63965"/>
                    <a:pt x="200644" y="62688"/>
                  </a:cubicBezTo>
                  <a:cubicBezTo>
                    <a:pt x="200644" y="61411"/>
                    <a:pt x="201283" y="59496"/>
                    <a:pt x="201283" y="56943"/>
                  </a:cubicBezTo>
                  <a:cubicBezTo>
                    <a:pt x="201283" y="56943"/>
                    <a:pt x="201283" y="56304"/>
                    <a:pt x="201283" y="55666"/>
                  </a:cubicBezTo>
                  <a:cubicBezTo>
                    <a:pt x="203839" y="42898"/>
                    <a:pt x="212146" y="22469"/>
                    <a:pt x="235789" y="15447"/>
                  </a:cubicBezTo>
                  <a:cubicBezTo>
                    <a:pt x="230038" y="26300"/>
                    <a:pt x="224287" y="42259"/>
                    <a:pt x="224287" y="62688"/>
                  </a:cubicBezTo>
                  <a:cubicBezTo>
                    <a:pt x="224287" y="83117"/>
                    <a:pt x="230038" y="99077"/>
                    <a:pt x="235789" y="109930"/>
                  </a:cubicBezTo>
                  <a:close/>
                </a:path>
              </a:pathLst>
            </a:custGeom>
            <a:solidFill>
              <a:srgbClr val="046A38"/>
            </a:solidFill>
            <a:ln w="6390" cap="flat">
              <a:noFill/>
              <a:prstDash val="solid"/>
              <a:miter/>
            </a:ln>
          </p:spPr>
          <p:txBody>
            <a:bodyPr rtlCol="0" anchor="ctr"/>
            <a:lstStyle/>
            <a:p>
              <a:endParaRPr lang="en-US"/>
            </a:p>
          </p:txBody>
        </p:sp>
      </p:grpSp>
      <p:grpSp>
        <p:nvGrpSpPr>
          <p:cNvPr id="716" name="Graphic 6">
            <a:extLst>
              <a:ext uri="{FF2B5EF4-FFF2-40B4-BE49-F238E27FC236}">
                <a16:creationId xmlns:a16="http://schemas.microsoft.com/office/drawing/2014/main" id="{CAB62895-B1E4-C741-8461-E1D4B8861592}"/>
              </a:ext>
            </a:extLst>
          </p:cNvPr>
          <p:cNvGrpSpPr/>
          <p:nvPr/>
        </p:nvGrpSpPr>
        <p:grpSpPr>
          <a:xfrm>
            <a:off x="2561086" y="1400169"/>
            <a:ext cx="362309" cy="361971"/>
            <a:chOff x="2561086" y="1400169"/>
            <a:chExt cx="362309" cy="361971"/>
          </a:xfrm>
          <a:solidFill>
            <a:srgbClr val="046A38"/>
          </a:solidFill>
        </p:grpSpPr>
        <p:sp>
          <p:nvSpPr>
            <p:cNvPr id="717" name="Graphic 6">
              <a:extLst>
                <a:ext uri="{FF2B5EF4-FFF2-40B4-BE49-F238E27FC236}">
                  <a16:creationId xmlns:a16="http://schemas.microsoft.com/office/drawing/2014/main" id="{5F16BDA8-A478-8548-B63C-563B87B7F659}"/>
                </a:ext>
              </a:extLst>
            </p:cNvPr>
            <p:cNvSpPr/>
            <p:nvPr/>
          </p:nvSpPr>
          <p:spPr>
            <a:xfrm>
              <a:off x="2561086" y="140016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181474 w 362309"/>
                <a:gd name="connsiteY4" fmla="*/ 0 h 361971"/>
                <a:gd name="connsiteX5" fmla="*/ 180835 w 362309"/>
                <a:gd name="connsiteY5" fmla="*/ 349204 h 361971"/>
                <a:gd name="connsiteX6" fmla="*/ 12780 w 362309"/>
                <a:gd name="connsiteY6" fmla="*/ 180667 h 361971"/>
                <a:gd name="connsiteX7" fmla="*/ 181474 w 362309"/>
                <a:gd name="connsiteY7" fmla="*/ 12768 h 361971"/>
                <a:gd name="connsiteX8" fmla="*/ 349530 w 362309"/>
                <a:gd name="connsiteY8" fmla="*/ 181305 h 361971"/>
                <a:gd name="connsiteX9" fmla="*/ 180835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81715"/>
                    <a:pt x="281157" y="638"/>
                    <a:pt x="181474" y="0"/>
                  </a:cubicBezTo>
                  <a:close/>
                  <a:moveTo>
                    <a:pt x="180835" y="349204"/>
                  </a:moveTo>
                  <a:cubicBezTo>
                    <a:pt x="88181" y="349204"/>
                    <a:pt x="12780" y="273873"/>
                    <a:pt x="12780" y="180667"/>
                  </a:cubicBezTo>
                  <a:cubicBezTo>
                    <a:pt x="12780" y="87461"/>
                    <a:pt x="88181" y="12768"/>
                    <a:pt x="181474" y="12768"/>
                  </a:cubicBezTo>
                  <a:cubicBezTo>
                    <a:pt x="274128" y="12768"/>
                    <a:pt x="349530" y="88099"/>
                    <a:pt x="349530" y="181305"/>
                  </a:cubicBezTo>
                  <a:cubicBezTo>
                    <a:pt x="349530" y="273873"/>
                    <a:pt x="273489"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718" name="Graphic 6">
              <a:extLst>
                <a:ext uri="{FF2B5EF4-FFF2-40B4-BE49-F238E27FC236}">
                  <a16:creationId xmlns:a16="http://schemas.microsoft.com/office/drawing/2014/main" id="{2A1F5150-26E9-3242-9671-D903AD613266}"/>
                </a:ext>
              </a:extLst>
            </p:cNvPr>
            <p:cNvSpPr/>
            <p:nvPr/>
          </p:nvSpPr>
          <p:spPr>
            <a:xfrm>
              <a:off x="2783456" y="1547639"/>
              <a:ext cx="14057" cy="12767"/>
            </a:xfrm>
            <a:custGeom>
              <a:avLst/>
              <a:gdLst>
                <a:gd name="connsiteX0" fmla="*/ 7668 w 14057"/>
                <a:gd name="connsiteY0" fmla="*/ 0 h 12767"/>
                <a:gd name="connsiteX1" fmla="*/ 6390 w 14057"/>
                <a:gd name="connsiteY1" fmla="*/ 0 h 12767"/>
                <a:gd name="connsiteX2" fmla="*/ 0 w 14057"/>
                <a:gd name="connsiteY2" fmla="*/ 6384 h 12767"/>
                <a:gd name="connsiteX3" fmla="*/ 6390 w 14057"/>
                <a:gd name="connsiteY3" fmla="*/ 12768 h 12767"/>
                <a:gd name="connsiteX4" fmla="*/ 7668 w 14057"/>
                <a:gd name="connsiteY4" fmla="*/ 12768 h 12767"/>
                <a:gd name="connsiteX5" fmla="*/ 14058 w 14057"/>
                <a:gd name="connsiteY5" fmla="*/ 6384 h 12767"/>
                <a:gd name="connsiteX6" fmla="*/ 7668 w 14057"/>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57" h="12767">
                  <a:moveTo>
                    <a:pt x="7668" y="0"/>
                  </a:moveTo>
                  <a:lnTo>
                    <a:pt x="6390" y="0"/>
                  </a:lnTo>
                  <a:cubicBezTo>
                    <a:pt x="2556" y="0"/>
                    <a:pt x="0" y="2554"/>
                    <a:pt x="0" y="6384"/>
                  </a:cubicBezTo>
                  <a:cubicBezTo>
                    <a:pt x="0" y="10214"/>
                    <a:pt x="2556" y="12768"/>
                    <a:pt x="6390" y="12768"/>
                  </a:cubicBezTo>
                  <a:lnTo>
                    <a:pt x="7668" y="12768"/>
                  </a:lnTo>
                  <a:cubicBezTo>
                    <a:pt x="11502" y="12768"/>
                    <a:pt x="14058" y="10214"/>
                    <a:pt x="14058" y="6384"/>
                  </a:cubicBezTo>
                  <a:cubicBezTo>
                    <a:pt x="14058" y="2554"/>
                    <a:pt x="10863" y="0"/>
                    <a:pt x="7668" y="0"/>
                  </a:cubicBezTo>
                  <a:close/>
                </a:path>
              </a:pathLst>
            </a:custGeom>
            <a:solidFill>
              <a:srgbClr val="046A38"/>
            </a:solidFill>
            <a:ln w="6390" cap="flat">
              <a:noFill/>
              <a:prstDash val="solid"/>
              <a:miter/>
            </a:ln>
          </p:spPr>
          <p:txBody>
            <a:bodyPr rtlCol="0" anchor="ctr"/>
            <a:lstStyle/>
            <a:p>
              <a:endParaRPr lang="en-US"/>
            </a:p>
          </p:txBody>
        </p:sp>
        <p:sp>
          <p:nvSpPr>
            <p:cNvPr id="719" name="Graphic 6">
              <a:extLst>
                <a:ext uri="{FF2B5EF4-FFF2-40B4-BE49-F238E27FC236}">
                  <a16:creationId xmlns:a16="http://schemas.microsoft.com/office/drawing/2014/main" id="{6B9B179E-4AF9-854D-BB27-240ECF040239}"/>
                </a:ext>
              </a:extLst>
            </p:cNvPr>
            <p:cNvSpPr/>
            <p:nvPr/>
          </p:nvSpPr>
          <p:spPr>
            <a:xfrm>
              <a:off x="2637839" y="1500457"/>
              <a:ext cx="221156" cy="173585"/>
            </a:xfrm>
            <a:custGeom>
              <a:avLst/>
              <a:gdLst>
                <a:gd name="connsiteX0" fmla="*/ 200571 w 221156"/>
                <a:gd name="connsiteY0" fmla="*/ 62504 h 173585"/>
                <a:gd name="connsiteX1" fmla="*/ 200571 w 221156"/>
                <a:gd name="connsiteY1" fmla="*/ 62504 h 173585"/>
                <a:gd name="connsiteX2" fmla="*/ 197376 w 221156"/>
                <a:gd name="connsiteY2" fmla="*/ 63142 h 173585"/>
                <a:gd name="connsiteX3" fmla="*/ 199293 w 221156"/>
                <a:gd name="connsiteY3" fmla="*/ 52290 h 173585"/>
                <a:gd name="connsiteX4" fmla="*/ 207600 w 221156"/>
                <a:gd name="connsiteY4" fmla="*/ 29946 h 173585"/>
                <a:gd name="connsiteX5" fmla="*/ 194820 w 221156"/>
                <a:gd name="connsiteY5" fmla="*/ 6325 h 173585"/>
                <a:gd name="connsiteX6" fmla="*/ 182040 w 221156"/>
                <a:gd name="connsiteY6" fmla="*/ 29946 h 173585"/>
                <a:gd name="connsiteX7" fmla="*/ 187152 w 221156"/>
                <a:gd name="connsiteY7" fmla="*/ 49736 h 173585"/>
                <a:gd name="connsiteX8" fmla="*/ 187152 w 221156"/>
                <a:gd name="connsiteY8" fmla="*/ 52928 h 173585"/>
                <a:gd name="connsiteX9" fmla="*/ 151368 w 221156"/>
                <a:gd name="connsiteY9" fmla="*/ 25477 h 173585"/>
                <a:gd name="connsiteX10" fmla="*/ 118780 w 221156"/>
                <a:gd name="connsiteY10" fmla="*/ 45267 h 173585"/>
                <a:gd name="connsiteX11" fmla="*/ 114946 w 221156"/>
                <a:gd name="connsiteY11" fmla="*/ 51013 h 173585"/>
                <a:gd name="connsiteX12" fmla="*/ 109195 w 221156"/>
                <a:gd name="connsiteY12" fmla="*/ 52290 h 173585"/>
                <a:gd name="connsiteX13" fmla="*/ 36349 w 221156"/>
                <a:gd name="connsiteY13" fmla="*/ 9517 h 173585"/>
                <a:gd name="connsiteX14" fmla="*/ 16541 w 221156"/>
                <a:gd name="connsiteY14" fmla="*/ 1218 h 173585"/>
                <a:gd name="connsiteX15" fmla="*/ 15901 w 221156"/>
                <a:gd name="connsiteY15" fmla="*/ 70803 h 173585"/>
                <a:gd name="connsiteX16" fmla="*/ 38905 w 221156"/>
                <a:gd name="connsiteY16" fmla="*/ 100808 h 173585"/>
                <a:gd name="connsiteX17" fmla="*/ 13985 w 221156"/>
                <a:gd name="connsiteY17" fmla="*/ 104638 h 173585"/>
                <a:gd name="connsiteX18" fmla="*/ 1844 w 221156"/>
                <a:gd name="connsiteY18" fmla="*/ 112937 h 173585"/>
                <a:gd name="connsiteX19" fmla="*/ 2483 w 221156"/>
                <a:gd name="connsiteY19" fmla="*/ 128259 h 173585"/>
                <a:gd name="connsiteX20" fmla="*/ 23569 w 221156"/>
                <a:gd name="connsiteY20" fmla="*/ 165924 h 173585"/>
                <a:gd name="connsiteX21" fmla="*/ 34432 w 221156"/>
                <a:gd name="connsiteY21" fmla="*/ 173585 h 173585"/>
                <a:gd name="connsiteX22" fmla="*/ 36988 w 221156"/>
                <a:gd name="connsiteY22" fmla="*/ 173585 h 173585"/>
                <a:gd name="connsiteX23" fmla="*/ 47212 w 221156"/>
                <a:gd name="connsiteY23" fmla="*/ 169755 h 173585"/>
                <a:gd name="connsiteX24" fmla="*/ 65743 w 221156"/>
                <a:gd name="connsiteY24" fmla="*/ 154433 h 173585"/>
                <a:gd name="connsiteX25" fmla="*/ 71494 w 221156"/>
                <a:gd name="connsiteY25" fmla="*/ 152518 h 173585"/>
                <a:gd name="connsiteX26" fmla="*/ 125808 w 221156"/>
                <a:gd name="connsiteY26" fmla="*/ 141027 h 173585"/>
                <a:gd name="connsiteX27" fmla="*/ 164148 w 221156"/>
                <a:gd name="connsiteY27" fmla="*/ 86125 h 173585"/>
                <a:gd name="connsiteX28" fmla="*/ 173094 w 221156"/>
                <a:gd name="connsiteY28" fmla="*/ 77187 h 173585"/>
                <a:gd name="connsiteX29" fmla="*/ 179484 w 221156"/>
                <a:gd name="connsiteY29" fmla="*/ 74634 h 173585"/>
                <a:gd name="connsiteX30" fmla="*/ 157119 w 221156"/>
                <a:gd name="connsiteY30" fmla="*/ 121237 h 173585"/>
                <a:gd name="connsiteX31" fmla="*/ 159675 w 221156"/>
                <a:gd name="connsiteY31" fmla="*/ 130174 h 173585"/>
                <a:gd name="connsiteX32" fmla="*/ 162870 w 221156"/>
                <a:gd name="connsiteY32" fmla="*/ 130813 h 173585"/>
                <a:gd name="connsiteX33" fmla="*/ 168621 w 221156"/>
                <a:gd name="connsiteY33" fmla="*/ 127621 h 173585"/>
                <a:gd name="connsiteX34" fmla="*/ 176928 w 221156"/>
                <a:gd name="connsiteY34" fmla="*/ 112299 h 173585"/>
                <a:gd name="connsiteX35" fmla="*/ 193542 w 221156"/>
                <a:gd name="connsiteY35" fmla="*/ 116768 h 173585"/>
                <a:gd name="connsiteX36" fmla="*/ 211434 w 221156"/>
                <a:gd name="connsiteY36" fmla="*/ 101446 h 173585"/>
                <a:gd name="connsiteX37" fmla="*/ 198015 w 221156"/>
                <a:gd name="connsiteY37" fmla="*/ 88040 h 173585"/>
                <a:gd name="connsiteX38" fmla="*/ 201849 w 221156"/>
                <a:gd name="connsiteY38" fmla="*/ 87402 h 173585"/>
                <a:gd name="connsiteX39" fmla="*/ 221019 w 221156"/>
                <a:gd name="connsiteY39" fmla="*/ 69526 h 173585"/>
                <a:gd name="connsiteX40" fmla="*/ 200571 w 221156"/>
                <a:gd name="connsiteY40" fmla="*/ 62504 h 173585"/>
                <a:gd name="connsiteX41" fmla="*/ 169899 w 221156"/>
                <a:gd name="connsiteY41" fmla="*/ 66334 h 173585"/>
                <a:gd name="connsiteX42" fmla="*/ 153285 w 221156"/>
                <a:gd name="connsiteY42" fmla="*/ 81656 h 173585"/>
                <a:gd name="connsiteX43" fmla="*/ 119419 w 221156"/>
                <a:gd name="connsiteY43" fmla="*/ 131451 h 173585"/>
                <a:gd name="connsiteX44" fmla="*/ 74689 w 221156"/>
                <a:gd name="connsiteY44" fmla="*/ 140388 h 173585"/>
                <a:gd name="connsiteX45" fmla="*/ 58714 w 221156"/>
                <a:gd name="connsiteY45" fmla="*/ 144857 h 173585"/>
                <a:gd name="connsiteX46" fmla="*/ 40183 w 221156"/>
                <a:gd name="connsiteY46" fmla="*/ 160179 h 173585"/>
                <a:gd name="connsiteX47" fmla="*/ 37627 w 221156"/>
                <a:gd name="connsiteY47" fmla="*/ 160817 h 173585"/>
                <a:gd name="connsiteX48" fmla="*/ 35710 w 221156"/>
                <a:gd name="connsiteY48" fmla="*/ 159540 h 173585"/>
                <a:gd name="connsiteX49" fmla="*/ 14624 w 221156"/>
                <a:gd name="connsiteY49" fmla="*/ 121875 h 173585"/>
                <a:gd name="connsiteX50" fmla="*/ 14624 w 221156"/>
                <a:gd name="connsiteY50" fmla="*/ 118683 h 173585"/>
                <a:gd name="connsiteX51" fmla="*/ 17180 w 221156"/>
                <a:gd name="connsiteY51" fmla="*/ 116768 h 173585"/>
                <a:gd name="connsiteX52" fmla="*/ 61909 w 221156"/>
                <a:gd name="connsiteY52" fmla="*/ 103361 h 173585"/>
                <a:gd name="connsiteX53" fmla="*/ 56158 w 221156"/>
                <a:gd name="connsiteY53" fmla="*/ 95062 h 173585"/>
                <a:gd name="connsiteX54" fmla="*/ 30598 w 221156"/>
                <a:gd name="connsiteY54" fmla="*/ 66973 h 173585"/>
                <a:gd name="connsiteX55" fmla="*/ 24848 w 221156"/>
                <a:gd name="connsiteY55" fmla="*/ 13347 h 173585"/>
                <a:gd name="connsiteX56" fmla="*/ 28681 w 221156"/>
                <a:gd name="connsiteY56" fmla="*/ 17178 h 173585"/>
                <a:gd name="connsiteX57" fmla="*/ 106639 w 221156"/>
                <a:gd name="connsiteY57" fmla="*/ 63781 h 173585"/>
                <a:gd name="connsiteX58" fmla="*/ 126448 w 221156"/>
                <a:gd name="connsiteY58" fmla="*/ 58035 h 173585"/>
                <a:gd name="connsiteX59" fmla="*/ 130920 w 221156"/>
                <a:gd name="connsiteY59" fmla="*/ 51651 h 173585"/>
                <a:gd name="connsiteX60" fmla="*/ 152007 w 221156"/>
                <a:gd name="connsiteY60" fmla="*/ 37606 h 173585"/>
                <a:gd name="connsiteX61" fmla="*/ 178845 w 221156"/>
                <a:gd name="connsiteY61" fmla="*/ 63142 h 173585"/>
                <a:gd name="connsiteX62" fmla="*/ 169899 w 221156"/>
                <a:gd name="connsiteY62" fmla="*/ 66334 h 173585"/>
                <a:gd name="connsiteX63" fmla="*/ 194820 w 221156"/>
                <a:gd name="connsiteY63" fmla="*/ 26754 h 173585"/>
                <a:gd name="connsiteX64" fmla="*/ 194820 w 221156"/>
                <a:gd name="connsiteY64" fmla="*/ 30584 h 173585"/>
                <a:gd name="connsiteX65" fmla="*/ 194820 w 221156"/>
                <a:gd name="connsiteY65" fmla="*/ 34414 h 173585"/>
                <a:gd name="connsiteX66" fmla="*/ 194820 w 221156"/>
                <a:gd name="connsiteY66" fmla="*/ 30584 h 173585"/>
                <a:gd name="connsiteX67" fmla="*/ 194820 w 221156"/>
                <a:gd name="connsiteY67" fmla="*/ 26754 h 173585"/>
                <a:gd name="connsiteX68" fmla="*/ 189069 w 221156"/>
                <a:gd name="connsiteY68" fmla="*/ 88678 h 173585"/>
                <a:gd name="connsiteX69" fmla="*/ 190347 w 221156"/>
                <a:gd name="connsiteY69" fmla="*/ 89317 h 173585"/>
                <a:gd name="connsiteX70" fmla="*/ 189069 w 221156"/>
                <a:gd name="connsiteY70" fmla="*/ 88678 h 173585"/>
                <a:gd name="connsiteX71" fmla="*/ 189069 w 221156"/>
                <a:gd name="connsiteY71" fmla="*/ 88678 h 173585"/>
                <a:gd name="connsiteX72" fmla="*/ 198654 w 221156"/>
                <a:gd name="connsiteY72" fmla="*/ 102723 h 173585"/>
                <a:gd name="connsiteX73" fmla="*/ 193542 w 221156"/>
                <a:gd name="connsiteY73" fmla="*/ 105277 h 173585"/>
                <a:gd name="connsiteX74" fmla="*/ 185874 w 221156"/>
                <a:gd name="connsiteY74" fmla="*/ 103361 h 173585"/>
                <a:gd name="connsiteX75" fmla="*/ 193542 w 221156"/>
                <a:gd name="connsiteY75" fmla="*/ 101446 h 173585"/>
                <a:gd name="connsiteX76" fmla="*/ 198654 w 221156"/>
                <a:gd name="connsiteY76" fmla="*/ 102723 h 173585"/>
                <a:gd name="connsiteX77" fmla="*/ 199293 w 221156"/>
                <a:gd name="connsiteY77" fmla="*/ 75910 h 173585"/>
                <a:gd name="connsiteX78" fmla="*/ 197376 w 221156"/>
                <a:gd name="connsiteY78" fmla="*/ 76549 h 173585"/>
                <a:gd name="connsiteX79" fmla="*/ 202488 w 221156"/>
                <a:gd name="connsiteY79" fmla="*/ 74634 h 173585"/>
                <a:gd name="connsiteX80" fmla="*/ 204405 w 221156"/>
                <a:gd name="connsiteY80" fmla="*/ 73995 h 173585"/>
                <a:gd name="connsiteX81" fmla="*/ 199293 w 221156"/>
                <a:gd name="connsiteY81" fmla="*/ 75910 h 17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221156" h="173585">
                  <a:moveTo>
                    <a:pt x="200571" y="62504"/>
                  </a:moveTo>
                  <a:lnTo>
                    <a:pt x="200571" y="62504"/>
                  </a:lnTo>
                  <a:cubicBezTo>
                    <a:pt x="199293" y="62504"/>
                    <a:pt x="198654" y="63142"/>
                    <a:pt x="197376" y="63142"/>
                  </a:cubicBezTo>
                  <a:cubicBezTo>
                    <a:pt x="198015" y="59312"/>
                    <a:pt x="198654" y="55482"/>
                    <a:pt x="199293" y="52290"/>
                  </a:cubicBezTo>
                  <a:cubicBezTo>
                    <a:pt x="205044" y="49098"/>
                    <a:pt x="207600" y="39522"/>
                    <a:pt x="207600" y="29946"/>
                  </a:cubicBezTo>
                  <a:cubicBezTo>
                    <a:pt x="207600" y="18454"/>
                    <a:pt x="203766" y="6325"/>
                    <a:pt x="194820" y="6325"/>
                  </a:cubicBezTo>
                  <a:cubicBezTo>
                    <a:pt x="185874" y="6325"/>
                    <a:pt x="182040" y="18454"/>
                    <a:pt x="182040" y="29946"/>
                  </a:cubicBezTo>
                  <a:cubicBezTo>
                    <a:pt x="182040" y="37606"/>
                    <a:pt x="183957" y="45267"/>
                    <a:pt x="187152" y="49736"/>
                  </a:cubicBezTo>
                  <a:cubicBezTo>
                    <a:pt x="187152" y="51013"/>
                    <a:pt x="187152" y="51651"/>
                    <a:pt x="187152" y="52928"/>
                  </a:cubicBezTo>
                  <a:cubicBezTo>
                    <a:pt x="181401" y="41437"/>
                    <a:pt x="169899" y="26115"/>
                    <a:pt x="151368" y="25477"/>
                  </a:cubicBezTo>
                  <a:cubicBezTo>
                    <a:pt x="132198" y="24200"/>
                    <a:pt x="124530" y="36330"/>
                    <a:pt x="118780" y="45267"/>
                  </a:cubicBezTo>
                  <a:cubicBezTo>
                    <a:pt x="117502" y="47182"/>
                    <a:pt x="116224" y="49098"/>
                    <a:pt x="114946" y="51013"/>
                  </a:cubicBezTo>
                  <a:cubicBezTo>
                    <a:pt x="113668" y="52928"/>
                    <a:pt x="111751" y="53566"/>
                    <a:pt x="109195" y="52290"/>
                  </a:cubicBezTo>
                  <a:cubicBezTo>
                    <a:pt x="89386" y="45267"/>
                    <a:pt x="52324" y="28669"/>
                    <a:pt x="36349" y="9517"/>
                  </a:cubicBezTo>
                  <a:cubicBezTo>
                    <a:pt x="29320" y="1218"/>
                    <a:pt x="22291" y="-1974"/>
                    <a:pt x="16541" y="1218"/>
                  </a:cubicBezTo>
                  <a:cubicBezTo>
                    <a:pt x="566" y="10155"/>
                    <a:pt x="13346" y="63781"/>
                    <a:pt x="15901" y="70803"/>
                  </a:cubicBezTo>
                  <a:cubicBezTo>
                    <a:pt x="17819" y="75910"/>
                    <a:pt x="26764" y="91232"/>
                    <a:pt x="38905" y="100808"/>
                  </a:cubicBezTo>
                  <a:cubicBezTo>
                    <a:pt x="33793" y="102085"/>
                    <a:pt x="25486" y="102723"/>
                    <a:pt x="13985" y="104638"/>
                  </a:cubicBezTo>
                  <a:cubicBezTo>
                    <a:pt x="8873" y="105277"/>
                    <a:pt x="3761" y="108469"/>
                    <a:pt x="1844" y="112937"/>
                  </a:cubicBezTo>
                  <a:cubicBezTo>
                    <a:pt x="-712" y="117406"/>
                    <a:pt x="-712" y="123152"/>
                    <a:pt x="2483" y="128259"/>
                  </a:cubicBezTo>
                  <a:lnTo>
                    <a:pt x="23569" y="165924"/>
                  </a:lnTo>
                  <a:cubicBezTo>
                    <a:pt x="26125" y="169755"/>
                    <a:pt x="29959" y="172947"/>
                    <a:pt x="34432" y="173585"/>
                  </a:cubicBezTo>
                  <a:cubicBezTo>
                    <a:pt x="35071" y="173585"/>
                    <a:pt x="36349" y="173585"/>
                    <a:pt x="36988" y="173585"/>
                  </a:cubicBezTo>
                  <a:cubicBezTo>
                    <a:pt x="40822" y="173585"/>
                    <a:pt x="44017" y="172308"/>
                    <a:pt x="47212" y="169755"/>
                  </a:cubicBezTo>
                  <a:lnTo>
                    <a:pt x="65743" y="154433"/>
                  </a:lnTo>
                  <a:cubicBezTo>
                    <a:pt x="67660" y="153156"/>
                    <a:pt x="69577" y="152518"/>
                    <a:pt x="71494" y="152518"/>
                  </a:cubicBezTo>
                  <a:cubicBezTo>
                    <a:pt x="83635" y="153795"/>
                    <a:pt x="107278" y="154433"/>
                    <a:pt x="125808" y="141027"/>
                  </a:cubicBezTo>
                  <a:cubicBezTo>
                    <a:pt x="143700" y="128259"/>
                    <a:pt x="157119" y="101446"/>
                    <a:pt x="164148" y="86125"/>
                  </a:cubicBezTo>
                  <a:cubicBezTo>
                    <a:pt x="166065" y="82294"/>
                    <a:pt x="169260" y="79102"/>
                    <a:pt x="173094" y="77187"/>
                  </a:cubicBezTo>
                  <a:lnTo>
                    <a:pt x="179484" y="74634"/>
                  </a:lnTo>
                  <a:cubicBezTo>
                    <a:pt x="172455" y="92509"/>
                    <a:pt x="162231" y="112299"/>
                    <a:pt x="157119" y="121237"/>
                  </a:cubicBezTo>
                  <a:cubicBezTo>
                    <a:pt x="155202" y="124429"/>
                    <a:pt x="156480" y="128259"/>
                    <a:pt x="159675" y="130174"/>
                  </a:cubicBezTo>
                  <a:cubicBezTo>
                    <a:pt x="160953" y="130813"/>
                    <a:pt x="161592" y="130813"/>
                    <a:pt x="162870" y="130813"/>
                  </a:cubicBezTo>
                  <a:cubicBezTo>
                    <a:pt x="164787" y="130813"/>
                    <a:pt x="167343" y="129536"/>
                    <a:pt x="168621" y="127621"/>
                  </a:cubicBezTo>
                  <a:cubicBezTo>
                    <a:pt x="169260" y="126982"/>
                    <a:pt x="172455" y="120598"/>
                    <a:pt x="176928" y="112299"/>
                  </a:cubicBezTo>
                  <a:cubicBezTo>
                    <a:pt x="180762" y="115491"/>
                    <a:pt x="186513" y="116768"/>
                    <a:pt x="193542" y="116768"/>
                  </a:cubicBezTo>
                  <a:cubicBezTo>
                    <a:pt x="206322" y="116768"/>
                    <a:pt x="211434" y="108469"/>
                    <a:pt x="211434" y="101446"/>
                  </a:cubicBezTo>
                  <a:cubicBezTo>
                    <a:pt x="211434" y="96977"/>
                    <a:pt x="209517" y="89317"/>
                    <a:pt x="198015" y="88040"/>
                  </a:cubicBezTo>
                  <a:cubicBezTo>
                    <a:pt x="199293" y="88040"/>
                    <a:pt x="200571" y="87402"/>
                    <a:pt x="201849" y="87402"/>
                  </a:cubicBezTo>
                  <a:cubicBezTo>
                    <a:pt x="214629" y="85486"/>
                    <a:pt x="222297" y="77826"/>
                    <a:pt x="221019" y="69526"/>
                  </a:cubicBezTo>
                  <a:cubicBezTo>
                    <a:pt x="219102" y="59312"/>
                    <a:pt x="206322" y="61227"/>
                    <a:pt x="200571" y="62504"/>
                  </a:cubicBezTo>
                  <a:close/>
                  <a:moveTo>
                    <a:pt x="169899" y="66334"/>
                  </a:moveTo>
                  <a:cubicBezTo>
                    <a:pt x="162870" y="68888"/>
                    <a:pt x="156480" y="74634"/>
                    <a:pt x="153285" y="81656"/>
                  </a:cubicBezTo>
                  <a:cubicBezTo>
                    <a:pt x="148173" y="92509"/>
                    <a:pt x="134754" y="119960"/>
                    <a:pt x="119419" y="131451"/>
                  </a:cubicBezTo>
                  <a:cubicBezTo>
                    <a:pt x="104083" y="142942"/>
                    <a:pt x="82996" y="141665"/>
                    <a:pt x="74689" y="140388"/>
                  </a:cubicBezTo>
                  <a:cubicBezTo>
                    <a:pt x="68938" y="139750"/>
                    <a:pt x="63187" y="141665"/>
                    <a:pt x="58714" y="144857"/>
                  </a:cubicBezTo>
                  <a:lnTo>
                    <a:pt x="40183" y="160179"/>
                  </a:lnTo>
                  <a:cubicBezTo>
                    <a:pt x="38905" y="160817"/>
                    <a:pt x="38266" y="160817"/>
                    <a:pt x="37627" y="160817"/>
                  </a:cubicBezTo>
                  <a:cubicBezTo>
                    <a:pt x="36988" y="160817"/>
                    <a:pt x="36349" y="160179"/>
                    <a:pt x="35710" y="159540"/>
                  </a:cubicBezTo>
                  <a:lnTo>
                    <a:pt x="14624" y="121875"/>
                  </a:lnTo>
                  <a:cubicBezTo>
                    <a:pt x="13985" y="120598"/>
                    <a:pt x="13985" y="119321"/>
                    <a:pt x="14624" y="118683"/>
                  </a:cubicBezTo>
                  <a:cubicBezTo>
                    <a:pt x="14624" y="118045"/>
                    <a:pt x="15901" y="117406"/>
                    <a:pt x="17180" y="116768"/>
                  </a:cubicBezTo>
                  <a:cubicBezTo>
                    <a:pt x="59353" y="111661"/>
                    <a:pt x="61270" y="108469"/>
                    <a:pt x="61909" y="103361"/>
                  </a:cubicBezTo>
                  <a:cubicBezTo>
                    <a:pt x="61909" y="102085"/>
                    <a:pt x="61909" y="97616"/>
                    <a:pt x="56158" y="95062"/>
                  </a:cubicBezTo>
                  <a:cubicBezTo>
                    <a:pt x="45295" y="91232"/>
                    <a:pt x="31876" y="72080"/>
                    <a:pt x="30598" y="66973"/>
                  </a:cubicBezTo>
                  <a:cubicBezTo>
                    <a:pt x="25486" y="50374"/>
                    <a:pt x="22291" y="21646"/>
                    <a:pt x="24848" y="13347"/>
                  </a:cubicBezTo>
                  <a:cubicBezTo>
                    <a:pt x="25486" y="13986"/>
                    <a:pt x="26764" y="15262"/>
                    <a:pt x="28681" y="17178"/>
                  </a:cubicBezTo>
                  <a:cubicBezTo>
                    <a:pt x="50407" y="42714"/>
                    <a:pt x="100888" y="61866"/>
                    <a:pt x="106639" y="63781"/>
                  </a:cubicBezTo>
                  <a:cubicBezTo>
                    <a:pt x="113668" y="66334"/>
                    <a:pt x="121974" y="63781"/>
                    <a:pt x="126448" y="58035"/>
                  </a:cubicBezTo>
                  <a:cubicBezTo>
                    <a:pt x="127725" y="56120"/>
                    <a:pt x="129642" y="53566"/>
                    <a:pt x="130920" y="51651"/>
                  </a:cubicBezTo>
                  <a:cubicBezTo>
                    <a:pt x="136671" y="42714"/>
                    <a:pt x="141144" y="36968"/>
                    <a:pt x="152007" y="37606"/>
                  </a:cubicBezTo>
                  <a:cubicBezTo>
                    <a:pt x="166065" y="38245"/>
                    <a:pt x="175011" y="54205"/>
                    <a:pt x="178845" y="63142"/>
                  </a:cubicBezTo>
                  <a:lnTo>
                    <a:pt x="169899" y="66334"/>
                  </a:lnTo>
                  <a:close/>
                  <a:moveTo>
                    <a:pt x="194820" y="26754"/>
                  </a:moveTo>
                  <a:cubicBezTo>
                    <a:pt x="194820" y="28030"/>
                    <a:pt x="194820" y="29307"/>
                    <a:pt x="194820" y="30584"/>
                  </a:cubicBezTo>
                  <a:cubicBezTo>
                    <a:pt x="194820" y="31861"/>
                    <a:pt x="194820" y="33138"/>
                    <a:pt x="194820" y="34414"/>
                  </a:cubicBezTo>
                  <a:cubicBezTo>
                    <a:pt x="194820" y="33138"/>
                    <a:pt x="194820" y="31861"/>
                    <a:pt x="194820" y="30584"/>
                  </a:cubicBezTo>
                  <a:cubicBezTo>
                    <a:pt x="194820" y="29307"/>
                    <a:pt x="194820" y="28030"/>
                    <a:pt x="194820" y="26754"/>
                  </a:cubicBezTo>
                  <a:close/>
                  <a:moveTo>
                    <a:pt x="189069" y="88678"/>
                  </a:moveTo>
                  <a:cubicBezTo>
                    <a:pt x="189708" y="88678"/>
                    <a:pt x="190347" y="88678"/>
                    <a:pt x="190347" y="89317"/>
                  </a:cubicBezTo>
                  <a:cubicBezTo>
                    <a:pt x="189708" y="89317"/>
                    <a:pt x="189069" y="89317"/>
                    <a:pt x="189069" y="88678"/>
                  </a:cubicBezTo>
                  <a:cubicBezTo>
                    <a:pt x="189069" y="89317"/>
                    <a:pt x="189069" y="89317"/>
                    <a:pt x="189069" y="88678"/>
                  </a:cubicBezTo>
                  <a:close/>
                  <a:moveTo>
                    <a:pt x="198654" y="102723"/>
                  </a:moveTo>
                  <a:cubicBezTo>
                    <a:pt x="198654" y="103361"/>
                    <a:pt x="198654" y="105277"/>
                    <a:pt x="193542" y="105277"/>
                  </a:cubicBezTo>
                  <a:cubicBezTo>
                    <a:pt x="189708" y="105277"/>
                    <a:pt x="187152" y="104638"/>
                    <a:pt x="185874" y="103361"/>
                  </a:cubicBezTo>
                  <a:cubicBezTo>
                    <a:pt x="187152" y="102723"/>
                    <a:pt x="189708" y="101446"/>
                    <a:pt x="193542" y="101446"/>
                  </a:cubicBezTo>
                  <a:cubicBezTo>
                    <a:pt x="198015" y="102085"/>
                    <a:pt x="199293" y="102723"/>
                    <a:pt x="198654" y="102723"/>
                  </a:cubicBezTo>
                  <a:close/>
                  <a:moveTo>
                    <a:pt x="199293" y="75910"/>
                  </a:moveTo>
                  <a:cubicBezTo>
                    <a:pt x="198654" y="75910"/>
                    <a:pt x="198015" y="75910"/>
                    <a:pt x="197376" y="76549"/>
                  </a:cubicBezTo>
                  <a:cubicBezTo>
                    <a:pt x="198654" y="75910"/>
                    <a:pt x="200571" y="75272"/>
                    <a:pt x="202488" y="74634"/>
                  </a:cubicBezTo>
                  <a:cubicBezTo>
                    <a:pt x="203127" y="74634"/>
                    <a:pt x="203766" y="74634"/>
                    <a:pt x="204405" y="73995"/>
                  </a:cubicBezTo>
                  <a:cubicBezTo>
                    <a:pt x="203766" y="75272"/>
                    <a:pt x="201849" y="75910"/>
                    <a:pt x="199293" y="75910"/>
                  </a:cubicBezTo>
                  <a:close/>
                </a:path>
              </a:pathLst>
            </a:custGeom>
            <a:solidFill>
              <a:srgbClr val="046A38"/>
            </a:solidFill>
            <a:ln w="6390" cap="flat">
              <a:noFill/>
              <a:prstDash val="solid"/>
              <a:miter/>
            </a:ln>
          </p:spPr>
          <p:txBody>
            <a:bodyPr rtlCol="0" anchor="ctr"/>
            <a:lstStyle/>
            <a:p>
              <a:endParaRPr lang="en-US"/>
            </a:p>
          </p:txBody>
        </p:sp>
      </p:grpSp>
      <p:grpSp>
        <p:nvGrpSpPr>
          <p:cNvPr id="720" name="Graphic 6">
            <a:extLst>
              <a:ext uri="{FF2B5EF4-FFF2-40B4-BE49-F238E27FC236}">
                <a16:creationId xmlns:a16="http://schemas.microsoft.com/office/drawing/2014/main" id="{D1D99E80-0EF7-D64C-8BBE-F98AED74D4CA}"/>
              </a:ext>
            </a:extLst>
          </p:cNvPr>
          <p:cNvGrpSpPr/>
          <p:nvPr/>
        </p:nvGrpSpPr>
        <p:grpSpPr>
          <a:xfrm>
            <a:off x="905454" y="1890459"/>
            <a:ext cx="362309" cy="361971"/>
            <a:chOff x="905454" y="1890459"/>
            <a:chExt cx="362309" cy="361971"/>
          </a:xfrm>
          <a:solidFill>
            <a:srgbClr val="046A38"/>
          </a:solidFill>
        </p:grpSpPr>
        <p:sp>
          <p:nvSpPr>
            <p:cNvPr id="721" name="Graphic 6">
              <a:extLst>
                <a:ext uri="{FF2B5EF4-FFF2-40B4-BE49-F238E27FC236}">
                  <a16:creationId xmlns:a16="http://schemas.microsoft.com/office/drawing/2014/main" id="{D928994B-B079-0444-902C-A61F5F3E042C}"/>
                </a:ext>
              </a:extLst>
            </p:cNvPr>
            <p:cNvSpPr/>
            <p:nvPr/>
          </p:nvSpPr>
          <p:spPr>
            <a:xfrm>
              <a:off x="1049866" y="2101769"/>
              <a:ext cx="45368" cy="72138"/>
            </a:xfrm>
            <a:custGeom>
              <a:avLst/>
              <a:gdLst>
                <a:gd name="connsiteX0" fmla="*/ 41535 w 45368"/>
                <a:gd name="connsiteY0" fmla="*/ 15322 h 72138"/>
                <a:gd name="connsiteX1" fmla="*/ 28116 w 45368"/>
                <a:gd name="connsiteY1" fmla="*/ 1915 h 72138"/>
                <a:gd name="connsiteX2" fmla="*/ 26199 w 45368"/>
                <a:gd name="connsiteY2" fmla="*/ 0 h 72138"/>
                <a:gd name="connsiteX3" fmla="*/ 9585 w 45368"/>
                <a:gd name="connsiteY3" fmla="*/ 20429 h 72138"/>
                <a:gd name="connsiteX4" fmla="*/ 19170 w 45368"/>
                <a:gd name="connsiteY4" fmla="*/ 42773 h 72138"/>
                <a:gd name="connsiteX5" fmla="*/ 21087 w 45368"/>
                <a:gd name="connsiteY5" fmla="*/ 47880 h 72138"/>
                <a:gd name="connsiteX6" fmla="*/ 19809 w 45368"/>
                <a:gd name="connsiteY6" fmla="*/ 61286 h 72138"/>
                <a:gd name="connsiteX7" fmla="*/ 17253 w 45368"/>
                <a:gd name="connsiteY7" fmla="*/ 65755 h 72138"/>
                <a:gd name="connsiteX8" fmla="*/ 12141 w 45368"/>
                <a:gd name="connsiteY8" fmla="*/ 67032 h 72138"/>
                <a:gd name="connsiteX9" fmla="*/ 3834 w 45368"/>
                <a:gd name="connsiteY9" fmla="*/ 65117 h 72138"/>
                <a:gd name="connsiteX10" fmla="*/ 0 w 45368"/>
                <a:gd name="connsiteY10" fmla="*/ 72139 h 72138"/>
                <a:gd name="connsiteX11" fmla="*/ 26199 w 45368"/>
                <a:gd name="connsiteY11" fmla="*/ 72139 h 72138"/>
                <a:gd name="connsiteX12" fmla="*/ 36423 w 45368"/>
                <a:gd name="connsiteY12" fmla="*/ 51072 h 72138"/>
                <a:gd name="connsiteX13" fmla="*/ 31950 w 45368"/>
                <a:gd name="connsiteY13" fmla="*/ 44688 h 72138"/>
                <a:gd name="connsiteX14" fmla="*/ 31950 w 45368"/>
                <a:gd name="connsiteY14" fmla="*/ 35750 h 72138"/>
                <a:gd name="connsiteX15" fmla="*/ 33867 w 45368"/>
                <a:gd name="connsiteY15" fmla="*/ 31281 h 72138"/>
                <a:gd name="connsiteX16" fmla="*/ 45368 w 45368"/>
                <a:gd name="connsiteY16" fmla="*/ 20429 h 72138"/>
                <a:gd name="connsiteX17" fmla="*/ 45368 w 45368"/>
                <a:gd name="connsiteY17" fmla="*/ 20429 h 72138"/>
                <a:gd name="connsiteX18" fmla="*/ 41535 w 45368"/>
                <a:gd name="connsiteY18" fmla="*/ 15322 h 7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368" h="72138">
                  <a:moveTo>
                    <a:pt x="41535" y="15322"/>
                  </a:moveTo>
                  <a:cubicBezTo>
                    <a:pt x="38340" y="9576"/>
                    <a:pt x="33228" y="5746"/>
                    <a:pt x="28116" y="1915"/>
                  </a:cubicBezTo>
                  <a:cubicBezTo>
                    <a:pt x="27477" y="1277"/>
                    <a:pt x="26838" y="638"/>
                    <a:pt x="26199" y="0"/>
                  </a:cubicBezTo>
                  <a:cubicBezTo>
                    <a:pt x="21087" y="3192"/>
                    <a:pt x="10224" y="10214"/>
                    <a:pt x="9585" y="20429"/>
                  </a:cubicBezTo>
                  <a:cubicBezTo>
                    <a:pt x="8307" y="32558"/>
                    <a:pt x="19170" y="42773"/>
                    <a:pt x="19170" y="42773"/>
                  </a:cubicBezTo>
                  <a:cubicBezTo>
                    <a:pt x="20448" y="44049"/>
                    <a:pt x="21087" y="45965"/>
                    <a:pt x="21087" y="47880"/>
                  </a:cubicBezTo>
                  <a:lnTo>
                    <a:pt x="19809" y="61286"/>
                  </a:lnTo>
                  <a:cubicBezTo>
                    <a:pt x="19809" y="63201"/>
                    <a:pt x="18531" y="65117"/>
                    <a:pt x="17253" y="65755"/>
                  </a:cubicBezTo>
                  <a:cubicBezTo>
                    <a:pt x="15975" y="67032"/>
                    <a:pt x="14058" y="67032"/>
                    <a:pt x="12141" y="67032"/>
                  </a:cubicBezTo>
                  <a:lnTo>
                    <a:pt x="3834" y="65117"/>
                  </a:lnTo>
                  <a:lnTo>
                    <a:pt x="0" y="72139"/>
                  </a:lnTo>
                  <a:lnTo>
                    <a:pt x="26199" y="72139"/>
                  </a:lnTo>
                  <a:lnTo>
                    <a:pt x="36423" y="51072"/>
                  </a:lnTo>
                  <a:cubicBezTo>
                    <a:pt x="33867" y="50433"/>
                    <a:pt x="31950" y="47880"/>
                    <a:pt x="31950" y="44688"/>
                  </a:cubicBezTo>
                  <a:lnTo>
                    <a:pt x="31950" y="35750"/>
                  </a:lnTo>
                  <a:cubicBezTo>
                    <a:pt x="31950" y="33835"/>
                    <a:pt x="32589" y="32558"/>
                    <a:pt x="33867" y="31281"/>
                  </a:cubicBezTo>
                  <a:lnTo>
                    <a:pt x="45368" y="20429"/>
                  </a:lnTo>
                  <a:lnTo>
                    <a:pt x="45368" y="20429"/>
                  </a:lnTo>
                  <a:cubicBezTo>
                    <a:pt x="43452" y="18514"/>
                    <a:pt x="42813" y="16598"/>
                    <a:pt x="41535" y="15322"/>
                  </a:cubicBezTo>
                  <a:close/>
                </a:path>
              </a:pathLst>
            </a:custGeom>
            <a:solidFill>
              <a:srgbClr val="046A38"/>
            </a:solidFill>
            <a:ln w="6390" cap="flat">
              <a:noFill/>
              <a:prstDash val="solid"/>
              <a:miter/>
            </a:ln>
          </p:spPr>
          <p:txBody>
            <a:bodyPr rtlCol="0" anchor="ctr"/>
            <a:lstStyle/>
            <a:p>
              <a:endParaRPr lang="en-US"/>
            </a:p>
          </p:txBody>
        </p:sp>
        <p:sp>
          <p:nvSpPr>
            <p:cNvPr id="722" name="Graphic 6">
              <a:extLst>
                <a:ext uri="{FF2B5EF4-FFF2-40B4-BE49-F238E27FC236}">
                  <a16:creationId xmlns:a16="http://schemas.microsoft.com/office/drawing/2014/main" id="{552C096C-5D60-6C4B-B2B9-EF890F62724B}"/>
                </a:ext>
              </a:extLst>
            </p:cNvPr>
            <p:cNvSpPr/>
            <p:nvPr/>
          </p:nvSpPr>
          <p:spPr>
            <a:xfrm>
              <a:off x="905454" y="189045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181474 w 362309"/>
                <a:gd name="connsiteY4" fmla="*/ 0 h 361971"/>
                <a:gd name="connsiteX5" fmla="*/ 276045 w 362309"/>
                <a:gd name="connsiteY5" fmla="*/ 167899 h 361971"/>
                <a:gd name="connsiteX6" fmla="*/ 267738 w 362309"/>
                <a:gd name="connsiteY6" fmla="*/ 171729 h 361971"/>
                <a:gd name="connsiteX7" fmla="*/ 254320 w 362309"/>
                <a:gd name="connsiteY7" fmla="*/ 157046 h 361971"/>
                <a:gd name="connsiteX8" fmla="*/ 248569 w 362309"/>
                <a:gd name="connsiteY8" fmla="*/ 148747 h 361971"/>
                <a:gd name="connsiteX9" fmla="*/ 237706 w 362309"/>
                <a:gd name="connsiteY9" fmla="*/ 146193 h 361971"/>
                <a:gd name="connsiteX10" fmla="*/ 235789 w 362309"/>
                <a:gd name="connsiteY10" fmla="*/ 148747 h 361971"/>
                <a:gd name="connsiteX11" fmla="*/ 242179 w 362309"/>
                <a:gd name="connsiteY11" fmla="*/ 166622 h 361971"/>
                <a:gd name="connsiteX12" fmla="*/ 241540 w 362309"/>
                <a:gd name="connsiteY12" fmla="*/ 196627 h 361971"/>
                <a:gd name="connsiteX13" fmla="*/ 237067 w 362309"/>
                <a:gd name="connsiteY13" fmla="*/ 221524 h 361971"/>
                <a:gd name="connsiteX14" fmla="*/ 252403 w 362309"/>
                <a:gd name="connsiteY14" fmla="*/ 237484 h 361971"/>
                <a:gd name="connsiteX15" fmla="*/ 256237 w 362309"/>
                <a:gd name="connsiteY15" fmla="*/ 243868 h 361971"/>
                <a:gd name="connsiteX16" fmla="*/ 251125 w 362309"/>
                <a:gd name="connsiteY16" fmla="*/ 291748 h 361971"/>
                <a:gd name="connsiteX17" fmla="*/ 244735 w 362309"/>
                <a:gd name="connsiteY17" fmla="*/ 297494 h 361971"/>
                <a:gd name="connsiteX18" fmla="*/ 202561 w 362309"/>
                <a:gd name="connsiteY18" fmla="*/ 297494 h 361971"/>
                <a:gd name="connsiteX19" fmla="*/ 197449 w 362309"/>
                <a:gd name="connsiteY19" fmla="*/ 294940 h 361971"/>
                <a:gd name="connsiteX20" fmla="*/ 196810 w 362309"/>
                <a:gd name="connsiteY20" fmla="*/ 289194 h 361971"/>
                <a:gd name="connsiteX21" fmla="*/ 206395 w 362309"/>
                <a:gd name="connsiteY21" fmla="*/ 266212 h 361971"/>
                <a:gd name="connsiteX22" fmla="*/ 214702 w 362309"/>
                <a:gd name="connsiteY22" fmla="*/ 263020 h 361971"/>
                <a:gd name="connsiteX23" fmla="*/ 221092 w 362309"/>
                <a:gd name="connsiteY23" fmla="*/ 265574 h 361971"/>
                <a:gd name="connsiteX24" fmla="*/ 212785 w 362309"/>
                <a:gd name="connsiteY24" fmla="*/ 257913 h 361971"/>
                <a:gd name="connsiteX25" fmla="*/ 194893 w 362309"/>
                <a:gd name="connsiteY25" fmla="*/ 244506 h 361971"/>
                <a:gd name="connsiteX26" fmla="*/ 188503 w 362309"/>
                <a:gd name="connsiteY26" fmla="*/ 250252 h 361971"/>
                <a:gd name="connsiteX27" fmla="*/ 190420 w 362309"/>
                <a:gd name="connsiteY27" fmla="*/ 250252 h 361971"/>
                <a:gd name="connsiteX28" fmla="*/ 195532 w 362309"/>
                <a:gd name="connsiteY28" fmla="*/ 253444 h 361971"/>
                <a:gd name="connsiteX29" fmla="*/ 196171 w 362309"/>
                <a:gd name="connsiteY29" fmla="*/ 259828 h 361971"/>
                <a:gd name="connsiteX30" fmla="*/ 180196 w 362309"/>
                <a:gd name="connsiteY30" fmla="*/ 293663 h 361971"/>
                <a:gd name="connsiteX31" fmla="*/ 174445 w 362309"/>
                <a:gd name="connsiteY31" fmla="*/ 297494 h 361971"/>
                <a:gd name="connsiteX32" fmla="*/ 133550 w 362309"/>
                <a:gd name="connsiteY32" fmla="*/ 297494 h 361971"/>
                <a:gd name="connsiteX33" fmla="*/ 127799 w 362309"/>
                <a:gd name="connsiteY33" fmla="*/ 294302 h 361971"/>
                <a:gd name="connsiteX34" fmla="*/ 127799 w 362309"/>
                <a:gd name="connsiteY34" fmla="*/ 287918 h 361971"/>
                <a:gd name="connsiteX35" fmla="*/ 139940 w 362309"/>
                <a:gd name="connsiteY35" fmla="*/ 266850 h 361971"/>
                <a:gd name="connsiteX36" fmla="*/ 146969 w 362309"/>
                <a:gd name="connsiteY36" fmla="*/ 263658 h 361971"/>
                <a:gd name="connsiteX37" fmla="*/ 152720 w 362309"/>
                <a:gd name="connsiteY37" fmla="*/ 264935 h 361971"/>
                <a:gd name="connsiteX38" fmla="*/ 152720 w 362309"/>
                <a:gd name="connsiteY38" fmla="*/ 261743 h 361971"/>
                <a:gd name="connsiteX39" fmla="*/ 141218 w 362309"/>
                <a:gd name="connsiteY39" fmla="*/ 231100 h 361971"/>
                <a:gd name="connsiteX40" fmla="*/ 158470 w 362309"/>
                <a:gd name="connsiteY40" fmla="*/ 204926 h 361971"/>
                <a:gd name="connsiteX41" fmla="*/ 125882 w 362309"/>
                <a:gd name="connsiteY41" fmla="*/ 196627 h 361971"/>
                <a:gd name="connsiteX42" fmla="*/ 123965 w 362309"/>
                <a:gd name="connsiteY42" fmla="*/ 199819 h 361971"/>
                <a:gd name="connsiteX43" fmla="*/ 116936 w 362309"/>
                <a:gd name="connsiteY43" fmla="*/ 203011 h 361971"/>
                <a:gd name="connsiteX44" fmla="*/ 92654 w 362309"/>
                <a:gd name="connsiteY44" fmla="*/ 197903 h 361971"/>
                <a:gd name="connsiteX45" fmla="*/ 88181 w 362309"/>
                <a:gd name="connsiteY45" fmla="*/ 194711 h 361971"/>
                <a:gd name="connsiteX46" fmla="*/ 88181 w 362309"/>
                <a:gd name="connsiteY46" fmla="*/ 188966 h 361971"/>
                <a:gd name="connsiteX47" fmla="*/ 97127 w 362309"/>
                <a:gd name="connsiteY47" fmla="*/ 170452 h 361971"/>
                <a:gd name="connsiteX48" fmla="*/ 103517 w 362309"/>
                <a:gd name="connsiteY48" fmla="*/ 166622 h 361971"/>
                <a:gd name="connsiteX49" fmla="*/ 112463 w 362309"/>
                <a:gd name="connsiteY49" fmla="*/ 167260 h 361971"/>
                <a:gd name="connsiteX50" fmla="*/ 102878 w 362309"/>
                <a:gd name="connsiteY50" fmla="*/ 145555 h 361971"/>
                <a:gd name="connsiteX51" fmla="*/ 97766 w 362309"/>
                <a:gd name="connsiteY51" fmla="*/ 145555 h 361971"/>
                <a:gd name="connsiteX52" fmla="*/ 97766 w 362309"/>
                <a:gd name="connsiteY52" fmla="*/ 145555 h 361971"/>
                <a:gd name="connsiteX53" fmla="*/ 91376 w 362309"/>
                <a:gd name="connsiteY53" fmla="*/ 140448 h 361971"/>
                <a:gd name="connsiteX54" fmla="*/ 86903 w 362309"/>
                <a:gd name="connsiteY54" fmla="*/ 118742 h 361971"/>
                <a:gd name="connsiteX55" fmla="*/ 88181 w 362309"/>
                <a:gd name="connsiteY55" fmla="*/ 112997 h 361971"/>
                <a:gd name="connsiteX56" fmla="*/ 93293 w 362309"/>
                <a:gd name="connsiteY56" fmla="*/ 111081 h 361971"/>
                <a:gd name="connsiteX57" fmla="*/ 113741 w 362309"/>
                <a:gd name="connsiteY57" fmla="*/ 112358 h 361971"/>
                <a:gd name="connsiteX58" fmla="*/ 118214 w 362309"/>
                <a:gd name="connsiteY58" fmla="*/ 114912 h 361971"/>
                <a:gd name="connsiteX59" fmla="*/ 140579 w 362309"/>
                <a:gd name="connsiteY59" fmla="*/ 146832 h 361971"/>
                <a:gd name="connsiteX60" fmla="*/ 139301 w 362309"/>
                <a:gd name="connsiteY60" fmla="*/ 155769 h 361971"/>
                <a:gd name="connsiteX61" fmla="*/ 130355 w 362309"/>
                <a:gd name="connsiteY61" fmla="*/ 154492 h 361971"/>
                <a:gd name="connsiteX62" fmla="*/ 109907 w 362309"/>
                <a:gd name="connsiteY62" fmla="*/ 125126 h 361971"/>
                <a:gd name="connsiteX63" fmla="*/ 100961 w 362309"/>
                <a:gd name="connsiteY63" fmla="*/ 124488 h 361971"/>
                <a:gd name="connsiteX64" fmla="*/ 102878 w 362309"/>
                <a:gd name="connsiteY64" fmla="*/ 132787 h 361971"/>
                <a:gd name="connsiteX65" fmla="*/ 106712 w 362309"/>
                <a:gd name="connsiteY65" fmla="*/ 132787 h 361971"/>
                <a:gd name="connsiteX66" fmla="*/ 106712 w 362309"/>
                <a:gd name="connsiteY66" fmla="*/ 132787 h 361971"/>
                <a:gd name="connsiteX67" fmla="*/ 112463 w 362309"/>
                <a:gd name="connsiteY67" fmla="*/ 136617 h 361971"/>
                <a:gd name="connsiteX68" fmla="*/ 125882 w 362309"/>
                <a:gd name="connsiteY68" fmla="*/ 167899 h 361971"/>
                <a:gd name="connsiteX69" fmla="*/ 139301 w 362309"/>
                <a:gd name="connsiteY69" fmla="*/ 167260 h 361971"/>
                <a:gd name="connsiteX70" fmla="*/ 153998 w 362309"/>
                <a:gd name="connsiteY70" fmla="*/ 138533 h 361971"/>
                <a:gd name="connsiteX71" fmla="*/ 148247 w 362309"/>
                <a:gd name="connsiteY71" fmla="*/ 140448 h 361971"/>
                <a:gd name="connsiteX72" fmla="*/ 146330 w 362309"/>
                <a:gd name="connsiteY72" fmla="*/ 141086 h 361971"/>
                <a:gd name="connsiteX73" fmla="*/ 140579 w 362309"/>
                <a:gd name="connsiteY73" fmla="*/ 137256 h 361971"/>
                <a:gd name="connsiteX74" fmla="*/ 136106 w 362309"/>
                <a:gd name="connsiteY74" fmla="*/ 127680 h 361971"/>
                <a:gd name="connsiteX75" fmla="*/ 138662 w 362309"/>
                <a:gd name="connsiteY75" fmla="*/ 120019 h 361971"/>
                <a:gd name="connsiteX76" fmla="*/ 137384 w 362309"/>
                <a:gd name="connsiteY76" fmla="*/ 120657 h 361971"/>
                <a:gd name="connsiteX77" fmla="*/ 130994 w 362309"/>
                <a:gd name="connsiteY77" fmla="*/ 118742 h 361971"/>
                <a:gd name="connsiteX78" fmla="*/ 121409 w 362309"/>
                <a:gd name="connsiteY78" fmla="*/ 107889 h 361971"/>
                <a:gd name="connsiteX79" fmla="*/ 120131 w 362309"/>
                <a:gd name="connsiteY79" fmla="*/ 102782 h 361971"/>
                <a:gd name="connsiteX80" fmla="*/ 122687 w 362309"/>
                <a:gd name="connsiteY80" fmla="*/ 98313 h 361971"/>
                <a:gd name="connsiteX81" fmla="*/ 154636 w 362309"/>
                <a:gd name="connsiteY81" fmla="*/ 81715 h 361971"/>
                <a:gd name="connsiteX82" fmla="*/ 175084 w 362309"/>
                <a:gd name="connsiteY82" fmla="*/ 81077 h 361971"/>
                <a:gd name="connsiteX83" fmla="*/ 184669 w 362309"/>
                <a:gd name="connsiteY83" fmla="*/ 91929 h 361971"/>
                <a:gd name="connsiteX84" fmla="*/ 180196 w 362309"/>
                <a:gd name="connsiteY84" fmla="*/ 99590 h 361971"/>
                <a:gd name="connsiteX85" fmla="*/ 172528 w 362309"/>
                <a:gd name="connsiteY85" fmla="*/ 95121 h 361971"/>
                <a:gd name="connsiteX86" fmla="*/ 169333 w 362309"/>
                <a:gd name="connsiteY86" fmla="*/ 91929 h 361971"/>
                <a:gd name="connsiteX87" fmla="*/ 159110 w 362309"/>
                <a:gd name="connsiteY87" fmla="*/ 92568 h 361971"/>
                <a:gd name="connsiteX88" fmla="*/ 136106 w 362309"/>
                <a:gd name="connsiteY88" fmla="*/ 103421 h 361971"/>
                <a:gd name="connsiteX89" fmla="*/ 138023 w 362309"/>
                <a:gd name="connsiteY89" fmla="*/ 105974 h 361971"/>
                <a:gd name="connsiteX90" fmla="*/ 153998 w 362309"/>
                <a:gd name="connsiteY90" fmla="*/ 102782 h 361971"/>
                <a:gd name="connsiteX91" fmla="*/ 159110 w 362309"/>
                <a:gd name="connsiteY91" fmla="*/ 104059 h 361971"/>
                <a:gd name="connsiteX92" fmla="*/ 161665 w 362309"/>
                <a:gd name="connsiteY92" fmla="*/ 108528 h 361971"/>
                <a:gd name="connsiteX93" fmla="*/ 162304 w 362309"/>
                <a:gd name="connsiteY93" fmla="*/ 116189 h 361971"/>
                <a:gd name="connsiteX94" fmla="*/ 156553 w 362309"/>
                <a:gd name="connsiteY94" fmla="*/ 123211 h 361971"/>
                <a:gd name="connsiteX95" fmla="*/ 155915 w 362309"/>
                <a:gd name="connsiteY95" fmla="*/ 123211 h 361971"/>
                <a:gd name="connsiteX96" fmla="*/ 149525 w 362309"/>
                <a:gd name="connsiteY96" fmla="*/ 117465 h 361971"/>
                <a:gd name="connsiteX97" fmla="*/ 149525 w 362309"/>
                <a:gd name="connsiteY97" fmla="*/ 117465 h 361971"/>
                <a:gd name="connsiteX98" fmla="*/ 142496 w 362309"/>
                <a:gd name="connsiteY98" fmla="*/ 118742 h 361971"/>
                <a:gd name="connsiteX99" fmla="*/ 147608 w 362309"/>
                <a:gd name="connsiteY99" fmla="*/ 122573 h 361971"/>
                <a:gd name="connsiteX100" fmla="*/ 149525 w 362309"/>
                <a:gd name="connsiteY100" fmla="*/ 126403 h 361971"/>
                <a:gd name="connsiteX101" fmla="*/ 169333 w 362309"/>
                <a:gd name="connsiteY101" fmla="*/ 119381 h 361971"/>
                <a:gd name="connsiteX102" fmla="*/ 171250 w 362309"/>
                <a:gd name="connsiteY102" fmla="*/ 114273 h 361971"/>
                <a:gd name="connsiteX103" fmla="*/ 177640 w 362309"/>
                <a:gd name="connsiteY103" fmla="*/ 107889 h 361971"/>
                <a:gd name="connsiteX104" fmla="*/ 184030 w 362309"/>
                <a:gd name="connsiteY104" fmla="*/ 114273 h 361971"/>
                <a:gd name="connsiteX105" fmla="*/ 168694 w 362309"/>
                <a:gd name="connsiteY105" fmla="*/ 141086 h 361971"/>
                <a:gd name="connsiteX106" fmla="*/ 152720 w 362309"/>
                <a:gd name="connsiteY106" fmla="*/ 171091 h 361971"/>
                <a:gd name="connsiteX107" fmla="*/ 151441 w 362309"/>
                <a:gd name="connsiteY107" fmla="*/ 176198 h 361971"/>
                <a:gd name="connsiteX108" fmla="*/ 146969 w 362309"/>
                <a:gd name="connsiteY108" fmla="*/ 178752 h 361971"/>
                <a:gd name="connsiteX109" fmla="*/ 121409 w 362309"/>
                <a:gd name="connsiteY109" fmla="*/ 180028 h 361971"/>
                <a:gd name="connsiteX110" fmla="*/ 121409 w 362309"/>
                <a:gd name="connsiteY110" fmla="*/ 180028 h 361971"/>
                <a:gd name="connsiteX111" fmla="*/ 121409 w 362309"/>
                <a:gd name="connsiteY111" fmla="*/ 180028 h 361971"/>
                <a:gd name="connsiteX112" fmla="*/ 106073 w 362309"/>
                <a:gd name="connsiteY112" fmla="*/ 179390 h 361971"/>
                <a:gd name="connsiteX113" fmla="*/ 102878 w 362309"/>
                <a:gd name="connsiteY113" fmla="*/ 186412 h 361971"/>
                <a:gd name="connsiteX114" fmla="*/ 115019 w 362309"/>
                <a:gd name="connsiteY114" fmla="*/ 188966 h 361971"/>
                <a:gd name="connsiteX115" fmla="*/ 116936 w 362309"/>
                <a:gd name="connsiteY115" fmla="*/ 185774 h 361971"/>
                <a:gd name="connsiteX116" fmla="*/ 123965 w 362309"/>
                <a:gd name="connsiteY116" fmla="*/ 182582 h 361971"/>
                <a:gd name="connsiteX117" fmla="*/ 160387 w 362309"/>
                <a:gd name="connsiteY117" fmla="*/ 191519 h 361971"/>
                <a:gd name="connsiteX118" fmla="*/ 167416 w 362309"/>
                <a:gd name="connsiteY118" fmla="*/ 182582 h 361971"/>
                <a:gd name="connsiteX119" fmla="*/ 176362 w 362309"/>
                <a:gd name="connsiteY119" fmla="*/ 181305 h 361971"/>
                <a:gd name="connsiteX120" fmla="*/ 177640 w 362309"/>
                <a:gd name="connsiteY120" fmla="*/ 190243 h 361971"/>
                <a:gd name="connsiteX121" fmla="*/ 173167 w 362309"/>
                <a:gd name="connsiteY121" fmla="*/ 195988 h 361971"/>
                <a:gd name="connsiteX122" fmla="*/ 180835 w 362309"/>
                <a:gd name="connsiteY122" fmla="*/ 203011 h 361971"/>
                <a:gd name="connsiteX123" fmla="*/ 196810 w 362309"/>
                <a:gd name="connsiteY123" fmla="*/ 219609 h 361971"/>
                <a:gd name="connsiteX124" fmla="*/ 200644 w 362309"/>
                <a:gd name="connsiteY124" fmla="*/ 227908 h 361971"/>
                <a:gd name="connsiteX125" fmla="*/ 215980 w 362309"/>
                <a:gd name="connsiteY125" fmla="*/ 245783 h 361971"/>
                <a:gd name="connsiteX126" fmla="*/ 233233 w 362309"/>
                <a:gd name="connsiteY126" fmla="*/ 276426 h 361971"/>
                <a:gd name="connsiteX127" fmla="*/ 230038 w 362309"/>
                <a:gd name="connsiteY127" fmla="*/ 280257 h 361971"/>
                <a:gd name="connsiteX128" fmla="*/ 224926 w 362309"/>
                <a:gd name="connsiteY128" fmla="*/ 280257 h 361971"/>
                <a:gd name="connsiteX129" fmla="*/ 215980 w 362309"/>
                <a:gd name="connsiteY129" fmla="*/ 277065 h 361971"/>
                <a:gd name="connsiteX130" fmla="*/ 212146 w 362309"/>
                <a:gd name="connsiteY130" fmla="*/ 285364 h 361971"/>
                <a:gd name="connsiteX131" fmla="*/ 238984 w 362309"/>
                <a:gd name="connsiteY131" fmla="*/ 285364 h 361971"/>
                <a:gd name="connsiteX132" fmla="*/ 243457 w 362309"/>
                <a:gd name="connsiteY132" fmla="*/ 247060 h 361971"/>
                <a:gd name="connsiteX133" fmla="*/ 225565 w 362309"/>
                <a:gd name="connsiteY133" fmla="*/ 225355 h 361971"/>
                <a:gd name="connsiteX134" fmla="*/ 228121 w 362309"/>
                <a:gd name="connsiteY134" fmla="*/ 197265 h 361971"/>
                <a:gd name="connsiteX135" fmla="*/ 194893 w 362309"/>
                <a:gd name="connsiteY135" fmla="*/ 179390 h 361971"/>
                <a:gd name="connsiteX136" fmla="*/ 192976 w 362309"/>
                <a:gd name="connsiteY136" fmla="*/ 130233 h 361971"/>
                <a:gd name="connsiteX137" fmla="*/ 201283 w 362309"/>
                <a:gd name="connsiteY137" fmla="*/ 126403 h 361971"/>
                <a:gd name="connsiteX138" fmla="*/ 205117 w 362309"/>
                <a:gd name="connsiteY138" fmla="*/ 134702 h 361971"/>
                <a:gd name="connsiteX139" fmla="*/ 202561 w 362309"/>
                <a:gd name="connsiteY139" fmla="*/ 144916 h 361971"/>
                <a:gd name="connsiteX140" fmla="*/ 205756 w 362309"/>
                <a:gd name="connsiteY140" fmla="*/ 139171 h 361971"/>
                <a:gd name="connsiteX141" fmla="*/ 215341 w 362309"/>
                <a:gd name="connsiteY141" fmla="*/ 110443 h 361971"/>
                <a:gd name="connsiteX142" fmla="*/ 194254 w 362309"/>
                <a:gd name="connsiteY142" fmla="*/ 79800 h 361971"/>
                <a:gd name="connsiteX143" fmla="*/ 157831 w 362309"/>
                <a:gd name="connsiteY143" fmla="*/ 79161 h 361971"/>
                <a:gd name="connsiteX144" fmla="*/ 148886 w 362309"/>
                <a:gd name="connsiteY144" fmla="*/ 77885 h 361971"/>
                <a:gd name="connsiteX145" fmla="*/ 150164 w 362309"/>
                <a:gd name="connsiteY145" fmla="*/ 68947 h 361971"/>
                <a:gd name="connsiteX146" fmla="*/ 199366 w 362309"/>
                <a:gd name="connsiteY146" fmla="*/ 68309 h 361971"/>
                <a:gd name="connsiteX147" fmla="*/ 228121 w 362309"/>
                <a:gd name="connsiteY147" fmla="*/ 109166 h 361971"/>
                <a:gd name="connsiteX148" fmla="*/ 217258 w 362309"/>
                <a:gd name="connsiteY148" fmla="*/ 145555 h 361971"/>
                <a:gd name="connsiteX149" fmla="*/ 210868 w 362309"/>
                <a:gd name="connsiteY149" fmla="*/ 178113 h 361971"/>
                <a:gd name="connsiteX150" fmla="*/ 233872 w 362309"/>
                <a:gd name="connsiteY150" fmla="*/ 185774 h 361971"/>
                <a:gd name="connsiteX151" fmla="*/ 233872 w 362309"/>
                <a:gd name="connsiteY151" fmla="*/ 174921 h 361971"/>
                <a:gd name="connsiteX152" fmla="*/ 224926 w 362309"/>
                <a:gd name="connsiteY152" fmla="*/ 146193 h 361971"/>
                <a:gd name="connsiteX153" fmla="*/ 232594 w 362309"/>
                <a:gd name="connsiteY153" fmla="*/ 134702 h 361971"/>
                <a:gd name="connsiteX154" fmla="*/ 258792 w 362309"/>
                <a:gd name="connsiteY154" fmla="*/ 139809 h 361971"/>
                <a:gd name="connsiteX155" fmla="*/ 266460 w 362309"/>
                <a:gd name="connsiteY155" fmla="*/ 151300 h 361971"/>
                <a:gd name="connsiteX156" fmla="*/ 272850 w 362309"/>
                <a:gd name="connsiteY156" fmla="*/ 159600 h 361971"/>
                <a:gd name="connsiteX157" fmla="*/ 276045 w 362309"/>
                <a:gd name="connsiteY157" fmla="*/ 16789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81077"/>
                    <a:pt x="281157" y="0"/>
                    <a:pt x="181474" y="0"/>
                  </a:cubicBezTo>
                  <a:close/>
                  <a:moveTo>
                    <a:pt x="276045" y="167899"/>
                  </a:moveTo>
                  <a:cubicBezTo>
                    <a:pt x="274767" y="171091"/>
                    <a:pt x="270933" y="173006"/>
                    <a:pt x="267738" y="171729"/>
                  </a:cubicBezTo>
                  <a:cubicBezTo>
                    <a:pt x="260709" y="169176"/>
                    <a:pt x="257514" y="162792"/>
                    <a:pt x="254320" y="157046"/>
                  </a:cubicBezTo>
                  <a:cubicBezTo>
                    <a:pt x="252403" y="153854"/>
                    <a:pt x="251125" y="150662"/>
                    <a:pt x="248569" y="148747"/>
                  </a:cubicBezTo>
                  <a:cubicBezTo>
                    <a:pt x="247291" y="147470"/>
                    <a:pt x="242818" y="143640"/>
                    <a:pt x="237706" y="146193"/>
                  </a:cubicBezTo>
                  <a:cubicBezTo>
                    <a:pt x="237067" y="146832"/>
                    <a:pt x="236428" y="147470"/>
                    <a:pt x="235789" y="148747"/>
                  </a:cubicBezTo>
                  <a:cubicBezTo>
                    <a:pt x="235150" y="152577"/>
                    <a:pt x="236428" y="158961"/>
                    <a:pt x="242179" y="166622"/>
                  </a:cubicBezTo>
                  <a:cubicBezTo>
                    <a:pt x="249847" y="176836"/>
                    <a:pt x="245374" y="187689"/>
                    <a:pt x="241540" y="196627"/>
                  </a:cubicBezTo>
                  <a:cubicBezTo>
                    <a:pt x="237706" y="204926"/>
                    <a:pt x="234511" y="212587"/>
                    <a:pt x="237067" y="221524"/>
                  </a:cubicBezTo>
                  <a:cubicBezTo>
                    <a:pt x="240262" y="231100"/>
                    <a:pt x="252403" y="237484"/>
                    <a:pt x="252403" y="237484"/>
                  </a:cubicBezTo>
                  <a:cubicBezTo>
                    <a:pt x="254959" y="238761"/>
                    <a:pt x="256237" y="241314"/>
                    <a:pt x="256237" y="243868"/>
                  </a:cubicBezTo>
                  <a:lnTo>
                    <a:pt x="251125" y="291748"/>
                  </a:lnTo>
                  <a:cubicBezTo>
                    <a:pt x="250486" y="294940"/>
                    <a:pt x="247930" y="297494"/>
                    <a:pt x="244735" y="297494"/>
                  </a:cubicBezTo>
                  <a:lnTo>
                    <a:pt x="202561" y="297494"/>
                  </a:lnTo>
                  <a:cubicBezTo>
                    <a:pt x="200644" y="297494"/>
                    <a:pt x="198727" y="296217"/>
                    <a:pt x="197449" y="294940"/>
                  </a:cubicBezTo>
                  <a:cubicBezTo>
                    <a:pt x="196171" y="293663"/>
                    <a:pt x="196171" y="291110"/>
                    <a:pt x="196810" y="289194"/>
                  </a:cubicBezTo>
                  <a:lnTo>
                    <a:pt x="206395" y="266212"/>
                  </a:lnTo>
                  <a:cubicBezTo>
                    <a:pt x="207673" y="263020"/>
                    <a:pt x="211507" y="261743"/>
                    <a:pt x="214702" y="263020"/>
                  </a:cubicBezTo>
                  <a:lnTo>
                    <a:pt x="221092" y="265574"/>
                  </a:lnTo>
                  <a:cubicBezTo>
                    <a:pt x="219814" y="262382"/>
                    <a:pt x="217897" y="259828"/>
                    <a:pt x="212785" y="257913"/>
                  </a:cubicBezTo>
                  <a:cubicBezTo>
                    <a:pt x="203839" y="255359"/>
                    <a:pt x="198727" y="250252"/>
                    <a:pt x="194893" y="244506"/>
                  </a:cubicBezTo>
                  <a:lnTo>
                    <a:pt x="188503" y="250252"/>
                  </a:lnTo>
                  <a:lnTo>
                    <a:pt x="190420" y="250252"/>
                  </a:lnTo>
                  <a:cubicBezTo>
                    <a:pt x="192337" y="250252"/>
                    <a:pt x="194893" y="251529"/>
                    <a:pt x="195532" y="253444"/>
                  </a:cubicBezTo>
                  <a:cubicBezTo>
                    <a:pt x="196810" y="255359"/>
                    <a:pt x="196810" y="257913"/>
                    <a:pt x="196171" y="259828"/>
                  </a:cubicBezTo>
                  <a:lnTo>
                    <a:pt x="180196" y="293663"/>
                  </a:lnTo>
                  <a:cubicBezTo>
                    <a:pt x="178918" y="295578"/>
                    <a:pt x="177001" y="297494"/>
                    <a:pt x="174445" y="297494"/>
                  </a:cubicBezTo>
                  <a:lnTo>
                    <a:pt x="133550" y="297494"/>
                  </a:lnTo>
                  <a:cubicBezTo>
                    <a:pt x="130994" y="297494"/>
                    <a:pt x="129077" y="296217"/>
                    <a:pt x="127799" y="294302"/>
                  </a:cubicBezTo>
                  <a:cubicBezTo>
                    <a:pt x="126521" y="292386"/>
                    <a:pt x="126521" y="289833"/>
                    <a:pt x="127799" y="287918"/>
                  </a:cubicBezTo>
                  <a:lnTo>
                    <a:pt x="139940" y="266850"/>
                  </a:lnTo>
                  <a:cubicBezTo>
                    <a:pt x="141218" y="264297"/>
                    <a:pt x="144413" y="263020"/>
                    <a:pt x="146969" y="263658"/>
                  </a:cubicBezTo>
                  <a:lnTo>
                    <a:pt x="152720" y="264935"/>
                  </a:lnTo>
                  <a:lnTo>
                    <a:pt x="152720" y="261743"/>
                  </a:lnTo>
                  <a:cubicBezTo>
                    <a:pt x="148247" y="256636"/>
                    <a:pt x="139940" y="245145"/>
                    <a:pt x="141218" y="231100"/>
                  </a:cubicBezTo>
                  <a:cubicBezTo>
                    <a:pt x="142496" y="218332"/>
                    <a:pt x="150803" y="210033"/>
                    <a:pt x="158470" y="204926"/>
                  </a:cubicBezTo>
                  <a:lnTo>
                    <a:pt x="125882" y="196627"/>
                  </a:lnTo>
                  <a:lnTo>
                    <a:pt x="123965" y="199819"/>
                  </a:lnTo>
                  <a:cubicBezTo>
                    <a:pt x="122687" y="202372"/>
                    <a:pt x="120131" y="203649"/>
                    <a:pt x="116936" y="203011"/>
                  </a:cubicBezTo>
                  <a:lnTo>
                    <a:pt x="92654" y="197903"/>
                  </a:lnTo>
                  <a:cubicBezTo>
                    <a:pt x="90737" y="197265"/>
                    <a:pt x="88820" y="195988"/>
                    <a:pt x="88181" y="194711"/>
                  </a:cubicBezTo>
                  <a:cubicBezTo>
                    <a:pt x="87542" y="192796"/>
                    <a:pt x="87542" y="190881"/>
                    <a:pt x="88181" y="188966"/>
                  </a:cubicBezTo>
                  <a:lnTo>
                    <a:pt x="97127" y="170452"/>
                  </a:lnTo>
                  <a:cubicBezTo>
                    <a:pt x="98405" y="167899"/>
                    <a:pt x="100961" y="166622"/>
                    <a:pt x="103517" y="166622"/>
                  </a:cubicBezTo>
                  <a:cubicBezTo>
                    <a:pt x="103517" y="166622"/>
                    <a:pt x="107351" y="167260"/>
                    <a:pt x="112463" y="167260"/>
                  </a:cubicBezTo>
                  <a:lnTo>
                    <a:pt x="102878" y="145555"/>
                  </a:lnTo>
                  <a:lnTo>
                    <a:pt x="97766" y="145555"/>
                  </a:lnTo>
                  <a:lnTo>
                    <a:pt x="97766" y="145555"/>
                  </a:lnTo>
                  <a:cubicBezTo>
                    <a:pt x="94571" y="145555"/>
                    <a:pt x="92015" y="143640"/>
                    <a:pt x="91376" y="140448"/>
                  </a:cubicBezTo>
                  <a:lnTo>
                    <a:pt x="86903" y="118742"/>
                  </a:lnTo>
                  <a:cubicBezTo>
                    <a:pt x="86264" y="116827"/>
                    <a:pt x="86903" y="114912"/>
                    <a:pt x="88181" y="112997"/>
                  </a:cubicBezTo>
                  <a:cubicBezTo>
                    <a:pt x="89459" y="111720"/>
                    <a:pt x="91376" y="110443"/>
                    <a:pt x="93293" y="111081"/>
                  </a:cubicBezTo>
                  <a:lnTo>
                    <a:pt x="113741" y="112358"/>
                  </a:lnTo>
                  <a:cubicBezTo>
                    <a:pt x="115658" y="112358"/>
                    <a:pt x="117575" y="113635"/>
                    <a:pt x="118214" y="114912"/>
                  </a:cubicBezTo>
                  <a:lnTo>
                    <a:pt x="140579" y="146832"/>
                  </a:lnTo>
                  <a:cubicBezTo>
                    <a:pt x="142496" y="150024"/>
                    <a:pt x="141857" y="153854"/>
                    <a:pt x="139301" y="155769"/>
                  </a:cubicBezTo>
                  <a:cubicBezTo>
                    <a:pt x="136106" y="157684"/>
                    <a:pt x="132272" y="157046"/>
                    <a:pt x="130355" y="154492"/>
                  </a:cubicBezTo>
                  <a:lnTo>
                    <a:pt x="109907" y="125126"/>
                  </a:lnTo>
                  <a:lnTo>
                    <a:pt x="100961" y="124488"/>
                  </a:lnTo>
                  <a:lnTo>
                    <a:pt x="102878" y="132787"/>
                  </a:lnTo>
                  <a:lnTo>
                    <a:pt x="106712" y="132787"/>
                  </a:lnTo>
                  <a:lnTo>
                    <a:pt x="106712" y="132787"/>
                  </a:lnTo>
                  <a:cubicBezTo>
                    <a:pt x="109268" y="132787"/>
                    <a:pt x="111824" y="134064"/>
                    <a:pt x="112463" y="136617"/>
                  </a:cubicBezTo>
                  <a:lnTo>
                    <a:pt x="125882" y="167899"/>
                  </a:lnTo>
                  <a:cubicBezTo>
                    <a:pt x="130355" y="167899"/>
                    <a:pt x="134828" y="167899"/>
                    <a:pt x="139301" y="167260"/>
                  </a:cubicBezTo>
                  <a:cubicBezTo>
                    <a:pt x="139940" y="156408"/>
                    <a:pt x="146969" y="146832"/>
                    <a:pt x="153998" y="138533"/>
                  </a:cubicBezTo>
                  <a:lnTo>
                    <a:pt x="148247" y="140448"/>
                  </a:lnTo>
                  <a:cubicBezTo>
                    <a:pt x="147608" y="140448"/>
                    <a:pt x="146969" y="141086"/>
                    <a:pt x="146330" y="141086"/>
                  </a:cubicBezTo>
                  <a:cubicBezTo>
                    <a:pt x="143774" y="141086"/>
                    <a:pt x="141218" y="139809"/>
                    <a:pt x="140579" y="137256"/>
                  </a:cubicBezTo>
                  <a:lnTo>
                    <a:pt x="136106" y="127680"/>
                  </a:lnTo>
                  <a:cubicBezTo>
                    <a:pt x="134828" y="124488"/>
                    <a:pt x="136106" y="121296"/>
                    <a:pt x="138662" y="120019"/>
                  </a:cubicBezTo>
                  <a:lnTo>
                    <a:pt x="137384" y="120657"/>
                  </a:lnTo>
                  <a:cubicBezTo>
                    <a:pt x="134828" y="121296"/>
                    <a:pt x="132911" y="120657"/>
                    <a:pt x="130994" y="118742"/>
                  </a:cubicBezTo>
                  <a:lnTo>
                    <a:pt x="121409" y="107889"/>
                  </a:lnTo>
                  <a:cubicBezTo>
                    <a:pt x="120131" y="106613"/>
                    <a:pt x="119492" y="104697"/>
                    <a:pt x="120131" y="102782"/>
                  </a:cubicBezTo>
                  <a:cubicBezTo>
                    <a:pt x="120131" y="100867"/>
                    <a:pt x="121409" y="99590"/>
                    <a:pt x="122687" y="98313"/>
                  </a:cubicBezTo>
                  <a:cubicBezTo>
                    <a:pt x="123326" y="97675"/>
                    <a:pt x="134189" y="90014"/>
                    <a:pt x="154636" y="81715"/>
                  </a:cubicBezTo>
                  <a:cubicBezTo>
                    <a:pt x="162943" y="78523"/>
                    <a:pt x="169333" y="78523"/>
                    <a:pt x="175084" y="81077"/>
                  </a:cubicBezTo>
                  <a:cubicBezTo>
                    <a:pt x="182113" y="84269"/>
                    <a:pt x="184669" y="91291"/>
                    <a:pt x="184669" y="91929"/>
                  </a:cubicBezTo>
                  <a:cubicBezTo>
                    <a:pt x="185947" y="95121"/>
                    <a:pt x="184030" y="98952"/>
                    <a:pt x="180196" y="99590"/>
                  </a:cubicBezTo>
                  <a:cubicBezTo>
                    <a:pt x="177001" y="100867"/>
                    <a:pt x="173167" y="98952"/>
                    <a:pt x="172528" y="95121"/>
                  </a:cubicBezTo>
                  <a:cubicBezTo>
                    <a:pt x="172528" y="95121"/>
                    <a:pt x="171889" y="92568"/>
                    <a:pt x="169333" y="91929"/>
                  </a:cubicBezTo>
                  <a:cubicBezTo>
                    <a:pt x="166777" y="90653"/>
                    <a:pt x="163582" y="91291"/>
                    <a:pt x="159110" y="92568"/>
                  </a:cubicBezTo>
                  <a:cubicBezTo>
                    <a:pt x="148886" y="96398"/>
                    <a:pt x="140579" y="100867"/>
                    <a:pt x="136106" y="103421"/>
                  </a:cubicBezTo>
                  <a:lnTo>
                    <a:pt x="138023" y="105974"/>
                  </a:lnTo>
                  <a:lnTo>
                    <a:pt x="153998" y="102782"/>
                  </a:lnTo>
                  <a:cubicBezTo>
                    <a:pt x="155915" y="102144"/>
                    <a:pt x="157831" y="102782"/>
                    <a:pt x="159110" y="104059"/>
                  </a:cubicBezTo>
                  <a:cubicBezTo>
                    <a:pt x="160387" y="105336"/>
                    <a:pt x="161665" y="106613"/>
                    <a:pt x="161665" y="108528"/>
                  </a:cubicBezTo>
                  <a:lnTo>
                    <a:pt x="162304" y="116189"/>
                  </a:lnTo>
                  <a:cubicBezTo>
                    <a:pt x="162304" y="120019"/>
                    <a:pt x="159748" y="122573"/>
                    <a:pt x="156553" y="123211"/>
                  </a:cubicBezTo>
                  <a:cubicBezTo>
                    <a:pt x="156553" y="123211"/>
                    <a:pt x="156553" y="123211"/>
                    <a:pt x="155915" y="123211"/>
                  </a:cubicBezTo>
                  <a:cubicBezTo>
                    <a:pt x="152720" y="123211"/>
                    <a:pt x="149525" y="120657"/>
                    <a:pt x="149525" y="117465"/>
                  </a:cubicBezTo>
                  <a:lnTo>
                    <a:pt x="149525" y="117465"/>
                  </a:lnTo>
                  <a:lnTo>
                    <a:pt x="142496" y="118742"/>
                  </a:lnTo>
                  <a:cubicBezTo>
                    <a:pt x="144413" y="118742"/>
                    <a:pt x="146969" y="120019"/>
                    <a:pt x="147608" y="122573"/>
                  </a:cubicBezTo>
                  <a:lnTo>
                    <a:pt x="149525" y="126403"/>
                  </a:lnTo>
                  <a:lnTo>
                    <a:pt x="169333" y="119381"/>
                  </a:lnTo>
                  <a:cubicBezTo>
                    <a:pt x="170611" y="117465"/>
                    <a:pt x="171250" y="116189"/>
                    <a:pt x="171250" y="114273"/>
                  </a:cubicBezTo>
                  <a:cubicBezTo>
                    <a:pt x="171250" y="110443"/>
                    <a:pt x="173806" y="107889"/>
                    <a:pt x="177640" y="107889"/>
                  </a:cubicBezTo>
                  <a:cubicBezTo>
                    <a:pt x="181474" y="107889"/>
                    <a:pt x="184030" y="110443"/>
                    <a:pt x="184030" y="114273"/>
                  </a:cubicBezTo>
                  <a:cubicBezTo>
                    <a:pt x="184030" y="123849"/>
                    <a:pt x="176362" y="132149"/>
                    <a:pt x="168694" y="141086"/>
                  </a:cubicBezTo>
                  <a:cubicBezTo>
                    <a:pt x="159748" y="150662"/>
                    <a:pt x="150803" y="160876"/>
                    <a:pt x="152720" y="171091"/>
                  </a:cubicBezTo>
                  <a:cubicBezTo>
                    <a:pt x="152720" y="173006"/>
                    <a:pt x="152720" y="174283"/>
                    <a:pt x="151441" y="176198"/>
                  </a:cubicBezTo>
                  <a:cubicBezTo>
                    <a:pt x="150164" y="177475"/>
                    <a:pt x="148886" y="178752"/>
                    <a:pt x="146969" y="178752"/>
                  </a:cubicBezTo>
                  <a:cubicBezTo>
                    <a:pt x="138662" y="180028"/>
                    <a:pt x="129716" y="180028"/>
                    <a:pt x="121409" y="180028"/>
                  </a:cubicBezTo>
                  <a:lnTo>
                    <a:pt x="121409" y="180028"/>
                  </a:lnTo>
                  <a:lnTo>
                    <a:pt x="121409" y="180028"/>
                  </a:lnTo>
                  <a:cubicBezTo>
                    <a:pt x="115019" y="180028"/>
                    <a:pt x="109907" y="179390"/>
                    <a:pt x="106073" y="179390"/>
                  </a:cubicBezTo>
                  <a:lnTo>
                    <a:pt x="102878" y="186412"/>
                  </a:lnTo>
                  <a:lnTo>
                    <a:pt x="115019" y="188966"/>
                  </a:lnTo>
                  <a:lnTo>
                    <a:pt x="116936" y="185774"/>
                  </a:lnTo>
                  <a:cubicBezTo>
                    <a:pt x="118214" y="183220"/>
                    <a:pt x="121409" y="181944"/>
                    <a:pt x="123965" y="182582"/>
                  </a:cubicBezTo>
                  <a:lnTo>
                    <a:pt x="160387" y="191519"/>
                  </a:lnTo>
                  <a:lnTo>
                    <a:pt x="167416" y="182582"/>
                  </a:lnTo>
                  <a:cubicBezTo>
                    <a:pt x="169333" y="180028"/>
                    <a:pt x="173806" y="179390"/>
                    <a:pt x="176362" y="181305"/>
                  </a:cubicBezTo>
                  <a:cubicBezTo>
                    <a:pt x="178918" y="183220"/>
                    <a:pt x="179557" y="187689"/>
                    <a:pt x="177640" y="190243"/>
                  </a:cubicBezTo>
                  <a:lnTo>
                    <a:pt x="173167" y="195988"/>
                  </a:lnTo>
                  <a:cubicBezTo>
                    <a:pt x="174445" y="197903"/>
                    <a:pt x="177640" y="200457"/>
                    <a:pt x="180835" y="203011"/>
                  </a:cubicBezTo>
                  <a:cubicBezTo>
                    <a:pt x="185947" y="206841"/>
                    <a:pt x="192337" y="211948"/>
                    <a:pt x="196810" y="219609"/>
                  </a:cubicBezTo>
                  <a:cubicBezTo>
                    <a:pt x="198088" y="222163"/>
                    <a:pt x="199366" y="224716"/>
                    <a:pt x="200644" y="227908"/>
                  </a:cubicBezTo>
                  <a:cubicBezTo>
                    <a:pt x="203200" y="235569"/>
                    <a:pt x="205756" y="242591"/>
                    <a:pt x="215980" y="245783"/>
                  </a:cubicBezTo>
                  <a:cubicBezTo>
                    <a:pt x="233233" y="250890"/>
                    <a:pt x="235789" y="266850"/>
                    <a:pt x="233233" y="276426"/>
                  </a:cubicBezTo>
                  <a:cubicBezTo>
                    <a:pt x="232594" y="278342"/>
                    <a:pt x="231316" y="279618"/>
                    <a:pt x="230038" y="280257"/>
                  </a:cubicBezTo>
                  <a:cubicBezTo>
                    <a:pt x="228121" y="280895"/>
                    <a:pt x="226843" y="280895"/>
                    <a:pt x="224926" y="280257"/>
                  </a:cubicBezTo>
                  <a:lnTo>
                    <a:pt x="215980" y="277065"/>
                  </a:lnTo>
                  <a:lnTo>
                    <a:pt x="212146" y="285364"/>
                  </a:lnTo>
                  <a:lnTo>
                    <a:pt x="238984" y="285364"/>
                  </a:lnTo>
                  <a:lnTo>
                    <a:pt x="243457" y="247060"/>
                  </a:lnTo>
                  <a:cubicBezTo>
                    <a:pt x="238345" y="243868"/>
                    <a:pt x="228760" y="236207"/>
                    <a:pt x="225565" y="225355"/>
                  </a:cubicBezTo>
                  <a:cubicBezTo>
                    <a:pt x="222370" y="214502"/>
                    <a:pt x="224926" y="205564"/>
                    <a:pt x="228121" y="197265"/>
                  </a:cubicBezTo>
                  <a:cubicBezTo>
                    <a:pt x="212785" y="195350"/>
                    <a:pt x="201283" y="189604"/>
                    <a:pt x="194893" y="179390"/>
                  </a:cubicBezTo>
                  <a:cubicBezTo>
                    <a:pt x="182113" y="158961"/>
                    <a:pt x="192337" y="130872"/>
                    <a:pt x="192976" y="130233"/>
                  </a:cubicBezTo>
                  <a:cubicBezTo>
                    <a:pt x="194254" y="127041"/>
                    <a:pt x="198088" y="125126"/>
                    <a:pt x="201283" y="126403"/>
                  </a:cubicBezTo>
                  <a:cubicBezTo>
                    <a:pt x="204478" y="127680"/>
                    <a:pt x="206395" y="131510"/>
                    <a:pt x="205117" y="134702"/>
                  </a:cubicBezTo>
                  <a:cubicBezTo>
                    <a:pt x="205117" y="134702"/>
                    <a:pt x="203200" y="139171"/>
                    <a:pt x="202561" y="144916"/>
                  </a:cubicBezTo>
                  <a:cubicBezTo>
                    <a:pt x="203839" y="143001"/>
                    <a:pt x="204478" y="141086"/>
                    <a:pt x="205756" y="139171"/>
                  </a:cubicBezTo>
                  <a:cubicBezTo>
                    <a:pt x="210868" y="129595"/>
                    <a:pt x="216619" y="120019"/>
                    <a:pt x="215341" y="110443"/>
                  </a:cubicBezTo>
                  <a:cubicBezTo>
                    <a:pt x="213424" y="95121"/>
                    <a:pt x="206395" y="84907"/>
                    <a:pt x="194254" y="79800"/>
                  </a:cubicBezTo>
                  <a:cubicBezTo>
                    <a:pt x="178918" y="73416"/>
                    <a:pt x="161026" y="76608"/>
                    <a:pt x="157831" y="79161"/>
                  </a:cubicBezTo>
                  <a:cubicBezTo>
                    <a:pt x="155275" y="81077"/>
                    <a:pt x="150803" y="80438"/>
                    <a:pt x="148886" y="77885"/>
                  </a:cubicBezTo>
                  <a:cubicBezTo>
                    <a:pt x="146969" y="75331"/>
                    <a:pt x="147608" y="70862"/>
                    <a:pt x="150164" y="68947"/>
                  </a:cubicBezTo>
                  <a:cubicBezTo>
                    <a:pt x="157831" y="63201"/>
                    <a:pt x="180835" y="60648"/>
                    <a:pt x="199366" y="68309"/>
                  </a:cubicBezTo>
                  <a:cubicBezTo>
                    <a:pt x="210868" y="73416"/>
                    <a:pt x="224926" y="84269"/>
                    <a:pt x="228121" y="109166"/>
                  </a:cubicBezTo>
                  <a:cubicBezTo>
                    <a:pt x="230038" y="123211"/>
                    <a:pt x="223009" y="135341"/>
                    <a:pt x="217258" y="145555"/>
                  </a:cubicBezTo>
                  <a:cubicBezTo>
                    <a:pt x="209590" y="158961"/>
                    <a:pt x="205756" y="167899"/>
                    <a:pt x="210868" y="178113"/>
                  </a:cubicBezTo>
                  <a:cubicBezTo>
                    <a:pt x="215980" y="182582"/>
                    <a:pt x="223648" y="185135"/>
                    <a:pt x="233872" y="185774"/>
                  </a:cubicBezTo>
                  <a:cubicBezTo>
                    <a:pt x="235789" y="180667"/>
                    <a:pt x="235789" y="178113"/>
                    <a:pt x="233872" y="174921"/>
                  </a:cubicBezTo>
                  <a:cubicBezTo>
                    <a:pt x="226204" y="164707"/>
                    <a:pt x="223009" y="155131"/>
                    <a:pt x="224926" y="146193"/>
                  </a:cubicBezTo>
                  <a:cubicBezTo>
                    <a:pt x="226204" y="141086"/>
                    <a:pt x="228760" y="137256"/>
                    <a:pt x="232594" y="134702"/>
                  </a:cubicBezTo>
                  <a:cubicBezTo>
                    <a:pt x="240901" y="130233"/>
                    <a:pt x="251125" y="132149"/>
                    <a:pt x="258792" y="139809"/>
                  </a:cubicBezTo>
                  <a:cubicBezTo>
                    <a:pt x="261987" y="143001"/>
                    <a:pt x="264543" y="147470"/>
                    <a:pt x="266460" y="151300"/>
                  </a:cubicBezTo>
                  <a:cubicBezTo>
                    <a:pt x="268377" y="155131"/>
                    <a:pt x="270933" y="158961"/>
                    <a:pt x="272850" y="159600"/>
                  </a:cubicBezTo>
                  <a:cubicBezTo>
                    <a:pt x="275406" y="160876"/>
                    <a:pt x="276684" y="164707"/>
                    <a:pt x="276045" y="167899"/>
                  </a:cubicBezTo>
                  <a:close/>
                </a:path>
              </a:pathLst>
            </a:custGeom>
            <a:solidFill>
              <a:srgbClr val="046A38"/>
            </a:solidFill>
            <a:ln w="6390" cap="flat">
              <a:noFill/>
              <a:prstDash val="solid"/>
              <a:miter/>
            </a:ln>
          </p:spPr>
          <p:txBody>
            <a:bodyPr rtlCol="0" anchor="ctr"/>
            <a:lstStyle/>
            <a:p>
              <a:endParaRPr lang="en-US"/>
            </a:p>
          </p:txBody>
        </p:sp>
      </p:grpSp>
      <p:grpSp>
        <p:nvGrpSpPr>
          <p:cNvPr id="723" name="Graphic 6">
            <a:extLst>
              <a:ext uri="{FF2B5EF4-FFF2-40B4-BE49-F238E27FC236}">
                <a16:creationId xmlns:a16="http://schemas.microsoft.com/office/drawing/2014/main" id="{45863138-A849-4544-9E51-9AAEAB4CCE66}"/>
              </a:ext>
            </a:extLst>
          </p:cNvPr>
          <p:cNvGrpSpPr/>
          <p:nvPr/>
        </p:nvGrpSpPr>
        <p:grpSpPr>
          <a:xfrm>
            <a:off x="904815" y="2852525"/>
            <a:ext cx="362309" cy="361971"/>
            <a:chOff x="904815" y="2852525"/>
            <a:chExt cx="362309" cy="361971"/>
          </a:xfrm>
          <a:solidFill>
            <a:srgbClr val="046A38"/>
          </a:solidFill>
        </p:grpSpPr>
        <p:sp>
          <p:nvSpPr>
            <p:cNvPr id="724" name="Graphic 6">
              <a:extLst>
                <a:ext uri="{FF2B5EF4-FFF2-40B4-BE49-F238E27FC236}">
                  <a16:creationId xmlns:a16="http://schemas.microsoft.com/office/drawing/2014/main" id="{4E411600-9117-DB47-A83B-39F2FB41ACF4}"/>
                </a:ext>
              </a:extLst>
            </p:cNvPr>
            <p:cNvSpPr/>
            <p:nvPr/>
          </p:nvSpPr>
          <p:spPr>
            <a:xfrm>
              <a:off x="1049866" y="2999995"/>
              <a:ext cx="70289" cy="46603"/>
            </a:xfrm>
            <a:custGeom>
              <a:avLst/>
              <a:gdLst>
                <a:gd name="connsiteX0" fmla="*/ 1278 w 70289"/>
                <a:gd name="connsiteY0" fmla="*/ 17875 h 46603"/>
                <a:gd name="connsiteX1" fmla="*/ 21087 w 70289"/>
                <a:gd name="connsiteY1" fmla="*/ 17875 h 46603"/>
                <a:gd name="connsiteX2" fmla="*/ 27477 w 70289"/>
                <a:gd name="connsiteY2" fmla="*/ 24259 h 46603"/>
                <a:gd name="connsiteX3" fmla="*/ 27477 w 70289"/>
                <a:gd name="connsiteY3" fmla="*/ 44050 h 46603"/>
                <a:gd name="connsiteX4" fmla="*/ 35784 w 70289"/>
                <a:gd name="connsiteY4" fmla="*/ 46603 h 46603"/>
                <a:gd name="connsiteX5" fmla="*/ 44091 w 70289"/>
                <a:gd name="connsiteY5" fmla="*/ 44050 h 46603"/>
                <a:gd name="connsiteX6" fmla="*/ 44091 w 70289"/>
                <a:gd name="connsiteY6" fmla="*/ 24259 h 46603"/>
                <a:gd name="connsiteX7" fmla="*/ 50480 w 70289"/>
                <a:gd name="connsiteY7" fmla="*/ 17875 h 46603"/>
                <a:gd name="connsiteX8" fmla="*/ 70289 w 70289"/>
                <a:gd name="connsiteY8" fmla="*/ 17875 h 46603"/>
                <a:gd name="connsiteX9" fmla="*/ 70289 w 70289"/>
                <a:gd name="connsiteY9" fmla="*/ 15322 h 46603"/>
                <a:gd name="connsiteX10" fmla="*/ 52397 w 70289"/>
                <a:gd name="connsiteY10" fmla="*/ 0 h 46603"/>
                <a:gd name="connsiteX11" fmla="*/ 38340 w 70289"/>
                <a:gd name="connsiteY11" fmla="*/ 5107 h 46603"/>
                <a:gd name="connsiteX12" fmla="*/ 31950 w 70289"/>
                <a:gd name="connsiteY12" fmla="*/ 5107 h 46603"/>
                <a:gd name="connsiteX13" fmla="*/ 17892 w 70289"/>
                <a:gd name="connsiteY13" fmla="*/ 0 h 46603"/>
                <a:gd name="connsiteX14" fmla="*/ 0 w 70289"/>
                <a:gd name="connsiteY14" fmla="*/ 15322 h 46603"/>
                <a:gd name="connsiteX15" fmla="*/ 1278 w 70289"/>
                <a:gd name="connsiteY15" fmla="*/ 17875 h 46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0289" h="46603">
                  <a:moveTo>
                    <a:pt x="1278" y="17875"/>
                  </a:moveTo>
                  <a:lnTo>
                    <a:pt x="21087" y="17875"/>
                  </a:lnTo>
                  <a:cubicBezTo>
                    <a:pt x="24921" y="17875"/>
                    <a:pt x="27477" y="20429"/>
                    <a:pt x="27477" y="24259"/>
                  </a:cubicBezTo>
                  <a:lnTo>
                    <a:pt x="27477" y="44050"/>
                  </a:lnTo>
                  <a:lnTo>
                    <a:pt x="35784" y="46603"/>
                  </a:lnTo>
                  <a:lnTo>
                    <a:pt x="44091" y="44050"/>
                  </a:lnTo>
                  <a:lnTo>
                    <a:pt x="44091" y="24259"/>
                  </a:lnTo>
                  <a:cubicBezTo>
                    <a:pt x="44091" y="20429"/>
                    <a:pt x="46647" y="17875"/>
                    <a:pt x="50480" y="17875"/>
                  </a:cubicBezTo>
                  <a:lnTo>
                    <a:pt x="70289" y="17875"/>
                  </a:lnTo>
                  <a:lnTo>
                    <a:pt x="70289" y="15322"/>
                  </a:lnTo>
                  <a:cubicBezTo>
                    <a:pt x="63899" y="9576"/>
                    <a:pt x="54953" y="1915"/>
                    <a:pt x="52397" y="0"/>
                  </a:cubicBezTo>
                  <a:cubicBezTo>
                    <a:pt x="49842" y="0"/>
                    <a:pt x="43452" y="2554"/>
                    <a:pt x="38340" y="5107"/>
                  </a:cubicBezTo>
                  <a:cubicBezTo>
                    <a:pt x="36423" y="6384"/>
                    <a:pt x="33867" y="6384"/>
                    <a:pt x="31950" y="5107"/>
                  </a:cubicBezTo>
                  <a:cubicBezTo>
                    <a:pt x="26838" y="2554"/>
                    <a:pt x="20448" y="0"/>
                    <a:pt x="17892" y="0"/>
                  </a:cubicBezTo>
                  <a:cubicBezTo>
                    <a:pt x="14697" y="1915"/>
                    <a:pt x="6390" y="9576"/>
                    <a:pt x="0" y="15322"/>
                  </a:cubicBezTo>
                  <a:lnTo>
                    <a:pt x="1278" y="17875"/>
                  </a:lnTo>
                  <a:close/>
                </a:path>
              </a:pathLst>
            </a:custGeom>
            <a:solidFill>
              <a:srgbClr val="046A38"/>
            </a:solidFill>
            <a:ln w="6390" cap="flat">
              <a:noFill/>
              <a:prstDash val="solid"/>
              <a:miter/>
            </a:ln>
          </p:spPr>
          <p:txBody>
            <a:bodyPr rtlCol="0" anchor="ctr"/>
            <a:lstStyle/>
            <a:p>
              <a:endParaRPr lang="en-US"/>
            </a:p>
          </p:txBody>
        </p:sp>
        <p:sp>
          <p:nvSpPr>
            <p:cNvPr id="725" name="Graphic 6">
              <a:extLst>
                <a:ext uri="{FF2B5EF4-FFF2-40B4-BE49-F238E27FC236}">
                  <a16:creationId xmlns:a16="http://schemas.microsoft.com/office/drawing/2014/main" id="{A69351A1-8822-2C43-A1BE-F14FB20DD419}"/>
                </a:ext>
              </a:extLst>
            </p:cNvPr>
            <p:cNvSpPr/>
            <p:nvPr/>
          </p:nvSpPr>
          <p:spPr>
            <a:xfrm>
              <a:off x="1093318" y="3030639"/>
              <a:ext cx="28115" cy="38303"/>
            </a:xfrm>
            <a:custGeom>
              <a:avLst/>
              <a:gdLst>
                <a:gd name="connsiteX0" fmla="*/ 16614 w 28115"/>
                <a:gd name="connsiteY0" fmla="*/ 21067 h 38303"/>
                <a:gd name="connsiteX1" fmla="*/ 18531 w 28115"/>
                <a:gd name="connsiteY1" fmla="*/ 16598 h 38303"/>
                <a:gd name="connsiteX2" fmla="*/ 28116 w 28115"/>
                <a:gd name="connsiteY2" fmla="*/ 7022 h 38303"/>
                <a:gd name="connsiteX3" fmla="*/ 28116 w 28115"/>
                <a:gd name="connsiteY3" fmla="*/ 0 h 38303"/>
                <a:gd name="connsiteX4" fmla="*/ 14697 w 28115"/>
                <a:gd name="connsiteY4" fmla="*/ 0 h 38303"/>
                <a:gd name="connsiteX5" fmla="*/ 14697 w 28115"/>
                <a:gd name="connsiteY5" fmla="*/ 17875 h 38303"/>
                <a:gd name="connsiteX6" fmla="*/ 10224 w 28115"/>
                <a:gd name="connsiteY6" fmla="*/ 24259 h 38303"/>
                <a:gd name="connsiteX7" fmla="*/ 0 w 28115"/>
                <a:gd name="connsiteY7" fmla="*/ 27451 h 38303"/>
                <a:gd name="connsiteX8" fmla="*/ 0 w 28115"/>
                <a:gd name="connsiteY8" fmla="*/ 33197 h 38303"/>
                <a:gd name="connsiteX9" fmla="*/ 12141 w 28115"/>
                <a:gd name="connsiteY9" fmla="*/ 37665 h 38303"/>
                <a:gd name="connsiteX10" fmla="*/ 13419 w 28115"/>
                <a:gd name="connsiteY10" fmla="*/ 38304 h 38303"/>
                <a:gd name="connsiteX11" fmla="*/ 16614 w 28115"/>
                <a:gd name="connsiteY11" fmla="*/ 35750 h 38303"/>
                <a:gd name="connsiteX12" fmla="*/ 16614 w 28115"/>
                <a:gd name="connsiteY12" fmla="*/ 21067 h 3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5" h="38303">
                  <a:moveTo>
                    <a:pt x="16614" y="21067"/>
                  </a:moveTo>
                  <a:cubicBezTo>
                    <a:pt x="16614" y="19152"/>
                    <a:pt x="17253" y="17875"/>
                    <a:pt x="18531" y="16598"/>
                  </a:cubicBezTo>
                  <a:lnTo>
                    <a:pt x="28116" y="7022"/>
                  </a:lnTo>
                  <a:lnTo>
                    <a:pt x="28116" y="0"/>
                  </a:lnTo>
                  <a:lnTo>
                    <a:pt x="14697" y="0"/>
                  </a:lnTo>
                  <a:lnTo>
                    <a:pt x="14697" y="17875"/>
                  </a:lnTo>
                  <a:cubicBezTo>
                    <a:pt x="14697" y="20429"/>
                    <a:pt x="12780" y="22982"/>
                    <a:pt x="10224" y="24259"/>
                  </a:cubicBezTo>
                  <a:lnTo>
                    <a:pt x="0" y="27451"/>
                  </a:lnTo>
                  <a:lnTo>
                    <a:pt x="0" y="33197"/>
                  </a:lnTo>
                  <a:lnTo>
                    <a:pt x="12141" y="37665"/>
                  </a:lnTo>
                  <a:cubicBezTo>
                    <a:pt x="12780" y="37665"/>
                    <a:pt x="13419" y="38304"/>
                    <a:pt x="13419" y="38304"/>
                  </a:cubicBezTo>
                  <a:lnTo>
                    <a:pt x="16614" y="35750"/>
                  </a:lnTo>
                  <a:lnTo>
                    <a:pt x="16614" y="21067"/>
                  </a:lnTo>
                  <a:close/>
                </a:path>
              </a:pathLst>
            </a:custGeom>
            <a:solidFill>
              <a:srgbClr val="046A38"/>
            </a:solidFill>
            <a:ln w="6390" cap="flat">
              <a:noFill/>
              <a:prstDash val="solid"/>
              <a:miter/>
            </a:ln>
          </p:spPr>
          <p:txBody>
            <a:bodyPr rtlCol="0" anchor="ctr"/>
            <a:lstStyle/>
            <a:p>
              <a:endParaRPr lang="en-US"/>
            </a:p>
          </p:txBody>
        </p:sp>
        <p:sp>
          <p:nvSpPr>
            <p:cNvPr id="726" name="Graphic 6">
              <a:extLst>
                <a:ext uri="{FF2B5EF4-FFF2-40B4-BE49-F238E27FC236}">
                  <a16:creationId xmlns:a16="http://schemas.microsoft.com/office/drawing/2014/main" id="{28811A9F-6728-9F42-B788-5A6DB065EC86}"/>
                </a:ext>
              </a:extLst>
            </p:cNvPr>
            <p:cNvSpPr/>
            <p:nvPr/>
          </p:nvSpPr>
          <p:spPr>
            <a:xfrm>
              <a:off x="1073509" y="2938071"/>
              <a:ext cx="29393" cy="30004"/>
            </a:xfrm>
            <a:custGeom>
              <a:avLst/>
              <a:gdLst>
                <a:gd name="connsiteX0" fmla="*/ 14697 w 29393"/>
                <a:gd name="connsiteY0" fmla="*/ 30005 h 30004"/>
                <a:gd name="connsiteX1" fmla="*/ 29394 w 29393"/>
                <a:gd name="connsiteY1" fmla="*/ 28089 h 30004"/>
                <a:gd name="connsiteX2" fmla="*/ 29394 w 29393"/>
                <a:gd name="connsiteY2" fmla="*/ 8299 h 30004"/>
                <a:gd name="connsiteX3" fmla="*/ 26199 w 29393"/>
                <a:gd name="connsiteY3" fmla="*/ 10214 h 30004"/>
                <a:gd name="connsiteX4" fmla="*/ 21087 w 29393"/>
                <a:gd name="connsiteY4" fmla="*/ 10853 h 30004"/>
                <a:gd name="connsiteX5" fmla="*/ 17253 w 29393"/>
                <a:gd name="connsiteY5" fmla="*/ 7022 h 30004"/>
                <a:gd name="connsiteX6" fmla="*/ 14697 w 29393"/>
                <a:gd name="connsiteY6" fmla="*/ 0 h 30004"/>
                <a:gd name="connsiteX7" fmla="*/ 12141 w 29393"/>
                <a:gd name="connsiteY7" fmla="*/ 7022 h 30004"/>
                <a:gd name="connsiteX8" fmla="*/ 8307 w 29393"/>
                <a:gd name="connsiteY8" fmla="*/ 10853 h 30004"/>
                <a:gd name="connsiteX9" fmla="*/ 3195 w 29393"/>
                <a:gd name="connsiteY9" fmla="*/ 10214 h 30004"/>
                <a:gd name="connsiteX10" fmla="*/ 0 w 29393"/>
                <a:gd name="connsiteY10" fmla="*/ 8299 h 30004"/>
                <a:gd name="connsiteX11" fmla="*/ 0 w 29393"/>
                <a:gd name="connsiteY11" fmla="*/ 28089 h 30004"/>
                <a:gd name="connsiteX12" fmla="*/ 14697 w 29393"/>
                <a:gd name="connsiteY12" fmla="*/ 30005 h 30004"/>
                <a:gd name="connsiteX13" fmla="*/ 14697 w 29393"/>
                <a:gd name="connsiteY13" fmla="*/ 30005 h 30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93" h="30004">
                  <a:moveTo>
                    <a:pt x="14697" y="30005"/>
                  </a:moveTo>
                  <a:cubicBezTo>
                    <a:pt x="20448" y="30005"/>
                    <a:pt x="25560" y="28728"/>
                    <a:pt x="29394" y="28089"/>
                  </a:cubicBezTo>
                  <a:lnTo>
                    <a:pt x="29394" y="8299"/>
                  </a:lnTo>
                  <a:lnTo>
                    <a:pt x="26199" y="10214"/>
                  </a:lnTo>
                  <a:cubicBezTo>
                    <a:pt x="24921" y="10853"/>
                    <a:pt x="23004" y="11491"/>
                    <a:pt x="21087" y="10853"/>
                  </a:cubicBezTo>
                  <a:cubicBezTo>
                    <a:pt x="19170" y="10214"/>
                    <a:pt x="17892" y="8938"/>
                    <a:pt x="17253" y="7022"/>
                  </a:cubicBezTo>
                  <a:lnTo>
                    <a:pt x="14697" y="0"/>
                  </a:lnTo>
                  <a:lnTo>
                    <a:pt x="12141" y="7022"/>
                  </a:lnTo>
                  <a:cubicBezTo>
                    <a:pt x="11502" y="8938"/>
                    <a:pt x="10224" y="10214"/>
                    <a:pt x="8307" y="10853"/>
                  </a:cubicBezTo>
                  <a:cubicBezTo>
                    <a:pt x="6390" y="11491"/>
                    <a:pt x="4473" y="11491"/>
                    <a:pt x="3195" y="10214"/>
                  </a:cubicBezTo>
                  <a:lnTo>
                    <a:pt x="0" y="8299"/>
                  </a:lnTo>
                  <a:lnTo>
                    <a:pt x="0" y="28089"/>
                  </a:lnTo>
                  <a:cubicBezTo>
                    <a:pt x="3834" y="28728"/>
                    <a:pt x="8946" y="30005"/>
                    <a:pt x="14697" y="30005"/>
                  </a:cubicBezTo>
                  <a:lnTo>
                    <a:pt x="14697" y="30005"/>
                  </a:lnTo>
                  <a:close/>
                </a:path>
              </a:pathLst>
            </a:custGeom>
            <a:solidFill>
              <a:srgbClr val="046A38"/>
            </a:solidFill>
            <a:ln w="6390" cap="flat">
              <a:noFill/>
              <a:prstDash val="solid"/>
              <a:miter/>
            </a:ln>
          </p:spPr>
          <p:txBody>
            <a:bodyPr rtlCol="0" anchor="ctr"/>
            <a:lstStyle/>
            <a:p>
              <a:endParaRPr lang="en-US"/>
            </a:p>
          </p:txBody>
        </p:sp>
        <p:sp>
          <p:nvSpPr>
            <p:cNvPr id="727" name="Graphic 6">
              <a:extLst>
                <a:ext uri="{FF2B5EF4-FFF2-40B4-BE49-F238E27FC236}">
                  <a16:creationId xmlns:a16="http://schemas.microsoft.com/office/drawing/2014/main" id="{237D23E5-8799-074A-984E-C90EC7C5EA4D}"/>
                </a:ext>
              </a:extLst>
            </p:cNvPr>
            <p:cNvSpPr/>
            <p:nvPr/>
          </p:nvSpPr>
          <p:spPr>
            <a:xfrm>
              <a:off x="1011527" y="2999995"/>
              <a:ext cx="29393" cy="59371"/>
            </a:xfrm>
            <a:custGeom>
              <a:avLst/>
              <a:gdLst>
                <a:gd name="connsiteX0" fmla="*/ 26838 w 29393"/>
                <a:gd name="connsiteY0" fmla="*/ 40858 h 59371"/>
                <a:gd name="connsiteX1" fmla="*/ 26838 w 29393"/>
                <a:gd name="connsiteY1" fmla="*/ 40858 h 59371"/>
                <a:gd name="connsiteX2" fmla="*/ 26838 w 29393"/>
                <a:gd name="connsiteY2" fmla="*/ 12130 h 59371"/>
                <a:gd name="connsiteX3" fmla="*/ 28755 w 29393"/>
                <a:gd name="connsiteY3" fmla="*/ 7661 h 59371"/>
                <a:gd name="connsiteX4" fmla="*/ 29394 w 29393"/>
                <a:gd name="connsiteY4" fmla="*/ 7661 h 59371"/>
                <a:gd name="connsiteX5" fmla="*/ 11502 w 29393"/>
                <a:gd name="connsiteY5" fmla="*/ 0 h 59371"/>
                <a:gd name="connsiteX6" fmla="*/ 0 w 29393"/>
                <a:gd name="connsiteY6" fmla="*/ 40219 h 59371"/>
                <a:gd name="connsiteX7" fmla="*/ 4473 w 29393"/>
                <a:gd name="connsiteY7" fmla="*/ 59371 h 59371"/>
                <a:gd name="connsiteX8" fmla="*/ 26838 w 29393"/>
                <a:gd name="connsiteY8" fmla="*/ 40858 h 59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393" h="59371">
                  <a:moveTo>
                    <a:pt x="26838" y="40858"/>
                  </a:moveTo>
                  <a:cubicBezTo>
                    <a:pt x="26838" y="40858"/>
                    <a:pt x="26838" y="40219"/>
                    <a:pt x="26838" y="40858"/>
                  </a:cubicBezTo>
                  <a:lnTo>
                    <a:pt x="26838" y="12130"/>
                  </a:lnTo>
                  <a:cubicBezTo>
                    <a:pt x="26838" y="10214"/>
                    <a:pt x="27477" y="8938"/>
                    <a:pt x="28755" y="7661"/>
                  </a:cubicBezTo>
                  <a:cubicBezTo>
                    <a:pt x="28755" y="7661"/>
                    <a:pt x="28755" y="7661"/>
                    <a:pt x="29394" y="7661"/>
                  </a:cubicBezTo>
                  <a:cubicBezTo>
                    <a:pt x="27477" y="4469"/>
                    <a:pt x="22365" y="0"/>
                    <a:pt x="11502" y="0"/>
                  </a:cubicBezTo>
                  <a:cubicBezTo>
                    <a:pt x="3834" y="11491"/>
                    <a:pt x="0" y="25536"/>
                    <a:pt x="0" y="40219"/>
                  </a:cubicBezTo>
                  <a:cubicBezTo>
                    <a:pt x="0" y="45965"/>
                    <a:pt x="1917" y="52349"/>
                    <a:pt x="4473" y="59371"/>
                  </a:cubicBezTo>
                  <a:cubicBezTo>
                    <a:pt x="10224" y="46603"/>
                    <a:pt x="19170" y="42134"/>
                    <a:pt x="26838" y="40858"/>
                  </a:cubicBezTo>
                  <a:close/>
                </a:path>
              </a:pathLst>
            </a:custGeom>
            <a:solidFill>
              <a:srgbClr val="046A38"/>
            </a:solidFill>
            <a:ln w="6390" cap="flat">
              <a:noFill/>
              <a:prstDash val="solid"/>
              <a:miter/>
            </a:ln>
          </p:spPr>
          <p:txBody>
            <a:bodyPr rtlCol="0" anchor="ctr"/>
            <a:lstStyle/>
            <a:p>
              <a:endParaRPr lang="en-US"/>
            </a:p>
          </p:txBody>
        </p:sp>
        <p:sp>
          <p:nvSpPr>
            <p:cNvPr id="728" name="Graphic 6">
              <a:extLst>
                <a:ext uri="{FF2B5EF4-FFF2-40B4-BE49-F238E27FC236}">
                  <a16:creationId xmlns:a16="http://schemas.microsoft.com/office/drawing/2014/main" id="{809208D8-91AF-EE4C-A840-8D37751B2C92}"/>
                </a:ext>
              </a:extLst>
            </p:cNvPr>
            <p:cNvSpPr/>
            <p:nvPr/>
          </p:nvSpPr>
          <p:spPr>
            <a:xfrm>
              <a:off x="1051783" y="3031277"/>
              <a:ext cx="28115" cy="38303"/>
            </a:xfrm>
            <a:custGeom>
              <a:avLst/>
              <a:gdLst>
                <a:gd name="connsiteX0" fmla="*/ 14697 w 28115"/>
                <a:gd name="connsiteY0" fmla="*/ 38304 h 38303"/>
                <a:gd name="connsiteX1" fmla="*/ 15975 w 28115"/>
                <a:gd name="connsiteY1" fmla="*/ 37665 h 38303"/>
                <a:gd name="connsiteX2" fmla="*/ 28116 w 28115"/>
                <a:gd name="connsiteY2" fmla="*/ 33197 h 38303"/>
                <a:gd name="connsiteX3" fmla="*/ 28116 w 28115"/>
                <a:gd name="connsiteY3" fmla="*/ 27451 h 38303"/>
                <a:gd name="connsiteX4" fmla="*/ 17892 w 28115"/>
                <a:gd name="connsiteY4" fmla="*/ 24259 h 38303"/>
                <a:gd name="connsiteX5" fmla="*/ 13419 w 28115"/>
                <a:gd name="connsiteY5" fmla="*/ 17875 h 38303"/>
                <a:gd name="connsiteX6" fmla="*/ 13419 w 28115"/>
                <a:gd name="connsiteY6" fmla="*/ 0 h 38303"/>
                <a:gd name="connsiteX7" fmla="*/ 0 w 28115"/>
                <a:gd name="connsiteY7" fmla="*/ 0 h 38303"/>
                <a:gd name="connsiteX8" fmla="*/ 0 w 28115"/>
                <a:gd name="connsiteY8" fmla="*/ 7022 h 38303"/>
                <a:gd name="connsiteX9" fmla="*/ 9585 w 28115"/>
                <a:gd name="connsiteY9" fmla="*/ 16598 h 38303"/>
                <a:gd name="connsiteX10" fmla="*/ 11502 w 28115"/>
                <a:gd name="connsiteY10" fmla="*/ 21067 h 38303"/>
                <a:gd name="connsiteX11" fmla="*/ 11502 w 28115"/>
                <a:gd name="connsiteY11" fmla="*/ 35750 h 38303"/>
                <a:gd name="connsiteX12" fmla="*/ 14697 w 28115"/>
                <a:gd name="connsiteY12" fmla="*/ 38304 h 3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5" h="38303">
                  <a:moveTo>
                    <a:pt x="14697" y="38304"/>
                  </a:moveTo>
                  <a:cubicBezTo>
                    <a:pt x="15336" y="37665"/>
                    <a:pt x="15336" y="37665"/>
                    <a:pt x="15975" y="37665"/>
                  </a:cubicBezTo>
                  <a:lnTo>
                    <a:pt x="28116" y="33197"/>
                  </a:lnTo>
                  <a:lnTo>
                    <a:pt x="28116" y="27451"/>
                  </a:lnTo>
                  <a:lnTo>
                    <a:pt x="17892" y="24259"/>
                  </a:lnTo>
                  <a:cubicBezTo>
                    <a:pt x="15336" y="23621"/>
                    <a:pt x="13419" y="21067"/>
                    <a:pt x="13419" y="17875"/>
                  </a:cubicBezTo>
                  <a:lnTo>
                    <a:pt x="13419" y="0"/>
                  </a:lnTo>
                  <a:lnTo>
                    <a:pt x="0" y="0"/>
                  </a:lnTo>
                  <a:lnTo>
                    <a:pt x="0" y="7022"/>
                  </a:lnTo>
                  <a:lnTo>
                    <a:pt x="9585" y="16598"/>
                  </a:lnTo>
                  <a:cubicBezTo>
                    <a:pt x="10863" y="17875"/>
                    <a:pt x="11502" y="19152"/>
                    <a:pt x="11502" y="21067"/>
                  </a:cubicBezTo>
                  <a:lnTo>
                    <a:pt x="11502" y="35750"/>
                  </a:lnTo>
                  <a:lnTo>
                    <a:pt x="14697" y="38304"/>
                  </a:lnTo>
                  <a:close/>
                </a:path>
              </a:pathLst>
            </a:custGeom>
            <a:solidFill>
              <a:srgbClr val="046A38"/>
            </a:solidFill>
            <a:ln w="6390" cap="flat">
              <a:noFill/>
              <a:prstDash val="solid"/>
              <a:miter/>
            </a:ln>
          </p:spPr>
          <p:txBody>
            <a:bodyPr rtlCol="0" anchor="ctr"/>
            <a:lstStyle/>
            <a:p>
              <a:endParaRPr lang="en-US"/>
            </a:p>
          </p:txBody>
        </p:sp>
        <p:sp>
          <p:nvSpPr>
            <p:cNvPr id="729" name="Graphic 6">
              <a:extLst>
                <a:ext uri="{FF2B5EF4-FFF2-40B4-BE49-F238E27FC236}">
                  <a16:creationId xmlns:a16="http://schemas.microsoft.com/office/drawing/2014/main" id="{170D43C1-2BFD-C44E-A5F7-E3E7EC075133}"/>
                </a:ext>
              </a:extLst>
            </p:cNvPr>
            <p:cNvSpPr/>
            <p:nvPr/>
          </p:nvSpPr>
          <p:spPr>
            <a:xfrm>
              <a:off x="1070953" y="3075326"/>
              <a:ext cx="29393" cy="18513"/>
            </a:xfrm>
            <a:custGeom>
              <a:avLst/>
              <a:gdLst>
                <a:gd name="connsiteX0" fmla="*/ 29394 w 29393"/>
                <a:gd name="connsiteY0" fmla="*/ 10214 h 18513"/>
                <a:gd name="connsiteX1" fmla="*/ 29394 w 29393"/>
                <a:gd name="connsiteY1" fmla="*/ 5107 h 18513"/>
                <a:gd name="connsiteX2" fmla="*/ 28755 w 29393"/>
                <a:gd name="connsiteY2" fmla="*/ 5107 h 18513"/>
                <a:gd name="connsiteX3" fmla="*/ 14697 w 29393"/>
                <a:gd name="connsiteY3" fmla="*/ 0 h 18513"/>
                <a:gd name="connsiteX4" fmla="*/ 639 w 29393"/>
                <a:gd name="connsiteY4" fmla="*/ 5107 h 18513"/>
                <a:gd name="connsiteX5" fmla="*/ 0 w 29393"/>
                <a:gd name="connsiteY5" fmla="*/ 5107 h 18513"/>
                <a:gd name="connsiteX6" fmla="*/ 0 w 29393"/>
                <a:gd name="connsiteY6" fmla="*/ 10214 h 18513"/>
                <a:gd name="connsiteX7" fmla="*/ 14058 w 29393"/>
                <a:gd name="connsiteY7" fmla="*/ 18514 h 18513"/>
                <a:gd name="connsiteX8" fmla="*/ 29394 w 29393"/>
                <a:gd name="connsiteY8" fmla="*/ 10214 h 1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393" h="18513">
                  <a:moveTo>
                    <a:pt x="29394" y="10214"/>
                  </a:moveTo>
                  <a:lnTo>
                    <a:pt x="29394" y="5107"/>
                  </a:lnTo>
                  <a:lnTo>
                    <a:pt x="28755" y="5107"/>
                  </a:lnTo>
                  <a:lnTo>
                    <a:pt x="14697" y="0"/>
                  </a:lnTo>
                  <a:lnTo>
                    <a:pt x="639" y="5107"/>
                  </a:lnTo>
                  <a:lnTo>
                    <a:pt x="0" y="5107"/>
                  </a:lnTo>
                  <a:lnTo>
                    <a:pt x="0" y="10214"/>
                  </a:lnTo>
                  <a:lnTo>
                    <a:pt x="14058" y="18514"/>
                  </a:lnTo>
                  <a:lnTo>
                    <a:pt x="29394" y="10214"/>
                  </a:lnTo>
                  <a:close/>
                </a:path>
              </a:pathLst>
            </a:custGeom>
            <a:solidFill>
              <a:srgbClr val="046A38"/>
            </a:solidFill>
            <a:ln w="6390" cap="flat">
              <a:noFill/>
              <a:prstDash val="solid"/>
              <a:miter/>
            </a:ln>
          </p:spPr>
          <p:txBody>
            <a:bodyPr rtlCol="0" anchor="ctr"/>
            <a:lstStyle/>
            <a:p>
              <a:endParaRPr lang="en-US"/>
            </a:p>
          </p:txBody>
        </p:sp>
        <p:sp>
          <p:nvSpPr>
            <p:cNvPr id="730" name="Graphic 6">
              <a:extLst>
                <a:ext uri="{FF2B5EF4-FFF2-40B4-BE49-F238E27FC236}">
                  <a16:creationId xmlns:a16="http://schemas.microsoft.com/office/drawing/2014/main" id="{76FA6544-728F-294E-8AB6-15E0773D4D09}"/>
                </a:ext>
              </a:extLst>
            </p:cNvPr>
            <p:cNvSpPr/>
            <p:nvPr/>
          </p:nvSpPr>
          <p:spPr>
            <a:xfrm>
              <a:off x="1074006" y="3101501"/>
              <a:ext cx="25204" cy="42134"/>
            </a:xfrm>
            <a:custGeom>
              <a:avLst/>
              <a:gdLst>
                <a:gd name="connsiteX0" fmla="*/ 24424 w 25204"/>
                <a:gd name="connsiteY0" fmla="*/ 0 h 42134"/>
                <a:gd name="connsiteX1" fmla="*/ 15478 w 25204"/>
                <a:gd name="connsiteY1" fmla="*/ 5107 h 42134"/>
                <a:gd name="connsiteX2" fmla="*/ 12283 w 25204"/>
                <a:gd name="connsiteY2" fmla="*/ 5746 h 42134"/>
                <a:gd name="connsiteX3" fmla="*/ 9088 w 25204"/>
                <a:gd name="connsiteY3" fmla="*/ 5107 h 42134"/>
                <a:gd name="connsiteX4" fmla="*/ 781 w 25204"/>
                <a:gd name="connsiteY4" fmla="*/ 0 h 42134"/>
                <a:gd name="connsiteX5" fmla="*/ 6532 w 25204"/>
                <a:gd name="connsiteY5" fmla="*/ 37027 h 42134"/>
                <a:gd name="connsiteX6" fmla="*/ 12283 w 25204"/>
                <a:gd name="connsiteY6" fmla="*/ 42134 h 42134"/>
                <a:gd name="connsiteX7" fmla="*/ 18673 w 25204"/>
                <a:gd name="connsiteY7" fmla="*/ 36389 h 42134"/>
                <a:gd name="connsiteX8" fmla="*/ 24424 w 25204"/>
                <a:gd name="connsiteY8" fmla="*/ 0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04" h="42134">
                  <a:moveTo>
                    <a:pt x="24424" y="0"/>
                  </a:moveTo>
                  <a:lnTo>
                    <a:pt x="15478" y="5107"/>
                  </a:lnTo>
                  <a:cubicBezTo>
                    <a:pt x="14200" y="5746"/>
                    <a:pt x="13561" y="5746"/>
                    <a:pt x="12283" y="5746"/>
                  </a:cubicBezTo>
                  <a:cubicBezTo>
                    <a:pt x="11005" y="5746"/>
                    <a:pt x="10366" y="5746"/>
                    <a:pt x="9088" y="5107"/>
                  </a:cubicBezTo>
                  <a:lnTo>
                    <a:pt x="781" y="0"/>
                  </a:lnTo>
                  <a:cubicBezTo>
                    <a:pt x="-497" y="5107"/>
                    <a:pt x="-1136" y="16598"/>
                    <a:pt x="6532" y="37027"/>
                  </a:cubicBezTo>
                  <a:cubicBezTo>
                    <a:pt x="9088" y="38942"/>
                    <a:pt x="11005" y="40857"/>
                    <a:pt x="12283" y="42134"/>
                  </a:cubicBezTo>
                  <a:cubicBezTo>
                    <a:pt x="14200" y="40857"/>
                    <a:pt x="16117" y="38942"/>
                    <a:pt x="18673" y="36389"/>
                  </a:cubicBezTo>
                  <a:cubicBezTo>
                    <a:pt x="26341" y="16598"/>
                    <a:pt x="25702" y="5107"/>
                    <a:pt x="24424" y="0"/>
                  </a:cubicBezTo>
                  <a:close/>
                </a:path>
              </a:pathLst>
            </a:custGeom>
            <a:solidFill>
              <a:srgbClr val="046A38"/>
            </a:solidFill>
            <a:ln w="6390" cap="flat">
              <a:noFill/>
              <a:prstDash val="solid"/>
              <a:miter/>
            </a:ln>
          </p:spPr>
          <p:txBody>
            <a:bodyPr rtlCol="0" anchor="ctr"/>
            <a:lstStyle/>
            <a:p>
              <a:endParaRPr lang="en-US"/>
            </a:p>
          </p:txBody>
        </p:sp>
        <p:sp>
          <p:nvSpPr>
            <p:cNvPr id="731" name="Graphic 6">
              <a:extLst>
                <a:ext uri="{FF2B5EF4-FFF2-40B4-BE49-F238E27FC236}">
                  <a16:creationId xmlns:a16="http://schemas.microsoft.com/office/drawing/2014/main" id="{66B3EF8B-8476-D74A-B1EF-782E4C170A72}"/>
                </a:ext>
              </a:extLst>
            </p:cNvPr>
            <p:cNvSpPr/>
            <p:nvPr/>
          </p:nvSpPr>
          <p:spPr>
            <a:xfrm>
              <a:off x="904815" y="2852525"/>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181474 w 362309"/>
                <a:gd name="connsiteY4" fmla="*/ 0 h 361971"/>
                <a:gd name="connsiteX5" fmla="*/ 158470 w 362309"/>
                <a:gd name="connsiteY5" fmla="*/ 68947 h 361971"/>
                <a:gd name="connsiteX6" fmla="*/ 164860 w 362309"/>
                <a:gd name="connsiteY6" fmla="*/ 75331 h 361971"/>
                <a:gd name="connsiteX7" fmla="*/ 164860 w 362309"/>
                <a:gd name="connsiteY7" fmla="*/ 75969 h 361971"/>
                <a:gd name="connsiteX8" fmla="*/ 164860 w 362309"/>
                <a:gd name="connsiteY8" fmla="*/ 77246 h 361971"/>
                <a:gd name="connsiteX9" fmla="*/ 164860 w 362309"/>
                <a:gd name="connsiteY9" fmla="*/ 77246 h 361971"/>
                <a:gd name="connsiteX10" fmla="*/ 171250 w 362309"/>
                <a:gd name="connsiteY10" fmla="*/ 80438 h 361971"/>
                <a:gd name="connsiteX11" fmla="*/ 177001 w 362309"/>
                <a:gd name="connsiteY11" fmla="*/ 67670 h 361971"/>
                <a:gd name="connsiteX12" fmla="*/ 178279 w 362309"/>
                <a:gd name="connsiteY12" fmla="*/ 65755 h 361971"/>
                <a:gd name="connsiteX13" fmla="*/ 177001 w 362309"/>
                <a:gd name="connsiteY13" fmla="*/ 62563 h 361971"/>
                <a:gd name="connsiteX14" fmla="*/ 177640 w 362309"/>
                <a:gd name="connsiteY14" fmla="*/ 60009 h 361971"/>
                <a:gd name="connsiteX15" fmla="*/ 178918 w 362309"/>
                <a:gd name="connsiteY15" fmla="*/ 58094 h 361971"/>
                <a:gd name="connsiteX16" fmla="*/ 180835 w 362309"/>
                <a:gd name="connsiteY16" fmla="*/ 56817 h 361971"/>
                <a:gd name="connsiteX17" fmla="*/ 185947 w 362309"/>
                <a:gd name="connsiteY17" fmla="*/ 56817 h 361971"/>
                <a:gd name="connsiteX18" fmla="*/ 187864 w 362309"/>
                <a:gd name="connsiteY18" fmla="*/ 58094 h 361971"/>
                <a:gd name="connsiteX19" fmla="*/ 189142 w 362309"/>
                <a:gd name="connsiteY19" fmla="*/ 60009 h 361971"/>
                <a:gd name="connsiteX20" fmla="*/ 189781 w 362309"/>
                <a:gd name="connsiteY20" fmla="*/ 62563 h 361971"/>
                <a:gd name="connsiteX21" fmla="*/ 188503 w 362309"/>
                <a:gd name="connsiteY21" fmla="*/ 65755 h 361971"/>
                <a:gd name="connsiteX22" fmla="*/ 189781 w 362309"/>
                <a:gd name="connsiteY22" fmla="*/ 67670 h 361971"/>
                <a:gd name="connsiteX23" fmla="*/ 195532 w 362309"/>
                <a:gd name="connsiteY23" fmla="*/ 80438 h 361971"/>
                <a:gd name="connsiteX24" fmla="*/ 201922 w 362309"/>
                <a:gd name="connsiteY24" fmla="*/ 77246 h 361971"/>
                <a:gd name="connsiteX25" fmla="*/ 201922 w 362309"/>
                <a:gd name="connsiteY25" fmla="*/ 75969 h 361971"/>
                <a:gd name="connsiteX26" fmla="*/ 208312 w 362309"/>
                <a:gd name="connsiteY26" fmla="*/ 69585 h 361971"/>
                <a:gd name="connsiteX27" fmla="*/ 214702 w 362309"/>
                <a:gd name="connsiteY27" fmla="*/ 75969 h 361971"/>
                <a:gd name="connsiteX28" fmla="*/ 214702 w 362309"/>
                <a:gd name="connsiteY28" fmla="*/ 76608 h 361971"/>
                <a:gd name="connsiteX29" fmla="*/ 211507 w 362309"/>
                <a:gd name="connsiteY29" fmla="*/ 81715 h 361971"/>
                <a:gd name="connsiteX30" fmla="*/ 211507 w 362309"/>
                <a:gd name="connsiteY30" fmla="*/ 83630 h 361971"/>
                <a:gd name="connsiteX31" fmla="*/ 211507 w 362309"/>
                <a:gd name="connsiteY31" fmla="*/ 119380 h 361971"/>
                <a:gd name="connsiteX32" fmla="*/ 207034 w 362309"/>
                <a:gd name="connsiteY32" fmla="*/ 125126 h 361971"/>
                <a:gd name="connsiteX33" fmla="*/ 184030 w 362309"/>
                <a:gd name="connsiteY33" fmla="*/ 128956 h 361971"/>
                <a:gd name="connsiteX34" fmla="*/ 183391 w 362309"/>
                <a:gd name="connsiteY34" fmla="*/ 128956 h 361971"/>
                <a:gd name="connsiteX35" fmla="*/ 160387 w 362309"/>
                <a:gd name="connsiteY35" fmla="*/ 125126 h 361971"/>
                <a:gd name="connsiteX36" fmla="*/ 155914 w 362309"/>
                <a:gd name="connsiteY36" fmla="*/ 119380 h 361971"/>
                <a:gd name="connsiteX37" fmla="*/ 155914 w 362309"/>
                <a:gd name="connsiteY37" fmla="*/ 83630 h 361971"/>
                <a:gd name="connsiteX38" fmla="*/ 155914 w 362309"/>
                <a:gd name="connsiteY38" fmla="*/ 82353 h 361971"/>
                <a:gd name="connsiteX39" fmla="*/ 152080 w 362309"/>
                <a:gd name="connsiteY39" fmla="*/ 76608 h 361971"/>
                <a:gd name="connsiteX40" fmla="*/ 158470 w 362309"/>
                <a:gd name="connsiteY40" fmla="*/ 68947 h 361971"/>
                <a:gd name="connsiteX41" fmla="*/ 227482 w 362309"/>
                <a:gd name="connsiteY41" fmla="*/ 263658 h 361971"/>
                <a:gd name="connsiteX42" fmla="*/ 198088 w 362309"/>
                <a:gd name="connsiteY42" fmla="*/ 293025 h 361971"/>
                <a:gd name="connsiteX43" fmla="*/ 196171 w 362309"/>
                <a:gd name="connsiteY43" fmla="*/ 294940 h 361971"/>
                <a:gd name="connsiteX44" fmla="*/ 185308 w 362309"/>
                <a:gd name="connsiteY44" fmla="*/ 304516 h 361971"/>
                <a:gd name="connsiteX45" fmla="*/ 181474 w 362309"/>
                <a:gd name="connsiteY45" fmla="*/ 305793 h 361971"/>
                <a:gd name="connsiteX46" fmla="*/ 177640 w 362309"/>
                <a:gd name="connsiteY46" fmla="*/ 304516 h 361971"/>
                <a:gd name="connsiteX47" fmla="*/ 136745 w 362309"/>
                <a:gd name="connsiteY47" fmla="*/ 264297 h 361971"/>
                <a:gd name="connsiteX48" fmla="*/ 94571 w 362309"/>
                <a:gd name="connsiteY48" fmla="*/ 187051 h 361971"/>
                <a:gd name="connsiteX49" fmla="*/ 145690 w 362309"/>
                <a:gd name="connsiteY49" fmla="*/ 107889 h 361971"/>
                <a:gd name="connsiteX50" fmla="*/ 153997 w 362309"/>
                <a:gd name="connsiteY50" fmla="*/ 111081 h 361971"/>
                <a:gd name="connsiteX51" fmla="*/ 150802 w 362309"/>
                <a:gd name="connsiteY51" fmla="*/ 119380 h 361971"/>
                <a:gd name="connsiteX52" fmla="*/ 128438 w 362309"/>
                <a:gd name="connsiteY52" fmla="*/ 135340 h 361971"/>
                <a:gd name="connsiteX53" fmla="*/ 146330 w 362309"/>
                <a:gd name="connsiteY53" fmla="*/ 146193 h 361971"/>
                <a:gd name="connsiteX54" fmla="*/ 159109 w 362309"/>
                <a:gd name="connsiteY54" fmla="*/ 135979 h 361971"/>
                <a:gd name="connsiteX55" fmla="*/ 182113 w 362309"/>
                <a:gd name="connsiteY55" fmla="*/ 139809 h 361971"/>
                <a:gd name="connsiteX56" fmla="*/ 205117 w 362309"/>
                <a:gd name="connsiteY56" fmla="*/ 135979 h 361971"/>
                <a:gd name="connsiteX57" fmla="*/ 218536 w 362309"/>
                <a:gd name="connsiteY57" fmla="*/ 146832 h 361971"/>
                <a:gd name="connsiteX58" fmla="*/ 236428 w 362309"/>
                <a:gd name="connsiteY58" fmla="*/ 135979 h 361971"/>
                <a:gd name="connsiteX59" fmla="*/ 217258 w 362309"/>
                <a:gd name="connsiteY59" fmla="*/ 121296 h 361971"/>
                <a:gd name="connsiteX60" fmla="*/ 214702 w 362309"/>
                <a:gd name="connsiteY60" fmla="*/ 112358 h 361971"/>
                <a:gd name="connsiteX61" fmla="*/ 223648 w 362309"/>
                <a:gd name="connsiteY61" fmla="*/ 109804 h 361971"/>
                <a:gd name="connsiteX62" fmla="*/ 270294 w 362309"/>
                <a:gd name="connsiteY62" fmla="*/ 187051 h 361971"/>
                <a:gd name="connsiteX63" fmla="*/ 227482 w 362309"/>
                <a:gd name="connsiteY63" fmla="*/ 26365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09" y="280895"/>
                    <a:pt x="362309" y="181305"/>
                  </a:cubicBezTo>
                  <a:cubicBezTo>
                    <a:pt x="362309" y="81076"/>
                    <a:pt x="281796" y="0"/>
                    <a:pt x="181474" y="0"/>
                  </a:cubicBezTo>
                  <a:close/>
                  <a:moveTo>
                    <a:pt x="158470" y="68947"/>
                  </a:moveTo>
                  <a:cubicBezTo>
                    <a:pt x="162304" y="68947"/>
                    <a:pt x="164860" y="71500"/>
                    <a:pt x="164860" y="75331"/>
                  </a:cubicBezTo>
                  <a:lnTo>
                    <a:pt x="164860" y="75969"/>
                  </a:lnTo>
                  <a:cubicBezTo>
                    <a:pt x="164860" y="76608"/>
                    <a:pt x="164860" y="76608"/>
                    <a:pt x="164860" y="77246"/>
                  </a:cubicBezTo>
                  <a:lnTo>
                    <a:pt x="164860" y="77246"/>
                  </a:lnTo>
                  <a:lnTo>
                    <a:pt x="171250" y="80438"/>
                  </a:lnTo>
                  <a:lnTo>
                    <a:pt x="177001" y="67670"/>
                  </a:lnTo>
                  <a:cubicBezTo>
                    <a:pt x="177001" y="67032"/>
                    <a:pt x="177640" y="66393"/>
                    <a:pt x="178279" y="65755"/>
                  </a:cubicBezTo>
                  <a:cubicBezTo>
                    <a:pt x="177640" y="64478"/>
                    <a:pt x="177001" y="63840"/>
                    <a:pt x="177001" y="62563"/>
                  </a:cubicBezTo>
                  <a:cubicBezTo>
                    <a:pt x="177001" y="61925"/>
                    <a:pt x="177001" y="60648"/>
                    <a:pt x="177640" y="60009"/>
                  </a:cubicBezTo>
                  <a:cubicBezTo>
                    <a:pt x="178279" y="59371"/>
                    <a:pt x="178279" y="58733"/>
                    <a:pt x="178918" y="58094"/>
                  </a:cubicBezTo>
                  <a:cubicBezTo>
                    <a:pt x="179557" y="57456"/>
                    <a:pt x="180196" y="56817"/>
                    <a:pt x="180835" y="56817"/>
                  </a:cubicBezTo>
                  <a:cubicBezTo>
                    <a:pt x="182752" y="56179"/>
                    <a:pt x="184030" y="56179"/>
                    <a:pt x="185947" y="56817"/>
                  </a:cubicBezTo>
                  <a:cubicBezTo>
                    <a:pt x="186586" y="56817"/>
                    <a:pt x="187225" y="57456"/>
                    <a:pt x="187864" y="58094"/>
                  </a:cubicBezTo>
                  <a:cubicBezTo>
                    <a:pt x="188503" y="58733"/>
                    <a:pt x="189142" y="59371"/>
                    <a:pt x="189142" y="60009"/>
                  </a:cubicBezTo>
                  <a:cubicBezTo>
                    <a:pt x="189781" y="60648"/>
                    <a:pt x="189781" y="61925"/>
                    <a:pt x="189781" y="62563"/>
                  </a:cubicBezTo>
                  <a:cubicBezTo>
                    <a:pt x="189781" y="63840"/>
                    <a:pt x="189142" y="65117"/>
                    <a:pt x="188503" y="65755"/>
                  </a:cubicBezTo>
                  <a:cubicBezTo>
                    <a:pt x="189142" y="66393"/>
                    <a:pt x="189142" y="67032"/>
                    <a:pt x="189781" y="67670"/>
                  </a:cubicBezTo>
                  <a:lnTo>
                    <a:pt x="195532" y="80438"/>
                  </a:lnTo>
                  <a:lnTo>
                    <a:pt x="201922" y="77246"/>
                  </a:lnTo>
                  <a:cubicBezTo>
                    <a:pt x="201922" y="76608"/>
                    <a:pt x="201922" y="75969"/>
                    <a:pt x="201922" y="75969"/>
                  </a:cubicBezTo>
                  <a:cubicBezTo>
                    <a:pt x="201922" y="72139"/>
                    <a:pt x="204478" y="69585"/>
                    <a:pt x="208312" y="69585"/>
                  </a:cubicBezTo>
                  <a:cubicBezTo>
                    <a:pt x="212146" y="69585"/>
                    <a:pt x="214702" y="72139"/>
                    <a:pt x="214702" y="75969"/>
                  </a:cubicBezTo>
                  <a:lnTo>
                    <a:pt x="214702" y="76608"/>
                  </a:lnTo>
                  <a:cubicBezTo>
                    <a:pt x="214702" y="79161"/>
                    <a:pt x="213424" y="81076"/>
                    <a:pt x="211507" y="81715"/>
                  </a:cubicBezTo>
                  <a:cubicBezTo>
                    <a:pt x="211507" y="82353"/>
                    <a:pt x="211507" y="82992"/>
                    <a:pt x="211507" y="83630"/>
                  </a:cubicBezTo>
                  <a:lnTo>
                    <a:pt x="211507" y="119380"/>
                  </a:lnTo>
                  <a:cubicBezTo>
                    <a:pt x="211507" y="121934"/>
                    <a:pt x="209590" y="124488"/>
                    <a:pt x="207034" y="125126"/>
                  </a:cubicBezTo>
                  <a:cubicBezTo>
                    <a:pt x="206395" y="125126"/>
                    <a:pt x="196171" y="128956"/>
                    <a:pt x="184030" y="128956"/>
                  </a:cubicBezTo>
                  <a:lnTo>
                    <a:pt x="183391" y="128956"/>
                  </a:lnTo>
                  <a:cubicBezTo>
                    <a:pt x="171250" y="128956"/>
                    <a:pt x="160387" y="125126"/>
                    <a:pt x="160387" y="125126"/>
                  </a:cubicBezTo>
                  <a:cubicBezTo>
                    <a:pt x="157831" y="124488"/>
                    <a:pt x="155914" y="121934"/>
                    <a:pt x="155914" y="119380"/>
                  </a:cubicBezTo>
                  <a:lnTo>
                    <a:pt x="155914" y="83630"/>
                  </a:lnTo>
                  <a:cubicBezTo>
                    <a:pt x="155914" y="82992"/>
                    <a:pt x="155914" y="82353"/>
                    <a:pt x="155914" y="82353"/>
                  </a:cubicBezTo>
                  <a:cubicBezTo>
                    <a:pt x="153997" y="81076"/>
                    <a:pt x="152080" y="79161"/>
                    <a:pt x="152080" y="76608"/>
                  </a:cubicBezTo>
                  <a:cubicBezTo>
                    <a:pt x="152080" y="72139"/>
                    <a:pt x="154636" y="68947"/>
                    <a:pt x="158470" y="68947"/>
                  </a:cubicBezTo>
                  <a:close/>
                  <a:moveTo>
                    <a:pt x="227482" y="263658"/>
                  </a:moveTo>
                  <a:cubicBezTo>
                    <a:pt x="216619" y="275788"/>
                    <a:pt x="206395" y="286002"/>
                    <a:pt x="198088" y="293025"/>
                  </a:cubicBezTo>
                  <a:cubicBezTo>
                    <a:pt x="197449" y="293663"/>
                    <a:pt x="196810" y="294301"/>
                    <a:pt x="196171" y="294940"/>
                  </a:cubicBezTo>
                  <a:cubicBezTo>
                    <a:pt x="189781" y="300685"/>
                    <a:pt x="185947" y="304516"/>
                    <a:pt x="185308" y="304516"/>
                  </a:cubicBezTo>
                  <a:cubicBezTo>
                    <a:pt x="184030" y="305793"/>
                    <a:pt x="182752" y="305793"/>
                    <a:pt x="181474" y="305793"/>
                  </a:cubicBezTo>
                  <a:cubicBezTo>
                    <a:pt x="180196" y="305793"/>
                    <a:pt x="178279" y="305154"/>
                    <a:pt x="177640" y="304516"/>
                  </a:cubicBezTo>
                  <a:cubicBezTo>
                    <a:pt x="177001" y="303877"/>
                    <a:pt x="156553" y="287279"/>
                    <a:pt x="136745" y="264297"/>
                  </a:cubicBezTo>
                  <a:cubicBezTo>
                    <a:pt x="108629" y="233015"/>
                    <a:pt x="94571" y="206841"/>
                    <a:pt x="94571" y="187051"/>
                  </a:cubicBezTo>
                  <a:cubicBezTo>
                    <a:pt x="94571" y="153216"/>
                    <a:pt x="114380" y="121934"/>
                    <a:pt x="145690" y="107889"/>
                  </a:cubicBezTo>
                  <a:cubicBezTo>
                    <a:pt x="148885" y="106612"/>
                    <a:pt x="152719" y="107889"/>
                    <a:pt x="153997" y="111081"/>
                  </a:cubicBezTo>
                  <a:cubicBezTo>
                    <a:pt x="155275" y="114273"/>
                    <a:pt x="153997" y="118104"/>
                    <a:pt x="150802" y="119380"/>
                  </a:cubicBezTo>
                  <a:cubicBezTo>
                    <a:pt x="141857" y="123211"/>
                    <a:pt x="134828" y="128956"/>
                    <a:pt x="128438" y="135340"/>
                  </a:cubicBezTo>
                  <a:cubicBezTo>
                    <a:pt x="137384" y="137256"/>
                    <a:pt x="143135" y="141724"/>
                    <a:pt x="146330" y="146193"/>
                  </a:cubicBezTo>
                  <a:cubicBezTo>
                    <a:pt x="151441" y="141724"/>
                    <a:pt x="156553" y="137256"/>
                    <a:pt x="159109" y="135979"/>
                  </a:cubicBezTo>
                  <a:cubicBezTo>
                    <a:pt x="164860" y="132787"/>
                    <a:pt x="174445" y="135979"/>
                    <a:pt x="182113" y="139809"/>
                  </a:cubicBezTo>
                  <a:cubicBezTo>
                    <a:pt x="189781" y="135979"/>
                    <a:pt x="199366" y="132787"/>
                    <a:pt x="205117" y="135979"/>
                  </a:cubicBezTo>
                  <a:cubicBezTo>
                    <a:pt x="207673" y="137256"/>
                    <a:pt x="213424" y="142363"/>
                    <a:pt x="218536" y="146832"/>
                  </a:cubicBezTo>
                  <a:cubicBezTo>
                    <a:pt x="222370" y="142363"/>
                    <a:pt x="228121" y="137894"/>
                    <a:pt x="236428" y="135979"/>
                  </a:cubicBezTo>
                  <a:cubicBezTo>
                    <a:pt x="230677" y="130233"/>
                    <a:pt x="224926" y="125126"/>
                    <a:pt x="217258" y="121296"/>
                  </a:cubicBezTo>
                  <a:cubicBezTo>
                    <a:pt x="214063" y="119380"/>
                    <a:pt x="212785" y="115550"/>
                    <a:pt x="214702" y="112358"/>
                  </a:cubicBezTo>
                  <a:cubicBezTo>
                    <a:pt x="216619" y="109166"/>
                    <a:pt x="220453" y="107889"/>
                    <a:pt x="223648" y="109804"/>
                  </a:cubicBezTo>
                  <a:cubicBezTo>
                    <a:pt x="252403" y="125126"/>
                    <a:pt x="270294" y="154492"/>
                    <a:pt x="270294" y="187051"/>
                  </a:cubicBezTo>
                  <a:cubicBezTo>
                    <a:pt x="269016" y="207479"/>
                    <a:pt x="254958" y="233015"/>
                    <a:pt x="227482" y="263658"/>
                  </a:cubicBezTo>
                  <a:close/>
                </a:path>
              </a:pathLst>
            </a:custGeom>
            <a:solidFill>
              <a:srgbClr val="046A38"/>
            </a:solidFill>
            <a:ln w="6390" cap="flat">
              <a:noFill/>
              <a:prstDash val="solid"/>
              <a:miter/>
            </a:ln>
          </p:spPr>
          <p:txBody>
            <a:bodyPr rtlCol="0" anchor="ctr"/>
            <a:lstStyle/>
            <a:p>
              <a:endParaRPr lang="en-US"/>
            </a:p>
          </p:txBody>
        </p:sp>
        <p:sp>
          <p:nvSpPr>
            <p:cNvPr id="732" name="Graphic 6">
              <a:extLst>
                <a:ext uri="{FF2B5EF4-FFF2-40B4-BE49-F238E27FC236}">
                  <a16:creationId xmlns:a16="http://schemas.microsoft.com/office/drawing/2014/main" id="{77AC53DF-DAA2-754C-9436-9A15B24EA748}"/>
                </a:ext>
              </a:extLst>
            </p:cNvPr>
            <p:cNvSpPr/>
            <p:nvPr/>
          </p:nvSpPr>
          <p:spPr>
            <a:xfrm>
              <a:off x="1131657" y="3001049"/>
              <a:ext cx="29393" cy="57040"/>
            </a:xfrm>
            <a:custGeom>
              <a:avLst/>
              <a:gdLst>
                <a:gd name="connsiteX0" fmla="*/ 0 w 29393"/>
                <a:gd name="connsiteY0" fmla="*/ 6608 h 57040"/>
                <a:gd name="connsiteX1" fmla="*/ 0 w 29393"/>
                <a:gd name="connsiteY1" fmla="*/ 6608 h 57040"/>
                <a:gd name="connsiteX2" fmla="*/ 2556 w 29393"/>
                <a:gd name="connsiteY2" fmla="*/ 11715 h 57040"/>
                <a:gd name="connsiteX3" fmla="*/ 2556 w 29393"/>
                <a:gd name="connsiteY3" fmla="*/ 39804 h 57040"/>
                <a:gd name="connsiteX4" fmla="*/ 2556 w 29393"/>
                <a:gd name="connsiteY4" fmla="*/ 40443 h 57040"/>
                <a:gd name="connsiteX5" fmla="*/ 25560 w 29393"/>
                <a:gd name="connsiteY5" fmla="*/ 57041 h 57040"/>
                <a:gd name="connsiteX6" fmla="*/ 29394 w 29393"/>
                <a:gd name="connsiteY6" fmla="*/ 39804 h 57040"/>
                <a:gd name="connsiteX7" fmla="*/ 17892 w 29393"/>
                <a:gd name="connsiteY7" fmla="*/ 224 h 57040"/>
                <a:gd name="connsiteX8" fmla="*/ 0 w 29393"/>
                <a:gd name="connsiteY8" fmla="*/ 6608 h 5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393" h="57040">
                  <a:moveTo>
                    <a:pt x="0" y="6608"/>
                  </a:moveTo>
                  <a:lnTo>
                    <a:pt x="0" y="6608"/>
                  </a:lnTo>
                  <a:cubicBezTo>
                    <a:pt x="1278" y="7884"/>
                    <a:pt x="2556" y="9800"/>
                    <a:pt x="2556" y="11715"/>
                  </a:cubicBezTo>
                  <a:lnTo>
                    <a:pt x="2556" y="39804"/>
                  </a:lnTo>
                  <a:cubicBezTo>
                    <a:pt x="2556" y="39804"/>
                    <a:pt x="2556" y="39804"/>
                    <a:pt x="2556" y="40443"/>
                  </a:cubicBezTo>
                  <a:cubicBezTo>
                    <a:pt x="10224" y="41081"/>
                    <a:pt x="19809" y="44911"/>
                    <a:pt x="25560" y="57041"/>
                  </a:cubicBezTo>
                  <a:cubicBezTo>
                    <a:pt x="28116" y="50657"/>
                    <a:pt x="29394" y="44911"/>
                    <a:pt x="29394" y="39804"/>
                  </a:cubicBezTo>
                  <a:cubicBezTo>
                    <a:pt x="29394" y="25121"/>
                    <a:pt x="24921" y="11715"/>
                    <a:pt x="17892" y="224"/>
                  </a:cubicBezTo>
                  <a:cubicBezTo>
                    <a:pt x="7029" y="-1053"/>
                    <a:pt x="1917" y="3416"/>
                    <a:pt x="0" y="6608"/>
                  </a:cubicBezTo>
                  <a:close/>
                </a:path>
              </a:pathLst>
            </a:custGeom>
            <a:solidFill>
              <a:srgbClr val="046A38"/>
            </a:solidFill>
            <a:ln w="6390" cap="flat">
              <a:noFill/>
              <a:prstDash val="solid"/>
              <a:miter/>
            </a:ln>
          </p:spPr>
          <p:txBody>
            <a:bodyPr rtlCol="0" anchor="ctr"/>
            <a:lstStyle/>
            <a:p>
              <a:endParaRPr lang="en-US"/>
            </a:p>
          </p:txBody>
        </p:sp>
        <p:sp>
          <p:nvSpPr>
            <p:cNvPr id="733" name="Graphic 6">
              <a:extLst>
                <a:ext uri="{FF2B5EF4-FFF2-40B4-BE49-F238E27FC236}">
                  <a16:creationId xmlns:a16="http://schemas.microsoft.com/office/drawing/2014/main" id="{FD5916B6-B089-E745-A66D-A0CE373E9D60}"/>
                </a:ext>
              </a:extLst>
            </p:cNvPr>
            <p:cNvSpPr/>
            <p:nvPr/>
          </p:nvSpPr>
          <p:spPr>
            <a:xfrm>
              <a:off x="1023667" y="3051706"/>
              <a:ext cx="39617" cy="68308"/>
            </a:xfrm>
            <a:custGeom>
              <a:avLst/>
              <a:gdLst>
                <a:gd name="connsiteX0" fmla="*/ 39618 w 39617"/>
                <a:gd name="connsiteY0" fmla="*/ 43411 h 68308"/>
                <a:gd name="connsiteX1" fmla="*/ 38979 w 39617"/>
                <a:gd name="connsiteY1" fmla="*/ 42773 h 68308"/>
                <a:gd name="connsiteX2" fmla="*/ 35784 w 39617"/>
                <a:gd name="connsiteY2" fmla="*/ 37027 h 68308"/>
                <a:gd name="connsiteX3" fmla="*/ 35784 w 39617"/>
                <a:gd name="connsiteY3" fmla="*/ 28089 h 68308"/>
                <a:gd name="connsiteX4" fmla="*/ 28755 w 39617"/>
                <a:gd name="connsiteY4" fmla="*/ 22344 h 68308"/>
                <a:gd name="connsiteX5" fmla="*/ 26199 w 39617"/>
                <a:gd name="connsiteY5" fmla="*/ 17237 h 68308"/>
                <a:gd name="connsiteX6" fmla="*/ 26199 w 39617"/>
                <a:gd name="connsiteY6" fmla="*/ 1915 h 68308"/>
                <a:gd name="connsiteX7" fmla="*/ 24282 w 39617"/>
                <a:gd name="connsiteY7" fmla="*/ 0 h 68308"/>
                <a:gd name="connsiteX8" fmla="*/ 19809 w 39617"/>
                <a:gd name="connsiteY8" fmla="*/ 638 h 68308"/>
                <a:gd name="connsiteX9" fmla="*/ 1278 w 39617"/>
                <a:gd name="connsiteY9" fmla="*/ 19152 h 68308"/>
                <a:gd name="connsiteX10" fmla="*/ 0 w 39617"/>
                <a:gd name="connsiteY10" fmla="*/ 21706 h 68308"/>
                <a:gd name="connsiteX11" fmla="*/ 26199 w 39617"/>
                <a:gd name="connsiteY11" fmla="*/ 56179 h 68308"/>
                <a:gd name="connsiteX12" fmla="*/ 37701 w 39617"/>
                <a:gd name="connsiteY12" fmla="*/ 68309 h 68308"/>
                <a:gd name="connsiteX13" fmla="*/ 39618 w 39617"/>
                <a:gd name="connsiteY13" fmla="*/ 43411 h 6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617" h="68308">
                  <a:moveTo>
                    <a:pt x="39618" y="43411"/>
                  </a:moveTo>
                  <a:lnTo>
                    <a:pt x="38979" y="42773"/>
                  </a:lnTo>
                  <a:cubicBezTo>
                    <a:pt x="37062" y="41496"/>
                    <a:pt x="35784" y="39581"/>
                    <a:pt x="35784" y="37027"/>
                  </a:cubicBezTo>
                  <a:lnTo>
                    <a:pt x="35784" y="28089"/>
                  </a:lnTo>
                  <a:lnTo>
                    <a:pt x="28755" y="22344"/>
                  </a:lnTo>
                  <a:cubicBezTo>
                    <a:pt x="27477" y="21067"/>
                    <a:pt x="26199" y="19152"/>
                    <a:pt x="26199" y="17237"/>
                  </a:cubicBezTo>
                  <a:lnTo>
                    <a:pt x="26199" y="1915"/>
                  </a:lnTo>
                  <a:lnTo>
                    <a:pt x="24282" y="0"/>
                  </a:lnTo>
                  <a:cubicBezTo>
                    <a:pt x="23004" y="638"/>
                    <a:pt x="21726" y="1277"/>
                    <a:pt x="19809" y="638"/>
                  </a:cubicBezTo>
                  <a:cubicBezTo>
                    <a:pt x="17253" y="0"/>
                    <a:pt x="5112" y="-638"/>
                    <a:pt x="1278" y="19152"/>
                  </a:cubicBezTo>
                  <a:cubicBezTo>
                    <a:pt x="1278" y="20429"/>
                    <a:pt x="639" y="21067"/>
                    <a:pt x="0" y="21706"/>
                  </a:cubicBezTo>
                  <a:cubicBezTo>
                    <a:pt x="6390" y="31920"/>
                    <a:pt x="15336" y="43411"/>
                    <a:pt x="26199" y="56179"/>
                  </a:cubicBezTo>
                  <a:cubicBezTo>
                    <a:pt x="30033" y="60648"/>
                    <a:pt x="33867" y="64478"/>
                    <a:pt x="37701" y="68309"/>
                  </a:cubicBezTo>
                  <a:cubicBezTo>
                    <a:pt x="36423" y="56817"/>
                    <a:pt x="37701" y="48518"/>
                    <a:pt x="39618" y="43411"/>
                  </a:cubicBezTo>
                  <a:close/>
                </a:path>
              </a:pathLst>
            </a:custGeom>
            <a:solidFill>
              <a:srgbClr val="046A38"/>
            </a:solidFill>
            <a:ln w="6390" cap="flat">
              <a:noFill/>
              <a:prstDash val="solid"/>
              <a:miter/>
            </a:ln>
          </p:spPr>
          <p:txBody>
            <a:bodyPr rtlCol="0" anchor="ctr"/>
            <a:lstStyle/>
            <a:p>
              <a:endParaRPr lang="en-US"/>
            </a:p>
          </p:txBody>
        </p:sp>
        <p:sp>
          <p:nvSpPr>
            <p:cNvPr id="734" name="Graphic 6">
              <a:extLst>
                <a:ext uri="{FF2B5EF4-FFF2-40B4-BE49-F238E27FC236}">
                  <a16:creationId xmlns:a16="http://schemas.microsoft.com/office/drawing/2014/main" id="{2CCBAA82-306D-BA46-A1C9-936F8FCB2457}"/>
                </a:ext>
              </a:extLst>
            </p:cNvPr>
            <p:cNvSpPr/>
            <p:nvPr/>
          </p:nvSpPr>
          <p:spPr>
            <a:xfrm>
              <a:off x="1109293" y="3051706"/>
              <a:ext cx="39617" cy="68947"/>
            </a:xfrm>
            <a:custGeom>
              <a:avLst/>
              <a:gdLst>
                <a:gd name="connsiteX0" fmla="*/ 39618 w 39617"/>
                <a:gd name="connsiteY0" fmla="*/ 19790 h 68947"/>
                <a:gd name="connsiteX1" fmla="*/ 21087 w 39617"/>
                <a:gd name="connsiteY1" fmla="*/ 1277 h 68947"/>
                <a:gd name="connsiteX2" fmla="*/ 15975 w 39617"/>
                <a:gd name="connsiteY2" fmla="*/ 0 h 68947"/>
                <a:gd name="connsiteX3" fmla="*/ 13419 w 39617"/>
                <a:gd name="connsiteY3" fmla="*/ 2554 h 68947"/>
                <a:gd name="connsiteX4" fmla="*/ 13419 w 39617"/>
                <a:gd name="connsiteY4" fmla="*/ 17875 h 68947"/>
                <a:gd name="connsiteX5" fmla="*/ 10863 w 39617"/>
                <a:gd name="connsiteY5" fmla="*/ 22982 h 68947"/>
                <a:gd name="connsiteX6" fmla="*/ 3834 w 39617"/>
                <a:gd name="connsiteY6" fmla="*/ 28728 h 68947"/>
                <a:gd name="connsiteX7" fmla="*/ 3834 w 39617"/>
                <a:gd name="connsiteY7" fmla="*/ 37665 h 68947"/>
                <a:gd name="connsiteX8" fmla="*/ 639 w 39617"/>
                <a:gd name="connsiteY8" fmla="*/ 43411 h 68947"/>
                <a:gd name="connsiteX9" fmla="*/ 0 w 39617"/>
                <a:gd name="connsiteY9" fmla="*/ 43411 h 68947"/>
                <a:gd name="connsiteX10" fmla="*/ 1278 w 39617"/>
                <a:gd name="connsiteY10" fmla="*/ 68947 h 68947"/>
                <a:gd name="connsiteX11" fmla="*/ 13419 w 39617"/>
                <a:gd name="connsiteY11" fmla="*/ 56179 h 68947"/>
                <a:gd name="connsiteX12" fmla="*/ 39618 w 39617"/>
                <a:gd name="connsiteY12" fmla="*/ 21067 h 68947"/>
                <a:gd name="connsiteX13" fmla="*/ 39618 w 39617"/>
                <a:gd name="connsiteY13" fmla="*/ 19790 h 68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617" h="68947">
                  <a:moveTo>
                    <a:pt x="39618" y="19790"/>
                  </a:moveTo>
                  <a:cubicBezTo>
                    <a:pt x="35145" y="-638"/>
                    <a:pt x="21726" y="1277"/>
                    <a:pt x="21087" y="1277"/>
                  </a:cubicBezTo>
                  <a:cubicBezTo>
                    <a:pt x="19170" y="1915"/>
                    <a:pt x="17253" y="638"/>
                    <a:pt x="15975" y="0"/>
                  </a:cubicBezTo>
                  <a:lnTo>
                    <a:pt x="13419" y="2554"/>
                  </a:lnTo>
                  <a:lnTo>
                    <a:pt x="13419" y="17875"/>
                  </a:lnTo>
                  <a:cubicBezTo>
                    <a:pt x="13419" y="19790"/>
                    <a:pt x="12780" y="21706"/>
                    <a:pt x="10863" y="22982"/>
                  </a:cubicBezTo>
                  <a:lnTo>
                    <a:pt x="3834" y="28728"/>
                  </a:lnTo>
                  <a:lnTo>
                    <a:pt x="3834" y="37665"/>
                  </a:lnTo>
                  <a:cubicBezTo>
                    <a:pt x="3834" y="40219"/>
                    <a:pt x="2556" y="42134"/>
                    <a:pt x="639" y="43411"/>
                  </a:cubicBezTo>
                  <a:lnTo>
                    <a:pt x="0" y="43411"/>
                  </a:lnTo>
                  <a:cubicBezTo>
                    <a:pt x="1917" y="48518"/>
                    <a:pt x="3195" y="56817"/>
                    <a:pt x="1278" y="68947"/>
                  </a:cubicBezTo>
                  <a:cubicBezTo>
                    <a:pt x="5112" y="65117"/>
                    <a:pt x="9585" y="60648"/>
                    <a:pt x="13419" y="56179"/>
                  </a:cubicBezTo>
                  <a:cubicBezTo>
                    <a:pt x="24921" y="43411"/>
                    <a:pt x="33228" y="31920"/>
                    <a:pt x="39618" y="21067"/>
                  </a:cubicBezTo>
                  <a:cubicBezTo>
                    <a:pt x="39618" y="21067"/>
                    <a:pt x="39618" y="20429"/>
                    <a:pt x="39618" y="19790"/>
                  </a:cubicBezTo>
                  <a:close/>
                </a:path>
              </a:pathLst>
            </a:custGeom>
            <a:solidFill>
              <a:srgbClr val="046A38"/>
            </a:solidFill>
            <a:ln w="6390" cap="flat">
              <a:noFill/>
              <a:prstDash val="solid"/>
              <a:miter/>
            </a:ln>
          </p:spPr>
          <p:txBody>
            <a:bodyPr rtlCol="0" anchor="ctr"/>
            <a:lstStyle/>
            <a:p>
              <a:endParaRPr lang="en-US"/>
            </a:p>
          </p:txBody>
        </p:sp>
      </p:grpSp>
      <p:grpSp>
        <p:nvGrpSpPr>
          <p:cNvPr id="735" name="Graphic 6">
            <a:extLst>
              <a:ext uri="{FF2B5EF4-FFF2-40B4-BE49-F238E27FC236}">
                <a16:creationId xmlns:a16="http://schemas.microsoft.com/office/drawing/2014/main" id="{CD932BE9-0AC4-E540-B94E-F5D2CD73F77D}"/>
              </a:ext>
            </a:extLst>
          </p:cNvPr>
          <p:cNvGrpSpPr/>
          <p:nvPr/>
        </p:nvGrpSpPr>
        <p:grpSpPr>
          <a:xfrm>
            <a:off x="905454" y="2367981"/>
            <a:ext cx="362309" cy="361971"/>
            <a:chOff x="905454" y="2367981"/>
            <a:chExt cx="362309" cy="361971"/>
          </a:xfrm>
          <a:solidFill>
            <a:srgbClr val="046A38"/>
          </a:solidFill>
        </p:grpSpPr>
        <p:sp>
          <p:nvSpPr>
            <p:cNvPr id="736" name="Graphic 6">
              <a:extLst>
                <a:ext uri="{FF2B5EF4-FFF2-40B4-BE49-F238E27FC236}">
                  <a16:creationId xmlns:a16="http://schemas.microsoft.com/office/drawing/2014/main" id="{A8D6D091-B263-274F-A486-02961441A661}"/>
                </a:ext>
              </a:extLst>
            </p:cNvPr>
            <p:cNvSpPr/>
            <p:nvPr/>
          </p:nvSpPr>
          <p:spPr>
            <a:xfrm>
              <a:off x="1065202" y="2443951"/>
              <a:ext cx="26198" cy="12129"/>
            </a:xfrm>
            <a:custGeom>
              <a:avLst/>
              <a:gdLst>
                <a:gd name="connsiteX0" fmla="*/ 24921 w 26198"/>
                <a:gd name="connsiteY0" fmla="*/ 11491 h 12129"/>
                <a:gd name="connsiteX1" fmla="*/ 26199 w 26198"/>
                <a:gd name="connsiteY1" fmla="*/ 3830 h 12129"/>
                <a:gd name="connsiteX2" fmla="*/ 22365 w 26198"/>
                <a:gd name="connsiteY2" fmla="*/ 5746 h 12129"/>
                <a:gd name="connsiteX3" fmla="*/ 14697 w 26198"/>
                <a:gd name="connsiteY3" fmla="*/ 3830 h 12129"/>
                <a:gd name="connsiteX4" fmla="*/ 12141 w 26198"/>
                <a:gd name="connsiteY4" fmla="*/ 0 h 12129"/>
                <a:gd name="connsiteX5" fmla="*/ 8946 w 26198"/>
                <a:gd name="connsiteY5" fmla="*/ 5107 h 12129"/>
                <a:gd name="connsiteX6" fmla="*/ 1278 w 26198"/>
                <a:gd name="connsiteY6" fmla="*/ 7022 h 12129"/>
                <a:gd name="connsiteX7" fmla="*/ 0 w 26198"/>
                <a:gd name="connsiteY7" fmla="*/ 6384 h 12129"/>
                <a:gd name="connsiteX8" fmla="*/ 1917 w 26198"/>
                <a:gd name="connsiteY8" fmla="*/ 12130 h 12129"/>
                <a:gd name="connsiteX9" fmla="*/ 24921 w 26198"/>
                <a:gd name="connsiteY9" fmla="*/ 11491 h 12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198" h="12129">
                  <a:moveTo>
                    <a:pt x="24921" y="11491"/>
                  </a:moveTo>
                  <a:lnTo>
                    <a:pt x="26199" y="3830"/>
                  </a:lnTo>
                  <a:lnTo>
                    <a:pt x="22365" y="5746"/>
                  </a:lnTo>
                  <a:cubicBezTo>
                    <a:pt x="19809" y="7022"/>
                    <a:pt x="15975" y="6384"/>
                    <a:pt x="14697" y="3830"/>
                  </a:cubicBezTo>
                  <a:lnTo>
                    <a:pt x="12141" y="0"/>
                  </a:lnTo>
                  <a:lnTo>
                    <a:pt x="8946" y="5107"/>
                  </a:lnTo>
                  <a:cubicBezTo>
                    <a:pt x="7029" y="7661"/>
                    <a:pt x="3834" y="8299"/>
                    <a:pt x="1278" y="7022"/>
                  </a:cubicBezTo>
                  <a:lnTo>
                    <a:pt x="0" y="6384"/>
                  </a:lnTo>
                  <a:lnTo>
                    <a:pt x="1917" y="12130"/>
                  </a:lnTo>
                  <a:cubicBezTo>
                    <a:pt x="5751" y="11491"/>
                    <a:pt x="15336" y="10214"/>
                    <a:pt x="24921" y="11491"/>
                  </a:cubicBezTo>
                  <a:close/>
                </a:path>
              </a:pathLst>
            </a:custGeom>
            <a:solidFill>
              <a:srgbClr val="046A38"/>
            </a:solidFill>
            <a:ln w="6390" cap="flat">
              <a:noFill/>
              <a:prstDash val="solid"/>
              <a:miter/>
            </a:ln>
          </p:spPr>
          <p:txBody>
            <a:bodyPr rtlCol="0" anchor="ctr"/>
            <a:lstStyle/>
            <a:p>
              <a:endParaRPr lang="en-US"/>
            </a:p>
          </p:txBody>
        </p:sp>
        <p:sp>
          <p:nvSpPr>
            <p:cNvPr id="737" name="Graphic 6">
              <a:extLst>
                <a:ext uri="{FF2B5EF4-FFF2-40B4-BE49-F238E27FC236}">
                  <a16:creationId xmlns:a16="http://schemas.microsoft.com/office/drawing/2014/main" id="{DAEEDC42-213A-5441-8503-6DDA85E874BF}"/>
                </a:ext>
              </a:extLst>
            </p:cNvPr>
            <p:cNvSpPr/>
            <p:nvPr/>
          </p:nvSpPr>
          <p:spPr>
            <a:xfrm>
              <a:off x="905454" y="2367981"/>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181474 w 362309"/>
                <a:gd name="connsiteY4" fmla="*/ 0 h 361971"/>
                <a:gd name="connsiteX5" fmla="*/ 144413 w 362309"/>
                <a:gd name="connsiteY5" fmla="*/ 65755 h 361971"/>
                <a:gd name="connsiteX6" fmla="*/ 151441 w 362309"/>
                <a:gd name="connsiteY6" fmla="*/ 64478 h 361971"/>
                <a:gd name="connsiteX7" fmla="*/ 160387 w 362309"/>
                <a:gd name="connsiteY7" fmla="*/ 68309 h 361971"/>
                <a:gd name="connsiteX8" fmla="*/ 166138 w 362309"/>
                <a:gd name="connsiteY8" fmla="*/ 60010 h 361971"/>
                <a:gd name="connsiteX9" fmla="*/ 171250 w 362309"/>
                <a:gd name="connsiteY9" fmla="*/ 57456 h 361971"/>
                <a:gd name="connsiteX10" fmla="*/ 171250 w 362309"/>
                <a:gd name="connsiteY10" fmla="*/ 57456 h 361971"/>
                <a:gd name="connsiteX11" fmla="*/ 176362 w 362309"/>
                <a:gd name="connsiteY11" fmla="*/ 60010 h 361971"/>
                <a:gd name="connsiteX12" fmla="*/ 181474 w 362309"/>
                <a:gd name="connsiteY12" fmla="*/ 67032 h 361971"/>
                <a:gd name="connsiteX13" fmla="*/ 191059 w 362309"/>
                <a:gd name="connsiteY13" fmla="*/ 62563 h 361971"/>
                <a:gd name="connsiteX14" fmla="*/ 197449 w 362309"/>
                <a:gd name="connsiteY14" fmla="*/ 63202 h 361971"/>
                <a:gd name="connsiteX15" fmla="*/ 200005 w 362309"/>
                <a:gd name="connsiteY15" fmla="*/ 68947 h 361971"/>
                <a:gd name="connsiteX16" fmla="*/ 196171 w 362309"/>
                <a:gd name="connsiteY16" fmla="*/ 94483 h 361971"/>
                <a:gd name="connsiteX17" fmla="*/ 193615 w 362309"/>
                <a:gd name="connsiteY17" fmla="*/ 98952 h 361971"/>
                <a:gd name="connsiteX18" fmla="*/ 188503 w 362309"/>
                <a:gd name="connsiteY18" fmla="*/ 100229 h 361971"/>
                <a:gd name="connsiteX19" fmla="*/ 156553 w 362309"/>
                <a:gd name="connsiteY19" fmla="*/ 100229 h 361971"/>
                <a:gd name="connsiteX20" fmla="*/ 155275 w 362309"/>
                <a:gd name="connsiteY20" fmla="*/ 100229 h 361971"/>
                <a:gd name="connsiteX21" fmla="*/ 148886 w 362309"/>
                <a:gd name="connsiteY21" fmla="*/ 95760 h 361971"/>
                <a:gd name="connsiteX22" fmla="*/ 142496 w 362309"/>
                <a:gd name="connsiteY22" fmla="*/ 71501 h 361971"/>
                <a:gd name="connsiteX23" fmla="*/ 144413 w 362309"/>
                <a:gd name="connsiteY23" fmla="*/ 65755 h 361971"/>
                <a:gd name="connsiteX24" fmla="*/ 115019 w 362309"/>
                <a:gd name="connsiteY24" fmla="*/ 144278 h 361971"/>
                <a:gd name="connsiteX25" fmla="*/ 152081 w 362309"/>
                <a:gd name="connsiteY25" fmla="*/ 125126 h 361971"/>
                <a:gd name="connsiteX26" fmla="*/ 175084 w 362309"/>
                <a:gd name="connsiteY26" fmla="*/ 124488 h 361971"/>
                <a:gd name="connsiteX27" fmla="*/ 185947 w 362309"/>
                <a:gd name="connsiteY27" fmla="*/ 136617 h 361971"/>
                <a:gd name="connsiteX28" fmla="*/ 181474 w 362309"/>
                <a:gd name="connsiteY28" fmla="*/ 144278 h 361971"/>
                <a:gd name="connsiteX29" fmla="*/ 173806 w 362309"/>
                <a:gd name="connsiteY29" fmla="*/ 139809 h 361971"/>
                <a:gd name="connsiteX30" fmla="*/ 169972 w 362309"/>
                <a:gd name="connsiteY30" fmla="*/ 135341 h 361971"/>
                <a:gd name="connsiteX31" fmla="*/ 157192 w 362309"/>
                <a:gd name="connsiteY31" fmla="*/ 136617 h 361971"/>
                <a:gd name="connsiteX32" fmla="*/ 129077 w 362309"/>
                <a:gd name="connsiteY32" fmla="*/ 150024 h 361971"/>
                <a:gd name="connsiteX33" fmla="*/ 132911 w 362309"/>
                <a:gd name="connsiteY33" fmla="*/ 153854 h 361971"/>
                <a:gd name="connsiteX34" fmla="*/ 151441 w 362309"/>
                <a:gd name="connsiteY34" fmla="*/ 150024 h 361971"/>
                <a:gd name="connsiteX35" fmla="*/ 156553 w 362309"/>
                <a:gd name="connsiteY35" fmla="*/ 151300 h 361971"/>
                <a:gd name="connsiteX36" fmla="*/ 159110 w 362309"/>
                <a:gd name="connsiteY36" fmla="*/ 155769 h 361971"/>
                <a:gd name="connsiteX37" fmla="*/ 159748 w 362309"/>
                <a:gd name="connsiteY37" fmla="*/ 164707 h 361971"/>
                <a:gd name="connsiteX38" fmla="*/ 153998 w 362309"/>
                <a:gd name="connsiteY38" fmla="*/ 171729 h 361971"/>
                <a:gd name="connsiteX39" fmla="*/ 153358 w 362309"/>
                <a:gd name="connsiteY39" fmla="*/ 171729 h 361971"/>
                <a:gd name="connsiteX40" fmla="*/ 146969 w 362309"/>
                <a:gd name="connsiteY40" fmla="*/ 165984 h 361971"/>
                <a:gd name="connsiteX41" fmla="*/ 146969 w 362309"/>
                <a:gd name="connsiteY41" fmla="*/ 164707 h 361971"/>
                <a:gd name="connsiteX42" fmla="*/ 131633 w 362309"/>
                <a:gd name="connsiteY42" fmla="*/ 167899 h 361971"/>
                <a:gd name="connsiteX43" fmla="*/ 125243 w 362309"/>
                <a:gd name="connsiteY43" fmla="*/ 165984 h 361971"/>
                <a:gd name="connsiteX44" fmla="*/ 114380 w 362309"/>
                <a:gd name="connsiteY44" fmla="*/ 153854 h 361971"/>
                <a:gd name="connsiteX45" fmla="*/ 113102 w 362309"/>
                <a:gd name="connsiteY45" fmla="*/ 148747 h 361971"/>
                <a:gd name="connsiteX46" fmla="*/ 115019 w 362309"/>
                <a:gd name="connsiteY46" fmla="*/ 144278 h 361971"/>
                <a:gd name="connsiteX47" fmla="*/ 196171 w 362309"/>
                <a:gd name="connsiteY47" fmla="*/ 293663 h 361971"/>
                <a:gd name="connsiteX48" fmla="*/ 192976 w 362309"/>
                <a:gd name="connsiteY48" fmla="*/ 294940 h 361971"/>
                <a:gd name="connsiteX49" fmla="*/ 187864 w 362309"/>
                <a:gd name="connsiteY49" fmla="*/ 291748 h 361971"/>
                <a:gd name="connsiteX50" fmla="*/ 171889 w 362309"/>
                <a:gd name="connsiteY50" fmla="*/ 276427 h 361971"/>
                <a:gd name="connsiteX51" fmla="*/ 168694 w 362309"/>
                <a:gd name="connsiteY51" fmla="*/ 273873 h 361971"/>
                <a:gd name="connsiteX52" fmla="*/ 148247 w 362309"/>
                <a:gd name="connsiteY52" fmla="*/ 298771 h 361971"/>
                <a:gd name="connsiteX53" fmla="*/ 141857 w 362309"/>
                <a:gd name="connsiteY53" fmla="*/ 304516 h 361971"/>
                <a:gd name="connsiteX54" fmla="*/ 141218 w 362309"/>
                <a:gd name="connsiteY54" fmla="*/ 304516 h 361971"/>
                <a:gd name="connsiteX55" fmla="*/ 135467 w 362309"/>
                <a:gd name="connsiteY55" fmla="*/ 297494 h 361971"/>
                <a:gd name="connsiteX56" fmla="*/ 156553 w 362309"/>
                <a:gd name="connsiteY56" fmla="*/ 266212 h 361971"/>
                <a:gd name="connsiteX57" fmla="*/ 115658 w 362309"/>
                <a:gd name="connsiteY57" fmla="*/ 255998 h 361971"/>
                <a:gd name="connsiteX58" fmla="*/ 113102 w 362309"/>
                <a:gd name="connsiteY58" fmla="*/ 259828 h 361971"/>
                <a:gd name="connsiteX59" fmla="*/ 106073 w 362309"/>
                <a:gd name="connsiteY59" fmla="*/ 263020 h 361971"/>
                <a:gd name="connsiteX60" fmla="*/ 77957 w 362309"/>
                <a:gd name="connsiteY60" fmla="*/ 257275 h 361971"/>
                <a:gd name="connsiteX61" fmla="*/ 73484 w 362309"/>
                <a:gd name="connsiteY61" fmla="*/ 254083 h 361971"/>
                <a:gd name="connsiteX62" fmla="*/ 73484 w 362309"/>
                <a:gd name="connsiteY62" fmla="*/ 248337 h 361971"/>
                <a:gd name="connsiteX63" fmla="*/ 83708 w 362309"/>
                <a:gd name="connsiteY63" fmla="*/ 227270 h 361971"/>
                <a:gd name="connsiteX64" fmla="*/ 90098 w 362309"/>
                <a:gd name="connsiteY64" fmla="*/ 223439 h 361971"/>
                <a:gd name="connsiteX65" fmla="*/ 101600 w 362309"/>
                <a:gd name="connsiteY65" fmla="*/ 224078 h 361971"/>
                <a:gd name="connsiteX66" fmla="*/ 89459 w 362309"/>
                <a:gd name="connsiteY66" fmla="*/ 196627 h 361971"/>
                <a:gd name="connsiteX67" fmla="*/ 83069 w 362309"/>
                <a:gd name="connsiteY67" fmla="*/ 196627 h 361971"/>
                <a:gd name="connsiteX68" fmla="*/ 83069 w 362309"/>
                <a:gd name="connsiteY68" fmla="*/ 196627 h 361971"/>
                <a:gd name="connsiteX69" fmla="*/ 76679 w 362309"/>
                <a:gd name="connsiteY69" fmla="*/ 191519 h 361971"/>
                <a:gd name="connsiteX70" fmla="*/ 71567 w 362309"/>
                <a:gd name="connsiteY70" fmla="*/ 166622 h 361971"/>
                <a:gd name="connsiteX71" fmla="*/ 72845 w 362309"/>
                <a:gd name="connsiteY71" fmla="*/ 160876 h 361971"/>
                <a:gd name="connsiteX72" fmla="*/ 77957 w 362309"/>
                <a:gd name="connsiteY72" fmla="*/ 158961 h 361971"/>
                <a:gd name="connsiteX73" fmla="*/ 101600 w 362309"/>
                <a:gd name="connsiteY73" fmla="*/ 160876 h 361971"/>
                <a:gd name="connsiteX74" fmla="*/ 106073 w 362309"/>
                <a:gd name="connsiteY74" fmla="*/ 163430 h 361971"/>
                <a:gd name="connsiteX75" fmla="*/ 131633 w 362309"/>
                <a:gd name="connsiteY75" fmla="*/ 199819 h 361971"/>
                <a:gd name="connsiteX76" fmla="*/ 130355 w 362309"/>
                <a:gd name="connsiteY76" fmla="*/ 208756 h 361971"/>
                <a:gd name="connsiteX77" fmla="*/ 121409 w 362309"/>
                <a:gd name="connsiteY77" fmla="*/ 207479 h 361971"/>
                <a:gd name="connsiteX78" fmla="*/ 97766 w 362309"/>
                <a:gd name="connsiteY78" fmla="*/ 173644 h 361971"/>
                <a:gd name="connsiteX79" fmla="*/ 85625 w 362309"/>
                <a:gd name="connsiteY79" fmla="*/ 173006 h 361971"/>
                <a:gd name="connsiteX80" fmla="*/ 88181 w 362309"/>
                <a:gd name="connsiteY80" fmla="*/ 184497 h 361971"/>
                <a:gd name="connsiteX81" fmla="*/ 93293 w 362309"/>
                <a:gd name="connsiteY81" fmla="*/ 184497 h 361971"/>
                <a:gd name="connsiteX82" fmla="*/ 93293 w 362309"/>
                <a:gd name="connsiteY82" fmla="*/ 184497 h 361971"/>
                <a:gd name="connsiteX83" fmla="*/ 99044 w 362309"/>
                <a:gd name="connsiteY83" fmla="*/ 188327 h 361971"/>
                <a:gd name="connsiteX84" fmla="*/ 115019 w 362309"/>
                <a:gd name="connsiteY84" fmla="*/ 225355 h 361971"/>
                <a:gd name="connsiteX85" fmla="*/ 132272 w 362309"/>
                <a:gd name="connsiteY85" fmla="*/ 224716 h 361971"/>
                <a:gd name="connsiteX86" fmla="*/ 151441 w 362309"/>
                <a:gd name="connsiteY86" fmla="*/ 188966 h 361971"/>
                <a:gd name="connsiteX87" fmla="*/ 141218 w 362309"/>
                <a:gd name="connsiteY87" fmla="*/ 192158 h 361971"/>
                <a:gd name="connsiteX88" fmla="*/ 139301 w 362309"/>
                <a:gd name="connsiteY88" fmla="*/ 192796 h 361971"/>
                <a:gd name="connsiteX89" fmla="*/ 133550 w 362309"/>
                <a:gd name="connsiteY89" fmla="*/ 188966 h 361971"/>
                <a:gd name="connsiteX90" fmla="*/ 128438 w 362309"/>
                <a:gd name="connsiteY90" fmla="*/ 178113 h 361971"/>
                <a:gd name="connsiteX91" fmla="*/ 131633 w 362309"/>
                <a:gd name="connsiteY91" fmla="*/ 169814 h 361971"/>
                <a:gd name="connsiteX92" fmla="*/ 139940 w 362309"/>
                <a:gd name="connsiteY92" fmla="*/ 173006 h 361971"/>
                <a:gd name="connsiteX93" fmla="*/ 142496 w 362309"/>
                <a:gd name="connsiteY93" fmla="*/ 178752 h 361971"/>
                <a:gd name="connsiteX94" fmla="*/ 166138 w 362309"/>
                <a:gd name="connsiteY94" fmla="*/ 170452 h 361971"/>
                <a:gd name="connsiteX95" fmla="*/ 168055 w 362309"/>
                <a:gd name="connsiteY95" fmla="*/ 164068 h 361971"/>
                <a:gd name="connsiteX96" fmla="*/ 174445 w 362309"/>
                <a:gd name="connsiteY96" fmla="*/ 157684 h 361971"/>
                <a:gd name="connsiteX97" fmla="*/ 180835 w 362309"/>
                <a:gd name="connsiteY97" fmla="*/ 164068 h 361971"/>
                <a:gd name="connsiteX98" fmla="*/ 162943 w 362309"/>
                <a:gd name="connsiteY98" fmla="*/ 194073 h 361971"/>
                <a:gd name="connsiteX99" fmla="*/ 143774 w 362309"/>
                <a:gd name="connsiteY99" fmla="*/ 229823 h 361971"/>
                <a:gd name="connsiteX100" fmla="*/ 142496 w 362309"/>
                <a:gd name="connsiteY100" fmla="*/ 234931 h 361971"/>
                <a:gd name="connsiteX101" fmla="*/ 138023 w 362309"/>
                <a:gd name="connsiteY101" fmla="*/ 237484 h 361971"/>
                <a:gd name="connsiteX102" fmla="*/ 109268 w 362309"/>
                <a:gd name="connsiteY102" fmla="*/ 238761 h 361971"/>
                <a:gd name="connsiteX103" fmla="*/ 109268 w 362309"/>
                <a:gd name="connsiteY103" fmla="*/ 238761 h 361971"/>
                <a:gd name="connsiteX104" fmla="*/ 109268 w 362309"/>
                <a:gd name="connsiteY104" fmla="*/ 238761 h 361971"/>
                <a:gd name="connsiteX105" fmla="*/ 90737 w 362309"/>
                <a:gd name="connsiteY105" fmla="*/ 238123 h 361971"/>
                <a:gd name="connsiteX106" fmla="*/ 86264 w 362309"/>
                <a:gd name="connsiteY106" fmla="*/ 248337 h 361971"/>
                <a:gd name="connsiteX107" fmla="*/ 101600 w 362309"/>
                <a:gd name="connsiteY107" fmla="*/ 251529 h 361971"/>
                <a:gd name="connsiteX108" fmla="*/ 104156 w 362309"/>
                <a:gd name="connsiteY108" fmla="*/ 247060 h 361971"/>
                <a:gd name="connsiteX109" fmla="*/ 111185 w 362309"/>
                <a:gd name="connsiteY109" fmla="*/ 243868 h 361971"/>
                <a:gd name="connsiteX110" fmla="*/ 153998 w 362309"/>
                <a:gd name="connsiteY110" fmla="*/ 254721 h 361971"/>
                <a:gd name="connsiteX111" fmla="*/ 162304 w 362309"/>
                <a:gd name="connsiteY111" fmla="*/ 243868 h 361971"/>
                <a:gd name="connsiteX112" fmla="*/ 171250 w 362309"/>
                <a:gd name="connsiteY112" fmla="*/ 242591 h 361971"/>
                <a:gd name="connsiteX113" fmla="*/ 172528 w 362309"/>
                <a:gd name="connsiteY113" fmla="*/ 251529 h 361971"/>
                <a:gd name="connsiteX114" fmla="*/ 167416 w 362309"/>
                <a:gd name="connsiteY114" fmla="*/ 258551 h 361971"/>
                <a:gd name="connsiteX115" fmla="*/ 177001 w 362309"/>
                <a:gd name="connsiteY115" fmla="*/ 267489 h 361971"/>
                <a:gd name="connsiteX116" fmla="*/ 195532 w 362309"/>
                <a:gd name="connsiteY116" fmla="*/ 286003 h 361971"/>
                <a:gd name="connsiteX117" fmla="*/ 196171 w 362309"/>
                <a:gd name="connsiteY117" fmla="*/ 293663 h 361971"/>
                <a:gd name="connsiteX118" fmla="*/ 288825 w 362309"/>
                <a:gd name="connsiteY118" fmla="*/ 224716 h 361971"/>
                <a:gd name="connsiteX119" fmla="*/ 280518 w 362309"/>
                <a:gd name="connsiteY119" fmla="*/ 228547 h 361971"/>
                <a:gd name="connsiteX120" fmla="*/ 265821 w 362309"/>
                <a:gd name="connsiteY120" fmla="*/ 212587 h 361971"/>
                <a:gd name="connsiteX121" fmla="*/ 259431 w 362309"/>
                <a:gd name="connsiteY121" fmla="*/ 202372 h 361971"/>
                <a:gd name="connsiteX122" fmla="*/ 246013 w 362309"/>
                <a:gd name="connsiteY122" fmla="*/ 199180 h 361971"/>
                <a:gd name="connsiteX123" fmla="*/ 243457 w 362309"/>
                <a:gd name="connsiteY123" fmla="*/ 203011 h 361971"/>
                <a:gd name="connsiteX124" fmla="*/ 251125 w 362309"/>
                <a:gd name="connsiteY124" fmla="*/ 224716 h 361971"/>
                <a:gd name="connsiteX125" fmla="*/ 249847 w 362309"/>
                <a:gd name="connsiteY125" fmla="*/ 258551 h 361971"/>
                <a:gd name="connsiteX126" fmla="*/ 244735 w 362309"/>
                <a:gd name="connsiteY126" fmla="*/ 287918 h 361971"/>
                <a:gd name="connsiteX127" fmla="*/ 240262 w 362309"/>
                <a:gd name="connsiteY127" fmla="*/ 295579 h 361971"/>
                <a:gd name="connsiteX128" fmla="*/ 238345 w 362309"/>
                <a:gd name="connsiteY128" fmla="*/ 295579 h 361971"/>
                <a:gd name="connsiteX129" fmla="*/ 231955 w 362309"/>
                <a:gd name="connsiteY129" fmla="*/ 291110 h 361971"/>
                <a:gd name="connsiteX130" fmla="*/ 235150 w 362309"/>
                <a:gd name="connsiteY130" fmla="*/ 257913 h 361971"/>
                <a:gd name="connsiteX131" fmla="*/ 202561 w 362309"/>
                <a:gd name="connsiteY131" fmla="*/ 244507 h 361971"/>
                <a:gd name="connsiteX132" fmla="*/ 202561 w 362309"/>
                <a:gd name="connsiteY132" fmla="*/ 244507 h 361971"/>
                <a:gd name="connsiteX133" fmla="*/ 196171 w 362309"/>
                <a:gd name="connsiteY133" fmla="*/ 237484 h 361971"/>
                <a:gd name="connsiteX134" fmla="*/ 194254 w 362309"/>
                <a:gd name="connsiteY134" fmla="*/ 181305 h 361971"/>
                <a:gd name="connsiteX135" fmla="*/ 202561 w 362309"/>
                <a:gd name="connsiteY135" fmla="*/ 177475 h 361971"/>
                <a:gd name="connsiteX136" fmla="*/ 206395 w 362309"/>
                <a:gd name="connsiteY136" fmla="*/ 185774 h 361971"/>
                <a:gd name="connsiteX137" fmla="*/ 202561 w 362309"/>
                <a:gd name="connsiteY137" fmla="*/ 204287 h 361971"/>
                <a:gd name="connsiteX138" fmla="*/ 208951 w 362309"/>
                <a:gd name="connsiteY138" fmla="*/ 192158 h 361971"/>
                <a:gd name="connsiteX139" fmla="*/ 219814 w 362309"/>
                <a:gd name="connsiteY139" fmla="*/ 158323 h 361971"/>
                <a:gd name="connsiteX140" fmla="*/ 194893 w 362309"/>
                <a:gd name="connsiteY140" fmla="*/ 121934 h 361971"/>
                <a:gd name="connsiteX141" fmla="*/ 151441 w 362309"/>
                <a:gd name="connsiteY141" fmla="*/ 121296 h 361971"/>
                <a:gd name="connsiteX142" fmla="*/ 142496 w 362309"/>
                <a:gd name="connsiteY142" fmla="*/ 120019 h 361971"/>
                <a:gd name="connsiteX143" fmla="*/ 143774 w 362309"/>
                <a:gd name="connsiteY143" fmla="*/ 111081 h 361971"/>
                <a:gd name="connsiteX144" fmla="*/ 199366 w 362309"/>
                <a:gd name="connsiteY144" fmla="*/ 110443 h 361971"/>
                <a:gd name="connsiteX145" fmla="*/ 231955 w 362309"/>
                <a:gd name="connsiteY145" fmla="*/ 157046 h 361971"/>
                <a:gd name="connsiteX146" fmla="*/ 219814 w 362309"/>
                <a:gd name="connsiteY146" fmla="*/ 198542 h 361971"/>
                <a:gd name="connsiteX147" fmla="*/ 212146 w 362309"/>
                <a:gd name="connsiteY147" fmla="*/ 236846 h 361971"/>
                <a:gd name="connsiteX148" fmla="*/ 240262 w 362309"/>
                <a:gd name="connsiteY148" fmla="*/ 246422 h 361971"/>
                <a:gd name="connsiteX149" fmla="*/ 240262 w 362309"/>
                <a:gd name="connsiteY149" fmla="*/ 232377 h 361971"/>
                <a:gd name="connsiteX150" fmla="*/ 230038 w 362309"/>
                <a:gd name="connsiteY150" fmla="*/ 200457 h 361971"/>
                <a:gd name="connsiteX151" fmla="*/ 238984 w 362309"/>
                <a:gd name="connsiteY151" fmla="*/ 188327 h 361971"/>
                <a:gd name="connsiteX152" fmla="*/ 267738 w 362309"/>
                <a:gd name="connsiteY152" fmla="*/ 193435 h 361971"/>
                <a:gd name="connsiteX153" fmla="*/ 276684 w 362309"/>
                <a:gd name="connsiteY153" fmla="*/ 206203 h 361971"/>
                <a:gd name="connsiteX154" fmla="*/ 284991 w 362309"/>
                <a:gd name="connsiteY154" fmla="*/ 216417 h 361971"/>
                <a:gd name="connsiteX155" fmla="*/ 288825 w 362309"/>
                <a:gd name="connsiteY155" fmla="*/ 22471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81715"/>
                    <a:pt x="281157" y="638"/>
                    <a:pt x="181474" y="0"/>
                  </a:cubicBezTo>
                  <a:close/>
                  <a:moveTo>
                    <a:pt x="144413" y="65755"/>
                  </a:moveTo>
                  <a:cubicBezTo>
                    <a:pt x="146330" y="64478"/>
                    <a:pt x="148886" y="63840"/>
                    <a:pt x="151441" y="64478"/>
                  </a:cubicBezTo>
                  <a:lnTo>
                    <a:pt x="160387" y="68309"/>
                  </a:lnTo>
                  <a:lnTo>
                    <a:pt x="166138" y="60010"/>
                  </a:lnTo>
                  <a:cubicBezTo>
                    <a:pt x="167416" y="58094"/>
                    <a:pt x="169333" y="57456"/>
                    <a:pt x="171250" y="57456"/>
                  </a:cubicBezTo>
                  <a:lnTo>
                    <a:pt x="171250" y="57456"/>
                  </a:lnTo>
                  <a:cubicBezTo>
                    <a:pt x="173167" y="57456"/>
                    <a:pt x="175084" y="58733"/>
                    <a:pt x="176362" y="60010"/>
                  </a:cubicBezTo>
                  <a:lnTo>
                    <a:pt x="181474" y="67032"/>
                  </a:lnTo>
                  <a:lnTo>
                    <a:pt x="191059" y="62563"/>
                  </a:lnTo>
                  <a:cubicBezTo>
                    <a:pt x="192976" y="61286"/>
                    <a:pt x="195532" y="61925"/>
                    <a:pt x="197449" y="63202"/>
                  </a:cubicBezTo>
                  <a:cubicBezTo>
                    <a:pt x="199366" y="64478"/>
                    <a:pt x="200005" y="67032"/>
                    <a:pt x="200005" y="68947"/>
                  </a:cubicBezTo>
                  <a:lnTo>
                    <a:pt x="196171" y="94483"/>
                  </a:lnTo>
                  <a:cubicBezTo>
                    <a:pt x="196171" y="96398"/>
                    <a:pt x="194893" y="97675"/>
                    <a:pt x="193615" y="98952"/>
                  </a:cubicBezTo>
                  <a:cubicBezTo>
                    <a:pt x="192337" y="100229"/>
                    <a:pt x="190420" y="100229"/>
                    <a:pt x="188503" y="100229"/>
                  </a:cubicBezTo>
                  <a:cubicBezTo>
                    <a:pt x="173806" y="97037"/>
                    <a:pt x="156553" y="100229"/>
                    <a:pt x="156553" y="100229"/>
                  </a:cubicBezTo>
                  <a:cubicBezTo>
                    <a:pt x="155915" y="100229"/>
                    <a:pt x="155915" y="100229"/>
                    <a:pt x="155275" y="100229"/>
                  </a:cubicBezTo>
                  <a:cubicBezTo>
                    <a:pt x="152720" y="100229"/>
                    <a:pt x="150164" y="98313"/>
                    <a:pt x="148886" y="95760"/>
                  </a:cubicBezTo>
                  <a:lnTo>
                    <a:pt x="142496" y="71501"/>
                  </a:lnTo>
                  <a:cubicBezTo>
                    <a:pt x="141857" y="70224"/>
                    <a:pt x="142496" y="67670"/>
                    <a:pt x="144413" y="65755"/>
                  </a:cubicBezTo>
                  <a:close/>
                  <a:moveTo>
                    <a:pt x="115019" y="144278"/>
                  </a:moveTo>
                  <a:cubicBezTo>
                    <a:pt x="115658" y="143640"/>
                    <a:pt x="128438" y="134702"/>
                    <a:pt x="152081" y="125126"/>
                  </a:cubicBezTo>
                  <a:cubicBezTo>
                    <a:pt x="161026" y="121934"/>
                    <a:pt x="168694" y="121296"/>
                    <a:pt x="175084" y="124488"/>
                  </a:cubicBezTo>
                  <a:cubicBezTo>
                    <a:pt x="182752" y="128318"/>
                    <a:pt x="185308" y="135979"/>
                    <a:pt x="185947" y="136617"/>
                  </a:cubicBezTo>
                  <a:cubicBezTo>
                    <a:pt x="187225" y="139809"/>
                    <a:pt x="185308" y="143640"/>
                    <a:pt x="181474" y="144278"/>
                  </a:cubicBezTo>
                  <a:cubicBezTo>
                    <a:pt x="178279" y="145555"/>
                    <a:pt x="174445" y="143640"/>
                    <a:pt x="173806" y="139809"/>
                  </a:cubicBezTo>
                  <a:cubicBezTo>
                    <a:pt x="173806" y="139809"/>
                    <a:pt x="172528" y="136617"/>
                    <a:pt x="169972" y="135341"/>
                  </a:cubicBezTo>
                  <a:cubicBezTo>
                    <a:pt x="166777" y="134064"/>
                    <a:pt x="162304" y="134064"/>
                    <a:pt x="157192" y="136617"/>
                  </a:cubicBezTo>
                  <a:cubicBezTo>
                    <a:pt x="144413" y="141724"/>
                    <a:pt x="134828" y="146832"/>
                    <a:pt x="129077" y="150024"/>
                  </a:cubicBezTo>
                  <a:lnTo>
                    <a:pt x="132911" y="153854"/>
                  </a:lnTo>
                  <a:lnTo>
                    <a:pt x="151441" y="150024"/>
                  </a:lnTo>
                  <a:cubicBezTo>
                    <a:pt x="153358" y="149385"/>
                    <a:pt x="155275" y="150024"/>
                    <a:pt x="156553" y="151300"/>
                  </a:cubicBezTo>
                  <a:cubicBezTo>
                    <a:pt x="157831" y="152577"/>
                    <a:pt x="159110" y="153854"/>
                    <a:pt x="159110" y="155769"/>
                  </a:cubicBezTo>
                  <a:lnTo>
                    <a:pt x="159748" y="164707"/>
                  </a:lnTo>
                  <a:cubicBezTo>
                    <a:pt x="159748" y="168537"/>
                    <a:pt x="157192" y="171091"/>
                    <a:pt x="153998" y="171729"/>
                  </a:cubicBezTo>
                  <a:cubicBezTo>
                    <a:pt x="153998" y="171729"/>
                    <a:pt x="153998" y="171729"/>
                    <a:pt x="153358" y="171729"/>
                  </a:cubicBezTo>
                  <a:cubicBezTo>
                    <a:pt x="150164" y="171729"/>
                    <a:pt x="146969" y="169176"/>
                    <a:pt x="146969" y="165984"/>
                  </a:cubicBezTo>
                  <a:lnTo>
                    <a:pt x="146969" y="164707"/>
                  </a:lnTo>
                  <a:lnTo>
                    <a:pt x="131633" y="167899"/>
                  </a:lnTo>
                  <a:cubicBezTo>
                    <a:pt x="129077" y="168537"/>
                    <a:pt x="127160" y="167899"/>
                    <a:pt x="125243" y="165984"/>
                  </a:cubicBezTo>
                  <a:lnTo>
                    <a:pt x="114380" y="153854"/>
                  </a:lnTo>
                  <a:cubicBezTo>
                    <a:pt x="113102" y="152577"/>
                    <a:pt x="112463" y="150662"/>
                    <a:pt x="113102" y="148747"/>
                  </a:cubicBezTo>
                  <a:cubicBezTo>
                    <a:pt x="113741" y="146832"/>
                    <a:pt x="113102" y="145555"/>
                    <a:pt x="115019" y="144278"/>
                  </a:cubicBezTo>
                  <a:close/>
                  <a:moveTo>
                    <a:pt x="196171" y="293663"/>
                  </a:moveTo>
                  <a:cubicBezTo>
                    <a:pt x="194893" y="294302"/>
                    <a:pt x="193615" y="294940"/>
                    <a:pt x="192976" y="294940"/>
                  </a:cubicBezTo>
                  <a:cubicBezTo>
                    <a:pt x="191059" y="294940"/>
                    <a:pt x="188503" y="293663"/>
                    <a:pt x="187864" y="291748"/>
                  </a:cubicBezTo>
                  <a:cubicBezTo>
                    <a:pt x="184030" y="285364"/>
                    <a:pt x="177640" y="280257"/>
                    <a:pt x="171889" y="276427"/>
                  </a:cubicBezTo>
                  <a:cubicBezTo>
                    <a:pt x="170611" y="275788"/>
                    <a:pt x="169972" y="275150"/>
                    <a:pt x="168694" y="273873"/>
                  </a:cubicBezTo>
                  <a:cubicBezTo>
                    <a:pt x="162304" y="277065"/>
                    <a:pt x="149525" y="286003"/>
                    <a:pt x="148247" y="298771"/>
                  </a:cubicBezTo>
                  <a:cubicBezTo>
                    <a:pt x="147608" y="301962"/>
                    <a:pt x="145052" y="304516"/>
                    <a:pt x="141857" y="304516"/>
                  </a:cubicBezTo>
                  <a:lnTo>
                    <a:pt x="141218" y="304516"/>
                  </a:lnTo>
                  <a:cubicBezTo>
                    <a:pt x="138023" y="303878"/>
                    <a:pt x="135467" y="300686"/>
                    <a:pt x="135467" y="297494"/>
                  </a:cubicBezTo>
                  <a:cubicBezTo>
                    <a:pt x="137384" y="282172"/>
                    <a:pt x="148247" y="271958"/>
                    <a:pt x="156553" y="266212"/>
                  </a:cubicBezTo>
                  <a:lnTo>
                    <a:pt x="115658" y="255998"/>
                  </a:lnTo>
                  <a:lnTo>
                    <a:pt x="113102" y="259828"/>
                  </a:lnTo>
                  <a:cubicBezTo>
                    <a:pt x="111824" y="262382"/>
                    <a:pt x="109268" y="263659"/>
                    <a:pt x="106073" y="263020"/>
                  </a:cubicBezTo>
                  <a:lnTo>
                    <a:pt x="77957" y="257275"/>
                  </a:lnTo>
                  <a:cubicBezTo>
                    <a:pt x="76040" y="256636"/>
                    <a:pt x="74123" y="255359"/>
                    <a:pt x="73484" y="254083"/>
                  </a:cubicBezTo>
                  <a:cubicBezTo>
                    <a:pt x="72845" y="252167"/>
                    <a:pt x="72845" y="250252"/>
                    <a:pt x="73484" y="248337"/>
                  </a:cubicBezTo>
                  <a:lnTo>
                    <a:pt x="83708" y="227270"/>
                  </a:lnTo>
                  <a:cubicBezTo>
                    <a:pt x="84986" y="224716"/>
                    <a:pt x="87542" y="223439"/>
                    <a:pt x="90098" y="223439"/>
                  </a:cubicBezTo>
                  <a:cubicBezTo>
                    <a:pt x="90098" y="223439"/>
                    <a:pt x="95210" y="224078"/>
                    <a:pt x="101600" y="224078"/>
                  </a:cubicBezTo>
                  <a:lnTo>
                    <a:pt x="89459" y="196627"/>
                  </a:lnTo>
                  <a:lnTo>
                    <a:pt x="83069" y="196627"/>
                  </a:lnTo>
                  <a:lnTo>
                    <a:pt x="83069" y="196627"/>
                  </a:lnTo>
                  <a:cubicBezTo>
                    <a:pt x="79874" y="196627"/>
                    <a:pt x="77318" y="194711"/>
                    <a:pt x="76679" y="191519"/>
                  </a:cubicBezTo>
                  <a:lnTo>
                    <a:pt x="71567" y="166622"/>
                  </a:lnTo>
                  <a:cubicBezTo>
                    <a:pt x="70928" y="164707"/>
                    <a:pt x="71567" y="162792"/>
                    <a:pt x="72845" y="160876"/>
                  </a:cubicBezTo>
                  <a:cubicBezTo>
                    <a:pt x="74123" y="159600"/>
                    <a:pt x="76040" y="158323"/>
                    <a:pt x="77957" y="158961"/>
                  </a:cubicBezTo>
                  <a:lnTo>
                    <a:pt x="101600" y="160876"/>
                  </a:lnTo>
                  <a:cubicBezTo>
                    <a:pt x="103517" y="160876"/>
                    <a:pt x="105434" y="162153"/>
                    <a:pt x="106073" y="163430"/>
                  </a:cubicBezTo>
                  <a:lnTo>
                    <a:pt x="131633" y="199819"/>
                  </a:lnTo>
                  <a:cubicBezTo>
                    <a:pt x="133550" y="203011"/>
                    <a:pt x="132911" y="206841"/>
                    <a:pt x="130355" y="208756"/>
                  </a:cubicBezTo>
                  <a:cubicBezTo>
                    <a:pt x="127160" y="210671"/>
                    <a:pt x="123326" y="210033"/>
                    <a:pt x="121409" y="207479"/>
                  </a:cubicBezTo>
                  <a:lnTo>
                    <a:pt x="97766" y="173644"/>
                  </a:lnTo>
                  <a:lnTo>
                    <a:pt x="85625" y="173006"/>
                  </a:lnTo>
                  <a:lnTo>
                    <a:pt x="88181" y="184497"/>
                  </a:lnTo>
                  <a:lnTo>
                    <a:pt x="93293" y="184497"/>
                  </a:lnTo>
                  <a:lnTo>
                    <a:pt x="93293" y="184497"/>
                  </a:lnTo>
                  <a:cubicBezTo>
                    <a:pt x="95849" y="184497"/>
                    <a:pt x="98405" y="185774"/>
                    <a:pt x="99044" y="188327"/>
                  </a:cubicBezTo>
                  <a:lnTo>
                    <a:pt x="115019" y="225355"/>
                  </a:lnTo>
                  <a:cubicBezTo>
                    <a:pt x="120770" y="225355"/>
                    <a:pt x="126521" y="225355"/>
                    <a:pt x="132272" y="224716"/>
                  </a:cubicBezTo>
                  <a:cubicBezTo>
                    <a:pt x="132911" y="210671"/>
                    <a:pt x="142496" y="199180"/>
                    <a:pt x="151441" y="188966"/>
                  </a:cubicBezTo>
                  <a:lnTo>
                    <a:pt x="141218" y="192158"/>
                  </a:lnTo>
                  <a:cubicBezTo>
                    <a:pt x="140579" y="192158"/>
                    <a:pt x="139940" y="192796"/>
                    <a:pt x="139301" y="192796"/>
                  </a:cubicBezTo>
                  <a:cubicBezTo>
                    <a:pt x="136745" y="192796"/>
                    <a:pt x="134189" y="191519"/>
                    <a:pt x="133550" y="188966"/>
                  </a:cubicBezTo>
                  <a:lnTo>
                    <a:pt x="128438" y="178113"/>
                  </a:lnTo>
                  <a:cubicBezTo>
                    <a:pt x="127160" y="174921"/>
                    <a:pt x="128438" y="171091"/>
                    <a:pt x="131633" y="169814"/>
                  </a:cubicBezTo>
                  <a:cubicBezTo>
                    <a:pt x="134828" y="168537"/>
                    <a:pt x="138662" y="169814"/>
                    <a:pt x="139940" y="173006"/>
                  </a:cubicBezTo>
                  <a:lnTo>
                    <a:pt x="142496" y="178752"/>
                  </a:lnTo>
                  <a:lnTo>
                    <a:pt x="166138" y="170452"/>
                  </a:lnTo>
                  <a:cubicBezTo>
                    <a:pt x="167416" y="167899"/>
                    <a:pt x="168055" y="165984"/>
                    <a:pt x="168055" y="164068"/>
                  </a:cubicBezTo>
                  <a:cubicBezTo>
                    <a:pt x="168055" y="160238"/>
                    <a:pt x="170611" y="157684"/>
                    <a:pt x="174445" y="157684"/>
                  </a:cubicBezTo>
                  <a:cubicBezTo>
                    <a:pt x="178279" y="157684"/>
                    <a:pt x="180835" y="160238"/>
                    <a:pt x="180835" y="164068"/>
                  </a:cubicBezTo>
                  <a:cubicBezTo>
                    <a:pt x="180835" y="174921"/>
                    <a:pt x="172528" y="184497"/>
                    <a:pt x="162943" y="194073"/>
                  </a:cubicBezTo>
                  <a:cubicBezTo>
                    <a:pt x="152720" y="205564"/>
                    <a:pt x="141857" y="217694"/>
                    <a:pt x="143774" y="229823"/>
                  </a:cubicBezTo>
                  <a:cubicBezTo>
                    <a:pt x="143774" y="231739"/>
                    <a:pt x="143774" y="233015"/>
                    <a:pt x="142496" y="234931"/>
                  </a:cubicBezTo>
                  <a:cubicBezTo>
                    <a:pt x="141218" y="236207"/>
                    <a:pt x="139940" y="237484"/>
                    <a:pt x="138023" y="237484"/>
                  </a:cubicBezTo>
                  <a:cubicBezTo>
                    <a:pt x="128438" y="238761"/>
                    <a:pt x="118214" y="238761"/>
                    <a:pt x="109268" y="238761"/>
                  </a:cubicBezTo>
                  <a:lnTo>
                    <a:pt x="109268" y="238761"/>
                  </a:lnTo>
                  <a:lnTo>
                    <a:pt x="109268" y="238761"/>
                  </a:lnTo>
                  <a:cubicBezTo>
                    <a:pt x="101600" y="238761"/>
                    <a:pt x="95210" y="238123"/>
                    <a:pt x="90737" y="238123"/>
                  </a:cubicBezTo>
                  <a:lnTo>
                    <a:pt x="86264" y="248337"/>
                  </a:lnTo>
                  <a:lnTo>
                    <a:pt x="101600" y="251529"/>
                  </a:lnTo>
                  <a:lnTo>
                    <a:pt x="104156" y="247060"/>
                  </a:lnTo>
                  <a:cubicBezTo>
                    <a:pt x="105434" y="244507"/>
                    <a:pt x="108629" y="243230"/>
                    <a:pt x="111185" y="243868"/>
                  </a:cubicBezTo>
                  <a:lnTo>
                    <a:pt x="153998" y="254721"/>
                  </a:lnTo>
                  <a:lnTo>
                    <a:pt x="162304" y="243868"/>
                  </a:lnTo>
                  <a:cubicBezTo>
                    <a:pt x="164221" y="241315"/>
                    <a:pt x="168694" y="240676"/>
                    <a:pt x="171250" y="242591"/>
                  </a:cubicBezTo>
                  <a:cubicBezTo>
                    <a:pt x="173806" y="244507"/>
                    <a:pt x="174445" y="248975"/>
                    <a:pt x="172528" y="251529"/>
                  </a:cubicBezTo>
                  <a:lnTo>
                    <a:pt x="167416" y="258551"/>
                  </a:lnTo>
                  <a:cubicBezTo>
                    <a:pt x="168694" y="261105"/>
                    <a:pt x="172528" y="264297"/>
                    <a:pt x="177001" y="267489"/>
                  </a:cubicBezTo>
                  <a:cubicBezTo>
                    <a:pt x="182752" y="271958"/>
                    <a:pt x="190420" y="277703"/>
                    <a:pt x="195532" y="286003"/>
                  </a:cubicBezTo>
                  <a:cubicBezTo>
                    <a:pt x="200005" y="287918"/>
                    <a:pt x="199366" y="291748"/>
                    <a:pt x="196171" y="293663"/>
                  </a:cubicBezTo>
                  <a:close/>
                  <a:moveTo>
                    <a:pt x="288825" y="224716"/>
                  </a:moveTo>
                  <a:cubicBezTo>
                    <a:pt x="287547" y="227908"/>
                    <a:pt x="283713" y="229823"/>
                    <a:pt x="280518" y="228547"/>
                  </a:cubicBezTo>
                  <a:cubicBezTo>
                    <a:pt x="272850" y="225993"/>
                    <a:pt x="269016" y="218332"/>
                    <a:pt x="265821" y="212587"/>
                  </a:cubicBezTo>
                  <a:cubicBezTo>
                    <a:pt x="263904" y="208756"/>
                    <a:pt x="261987" y="204926"/>
                    <a:pt x="259431" y="202372"/>
                  </a:cubicBezTo>
                  <a:cubicBezTo>
                    <a:pt x="257514" y="200457"/>
                    <a:pt x="251764" y="195988"/>
                    <a:pt x="246013" y="199180"/>
                  </a:cubicBezTo>
                  <a:cubicBezTo>
                    <a:pt x="244735" y="199819"/>
                    <a:pt x="244096" y="201095"/>
                    <a:pt x="243457" y="203011"/>
                  </a:cubicBezTo>
                  <a:cubicBezTo>
                    <a:pt x="242179" y="208756"/>
                    <a:pt x="245374" y="216417"/>
                    <a:pt x="251125" y="224716"/>
                  </a:cubicBezTo>
                  <a:cubicBezTo>
                    <a:pt x="259431" y="236207"/>
                    <a:pt x="254320" y="247699"/>
                    <a:pt x="249847" y="258551"/>
                  </a:cubicBezTo>
                  <a:cubicBezTo>
                    <a:pt x="246013" y="268127"/>
                    <a:pt x="241540" y="277703"/>
                    <a:pt x="244735" y="287918"/>
                  </a:cubicBezTo>
                  <a:cubicBezTo>
                    <a:pt x="246013" y="291110"/>
                    <a:pt x="244096" y="294940"/>
                    <a:pt x="240262" y="295579"/>
                  </a:cubicBezTo>
                  <a:cubicBezTo>
                    <a:pt x="239623" y="295579"/>
                    <a:pt x="238984" y="295579"/>
                    <a:pt x="238345" y="295579"/>
                  </a:cubicBezTo>
                  <a:cubicBezTo>
                    <a:pt x="235789" y="295579"/>
                    <a:pt x="233233" y="293663"/>
                    <a:pt x="231955" y="291110"/>
                  </a:cubicBezTo>
                  <a:cubicBezTo>
                    <a:pt x="228121" y="278342"/>
                    <a:pt x="231316" y="267489"/>
                    <a:pt x="235150" y="257913"/>
                  </a:cubicBezTo>
                  <a:cubicBezTo>
                    <a:pt x="221092" y="256636"/>
                    <a:pt x="210229" y="252167"/>
                    <a:pt x="202561" y="244507"/>
                  </a:cubicBezTo>
                  <a:lnTo>
                    <a:pt x="202561" y="244507"/>
                  </a:lnTo>
                  <a:cubicBezTo>
                    <a:pt x="200005" y="242591"/>
                    <a:pt x="198088" y="240038"/>
                    <a:pt x="196171" y="237484"/>
                  </a:cubicBezTo>
                  <a:cubicBezTo>
                    <a:pt x="181474" y="214502"/>
                    <a:pt x="193615" y="182582"/>
                    <a:pt x="194254" y="181305"/>
                  </a:cubicBezTo>
                  <a:cubicBezTo>
                    <a:pt x="195532" y="178113"/>
                    <a:pt x="199366" y="176198"/>
                    <a:pt x="202561" y="177475"/>
                  </a:cubicBezTo>
                  <a:cubicBezTo>
                    <a:pt x="205756" y="178752"/>
                    <a:pt x="207673" y="182582"/>
                    <a:pt x="206395" y="185774"/>
                  </a:cubicBezTo>
                  <a:cubicBezTo>
                    <a:pt x="206395" y="185774"/>
                    <a:pt x="203200" y="194073"/>
                    <a:pt x="202561" y="204287"/>
                  </a:cubicBezTo>
                  <a:cubicBezTo>
                    <a:pt x="204478" y="199819"/>
                    <a:pt x="207034" y="195988"/>
                    <a:pt x="208951" y="192158"/>
                  </a:cubicBezTo>
                  <a:cubicBezTo>
                    <a:pt x="215341" y="180667"/>
                    <a:pt x="221092" y="169814"/>
                    <a:pt x="219814" y="158323"/>
                  </a:cubicBezTo>
                  <a:cubicBezTo>
                    <a:pt x="217258" y="140448"/>
                    <a:pt x="208951" y="128318"/>
                    <a:pt x="194893" y="121934"/>
                  </a:cubicBezTo>
                  <a:cubicBezTo>
                    <a:pt x="177001" y="114273"/>
                    <a:pt x="155915" y="118104"/>
                    <a:pt x="151441" y="121296"/>
                  </a:cubicBezTo>
                  <a:cubicBezTo>
                    <a:pt x="148886" y="123211"/>
                    <a:pt x="144413" y="122573"/>
                    <a:pt x="142496" y="120019"/>
                  </a:cubicBezTo>
                  <a:cubicBezTo>
                    <a:pt x="140579" y="117465"/>
                    <a:pt x="141218" y="112997"/>
                    <a:pt x="143774" y="111081"/>
                  </a:cubicBezTo>
                  <a:cubicBezTo>
                    <a:pt x="152720" y="104697"/>
                    <a:pt x="178918" y="101505"/>
                    <a:pt x="199366" y="110443"/>
                  </a:cubicBezTo>
                  <a:cubicBezTo>
                    <a:pt x="212146" y="116189"/>
                    <a:pt x="228760" y="128957"/>
                    <a:pt x="231955" y="157046"/>
                  </a:cubicBezTo>
                  <a:cubicBezTo>
                    <a:pt x="233872" y="173006"/>
                    <a:pt x="226204" y="186412"/>
                    <a:pt x="219814" y="198542"/>
                  </a:cubicBezTo>
                  <a:cubicBezTo>
                    <a:pt x="210868" y="214502"/>
                    <a:pt x="205756" y="224716"/>
                    <a:pt x="212146" y="236846"/>
                  </a:cubicBezTo>
                  <a:cubicBezTo>
                    <a:pt x="218536" y="241953"/>
                    <a:pt x="228121" y="245145"/>
                    <a:pt x="240262" y="246422"/>
                  </a:cubicBezTo>
                  <a:cubicBezTo>
                    <a:pt x="242179" y="240038"/>
                    <a:pt x="242818" y="236207"/>
                    <a:pt x="240262" y="232377"/>
                  </a:cubicBezTo>
                  <a:cubicBezTo>
                    <a:pt x="231955" y="220886"/>
                    <a:pt x="228121" y="209395"/>
                    <a:pt x="230038" y="200457"/>
                  </a:cubicBezTo>
                  <a:cubicBezTo>
                    <a:pt x="231316" y="194711"/>
                    <a:pt x="234511" y="190881"/>
                    <a:pt x="238984" y="188327"/>
                  </a:cubicBezTo>
                  <a:cubicBezTo>
                    <a:pt x="249847" y="181944"/>
                    <a:pt x="261348" y="187689"/>
                    <a:pt x="267738" y="193435"/>
                  </a:cubicBezTo>
                  <a:cubicBezTo>
                    <a:pt x="271572" y="197265"/>
                    <a:pt x="274128" y="202372"/>
                    <a:pt x="276684" y="206203"/>
                  </a:cubicBezTo>
                  <a:cubicBezTo>
                    <a:pt x="279240" y="210671"/>
                    <a:pt x="281796" y="215140"/>
                    <a:pt x="284991" y="216417"/>
                  </a:cubicBezTo>
                  <a:cubicBezTo>
                    <a:pt x="288825" y="217694"/>
                    <a:pt x="290103" y="220886"/>
                    <a:pt x="288825" y="224716"/>
                  </a:cubicBezTo>
                  <a:close/>
                </a:path>
              </a:pathLst>
            </a:custGeom>
            <a:solidFill>
              <a:srgbClr val="046A38"/>
            </a:solidFill>
            <a:ln w="6390" cap="flat">
              <a:noFill/>
              <a:prstDash val="solid"/>
              <a:miter/>
            </a:ln>
          </p:spPr>
          <p:txBody>
            <a:bodyPr rtlCol="0" anchor="ctr"/>
            <a:lstStyle/>
            <a:p>
              <a:endParaRPr lang="en-US"/>
            </a:p>
          </p:txBody>
        </p:sp>
      </p:grpSp>
      <p:grpSp>
        <p:nvGrpSpPr>
          <p:cNvPr id="738" name="Graphic 6">
            <a:extLst>
              <a:ext uri="{FF2B5EF4-FFF2-40B4-BE49-F238E27FC236}">
                <a16:creationId xmlns:a16="http://schemas.microsoft.com/office/drawing/2014/main" id="{695A2366-F742-B045-ABB4-8B235EE92CF1}"/>
              </a:ext>
            </a:extLst>
          </p:cNvPr>
          <p:cNvGrpSpPr/>
          <p:nvPr/>
        </p:nvGrpSpPr>
        <p:grpSpPr>
          <a:xfrm>
            <a:off x="904815" y="3337069"/>
            <a:ext cx="362309" cy="361971"/>
            <a:chOff x="904815" y="3337069"/>
            <a:chExt cx="362309" cy="361971"/>
          </a:xfrm>
          <a:solidFill>
            <a:srgbClr val="046A38"/>
          </a:solidFill>
        </p:grpSpPr>
        <p:sp>
          <p:nvSpPr>
            <p:cNvPr id="739" name="Graphic 6">
              <a:extLst>
                <a:ext uri="{FF2B5EF4-FFF2-40B4-BE49-F238E27FC236}">
                  <a16:creationId xmlns:a16="http://schemas.microsoft.com/office/drawing/2014/main" id="{99956054-883E-1344-9D8B-2671BBE7FEFB}"/>
                </a:ext>
              </a:extLst>
            </p:cNvPr>
            <p:cNvSpPr/>
            <p:nvPr/>
          </p:nvSpPr>
          <p:spPr>
            <a:xfrm>
              <a:off x="1021111" y="3475602"/>
              <a:ext cx="89221" cy="105974"/>
            </a:xfrm>
            <a:custGeom>
              <a:avLst/>
              <a:gdLst>
                <a:gd name="connsiteX0" fmla="*/ 77957 w 89221"/>
                <a:gd name="connsiteY0" fmla="*/ 0 h 105974"/>
                <a:gd name="connsiteX1" fmla="*/ 76040 w 89221"/>
                <a:gd name="connsiteY1" fmla="*/ 8938 h 105974"/>
                <a:gd name="connsiteX2" fmla="*/ 73484 w 89221"/>
                <a:gd name="connsiteY2" fmla="*/ 10853 h 105974"/>
                <a:gd name="connsiteX3" fmla="*/ 69650 w 89221"/>
                <a:gd name="connsiteY3" fmla="*/ 35112 h 105974"/>
                <a:gd name="connsiteX4" fmla="*/ 50480 w 89221"/>
                <a:gd name="connsiteY4" fmla="*/ 49795 h 105974"/>
                <a:gd name="connsiteX5" fmla="*/ 10224 w 89221"/>
                <a:gd name="connsiteY5" fmla="*/ 62563 h 105974"/>
                <a:gd name="connsiteX6" fmla="*/ 4473 w 89221"/>
                <a:gd name="connsiteY6" fmla="*/ 65117 h 105974"/>
                <a:gd name="connsiteX7" fmla="*/ 7668 w 89221"/>
                <a:gd name="connsiteY7" fmla="*/ 70224 h 105974"/>
                <a:gd name="connsiteX8" fmla="*/ 0 w 89221"/>
                <a:gd name="connsiteY8" fmla="*/ 105974 h 105974"/>
                <a:gd name="connsiteX9" fmla="*/ 24921 w 89221"/>
                <a:gd name="connsiteY9" fmla="*/ 78523 h 105974"/>
                <a:gd name="connsiteX10" fmla="*/ 28755 w 89221"/>
                <a:gd name="connsiteY10" fmla="*/ 75331 h 105974"/>
                <a:gd name="connsiteX11" fmla="*/ 33867 w 89221"/>
                <a:gd name="connsiteY11" fmla="*/ 75331 h 105974"/>
                <a:gd name="connsiteX12" fmla="*/ 71567 w 89221"/>
                <a:gd name="connsiteY12" fmla="*/ 74693 h 105974"/>
                <a:gd name="connsiteX13" fmla="*/ 77318 w 89221"/>
                <a:gd name="connsiteY13" fmla="*/ 75970 h 105974"/>
                <a:gd name="connsiteX14" fmla="*/ 79874 w 89221"/>
                <a:gd name="connsiteY14" fmla="*/ 81715 h 105974"/>
                <a:gd name="connsiteX15" fmla="*/ 79235 w 89221"/>
                <a:gd name="connsiteY15" fmla="*/ 97037 h 105974"/>
                <a:gd name="connsiteX16" fmla="*/ 83708 w 89221"/>
                <a:gd name="connsiteY16" fmla="*/ 63840 h 105974"/>
                <a:gd name="connsiteX17" fmla="*/ 77957 w 89221"/>
                <a:gd name="connsiteY17" fmla="*/ 0 h 105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9221" h="105974">
                  <a:moveTo>
                    <a:pt x="77957" y="0"/>
                  </a:moveTo>
                  <a:cubicBezTo>
                    <a:pt x="79874" y="2554"/>
                    <a:pt x="79235" y="6384"/>
                    <a:pt x="76040" y="8938"/>
                  </a:cubicBezTo>
                  <a:cubicBezTo>
                    <a:pt x="75401" y="9576"/>
                    <a:pt x="74762" y="10215"/>
                    <a:pt x="73484" y="10853"/>
                  </a:cubicBezTo>
                  <a:cubicBezTo>
                    <a:pt x="76040" y="21706"/>
                    <a:pt x="72845" y="30005"/>
                    <a:pt x="69650" y="35112"/>
                  </a:cubicBezTo>
                  <a:cubicBezTo>
                    <a:pt x="65177" y="42773"/>
                    <a:pt x="58148" y="47880"/>
                    <a:pt x="50480" y="49795"/>
                  </a:cubicBezTo>
                  <a:cubicBezTo>
                    <a:pt x="39618" y="52349"/>
                    <a:pt x="15975" y="60010"/>
                    <a:pt x="10224" y="62563"/>
                  </a:cubicBezTo>
                  <a:cubicBezTo>
                    <a:pt x="8307" y="63202"/>
                    <a:pt x="6390" y="64478"/>
                    <a:pt x="4473" y="65117"/>
                  </a:cubicBezTo>
                  <a:cubicBezTo>
                    <a:pt x="6390" y="65755"/>
                    <a:pt x="7668" y="67670"/>
                    <a:pt x="7668" y="70224"/>
                  </a:cubicBezTo>
                  <a:cubicBezTo>
                    <a:pt x="10224" y="88738"/>
                    <a:pt x="5112" y="99590"/>
                    <a:pt x="0" y="105974"/>
                  </a:cubicBezTo>
                  <a:cubicBezTo>
                    <a:pt x="2556" y="105336"/>
                    <a:pt x="15336" y="100867"/>
                    <a:pt x="24921" y="78523"/>
                  </a:cubicBezTo>
                  <a:cubicBezTo>
                    <a:pt x="25560" y="76608"/>
                    <a:pt x="26838" y="75331"/>
                    <a:pt x="28755" y="75331"/>
                  </a:cubicBezTo>
                  <a:cubicBezTo>
                    <a:pt x="30672" y="74693"/>
                    <a:pt x="31950" y="74693"/>
                    <a:pt x="33867" y="75331"/>
                  </a:cubicBezTo>
                  <a:cubicBezTo>
                    <a:pt x="34506" y="75331"/>
                    <a:pt x="48563" y="82354"/>
                    <a:pt x="71567" y="74693"/>
                  </a:cubicBezTo>
                  <a:cubicBezTo>
                    <a:pt x="73484" y="74054"/>
                    <a:pt x="76040" y="74693"/>
                    <a:pt x="77318" y="75970"/>
                  </a:cubicBezTo>
                  <a:cubicBezTo>
                    <a:pt x="79235" y="77246"/>
                    <a:pt x="79874" y="79162"/>
                    <a:pt x="79874" y="81715"/>
                  </a:cubicBezTo>
                  <a:cubicBezTo>
                    <a:pt x="79235" y="87461"/>
                    <a:pt x="79235" y="93206"/>
                    <a:pt x="79235" y="97037"/>
                  </a:cubicBezTo>
                  <a:cubicBezTo>
                    <a:pt x="79874" y="87461"/>
                    <a:pt x="81152" y="71501"/>
                    <a:pt x="83708" y="63840"/>
                  </a:cubicBezTo>
                  <a:cubicBezTo>
                    <a:pt x="89459" y="46603"/>
                    <a:pt x="94571" y="11491"/>
                    <a:pt x="77957" y="0"/>
                  </a:cubicBezTo>
                  <a:close/>
                </a:path>
              </a:pathLst>
            </a:custGeom>
            <a:solidFill>
              <a:srgbClr val="046A38"/>
            </a:solidFill>
            <a:ln w="6390" cap="flat">
              <a:noFill/>
              <a:prstDash val="solid"/>
              <a:miter/>
            </a:ln>
          </p:spPr>
          <p:txBody>
            <a:bodyPr rtlCol="0" anchor="ctr"/>
            <a:lstStyle/>
            <a:p>
              <a:endParaRPr lang="en-US"/>
            </a:p>
          </p:txBody>
        </p:sp>
        <p:sp>
          <p:nvSpPr>
            <p:cNvPr id="740" name="Graphic 6">
              <a:extLst>
                <a:ext uri="{FF2B5EF4-FFF2-40B4-BE49-F238E27FC236}">
                  <a16:creationId xmlns:a16="http://schemas.microsoft.com/office/drawing/2014/main" id="{59B90442-AF18-3243-B541-B539529879C7}"/>
                </a:ext>
              </a:extLst>
            </p:cNvPr>
            <p:cNvSpPr/>
            <p:nvPr/>
          </p:nvSpPr>
          <p:spPr>
            <a:xfrm>
              <a:off x="904815" y="333706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181474 w 362309"/>
                <a:gd name="connsiteY4" fmla="*/ 0 h 361971"/>
                <a:gd name="connsiteX5" fmla="*/ 92015 w 362309"/>
                <a:gd name="connsiteY5" fmla="*/ 273235 h 361971"/>
                <a:gd name="connsiteX6" fmla="*/ 85625 w 362309"/>
                <a:gd name="connsiteY6" fmla="*/ 273235 h 361971"/>
                <a:gd name="connsiteX7" fmla="*/ 79235 w 362309"/>
                <a:gd name="connsiteY7" fmla="*/ 266851 h 361971"/>
                <a:gd name="connsiteX8" fmla="*/ 85625 w 362309"/>
                <a:gd name="connsiteY8" fmla="*/ 260467 h 361971"/>
                <a:gd name="connsiteX9" fmla="*/ 92015 w 362309"/>
                <a:gd name="connsiteY9" fmla="*/ 260467 h 361971"/>
                <a:gd name="connsiteX10" fmla="*/ 98405 w 362309"/>
                <a:gd name="connsiteY10" fmla="*/ 266851 h 361971"/>
                <a:gd name="connsiteX11" fmla="*/ 92015 w 362309"/>
                <a:gd name="connsiteY11" fmla="*/ 273235 h 361971"/>
                <a:gd name="connsiteX12" fmla="*/ 182752 w 362309"/>
                <a:gd name="connsiteY12" fmla="*/ 263659 h 361971"/>
                <a:gd name="connsiteX13" fmla="*/ 168694 w 362309"/>
                <a:gd name="connsiteY13" fmla="*/ 271319 h 361971"/>
                <a:gd name="connsiteX14" fmla="*/ 166138 w 362309"/>
                <a:gd name="connsiteY14" fmla="*/ 271958 h 361971"/>
                <a:gd name="connsiteX15" fmla="*/ 132911 w 362309"/>
                <a:gd name="connsiteY15" fmla="*/ 273235 h 361971"/>
                <a:gd name="connsiteX16" fmla="*/ 132911 w 362309"/>
                <a:gd name="connsiteY16" fmla="*/ 273235 h 361971"/>
                <a:gd name="connsiteX17" fmla="*/ 126521 w 362309"/>
                <a:gd name="connsiteY17" fmla="*/ 266851 h 361971"/>
                <a:gd name="connsiteX18" fmla="*/ 132911 w 362309"/>
                <a:gd name="connsiteY18" fmla="*/ 260467 h 361971"/>
                <a:gd name="connsiteX19" fmla="*/ 164221 w 362309"/>
                <a:gd name="connsiteY19" fmla="*/ 259190 h 361971"/>
                <a:gd name="connsiteX20" fmla="*/ 177001 w 362309"/>
                <a:gd name="connsiteY20" fmla="*/ 252167 h 361971"/>
                <a:gd name="connsiteX21" fmla="*/ 185947 w 362309"/>
                <a:gd name="connsiteY21" fmla="*/ 254721 h 361971"/>
                <a:gd name="connsiteX22" fmla="*/ 182752 w 362309"/>
                <a:gd name="connsiteY22" fmla="*/ 263659 h 361971"/>
                <a:gd name="connsiteX23" fmla="*/ 210868 w 362309"/>
                <a:gd name="connsiteY23" fmla="*/ 269404 h 361971"/>
                <a:gd name="connsiteX24" fmla="*/ 205117 w 362309"/>
                <a:gd name="connsiteY24" fmla="*/ 271319 h 361971"/>
                <a:gd name="connsiteX25" fmla="*/ 197449 w 362309"/>
                <a:gd name="connsiteY25" fmla="*/ 270043 h 361971"/>
                <a:gd name="connsiteX26" fmla="*/ 192337 w 362309"/>
                <a:gd name="connsiteY26" fmla="*/ 266212 h 361971"/>
                <a:gd name="connsiteX27" fmla="*/ 184030 w 362309"/>
                <a:gd name="connsiteY27" fmla="*/ 243868 h 361971"/>
                <a:gd name="connsiteX28" fmla="*/ 183391 w 362309"/>
                <a:gd name="connsiteY28" fmla="*/ 227270 h 361971"/>
                <a:gd name="connsiteX29" fmla="*/ 150802 w 362309"/>
                <a:gd name="connsiteY29" fmla="*/ 226631 h 361971"/>
                <a:gd name="connsiteX30" fmla="*/ 123326 w 362309"/>
                <a:gd name="connsiteY30" fmla="*/ 254721 h 361971"/>
                <a:gd name="connsiteX31" fmla="*/ 123326 w 362309"/>
                <a:gd name="connsiteY31" fmla="*/ 284087 h 361971"/>
                <a:gd name="connsiteX32" fmla="*/ 120770 w 362309"/>
                <a:gd name="connsiteY32" fmla="*/ 289195 h 361971"/>
                <a:gd name="connsiteX33" fmla="*/ 116936 w 362309"/>
                <a:gd name="connsiteY33" fmla="*/ 290471 h 361971"/>
                <a:gd name="connsiteX34" fmla="*/ 114380 w 362309"/>
                <a:gd name="connsiteY34" fmla="*/ 289833 h 361971"/>
                <a:gd name="connsiteX35" fmla="*/ 104156 w 362309"/>
                <a:gd name="connsiteY35" fmla="*/ 285364 h 361971"/>
                <a:gd name="connsiteX36" fmla="*/ 100322 w 362309"/>
                <a:gd name="connsiteY36" fmla="*/ 279619 h 361971"/>
                <a:gd name="connsiteX37" fmla="*/ 97766 w 362309"/>
                <a:gd name="connsiteY37" fmla="*/ 245783 h 361971"/>
                <a:gd name="connsiteX38" fmla="*/ 101600 w 362309"/>
                <a:gd name="connsiteY38" fmla="*/ 239399 h 361971"/>
                <a:gd name="connsiteX39" fmla="*/ 111824 w 362309"/>
                <a:gd name="connsiteY39" fmla="*/ 214502 h 361971"/>
                <a:gd name="connsiteX40" fmla="*/ 103517 w 362309"/>
                <a:gd name="connsiteY40" fmla="*/ 211310 h 361971"/>
                <a:gd name="connsiteX41" fmla="*/ 97766 w 362309"/>
                <a:gd name="connsiteY41" fmla="*/ 200457 h 361971"/>
                <a:gd name="connsiteX42" fmla="*/ 99044 w 362309"/>
                <a:gd name="connsiteY42" fmla="*/ 195988 h 361971"/>
                <a:gd name="connsiteX43" fmla="*/ 103517 w 362309"/>
                <a:gd name="connsiteY43" fmla="*/ 193435 h 361971"/>
                <a:gd name="connsiteX44" fmla="*/ 120131 w 362309"/>
                <a:gd name="connsiteY44" fmla="*/ 189604 h 361971"/>
                <a:gd name="connsiteX45" fmla="*/ 163582 w 362309"/>
                <a:gd name="connsiteY45" fmla="*/ 175560 h 361971"/>
                <a:gd name="connsiteX46" fmla="*/ 175084 w 362309"/>
                <a:gd name="connsiteY46" fmla="*/ 166622 h 361971"/>
                <a:gd name="connsiteX47" fmla="*/ 177640 w 362309"/>
                <a:gd name="connsiteY47" fmla="*/ 156408 h 361971"/>
                <a:gd name="connsiteX48" fmla="*/ 168055 w 362309"/>
                <a:gd name="connsiteY48" fmla="*/ 160238 h 361971"/>
                <a:gd name="connsiteX49" fmla="*/ 166777 w 362309"/>
                <a:gd name="connsiteY49" fmla="*/ 160238 h 361971"/>
                <a:gd name="connsiteX50" fmla="*/ 166138 w 362309"/>
                <a:gd name="connsiteY50" fmla="*/ 160238 h 361971"/>
                <a:gd name="connsiteX51" fmla="*/ 157831 w 362309"/>
                <a:gd name="connsiteY51" fmla="*/ 159600 h 361971"/>
                <a:gd name="connsiteX52" fmla="*/ 151441 w 362309"/>
                <a:gd name="connsiteY52" fmla="*/ 164707 h 361971"/>
                <a:gd name="connsiteX53" fmla="*/ 145052 w 362309"/>
                <a:gd name="connsiteY53" fmla="*/ 158323 h 361971"/>
                <a:gd name="connsiteX54" fmla="*/ 138662 w 362309"/>
                <a:gd name="connsiteY54" fmla="*/ 151939 h 361971"/>
                <a:gd name="connsiteX55" fmla="*/ 141857 w 362309"/>
                <a:gd name="connsiteY55" fmla="*/ 141086 h 361971"/>
                <a:gd name="connsiteX56" fmla="*/ 168055 w 362309"/>
                <a:gd name="connsiteY56" fmla="*/ 120657 h 361971"/>
                <a:gd name="connsiteX57" fmla="*/ 206395 w 362309"/>
                <a:gd name="connsiteY57" fmla="*/ 74693 h 361971"/>
                <a:gd name="connsiteX58" fmla="*/ 267099 w 362309"/>
                <a:gd name="connsiteY58" fmla="*/ 79162 h 361971"/>
                <a:gd name="connsiteX59" fmla="*/ 270294 w 362309"/>
                <a:gd name="connsiteY59" fmla="*/ 87461 h 361971"/>
                <a:gd name="connsiteX60" fmla="*/ 261987 w 362309"/>
                <a:gd name="connsiteY60" fmla="*/ 90653 h 361971"/>
                <a:gd name="connsiteX61" fmla="*/ 210229 w 362309"/>
                <a:gd name="connsiteY61" fmla="*/ 87461 h 361971"/>
                <a:gd name="connsiteX62" fmla="*/ 180835 w 362309"/>
                <a:gd name="connsiteY62" fmla="*/ 125126 h 361971"/>
                <a:gd name="connsiteX63" fmla="*/ 176362 w 362309"/>
                <a:gd name="connsiteY63" fmla="*/ 130872 h 361971"/>
                <a:gd name="connsiteX64" fmla="*/ 155275 w 362309"/>
                <a:gd name="connsiteY64" fmla="*/ 146832 h 361971"/>
                <a:gd name="connsiteX65" fmla="*/ 166138 w 362309"/>
                <a:gd name="connsiteY65" fmla="*/ 147470 h 361971"/>
                <a:gd name="connsiteX66" fmla="*/ 185308 w 362309"/>
                <a:gd name="connsiteY66" fmla="*/ 136617 h 361971"/>
                <a:gd name="connsiteX67" fmla="*/ 191698 w 362309"/>
                <a:gd name="connsiteY67" fmla="*/ 135979 h 361971"/>
                <a:gd name="connsiteX68" fmla="*/ 190420 w 362309"/>
                <a:gd name="connsiteY68" fmla="*/ 133425 h 361971"/>
                <a:gd name="connsiteX69" fmla="*/ 191059 w 362309"/>
                <a:gd name="connsiteY69" fmla="*/ 129595 h 361971"/>
                <a:gd name="connsiteX70" fmla="*/ 186586 w 362309"/>
                <a:gd name="connsiteY70" fmla="*/ 130233 h 361971"/>
                <a:gd name="connsiteX71" fmla="*/ 181474 w 362309"/>
                <a:gd name="connsiteY71" fmla="*/ 124488 h 361971"/>
                <a:gd name="connsiteX72" fmla="*/ 209590 w 362309"/>
                <a:gd name="connsiteY72" fmla="*/ 90653 h 361971"/>
                <a:gd name="connsiteX73" fmla="*/ 266460 w 362309"/>
                <a:gd name="connsiteY73" fmla="*/ 107251 h 361971"/>
                <a:gd name="connsiteX74" fmla="*/ 266460 w 362309"/>
                <a:gd name="connsiteY74" fmla="*/ 116189 h 361971"/>
                <a:gd name="connsiteX75" fmla="*/ 257514 w 362309"/>
                <a:gd name="connsiteY75" fmla="*/ 116189 h 361971"/>
                <a:gd name="connsiteX76" fmla="*/ 214063 w 362309"/>
                <a:gd name="connsiteY76" fmla="*/ 102782 h 361971"/>
                <a:gd name="connsiteX77" fmla="*/ 204478 w 362309"/>
                <a:gd name="connsiteY77" fmla="*/ 107251 h 361971"/>
                <a:gd name="connsiteX78" fmla="*/ 204478 w 362309"/>
                <a:gd name="connsiteY78" fmla="*/ 107251 h 361971"/>
                <a:gd name="connsiteX79" fmla="*/ 208312 w 362309"/>
                <a:gd name="connsiteY79" fmla="*/ 111720 h 361971"/>
                <a:gd name="connsiteX80" fmla="*/ 205117 w 362309"/>
                <a:gd name="connsiteY80" fmla="*/ 130872 h 361971"/>
                <a:gd name="connsiteX81" fmla="*/ 212146 w 362309"/>
                <a:gd name="connsiteY81" fmla="*/ 206203 h 361971"/>
                <a:gd name="connsiteX82" fmla="*/ 208312 w 362309"/>
                <a:gd name="connsiteY82" fmla="*/ 240676 h 361971"/>
                <a:gd name="connsiteX83" fmla="*/ 212146 w 362309"/>
                <a:gd name="connsiteY83" fmla="*/ 263659 h 361971"/>
                <a:gd name="connsiteX84" fmla="*/ 210868 w 362309"/>
                <a:gd name="connsiteY84" fmla="*/ 269404 h 361971"/>
                <a:gd name="connsiteX85" fmla="*/ 281157 w 362309"/>
                <a:gd name="connsiteY85" fmla="*/ 156408 h 361971"/>
                <a:gd name="connsiteX86" fmla="*/ 267099 w 362309"/>
                <a:gd name="connsiteY86" fmla="*/ 171091 h 361971"/>
                <a:gd name="connsiteX87" fmla="*/ 254319 w 362309"/>
                <a:gd name="connsiteY87" fmla="*/ 213863 h 361971"/>
                <a:gd name="connsiteX88" fmla="*/ 253041 w 362309"/>
                <a:gd name="connsiteY88" fmla="*/ 216417 h 361971"/>
                <a:gd name="connsiteX89" fmla="*/ 224926 w 362309"/>
                <a:gd name="connsiteY89" fmla="*/ 246422 h 361971"/>
                <a:gd name="connsiteX90" fmla="*/ 220453 w 362309"/>
                <a:gd name="connsiteY90" fmla="*/ 248337 h 361971"/>
                <a:gd name="connsiteX91" fmla="*/ 215980 w 362309"/>
                <a:gd name="connsiteY91" fmla="*/ 246422 h 361971"/>
                <a:gd name="connsiteX92" fmla="*/ 215980 w 362309"/>
                <a:gd name="connsiteY92" fmla="*/ 237484 h 361971"/>
                <a:gd name="connsiteX93" fmla="*/ 242818 w 362309"/>
                <a:gd name="connsiteY93" fmla="*/ 208756 h 361971"/>
                <a:gd name="connsiteX94" fmla="*/ 255597 w 362309"/>
                <a:gd name="connsiteY94" fmla="*/ 165984 h 361971"/>
                <a:gd name="connsiteX95" fmla="*/ 256875 w 362309"/>
                <a:gd name="connsiteY95" fmla="*/ 163430 h 361971"/>
                <a:gd name="connsiteX96" fmla="*/ 271572 w 362309"/>
                <a:gd name="connsiteY96" fmla="*/ 147470 h 361971"/>
                <a:gd name="connsiteX97" fmla="*/ 280518 w 362309"/>
                <a:gd name="connsiteY97" fmla="*/ 146832 h 361971"/>
                <a:gd name="connsiteX98" fmla="*/ 281157 w 362309"/>
                <a:gd name="connsiteY98" fmla="*/ 15640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81077"/>
                    <a:pt x="281157" y="0"/>
                    <a:pt x="181474" y="0"/>
                  </a:cubicBezTo>
                  <a:close/>
                  <a:moveTo>
                    <a:pt x="92015" y="273235"/>
                  </a:moveTo>
                  <a:lnTo>
                    <a:pt x="85625" y="273235"/>
                  </a:lnTo>
                  <a:cubicBezTo>
                    <a:pt x="81791" y="273235"/>
                    <a:pt x="79235" y="270681"/>
                    <a:pt x="79235" y="266851"/>
                  </a:cubicBezTo>
                  <a:cubicBezTo>
                    <a:pt x="79235" y="263020"/>
                    <a:pt x="81791" y="260467"/>
                    <a:pt x="85625" y="260467"/>
                  </a:cubicBezTo>
                  <a:lnTo>
                    <a:pt x="92015" y="260467"/>
                  </a:lnTo>
                  <a:cubicBezTo>
                    <a:pt x="95849" y="260467"/>
                    <a:pt x="98405" y="263020"/>
                    <a:pt x="98405" y="266851"/>
                  </a:cubicBezTo>
                  <a:cubicBezTo>
                    <a:pt x="98405" y="270681"/>
                    <a:pt x="95849" y="273235"/>
                    <a:pt x="92015" y="273235"/>
                  </a:cubicBezTo>
                  <a:close/>
                  <a:moveTo>
                    <a:pt x="182752" y="263659"/>
                  </a:moveTo>
                  <a:lnTo>
                    <a:pt x="168694" y="271319"/>
                  </a:lnTo>
                  <a:cubicBezTo>
                    <a:pt x="168055" y="271958"/>
                    <a:pt x="166777" y="271958"/>
                    <a:pt x="166138" y="271958"/>
                  </a:cubicBezTo>
                  <a:lnTo>
                    <a:pt x="132911" y="273235"/>
                  </a:lnTo>
                  <a:lnTo>
                    <a:pt x="132911" y="273235"/>
                  </a:lnTo>
                  <a:cubicBezTo>
                    <a:pt x="129716" y="273235"/>
                    <a:pt x="126521" y="270681"/>
                    <a:pt x="126521" y="266851"/>
                  </a:cubicBezTo>
                  <a:cubicBezTo>
                    <a:pt x="126521" y="263020"/>
                    <a:pt x="129077" y="260467"/>
                    <a:pt x="132911" y="260467"/>
                  </a:cubicBezTo>
                  <a:lnTo>
                    <a:pt x="164221" y="259190"/>
                  </a:lnTo>
                  <a:lnTo>
                    <a:pt x="177001" y="252167"/>
                  </a:lnTo>
                  <a:cubicBezTo>
                    <a:pt x="180196" y="250252"/>
                    <a:pt x="184030" y="251529"/>
                    <a:pt x="185947" y="254721"/>
                  </a:cubicBezTo>
                  <a:cubicBezTo>
                    <a:pt x="187225" y="257913"/>
                    <a:pt x="185947" y="261743"/>
                    <a:pt x="182752" y="263659"/>
                  </a:cubicBezTo>
                  <a:close/>
                  <a:moveTo>
                    <a:pt x="210868" y="269404"/>
                  </a:moveTo>
                  <a:cubicBezTo>
                    <a:pt x="209590" y="270681"/>
                    <a:pt x="207034" y="271958"/>
                    <a:pt x="205117" y="271319"/>
                  </a:cubicBezTo>
                  <a:lnTo>
                    <a:pt x="197449" y="270043"/>
                  </a:lnTo>
                  <a:cubicBezTo>
                    <a:pt x="194893" y="269404"/>
                    <a:pt x="193615" y="268127"/>
                    <a:pt x="192337" y="266212"/>
                  </a:cubicBezTo>
                  <a:cubicBezTo>
                    <a:pt x="192337" y="265574"/>
                    <a:pt x="185947" y="249614"/>
                    <a:pt x="184030" y="243868"/>
                  </a:cubicBezTo>
                  <a:cubicBezTo>
                    <a:pt x="182752" y="240038"/>
                    <a:pt x="182752" y="233015"/>
                    <a:pt x="183391" y="227270"/>
                  </a:cubicBezTo>
                  <a:cubicBezTo>
                    <a:pt x="168694" y="230462"/>
                    <a:pt x="157831" y="228547"/>
                    <a:pt x="150802" y="226631"/>
                  </a:cubicBezTo>
                  <a:cubicBezTo>
                    <a:pt x="141857" y="245145"/>
                    <a:pt x="130355" y="252167"/>
                    <a:pt x="123326" y="254721"/>
                  </a:cubicBezTo>
                  <a:lnTo>
                    <a:pt x="123326" y="284087"/>
                  </a:lnTo>
                  <a:cubicBezTo>
                    <a:pt x="123326" y="286003"/>
                    <a:pt x="122048" y="287918"/>
                    <a:pt x="120770" y="289195"/>
                  </a:cubicBezTo>
                  <a:cubicBezTo>
                    <a:pt x="119492" y="289833"/>
                    <a:pt x="118214" y="290471"/>
                    <a:pt x="116936" y="290471"/>
                  </a:cubicBezTo>
                  <a:cubicBezTo>
                    <a:pt x="116297" y="290471"/>
                    <a:pt x="115019" y="290471"/>
                    <a:pt x="114380" y="289833"/>
                  </a:cubicBezTo>
                  <a:lnTo>
                    <a:pt x="104156" y="285364"/>
                  </a:lnTo>
                  <a:cubicBezTo>
                    <a:pt x="102239" y="284726"/>
                    <a:pt x="100322" y="282172"/>
                    <a:pt x="100322" y="279619"/>
                  </a:cubicBezTo>
                  <a:lnTo>
                    <a:pt x="97766" y="245783"/>
                  </a:lnTo>
                  <a:cubicBezTo>
                    <a:pt x="97766" y="243230"/>
                    <a:pt x="99044" y="240676"/>
                    <a:pt x="101600" y="239399"/>
                  </a:cubicBezTo>
                  <a:cubicBezTo>
                    <a:pt x="102239" y="239399"/>
                    <a:pt x="113102" y="233654"/>
                    <a:pt x="111824" y="214502"/>
                  </a:cubicBezTo>
                  <a:cubicBezTo>
                    <a:pt x="109268" y="213863"/>
                    <a:pt x="106073" y="213225"/>
                    <a:pt x="103517" y="211310"/>
                  </a:cubicBezTo>
                  <a:cubicBezTo>
                    <a:pt x="100322" y="208756"/>
                    <a:pt x="98405" y="204926"/>
                    <a:pt x="97766" y="200457"/>
                  </a:cubicBezTo>
                  <a:cubicBezTo>
                    <a:pt x="97766" y="198542"/>
                    <a:pt x="97766" y="197265"/>
                    <a:pt x="99044" y="195988"/>
                  </a:cubicBezTo>
                  <a:cubicBezTo>
                    <a:pt x="100322" y="194711"/>
                    <a:pt x="101600" y="194073"/>
                    <a:pt x="103517" y="193435"/>
                  </a:cubicBezTo>
                  <a:cubicBezTo>
                    <a:pt x="107990" y="192796"/>
                    <a:pt x="116297" y="191519"/>
                    <a:pt x="120131" y="189604"/>
                  </a:cubicBezTo>
                  <a:cubicBezTo>
                    <a:pt x="127799" y="185774"/>
                    <a:pt x="153358" y="177475"/>
                    <a:pt x="163582" y="175560"/>
                  </a:cubicBezTo>
                  <a:cubicBezTo>
                    <a:pt x="168055" y="174283"/>
                    <a:pt x="172528" y="171091"/>
                    <a:pt x="175084" y="166622"/>
                  </a:cubicBezTo>
                  <a:cubicBezTo>
                    <a:pt x="177001" y="163430"/>
                    <a:pt x="177640" y="160238"/>
                    <a:pt x="177640" y="156408"/>
                  </a:cubicBezTo>
                  <a:cubicBezTo>
                    <a:pt x="173806" y="158323"/>
                    <a:pt x="170611" y="159600"/>
                    <a:pt x="168055" y="160238"/>
                  </a:cubicBezTo>
                  <a:cubicBezTo>
                    <a:pt x="167416" y="160238"/>
                    <a:pt x="167416" y="160238"/>
                    <a:pt x="166777" y="160238"/>
                  </a:cubicBezTo>
                  <a:cubicBezTo>
                    <a:pt x="166777" y="160238"/>
                    <a:pt x="166777" y="160238"/>
                    <a:pt x="166138" y="160238"/>
                  </a:cubicBezTo>
                  <a:lnTo>
                    <a:pt x="157831" y="159600"/>
                  </a:lnTo>
                  <a:cubicBezTo>
                    <a:pt x="157192" y="162153"/>
                    <a:pt x="154636" y="164707"/>
                    <a:pt x="151441" y="164707"/>
                  </a:cubicBezTo>
                  <a:cubicBezTo>
                    <a:pt x="148247" y="164707"/>
                    <a:pt x="145052" y="162153"/>
                    <a:pt x="145052" y="158323"/>
                  </a:cubicBezTo>
                  <a:cubicBezTo>
                    <a:pt x="141857" y="157046"/>
                    <a:pt x="139301" y="155131"/>
                    <a:pt x="138662" y="151939"/>
                  </a:cubicBezTo>
                  <a:cubicBezTo>
                    <a:pt x="137384" y="148108"/>
                    <a:pt x="138662" y="143640"/>
                    <a:pt x="141857" y="141086"/>
                  </a:cubicBezTo>
                  <a:cubicBezTo>
                    <a:pt x="157192" y="128318"/>
                    <a:pt x="164221" y="123211"/>
                    <a:pt x="168055" y="120657"/>
                  </a:cubicBezTo>
                  <a:cubicBezTo>
                    <a:pt x="169972" y="105974"/>
                    <a:pt x="180196" y="81077"/>
                    <a:pt x="206395" y="74693"/>
                  </a:cubicBezTo>
                  <a:cubicBezTo>
                    <a:pt x="240262" y="66394"/>
                    <a:pt x="265821" y="78523"/>
                    <a:pt x="267099" y="79162"/>
                  </a:cubicBezTo>
                  <a:cubicBezTo>
                    <a:pt x="270294" y="80438"/>
                    <a:pt x="271572" y="84269"/>
                    <a:pt x="270294" y="87461"/>
                  </a:cubicBezTo>
                  <a:cubicBezTo>
                    <a:pt x="269016" y="90653"/>
                    <a:pt x="265182" y="91930"/>
                    <a:pt x="261987" y="90653"/>
                  </a:cubicBezTo>
                  <a:cubicBezTo>
                    <a:pt x="261987" y="90653"/>
                    <a:pt x="238984" y="79800"/>
                    <a:pt x="210229" y="87461"/>
                  </a:cubicBezTo>
                  <a:cubicBezTo>
                    <a:pt x="183391" y="93845"/>
                    <a:pt x="180835" y="123849"/>
                    <a:pt x="180835" y="125126"/>
                  </a:cubicBezTo>
                  <a:cubicBezTo>
                    <a:pt x="180835" y="127680"/>
                    <a:pt x="178918" y="129595"/>
                    <a:pt x="176362" y="130872"/>
                  </a:cubicBezTo>
                  <a:cubicBezTo>
                    <a:pt x="176362" y="130872"/>
                    <a:pt x="172528" y="132787"/>
                    <a:pt x="155275" y="146832"/>
                  </a:cubicBezTo>
                  <a:lnTo>
                    <a:pt x="166138" y="147470"/>
                  </a:lnTo>
                  <a:cubicBezTo>
                    <a:pt x="170611" y="146193"/>
                    <a:pt x="179557" y="140448"/>
                    <a:pt x="185308" y="136617"/>
                  </a:cubicBezTo>
                  <a:cubicBezTo>
                    <a:pt x="187225" y="135341"/>
                    <a:pt x="189781" y="135341"/>
                    <a:pt x="191698" y="135979"/>
                  </a:cubicBezTo>
                  <a:cubicBezTo>
                    <a:pt x="191059" y="135341"/>
                    <a:pt x="190420" y="134064"/>
                    <a:pt x="190420" y="133425"/>
                  </a:cubicBezTo>
                  <a:cubicBezTo>
                    <a:pt x="190420" y="132149"/>
                    <a:pt x="190420" y="130872"/>
                    <a:pt x="191059" y="129595"/>
                  </a:cubicBezTo>
                  <a:cubicBezTo>
                    <a:pt x="189781" y="130233"/>
                    <a:pt x="188503" y="130233"/>
                    <a:pt x="186586" y="130233"/>
                  </a:cubicBezTo>
                  <a:cubicBezTo>
                    <a:pt x="184030" y="129595"/>
                    <a:pt x="181474" y="127041"/>
                    <a:pt x="181474" y="124488"/>
                  </a:cubicBezTo>
                  <a:cubicBezTo>
                    <a:pt x="181474" y="123849"/>
                    <a:pt x="179557" y="101505"/>
                    <a:pt x="209590" y="90653"/>
                  </a:cubicBezTo>
                  <a:cubicBezTo>
                    <a:pt x="238984" y="79800"/>
                    <a:pt x="265182" y="105974"/>
                    <a:pt x="266460" y="107251"/>
                  </a:cubicBezTo>
                  <a:cubicBezTo>
                    <a:pt x="269016" y="109805"/>
                    <a:pt x="269016" y="113635"/>
                    <a:pt x="266460" y="116189"/>
                  </a:cubicBezTo>
                  <a:cubicBezTo>
                    <a:pt x="263904" y="118742"/>
                    <a:pt x="260070" y="118742"/>
                    <a:pt x="257514" y="116189"/>
                  </a:cubicBezTo>
                  <a:cubicBezTo>
                    <a:pt x="257514" y="116189"/>
                    <a:pt x="235789" y="95121"/>
                    <a:pt x="214063" y="102782"/>
                  </a:cubicBezTo>
                  <a:cubicBezTo>
                    <a:pt x="210229" y="104059"/>
                    <a:pt x="207034" y="105974"/>
                    <a:pt x="204478" y="107251"/>
                  </a:cubicBezTo>
                  <a:lnTo>
                    <a:pt x="204478" y="107251"/>
                  </a:lnTo>
                  <a:cubicBezTo>
                    <a:pt x="206395" y="107889"/>
                    <a:pt x="207673" y="109805"/>
                    <a:pt x="208312" y="111720"/>
                  </a:cubicBezTo>
                  <a:cubicBezTo>
                    <a:pt x="210229" y="118742"/>
                    <a:pt x="207673" y="125765"/>
                    <a:pt x="205117" y="130872"/>
                  </a:cubicBezTo>
                  <a:cubicBezTo>
                    <a:pt x="228121" y="152577"/>
                    <a:pt x="214063" y="200457"/>
                    <a:pt x="212146" y="206203"/>
                  </a:cubicBezTo>
                  <a:cubicBezTo>
                    <a:pt x="210229" y="212587"/>
                    <a:pt x="208312" y="233654"/>
                    <a:pt x="208312" y="240676"/>
                  </a:cubicBezTo>
                  <a:cubicBezTo>
                    <a:pt x="208312" y="245145"/>
                    <a:pt x="210868" y="257275"/>
                    <a:pt x="212146" y="263659"/>
                  </a:cubicBezTo>
                  <a:cubicBezTo>
                    <a:pt x="213424" y="265574"/>
                    <a:pt x="212785" y="267489"/>
                    <a:pt x="210868" y="269404"/>
                  </a:cubicBezTo>
                  <a:close/>
                  <a:moveTo>
                    <a:pt x="281157" y="156408"/>
                  </a:moveTo>
                  <a:lnTo>
                    <a:pt x="267099" y="171091"/>
                  </a:lnTo>
                  <a:lnTo>
                    <a:pt x="254319" y="213863"/>
                  </a:lnTo>
                  <a:cubicBezTo>
                    <a:pt x="254319" y="214502"/>
                    <a:pt x="253680" y="215779"/>
                    <a:pt x="253041" y="216417"/>
                  </a:cubicBezTo>
                  <a:lnTo>
                    <a:pt x="224926" y="246422"/>
                  </a:lnTo>
                  <a:cubicBezTo>
                    <a:pt x="223648" y="247699"/>
                    <a:pt x="221731" y="248337"/>
                    <a:pt x="220453" y="248337"/>
                  </a:cubicBezTo>
                  <a:cubicBezTo>
                    <a:pt x="219175" y="248337"/>
                    <a:pt x="217258" y="247699"/>
                    <a:pt x="215980" y="246422"/>
                  </a:cubicBezTo>
                  <a:cubicBezTo>
                    <a:pt x="213424" y="243868"/>
                    <a:pt x="213424" y="240038"/>
                    <a:pt x="215980" y="237484"/>
                  </a:cubicBezTo>
                  <a:lnTo>
                    <a:pt x="242818" y="208756"/>
                  </a:lnTo>
                  <a:lnTo>
                    <a:pt x="255597" y="165984"/>
                  </a:lnTo>
                  <a:cubicBezTo>
                    <a:pt x="255597" y="165345"/>
                    <a:pt x="256236" y="164068"/>
                    <a:pt x="256875" y="163430"/>
                  </a:cubicBezTo>
                  <a:lnTo>
                    <a:pt x="271572" y="147470"/>
                  </a:lnTo>
                  <a:cubicBezTo>
                    <a:pt x="274128" y="144916"/>
                    <a:pt x="277962" y="144916"/>
                    <a:pt x="280518" y="146832"/>
                  </a:cubicBezTo>
                  <a:cubicBezTo>
                    <a:pt x="283713" y="149385"/>
                    <a:pt x="283713" y="153216"/>
                    <a:pt x="281157" y="156408"/>
                  </a:cubicBezTo>
                  <a:close/>
                </a:path>
              </a:pathLst>
            </a:custGeom>
            <a:solidFill>
              <a:srgbClr val="046A38"/>
            </a:solidFill>
            <a:ln w="6390" cap="flat">
              <a:noFill/>
              <a:prstDash val="solid"/>
              <a:miter/>
            </a:ln>
          </p:spPr>
          <p:txBody>
            <a:bodyPr rtlCol="0" anchor="ctr"/>
            <a:lstStyle/>
            <a:p>
              <a:endParaRPr lang="en-US"/>
            </a:p>
          </p:txBody>
        </p:sp>
      </p:grpSp>
      <p:sp>
        <p:nvSpPr>
          <p:cNvPr id="741" name="Graphic 6">
            <a:extLst>
              <a:ext uri="{FF2B5EF4-FFF2-40B4-BE49-F238E27FC236}">
                <a16:creationId xmlns:a16="http://schemas.microsoft.com/office/drawing/2014/main" id="{4B10B68D-19F4-3548-8906-B27DB866D7CF}"/>
              </a:ext>
            </a:extLst>
          </p:cNvPr>
          <p:cNvSpPr/>
          <p:nvPr/>
        </p:nvSpPr>
        <p:spPr>
          <a:xfrm>
            <a:off x="1952125" y="2368620"/>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181474 w 362313"/>
              <a:gd name="connsiteY4" fmla="*/ 0 h 361971"/>
              <a:gd name="connsiteX5" fmla="*/ 292020 w 362313"/>
              <a:gd name="connsiteY5" fmla="*/ 174921 h 361971"/>
              <a:gd name="connsiteX6" fmla="*/ 269655 w 362313"/>
              <a:gd name="connsiteY6" fmla="*/ 215779 h 361971"/>
              <a:gd name="connsiteX7" fmla="*/ 276684 w 362313"/>
              <a:gd name="connsiteY7" fmla="*/ 240676 h 361971"/>
              <a:gd name="connsiteX8" fmla="*/ 254958 w 362313"/>
              <a:gd name="connsiteY8" fmla="*/ 292387 h 361971"/>
              <a:gd name="connsiteX9" fmla="*/ 251763 w 362313"/>
              <a:gd name="connsiteY9" fmla="*/ 293025 h 361971"/>
              <a:gd name="connsiteX10" fmla="*/ 246013 w 362313"/>
              <a:gd name="connsiteY10" fmla="*/ 289833 h 361971"/>
              <a:gd name="connsiteX11" fmla="*/ 247929 w 362313"/>
              <a:gd name="connsiteY11" fmla="*/ 280895 h 361971"/>
              <a:gd name="connsiteX12" fmla="*/ 262626 w 362313"/>
              <a:gd name="connsiteY12" fmla="*/ 264935 h 361971"/>
              <a:gd name="connsiteX13" fmla="*/ 241540 w 362313"/>
              <a:gd name="connsiteY13" fmla="*/ 269404 h 361971"/>
              <a:gd name="connsiteX14" fmla="*/ 235150 w 362313"/>
              <a:gd name="connsiteY14" fmla="*/ 263020 h 361971"/>
              <a:gd name="connsiteX15" fmla="*/ 241540 w 362313"/>
              <a:gd name="connsiteY15" fmla="*/ 256636 h 361971"/>
              <a:gd name="connsiteX16" fmla="*/ 263266 w 362313"/>
              <a:gd name="connsiteY16" fmla="*/ 248975 h 361971"/>
              <a:gd name="connsiteX17" fmla="*/ 258792 w 362313"/>
              <a:gd name="connsiteY17" fmla="*/ 220886 h 361971"/>
              <a:gd name="connsiteX18" fmla="*/ 185947 w 362313"/>
              <a:gd name="connsiteY18" fmla="*/ 181305 h 361971"/>
              <a:gd name="connsiteX19" fmla="*/ 182113 w 362313"/>
              <a:gd name="connsiteY19" fmla="*/ 153854 h 361971"/>
              <a:gd name="connsiteX20" fmla="*/ 183391 w 362313"/>
              <a:gd name="connsiteY20" fmla="*/ 145555 h 361971"/>
              <a:gd name="connsiteX21" fmla="*/ 179557 w 362313"/>
              <a:gd name="connsiteY21" fmla="*/ 137256 h 361971"/>
              <a:gd name="connsiteX22" fmla="*/ 149524 w 362313"/>
              <a:gd name="connsiteY22" fmla="*/ 137894 h 361971"/>
              <a:gd name="connsiteX23" fmla="*/ 132911 w 362313"/>
              <a:gd name="connsiteY23" fmla="*/ 160876 h 361971"/>
              <a:gd name="connsiteX24" fmla="*/ 152080 w 362313"/>
              <a:gd name="connsiteY24" fmla="*/ 201734 h 361971"/>
              <a:gd name="connsiteX25" fmla="*/ 164860 w 362313"/>
              <a:gd name="connsiteY25" fmla="*/ 217055 h 361971"/>
              <a:gd name="connsiteX26" fmla="*/ 187225 w 362313"/>
              <a:gd name="connsiteY26" fmla="*/ 284726 h 361971"/>
              <a:gd name="connsiteX27" fmla="*/ 179557 w 362313"/>
              <a:gd name="connsiteY27" fmla="*/ 289833 h 361971"/>
              <a:gd name="connsiteX28" fmla="*/ 174445 w 362313"/>
              <a:gd name="connsiteY28" fmla="*/ 282172 h 361971"/>
              <a:gd name="connsiteX29" fmla="*/ 154637 w 362313"/>
              <a:gd name="connsiteY29" fmla="*/ 224716 h 361971"/>
              <a:gd name="connsiteX30" fmla="*/ 142496 w 362313"/>
              <a:gd name="connsiteY30" fmla="*/ 210033 h 361971"/>
              <a:gd name="connsiteX31" fmla="*/ 120131 w 362313"/>
              <a:gd name="connsiteY31" fmla="*/ 160876 h 361971"/>
              <a:gd name="connsiteX32" fmla="*/ 143774 w 362313"/>
              <a:gd name="connsiteY32" fmla="*/ 126403 h 361971"/>
              <a:gd name="connsiteX33" fmla="*/ 186586 w 362313"/>
              <a:gd name="connsiteY33" fmla="*/ 126403 h 361971"/>
              <a:gd name="connsiteX34" fmla="*/ 196171 w 362313"/>
              <a:gd name="connsiteY34" fmla="*/ 147470 h 361971"/>
              <a:gd name="connsiteX35" fmla="*/ 194254 w 362313"/>
              <a:gd name="connsiteY35" fmla="*/ 156408 h 361971"/>
              <a:gd name="connsiteX36" fmla="*/ 196171 w 362313"/>
              <a:gd name="connsiteY36" fmla="*/ 173644 h 361971"/>
              <a:gd name="connsiteX37" fmla="*/ 258792 w 362313"/>
              <a:gd name="connsiteY37" fmla="*/ 206841 h 361971"/>
              <a:gd name="connsiteX38" fmla="*/ 279879 w 362313"/>
              <a:gd name="connsiteY38" fmla="*/ 173006 h 361971"/>
              <a:gd name="connsiteX39" fmla="*/ 263266 w 362313"/>
              <a:gd name="connsiteY39" fmla="*/ 121934 h 361971"/>
              <a:gd name="connsiteX40" fmla="*/ 248569 w 362313"/>
              <a:gd name="connsiteY40" fmla="*/ 117465 h 361971"/>
              <a:gd name="connsiteX41" fmla="*/ 243457 w 362313"/>
              <a:gd name="connsiteY41" fmla="*/ 119381 h 361971"/>
              <a:gd name="connsiteX42" fmla="*/ 240901 w 362313"/>
              <a:gd name="connsiteY42" fmla="*/ 114273 h 361971"/>
              <a:gd name="connsiteX43" fmla="*/ 168694 w 362313"/>
              <a:gd name="connsiteY43" fmla="*/ 82353 h 361971"/>
              <a:gd name="connsiteX44" fmla="*/ 84986 w 362313"/>
              <a:gd name="connsiteY44" fmla="*/ 162153 h 361971"/>
              <a:gd name="connsiteX45" fmla="*/ 121409 w 362313"/>
              <a:gd name="connsiteY45" fmla="*/ 238123 h 361971"/>
              <a:gd name="connsiteX46" fmla="*/ 125882 w 362313"/>
              <a:gd name="connsiteY46" fmla="*/ 242591 h 361971"/>
              <a:gd name="connsiteX47" fmla="*/ 140579 w 362313"/>
              <a:gd name="connsiteY47" fmla="*/ 285364 h 361971"/>
              <a:gd name="connsiteX48" fmla="*/ 134828 w 362313"/>
              <a:gd name="connsiteY48" fmla="*/ 292387 h 361971"/>
              <a:gd name="connsiteX49" fmla="*/ 134189 w 362313"/>
              <a:gd name="connsiteY49" fmla="*/ 292387 h 361971"/>
              <a:gd name="connsiteX50" fmla="*/ 127799 w 362313"/>
              <a:gd name="connsiteY50" fmla="*/ 286641 h 361971"/>
              <a:gd name="connsiteX51" fmla="*/ 115658 w 362313"/>
              <a:gd name="connsiteY51" fmla="*/ 250891 h 361971"/>
              <a:gd name="connsiteX52" fmla="*/ 111824 w 362313"/>
              <a:gd name="connsiteY52" fmla="*/ 247060 h 361971"/>
              <a:gd name="connsiteX53" fmla="*/ 71567 w 362313"/>
              <a:gd name="connsiteY53" fmla="*/ 160876 h 361971"/>
              <a:gd name="connsiteX54" fmla="*/ 166138 w 362313"/>
              <a:gd name="connsiteY54" fmla="*/ 70224 h 361971"/>
              <a:gd name="connsiteX55" fmla="*/ 249208 w 362313"/>
              <a:gd name="connsiteY55" fmla="*/ 105336 h 361971"/>
              <a:gd name="connsiteX56" fmla="*/ 270933 w 362313"/>
              <a:gd name="connsiteY56" fmla="*/ 112997 h 361971"/>
              <a:gd name="connsiteX57" fmla="*/ 292020 w 362313"/>
              <a:gd name="connsiteY57" fmla="*/ 174921 h 361971"/>
              <a:gd name="connsiteX58" fmla="*/ 207673 w 362313"/>
              <a:gd name="connsiteY58" fmla="*/ 175560 h 361971"/>
              <a:gd name="connsiteX59" fmla="*/ 209590 w 362313"/>
              <a:gd name="connsiteY59" fmla="*/ 166622 h 361971"/>
              <a:gd name="connsiteX60" fmla="*/ 218536 w 362313"/>
              <a:gd name="connsiteY60" fmla="*/ 168537 h 361971"/>
              <a:gd name="connsiteX61" fmla="*/ 230677 w 362313"/>
              <a:gd name="connsiteY61" fmla="*/ 180028 h 361971"/>
              <a:gd name="connsiteX62" fmla="*/ 235789 w 362313"/>
              <a:gd name="connsiteY62" fmla="*/ 187689 h 361971"/>
              <a:gd name="connsiteX63" fmla="*/ 229399 w 362313"/>
              <a:gd name="connsiteY63" fmla="*/ 192796 h 361971"/>
              <a:gd name="connsiteX64" fmla="*/ 228121 w 362313"/>
              <a:gd name="connsiteY64" fmla="*/ 192796 h 361971"/>
              <a:gd name="connsiteX65" fmla="*/ 222370 w 362313"/>
              <a:gd name="connsiteY65" fmla="*/ 190243 h 361971"/>
              <a:gd name="connsiteX66" fmla="*/ 222370 w 362313"/>
              <a:gd name="connsiteY66" fmla="*/ 190881 h 361971"/>
              <a:gd name="connsiteX67" fmla="*/ 216619 w 362313"/>
              <a:gd name="connsiteY67" fmla="*/ 194711 h 361971"/>
              <a:gd name="connsiteX68" fmla="*/ 214063 w 362313"/>
              <a:gd name="connsiteY68" fmla="*/ 194073 h 361971"/>
              <a:gd name="connsiteX69" fmla="*/ 210868 w 362313"/>
              <a:gd name="connsiteY69" fmla="*/ 185774 h 361971"/>
              <a:gd name="connsiteX70" fmla="*/ 212785 w 362313"/>
              <a:gd name="connsiteY70" fmla="*/ 181305 h 361971"/>
              <a:gd name="connsiteX71" fmla="*/ 207673 w 362313"/>
              <a:gd name="connsiteY71" fmla="*/ 175560 h 361971"/>
              <a:gd name="connsiteX72" fmla="*/ 256237 w 362313"/>
              <a:gd name="connsiteY72" fmla="*/ 151939 h 361971"/>
              <a:gd name="connsiteX73" fmla="*/ 257514 w 362313"/>
              <a:gd name="connsiteY73" fmla="*/ 143001 h 361971"/>
              <a:gd name="connsiteX74" fmla="*/ 266460 w 362313"/>
              <a:gd name="connsiteY74" fmla="*/ 144278 h 361971"/>
              <a:gd name="connsiteX75" fmla="*/ 270933 w 362313"/>
              <a:gd name="connsiteY75" fmla="*/ 155131 h 361971"/>
              <a:gd name="connsiteX76" fmla="*/ 276684 w 362313"/>
              <a:gd name="connsiteY76" fmla="*/ 161515 h 361971"/>
              <a:gd name="connsiteX77" fmla="*/ 270933 w 362313"/>
              <a:gd name="connsiteY77" fmla="*/ 167899 h 361971"/>
              <a:gd name="connsiteX78" fmla="*/ 270294 w 362313"/>
              <a:gd name="connsiteY78" fmla="*/ 171091 h 361971"/>
              <a:gd name="connsiteX79" fmla="*/ 263904 w 362313"/>
              <a:gd name="connsiteY79" fmla="*/ 176198 h 361971"/>
              <a:gd name="connsiteX80" fmla="*/ 262626 w 362313"/>
              <a:gd name="connsiteY80" fmla="*/ 176198 h 361971"/>
              <a:gd name="connsiteX81" fmla="*/ 258153 w 362313"/>
              <a:gd name="connsiteY81" fmla="*/ 168537 h 361971"/>
              <a:gd name="connsiteX82" fmla="*/ 256237 w 362313"/>
              <a:gd name="connsiteY82" fmla="*/ 15193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948" y="81077"/>
                  <a:pt x="281796" y="0"/>
                  <a:pt x="181474" y="0"/>
                </a:cubicBezTo>
                <a:close/>
                <a:moveTo>
                  <a:pt x="292020" y="174921"/>
                </a:moveTo>
                <a:cubicBezTo>
                  <a:pt x="290742" y="192158"/>
                  <a:pt x="283074" y="206203"/>
                  <a:pt x="269655" y="215779"/>
                </a:cubicBezTo>
                <a:cubicBezTo>
                  <a:pt x="272211" y="222163"/>
                  <a:pt x="276045" y="231739"/>
                  <a:pt x="276684" y="240676"/>
                </a:cubicBezTo>
                <a:cubicBezTo>
                  <a:pt x="283713" y="266212"/>
                  <a:pt x="265821" y="285364"/>
                  <a:pt x="254958" y="292387"/>
                </a:cubicBezTo>
                <a:cubicBezTo>
                  <a:pt x="253681" y="293025"/>
                  <a:pt x="253042" y="293025"/>
                  <a:pt x="251763" y="293025"/>
                </a:cubicBezTo>
                <a:cubicBezTo>
                  <a:pt x="249847" y="293025"/>
                  <a:pt x="247291" y="291748"/>
                  <a:pt x="246013" y="289833"/>
                </a:cubicBezTo>
                <a:cubicBezTo>
                  <a:pt x="244096" y="286641"/>
                  <a:pt x="245374" y="282811"/>
                  <a:pt x="247929" y="280895"/>
                </a:cubicBezTo>
                <a:cubicBezTo>
                  <a:pt x="248569" y="280257"/>
                  <a:pt x="257514" y="274511"/>
                  <a:pt x="262626" y="264935"/>
                </a:cubicBezTo>
                <a:cubicBezTo>
                  <a:pt x="252403" y="269404"/>
                  <a:pt x="242179" y="269404"/>
                  <a:pt x="241540" y="269404"/>
                </a:cubicBezTo>
                <a:cubicBezTo>
                  <a:pt x="237706" y="269404"/>
                  <a:pt x="235150" y="266851"/>
                  <a:pt x="235150" y="263020"/>
                </a:cubicBezTo>
                <a:cubicBezTo>
                  <a:pt x="235150" y="259190"/>
                  <a:pt x="237706" y="256636"/>
                  <a:pt x="241540" y="256636"/>
                </a:cubicBezTo>
                <a:cubicBezTo>
                  <a:pt x="241540" y="256636"/>
                  <a:pt x="255597" y="256636"/>
                  <a:pt x="263266" y="248975"/>
                </a:cubicBezTo>
                <a:cubicBezTo>
                  <a:pt x="266460" y="245783"/>
                  <a:pt x="263266" y="233015"/>
                  <a:pt x="258792" y="220886"/>
                </a:cubicBezTo>
                <a:cubicBezTo>
                  <a:pt x="230677" y="231100"/>
                  <a:pt x="200005" y="201095"/>
                  <a:pt x="185947" y="181305"/>
                </a:cubicBezTo>
                <a:cubicBezTo>
                  <a:pt x="178279" y="170452"/>
                  <a:pt x="180196" y="162792"/>
                  <a:pt x="182113" y="153854"/>
                </a:cubicBezTo>
                <a:cubicBezTo>
                  <a:pt x="182752" y="151300"/>
                  <a:pt x="183391" y="148747"/>
                  <a:pt x="183391" y="145555"/>
                </a:cubicBezTo>
                <a:cubicBezTo>
                  <a:pt x="184030" y="142363"/>
                  <a:pt x="182113" y="139171"/>
                  <a:pt x="179557" y="137256"/>
                </a:cubicBezTo>
                <a:cubicBezTo>
                  <a:pt x="171250" y="132149"/>
                  <a:pt x="159748" y="132149"/>
                  <a:pt x="149524" y="137894"/>
                </a:cubicBezTo>
                <a:cubicBezTo>
                  <a:pt x="139301" y="143001"/>
                  <a:pt x="132911" y="151939"/>
                  <a:pt x="132911" y="160876"/>
                </a:cubicBezTo>
                <a:cubicBezTo>
                  <a:pt x="132272" y="178752"/>
                  <a:pt x="140579" y="188327"/>
                  <a:pt x="152080" y="201734"/>
                </a:cubicBezTo>
                <a:cubicBezTo>
                  <a:pt x="155914" y="206203"/>
                  <a:pt x="160387" y="211310"/>
                  <a:pt x="164860" y="217055"/>
                </a:cubicBezTo>
                <a:cubicBezTo>
                  <a:pt x="192976" y="255359"/>
                  <a:pt x="187225" y="283449"/>
                  <a:pt x="187225" y="284726"/>
                </a:cubicBezTo>
                <a:cubicBezTo>
                  <a:pt x="186586" y="287918"/>
                  <a:pt x="182752" y="290471"/>
                  <a:pt x="179557" y="289833"/>
                </a:cubicBezTo>
                <a:cubicBezTo>
                  <a:pt x="176362" y="289195"/>
                  <a:pt x="173806" y="285364"/>
                  <a:pt x="174445" y="282172"/>
                </a:cubicBezTo>
                <a:cubicBezTo>
                  <a:pt x="174445" y="281534"/>
                  <a:pt x="178918" y="257913"/>
                  <a:pt x="154637" y="224716"/>
                </a:cubicBezTo>
                <a:cubicBezTo>
                  <a:pt x="150803" y="218971"/>
                  <a:pt x="146330" y="214502"/>
                  <a:pt x="142496" y="210033"/>
                </a:cubicBezTo>
                <a:cubicBezTo>
                  <a:pt x="130355" y="195988"/>
                  <a:pt x="119492" y="183220"/>
                  <a:pt x="120131" y="160876"/>
                </a:cubicBezTo>
                <a:cubicBezTo>
                  <a:pt x="120131" y="147470"/>
                  <a:pt x="129716" y="134064"/>
                  <a:pt x="143774" y="126403"/>
                </a:cubicBezTo>
                <a:cubicBezTo>
                  <a:pt x="158470" y="118742"/>
                  <a:pt x="174445" y="118742"/>
                  <a:pt x="186586" y="126403"/>
                </a:cubicBezTo>
                <a:cubicBezTo>
                  <a:pt x="193615" y="130872"/>
                  <a:pt x="197449" y="139171"/>
                  <a:pt x="196171" y="147470"/>
                </a:cubicBezTo>
                <a:cubicBezTo>
                  <a:pt x="195532" y="150662"/>
                  <a:pt x="194893" y="153854"/>
                  <a:pt x="194254" y="156408"/>
                </a:cubicBezTo>
                <a:cubicBezTo>
                  <a:pt x="192337" y="164068"/>
                  <a:pt x="191698" y="167899"/>
                  <a:pt x="196171" y="173644"/>
                </a:cubicBezTo>
                <a:cubicBezTo>
                  <a:pt x="210229" y="193435"/>
                  <a:pt x="238345" y="218971"/>
                  <a:pt x="258792" y="206841"/>
                </a:cubicBezTo>
                <a:cubicBezTo>
                  <a:pt x="271572" y="199180"/>
                  <a:pt x="278601" y="187689"/>
                  <a:pt x="279879" y="173006"/>
                </a:cubicBezTo>
                <a:cubicBezTo>
                  <a:pt x="281796" y="150024"/>
                  <a:pt x="270294" y="127680"/>
                  <a:pt x="263266" y="121934"/>
                </a:cubicBezTo>
                <a:cubicBezTo>
                  <a:pt x="255597" y="115550"/>
                  <a:pt x="249208" y="117465"/>
                  <a:pt x="248569" y="117465"/>
                </a:cubicBezTo>
                <a:lnTo>
                  <a:pt x="243457" y="119381"/>
                </a:lnTo>
                <a:lnTo>
                  <a:pt x="240901" y="114273"/>
                </a:lnTo>
                <a:cubicBezTo>
                  <a:pt x="240262" y="112358"/>
                  <a:pt x="221731" y="74693"/>
                  <a:pt x="168694" y="82353"/>
                </a:cubicBezTo>
                <a:cubicBezTo>
                  <a:pt x="102239" y="91929"/>
                  <a:pt x="87542" y="136617"/>
                  <a:pt x="84986" y="162153"/>
                </a:cubicBezTo>
                <a:cubicBezTo>
                  <a:pt x="81152" y="197265"/>
                  <a:pt x="110546" y="226631"/>
                  <a:pt x="121409" y="238123"/>
                </a:cubicBezTo>
                <a:cubicBezTo>
                  <a:pt x="123326" y="240038"/>
                  <a:pt x="125243" y="241953"/>
                  <a:pt x="125882" y="242591"/>
                </a:cubicBezTo>
                <a:cubicBezTo>
                  <a:pt x="134828" y="253444"/>
                  <a:pt x="139940" y="277703"/>
                  <a:pt x="140579" y="285364"/>
                </a:cubicBezTo>
                <a:cubicBezTo>
                  <a:pt x="140579" y="289195"/>
                  <a:pt x="138023" y="291748"/>
                  <a:pt x="134828" y="292387"/>
                </a:cubicBezTo>
                <a:lnTo>
                  <a:pt x="134189" y="292387"/>
                </a:lnTo>
                <a:cubicBezTo>
                  <a:pt x="130994" y="292387"/>
                  <a:pt x="127799" y="289833"/>
                  <a:pt x="127799" y="286641"/>
                </a:cubicBezTo>
                <a:cubicBezTo>
                  <a:pt x="127160" y="279619"/>
                  <a:pt x="122048" y="258551"/>
                  <a:pt x="115658" y="250891"/>
                </a:cubicBezTo>
                <a:cubicBezTo>
                  <a:pt x="115019" y="250252"/>
                  <a:pt x="113741" y="248975"/>
                  <a:pt x="111824" y="247060"/>
                </a:cubicBezTo>
                <a:cubicBezTo>
                  <a:pt x="99683" y="234931"/>
                  <a:pt x="67733" y="201734"/>
                  <a:pt x="71567" y="160876"/>
                </a:cubicBezTo>
                <a:cubicBezTo>
                  <a:pt x="76679" y="111081"/>
                  <a:pt x="111185" y="77885"/>
                  <a:pt x="166138" y="70224"/>
                </a:cubicBezTo>
                <a:cubicBezTo>
                  <a:pt x="217258" y="62563"/>
                  <a:pt x="242179" y="93206"/>
                  <a:pt x="249208" y="105336"/>
                </a:cubicBezTo>
                <a:cubicBezTo>
                  <a:pt x="254319" y="104697"/>
                  <a:pt x="262626" y="105974"/>
                  <a:pt x="270933" y="112997"/>
                </a:cubicBezTo>
                <a:cubicBezTo>
                  <a:pt x="281157" y="121296"/>
                  <a:pt x="293937" y="148108"/>
                  <a:pt x="292020" y="174921"/>
                </a:cubicBezTo>
                <a:close/>
                <a:moveTo>
                  <a:pt x="207673" y="175560"/>
                </a:moveTo>
                <a:cubicBezTo>
                  <a:pt x="205756" y="172368"/>
                  <a:pt x="206395" y="168537"/>
                  <a:pt x="209590" y="166622"/>
                </a:cubicBezTo>
                <a:cubicBezTo>
                  <a:pt x="212785" y="164707"/>
                  <a:pt x="216619" y="165345"/>
                  <a:pt x="218536" y="168537"/>
                </a:cubicBezTo>
                <a:cubicBezTo>
                  <a:pt x="221731" y="173644"/>
                  <a:pt x="227482" y="179390"/>
                  <a:pt x="230677" y="180028"/>
                </a:cubicBezTo>
                <a:cubicBezTo>
                  <a:pt x="233872" y="180667"/>
                  <a:pt x="236428" y="183859"/>
                  <a:pt x="235789" y="187689"/>
                </a:cubicBezTo>
                <a:cubicBezTo>
                  <a:pt x="235150" y="190881"/>
                  <a:pt x="232594" y="192796"/>
                  <a:pt x="229399" y="192796"/>
                </a:cubicBezTo>
                <a:cubicBezTo>
                  <a:pt x="228760" y="192796"/>
                  <a:pt x="228760" y="192796"/>
                  <a:pt x="228121" y="192796"/>
                </a:cubicBezTo>
                <a:cubicBezTo>
                  <a:pt x="226204" y="192158"/>
                  <a:pt x="224287" y="191519"/>
                  <a:pt x="222370" y="190243"/>
                </a:cubicBezTo>
                <a:lnTo>
                  <a:pt x="222370" y="190881"/>
                </a:lnTo>
                <a:cubicBezTo>
                  <a:pt x="221092" y="193435"/>
                  <a:pt x="219175" y="194711"/>
                  <a:pt x="216619" y="194711"/>
                </a:cubicBezTo>
                <a:cubicBezTo>
                  <a:pt x="215980" y="194711"/>
                  <a:pt x="214702" y="194711"/>
                  <a:pt x="214063" y="194073"/>
                </a:cubicBezTo>
                <a:cubicBezTo>
                  <a:pt x="210868" y="192796"/>
                  <a:pt x="209590" y="188966"/>
                  <a:pt x="210868" y="185774"/>
                </a:cubicBezTo>
                <a:lnTo>
                  <a:pt x="212785" y="181305"/>
                </a:lnTo>
                <a:cubicBezTo>
                  <a:pt x="210229" y="178752"/>
                  <a:pt x="208312" y="176198"/>
                  <a:pt x="207673" y="175560"/>
                </a:cubicBezTo>
                <a:close/>
                <a:moveTo>
                  <a:pt x="256237" y="151939"/>
                </a:moveTo>
                <a:cubicBezTo>
                  <a:pt x="254319" y="149385"/>
                  <a:pt x="254319" y="144916"/>
                  <a:pt x="257514" y="143001"/>
                </a:cubicBezTo>
                <a:cubicBezTo>
                  <a:pt x="260071" y="141086"/>
                  <a:pt x="264543" y="141086"/>
                  <a:pt x="266460" y="144278"/>
                </a:cubicBezTo>
                <a:cubicBezTo>
                  <a:pt x="269016" y="147470"/>
                  <a:pt x="270294" y="151300"/>
                  <a:pt x="270933" y="155131"/>
                </a:cubicBezTo>
                <a:cubicBezTo>
                  <a:pt x="274128" y="155131"/>
                  <a:pt x="276684" y="158323"/>
                  <a:pt x="276684" y="161515"/>
                </a:cubicBezTo>
                <a:cubicBezTo>
                  <a:pt x="276684" y="164707"/>
                  <a:pt x="274128" y="167260"/>
                  <a:pt x="270933" y="167899"/>
                </a:cubicBezTo>
                <a:cubicBezTo>
                  <a:pt x="270933" y="169176"/>
                  <a:pt x="270294" y="170452"/>
                  <a:pt x="270294" y="171091"/>
                </a:cubicBezTo>
                <a:cubicBezTo>
                  <a:pt x="269655" y="174283"/>
                  <a:pt x="267099" y="176198"/>
                  <a:pt x="263904" y="176198"/>
                </a:cubicBezTo>
                <a:cubicBezTo>
                  <a:pt x="263266" y="176198"/>
                  <a:pt x="262626" y="176198"/>
                  <a:pt x="262626" y="176198"/>
                </a:cubicBezTo>
                <a:cubicBezTo>
                  <a:pt x="259431" y="175560"/>
                  <a:pt x="256876" y="171729"/>
                  <a:pt x="258153" y="168537"/>
                </a:cubicBezTo>
                <a:cubicBezTo>
                  <a:pt x="258153" y="164707"/>
                  <a:pt x="259431" y="156408"/>
                  <a:pt x="256237" y="151939"/>
                </a:cubicBezTo>
                <a:close/>
              </a:path>
            </a:pathLst>
          </a:custGeom>
          <a:solidFill>
            <a:srgbClr val="046A38"/>
          </a:solidFill>
          <a:ln w="6390" cap="flat">
            <a:noFill/>
            <a:prstDash val="solid"/>
            <a:miter/>
          </a:ln>
        </p:spPr>
        <p:txBody>
          <a:bodyPr rtlCol="0" anchor="ctr"/>
          <a:lstStyle/>
          <a:p>
            <a:endParaRPr lang="en-US"/>
          </a:p>
        </p:txBody>
      </p:sp>
      <p:grpSp>
        <p:nvGrpSpPr>
          <p:cNvPr id="742" name="Graphic 6">
            <a:extLst>
              <a:ext uri="{FF2B5EF4-FFF2-40B4-BE49-F238E27FC236}">
                <a16:creationId xmlns:a16="http://schemas.microsoft.com/office/drawing/2014/main" id="{D2668AF0-2539-9C4D-981E-C9BD8ED54CE5}"/>
              </a:ext>
            </a:extLst>
          </p:cNvPr>
          <p:cNvGrpSpPr/>
          <p:nvPr/>
        </p:nvGrpSpPr>
        <p:grpSpPr>
          <a:xfrm>
            <a:off x="2998797" y="1891098"/>
            <a:ext cx="362309" cy="361971"/>
            <a:chOff x="2998797" y="1891098"/>
            <a:chExt cx="362309" cy="361971"/>
          </a:xfrm>
          <a:solidFill>
            <a:srgbClr val="046A38"/>
          </a:solidFill>
        </p:grpSpPr>
        <p:sp>
          <p:nvSpPr>
            <p:cNvPr id="743" name="Graphic 6">
              <a:extLst>
                <a:ext uri="{FF2B5EF4-FFF2-40B4-BE49-F238E27FC236}">
                  <a16:creationId xmlns:a16="http://schemas.microsoft.com/office/drawing/2014/main" id="{F83D3015-40C1-9844-A501-8B47D724063B}"/>
                </a:ext>
              </a:extLst>
            </p:cNvPr>
            <p:cNvSpPr/>
            <p:nvPr/>
          </p:nvSpPr>
          <p:spPr>
            <a:xfrm>
              <a:off x="3186022" y="2032184"/>
              <a:ext cx="24920" cy="34473"/>
            </a:xfrm>
            <a:custGeom>
              <a:avLst/>
              <a:gdLst>
                <a:gd name="connsiteX0" fmla="*/ 24921 w 24920"/>
                <a:gd name="connsiteY0" fmla="*/ 8938 h 34473"/>
                <a:gd name="connsiteX1" fmla="*/ 0 w 24920"/>
                <a:gd name="connsiteY1" fmla="*/ 0 h 34473"/>
                <a:gd name="connsiteX2" fmla="*/ 0 w 24920"/>
                <a:gd name="connsiteY2" fmla="*/ 31281 h 34473"/>
                <a:gd name="connsiteX3" fmla="*/ 7029 w 24920"/>
                <a:gd name="connsiteY3" fmla="*/ 34473 h 34473"/>
                <a:gd name="connsiteX4" fmla="*/ 24921 w 24920"/>
                <a:gd name="connsiteY4" fmla="*/ 8938 h 34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20" h="34473">
                  <a:moveTo>
                    <a:pt x="24921" y="8938"/>
                  </a:moveTo>
                  <a:cubicBezTo>
                    <a:pt x="17253" y="3830"/>
                    <a:pt x="8946" y="638"/>
                    <a:pt x="0" y="0"/>
                  </a:cubicBezTo>
                  <a:lnTo>
                    <a:pt x="0" y="31281"/>
                  </a:lnTo>
                  <a:cubicBezTo>
                    <a:pt x="2556" y="31920"/>
                    <a:pt x="5112" y="32558"/>
                    <a:pt x="7029" y="34473"/>
                  </a:cubicBezTo>
                  <a:lnTo>
                    <a:pt x="24921" y="8938"/>
                  </a:lnTo>
                  <a:close/>
                </a:path>
              </a:pathLst>
            </a:custGeom>
            <a:solidFill>
              <a:srgbClr val="046A38"/>
            </a:solidFill>
            <a:ln w="6390" cap="flat">
              <a:noFill/>
              <a:prstDash val="solid"/>
              <a:miter/>
            </a:ln>
          </p:spPr>
          <p:txBody>
            <a:bodyPr rtlCol="0" anchor="ctr"/>
            <a:lstStyle/>
            <a:p>
              <a:endParaRPr lang="en-US"/>
            </a:p>
          </p:txBody>
        </p:sp>
        <p:sp>
          <p:nvSpPr>
            <p:cNvPr id="744" name="Graphic 6">
              <a:extLst>
                <a:ext uri="{FF2B5EF4-FFF2-40B4-BE49-F238E27FC236}">
                  <a16:creationId xmlns:a16="http://schemas.microsoft.com/office/drawing/2014/main" id="{C3684A83-280C-6048-A7F2-7F7EEB1EE79B}"/>
                </a:ext>
              </a:extLst>
            </p:cNvPr>
            <p:cNvSpPr/>
            <p:nvPr/>
          </p:nvSpPr>
          <p:spPr>
            <a:xfrm>
              <a:off x="3127874" y="2049420"/>
              <a:ext cx="30032" cy="38942"/>
            </a:xfrm>
            <a:custGeom>
              <a:avLst/>
              <a:gdLst>
                <a:gd name="connsiteX0" fmla="*/ 11502 w 30032"/>
                <a:gd name="connsiteY0" fmla="*/ 0 h 38942"/>
                <a:gd name="connsiteX1" fmla="*/ 1278 w 30032"/>
                <a:gd name="connsiteY1" fmla="*/ 14683 h 38942"/>
                <a:gd name="connsiteX2" fmla="*/ 0 w 30032"/>
                <a:gd name="connsiteY2" fmla="*/ 16598 h 38942"/>
                <a:gd name="connsiteX3" fmla="*/ 23004 w 30032"/>
                <a:gd name="connsiteY3" fmla="*/ 38942 h 38942"/>
                <a:gd name="connsiteX4" fmla="*/ 27477 w 30032"/>
                <a:gd name="connsiteY4" fmla="*/ 31281 h 38942"/>
                <a:gd name="connsiteX5" fmla="*/ 28755 w 30032"/>
                <a:gd name="connsiteY5" fmla="*/ 29366 h 38942"/>
                <a:gd name="connsiteX6" fmla="*/ 30033 w 30032"/>
                <a:gd name="connsiteY6" fmla="*/ 27451 h 38942"/>
                <a:gd name="connsiteX7" fmla="*/ 11502 w 30032"/>
                <a:gd name="connsiteY7" fmla="*/ 0 h 3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032" h="38942">
                  <a:moveTo>
                    <a:pt x="11502" y="0"/>
                  </a:moveTo>
                  <a:cubicBezTo>
                    <a:pt x="7668" y="4469"/>
                    <a:pt x="4473" y="8938"/>
                    <a:pt x="1278" y="14683"/>
                  </a:cubicBezTo>
                  <a:lnTo>
                    <a:pt x="0" y="16598"/>
                  </a:lnTo>
                  <a:lnTo>
                    <a:pt x="23004" y="38942"/>
                  </a:lnTo>
                  <a:cubicBezTo>
                    <a:pt x="24921" y="36389"/>
                    <a:pt x="26199" y="33835"/>
                    <a:pt x="27477" y="31281"/>
                  </a:cubicBezTo>
                  <a:lnTo>
                    <a:pt x="28755" y="29366"/>
                  </a:lnTo>
                  <a:cubicBezTo>
                    <a:pt x="28755" y="28728"/>
                    <a:pt x="29394" y="28089"/>
                    <a:pt x="30033" y="27451"/>
                  </a:cubicBezTo>
                  <a:lnTo>
                    <a:pt x="11502" y="0"/>
                  </a:lnTo>
                  <a:close/>
                </a:path>
              </a:pathLst>
            </a:custGeom>
            <a:solidFill>
              <a:srgbClr val="046A38"/>
            </a:solidFill>
            <a:ln w="6390" cap="flat">
              <a:noFill/>
              <a:prstDash val="solid"/>
              <a:miter/>
            </a:ln>
          </p:spPr>
          <p:txBody>
            <a:bodyPr rtlCol="0" anchor="ctr"/>
            <a:lstStyle/>
            <a:p>
              <a:endParaRPr lang="en-US"/>
            </a:p>
          </p:txBody>
        </p:sp>
        <p:sp>
          <p:nvSpPr>
            <p:cNvPr id="745" name="Graphic 6">
              <a:extLst>
                <a:ext uri="{FF2B5EF4-FFF2-40B4-BE49-F238E27FC236}">
                  <a16:creationId xmlns:a16="http://schemas.microsoft.com/office/drawing/2014/main" id="{EA0C054D-79B0-1242-AE53-E965BAF6F34C}"/>
                </a:ext>
              </a:extLst>
            </p:cNvPr>
            <p:cNvSpPr/>
            <p:nvPr/>
          </p:nvSpPr>
          <p:spPr>
            <a:xfrm>
              <a:off x="3148322" y="2032184"/>
              <a:ext cx="24920" cy="33835"/>
            </a:xfrm>
            <a:custGeom>
              <a:avLst/>
              <a:gdLst>
                <a:gd name="connsiteX0" fmla="*/ 24921 w 24920"/>
                <a:gd name="connsiteY0" fmla="*/ 0 h 33835"/>
                <a:gd name="connsiteX1" fmla="*/ 0 w 24920"/>
                <a:gd name="connsiteY1" fmla="*/ 8299 h 33835"/>
                <a:gd name="connsiteX2" fmla="*/ 17892 w 24920"/>
                <a:gd name="connsiteY2" fmla="*/ 33835 h 33835"/>
                <a:gd name="connsiteX3" fmla="*/ 24921 w 24920"/>
                <a:gd name="connsiteY3" fmla="*/ 30643 h 33835"/>
                <a:gd name="connsiteX4" fmla="*/ 24921 w 24920"/>
                <a:gd name="connsiteY4" fmla="*/ 0 h 33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20" h="33835">
                  <a:moveTo>
                    <a:pt x="24921" y="0"/>
                  </a:moveTo>
                  <a:cubicBezTo>
                    <a:pt x="15975" y="638"/>
                    <a:pt x="7668" y="3192"/>
                    <a:pt x="0" y="8299"/>
                  </a:cubicBezTo>
                  <a:lnTo>
                    <a:pt x="17892" y="33835"/>
                  </a:lnTo>
                  <a:cubicBezTo>
                    <a:pt x="20448" y="31920"/>
                    <a:pt x="22365" y="31281"/>
                    <a:pt x="24921" y="30643"/>
                  </a:cubicBezTo>
                  <a:lnTo>
                    <a:pt x="24921" y="0"/>
                  </a:lnTo>
                  <a:close/>
                </a:path>
              </a:pathLst>
            </a:custGeom>
            <a:solidFill>
              <a:srgbClr val="046A38"/>
            </a:solidFill>
            <a:ln w="6390" cap="flat">
              <a:noFill/>
              <a:prstDash val="solid"/>
              <a:miter/>
            </a:ln>
          </p:spPr>
          <p:txBody>
            <a:bodyPr rtlCol="0" anchor="ctr"/>
            <a:lstStyle/>
            <a:p>
              <a:endParaRPr lang="en-US"/>
            </a:p>
          </p:txBody>
        </p:sp>
        <p:sp>
          <p:nvSpPr>
            <p:cNvPr id="746" name="Graphic 6">
              <a:extLst>
                <a:ext uri="{FF2B5EF4-FFF2-40B4-BE49-F238E27FC236}">
                  <a16:creationId xmlns:a16="http://schemas.microsoft.com/office/drawing/2014/main" id="{903273A3-06DA-3D45-8C99-5C9183111474}"/>
                </a:ext>
              </a:extLst>
            </p:cNvPr>
            <p:cNvSpPr/>
            <p:nvPr/>
          </p:nvSpPr>
          <p:spPr>
            <a:xfrm>
              <a:off x="3075476" y="2081340"/>
              <a:ext cx="30032" cy="30643"/>
            </a:xfrm>
            <a:custGeom>
              <a:avLst/>
              <a:gdLst>
                <a:gd name="connsiteX0" fmla="*/ 30033 w 30032"/>
                <a:gd name="connsiteY0" fmla="*/ 0 h 30643"/>
                <a:gd name="connsiteX1" fmla="*/ 15336 w 30032"/>
                <a:gd name="connsiteY1" fmla="*/ 0 h 30643"/>
                <a:gd name="connsiteX2" fmla="*/ 0 w 30032"/>
                <a:gd name="connsiteY2" fmla="*/ 15322 h 30643"/>
                <a:gd name="connsiteX3" fmla="*/ 15336 w 30032"/>
                <a:gd name="connsiteY3" fmla="*/ 30643 h 30643"/>
                <a:gd name="connsiteX4" fmla="*/ 30033 w 30032"/>
                <a:gd name="connsiteY4" fmla="*/ 30643 h 30643"/>
                <a:gd name="connsiteX5" fmla="*/ 30033 w 30032"/>
                <a:gd name="connsiteY5" fmla="*/ 0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032" h="30643">
                  <a:moveTo>
                    <a:pt x="30033" y="0"/>
                  </a:moveTo>
                  <a:lnTo>
                    <a:pt x="15336" y="0"/>
                  </a:lnTo>
                  <a:cubicBezTo>
                    <a:pt x="7029" y="0"/>
                    <a:pt x="0" y="7022"/>
                    <a:pt x="0" y="15322"/>
                  </a:cubicBezTo>
                  <a:cubicBezTo>
                    <a:pt x="0" y="23621"/>
                    <a:pt x="7029" y="30643"/>
                    <a:pt x="15336" y="30643"/>
                  </a:cubicBezTo>
                  <a:lnTo>
                    <a:pt x="30033" y="30643"/>
                  </a:lnTo>
                  <a:lnTo>
                    <a:pt x="30033" y="0"/>
                  </a:lnTo>
                  <a:close/>
                </a:path>
              </a:pathLst>
            </a:custGeom>
            <a:solidFill>
              <a:srgbClr val="046A38"/>
            </a:solidFill>
            <a:ln w="6390" cap="flat">
              <a:noFill/>
              <a:prstDash val="solid"/>
              <a:miter/>
            </a:ln>
          </p:spPr>
          <p:txBody>
            <a:bodyPr rtlCol="0" anchor="ctr"/>
            <a:lstStyle/>
            <a:p>
              <a:endParaRPr lang="en-US"/>
            </a:p>
          </p:txBody>
        </p:sp>
        <p:sp>
          <p:nvSpPr>
            <p:cNvPr id="747" name="Graphic 6">
              <a:extLst>
                <a:ext uri="{FF2B5EF4-FFF2-40B4-BE49-F238E27FC236}">
                  <a16:creationId xmlns:a16="http://schemas.microsoft.com/office/drawing/2014/main" id="{6D9B4F8F-6E7D-A545-96F2-CF5B2BF068B5}"/>
                </a:ext>
              </a:extLst>
            </p:cNvPr>
            <p:cNvSpPr/>
            <p:nvPr/>
          </p:nvSpPr>
          <p:spPr>
            <a:xfrm>
              <a:off x="3118289" y="2076233"/>
              <a:ext cx="24281" cy="35111"/>
            </a:xfrm>
            <a:custGeom>
              <a:avLst/>
              <a:gdLst>
                <a:gd name="connsiteX0" fmla="*/ 1917 w 24281"/>
                <a:gd name="connsiteY0" fmla="*/ 0 h 35111"/>
                <a:gd name="connsiteX1" fmla="*/ 0 w 24281"/>
                <a:gd name="connsiteY1" fmla="*/ 1915 h 35111"/>
                <a:gd name="connsiteX2" fmla="*/ 0 w 24281"/>
                <a:gd name="connsiteY2" fmla="*/ 35112 h 35111"/>
                <a:gd name="connsiteX3" fmla="*/ 24282 w 24281"/>
                <a:gd name="connsiteY3" fmla="*/ 21706 h 35111"/>
                <a:gd name="connsiteX4" fmla="*/ 1917 w 24281"/>
                <a:gd name="connsiteY4" fmla="*/ 0 h 3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81" h="35111">
                  <a:moveTo>
                    <a:pt x="1917" y="0"/>
                  </a:moveTo>
                  <a:cubicBezTo>
                    <a:pt x="1278" y="638"/>
                    <a:pt x="639" y="1277"/>
                    <a:pt x="0" y="1915"/>
                  </a:cubicBezTo>
                  <a:lnTo>
                    <a:pt x="0" y="35112"/>
                  </a:lnTo>
                  <a:cubicBezTo>
                    <a:pt x="8946" y="33197"/>
                    <a:pt x="17253" y="28728"/>
                    <a:pt x="24282" y="21706"/>
                  </a:cubicBezTo>
                  <a:lnTo>
                    <a:pt x="1917" y="0"/>
                  </a:lnTo>
                  <a:close/>
                </a:path>
              </a:pathLst>
            </a:custGeom>
            <a:solidFill>
              <a:srgbClr val="046A38"/>
            </a:solidFill>
            <a:ln w="6390" cap="flat">
              <a:noFill/>
              <a:prstDash val="solid"/>
              <a:miter/>
            </a:ln>
          </p:spPr>
          <p:txBody>
            <a:bodyPr rtlCol="0" anchor="ctr"/>
            <a:lstStyle/>
            <a:p>
              <a:endParaRPr lang="en-US"/>
            </a:p>
          </p:txBody>
        </p:sp>
        <p:sp>
          <p:nvSpPr>
            <p:cNvPr id="748" name="Graphic 6">
              <a:extLst>
                <a:ext uri="{FF2B5EF4-FFF2-40B4-BE49-F238E27FC236}">
                  <a16:creationId xmlns:a16="http://schemas.microsoft.com/office/drawing/2014/main" id="{C4DD926B-FE93-8941-BA05-7A5B3F25011F}"/>
                </a:ext>
              </a:extLst>
            </p:cNvPr>
            <p:cNvSpPr/>
            <p:nvPr/>
          </p:nvSpPr>
          <p:spPr>
            <a:xfrm>
              <a:off x="3254394" y="2081340"/>
              <a:ext cx="30032" cy="31281"/>
            </a:xfrm>
            <a:custGeom>
              <a:avLst/>
              <a:gdLst>
                <a:gd name="connsiteX0" fmla="*/ 14697 w 30032"/>
                <a:gd name="connsiteY0" fmla="*/ 0 h 31281"/>
                <a:gd name="connsiteX1" fmla="*/ 0 w 30032"/>
                <a:gd name="connsiteY1" fmla="*/ 0 h 31281"/>
                <a:gd name="connsiteX2" fmla="*/ 0 w 30032"/>
                <a:gd name="connsiteY2" fmla="*/ 31281 h 31281"/>
                <a:gd name="connsiteX3" fmla="*/ 14697 w 30032"/>
                <a:gd name="connsiteY3" fmla="*/ 31281 h 31281"/>
                <a:gd name="connsiteX4" fmla="*/ 30033 w 30032"/>
                <a:gd name="connsiteY4" fmla="*/ 15960 h 31281"/>
                <a:gd name="connsiteX5" fmla="*/ 14697 w 30032"/>
                <a:gd name="connsiteY5" fmla="*/ 0 h 31281"/>
                <a:gd name="connsiteX6" fmla="*/ 12141 w 30032"/>
                <a:gd name="connsiteY6" fmla="*/ 17237 h 31281"/>
                <a:gd name="connsiteX7" fmla="*/ 10863 w 30032"/>
                <a:gd name="connsiteY7" fmla="*/ 17237 h 31281"/>
                <a:gd name="connsiteX8" fmla="*/ 4473 w 30032"/>
                <a:gd name="connsiteY8" fmla="*/ 10853 h 31281"/>
                <a:gd name="connsiteX9" fmla="*/ 10863 w 30032"/>
                <a:gd name="connsiteY9" fmla="*/ 4469 h 31281"/>
                <a:gd name="connsiteX10" fmla="*/ 12141 w 30032"/>
                <a:gd name="connsiteY10" fmla="*/ 4469 h 31281"/>
                <a:gd name="connsiteX11" fmla="*/ 18531 w 30032"/>
                <a:gd name="connsiteY11" fmla="*/ 10853 h 31281"/>
                <a:gd name="connsiteX12" fmla="*/ 12141 w 30032"/>
                <a:gd name="connsiteY12" fmla="*/ 17237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032" h="31281">
                  <a:moveTo>
                    <a:pt x="14697" y="0"/>
                  </a:moveTo>
                  <a:lnTo>
                    <a:pt x="0" y="0"/>
                  </a:lnTo>
                  <a:lnTo>
                    <a:pt x="0" y="31281"/>
                  </a:lnTo>
                  <a:lnTo>
                    <a:pt x="14697" y="31281"/>
                  </a:lnTo>
                  <a:cubicBezTo>
                    <a:pt x="23004" y="31281"/>
                    <a:pt x="30033" y="24259"/>
                    <a:pt x="30033" y="15960"/>
                  </a:cubicBezTo>
                  <a:cubicBezTo>
                    <a:pt x="30033" y="7022"/>
                    <a:pt x="23643" y="0"/>
                    <a:pt x="14697" y="0"/>
                  </a:cubicBezTo>
                  <a:close/>
                  <a:moveTo>
                    <a:pt x="12141" y="17237"/>
                  </a:moveTo>
                  <a:lnTo>
                    <a:pt x="10863" y="17237"/>
                  </a:lnTo>
                  <a:cubicBezTo>
                    <a:pt x="7029" y="17237"/>
                    <a:pt x="4473" y="14683"/>
                    <a:pt x="4473" y="10853"/>
                  </a:cubicBezTo>
                  <a:cubicBezTo>
                    <a:pt x="4473" y="7022"/>
                    <a:pt x="7029" y="4469"/>
                    <a:pt x="10863" y="4469"/>
                  </a:cubicBezTo>
                  <a:lnTo>
                    <a:pt x="12141" y="4469"/>
                  </a:lnTo>
                  <a:cubicBezTo>
                    <a:pt x="15975" y="4469"/>
                    <a:pt x="18531" y="7022"/>
                    <a:pt x="18531" y="10853"/>
                  </a:cubicBezTo>
                  <a:cubicBezTo>
                    <a:pt x="18531" y="14683"/>
                    <a:pt x="15975" y="17237"/>
                    <a:pt x="12141" y="17237"/>
                  </a:cubicBezTo>
                  <a:close/>
                </a:path>
              </a:pathLst>
            </a:custGeom>
            <a:solidFill>
              <a:srgbClr val="046A38"/>
            </a:solidFill>
            <a:ln w="6390" cap="flat">
              <a:noFill/>
              <a:prstDash val="solid"/>
              <a:miter/>
            </a:ln>
          </p:spPr>
          <p:txBody>
            <a:bodyPr rtlCol="0" anchor="ctr"/>
            <a:lstStyle/>
            <a:p>
              <a:endParaRPr lang="en-US"/>
            </a:p>
          </p:txBody>
        </p:sp>
        <p:sp>
          <p:nvSpPr>
            <p:cNvPr id="749" name="Graphic 6">
              <a:extLst>
                <a:ext uri="{FF2B5EF4-FFF2-40B4-BE49-F238E27FC236}">
                  <a16:creationId xmlns:a16="http://schemas.microsoft.com/office/drawing/2014/main" id="{5BA6C4E2-62A0-1748-9520-72C0571CFA0A}"/>
                </a:ext>
              </a:extLst>
            </p:cNvPr>
            <p:cNvSpPr/>
            <p:nvPr/>
          </p:nvSpPr>
          <p:spPr>
            <a:xfrm>
              <a:off x="3201997" y="2049420"/>
              <a:ext cx="30032" cy="38303"/>
            </a:xfrm>
            <a:custGeom>
              <a:avLst/>
              <a:gdLst>
                <a:gd name="connsiteX0" fmla="*/ 30033 w 30032"/>
                <a:gd name="connsiteY0" fmla="*/ 16598 h 38303"/>
                <a:gd name="connsiteX1" fmla="*/ 28755 w 30032"/>
                <a:gd name="connsiteY1" fmla="*/ 14683 h 38303"/>
                <a:gd name="connsiteX2" fmla="*/ 18531 w 30032"/>
                <a:gd name="connsiteY2" fmla="*/ 0 h 38303"/>
                <a:gd name="connsiteX3" fmla="*/ 0 w 30032"/>
                <a:gd name="connsiteY3" fmla="*/ 26813 h 38303"/>
                <a:gd name="connsiteX4" fmla="*/ 1278 w 30032"/>
                <a:gd name="connsiteY4" fmla="*/ 28728 h 38303"/>
                <a:gd name="connsiteX5" fmla="*/ 2556 w 30032"/>
                <a:gd name="connsiteY5" fmla="*/ 30643 h 38303"/>
                <a:gd name="connsiteX6" fmla="*/ 7029 w 30032"/>
                <a:gd name="connsiteY6" fmla="*/ 38304 h 38303"/>
                <a:gd name="connsiteX7" fmla="*/ 30033 w 30032"/>
                <a:gd name="connsiteY7" fmla="*/ 16598 h 3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032" h="38303">
                  <a:moveTo>
                    <a:pt x="30033" y="16598"/>
                  </a:moveTo>
                  <a:lnTo>
                    <a:pt x="28755" y="14683"/>
                  </a:lnTo>
                  <a:cubicBezTo>
                    <a:pt x="26199" y="8938"/>
                    <a:pt x="22365" y="4469"/>
                    <a:pt x="18531" y="0"/>
                  </a:cubicBezTo>
                  <a:lnTo>
                    <a:pt x="0" y="26813"/>
                  </a:lnTo>
                  <a:cubicBezTo>
                    <a:pt x="639" y="27451"/>
                    <a:pt x="639" y="28089"/>
                    <a:pt x="1278" y="28728"/>
                  </a:cubicBezTo>
                  <a:lnTo>
                    <a:pt x="2556" y="30643"/>
                  </a:lnTo>
                  <a:cubicBezTo>
                    <a:pt x="3834" y="33197"/>
                    <a:pt x="5751" y="36389"/>
                    <a:pt x="7029" y="38304"/>
                  </a:cubicBezTo>
                  <a:lnTo>
                    <a:pt x="30033" y="16598"/>
                  </a:lnTo>
                  <a:close/>
                </a:path>
              </a:pathLst>
            </a:custGeom>
            <a:solidFill>
              <a:srgbClr val="046A38"/>
            </a:solidFill>
            <a:ln w="6390" cap="flat">
              <a:noFill/>
              <a:prstDash val="solid"/>
              <a:miter/>
            </a:ln>
          </p:spPr>
          <p:txBody>
            <a:bodyPr rtlCol="0" anchor="ctr"/>
            <a:lstStyle/>
            <a:p>
              <a:endParaRPr lang="en-US"/>
            </a:p>
          </p:txBody>
        </p:sp>
        <p:sp>
          <p:nvSpPr>
            <p:cNvPr id="750" name="Graphic 6">
              <a:extLst>
                <a:ext uri="{FF2B5EF4-FFF2-40B4-BE49-F238E27FC236}">
                  <a16:creationId xmlns:a16="http://schemas.microsoft.com/office/drawing/2014/main" id="{660BD24B-97E1-994E-A0DC-266F7B2C8267}"/>
                </a:ext>
              </a:extLst>
            </p:cNvPr>
            <p:cNvSpPr/>
            <p:nvPr/>
          </p:nvSpPr>
          <p:spPr>
            <a:xfrm>
              <a:off x="2998797" y="1891098"/>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181474 w 362309"/>
                <a:gd name="connsiteY4" fmla="*/ 0 h 361971"/>
                <a:gd name="connsiteX5" fmla="*/ 270294 w 362309"/>
                <a:gd name="connsiteY5" fmla="*/ 234292 h 361971"/>
                <a:gd name="connsiteX6" fmla="*/ 252403 w 362309"/>
                <a:gd name="connsiteY6" fmla="*/ 234292 h 361971"/>
                <a:gd name="connsiteX7" fmla="*/ 249847 w 362309"/>
                <a:gd name="connsiteY7" fmla="*/ 234292 h 361971"/>
                <a:gd name="connsiteX8" fmla="*/ 249208 w 362309"/>
                <a:gd name="connsiteY8" fmla="*/ 234292 h 361971"/>
                <a:gd name="connsiteX9" fmla="*/ 247291 w 362309"/>
                <a:gd name="connsiteY9" fmla="*/ 233654 h 361971"/>
                <a:gd name="connsiteX10" fmla="*/ 193615 w 362309"/>
                <a:gd name="connsiteY10" fmla="*/ 194711 h 361971"/>
                <a:gd name="connsiteX11" fmla="*/ 192337 w 362309"/>
                <a:gd name="connsiteY11" fmla="*/ 192796 h 361971"/>
                <a:gd name="connsiteX12" fmla="*/ 184669 w 362309"/>
                <a:gd name="connsiteY12" fmla="*/ 184497 h 361971"/>
                <a:gd name="connsiteX13" fmla="*/ 177001 w 362309"/>
                <a:gd name="connsiteY13" fmla="*/ 184497 h 361971"/>
                <a:gd name="connsiteX14" fmla="*/ 169333 w 362309"/>
                <a:gd name="connsiteY14" fmla="*/ 192796 h 361971"/>
                <a:gd name="connsiteX15" fmla="*/ 168055 w 362309"/>
                <a:gd name="connsiteY15" fmla="*/ 194711 h 361971"/>
                <a:gd name="connsiteX16" fmla="*/ 114380 w 362309"/>
                <a:gd name="connsiteY16" fmla="*/ 233015 h 361971"/>
                <a:gd name="connsiteX17" fmla="*/ 112463 w 362309"/>
                <a:gd name="connsiteY17" fmla="*/ 233654 h 361971"/>
                <a:gd name="connsiteX18" fmla="*/ 111824 w 362309"/>
                <a:gd name="connsiteY18" fmla="*/ 233654 h 361971"/>
                <a:gd name="connsiteX19" fmla="*/ 109268 w 362309"/>
                <a:gd name="connsiteY19" fmla="*/ 233654 h 361971"/>
                <a:gd name="connsiteX20" fmla="*/ 91376 w 362309"/>
                <a:gd name="connsiteY20" fmla="*/ 233654 h 361971"/>
                <a:gd name="connsiteX21" fmla="*/ 63261 w 362309"/>
                <a:gd name="connsiteY21" fmla="*/ 205564 h 361971"/>
                <a:gd name="connsiteX22" fmla="*/ 91376 w 362309"/>
                <a:gd name="connsiteY22" fmla="*/ 177475 h 361971"/>
                <a:gd name="connsiteX23" fmla="*/ 109268 w 362309"/>
                <a:gd name="connsiteY23" fmla="*/ 177475 h 361971"/>
                <a:gd name="connsiteX24" fmla="*/ 116936 w 362309"/>
                <a:gd name="connsiteY24" fmla="*/ 169176 h 361971"/>
                <a:gd name="connsiteX25" fmla="*/ 118214 w 362309"/>
                <a:gd name="connsiteY25" fmla="*/ 167260 h 361971"/>
                <a:gd name="connsiteX26" fmla="*/ 176362 w 362309"/>
                <a:gd name="connsiteY26" fmla="*/ 128318 h 361971"/>
                <a:gd name="connsiteX27" fmla="*/ 184030 w 362309"/>
                <a:gd name="connsiteY27" fmla="*/ 128318 h 361971"/>
                <a:gd name="connsiteX28" fmla="*/ 242179 w 362309"/>
                <a:gd name="connsiteY28" fmla="*/ 167260 h 361971"/>
                <a:gd name="connsiteX29" fmla="*/ 243457 w 362309"/>
                <a:gd name="connsiteY29" fmla="*/ 169176 h 361971"/>
                <a:gd name="connsiteX30" fmla="*/ 251125 w 362309"/>
                <a:gd name="connsiteY30" fmla="*/ 177475 h 361971"/>
                <a:gd name="connsiteX31" fmla="*/ 269016 w 362309"/>
                <a:gd name="connsiteY31" fmla="*/ 177475 h 361971"/>
                <a:gd name="connsiteX32" fmla="*/ 297132 w 362309"/>
                <a:gd name="connsiteY32" fmla="*/ 205564 h 361971"/>
                <a:gd name="connsiteX33" fmla="*/ 270294 w 362309"/>
                <a:gd name="connsiteY33" fmla="*/ 23429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81076"/>
                    <a:pt x="281157" y="0"/>
                    <a:pt x="181474" y="0"/>
                  </a:cubicBezTo>
                  <a:close/>
                  <a:moveTo>
                    <a:pt x="270294" y="234292"/>
                  </a:moveTo>
                  <a:lnTo>
                    <a:pt x="252403" y="234292"/>
                  </a:lnTo>
                  <a:cubicBezTo>
                    <a:pt x="251764" y="234292"/>
                    <a:pt x="251125" y="234292"/>
                    <a:pt x="249847" y="234292"/>
                  </a:cubicBezTo>
                  <a:lnTo>
                    <a:pt x="249208" y="234292"/>
                  </a:lnTo>
                  <a:cubicBezTo>
                    <a:pt x="248569" y="234292"/>
                    <a:pt x="247930" y="234292"/>
                    <a:pt x="247291" y="233654"/>
                  </a:cubicBezTo>
                  <a:cubicBezTo>
                    <a:pt x="224926" y="231738"/>
                    <a:pt x="205117" y="217694"/>
                    <a:pt x="193615" y="194711"/>
                  </a:cubicBezTo>
                  <a:lnTo>
                    <a:pt x="192337" y="192796"/>
                  </a:lnTo>
                  <a:cubicBezTo>
                    <a:pt x="189142" y="187051"/>
                    <a:pt x="185947" y="184497"/>
                    <a:pt x="184669" y="184497"/>
                  </a:cubicBezTo>
                  <a:lnTo>
                    <a:pt x="177001" y="184497"/>
                  </a:lnTo>
                  <a:cubicBezTo>
                    <a:pt x="175723" y="184497"/>
                    <a:pt x="171889" y="186412"/>
                    <a:pt x="169333" y="192796"/>
                  </a:cubicBezTo>
                  <a:lnTo>
                    <a:pt x="168055" y="194711"/>
                  </a:lnTo>
                  <a:cubicBezTo>
                    <a:pt x="156553" y="217694"/>
                    <a:pt x="136745" y="231738"/>
                    <a:pt x="114380" y="233015"/>
                  </a:cubicBezTo>
                  <a:cubicBezTo>
                    <a:pt x="113741" y="233015"/>
                    <a:pt x="113102" y="233654"/>
                    <a:pt x="112463" y="233654"/>
                  </a:cubicBezTo>
                  <a:lnTo>
                    <a:pt x="111824" y="233654"/>
                  </a:lnTo>
                  <a:cubicBezTo>
                    <a:pt x="111185" y="233654"/>
                    <a:pt x="110546" y="233654"/>
                    <a:pt x="109268" y="233654"/>
                  </a:cubicBezTo>
                  <a:lnTo>
                    <a:pt x="91376" y="233654"/>
                  </a:lnTo>
                  <a:cubicBezTo>
                    <a:pt x="76040" y="233654"/>
                    <a:pt x="63261" y="220886"/>
                    <a:pt x="63261" y="205564"/>
                  </a:cubicBezTo>
                  <a:cubicBezTo>
                    <a:pt x="63261" y="190243"/>
                    <a:pt x="76040" y="177475"/>
                    <a:pt x="91376" y="177475"/>
                  </a:cubicBezTo>
                  <a:lnTo>
                    <a:pt x="109268" y="177475"/>
                  </a:lnTo>
                  <a:cubicBezTo>
                    <a:pt x="110546" y="177475"/>
                    <a:pt x="114380" y="175560"/>
                    <a:pt x="116936" y="169176"/>
                  </a:cubicBezTo>
                  <a:lnTo>
                    <a:pt x="118214" y="167260"/>
                  </a:lnTo>
                  <a:cubicBezTo>
                    <a:pt x="130355" y="143001"/>
                    <a:pt x="152720" y="128318"/>
                    <a:pt x="176362" y="128318"/>
                  </a:cubicBezTo>
                  <a:lnTo>
                    <a:pt x="184030" y="128318"/>
                  </a:lnTo>
                  <a:cubicBezTo>
                    <a:pt x="208312" y="128318"/>
                    <a:pt x="230038" y="143001"/>
                    <a:pt x="242179" y="167260"/>
                  </a:cubicBezTo>
                  <a:lnTo>
                    <a:pt x="243457" y="169176"/>
                  </a:lnTo>
                  <a:cubicBezTo>
                    <a:pt x="246652" y="174921"/>
                    <a:pt x="249847" y="177475"/>
                    <a:pt x="251125" y="177475"/>
                  </a:cubicBezTo>
                  <a:lnTo>
                    <a:pt x="269016" y="177475"/>
                  </a:lnTo>
                  <a:cubicBezTo>
                    <a:pt x="284352" y="177475"/>
                    <a:pt x="297132" y="190243"/>
                    <a:pt x="297132" y="205564"/>
                  </a:cubicBezTo>
                  <a:cubicBezTo>
                    <a:pt x="297132" y="220886"/>
                    <a:pt x="286269" y="234292"/>
                    <a:pt x="270294" y="234292"/>
                  </a:cubicBezTo>
                  <a:close/>
                </a:path>
              </a:pathLst>
            </a:custGeom>
            <a:solidFill>
              <a:srgbClr val="046A38"/>
            </a:solidFill>
            <a:ln w="6390" cap="flat">
              <a:noFill/>
              <a:prstDash val="solid"/>
              <a:miter/>
            </a:ln>
          </p:spPr>
          <p:txBody>
            <a:bodyPr rtlCol="0" anchor="ctr"/>
            <a:lstStyle/>
            <a:p>
              <a:endParaRPr lang="en-US"/>
            </a:p>
          </p:txBody>
        </p:sp>
        <p:sp>
          <p:nvSpPr>
            <p:cNvPr id="751" name="Graphic 6">
              <a:extLst>
                <a:ext uri="{FF2B5EF4-FFF2-40B4-BE49-F238E27FC236}">
                  <a16:creationId xmlns:a16="http://schemas.microsoft.com/office/drawing/2014/main" id="{2017C7C1-3554-7248-BE87-D7571710843F}"/>
                </a:ext>
              </a:extLst>
            </p:cNvPr>
            <p:cNvSpPr/>
            <p:nvPr/>
          </p:nvSpPr>
          <p:spPr>
            <a:xfrm>
              <a:off x="3217333" y="2076233"/>
              <a:ext cx="24281" cy="35111"/>
            </a:xfrm>
            <a:custGeom>
              <a:avLst/>
              <a:gdLst>
                <a:gd name="connsiteX0" fmla="*/ 24282 w 24281"/>
                <a:gd name="connsiteY0" fmla="*/ 1915 h 35111"/>
                <a:gd name="connsiteX1" fmla="*/ 22365 w 24281"/>
                <a:gd name="connsiteY1" fmla="*/ 0 h 35111"/>
                <a:gd name="connsiteX2" fmla="*/ 0 w 24281"/>
                <a:gd name="connsiteY2" fmla="*/ 21706 h 35111"/>
                <a:gd name="connsiteX3" fmla="*/ 24282 w 24281"/>
                <a:gd name="connsiteY3" fmla="*/ 35112 h 35111"/>
                <a:gd name="connsiteX4" fmla="*/ 24282 w 24281"/>
                <a:gd name="connsiteY4" fmla="*/ 1915 h 3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81" h="35111">
                  <a:moveTo>
                    <a:pt x="24282" y="1915"/>
                  </a:moveTo>
                  <a:cubicBezTo>
                    <a:pt x="23643" y="1277"/>
                    <a:pt x="23004" y="638"/>
                    <a:pt x="22365" y="0"/>
                  </a:cubicBezTo>
                  <a:lnTo>
                    <a:pt x="0" y="21706"/>
                  </a:lnTo>
                  <a:cubicBezTo>
                    <a:pt x="7029" y="28728"/>
                    <a:pt x="15336" y="33197"/>
                    <a:pt x="24282" y="35112"/>
                  </a:cubicBezTo>
                  <a:lnTo>
                    <a:pt x="24282" y="1915"/>
                  </a:lnTo>
                  <a:close/>
                </a:path>
              </a:pathLst>
            </a:custGeom>
            <a:solidFill>
              <a:srgbClr val="046A38"/>
            </a:solidFill>
            <a:ln w="6390" cap="flat">
              <a:noFill/>
              <a:prstDash val="solid"/>
              <a:miter/>
            </a:ln>
          </p:spPr>
          <p:txBody>
            <a:bodyPr rtlCol="0" anchor="ctr"/>
            <a:lstStyle/>
            <a:p>
              <a:endParaRPr lang="en-US"/>
            </a:p>
          </p:txBody>
        </p:sp>
      </p:grpSp>
      <p:grpSp>
        <p:nvGrpSpPr>
          <p:cNvPr id="752" name="Graphic 6">
            <a:extLst>
              <a:ext uri="{FF2B5EF4-FFF2-40B4-BE49-F238E27FC236}">
                <a16:creationId xmlns:a16="http://schemas.microsoft.com/office/drawing/2014/main" id="{E32D92FA-5FC4-0245-8560-CAE6AB941D4F}"/>
              </a:ext>
            </a:extLst>
          </p:cNvPr>
          <p:cNvGrpSpPr/>
          <p:nvPr/>
        </p:nvGrpSpPr>
        <p:grpSpPr>
          <a:xfrm>
            <a:off x="2998158" y="2369258"/>
            <a:ext cx="362313" cy="361971"/>
            <a:chOff x="2998158" y="2369258"/>
            <a:chExt cx="362313" cy="361971"/>
          </a:xfrm>
          <a:solidFill>
            <a:srgbClr val="046A38"/>
          </a:solidFill>
        </p:grpSpPr>
        <p:sp>
          <p:nvSpPr>
            <p:cNvPr id="753" name="Graphic 6">
              <a:extLst>
                <a:ext uri="{FF2B5EF4-FFF2-40B4-BE49-F238E27FC236}">
                  <a16:creationId xmlns:a16="http://schemas.microsoft.com/office/drawing/2014/main" id="{753B74CE-8376-424B-A322-5A907EF17D5B}"/>
                </a:ext>
              </a:extLst>
            </p:cNvPr>
            <p:cNvSpPr/>
            <p:nvPr/>
          </p:nvSpPr>
          <p:spPr>
            <a:xfrm>
              <a:off x="3146404" y="2562693"/>
              <a:ext cx="7668" cy="7022"/>
            </a:xfrm>
            <a:custGeom>
              <a:avLst/>
              <a:gdLst>
                <a:gd name="connsiteX0" fmla="*/ 6390 w 7668"/>
                <a:gd name="connsiteY0" fmla="*/ 5107 h 7022"/>
                <a:gd name="connsiteX1" fmla="*/ 3834 w 7668"/>
                <a:gd name="connsiteY1" fmla="*/ 2554 h 7022"/>
                <a:gd name="connsiteX2" fmla="*/ 0 w 7668"/>
                <a:gd name="connsiteY2" fmla="*/ 0 h 7022"/>
                <a:gd name="connsiteX3" fmla="*/ 1278 w 7668"/>
                <a:gd name="connsiteY3" fmla="*/ 4469 h 7022"/>
                <a:gd name="connsiteX4" fmla="*/ 7668 w 7668"/>
                <a:gd name="connsiteY4" fmla="*/ 7022 h 7022"/>
                <a:gd name="connsiteX5" fmla="*/ 6390 w 7668"/>
                <a:gd name="connsiteY5" fmla="*/ 5107 h 7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68" h="7022">
                  <a:moveTo>
                    <a:pt x="6390" y="5107"/>
                  </a:moveTo>
                  <a:lnTo>
                    <a:pt x="3834" y="2554"/>
                  </a:lnTo>
                  <a:cubicBezTo>
                    <a:pt x="2556" y="1277"/>
                    <a:pt x="1278" y="638"/>
                    <a:pt x="0" y="0"/>
                  </a:cubicBezTo>
                  <a:cubicBezTo>
                    <a:pt x="0" y="1277"/>
                    <a:pt x="0" y="3192"/>
                    <a:pt x="1278" y="4469"/>
                  </a:cubicBezTo>
                  <a:cubicBezTo>
                    <a:pt x="2556" y="6384"/>
                    <a:pt x="5112" y="7022"/>
                    <a:pt x="7668" y="7022"/>
                  </a:cubicBezTo>
                  <a:cubicBezTo>
                    <a:pt x="7668" y="6384"/>
                    <a:pt x="7029" y="5746"/>
                    <a:pt x="6390" y="5107"/>
                  </a:cubicBezTo>
                  <a:close/>
                </a:path>
              </a:pathLst>
            </a:custGeom>
            <a:solidFill>
              <a:srgbClr val="046A38"/>
            </a:solidFill>
            <a:ln w="6390" cap="flat">
              <a:noFill/>
              <a:prstDash val="solid"/>
              <a:miter/>
            </a:ln>
          </p:spPr>
          <p:txBody>
            <a:bodyPr rtlCol="0" anchor="ctr"/>
            <a:lstStyle/>
            <a:p>
              <a:endParaRPr lang="en-US"/>
            </a:p>
          </p:txBody>
        </p:sp>
        <p:sp>
          <p:nvSpPr>
            <p:cNvPr id="754" name="Graphic 6">
              <a:extLst>
                <a:ext uri="{FF2B5EF4-FFF2-40B4-BE49-F238E27FC236}">
                  <a16:creationId xmlns:a16="http://schemas.microsoft.com/office/drawing/2014/main" id="{39F68FCC-E68C-6B41-9923-903CEE50E19C}"/>
                </a:ext>
              </a:extLst>
            </p:cNvPr>
            <p:cNvSpPr/>
            <p:nvPr/>
          </p:nvSpPr>
          <p:spPr>
            <a:xfrm>
              <a:off x="3133625" y="2516728"/>
              <a:ext cx="91376" cy="132148"/>
            </a:xfrm>
            <a:custGeom>
              <a:avLst/>
              <a:gdLst>
                <a:gd name="connsiteX0" fmla="*/ 66455 w 91376"/>
                <a:gd name="connsiteY0" fmla="*/ 94483 h 132148"/>
                <a:gd name="connsiteX1" fmla="*/ 58148 w 91376"/>
                <a:gd name="connsiteY1" fmla="*/ 72777 h 132148"/>
                <a:gd name="connsiteX2" fmla="*/ 58148 w 91376"/>
                <a:gd name="connsiteY2" fmla="*/ 56817 h 132148"/>
                <a:gd name="connsiteX3" fmla="*/ 63260 w 91376"/>
                <a:gd name="connsiteY3" fmla="*/ 42773 h 132148"/>
                <a:gd name="connsiteX4" fmla="*/ 65816 w 91376"/>
                <a:gd name="connsiteY4" fmla="*/ 40219 h 132148"/>
                <a:gd name="connsiteX5" fmla="*/ 81152 w 91376"/>
                <a:gd name="connsiteY5" fmla="*/ 33197 h 132148"/>
                <a:gd name="connsiteX6" fmla="*/ 90737 w 91376"/>
                <a:gd name="connsiteY6" fmla="*/ 33197 h 132148"/>
                <a:gd name="connsiteX7" fmla="*/ 91376 w 91376"/>
                <a:gd name="connsiteY7" fmla="*/ 33197 h 132148"/>
                <a:gd name="connsiteX8" fmla="*/ 89459 w 91376"/>
                <a:gd name="connsiteY8" fmla="*/ 20429 h 132148"/>
                <a:gd name="connsiteX9" fmla="*/ 88181 w 91376"/>
                <a:gd name="connsiteY9" fmla="*/ 15960 h 132148"/>
                <a:gd name="connsiteX10" fmla="*/ 83708 w 91376"/>
                <a:gd name="connsiteY10" fmla="*/ 11491 h 132148"/>
                <a:gd name="connsiteX11" fmla="*/ 60065 w 91376"/>
                <a:gd name="connsiteY11" fmla="*/ 2554 h 132148"/>
                <a:gd name="connsiteX12" fmla="*/ 47925 w 91376"/>
                <a:gd name="connsiteY12" fmla="*/ 0 h 132148"/>
                <a:gd name="connsiteX13" fmla="*/ 42813 w 91376"/>
                <a:gd name="connsiteY13" fmla="*/ 0 h 132148"/>
                <a:gd name="connsiteX14" fmla="*/ 30672 w 91376"/>
                <a:gd name="connsiteY14" fmla="*/ 2554 h 132148"/>
                <a:gd name="connsiteX15" fmla="*/ 7029 w 91376"/>
                <a:gd name="connsiteY15" fmla="*/ 11491 h 132148"/>
                <a:gd name="connsiteX16" fmla="*/ 2556 w 91376"/>
                <a:gd name="connsiteY16" fmla="*/ 15960 h 132148"/>
                <a:gd name="connsiteX17" fmla="*/ 1917 w 91376"/>
                <a:gd name="connsiteY17" fmla="*/ 20429 h 132148"/>
                <a:gd name="connsiteX18" fmla="*/ 0 w 91376"/>
                <a:gd name="connsiteY18" fmla="*/ 33197 h 132148"/>
                <a:gd name="connsiteX19" fmla="*/ 1278 w 91376"/>
                <a:gd name="connsiteY19" fmla="*/ 33197 h 132148"/>
                <a:gd name="connsiteX20" fmla="*/ 10863 w 91376"/>
                <a:gd name="connsiteY20" fmla="*/ 33197 h 132148"/>
                <a:gd name="connsiteX21" fmla="*/ 26199 w 91376"/>
                <a:gd name="connsiteY21" fmla="*/ 40219 h 132148"/>
                <a:gd name="connsiteX22" fmla="*/ 28755 w 91376"/>
                <a:gd name="connsiteY22" fmla="*/ 42773 h 132148"/>
                <a:gd name="connsiteX23" fmla="*/ 33867 w 91376"/>
                <a:gd name="connsiteY23" fmla="*/ 56817 h 132148"/>
                <a:gd name="connsiteX24" fmla="*/ 33867 w 91376"/>
                <a:gd name="connsiteY24" fmla="*/ 72777 h 132148"/>
                <a:gd name="connsiteX25" fmla="*/ 26199 w 91376"/>
                <a:gd name="connsiteY25" fmla="*/ 94483 h 132148"/>
                <a:gd name="connsiteX26" fmla="*/ 22365 w 91376"/>
                <a:gd name="connsiteY26" fmla="*/ 98313 h 132148"/>
                <a:gd name="connsiteX27" fmla="*/ 22365 w 91376"/>
                <a:gd name="connsiteY27" fmla="*/ 104697 h 132148"/>
                <a:gd name="connsiteX28" fmla="*/ 23643 w 91376"/>
                <a:gd name="connsiteY28" fmla="*/ 107889 h 132148"/>
                <a:gd name="connsiteX29" fmla="*/ 29394 w 91376"/>
                <a:gd name="connsiteY29" fmla="*/ 112358 h 132148"/>
                <a:gd name="connsiteX30" fmla="*/ 31950 w 91376"/>
                <a:gd name="connsiteY30" fmla="*/ 117465 h 132148"/>
                <a:gd name="connsiteX31" fmla="*/ 31950 w 91376"/>
                <a:gd name="connsiteY31" fmla="*/ 123211 h 132148"/>
                <a:gd name="connsiteX32" fmla="*/ 40896 w 91376"/>
                <a:gd name="connsiteY32" fmla="*/ 132148 h 132148"/>
                <a:gd name="connsiteX33" fmla="*/ 52398 w 91376"/>
                <a:gd name="connsiteY33" fmla="*/ 132148 h 132148"/>
                <a:gd name="connsiteX34" fmla="*/ 58148 w 91376"/>
                <a:gd name="connsiteY34" fmla="*/ 126403 h 132148"/>
                <a:gd name="connsiteX35" fmla="*/ 58148 w 91376"/>
                <a:gd name="connsiteY35" fmla="*/ 117465 h 132148"/>
                <a:gd name="connsiteX36" fmla="*/ 60704 w 91376"/>
                <a:gd name="connsiteY36" fmla="*/ 112358 h 132148"/>
                <a:gd name="connsiteX37" fmla="*/ 66455 w 91376"/>
                <a:gd name="connsiteY37" fmla="*/ 107889 h 132148"/>
                <a:gd name="connsiteX38" fmla="*/ 68372 w 91376"/>
                <a:gd name="connsiteY38" fmla="*/ 104697 h 132148"/>
                <a:gd name="connsiteX39" fmla="*/ 68372 w 91376"/>
                <a:gd name="connsiteY39" fmla="*/ 98313 h 132148"/>
                <a:gd name="connsiteX40" fmla="*/ 66455 w 91376"/>
                <a:gd name="connsiteY40" fmla="*/ 94483 h 132148"/>
                <a:gd name="connsiteX41" fmla="*/ 54954 w 91376"/>
                <a:gd name="connsiteY41" fmla="*/ 36389 h 132148"/>
                <a:gd name="connsiteX42" fmla="*/ 44730 w 91376"/>
                <a:gd name="connsiteY42" fmla="*/ 40219 h 132148"/>
                <a:gd name="connsiteX43" fmla="*/ 43452 w 91376"/>
                <a:gd name="connsiteY43" fmla="*/ 40219 h 132148"/>
                <a:gd name="connsiteX44" fmla="*/ 34506 w 91376"/>
                <a:gd name="connsiteY44" fmla="*/ 37665 h 132148"/>
                <a:gd name="connsiteX45" fmla="*/ 23004 w 91376"/>
                <a:gd name="connsiteY45" fmla="*/ 28089 h 132148"/>
                <a:gd name="connsiteX46" fmla="*/ 12141 w 91376"/>
                <a:gd name="connsiteY46" fmla="*/ 26174 h 132148"/>
                <a:gd name="connsiteX47" fmla="*/ 7029 w 91376"/>
                <a:gd name="connsiteY47" fmla="*/ 18514 h 132148"/>
                <a:gd name="connsiteX48" fmla="*/ 14697 w 91376"/>
                <a:gd name="connsiteY48" fmla="*/ 13406 h 132148"/>
                <a:gd name="connsiteX49" fmla="*/ 26838 w 91376"/>
                <a:gd name="connsiteY49" fmla="*/ 15960 h 132148"/>
                <a:gd name="connsiteX50" fmla="*/ 29394 w 91376"/>
                <a:gd name="connsiteY50" fmla="*/ 17237 h 132148"/>
                <a:gd name="connsiteX51" fmla="*/ 42174 w 91376"/>
                <a:gd name="connsiteY51" fmla="*/ 26813 h 132148"/>
                <a:gd name="connsiteX52" fmla="*/ 43452 w 91376"/>
                <a:gd name="connsiteY52" fmla="*/ 26813 h 132148"/>
                <a:gd name="connsiteX53" fmla="*/ 44730 w 91376"/>
                <a:gd name="connsiteY53" fmla="*/ 26813 h 132148"/>
                <a:gd name="connsiteX54" fmla="*/ 46008 w 91376"/>
                <a:gd name="connsiteY54" fmla="*/ 26813 h 132148"/>
                <a:gd name="connsiteX55" fmla="*/ 56232 w 91376"/>
                <a:gd name="connsiteY55" fmla="*/ 17237 h 132148"/>
                <a:gd name="connsiteX56" fmla="*/ 59427 w 91376"/>
                <a:gd name="connsiteY56" fmla="*/ 15960 h 132148"/>
                <a:gd name="connsiteX57" fmla="*/ 73484 w 91376"/>
                <a:gd name="connsiteY57" fmla="*/ 13406 h 132148"/>
                <a:gd name="connsiteX58" fmla="*/ 81152 w 91376"/>
                <a:gd name="connsiteY58" fmla="*/ 18514 h 132148"/>
                <a:gd name="connsiteX59" fmla="*/ 76040 w 91376"/>
                <a:gd name="connsiteY59" fmla="*/ 26174 h 132148"/>
                <a:gd name="connsiteX60" fmla="*/ 63899 w 91376"/>
                <a:gd name="connsiteY60" fmla="*/ 28089 h 132148"/>
                <a:gd name="connsiteX61" fmla="*/ 54954 w 91376"/>
                <a:gd name="connsiteY61" fmla="*/ 36389 h 132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91376" h="132148">
                  <a:moveTo>
                    <a:pt x="66455" y="94483"/>
                  </a:moveTo>
                  <a:cubicBezTo>
                    <a:pt x="61343" y="88099"/>
                    <a:pt x="58148" y="80438"/>
                    <a:pt x="58148" y="72777"/>
                  </a:cubicBezTo>
                  <a:lnTo>
                    <a:pt x="58148" y="56817"/>
                  </a:lnTo>
                  <a:cubicBezTo>
                    <a:pt x="58148" y="51710"/>
                    <a:pt x="60065" y="46603"/>
                    <a:pt x="63260" y="42773"/>
                  </a:cubicBezTo>
                  <a:lnTo>
                    <a:pt x="65816" y="40219"/>
                  </a:lnTo>
                  <a:cubicBezTo>
                    <a:pt x="69650" y="35750"/>
                    <a:pt x="75401" y="33197"/>
                    <a:pt x="81152" y="33197"/>
                  </a:cubicBezTo>
                  <a:lnTo>
                    <a:pt x="90737" y="33197"/>
                  </a:lnTo>
                  <a:cubicBezTo>
                    <a:pt x="91376" y="33197"/>
                    <a:pt x="91376" y="33197"/>
                    <a:pt x="91376" y="33197"/>
                  </a:cubicBezTo>
                  <a:lnTo>
                    <a:pt x="89459" y="20429"/>
                  </a:lnTo>
                  <a:lnTo>
                    <a:pt x="88181" y="15960"/>
                  </a:lnTo>
                  <a:cubicBezTo>
                    <a:pt x="87542" y="14045"/>
                    <a:pt x="85625" y="12768"/>
                    <a:pt x="83708" y="11491"/>
                  </a:cubicBezTo>
                  <a:lnTo>
                    <a:pt x="60065" y="2554"/>
                  </a:lnTo>
                  <a:cubicBezTo>
                    <a:pt x="56232" y="1277"/>
                    <a:pt x="51759" y="0"/>
                    <a:pt x="47925" y="0"/>
                  </a:cubicBezTo>
                  <a:lnTo>
                    <a:pt x="42813" y="0"/>
                  </a:lnTo>
                  <a:cubicBezTo>
                    <a:pt x="38340" y="0"/>
                    <a:pt x="34506" y="638"/>
                    <a:pt x="30672" y="2554"/>
                  </a:cubicBezTo>
                  <a:lnTo>
                    <a:pt x="7029" y="11491"/>
                  </a:lnTo>
                  <a:cubicBezTo>
                    <a:pt x="5112" y="12130"/>
                    <a:pt x="3195" y="14045"/>
                    <a:pt x="2556" y="15960"/>
                  </a:cubicBezTo>
                  <a:lnTo>
                    <a:pt x="1917" y="20429"/>
                  </a:lnTo>
                  <a:lnTo>
                    <a:pt x="0" y="33197"/>
                  </a:lnTo>
                  <a:cubicBezTo>
                    <a:pt x="639" y="33197"/>
                    <a:pt x="639" y="33197"/>
                    <a:pt x="1278" y="33197"/>
                  </a:cubicBezTo>
                  <a:lnTo>
                    <a:pt x="10863" y="33197"/>
                  </a:lnTo>
                  <a:cubicBezTo>
                    <a:pt x="16614" y="33197"/>
                    <a:pt x="22365" y="35750"/>
                    <a:pt x="26199" y="40219"/>
                  </a:cubicBezTo>
                  <a:lnTo>
                    <a:pt x="28755" y="42773"/>
                  </a:lnTo>
                  <a:cubicBezTo>
                    <a:pt x="31950" y="46603"/>
                    <a:pt x="33867" y="51710"/>
                    <a:pt x="33867" y="56817"/>
                  </a:cubicBezTo>
                  <a:lnTo>
                    <a:pt x="33867" y="72777"/>
                  </a:lnTo>
                  <a:cubicBezTo>
                    <a:pt x="33867" y="80438"/>
                    <a:pt x="31311" y="88099"/>
                    <a:pt x="26199" y="94483"/>
                  </a:cubicBezTo>
                  <a:lnTo>
                    <a:pt x="22365" y="98313"/>
                  </a:lnTo>
                  <a:lnTo>
                    <a:pt x="22365" y="104697"/>
                  </a:lnTo>
                  <a:cubicBezTo>
                    <a:pt x="22365" y="105974"/>
                    <a:pt x="23004" y="107251"/>
                    <a:pt x="23643" y="107889"/>
                  </a:cubicBezTo>
                  <a:lnTo>
                    <a:pt x="29394" y="112358"/>
                  </a:lnTo>
                  <a:cubicBezTo>
                    <a:pt x="31311" y="113635"/>
                    <a:pt x="31950" y="115550"/>
                    <a:pt x="31950" y="117465"/>
                  </a:cubicBezTo>
                  <a:lnTo>
                    <a:pt x="31950" y="123211"/>
                  </a:lnTo>
                  <a:cubicBezTo>
                    <a:pt x="31950" y="128318"/>
                    <a:pt x="35784" y="132148"/>
                    <a:pt x="40896" y="132148"/>
                  </a:cubicBezTo>
                  <a:lnTo>
                    <a:pt x="52398" y="132148"/>
                  </a:lnTo>
                  <a:cubicBezTo>
                    <a:pt x="55593" y="132148"/>
                    <a:pt x="58148" y="129595"/>
                    <a:pt x="58148" y="126403"/>
                  </a:cubicBezTo>
                  <a:lnTo>
                    <a:pt x="58148" y="117465"/>
                  </a:lnTo>
                  <a:cubicBezTo>
                    <a:pt x="58148" y="115550"/>
                    <a:pt x="59427" y="113635"/>
                    <a:pt x="60704" y="112358"/>
                  </a:cubicBezTo>
                  <a:lnTo>
                    <a:pt x="66455" y="107889"/>
                  </a:lnTo>
                  <a:cubicBezTo>
                    <a:pt x="67733" y="107251"/>
                    <a:pt x="68372" y="105974"/>
                    <a:pt x="68372" y="104697"/>
                  </a:cubicBezTo>
                  <a:lnTo>
                    <a:pt x="68372" y="98313"/>
                  </a:lnTo>
                  <a:lnTo>
                    <a:pt x="66455" y="94483"/>
                  </a:lnTo>
                  <a:close/>
                  <a:moveTo>
                    <a:pt x="54954" y="36389"/>
                  </a:moveTo>
                  <a:cubicBezTo>
                    <a:pt x="52398" y="38942"/>
                    <a:pt x="48564" y="40219"/>
                    <a:pt x="44730" y="40219"/>
                  </a:cubicBezTo>
                  <a:lnTo>
                    <a:pt x="43452" y="40219"/>
                  </a:lnTo>
                  <a:cubicBezTo>
                    <a:pt x="40257" y="40219"/>
                    <a:pt x="37062" y="38942"/>
                    <a:pt x="34506" y="37665"/>
                  </a:cubicBezTo>
                  <a:lnTo>
                    <a:pt x="23004" y="28089"/>
                  </a:lnTo>
                  <a:lnTo>
                    <a:pt x="12141" y="26174"/>
                  </a:lnTo>
                  <a:cubicBezTo>
                    <a:pt x="8946" y="25536"/>
                    <a:pt x="6390" y="22344"/>
                    <a:pt x="7029" y="18514"/>
                  </a:cubicBezTo>
                  <a:cubicBezTo>
                    <a:pt x="7668" y="15322"/>
                    <a:pt x="10863" y="12768"/>
                    <a:pt x="14697" y="13406"/>
                  </a:cubicBezTo>
                  <a:lnTo>
                    <a:pt x="26838" y="15960"/>
                  </a:lnTo>
                  <a:cubicBezTo>
                    <a:pt x="27477" y="15960"/>
                    <a:pt x="28755" y="16598"/>
                    <a:pt x="29394" y="17237"/>
                  </a:cubicBezTo>
                  <a:lnTo>
                    <a:pt x="42174" y="26813"/>
                  </a:lnTo>
                  <a:cubicBezTo>
                    <a:pt x="42174" y="26813"/>
                    <a:pt x="42813" y="26813"/>
                    <a:pt x="43452" y="26813"/>
                  </a:cubicBezTo>
                  <a:lnTo>
                    <a:pt x="44730" y="26813"/>
                  </a:lnTo>
                  <a:cubicBezTo>
                    <a:pt x="45369" y="26813"/>
                    <a:pt x="46008" y="26813"/>
                    <a:pt x="46008" y="26813"/>
                  </a:cubicBezTo>
                  <a:lnTo>
                    <a:pt x="56232" y="17237"/>
                  </a:lnTo>
                  <a:cubicBezTo>
                    <a:pt x="56870" y="16598"/>
                    <a:pt x="58148" y="15960"/>
                    <a:pt x="59427" y="15960"/>
                  </a:cubicBezTo>
                  <a:lnTo>
                    <a:pt x="73484" y="13406"/>
                  </a:lnTo>
                  <a:cubicBezTo>
                    <a:pt x="76679" y="12768"/>
                    <a:pt x="80513" y="15322"/>
                    <a:pt x="81152" y="18514"/>
                  </a:cubicBezTo>
                  <a:cubicBezTo>
                    <a:pt x="81791" y="21706"/>
                    <a:pt x="79235" y="25536"/>
                    <a:pt x="76040" y="26174"/>
                  </a:cubicBezTo>
                  <a:lnTo>
                    <a:pt x="63899" y="28089"/>
                  </a:lnTo>
                  <a:lnTo>
                    <a:pt x="54954" y="36389"/>
                  </a:lnTo>
                  <a:close/>
                </a:path>
              </a:pathLst>
            </a:custGeom>
            <a:solidFill>
              <a:srgbClr val="046A38"/>
            </a:solidFill>
            <a:ln w="6390" cap="flat">
              <a:noFill/>
              <a:prstDash val="solid"/>
              <a:miter/>
            </a:ln>
          </p:spPr>
          <p:txBody>
            <a:bodyPr rtlCol="0" anchor="ctr"/>
            <a:lstStyle/>
            <a:p>
              <a:endParaRPr lang="en-US"/>
            </a:p>
          </p:txBody>
        </p:sp>
        <p:sp>
          <p:nvSpPr>
            <p:cNvPr id="755" name="Graphic 6">
              <a:extLst>
                <a:ext uri="{FF2B5EF4-FFF2-40B4-BE49-F238E27FC236}">
                  <a16:creationId xmlns:a16="http://schemas.microsoft.com/office/drawing/2014/main" id="{C92F6674-D768-D647-926F-B19F3B39BE5E}"/>
                </a:ext>
              </a:extLst>
            </p:cNvPr>
            <p:cNvSpPr/>
            <p:nvPr/>
          </p:nvSpPr>
          <p:spPr>
            <a:xfrm>
              <a:off x="3128986" y="2562693"/>
              <a:ext cx="25725" cy="39580"/>
            </a:xfrm>
            <a:custGeom>
              <a:avLst/>
              <a:gdLst>
                <a:gd name="connsiteX0" fmla="*/ 21253 w 25725"/>
                <a:gd name="connsiteY0" fmla="*/ 39581 h 39580"/>
                <a:gd name="connsiteX1" fmla="*/ 25726 w 25725"/>
                <a:gd name="connsiteY1" fmla="*/ 26813 h 39580"/>
                <a:gd name="connsiteX2" fmla="*/ 25726 w 25725"/>
                <a:gd name="connsiteY2" fmla="*/ 20429 h 39580"/>
                <a:gd name="connsiteX3" fmla="*/ 9112 w 25725"/>
                <a:gd name="connsiteY3" fmla="*/ 13406 h 39580"/>
                <a:gd name="connsiteX4" fmla="*/ 4639 w 25725"/>
                <a:gd name="connsiteY4" fmla="*/ 1277 h 39580"/>
                <a:gd name="connsiteX5" fmla="*/ 2722 w 25725"/>
                <a:gd name="connsiteY5" fmla="*/ 0 h 39580"/>
                <a:gd name="connsiteX6" fmla="*/ 166 w 25725"/>
                <a:gd name="connsiteY6" fmla="*/ 15322 h 39580"/>
                <a:gd name="connsiteX7" fmla="*/ 2722 w 25725"/>
                <a:gd name="connsiteY7" fmla="*/ 22344 h 39580"/>
                <a:gd name="connsiteX8" fmla="*/ 21253 w 25725"/>
                <a:gd name="connsiteY8" fmla="*/ 39581 h 39580"/>
                <a:gd name="connsiteX9" fmla="*/ 21253 w 25725"/>
                <a:gd name="connsiteY9" fmla="*/ 39581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25" h="39580">
                  <a:moveTo>
                    <a:pt x="21253" y="39581"/>
                  </a:moveTo>
                  <a:cubicBezTo>
                    <a:pt x="24448" y="36389"/>
                    <a:pt x="25726" y="31282"/>
                    <a:pt x="25726" y="26813"/>
                  </a:cubicBezTo>
                  <a:lnTo>
                    <a:pt x="25726" y="20429"/>
                  </a:lnTo>
                  <a:cubicBezTo>
                    <a:pt x="18058" y="19790"/>
                    <a:pt x="12946" y="17875"/>
                    <a:pt x="9112" y="13406"/>
                  </a:cubicBezTo>
                  <a:cubicBezTo>
                    <a:pt x="5917" y="8938"/>
                    <a:pt x="4639" y="4469"/>
                    <a:pt x="4639" y="1277"/>
                  </a:cubicBezTo>
                  <a:lnTo>
                    <a:pt x="2722" y="0"/>
                  </a:lnTo>
                  <a:lnTo>
                    <a:pt x="166" y="15322"/>
                  </a:lnTo>
                  <a:cubicBezTo>
                    <a:pt x="-473" y="17875"/>
                    <a:pt x="805" y="20429"/>
                    <a:pt x="2722" y="22344"/>
                  </a:cubicBezTo>
                  <a:lnTo>
                    <a:pt x="21253" y="39581"/>
                  </a:lnTo>
                  <a:lnTo>
                    <a:pt x="21253" y="39581"/>
                  </a:lnTo>
                  <a:close/>
                </a:path>
              </a:pathLst>
            </a:custGeom>
            <a:solidFill>
              <a:srgbClr val="046A38"/>
            </a:solidFill>
            <a:ln w="6390" cap="flat">
              <a:noFill/>
              <a:prstDash val="solid"/>
              <a:miter/>
            </a:ln>
          </p:spPr>
          <p:txBody>
            <a:bodyPr rtlCol="0" anchor="ctr"/>
            <a:lstStyle/>
            <a:p>
              <a:endParaRPr lang="en-US"/>
            </a:p>
          </p:txBody>
        </p:sp>
        <p:sp>
          <p:nvSpPr>
            <p:cNvPr id="756" name="Graphic 6">
              <a:extLst>
                <a:ext uri="{FF2B5EF4-FFF2-40B4-BE49-F238E27FC236}">
                  <a16:creationId xmlns:a16="http://schemas.microsoft.com/office/drawing/2014/main" id="{14DACF3A-F094-8F46-BCB2-1F599F736341}"/>
                </a:ext>
              </a:extLst>
            </p:cNvPr>
            <p:cNvSpPr/>
            <p:nvPr/>
          </p:nvSpPr>
          <p:spPr>
            <a:xfrm>
              <a:off x="3205192" y="2562693"/>
              <a:ext cx="7667" cy="7022"/>
            </a:xfrm>
            <a:custGeom>
              <a:avLst/>
              <a:gdLst>
                <a:gd name="connsiteX0" fmla="*/ 0 w 7667"/>
                <a:gd name="connsiteY0" fmla="*/ 7022 h 7022"/>
                <a:gd name="connsiteX1" fmla="*/ 6390 w 7667"/>
                <a:gd name="connsiteY1" fmla="*/ 4469 h 7022"/>
                <a:gd name="connsiteX2" fmla="*/ 7668 w 7667"/>
                <a:gd name="connsiteY2" fmla="*/ 0 h 7022"/>
                <a:gd name="connsiteX3" fmla="*/ 3834 w 7667"/>
                <a:gd name="connsiteY3" fmla="*/ 2554 h 7022"/>
                <a:gd name="connsiteX4" fmla="*/ 1278 w 7667"/>
                <a:gd name="connsiteY4" fmla="*/ 5107 h 7022"/>
                <a:gd name="connsiteX5" fmla="*/ 0 w 7667"/>
                <a:gd name="connsiteY5" fmla="*/ 7022 h 7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67" h="7022">
                  <a:moveTo>
                    <a:pt x="0" y="7022"/>
                  </a:moveTo>
                  <a:cubicBezTo>
                    <a:pt x="2556" y="7022"/>
                    <a:pt x="5112" y="5746"/>
                    <a:pt x="6390" y="4469"/>
                  </a:cubicBezTo>
                  <a:cubicBezTo>
                    <a:pt x="7668" y="3192"/>
                    <a:pt x="7668" y="1277"/>
                    <a:pt x="7668" y="0"/>
                  </a:cubicBezTo>
                  <a:cubicBezTo>
                    <a:pt x="6390" y="638"/>
                    <a:pt x="4473" y="1277"/>
                    <a:pt x="3834" y="2554"/>
                  </a:cubicBezTo>
                  <a:lnTo>
                    <a:pt x="1278" y="5107"/>
                  </a:lnTo>
                  <a:cubicBezTo>
                    <a:pt x="639" y="5746"/>
                    <a:pt x="639" y="6384"/>
                    <a:pt x="0" y="7022"/>
                  </a:cubicBezTo>
                  <a:close/>
                </a:path>
              </a:pathLst>
            </a:custGeom>
            <a:solidFill>
              <a:srgbClr val="046A38"/>
            </a:solidFill>
            <a:ln w="6390" cap="flat">
              <a:noFill/>
              <a:prstDash val="solid"/>
              <a:miter/>
            </a:ln>
          </p:spPr>
          <p:txBody>
            <a:bodyPr rtlCol="0" anchor="ctr"/>
            <a:lstStyle/>
            <a:p>
              <a:endParaRPr lang="en-US"/>
            </a:p>
          </p:txBody>
        </p:sp>
        <p:sp>
          <p:nvSpPr>
            <p:cNvPr id="757" name="Graphic 6">
              <a:extLst>
                <a:ext uri="{FF2B5EF4-FFF2-40B4-BE49-F238E27FC236}">
                  <a16:creationId xmlns:a16="http://schemas.microsoft.com/office/drawing/2014/main" id="{86CFA55C-01F8-2E4A-8EC5-41C46FF10534}"/>
                </a:ext>
              </a:extLst>
            </p:cNvPr>
            <p:cNvSpPr/>
            <p:nvPr/>
          </p:nvSpPr>
          <p:spPr>
            <a:xfrm>
              <a:off x="3068325" y="2481616"/>
              <a:ext cx="55714" cy="71500"/>
            </a:xfrm>
            <a:custGeom>
              <a:avLst/>
              <a:gdLst>
                <a:gd name="connsiteX0" fmla="*/ 55715 w 55714"/>
                <a:gd name="connsiteY0" fmla="*/ 49157 h 71500"/>
                <a:gd name="connsiteX1" fmla="*/ 26321 w 55714"/>
                <a:gd name="connsiteY1" fmla="*/ 33197 h 71500"/>
                <a:gd name="connsiteX2" fmla="*/ 32711 w 55714"/>
                <a:gd name="connsiteY2" fmla="*/ 0 h 71500"/>
                <a:gd name="connsiteX3" fmla="*/ 11624 w 55714"/>
                <a:gd name="connsiteY3" fmla="*/ 14045 h 71500"/>
                <a:gd name="connsiteX4" fmla="*/ 122 w 55714"/>
                <a:gd name="connsiteY4" fmla="*/ 30643 h 71500"/>
                <a:gd name="connsiteX5" fmla="*/ 4595 w 55714"/>
                <a:gd name="connsiteY5" fmla="*/ 42134 h 71500"/>
                <a:gd name="connsiteX6" fmla="*/ 50603 w 55714"/>
                <a:gd name="connsiteY6" fmla="*/ 71500 h 71500"/>
                <a:gd name="connsiteX7" fmla="*/ 55076 w 55714"/>
                <a:gd name="connsiteY7" fmla="*/ 52349 h 71500"/>
                <a:gd name="connsiteX8" fmla="*/ 55715 w 55714"/>
                <a:gd name="connsiteY8" fmla="*/ 50433 h 71500"/>
                <a:gd name="connsiteX9" fmla="*/ 55715 w 55714"/>
                <a:gd name="connsiteY9" fmla="*/ 49157 h 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714" h="71500">
                  <a:moveTo>
                    <a:pt x="55715" y="49157"/>
                  </a:moveTo>
                  <a:cubicBezTo>
                    <a:pt x="46769" y="47241"/>
                    <a:pt x="32072" y="42134"/>
                    <a:pt x="26321" y="33197"/>
                  </a:cubicBezTo>
                  <a:cubicBezTo>
                    <a:pt x="19931" y="23621"/>
                    <a:pt x="26321" y="9576"/>
                    <a:pt x="32711" y="0"/>
                  </a:cubicBezTo>
                  <a:lnTo>
                    <a:pt x="11624" y="14045"/>
                  </a:lnTo>
                  <a:cubicBezTo>
                    <a:pt x="9068" y="15960"/>
                    <a:pt x="1400" y="22982"/>
                    <a:pt x="122" y="30643"/>
                  </a:cubicBezTo>
                  <a:cubicBezTo>
                    <a:pt x="-517" y="34473"/>
                    <a:pt x="1400" y="38304"/>
                    <a:pt x="4595" y="42134"/>
                  </a:cubicBezTo>
                  <a:cubicBezTo>
                    <a:pt x="16097" y="55541"/>
                    <a:pt x="39101" y="66393"/>
                    <a:pt x="50603" y="71500"/>
                  </a:cubicBezTo>
                  <a:lnTo>
                    <a:pt x="55076" y="52349"/>
                  </a:lnTo>
                  <a:lnTo>
                    <a:pt x="55715" y="50433"/>
                  </a:lnTo>
                  <a:cubicBezTo>
                    <a:pt x="55715" y="50433"/>
                    <a:pt x="55715" y="49795"/>
                    <a:pt x="55715" y="49157"/>
                  </a:cubicBezTo>
                  <a:close/>
                </a:path>
              </a:pathLst>
            </a:custGeom>
            <a:solidFill>
              <a:srgbClr val="046A38"/>
            </a:solidFill>
            <a:ln w="6390" cap="flat">
              <a:noFill/>
              <a:prstDash val="solid"/>
              <a:miter/>
            </a:ln>
          </p:spPr>
          <p:txBody>
            <a:bodyPr rtlCol="0" anchor="ctr"/>
            <a:lstStyle/>
            <a:p>
              <a:endParaRPr lang="en-US"/>
            </a:p>
          </p:txBody>
        </p:sp>
        <p:sp>
          <p:nvSpPr>
            <p:cNvPr id="758" name="Graphic 6">
              <a:extLst>
                <a:ext uri="{FF2B5EF4-FFF2-40B4-BE49-F238E27FC236}">
                  <a16:creationId xmlns:a16="http://schemas.microsoft.com/office/drawing/2014/main" id="{238215BD-575A-D94C-90D2-F6CC37217A4A}"/>
                </a:ext>
              </a:extLst>
            </p:cNvPr>
            <p:cNvSpPr/>
            <p:nvPr/>
          </p:nvSpPr>
          <p:spPr>
            <a:xfrm>
              <a:off x="3204553" y="2562054"/>
              <a:ext cx="25725" cy="39580"/>
            </a:xfrm>
            <a:custGeom>
              <a:avLst/>
              <a:gdLst>
                <a:gd name="connsiteX0" fmla="*/ 23004 w 25725"/>
                <a:gd name="connsiteY0" fmla="*/ 0 h 39580"/>
                <a:gd name="connsiteX1" fmla="*/ 21087 w 25725"/>
                <a:gd name="connsiteY1" fmla="*/ 1277 h 39580"/>
                <a:gd name="connsiteX2" fmla="*/ 16614 w 25725"/>
                <a:gd name="connsiteY2" fmla="*/ 13406 h 39580"/>
                <a:gd name="connsiteX3" fmla="*/ 0 w 25725"/>
                <a:gd name="connsiteY3" fmla="*/ 20429 h 39580"/>
                <a:gd name="connsiteX4" fmla="*/ 0 w 25725"/>
                <a:gd name="connsiteY4" fmla="*/ 26813 h 39580"/>
                <a:gd name="connsiteX5" fmla="*/ 4473 w 25725"/>
                <a:gd name="connsiteY5" fmla="*/ 39581 h 39580"/>
                <a:gd name="connsiteX6" fmla="*/ 23004 w 25725"/>
                <a:gd name="connsiteY6" fmla="*/ 22344 h 39580"/>
                <a:gd name="connsiteX7" fmla="*/ 25560 w 25725"/>
                <a:gd name="connsiteY7" fmla="*/ 15322 h 39580"/>
                <a:gd name="connsiteX8" fmla="*/ 23004 w 25725"/>
                <a:gd name="connsiteY8" fmla="*/ 0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725" h="39580">
                  <a:moveTo>
                    <a:pt x="23004" y="0"/>
                  </a:moveTo>
                  <a:lnTo>
                    <a:pt x="21087" y="1277"/>
                  </a:lnTo>
                  <a:cubicBezTo>
                    <a:pt x="21087" y="4469"/>
                    <a:pt x="19809" y="9576"/>
                    <a:pt x="16614" y="13406"/>
                  </a:cubicBezTo>
                  <a:cubicBezTo>
                    <a:pt x="12780" y="17875"/>
                    <a:pt x="7029" y="20429"/>
                    <a:pt x="0" y="20429"/>
                  </a:cubicBezTo>
                  <a:lnTo>
                    <a:pt x="0" y="26813"/>
                  </a:lnTo>
                  <a:cubicBezTo>
                    <a:pt x="0" y="31281"/>
                    <a:pt x="1917" y="36389"/>
                    <a:pt x="4473" y="39581"/>
                  </a:cubicBezTo>
                  <a:lnTo>
                    <a:pt x="23004" y="22344"/>
                  </a:lnTo>
                  <a:cubicBezTo>
                    <a:pt x="24921" y="20429"/>
                    <a:pt x="26199" y="17875"/>
                    <a:pt x="25560" y="15322"/>
                  </a:cubicBezTo>
                  <a:lnTo>
                    <a:pt x="23004" y="0"/>
                  </a:lnTo>
                  <a:close/>
                </a:path>
              </a:pathLst>
            </a:custGeom>
            <a:solidFill>
              <a:srgbClr val="046A38"/>
            </a:solidFill>
            <a:ln w="6390" cap="flat">
              <a:noFill/>
              <a:prstDash val="solid"/>
              <a:miter/>
            </a:ln>
          </p:spPr>
          <p:txBody>
            <a:bodyPr rtlCol="0" anchor="ctr"/>
            <a:lstStyle/>
            <a:p>
              <a:endParaRPr lang="en-US"/>
            </a:p>
          </p:txBody>
        </p:sp>
        <p:sp>
          <p:nvSpPr>
            <p:cNvPr id="759" name="Graphic 6">
              <a:extLst>
                <a:ext uri="{FF2B5EF4-FFF2-40B4-BE49-F238E27FC236}">
                  <a16:creationId xmlns:a16="http://schemas.microsoft.com/office/drawing/2014/main" id="{88A9747E-1490-AC49-8FE3-8048463D18C2}"/>
                </a:ext>
              </a:extLst>
            </p:cNvPr>
            <p:cNvSpPr/>
            <p:nvPr/>
          </p:nvSpPr>
          <p:spPr>
            <a:xfrm>
              <a:off x="3235225" y="2482255"/>
              <a:ext cx="55714" cy="71500"/>
            </a:xfrm>
            <a:custGeom>
              <a:avLst/>
              <a:gdLst>
                <a:gd name="connsiteX0" fmla="*/ 43451 w 55714"/>
                <a:gd name="connsiteY0" fmla="*/ 14045 h 71500"/>
                <a:gd name="connsiteX1" fmla="*/ 23004 w 55714"/>
                <a:gd name="connsiteY1" fmla="*/ 0 h 71500"/>
                <a:gd name="connsiteX2" fmla="*/ 29394 w 55714"/>
                <a:gd name="connsiteY2" fmla="*/ 33197 h 71500"/>
                <a:gd name="connsiteX3" fmla="*/ 0 w 55714"/>
                <a:gd name="connsiteY3" fmla="*/ 49157 h 71500"/>
                <a:gd name="connsiteX4" fmla="*/ 639 w 55714"/>
                <a:gd name="connsiteY4" fmla="*/ 50433 h 71500"/>
                <a:gd name="connsiteX5" fmla="*/ 1278 w 55714"/>
                <a:gd name="connsiteY5" fmla="*/ 52987 h 71500"/>
                <a:gd name="connsiteX6" fmla="*/ 5112 w 55714"/>
                <a:gd name="connsiteY6" fmla="*/ 71500 h 71500"/>
                <a:gd name="connsiteX7" fmla="*/ 51119 w 55714"/>
                <a:gd name="connsiteY7" fmla="*/ 42134 h 71500"/>
                <a:gd name="connsiteX8" fmla="*/ 55593 w 55714"/>
                <a:gd name="connsiteY8" fmla="*/ 30643 h 71500"/>
                <a:gd name="connsiteX9" fmla="*/ 43451 w 55714"/>
                <a:gd name="connsiteY9" fmla="*/ 14045 h 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714" h="71500">
                  <a:moveTo>
                    <a:pt x="43451" y="14045"/>
                  </a:moveTo>
                  <a:lnTo>
                    <a:pt x="23004" y="0"/>
                  </a:lnTo>
                  <a:cubicBezTo>
                    <a:pt x="29394" y="9576"/>
                    <a:pt x="35784" y="23621"/>
                    <a:pt x="29394" y="33197"/>
                  </a:cubicBezTo>
                  <a:cubicBezTo>
                    <a:pt x="23643" y="42134"/>
                    <a:pt x="8946" y="47241"/>
                    <a:pt x="0" y="49157"/>
                  </a:cubicBezTo>
                  <a:cubicBezTo>
                    <a:pt x="0" y="49795"/>
                    <a:pt x="639" y="49795"/>
                    <a:pt x="639" y="50433"/>
                  </a:cubicBezTo>
                  <a:lnTo>
                    <a:pt x="1278" y="52987"/>
                  </a:lnTo>
                  <a:lnTo>
                    <a:pt x="5112" y="71500"/>
                  </a:lnTo>
                  <a:cubicBezTo>
                    <a:pt x="16614" y="66393"/>
                    <a:pt x="38979" y="55541"/>
                    <a:pt x="51119" y="42134"/>
                  </a:cubicBezTo>
                  <a:cubicBezTo>
                    <a:pt x="54314" y="38304"/>
                    <a:pt x="56231" y="34473"/>
                    <a:pt x="55593" y="30643"/>
                  </a:cubicBezTo>
                  <a:cubicBezTo>
                    <a:pt x="54314" y="22982"/>
                    <a:pt x="46646" y="15960"/>
                    <a:pt x="43451" y="14045"/>
                  </a:cubicBezTo>
                  <a:close/>
                </a:path>
              </a:pathLst>
            </a:custGeom>
            <a:solidFill>
              <a:srgbClr val="046A38"/>
            </a:solidFill>
            <a:ln w="6390" cap="flat">
              <a:noFill/>
              <a:prstDash val="solid"/>
              <a:miter/>
            </a:ln>
          </p:spPr>
          <p:txBody>
            <a:bodyPr rtlCol="0" anchor="ctr"/>
            <a:lstStyle/>
            <a:p>
              <a:endParaRPr lang="en-US"/>
            </a:p>
          </p:txBody>
        </p:sp>
        <p:sp>
          <p:nvSpPr>
            <p:cNvPr id="760" name="Graphic 6">
              <a:extLst>
                <a:ext uri="{FF2B5EF4-FFF2-40B4-BE49-F238E27FC236}">
                  <a16:creationId xmlns:a16="http://schemas.microsoft.com/office/drawing/2014/main" id="{D2231F51-BDE9-6140-B7A9-1087E4903493}"/>
                </a:ext>
              </a:extLst>
            </p:cNvPr>
            <p:cNvSpPr/>
            <p:nvPr/>
          </p:nvSpPr>
          <p:spPr>
            <a:xfrm>
              <a:off x="2998158" y="2369258"/>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181474 w 362313"/>
                <a:gd name="connsiteY4" fmla="*/ 0 h 361971"/>
                <a:gd name="connsiteX5" fmla="*/ 297132 w 362313"/>
                <a:gd name="connsiteY5" fmla="*/ 163430 h 361971"/>
                <a:gd name="connsiteX6" fmla="*/ 242818 w 362313"/>
                <a:gd name="connsiteY6" fmla="*/ 197265 h 361971"/>
                <a:gd name="connsiteX7" fmla="*/ 244095 w 362313"/>
                <a:gd name="connsiteY7" fmla="*/ 205564 h 361971"/>
                <a:gd name="connsiteX8" fmla="*/ 237706 w 362313"/>
                <a:gd name="connsiteY8" fmla="*/ 224078 h 361971"/>
                <a:gd name="connsiteX9" fmla="*/ 217258 w 362313"/>
                <a:gd name="connsiteY9" fmla="*/ 243230 h 361971"/>
                <a:gd name="connsiteX10" fmla="*/ 217258 w 362313"/>
                <a:gd name="connsiteY10" fmla="*/ 250890 h 361971"/>
                <a:gd name="connsiteX11" fmla="*/ 210229 w 362313"/>
                <a:gd name="connsiteY11" fmla="*/ 264297 h 361971"/>
                <a:gd name="connsiteX12" fmla="*/ 207034 w 362313"/>
                <a:gd name="connsiteY12" fmla="*/ 266850 h 361971"/>
                <a:gd name="connsiteX13" fmla="*/ 207034 w 362313"/>
                <a:gd name="connsiteY13" fmla="*/ 272596 h 361971"/>
                <a:gd name="connsiteX14" fmla="*/ 188503 w 362313"/>
                <a:gd name="connsiteY14" fmla="*/ 291110 h 361971"/>
                <a:gd name="connsiteX15" fmla="*/ 177001 w 362313"/>
                <a:gd name="connsiteY15" fmla="*/ 291110 h 361971"/>
                <a:gd name="connsiteX16" fmla="*/ 155275 w 362313"/>
                <a:gd name="connsiteY16" fmla="*/ 269404 h 361971"/>
                <a:gd name="connsiteX17" fmla="*/ 155275 w 362313"/>
                <a:gd name="connsiteY17" fmla="*/ 266850 h 361971"/>
                <a:gd name="connsiteX18" fmla="*/ 152080 w 362313"/>
                <a:gd name="connsiteY18" fmla="*/ 264935 h 361971"/>
                <a:gd name="connsiteX19" fmla="*/ 145051 w 362313"/>
                <a:gd name="connsiteY19" fmla="*/ 251529 h 361971"/>
                <a:gd name="connsiteX20" fmla="*/ 145051 w 362313"/>
                <a:gd name="connsiteY20" fmla="*/ 243868 h 361971"/>
                <a:gd name="connsiteX21" fmla="*/ 124604 w 362313"/>
                <a:gd name="connsiteY21" fmla="*/ 224716 h 361971"/>
                <a:gd name="connsiteX22" fmla="*/ 118214 w 362313"/>
                <a:gd name="connsiteY22" fmla="*/ 206203 h 361971"/>
                <a:gd name="connsiteX23" fmla="*/ 119492 w 362313"/>
                <a:gd name="connsiteY23" fmla="*/ 197903 h 361971"/>
                <a:gd name="connsiteX24" fmla="*/ 65177 w 362313"/>
                <a:gd name="connsiteY24" fmla="*/ 164068 h 361971"/>
                <a:gd name="connsiteX25" fmla="*/ 57509 w 362313"/>
                <a:gd name="connsiteY25" fmla="*/ 142363 h 361971"/>
                <a:gd name="connsiteX26" fmla="*/ 74123 w 362313"/>
                <a:gd name="connsiteY26" fmla="*/ 116827 h 361971"/>
                <a:gd name="connsiteX27" fmla="*/ 121409 w 362313"/>
                <a:gd name="connsiteY27" fmla="*/ 84907 h 361971"/>
                <a:gd name="connsiteX28" fmla="*/ 129716 w 362313"/>
                <a:gd name="connsiteY28" fmla="*/ 85545 h 361971"/>
                <a:gd name="connsiteX29" fmla="*/ 130994 w 362313"/>
                <a:gd name="connsiteY29" fmla="*/ 93206 h 361971"/>
                <a:gd name="connsiteX30" fmla="*/ 120131 w 362313"/>
                <a:gd name="connsiteY30" fmla="*/ 111081 h 361971"/>
                <a:gd name="connsiteX31" fmla="*/ 119492 w 362313"/>
                <a:gd name="connsiteY31" fmla="*/ 111720 h 361971"/>
                <a:gd name="connsiteX32" fmla="*/ 107351 w 362313"/>
                <a:gd name="connsiteY32" fmla="*/ 139171 h 361971"/>
                <a:gd name="connsiteX33" fmla="*/ 132911 w 362313"/>
                <a:gd name="connsiteY33" fmla="*/ 150662 h 361971"/>
                <a:gd name="connsiteX34" fmla="*/ 138022 w 362313"/>
                <a:gd name="connsiteY34" fmla="*/ 147470 h 361971"/>
                <a:gd name="connsiteX35" fmla="*/ 161665 w 362313"/>
                <a:gd name="connsiteY35" fmla="*/ 138533 h 361971"/>
                <a:gd name="connsiteX36" fmla="*/ 178279 w 362313"/>
                <a:gd name="connsiteY36" fmla="*/ 135341 h 361971"/>
                <a:gd name="connsiteX37" fmla="*/ 183391 w 362313"/>
                <a:gd name="connsiteY37" fmla="*/ 135341 h 361971"/>
                <a:gd name="connsiteX38" fmla="*/ 200005 w 362313"/>
                <a:gd name="connsiteY38" fmla="*/ 138533 h 361971"/>
                <a:gd name="connsiteX39" fmla="*/ 223648 w 362313"/>
                <a:gd name="connsiteY39" fmla="*/ 147470 h 361971"/>
                <a:gd name="connsiteX40" fmla="*/ 228760 w 362313"/>
                <a:gd name="connsiteY40" fmla="*/ 150662 h 361971"/>
                <a:gd name="connsiteX41" fmla="*/ 254319 w 362313"/>
                <a:gd name="connsiteY41" fmla="*/ 139171 h 361971"/>
                <a:gd name="connsiteX42" fmla="*/ 242179 w 362313"/>
                <a:gd name="connsiteY42" fmla="*/ 111720 h 361971"/>
                <a:gd name="connsiteX43" fmla="*/ 241540 w 362313"/>
                <a:gd name="connsiteY43" fmla="*/ 111081 h 361971"/>
                <a:gd name="connsiteX44" fmla="*/ 230677 w 362313"/>
                <a:gd name="connsiteY44" fmla="*/ 93206 h 361971"/>
                <a:gd name="connsiteX45" fmla="*/ 231955 w 362313"/>
                <a:gd name="connsiteY45" fmla="*/ 85545 h 361971"/>
                <a:gd name="connsiteX46" fmla="*/ 240261 w 362313"/>
                <a:gd name="connsiteY46" fmla="*/ 84907 h 361971"/>
                <a:gd name="connsiteX47" fmla="*/ 286908 w 362313"/>
                <a:gd name="connsiteY47" fmla="*/ 116827 h 361971"/>
                <a:gd name="connsiteX48" fmla="*/ 303522 w 362313"/>
                <a:gd name="connsiteY48" fmla="*/ 142363 h 361971"/>
                <a:gd name="connsiteX49" fmla="*/ 297132 w 362313"/>
                <a:gd name="connsiteY49" fmla="*/ 16343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948" y="81077"/>
                    <a:pt x="281796" y="0"/>
                    <a:pt x="181474" y="0"/>
                  </a:cubicBezTo>
                  <a:close/>
                  <a:moveTo>
                    <a:pt x="297132" y="163430"/>
                  </a:moveTo>
                  <a:cubicBezTo>
                    <a:pt x="281796" y="180667"/>
                    <a:pt x="253041" y="193435"/>
                    <a:pt x="242818" y="197265"/>
                  </a:cubicBezTo>
                  <a:lnTo>
                    <a:pt x="244095" y="205564"/>
                  </a:lnTo>
                  <a:cubicBezTo>
                    <a:pt x="245374" y="212587"/>
                    <a:pt x="242818" y="219609"/>
                    <a:pt x="237706" y="224078"/>
                  </a:cubicBezTo>
                  <a:lnTo>
                    <a:pt x="217258" y="243230"/>
                  </a:lnTo>
                  <a:lnTo>
                    <a:pt x="217258" y="250890"/>
                  </a:lnTo>
                  <a:cubicBezTo>
                    <a:pt x="217258" y="255998"/>
                    <a:pt x="214702" y="261105"/>
                    <a:pt x="210229" y="264297"/>
                  </a:cubicBezTo>
                  <a:lnTo>
                    <a:pt x="207034" y="266850"/>
                  </a:lnTo>
                  <a:lnTo>
                    <a:pt x="207034" y="272596"/>
                  </a:lnTo>
                  <a:cubicBezTo>
                    <a:pt x="207034" y="282810"/>
                    <a:pt x="198727" y="291110"/>
                    <a:pt x="188503" y="291110"/>
                  </a:cubicBezTo>
                  <a:lnTo>
                    <a:pt x="177001" y="291110"/>
                  </a:lnTo>
                  <a:cubicBezTo>
                    <a:pt x="164860" y="291110"/>
                    <a:pt x="155275" y="281534"/>
                    <a:pt x="155275" y="269404"/>
                  </a:cubicBezTo>
                  <a:lnTo>
                    <a:pt x="155275" y="266850"/>
                  </a:lnTo>
                  <a:lnTo>
                    <a:pt x="152080" y="264935"/>
                  </a:lnTo>
                  <a:cubicBezTo>
                    <a:pt x="147607" y="261743"/>
                    <a:pt x="145051" y="256636"/>
                    <a:pt x="145051" y="251529"/>
                  </a:cubicBezTo>
                  <a:lnTo>
                    <a:pt x="145051" y="243868"/>
                  </a:lnTo>
                  <a:lnTo>
                    <a:pt x="124604" y="224716"/>
                  </a:lnTo>
                  <a:cubicBezTo>
                    <a:pt x="119492" y="220247"/>
                    <a:pt x="116936" y="213225"/>
                    <a:pt x="118214" y="206203"/>
                  </a:cubicBezTo>
                  <a:lnTo>
                    <a:pt x="119492" y="197903"/>
                  </a:lnTo>
                  <a:cubicBezTo>
                    <a:pt x="109268" y="194073"/>
                    <a:pt x="80513" y="181305"/>
                    <a:pt x="65177" y="164068"/>
                  </a:cubicBezTo>
                  <a:cubicBezTo>
                    <a:pt x="59426" y="157684"/>
                    <a:pt x="56870" y="150024"/>
                    <a:pt x="57509" y="142363"/>
                  </a:cubicBezTo>
                  <a:cubicBezTo>
                    <a:pt x="59426" y="127680"/>
                    <a:pt x="73484" y="116827"/>
                    <a:pt x="74123" y="116827"/>
                  </a:cubicBezTo>
                  <a:lnTo>
                    <a:pt x="121409" y="84907"/>
                  </a:lnTo>
                  <a:cubicBezTo>
                    <a:pt x="123965" y="82992"/>
                    <a:pt x="127160" y="83630"/>
                    <a:pt x="129716" y="85545"/>
                  </a:cubicBezTo>
                  <a:cubicBezTo>
                    <a:pt x="131633" y="87461"/>
                    <a:pt x="132272" y="90653"/>
                    <a:pt x="130994" y="93206"/>
                  </a:cubicBezTo>
                  <a:lnTo>
                    <a:pt x="120131" y="111081"/>
                  </a:lnTo>
                  <a:cubicBezTo>
                    <a:pt x="120131" y="111081"/>
                    <a:pt x="120131" y="111720"/>
                    <a:pt x="119492" y="111720"/>
                  </a:cubicBezTo>
                  <a:cubicBezTo>
                    <a:pt x="111824" y="121296"/>
                    <a:pt x="104795" y="135341"/>
                    <a:pt x="107351" y="139171"/>
                  </a:cubicBezTo>
                  <a:cubicBezTo>
                    <a:pt x="110546" y="144278"/>
                    <a:pt x="123965" y="148747"/>
                    <a:pt x="132911" y="150662"/>
                  </a:cubicBezTo>
                  <a:cubicBezTo>
                    <a:pt x="134189" y="149385"/>
                    <a:pt x="136106" y="148108"/>
                    <a:pt x="138022" y="147470"/>
                  </a:cubicBezTo>
                  <a:lnTo>
                    <a:pt x="161665" y="138533"/>
                  </a:lnTo>
                  <a:cubicBezTo>
                    <a:pt x="166777" y="136617"/>
                    <a:pt x="172528" y="135341"/>
                    <a:pt x="178279" y="135341"/>
                  </a:cubicBezTo>
                  <a:lnTo>
                    <a:pt x="183391" y="135341"/>
                  </a:lnTo>
                  <a:cubicBezTo>
                    <a:pt x="189142" y="135341"/>
                    <a:pt x="194893" y="136617"/>
                    <a:pt x="200005" y="138533"/>
                  </a:cubicBezTo>
                  <a:lnTo>
                    <a:pt x="223648" y="147470"/>
                  </a:lnTo>
                  <a:cubicBezTo>
                    <a:pt x="225565" y="148108"/>
                    <a:pt x="227482" y="149385"/>
                    <a:pt x="228760" y="150662"/>
                  </a:cubicBezTo>
                  <a:cubicBezTo>
                    <a:pt x="237706" y="149385"/>
                    <a:pt x="251124" y="144916"/>
                    <a:pt x="254319" y="139171"/>
                  </a:cubicBezTo>
                  <a:cubicBezTo>
                    <a:pt x="256875" y="135341"/>
                    <a:pt x="249846" y="121296"/>
                    <a:pt x="242179" y="111720"/>
                  </a:cubicBezTo>
                  <a:cubicBezTo>
                    <a:pt x="242179" y="111720"/>
                    <a:pt x="242179" y="111081"/>
                    <a:pt x="241540" y="111081"/>
                  </a:cubicBezTo>
                  <a:lnTo>
                    <a:pt x="230677" y="93206"/>
                  </a:lnTo>
                  <a:cubicBezTo>
                    <a:pt x="229399" y="90653"/>
                    <a:pt x="229399" y="87461"/>
                    <a:pt x="231955" y="85545"/>
                  </a:cubicBezTo>
                  <a:cubicBezTo>
                    <a:pt x="233872" y="83630"/>
                    <a:pt x="237706" y="82992"/>
                    <a:pt x="240261" y="84907"/>
                  </a:cubicBezTo>
                  <a:lnTo>
                    <a:pt x="286908" y="116827"/>
                  </a:lnTo>
                  <a:cubicBezTo>
                    <a:pt x="287547" y="117465"/>
                    <a:pt x="302244" y="127680"/>
                    <a:pt x="303522" y="142363"/>
                  </a:cubicBezTo>
                  <a:cubicBezTo>
                    <a:pt x="305439" y="150024"/>
                    <a:pt x="302883" y="157046"/>
                    <a:pt x="297132" y="163430"/>
                  </a:cubicBezTo>
                  <a:close/>
                </a:path>
              </a:pathLst>
            </a:custGeom>
            <a:solidFill>
              <a:srgbClr val="046A38"/>
            </a:solidFill>
            <a:ln w="6390" cap="flat">
              <a:noFill/>
              <a:prstDash val="solid"/>
              <a:miter/>
            </a:ln>
          </p:spPr>
          <p:txBody>
            <a:bodyPr rtlCol="0" anchor="ctr"/>
            <a:lstStyle/>
            <a:p>
              <a:endParaRPr lang="en-US"/>
            </a:p>
          </p:txBody>
        </p:sp>
      </p:grpSp>
      <p:grpSp>
        <p:nvGrpSpPr>
          <p:cNvPr id="761" name="Graphic 6">
            <a:extLst>
              <a:ext uri="{FF2B5EF4-FFF2-40B4-BE49-F238E27FC236}">
                <a16:creationId xmlns:a16="http://schemas.microsoft.com/office/drawing/2014/main" id="{13EC11FC-671E-E046-AC04-A96ABF687A43}"/>
              </a:ext>
            </a:extLst>
          </p:cNvPr>
          <p:cNvGrpSpPr/>
          <p:nvPr/>
        </p:nvGrpSpPr>
        <p:grpSpPr>
          <a:xfrm>
            <a:off x="2998797" y="916264"/>
            <a:ext cx="362313" cy="361971"/>
            <a:chOff x="2998797" y="916264"/>
            <a:chExt cx="362313" cy="361971"/>
          </a:xfrm>
          <a:solidFill>
            <a:srgbClr val="046A38"/>
          </a:solidFill>
        </p:grpSpPr>
        <p:sp>
          <p:nvSpPr>
            <p:cNvPr id="762" name="Graphic 6">
              <a:extLst>
                <a:ext uri="{FF2B5EF4-FFF2-40B4-BE49-F238E27FC236}">
                  <a16:creationId xmlns:a16="http://schemas.microsoft.com/office/drawing/2014/main" id="{27CE31FB-AB2A-D943-9BB7-C0B44143BB45}"/>
                </a:ext>
              </a:extLst>
            </p:cNvPr>
            <p:cNvSpPr/>
            <p:nvPr/>
          </p:nvSpPr>
          <p:spPr>
            <a:xfrm>
              <a:off x="3094362" y="1020961"/>
              <a:ext cx="170256" cy="153215"/>
            </a:xfrm>
            <a:custGeom>
              <a:avLst/>
              <a:gdLst>
                <a:gd name="connsiteX0" fmla="*/ 142141 w 170256"/>
                <a:gd name="connsiteY0" fmla="*/ 24897 h 153215"/>
                <a:gd name="connsiteX1" fmla="*/ 120415 w 170256"/>
                <a:gd name="connsiteY1" fmla="*/ 39581 h 153215"/>
                <a:gd name="connsiteX2" fmla="*/ 115942 w 170256"/>
                <a:gd name="connsiteY2" fmla="*/ 46603 h 153215"/>
                <a:gd name="connsiteX3" fmla="*/ 95494 w 170256"/>
                <a:gd name="connsiteY3" fmla="*/ 52349 h 153215"/>
                <a:gd name="connsiteX4" fmla="*/ 14981 w 170256"/>
                <a:gd name="connsiteY4" fmla="*/ 4469 h 153215"/>
                <a:gd name="connsiteX5" fmla="*/ 10508 w 170256"/>
                <a:gd name="connsiteY5" fmla="*/ 0 h 153215"/>
                <a:gd name="connsiteX6" fmla="*/ 16259 w 170256"/>
                <a:gd name="connsiteY6" fmla="*/ 55541 h 153215"/>
                <a:gd name="connsiteX7" fmla="*/ 43097 w 170256"/>
                <a:gd name="connsiteY7" fmla="*/ 84907 h 153215"/>
                <a:gd name="connsiteX8" fmla="*/ 48847 w 170256"/>
                <a:gd name="connsiteY8" fmla="*/ 93206 h 153215"/>
                <a:gd name="connsiteX9" fmla="*/ 2840 w 170256"/>
                <a:gd name="connsiteY9" fmla="*/ 107251 h 153215"/>
                <a:gd name="connsiteX10" fmla="*/ 284 w 170256"/>
                <a:gd name="connsiteY10" fmla="*/ 109166 h 153215"/>
                <a:gd name="connsiteX11" fmla="*/ 284 w 170256"/>
                <a:gd name="connsiteY11" fmla="*/ 112358 h 153215"/>
                <a:gd name="connsiteX12" fmla="*/ 22649 w 170256"/>
                <a:gd name="connsiteY12" fmla="*/ 151300 h 153215"/>
                <a:gd name="connsiteX13" fmla="*/ 25205 w 170256"/>
                <a:gd name="connsiteY13" fmla="*/ 153216 h 153215"/>
                <a:gd name="connsiteX14" fmla="*/ 28400 w 170256"/>
                <a:gd name="connsiteY14" fmla="*/ 152577 h 153215"/>
                <a:gd name="connsiteX15" fmla="*/ 28400 w 170256"/>
                <a:gd name="connsiteY15" fmla="*/ 152577 h 153215"/>
                <a:gd name="connsiteX16" fmla="*/ 47570 w 170256"/>
                <a:gd name="connsiteY16" fmla="*/ 136617 h 153215"/>
                <a:gd name="connsiteX17" fmla="*/ 63544 w 170256"/>
                <a:gd name="connsiteY17" fmla="*/ 132148 h 153215"/>
                <a:gd name="connsiteX18" fmla="*/ 110191 w 170256"/>
                <a:gd name="connsiteY18" fmla="*/ 122572 h 153215"/>
                <a:gd name="connsiteX19" fmla="*/ 145336 w 170256"/>
                <a:gd name="connsiteY19" fmla="*/ 70862 h 153215"/>
                <a:gd name="connsiteX20" fmla="*/ 161949 w 170256"/>
                <a:gd name="connsiteY20" fmla="*/ 54902 h 153215"/>
                <a:gd name="connsiteX21" fmla="*/ 170256 w 170256"/>
                <a:gd name="connsiteY21" fmla="*/ 51710 h 153215"/>
                <a:gd name="connsiteX22" fmla="*/ 142141 w 170256"/>
                <a:gd name="connsiteY22" fmla="*/ 24897 h 153215"/>
                <a:gd name="connsiteX23" fmla="*/ 144697 w 170256"/>
                <a:gd name="connsiteY23" fmla="*/ 47880 h 153215"/>
                <a:gd name="connsiteX24" fmla="*/ 143419 w 170256"/>
                <a:gd name="connsiteY24" fmla="*/ 47880 h 153215"/>
                <a:gd name="connsiteX25" fmla="*/ 137029 w 170256"/>
                <a:gd name="connsiteY25" fmla="*/ 41496 h 153215"/>
                <a:gd name="connsiteX26" fmla="*/ 143419 w 170256"/>
                <a:gd name="connsiteY26" fmla="*/ 35112 h 153215"/>
                <a:gd name="connsiteX27" fmla="*/ 144697 w 170256"/>
                <a:gd name="connsiteY27" fmla="*/ 35112 h 153215"/>
                <a:gd name="connsiteX28" fmla="*/ 151086 w 170256"/>
                <a:gd name="connsiteY28" fmla="*/ 41496 h 153215"/>
                <a:gd name="connsiteX29" fmla="*/ 144697 w 170256"/>
                <a:gd name="connsiteY29" fmla="*/ 47880 h 153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0256" h="153215">
                  <a:moveTo>
                    <a:pt x="142141" y="24897"/>
                  </a:moveTo>
                  <a:cubicBezTo>
                    <a:pt x="130639" y="24259"/>
                    <a:pt x="126166" y="30005"/>
                    <a:pt x="120415" y="39581"/>
                  </a:cubicBezTo>
                  <a:cubicBezTo>
                    <a:pt x="119137" y="42134"/>
                    <a:pt x="117220" y="44049"/>
                    <a:pt x="115942" y="46603"/>
                  </a:cubicBezTo>
                  <a:cubicBezTo>
                    <a:pt x="111469" y="52987"/>
                    <a:pt x="103162" y="55541"/>
                    <a:pt x="95494" y="52349"/>
                  </a:cubicBezTo>
                  <a:cubicBezTo>
                    <a:pt x="89743" y="50433"/>
                    <a:pt x="37346" y="30643"/>
                    <a:pt x="14981" y="4469"/>
                  </a:cubicBezTo>
                  <a:cubicBezTo>
                    <a:pt x="13064" y="1915"/>
                    <a:pt x="11786" y="638"/>
                    <a:pt x="10508" y="0"/>
                  </a:cubicBezTo>
                  <a:cubicBezTo>
                    <a:pt x="7952" y="8299"/>
                    <a:pt x="10508" y="38304"/>
                    <a:pt x="16259" y="55541"/>
                  </a:cubicBezTo>
                  <a:cubicBezTo>
                    <a:pt x="18176" y="60648"/>
                    <a:pt x="31595" y="80438"/>
                    <a:pt x="43097" y="84907"/>
                  </a:cubicBezTo>
                  <a:cubicBezTo>
                    <a:pt x="49487" y="87461"/>
                    <a:pt x="49487" y="91929"/>
                    <a:pt x="48847" y="93206"/>
                  </a:cubicBezTo>
                  <a:cubicBezTo>
                    <a:pt x="48208" y="98952"/>
                    <a:pt x="45653" y="102144"/>
                    <a:pt x="2840" y="107251"/>
                  </a:cubicBezTo>
                  <a:cubicBezTo>
                    <a:pt x="923" y="107251"/>
                    <a:pt x="284" y="108528"/>
                    <a:pt x="284" y="109166"/>
                  </a:cubicBezTo>
                  <a:cubicBezTo>
                    <a:pt x="284" y="109804"/>
                    <a:pt x="-355" y="111081"/>
                    <a:pt x="284" y="112358"/>
                  </a:cubicBezTo>
                  <a:lnTo>
                    <a:pt x="22649" y="151300"/>
                  </a:lnTo>
                  <a:cubicBezTo>
                    <a:pt x="23288" y="152577"/>
                    <a:pt x="24566" y="153216"/>
                    <a:pt x="25205" y="153216"/>
                  </a:cubicBezTo>
                  <a:cubicBezTo>
                    <a:pt x="25844" y="153216"/>
                    <a:pt x="27122" y="153216"/>
                    <a:pt x="28400" y="152577"/>
                  </a:cubicBezTo>
                  <a:lnTo>
                    <a:pt x="28400" y="152577"/>
                  </a:lnTo>
                  <a:lnTo>
                    <a:pt x="47570" y="136617"/>
                  </a:lnTo>
                  <a:cubicBezTo>
                    <a:pt x="52042" y="132787"/>
                    <a:pt x="57793" y="130872"/>
                    <a:pt x="63544" y="132148"/>
                  </a:cubicBezTo>
                  <a:cubicBezTo>
                    <a:pt x="72490" y="133425"/>
                    <a:pt x="94216" y="134702"/>
                    <a:pt x="110191" y="122572"/>
                  </a:cubicBezTo>
                  <a:cubicBezTo>
                    <a:pt x="126805" y="110443"/>
                    <a:pt x="140224" y="82353"/>
                    <a:pt x="145336" y="70862"/>
                  </a:cubicBezTo>
                  <a:cubicBezTo>
                    <a:pt x="148531" y="63840"/>
                    <a:pt x="154920" y="58094"/>
                    <a:pt x="161949" y="54902"/>
                  </a:cubicBezTo>
                  <a:lnTo>
                    <a:pt x="170256" y="51710"/>
                  </a:lnTo>
                  <a:cubicBezTo>
                    <a:pt x="166422" y="42773"/>
                    <a:pt x="156837" y="26174"/>
                    <a:pt x="142141" y="24897"/>
                  </a:cubicBezTo>
                  <a:close/>
                  <a:moveTo>
                    <a:pt x="144697" y="47880"/>
                  </a:moveTo>
                  <a:lnTo>
                    <a:pt x="143419" y="47880"/>
                  </a:lnTo>
                  <a:cubicBezTo>
                    <a:pt x="139585" y="47880"/>
                    <a:pt x="137029" y="45326"/>
                    <a:pt x="137029" y="41496"/>
                  </a:cubicBezTo>
                  <a:cubicBezTo>
                    <a:pt x="137029" y="37665"/>
                    <a:pt x="139585" y="35112"/>
                    <a:pt x="143419" y="35112"/>
                  </a:cubicBezTo>
                  <a:lnTo>
                    <a:pt x="144697" y="35112"/>
                  </a:lnTo>
                  <a:cubicBezTo>
                    <a:pt x="148531" y="35112"/>
                    <a:pt x="151086" y="37665"/>
                    <a:pt x="151086" y="41496"/>
                  </a:cubicBezTo>
                  <a:cubicBezTo>
                    <a:pt x="151086" y="44688"/>
                    <a:pt x="148531" y="47880"/>
                    <a:pt x="144697" y="47880"/>
                  </a:cubicBezTo>
                  <a:close/>
                </a:path>
              </a:pathLst>
            </a:custGeom>
            <a:solidFill>
              <a:srgbClr val="046A38"/>
            </a:solidFill>
            <a:ln w="6390" cap="flat">
              <a:noFill/>
              <a:prstDash val="solid"/>
              <a:miter/>
            </a:ln>
          </p:spPr>
          <p:txBody>
            <a:bodyPr rtlCol="0" anchor="ctr"/>
            <a:lstStyle/>
            <a:p>
              <a:endParaRPr lang="en-US"/>
            </a:p>
          </p:txBody>
        </p:sp>
        <p:sp>
          <p:nvSpPr>
            <p:cNvPr id="763" name="Graphic 6">
              <a:extLst>
                <a:ext uri="{FF2B5EF4-FFF2-40B4-BE49-F238E27FC236}">
                  <a16:creationId xmlns:a16="http://schemas.microsoft.com/office/drawing/2014/main" id="{E5799A6B-1A2A-BA45-9A8C-67D63086593E}"/>
                </a:ext>
              </a:extLst>
            </p:cNvPr>
            <p:cNvSpPr/>
            <p:nvPr/>
          </p:nvSpPr>
          <p:spPr>
            <a:xfrm>
              <a:off x="2998797" y="916264"/>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181474 w 362313"/>
                <a:gd name="connsiteY4" fmla="*/ 0 h 361971"/>
                <a:gd name="connsiteX5" fmla="*/ 276684 w 362313"/>
                <a:gd name="connsiteY5" fmla="*/ 165984 h 361971"/>
                <a:gd name="connsiteX6" fmla="*/ 261987 w 362313"/>
                <a:gd name="connsiteY6" fmla="*/ 171729 h 361971"/>
                <a:gd name="connsiteX7" fmla="*/ 252403 w 362313"/>
                <a:gd name="connsiteY7" fmla="*/ 180667 h 361971"/>
                <a:gd name="connsiteX8" fmla="*/ 212785 w 362313"/>
                <a:gd name="connsiteY8" fmla="*/ 237484 h 361971"/>
                <a:gd name="connsiteX9" fmla="*/ 157192 w 362313"/>
                <a:gd name="connsiteY9" fmla="*/ 248975 h 361971"/>
                <a:gd name="connsiteX10" fmla="*/ 150803 w 362313"/>
                <a:gd name="connsiteY10" fmla="*/ 250891 h 361971"/>
                <a:gd name="connsiteX11" fmla="*/ 131633 w 362313"/>
                <a:gd name="connsiteY11" fmla="*/ 266850 h 361971"/>
                <a:gd name="connsiteX12" fmla="*/ 121409 w 362313"/>
                <a:gd name="connsiteY12" fmla="*/ 270681 h 361971"/>
                <a:gd name="connsiteX13" fmla="*/ 118214 w 362313"/>
                <a:gd name="connsiteY13" fmla="*/ 270681 h 361971"/>
                <a:gd name="connsiteX14" fmla="*/ 106712 w 362313"/>
                <a:gd name="connsiteY14" fmla="*/ 262382 h 361971"/>
                <a:gd name="connsiteX15" fmla="*/ 84347 w 362313"/>
                <a:gd name="connsiteY15" fmla="*/ 223439 h 361971"/>
                <a:gd name="connsiteX16" fmla="*/ 83708 w 362313"/>
                <a:gd name="connsiteY16" fmla="*/ 208118 h 361971"/>
                <a:gd name="connsiteX17" fmla="*/ 96488 w 362313"/>
                <a:gd name="connsiteY17" fmla="*/ 199180 h 361971"/>
                <a:gd name="connsiteX18" fmla="*/ 123326 w 362313"/>
                <a:gd name="connsiteY18" fmla="*/ 195350 h 361971"/>
                <a:gd name="connsiteX19" fmla="*/ 99683 w 362313"/>
                <a:gd name="connsiteY19" fmla="*/ 164707 h 361971"/>
                <a:gd name="connsiteX20" fmla="*/ 100322 w 362313"/>
                <a:gd name="connsiteY20" fmla="*/ 92568 h 361971"/>
                <a:gd name="connsiteX21" fmla="*/ 120131 w 362313"/>
                <a:gd name="connsiteY21" fmla="*/ 100867 h 361971"/>
                <a:gd name="connsiteX22" fmla="*/ 195532 w 362313"/>
                <a:gd name="connsiteY22" fmla="*/ 144916 h 361971"/>
                <a:gd name="connsiteX23" fmla="*/ 201283 w 362313"/>
                <a:gd name="connsiteY23" fmla="*/ 143001 h 361971"/>
                <a:gd name="connsiteX24" fmla="*/ 205117 w 362313"/>
                <a:gd name="connsiteY24" fmla="*/ 137256 h 361971"/>
                <a:gd name="connsiteX25" fmla="*/ 238345 w 362313"/>
                <a:gd name="connsiteY25" fmla="*/ 116827 h 361971"/>
                <a:gd name="connsiteX26" fmla="*/ 280518 w 362313"/>
                <a:gd name="connsiteY26" fmla="*/ 157684 h 361971"/>
                <a:gd name="connsiteX27" fmla="*/ 276684 w 362313"/>
                <a:gd name="connsiteY27" fmla="*/ 16598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948" y="81077"/>
                    <a:pt x="281796" y="0"/>
                    <a:pt x="181474" y="0"/>
                  </a:cubicBezTo>
                  <a:close/>
                  <a:moveTo>
                    <a:pt x="276684" y="165984"/>
                  </a:moveTo>
                  <a:lnTo>
                    <a:pt x="261987" y="171729"/>
                  </a:lnTo>
                  <a:cubicBezTo>
                    <a:pt x="257515" y="173644"/>
                    <a:pt x="254320" y="176836"/>
                    <a:pt x="252403" y="180667"/>
                  </a:cubicBezTo>
                  <a:cubicBezTo>
                    <a:pt x="245374" y="195988"/>
                    <a:pt x="231316" y="224078"/>
                    <a:pt x="212785" y="237484"/>
                  </a:cubicBezTo>
                  <a:cubicBezTo>
                    <a:pt x="193615" y="251529"/>
                    <a:pt x="169333" y="250891"/>
                    <a:pt x="157192" y="248975"/>
                  </a:cubicBezTo>
                  <a:cubicBezTo>
                    <a:pt x="155276" y="248975"/>
                    <a:pt x="152720" y="249614"/>
                    <a:pt x="150803" y="250891"/>
                  </a:cubicBezTo>
                  <a:lnTo>
                    <a:pt x="131633" y="266850"/>
                  </a:lnTo>
                  <a:cubicBezTo>
                    <a:pt x="128438" y="269404"/>
                    <a:pt x="125243" y="270681"/>
                    <a:pt x="121409" y="270681"/>
                  </a:cubicBezTo>
                  <a:cubicBezTo>
                    <a:pt x="120131" y="270681"/>
                    <a:pt x="119492" y="270681"/>
                    <a:pt x="118214" y="270681"/>
                  </a:cubicBezTo>
                  <a:cubicBezTo>
                    <a:pt x="113741" y="270042"/>
                    <a:pt x="109268" y="266850"/>
                    <a:pt x="106712" y="262382"/>
                  </a:cubicBezTo>
                  <a:lnTo>
                    <a:pt x="84347" y="223439"/>
                  </a:lnTo>
                  <a:cubicBezTo>
                    <a:pt x="81791" y="218971"/>
                    <a:pt x="81791" y="213225"/>
                    <a:pt x="83708" y="208118"/>
                  </a:cubicBezTo>
                  <a:cubicBezTo>
                    <a:pt x="86264" y="203011"/>
                    <a:pt x="90737" y="199819"/>
                    <a:pt x="96488" y="199180"/>
                  </a:cubicBezTo>
                  <a:cubicBezTo>
                    <a:pt x="109268" y="197903"/>
                    <a:pt x="117575" y="196627"/>
                    <a:pt x="123326" y="195350"/>
                  </a:cubicBezTo>
                  <a:cubicBezTo>
                    <a:pt x="111185" y="185774"/>
                    <a:pt x="100961" y="169814"/>
                    <a:pt x="99683" y="164707"/>
                  </a:cubicBezTo>
                  <a:cubicBezTo>
                    <a:pt x="97127" y="157046"/>
                    <a:pt x="84347" y="101505"/>
                    <a:pt x="100322" y="92568"/>
                  </a:cubicBezTo>
                  <a:cubicBezTo>
                    <a:pt x="106073" y="89376"/>
                    <a:pt x="113102" y="91929"/>
                    <a:pt x="120131" y="100867"/>
                  </a:cubicBezTo>
                  <a:cubicBezTo>
                    <a:pt x="136745" y="120657"/>
                    <a:pt x="175084" y="137894"/>
                    <a:pt x="195532" y="144916"/>
                  </a:cubicBezTo>
                  <a:cubicBezTo>
                    <a:pt x="197449" y="145555"/>
                    <a:pt x="200005" y="144916"/>
                    <a:pt x="201283" y="143001"/>
                  </a:cubicBezTo>
                  <a:cubicBezTo>
                    <a:pt x="202561" y="141086"/>
                    <a:pt x="203839" y="139171"/>
                    <a:pt x="205117" y="137256"/>
                  </a:cubicBezTo>
                  <a:cubicBezTo>
                    <a:pt x="210868" y="128318"/>
                    <a:pt x="219175" y="115550"/>
                    <a:pt x="238345" y="116827"/>
                  </a:cubicBezTo>
                  <a:cubicBezTo>
                    <a:pt x="267739" y="118742"/>
                    <a:pt x="279879" y="156408"/>
                    <a:pt x="280518" y="157684"/>
                  </a:cubicBezTo>
                  <a:cubicBezTo>
                    <a:pt x="281157" y="161515"/>
                    <a:pt x="279879" y="164707"/>
                    <a:pt x="276684" y="165984"/>
                  </a:cubicBezTo>
                  <a:close/>
                </a:path>
              </a:pathLst>
            </a:custGeom>
            <a:solidFill>
              <a:srgbClr val="046A38"/>
            </a:solidFill>
            <a:ln w="6390" cap="flat">
              <a:noFill/>
              <a:prstDash val="solid"/>
              <a:miter/>
            </a:ln>
          </p:spPr>
          <p:txBody>
            <a:bodyPr rtlCol="0" anchor="ctr"/>
            <a:lstStyle/>
            <a:p>
              <a:endParaRPr lang="en-US"/>
            </a:p>
          </p:txBody>
        </p:sp>
      </p:grpSp>
      <p:grpSp>
        <p:nvGrpSpPr>
          <p:cNvPr id="764" name="Graphic 6">
            <a:extLst>
              <a:ext uri="{FF2B5EF4-FFF2-40B4-BE49-F238E27FC236}">
                <a16:creationId xmlns:a16="http://schemas.microsoft.com/office/drawing/2014/main" id="{42E30EB0-DA07-9A49-B6A8-9D353E0A36F0}"/>
              </a:ext>
            </a:extLst>
          </p:cNvPr>
          <p:cNvGrpSpPr/>
          <p:nvPr/>
        </p:nvGrpSpPr>
        <p:grpSpPr>
          <a:xfrm>
            <a:off x="1952764" y="1400169"/>
            <a:ext cx="362313" cy="361971"/>
            <a:chOff x="1952764" y="1400169"/>
            <a:chExt cx="362313" cy="361971"/>
          </a:xfrm>
          <a:solidFill>
            <a:srgbClr val="046A38"/>
          </a:solidFill>
        </p:grpSpPr>
        <p:sp>
          <p:nvSpPr>
            <p:cNvPr id="765" name="Graphic 6">
              <a:extLst>
                <a:ext uri="{FF2B5EF4-FFF2-40B4-BE49-F238E27FC236}">
                  <a16:creationId xmlns:a16="http://schemas.microsoft.com/office/drawing/2014/main" id="{5ED03A58-F6BD-8541-A115-B72C01778B25}"/>
                </a:ext>
              </a:extLst>
            </p:cNvPr>
            <p:cNvSpPr/>
            <p:nvPr/>
          </p:nvSpPr>
          <p:spPr>
            <a:xfrm>
              <a:off x="2058198" y="1520827"/>
              <a:ext cx="153997" cy="132786"/>
            </a:xfrm>
            <a:custGeom>
              <a:avLst/>
              <a:gdLst>
                <a:gd name="connsiteX0" fmla="*/ 0 w 153997"/>
                <a:gd name="connsiteY0" fmla="*/ 46603 h 132786"/>
                <a:gd name="connsiteX1" fmla="*/ 23643 w 153997"/>
                <a:gd name="connsiteY1" fmla="*/ 42773 h 132786"/>
                <a:gd name="connsiteX2" fmla="*/ 24921 w 153997"/>
                <a:gd name="connsiteY2" fmla="*/ 42773 h 132786"/>
                <a:gd name="connsiteX3" fmla="*/ 38979 w 153997"/>
                <a:gd name="connsiteY3" fmla="*/ 48518 h 132786"/>
                <a:gd name="connsiteX4" fmla="*/ 62621 w 153997"/>
                <a:gd name="connsiteY4" fmla="*/ 71501 h 132786"/>
                <a:gd name="connsiteX5" fmla="*/ 69011 w 153997"/>
                <a:gd name="connsiteY5" fmla="*/ 85545 h 132786"/>
                <a:gd name="connsiteX6" fmla="*/ 69650 w 153997"/>
                <a:gd name="connsiteY6" fmla="*/ 129595 h 132786"/>
                <a:gd name="connsiteX7" fmla="*/ 72845 w 153997"/>
                <a:gd name="connsiteY7" fmla="*/ 132787 h 132786"/>
                <a:gd name="connsiteX8" fmla="*/ 81152 w 153997"/>
                <a:gd name="connsiteY8" fmla="*/ 132787 h 132786"/>
                <a:gd name="connsiteX9" fmla="*/ 84347 w 153997"/>
                <a:gd name="connsiteY9" fmla="*/ 129595 h 132786"/>
                <a:gd name="connsiteX10" fmla="*/ 84986 w 153997"/>
                <a:gd name="connsiteY10" fmla="*/ 86822 h 132786"/>
                <a:gd name="connsiteX11" fmla="*/ 88181 w 153997"/>
                <a:gd name="connsiteY11" fmla="*/ 75969 h 132786"/>
                <a:gd name="connsiteX12" fmla="*/ 104795 w 153997"/>
                <a:gd name="connsiteY12" fmla="*/ 53625 h 132786"/>
                <a:gd name="connsiteX13" fmla="*/ 121409 w 153997"/>
                <a:gd name="connsiteY13" fmla="*/ 45326 h 132786"/>
                <a:gd name="connsiteX14" fmla="*/ 122048 w 153997"/>
                <a:gd name="connsiteY14" fmla="*/ 45326 h 132786"/>
                <a:gd name="connsiteX15" fmla="*/ 153998 w 153997"/>
                <a:gd name="connsiteY15" fmla="*/ 48518 h 132786"/>
                <a:gd name="connsiteX16" fmla="*/ 123965 w 153997"/>
                <a:gd name="connsiteY16" fmla="*/ 21706 h 132786"/>
                <a:gd name="connsiteX17" fmla="*/ 87542 w 153997"/>
                <a:gd name="connsiteY17" fmla="*/ 0 h 132786"/>
                <a:gd name="connsiteX18" fmla="*/ 65816 w 153997"/>
                <a:gd name="connsiteY18" fmla="*/ 0 h 132786"/>
                <a:gd name="connsiteX19" fmla="*/ 28755 w 153997"/>
                <a:gd name="connsiteY19" fmla="*/ 22344 h 132786"/>
                <a:gd name="connsiteX20" fmla="*/ 0 w 153997"/>
                <a:gd name="connsiteY20" fmla="*/ 46603 h 132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3997" h="132786">
                  <a:moveTo>
                    <a:pt x="0" y="46603"/>
                  </a:moveTo>
                  <a:lnTo>
                    <a:pt x="23643" y="42773"/>
                  </a:lnTo>
                  <a:cubicBezTo>
                    <a:pt x="24282" y="42773"/>
                    <a:pt x="24282" y="42773"/>
                    <a:pt x="24921" y="42773"/>
                  </a:cubicBezTo>
                  <a:cubicBezTo>
                    <a:pt x="30033" y="42773"/>
                    <a:pt x="35145" y="44688"/>
                    <a:pt x="38979" y="48518"/>
                  </a:cubicBezTo>
                  <a:lnTo>
                    <a:pt x="62621" y="71501"/>
                  </a:lnTo>
                  <a:cubicBezTo>
                    <a:pt x="66455" y="75331"/>
                    <a:pt x="69011" y="80438"/>
                    <a:pt x="69011" y="85545"/>
                  </a:cubicBezTo>
                  <a:lnTo>
                    <a:pt x="69650" y="129595"/>
                  </a:lnTo>
                  <a:cubicBezTo>
                    <a:pt x="69650" y="131510"/>
                    <a:pt x="70928" y="132787"/>
                    <a:pt x="72845" y="132787"/>
                  </a:cubicBezTo>
                  <a:lnTo>
                    <a:pt x="81152" y="132787"/>
                  </a:lnTo>
                  <a:cubicBezTo>
                    <a:pt x="83069" y="132787"/>
                    <a:pt x="84347" y="131510"/>
                    <a:pt x="84347" y="129595"/>
                  </a:cubicBezTo>
                  <a:lnTo>
                    <a:pt x="84986" y="86822"/>
                  </a:lnTo>
                  <a:cubicBezTo>
                    <a:pt x="84986" y="82992"/>
                    <a:pt x="86264" y="79161"/>
                    <a:pt x="88181" y="75969"/>
                  </a:cubicBezTo>
                  <a:lnTo>
                    <a:pt x="104795" y="53625"/>
                  </a:lnTo>
                  <a:cubicBezTo>
                    <a:pt x="108629" y="48518"/>
                    <a:pt x="114380" y="45326"/>
                    <a:pt x="121409" y="45326"/>
                  </a:cubicBezTo>
                  <a:lnTo>
                    <a:pt x="122048" y="45326"/>
                  </a:lnTo>
                  <a:lnTo>
                    <a:pt x="153998" y="48518"/>
                  </a:lnTo>
                  <a:lnTo>
                    <a:pt x="123965" y="21706"/>
                  </a:lnTo>
                  <a:cubicBezTo>
                    <a:pt x="113102" y="12130"/>
                    <a:pt x="99683" y="0"/>
                    <a:pt x="87542" y="0"/>
                  </a:cubicBezTo>
                  <a:lnTo>
                    <a:pt x="65816" y="0"/>
                  </a:lnTo>
                  <a:cubicBezTo>
                    <a:pt x="53036" y="0"/>
                    <a:pt x="39617" y="12130"/>
                    <a:pt x="28755" y="22344"/>
                  </a:cubicBezTo>
                  <a:lnTo>
                    <a:pt x="0" y="46603"/>
                  </a:lnTo>
                  <a:close/>
                </a:path>
              </a:pathLst>
            </a:custGeom>
            <a:solidFill>
              <a:srgbClr val="046A38"/>
            </a:solidFill>
            <a:ln w="6390" cap="flat">
              <a:noFill/>
              <a:prstDash val="solid"/>
              <a:miter/>
            </a:ln>
          </p:spPr>
          <p:txBody>
            <a:bodyPr rtlCol="0" anchor="ctr"/>
            <a:lstStyle/>
            <a:p>
              <a:endParaRPr lang="en-US"/>
            </a:p>
          </p:txBody>
        </p:sp>
        <p:sp>
          <p:nvSpPr>
            <p:cNvPr id="766" name="Graphic 6">
              <a:extLst>
                <a:ext uri="{FF2B5EF4-FFF2-40B4-BE49-F238E27FC236}">
                  <a16:creationId xmlns:a16="http://schemas.microsoft.com/office/drawing/2014/main" id="{14FF1BD2-77FD-814E-A714-9D464DB44CD7}"/>
                </a:ext>
              </a:extLst>
            </p:cNvPr>
            <p:cNvSpPr/>
            <p:nvPr/>
          </p:nvSpPr>
          <p:spPr>
            <a:xfrm>
              <a:off x="1952764" y="1400169"/>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181474 w 362313"/>
                <a:gd name="connsiteY4" fmla="*/ 0 h 361971"/>
                <a:gd name="connsiteX5" fmla="*/ 284352 w 362313"/>
                <a:gd name="connsiteY5" fmla="*/ 177475 h 361971"/>
                <a:gd name="connsiteX6" fmla="*/ 284352 w 362313"/>
                <a:gd name="connsiteY6" fmla="*/ 178113 h 361971"/>
                <a:gd name="connsiteX7" fmla="*/ 283713 w 362313"/>
                <a:gd name="connsiteY7" fmla="*/ 179390 h 361971"/>
                <a:gd name="connsiteX8" fmla="*/ 283074 w 362313"/>
                <a:gd name="connsiteY8" fmla="*/ 180667 h 361971"/>
                <a:gd name="connsiteX9" fmla="*/ 282435 w 362313"/>
                <a:gd name="connsiteY9" fmla="*/ 181305 h 361971"/>
                <a:gd name="connsiteX10" fmla="*/ 223648 w 362313"/>
                <a:gd name="connsiteY10" fmla="*/ 241953 h 361971"/>
                <a:gd name="connsiteX11" fmla="*/ 219175 w 362313"/>
                <a:gd name="connsiteY11" fmla="*/ 248337 h 361971"/>
                <a:gd name="connsiteX12" fmla="*/ 216619 w 362313"/>
                <a:gd name="connsiteY12" fmla="*/ 254083 h 361971"/>
                <a:gd name="connsiteX13" fmla="*/ 183391 w 362313"/>
                <a:gd name="connsiteY13" fmla="*/ 284087 h 361971"/>
                <a:gd name="connsiteX14" fmla="*/ 179557 w 362313"/>
                <a:gd name="connsiteY14" fmla="*/ 284087 h 361971"/>
                <a:gd name="connsiteX15" fmla="*/ 148885 w 362313"/>
                <a:gd name="connsiteY15" fmla="*/ 255359 h 361971"/>
                <a:gd name="connsiteX16" fmla="*/ 141218 w 362313"/>
                <a:gd name="connsiteY16" fmla="*/ 243230 h 361971"/>
                <a:gd name="connsiteX17" fmla="*/ 81152 w 362313"/>
                <a:gd name="connsiteY17" fmla="*/ 180667 h 361971"/>
                <a:gd name="connsiteX18" fmla="*/ 79235 w 362313"/>
                <a:gd name="connsiteY18" fmla="*/ 176198 h 361971"/>
                <a:gd name="connsiteX19" fmla="*/ 81152 w 362313"/>
                <a:gd name="connsiteY19" fmla="*/ 171729 h 361971"/>
                <a:gd name="connsiteX20" fmla="*/ 104156 w 362313"/>
                <a:gd name="connsiteY20" fmla="*/ 151300 h 361971"/>
                <a:gd name="connsiteX21" fmla="*/ 99044 w 362313"/>
                <a:gd name="connsiteY21" fmla="*/ 136617 h 361971"/>
                <a:gd name="connsiteX22" fmla="*/ 93932 w 362313"/>
                <a:gd name="connsiteY22" fmla="*/ 104059 h 361971"/>
                <a:gd name="connsiteX23" fmla="*/ 94571 w 362313"/>
                <a:gd name="connsiteY23" fmla="*/ 84269 h 361971"/>
                <a:gd name="connsiteX24" fmla="*/ 98405 w 362313"/>
                <a:gd name="connsiteY24" fmla="*/ 78523 h 361971"/>
                <a:gd name="connsiteX25" fmla="*/ 105434 w 362313"/>
                <a:gd name="connsiteY25" fmla="*/ 79800 h 361971"/>
                <a:gd name="connsiteX26" fmla="*/ 145690 w 362313"/>
                <a:gd name="connsiteY26" fmla="*/ 116188 h 361971"/>
                <a:gd name="connsiteX27" fmla="*/ 171250 w 362313"/>
                <a:gd name="connsiteY27" fmla="*/ 107251 h 361971"/>
                <a:gd name="connsiteX28" fmla="*/ 192976 w 362313"/>
                <a:gd name="connsiteY28" fmla="*/ 107251 h 361971"/>
                <a:gd name="connsiteX29" fmla="*/ 217897 w 362313"/>
                <a:gd name="connsiteY29" fmla="*/ 116188 h 361971"/>
                <a:gd name="connsiteX30" fmla="*/ 258792 w 362313"/>
                <a:gd name="connsiteY30" fmla="*/ 79800 h 361971"/>
                <a:gd name="connsiteX31" fmla="*/ 265821 w 362313"/>
                <a:gd name="connsiteY31" fmla="*/ 78523 h 361971"/>
                <a:gd name="connsiteX32" fmla="*/ 269655 w 362313"/>
                <a:gd name="connsiteY32" fmla="*/ 84269 h 361971"/>
                <a:gd name="connsiteX33" fmla="*/ 270294 w 362313"/>
                <a:gd name="connsiteY33" fmla="*/ 104059 h 361971"/>
                <a:gd name="connsiteX34" fmla="*/ 265182 w 362313"/>
                <a:gd name="connsiteY34" fmla="*/ 136617 h 361971"/>
                <a:gd name="connsiteX35" fmla="*/ 259431 w 362313"/>
                <a:gd name="connsiteY35" fmla="*/ 151300 h 361971"/>
                <a:gd name="connsiteX36" fmla="*/ 283074 w 362313"/>
                <a:gd name="connsiteY36" fmla="*/ 172368 h 361971"/>
                <a:gd name="connsiteX37" fmla="*/ 283074 w 362313"/>
                <a:gd name="connsiteY37" fmla="*/ 173006 h 361971"/>
                <a:gd name="connsiteX38" fmla="*/ 283713 w 362313"/>
                <a:gd name="connsiteY38" fmla="*/ 174283 h 361971"/>
                <a:gd name="connsiteX39" fmla="*/ 284352 w 362313"/>
                <a:gd name="connsiteY39" fmla="*/ 175560 h 361971"/>
                <a:gd name="connsiteX40" fmla="*/ 284352 w 362313"/>
                <a:gd name="connsiteY40" fmla="*/ 177475 h 361971"/>
                <a:gd name="connsiteX41" fmla="*/ 284352 w 362313"/>
                <a:gd name="connsiteY41" fmla="*/ 177475 h 361971"/>
                <a:gd name="connsiteX42" fmla="*/ 284352 w 362313"/>
                <a:gd name="connsiteY42" fmla="*/ 177475 h 361971"/>
                <a:gd name="connsiteX43" fmla="*/ 284352 w 362313"/>
                <a:gd name="connsiteY43" fmla="*/ 17747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948" y="81077"/>
                    <a:pt x="281796" y="0"/>
                    <a:pt x="181474" y="0"/>
                  </a:cubicBezTo>
                  <a:close/>
                  <a:moveTo>
                    <a:pt x="284352" y="177475"/>
                  </a:moveTo>
                  <a:lnTo>
                    <a:pt x="284352" y="178113"/>
                  </a:lnTo>
                  <a:cubicBezTo>
                    <a:pt x="284352" y="178752"/>
                    <a:pt x="284352" y="178752"/>
                    <a:pt x="283713" y="179390"/>
                  </a:cubicBezTo>
                  <a:cubicBezTo>
                    <a:pt x="283713" y="180028"/>
                    <a:pt x="283074" y="180028"/>
                    <a:pt x="283074" y="180667"/>
                  </a:cubicBezTo>
                  <a:cubicBezTo>
                    <a:pt x="283074" y="180667"/>
                    <a:pt x="283074" y="181305"/>
                    <a:pt x="282435" y="181305"/>
                  </a:cubicBezTo>
                  <a:lnTo>
                    <a:pt x="223648" y="241953"/>
                  </a:lnTo>
                  <a:cubicBezTo>
                    <a:pt x="221731" y="243868"/>
                    <a:pt x="220453" y="245783"/>
                    <a:pt x="219175" y="248337"/>
                  </a:cubicBezTo>
                  <a:lnTo>
                    <a:pt x="216619" y="254083"/>
                  </a:lnTo>
                  <a:cubicBezTo>
                    <a:pt x="210229" y="268127"/>
                    <a:pt x="198088" y="284087"/>
                    <a:pt x="183391" y="284087"/>
                  </a:cubicBezTo>
                  <a:lnTo>
                    <a:pt x="179557" y="284087"/>
                  </a:lnTo>
                  <a:cubicBezTo>
                    <a:pt x="162304" y="284087"/>
                    <a:pt x="150803" y="259828"/>
                    <a:pt x="148885" y="255359"/>
                  </a:cubicBezTo>
                  <a:cubicBezTo>
                    <a:pt x="146969" y="250891"/>
                    <a:pt x="144413" y="247060"/>
                    <a:pt x="141218" y="243230"/>
                  </a:cubicBezTo>
                  <a:lnTo>
                    <a:pt x="81152" y="180667"/>
                  </a:lnTo>
                  <a:cubicBezTo>
                    <a:pt x="79874" y="179390"/>
                    <a:pt x="79235" y="177475"/>
                    <a:pt x="79235" y="176198"/>
                  </a:cubicBezTo>
                  <a:cubicBezTo>
                    <a:pt x="79235" y="174283"/>
                    <a:pt x="79874" y="173006"/>
                    <a:pt x="81152" y="171729"/>
                  </a:cubicBezTo>
                  <a:lnTo>
                    <a:pt x="104156" y="151300"/>
                  </a:lnTo>
                  <a:lnTo>
                    <a:pt x="99044" y="136617"/>
                  </a:lnTo>
                  <a:cubicBezTo>
                    <a:pt x="95210" y="126403"/>
                    <a:pt x="93293" y="115550"/>
                    <a:pt x="93932" y="104059"/>
                  </a:cubicBezTo>
                  <a:lnTo>
                    <a:pt x="94571" y="84269"/>
                  </a:lnTo>
                  <a:cubicBezTo>
                    <a:pt x="94571" y="81715"/>
                    <a:pt x="96488" y="79800"/>
                    <a:pt x="98405" y="78523"/>
                  </a:cubicBezTo>
                  <a:cubicBezTo>
                    <a:pt x="100961" y="77246"/>
                    <a:pt x="103517" y="77885"/>
                    <a:pt x="105434" y="79800"/>
                  </a:cubicBezTo>
                  <a:lnTo>
                    <a:pt x="145690" y="116188"/>
                  </a:lnTo>
                  <a:cubicBezTo>
                    <a:pt x="153358" y="111081"/>
                    <a:pt x="162304" y="107251"/>
                    <a:pt x="171250" y="107251"/>
                  </a:cubicBezTo>
                  <a:lnTo>
                    <a:pt x="192976" y="107251"/>
                  </a:lnTo>
                  <a:cubicBezTo>
                    <a:pt x="201922" y="107251"/>
                    <a:pt x="210229" y="111081"/>
                    <a:pt x="217897" y="116188"/>
                  </a:cubicBezTo>
                  <a:lnTo>
                    <a:pt x="258792" y="79800"/>
                  </a:lnTo>
                  <a:cubicBezTo>
                    <a:pt x="260709" y="77885"/>
                    <a:pt x="263265" y="77885"/>
                    <a:pt x="265821" y="78523"/>
                  </a:cubicBezTo>
                  <a:cubicBezTo>
                    <a:pt x="268377" y="79800"/>
                    <a:pt x="269655" y="81715"/>
                    <a:pt x="269655" y="84269"/>
                  </a:cubicBezTo>
                  <a:lnTo>
                    <a:pt x="270294" y="104059"/>
                  </a:lnTo>
                  <a:cubicBezTo>
                    <a:pt x="270933" y="114912"/>
                    <a:pt x="269016" y="125764"/>
                    <a:pt x="265182" y="136617"/>
                  </a:cubicBezTo>
                  <a:lnTo>
                    <a:pt x="259431" y="151300"/>
                  </a:lnTo>
                  <a:lnTo>
                    <a:pt x="283074" y="172368"/>
                  </a:lnTo>
                  <a:cubicBezTo>
                    <a:pt x="283074" y="172368"/>
                    <a:pt x="283074" y="172368"/>
                    <a:pt x="283074" y="173006"/>
                  </a:cubicBezTo>
                  <a:cubicBezTo>
                    <a:pt x="283074" y="173644"/>
                    <a:pt x="283713" y="173644"/>
                    <a:pt x="283713" y="174283"/>
                  </a:cubicBezTo>
                  <a:cubicBezTo>
                    <a:pt x="283713" y="174921"/>
                    <a:pt x="284352" y="174921"/>
                    <a:pt x="284352" y="175560"/>
                  </a:cubicBezTo>
                  <a:cubicBezTo>
                    <a:pt x="284352" y="176198"/>
                    <a:pt x="284352" y="176198"/>
                    <a:pt x="284352" y="177475"/>
                  </a:cubicBezTo>
                  <a:lnTo>
                    <a:pt x="284352" y="177475"/>
                  </a:lnTo>
                  <a:cubicBezTo>
                    <a:pt x="284352" y="176198"/>
                    <a:pt x="284352" y="176836"/>
                    <a:pt x="284352" y="177475"/>
                  </a:cubicBezTo>
                  <a:cubicBezTo>
                    <a:pt x="284352" y="176836"/>
                    <a:pt x="284352" y="176836"/>
                    <a:pt x="284352" y="177475"/>
                  </a:cubicBezTo>
                  <a:close/>
                </a:path>
              </a:pathLst>
            </a:custGeom>
            <a:solidFill>
              <a:srgbClr val="046A38"/>
            </a:solidFill>
            <a:ln w="6390" cap="flat">
              <a:noFill/>
              <a:prstDash val="solid"/>
              <a:miter/>
            </a:ln>
          </p:spPr>
          <p:txBody>
            <a:bodyPr rtlCol="0" anchor="ctr"/>
            <a:lstStyle/>
            <a:p>
              <a:endParaRPr lang="en-US"/>
            </a:p>
          </p:txBody>
        </p:sp>
        <p:sp>
          <p:nvSpPr>
            <p:cNvPr id="767" name="Graphic 6">
              <a:extLst>
                <a:ext uri="{FF2B5EF4-FFF2-40B4-BE49-F238E27FC236}">
                  <a16:creationId xmlns:a16="http://schemas.microsoft.com/office/drawing/2014/main" id="{8E1BD639-9C04-0A47-85F7-533AE8BBA97A}"/>
                </a:ext>
              </a:extLst>
            </p:cNvPr>
            <p:cNvSpPr/>
            <p:nvPr/>
          </p:nvSpPr>
          <p:spPr>
            <a:xfrm>
              <a:off x="2058076" y="1498483"/>
              <a:ext cx="28238" cy="43411"/>
            </a:xfrm>
            <a:custGeom>
              <a:avLst/>
              <a:gdLst>
                <a:gd name="connsiteX0" fmla="*/ 9068 w 28238"/>
                <a:gd name="connsiteY0" fmla="*/ 30643 h 43411"/>
                <a:gd name="connsiteX1" fmla="*/ 9068 w 28238"/>
                <a:gd name="connsiteY1" fmla="*/ 21706 h 43411"/>
                <a:gd name="connsiteX2" fmla="*/ 18014 w 28238"/>
                <a:gd name="connsiteY2" fmla="*/ 21706 h 43411"/>
                <a:gd name="connsiteX3" fmla="*/ 24404 w 28238"/>
                <a:gd name="connsiteY3" fmla="*/ 28728 h 43411"/>
                <a:gd name="connsiteX4" fmla="*/ 28238 w 28238"/>
                <a:gd name="connsiteY4" fmla="*/ 25536 h 43411"/>
                <a:gd name="connsiteX5" fmla="*/ 122 w 28238"/>
                <a:gd name="connsiteY5" fmla="*/ 0 h 43411"/>
                <a:gd name="connsiteX6" fmla="*/ 122 w 28238"/>
                <a:gd name="connsiteY6" fmla="*/ 6384 h 43411"/>
                <a:gd name="connsiteX7" fmla="*/ 4595 w 28238"/>
                <a:gd name="connsiteY7" fmla="*/ 33835 h 43411"/>
                <a:gd name="connsiteX8" fmla="*/ 8429 w 28238"/>
                <a:gd name="connsiteY8" fmla="*/ 43411 h 43411"/>
                <a:gd name="connsiteX9" fmla="*/ 15458 w 28238"/>
                <a:gd name="connsiteY9" fmla="*/ 37027 h 43411"/>
                <a:gd name="connsiteX10" fmla="*/ 9068 w 28238"/>
                <a:gd name="connsiteY10" fmla="*/ 30643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238" h="43411">
                  <a:moveTo>
                    <a:pt x="9068" y="30643"/>
                  </a:moveTo>
                  <a:cubicBezTo>
                    <a:pt x="6512" y="28089"/>
                    <a:pt x="6512" y="24259"/>
                    <a:pt x="9068" y="21706"/>
                  </a:cubicBezTo>
                  <a:cubicBezTo>
                    <a:pt x="11624" y="19152"/>
                    <a:pt x="15458" y="19152"/>
                    <a:pt x="18014" y="21706"/>
                  </a:cubicBezTo>
                  <a:lnTo>
                    <a:pt x="24404" y="28728"/>
                  </a:lnTo>
                  <a:cubicBezTo>
                    <a:pt x="25682" y="27451"/>
                    <a:pt x="26960" y="26174"/>
                    <a:pt x="28238" y="25536"/>
                  </a:cubicBezTo>
                  <a:lnTo>
                    <a:pt x="122" y="0"/>
                  </a:lnTo>
                  <a:lnTo>
                    <a:pt x="122" y="6384"/>
                  </a:lnTo>
                  <a:cubicBezTo>
                    <a:pt x="-517" y="15960"/>
                    <a:pt x="1400" y="24897"/>
                    <a:pt x="4595" y="33835"/>
                  </a:cubicBezTo>
                  <a:lnTo>
                    <a:pt x="8429" y="43411"/>
                  </a:lnTo>
                  <a:lnTo>
                    <a:pt x="15458" y="37027"/>
                  </a:lnTo>
                  <a:lnTo>
                    <a:pt x="9068" y="30643"/>
                  </a:lnTo>
                  <a:close/>
                </a:path>
              </a:pathLst>
            </a:custGeom>
            <a:solidFill>
              <a:srgbClr val="046A38"/>
            </a:solidFill>
            <a:ln w="6390" cap="flat">
              <a:noFill/>
              <a:prstDash val="solid"/>
              <a:miter/>
            </a:ln>
          </p:spPr>
          <p:txBody>
            <a:bodyPr rtlCol="0" anchor="ctr"/>
            <a:lstStyle/>
            <a:p>
              <a:endParaRPr lang="en-US"/>
            </a:p>
          </p:txBody>
        </p:sp>
        <p:sp>
          <p:nvSpPr>
            <p:cNvPr id="768" name="Graphic 6">
              <a:extLst>
                <a:ext uri="{FF2B5EF4-FFF2-40B4-BE49-F238E27FC236}">
                  <a16:creationId xmlns:a16="http://schemas.microsoft.com/office/drawing/2014/main" id="{EDA08801-F1F4-9A41-AECC-A036E4F20D64}"/>
                </a:ext>
              </a:extLst>
            </p:cNvPr>
            <p:cNvSpPr/>
            <p:nvPr/>
          </p:nvSpPr>
          <p:spPr>
            <a:xfrm>
              <a:off x="2051808" y="1575729"/>
              <a:ext cx="63899" cy="79799"/>
            </a:xfrm>
            <a:custGeom>
              <a:avLst/>
              <a:gdLst>
                <a:gd name="connsiteX0" fmla="*/ 62621 w 63899"/>
                <a:gd name="connsiteY0" fmla="*/ 74054 h 79799"/>
                <a:gd name="connsiteX1" fmla="*/ 61982 w 63899"/>
                <a:gd name="connsiteY1" fmla="*/ 30005 h 79799"/>
                <a:gd name="connsiteX2" fmla="*/ 60065 w 63899"/>
                <a:gd name="connsiteY2" fmla="*/ 24898 h 79799"/>
                <a:gd name="connsiteX3" fmla="*/ 36423 w 63899"/>
                <a:gd name="connsiteY3" fmla="*/ 1915 h 79799"/>
                <a:gd name="connsiteX4" fmla="*/ 31950 w 63899"/>
                <a:gd name="connsiteY4" fmla="*/ 0 h 79799"/>
                <a:gd name="connsiteX5" fmla="*/ 0 w 63899"/>
                <a:gd name="connsiteY5" fmla="*/ 5746 h 79799"/>
                <a:gd name="connsiteX6" fmla="*/ 51119 w 63899"/>
                <a:gd name="connsiteY6" fmla="*/ 59371 h 79799"/>
                <a:gd name="connsiteX7" fmla="*/ 61343 w 63899"/>
                <a:gd name="connsiteY7" fmla="*/ 74693 h 79799"/>
                <a:gd name="connsiteX8" fmla="*/ 63899 w 63899"/>
                <a:gd name="connsiteY8" fmla="*/ 79800 h 79799"/>
                <a:gd name="connsiteX9" fmla="*/ 62621 w 63899"/>
                <a:gd name="connsiteY9" fmla="*/ 74054 h 79799"/>
                <a:gd name="connsiteX10" fmla="*/ 37062 w 63899"/>
                <a:gd name="connsiteY10" fmla="*/ 25536 h 79799"/>
                <a:gd name="connsiteX11" fmla="*/ 35784 w 63899"/>
                <a:gd name="connsiteY11" fmla="*/ 25536 h 79799"/>
                <a:gd name="connsiteX12" fmla="*/ 29394 w 63899"/>
                <a:gd name="connsiteY12" fmla="*/ 19152 h 79799"/>
                <a:gd name="connsiteX13" fmla="*/ 35784 w 63899"/>
                <a:gd name="connsiteY13" fmla="*/ 12768 h 79799"/>
                <a:gd name="connsiteX14" fmla="*/ 37062 w 63899"/>
                <a:gd name="connsiteY14" fmla="*/ 12768 h 79799"/>
                <a:gd name="connsiteX15" fmla="*/ 43451 w 63899"/>
                <a:gd name="connsiteY15" fmla="*/ 19152 h 79799"/>
                <a:gd name="connsiteX16" fmla="*/ 37062 w 63899"/>
                <a:gd name="connsiteY16" fmla="*/ 25536 h 79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899" h="79799">
                  <a:moveTo>
                    <a:pt x="62621" y="74054"/>
                  </a:moveTo>
                  <a:lnTo>
                    <a:pt x="61982" y="30005"/>
                  </a:lnTo>
                  <a:cubicBezTo>
                    <a:pt x="61982" y="28090"/>
                    <a:pt x="61343" y="26174"/>
                    <a:pt x="60065" y="24898"/>
                  </a:cubicBezTo>
                  <a:lnTo>
                    <a:pt x="36423" y="1915"/>
                  </a:lnTo>
                  <a:cubicBezTo>
                    <a:pt x="35145" y="638"/>
                    <a:pt x="33867" y="0"/>
                    <a:pt x="31950" y="0"/>
                  </a:cubicBezTo>
                  <a:lnTo>
                    <a:pt x="0" y="5746"/>
                  </a:lnTo>
                  <a:lnTo>
                    <a:pt x="51119" y="59371"/>
                  </a:lnTo>
                  <a:cubicBezTo>
                    <a:pt x="55592" y="63840"/>
                    <a:pt x="58787" y="68947"/>
                    <a:pt x="61343" y="74693"/>
                  </a:cubicBezTo>
                  <a:cubicBezTo>
                    <a:pt x="61982" y="76608"/>
                    <a:pt x="63260" y="77885"/>
                    <a:pt x="63899" y="79800"/>
                  </a:cubicBezTo>
                  <a:cubicBezTo>
                    <a:pt x="62621" y="77885"/>
                    <a:pt x="62621" y="75969"/>
                    <a:pt x="62621" y="74054"/>
                  </a:cubicBezTo>
                  <a:close/>
                  <a:moveTo>
                    <a:pt x="37062" y="25536"/>
                  </a:moveTo>
                  <a:lnTo>
                    <a:pt x="35784" y="25536"/>
                  </a:lnTo>
                  <a:cubicBezTo>
                    <a:pt x="31950" y="25536"/>
                    <a:pt x="29394" y="22982"/>
                    <a:pt x="29394" y="19152"/>
                  </a:cubicBezTo>
                  <a:cubicBezTo>
                    <a:pt x="29394" y="15322"/>
                    <a:pt x="31950" y="12768"/>
                    <a:pt x="35784" y="12768"/>
                  </a:cubicBezTo>
                  <a:lnTo>
                    <a:pt x="37062" y="12768"/>
                  </a:lnTo>
                  <a:cubicBezTo>
                    <a:pt x="40896" y="12768"/>
                    <a:pt x="43451" y="15322"/>
                    <a:pt x="43451" y="19152"/>
                  </a:cubicBezTo>
                  <a:cubicBezTo>
                    <a:pt x="43451" y="22344"/>
                    <a:pt x="40257" y="25536"/>
                    <a:pt x="37062" y="25536"/>
                  </a:cubicBezTo>
                  <a:close/>
                </a:path>
              </a:pathLst>
            </a:custGeom>
            <a:solidFill>
              <a:srgbClr val="046A38"/>
            </a:solidFill>
            <a:ln w="6390" cap="flat">
              <a:noFill/>
              <a:prstDash val="solid"/>
              <a:miter/>
            </a:ln>
          </p:spPr>
          <p:txBody>
            <a:bodyPr rtlCol="0" anchor="ctr"/>
            <a:lstStyle/>
            <a:p>
              <a:endParaRPr lang="en-US"/>
            </a:p>
          </p:txBody>
        </p:sp>
        <p:sp>
          <p:nvSpPr>
            <p:cNvPr id="769" name="Graphic 6">
              <a:extLst>
                <a:ext uri="{FF2B5EF4-FFF2-40B4-BE49-F238E27FC236}">
                  <a16:creationId xmlns:a16="http://schemas.microsoft.com/office/drawing/2014/main" id="{B799D86C-A7AC-4C4C-A6B9-B7B9885B0867}"/>
                </a:ext>
              </a:extLst>
            </p:cNvPr>
            <p:cNvSpPr/>
            <p:nvPr/>
          </p:nvSpPr>
          <p:spPr>
            <a:xfrm>
              <a:off x="2180246" y="1497844"/>
              <a:ext cx="28754" cy="44049"/>
            </a:xfrm>
            <a:custGeom>
              <a:avLst/>
              <a:gdLst>
                <a:gd name="connsiteX0" fmla="*/ 12780 w 28754"/>
                <a:gd name="connsiteY0" fmla="*/ 22982 h 44049"/>
                <a:gd name="connsiteX1" fmla="*/ 21726 w 28754"/>
                <a:gd name="connsiteY1" fmla="*/ 22982 h 44049"/>
                <a:gd name="connsiteX2" fmla="*/ 21726 w 28754"/>
                <a:gd name="connsiteY2" fmla="*/ 31920 h 44049"/>
                <a:gd name="connsiteX3" fmla="*/ 14697 w 28754"/>
                <a:gd name="connsiteY3" fmla="*/ 38942 h 44049"/>
                <a:gd name="connsiteX4" fmla="*/ 20448 w 28754"/>
                <a:gd name="connsiteY4" fmla="*/ 44049 h 44049"/>
                <a:gd name="connsiteX5" fmla="*/ 24282 w 28754"/>
                <a:gd name="connsiteY5" fmla="*/ 33835 h 44049"/>
                <a:gd name="connsiteX6" fmla="*/ 28755 w 28754"/>
                <a:gd name="connsiteY6" fmla="*/ 6384 h 44049"/>
                <a:gd name="connsiteX7" fmla="*/ 28755 w 28754"/>
                <a:gd name="connsiteY7" fmla="*/ 0 h 44049"/>
                <a:gd name="connsiteX8" fmla="*/ 0 w 28754"/>
                <a:gd name="connsiteY8" fmla="*/ 25536 h 44049"/>
                <a:gd name="connsiteX9" fmla="*/ 5112 w 28754"/>
                <a:gd name="connsiteY9" fmla="*/ 30005 h 44049"/>
                <a:gd name="connsiteX10" fmla="*/ 12780 w 28754"/>
                <a:gd name="connsiteY10" fmla="*/ 22982 h 44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754" h="44049">
                  <a:moveTo>
                    <a:pt x="12780" y="22982"/>
                  </a:moveTo>
                  <a:cubicBezTo>
                    <a:pt x="15336" y="20429"/>
                    <a:pt x="19170" y="20429"/>
                    <a:pt x="21726" y="22982"/>
                  </a:cubicBezTo>
                  <a:cubicBezTo>
                    <a:pt x="24282" y="25536"/>
                    <a:pt x="24282" y="29366"/>
                    <a:pt x="21726" y="31920"/>
                  </a:cubicBezTo>
                  <a:lnTo>
                    <a:pt x="14697" y="38942"/>
                  </a:lnTo>
                  <a:lnTo>
                    <a:pt x="20448" y="44049"/>
                  </a:lnTo>
                  <a:lnTo>
                    <a:pt x="24282" y="33835"/>
                  </a:lnTo>
                  <a:cubicBezTo>
                    <a:pt x="27477" y="24897"/>
                    <a:pt x="28755" y="15960"/>
                    <a:pt x="28755" y="6384"/>
                  </a:cubicBezTo>
                  <a:lnTo>
                    <a:pt x="28755" y="0"/>
                  </a:lnTo>
                  <a:lnTo>
                    <a:pt x="0" y="25536"/>
                  </a:lnTo>
                  <a:cubicBezTo>
                    <a:pt x="1917" y="26813"/>
                    <a:pt x="3834" y="28728"/>
                    <a:pt x="5112" y="30005"/>
                  </a:cubicBezTo>
                  <a:lnTo>
                    <a:pt x="12780" y="22982"/>
                  </a:lnTo>
                  <a:close/>
                </a:path>
              </a:pathLst>
            </a:custGeom>
            <a:solidFill>
              <a:srgbClr val="046A38"/>
            </a:solidFill>
            <a:ln w="6390" cap="flat">
              <a:noFill/>
              <a:prstDash val="solid"/>
              <a:miter/>
            </a:ln>
          </p:spPr>
          <p:txBody>
            <a:bodyPr rtlCol="0" anchor="ctr"/>
            <a:lstStyle/>
            <a:p>
              <a:endParaRPr lang="en-US"/>
            </a:p>
          </p:txBody>
        </p:sp>
        <p:sp>
          <p:nvSpPr>
            <p:cNvPr id="770" name="Graphic 6">
              <a:extLst>
                <a:ext uri="{FF2B5EF4-FFF2-40B4-BE49-F238E27FC236}">
                  <a16:creationId xmlns:a16="http://schemas.microsoft.com/office/drawing/2014/main" id="{12069631-1005-E047-A983-DFD19175B9E3}"/>
                </a:ext>
              </a:extLst>
            </p:cNvPr>
            <p:cNvSpPr/>
            <p:nvPr/>
          </p:nvSpPr>
          <p:spPr>
            <a:xfrm>
              <a:off x="2118264" y="1577644"/>
              <a:ext cx="99044" cy="94482"/>
            </a:xfrm>
            <a:custGeom>
              <a:avLst/>
              <a:gdLst>
                <a:gd name="connsiteX0" fmla="*/ 60704 w 99044"/>
                <a:gd name="connsiteY0" fmla="*/ 0 h 94482"/>
                <a:gd name="connsiteX1" fmla="*/ 54954 w 99044"/>
                <a:gd name="connsiteY1" fmla="*/ 3192 h 94482"/>
                <a:gd name="connsiteX2" fmla="*/ 38340 w 99044"/>
                <a:gd name="connsiteY2" fmla="*/ 25536 h 94482"/>
                <a:gd name="connsiteX3" fmla="*/ 37062 w 99044"/>
                <a:gd name="connsiteY3" fmla="*/ 29366 h 94482"/>
                <a:gd name="connsiteX4" fmla="*/ 36423 w 99044"/>
                <a:gd name="connsiteY4" fmla="*/ 72139 h 94482"/>
                <a:gd name="connsiteX5" fmla="*/ 20448 w 99044"/>
                <a:gd name="connsiteY5" fmla="*/ 88099 h 94482"/>
                <a:gd name="connsiteX6" fmla="*/ 12141 w 99044"/>
                <a:gd name="connsiteY6" fmla="*/ 88099 h 94482"/>
                <a:gd name="connsiteX7" fmla="*/ 0 w 99044"/>
                <a:gd name="connsiteY7" fmla="*/ 82353 h 94482"/>
                <a:gd name="connsiteX8" fmla="*/ 14058 w 99044"/>
                <a:gd name="connsiteY8" fmla="*/ 94483 h 94482"/>
                <a:gd name="connsiteX9" fmla="*/ 17892 w 99044"/>
                <a:gd name="connsiteY9" fmla="*/ 94483 h 94482"/>
                <a:gd name="connsiteX10" fmla="*/ 39618 w 99044"/>
                <a:gd name="connsiteY10" fmla="*/ 71501 h 94482"/>
                <a:gd name="connsiteX11" fmla="*/ 42174 w 99044"/>
                <a:gd name="connsiteY11" fmla="*/ 65755 h 94482"/>
                <a:gd name="connsiteX12" fmla="*/ 49203 w 99044"/>
                <a:gd name="connsiteY12" fmla="*/ 55541 h 94482"/>
                <a:gd name="connsiteX13" fmla="*/ 99044 w 99044"/>
                <a:gd name="connsiteY13" fmla="*/ 4469 h 94482"/>
                <a:gd name="connsiteX14" fmla="*/ 60704 w 99044"/>
                <a:gd name="connsiteY14" fmla="*/ 0 h 94482"/>
                <a:gd name="connsiteX15" fmla="*/ 60065 w 99044"/>
                <a:gd name="connsiteY15" fmla="*/ 23621 h 94482"/>
                <a:gd name="connsiteX16" fmla="*/ 58788 w 99044"/>
                <a:gd name="connsiteY16" fmla="*/ 23621 h 94482"/>
                <a:gd name="connsiteX17" fmla="*/ 52398 w 99044"/>
                <a:gd name="connsiteY17" fmla="*/ 17237 h 94482"/>
                <a:gd name="connsiteX18" fmla="*/ 58788 w 99044"/>
                <a:gd name="connsiteY18" fmla="*/ 10853 h 94482"/>
                <a:gd name="connsiteX19" fmla="*/ 60065 w 99044"/>
                <a:gd name="connsiteY19" fmla="*/ 10853 h 94482"/>
                <a:gd name="connsiteX20" fmla="*/ 66455 w 99044"/>
                <a:gd name="connsiteY20" fmla="*/ 17237 h 94482"/>
                <a:gd name="connsiteX21" fmla="*/ 60065 w 99044"/>
                <a:gd name="connsiteY21" fmla="*/ 23621 h 94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44" h="94482">
                  <a:moveTo>
                    <a:pt x="60704" y="0"/>
                  </a:moveTo>
                  <a:cubicBezTo>
                    <a:pt x="58148" y="0"/>
                    <a:pt x="56231" y="1277"/>
                    <a:pt x="54954" y="3192"/>
                  </a:cubicBezTo>
                  <a:lnTo>
                    <a:pt x="38340" y="25536"/>
                  </a:lnTo>
                  <a:cubicBezTo>
                    <a:pt x="37701" y="26813"/>
                    <a:pt x="37062" y="28089"/>
                    <a:pt x="37062" y="29366"/>
                  </a:cubicBezTo>
                  <a:lnTo>
                    <a:pt x="36423" y="72139"/>
                  </a:lnTo>
                  <a:cubicBezTo>
                    <a:pt x="36423" y="81077"/>
                    <a:pt x="29394" y="88099"/>
                    <a:pt x="20448" y="88099"/>
                  </a:cubicBezTo>
                  <a:lnTo>
                    <a:pt x="12141" y="88099"/>
                  </a:lnTo>
                  <a:cubicBezTo>
                    <a:pt x="7029" y="88099"/>
                    <a:pt x="2556" y="85545"/>
                    <a:pt x="0" y="82353"/>
                  </a:cubicBezTo>
                  <a:cubicBezTo>
                    <a:pt x="4473" y="89376"/>
                    <a:pt x="9585" y="94483"/>
                    <a:pt x="14058" y="94483"/>
                  </a:cubicBezTo>
                  <a:lnTo>
                    <a:pt x="17892" y="94483"/>
                  </a:lnTo>
                  <a:cubicBezTo>
                    <a:pt x="25560" y="94483"/>
                    <a:pt x="34506" y="82992"/>
                    <a:pt x="39618" y="71501"/>
                  </a:cubicBezTo>
                  <a:lnTo>
                    <a:pt x="42174" y="65755"/>
                  </a:lnTo>
                  <a:cubicBezTo>
                    <a:pt x="44091" y="61925"/>
                    <a:pt x="46008" y="58733"/>
                    <a:pt x="49203" y="55541"/>
                  </a:cubicBezTo>
                  <a:lnTo>
                    <a:pt x="99044" y="4469"/>
                  </a:lnTo>
                  <a:lnTo>
                    <a:pt x="60704" y="0"/>
                  </a:lnTo>
                  <a:close/>
                  <a:moveTo>
                    <a:pt x="60065" y="23621"/>
                  </a:moveTo>
                  <a:lnTo>
                    <a:pt x="58788" y="23621"/>
                  </a:lnTo>
                  <a:cubicBezTo>
                    <a:pt x="54954" y="23621"/>
                    <a:pt x="52398" y="21067"/>
                    <a:pt x="52398" y="17237"/>
                  </a:cubicBezTo>
                  <a:cubicBezTo>
                    <a:pt x="52398" y="13406"/>
                    <a:pt x="54954" y="10853"/>
                    <a:pt x="58788" y="10853"/>
                  </a:cubicBezTo>
                  <a:lnTo>
                    <a:pt x="60065" y="10853"/>
                  </a:lnTo>
                  <a:cubicBezTo>
                    <a:pt x="63899" y="10853"/>
                    <a:pt x="66455" y="13406"/>
                    <a:pt x="66455" y="17237"/>
                  </a:cubicBezTo>
                  <a:cubicBezTo>
                    <a:pt x="66455" y="21067"/>
                    <a:pt x="63899" y="23621"/>
                    <a:pt x="60065" y="23621"/>
                  </a:cubicBezTo>
                  <a:close/>
                </a:path>
              </a:pathLst>
            </a:custGeom>
            <a:solidFill>
              <a:srgbClr val="046A38"/>
            </a:solidFill>
            <a:ln w="6390" cap="flat">
              <a:noFill/>
              <a:prstDash val="solid"/>
              <a:miter/>
            </a:ln>
          </p:spPr>
          <p:txBody>
            <a:bodyPr rtlCol="0" anchor="ctr"/>
            <a:lstStyle/>
            <a:p>
              <a:endParaRPr lang="en-US"/>
            </a:p>
          </p:txBody>
        </p:sp>
      </p:grpSp>
      <p:grpSp>
        <p:nvGrpSpPr>
          <p:cNvPr id="771" name="Graphic 6">
            <a:extLst>
              <a:ext uri="{FF2B5EF4-FFF2-40B4-BE49-F238E27FC236}">
                <a16:creationId xmlns:a16="http://schemas.microsoft.com/office/drawing/2014/main" id="{B13997B0-655F-D04F-9FFF-807F0B38EBAD}"/>
              </a:ext>
            </a:extLst>
          </p:cNvPr>
          <p:cNvGrpSpPr/>
          <p:nvPr/>
        </p:nvGrpSpPr>
        <p:grpSpPr>
          <a:xfrm>
            <a:off x="1952764" y="1890459"/>
            <a:ext cx="362309" cy="361971"/>
            <a:chOff x="1952764" y="1890459"/>
            <a:chExt cx="362309" cy="361971"/>
          </a:xfrm>
          <a:solidFill>
            <a:srgbClr val="046A38"/>
          </a:solidFill>
        </p:grpSpPr>
        <p:sp>
          <p:nvSpPr>
            <p:cNvPr id="772" name="Graphic 6">
              <a:extLst>
                <a:ext uri="{FF2B5EF4-FFF2-40B4-BE49-F238E27FC236}">
                  <a16:creationId xmlns:a16="http://schemas.microsoft.com/office/drawing/2014/main" id="{EAE4BEA6-1C04-4840-83DA-3FD19FBA67F7}"/>
                </a:ext>
              </a:extLst>
            </p:cNvPr>
            <p:cNvSpPr/>
            <p:nvPr/>
          </p:nvSpPr>
          <p:spPr>
            <a:xfrm>
              <a:off x="2123376" y="2151564"/>
              <a:ext cx="23642" cy="8458"/>
            </a:xfrm>
            <a:custGeom>
              <a:avLst/>
              <a:gdLst>
                <a:gd name="connsiteX0" fmla="*/ 22365 w 23642"/>
                <a:gd name="connsiteY0" fmla="*/ 3830 h 8458"/>
                <a:gd name="connsiteX1" fmla="*/ 12780 w 23642"/>
                <a:gd name="connsiteY1" fmla="*/ 0 h 8458"/>
                <a:gd name="connsiteX2" fmla="*/ 3195 w 23642"/>
                <a:gd name="connsiteY2" fmla="*/ 3830 h 8458"/>
                <a:gd name="connsiteX3" fmla="*/ 0 w 23642"/>
                <a:gd name="connsiteY3" fmla="*/ 4469 h 8458"/>
                <a:gd name="connsiteX4" fmla="*/ 5751 w 23642"/>
                <a:gd name="connsiteY4" fmla="*/ 7022 h 8458"/>
                <a:gd name="connsiteX5" fmla="*/ 17253 w 23642"/>
                <a:gd name="connsiteY5" fmla="*/ 7022 h 8458"/>
                <a:gd name="connsiteX6" fmla="*/ 23643 w 23642"/>
                <a:gd name="connsiteY6" fmla="*/ 3830 h 8458"/>
                <a:gd name="connsiteX7" fmla="*/ 22365 w 23642"/>
                <a:gd name="connsiteY7" fmla="*/ 3830 h 8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42" h="8458">
                  <a:moveTo>
                    <a:pt x="22365" y="3830"/>
                  </a:moveTo>
                  <a:lnTo>
                    <a:pt x="12780" y="0"/>
                  </a:lnTo>
                  <a:lnTo>
                    <a:pt x="3195" y="3830"/>
                  </a:lnTo>
                  <a:cubicBezTo>
                    <a:pt x="1917" y="4469"/>
                    <a:pt x="1278" y="4469"/>
                    <a:pt x="0" y="4469"/>
                  </a:cubicBezTo>
                  <a:lnTo>
                    <a:pt x="5751" y="7022"/>
                  </a:lnTo>
                  <a:cubicBezTo>
                    <a:pt x="9585" y="8938"/>
                    <a:pt x="13419" y="8938"/>
                    <a:pt x="17253" y="7022"/>
                  </a:cubicBezTo>
                  <a:lnTo>
                    <a:pt x="23643" y="3830"/>
                  </a:lnTo>
                  <a:cubicBezTo>
                    <a:pt x="23004" y="3830"/>
                    <a:pt x="22365" y="3830"/>
                    <a:pt x="22365" y="3830"/>
                  </a:cubicBezTo>
                  <a:close/>
                </a:path>
              </a:pathLst>
            </a:custGeom>
            <a:solidFill>
              <a:srgbClr val="046A38"/>
            </a:solidFill>
            <a:ln w="6390" cap="flat">
              <a:noFill/>
              <a:prstDash val="solid"/>
              <a:miter/>
            </a:ln>
          </p:spPr>
          <p:txBody>
            <a:bodyPr rtlCol="0" anchor="ctr"/>
            <a:lstStyle/>
            <a:p>
              <a:endParaRPr lang="en-US"/>
            </a:p>
          </p:txBody>
        </p:sp>
        <p:sp>
          <p:nvSpPr>
            <p:cNvPr id="773" name="Graphic 6">
              <a:extLst>
                <a:ext uri="{FF2B5EF4-FFF2-40B4-BE49-F238E27FC236}">
                  <a16:creationId xmlns:a16="http://schemas.microsoft.com/office/drawing/2014/main" id="{0F9F33BF-78D6-8F4E-8206-0BCBC4AB36D2}"/>
                </a:ext>
              </a:extLst>
            </p:cNvPr>
            <p:cNvSpPr/>
            <p:nvPr/>
          </p:nvSpPr>
          <p:spPr>
            <a:xfrm>
              <a:off x="2043651" y="1982453"/>
              <a:ext cx="179630" cy="161869"/>
            </a:xfrm>
            <a:custGeom>
              <a:avLst/>
              <a:gdLst>
                <a:gd name="connsiteX0" fmla="*/ 169823 w 179630"/>
                <a:gd name="connsiteY0" fmla="*/ 48454 h 161869"/>
                <a:gd name="connsiteX1" fmla="*/ 161516 w 179630"/>
                <a:gd name="connsiteY1" fmla="*/ 35686 h 161869"/>
                <a:gd name="connsiteX2" fmla="*/ 146819 w 179630"/>
                <a:gd name="connsiteY2" fmla="*/ 22280 h 161869"/>
                <a:gd name="connsiteX3" fmla="*/ 146180 w 179630"/>
                <a:gd name="connsiteY3" fmla="*/ 13342 h 161869"/>
                <a:gd name="connsiteX4" fmla="*/ 155126 w 179630"/>
                <a:gd name="connsiteY4" fmla="*/ 12704 h 161869"/>
                <a:gd name="connsiteX5" fmla="*/ 168545 w 179630"/>
                <a:gd name="connsiteY5" fmla="*/ 24833 h 161869"/>
                <a:gd name="connsiteX6" fmla="*/ 164711 w 179630"/>
                <a:gd name="connsiteY6" fmla="*/ 3766 h 161869"/>
                <a:gd name="connsiteX7" fmla="*/ 135317 w 179630"/>
                <a:gd name="connsiteY7" fmla="*/ 8873 h 161869"/>
                <a:gd name="connsiteX8" fmla="*/ 132122 w 179630"/>
                <a:gd name="connsiteY8" fmla="*/ 9512 h 161869"/>
                <a:gd name="connsiteX9" fmla="*/ 49692 w 179630"/>
                <a:gd name="connsiteY9" fmla="*/ 9512 h 161869"/>
                <a:gd name="connsiteX10" fmla="*/ 43941 w 179630"/>
                <a:gd name="connsiteY10" fmla="*/ 6320 h 161869"/>
                <a:gd name="connsiteX11" fmla="*/ 16465 w 179630"/>
                <a:gd name="connsiteY11" fmla="*/ 1851 h 161869"/>
                <a:gd name="connsiteX12" fmla="*/ 12631 w 179630"/>
                <a:gd name="connsiteY12" fmla="*/ 22918 h 161869"/>
                <a:gd name="connsiteX13" fmla="*/ 26688 w 179630"/>
                <a:gd name="connsiteY13" fmla="*/ 12065 h 161869"/>
                <a:gd name="connsiteX14" fmla="*/ 30522 w 179630"/>
                <a:gd name="connsiteY14" fmla="*/ 10789 h 161869"/>
                <a:gd name="connsiteX15" fmla="*/ 35634 w 179630"/>
                <a:gd name="connsiteY15" fmla="*/ 13342 h 161869"/>
                <a:gd name="connsiteX16" fmla="*/ 34995 w 179630"/>
                <a:gd name="connsiteY16" fmla="*/ 22280 h 161869"/>
                <a:gd name="connsiteX17" fmla="*/ 20299 w 179630"/>
                <a:gd name="connsiteY17" fmla="*/ 34409 h 161869"/>
                <a:gd name="connsiteX18" fmla="*/ 13270 w 179630"/>
                <a:gd name="connsiteY18" fmla="*/ 45262 h 161869"/>
                <a:gd name="connsiteX19" fmla="*/ 3685 w 179630"/>
                <a:gd name="connsiteY19" fmla="*/ 72713 h 161869"/>
                <a:gd name="connsiteX20" fmla="*/ 490 w 179630"/>
                <a:gd name="connsiteY20" fmla="*/ 102718 h 161869"/>
                <a:gd name="connsiteX21" fmla="*/ 40107 w 179630"/>
                <a:gd name="connsiteY21" fmla="*/ 156343 h 161869"/>
                <a:gd name="connsiteX22" fmla="*/ 50970 w 179630"/>
                <a:gd name="connsiteY22" fmla="*/ 161451 h 161869"/>
                <a:gd name="connsiteX23" fmla="*/ 49053 w 179630"/>
                <a:gd name="connsiteY23" fmla="*/ 155705 h 161869"/>
                <a:gd name="connsiteX24" fmla="*/ 47136 w 179630"/>
                <a:gd name="connsiteY24" fmla="*/ 148683 h 161869"/>
                <a:gd name="connsiteX25" fmla="*/ 49692 w 179630"/>
                <a:gd name="connsiteY25" fmla="*/ 112932 h 161869"/>
                <a:gd name="connsiteX26" fmla="*/ 57360 w 179630"/>
                <a:gd name="connsiteY26" fmla="*/ 93780 h 161869"/>
                <a:gd name="connsiteX27" fmla="*/ 57360 w 179630"/>
                <a:gd name="connsiteY27" fmla="*/ 90588 h 161869"/>
                <a:gd name="connsiteX28" fmla="*/ 54165 w 179630"/>
                <a:gd name="connsiteY28" fmla="*/ 87396 h 161869"/>
                <a:gd name="connsiteX29" fmla="*/ 49053 w 179630"/>
                <a:gd name="connsiteY29" fmla="*/ 86758 h 161869"/>
                <a:gd name="connsiteX30" fmla="*/ 49053 w 179630"/>
                <a:gd name="connsiteY30" fmla="*/ 87396 h 161869"/>
                <a:gd name="connsiteX31" fmla="*/ 42663 w 179630"/>
                <a:gd name="connsiteY31" fmla="*/ 93780 h 161869"/>
                <a:gd name="connsiteX32" fmla="*/ 41385 w 179630"/>
                <a:gd name="connsiteY32" fmla="*/ 93780 h 161869"/>
                <a:gd name="connsiteX33" fmla="*/ 34995 w 179630"/>
                <a:gd name="connsiteY33" fmla="*/ 87396 h 161869"/>
                <a:gd name="connsiteX34" fmla="*/ 35634 w 179630"/>
                <a:gd name="connsiteY34" fmla="*/ 84843 h 161869"/>
                <a:gd name="connsiteX35" fmla="*/ 24133 w 179630"/>
                <a:gd name="connsiteY35" fmla="*/ 83566 h 161869"/>
                <a:gd name="connsiteX36" fmla="*/ 18382 w 179630"/>
                <a:gd name="connsiteY36" fmla="*/ 76544 h 161869"/>
                <a:gd name="connsiteX37" fmla="*/ 25410 w 179630"/>
                <a:gd name="connsiteY37" fmla="*/ 70798 h 161869"/>
                <a:gd name="connsiteX38" fmla="*/ 56082 w 179630"/>
                <a:gd name="connsiteY38" fmla="*/ 74628 h 161869"/>
                <a:gd name="connsiteX39" fmla="*/ 57360 w 179630"/>
                <a:gd name="connsiteY39" fmla="*/ 74628 h 161869"/>
                <a:gd name="connsiteX40" fmla="*/ 69501 w 179630"/>
                <a:gd name="connsiteY40" fmla="*/ 86120 h 161869"/>
                <a:gd name="connsiteX41" fmla="*/ 68862 w 179630"/>
                <a:gd name="connsiteY41" fmla="*/ 98249 h 161869"/>
                <a:gd name="connsiteX42" fmla="*/ 61194 w 179630"/>
                <a:gd name="connsiteY42" fmla="*/ 117401 h 161869"/>
                <a:gd name="connsiteX43" fmla="*/ 59277 w 179630"/>
                <a:gd name="connsiteY43" fmla="*/ 145491 h 161869"/>
                <a:gd name="connsiteX44" fmla="*/ 61194 w 179630"/>
                <a:gd name="connsiteY44" fmla="*/ 152513 h 161869"/>
                <a:gd name="connsiteX45" fmla="*/ 70140 w 179630"/>
                <a:gd name="connsiteY45" fmla="*/ 161451 h 161869"/>
                <a:gd name="connsiteX46" fmla="*/ 77808 w 179630"/>
                <a:gd name="connsiteY46" fmla="*/ 160812 h 161869"/>
                <a:gd name="connsiteX47" fmla="*/ 82281 w 179630"/>
                <a:gd name="connsiteY47" fmla="*/ 158897 h 161869"/>
                <a:gd name="connsiteX48" fmla="*/ 73335 w 179630"/>
                <a:gd name="connsiteY48" fmla="*/ 149959 h 161869"/>
                <a:gd name="connsiteX49" fmla="*/ 71418 w 179630"/>
                <a:gd name="connsiteY49" fmla="*/ 139745 h 161869"/>
                <a:gd name="connsiteX50" fmla="*/ 80364 w 179630"/>
                <a:gd name="connsiteY50" fmla="*/ 133999 h 161869"/>
                <a:gd name="connsiteX51" fmla="*/ 104007 w 179630"/>
                <a:gd name="connsiteY51" fmla="*/ 133999 h 161869"/>
                <a:gd name="connsiteX52" fmla="*/ 112953 w 179630"/>
                <a:gd name="connsiteY52" fmla="*/ 139745 h 161869"/>
                <a:gd name="connsiteX53" fmla="*/ 111036 w 179630"/>
                <a:gd name="connsiteY53" fmla="*/ 149959 h 161869"/>
                <a:gd name="connsiteX54" fmla="*/ 102090 w 179630"/>
                <a:gd name="connsiteY54" fmla="*/ 158897 h 161869"/>
                <a:gd name="connsiteX55" fmla="*/ 107202 w 179630"/>
                <a:gd name="connsiteY55" fmla="*/ 160812 h 161869"/>
                <a:gd name="connsiteX56" fmla="*/ 114870 w 179630"/>
                <a:gd name="connsiteY56" fmla="*/ 161451 h 161869"/>
                <a:gd name="connsiteX57" fmla="*/ 123816 w 179630"/>
                <a:gd name="connsiteY57" fmla="*/ 152513 h 161869"/>
                <a:gd name="connsiteX58" fmla="*/ 125732 w 179630"/>
                <a:gd name="connsiteY58" fmla="*/ 145491 h 161869"/>
                <a:gd name="connsiteX59" fmla="*/ 123816 w 179630"/>
                <a:gd name="connsiteY59" fmla="*/ 117401 h 161869"/>
                <a:gd name="connsiteX60" fmla="*/ 116148 w 179630"/>
                <a:gd name="connsiteY60" fmla="*/ 98249 h 161869"/>
                <a:gd name="connsiteX61" fmla="*/ 115509 w 179630"/>
                <a:gd name="connsiteY61" fmla="*/ 86120 h 161869"/>
                <a:gd name="connsiteX62" fmla="*/ 127649 w 179630"/>
                <a:gd name="connsiteY62" fmla="*/ 74628 h 161869"/>
                <a:gd name="connsiteX63" fmla="*/ 128288 w 179630"/>
                <a:gd name="connsiteY63" fmla="*/ 74628 h 161869"/>
                <a:gd name="connsiteX64" fmla="*/ 157682 w 179630"/>
                <a:gd name="connsiteY64" fmla="*/ 70798 h 161869"/>
                <a:gd name="connsiteX65" fmla="*/ 164711 w 179630"/>
                <a:gd name="connsiteY65" fmla="*/ 76544 h 161869"/>
                <a:gd name="connsiteX66" fmla="*/ 158960 w 179630"/>
                <a:gd name="connsiteY66" fmla="*/ 83566 h 161869"/>
                <a:gd name="connsiteX67" fmla="*/ 149375 w 179630"/>
                <a:gd name="connsiteY67" fmla="*/ 84843 h 161869"/>
                <a:gd name="connsiteX68" fmla="*/ 150014 w 179630"/>
                <a:gd name="connsiteY68" fmla="*/ 87396 h 161869"/>
                <a:gd name="connsiteX69" fmla="*/ 143624 w 179630"/>
                <a:gd name="connsiteY69" fmla="*/ 93780 h 161869"/>
                <a:gd name="connsiteX70" fmla="*/ 142346 w 179630"/>
                <a:gd name="connsiteY70" fmla="*/ 93780 h 161869"/>
                <a:gd name="connsiteX71" fmla="*/ 135956 w 179630"/>
                <a:gd name="connsiteY71" fmla="*/ 87396 h 161869"/>
                <a:gd name="connsiteX72" fmla="*/ 135956 w 179630"/>
                <a:gd name="connsiteY72" fmla="*/ 86120 h 161869"/>
                <a:gd name="connsiteX73" fmla="*/ 130206 w 179630"/>
                <a:gd name="connsiteY73" fmla="*/ 86758 h 161869"/>
                <a:gd name="connsiteX74" fmla="*/ 127011 w 179630"/>
                <a:gd name="connsiteY74" fmla="*/ 89950 h 161869"/>
                <a:gd name="connsiteX75" fmla="*/ 127011 w 179630"/>
                <a:gd name="connsiteY75" fmla="*/ 93142 h 161869"/>
                <a:gd name="connsiteX76" fmla="*/ 134678 w 179630"/>
                <a:gd name="connsiteY76" fmla="*/ 112294 h 161869"/>
                <a:gd name="connsiteX77" fmla="*/ 137234 w 179630"/>
                <a:gd name="connsiteY77" fmla="*/ 148044 h 161869"/>
                <a:gd name="connsiteX78" fmla="*/ 135317 w 179630"/>
                <a:gd name="connsiteY78" fmla="*/ 155067 h 161869"/>
                <a:gd name="connsiteX79" fmla="*/ 134039 w 179630"/>
                <a:gd name="connsiteY79" fmla="*/ 158259 h 161869"/>
                <a:gd name="connsiteX80" fmla="*/ 140429 w 179630"/>
                <a:gd name="connsiteY80" fmla="*/ 155067 h 161869"/>
                <a:gd name="connsiteX81" fmla="*/ 179408 w 179630"/>
                <a:gd name="connsiteY81" fmla="*/ 99526 h 161869"/>
                <a:gd name="connsiteX82" fmla="*/ 179408 w 179630"/>
                <a:gd name="connsiteY82" fmla="*/ 96972 h 161869"/>
                <a:gd name="connsiteX83" fmla="*/ 176213 w 179630"/>
                <a:gd name="connsiteY83" fmla="*/ 68883 h 161869"/>
                <a:gd name="connsiteX84" fmla="*/ 169823 w 179630"/>
                <a:gd name="connsiteY84" fmla="*/ 48454 h 161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79630" h="161869">
                  <a:moveTo>
                    <a:pt x="169823" y="48454"/>
                  </a:moveTo>
                  <a:cubicBezTo>
                    <a:pt x="167906" y="43347"/>
                    <a:pt x="165350" y="38878"/>
                    <a:pt x="161516" y="35686"/>
                  </a:cubicBezTo>
                  <a:lnTo>
                    <a:pt x="146819" y="22280"/>
                  </a:lnTo>
                  <a:cubicBezTo>
                    <a:pt x="144263" y="19726"/>
                    <a:pt x="144263" y="15896"/>
                    <a:pt x="146180" y="13342"/>
                  </a:cubicBezTo>
                  <a:cubicBezTo>
                    <a:pt x="148736" y="10789"/>
                    <a:pt x="152570" y="10789"/>
                    <a:pt x="155126" y="12704"/>
                  </a:cubicBezTo>
                  <a:lnTo>
                    <a:pt x="168545" y="24833"/>
                  </a:lnTo>
                  <a:cubicBezTo>
                    <a:pt x="169823" y="13981"/>
                    <a:pt x="168545" y="6958"/>
                    <a:pt x="164711" y="3766"/>
                  </a:cubicBezTo>
                  <a:cubicBezTo>
                    <a:pt x="158321" y="-1341"/>
                    <a:pt x="142346" y="5043"/>
                    <a:pt x="135317" y="8873"/>
                  </a:cubicBezTo>
                  <a:cubicBezTo>
                    <a:pt x="134039" y="9512"/>
                    <a:pt x="133400" y="9512"/>
                    <a:pt x="132122" y="9512"/>
                  </a:cubicBezTo>
                  <a:lnTo>
                    <a:pt x="49692" y="9512"/>
                  </a:lnTo>
                  <a:cubicBezTo>
                    <a:pt x="47136" y="9512"/>
                    <a:pt x="45219" y="8235"/>
                    <a:pt x="43941" y="6320"/>
                  </a:cubicBezTo>
                  <a:cubicBezTo>
                    <a:pt x="35634" y="1851"/>
                    <a:pt x="22215" y="-2618"/>
                    <a:pt x="16465" y="1851"/>
                  </a:cubicBezTo>
                  <a:cubicBezTo>
                    <a:pt x="12631" y="4405"/>
                    <a:pt x="11353" y="12065"/>
                    <a:pt x="12631" y="22918"/>
                  </a:cubicBezTo>
                  <a:lnTo>
                    <a:pt x="26688" y="12065"/>
                  </a:lnTo>
                  <a:cubicBezTo>
                    <a:pt x="27967" y="11427"/>
                    <a:pt x="29244" y="10789"/>
                    <a:pt x="30522" y="10789"/>
                  </a:cubicBezTo>
                  <a:cubicBezTo>
                    <a:pt x="32439" y="10789"/>
                    <a:pt x="34356" y="11427"/>
                    <a:pt x="35634" y="13342"/>
                  </a:cubicBezTo>
                  <a:cubicBezTo>
                    <a:pt x="37551" y="15896"/>
                    <a:pt x="37551" y="19726"/>
                    <a:pt x="34995" y="22280"/>
                  </a:cubicBezTo>
                  <a:lnTo>
                    <a:pt x="20299" y="34409"/>
                  </a:lnTo>
                  <a:cubicBezTo>
                    <a:pt x="17104" y="36963"/>
                    <a:pt x="14548" y="40793"/>
                    <a:pt x="13270" y="45262"/>
                  </a:cubicBezTo>
                  <a:lnTo>
                    <a:pt x="3685" y="72713"/>
                  </a:lnTo>
                  <a:cubicBezTo>
                    <a:pt x="490" y="82289"/>
                    <a:pt x="-788" y="92504"/>
                    <a:pt x="490" y="102718"/>
                  </a:cubicBezTo>
                  <a:cubicBezTo>
                    <a:pt x="3046" y="126339"/>
                    <a:pt x="18382" y="146767"/>
                    <a:pt x="40107" y="156343"/>
                  </a:cubicBezTo>
                  <a:lnTo>
                    <a:pt x="50970" y="161451"/>
                  </a:lnTo>
                  <a:cubicBezTo>
                    <a:pt x="50331" y="159535"/>
                    <a:pt x="49053" y="157620"/>
                    <a:pt x="49053" y="155705"/>
                  </a:cubicBezTo>
                  <a:lnTo>
                    <a:pt x="47136" y="148683"/>
                  </a:lnTo>
                  <a:cubicBezTo>
                    <a:pt x="43941" y="136553"/>
                    <a:pt x="45219" y="124423"/>
                    <a:pt x="49692" y="112932"/>
                  </a:cubicBezTo>
                  <a:lnTo>
                    <a:pt x="57360" y="93780"/>
                  </a:lnTo>
                  <a:cubicBezTo>
                    <a:pt x="57999" y="92504"/>
                    <a:pt x="57999" y="91227"/>
                    <a:pt x="57360" y="90588"/>
                  </a:cubicBezTo>
                  <a:cubicBezTo>
                    <a:pt x="56721" y="89312"/>
                    <a:pt x="55443" y="88035"/>
                    <a:pt x="54165" y="87396"/>
                  </a:cubicBezTo>
                  <a:lnTo>
                    <a:pt x="49053" y="86758"/>
                  </a:lnTo>
                  <a:cubicBezTo>
                    <a:pt x="49053" y="87396"/>
                    <a:pt x="49053" y="87396"/>
                    <a:pt x="49053" y="87396"/>
                  </a:cubicBezTo>
                  <a:cubicBezTo>
                    <a:pt x="49053" y="91227"/>
                    <a:pt x="46497" y="93780"/>
                    <a:pt x="42663" y="93780"/>
                  </a:cubicBezTo>
                  <a:lnTo>
                    <a:pt x="41385" y="93780"/>
                  </a:lnTo>
                  <a:cubicBezTo>
                    <a:pt x="37551" y="93780"/>
                    <a:pt x="34995" y="91227"/>
                    <a:pt x="34995" y="87396"/>
                  </a:cubicBezTo>
                  <a:cubicBezTo>
                    <a:pt x="34995" y="86758"/>
                    <a:pt x="34995" y="85481"/>
                    <a:pt x="35634" y="84843"/>
                  </a:cubicBezTo>
                  <a:lnTo>
                    <a:pt x="24133" y="83566"/>
                  </a:lnTo>
                  <a:cubicBezTo>
                    <a:pt x="20938" y="82928"/>
                    <a:pt x="18382" y="79736"/>
                    <a:pt x="18382" y="76544"/>
                  </a:cubicBezTo>
                  <a:cubicBezTo>
                    <a:pt x="19020" y="73352"/>
                    <a:pt x="22215" y="70798"/>
                    <a:pt x="25410" y="70798"/>
                  </a:cubicBezTo>
                  <a:lnTo>
                    <a:pt x="56082" y="74628"/>
                  </a:lnTo>
                  <a:cubicBezTo>
                    <a:pt x="56721" y="74628"/>
                    <a:pt x="56721" y="74628"/>
                    <a:pt x="57360" y="74628"/>
                  </a:cubicBezTo>
                  <a:cubicBezTo>
                    <a:pt x="63111" y="76544"/>
                    <a:pt x="67584" y="80374"/>
                    <a:pt x="69501" y="86120"/>
                  </a:cubicBezTo>
                  <a:cubicBezTo>
                    <a:pt x="70779" y="89950"/>
                    <a:pt x="70779" y="94419"/>
                    <a:pt x="68862" y="98249"/>
                  </a:cubicBezTo>
                  <a:lnTo>
                    <a:pt x="61194" y="117401"/>
                  </a:lnTo>
                  <a:cubicBezTo>
                    <a:pt x="57360" y="126339"/>
                    <a:pt x="56721" y="135915"/>
                    <a:pt x="59277" y="145491"/>
                  </a:cubicBezTo>
                  <a:lnTo>
                    <a:pt x="61194" y="152513"/>
                  </a:lnTo>
                  <a:cubicBezTo>
                    <a:pt x="62472" y="156982"/>
                    <a:pt x="65667" y="160174"/>
                    <a:pt x="70140" y="161451"/>
                  </a:cubicBezTo>
                  <a:cubicBezTo>
                    <a:pt x="72696" y="162089"/>
                    <a:pt x="75891" y="162089"/>
                    <a:pt x="77808" y="160812"/>
                  </a:cubicBezTo>
                  <a:lnTo>
                    <a:pt x="82281" y="158897"/>
                  </a:lnTo>
                  <a:lnTo>
                    <a:pt x="73335" y="149959"/>
                  </a:lnTo>
                  <a:cubicBezTo>
                    <a:pt x="70779" y="147406"/>
                    <a:pt x="70140" y="142937"/>
                    <a:pt x="71418" y="139745"/>
                  </a:cubicBezTo>
                  <a:cubicBezTo>
                    <a:pt x="72696" y="135915"/>
                    <a:pt x="76530" y="133999"/>
                    <a:pt x="80364" y="133999"/>
                  </a:cubicBezTo>
                  <a:lnTo>
                    <a:pt x="104007" y="133999"/>
                  </a:lnTo>
                  <a:cubicBezTo>
                    <a:pt x="107841" y="133999"/>
                    <a:pt x="111036" y="136553"/>
                    <a:pt x="112953" y="139745"/>
                  </a:cubicBezTo>
                  <a:cubicBezTo>
                    <a:pt x="114231" y="143575"/>
                    <a:pt x="113592" y="147406"/>
                    <a:pt x="111036" y="149959"/>
                  </a:cubicBezTo>
                  <a:lnTo>
                    <a:pt x="102090" y="158897"/>
                  </a:lnTo>
                  <a:lnTo>
                    <a:pt x="107202" y="160812"/>
                  </a:lnTo>
                  <a:cubicBezTo>
                    <a:pt x="109758" y="162089"/>
                    <a:pt x="112314" y="162089"/>
                    <a:pt x="114870" y="161451"/>
                  </a:cubicBezTo>
                  <a:cubicBezTo>
                    <a:pt x="119343" y="160174"/>
                    <a:pt x="122538" y="156982"/>
                    <a:pt x="123816" y="152513"/>
                  </a:cubicBezTo>
                  <a:lnTo>
                    <a:pt x="125732" y="145491"/>
                  </a:lnTo>
                  <a:cubicBezTo>
                    <a:pt x="128288" y="135915"/>
                    <a:pt x="127649" y="126339"/>
                    <a:pt x="123816" y="117401"/>
                  </a:cubicBezTo>
                  <a:lnTo>
                    <a:pt x="116148" y="98249"/>
                  </a:lnTo>
                  <a:cubicBezTo>
                    <a:pt x="114870" y="94419"/>
                    <a:pt x="114231" y="89950"/>
                    <a:pt x="115509" y="86120"/>
                  </a:cubicBezTo>
                  <a:cubicBezTo>
                    <a:pt x="117426" y="80374"/>
                    <a:pt x="121898" y="75905"/>
                    <a:pt x="127649" y="74628"/>
                  </a:cubicBezTo>
                  <a:lnTo>
                    <a:pt x="128288" y="74628"/>
                  </a:lnTo>
                  <a:lnTo>
                    <a:pt x="157682" y="70798"/>
                  </a:lnTo>
                  <a:cubicBezTo>
                    <a:pt x="160877" y="70160"/>
                    <a:pt x="164072" y="72713"/>
                    <a:pt x="164711" y="76544"/>
                  </a:cubicBezTo>
                  <a:cubicBezTo>
                    <a:pt x="165350" y="79736"/>
                    <a:pt x="162794" y="82928"/>
                    <a:pt x="158960" y="83566"/>
                  </a:cubicBezTo>
                  <a:lnTo>
                    <a:pt x="149375" y="84843"/>
                  </a:lnTo>
                  <a:cubicBezTo>
                    <a:pt x="150014" y="85481"/>
                    <a:pt x="150014" y="86758"/>
                    <a:pt x="150014" y="87396"/>
                  </a:cubicBezTo>
                  <a:cubicBezTo>
                    <a:pt x="150014" y="91227"/>
                    <a:pt x="147458" y="93780"/>
                    <a:pt x="143624" y="93780"/>
                  </a:cubicBezTo>
                  <a:lnTo>
                    <a:pt x="142346" y="93780"/>
                  </a:lnTo>
                  <a:cubicBezTo>
                    <a:pt x="138512" y="93780"/>
                    <a:pt x="135956" y="91227"/>
                    <a:pt x="135956" y="87396"/>
                  </a:cubicBezTo>
                  <a:cubicBezTo>
                    <a:pt x="135956" y="86758"/>
                    <a:pt x="135956" y="86758"/>
                    <a:pt x="135956" y="86120"/>
                  </a:cubicBezTo>
                  <a:lnTo>
                    <a:pt x="130206" y="86758"/>
                  </a:lnTo>
                  <a:cubicBezTo>
                    <a:pt x="128927" y="87396"/>
                    <a:pt x="127649" y="88673"/>
                    <a:pt x="127011" y="89950"/>
                  </a:cubicBezTo>
                  <a:cubicBezTo>
                    <a:pt x="126372" y="91227"/>
                    <a:pt x="126372" y="92504"/>
                    <a:pt x="127011" y="93142"/>
                  </a:cubicBezTo>
                  <a:lnTo>
                    <a:pt x="134678" y="112294"/>
                  </a:lnTo>
                  <a:cubicBezTo>
                    <a:pt x="139151" y="123785"/>
                    <a:pt x="139790" y="135915"/>
                    <a:pt x="137234" y="148044"/>
                  </a:cubicBezTo>
                  <a:lnTo>
                    <a:pt x="135317" y="155067"/>
                  </a:lnTo>
                  <a:cubicBezTo>
                    <a:pt x="135317" y="156343"/>
                    <a:pt x="134678" y="156982"/>
                    <a:pt x="134039" y="158259"/>
                  </a:cubicBezTo>
                  <a:lnTo>
                    <a:pt x="140429" y="155067"/>
                  </a:lnTo>
                  <a:cubicBezTo>
                    <a:pt x="162155" y="144852"/>
                    <a:pt x="177491" y="123785"/>
                    <a:pt x="179408" y="99526"/>
                  </a:cubicBezTo>
                  <a:lnTo>
                    <a:pt x="179408" y="96972"/>
                  </a:lnTo>
                  <a:cubicBezTo>
                    <a:pt x="180047" y="87396"/>
                    <a:pt x="179408" y="77820"/>
                    <a:pt x="176213" y="68883"/>
                  </a:cubicBezTo>
                  <a:lnTo>
                    <a:pt x="169823" y="48454"/>
                  </a:lnTo>
                  <a:close/>
                </a:path>
              </a:pathLst>
            </a:custGeom>
            <a:solidFill>
              <a:srgbClr val="046A38"/>
            </a:solidFill>
            <a:ln w="6390" cap="flat">
              <a:noFill/>
              <a:prstDash val="solid"/>
              <a:miter/>
            </a:ln>
          </p:spPr>
          <p:txBody>
            <a:bodyPr rtlCol="0" anchor="ctr"/>
            <a:lstStyle/>
            <a:p>
              <a:endParaRPr lang="en-US"/>
            </a:p>
          </p:txBody>
        </p:sp>
        <p:sp>
          <p:nvSpPr>
            <p:cNvPr id="774" name="Graphic 6">
              <a:extLst>
                <a:ext uri="{FF2B5EF4-FFF2-40B4-BE49-F238E27FC236}">
                  <a16:creationId xmlns:a16="http://schemas.microsoft.com/office/drawing/2014/main" id="{F32A29E0-FE80-6046-BBEA-FD155C2136D6}"/>
                </a:ext>
              </a:extLst>
            </p:cNvPr>
            <p:cNvSpPr/>
            <p:nvPr/>
          </p:nvSpPr>
          <p:spPr>
            <a:xfrm>
              <a:off x="2131683" y="2129220"/>
              <a:ext cx="7667" cy="3830"/>
            </a:xfrm>
            <a:custGeom>
              <a:avLst/>
              <a:gdLst>
                <a:gd name="connsiteX0" fmla="*/ 3834 w 7667"/>
                <a:gd name="connsiteY0" fmla="*/ 3830 h 3830"/>
                <a:gd name="connsiteX1" fmla="*/ 7668 w 7667"/>
                <a:gd name="connsiteY1" fmla="*/ 0 h 3830"/>
                <a:gd name="connsiteX2" fmla="*/ 0 w 7667"/>
                <a:gd name="connsiteY2" fmla="*/ 0 h 3830"/>
              </a:gdLst>
              <a:ahLst/>
              <a:cxnLst>
                <a:cxn ang="0">
                  <a:pos x="connsiteX0" y="connsiteY0"/>
                </a:cxn>
                <a:cxn ang="0">
                  <a:pos x="connsiteX1" y="connsiteY1"/>
                </a:cxn>
                <a:cxn ang="0">
                  <a:pos x="connsiteX2" y="connsiteY2"/>
                </a:cxn>
              </a:cxnLst>
              <a:rect l="l" t="t" r="r" b="b"/>
              <a:pathLst>
                <a:path w="7667" h="3830">
                  <a:moveTo>
                    <a:pt x="3834" y="3830"/>
                  </a:moveTo>
                  <a:lnTo>
                    <a:pt x="7668" y="0"/>
                  </a:lnTo>
                  <a:lnTo>
                    <a:pt x="0" y="0"/>
                  </a:lnTo>
                  <a:close/>
                </a:path>
              </a:pathLst>
            </a:custGeom>
            <a:solidFill>
              <a:srgbClr val="046A38"/>
            </a:solidFill>
            <a:ln w="6390" cap="flat">
              <a:noFill/>
              <a:prstDash val="solid"/>
              <a:miter/>
            </a:ln>
          </p:spPr>
          <p:txBody>
            <a:bodyPr rtlCol="0" anchor="ctr"/>
            <a:lstStyle/>
            <a:p>
              <a:endParaRPr lang="en-US"/>
            </a:p>
          </p:txBody>
        </p:sp>
        <p:sp>
          <p:nvSpPr>
            <p:cNvPr id="775" name="Graphic 6">
              <a:extLst>
                <a:ext uri="{FF2B5EF4-FFF2-40B4-BE49-F238E27FC236}">
                  <a16:creationId xmlns:a16="http://schemas.microsoft.com/office/drawing/2014/main" id="{7D88F01E-3168-1C44-BB10-C4F1581EA464}"/>
                </a:ext>
              </a:extLst>
            </p:cNvPr>
            <p:cNvSpPr/>
            <p:nvPr/>
          </p:nvSpPr>
          <p:spPr>
            <a:xfrm>
              <a:off x="1952764" y="189045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181474 w 362309"/>
                <a:gd name="connsiteY4" fmla="*/ 0 h 361971"/>
                <a:gd name="connsiteX5" fmla="*/ 283713 w 362309"/>
                <a:gd name="connsiteY5" fmla="*/ 190881 h 361971"/>
                <a:gd name="connsiteX6" fmla="*/ 283713 w 362309"/>
                <a:gd name="connsiteY6" fmla="*/ 193435 h 361971"/>
                <a:gd name="connsiteX7" fmla="*/ 237067 w 362309"/>
                <a:gd name="connsiteY7" fmla="*/ 259190 h 361971"/>
                <a:gd name="connsiteX8" fmla="*/ 192337 w 362309"/>
                <a:gd name="connsiteY8" fmla="*/ 279618 h 361971"/>
                <a:gd name="connsiteX9" fmla="*/ 180835 w 362309"/>
                <a:gd name="connsiteY9" fmla="*/ 282172 h 361971"/>
                <a:gd name="connsiteX10" fmla="*/ 169972 w 362309"/>
                <a:gd name="connsiteY10" fmla="*/ 279618 h 361971"/>
                <a:gd name="connsiteX11" fmla="*/ 125243 w 362309"/>
                <a:gd name="connsiteY11" fmla="*/ 259190 h 361971"/>
                <a:gd name="connsiteX12" fmla="*/ 77957 w 362309"/>
                <a:gd name="connsiteY12" fmla="*/ 195350 h 361971"/>
                <a:gd name="connsiteX13" fmla="*/ 81791 w 362309"/>
                <a:gd name="connsiteY13" fmla="*/ 159600 h 361971"/>
                <a:gd name="connsiteX14" fmla="*/ 91376 w 362309"/>
                <a:gd name="connsiteY14" fmla="*/ 132149 h 361971"/>
                <a:gd name="connsiteX15" fmla="*/ 92654 w 362309"/>
                <a:gd name="connsiteY15" fmla="*/ 128318 h 361971"/>
                <a:gd name="connsiteX16" fmla="*/ 92654 w 362309"/>
                <a:gd name="connsiteY16" fmla="*/ 127680 h 361971"/>
                <a:gd name="connsiteX17" fmla="*/ 99044 w 362309"/>
                <a:gd name="connsiteY17" fmla="*/ 83630 h 361971"/>
                <a:gd name="connsiteX18" fmla="*/ 143135 w 362309"/>
                <a:gd name="connsiteY18" fmla="*/ 88737 h 361971"/>
                <a:gd name="connsiteX19" fmla="*/ 220453 w 362309"/>
                <a:gd name="connsiteY19" fmla="*/ 88737 h 361971"/>
                <a:gd name="connsiteX20" fmla="*/ 261987 w 362309"/>
                <a:gd name="connsiteY20" fmla="*/ 84907 h 361971"/>
                <a:gd name="connsiteX21" fmla="*/ 269016 w 362309"/>
                <a:gd name="connsiteY21" fmla="*/ 129595 h 361971"/>
                <a:gd name="connsiteX22" fmla="*/ 271572 w 362309"/>
                <a:gd name="connsiteY22" fmla="*/ 135979 h 361971"/>
                <a:gd name="connsiteX23" fmla="*/ 278601 w 362309"/>
                <a:gd name="connsiteY23" fmla="*/ 157046 h 361971"/>
                <a:gd name="connsiteX24" fmla="*/ 283713 w 362309"/>
                <a:gd name="connsiteY24" fmla="*/ 19088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81715"/>
                    <a:pt x="281157" y="638"/>
                    <a:pt x="181474" y="0"/>
                  </a:cubicBezTo>
                  <a:close/>
                  <a:moveTo>
                    <a:pt x="283713" y="190881"/>
                  </a:moveTo>
                  <a:lnTo>
                    <a:pt x="283713" y="193435"/>
                  </a:lnTo>
                  <a:cubicBezTo>
                    <a:pt x="281157" y="222163"/>
                    <a:pt x="263265" y="247060"/>
                    <a:pt x="237067" y="259190"/>
                  </a:cubicBezTo>
                  <a:lnTo>
                    <a:pt x="192337" y="279618"/>
                  </a:lnTo>
                  <a:cubicBezTo>
                    <a:pt x="188503" y="281534"/>
                    <a:pt x="184669" y="282172"/>
                    <a:pt x="180835" y="282172"/>
                  </a:cubicBezTo>
                  <a:cubicBezTo>
                    <a:pt x="177001" y="282172"/>
                    <a:pt x="173167" y="281534"/>
                    <a:pt x="169972" y="279618"/>
                  </a:cubicBezTo>
                  <a:lnTo>
                    <a:pt x="125243" y="259190"/>
                  </a:lnTo>
                  <a:cubicBezTo>
                    <a:pt x="99683" y="247698"/>
                    <a:pt x="81791" y="222801"/>
                    <a:pt x="77957" y="195350"/>
                  </a:cubicBezTo>
                  <a:cubicBezTo>
                    <a:pt x="76679" y="183220"/>
                    <a:pt x="77957" y="171091"/>
                    <a:pt x="81791" y="159600"/>
                  </a:cubicBezTo>
                  <a:lnTo>
                    <a:pt x="91376" y="132149"/>
                  </a:lnTo>
                  <a:cubicBezTo>
                    <a:pt x="92015" y="130872"/>
                    <a:pt x="92015" y="129595"/>
                    <a:pt x="92654" y="128318"/>
                  </a:cubicBezTo>
                  <a:lnTo>
                    <a:pt x="92654" y="127680"/>
                  </a:lnTo>
                  <a:cubicBezTo>
                    <a:pt x="87542" y="105336"/>
                    <a:pt x="89459" y="90653"/>
                    <a:pt x="99044" y="83630"/>
                  </a:cubicBezTo>
                  <a:cubicBezTo>
                    <a:pt x="113102" y="73416"/>
                    <a:pt x="136106" y="84907"/>
                    <a:pt x="143135" y="88737"/>
                  </a:cubicBezTo>
                  <a:lnTo>
                    <a:pt x="220453" y="88737"/>
                  </a:lnTo>
                  <a:cubicBezTo>
                    <a:pt x="226843" y="85545"/>
                    <a:pt x="248569" y="75331"/>
                    <a:pt x="261987" y="84907"/>
                  </a:cubicBezTo>
                  <a:cubicBezTo>
                    <a:pt x="271572" y="91929"/>
                    <a:pt x="274128" y="106613"/>
                    <a:pt x="269016" y="129595"/>
                  </a:cubicBezTo>
                  <a:cubicBezTo>
                    <a:pt x="270294" y="131510"/>
                    <a:pt x="270933" y="133425"/>
                    <a:pt x="271572" y="135979"/>
                  </a:cubicBezTo>
                  <a:lnTo>
                    <a:pt x="278601" y="157046"/>
                  </a:lnTo>
                  <a:cubicBezTo>
                    <a:pt x="283713" y="168537"/>
                    <a:pt x="284991" y="179390"/>
                    <a:pt x="283713" y="190881"/>
                  </a:cubicBezTo>
                  <a:close/>
                </a:path>
              </a:pathLst>
            </a:custGeom>
            <a:solidFill>
              <a:srgbClr val="046A38"/>
            </a:solidFill>
            <a:ln w="6390" cap="flat">
              <a:noFill/>
              <a:prstDash val="solid"/>
              <a:miter/>
            </a:ln>
          </p:spPr>
          <p:txBody>
            <a:bodyPr rtlCol="0" anchor="ctr"/>
            <a:lstStyle/>
            <a:p>
              <a:endParaRPr lang="en-US"/>
            </a:p>
          </p:txBody>
        </p:sp>
      </p:grpSp>
      <p:sp>
        <p:nvSpPr>
          <p:cNvPr id="776" name="Graphic 6">
            <a:extLst>
              <a:ext uri="{FF2B5EF4-FFF2-40B4-BE49-F238E27FC236}">
                <a16:creationId xmlns:a16="http://schemas.microsoft.com/office/drawing/2014/main" id="{2C4D5EA4-BBBD-634F-B7E2-41D346024C96}"/>
              </a:ext>
            </a:extLst>
          </p:cNvPr>
          <p:cNvSpPr/>
          <p:nvPr/>
        </p:nvSpPr>
        <p:spPr>
          <a:xfrm>
            <a:off x="904176" y="3821614"/>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181474 w 362313"/>
              <a:gd name="connsiteY4" fmla="*/ 0 h 361971"/>
              <a:gd name="connsiteX5" fmla="*/ 59426 w 362313"/>
              <a:gd name="connsiteY5" fmla="*/ 150662 h 361971"/>
              <a:gd name="connsiteX6" fmla="*/ 60065 w 362313"/>
              <a:gd name="connsiteY6" fmla="*/ 141724 h 361971"/>
              <a:gd name="connsiteX7" fmla="*/ 69011 w 362313"/>
              <a:gd name="connsiteY7" fmla="*/ 142363 h 361971"/>
              <a:gd name="connsiteX8" fmla="*/ 105434 w 362313"/>
              <a:gd name="connsiteY8" fmla="*/ 157046 h 361971"/>
              <a:gd name="connsiteX9" fmla="*/ 111824 w 362313"/>
              <a:gd name="connsiteY9" fmla="*/ 163430 h 361971"/>
              <a:gd name="connsiteX10" fmla="*/ 105434 w 362313"/>
              <a:gd name="connsiteY10" fmla="*/ 169814 h 361971"/>
              <a:gd name="connsiteX11" fmla="*/ 105434 w 362313"/>
              <a:gd name="connsiteY11" fmla="*/ 169814 h 361971"/>
              <a:gd name="connsiteX12" fmla="*/ 59426 w 362313"/>
              <a:gd name="connsiteY12" fmla="*/ 150662 h 361971"/>
              <a:gd name="connsiteX13" fmla="*/ 108629 w 362313"/>
              <a:gd name="connsiteY13" fmla="*/ 134702 h 361971"/>
              <a:gd name="connsiteX14" fmla="*/ 110546 w 362313"/>
              <a:gd name="connsiteY14" fmla="*/ 130233 h 361971"/>
              <a:gd name="connsiteX15" fmla="*/ 112463 w 362313"/>
              <a:gd name="connsiteY15" fmla="*/ 128957 h 361971"/>
              <a:gd name="connsiteX16" fmla="*/ 117575 w 362313"/>
              <a:gd name="connsiteY16" fmla="*/ 128957 h 361971"/>
              <a:gd name="connsiteX17" fmla="*/ 119492 w 362313"/>
              <a:gd name="connsiteY17" fmla="*/ 130233 h 361971"/>
              <a:gd name="connsiteX18" fmla="*/ 121409 w 362313"/>
              <a:gd name="connsiteY18" fmla="*/ 134702 h 361971"/>
              <a:gd name="connsiteX19" fmla="*/ 119492 w 362313"/>
              <a:gd name="connsiteY19" fmla="*/ 139171 h 361971"/>
              <a:gd name="connsiteX20" fmla="*/ 117575 w 362313"/>
              <a:gd name="connsiteY20" fmla="*/ 140448 h 361971"/>
              <a:gd name="connsiteX21" fmla="*/ 115019 w 362313"/>
              <a:gd name="connsiteY21" fmla="*/ 141086 h 361971"/>
              <a:gd name="connsiteX22" fmla="*/ 112463 w 362313"/>
              <a:gd name="connsiteY22" fmla="*/ 140448 h 361971"/>
              <a:gd name="connsiteX23" fmla="*/ 110546 w 362313"/>
              <a:gd name="connsiteY23" fmla="*/ 139171 h 361971"/>
              <a:gd name="connsiteX24" fmla="*/ 108629 w 362313"/>
              <a:gd name="connsiteY24" fmla="*/ 134702 h 361971"/>
              <a:gd name="connsiteX25" fmla="*/ 116297 w 362313"/>
              <a:gd name="connsiteY25" fmla="*/ 241953 h 361971"/>
              <a:gd name="connsiteX26" fmla="*/ 106073 w 362313"/>
              <a:gd name="connsiteY26" fmla="*/ 244506 h 361971"/>
              <a:gd name="connsiteX27" fmla="*/ 81791 w 362313"/>
              <a:gd name="connsiteY27" fmla="*/ 230462 h 361971"/>
              <a:gd name="connsiteX28" fmla="*/ 74123 w 362313"/>
              <a:gd name="connsiteY28" fmla="*/ 197903 h 361971"/>
              <a:gd name="connsiteX29" fmla="*/ 74762 w 362313"/>
              <a:gd name="connsiteY29" fmla="*/ 175560 h 361971"/>
              <a:gd name="connsiteX30" fmla="*/ 81791 w 362313"/>
              <a:gd name="connsiteY30" fmla="*/ 169814 h 361971"/>
              <a:gd name="connsiteX31" fmla="*/ 87542 w 362313"/>
              <a:gd name="connsiteY31" fmla="*/ 176836 h 361971"/>
              <a:gd name="connsiteX32" fmla="*/ 86903 w 362313"/>
              <a:gd name="connsiteY32" fmla="*/ 197265 h 361971"/>
              <a:gd name="connsiteX33" fmla="*/ 92654 w 362313"/>
              <a:gd name="connsiteY33" fmla="*/ 222801 h 361971"/>
              <a:gd name="connsiteX34" fmla="*/ 111185 w 362313"/>
              <a:gd name="connsiteY34" fmla="*/ 229823 h 361971"/>
              <a:gd name="connsiteX35" fmla="*/ 119492 w 362313"/>
              <a:gd name="connsiteY35" fmla="*/ 232377 h 361971"/>
              <a:gd name="connsiteX36" fmla="*/ 116297 w 362313"/>
              <a:gd name="connsiteY36" fmla="*/ 241953 h 361971"/>
              <a:gd name="connsiteX37" fmla="*/ 273489 w 362313"/>
              <a:gd name="connsiteY37" fmla="*/ 198542 h 361971"/>
              <a:gd name="connsiteX38" fmla="*/ 271572 w 362313"/>
              <a:gd name="connsiteY38" fmla="*/ 201734 h 361971"/>
              <a:gd name="connsiteX39" fmla="*/ 270933 w 362313"/>
              <a:gd name="connsiteY39" fmla="*/ 250252 h 361971"/>
              <a:gd name="connsiteX40" fmla="*/ 272211 w 362313"/>
              <a:gd name="connsiteY40" fmla="*/ 255359 h 361971"/>
              <a:gd name="connsiteX41" fmla="*/ 268377 w 362313"/>
              <a:gd name="connsiteY41" fmla="*/ 262382 h 361971"/>
              <a:gd name="connsiteX42" fmla="*/ 240262 w 362313"/>
              <a:gd name="connsiteY42" fmla="*/ 261743 h 361971"/>
              <a:gd name="connsiteX43" fmla="*/ 236428 w 362313"/>
              <a:gd name="connsiteY43" fmla="*/ 255359 h 361971"/>
              <a:gd name="connsiteX44" fmla="*/ 235150 w 362313"/>
              <a:gd name="connsiteY44" fmla="*/ 230462 h 361971"/>
              <a:gd name="connsiteX45" fmla="*/ 226204 w 362313"/>
              <a:gd name="connsiteY45" fmla="*/ 212587 h 361971"/>
              <a:gd name="connsiteX46" fmla="*/ 225565 w 362313"/>
              <a:gd name="connsiteY46" fmla="*/ 212587 h 361971"/>
              <a:gd name="connsiteX47" fmla="*/ 225565 w 362313"/>
              <a:gd name="connsiteY47" fmla="*/ 253444 h 361971"/>
              <a:gd name="connsiteX48" fmla="*/ 226843 w 362313"/>
              <a:gd name="connsiteY48" fmla="*/ 253444 h 361971"/>
              <a:gd name="connsiteX49" fmla="*/ 233872 w 362313"/>
              <a:gd name="connsiteY49" fmla="*/ 258551 h 361971"/>
              <a:gd name="connsiteX50" fmla="*/ 228760 w 362313"/>
              <a:gd name="connsiteY50" fmla="*/ 265574 h 361971"/>
              <a:gd name="connsiteX51" fmla="*/ 226843 w 362313"/>
              <a:gd name="connsiteY51" fmla="*/ 265574 h 361971"/>
              <a:gd name="connsiteX52" fmla="*/ 214702 w 362313"/>
              <a:gd name="connsiteY52" fmla="*/ 262382 h 361971"/>
              <a:gd name="connsiteX53" fmla="*/ 211507 w 362313"/>
              <a:gd name="connsiteY53" fmla="*/ 254082 h 361971"/>
              <a:gd name="connsiteX54" fmla="*/ 212785 w 362313"/>
              <a:gd name="connsiteY54" fmla="*/ 213225 h 361971"/>
              <a:gd name="connsiteX55" fmla="*/ 188503 w 362313"/>
              <a:gd name="connsiteY55" fmla="*/ 210033 h 361971"/>
              <a:gd name="connsiteX56" fmla="*/ 187225 w 362313"/>
              <a:gd name="connsiteY56" fmla="*/ 258551 h 361971"/>
              <a:gd name="connsiteX57" fmla="*/ 183391 w 362313"/>
              <a:gd name="connsiteY57" fmla="*/ 263658 h 361971"/>
              <a:gd name="connsiteX58" fmla="*/ 171250 w 362313"/>
              <a:gd name="connsiteY58" fmla="*/ 265574 h 361971"/>
              <a:gd name="connsiteX59" fmla="*/ 157831 w 362313"/>
              <a:gd name="connsiteY59" fmla="*/ 263658 h 361971"/>
              <a:gd name="connsiteX60" fmla="*/ 150803 w 362313"/>
              <a:gd name="connsiteY60" fmla="*/ 258551 h 361971"/>
              <a:gd name="connsiteX61" fmla="*/ 151441 w 362313"/>
              <a:gd name="connsiteY61" fmla="*/ 252806 h 361971"/>
              <a:gd name="connsiteX62" fmla="*/ 154636 w 362313"/>
              <a:gd name="connsiteY62" fmla="*/ 227908 h 361971"/>
              <a:gd name="connsiteX63" fmla="*/ 150164 w 362313"/>
              <a:gd name="connsiteY63" fmla="*/ 204287 h 361971"/>
              <a:gd name="connsiteX64" fmla="*/ 150164 w 362313"/>
              <a:gd name="connsiteY64" fmla="*/ 204287 h 361971"/>
              <a:gd name="connsiteX65" fmla="*/ 141857 w 362313"/>
              <a:gd name="connsiteY65" fmla="*/ 216417 h 361971"/>
              <a:gd name="connsiteX66" fmla="*/ 139301 w 362313"/>
              <a:gd name="connsiteY66" fmla="*/ 220247 h 361971"/>
              <a:gd name="connsiteX67" fmla="*/ 146330 w 362313"/>
              <a:gd name="connsiteY67" fmla="*/ 243230 h 361971"/>
              <a:gd name="connsiteX68" fmla="*/ 150803 w 362313"/>
              <a:gd name="connsiteY68" fmla="*/ 247698 h 361971"/>
              <a:gd name="connsiteX69" fmla="*/ 146330 w 362313"/>
              <a:gd name="connsiteY69" fmla="*/ 255359 h 361971"/>
              <a:gd name="connsiteX70" fmla="*/ 143774 w 362313"/>
              <a:gd name="connsiteY70" fmla="*/ 255998 h 361971"/>
              <a:gd name="connsiteX71" fmla="*/ 141857 w 362313"/>
              <a:gd name="connsiteY71" fmla="*/ 255998 h 361971"/>
              <a:gd name="connsiteX72" fmla="*/ 136106 w 362313"/>
              <a:gd name="connsiteY72" fmla="*/ 252806 h 361971"/>
              <a:gd name="connsiteX73" fmla="*/ 125882 w 362313"/>
              <a:gd name="connsiteY73" fmla="*/ 218332 h 361971"/>
              <a:gd name="connsiteX74" fmla="*/ 131633 w 362313"/>
              <a:gd name="connsiteY74" fmla="*/ 207479 h 361971"/>
              <a:gd name="connsiteX75" fmla="*/ 138023 w 362313"/>
              <a:gd name="connsiteY75" fmla="*/ 198542 h 361971"/>
              <a:gd name="connsiteX76" fmla="*/ 141218 w 362313"/>
              <a:gd name="connsiteY76" fmla="*/ 188966 h 361971"/>
              <a:gd name="connsiteX77" fmla="*/ 136106 w 362313"/>
              <a:gd name="connsiteY77" fmla="*/ 184497 h 361971"/>
              <a:gd name="connsiteX78" fmla="*/ 126521 w 362313"/>
              <a:gd name="connsiteY78" fmla="*/ 180667 h 361971"/>
              <a:gd name="connsiteX79" fmla="*/ 122687 w 362313"/>
              <a:gd name="connsiteY79" fmla="*/ 179390 h 361971"/>
              <a:gd name="connsiteX80" fmla="*/ 115658 w 362313"/>
              <a:gd name="connsiteY80" fmla="*/ 174283 h 361971"/>
              <a:gd name="connsiteX81" fmla="*/ 115658 w 362313"/>
              <a:gd name="connsiteY81" fmla="*/ 161515 h 361971"/>
              <a:gd name="connsiteX82" fmla="*/ 121409 w 362313"/>
              <a:gd name="connsiteY82" fmla="*/ 155131 h 361971"/>
              <a:gd name="connsiteX83" fmla="*/ 130355 w 362313"/>
              <a:gd name="connsiteY83" fmla="*/ 156408 h 361971"/>
              <a:gd name="connsiteX84" fmla="*/ 129077 w 362313"/>
              <a:gd name="connsiteY84" fmla="*/ 165345 h 361971"/>
              <a:gd name="connsiteX85" fmla="*/ 127160 w 362313"/>
              <a:gd name="connsiteY85" fmla="*/ 167260 h 361971"/>
              <a:gd name="connsiteX86" fmla="*/ 130994 w 362313"/>
              <a:gd name="connsiteY86" fmla="*/ 168537 h 361971"/>
              <a:gd name="connsiteX87" fmla="*/ 142496 w 362313"/>
              <a:gd name="connsiteY87" fmla="*/ 173644 h 361971"/>
              <a:gd name="connsiteX88" fmla="*/ 152081 w 362313"/>
              <a:gd name="connsiteY88" fmla="*/ 181944 h 361971"/>
              <a:gd name="connsiteX89" fmla="*/ 152719 w 362313"/>
              <a:gd name="connsiteY89" fmla="*/ 182582 h 361971"/>
              <a:gd name="connsiteX90" fmla="*/ 161665 w 362313"/>
              <a:gd name="connsiteY90" fmla="*/ 197903 h 361971"/>
              <a:gd name="connsiteX91" fmla="*/ 167416 w 362313"/>
              <a:gd name="connsiteY91" fmla="*/ 225993 h 361971"/>
              <a:gd name="connsiteX92" fmla="*/ 166138 w 362313"/>
              <a:gd name="connsiteY92" fmla="*/ 252167 h 361971"/>
              <a:gd name="connsiteX93" fmla="*/ 175084 w 362313"/>
              <a:gd name="connsiteY93" fmla="*/ 252167 h 361971"/>
              <a:gd name="connsiteX94" fmla="*/ 173167 w 362313"/>
              <a:gd name="connsiteY94" fmla="*/ 200457 h 361971"/>
              <a:gd name="connsiteX95" fmla="*/ 175723 w 362313"/>
              <a:gd name="connsiteY95" fmla="*/ 193435 h 361971"/>
              <a:gd name="connsiteX96" fmla="*/ 182752 w 362313"/>
              <a:gd name="connsiteY96" fmla="*/ 192796 h 361971"/>
              <a:gd name="connsiteX97" fmla="*/ 226204 w 362313"/>
              <a:gd name="connsiteY97" fmla="*/ 197903 h 361971"/>
              <a:gd name="connsiteX98" fmla="*/ 232594 w 362313"/>
              <a:gd name="connsiteY98" fmla="*/ 199180 h 361971"/>
              <a:gd name="connsiteX99" fmla="*/ 247291 w 362313"/>
              <a:gd name="connsiteY99" fmla="*/ 225993 h 361971"/>
              <a:gd name="connsiteX100" fmla="*/ 249208 w 362313"/>
              <a:gd name="connsiteY100" fmla="*/ 250252 h 361971"/>
              <a:gd name="connsiteX101" fmla="*/ 257514 w 362313"/>
              <a:gd name="connsiteY101" fmla="*/ 250890 h 361971"/>
              <a:gd name="connsiteX102" fmla="*/ 259431 w 362313"/>
              <a:gd name="connsiteY102" fmla="*/ 194711 h 361971"/>
              <a:gd name="connsiteX103" fmla="*/ 261348 w 362313"/>
              <a:gd name="connsiteY103" fmla="*/ 190881 h 361971"/>
              <a:gd name="connsiteX104" fmla="*/ 267738 w 362313"/>
              <a:gd name="connsiteY104" fmla="*/ 174283 h 361971"/>
              <a:gd name="connsiteX105" fmla="*/ 274767 w 362313"/>
              <a:gd name="connsiteY105" fmla="*/ 168537 h 361971"/>
              <a:gd name="connsiteX106" fmla="*/ 280518 w 362313"/>
              <a:gd name="connsiteY106" fmla="*/ 175560 h 361971"/>
              <a:gd name="connsiteX107" fmla="*/ 273489 w 362313"/>
              <a:gd name="connsiteY107" fmla="*/ 198542 h 361971"/>
              <a:gd name="connsiteX108" fmla="*/ 299049 w 362313"/>
              <a:gd name="connsiteY108" fmla="*/ 213863 h 361971"/>
              <a:gd name="connsiteX109" fmla="*/ 299049 w 362313"/>
              <a:gd name="connsiteY109" fmla="*/ 213863 h 361971"/>
              <a:gd name="connsiteX110" fmla="*/ 284352 w 362313"/>
              <a:gd name="connsiteY110" fmla="*/ 201095 h 361971"/>
              <a:gd name="connsiteX111" fmla="*/ 284352 w 362313"/>
              <a:gd name="connsiteY111" fmla="*/ 188327 h 361971"/>
              <a:gd name="connsiteX112" fmla="*/ 284352 w 362313"/>
              <a:gd name="connsiteY112" fmla="*/ 186412 h 361971"/>
              <a:gd name="connsiteX113" fmla="*/ 260709 w 362313"/>
              <a:gd name="connsiteY113" fmla="*/ 128957 h 361971"/>
              <a:gd name="connsiteX114" fmla="*/ 197449 w 362313"/>
              <a:gd name="connsiteY114" fmla="*/ 118104 h 361971"/>
              <a:gd name="connsiteX115" fmla="*/ 196810 w 362313"/>
              <a:gd name="connsiteY115" fmla="*/ 118104 h 361971"/>
              <a:gd name="connsiteX116" fmla="*/ 183391 w 362313"/>
              <a:gd name="connsiteY116" fmla="*/ 162153 h 361971"/>
              <a:gd name="connsiteX117" fmla="*/ 158470 w 362313"/>
              <a:gd name="connsiteY117" fmla="*/ 174283 h 361971"/>
              <a:gd name="connsiteX118" fmla="*/ 148247 w 362313"/>
              <a:gd name="connsiteY118" fmla="*/ 172368 h 361971"/>
              <a:gd name="connsiteX119" fmla="*/ 141857 w 362313"/>
              <a:gd name="connsiteY119" fmla="*/ 157046 h 361971"/>
              <a:gd name="connsiteX120" fmla="*/ 150164 w 362313"/>
              <a:gd name="connsiteY120" fmla="*/ 152577 h 361971"/>
              <a:gd name="connsiteX121" fmla="*/ 154636 w 362313"/>
              <a:gd name="connsiteY121" fmla="*/ 160876 h 361971"/>
              <a:gd name="connsiteX122" fmla="*/ 154636 w 362313"/>
              <a:gd name="connsiteY122" fmla="*/ 161515 h 361971"/>
              <a:gd name="connsiteX123" fmla="*/ 175084 w 362313"/>
              <a:gd name="connsiteY123" fmla="*/ 153854 h 361971"/>
              <a:gd name="connsiteX124" fmla="*/ 182113 w 362313"/>
              <a:gd name="connsiteY124" fmla="*/ 114273 h 361971"/>
              <a:gd name="connsiteX125" fmla="*/ 168694 w 362313"/>
              <a:gd name="connsiteY125" fmla="*/ 108528 h 361971"/>
              <a:gd name="connsiteX126" fmla="*/ 151441 w 362313"/>
              <a:gd name="connsiteY126" fmla="*/ 111081 h 361971"/>
              <a:gd name="connsiteX127" fmla="*/ 146330 w 362313"/>
              <a:gd name="connsiteY127" fmla="*/ 112358 h 361971"/>
              <a:gd name="connsiteX128" fmla="*/ 99044 w 362313"/>
              <a:gd name="connsiteY128" fmla="*/ 138533 h 361971"/>
              <a:gd name="connsiteX129" fmla="*/ 95849 w 362313"/>
              <a:gd name="connsiteY129" fmla="*/ 144916 h 361971"/>
              <a:gd name="connsiteX130" fmla="*/ 87542 w 362313"/>
              <a:gd name="connsiteY130" fmla="*/ 148108 h 361971"/>
              <a:gd name="connsiteX131" fmla="*/ 84347 w 362313"/>
              <a:gd name="connsiteY131" fmla="*/ 139809 h 361971"/>
              <a:gd name="connsiteX132" fmla="*/ 88181 w 362313"/>
              <a:gd name="connsiteY132" fmla="*/ 132787 h 361971"/>
              <a:gd name="connsiteX133" fmla="*/ 146330 w 362313"/>
              <a:gd name="connsiteY133" fmla="*/ 100229 h 361971"/>
              <a:gd name="connsiteX134" fmla="*/ 171250 w 362313"/>
              <a:gd name="connsiteY134" fmla="*/ 97037 h 361971"/>
              <a:gd name="connsiteX135" fmla="*/ 191698 w 362313"/>
              <a:gd name="connsiteY135" fmla="*/ 107251 h 361971"/>
              <a:gd name="connsiteX136" fmla="*/ 192976 w 362313"/>
              <a:gd name="connsiteY136" fmla="*/ 108528 h 361971"/>
              <a:gd name="connsiteX137" fmla="*/ 194893 w 362313"/>
              <a:gd name="connsiteY137" fmla="*/ 107251 h 361971"/>
              <a:gd name="connsiteX138" fmla="*/ 270294 w 362313"/>
              <a:gd name="connsiteY138" fmla="*/ 120019 h 361971"/>
              <a:gd name="connsiteX139" fmla="*/ 298410 w 362313"/>
              <a:gd name="connsiteY139" fmla="*/ 188966 h 361971"/>
              <a:gd name="connsiteX140" fmla="*/ 298410 w 362313"/>
              <a:gd name="connsiteY140" fmla="*/ 190881 h 361971"/>
              <a:gd name="connsiteX141" fmla="*/ 298410 w 362313"/>
              <a:gd name="connsiteY141" fmla="*/ 199180 h 361971"/>
              <a:gd name="connsiteX142" fmla="*/ 300327 w 362313"/>
              <a:gd name="connsiteY142" fmla="*/ 201734 h 361971"/>
              <a:gd name="connsiteX143" fmla="*/ 300327 w 362313"/>
              <a:gd name="connsiteY143" fmla="*/ 201734 h 361971"/>
              <a:gd name="connsiteX144" fmla="*/ 306717 w 362313"/>
              <a:gd name="connsiteY144" fmla="*/ 208118 h 361971"/>
              <a:gd name="connsiteX145" fmla="*/ 299049 w 362313"/>
              <a:gd name="connsiteY145" fmla="*/ 21386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948" y="81077"/>
                  <a:pt x="281796" y="0"/>
                  <a:pt x="181474" y="0"/>
                </a:cubicBezTo>
                <a:close/>
                <a:moveTo>
                  <a:pt x="59426" y="150662"/>
                </a:moveTo>
                <a:cubicBezTo>
                  <a:pt x="56870" y="148108"/>
                  <a:pt x="57509" y="144278"/>
                  <a:pt x="60065" y="141724"/>
                </a:cubicBezTo>
                <a:cubicBezTo>
                  <a:pt x="62621" y="139171"/>
                  <a:pt x="66455" y="139809"/>
                  <a:pt x="69011" y="142363"/>
                </a:cubicBezTo>
                <a:cubicBezTo>
                  <a:pt x="80513" y="155131"/>
                  <a:pt x="99683" y="157046"/>
                  <a:pt x="105434" y="157046"/>
                </a:cubicBezTo>
                <a:cubicBezTo>
                  <a:pt x="109268" y="157046"/>
                  <a:pt x="111824" y="160238"/>
                  <a:pt x="111824" y="163430"/>
                </a:cubicBezTo>
                <a:cubicBezTo>
                  <a:pt x="111824" y="166622"/>
                  <a:pt x="108629" y="169814"/>
                  <a:pt x="105434" y="169814"/>
                </a:cubicBezTo>
                <a:lnTo>
                  <a:pt x="105434" y="169814"/>
                </a:lnTo>
                <a:cubicBezTo>
                  <a:pt x="98405" y="169176"/>
                  <a:pt x="74762" y="167260"/>
                  <a:pt x="59426" y="150662"/>
                </a:cubicBezTo>
                <a:close/>
                <a:moveTo>
                  <a:pt x="108629" y="134702"/>
                </a:moveTo>
                <a:cubicBezTo>
                  <a:pt x="108629" y="132787"/>
                  <a:pt x="109268" y="131510"/>
                  <a:pt x="110546" y="130233"/>
                </a:cubicBezTo>
                <a:cubicBezTo>
                  <a:pt x="111185" y="129595"/>
                  <a:pt x="111824" y="128957"/>
                  <a:pt x="112463" y="128957"/>
                </a:cubicBezTo>
                <a:cubicBezTo>
                  <a:pt x="113741" y="128318"/>
                  <a:pt x="115658" y="128318"/>
                  <a:pt x="117575" y="128957"/>
                </a:cubicBezTo>
                <a:cubicBezTo>
                  <a:pt x="118214" y="128957"/>
                  <a:pt x="118853" y="129595"/>
                  <a:pt x="119492" y="130233"/>
                </a:cubicBezTo>
                <a:cubicBezTo>
                  <a:pt x="120770" y="131510"/>
                  <a:pt x="121409" y="132787"/>
                  <a:pt x="121409" y="134702"/>
                </a:cubicBezTo>
                <a:cubicBezTo>
                  <a:pt x="121409" y="136617"/>
                  <a:pt x="120770" y="137894"/>
                  <a:pt x="119492" y="139171"/>
                </a:cubicBezTo>
                <a:cubicBezTo>
                  <a:pt x="118853" y="139809"/>
                  <a:pt x="118214" y="140448"/>
                  <a:pt x="117575" y="140448"/>
                </a:cubicBezTo>
                <a:cubicBezTo>
                  <a:pt x="116936" y="140448"/>
                  <a:pt x="115658" y="141086"/>
                  <a:pt x="115019" y="141086"/>
                </a:cubicBezTo>
                <a:cubicBezTo>
                  <a:pt x="114380" y="141086"/>
                  <a:pt x="113102" y="141086"/>
                  <a:pt x="112463" y="140448"/>
                </a:cubicBezTo>
                <a:cubicBezTo>
                  <a:pt x="111824" y="140448"/>
                  <a:pt x="111185" y="139809"/>
                  <a:pt x="110546" y="139171"/>
                </a:cubicBezTo>
                <a:cubicBezTo>
                  <a:pt x="109268" y="137894"/>
                  <a:pt x="108629" y="136617"/>
                  <a:pt x="108629" y="134702"/>
                </a:cubicBezTo>
                <a:close/>
                <a:moveTo>
                  <a:pt x="116297" y="241953"/>
                </a:moveTo>
                <a:cubicBezTo>
                  <a:pt x="113102" y="243868"/>
                  <a:pt x="109268" y="244506"/>
                  <a:pt x="106073" y="244506"/>
                </a:cubicBezTo>
                <a:cubicBezTo>
                  <a:pt x="96488" y="244506"/>
                  <a:pt x="86903" y="238122"/>
                  <a:pt x="81791" y="230462"/>
                </a:cubicBezTo>
                <a:cubicBezTo>
                  <a:pt x="75401" y="220886"/>
                  <a:pt x="74123" y="209395"/>
                  <a:pt x="74123" y="197903"/>
                </a:cubicBezTo>
                <a:cubicBezTo>
                  <a:pt x="74123" y="189604"/>
                  <a:pt x="74123" y="182582"/>
                  <a:pt x="74762" y="175560"/>
                </a:cubicBezTo>
                <a:cubicBezTo>
                  <a:pt x="74762" y="171729"/>
                  <a:pt x="77957" y="169176"/>
                  <a:pt x="81791" y="169814"/>
                </a:cubicBezTo>
                <a:cubicBezTo>
                  <a:pt x="85625" y="169814"/>
                  <a:pt x="88181" y="173006"/>
                  <a:pt x="87542" y="176836"/>
                </a:cubicBezTo>
                <a:cubicBezTo>
                  <a:pt x="86903" y="183220"/>
                  <a:pt x="86903" y="189604"/>
                  <a:pt x="86903" y="197265"/>
                </a:cubicBezTo>
                <a:cubicBezTo>
                  <a:pt x="86903" y="206203"/>
                  <a:pt x="88181" y="215779"/>
                  <a:pt x="92654" y="222801"/>
                </a:cubicBezTo>
                <a:cubicBezTo>
                  <a:pt x="96488" y="228546"/>
                  <a:pt x="104795" y="233015"/>
                  <a:pt x="111185" y="229823"/>
                </a:cubicBezTo>
                <a:cubicBezTo>
                  <a:pt x="114380" y="228546"/>
                  <a:pt x="118214" y="229185"/>
                  <a:pt x="119492" y="232377"/>
                </a:cubicBezTo>
                <a:cubicBezTo>
                  <a:pt x="120770" y="236846"/>
                  <a:pt x="119492" y="240676"/>
                  <a:pt x="116297" y="241953"/>
                </a:cubicBezTo>
                <a:close/>
                <a:moveTo>
                  <a:pt x="273489" y="198542"/>
                </a:moveTo>
                <a:lnTo>
                  <a:pt x="271572" y="201734"/>
                </a:lnTo>
                <a:cubicBezTo>
                  <a:pt x="264543" y="215140"/>
                  <a:pt x="267738" y="233015"/>
                  <a:pt x="270933" y="250252"/>
                </a:cubicBezTo>
                <a:lnTo>
                  <a:pt x="272211" y="255359"/>
                </a:lnTo>
                <a:cubicBezTo>
                  <a:pt x="272850" y="258551"/>
                  <a:pt x="270933" y="261105"/>
                  <a:pt x="268377" y="262382"/>
                </a:cubicBezTo>
                <a:cubicBezTo>
                  <a:pt x="260070" y="265574"/>
                  <a:pt x="249208" y="265574"/>
                  <a:pt x="240262" y="261743"/>
                </a:cubicBezTo>
                <a:cubicBezTo>
                  <a:pt x="237706" y="260466"/>
                  <a:pt x="236428" y="257913"/>
                  <a:pt x="236428" y="255359"/>
                </a:cubicBezTo>
                <a:cubicBezTo>
                  <a:pt x="237706" y="245783"/>
                  <a:pt x="237067" y="238122"/>
                  <a:pt x="235150" y="230462"/>
                </a:cubicBezTo>
                <a:cubicBezTo>
                  <a:pt x="233233" y="223439"/>
                  <a:pt x="230038" y="217055"/>
                  <a:pt x="226204" y="212587"/>
                </a:cubicBezTo>
                <a:lnTo>
                  <a:pt x="225565" y="212587"/>
                </a:lnTo>
                <a:cubicBezTo>
                  <a:pt x="230038" y="225993"/>
                  <a:pt x="230038" y="240676"/>
                  <a:pt x="225565" y="253444"/>
                </a:cubicBezTo>
                <a:cubicBezTo>
                  <a:pt x="226204" y="253444"/>
                  <a:pt x="226843" y="253444"/>
                  <a:pt x="226843" y="253444"/>
                </a:cubicBezTo>
                <a:cubicBezTo>
                  <a:pt x="230038" y="252806"/>
                  <a:pt x="233872" y="255359"/>
                  <a:pt x="233872" y="258551"/>
                </a:cubicBezTo>
                <a:cubicBezTo>
                  <a:pt x="234511" y="261743"/>
                  <a:pt x="231955" y="265574"/>
                  <a:pt x="228760" y="265574"/>
                </a:cubicBezTo>
                <a:cubicBezTo>
                  <a:pt x="228121" y="265574"/>
                  <a:pt x="227482" y="265574"/>
                  <a:pt x="226843" y="265574"/>
                </a:cubicBezTo>
                <a:cubicBezTo>
                  <a:pt x="223009" y="265574"/>
                  <a:pt x="218536" y="264297"/>
                  <a:pt x="214702" y="262382"/>
                </a:cubicBezTo>
                <a:cubicBezTo>
                  <a:pt x="211507" y="261105"/>
                  <a:pt x="210229" y="257274"/>
                  <a:pt x="211507" y="254082"/>
                </a:cubicBezTo>
                <a:cubicBezTo>
                  <a:pt x="217258" y="241314"/>
                  <a:pt x="217897" y="226631"/>
                  <a:pt x="212785" y="213225"/>
                </a:cubicBezTo>
                <a:cubicBezTo>
                  <a:pt x="204478" y="213225"/>
                  <a:pt x="196171" y="212587"/>
                  <a:pt x="188503" y="210033"/>
                </a:cubicBezTo>
                <a:cubicBezTo>
                  <a:pt x="191059" y="227270"/>
                  <a:pt x="189142" y="245145"/>
                  <a:pt x="187225" y="258551"/>
                </a:cubicBezTo>
                <a:cubicBezTo>
                  <a:pt x="186586" y="261105"/>
                  <a:pt x="185308" y="263020"/>
                  <a:pt x="183391" y="263658"/>
                </a:cubicBezTo>
                <a:cubicBezTo>
                  <a:pt x="179557" y="264935"/>
                  <a:pt x="175084" y="265574"/>
                  <a:pt x="171250" y="265574"/>
                </a:cubicBezTo>
                <a:cubicBezTo>
                  <a:pt x="166138" y="265574"/>
                  <a:pt x="161665" y="264935"/>
                  <a:pt x="157831" y="263658"/>
                </a:cubicBezTo>
                <a:cubicBezTo>
                  <a:pt x="156553" y="263658"/>
                  <a:pt x="152081" y="262382"/>
                  <a:pt x="150803" y="258551"/>
                </a:cubicBezTo>
                <a:cubicBezTo>
                  <a:pt x="150164" y="256636"/>
                  <a:pt x="150803" y="254721"/>
                  <a:pt x="151441" y="252806"/>
                </a:cubicBezTo>
                <a:cubicBezTo>
                  <a:pt x="155914" y="246422"/>
                  <a:pt x="155275" y="236846"/>
                  <a:pt x="154636" y="227908"/>
                </a:cubicBezTo>
                <a:cubicBezTo>
                  <a:pt x="153998" y="218971"/>
                  <a:pt x="152719" y="211310"/>
                  <a:pt x="150164" y="204287"/>
                </a:cubicBezTo>
                <a:lnTo>
                  <a:pt x="150164" y="204287"/>
                </a:lnTo>
                <a:cubicBezTo>
                  <a:pt x="148247" y="209395"/>
                  <a:pt x="145052" y="213225"/>
                  <a:pt x="141857" y="216417"/>
                </a:cubicBezTo>
                <a:cubicBezTo>
                  <a:pt x="140579" y="217694"/>
                  <a:pt x="139301" y="219609"/>
                  <a:pt x="139301" y="220247"/>
                </a:cubicBezTo>
                <a:cubicBezTo>
                  <a:pt x="139301" y="222163"/>
                  <a:pt x="143135" y="234930"/>
                  <a:pt x="146330" y="243230"/>
                </a:cubicBezTo>
                <a:cubicBezTo>
                  <a:pt x="148886" y="243868"/>
                  <a:pt x="150164" y="245145"/>
                  <a:pt x="150803" y="247698"/>
                </a:cubicBezTo>
                <a:cubicBezTo>
                  <a:pt x="151441" y="250890"/>
                  <a:pt x="149524" y="254721"/>
                  <a:pt x="146330" y="255359"/>
                </a:cubicBezTo>
                <a:lnTo>
                  <a:pt x="143774" y="255998"/>
                </a:lnTo>
                <a:cubicBezTo>
                  <a:pt x="143135" y="255998"/>
                  <a:pt x="142496" y="255998"/>
                  <a:pt x="141857" y="255998"/>
                </a:cubicBezTo>
                <a:cubicBezTo>
                  <a:pt x="139301" y="255998"/>
                  <a:pt x="137384" y="254721"/>
                  <a:pt x="136106" y="252806"/>
                </a:cubicBezTo>
                <a:cubicBezTo>
                  <a:pt x="132272" y="245783"/>
                  <a:pt x="125243" y="223439"/>
                  <a:pt x="125882" y="218332"/>
                </a:cubicBezTo>
                <a:cubicBezTo>
                  <a:pt x="126521" y="213225"/>
                  <a:pt x="129716" y="210033"/>
                  <a:pt x="131633" y="207479"/>
                </a:cubicBezTo>
                <a:cubicBezTo>
                  <a:pt x="134828" y="204287"/>
                  <a:pt x="136745" y="201734"/>
                  <a:pt x="138023" y="198542"/>
                </a:cubicBezTo>
                <a:cubicBezTo>
                  <a:pt x="139301" y="195988"/>
                  <a:pt x="140579" y="192158"/>
                  <a:pt x="141218" y="188966"/>
                </a:cubicBezTo>
                <a:cubicBezTo>
                  <a:pt x="139301" y="187051"/>
                  <a:pt x="138023" y="185774"/>
                  <a:pt x="136106" y="184497"/>
                </a:cubicBezTo>
                <a:cubicBezTo>
                  <a:pt x="133550" y="182582"/>
                  <a:pt x="130355" y="181944"/>
                  <a:pt x="126521" y="180667"/>
                </a:cubicBezTo>
                <a:cubicBezTo>
                  <a:pt x="125243" y="180028"/>
                  <a:pt x="123965" y="180028"/>
                  <a:pt x="122687" y="179390"/>
                </a:cubicBezTo>
                <a:cubicBezTo>
                  <a:pt x="120770" y="178752"/>
                  <a:pt x="117575" y="177475"/>
                  <a:pt x="115658" y="174283"/>
                </a:cubicBezTo>
                <a:cubicBezTo>
                  <a:pt x="113102" y="170452"/>
                  <a:pt x="113102" y="165984"/>
                  <a:pt x="115658" y="161515"/>
                </a:cubicBezTo>
                <a:cubicBezTo>
                  <a:pt x="117575" y="158961"/>
                  <a:pt x="118853" y="156408"/>
                  <a:pt x="121409" y="155131"/>
                </a:cubicBezTo>
                <a:cubicBezTo>
                  <a:pt x="123965" y="153216"/>
                  <a:pt x="128438" y="153854"/>
                  <a:pt x="130355" y="156408"/>
                </a:cubicBezTo>
                <a:cubicBezTo>
                  <a:pt x="132272" y="158961"/>
                  <a:pt x="131633" y="163430"/>
                  <a:pt x="129077" y="165345"/>
                </a:cubicBezTo>
                <a:cubicBezTo>
                  <a:pt x="128438" y="165984"/>
                  <a:pt x="127799" y="166622"/>
                  <a:pt x="127160" y="167260"/>
                </a:cubicBezTo>
                <a:cubicBezTo>
                  <a:pt x="128438" y="167899"/>
                  <a:pt x="129716" y="167899"/>
                  <a:pt x="130994" y="168537"/>
                </a:cubicBezTo>
                <a:cubicBezTo>
                  <a:pt x="134828" y="169814"/>
                  <a:pt x="138662" y="171091"/>
                  <a:pt x="142496" y="173644"/>
                </a:cubicBezTo>
                <a:cubicBezTo>
                  <a:pt x="146330" y="175560"/>
                  <a:pt x="148886" y="178752"/>
                  <a:pt x="152081" y="181944"/>
                </a:cubicBezTo>
                <a:cubicBezTo>
                  <a:pt x="152719" y="181944"/>
                  <a:pt x="152719" y="182582"/>
                  <a:pt x="152719" y="182582"/>
                </a:cubicBezTo>
                <a:cubicBezTo>
                  <a:pt x="156553" y="187051"/>
                  <a:pt x="159109" y="192158"/>
                  <a:pt x="161665" y="197903"/>
                </a:cubicBezTo>
                <a:cubicBezTo>
                  <a:pt x="164860" y="206841"/>
                  <a:pt x="166138" y="215779"/>
                  <a:pt x="167416" y="225993"/>
                </a:cubicBezTo>
                <a:cubicBezTo>
                  <a:pt x="168055" y="234292"/>
                  <a:pt x="168694" y="243868"/>
                  <a:pt x="166138" y="252167"/>
                </a:cubicBezTo>
                <a:cubicBezTo>
                  <a:pt x="169333" y="252806"/>
                  <a:pt x="172528" y="252806"/>
                  <a:pt x="175084" y="252167"/>
                </a:cubicBezTo>
                <a:cubicBezTo>
                  <a:pt x="177001" y="236846"/>
                  <a:pt x="178279" y="217055"/>
                  <a:pt x="173167" y="200457"/>
                </a:cubicBezTo>
                <a:cubicBezTo>
                  <a:pt x="172528" y="197903"/>
                  <a:pt x="173167" y="195350"/>
                  <a:pt x="175723" y="193435"/>
                </a:cubicBezTo>
                <a:cubicBezTo>
                  <a:pt x="177640" y="192158"/>
                  <a:pt x="180835" y="191519"/>
                  <a:pt x="182752" y="192796"/>
                </a:cubicBezTo>
                <a:cubicBezTo>
                  <a:pt x="195532" y="200457"/>
                  <a:pt x="211507" y="202372"/>
                  <a:pt x="226204" y="197903"/>
                </a:cubicBezTo>
                <a:cubicBezTo>
                  <a:pt x="228121" y="197265"/>
                  <a:pt x="230677" y="197903"/>
                  <a:pt x="232594" y="199180"/>
                </a:cubicBezTo>
                <a:cubicBezTo>
                  <a:pt x="239623" y="206203"/>
                  <a:pt x="244735" y="215140"/>
                  <a:pt x="247291" y="225993"/>
                </a:cubicBezTo>
                <a:cubicBezTo>
                  <a:pt x="249208" y="233015"/>
                  <a:pt x="249847" y="241314"/>
                  <a:pt x="249208" y="250252"/>
                </a:cubicBezTo>
                <a:cubicBezTo>
                  <a:pt x="251763" y="250890"/>
                  <a:pt x="254958" y="250890"/>
                  <a:pt x="257514" y="250890"/>
                </a:cubicBezTo>
                <a:cubicBezTo>
                  <a:pt x="254320" y="233015"/>
                  <a:pt x="250486" y="212587"/>
                  <a:pt x="259431" y="194711"/>
                </a:cubicBezTo>
                <a:lnTo>
                  <a:pt x="261348" y="190881"/>
                </a:lnTo>
                <a:cubicBezTo>
                  <a:pt x="264543" y="184497"/>
                  <a:pt x="266460" y="181305"/>
                  <a:pt x="267738" y="174283"/>
                </a:cubicBezTo>
                <a:cubicBezTo>
                  <a:pt x="268377" y="171091"/>
                  <a:pt x="271572" y="168537"/>
                  <a:pt x="274767" y="168537"/>
                </a:cubicBezTo>
                <a:cubicBezTo>
                  <a:pt x="277962" y="169176"/>
                  <a:pt x="280518" y="172368"/>
                  <a:pt x="280518" y="175560"/>
                </a:cubicBezTo>
                <a:cubicBezTo>
                  <a:pt x="279879" y="186412"/>
                  <a:pt x="276684" y="191519"/>
                  <a:pt x="273489" y="198542"/>
                </a:cubicBezTo>
                <a:close/>
                <a:moveTo>
                  <a:pt x="299049" y="213863"/>
                </a:moveTo>
                <a:cubicBezTo>
                  <a:pt x="298410" y="213863"/>
                  <a:pt x="298410" y="213863"/>
                  <a:pt x="299049" y="213863"/>
                </a:cubicBezTo>
                <a:cubicBezTo>
                  <a:pt x="291381" y="213863"/>
                  <a:pt x="285630" y="207479"/>
                  <a:pt x="284352" y="201095"/>
                </a:cubicBezTo>
                <a:cubicBezTo>
                  <a:pt x="283074" y="196627"/>
                  <a:pt x="283713" y="192158"/>
                  <a:pt x="284352" y="188327"/>
                </a:cubicBezTo>
                <a:lnTo>
                  <a:pt x="284352" y="186412"/>
                </a:lnTo>
                <a:cubicBezTo>
                  <a:pt x="286908" y="164707"/>
                  <a:pt x="277323" y="142363"/>
                  <a:pt x="260709" y="128957"/>
                </a:cubicBezTo>
                <a:cubicBezTo>
                  <a:pt x="244735" y="116189"/>
                  <a:pt x="218536" y="111720"/>
                  <a:pt x="197449" y="118104"/>
                </a:cubicBezTo>
                <a:lnTo>
                  <a:pt x="196810" y="118104"/>
                </a:lnTo>
                <a:cubicBezTo>
                  <a:pt x="200005" y="134702"/>
                  <a:pt x="190420" y="155131"/>
                  <a:pt x="183391" y="162153"/>
                </a:cubicBezTo>
                <a:cubicBezTo>
                  <a:pt x="173806" y="171729"/>
                  <a:pt x="165499" y="174283"/>
                  <a:pt x="158470" y="174283"/>
                </a:cubicBezTo>
                <a:cubicBezTo>
                  <a:pt x="153998" y="174283"/>
                  <a:pt x="150803" y="173006"/>
                  <a:pt x="148247" y="172368"/>
                </a:cubicBezTo>
                <a:cubicBezTo>
                  <a:pt x="141857" y="168537"/>
                  <a:pt x="140579" y="161515"/>
                  <a:pt x="141857" y="157046"/>
                </a:cubicBezTo>
                <a:cubicBezTo>
                  <a:pt x="143135" y="153854"/>
                  <a:pt x="146330" y="151939"/>
                  <a:pt x="150164" y="152577"/>
                </a:cubicBezTo>
                <a:cubicBezTo>
                  <a:pt x="153358" y="153854"/>
                  <a:pt x="155275" y="157046"/>
                  <a:pt x="154636" y="160876"/>
                </a:cubicBezTo>
                <a:cubicBezTo>
                  <a:pt x="154636" y="160876"/>
                  <a:pt x="154636" y="160876"/>
                  <a:pt x="154636" y="161515"/>
                </a:cubicBezTo>
                <a:cubicBezTo>
                  <a:pt x="161026" y="164068"/>
                  <a:pt x="167416" y="161515"/>
                  <a:pt x="175084" y="153854"/>
                </a:cubicBezTo>
                <a:cubicBezTo>
                  <a:pt x="180835" y="148108"/>
                  <a:pt x="191059" y="125126"/>
                  <a:pt x="182113" y="114273"/>
                </a:cubicBezTo>
                <a:cubicBezTo>
                  <a:pt x="180196" y="111720"/>
                  <a:pt x="175084" y="109805"/>
                  <a:pt x="168694" y="108528"/>
                </a:cubicBezTo>
                <a:cubicBezTo>
                  <a:pt x="161665" y="107251"/>
                  <a:pt x="155275" y="107889"/>
                  <a:pt x="151441" y="111081"/>
                </a:cubicBezTo>
                <a:cubicBezTo>
                  <a:pt x="150164" y="112358"/>
                  <a:pt x="148247" y="112358"/>
                  <a:pt x="146330" y="112358"/>
                </a:cubicBezTo>
                <a:cubicBezTo>
                  <a:pt x="129077" y="109166"/>
                  <a:pt x="109907" y="120019"/>
                  <a:pt x="99044" y="138533"/>
                </a:cubicBezTo>
                <a:cubicBezTo>
                  <a:pt x="97766" y="140448"/>
                  <a:pt x="97127" y="142363"/>
                  <a:pt x="95849" y="144916"/>
                </a:cubicBezTo>
                <a:cubicBezTo>
                  <a:pt x="94571" y="148108"/>
                  <a:pt x="90737" y="149385"/>
                  <a:pt x="87542" y="148108"/>
                </a:cubicBezTo>
                <a:cubicBezTo>
                  <a:pt x="84347" y="146832"/>
                  <a:pt x="83069" y="143001"/>
                  <a:pt x="84347" y="139809"/>
                </a:cubicBezTo>
                <a:cubicBezTo>
                  <a:pt x="85625" y="137256"/>
                  <a:pt x="86903" y="134702"/>
                  <a:pt x="88181" y="132787"/>
                </a:cubicBezTo>
                <a:cubicBezTo>
                  <a:pt x="100961" y="111081"/>
                  <a:pt x="124604" y="97675"/>
                  <a:pt x="146330" y="100229"/>
                </a:cubicBezTo>
                <a:cubicBezTo>
                  <a:pt x="153358" y="96398"/>
                  <a:pt x="162304" y="95121"/>
                  <a:pt x="171250" y="97037"/>
                </a:cubicBezTo>
                <a:cubicBezTo>
                  <a:pt x="177640" y="98313"/>
                  <a:pt x="186586" y="100867"/>
                  <a:pt x="191698" y="107251"/>
                </a:cubicBezTo>
                <a:cubicBezTo>
                  <a:pt x="192337" y="107889"/>
                  <a:pt x="192337" y="108528"/>
                  <a:pt x="192976" y="108528"/>
                </a:cubicBezTo>
                <a:cubicBezTo>
                  <a:pt x="193615" y="107889"/>
                  <a:pt x="194254" y="107889"/>
                  <a:pt x="194893" y="107251"/>
                </a:cubicBezTo>
                <a:cubicBezTo>
                  <a:pt x="220453" y="98952"/>
                  <a:pt x="250486" y="104059"/>
                  <a:pt x="270294" y="120019"/>
                </a:cubicBezTo>
                <a:cubicBezTo>
                  <a:pt x="290103" y="135979"/>
                  <a:pt x="301605" y="163430"/>
                  <a:pt x="298410" y="188966"/>
                </a:cubicBezTo>
                <a:lnTo>
                  <a:pt x="298410" y="190881"/>
                </a:lnTo>
                <a:cubicBezTo>
                  <a:pt x="297771" y="194073"/>
                  <a:pt x="297771" y="196627"/>
                  <a:pt x="298410" y="199180"/>
                </a:cubicBezTo>
                <a:cubicBezTo>
                  <a:pt x="299049" y="201095"/>
                  <a:pt x="300327" y="201734"/>
                  <a:pt x="300327" y="201734"/>
                </a:cubicBezTo>
                <a:lnTo>
                  <a:pt x="300327" y="201734"/>
                </a:lnTo>
                <a:cubicBezTo>
                  <a:pt x="303522" y="201734"/>
                  <a:pt x="306717" y="204287"/>
                  <a:pt x="306717" y="208118"/>
                </a:cubicBezTo>
                <a:cubicBezTo>
                  <a:pt x="305439" y="210671"/>
                  <a:pt x="302244" y="213863"/>
                  <a:pt x="299049" y="213863"/>
                </a:cubicBezTo>
                <a:close/>
              </a:path>
            </a:pathLst>
          </a:custGeom>
          <a:solidFill>
            <a:srgbClr val="046A38"/>
          </a:solidFill>
          <a:ln w="6390" cap="flat">
            <a:noFill/>
            <a:prstDash val="solid"/>
            <a:miter/>
          </a:ln>
        </p:spPr>
        <p:txBody>
          <a:bodyPr rtlCol="0" anchor="ctr"/>
          <a:lstStyle/>
          <a:p>
            <a:endParaRPr lang="en-US"/>
          </a:p>
        </p:txBody>
      </p:sp>
      <p:grpSp>
        <p:nvGrpSpPr>
          <p:cNvPr id="777" name="Graphic 6">
            <a:extLst>
              <a:ext uri="{FF2B5EF4-FFF2-40B4-BE49-F238E27FC236}">
                <a16:creationId xmlns:a16="http://schemas.microsoft.com/office/drawing/2014/main" id="{87D7D134-A928-904A-9D4A-DDB0D4DF8ABB}"/>
              </a:ext>
            </a:extLst>
          </p:cNvPr>
          <p:cNvGrpSpPr/>
          <p:nvPr/>
        </p:nvGrpSpPr>
        <p:grpSpPr>
          <a:xfrm>
            <a:off x="1951486" y="3822252"/>
            <a:ext cx="362313" cy="361971"/>
            <a:chOff x="1951486" y="3822252"/>
            <a:chExt cx="362313" cy="361971"/>
          </a:xfrm>
          <a:solidFill>
            <a:srgbClr val="046A38"/>
          </a:solidFill>
        </p:grpSpPr>
        <p:sp>
          <p:nvSpPr>
            <p:cNvPr id="778" name="Graphic 6">
              <a:extLst>
                <a:ext uri="{FF2B5EF4-FFF2-40B4-BE49-F238E27FC236}">
                  <a16:creationId xmlns:a16="http://schemas.microsoft.com/office/drawing/2014/main" id="{8F2898D6-0905-2A45-B65C-185991904CD1}"/>
                </a:ext>
              </a:extLst>
            </p:cNvPr>
            <p:cNvSpPr/>
            <p:nvPr/>
          </p:nvSpPr>
          <p:spPr>
            <a:xfrm>
              <a:off x="2058198" y="3909075"/>
              <a:ext cx="150802" cy="188965"/>
            </a:xfrm>
            <a:custGeom>
              <a:avLst/>
              <a:gdLst>
                <a:gd name="connsiteX0" fmla="*/ 150803 w 150802"/>
                <a:gd name="connsiteY0" fmla="*/ 187689 h 188965"/>
                <a:gd name="connsiteX1" fmla="*/ 150803 w 150802"/>
                <a:gd name="connsiteY1" fmla="*/ 166622 h 188965"/>
                <a:gd name="connsiteX2" fmla="*/ 75401 w 150802"/>
                <a:gd name="connsiteY2" fmla="*/ 0 h 188965"/>
                <a:gd name="connsiteX3" fmla="*/ 0 w 150802"/>
                <a:gd name="connsiteY3" fmla="*/ 166622 h 188965"/>
                <a:gd name="connsiteX4" fmla="*/ 0 w 150802"/>
                <a:gd name="connsiteY4" fmla="*/ 187689 h 188965"/>
                <a:gd name="connsiteX5" fmla="*/ 0 w 150802"/>
                <a:gd name="connsiteY5" fmla="*/ 187689 h 188965"/>
                <a:gd name="connsiteX6" fmla="*/ 18531 w 150802"/>
                <a:gd name="connsiteY6" fmla="*/ 174921 h 188965"/>
                <a:gd name="connsiteX7" fmla="*/ 25560 w 150802"/>
                <a:gd name="connsiteY7" fmla="*/ 169814 h 188965"/>
                <a:gd name="connsiteX8" fmla="*/ 31311 w 150802"/>
                <a:gd name="connsiteY8" fmla="*/ 176198 h 188965"/>
                <a:gd name="connsiteX9" fmla="*/ 49841 w 150802"/>
                <a:gd name="connsiteY9" fmla="*/ 188327 h 188965"/>
                <a:gd name="connsiteX10" fmla="*/ 69011 w 150802"/>
                <a:gd name="connsiteY10" fmla="*/ 175560 h 188965"/>
                <a:gd name="connsiteX11" fmla="*/ 76040 w 150802"/>
                <a:gd name="connsiteY11" fmla="*/ 170452 h 188965"/>
                <a:gd name="connsiteX12" fmla="*/ 81791 w 150802"/>
                <a:gd name="connsiteY12" fmla="*/ 176836 h 188965"/>
                <a:gd name="connsiteX13" fmla="*/ 100322 w 150802"/>
                <a:gd name="connsiteY13" fmla="*/ 188966 h 188965"/>
                <a:gd name="connsiteX14" fmla="*/ 118853 w 150802"/>
                <a:gd name="connsiteY14" fmla="*/ 176836 h 188965"/>
                <a:gd name="connsiteX15" fmla="*/ 125243 w 150802"/>
                <a:gd name="connsiteY15" fmla="*/ 170452 h 188965"/>
                <a:gd name="connsiteX16" fmla="*/ 131633 w 150802"/>
                <a:gd name="connsiteY16" fmla="*/ 176836 h 188965"/>
                <a:gd name="connsiteX17" fmla="*/ 150803 w 150802"/>
                <a:gd name="connsiteY17" fmla="*/ 187689 h 188965"/>
                <a:gd name="connsiteX18" fmla="*/ 150803 w 150802"/>
                <a:gd name="connsiteY18" fmla="*/ 187689 h 188965"/>
                <a:gd name="connsiteX19" fmla="*/ 150803 w 150802"/>
                <a:gd name="connsiteY19" fmla="*/ 187689 h 188965"/>
                <a:gd name="connsiteX20" fmla="*/ 143135 w 150802"/>
                <a:gd name="connsiteY20" fmla="*/ 148747 h 188965"/>
                <a:gd name="connsiteX21" fmla="*/ 139301 w 150802"/>
                <a:gd name="connsiteY21" fmla="*/ 154492 h 188965"/>
                <a:gd name="connsiteX22" fmla="*/ 132272 w 150802"/>
                <a:gd name="connsiteY22" fmla="*/ 153854 h 188965"/>
                <a:gd name="connsiteX23" fmla="*/ 98405 w 150802"/>
                <a:gd name="connsiteY23" fmla="*/ 137894 h 188965"/>
                <a:gd name="connsiteX24" fmla="*/ 47925 w 150802"/>
                <a:gd name="connsiteY24" fmla="*/ 137894 h 188965"/>
                <a:gd name="connsiteX25" fmla="*/ 16614 w 150802"/>
                <a:gd name="connsiteY25" fmla="*/ 154492 h 188965"/>
                <a:gd name="connsiteX26" fmla="*/ 12141 w 150802"/>
                <a:gd name="connsiteY26" fmla="*/ 156408 h 188965"/>
                <a:gd name="connsiteX27" fmla="*/ 8946 w 150802"/>
                <a:gd name="connsiteY27" fmla="*/ 155769 h 188965"/>
                <a:gd name="connsiteX28" fmla="*/ 5751 w 150802"/>
                <a:gd name="connsiteY28" fmla="*/ 149385 h 188965"/>
                <a:gd name="connsiteX29" fmla="*/ 5751 w 150802"/>
                <a:gd name="connsiteY29" fmla="*/ 147470 h 188965"/>
                <a:gd name="connsiteX30" fmla="*/ 49202 w 150802"/>
                <a:gd name="connsiteY30" fmla="*/ 65117 h 188965"/>
                <a:gd name="connsiteX31" fmla="*/ 97127 w 150802"/>
                <a:gd name="connsiteY31" fmla="*/ 65755 h 188965"/>
                <a:gd name="connsiteX32" fmla="*/ 141856 w 150802"/>
                <a:gd name="connsiteY32" fmla="*/ 147470 h 188965"/>
                <a:gd name="connsiteX33" fmla="*/ 141856 w 150802"/>
                <a:gd name="connsiteY33" fmla="*/ 148108 h 188965"/>
                <a:gd name="connsiteX34" fmla="*/ 143135 w 150802"/>
                <a:gd name="connsiteY34" fmla="*/ 148747 h 188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50802" h="188965">
                  <a:moveTo>
                    <a:pt x="150803" y="187689"/>
                  </a:moveTo>
                  <a:lnTo>
                    <a:pt x="150803" y="166622"/>
                  </a:lnTo>
                  <a:cubicBezTo>
                    <a:pt x="150803" y="76608"/>
                    <a:pt x="89459" y="0"/>
                    <a:pt x="75401" y="0"/>
                  </a:cubicBezTo>
                  <a:cubicBezTo>
                    <a:pt x="61343" y="0"/>
                    <a:pt x="0" y="76608"/>
                    <a:pt x="0" y="166622"/>
                  </a:cubicBezTo>
                  <a:lnTo>
                    <a:pt x="0" y="187689"/>
                  </a:lnTo>
                  <a:lnTo>
                    <a:pt x="0" y="187689"/>
                  </a:lnTo>
                  <a:cubicBezTo>
                    <a:pt x="15975" y="187689"/>
                    <a:pt x="18531" y="176198"/>
                    <a:pt x="18531" y="174921"/>
                  </a:cubicBezTo>
                  <a:cubicBezTo>
                    <a:pt x="19170" y="171729"/>
                    <a:pt x="22365" y="169176"/>
                    <a:pt x="25560" y="169814"/>
                  </a:cubicBezTo>
                  <a:cubicBezTo>
                    <a:pt x="28755" y="169814"/>
                    <a:pt x="31311" y="173006"/>
                    <a:pt x="31311" y="176198"/>
                  </a:cubicBezTo>
                  <a:cubicBezTo>
                    <a:pt x="31311" y="182582"/>
                    <a:pt x="39617" y="188327"/>
                    <a:pt x="49841" y="188327"/>
                  </a:cubicBezTo>
                  <a:cubicBezTo>
                    <a:pt x="65816" y="188327"/>
                    <a:pt x="68372" y="176836"/>
                    <a:pt x="69011" y="175560"/>
                  </a:cubicBezTo>
                  <a:cubicBezTo>
                    <a:pt x="69650" y="172368"/>
                    <a:pt x="72845" y="169814"/>
                    <a:pt x="76040" y="170452"/>
                  </a:cubicBezTo>
                  <a:cubicBezTo>
                    <a:pt x="79235" y="170452"/>
                    <a:pt x="81791" y="173644"/>
                    <a:pt x="81791" y="176836"/>
                  </a:cubicBezTo>
                  <a:cubicBezTo>
                    <a:pt x="81791" y="183220"/>
                    <a:pt x="90098" y="188966"/>
                    <a:pt x="100322" y="188966"/>
                  </a:cubicBezTo>
                  <a:cubicBezTo>
                    <a:pt x="110546" y="188966"/>
                    <a:pt x="118853" y="183859"/>
                    <a:pt x="118853" y="176836"/>
                  </a:cubicBezTo>
                  <a:cubicBezTo>
                    <a:pt x="118853" y="173006"/>
                    <a:pt x="121409" y="170452"/>
                    <a:pt x="125243" y="170452"/>
                  </a:cubicBezTo>
                  <a:cubicBezTo>
                    <a:pt x="129077" y="170452"/>
                    <a:pt x="131633" y="173006"/>
                    <a:pt x="131633" y="176836"/>
                  </a:cubicBezTo>
                  <a:cubicBezTo>
                    <a:pt x="131633" y="182582"/>
                    <a:pt x="139940" y="188327"/>
                    <a:pt x="150803" y="187689"/>
                  </a:cubicBezTo>
                  <a:cubicBezTo>
                    <a:pt x="150164" y="188327"/>
                    <a:pt x="150803" y="188327"/>
                    <a:pt x="150803" y="187689"/>
                  </a:cubicBezTo>
                  <a:lnTo>
                    <a:pt x="150803" y="187689"/>
                  </a:lnTo>
                  <a:close/>
                  <a:moveTo>
                    <a:pt x="143135" y="148747"/>
                  </a:moveTo>
                  <a:cubicBezTo>
                    <a:pt x="143135" y="151300"/>
                    <a:pt x="141856" y="153216"/>
                    <a:pt x="139301" y="154492"/>
                  </a:cubicBezTo>
                  <a:cubicBezTo>
                    <a:pt x="137384" y="155769"/>
                    <a:pt x="134189" y="155131"/>
                    <a:pt x="132272" y="153854"/>
                  </a:cubicBezTo>
                  <a:cubicBezTo>
                    <a:pt x="121409" y="144916"/>
                    <a:pt x="107990" y="140448"/>
                    <a:pt x="98405" y="137894"/>
                  </a:cubicBezTo>
                  <a:cubicBezTo>
                    <a:pt x="83069" y="133425"/>
                    <a:pt x="63260" y="132787"/>
                    <a:pt x="47925" y="137894"/>
                  </a:cubicBezTo>
                  <a:cubicBezTo>
                    <a:pt x="35145" y="141724"/>
                    <a:pt x="24921" y="147470"/>
                    <a:pt x="16614" y="154492"/>
                  </a:cubicBezTo>
                  <a:cubicBezTo>
                    <a:pt x="15336" y="155769"/>
                    <a:pt x="14058" y="156408"/>
                    <a:pt x="12141" y="156408"/>
                  </a:cubicBezTo>
                  <a:cubicBezTo>
                    <a:pt x="10863" y="156408"/>
                    <a:pt x="10224" y="156408"/>
                    <a:pt x="8946" y="155769"/>
                  </a:cubicBezTo>
                  <a:cubicBezTo>
                    <a:pt x="6390" y="154492"/>
                    <a:pt x="5112" y="151939"/>
                    <a:pt x="5751" y="149385"/>
                  </a:cubicBezTo>
                  <a:lnTo>
                    <a:pt x="5751" y="147470"/>
                  </a:lnTo>
                  <a:cubicBezTo>
                    <a:pt x="8307" y="128957"/>
                    <a:pt x="16614" y="84907"/>
                    <a:pt x="49202" y="65117"/>
                  </a:cubicBezTo>
                  <a:cubicBezTo>
                    <a:pt x="63899" y="56179"/>
                    <a:pt x="82430" y="56179"/>
                    <a:pt x="97127" y="65755"/>
                  </a:cubicBezTo>
                  <a:cubicBezTo>
                    <a:pt x="113741" y="75969"/>
                    <a:pt x="136745" y="96398"/>
                    <a:pt x="141856" y="147470"/>
                  </a:cubicBezTo>
                  <a:lnTo>
                    <a:pt x="141856" y="148108"/>
                  </a:lnTo>
                  <a:lnTo>
                    <a:pt x="143135" y="148747"/>
                  </a:lnTo>
                  <a:close/>
                </a:path>
              </a:pathLst>
            </a:custGeom>
            <a:solidFill>
              <a:srgbClr val="046A38"/>
            </a:solidFill>
            <a:ln w="6390" cap="flat">
              <a:noFill/>
              <a:prstDash val="solid"/>
              <a:miter/>
            </a:ln>
          </p:spPr>
          <p:txBody>
            <a:bodyPr rtlCol="0" anchor="ctr"/>
            <a:lstStyle/>
            <a:p>
              <a:endParaRPr lang="en-US"/>
            </a:p>
          </p:txBody>
        </p:sp>
        <p:sp>
          <p:nvSpPr>
            <p:cNvPr id="779" name="Graphic 6">
              <a:extLst>
                <a:ext uri="{FF2B5EF4-FFF2-40B4-BE49-F238E27FC236}">
                  <a16:creationId xmlns:a16="http://schemas.microsoft.com/office/drawing/2014/main" id="{BD5A25AD-1035-2D4D-ABFE-15A6DF900034}"/>
                </a:ext>
              </a:extLst>
            </p:cNvPr>
            <p:cNvSpPr/>
            <p:nvPr/>
          </p:nvSpPr>
          <p:spPr>
            <a:xfrm>
              <a:off x="2079924" y="3979298"/>
              <a:ext cx="107989" cy="65116"/>
            </a:xfrm>
            <a:custGeom>
              <a:avLst/>
              <a:gdLst>
                <a:gd name="connsiteX0" fmla="*/ 87542 w 107989"/>
                <a:gd name="connsiteY0" fmla="*/ 20429 h 65116"/>
                <a:gd name="connsiteX1" fmla="*/ 81152 w 107989"/>
                <a:gd name="connsiteY1" fmla="*/ 26813 h 65116"/>
                <a:gd name="connsiteX2" fmla="*/ 74762 w 107989"/>
                <a:gd name="connsiteY2" fmla="*/ 20429 h 65116"/>
                <a:gd name="connsiteX3" fmla="*/ 74762 w 107989"/>
                <a:gd name="connsiteY3" fmla="*/ 8937 h 65116"/>
                <a:gd name="connsiteX4" fmla="*/ 74762 w 107989"/>
                <a:gd name="connsiteY4" fmla="*/ 8299 h 65116"/>
                <a:gd name="connsiteX5" fmla="*/ 70289 w 107989"/>
                <a:gd name="connsiteY5" fmla="*/ 5107 h 65116"/>
                <a:gd name="connsiteX6" fmla="*/ 69650 w 107989"/>
                <a:gd name="connsiteY6" fmla="*/ 4469 h 65116"/>
                <a:gd name="connsiteX7" fmla="*/ 69650 w 107989"/>
                <a:gd name="connsiteY7" fmla="*/ 14045 h 65116"/>
                <a:gd name="connsiteX8" fmla="*/ 63260 w 107989"/>
                <a:gd name="connsiteY8" fmla="*/ 20429 h 65116"/>
                <a:gd name="connsiteX9" fmla="*/ 56870 w 107989"/>
                <a:gd name="connsiteY9" fmla="*/ 14045 h 65116"/>
                <a:gd name="connsiteX10" fmla="*/ 56870 w 107989"/>
                <a:gd name="connsiteY10" fmla="*/ 0 h 65116"/>
                <a:gd name="connsiteX11" fmla="*/ 51119 w 107989"/>
                <a:gd name="connsiteY11" fmla="*/ 0 h 65116"/>
                <a:gd name="connsiteX12" fmla="*/ 51119 w 107989"/>
                <a:gd name="connsiteY12" fmla="*/ 14045 h 65116"/>
                <a:gd name="connsiteX13" fmla="*/ 44730 w 107989"/>
                <a:gd name="connsiteY13" fmla="*/ 20429 h 65116"/>
                <a:gd name="connsiteX14" fmla="*/ 38340 w 107989"/>
                <a:gd name="connsiteY14" fmla="*/ 14045 h 65116"/>
                <a:gd name="connsiteX15" fmla="*/ 38340 w 107989"/>
                <a:gd name="connsiteY15" fmla="*/ 3830 h 65116"/>
                <a:gd name="connsiteX16" fmla="*/ 35784 w 107989"/>
                <a:gd name="connsiteY16" fmla="*/ 5107 h 65116"/>
                <a:gd name="connsiteX17" fmla="*/ 31950 w 107989"/>
                <a:gd name="connsiteY17" fmla="*/ 7661 h 65116"/>
                <a:gd name="connsiteX18" fmla="*/ 31950 w 107989"/>
                <a:gd name="connsiteY18" fmla="*/ 8937 h 65116"/>
                <a:gd name="connsiteX19" fmla="*/ 31950 w 107989"/>
                <a:gd name="connsiteY19" fmla="*/ 20429 h 65116"/>
                <a:gd name="connsiteX20" fmla="*/ 25560 w 107989"/>
                <a:gd name="connsiteY20" fmla="*/ 26813 h 65116"/>
                <a:gd name="connsiteX21" fmla="*/ 19170 w 107989"/>
                <a:gd name="connsiteY21" fmla="*/ 20429 h 65116"/>
                <a:gd name="connsiteX22" fmla="*/ 19170 w 107989"/>
                <a:gd name="connsiteY22" fmla="*/ 19790 h 65116"/>
                <a:gd name="connsiteX23" fmla="*/ 0 w 107989"/>
                <a:gd name="connsiteY23" fmla="*/ 64478 h 65116"/>
                <a:gd name="connsiteX24" fmla="*/ 10224 w 107989"/>
                <a:gd name="connsiteY24" fmla="*/ 59371 h 65116"/>
                <a:gd name="connsiteX25" fmla="*/ 10224 w 107989"/>
                <a:gd name="connsiteY25" fmla="*/ 49157 h 65116"/>
                <a:gd name="connsiteX26" fmla="*/ 16614 w 107989"/>
                <a:gd name="connsiteY26" fmla="*/ 42773 h 65116"/>
                <a:gd name="connsiteX27" fmla="*/ 23004 w 107989"/>
                <a:gd name="connsiteY27" fmla="*/ 49157 h 65116"/>
                <a:gd name="connsiteX28" fmla="*/ 23004 w 107989"/>
                <a:gd name="connsiteY28" fmla="*/ 54902 h 65116"/>
                <a:gd name="connsiteX29" fmla="*/ 23643 w 107989"/>
                <a:gd name="connsiteY29" fmla="*/ 54902 h 65116"/>
                <a:gd name="connsiteX30" fmla="*/ 28755 w 107989"/>
                <a:gd name="connsiteY30" fmla="*/ 53625 h 65116"/>
                <a:gd name="connsiteX31" fmla="*/ 28755 w 107989"/>
                <a:gd name="connsiteY31" fmla="*/ 41496 h 65116"/>
                <a:gd name="connsiteX32" fmla="*/ 35145 w 107989"/>
                <a:gd name="connsiteY32" fmla="*/ 35112 h 65116"/>
                <a:gd name="connsiteX33" fmla="*/ 41535 w 107989"/>
                <a:gd name="connsiteY33" fmla="*/ 41496 h 65116"/>
                <a:gd name="connsiteX34" fmla="*/ 41535 w 107989"/>
                <a:gd name="connsiteY34" fmla="*/ 51710 h 65116"/>
                <a:gd name="connsiteX35" fmla="*/ 47285 w 107989"/>
                <a:gd name="connsiteY35" fmla="*/ 51072 h 65116"/>
                <a:gd name="connsiteX36" fmla="*/ 47285 w 107989"/>
                <a:gd name="connsiteY36" fmla="*/ 36389 h 65116"/>
                <a:gd name="connsiteX37" fmla="*/ 53675 w 107989"/>
                <a:gd name="connsiteY37" fmla="*/ 30005 h 65116"/>
                <a:gd name="connsiteX38" fmla="*/ 60065 w 107989"/>
                <a:gd name="connsiteY38" fmla="*/ 36389 h 65116"/>
                <a:gd name="connsiteX39" fmla="*/ 60065 w 107989"/>
                <a:gd name="connsiteY39" fmla="*/ 51072 h 65116"/>
                <a:gd name="connsiteX40" fmla="*/ 65816 w 107989"/>
                <a:gd name="connsiteY40" fmla="*/ 51710 h 65116"/>
                <a:gd name="connsiteX41" fmla="*/ 65816 w 107989"/>
                <a:gd name="connsiteY41" fmla="*/ 41496 h 65116"/>
                <a:gd name="connsiteX42" fmla="*/ 72206 w 107989"/>
                <a:gd name="connsiteY42" fmla="*/ 35112 h 65116"/>
                <a:gd name="connsiteX43" fmla="*/ 78596 w 107989"/>
                <a:gd name="connsiteY43" fmla="*/ 41496 h 65116"/>
                <a:gd name="connsiteX44" fmla="*/ 78596 w 107989"/>
                <a:gd name="connsiteY44" fmla="*/ 54264 h 65116"/>
                <a:gd name="connsiteX45" fmla="*/ 81791 w 107989"/>
                <a:gd name="connsiteY45" fmla="*/ 54902 h 65116"/>
                <a:gd name="connsiteX46" fmla="*/ 84347 w 107989"/>
                <a:gd name="connsiteY46" fmla="*/ 55541 h 65116"/>
                <a:gd name="connsiteX47" fmla="*/ 84347 w 107989"/>
                <a:gd name="connsiteY47" fmla="*/ 49157 h 65116"/>
                <a:gd name="connsiteX48" fmla="*/ 90737 w 107989"/>
                <a:gd name="connsiteY48" fmla="*/ 42773 h 65116"/>
                <a:gd name="connsiteX49" fmla="*/ 97127 w 107989"/>
                <a:gd name="connsiteY49" fmla="*/ 49157 h 65116"/>
                <a:gd name="connsiteX50" fmla="*/ 97127 w 107989"/>
                <a:gd name="connsiteY50" fmla="*/ 60009 h 65116"/>
                <a:gd name="connsiteX51" fmla="*/ 107990 w 107989"/>
                <a:gd name="connsiteY51" fmla="*/ 65117 h 65116"/>
                <a:gd name="connsiteX52" fmla="*/ 87542 w 107989"/>
                <a:gd name="connsiteY52" fmla="*/ 20429 h 65116"/>
                <a:gd name="connsiteX53" fmla="*/ 87542 w 107989"/>
                <a:gd name="connsiteY53" fmla="*/ 20429 h 65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07989" h="65116">
                  <a:moveTo>
                    <a:pt x="87542" y="20429"/>
                  </a:moveTo>
                  <a:cubicBezTo>
                    <a:pt x="87542" y="24259"/>
                    <a:pt x="84986" y="26813"/>
                    <a:pt x="81152" y="26813"/>
                  </a:cubicBezTo>
                  <a:cubicBezTo>
                    <a:pt x="77318" y="26813"/>
                    <a:pt x="74762" y="24259"/>
                    <a:pt x="74762" y="20429"/>
                  </a:cubicBezTo>
                  <a:lnTo>
                    <a:pt x="74762" y="8937"/>
                  </a:lnTo>
                  <a:lnTo>
                    <a:pt x="74762" y="8299"/>
                  </a:lnTo>
                  <a:cubicBezTo>
                    <a:pt x="72845" y="7022"/>
                    <a:pt x="71567" y="6384"/>
                    <a:pt x="70289" y="5107"/>
                  </a:cubicBezTo>
                  <a:lnTo>
                    <a:pt x="69650" y="4469"/>
                  </a:lnTo>
                  <a:lnTo>
                    <a:pt x="69650" y="14045"/>
                  </a:lnTo>
                  <a:cubicBezTo>
                    <a:pt x="69650" y="17875"/>
                    <a:pt x="67094" y="20429"/>
                    <a:pt x="63260" y="20429"/>
                  </a:cubicBezTo>
                  <a:cubicBezTo>
                    <a:pt x="59426" y="20429"/>
                    <a:pt x="56870" y="17875"/>
                    <a:pt x="56870" y="14045"/>
                  </a:cubicBezTo>
                  <a:lnTo>
                    <a:pt x="56870" y="0"/>
                  </a:lnTo>
                  <a:cubicBezTo>
                    <a:pt x="54954" y="0"/>
                    <a:pt x="53036" y="0"/>
                    <a:pt x="51119" y="0"/>
                  </a:cubicBezTo>
                  <a:lnTo>
                    <a:pt x="51119" y="14045"/>
                  </a:lnTo>
                  <a:cubicBezTo>
                    <a:pt x="51119" y="17875"/>
                    <a:pt x="48564" y="20429"/>
                    <a:pt x="44730" y="20429"/>
                  </a:cubicBezTo>
                  <a:cubicBezTo>
                    <a:pt x="40896" y="20429"/>
                    <a:pt x="38340" y="17875"/>
                    <a:pt x="38340" y="14045"/>
                  </a:cubicBezTo>
                  <a:lnTo>
                    <a:pt x="38340" y="3830"/>
                  </a:lnTo>
                  <a:cubicBezTo>
                    <a:pt x="37701" y="4469"/>
                    <a:pt x="37062" y="4469"/>
                    <a:pt x="35784" y="5107"/>
                  </a:cubicBezTo>
                  <a:cubicBezTo>
                    <a:pt x="34506" y="5745"/>
                    <a:pt x="33228" y="7022"/>
                    <a:pt x="31950" y="7661"/>
                  </a:cubicBezTo>
                  <a:cubicBezTo>
                    <a:pt x="31950" y="8299"/>
                    <a:pt x="31950" y="8299"/>
                    <a:pt x="31950" y="8937"/>
                  </a:cubicBezTo>
                  <a:lnTo>
                    <a:pt x="31950" y="20429"/>
                  </a:lnTo>
                  <a:cubicBezTo>
                    <a:pt x="31950" y="24259"/>
                    <a:pt x="29394" y="26813"/>
                    <a:pt x="25560" y="26813"/>
                  </a:cubicBezTo>
                  <a:cubicBezTo>
                    <a:pt x="21726" y="26813"/>
                    <a:pt x="19170" y="24259"/>
                    <a:pt x="19170" y="20429"/>
                  </a:cubicBezTo>
                  <a:lnTo>
                    <a:pt x="19170" y="19790"/>
                  </a:lnTo>
                  <a:cubicBezTo>
                    <a:pt x="8307" y="33835"/>
                    <a:pt x="2556" y="51710"/>
                    <a:pt x="0" y="64478"/>
                  </a:cubicBezTo>
                  <a:cubicBezTo>
                    <a:pt x="3195" y="62563"/>
                    <a:pt x="6390" y="60648"/>
                    <a:pt x="10224" y="59371"/>
                  </a:cubicBezTo>
                  <a:lnTo>
                    <a:pt x="10224" y="49157"/>
                  </a:lnTo>
                  <a:cubicBezTo>
                    <a:pt x="10224" y="45326"/>
                    <a:pt x="12780" y="42773"/>
                    <a:pt x="16614" y="42773"/>
                  </a:cubicBezTo>
                  <a:cubicBezTo>
                    <a:pt x="20448" y="42773"/>
                    <a:pt x="23004" y="45326"/>
                    <a:pt x="23004" y="49157"/>
                  </a:cubicBezTo>
                  <a:lnTo>
                    <a:pt x="23004" y="54902"/>
                  </a:lnTo>
                  <a:cubicBezTo>
                    <a:pt x="23004" y="54902"/>
                    <a:pt x="23004" y="54902"/>
                    <a:pt x="23643" y="54902"/>
                  </a:cubicBezTo>
                  <a:cubicBezTo>
                    <a:pt x="25560" y="54264"/>
                    <a:pt x="26838" y="54264"/>
                    <a:pt x="28755" y="53625"/>
                  </a:cubicBezTo>
                  <a:lnTo>
                    <a:pt x="28755" y="41496"/>
                  </a:lnTo>
                  <a:cubicBezTo>
                    <a:pt x="28755" y="37665"/>
                    <a:pt x="31311" y="35112"/>
                    <a:pt x="35145" y="35112"/>
                  </a:cubicBezTo>
                  <a:cubicBezTo>
                    <a:pt x="38979" y="35112"/>
                    <a:pt x="41535" y="37665"/>
                    <a:pt x="41535" y="41496"/>
                  </a:cubicBezTo>
                  <a:lnTo>
                    <a:pt x="41535" y="51710"/>
                  </a:lnTo>
                  <a:cubicBezTo>
                    <a:pt x="43451" y="51710"/>
                    <a:pt x="45369" y="51072"/>
                    <a:pt x="47285" y="51072"/>
                  </a:cubicBezTo>
                  <a:lnTo>
                    <a:pt x="47285" y="36389"/>
                  </a:lnTo>
                  <a:cubicBezTo>
                    <a:pt x="47285" y="32558"/>
                    <a:pt x="49841" y="30005"/>
                    <a:pt x="53675" y="30005"/>
                  </a:cubicBezTo>
                  <a:cubicBezTo>
                    <a:pt x="57509" y="30005"/>
                    <a:pt x="60065" y="32558"/>
                    <a:pt x="60065" y="36389"/>
                  </a:cubicBezTo>
                  <a:lnTo>
                    <a:pt x="60065" y="51072"/>
                  </a:lnTo>
                  <a:cubicBezTo>
                    <a:pt x="61982" y="51072"/>
                    <a:pt x="63899" y="51710"/>
                    <a:pt x="65816" y="51710"/>
                  </a:cubicBezTo>
                  <a:lnTo>
                    <a:pt x="65816" y="41496"/>
                  </a:lnTo>
                  <a:cubicBezTo>
                    <a:pt x="65816" y="37665"/>
                    <a:pt x="68372" y="35112"/>
                    <a:pt x="72206" y="35112"/>
                  </a:cubicBezTo>
                  <a:cubicBezTo>
                    <a:pt x="76040" y="35112"/>
                    <a:pt x="78596" y="37665"/>
                    <a:pt x="78596" y="41496"/>
                  </a:cubicBezTo>
                  <a:lnTo>
                    <a:pt x="78596" y="54264"/>
                  </a:lnTo>
                  <a:cubicBezTo>
                    <a:pt x="79874" y="54264"/>
                    <a:pt x="80513" y="54902"/>
                    <a:pt x="81791" y="54902"/>
                  </a:cubicBezTo>
                  <a:cubicBezTo>
                    <a:pt x="82430" y="54902"/>
                    <a:pt x="83069" y="55541"/>
                    <a:pt x="84347" y="55541"/>
                  </a:cubicBezTo>
                  <a:lnTo>
                    <a:pt x="84347" y="49157"/>
                  </a:lnTo>
                  <a:cubicBezTo>
                    <a:pt x="84347" y="45326"/>
                    <a:pt x="86903" y="42773"/>
                    <a:pt x="90737" y="42773"/>
                  </a:cubicBezTo>
                  <a:cubicBezTo>
                    <a:pt x="94571" y="42773"/>
                    <a:pt x="97127" y="45326"/>
                    <a:pt x="97127" y="49157"/>
                  </a:cubicBezTo>
                  <a:lnTo>
                    <a:pt x="97127" y="60009"/>
                  </a:lnTo>
                  <a:cubicBezTo>
                    <a:pt x="100961" y="61286"/>
                    <a:pt x="104156" y="63201"/>
                    <a:pt x="107990" y="65117"/>
                  </a:cubicBezTo>
                  <a:cubicBezTo>
                    <a:pt x="103517" y="43411"/>
                    <a:pt x="95849" y="29366"/>
                    <a:pt x="87542" y="20429"/>
                  </a:cubicBezTo>
                  <a:lnTo>
                    <a:pt x="87542" y="20429"/>
                  </a:lnTo>
                  <a:close/>
                </a:path>
              </a:pathLst>
            </a:custGeom>
            <a:solidFill>
              <a:srgbClr val="046A38"/>
            </a:solidFill>
            <a:ln w="6390" cap="flat">
              <a:noFill/>
              <a:prstDash val="solid"/>
              <a:miter/>
            </a:ln>
          </p:spPr>
          <p:txBody>
            <a:bodyPr rtlCol="0" anchor="ctr"/>
            <a:lstStyle/>
            <a:p>
              <a:endParaRPr lang="en-US"/>
            </a:p>
          </p:txBody>
        </p:sp>
        <p:sp>
          <p:nvSpPr>
            <p:cNvPr id="780" name="Graphic 6">
              <a:extLst>
                <a:ext uri="{FF2B5EF4-FFF2-40B4-BE49-F238E27FC236}">
                  <a16:creationId xmlns:a16="http://schemas.microsoft.com/office/drawing/2014/main" id="{FD15389F-F4FA-384E-AA2B-1B70CE3FA7A2}"/>
                </a:ext>
              </a:extLst>
            </p:cNvPr>
            <p:cNvSpPr/>
            <p:nvPr/>
          </p:nvSpPr>
          <p:spPr>
            <a:xfrm>
              <a:off x="1951486" y="3822252"/>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181474 w 362313"/>
                <a:gd name="connsiteY4" fmla="*/ 0 h 361971"/>
                <a:gd name="connsiteX5" fmla="*/ 256876 w 362313"/>
                <a:gd name="connsiteY5" fmla="*/ 287918 h 361971"/>
                <a:gd name="connsiteX6" fmla="*/ 231955 w 362313"/>
                <a:gd name="connsiteY6" fmla="*/ 278342 h 361971"/>
                <a:gd name="connsiteX7" fmla="*/ 207034 w 362313"/>
                <a:gd name="connsiteY7" fmla="*/ 287918 h 361971"/>
                <a:gd name="connsiteX8" fmla="*/ 181474 w 362313"/>
                <a:gd name="connsiteY8" fmla="*/ 277703 h 361971"/>
                <a:gd name="connsiteX9" fmla="*/ 156553 w 362313"/>
                <a:gd name="connsiteY9" fmla="*/ 287918 h 361971"/>
                <a:gd name="connsiteX10" fmla="*/ 130994 w 362313"/>
                <a:gd name="connsiteY10" fmla="*/ 277703 h 361971"/>
                <a:gd name="connsiteX11" fmla="*/ 106073 w 362313"/>
                <a:gd name="connsiteY11" fmla="*/ 287918 h 361971"/>
                <a:gd name="connsiteX12" fmla="*/ 74762 w 362313"/>
                <a:gd name="connsiteY12" fmla="*/ 263020 h 361971"/>
                <a:gd name="connsiteX13" fmla="*/ 81152 w 362313"/>
                <a:gd name="connsiteY13" fmla="*/ 256636 h 361971"/>
                <a:gd name="connsiteX14" fmla="*/ 87542 w 362313"/>
                <a:gd name="connsiteY14" fmla="*/ 263020 h 361971"/>
                <a:gd name="connsiteX15" fmla="*/ 93932 w 362313"/>
                <a:gd name="connsiteY15" fmla="*/ 271958 h 361971"/>
                <a:gd name="connsiteX16" fmla="*/ 93932 w 362313"/>
                <a:gd name="connsiteY16" fmla="*/ 253444 h 361971"/>
                <a:gd name="connsiteX17" fmla="*/ 182113 w 362313"/>
                <a:gd name="connsiteY17" fmla="*/ 74054 h 361971"/>
                <a:gd name="connsiteX18" fmla="*/ 270294 w 362313"/>
                <a:gd name="connsiteY18" fmla="*/ 253444 h 361971"/>
                <a:gd name="connsiteX19" fmla="*/ 270294 w 362313"/>
                <a:gd name="connsiteY19" fmla="*/ 271319 h 361971"/>
                <a:gd name="connsiteX20" fmla="*/ 276045 w 362313"/>
                <a:gd name="connsiteY20" fmla="*/ 263020 h 361971"/>
                <a:gd name="connsiteX21" fmla="*/ 282435 w 362313"/>
                <a:gd name="connsiteY21" fmla="*/ 256636 h 361971"/>
                <a:gd name="connsiteX22" fmla="*/ 288825 w 362313"/>
                <a:gd name="connsiteY22" fmla="*/ 263020 h 361971"/>
                <a:gd name="connsiteX23" fmla="*/ 256876 w 362313"/>
                <a:gd name="connsiteY23" fmla="*/ 28791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949" y="81077"/>
                    <a:pt x="281796" y="0"/>
                    <a:pt x="181474" y="0"/>
                  </a:cubicBezTo>
                  <a:close/>
                  <a:moveTo>
                    <a:pt x="256876" y="287918"/>
                  </a:moveTo>
                  <a:cubicBezTo>
                    <a:pt x="246652" y="287918"/>
                    <a:pt x="237706" y="284087"/>
                    <a:pt x="231955" y="278342"/>
                  </a:cubicBezTo>
                  <a:cubicBezTo>
                    <a:pt x="226204" y="284087"/>
                    <a:pt x="217258" y="287918"/>
                    <a:pt x="207034" y="287918"/>
                  </a:cubicBezTo>
                  <a:cubicBezTo>
                    <a:pt x="196171" y="287918"/>
                    <a:pt x="187225" y="284087"/>
                    <a:pt x="181474" y="277703"/>
                  </a:cubicBezTo>
                  <a:cubicBezTo>
                    <a:pt x="176362" y="283449"/>
                    <a:pt x="168694" y="287918"/>
                    <a:pt x="156553" y="287918"/>
                  </a:cubicBezTo>
                  <a:cubicBezTo>
                    <a:pt x="145691" y="287918"/>
                    <a:pt x="136745" y="284087"/>
                    <a:pt x="130994" y="277703"/>
                  </a:cubicBezTo>
                  <a:cubicBezTo>
                    <a:pt x="125882" y="283449"/>
                    <a:pt x="118214" y="287918"/>
                    <a:pt x="106073" y="287918"/>
                  </a:cubicBezTo>
                  <a:cubicBezTo>
                    <a:pt x="88181" y="287918"/>
                    <a:pt x="74762" y="277065"/>
                    <a:pt x="74762" y="263020"/>
                  </a:cubicBezTo>
                  <a:cubicBezTo>
                    <a:pt x="74762" y="259190"/>
                    <a:pt x="77318" y="256636"/>
                    <a:pt x="81152" y="256636"/>
                  </a:cubicBezTo>
                  <a:cubicBezTo>
                    <a:pt x="84986" y="256636"/>
                    <a:pt x="87542" y="259190"/>
                    <a:pt x="87542" y="263020"/>
                  </a:cubicBezTo>
                  <a:cubicBezTo>
                    <a:pt x="87542" y="266212"/>
                    <a:pt x="90098" y="269404"/>
                    <a:pt x="93932" y="271958"/>
                  </a:cubicBezTo>
                  <a:lnTo>
                    <a:pt x="93932" y="253444"/>
                  </a:lnTo>
                  <a:cubicBezTo>
                    <a:pt x="93932" y="161515"/>
                    <a:pt x="158471" y="74054"/>
                    <a:pt x="182113" y="74054"/>
                  </a:cubicBezTo>
                  <a:cubicBezTo>
                    <a:pt x="206395" y="74054"/>
                    <a:pt x="270294" y="161515"/>
                    <a:pt x="270294" y="253444"/>
                  </a:cubicBezTo>
                  <a:lnTo>
                    <a:pt x="270294" y="271319"/>
                  </a:lnTo>
                  <a:cubicBezTo>
                    <a:pt x="273489" y="269404"/>
                    <a:pt x="276045" y="266212"/>
                    <a:pt x="276045" y="263020"/>
                  </a:cubicBezTo>
                  <a:cubicBezTo>
                    <a:pt x="276045" y="259190"/>
                    <a:pt x="278601" y="256636"/>
                    <a:pt x="282435" y="256636"/>
                  </a:cubicBezTo>
                  <a:cubicBezTo>
                    <a:pt x="286269" y="256636"/>
                    <a:pt x="288825" y="259190"/>
                    <a:pt x="288825" y="263020"/>
                  </a:cubicBezTo>
                  <a:cubicBezTo>
                    <a:pt x="288825" y="277065"/>
                    <a:pt x="274767" y="287918"/>
                    <a:pt x="256876" y="287918"/>
                  </a:cubicBezTo>
                  <a:close/>
                </a:path>
              </a:pathLst>
            </a:custGeom>
            <a:solidFill>
              <a:srgbClr val="046A38"/>
            </a:solidFill>
            <a:ln w="6390" cap="flat">
              <a:noFill/>
              <a:prstDash val="solid"/>
              <a:miter/>
            </a:ln>
          </p:spPr>
          <p:txBody>
            <a:bodyPr rtlCol="0" anchor="ctr"/>
            <a:lstStyle/>
            <a:p>
              <a:endParaRPr lang="en-US"/>
            </a:p>
          </p:txBody>
        </p:sp>
      </p:grpSp>
      <p:grpSp>
        <p:nvGrpSpPr>
          <p:cNvPr id="781" name="Graphic 6">
            <a:extLst>
              <a:ext uri="{FF2B5EF4-FFF2-40B4-BE49-F238E27FC236}">
                <a16:creationId xmlns:a16="http://schemas.microsoft.com/office/drawing/2014/main" id="{F370C50B-4DB4-EB4A-A99F-0E94F95577CB}"/>
              </a:ext>
            </a:extLst>
          </p:cNvPr>
          <p:cNvGrpSpPr/>
          <p:nvPr/>
        </p:nvGrpSpPr>
        <p:grpSpPr>
          <a:xfrm>
            <a:off x="1952125" y="3337708"/>
            <a:ext cx="362309" cy="361971"/>
            <a:chOff x="1952125" y="3337708"/>
            <a:chExt cx="362309" cy="361971"/>
          </a:xfrm>
          <a:solidFill>
            <a:srgbClr val="046A38"/>
          </a:solidFill>
        </p:grpSpPr>
        <p:sp>
          <p:nvSpPr>
            <p:cNvPr id="782" name="Graphic 6">
              <a:extLst>
                <a:ext uri="{FF2B5EF4-FFF2-40B4-BE49-F238E27FC236}">
                  <a16:creationId xmlns:a16="http://schemas.microsoft.com/office/drawing/2014/main" id="{22A95893-54E2-AA47-9D8D-30D688072FE1}"/>
                </a:ext>
              </a:extLst>
            </p:cNvPr>
            <p:cNvSpPr/>
            <p:nvPr/>
          </p:nvSpPr>
          <p:spPr>
            <a:xfrm>
              <a:off x="2017303" y="3467303"/>
              <a:ext cx="237066" cy="104058"/>
            </a:xfrm>
            <a:custGeom>
              <a:avLst/>
              <a:gdLst>
                <a:gd name="connsiteX0" fmla="*/ 220453 w 237066"/>
                <a:gd name="connsiteY0" fmla="*/ 54264 h 104058"/>
                <a:gd name="connsiteX1" fmla="*/ 220453 w 237066"/>
                <a:gd name="connsiteY1" fmla="*/ 54264 h 104058"/>
                <a:gd name="connsiteX2" fmla="*/ 167416 w 237066"/>
                <a:gd name="connsiteY2" fmla="*/ 44050 h 104058"/>
                <a:gd name="connsiteX3" fmla="*/ 165499 w 237066"/>
                <a:gd name="connsiteY3" fmla="*/ 44050 h 104058"/>
                <a:gd name="connsiteX4" fmla="*/ 160387 w 237066"/>
                <a:gd name="connsiteY4" fmla="*/ 39581 h 104058"/>
                <a:gd name="connsiteX5" fmla="*/ 136745 w 237066"/>
                <a:gd name="connsiteY5" fmla="*/ 0 h 104058"/>
                <a:gd name="connsiteX6" fmla="*/ 133550 w 237066"/>
                <a:gd name="connsiteY6" fmla="*/ 40219 h 104058"/>
                <a:gd name="connsiteX7" fmla="*/ 127799 w 237066"/>
                <a:gd name="connsiteY7" fmla="*/ 43411 h 104058"/>
                <a:gd name="connsiteX8" fmla="*/ 35145 w 237066"/>
                <a:gd name="connsiteY8" fmla="*/ 58733 h 104058"/>
                <a:gd name="connsiteX9" fmla="*/ 27477 w 237066"/>
                <a:gd name="connsiteY9" fmla="*/ 54902 h 104058"/>
                <a:gd name="connsiteX10" fmla="*/ 26838 w 237066"/>
                <a:gd name="connsiteY10" fmla="*/ 54264 h 104058"/>
                <a:gd name="connsiteX11" fmla="*/ 639 w 237066"/>
                <a:gd name="connsiteY11" fmla="*/ 28728 h 104058"/>
                <a:gd name="connsiteX12" fmla="*/ 0 w 237066"/>
                <a:gd name="connsiteY12" fmla="*/ 28728 h 104058"/>
                <a:gd name="connsiteX13" fmla="*/ 15336 w 237066"/>
                <a:gd name="connsiteY13" fmla="*/ 55541 h 104058"/>
                <a:gd name="connsiteX14" fmla="*/ 15336 w 237066"/>
                <a:gd name="connsiteY14" fmla="*/ 68309 h 104058"/>
                <a:gd name="connsiteX15" fmla="*/ 0 w 237066"/>
                <a:gd name="connsiteY15" fmla="*/ 95121 h 104058"/>
                <a:gd name="connsiteX16" fmla="*/ 639 w 237066"/>
                <a:gd name="connsiteY16" fmla="*/ 95121 h 104058"/>
                <a:gd name="connsiteX17" fmla="*/ 26838 w 237066"/>
                <a:gd name="connsiteY17" fmla="*/ 72139 h 104058"/>
                <a:gd name="connsiteX18" fmla="*/ 27477 w 237066"/>
                <a:gd name="connsiteY18" fmla="*/ 71501 h 104058"/>
                <a:gd name="connsiteX19" fmla="*/ 35145 w 237066"/>
                <a:gd name="connsiteY19" fmla="*/ 68309 h 104058"/>
                <a:gd name="connsiteX20" fmla="*/ 72845 w 237066"/>
                <a:gd name="connsiteY20" fmla="*/ 77246 h 104058"/>
                <a:gd name="connsiteX21" fmla="*/ 77957 w 237066"/>
                <a:gd name="connsiteY21" fmla="*/ 81077 h 104058"/>
                <a:gd name="connsiteX22" fmla="*/ 81152 w 237066"/>
                <a:gd name="connsiteY22" fmla="*/ 92568 h 104058"/>
                <a:gd name="connsiteX23" fmla="*/ 86903 w 237066"/>
                <a:gd name="connsiteY23" fmla="*/ 83630 h 104058"/>
                <a:gd name="connsiteX24" fmla="*/ 93932 w 237066"/>
                <a:gd name="connsiteY24" fmla="*/ 79162 h 104058"/>
                <a:gd name="connsiteX25" fmla="*/ 109268 w 237066"/>
                <a:gd name="connsiteY25" fmla="*/ 82354 h 104058"/>
                <a:gd name="connsiteX26" fmla="*/ 134828 w 237066"/>
                <a:gd name="connsiteY26" fmla="*/ 86184 h 104058"/>
                <a:gd name="connsiteX27" fmla="*/ 146969 w 237066"/>
                <a:gd name="connsiteY27" fmla="*/ 85546 h 104058"/>
                <a:gd name="connsiteX28" fmla="*/ 147607 w 237066"/>
                <a:gd name="connsiteY28" fmla="*/ 85546 h 104058"/>
                <a:gd name="connsiteX29" fmla="*/ 153358 w 237066"/>
                <a:gd name="connsiteY29" fmla="*/ 90014 h 104058"/>
                <a:gd name="connsiteX30" fmla="*/ 155275 w 237066"/>
                <a:gd name="connsiteY30" fmla="*/ 104059 h 104058"/>
                <a:gd name="connsiteX31" fmla="*/ 167416 w 237066"/>
                <a:gd name="connsiteY31" fmla="*/ 88738 h 104058"/>
                <a:gd name="connsiteX32" fmla="*/ 172528 w 237066"/>
                <a:gd name="connsiteY32" fmla="*/ 84269 h 104058"/>
                <a:gd name="connsiteX33" fmla="*/ 173806 w 237066"/>
                <a:gd name="connsiteY33" fmla="*/ 84269 h 104058"/>
                <a:gd name="connsiteX34" fmla="*/ 237067 w 237066"/>
                <a:gd name="connsiteY34" fmla="*/ 68947 h 104058"/>
                <a:gd name="connsiteX35" fmla="*/ 220453 w 237066"/>
                <a:gd name="connsiteY35" fmla="*/ 54264 h 104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37066" h="104058">
                  <a:moveTo>
                    <a:pt x="220453" y="54264"/>
                  </a:moveTo>
                  <a:lnTo>
                    <a:pt x="220453" y="54264"/>
                  </a:lnTo>
                  <a:cubicBezTo>
                    <a:pt x="207673" y="49157"/>
                    <a:pt x="194893" y="47242"/>
                    <a:pt x="167416" y="44050"/>
                  </a:cubicBezTo>
                  <a:lnTo>
                    <a:pt x="165499" y="44050"/>
                  </a:lnTo>
                  <a:cubicBezTo>
                    <a:pt x="162943" y="43411"/>
                    <a:pt x="161026" y="42134"/>
                    <a:pt x="160387" y="39581"/>
                  </a:cubicBezTo>
                  <a:cubicBezTo>
                    <a:pt x="159109" y="35750"/>
                    <a:pt x="150164" y="12768"/>
                    <a:pt x="136745" y="0"/>
                  </a:cubicBezTo>
                  <a:cubicBezTo>
                    <a:pt x="138022" y="12130"/>
                    <a:pt x="139301" y="30005"/>
                    <a:pt x="133550" y="40219"/>
                  </a:cubicBezTo>
                  <a:cubicBezTo>
                    <a:pt x="132272" y="42134"/>
                    <a:pt x="130355" y="43411"/>
                    <a:pt x="127799" y="43411"/>
                  </a:cubicBezTo>
                  <a:cubicBezTo>
                    <a:pt x="84986" y="44050"/>
                    <a:pt x="51758" y="53626"/>
                    <a:pt x="35145" y="58733"/>
                  </a:cubicBezTo>
                  <a:cubicBezTo>
                    <a:pt x="31950" y="60010"/>
                    <a:pt x="28755" y="58094"/>
                    <a:pt x="27477" y="54902"/>
                  </a:cubicBezTo>
                  <a:cubicBezTo>
                    <a:pt x="27477" y="54902"/>
                    <a:pt x="27477" y="54264"/>
                    <a:pt x="26838" y="54264"/>
                  </a:cubicBezTo>
                  <a:cubicBezTo>
                    <a:pt x="17892" y="38942"/>
                    <a:pt x="7029" y="28728"/>
                    <a:pt x="639" y="28728"/>
                  </a:cubicBezTo>
                  <a:lnTo>
                    <a:pt x="0" y="28728"/>
                  </a:lnTo>
                  <a:cubicBezTo>
                    <a:pt x="6390" y="38304"/>
                    <a:pt x="12141" y="49157"/>
                    <a:pt x="15336" y="55541"/>
                  </a:cubicBezTo>
                  <a:cubicBezTo>
                    <a:pt x="17253" y="59371"/>
                    <a:pt x="17253" y="64478"/>
                    <a:pt x="15336" y="68309"/>
                  </a:cubicBezTo>
                  <a:cubicBezTo>
                    <a:pt x="12141" y="74693"/>
                    <a:pt x="7029" y="85546"/>
                    <a:pt x="0" y="95121"/>
                  </a:cubicBezTo>
                  <a:lnTo>
                    <a:pt x="639" y="95121"/>
                  </a:lnTo>
                  <a:cubicBezTo>
                    <a:pt x="8946" y="95121"/>
                    <a:pt x="20448" y="82992"/>
                    <a:pt x="26838" y="72139"/>
                  </a:cubicBezTo>
                  <a:cubicBezTo>
                    <a:pt x="26838" y="72139"/>
                    <a:pt x="26838" y="71501"/>
                    <a:pt x="27477" y="71501"/>
                  </a:cubicBezTo>
                  <a:cubicBezTo>
                    <a:pt x="28755" y="68309"/>
                    <a:pt x="31950" y="67032"/>
                    <a:pt x="35145" y="68309"/>
                  </a:cubicBezTo>
                  <a:cubicBezTo>
                    <a:pt x="46007" y="72139"/>
                    <a:pt x="72845" y="77246"/>
                    <a:pt x="72845" y="77246"/>
                  </a:cubicBezTo>
                  <a:cubicBezTo>
                    <a:pt x="74762" y="77885"/>
                    <a:pt x="76679" y="79162"/>
                    <a:pt x="77957" y="81077"/>
                  </a:cubicBezTo>
                  <a:cubicBezTo>
                    <a:pt x="79235" y="84907"/>
                    <a:pt x="80513" y="88738"/>
                    <a:pt x="81152" y="92568"/>
                  </a:cubicBezTo>
                  <a:cubicBezTo>
                    <a:pt x="83708" y="90014"/>
                    <a:pt x="85625" y="86822"/>
                    <a:pt x="86903" y="83630"/>
                  </a:cubicBezTo>
                  <a:cubicBezTo>
                    <a:pt x="87542" y="80438"/>
                    <a:pt x="90737" y="78523"/>
                    <a:pt x="93932" y="79162"/>
                  </a:cubicBezTo>
                  <a:cubicBezTo>
                    <a:pt x="99044" y="79800"/>
                    <a:pt x="104156" y="81077"/>
                    <a:pt x="109268" y="82354"/>
                  </a:cubicBezTo>
                  <a:cubicBezTo>
                    <a:pt x="117575" y="84269"/>
                    <a:pt x="125882" y="86184"/>
                    <a:pt x="134828" y="86184"/>
                  </a:cubicBezTo>
                  <a:cubicBezTo>
                    <a:pt x="139301" y="86184"/>
                    <a:pt x="143135" y="86184"/>
                    <a:pt x="146969" y="85546"/>
                  </a:cubicBezTo>
                  <a:cubicBezTo>
                    <a:pt x="146969" y="85546"/>
                    <a:pt x="146969" y="85546"/>
                    <a:pt x="147607" y="85546"/>
                  </a:cubicBezTo>
                  <a:cubicBezTo>
                    <a:pt x="150164" y="85546"/>
                    <a:pt x="152719" y="87461"/>
                    <a:pt x="153358" y="90014"/>
                  </a:cubicBezTo>
                  <a:cubicBezTo>
                    <a:pt x="155275" y="94483"/>
                    <a:pt x="155275" y="99590"/>
                    <a:pt x="155275" y="104059"/>
                  </a:cubicBezTo>
                  <a:cubicBezTo>
                    <a:pt x="161026" y="98952"/>
                    <a:pt x="166777" y="91930"/>
                    <a:pt x="167416" y="88738"/>
                  </a:cubicBezTo>
                  <a:cubicBezTo>
                    <a:pt x="168055" y="86184"/>
                    <a:pt x="169972" y="84269"/>
                    <a:pt x="172528" y="84269"/>
                  </a:cubicBezTo>
                  <a:lnTo>
                    <a:pt x="173806" y="84269"/>
                  </a:lnTo>
                  <a:cubicBezTo>
                    <a:pt x="189142" y="82354"/>
                    <a:pt x="234511" y="76608"/>
                    <a:pt x="237067" y="68947"/>
                  </a:cubicBezTo>
                  <a:cubicBezTo>
                    <a:pt x="236428" y="63840"/>
                    <a:pt x="226843" y="56818"/>
                    <a:pt x="220453" y="54264"/>
                  </a:cubicBezTo>
                  <a:close/>
                </a:path>
              </a:pathLst>
            </a:custGeom>
            <a:solidFill>
              <a:srgbClr val="046A38"/>
            </a:solidFill>
            <a:ln w="6390" cap="flat">
              <a:noFill/>
              <a:prstDash val="solid"/>
              <a:miter/>
            </a:ln>
          </p:spPr>
          <p:txBody>
            <a:bodyPr rtlCol="0" anchor="ctr"/>
            <a:lstStyle/>
            <a:p>
              <a:endParaRPr lang="en-US"/>
            </a:p>
          </p:txBody>
        </p:sp>
        <p:sp>
          <p:nvSpPr>
            <p:cNvPr id="783" name="Graphic 6">
              <a:extLst>
                <a:ext uri="{FF2B5EF4-FFF2-40B4-BE49-F238E27FC236}">
                  <a16:creationId xmlns:a16="http://schemas.microsoft.com/office/drawing/2014/main" id="{4A0BF558-5F35-0348-B49A-DB5DF340C19C}"/>
                </a:ext>
              </a:extLst>
            </p:cNvPr>
            <p:cNvSpPr/>
            <p:nvPr/>
          </p:nvSpPr>
          <p:spPr>
            <a:xfrm>
              <a:off x="1952125" y="3337708"/>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181474 w 362309"/>
                <a:gd name="connsiteY4" fmla="*/ 0 h 361971"/>
                <a:gd name="connsiteX5" fmla="*/ 242818 w 362309"/>
                <a:gd name="connsiteY5" fmla="*/ 224078 h 361971"/>
                <a:gd name="connsiteX6" fmla="*/ 214063 w 362309"/>
                <a:gd name="connsiteY6" fmla="*/ 251529 h 361971"/>
                <a:gd name="connsiteX7" fmla="*/ 211507 w 362309"/>
                <a:gd name="connsiteY7" fmla="*/ 252167 h 361971"/>
                <a:gd name="connsiteX8" fmla="*/ 207034 w 362309"/>
                <a:gd name="connsiteY8" fmla="*/ 250252 h 361971"/>
                <a:gd name="connsiteX9" fmla="*/ 205117 w 362309"/>
                <a:gd name="connsiteY9" fmla="*/ 243868 h 361971"/>
                <a:gd name="connsiteX10" fmla="*/ 206395 w 362309"/>
                <a:gd name="connsiteY10" fmla="*/ 226631 h 361971"/>
                <a:gd name="connsiteX11" fmla="*/ 198727 w 362309"/>
                <a:gd name="connsiteY11" fmla="*/ 226631 h 361971"/>
                <a:gd name="connsiteX12" fmla="*/ 169972 w 362309"/>
                <a:gd name="connsiteY12" fmla="*/ 222801 h 361971"/>
                <a:gd name="connsiteX13" fmla="*/ 160387 w 362309"/>
                <a:gd name="connsiteY13" fmla="*/ 220886 h 361971"/>
                <a:gd name="connsiteX14" fmla="*/ 141857 w 362309"/>
                <a:gd name="connsiteY14" fmla="*/ 238761 h 361971"/>
                <a:gd name="connsiteX15" fmla="*/ 136106 w 362309"/>
                <a:gd name="connsiteY15" fmla="*/ 238122 h 361971"/>
                <a:gd name="connsiteX16" fmla="*/ 133550 w 362309"/>
                <a:gd name="connsiteY16" fmla="*/ 232377 h 361971"/>
                <a:gd name="connsiteX17" fmla="*/ 131633 w 362309"/>
                <a:gd name="connsiteY17" fmla="*/ 217055 h 361971"/>
                <a:gd name="connsiteX18" fmla="*/ 100322 w 362309"/>
                <a:gd name="connsiteY18" fmla="*/ 210033 h 361971"/>
                <a:gd name="connsiteX19" fmla="*/ 64538 w 362309"/>
                <a:gd name="connsiteY19" fmla="*/ 236846 h 361971"/>
                <a:gd name="connsiteX20" fmla="*/ 49841 w 362309"/>
                <a:gd name="connsiteY20" fmla="*/ 233015 h 361971"/>
                <a:gd name="connsiteX21" fmla="*/ 46646 w 362309"/>
                <a:gd name="connsiteY21" fmla="*/ 228546 h 361971"/>
                <a:gd name="connsiteX22" fmla="*/ 47925 w 362309"/>
                <a:gd name="connsiteY22" fmla="*/ 223439 h 361971"/>
                <a:gd name="connsiteX23" fmla="*/ 67094 w 362309"/>
                <a:gd name="connsiteY23" fmla="*/ 192158 h 361971"/>
                <a:gd name="connsiteX24" fmla="*/ 67094 w 362309"/>
                <a:gd name="connsiteY24" fmla="*/ 190243 h 361971"/>
                <a:gd name="connsiteX25" fmla="*/ 47925 w 362309"/>
                <a:gd name="connsiteY25" fmla="*/ 158961 h 361971"/>
                <a:gd name="connsiteX26" fmla="*/ 46646 w 362309"/>
                <a:gd name="connsiteY26" fmla="*/ 153854 h 361971"/>
                <a:gd name="connsiteX27" fmla="*/ 49841 w 362309"/>
                <a:gd name="connsiteY27" fmla="*/ 149385 h 361971"/>
                <a:gd name="connsiteX28" fmla="*/ 64538 w 362309"/>
                <a:gd name="connsiteY28" fmla="*/ 145555 h 361971"/>
                <a:gd name="connsiteX29" fmla="*/ 100322 w 362309"/>
                <a:gd name="connsiteY29" fmla="*/ 174921 h 361971"/>
                <a:gd name="connsiteX30" fmla="*/ 187864 w 362309"/>
                <a:gd name="connsiteY30" fmla="*/ 160238 h 361971"/>
                <a:gd name="connsiteX31" fmla="*/ 185947 w 362309"/>
                <a:gd name="connsiteY31" fmla="*/ 117465 h 361971"/>
                <a:gd name="connsiteX32" fmla="*/ 187864 w 362309"/>
                <a:gd name="connsiteY32" fmla="*/ 111081 h 361971"/>
                <a:gd name="connsiteX33" fmla="*/ 194254 w 362309"/>
                <a:gd name="connsiteY33" fmla="*/ 109805 h 361971"/>
                <a:gd name="connsiteX34" fmla="*/ 235150 w 362309"/>
                <a:gd name="connsiteY34" fmla="*/ 160876 h 361971"/>
                <a:gd name="connsiteX35" fmla="*/ 289464 w 362309"/>
                <a:gd name="connsiteY35" fmla="*/ 171729 h 361971"/>
                <a:gd name="connsiteX36" fmla="*/ 289464 w 362309"/>
                <a:gd name="connsiteY36" fmla="*/ 171729 h 361971"/>
                <a:gd name="connsiteX37" fmla="*/ 313746 w 362309"/>
                <a:gd name="connsiteY37" fmla="*/ 195988 h 361971"/>
                <a:gd name="connsiteX38" fmla="*/ 242818 w 362309"/>
                <a:gd name="connsiteY38" fmla="*/ 22407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81077"/>
                    <a:pt x="281157" y="0"/>
                    <a:pt x="181474" y="0"/>
                  </a:cubicBezTo>
                  <a:close/>
                  <a:moveTo>
                    <a:pt x="242818" y="224078"/>
                  </a:moveTo>
                  <a:cubicBezTo>
                    <a:pt x="237067" y="234292"/>
                    <a:pt x="222370" y="248337"/>
                    <a:pt x="214063" y="251529"/>
                  </a:cubicBezTo>
                  <a:cubicBezTo>
                    <a:pt x="213424" y="251529"/>
                    <a:pt x="212785" y="252167"/>
                    <a:pt x="211507" y="252167"/>
                  </a:cubicBezTo>
                  <a:cubicBezTo>
                    <a:pt x="210229" y="252167"/>
                    <a:pt x="208312" y="251529"/>
                    <a:pt x="207034" y="250252"/>
                  </a:cubicBezTo>
                  <a:cubicBezTo>
                    <a:pt x="205117" y="248337"/>
                    <a:pt x="204478" y="246422"/>
                    <a:pt x="205117" y="243868"/>
                  </a:cubicBezTo>
                  <a:cubicBezTo>
                    <a:pt x="205756" y="240676"/>
                    <a:pt x="207034" y="233015"/>
                    <a:pt x="206395" y="226631"/>
                  </a:cubicBezTo>
                  <a:cubicBezTo>
                    <a:pt x="203839" y="226631"/>
                    <a:pt x="201283" y="226631"/>
                    <a:pt x="198727" y="226631"/>
                  </a:cubicBezTo>
                  <a:cubicBezTo>
                    <a:pt x="187864" y="226631"/>
                    <a:pt x="178918" y="224716"/>
                    <a:pt x="169972" y="222801"/>
                  </a:cubicBezTo>
                  <a:cubicBezTo>
                    <a:pt x="166777" y="222163"/>
                    <a:pt x="163582" y="221524"/>
                    <a:pt x="160387" y="220886"/>
                  </a:cubicBezTo>
                  <a:cubicBezTo>
                    <a:pt x="156553" y="228546"/>
                    <a:pt x="148885" y="236207"/>
                    <a:pt x="141857" y="238761"/>
                  </a:cubicBezTo>
                  <a:cubicBezTo>
                    <a:pt x="139940" y="239399"/>
                    <a:pt x="137384" y="239399"/>
                    <a:pt x="136106" y="238122"/>
                  </a:cubicBezTo>
                  <a:cubicBezTo>
                    <a:pt x="134189" y="236846"/>
                    <a:pt x="133550" y="234930"/>
                    <a:pt x="133550" y="232377"/>
                  </a:cubicBezTo>
                  <a:cubicBezTo>
                    <a:pt x="133550" y="232377"/>
                    <a:pt x="133550" y="224716"/>
                    <a:pt x="131633" y="217055"/>
                  </a:cubicBezTo>
                  <a:cubicBezTo>
                    <a:pt x="124604" y="215779"/>
                    <a:pt x="110546" y="212587"/>
                    <a:pt x="100322" y="210033"/>
                  </a:cubicBezTo>
                  <a:cubicBezTo>
                    <a:pt x="92015" y="222801"/>
                    <a:pt x="78596" y="236846"/>
                    <a:pt x="64538" y="236846"/>
                  </a:cubicBezTo>
                  <a:cubicBezTo>
                    <a:pt x="59426" y="236846"/>
                    <a:pt x="54314" y="235569"/>
                    <a:pt x="49841" y="233015"/>
                  </a:cubicBezTo>
                  <a:cubicBezTo>
                    <a:pt x="47925" y="232377"/>
                    <a:pt x="46646" y="230462"/>
                    <a:pt x="46646" y="228546"/>
                  </a:cubicBezTo>
                  <a:cubicBezTo>
                    <a:pt x="46008" y="226631"/>
                    <a:pt x="46646" y="224716"/>
                    <a:pt x="47925" y="223439"/>
                  </a:cubicBezTo>
                  <a:cubicBezTo>
                    <a:pt x="56231" y="213863"/>
                    <a:pt x="64538" y="198542"/>
                    <a:pt x="67094" y="192158"/>
                  </a:cubicBezTo>
                  <a:cubicBezTo>
                    <a:pt x="67094" y="191519"/>
                    <a:pt x="67094" y="190881"/>
                    <a:pt x="67094" y="190243"/>
                  </a:cubicBezTo>
                  <a:cubicBezTo>
                    <a:pt x="63899" y="183859"/>
                    <a:pt x="56231" y="168537"/>
                    <a:pt x="47925" y="158961"/>
                  </a:cubicBezTo>
                  <a:cubicBezTo>
                    <a:pt x="46646" y="157684"/>
                    <a:pt x="46008" y="155769"/>
                    <a:pt x="46646" y="153854"/>
                  </a:cubicBezTo>
                  <a:cubicBezTo>
                    <a:pt x="47285" y="151939"/>
                    <a:pt x="47925" y="150024"/>
                    <a:pt x="49841" y="149385"/>
                  </a:cubicBezTo>
                  <a:cubicBezTo>
                    <a:pt x="54314" y="146832"/>
                    <a:pt x="59426" y="145555"/>
                    <a:pt x="64538" y="145555"/>
                  </a:cubicBezTo>
                  <a:cubicBezTo>
                    <a:pt x="79874" y="145555"/>
                    <a:pt x="93293" y="164068"/>
                    <a:pt x="100322" y="174921"/>
                  </a:cubicBezTo>
                  <a:cubicBezTo>
                    <a:pt x="118214" y="169176"/>
                    <a:pt x="149524" y="161515"/>
                    <a:pt x="187864" y="160238"/>
                  </a:cubicBezTo>
                  <a:cubicBezTo>
                    <a:pt x="191059" y="148108"/>
                    <a:pt x="187864" y="125765"/>
                    <a:pt x="185947" y="117465"/>
                  </a:cubicBezTo>
                  <a:cubicBezTo>
                    <a:pt x="185308" y="114912"/>
                    <a:pt x="185947" y="112997"/>
                    <a:pt x="187864" y="111081"/>
                  </a:cubicBezTo>
                  <a:cubicBezTo>
                    <a:pt x="189781" y="109805"/>
                    <a:pt x="192337" y="109166"/>
                    <a:pt x="194254" y="109805"/>
                  </a:cubicBezTo>
                  <a:cubicBezTo>
                    <a:pt x="215980" y="117465"/>
                    <a:pt x="230677" y="148747"/>
                    <a:pt x="235150" y="160876"/>
                  </a:cubicBezTo>
                  <a:cubicBezTo>
                    <a:pt x="262626" y="164068"/>
                    <a:pt x="275406" y="165984"/>
                    <a:pt x="289464" y="171729"/>
                  </a:cubicBezTo>
                  <a:lnTo>
                    <a:pt x="289464" y="171729"/>
                  </a:lnTo>
                  <a:cubicBezTo>
                    <a:pt x="290103" y="171729"/>
                    <a:pt x="313746" y="182582"/>
                    <a:pt x="313746" y="195988"/>
                  </a:cubicBezTo>
                  <a:cubicBezTo>
                    <a:pt x="315024" y="213225"/>
                    <a:pt x="284991" y="218332"/>
                    <a:pt x="242818" y="224078"/>
                  </a:cubicBezTo>
                  <a:close/>
                </a:path>
              </a:pathLst>
            </a:custGeom>
            <a:solidFill>
              <a:srgbClr val="046A38"/>
            </a:solidFill>
            <a:ln w="6390" cap="flat">
              <a:noFill/>
              <a:prstDash val="solid"/>
              <a:miter/>
            </a:ln>
          </p:spPr>
          <p:txBody>
            <a:bodyPr rtlCol="0" anchor="ctr"/>
            <a:lstStyle/>
            <a:p>
              <a:endParaRPr lang="en-US"/>
            </a:p>
          </p:txBody>
        </p:sp>
      </p:grpSp>
      <p:grpSp>
        <p:nvGrpSpPr>
          <p:cNvPr id="784" name="Graphic 6">
            <a:extLst>
              <a:ext uri="{FF2B5EF4-FFF2-40B4-BE49-F238E27FC236}">
                <a16:creationId xmlns:a16="http://schemas.microsoft.com/office/drawing/2014/main" id="{22A0F4D5-DB56-944B-9A66-56C51ADB6B00}"/>
              </a:ext>
            </a:extLst>
          </p:cNvPr>
          <p:cNvGrpSpPr/>
          <p:nvPr/>
        </p:nvGrpSpPr>
        <p:grpSpPr>
          <a:xfrm>
            <a:off x="1952125" y="2853164"/>
            <a:ext cx="362309" cy="361971"/>
            <a:chOff x="1952125" y="2853164"/>
            <a:chExt cx="362309" cy="361971"/>
          </a:xfrm>
          <a:solidFill>
            <a:srgbClr val="046A38"/>
          </a:solidFill>
        </p:grpSpPr>
        <p:sp>
          <p:nvSpPr>
            <p:cNvPr id="785" name="Graphic 6">
              <a:extLst>
                <a:ext uri="{FF2B5EF4-FFF2-40B4-BE49-F238E27FC236}">
                  <a16:creationId xmlns:a16="http://schemas.microsoft.com/office/drawing/2014/main" id="{08B5F5C4-5304-DD43-9D6F-B014F24D4251}"/>
                </a:ext>
              </a:extLst>
            </p:cNvPr>
            <p:cNvSpPr/>
            <p:nvPr/>
          </p:nvSpPr>
          <p:spPr>
            <a:xfrm>
              <a:off x="2207084" y="2987227"/>
              <a:ext cx="35144" cy="94483"/>
            </a:xfrm>
            <a:custGeom>
              <a:avLst/>
              <a:gdLst>
                <a:gd name="connsiteX0" fmla="*/ 639 w 35144"/>
                <a:gd name="connsiteY0" fmla="*/ 40219 h 94483"/>
                <a:gd name="connsiteX1" fmla="*/ 639 w 35144"/>
                <a:gd name="connsiteY1" fmla="*/ 41496 h 94483"/>
                <a:gd name="connsiteX2" fmla="*/ 0 w 35144"/>
                <a:gd name="connsiteY2" fmla="*/ 47242 h 94483"/>
                <a:gd name="connsiteX3" fmla="*/ 639 w 35144"/>
                <a:gd name="connsiteY3" fmla="*/ 52987 h 94483"/>
                <a:gd name="connsiteX4" fmla="*/ 639 w 35144"/>
                <a:gd name="connsiteY4" fmla="*/ 53626 h 94483"/>
                <a:gd name="connsiteX5" fmla="*/ 35145 w 35144"/>
                <a:gd name="connsiteY5" fmla="*/ 94483 h 94483"/>
                <a:gd name="connsiteX6" fmla="*/ 23643 w 35144"/>
                <a:gd name="connsiteY6" fmla="*/ 47242 h 94483"/>
                <a:gd name="connsiteX7" fmla="*/ 35145 w 35144"/>
                <a:gd name="connsiteY7" fmla="*/ 0 h 94483"/>
                <a:gd name="connsiteX8" fmla="*/ 639 w 35144"/>
                <a:gd name="connsiteY8" fmla="*/ 40219 h 94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144" h="94483">
                  <a:moveTo>
                    <a:pt x="639" y="40219"/>
                  </a:moveTo>
                  <a:cubicBezTo>
                    <a:pt x="639" y="40858"/>
                    <a:pt x="639" y="40858"/>
                    <a:pt x="639" y="41496"/>
                  </a:cubicBezTo>
                  <a:cubicBezTo>
                    <a:pt x="0" y="44050"/>
                    <a:pt x="0" y="45965"/>
                    <a:pt x="0" y="47242"/>
                  </a:cubicBezTo>
                  <a:cubicBezTo>
                    <a:pt x="0" y="48518"/>
                    <a:pt x="639" y="50434"/>
                    <a:pt x="639" y="52987"/>
                  </a:cubicBezTo>
                  <a:lnTo>
                    <a:pt x="639" y="53626"/>
                  </a:lnTo>
                  <a:cubicBezTo>
                    <a:pt x="3195" y="66394"/>
                    <a:pt x="11502" y="86822"/>
                    <a:pt x="35145" y="94483"/>
                  </a:cubicBezTo>
                  <a:cubicBezTo>
                    <a:pt x="29394" y="83630"/>
                    <a:pt x="23643" y="67670"/>
                    <a:pt x="23643" y="47242"/>
                  </a:cubicBezTo>
                  <a:cubicBezTo>
                    <a:pt x="23643" y="26813"/>
                    <a:pt x="29394" y="11491"/>
                    <a:pt x="35145" y="0"/>
                  </a:cubicBezTo>
                  <a:cubicBezTo>
                    <a:pt x="11502" y="7022"/>
                    <a:pt x="3195" y="27451"/>
                    <a:pt x="639" y="40219"/>
                  </a:cubicBezTo>
                  <a:close/>
                </a:path>
              </a:pathLst>
            </a:custGeom>
            <a:solidFill>
              <a:srgbClr val="046A38"/>
            </a:solidFill>
            <a:ln w="6390" cap="flat">
              <a:noFill/>
              <a:prstDash val="solid"/>
              <a:miter/>
            </a:ln>
          </p:spPr>
          <p:txBody>
            <a:bodyPr rtlCol="0" anchor="ctr"/>
            <a:lstStyle/>
            <a:p>
              <a:endParaRPr lang="en-US"/>
            </a:p>
          </p:txBody>
        </p:sp>
        <p:sp>
          <p:nvSpPr>
            <p:cNvPr id="786" name="Graphic 6">
              <a:extLst>
                <a:ext uri="{FF2B5EF4-FFF2-40B4-BE49-F238E27FC236}">
                  <a16:creationId xmlns:a16="http://schemas.microsoft.com/office/drawing/2014/main" id="{F1A5FD91-835A-F441-A186-0FD8C6555F82}"/>
                </a:ext>
              </a:extLst>
            </p:cNvPr>
            <p:cNvSpPr/>
            <p:nvPr/>
          </p:nvSpPr>
          <p:spPr>
            <a:xfrm>
              <a:off x="2055003" y="3015955"/>
              <a:ext cx="6389" cy="6383"/>
            </a:xfrm>
            <a:custGeom>
              <a:avLst/>
              <a:gdLst>
                <a:gd name="connsiteX0" fmla="*/ 6390 w 6389"/>
                <a:gd name="connsiteY0" fmla="*/ 3192 h 6383"/>
                <a:gd name="connsiteX1" fmla="*/ 3195 w 6389"/>
                <a:gd name="connsiteY1" fmla="*/ 6384 h 6383"/>
                <a:gd name="connsiteX2" fmla="*/ 0 w 6389"/>
                <a:gd name="connsiteY2" fmla="*/ 3192 h 6383"/>
                <a:gd name="connsiteX3" fmla="*/ 3195 w 6389"/>
                <a:gd name="connsiteY3" fmla="*/ 0 h 6383"/>
                <a:gd name="connsiteX4" fmla="*/ 6390 w 6389"/>
                <a:gd name="connsiteY4" fmla="*/ 3192 h 6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9" h="6383">
                  <a:moveTo>
                    <a:pt x="6390" y="3192"/>
                  </a:moveTo>
                  <a:cubicBezTo>
                    <a:pt x="6390" y="4955"/>
                    <a:pt x="4960" y="6384"/>
                    <a:pt x="3195" y="6384"/>
                  </a:cubicBezTo>
                  <a:cubicBezTo>
                    <a:pt x="1430" y="6384"/>
                    <a:pt x="0" y="4955"/>
                    <a:pt x="0" y="3192"/>
                  </a:cubicBezTo>
                  <a:cubicBezTo>
                    <a:pt x="0" y="1429"/>
                    <a:pt x="1430" y="0"/>
                    <a:pt x="3195" y="0"/>
                  </a:cubicBezTo>
                  <a:cubicBezTo>
                    <a:pt x="4960" y="0"/>
                    <a:pt x="6390" y="1429"/>
                    <a:pt x="6390" y="3192"/>
                  </a:cubicBezTo>
                  <a:close/>
                </a:path>
              </a:pathLst>
            </a:custGeom>
            <a:solidFill>
              <a:srgbClr val="046A38"/>
            </a:solidFill>
            <a:ln w="6390" cap="flat">
              <a:noFill/>
              <a:prstDash val="solid"/>
              <a:miter/>
            </a:ln>
          </p:spPr>
          <p:txBody>
            <a:bodyPr rtlCol="0" anchor="ctr"/>
            <a:lstStyle/>
            <a:p>
              <a:endParaRPr lang="en-US"/>
            </a:p>
          </p:txBody>
        </p:sp>
        <p:sp>
          <p:nvSpPr>
            <p:cNvPr id="787" name="Graphic 6">
              <a:extLst>
                <a:ext uri="{FF2B5EF4-FFF2-40B4-BE49-F238E27FC236}">
                  <a16:creationId xmlns:a16="http://schemas.microsoft.com/office/drawing/2014/main" id="{883CBF0A-9329-D64E-BEB0-97F47599AED9}"/>
                </a:ext>
              </a:extLst>
            </p:cNvPr>
            <p:cNvSpPr/>
            <p:nvPr/>
          </p:nvSpPr>
          <p:spPr>
            <a:xfrm>
              <a:off x="2018581" y="2985951"/>
              <a:ext cx="62621" cy="93206"/>
            </a:xfrm>
            <a:custGeom>
              <a:avLst/>
              <a:gdLst>
                <a:gd name="connsiteX0" fmla="*/ 4473 w 62621"/>
                <a:gd name="connsiteY0" fmla="*/ 35750 h 93206"/>
                <a:gd name="connsiteX1" fmla="*/ 0 w 62621"/>
                <a:gd name="connsiteY1" fmla="*/ 44688 h 93206"/>
                <a:gd name="connsiteX2" fmla="*/ 3834 w 62621"/>
                <a:gd name="connsiteY2" fmla="*/ 54264 h 93206"/>
                <a:gd name="connsiteX3" fmla="*/ 62622 w 62621"/>
                <a:gd name="connsiteY3" fmla="*/ 93206 h 93206"/>
                <a:gd name="connsiteX4" fmla="*/ 62622 w 62621"/>
                <a:gd name="connsiteY4" fmla="*/ 0 h 93206"/>
                <a:gd name="connsiteX5" fmla="*/ 4473 w 62621"/>
                <a:gd name="connsiteY5" fmla="*/ 35750 h 93206"/>
                <a:gd name="connsiteX6" fmla="*/ 39618 w 62621"/>
                <a:gd name="connsiteY6" fmla="*/ 49157 h 93206"/>
                <a:gd name="connsiteX7" fmla="*/ 23643 w 62621"/>
                <a:gd name="connsiteY7" fmla="*/ 33197 h 93206"/>
                <a:gd name="connsiteX8" fmla="*/ 39618 w 62621"/>
                <a:gd name="connsiteY8" fmla="*/ 17237 h 93206"/>
                <a:gd name="connsiteX9" fmla="*/ 55593 w 62621"/>
                <a:gd name="connsiteY9" fmla="*/ 33197 h 93206"/>
                <a:gd name="connsiteX10" fmla="*/ 39618 w 62621"/>
                <a:gd name="connsiteY10" fmla="*/ 49157 h 93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621" h="93206">
                  <a:moveTo>
                    <a:pt x="4473" y="35750"/>
                  </a:moveTo>
                  <a:cubicBezTo>
                    <a:pt x="1917" y="38304"/>
                    <a:pt x="0" y="41496"/>
                    <a:pt x="0" y="44688"/>
                  </a:cubicBezTo>
                  <a:cubicBezTo>
                    <a:pt x="0" y="48518"/>
                    <a:pt x="1278" y="51710"/>
                    <a:pt x="3834" y="54264"/>
                  </a:cubicBezTo>
                  <a:cubicBezTo>
                    <a:pt x="28116" y="75969"/>
                    <a:pt x="48564" y="89376"/>
                    <a:pt x="62622" y="93206"/>
                  </a:cubicBezTo>
                  <a:lnTo>
                    <a:pt x="62622" y="0"/>
                  </a:lnTo>
                  <a:cubicBezTo>
                    <a:pt x="49203" y="3192"/>
                    <a:pt x="28116" y="15960"/>
                    <a:pt x="4473" y="35750"/>
                  </a:cubicBezTo>
                  <a:close/>
                  <a:moveTo>
                    <a:pt x="39618" y="49157"/>
                  </a:moveTo>
                  <a:cubicBezTo>
                    <a:pt x="30672" y="49157"/>
                    <a:pt x="23643" y="42134"/>
                    <a:pt x="23643" y="33197"/>
                  </a:cubicBezTo>
                  <a:cubicBezTo>
                    <a:pt x="23643" y="24259"/>
                    <a:pt x="30672" y="17237"/>
                    <a:pt x="39618" y="17237"/>
                  </a:cubicBezTo>
                  <a:cubicBezTo>
                    <a:pt x="48564" y="17237"/>
                    <a:pt x="55593" y="24259"/>
                    <a:pt x="55593" y="33197"/>
                  </a:cubicBezTo>
                  <a:cubicBezTo>
                    <a:pt x="55593" y="42134"/>
                    <a:pt x="48564" y="49157"/>
                    <a:pt x="39618" y="49157"/>
                  </a:cubicBezTo>
                  <a:close/>
                </a:path>
              </a:pathLst>
            </a:custGeom>
            <a:solidFill>
              <a:srgbClr val="046A38"/>
            </a:solidFill>
            <a:ln w="6390" cap="flat">
              <a:noFill/>
              <a:prstDash val="solid"/>
              <a:miter/>
            </a:ln>
          </p:spPr>
          <p:txBody>
            <a:bodyPr rtlCol="0" anchor="ctr"/>
            <a:lstStyle/>
            <a:p>
              <a:endParaRPr lang="en-US"/>
            </a:p>
          </p:txBody>
        </p:sp>
        <p:sp>
          <p:nvSpPr>
            <p:cNvPr id="788" name="Graphic 6">
              <a:extLst>
                <a:ext uri="{FF2B5EF4-FFF2-40B4-BE49-F238E27FC236}">
                  <a16:creationId xmlns:a16="http://schemas.microsoft.com/office/drawing/2014/main" id="{1C77F99F-4FA5-7F49-AF9A-099AEB5AEBC5}"/>
                </a:ext>
              </a:extLst>
            </p:cNvPr>
            <p:cNvSpPr/>
            <p:nvPr/>
          </p:nvSpPr>
          <p:spPr>
            <a:xfrm>
              <a:off x="1952125" y="2853164"/>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181474 w 362309"/>
                <a:gd name="connsiteY4" fmla="*/ 0 h 361971"/>
                <a:gd name="connsiteX5" fmla="*/ 308634 w 362309"/>
                <a:gd name="connsiteY5" fmla="*/ 240038 h 361971"/>
                <a:gd name="connsiteX6" fmla="*/ 302883 w 362309"/>
                <a:gd name="connsiteY6" fmla="*/ 243230 h 361971"/>
                <a:gd name="connsiteX7" fmla="*/ 302244 w 362309"/>
                <a:gd name="connsiteY7" fmla="*/ 243230 h 361971"/>
                <a:gd name="connsiteX8" fmla="*/ 242818 w 362309"/>
                <a:gd name="connsiteY8" fmla="*/ 189604 h 361971"/>
                <a:gd name="connsiteX9" fmla="*/ 242818 w 362309"/>
                <a:gd name="connsiteY9" fmla="*/ 188966 h 361971"/>
                <a:gd name="connsiteX10" fmla="*/ 242818 w 362309"/>
                <a:gd name="connsiteY10" fmla="*/ 187689 h 361971"/>
                <a:gd name="connsiteX11" fmla="*/ 231955 w 362309"/>
                <a:gd name="connsiteY11" fmla="*/ 187689 h 361971"/>
                <a:gd name="connsiteX12" fmla="*/ 231955 w 362309"/>
                <a:gd name="connsiteY12" fmla="*/ 197903 h 361971"/>
                <a:gd name="connsiteX13" fmla="*/ 225565 w 362309"/>
                <a:gd name="connsiteY13" fmla="*/ 204287 h 361971"/>
                <a:gd name="connsiteX14" fmla="*/ 219175 w 362309"/>
                <a:gd name="connsiteY14" fmla="*/ 197903 h 361971"/>
                <a:gd name="connsiteX15" fmla="*/ 219175 w 362309"/>
                <a:gd name="connsiteY15" fmla="*/ 187689 h 361971"/>
                <a:gd name="connsiteX16" fmla="*/ 203200 w 362309"/>
                <a:gd name="connsiteY16" fmla="*/ 187689 h 361971"/>
                <a:gd name="connsiteX17" fmla="*/ 203200 w 362309"/>
                <a:gd name="connsiteY17" fmla="*/ 207479 h 361971"/>
                <a:gd name="connsiteX18" fmla="*/ 196810 w 362309"/>
                <a:gd name="connsiteY18" fmla="*/ 213863 h 361971"/>
                <a:gd name="connsiteX19" fmla="*/ 190420 w 362309"/>
                <a:gd name="connsiteY19" fmla="*/ 207479 h 361971"/>
                <a:gd name="connsiteX20" fmla="*/ 190420 w 362309"/>
                <a:gd name="connsiteY20" fmla="*/ 187689 h 361971"/>
                <a:gd name="connsiteX21" fmla="*/ 174445 w 362309"/>
                <a:gd name="connsiteY21" fmla="*/ 187689 h 361971"/>
                <a:gd name="connsiteX22" fmla="*/ 174445 w 362309"/>
                <a:gd name="connsiteY22" fmla="*/ 218332 h 361971"/>
                <a:gd name="connsiteX23" fmla="*/ 168055 w 362309"/>
                <a:gd name="connsiteY23" fmla="*/ 224716 h 361971"/>
                <a:gd name="connsiteX24" fmla="*/ 161665 w 362309"/>
                <a:gd name="connsiteY24" fmla="*/ 218332 h 361971"/>
                <a:gd name="connsiteX25" fmla="*/ 161665 w 362309"/>
                <a:gd name="connsiteY25" fmla="*/ 187689 h 361971"/>
                <a:gd name="connsiteX26" fmla="*/ 142496 w 362309"/>
                <a:gd name="connsiteY26" fmla="*/ 187689 h 361971"/>
                <a:gd name="connsiteX27" fmla="*/ 142496 w 362309"/>
                <a:gd name="connsiteY27" fmla="*/ 233654 h 361971"/>
                <a:gd name="connsiteX28" fmla="*/ 136106 w 362309"/>
                <a:gd name="connsiteY28" fmla="*/ 240038 h 361971"/>
                <a:gd name="connsiteX29" fmla="*/ 61982 w 362309"/>
                <a:gd name="connsiteY29" fmla="*/ 197265 h 361971"/>
                <a:gd name="connsiteX30" fmla="*/ 53675 w 362309"/>
                <a:gd name="connsiteY30" fmla="*/ 178113 h 361971"/>
                <a:gd name="connsiteX31" fmla="*/ 62621 w 362309"/>
                <a:gd name="connsiteY31" fmla="*/ 159600 h 361971"/>
                <a:gd name="connsiteX32" fmla="*/ 136106 w 362309"/>
                <a:gd name="connsiteY32" fmla="*/ 120019 h 361971"/>
                <a:gd name="connsiteX33" fmla="*/ 142496 w 362309"/>
                <a:gd name="connsiteY33" fmla="*/ 126403 h 361971"/>
                <a:gd name="connsiteX34" fmla="*/ 142496 w 362309"/>
                <a:gd name="connsiteY34" fmla="*/ 175560 h 361971"/>
                <a:gd name="connsiteX35" fmla="*/ 161665 w 362309"/>
                <a:gd name="connsiteY35" fmla="*/ 175560 h 361971"/>
                <a:gd name="connsiteX36" fmla="*/ 161665 w 362309"/>
                <a:gd name="connsiteY36" fmla="*/ 140448 h 361971"/>
                <a:gd name="connsiteX37" fmla="*/ 168055 w 362309"/>
                <a:gd name="connsiteY37" fmla="*/ 134064 h 361971"/>
                <a:gd name="connsiteX38" fmla="*/ 174445 w 362309"/>
                <a:gd name="connsiteY38" fmla="*/ 140448 h 361971"/>
                <a:gd name="connsiteX39" fmla="*/ 174445 w 362309"/>
                <a:gd name="connsiteY39" fmla="*/ 175560 h 361971"/>
                <a:gd name="connsiteX40" fmla="*/ 190420 w 362309"/>
                <a:gd name="connsiteY40" fmla="*/ 175560 h 361971"/>
                <a:gd name="connsiteX41" fmla="*/ 190420 w 362309"/>
                <a:gd name="connsiteY41" fmla="*/ 153854 h 361971"/>
                <a:gd name="connsiteX42" fmla="*/ 196810 w 362309"/>
                <a:gd name="connsiteY42" fmla="*/ 147470 h 361971"/>
                <a:gd name="connsiteX43" fmla="*/ 203200 w 362309"/>
                <a:gd name="connsiteY43" fmla="*/ 153854 h 361971"/>
                <a:gd name="connsiteX44" fmla="*/ 203200 w 362309"/>
                <a:gd name="connsiteY44" fmla="*/ 175560 h 361971"/>
                <a:gd name="connsiteX45" fmla="*/ 219175 w 362309"/>
                <a:gd name="connsiteY45" fmla="*/ 175560 h 361971"/>
                <a:gd name="connsiteX46" fmla="*/ 219175 w 362309"/>
                <a:gd name="connsiteY46" fmla="*/ 163430 h 361971"/>
                <a:gd name="connsiteX47" fmla="*/ 225565 w 362309"/>
                <a:gd name="connsiteY47" fmla="*/ 157046 h 361971"/>
                <a:gd name="connsiteX48" fmla="*/ 231955 w 362309"/>
                <a:gd name="connsiteY48" fmla="*/ 163430 h 361971"/>
                <a:gd name="connsiteX49" fmla="*/ 231955 w 362309"/>
                <a:gd name="connsiteY49" fmla="*/ 175560 h 361971"/>
                <a:gd name="connsiteX50" fmla="*/ 242818 w 362309"/>
                <a:gd name="connsiteY50" fmla="*/ 175560 h 361971"/>
                <a:gd name="connsiteX51" fmla="*/ 242818 w 362309"/>
                <a:gd name="connsiteY51" fmla="*/ 173644 h 361971"/>
                <a:gd name="connsiteX52" fmla="*/ 242818 w 362309"/>
                <a:gd name="connsiteY52" fmla="*/ 173006 h 361971"/>
                <a:gd name="connsiteX53" fmla="*/ 302244 w 362309"/>
                <a:gd name="connsiteY53" fmla="*/ 119381 h 361971"/>
                <a:gd name="connsiteX54" fmla="*/ 308634 w 362309"/>
                <a:gd name="connsiteY54" fmla="*/ 122573 h 361971"/>
                <a:gd name="connsiteX55" fmla="*/ 307995 w 362309"/>
                <a:gd name="connsiteY55" fmla="*/ 129595 h 361971"/>
                <a:gd name="connsiteX56" fmla="*/ 290742 w 362309"/>
                <a:gd name="connsiteY56" fmla="*/ 181944 h 361971"/>
                <a:gd name="connsiteX57" fmla="*/ 307995 w 362309"/>
                <a:gd name="connsiteY57" fmla="*/ 234292 h 361971"/>
                <a:gd name="connsiteX58" fmla="*/ 308634 w 362309"/>
                <a:gd name="connsiteY58" fmla="*/ 24003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62309" h="361971">
                  <a:moveTo>
                    <a:pt x="181474" y="0"/>
                  </a:moveTo>
                  <a:cubicBezTo>
                    <a:pt x="81152" y="0"/>
                    <a:pt x="0" y="81077"/>
                    <a:pt x="0" y="180667"/>
                  </a:cubicBezTo>
                  <a:cubicBezTo>
                    <a:pt x="0" y="280895"/>
                    <a:pt x="81152" y="361972"/>
                    <a:pt x="180835" y="361972"/>
                  </a:cubicBezTo>
                  <a:cubicBezTo>
                    <a:pt x="280518" y="361972"/>
                    <a:pt x="362310" y="280895"/>
                    <a:pt x="362310" y="181305"/>
                  </a:cubicBezTo>
                  <a:cubicBezTo>
                    <a:pt x="362310" y="81077"/>
                    <a:pt x="281796" y="0"/>
                    <a:pt x="181474" y="0"/>
                  </a:cubicBezTo>
                  <a:close/>
                  <a:moveTo>
                    <a:pt x="308634" y="240038"/>
                  </a:moveTo>
                  <a:cubicBezTo>
                    <a:pt x="307356" y="241953"/>
                    <a:pt x="305439" y="243230"/>
                    <a:pt x="302883" y="243230"/>
                  </a:cubicBezTo>
                  <a:lnTo>
                    <a:pt x="302244" y="243230"/>
                  </a:lnTo>
                  <a:cubicBezTo>
                    <a:pt x="257514" y="240038"/>
                    <a:pt x="245374" y="204287"/>
                    <a:pt x="242818" y="189604"/>
                  </a:cubicBezTo>
                  <a:lnTo>
                    <a:pt x="242818" y="188966"/>
                  </a:lnTo>
                  <a:cubicBezTo>
                    <a:pt x="242818" y="188327"/>
                    <a:pt x="242818" y="187689"/>
                    <a:pt x="242818" y="187689"/>
                  </a:cubicBezTo>
                  <a:lnTo>
                    <a:pt x="231955" y="187689"/>
                  </a:lnTo>
                  <a:lnTo>
                    <a:pt x="231955" y="197903"/>
                  </a:lnTo>
                  <a:cubicBezTo>
                    <a:pt x="231955" y="201734"/>
                    <a:pt x="229399" y="204287"/>
                    <a:pt x="225565" y="204287"/>
                  </a:cubicBezTo>
                  <a:cubicBezTo>
                    <a:pt x="221731" y="204287"/>
                    <a:pt x="219175" y="201734"/>
                    <a:pt x="219175" y="197903"/>
                  </a:cubicBezTo>
                  <a:lnTo>
                    <a:pt x="219175" y="187689"/>
                  </a:lnTo>
                  <a:lnTo>
                    <a:pt x="203200" y="187689"/>
                  </a:lnTo>
                  <a:lnTo>
                    <a:pt x="203200" y="207479"/>
                  </a:lnTo>
                  <a:cubicBezTo>
                    <a:pt x="203200" y="211310"/>
                    <a:pt x="200644" y="213863"/>
                    <a:pt x="196810" y="213863"/>
                  </a:cubicBezTo>
                  <a:cubicBezTo>
                    <a:pt x="192976" y="213863"/>
                    <a:pt x="190420" y="211310"/>
                    <a:pt x="190420" y="207479"/>
                  </a:cubicBezTo>
                  <a:lnTo>
                    <a:pt x="190420" y="187689"/>
                  </a:lnTo>
                  <a:lnTo>
                    <a:pt x="174445" y="187689"/>
                  </a:lnTo>
                  <a:lnTo>
                    <a:pt x="174445" y="218332"/>
                  </a:lnTo>
                  <a:cubicBezTo>
                    <a:pt x="174445" y="222163"/>
                    <a:pt x="171889" y="224716"/>
                    <a:pt x="168055" y="224716"/>
                  </a:cubicBezTo>
                  <a:cubicBezTo>
                    <a:pt x="164221" y="224716"/>
                    <a:pt x="161665" y="222163"/>
                    <a:pt x="161665" y="218332"/>
                  </a:cubicBezTo>
                  <a:lnTo>
                    <a:pt x="161665" y="187689"/>
                  </a:lnTo>
                  <a:lnTo>
                    <a:pt x="142496" y="187689"/>
                  </a:lnTo>
                  <a:lnTo>
                    <a:pt x="142496" y="233654"/>
                  </a:lnTo>
                  <a:cubicBezTo>
                    <a:pt x="142496" y="237484"/>
                    <a:pt x="139940" y="240038"/>
                    <a:pt x="136106" y="240038"/>
                  </a:cubicBezTo>
                  <a:cubicBezTo>
                    <a:pt x="114380" y="240038"/>
                    <a:pt x="83708" y="216417"/>
                    <a:pt x="61982" y="197265"/>
                  </a:cubicBezTo>
                  <a:cubicBezTo>
                    <a:pt x="56870" y="192158"/>
                    <a:pt x="53675" y="185135"/>
                    <a:pt x="53675" y="178113"/>
                  </a:cubicBezTo>
                  <a:cubicBezTo>
                    <a:pt x="53675" y="171091"/>
                    <a:pt x="56870" y="164068"/>
                    <a:pt x="62621" y="159600"/>
                  </a:cubicBezTo>
                  <a:cubicBezTo>
                    <a:pt x="84347" y="141724"/>
                    <a:pt x="114380" y="120019"/>
                    <a:pt x="136106" y="120019"/>
                  </a:cubicBezTo>
                  <a:cubicBezTo>
                    <a:pt x="139940" y="120019"/>
                    <a:pt x="142496" y="122573"/>
                    <a:pt x="142496" y="126403"/>
                  </a:cubicBezTo>
                  <a:lnTo>
                    <a:pt x="142496" y="175560"/>
                  </a:lnTo>
                  <a:lnTo>
                    <a:pt x="161665" y="175560"/>
                  </a:lnTo>
                  <a:lnTo>
                    <a:pt x="161665" y="140448"/>
                  </a:lnTo>
                  <a:cubicBezTo>
                    <a:pt x="161665" y="136617"/>
                    <a:pt x="164221" y="134064"/>
                    <a:pt x="168055" y="134064"/>
                  </a:cubicBezTo>
                  <a:cubicBezTo>
                    <a:pt x="171889" y="134064"/>
                    <a:pt x="174445" y="136617"/>
                    <a:pt x="174445" y="140448"/>
                  </a:cubicBezTo>
                  <a:lnTo>
                    <a:pt x="174445" y="175560"/>
                  </a:lnTo>
                  <a:lnTo>
                    <a:pt x="190420" y="175560"/>
                  </a:lnTo>
                  <a:lnTo>
                    <a:pt x="190420" y="153854"/>
                  </a:lnTo>
                  <a:cubicBezTo>
                    <a:pt x="190420" y="150024"/>
                    <a:pt x="192976" y="147470"/>
                    <a:pt x="196810" y="147470"/>
                  </a:cubicBezTo>
                  <a:cubicBezTo>
                    <a:pt x="200644" y="147470"/>
                    <a:pt x="203200" y="150024"/>
                    <a:pt x="203200" y="153854"/>
                  </a:cubicBezTo>
                  <a:lnTo>
                    <a:pt x="203200" y="175560"/>
                  </a:lnTo>
                  <a:lnTo>
                    <a:pt x="219175" y="175560"/>
                  </a:lnTo>
                  <a:lnTo>
                    <a:pt x="219175" y="163430"/>
                  </a:lnTo>
                  <a:cubicBezTo>
                    <a:pt x="219175" y="159600"/>
                    <a:pt x="221731" y="157046"/>
                    <a:pt x="225565" y="157046"/>
                  </a:cubicBezTo>
                  <a:cubicBezTo>
                    <a:pt x="229399" y="157046"/>
                    <a:pt x="231955" y="159600"/>
                    <a:pt x="231955" y="163430"/>
                  </a:cubicBezTo>
                  <a:lnTo>
                    <a:pt x="231955" y="175560"/>
                  </a:lnTo>
                  <a:lnTo>
                    <a:pt x="242818" y="175560"/>
                  </a:lnTo>
                  <a:cubicBezTo>
                    <a:pt x="242818" y="174921"/>
                    <a:pt x="242818" y="174283"/>
                    <a:pt x="242818" y="173644"/>
                  </a:cubicBezTo>
                  <a:lnTo>
                    <a:pt x="242818" y="173006"/>
                  </a:lnTo>
                  <a:cubicBezTo>
                    <a:pt x="246013" y="158323"/>
                    <a:pt x="258153" y="123211"/>
                    <a:pt x="302244" y="119381"/>
                  </a:cubicBezTo>
                  <a:cubicBezTo>
                    <a:pt x="304800" y="119381"/>
                    <a:pt x="307356" y="120657"/>
                    <a:pt x="308634" y="122573"/>
                  </a:cubicBezTo>
                  <a:cubicBezTo>
                    <a:pt x="309912" y="125126"/>
                    <a:pt x="309273" y="127680"/>
                    <a:pt x="307995" y="129595"/>
                  </a:cubicBezTo>
                  <a:cubicBezTo>
                    <a:pt x="301605" y="137894"/>
                    <a:pt x="290742" y="155131"/>
                    <a:pt x="290742" y="181944"/>
                  </a:cubicBezTo>
                  <a:cubicBezTo>
                    <a:pt x="290742" y="208756"/>
                    <a:pt x="301605" y="225993"/>
                    <a:pt x="307995" y="234292"/>
                  </a:cubicBezTo>
                  <a:cubicBezTo>
                    <a:pt x="309273" y="234931"/>
                    <a:pt x="309912" y="238123"/>
                    <a:pt x="308634" y="240038"/>
                  </a:cubicBezTo>
                  <a:close/>
                </a:path>
              </a:pathLst>
            </a:custGeom>
            <a:solidFill>
              <a:srgbClr val="046A38"/>
            </a:solidFill>
            <a:ln w="6390" cap="flat">
              <a:noFill/>
              <a:prstDash val="solid"/>
              <a:miter/>
            </a:ln>
          </p:spPr>
          <p:txBody>
            <a:bodyPr rtlCol="0" anchor="ctr"/>
            <a:lstStyle/>
            <a:p>
              <a:endParaRPr lang="en-US"/>
            </a:p>
          </p:txBody>
        </p:sp>
      </p:grpSp>
      <p:grpSp>
        <p:nvGrpSpPr>
          <p:cNvPr id="789" name="Graphic 6">
            <a:extLst>
              <a:ext uri="{FF2B5EF4-FFF2-40B4-BE49-F238E27FC236}">
                <a16:creationId xmlns:a16="http://schemas.microsoft.com/office/drawing/2014/main" id="{62D15422-75F9-7143-890F-21DCE8600D64}"/>
              </a:ext>
            </a:extLst>
          </p:cNvPr>
          <p:cNvGrpSpPr/>
          <p:nvPr/>
        </p:nvGrpSpPr>
        <p:grpSpPr>
          <a:xfrm>
            <a:off x="2998797" y="1400808"/>
            <a:ext cx="362309" cy="361971"/>
            <a:chOff x="2998797" y="1400808"/>
            <a:chExt cx="362309" cy="361971"/>
          </a:xfrm>
          <a:solidFill>
            <a:srgbClr val="046A38"/>
          </a:solidFill>
        </p:grpSpPr>
        <p:sp>
          <p:nvSpPr>
            <p:cNvPr id="790" name="Graphic 6">
              <a:extLst>
                <a:ext uri="{FF2B5EF4-FFF2-40B4-BE49-F238E27FC236}">
                  <a16:creationId xmlns:a16="http://schemas.microsoft.com/office/drawing/2014/main" id="{9E1973FE-72C6-514F-BF67-B0CD5132B6FD}"/>
                </a:ext>
              </a:extLst>
            </p:cNvPr>
            <p:cNvSpPr/>
            <p:nvPr/>
          </p:nvSpPr>
          <p:spPr>
            <a:xfrm>
              <a:off x="3270529" y="1527211"/>
              <a:ext cx="479" cy="7660"/>
            </a:xfrm>
            <a:custGeom>
              <a:avLst/>
              <a:gdLst>
                <a:gd name="connsiteX0" fmla="*/ 479 w 479"/>
                <a:gd name="connsiteY0" fmla="*/ 3830 h 7660"/>
                <a:gd name="connsiteX1" fmla="*/ 479 w 479"/>
                <a:gd name="connsiteY1" fmla="*/ 0 h 7660"/>
                <a:gd name="connsiteX2" fmla="*/ 479 w 479"/>
                <a:gd name="connsiteY2" fmla="*/ 3830 h 7660"/>
                <a:gd name="connsiteX3" fmla="*/ 479 w 479"/>
                <a:gd name="connsiteY3" fmla="*/ 7661 h 7660"/>
                <a:gd name="connsiteX4" fmla="*/ 479 w 479"/>
                <a:gd name="connsiteY4" fmla="*/ 3830 h 7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 h="7660">
                  <a:moveTo>
                    <a:pt x="479" y="3830"/>
                  </a:moveTo>
                  <a:cubicBezTo>
                    <a:pt x="479" y="2554"/>
                    <a:pt x="479" y="1277"/>
                    <a:pt x="479" y="0"/>
                  </a:cubicBezTo>
                  <a:cubicBezTo>
                    <a:pt x="-160" y="1277"/>
                    <a:pt x="-160" y="2554"/>
                    <a:pt x="479" y="3830"/>
                  </a:cubicBezTo>
                  <a:cubicBezTo>
                    <a:pt x="-160" y="5107"/>
                    <a:pt x="479" y="6384"/>
                    <a:pt x="479" y="7661"/>
                  </a:cubicBezTo>
                  <a:cubicBezTo>
                    <a:pt x="-160" y="6384"/>
                    <a:pt x="479" y="5107"/>
                    <a:pt x="479" y="3830"/>
                  </a:cubicBezTo>
                  <a:close/>
                </a:path>
              </a:pathLst>
            </a:custGeom>
            <a:solidFill>
              <a:srgbClr val="046A38"/>
            </a:solidFill>
            <a:ln w="6390" cap="flat">
              <a:noFill/>
              <a:prstDash val="solid"/>
              <a:miter/>
            </a:ln>
          </p:spPr>
          <p:txBody>
            <a:bodyPr rtlCol="0" anchor="ctr"/>
            <a:lstStyle/>
            <a:p>
              <a:endParaRPr lang="en-US"/>
            </a:p>
          </p:txBody>
        </p:sp>
        <p:sp>
          <p:nvSpPr>
            <p:cNvPr id="791" name="Graphic 6">
              <a:extLst>
                <a:ext uri="{FF2B5EF4-FFF2-40B4-BE49-F238E27FC236}">
                  <a16:creationId xmlns:a16="http://schemas.microsoft.com/office/drawing/2014/main" id="{3D18B51B-71D1-8249-BE24-7A15BF73FE3B}"/>
                </a:ext>
              </a:extLst>
            </p:cNvPr>
            <p:cNvSpPr/>
            <p:nvPr/>
          </p:nvSpPr>
          <p:spPr>
            <a:xfrm>
              <a:off x="3088611" y="1514443"/>
              <a:ext cx="163866" cy="147470"/>
            </a:xfrm>
            <a:custGeom>
              <a:avLst/>
              <a:gdLst>
                <a:gd name="connsiteX0" fmla="*/ 137668 w 163866"/>
                <a:gd name="connsiteY0" fmla="*/ 24259 h 147470"/>
                <a:gd name="connsiteX1" fmla="*/ 116581 w 163866"/>
                <a:gd name="connsiteY1" fmla="*/ 38304 h 147470"/>
                <a:gd name="connsiteX2" fmla="*/ 112108 w 163866"/>
                <a:gd name="connsiteY2" fmla="*/ 44688 h 147470"/>
                <a:gd name="connsiteX3" fmla="*/ 92299 w 163866"/>
                <a:gd name="connsiteY3" fmla="*/ 50433 h 147470"/>
                <a:gd name="connsiteX4" fmla="*/ 14342 w 163866"/>
                <a:gd name="connsiteY4" fmla="*/ 3830 h 147470"/>
                <a:gd name="connsiteX5" fmla="*/ 10508 w 163866"/>
                <a:gd name="connsiteY5" fmla="*/ 0 h 147470"/>
                <a:gd name="connsiteX6" fmla="*/ 16259 w 163866"/>
                <a:gd name="connsiteY6" fmla="*/ 53625 h 147470"/>
                <a:gd name="connsiteX7" fmla="*/ 41819 w 163866"/>
                <a:gd name="connsiteY7" fmla="*/ 81715 h 147470"/>
                <a:gd name="connsiteX8" fmla="*/ 47570 w 163866"/>
                <a:gd name="connsiteY8" fmla="*/ 90014 h 147470"/>
                <a:gd name="connsiteX9" fmla="*/ 2840 w 163866"/>
                <a:gd name="connsiteY9" fmla="*/ 103420 h 147470"/>
                <a:gd name="connsiteX10" fmla="*/ 284 w 163866"/>
                <a:gd name="connsiteY10" fmla="*/ 105336 h 147470"/>
                <a:gd name="connsiteX11" fmla="*/ 284 w 163866"/>
                <a:gd name="connsiteY11" fmla="*/ 108528 h 147470"/>
                <a:gd name="connsiteX12" fmla="*/ 21371 w 163866"/>
                <a:gd name="connsiteY12" fmla="*/ 146193 h 147470"/>
                <a:gd name="connsiteX13" fmla="*/ 23288 w 163866"/>
                <a:gd name="connsiteY13" fmla="*/ 147470 h 147470"/>
                <a:gd name="connsiteX14" fmla="*/ 25844 w 163866"/>
                <a:gd name="connsiteY14" fmla="*/ 146832 h 147470"/>
                <a:gd name="connsiteX15" fmla="*/ 44375 w 163866"/>
                <a:gd name="connsiteY15" fmla="*/ 131510 h 147470"/>
                <a:gd name="connsiteX16" fmla="*/ 60349 w 163866"/>
                <a:gd name="connsiteY16" fmla="*/ 127041 h 147470"/>
                <a:gd name="connsiteX17" fmla="*/ 105079 w 163866"/>
                <a:gd name="connsiteY17" fmla="*/ 118104 h 147470"/>
                <a:gd name="connsiteX18" fmla="*/ 138946 w 163866"/>
                <a:gd name="connsiteY18" fmla="*/ 68309 h 147470"/>
                <a:gd name="connsiteX19" fmla="*/ 155560 w 163866"/>
                <a:gd name="connsiteY19" fmla="*/ 52987 h 147470"/>
                <a:gd name="connsiteX20" fmla="*/ 163866 w 163866"/>
                <a:gd name="connsiteY20" fmla="*/ 49795 h 147470"/>
                <a:gd name="connsiteX21" fmla="*/ 137668 w 163866"/>
                <a:gd name="connsiteY21" fmla="*/ 24259 h 147470"/>
                <a:gd name="connsiteX22" fmla="*/ 140224 w 163866"/>
                <a:gd name="connsiteY22" fmla="*/ 45965 h 147470"/>
                <a:gd name="connsiteX23" fmla="*/ 138946 w 163866"/>
                <a:gd name="connsiteY23" fmla="*/ 45965 h 147470"/>
                <a:gd name="connsiteX24" fmla="*/ 132556 w 163866"/>
                <a:gd name="connsiteY24" fmla="*/ 39581 h 147470"/>
                <a:gd name="connsiteX25" fmla="*/ 138946 w 163866"/>
                <a:gd name="connsiteY25" fmla="*/ 33197 h 147470"/>
                <a:gd name="connsiteX26" fmla="*/ 140224 w 163866"/>
                <a:gd name="connsiteY26" fmla="*/ 33197 h 147470"/>
                <a:gd name="connsiteX27" fmla="*/ 146614 w 163866"/>
                <a:gd name="connsiteY27" fmla="*/ 39581 h 147470"/>
                <a:gd name="connsiteX28" fmla="*/ 140224 w 163866"/>
                <a:gd name="connsiteY28" fmla="*/ 45965 h 147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63866" h="147470">
                  <a:moveTo>
                    <a:pt x="137668" y="24259"/>
                  </a:moveTo>
                  <a:cubicBezTo>
                    <a:pt x="126805" y="23621"/>
                    <a:pt x="122971" y="29366"/>
                    <a:pt x="116581" y="38304"/>
                  </a:cubicBezTo>
                  <a:cubicBezTo>
                    <a:pt x="115303" y="40857"/>
                    <a:pt x="113386" y="42773"/>
                    <a:pt x="112108" y="44688"/>
                  </a:cubicBezTo>
                  <a:cubicBezTo>
                    <a:pt x="107635" y="51072"/>
                    <a:pt x="99328" y="52987"/>
                    <a:pt x="92299" y="50433"/>
                  </a:cubicBezTo>
                  <a:cubicBezTo>
                    <a:pt x="86548" y="48518"/>
                    <a:pt x="36068" y="29366"/>
                    <a:pt x="14342" y="3830"/>
                  </a:cubicBezTo>
                  <a:cubicBezTo>
                    <a:pt x="12425" y="1915"/>
                    <a:pt x="11147" y="638"/>
                    <a:pt x="10508" y="0"/>
                  </a:cubicBezTo>
                  <a:cubicBezTo>
                    <a:pt x="7952" y="8299"/>
                    <a:pt x="11147" y="37027"/>
                    <a:pt x="16259" y="53625"/>
                  </a:cubicBezTo>
                  <a:cubicBezTo>
                    <a:pt x="18176" y="58733"/>
                    <a:pt x="30956" y="77246"/>
                    <a:pt x="41819" y="81715"/>
                  </a:cubicBezTo>
                  <a:cubicBezTo>
                    <a:pt x="48209" y="84269"/>
                    <a:pt x="48209" y="88737"/>
                    <a:pt x="47570" y="90014"/>
                  </a:cubicBezTo>
                  <a:cubicBezTo>
                    <a:pt x="46931" y="95760"/>
                    <a:pt x="44375" y="98952"/>
                    <a:pt x="2840" y="103420"/>
                  </a:cubicBezTo>
                  <a:cubicBezTo>
                    <a:pt x="1562" y="103420"/>
                    <a:pt x="923" y="104697"/>
                    <a:pt x="284" y="105336"/>
                  </a:cubicBezTo>
                  <a:cubicBezTo>
                    <a:pt x="284" y="105974"/>
                    <a:pt x="-355" y="107251"/>
                    <a:pt x="284" y="108528"/>
                  </a:cubicBezTo>
                  <a:lnTo>
                    <a:pt x="21371" y="146193"/>
                  </a:lnTo>
                  <a:cubicBezTo>
                    <a:pt x="22010" y="147470"/>
                    <a:pt x="23288" y="147470"/>
                    <a:pt x="23288" y="147470"/>
                  </a:cubicBezTo>
                  <a:cubicBezTo>
                    <a:pt x="23927" y="147470"/>
                    <a:pt x="25205" y="147470"/>
                    <a:pt x="25844" y="146832"/>
                  </a:cubicBezTo>
                  <a:lnTo>
                    <a:pt x="44375" y="131510"/>
                  </a:lnTo>
                  <a:cubicBezTo>
                    <a:pt x="48848" y="127680"/>
                    <a:pt x="54598" y="126403"/>
                    <a:pt x="60349" y="127041"/>
                  </a:cubicBezTo>
                  <a:cubicBezTo>
                    <a:pt x="68656" y="128318"/>
                    <a:pt x="89743" y="129595"/>
                    <a:pt x="105079" y="118104"/>
                  </a:cubicBezTo>
                  <a:cubicBezTo>
                    <a:pt x="121054" y="106612"/>
                    <a:pt x="134473" y="79161"/>
                    <a:pt x="138946" y="68309"/>
                  </a:cubicBezTo>
                  <a:cubicBezTo>
                    <a:pt x="142141" y="61286"/>
                    <a:pt x="147892" y="55541"/>
                    <a:pt x="155560" y="52987"/>
                  </a:cubicBezTo>
                  <a:lnTo>
                    <a:pt x="163866" y="49795"/>
                  </a:lnTo>
                  <a:cubicBezTo>
                    <a:pt x="160671" y="40857"/>
                    <a:pt x="151726" y="24897"/>
                    <a:pt x="137668" y="24259"/>
                  </a:cubicBezTo>
                  <a:close/>
                  <a:moveTo>
                    <a:pt x="140224" y="45965"/>
                  </a:moveTo>
                  <a:lnTo>
                    <a:pt x="138946" y="45965"/>
                  </a:lnTo>
                  <a:cubicBezTo>
                    <a:pt x="135112" y="45965"/>
                    <a:pt x="132556" y="43411"/>
                    <a:pt x="132556" y="39581"/>
                  </a:cubicBezTo>
                  <a:cubicBezTo>
                    <a:pt x="132556" y="35750"/>
                    <a:pt x="135112" y="33197"/>
                    <a:pt x="138946" y="33197"/>
                  </a:cubicBezTo>
                  <a:lnTo>
                    <a:pt x="140224" y="33197"/>
                  </a:lnTo>
                  <a:cubicBezTo>
                    <a:pt x="144058" y="33197"/>
                    <a:pt x="146614" y="35750"/>
                    <a:pt x="146614" y="39581"/>
                  </a:cubicBezTo>
                  <a:cubicBezTo>
                    <a:pt x="146614" y="43411"/>
                    <a:pt x="144058" y="45965"/>
                    <a:pt x="140224" y="45965"/>
                  </a:cubicBezTo>
                  <a:close/>
                </a:path>
              </a:pathLst>
            </a:custGeom>
            <a:solidFill>
              <a:srgbClr val="046A38"/>
            </a:solidFill>
            <a:ln w="6390" cap="flat">
              <a:noFill/>
              <a:prstDash val="solid"/>
              <a:miter/>
            </a:ln>
          </p:spPr>
          <p:txBody>
            <a:bodyPr rtlCol="0" anchor="ctr"/>
            <a:lstStyle/>
            <a:p>
              <a:endParaRPr lang="en-US"/>
            </a:p>
          </p:txBody>
        </p:sp>
        <p:sp>
          <p:nvSpPr>
            <p:cNvPr id="792" name="Graphic 6">
              <a:extLst>
                <a:ext uri="{FF2B5EF4-FFF2-40B4-BE49-F238E27FC236}">
                  <a16:creationId xmlns:a16="http://schemas.microsoft.com/office/drawing/2014/main" id="{B47DAA37-735E-1C46-A75F-AE4E19B2EE84}"/>
                </a:ext>
              </a:extLst>
            </p:cNvPr>
            <p:cNvSpPr/>
            <p:nvPr/>
          </p:nvSpPr>
          <p:spPr>
            <a:xfrm>
              <a:off x="3264618" y="1589774"/>
              <a:ext cx="1278" cy="638"/>
            </a:xfrm>
            <a:custGeom>
              <a:avLst/>
              <a:gdLst>
                <a:gd name="connsiteX0" fmla="*/ 0 w 1278"/>
                <a:gd name="connsiteY0" fmla="*/ 0 h 638"/>
                <a:gd name="connsiteX1" fmla="*/ 0 w 1278"/>
                <a:gd name="connsiteY1" fmla="*/ 0 h 638"/>
                <a:gd name="connsiteX2" fmla="*/ 1278 w 1278"/>
                <a:gd name="connsiteY2" fmla="*/ 638 h 638"/>
                <a:gd name="connsiteX3" fmla="*/ 0 w 1278"/>
                <a:gd name="connsiteY3" fmla="*/ 0 h 638"/>
              </a:gdLst>
              <a:ahLst/>
              <a:cxnLst>
                <a:cxn ang="0">
                  <a:pos x="connsiteX0" y="connsiteY0"/>
                </a:cxn>
                <a:cxn ang="0">
                  <a:pos x="connsiteX1" y="connsiteY1"/>
                </a:cxn>
                <a:cxn ang="0">
                  <a:pos x="connsiteX2" y="connsiteY2"/>
                </a:cxn>
                <a:cxn ang="0">
                  <a:pos x="connsiteX3" y="connsiteY3"/>
                </a:cxn>
              </a:cxnLst>
              <a:rect l="l" t="t" r="r" b="b"/>
              <a:pathLst>
                <a:path w="1278" h="638">
                  <a:moveTo>
                    <a:pt x="0" y="0"/>
                  </a:moveTo>
                  <a:lnTo>
                    <a:pt x="0" y="0"/>
                  </a:lnTo>
                  <a:cubicBezTo>
                    <a:pt x="639" y="638"/>
                    <a:pt x="639" y="638"/>
                    <a:pt x="1278" y="638"/>
                  </a:cubicBezTo>
                  <a:cubicBezTo>
                    <a:pt x="1278" y="0"/>
                    <a:pt x="639" y="0"/>
                    <a:pt x="0" y="0"/>
                  </a:cubicBezTo>
                  <a:close/>
                </a:path>
              </a:pathLst>
            </a:custGeom>
            <a:solidFill>
              <a:srgbClr val="046A38"/>
            </a:solidFill>
            <a:ln w="6390" cap="flat">
              <a:noFill/>
              <a:prstDash val="solid"/>
              <a:miter/>
            </a:ln>
          </p:spPr>
          <p:txBody>
            <a:bodyPr rtlCol="0" anchor="ctr"/>
            <a:lstStyle/>
            <a:p>
              <a:endParaRPr lang="en-US"/>
            </a:p>
          </p:txBody>
        </p:sp>
        <p:sp>
          <p:nvSpPr>
            <p:cNvPr id="793" name="Graphic 6">
              <a:extLst>
                <a:ext uri="{FF2B5EF4-FFF2-40B4-BE49-F238E27FC236}">
                  <a16:creationId xmlns:a16="http://schemas.microsoft.com/office/drawing/2014/main" id="{FF597188-BD76-964C-B1EC-BFD96E5403DB}"/>
                </a:ext>
              </a:extLst>
            </p:cNvPr>
            <p:cNvSpPr/>
            <p:nvPr/>
          </p:nvSpPr>
          <p:spPr>
            <a:xfrm>
              <a:off x="3262062" y="1602542"/>
              <a:ext cx="12779" cy="3191"/>
            </a:xfrm>
            <a:custGeom>
              <a:avLst/>
              <a:gdLst>
                <a:gd name="connsiteX0" fmla="*/ 0 w 12779"/>
                <a:gd name="connsiteY0" fmla="*/ 1277 h 3191"/>
                <a:gd name="connsiteX1" fmla="*/ 7668 w 12779"/>
                <a:gd name="connsiteY1" fmla="*/ 3192 h 3191"/>
                <a:gd name="connsiteX2" fmla="*/ 12780 w 12779"/>
                <a:gd name="connsiteY2" fmla="*/ 638 h 3191"/>
                <a:gd name="connsiteX3" fmla="*/ 7668 w 12779"/>
                <a:gd name="connsiteY3" fmla="*/ 0 h 3191"/>
                <a:gd name="connsiteX4" fmla="*/ 0 w 12779"/>
                <a:gd name="connsiteY4" fmla="*/ 1277 h 3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9" h="3191">
                  <a:moveTo>
                    <a:pt x="0" y="1277"/>
                  </a:moveTo>
                  <a:cubicBezTo>
                    <a:pt x="1278" y="1915"/>
                    <a:pt x="3834" y="3192"/>
                    <a:pt x="7668" y="3192"/>
                  </a:cubicBezTo>
                  <a:cubicBezTo>
                    <a:pt x="12780" y="3192"/>
                    <a:pt x="12780" y="1915"/>
                    <a:pt x="12780" y="638"/>
                  </a:cubicBezTo>
                  <a:cubicBezTo>
                    <a:pt x="12780" y="638"/>
                    <a:pt x="12141" y="0"/>
                    <a:pt x="7668" y="0"/>
                  </a:cubicBezTo>
                  <a:cubicBezTo>
                    <a:pt x="3834" y="0"/>
                    <a:pt x="1278" y="638"/>
                    <a:pt x="0" y="1277"/>
                  </a:cubicBezTo>
                  <a:close/>
                </a:path>
              </a:pathLst>
            </a:custGeom>
            <a:solidFill>
              <a:srgbClr val="046A38"/>
            </a:solidFill>
            <a:ln w="6390" cap="flat">
              <a:noFill/>
              <a:prstDash val="solid"/>
              <a:miter/>
            </a:ln>
          </p:spPr>
          <p:txBody>
            <a:bodyPr rtlCol="0" anchor="ctr"/>
            <a:lstStyle/>
            <a:p>
              <a:endParaRPr lang="en-US"/>
            </a:p>
          </p:txBody>
        </p:sp>
        <p:sp>
          <p:nvSpPr>
            <p:cNvPr id="794" name="Graphic 6">
              <a:extLst>
                <a:ext uri="{FF2B5EF4-FFF2-40B4-BE49-F238E27FC236}">
                  <a16:creationId xmlns:a16="http://schemas.microsoft.com/office/drawing/2014/main" id="{27676534-E348-714D-8A90-9E204B46EA23}"/>
                </a:ext>
              </a:extLst>
            </p:cNvPr>
            <p:cNvSpPr/>
            <p:nvPr/>
          </p:nvSpPr>
          <p:spPr>
            <a:xfrm>
              <a:off x="3272925" y="1574452"/>
              <a:ext cx="7028" cy="2553"/>
            </a:xfrm>
            <a:custGeom>
              <a:avLst/>
              <a:gdLst>
                <a:gd name="connsiteX0" fmla="*/ 0 w 7028"/>
                <a:gd name="connsiteY0" fmla="*/ 2554 h 2553"/>
                <a:gd name="connsiteX1" fmla="*/ 1917 w 7028"/>
                <a:gd name="connsiteY1" fmla="*/ 1915 h 2553"/>
                <a:gd name="connsiteX2" fmla="*/ 7029 w 7028"/>
                <a:gd name="connsiteY2" fmla="*/ 0 h 2553"/>
                <a:gd name="connsiteX3" fmla="*/ 5112 w 7028"/>
                <a:gd name="connsiteY3" fmla="*/ 638 h 2553"/>
                <a:gd name="connsiteX4" fmla="*/ 0 w 7028"/>
                <a:gd name="connsiteY4" fmla="*/ 2554 h 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28" h="2553">
                  <a:moveTo>
                    <a:pt x="0" y="2554"/>
                  </a:moveTo>
                  <a:cubicBezTo>
                    <a:pt x="639" y="2554"/>
                    <a:pt x="1278" y="2554"/>
                    <a:pt x="1917" y="1915"/>
                  </a:cubicBezTo>
                  <a:cubicBezTo>
                    <a:pt x="3834" y="1277"/>
                    <a:pt x="5751" y="638"/>
                    <a:pt x="7029" y="0"/>
                  </a:cubicBezTo>
                  <a:cubicBezTo>
                    <a:pt x="6390" y="0"/>
                    <a:pt x="5751" y="0"/>
                    <a:pt x="5112" y="638"/>
                  </a:cubicBezTo>
                  <a:cubicBezTo>
                    <a:pt x="3195" y="1277"/>
                    <a:pt x="1917" y="1915"/>
                    <a:pt x="0" y="2554"/>
                  </a:cubicBezTo>
                  <a:close/>
                </a:path>
              </a:pathLst>
            </a:custGeom>
            <a:solidFill>
              <a:srgbClr val="046A38"/>
            </a:solidFill>
            <a:ln w="6390" cap="flat">
              <a:noFill/>
              <a:prstDash val="solid"/>
              <a:miter/>
            </a:ln>
          </p:spPr>
          <p:txBody>
            <a:bodyPr rtlCol="0" anchor="ctr"/>
            <a:lstStyle/>
            <a:p>
              <a:endParaRPr lang="en-US"/>
            </a:p>
          </p:txBody>
        </p:sp>
        <p:sp>
          <p:nvSpPr>
            <p:cNvPr id="795" name="Graphic 6">
              <a:extLst>
                <a:ext uri="{FF2B5EF4-FFF2-40B4-BE49-F238E27FC236}">
                  <a16:creationId xmlns:a16="http://schemas.microsoft.com/office/drawing/2014/main" id="{2A8DC792-0BA7-C04A-8BB2-A15A42EBF884}"/>
                </a:ext>
              </a:extLst>
            </p:cNvPr>
            <p:cNvSpPr/>
            <p:nvPr/>
          </p:nvSpPr>
          <p:spPr>
            <a:xfrm>
              <a:off x="2998797" y="1400808"/>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181474 w 362309"/>
                <a:gd name="connsiteY4" fmla="*/ 0 h 361971"/>
                <a:gd name="connsiteX5" fmla="*/ 278602 w 362309"/>
                <a:gd name="connsiteY5" fmla="*/ 188966 h 361971"/>
                <a:gd name="connsiteX6" fmla="*/ 274767 w 362309"/>
                <a:gd name="connsiteY6" fmla="*/ 189604 h 361971"/>
                <a:gd name="connsiteX7" fmla="*/ 288186 w 362309"/>
                <a:gd name="connsiteY7" fmla="*/ 203011 h 361971"/>
                <a:gd name="connsiteX8" fmla="*/ 270294 w 362309"/>
                <a:gd name="connsiteY8" fmla="*/ 218332 h 361971"/>
                <a:gd name="connsiteX9" fmla="*/ 253681 w 362309"/>
                <a:gd name="connsiteY9" fmla="*/ 213863 h 361971"/>
                <a:gd name="connsiteX10" fmla="*/ 245374 w 362309"/>
                <a:gd name="connsiteY10" fmla="*/ 229185 h 361971"/>
                <a:gd name="connsiteX11" fmla="*/ 239623 w 362309"/>
                <a:gd name="connsiteY11" fmla="*/ 232377 h 361971"/>
                <a:gd name="connsiteX12" fmla="*/ 236428 w 362309"/>
                <a:gd name="connsiteY12" fmla="*/ 231739 h 361971"/>
                <a:gd name="connsiteX13" fmla="*/ 233872 w 362309"/>
                <a:gd name="connsiteY13" fmla="*/ 222801 h 361971"/>
                <a:gd name="connsiteX14" fmla="*/ 256237 w 362309"/>
                <a:gd name="connsiteY14" fmla="*/ 176198 h 361971"/>
                <a:gd name="connsiteX15" fmla="*/ 249847 w 362309"/>
                <a:gd name="connsiteY15" fmla="*/ 178752 h 361971"/>
                <a:gd name="connsiteX16" fmla="*/ 240901 w 362309"/>
                <a:gd name="connsiteY16" fmla="*/ 187689 h 361971"/>
                <a:gd name="connsiteX17" fmla="*/ 202561 w 362309"/>
                <a:gd name="connsiteY17" fmla="*/ 242591 h 361971"/>
                <a:gd name="connsiteX18" fmla="*/ 148247 w 362309"/>
                <a:gd name="connsiteY18" fmla="*/ 254083 h 361971"/>
                <a:gd name="connsiteX19" fmla="*/ 142496 w 362309"/>
                <a:gd name="connsiteY19" fmla="*/ 255998 h 361971"/>
                <a:gd name="connsiteX20" fmla="*/ 123965 w 362309"/>
                <a:gd name="connsiteY20" fmla="*/ 271319 h 361971"/>
                <a:gd name="connsiteX21" fmla="*/ 113741 w 362309"/>
                <a:gd name="connsiteY21" fmla="*/ 275150 h 361971"/>
                <a:gd name="connsiteX22" fmla="*/ 111185 w 362309"/>
                <a:gd name="connsiteY22" fmla="*/ 275150 h 361971"/>
                <a:gd name="connsiteX23" fmla="*/ 100322 w 362309"/>
                <a:gd name="connsiteY23" fmla="*/ 267489 h 361971"/>
                <a:gd name="connsiteX24" fmla="*/ 79235 w 362309"/>
                <a:gd name="connsiteY24" fmla="*/ 229823 h 361971"/>
                <a:gd name="connsiteX25" fmla="*/ 78596 w 362309"/>
                <a:gd name="connsiteY25" fmla="*/ 214502 h 361971"/>
                <a:gd name="connsiteX26" fmla="*/ 90737 w 362309"/>
                <a:gd name="connsiteY26" fmla="*/ 206203 h 361971"/>
                <a:gd name="connsiteX27" fmla="*/ 115658 w 362309"/>
                <a:gd name="connsiteY27" fmla="*/ 202372 h 361971"/>
                <a:gd name="connsiteX28" fmla="*/ 92654 w 362309"/>
                <a:gd name="connsiteY28" fmla="*/ 172368 h 361971"/>
                <a:gd name="connsiteX29" fmla="*/ 93293 w 362309"/>
                <a:gd name="connsiteY29" fmla="*/ 102782 h 361971"/>
                <a:gd name="connsiteX30" fmla="*/ 113102 w 362309"/>
                <a:gd name="connsiteY30" fmla="*/ 111081 h 361971"/>
                <a:gd name="connsiteX31" fmla="*/ 185947 w 362309"/>
                <a:gd name="connsiteY31" fmla="*/ 153854 h 361971"/>
                <a:gd name="connsiteX32" fmla="*/ 191698 w 362309"/>
                <a:gd name="connsiteY32" fmla="*/ 152577 h 361971"/>
                <a:gd name="connsiteX33" fmla="*/ 195532 w 362309"/>
                <a:gd name="connsiteY33" fmla="*/ 146832 h 361971"/>
                <a:gd name="connsiteX34" fmla="*/ 228121 w 362309"/>
                <a:gd name="connsiteY34" fmla="*/ 127041 h 361971"/>
                <a:gd name="connsiteX35" fmla="*/ 263905 w 362309"/>
                <a:gd name="connsiteY35" fmla="*/ 154492 h 361971"/>
                <a:gd name="connsiteX36" fmla="*/ 263905 w 362309"/>
                <a:gd name="connsiteY36" fmla="*/ 151300 h 361971"/>
                <a:gd name="connsiteX37" fmla="*/ 258792 w 362309"/>
                <a:gd name="connsiteY37" fmla="*/ 131510 h 361971"/>
                <a:gd name="connsiteX38" fmla="*/ 271572 w 362309"/>
                <a:gd name="connsiteY38" fmla="*/ 107889 h 361971"/>
                <a:gd name="connsiteX39" fmla="*/ 284352 w 362309"/>
                <a:gd name="connsiteY39" fmla="*/ 131510 h 361971"/>
                <a:gd name="connsiteX40" fmla="*/ 276045 w 362309"/>
                <a:gd name="connsiteY40" fmla="*/ 153854 h 361971"/>
                <a:gd name="connsiteX41" fmla="*/ 274128 w 362309"/>
                <a:gd name="connsiteY41" fmla="*/ 164707 h 361971"/>
                <a:gd name="connsiteX42" fmla="*/ 277323 w 362309"/>
                <a:gd name="connsiteY42" fmla="*/ 164068 h 361971"/>
                <a:gd name="connsiteX43" fmla="*/ 277323 w 362309"/>
                <a:gd name="connsiteY43" fmla="*/ 164068 h 361971"/>
                <a:gd name="connsiteX44" fmla="*/ 297771 w 362309"/>
                <a:gd name="connsiteY44" fmla="*/ 173006 h 361971"/>
                <a:gd name="connsiteX45" fmla="*/ 278602 w 362309"/>
                <a:gd name="connsiteY45" fmla="*/ 18896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81077"/>
                    <a:pt x="281796" y="0"/>
                    <a:pt x="181474" y="0"/>
                  </a:cubicBezTo>
                  <a:close/>
                  <a:moveTo>
                    <a:pt x="278602" y="188966"/>
                  </a:moveTo>
                  <a:cubicBezTo>
                    <a:pt x="277323" y="188966"/>
                    <a:pt x="276045" y="189604"/>
                    <a:pt x="274767" y="189604"/>
                  </a:cubicBezTo>
                  <a:cubicBezTo>
                    <a:pt x="286269" y="190881"/>
                    <a:pt x="288186" y="198542"/>
                    <a:pt x="288186" y="203011"/>
                  </a:cubicBezTo>
                  <a:cubicBezTo>
                    <a:pt x="288186" y="210033"/>
                    <a:pt x="283713" y="218332"/>
                    <a:pt x="270294" y="218332"/>
                  </a:cubicBezTo>
                  <a:cubicBezTo>
                    <a:pt x="263266" y="218332"/>
                    <a:pt x="258154" y="216417"/>
                    <a:pt x="253681" y="213863"/>
                  </a:cubicBezTo>
                  <a:cubicBezTo>
                    <a:pt x="249208" y="222801"/>
                    <a:pt x="246013" y="228547"/>
                    <a:pt x="245374" y="229185"/>
                  </a:cubicBezTo>
                  <a:cubicBezTo>
                    <a:pt x="244096" y="231100"/>
                    <a:pt x="242179" y="232377"/>
                    <a:pt x="239623" y="232377"/>
                  </a:cubicBezTo>
                  <a:cubicBezTo>
                    <a:pt x="238345" y="232377"/>
                    <a:pt x="237706" y="232377"/>
                    <a:pt x="236428" y="231739"/>
                  </a:cubicBezTo>
                  <a:cubicBezTo>
                    <a:pt x="233233" y="229823"/>
                    <a:pt x="232594" y="225993"/>
                    <a:pt x="233872" y="222801"/>
                  </a:cubicBezTo>
                  <a:cubicBezTo>
                    <a:pt x="238984" y="213863"/>
                    <a:pt x="249208" y="194073"/>
                    <a:pt x="256237" y="176198"/>
                  </a:cubicBezTo>
                  <a:lnTo>
                    <a:pt x="249847" y="178752"/>
                  </a:lnTo>
                  <a:cubicBezTo>
                    <a:pt x="246013" y="180028"/>
                    <a:pt x="242179" y="183220"/>
                    <a:pt x="240901" y="187689"/>
                  </a:cubicBezTo>
                  <a:cubicBezTo>
                    <a:pt x="233872" y="202372"/>
                    <a:pt x="220453" y="229823"/>
                    <a:pt x="202561" y="242591"/>
                  </a:cubicBezTo>
                  <a:cubicBezTo>
                    <a:pt x="184030" y="255998"/>
                    <a:pt x="160387" y="255359"/>
                    <a:pt x="148247" y="254083"/>
                  </a:cubicBezTo>
                  <a:cubicBezTo>
                    <a:pt x="146330" y="254083"/>
                    <a:pt x="143774" y="254721"/>
                    <a:pt x="142496" y="255998"/>
                  </a:cubicBezTo>
                  <a:lnTo>
                    <a:pt x="123965" y="271319"/>
                  </a:lnTo>
                  <a:cubicBezTo>
                    <a:pt x="120770" y="273873"/>
                    <a:pt x="117575" y="275150"/>
                    <a:pt x="113741" y="275150"/>
                  </a:cubicBezTo>
                  <a:cubicBezTo>
                    <a:pt x="113102" y="275150"/>
                    <a:pt x="111824" y="275150"/>
                    <a:pt x="111185" y="275150"/>
                  </a:cubicBezTo>
                  <a:cubicBezTo>
                    <a:pt x="106712" y="274511"/>
                    <a:pt x="102239" y="271319"/>
                    <a:pt x="100322" y="267489"/>
                  </a:cubicBezTo>
                  <a:lnTo>
                    <a:pt x="79235" y="229823"/>
                  </a:lnTo>
                  <a:cubicBezTo>
                    <a:pt x="76679" y="225355"/>
                    <a:pt x="76679" y="219609"/>
                    <a:pt x="78596" y="214502"/>
                  </a:cubicBezTo>
                  <a:cubicBezTo>
                    <a:pt x="81152" y="210033"/>
                    <a:pt x="85625" y="206203"/>
                    <a:pt x="90737" y="206203"/>
                  </a:cubicBezTo>
                  <a:cubicBezTo>
                    <a:pt x="102878" y="204926"/>
                    <a:pt x="110546" y="203649"/>
                    <a:pt x="115658" y="202372"/>
                  </a:cubicBezTo>
                  <a:cubicBezTo>
                    <a:pt x="104156" y="192796"/>
                    <a:pt x="94571" y="178113"/>
                    <a:pt x="92654" y="172368"/>
                  </a:cubicBezTo>
                  <a:cubicBezTo>
                    <a:pt x="90098" y="164707"/>
                    <a:pt x="77318" y="111081"/>
                    <a:pt x="93293" y="102782"/>
                  </a:cubicBezTo>
                  <a:cubicBezTo>
                    <a:pt x="99044" y="99590"/>
                    <a:pt x="105434" y="102144"/>
                    <a:pt x="113102" y="111081"/>
                  </a:cubicBezTo>
                  <a:cubicBezTo>
                    <a:pt x="129077" y="130233"/>
                    <a:pt x="166138" y="146832"/>
                    <a:pt x="185947" y="153854"/>
                  </a:cubicBezTo>
                  <a:cubicBezTo>
                    <a:pt x="187864" y="154492"/>
                    <a:pt x="190420" y="153854"/>
                    <a:pt x="191698" y="152577"/>
                  </a:cubicBezTo>
                  <a:cubicBezTo>
                    <a:pt x="192976" y="150662"/>
                    <a:pt x="194254" y="148747"/>
                    <a:pt x="195532" y="146832"/>
                  </a:cubicBezTo>
                  <a:cubicBezTo>
                    <a:pt x="201283" y="137894"/>
                    <a:pt x="208951" y="125764"/>
                    <a:pt x="228121" y="127041"/>
                  </a:cubicBezTo>
                  <a:cubicBezTo>
                    <a:pt x="246013" y="128318"/>
                    <a:pt x="257515" y="143640"/>
                    <a:pt x="263905" y="154492"/>
                  </a:cubicBezTo>
                  <a:cubicBezTo>
                    <a:pt x="263905" y="153216"/>
                    <a:pt x="263905" y="152577"/>
                    <a:pt x="263905" y="151300"/>
                  </a:cubicBezTo>
                  <a:cubicBezTo>
                    <a:pt x="260071" y="146832"/>
                    <a:pt x="258792" y="139171"/>
                    <a:pt x="258792" y="131510"/>
                  </a:cubicBezTo>
                  <a:cubicBezTo>
                    <a:pt x="258792" y="120019"/>
                    <a:pt x="262626" y="107889"/>
                    <a:pt x="271572" y="107889"/>
                  </a:cubicBezTo>
                  <a:cubicBezTo>
                    <a:pt x="280518" y="107889"/>
                    <a:pt x="284352" y="120019"/>
                    <a:pt x="284352" y="131510"/>
                  </a:cubicBezTo>
                  <a:cubicBezTo>
                    <a:pt x="284352" y="141086"/>
                    <a:pt x="281796" y="150024"/>
                    <a:pt x="276045" y="153854"/>
                  </a:cubicBezTo>
                  <a:cubicBezTo>
                    <a:pt x="276045" y="157046"/>
                    <a:pt x="274767" y="160876"/>
                    <a:pt x="274128" y="164707"/>
                  </a:cubicBezTo>
                  <a:cubicBezTo>
                    <a:pt x="274767" y="164707"/>
                    <a:pt x="276045" y="164068"/>
                    <a:pt x="277323" y="164068"/>
                  </a:cubicBezTo>
                  <a:lnTo>
                    <a:pt x="277323" y="164068"/>
                  </a:lnTo>
                  <a:cubicBezTo>
                    <a:pt x="283074" y="162792"/>
                    <a:pt x="295854" y="160876"/>
                    <a:pt x="297771" y="173006"/>
                  </a:cubicBezTo>
                  <a:cubicBezTo>
                    <a:pt x="299049" y="179390"/>
                    <a:pt x="291381" y="186412"/>
                    <a:pt x="278602" y="188966"/>
                  </a:cubicBezTo>
                  <a:close/>
                </a:path>
              </a:pathLst>
            </a:custGeom>
            <a:solidFill>
              <a:srgbClr val="046A38"/>
            </a:solidFill>
            <a:ln w="6390" cap="flat">
              <a:noFill/>
              <a:prstDash val="solid"/>
              <a:miter/>
            </a:ln>
          </p:spPr>
          <p:txBody>
            <a:bodyPr rtlCol="0" anchor="ctr"/>
            <a:lstStyle/>
            <a:p>
              <a:endParaRPr lang="en-US"/>
            </a:p>
          </p:txBody>
        </p:sp>
      </p:grpSp>
      <p:grpSp>
        <p:nvGrpSpPr>
          <p:cNvPr id="796" name="Graphic 6">
            <a:extLst>
              <a:ext uri="{FF2B5EF4-FFF2-40B4-BE49-F238E27FC236}">
                <a16:creationId xmlns:a16="http://schemas.microsoft.com/office/drawing/2014/main" id="{5F4181A4-E7E7-1648-BA98-6F25C3105A2C}"/>
              </a:ext>
            </a:extLst>
          </p:cNvPr>
          <p:cNvGrpSpPr/>
          <p:nvPr/>
        </p:nvGrpSpPr>
        <p:grpSpPr>
          <a:xfrm>
            <a:off x="465826" y="4305520"/>
            <a:ext cx="362313" cy="361971"/>
            <a:chOff x="465826" y="4305520"/>
            <a:chExt cx="362313" cy="361971"/>
          </a:xfrm>
          <a:solidFill>
            <a:srgbClr val="046A38"/>
          </a:solidFill>
        </p:grpSpPr>
        <p:sp>
          <p:nvSpPr>
            <p:cNvPr id="797" name="Graphic 6">
              <a:extLst>
                <a:ext uri="{FF2B5EF4-FFF2-40B4-BE49-F238E27FC236}">
                  <a16:creationId xmlns:a16="http://schemas.microsoft.com/office/drawing/2014/main" id="{8B7980C7-263C-4948-8A77-1053EB8BF2B4}"/>
                </a:ext>
              </a:extLst>
            </p:cNvPr>
            <p:cNvSpPr/>
            <p:nvPr/>
          </p:nvSpPr>
          <p:spPr>
            <a:xfrm>
              <a:off x="465826" y="4305520"/>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181474 w 362313"/>
                <a:gd name="connsiteY4" fmla="*/ 0 h 361971"/>
                <a:gd name="connsiteX5" fmla="*/ 181474 w 362313"/>
                <a:gd name="connsiteY5" fmla="*/ 349204 h 361971"/>
                <a:gd name="connsiteX6" fmla="*/ 13419 w 362313"/>
                <a:gd name="connsiteY6" fmla="*/ 180667 h 361971"/>
                <a:gd name="connsiteX7" fmla="*/ 182113 w 362313"/>
                <a:gd name="connsiteY7" fmla="*/ 12768 h 361971"/>
                <a:gd name="connsiteX8" fmla="*/ 350169 w 362313"/>
                <a:gd name="connsiteY8" fmla="*/ 181305 h 361971"/>
                <a:gd name="connsiteX9" fmla="*/ 181474 w 362313"/>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948" y="81077"/>
                    <a:pt x="281796" y="0"/>
                    <a:pt x="181474" y="0"/>
                  </a:cubicBezTo>
                  <a:close/>
                  <a:moveTo>
                    <a:pt x="181474" y="349204"/>
                  </a:moveTo>
                  <a:cubicBezTo>
                    <a:pt x="88820" y="349204"/>
                    <a:pt x="13419" y="273873"/>
                    <a:pt x="13419" y="180667"/>
                  </a:cubicBezTo>
                  <a:cubicBezTo>
                    <a:pt x="13419" y="88099"/>
                    <a:pt x="88820" y="12768"/>
                    <a:pt x="182113" y="12768"/>
                  </a:cubicBezTo>
                  <a:cubicBezTo>
                    <a:pt x="274767" y="12768"/>
                    <a:pt x="350169" y="88099"/>
                    <a:pt x="350169" y="181305"/>
                  </a:cubicBezTo>
                  <a:cubicBezTo>
                    <a:pt x="350169" y="273873"/>
                    <a:pt x="274128" y="349204"/>
                    <a:pt x="181474" y="349204"/>
                  </a:cubicBezTo>
                  <a:close/>
                </a:path>
              </a:pathLst>
            </a:custGeom>
            <a:solidFill>
              <a:srgbClr val="046A38"/>
            </a:solidFill>
            <a:ln w="6390" cap="flat">
              <a:noFill/>
              <a:prstDash val="solid"/>
              <a:miter/>
            </a:ln>
          </p:spPr>
          <p:txBody>
            <a:bodyPr rtlCol="0" anchor="ctr"/>
            <a:lstStyle/>
            <a:p>
              <a:endParaRPr lang="en-US"/>
            </a:p>
          </p:txBody>
        </p:sp>
        <p:sp>
          <p:nvSpPr>
            <p:cNvPr id="798" name="Graphic 6">
              <a:extLst>
                <a:ext uri="{FF2B5EF4-FFF2-40B4-BE49-F238E27FC236}">
                  <a16:creationId xmlns:a16="http://schemas.microsoft.com/office/drawing/2014/main" id="{C514A200-882D-2F45-ADBA-360FFCDE89EE}"/>
                </a:ext>
              </a:extLst>
            </p:cNvPr>
            <p:cNvSpPr/>
            <p:nvPr/>
          </p:nvSpPr>
          <p:spPr>
            <a:xfrm>
              <a:off x="554784" y="4369302"/>
              <a:ext cx="186074" cy="234987"/>
            </a:xfrm>
            <a:custGeom>
              <a:avLst/>
              <a:gdLst>
                <a:gd name="connsiteX0" fmla="*/ 171113 w 186074"/>
                <a:gd name="connsiteY0" fmla="*/ 116246 h 234987"/>
                <a:gd name="connsiteX1" fmla="*/ 183893 w 186074"/>
                <a:gd name="connsiteY1" fmla="*/ 100286 h 234987"/>
                <a:gd name="connsiteX2" fmla="*/ 185171 w 186074"/>
                <a:gd name="connsiteY2" fmla="*/ 95179 h 234987"/>
                <a:gd name="connsiteX3" fmla="*/ 181976 w 186074"/>
                <a:gd name="connsiteY3" fmla="*/ 90710 h 234987"/>
                <a:gd name="connsiteX4" fmla="*/ 170474 w 186074"/>
                <a:gd name="connsiteY4" fmla="*/ 84964 h 234987"/>
                <a:gd name="connsiteX5" fmla="*/ 176864 w 186074"/>
                <a:gd name="connsiteY5" fmla="*/ 67728 h 234987"/>
                <a:gd name="connsiteX6" fmla="*/ 176225 w 186074"/>
                <a:gd name="connsiteY6" fmla="*/ 62620 h 234987"/>
                <a:gd name="connsiteX7" fmla="*/ 172391 w 186074"/>
                <a:gd name="connsiteY7" fmla="*/ 59428 h 234987"/>
                <a:gd name="connsiteX8" fmla="*/ 155777 w 186074"/>
                <a:gd name="connsiteY8" fmla="*/ 54960 h 234987"/>
                <a:gd name="connsiteX9" fmla="*/ 160889 w 186074"/>
                <a:gd name="connsiteY9" fmla="*/ 32616 h 234987"/>
                <a:gd name="connsiteX10" fmla="*/ 159611 w 186074"/>
                <a:gd name="connsiteY10" fmla="*/ 27508 h 234987"/>
                <a:gd name="connsiteX11" fmla="*/ 154499 w 186074"/>
                <a:gd name="connsiteY11" fmla="*/ 24955 h 234987"/>
                <a:gd name="connsiteX12" fmla="*/ 123827 w 186074"/>
                <a:gd name="connsiteY12" fmla="*/ 24955 h 234987"/>
                <a:gd name="connsiteX13" fmla="*/ 92516 w 186074"/>
                <a:gd name="connsiteY13" fmla="*/ 1334 h 234987"/>
                <a:gd name="connsiteX14" fmla="*/ 86127 w 186074"/>
                <a:gd name="connsiteY14" fmla="*/ 696 h 234987"/>
                <a:gd name="connsiteX15" fmla="*/ 82293 w 186074"/>
                <a:gd name="connsiteY15" fmla="*/ 6441 h 234987"/>
                <a:gd name="connsiteX16" fmla="*/ 82293 w 186074"/>
                <a:gd name="connsiteY16" fmla="*/ 35808 h 234987"/>
                <a:gd name="connsiteX17" fmla="*/ 3057 w 186074"/>
                <a:gd name="connsiteY17" fmla="*/ 83049 h 234987"/>
                <a:gd name="connsiteX18" fmla="*/ 501 w 186074"/>
                <a:gd name="connsiteY18" fmla="*/ 91348 h 234987"/>
                <a:gd name="connsiteX19" fmla="*/ 17115 w 186074"/>
                <a:gd name="connsiteY19" fmla="*/ 124545 h 234987"/>
                <a:gd name="connsiteX20" fmla="*/ 24783 w 186074"/>
                <a:gd name="connsiteY20" fmla="*/ 127737 h 234987"/>
                <a:gd name="connsiteX21" fmla="*/ 80376 w 186074"/>
                <a:gd name="connsiteY21" fmla="*/ 111777 h 234987"/>
                <a:gd name="connsiteX22" fmla="*/ 88043 w 186074"/>
                <a:gd name="connsiteY22" fmla="*/ 118161 h 234987"/>
                <a:gd name="connsiteX23" fmla="*/ 84210 w 186074"/>
                <a:gd name="connsiteY23" fmla="*/ 125184 h 234987"/>
                <a:gd name="connsiteX24" fmla="*/ 49704 w 186074"/>
                <a:gd name="connsiteY24" fmla="*/ 189024 h 234987"/>
                <a:gd name="connsiteX25" fmla="*/ 39480 w 186074"/>
                <a:gd name="connsiteY25" fmla="*/ 189024 h 234987"/>
                <a:gd name="connsiteX26" fmla="*/ 33090 w 186074"/>
                <a:gd name="connsiteY26" fmla="*/ 195408 h 234987"/>
                <a:gd name="connsiteX27" fmla="*/ 33090 w 186074"/>
                <a:gd name="connsiteY27" fmla="*/ 228604 h 234987"/>
                <a:gd name="connsiteX28" fmla="*/ 39480 w 186074"/>
                <a:gd name="connsiteY28" fmla="*/ 234988 h 234987"/>
                <a:gd name="connsiteX29" fmla="*/ 171113 w 186074"/>
                <a:gd name="connsiteY29" fmla="*/ 234988 h 234987"/>
                <a:gd name="connsiteX30" fmla="*/ 177503 w 186074"/>
                <a:gd name="connsiteY30" fmla="*/ 228604 h 234987"/>
                <a:gd name="connsiteX31" fmla="*/ 177503 w 186074"/>
                <a:gd name="connsiteY31" fmla="*/ 195408 h 234987"/>
                <a:gd name="connsiteX32" fmla="*/ 171113 w 186074"/>
                <a:gd name="connsiteY32" fmla="*/ 189024 h 234987"/>
                <a:gd name="connsiteX33" fmla="*/ 160889 w 186074"/>
                <a:gd name="connsiteY33" fmla="*/ 189024 h 234987"/>
                <a:gd name="connsiteX34" fmla="*/ 160889 w 186074"/>
                <a:gd name="connsiteY34" fmla="*/ 176894 h 234987"/>
                <a:gd name="connsiteX35" fmla="*/ 171113 w 186074"/>
                <a:gd name="connsiteY35" fmla="*/ 176894 h 234987"/>
                <a:gd name="connsiteX36" fmla="*/ 176864 w 186074"/>
                <a:gd name="connsiteY36" fmla="*/ 173702 h 234987"/>
                <a:gd name="connsiteX37" fmla="*/ 176864 w 186074"/>
                <a:gd name="connsiteY37" fmla="*/ 167318 h 234987"/>
                <a:gd name="connsiteX38" fmla="*/ 165362 w 186074"/>
                <a:gd name="connsiteY38" fmla="*/ 149443 h 234987"/>
                <a:gd name="connsiteX39" fmla="*/ 181976 w 186074"/>
                <a:gd name="connsiteY39" fmla="*/ 143697 h 234987"/>
                <a:gd name="connsiteX40" fmla="*/ 185810 w 186074"/>
                <a:gd name="connsiteY40" fmla="*/ 139867 h 234987"/>
                <a:gd name="connsiteX41" fmla="*/ 185171 w 186074"/>
                <a:gd name="connsiteY41" fmla="*/ 134121 h 234987"/>
                <a:gd name="connsiteX42" fmla="*/ 171113 w 186074"/>
                <a:gd name="connsiteY42" fmla="*/ 116246 h 234987"/>
                <a:gd name="connsiteX43" fmla="*/ 164723 w 186074"/>
                <a:gd name="connsiteY43" fmla="*/ 221582 h 234987"/>
                <a:gd name="connsiteX44" fmla="*/ 45870 w 186074"/>
                <a:gd name="connsiteY44" fmla="*/ 221582 h 234987"/>
                <a:gd name="connsiteX45" fmla="*/ 45870 w 186074"/>
                <a:gd name="connsiteY45" fmla="*/ 201153 h 234987"/>
                <a:gd name="connsiteX46" fmla="*/ 164723 w 186074"/>
                <a:gd name="connsiteY46" fmla="*/ 201153 h 234987"/>
                <a:gd name="connsiteX47" fmla="*/ 164723 w 186074"/>
                <a:gd name="connsiteY47" fmla="*/ 221582 h 234987"/>
                <a:gd name="connsiteX48" fmla="*/ 158333 w 186074"/>
                <a:gd name="connsiteY48" fmla="*/ 120076 h 234987"/>
                <a:gd name="connsiteX49" fmla="*/ 169196 w 186074"/>
                <a:gd name="connsiteY49" fmla="*/ 134760 h 234987"/>
                <a:gd name="connsiteX50" fmla="*/ 152582 w 186074"/>
                <a:gd name="connsiteY50" fmla="*/ 140505 h 234987"/>
                <a:gd name="connsiteX51" fmla="*/ 148748 w 186074"/>
                <a:gd name="connsiteY51" fmla="*/ 144336 h 234987"/>
                <a:gd name="connsiteX52" fmla="*/ 149387 w 186074"/>
                <a:gd name="connsiteY52" fmla="*/ 150081 h 234987"/>
                <a:gd name="connsiteX53" fmla="*/ 158972 w 186074"/>
                <a:gd name="connsiteY53" fmla="*/ 164764 h 234987"/>
                <a:gd name="connsiteX54" fmla="*/ 154499 w 186074"/>
                <a:gd name="connsiteY54" fmla="*/ 164764 h 234987"/>
                <a:gd name="connsiteX55" fmla="*/ 148109 w 186074"/>
                <a:gd name="connsiteY55" fmla="*/ 171148 h 234987"/>
                <a:gd name="connsiteX56" fmla="*/ 148109 w 186074"/>
                <a:gd name="connsiteY56" fmla="*/ 189662 h 234987"/>
                <a:gd name="connsiteX57" fmla="*/ 62484 w 186074"/>
                <a:gd name="connsiteY57" fmla="*/ 189662 h 234987"/>
                <a:gd name="connsiteX58" fmla="*/ 93155 w 186074"/>
                <a:gd name="connsiteY58" fmla="*/ 134760 h 234987"/>
                <a:gd name="connsiteX59" fmla="*/ 100823 w 186074"/>
                <a:gd name="connsiteY59" fmla="*/ 115608 h 234987"/>
                <a:gd name="connsiteX60" fmla="*/ 82293 w 186074"/>
                <a:gd name="connsiteY60" fmla="*/ 99648 h 234987"/>
                <a:gd name="connsiteX61" fmla="*/ 78459 w 186074"/>
                <a:gd name="connsiteY61" fmla="*/ 99648 h 234987"/>
                <a:gd name="connsiteX62" fmla="*/ 26061 w 186074"/>
                <a:gd name="connsiteY62" fmla="*/ 114331 h 234987"/>
                <a:gd name="connsiteX63" fmla="*/ 14559 w 186074"/>
                <a:gd name="connsiteY63" fmla="*/ 91348 h 234987"/>
                <a:gd name="connsiteX64" fmla="*/ 91877 w 186074"/>
                <a:gd name="connsiteY64" fmla="*/ 45384 h 234987"/>
                <a:gd name="connsiteX65" fmla="*/ 95072 w 186074"/>
                <a:gd name="connsiteY65" fmla="*/ 39638 h 234987"/>
                <a:gd name="connsiteX66" fmla="*/ 95072 w 186074"/>
                <a:gd name="connsiteY66" fmla="*/ 19209 h 234987"/>
                <a:gd name="connsiteX67" fmla="*/ 118076 w 186074"/>
                <a:gd name="connsiteY67" fmla="*/ 36446 h 234987"/>
                <a:gd name="connsiteX68" fmla="*/ 121910 w 186074"/>
                <a:gd name="connsiteY68" fmla="*/ 37723 h 234987"/>
                <a:gd name="connsiteX69" fmla="*/ 146831 w 186074"/>
                <a:gd name="connsiteY69" fmla="*/ 37723 h 234987"/>
                <a:gd name="connsiteX70" fmla="*/ 142358 w 186074"/>
                <a:gd name="connsiteY70" fmla="*/ 58152 h 234987"/>
                <a:gd name="connsiteX71" fmla="*/ 146831 w 186074"/>
                <a:gd name="connsiteY71" fmla="*/ 65812 h 234987"/>
                <a:gd name="connsiteX72" fmla="*/ 162806 w 186074"/>
                <a:gd name="connsiteY72" fmla="*/ 70281 h 234987"/>
                <a:gd name="connsiteX73" fmla="*/ 157055 w 186074"/>
                <a:gd name="connsiteY73" fmla="*/ 86241 h 234987"/>
                <a:gd name="connsiteX74" fmla="*/ 160250 w 186074"/>
                <a:gd name="connsiteY74" fmla="*/ 93902 h 234987"/>
                <a:gd name="connsiteX75" fmla="*/ 169835 w 186074"/>
                <a:gd name="connsiteY75" fmla="*/ 98371 h 234987"/>
                <a:gd name="connsiteX76" fmla="*/ 158972 w 186074"/>
                <a:gd name="connsiteY76" fmla="*/ 111777 h 234987"/>
                <a:gd name="connsiteX77" fmla="*/ 158333 w 186074"/>
                <a:gd name="connsiteY77" fmla="*/ 120076 h 234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86074" h="234987">
                  <a:moveTo>
                    <a:pt x="171113" y="116246"/>
                  </a:moveTo>
                  <a:lnTo>
                    <a:pt x="183893" y="100286"/>
                  </a:lnTo>
                  <a:cubicBezTo>
                    <a:pt x="185171" y="99009"/>
                    <a:pt x="185810" y="97094"/>
                    <a:pt x="185171" y="95179"/>
                  </a:cubicBezTo>
                  <a:cubicBezTo>
                    <a:pt x="184532" y="93264"/>
                    <a:pt x="183254" y="91987"/>
                    <a:pt x="181976" y="90710"/>
                  </a:cubicBezTo>
                  <a:lnTo>
                    <a:pt x="170474" y="84964"/>
                  </a:lnTo>
                  <a:lnTo>
                    <a:pt x="176864" y="67728"/>
                  </a:lnTo>
                  <a:cubicBezTo>
                    <a:pt x="177503" y="65812"/>
                    <a:pt x="177503" y="64536"/>
                    <a:pt x="176225" y="62620"/>
                  </a:cubicBezTo>
                  <a:cubicBezTo>
                    <a:pt x="175586" y="61344"/>
                    <a:pt x="174308" y="60067"/>
                    <a:pt x="172391" y="59428"/>
                  </a:cubicBezTo>
                  <a:lnTo>
                    <a:pt x="155777" y="54960"/>
                  </a:lnTo>
                  <a:lnTo>
                    <a:pt x="160889" y="32616"/>
                  </a:lnTo>
                  <a:cubicBezTo>
                    <a:pt x="161528" y="30700"/>
                    <a:pt x="160889" y="28785"/>
                    <a:pt x="159611" y="27508"/>
                  </a:cubicBezTo>
                  <a:cubicBezTo>
                    <a:pt x="158333" y="26232"/>
                    <a:pt x="156416" y="24955"/>
                    <a:pt x="154499" y="24955"/>
                  </a:cubicBezTo>
                  <a:lnTo>
                    <a:pt x="123827" y="24955"/>
                  </a:lnTo>
                  <a:lnTo>
                    <a:pt x="92516" y="1334"/>
                  </a:lnTo>
                  <a:cubicBezTo>
                    <a:pt x="90599" y="57"/>
                    <a:pt x="88043" y="-581"/>
                    <a:pt x="86127" y="696"/>
                  </a:cubicBezTo>
                  <a:cubicBezTo>
                    <a:pt x="84210" y="1973"/>
                    <a:pt x="82293" y="3888"/>
                    <a:pt x="82293" y="6441"/>
                  </a:cubicBezTo>
                  <a:lnTo>
                    <a:pt x="82293" y="35808"/>
                  </a:lnTo>
                  <a:lnTo>
                    <a:pt x="3057" y="83049"/>
                  </a:lnTo>
                  <a:cubicBezTo>
                    <a:pt x="501" y="84964"/>
                    <a:pt x="-777" y="88156"/>
                    <a:pt x="501" y="91348"/>
                  </a:cubicBezTo>
                  <a:lnTo>
                    <a:pt x="17115" y="124545"/>
                  </a:lnTo>
                  <a:cubicBezTo>
                    <a:pt x="18393" y="127099"/>
                    <a:pt x="21588" y="128376"/>
                    <a:pt x="24783" y="127737"/>
                  </a:cubicBezTo>
                  <a:lnTo>
                    <a:pt x="80376" y="111777"/>
                  </a:lnTo>
                  <a:cubicBezTo>
                    <a:pt x="83571" y="113054"/>
                    <a:pt x="87405" y="115608"/>
                    <a:pt x="88043" y="118161"/>
                  </a:cubicBezTo>
                  <a:cubicBezTo>
                    <a:pt x="88682" y="120076"/>
                    <a:pt x="86766" y="122630"/>
                    <a:pt x="84210" y="125184"/>
                  </a:cubicBezTo>
                  <a:cubicBezTo>
                    <a:pt x="70152" y="139228"/>
                    <a:pt x="52260" y="160296"/>
                    <a:pt x="49704" y="189024"/>
                  </a:cubicBezTo>
                  <a:lnTo>
                    <a:pt x="39480" y="189024"/>
                  </a:lnTo>
                  <a:cubicBezTo>
                    <a:pt x="35646" y="189024"/>
                    <a:pt x="33090" y="191577"/>
                    <a:pt x="33090" y="195408"/>
                  </a:cubicBezTo>
                  <a:lnTo>
                    <a:pt x="33090" y="228604"/>
                  </a:lnTo>
                  <a:cubicBezTo>
                    <a:pt x="33090" y="232435"/>
                    <a:pt x="35646" y="234988"/>
                    <a:pt x="39480" y="234988"/>
                  </a:cubicBezTo>
                  <a:lnTo>
                    <a:pt x="171113" y="234988"/>
                  </a:lnTo>
                  <a:cubicBezTo>
                    <a:pt x="174947" y="234988"/>
                    <a:pt x="177503" y="232435"/>
                    <a:pt x="177503" y="228604"/>
                  </a:cubicBezTo>
                  <a:lnTo>
                    <a:pt x="177503" y="195408"/>
                  </a:lnTo>
                  <a:cubicBezTo>
                    <a:pt x="177503" y="191577"/>
                    <a:pt x="174947" y="189024"/>
                    <a:pt x="171113" y="189024"/>
                  </a:cubicBezTo>
                  <a:lnTo>
                    <a:pt x="160889" y="189024"/>
                  </a:lnTo>
                  <a:lnTo>
                    <a:pt x="160889" y="176894"/>
                  </a:lnTo>
                  <a:lnTo>
                    <a:pt x="171113" y="176894"/>
                  </a:lnTo>
                  <a:cubicBezTo>
                    <a:pt x="173669" y="176894"/>
                    <a:pt x="175586" y="175617"/>
                    <a:pt x="176864" y="173702"/>
                  </a:cubicBezTo>
                  <a:cubicBezTo>
                    <a:pt x="178142" y="171787"/>
                    <a:pt x="178142" y="169233"/>
                    <a:pt x="176864" y="167318"/>
                  </a:cubicBezTo>
                  <a:lnTo>
                    <a:pt x="165362" y="149443"/>
                  </a:lnTo>
                  <a:lnTo>
                    <a:pt x="181976" y="143697"/>
                  </a:lnTo>
                  <a:cubicBezTo>
                    <a:pt x="183893" y="143059"/>
                    <a:pt x="185171" y="141782"/>
                    <a:pt x="185810" y="139867"/>
                  </a:cubicBezTo>
                  <a:cubicBezTo>
                    <a:pt x="186449" y="137952"/>
                    <a:pt x="185810" y="136036"/>
                    <a:pt x="185171" y="134121"/>
                  </a:cubicBezTo>
                  <a:lnTo>
                    <a:pt x="171113" y="116246"/>
                  </a:lnTo>
                  <a:close/>
                  <a:moveTo>
                    <a:pt x="164723" y="221582"/>
                  </a:moveTo>
                  <a:lnTo>
                    <a:pt x="45870" y="221582"/>
                  </a:lnTo>
                  <a:lnTo>
                    <a:pt x="45870" y="201153"/>
                  </a:lnTo>
                  <a:lnTo>
                    <a:pt x="164723" y="201153"/>
                  </a:lnTo>
                  <a:lnTo>
                    <a:pt x="164723" y="221582"/>
                  </a:lnTo>
                  <a:close/>
                  <a:moveTo>
                    <a:pt x="158333" y="120076"/>
                  </a:moveTo>
                  <a:lnTo>
                    <a:pt x="169196" y="134760"/>
                  </a:lnTo>
                  <a:lnTo>
                    <a:pt x="152582" y="140505"/>
                  </a:lnTo>
                  <a:cubicBezTo>
                    <a:pt x="150665" y="141144"/>
                    <a:pt x="149387" y="142420"/>
                    <a:pt x="148748" y="144336"/>
                  </a:cubicBezTo>
                  <a:cubicBezTo>
                    <a:pt x="148109" y="146251"/>
                    <a:pt x="148109" y="148166"/>
                    <a:pt x="149387" y="150081"/>
                  </a:cubicBezTo>
                  <a:lnTo>
                    <a:pt x="158972" y="164764"/>
                  </a:lnTo>
                  <a:lnTo>
                    <a:pt x="154499" y="164764"/>
                  </a:lnTo>
                  <a:cubicBezTo>
                    <a:pt x="150665" y="164764"/>
                    <a:pt x="148109" y="167318"/>
                    <a:pt x="148109" y="171148"/>
                  </a:cubicBezTo>
                  <a:lnTo>
                    <a:pt x="148109" y="189662"/>
                  </a:lnTo>
                  <a:lnTo>
                    <a:pt x="62484" y="189662"/>
                  </a:lnTo>
                  <a:cubicBezTo>
                    <a:pt x="64401" y="171148"/>
                    <a:pt x="73986" y="153912"/>
                    <a:pt x="93155" y="134760"/>
                  </a:cubicBezTo>
                  <a:cubicBezTo>
                    <a:pt x="99545" y="128376"/>
                    <a:pt x="102101" y="121992"/>
                    <a:pt x="100823" y="115608"/>
                  </a:cubicBezTo>
                  <a:cubicBezTo>
                    <a:pt x="98267" y="104755"/>
                    <a:pt x="84210" y="100286"/>
                    <a:pt x="82293" y="99648"/>
                  </a:cubicBezTo>
                  <a:cubicBezTo>
                    <a:pt x="81015" y="99009"/>
                    <a:pt x="79737" y="99009"/>
                    <a:pt x="78459" y="99648"/>
                  </a:cubicBezTo>
                  <a:lnTo>
                    <a:pt x="26061" y="114331"/>
                  </a:lnTo>
                  <a:lnTo>
                    <a:pt x="14559" y="91348"/>
                  </a:lnTo>
                  <a:lnTo>
                    <a:pt x="91877" y="45384"/>
                  </a:lnTo>
                  <a:cubicBezTo>
                    <a:pt x="93794" y="44107"/>
                    <a:pt x="95072" y="42192"/>
                    <a:pt x="95072" y="39638"/>
                  </a:cubicBezTo>
                  <a:lnTo>
                    <a:pt x="95072" y="19209"/>
                  </a:lnTo>
                  <a:lnTo>
                    <a:pt x="118076" y="36446"/>
                  </a:lnTo>
                  <a:cubicBezTo>
                    <a:pt x="119354" y="37084"/>
                    <a:pt x="120632" y="37723"/>
                    <a:pt x="121910" y="37723"/>
                  </a:cubicBezTo>
                  <a:lnTo>
                    <a:pt x="146831" y="37723"/>
                  </a:lnTo>
                  <a:lnTo>
                    <a:pt x="142358" y="58152"/>
                  </a:lnTo>
                  <a:cubicBezTo>
                    <a:pt x="141719" y="61344"/>
                    <a:pt x="143636" y="64536"/>
                    <a:pt x="146831" y="65812"/>
                  </a:cubicBezTo>
                  <a:lnTo>
                    <a:pt x="162806" y="70281"/>
                  </a:lnTo>
                  <a:lnTo>
                    <a:pt x="157055" y="86241"/>
                  </a:lnTo>
                  <a:cubicBezTo>
                    <a:pt x="155777" y="89433"/>
                    <a:pt x="157055" y="92625"/>
                    <a:pt x="160250" y="93902"/>
                  </a:cubicBezTo>
                  <a:lnTo>
                    <a:pt x="169835" y="98371"/>
                  </a:lnTo>
                  <a:lnTo>
                    <a:pt x="158972" y="111777"/>
                  </a:lnTo>
                  <a:cubicBezTo>
                    <a:pt x="156416" y="114331"/>
                    <a:pt x="156416" y="117523"/>
                    <a:pt x="158333" y="120076"/>
                  </a:cubicBezTo>
                  <a:close/>
                </a:path>
              </a:pathLst>
            </a:custGeom>
            <a:solidFill>
              <a:srgbClr val="046A38"/>
            </a:solidFill>
            <a:ln w="6390" cap="flat">
              <a:noFill/>
              <a:prstDash val="solid"/>
              <a:miter/>
            </a:ln>
          </p:spPr>
          <p:txBody>
            <a:bodyPr rtlCol="0" anchor="ctr"/>
            <a:lstStyle/>
            <a:p>
              <a:endParaRPr lang="en-US"/>
            </a:p>
          </p:txBody>
        </p:sp>
      </p:grpSp>
      <p:grpSp>
        <p:nvGrpSpPr>
          <p:cNvPr id="799" name="Graphic 6">
            <a:extLst>
              <a:ext uri="{FF2B5EF4-FFF2-40B4-BE49-F238E27FC236}">
                <a16:creationId xmlns:a16="http://schemas.microsoft.com/office/drawing/2014/main" id="{34374D85-C470-BD4C-842C-ECB42831ECFC}"/>
              </a:ext>
            </a:extLst>
          </p:cNvPr>
          <p:cNvGrpSpPr/>
          <p:nvPr/>
        </p:nvGrpSpPr>
        <p:grpSpPr>
          <a:xfrm>
            <a:off x="904176" y="4305520"/>
            <a:ext cx="362309" cy="361971"/>
            <a:chOff x="904176" y="4305520"/>
            <a:chExt cx="362309" cy="361971"/>
          </a:xfrm>
          <a:solidFill>
            <a:srgbClr val="046A38"/>
          </a:solidFill>
        </p:grpSpPr>
        <p:sp>
          <p:nvSpPr>
            <p:cNvPr id="800" name="Graphic 6">
              <a:extLst>
                <a:ext uri="{FF2B5EF4-FFF2-40B4-BE49-F238E27FC236}">
                  <a16:creationId xmlns:a16="http://schemas.microsoft.com/office/drawing/2014/main" id="{47EA3E77-C08A-C84A-9EB2-004C8EC213CC}"/>
                </a:ext>
              </a:extLst>
            </p:cNvPr>
            <p:cNvSpPr/>
            <p:nvPr/>
          </p:nvSpPr>
          <p:spPr>
            <a:xfrm>
              <a:off x="1038364" y="4571093"/>
              <a:ext cx="118852" cy="20428"/>
            </a:xfrm>
            <a:custGeom>
              <a:avLst/>
              <a:gdLst>
                <a:gd name="connsiteX0" fmla="*/ 0 w 118852"/>
                <a:gd name="connsiteY0" fmla="*/ 0 h 20428"/>
                <a:gd name="connsiteX1" fmla="*/ 118853 w 118852"/>
                <a:gd name="connsiteY1" fmla="*/ 0 h 20428"/>
                <a:gd name="connsiteX2" fmla="*/ 118853 w 118852"/>
                <a:gd name="connsiteY2" fmla="*/ 20429 h 20428"/>
                <a:gd name="connsiteX3" fmla="*/ 0 w 118852"/>
                <a:gd name="connsiteY3" fmla="*/ 20429 h 20428"/>
              </a:gdLst>
              <a:ahLst/>
              <a:cxnLst>
                <a:cxn ang="0">
                  <a:pos x="connsiteX0" y="connsiteY0"/>
                </a:cxn>
                <a:cxn ang="0">
                  <a:pos x="connsiteX1" y="connsiteY1"/>
                </a:cxn>
                <a:cxn ang="0">
                  <a:pos x="connsiteX2" y="connsiteY2"/>
                </a:cxn>
                <a:cxn ang="0">
                  <a:pos x="connsiteX3" y="connsiteY3"/>
                </a:cxn>
              </a:cxnLst>
              <a:rect l="l" t="t" r="r" b="b"/>
              <a:pathLst>
                <a:path w="118852" h="20428">
                  <a:moveTo>
                    <a:pt x="0" y="0"/>
                  </a:moveTo>
                  <a:lnTo>
                    <a:pt x="118853" y="0"/>
                  </a:lnTo>
                  <a:lnTo>
                    <a:pt x="118853" y="20429"/>
                  </a:lnTo>
                  <a:lnTo>
                    <a:pt x="0" y="20429"/>
                  </a:lnTo>
                  <a:close/>
                </a:path>
              </a:pathLst>
            </a:custGeom>
            <a:solidFill>
              <a:srgbClr val="046A38"/>
            </a:solidFill>
            <a:ln w="6390" cap="flat">
              <a:noFill/>
              <a:prstDash val="solid"/>
              <a:miter/>
            </a:ln>
          </p:spPr>
          <p:txBody>
            <a:bodyPr rtlCol="0" anchor="ctr"/>
            <a:lstStyle/>
            <a:p>
              <a:endParaRPr lang="en-US"/>
            </a:p>
          </p:txBody>
        </p:sp>
        <p:sp>
          <p:nvSpPr>
            <p:cNvPr id="801" name="Graphic 6">
              <a:extLst>
                <a:ext uri="{FF2B5EF4-FFF2-40B4-BE49-F238E27FC236}">
                  <a16:creationId xmlns:a16="http://schemas.microsoft.com/office/drawing/2014/main" id="{8C92EAFF-E6F5-CD46-9E29-5A8C70334474}"/>
                </a:ext>
              </a:extLst>
            </p:cNvPr>
            <p:cNvSpPr/>
            <p:nvPr/>
          </p:nvSpPr>
          <p:spPr>
            <a:xfrm>
              <a:off x="1006415" y="4389150"/>
              <a:ext cx="155275" cy="170452"/>
            </a:xfrm>
            <a:custGeom>
              <a:avLst/>
              <a:gdLst>
                <a:gd name="connsiteX0" fmla="*/ 155275 w 155275"/>
                <a:gd name="connsiteY0" fmla="*/ 79161 h 170452"/>
                <a:gd name="connsiteX1" fmla="*/ 145691 w 155275"/>
                <a:gd name="connsiteY1" fmla="*/ 74692 h 170452"/>
                <a:gd name="connsiteX2" fmla="*/ 142496 w 155275"/>
                <a:gd name="connsiteY2" fmla="*/ 67032 h 170452"/>
                <a:gd name="connsiteX3" fmla="*/ 148247 w 155275"/>
                <a:gd name="connsiteY3" fmla="*/ 51072 h 170452"/>
                <a:gd name="connsiteX4" fmla="*/ 132272 w 155275"/>
                <a:gd name="connsiteY4" fmla="*/ 46603 h 170452"/>
                <a:gd name="connsiteX5" fmla="*/ 127799 w 155275"/>
                <a:gd name="connsiteY5" fmla="*/ 38942 h 170452"/>
                <a:gd name="connsiteX6" fmla="*/ 132272 w 155275"/>
                <a:gd name="connsiteY6" fmla="*/ 18513 h 170452"/>
                <a:gd name="connsiteX7" fmla="*/ 107351 w 155275"/>
                <a:gd name="connsiteY7" fmla="*/ 18513 h 170452"/>
                <a:gd name="connsiteX8" fmla="*/ 103517 w 155275"/>
                <a:gd name="connsiteY8" fmla="*/ 17236 h 170452"/>
                <a:gd name="connsiteX9" fmla="*/ 80513 w 155275"/>
                <a:gd name="connsiteY9" fmla="*/ 0 h 170452"/>
                <a:gd name="connsiteX10" fmla="*/ 80513 w 155275"/>
                <a:gd name="connsiteY10" fmla="*/ 20428 h 170452"/>
                <a:gd name="connsiteX11" fmla="*/ 77318 w 155275"/>
                <a:gd name="connsiteY11" fmla="*/ 26174 h 170452"/>
                <a:gd name="connsiteX12" fmla="*/ 0 w 155275"/>
                <a:gd name="connsiteY12" fmla="*/ 72139 h 170452"/>
                <a:gd name="connsiteX13" fmla="*/ 11502 w 155275"/>
                <a:gd name="connsiteY13" fmla="*/ 95121 h 170452"/>
                <a:gd name="connsiteX14" fmla="*/ 63899 w 155275"/>
                <a:gd name="connsiteY14" fmla="*/ 80438 h 170452"/>
                <a:gd name="connsiteX15" fmla="*/ 67733 w 155275"/>
                <a:gd name="connsiteY15" fmla="*/ 80438 h 170452"/>
                <a:gd name="connsiteX16" fmla="*/ 86264 w 155275"/>
                <a:gd name="connsiteY16" fmla="*/ 96398 h 170452"/>
                <a:gd name="connsiteX17" fmla="*/ 78596 w 155275"/>
                <a:gd name="connsiteY17" fmla="*/ 115550 h 170452"/>
                <a:gd name="connsiteX18" fmla="*/ 47925 w 155275"/>
                <a:gd name="connsiteY18" fmla="*/ 170452 h 170452"/>
                <a:gd name="connsiteX19" fmla="*/ 133550 w 155275"/>
                <a:gd name="connsiteY19" fmla="*/ 170452 h 170452"/>
                <a:gd name="connsiteX20" fmla="*/ 133550 w 155275"/>
                <a:gd name="connsiteY20" fmla="*/ 151939 h 170452"/>
                <a:gd name="connsiteX21" fmla="*/ 139940 w 155275"/>
                <a:gd name="connsiteY21" fmla="*/ 145555 h 170452"/>
                <a:gd name="connsiteX22" fmla="*/ 144413 w 155275"/>
                <a:gd name="connsiteY22" fmla="*/ 145555 h 170452"/>
                <a:gd name="connsiteX23" fmla="*/ 134828 w 155275"/>
                <a:gd name="connsiteY23" fmla="*/ 130872 h 170452"/>
                <a:gd name="connsiteX24" fmla="*/ 134189 w 155275"/>
                <a:gd name="connsiteY24" fmla="*/ 125126 h 170452"/>
                <a:gd name="connsiteX25" fmla="*/ 138023 w 155275"/>
                <a:gd name="connsiteY25" fmla="*/ 121296 h 170452"/>
                <a:gd name="connsiteX26" fmla="*/ 154636 w 155275"/>
                <a:gd name="connsiteY26" fmla="*/ 115550 h 170452"/>
                <a:gd name="connsiteX27" fmla="*/ 143774 w 155275"/>
                <a:gd name="connsiteY27" fmla="*/ 100867 h 170452"/>
                <a:gd name="connsiteX28" fmla="*/ 143774 w 155275"/>
                <a:gd name="connsiteY28" fmla="*/ 93206 h 170452"/>
                <a:gd name="connsiteX29" fmla="*/ 155275 w 155275"/>
                <a:gd name="connsiteY29" fmla="*/ 79161 h 17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55275" h="170452">
                  <a:moveTo>
                    <a:pt x="155275" y="79161"/>
                  </a:moveTo>
                  <a:lnTo>
                    <a:pt x="145691" y="74692"/>
                  </a:lnTo>
                  <a:cubicBezTo>
                    <a:pt x="142496" y="73416"/>
                    <a:pt x="141218" y="69585"/>
                    <a:pt x="142496" y="67032"/>
                  </a:cubicBezTo>
                  <a:lnTo>
                    <a:pt x="148247" y="51072"/>
                  </a:lnTo>
                  <a:lnTo>
                    <a:pt x="132272" y="46603"/>
                  </a:lnTo>
                  <a:cubicBezTo>
                    <a:pt x="129077" y="45964"/>
                    <a:pt x="127160" y="42134"/>
                    <a:pt x="127799" y="38942"/>
                  </a:cubicBezTo>
                  <a:lnTo>
                    <a:pt x="132272" y="18513"/>
                  </a:lnTo>
                  <a:lnTo>
                    <a:pt x="107351" y="18513"/>
                  </a:lnTo>
                  <a:cubicBezTo>
                    <a:pt x="106073" y="18513"/>
                    <a:pt x="104795" y="17875"/>
                    <a:pt x="103517" y="17236"/>
                  </a:cubicBezTo>
                  <a:lnTo>
                    <a:pt x="80513" y="0"/>
                  </a:lnTo>
                  <a:lnTo>
                    <a:pt x="80513" y="20428"/>
                  </a:lnTo>
                  <a:cubicBezTo>
                    <a:pt x="80513" y="22982"/>
                    <a:pt x="79235" y="24897"/>
                    <a:pt x="77318" y="26174"/>
                  </a:cubicBezTo>
                  <a:lnTo>
                    <a:pt x="0" y="72139"/>
                  </a:lnTo>
                  <a:lnTo>
                    <a:pt x="11502" y="95121"/>
                  </a:lnTo>
                  <a:lnTo>
                    <a:pt x="63899" y="80438"/>
                  </a:lnTo>
                  <a:cubicBezTo>
                    <a:pt x="65177" y="79800"/>
                    <a:pt x="66455" y="79800"/>
                    <a:pt x="67733" y="80438"/>
                  </a:cubicBezTo>
                  <a:cubicBezTo>
                    <a:pt x="69011" y="81076"/>
                    <a:pt x="83069" y="85545"/>
                    <a:pt x="86264" y="96398"/>
                  </a:cubicBezTo>
                  <a:cubicBezTo>
                    <a:pt x="88181" y="102782"/>
                    <a:pt x="85625" y="109166"/>
                    <a:pt x="78596" y="115550"/>
                  </a:cubicBezTo>
                  <a:cubicBezTo>
                    <a:pt x="59426" y="134702"/>
                    <a:pt x="49842" y="151939"/>
                    <a:pt x="47925" y="170452"/>
                  </a:cubicBezTo>
                  <a:lnTo>
                    <a:pt x="133550" y="170452"/>
                  </a:lnTo>
                  <a:lnTo>
                    <a:pt x="133550" y="151939"/>
                  </a:lnTo>
                  <a:cubicBezTo>
                    <a:pt x="133550" y="148108"/>
                    <a:pt x="136106" y="145555"/>
                    <a:pt x="139940" y="145555"/>
                  </a:cubicBezTo>
                  <a:lnTo>
                    <a:pt x="144413" y="145555"/>
                  </a:lnTo>
                  <a:lnTo>
                    <a:pt x="134828" y="130872"/>
                  </a:lnTo>
                  <a:cubicBezTo>
                    <a:pt x="133550" y="128956"/>
                    <a:pt x="133550" y="127041"/>
                    <a:pt x="134189" y="125126"/>
                  </a:cubicBezTo>
                  <a:cubicBezTo>
                    <a:pt x="134828" y="123211"/>
                    <a:pt x="136106" y="121934"/>
                    <a:pt x="138023" y="121296"/>
                  </a:cubicBezTo>
                  <a:lnTo>
                    <a:pt x="154636" y="115550"/>
                  </a:lnTo>
                  <a:lnTo>
                    <a:pt x="143774" y="100867"/>
                  </a:lnTo>
                  <a:cubicBezTo>
                    <a:pt x="141857" y="98313"/>
                    <a:pt x="141857" y="95121"/>
                    <a:pt x="143774" y="93206"/>
                  </a:cubicBezTo>
                  <a:lnTo>
                    <a:pt x="155275" y="79161"/>
                  </a:lnTo>
                  <a:close/>
                </a:path>
              </a:pathLst>
            </a:custGeom>
            <a:solidFill>
              <a:srgbClr val="046A38"/>
            </a:solidFill>
            <a:ln w="6390" cap="flat">
              <a:noFill/>
              <a:prstDash val="solid"/>
              <a:miter/>
            </a:ln>
          </p:spPr>
          <p:txBody>
            <a:bodyPr rtlCol="0" anchor="ctr"/>
            <a:lstStyle/>
            <a:p>
              <a:endParaRPr lang="en-US"/>
            </a:p>
          </p:txBody>
        </p:sp>
        <p:sp>
          <p:nvSpPr>
            <p:cNvPr id="802" name="Graphic 6">
              <a:extLst>
                <a:ext uri="{FF2B5EF4-FFF2-40B4-BE49-F238E27FC236}">
                  <a16:creationId xmlns:a16="http://schemas.microsoft.com/office/drawing/2014/main" id="{A8C5AFFF-9B08-1C4D-B293-7F460645F9A7}"/>
                </a:ext>
              </a:extLst>
            </p:cNvPr>
            <p:cNvSpPr/>
            <p:nvPr/>
          </p:nvSpPr>
          <p:spPr>
            <a:xfrm>
              <a:off x="904176" y="4305520"/>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181474 w 362309"/>
                <a:gd name="connsiteY4" fmla="*/ 0 h 361971"/>
                <a:gd name="connsiteX5" fmla="*/ 273489 w 362309"/>
                <a:gd name="connsiteY5" fmla="*/ 203649 h 361971"/>
                <a:gd name="connsiteX6" fmla="*/ 269655 w 362309"/>
                <a:gd name="connsiteY6" fmla="*/ 207479 h 361971"/>
                <a:gd name="connsiteX7" fmla="*/ 253042 w 362309"/>
                <a:gd name="connsiteY7" fmla="*/ 213225 h 361971"/>
                <a:gd name="connsiteX8" fmla="*/ 264543 w 362309"/>
                <a:gd name="connsiteY8" fmla="*/ 231100 h 361971"/>
                <a:gd name="connsiteX9" fmla="*/ 264543 w 362309"/>
                <a:gd name="connsiteY9" fmla="*/ 237484 h 361971"/>
                <a:gd name="connsiteX10" fmla="*/ 258792 w 362309"/>
                <a:gd name="connsiteY10" fmla="*/ 240676 h 361971"/>
                <a:gd name="connsiteX11" fmla="*/ 248569 w 362309"/>
                <a:gd name="connsiteY11" fmla="*/ 240676 h 361971"/>
                <a:gd name="connsiteX12" fmla="*/ 248569 w 362309"/>
                <a:gd name="connsiteY12" fmla="*/ 252806 h 361971"/>
                <a:gd name="connsiteX13" fmla="*/ 258792 w 362309"/>
                <a:gd name="connsiteY13" fmla="*/ 252806 h 361971"/>
                <a:gd name="connsiteX14" fmla="*/ 265182 w 362309"/>
                <a:gd name="connsiteY14" fmla="*/ 259190 h 361971"/>
                <a:gd name="connsiteX15" fmla="*/ 265182 w 362309"/>
                <a:gd name="connsiteY15" fmla="*/ 292386 h 361971"/>
                <a:gd name="connsiteX16" fmla="*/ 258792 w 362309"/>
                <a:gd name="connsiteY16" fmla="*/ 298770 h 361971"/>
                <a:gd name="connsiteX17" fmla="*/ 127160 w 362309"/>
                <a:gd name="connsiteY17" fmla="*/ 298770 h 361971"/>
                <a:gd name="connsiteX18" fmla="*/ 120770 w 362309"/>
                <a:gd name="connsiteY18" fmla="*/ 292386 h 361971"/>
                <a:gd name="connsiteX19" fmla="*/ 120770 w 362309"/>
                <a:gd name="connsiteY19" fmla="*/ 259190 h 361971"/>
                <a:gd name="connsiteX20" fmla="*/ 127160 w 362309"/>
                <a:gd name="connsiteY20" fmla="*/ 252806 h 361971"/>
                <a:gd name="connsiteX21" fmla="*/ 137384 w 362309"/>
                <a:gd name="connsiteY21" fmla="*/ 252806 h 361971"/>
                <a:gd name="connsiteX22" fmla="*/ 171889 w 362309"/>
                <a:gd name="connsiteY22" fmla="*/ 188966 h 361971"/>
                <a:gd name="connsiteX23" fmla="*/ 175723 w 362309"/>
                <a:gd name="connsiteY23" fmla="*/ 181944 h 361971"/>
                <a:gd name="connsiteX24" fmla="*/ 168055 w 362309"/>
                <a:gd name="connsiteY24" fmla="*/ 175560 h 361971"/>
                <a:gd name="connsiteX25" fmla="*/ 112463 w 362309"/>
                <a:gd name="connsiteY25" fmla="*/ 191519 h 361971"/>
                <a:gd name="connsiteX26" fmla="*/ 104795 w 362309"/>
                <a:gd name="connsiteY26" fmla="*/ 188327 h 361971"/>
                <a:gd name="connsiteX27" fmla="*/ 88181 w 362309"/>
                <a:gd name="connsiteY27" fmla="*/ 155131 h 361971"/>
                <a:gd name="connsiteX28" fmla="*/ 90737 w 362309"/>
                <a:gd name="connsiteY28" fmla="*/ 146832 h 361971"/>
                <a:gd name="connsiteX29" fmla="*/ 169972 w 362309"/>
                <a:gd name="connsiteY29" fmla="*/ 99590 h 361971"/>
                <a:gd name="connsiteX30" fmla="*/ 169972 w 362309"/>
                <a:gd name="connsiteY30" fmla="*/ 70224 h 361971"/>
                <a:gd name="connsiteX31" fmla="*/ 173806 w 362309"/>
                <a:gd name="connsiteY31" fmla="*/ 64478 h 361971"/>
                <a:gd name="connsiteX32" fmla="*/ 180196 w 362309"/>
                <a:gd name="connsiteY32" fmla="*/ 65117 h 361971"/>
                <a:gd name="connsiteX33" fmla="*/ 211507 w 362309"/>
                <a:gd name="connsiteY33" fmla="*/ 88738 h 361971"/>
                <a:gd name="connsiteX34" fmla="*/ 242179 w 362309"/>
                <a:gd name="connsiteY34" fmla="*/ 88738 h 361971"/>
                <a:gd name="connsiteX35" fmla="*/ 247291 w 362309"/>
                <a:gd name="connsiteY35" fmla="*/ 91291 h 361971"/>
                <a:gd name="connsiteX36" fmla="*/ 248569 w 362309"/>
                <a:gd name="connsiteY36" fmla="*/ 96398 h 361971"/>
                <a:gd name="connsiteX37" fmla="*/ 243457 w 362309"/>
                <a:gd name="connsiteY37" fmla="*/ 118742 h 361971"/>
                <a:gd name="connsiteX38" fmla="*/ 260070 w 362309"/>
                <a:gd name="connsiteY38" fmla="*/ 123211 h 361971"/>
                <a:gd name="connsiteX39" fmla="*/ 263904 w 362309"/>
                <a:gd name="connsiteY39" fmla="*/ 126403 h 361971"/>
                <a:gd name="connsiteX40" fmla="*/ 264543 w 362309"/>
                <a:gd name="connsiteY40" fmla="*/ 131510 h 361971"/>
                <a:gd name="connsiteX41" fmla="*/ 258153 w 362309"/>
                <a:gd name="connsiteY41" fmla="*/ 148747 h 361971"/>
                <a:gd name="connsiteX42" fmla="*/ 269655 w 362309"/>
                <a:gd name="connsiteY42" fmla="*/ 154492 h 361971"/>
                <a:gd name="connsiteX43" fmla="*/ 272850 w 362309"/>
                <a:gd name="connsiteY43" fmla="*/ 158961 h 361971"/>
                <a:gd name="connsiteX44" fmla="*/ 271572 w 362309"/>
                <a:gd name="connsiteY44" fmla="*/ 164068 h 361971"/>
                <a:gd name="connsiteX45" fmla="*/ 258792 w 362309"/>
                <a:gd name="connsiteY45" fmla="*/ 180028 h 361971"/>
                <a:gd name="connsiteX46" fmla="*/ 271572 w 362309"/>
                <a:gd name="connsiteY46" fmla="*/ 197265 h 361971"/>
                <a:gd name="connsiteX47" fmla="*/ 273489 w 362309"/>
                <a:gd name="connsiteY47" fmla="*/ 20364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81077"/>
                    <a:pt x="281157" y="0"/>
                    <a:pt x="181474" y="0"/>
                  </a:cubicBezTo>
                  <a:close/>
                  <a:moveTo>
                    <a:pt x="273489" y="203649"/>
                  </a:moveTo>
                  <a:cubicBezTo>
                    <a:pt x="272850" y="205564"/>
                    <a:pt x="271572" y="206841"/>
                    <a:pt x="269655" y="207479"/>
                  </a:cubicBezTo>
                  <a:lnTo>
                    <a:pt x="253042" y="213225"/>
                  </a:lnTo>
                  <a:lnTo>
                    <a:pt x="264543" y="231100"/>
                  </a:lnTo>
                  <a:cubicBezTo>
                    <a:pt x="265821" y="233015"/>
                    <a:pt x="265821" y="235569"/>
                    <a:pt x="264543" y="237484"/>
                  </a:cubicBezTo>
                  <a:cubicBezTo>
                    <a:pt x="263265" y="239399"/>
                    <a:pt x="261348" y="240676"/>
                    <a:pt x="258792" y="240676"/>
                  </a:cubicBezTo>
                  <a:lnTo>
                    <a:pt x="248569" y="240676"/>
                  </a:lnTo>
                  <a:lnTo>
                    <a:pt x="248569" y="252806"/>
                  </a:lnTo>
                  <a:lnTo>
                    <a:pt x="258792" y="252806"/>
                  </a:lnTo>
                  <a:cubicBezTo>
                    <a:pt x="262626" y="252806"/>
                    <a:pt x="265182" y="255359"/>
                    <a:pt x="265182" y="259190"/>
                  </a:cubicBezTo>
                  <a:lnTo>
                    <a:pt x="265182" y="292386"/>
                  </a:lnTo>
                  <a:cubicBezTo>
                    <a:pt x="265182" y="296217"/>
                    <a:pt x="262626" y="298770"/>
                    <a:pt x="258792" y="298770"/>
                  </a:cubicBezTo>
                  <a:lnTo>
                    <a:pt x="127160" y="298770"/>
                  </a:lnTo>
                  <a:cubicBezTo>
                    <a:pt x="123326" y="298770"/>
                    <a:pt x="120770" y="296217"/>
                    <a:pt x="120770" y="292386"/>
                  </a:cubicBezTo>
                  <a:lnTo>
                    <a:pt x="120770" y="259190"/>
                  </a:lnTo>
                  <a:cubicBezTo>
                    <a:pt x="120770" y="255359"/>
                    <a:pt x="123326" y="252806"/>
                    <a:pt x="127160" y="252806"/>
                  </a:cubicBezTo>
                  <a:lnTo>
                    <a:pt x="137384" y="252806"/>
                  </a:lnTo>
                  <a:cubicBezTo>
                    <a:pt x="139940" y="224078"/>
                    <a:pt x="157831" y="203011"/>
                    <a:pt x="171889" y="188966"/>
                  </a:cubicBezTo>
                  <a:cubicBezTo>
                    <a:pt x="175084" y="185774"/>
                    <a:pt x="176362" y="183220"/>
                    <a:pt x="175723" y="181944"/>
                  </a:cubicBezTo>
                  <a:cubicBezTo>
                    <a:pt x="175084" y="179390"/>
                    <a:pt x="171250" y="176836"/>
                    <a:pt x="168055" y="175560"/>
                  </a:cubicBezTo>
                  <a:lnTo>
                    <a:pt x="112463" y="191519"/>
                  </a:lnTo>
                  <a:cubicBezTo>
                    <a:pt x="109268" y="192158"/>
                    <a:pt x="106073" y="190881"/>
                    <a:pt x="104795" y="188327"/>
                  </a:cubicBezTo>
                  <a:lnTo>
                    <a:pt x="88181" y="155131"/>
                  </a:lnTo>
                  <a:cubicBezTo>
                    <a:pt x="86903" y="151939"/>
                    <a:pt x="87542" y="148747"/>
                    <a:pt x="90737" y="146832"/>
                  </a:cubicBezTo>
                  <a:lnTo>
                    <a:pt x="169972" y="99590"/>
                  </a:lnTo>
                  <a:lnTo>
                    <a:pt x="169972" y="70224"/>
                  </a:lnTo>
                  <a:cubicBezTo>
                    <a:pt x="169972" y="67670"/>
                    <a:pt x="171250" y="65755"/>
                    <a:pt x="173806" y="64478"/>
                  </a:cubicBezTo>
                  <a:cubicBezTo>
                    <a:pt x="175723" y="63202"/>
                    <a:pt x="178279" y="63840"/>
                    <a:pt x="180196" y="65117"/>
                  </a:cubicBezTo>
                  <a:lnTo>
                    <a:pt x="211507" y="88738"/>
                  </a:lnTo>
                  <a:lnTo>
                    <a:pt x="242179" y="88738"/>
                  </a:lnTo>
                  <a:cubicBezTo>
                    <a:pt x="244096" y="88738"/>
                    <a:pt x="246013" y="89376"/>
                    <a:pt x="247291" y="91291"/>
                  </a:cubicBezTo>
                  <a:cubicBezTo>
                    <a:pt x="248569" y="92568"/>
                    <a:pt x="249208" y="94483"/>
                    <a:pt x="248569" y="96398"/>
                  </a:cubicBezTo>
                  <a:lnTo>
                    <a:pt x="243457" y="118742"/>
                  </a:lnTo>
                  <a:lnTo>
                    <a:pt x="260070" y="123211"/>
                  </a:lnTo>
                  <a:cubicBezTo>
                    <a:pt x="261987" y="123849"/>
                    <a:pt x="263265" y="125126"/>
                    <a:pt x="263904" y="126403"/>
                  </a:cubicBezTo>
                  <a:cubicBezTo>
                    <a:pt x="264543" y="127680"/>
                    <a:pt x="264543" y="129595"/>
                    <a:pt x="264543" y="131510"/>
                  </a:cubicBezTo>
                  <a:lnTo>
                    <a:pt x="258153" y="148747"/>
                  </a:lnTo>
                  <a:lnTo>
                    <a:pt x="269655" y="154492"/>
                  </a:lnTo>
                  <a:cubicBezTo>
                    <a:pt x="271572" y="155131"/>
                    <a:pt x="272850" y="157046"/>
                    <a:pt x="272850" y="158961"/>
                  </a:cubicBezTo>
                  <a:cubicBezTo>
                    <a:pt x="273489" y="160876"/>
                    <a:pt x="272850" y="162792"/>
                    <a:pt x="271572" y="164068"/>
                  </a:cubicBezTo>
                  <a:lnTo>
                    <a:pt x="258792" y="180028"/>
                  </a:lnTo>
                  <a:lnTo>
                    <a:pt x="271572" y="197265"/>
                  </a:lnTo>
                  <a:cubicBezTo>
                    <a:pt x="274128" y="199819"/>
                    <a:pt x="274128" y="201734"/>
                    <a:pt x="273489" y="203649"/>
                  </a:cubicBezTo>
                  <a:close/>
                </a:path>
              </a:pathLst>
            </a:custGeom>
            <a:solidFill>
              <a:srgbClr val="046A38"/>
            </a:solidFill>
            <a:ln w="6390" cap="flat">
              <a:noFill/>
              <a:prstDash val="solid"/>
              <a:miter/>
            </a:ln>
          </p:spPr>
          <p:txBody>
            <a:bodyPr rtlCol="0" anchor="ctr"/>
            <a:lstStyle/>
            <a:p>
              <a:endParaRPr lang="en-US"/>
            </a:p>
          </p:txBody>
        </p:sp>
      </p:grpSp>
      <p:grpSp>
        <p:nvGrpSpPr>
          <p:cNvPr id="803" name="Graphic 6">
            <a:extLst>
              <a:ext uri="{FF2B5EF4-FFF2-40B4-BE49-F238E27FC236}">
                <a16:creationId xmlns:a16="http://schemas.microsoft.com/office/drawing/2014/main" id="{1C19F630-7062-DE49-94DC-9DAAE2F836EF}"/>
              </a:ext>
            </a:extLst>
          </p:cNvPr>
          <p:cNvGrpSpPr/>
          <p:nvPr/>
        </p:nvGrpSpPr>
        <p:grpSpPr>
          <a:xfrm>
            <a:off x="2997519" y="3338346"/>
            <a:ext cx="362313" cy="361971"/>
            <a:chOff x="2997519" y="3338346"/>
            <a:chExt cx="362313" cy="361971"/>
          </a:xfrm>
          <a:solidFill>
            <a:srgbClr val="046A38"/>
          </a:solidFill>
        </p:grpSpPr>
        <p:sp>
          <p:nvSpPr>
            <p:cNvPr id="804" name="Graphic 6">
              <a:extLst>
                <a:ext uri="{FF2B5EF4-FFF2-40B4-BE49-F238E27FC236}">
                  <a16:creationId xmlns:a16="http://schemas.microsoft.com/office/drawing/2014/main" id="{FD381704-B7E7-AA45-917B-350DF037092D}"/>
                </a:ext>
              </a:extLst>
            </p:cNvPr>
            <p:cNvSpPr/>
            <p:nvPr/>
          </p:nvSpPr>
          <p:spPr>
            <a:xfrm>
              <a:off x="3140654" y="3421338"/>
              <a:ext cx="32588" cy="171729"/>
            </a:xfrm>
            <a:custGeom>
              <a:avLst/>
              <a:gdLst>
                <a:gd name="connsiteX0" fmla="*/ 11502 w 32588"/>
                <a:gd name="connsiteY0" fmla="*/ 10215 h 171729"/>
                <a:gd name="connsiteX1" fmla="*/ 1278 w 32588"/>
                <a:gd name="connsiteY1" fmla="*/ 35751 h 171729"/>
                <a:gd name="connsiteX2" fmla="*/ 10863 w 32588"/>
                <a:gd name="connsiteY2" fmla="*/ 25536 h 171729"/>
                <a:gd name="connsiteX3" fmla="*/ 19809 w 32588"/>
                <a:gd name="connsiteY3" fmla="*/ 24898 h 171729"/>
                <a:gd name="connsiteX4" fmla="*/ 20448 w 32588"/>
                <a:gd name="connsiteY4" fmla="*/ 33835 h 171729"/>
                <a:gd name="connsiteX5" fmla="*/ 0 w 32588"/>
                <a:gd name="connsiteY5" fmla="*/ 55541 h 171729"/>
                <a:gd name="connsiteX6" fmla="*/ 1278 w 32588"/>
                <a:gd name="connsiteY6" fmla="*/ 79800 h 171729"/>
                <a:gd name="connsiteX7" fmla="*/ 10863 w 32588"/>
                <a:gd name="connsiteY7" fmla="*/ 69586 h 171729"/>
                <a:gd name="connsiteX8" fmla="*/ 19809 w 32588"/>
                <a:gd name="connsiteY8" fmla="*/ 68947 h 171729"/>
                <a:gd name="connsiteX9" fmla="*/ 20448 w 32588"/>
                <a:gd name="connsiteY9" fmla="*/ 77885 h 171729"/>
                <a:gd name="connsiteX10" fmla="*/ 4473 w 32588"/>
                <a:gd name="connsiteY10" fmla="*/ 95760 h 171729"/>
                <a:gd name="connsiteX11" fmla="*/ 3834 w 32588"/>
                <a:gd name="connsiteY11" fmla="*/ 96398 h 171729"/>
                <a:gd name="connsiteX12" fmla="*/ 7029 w 32588"/>
                <a:gd name="connsiteY12" fmla="*/ 116827 h 171729"/>
                <a:gd name="connsiteX13" fmla="*/ 8307 w 32588"/>
                <a:gd name="connsiteY13" fmla="*/ 123211 h 171729"/>
                <a:gd name="connsiteX14" fmla="*/ 8946 w 32588"/>
                <a:gd name="connsiteY14" fmla="*/ 126403 h 171729"/>
                <a:gd name="connsiteX15" fmla="*/ 9585 w 32588"/>
                <a:gd name="connsiteY15" fmla="*/ 125765 h 171729"/>
                <a:gd name="connsiteX16" fmla="*/ 18531 w 32588"/>
                <a:gd name="connsiteY16" fmla="*/ 126403 h 171729"/>
                <a:gd name="connsiteX17" fmla="*/ 17892 w 32588"/>
                <a:gd name="connsiteY17" fmla="*/ 135341 h 171729"/>
                <a:gd name="connsiteX18" fmla="*/ 12141 w 32588"/>
                <a:gd name="connsiteY18" fmla="*/ 140448 h 171729"/>
                <a:gd name="connsiteX19" fmla="*/ 32589 w 32588"/>
                <a:gd name="connsiteY19" fmla="*/ 171729 h 171729"/>
                <a:gd name="connsiteX20" fmla="*/ 32589 w 32588"/>
                <a:gd name="connsiteY20" fmla="*/ 0 h 171729"/>
                <a:gd name="connsiteX21" fmla="*/ 11502 w 32588"/>
                <a:gd name="connsiteY21" fmla="*/ 10215 h 17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588" h="171729">
                  <a:moveTo>
                    <a:pt x="11502" y="10215"/>
                  </a:moveTo>
                  <a:cubicBezTo>
                    <a:pt x="5751" y="16599"/>
                    <a:pt x="3195" y="25536"/>
                    <a:pt x="1278" y="35751"/>
                  </a:cubicBezTo>
                  <a:lnTo>
                    <a:pt x="10863" y="25536"/>
                  </a:lnTo>
                  <a:cubicBezTo>
                    <a:pt x="13419" y="22983"/>
                    <a:pt x="17253" y="22983"/>
                    <a:pt x="19809" y="24898"/>
                  </a:cubicBezTo>
                  <a:cubicBezTo>
                    <a:pt x="22365" y="27451"/>
                    <a:pt x="22365" y="31282"/>
                    <a:pt x="20448" y="33835"/>
                  </a:cubicBezTo>
                  <a:lnTo>
                    <a:pt x="0" y="55541"/>
                  </a:lnTo>
                  <a:cubicBezTo>
                    <a:pt x="0" y="63202"/>
                    <a:pt x="639" y="71501"/>
                    <a:pt x="1278" y="79800"/>
                  </a:cubicBezTo>
                  <a:lnTo>
                    <a:pt x="10863" y="69586"/>
                  </a:lnTo>
                  <a:cubicBezTo>
                    <a:pt x="13419" y="67032"/>
                    <a:pt x="17253" y="67032"/>
                    <a:pt x="19809" y="68947"/>
                  </a:cubicBezTo>
                  <a:cubicBezTo>
                    <a:pt x="22365" y="71501"/>
                    <a:pt x="22365" y="75331"/>
                    <a:pt x="20448" y="77885"/>
                  </a:cubicBezTo>
                  <a:lnTo>
                    <a:pt x="4473" y="95760"/>
                  </a:lnTo>
                  <a:lnTo>
                    <a:pt x="3834" y="96398"/>
                  </a:lnTo>
                  <a:cubicBezTo>
                    <a:pt x="5112" y="103421"/>
                    <a:pt x="5751" y="110443"/>
                    <a:pt x="7029" y="116827"/>
                  </a:cubicBezTo>
                  <a:lnTo>
                    <a:pt x="8307" y="123211"/>
                  </a:lnTo>
                  <a:cubicBezTo>
                    <a:pt x="8307" y="124488"/>
                    <a:pt x="8946" y="125126"/>
                    <a:pt x="8946" y="126403"/>
                  </a:cubicBezTo>
                  <a:lnTo>
                    <a:pt x="9585" y="125765"/>
                  </a:lnTo>
                  <a:cubicBezTo>
                    <a:pt x="12141" y="123211"/>
                    <a:pt x="15975" y="123849"/>
                    <a:pt x="18531" y="126403"/>
                  </a:cubicBezTo>
                  <a:cubicBezTo>
                    <a:pt x="21087" y="128957"/>
                    <a:pt x="20448" y="132787"/>
                    <a:pt x="17892" y="135341"/>
                  </a:cubicBezTo>
                  <a:lnTo>
                    <a:pt x="12141" y="140448"/>
                  </a:lnTo>
                  <a:cubicBezTo>
                    <a:pt x="17253" y="158961"/>
                    <a:pt x="24921" y="167899"/>
                    <a:pt x="32589" y="171729"/>
                  </a:cubicBezTo>
                  <a:lnTo>
                    <a:pt x="32589" y="0"/>
                  </a:lnTo>
                  <a:cubicBezTo>
                    <a:pt x="23004" y="1277"/>
                    <a:pt x="16614" y="4469"/>
                    <a:pt x="11502" y="10215"/>
                  </a:cubicBezTo>
                </a:path>
              </a:pathLst>
            </a:custGeom>
            <a:solidFill>
              <a:srgbClr val="046A38"/>
            </a:solidFill>
            <a:ln w="6390" cap="flat">
              <a:noFill/>
              <a:prstDash val="solid"/>
              <a:miter/>
            </a:ln>
          </p:spPr>
          <p:txBody>
            <a:bodyPr rtlCol="0" anchor="ctr"/>
            <a:lstStyle/>
            <a:p>
              <a:endParaRPr lang="en-US"/>
            </a:p>
          </p:txBody>
        </p:sp>
        <p:sp>
          <p:nvSpPr>
            <p:cNvPr id="805" name="Graphic 6">
              <a:extLst>
                <a:ext uri="{FF2B5EF4-FFF2-40B4-BE49-F238E27FC236}">
                  <a16:creationId xmlns:a16="http://schemas.microsoft.com/office/drawing/2014/main" id="{D1210C6B-1BDF-6B4B-A853-76E46CF5652E}"/>
                </a:ext>
              </a:extLst>
            </p:cNvPr>
            <p:cNvSpPr/>
            <p:nvPr/>
          </p:nvSpPr>
          <p:spPr>
            <a:xfrm>
              <a:off x="3184744" y="3421338"/>
              <a:ext cx="33227" cy="170452"/>
            </a:xfrm>
            <a:custGeom>
              <a:avLst/>
              <a:gdLst>
                <a:gd name="connsiteX0" fmla="*/ 0 w 33227"/>
                <a:gd name="connsiteY0" fmla="*/ 0 h 170452"/>
                <a:gd name="connsiteX1" fmla="*/ 0 w 33227"/>
                <a:gd name="connsiteY1" fmla="*/ 170452 h 170452"/>
                <a:gd name="connsiteX2" fmla="*/ 24282 w 33227"/>
                <a:gd name="connsiteY2" fmla="*/ 118742 h 170452"/>
                <a:gd name="connsiteX3" fmla="*/ 24921 w 33227"/>
                <a:gd name="connsiteY3" fmla="*/ 116827 h 170452"/>
                <a:gd name="connsiteX4" fmla="*/ 23643 w 33227"/>
                <a:gd name="connsiteY4" fmla="*/ 116189 h 170452"/>
                <a:gd name="connsiteX5" fmla="*/ 12141 w 33227"/>
                <a:gd name="connsiteY5" fmla="*/ 103421 h 170452"/>
                <a:gd name="connsiteX6" fmla="*/ 12141 w 33227"/>
                <a:gd name="connsiteY6" fmla="*/ 94483 h 170452"/>
                <a:gd name="connsiteX7" fmla="*/ 21087 w 33227"/>
                <a:gd name="connsiteY7" fmla="*/ 94483 h 170452"/>
                <a:gd name="connsiteX8" fmla="*/ 28116 w 33227"/>
                <a:gd name="connsiteY8" fmla="*/ 101505 h 170452"/>
                <a:gd name="connsiteX9" fmla="*/ 32589 w 33227"/>
                <a:gd name="connsiteY9" fmla="*/ 68947 h 170452"/>
                <a:gd name="connsiteX10" fmla="*/ 31950 w 33227"/>
                <a:gd name="connsiteY10" fmla="*/ 68309 h 170452"/>
                <a:gd name="connsiteX11" fmla="*/ 12141 w 33227"/>
                <a:gd name="connsiteY11" fmla="*/ 47242 h 170452"/>
                <a:gd name="connsiteX12" fmla="*/ 12141 w 33227"/>
                <a:gd name="connsiteY12" fmla="*/ 38304 h 170452"/>
                <a:gd name="connsiteX13" fmla="*/ 21087 w 33227"/>
                <a:gd name="connsiteY13" fmla="*/ 38304 h 170452"/>
                <a:gd name="connsiteX14" fmla="*/ 33228 w 33227"/>
                <a:gd name="connsiteY14" fmla="*/ 51072 h 170452"/>
                <a:gd name="connsiteX15" fmla="*/ 22365 w 33227"/>
                <a:gd name="connsiteY15" fmla="*/ 10853 h 170452"/>
                <a:gd name="connsiteX16" fmla="*/ 0 w 33227"/>
                <a:gd name="connsiteY16" fmla="*/ 0 h 17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227" h="170452">
                  <a:moveTo>
                    <a:pt x="0" y="0"/>
                  </a:moveTo>
                  <a:lnTo>
                    <a:pt x="0" y="170452"/>
                  </a:lnTo>
                  <a:cubicBezTo>
                    <a:pt x="7029" y="165345"/>
                    <a:pt x="17253" y="151300"/>
                    <a:pt x="24282" y="118742"/>
                  </a:cubicBezTo>
                  <a:cubicBezTo>
                    <a:pt x="24282" y="118104"/>
                    <a:pt x="24282" y="117465"/>
                    <a:pt x="24921" y="116827"/>
                  </a:cubicBezTo>
                  <a:cubicBezTo>
                    <a:pt x="24282" y="116827"/>
                    <a:pt x="24282" y="116189"/>
                    <a:pt x="23643" y="116189"/>
                  </a:cubicBezTo>
                  <a:lnTo>
                    <a:pt x="12141" y="103421"/>
                  </a:lnTo>
                  <a:cubicBezTo>
                    <a:pt x="9585" y="100867"/>
                    <a:pt x="9585" y="97037"/>
                    <a:pt x="12141" y="94483"/>
                  </a:cubicBezTo>
                  <a:cubicBezTo>
                    <a:pt x="14697" y="91930"/>
                    <a:pt x="18531" y="91930"/>
                    <a:pt x="21087" y="94483"/>
                  </a:cubicBezTo>
                  <a:lnTo>
                    <a:pt x="28116" y="101505"/>
                  </a:lnTo>
                  <a:cubicBezTo>
                    <a:pt x="30033" y="91930"/>
                    <a:pt x="31950" y="80438"/>
                    <a:pt x="32589" y="68947"/>
                  </a:cubicBezTo>
                  <a:lnTo>
                    <a:pt x="31950" y="68309"/>
                  </a:lnTo>
                  <a:lnTo>
                    <a:pt x="12141" y="47242"/>
                  </a:lnTo>
                  <a:cubicBezTo>
                    <a:pt x="9585" y="44688"/>
                    <a:pt x="9585" y="40858"/>
                    <a:pt x="12141" y="38304"/>
                  </a:cubicBezTo>
                  <a:cubicBezTo>
                    <a:pt x="14697" y="35751"/>
                    <a:pt x="18531" y="35751"/>
                    <a:pt x="21087" y="38304"/>
                  </a:cubicBezTo>
                  <a:lnTo>
                    <a:pt x="33228" y="51072"/>
                  </a:lnTo>
                  <a:cubicBezTo>
                    <a:pt x="33228" y="35112"/>
                    <a:pt x="30033" y="20429"/>
                    <a:pt x="22365" y="10853"/>
                  </a:cubicBezTo>
                  <a:cubicBezTo>
                    <a:pt x="16614" y="5107"/>
                    <a:pt x="9585" y="1277"/>
                    <a:pt x="0" y="0"/>
                  </a:cubicBezTo>
                </a:path>
              </a:pathLst>
            </a:custGeom>
            <a:solidFill>
              <a:srgbClr val="046A38"/>
            </a:solidFill>
            <a:ln w="6390" cap="flat">
              <a:noFill/>
              <a:prstDash val="solid"/>
              <a:miter/>
            </a:ln>
          </p:spPr>
          <p:txBody>
            <a:bodyPr rtlCol="0" anchor="ctr"/>
            <a:lstStyle/>
            <a:p>
              <a:endParaRPr lang="en-US"/>
            </a:p>
          </p:txBody>
        </p:sp>
        <p:sp>
          <p:nvSpPr>
            <p:cNvPr id="806" name="Graphic 6">
              <a:extLst>
                <a:ext uri="{FF2B5EF4-FFF2-40B4-BE49-F238E27FC236}">
                  <a16:creationId xmlns:a16="http://schemas.microsoft.com/office/drawing/2014/main" id="{E8C61955-2BD9-B341-BA2C-67A5D44C4816}"/>
                </a:ext>
              </a:extLst>
            </p:cNvPr>
            <p:cNvSpPr/>
            <p:nvPr/>
          </p:nvSpPr>
          <p:spPr>
            <a:xfrm>
              <a:off x="2997519" y="3338346"/>
              <a:ext cx="362313" cy="361971"/>
            </a:xfrm>
            <a:custGeom>
              <a:avLst/>
              <a:gdLst>
                <a:gd name="connsiteX0" fmla="*/ 223648 w 362313"/>
                <a:gd name="connsiteY0" fmla="*/ 204926 h 361971"/>
                <a:gd name="connsiteX1" fmla="*/ 187225 w 362313"/>
                <a:gd name="connsiteY1" fmla="*/ 268127 h 361971"/>
                <a:gd name="connsiteX2" fmla="*/ 187225 w 362313"/>
                <a:gd name="connsiteY2" fmla="*/ 285364 h 361971"/>
                <a:gd name="connsiteX3" fmla="*/ 180835 w 362313"/>
                <a:gd name="connsiteY3" fmla="*/ 291748 h 361971"/>
                <a:gd name="connsiteX4" fmla="*/ 174445 w 362313"/>
                <a:gd name="connsiteY4" fmla="*/ 285364 h 361971"/>
                <a:gd name="connsiteX5" fmla="*/ 174445 w 362313"/>
                <a:gd name="connsiteY5" fmla="*/ 268766 h 361971"/>
                <a:gd name="connsiteX6" fmla="*/ 138023 w 362313"/>
                <a:gd name="connsiteY6" fmla="*/ 208756 h 361971"/>
                <a:gd name="connsiteX7" fmla="*/ 136745 w 362313"/>
                <a:gd name="connsiteY7" fmla="*/ 202372 h 361971"/>
                <a:gd name="connsiteX8" fmla="*/ 145051 w 362313"/>
                <a:gd name="connsiteY8" fmla="*/ 85546 h 361971"/>
                <a:gd name="connsiteX9" fmla="*/ 180835 w 362313"/>
                <a:gd name="connsiteY9" fmla="*/ 70862 h 361971"/>
                <a:gd name="connsiteX10" fmla="*/ 218536 w 362313"/>
                <a:gd name="connsiteY10" fmla="*/ 87461 h 361971"/>
                <a:gd name="connsiteX11" fmla="*/ 223648 w 362313"/>
                <a:gd name="connsiteY11" fmla="*/ 204926 h 361971"/>
                <a:gd name="connsiteX12" fmla="*/ 181474 w 362313"/>
                <a:gd name="connsiteY12" fmla="*/ 0 h 361971"/>
                <a:gd name="connsiteX13" fmla="*/ 0 w 362313"/>
                <a:gd name="connsiteY13" fmla="*/ 180667 h 361971"/>
                <a:gd name="connsiteX14" fmla="*/ 180835 w 362313"/>
                <a:gd name="connsiteY14" fmla="*/ 361972 h 361971"/>
                <a:gd name="connsiteX15" fmla="*/ 362309 w 362313"/>
                <a:gd name="connsiteY15" fmla="*/ 181305 h 361971"/>
                <a:gd name="connsiteX16" fmla="*/ 181474 w 362313"/>
                <a:gd name="connsiteY16"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2313" h="361971">
                  <a:moveTo>
                    <a:pt x="223648" y="204926"/>
                  </a:moveTo>
                  <a:cubicBezTo>
                    <a:pt x="214702" y="245145"/>
                    <a:pt x="200005" y="263658"/>
                    <a:pt x="187225" y="268127"/>
                  </a:cubicBezTo>
                  <a:lnTo>
                    <a:pt x="187225" y="285364"/>
                  </a:lnTo>
                  <a:cubicBezTo>
                    <a:pt x="187225" y="289194"/>
                    <a:pt x="184669" y="291748"/>
                    <a:pt x="180835" y="291748"/>
                  </a:cubicBezTo>
                  <a:cubicBezTo>
                    <a:pt x="177001" y="291748"/>
                    <a:pt x="174445" y="289194"/>
                    <a:pt x="174445" y="285364"/>
                  </a:cubicBezTo>
                  <a:lnTo>
                    <a:pt x="174445" y="268766"/>
                  </a:lnTo>
                  <a:cubicBezTo>
                    <a:pt x="162943" y="266212"/>
                    <a:pt x="145051" y="254082"/>
                    <a:pt x="138023" y="208756"/>
                  </a:cubicBezTo>
                  <a:lnTo>
                    <a:pt x="136745" y="202372"/>
                  </a:lnTo>
                  <a:cubicBezTo>
                    <a:pt x="130994" y="164068"/>
                    <a:pt x="122687" y="111081"/>
                    <a:pt x="145051" y="85546"/>
                  </a:cubicBezTo>
                  <a:cubicBezTo>
                    <a:pt x="153358" y="75970"/>
                    <a:pt x="165499" y="70862"/>
                    <a:pt x="180835" y="70862"/>
                  </a:cubicBezTo>
                  <a:cubicBezTo>
                    <a:pt x="197449" y="70862"/>
                    <a:pt x="210229" y="76608"/>
                    <a:pt x="218536" y="87461"/>
                  </a:cubicBezTo>
                  <a:cubicBezTo>
                    <a:pt x="240262" y="112997"/>
                    <a:pt x="231955" y="166622"/>
                    <a:pt x="223648" y="204926"/>
                  </a:cubicBezTo>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949" y="81077"/>
                    <a:pt x="281796" y="0"/>
                    <a:pt x="181474" y="0"/>
                  </a:cubicBezTo>
                </a:path>
              </a:pathLst>
            </a:custGeom>
            <a:solidFill>
              <a:srgbClr val="046A38"/>
            </a:solidFill>
            <a:ln w="6390" cap="flat">
              <a:noFill/>
              <a:prstDash val="solid"/>
              <a:miter/>
            </a:ln>
          </p:spPr>
          <p:txBody>
            <a:bodyPr rtlCol="0" anchor="ctr"/>
            <a:lstStyle/>
            <a:p>
              <a:endParaRPr lang="en-US"/>
            </a:p>
          </p:txBody>
        </p:sp>
      </p:grpSp>
      <p:grpSp>
        <p:nvGrpSpPr>
          <p:cNvPr id="807" name="Graphic 6">
            <a:extLst>
              <a:ext uri="{FF2B5EF4-FFF2-40B4-BE49-F238E27FC236}">
                <a16:creationId xmlns:a16="http://schemas.microsoft.com/office/drawing/2014/main" id="{838681C9-2A9D-AD4D-81FC-3A228017786F}"/>
              </a:ext>
            </a:extLst>
          </p:cNvPr>
          <p:cNvGrpSpPr/>
          <p:nvPr/>
        </p:nvGrpSpPr>
        <p:grpSpPr>
          <a:xfrm>
            <a:off x="2559808" y="3337708"/>
            <a:ext cx="362309" cy="361971"/>
            <a:chOff x="2559808" y="3337708"/>
            <a:chExt cx="362309" cy="361971"/>
          </a:xfrm>
          <a:solidFill>
            <a:srgbClr val="046A38"/>
          </a:solidFill>
        </p:grpSpPr>
        <p:sp>
          <p:nvSpPr>
            <p:cNvPr id="808" name="Graphic 6">
              <a:extLst>
                <a:ext uri="{FF2B5EF4-FFF2-40B4-BE49-F238E27FC236}">
                  <a16:creationId xmlns:a16="http://schemas.microsoft.com/office/drawing/2014/main" id="{A3ABEA55-3C7C-634A-B828-852C199AA2EB}"/>
                </a:ext>
              </a:extLst>
            </p:cNvPr>
            <p:cNvSpPr/>
            <p:nvPr/>
          </p:nvSpPr>
          <p:spPr>
            <a:xfrm>
              <a:off x="2559808" y="3337708"/>
              <a:ext cx="362309" cy="361971"/>
            </a:xfrm>
            <a:custGeom>
              <a:avLst/>
              <a:gdLst>
                <a:gd name="connsiteX0" fmla="*/ 181474 w 362309"/>
                <a:gd name="connsiteY0" fmla="*/ 349204 h 361971"/>
                <a:gd name="connsiteX1" fmla="*/ 13419 w 362309"/>
                <a:gd name="connsiteY1" fmla="*/ 180667 h 361971"/>
                <a:gd name="connsiteX2" fmla="*/ 182113 w 362309"/>
                <a:gd name="connsiteY2" fmla="*/ 12768 h 361971"/>
                <a:gd name="connsiteX3" fmla="*/ 350168 w 362309"/>
                <a:gd name="connsiteY3" fmla="*/ 181305 h 361971"/>
                <a:gd name="connsiteX4" fmla="*/ 181474 w 362309"/>
                <a:gd name="connsiteY4" fmla="*/ 349204 h 361971"/>
                <a:gd name="connsiteX5" fmla="*/ 181474 w 362309"/>
                <a:gd name="connsiteY5" fmla="*/ 0 h 361971"/>
                <a:gd name="connsiteX6" fmla="*/ 0 w 362309"/>
                <a:gd name="connsiteY6" fmla="*/ 180667 h 361971"/>
                <a:gd name="connsiteX7" fmla="*/ 180835 w 362309"/>
                <a:gd name="connsiteY7" fmla="*/ 361972 h 361971"/>
                <a:gd name="connsiteX8" fmla="*/ 362309 w 362309"/>
                <a:gd name="connsiteY8" fmla="*/ 181305 h 361971"/>
                <a:gd name="connsiteX9" fmla="*/ 181474 w 362309"/>
                <a:gd name="connsiteY9"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349204"/>
                  </a:moveTo>
                  <a:cubicBezTo>
                    <a:pt x="88820" y="349204"/>
                    <a:pt x="13419" y="273873"/>
                    <a:pt x="13419" y="180667"/>
                  </a:cubicBezTo>
                  <a:cubicBezTo>
                    <a:pt x="13419" y="88099"/>
                    <a:pt x="88820" y="12768"/>
                    <a:pt x="182113" y="12768"/>
                  </a:cubicBezTo>
                  <a:cubicBezTo>
                    <a:pt x="274767" y="12768"/>
                    <a:pt x="350168" y="88099"/>
                    <a:pt x="350168" y="181305"/>
                  </a:cubicBezTo>
                  <a:cubicBezTo>
                    <a:pt x="349529" y="273873"/>
                    <a:pt x="274128" y="349204"/>
                    <a:pt x="181474" y="349204"/>
                  </a:cubicBezTo>
                  <a:moveTo>
                    <a:pt x="181474" y="0"/>
                  </a:moveTo>
                  <a:cubicBezTo>
                    <a:pt x="81152" y="0"/>
                    <a:pt x="0" y="81077"/>
                    <a:pt x="0" y="180667"/>
                  </a:cubicBezTo>
                  <a:cubicBezTo>
                    <a:pt x="0" y="280895"/>
                    <a:pt x="81152" y="361972"/>
                    <a:pt x="180835" y="361972"/>
                  </a:cubicBezTo>
                  <a:cubicBezTo>
                    <a:pt x="280518" y="361972"/>
                    <a:pt x="362309" y="280895"/>
                    <a:pt x="362309" y="181305"/>
                  </a:cubicBezTo>
                  <a:cubicBezTo>
                    <a:pt x="362309" y="81077"/>
                    <a:pt x="281157" y="0"/>
                    <a:pt x="181474" y="0"/>
                  </a:cubicBezTo>
                </a:path>
              </a:pathLst>
            </a:custGeom>
            <a:solidFill>
              <a:srgbClr val="046A38"/>
            </a:solidFill>
            <a:ln w="6390" cap="flat">
              <a:noFill/>
              <a:prstDash val="solid"/>
              <a:miter/>
            </a:ln>
          </p:spPr>
          <p:txBody>
            <a:bodyPr rtlCol="0" anchor="ctr"/>
            <a:lstStyle/>
            <a:p>
              <a:endParaRPr lang="en-US"/>
            </a:p>
          </p:txBody>
        </p:sp>
        <p:sp>
          <p:nvSpPr>
            <p:cNvPr id="809" name="Graphic 6">
              <a:extLst>
                <a:ext uri="{FF2B5EF4-FFF2-40B4-BE49-F238E27FC236}">
                  <a16:creationId xmlns:a16="http://schemas.microsoft.com/office/drawing/2014/main" id="{EBA6203B-9437-D84C-B8EB-CC47D13567AD}"/>
                </a:ext>
              </a:extLst>
            </p:cNvPr>
            <p:cNvSpPr/>
            <p:nvPr/>
          </p:nvSpPr>
          <p:spPr>
            <a:xfrm>
              <a:off x="2690163" y="3407932"/>
              <a:ext cx="102030" cy="220885"/>
            </a:xfrm>
            <a:custGeom>
              <a:avLst/>
              <a:gdLst>
                <a:gd name="connsiteX0" fmla="*/ 88820 w 102030"/>
                <a:gd name="connsiteY0" fmla="*/ 65117 h 220885"/>
                <a:gd name="connsiteX1" fmla="*/ 76679 w 102030"/>
                <a:gd name="connsiteY1" fmla="*/ 52349 h 220885"/>
                <a:gd name="connsiteX2" fmla="*/ 67733 w 102030"/>
                <a:gd name="connsiteY2" fmla="*/ 52349 h 220885"/>
                <a:gd name="connsiteX3" fmla="*/ 67733 w 102030"/>
                <a:gd name="connsiteY3" fmla="*/ 61286 h 220885"/>
                <a:gd name="connsiteX4" fmla="*/ 87542 w 102030"/>
                <a:gd name="connsiteY4" fmla="*/ 82353 h 220885"/>
                <a:gd name="connsiteX5" fmla="*/ 88181 w 102030"/>
                <a:gd name="connsiteY5" fmla="*/ 82992 h 220885"/>
                <a:gd name="connsiteX6" fmla="*/ 83708 w 102030"/>
                <a:gd name="connsiteY6" fmla="*/ 115550 h 220885"/>
                <a:gd name="connsiteX7" fmla="*/ 76679 w 102030"/>
                <a:gd name="connsiteY7" fmla="*/ 108528 h 220885"/>
                <a:gd name="connsiteX8" fmla="*/ 67733 w 102030"/>
                <a:gd name="connsiteY8" fmla="*/ 108528 h 220885"/>
                <a:gd name="connsiteX9" fmla="*/ 67733 w 102030"/>
                <a:gd name="connsiteY9" fmla="*/ 117465 h 220885"/>
                <a:gd name="connsiteX10" fmla="*/ 79235 w 102030"/>
                <a:gd name="connsiteY10" fmla="*/ 130233 h 220885"/>
                <a:gd name="connsiteX11" fmla="*/ 80513 w 102030"/>
                <a:gd name="connsiteY11" fmla="*/ 130872 h 220885"/>
                <a:gd name="connsiteX12" fmla="*/ 79874 w 102030"/>
                <a:gd name="connsiteY12" fmla="*/ 132787 h 220885"/>
                <a:gd name="connsiteX13" fmla="*/ 55593 w 102030"/>
                <a:gd name="connsiteY13" fmla="*/ 184497 h 220885"/>
                <a:gd name="connsiteX14" fmla="*/ 55593 w 102030"/>
                <a:gd name="connsiteY14" fmla="*/ 14045 h 220885"/>
                <a:gd name="connsiteX15" fmla="*/ 77318 w 102030"/>
                <a:gd name="connsiteY15" fmla="*/ 25536 h 220885"/>
                <a:gd name="connsiteX16" fmla="*/ 88820 w 102030"/>
                <a:gd name="connsiteY16" fmla="*/ 65117 h 220885"/>
                <a:gd name="connsiteX17" fmla="*/ 23643 w 102030"/>
                <a:gd name="connsiteY17" fmla="*/ 153854 h 220885"/>
                <a:gd name="connsiteX18" fmla="*/ 29394 w 102030"/>
                <a:gd name="connsiteY18" fmla="*/ 148747 h 220885"/>
                <a:gd name="connsiteX19" fmla="*/ 30033 w 102030"/>
                <a:gd name="connsiteY19" fmla="*/ 139809 h 220885"/>
                <a:gd name="connsiteX20" fmla="*/ 21087 w 102030"/>
                <a:gd name="connsiteY20" fmla="*/ 139171 h 220885"/>
                <a:gd name="connsiteX21" fmla="*/ 20448 w 102030"/>
                <a:gd name="connsiteY21" fmla="*/ 139809 h 220885"/>
                <a:gd name="connsiteX22" fmla="*/ 19809 w 102030"/>
                <a:gd name="connsiteY22" fmla="*/ 136617 h 220885"/>
                <a:gd name="connsiteX23" fmla="*/ 18531 w 102030"/>
                <a:gd name="connsiteY23" fmla="*/ 130233 h 220885"/>
                <a:gd name="connsiteX24" fmla="*/ 15336 w 102030"/>
                <a:gd name="connsiteY24" fmla="*/ 109805 h 220885"/>
                <a:gd name="connsiteX25" fmla="*/ 15975 w 102030"/>
                <a:gd name="connsiteY25" fmla="*/ 109166 h 220885"/>
                <a:gd name="connsiteX26" fmla="*/ 31950 w 102030"/>
                <a:gd name="connsiteY26" fmla="*/ 91291 h 220885"/>
                <a:gd name="connsiteX27" fmla="*/ 31311 w 102030"/>
                <a:gd name="connsiteY27" fmla="*/ 82353 h 220885"/>
                <a:gd name="connsiteX28" fmla="*/ 22365 w 102030"/>
                <a:gd name="connsiteY28" fmla="*/ 82992 h 220885"/>
                <a:gd name="connsiteX29" fmla="*/ 12780 w 102030"/>
                <a:gd name="connsiteY29" fmla="*/ 93206 h 220885"/>
                <a:gd name="connsiteX30" fmla="*/ 11502 w 102030"/>
                <a:gd name="connsiteY30" fmla="*/ 68947 h 220885"/>
                <a:gd name="connsiteX31" fmla="*/ 31950 w 102030"/>
                <a:gd name="connsiteY31" fmla="*/ 47241 h 220885"/>
                <a:gd name="connsiteX32" fmla="*/ 31311 w 102030"/>
                <a:gd name="connsiteY32" fmla="*/ 38304 h 220885"/>
                <a:gd name="connsiteX33" fmla="*/ 22365 w 102030"/>
                <a:gd name="connsiteY33" fmla="*/ 38942 h 220885"/>
                <a:gd name="connsiteX34" fmla="*/ 12780 w 102030"/>
                <a:gd name="connsiteY34" fmla="*/ 49157 h 220885"/>
                <a:gd name="connsiteX35" fmla="*/ 23004 w 102030"/>
                <a:gd name="connsiteY35" fmla="*/ 23621 h 220885"/>
                <a:gd name="connsiteX36" fmla="*/ 42813 w 102030"/>
                <a:gd name="connsiteY36" fmla="*/ 14045 h 220885"/>
                <a:gd name="connsiteX37" fmla="*/ 42813 w 102030"/>
                <a:gd name="connsiteY37" fmla="*/ 185774 h 220885"/>
                <a:gd name="connsiteX38" fmla="*/ 23643 w 102030"/>
                <a:gd name="connsiteY38" fmla="*/ 153854 h 220885"/>
                <a:gd name="connsiteX39" fmla="*/ 50480 w 102030"/>
                <a:gd name="connsiteY39" fmla="*/ 0 h 220885"/>
                <a:gd name="connsiteX40" fmla="*/ 14697 w 102030"/>
                <a:gd name="connsiteY40" fmla="*/ 14683 h 220885"/>
                <a:gd name="connsiteX41" fmla="*/ 6390 w 102030"/>
                <a:gd name="connsiteY41" fmla="*/ 131510 h 220885"/>
                <a:gd name="connsiteX42" fmla="*/ 7668 w 102030"/>
                <a:gd name="connsiteY42" fmla="*/ 137894 h 220885"/>
                <a:gd name="connsiteX43" fmla="*/ 44091 w 102030"/>
                <a:gd name="connsiteY43" fmla="*/ 197903 h 220885"/>
                <a:gd name="connsiteX44" fmla="*/ 44091 w 102030"/>
                <a:gd name="connsiteY44" fmla="*/ 214502 h 220885"/>
                <a:gd name="connsiteX45" fmla="*/ 50480 w 102030"/>
                <a:gd name="connsiteY45" fmla="*/ 220886 h 220885"/>
                <a:gd name="connsiteX46" fmla="*/ 56870 w 102030"/>
                <a:gd name="connsiteY46" fmla="*/ 214502 h 220885"/>
                <a:gd name="connsiteX47" fmla="*/ 56870 w 102030"/>
                <a:gd name="connsiteY47" fmla="*/ 197265 h 220885"/>
                <a:gd name="connsiteX48" fmla="*/ 93293 w 102030"/>
                <a:gd name="connsiteY48" fmla="*/ 134064 h 220885"/>
                <a:gd name="connsiteX49" fmla="*/ 88181 w 102030"/>
                <a:gd name="connsiteY49" fmla="*/ 15960 h 220885"/>
                <a:gd name="connsiteX50" fmla="*/ 50480 w 102030"/>
                <a:gd name="connsiteY50" fmla="*/ 0 h 22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02030" h="220885">
                  <a:moveTo>
                    <a:pt x="88820" y="65117"/>
                  </a:moveTo>
                  <a:lnTo>
                    <a:pt x="76679" y="52349"/>
                  </a:lnTo>
                  <a:cubicBezTo>
                    <a:pt x="74123" y="49795"/>
                    <a:pt x="70289" y="49795"/>
                    <a:pt x="67733" y="52349"/>
                  </a:cubicBezTo>
                  <a:cubicBezTo>
                    <a:pt x="65177" y="54902"/>
                    <a:pt x="65177" y="58733"/>
                    <a:pt x="67733" y="61286"/>
                  </a:cubicBezTo>
                  <a:lnTo>
                    <a:pt x="87542" y="82353"/>
                  </a:lnTo>
                  <a:lnTo>
                    <a:pt x="88181" y="82992"/>
                  </a:lnTo>
                  <a:cubicBezTo>
                    <a:pt x="87542" y="95121"/>
                    <a:pt x="85625" y="105974"/>
                    <a:pt x="83708" y="115550"/>
                  </a:cubicBezTo>
                  <a:lnTo>
                    <a:pt x="76679" y="108528"/>
                  </a:lnTo>
                  <a:cubicBezTo>
                    <a:pt x="74123" y="105974"/>
                    <a:pt x="70289" y="105974"/>
                    <a:pt x="67733" y="108528"/>
                  </a:cubicBezTo>
                  <a:cubicBezTo>
                    <a:pt x="65177" y="111081"/>
                    <a:pt x="65177" y="114912"/>
                    <a:pt x="67733" y="117465"/>
                  </a:cubicBezTo>
                  <a:lnTo>
                    <a:pt x="79235" y="130233"/>
                  </a:lnTo>
                  <a:cubicBezTo>
                    <a:pt x="79874" y="130872"/>
                    <a:pt x="79874" y="130872"/>
                    <a:pt x="80513" y="130872"/>
                  </a:cubicBezTo>
                  <a:cubicBezTo>
                    <a:pt x="80513" y="131510"/>
                    <a:pt x="80513" y="132149"/>
                    <a:pt x="79874" y="132787"/>
                  </a:cubicBezTo>
                  <a:cubicBezTo>
                    <a:pt x="72845" y="164707"/>
                    <a:pt x="62621" y="178752"/>
                    <a:pt x="55593" y="184497"/>
                  </a:cubicBezTo>
                  <a:lnTo>
                    <a:pt x="55593" y="14045"/>
                  </a:lnTo>
                  <a:cubicBezTo>
                    <a:pt x="65177" y="15321"/>
                    <a:pt x="72206" y="19152"/>
                    <a:pt x="77318" y="25536"/>
                  </a:cubicBezTo>
                  <a:cubicBezTo>
                    <a:pt x="86264" y="34473"/>
                    <a:pt x="88820" y="49157"/>
                    <a:pt x="88820" y="65117"/>
                  </a:cubicBezTo>
                  <a:moveTo>
                    <a:pt x="23643" y="153854"/>
                  </a:moveTo>
                  <a:lnTo>
                    <a:pt x="29394" y="148747"/>
                  </a:lnTo>
                  <a:cubicBezTo>
                    <a:pt x="31950" y="146193"/>
                    <a:pt x="32589" y="142363"/>
                    <a:pt x="30033" y="139809"/>
                  </a:cubicBezTo>
                  <a:cubicBezTo>
                    <a:pt x="27477" y="137256"/>
                    <a:pt x="23643" y="136617"/>
                    <a:pt x="21087" y="139171"/>
                  </a:cubicBezTo>
                  <a:lnTo>
                    <a:pt x="20448" y="139809"/>
                  </a:lnTo>
                  <a:cubicBezTo>
                    <a:pt x="20448" y="138533"/>
                    <a:pt x="19809" y="137894"/>
                    <a:pt x="19809" y="136617"/>
                  </a:cubicBezTo>
                  <a:lnTo>
                    <a:pt x="18531" y="130233"/>
                  </a:lnTo>
                  <a:cubicBezTo>
                    <a:pt x="17253" y="123849"/>
                    <a:pt x="16614" y="117465"/>
                    <a:pt x="15336" y="109805"/>
                  </a:cubicBezTo>
                  <a:lnTo>
                    <a:pt x="15975" y="109166"/>
                  </a:lnTo>
                  <a:lnTo>
                    <a:pt x="31950" y="91291"/>
                  </a:lnTo>
                  <a:cubicBezTo>
                    <a:pt x="34506" y="88737"/>
                    <a:pt x="33867" y="84907"/>
                    <a:pt x="31311" y="82353"/>
                  </a:cubicBezTo>
                  <a:cubicBezTo>
                    <a:pt x="28755" y="79800"/>
                    <a:pt x="24921" y="80438"/>
                    <a:pt x="22365" y="82992"/>
                  </a:cubicBezTo>
                  <a:lnTo>
                    <a:pt x="12780" y="93206"/>
                  </a:lnTo>
                  <a:cubicBezTo>
                    <a:pt x="12141" y="84907"/>
                    <a:pt x="11502" y="76608"/>
                    <a:pt x="11502" y="68947"/>
                  </a:cubicBezTo>
                  <a:lnTo>
                    <a:pt x="31950" y="47241"/>
                  </a:lnTo>
                  <a:cubicBezTo>
                    <a:pt x="34506" y="44688"/>
                    <a:pt x="34506" y="40857"/>
                    <a:pt x="31311" y="38304"/>
                  </a:cubicBezTo>
                  <a:cubicBezTo>
                    <a:pt x="28755" y="35750"/>
                    <a:pt x="24921" y="35750"/>
                    <a:pt x="22365" y="38942"/>
                  </a:cubicBezTo>
                  <a:lnTo>
                    <a:pt x="12780" y="49157"/>
                  </a:lnTo>
                  <a:cubicBezTo>
                    <a:pt x="14058" y="38942"/>
                    <a:pt x="17253" y="30005"/>
                    <a:pt x="23004" y="23621"/>
                  </a:cubicBezTo>
                  <a:cubicBezTo>
                    <a:pt x="28116" y="17875"/>
                    <a:pt x="34506" y="14683"/>
                    <a:pt x="42813" y="14045"/>
                  </a:cubicBezTo>
                  <a:lnTo>
                    <a:pt x="42813" y="185774"/>
                  </a:lnTo>
                  <a:cubicBezTo>
                    <a:pt x="36423" y="181944"/>
                    <a:pt x="28755" y="172368"/>
                    <a:pt x="23643" y="153854"/>
                  </a:cubicBezTo>
                  <a:moveTo>
                    <a:pt x="50480" y="0"/>
                  </a:moveTo>
                  <a:cubicBezTo>
                    <a:pt x="35145" y="0"/>
                    <a:pt x="23004" y="5107"/>
                    <a:pt x="14697" y="14683"/>
                  </a:cubicBezTo>
                  <a:cubicBezTo>
                    <a:pt x="-7668" y="40857"/>
                    <a:pt x="639" y="93206"/>
                    <a:pt x="6390" y="131510"/>
                  </a:cubicBezTo>
                  <a:lnTo>
                    <a:pt x="7668" y="137894"/>
                  </a:lnTo>
                  <a:cubicBezTo>
                    <a:pt x="14697" y="183220"/>
                    <a:pt x="32589" y="195350"/>
                    <a:pt x="44091" y="197903"/>
                  </a:cubicBezTo>
                  <a:lnTo>
                    <a:pt x="44091" y="214502"/>
                  </a:lnTo>
                  <a:cubicBezTo>
                    <a:pt x="44091" y="218332"/>
                    <a:pt x="46646" y="220886"/>
                    <a:pt x="50480" y="220886"/>
                  </a:cubicBezTo>
                  <a:cubicBezTo>
                    <a:pt x="54314" y="220886"/>
                    <a:pt x="56870" y="218332"/>
                    <a:pt x="56870" y="214502"/>
                  </a:cubicBezTo>
                  <a:lnTo>
                    <a:pt x="56870" y="197265"/>
                  </a:lnTo>
                  <a:cubicBezTo>
                    <a:pt x="69650" y="192796"/>
                    <a:pt x="84347" y="174921"/>
                    <a:pt x="93293" y="134064"/>
                  </a:cubicBezTo>
                  <a:cubicBezTo>
                    <a:pt x="101600" y="96398"/>
                    <a:pt x="109907" y="42773"/>
                    <a:pt x="88181" y="15960"/>
                  </a:cubicBezTo>
                  <a:cubicBezTo>
                    <a:pt x="79235" y="5745"/>
                    <a:pt x="66455" y="0"/>
                    <a:pt x="50480" y="0"/>
                  </a:cubicBezTo>
                </a:path>
              </a:pathLst>
            </a:custGeom>
            <a:solidFill>
              <a:srgbClr val="046A38"/>
            </a:solidFill>
            <a:ln w="6390" cap="flat">
              <a:noFill/>
              <a:prstDash val="solid"/>
              <a:miter/>
            </a:ln>
          </p:spPr>
          <p:txBody>
            <a:bodyPr rtlCol="0" anchor="ctr"/>
            <a:lstStyle/>
            <a:p>
              <a:endParaRPr lang="en-US"/>
            </a:p>
          </p:txBody>
        </p:sp>
      </p:grpSp>
      <p:grpSp>
        <p:nvGrpSpPr>
          <p:cNvPr id="810" name="Graphic 6">
            <a:extLst>
              <a:ext uri="{FF2B5EF4-FFF2-40B4-BE49-F238E27FC236}">
                <a16:creationId xmlns:a16="http://schemas.microsoft.com/office/drawing/2014/main" id="{91CCC55C-78A2-7649-8EBB-DFE07B41F1E8}"/>
              </a:ext>
            </a:extLst>
          </p:cNvPr>
          <p:cNvGrpSpPr/>
          <p:nvPr/>
        </p:nvGrpSpPr>
        <p:grpSpPr>
          <a:xfrm>
            <a:off x="8841116" y="1894290"/>
            <a:ext cx="362309" cy="361971"/>
            <a:chOff x="8841116" y="1894290"/>
            <a:chExt cx="362309" cy="361971"/>
          </a:xfrm>
          <a:solidFill>
            <a:srgbClr val="43B02A"/>
          </a:solidFill>
        </p:grpSpPr>
        <p:sp>
          <p:nvSpPr>
            <p:cNvPr id="811" name="Graphic 6">
              <a:extLst>
                <a:ext uri="{FF2B5EF4-FFF2-40B4-BE49-F238E27FC236}">
                  <a16:creationId xmlns:a16="http://schemas.microsoft.com/office/drawing/2014/main" id="{87CA5001-97C7-1C49-8F49-F61A4F7D0E0B}"/>
                </a:ext>
              </a:extLst>
            </p:cNvPr>
            <p:cNvSpPr/>
            <p:nvPr/>
          </p:nvSpPr>
          <p:spPr>
            <a:xfrm>
              <a:off x="8841116" y="1894290"/>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181474 w 362309"/>
                <a:gd name="connsiteY4" fmla="*/ 0 h 361971"/>
                <a:gd name="connsiteX5" fmla="*/ 181474 w 362309"/>
                <a:gd name="connsiteY5" fmla="*/ 349204 h 361971"/>
                <a:gd name="connsiteX6" fmla="*/ 13419 w 362309"/>
                <a:gd name="connsiteY6" fmla="*/ 180667 h 361971"/>
                <a:gd name="connsiteX7" fmla="*/ 182113 w 362309"/>
                <a:gd name="connsiteY7" fmla="*/ 12768 h 361971"/>
                <a:gd name="connsiteX8" fmla="*/ 350169 w 362309"/>
                <a:gd name="connsiteY8" fmla="*/ 181305 h 361971"/>
                <a:gd name="connsiteX9" fmla="*/ 181474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3" y="0"/>
                    <a:pt x="0" y="81076"/>
                    <a:pt x="0" y="180667"/>
                  </a:cubicBezTo>
                  <a:cubicBezTo>
                    <a:pt x="0" y="280895"/>
                    <a:pt x="81153" y="361972"/>
                    <a:pt x="180836" y="361972"/>
                  </a:cubicBezTo>
                  <a:cubicBezTo>
                    <a:pt x="281157" y="361972"/>
                    <a:pt x="362310" y="280895"/>
                    <a:pt x="362310" y="181305"/>
                  </a:cubicBezTo>
                  <a:cubicBezTo>
                    <a:pt x="362310" y="81076"/>
                    <a:pt x="281157" y="0"/>
                    <a:pt x="181474" y="0"/>
                  </a:cubicBezTo>
                  <a:close/>
                  <a:moveTo>
                    <a:pt x="181474" y="349204"/>
                  </a:moveTo>
                  <a:cubicBezTo>
                    <a:pt x="88820" y="349204"/>
                    <a:pt x="13419" y="273873"/>
                    <a:pt x="13419" y="180667"/>
                  </a:cubicBezTo>
                  <a:cubicBezTo>
                    <a:pt x="13419" y="88099"/>
                    <a:pt x="88820" y="12768"/>
                    <a:pt x="182113" y="12768"/>
                  </a:cubicBezTo>
                  <a:cubicBezTo>
                    <a:pt x="275406" y="12768"/>
                    <a:pt x="350169" y="88099"/>
                    <a:pt x="350169" y="181305"/>
                  </a:cubicBezTo>
                  <a:cubicBezTo>
                    <a:pt x="349530" y="273873"/>
                    <a:pt x="274128" y="349204"/>
                    <a:pt x="181474" y="349204"/>
                  </a:cubicBezTo>
                  <a:close/>
                </a:path>
              </a:pathLst>
            </a:custGeom>
            <a:solidFill>
              <a:srgbClr val="43B02A"/>
            </a:solidFill>
            <a:ln w="6390" cap="flat">
              <a:noFill/>
              <a:prstDash val="solid"/>
              <a:miter/>
            </a:ln>
          </p:spPr>
          <p:txBody>
            <a:bodyPr rtlCol="0" anchor="ctr"/>
            <a:lstStyle/>
            <a:p>
              <a:endParaRPr lang="en-US"/>
            </a:p>
          </p:txBody>
        </p:sp>
        <p:sp>
          <p:nvSpPr>
            <p:cNvPr id="812" name="Graphic 6">
              <a:extLst>
                <a:ext uri="{FF2B5EF4-FFF2-40B4-BE49-F238E27FC236}">
                  <a16:creationId xmlns:a16="http://schemas.microsoft.com/office/drawing/2014/main" id="{721048AA-CF5E-4041-BB32-E6D0CA2CA0ED}"/>
                </a:ext>
              </a:extLst>
            </p:cNvPr>
            <p:cNvSpPr/>
            <p:nvPr/>
          </p:nvSpPr>
          <p:spPr>
            <a:xfrm>
              <a:off x="8925532" y="1962348"/>
              <a:ext cx="189973" cy="224966"/>
            </a:xfrm>
            <a:custGeom>
              <a:avLst/>
              <a:gdLst>
                <a:gd name="connsiteX0" fmla="*/ 172460 w 189973"/>
                <a:gd name="connsiteY0" fmla="*/ 53876 h 224966"/>
                <a:gd name="connsiteX1" fmla="*/ 168626 w 189973"/>
                <a:gd name="connsiteY1" fmla="*/ 48130 h 224966"/>
                <a:gd name="connsiteX2" fmla="*/ 161597 w 189973"/>
                <a:gd name="connsiteY2" fmla="*/ 49407 h 224966"/>
                <a:gd name="connsiteX3" fmla="*/ 137316 w 189973"/>
                <a:gd name="connsiteY3" fmla="*/ 99202 h 224966"/>
                <a:gd name="connsiteX4" fmla="*/ 120701 w 189973"/>
                <a:gd name="connsiteY4" fmla="*/ 7273 h 224966"/>
                <a:gd name="connsiteX5" fmla="*/ 118146 w 189973"/>
                <a:gd name="connsiteY5" fmla="*/ 1527 h 224966"/>
                <a:gd name="connsiteX6" fmla="*/ 111756 w 189973"/>
                <a:gd name="connsiteY6" fmla="*/ 250 h 224966"/>
                <a:gd name="connsiteX7" fmla="*/ 54885 w 189973"/>
                <a:gd name="connsiteY7" fmla="*/ 113247 h 224966"/>
                <a:gd name="connsiteX8" fmla="*/ 33159 w 189973"/>
                <a:gd name="connsiteY8" fmla="*/ 70474 h 224966"/>
                <a:gd name="connsiteX9" fmla="*/ 28047 w 189973"/>
                <a:gd name="connsiteY9" fmla="*/ 65367 h 224966"/>
                <a:gd name="connsiteX10" fmla="*/ 21018 w 189973"/>
                <a:gd name="connsiteY10" fmla="*/ 67921 h 224966"/>
                <a:gd name="connsiteX11" fmla="*/ 9517 w 189973"/>
                <a:gd name="connsiteY11" fmla="*/ 164957 h 224966"/>
                <a:gd name="connsiteX12" fmla="*/ 89391 w 189973"/>
                <a:gd name="connsiteY12" fmla="*/ 224967 h 224966"/>
                <a:gd name="connsiteX13" fmla="*/ 92586 w 189973"/>
                <a:gd name="connsiteY13" fmla="*/ 224967 h 224966"/>
                <a:gd name="connsiteX14" fmla="*/ 163514 w 189973"/>
                <a:gd name="connsiteY14" fmla="*/ 195600 h 224966"/>
                <a:gd name="connsiteX15" fmla="*/ 183323 w 189973"/>
                <a:gd name="connsiteY15" fmla="*/ 97287 h 224966"/>
                <a:gd name="connsiteX16" fmla="*/ 172460 w 189973"/>
                <a:gd name="connsiteY16" fmla="*/ 53876 h 224966"/>
                <a:gd name="connsiteX17" fmla="*/ 156486 w 189973"/>
                <a:gd name="connsiteY17" fmla="*/ 186663 h 224966"/>
                <a:gd name="connsiteX18" fmla="*/ 91308 w 189973"/>
                <a:gd name="connsiteY18" fmla="*/ 212837 h 224966"/>
                <a:gd name="connsiteX19" fmla="*/ 22297 w 189973"/>
                <a:gd name="connsiteY19" fmla="*/ 159850 h 224966"/>
                <a:gd name="connsiteX20" fmla="*/ 25492 w 189973"/>
                <a:gd name="connsiteY20" fmla="*/ 88349 h 224966"/>
                <a:gd name="connsiteX21" fmla="*/ 61275 w 189973"/>
                <a:gd name="connsiteY21" fmla="*/ 132399 h 224966"/>
                <a:gd name="connsiteX22" fmla="*/ 67665 w 189973"/>
                <a:gd name="connsiteY22" fmla="*/ 131760 h 224966"/>
                <a:gd name="connsiteX23" fmla="*/ 69582 w 189973"/>
                <a:gd name="connsiteY23" fmla="*/ 125376 h 224966"/>
                <a:gd name="connsiteX24" fmla="*/ 68943 w 189973"/>
                <a:gd name="connsiteY24" fmla="*/ 76858 h 224966"/>
                <a:gd name="connsiteX25" fmla="*/ 106644 w 189973"/>
                <a:gd name="connsiteY25" fmla="*/ 16849 h 224966"/>
                <a:gd name="connsiteX26" fmla="*/ 135398 w 189973"/>
                <a:gd name="connsiteY26" fmla="*/ 118354 h 224966"/>
                <a:gd name="connsiteX27" fmla="*/ 141788 w 189973"/>
                <a:gd name="connsiteY27" fmla="*/ 120269 h 224966"/>
                <a:gd name="connsiteX28" fmla="*/ 146261 w 189973"/>
                <a:gd name="connsiteY28" fmla="*/ 115162 h 224966"/>
                <a:gd name="connsiteX29" fmla="*/ 161597 w 189973"/>
                <a:gd name="connsiteY29" fmla="*/ 70474 h 224966"/>
                <a:gd name="connsiteX30" fmla="*/ 173738 w 189973"/>
                <a:gd name="connsiteY30" fmla="*/ 103671 h 224966"/>
                <a:gd name="connsiteX31" fmla="*/ 156486 w 189973"/>
                <a:gd name="connsiteY31" fmla="*/ 186663 h 224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9973" h="224966">
                  <a:moveTo>
                    <a:pt x="172460" y="53876"/>
                  </a:moveTo>
                  <a:cubicBezTo>
                    <a:pt x="172460" y="51322"/>
                    <a:pt x="170543" y="49407"/>
                    <a:pt x="168626" y="48130"/>
                  </a:cubicBezTo>
                  <a:cubicBezTo>
                    <a:pt x="166070" y="47492"/>
                    <a:pt x="163514" y="47492"/>
                    <a:pt x="161597" y="49407"/>
                  </a:cubicBezTo>
                  <a:cubicBezTo>
                    <a:pt x="148817" y="62175"/>
                    <a:pt x="141150" y="84519"/>
                    <a:pt x="137316" y="99202"/>
                  </a:cubicBezTo>
                  <a:cubicBezTo>
                    <a:pt x="113034" y="60898"/>
                    <a:pt x="120701" y="7911"/>
                    <a:pt x="120701" y="7273"/>
                  </a:cubicBezTo>
                  <a:cubicBezTo>
                    <a:pt x="121341" y="5358"/>
                    <a:pt x="120062" y="2804"/>
                    <a:pt x="118146" y="1527"/>
                  </a:cubicBezTo>
                  <a:cubicBezTo>
                    <a:pt x="116229" y="250"/>
                    <a:pt x="114311" y="-388"/>
                    <a:pt x="111756" y="250"/>
                  </a:cubicBezTo>
                  <a:cubicBezTo>
                    <a:pt x="54247" y="21318"/>
                    <a:pt x="52329" y="85157"/>
                    <a:pt x="54885" y="113247"/>
                  </a:cubicBezTo>
                  <a:cubicBezTo>
                    <a:pt x="37632" y="97925"/>
                    <a:pt x="33159" y="71113"/>
                    <a:pt x="33159" y="70474"/>
                  </a:cubicBezTo>
                  <a:cubicBezTo>
                    <a:pt x="32521" y="67921"/>
                    <a:pt x="30603" y="66006"/>
                    <a:pt x="28047" y="65367"/>
                  </a:cubicBezTo>
                  <a:cubicBezTo>
                    <a:pt x="25492" y="64729"/>
                    <a:pt x="22936" y="66006"/>
                    <a:pt x="21018" y="67921"/>
                  </a:cubicBezTo>
                  <a:cubicBezTo>
                    <a:pt x="12712" y="80689"/>
                    <a:pt x="-14126" y="118992"/>
                    <a:pt x="9517" y="164957"/>
                  </a:cubicBezTo>
                  <a:cubicBezTo>
                    <a:pt x="32521" y="210284"/>
                    <a:pt x="70221" y="223690"/>
                    <a:pt x="89391" y="224967"/>
                  </a:cubicBezTo>
                  <a:cubicBezTo>
                    <a:pt x="90669" y="224967"/>
                    <a:pt x="91308" y="224967"/>
                    <a:pt x="92586" y="224967"/>
                  </a:cubicBezTo>
                  <a:cubicBezTo>
                    <a:pt x="108561" y="224967"/>
                    <a:pt x="136676" y="220498"/>
                    <a:pt x="163514" y="195600"/>
                  </a:cubicBezTo>
                  <a:cubicBezTo>
                    <a:pt x="189713" y="170703"/>
                    <a:pt x="196742" y="119631"/>
                    <a:pt x="183323" y="97287"/>
                  </a:cubicBezTo>
                  <a:cubicBezTo>
                    <a:pt x="174377" y="78773"/>
                    <a:pt x="172460" y="54514"/>
                    <a:pt x="172460" y="53876"/>
                  </a:cubicBezTo>
                  <a:close/>
                  <a:moveTo>
                    <a:pt x="156486" y="186663"/>
                  </a:moveTo>
                  <a:cubicBezTo>
                    <a:pt x="130926" y="210284"/>
                    <a:pt x="104726" y="213476"/>
                    <a:pt x="91308" y="212837"/>
                  </a:cubicBezTo>
                  <a:cubicBezTo>
                    <a:pt x="75333" y="212199"/>
                    <a:pt x="42744" y="200708"/>
                    <a:pt x="22297" y="159850"/>
                  </a:cubicBezTo>
                  <a:cubicBezTo>
                    <a:pt x="7600" y="130484"/>
                    <a:pt x="16546" y="104309"/>
                    <a:pt x="25492" y="88349"/>
                  </a:cubicBezTo>
                  <a:cubicBezTo>
                    <a:pt x="29964" y="103033"/>
                    <a:pt x="40827" y="123461"/>
                    <a:pt x="61275" y="132399"/>
                  </a:cubicBezTo>
                  <a:cubicBezTo>
                    <a:pt x="63192" y="133037"/>
                    <a:pt x="65748" y="133037"/>
                    <a:pt x="67665" y="131760"/>
                  </a:cubicBezTo>
                  <a:cubicBezTo>
                    <a:pt x="69582" y="130484"/>
                    <a:pt x="70221" y="127930"/>
                    <a:pt x="69582" y="125376"/>
                  </a:cubicBezTo>
                  <a:cubicBezTo>
                    <a:pt x="69582" y="125376"/>
                    <a:pt x="65109" y="102394"/>
                    <a:pt x="68943" y="76858"/>
                  </a:cubicBezTo>
                  <a:cubicBezTo>
                    <a:pt x="73416" y="48130"/>
                    <a:pt x="86196" y="28340"/>
                    <a:pt x="106644" y="16849"/>
                  </a:cubicBezTo>
                  <a:cubicBezTo>
                    <a:pt x="105366" y="38554"/>
                    <a:pt x="106005" y="85796"/>
                    <a:pt x="135398" y="118354"/>
                  </a:cubicBezTo>
                  <a:cubicBezTo>
                    <a:pt x="137316" y="120269"/>
                    <a:pt x="139871" y="120908"/>
                    <a:pt x="141788" y="120269"/>
                  </a:cubicBezTo>
                  <a:cubicBezTo>
                    <a:pt x="144345" y="119631"/>
                    <a:pt x="145622" y="117716"/>
                    <a:pt x="146261" y="115162"/>
                  </a:cubicBezTo>
                  <a:cubicBezTo>
                    <a:pt x="146261" y="114524"/>
                    <a:pt x="150734" y="88988"/>
                    <a:pt x="161597" y="70474"/>
                  </a:cubicBezTo>
                  <a:cubicBezTo>
                    <a:pt x="163514" y="80050"/>
                    <a:pt x="167348" y="92818"/>
                    <a:pt x="173738" y="103671"/>
                  </a:cubicBezTo>
                  <a:cubicBezTo>
                    <a:pt x="184601" y="122184"/>
                    <a:pt x="177572" y="166872"/>
                    <a:pt x="156486" y="186663"/>
                  </a:cubicBezTo>
                  <a:close/>
                </a:path>
              </a:pathLst>
            </a:custGeom>
            <a:solidFill>
              <a:srgbClr val="43B02A"/>
            </a:solidFill>
            <a:ln w="6390" cap="flat">
              <a:noFill/>
              <a:prstDash val="solid"/>
              <a:miter/>
            </a:ln>
          </p:spPr>
          <p:txBody>
            <a:bodyPr rtlCol="0" anchor="ctr"/>
            <a:lstStyle/>
            <a:p>
              <a:endParaRPr lang="en-US"/>
            </a:p>
          </p:txBody>
        </p:sp>
      </p:grpSp>
      <p:grpSp>
        <p:nvGrpSpPr>
          <p:cNvPr id="813" name="Graphic 6">
            <a:extLst>
              <a:ext uri="{FF2B5EF4-FFF2-40B4-BE49-F238E27FC236}">
                <a16:creationId xmlns:a16="http://schemas.microsoft.com/office/drawing/2014/main" id="{5D5E5011-789C-D54D-8C23-2AB3A3369A1C}"/>
              </a:ext>
            </a:extLst>
          </p:cNvPr>
          <p:cNvGrpSpPr/>
          <p:nvPr/>
        </p:nvGrpSpPr>
        <p:grpSpPr>
          <a:xfrm>
            <a:off x="9278827" y="1894928"/>
            <a:ext cx="362313" cy="361971"/>
            <a:chOff x="9278827" y="1894928"/>
            <a:chExt cx="362313" cy="361971"/>
          </a:xfrm>
          <a:solidFill>
            <a:srgbClr val="43B02A"/>
          </a:solidFill>
        </p:grpSpPr>
        <p:sp>
          <p:nvSpPr>
            <p:cNvPr id="814" name="Graphic 6">
              <a:extLst>
                <a:ext uri="{FF2B5EF4-FFF2-40B4-BE49-F238E27FC236}">
                  <a16:creationId xmlns:a16="http://schemas.microsoft.com/office/drawing/2014/main" id="{DA87E042-3073-214F-AAC0-06D0A36A3647}"/>
                </a:ext>
              </a:extLst>
            </p:cNvPr>
            <p:cNvSpPr/>
            <p:nvPr/>
          </p:nvSpPr>
          <p:spPr>
            <a:xfrm>
              <a:off x="9278827" y="1894928"/>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181474 w 362313"/>
                <a:gd name="connsiteY4" fmla="*/ 0 h 361971"/>
                <a:gd name="connsiteX5" fmla="*/ 249846 w 362313"/>
                <a:gd name="connsiteY5" fmla="*/ 263658 h 361971"/>
                <a:gd name="connsiteX6" fmla="*/ 178918 w 362313"/>
                <a:gd name="connsiteY6" fmla="*/ 293025 h 361971"/>
                <a:gd name="connsiteX7" fmla="*/ 175723 w 362313"/>
                <a:gd name="connsiteY7" fmla="*/ 293025 h 361971"/>
                <a:gd name="connsiteX8" fmla="*/ 95849 w 362313"/>
                <a:gd name="connsiteY8" fmla="*/ 233015 h 361971"/>
                <a:gd name="connsiteX9" fmla="*/ 107351 w 362313"/>
                <a:gd name="connsiteY9" fmla="*/ 135979 h 361971"/>
                <a:gd name="connsiteX10" fmla="*/ 114380 w 362313"/>
                <a:gd name="connsiteY10" fmla="*/ 133425 h 361971"/>
                <a:gd name="connsiteX11" fmla="*/ 119492 w 362313"/>
                <a:gd name="connsiteY11" fmla="*/ 138532 h 361971"/>
                <a:gd name="connsiteX12" fmla="*/ 141217 w 362313"/>
                <a:gd name="connsiteY12" fmla="*/ 181305 h 361971"/>
                <a:gd name="connsiteX13" fmla="*/ 198088 w 362313"/>
                <a:gd name="connsiteY13" fmla="*/ 68308 h 361971"/>
                <a:gd name="connsiteX14" fmla="*/ 204478 w 362313"/>
                <a:gd name="connsiteY14" fmla="*/ 69585 h 361971"/>
                <a:gd name="connsiteX15" fmla="*/ 207034 w 362313"/>
                <a:gd name="connsiteY15" fmla="*/ 75331 h 361971"/>
                <a:gd name="connsiteX16" fmla="*/ 223648 w 362313"/>
                <a:gd name="connsiteY16" fmla="*/ 167260 h 361971"/>
                <a:gd name="connsiteX17" fmla="*/ 247930 w 362313"/>
                <a:gd name="connsiteY17" fmla="*/ 117465 h 361971"/>
                <a:gd name="connsiteX18" fmla="*/ 254959 w 362313"/>
                <a:gd name="connsiteY18" fmla="*/ 116188 h 361971"/>
                <a:gd name="connsiteX19" fmla="*/ 258792 w 362313"/>
                <a:gd name="connsiteY19" fmla="*/ 121934 h 361971"/>
                <a:gd name="connsiteX20" fmla="*/ 271572 w 362313"/>
                <a:gd name="connsiteY20" fmla="*/ 165345 h 361971"/>
                <a:gd name="connsiteX21" fmla="*/ 249846 w 362313"/>
                <a:gd name="connsiteY21" fmla="*/ 26365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2313" h="361971">
                  <a:moveTo>
                    <a:pt x="181474" y="0"/>
                  </a:moveTo>
                  <a:cubicBezTo>
                    <a:pt x="81153" y="0"/>
                    <a:pt x="0" y="81076"/>
                    <a:pt x="0" y="180667"/>
                  </a:cubicBezTo>
                  <a:cubicBezTo>
                    <a:pt x="0" y="280895"/>
                    <a:pt x="81153" y="361972"/>
                    <a:pt x="180836" y="361972"/>
                  </a:cubicBezTo>
                  <a:cubicBezTo>
                    <a:pt x="281157" y="361972"/>
                    <a:pt x="362310" y="280895"/>
                    <a:pt x="362310" y="181305"/>
                  </a:cubicBezTo>
                  <a:cubicBezTo>
                    <a:pt x="362949" y="81076"/>
                    <a:pt x="281796" y="0"/>
                    <a:pt x="181474" y="0"/>
                  </a:cubicBezTo>
                  <a:close/>
                  <a:moveTo>
                    <a:pt x="249846" y="263658"/>
                  </a:moveTo>
                  <a:cubicBezTo>
                    <a:pt x="223009" y="288556"/>
                    <a:pt x="195532" y="293025"/>
                    <a:pt x="178918" y="293025"/>
                  </a:cubicBezTo>
                  <a:cubicBezTo>
                    <a:pt x="177641" y="293025"/>
                    <a:pt x="176362" y="293025"/>
                    <a:pt x="175723" y="293025"/>
                  </a:cubicBezTo>
                  <a:cubicBezTo>
                    <a:pt x="157192" y="292386"/>
                    <a:pt x="118853" y="278980"/>
                    <a:pt x="95849" y="233015"/>
                  </a:cubicBezTo>
                  <a:cubicBezTo>
                    <a:pt x="72845" y="187051"/>
                    <a:pt x="99044" y="148108"/>
                    <a:pt x="107351" y="135979"/>
                  </a:cubicBezTo>
                  <a:cubicBezTo>
                    <a:pt x="108629" y="134064"/>
                    <a:pt x="111824" y="132787"/>
                    <a:pt x="114380" y="133425"/>
                  </a:cubicBezTo>
                  <a:cubicBezTo>
                    <a:pt x="116936" y="134064"/>
                    <a:pt x="118853" y="135979"/>
                    <a:pt x="119492" y="138532"/>
                  </a:cubicBezTo>
                  <a:cubicBezTo>
                    <a:pt x="119492" y="139171"/>
                    <a:pt x="123965" y="165984"/>
                    <a:pt x="141217" y="181305"/>
                  </a:cubicBezTo>
                  <a:cubicBezTo>
                    <a:pt x="138662" y="153216"/>
                    <a:pt x="139940" y="89376"/>
                    <a:pt x="198088" y="68308"/>
                  </a:cubicBezTo>
                  <a:cubicBezTo>
                    <a:pt x="200005" y="67670"/>
                    <a:pt x="202561" y="67670"/>
                    <a:pt x="204478" y="69585"/>
                  </a:cubicBezTo>
                  <a:cubicBezTo>
                    <a:pt x="206395" y="70862"/>
                    <a:pt x="207034" y="73416"/>
                    <a:pt x="207034" y="75331"/>
                  </a:cubicBezTo>
                  <a:cubicBezTo>
                    <a:pt x="207034" y="75969"/>
                    <a:pt x="198727" y="128956"/>
                    <a:pt x="223648" y="167260"/>
                  </a:cubicBezTo>
                  <a:cubicBezTo>
                    <a:pt x="227482" y="152577"/>
                    <a:pt x="235150" y="130233"/>
                    <a:pt x="247930" y="117465"/>
                  </a:cubicBezTo>
                  <a:cubicBezTo>
                    <a:pt x="249846" y="115550"/>
                    <a:pt x="252403" y="114912"/>
                    <a:pt x="254959" y="116188"/>
                  </a:cubicBezTo>
                  <a:cubicBezTo>
                    <a:pt x="257515" y="116827"/>
                    <a:pt x="258792" y="119380"/>
                    <a:pt x="258792" y="121934"/>
                  </a:cubicBezTo>
                  <a:cubicBezTo>
                    <a:pt x="258792" y="121934"/>
                    <a:pt x="260710" y="146832"/>
                    <a:pt x="271572" y="165345"/>
                  </a:cubicBezTo>
                  <a:cubicBezTo>
                    <a:pt x="283075" y="188327"/>
                    <a:pt x="276046" y="239399"/>
                    <a:pt x="249846" y="263658"/>
                  </a:cubicBezTo>
                  <a:close/>
                </a:path>
              </a:pathLst>
            </a:custGeom>
            <a:solidFill>
              <a:srgbClr val="43B02A"/>
            </a:solidFill>
            <a:ln w="6390" cap="flat">
              <a:noFill/>
              <a:prstDash val="solid"/>
              <a:miter/>
            </a:ln>
          </p:spPr>
          <p:txBody>
            <a:bodyPr rtlCol="0" anchor="ctr"/>
            <a:lstStyle/>
            <a:p>
              <a:endParaRPr lang="en-US"/>
            </a:p>
          </p:txBody>
        </p:sp>
        <p:sp>
          <p:nvSpPr>
            <p:cNvPr id="815" name="Graphic 6">
              <a:extLst>
                <a:ext uri="{FF2B5EF4-FFF2-40B4-BE49-F238E27FC236}">
                  <a16:creationId xmlns:a16="http://schemas.microsoft.com/office/drawing/2014/main" id="{2A698363-FD08-2E4D-AB10-1CB65E2EEC7A}"/>
                </a:ext>
              </a:extLst>
            </p:cNvPr>
            <p:cNvSpPr/>
            <p:nvPr/>
          </p:nvSpPr>
          <p:spPr>
            <a:xfrm>
              <a:off x="9379006" y="1979835"/>
              <a:ext cx="164522" cy="196070"/>
            </a:xfrm>
            <a:custGeom>
              <a:avLst/>
              <a:gdLst>
                <a:gd name="connsiteX0" fmla="*/ 147112 w 164522"/>
                <a:gd name="connsiteY0" fmla="*/ 53625 h 196070"/>
                <a:gd name="connsiteX1" fmla="*/ 131776 w 164522"/>
                <a:gd name="connsiteY1" fmla="*/ 98313 h 196070"/>
                <a:gd name="connsiteX2" fmla="*/ 127302 w 164522"/>
                <a:gd name="connsiteY2" fmla="*/ 103421 h 196070"/>
                <a:gd name="connsiteX3" fmla="*/ 120912 w 164522"/>
                <a:gd name="connsiteY3" fmla="*/ 101505 h 196070"/>
                <a:gd name="connsiteX4" fmla="*/ 92158 w 164522"/>
                <a:gd name="connsiteY4" fmla="*/ 0 h 196070"/>
                <a:gd name="connsiteX5" fmla="*/ 54458 w 164522"/>
                <a:gd name="connsiteY5" fmla="*/ 60009 h 196070"/>
                <a:gd name="connsiteX6" fmla="*/ 55097 w 164522"/>
                <a:gd name="connsiteY6" fmla="*/ 108528 h 196070"/>
                <a:gd name="connsiteX7" fmla="*/ 53179 w 164522"/>
                <a:gd name="connsiteY7" fmla="*/ 114912 h 196070"/>
                <a:gd name="connsiteX8" fmla="*/ 46789 w 164522"/>
                <a:gd name="connsiteY8" fmla="*/ 115550 h 196070"/>
                <a:gd name="connsiteX9" fmla="*/ 11006 w 164522"/>
                <a:gd name="connsiteY9" fmla="*/ 71501 h 196070"/>
                <a:gd name="connsiteX10" fmla="*/ 7811 w 164522"/>
                <a:gd name="connsiteY10" fmla="*/ 143001 h 196070"/>
                <a:gd name="connsiteX11" fmla="*/ 76823 w 164522"/>
                <a:gd name="connsiteY11" fmla="*/ 195988 h 196070"/>
                <a:gd name="connsiteX12" fmla="*/ 142000 w 164522"/>
                <a:gd name="connsiteY12" fmla="*/ 169814 h 196070"/>
                <a:gd name="connsiteX13" fmla="*/ 159892 w 164522"/>
                <a:gd name="connsiteY13" fmla="*/ 86822 h 196070"/>
                <a:gd name="connsiteX14" fmla="*/ 147112 w 164522"/>
                <a:gd name="connsiteY14" fmla="*/ 53625 h 196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4522" h="196070">
                  <a:moveTo>
                    <a:pt x="147112" y="53625"/>
                  </a:moveTo>
                  <a:cubicBezTo>
                    <a:pt x="136887" y="72139"/>
                    <a:pt x="131776" y="98313"/>
                    <a:pt x="131776" y="98313"/>
                  </a:cubicBezTo>
                  <a:cubicBezTo>
                    <a:pt x="131137" y="100867"/>
                    <a:pt x="129859" y="102782"/>
                    <a:pt x="127302" y="103421"/>
                  </a:cubicBezTo>
                  <a:cubicBezTo>
                    <a:pt x="124747" y="104059"/>
                    <a:pt x="122191" y="103421"/>
                    <a:pt x="120912" y="101505"/>
                  </a:cubicBezTo>
                  <a:cubicBezTo>
                    <a:pt x="91519" y="68947"/>
                    <a:pt x="90880" y="21706"/>
                    <a:pt x="92158" y="0"/>
                  </a:cubicBezTo>
                  <a:cubicBezTo>
                    <a:pt x="71071" y="10853"/>
                    <a:pt x="58292" y="31281"/>
                    <a:pt x="54458" y="60009"/>
                  </a:cubicBezTo>
                  <a:cubicBezTo>
                    <a:pt x="50623" y="85545"/>
                    <a:pt x="55097" y="107889"/>
                    <a:pt x="55097" y="108528"/>
                  </a:cubicBezTo>
                  <a:cubicBezTo>
                    <a:pt x="55735" y="111081"/>
                    <a:pt x="54458" y="112997"/>
                    <a:pt x="53179" y="114912"/>
                  </a:cubicBezTo>
                  <a:cubicBezTo>
                    <a:pt x="51263" y="116189"/>
                    <a:pt x="48707" y="116827"/>
                    <a:pt x="46789" y="115550"/>
                  </a:cubicBezTo>
                  <a:cubicBezTo>
                    <a:pt x="25703" y="106613"/>
                    <a:pt x="15479" y="86184"/>
                    <a:pt x="11006" y="71501"/>
                  </a:cubicBezTo>
                  <a:cubicBezTo>
                    <a:pt x="2060" y="87461"/>
                    <a:pt x="-6886" y="113635"/>
                    <a:pt x="7811" y="143001"/>
                  </a:cubicBezTo>
                  <a:cubicBezTo>
                    <a:pt x="28258" y="183220"/>
                    <a:pt x="60848" y="195350"/>
                    <a:pt x="76823" y="195988"/>
                  </a:cubicBezTo>
                  <a:cubicBezTo>
                    <a:pt x="90241" y="196627"/>
                    <a:pt x="116440" y="194073"/>
                    <a:pt x="142000" y="169814"/>
                  </a:cubicBezTo>
                  <a:cubicBezTo>
                    <a:pt x="163087" y="150024"/>
                    <a:pt x="170115" y="105336"/>
                    <a:pt x="159892" y="86822"/>
                  </a:cubicBezTo>
                  <a:cubicBezTo>
                    <a:pt x="152223" y="75331"/>
                    <a:pt x="149028" y="63201"/>
                    <a:pt x="147112" y="53625"/>
                  </a:cubicBezTo>
                  <a:close/>
                </a:path>
              </a:pathLst>
            </a:custGeom>
            <a:solidFill>
              <a:srgbClr val="43B02A"/>
            </a:solidFill>
            <a:ln w="6390" cap="flat">
              <a:noFill/>
              <a:prstDash val="solid"/>
              <a:miter/>
            </a:ln>
          </p:spPr>
          <p:txBody>
            <a:bodyPr rtlCol="0" anchor="ctr"/>
            <a:lstStyle/>
            <a:p>
              <a:endParaRPr lang="en-US"/>
            </a:p>
          </p:txBody>
        </p:sp>
      </p:grpSp>
      <p:grpSp>
        <p:nvGrpSpPr>
          <p:cNvPr id="816" name="Graphic 6">
            <a:extLst>
              <a:ext uri="{FF2B5EF4-FFF2-40B4-BE49-F238E27FC236}">
                <a16:creationId xmlns:a16="http://schemas.microsoft.com/office/drawing/2014/main" id="{02C7E49E-51B5-4849-8626-A95548542216}"/>
              </a:ext>
            </a:extLst>
          </p:cNvPr>
          <p:cNvGrpSpPr/>
          <p:nvPr/>
        </p:nvGrpSpPr>
        <p:grpSpPr>
          <a:xfrm>
            <a:off x="10934460" y="1405277"/>
            <a:ext cx="362309" cy="361971"/>
            <a:chOff x="10934460" y="1405277"/>
            <a:chExt cx="362309" cy="361971"/>
          </a:xfrm>
          <a:solidFill>
            <a:srgbClr val="43B02A"/>
          </a:solidFill>
        </p:grpSpPr>
        <p:sp>
          <p:nvSpPr>
            <p:cNvPr id="817" name="Graphic 6">
              <a:extLst>
                <a:ext uri="{FF2B5EF4-FFF2-40B4-BE49-F238E27FC236}">
                  <a16:creationId xmlns:a16="http://schemas.microsoft.com/office/drawing/2014/main" id="{33BC7898-2661-8B4D-8E82-3B752C8DEB51}"/>
                </a:ext>
              </a:extLst>
            </p:cNvPr>
            <p:cNvSpPr/>
            <p:nvPr/>
          </p:nvSpPr>
          <p:spPr>
            <a:xfrm>
              <a:off x="10934460" y="140527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181474 w 362309"/>
                <a:gd name="connsiteY4" fmla="*/ 0 h 361971"/>
                <a:gd name="connsiteX5" fmla="*/ 181474 w 362309"/>
                <a:gd name="connsiteY5" fmla="*/ 349204 h 361971"/>
                <a:gd name="connsiteX6" fmla="*/ 13419 w 362309"/>
                <a:gd name="connsiteY6" fmla="*/ 180667 h 361971"/>
                <a:gd name="connsiteX7" fmla="*/ 182113 w 362309"/>
                <a:gd name="connsiteY7" fmla="*/ 12768 h 361971"/>
                <a:gd name="connsiteX8" fmla="*/ 350169 w 362309"/>
                <a:gd name="connsiteY8" fmla="*/ 181305 h 361971"/>
                <a:gd name="connsiteX9" fmla="*/ 181474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81077"/>
                    <a:pt x="281797" y="0"/>
                    <a:pt x="181474" y="0"/>
                  </a:cubicBezTo>
                  <a:close/>
                  <a:moveTo>
                    <a:pt x="181474" y="349204"/>
                  </a:moveTo>
                  <a:cubicBezTo>
                    <a:pt x="88820" y="349204"/>
                    <a:pt x="13419" y="273873"/>
                    <a:pt x="13419" y="180667"/>
                  </a:cubicBezTo>
                  <a:cubicBezTo>
                    <a:pt x="13419" y="88099"/>
                    <a:pt x="88820" y="12768"/>
                    <a:pt x="182113" y="12768"/>
                  </a:cubicBezTo>
                  <a:cubicBezTo>
                    <a:pt x="274767" y="12768"/>
                    <a:pt x="350169" y="88099"/>
                    <a:pt x="350169" y="181305"/>
                  </a:cubicBezTo>
                  <a:cubicBezTo>
                    <a:pt x="350169" y="274511"/>
                    <a:pt x="274128" y="349204"/>
                    <a:pt x="181474" y="349204"/>
                  </a:cubicBezTo>
                  <a:close/>
                </a:path>
              </a:pathLst>
            </a:custGeom>
            <a:solidFill>
              <a:srgbClr val="43B02A"/>
            </a:solidFill>
            <a:ln w="6390" cap="flat">
              <a:noFill/>
              <a:prstDash val="solid"/>
              <a:miter/>
            </a:ln>
          </p:spPr>
          <p:txBody>
            <a:bodyPr rtlCol="0" anchor="ctr"/>
            <a:lstStyle/>
            <a:p>
              <a:endParaRPr lang="en-US"/>
            </a:p>
          </p:txBody>
        </p:sp>
        <p:sp>
          <p:nvSpPr>
            <p:cNvPr id="818" name="Graphic 6">
              <a:extLst>
                <a:ext uri="{FF2B5EF4-FFF2-40B4-BE49-F238E27FC236}">
                  <a16:creationId xmlns:a16="http://schemas.microsoft.com/office/drawing/2014/main" id="{F4283A94-64A6-2745-BE10-9505863972DF}"/>
                </a:ext>
              </a:extLst>
            </p:cNvPr>
            <p:cNvSpPr/>
            <p:nvPr/>
          </p:nvSpPr>
          <p:spPr>
            <a:xfrm>
              <a:off x="11049748" y="1479331"/>
              <a:ext cx="130169" cy="213863"/>
            </a:xfrm>
            <a:custGeom>
              <a:avLst/>
              <a:gdLst>
                <a:gd name="connsiteX0" fmla="*/ 117306 w 130169"/>
                <a:gd name="connsiteY0" fmla="*/ 100229 h 213863"/>
                <a:gd name="connsiteX1" fmla="*/ 108360 w 130169"/>
                <a:gd name="connsiteY1" fmla="*/ 86822 h 213863"/>
                <a:gd name="connsiteX2" fmla="*/ 78966 w 130169"/>
                <a:gd name="connsiteY2" fmla="*/ 40219 h 213863"/>
                <a:gd name="connsiteX3" fmla="*/ 71937 w 130169"/>
                <a:gd name="connsiteY3" fmla="*/ 5746 h 213863"/>
                <a:gd name="connsiteX4" fmla="*/ 65547 w 130169"/>
                <a:gd name="connsiteY4" fmla="*/ 0 h 213863"/>
                <a:gd name="connsiteX5" fmla="*/ 65547 w 130169"/>
                <a:gd name="connsiteY5" fmla="*/ 0 h 213863"/>
                <a:gd name="connsiteX6" fmla="*/ 59157 w 130169"/>
                <a:gd name="connsiteY6" fmla="*/ 5746 h 213863"/>
                <a:gd name="connsiteX7" fmla="*/ 41265 w 130169"/>
                <a:gd name="connsiteY7" fmla="*/ 61286 h 213863"/>
                <a:gd name="connsiteX8" fmla="*/ 39349 w 130169"/>
                <a:gd name="connsiteY8" fmla="*/ 63840 h 213863"/>
                <a:gd name="connsiteX9" fmla="*/ 34236 w 130169"/>
                <a:gd name="connsiteY9" fmla="*/ 70224 h 213863"/>
                <a:gd name="connsiteX10" fmla="*/ 8677 w 130169"/>
                <a:gd name="connsiteY10" fmla="*/ 181305 h 213863"/>
                <a:gd name="connsiteX11" fmla="*/ 62991 w 130169"/>
                <a:gd name="connsiteY11" fmla="*/ 213863 h 213863"/>
                <a:gd name="connsiteX12" fmla="*/ 63630 w 130169"/>
                <a:gd name="connsiteY12" fmla="*/ 213863 h 213863"/>
                <a:gd name="connsiteX13" fmla="*/ 112833 w 130169"/>
                <a:gd name="connsiteY13" fmla="*/ 190881 h 213863"/>
                <a:gd name="connsiteX14" fmla="*/ 116667 w 130169"/>
                <a:gd name="connsiteY14" fmla="*/ 102144 h 213863"/>
                <a:gd name="connsiteX15" fmla="*/ 117306 w 130169"/>
                <a:gd name="connsiteY15" fmla="*/ 100229 h 213863"/>
                <a:gd name="connsiteX16" fmla="*/ 104526 w 130169"/>
                <a:gd name="connsiteY16" fmla="*/ 182582 h 213863"/>
                <a:gd name="connsiteX17" fmla="*/ 64270 w 130169"/>
                <a:gd name="connsiteY17" fmla="*/ 200457 h 213863"/>
                <a:gd name="connsiteX18" fmla="*/ 20818 w 130169"/>
                <a:gd name="connsiteY18" fmla="*/ 174921 h 213863"/>
                <a:gd name="connsiteX19" fmla="*/ 44460 w 130169"/>
                <a:gd name="connsiteY19" fmla="*/ 77246 h 213863"/>
                <a:gd name="connsiteX20" fmla="*/ 50211 w 130169"/>
                <a:gd name="connsiteY20" fmla="*/ 70224 h 213863"/>
                <a:gd name="connsiteX21" fmla="*/ 51490 w 130169"/>
                <a:gd name="connsiteY21" fmla="*/ 68309 h 213863"/>
                <a:gd name="connsiteX22" fmla="*/ 65547 w 130169"/>
                <a:gd name="connsiteY22" fmla="*/ 40219 h 213863"/>
                <a:gd name="connsiteX23" fmla="*/ 67465 w 130169"/>
                <a:gd name="connsiteY23" fmla="*/ 44688 h 213863"/>
                <a:gd name="connsiteX24" fmla="*/ 97497 w 130169"/>
                <a:gd name="connsiteY24" fmla="*/ 92568 h 213863"/>
                <a:gd name="connsiteX25" fmla="*/ 105804 w 130169"/>
                <a:gd name="connsiteY25" fmla="*/ 105336 h 213863"/>
                <a:gd name="connsiteX26" fmla="*/ 107082 w 130169"/>
                <a:gd name="connsiteY26" fmla="*/ 107251 h 213863"/>
                <a:gd name="connsiteX27" fmla="*/ 104526 w 130169"/>
                <a:gd name="connsiteY27" fmla="*/ 182582 h 21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0169" h="213863">
                  <a:moveTo>
                    <a:pt x="117306" y="100229"/>
                  </a:moveTo>
                  <a:cubicBezTo>
                    <a:pt x="117306" y="99590"/>
                    <a:pt x="116667" y="98952"/>
                    <a:pt x="108360" y="86822"/>
                  </a:cubicBezTo>
                  <a:cubicBezTo>
                    <a:pt x="98775" y="72139"/>
                    <a:pt x="81522" y="44688"/>
                    <a:pt x="78966" y="40219"/>
                  </a:cubicBezTo>
                  <a:cubicBezTo>
                    <a:pt x="75771" y="34473"/>
                    <a:pt x="73215" y="15960"/>
                    <a:pt x="71937" y="5746"/>
                  </a:cubicBezTo>
                  <a:cubicBezTo>
                    <a:pt x="71298" y="2554"/>
                    <a:pt x="68742" y="0"/>
                    <a:pt x="65547" y="0"/>
                  </a:cubicBezTo>
                  <a:lnTo>
                    <a:pt x="65547" y="0"/>
                  </a:lnTo>
                  <a:cubicBezTo>
                    <a:pt x="62352" y="0"/>
                    <a:pt x="59796" y="2554"/>
                    <a:pt x="59157" y="5746"/>
                  </a:cubicBezTo>
                  <a:cubicBezTo>
                    <a:pt x="55324" y="43411"/>
                    <a:pt x="46377" y="54902"/>
                    <a:pt x="41265" y="61286"/>
                  </a:cubicBezTo>
                  <a:cubicBezTo>
                    <a:pt x="40626" y="61925"/>
                    <a:pt x="39988" y="63201"/>
                    <a:pt x="39349" y="63840"/>
                  </a:cubicBezTo>
                  <a:cubicBezTo>
                    <a:pt x="38070" y="65755"/>
                    <a:pt x="36154" y="67670"/>
                    <a:pt x="34236" y="70224"/>
                  </a:cubicBezTo>
                  <a:cubicBezTo>
                    <a:pt x="18900" y="88737"/>
                    <a:pt x="-16244" y="132787"/>
                    <a:pt x="8677" y="181305"/>
                  </a:cubicBezTo>
                  <a:cubicBezTo>
                    <a:pt x="18262" y="200457"/>
                    <a:pt x="40626" y="213225"/>
                    <a:pt x="62991" y="213863"/>
                  </a:cubicBezTo>
                  <a:lnTo>
                    <a:pt x="63630" y="213863"/>
                  </a:lnTo>
                  <a:cubicBezTo>
                    <a:pt x="82161" y="213863"/>
                    <a:pt x="101970" y="204926"/>
                    <a:pt x="112833" y="190881"/>
                  </a:cubicBezTo>
                  <a:cubicBezTo>
                    <a:pt x="142865" y="153216"/>
                    <a:pt x="126891" y="121296"/>
                    <a:pt x="116667" y="102144"/>
                  </a:cubicBezTo>
                  <a:lnTo>
                    <a:pt x="117306" y="100229"/>
                  </a:lnTo>
                  <a:close/>
                  <a:moveTo>
                    <a:pt x="104526" y="182582"/>
                  </a:moveTo>
                  <a:cubicBezTo>
                    <a:pt x="95580" y="193435"/>
                    <a:pt x="79605" y="201095"/>
                    <a:pt x="64270" y="200457"/>
                  </a:cubicBezTo>
                  <a:cubicBezTo>
                    <a:pt x="46377" y="200457"/>
                    <a:pt x="28485" y="190243"/>
                    <a:pt x="20818" y="174921"/>
                  </a:cubicBezTo>
                  <a:cubicBezTo>
                    <a:pt x="-908" y="133425"/>
                    <a:pt x="29764" y="95760"/>
                    <a:pt x="44460" y="77246"/>
                  </a:cubicBezTo>
                  <a:cubicBezTo>
                    <a:pt x="47016" y="74693"/>
                    <a:pt x="48934" y="72139"/>
                    <a:pt x="50211" y="70224"/>
                  </a:cubicBezTo>
                  <a:cubicBezTo>
                    <a:pt x="50850" y="69585"/>
                    <a:pt x="50850" y="68947"/>
                    <a:pt x="51490" y="68309"/>
                  </a:cubicBezTo>
                  <a:cubicBezTo>
                    <a:pt x="54685" y="63840"/>
                    <a:pt x="61075" y="56179"/>
                    <a:pt x="65547" y="40219"/>
                  </a:cubicBezTo>
                  <a:cubicBezTo>
                    <a:pt x="66186" y="42134"/>
                    <a:pt x="66825" y="43411"/>
                    <a:pt x="67465" y="44688"/>
                  </a:cubicBezTo>
                  <a:cubicBezTo>
                    <a:pt x="70020" y="49157"/>
                    <a:pt x="83439" y="70862"/>
                    <a:pt x="97497" y="92568"/>
                  </a:cubicBezTo>
                  <a:cubicBezTo>
                    <a:pt x="101970" y="99590"/>
                    <a:pt x="105165" y="104697"/>
                    <a:pt x="105804" y="105336"/>
                  </a:cubicBezTo>
                  <a:lnTo>
                    <a:pt x="107082" y="107251"/>
                  </a:lnTo>
                  <a:cubicBezTo>
                    <a:pt x="116028" y="126403"/>
                    <a:pt x="129447" y="151939"/>
                    <a:pt x="104526" y="182582"/>
                  </a:cubicBezTo>
                  <a:close/>
                </a:path>
              </a:pathLst>
            </a:custGeom>
            <a:solidFill>
              <a:srgbClr val="43B02A"/>
            </a:solidFill>
            <a:ln w="6390" cap="flat">
              <a:noFill/>
              <a:prstDash val="solid"/>
              <a:miter/>
            </a:ln>
          </p:spPr>
          <p:txBody>
            <a:bodyPr rtlCol="0" anchor="ctr"/>
            <a:lstStyle/>
            <a:p>
              <a:endParaRPr lang="en-US"/>
            </a:p>
          </p:txBody>
        </p:sp>
        <p:sp>
          <p:nvSpPr>
            <p:cNvPr id="819" name="Graphic 6">
              <a:extLst>
                <a:ext uri="{FF2B5EF4-FFF2-40B4-BE49-F238E27FC236}">
                  <a16:creationId xmlns:a16="http://schemas.microsoft.com/office/drawing/2014/main" id="{35397239-773B-F645-B794-F621826B8CD4}"/>
                </a:ext>
              </a:extLst>
            </p:cNvPr>
            <p:cNvSpPr/>
            <p:nvPr/>
          </p:nvSpPr>
          <p:spPr>
            <a:xfrm>
              <a:off x="11072009" y="1568141"/>
              <a:ext cx="33701" cy="84195"/>
            </a:xfrm>
            <a:custGeom>
              <a:avLst/>
              <a:gdLst>
                <a:gd name="connsiteX0" fmla="*/ 22839 w 33701"/>
                <a:gd name="connsiteY0" fmla="*/ 1842 h 84195"/>
                <a:gd name="connsiteX1" fmla="*/ 6225 w 33701"/>
                <a:gd name="connsiteY1" fmla="*/ 80365 h 84195"/>
                <a:gd name="connsiteX2" fmla="*/ 11976 w 33701"/>
                <a:gd name="connsiteY2" fmla="*/ 84196 h 84195"/>
                <a:gd name="connsiteX3" fmla="*/ 14532 w 33701"/>
                <a:gd name="connsiteY3" fmla="*/ 83557 h 84195"/>
                <a:gd name="connsiteX4" fmla="*/ 17727 w 33701"/>
                <a:gd name="connsiteY4" fmla="*/ 75258 h 84195"/>
                <a:gd name="connsiteX5" fmla="*/ 31784 w 33701"/>
                <a:gd name="connsiteY5" fmla="*/ 11418 h 84195"/>
                <a:gd name="connsiteX6" fmla="*/ 31784 w 33701"/>
                <a:gd name="connsiteY6" fmla="*/ 2480 h 84195"/>
                <a:gd name="connsiteX7" fmla="*/ 22839 w 33701"/>
                <a:gd name="connsiteY7" fmla="*/ 1842 h 84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01" h="84195">
                  <a:moveTo>
                    <a:pt x="22839" y="1842"/>
                  </a:moveTo>
                  <a:cubicBezTo>
                    <a:pt x="22199" y="2480"/>
                    <a:pt x="-14223" y="38231"/>
                    <a:pt x="6225" y="80365"/>
                  </a:cubicBezTo>
                  <a:cubicBezTo>
                    <a:pt x="7503" y="82919"/>
                    <a:pt x="9420" y="84196"/>
                    <a:pt x="11976" y="84196"/>
                  </a:cubicBezTo>
                  <a:cubicBezTo>
                    <a:pt x="12615" y="84196"/>
                    <a:pt x="13893" y="84196"/>
                    <a:pt x="14532" y="83557"/>
                  </a:cubicBezTo>
                  <a:cubicBezTo>
                    <a:pt x="17727" y="82280"/>
                    <a:pt x="19004" y="78450"/>
                    <a:pt x="17727" y="75258"/>
                  </a:cubicBezTo>
                  <a:cubicBezTo>
                    <a:pt x="1752" y="41423"/>
                    <a:pt x="30507" y="12695"/>
                    <a:pt x="31784" y="11418"/>
                  </a:cubicBezTo>
                  <a:cubicBezTo>
                    <a:pt x="34340" y="8864"/>
                    <a:pt x="34340" y="5034"/>
                    <a:pt x="31784" y="2480"/>
                  </a:cubicBezTo>
                  <a:cubicBezTo>
                    <a:pt x="29229" y="-712"/>
                    <a:pt x="25394" y="-712"/>
                    <a:pt x="22839" y="1842"/>
                  </a:cubicBezTo>
                  <a:close/>
                </a:path>
              </a:pathLst>
            </a:custGeom>
            <a:solidFill>
              <a:srgbClr val="43B02A"/>
            </a:solidFill>
            <a:ln w="6390" cap="flat">
              <a:noFill/>
              <a:prstDash val="solid"/>
              <a:miter/>
            </a:ln>
          </p:spPr>
          <p:txBody>
            <a:bodyPr rtlCol="0" anchor="ctr"/>
            <a:lstStyle/>
            <a:p>
              <a:endParaRPr lang="en-US"/>
            </a:p>
          </p:txBody>
        </p:sp>
        <p:sp>
          <p:nvSpPr>
            <p:cNvPr id="820" name="Graphic 6">
              <a:extLst>
                <a:ext uri="{FF2B5EF4-FFF2-40B4-BE49-F238E27FC236}">
                  <a16:creationId xmlns:a16="http://schemas.microsoft.com/office/drawing/2014/main" id="{4B65E9C6-34BD-3148-87A3-392389A2607D}"/>
                </a:ext>
              </a:extLst>
            </p:cNvPr>
            <p:cNvSpPr/>
            <p:nvPr/>
          </p:nvSpPr>
          <p:spPr>
            <a:xfrm>
              <a:off x="11085902" y="1653454"/>
              <a:ext cx="12779" cy="12289"/>
            </a:xfrm>
            <a:custGeom>
              <a:avLst/>
              <a:gdLst>
                <a:gd name="connsiteX0" fmla="*/ 1917 w 12779"/>
                <a:gd name="connsiteY0" fmla="*/ 1436 h 12289"/>
                <a:gd name="connsiteX1" fmla="*/ 0 w 12779"/>
                <a:gd name="connsiteY1" fmla="*/ 5905 h 12289"/>
                <a:gd name="connsiteX2" fmla="*/ 639 w 12779"/>
                <a:gd name="connsiteY2" fmla="*/ 8459 h 12289"/>
                <a:gd name="connsiteX3" fmla="*/ 1917 w 12779"/>
                <a:gd name="connsiteY3" fmla="*/ 10374 h 12289"/>
                <a:gd name="connsiteX4" fmla="*/ 6390 w 12779"/>
                <a:gd name="connsiteY4" fmla="*/ 12289 h 12289"/>
                <a:gd name="connsiteX5" fmla="*/ 10863 w 12779"/>
                <a:gd name="connsiteY5" fmla="*/ 10374 h 12289"/>
                <a:gd name="connsiteX6" fmla="*/ 12780 w 12779"/>
                <a:gd name="connsiteY6" fmla="*/ 5905 h 12289"/>
                <a:gd name="connsiteX7" fmla="*/ 10863 w 12779"/>
                <a:gd name="connsiteY7" fmla="*/ 1436 h 12289"/>
                <a:gd name="connsiteX8" fmla="*/ 1917 w 12779"/>
                <a:gd name="connsiteY8" fmla="*/ 1436 h 12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79" h="12289">
                  <a:moveTo>
                    <a:pt x="1917" y="1436"/>
                  </a:moveTo>
                  <a:cubicBezTo>
                    <a:pt x="639" y="2713"/>
                    <a:pt x="0" y="3990"/>
                    <a:pt x="0" y="5905"/>
                  </a:cubicBezTo>
                  <a:cubicBezTo>
                    <a:pt x="0" y="6544"/>
                    <a:pt x="0" y="7820"/>
                    <a:pt x="639" y="8459"/>
                  </a:cubicBezTo>
                  <a:cubicBezTo>
                    <a:pt x="1278" y="9097"/>
                    <a:pt x="1278" y="9736"/>
                    <a:pt x="1917" y="10374"/>
                  </a:cubicBezTo>
                  <a:cubicBezTo>
                    <a:pt x="3195" y="11651"/>
                    <a:pt x="4473" y="12289"/>
                    <a:pt x="6390" y="12289"/>
                  </a:cubicBezTo>
                  <a:cubicBezTo>
                    <a:pt x="8306" y="12289"/>
                    <a:pt x="9585" y="11651"/>
                    <a:pt x="10863" y="10374"/>
                  </a:cubicBezTo>
                  <a:cubicBezTo>
                    <a:pt x="12141" y="9097"/>
                    <a:pt x="12780" y="7820"/>
                    <a:pt x="12780" y="5905"/>
                  </a:cubicBezTo>
                  <a:cubicBezTo>
                    <a:pt x="12780" y="3990"/>
                    <a:pt x="12141" y="2713"/>
                    <a:pt x="10863" y="1436"/>
                  </a:cubicBezTo>
                  <a:cubicBezTo>
                    <a:pt x="8306" y="-479"/>
                    <a:pt x="4473" y="-479"/>
                    <a:pt x="1917" y="1436"/>
                  </a:cubicBezTo>
                  <a:close/>
                </a:path>
              </a:pathLst>
            </a:custGeom>
            <a:solidFill>
              <a:srgbClr val="43B02A"/>
            </a:solidFill>
            <a:ln w="6390" cap="flat">
              <a:noFill/>
              <a:prstDash val="solid"/>
              <a:miter/>
            </a:ln>
          </p:spPr>
          <p:txBody>
            <a:bodyPr rtlCol="0" anchor="ctr"/>
            <a:lstStyle/>
            <a:p>
              <a:endParaRPr lang="en-US"/>
            </a:p>
          </p:txBody>
        </p:sp>
      </p:grpSp>
      <p:grpSp>
        <p:nvGrpSpPr>
          <p:cNvPr id="821" name="Graphic 6">
            <a:extLst>
              <a:ext uri="{FF2B5EF4-FFF2-40B4-BE49-F238E27FC236}">
                <a16:creationId xmlns:a16="http://schemas.microsoft.com/office/drawing/2014/main" id="{049E3986-8CF6-F144-861A-82CBB055F0F2}"/>
              </a:ext>
            </a:extLst>
          </p:cNvPr>
          <p:cNvGrpSpPr/>
          <p:nvPr/>
        </p:nvGrpSpPr>
        <p:grpSpPr>
          <a:xfrm>
            <a:off x="11372170" y="1405277"/>
            <a:ext cx="362309" cy="361971"/>
            <a:chOff x="11372170" y="1405277"/>
            <a:chExt cx="362309" cy="361971"/>
          </a:xfrm>
          <a:solidFill>
            <a:srgbClr val="43B02A"/>
          </a:solidFill>
        </p:grpSpPr>
        <p:sp>
          <p:nvSpPr>
            <p:cNvPr id="822" name="Graphic 6">
              <a:extLst>
                <a:ext uri="{FF2B5EF4-FFF2-40B4-BE49-F238E27FC236}">
                  <a16:creationId xmlns:a16="http://schemas.microsoft.com/office/drawing/2014/main" id="{DE80F632-C2B9-FD4A-BBD9-FF1BB0CEC0CC}"/>
                </a:ext>
              </a:extLst>
            </p:cNvPr>
            <p:cNvSpPr/>
            <p:nvPr/>
          </p:nvSpPr>
          <p:spPr>
            <a:xfrm>
              <a:off x="11501376" y="1520188"/>
              <a:ext cx="105734" cy="160275"/>
            </a:xfrm>
            <a:custGeom>
              <a:avLst/>
              <a:gdLst>
                <a:gd name="connsiteX0" fmla="*/ 92525 w 105734"/>
                <a:gd name="connsiteY0" fmla="*/ 65117 h 160275"/>
                <a:gd name="connsiteX1" fmla="*/ 84218 w 105734"/>
                <a:gd name="connsiteY1" fmla="*/ 52349 h 160275"/>
                <a:gd name="connsiteX2" fmla="*/ 54186 w 105734"/>
                <a:gd name="connsiteY2" fmla="*/ 4469 h 160275"/>
                <a:gd name="connsiteX3" fmla="*/ 52269 w 105734"/>
                <a:gd name="connsiteY3" fmla="*/ 0 h 160275"/>
                <a:gd name="connsiteX4" fmla="*/ 38211 w 105734"/>
                <a:gd name="connsiteY4" fmla="*/ 28089 h 160275"/>
                <a:gd name="connsiteX5" fmla="*/ 36933 w 105734"/>
                <a:gd name="connsiteY5" fmla="*/ 30005 h 160275"/>
                <a:gd name="connsiteX6" fmla="*/ 31182 w 105734"/>
                <a:gd name="connsiteY6" fmla="*/ 37027 h 160275"/>
                <a:gd name="connsiteX7" fmla="*/ 7539 w 105734"/>
                <a:gd name="connsiteY7" fmla="*/ 134702 h 160275"/>
                <a:gd name="connsiteX8" fmla="*/ 50991 w 105734"/>
                <a:gd name="connsiteY8" fmla="*/ 160238 h 160275"/>
                <a:gd name="connsiteX9" fmla="*/ 91247 w 105734"/>
                <a:gd name="connsiteY9" fmla="*/ 142363 h 160275"/>
                <a:gd name="connsiteX10" fmla="*/ 93803 w 105734"/>
                <a:gd name="connsiteY10" fmla="*/ 67032 h 160275"/>
                <a:gd name="connsiteX11" fmla="*/ 92525 w 105734"/>
                <a:gd name="connsiteY11" fmla="*/ 65117 h 160275"/>
                <a:gd name="connsiteX12" fmla="*/ 35016 w 105734"/>
                <a:gd name="connsiteY12" fmla="*/ 142363 h 160275"/>
                <a:gd name="connsiteX13" fmla="*/ 33738 w 105734"/>
                <a:gd name="connsiteY13" fmla="*/ 144278 h 160275"/>
                <a:gd name="connsiteX14" fmla="*/ 29265 w 105734"/>
                <a:gd name="connsiteY14" fmla="*/ 146193 h 160275"/>
                <a:gd name="connsiteX15" fmla="*/ 24792 w 105734"/>
                <a:gd name="connsiteY15" fmla="*/ 144278 h 160275"/>
                <a:gd name="connsiteX16" fmla="*/ 22875 w 105734"/>
                <a:gd name="connsiteY16" fmla="*/ 139809 h 160275"/>
                <a:gd name="connsiteX17" fmla="*/ 24792 w 105734"/>
                <a:gd name="connsiteY17" fmla="*/ 135341 h 160275"/>
                <a:gd name="connsiteX18" fmla="*/ 33738 w 105734"/>
                <a:gd name="connsiteY18" fmla="*/ 135341 h 160275"/>
                <a:gd name="connsiteX19" fmla="*/ 35655 w 105734"/>
                <a:gd name="connsiteY19" fmla="*/ 139809 h 160275"/>
                <a:gd name="connsiteX20" fmla="*/ 35016 w 105734"/>
                <a:gd name="connsiteY20" fmla="*/ 142363 h 160275"/>
                <a:gd name="connsiteX21" fmla="*/ 40128 w 105734"/>
                <a:gd name="connsiteY21" fmla="*/ 59371 h 160275"/>
                <a:gd name="connsiteX22" fmla="*/ 26070 w 105734"/>
                <a:gd name="connsiteY22" fmla="*/ 123211 h 160275"/>
                <a:gd name="connsiteX23" fmla="*/ 22875 w 105734"/>
                <a:gd name="connsiteY23" fmla="*/ 131510 h 160275"/>
                <a:gd name="connsiteX24" fmla="*/ 20319 w 105734"/>
                <a:gd name="connsiteY24" fmla="*/ 132149 h 160275"/>
                <a:gd name="connsiteX25" fmla="*/ 14568 w 105734"/>
                <a:gd name="connsiteY25" fmla="*/ 128318 h 160275"/>
                <a:gd name="connsiteX26" fmla="*/ 31182 w 105734"/>
                <a:gd name="connsiteY26" fmla="*/ 49795 h 160275"/>
                <a:gd name="connsiteX27" fmla="*/ 40128 w 105734"/>
                <a:gd name="connsiteY27" fmla="*/ 49795 h 160275"/>
                <a:gd name="connsiteX28" fmla="*/ 40128 w 105734"/>
                <a:gd name="connsiteY28" fmla="*/ 59371 h 16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5734" h="160275">
                  <a:moveTo>
                    <a:pt x="92525" y="65117"/>
                  </a:moveTo>
                  <a:cubicBezTo>
                    <a:pt x="91887" y="64478"/>
                    <a:pt x="88692" y="59371"/>
                    <a:pt x="84218" y="52349"/>
                  </a:cubicBezTo>
                  <a:cubicBezTo>
                    <a:pt x="70161" y="30643"/>
                    <a:pt x="56742" y="9576"/>
                    <a:pt x="54186" y="4469"/>
                  </a:cubicBezTo>
                  <a:cubicBezTo>
                    <a:pt x="53547" y="3192"/>
                    <a:pt x="52907" y="1277"/>
                    <a:pt x="52269" y="0"/>
                  </a:cubicBezTo>
                  <a:cubicBezTo>
                    <a:pt x="47157" y="15960"/>
                    <a:pt x="41406" y="23621"/>
                    <a:pt x="38211" y="28089"/>
                  </a:cubicBezTo>
                  <a:cubicBezTo>
                    <a:pt x="37572" y="28728"/>
                    <a:pt x="36933" y="29366"/>
                    <a:pt x="36933" y="30005"/>
                  </a:cubicBezTo>
                  <a:cubicBezTo>
                    <a:pt x="35655" y="31920"/>
                    <a:pt x="33738" y="34473"/>
                    <a:pt x="31182" y="37027"/>
                  </a:cubicBezTo>
                  <a:cubicBezTo>
                    <a:pt x="16485" y="55541"/>
                    <a:pt x="-14187" y="93206"/>
                    <a:pt x="7539" y="134702"/>
                  </a:cubicBezTo>
                  <a:cubicBezTo>
                    <a:pt x="15207" y="149385"/>
                    <a:pt x="32460" y="159600"/>
                    <a:pt x="50991" y="160238"/>
                  </a:cubicBezTo>
                  <a:cubicBezTo>
                    <a:pt x="65687" y="160876"/>
                    <a:pt x="82302" y="153216"/>
                    <a:pt x="91247" y="142363"/>
                  </a:cubicBezTo>
                  <a:cubicBezTo>
                    <a:pt x="116168" y="111081"/>
                    <a:pt x="103388" y="85545"/>
                    <a:pt x="93803" y="67032"/>
                  </a:cubicBezTo>
                  <a:lnTo>
                    <a:pt x="92525" y="65117"/>
                  </a:lnTo>
                  <a:close/>
                  <a:moveTo>
                    <a:pt x="35016" y="142363"/>
                  </a:moveTo>
                  <a:cubicBezTo>
                    <a:pt x="34377" y="143001"/>
                    <a:pt x="34377" y="143640"/>
                    <a:pt x="33738" y="144278"/>
                  </a:cubicBezTo>
                  <a:cubicBezTo>
                    <a:pt x="32460" y="145555"/>
                    <a:pt x="31182" y="146193"/>
                    <a:pt x="29265" y="146193"/>
                  </a:cubicBezTo>
                  <a:cubicBezTo>
                    <a:pt x="27348" y="146193"/>
                    <a:pt x="26070" y="145555"/>
                    <a:pt x="24792" y="144278"/>
                  </a:cubicBezTo>
                  <a:cubicBezTo>
                    <a:pt x="23514" y="143001"/>
                    <a:pt x="22875" y="141724"/>
                    <a:pt x="22875" y="139809"/>
                  </a:cubicBezTo>
                  <a:cubicBezTo>
                    <a:pt x="22875" y="137894"/>
                    <a:pt x="23514" y="136617"/>
                    <a:pt x="24792" y="135341"/>
                  </a:cubicBezTo>
                  <a:cubicBezTo>
                    <a:pt x="27348" y="132787"/>
                    <a:pt x="31182" y="132787"/>
                    <a:pt x="33738" y="135341"/>
                  </a:cubicBezTo>
                  <a:cubicBezTo>
                    <a:pt x="35016" y="136617"/>
                    <a:pt x="35655" y="137894"/>
                    <a:pt x="35655" y="139809"/>
                  </a:cubicBezTo>
                  <a:cubicBezTo>
                    <a:pt x="35655" y="140448"/>
                    <a:pt x="35016" y="141724"/>
                    <a:pt x="35016" y="142363"/>
                  </a:cubicBezTo>
                  <a:close/>
                  <a:moveTo>
                    <a:pt x="40128" y="59371"/>
                  </a:moveTo>
                  <a:cubicBezTo>
                    <a:pt x="38850" y="60648"/>
                    <a:pt x="9456" y="89376"/>
                    <a:pt x="26070" y="123211"/>
                  </a:cubicBezTo>
                  <a:cubicBezTo>
                    <a:pt x="27348" y="126403"/>
                    <a:pt x="26070" y="130233"/>
                    <a:pt x="22875" y="131510"/>
                  </a:cubicBezTo>
                  <a:cubicBezTo>
                    <a:pt x="22236" y="132149"/>
                    <a:pt x="20958" y="132149"/>
                    <a:pt x="20319" y="132149"/>
                  </a:cubicBezTo>
                  <a:cubicBezTo>
                    <a:pt x="17763" y="132149"/>
                    <a:pt x="15846" y="130872"/>
                    <a:pt x="14568" y="128318"/>
                  </a:cubicBezTo>
                  <a:cubicBezTo>
                    <a:pt x="-5880" y="86184"/>
                    <a:pt x="31182" y="50433"/>
                    <a:pt x="31182" y="49795"/>
                  </a:cubicBezTo>
                  <a:cubicBezTo>
                    <a:pt x="33738" y="47241"/>
                    <a:pt x="37572" y="47241"/>
                    <a:pt x="40128" y="49795"/>
                  </a:cubicBezTo>
                  <a:cubicBezTo>
                    <a:pt x="42684" y="52349"/>
                    <a:pt x="42684" y="56817"/>
                    <a:pt x="40128" y="59371"/>
                  </a:cubicBezTo>
                  <a:close/>
                </a:path>
              </a:pathLst>
            </a:custGeom>
            <a:solidFill>
              <a:srgbClr val="43B02A"/>
            </a:solidFill>
            <a:ln w="6390" cap="flat">
              <a:noFill/>
              <a:prstDash val="solid"/>
              <a:miter/>
            </a:ln>
          </p:spPr>
          <p:txBody>
            <a:bodyPr rtlCol="0" anchor="ctr"/>
            <a:lstStyle/>
            <a:p>
              <a:endParaRPr lang="en-US"/>
            </a:p>
          </p:txBody>
        </p:sp>
        <p:sp>
          <p:nvSpPr>
            <p:cNvPr id="823" name="Graphic 6">
              <a:extLst>
                <a:ext uri="{FF2B5EF4-FFF2-40B4-BE49-F238E27FC236}">
                  <a16:creationId xmlns:a16="http://schemas.microsoft.com/office/drawing/2014/main" id="{FFEBD724-B5A6-924E-BB7C-C62ABEC5B6EB}"/>
                </a:ext>
              </a:extLst>
            </p:cNvPr>
            <p:cNvSpPr/>
            <p:nvPr/>
          </p:nvSpPr>
          <p:spPr>
            <a:xfrm>
              <a:off x="11372170" y="140527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181474 w 362309"/>
                <a:gd name="connsiteY4" fmla="*/ 0 h 361971"/>
                <a:gd name="connsiteX5" fmla="*/ 230038 w 362309"/>
                <a:gd name="connsiteY5" fmla="*/ 264935 h 361971"/>
                <a:gd name="connsiteX6" fmla="*/ 180836 w 362309"/>
                <a:gd name="connsiteY6" fmla="*/ 287918 h 361971"/>
                <a:gd name="connsiteX7" fmla="*/ 180197 w 362309"/>
                <a:gd name="connsiteY7" fmla="*/ 287918 h 361971"/>
                <a:gd name="connsiteX8" fmla="*/ 125882 w 362309"/>
                <a:gd name="connsiteY8" fmla="*/ 255359 h 361971"/>
                <a:gd name="connsiteX9" fmla="*/ 151442 w 362309"/>
                <a:gd name="connsiteY9" fmla="*/ 144278 h 361971"/>
                <a:gd name="connsiteX10" fmla="*/ 156553 w 362309"/>
                <a:gd name="connsiteY10" fmla="*/ 137894 h 361971"/>
                <a:gd name="connsiteX11" fmla="*/ 158471 w 362309"/>
                <a:gd name="connsiteY11" fmla="*/ 135340 h 361971"/>
                <a:gd name="connsiteX12" fmla="*/ 176363 w 362309"/>
                <a:gd name="connsiteY12" fmla="*/ 79800 h 361971"/>
                <a:gd name="connsiteX13" fmla="*/ 182753 w 362309"/>
                <a:gd name="connsiteY13" fmla="*/ 74054 h 361971"/>
                <a:gd name="connsiteX14" fmla="*/ 182753 w 362309"/>
                <a:gd name="connsiteY14" fmla="*/ 74054 h 361971"/>
                <a:gd name="connsiteX15" fmla="*/ 189143 w 362309"/>
                <a:gd name="connsiteY15" fmla="*/ 79800 h 361971"/>
                <a:gd name="connsiteX16" fmla="*/ 196172 w 362309"/>
                <a:gd name="connsiteY16" fmla="*/ 114273 h 361971"/>
                <a:gd name="connsiteX17" fmla="*/ 225565 w 362309"/>
                <a:gd name="connsiteY17" fmla="*/ 160876 h 361971"/>
                <a:gd name="connsiteX18" fmla="*/ 234511 w 362309"/>
                <a:gd name="connsiteY18" fmla="*/ 174283 h 361971"/>
                <a:gd name="connsiteX19" fmla="*/ 235789 w 362309"/>
                <a:gd name="connsiteY19" fmla="*/ 176198 h 361971"/>
                <a:gd name="connsiteX20" fmla="*/ 230038 w 362309"/>
                <a:gd name="connsiteY20" fmla="*/ 26493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2309" h="361971">
                  <a:moveTo>
                    <a:pt x="181474" y="0"/>
                  </a:moveTo>
                  <a:cubicBezTo>
                    <a:pt x="81153" y="0"/>
                    <a:pt x="0" y="81077"/>
                    <a:pt x="0" y="180667"/>
                  </a:cubicBezTo>
                  <a:cubicBezTo>
                    <a:pt x="0" y="280257"/>
                    <a:pt x="81153" y="361972"/>
                    <a:pt x="180836" y="361972"/>
                  </a:cubicBezTo>
                  <a:cubicBezTo>
                    <a:pt x="281157" y="361972"/>
                    <a:pt x="362310" y="280895"/>
                    <a:pt x="362310" y="181305"/>
                  </a:cubicBezTo>
                  <a:cubicBezTo>
                    <a:pt x="362310" y="81715"/>
                    <a:pt x="281797" y="0"/>
                    <a:pt x="181474" y="0"/>
                  </a:cubicBezTo>
                  <a:close/>
                  <a:moveTo>
                    <a:pt x="230038" y="264935"/>
                  </a:moveTo>
                  <a:cubicBezTo>
                    <a:pt x="219175" y="278342"/>
                    <a:pt x="199367" y="287918"/>
                    <a:pt x="180836" y="287918"/>
                  </a:cubicBezTo>
                  <a:lnTo>
                    <a:pt x="180197" y="287918"/>
                  </a:lnTo>
                  <a:cubicBezTo>
                    <a:pt x="157193" y="287279"/>
                    <a:pt x="135467" y="274511"/>
                    <a:pt x="125882" y="255359"/>
                  </a:cubicBezTo>
                  <a:cubicBezTo>
                    <a:pt x="100322" y="206841"/>
                    <a:pt x="136106" y="162792"/>
                    <a:pt x="151442" y="144278"/>
                  </a:cubicBezTo>
                  <a:cubicBezTo>
                    <a:pt x="153358" y="141724"/>
                    <a:pt x="155276" y="139809"/>
                    <a:pt x="156553" y="137894"/>
                  </a:cubicBezTo>
                  <a:cubicBezTo>
                    <a:pt x="157193" y="137256"/>
                    <a:pt x="157832" y="136617"/>
                    <a:pt x="158471" y="135340"/>
                  </a:cubicBezTo>
                  <a:cubicBezTo>
                    <a:pt x="163583" y="128956"/>
                    <a:pt x="172528" y="117465"/>
                    <a:pt x="176363" y="79800"/>
                  </a:cubicBezTo>
                  <a:cubicBezTo>
                    <a:pt x="177002" y="76608"/>
                    <a:pt x="179558" y="74054"/>
                    <a:pt x="182753" y="74054"/>
                  </a:cubicBezTo>
                  <a:lnTo>
                    <a:pt x="182753" y="74054"/>
                  </a:lnTo>
                  <a:cubicBezTo>
                    <a:pt x="185948" y="74054"/>
                    <a:pt x="188503" y="76608"/>
                    <a:pt x="189143" y="79800"/>
                  </a:cubicBezTo>
                  <a:cubicBezTo>
                    <a:pt x="190420" y="90014"/>
                    <a:pt x="192977" y="108528"/>
                    <a:pt x="196172" y="114273"/>
                  </a:cubicBezTo>
                  <a:cubicBezTo>
                    <a:pt x="198728" y="118742"/>
                    <a:pt x="215980" y="146193"/>
                    <a:pt x="225565" y="160876"/>
                  </a:cubicBezTo>
                  <a:cubicBezTo>
                    <a:pt x="233872" y="173644"/>
                    <a:pt x="233872" y="173644"/>
                    <a:pt x="234511" y="174283"/>
                  </a:cubicBezTo>
                  <a:lnTo>
                    <a:pt x="235789" y="176198"/>
                  </a:lnTo>
                  <a:cubicBezTo>
                    <a:pt x="243457" y="195350"/>
                    <a:pt x="260071" y="227908"/>
                    <a:pt x="230038" y="264935"/>
                  </a:cubicBezTo>
                  <a:close/>
                </a:path>
              </a:pathLst>
            </a:custGeom>
            <a:solidFill>
              <a:srgbClr val="43B02A"/>
            </a:solidFill>
            <a:ln w="6390" cap="flat">
              <a:noFill/>
              <a:prstDash val="solid"/>
              <a:miter/>
            </a:ln>
          </p:spPr>
          <p:txBody>
            <a:bodyPr rtlCol="0" anchor="ctr"/>
            <a:lstStyle/>
            <a:p>
              <a:endParaRPr lang="en-US"/>
            </a:p>
          </p:txBody>
        </p:sp>
      </p:grpSp>
      <p:grpSp>
        <p:nvGrpSpPr>
          <p:cNvPr id="824" name="Graphic 6">
            <a:extLst>
              <a:ext uri="{FF2B5EF4-FFF2-40B4-BE49-F238E27FC236}">
                <a16:creationId xmlns:a16="http://schemas.microsoft.com/office/drawing/2014/main" id="{F9783DAF-BCE0-934E-B9FB-A090C1FAF599}"/>
              </a:ext>
            </a:extLst>
          </p:cNvPr>
          <p:cNvGrpSpPr/>
          <p:nvPr/>
        </p:nvGrpSpPr>
        <p:grpSpPr>
          <a:xfrm>
            <a:off x="6754802" y="1402723"/>
            <a:ext cx="362309" cy="361971"/>
            <a:chOff x="6754802" y="1402723"/>
            <a:chExt cx="362309" cy="361971"/>
          </a:xfrm>
          <a:solidFill>
            <a:srgbClr val="26890D"/>
          </a:solidFill>
        </p:grpSpPr>
        <p:sp>
          <p:nvSpPr>
            <p:cNvPr id="825" name="Graphic 6">
              <a:extLst>
                <a:ext uri="{FF2B5EF4-FFF2-40B4-BE49-F238E27FC236}">
                  <a16:creationId xmlns:a16="http://schemas.microsoft.com/office/drawing/2014/main" id="{7072B682-4B41-B540-830D-38CDA84E38FE}"/>
                </a:ext>
              </a:extLst>
            </p:cNvPr>
            <p:cNvSpPr/>
            <p:nvPr/>
          </p:nvSpPr>
          <p:spPr>
            <a:xfrm>
              <a:off x="6754802" y="1402723"/>
              <a:ext cx="362309" cy="361971"/>
            </a:xfrm>
            <a:custGeom>
              <a:avLst/>
              <a:gdLst>
                <a:gd name="connsiteX0" fmla="*/ 180836 w 362309"/>
                <a:gd name="connsiteY0" fmla="*/ 349204 h 361971"/>
                <a:gd name="connsiteX1" fmla="*/ 12780 w 362309"/>
                <a:gd name="connsiteY1" fmla="*/ 180667 h 361971"/>
                <a:gd name="connsiteX2" fmla="*/ 181474 w 362309"/>
                <a:gd name="connsiteY2" fmla="*/ 12768 h 361971"/>
                <a:gd name="connsiteX3" fmla="*/ 349530 w 362309"/>
                <a:gd name="connsiteY3" fmla="*/ 181305 h 361971"/>
                <a:gd name="connsiteX4" fmla="*/ 180836 w 362309"/>
                <a:gd name="connsiteY4" fmla="*/ 349204 h 361971"/>
                <a:gd name="connsiteX5" fmla="*/ 181474 w 362309"/>
                <a:gd name="connsiteY5" fmla="*/ 0 h 361971"/>
                <a:gd name="connsiteX6" fmla="*/ 0 w 362309"/>
                <a:gd name="connsiteY6" fmla="*/ 180667 h 361971"/>
                <a:gd name="connsiteX7" fmla="*/ 180836 w 362309"/>
                <a:gd name="connsiteY7" fmla="*/ 361972 h 361971"/>
                <a:gd name="connsiteX8" fmla="*/ 362310 w 362309"/>
                <a:gd name="connsiteY8" fmla="*/ 181305 h 361971"/>
                <a:gd name="connsiteX9" fmla="*/ 181474 w 362309"/>
                <a:gd name="connsiteY9"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0836" y="349204"/>
                  </a:moveTo>
                  <a:cubicBezTo>
                    <a:pt x="88181" y="349204"/>
                    <a:pt x="12780" y="273873"/>
                    <a:pt x="12780" y="180667"/>
                  </a:cubicBezTo>
                  <a:cubicBezTo>
                    <a:pt x="12780" y="88099"/>
                    <a:pt x="88181" y="12768"/>
                    <a:pt x="181474" y="12768"/>
                  </a:cubicBezTo>
                  <a:cubicBezTo>
                    <a:pt x="274128" y="12768"/>
                    <a:pt x="349530" y="88099"/>
                    <a:pt x="349530" y="181305"/>
                  </a:cubicBezTo>
                  <a:cubicBezTo>
                    <a:pt x="349530" y="273873"/>
                    <a:pt x="274128" y="349204"/>
                    <a:pt x="180836" y="349204"/>
                  </a:cubicBezTo>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81077"/>
                    <a:pt x="281157" y="0"/>
                    <a:pt x="181474" y="0"/>
                  </a:cubicBezTo>
                </a:path>
              </a:pathLst>
            </a:custGeom>
            <a:solidFill>
              <a:srgbClr val="26890D"/>
            </a:solidFill>
            <a:ln w="6390" cap="flat">
              <a:noFill/>
              <a:prstDash val="solid"/>
              <a:miter/>
            </a:ln>
          </p:spPr>
          <p:txBody>
            <a:bodyPr rtlCol="0" anchor="ctr"/>
            <a:lstStyle/>
            <a:p>
              <a:endParaRPr lang="en-US"/>
            </a:p>
          </p:txBody>
        </p:sp>
        <p:sp>
          <p:nvSpPr>
            <p:cNvPr id="826" name="Graphic 6">
              <a:extLst>
                <a:ext uri="{FF2B5EF4-FFF2-40B4-BE49-F238E27FC236}">
                  <a16:creationId xmlns:a16="http://schemas.microsoft.com/office/drawing/2014/main" id="{5D09EB5B-B085-E34C-845F-C45D957FA01D}"/>
                </a:ext>
              </a:extLst>
            </p:cNvPr>
            <p:cNvSpPr/>
            <p:nvPr/>
          </p:nvSpPr>
          <p:spPr>
            <a:xfrm>
              <a:off x="6848080" y="1474224"/>
              <a:ext cx="174829" cy="220247"/>
            </a:xfrm>
            <a:custGeom>
              <a:avLst/>
              <a:gdLst>
                <a:gd name="connsiteX0" fmla="*/ 162320 w 174829"/>
                <a:gd name="connsiteY0" fmla="*/ 106612 h 220247"/>
                <a:gd name="connsiteX1" fmla="*/ 159764 w 174829"/>
                <a:gd name="connsiteY1" fmla="*/ 114912 h 220247"/>
                <a:gd name="connsiteX2" fmla="*/ 150818 w 174829"/>
                <a:gd name="connsiteY2" fmla="*/ 117465 h 220247"/>
                <a:gd name="connsiteX3" fmla="*/ 116951 w 174829"/>
                <a:gd name="connsiteY3" fmla="*/ 117465 h 220247"/>
                <a:gd name="connsiteX4" fmla="*/ 116951 w 174829"/>
                <a:gd name="connsiteY4" fmla="*/ 100867 h 220247"/>
                <a:gd name="connsiteX5" fmla="*/ 140594 w 174829"/>
                <a:gd name="connsiteY5" fmla="*/ 100867 h 220247"/>
                <a:gd name="connsiteX6" fmla="*/ 146984 w 174829"/>
                <a:gd name="connsiteY6" fmla="*/ 94483 h 220247"/>
                <a:gd name="connsiteX7" fmla="*/ 146984 w 174829"/>
                <a:gd name="connsiteY7" fmla="*/ 61286 h 220247"/>
                <a:gd name="connsiteX8" fmla="*/ 149540 w 174829"/>
                <a:gd name="connsiteY8" fmla="*/ 51072 h 220247"/>
                <a:gd name="connsiteX9" fmla="*/ 154652 w 174829"/>
                <a:gd name="connsiteY9" fmla="*/ 49157 h 220247"/>
                <a:gd name="connsiteX10" fmla="*/ 160403 w 174829"/>
                <a:gd name="connsiteY10" fmla="*/ 51072 h 220247"/>
                <a:gd name="connsiteX11" fmla="*/ 162959 w 174829"/>
                <a:gd name="connsiteY11" fmla="*/ 61286 h 220247"/>
                <a:gd name="connsiteX12" fmla="*/ 162320 w 174829"/>
                <a:gd name="connsiteY12" fmla="*/ 106612 h 220247"/>
                <a:gd name="connsiteX13" fmla="*/ 70944 w 174829"/>
                <a:gd name="connsiteY13" fmla="*/ 206841 h 220247"/>
                <a:gd name="connsiteX14" fmla="*/ 70944 w 174829"/>
                <a:gd name="connsiteY14" fmla="*/ 29366 h 220247"/>
                <a:gd name="connsiteX15" fmla="*/ 75417 w 174829"/>
                <a:gd name="connsiteY15" fmla="*/ 15960 h 220247"/>
                <a:gd name="connsiteX16" fmla="*/ 86919 w 174829"/>
                <a:gd name="connsiteY16" fmla="*/ 12130 h 220247"/>
                <a:gd name="connsiteX17" fmla="*/ 98420 w 174829"/>
                <a:gd name="connsiteY17" fmla="*/ 15960 h 220247"/>
                <a:gd name="connsiteX18" fmla="*/ 102894 w 174829"/>
                <a:gd name="connsiteY18" fmla="*/ 28728 h 220247"/>
                <a:gd name="connsiteX19" fmla="*/ 102894 w 174829"/>
                <a:gd name="connsiteY19" fmla="*/ 206203 h 220247"/>
                <a:gd name="connsiteX20" fmla="*/ 70944 w 174829"/>
                <a:gd name="connsiteY20" fmla="*/ 206841 h 220247"/>
                <a:gd name="connsiteX21" fmla="*/ 24936 w 174829"/>
                <a:gd name="connsiteY21" fmla="*/ 146193 h 220247"/>
                <a:gd name="connsiteX22" fmla="*/ 15990 w 174829"/>
                <a:gd name="connsiteY22" fmla="*/ 143640 h 220247"/>
                <a:gd name="connsiteX23" fmla="*/ 13435 w 174829"/>
                <a:gd name="connsiteY23" fmla="*/ 135340 h 220247"/>
                <a:gd name="connsiteX24" fmla="*/ 13435 w 174829"/>
                <a:gd name="connsiteY24" fmla="*/ 67032 h 220247"/>
                <a:gd name="connsiteX25" fmla="*/ 15990 w 174829"/>
                <a:gd name="connsiteY25" fmla="*/ 57456 h 220247"/>
                <a:gd name="connsiteX26" fmla="*/ 21741 w 174829"/>
                <a:gd name="connsiteY26" fmla="*/ 55541 h 220247"/>
                <a:gd name="connsiteX27" fmla="*/ 26853 w 174829"/>
                <a:gd name="connsiteY27" fmla="*/ 57456 h 220247"/>
                <a:gd name="connsiteX28" fmla="*/ 29409 w 174829"/>
                <a:gd name="connsiteY28" fmla="*/ 67032 h 220247"/>
                <a:gd name="connsiteX29" fmla="*/ 29409 w 174829"/>
                <a:gd name="connsiteY29" fmla="*/ 67670 h 220247"/>
                <a:gd name="connsiteX30" fmla="*/ 29409 w 174829"/>
                <a:gd name="connsiteY30" fmla="*/ 122572 h 220247"/>
                <a:gd name="connsiteX31" fmla="*/ 35799 w 174829"/>
                <a:gd name="connsiteY31" fmla="*/ 128956 h 220247"/>
                <a:gd name="connsiteX32" fmla="*/ 58164 w 174829"/>
                <a:gd name="connsiteY32" fmla="*/ 128956 h 220247"/>
                <a:gd name="connsiteX33" fmla="*/ 58164 w 174829"/>
                <a:gd name="connsiteY33" fmla="*/ 145555 h 220247"/>
                <a:gd name="connsiteX34" fmla="*/ 24936 w 174829"/>
                <a:gd name="connsiteY34" fmla="*/ 146193 h 220247"/>
                <a:gd name="connsiteX35" fmla="*/ 168710 w 174829"/>
                <a:gd name="connsiteY35" fmla="*/ 42134 h 220247"/>
                <a:gd name="connsiteX36" fmla="*/ 153374 w 174829"/>
                <a:gd name="connsiteY36" fmla="*/ 35750 h 220247"/>
                <a:gd name="connsiteX37" fmla="*/ 139316 w 174829"/>
                <a:gd name="connsiteY37" fmla="*/ 41496 h 220247"/>
                <a:gd name="connsiteX38" fmla="*/ 132926 w 174829"/>
                <a:gd name="connsiteY38" fmla="*/ 60648 h 220247"/>
                <a:gd name="connsiteX39" fmla="*/ 132926 w 174829"/>
                <a:gd name="connsiteY39" fmla="*/ 87461 h 220247"/>
                <a:gd name="connsiteX40" fmla="*/ 115674 w 174829"/>
                <a:gd name="connsiteY40" fmla="*/ 87461 h 220247"/>
                <a:gd name="connsiteX41" fmla="*/ 115674 w 174829"/>
                <a:gd name="connsiteY41" fmla="*/ 29366 h 220247"/>
                <a:gd name="connsiteX42" fmla="*/ 107366 w 174829"/>
                <a:gd name="connsiteY42" fmla="*/ 7661 h 220247"/>
                <a:gd name="connsiteX43" fmla="*/ 86919 w 174829"/>
                <a:gd name="connsiteY43" fmla="*/ 0 h 220247"/>
                <a:gd name="connsiteX44" fmla="*/ 66471 w 174829"/>
                <a:gd name="connsiteY44" fmla="*/ 7661 h 220247"/>
                <a:gd name="connsiteX45" fmla="*/ 58164 w 174829"/>
                <a:gd name="connsiteY45" fmla="*/ 30005 h 220247"/>
                <a:gd name="connsiteX46" fmla="*/ 58164 w 174829"/>
                <a:gd name="connsiteY46" fmla="*/ 117465 h 220247"/>
                <a:gd name="connsiteX47" fmla="*/ 42189 w 174829"/>
                <a:gd name="connsiteY47" fmla="*/ 117465 h 220247"/>
                <a:gd name="connsiteX48" fmla="*/ 42189 w 174829"/>
                <a:gd name="connsiteY48" fmla="*/ 68947 h 220247"/>
                <a:gd name="connsiteX49" fmla="*/ 36438 w 174829"/>
                <a:gd name="connsiteY49" fmla="*/ 49795 h 220247"/>
                <a:gd name="connsiteX50" fmla="*/ 21741 w 174829"/>
                <a:gd name="connsiteY50" fmla="*/ 43411 h 220247"/>
                <a:gd name="connsiteX51" fmla="*/ 6405 w 174829"/>
                <a:gd name="connsiteY51" fmla="*/ 49795 h 220247"/>
                <a:gd name="connsiteX52" fmla="*/ 15 w 174829"/>
                <a:gd name="connsiteY52" fmla="*/ 68309 h 220247"/>
                <a:gd name="connsiteX53" fmla="*/ 15 w 174829"/>
                <a:gd name="connsiteY53" fmla="*/ 135979 h 220247"/>
                <a:gd name="connsiteX54" fmla="*/ 7045 w 174829"/>
                <a:gd name="connsiteY54" fmla="*/ 153216 h 220247"/>
                <a:gd name="connsiteX55" fmla="*/ 23658 w 174829"/>
                <a:gd name="connsiteY55" fmla="*/ 159600 h 220247"/>
                <a:gd name="connsiteX56" fmla="*/ 24936 w 174829"/>
                <a:gd name="connsiteY56" fmla="*/ 159600 h 220247"/>
                <a:gd name="connsiteX57" fmla="*/ 57525 w 174829"/>
                <a:gd name="connsiteY57" fmla="*/ 159600 h 220247"/>
                <a:gd name="connsiteX58" fmla="*/ 57525 w 174829"/>
                <a:gd name="connsiteY58" fmla="*/ 207479 h 220247"/>
                <a:gd name="connsiteX59" fmla="*/ 48579 w 174829"/>
                <a:gd name="connsiteY59" fmla="*/ 207479 h 220247"/>
                <a:gd name="connsiteX60" fmla="*/ 42189 w 174829"/>
                <a:gd name="connsiteY60" fmla="*/ 213863 h 220247"/>
                <a:gd name="connsiteX61" fmla="*/ 48579 w 174829"/>
                <a:gd name="connsiteY61" fmla="*/ 220247 h 220247"/>
                <a:gd name="connsiteX62" fmla="*/ 124619 w 174829"/>
                <a:gd name="connsiteY62" fmla="*/ 220247 h 220247"/>
                <a:gd name="connsiteX63" fmla="*/ 131009 w 174829"/>
                <a:gd name="connsiteY63" fmla="*/ 213863 h 220247"/>
                <a:gd name="connsiteX64" fmla="*/ 124619 w 174829"/>
                <a:gd name="connsiteY64" fmla="*/ 207479 h 220247"/>
                <a:gd name="connsiteX65" fmla="*/ 115034 w 174829"/>
                <a:gd name="connsiteY65" fmla="*/ 207479 h 220247"/>
                <a:gd name="connsiteX66" fmla="*/ 115034 w 174829"/>
                <a:gd name="connsiteY66" fmla="*/ 130233 h 220247"/>
                <a:gd name="connsiteX67" fmla="*/ 148901 w 174829"/>
                <a:gd name="connsiteY67" fmla="*/ 130233 h 220247"/>
                <a:gd name="connsiteX68" fmla="*/ 150179 w 174829"/>
                <a:gd name="connsiteY68" fmla="*/ 130233 h 220247"/>
                <a:gd name="connsiteX69" fmla="*/ 167432 w 174829"/>
                <a:gd name="connsiteY69" fmla="*/ 123849 h 220247"/>
                <a:gd name="connsiteX70" fmla="*/ 174461 w 174829"/>
                <a:gd name="connsiteY70" fmla="*/ 106612 h 220247"/>
                <a:gd name="connsiteX71" fmla="*/ 174461 w 174829"/>
                <a:gd name="connsiteY71" fmla="*/ 61286 h 220247"/>
                <a:gd name="connsiteX72" fmla="*/ 168710 w 174829"/>
                <a:gd name="connsiteY72" fmla="*/ 42134 h 2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74829" h="220247">
                  <a:moveTo>
                    <a:pt x="162320" y="106612"/>
                  </a:moveTo>
                  <a:cubicBezTo>
                    <a:pt x="162320" y="110443"/>
                    <a:pt x="161681" y="112996"/>
                    <a:pt x="159764" y="114912"/>
                  </a:cubicBezTo>
                  <a:cubicBezTo>
                    <a:pt x="157208" y="117465"/>
                    <a:pt x="152735" y="118104"/>
                    <a:pt x="150818" y="117465"/>
                  </a:cubicBezTo>
                  <a:lnTo>
                    <a:pt x="116951" y="117465"/>
                  </a:lnTo>
                  <a:lnTo>
                    <a:pt x="116951" y="100867"/>
                  </a:lnTo>
                  <a:lnTo>
                    <a:pt x="140594" y="100867"/>
                  </a:lnTo>
                  <a:cubicBezTo>
                    <a:pt x="144428" y="100867"/>
                    <a:pt x="146984" y="98313"/>
                    <a:pt x="146984" y="94483"/>
                  </a:cubicBezTo>
                  <a:lnTo>
                    <a:pt x="146984" y="61286"/>
                  </a:lnTo>
                  <a:cubicBezTo>
                    <a:pt x="146984" y="60009"/>
                    <a:pt x="146984" y="54264"/>
                    <a:pt x="149540" y="51072"/>
                  </a:cubicBezTo>
                  <a:cubicBezTo>
                    <a:pt x="150179" y="50433"/>
                    <a:pt x="151457" y="49157"/>
                    <a:pt x="154652" y="49157"/>
                  </a:cubicBezTo>
                  <a:cubicBezTo>
                    <a:pt x="157847" y="49157"/>
                    <a:pt x="159764" y="50433"/>
                    <a:pt x="160403" y="51072"/>
                  </a:cubicBezTo>
                  <a:cubicBezTo>
                    <a:pt x="162959" y="53625"/>
                    <a:pt x="162959" y="58733"/>
                    <a:pt x="162959" y="61286"/>
                  </a:cubicBezTo>
                  <a:lnTo>
                    <a:pt x="162320" y="106612"/>
                  </a:lnTo>
                  <a:close/>
                  <a:moveTo>
                    <a:pt x="70944" y="206841"/>
                  </a:moveTo>
                  <a:lnTo>
                    <a:pt x="70944" y="29366"/>
                  </a:lnTo>
                  <a:cubicBezTo>
                    <a:pt x="70944" y="29366"/>
                    <a:pt x="70944" y="21067"/>
                    <a:pt x="75417" y="15960"/>
                  </a:cubicBezTo>
                  <a:cubicBezTo>
                    <a:pt x="77973" y="13406"/>
                    <a:pt x="81807" y="12130"/>
                    <a:pt x="86919" y="12130"/>
                  </a:cubicBezTo>
                  <a:cubicBezTo>
                    <a:pt x="92030" y="12130"/>
                    <a:pt x="95864" y="13406"/>
                    <a:pt x="98420" y="15960"/>
                  </a:cubicBezTo>
                  <a:cubicBezTo>
                    <a:pt x="102894" y="21067"/>
                    <a:pt x="102894" y="28728"/>
                    <a:pt x="102894" y="28728"/>
                  </a:cubicBezTo>
                  <a:lnTo>
                    <a:pt x="102894" y="206203"/>
                  </a:lnTo>
                  <a:lnTo>
                    <a:pt x="70944" y="206841"/>
                  </a:lnTo>
                  <a:close/>
                  <a:moveTo>
                    <a:pt x="24936" y="146193"/>
                  </a:moveTo>
                  <a:cubicBezTo>
                    <a:pt x="23658" y="146193"/>
                    <a:pt x="19185" y="146193"/>
                    <a:pt x="15990" y="143640"/>
                  </a:cubicBezTo>
                  <a:cubicBezTo>
                    <a:pt x="14073" y="141724"/>
                    <a:pt x="13435" y="139171"/>
                    <a:pt x="13435" y="135340"/>
                  </a:cubicBezTo>
                  <a:lnTo>
                    <a:pt x="13435" y="67032"/>
                  </a:lnTo>
                  <a:cubicBezTo>
                    <a:pt x="13435" y="65117"/>
                    <a:pt x="13435" y="60009"/>
                    <a:pt x="15990" y="57456"/>
                  </a:cubicBezTo>
                  <a:cubicBezTo>
                    <a:pt x="16630" y="56817"/>
                    <a:pt x="18546" y="55541"/>
                    <a:pt x="21741" y="55541"/>
                  </a:cubicBezTo>
                  <a:cubicBezTo>
                    <a:pt x="24936" y="55541"/>
                    <a:pt x="26214" y="56817"/>
                    <a:pt x="26853" y="57456"/>
                  </a:cubicBezTo>
                  <a:cubicBezTo>
                    <a:pt x="29409" y="60009"/>
                    <a:pt x="29409" y="65755"/>
                    <a:pt x="29409" y="67032"/>
                  </a:cubicBezTo>
                  <a:lnTo>
                    <a:pt x="29409" y="67670"/>
                  </a:lnTo>
                  <a:lnTo>
                    <a:pt x="29409" y="122572"/>
                  </a:lnTo>
                  <a:cubicBezTo>
                    <a:pt x="29409" y="126403"/>
                    <a:pt x="31965" y="128956"/>
                    <a:pt x="35799" y="128956"/>
                  </a:cubicBezTo>
                  <a:lnTo>
                    <a:pt x="58164" y="128956"/>
                  </a:lnTo>
                  <a:lnTo>
                    <a:pt x="58164" y="145555"/>
                  </a:lnTo>
                  <a:lnTo>
                    <a:pt x="24936" y="146193"/>
                  </a:lnTo>
                  <a:close/>
                  <a:moveTo>
                    <a:pt x="168710" y="42134"/>
                  </a:moveTo>
                  <a:cubicBezTo>
                    <a:pt x="166153" y="39581"/>
                    <a:pt x="161681" y="35750"/>
                    <a:pt x="153374" y="35750"/>
                  </a:cubicBezTo>
                  <a:cubicBezTo>
                    <a:pt x="147623" y="35750"/>
                    <a:pt x="142511" y="37665"/>
                    <a:pt x="139316" y="41496"/>
                  </a:cubicBezTo>
                  <a:cubicBezTo>
                    <a:pt x="132287" y="48518"/>
                    <a:pt x="132926" y="60009"/>
                    <a:pt x="132926" y="60648"/>
                  </a:cubicBezTo>
                  <a:lnTo>
                    <a:pt x="132926" y="87461"/>
                  </a:lnTo>
                  <a:lnTo>
                    <a:pt x="115674" y="87461"/>
                  </a:lnTo>
                  <a:lnTo>
                    <a:pt x="115674" y="29366"/>
                  </a:lnTo>
                  <a:cubicBezTo>
                    <a:pt x="115674" y="28089"/>
                    <a:pt x="115674" y="15960"/>
                    <a:pt x="107366" y="7661"/>
                  </a:cubicBezTo>
                  <a:cubicBezTo>
                    <a:pt x="102254" y="2554"/>
                    <a:pt x="95225" y="0"/>
                    <a:pt x="86919" y="0"/>
                  </a:cubicBezTo>
                  <a:cubicBezTo>
                    <a:pt x="78612" y="0"/>
                    <a:pt x="71583" y="2554"/>
                    <a:pt x="66471" y="7661"/>
                  </a:cubicBezTo>
                  <a:cubicBezTo>
                    <a:pt x="58164" y="16598"/>
                    <a:pt x="58164" y="28728"/>
                    <a:pt x="58164" y="30005"/>
                  </a:cubicBezTo>
                  <a:lnTo>
                    <a:pt x="58164" y="117465"/>
                  </a:lnTo>
                  <a:lnTo>
                    <a:pt x="42189" y="117465"/>
                  </a:lnTo>
                  <a:lnTo>
                    <a:pt x="42189" y="68947"/>
                  </a:lnTo>
                  <a:cubicBezTo>
                    <a:pt x="42189" y="66393"/>
                    <a:pt x="42828" y="56817"/>
                    <a:pt x="36438" y="49795"/>
                  </a:cubicBezTo>
                  <a:cubicBezTo>
                    <a:pt x="33882" y="47241"/>
                    <a:pt x="29409" y="43411"/>
                    <a:pt x="21741" y="43411"/>
                  </a:cubicBezTo>
                  <a:cubicBezTo>
                    <a:pt x="14073" y="43411"/>
                    <a:pt x="8961" y="46603"/>
                    <a:pt x="6405" y="49795"/>
                  </a:cubicBezTo>
                  <a:cubicBezTo>
                    <a:pt x="-624" y="56817"/>
                    <a:pt x="15" y="67670"/>
                    <a:pt x="15" y="68309"/>
                  </a:cubicBezTo>
                  <a:lnTo>
                    <a:pt x="15" y="135979"/>
                  </a:lnTo>
                  <a:cubicBezTo>
                    <a:pt x="15" y="144916"/>
                    <a:pt x="3850" y="150662"/>
                    <a:pt x="7045" y="153216"/>
                  </a:cubicBezTo>
                  <a:cubicBezTo>
                    <a:pt x="12795" y="158961"/>
                    <a:pt x="21102" y="159600"/>
                    <a:pt x="23658" y="159600"/>
                  </a:cubicBezTo>
                  <a:cubicBezTo>
                    <a:pt x="24297" y="159600"/>
                    <a:pt x="24297" y="159600"/>
                    <a:pt x="24936" y="159600"/>
                  </a:cubicBezTo>
                  <a:lnTo>
                    <a:pt x="57525" y="159600"/>
                  </a:lnTo>
                  <a:lnTo>
                    <a:pt x="57525" y="207479"/>
                  </a:lnTo>
                  <a:lnTo>
                    <a:pt x="48579" y="207479"/>
                  </a:lnTo>
                  <a:cubicBezTo>
                    <a:pt x="44745" y="207479"/>
                    <a:pt x="42189" y="210033"/>
                    <a:pt x="42189" y="213863"/>
                  </a:cubicBezTo>
                  <a:cubicBezTo>
                    <a:pt x="42189" y="217694"/>
                    <a:pt x="44745" y="220247"/>
                    <a:pt x="48579" y="220247"/>
                  </a:cubicBezTo>
                  <a:lnTo>
                    <a:pt x="124619" y="220247"/>
                  </a:lnTo>
                  <a:cubicBezTo>
                    <a:pt x="128453" y="220247"/>
                    <a:pt x="131009" y="217694"/>
                    <a:pt x="131009" y="213863"/>
                  </a:cubicBezTo>
                  <a:cubicBezTo>
                    <a:pt x="131009" y="210033"/>
                    <a:pt x="128453" y="207479"/>
                    <a:pt x="124619" y="207479"/>
                  </a:cubicBezTo>
                  <a:lnTo>
                    <a:pt x="115034" y="207479"/>
                  </a:lnTo>
                  <a:lnTo>
                    <a:pt x="115034" y="130233"/>
                  </a:lnTo>
                  <a:lnTo>
                    <a:pt x="148901" y="130233"/>
                  </a:lnTo>
                  <a:cubicBezTo>
                    <a:pt x="148901" y="130233"/>
                    <a:pt x="149540" y="130233"/>
                    <a:pt x="150179" y="130233"/>
                  </a:cubicBezTo>
                  <a:cubicBezTo>
                    <a:pt x="153374" y="130233"/>
                    <a:pt x="161042" y="129595"/>
                    <a:pt x="167432" y="123849"/>
                  </a:cubicBezTo>
                  <a:cubicBezTo>
                    <a:pt x="170627" y="120657"/>
                    <a:pt x="174461" y="115550"/>
                    <a:pt x="174461" y="106612"/>
                  </a:cubicBezTo>
                  <a:lnTo>
                    <a:pt x="174461" y="61286"/>
                  </a:lnTo>
                  <a:cubicBezTo>
                    <a:pt x="175100" y="60009"/>
                    <a:pt x="175738" y="49157"/>
                    <a:pt x="168710" y="42134"/>
                  </a:cubicBezTo>
                </a:path>
              </a:pathLst>
            </a:custGeom>
            <a:solidFill>
              <a:srgbClr val="26890D"/>
            </a:solidFill>
            <a:ln w="6390" cap="flat">
              <a:noFill/>
              <a:prstDash val="solid"/>
              <a:miter/>
            </a:ln>
          </p:spPr>
          <p:txBody>
            <a:bodyPr rtlCol="0" anchor="ctr"/>
            <a:lstStyle/>
            <a:p>
              <a:endParaRPr lang="en-US"/>
            </a:p>
          </p:txBody>
        </p:sp>
      </p:grpSp>
      <p:grpSp>
        <p:nvGrpSpPr>
          <p:cNvPr id="827" name="Graphic 6">
            <a:extLst>
              <a:ext uri="{FF2B5EF4-FFF2-40B4-BE49-F238E27FC236}">
                <a16:creationId xmlns:a16="http://schemas.microsoft.com/office/drawing/2014/main" id="{86327F22-0269-9444-9658-BAABB13A7981}"/>
              </a:ext>
            </a:extLst>
          </p:cNvPr>
          <p:cNvGrpSpPr/>
          <p:nvPr/>
        </p:nvGrpSpPr>
        <p:grpSpPr>
          <a:xfrm>
            <a:off x="7192513" y="1402723"/>
            <a:ext cx="362313" cy="361971"/>
            <a:chOff x="7192513" y="1402723"/>
            <a:chExt cx="362313" cy="361971"/>
          </a:xfrm>
          <a:solidFill>
            <a:srgbClr val="26890D"/>
          </a:solidFill>
        </p:grpSpPr>
        <p:sp>
          <p:nvSpPr>
            <p:cNvPr id="828" name="Graphic 6">
              <a:extLst>
                <a:ext uri="{FF2B5EF4-FFF2-40B4-BE49-F238E27FC236}">
                  <a16:creationId xmlns:a16="http://schemas.microsoft.com/office/drawing/2014/main" id="{9A0E92F1-1B7D-954E-AEE9-6305EE34D75B}"/>
                </a:ext>
              </a:extLst>
            </p:cNvPr>
            <p:cNvSpPr/>
            <p:nvPr/>
          </p:nvSpPr>
          <p:spPr>
            <a:xfrm>
              <a:off x="7299864" y="1530403"/>
              <a:ext cx="44729" cy="90652"/>
            </a:xfrm>
            <a:custGeom>
              <a:avLst/>
              <a:gdLst>
                <a:gd name="connsiteX0" fmla="*/ 22365 w 44729"/>
                <a:gd name="connsiteY0" fmla="*/ 73416 h 90652"/>
                <a:gd name="connsiteX1" fmla="*/ 15975 w 44729"/>
                <a:gd name="connsiteY1" fmla="*/ 67032 h 90652"/>
                <a:gd name="connsiteX2" fmla="*/ 15975 w 44729"/>
                <a:gd name="connsiteY2" fmla="*/ 12130 h 90652"/>
                <a:gd name="connsiteX3" fmla="*/ 15975 w 44729"/>
                <a:gd name="connsiteY3" fmla="*/ 11491 h 90652"/>
                <a:gd name="connsiteX4" fmla="*/ 13419 w 44729"/>
                <a:gd name="connsiteY4" fmla="*/ 1915 h 90652"/>
                <a:gd name="connsiteX5" fmla="*/ 8306 w 44729"/>
                <a:gd name="connsiteY5" fmla="*/ 0 h 90652"/>
                <a:gd name="connsiteX6" fmla="*/ 2556 w 44729"/>
                <a:gd name="connsiteY6" fmla="*/ 1915 h 90652"/>
                <a:gd name="connsiteX7" fmla="*/ 0 w 44729"/>
                <a:gd name="connsiteY7" fmla="*/ 11491 h 90652"/>
                <a:gd name="connsiteX8" fmla="*/ 0 w 44729"/>
                <a:gd name="connsiteY8" fmla="*/ 79800 h 90652"/>
                <a:gd name="connsiteX9" fmla="*/ 2556 w 44729"/>
                <a:gd name="connsiteY9" fmla="*/ 88099 h 90652"/>
                <a:gd name="connsiteX10" fmla="*/ 11501 w 44729"/>
                <a:gd name="connsiteY10" fmla="*/ 90653 h 90652"/>
                <a:gd name="connsiteX11" fmla="*/ 44730 w 44729"/>
                <a:gd name="connsiteY11" fmla="*/ 90653 h 90652"/>
                <a:gd name="connsiteX12" fmla="*/ 44730 w 44729"/>
                <a:gd name="connsiteY12" fmla="*/ 74054 h 90652"/>
                <a:gd name="connsiteX13" fmla="*/ 22365 w 44729"/>
                <a:gd name="connsiteY13" fmla="*/ 73416 h 90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729" h="90652">
                  <a:moveTo>
                    <a:pt x="22365" y="73416"/>
                  </a:moveTo>
                  <a:cubicBezTo>
                    <a:pt x="18531" y="73416"/>
                    <a:pt x="15975" y="70862"/>
                    <a:pt x="15975" y="67032"/>
                  </a:cubicBezTo>
                  <a:lnTo>
                    <a:pt x="15975" y="12130"/>
                  </a:lnTo>
                  <a:lnTo>
                    <a:pt x="15975" y="11491"/>
                  </a:lnTo>
                  <a:cubicBezTo>
                    <a:pt x="15975" y="9576"/>
                    <a:pt x="15975" y="4469"/>
                    <a:pt x="13419" y="1915"/>
                  </a:cubicBezTo>
                  <a:cubicBezTo>
                    <a:pt x="12780" y="1277"/>
                    <a:pt x="11501" y="0"/>
                    <a:pt x="8306" y="0"/>
                  </a:cubicBezTo>
                  <a:cubicBezTo>
                    <a:pt x="5111" y="0"/>
                    <a:pt x="3195" y="1277"/>
                    <a:pt x="2556" y="1915"/>
                  </a:cubicBezTo>
                  <a:cubicBezTo>
                    <a:pt x="0" y="4469"/>
                    <a:pt x="0" y="9576"/>
                    <a:pt x="0" y="11491"/>
                  </a:cubicBezTo>
                  <a:lnTo>
                    <a:pt x="0" y="79800"/>
                  </a:lnTo>
                  <a:cubicBezTo>
                    <a:pt x="0" y="83630"/>
                    <a:pt x="639" y="86184"/>
                    <a:pt x="2556" y="88099"/>
                  </a:cubicBezTo>
                  <a:cubicBezTo>
                    <a:pt x="5111" y="90653"/>
                    <a:pt x="9585" y="90653"/>
                    <a:pt x="11501" y="90653"/>
                  </a:cubicBezTo>
                  <a:lnTo>
                    <a:pt x="44730" y="90653"/>
                  </a:lnTo>
                  <a:lnTo>
                    <a:pt x="44730" y="74054"/>
                  </a:lnTo>
                  <a:lnTo>
                    <a:pt x="22365" y="73416"/>
                  </a:lnTo>
                  <a:close/>
                </a:path>
              </a:pathLst>
            </a:custGeom>
            <a:solidFill>
              <a:srgbClr val="26890D"/>
            </a:solidFill>
            <a:ln w="6390" cap="flat">
              <a:noFill/>
              <a:prstDash val="solid"/>
              <a:miter/>
            </a:ln>
          </p:spPr>
          <p:txBody>
            <a:bodyPr rtlCol="0" anchor="ctr"/>
            <a:lstStyle/>
            <a:p>
              <a:endParaRPr lang="en-US"/>
            </a:p>
          </p:txBody>
        </p:sp>
        <p:sp>
          <p:nvSpPr>
            <p:cNvPr id="829" name="Graphic 6">
              <a:extLst>
                <a:ext uri="{FF2B5EF4-FFF2-40B4-BE49-F238E27FC236}">
                  <a16:creationId xmlns:a16="http://schemas.microsoft.com/office/drawing/2014/main" id="{8D9757E6-AD56-704B-893D-BC2563F65861}"/>
                </a:ext>
              </a:extLst>
            </p:cNvPr>
            <p:cNvSpPr/>
            <p:nvPr/>
          </p:nvSpPr>
          <p:spPr>
            <a:xfrm>
              <a:off x="7357373" y="1486992"/>
              <a:ext cx="31949" cy="194711"/>
            </a:xfrm>
            <a:custGeom>
              <a:avLst/>
              <a:gdLst>
                <a:gd name="connsiteX0" fmla="*/ 27476 w 31949"/>
                <a:gd name="connsiteY0" fmla="*/ 3830 h 194711"/>
                <a:gd name="connsiteX1" fmla="*/ 15975 w 31949"/>
                <a:gd name="connsiteY1" fmla="*/ 0 h 194711"/>
                <a:gd name="connsiteX2" fmla="*/ 4473 w 31949"/>
                <a:gd name="connsiteY2" fmla="*/ 3830 h 194711"/>
                <a:gd name="connsiteX3" fmla="*/ 0 w 31949"/>
                <a:gd name="connsiteY3" fmla="*/ 17237 h 194711"/>
                <a:gd name="connsiteX4" fmla="*/ 0 w 31949"/>
                <a:gd name="connsiteY4" fmla="*/ 194711 h 194711"/>
                <a:gd name="connsiteX5" fmla="*/ 31950 w 31949"/>
                <a:gd name="connsiteY5" fmla="*/ 194711 h 194711"/>
                <a:gd name="connsiteX6" fmla="*/ 31950 w 31949"/>
                <a:gd name="connsiteY6" fmla="*/ 17237 h 194711"/>
                <a:gd name="connsiteX7" fmla="*/ 27476 w 31949"/>
                <a:gd name="connsiteY7" fmla="*/ 3830 h 194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949" h="194711">
                  <a:moveTo>
                    <a:pt x="27476" y="3830"/>
                  </a:moveTo>
                  <a:cubicBezTo>
                    <a:pt x="24921" y="1277"/>
                    <a:pt x="21086" y="0"/>
                    <a:pt x="15975" y="0"/>
                  </a:cubicBezTo>
                  <a:cubicBezTo>
                    <a:pt x="10863" y="0"/>
                    <a:pt x="7029" y="1277"/>
                    <a:pt x="4473" y="3830"/>
                  </a:cubicBezTo>
                  <a:cubicBezTo>
                    <a:pt x="0" y="8938"/>
                    <a:pt x="0" y="17237"/>
                    <a:pt x="0" y="17237"/>
                  </a:cubicBezTo>
                  <a:lnTo>
                    <a:pt x="0" y="194711"/>
                  </a:lnTo>
                  <a:lnTo>
                    <a:pt x="31950" y="194711"/>
                  </a:lnTo>
                  <a:lnTo>
                    <a:pt x="31950" y="17237"/>
                  </a:lnTo>
                  <a:cubicBezTo>
                    <a:pt x="31950" y="16598"/>
                    <a:pt x="31950" y="8299"/>
                    <a:pt x="27476" y="3830"/>
                  </a:cubicBezTo>
                </a:path>
              </a:pathLst>
            </a:custGeom>
            <a:solidFill>
              <a:srgbClr val="26890D"/>
            </a:solidFill>
            <a:ln w="6390" cap="flat">
              <a:noFill/>
              <a:prstDash val="solid"/>
              <a:miter/>
            </a:ln>
          </p:spPr>
          <p:txBody>
            <a:bodyPr rtlCol="0" anchor="ctr"/>
            <a:lstStyle/>
            <a:p>
              <a:endParaRPr lang="en-US"/>
            </a:p>
          </p:txBody>
        </p:sp>
        <p:sp>
          <p:nvSpPr>
            <p:cNvPr id="830" name="Graphic 6">
              <a:extLst>
                <a:ext uri="{FF2B5EF4-FFF2-40B4-BE49-F238E27FC236}">
                  <a16:creationId xmlns:a16="http://schemas.microsoft.com/office/drawing/2014/main" id="{7199926C-31D3-EA47-8F38-276FCDC8CE8C}"/>
                </a:ext>
              </a:extLst>
            </p:cNvPr>
            <p:cNvSpPr/>
            <p:nvPr/>
          </p:nvSpPr>
          <p:spPr>
            <a:xfrm>
              <a:off x="7402103" y="1523380"/>
              <a:ext cx="45368" cy="68308"/>
            </a:xfrm>
            <a:custGeom>
              <a:avLst/>
              <a:gdLst>
                <a:gd name="connsiteX0" fmla="*/ 37701 w 45368"/>
                <a:gd name="connsiteY0" fmla="*/ 0 h 68308"/>
                <a:gd name="connsiteX1" fmla="*/ 32589 w 45368"/>
                <a:gd name="connsiteY1" fmla="*/ 1915 h 68308"/>
                <a:gd name="connsiteX2" fmla="*/ 30032 w 45368"/>
                <a:gd name="connsiteY2" fmla="*/ 12130 h 68308"/>
                <a:gd name="connsiteX3" fmla="*/ 30032 w 45368"/>
                <a:gd name="connsiteY3" fmla="*/ 45326 h 68308"/>
                <a:gd name="connsiteX4" fmla="*/ 23642 w 45368"/>
                <a:gd name="connsiteY4" fmla="*/ 51710 h 68308"/>
                <a:gd name="connsiteX5" fmla="*/ 0 w 45368"/>
                <a:gd name="connsiteY5" fmla="*/ 51710 h 68308"/>
                <a:gd name="connsiteX6" fmla="*/ 0 w 45368"/>
                <a:gd name="connsiteY6" fmla="*/ 68309 h 68308"/>
                <a:gd name="connsiteX7" fmla="*/ 33866 w 45368"/>
                <a:gd name="connsiteY7" fmla="*/ 68309 h 68308"/>
                <a:gd name="connsiteX8" fmla="*/ 42812 w 45368"/>
                <a:gd name="connsiteY8" fmla="*/ 65755 h 68308"/>
                <a:gd name="connsiteX9" fmla="*/ 45368 w 45368"/>
                <a:gd name="connsiteY9" fmla="*/ 57456 h 68308"/>
                <a:gd name="connsiteX10" fmla="*/ 45368 w 45368"/>
                <a:gd name="connsiteY10" fmla="*/ 12130 h 68308"/>
                <a:gd name="connsiteX11" fmla="*/ 42812 w 45368"/>
                <a:gd name="connsiteY11" fmla="*/ 1915 h 68308"/>
                <a:gd name="connsiteX12" fmla="*/ 37701 w 45368"/>
                <a:gd name="connsiteY12" fmla="*/ 0 h 6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368" h="68308">
                  <a:moveTo>
                    <a:pt x="37701" y="0"/>
                  </a:moveTo>
                  <a:cubicBezTo>
                    <a:pt x="34506" y="0"/>
                    <a:pt x="33227" y="1277"/>
                    <a:pt x="32589" y="1915"/>
                  </a:cubicBezTo>
                  <a:cubicBezTo>
                    <a:pt x="30032" y="4469"/>
                    <a:pt x="29394" y="10214"/>
                    <a:pt x="30032" y="12130"/>
                  </a:cubicBezTo>
                  <a:lnTo>
                    <a:pt x="30032" y="45326"/>
                  </a:lnTo>
                  <a:cubicBezTo>
                    <a:pt x="30032" y="49157"/>
                    <a:pt x="27476" y="51710"/>
                    <a:pt x="23642" y="51710"/>
                  </a:cubicBezTo>
                  <a:lnTo>
                    <a:pt x="0" y="51710"/>
                  </a:lnTo>
                  <a:lnTo>
                    <a:pt x="0" y="68309"/>
                  </a:lnTo>
                  <a:lnTo>
                    <a:pt x="33866" y="68309"/>
                  </a:lnTo>
                  <a:cubicBezTo>
                    <a:pt x="35783" y="68309"/>
                    <a:pt x="40256" y="68309"/>
                    <a:pt x="42812" y="65755"/>
                  </a:cubicBezTo>
                  <a:cubicBezTo>
                    <a:pt x="44730" y="63840"/>
                    <a:pt x="45368" y="61286"/>
                    <a:pt x="45368" y="57456"/>
                  </a:cubicBezTo>
                  <a:lnTo>
                    <a:pt x="45368" y="12130"/>
                  </a:lnTo>
                  <a:cubicBezTo>
                    <a:pt x="45368" y="10214"/>
                    <a:pt x="45368" y="5107"/>
                    <a:pt x="42812" y="1915"/>
                  </a:cubicBezTo>
                  <a:cubicBezTo>
                    <a:pt x="42812" y="1277"/>
                    <a:pt x="40896" y="0"/>
                    <a:pt x="37701" y="0"/>
                  </a:cubicBezTo>
                </a:path>
              </a:pathLst>
            </a:custGeom>
            <a:solidFill>
              <a:srgbClr val="26890D"/>
            </a:solidFill>
            <a:ln w="6390" cap="flat">
              <a:noFill/>
              <a:prstDash val="solid"/>
              <a:miter/>
            </a:ln>
          </p:spPr>
          <p:txBody>
            <a:bodyPr rtlCol="0" anchor="ctr"/>
            <a:lstStyle/>
            <a:p>
              <a:endParaRPr lang="en-US"/>
            </a:p>
          </p:txBody>
        </p:sp>
        <p:sp>
          <p:nvSpPr>
            <p:cNvPr id="831" name="Graphic 6">
              <a:extLst>
                <a:ext uri="{FF2B5EF4-FFF2-40B4-BE49-F238E27FC236}">
                  <a16:creationId xmlns:a16="http://schemas.microsoft.com/office/drawing/2014/main" id="{DF5BC552-841C-8847-94B9-2D904A1D10A4}"/>
                </a:ext>
              </a:extLst>
            </p:cNvPr>
            <p:cNvSpPr/>
            <p:nvPr/>
          </p:nvSpPr>
          <p:spPr>
            <a:xfrm>
              <a:off x="7192513" y="1402723"/>
              <a:ext cx="362313" cy="361971"/>
            </a:xfrm>
            <a:custGeom>
              <a:avLst/>
              <a:gdLst>
                <a:gd name="connsiteX0" fmla="*/ 268377 w 362313"/>
                <a:gd name="connsiteY0" fmla="*/ 178113 h 361971"/>
                <a:gd name="connsiteX1" fmla="*/ 261349 w 362313"/>
                <a:gd name="connsiteY1" fmla="*/ 195350 h 361971"/>
                <a:gd name="connsiteX2" fmla="*/ 244096 w 362313"/>
                <a:gd name="connsiteY2" fmla="*/ 201734 h 361971"/>
                <a:gd name="connsiteX3" fmla="*/ 242818 w 362313"/>
                <a:gd name="connsiteY3" fmla="*/ 201734 h 361971"/>
                <a:gd name="connsiteX4" fmla="*/ 208951 w 362313"/>
                <a:gd name="connsiteY4" fmla="*/ 201734 h 361971"/>
                <a:gd name="connsiteX5" fmla="*/ 208951 w 362313"/>
                <a:gd name="connsiteY5" fmla="*/ 278980 h 361971"/>
                <a:gd name="connsiteX6" fmla="*/ 218536 w 362313"/>
                <a:gd name="connsiteY6" fmla="*/ 278980 h 361971"/>
                <a:gd name="connsiteX7" fmla="*/ 224926 w 362313"/>
                <a:gd name="connsiteY7" fmla="*/ 285364 h 361971"/>
                <a:gd name="connsiteX8" fmla="*/ 218536 w 362313"/>
                <a:gd name="connsiteY8" fmla="*/ 291748 h 361971"/>
                <a:gd name="connsiteX9" fmla="*/ 142496 w 362313"/>
                <a:gd name="connsiteY9" fmla="*/ 291748 h 361971"/>
                <a:gd name="connsiteX10" fmla="*/ 136106 w 362313"/>
                <a:gd name="connsiteY10" fmla="*/ 285364 h 361971"/>
                <a:gd name="connsiteX11" fmla="*/ 142496 w 362313"/>
                <a:gd name="connsiteY11" fmla="*/ 278980 h 361971"/>
                <a:gd name="connsiteX12" fmla="*/ 151442 w 362313"/>
                <a:gd name="connsiteY12" fmla="*/ 278980 h 361971"/>
                <a:gd name="connsiteX13" fmla="*/ 151442 w 362313"/>
                <a:gd name="connsiteY13" fmla="*/ 231100 h 361971"/>
                <a:gd name="connsiteX14" fmla="*/ 118853 w 362313"/>
                <a:gd name="connsiteY14" fmla="*/ 231100 h 361971"/>
                <a:gd name="connsiteX15" fmla="*/ 117575 w 362313"/>
                <a:gd name="connsiteY15" fmla="*/ 231100 h 361971"/>
                <a:gd name="connsiteX16" fmla="*/ 100961 w 362313"/>
                <a:gd name="connsiteY16" fmla="*/ 224716 h 361971"/>
                <a:gd name="connsiteX17" fmla="*/ 93933 w 362313"/>
                <a:gd name="connsiteY17" fmla="*/ 207479 h 361971"/>
                <a:gd name="connsiteX18" fmla="*/ 93933 w 362313"/>
                <a:gd name="connsiteY18" fmla="*/ 139809 h 361971"/>
                <a:gd name="connsiteX19" fmla="*/ 100322 w 362313"/>
                <a:gd name="connsiteY19" fmla="*/ 121296 h 361971"/>
                <a:gd name="connsiteX20" fmla="*/ 115658 w 362313"/>
                <a:gd name="connsiteY20" fmla="*/ 114912 h 361971"/>
                <a:gd name="connsiteX21" fmla="*/ 130355 w 362313"/>
                <a:gd name="connsiteY21" fmla="*/ 121296 h 361971"/>
                <a:gd name="connsiteX22" fmla="*/ 136106 w 362313"/>
                <a:gd name="connsiteY22" fmla="*/ 140448 h 361971"/>
                <a:gd name="connsiteX23" fmla="*/ 136106 w 362313"/>
                <a:gd name="connsiteY23" fmla="*/ 188966 h 361971"/>
                <a:gd name="connsiteX24" fmla="*/ 152081 w 362313"/>
                <a:gd name="connsiteY24" fmla="*/ 188966 h 361971"/>
                <a:gd name="connsiteX25" fmla="*/ 152081 w 362313"/>
                <a:gd name="connsiteY25" fmla="*/ 101505 h 361971"/>
                <a:gd name="connsiteX26" fmla="*/ 160387 w 362313"/>
                <a:gd name="connsiteY26" fmla="*/ 79161 h 361971"/>
                <a:gd name="connsiteX27" fmla="*/ 180836 w 362313"/>
                <a:gd name="connsiteY27" fmla="*/ 71501 h 361971"/>
                <a:gd name="connsiteX28" fmla="*/ 201283 w 362313"/>
                <a:gd name="connsiteY28" fmla="*/ 79161 h 361971"/>
                <a:gd name="connsiteX29" fmla="*/ 209590 w 362313"/>
                <a:gd name="connsiteY29" fmla="*/ 100867 h 361971"/>
                <a:gd name="connsiteX30" fmla="*/ 209590 w 362313"/>
                <a:gd name="connsiteY30" fmla="*/ 158961 h 361971"/>
                <a:gd name="connsiteX31" fmla="*/ 226843 w 362313"/>
                <a:gd name="connsiteY31" fmla="*/ 158961 h 361971"/>
                <a:gd name="connsiteX32" fmla="*/ 226843 w 362313"/>
                <a:gd name="connsiteY32" fmla="*/ 132148 h 361971"/>
                <a:gd name="connsiteX33" fmla="*/ 233233 w 362313"/>
                <a:gd name="connsiteY33" fmla="*/ 112996 h 361971"/>
                <a:gd name="connsiteX34" fmla="*/ 247291 w 362313"/>
                <a:gd name="connsiteY34" fmla="*/ 107251 h 361971"/>
                <a:gd name="connsiteX35" fmla="*/ 262626 w 362313"/>
                <a:gd name="connsiteY35" fmla="*/ 113635 h 361971"/>
                <a:gd name="connsiteX36" fmla="*/ 268377 w 362313"/>
                <a:gd name="connsiteY36" fmla="*/ 132787 h 361971"/>
                <a:gd name="connsiteX37" fmla="*/ 268377 w 362313"/>
                <a:gd name="connsiteY37" fmla="*/ 178113 h 361971"/>
                <a:gd name="connsiteX38" fmla="*/ 181474 w 362313"/>
                <a:gd name="connsiteY38" fmla="*/ 0 h 361971"/>
                <a:gd name="connsiteX39" fmla="*/ 0 w 362313"/>
                <a:gd name="connsiteY39" fmla="*/ 180667 h 361971"/>
                <a:gd name="connsiteX40" fmla="*/ 180836 w 362313"/>
                <a:gd name="connsiteY40" fmla="*/ 361972 h 361971"/>
                <a:gd name="connsiteX41" fmla="*/ 362310 w 362313"/>
                <a:gd name="connsiteY41" fmla="*/ 181305 h 361971"/>
                <a:gd name="connsiteX42" fmla="*/ 181474 w 362313"/>
                <a:gd name="connsiteY42"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2313" h="361971">
                  <a:moveTo>
                    <a:pt x="268377" y="178113"/>
                  </a:moveTo>
                  <a:cubicBezTo>
                    <a:pt x="268377" y="187051"/>
                    <a:pt x="264544" y="192796"/>
                    <a:pt x="261349" y="195350"/>
                  </a:cubicBezTo>
                  <a:cubicBezTo>
                    <a:pt x="255597" y="201095"/>
                    <a:pt x="247291" y="201734"/>
                    <a:pt x="244096" y="201734"/>
                  </a:cubicBezTo>
                  <a:cubicBezTo>
                    <a:pt x="243456" y="201734"/>
                    <a:pt x="242818" y="201734"/>
                    <a:pt x="242818" y="201734"/>
                  </a:cubicBezTo>
                  <a:lnTo>
                    <a:pt x="208951" y="201734"/>
                  </a:lnTo>
                  <a:lnTo>
                    <a:pt x="208951" y="278980"/>
                  </a:lnTo>
                  <a:lnTo>
                    <a:pt x="218536" y="278980"/>
                  </a:lnTo>
                  <a:cubicBezTo>
                    <a:pt x="222370" y="278980"/>
                    <a:pt x="224926" y="281534"/>
                    <a:pt x="224926" y="285364"/>
                  </a:cubicBezTo>
                  <a:cubicBezTo>
                    <a:pt x="224926" y="289194"/>
                    <a:pt x="222370" y="291748"/>
                    <a:pt x="218536" y="291748"/>
                  </a:cubicBezTo>
                  <a:lnTo>
                    <a:pt x="142496" y="291748"/>
                  </a:lnTo>
                  <a:cubicBezTo>
                    <a:pt x="138662" y="291748"/>
                    <a:pt x="136106" y="289194"/>
                    <a:pt x="136106" y="285364"/>
                  </a:cubicBezTo>
                  <a:cubicBezTo>
                    <a:pt x="136106" y="281534"/>
                    <a:pt x="138662" y="278980"/>
                    <a:pt x="142496" y="278980"/>
                  </a:cubicBezTo>
                  <a:lnTo>
                    <a:pt x="151442" y="278980"/>
                  </a:lnTo>
                  <a:lnTo>
                    <a:pt x="151442" y="231100"/>
                  </a:lnTo>
                  <a:lnTo>
                    <a:pt x="118853" y="231100"/>
                  </a:lnTo>
                  <a:cubicBezTo>
                    <a:pt x="118853" y="231100"/>
                    <a:pt x="118214" y="231100"/>
                    <a:pt x="117575" y="231100"/>
                  </a:cubicBezTo>
                  <a:cubicBezTo>
                    <a:pt x="115019" y="231100"/>
                    <a:pt x="106712" y="230462"/>
                    <a:pt x="100961" y="224716"/>
                  </a:cubicBezTo>
                  <a:cubicBezTo>
                    <a:pt x="97766" y="221524"/>
                    <a:pt x="93933" y="216417"/>
                    <a:pt x="93933" y="207479"/>
                  </a:cubicBezTo>
                  <a:lnTo>
                    <a:pt x="93933" y="139809"/>
                  </a:lnTo>
                  <a:cubicBezTo>
                    <a:pt x="93933" y="139171"/>
                    <a:pt x="93293" y="128318"/>
                    <a:pt x="100322" y="121296"/>
                  </a:cubicBezTo>
                  <a:cubicBezTo>
                    <a:pt x="102878" y="118742"/>
                    <a:pt x="107351" y="114912"/>
                    <a:pt x="115658" y="114912"/>
                  </a:cubicBezTo>
                  <a:cubicBezTo>
                    <a:pt x="123326" y="114912"/>
                    <a:pt x="127799" y="118104"/>
                    <a:pt x="130355" y="121296"/>
                  </a:cubicBezTo>
                  <a:cubicBezTo>
                    <a:pt x="136745" y="128318"/>
                    <a:pt x="136106" y="137894"/>
                    <a:pt x="136106" y="140448"/>
                  </a:cubicBezTo>
                  <a:lnTo>
                    <a:pt x="136106" y="188966"/>
                  </a:lnTo>
                  <a:lnTo>
                    <a:pt x="152081" y="188966"/>
                  </a:lnTo>
                  <a:lnTo>
                    <a:pt x="152081" y="101505"/>
                  </a:lnTo>
                  <a:cubicBezTo>
                    <a:pt x="152081" y="100229"/>
                    <a:pt x="152081" y="88099"/>
                    <a:pt x="160387" y="79161"/>
                  </a:cubicBezTo>
                  <a:cubicBezTo>
                    <a:pt x="165500" y="74054"/>
                    <a:pt x="172528" y="71501"/>
                    <a:pt x="180836" y="71501"/>
                  </a:cubicBezTo>
                  <a:cubicBezTo>
                    <a:pt x="189142" y="71501"/>
                    <a:pt x="196172" y="74054"/>
                    <a:pt x="201283" y="79161"/>
                  </a:cubicBezTo>
                  <a:cubicBezTo>
                    <a:pt x="209590" y="88099"/>
                    <a:pt x="209590" y="99590"/>
                    <a:pt x="209590" y="100867"/>
                  </a:cubicBezTo>
                  <a:lnTo>
                    <a:pt x="209590" y="158961"/>
                  </a:lnTo>
                  <a:lnTo>
                    <a:pt x="226843" y="158961"/>
                  </a:lnTo>
                  <a:lnTo>
                    <a:pt x="226843" y="132148"/>
                  </a:lnTo>
                  <a:cubicBezTo>
                    <a:pt x="226843" y="131510"/>
                    <a:pt x="226204" y="120019"/>
                    <a:pt x="233233" y="112996"/>
                  </a:cubicBezTo>
                  <a:cubicBezTo>
                    <a:pt x="237067" y="109166"/>
                    <a:pt x="241540" y="107251"/>
                    <a:pt x="247291" y="107251"/>
                  </a:cubicBezTo>
                  <a:cubicBezTo>
                    <a:pt x="254959" y="107251"/>
                    <a:pt x="260071" y="110443"/>
                    <a:pt x="262626" y="113635"/>
                  </a:cubicBezTo>
                  <a:cubicBezTo>
                    <a:pt x="269656" y="120657"/>
                    <a:pt x="269016" y="131510"/>
                    <a:pt x="268377" y="132787"/>
                  </a:cubicBezTo>
                  <a:lnTo>
                    <a:pt x="268377" y="178113"/>
                  </a:lnTo>
                  <a:close/>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949" y="81077"/>
                    <a:pt x="281796" y="638"/>
                    <a:pt x="181474" y="0"/>
                  </a:cubicBezTo>
                </a:path>
              </a:pathLst>
            </a:custGeom>
            <a:solidFill>
              <a:srgbClr val="26890D"/>
            </a:solidFill>
            <a:ln w="6390" cap="flat">
              <a:noFill/>
              <a:prstDash val="solid"/>
              <a:miter/>
            </a:ln>
          </p:spPr>
          <p:txBody>
            <a:bodyPr rtlCol="0" anchor="ctr"/>
            <a:lstStyle/>
            <a:p>
              <a:endParaRPr lang="en-US"/>
            </a:p>
          </p:txBody>
        </p:sp>
      </p:grpSp>
      <p:grpSp>
        <p:nvGrpSpPr>
          <p:cNvPr id="832" name="Graphic 6">
            <a:extLst>
              <a:ext uri="{FF2B5EF4-FFF2-40B4-BE49-F238E27FC236}">
                <a16:creationId xmlns:a16="http://schemas.microsoft.com/office/drawing/2014/main" id="{B8323DED-FD6E-D447-B22A-FAD47E7E8412}"/>
              </a:ext>
            </a:extLst>
          </p:cNvPr>
          <p:cNvGrpSpPr/>
          <p:nvPr/>
        </p:nvGrpSpPr>
        <p:grpSpPr>
          <a:xfrm>
            <a:off x="6754802" y="918179"/>
            <a:ext cx="362313" cy="361971"/>
            <a:chOff x="6754802" y="918179"/>
            <a:chExt cx="362313" cy="361971"/>
          </a:xfrm>
          <a:solidFill>
            <a:srgbClr val="26890D"/>
          </a:solidFill>
        </p:grpSpPr>
        <p:sp>
          <p:nvSpPr>
            <p:cNvPr id="833" name="Graphic 6">
              <a:extLst>
                <a:ext uri="{FF2B5EF4-FFF2-40B4-BE49-F238E27FC236}">
                  <a16:creationId xmlns:a16="http://schemas.microsoft.com/office/drawing/2014/main" id="{6BB2B192-7959-B74C-AE63-410093BE3E11}"/>
                </a:ext>
              </a:extLst>
            </p:cNvPr>
            <p:cNvSpPr/>
            <p:nvPr/>
          </p:nvSpPr>
          <p:spPr>
            <a:xfrm>
              <a:off x="6754802" y="918179"/>
              <a:ext cx="362313" cy="361971"/>
            </a:xfrm>
            <a:custGeom>
              <a:avLst/>
              <a:gdLst>
                <a:gd name="connsiteX0" fmla="*/ 181474 w 362313"/>
                <a:gd name="connsiteY0" fmla="*/ 349204 h 361971"/>
                <a:gd name="connsiteX1" fmla="*/ 13419 w 362313"/>
                <a:gd name="connsiteY1" fmla="*/ 180667 h 361971"/>
                <a:gd name="connsiteX2" fmla="*/ 182113 w 362313"/>
                <a:gd name="connsiteY2" fmla="*/ 12768 h 361971"/>
                <a:gd name="connsiteX3" fmla="*/ 350169 w 362313"/>
                <a:gd name="connsiteY3" fmla="*/ 181305 h 361971"/>
                <a:gd name="connsiteX4" fmla="*/ 181474 w 362313"/>
                <a:gd name="connsiteY4" fmla="*/ 349204 h 361971"/>
                <a:gd name="connsiteX5" fmla="*/ 181474 w 362313"/>
                <a:gd name="connsiteY5" fmla="*/ 0 h 361971"/>
                <a:gd name="connsiteX6" fmla="*/ 0 w 362313"/>
                <a:gd name="connsiteY6" fmla="*/ 180667 h 361971"/>
                <a:gd name="connsiteX7" fmla="*/ 180836 w 362313"/>
                <a:gd name="connsiteY7" fmla="*/ 361972 h 361971"/>
                <a:gd name="connsiteX8" fmla="*/ 362310 w 362313"/>
                <a:gd name="connsiteY8" fmla="*/ 181305 h 361971"/>
                <a:gd name="connsiteX9" fmla="*/ 181474 w 362313"/>
                <a:gd name="connsiteY9"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13" h="361971">
                  <a:moveTo>
                    <a:pt x="181474" y="349204"/>
                  </a:moveTo>
                  <a:cubicBezTo>
                    <a:pt x="88820" y="349204"/>
                    <a:pt x="13419" y="273873"/>
                    <a:pt x="13419" y="180667"/>
                  </a:cubicBezTo>
                  <a:cubicBezTo>
                    <a:pt x="13419" y="88099"/>
                    <a:pt x="88820" y="12768"/>
                    <a:pt x="182113" y="12768"/>
                  </a:cubicBezTo>
                  <a:cubicBezTo>
                    <a:pt x="275406" y="12768"/>
                    <a:pt x="350169" y="88099"/>
                    <a:pt x="350169" y="181305"/>
                  </a:cubicBezTo>
                  <a:cubicBezTo>
                    <a:pt x="349530" y="273873"/>
                    <a:pt x="274128" y="349204"/>
                    <a:pt x="181474" y="349204"/>
                  </a:cubicBezTo>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949" y="81077"/>
                    <a:pt x="281796" y="0"/>
                    <a:pt x="181474" y="0"/>
                  </a:cubicBezTo>
                </a:path>
              </a:pathLst>
            </a:custGeom>
            <a:solidFill>
              <a:srgbClr val="26890D"/>
            </a:solidFill>
            <a:ln w="6390" cap="flat">
              <a:noFill/>
              <a:prstDash val="solid"/>
              <a:miter/>
            </a:ln>
          </p:spPr>
          <p:txBody>
            <a:bodyPr rtlCol="0" anchor="ctr"/>
            <a:lstStyle/>
            <a:p>
              <a:endParaRPr lang="en-US"/>
            </a:p>
          </p:txBody>
        </p:sp>
        <p:sp>
          <p:nvSpPr>
            <p:cNvPr id="834" name="Graphic 6">
              <a:extLst>
                <a:ext uri="{FF2B5EF4-FFF2-40B4-BE49-F238E27FC236}">
                  <a16:creationId xmlns:a16="http://schemas.microsoft.com/office/drawing/2014/main" id="{8CA09D46-011D-0044-B08D-518903E936BF}"/>
                </a:ext>
              </a:extLst>
            </p:cNvPr>
            <p:cNvSpPr/>
            <p:nvPr/>
          </p:nvSpPr>
          <p:spPr>
            <a:xfrm>
              <a:off x="6868949" y="996702"/>
              <a:ext cx="137211" cy="209394"/>
            </a:xfrm>
            <a:custGeom>
              <a:avLst/>
              <a:gdLst>
                <a:gd name="connsiteX0" fmla="*/ 112057 w 137211"/>
                <a:gd name="connsiteY0" fmla="*/ 181305 h 209394"/>
                <a:gd name="connsiteX1" fmla="*/ 73718 w 137211"/>
                <a:gd name="connsiteY1" fmla="*/ 194073 h 209394"/>
                <a:gd name="connsiteX2" fmla="*/ 83941 w 137211"/>
                <a:gd name="connsiteY2" fmla="*/ 165984 h 209394"/>
                <a:gd name="connsiteX3" fmla="*/ 122281 w 137211"/>
                <a:gd name="connsiteY3" fmla="*/ 151939 h 209394"/>
                <a:gd name="connsiteX4" fmla="*/ 112057 w 137211"/>
                <a:gd name="connsiteY4" fmla="*/ 181305 h 209394"/>
                <a:gd name="connsiteX5" fmla="*/ 22598 w 137211"/>
                <a:gd name="connsiteY5" fmla="*/ 181305 h 209394"/>
                <a:gd name="connsiteX6" fmla="*/ 11736 w 137211"/>
                <a:gd name="connsiteY6" fmla="*/ 151939 h 209394"/>
                <a:gd name="connsiteX7" fmla="*/ 50075 w 137211"/>
                <a:gd name="connsiteY7" fmla="*/ 165984 h 209394"/>
                <a:gd name="connsiteX8" fmla="*/ 60299 w 137211"/>
                <a:gd name="connsiteY8" fmla="*/ 194073 h 209394"/>
                <a:gd name="connsiteX9" fmla="*/ 22598 w 137211"/>
                <a:gd name="connsiteY9" fmla="*/ 181305 h 209394"/>
                <a:gd name="connsiteX10" fmla="*/ 34739 w 137211"/>
                <a:gd name="connsiteY10" fmla="*/ 113635 h 209394"/>
                <a:gd name="connsiteX11" fmla="*/ 34100 w 137211"/>
                <a:gd name="connsiteY11" fmla="*/ 101505 h 209394"/>
                <a:gd name="connsiteX12" fmla="*/ 44324 w 137211"/>
                <a:gd name="connsiteY12" fmla="*/ 89376 h 209394"/>
                <a:gd name="connsiteX13" fmla="*/ 56465 w 137211"/>
                <a:gd name="connsiteY13" fmla="*/ 98313 h 209394"/>
                <a:gd name="connsiteX14" fmla="*/ 48158 w 137211"/>
                <a:gd name="connsiteY14" fmla="*/ 111081 h 209394"/>
                <a:gd name="connsiteX15" fmla="*/ 34739 w 137211"/>
                <a:gd name="connsiteY15" fmla="*/ 113635 h 209394"/>
                <a:gd name="connsiteX16" fmla="*/ 21959 w 137211"/>
                <a:gd name="connsiteY16" fmla="*/ 61925 h 209394"/>
                <a:gd name="connsiteX17" fmla="*/ 14291 w 137211"/>
                <a:gd name="connsiteY17" fmla="*/ 50433 h 209394"/>
                <a:gd name="connsiteX18" fmla="*/ 25793 w 137211"/>
                <a:gd name="connsiteY18" fmla="*/ 45965 h 209394"/>
                <a:gd name="connsiteX19" fmla="*/ 40490 w 137211"/>
                <a:gd name="connsiteY19" fmla="*/ 51710 h 209394"/>
                <a:gd name="connsiteX20" fmla="*/ 36017 w 137211"/>
                <a:gd name="connsiteY20" fmla="*/ 65755 h 209394"/>
                <a:gd name="connsiteX21" fmla="*/ 21959 w 137211"/>
                <a:gd name="connsiteY21" fmla="*/ 61925 h 209394"/>
                <a:gd name="connsiteX22" fmla="*/ 59020 w 137211"/>
                <a:gd name="connsiteY22" fmla="*/ 22344 h 209394"/>
                <a:gd name="connsiteX23" fmla="*/ 67967 w 137211"/>
                <a:gd name="connsiteY23" fmla="*/ 11491 h 209394"/>
                <a:gd name="connsiteX24" fmla="*/ 76274 w 137211"/>
                <a:gd name="connsiteY24" fmla="*/ 21067 h 209394"/>
                <a:gd name="connsiteX25" fmla="*/ 75635 w 137211"/>
                <a:gd name="connsiteY25" fmla="*/ 37027 h 209394"/>
                <a:gd name="connsiteX26" fmla="*/ 67967 w 137211"/>
                <a:gd name="connsiteY26" fmla="*/ 35750 h 209394"/>
                <a:gd name="connsiteX27" fmla="*/ 60299 w 137211"/>
                <a:gd name="connsiteY27" fmla="*/ 37027 h 209394"/>
                <a:gd name="connsiteX28" fmla="*/ 59020 w 137211"/>
                <a:gd name="connsiteY28" fmla="*/ 22344 h 209394"/>
                <a:gd name="connsiteX29" fmla="*/ 108223 w 137211"/>
                <a:gd name="connsiteY29" fmla="*/ 45326 h 209394"/>
                <a:gd name="connsiteX30" fmla="*/ 121642 w 137211"/>
                <a:gd name="connsiteY30" fmla="*/ 49795 h 209394"/>
                <a:gd name="connsiteX31" fmla="*/ 115252 w 137211"/>
                <a:gd name="connsiteY31" fmla="*/ 60648 h 209394"/>
                <a:gd name="connsiteX32" fmla="*/ 99916 w 137211"/>
                <a:gd name="connsiteY32" fmla="*/ 65117 h 209394"/>
                <a:gd name="connsiteX33" fmla="*/ 95444 w 137211"/>
                <a:gd name="connsiteY33" fmla="*/ 51072 h 209394"/>
                <a:gd name="connsiteX34" fmla="*/ 108223 w 137211"/>
                <a:gd name="connsiteY34" fmla="*/ 45326 h 209394"/>
                <a:gd name="connsiteX35" fmla="*/ 101834 w 137211"/>
                <a:gd name="connsiteY35" fmla="*/ 112996 h 209394"/>
                <a:gd name="connsiteX36" fmla="*/ 89693 w 137211"/>
                <a:gd name="connsiteY36" fmla="*/ 110443 h 209394"/>
                <a:gd name="connsiteX37" fmla="*/ 80746 w 137211"/>
                <a:gd name="connsiteY37" fmla="*/ 97037 h 209394"/>
                <a:gd name="connsiteX38" fmla="*/ 92249 w 137211"/>
                <a:gd name="connsiteY38" fmla="*/ 88099 h 209394"/>
                <a:gd name="connsiteX39" fmla="*/ 101834 w 137211"/>
                <a:gd name="connsiteY39" fmla="*/ 98952 h 209394"/>
                <a:gd name="connsiteX40" fmla="*/ 101834 w 137211"/>
                <a:gd name="connsiteY40" fmla="*/ 112996 h 209394"/>
                <a:gd name="connsiteX41" fmla="*/ 48797 w 137211"/>
                <a:gd name="connsiteY41" fmla="*/ 67670 h 209394"/>
                <a:gd name="connsiteX42" fmla="*/ 67967 w 137211"/>
                <a:gd name="connsiteY42" fmla="*/ 48518 h 209394"/>
                <a:gd name="connsiteX43" fmla="*/ 87136 w 137211"/>
                <a:gd name="connsiteY43" fmla="*/ 67670 h 209394"/>
                <a:gd name="connsiteX44" fmla="*/ 67967 w 137211"/>
                <a:gd name="connsiteY44" fmla="*/ 86822 h 209394"/>
                <a:gd name="connsiteX45" fmla="*/ 48797 w 137211"/>
                <a:gd name="connsiteY45" fmla="*/ 67670 h 209394"/>
                <a:gd name="connsiteX46" fmla="*/ 129310 w 137211"/>
                <a:gd name="connsiteY46" fmla="*/ 139809 h 209394"/>
                <a:gd name="connsiteX47" fmla="*/ 74995 w 137211"/>
                <a:gd name="connsiteY47" fmla="*/ 157684 h 209394"/>
                <a:gd name="connsiteX48" fmla="*/ 74995 w 137211"/>
                <a:gd name="connsiteY48" fmla="*/ 158323 h 209394"/>
                <a:gd name="connsiteX49" fmla="*/ 74995 w 137211"/>
                <a:gd name="connsiteY49" fmla="*/ 112358 h 209394"/>
                <a:gd name="connsiteX50" fmla="*/ 80746 w 137211"/>
                <a:gd name="connsiteY50" fmla="*/ 119380 h 209394"/>
                <a:gd name="connsiteX51" fmla="*/ 98000 w 137211"/>
                <a:gd name="connsiteY51" fmla="*/ 126403 h 209394"/>
                <a:gd name="connsiteX52" fmla="*/ 109501 w 137211"/>
                <a:gd name="connsiteY52" fmla="*/ 123849 h 209394"/>
                <a:gd name="connsiteX53" fmla="*/ 111418 w 137211"/>
                <a:gd name="connsiteY53" fmla="*/ 122572 h 209394"/>
                <a:gd name="connsiteX54" fmla="*/ 113975 w 137211"/>
                <a:gd name="connsiteY54" fmla="*/ 92568 h 209394"/>
                <a:gd name="connsiteX55" fmla="*/ 101195 w 137211"/>
                <a:gd name="connsiteY55" fmla="*/ 78523 h 209394"/>
                <a:gd name="connsiteX56" fmla="*/ 121642 w 137211"/>
                <a:gd name="connsiteY56" fmla="*/ 72777 h 209394"/>
                <a:gd name="connsiteX57" fmla="*/ 135061 w 137211"/>
                <a:gd name="connsiteY57" fmla="*/ 47241 h 209394"/>
                <a:gd name="connsiteX58" fmla="*/ 134422 w 137211"/>
                <a:gd name="connsiteY58" fmla="*/ 45326 h 209394"/>
                <a:gd name="connsiteX59" fmla="*/ 106306 w 137211"/>
                <a:gd name="connsiteY59" fmla="*/ 33835 h 209394"/>
                <a:gd name="connsiteX60" fmla="*/ 88415 w 137211"/>
                <a:gd name="connsiteY60" fmla="*/ 41496 h 209394"/>
                <a:gd name="connsiteX61" fmla="*/ 89693 w 137211"/>
                <a:gd name="connsiteY61" fmla="*/ 20429 h 209394"/>
                <a:gd name="connsiteX62" fmla="*/ 69884 w 137211"/>
                <a:gd name="connsiteY62" fmla="*/ 0 h 209394"/>
                <a:gd name="connsiteX63" fmla="*/ 67967 w 137211"/>
                <a:gd name="connsiteY63" fmla="*/ 0 h 209394"/>
                <a:gd name="connsiteX64" fmla="*/ 48158 w 137211"/>
                <a:gd name="connsiteY64" fmla="*/ 22982 h 209394"/>
                <a:gd name="connsiteX65" fmla="*/ 50075 w 137211"/>
                <a:gd name="connsiteY65" fmla="*/ 42773 h 209394"/>
                <a:gd name="connsiteX66" fmla="*/ 30266 w 137211"/>
                <a:gd name="connsiteY66" fmla="*/ 35112 h 209394"/>
                <a:gd name="connsiteX67" fmla="*/ 4067 w 137211"/>
                <a:gd name="connsiteY67" fmla="*/ 47241 h 209394"/>
                <a:gd name="connsiteX68" fmla="*/ 3428 w 137211"/>
                <a:gd name="connsiteY68" fmla="*/ 49157 h 209394"/>
                <a:gd name="connsiteX69" fmla="*/ 18764 w 137211"/>
                <a:gd name="connsiteY69" fmla="*/ 75969 h 209394"/>
                <a:gd name="connsiteX70" fmla="*/ 37295 w 137211"/>
                <a:gd name="connsiteY70" fmla="*/ 80438 h 209394"/>
                <a:gd name="connsiteX71" fmla="*/ 37934 w 137211"/>
                <a:gd name="connsiteY71" fmla="*/ 80438 h 209394"/>
                <a:gd name="connsiteX72" fmla="*/ 23876 w 137211"/>
                <a:gd name="connsiteY72" fmla="*/ 97037 h 209394"/>
                <a:gd name="connsiteX73" fmla="*/ 27071 w 137211"/>
                <a:gd name="connsiteY73" fmla="*/ 125126 h 209394"/>
                <a:gd name="connsiteX74" fmla="*/ 28988 w 137211"/>
                <a:gd name="connsiteY74" fmla="*/ 126403 h 209394"/>
                <a:gd name="connsiteX75" fmla="*/ 39851 w 137211"/>
                <a:gd name="connsiteY75" fmla="*/ 128956 h 209394"/>
                <a:gd name="connsiteX76" fmla="*/ 58382 w 137211"/>
                <a:gd name="connsiteY76" fmla="*/ 120657 h 209394"/>
                <a:gd name="connsiteX77" fmla="*/ 62855 w 137211"/>
                <a:gd name="connsiteY77" fmla="*/ 115550 h 209394"/>
                <a:gd name="connsiteX78" fmla="*/ 62855 w 137211"/>
                <a:gd name="connsiteY78" fmla="*/ 162153 h 209394"/>
                <a:gd name="connsiteX79" fmla="*/ 60938 w 137211"/>
                <a:gd name="connsiteY79" fmla="*/ 160238 h 209394"/>
                <a:gd name="connsiteX80" fmla="*/ 6623 w 137211"/>
                <a:gd name="connsiteY80" fmla="*/ 141724 h 209394"/>
                <a:gd name="connsiteX81" fmla="*/ 233 w 137211"/>
                <a:gd name="connsiteY81" fmla="*/ 147470 h 209394"/>
                <a:gd name="connsiteX82" fmla="*/ 14291 w 137211"/>
                <a:gd name="connsiteY82" fmla="*/ 192796 h 209394"/>
                <a:gd name="connsiteX83" fmla="*/ 60299 w 137211"/>
                <a:gd name="connsiteY83" fmla="*/ 209395 h 209394"/>
                <a:gd name="connsiteX84" fmla="*/ 68605 w 137211"/>
                <a:gd name="connsiteY84" fmla="*/ 209395 h 209394"/>
                <a:gd name="connsiteX85" fmla="*/ 68605 w 137211"/>
                <a:gd name="connsiteY85" fmla="*/ 209395 h 209394"/>
                <a:gd name="connsiteX86" fmla="*/ 68605 w 137211"/>
                <a:gd name="connsiteY86" fmla="*/ 209395 h 209394"/>
                <a:gd name="connsiteX87" fmla="*/ 76913 w 137211"/>
                <a:gd name="connsiteY87" fmla="*/ 209395 h 209394"/>
                <a:gd name="connsiteX88" fmla="*/ 122920 w 137211"/>
                <a:gd name="connsiteY88" fmla="*/ 192796 h 209394"/>
                <a:gd name="connsiteX89" fmla="*/ 136978 w 137211"/>
                <a:gd name="connsiteY89" fmla="*/ 147470 h 209394"/>
                <a:gd name="connsiteX90" fmla="*/ 129310 w 137211"/>
                <a:gd name="connsiteY90" fmla="*/ 139809 h 20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37211" h="209394">
                  <a:moveTo>
                    <a:pt x="112057" y="181305"/>
                  </a:moveTo>
                  <a:cubicBezTo>
                    <a:pt x="103750" y="190243"/>
                    <a:pt x="90970" y="194073"/>
                    <a:pt x="73718" y="194073"/>
                  </a:cubicBezTo>
                  <a:cubicBezTo>
                    <a:pt x="73718" y="187051"/>
                    <a:pt x="75635" y="175560"/>
                    <a:pt x="83941" y="165984"/>
                  </a:cubicBezTo>
                  <a:cubicBezTo>
                    <a:pt x="92249" y="157046"/>
                    <a:pt x="105029" y="152577"/>
                    <a:pt x="122281" y="151939"/>
                  </a:cubicBezTo>
                  <a:cubicBezTo>
                    <a:pt x="122281" y="159600"/>
                    <a:pt x="121003" y="171729"/>
                    <a:pt x="112057" y="181305"/>
                  </a:cubicBezTo>
                  <a:moveTo>
                    <a:pt x="22598" y="181305"/>
                  </a:moveTo>
                  <a:cubicBezTo>
                    <a:pt x="13652" y="171729"/>
                    <a:pt x="12374" y="158961"/>
                    <a:pt x="11736" y="151939"/>
                  </a:cubicBezTo>
                  <a:cubicBezTo>
                    <a:pt x="28988" y="152577"/>
                    <a:pt x="41768" y="157046"/>
                    <a:pt x="50075" y="165984"/>
                  </a:cubicBezTo>
                  <a:cubicBezTo>
                    <a:pt x="58382" y="174921"/>
                    <a:pt x="60299" y="187051"/>
                    <a:pt x="60299" y="194073"/>
                  </a:cubicBezTo>
                  <a:cubicBezTo>
                    <a:pt x="43685" y="194073"/>
                    <a:pt x="30905" y="190243"/>
                    <a:pt x="22598" y="181305"/>
                  </a:cubicBezTo>
                  <a:moveTo>
                    <a:pt x="34739" y="113635"/>
                  </a:moveTo>
                  <a:cubicBezTo>
                    <a:pt x="33461" y="111720"/>
                    <a:pt x="30905" y="107251"/>
                    <a:pt x="34100" y="101505"/>
                  </a:cubicBezTo>
                  <a:cubicBezTo>
                    <a:pt x="37934" y="95121"/>
                    <a:pt x="41768" y="91291"/>
                    <a:pt x="44324" y="89376"/>
                  </a:cubicBezTo>
                  <a:cubicBezTo>
                    <a:pt x="47519" y="93206"/>
                    <a:pt x="51992" y="96398"/>
                    <a:pt x="56465" y="98313"/>
                  </a:cubicBezTo>
                  <a:cubicBezTo>
                    <a:pt x="55187" y="100867"/>
                    <a:pt x="53270" y="105336"/>
                    <a:pt x="48158" y="111081"/>
                  </a:cubicBezTo>
                  <a:cubicBezTo>
                    <a:pt x="43046" y="115550"/>
                    <a:pt x="36656" y="114273"/>
                    <a:pt x="34739" y="113635"/>
                  </a:cubicBezTo>
                  <a:moveTo>
                    <a:pt x="21959" y="61925"/>
                  </a:moveTo>
                  <a:cubicBezTo>
                    <a:pt x="14931" y="58733"/>
                    <a:pt x="14291" y="52987"/>
                    <a:pt x="14291" y="50433"/>
                  </a:cubicBezTo>
                  <a:cubicBezTo>
                    <a:pt x="15569" y="48518"/>
                    <a:pt x="19403" y="44688"/>
                    <a:pt x="25793" y="45965"/>
                  </a:cubicBezTo>
                  <a:cubicBezTo>
                    <a:pt x="34100" y="47241"/>
                    <a:pt x="38573" y="49795"/>
                    <a:pt x="40490" y="51710"/>
                  </a:cubicBezTo>
                  <a:cubicBezTo>
                    <a:pt x="37934" y="56179"/>
                    <a:pt x="36656" y="60648"/>
                    <a:pt x="36017" y="65755"/>
                  </a:cubicBezTo>
                  <a:cubicBezTo>
                    <a:pt x="34100" y="65755"/>
                    <a:pt x="29627" y="65117"/>
                    <a:pt x="21959" y="61925"/>
                  </a:cubicBezTo>
                  <a:moveTo>
                    <a:pt x="59020" y="22344"/>
                  </a:moveTo>
                  <a:cubicBezTo>
                    <a:pt x="59660" y="14683"/>
                    <a:pt x="65410" y="12130"/>
                    <a:pt x="67967" y="11491"/>
                  </a:cubicBezTo>
                  <a:cubicBezTo>
                    <a:pt x="69884" y="12130"/>
                    <a:pt x="74995" y="14683"/>
                    <a:pt x="76274" y="21067"/>
                  </a:cubicBezTo>
                  <a:cubicBezTo>
                    <a:pt x="77551" y="28728"/>
                    <a:pt x="76274" y="33835"/>
                    <a:pt x="75635" y="37027"/>
                  </a:cubicBezTo>
                  <a:cubicBezTo>
                    <a:pt x="73079" y="36389"/>
                    <a:pt x="70523" y="35750"/>
                    <a:pt x="67967" y="35750"/>
                  </a:cubicBezTo>
                  <a:cubicBezTo>
                    <a:pt x="65410" y="35750"/>
                    <a:pt x="62855" y="36389"/>
                    <a:pt x="60299" y="37027"/>
                  </a:cubicBezTo>
                  <a:cubicBezTo>
                    <a:pt x="59660" y="33835"/>
                    <a:pt x="58382" y="29366"/>
                    <a:pt x="59020" y="22344"/>
                  </a:cubicBezTo>
                  <a:moveTo>
                    <a:pt x="108223" y="45326"/>
                  </a:moveTo>
                  <a:cubicBezTo>
                    <a:pt x="115891" y="43411"/>
                    <a:pt x="119725" y="47880"/>
                    <a:pt x="121642" y="49795"/>
                  </a:cubicBezTo>
                  <a:cubicBezTo>
                    <a:pt x="121642" y="52349"/>
                    <a:pt x="121003" y="57456"/>
                    <a:pt x="115252" y="60648"/>
                  </a:cubicBezTo>
                  <a:cubicBezTo>
                    <a:pt x="108223" y="63840"/>
                    <a:pt x="103111" y="65117"/>
                    <a:pt x="99916" y="65117"/>
                  </a:cubicBezTo>
                  <a:cubicBezTo>
                    <a:pt x="99277" y="60009"/>
                    <a:pt x="98000" y="54902"/>
                    <a:pt x="95444" y="51072"/>
                  </a:cubicBezTo>
                  <a:cubicBezTo>
                    <a:pt x="97360" y="49157"/>
                    <a:pt x="101834" y="46603"/>
                    <a:pt x="108223" y="45326"/>
                  </a:cubicBezTo>
                  <a:moveTo>
                    <a:pt x="101834" y="112996"/>
                  </a:moveTo>
                  <a:cubicBezTo>
                    <a:pt x="99916" y="113635"/>
                    <a:pt x="94165" y="114912"/>
                    <a:pt x="89693" y="110443"/>
                  </a:cubicBezTo>
                  <a:cubicBezTo>
                    <a:pt x="84580" y="105336"/>
                    <a:pt x="82025" y="100229"/>
                    <a:pt x="80746" y="97037"/>
                  </a:cubicBezTo>
                  <a:cubicBezTo>
                    <a:pt x="85220" y="95121"/>
                    <a:pt x="89054" y="91929"/>
                    <a:pt x="92249" y="88099"/>
                  </a:cubicBezTo>
                  <a:cubicBezTo>
                    <a:pt x="94805" y="90014"/>
                    <a:pt x="98639" y="93206"/>
                    <a:pt x="101834" y="98952"/>
                  </a:cubicBezTo>
                  <a:cubicBezTo>
                    <a:pt x="105667" y="105336"/>
                    <a:pt x="103111" y="110443"/>
                    <a:pt x="101834" y="112996"/>
                  </a:cubicBezTo>
                  <a:moveTo>
                    <a:pt x="48797" y="67670"/>
                  </a:moveTo>
                  <a:cubicBezTo>
                    <a:pt x="48797" y="57456"/>
                    <a:pt x="57104" y="48518"/>
                    <a:pt x="67967" y="48518"/>
                  </a:cubicBezTo>
                  <a:cubicBezTo>
                    <a:pt x="78190" y="48518"/>
                    <a:pt x="87136" y="56817"/>
                    <a:pt x="87136" y="67670"/>
                  </a:cubicBezTo>
                  <a:cubicBezTo>
                    <a:pt x="87136" y="77885"/>
                    <a:pt x="78830" y="86822"/>
                    <a:pt x="67967" y="86822"/>
                  </a:cubicBezTo>
                  <a:cubicBezTo>
                    <a:pt x="57104" y="86822"/>
                    <a:pt x="48797" y="77885"/>
                    <a:pt x="48797" y="67670"/>
                  </a:cubicBezTo>
                  <a:moveTo>
                    <a:pt x="129310" y="139809"/>
                  </a:moveTo>
                  <a:cubicBezTo>
                    <a:pt x="105029" y="139171"/>
                    <a:pt x="86498" y="144916"/>
                    <a:pt x="74995" y="157684"/>
                  </a:cubicBezTo>
                  <a:cubicBezTo>
                    <a:pt x="74995" y="157684"/>
                    <a:pt x="74995" y="157684"/>
                    <a:pt x="74995" y="158323"/>
                  </a:cubicBezTo>
                  <a:lnTo>
                    <a:pt x="74995" y="112358"/>
                  </a:lnTo>
                  <a:cubicBezTo>
                    <a:pt x="76913" y="114912"/>
                    <a:pt x="78830" y="116827"/>
                    <a:pt x="80746" y="119380"/>
                  </a:cubicBezTo>
                  <a:cubicBezTo>
                    <a:pt x="85859" y="125126"/>
                    <a:pt x="92249" y="126403"/>
                    <a:pt x="98000" y="126403"/>
                  </a:cubicBezTo>
                  <a:cubicBezTo>
                    <a:pt x="102472" y="126403"/>
                    <a:pt x="106945" y="125126"/>
                    <a:pt x="109501" y="123849"/>
                  </a:cubicBezTo>
                  <a:cubicBezTo>
                    <a:pt x="110140" y="123211"/>
                    <a:pt x="110780" y="123211"/>
                    <a:pt x="111418" y="122572"/>
                  </a:cubicBezTo>
                  <a:cubicBezTo>
                    <a:pt x="115891" y="118104"/>
                    <a:pt x="121642" y="105336"/>
                    <a:pt x="113975" y="92568"/>
                  </a:cubicBezTo>
                  <a:cubicBezTo>
                    <a:pt x="109501" y="85545"/>
                    <a:pt x="105029" y="81077"/>
                    <a:pt x="101195" y="78523"/>
                  </a:cubicBezTo>
                  <a:cubicBezTo>
                    <a:pt x="105667" y="78523"/>
                    <a:pt x="113335" y="77246"/>
                    <a:pt x="121642" y="72777"/>
                  </a:cubicBezTo>
                  <a:cubicBezTo>
                    <a:pt x="134422" y="66393"/>
                    <a:pt x="135700" y="53625"/>
                    <a:pt x="135061" y="47241"/>
                  </a:cubicBezTo>
                  <a:cubicBezTo>
                    <a:pt x="135061" y="46603"/>
                    <a:pt x="134422" y="45965"/>
                    <a:pt x="134422" y="45326"/>
                  </a:cubicBezTo>
                  <a:cubicBezTo>
                    <a:pt x="131227" y="39581"/>
                    <a:pt x="121642" y="30005"/>
                    <a:pt x="106306" y="33835"/>
                  </a:cubicBezTo>
                  <a:cubicBezTo>
                    <a:pt x="98000" y="35750"/>
                    <a:pt x="92887" y="38304"/>
                    <a:pt x="88415" y="41496"/>
                  </a:cubicBezTo>
                  <a:cubicBezTo>
                    <a:pt x="89693" y="37027"/>
                    <a:pt x="90970" y="30005"/>
                    <a:pt x="89693" y="20429"/>
                  </a:cubicBezTo>
                  <a:cubicBezTo>
                    <a:pt x="87775" y="6384"/>
                    <a:pt x="75635" y="638"/>
                    <a:pt x="69884" y="0"/>
                  </a:cubicBezTo>
                  <a:cubicBezTo>
                    <a:pt x="69245" y="0"/>
                    <a:pt x="68605" y="0"/>
                    <a:pt x="67967" y="0"/>
                  </a:cubicBezTo>
                  <a:cubicBezTo>
                    <a:pt x="61577" y="1277"/>
                    <a:pt x="49436" y="7661"/>
                    <a:pt x="48158" y="22982"/>
                  </a:cubicBezTo>
                  <a:cubicBezTo>
                    <a:pt x="47519" y="31920"/>
                    <a:pt x="48158" y="38304"/>
                    <a:pt x="50075" y="42773"/>
                  </a:cubicBezTo>
                  <a:cubicBezTo>
                    <a:pt x="46880" y="40219"/>
                    <a:pt x="40490" y="37027"/>
                    <a:pt x="30266" y="35112"/>
                  </a:cubicBezTo>
                  <a:cubicBezTo>
                    <a:pt x="16208" y="32558"/>
                    <a:pt x="7262" y="41496"/>
                    <a:pt x="4067" y="47241"/>
                  </a:cubicBezTo>
                  <a:cubicBezTo>
                    <a:pt x="3428" y="47880"/>
                    <a:pt x="3428" y="48518"/>
                    <a:pt x="3428" y="49157"/>
                  </a:cubicBezTo>
                  <a:cubicBezTo>
                    <a:pt x="2151" y="55541"/>
                    <a:pt x="4067" y="69585"/>
                    <a:pt x="18764" y="75969"/>
                  </a:cubicBezTo>
                  <a:cubicBezTo>
                    <a:pt x="27071" y="79800"/>
                    <a:pt x="33461" y="80438"/>
                    <a:pt x="37295" y="80438"/>
                  </a:cubicBezTo>
                  <a:cubicBezTo>
                    <a:pt x="37934" y="80438"/>
                    <a:pt x="37934" y="80438"/>
                    <a:pt x="37934" y="80438"/>
                  </a:cubicBezTo>
                  <a:cubicBezTo>
                    <a:pt x="34100" y="82992"/>
                    <a:pt x="28988" y="88099"/>
                    <a:pt x="23876" y="97037"/>
                  </a:cubicBezTo>
                  <a:cubicBezTo>
                    <a:pt x="16847" y="109166"/>
                    <a:pt x="23237" y="121296"/>
                    <a:pt x="27071" y="125126"/>
                  </a:cubicBezTo>
                  <a:cubicBezTo>
                    <a:pt x="27710" y="125764"/>
                    <a:pt x="28349" y="126403"/>
                    <a:pt x="28988" y="126403"/>
                  </a:cubicBezTo>
                  <a:cubicBezTo>
                    <a:pt x="31544" y="127680"/>
                    <a:pt x="35378" y="128956"/>
                    <a:pt x="39851" y="128956"/>
                  </a:cubicBezTo>
                  <a:cubicBezTo>
                    <a:pt x="45602" y="128956"/>
                    <a:pt x="52631" y="127041"/>
                    <a:pt x="58382" y="120657"/>
                  </a:cubicBezTo>
                  <a:cubicBezTo>
                    <a:pt x="60299" y="118742"/>
                    <a:pt x="61577" y="117465"/>
                    <a:pt x="62855" y="115550"/>
                  </a:cubicBezTo>
                  <a:lnTo>
                    <a:pt x="62855" y="162153"/>
                  </a:lnTo>
                  <a:cubicBezTo>
                    <a:pt x="62215" y="161515"/>
                    <a:pt x="61577" y="160876"/>
                    <a:pt x="60938" y="160238"/>
                  </a:cubicBezTo>
                  <a:cubicBezTo>
                    <a:pt x="49436" y="147470"/>
                    <a:pt x="30905" y="141086"/>
                    <a:pt x="6623" y="141724"/>
                  </a:cubicBezTo>
                  <a:cubicBezTo>
                    <a:pt x="3428" y="141724"/>
                    <a:pt x="872" y="144278"/>
                    <a:pt x="233" y="147470"/>
                  </a:cubicBezTo>
                  <a:cubicBezTo>
                    <a:pt x="233" y="148747"/>
                    <a:pt x="-2962" y="174283"/>
                    <a:pt x="14291" y="192796"/>
                  </a:cubicBezTo>
                  <a:cubicBezTo>
                    <a:pt x="24515" y="203649"/>
                    <a:pt x="40490" y="209395"/>
                    <a:pt x="60299" y="209395"/>
                  </a:cubicBezTo>
                  <a:cubicBezTo>
                    <a:pt x="62855" y="209395"/>
                    <a:pt x="65410" y="209395"/>
                    <a:pt x="68605" y="209395"/>
                  </a:cubicBezTo>
                  <a:lnTo>
                    <a:pt x="68605" y="209395"/>
                  </a:lnTo>
                  <a:lnTo>
                    <a:pt x="68605" y="209395"/>
                  </a:lnTo>
                  <a:cubicBezTo>
                    <a:pt x="71162" y="209395"/>
                    <a:pt x="74357" y="209395"/>
                    <a:pt x="76913" y="209395"/>
                  </a:cubicBezTo>
                  <a:cubicBezTo>
                    <a:pt x="96721" y="209395"/>
                    <a:pt x="112696" y="203649"/>
                    <a:pt x="122920" y="192796"/>
                  </a:cubicBezTo>
                  <a:cubicBezTo>
                    <a:pt x="140173" y="174921"/>
                    <a:pt x="136978" y="148747"/>
                    <a:pt x="136978" y="147470"/>
                  </a:cubicBezTo>
                  <a:cubicBezTo>
                    <a:pt x="135061" y="141724"/>
                    <a:pt x="132505" y="139809"/>
                    <a:pt x="129310" y="139809"/>
                  </a:cubicBezTo>
                </a:path>
              </a:pathLst>
            </a:custGeom>
            <a:solidFill>
              <a:srgbClr val="26890D"/>
            </a:solidFill>
            <a:ln w="6390" cap="flat">
              <a:noFill/>
              <a:prstDash val="solid"/>
              <a:miter/>
            </a:ln>
          </p:spPr>
          <p:txBody>
            <a:bodyPr rtlCol="0" anchor="ctr"/>
            <a:lstStyle/>
            <a:p>
              <a:endParaRPr lang="en-US"/>
            </a:p>
          </p:txBody>
        </p:sp>
      </p:grpSp>
      <p:grpSp>
        <p:nvGrpSpPr>
          <p:cNvPr id="835" name="Graphic 6">
            <a:extLst>
              <a:ext uri="{FF2B5EF4-FFF2-40B4-BE49-F238E27FC236}">
                <a16:creationId xmlns:a16="http://schemas.microsoft.com/office/drawing/2014/main" id="{033F95CC-F88D-C649-8501-72ECC3D340B5}"/>
              </a:ext>
            </a:extLst>
          </p:cNvPr>
          <p:cNvGrpSpPr/>
          <p:nvPr/>
        </p:nvGrpSpPr>
        <p:grpSpPr>
          <a:xfrm>
            <a:off x="7193151" y="918817"/>
            <a:ext cx="362309" cy="361971"/>
            <a:chOff x="7193151" y="918817"/>
            <a:chExt cx="362309" cy="361971"/>
          </a:xfrm>
          <a:solidFill>
            <a:srgbClr val="26890D"/>
          </a:solidFill>
        </p:grpSpPr>
        <p:sp>
          <p:nvSpPr>
            <p:cNvPr id="836" name="Graphic 6">
              <a:extLst>
                <a:ext uri="{FF2B5EF4-FFF2-40B4-BE49-F238E27FC236}">
                  <a16:creationId xmlns:a16="http://schemas.microsoft.com/office/drawing/2014/main" id="{3DC5880D-AF7F-7A4E-BABA-A9FD6D9BD2EB}"/>
                </a:ext>
              </a:extLst>
            </p:cNvPr>
            <p:cNvSpPr/>
            <p:nvPr/>
          </p:nvSpPr>
          <p:spPr>
            <a:xfrm>
              <a:off x="7365429" y="1008831"/>
              <a:ext cx="18050" cy="25535"/>
            </a:xfrm>
            <a:custGeom>
              <a:avLst/>
              <a:gdLst>
                <a:gd name="connsiteX0" fmla="*/ 9197 w 18050"/>
                <a:gd name="connsiteY0" fmla="*/ 24259 h 25535"/>
                <a:gd name="connsiteX1" fmla="*/ 16865 w 18050"/>
                <a:gd name="connsiteY1" fmla="*/ 25536 h 25535"/>
                <a:gd name="connsiteX2" fmla="*/ 17504 w 18050"/>
                <a:gd name="connsiteY2" fmla="*/ 9576 h 25535"/>
                <a:gd name="connsiteX3" fmla="*/ 9197 w 18050"/>
                <a:gd name="connsiteY3" fmla="*/ 0 h 25535"/>
                <a:gd name="connsiteX4" fmla="*/ 251 w 18050"/>
                <a:gd name="connsiteY4" fmla="*/ 10853 h 25535"/>
                <a:gd name="connsiteX5" fmla="*/ 1529 w 18050"/>
                <a:gd name="connsiteY5" fmla="*/ 25536 h 25535"/>
                <a:gd name="connsiteX6" fmla="*/ 9197 w 18050"/>
                <a:gd name="connsiteY6" fmla="*/ 24259 h 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50" h="25535">
                  <a:moveTo>
                    <a:pt x="9197" y="24259"/>
                  </a:moveTo>
                  <a:cubicBezTo>
                    <a:pt x="11753" y="24259"/>
                    <a:pt x="14309" y="24898"/>
                    <a:pt x="16865" y="25536"/>
                  </a:cubicBezTo>
                  <a:cubicBezTo>
                    <a:pt x="17504" y="22344"/>
                    <a:pt x="18782" y="17237"/>
                    <a:pt x="17504" y="9576"/>
                  </a:cubicBezTo>
                  <a:cubicBezTo>
                    <a:pt x="16865" y="3192"/>
                    <a:pt x="11753" y="638"/>
                    <a:pt x="9197" y="0"/>
                  </a:cubicBezTo>
                  <a:cubicBezTo>
                    <a:pt x="6641" y="638"/>
                    <a:pt x="1529" y="3830"/>
                    <a:pt x="251" y="10853"/>
                  </a:cubicBezTo>
                  <a:cubicBezTo>
                    <a:pt x="-388" y="17237"/>
                    <a:pt x="251" y="22344"/>
                    <a:pt x="1529" y="25536"/>
                  </a:cubicBezTo>
                  <a:cubicBezTo>
                    <a:pt x="4085" y="24259"/>
                    <a:pt x="6641" y="24259"/>
                    <a:pt x="9197" y="24259"/>
                  </a:cubicBezTo>
                </a:path>
              </a:pathLst>
            </a:custGeom>
            <a:solidFill>
              <a:srgbClr val="26890D"/>
            </a:solidFill>
            <a:ln w="6390" cap="flat">
              <a:noFill/>
              <a:prstDash val="solid"/>
              <a:miter/>
            </a:ln>
          </p:spPr>
          <p:txBody>
            <a:bodyPr rtlCol="0" anchor="ctr"/>
            <a:lstStyle/>
            <a:p>
              <a:endParaRPr lang="en-US"/>
            </a:p>
          </p:txBody>
        </p:sp>
        <p:sp>
          <p:nvSpPr>
            <p:cNvPr id="837" name="Graphic 6">
              <a:extLst>
                <a:ext uri="{FF2B5EF4-FFF2-40B4-BE49-F238E27FC236}">
                  <a16:creationId xmlns:a16="http://schemas.microsoft.com/office/drawing/2014/main" id="{0C93B782-9A33-E247-B622-96033369C3A8}"/>
                </a:ext>
              </a:extLst>
            </p:cNvPr>
            <p:cNvSpPr/>
            <p:nvPr/>
          </p:nvSpPr>
          <p:spPr>
            <a:xfrm>
              <a:off x="7355456" y="1045220"/>
              <a:ext cx="38339" cy="38303"/>
            </a:xfrm>
            <a:custGeom>
              <a:avLst/>
              <a:gdLst>
                <a:gd name="connsiteX0" fmla="*/ 19170 w 38339"/>
                <a:gd name="connsiteY0" fmla="*/ 38304 h 38303"/>
                <a:gd name="connsiteX1" fmla="*/ 38340 w 38339"/>
                <a:gd name="connsiteY1" fmla="*/ 19152 h 38303"/>
                <a:gd name="connsiteX2" fmla="*/ 19170 w 38339"/>
                <a:gd name="connsiteY2" fmla="*/ 0 h 38303"/>
                <a:gd name="connsiteX3" fmla="*/ 0 w 38339"/>
                <a:gd name="connsiteY3" fmla="*/ 19152 h 38303"/>
                <a:gd name="connsiteX4" fmla="*/ 19170 w 38339"/>
                <a:gd name="connsiteY4" fmla="*/ 38304 h 38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39" h="38303">
                  <a:moveTo>
                    <a:pt x="19170" y="38304"/>
                  </a:moveTo>
                  <a:cubicBezTo>
                    <a:pt x="29394" y="38304"/>
                    <a:pt x="38340" y="30005"/>
                    <a:pt x="38340" y="19152"/>
                  </a:cubicBezTo>
                  <a:cubicBezTo>
                    <a:pt x="38340" y="8938"/>
                    <a:pt x="30033" y="0"/>
                    <a:pt x="19170" y="0"/>
                  </a:cubicBezTo>
                  <a:cubicBezTo>
                    <a:pt x="8946" y="0"/>
                    <a:pt x="0" y="8299"/>
                    <a:pt x="0" y="19152"/>
                  </a:cubicBezTo>
                  <a:cubicBezTo>
                    <a:pt x="0" y="30005"/>
                    <a:pt x="8946" y="38304"/>
                    <a:pt x="19170" y="38304"/>
                  </a:cubicBezTo>
                </a:path>
              </a:pathLst>
            </a:custGeom>
            <a:solidFill>
              <a:srgbClr val="26890D"/>
            </a:solidFill>
            <a:ln w="6390" cap="flat">
              <a:noFill/>
              <a:prstDash val="solid"/>
              <a:miter/>
            </a:ln>
          </p:spPr>
          <p:txBody>
            <a:bodyPr rtlCol="0" anchor="ctr"/>
            <a:lstStyle/>
            <a:p>
              <a:endParaRPr lang="en-US"/>
            </a:p>
          </p:txBody>
        </p:sp>
        <p:sp>
          <p:nvSpPr>
            <p:cNvPr id="838" name="Graphic 6">
              <a:extLst>
                <a:ext uri="{FF2B5EF4-FFF2-40B4-BE49-F238E27FC236}">
                  <a16:creationId xmlns:a16="http://schemas.microsoft.com/office/drawing/2014/main" id="{CBB0100E-1ACD-784B-86D4-12D277C50C1A}"/>
                </a:ext>
              </a:extLst>
            </p:cNvPr>
            <p:cNvSpPr/>
            <p:nvPr/>
          </p:nvSpPr>
          <p:spPr>
            <a:xfrm>
              <a:off x="7387406" y="1084801"/>
              <a:ext cx="23390" cy="25838"/>
            </a:xfrm>
            <a:custGeom>
              <a:avLst/>
              <a:gdLst>
                <a:gd name="connsiteX0" fmla="*/ 11502 w 23390"/>
                <a:gd name="connsiteY0" fmla="*/ 0 h 25838"/>
                <a:gd name="connsiteX1" fmla="*/ 0 w 23390"/>
                <a:gd name="connsiteY1" fmla="*/ 8938 h 25838"/>
                <a:gd name="connsiteX2" fmla="*/ 8946 w 23390"/>
                <a:gd name="connsiteY2" fmla="*/ 22344 h 25838"/>
                <a:gd name="connsiteX3" fmla="*/ 21087 w 23390"/>
                <a:gd name="connsiteY3" fmla="*/ 24897 h 25838"/>
                <a:gd name="connsiteX4" fmla="*/ 21087 w 23390"/>
                <a:gd name="connsiteY4" fmla="*/ 10853 h 25838"/>
                <a:gd name="connsiteX5" fmla="*/ 11502 w 23390"/>
                <a:gd name="connsiteY5" fmla="*/ 0 h 25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90" h="25838">
                  <a:moveTo>
                    <a:pt x="11502" y="0"/>
                  </a:moveTo>
                  <a:cubicBezTo>
                    <a:pt x="8307" y="3830"/>
                    <a:pt x="4473" y="7022"/>
                    <a:pt x="0" y="8938"/>
                  </a:cubicBezTo>
                  <a:cubicBezTo>
                    <a:pt x="1278" y="12130"/>
                    <a:pt x="3834" y="16598"/>
                    <a:pt x="8946" y="22344"/>
                  </a:cubicBezTo>
                  <a:cubicBezTo>
                    <a:pt x="13419" y="26813"/>
                    <a:pt x="18531" y="26174"/>
                    <a:pt x="21087" y="24897"/>
                  </a:cubicBezTo>
                  <a:cubicBezTo>
                    <a:pt x="22365" y="22982"/>
                    <a:pt x="25560" y="17237"/>
                    <a:pt x="21087" y="10853"/>
                  </a:cubicBezTo>
                  <a:cubicBezTo>
                    <a:pt x="17892" y="5107"/>
                    <a:pt x="14058" y="1915"/>
                    <a:pt x="11502" y="0"/>
                  </a:cubicBezTo>
                </a:path>
              </a:pathLst>
            </a:custGeom>
            <a:solidFill>
              <a:srgbClr val="26890D"/>
            </a:solidFill>
            <a:ln w="6390" cap="flat">
              <a:noFill/>
              <a:prstDash val="solid"/>
              <a:miter/>
            </a:ln>
          </p:spPr>
          <p:txBody>
            <a:bodyPr rtlCol="0" anchor="ctr"/>
            <a:lstStyle/>
            <a:p>
              <a:endParaRPr lang="en-US"/>
            </a:p>
          </p:txBody>
        </p:sp>
        <p:sp>
          <p:nvSpPr>
            <p:cNvPr id="839" name="Graphic 6">
              <a:extLst>
                <a:ext uri="{FF2B5EF4-FFF2-40B4-BE49-F238E27FC236}">
                  <a16:creationId xmlns:a16="http://schemas.microsoft.com/office/drawing/2014/main" id="{B840481E-DEC3-2A4A-93F8-22CAA2F28D36}"/>
                </a:ext>
              </a:extLst>
            </p:cNvPr>
            <p:cNvSpPr/>
            <p:nvPr/>
          </p:nvSpPr>
          <p:spPr>
            <a:xfrm>
              <a:off x="7321590" y="1042411"/>
              <a:ext cx="26198" cy="19629"/>
            </a:xfrm>
            <a:custGeom>
              <a:avLst/>
              <a:gdLst>
                <a:gd name="connsiteX0" fmla="*/ 26199 w 26198"/>
                <a:gd name="connsiteY0" fmla="*/ 6001 h 19629"/>
                <a:gd name="connsiteX1" fmla="*/ 11501 w 26198"/>
                <a:gd name="connsiteY1" fmla="*/ 255 h 19629"/>
                <a:gd name="connsiteX2" fmla="*/ 0 w 26198"/>
                <a:gd name="connsiteY2" fmla="*/ 4724 h 19629"/>
                <a:gd name="connsiteX3" fmla="*/ 7668 w 26198"/>
                <a:gd name="connsiteY3" fmla="*/ 16215 h 19629"/>
                <a:gd name="connsiteX4" fmla="*/ 21725 w 26198"/>
                <a:gd name="connsiteY4" fmla="*/ 19407 h 19629"/>
                <a:gd name="connsiteX5" fmla="*/ 26199 w 26198"/>
                <a:gd name="connsiteY5" fmla="*/ 6001 h 19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98" h="19629">
                  <a:moveTo>
                    <a:pt x="26199" y="6001"/>
                  </a:moveTo>
                  <a:cubicBezTo>
                    <a:pt x="24281" y="4724"/>
                    <a:pt x="19809" y="2170"/>
                    <a:pt x="11501" y="255"/>
                  </a:cubicBezTo>
                  <a:cubicBezTo>
                    <a:pt x="5111" y="-1022"/>
                    <a:pt x="1278" y="2809"/>
                    <a:pt x="0" y="4724"/>
                  </a:cubicBezTo>
                  <a:cubicBezTo>
                    <a:pt x="0" y="7278"/>
                    <a:pt x="639" y="13662"/>
                    <a:pt x="7668" y="16215"/>
                  </a:cubicBezTo>
                  <a:cubicBezTo>
                    <a:pt x="15335" y="19407"/>
                    <a:pt x="19809" y="20046"/>
                    <a:pt x="21725" y="19407"/>
                  </a:cubicBezTo>
                  <a:cubicBezTo>
                    <a:pt x="21725" y="14938"/>
                    <a:pt x="23642" y="10470"/>
                    <a:pt x="26199" y="6001"/>
                  </a:cubicBezTo>
                </a:path>
              </a:pathLst>
            </a:custGeom>
            <a:solidFill>
              <a:srgbClr val="26890D"/>
            </a:solidFill>
            <a:ln w="6390" cap="flat">
              <a:noFill/>
              <a:prstDash val="solid"/>
              <a:miter/>
            </a:ln>
          </p:spPr>
          <p:txBody>
            <a:bodyPr rtlCol="0" anchor="ctr"/>
            <a:lstStyle/>
            <a:p>
              <a:endParaRPr lang="en-US"/>
            </a:p>
          </p:txBody>
        </p:sp>
        <p:sp>
          <p:nvSpPr>
            <p:cNvPr id="840" name="Graphic 6">
              <a:extLst>
                <a:ext uri="{FF2B5EF4-FFF2-40B4-BE49-F238E27FC236}">
                  <a16:creationId xmlns:a16="http://schemas.microsoft.com/office/drawing/2014/main" id="{D7FC75A0-DD21-304A-887D-7FC05219DB44}"/>
                </a:ext>
              </a:extLst>
            </p:cNvPr>
            <p:cNvSpPr/>
            <p:nvPr/>
          </p:nvSpPr>
          <p:spPr>
            <a:xfrm>
              <a:off x="7400824" y="1041561"/>
              <a:ext cx="26838" cy="20257"/>
            </a:xfrm>
            <a:custGeom>
              <a:avLst/>
              <a:gdLst>
                <a:gd name="connsiteX0" fmla="*/ 5112 w 26838"/>
                <a:gd name="connsiteY0" fmla="*/ 20257 h 20257"/>
                <a:gd name="connsiteX1" fmla="*/ 20448 w 26838"/>
                <a:gd name="connsiteY1" fmla="*/ 15789 h 20257"/>
                <a:gd name="connsiteX2" fmla="*/ 26838 w 26838"/>
                <a:gd name="connsiteY2" fmla="*/ 4936 h 20257"/>
                <a:gd name="connsiteX3" fmla="*/ 13419 w 26838"/>
                <a:gd name="connsiteY3" fmla="*/ 467 h 20257"/>
                <a:gd name="connsiteX4" fmla="*/ 0 w 26838"/>
                <a:gd name="connsiteY4" fmla="*/ 6213 h 20257"/>
                <a:gd name="connsiteX5" fmla="*/ 5112 w 26838"/>
                <a:gd name="connsiteY5" fmla="*/ 20257 h 20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38" h="20257">
                  <a:moveTo>
                    <a:pt x="5112" y="20257"/>
                  </a:moveTo>
                  <a:cubicBezTo>
                    <a:pt x="8307" y="20257"/>
                    <a:pt x="14058" y="18981"/>
                    <a:pt x="20448" y="15789"/>
                  </a:cubicBezTo>
                  <a:cubicBezTo>
                    <a:pt x="26199" y="12597"/>
                    <a:pt x="26838" y="7490"/>
                    <a:pt x="26838" y="4936"/>
                  </a:cubicBezTo>
                  <a:cubicBezTo>
                    <a:pt x="25560" y="3021"/>
                    <a:pt x="21087" y="-1448"/>
                    <a:pt x="13419" y="467"/>
                  </a:cubicBezTo>
                  <a:cubicBezTo>
                    <a:pt x="7030" y="1744"/>
                    <a:pt x="2556" y="4298"/>
                    <a:pt x="0" y="6213"/>
                  </a:cubicBezTo>
                  <a:cubicBezTo>
                    <a:pt x="3195" y="10681"/>
                    <a:pt x="5112" y="15150"/>
                    <a:pt x="5112" y="20257"/>
                  </a:cubicBezTo>
                </a:path>
              </a:pathLst>
            </a:custGeom>
            <a:solidFill>
              <a:srgbClr val="26890D"/>
            </a:solidFill>
            <a:ln w="6390" cap="flat">
              <a:noFill/>
              <a:prstDash val="solid"/>
              <a:miter/>
            </a:ln>
          </p:spPr>
          <p:txBody>
            <a:bodyPr rtlCol="0" anchor="ctr"/>
            <a:lstStyle/>
            <a:p>
              <a:endParaRPr lang="en-US"/>
            </a:p>
          </p:txBody>
        </p:sp>
        <p:sp>
          <p:nvSpPr>
            <p:cNvPr id="841" name="Graphic 6">
              <a:extLst>
                <a:ext uri="{FF2B5EF4-FFF2-40B4-BE49-F238E27FC236}">
                  <a16:creationId xmlns:a16="http://schemas.microsoft.com/office/drawing/2014/main" id="{16617152-AAFD-AF43-8A8C-0D928B54DE1B}"/>
                </a:ext>
              </a:extLst>
            </p:cNvPr>
            <p:cNvSpPr/>
            <p:nvPr/>
          </p:nvSpPr>
          <p:spPr>
            <a:xfrm>
              <a:off x="7381016" y="1148641"/>
              <a:ext cx="49202" cy="42194"/>
            </a:xfrm>
            <a:custGeom>
              <a:avLst/>
              <a:gdLst>
                <a:gd name="connsiteX0" fmla="*/ 0 w 49202"/>
                <a:gd name="connsiteY0" fmla="*/ 42134 h 42194"/>
                <a:gd name="connsiteX1" fmla="*/ 38340 w 49202"/>
                <a:gd name="connsiteY1" fmla="*/ 29366 h 42194"/>
                <a:gd name="connsiteX2" fmla="*/ 49203 w 49202"/>
                <a:gd name="connsiteY2" fmla="*/ 0 h 42194"/>
                <a:gd name="connsiteX3" fmla="*/ 10863 w 49202"/>
                <a:gd name="connsiteY3" fmla="*/ 14045 h 42194"/>
                <a:gd name="connsiteX4" fmla="*/ 0 w 49202"/>
                <a:gd name="connsiteY4" fmla="*/ 42134 h 42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02" h="42194">
                  <a:moveTo>
                    <a:pt x="0" y="42134"/>
                  </a:moveTo>
                  <a:cubicBezTo>
                    <a:pt x="17253" y="42773"/>
                    <a:pt x="30033" y="38304"/>
                    <a:pt x="38340" y="29366"/>
                  </a:cubicBezTo>
                  <a:cubicBezTo>
                    <a:pt x="47286" y="19790"/>
                    <a:pt x="48563" y="7022"/>
                    <a:pt x="49203" y="0"/>
                  </a:cubicBezTo>
                  <a:cubicBezTo>
                    <a:pt x="31950" y="638"/>
                    <a:pt x="19170" y="5107"/>
                    <a:pt x="10863" y="14045"/>
                  </a:cubicBezTo>
                  <a:cubicBezTo>
                    <a:pt x="1917" y="23621"/>
                    <a:pt x="0" y="35750"/>
                    <a:pt x="0" y="42134"/>
                  </a:cubicBezTo>
                </a:path>
              </a:pathLst>
            </a:custGeom>
            <a:solidFill>
              <a:srgbClr val="26890D"/>
            </a:solidFill>
            <a:ln w="6390" cap="flat">
              <a:noFill/>
              <a:prstDash val="solid"/>
              <a:miter/>
            </a:ln>
          </p:spPr>
          <p:txBody>
            <a:bodyPr rtlCol="0" anchor="ctr"/>
            <a:lstStyle/>
            <a:p>
              <a:endParaRPr lang="en-US"/>
            </a:p>
          </p:txBody>
        </p:sp>
        <p:sp>
          <p:nvSpPr>
            <p:cNvPr id="842" name="Graphic 6">
              <a:extLst>
                <a:ext uri="{FF2B5EF4-FFF2-40B4-BE49-F238E27FC236}">
                  <a16:creationId xmlns:a16="http://schemas.microsoft.com/office/drawing/2014/main" id="{7D94E14C-80B5-AC4D-A5AC-78CE448C9BCB}"/>
                </a:ext>
              </a:extLst>
            </p:cNvPr>
            <p:cNvSpPr/>
            <p:nvPr/>
          </p:nvSpPr>
          <p:spPr>
            <a:xfrm>
              <a:off x="7193151" y="918817"/>
              <a:ext cx="362309" cy="361971"/>
            </a:xfrm>
            <a:custGeom>
              <a:avLst/>
              <a:gdLst>
                <a:gd name="connsiteX0" fmla="*/ 235150 w 362309"/>
                <a:gd name="connsiteY0" fmla="*/ 268127 h 361971"/>
                <a:gd name="connsiteX1" fmla="*/ 189143 w 362309"/>
                <a:gd name="connsiteY1" fmla="*/ 284726 h 361971"/>
                <a:gd name="connsiteX2" fmla="*/ 180836 w 362309"/>
                <a:gd name="connsiteY2" fmla="*/ 284726 h 361971"/>
                <a:gd name="connsiteX3" fmla="*/ 180836 w 362309"/>
                <a:gd name="connsiteY3" fmla="*/ 284726 h 361971"/>
                <a:gd name="connsiteX4" fmla="*/ 180836 w 362309"/>
                <a:gd name="connsiteY4" fmla="*/ 284726 h 361971"/>
                <a:gd name="connsiteX5" fmla="*/ 172528 w 362309"/>
                <a:gd name="connsiteY5" fmla="*/ 284726 h 361971"/>
                <a:gd name="connsiteX6" fmla="*/ 126521 w 362309"/>
                <a:gd name="connsiteY6" fmla="*/ 268127 h 361971"/>
                <a:gd name="connsiteX7" fmla="*/ 112464 w 362309"/>
                <a:gd name="connsiteY7" fmla="*/ 222801 h 361971"/>
                <a:gd name="connsiteX8" fmla="*/ 118853 w 362309"/>
                <a:gd name="connsiteY8" fmla="*/ 217055 h 361971"/>
                <a:gd name="connsiteX9" fmla="*/ 173168 w 362309"/>
                <a:gd name="connsiteY9" fmla="*/ 235569 h 361971"/>
                <a:gd name="connsiteX10" fmla="*/ 175084 w 362309"/>
                <a:gd name="connsiteY10" fmla="*/ 237484 h 361971"/>
                <a:gd name="connsiteX11" fmla="*/ 175084 w 362309"/>
                <a:gd name="connsiteY11" fmla="*/ 190881 h 361971"/>
                <a:gd name="connsiteX12" fmla="*/ 170612 w 362309"/>
                <a:gd name="connsiteY12" fmla="*/ 195988 h 361971"/>
                <a:gd name="connsiteX13" fmla="*/ 152081 w 362309"/>
                <a:gd name="connsiteY13" fmla="*/ 204287 h 361971"/>
                <a:gd name="connsiteX14" fmla="*/ 141218 w 362309"/>
                <a:gd name="connsiteY14" fmla="*/ 201734 h 361971"/>
                <a:gd name="connsiteX15" fmla="*/ 139301 w 362309"/>
                <a:gd name="connsiteY15" fmla="*/ 200457 h 361971"/>
                <a:gd name="connsiteX16" fmla="*/ 136106 w 362309"/>
                <a:gd name="connsiteY16" fmla="*/ 172368 h 361971"/>
                <a:gd name="connsiteX17" fmla="*/ 150164 w 362309"/>
                <a:gd name="connsiteY17" fmla="*/ 155769 h 361971"/>
                <a:gd name="connsiteX18" fmla="*/ 149525 w 362309"/>
                <a:gd name="connsiteY18" fmla="*/ 155769 h 361971"/>
                <a:gd name="connsiteX19" fmla="*/ 130994 w 362309"/>
                <a:gd name="connsiteY19" fmla="*/ 151300 h 361971"/>
                <a:gd name="connsiteX20" fmla="*/ 115658 w 362309"/>
                <a:gd name="connsiteY20" fmla="*/ 124488 h 361971"/>
                <a:gd name="connsiteX21" fmla="*/ 116297 w 362309"/>
                <a:gd name="connsiteY21" fmla="*/ 122572 h 361971"/>
                <a:gd name="connsiteX22" fmla="*/ 142496 w 362309"/>
                <a:gd name="connsiteY22" fmla="*/ 110443 h 361971"/>
                <a:gd name="connsiteX23" fmla="*/ 162305 w 362309"/>
                <a:gd name="connsiteY23" fmla="*/ 118104 h 361971"/>
                <a:gd name="connsiteX24" fmla="*/ 160388 w 362309"/>
                <a:gd name="connsiteY24" fmla="*/ 98313 h 361971"/>
                <a:gd name="connsiteX25" fmla="*/ 180197 w 362309"/>
                <a:gd name="connsiteY25" fmla="*/ 75331 h 361971"/>
                <a:gd name="connsiteX26" fmla="*/ 182113 w 362309"/>
                <a:gd name="connsiteY26" fmla="*/ 75331 h 361971"/>
                <a:gd name="connsiteX27" fmla="*/ 201923 w 362309"/>
                <a:gd name="connsiteY27" fmla="*/ 95760 h 361971"/>
                <a:gd name="connsiteX28" fmla="*/ 200644 w 362309"/>
                <a:gd name="connsiteY28" fmla="*/ 116827 h 361971"/>
                <a:gd name="connsiteX29" fmla="*/ 218536 w 362309"/>
                <a:gd name="connsiteY29" fmla="*/ 109166 h 361971"/>
                <a:gd name="connsiteX30" fmla="*/ 246652 w 362309"/>
                <a:gd name="connsiteY30" fmla="*/ 121296 h 361971"/>
                <a:gd name="connsiteX31" fmla="*/ 247291 w 362309"/>
                <a:gd name="connsiteY31" fmla="*/ 123211 h 361971"/>
                <a:gd name="connsiteX32" fmla="*/ 233872 w 362309"/>
                <a:gd name="connsiteY32" fmla="*/ 148747 h 361971"/>
                <a:gd name="connsiteX33" fmla="*/ 213424 w 362309"/>
                <a:gd name="connsiteY33" fmla="*/ 154492 h 361971"/>
                <a:gd name="connsiteX34" fmla="*/ 226204 w 362309"/>
                <a:gd name="connsiteY34" fmla="*/ 168537 h 361971"/>
                <a:gd name="connsiteX35" fmla="*/ 223648 w 362309"/>
                <a:gd name="connsiteY35" fmla="*/ 198542 h 361971"/>
                <a:gd name="connsiteX36" fmla="*/ 221731 w 362309"/>
                <a:gd name="connsiteY36" fmla="*/ 199819 h 361971"/>
                <a:gd name="connsiteX37" fmla="*/ 210229 w 362309"/>
                <a:gd name="connsiteY37" fmla="*/ 202372 h 361971"/>
                <a:gd name="connsiteX38" fmla="*/ 192977 w 362309"/>
                <a:gd name="connsiteY38" fmla="*/ 195350 h 361971"/>
                <a:gd name="connsiteX39" fmla="*/ 187225 w 362309"/>
                <a:gd name="connsiteY39" fmla="*/ 188327 h 361971"/>
                <a:gd name="connsiteX40" fmla="*/ 187225 w 362309"/>
                <a:gd name="connsiteY40" fmla="*/ 234292 h 361971"/>
                <a:gd name="connsiteX41" fmla="*/ 187225 w 362309"/>
                <a:gd name="connsiteY41" fmla="*/ 233654 h 361971"/>
                <a:gd name="connsiteX42" fmla="*/ 241540 w 362309"/>
                <a:gd name="connsiteY42" fmla="*/ 215779 h 361971"/>
                <a:gd name="connsiteX43" fmla="*/ 247930 w 362309"/>
                <a:gd name="connsiteY43" fmla="*/ 221524 h 361971"/>
                <a:gd name="connsiteX44" fmla="*/ 235150 w 362309"/>
                <a:gd name="connsiteY44" fmla="*/ 268127 h 361971"/>
                <a:gd name="connsiteX45" fmla="*/ 181474 w 362309"/>
                <a:gd name="connsiteY45" fmla="*/ 0 h 361971"/>
                <a:gd name="connsiteX46" fmla="*/ 0 w 362309"/>
                <a:gd name="connsiteY46" fmla="*/ 180667 h 361971"/>
                <a:gd name="connsiteX47" fmla="*/ 180836 w 362309"/>
                <a:gd name="connsiteY47" fmla="*/ 361972 h 361971"/>
                <a:gd name="connsiteX48" fmla="*/ 362310 w 362309"/>
                <a:gd name="connsiteY48" fmla="*/ 181305 h 361971"/>
                <a:gd name="connsiteX49" fmla="*/ 181474 w 362309"/>
                <a:gd name="connsiteY49"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2309" h="361971">
                  <a:moveTo>
                    <a:pt x="235150" y="268127"/>
                  </a:moveTo>
                  <a:cubicBezTo>
                    <a:pt x="224926" y="278980"/>
                    <a:pt x="208951" y="284726"/>
                    <a:pt x="189143" y="284726"/>
                  </a:cubicBezTo>
                  <a:cubicBezTo>
                    <a:pt x="186587" y="284726"/>
                    <a:pt x="184031" y="284726"/>
                    <a:pt x="180836" y="284726"/>
                  </a:cubicBezTo>
                  <a:lnTo>
                    <a:pt x="180836" y="284726"/>
                  </a:lnTo>
                  <a:lnTo>
                    <a:pt x="180836" y="284726"/>
                  </a:lnTo>
                  <a:cubicBezTo>
                    <a:pt x="178279" y="284726"/>
                    <a:pt x="175084" y="284726"/>
                    <a:pt x="172528" y="284726"/>
                  </a:cubicBezTo>
                  <a:cubicBezTo>
                    <a:pt x="152720" y="284726"/>
                    <a:pt x="136745" y="278980"/>
                    <a:pt x="126521" y="268127"/>
                  </a:cubicBezTo>
                  <a:cubicBezTo>
                    <a:pt x="109269" y="250252"/>
                    <a:pt x="112464" y="224078"/>
                    <a:pt x="112464" y="222801"/>
                  </a:cubicBezTo>
                  <a:cubicBezTo>
                    <a:pt x="113102" y="219609"/>
                    <a:pt x="115658" y="217055"/>
                    <a:pt x="118853" y="217055"/>
                  </a:cubicBezTo>
                  <a:cubicBezTo>
                    <a:pt x="143135" y="216417"/>
                    <a:pt x="161666" y="222163"/>
                    <a:pt x="173168" y="235569"/>
                  </a:cubicBezTo>
                  <a:cubicBezTo>
                    <a:pt x="173807" y="236207"/>
                    <a:pt x="174446" y="236846"/>
                    <a:pt x="175084" y="237484"/>
                  </a:cubicBezTo>
                  <a:lnTo>
                    <a:pt x="175084" y="190881"/>
                  </a:lnTo>
                  <a:cubicBezTo>
                    <a:pt x="173807" y="192158"/>
                    <a:pt x="172528" y="194073"/>
                    <a:pt x="170612" y="195988"/>
                  </a:cubicBezTo>
                  <a:cubicBezTo>
                    <a:pt x="164861" y="202372"/>
                    <a:pt x="157832" y="204287"/>
                    <a:pt x="152081" y="204287"/>
                  </a:cubicBezTo>
                  <a:cubicBezTo>
                    <a:pt x="147608" y="204287"/>
                    <a:pt x="143774" y="203011"/>
                    <a:pt x="141218" y="201734"/>
                  </a:cubicBezTo>
                  <a:cubicBezTo>
                    <a:pt x="140579" y="201095"/>
                    <a:pt x="139940" y="201095"/>
                    <a:pt x="139301" y="200457"/>
                  </a:cubicBezTo>
                  <a:cubicBezTo>
                    <a:pt x="134828" y="195988"/>
                    <a:pt x="129077" y="184497"/>
                    <a:pt x="136106" y="172368"/>
                  </a:cubicBezTo>
                  <a:cubicBezTo>
                    <a:pt x="141218" y="164068"/>
                    <a:pt x="146330" y="158961"/>
                    <a:pt x="150164" y="155769"/>
                  </a:cubicBezTo>
                  <a:lnTo>
                    <a:pt x="149525" y="155769"/>
                  </a:lnTo>
                  <a:cubicBezTo>
                    <a:pt x="145052" y="155769"/>
                    <a:pt x="139301" y="155131"/>
                    <a:pt x="130994" y="151300"/>
                  </a:cubicBezTo>
                  <a:cubicBezTo>
                    <a:pt x="116936" y="144916"/>
                    <a:pt x="115019" y="131510"/>
                    <a:pt x="115658" y="124488"/>
                  </a:cubicBezTo>
                  <a:cubicBezTo>
                    <a:pt x="115658" y="123849"/>
                    <a:pt x="116297" y="123211"/>
                    <a:pt x="116297" y="122572"/>
                  </a:cubicBezTo>
                  <a:cubicBezTo>
                    <a:pt x="118853" y="117465"/>
                    <a:pt x="128438" y="107889"/>
                    <a:pt x="142496" y="110443"/>
                  </a:cubicBezTo>
                  <a:cubicBezTo>
                    <a:pt x="152720" y="112358"/>
                    <a:pt x="159110" y="115550"/>
                    <a:pt x="162305" y="118104"/>
                  </a:cubicBezTo>
                  <a:cubicBezTo>
                    <a:pt x="161027" y="113635"/>
                    <a:pt x="159748" y="107251"/>
                    <a:pt x="160388" y="98313"/>
                  </a:cubicBezTo>
                  <a:cubicBezTo>
                    <a:pt x="161666" y="82992"/>
                    <a:pt x="174446" y="76608"/>
                    <a:pt x="180197" y="75331"/>
                  </a:cubicBezTo>
                  <a:cubicBezTo>
                    <a:pt x="180836" y="75331"/>
                    <a:pt x="181474" y="75331"/>
                    <a:pt x="182113" y="75331"/>
                  </a:cubicBezTo>
                  <a:cubicBezTo>
                    <a:pt x="187864" y="75969"/>
                    <a:pt x="200005" y="81715"/>
                    <a:pt x="201923" y="95760"/>
                  </a:cubicBezTo>
                  <a:cubicBezTo>
                    <a:pt x="203200" y="105336"/>
                    <a:pt x="201923" y="112358"/>
                    <a:pt x="200644" y="116827"/>
                  </a:cubicBezTo>
                  <a:cubicBezTo>
                    <a:pt x="204478" y="114273"/>
                    <a:pt x="210229" y="111081"/>
                    <a:pt x="218536" y="109166"/>
                  </a:cubicBezTo>
                  <a:cubicBezTo>
                    <a:pt x="233233" y="105974"/>
                    <a:pt x="243457" y="115550"/>
                    <a:pt x="246652" y="121296"/>
                  </a:cubicBezTo>
                  <a:cubicBezTo>
                    <a:pt x="247291" y="121934"/>
                    <a:pt x="247291" y="122572"/>
                    <a:pt x="247291" y="123211"/>
                  </a:cubicBezTo>
                  <a:cubicBezTo>
                    <a:pt x="248569" y="128956"/>
                    <a:pt x="246652" y="142363"/>
                    <a:pt x="233872" y="148747"/>
                  </a:cubicBezTo>
                  <a:cubicBezTo>
                    <a:pt x="225565" y="153216"/>
                    <a:pt x="217897" y="154492"/>
                    <a:pt x="213424" y="154492"/>
                  </a:cubicBezTo>
                  <a:cubicBezTo>
                    <a:pt x="217258" y="157046"/>
                    <a:pt x="221731" y="161515"/>
                    <a:pt x="226204" y="168537"/>
                  </a:cubicBezTo>
                  <a:cubicBezTo>
                    <a:pt x="234511" y="181944"/>
                    <a:pt x="228121" y="194073"/>
                    <a:pt x="223648" y="198542"/>
                  </a:cubicBezTo>
                  <a:cubicBezTo>
                    <a:pt x="223009" y="199180"/>
                    <a:pt x="222370" y="199819"/>
                    <a:pt x="221731" y="199819"/>
                  </a:cubicBezTo>
                  <a:cubicBezTo>
                    <a:pt x="219175" y="201095"/>
                    <a:pt x="215341" y="202372"/>
                    <a:pt x="210229" y="202372"/>
                  </a:cubicBezTo>
                  <a:cubicBezTo>
                    <a:pt x="205118" y="202372"/>
                    <a:pt x="198728" y="200457"/>
                    <a:pt x="192977" y="195350"/>
                  </a:cubicBezTo>
                  <a:cubicBezTo>
                    <a:pt x="190420" y="192796"/>
                    <a:pt x="188503" y="190881"/>
                    <a:pt x="187225" y="188327"/>
                  </a:cubicBezTo>
                  <a:lnTo>
                    <a:pt x="187225" y="234292"/>
                  </a:lnTo>
                  <a:cubicBezTo>
                    <a:pt x="187225" y="234292"/>
                    <a:pt x="187225" y="234292"/>
                    <a:pt x="187225" y="233654"/>
                  </a:cubicBezTo>
                  <a:cubicBezTo>
                    <a:pt x="198728" y="220886"/>
                    <a:pt x="217258" y="214502"/>
                    <a:pt x="241540" y="215779"/>
                  </a:cubicBezTo>
                  <a:cubicBezTo>
                    <a:pt x="244735" y="215779"/>
                    <a:pt x="247291" y="218332"/>
                    <a:pt x="247930" y="221524"/>
                  </a:cubicBezTo>
                  <a:cubicBezTo>
                    <a:pt x="249208" y="224078"/>
                    <a:pt x="252403" y="250252"/>
                    <a:pt x="235150" y="268127"/>
                  </a:cubicBezTo>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81077"/>
                    <a:pt x="281157" y="0"/>
                    <a:pt x="181474" y="0"/>
                  </a:cubicBezTo>
                </a:path>
              </a:pathLst>
            </a:custGeom>
            <a:solidFill>
              <a:srgbClr val="26890D"/>
            </a:solidFill>
            <a:ln w="6390" cap="flat">
              <a:noFill/>
              <a:prstDash val="solid"/>
              <a:miter/>
            </a:ln>
          </p:spPr>
          <p:txBody>
            <a:bodyPr rtlCol="0" anchor="ctr"/>
            <a:lstStyle/>
            <a:p>
              <a:endParaRPr lang="en-US"/>
            </a:p>
          </p:txBody>
        </p:sp>
        <p:sp>
          <p:nvSpPr>
            <p:cNvPr id="843" name="Graphic 6">
              <a:extLst>
                <a:ext uri="{FF2B5EF4-FFF2-40B4-BE49-F238E27FC236}">
                  <a16:creationId xmlns:a16="http://schemas.microsoft.com/office/drawing/2014/main" id="{87C3BF9A-98A5-E942-B935-FE0210E4EF90}"/>
                </a:ext>
              </a:extLst>
            </p:cNvPr>
            <p:cNvSpPr/>
            <p:nvPr/>
          </p:nvSpPr>
          <p:spPr>
            <a:xfrm>
              <a:off x="7339217" y="1085439"/>
              <a:ext cx="23907" cy="24843"/>
            </a:xfrm>
            <a:custGeom>
              <a:avLst/>
              <a:gdLst>
                <a:gd name="connsiteX0" fmla="*/ 11767 w 23907"/>
                <a:gd name="connsiteY0" fmla="*/ 0 h 24843"/>
                <a:gd name="connsiteX1" fmla="*/ 1543 w 23907"/>
                <a:gd name="connsiteY1" fmla="*/ 12130 h 24843"/>
                <a:gd name="connsiteX2" fmla="*/ 2182 w 23907"/>
                <a:gd name="connsiteY2" fmla="*/ 24259 h 24843"/>
                <a:gd name="connsiteX3" fmla="*/ 15601 w 23907"/>
                <a:gd name="connsiteY3" fmla="*/ 20429 h 24843"/>
                <a:gd name="connsiteX4" fmla="*/ 23908 w 23907"/>
                <a:gd name="connsiteY4" fmla="*/ 7661 h 24843"/>
                <a:gd name="connsiteX5" fmla="*/ 11767 w 23907"/>
                <a:gd name="connsiteY5" fmla="*/ 0 h 24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07" h="24843">
                  <a:moveTo>
                    <a:pt x="11767" y="0"/>
                  </a:moveTo>
                  <a:cubicBezTo>
                    <a:pt x="9211" y="1915"/>
                    <a:pt x="5377" y="5746"/>
                    <a:pt x="1543" y="12130"/>
                  </a:cubicBezTo>
                  <a:cubicBezTo>
                    <a:pt x="-1652" y="17875"/>
                    <a:pt x="903" y="22344"/>
                    <a:pt x="2182" y="24259"/>
                  </a:cubicBezTo>
                  <a:cubicBezTo>
                    <a:pt x="4738" y="24898"/>
                    <a:pt x="10488" y="26174"/>
                    <a:pt x="15601" y="20429"/>
                  </a:cubicBezTo>
                  <a:cubicBezTo>
                    <a:pt x="20713" y="14683"/>
                    <a:pt x="23268" y="10214"/>
                    <a:pt x="23908" y="7661"/>
                  </a:cubicBezTo>
                  <a:cubicBezTo>
                    <a:pt x="19434" y="7022"/>
                    <a:pt x="14962" y="3830"/>
                    <a:pt x="11767" y="0"/>
                  </a:cubicBezTo>
                </a:path>
              </a:pathLst>
            </a:custGeom>
            <a:solidFill>
              <a:srgbClr val="26890D"/>
            </a:solidFill>
            <a:ln w="6390" cap="flat">
              <a:noFill/>
              <a:prstDash val="solid"/>
              <a:miter/>
            </a:ln>
          </p:spPr>
          <p:txBody>
            <a:bodyPr rtlCol="0" anchor="ctr"/>
            <a:lstStyle/>
            <a:p>
              <a:endParaRPr lang="en-US"/>
            </a:p>
          </p:txBody>
        </p:sp>
        <p:sp>
          <p:nvSpPr>
            <p:cNvPr id="844" name="Graphic 6">
              <a:extLst>
                <a:ext uri="{FF2B5EF4-FFF2-40B4-BE49-F238E27FC236}">
                  <a16:creationId xmlns:a16="http://schemas.microsoft.com/office/drawing/2014/main" id="{019D0369-1DFF-2D45-8559-44DB22860AED}"/>
                </a:ext>
              </a:extLst>
            </p:cNvPr>
            <p:cNvSpPr/>
            <p:nvPr/>
          </p:nvSpPr>
          <p:spPr>
            <a:xfrm>
              <a:off x="7319034" y="1149279"/>
              <a:ext cx="49202" cy="42134"/>
            </a:xfrm>
            <a:custGeom>
              <a:avLst/>
              <a:gdLst>
                <a:gd name="connsiteX0" fmla="*/ 0 w 49202"/>
                <a:gd name="connsiteY0" fmla="*/ 0 h 42134"/>
                <a:gd name="connsiteX1" fmla="*/ 10863 w 49202"/>
                <a:gd name="connsiteY1" fmla="*/ 29366 h 42134"/>
                <a:gd name="connsiteX2" fmla="*/ 49202 w 49202"/>
                <a:gd name="connsiteY2" fmla="*/ 42134 h 42134"/>
                <a:gd name="connsiteX3" fmla="*/ 38978 w 49202"/>
                <a:gd name="connsiteY3" fmla="*/ 14045 h 42134"/>
                <a:gd name="connsiteX4" fmla="*/ 0 w 49202"/>
                <a:gd name="connsiteY4" fmla="*/ 0 h 42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02" h="42134">
                  <a:moveTo>
                    <a:pt x="0" y="0"/>
                  </a:moveTo>
                  <a:cubicBezTo>
                    <a:pt x="0" y="7022"/>
                    <a:pt x="1917" y="19790"/>
                    <a:pt x="10863" y="29366"/>
                  </a:cubicBezTo>
                  <a:cubicBezTo>
                    <a:pt x="19170" y="38304"/>
                    <a:pt x="31950" y="42134"/>
                    <a:pt x="49202" y="42134"/>
                  </a:cubicBezTo>
                  <a:cubicBezTo>
                    <a:pt x="49202" y="35112"/>
                    <a:pt x="47286" y="23621"/>
                    <a:pt x="38978" y="14045"/>
                  </a:cubicBezTo>
                  <a:cubicBezTo>
                    <a:pt x="30032" y="5107"/>
                    <a:pt x="17253" y="0"/>
                    <a:pt x="0" y="0"/>
                  </a:cubicBezTo>
                </a:path>
              </a:pathLst>
            </a:custGeom>
            <a:solidFill>
              <a:srgbClr val="26890D"/>
            </a:solidFill>
            <a:ln w="6390" cap="flat">
              <a:noFill/>
              <a:prstDash val="solid"/>
              <a:miter/>
            </a:ln>
          </p:spPr>
          <p:txBody>
            <a:bodyPr rtlCol="0" anchor="ctr"/>
            <a:lstStyle/>
            <a:p>
              <a:endParaRPr lang="en-US"/>
            </a:p>
          </p:txBody>
        </p:sp>
      </p:grpSp>
      <p:grpSp>
        <p:nvGrpSpPr>
          <p:cNvPr id="845" name="Graphic 6">
            <a:extLst>
              <a:ext uri="{FF2B5EF4-FFF2-40B4-BE49-F238E27FC236}">
                <a16:creationId xmlns:a16="http://schemas.microsoft.com/office/drawing/2014/main" id="{F66BBC2D-6692-5545-A6F4-CDAB7B6E248A}"/>
              </a:ext>
            </a:extLst>
          </p:cNvPr>
          <p:cNvGrpSpPr/>
          <p:nvPr/>
        </p:nvGrpSpPr>
        <p:grpSpPr>
          <a:xfrm>
            <a:off x="6753524" y="2855717"/>
            <a:ext cx="362312" cy="361971"/>
            <a:chOff x="6753524" y="2855717"/>
            <a:chExt cx="362312" cy="361971"/>
          </a:xfrm>
          <a:solidFill>
            <a:srgbClr val="26890D"/>
          </a:solidFill>
        </p:grpSpPr>
        <p:sp>
          <p:nvSpPr>
            <p:cNvPr id="846" name="Graphic 6">
              <a:extLst>
                <a:ext uri="{FF2B5EF4-FFF2-40B4-BE49-F238E27FC236}">
                  <a16:creationId xmlns:a16="http://schemas.microsoft.com/office/drawing/2014/main" id="{15286C6C-B936-1244-A543-5759299F4BA0}"/>
                </a:ext>
              </a:extLst>
            </p:cNvPr>
            <p:cNvSpPr/>
            <p:nvPr/>
          </p:nvSpPr>
          <p:spPr>
            <a:xfrm>
              <a:off x="6753524" y="2855717"/>
              <a:ext cx="362312" cy="361971"/>
            </a:xfrm>
            <a:custGeom>
              <a:avLst/>
              <a:gdLst>
                <a:gd name="connsiteX0" fmla="*/ 181474 w 362312"/>
                <a:gd name="connsiteY0" fmla="*/ 349204 h 361971"/>
                <a:gd name="connsiteX1" fmla="*/ 13419 w 362312"/>
                <a:gd name="connsiteY1" fmla="*/ 180667 h 361971"/>
                <a:gd name="connsiteX2" fmla="*/ 182113 w 362312"/>
                <a:gd name="connsiteY2" fmla="*/ 12768 h 361971"/>
                <a:gd name="connsiteX3" fmla="*/ 350168 w 362312"/>
                <a:gd name="connsiteY3" fmla="*/ 181305 h 361971"/>
                <a:gd name="connsiteX4" fmla="*/ 181474 w 362312"/>
                <a:gd name="connsiteY4" fmla="*/ 349204 h 361971"/>
                <a:gd name="connsiteX5" fmla="*/ 181474 w 362312"/>
                <a:gd name="connsiteY5" fmla="*/ 0 h 361971"/>
                <a:gd name="connsiteX6" fmla="*/ 0 w 362312"/>
                <a:gd name="connsiteY6" fmla="*/ 180667 h 361971"/>
                <a:gd name="connsiteX7" fmla="*/ 180835 w 362312"/>
                <a:gd name="connsiteY7" fmla="*/ 361972 h 361971"/>
                <a:gd name="connsiteX8" fmla="*/ 362309 w 362312"/>
                <a:gd name="connsiteY8" fmla="*/ 181305 h 361971"/>
                <a:gd name="connsiteX9" fmla="*/ 181474 w 362312"/>
                <a:gd name="connsiteY9"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12" h="361971">
                  <a:moveTo>
                    <a:pt x="181474" y="349204"/>
                  </a:moveTo>
                  <a:cubicBezTo>
                    <a:pt x="88820" y="349204"/>
                    <a:pt x="13419" y="273873"/>
                    <a:pt x="13419" y="180667"/>
                  </a:cubicBezTo>
                  <a:cubicBezTo>
                    <a:pt x="13419" y="88099"/>
                    <a:pt x="88820" y="12768"/>
                    <a:pt x="182113" y="12768"/>
                  </a:cubicBezTo>
                  <a:cubicBezTo>
                    <a:pt x="274767" y="12768"/>
                    <a:pt x="350168" y="88099"/>
                    <a:pt x="350168" y="181305"/>
                  </a:cubicBezTo>
                  <a:cubicBezTo>
                    <a:pt x="350168" y="273873"/>
                    <a:pt x="274128" y="349204"/>
                    <a:pt x="181474" y="349204"/>
                  </a:cubicBezTo>
                  <a:moveTo>
                    <a:pt x="181474" y="0"/>
                  </a:moveTo>
                  <a:cubicBezTo>
                    <a:pt x="81152" y="0"/>
                    <a:pt x="0" y="81076"/>
                    <a:pt x="0" y="180667"/>
                  </a:cubicBezTo>
                  <a:cubicBezTo>
                    <a:pt x="0" y="280895"/>
                    <a:pt x="81152" y="361972"/>
                    <a:pt x="180835" y="361972"/>
                  </a:cubicBezTo>
                  <a:cubicBezTo>
                    <a:pt x="281157" y="361972"/>
                    <a:pt x="362309" y="280895"/>
                    <a:pt x="362309" y="181305"/>
                  </a:cubicBezTo>
                  <a:cubicBezTo>
                    <a:pt x="362948" y="81076"/>
                    <a:pt x="281796" y="0"/>
                    <a:pt x="181474" y="0"/>
                  </a:cubicBezTo>
                </a:path>
              </a:pathLst>
            </a:custGeom>
            <a:solidFill>
              <a:srgbClr val="26890D"/>
            </a:solidFill>
            <a:ln w="6390" cap="flat">
              <a:noFill/>
              <a:prstDash val="solid"/>
              <a:miter/>
            </a:ln>
          </p:spPr>
          <p:txBody>
            <a:bodyPr rtlCol="0" anchor="ctr"/>
            <a:lstStyle/>
            <a:p>
              <a:endParaRPr lang="en-US"/>
            </a:p>
          </p:txBody>
        </p:sp>
        <p:sp>
          <p:nvSpPr>
            <p:cNvPr id="847" name="Graphic 6">
              <a:extLst>
                <a:ext uri="{FF2B5EF4-FFF2-40B4-BE49-F238E27FC236}">
                  <a16:creationId xmlns:a16="http://schemas.microsoft.com/office/drawing/2014/main" id="{07229546-BD8A-8F46-AF8C-5A6C963EA8C2}"/>
                </a:ext>
              </a:extLst>
            </p:cNvPr>
            <p:cNvSpPr/>
            <p:nvPr/>
          </p:nvSpPr>
          <p:spPr>
            <a:xfrm>
              <a:off x="6858261" y="2934400"/>
              <a:ext cx="150278" cy="204766"/>
            </a:xfrm>
            <a:custGeom>
              <a:avLst/>
              <a:gdLst>
                <a:gd name="connsiteX0" fmla="*/ 90795 w 150278"/>
                <a:gd name="connsiteY0" fmla="*/ 164547 h 204766"/>
                <a:gd name="connsiteX1" fmla="*/ 84405 w 150278"/>
                <a:gd name="connsiteY1" fmla="*/ 170931 h 204766"/>
                <a:gd name="connsiteX2" fmla="*/ 84405 w 150278"/>
                <a:gd name="connsiteY2" fmla="*/ 191998 h 204766"/>
                <a:gd name="connsiteX3" fmla="*/ 69708 w 150278"/>
                <a:gd name="connsiteY3" fmla="*/ 191998 h 204766"/>
                <a:gd name="connsiteX4" fmla="*/ 69708 w 150278"/>
                <a:gd name="connsiteY4" fmla="*/ 170931 h 204766"/>
                <a:gd name="connsiteX5" fmla="*/ 63318 w 150278"/>
                <a:gd name="connsiteY5" fmla="*/ 164547 h 204766"/>
                <a:gd name="connsiteX6" fmla="*/ 21144 w 150278"/>
                <a:gd name="connsiteY6" fmla="*/ 164547 h 204766"/>
                <a:gd name="connsiteX7" fmla="*/ 55011 w 150278"/>
                <a:gd name="connsiteY7" fmla="*/ 119859 h 204766"/>
                <a:gd name="connsiteX8" fmla="*/ 55650 w 150278"/>
                <a:gd name="connsiteY8" fmla="*/ 113475 h 204766"/>
                <a:gd name="connsiteX9" fmla="*/ 49899 w 150278"/>
                <a:gd name="connsiteY9" fmla="*/ 109645 h 204766"/>
                <a:gd name="connsiteX10" fmla="*/ 35203 w 150278"/>
                <a:gd name="connsiteY10" fmla="*/ 109645 h 204766"/>
                <a:gd name="connsiteX11" fmla="*/ 69069 w 150278"/>
                <a:gd name="connsiteY11" fmla="*/ 64957 h 204766"/>
                <a:gd name="connsiteX12" fmla="*/ 69708 w 150278"/>
                <a:gd name="connsiteY12" fmla="*/ 58573 h 204766"/>
                <a:gd name="connsiteX13" fmla="*/ 63957 w 150278"/>
                <a:gd name="connsiteY13" fmla="*/ 54743 h 204766"/>
                <a:gd name="connsiteX14" fmla="*/ 49260 w 150278"/>
                <a:gd name="connsiteY14" fmla="*/ 54743 h 204766"/>
                <a:gd name="connsiteX15" fmla="*/ 78015 w 150278"/>
                <a:gd name="connsiteY15" fmla="*/ 16439 h 204766"/>
                <a:gd name="connsiteX16" fmla="*/ 106770 w 150278"/>
                <a:gd name="connsiteY16" fmla="*/ 54743 h 204766"/>
                <a:gd name="connsiteX17" fmla="*/ 92072 w 150278"/>
                <a:gd name="connsiteY17" fmla="*/ 54743 h 204766"/>
                <a:gd name="connsiteX18" fmla="*/ 86322 w 150278"/>
                <a:gd name="connsiteY18" fmla="*/ 58573 h 204766"/>
                <a:gd name="connsiteX19" fmla="*/ 86961 w 150278"/>
                <a:gd name="connsiteY19" fmla="*/ 64957 h 204766"/>
                <a:gd name="connsiteX20" fmla="*/ 120827 w 150278"/>
                <a:gd name="connsiteY20" fmla="*/ 109645 h 204766"/>
                <a:gd name="connsiteX21" fmla="*/ 106770 w 150278"/>
                <a:gd name="connsiteY21" fmla="*/ 109645 h 204766"/>
                <a:gd name="connsiteX22" fmla="*/ 100380 w 150278"/>
                <a:gd name="connsiteY22" fmla="*/ 116667 h 204766"/>
                <a:gd name="connsiteX23" fmla="*/ 101657 w 150278"/>
                <a:gd name="connsiteY23" fmla="*/ 120498 h 204766"/>
                <a:gd name="connsiteX24" fmla="*/ 134885 w 150278"/>
                <a:gd name="connsiteY24" fmla="*/ 164547 h 204766"/>
                <a:gd name="connsiteX25" fmla="*/ 90795 w 150278"/>
                <a:gd name="connsiteY25" fmla="*/ 164547 h 204766"/>
                <a:gd name="connsiteX26" fmla="*/ 116993 w 150278"/>
                <a:gd name="connsiteY26" fmla="*/ 122413 h 204766"/>
                <a:gd name="connsiteX27" fmla="*/ 131691 w 150278"/>
                <a:gd name="connsiteY27" fmla="*/ 122413 h 204766"/>
                <a:gd name="connsiteX28" fmla="*/ 137442 w 150278"/>
                <a:gd name="connsiteY28" fmla="*/ 118583 h 204766"/>
                <a:gd name="connsiteX29" fmla="*/ 136802 w 150278"/>
                <a:gd name="connsiteY29" fmla="*/ 112199 h 204766"/>
                <a:gd name="connsiteX30" fmla="*/ 102936 w 150278"/>
                <a:gd name="connsiteY30" fmla="*/ 67511 h 204766"/>
                <a:gd name="connsiteX31" fmla="*/ 117632 w 150278"/>
                <a:gd name="connsiteY31" fmla="*/ 67511 h 204766"/>
                <a:gd name="connsiteX32" fmla="*/ 123383 w 150278"/>
                <a:gd name="connsiteY32" fmla="*/ 63680 h 204766"/>
                <a:gd name="connsiteX33" fmla="*/ 122744 w 150278"/>
                <a:gd name="connsiteY33" fmla="*/ 57296 h 204766"/>
                <a:gd name="connsiteX34" fmla="*/ 81210 w 150278"/>
                <a:gd name="connsiteY34" fmla="*/ 2394 h 204766"/>
                <a:gd name="connsiteX35" fmla="*/ 70986 w 150278"/>
                <a:gd name="connsiteY35" fmla="*/ 2394 h 204766"/>
                <a:gd name="connsiteX36" fmla="*/ 29452 w 150278"/>
                <a:gd name="connsiteY36" fmla="*/ 57296 h 204766"/>
                <a:gd name="connsiteX37" fmla="*/ 28813 w 150278"/>
                <a:gd name="connsiteY37" fmla="*/ 63680 h 204766"/>
                <a:gd name="connsiteX38" fmla="*/ 34563 w 150278"/>
                <a:gd name="connsiteY38" fmla="*/ 67511 h 204766"/>
                <a:gd name="connsiteX39" fmla="*/ 49260 w 150278"/>
                <a:gd name="connsiteY39" fmla="*/ 67511 h 204766"/>
                <a:gd name="connsiteX40" fmla="*/ 15393 w 150278"/>
                <a:gd name="connsiteY40" fmla="*/ 112199 h 204766"/>
                <a:gd name="connsiteX41" fmla="*/ 14754 w 150278"/>
                <a:gd name="connsiteY41" fmla="*/ 118583 h 204766"/>
                <a:gd name="connsiteX42" fmla="*/ 20505 w 150278"/>
                <a:gd name="connsiteY42" fmla="*/ 122413 h 204766"/>
                <a:gd name="connsiteX43" fmla="*/ 35203 w 150278"/>
                <a:gd name="connsiteY43" fmla="*/ 122413 h 204766"/>
                <a:gd name="connsiteX44" fmla="*/ 1336 w 150278"/>
                <a:gd name="connsiteY44" fmla="*/ 167101 h 204766"/>
                <a:gd name="connsiteX45" fmla="*/ 697 w 150278"/>
                <a:gd name="connsiteY45" fmla="*/ 173485 h 204766"/>
                <a:gd name="connsiteX46" fmla="*/ 6448 w 150278"/>
                <a:gd name="connsiteY46" fmla="*/ 177315 h 204766"/>
                <a:gd name="connsiteX47" fmla="*/ 55011 w 150278"/>
                <a:gd name="connsiteY47" fmla="*/ 177315 h 204766"/>
                <a:gd name="connsiteX48" fmla="*/ 55011 w 150278"/>
                <a:gd name="connsiteY48" fmla="*/ 198382 h 204766"/>
                <a:gd name="connsiteX49" fmla="*/ 61401 w 150278"/>
                <a:gd name="connsiteY49" fmla="*/ 204766 h 204766"/>
                <a:gd name="connsiteX50" fmla="*/ 88877 w 150278"/>
                <a:gd name="connsiteY50" fmla="*/ 204766 h 204766"/>
                <a:gd name="connsiteX51" fmla="*/ 95267 w 150278"/>
                <a:gd name="connsiteY51" fmla="*/ 198382 h 204766"/>
                <a:gd name="connsiteX52" fmla="*/ 95267 w 150278"/>
                <a:gd name="connsiteY52" fmla="*/ 177315 h 204766"/>
                <a:gd name="connsiteX53" fmla="*/ 143832 w 150278"/>
                <a:gd name="connsiteY53" fmla="*/ 177315 h 204766"/>
                <a:gd name="connsiteX54" fmla="*/ 149582 w 150278"/>
                <a:gd name="connsiteY54" fmla="*/ 173485 h 204766"/>
                <a:gd name="connsiteX55" fmla="*/ 148943 w 150278"/>
                <a:gd name="connsiteY55" fmla="*/ 167101 h 204766"/>
                <a:gd name="connsiteX56" fmla="*/ 116993 w 150278"/>
                <a:gd name="connsiteY56" fmla="*/ 122413 h 204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50278" h="204766">
                  <a:moveTo>
                    <a:pt x="90795" y="164547"/>
                  </a:moveTo>
                  <a:cubicBezTo>
                    <a:pt x="86961" y="164547"/>
                    <a:pt x="84405" y="167101"/>
                    <a:pt x="84405" y="170931"/>
                  </a:cubicBezTo>
                  <a:lnTo>
                    <a:pt x="84405" y="191998"/>
                  </a:lnTo>
                  <a:lnTo>
                    <a:pt x="69708" y="191998"/>
                  </a:lnTo>
                  <a:lnTo>
                    <a:pt x="69708" y="170931"/>
                  </a:lnTo>
                  <a:cubicBezTo>
                    <a:pt x="69708" y="167101"/>
                    <a:pt x="67152" y="164547"/>
                    <a:pt x="63318" y="164547"/>
                  </a:cubicBezTo>
                  <a:lnTo>
                    <a:pt x="21144" y="164547"/>
                  </a:lnTo>
                  <a:lnTo>
                    <a:pt x="55011" y="119859"/>
                  </a:lnTo>
                  <a:cubicBezTo>
                    <a:pt x="56289" y="117944"/>
                    <a:pt x="56928" y="115391"/>
                    <a:pt x="55650" y="113475"/>
                  </a:cubicBezTo>
                  <a:cubicBezTo>
                    <a:pt x="54372" y="111560"/>
                    <a:pt x="52455" y="109645"/>
                    <a:pt x="49899" y="109645"/>
                  </a:cubicBezTo>
                  <a:lnTo>
                    <a:pt x="35203" y="109645"/>
                  </a:lnTo>
                  <a:lnTo>
                    <a:pt x="69069" y="64957"/>
                  </a:lnTo>
                  <a:cubicBezTo>
                    <a:pt x="70347" y="63042"/>
                    <a:pt x="70986" y="60488"/>
                    <a:pt x="69708" y="58573"/>
                  </a:cubicBezTo>
                  <a:cubicBezTo>
                    <a:pt x="68430" y="56658"/>
                    <a:pt x="66513" y="54743"/>
                    <a:pt x="63957" y="54743"/>
                  </a:cubicBezTo>
                  <a:lnTo>
                    <a:pt x="49260" y="54743"/>
                  </a:lnTo>
                  <a:lnTo>
                    <a:pt x="78015" y="16439"/>
                  </a:lnTo>
                  <a:lnTo>
                    <a:pt x="106770" y="54743"/>
                  </a:lnTo>
                  <a:lnTo>
                    <a:pt x="92072" y="54743"/>
                  </a:lnTo>
                  <a:cubicBezTo>
                    <a:pt x="89517" y="54743"/>
                    <a:pt x="87600" y="56019"/>
                    <a:pt x="86322" y="58573"/>
                  </a:cubicBezTo>
                  <a:cubicBezTo>
                    <a:pt x="85044" y="60488"/>
                    <a:pt x="85682" y="63042"/>
                    <a:pt x="86961" y="64957"/>
                  </a:cubicBezTo>
                  <a:lnTo>
                    <a:pt x="120827" y="109645"/>
                  </a:lnTo>
                  <a:lnTo>
                    <a:pt x="106770" y="109645"/>
                  </a:lnTo>
                  <a:cubicBezTo>
                    <a:pt x="103575" y="109645"/>
                    <a:pt x="100380" y="113475"/>
                    <a:pt x="100380" y="116667"/>
                  </a:cubicBezTo>
                  <a:cubicBezTo>
                    <a:pt x="100380" y="117944"/>
                    <a:pt x="101018" y="119221"/>
                    <a:pt x="101657" y="120498"/>
                  </a:cubicBezTo>
                  <a:lnTo>
                    <a:pt x="134885" y="164547"/>
                  </a:lnTo>
                  <a:lnTo>
                    <a:pt x="90795" y="164547"/>
                  </a:lnTo>
                  <a:close/>
                  <a:moveTo>
                    <a:pt x="116993" y="122413"/>
                  </a:moveTo>
                  <a:lnTo>
                    <a:pt x="131691" y="122413"/>
                  </a:lnTo>
                  <a:cubicBezTo>
                    <a:pt x="134247" y="122413"/>
                    <a:pt x="136163" y="121136"/>
                    <a:pt x="137442" y="118583"/>
                  </a:cubicBezTo>
                  <a:cubicBezTo>
                    <a:pt x="138719" y="116667"/>
                    <a:pt x="138080" y="114114"/>
                    <a:pt x="136802" y="112199"/>
                  </a:cubicBezTo>
                  <a:lnTo>
                    <a:pt x="102936" y="67511"/>
                  </a:lnTo>
                  <a:lnTo>
                    <a:pt x="117632" y="67511"/>
                  </a:lnTo>
                  <a:cubicBezTo>
                    <a:pt x="120188" y="67511"/>
                    <a:pt x="122106" y="66234"/>
                    <a:pt x="123383" y="63680"/>
                  </a:cubicBezTo>
                  <a:cubicBezTo>
                    <a:pt x="124662" y="61765"/>
                    <a:pt x="124022" y="59211"/>
                    <a:pt x="122744" y="57296"/>
                  </a:cubicBezTo>
                  <a:lnTo>
                    <a:pt x="81210" y="2394"/>
                  </a:lnTo>
                  <a:cubicBezTo>
                    <a:pt x="78654" y="-798"/>
                    <a:pt x="73542" y="-798"/>
                    <a:pt x="70986" y="2394"/>
                  </a:cubicBezTo>
                  <a:lnTo>
                    <a:pt x="29452" y="57296"/>
                  </a:lnTo>
                  <a:cubicBezTo>
                    <a:pt x="28173" y="59211"/>
                    <a:pt x="27534" y="61765"/>
                    <a:pt x="28813" y="63680"/>
                  </a:cubicBezTo>
                  <a:cubicBezTo>
                    <a:pt x="30090" y="65595"/>
                    <a:pt x="32008" y="67511"/>
                    <a:pt x="34563" y="67511"/>
                  </a:cubicBezTo>
                  <a:lnTo>
                    <a:pt x="49260" y="67511"/>
                  </a:lnTo>
                  <a:lnTo>
                    <a:pt x="15393" y="112199"/>
                  </a:lnTo>
                  <a:cubicBezTo>
                    <a:pt x="14115" y="114114"/>
                    <a:pt x="13477" y="116667"/>
                    <a:pt x="14754" y="118583"/>
                  </a:cubicBezTo>
                  <a:cubicBezTo>
                    <a:pt x="16033" y="120498"/>
                    <a:pt x="17949" y="122413"/>
                    <a:pt x="20505" y="122413"/>
                  </a:cubicBezTo>
                  <a:lnTo>
                    <a:pt x="35203" y="122413"/>
                  </a:lnTo>
                  <a:lnTo>
                    <a:pt x="1336" y="167101"/>
                  </a:lnTo>
                  <a:cubicBezTo>
                    <a:pt x="58" y="169016"/>
                    <a:pt x="-582" y="171570"/>
                    <a:pt x="697" y="173485"/>
                  </a:cubicBezTo>
                  <a:cubicBezTo>
                    <a:pt x="1974" y="175400"/>
                    <a:pt x="3892" y="177315"/>
                    <a:pt x="6448" y="177315"/>
                  </a:cubicBezTo>
                  <a:lnTo>
                    <a:pt x="55011" y="177315"/>
                  </a:lnTo>
                  <a:lnTo>
                    <a:pt x="55011" y="198382"/>
                  </a:lnTo>
                  <a:cubicBezTo>
                    <a:pt x="55011" y="202213"/>
                    <a:pt x="57567" y="204766"/>
                    <a:pt x="61401" y="204766"/>
                  </a:cubicBezTo>
                  <a:lnTo>
                    <a:pt x="88877" y="204766"/>
                  </a:lnTo>
                  <a:cubicBezTo>
                    <a:pt x="92712" y="204766"/>
                    <a:pt x="95267" y="202213"/>
                    <a:pt x="95267" y="198382"/>
                  </a:cubicBezTo>
                  <a:lnTo>
                    <a:pt x="95267" y="177315"/>
                  </a:lnTo>
                  <a:lnTo>
                    <a:pt x="143832" y="177315"/>
                  </a:lnTo>
                  <a:cubicBezTo>
                    <a:pt x="146387" y="177315"/>
                    <a:pt x="148304" y="176038"/>
                    <a:pt x="149582" y="173485"/>
                  </a:cubicBezTo>
                  <a:cubicBezTo>
                    <a:pt x="150860" y="171570"/>
                    <a:pt x="150221" y="169016"/>
                    <a:pt x="148943" y="167101"/>
                  </a:cubicBezTo>
                  <a:lnTo>
                    <a:pt x="116993" y="122413"/>
                  </a:lnTo>
                  <a:close/>
                </a:path>
              </a:pathLst>
            </a:custGeom>
            <a:solidFill>
              <a:srgbClr val="26890D"/>
            </a:solidFill>
            <a:ln w="6390" cap="flat">
              <a:noFill/>
              <a:prstDash val="solid"/>
              <a:miter/>
            </a:ln>
          </p:spPr>
          <p:txBody>
            <a:bodyPr rtlCol="0" anchor="ctr"/>
            <a:lstStyle/>
            <a:p>
              <a:endParaRPr lang="en-US"/>
            </a:p>
          </p:txBody>
        </p:sp>
      </p:grpSp>
      <p:grpSp>
        <p:nvGrpSpPr>
          <p:cNvPr id="848" name="Graphic 6">
            <a:extLst>
              <a:ext uri="{FF2B5EF4-FFF2-40B4-BE49-F238E27FC236}">
                <a16:creationId xmlns:a16="http://schemas.microsoft.com/office/drawing/2014/main" id="{8276D3D3-FAAA-E543-BE13-5B65A0AF1583}"/>
              </a:ext>
            </a:extLst>
          </p:cNvPr>
          <p:cNvGrpSpPr/>
          <p:nvPr/>
        </p:nvGrpSpPr>
        <p:grpSpPr>
          <a:xfrm>
            <a:off x="6754163" y="1893651"/>
            <a:ext cx="362312" cy="361971"/>
            <a:chOff x="6754163" y="1893651"/>
            <a:chExt cx="362312" cy="361971"/>
          </a:xfrm>
          <a:solidFill>
            <a:srgbClr val="26890D"/>
          </a:solidFill>
        </p:grpSpPr>
        <p:sp>
          <p:nvSpPr>
            <p:cNvPr id="849" name="Graphic 6">
              <a:extLst>
                <a:ext uri="{FF2B5EF4-FFF2-40B4-BE49-F238E27FC236}">
                  <a16:creationId xmlns:a16="http://schemas.microsoft.com/office/drawing/2014/main" id="{F026DDD2-6118-A74A-888E-4DDDE7A54536}"/>
                </a:ext>
              </a:extLst>
            </p:cNvPr>
            <p:cNvSpPr/>
            <p:nvPr/>
          </p:nvSpPr>
          <p:spPr>
            <a:xfrm>
              <a:off x="6754163" y="1893651"/>
              <a:ext cx="362312" cy="361971"/>
            </a:xfrm>
            <a:custGeom>
              <a:avLst/>
              <a:gdLst>
                <a:gd name="connsiteX0" fmla="*/ 181474 w 362312"/>
                <a:gd name="connsiteY0" fmla="*/ 348565 h 361971"/>
                <a:gd name="connsiteX1" fmla="*/ 13419 w 362312"/>
                <a:gd name="connsiteY1" fmla="*/ 180028 h 361971"/>
                <a:gd name="connsiteX2" fmla="*/ 182113 w 362312"/>
                <a:gd name="connsiteY2" fmla="*/ 12130 h 361971"/>
                <a:gd name="connsiteX3" fmla="*/ 350169 w 362312"/>
                <a:gd name="connsiteY3" fmla="*/ 180667 h 361971"/>
                <a:gd name="connsiteX4" fmla="*/ 181474 w 362312"/>
                <a:gd name="connsiteY4" fmla="*/ 348565 h 361971"/>
                <a:gd name="connsiteX5" fmla="*/ 181474 w 362312"/>
                <a:gd name="connsiteY5" fmla="*/ 0 h 361971"/>
                <a:gd name="connsiteX6" fmla="*/ 0 w 362312"/>
                <a:gd name="connsiteY6" fmla="*/ 180667 h 361971"/>
                <a:gd name="connsiteX7" fmla="*/ 180836 w 362312"/>
                <a:gd name="connsiteY7" fmla="*/ 361972 h 361971"/>
                <a:gd name="connsiteX8" fmla="*/ 362309 w 362312"/>
                <a:gd name="connsiteY8" fmla="*/ 181305 h 361971"/>
                <a:gd name="connsiteX9" fmla="*/ 181474 w 362312"/>
                <a:gd name="connsiteY9"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12" h="361971">
                  <a:moveTo>
                    <a:pt x="181474" y="348565"/>
                  </a:moveTo>
                  <a:cubicBezTo>
                    <a:pt x="88820" y="348565"/>
                    <a:pt x="13419" y="273234"/>
                    <a:pt x="13419" y="180028"/>
                  </a:cubicBezTo>
                  <a:cubicBezTo>
                    <a:pt x="13419" y="87461"/>
                    <a:pt x="88820" y="12130"/>
                    <a:pt x="182113" y="12130"/>
                  </a:cubicBezTo>
                  <a:cubicBezTo>
                    <a:pt x="275406" y="12130"/>
                    <a:pt x="350169" y="87461"/>
                    <a:pt x="350169" y="180667"/>
                  </a:cubicBezTo>
                  <a:cubicBezTo>
                    <a:pt x="350169" y="273234"/>
                    <a:pt x="274128" y="349204"/>
                    <a:pt x="181474" y="348565"/>
                  </a:cubicBezTo>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949" y="81077"/>
                    <a:pt x="281796" y="0"/>
                    <a:pt x="181474" y="0"/>
                  </a:cubicBezTo>
                </a:path>
              </a:pathLst>
            </a:custGeom>
            <a:solidFill>
              <a:srgbClr val="26890D"/>
            </a:solidFill>
            <a:ln w="6390" cap="flat">
              <a:noFill/>
              <a:prstDash val="solid"/>
              <a:miter/>
            </a:ln>
          </p:spPr>
          <p:txBody>
            <a:bodyPr rtlCol="0" anchor="ctr"/>
            <a:lstStyle/>
            <a:p>
              <a:endParaRPr lang="en-US"/>
            </a:p>
          </p:txBody>
        </p:sp>
        <p:sp>
          <p:nvSpPr>
            <p:cNvPr id="850" name="Graphic 6">
              <a:extLst>
                <a:ext uri="{FF2B5EF4-FFF2-40B4-BE49-F238E27FC236}">
                  <a16:creationId xmlns:a16="http://schemas.microsoft.com/office/drawing/2014/main" id="{E72FCE7C-9AC2-F34A-87B9-07D6F25EE08E}"/>
                </a:ext>
              </a:extLst>
            </p:cNvPr>
            <p:cNvSpPr/>
            <p:nvPr/>
          </p:nvSpPr>
          <p:spPr>
            <a:xfrm>
              <a:off x="6849373" y="1985161"/>
              <a:ext cx="171491" cy="178532"/>
            </a:xfrm>
            <a:custGeom>
              <a:avLst/>
              <a:gdLst>
                <a:gd name="connsiteX0" fmla="*/ 120770 w 171491"/>
                <a:gd name="connsiteY0" fmla="*/ 133845 h 178532"/>
                <a:gd name="connsiteX1" fmla="*/ 33227 w 171491"/>
                <a:gd name="connsiteY1" fmla="*/ 136398 h 178532"/>
                <a:gd name="connsiteX2" fmla="*/ 16614 w 171491"/>
                <a:gd name="connsiteY2" fmla="*/ 91072 h 178532"/>
                <a:gd name="connsiteX3" fmla="*/ 39617 w 171491"/>
                <a:gd name="connsiteY3" fmla="*/ 50853 h 178532"/>
                <a:gd name="connsiteX4" fmla="*/ 84986 w 171491"/>
                <a:gd name="connsiteY4" fmla="*/ 39362 h 178532"/>
                <a:gd name="connsiteX5" fmla="*/ 158470 w 171491"/>
                <a:gd name="connsiteY5" fmla="*/ 18295 h 178532"/>
                <a:gd name="connsiteX6" fmla="*/ 120770 w 171491"/>
                <a:gd name="connsiteY6" fmla="*/ 133845 h 178532"/>
                <a:gd name="connsiteX7" fmla="*/ 164860 w 171491"/>
                <a:gd name="connsiteY7" fmla="*/ 419 h 178532"/>
                <a:gd name="connsiteX8" fmla="*/ 158470 w 171491"/>
                <a:gd name="connsiteY8" fmla="*/ 1058 h 178532"/>
                <a:gd name="connsiteX9" fmla="*/ 83708 w 171491"/>
                <a:gd name="connsiteY9" fmla="*/ 25955 h 178532"/>
                <a:gd name="connsiteX10" fmla="*/ 31311 w 171491"/>
                <a:gd name="connsiteY10" fmla="*/ 40000 h 178532"/>
                <a:gd name="connsiteX11" fmla="*/ 3195 w 171491"/>
                <a:gd name="connsiteY11" fmla="*/ 89795 h 178532"/>
                <a:gd name="connsiteX12" fmla="*/ 18531 w 171491"/>
                <a:gd name="connsiteY12" fmla="*/ 140229 h 178532"/>
                <a:gd name="connsiteX13" fmla="*/ 0 w 171491"/>
                <a:gd name="connsiteY13" fmla="*/ 172148 h 178532"/>
                <a:gd name="connsiteX14" fmla="*/ 6390 w 171491"/>
                <a:gd name="connsiteY14" fmla="*/ 178532 h 178532"/>
                <a:gd name="connsiteX15" fmla="*/ 6390 w 171491"/>
                <a:gd name="connsiteY15" fmla="*/ 178532 h 178532"/>
                <a:gd name="connsiteX16" fmla="*/ 12780 w 171491"/>
                <a:gd name="connsiteY16" fmla="*/ 172148 h 178532"/>
                <a:gd name="connsiteX17" fmla="*/ 27476 w 171491"/>
                <a:gd name="connsiteY17" fmla="*/ 149166 h 178532"/>
                <a:gd name="connsiteX18" fmla="*/ 74123 w 171491"/>
                <a:gd name="connsiteY18" fmla="*/ 166403 h 178532"/>
                <a:gd name="connsiteX19" fmla="*/ 129076 w 171491"/>
                <a:gd name="connsiteY19" fmla="*/ 142782 h 178532"/>
                <a:gd name="connsiteX20" fmla="*/ 168695 w 171491"/>
                <a:gd name="connsiteY20" fmla="*/ 5527 h 178532"/>
                <a:gd name="connsiteX21" fmla="*/ 164860 w 171491"/>
                <a:gd name="connsiteY21" fmla="*/ 419 h 178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1491" h="178532">
                  <a:moveTo>
                    <a:pt x="120770" y="133845"/>
                  </a:moveTo>
                  <a:cubicBezTo>
                    <a:pt x="95210" y="159380"/>
                    <a:pt x="57509" y="160657"/>
                    <a:pt x="33227" y="136398"/>
                  </a:cubicBezTo>
                  <a:cubicBezTo>
                    <a:pt x="21086" y="124269"/>
                    <a:pt x="15336" y="107670"/>
                    <a:pt x="16614" y="91072"/>
                  </a:cubicBezTo>
                  <a:cubicBezTo>
                    <a:pt x="17891" y="75112"/>
                    <a:pt x="26199" y="60429"/>
                    <a:pt x="39617" y="50853"/>
                  </a:cubicBezTo>
                  <a:cubicBezTo>
                    <a:pt x="54314" y="40639"/>
                    <a:pt x="68372" y="40000"/>
                    <a:pt x="84986" y="39362"/>
                  </a:cubicBezTo>
                  <a:cubicBezTo>
                    <a:pt x="105434" y="38723"/>
                    <a:pt x="129076" y="38085"/>
                    <a:pt x="158470" y="18295"/>
                  </a:cubicBezTo>
                  <a:cubicBezTo>
                    <a:pt x="164221" y="63621"/>
                    <a:pt x="144412" y="110224"/>
                    <a:pt x="120770" y="133845"/>
                  </a:cubicBezTo>
                  <a:moveTo>
                    <a:pt x="164860" y="419"/>
                  </a:moveTo>
                  <a:cubicBezTo>
                    <a:pt x="162943" y="-219"/>
                    <a:pt x="160387" y="-219"/>
                    <a:pt x="158470" y="1058"/>
                  </a:cubicBezTo>
                  <a:cubicBezTo>
                    <a:pt x="128438" y="24040"/>
                    <a:pt x="105434" y="25317"/>
                    <a:pt x="83708" y="25955"/>
                  </a:cubicBezTo>
                  <a:cubicBezTo>
                    <a:pt x="65816" y="26594"/>
                    <a:pt x="49202" y="27232"/>
                    <a:pt x="31311" y="40000"/>
                  </a:cubicBezTo>
                  <a:cubicBezTo>
                    <a:pt x="15336" y="51491"/>
                    <a:pt x="4473" y="69366"/>
                    <a:pt x="3195" y="89795"/>
                  </a:cubicBezTo>
                  <a:cubicBezTo>
                    <a:pt x="1917" y="108309"/>
                    <a:pt x="7029" y="126184"/>
                    <a:pt x="18531" y="140229"/>
                  </a:cubicBezTo>
                  <a:cubicBezTo>
                    <a:pt x="639" y="156188"/>
                    <a:pt x="0" y="170233"/>
                    <a:pt x="0" y="172148"/>
                  </a:cubicBezTo>
                  <a:cubicBezTo>
                    <a:pt x="0" y="175340"/>
                    <a:pt x="2556" y="178532"/>
                    <a:pt x="6390" y="178532"/>
                  </a:cubicBezTo>
                  <a:lnTo>
                    <a:pt x="6390" y="178532"/>
                  </a:lnTo>
                  <a:cubicBezTo>
                    <a:pt x="9585" y="178532"/>
                    <a:pt x="12780" y="175979"/>
                    <a:pt x="12780" y="172148"/>
                  </a:cubicBezTo>
                  <a:cubicBezTo>
                    <a:pt x="12780" y="172148"/>
                    <a:pt x="13419" y="161934"/>
                    <a:pt x="27476" y="149166"/>
                  </a:cubicBezTo>
                  <a:cubicBezTo>
                    <a:pt x="40896" y="160657"/>
                    <a:pt x="57509" y="166403"/>
                    <a:pt x="74123" y="166403"/>
                  </a:cubicBezTo>
                  <a:cubicBezTo>
                    <a:pt x="93932" y="166403"/>
                    <a:pt x="113740" y="158742"/>
                    <a:pt x="129076" y="142782"/>
                  </a:cubicBezTo>
                  <a:cubicBezTo>
                    <a:pt x="157192" y="114693"/>
                    <a:pt x="179557" y="58514"/>
                    <a:pt x="168695" y="5527"/>
                  </a:cubicBezTo>
                  <a:cubicBezTo>
                    <a:pt x="168695" y="2973"/>
                    <a:pt x="167416" y="1058"/>
                    <a:pt x="164860" y="419"/>
                  </a:cubicBezTo>
                </a:path>
              </a:pathLst>
            </a:custGeom>
            <a:solidFill>
              <a:srgbClr val="26890D"/>
            </a:solidFill>
            <a:ln w="6390" cap="flat">
              <a:noFill/>
              <a:prstDash val="solid"/>
              <a:miter/>
            </a:ln>
          </p:spPr>
          <p:txBody>
            <a:bodyPr rtlCol="0" anchor="ctr"/>
            <a:lstStyle/>
            <a:p>
              <a:endParaRPr lang="en-US"/>
            </a:p>
          </p:txBody>
        </p:sp>
        <p:sp>
          <p:nvSpPr>
            <p:cNvPr id="851" name="Graphic 6">
              <a:extLst>
                <a:ext uri="{FF2B5EF4-FFF2-40B4-BE49-F238E27FC236}">
                  <a16:creationId xmlns:a16="http://schemas.microsoft.com/office/drawing/2014/main" id="{158EFF02-0C6D-E14A-8E70-59CE0B9872F8}"/>
                </a:ext>
              </a:extLst>
            </p:cNvPr>
            <p:cNvSpPr/>
            <p:nvPr/>
          </p:nvSpPr>
          <p:spPr>
            <a:xfrm>
              <a:off x="6891785" y="2046109"/>
              <a:ext cx="75900" cy="64597"/>
            </a:xfrm>
            <a:custGeom>
              <a:avLst/>
              <a:gdLst>
                <a:gd name="connsiteX0" fmla="*/ 68133 w 75900"/>
                <a:gd name="connsiteY0" fmla="*/ 120 h 64597"/>
                <a:gd name="connsiteX1" fmla="*/ 400 w 75900"/>
                <a:gd name="connsiteY1" fmla="*/ 55660 h 64597"/>
                <a:gd name="connsiteX2" fmla="*/ 4234 w 75900"/>
                <a:gd name="connsiteY2" fmla="*/ 63960 h 64597"/>
                <a:gd name="connsiteX3" fmla="*/ 6790 w 75900"/>
                <a:gd name="connsiteY3" fmla="*/ 64598 h 64597"/>
                <a:gd name="connsiteX4" fmla="*/ 12541 w 75900"/>
                <a:gd name="connsiteY4" fmla="*/ 60768 h 64597"/>
                <a:gd name="connsiteX5" fmla="*/ 70690 w 75900"/>
                <a:gd name="connsiteY5" fmla="*/ 13526 h 64597"/>
                <a:gd name="connsiteX6" fmla="*/ 75802 w 75900"/>
                <a:gd name="connsiteY6" fmla="*/ 5865 h 64597"/>
                <a:gd name="connsiteX7" fmla="*/ 68133 w 75900"/>
                <a:gd name="connsiteY7" fmla="*/ 120 h 64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900" h="64597">
                  <a:moveTo>
                    <a:pt x="68133" y="120"/>
                  </a:moveTo>
                  <a:cubicBezTo>
                    <a:pt x="18931" y="8419"/>
                    <a:pt x="1039" y="53745"/>
                    <a:pt x="400" y="55660"/>
                  </a:cubicBezTo>
                  <a:cubicBezTo>
                    <a:pt x="-877" y="58852"/>
                    <a:pt x="1039" y="62683"/>
                    <a:pt x="4234" y="63960"/>
                  </a:cubicBezTo>
                  <a:cubicBezTo>
                    <a:pt x="4874" y="63960"/>
                    <a:pt x="5512" y="64598"/>
                    <a:pt x="6790" y="64598"/>
                  </a:cubicBezTo>
                  <a:cubicBezTo>
                    <a:pt x="9346" y="64598"/>
                    <a:pt x="11902" y="63321"/>
                    <a:pt x="12541" y="60768"/>
                  </a:cubicBezTo>
                  <a:cubicBezTo>
                    <a:pt x="12541" y="60129"/>
                    <a:pt x="28516" y="20549"/>
                    <a:pt x="70690" y="13526"/>
                  </a:cubicBezTo>
                  <a:cubicBezTo>
                    <a:pt x="73884" y="12888"/>
                    <a:pt x="76441" y="9696"/>
                    <a:pt x="75802" y="5865"/>
                  </a:cubicBezTo>
                  <a:cubicBezTo>
                    <a:pt x="75163" y="1397"/>
                    <a:pt x="71968" y="-519"/>
                    <a:pt x="68133" y="120"/>
                  </a:cubicBezTo>
                </a:path>
              </a:pathLst>
            </a:custGeom>
            <a:solidFill>
              <a:srgbClr val="26890D"/>
            </a:solidFill>
            <a:ln w="6390" cap="flat">
              <a:noFill/>
              <a:prstDash val="solid"/>
              <a:miter/>
            </a:ln>
          </p:spPr>
          <p:txBody>
            <a:bodyPr rtlCol="0" anchor="ctr"/>
            <a:lstStyle/>
            <a:p>
              <a:endParaRPr lang="en-US"/>
            </a:p>
          </p:txBody>
        </p:sp>
      </p:grpSp>
      <p:grpSp>
        <p:nvGrpSpPr>
          <p:cNvPr id="852" name="Graphic 6">
            <a:extLst>
              <a:ext uri="{FF2B5EF4-FFF2-40B4-BE49-F238E27FC236}">
                <a16:creationId xmlns:a16="http://schemas.microsoft.com/office/drawing/2014/main" id="{7C82B27E-FFCC-A541-8126-20ED15404187}"/>
              </a:ext>
            </a:extLst>
          </p:cNvPr>
          <p:cNvGrpSpPr/>
          <p:nvPr/>
        </p:nvGrpSpPr>
        <p:grpSpPr>
          <a:xfrm>
            <a:off x="6753524" y="3340261"/>
            <a:ext cx="362309" cy="361971"/>
            <a:chOff x="6753524" y="3340261"/>
            <a:chExt cx="362309" cy="361971"/>
          </a:xfrm>
          <a:solidFill>
            <a:srgbClr val="26890D"/>
          </a:solidFill>
        </p:grpSpPr>
        <p:sp>
          <p:nvSpPr>
            <p:cNvPr id="853" name="Graphic 6">
              <a:extLst>
                <a:ext uri="{FF2B5EF4-FFF2-40B4-BE49-F238E27FC236}">
                  <a16:creationId xmlns:a16="http://schemas.microsoft.com/office/drawing/2014/main" id="{57DDB36A-5CD0-1F4D-9ED7-5DF7063874D4}"/>
                </a:ext>
              </a:extLst>
            </p:cNvPr>
            <p:cNvSpPr/>
            <p:nvPr/>
          </p:nvSpPr>
          <p:spPr>
            <a:xfrm>
              <a:off x="6753524" y="3340261"/>
              <a:ext cx="362309" cy="361971"/>
            </a:xfrm>
            <a:custGeom>
              <a:avLst/>
              <a:gdLst>
                <a:gd name="connsiteX0" fmla="*/ 181474 w 362309"/>
                <a:gd name="connsiteY0" fmla="*/ 349204 h 361971"/>
                <a:gd name="connsiteX1" fmla="*/ 13419 w 362309"/>
                <a:gd name="connsiteY1" fmla="*/ 180667 h 361971"/>
                <a:gd name="connsiteX2" fmla="*/ 182113 w 362309"/>
                <a:gd name="connsiteY2" fmla="*/ 12768 h 361971"/>
                <a:gd name="connsiteX3" fmla="*/ 350168 w 362309"/>
                <a:gd name="connsiteY3" fmla="*/ 181305 h 361971"/>
                <a:gd name="connsiteX4" fmla="*/ 181474 w 362309"/>
                <a:gd name="connsiteY4" fmla="*/ 349204 h 361971"/>
                <a:gd name="connsiteX5" fmla="*/ 181474 w 362309"/>
                <a:gd name="connsiteY5" fmla="*/ 0 h 361971"/>
                <a:gd name="connsiteX6" fmla="*/ 0 w 362309"/>
                <a:gd name="connsiteY6" fmla="*/ 180667 h 361971"/>
                <a:gd name="connsiteX7" fmla="*/ 180835 w 362309"/>
                <a:gd name="connsiteY7" fmla="*/ 361972 h 361971"/>
                <a:gd name="connsiteX8" fmla="*/ 362309 w 362309"/>
                <a:gd name="connsiteY8" fmla="*/ 181305 h 361971"/>
                <a:gd name="connsiteX9" fmla="*/ 181474 w 362309"/>
                <a:gd name="connsiteY9"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349204"/>
                  </a:moveTo>
                  <a:cubicBezTo>
                    <a:pt x="88820" y="349204"/>
                    <a:pt x="13419" y="273873"/>
                    <a:pt x="13419" y="180667"/>
                  </a:cubicBezTo>
                  <a:cubicBezTo>
                    <a:pt x="13419" y="88099"/>
                    <a:pt x="88820" y="12768"/>
                    <a:pt x="182113" y="12768"/>
                  </a:cubicBezTo>
                  <a:cubicBezTo>
                    <a:pt x="274767" y="12768"/>
                    <a:pt x="350168" y="88099"/>
                    <a:pt x="350168" y="181305"/>
                  </a:cubicBezTo>
                  <a:cubicBezTo>
                    <a:pt x="349529" y="273873"/>
                    <a:pt x="274128" y="349204"/>
                    <a:pt x="181474" y="349204"/>
                  </a:cubicBezTo>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81077"/>
                    <a:pt x="281796" y="0"/>
                    <a:pt x="181474" y="0"/>
                  </a:cubicBezTo>
                </a:path>
              </a:pathLst>
            </a:custGeom>
            <a:solidFill>
              <a:srgbClr val="26890D"/>
            </a:solidFill>
            <a:ln w="6390" cap="flat">
              <a:noFill/>
              <a:prstDash val="solid"/>
              <a:miter/>
            </a:ln>
          </p:spPr>
          <p:txBody>
            <a:bodyPr rtlCol="0" anchor="ctr"/>
            <a:lstStyle/>
            <a:p>
              <a:endParaRPr lang="en-US"/>
            </a:p>
          </p:txBody>
        </p:sp>
        <p:sp>
          <p:nvSpPr>
            <p:cNvPr id="854" name="Graphic 6">
              <a:extLst>
                <a:ext uri="{FF2B5EF4-FFF2-40B4-BE49-F238E27FC236}">
                  <a16:creationId xmlns:a16="http://schemas.microsoft.com/office/drawing/2014/main" id="{4F3FE96D-8DC6-9741-8486-A10BECFE5EE8}"/>
                </a:ext>
              </a:extLst>
            </p:cNvPr>
            <p:cNvSpPr/>
            <p:nvPr/>
          </p:nvSpPr>
          <p:spPr>
            <a:xfrm>
              <a:off x="6856151" y="3419867"/>
              <a:ext cx="157693" cy="203843"/>
            </a:xfrm>
            <a:custGeom>
              <a:avLst/>
              <a:gdLst>
                <a:gd name="connsiteX0" fmla="*/ 83959 w 157693"/>
                <a:gd name="connsiteY0" fmla="*/ 50627 h 203843"/>
                <a:gd name="connsiteX1" fmla="*/ 76291 w 157693"/>
                <a:gd name="connsiteY1" fmla="*/ 39136 h 203843"/>
                <a:gd name="connsiteX2" fmla="*/ 76291 w 157693"/>
                <a:gd name="connsiteY2" fmla="*/ 38498 h 203843"/>
                <a:gd name="connsiteX3" fmla="*/ 80764 w 157693"/>
                <a:gd name="connsiteY3" fmla="*/ 19984 h 203843"/>
                <a:gd name="connsiteX4" fmla="*/ 110157 w 157693"/>
                <a:gd name="connsiteY4" fmla="*/ 11685 h 203843"/>
                <a:gd name="connsiteX5" fmla="*/ 139552 w 157693"/>
                <a:gd name="connsiteY5" fmla="*/ 14877 h 203843"/>
                <a:gd name="connsiteX6" fmla="*/ 83959 w 157693"/>
                <a:gd name="connsiteY6" fmla="*/ 50627 h 203843"/>
                <a:gd name="connsiteX7" fmla="*/ 58399 w 157693"/>
                <a:gd name="connsiteY7" fmla="*/ 53819 h 203843"/>
                <a:gd name="connsiteX8" fmla="*/ 19420 w 157693"/>
                <a:gd name="connsiteY8" fmla="*/ 32752 h 203843"/>
                <a:gd name="connsiteX9" fmla="*/ 60316 w 157693"/>
                <a:gd name="connsiteY9" fmla="*/ 34668 h 203843"/>
                <a:gd name="connsiteX10" fmla="*/ 62872 w 157693"/>
                <a:gd name="connsiteY10" fmla="*/ 37860 h 203843"/>
                <a:gd name="connsiteX11" fmla="*/ 63511 w 157693"/>
                <a:gd name="connsiteY11" fmla="*/ 42328 h 203843"/>
                <a:gd name="connsiteX12" fmla="*/ 64150 w 157693"/>
                <a:gd name="connsiteY12" fmla="*/ 44244 h 203843"/>
                <a:gd name="connsiteX13" fmla="*/ 63511 w 157693"/>
                <a:gd name="connsiteY13" fmla="*/ 45520 h 203843"/>
                <a:gd name="connsiteX14" fmla="*/ 58399 w 157693"/>
                <a:gd name="connsiteY14" fmla="*/ 53819 h 203843"/>
                <a:gd name="connsiteX15" fmla="*/ 152970 w 157693"/>
                <a:gd name="connsiteY15" fmla="*/ 5940 h 203843"/>
                <a:gd name="connsiteX16" fmla="*/ 71179 w 157693"/>
                <a:gd name="connsiteY16" fmla="*/ 12324 h 203843"/>
                <a:gd name="connsiteX17" fmla="*/ 64789 w 157693"/>
                <a:gd name="connsiteY17" fmla="*/ 22538 h 203843"/>
                <a:gd name="connsiteX18" fmla="*/ 4723 w 157693"/>
                <a:gd name="connsiteY18" fmla="*/ 23176 h 203843"/>
                <a:gd name="connsiteX19" fmla="*/ 251 w 157693"/>
                <a:gd name="connsiteY19" fmla="*/ 27645 h 203843"/>
                <a:gd name="connsiteX20" fmla="*/ 1528 w 157693"/>
                <a:gd name="connsiteY20" fmla="*/ 34029 h 203843"/>
                <a:gd name="connsiteX21" fmla="*/ 55843 w 157693"/>
                <a:gd name="connsiteY21" fmla="*/ 67226 h 203843"/>
                <a:gd name="connsiteX22" fmla="*/ 61594 w 157693"/>
                <a:gd name="connsiteY22" fmla="*/ 66587 h 203843"/>
                <a:gd name="connsiteX23" fmla="*/ 62233 w 157693"/>
                <a:gd name="connsiteY23" fmla="*/ 66587 h 203843"/>
                <a:gd name="connsiteX24" fmla="*/ 62233 w 157693"/>
                <a:gd name="connsiteY24" fmla="*/ 197459 h 203843"/>
                <a:gd name="connsiteX25" fmla="*/ 68623 w 157693"/>
                <a:gd name="connsiteY25" fmla="*/ 203843 h 203843"/>
                <a:gd name="connsiteX26" fmla="*/ 75013 w 157693"/>
                <a:gd name="connsiteY26" fmla="*/ 197459 h 203843"/>
                <a:gd name="connsiteX27" fmla="*/ 75013 w 157693"/>
                <a:gd name="connsiteY27" fmla="*/ 61480 h 203843"/>
                <a:gd name="connsiteX28" fmla="*/ 80764 w 157693"/>
                <a:gd name="connsiteY28" fmla="*/ 64034 h 203843"/>
                <a:gd name="connsiteX29" fmla="*/ 86515 w 157693"/>
                <a:gd name="connsiteY29" fmla="*/ 64672 h 203843"/>
                <a:gd name="connsiteX30" fmla="*/ 156165 w 157693"/>
                <a:gd name="connsiteY30" fmla="*/ 16792 h 203843"/>
                <a:gd name="connsiteX31" fmla="*/ 157443 w 157693"/>
                <a:gd name="connsiteY31" fmla="*/ 10408 h 203843"/>
                <a:gd name="connsiteX32" fmla="*/ 152970 w 157693"/>
                <a:gd name="connsiteY32" fmla="*/ 5940 h 203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7693" h="203843">
                  <a:moveTo>
                    <a:pt x="83959" y="50627"/>
                  </a:moveTo>
                  <a:cubicBezTo>
                    <a:pt x="82681" y="49989"/>
                    <a:pt x="78208" y="49351"/>
                    <a:pt x="76291" y="39136"/>
                  </a:cubicBezTo>
                  <a:cubicBezTo>
                    <a:pt x="76291" y="39136"/>
                    <a:pt x="76291" y="39136"/>
                    <a:pt x="76291" y="38498"/>
                  </a:cubicBezTo>
                  <a:cubicBezTo>
                    <a:pt x="76291" y="37860"/>
                    <a:pt x="73735" y="27645"/>
                    <a:pt x="80764" y="19984"/>
                  </a:cubicBezTo>
                  <a:cubicBezTo>
                    <a:pt x="84597" y="16154"/>
                    <a:pt x="92266" y="11685"/>
                    <a:pt x="110157" y="11685"/>
                  </a:cubicBezTo>
                  <a:cubicBezTo>
                    <a:pt x="117826" y="11685"/>
                    <a:pt x="127411" y="12324"/>
                    <a:pt x="139552" y="14877"/>
                  </a:cubicBezTo>
                  <a:cubicBezTo>
                    <a:pt x="121021" y="34029"/>
                    <a:pt x="96100" y="53819"/>
                    <a:pt x="83959" y="50627"/>
                  </a:cubicBezTo>
                  <a:moveTo>
                    <a:pt x="58399" y="53819"/>
                  </a:moveTo>
                  <a:cubicBezTo>
                    <a:pt x="50092" y="56373"/>
                    <a:pt x="32839" y="44882"/>
                    <a:pt x="19420" y="32752"/>
                  </a:cubicBezTo>
                  <a:cubicBezTo>
                    <a:pt x="46258" y="27645"/>
                    <a:pt x="56482" y="31476"/>
                    <a:pt x="60316" y="34668"/>
                  </a:cubicBezTo>
                  <a:cubicBezTo>
                    <a:pt x="61594" y="35306"/>
                    <a:pt x="62233" y="36583"/>
                    <a:pt x="62872" y="37860"/>
                  </a:cubicBezTo>
                  <a:cubicBezTo>
                    <a:pt x="62872" y="40413"/>
                    <a:pt x="63511" y="41690"/>
                    <a:pt x="63511" y="42328"/>
                  </a:cubicBezTo>
                  <a:cubicBezTo>
                    <a:pt x="63511" y="42967"/>
                    <a:pt x="64150" y="43605"/>
                    <a:pt x="64150" y="44244"/>
                  </a:cubicBezTo>
                  <a:cubicBezTo>
                    <a:pt x="64150" y="44882"/>
                    <a:pt x="63511" y="44882"/>
                    <a:pt x="63511" y="45520"/>
                  </a:cubicBezTo>
                  <a:cubicBezTo>
                    <a:pt x="62233" y="52543"/>
                    <a:pt x="59038" y="53181"/>
                    <a:pt x="58399" y="53819"/>
                  </a:cubicBezTo>
                  <a:moveTo>
                    <a:pt x="152970" y="5940"/>
                  </a:moveTo>
                  <a:cubicBezTo>
                    <a:pt x="112075" y="-3636"/>
                    <a:pt x="84597" y="-1721"/>
                    <a:pt x="71179" y="12324"/>
                  </a:cubicBezTo>
                  <a:cubicBezTo>
                    <a:pt x="67984" y="15516"/>
                    <a:pt x="66067" y="19346"/>
                    <a:pt x="64789" y="22538"/>
                  </a:cubicBezTo>
                  <a:cubicBezTo>
                    <a:pt x="52648" y="16154"/>
                    <a:pt x="32839" y="16154"/>
                    <a:pt x="4723" y="23176"/>
                  </a:cubicBezTo>
                  <a:cubicBezTo>
                    <a:pt x="2168" y="23815"/>
                    <a:pt x="889" y="25730"/>
                    <a:pt x="251" y="27645"/>
                  </a:cubicBezTo>
                  <a:cubicBezTo>
                    <a:pt x="-388" y="29560"/>
                    <a:pt x="251" y="32114"/>
                    <a:pt x="1528" y="34029"/>
                  </a:cubicBezTo>
                  <a:cubicBezTo>
                    <a:pt x="7279" y="39775"/>
                    <a:pt x="35395" y="67226"/>
                    <a:pt x="55843" y="67226"/>
                  </a:cubicBezTo>
                  <a:cubicBezTo>
                    <a:pt x="57760" y="67226"/>
                    <a:pt x="59677" y="67226"/>
                    <a:pt x="61594" y="66587"/>
                  </a:cubicBezTo>
                  <a:lnTo>
                    <a:pt x="62233" y="66587"/>
                  </a:lnTo>
                  <a:lnTo>
                    <a:pt x="62233" y="197459"/>
                  </a:lnTo>
                  <a:cubicBezTo>
                    <a:pt x="62233" y="201289"/>
                    <a:pt x="64789" y="203843"/>
                    <a:pt x="68623" y="203843"/>
                  </a:cubicBezTo>
                  <a:cubicBezTo>
                    <a:pt x="72457" y="203843"/>
                    <a:pt x="75013" y="201289"/>
                    <a:pt x="75013" y="197459"/>
                  </a:cubicBezTo>
                  <a:lnTo>
                    <a:pt x="75013" y="61480"/>
                  </a:lnTo>
                  <a:cubicBezTo>
                    <a:pt x="76930" y="62757"/>
                    <a:pt x="78847" y="63395"/>
                    <a:pt x="80764" y="64034"/>
                  </a:cubicBezTo>
                  <a:cubicBezTo>
                    <a:pt x="82681" y="64672"/>
                    <a:pt x="84597" y="64672"/>
                    <a:pt x="86515" y="64672"/>
                  </a:cubicBezTo>
                  <a:cubicBezTo>
                    <a:pt x="112713" y="64672"/>
                    <a:pt x="149136" y="25092"/>
                    <a:pt x="156165" y="16792"/>
                  </a:cubicBezTo>
                  <a:cubicBezTo>
                    <a:pt x="157443" y="14877"/>
                    <a:pt x="158082" y="12962"/>
                    <a:pt x="157443" y="10408"/>
                  </a:cubicBezTo>
                  <a:cubicBezTo>
                    <a:pt x="156804" y="7855"/>
                    <a:pt x="155526" y="5940"/>
                    <a:pt x="152970" y="5940"/>
                  </a:cubicBezTo>
                </a:path>
              </a:pathLst>
            </a:custGeom>
            <a:solidFill>
              <a:srgbClr val="26890D"/>
            </a:solidFill>
            <a:ln w="6390" cap="flat">
              <a:noFill/>
              <a:prstDash val="solid"/>
              <a:miter/>
            </a:ln>
          </p:spPr>
          <p:txBody>
            <a:bodyPr rtlCol="0" anchor="ctr"/>
            <a:lstStyle/>
            <a:p>
              <a:endParaRPr lang="en-US"/>
            </a:p>
          </p:txBody>
        </p:sp>
      </p:grpSp>
      <p:grpSp>
        <p:nvGrpSpPr>
          <p:cNvPr id="855" name="Graphic 6">
            <a:extLst>
              <a:ext uri="{FF2B5EF4-FFF2-40B4-BE49-F238E27FC236}">
                <a16:creationId xmlns:a16="http://schemas.microsoft.com/office/drawing/2014/main" id="{D3EEA062-6E87-5A42-85D8-72DFEB369F37}"/>
              </a:ext>
            </a:extLst>
          </p:cNvPr>
          <p:cNvGrpSpPr/>
          <p:nvPr/>
        </p:nvGrpSpPr>
        <p:grpSpPr>
          <a:xfrm>
            <a:off x="6753524" y="3824806"/>
            <a:ext cx="362309" cy="361971"/>
            <a:chOff x="6753524" y="3824806"/>
            <a:chExt cx="362309" cy="361971"/>
          </a:xfrm>
          <a:solidFill>
            <a:srgbClr val="26890D"/>
          </a:solidFill>
        </p:grpSpPr>
        <p:sp>
          <p:nvSpPr>
            <p:cNvPr id="856" name="Graphic 6">
              <a:extLst>
                <a:ext uri="{FF2B5EF4-FFF2-40B4-BE49-F238E27FC236}">
                  <a16:creationId xmlns:a16="http://schemas.microsoft.com/office/drawing/2014/main" id="{75C0C475-E101-7042-9664-F2DEE8D8C56E}"/>
                </a:ext>
              </a:extLst>
            </p:cNvPr>
            <p:cNvSpPr/>
            <p:nvPr/>
          </p:nvSpPr>
          <p:spPr>
            <a:xfrm>
              <a:off x="6753524" y="3824806"/>
              <a:ext cx="362309" cy="361971"/>
            </a:xfrm>
            <a:custGeom>
              <a:avLst/>
              <a:gdLst>
                <a:gd name="connsiteX0" fmla="*/ 180835 w 362309"/>
                <a:gd name="connsiteY0" fmla="*/ 349204 h 361971"/>
                <a:gd name="connsiteX1" fmla="*/ 12780 w 362309"/>
                <a:gd name="connsiteY1" fmla="*/ 180667 h 361971"/>
                <a:gd name="connsiteX2" fmla="*/ 181474 w 362309"/>
                <a:gd name="connsiteY2" fmla="*/ 12768 h 361971"/>
                <a:gd name="connsiteX3" fmla="*/ 349529 w 362309"/>
                <a:gd name="connsiteY3" fmla="*/ 181305 h 361971"/>
                <a:gd name="connsiteX4" fmla="*/ 180835 w 362309"/>
                <a:gd name="connsiteY4" fmla="*/ 349204 h 361971"/>
                <a:gd name="connsiteX5" fmla="*/ 181474 w 362309"/>
                <a:gd name="connsiteY5" fmla="*/ 0 h 361971"/>
                <a:gd name="connsiteX6" fmla="*/ 0 w 362309"/>
                <a:gd name="connsiteY6" fmla="*/ 180667 h 361971"/>
                <a:gd name="connsiteX7" fmla="*/ 180835 w 362309"/>
                <a:gd name="connsiteY7" fmla="*/ 361972 h 361971"/>
                <a:gd name="connsiteX8" fmla="*/ 362309 w 362309"/>
                <a:gd name="connsiteY8" fmla="*/ 181305 h 361971"/>
                <a:gd name="connsiteX9" fmla="*/ 181474 w 362309"/>
                <a:gd name="connsiteY9"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0835" y="349204"/>
                  </a:moveTo>
                  <a:cubicBezTo>
                    <a:pt x="88181" y="349204"/>
                    <a:pt x="12780" y="273873"/>
                    <a:pt x="12780" y="180667"/>
                  </a:cubicBezTo>
                  <a:cubicBezTo>
                    <a:pt x="12780" y="88099"/>
                    <a:pt x="88181" y="12768"/>
                    <a:pt x="181474" y="12768"/>
                  </a:cubicBezTo>
                  <a:cubicBezTo>
                    <a:pt x="274128" y="12768"/>
                    <a:pt x="349529" y="88099"/>
                    <a:pt x="349529" y="181305"/>
                  </a:cubicBezTo>
                  <a:cubicBezTo>
                    <a:pt x="349529" y="273873"/>
                    <a:pt x="274128" y="349204"/>
                    <a:pt x="180835" y="349204"/>
                  </a:cubicBezTo>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81077"/>
                    <a:pt x="281157" y="0"/>
                    <a:pt x="181474" y="0"/>
                  </a:cubicBezTo>
                </a:path>
              </a:pathLst>
            </a:custGeom>
            <a:solidFill>
              <a:srgbClr val="26890D"/>
            </a:solidFill>
            <a:ln w="6390" cap="flat">
              <a:noFill/>
              <a:prstDash val="solid"/>
              <a:miter/>
            </a:ln>
          </p:spPr>
          <p:txBody>
            <a:bodyPr rtlCol="0" anchor="ctr"/>
            <a:lstStyle/>
            <a:p>
              <a:endParaRPr lang="en-US"/>
            </a:p>
          </p:txBody>
        </p:sp>
        <p:sp>
          <p:nvSpPr>
            <p:cNvPr id="857" name="Graphic 6">
              <a:extLst>
                <a:ext uri="{FF2B5EF4-FFF2-40B4-BE49-F238E27FC236}">
                  <a16:creationId xmlns:a16="http://schemas.microsoft.com/office/drawing/2014/main" id="{61389F32-9270-5C4D-BAEF-61151AE2530D}"/>
                </a:ext>
              </a:extLst>
            </p:cNvPr>
            <p:cNvSpPr/>
            <p:nvPr/>
          </p:nvSpPr>
          <p:spPr>
            <a:xfrm>
              <a:off x="6824841" y="3912402"/>
              <a:ext cx="219037" cy="186276"/>
            </a:xfrm>
            <a:custGeom>
              <a:avLst/>
              <a:gdLst>
                <a:gd name="connsiteX0" fmla="*/ 116548 w 219037"/>
                <a:gd name="connsiteY0" fmla="*/ 72642 h 186276"/>
                <a:gd name="connsiteX1" fmla="*/ 103768 w 219037"/>
                <a:gd name="connsiteY1" fmla="*/ 54767 h 186276"/>
                <a:gd name="connsiteX2" fmla="*/ 103768 w 219037"/>
                <a:gd name="connsiteY2" fmla="*/ 54128 h 186276"/>
                <a:gd name="connsiteX3" fmla="*/ 110158 w 219037"/>
                <a:gd name="connsiteY3" fmla="*/ 26039 h 186276"/>
                <a:gd name="connsiteX4" fmla="*/ 153609 w 219037"/>
                <a:gd name="connsiteY4" fmla="*/ 13271 h 186276"/>
                <a:gd name="connsiteX5" fmla="*/ 200895 w 219037"/>
                <a:gd name="connsiteY5" fmla="*/ 19016 h 186276"/>
                <a:gd name="connsiteX6" fmla="*/ 116548 w 219037"/>
                <a:gd name="connsiteY6" fmla="*/ 72642 h 186276"/>
                <a:gd name="connsiteX7" fmla="*/ 81403 w 219037"/>
                <a:gd name="connsiteY7" fmla="*/ 76472 h 186276"/>
                <a:gd name="connsiteX8" fmla="*/ 19420 w 219037"/>
                <a:gd name="connsiteY8" fmla="*/ 42637 h 186276"/>
                <a:gd name="connsiteX9" fmla="*/ 85237 w 219037"/>
                <a:gd name="connsiteY9" fmla="*/ 44552 h 186276"/>
                <a:gd name="connsiteX10" fmla="*/ 89710 w 219037"/>
                <a:gd name="connsiteY10" fmla="*/ 50298 h 186276"/>
                <a:gd name="connsiteX11" fmla="*/ 90988 w 219037"/>
                <a:gd name="connsiteY11" fmla="*/ 57320 h 186276"/>
                <a:gd name="connsiteX12" fmla="*/ 91627 w 219037"/>
                <a:gd name="connsiteY12" fmla="*/ 60512 h 186276"/>
                <a:gd name="connsiteX13" fmla="*/ 90988 w 219037"/>
                <a:gd name="connsiteY13" fmla="*/ 62427 h 186276"/>
                <a:gd name="connsiteX14" fmla="*/ 81403 w 219037"/>
                <a:gd name="connsiteY14" fmla="*/ 76472 h 186276"/>
                <a:gd name="connsiteX15" fmla="*/ 214314 w 219037"/>
                <a:gd name="connsiteY15" fmla="*/ 8164 h 186276"/>
                <a:gd name="connsiteX16" fmla="*/ 100573 w 219037"/>
                <a:gd name="connsiteY16" fmla="*/ 17101 h 186276"/>
                <a:gd name="connsiteX17" fmla="*/ 90988 w 219037"/>
                <a:gd name="connsiteY17" fmla="*/ 33700 h 186276"/>
                <a:gd name="connsiteX18" fmla="*/ 4724 w 219037"/>
                <a:gd name="connsiteY18" fmla="*/ 33061 h 186276"/>
                <a:gd name="connsiteX19" fmla="*/ 251 w 219037"/>
                <a:gd name="connsiteY19" fmla="*/ 37530 h 186276"/>
                <a:gd name="connsiteX20" fmla="*/ 1529 w 219037"/>
                <a:gd name="connsiteY20" fmla="*/ 43914 h 186276"/>
                <a:gd name="connsiteX21" fmla="*/ 76930 w 219037"/>
                <a:gd name="connsiteY21" fmla="*/ 89878 h 186276"/>
                <a:gd name="connsiteX22" fmla="*/ 84598 w 219037"/>
                <a:gd name="connsiteY22" fmla="*/ 88602 h 186276"/>
                <a:gd name="connsiteX23" fmla="*/ 88432 w 219037"/>
                <a:gd name="connsiteY23" fmla="*/ 87325 h 186276"/>
                <a:gd name="connsiteX24" fmla="*/ 88432 w 219037"/>
                <a:gd name="connsiteY24" fmla="*/ 179893 h 186276"/>
                <a:gd name="connsiteX25" fmla="*/ 94822 w 219037"/>
                <a:gd name="connsiteY25" fmla="*/ 186277 h 186276"/>
                <a:gd name="connsiteX26" fmla="*/ 101212 w 219037"/>
                <a:gd name="connsiteY26" fmla="*/ 179893 h 186276"/>
                <a:gd name="connsiteX27" fmla="*/ 101212 w 219037"/>
                <a:gd name="connsiteY27" fmla="*/ 78387 h 186276"/>
                <a:gd name="connsiteX28" fmla="*/ 113353 w 219037"/>
                <a:gd name="connsiteY28" fmla="*/ 85410 h 186276"/>
                <a:gd name="connsiteX29" fmla="*/ 120382 w 219037"/>
                <a:gd name="connsiteY29" fmla="*/ 86048 h 186276"/>
                <a:gd name="connsiteX30" fmla="*/ 217508 w 219037"/>
                <a:gd name="connsiteY30" fmla="*/ 19016 h 186276"/>
                <a:gd name="connsiteX31" fmla="*/ 218787 w 219037"/>
                <a:gd name="connsiteY31" fmla="*/ 12632 h 186276"/>
                <a:gd name="connsiteX32" fmla="*/ 214314 w 219037"/>
                <a:gd name="connsiteY32" fmla="*/ 8164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19037" h="186276">
                  <a:moveTo>
                    <a:pt x="116548" y="72642"/>
                  </a:moveTo>
                  <a:cubicBezTo>
                    <a:pt x="113992" y="72003"/>
                    <a:pt x="106963" y="70088"/>
                    <a:pt x="103768" y="54767"/>
                  </a:cubicBezTo>
                  <a:cubicBezTo>
                    <a:pt x="103768" y="54767"/>
                    <a:pt x="103768" y="54767"/>
                    <a:pt x="103768" y="54128"/>
                  </a:cubicBezTo>
                  <a:cubicBezTo>
                    <a:pt x="103768" y="53490"/>
                    <a:pt x="99295" y="37530"/>
                    <a:pt x="110158" y="26039"/>
                  </a:cubicBezTo>
                  <a:cubicBezTo>
                    <a:pt x="116548" y="19655"/>
                    <a:pt x="129328" y="13271"/>
                    <a:pt x="153609" y="13271"/>
                  </a:cubicBezTo>
                  <a:cubicBezTo>
                    <a:pt x="165750" y="13271"/>
                    <a:pt x="181725" y="15186"/>
                    <a:pt x="200895" y="19016"/>
                  </a:cubicBezTo>
                  <a:cubicBezTo>
                    <a:pt x="175974" y="44552"/>
                    <a:pt x="136357" y="77749"/>
                    <a:pt x="116548" y="72642"/>
                  </a:cubicBezTo>
                  <a:moveTo>
                    <a:pt x="81403" y="76472"/>
                  </a:moveTo>
                  <a:cubicBezTo>
                    <a:pt x="67345" y="80303"/>
                    <a:pt x="38590" y="60512"/>
                    <a:pt x="19420" y="42637"/>
                  </a:cubicBezTo>
                  <a:cubicBezTo>
                    <a:pt x="59677" y="34338"/>
                    <a:pt x="77569" y="38807"/>
                    <a:pt x="85237" y="44552"/>
                  </a:cubicBezTo>
                  <a:cubicBezTo>
                    <a:pt x="87154" y="45829"/>
                    <a:pt x="89071" y="47744"/>
                    <a:pt x="89710" y="50298"/>
                  </a:cubicBezTo>
                  <a:cubicBezTo>
                    <a:pt x="90349" y="54128"/>
                    <a:pt x="90349" y="56682"/>
                    <a:pt x="90988" y="57320"/>
                  </a:cubicBezTo>
                  <a:cubicBezTo>
                    <a:pt x="90988" y="58597"/>
                    <a:pt x="91627" y="59235"/>
                    <a:pt x="91627" y="60512"/>
                  </a:cubicBezTo>
                  <a:cubicBezTo>
                    <a:pt x="90988" y="61151"/>
                    <a:pt x="90988" y="61789"/>
                    <a:pt x="90988" y="62427"/>
                  </a:cubicBezTo>
                  <a:cubicBezTo>
                    <a:pt x="88432" y="74557"/>
                    <a:pt x="83320" y="75834"/>
                    <a:pt x="81403" y="76472"/>
                  </a:cubicBezTo>
                  <a:moveTo>
                    <a:pt x="214314" y="8164"/>
                  </a:moveTo>
                  <a:cubicBezTo>
                    <a:pt x="156804" y="-5243"/>
                    <a:pt x="119103" y="-2051"/>
                    <a:pt x="100573" y="17101"/>
                  </a:cubicBezTo>
                  <a:cubicBezTo>
                    <a:pt x="95461" y="22208"/>
                    <a:pt x="92905" y="28592"/>
                    <a:pt x="90988" y="33700"/>
                  </a:cubicBezTo>
                  <a:cubicBezTo>
                    <a:pt x="75013" y="23485"/>
                    <a:pt x="46259" y="22847"/>
                    <a:pt x="4724" y="33061"/>
                  </a:cubicBezTo>
                  <a:cubicBezTo>
                    <a:pt x="2807" y="33700"/>
                    <a:pt x="889" y="35615"/>
                    <a:pt x="251" y="37530"/>
                  </a:cubicBezTo>
                  <a:cubicBezTo>
                    <a:pt x="-388" y="39445"/>
                    <a:pt x="251" y="41999"/>
                    <a:pt x="1529" y="43914"/>
                  </a:cubicBezTo>
                  <a:cubicBezTo>
                    <a:pt x="6641" y="49021"/>
                    <a:pt x="47536" y="89878"/>
                    <a:pt x="76930" y="89878"/>
                  </a:cubicBezTo>
                  <a:cubicBezTo>
                    <a:pt x="79486" y="89878"/>
                    <a:pt x="82042" y="89878"/>
                    <a:pt x="84598" y="88602"/>
                  </a:cubicBezTo>
                  <a:cubicBezTo>
                    <a:pt x="85876" y="87963"/>
                    <a:pt x="87154" y="87963"/>
                    <a:pt x="88432" y="87325"/>
                  </a:cubicBezTo>
                  <a:lnTo>
                    <a:pt x="88432" y="179893"/>
                  </a:lnTo>
                  <a:cubicBezTo>
                    <a:pt x="88432" y="183723"/>
                    <a:pt x="90988" y="186277"/>
                    <a:pt x="94822" y="186277"/>
                  </a:cubicBezTo>
                  <a:cubicBezTo>
                    <a:pt x="98656" y="186277"/>
                    <a:pt x="101212" y="183723"/>
                    <a:pt x="101212" y="179893"/>
                  </a:cubicBezTo>
                  <a:lnTo>
                    <a:pt x="101212" y="78387"/>
                  </a:lnTo>
                  <a:cubicBezTo>
                    <a:pt x="104407" y="81579"/>
                    <a:pt x="108241" y="84133"/>
                    <a:pt x="113353" y="85410"/>
                  </a:cubicBezTo>
                  <a:cubicBezTo>
                    <a:pt x="115908" y="86048"/>
                    <a:pt x="117826" y="86048"/>
                    <a:pt x="120382" y="86048"/>
                  </a:cubicBezTo>
                  <a:cubicBezTo>
                    <a:pt x="156804" y="86048"/>
                    <a:pt x="211119" y="26677"/>
                    <a:pt x="217508" y="19016"/>
                  </a:cubicBezTo>
                  <a:cubicBezTo>
                    <a:pt x="218787" y="17101"/>
                    <a:pt x="219426" y="15186"/>
                    <a:pt x="218787" y="12632"/>
                  </a:cubicBezTo>
                  <a:cubicBezTo>
                    <a:pt x="218787" y="10717"/>
                    <a:pt x="216870" y="8802"/>
                    <a:pt x="214314" y="8164"/>
                  </a:cubicBezTo>
                </a:path>
              </a:pathLst>
            </a:custGeom>
            <a:solidFill>
              <a:srgbClr val="26890D"/>
            </a:solidFill>
            <a:ln w="6390" cap="flat">
              <a:noFill/>
              <a:prstDash val="solid"/>
              <a:miter/>
            </a:ln>
          </p:spPr>
          <p:txBody>
            <a:bodyPr rtlCol="0" anchor="ctr"/>
            <a:lstStyle/>
            <a:p>
              <a:endParaRPr lang="en-US"/>
            </a:p>
          </p:txBody>
        </p:sp>
      </p:grpSp>
      <p:grpSp>
        <p:nvGrpSpPr>
          <p:cNvPr id="858" name="Graphic 6">
            <a:extLst>
              <a:ext uri="{FF2B5EF4-FFF2-40B4-BE49-F238E27FC236}">
                <a16:creationId xmlns:a16="http://schemas.microsoft.com/office/drawing/2014/main" id="{9B34BA84-D09B-FB4C-B286-99370C2234F3}"/>
              </a:ext>
            </a:extLst>
          </p:cNvPr>
          <p:cNvGrpSpPr/>
          <p:nvPr/>
        </p:nvGrpSpPr>
        <p:grpSpPr>
          <a:xfrm>
            <a:off x="6754163" y="2371173"/>
            <a:ext cx="362309" cy="361971"/>
            <a:chOff x="6754163" y="2371173"/>
            <a:chExt cx="362309" cy="361971"/>
          </a:xfrm>
          <a:solidFill>
            <a:srgbClr val="26890D"/>
          </a:solidFill>
        </p:grpSpPr>
        <p:sp>
          <p:nvSpPr>
            <p:cNvPr id="859" name="Graphic 6">
              <a:extLst>
                <a:ext uri="{FF2B5EF4-FFF2-40B4-BE49-F238E27FC236}">
                  <a16:creationId xmlns:a16="http://schemas.microsoft.com/office/drawing/2014/main" id="{AEF470A3-A830-AB41-9C55-A8F998183D53}"/>
                </a:ext>
              </a:extLst>
            </p:cNvPr>
            <p:cNvSpPr/>
            <p:nvPr/>
          </p:nvSpPr>
          <p:spPr>
            <a:xfrm>
              <a:off x="6754163" y="2371173"/>
              <a:ext cx="362309" cy="361971"/>
            </a:xfrm>
            <a:custGeom>
              <a:avLst/>
              <a:gdLst>
                <a:gd name="connsiteX0" fmla="*/ 181474 w 362309"/>
                <a:gd name="connsiteY0" fmla="*/ 349204 h 361971"/>
                <a:gd name="connsiteX1" fmla="*/ 13419 w 362309"/>
                <a:gd name="connsiteY1" fmla="*/ 180667 h 361971"/>
                <a:gd name="connsiteX2" fmla="*/ 182113 w 362309"/>
                <a:gd name="connsiteY2" fmla="*/ 12768 h 361971"/>
                <a:gd name="connsiteX3" fmla="*/ 350169 w 362309"/>
                <a:gd name="connsiteY3" fmla="*/ 181305 h 361971"/>
                <a:gd name="connsiteX4" fmla="*/ 181474 w 362309"/>
                <a:gd name="connsiteY4" fmla="*/ 349204 h 361971"/>
                <a:gd name="connsiteX5" fmla="*/ 181474 w 362309"/>
                <a:gd name="connsiteY5" fmla="*/ 0 h 361971"/>
                <a:gd name="connsiteX6" fmla="*/ 0 w 362309"/>
                <a:gd name="connsiteY6" fmla="*/ 180667 h 361971"/>
                <a:gd name="connsiteX7" fmla="*/ 180836 w 362309"/>
                <a:gd name="connsiteY7" fmla="*/ 361972 h 361971"/>
                <a:gd name="connsiteX8" fmla="*/ 362309 w 362309"/>
                <a:gd name="connsiteY8" fmla="*/ 181305 h 361971"/>
                <a:gd name="connsiteX9" fmla="*/ 181474 w 362309"/>
                <a:gd name="connsiteY9"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349204"/>
                  </a:moveTo>
                  <a:cubicBezTo>
                    <a:pt x="88820" y="349204"/>
                    <a:pt x="13419" y="273873"/>
                    <a:pt x="13419" y="180667"/>
                  </a:cubicBezTo>
                  <a:cubicBezTo>
                    <a:pt x="13419" y="88099"/>
                    <a:pt x="88820" y="12768"/>
                    <a:pt x="182113" y="12768"/>
                  </a:cubicBezTo>
                  <a:cubicBezTo>
                    <a:pt x="274767" y="12768"/>
                    <a:pt x="350169" y="88099"/>
                    <a:pt x="350169" y="181305"/>
                  </a:cubicBezTo>
                  <a:cubicBezTo>
                    <a:pt x="349529" y="273873"/>
                    <a:pt x="274128" y="349204"/>
                    <a:pt x="181474" y="349204"/>
                  </a:cubicBezTo>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81715"/>
                    <a:pt x="281157" y="638"/>
                    <a:pt x="181474" y="0"/>
                  </a:cubicBezTo>
                </a:path>
              </a:pathLst>
            </a:custGeom>
            <a:solidFill>
              <a:srgbClr val="26890D"/>
            </a:solidFill>
            <a:ln w="6390" cap="flat">
              <a:noFill/>
              <a:prstDash val="solid"/>
              <a:miter/>
            </a:ln>
          </p:spPr>
          <p:txBody>
            <a:bodyPr rtlCol="0" anchor="ctr"/>
            <a:lstStyle/>
            <a:p>
              <a:endParaRPr lang="en-US"/>
            </a:p>
          </p:txBody>
        </p:sp>
        <p:sp>
          <p:nvSpPr>
            <p:cNvPr id="860" name="Graphic 6">
              <a:extLst>
                <a:ext uri="{FF2B5EF4-FFF2-40B4-BE49-F238E27FC236}">
                  <a16:creationId xmlns:a16="http://schemas.microsoft.com/office/drawing/2014/main" id="{548735C5-D26E-5A45-B0B6-17EF4118978C}"/>
                </a:ext>
              </a:extLst>
            </p:cNvPr>
            <p:cNvSpPr/>
            <p:nvPr/>
          </p:nvSpPr>
          <p:spPr>
            <a:xfrm>
              <a:off x="6832760" y="2436290"/>
              <a:ext cx="203878" cy="231738"/>
            </a:xfrm>
            <a:custGeom>
              <a:avLst/>
              <a:gdLst>
                <a:gd name="connsiteX0" fmla="*/ 157192 w 203878"/>
                <a:gd name="connsiteY0" fmla="*/ 156408 h 231738"/>
                <a:gd name="connsiteX1" fmla="*/ 130994 w 203878"/>
                <a:gd name="connsiteY1" fmla="*/ 144278 h 231738"/>
                <a:gd name="connsiteX2" fmla="*/ 125881 w 203878"/>
                <a:gd name="connsiteY2" fmla="*/ 142363 h 231738"/>
                <a:gd name="connsiteX3" fmla="*/ 125881 w 203878"/>
                <a:gd name="connsiteY3" fmla="*/ 142363 h 231738"/>
                <a:gd name="connsiteX4" fmla="*/ 120769 w 203878"/>
                <a:gd name="connsiteY4" fmla="*/ 144916 h 231738"/>
                <a:gd name="connsiteX5" fmla="*/ 95849 w 203878"/>
                <a:gd name="connsiteY5" fmla="*/ 156408 h 231738"/>
                <a:gd name="connsiteX6" fmla="*/ 69650 w 203878"/>
                <a:gd name="connsiteY6" fmla="*/ 143001 h 231738"/>
                <a:gd name="connsiteX7" fmla="*/ 63899 w 203878"/>
                <a:gd name="connsiteY7" fmla="*/ 140448 h 231738"/>
                <a:gd name="connsiteX8" fmla="*/ 58787 w 203878"/>
                <a:gd name="connsiteY8" fmla="*/ 143640 h 231738"/>
                <a:gd name="connsiteX9" fmla="*/ 37061 w 203878"/>
                <a:gd name="connsiteY9" fmla="*/ 156408 h 231738"/>
                <a:gd name="connsiteX10" fmla="*/ 12140 w 203878"/>
                <a:gd name="connsiteY10" fmla="*/ 131510 h 231738"/>
                <a:gd name="connsiteX11" fmla="*/ 32589 w 203878"/>
                <a:gd name="connsiteY11" fmla="*/ 107251 h 231738"/>
                <a:gd name="connsiteX12" fmla="*/ 37700 w 203878"/>
                <a:gd name="connsiteY12" fmla="*/ 103421 h 231738"/>
                <a:gd name="connsiteX13" fmla="*/ 37061 w 203878"/>
                <a:gd name="connsiteY13" fmla="*/ 97037 h 231738"/>
                <a:gd name="connsiteX14" fmla="*/ 31950 w 203878"/>
                <a:gd name="connsiteY14" fmla="*/ 80438 h 231738"/>
                <a:gd name="connsiteX15" fmla="*/ 56231 w 203878"/>
                <a:gd name="connsiteY15" fmla="*/ 52349 h 231738"/>
                <a:gd name="connsiteX16" fmla="*/ 61343 w 203878"/>
                <a:gd name="connsiteY16" fmla="*/ 47241 h 231738"/>
                <a:gd name="connsiteX17" fmla="*/ 102878 w 203878"/>
                <a:gd name="connsiteY17" fmla="*/ 12768 h 231738"/>
                <a:gd name="connsiteX18" fmla="*/ 142495 w 203878"/>
                <a:gd name="connsiteY18" fmla="*/ 40219 h 231738"/>
                <a:gd name="connsiteX19" fmla="*/ 148885 w 203878"/>
                <a:gd name="connsiteY19" fmla="*/ 44049 h 231738"/>
                <a:gd name="connsiteX20" fmla="*/ 150164 w 203878"/>
                <a:gd name="connsiteY20" fmla="*/ 44049 h 231738"/>
                <a:gd name="connsiteX21" fmla="*/ 175084 w 203878"/>
                <a:gd name="connsiteY21" fmla="*/ 68947 h 231738"/>
                <a:gd name="connsiteX22" fmla="*/ 171250 w 203878"/>
                <a:gd name="connsiteY22" fmla="*/ 82353 h 231738"/>
                <a:gd name="connsiteX23" fmla="*/ 170611 w 203878"/>
                <a:gd name="connsiteY23" fmla="*/ 87461 h 231738"/>
                <a:gd name="connsiteX24" fmla="*/ 173806 w 203878"/>
                <a:gd name="connsiteY24" fmla="*/ 91291 h 231738"/>
                <a:gd name="connsiteX25" fmla="*/ 191059 w 203878"/>
                <a:gd name="connsiteY25" fmla="*/ 121296 h 231738"/>
                <a:gd name="connsiteX26" fmla="*/ 157192 w 203878"/>
                <a:gd name="connsiteY26" fmla="*/ 156408 h 231738"/>
                <a:gd name="connsiteX27" fmla="*/ 111824 w 203878"/>
                <a:gd name="connsiteY27" fmla="*/ 218971 h 231738"/>
                <a:gd name="connsiteX28" fmla="*/ 93293 w 203878"/>
                <a:gd name="connsiteY28" fmla="*/ 218971 h 231738"/>
                <a:gd name="connsiteX29" fmla="*/ 93293 w 203878"/>
                <a:gd name="connsiteY29" fmla="*/ 168537 h 231738"/>
                <a:gd name="connsiteX30" fmla="*/ 96488 w 203878"/>
                <a:gd name="connsiteY30" fmla="*/ 168537 h 231738"/>
                <a:gd name="connsiteX31" fmla="*/ 111824 w 203878"/>
                <a:gd name="connsiteY31" fmla="*/ 165984 h 231738"/>
                <a:gd name="connsiteX32" fmla="*/ 111824 w 203878"/>
                <a:gd name="connsiteY32" fmla="*/ 218971 h 231738"/>
                <a:gd name="connsiteX33" fmla="*/ 185947 w 203878"/>
                <a:gd name="connsiteY33" fmla="*/ 84269 h 231738"/>
                <a:gd name="connsiteX34" fmla="*/ 189142 w 203878"/>
                <a:gd name="connsiteY34" fmla="*/ 68947 h 231738"/>
                <a:gd name="connsiteX35" fmla="*/ 153997 w 203878"/>
                <a:gd name="connsiteY35" fmla="*/ 31281 h 231738"/>
                <a:gd name="connsiteX36" fmla="*/ 104156 w 203878"/>
                <a:gd name="connsiteY36" fmla="*/ 0 h 231738"/>
                <a:gd name="connsiteX37" fmla="*/ 51119 w 203878"/>
                <a:gd name="connsiteY37" fmla="*/ 40219 h 231738"/>
                <a:gd name="connsiteX38" fmla="*/ 19809 w 203878"/>
                <a:gd name="connsiteY38" fmla="*/ 80438 h 231738"/>
                <a:gd name="connsiteX39" fmla="*/ 23004 w 203878"/>
                <a:gd name="connsiteY39" fmla="*/ 96398 h 231738"/>
                <a:gd name="connsiteX40" fmla="*/ 0 w 203878"/>
                <a:gd name="connsiteY40" fmla="*/ 130872 h 231738"/>
                <a:gd name="connsiteX41" fmla="*/ 37700 w 203878"/>
                <a:gd name="connsiteY41" fmla="*/ 168537 h 231738"/>
                <a:gd name="connsiteX42" fmla="*/ 65177 w 203878"/>
                <a:gd name="connsiteY42" fmla="*/ 156408 h 231738"/>
                <a:gd name="connsiteX43" fmla="*/ 79874 w 203878"/>
                <a:gd name="connsiteY43" fmla="*/ 165984 h 231738"/>
                <a:gd name="connsiteX44" fmla="*/ 79874 w 203878"/>
                <a:gd name="connsiteY44" fmla="*/ 225355 h 231738"/>
                <a:gd name="connsiteX45" fmla="*/ 86264 w 203878"/>
                <a:gd name="connsiteY45" fmla="*/ 231738 h 231738"/>
                <a:gd name="connsiteX46" fmla="*/ 117574 w 203878"/>
                <a:gd name="connsiteY46" fmla="*/ 231738 h 231738"/>
                <a:gd name="connsiteX47" fmla="*/ 123964 w 203878"/>
                <a:gd name="connsiteY47" fmla="*/ 225355 h 231738"/>
                <a:gd name="connsiteX48" fmla="*/ 123964 w 203878"/>
                <a:gd name="connsiteY48" fmla="*/ 158961 h 231738"/>
                <a:gd name="connsiteX49" fmla="*/ 125881 w 203878"/>
                <a:gd name="connsiteY49" fmla="*/ 157046 h 231738"/>
                <a:gd name="connsiteX50" fmla="*/ 156553 w 203878"/>
                <a:gd name="connsiteY50" fmla="*/ 168537 h 231738"/>
                <a:gd name="connsiteX51" fmla="*/ 203838 w 203878"/>
                <a:gd name="connsiteY51" fmla="*/ 121296 h 231738"/>
                <a:gd name="connsiteX52" fmla="*/ 185947 w 203878"/>
                <a:gd name="connsiteY52" fmla="*/ 84269 h 231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03878" h="231738">
                  <a:moveTo>
                    <a:pt x="157192" y="156408"/>
                  </a:moveTo>
                  <a:cubicBezTo>
                    <a:pt x="147607" y="156408"/>
                    <a:pt x="138022" y="151939"/>
                    <a:pt x="130994" y="144278"/>
                  </a:cubicBezTo>
                  <a:cubicBezTo>
                    <a:pt x="129715" y="143001"/>
                    <a:pt x="127799" y="142363"/>
                    <a:pt x="125881" y="142363"/>
                  </a:cubicBezTo>
                  <a:lnTo>
                    <a:pt x="125881" y="142363"/>
                  </a:lnTo>
                  <a:cubicBezTo>
                    <a:pt x="123964" y="142363"/>
                    <a:pt x="122048" y="143001"/>
                    <a:pt x="120769" y="144916"/>
                  </a:cubicBezTo>
                  <a:cubicBezTo>
                    <a:pt x="114379" y="152577"/>
                    <a:pt x="105434" y="156408"/>
                    <a:pt x="95849" y="156408"/>
                  </a:cubicBezTo>
                  <a:cubicBezTo>
                    <a:pt x="85625" y="156408"/>
                    <a:pt x="76040" y="151300"/>
                    <a:pt x="69650" y="143001"/>
                  </a:cubicBezTo>
                  <a:cubicBezTo>
                    <a:pt x="68372" y="141086"/>
                    <a:pt x="66455" y="140448"/>
                    <a:pt x="63899" y="140448"/>
                  </a:cubicBezTo>
                  <a:cubicBezTo>
                    <a:pt x="61982" y="140448"/>
                    <a:pt x="60065" y="141724"/>
                    <a:pt x="58787" y="143640"/>
                  </a:cubicBezTo>
                  <a:cubicBezTo>
                    <a:pt x="54314" y="151300"/>
                    <a:pt x="46007" y="156408"/>
                    <a:pt x="37061" y="156408"/>
                  </a:cubicBezTo>
                  <a:cubicBezTo>
                    <a:pt x="23642" y="156408"/>
                    <a:pt x="12140" y="145555"/>
                    <a:pt x="12140" y="131510"/>
                  </a:cubicBezTo>
                  <a:cubicBezTo>
                    <a:pt x="12140" y="119381"/>
                    <a:pt x="21086" y="109166"/>
                    <a:pt x="32589" y="107251"/>
                  </a:cubicBezTo>
                  <a:cubicBezTo>
                    <a:pt x="34505" y="106613"/>
                    <a:pt x="36422" y="105336"/>
                    <a:pt x="37700" y="103421"/>
                  </a:cubicBezTo>
                  <a:cubicBezTo>
                    <a:pt x="38340" y="101505"/>
                    <a:pt x="38340" y="98952"/>
                    <a:pt x="37061" y="97037"/>
                  </a:cubicBezTo>
                  <a:cubicBezTo>
                    <a:pt x="33866" y="91929"/>
                    <a:pt x="31950" y="86822"/>
                    <a:pt x="31950" y="80438"/>
                  </a:cubicBezTo>
                  <a:cubicBezTo>
                    <a:pt x="31950" y="66393"/>
                    <a:pt x="42173" y="54264"/>
                    <a:pt x="56231" y="52349"/>
                  </a:cubicBezTo>
                  <a:cubicBezTo>
                    <a:pt x="58787" y="51710"/>
                    <a:pt x="61343" y="49795"/>
                    <a:pt x="61343" y="47241"/>
                  </a:cubicBezTo>
                  <a:cubicBezTo>
                    <a:pt x="65177" y="27451"/>
                    <a:pt x="82430" y="12768"/>
                    <a:pt x="102878" y="12768"/>
                  </a:cubicBezTo>
                  <a:cubicBezTo>
                    <a:pt x="120130" y="12768"/>
                    <a:pt x="136105" y="23621"/>
                    <a:pt x="142495" y="40219"/>
                  </a:cubicBezTo>
                  <a:cubicBezTo>
                    <a:pt x="143774" y="42773"/>
                    <a:pt x="145690" y="44688"/>
                    <a:pt x="148885" y="44049"/>
                  </a:cubicBezTo>
                  <a:cubicBezTo>
                    <a:pt x="149524" y="44049"/>
                    <a:pt x="149524" y="44049"/>
                    <a:pt x="150164" y="44049"/>
                  </a:cubicBezTo>
                  <a:cubicBezTo>
                    <a:pt x="163582" y="44049"/>
                    <a:pt x="175084" y="54902"/>
                    <a:pt x="175084" y="68947"/>
                  </a:cubicBezTo>
                  <a:cubicBezTo>
                    <a:pt x="175084" y="74054"/>
                    <a:pt x="173806" y="78523"/>
                    <a:pt x="171250" y="82353"/>
                  </a:cubicBezTo>
                  <a:cubicBezTo>
                    <a:pt x="169972" y="83630"/>
                    <a:pt x="169972" y="85545"/>
                    <a:pt x="170611" y="87461"/>
                  </a:cubicBezTo>
                  <a:cubicBezTo>
                    <a:pt x="171250" y="89376"/>
                    <a:pt x="171889" y="90653"/>
                    <a:pt x="173806" y="91291"/>
                  </a:cubicBezTo>
                  <a:cubicBezTo>
                    <a:pt x="184669" y="97675"/>
                    <a:pt x="191059" y="109166"/>
                    <a:pt x="191059" y="121296"/>
                  </a:cubicBezTo>
                  <a:cubicBezTo>
                    <a:pt x="191698" y="141086"/>
                    <a:pt x="176362" y="156408"/>
                    <a:pt x="157192" y="156408"/>
                  </a:cubicBezTo>
                  <a:moveTo>
                    <a:pt x="111824" y="218971"/>
                  </a:moveTo>
                  <a:lnTo>
                    <a:pt x="93293" y="218971"/>
                  </a:lnTo>
                  <a:lnTo>
                    <a:pt x="93293" y="168537"/>
                  </a:lnTo>
                  <a:cubicBezTo>
                    <a:pt x="94571" y="168537"/>
                    <a:pt x="95209" y="168537"/>
                    <a:pt x="96488" y="168537"/>
                  </a:cubicBezTo>
                  <a:cubicBezTo>
                    <a:pt x="101599" y="168537"/>
                    <a:pt x="106712" y="167899"/>
                    <a:pt x="111824" y="165984"/>
                  </a:cubicBezTo>
                  <a:lnTo>
                    <a:pt x="111824" y="218971"/>
                  </a:lnTo>
                  <a:close/>
                  <a:moveTo>
                    <a:pt x="185947" y="84269"/>
                  </a:moveTo>
                  <a:cubicBezTo>
                    <a:pt x="187864" y="79800"/>
                    <a:pt x="189142" y="74693"/>
                    <a:pt x="189142" y="68947"/>
                  </a:cubicBezTo>
                  <a:cubicBezTo>
                    <a:pt x="189142" y="49157"/>
                    <a:pt x="173806" y="32558"/>
                    <a:pt x="153997" y="31281"/>
                  </a:cubicBezTo>
                  <a:cubicBezTo>
                    <a:pt x="145051" y="12130"/>
                    <a:pt x="125243" y="0"/>
                    <a:pt x="104156" y="0"/>
                  </a:cubicBezTo>
                  <a:cubicBezTo>
                    <a:pt x="79235" y="0"/>
                    <a:pt x="57509" y="16598"/>
                    <a:pt x="51119" y="40219"/>
                  </a:cubicBezTo>
                  <a:cubicBezTo>
                    <a:pt x="32589" y="44688"/>
                    <a:pt x="19809" y="61286"/>
                    <a:pt x="19809" y="80438"/>
                  </a:cubicBezTo>
                  <a:cubicBezTo>
                    <a:pt x="19809" y="86184"/>
                    <a:pt x="21086" y="91291"/>
                    <a:pt x="23004" y="96398"/>
                  </a:cubicBezTo>
                  <a:cubicBezTo>
                    <a:pt x="9585" y="102144"/>
                    <a:pt x="0" y="115550"/>
                    <a:pt x="0" y="130872"/>
                  </a:cubicBezTo>
                  <a:cubicBezTo>
                    <a:pt x="0" y="151300"/>
                    <a:pt x="16614" y="168537"/>
                    <a:pt x="37700" y="168537"/>
                  </a:cubicBezTo>
                  <a:cubicBezTo>
                    <a:pt x="48563" y="168537"/>
                    <a:pt x="58148" y="164068"/>
                    <a:pt x="65177" y="156408"/>
                  </a:cubicBezTo>
                  <a:cubicBezTo>
                    <a:pt x="69650" y="160238"/>
                    <a:pt x="74762" y="163430"/>
                    <a:pt x="79874" y="165984"/>
                  </a:cubicBezTo>
                  <a:lnTo>
                    <a:pt x="79874" y="225355"/>
                  </a:lnTo>
                  <a:cubicBezTo>
                    <a:pt x="79874" y="229185"/>
                    <a:pt x="82430" y="231738"/>
                    <a:pt x="86264" y="231738"/>
                  </a:cubicBezTo>
                  <a:lnTo>
                    <a:pt x="117574" y="231738"/>
                  </a:lnTo>
                  <a:cubicBezTo>
                    <a:pt x="121409" y="231738"/>
                    <a:pt x="123964" y="229185"/>
                    <a:pt x="123964" y="225355"/>
                  </a:cubicBezTo>
                  <a:lnTo>
                    <a:pt x="123964" y="158961"/>
                  </a:lnTo>
                  <a:cubicBezTo>
                    <a:pt x="124604" y="158323"/>
                    <a:pt x="125243" y="157684"/>
                    <a:pt x="125881" y="157046"/>
                  </a:cubicBezTo>
                  <a:cubicBezTo>
                    <a:pt x="134189" y="164068"/>
                    <a:pt x="145051" y="168537"/>
                    <a:pt x="156553" y="168537"/>
                  </a:cubicBezTo>
                  <a:cubicBezTo>
                    <a:pt x="182752" y="168537"/>
                    <a:pt x="203838" y="147470"/>
                    <a:pt x="203838" y="121296"/>
                  </a:cubicBezTo>
                  <a:cubicBezTo>
                    <a:pt x="204478" y="107251"/>
                    <a:pt x="197448" y="93206"/>
                    <a:pt x="185947" y="84269"/>
                  </a:cubicBezTo>
                </a:path>
              </a:pathLst>
            </a:custGeom>
            <a:solidFill>
              <a:srgbClr val="26890D"/>
            </a:solidFill>
            <a:ln w="6390" cap="flat">
              <a:noFill/>
              <a:prstDash val="solid"/>
              <a:miter/>
            </a:ln>
          </p:spPr>
          <p:txBody>
            <a:bodyPr rtlCol="0" anchor="ctr"/>
            <a:lstStyle/>
            <a:p>
              <a:endParaRPr lang="en-US"/>
            </a:p>
          </p:txBody>
        </p:sp>
      </p:grpSp>
      <p:sp>
        <p:nvSpPr>
          <p:cNvPr id="861" name="Graphic 6">
            <a:extLst>
              <a:ext uri="{FF2B5EF4-FFF2-40B4-BE49-F238E27FC236}">
                <a16:creationId xmlns:a16="http://schemas.microsoft.com/office/drawing/2014/main" id="{FCC40DF2-02D1-4E4B-8E61-F0CAF9DC7767}"/>
              </a:ext>
            </a:extLst>
          </p:cNvPr>
          <p:cNvSpPr/>
          <p:nvPr/>
        </p:nvSpPr>
        <p:spPr>
          <a:xfrm>
            <a:off x="7191874" y="2855717"/>
            <a:ext cx="362309" cy="361975"/>
          </a:xfrm>
          <a:custGeom>
            <a:avLst/>
            <a:gdLst>
              <a:gd name="connsiteX0" fmla="*/ 194893 w 362309"/>
              <a:gd name="connsiteY0" fmla="*/ 243868 h 361975"/>
              <a:gd name="connsiteX1" fmla="*/ 237067 w 362309"/>
              <a:gd name="connsiteY1" fmla="*/ 243868 h 361975"/>
              <a:gd name="connsiteX2" fmla="*/ 203839 w 362309"/>
              <a:gd name="connsiteY2" fmla="*/ 199819 h 361975"/>
              <a:gd name="connsiteX3" fmla="*/ 202561 w 362309"/>
              <a:gd name="connsiteY3" fmla="*/ 195988 h 361975"/>
              <a:gd name="connsiteX4" fmla="*/ 202561 w 362309"/>
              <a:gd name="connsiteY4" fmla="*/ 195350 h 361975"/>
              <a:gd name="connsiteX5" fmla="*/ 208951 w 362309"/>
              <a:gd name="connsiteY5" fmla="*/ 188966 h 361975"/>
              <a:gd name="connsiteX6" fmla="*/ 223009 w 362309"/>
              <a:gd name="connsiteY6" fmla="*/ 188966 h 361975"/>
              <a:gd name="connsiteX7" fmla="*/ 189142 w 362309"/>
              <a:gd name="connsiteY7" fmla="*/ 144278 h 361975"/>
              <a:gd name="connsiteX8" fmla="*/ 188503 w 362309"/>
              <a:gd name="connsiteY8" fmla="*/ 137894 h 361975"/>
              <a:gd name="connsiteX9" fmla="*/ 194254 w 362309"/>
              <a:gd name="connsiteY9" fmla="*/ 134064 h 361975"/>
              <a:gd name="connsiteX10" fmla="*/ 208951 w 362309"/>
              <a:gd name="connsiteY10" fmla="*/ 134064 h 361975"/>
              <a:gd name="connsiteX11" fmla="*/ 180196 w 362309"/>
              <a:gd name="connsiteY11" fmla="*/ 95760 h 361975"/>
              <a:gd name="connsiteX12" fmla="*/ 151441 w 362309"/>
              <a:gd name="connsiteY12" fmla="*/ 134064 h 361975"/>
              <a:gd name="connsiteX13" fmla="*/ 166138 w 362309"/>
              <a:gd name="connsiteY13" fmla="*/ 134064 h 361975"/>
              <a:gd name="connsiteX14" fmla="*/ 171889 w 362309"/>
              <a:gd name="connsiteY14" fmla="*/ 137894 h 361975"/>
              <a:gd name="connsiteX15" fmla="*/ 171251 w 362309"/>
              <a:gd name="connsiteY15" fmla="*/ 144278 h 361975"/>
              <a:gd name="connsiteX16" fmla="*/ 137384 w 362309"/>
              <a:gd name="connsiteY16" fmla="*/ 188966 h 361975"/>
              <a:gd name="connsiteX17" fmla="*/ 152081 w 362309"/>
              <a:gd name="connsiteY17" fmla="*/ 188966 h 361975"/>
              <a:gd name="connsiteX18" fmla="*/ 157831 w 362309"/>
              <a:gd name="connsiteY18" fmla="*/ 192796 h 361975"/>
              <a:gd name="connsiteX19" fmla="*/ 157192 w 362309"/>
              <a:gd name="connsiteY19" fmla="*/ 199180 h 361975"/>
              <a:gd name="connsiteX20" fmla="*/ 123326 w 362309"/>
              <a:gd name="connsiteY20" fmla="*/ 243868 h 361975"/>
              <a:gd name="connsiteX21" fmla="*/ 165500 w 362309"/>
              <a:gd name="connsiteY21" fmla="*/ 243868 h 361975"/>
              <a:gd name="connsiteX22" fmla="*/ 171889 w 362309"/>
              <a:gd name="connsiteY22" fmla="*/ 250252 h 361975"/>
              <a:gd name="connsiteX23" fmla="*/ 171889 w 362309"/>
              <a:gd name="connsiteY23" fmla="*/ 271319 h 361975"/>
              <a:gd name="connsiteX24" fmla="*/ 186586 w 362309"/>
              <a:gd name="connsiteY24" fmla="*/ 271319 h 361975"/>
              <a:gd name="connsiteX25" fmla="*/ 186586 w 362309"/>
              <a:gd name="connsiteY25" fmla="*/ 250252 h 361975"/>
              <a:gd name="connsiteX26" fmla="*/ 194893 w 362309"/>
              <a:gd name="connsiteY26" fmla="*/ 243868 h 361975"/>
              <a:gd name="connsiteX27" fmla="*/ 255597 w 362309"/>
              <a:gd name="connsiteY27" fmla="*/ 252806 h 361975"/>
              <a:gd name="connsiteX28" fmla="*/ 249846 w 362309"/>
              <a:gd name="connsiteY28" fmla="*/ 256636 h 361975"/>
              <a:gd name="connsiteX29" fmla="*/ 201283 w 362309"/>
              <a:gd name="connsiteY29" fmla="*/ 256636 h 361975"/>
              <a:gd name="connsiteX30" fmla="*/ 201283 w 362309"/>
              <a:gd name="connsiteY30" fmla="*/ 277703 h 361975"/>
              <a:gd name="connsiteX31" fmla="*/ 194893 w 362309"/>
              <a:gd name="connsiteY31" fmla="*/ 284087 h 361975"/>
              <a:gd name="connsiteX32" fmla="*/ 167416 w 362309"/>
              <a:gd name="connsiteY32" fmla="*/ 284087 h 361975"/>
              <a:gd name="connsiteX33" fmla="*/ 161026 w 362309"/>
              <a:gd name="connsiteY33" fmla="*/ 277703 h 361975"/>
              <a:gd name="connsiteX34" fmla="*/ 161026 w 362309"/>
              <a:gd name="connsiteY34" fmla="*/ 256636 h 361975"/>
              <a:gd name="connsiteX35" fmla="*/ 112463 w 362309"/>
              <a:gd name="connsiteY35" fmla="*/ 256636 h 361975"/>
              <a:gd name="connsiteX36" fmla="*/ 106712 w 362309"/>
              <a:gd name="connsiteY36" fmla="*/ 252806 h 361975"/>
              <a:gd name="connsiteX37" fmla="*/ 107351 w 362309"/>
              <a:gd name="connsiteY37" fmla="*/ 246422 h 361975"/>
              <a:gd name="connsiteX38" fmla="*/ 141217 w 362309"/>
              <a:gd name="connsiteY38" fmla="*/ 201734 h 361975"/>
              <a:gd name="connsiteX39" fmla="*/ 126521 w 362309"/>
              <a:gd name="connsiteY39" fmla="*/ 201734 h 361975"/>
              <a:gd name="connsiteX40" fmla="*/ 120770 w 362309"/>
              <a:gd name="connsiteY40" fmla="*/ 197903 h 361975"/>
              <a:gd name="connsiteX41" fmla="*/ 121409 w 362309"/>
              <a:gd name="connsiteY41" fmla="*/ 191519 h 361975"/>
              <a:gd name="connsiteX42" fmla="*/ 155276 w 362309"/>
              <a:gd name="connsiteY42" fmla="*/ 146832 h 361975"/>
              <a:gd name="connsiteX43" fmla="*/ 140579 w 362309"/>
              <a:gd name="connsiteY43" fmla="*/ 146832 h 361975"/>
              <a:gd name="connsiteX44" fmla="*/ 134828 w 362309"/>
              <a:gd name="connsiteY44" fmla="*/ 143001 h 361975"/>
              <a:gd name="connsiteX45" fmla="*/ 135466 w 362309"/>
              <a:gd name="connsiteY45" fmla="*/ 136617 h 361975"/>
              <a:gd name="connsiteX46" fmla="*/ 177001 w 362309"/>
              <a:gd name="connsiteY46" fmla="*/ 81715 h 361975"/>
              <a:gd name="connsiteX47" fmla="*/ 187225 w 362309"/>
              <a:gd name="connsiteY47" fmla="*/ 81715 h 361975"/>
              <a:gd name="connsiteX48" fmla="*/ 228760 w 362309"/>
              <a:gd name="connsiteY48" fmla="*/ 136617 h 361975"/>
              <a:gd name="connsiteX49" fmla="*/ 229399 w 362309"/>
              <a:gd name="connsiteY49" fmla="*/ 143001 h 361975"/>
              <a:gd name="connsiteX50" fmla="*/ 223648 w 362309"/>
              <a:gd name="connsiteY50" fmla="*/ 146832 h 361975"/>
              <a:gd name="connsiteX51" fmla="*/ 208951 w 362309"/>
              <a:gd name="connsiteY51" fmla="*/ 146832 h 361975"/>
              <a:gd name="connsiteX52" fmla="*/ 242818 w 362309"/>
              <a:gd name="connsiteY52" fmla="*/ 191519 h 361975"/>
              <a:gd name="connsiteX53" fmla="*/ 243456 w 362309"/>
              <a:gd name="connsiteY53" fmla="*/ 197903 h 361975"/>
              <a:gd name="connsiteX54" fmla="*/ 237705 w 362309"/>
              <a:gd name="connsiteY54" fmla="*/ 201734 h 361975"/>
              <a:gd name="connsiteX55" fmla="*/ 223009 w 362309"/>
              <a:gd name="connsiteY55" fmla="*/ 201734 h 361975"/>
              <a:gd name="connsiteX56" fmla="*/ 256875 w 362309"/>
              <a:gd name="connsiteY56" fmla="*/ 246422 h 361975"/>
              <a:gd name="connsiteX57" fmla="*/ 255597 w 362309"/>
              <a:gd name="connsiteY57" fmla="*/ 252806 h 361975"/>
              <a:gd name="connsiteX58" fmla="*/ 362309 w 362309"/>
              <a:gd name="connsiteY58" fmla="*/ 181305 h 361975"/>
              <a:gd name="connsiteX59" fmla="*/ 181474 w 362309"/>
              <a:gd name="connsiteY59" fmla="*/ 0 h 361975"/>
              <a:gd name="connsiteX60" fmla="*/ 0 w 362309"/>
              <a:gd name="connsiteY60" fmla="*/ 180667 h 361975"/>
              <a:gd name="connsiteX61" fmla="*/ 180836 w 362309"/>
              <a:gd name="connsiteY61" fmla="*/ 361972 h 361975"/>
              <a:gd name="connsiteX62" fmla="*/ 362309 w 362309"/>
              <a:gd name="connsiteY62" fmla="*/ 181305 h 3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62309" h="361975">
                <a:moveTo>
                  <a:pt x="194893" y="243868"/>
                </a:moveTo>
                <a:lnTo>
                  <a:pt x="237067" y="243868"/>
                </a:lnTo>
                <a:lnTo>
                  <a:pt x="203839" y="199819"/>
                </a:lnTo>
                <a:cubicBezTo>
                  <a:pt x="203200" y="198542"/>
                  <a:pt x="202561" y="197265"/>
                  <a:pt x="202561" y="195988"/>
                </a:cubicBezTo>
                <a:lnTo>
                  <a:pt x="202561" y="195350"/>
                </a:lnTo>
                <a:cubicBezTo>
                  <a:pt x="202561" y="192158"/>
                  <a:pt x="205756" y="188966"/>
                  <a:pt x="208951" y="188966"/>
                </a:cubicBezTo>
                <a:lnTo>
                  <a:pt x="223009" y="188966"/>
                </a:lnTo>
                <a:lnTo>
                  <a:pt x="189142" y="144278"/>
                </a:lnTo>
                <a:cubicBezTo>
                  <a:pt x="187864" y="142363"/>
                  <a:pt x="187225" y="139809"/>
                  <a:pt x="188503" y="137894"/>
                </a:cubicBezTo>
                <a:cubicBezTo>
                  <a:pt x="189781" y="135979"/>
                  <a:pt x="191698" y="134064"/>
                  <a:pt x="194254" y="134064"/>
                </a:cubicBezTo>
                <a:lnTo>
                  <a:pt x="208951" y="134064"/>
                </a:lnTo>
                <a:lnTo>
                  <a:pt x="180196" y="95760"/>
                </a:lnTo>
                <a:lnTo>
                  <a:pt x="151441" y="134064"/>
                </a:lnTo>
                <a:lnTo>
                  <a:pt x="166138" y="134064"/>
                </a:lnTo>
                <a:cubicBezTo>
                  <a:pt x="168695" y="134064"/>
                  <a:pt x="170611" y="135340"/>
                  <a:pt x="171889" y="137894"/>
                </a:cubicBezTo>
                <a:cubicBezTo>
                  <a:pt x="173167" y="139809"/>
                  <a:pt x="172528" y="142363"/>
                  <a:pt x="171251" y="144278"/>
                </a:cubicBezTo>
                <a:lnTo>
                  <a:pt x="137384" y="188966"/>
                </a:lnTo>
                <a:lnTo>
                  <a:pt x="152081" y="188966"/>
                </a:lnTo>
                <a:cubicBezTo>
                  <a:pt x="154636" y="188966"/>
                  <a:pt x="156553" y="190243"/>
                  <a:pt x="157831" y="192796"/>
                </a:cubicBezTo>
                <a:cubicBezTo>
                  <a:pt x="159110" y="194711"/>
                  <a:pt x="158471" y="197265"/>
                  <a:pt x="157192" y="199180"/>
                </a:cubicBezTo>
                <a:lnTo>
                  <a:pt x="123326" y="243868"/>
                </a:lnTo>
                <a:lnTo>
                  <a:pt x="165500" y="243868"/>
                </a:lnTo>
                <a:cubicBezTo>
                  <a:pt x="169333" y="243868"/>
                  <a:pt x="171889" y="246422"/>
                  <a:pt x="171889" y="250252"/>
                </a:cubicBezTo>
                <a:lnTo>
                  <a:pt x="171889" y="271319"/>
                </a:lnTo>
                <a:lnTo>
                  <a:pt x="186586" y="271319"/>
                </a:lnTo>
                <a:lnTo>
                  <a:pt x="186586" y="250252"/>
                </a:lnTo>
                <a:cubicBezTo>
                  <a:pt x="188503" y="246422"/>
                  <a:pt x="191698" y="243868"/>
                  <a:pt x="194893" y="243868"/>
                </a:cubicBezTo>
                <a:moveTo>
                  <a:pt x="255597" y="252806"/>
                </a:moveTo>
                <a:cubicBezTo>
                  <a:pt x="254320" y="254721"/>
                  <a:pt x="252403" y="256636"/>
                  <a:pt x="249846" y="256636"/>
                </a:cubicBezTo>
                <a:lnTo>
                  <a:pt x="201283" y="256636"/>
                </a:lnTo>
                <a:lnTo>
                  <a:pt x="201283" y="277703"/>
                </a:lnTo>
                <a:cubicBezTo>
                  <a:pt x="201283" y="281533"/>
                  <a:pt x="198727" y="284087"/>
                  <a:pt x="194893" y="284087"/>
                </a:cubicBezTo>
                <a:lnTo>
                  <a:pt x="167416" y="284087"/>
                </a:lnTo>
                <a:cubicBezTo>
                  <a:pt x="163582" y="284087"/>
                  <a:pt x="161026" y="281533"/>
                  <a:pt x="161026" y="277703"/>
                </a:cubicBezTo>
                <a:lnTo>
                  <a:pt x="161026" y="256636"/>
                </a:lnTo>
                <a:lnTo>
                  <a:pt x="112463" y="256636"/>
                </a:lnTo>
                <a:cubicBezTo>
                  <a:pt x="109907" y="256636"/>
                  <a:pt x="107990" y="255359"/>
                  <a:pt x="106712" y="252806"/>
                </a:cubicBezTo>
                <a:cubicBezTo>
                  <a:pt x="105434" y="250890"/>
                  <a:pt x="106073" y="248337"/>
                  <a:pt x="107351" y="246422"/>
                </a:cubicBezTo>
                <a:lnTo>
                  <a:pt x="141217" y="201734"/>
                </a:lnTo>
                <a:lnTo>
                  <a:pt x="126521" y="201734"/>
                </a:lnTo>
                <a:cubicBezTo>
                  <a:pt x="123965" y="201734"/>
                  <a:pt x="122048" y="200457"/>
                  <a:pt x="120770" y="197903"/>
                </a:cubicBezTo>
                <a:cubicBezTo>
                  <a:pt x="119492" y="195988"/>
                  <a:pt x="120131" y="193435"/>
                  <a:pt x="121409" y="191519"/>
                </a:cubicBezTo>
                <a:lnTo>
                  <a:pt x="155276" y="146832"/>
                </a:lnTo>
                <a:lnTo>
                  <a:pt x="140579" y="146832"/>
                </a:lnTo>
                <a:cubicBezTo>
                  <a:pt x="138022" y="146832"/>
                  <a:pt x="136106" y="145555"/>
                  <a:pt x="134828" y="143001"/>
                </a:cubicBezTo>
                <a:cubicBezTo>
                  <a:pt x="133550" y="141086"/>
                  <a:pt x="134189" y="138532"/>
                  <a:pt x="135466" y="136617"/>
                </a:cubicBezTo>
                <a:lnTo>
                  <a:pt x="177001" y="81715"/>
                </a:lnTo>
                <a:cubicBezTo>
                  <a:pt x="179557" y="78523"/>
                  <a:pt x="184669" y="78523"/>
                  <a:pt x="187225" y="81715"/>
                </a:cubicBezTo>
                <a:lnTo>
                  <a:pt x="228760" y="136617"/>
                </a:lnTo>
                <a:cubicBezTo>
                  <a:pt x="230038" y="138532"/>
                  <a:pt x="230677" y="141086"/>
                  <a:pt x="229399" y="143001"/>
                </a:cubicBezTo>
                <a:cubicBezTo>
                  <a:pt x="228120" y="144916"/>
                  <a:pt x="226204" y="146832"/>
                  <a:pt x="223648" y="146832"/>
                </a:cubicBezTo>
                <a:lnTo>
                  <a:pt x="208951" y="146832"/>
                </a:lnTo>
                <a:lnTo>
                  <a:pt x="242818" y="191519"/>
                </a:lnTo>
                <a:cubicBezTo>
                  <a:pt x="244095" y="193435"/>
                  <a:pt x="244735" y="195988"/>
                  <a:pt x="243456" y="197903"/>
                </a:cubicBezTo>
                <a:cubicBezTo>
                  <a:pt x="242179" y="199819"/>
                  <a:pt x="240261" y="201734"/>
                  <a:pt x="237705" y="201734"/>
                </a:cubicBezTo>
                <a:lnTo>
                  <a:pt x="223009" y="201734"/>
                </a:lnTo>
                <a:lnTo>
                  <a:pt x="256875" y="246422"/>
                </a:lnTo>
                <a:cubicBezTo>
                  <a:pt x="256875" y="248337"/>
                  <a:pt x="256875" y="250890"/>
                  <a:pt x="255597" y="252806"/>
                </a:cubicBezTo>
                <a:moveTo>
                  <a:pt x="362309" y="181305"/>
                </a:moveTo>
                <a:cubicBezTo>
                  <a:pt x="362309" y="81076"/>
                  <a:pt x="281157" y="0"/>
                  <a:pt x="181474" y="0"/>
                </a:cubicBezTo>
                <a:cubicBezTo>
                  <a:pt x="81152" y="0"/>
                  <a:pt x="0" y="81076"/>
                  <a:pt x="0" y="180667"/>
                </a:cubicBezTo>
                <a:cubicBezTo>
                  <a:pt x="0" y="280895"/>
                  <a:pt x="81152" y="361972"/>
                  <a:pt x="180836" y="361972"/>
                </a:cubicBezTo>
                <a:cubicBezTo>
                  <a:pt x="281157" y="362610"/>
                  <a:pt x="362309" y="281533"/>
                  <a:pt x="362309" y="181305"/>
                </a:cubicBezTo>
              </a:path>
            </a:pathLst>
          </a:custGeom>
          <a:solidFill>
            <a:srgbClr val="26890D"/>
          </a:solidFill>
          <a:ln w="6390" cap="flat">
            <a:noFill/>
            <a:prstDash val="solid"/>
            <a:miter/>
          </a:ln>
        </p:spPr>
        <p:txBody>
          <a:bodyPr rtlCol="0" anchor="ctr"/>
          <a:lstStyle/>
          <a:p>
            <a:endParaRPr lang="en-US"/>
          </a:p>
        </p:txBody>
      </p:sp>
      <p:grpSp>
        <p:nvGrpSpPr>
          <p:cNvPr id="862" name="Graphic 6">
            <a:extLst>
              <a:ext uri="{FF2B5EF4-FFF2-40B4-BE49-F238E27FC236}">
                <a16:creationId xmlns:a16="http://schemas.microsoft.com/office/drawing/2014/main" id="{01B18B8C-C5BE-9044-BF88-DAB9664EE1F2}"/>
              </a:ext>
            </a:extLst>
          </p:cNvPr>
          <p:cNvGrpSpPr/>
          <p:nvPr/>
        </p:nvGrpSpPr>
        <p:grpSpPr>
          <a:xfrm>
            <a:off x="7192513" y="1893651"/>
            <a:ext cx="362309" cy="361971"/>
            <a:chOff x="7192513" y="1893651"/>
            <a:chExt cx="362309" cy="361971"/>
          </a:xfrm>
          <a:solidFill>
            <a:srgbClr val="26890D"/>
          </a:solidFill>
        </p:grpSpPr>
        <p:sp>
          <p:nvSpPr>
            <p:cNvPr id="863" name="Graphic 6">
              <a:extLst>
                <a:ext uri="{FF2B5EF4-FFF2-40B4-BE49-F238E27FC236}">
                  <a16:creationId xmlns:a16="http://schemas.microsoft.com/office/drawing/2014/main" id="{DC7E774D-32A8-B54A-A97B-B78E13BD7F56}"/>
                </a:ext>
              </a:extLst>
            </p:cNvPr>
            <p:cNvSpPr/>
            <p:nvPr/>
          </p:nvSpPr>
          <p:spPr>
            <a:xfrm>
              <a:off x="7303523" y="2002817"/>
              <a:ext cx="143034" cy="136165"/>
            </a:xfrm>
            <a:custGeom>
              <a:avLst/>
              <a:gdLst>
                <a:gd name="connsiteX0" fmla="*/ 96663 w 143034"/>
                <a:gd name="connsiteY0" fmla="*/ 56179 h 136165"/>
                <a:gd name="connsiteX1" fmla="*/ 38514 w 143034"/>
                <a:gd name="connsiteY1" fmla="*/ 103420 h 136165"/>
                <a:gd name="connsiteX2" fmla="*/ 32763 w 143034"/>
                <a:gd name="connsiteY2" fmla="*/ 107251 h 136165"/>
                <a:gd name="connsiteX3" fmla="*/ 30207 w 143034"/>
                <a:gd name="connsiteY3" fmla="*/ 106612 h 136165"/>
                <a:gd name="connsiteX4" fmla="*/ 26373 w 143034"/>
                <a:gd name="connsiteY4" fmla="*/ 98313 h 136165"/>
                <a:gd name="connsiteX5" fmla="*/ 94106 w 143034"/>
                <a:gd name="connsiteY5" fmla="*/ 42773 h 136165"/>
                <a:gd name="connsiteX6" fmla="*/ 101775 w 143034"/>
                <a:gd name="connsiteY6" fmla="*/ 47880 h 136165"/>
                <a:gd name="connsiteX7" fmla="*/ 96663 w 143034"/>
                <a:gd name="connsiteY7" fmla="*/ 56179 h 136165"/>
                <a:gd name="connsiteX8" fmla="*/ 68547 w 143034"/>
                <a:gd name="connsiteY8" fmla="*/ 21706 h 136165"/>
                <a:gd name="connsiteX9" fmla="*/ 23178 w 143034"/>
                <a:gd name="connsiteY9" fmla="*/ 33197 h 136165"/>
                <a:gd name="connsiteX10" fmla="*/ 175 w 143034"/>
                <a:gd name="connsiteY10" fmla="*/ 73416 h 136165"/>
                <a:gd name="connsiteX11" fmla="*/ 16788 w 143034"/>
                <a:gd name="connsiteY11" fmla="*/ 118742 h 136165"/>
                <a:gd name="connsiteX12" fmla="*/ 104331 w 143034"/>
                <a:gd name="connsiteY12" fmla="*/ 116188 h 136165"/>
                <a:gd name="connsiteX13" fmla="*/ 142031 w 143034"/>
                <a:gd name="connsiteY13" fmla="*/ 0 h 136165"/>
                <a:gd name="connsiteX14" fmla="*/ 68547 w 143034"/>
                <a:gd name="connsiteY14" fmla="*/ 21706 h 136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3034" h="136165">
                  <a:moveTo>
                    <a:pt x="96663" y="56179"/>
                  </a:moveTo>
                  <a:cubicBezTo>
                    <a:pt x="54489" y="63201"/>
                    <a:pt x="39153" y="102144"/>
                    <a:pt x="38514" y="103420"/>
                  </a:cubicBezTo>
                  <a:cubicBezTo>
                    <a:pt x="37237" y="105974"/>
                    <a:pt x="35319" y="107251"/>
                    <a:pt x="32763" y="107251"/>
                  </a:cubicBezTo>
                  <a:cubicBezTo>
                    <a:pt x="32124" y="107251"/>
                    <a:pt x="31486" y="107251"/>
                    <a:pt x="30207" y="106612"/>
                  </a:cubicBezTo>
                  <a:cubicBezTo>
                    <a:pt x="27012" y="105336"/>
                    <a:pt x="25096" y="101505"/>
                    <a:pt x="26373" y="98313"/>
                  </a:cubicBezTo>
                  <a:cubicBezTo>
                    <a:pt x="27012" y="96398"/>
                    <a:pt x="44904" y="51710"/>
                    <a:pt x="94106" y="42773"/>
                  </a:cubicBezTo>
                  <a:cubicBezTo>
                    <a:pt x="97941" y="42134"/>
                    <a:pt x="101136" y="44688"/>
                    <a:pt x="101775" y="47880"/>
                  </a:cubicBezTo>
                  <a:cubicBezTo>
                    <a:pt x="102414" y="52349"/>
                    <a:pt x="100496" y="55541"/>
                    <a:pt x="96663" y="56179"/>
                  </a:cubicBezTo>
                  <a:moveTo>
                    <a:pt x="68547" y="21706"/>
                  </a:moveTo>
                  <a:cubicBezTo>
                    <a:pt x="51933" y="22344"/>
                    <a:pt x="37875" y="22982"/>
                    <a:pt x="23178" y="33197"/>
                  </a:cubicBezTo>
                  <a:cubicBezTo>
                    <a:pt x="9760" y="42773"/>
                    <a:pt x="1452" y="57456"/>
                    <a:pt x="175" y="73416"/>
                  </a:cubicBezTo>
                  <a:cubicBezTo>
                    <a:pt x="-1103" y="90014"/>
                    <a:pt x="4647" y="106612"/>
                    <a:pt x="16788" y="118742"/>
                  </a:cubicBezTo>
                  <a:cubicBezTo>
                    <a:pt x="41070" y="143001"/>
                    <a:pt x="78771" y="141724"/>
                    <a:pt x="104331" y="116188"/>
                  </a:cubicBezTo>
                  <a:cubicBezTo>
                    <a:pt x="127973" y="92568"/>
                    <a:pt x="147782" y="45965"/>
                    <a:pt x="142031" y="0"/>
                  </a:cubicBezTo>
                  <a:cubicBezTo>
                    <a:pt x="112637" y="19790"/>
                    <a:pt x="89634" y="21067"/>
                    <a:pt x="68547" y="21706"/>
                  </a:cubicBezTo>
                </a:path>
              </a:pathLst>
            </a:custGeom>
            <a:solidFill>
              <a:srgbClr val="26890D"/>
            </a:solidFill>
            <a:ln w="6390" cap="flat">
              <a:noFill/>
              <a:prstDash val="solid"/>
              <a:miter/>
            </a:ln>
          </p:spPr>
          <p:txBody>
            <a:bodyPr rtlCol="0" anchor="ctr"/>
            <a:lstStyle/>
            <a:p>
              <a:endParaRPr lang="en-US"/>
            </a:p>
          </p:txBody>
        </p:sp>
        <p:sp>
          <p:nvSpPr>
            <p:cNvPr id="864" name="Graphic 6">
              <a:extLst>
                <a:ext uri="{FF2B5EF4-FFF2-40B4-BE49-F238E27FC236}">
                  <a16:creationId xmlns:a16="http://schemas.microsoft.com/office/drawing/2014/main" id="{0745B9C5-F51F-8240-A648-06DD8481A5E9}"/>
                </a:ext>
              </a:extLst>
            </p:cNvPr>
            <p:cNvSpPr/>
            <p:nvPr/>
          </p:nvSpPr>
          <p:spPr>
            <a:xfrm>
              <a:off x="7192513" y="1893651"/>
              <a:ext cx="362309" cy="361971"/>
            </a:xfrm>
            <a:custGeom>
              <a:avLst/>
              <a:gdLst>
                <a:gd name="connsiteX0" fmla="*/ 224287 w 362309"/>
                <a:gd name="connsiteY0" fmla="*/ 234292 h 361971"/>
                <a:gd name="connsiteX1" fmla="*/ 169333 w 362309"/>
                <a:gd name="connsiteY1" fmla="*/ 257913 h 361971"/>
                <a:gd name="connsiteX2" fmla="*/ 122687 w 362309"/>
                <a:gd name="connsiteY2" fmla="*/ 240676 h 361971"/>
                <a:gd name="connsiteX3" fmla="*/ 107990 w 362309"/>
                <a:gd name="connsiteY3" fmla="*/ 263658 h 361971"/>
                <a:gd name="connsiteX4" fmla="*/ 101600 w 362309"/>
                <a:gd name="connsiteY4" fmla="*/ 270042 h 361971"/>
                <a:gd name="connsiteX5" fmla="*/ 101600 w 362309"/>
                <a:gd name="connsiteY5" fmla="*/ 270042 h 361971"/>
                <a:gd name="connsiteX6" fmla="*/ 95210 w 362309"/>
                <a:gd name="connsiteY6" fmla="*/ 263658 h 361971"/>
                <a:gd name="connsiteX7" fmla="*/ 113741 w 362309"/>
                <a:gd name="connsiteY7" fmla="*/ 231738 h 361971"/>
                <a:gd name="connsiteX8" fmla="*/ 98405 w 362309"/>
                <a:gd name="connsiteY8" fmla="*/ 181305 h 361971"/>
                <a:gd name="connsiteX9" fmla="*/ 126521 w 362309"/>
                <a:gd name="connsiteY9" fmla="*/ 131510 h 361971"/>
                <a:gd name="connsiteX10" fmla="*/ 178918 w 362309"/>
                <a:gd name="connsiteY10" fmla="*/ 117465 h 361971"/>
                <a:gd name="connsiteX11" fmla="*/ 253681 w 362309"/>
                <a:gd name="connsiteY11" fmla="*/ 92568 h 361971"/>
                <a:gd name="connsiteX12" fmla="*/ 260071 w 362309"/>
                <a:gd name="connsiteY12" fmla="*/ 91929 h 361971"/>
                <a:gd name="connsiteX13" fmla="*/ 263905 w 362309"/>
                <a:gd name="connsiteY13" fmla="*/ 96398 h 361971"/>
                <a:gd name="connsiteX14" fmla="*/ 224287 w 362309"/>
                <a:gd name="connsiteY14" fmla="*/ 234292 h 361971"/>
                <a:gd name="connsiteX15" fmla="*/ 181474 w 362309"/>
                <a:gd name="connsiteY15" fmla="*/ 0 h 361971"/>
                <a:gd name="connsiteX16" fmla="*/ 0 w 362309"/>
                <a:gd name="connsiteY16" fmla="*/ 180667 h 361971"/>
                <a:gd name="connsiteX17" fmla="*/ 180836 w 362309"/>
                <a:gd name="connsiteY17" fmla="*/ 361972 h 361971"/>
                <a:gd name="connsiteX18" fmla="*/ 362310 w 362309"/>
                <a:gd name="connsiteY18" fmla="*/ 181305 h 361971"/>
                <a:gd name="connsiteX19" fmla="*/ 181474 w 362309"/>
                <a:gd name="connsiteY19"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309" h="361971">
                  <a:moveTo>
                    <a:pt x="224287" y="234292"/>
                  </a:moveTo>
                  <a:cubicBezTo>
                    <a:pt x="208951" y="249614"/>
                    <a:pt x="189142" y="257913"/>
                    <a:pt x="169333" y="257913"/>
                  </a:cubicBezTo>
                  <a:cubicBezTo>
                    <a:pt x="152720" y="257913"/>
                    <a:pt x="136106" y="252167"/>
                    <a:pt x="122687" y="240676"/>
                  </a:cubicBezTo>
                  <a:cubicBezTo>
                    <a:pt x="108629" y="253444"/>
                    <a:pt x="107990" y="263658"/>
                    <a:pt x="107990" y="263658"/>
                  </a:cubicBezTo>
                  <a:cubicBezTo>
                    <a:pt x="107990" y="266850"/>
                    <a:pt x="104795" y="270042"/>
                    <a:pt x="101600" y="270042"/>
                  </a:cubicBezTo>
                  <a:lnTo>
                    <a:pt x="101600" y="270042"/>
                  </a:lnTo>
                  <a:cubicBezTo>
                    <a:pt x="98405" y="270042"/>
                    <a:pt x="95210" y="267489"/>
                    <a:pt x="95210" y="263658"/>
                  </a:cubicBezTo>
                  <a:cubicBezTo>
                    <a:pt x="95210" y="261743"/>
                    <a:pt x="95849" y="247698"/>
                    <a:pt x="113741" y="231738"/>
                  </a:cubicBezTo>
                  <a:cubicBezTo>
                    <a:pt x="102239" y="217694"/>
                    <a:pt x="96488" y="199819"/>
                    <a:pt x="98405" y="181305"/>
                  </a:cubicBezTo>
                  <a:cubicBezTo>
                    <a:pt x="100322" y="161515"/>
                    <a:pt x="110546" y="143001"/>
                    <a:pt x="126521" y="131510"/>
                  </a:cubicBezTo>
                  <a:cubicBezTo>
                    <a:pt x="144412" y="118742"/>
                    <a:pt x="161027" y="118104"/>
                    <a:pt x="178918" y="117465"/>
                  </a:cubicBezTo>
                  <a:cubicBezTo>
                    <a:pt x="200644" y="116827"/>
                    <a:pt x="223009" y="116189"/>
                    <a:pt x="253681" y="92568"/>
                  </a:cubicBezTo>
                  <a:cubicBezTo>
                    <a:pt x="255597" y="91291"/>
                    <a:pt x="257515" y="90653"/>
                    <a:pt x="260071" y="91929"/>
                  </a:cubicBezTo>
                  <a:cubicBezTo>
                    <a:pt x="261987" y="92568"/>
                    <a:pt x="263905" y="94483"/>
                    <a:pt x="263905" y="96398"/>
                  </a:cubicBezTo>
                  <a:cubicBezTo>
                    <a:pt x="275406" y="150024"/>
                    <a:pt x="252403" y="206841"/>
                    <a:pt x="224287" y="234292"/>
                  </a:cubicBezTo>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81077"/>
                    <a:pt x="281157" y="0"/>
                    <a:pt x="181474" y="0"/>
                  </a:cubicBezTo>
                </a:path>
              </a:pathLst>
            </a:custGeom>
            <a:solidFill>
              <a:srgbClr val="26890D"/>
            </a:solidFill>
            <a:ln w="6390" cap="flat">
              <a:noFill/>
              <a:prstDash val="solid"/>
              <a:miter/>
            </a:ln>
          </p:spPr>
          <p:txBody>
            <a:bodyPr rtlCol="0" anchor="ctr"/>
            <a:lstStyle/>
            <a:p>
              <a:endParaRPr lang="en-US"/>
            </a:p>
          </p:txBody>
        </p:sp>
      </p:grpSp>
      <p:sp>
        <p:nvSpPr>
          <p:cNvPr id="865" name="Graphic 6">
            <a:extLst>
              <a:ext uri="{FF2B5EF4-FFF2-40B4-BE49-F238E27FC236}">
                <a16:creationId xmlns:a16="http://schemas.microsoft.com/office/drawing/2014/main" id="{F7C85497-4DBE-F047-843B-0F095564D279}"/>
              </a:ext>
            </a:extLst>
          </p:cNvPr>
          <p:cNvSpPr/>
          <p:nvPr/>
        </p:nvSpPr>
        <p:spPr>
          <a:xfrm>
            <a:off x="7191874" y="3340261"/>
            <a:ext cx="362309" cy="361971"/>
          </a:xfrm>
          <a:custGeom>
            <a:avLst/>
            <a:gdLst>
              <a:gd name="connsiteX0" fmla="*/ 166138 w 362309"/>
              <a:gd name="connsiteY0" fmla="*/ 125126 h 361971"/>
              <a:gd name="connsiteX1" fmla="*/ 166777 w 362309"/>
              <a:gd name="connsiteY1" fmla="*/ 123849 h 361971"/>
              <a:gd name="connsiteX2" fmla="*/ 166138 w 362309"/>
              <a:gd name="connsiteY2" fmla="*/ 121934 h 361971"/>
              <a:gd name="connsiteX3" fmla="*/ 165500 w 362309"/>
              <a:gd name="connsiteY3" fmla="*/ 117465 h 361971"/>
              <a:gd name="connsiteX4" fmla="*/ 162943 w 362309"/>
              <a:gd name="connsiteY4" fmla="*/ 114273 h 361971"/>
              <a:gd name="connsiteX5" fmla="*/ 122048 w 362309"/>
              <a:gd name="connsiteY5" fmla="*/ 112358 h 361971"/>
              <a:gd name="connsiteX6" fmla="*/ 161026 w 362309"/>
              <a:gd name="connsiteY6" fmla="*/ 133425 h 361971"/>
              <a:gd name="connsiteX7" fmla="*/ 166138 w 362309"/>
              <a:gd name="connsiteY7" fmla="*/ 125126 h 361971"/>
              <a:gd name="connsiteX8" fmla="*/ 241540 w 362309"/>
              <a:gd name="connsiteY8" fmla="*/ 95760 h 361971"/>
              <a:gd name="connsiteX9" fmla="*/ 212146 w 362309"/>
              <a:gd name="connsiteY9" fmla="*/ 92568 h 361971"/>
              <a:gd name="connsiteX10" fmla="*/ 182752 w 362309"/>
              <a:gd name="connsiteY10" fmla="*/ 100867 h 361971"/>
              <a:gd name="connsiteX11" fmla="*/ 178279 w 362309"/>
              <a:gd name="connsiteY11" fmla="*/ 119381 h 361971"/>
              <a:gd name="connsiteX12" fmla="*/ 178279 w 362309"/>
              <a:gd name="connsiteY12" fmla="*/ 120019 h 361971"/>
              <a:gd name="connsiteX13" fmla="*/ 185947 w 362309"/>
              <a:gd name="connsiteY13" fmla="*/ 131510 h 361971"/>
              <a:gd name="connsiteX14" fmla="*/ 241540 w 362309"/>
              <a:gd name="connsiteY14" fmla="*/ 95760 h 361971"/>
              <a:gd name="connsiteX15" fmla="*/ 258792 w 362309"/>
              <a:gd name="connsiteY15" fmla="*/ 95760 h 361971"/>
              <a:gd name="connsiteX16" fmla="*/ 189142 w 362309"/>
              <a:gd name="connsiteY16" fmla="*/ 143640 h 361971"/>
              <a:gd name="connsiteX17" fmla="*/ 183391 w 362309"/>
              <a:gd name="connsiteY17" fmla="*/ 143001 h 361971"/>
              <a:gd name="connsiteX18" fmla="*/ 177641 w 362309"/>
              <a:gd name="connsiteY18" fmla="*/ 140448 h 361971"/>
              <a:gd name="connsiteX19" fmla="*/ 177641 w 362309"/>
              <a:gd name="connsiteY19" fmla="*/ 276427 h 361971"/>
              <a:gd name="connsiteX20" fmla="*/ 171251 w 362309"/>
              <a:gd name="connsiteY20" fmla="*/ 282811 h 361971"/>
              <a:gd name="connsiteX21" fmla="*/ 164861 w 362309"/>
              <a:gd name="connsiteY21" fmla="*/ 276427 h 361971"/>
              <a:gd name="connsiteX22" fmla="*/ 164861 w 362309"/>
              <a:gd name="connsiteY22" fmla="*/ 145555 h 361971"/>
              <a:gd name="connsiteX23" fmla="*/ 164221 w 362309"/>
              <a:gd name="connsiteY23" fmla="*/ 145555 h 361971"/>
              <a:gd name="connsiteX24" fmla="*/ 158471 w 362309"/>
              <a:gd name="connsiteY24" fmla="*/ 146193 h 361971"/>
              <a:gd name="connsiteX25" fmla="*/ 104156 w 362309"/>
              <a:gd name="connsiteY25" fmla="*/ 112997 h 361971"/>
              <a:gd name="connsiteX26" fmla="*/ 102878 w 362309"/>
              <a:gd name="connsiteY26" fmla="*/ 106613 h 361971"/>
              <a:gd name="connsiteX27" fmla="*/ 107351 w 362309"/>
              <a:gd name="connsiteY27" fmla="*/ 102144 h 361971"/>
              <a:gd name="connsiteX28" fmla="*/ 167416 w 362309"/>
              <a:gd name="connsiteY28" fmla="*/ 101505 h 361971"/>
              <a:gd name="connsiteX29" fmla="*/ 173806 w 362309"/>
              <a:gd name="connsiteY29" fmla="*/ 91291 h 361971"/>
              <a:gd name="connsiteX30" fmla="*/ 255597 w 362309"/>
              <a:gd name="connsiteY30" fmla="*/ 84907 h 361971"/>
              <a:gd name="connsiteX31" fmla="*/ 260070 w 362309"/>
              <a:gd name="connsiteY31" fmla="*/ 89376 h 361971"/>
              <a:gd name="connsiteX32" fmla="*/ 258792 w 362309"/>
              <a:gd name="connsiteY32" fmla="*/ 95760 h 361971"/>
              <a:gd name="connsiteX33" fmla="*/ 362309 w 362309"/>
              <a:gd name="connsiteY33" fmla="*/ 181305 h 361971"/>
              <a:gd name="connsiteX34" fmla="*/ 181474 w 362309"/>
              <a:gd name="connsiteY34" fmla="*/ 0 h 361971"/>
              <a:gd name="connsiteX35" fmla="*/ 0 w 362309"/>
              <a:gd name="connsiteY35" fmla="*/ 180667 h 361971"/>
              <a:gd name="connsiteX36" fmla="*/ 180836 w 362309"/>
              <a:gd name="connsiteY36" fmla="*/ 361972 h 361971"/>
              <a:gd name="connsiteX37" fmla="*/ 362309 w 362309"/>
              <a:gd name="connsiteY37" fmla="*/ 18130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2309" h="361971">
                <a:moveTo>
                  <a:pt x="166138" y="125126"/>
                </a:moveTo>
                <a:cubicBezTo>
                  <a:pt x="166138" y="124488"/>
                  <a:pt x="166777" y="124488"/>
                  <a:pt x="166777" y="123849"/>
                </a:cubicBezTo>
                <a:cubicBezTo>
                  <a:pt x="166777" y="123211"/>
                  <a:pt x="166138" y="122573"/>
                  <a:pt x="166138" y="121934"/>
                </a:cubicBezTo>
                <a:cubicBezTo>
                  <a:pt x="166138" y="121296"/>
                  <a:pt x="165500" y="119381"/>
                  <a:pt x="165500" y="117465"/>
                </a:cubicBezTo>
                <a:cubicBezTo>
                  <a:pt x="164861" y="116189"/>
                  <a:pt x="164221" y="115550"/>
                  <a:pt x="162943" y="114273"/>
                </a:cubicBezTo>
                <a:cubicBezTo>
                  <a:pt x="159110" y="111081"/>
                  <a:pt x="148246" y="107251"/>
                  <a:pt x="122048" y="112358"/>
                </a:cubicBezTo>
                <a:cubicBezTo>
                  <a:pt x="135466" y="123849"/>
                  <a:pt x="152720" y="135341"/>
                  <a:pt x="161026" y="133425"/>
                </a:cubicBezTo>
                <a:cubicBezTo>
                  <a:pt x="161666" y="133425"/>
                  <a:pt x="164861" y="132149"/>
                  <a:pt x="166138" y="125126"/>
                </a:cubicBezTo>
                <a:moveTo>
                  <a:pt x="241540" y="95760"/>
                </a:moveTo>
                <a:cubicBezTo>
                  <a:pt x="229399" y="93206"/>
                  <a:pt x="219814" y="92568"/>
                  <a:pt x="212146" y="92568"/>
                </a:cubicBezTo>
                <a:cubicBezTo>
                  <a:pt x="194254" y="92568"/>
                  <a:pt x="186586" y="97037"/>
                  <a:pt x="182752" y="100867"/>
                </a:cubicBezTo>
                <a:cubicBezTo>
                  <a:pt x="175723" y="108528"/>
                  <a:pt x="178279" y="118742"/>
                  <a:pt x="178279" y="119381"/>
                </a:cubicBezTo>
                <a:cubicBezTo>
                  <a:pt x="178279" y="119381"/>
                  <a:pt x="178279" y="119381"/>
                  <a:pt x="178279" y="120019"/>
                </a:cubicBezTo>
                <a:cubicBezTo>
                  <a:pt x="180196" y="130233"/>
                  <a:pt x="184669" y="130872"/>
                  <a:pt x="185947" y="131510"/>
                </a:cubicBezTo>
                <a:cubicBezTo>
                  <a:pt x="198088" y="134064"/>
                  <a:pt x="223648" y="114273"/>
                  <a:pt x="241540" y="95760"/>
                </a:cubicBezTo>
                <a:moveTo>
                  <a:pt x="258792" y="95760"/>
                </a:moveTo>
                <a:cubicBezTo>
                  <a:pt x="251125" y="104059"/>
                  <a:pt x="214702" y="143640"/>
                  <a:pt x="189142" y="143640"/>
                </a:cubicBezTo>
                <a:cubicBezTo>
                  <a:pt x="187225" y="143640"/>
                  <a:pt x="185308" y="143640"/>
                  <a:pt x="183391" y="143001"/>
                </a:cubicBezTo>
                <a:cubicBezTo>
                  <a:pt x="181474" y="142363"/>
                  <a:pt x="179557" y="141724"/>
                  <a:pt x="177641" y="140448"/>
                </a:cubicBezTo>
                <a:lnTo>
                  <a:pt x="177641" y="276427"/>
                </a:lnTo>
                <a:cubicBezTo>
                  <a:pt x="177641" y="280257"/>
                  <a:pt x="175084" y="282811"/>
                  <a:pt x="171251" y="282811"/>
                </a:cubicBezTo>
                <a:cubicBezTo>
                  <a:pt x="167416" y="282811"/>
                  <a:pt x="164861" y="280257"/>
                  <a:pt x="164861" y="276427"/>
                </a:cubicBezTo>
                <a:lnTo>
                  <a:pt x="164861" y="145555"/>
                </a:lnTo>
                <a:lnTo>
                  <a:pt x="164221" y="145555"/>
                </a:lnTo>
                <a:cubicBezTo>
                  <a:pt x="162305" y="146193"/>
                  <a:pt x="160387" y="146193"/>
                  <a:pt x="158471" y="146193"/>
                </a:cubicBezTo>
                <a:cubicBezTo>
                  <a:pt x="137384" y="146193"/>
                  <a:pt x="109907" y="118742"/>
                  <a:pt x="104156" y="112997"/>
                </a:cubicBezTo>
                <a:cubicBezTo>
                  <a:pt x="102239" y="111081"/>
                  <a:pt x="102239" y="109166"/>
                  <a:pt x="102878" y="106613"/>
                </a:cubicBezTo>
                <a:cubicBezTo>
                  <a:pt x="103517" y="104697"/>
                  <a:pt x="105434" y="102782"/>
                  <a:pt x="107351" y="102144"/>
                </a:cubicBezTo>
                <a:cubicBezTo>
                  <a:pt x="136106" y="95121"/>
                  <a:pt x="155915" y="95121"/>
                  <a:pt x="167416" y="101505"/>
                </a:cubicBezTo>
                <a:cubicBezTo>
                  <a:pt x="168695" y="98313"/>
                  <a:pt x="170611" y="94483"/>
                  <a:pt x="173806" y="91291"/>
                </a:cubicBezTo>
                <a:cubicBezTo>
                  <a:pt x="187225" y="77246"/>
                  <a:pt x="214702" y="75331"/>
                  <a:pt x="255597" y="84907"/>
                </a:cubicBezTo>
                <a:cubicBezTo>
                  <a:pt x="257515" y="85546"/>
                  <a:pt x="259431" y="86822"/>
                  <a:pt x="260070" y="89376"/>
                </a:cubicBezTo>
                <a:cubicBezTo>
                  <a:pt x="260710" y="91930"/>
                  <a:pt x="260070" y="94483"/>
                  <a:pt x="258792" y="95760"/>
                </a:cubicBezTo>
                <a:moveTo>
                  <a:pt x="362309" y="181305"/>
                </a:moveTo>
                <a:cubicBezTo>
                  <a:pt x="362309" y="81077"/>
                  <a:pt x="281157" y="0"/>
                  <a:pt x="181474" y="0"/>
                </a:cubicBezTo>
                <a:cubicBezTo>
                  <a:pt x="81152" y="0"/>
                  <a:pt x="0" y="81077"/>
                  <a:pt x="0" y="180667"/>
                </a:cubicBezTo>
                <a:cubicBezTo>
                  <a:pt x="0" y="280895"/>
                  <a:pt x="81152" y="361972"/>
                  <a:pt x="180836" y="361972"/>
                </a:cubicBezTo>
                <a:cubicBezTo>
                  <a:pt x="281157" y="361972"/>
                  <a:pt x="362309" y="280895"/>
                  <a:pt x="362309" y="181305"/>
                </a:cubicBezTo>
              </a:path>
            </a:pathLst>
          </a:custGeom>
          <a:solidFill>
            <a:srgbClr val="26890D"/>
          </a:solidFill>
          <a:ln w="6390" cap="flat">
            <a:noFill/>
            <a:prstDash val="solid"/>
            <a:miter/>
          </a:ln>
        </p:spPr>
        <p:txBody>
          <a:bodyPr rtlCol="0" anchor="ctr"/>
          <a:lstStyle/>
          <a:p>
            <a:endParaRPr lang="en-US"/>
          </a:p>
        </p:txBody>
      </p:sp>
      <p:sp>
        <p:nvSpPr>
          <p:cNvPr id="866" name="Graphic 6">
            <a:extLst>
              <a:ext uri="{FF2B5EF4-FFF2-40B4-BE49-F238E27FC236}">
                <a16:creationId xmlns:a16="http://schemas.microsoft.com/office/drawing/2014/main" id="{0437F7CC-4FC4-2544-8A84-8A0368FDAF4F}"/>
              </a:ext>
            </a:extLst>
          </p:cNvPr>
          <p:cNvSpPr/>
          <p:nvPr/>
        </p:nvSpPr>
        <p:spPr>
          <a:xfrm>
            <a:off x="7191235" y="3824806"/>
            <a:ext cx="362309" cy="361971"/>
          </a:xfrm>
          <a:custGeom>
            <a:avLst/>
            <a:gdLst>
              <a:gd name="connsiteX0" fmla="*/ 162943 w 362309"/>
              <a:gd name="connsiteY0" fmla="*/ 150662 h 361971"/>
              <a:gd name="connsiteX1" fmla="*/ 163582 w 362309"/>
              <a:gd name="connsiteY1" fmla="*/ 148747 h 361971"/>
              <a:gd name="connsiteX2" fmla="*/ 162943 w 362309"/>
              <a:gd name="connsiteY2" fmla="*/ 145555 h 361971"/>
              <a:gd name="connsiteX3" fmla="*/ 161665 w 362309"/>
              <a:gd name="connsiteY3" fmla="*/ 138533 h 361971"/>
              <a:gd name="connsiteX4" fmla="*/ 157192 w 362309"/>
              <a:gd name="connsiteY4" fmla="*/ 132787 h 361971"/>
              <a:gd name="connsiteX5" fmla="*/ 91376 w 362309"/>
              <a:gd name="connsiteY5" fmla="*/ 130872 h 361971"/>
              <a:gd name="connsiteX6" fmla="*/ 153358 w 362309"/>
              <a:gd name="connsiteY6" fmla="*/ 164707 h 361971"/>
              <a:gd name="connsiteX7" fmla="*/ 162943 w 362309"/>
              <a:gd name="connsiteY7" fmla="*/ 150662 h 361971"/>
              <a:gd name="connsiteX8" fmla="*/ 272211 w 362309"/>
              <a:gd name="connsiteY8" fmla="*/ 106613 h 361971"/>
              <a:gd name="connsiteX9" fmla="*/ 224925 w 362309"/>
              <a:gd name="connsiteY9" fmla="*/ 100867 h 361971"/>
              <a:gd name="connsiteX10" fmla="*/ 181474 w 362309"/>
              <a:gd name="connsiteY10" fmla="*/ 113635 h 361971"/>
              <a:gd name="connsiteX11" fmla="*/ 175084 w 362309"/>
              <a:gd name="connsiteY11" fmla="*/ 141724 h 361971"/>
              <a:gd name="connsiteX12" fmla="*/ 175084 w 362309"/>
              <a:gd name="connsiteY12" fmla="*/ 142363 h 361971"/>
              <a:gd name="connsiteX13" fmla="*/ 187864 w 362309"/>
              <a:gd name="connsiteY13" fmla="*/ 160238 h 361971"/>
              <a:gd name="connsiteX14" fmla="*/ 272211 w 362309"/>
              <a:gd name="connsiteY14" fmla="*/ 106613 h 361971"/>
              <a:gd name="connsiteX15" fmla="*/ 289464 w 362309"/>
              <a:gd name="connsiteY15" fmla="*/ 106613 h 361971"/>
              <a:gd name="connsiteX16" fmla="*/ 192337 w 362309"/>
              <a:gd name="connsiteY16" fmla="*/ 173644 h 361971"/>
              <a:gd name="connsiteX17" fmla="*/ 185308 w 362309"/>
              <a:gd name="connsiteY17" fmla="*/ 173006 h 361971"/>
              <a:gd name="connsiteX18" fmla="*/ 173167 w 362309"/>
              <a:gd name="connsiteY18" fmla="*/ 165984 h 361971"/>
              <a:gd name="connsiteX19" fmla="*/ 173167 w 362309"/>
              <a:gd name="connsiteY19" fmla="*/ 267489 h 361971"/>
              <a:gd name="connsiteX20" fmla="*/ 166777 w 362309"/>
              <a:gd name="connsiteY20" fmla="*/ 273873 h 361971"/>
              <a:gd name="connsiteX21" fmla="*/ 160387 w 362309"/>
              <a:gd name="connsiteY21" fmla="*/ 267489 h 361971"/>
              <a:gd name="connsiteX22" fmla="*/ 160387 w 362309"/>
              <a:gd name="connsiteY22" fmla="*/ 174921 h 361971"/>
              <a:gd name="connsiteX23" fmla="*/ 156553 w 362309"/>
              <a:gd name="connsiteY23" fmla="*/ 176198 h 361971"/>
              <a:gd name="connsiteX24" fmla="*/ 148885 w 362309"/>
              <a:gd name="connsiteY24" fmla="*/ 177475 h 361971"/>
              <a:gd name="connsiteX25" fmla="*/ 73484 w 362309"/>
              <a:gd name="connsiteY25" fmla="*/ 131510 h 361971"/>
              <a:gd name="connsiteX26" fmla="*/ 72206 w 362309"/>
              <a:gd name="connsiteY26" fmla="*/ 125126 h 361971"/>
              <a:gd name="connsiteX27" fmla="*/ 76679 w 362309"/>
              <a:gd name="connsiteY27" fmla="*/ 120657 h 361971"/>
              <a:gd name="connsiteX28" fmla="*/ 162943 w 362309"/>
              <a:gd name="connsiteY28" fmla="*/ 121296 h 361971"/>
              <a:gd name="connsiteX29" fmla="*/ 172528 w 362309"/>
              <a:gd name="connsiteY29" fmla="*/ 104697 h 361971"/>
              <a:gd name="connsiteX30" fmla="*/ 286269 w 362309"/>
              <a:gd name="connsiteY30" fmla="*/ 95760 h 361971"/>
              <a:gd name="connsiteX31" fmla="*/ 290742 w 362309"/>
              <a:gd name="connsiteY31" fmla="*/ 100229 h 361971"/>
              <a:gd name="connsiteX32" fmla="*/ 289464 w 362309"/>
              <a:gd name="connsiteY32" fmla="*/ 106613 h 361971"/>
              <a:gd name="connsiteX33" fmla="*/ 362309 w 362309"/>
              <a:gd name="connsiteY33" fmla="*/ 181305 h 361971"/>
              <a:gd name="connsiteX34" fmla="*/ 181474 w 362309"/>
              <a:gd name="connsiteY34" fmla="*/ 0 h 361971"/>
              <a:gd name="connsiteX35" fmla="*/ 0 w 362309"/>
              <a:gd name="connsiteY35" fmla="*/ 180667 h 361971"/>
              <a:gd name="connsiteX36" fmla="*/ 180835 w 362309"/>
              <a:gd name="connsiteY36" fmla="*/ 361972 h 361971"/>
              <a:gd name="connsiteX37" fmla="*/ 362309 w 362309"/>
              <a:gd name="connsiteY37" fmla="*/ 18130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2309" h="361971">
                <a:moveTo>
                  <a:pt x="162943" y="150662"/>
                </a:moveTo>
                <a:cubicBezTo>
                  <a:pt x="162943" y="150024"/>
                  <a:pt x="163582" y="149385"/>
                  <a:pt x="163582" y="148747"/>
                </a:cubicBezTo>
                <a:cubicBezTo>
                  <a:pt x="163582" y="147470"/>
                  <a:pt x="162943" y="146832"/>
                  <a:pt x="162943" y="145555"/>
                </a:cubicBezTo>
                <a:cubicBezTo>
                  <a:pt x="162943" y="144916"/>
                  <a:pt x="162305" y="142363"/>
                  <a:pt x="161665" y="138533"/>
                </a:cubicBezTo>
                <a:cubicBezTo>
                  <a:pt x="160387" y="136617"/>
                  <a:pt x="159110" y="134702"/>
                  <a:pt x="157192" y="132787"/>
                </a:cubicBezTo>
                <a:cubicBezTo>
                  <a:pt x="149525" y="127041"/>
                  <a:pt x="131633" y="122573"/>
                  <a:pt x="91376" y="130872"/>
                </a:cubicBezTo>
                <a:cubicBezTo>
                  <a:pt x="110545" y="148747"/>
                  <a:pt x="139300" y="168537"/>
                  <a:pt x="153358" y="164707"/>
                </a:cubicBezTo>
                <a:cubicBezTo>
                  <a:pt x="154636" y="164068"/>
                  <a:pt x="160387" y="162153"/>
                  <a:pt x="162943" y="150662"/>
                </a:cubicBezTo>
                <a:moveTo>
                  <a:pt x="272211" y="106613"/>
                </a:moveTo>
                <a:cubicBezTo>
                  <a:pt x="253041" y="102782"/>
                  <a:pt x="237705" y="100867"/>
                  <a:pt x="224925" y="100867"/>
                </a:cubicBezTo>
                <a:cubicBezTo>
                  <a:pt x="200644" y="100867"/>
                  <a:pt x="187864" y="107251"/>
                  <a:pt x="181474" y="113635"/>
                </a:cubicBezTo>
                <a:cubicBezTo>
                  <a:pt x="170611" y="125126"/>
                  <a:pt x="174445" y="141086"/>
                  <a:pt x="175084" y="141724"/>
                </a:cubicBezTo>
                <a:cubicBezTo>
                  <a:pt x="175084" y="141724"/>
                  <a:pt x="175084" y="141724"/>
                  <a:pt x="175084" y="142363"/>
                </a:cubicBezTo>
                <a:cubicBezTo>
                  <a:pt x="178279" y="158323"/>
                  <a:pt x="185947" y="159600"/>
                  <a:pt x="187864" y="160238"/>
                </a:cubicBezTo>
                <a:cubicBezTo>
                  <a:pt x="207673" y="165345"/>
                  <a:pt x="247290" y="132787"/>
                  <a:pt x="272211" y="106613"/>
                </a:cubicBezTo>
                <a:moveTo>
                  <a:pt x="289464" y="106613"/>
                </a:moveTo>
                <a:cubicBezTo>
                  <a:pt x="283074" y="113635"/>
                  <a:pt x="228759" y="173644"/>
                  <a:pt x="192337" y="173644"/>
                </a:cubicBezTo>
                <a:cubicBezTo>
                  <a:pt x="189781" y="173644"/>
                  <a:pt x="187225" y="173644"/>
                  <a:pt x="185308" y="173006"/>
                </a:cubicBezTo>
                <a:cubicBezTo>
                  <a:pt x="180835" y="171729"/>
                  <a:pt x="177001" y="169176"/>
                  <a:pt x="173167" y="165984"/>
                </a:cubicBezTo>
                <a:lnTo>
                  <a:pt x="173167" y="267489"/>
                </a:lnTo>
                <a:cubicBezTo>
                  <a:pt x="173167" y="271319"/>
                  <a:pt x="170611" y="273873"/>
                  <a:pt x="166777" y="273873"/>
                </a:cubicBezTo>
                <a:cubicBezTo>
                  <a:pt x="162943" y="273873"/>
                  <a:pt x="160387" y="271319"/>
                  <a:pt x="160387" y="267489"/>
                </a:cubicBezTo>
                <a:lnTo>
                  <a:pt x="160387" y="174921"/>
                </a:lnTo>
                <a:cubicBezTo>
                  <a:pt x="159110" y="175560"/>
                  <a:pt x="157831" y="176198"/>
                  <a:pt x="156553" y="176198"/>
                </a:cubicBezTo>
                <a:cubicBezTo>
                  <a:pt x="153997" y="176836"/>
                  <a:pt x="151441" y="177475"/>
                  <a:pt x="148885" y="177475"/>
                </a:cubicBezTo>
                <a:cubicBezTo>
                  <a:pt x="119492" y="177475"/>
                  <a:pt x="78596" y="136617"/>
                  <a:pt x="73484" y="131510"/>
                </a:cubicBezTo>
                <a:cubicBezTo>
                  <a:pt x="71567" y="129595"/>
                  <a:pt x="71567" y="127680"/>
                  <a:pt x="72206" y="125126"/>
                </a:cubicBezTo>
                <a:cubicBezTo>
                  <a:pt x="72845" y="123211"/>
                  <a:pt x="74762" y="121296"/>
                  <a:pt x="76679" y="120657"/>
                </a:cubicBezTo>
                <a:cubicBezTo>
                  <a:pt x="118214" y="110443"/>
                  <a:pt x="146969" y="111081"/>
                  <a:pt x="162943" y="121296"/>
                </a:cubicBezTo>
                <a:cubicBezTo>
                  <a:pt x="164221" y="115550"/>
                  <a:pt x="167416" y="109805"/>
                  <a:pt x="172528" y="104697"/>
                </a:cubicBezTo>
                <a:cubicBezTo>
                  <a:pt x="190420" y="85546"/>
                  <a:pt x="228759" y="82354"/>
                  <a:pt x="286269" y="95760"/>
                </a:cubicBezTo>
                <a:cubicBezTo>
                  <a:pt x="288186" y="96398"/>
                  <a:pt x="290103" y="97675"/>
                  <a:pt x="290742" y="100229"/>
                </a:cubicBezTo>
                <a:cubicBezTo>
                  <a:pt x="291381" y="102782"/>
                  <a:pt x="290742" y="105336"/>
                  <a:pt x="289464" y="106613"/>
                </a:cubicBezTo>
                <a:moveTo>
                  <a:pt x="362309" y="181305"/>
                </a:moveTo>
                <a:cubicBezTo>
                  <a:pt x="362309" y="81077"/>
                  <a:pt x="281157" y="0"/>
                  <a:pt x="181474" y="0"/>
                </a:cubicBezTo>
                <a:cubicBezTo>
                  <a:pt x="81152" y="0"/>
                  <a:pt x="0" y="81077"/>
                  <a:pt x="0" y="180667"/>
                </a:cubicBezTo>
                <a:cubicBezTo>
                  <a:pt x="0" y="280895"/>
                  <a:pt x="81152" y="361972"/>
                  <a:pt x="180835" y="361972"/>
                </a:cubicBezTo>
                <a:cubicBezTo>
                  <a:pt x="281157" y="361972"/>
                  <a:pt x="362309" y="280895"/>
                  <a:pt x="362309" y="181305"/>
                </a:cubicBezTo>
              </a:path>
            </a:pathLst>
          </a:custGeom>
          <a:solidFill>
            <a:srgbClr val="26890D"/>
          </a:solidFill>
          <a:ln w="6390" cap="flat">
            <a:noFill/>
            <a:prstDash val="solid"/>
            <a:miter/>
          </a:ln>
        </p:spPr>
        <p:txBody>
          <a:bodyPr rtlCol="0" anchor="ctr"/>
          <a:lstStyle/>
          <a:p>
            <a:endParaRPr lang="en-US"/>
          </a:p>
        </p:txBody>
      </p:sp>
      <p:sp>
        <p:nvSpPr>
          <p:cNvPr id="867" name="Graphic 6">
            <a:extLst>
              <a:ext uri="{FF2B5EF4-FFF2-40B4-BE49-F238E27FC236}">
                <a16:creationId xmlns:a16="http://schemas.microsoft.com/office/drawing/2014/main" id="{C46BF32B-62D5-6E43-9E5B-1ACAF3D8E2D4}"/>
              </a:ext>
            </a:extLst>
          </p:cNvPr>
          <p:cNvSpPr/>
          <p:nvPr/>
        </p:nvSpPr>
        <p:spPr>
          <a:xfrm>
            <a:off x="7192513" y="2371173"/>
            <a:ext cx="362309" cy="361975"/>
          </a:xfrm>
          <a:custGeom>
            <a:avLst/>
            <a:gdLst>
              <a:gd name="connsiteX0" fmla="*/ 175084 w 362309"/>
              <a:gd name="connsiteY0" fmla="*/ 234292 h 361975"/>
              <a:gd name="connsiteX1" fmla="*/ 171889 w 362309"/>
              <a:gd name="connsiteY1" fmla="*/ 234292 h 361975"/>
              <a:gd name="connsiteX2" fmla="*/ 171889 w 362309"/>
              <a:gd name="connsiteY2" fmla="*/ 284726 h 361975"/>
              <a:gd name="connsiteX3" fmla="*/ 190420 w 362309"/>
              <a:gd name="connsiteY3" fmla="*/ 284726 h 361975"/>
              <a:gd name="connsiteX4" fmla="*/ 190420 w 362309"/>
              <a:gd name="connsiteY4" fmla="*/ 231739 h 361975"/>
              <a:gd name="connsiteX5" fmla="*/ 175084 w 362309"/>
              <a:gd name="connsiteY5" fmla="*/ 234292 h 361975"/>
              <a:gd name="connsiteX6" fmla="*/ 270295 w 362309"/>
              <a:gd name="connsiteY6" fmla="*/ 187051 h 361975"/>
              <a:gd name="connsiteX7" fmla="*/ 253041 w 362309"/>
              <a:gd name="connsiteY7" fmla="*/ 157046 h 361975"/>
              <a:gd name="connsiteX8" fmla="*/ 249846 w 362309"/>
              <a:gd name="connsiteY8" fmla="*/ 153216 h 361975"/>
              <a:gd name="connsiteX9" fmla="*/ 250486 w 362309"/>
              <a:gd name="connsiteY9" fmla="*/ 148108 h 361975"/>
              <a:gd name="connsiteX10" fmla="*/ 254320 w 362309"/>
              <a:gd name="connsiteY10" fmla="*/ 134702 h 361975"/>
              <a:gd name="connsiteX11" fmla="*/ 229399 w 362309"/>
              <a:gd name="connsiteY11" fmla="*/ 109805 h 361975"/>
              <a:gd name="connsiteX12" fmla="*/ 228121 w 362309"/>
              <a:gd name="connsiteY12" fmla="*/ 109805 h 361975"/>
              <a:gd name="connsiteX13" fmla="*/ 221731 w 362309"/>
              <a:gd name="connsiteY13" fmla="*/ 105974 h 361975"/>
              <a:gd name="connsiteX14" fmla="*/ 182113 w 362309"/>
              <a:gd name="connsiteY14" fmla="*/ 78523 h 361975"/>
              <a:gd name="connsiteX15" fmla="*/ 140579 w 362309"/>
              <a:gd name="connsiteY15" fmla="*/ 112997 h 361975"/>
              <a:gd name="connsiteX16" fmla="*/ 135467 w 362309"/>
              <a:gd name="connsiteY16" fmla="*/ 118104 h 361975"/>
              <a:gd name="connsiteX17" fmla="*/ 111185 w 362309"/>
              <a:gd name="connsiteY17" fmla="*/ 146193 h 361975"/>
              <a:gd name="connsiteX18" fmla="*/ 116297 w 362309"/>
              <a:gd name="connsiteY18" fmla="*/ 162792 h 361975"/>
              <a:gd name="connsiteX19" fmla="*/ 116936 w 362309"/>
              <a:gd name="connsiteY19" fmla="*/ 169176 h 361975"/>
              <a:gd name="connsiteX20" fmla="*/ 111824 w 362309"/>
              <a:gd name="connsiteY20" fmla="*/ 173006 h 361975"/>
              <a:gd name="connsiteX21" fmla="*/ 91376 w 362309"/>
              <a:gd name="connsiteY21" fmla="*/ 197265 h 361975"/>
              <a:gd name="connsiteX22" fmla="*/ 116297 w 362309"/>
              <a:gd name="connsiteY22" fmla="*/ 222163 h 361975"/>
              <a:gd name="connsiteX23" fmla="*/ 138022 w 362309"/>
              <a:gd name="connsiteY23" fmla="*/ 209395 h 361975"/>
              <a:gd name="connsiteX24" fmla="*/ 143135 w 362309"/>
              <a:gd name="connsiteY24" fmla="*/ 206203 h 361975"/>
              <a:gd name="connsiteX25" fmla="*/ 148886 w 362309"/>
              <a:gd name="connsiteY25" fmla="*/ 208756 h 361975"/>
              <a:gd name="connsiteX26" fmla="*/ 175084 w 362309"/>
              <a:gd name="connsiteY26" fmla="*/ 222163 h 361975"/>
              <a:gd name="connsiteX27" fmla="*/ 200005 w 362309"/>
              <a:gd name="connsiteY27" fmla="*/ 210671 h 361975"/>
              <a:gd name="connsiteX28" fmla="*/ 205117 w 362309"/>
              <a:gd name="connsiteY28" fmla="*/ 208118 h 361975"/>
              <a:gd name="connsiteX29" fmla="*/ 205117 w 362309"/>
              <a:gd name="connsiteY29" fmla="*/ 208118 h 361975"/>
              <a:gd name="connsiteX30" fmla="*/ 210229 w 362309"/>
              <a:gd name="connsiteY30" fmla="*/ 210033 h 361975"/>
              <a:gd name="connsiteX31" fmla="*/ 235789 w 362309"/>
              <a:gd name="connsiteY31" fmla="*/ 222163 h 361975"/>
              <a:gd name="connsiteX32" fmla="*/ 270295 w 362309"/>
              <a:gd name="connsiteY32" fmla="*/ 187051 h 361975"/>
              <a:gd name="connsiteX33" fmla="*/ 283075 w 362309"/>
              <a:gd name="connsiteY33" fmla="*/ 187051 h 361975"/>
              <a:gd name="connsiteX34" fmla="*/ 235789 w 362309"/>
              <a:gd name="connsiteY34" fmla="*/ 234292 h 361975"/>
              <a:gd name="connsiteX35" fmla="*/ 205117 w 362309"/>
              <a:gd name="connsiteY35" fmla="*/ 222801 h 361975"/>
              <a:gd name="connsiteX36" fmla="*/ 203200 w 362309"/>
              <a:gd name="connsiteY36" fmla="*/ 224716 h 361975"/>
              <a:gd name="connsiteX37" fmla="*/ 203200 w 362309"/>
              <a:gd name="connsiteY37" fmla="*/ 291110 h 361975"/>
              <a:gd name="connsiteX38" fmla="*/ 196810 w 362309"/>
              <a:gd name="connsiteY38" fmla="*/ 297494 h 361975"/>
              <a:gd name="connsiteX39" fmla="*/ 165500 w 362309"/>
              <a:gd name="connsiteY39" fmla="*/ 297494 h 361975"/>
              <a:gd name="connsiteX40" fmla="*/ 159110 w 362309"/>
              <a:gd name="connsiteY40" fmla="*/ 291110 h 361975"/>
              <a:gd name="connsiteX41" fmla="*/ 159110 w 362309"/>
              <a:gd name="connsiteY41" fmla="*/ 231739 h 361975"/>
              <a:gd name="connsiteX42" fmla="*/ 144412 w 362309"/>
              <a:gd name="connsiteY42" fmla="*/ 222163 h 361975"/>
              <a:gd name="connsiteX43" fmla="*/ 116936 w 362309"/>
              <a:gd name="connsiteY43" fmla="*/ 234292 h 361975"/>
              <a:gd name="connsiteX44" fmla="*/ 79235 w 362309"/>
              <a:gd name="connsiteY44" fmla="*/ 196627 h 361975"/>
              <a:gd name="connsiteX45" fmla="*/ 102239 w 362309"/>
              <a:gd name="connsiteY45" fmla="*/ 162153 h 361975"/>
              <a:gd name="connsiteX46" fmla="*/ 99044 w 362309"/>
              <a:gd name="connsiteY46" fmla="*/ 146193 h 361975"/>
              <a:gd name="connsiteX47" fmla="*/ 130355 w 362309"/>
              <a:gd name="connsiteY47" fmla="*/ 105974 h 361975"/>
              <a:gd name="connsiteX48" fmla="*/ 183392 w 362309"/>
              <a:gd name="connsiteY48" fmla="*/ 65755 h 361975"/>
              <a:gd name="connsiteX49" fmla="*/ 233233 w 362309"/>
              <a:gd name="connsiteY49" fmla="*/ 97037 h 361975"/>
              <a:gd name="connsiteX50" fmla="*/ 268377 w 362309"/>
              <a:gd name="connsiteY50" fmla="*/ 134702 h 361975"/>
              <a:gd name="connsiteX51" fmla="*/ 265182 w 362309"/>
              <a:gd name="connsiteY51" fmla="*/ 150024 h 361975"/>
              <a:gd name="connsiteX52" fmla="*/ 283075 w 362309"/>
              <a:gd name="connsiteY52" fmla="*/ 187051 h 361975"/>
              <a:gd name="connsiteX53" fmla="*/ 362310 w 362309"/>
              <a:gd name="connsiteY53" fmla="*/ 181305 h 361975"/>
              <a:gd name="connsiteX54" fmla="*/ 181474 w 362309"/>
              <a:gd name="connsiteY54" fmla="*/ 0 h 361975"/>
              <a:gd name="connsiteX55" fmla="*/ 0 w 362309"/>
              <a:gd name="connsiteY55" fmla="*/ 180667 h 361975"/>
              <a:gd name="connsiteX56" fmla="*/ 180836 w 362309"/>
              <a:gd name="connsiteY56" fmla="*/ 361972 h 361975"/>
              <a:gd name="connsiteX57" fmla="*/ 362310 w 362309"/>
              <a:gd name="connsiteY57" fmla="*/ 181305 h 3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62309" h="361975">
                <a:moveTo>
                  <a:pt x="175084" y="234292"/>
                </a:moveTo>
                <a:cubicBezTo>
                  <a:pt x="173807" y="234292"/>
                  <a:pt x="172528" y="234292"/>
                  <a:pt x="171889" y="234292"/>
                </a:cubicBezTo>
                <a:lnTo>
                  <a:pt x="171889" y="284726"/>
                </a:lnTo>
                <a:lnTo>
                  <a:pt x="190420" y="284726"/>
                </a:lnTo>
                <a:lnTo>
                  <a:pt x="190420" y="231739"/>
                </a:lnTo>
                <a:cubicBezTo>
                  <a:pt x="185308" y="233654"/>
                  <a:pt x="180197" y="234292"/>
                  <a:pt x="175084" y="234292"/>
                </a:cubicBezTo>
                <a:moveTo>
                  <a:pt x="270295" y="187051"/>
                </a:moveTo>
                <a:cubicBezTo>
                  <a:pt x="270295" y="174921"/>
                  <a:pt x="263266" y="163430"/>
                  <a:pt x="253041" y="157046"/>
                </a:cubicBezTo>
                <a:cubicBezTo>
                  <a:pt x="251764" y="156408"/>
                  <a:pt x="250486" y="154492"/>
                  <a:pt x="249846" y="153216"/>
                </a:cubicBezTo>
                <a:cubicBezTo>
                  <a:pt x="249208" y="151300"/>
                  <a:pt x="249846" y="149385"/>
                  <a:pt x="250486" y="148108"/>
                </a:cubicBezTo>
                <a:cubicBezTo>
                  <a:pt x="253041" y="144278"/>
                  <a:pt x="254320" y="139171"/>
                  <a:pt x="254320" y="134702"/>
                </a:cubicBezTo>
                <a:cubicBezTo>
                  <a:pt x="254320" y="121296"/>
                  <a:pt x="243456" y="109805"/>
                  <a:pt x="229399" y="109805"/>
                </a:cubicBezTo>
                <a:cubicBezTo>
                  <a:pt x="228760" y="109805"/>
                  <a:pt x="228760" y="109805"/>
                  <a:pt x="228121" y="109805"/>
                </a:cubicBezTo>
                <a:cubicBezTo>
                  <a:pt x="225565" y="109805"/>
                  <a:pt x="223009" y="108528"/>
                  <a:pt x="221731" y="105974"/>
                </a:cubicBezTo>
                <a:cubicBezTo>
                  <a:pt x="215341" y="89376"/>
                  <a:pt x="199367" y="78523"/>
                  <a:pt x="182113" y="78523"/>
                </a:cubicBezTo>
                <a:cubicBezTo>
                  <a:pt x="161666" y="78523"/>
                  <a:pt x="144412" y="93206"/>
                  <a:pt x="140579" y="112997"/>
                </a:cubicBezTo>
                <a:cubicBezTo>
                  <a:pt x="139940" y="115550"/>
                  <a:pt x="138022" y="117465"/>
                  <a:pt x="135467" y="118104"/>
                </a:cubicBezTo>
                <a:cubicBezTo>
                  <a:pt x="121409" y="120019"/>
                  <a:pt x="111185" y="132149"/>
                  <a:pt x="111185" y="146193"/>
                </a:cubicBezTo>
                <a:cubicBezTo>
                  <a:pt x="111185" y="151939"/>
                  <a:pt x="113102" y="157684"/>
                  <a:pt x="116297" y="162792"/>
                </a:cubicBezTo>
                <a:cubicBezTo>
                  <a:pt x="117575" y="164707"/>
                  <a:pt x="117575" y="166622"/>
                  <a:pt x="116936" y="169176"/>
                </a:cubicBezTo>
                <a:cubicBezTo>
                  <a:pt x="116297" y="171091"/>
                  <a:pt x="114380" y="172368"/>
                  <a:pt x="111824" y="173006"/>
                </a:cubicBezTo>
                <a:cubicBezTo>
                  <a:pt x="99683" y="174921"/>
                  <a:pt x="91376" y="185135"/>
                  <a:pt x="91376" y="197265"/>
                </a:cubicBezTo>
                <a:cubicBezTo>
                  <a:pt x="91376" y="210671"/>
                  <a:pt x="102239" y="222163"/>
                  <a:pt x="116297" y="222163"/>
                </a:cubicBezTo>
                <a:cubicBezTo>
                  <a:pt x="125243" y="222163"/>
                  <a:pt x="133550" y="217055"/>
                  <a:pt x="138022" y="209395"/>
                </a:cubicBezTo>
                <a:cubicBezTo>
                  <a:pt x="139301" y="207479"/>
                  <a:pt x="141217" y="206203"/>
                  <a:pt x="143135" y="206203"/>
                </a:cubicBezTo>
                <a:cubicBezTo>
                  <a:pt x="145052" y="206203"/>
                  <a:pt x="147607" y="206841"/>
                  <a:pt x="148886" y="208756"/>
                </a:cubicBezTo>
                <a:cubicBezTo>
                  <a:pt x="155276" y="217055"/>
                  <a:pt x="164861" y="222163"/>
                  <a:pt x="175084" y="222163"/>
                </a:cubicBezTo>
                <a:cubicBezTo>
                  <a:pt x="184669" y="222163"/>
                  <a:pt x="193615" y="217694"/>
                  <a:pt x="200005" y="210671"/>
                </a:cubicBezTo>
                <a:cubicBezTo>
                  <a:pt x="201283" y="209395"/>
                  <a:pt x="203200" y="208118"/>
                  <a:pt x="205117" y="208118"/>
                </a:cubicBezTo>
                <a:lnTo>
                  <a:pt x="205117" y="208118"/>
                </a:lnTo>
                <a:cubicBezTo>
                  <a:pt x="207034" y="208118"/>
                  <a:pt x="208951" y="208756"/>
                  <a:pt x="210229" y="210033"/>
                </a:cubicBezTo>
                <a:cubicBezTo>
                  <a:pt x="216619" y="217694"/>
                  <a:pt x="226204" y="222163"/>
                  <a:pt x="235789" y="222163"/>
                </a:cubicBezTo>
                <a:cubicBezTo>
                  <a:pt x="254320" y="221524"/>
                  <a:pt x="270295" y="206203"/>
                  <a:pt x="270295" y="187051"/>
                </a:cubicBezTo>
                <a:moveTo>
                  <a:pt x="283075" y="187051"/>
                </a:moveTo>
                <a:cubicBezTo>
                  <a:pt x="283075" y="213225"/>
                  <a:pt x="261987" y="234292"/>
                  <a:pt x="235789" y="234292"/>
                </a:cubicBezTo>
                <a:cubicBezTo>
                  <a:pt x="224287" y="234292"/>
                  <a:pt x="213424" y="230462"/>
                  <a:pt x="205117" y="222801"/>
                </a:cubicBezTo>
                <a:cubicBezTo>
                  <a:pt x="204478" y="223439"/>
                  <a:pt x="203839" y="224078"/>
                  <a:pt x="203200" y="224716"/>
                </a:cubicBezTo>
                <a:lnTo>
                  <a:pt x="203200" y="291110"/>
                </a:lnTo>
                <a:cubicBezTo>
                  <a:pt x="203200" y="294940"/>
                  <a:pt x="200644" y="297494"/>
                  <a:pt x="196810" y="297494"/>
                </a:cubicBezTo>
                <a:lnTo>
                  <a:pt x="165500" y="297494"/>
                </a:lnTo>
                <a:cubicBezTo>
                  <a:pt x="161666" y="297494"/>
                  <a:pt x="159110" y="294940"/>
                  <a:pt x="159110" y="291110"/>
                </a:cubicBezTo>
                <a:lnTo>
                  <a:pt x="159110" y="231739"/>
                </a:lnTo>
                <a:cubicBezTo>
                  <a:pt x="153358" y="229823"/>
                  <a:pt x="148886" y="226631"/>
                  <a:pt x="144412" y="222163"/>
                </a:cubicBezTo>
                <a:cubicBezTo>
                  <a:pt x="137384" y="229823"/>
                  <a:pt x="127160" y="234292"/>
                  <a:pt x="116936" y="234292"/>
                </a:cubicBezTo>
                <a:cubicBezTo>
                  <a:pt x="96488" y="234292"/>
                  <a:pt x="79235" y="217694"/>
                  <a:pt x="79235" y="196627"/>
                </a:cubicBezTo>
                <a:cubicBezTo>
                  <a:pt x="79235" y="181305"/>
                  <a:pt x="88181" y="167899"/>
                  <a:pt x="102239" y="162153"/>
                </a:cubicBezTo>
                <a:cubicBezTo>
                  <a:pt x="100322" y="157046"/>
                  <a:pt x="99044" y="151300"/>
                  <a:pt x="99044" y="146193"/>
                </a:cubicBezTo>
                <a:cubicBezTo>
                  <a:pt x="99044" y="127041"/>
                  <a:pt x="111824" y="111081"/>
                  <a:pt x="130355" y="105974"/>
                </a:cubicBezTo>
                <a:cubicBezTo>
                  <a:pt x="136745" y="82354"/>
                  <a:pt x="158471" y="65755"/>
                  <a:pt x="183392" y="65755"/>
                </a:cubicBezTo>
                <a:cubicBezTo>
                  <a:pt x="204478" y="65755"/>
                  <a:pt x="223648" y="77885"/>
                  <a:pt x="233233" y="97037"/>
                </a:cubicBezTo>
                <a:cubicBezTo>
                  <a:pt x="253041" y="98313"/>
                  <a:pt x="268377" y="114912"/>
                  <a:pt x="268377" y="134702"/>
                </a:cubicBezTo>
                <a:cubicBezTo>
                  <a:pt x="268377" y="139809"/>
                  <a:pt x="267100" y="144916"/>
                  <a:pt x="265182" y="150024"/>
                </a:cubicBezTo>
                <a:cubicBezTo>
                  <a:pt x="276046" y="158323"/>
                  <a:pt x="283075" y="172368"/>
                  <a:pt x="283075" y="187051"/>
                </a:cubicBezTo>
                <a:moveTo>
                  <a:pt x="362310" y="181305"/>
                </a:moveTo>
                <a:cubicBezTo>
                  <a:pt x="362310" y="81077"/>
                  <a:pt x="281157" y="0"/>
                  <a:pt x="181474" y="0"/>
                </a:cubicBezTo>
                <a:cubicBezTo>
                  <a:pt x="81153" y="0"/>
                  <a:pt x="0" y="81077"/>
                  <a:pt x="0" y="180667"/>
                </a:cubicBezTo>
                <a:cubicBezTo>
                  <a:pt x="0" y="280895"/>
                  <a:pt x="81153" y="361972"/>
                  <a:pt x="180836" y="361972"/>
                </a:cubicBezTo>
                <a:cubicBezTo>
                  <a:pt x="281157" y="362610"/>
                  <a:pt x="362310" y="281534"/>
                  <a:pt x="362310" y="181305"/>
                </a:cubicBezTo>
              </a:path>
            </a:pathLst>
          </a:custGeom>
          <a:solidFill>
            <a:srgbClr val="26890D"/>
          </a:solidFill>
          <a:ln w="6390" cap="flat">
            <a:noFill/>
            <a:prstDash val="solid"/>
            <a:miter/>
          </a:ln>
        </p:spPr>
        <p:txBody>
          <a:bodyPr rtlCol="0" anchor="ctr"/>
          <a:lstStyle/>
          <a:p>
            <a:endParaRPr lang="en-US"/>
          </a:p>
        </p:txBody>
      </p:sp>
      <p:grpSp>
        <p:nvGrpSpPr>
          <p:cNvPr id="868" name="Graphic 6">
            <a:extLst>
              <a:ext uri="{FF2B5EF4-FFF2-40B4-BE49-F238E27FC236}">
                <a16:creationId xmlns:a16="http://schemas.microsoft.com/office/drawing/2014/main" id="{8F296B75-B8D3-D749-8056-D2C4534CC25B}"/>
              </a:ext>
            </a:extLst>
          </p:cNvPr>
          <p:cNvGrpSpPr/>
          <p:nvPr/>
        </p:nvGrpSpPr>
        <p:grpSpPr>
          <a:xfrm>
            <a:off x="8840477" y="3341538"/>
            <a:ext cx="362309" cy="361971"/>
            <a:chOff x="8840477" y="3341538"/>
            <a:chExt cx="362309" cy="361971"/>
          </a:xfrm>
          <a:solidFill>
            <a:srgbClr val="43B02A"/>
          </a:solidFill>
        </p:grpSpPr>
        <p:sp>
          <p:nvSpPr>
            <p:cNvPr id="869" name="Graphic 6">
              <a:extLst>
                <a:ext uri="{FF2B5EF4-FFF2-40B4-BE49-F238E27FC236}">
                  <a16:creationId xmlns:a16="http://schemas.microsoft.com/office/drawing/2014/main" id="{7098086A-36EC-424B-9F64-5EABD843F5B8}"/>
                </a:ext>
              </a:extLst>
            </p:cNvPr>
            <p:cNvSpPr/>
            <p:nvPr/>
          </p:nvSpPr>
          <p:spPr>
            <a:xfrm>
              <a:off x="8840477" y="3341538"/>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09 w 362309"/>
                <a:gd name="connsiteY3" fmla="*/ 181305 h 361971"/>
                <a:gd name="connsiteX4" fmla="*/ 181474 w 362309"/>
                <a:gd name="connsiteY4" fmla="*/ 0 h 361971"/>
                <a:gd name="connsiteX5" fmla="*/ 180836 w 362309"/>
                <a:gd name="connsiteY5" fmla="*/ 349204 h 361971"/>
                <a:gd name="connsiteX6" fmla="*/ 12780 w 362309"/>
                <a:gd name="connsiteY6" fmla="*/ 180667 h 361971"/>
                <a:gd name="connsiteX7" fmla="*/ 181474 w 362309"/>
                <a:gd name="connsiteY7" fmla="*/ 12768 h 361971"/>
                <a:gd name="connsiteX8" fmla="*/ 349529 w 362309"/>
                <a:gd name="connsiteY8" fmla="*/ 181305 h 361971"/>
                <a:gd name="connsiteX9" fmla="*/ 180836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09" y="280895"/>
                    <a:pt x="362309" y="181305"/>
                  </a:cubicBezTo>
                  <a:cubicBezTo>
                    <a:pt x="362309" y="81715"/>
                    <a:pt x="281157" y="0"/>
                    <a:pt x="181474" y="0"/>
                  </a:cubicBezTo>
                  <a:close/>
                  <a:moveTo>
                    <a:pt x="180836" y="349204"/>
                  </a:moveTo>
                  <a:cubicBezTo>
                    <a:pt x="88181" y="349204"/>
                    <a:pt x="12780" y="273873"/>
                    <a:pt x="12780" y="180667"/>
                  </a:cubicBezTo>
                  <a:cubicBezTo>
                    <a:pt x="12780" y="88099"/>
                    <a:pt x="88181" y="12768"/>
                    <a:pt x="181474" y="12768"/>
                  </a:cubicBezTo>
                  <a:cubicBezTo>
                    <a:pt x="274128" y="12768"/>
                    <a:pt x="349529" y="88099"/>
                    <a:pt x="349529" y="181305"/>
                  </a:cubicBezTo>
                  <a:cubicBezTo>
                    <a:pt x="349529" y="273873"/>
                    <a:pt x="274128" y="349204"/>
                    <a:pt x="180836" y="349204"/>
                  </a:cubicBezTo>
                  <a:close/>
                </a:path>
              </a:pathLst>
            </a:custGeom>
            <a:solidFill>
              <a:srgbClr val="43B02A"/>
            </a:solidFill>
            <a:ln w="6390" cap="flat">
              <a:noFill/>
              <a:prstDash val="solid"/>
              <a:miter/>
            </a:ln>
          </p:spPr>
          <p:txBody>
            <a:bodyPr rtlCol="0" anchor="ctr"/>
            <a:lstStyle/>
            <a:p>
              <a:endParaRPr lang="en-US"/>
            </a:p>
          </p:txBody>
        </p:sp>
        <p:sp>
          <p:nvSpPr>
            <p:cNvPr id="870" name="Graphic 6">
              <a:extLst>
                <a:ext uri="{FF2B5EF4-FFF2-40B4-BE49-F238E27FC236}">
                  <a16:creationId xmlns:a16="http://schemas.microsoft.com/office/drawing/2014/main" id="{93999CA3-E7C7-C64F-AC57-2F552C6472A8}"/>
                </a:ext>
              </a:extLst>
            </p:cNvPr>
            <p:cNvSpPr/>
            <p:nvPr/>
          </p:nvSpPr>
          <p:spPr>
            <a:xfrm>
              <a:off x="8952521" y="3423892"/>
              <a:ext cx="136907" cy="195988"/>
            </a:xfrm>
            <a:custGeom>
              <a:avLst/>
              <a:gdLst>
                <a:gd name="connsiteX0" fmla="*/ 131413 w 136907"/>
                <a:gd name="connsiteY0" fmla="*/ 59371 h 195988"/>
                <a:gd name="connsiteX1" fmla="*/ 94991 w 136907"/>
                <a:gd name="connsiteY1" fmla="*/ 59371 h 195988"/>
                <a:gd name="connsiteX2" fmla="*/ 117356 w 136907"/>
                <a:gd name="connsiteY2" fmla="*/ 9576 h 195988"/>
                <a:gd name="connsiteX3" fmla="*/ 116717 w 136907"/>
                <a:gd name="connsiteY3" fmla="*/ 3192 h 195988"/>
                <a:gd name="connsiteX4" fmla="*/ 111605 w 136907"/>
                <a:gd name="connsiteY4" fmla="*/ 0 h 195988"/>
                <a:gd name="connsiteX5" fmla="*/ 45788 w 136907"/>
                <a:gd name="connsiteY5" fmla="*/ 0 h 195988"/>
                <a:gd name="connsiteX6" fmla="*/ 40038 w 136907"/>
                <a:gd name="connsiteY6" fmla="*/ 3830 h 195988"/>
                <a:gd name="connsiteX7" fmla="*/ 420 w 136907"/>
                <a:gd name="connsiteY7" fmla="*/ 95760 h 195988"/>
                <a:gd name="connsiteX8" fmla="*/ 1058 w 136907"/>
                <a:gd name="connsiteY8" fmla="*/ 101505 h 195988"/>
                <a:gd name="connsiteX9" fmla="*/ 6171 w 136907"/>
                <a:gd name="connsiteY9" fmla="*/ 104059 h 195988"/>
                <a:gd name="connsiteX10" fmla="*/ 36843 w 136907"/>
                <a:gd name="connsiteY10" fmla="*/ 104059 h 195988"/>
                <a:gd name="connsiteX11" fmla="*/ 12561 w 136907"/>
                <a:gd name="connsiteY11" fmla="*/ 187689 h 195988"/>
                <a:gd name="connsiteX12" fmla="*/ 15756 w 136907"/>
                <a:gd name="connsiteY12" fmla="*/ 195350 h 195988"/>
                <a:gd name="connsiteX13" fmla="*/ 18951 w 136907"/>
                <a:gd name="connsiteY13" fmla="*/ 195988 h 195988"/>
                <a:gd name="connsiteX14" fmla="*/ 23423 w 136907"/>
                <a:gd name="connsiteY14" fmla="*/ 194073 h 195988"/>
                <a:gd name="connsiteX15" fmla="*/ 135247 w 136907"/>
                <a:gd name="connsiteY15" fmla="*/ 69585 h 195988"/>
                <a:gd name="connsiteX16" fmla="*/ 136526 w 136907"/>
                <a:gd name="connsiteY16" fmla="*/ 62563 h 195988"/>
                <a:gd name="connsiteX17" fmla="*/ 131413 w 136907"/>
                <a:gd name="connsiteY17" fmla="*/ 59371 h 195988"/>
                <a:gd name="connsiteX18" fmla="*/ 33648 w 136907"/>
                <a:gd name="connsiteY18" fmla="*/ 165345 h 195988"/>
                <a:gd name="connsiteX19" fmla="*/ 52178 w 136907"/>
                <a:gd name="connsiteY19" fmla="*/ 100229 h 195988"/>
                <a:gd name="connsiteX20" fmla="*/ 50900 w 136907"/>
                <a:gd name="connsiteY20" fmla="*/ 94483 h 195988"/>
                <a:gd name="connsiteX21" fmla="*/ 45788 w 136907"/>
                <a:gd name="connsiteY21" fmla="*/ 91929 h 195988"/>
                <a:gd name="connsiteX22" fmla="*/ 16394 w 136907"/>
                <a:gd name="connsiteY22" fmla="*/ 91929 h 195988"/>
                <a:gd name="connsiteX23" fmla="*/ 50261 w 136907"/>
                <a:gd name="connsiteY23" fmla="*/ 12768 h 195988"/>
                <a:gd name="connsiteX24" fmla="*/ 102020 w 136907"/>
                <a:gd name="connsiteY24" fmla="*/ 12768 h 195988"/>
                <a:gd name="connsiteX25" fmla="*/ 79655 w 136907"/>
                <a:gd name="connsiteY25" fmla="*/ 62563 h 195988"/>
                <a:gd name="connsiteX26" fmla="*/ 80294 w 136907"/>
                <a:gd name="connsiteY26" fmla="*/ 68947 h 195988"/>
                <a:gd name="connsiteX27" fmla="*/ 85406 w 136907"/>
                <a:gd name="connsiteY27" fmla="*/ 72139 h 195988"/>
                <a:gd name="connsiteX28" fmla="*/ 117356 w 136907"/>
                <a:gd name="connsiteY28" fmla="*/ 72139 h 195988"/>
                <a:gd name="connsiteX29" fmla="*/ 33648 w 136907"/>
                <a:gd name="connsiteY29" fmla="*/ 165345 h 195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6907" h="195988">
                  <a:moveTo>
                    <a:pt x="131413" y="59371"/>
                  </a:moveTo>
                  <a:lnTo>
                    <a:pt x="94991" y="59371"/>
                  </a:lnTo>
                  <a:lnTo>
                    <a:pt x="117356" y="9576"/>
                  </a:lnTo>
                  <a:cubicBezTo>
                    <a:pt x="117995" y="7661"/>
                    <a:pt x="117995" y="5107"/>
                    <a:pt x="116717" y="3192"/>
                  </a:cubicBezTo>
                  <a:cubicBezTo>
                    <a:pt x="115438" y="1277"/>
                    <a:pt x="113522" y="0"/>
                    <a:pt x="111605" y="0"/>
                  </a:cubicBezTo>
                  <a:lnTo>
                    <a:pt x="45788" y="0"/>
                  </a:lnTo>
                  <a:cubicBezTo>
                    <a:pt x="43233" y="0"/>
                    <a:pt x="40677" y="1277"/>
                    <a:pt x="40038" y="3830"/>
                  </a:cubicBezTo>
                  <a:lnTo>
                    <a:pt x="420" y="95760"/>
                  </a:lnTo>
                  <a:cubicBezTo>
                    <a:pt x="-219" y="97675"/>
                    <a:pt x="-219" y="100229"/>
                    <a:pt x="1058" y="101505"/>
                  </a:cubicBezTo>
                  <a:cubicBezTo>
                    <a:pt x="2337" y="103421"/>
                    <a:pt x="4253" y="104059"/>
                    <a:pt x="6171" y="104059"/>
                  </a:cubicBezTo>
                  <a:lnTo>
                    <a:pt x="36843" y="104059"/>
                  </a:lnTo>
                  <a:lnTo>
                    <a:pt x="12561" y="187689"/>
                  </a:lnTo>
                  <a:cubicBezTo>
                    <a:pt x="11922" y="190243"/>
                    <a:pt x="13199" y="193435"/>
                    <a:pt x="15756" y="195350"/>
                  </a:cubicBezTo>
                  <a:cubicBezTo>
                    <a:pt x="17033" y="195988"/>
                    <a:pt x="17673" y="195988"/>
                    <a:pt x="18951" y="195988"/>
                  </a:cubicBezTo>
                  <a:cubicBezTo>
                    <a:pt x="20868" y="195988"/>
                    <a:pt x="22146" y="195350"/>
                    <a:pt x="23423" y="194073"/>
                  </a:cubicBezTo>
                  <a:lnTo>
                    <a:pt x="135247" y="69585"/>
                  </a:lnTo>
                  <a:cubicBezTo>
                    <a:pt x="137164" y="67670"/>
                    <a:pt x="137164" y="65117"/>
                    <a:pt x="136526" y="62563"/>
                  </a:cubicBezTo>
                  <a:cubicBezTo>
                    <a:pt x="136526" y="60648"/>
                    <a:pt x="133969" y="59371"/>
                    <a:pt x="131413" y="59371"/>
                  </a:cubicBezTo>
                  <a:close/>
                  <a:moveTo>
                    <a:pt x="33648" y="165345"/>
                  </a:moveTo>
                  <a:lnTo>
                    <a:pt x="52178" y="100229"/>
                  </a:lnTo>
                  <a:cubicBezTo>
                    <a:pt x="52818" y="98313"/>
                    <a:pt x="52178" y="96398"/>
                    <a:pt x="50900" y="94483"/>
                  </a:cubicBezTo>
                  <a:cubicBezTo>
                    <a:pt x="49623" y="92568"/>
                    <a:pt x="47705" y="91929"/>
                    <a:pt x="45788" y="91929"/>
                  </a:cubicBezTo>
                  <a:lnTo>
                    <a:pt x="16394" y="91929"/>
                  </a:lnTo>
                  <a:lnTo>
                    <a:pt x="50261" y="12768"/>
                  </a:lnTo>
                  <a:lnTo>
                    <a:pt x="102020" y="12768"/>
                  </a:lnTo>
                  <a:lnTo>
                    <a:pt x="79655" y="62563"/>
                  </a:lnTo>
                  <a:cubicBezTo>
                    <a:pt x="79016" y="64478"/>
                    <a:pt x="79016" y="67032"/>
                    <a:pt x="80294" y="68947"/>
                  </a:cubicBezTo>
                  <a:cubicBezTo>
                    <a:pt x="81572" y="70862"/>
                    <a:pt x="83489" y="72139"/>
                    <a:pt x="85406" y="72139"/>
                  </a:cubicBezTo>
                  <a:lnTo>
                    <a:pt x="117356" y="72139"/>
                  </a:lnTo>
                  <a:lnTo>
                    <a:pt x="33648" y="165345"/>
                  </a:lnTo>
                  <a:close/>
                </a:path>
              </a:pathLst>
            </a:custGeom>
            <a:solidFill>
              <a:srgbClr val="43B02A"/>
            </a:solidFill>
            <a:ln w="6390" cap="flat">
              <a:noFill/>
              <a:prstDash val="solid"/>
              <a:miter/>
            </a:ln>
          </p:spPr>
          <p:txBody>
            <a:bodyPr rtlCol="0" anchor="ctr"/>
            <a:lstStyle/>
            <a:p>
              <a:endParaRPr lang="en-US"/>
            </a:p>
          </p:txBody>
        </p:sp>
      </p:grpSp>
      <p:grpSp>
        <p:nvGrpSpPr>
          <p:cNvPr id="871" name="Graphic 6">
            <a:extLst>
              <a:ext uri="{FF2B5EF4-FFF2-40B4-BE49-F238E27FC236}">
                <a16:creationId xmlns:a16="http://schemas.microsoft.com/office/drawing/2014/main" id="{A1B03425-1734-3248-B987-496379337347}"/>
              </a:ext>
            </a:extLst>
          </p:cNvPr>
          <p:cNvGrpSpPr/>
          <p:nvPr/>
        </p:nvGrpSpPr>
        <p:grpSpPr>
          <a:xfrm>
            <a:off x="9278188" y="3341538"/>
            <a:ext cx="362309" cy="361971"/>
            <a:chOff x="9278188" y="3341538"/>
            <a:chExt cx="362309" cy="361971"/>
          </a:xfrm>
          <a:solidFill>
            <a:srgbClr val="43B02A"/>
          </a:solidFill>
        </p:grpSpPr>
        <p:sp>
          <p:nvSpPr>
            <p:cNvPr id="872" name="Graphic 6">
              <a:extLst>
                <a:ext uri="{FF2B5EF4-FFF2-40B4-BE49-F238E27FC236}">
                  <a16:creationId xmlns:a16="http://schemas.microsoft.com/office/drawing/2014/main" id="{3C74C5A5-B265-614B-8603-BDB04C126E18}"/>
                </a:ext>
              </a:extLst>
            </p:cNvPr>
            <p:cNvSpPr/>
            <p:nvPr/>
          </p:nvSpPr>
          <p:spPr>
            <a:xfrm>
              <a:off x="9406626" y="3437298"/>
              <a:ext cx="100961" cy="152577"/>
            </a:xfrm>
            <a:custGeom>
              <a:avLst/>
              <a:gdLst>
                <a:gd name="connsiteX0" fmla="*/ 63899 w 100961"/>
                <a:gd name="connsiteY0" fmla="*/ 56179 h 152577"/>
                <a:gd name="connsiteX1" fmla="*/ 63261 w 100961"/>
                <a:gd name="connsiteY1" fmla="*/ 49795 h 152577"/>
                <a:gd name="connsiteX2" fmla="*/ 85625 w 100961"/>
                <a:gd name="connsiteY2" fmla="*/ 0 h 152577"/>
                <a:gd name="connsiteX3" fmla="*/ 33867 w 100961"/>
                <a:gd name="connsiteY3" fmla="*/ 0 h 152577"/>
                <a:gd name="connsiteX4" fmla="*/ 0 w 100961"/>
                <a:gd name="connsiteY4" fmla="*/ 79162 h 152577"/>
                <a:gd name="connsiteX5" fmla="*/ 29394 w 100961"/>
                <a:gd name="connsiteY5" fmla="*/ 79162 h 152577"/>
                <a:gd name="connsiteX6" fmla="*/ 34506 w 100961"/>
                <a:gd name="connsiteY6" fmla="*/ 81715 h 152577"/>
                <a:gd name="connsiteX7" fmla="*/ 35783 w 100961"/>
                <a:gd name="connsiteY7" fmla="*/ 87461 h 152577"/>
                <a:gd name="connsiteX8" fmla="*/ 17253 w 100961"/>
                <a:gd name="connsiteY8" fmla="*/ 152577 h 152577"/>
                <a:gd name="connsiteX9" fmla="*/ 100961 w 100961"/>
                <a:gd name="connsiteY9" fmla="*/ 59371 h 152577"/>
                <a:gd name="connsiteX10" fmla="*/ 69012 w 100961"/>
                <a:gd name="connsiteY10" fmla="*/ 59371 h 152577"/>
                <a:gd name="connsiteX11" fmla="*/ 63899 w 100961"/>
                <a:gd name="connsiteY11" fmla="*/ 56179 h 15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961" h="152577">
                  <a:moveTo>
                    <a:pt x="63899" y="56179"/>
                  </a:moveTo>
                  <a:cubicBezTo>
                    <a:pt x="62622" y="54264"/>
                    <a:pt x="62622" y="52349"/>
                    <a:pt x="63261" y="49795"/>
                  </a:cubicBezTo>
                  <a:lnTo>
                    <a:pt x="85625" y="0"/>
                  </a:lnTo>
                  <a:lnTo>
                    <a:pt x="33867" y="0"/>
                  </a:lnTo>
                  <a:lnTo>
                    <a:pt x="0" y="79162"/>
                  </a:lnTo>
                  <a:lnTo>
                    <a:pt x="29394" y="79162"/>
                  </a:lnTo>
                  <a:cubicBezTo>
                    <a:pt x="31311" y="79162"/>
                    <a:pt x="33228" y="79800"/>
                    <a:pt x="34506" y="81715"/>
                  </a:cubicBezTo>
                  <a:cubicBezTo>
                    <a:pt x="35783" y="83630"/>
                    <a:pt x="35783" y="85546"/>
                    <a:pt x="35783" y="87461"/>
                  </a:cubicBezTo>
                  <a:lnTo>
                    <a:pt x="17253" y="152577"/>
                  </a:lnTo>
                  <a:lnTo>
                    <a:pt x="100961" y="59371"/>
                  </a:lnTo>
                  <a:lnTo>
                    <a:pt x="69012" y="59371"/>
                  </a:lnTo>
                  <a:cubicBezTo>
                    <a:pt x="67094" y="58733"/>
                    <a:pt x="65178" y="57456"/>
                    <a:pt x="63899" y="56179"/>
                  </a:cubicBezTo>
                  <a:close/>
                </a:path>
              </a:pathLst>
            </a:custGeom>
            <a:solidFill>
              <a:srgbClr val="43B02A"/>
            </a:solidFill>
            <a:ln w="6390" cap="flat">
              <a:noFill/>
              <a:prstDash val="solid"/>
              <a:miter/>
            </a:ln>
          </p:spPr>
          <p:txBody>
            <a:bodyPr rtlCol="0" anchor="ctr"/>
            <a:lstStyle/>
            <a:p>
              <a:endParaRPr lang="en-US"/>
            </a:p>
          </p:txBody>
        </p:sp>
        <p:sp>
          <p:nvSpPr>
            <p:cNvPr id="873" name="Graphic 6">
              <a:extLst>
                <a:ext uri="{FF2B5EF4-FFF2-40B4-BE49-F238E27FC236}">
                  <a16:creationId xmlns:a16="http://schemas.microsoft.com/office/drawing/2014/main" id="{619277F1-3FDB-244B-9028-1DFBBAAA3DC7}"/>
                </a:ext>
              </a:extLst>
            </p:cNvPr>
            <p:cNvSpPr/>
            <p:nvPr/>
          </p:nvSpPr>
          <p:spPr>
            <a:xfrm>
              <a:off x="9278188" y="3341538"/>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09 w 362309"/>
                <a:gd name="connsiteY3" fmla="*/ 181305 h 361971"/>
                <a:gd name="connsiteX4" fmla="*/ 181474 w 362309"/>
                <a:gd name="connsiteY4" fmla="*/ 0 h 361971"/>
                <a:gd name="connsiteX5" fmla="*/ 248569 w 362309"/>
                <a:gd name="connsiteY5" fmla="*/ 152577 h 361971"/>
                <a:gd name="connsiteX6" fmla="*/ 136745 w 362309"/>
                <a:gd name="connsiteY6" fmla="*/ 277065 h 361971"/>
                <a:gd name="connsiteX7" fmla="*/ 132271 w 362309"/>
                <a:gd name="connsiteY7" fmla="*/ 278980 h 361971"/>
                <a:gd name="connsiteX8" fmla="*/ 129076 w 362309"/>
                <a:gd name="connsiteY8" fmla="*/ 278342 h 361971"/>
                <a:gd name="connsiteX9" fmla="*/ 125881 w 362309"/>
                <a:gd name="connsiteY9" fmla="*/ 270681 h 361971"/>
                <a:gd name="connsiteX10" fmla="*/ 150164 w 362309"/>
                <a:gd name="connsiteY10" fmla="*/ 187051 h 361971"/>
                <a:gd name="connsiteX11" fmla="*/ 119492 w 362309"/>
                <a:gd name="connsiteY11" fmla="*/ 187051 h 361971"/>
                <a:gd name="connsiteX12" fmla="*/ 114380 w 362309"/>
                <a:gd name="connsiteY12" fmla="*/ 184497 h 361971"/>
                <a:gd name="connsiteX13" fmla="*/ 113741 w 362309"/>
                <a:gd name="connsiteY13" fmla="*/ 178752 h 361971"/>
                <a:gd name="connsiteX14" fmla="*/ 153358 w 362309"/>
                <a:gd name="connsiteY14" fmla="*/ 86822 h 361971"/>
                <a:gd name="connsiteX15" fmla="*/ 159110 w 362309"/>
                <a:gd name="connsiteY15" fmla="*/ 82992 h 361971"/>
                <a:gd name="connsiteX16" fmla="*/ 224925 w 362309"/>
                <a:gd name="connsiteY16" fmla="*/ 82992 h 361971"/>
                <a:gd name="connsiteX17" fmla="*/ 230038 w 362309"/>
                <a:gd name="connsiteY17" fmla="*/ 86184 h 361971"/>
                <a:gd name="connsiteX18" fmla="*/ 230677 w 362309"/>
                <a:gd name="connsiteY18" fmla="*/ 92568 h 361971"/>
                <a:gd name="connsiteX19" fmla="*/ 208312 w 362309"/>
                <a:gd name="connsiteY19" fmla="*/ 142363 h 361971"/>
                <a:gd name="connsiteX20" fmla="*/ 244735 w 362309"/>
                <a:gd name="connsiteY20" fmla="*/ 142363 h 361971"/>
                <a:gd name="connsiteX21" fmla="*/ 250485 w 362309"/>
                <a:gd name="connsiteY21" fmla="*/ 146193 h 361971"/>
                <a:gd name="connsiteX22" fmla="*/ 248569 w 362309"/>
                <a:gd name="connsiteY22" fmla="*/ 15257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09" y="280895"/>
                    <a:pt x="362309" y="181305"/>
                  </a:cubicBezTo>
                  <a:cubicBezTo>
                    <a:pt x="362309" y="81715"/>
                    <a:pt x="281796" y="0"/>
                    <a:pt x="181474" y="0"/>
                  </a:cubicBezTo>
                  <a:close/>
                  <a:moveTo>
                    <a:pt x="248569" y="152577"/>
                  </a:moveTo>
                  <a:lnTo>
                    <a:pt x="136745" y="277065"/>
                  </a:lnTo>
                  <a:cubicBezTo>
                    <a:pt x="135466" y="278342"/>
                    <a:pt x="133550" y="278980"/>
                    <a:pt x="132271" y="278980"/>
                  </a:cubicBezTo>
                  <a:cubicBezTo>
                    <a:pt x="130994" y="278980"/>
                    <a:pt x="130355" y="278980"/>
                    <a:pt x="129076" y="278342"/>
                  </a:cubicBezTo>
                  <a:cubicBezTo>
                    <a:pt x="126521" y="277065"/>
                    <a:pt x="125243" y="273873"/>
                    <a:pt x="125881" y="270681"/>
                  </a:cubicBezTo>
                  <a:lnTo>
                    <a:pt x="150164" y="187051"/>
                  </a:lnTo>
                  <a:lnTo>
                    <a:pt x="119492" y="187051"/>
                  </a:lnTo>
                  <a:cubicBezTo>
                    <a:pt x="117575" y="187051"/>
                    <a:pt x="115658" y="185774"/>
                    <a:pt x="114380" y="184497"/>
                  </a:cubicBezTo>
                  <a:cubicBezTo>
                    <a:pt x="113102" y="182582"/>
                    <a:pt x="113102" y="180667"/>
                    <a:pt x="113741" y="178752"/>
                  </a:cubicBezTo>
                  <a:lnTo>
                    <a:pt x="153358" y="86822"/>
                  </a:lnTo>
                  <a:cubicBezTo>
                    <a:pt x="154636" y="84269"/>
                    <a:pt x="156553" y="82992"/>
                    <a:pt x="159110" y="82992"/>
                  </a:cubicBezTo>
                  <a:lnTo>
                    <a:pt x="224925" y="82992"/>
                  </a:lnTo>
                  <a:cubicBezTo>
                    <a:pt x="226843" y="82992"/>
                    <a:pt x="229399" y="84269"/>
                    <a:pt x="230038" y="86184"/>
                  </a:cubicBezTo>
                  <a:cubicBezTo>
                    <a:pt x="231315" y="88099"/>
                    <a:pt x="231315" y="90014"/>
                    <a:pt x="230677" y="92568"/>
                  </a:cubicBezTo>
                  <a:lnTo>
                    <a:pt x="208312" y="142363"/>
                  </a:lnTo>
                  <a:lnTo>
                    <a:pt x="244735" y="142363"/>
                  </a:lnTo>
                  <a:cubicBezTo>
                    <a:pt x="247290" y="142363"/>
                    <a:pt x="249846" y="143640"/>
                    <a:pt x="250485" y="146193"/>
                  </a:cubicBezTo>
                  <a:cubicBezTo>
                    <a:pt x="250485" y="148108"/>
                    <a:pt x="250485" y="150662"/>
                    <a:pt x="248569" y="152577"/>
                  </a:cubicBezTo>
                  <a:close/>
                </a:path>
              </a:pathLst>
            </a:custGeom>
            <a:solidFill>
              <a:srgbClr val="43B02A"/>
            </a:solidFill>
            <a:ln w="6390" cap="flat">
              <a:noFill/>
              <a:prstDash val="solid"/>
              <a:miter/>
            </a:ln>
          </p:spPr>
          <p:txBody>
            <a:bodyPr rtlCol="0" anchor="ctr"/>
            <a:lstStyle/>
            <a:p>
              <a:endParaRPr lang="en-US"/>
            </a:p>
          </p:txBody>
        </p:sp>
      </p:grpSp>
      <p:sp>
        <p:nvSpPr>
          <p:cNvPr id="874" name="Graphic 6">
            <a:extLst>
              <a:ext uri="{FF2B5EF4-FFF2-40B4-BE49-F238E27FC236}">
                <a16:creationId xmlns:a16="http://schemas.microsoft.com/office/drawing/2014/main" id="{02FF5C1B-8136-A047-A28B-3DB37EB1A517}"/>
              </a:ext>
            </a:extLst>
          </p:cNvPr>
          <p:cNvSpPr/>
          <p:nvPr/>
        </p:nvSpPr>
        <p:spPr>
          <a:xfrm>
            <a:off x="11372810" y="920732"/>
            <a:ext cx="362309" cy="361971"/>
          </a:xfrm>
          <a:custGeom>
            <a:avLst/>
            <a:gdLst>
              <a:gd name="connsiteX0" fmla="*/ 208312 w 362309"/>
              <a:gd name="connsiteY0" fmla="*/ 133425 h 361971"/>
              <a:gd name="connsiteX1" fmla="*/ 180196 w 362309"/>
              <a:gd name="connsiteY1" fmla="*/ 90014 h 361971"/>
              <a:gd name="connsiteX2" fmla="*/ 154636 w 362309"/>
              <a:gd name="connsiteY2" fmla="*/ 129595 h 361971"/>
              <a:gd name="connsiteX3" fmla="*/ 157831 w 362309"/>
              <a:gd name="connsiteY3" fmla="*/ 128956 h 361971"/>
              <a:gd name="connsiteX4" fmla="*/ 175723 w 362309"/>
              <a:gd name="connsiteY4" fmla="*/ 137256 h 361971"/>
              <a:gd name="connsiteX5" fmla="*/ 182752 w 362309"/>
              <a:gd name="connsiteY5" fmla="*/ 152577 h 361971"/>
              <a:gd name="connsiteX6" fmla="*/ 184669 w 362309"/>
              <a:gd name="connsiteY6" fmla="*/ 155769 h 361971"/>
              <a:gd name="connsiteX7" fmla="*/ 188503 w 362309"/>
              <a:gd name="connsiteY7" fmla="*/ 146832 h 361971"/>
              <a:gd name="connsiteX8" fmla="*/ 205117 w 362309"/>
              <a:gd name="connsiteY8" fmla="*/ 131510 h 361971"/>
              <a:gd name="connsiteX9" fmla="*/ 207673 w 362309"/>
              <a:gd name="connsiteY9" fmla="*/ 132787 h 361971"/>
              <a:gd name="connsiteX10" fmla="*/ 208312 w 362309"/>
              <a:gd name="connsiteY10" fmla="*/ 133425 h 361971"/>
              <a:gd name="connsiteX11" fmla="*/ 76679 w 362309"/>
              <a:gd name="connsiteY11" fmla="*/ 252167 h 361971"/>
              <a:gd name="connsiteX12" fmla="*/ 286269 w 362309"/>
              <a:gd name="connsiteY12" fmla="*/ 252167 h 361971"/>
              <a:gd name="connsiteX13" fmla="*/ 235788 w 362309"/>
              <a:gd name="connsiteY13" fmla="*/ 174921 h 361971"/>
              <a:gd name="connsiteX14" fmla="*/ 233872 w 362309"/>
              <a:gd name="connsiteY14" fmla="*/ 173644 h 361971"/>
              <a:gd name="connsiteX15" fmla="*/ 202561 w 362309"/>
              <a:gd name="connsiteY15" fmla="*/ 144278 h 361971"/>
              <a:gd name="connsiteX16" fmla="*/ 200643 w 362309"/>
              <a:gd name="connsiteY16" fmla="*/ 149385 h 361971"/>
              <a:gd name="connsiteX17" fmla="*/ 191698 w 362309"/>
              <a:gd name="connsiteY17" fmla="*/ 165984 h 361971"/>
              <a:gd name="connsiteX18" fmla="*/ 181474 w 362309"/>
              <a:gd name="connsiteY18" fmla="*/ 167899 h 361971"/>
              <a:gd name="connsiteX19" fmla="*/ 171250 w 362309"/>
              <a:gd name="connsiteY19" fmla="*/ 156408 h 361971"/>
              <a:gd name="connsiteX20" fmla="*/ 164860 w 362309"/>
              <a:gd name="connsiteY20" fmla="*/ 142363 h 361971"/>
              <a:gd name="connsiteX21" fmla="*/ 161026 w 362309"/>
              <a:gd name="connsiteY21" fmla="*/ 141086 h 361971"/>
              <a:gd name="connsiteX22" fmla="*/ 145051 w 362309"/>
              <a:gd name="connsiteY22" fmla="*/ 145555 h 361971"/>
              <a:gd name="connsiteX23" fmla="*/ 76679 w 362309"/>
              <a:gd name="connsiteY23" fmla="*/ 252167 h 361971"/>
              <a:gd name="connsiteX24" fmla="*/ 303522 w 362309"/>
              <a:gd name="connsiteY24" fmla="*/ 261743 h 361971"/>
              <a:gd name="connsiteX25" fmla="*/ 297771 w 362309"/>
              <a:gd name="connsiteY25" fmla="*/ 264935 h 361971"/>
              <a:gd name="connsiteX26" fmla="*/ 65177 w 362309"/>
              <a:gd name="connsiteY26" fmla="*/ 264935 h 361971"/>
              <a:gd name="connsiteX27" fmla="*/ 59426 w 362309"/>
              <a:gd name="connsiteY27" fmla="*/ 261743 h 361971"/>
              <a:gd name="connsiteX28" fmla="*/ 59426 w 362309"/>
              <a:gd name="connsiteY28" fmla="*/ 255359 h 361971"/>
              <a:gd name="connsiteX29" fmla="*/ 174445 w 362309"/>
              <a:gd name="connsiteY29" fmla="*/ 74693 h 361971"/>
              <a:gd name="connsiteX30" fmla="*/ 179557 w 362309"/>
              <a:gd name="connsiteY30" fmla="*/ 71501 h 361971"/>
              <a:gd name="connsiteX31" fmla="*/ 179557 w 362309"/>
              <a:gd name="connsiteY31" fmla="*/ 71501 h 361971"/>
              <a:gd name="connsiteX32" fmla="*/ 184669 w 362309"/>
              <a:gd name="connsiteY32" fmla="*/ 74693 h 361971"/>
              <a:gd name="connsiteX33" fmla="*/ 302882 w 362309"/>
              <a:gd name="connsiteY33" fmla="*/ 255359 h 361971"/>
              <a:gd name="connsiteX34" fmla="*/ 303522 w 362309"/>
              <a:gd name="connsiteY34" fmla="*/ 261743 h 361971"/>
              <a:gd name="connsiteX35" fmla="*/ 362309 w 362309"/>
              <a:gd name="connsiteY35" fmla="*/ 181305 h 361971"/>
              <a:gd name="connsiteX36" fmla="*/ 181474 w 362309"/>
              <a:gd name="connsiteY36" fmla="*/ 0 h 361971"/>
              <a:gd name="connsiteX37" fmla="*/ 0 w 362309"/>
              <a:gd name="connsiteY37" fmla="*/ 180667 h 361971"/>
              <a:gd name="connsiteX38" fmla="*/ 180835 w 362309"/>
              <a:gd name="connsiteY38" fmla="*/ 361972 h 361971"/>
              <a:gd name="connsiteX39" fmla="*/ 362309 w 362309"/>
              <a:gd name="connsiteY39" fmla="*/ 18130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2309" h="361971">
                <a:moveTo>
                  <a:pt x="208312" y="133425"/>
                </a:moveTo>
                <a:lnTo>
                  <a:pt x="180196" y="90014"/>
                </a:lnTo>
                <a:lnTo>
                  <a:pt x="154636" y="129595"/>
                </a:lnTo>
                <a:lnTo>
                  <a:pt x="157831" y="128956"/>
                </a:lnTo>
                <a:cubicBezTo>
                  <a:pt x="162304" y="127680"/>
                  <a:pt x="171889" y="128318"/>
                  <a:pt x="175723" y="137256"/>
                </a:cubicBezTo>
                <a:cubicBezTo>
                  <a:pt x="178918" y="144278"/>
                  <a:pt x="182752" y="152577"/>
                  <a:pt x="182752" y="152577"/>
                </a:cubicBezTo>
                <a:cubicBezTo>
                  <a:pt x="183391" y="153854"/>
                  <a:pt x="184030" y="155131"/>
                  <a:pt x="184669" y="155769"/>
                </a:cubicBezTo>
                <a:cubicBezTo>
                  <a:pt x="185947" y="153854"/>
                  <a:pt x="187225" y="149385"/>
                  <a:pt x="188503" y="146832"/>
                </a:cubicBezTo>
                <a:cubicBezTo>
                  <a:pt x="190420" y="140448"/>
                  <a:pt x="193615" y="128318"/>
                  <a:pt x="205117" y="131510"/>
                </a:cubicBezTo>
                <a:cubicBezTo>
                  <a:pt x="206395" y="131510"/>
                  <a:pt x="207033" y="132148"/>
                  <a:pt x="207673" y="132787"/>
                </a:cubicBezTo>
                <a:lnTo>
                  <a:pt x="208312" y="133425"/>
                </a:lnTo>
                <a:close/>
                <a:moveTo>
                  <a:pt x="76679" y="252167"/>
                </a:moveTo>
                <a:lnTo>
                  <a:pt x="286269" y="252167"/>
                </a:lnTo>
                <a:lnTo>
                  <a:pt x="235788" y="174921"/>
                </a:lnTo>
                <a:cubicBezTo>
                  <a:pt x="235149" y="174921"/>
                  <a:pt x="234510" y="174283"/>
                  <a:pt x="233872" y="173644"/>
                </a:cubicBezTo>
                <a:lnTo>
                  <a:pt x="202561" y="144278"/>
                </a:lnTo>
                <a:cubicBezTo>
                  <a:pt x="201922" y="145555"/>
                  <a:pt x="201283" y="148108"/>
                  <a:pt x="200643" y="149385"/>
                </a:cubicBezTo>
                <a:cubicBezTo>
                  <a:pt x="198727" y="155769"/>
                  <a:pt x="196810" y="162153"/>
                  <a:pt x="191698" y="165984"/>
                </a:cubicBezTo>
                <a:cubicBezTo>
                  <a:pt x="188503" y="167899"/>
                  <a:pt x="184669" y="168537"/>
                  <a:pt x="181474" y="167899"/>
                </a:cubicBezTo>
                <a:cubicBezTo>
                  <a:pt x="175084" y="165984"/>
                  <a:pt x="171889" y="158323"/>
                  <a:pt x="171250" y="156408"/>
                </a:cubicBezTo>
                <a:cubicBezTo>
                  <a:pt x="171250" y="156408"/>
                  <a:pt x="168055" y="148747"/>
                  <a:pt x="164860" y="142363"/>
                </a:cubicBezTo>
                <a:cubicBezTo>
                  <a:pt x="163582" y="140448"/>
                  <a:pt x="161665" y="141086"/>
                  <a:pt x="161026" y="141086"/>
                </a:cubicBezTo>
                <a:lnTo>
                  <a:pt x="145051" y="145555"/>
                </a:lnTo>
                <a:lnTo>
                  <a:pt x="76679" y="252167"/>
                </a:lnTo>
                <a:close/>
                <a:moveTo>
                  <a:pt x="303522" y="261743"/>
                </a:moveTo>
                <a:cubicBezTo>
                  <a:pt x="302244" y="263658"/>
                  <a:pt x="300327" y="264935"/>
                  <a:pt x="297771" y="264935"/>
                </a:cubicBezTo>
                <a:lnTo>
                  <a:pt x="65177" y="264935"/>
                </a:lnTo>
                <a:cubicBezTo>
                  <a:pt x="62621" y="264935"/>
                  <a:pt x="60704" y="263658"/>
                  <a:pt x="59426" y="261743"/>
                </a:cubicBezTo>
                <a:cubicBezTo>
                  <a:pt x="58148" y="259828"/>
                  <a:pt x="58148" y="257274"/>
                  <a:pt x="59426" y="255359"/>
                </a:cubicBezTo>
                <a:lnTo>
                  <a:pt x="174445" y="74693"/>
                </a:lnTo>
                <a:cubicBezTo>
                  <a:pt x="175723" y="72777"/>
                  <a:pt x="177640" y="71501"/>
                  <a:pt x="179557" y="71501"/>
                </a:cubicBezTo>
                <a:lnTo>
                  <a:pt x="179557" y="71501"/>
                </a:lnTo>
                <a:cubicBezTo>
                  <a:pt x="181474" y="71501"/>
                  <a:pt x="184030" y="72777"/>
                  <a:pt x="184669" y="74693"/>
                </a:cubicBezTo>
                <a:lnTo>
                  <a:pt x="302882" y="255359"/>
                </a:lnTo>
                <a:cubicBezTo>
                  <a:pt x="304161" y="257274"/>
                  <a:pt x="304161" y="259828"/>
                  <a:pt x="303522" y="261743"/>
                </a:cubicBezTo>
                <a:moveTo>
                  <a:pt x="362309" y="181305"/>
                </a:moveTo>
                <a:cubicBezTo>
                  <a:pt x="362309" y="81077"/>
                  <a:pt x="281157" y="0"/>
                  <a:pt x="181474" y="0"/>
                </a:cubicBezTo>
                <a:cubicBezTo>
                  <a:pt x="81152" y="0"/>
                  <a:pt x="0" y="81077"/>
                  <a:pt x="0" y="180667"/>
                </a:cubicBezTo>
                <a:cubicBezTo>
                  <a:pt x="0" y="280895"/>
                  <a:pt x="81152" y="361972"/>
                  <a:pt x="180835" y="361972"/>
                </a:cubicBezTo>
                <a:cubicBezTo>
                  <a:pt x="281157" y="361972"/>
                  <a:pt x="362309" y="280895"/>
                  <a:pt x="362309" y="181305"/>
                </a:cubicBezTo>
              </a:path>
            </a:pathLst>
          </a:custGeom>
          <a:solidFill>
            <a:srgbClr val="43B02A"/>
          </a:solidFill>
          <a:ln w="6390" cap="flat">
            <a:noFill/>
            <a:prstDash val="solid"/>
            <a:miter/>
          </a:ln>
        </p:spPr>
        <p:txBody>
          <a:bodyPr rtlCol="0" anchor="ctr"/>
          <a:lstStyle/>
          <a:p>
            <a:endParaRPr lang="en-US"/>
          </a:p>
        </p:txBody>
      </p:sp>
      <p:grpSp>
        <p:nvGrpSpPr>
          <p:cNvPr id="875" name="Graphic 6">
            <a:extLst>
              <a:ext uri="{FF2B5EF4-FFF2-40B4-BE49-F238E27FC236}">
                <a16:creationId xmlns:a16="http://schemas.microsoft.com/office/drawing/2014/main" id="{E84E2847-46D1-8D47-8382-1A0FD95A8763}"/>
              </a:ext>
            </a:extLst>
          </p:cNvPr>
          <p:cNvGrpSpPr/>
          <p:nvPr/>
        </p:nvGrpSpPr>
        <p:grpSpPr>
          <a:xfrm>
            <a:off x="10934460" y="920732"/>
            <a:ext cx="362313" cy="361971"/>
            <a:chOff x="10934460" y="920732"/>
            <a:chExt cx="362313" cy="361971"/>
          </a:xfrm>
          <a:solidFill>
            <a:srgbClr val="43B02A"/>
          </a:solidFill>
        </p:grpSpPr>
        <p:sp>
          <p:nvSpPr>
            <p:cNvPr id="876" name="Graphic 6">
              <a:extLst>
                <a:ext uri="{FF2B5EF4-FFF2-40B4-BE49-F238E27FC236}">
                  <a16:creationId xmlns:a16="http://schemas.microsoft.com/office/drawing/2014/main" id="{9F390684-E987-3944-AB9A-CA65E90D4C14}"/>
                </a:ext>
              </a:extLst>
            </p:cNvPr>
            <p:cNvSpPr/>
            <p:nvPr/>
          </p:nvSpPr>
          <p:spPr>
            <a:xfrm>
              <a:off x="10934460" y="920732"/>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181474 w 362313"/>
                <a:gd name="connsiteY4" fmla="*/ 0 h 361971"/>
                <a:gd name="connsiteX5" fmla="*/ 181474 w 362313"/>
                <a:gd name="connsiteY5" fmla="*/ 12768 h 361971"/>
                <a:gd name="connsiteX6" fmla="*/ 349530 w 362313"/>
                <a:gd name="connsiteY6" fmla="*/ 181305 h 361971"/>
                <a:gd name="connsiteX7" fmla="*/ 180836 w 362313"/>
                <a:gd name="connsiteY7" fmla="*/ 349204 h 361971"/>
                <a:gd name="connsiteX8" fmla="*/ 12780 w 362313"/>
                <a:gd name="connsiteY8" fmla="*/ 180667 h 361971"/>
                <a:gd name="connsiteX9" fmla="*/ 181474 w 362313"/>
                <a:gd name="connsiteY9" fmla="*/ 1276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13" h="361971">
                  <a:moveTo>
                    <a:pt x="181474" y="0"/>
                  </a:moveTo>
                  <a:cubicBezTo>
                    <a:pt x="81153" y="0"/>
                    <a:pt x="0" y="81077"/>
                    <a:pt x="0" y="180667"/>
                  </a:cubicBezTo>
                  <a:cubicBezTo>
                    <a:pt x="0" y="280895"/>
                    <a:pt x="81153" y="361972"/>
                    <a:pt x="180836" y="361972"/>
                  </a:cubicBezTo>
                  <a:cubicBezTo>
                    <a:pt x="280518" y="361972"/>
                    <a:pt x="362310" y="280895"/>
                    <a:pt x="362310" y="181305"/>
                  </a:cubicBezTo>
                  <a:cubicBezTo>
                    <a:pt x="362949" y="81077"/>
                    <a:pt x="281797" y="0"/>
                    <a:pt x="181474" y="0"/>
                  </a:cubicBezTo>
                  <a:moveTo>
                    <a:pt x="181474" y="12768"/>
                  </a:moveTo>
                  <a:cubicBezTo>
                    <a:pt x="274128" y="12768"/>
                    <a:pt x="349530" y="88099"/>
                    <a:pt x="349530" y="181305"/>
                  </a:cubicBezTo>
                  <a:cubicBezTo>
                    <a:pt x="349530" y="273873"/>
                    <a:pt x="274128" y="349204"/>
                    <a:pt x="180836" y="349204"/>
                  </a:cubicBezTo>
                  <a:cubicBezTo>
                    <a:pt x="88181" y="349204"/>
                    <a:pt x="12780" y="273873"/>
                    <a:pt x="12780" y="180667"/>
                  </a:cubicBezTo>
                  <a:cubicBezTo>
                    <a:pt x="13419" y="88099"/>
                    <a:pt x="88820" y="12768"/>
                    <a:pt x="181474" y="12768"/>
                  </a:cubicBezTo>
                </a:path>
              </a:pathLst>
            </a:custGeom>
            <a:solidFill>
              <a:srgbClr val="43B02A"/>
            </a:solidFill>
            <a:ln w="6390" cap="flat">
              <a:noFill/>
              <a:prstDash val="solid"/>
              <a:miter/>
            </a:ln>
          </p:spPr>
          <p:txBody>
            <a:bodyPr rtlCol="0" anchor="ctr"/>
            <a:lstStyle/>
            <a:p>
              <a:endParaRPr lang="en-US"/>
            </a:p>
          </p:txBody>
        </p:sp>
        <p:sp>
          <p:nvSpPr>
            <p:cNvPr id="877" name="Graphic 6">
              <a:extLst>
                <a:ext uri="{FF2B5EF4-FFF2-40B4-BE49-F238E27FC236}">
                  <a16:creationId xmlns:a16="http://schemas.microsoft.com/office/drawing/2014/main" id="{708647A5-4104-8E4C-BD7B-CC3912EAC52F}"/>
                </a:ext>
              </a:extLst>
            </p:cNvPr>
            <p:cNvSpPr/>
            <p:nvPr/>
          </p:nvSpPr>
          <p:spPr>
            <a:xfrm>
              <a:off x="10992928" y="992233"/>
              <a:ext cx="245373" cy="193434"/>
            </a:xfrm>
            <a:custGeom>
              <a:avLst/>
              <a:gdLst>
                <a:gd name="connsiteX0" fmla="*/ 18211 w 245373"/>
                <a:gd name="connsiteY0" fmla="*/ 180667 h 193434"/>
                <a:gd name="connsiteX1" fmla="*/ 227801 w 245373"/>
                <a:gd name="connsiteY1" fmla="*/ 180667 h 193434"/>
                <a:gd name="connsiteX2" fmla="*/ 121728 w 245373"/>
                <a:gd name="connsiteY2" fmla="*/ 17875 h 193434"/>
                <a:gd name="connsiteX3" fmla="*/ 18211 w 245373"/>
                <a:gd name="connsiteY3" fmla="*/ 180667 h 193434"/>
                <a:gd name="connsiteX4" fmla="*/ 239303 w 245373"/>
                <a:gd name="connsiteY4" fmla="*/ 193435 h 193434"/>
                <a:gd name="connsiteX5" fmla="*/ 6709 w 245373"/>
                <a:gd name="connsiteY5" fmla="*/ 193435 h 193434"/>
                <a:gd name="connsiteX6" fmla="*/ 958 w 245373"/>
                <a:gd name="connsiteY6" fmla="*/ 190243 h 193434"/>
                <a:gd name="connsiteX7" fmla="*/ 958 w 245373"/>
                <a:gd name="connsiteY7" fmla="*/ 183859 h 193434"/>
                <a:gd name="connsiteX8" fmla="*/ 115977 w 245373"/>
                <a:gd name="connsiteY8" fmla="*/ 3192 h 193434"/>
                <a:gd name="connsiteX9" fmla="*/ 121089 w 245373"/>
                <a:gd name="connsiteY9" fmla="*/ 0 h 193434"/>
                <a:gd name="connsiteX10" fmla="*/ 121089 w 245373"/>
                <a:gd name="connsiteY10" fmla="*/ 0 h 193434"/>
                <a:gd name="connsiteX11" fmla="*/ 126201 w 245373"/>
                <a:gd name="connsiteY11" fmla="*/ 3192 h 193434"/>
                <a:gd name="connsiteX12" fmla="*/ 244415 w 245373"/>
                <a:gd name="connsiteY12" fmla="*/ 183859 h 193434"/>
                <a:gd name="connsiteX13" fmla="*/ 244415 w 245373"/>
                <a:gd name="connsiteY13" fmla="*/ 190243 h 193434"/>
                <a:gd name="connsiteX14" fmla="*/ 239303 w 245373"/>
                <a:gd name="connsiteY14" fmla="*/ 193435 h 19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5373" h="193434">
                  <a:moveTo>
                    <a:pt x="18211" y="180667"/>
                  </a:moveTo>
                  <a:lnTo>
                    <a:pt x="227801" y="180667"/>
                  </a:lnTo>
                  <a:lnTo>
                    <a:pt x="121728" y="17875"/>
                  </a:lnTo>
                  <a:lnTo>
                    <a:pt x="18211" y="180667"/>
                  </a:lnTo>
                  <a:close/>
                  <a:moveTo>
                    <a:pt x="239303" y="193435"/>
                  </a:moveTo>
                  <a:lnTo>
                    <a:pt x="6709" y="193435"/>
                  </a:lnTo>
                  <a:cubicBezTo>
                    <a:pt x="4153" y="193435"/>
                    <a:pt x="2236" y="192158"/>
                    <a:pt x="958" y="190243"/>
                  </a:cubicBezTo>
                  <a:cubicBezTo>
                    <a:pt x="-319" y="188327"/>
                    <a:pt x="-319" y="185774"/>
                    <a:pt x="958" y="183859"/>
                  </a:cubicBezTo>
                  <a:lnTo>
                    <a:pt x="115977" y="3192"/>
                  </a:lnTo>
                  <a:cubicBezTo>
                    <a:pt x="117255" y="1277"/>
                    <a:pt x="119172" y="0"/>
                    <a:pt x="121089" y="0"/>
                  </a:cubicBezTo>
                  <a:lnTo>
                    <a:pt x="121089" y="0"/>
                  </a:lnTo>
                  <a:cubicBezTo>
                    <a:pt x="123006" y="0"/>
                    <a:pt x="125562" y="1277"/>
                    <a:pt x="126201" y="3192"/>
                  </a:cubicBezTo>
                  <a:lnTo>
                    <a:pt x="244415" y="183859"/>
                  </a:lnTo>
                  <a:cubicBezTo>
                    <a:pt x="245693" y="185774"/>
                    <a:pt x="245693" y="188327"/>
                    <a:pt x="244415" y="190243"/>
                  </a:cubicBezTo>
                  <a:cubicBezTo>
                    <a:pt x="243776" y="192158"/>
                    <a:pt x="241859" y="193435"/>
                    <a:pt x="239303" y="193435"/>
                  </a:cubicBezTo>
                </a:path>
              </a:pathLst>
            </a:custGeom>
            <a:solidFill>
              <a:srgbClr val="43B02A"/>
            </a:solidFill>
            <a:ln w="6390" cap="flat">
              <a:noFill/>
              <a:prstDash val="solid"/>
              <a:miter/>
            </a:ln>
          </p:spPr>
          <p:txBody>
            <a:bodyPr rtlCol="0" anchor="ctr"/>
            <a:lstStyle/>
            <a:p>
              <a:endParaRPr lang="en-US"/>
            </a:p>
          </p:txBody>
        </p:sp>
        <p:sp>
          <p:nvSpPr>
            <p:cNvPr id="878" name="Graphic 6">
              <a:extLst>
                <a:ext uri="{FF2B5EF4-FFF2-40B4-BE49-F238E27FC236}">
                  <a16:creationId xmlns:a16="http://schemas.microsoft.com/office/drawing/2014/main" id="{E9A0B5D0-B32A-824E-886B-B973E862D48F}"/>
                </a:ext>
              </a:extLst>
            </p:cNvPr>
            <p:cNvSpPr/>
            <p:nvPr/>
          </p:nvSpPr>
          <p:spPr>
            <a:xfrm>
              <a:off x="11070443" y="1049189"/>
              <a:ext cx="109478" cy="47103"/>
            </a:xfrm>
            <a:custGeom>
              <a:avLst/>
              <a:gdLst>
                <a:gd name="connsiteX0" fmla="*/ 102361 w 109478"/>
                <a:gd name="connsiteY0" fmla="*/ 47103 h 47103"/>
                <a:gd name="connsiteX1" fmla="*/ 97889 w 109478"/>
                <a:gd name="connsiteY1" fmla="*/ 45188 h 47103"/>
                <a:gd name="connsiteX2" fmla="*/ 66578 w 109478"/>
                <a:gd name="connsiteY2" fmla="*/ 15822 h 47103"/>
                <a:gd name="connsiteX3" fmla="*/ 64661 w 109478"/>
                <a:gd name="connsiteY3" fmla="*/ 20929 h 47103"/>
                <a:gd name="connsiteX4" fmla="*/ 55715 w 109478"/>
                <a:gd name="connsiteY4" fmla="*/ 37527 h 47103"/>
                <a:gd name="connsiteX5" fmla="*/ 45491 w 109478"/>
                <a:gd name="connsiteY5" fmla="*/ 39442 h 47103"/>
                <a:gd name="connsiteX6" fmla="*/ 35267 w 109478"/>
                <a:gd name="connsiteY6" fmla="*/ 27951 h 47103"/>
                <a:gd name="connsiteX7" fmla="*/ 28877 w 109478"/>
                <a:gd name="connsiteY7" fmla="*/ 13906 h 47103"/>
                <a:gd name="connsiteX8" fmla="*/ 25043 w 109478"/>
                <a:gd name="connsiteY8" fmla="*/ 12630 h 47103"/>
                <a:gd name="connsiteX9" fmla="*/ 7790 w 109478"/>
                <a:gd name="connsiteY9" fmla="*/ 17737 h 47103"/>
                <a:gd name="connsiteX10" fmla="*/ 122 w 109478"/>
                <a:gd name="connsiteY10" fmla="*/ 13268 h 47103"/>
                <a:gd name="connsiteX11" fmla="*/ 4595 w 109478"/>
                <a:gd name="connsiteY11" fmla="*/ 5607 h 47103"/>
                <a:gd name="connsiteX12" fmla="*/ 22487 w 109478"/>
                <a:gd name="connsiteY12" fmla="*/ 500 h 47103"/>
                <a:gd name="connsiteX13" fmla="*/ 40379 w 109478"/>
                <a:gd name="connsiteY13" fmla="*/ 8799 h 47103"/>
                <a:gd name="connsiteX14" fmla="*/ 47408 w 109478"/>
                <a:gd name="connsiteY14" fmla="*/ 24121 h 47103"/>
                <a:gd name="connsiteX15" fmla="*/ 49325 w 109478"/>
                <a:gd name="connsiteY15" fmla="*/ 27313 h 47103"/>
                <a:gd name="connsiteX16" fmla="*/ 53159 w 109478"/>
                <a:gd name="connsiteY16" fmla="*/ 18375 h 47103"/>
                <a:gd name="connsiteX17" fmla="*/ 69773 w 109478"/>
                <a:gd name="connsiteY17" fmla="*/ 3054 h 47103"/>
                <a:gd name="connsiteX18" fmla="*/ 72329 w 109478"/>
                <a:gd name="connsiteY18" fmla="*/ 4330 h 47103"/>
                <a:gd name="connsiteX19" fmla="*/ 107474 w 109478"/>
                <a:gd name="connsiteY19" fmla="*/ 36250 h 47103"/>
                <a:gd name="connsiteX20" fmla="*/ 108112 w 109478"/>
                <a:gd name="connsiteY20" fmla="*/ 45188 h 47103"/>
                <a:gd name="connsiteX21" fmla="*/ 102361 w 109478"/>
                <a:gd name="connsiteY21" fmla="*/ 47103 h 47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9478" h="47103">
                  <a:moveTo>
                    <a:pt x="102361" y="47103"/>
                  </a:moveTo>
                  <a:cubicBezTo>
                    <a:pt x="101084" y="47103"/>
                    <a:pt x="99166" y="46465"/>
                    <a:pt x="97889" y="45188"/>
                  </a:cubicBezTo>
                  <a:lnTo>
                    <a:pt x="66578" y="15822"/>
                  </a:lnTo>
                  <a:cubicBezTo>
                    <a:pt x="65939" y="17098"/>
                    <a:pt x="65299" y="19652"/>
                    <a:pt x="64661" y="20929"/>
                  </a:cubicBezTo>
                  <a:cubicBezTo>
                    <a:pt x="62744" y="27313"/>
                    <a:pt x="60827" y="33697"/>
                    <a:pt x="55715" y="37527"/>
                  </a:cubicBezTo>
                  <a:cubicBezTo>
                    <a:pt x="52520" y="39442"/>
                    <a:pt x="48686" y="40081"/>
                    <a:pt x="45491" y="39442"/>
                  </a:cubicBezTo>
                  <a:cubicBezTo>
                    <a:pt x="39101" y="37527"/>
                    <a:pt x="35906" y="29866"/>
                    <a:pt x="35267" y="27951"/>
                  </a:cubicBezTo>
                  <a:cubicBezTo>
                    <a:pt x="35267" y="27951"/>
                    <a:pt x="32072" y="20290"/>
                    <a:pt x="28877" y="13906"/>
                  </a:cubicBezTo>
                  <a:cubicBezTo>
                    <a:pt x="28238" y="11991"/>
                    <a:pt x="26321" y="11991"/>
                    <a:pt x="25043" y="12630"/>
                  </a:cubicBezTo>
                  <a:lnTo>
                    <a:pt x="7790" y="17737"/>
                  </a:lnTo>
                  <a:cubicBezTo>
                    <a:pt x="4595" y="19014"/>
                    <a:pt x="761" y="16460"/>
                    <a:pt x="122" y="13268"/>
                  </a:cubicBezTo>
                  <a:cubicBezTo>
                    <a:pt x="-516" y="10076"/>
                    <a:pt x="1400" y="6246"/>
                    <a:pt x="4595" y="5607"/>
                  </a:cubicBezTo>
                  <a:lnTo>
                    <a:pt x="22487" y="500"/>
                  </a:lnTo>
                  <a:cubicBezTo>
                    <a:pt x="26960" y="-777"/>
                    <a:pt x="36545" y="-138"/>
                    <a:pt x="40379" y="8799"/>
                  </a:cubicBezTo>
                  <a:cubicBezTo>
                    <a:pt x="43574" y="15822"/>
                    <a:pt x="47408" y="24121"/>
                    <a:pt x="47408" y="24121"/>
                  </a:cubicBezTo>
                  <a:cubicBezTo>
                    <a:pt x="48047" y="25398"/>
                    <a:pt x="48686" y="26674"/>
                    <a:pt x="49325" y="27313"/>
                  </a:cubicBezTo>
                  <a:cubicBezTo>
                    <a:pt x="50603" y="25398"/>
                    <a:pt x="51881" y="20929"/>
                    <a:pt x="53159" y="18375"/>
                  </a:cubicBezTo>
                  <a:cubicBezTo>
                    <a:pt x="55076" y="11991"/>
                    <a:pt x="58271" y="-138"/>
                    <a:pt x="69773" y="3054"/>
                  </a:cubicBezTo>
                  <a:cubicBezTo>
                    <a:pt x="71051" y="3054"/>
                    <a:pt x="71689" y="3692"/>
                    <a:pt x="72329" y="4330"/>
                  </a:cubicBezTo>
                  <a:lnTo>
                    <a:pt x="107474" y="36250"/>
                  </a:lnTo>
                  <a:cubicBezTo>
                    <a:pt x="110029" y="38804"/>
                    <a:pt x="110029" y="42634"/>
                    <a:pt x="108112" y="45188"/>
                  </a:cubicBezTo>
                  <a:cubicBezTo>
                    <a:pt x="105556" y="46465"/>
                    <a:pt x="103639" y="47103"/>
                    <a:pt x="102361" y="47103"/>
                  </a:cubicBezTo>
                </a:path>
              </a:pathLst>
            </a:custGeom>
            <a:solidFill>
              <a:srgbClr val="43B02A"/>
            </a:solidFill>
            <a:ln w="6390" cap="flat">
              <a:noFill/>
              <a:prstDash val="solid"/>
              <a:miter/>
            </a:ln>
          </p:spPr>
          <p:txBody>
            <a:bodyPr rtlCol="0" anchor="ctr"/>
            <a:lstStyle/>
            <a:p>
              <a:endParaRPr lang="en-US"/>
            </a:p>
          </p:txBody>
        </p:sp>
      </p:grpSp>
      <p:grpSp>
        <p:nvGrpSpPr>
          <p:cNvPr id="879" name="Graphic 6">
            <a:extLst>
              <a:ext uri="{FF2B5EF4-FFF2-40B4-BE49-F238E27FC236}">
                <a16:creationId xmlns:a16="http://schemas.microsoft.com/office/drawing/2014/main" id="{1FF771E9-BDC6-0745-9E16-69159420E9F4}"/>
              </a:ext>
            </a:extLst>
          </p:cNvPr>
          <p:cNvGrpSpPr/>
          <p:nvPr/>
        </p:nvGrpSpPr>
        <p:grpSpPr>
          <a:xfrm>
            <a:off x="9887149" y="1404638"/>
            <a:ext cx="362309" cy="361971"/>
            <a:chOff x="9887149" y="1404638"/>
            <a:chExt cx="362309" cy="361971"/>
          </a:xfrm>
          <a:solidFill>
            <a:srgbClr val="43B02A"/>
          </a:solidFill>
        </p:grpSpPr>
        <p:sp>
          <p:nvSpPr>
            <p:cNvPr id="880" name="Graphic 6">
              <a:extLst>
                <a:ext uri="{FF2B5EF4-FFF2-40B4-BE49-F238E27FC236}">
                  <a16:creationId xmlns:a16="http://schemas.microsoft.com/office/drawing/2014/main" id="{59BC06F6-C332-3641-8B93-E481E4B605FB}"/>
                </a:ext>
              </a:extLst>
            </p:cNvPr>
            <p:cNvSpPr/>
            <p:nvPr/>
          </p:nvSpPr>
          <p:spPr>
            <a:xfrm>
              <a:off x="9887149" y="1404638"/>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181474 w 362309"/>
                <a:gd name="connsiteY4" fmla="*/ 0 h 361971"/>
                <a:gd name="connsiteX5" fmla="*/ 181474 w 362309"/>
                <a:gd name="connsiteY5" fmla="*/ 12768 h 361971"/>
                <a:gd name="connsiteX6" fmla="*/ 349529 w 362309"/>
                <a:gd name="connsiteY6" fmla="*/ 181305 h 361971"/>
                <a:gd name="connsiteX7" fmla="*/ 180835 w 362309"/>
                <a:gd name="connsiteY7" fmla="*/ 349204 h 361971"/>
                <a:gd name="connsiteX8" fmla="*/ 12780 w 362309"/>
                <a:gd name="connsiteY8" fmla="*/ 180667 h 361971"/>
                <a:gd name="connsiteX9" fmla="*/ 181474 w 362309"/>
                <a:gd name="connsiteY9" fmla="*/ 1276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474" y="0"/>
                  </a:moveTo>
                  <a:cubicBezTo>
                    <a:pt x="81152" y="0"/>
                    <a:pt x="0" y="81077"/>
                    <a:pt x="0" y="180667"/>
                  </a:cubicBezTo>
                  <a:cubicBezTo>
                    <a:pt x="0" y="280895"/>
                    <a:pt x="81152" y="361972"/>
                    <a:pt x="180835" y="361972"/>
                  </a:cubicBezTo>
                  <a:cubicBezTo>
                    <a:pt x="280518" y="361972"/>
                    <a:pt x="362309" y="280895"/>
                    <a:pt x="362309" y="181305"/>
                  </a:cubicBezTo>
                  <a:cubicBezTo>
                    <a:pt x="362309" y="81077"/>
                    <a:pt x="281796" y="0"/>
                    <a:pt x="181474" y="0"/>
                  </a:cubicBezTo>
                  <a:moveTo>
                    <a:pt x="181474" y="12768"/>
                  </a:moveTo>
                  <a:cubicBezTo>
                    <a:pt x="274128" y="12768"/>
                    <a:pt x="349529" y="88099"/>
                    <a:pt x="349529" y="181305"/>
                  </a:cubicBezTo>
                  <a:cubicBezTo>
                    <a:pt x="349529" y="273873"/>
                    <a:pt x="274128" y="349204"/>
                    <a:pt x="180835" y="349204"/>
                  </a:cubicBezTo>
                  <a:cubicBezTo>
                    <a:pt x="87542" y="349204"/>
                    <a:pt x="12780" y="273873"/>
                    <a:pt x="12780" y="180667"/>
                  </a:cubicBezTo>
                  <a:cubicBezTo>
                    <a:pt x="12780" y="88099"/>
                    <a:pt x="88820" y="12768"/>
                    <a:pt x="181474" y="12768"/>
                  </a:cubicBezTo>
                </a:path>
              </a:pathLst>
            </a:custGeom>
            <a:solidFill>
              <a:srgbClr val="43B02A"/>
            </a:solidFill>
            <a:ln w="6390" cap="flat">
              <a:noFill/>
              <a:prstDash val="solid"/>
              <a:miter/>
            </a:ln>
          </p:spPr>
          <p:txBody>
            <a:bodyPr rtlCol="0" anchor="ctr"/>
            <a:lstStyle/>
            <a:p>
              <a:endParaRPr lang="en-US"/>
            </a:p>
          </p:txBody>
        </p:sp>
        <p:sp>
          <p:nvSpPr>
            <p:cNvPr id="881" name="Graphic 6">
              <a:extLst>
                <a:ext uri="{FF2B5EF4-FFF2-40B4-BE49-F238E27FC236}">
                  <a16:creationId xmlns:a16="http://schemas.microsoft.com/office/drawing/2014/main" id="{808EF3E6-1FD0-EE48-942D-AEA93899EC73}"/>
                </a:ext>
              </a:extLst>
            </p:cNvPr>
            <p:cNvSpPr/>
            <p:nvPr/>
          </p:nvSpPr>
          <p:spPr>
            <a:xfrm>
              <a:off x="9958579" y="1520827"/>
              <a:ext cx="220031" cy="129594"/>
            </a:xfrm>
            <a:custGeom>
              <a:avLst/>
              <a:gdLst>
                <a:gd name="connsiteX0" fmla="*/ 42950 w 220031"/>
                <a:gd name="connsiteY0" fmla="*/ 116827 h 129594"/>
                <a:gd name="connsiteX1" fmla="*/ 188002 w 220031"/>
                <a:gd name="connsiteY1" fmla="*/ 116827 h 129594"/>
                <a:gd name="connsiteX2" fmla="*/ 203977 w 220031"/>
                <a:gd name="connsiteY2" fmla="*/ 108528 h 129594"/>
                <a:gd name="connsiteX3" fmla="*/ 207172 w 220031"/>
                <a:gd name="connsiteY3" fmla="*/ 91291 h 129594"/>
                <a:gd name="connsiteX4" fmla="*/ 180973 w 220031"/>
                <a:gd name="connsiteY4" fmla="*/ 74693 h 129594"/>
                <a:gd name="connsiteX5" fmla="*/ 175861 w 220031"/>
                <a:gd name="connsiteY5" fmla="*/ 72777 h 129594"/>
                <a:gd name="connsiteX6" fmla="*/ 173944 w 220031"/>
                <a:gd name="connsiteY6" fmla="*/ 67670 h 129594"/>
                <a:gd name="connsiteX7" fmla="*/ 161164 w 220031"/>
                <a:gd name="connsiteY7" fmla="*/ 24897 h 129594"/>
                <a:gd name="connsiteX8" fmla="*/ 127937 w 220031"/>
                <a:gd name="connsiteY8" fmla="*/ 12130 h 129594"/>
                <a:gd name="connsiteX9" fmla="*/ 88319 w 220031"/>
                <a:gd name="connsiteY9" fmla="*/ 25536 h 129594"/>
                <a:gd name="connsiteX10" fmla="*/ 78095 w 220031"/>
                <a:gd name="connsiteY10" fmla="*/ 49795 h 129594"/>
                <a:gd name="connsiteX11" fmla="*/ 74261 w 220031"/>
                <a:gd name="connsiteY11" fmla="*/ 55541 h 129594"/>
                <a:gd name="connsiteX12" fmla="*/ 67232 w 220031"/>
                <a:gd name="connsiteY12" fmla="*/ 54902 h 129594"/>
                <a:gd name="connsiteX13" fmla="*/ 38477 w 220031"/>
                <a:gd name="connsiteY13" fmla="*/ 46603 h 129594"/>
                <a:gd name="connsiteX14" fmla="*/ 15474 w 220031"/>
                <a:gd name="connsiteY14" fmla="*/ 65755 h 129594"/>
                <a:gd name="connsiteX15" fmla="*/ 12918 w 220031"/>
                <a:gd name="connsiteY15" fmla="*/ 96398 h 129594"/>
                <a:gd name="connsiteX16" fmla="*/ 42950 w 220031"/>
                <a:gd name="connsiteY16" fmla="*/ 116827 h 129594"/>
                <a:gd name="connsiteX17" fmla="*/ 42950 w 220031"/>
                <a:gd name="connsiteY17" fmla="*/ 129595 h 129594"/>
                <a:gd name="connsiteX18" fmla="*/ 2055 w 220031"/>
                <a:gd name="connsiteY18" fmla="*/ 100229 h 129594"/>
                <a:gd name="connsiteX19" fmla="*/ 5889 w 220031"/>
                <a:gd name="connsiteY19" fmla="*/ 59371 h 129594"/>
                <a:gd name="connsiteX20" fmla="*/ 37200 w 220031"/>
                <a:gd name="connsiteY20" fmla="*/ 34473 h 129594"/>
                <a:gd name="connsiteX21" fmla="*/ 67232 w 220031"/>
                <a:gd name="connsiteY21" fmla="*/ 40219 h 129594"/>
                <a:gd name="connsiteX22" fmla="*/ 79373 w 220031"/>
                <a:gd name="connsiteY22" fmla="*/ 17237 h 129594"/>
                <a:gd name="connsiteX23" fmla="*/ 128575 w 220031"/>
                <a:gd name="connsiteY23" fmla="*/ 0 h 129594"/>
                <a:gd name="connsiteX24" fmla="*/ 170749 w 220031"/>
                <a:gd name="connsiteY24" fmla="*/ 16598 h 129594"/>
                <a:gd name="connsiteX25" fmla="*/ 186724 w 220031"/>
                <a:gd name="connsiteY25" fmla="*/ 61925 h 129594"/>
                <a:gd name="connsiteX26" fmla="*/ 219313 w 220031"/>
                <a:gd name="connsiteY26" fmla="*/ 89376 h 129594"/>
                <a:gd name="connsiteX27" fmla="*/ 213562 w 220031"/>
                <a:gd name="connsiteY27" fmla="*/ 116827 h 129594"/>
                <a:gd name="connsiteX28" fmla="*/ 188002 w 220031"/>
                <a:gd name="connsiteY28" fmla="*/ 129595 h 129594"/>
                <a:gd name="connsiteX29" fmla="*/ 42950 w 220031"/>
                <a:gd name="connsiteY29" fmla="*/ 129595 h 129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20031" h="129594">
                  <a:moveTo>
                    <a:pt x="42950" y="116827"/>
                  </a:moveTo>
                  <a:lnTo>
                    <a:pt x="188002" y="116827"/>
                  </a:lnTo>
                  <a:cubicBezTo>
                    <a:pt x="188002" y="116827"/>
                    <a:pt x="198226" y="115550"/>
                    <a:pt x="203977" y="108528"/>
                  </a:cubicBezTo>
                  <a:cubicBezTo>
                    <a:pt x="207172" y="104059"/>
                    <a:pt x="208450" y="98313"/>
                    <a:pt x="207172" y="91291"/>
                  </a:cubicBezTo>
                  <a:cubicBezTo>
                    <a:pt x="203977" y="72139"/>
                    <a:pt x="183529" y="74054"/>
                    <a:pt x="180973" y="74693"/>
                  </a:cubicBezTo>
                  <a:cubicBezTo>
                    <a:pt x="179056" y="74693"/>
                    <a:pt x="177139" y="74054"/>
                    <a:pt x="175861" y="72777"/>
                  </a:cubicBezTo>
                  <a:cubicBezTo>
                    <a:pt x="174583" y="71501"/>
                    <a:pt x="173944" y="69585"/>
                    <a:pt x="173944" y="67670"/>
                  </a:cubicBezTo>
                  <a:cubicBezTo>
                    <a:pt x="173944" y="67670"/>
                    <a:pt x="175861" y="40857"/>
                    <a:pt x="161164" y="24897"/>
                  </a:cubicBezTo>
                  <a:cubicBezTo>
                    <a:pt x="153496" y="16598"/>
                    <a:pt x="142634" y="12130"/>
                    <a:pt x="127937" y="12130"/>
                  </a:cubicBezTo>
                  <a:cubicBezTo>
                    <a:pt x="110044" y="12130"/>
                    <a:pt x="96626" y="16598"/>
                    <a:pt x="88319" y="25536"/>
                  </a:cubicBezTo>
                  <a:cubicBezTo>
                    <a:pt x="78095" y="36389"/>
                    <a:pt x="78095" y="49795"/>
                    <a:pt x="78095" y="49795"/>
                  </a:cubicBezTo>
                  <a:cubicBezTo>
                    <a:pt x="78095" y="52349"/>
                    <a:pt x="76817" y="54902"/>
                    <a:pt x="74261" y="55541"/>
                  </a:cubicBezTo>
                  <a:cubicBezTo>
                    <a:pt x="71705" y="56817"/>
                    <a:pt x="69149" y="56179"/>
                    <a:pt x="67232" y="54902"/>
                  </a:cubicBezTo>
                  <a:cubicBezTo>
                    <a:pt x="67232" y="54902"/>
                    <a:pt x="53175" y="43411"/>
                    <a:pt x="38477" y="46603"/>
                  </a:cubicBezTo>
                  <a:cubicBezTo>
                    <a:pt x="29531" y="48518"/>
                    <a:pt x="21864" y="54264"/>
                    <a:pt x="15474" y="65755"/>
                  </a:cubicBezTo>
                  <a:cubicBezTo>
                    <a:pt x="10362" y="74693"/>
                    <a:pt x="11000" y="90653"/>
                    <a:pt x="12918" y="96398"/>
                  </a:cubicBezTo>
                  <a:cubicBezTo>
                    <a:pt x="20585" y="116188"/>
                    <a:pt x="41672" y="116827"/>
                    <a:pt x="42950" y="116827"/>
                  </a:cubicBezTo>
                  <a:moveTo>
                    <a:pt x="42950" y="129595"/>
                  </a:moveTo>
                  <a:cubicBezTo>
                    <a:pt x="32088" y="129595"/>
                    <a:pt x="9723" y="123211"/>
                    <a:pt x="2055" y="100229"/>
                  </a:cubicBezTo>
                  <a:cubicBezTo>
                    <a:pt x="-1140" y="91291"/>
                    <a:pt x="-1140" y="71501"/>
                    <a:pt x="5889" y="59371"/>
                  </a:cubicBezTo>
                  <a:cubicBezTo>
                    <a:pt x="14195" y="45326"/>
                    <a:pt x="25059" y="36389"/>
                    <a:pt x="37200" y="34473"/>
                  </a:cubicBezTo>
                  <a:cubicBezTo>
                    <a:pt x="49340" y="32558"/>
                    <a:pt x="60203" y="36389"/>
                    <a:pt x="67232" y="40219"/>
                  </a:cubicBezTo>
                  <a:cubicBezTo>
                    <a:pt x="68510" y="33835"/>
                    <a:pt x="72344" y="24897"/>
                    <a:pt x="79373" y="17237"/>
                  </a:cubicBezTo>
                  <a:cubicBezTo>
                    <a:pt x="90236" y="5746"/>
                    <a:pt x="106849" y="0"/>
                    <a:pt x="128575" y="0"/>
                  </a:cubicBezTo>
                  <a:cubicBezTo>
                    <a:pt x="146468" y="0"/>
                    <a:pt x="161164" y="5746"/>
                    <a:pt x="170749" y="16598"/>
                  </a:cubicBezTo>
                  <a:cubicBezTo>
                    <a:pt x="184168" y="31281"/>
                    <a:pt x="186724" y="51710"/>
                    <a:pt x="186724" y="61925"/>
                  </a:cubicBezTo>
                  <a:cubicBezTo>
                    <a:pt x="199504" y="62563"/>
                    <a:pt x="216118" y="68947"/>
                    <a:pt x="219313" y="89376"/>
                  </a:cubicBezTo>
                  <a:cubicBezTo>
                    <a:pt x="221230" y="100229"/>
                    <a:pt x="219313" y="109804"/>
                    <a:pt x="213562" y="116827"/>
                  </a:cubicBezTo>
                  <a:cubicBezTo>
                    <a:pt x="204616" y="128318"/>
                    <a:pt x="188641" y="129595"/>
                    <a:pt x="188002" y="129595"/>
                  </a:cubicBezTo>
                  <a:lnTo>
                    <a:pt x="42950" y="129595"/>
                  </a:lnTo>
                  <a:close/>
                </a:path>
              </a:pathLst>
            </a:custGeom>
            <a:solidFill>
              <a:srgbClr val="43B02A"/>
            </a:solidFill>
            <a:ln w="6390" cap="flat">
              <a:noFill/>
              <a:prstDash val="solid"/>
              <a:miter/>
            </a:ln>
          </p:spPr>
          <p:txBody>
            <a:bodyPr rtlCol="0" anchor="ctr"/>
            <a:lstStyle/>
            <a:p>
              <a:endParaRPr lang="en-US"/>
            </a:p>
          </p:txBody>
        </p:sp>
      </p:grpSp>
      <p:sp>
        <p:nvSpPr>
          <p:cNvPr id="882" name="Graphic 6">
            <a:extLst>
              <a:ext uri="{FF2B5EF4-FFF2-40B4-BE49-F238E27FC236}">
                <a16:creationId xmlns:a16="http://schemas.microsoft.com/office/drawing/2014/main" id="{40389E5A-E679-4440-9D3E-AA16A1CFA1BB}"/>
              </a:ext>
            </a:extLst>
          </p:cNvPr>
          <p:cNvSpPr/>
          <p:nvPr/>
        </p:nvSpPr>
        <p:spPr>
          <a:xfrm>
            <a:off x="10325499" y="1404638"/>
            <a:ext cx="362309" cy="361971"/>
          </a:xfrm>
          <a:custGeom>
            <a:avLst/>
            <a:gdLst>
              <a:gd name="connsiteX0" fmla="*/ 274767 w 362309"/>
              <a:gd name="connsiteY0" fmla="*/ 225355 h 361971"/>
              <a:gd name="connsiteX1" fmla="*/ 277962 w 362309"/>
              <a:gd name="connsiteY1" fmla="*/ 208118 h 361971"/>
              <a:gd name="connsiteX2" fmla="*/ 251764 w 362309"/>
              <a:gd name="connsiteY2" fmla="*/ 191519 h 361971"/>
              <a:gd name="connsiteX3" fmla="*/ 246651 w 362309"/>
              <a:gd name="connsiteY3" fmla="*/ 189604 h 361971"/>
              <a:gd name="connsiteX4" fmla="*/ 244734 w 362309"/>
              <a:gd name="connsiteY4" fmla="*/ 184497 h 361971"/>
              <a:gd name="connsiteX5" fmla="*/ 231954 w 362309"/>
              <a:gd name="connsiteY5" fmla="*/ 141724 h 361971"/>
              <a:gd name="connsiteX6" fmla="*/ 198727 w 362309"/>
              <a:gd name="connsiteY6" fmla="*/ 128957 h 361971"/>
              <a:gd name="connsiteX7" fmla="*/ 159110 w 362309"/>
              <a:gd name="connsiteY7" fmla="*/ 142363 h 361971"/>
              <a:gd name="connsiteX8" fmla="*/ 148885 w 362309"/>
              <a:gd name="connsiteY8" fmla="*/ 166622 h 361971"/>
              <a:gd name="connsiteX9" fmla="*/ 145051 w 362309"/>
              <a:gd name="connsiteY9" fmla="*/ 172368 h 361971"/>
              <a:gd name="connsiteX10" fmla="*/ 138022 w 362309"/>
              <a:gd name="connsiteY10" fmla="*/ 171729 h 361971"/>
              <a:gd name="connsiteX11" fmla="*/ 109268 w 362309"/>
              <a:gd name="connsiteY11" fmla="*/ 163430 h 361971"/>
              <a:gd name="connsiteX12" fmla="*/ 86264 w 362309"/>
              <a:gd name="connsiteY12" fmla="*/ 182582 h 361971"/>
              <a:gd name="connsiteX13" fmla="*/ 83708 w 362309"/>
              <a:gd name="connsiteY13" fmla="*/ 213225 h 361971"/>
              <a:gd name="connsiteX14" fmla="*/ 112463 w 362309"/>
              <a:gd name="connsiteY14" fmla="*/ 234292 h 361971"/>
              <a:gd name="connsiteX15" fmla="*/ 257514 w 362309"/>
              <a:gd name="connsiteY15" fmla="*/ 234292 h 361971"/>
              <a:gd name="connsiteX16" fmla="*/ 274767 w 362309"/>
              <a:gd name="connsiteY16" fmla="*/ 225355 h 361971"/>
              <a:gd name="connsiteX17" fmla="*/ 284991 w 362309"/>
              <a:gd name="connsiteY17" fmla="*/ 233015 h 361971"/>
              <a:gd name="connsiteX18" fmla="*/ 259431 w 362309"/>
              <a:gd name="connsiteY18" fmla="*/ 245783 h 361971"/>
              <a:gd name="connsiteX19" fmla="*/ 114380 w 362309"/>
              <a:gd name="connsiteY19" fmla="*/ 245783 h 361971"/>
              <a:gd name="connsiteX20" fmla="*/ 73484 w 362309"/>
              <a:gd name="connsiteY20" fmla="*/ 216417 h 361971"/>
              <a:gd name="connsiteX21" fmla="*/ 77318 w 362309"/>
              <a:gd name="connsiteY21" fmla="*/ 175560 h 361971"/>
              <a:gd name="connsiteX22" fmla="*/ 108629 w 362309"/>
              <a:gd name="connsiteY22" fmla="*/ 150662 h 361971"/>
              <a:gd name="connsiteX23" fmla="*/ 138661 w 362309"/>
              <a:gd name="connsiteY23" fmla="*/ 156408 h 361971"/>
              <a:gd name="connsiteX24" fmla="*/ 150802 w 362309"/>
              <a:gd name="connsiteY24" fmla="*/ 133425 h 361971"/>
              <a:gd name="connsiteX25" fmla="*/ 200005 w 362309"/>
              <a:gd name="connsiteY25" fmla="*/ 116189 h 361971"/>
              <a:gd name="connsiteX26" fmla="*/ 242179 w 362309"/>
              <a:gd name="connsiteY26" fmla="*/ 132787 h 361971"/>
              <a:gd name="connsiteX27" fmla="*/ 258154 w 362309"/>
              <a:gd name="connsiteY27" fmla="*/ 178113 h 361971"/>
              <a:gd name="connsiteX28" fmla="*/ 290742 w 362309"/>
              <a:gd name="connsiteY28" fmla="*/ 205564 h 361971"/>
              <a:gd name="connsiteX29" fmla="*/ 284991 w 362309"/>
              <a:gd name="connsiteY29" fmla="*/ 233015 h 361971"/>
              <a:gd name="connsiteX30" fmla="*/ 362309 w 362309"/>
              <a:gd name="connsiteY30" fmla="*/ 181305 h 361971"/>
              <a:gd name="connsiteX31" fmla="*/ 181474 w 362309"/>
              <a:gd name="connsiteY31" fmla="*/ 0 h 361971"/>
              <a:gd name="connsiteX32" fmla="*/ 0 w 362309"/>
              <a:gd name="connsiteY32" fmla="*/ 180667 h 361971"/>
              <a:gd name="connsiteX33" fmla="*/ 180835 w 362309"/>
              <a:gd name="connsiteY33" fmla="*/ 361972 h 361971"/>
              <a:gd name="connsiteX34" fmla="*/ 362309 w 362309"/>
              <a:gd name="connsiteY34" fmla="*/ 18130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2309" h="361971">
                <a:moveTo>
                  <a:pt x="274767" y="225355"/>
                </a:moveTo>
                <a:cubicBezTo>
                  <a:pt x="277962" y="220886"/>
                  <a:pt x="279240" y="215140"/>
                  <a:pt x="277962" y="208118"/>
                </a:cubicBezTo>
                <a:cubicBezTo>
                  <a:pt x="274767" y="188966"/>
                  <a:pt x="254319" y="190881"/>
                  <a:pt x="251764" y="191519"/>
                </a:cubicBezTo>
                <a:cubicBezTo>
                  <a:pt x="249846" y="191519"/>
                  <a:pt x="247929" y="190881"/>
                  <a:pt x="246651" y="189604"/>
                </a:cubicBezTo>
                <a:cubicBezTo>
                  <a:pt x="245374" y="188327"/>
                  <a:pt x="244734" y="186412"/>
                  <a:pt x="244734" y="184497"/>
                </a:cubicBezTo>
                <a:cubicBezTo>
                  <a:pt x="244734" y="184497"/>
                  <a:pt x="246651" y="157684"/>
                  <a:pt x="231954" y="141724"/>
                </a:cubicBezTo>
                <a:cubicBezTo>
                  <a:pt x="224287" y="133425"/>
                  <a:pt x="213424" y="128957"/>
                  <a:pt x="198727" y="128957"/>
                </a:cubicBezTo>
                <a:cubicBezTo>
                  <a:pt x="180835" y="128957"/>
                  <a:pt x="167416" y="133425"/>
                  <a:pt x="159110" y="142363"/>
                </a:cubicBezTo>
                <a:cubicBezTo>
                  <a:pt x="148885" y="153216"/>
                  <a:pt x="148885" y="166622"/>
                  <a:pt x="148885" y="166622"/>
                </a:cubicBezTo>
                <a:cubicBezTo>
                  <a:pt x="148885" y="169176"/>
                  <a:pt x="147607" y="171729"/>
                  <a:pt x="145051" y="172368"/>
                </a:cubicBezTo>
                <a:cubicBezTo>
                  <a:pt x="142495" y="173644"/>
                  <a:pt x="139940" y="173006"/>
                  <a:pt x="138022" y="171729"/>
                </a:cubicBezTo>
                <a:cubicBezTo>
                  <a:pt x="138022" y="171729"/>
                  <a:pt x="123965" y="160238"/>
                  <a:pt x="109268" y="163430"/>
                </a:cubicBezTo>
                <a:cubicBezTo>
                  <a:pt x="100322" y="165345"/>
                  <a:pt x="92654" y="171091"/>
                  <a:pt x="86264" y="182582"/>
                </a:cubicBezTo>
                <a:cubicBezTo>
                  <a:pt x="81152" y="191519"/>
                  <a:pt x="81791" y="207479"/>
                  <a:pt x="83708" y="213225"/>
                </a:cubicBezTo>
                <a:cubicBezTo>
                  <a:pt x="90098" y="233654"/>
                  <a:pt x="111824" y="234292"/>
                  <a:pt x="112463" y="234292"/>
                </a:cubicBezTo>
                <a:lnTo>
                  <a:pt x="257514" y="234292"/>
                </a:lnTo>
                <a:cubicBezTo>
                  <a:pt x="258792" y="233654"/>
                  <a:pt x="269016" y="232377"/>
                  <a:pt x="274767" y="225355"/>
                </a:cubicBezTo>
                <a:moveTo>
                  <a:pt x="284991" y="233015"/>
                </a:moveTo>
                <a:cubicBezTo>
                  <a:pt x="276045" y="244507"/>
                  <a:pt x="260070" y="245783"/>
                  <a:pt x="259431" y="245783"/>
                </a:cubicBezTo>
                <a:lnTo>
                  <a:pt x="114380" y="245783"/>
                </a:lnTo>
                <a:cubicBezTo>
                  <a:pt x="103517" y="245783"/>
                  <a:pt x="81152" y="239399"/>
                  <a:pt x="73484" y="216417"/>
                </a:cubicBezTo>
                <a:cubicBezTo>
                  <a:pt x="70289" y="207479"/>
                  <a:pt x="70289" y="187689"/>
                  <a:pt x="77318" y="175560"/>
                </a:cubicBezTo>
                <a:cubicBezTo>
                  <a:pt x="85625" y="161515"/>
                  <a:pt x="96488" y="152577"/>
                  <a:pt x="108629" y="150662"/>
                </a:cubicBezTo>
                <a:cubicBezTo>
                  <a:pt x="120770" y="148747"/>
                  <a:pt x="131633" y="152577"/>
                  <a:pt x="138661" y="156408"/>
                </a:cubicBezTo>
                <a:cubicBezTo>
                  <a:pt x="139940" y="150024"/>
                  <a:pt x="143774" y="141086"/>
                  <a:pt x="150802" y="133425"/>
                </a:cubicBezTo>
                <a:cubicBezTo>
                  <a:pt x="161665" y="121934"/>
                  <a:pt x="178279" y="116189"/>
                  <a:pt x="200005" y="116189"/>
                </a:cubicBezTo>
                <a:cubicBezTo>
                  <a:pt x="217897" y="116189"/>
                  <a:pt x="232594" y="121934"/>
                  <a:pt x="242179" y="132787"/>
                </a:cubicBezTo>
                <a:cubicBezTo>
                  <a:pt x="255597" y="147470"/>
                  <a:pt x="258154" y="167899"/>
                  <a:pt x="258154" y="178113"/>
                </a:cubicBezTo>
                <a:cubicBezTo>
                  <a:pt x="270934" y="178752"/>
                  <a:pt x="287547" y="185135"/>
                  <a:pt x="290742" y="205564"/>
                </a:cubicBezTo>
                <a:cubicBezTo>
                  <a:pt x="292659" y="217055"/>
                  <a:pt x="290742" y="225993"/>
                  <a:pt x="284991" y="233015"/>
                </a:cubicBezTo>
                <a:moveTo>
                  <a:pt x="362309" y="181305"/>
                </a:moveTo>
                <a:cubicBezTo>
                  <a:pt x="362309" y="81077"/>
                  <a:pt x="281157" y="0"/>
                  <a:pt x="181474" y="0"/>
                </a:cubicBezTo>
                <a:cubicBezTo>
                  <a:pt x="81152" y="0"/>
                  <a:pt x="0" y="81077"/>
                  <a:pt x="0" y="180667"/>
                </a:cubicBezTo>
                <a:cubicBezTo>
                  <a:pt x="0" y="280257"/>
                  <a:pt x="81152" y="361972"/>
                  <a:pt x="180835" y="361972"/>
                </a:cubicBezTo>
                <a:cubicBezTo>
                  <a:pt x="281157" y="361972"/>
                  <a:pt x="362309" y="280895"/>
                  <a:pt x="362309" y="181305"/>
                </a:cubicBezTo>
              </a:path>
            </a:pathLst>
          </a:custGeom>
          <a:solidFill>
            <a:srgbClr val="43B02A"/>
          </a:solidFill>
          <a:ln w="6390" cap="flat">
            <a:noFill/>
            <a:prstDash val="solid"/>
            <a:miter/>
          </a:ln>
        </p:spPr>
        <p:txBody>
          <a:bodyPr rtlCol="0" anchor="ctr"/>
          <a:lstStyle/>
          <a:p>
            <a:endParaRPr lang="en-US"/>
          </a:p>
        </p:txBody>
      </p:sp>
      <p:grpSp>
        <p:nvGrpSpPr>
          <p:cNvPr id="883" name="Graphic 6">
            <a:extLst>
              <a:ext uri="{FF2B5EF4-FFF2-40B4-BE49-F238E27FC236}">
                <a16:creationId xmlns:a16="http://schemas.microsoft.com/office/drawing/2014/main" id="{A6978976-528C-5A48-8286-C20152C3AE7B}"/>
              </a:ext>
            </a:extLst>
          </p:cNvPr>
          <p:cNvGrpSpPr/>
          <p:nvPr/>
        </p:nvGrpSpPr>
        <p:grpSpPr>
          <a:xfrm>
            <a:off x="8840477" y="2372450"/>
            <a:ext cx="362312" cy="361971"/>
            <a:chOff x="8840477" y="2372450"/>
            <a:chExt cx="362312" cy="361971"/>
          </a:xfrm>
          <a:solidFill>
            <a:srgbClr val="43B02A"/>
          </a:solidFill>
        </p:grpSpPr>
        <p:sp>
          <p:nvSpPr>
            <p:cNvPr id="884" name="Graphic 6">
              <a:extLst>
                <a:ext uri="{FF2B5EF4-FFF2-40B4-BE49-F238E27FC236}">
                  <a16:creationId xmlns:a16="http://schemas.microsoft.com/office/drawing/2014/main" id="{DA78841C-6C0F-8A40-8C21-2169111B84E5}"/>
                </a:ext>
              </a:extLst>
            </p:cNvPr>
            <p:cNvSpPr/>
            <p:nvPr/>
          </p:nvSpPr>
          <p:spPr>
            <a:xfrm>
              <a:off x="8840477" y="2372450"/>
              <a:ext cx="362312" cy="361971"/>
            </a:xfrm>
            <a:custGeom>
              <a:avLst/>
              <a:gdLst>
                <a:gd name="connsiteX0" fmla="*/ 181474 w 362312"/>
                <a:gd name="connsiteY0" fmla="*/ 349204 h 361971"/>
                <a:gd name="connsiteX1" fmla="*/ 13419 w 362312"/>
                <a:gd name="connsiteY1" fmla="*/ 180667 h 361971"/>
                <a:gd name="connsiteX2" fmla="*/ 182113 w 362312"/>
                <a:gd name="connsiteY2" fmla="*/ 12768 h 361971"/>
                <a:gd name="connsiteX3" fmla="*/ 350169 w 362312"/>
                <a:gd name="connsiteY3" fmla="*/ 181305 h 361971"/>
                <a:gd name="connsiteX4" fmla="*/ 181474 w 362312"/>
                <a:gd name="connsiteY4" fmla="*/ 349204 h 361971"/>
                <a:gd name="connsiteX5" fmla="*/ 181474 w 362312"/>
                <a:gd name="connsiteY5" fmla="*/ 0 h 361971"/>
                <a:gd name="connsiteX6" fmla="*/ 0 w 362312"/>
                <a:gd name="connsiteY6" fmla="*/ 180667 h 361971"/>
                <a:gd name="connsiteX7" fmla="*/ 180836 w 362312"/>
                <a:gd name="connsiteY7" fmla="*/ 361972 h 361971"/>
                <a:gd name="connsiteX8" fmla="*/ 362309 w 362312"/>
                <a:gd name="connsiteY8" fmla="*/ 181305 h 361971"/>
                <a:gd name="connsiteX9" fmla="*/ 181474 w 362312"/>
                <a:gd name="connsiteY9"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12" h="361971">
                  <a:moveTo>
                    <a:pt x="181474" y="349204"/>
                  </a:moveTo>
                  <a:cubicBezTo>
                    <a:pt x="88820" y="349204"/>
                    <a:pt x="13419" y="273873"/>
                    <a:pt x="13419" y="180667"/>
                  </a:cubicBezTo>
                  <a:cubicBezTo>
                    <a:pt x="13419" y="88099"/>
                    <a:pt x="88820" y="12768"/>
                    <a:pt x="182113" y="12768"/>
                  </a:cubicBezTo>
                  <a:cubicBezTo>
                    <a:pt x="274767" y="12768"/>
                    <a:pt x="350169" y="88099"/>
                    <a:pt x="350169" y="181305"/>
                  </a:cubicBezTo>
                  <a:cubicBezTo>
                    <a:pt x="350169" y="273873"/>
                    <a:pt x="274128" y="349204"/>
                    <a:pt x="181474" y="349204"/>
                  </a:cubicBezTo>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949" y="81077"/>
                    <a:pt x="281796" y="0"/>
                    <a:pt x="181474" y="0"/>
                  </a:cubicBezTo>
                </a:path>
              </a:pathLst>
            </a:custGeom>
            <a:solidFill>
              <a:srgbClr val="43B02A"/>
            </a:solidFill>
            <a:ln w="6390" cap="flat">
              <a:noFill/>
              <a:prstDash val="solid"/>
              <a:miter/>
            </a:ln>
          </p:spPr>
          <p:txBody>
            <a:bodyPr rtlCol="0" anchor="ctr"/>
            <a:lstStyle/>
            <a:p>
              <a:endParaRPr lang="en-US"/>
            </a:p>
          </p:txBody>
        </p:sp>
        <p:sp>
          <p:nvSpPr>
            <p:cNvPr id="885" name="Graphic 6">
              <a:extLst>
                <a:ext uri="{FF2B5EF4-FFF2-40B4-BE49-F238E27FC236}">
                  <a16:creationId xmlns:a16="http://schemas.microsoft.com/office/drawing/2014/main" id="{DD586DA0-9DFE-9943-AADA-70D2E8372108}"/>
                </a:ext>
              </a:extLst>
            </p:cNvPr>
            <p:cNvSpPr/>
            <p:nvPr/>
          </p:nvSpPr>
          <p:spPr>
            <a:xfrm>
              <a:off x="8923448" y="2456559"/>
              <a:ext cx="197007" cy="22503"/>
            </a:xfrm>
            <a:custGeom>
              <a:avLst/>
              <a:gdLst>
                <a:gd name="connsiteX0" fmla="*/ 191797 w 197007"/>
                <a:gd name="connsiteY0" fmla="*/ 9097 h 22503"/>
                <a:gd name="connsiteX1" fmla="*/ 177739 w 197007"/>
                <a:gd name="connsiteY1" fmla="*/ 1436 h 22503"/>
                <a:gd name="connsiteX2" fmla="*/ 168793 w 197007"/>
                <a:gd name="connsiteY2" fmla="*/ 2713 h 22503"/>
                <a:gd name="connsiteX3" fmla="*/ 158569 w 197007"/>
                <a:gd name="connsiteY3" fmla="*/ 8459 h 22503"/>
                <a:gd name="connsiteX4" fmla="*/ 140677 w 197007"/>
                <a:gd name="connsiteY4" fmla="*/ 1436 h 22503"/>
                <a:gd name="connsiteX5" fmla="*/ 132370 w 197007"/>
                <a:gd name="connsiteY5" fmla="*/ 1436 h 22503"/>
                <a:gd name="connsiteX6" fmla="*/ 103615 w 197007"/>
                <a:gd name="connsiteY6" fmla="*/ 1436 h 22503"/>
                <a:gd name="connsiteX7" fmla="*/ 94670 w 197007"/>
                <a:gd name="connsiteY7" fmla="*/ 2075 h 22503"/>
                <a:gd name="connsiteX8" fmla="*/ 65915 w 197007"/>
                <a:gd name="connsiteY8" fmla="*/ 1436 h 22503"/>
                <a:gd name="connsiteX9" fmla="*/ 57608 w 197007"/>
                <a:gd name="connsiteY9" fmla="*/ 2075 h 22503"/>
                <a:gd name="connsiteX10" fmla="*/ 26936 w 197007"/>
                <a:gd name="connsiteY10" fmla="*/ 1436 h 22503"/>
                <a:gd name="connsiteX11" fmla="*/ 17991 w 197007"/>
                <a:gd name="connsiteY11" fmla="*/ 2075 h 22503"/>
                <a:gd name="connsiteX12" fmla="*/ 5211 w 197007"/>
                <a:gd name="connsiteY12" fmla="*/ 9097 h 22503"/>
                <a:gd name="connsiteX13" fmla="*/ 99 w 197007"/>
                <a:gd name="connsiteY13" fmla="*/ 16758 h 22503"/>
                <a:gd name="connsiteX14" fmla="*/ 6488 w 197007"/>
                <a:gd name="connsiteY14" fmla="*/ 21865 h 22503"/>
                <a:gd name="connsiteX15" fmla="*/ 7766 w 197007"/>
                <a:gd name="connsiteY15" fmla="*/ 21865 h 22503"/>
                <a:gd name="connsiteX16" fmla="*/ 23102 w 197007"/>
                <a:gd name="connsiteY16" fmla="*/ 14843 h 22503"/>
                <a:gd name="connsiteX17" fmla="*/ 62720 w 197007"/>
                <a:gd name="connsiteY17" fmla="*/ 14843 h 22503"/>
                <a:gd name="connsiteX18" fmla="*/ 99143 w 197007"/>
                <a:gd name="connsiteY18" fmla="*/ 14843 h 22503"/>
                <a:gd name="connsiteX19" fmla="*/ 136205 w 197007"/>
                <a:gd name="connsiteY19" fmla="*/ 14843 h 22503"/>
                <a:gd name="connsiteX20" fmla="*/ 159208 w 197007"/>
                <a:gd name="connsiteY20" fmla="*/ 21865 h 22503"/>
                <a:gd name="connsiteX21" fmla="*/ 173905 w 197007"/>
                <a:gd name="connsiteY21" fmla="*/ 15481 h 22503"/>
                <a:gd name="connsiteX22" fmla="*/ 190519 w 197007"/>
                <a:gd name="connsiteY22" fmla="*/ 22504 h 22503"/>
                <a:gd name="connsiteX23" fmla="*/ 196909 w 197007"/>
                <a:gd name="connsiteY23" fmla="*/ 16120 h 22503"/>
                <a:gd name="connsiteX24" fmla="*/ 191797 w 197007"/>
                <a:gd name="connsiteY24" fmla="*/ 9097 h 22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7007" h="22503">
                  <a:moveTo>
                    <a:pt x="191797" y="9097"/>
                  </a:moveTo>
                  <a:cubicBezTo>
                    <a:pt x="189879" y="9097"/>
                    <a:pt x="183489" y="5267"/>
                    <a:pt x="177739" y="1436"/>
                  </a:cubicBezTo>
                  <a:cubicBezTo>
                    <a:pt x="175183" y="-479"/>
                    <a:pt x="171349" y="160"/>
                    <a:pt x="168793" y="2713"/>
                  </a:cubicBezTo>
                  <a:cubicBezTo>
                    <a:pt x="165598" y="6544"/>
                    <a:pt x="162403" y="8459"/>
                    <a:pt x="158569" y="8459"/>
                  </a:cubicBezTo>
                  <a:cubicBezTo>
                    <a:pt x="149623" y="9097"/>
                    <a:pt x="140677" y="1436"/>
                    <a:pt x="140677" y="1436"/>
                  </a:cubicBezTo>
                  <a:cubicBezTo>
                    <a:pt x="138121" y="-479"/>
                    <a:pt x="134287" y="-479"/>
                    <a:pt x="132370" y="1436"/>
                  </a:cubicBezTo>
                  <a:cubicBezTo>
                    <a:pt x="118951" y="13566"/>
                    <a:pt x="104894" y="2713"/>
                    <a:pt x="103615" y="1436"/>
                  </a:cubicBezTo>
                  <a:cubicBezTo>
                    <a:pt x="101060" y="-479"/>
                    <a:pt x="97225" y="-479"/>
                    <a:pt x="94670" y="2075"/>
                  </a:cubicBezTo>
                  <a:cubicBezTo>
                    <a:pt x="82529" y="14204"/>
                    <a:pt x="66554" y="2075"/>
                    <a:pt x="65915" y="1436"/>
                  </a:cubicBezTo>
                  <a:cubicBezTo>
                    <a:pt x="63359" y="-479"/>
                    <a:pt x="59525" y="-479"/>
                    <a:pt x="57608" y="2075"/>
                  </a:cubicBezTo>
                  <a:cubicBezTo>
                    <a:pt x="44828" y="15481"/>
                    <a:pt x="28214" y="2713"/>
                    <a:pt x="26936" y="1436"/>
                  </a:cubicBezTo>
                  <a:cubicBezTo>
                    <a:pt x="24381" y="-479"/>
                    <a:pt x="20546" y="-479"/>
                    <a:pt x="17991" y="2075"/>
                  </a:cubicBezTo>
                  <a:cubicBezTo>
                    <a:pt x="13517" y="7182"/>
                    <a:pt x="5211" y="9097"/>
                    <a:pt x="5211" y="9097"/>
                  </a:cubicBezTo>
                  <a:cubicBezTo>
                    <a:pt x="2016" y="9736"/>
                    <a:pt x="-540" y="12928"/>
                    <a:pt x="99" y="16758"/>
                  </a:cubicBezTo>
                  <a:cubicBezTo>
                    <a:pt x="737" y="19950"/>
                    <a:pt x="3293" y="21865"/>
                    <a:pt x="6488" y="21865"/>
                  </a:cubicBezTo>
                  <a:cubicBezTo>
                    <a:pt x="7127" y="21865"/>
                    <a:pt x="7127" y="21865"/>
                    <a:pt x="7766" y="21865"/>
                  </a:cubicBezTo>
                  <a:cubicBezTo>
                    <a:pt x="9045" y="21865"/>
                    <a:pt x="16712" y="19950"/>
                    <a:pt x="23102" y="14843"/>
                  </a:cubicBezTo>
                  <a:cubicBezTo>
                    <a:pt x="32687" y="20588"/>
                    <a:pt x="48662" y="25057"/>
                    <a:pt x="62720" y="14843"/>
                  </a:cubicBezTo>
                  <a:cubicBezTo>
                    <a:pt x="71666" y="19950"/>
                    <a:pt x="86363" y="24419"/>
                    <a:pt x="99143" y="14843"/>
                  </a:cubicBezTo>
                  <a:cubicBezTo>
                    <a:pt x="108089" y="19950"/>
                    <a:pt x="122785" y="24419"/>
                    <a:pt x="136205" y="14843"/>
                  </a:cubicBezTo>
                  <a:cubicBezTo>
                    <a:pt x="141316" y="18035"/>
                    <a:pt x="149623" y="22504"/>
                    <a:pt x="159208" y="21865"/>
                  </a:cubicBezTo>
                  <a:cubicBezTo>
                    <a:pt x="164959" y="21227"/>
                    <a:pt x="170071" y="19312"/>
                    <a:pt x="173905" y="15481"/>
                  </a:cubicBezTo>
                  <a:cubicBezTo>
                    <a:pt x="178378" y="18673"/>
                    <a:pt x="185407" y="22504"/>
                    <a:pt x="190519" y="22504"/>
                  </a:cubicBezTo>
                  <a:cubicBezTo>
                    <a:pt x="193714" y="22504"/>
                    <a:pt x="196909" y="19950"/>
                    <a:pt x="196909" y="16120"/>
                  </a:cubicBezTo>
                  <a:cubicBezTo>
                    <a:pt x="197548" y="12289"/>
                    <a:pt x="194992" y="9097"/>
                    <a:pt x="191797" y="9097"/>
                  </a:cubicBezTo>
                </a:path>
              </a:pathLst>
            </a:custGeom>
            <a:solidFill>
              <a:srgbClr val="43B02A"/>
            </a:solidFill>
            <a:ln w="6390" cap="flat">
              <a:noFill/>
              <a:prstDash val="solid"/>
              <a:miter/>
            </a:ln>
          </p:spPr>
          <p:txBody>
            <a:bodyPr rtlCol="0" anchor="ctr"/>
            <a:lstStyle/>
            <a:p>
              <a:endParaRPr lang="en-US"/>
            </a:p>
          </p:txBody>
        </p:sp>
        <p:sp>
          <p:nvSpPr>
            <p:cNvPr id="886" name="Graphic 6">
              <a:extLst>
                <a:ext uri="{FF2B5EF4-FFF2-40B4-BE49-F238E27FC236}">
                  <a16:creationId xmlns:a16="http://schemas.microsoft.com/office/drawing/2014/main" id="{FCA4E683-5847-AE48-8A6E-45FAFA904405}"/>
                </a:ext>
              </a:extLst>
            </p:cNvPr>
            <p:cNvSpPr/>
            <p:nvPr/>
          </p:nvSpPr>
          <p:spPr>
            <a:xfrm>
              <a:off x="8923448" y="2514015"/>
              <a:ext cx="197007" cy="22503"/>
            </a:xfrm>
            <a:custGeom>
              <a:avLst/>
              <a:gdLst>
                <a:gd name="connsiteX0" fmla="*/ 191797 w 197007"/>
                <a:gd name="connsiteY0" fmla="*/ 9097 h 22503"/>
                <a:gd name="connsiteX1" fmla="*/ 177739 w 197007"/>
                <a:gd name="connsiteY1" fmla="*/ 1436 h 22503"/>
                <a:gd name="connsiteX2" fmla="*/ 168793 w 197007"/>
                <a:gd name="connsiteY2" fmla="*/ 2713 h 22503"/>
                <a:gd name="connsiteX3" fmla="*/ 158569 w 197007"/>
                <a:gd name="connsiteY3" fmla="*/ 8459 h 22503"/>
                <a:gd name="connsiteX4" fmla="*/ 140677 w 197007"/>
                <a:gd name="connsiteY4" fmla="*/ 1436 h 22503"/>
                <a:gd name="connsiteX5" fmla="*/ 132370 w 197007"/>
                <a:gd name="connsiteY5" fmla="*/ 1436 h 22503"/>
                <a:gd name="connsiteX6" fmla="*/ 103615 w 197007"/>
                <a:gd name="connsiteY6" fmla="*/ 1436 h 22503"/>
                <a:gd name="connsiteX7" fmla="*/ 94670 w 197007"/>
                <a:gd name="connsiteY7" fmla="*/ 2075 h 22503"/>
                <a:gd name="connsiteX8" fmla="*/ 65915 w 197007"/>
                <a:gd name="connsiteY8" fmla="*/ 1436 h 22503"/>
                <a:gd name="connsiteX9" fmla="*/ 57608 w 197007"/>
                <a:gd name="connsiteY9" fmla="*/ 2075 h 22503"/>
                <a:gd name="connsiteX10" fmla="*/ 26936 w 197007"/>
                <a:gd name="connsiteY10" fmla="*/ 1436 h 22503"/>
                <a:gd name="connsiteX11" fmla="*/ 17991 w 197007"/>
                <a:gd name="connsiteY11" fmla="*/ 2075 h 22503"/>
                <a:gd name="connsiteX12" fmla="*/ 5211 w 197007"/>
                <a:gd name="connsiteY12" fmla="*/ 9097 h 22503"/>
                <a:gd name="connsiteX13" fmla="*/ 99 w 197007"/>
                <a:gd name="connsiteY13" fmla="*/ 16758 h 22503"/>
                <a:gd name="connsiteX14" fmla="*/ 6488 w 197007"/>
                <a:gd name="connsiteY14" fmla="*/ 21865 h 22503"/>
                <a:gd name="connsiteX15" fmla="*/ 7766 w 197007"/>
                <a:gd name="connsiteY15" fmla="*/ 21865 h 22503"/>
                <a:gd name="connsiteX16" fmla="*/ 23102 w 197007"/>
                <a:gd name="connsiteY16" fmla="*/ 14843 h 22503"/>
                <a:gd name="connsiteX17" fmla="*/ 62720 w 197007"/>
                <a:gd name="connsiteY17" fmla="*/ 14843 h 22503"/>
                <a:gd name="connsiteX18" fmla="*/ 99143 w 197007"/>
                <a:gd name="connsiteY18" fmla="*/ 14843 h 22503"/>
                <a:gd name="connsiteX19" fmla="*/ 136205 w 197007"/>
                <a:gd name="connsiteY19" fmla="*/ 14843 h 22503"/>
                <a:gd name="connsiteX20" fmla="*/ 159208 w 197007"/>
                <a:gd name="connsiteY20" fmla="*/ 21865 h 22503"/>
                <a:gd name="connsiteX21" fmla="*/ 173905 w 197007"/>
                <a:gd name="connsiteY21" fmla="*/ 15481 h 22503"/>
                <a:gd name="connsiteX22" fmla="*/ 190519 w 197007"/>
                <a:gd name="connsiteY22" fmla="*/ 22504 h 22503"/>
                <a:gd name="connsiteX23" fmla="*/ 196909 w 197007"/>
                <a:gd name="connsiteY23" fmla="*/ 16120 h 22503"/>
                <a:gd name="connsiteX24" fmla="*/ 191797 w 197007"/>
                <a:gd name="connsiteY24" fmla="*/ 9097 h 22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7007" h="22503">
                  <a:moveTo>
                    <a:pt x="191797" y="9097"/>
                  </a:moveTo>
                  <a:cubicBezTo>
                    <a:pt x="189879" y="9097"/>
                    <a:pt x="183489" y="5267"/>
                    <a:pt x="177739" y="1436"/>
                  </a:cubicBezTo>
                  <a:cubicBezTo>
                    <a:pt x="175183" y="-479"/>
                    <a:pt x="171349" y="160"/>
                    <a:pt x="168793" y="2713"/>
                  </a:cubicBezTo>
                  <a:cubicBezTo>
                    <a:pt x="165598" y="6544"/>
                    <a:pt x="162403" y="8459"/>
                    <a:pt x="158569" y="8459"/>
                  </a:cubicBezTo>
                  <a:cubicBezTo>
                    <a:pt x="149623" y="9097"/>
                    <a:pt x="140677" y="1436"/>
                    <a:pt x="140677" y="1436"/>
                  </a:cubicBezTo>
                  <a:cubicBezTo>
                    <a:pt x="138121" y="-479"/>
                    <a:pt x="134287" y="-479"/>
                    <a:pt x="132370" y="1436"/>
                  </a:cubicBezTo>
                  <a:cubicBezTo>
                    <a:pt x="118951" y="13566"/>
                    <a:pt x="104894" y="2713"/>
                    <a:pt x="103615" y="1436"/>
                  </a:cubicBezTo>
                  <a:cubicBezTo>
                    <a:pt x="101060" y="-479"/>
                    <a:pt x="97225" y="-479"/>
                    <a:pt x="94670" y="2075"/>
                  </a:cubicBezTo>
                  <a:cubicBezTo>
                    <a:pt x="82529" y="14204"/>
                    <a:pt x="66554" y="2075"/>
                    <a:pt x="65915" y="1436"/>
                  </a:cubicBezTo>
                  <a:cubicBezTo>
                    <a:pt x="63359" y="-479"/>
                    <a:pt x="59525" y="-479"/>
                    <a:pt x="57608" y="2075"/>
                  </a:cubicBezTo>
                  <a:cubicBezTo>
                    <a:pt x="44828" y="15481"/>
                    <a:pt x="28214" y="2713"/>
                    <a:pt x="26936" y="1436"/>
                  </a:cubicBezTo>
                  <a:cubicBezTo>
                    <a:pt x="24381" y="-479"/>
                    <a:pt x="20546" y="-479"/>
                    <a:pt x="17991" y="2075"/>
                  </a:cubicBezTo>
                  <a:cubicBezTo>
                    <a:pt x="13517" y="7182"/>
                    <a:pt x="5211" y="9097"/>
                    <a:pt x="5211" y="9097"/>
                  </a:cubicBezTo>
                  <a:cubicBezTo>
                    <a:pt x="2016" y="9736"/>
                    <a:pt x="-540" y="12928"/>
                    <a:pt x="99" y="16758"/>
                  </a:cubicBezTo>
                  <a:cubicBezTo>
                    <a:pt x="737" y="19950"/>
                    <a:pt x="3293" y="21865"/>
                    <a:pt x="6488" y="21865"/>
                  </a:cubicBezTo>
                  <a:cubicBezTo>
                    <a:pt x="7127" y="21865"/>
                    <a:pt x="7127" y="21865"/>
                    <a:pt x="7766" y="21865"/>
                  </a:cubicBezTo>
                  <a:cubicBezTo>
                    <a:pt x="9045" y="21865"/>
                    <a:pt x="16712" y="19950"/>
                    <a:pt x="23102" y="14843"/>
                  </a:cubicBezTo>
                  <a:cubicBezTo>
                    <a:pt x="32687" y="20588"/>
                    <a:pt x="48662" y="25057"/>
                    <a:pt x="62720" y="14843"/>
                  </a:cubicBezTo>
                  <a:cubicBezTo>
                    <a:pt x="71666" y="19950"/>
                    <a:pt x="86363" y="24419"/>
                    <a:pt x="99143" y="14843"/>
                  </a:cubicBezTo>
                  <a:cubicBezTo>
                    <a:pt x="108089" y="19950"/>
                    <a:pt x="122785" y="24419"/>
                    <a:pt x="136205" y="14843"/>
                  </a:cubicBezTo>
                  <a:cubicBezTo>
                    <a:pt x="141316" y="18035"/>
                    <a:pt x="150262" y="22504"/>
                    <a:pt x="159208" y="21865"/>
                  </a:cubicBezTo>
                  <a:cubicBezTo>
                    <a:pt x="164959" y="21227"/>
                    <a:pt x="170071" y="19312"/>
                    <a:pt x="173905" y="15481"/>
                  </a:cubicBezTo>
                  <a:cubicBezTo>
                    <a:pt x="178378" y="18673"/>
                    <a:pt x="185407" y="22504"/>
                    <a:pt x="190519" y="22504"/>
                  </a:cubicBezTo>
                  <a:cubicBezTo>
                    <a:pt x="193714" y="22504"/>
                    <a:pt x="196909" y="19950"/>
                    <a:pt x="196909" y="16120"/>
                  </a:cubicBezTo>
                  <a:cubicBezTo>
                    <a:pt x="197548" y="12289"/>
                    <a:pt x="194992" y="9097"/>
                    <a:pt x="191797" y="9097"/>
                  </a:cubicBezTo>
                </a:path>
              </a:pathLst>
            </a:custGeom>
            <a:solidFill>
              <a:srgbClr val="43B02A"/>
            </a:solidFill>
            <a:ln w="6390" cap="flat">
              <a:noFill/>
              <a:prstDash val="solid"/>
              <a:miter/>
            </a:ln>
          </p:spPr>
          <p:txBody>
            <a:bodyPr rtlCol="0" anchor="ctr"/>
            <a:lstStyle/>
            <a:p>
              <a:endParaRPr lang="en-US"/>
            </a:p>
          </p:txBody>
        </p:sp>
        <p:sp>
          <p:nvSpPr>
            <p:cNvPr id="887" name="Graphic 6">
              <a:extLst>
                <a:ext uri="{FF2B5EF4-FFF2-40B4-BE49-F238E27FC236}">
                  <a16:creationId xmlns:a16="http://schemas.microsoft.com/office/drawing/2014/main" id="{9459964A-ED33-AA41-8CB3-D04479BD509D}"/>
                </a:ext>
              </a:extLst>
            </p:cNvPr>
            <p:cNvSpPr/>
            <p:nvPr/>
          </p:nvSpPr>
          <p:spPr>
            <a:xfrm>
              <a:off x="8922809" y="2571471"/>
              <a:ext cx="197240" cy="22503"/>
            </a:xfrm>
            <a:custGeom>
              <a:avLst/>
              <a:gdLst>
                <a:gd name="connsiteX0" fmla="*/ 191797 w 197240"/>
                <a:gd name="connsiteY0" fmla="*/ 9097 h 22503"/>
                <a:gd name="connsiteX1" fmla="*/ 177738 w 197240"/>
                <a:gd name="connsiteY1" fmla="*/ 1436 h 22503"/>
                <a:gd name="connsiteX2" fmla="*/ 168793 w 197240"/>
                <a:gd name="connsiteY2" fmla="*/ 2713 h 22503"/>
                <a:gd name="connsiteX3" fmla="*/ 158569 w 197240"/>
                <a:gd name="connsiteY3" fmla="*/ 8459 h 22503"/>
                <a:gd name="connsiteX4" fmla="*/ 140677 w 197240"/>
                <a:gd name="connsiteY4" fmla="*/ 1436 h 22503"/>
                <a:gd name="connsiteX5" fmla="*/ 132370 w 197240"/>
                <a:gd name="connsiteY5" fmla="*/ 1436 h 22503"/>
                <a:gd name="connsiteX6" fmla="*/ 103615 w 197240"/>
                <a:gd name="connsiteY6" fmla="*/ 1436 h 22503"/>
                <a:gd name="connsiteX7" fmla="*/ 94669 w 197240"/>
                <a:gd name="connsiteY7" fmla="*/ 2075 h 22503"/>
                <a:gd name="connsiteX8" fmla="*/ 65914 w 197240"/>
                <a:gd name="connsiteY8" fmla="*/ 1436 h 22503"/>
                <a:gd name="connsiteX9" fmla="*/ 57608 w 197240"/>
                <a:gd name="connsiteY9" fmla="*/ 2075 h 22503"/>
                <a:gd name="connsiteX10" fmla="*/ 26936 w 197240"/>
                <a:gd name="connsiteY10" fmla="*/ 1436 h 22503"/>
                <a:gd name="connsiteX11" fmla="*/ 17990 w 197240"/>
                <a:gd name="connsiteY11" fmla="*/ 2075 h 22503"/>
                <a:gd name="connsiteX12" fmla="*/ 5210 w 197240"/>
                <a:gd name="connsiteY12" fmla="*/ 9097 h 22503"/>
                <a:gd name="connsiteX13" fmla="*/ 99 w 197240"/>
                <a:gd name="connsiteY13" fmla="*/ 16758 h 22503"/>
                <a:gd name="connsiteX14" fmla="*/ 6488 w 197240"/>
                <a:gd name="connsiteY14" fmla="*/ 21865 h 22503"/>
                <a:gd name="connsiteX15" fmla="*/ 7766 w 197240"/>
                <a:gd name="connsiteY15" fmla="*/ 21865 h 22503"/>
                <a:gd name="connsiteX16" fmla="*/ 23102 w 197240"/>
                <a:gd name="connsiteY16" fmla="*/ 14843 h 22503"/>
                <a:gd name="connsiteX17" fmla="*/ 62719 w 197240"/>
                <a:gd name="connsiteY17" fmla="*/ 14843 h 22503"/>
                <a:gd name="connsiteX18" fmla="*/ 99143 w 197240"/>
                <a:gd name="connsiteY18" fmla="*/ 14843 h 22503"/>
                <a:gd name="connsiteX19" fmla="*/ 136204 w 197240"/>
                <a:gd name="connsiteY19" fmla="*/ 14843 h 22503"/>
                <a:gd name="connsiteX20" fmla="*/ 159208 w 197240"/>
                <a:gd name="connsiteY20" fmla="*/ 21865 h 22503"/>
                <a:gd name="connsiteX21" fmla="*/ 173905 w 197240"/>
                <a:gd name="connsiteY21" fmla="*/ 15481 h 22503"/>
                <a:gd name="connsiteX22" fmla="*/ 190518 w 197240"/>
                <a:gd name="connsiteY22" fmla="*/ 22504 h 22503"/>
                <a:gd name="connsiteX23" fmla="*/ 196908 w 197240"/>
                <a:gd name="connsiteY23" fmla="*/ 16120 h 22503"/>
                <a:gd name="connsiteX24" fmla="*/ 191797 w 197240"/>
                <a:gd name="connsiteY24" fmla="*/ 9097 h 22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7240" h="22503">
                  <a:moveTo>
                    <a:pt x="191797" y="9097"/>
                  </a:moveTo>
                  <a:cubicBezTo>
                    <a:pt x="189879" y="9097"/>
                    <a:pt x="183489" y="5267"/>
                    <a:pt x="177738" y="1436"/>
                  </a:cubicBezTo>
                  <a:cubicBezTo>
                    <a:pt x="175183" y="-479"/>
                    <a:pt x="171348" y="160"/>
                    <a:pt x="168793" y="2713"/>
                  </a:cubicBezTo>
                  <a:cubicBezTo>
                    <a:pt x="165598" y="6544"/>
                    <a:pt x="162403" y="8459"/>
                    <a:pt x="158569" y="8459"/>
                  </a:cubicBezTo>
                  <a:cubicBezTo>
                    <a:pt x="149623" y="9097"/>
                    <a:pt x="140677" y="1436"/>
                    <a:pt x="140677" y="1436"/>
                  </a:cubicBezTo>
                  <a:cubicBezTo>
                    <a:pt x="138121" y="-479"/>
                    <a:pt x="134287" y="-479"/>
                    <a:pt x="132370" y="1436"/>
                  </a:cubicBezTo>
                  <a:cubicBezTo>
                    <a:pt x="118951" y="13566"/>
                    <a:pt x="104894" y="2713"/>
                    <a:pt x="103615" y="1436"/>
                  </a:cubicBezTo>
                  <a:cubicBezTo>
                    <a:pt x="101059" y="-479"/>
                    <a:pt x="97225" y="-479"/>
                    <a:pt x="94669" y="2075"/>
                  </a:cubicBezTo>
                  <a:cubicBezTo>
                    <a:pt x="82529" y="14204"/>
                    <a:pt x="66554" y="2075"/>
                    <a:pt x="65914" y="1436"/>
                  </a:cubicBezTo>
                  <a:cubicBezTo>
                    <a:pt x="63359" y="-479"/>
                    <a:pt x="59524" y="-479"/>
                    <a:pt x="57608" y="2075"/>
                  </a:cubicBezTo>
                  <a:cubicBezTo>
                    <a:pt x="44828" y="15481"/>
                    <a:pt x="28214" y="2713"/>
                    <a:pt x="26936" y="1436"/>
                  </a:cubicBezTo>
                  <a:cubicBezTo>
                    <a:pt x="24380" y="-479"/>
                    <a:pt x="20546" y="-479"/>
                    <a:pt x="17990" y="2075"/>
                  </a:cubicBezTo>
                  <a:cubicBezTo>
                    <a:pt x="13517" y="7182"/>
                    <a:pt x="5210" y="9097"/>
                    <a:pt x="5210" y="9097"/>
                  </a:cubicBezTo>
                  <a:cubicBezTo>
                    <a:pt x="2015" y="9736"/>
                    <a:pt x="-540" y="12928"/>
                    <a:pt x="99" y="16758"/>
                  </a:cubicBezTo>
                  <a:cubicBezTo>
                    <a:pt x="737" y="19950"/>
                    <a:pt x="3294" y="21865"/>
                    <a:pt x="6488" y="21865"/>
                  </a:cubicBezTo>
                  <a:cubicBezTo>
                    <a:pt x="7127" y="21865"/>
                    <a:pt x="7127" y="21865"/>
                    <a:pt x="7766" y="21865"/>
                  </a:cubicBezTo>
                  <a:cubicBezTo>
                    <a:pt x="9045" y="21865"/>
                    <a:pt x="16712" y="19950"/>
                    <a:pt x="23102" y="14843"/>
                  </a:cubicBezTo>
                  <a:cubicBezTo>
                    <a:pt x="32687" y="20588"/>
                    <a:pt x="48662" y="25696"/>
                    <a:pt x="62719" y="14843"/>
                  </a:cubicBezTo>
                  <a:cubicBezTo>
                    <a:pt x="71666" y="19950"/>
                    <a:pt x="86363" y="24419"/>
                    <a:pt x="99143" y="14843"/>
                  </a:cubicBezTo>
                  <a:cubicBezTo>
                    <a:pt x="108089" y="19950"/>
                    <a:pt x="122785" y="24419"/>
                    <a:pt x="136204" y="14843"/>
                  </a:cubicBezTo>
                  <a:cubicBezTo>
                    <a:pt x="141316" y="18035"/>
                    <a:pt x="149623" y="22504"/>
                    <a:pt x="159208" y="21865"/>
                  </a:cubicBezTo>
                  <a:cubicBezTo>
                    <a:pt x="164958" y="21227"/>
                    <a:pt x="170071" y="19312"/>
                    <a:pt x="173905" y="15481"/>
                  </a:cubicBezTo>
                  <a:cubicBezTo>
                    <a:pt x="178378" y="18673"/>
                    <a:pt x="185407" y="22504"/>
                    <a:pt x="190518" y="22504"/>
                  </a:cubicBezTo>
                  <a:cubicBezTo>
                    <a:pt x="193713" y="22504"/>
                    <a:pt x="196908" y="19950"/>
                    <a:pt x="196908" y="16120"/>
                  </a:cubicBezTo>
                  <a:cubicBezTo>
                    <a:pt x="198187" y="12289"/>
                    <a:pt x="195630" y="9097"/>
                    <a:pt x="191797" y="9097"/>
                  </a:cubicBezTo>
                </a:path>
              </a:pathLst>
            </a:custGeom>
            <a:solidFill>
              <a:srgbClr val="43B02A"/>
            </a:solidFill>
            <a:ln w="6390" cap="flat">
              <a:noFill/>
              <a:prstDash val="solid"/>
              <a:miter/>
            </a:ln>
          </p:spPr>
          <p:txBody>
            <a:bodyPr rtlCol="0" anchor="ctr"/>
            <a:lstStyle/>
            <a:p>
              <a:endParaRPr lang="en-US"/>
            </a:p>
          </p:txBody>
        </p:sp>
        <p:sp>
          <p:nvSpPr>
            <p:cNvPr id="888" name="Graphic 6">
              <a:extLst>
                <a:ext uri="{FF2B5EF4-FFF2-40B4-BE49-F238E27FC236}">
                  <a16:creationId xmlns:a16="http://schemas.microsoft.com/office/drawing/2014/main" id="{5A2AB6D5-2D77-6040-A262-5B4DF8E8E577}"/>
                </a:ext>
              </a:extLst>
            </p:cNvPr>
            <p:cNvSpPr/>
            <p:nvPr/>
          </p:nvSpPr>
          <p:spPr>
            <a:xfrm>
              <a:off x="8922809" y="2628926"/>
              <a:ext cx="197240" cy="22503"/>
            </a:xfrm>
            <a:custGeom>
              <a:avLst/>
              <a:gdLst>
                <a:gd name="connsiteX0" fmla="*/ 191797 w 197240"/>
                <a:gd name="connsiteY0" fmla="*/ 9097 h 22503"/>
                <a:gd name="connsiteX1" fmla="*/ 177738 w 197240"/>
                <a:gd name="connsiteY1" fmla="*/ 1436 h 22503"/>
                <a:gd name="connsiteX2" fmla="*/ 168793 w 197240"/>
                <a:gd name="connsiteY2" fmla="*/ 2713 h 22503"/>
                <a:gd name="connsiteX3" fmla="*/ 158569 w 197240"/>
                <a:gd name="connsiteY3" fmla="*/ 8459 h 22503"/>
                <a:gd name="connsiteX4" fmla="*/ 140677 w 197240"/>
                <a:gd name="connsiteY4" fmla="*/ 1436 h 22503"/>
                <a:gd name="connsiteX5" fmla="*/ 132370 w 197240"/>
                <a:gd name="connsiteY5" fmla="*/ 1436 h 22503"/>
                <a:gd name="connsiteX6" fmla="*/ 103615 w 197240"/>
                <a:gd name="connsiteY6" fmla="*/ 1436 h 22503"/>
                <a:gd name="connsiteX7" fmla="*/ 94669 w 197240"/>
                <a:gd name="connsiteY7" fmla="*/ 2075 h 22503"/>
                <a:gd name="connsiteX8" fmla="*/ 65914 w 197240"/>
                <a:gd name="connsiteY8" fmla="*/ 1436 h 22503"/>
                <a:gd name="connsiteX9" fmla="*/ 57608 w 197240"/>
                <a:gd name="connsiteY9" fmla="*/ 2075 h 22503"/>
                <a:gd name="connsiteX10" fmla="*/ 26936 w 197240"/>
                <a:gd name="connsiteY10" fmla="*/ 1436 h 22503"/>
                <a:gd name="connsiteX11" fmla="*/ 17990 w 197240"/>
                <a:gd name="connsiteY11" fmla="*/ 2075 h 22503"/>
                <a:gd name="connsiteX12" fmla="*/ 5210 w 197240"/>
                <a:gd name="connsiteY12" fmla="*/ 9097 h 22503"/>
                <a:gd name="connsiteX13" fmla="*/ 99 w 197240"/>
                <a:gd name="connsiteY13" fmla="*/ 16758 h 22503"/>
                <a:gd name="connsiteX14" fmla="*/ 6488 w 197240"/>
                <a:gd name="connsiteY14" fmla="*/ 21865 h 22503"/>
                <a:gd name="connsiteX15" fmla="*/ 7766 w 197240"/>
                <a:gd name="connsiteY15" fmla="*/ 21865 h 22503"/>
                <a:gd name="connsiteX16" fmla="*/ 23102 w 197240"/>
                <a:gd name="connsiteY16" fmla="*/ 14843 h 22503"/>
                <a:gd name="connsiteX17" fmla="*/ 62719 w 197240"/>
                <a:gd name="connsiteY17" fmla="*/ 14843 h 22503"/>
                <a:gd name="connsiteX18" fmla="*/ 99143 w 197240"/>
                <a:gd name="connsiteY18" fmla="*/ 14843 h 22503"/>
                <a:gd name="connsiteX19" fmla="*/ 136204 w 197240"/>
                <a:gd name="connsiteY19" fmla="*/ 14843 h 22503"/>
                <a:gd name="connsiteX20" fmla="*/ 159208 w 197240"/>
                <a:gd name="connsiteY20" fmla="*/ 21865 h 22503"/>
                <a:gd name="connsiteX21" fmla="*/ 173905 w 197240"/>
                <a:gd name="connsiteY21" fmla="*/ 15481 h 22503"/>
                <a:gd name="connsiteX22" fmla="*/ 190518 w 197240"/>
                <a:gd name="connsiteY22" fmla="*/ 22504 h 22503"/>
                <a:gd name="connsiteX23" fmla="*/ 196908 w 197240"/>
                <a:gd name="connsiteY23" fmla="*/ 16120 h 22503"/>
                <a:gd name="connsiteX24" fmla="*/ 191797 w 197240"/>
                <a:gd name="connsiteY24" fmla="*/ 9097 h 22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7240" h="22503">
                  <a:moveTo>
                    <a:pt x="191797" y="9097"/>
                  </a:moveTo>
                  <a:cubicBezTo>
                    <a:pt x="189879" y="9097"/>
                    <a:pt x="183489" y="5267"/>
                    <a:pt x="177738" y="1436"/>
                  </a:cubicBezTo>
                  <a:cubicBezTo>
                    <a:pt x="175183" y="-479"/>
                    <a:pt x="171348" y="160"/>
                    <a:pt x="168793" y="2713"/>
                  </a:cubicBezTo>
                  <a:cubicBezTo>
                    <a:pt x="165598" y="6544"/>
                    <a:pt x="162403" y="8459"/>
                    <a:pt x="158569" y="8459"/>
                  </a:cubicBezTo>
                  <a:cubicBezTo>
                    <a:pt x="149623" y="9097"/>
                    <a:pt x="140677" y="1436"/>
                    <a:pt x="140677" y="1436"/>
                  </a:cubicBezTo>
                  <a:cubicBezTo>
                    <a:pt x="138121" y="-479"/>
                    <a:pt x="134287" y="-479"/>
                    <a:pt x="132370" y="1436"/>
                  </a:cubicBezTo>
                  <a:cubicBezTo>
                    <a:pt x="118951" y="13566"/>
                    <a:pt x="104894" y="2713"/>
                    <a:pt x="103615" y="1436"/>
                  </a:cubicBezTo>
                  <a:cubicBezTo>
                    <a:pt x="101059" y="-479"/>
                    <a:pt x="97225" y="-479"/>
                    <a:pt x="94669" y="2075"/>
                  </a:cubicBezTo>
                  <a:cubicBezTo>
                    <a:pt x="82529" y="14204"/>
                    <a:pt x="66554" y="2075"/>
                    <a:pt x="65914" y="1436"/>
                  </a:cubicBezTo>
                  <a:cubicBezTo>
                    <a:pt x="63359" y="-479"/>
                    <a:pt x="59524" y="-479"/>
                    <a:pt x="57608" y="2075"/>
                  </a:cubicBezTo>
                  <a:cubicBezTo>
                    <a:pt x="44828" y="15481"/>
                    <a:pt x="28214" y="2713"/>
                    <a:pt x="26936" y="1436"/>
                  </a:cubicBezTo>
                  <a:cubicBezTo>
                    <a:pt x="24380" y="-479"/>
                    <a:pt x="20546" y="-479"/>
                    <a:pt x="17990" y="2075"/>
                  </a:cubicBezTo>
                  <a:cubicBezTo>
                    <a:pt x="13517" y="7182"/>
                    <a:pt x="5210" y="9097"/>
                    <a:pt x="5210" y="9097"/>
                  </a:cubicBezTo>
                  <a:cubicBezTo>
                    <a:pt x="2015" y="9736"/>
                    <a:pt x="-540" y="12928"/>
                    <a:pt x="99" y="16758"/>
                  </a:cubicBezTo>
                  <a:cubicBezTo>
                    <a:pt x="737" y="19950"/>
                    <a:pt x="3294" y="21865"/>
                    <a:pt x="6488" y="21865"/>
                  </a:cubicBezTo>
                  <a:cubicBezTo>
                    <a:pt x="7127" y="21865"/>
                    <a:pt x="7127" y="21865"/>
                    <a:pt x="7766" y="21865"/>
                  </a:cubicBezTo>
                  <a:cubicBezTo>
                    <a:pt x="9045" y="21865"/>
                    <a:pt x="16712" y="19950"/>
                    <a:pt x="23102" y="14843"/>
                  </a:cubicBezTo>
                  <a:cubicBezTo>
                    <a:pt x="32687" y="20588"/>
                    <a:pt x="48662" y="25057"/>
                    <a:pt x="62719" y="14843"/>
                  </a:cubicBezTo>
                  <a:cubicBezTo>
                    <a:pt x="71666" y="19950"/>
                    <a:pt x="86363" y="24419"/>
                    <a:pt x="99143" y="14843"/>
                  </a:cubicBezTo>
                  <a:cubicBezTo>
                    <a:pt x="108089" y="19950"/>
                    <a:pt x="122785" y="24419"/>
                    <a:pt x="136204" y="14843"/>
                  </a:cubicBezTo>
                  <a:cubicBezTo>
                    <a:pt x="141316" y="18035"/>
                    <a:pt x="149623" y="22504"/>
                    <a:pt x="159208" y="21865"/>
                  </a:cubicBezTo>
                  <a:cubicBezTo>
                    <a:pt x="164958" y="21227"/>
                    <a:pt x="170071" y="19312"/>
                    <a:pt x="173905" y="15481"/>
                  </a:cubicBezTo>
                  <a:cubicBezTo>
                    <a:pt x="178378" y="18673"/>
                    <a:pt x="185407" y="22504"/>
                    <a:pt x="190518" y="22504"/>
                  </a:cubicBezTo>
                  <a:cubicBezTo>
                    <a:pt x="193713" y="22504"/>
                    <a:pt x="196908" y="19950"/>
                    <a:pt x="196908" y="16120"/>
                  </a:cubicBezTo>
                  <a:cubicBezTo>
                    <a:pt x="198187" y="12289"/>
                    <a:pt x="195630" y="9097"/>
                    <a:pt x="191797" y="9097"/>
                  </a:cubicBezTo>
                </a:path>
              </a:pathLst>
            </a:custGeom>
            <a:solidFill>
              <a:srgbClr val="43B02A"/>
            </a:solidFill>
            <a:ln w="6390" cap="flat">
              <a:noFill/>
              <a:prstDash val="solid"/>
              <a:miter/>
            </a:ln>
          </p:spPr>
          <p:txBody>
            <a:bodyPr rtlCol="0" anchor="ctr"/>
            <a:lstStyle/>
            <a:p>
              <a:endParaRPr lang="en-US"/>
            </a:p>
          </p:txBody>
        </p:sp>
      </p:grpSp>
      <p:sp>
        <p:nvSpPr>
          <p:cNvPr id="889" name="Graphic 6">
            <a:extLst>
              <a:ext uri="{FF2B5EF4-FFF2-40B4-BE49-F238E27FC236}">
                <a16:creationId xmlns:a16="http://schemas.microsoft.com/office/drawing/2014/main" id="{660521FD-C69F-5B4B-958D-C4FA83636C91}"/>
              </a:ext>
            </a:extLst>
          </p:cNvPr>
          <p:cNvSpPr/>
          <p:nvPr/>
        </p:nvSpPr>
        <p:spPr>
          <a:xfrm>
            <a:off x="9278827" y="2373088"/>
            <a:ext cx="362309" cy="361971"/>
          </a:xfrm>
          <a:custGeom>
            <a:avLst/>
            <a:gdLst>
              <a:gd name="connsiteX0" fmla="*/ 273490 w 362309"/>
              <a:gd name="connsiteY0" fmla="*/ 105336 h 361971"/>
              <a:gd name="connsiteX1" fmla="*/ 256876 w 362309"/>
              <a:gd name="connsiteY1" fmla="*/ 98313 h 361971"/>
              <a:gd name="connsiteX2" fmla="*/ 242179 w 362309"/>
              <a:gd name="connsiteY2" fmla="*/ 104697 h 361971"/>
              <a:gd name="connsiteX3" fmla="*/ 219175 w 362309"/>
              <a:gd name="connsiteY3" fmla="*/ 97675 h 361971"/>
              <a:gd name="connsiteX4" fmla="*/ 182113 w 362309"/>
              <a:gd name="connsiteY4" fmla="*/ 97675 h 361971"/>
              <a:gd name="connsiteX5" fmla="*/ 145691 w 362309"/>
              <a:gd name="connsiteY5" fmla="*/ 97675 h 361971"/>
              <a:gd name="connsiteX6" fmla="*/ 106073 w 362309"/>
              <a:gd name="connsiteY6" fmla="*/ 97675 h 361971"/>
              <a:gd name="connsiteX7" fmla="*/ 90738 w 362309"/>
              <a:gd name="connsiteY7" fmla="*/ 104697 h 361971"/>
              <a:gd name="connsiteX8" fmla="*/ 89459 w 362309"/>
              <a:gd name="connsiteY8" fmla="*/ 104697 h 361971"/>
              <a:gd name="connsiteX9" fmla="*/ 83069 w 362309"/>
              <a:gd name="connsiteY9" fmla="*/ 99590 h 361971"/>
              <a:gd name="connsiteX10" fmla="*/ 88181 w 362309"/>
              <a:gd name="connsiteY10" fmla="*/ 91929 h 361971"/>
              <a:gd name="connsiteX11" fmla="*/ 100961 w 362309"/>
              <a:gd name="connsiteY11" fmla="*/ 84907 h 361971"/>
              <a:gd name="connsiteX12" fmla="*/ 109907 w 362309"/>
              <a:gd name="connsiteY12" fmla="*/ 84268 h 361971"/>
              <a:gd name="connsiteX13" fmla="*/ 140579 w 362309"/>
              <a:gd name="connsiteY13" fmla="*/ 84907 h 361971"/>
              <a:gd name="connsiteX14" fmla="*/ 148886 w 362309"/>
              <a:gd name="connsiteY14" fmla="*/ 84268 h 361971"/>
              <a:gd name="connsiteX15" fmla="*/ 177641 w 362309"/>
              <a:gd name="connsiteY15" fmla="*/ 84907 h 361971"/>
              <a:gd name="connsiteX16" fmla="*/ 186587 w 362309"/>
              <a:gd name="connsiteY16" fmla="*/ 84268 h 361971"/>
              <a:gd name="connsiteX17" fmla="*/ 215341 w 362309"/>
              <a:gd name="connsiteY17" fmla="*/ 84268 h 361971"/>
              <a:gd name="connsiteX18" fmla="*/ 223648 w 362309"/>
              <a:gd name="connsiteY18" fmla="*/ 84268 h 361971"/>
              <a:gd name="connsiteX19" fmla="*/ 241540 w 362309"/>
              <a:gd name="connsiteY19" fmla="*/ 91291 h 361971"/>
              <a:gd name="connsiteX20" fmla="*/ 251764 w 362309"/>
              <a:gd name="connsiteY20" fmla="*/ 85545 h 361971"/>
              <a:gd name="connsiteX21" fmla="*/ 260710 w 362309"/>
              <a:gd name="connsiteY21" fmla="*/ 84268 h 361971"/>
              <a:gd name="connsiteX22" fmla="*/ 274767 w 362309"/>
              <a:gd name="connsiteY22" fmla="*/ 91929 h 361971"/>
              <a:gd name="connsiteX23" fmla="*/ 281157 w 362309"/>
              <a:gd name="connsiteY23" fmla="*/ 98313 h 361971"/>
              <a:gd name="connsiteX24" fmla="*/ 273490 w 362309"/>
              <a:gd name="connsiteY24" fmla="*/ 105336 h 361971"/>
              <a:gd name="connsiteX25" fmla="*/ 273490 w 362309"/>
              <a:gd name="connsiteY25" fmla="*/ 162792 h 361971"/>
              <a:gd name="connsiteX26" fmla="*/ 256876 w 362309"/>
              <a:gd name="connsiteY26" fmla="*/ 155769 h 361971"/>
              <a:gd name="connsiteX27" fmla="*/ 242179 w 362309"/>
              <a:gd name="connsiteY27" fmla="*/ 162153 h 361971"/>
              <a:gd name="connsiteX28" fmla="*/ 219175 w 362309"/>
              <a:gd name="connsiteY28" fmla="*/ 155131 h 361971"/>
              <a:gd name="connsiteX29" fmla="*/ 182113 w 362309"/>
              <a:gd name="connsiteY29" fmla="*/ 155131 h 361971"/>
              <a:gd name="connsiteX30" fmla="*/ 145691 w 362309"/>
              <a:gd name="connsiteY30" fmla="*/ 155131 h 361971"/>
              <a:gd name="connsiteX31" fmla="*/ 106073 w 362309"/>
              <a:gd name="connsiteY31" fmla="*/ 155131 h 361971"/>
              <a:gd name="connsiteX32" fmla="*/ 90738 w 362309"/>
              <a:gd name="connsiteY32" fmla="*/ 162153 h 361971"/>
              <a:gd name="connsiteX33" fmla="*/ 89459 w 362309"/>
              <a:gd name="connsiteY33" fmla="*/ 162153 h 361971"/>
              <a:gd name="connsiteX34" fmla="*/ 83069 w 362309"/>
              <a:gd name="connsiteY34" fmla="*/ 157046 h 361971"/>
              <a:gd name="connsiteX35" fmla="*/ 88181 w 362309"/>
              <a:gd name="connsiteY35" fmla="*/ 149385 h 361971"/>
              <a:gd name="connsiteX36" fmla="*/ 100961 w 362309"/>
              <a:gd name="connsiteY36" fmla="*/ 142363 h 361971"/>
              <a:gd name="connsiteX37" fmla="*/ 109907 w 362309"/>
              <a:gd name="connsiteY37" fmla="*/ 141724 h 361971"/>
              <a:gd name="connsiteX38" fmla="*/ 140579 w 362309"/>
              <a:gd name="connsiteY38" fmla="*/ 142363 h 361971"/>
              <a:gd name="connsiteX39" fmla="*/ 148886 w 362309"/>
              <a:gd name="connsiteY39" fmla="*/ 141724 h 361971"/>
              <a:gd name="connsiteX40" fmla="*/ 177641 w 362309"/>
              <a:gd name="connsiteY40" fmla="*/ 142363 h 361971"/>
              <a:gd name="connsiteX41" fmla="*/ 186587 w 362309"/>
              <a:gd name="connsiteY41" fmla="*/ 141724 h 361971"/>
              <a:gd name="connsiteX42" fmla="*/ 215341 w 362309"/>
              <a:gd name="connsiteY42" fmla="*/ 141724 h 361971"/>
              <a:gd name="connsiteX43" fmla="*/ 223648 w 362309"/>
              <a:gd name="connsiteY43" fmla="*/ 141724 h 361971"/>
              <a:gd name="connsiteX44" fmla="*/ 241540 w 362309"/>
              <a:gd name="connsiteY44" fmla="*/ 148747 h 361971"/>
              <a:gd name="connsiteX45" fmla="*/ 251764 w 362309"/>
              <a:gd name="connsiteY45" fmla="*/ 143001 h 361971"/>
              <a:gd name="connsiteX46" fmla="*/ 260710 w 362309"/>
              <a:gd name="connsiteY46" fmla="*/ 141724 h 361971"/>
              <a:gd name="connsiteX47" fmla="*/ 274767 w 362309"/>
              <a:gd name="connsiteY47" fmla="*/ 149385 h 361971"/>
              <a:gd name="connsiteX48" fmla="*/ 281157 w 362309"/>
              <a:gd name="connsiteY48" fmla="*/ 155769 h 361971"/>
              <a:gd name="connsiteX49" fmla="*/ 273490 w 362309"/>
              <a:gd name="connsiteY49" fmla="*/ 162792 h 361971"/>
              <a:gd name="connsiteX50" fmla="*/ 273490 w 362309"/>
              <a:gd name="connsiteY50" fmla="*/ 220247 h 361971"/>
              <a:gd name="connsiteX51" fmla="*/ 256876 w 362309"/>
              <a:gd name="connsiteY51" fmla="*/ 213225 h 361971"/>
              <a:gd name="connsiteX52" fmla="*/ 242179 w 362309"/>
              <a:gd name="connsiteY52" fmla="*/ 219609 h 361971"/>
              <a:gd name="connsiteX53" fmla="*/ 219175 w 362309"/>
              <a:gd name="connsiteY53" fmla="*/ 212587 h 361971"/>
              <a:gd name="connsiteX54" fmla="*/ 182113 w 362309"/>
              <a:gd name="connsiteY54" fmla="*/ 212587 h 361971"/>
              <a:gd name="connsiteX55" fmla="*/ 145691 w 362309"/>
              <a:gd name="connsiteY55" fmla="*/ 212587 h 361971"/>
              <a:gd name="connsiteX56" fmla="*/ 106073 w 362309"/>
              <a:gd name="connsiteY56" fmla="*/ 212587 h 361971"/>
              <a:gd name="connsiteX57" fmla="*/ 90738 w 362309"/>
              <a:gd name="connsiteY57" fmla="*/ 219609 h 361971"/>
              <a:gd name="connsiteX58" fmla="*/ 89459 w 362309"/>
              <a:gd name="connsiteY58" fmla="*/ 219609 h 361971"/>
              <a:gd name="connsiteX59" fmla="*/ 83069 w 362309"/>
              <a:gd name="connsiteY59" fmla="*/ 214502 h 361971"/>
              <a:gd name="connsiteX60" fmla="*/ 88181 w 362309"/>
              <a:gd name="connsiteY60" fmla="*/ 206841 h 361971"/>
              <a:gd name="connsiteX61" fmla="*/ 100961 w 362309"/>
              <a:gd name="connsiteY61" fmla="*/ 199819 h 361971"/>
              <a:gd name="connsiteX62" fmla="*/ 109907 w 362309"/>
              <a:gd name="connsiteY62" fmla="*/ 199180 h 361971"/>
              <a:gd name="connsiteX63" fmla="*/ 140579 w 362309"/>
              <a:gd name="connsiteY63" fmla="*/ 199819 h 361971"/>
              <a:gd name="connsiteX64" fmla="*/ 148886 w 362309"/>
              <a:gd name="connsiteY64" fmla="*/ 199180 h 361971"/>
              <a:gd name="connsiteX65" fmla="*/ 177641 w 362309"/>
              <a:gd name="connsiteY65" fmla="*/ 199819 h 361971"/>
              <a:gd name="connsiteX66" fmla="*/ 186587 w 362309"/>
              <a:gd name="connsiteY66" fmla="*/ 199180 h 361971"/>
              <a:gd name="connsiteX67" fmla="*/ 215341 w 362309"/>
              <a:gd name="connsiteY67" fmla="*/ 199180 h 361971"/>
              <a:gd name="connsiteX68" fmla="*/ 223648 w 362309"/>
              <a:gd name="connsiteY68" fmla="*/ 199180 h 361971"/>
              <a:gd name="connsiteX69" fmla="*/ 241540 w 362309"/>
              <a:gd name="connsiteY69" fmla="*/ 206203 h 361971"/>
              <a:gd name="connsiteX70" fmla="*/ 251764 w 362309"/>
              <a:gd name="connsiteY70" fmla="*/ 200457 h 361971"/>
              <a:gd name="connsiteX71" fmla="*/ 260710 w 362309"/>
              <a:gd name="connsiteY71" fmla="*/ 199180 h 361971"/>
              <a:gd name="connsiteX72" fmla="*/ 274767 w 362309"/>
              <a:gd name="connsiteY72" fmla="*/ 206841 h 361971"/>
              <a:gd name="connsiteX73" fmla="*/ 281157 w 362309"/>
              <a:gd name="connsiteY73" fmla="*/ 213225 h 361971"/>
              <a:gd name="connsiteX74" fmla="*/ 273490 w 362309"/>
              <a:gd name="connsiteY74" fmla="*/ 220247 h 361971"/>
              <a:gd name="connsiteX75" fmla="*/ 273490 w 362309"/>
              <a:gd name="connsiteY75" fmla="*/ 277703 h 361971"/>
              <a:gd name="connsiteX76" fmla="*/ 256876 w 362309"/>
              <a:gd name="connsiteY76" fmla="*/ 270681 h 361971"/>
              <a:gd name="connsiteX77" fmla="*/ 242179 w 362309"/>
              <a:gd name="connsiteY77" fmla="*/ 277065 h 361971"/>
              <a:gd name="connsiteX78" fmla="*/ 219175 w 362309"/>
              <a:gd name="connsiteY78" fmla="*/ 270042 h 361971"/>
              <a:gd name="connsiteX79" fmla="*/ 182113 w 362309"/>
              <a:gd name="connsiteY79" fmla="*/ 270042 h 361971"/>
              <a:gd name="connsiteX80" fmla="*/ 145691 w 362309"/>
              <a:gd name="connsiteY80" fmla="*/ 270042 h 361971"/>
              <a:gd name="connsiteX81" fmla="*/ 106073 w 362309"/>
              <a:gd name="connsiteY81" fmla="*/ 270042 h 361971"/>
              <a:gd name="connsiteX82" fmla="*/ 90738 w 362309"/>
              <a:gd name="connsiteY82" fmla="*/ 277065 h 361971"/>
              <a:gd name="connsiteX83" fmla="*/ 89459 w 362309"/>
              <a:gd name="connsiteY83" fmla="*/ 277065 h 361971"/>
              <a:gd name="connsiteX84" fmla="*/ 83069 w 362309"/>
              <a:gd name="connsiteY84" fmla="*/ 271958 h 361971"/>
              <a:gd name="connsiteX85" fmla="*/ 88181 w 362309"/>
              <a:gd name="connsiteY85" fmla="*/ 264297 h 361971"/>
              <a:gd name="connsiteX86" fmla="*/ 100961 w 362309"/>
              <a:gd name="connsiteY86" fmla="*/ 257274 h 361971"/>
              <a:gd name="connsiteX87" fmla="*/ 109907 w 362309"/>
              <a:gd name="connsiteY87" fmla="*/ 256636 h 361971"/>
              <a:gd name="connsiteX88" fmla="*/ 140579 w 362309"/>
              <a:gd name="connsiteY88" fmla="*/ 257274 h 361971"/>
              <a:gd name="connsiteX89" fmla="*/ 148886 w 362309"/>
              <a:gd name="connsiteY89" fmla="*/ 256636 h 361971"/>
              <a:gd name="connsiteX90" fmla="*/ 177641 w 362309"/>
              <a:gd name="connsiteY90" fmla="*/ 257274 h 361971"/>
              <a:gd name="connsiteX91" fmla="*/ 186587 w 362309"/>
              <a:gd name="connsiteY91" fmla="*/ 256636 h 361971"/>
              <a:gd name="connsiteX92" fmla="*/ 215341 w 362309"/>
              <a:gd name="connsiteY92" fmla="*/ 256636 h 361971"/>
              <a:gd name="connsiteX93" fmla="*/ 223648 w 362309"/>
              <a:gd name="connsiteY93" fmla="*/ 256636 h 361971"/>
              <a:gd name="connsiteX94" fmla="*/ 241540 w 362309"/>
              <a:gd name="connsiteY94" fmla="*/ 263658 h 361971"/>
              <a:gd name="connsiteX95" fmla="*/ 251764 w 362309"/>
              <a:gd name="connsiteY95" fmla="*/ 257274 h 361971"/>
              <a:gd name="connsiteX96" fmla="*/ 260710 w 362309"/>
              <a:gd name="connsiteY96" fmla="*/ 255998 h 361971"/>
              <a:gd name="connsiteX97" fmla="*/ 274767 w 362309"/>
              <a:gd name="connsiteY97" fmla="*/ 263658 h 361971"/>
              <a:gd name="connsiteX98" fmla="*/ 281157 w 362309"/>
              <a:gd name="connsiteY98" fmla="*/ 270042 h 361971"/>
              <a:gd name="connsiteX99" fmla="*/ 273490 w 362309"/>
              <a:gd name="connsiteY99" fmla="*/ 277703 h 361971"/>
              <a:gd name="connsiteX100" fmla="*/ 181474 w 362309"/>
              <a:gd name="connsiteY100" fmla="*/ 0 h 361971"/>
              <a:gd name="connsiteX101" fmla="*/ 0 w 362309"/>
              <a:gd name="connsiteY101" fmla="*/ 180667 h 361971"/>
              <a:gd name="connsiteX102" fmla="*/ 180836 w 362309"/>
              <a:gd name="connsiteY102" fmla="*/ 361972 h 361971"/>
              <a:gd name="connsiteX103" fmla="*/ 362310 w 362309"/>
              <a:gd name="connsiteY103" fmla="*/ 181305 h 361971"/>
              <a:gd name="connsiteX104" fmla="*/ 181474 w 362309"/>
              <a:gd name="connsiteY104"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62309" h="361971">
                <a:moveTo>
                  <a:pt x="273490" y="105336"/>
                </a:moveTo>
                <a:cubicBezTo>
                  <a:pt x="268377" y="105336"/>
                  <a:pt x="261987" y="101505"/>
                  <a:pt x="256876" y="98313"/>
                </a:cubicBezTo>
                <a:cubicBezTo>
                  <a:pt x="252403" y="102144"/>
                  <a:pt x="247291" y="104059"/>
                  <a:pt x="242179" y="104697"/>
                </a:cubicBezTo>
                <a:cubicBezTo>
                  <a:pt x="232594" y="105336"/>
                  <a:pt x="223648" y="100867"/>
                  <a:pt x="219175" y="97675"/>
                </a:cubicBezTo>
                <a:cubicBezTo>
                  <a:pt x="205117" y="107251"/>
                  <a:pt x="190420" y="102782"/>
                  <a:pt x="182113" y="97675"/>
                </a:cubicBezTo>
                <a:cubicBezTo>
                  <a:pt x="169333" y="106612"/>
                  <a:pt x="154637" y="102782"/>
                  <a:pt x="145691" y="97675"/>
                </a:cubicBezTo>
                <a:cubicBezTo>
                  <a:pt x="131633" y="108528"/>
                  <a:pt x="115658" y="103420"/>
                  <a:pt x="106073" y="97675"/>
                </a:cubicBezTo>
                <a:cubicBezTo>
                  <a:pt x="99044" y="102782"/>
                  <a:pt x="91376" y="104697"/>
                  <a:pt x="90738" y="104697"/>
                </a:cubicBezTo>
                <a:cubicBezTo>
                  <a:pt x="90098" y="104697"/>
                  <a:pt x="90098" y="104697"/>
                  <a:pt x="89459" y="104697"/>
                </a:cubicBezTo>
                <a:cubicBezTo>
                  <a:pt x="86264" y="104697"/>
                  <a:pt x="83708" y="102782"/>
                  <a:pt x="83069" y="99590"/>
                </a:cubicBezTo>
                <a:cubicBezTo>
                  <a:pt x="82430" y="96398"/>
                  <a:pt x="84348" y="92568"/>
                  <a:pt x="88181" y="91929"/>
                </a:cubicBezTo>
                <a:cubicBezTo>
                  <a:pt x="88181" y="91929"/>
                  <a:pt x="96488" y="90014"/>
                  <a:pt x="100961" y="84907"/>
                </a:cubicBezTo>
                <a:cubicBezTo>
                  <a:pt x="103517" y="82353"/>
                  <a:pt x="107351" y="82353"/>
                  <a:pt x="109907" y="84268"/>
                </a:cubicBezTo>
                <a:cubicBezTo>
                  <a:pt x="111824" y="85545"/>
                  <a:pt x="127799" y="98313"/>
                  <a:pt x="140579" y="84907"/>
                </a:cubicBezTo>
                <a:cubicBezTo>
                  <a:pt x="143135" y="82353"/>
                  <a:pt x="146330" y="82353"/>
                  <a:pt x="148886" y="84268"/>
                </a:cubicBezTo>
                <a:cubicBezTo>
                  <a:pt x="149525" y="84907"/>
                  <a:pt x="165500" y="97036"/>
                  <a:pt x="177641" y="84907"/>
                </a:cubicBezTo>
                <a:cubicBezTo>
                  <a:pt x="180197" y="82353"/>
                  <a:pt x="184031" y="82353"/>
                  <a:pt x="186587" y="84268"/>
                </a:cubicBezTo>
                <a:cubicBezTo>
                  <a:pt x="187864" y="85545"/>
                  <a:pt x="202561" y="96398"/>
                  <a:pt x="215341" y="84268"/>
                </a:cubicBezTo>
                <a:cubicBezTo>
                  <a:pt x="217897" y="82353"/>
                  <a:pt x="221092" y="81715"/>
                  <a:pt x="223648" y="84268"/>
                </a:cubicBezTo>
                <a:cubicBezTo>
                  <a:pt x="223648" y="84268"/>
                  <a:pt x="232594" y="91929"/>
                  <a:pt x="241540" y="91291"/>
                </a:cubicBezTo>
                <a:cubicBezTo>
                  <a:pt x="245374" y="90652"/>
                  <a:pt x="248569" y="88737"/>
                  <a:pt x="251764" y="85545"/>
                </a:cubicBezTo>
                <a:cubicBezTo>
                  <a:pt x="253681" y="82992"/>
                  <a:pt x="257515" y="82353"/>
                  <a:pt x="260710" y="84268"/>
                </a:cubicBezTo>
                <a:cubicBezTo>
                  <a:pt x="265821" y="88099"/>
                  <a:pt x="272211" y="91929"/>
                  <a:pt x="274767" y="91929"/>
                </a:cubicBezTo>
                <a:cubicBezTo>
                  <a:pt x="277962" y="91929"/>
                  <a:pt x="281157" y="95121"/>
                  <a:pt x="281157" y="98313"/>
                </a:cubicBezTo>
                <a:cubicBezTo>
                  <a:pt x="279880" y="102782"/>
                  <a:pt x="277323" y="105336"/>
                  <a:pt x="273490" y="105336"/>
                </a:cubicBezTo>
                <a:moveTo>
                  <a:pt x="273490" y="162792"/>
                </a:moveTo>
                <a:cubicBezTo>
                  <a:pt x="268377" y="162792"/>
                  <a:pt x="261987" y="158961"/>
                  <a:pt x="256876" y="155769"/>
                </a:cubicBezTo>
                <a:cubicBezTo>
                  <a:pt x="252403" y="159600"/>
                  <a:pt x="247291" y="161515"/>
                  <a:pt x="242179" y="162153"/>
                </a:cubicBezTo>
                <a:cubicBezTo>
                  <a:pt x="232594" y="162792"/>
                  <a:pt x="223648" y="158323"/>
                  <a:pt x="219175" y="155131"/>
                </a:cubicBezTo>
                <a:cubicBezTo>
                  <a:pt x="205117" y="164707"/>
                  <a:pt x="190420" y="160238"/>
                  <a:pt x="182113" y="155131"/>
                </a:cubicBezTo>
                <a:cubicBezTo>
                  <a:pt x="169333" y="164068"/>
                  <a:pt x="154637" y="160238"/>
                  <a:pt x="145691" y="155131"/>
                </a:cubicBezTo>
                <a:cubicBezTo>
                  <a:pt x="131633" y="165984"/>
                  <a:pt x="115658" y="160876"/>
                  <a:pt x="106073" y="155131"/>
                </a:cubicBezTo>
                <a:cubicBezTo>
                  <a:pt x="99044" y="160238"/>
                  <a:pt x="91376" y="162153"/>
                  <a:pt x="90738" y="162153"/>
                </a:cubicBezTo>
                <a:cubicBezTo>
                  <a:pt x="90098" y="162153"/>
                  <a:pt x="90098" y="162153"/>
                  <a:pt x="89459" y="162153"/>
                </a:cubicBezTo>
                <a:cubicBezTo>
                  <a:pt x="86264" y="162153"/>
                  <a:pt x="83708" y="160238"/>
                  <a:pt x="83069" y="157046"/>
                </a:cubicBezTo>
                <a:cubicBezTo>
                  <a:pt x="82430" y="153854"/>
                  <a:pt x="84348" y="150024"/>
                  <a:pt x="88181" y="149385"/>
                </a:cubicBezTo>
                <a:cubicBezTo>
                  <a:pt x="88181" y="149385"/>
                  <a:pt x="96488" y="147470"/>
                  <a:pt x="100961" y="142363"/>
                </a:cubicBezTo>
                <a:cubicBezTo>
                  <a:pt x="103517" y="139809"/>
                  <a:pt x="107351" y="139809"/>
                  <a:pt x="109907" y="141724"/>
                </a:cubicBezTo>
                <a:cubicBezTo>
                  <a:pt x="111824" y="143001"/>
                  <a:pt x="127799" y="155769"/>
                  <a:pt x="140579" y="142363"/>
                </a:cubicBezTo>
                <a:cubicBezTo>
                  <a:pt x="143135" y="139809"/>
                  <a:pt x="146330" y="139809"/>
                  <a:pt x="148886" y="141724"/>
                </a:cubicBezTo>
                <a:cubicBezTo>
                  <a:pt x="149525" y="142363"/>
                  <a:pt x="165500" y="154492"/>
                  <a:pt x="177641" y="142363"/>
                </a:cubicBezTo>
                <a:cubicBezTo>
                  <a:pt x="180197" y="139809"/>
                  <a:pt x="184031" y="139809"/>
                  <a:pt x="186587" y="141724"/>
                </a:cubicBezTo>
                <a:cubicBezTo>
                  <a:pt x="187864" y="143001"/>
                  <a:pt x="202561" y="153854"/>
                  <a:pt x="215341" y="141724"/>
                </a:cubicBezTo>
                <a:cubicBezTo>
                  <a:pt x="217897" y="139809"/>
                  <a:pt x="221092" y="139171"/>
                  <a:pt x="223648" y="141724"/>
                </a:cubicBezTo>
                <a:cubicBezTo>
                  <a:pt x="223648" y="141724"/>
                  <a:pt x="232594" y="149385"/>
                  <a:pt x="241540" y="148747"/>
                </a:cubicBezTo>
                <a:cubicBezTo>
                  <a:pt x="245374" y="148108"/>
                  <a:pt x="248569" y="146193"/>
                  <a:pt x="251764" y="143001"/>
                </a:cubicBezTo>
                <a:cubicBezTo>
                  <a:pt x="253681" y="140448"/>
                  <a:pt x="257515" y="139809"/>
                  <a:pt x="260710" y="141724"/>
                </a:cubicBezTo>
                <a:cubicBezTo>
                  <a:pt x="265821" y="145555"/>
                  <a:pt x="272211" y="149385"/>
                  <a:pt x="274767" y="149385"/>
                </a:cubicBezTo>
                <a:cubicBezTo>
                  <a:pt x="277962" y="149385"/>
                  <a:pt x="281157" y="152577"/>
                  <a:pt x="281157" y="155769"/>
                </a:cubicBezTo>
                <a:cubicBezTo>
                  <a:pt x="279880" y="160238"/>
                  <a:pt x="277323" y="162792"/>
                  <a:pt x="273490" y="162792"/>
                </a:cubicBezTo>
                <a:moveTo>
                  <a:pt x="273490" y="220247"/>
                </a:moveTo>
                <a:cubicBezTo>
                  <a:pt x="268377" y="220247"/>
                  <a:pt x="261987" y="216417"/>
                  <a:pt x="256876" y="213225"/>
                </a:cubicBezTo>
                <a:cubicBezTo>
                  <a:pt x="252403" y="217055"/>
                  <a:pt x="247291" y="218971"/>
                  <a:pt x="242179" y="219609"/>
                </a:cubicBezTo>
                <a:cubicBezTo>
                  <a:pt x="232594" y="220247"/>
                  <a:pt x="223648" y="215779"/>
                  <a:pt x="219175" y="212587"/>
                </a:cubicBezTo>
                <a:cubicBezTo>
                  <a:pt x="205117" y="222163"/>
                  <a:pt x="190420" y="217694"/>
                  <a:pt x="182113" y="212587"/>
                </a:cubicBezTo>
                <a:cubicBezTo>
                  <a:pt x="169333" y="221524"/>
                  <a:pt x="154637" y="217694"/>
                  <a:pt x="145691" y="212587"/>
                </a:cubicBezTo>
                <a:cubicBezTo>
                  <a:pt x="131633" y="223439"/>
                  <a:pt x="115658" y="218332"/>
                  <a:pt x="106073" y="212587"/>
                </a:cubicBezTo>
                <a:cubicBezTo>
                  <a:pt x="99044" y="217694"/>
                  <a:pt x="91376" y="219609"/>
                  <a:pt x="90738" y="219609"/>
                </a:cubicBezTo>
                <a:cubicBezTo>
                  <a:pt x="90098" y="219609"/>
                  <a:pt x="90098" y="219609"/>
                  <a:pt x="89459" y="219609"/>
                </a:cubicBezTo>
                <a:cubicBezTo>
                  <a:pt x="86264" y="219609"/>
                  <a:pt x="83708" y="217694"/>
                  <a:pt x="83069" y="214502"/>
                </a:cubicBezTo>
                <a:cubicBezTo>
                  <a:pt x="82430" y="211310"/>
                  <a:pt x="84348" y="207479"/>
                  <a:pt x="88181" y="206841"/>
                </a:cubicBezTo>
                <a:cubicBezTo>
                  <a:pt x="88181" y="206841"/>
                  <a:pt x="96488" y="204926"/>
                  <a:pt x="100961" y="199819"/>
                </a:cubicBezTo>
                <a:cubicBezTo>
                  <a:pt x="103517" y="197265"/>
                  <a:pt x="107351" y="197265"/>
                  <a:pt x="109907" y="199180"/>
                </a:cubicBezTo>
                <a:cubicBezTo>
                  <a:pt x="111824" y="200457"/>
                  <a:pt x="127799" y="213225"/>
                  <a:pt x="140579" y="199819"/>
                </a:cubicBezTo>
                <a:cubicBezTo>
                  <a:pt x="143135" y="197265"/>
                  <a:pt x="146330" y="197265"/>
                  <a:pt x="148886" y="199180"/>
                </a:cubicBezTo>
                <a:cubicBezTo>
                  <a:pt x="149525" y="199819"/>
                  <a:pt x="165500" y="211948"/>
                  <a:pt x="177641" y="199819"/>
                </a:cubicBezTo>
                <a:cubicBezTo>
                  <a:pt x="180197" y="197265"/>
                  <a:pt x="184031" y="197265"/>
                  <a:pt x="186587" y="199180"/>
                </a:cubicBezTo>
                <a:cubicBezTo>
                  <a:pt x="187864" y="200457"/>
                  <a:pt x="202561" y="211310"/>
                  <a:pt x="215341" y="199180"/>
                </a:cubicBezTo>
                <a:cubicBezTo>
                  <a:pt x="217897" y="197265"/>
                  <a:pt x="221092" y="196627"/>
                  <a:pt x="223648" y="199180"/>
                </a:cubicBezTo>
                <a:cubicBezTo>
                  <a:pt x="223648" y="199180"/>
                  <a:pt x="232594" y="206841"/>
                  <a:pt x="241540" y="206203"/>
                </a:cubicBezTo>
                <a:cubicBezTo>
                  <a:pt x="245374" y="205564"/>
                  <a:pt x="248569" y="203649"/>
                  <a:pt x="251764" y="200457"/>
                </a:cubicBezTo>
                <a:cubicBezTo>
                  <a:pt x="253681" y="197903"/>
                  <a:pt x="257515" y="197265"/>
                  <a:pt x="260710" y="199180"/>
                </a:cubicBezTo>
                <a:cubicBezTo>
                  <a:pt x="265821" y="203011"/>
                  <a:pt x="272211" y="206841"/>
                  <a:pt x="274767" y="206841"/>
                </a:cubicBezTo>
                <a:cubicBezTo>
                  <a:pt x="277962" y="206841"/>
                  <a:pt x="281157" y="210033"/>
                  <a:pt x="281157" y="213225"/>
                </a:cubicBezTo>
                <a:cubicBezTo>
                  <a:pt x="279880" y="217694"/>
                  <a:pt x="277323" y="220247"/>
                  <a:pt x="273490" y="220247"/>
                </a:cubicBezTo>
                <a:moveTo>
                  <a:pt x="273490" y="277703"/>
                </a:moveTo>
                <a:cubicBezTo>
                  <a:pt x="268377" y="277703"/>
                  <a:pt x="261987" y="273873"/>
                  <a:pt x="256876" y="270681"/>
                </a:cubicBezTo>
                <a:cubicBezTo>
                  <a:pt x="252403" y="274511"/>
                  <a:pt x="247291" y="276426"/>
                  <a:pt x="242179" y="277065"/>
                </a:cubicBezTo>
                <a:cubicBezTo>
                  <a:pt x="232594" y="277703"/>
                  <a:pt x="223648" y="273234"/>
                  <a:pt x="219175" y="270042"/>
                </a:cubicBezTo>
                <a:cubicBezTo>
                  <a:pt x="205117" y="279618"/>
                  <a:pt x="190420" y="275150"/>
                  <a:pt x="182113" y="270042"/>
                </a:cubicBezTo>
                <a:cubicBezTo>
                  <a:pt x="169333" y="278980"/>
                  <a:pt x="154637" y="275150"/>
                  <a:pt x="145691" y="270042"/>
                </a:cubicBezTo>
                <a:cubicBezTo>
                  <a:pt x="131633" y="280895"/>
                  <a:pt x="115658" y="275788"/>
                  <a:pt x="106073" y="270042"/>
                </a:cubicBezTo>
                <a:cubicBezTo>
                  <a:pt x="99044" y="275150"/>
                  <a:pt x="91376" y="277065"/>
                  <a:pt x="90738" y="277065"/>
                </a:cubicBezTo>
                <a:cubicBezTo>
                  <a:pt x="90098" y="277065"/>
                  <a:pt x="90098" y="277065"/>
                  <a:pt x="89459" y="277065"/>
                </a:cubicBezTo>
                <a:cubicBezTo>
                  <a:pt x="86264" y="277065"/>
                  <a:pt x="83708" y="275150"/>
                  <a:pt x="83069" y="271958"/>
                </a:cubicBezTo>
                <a:cubicBezTo>
                  <a:pt x="82430" y="268766"/>
                  <a:pt x="84348" y="264935"/>
                  <a:pt x="88181" y="264297"/>
                </a:cubicBezTo>
                <a:cubicBezTo>
                  <a:pt x="88181" y="264297"/>
                  <a:pt x="96488" y="262382"/>
                  <a:pt x="100961" y="257274"/>
                </a:cubicBezTo>
                <a:cubicBezTo>
                  <a:pt x="103517" y="254721"/>
                  <a:pt x="107351" y="254721"/>
                  <a:pt x="109907" y="256636"/>
                </a:cubicBezTo>
                <a:cubicBezTo>
                  <a:pt x="111824" y="257913"/>
                  <a:pt x="127799" y="270681"/>
                  <a:pt x="140579" y="257274"/>
                </a:cubicBezTo>
                <a:cubicBezTo>
                  <a:pt x="143135" y="254721"/>
                  <a:pt x="146330" y="254721"/>
                  <a:pt x="148886" y="256636"/>
                </a:cubicBezTo>
                <a:cubicBezTo>
                  <a:pt x="149525" y="257274"/>
                  <a:pt x="165500" y="269404"/>
                  <a:pt x="177641" y="257274"/>
                </a:cubicBezTo>
                <a:cubicBezTo>
                  <a:pt x="180197" y="254721"/>
                  <a:pt x="184031" y="254721"/>
                  <a:pt x="186587" y="256636"/>
                </a:cubicBezTo>
                <a:cubicBezTo>
                  <a:pt x="187864" y="257913"/>
                  <a:pt x="202561" y="268766"/>
                  <a:pt x="215341" y="256636"/>
                </a:cubicBezTo>
                <a:cubicBezTo>
                  <a:pt x="217897" y="254721"/>
                  <a:pt x="221092" y="254082"/>
                  <a:pt x="223648" y="256636"/>
                </a:cubicBezTo>
                <a:cubicBezTo>
                  <a:pt x="223648" y="256636"/>
                  <a:pt x="232594" y="264297"/>
                  <a:pt x="241540" y="263658"/>
                </a:cubicBezTo>
                <a:cubicBezTo>
                  <a:pt x="245374" y="263020"/>
                  <a:pt x="248569" y="261105"/>
                  <a:pt x="251764" y="257274"/>
                </a:cubicBezTo>
                <a:cubicBezTo>
                  <a:pt x="253681" y="254721"/>
                  <a:pt x="257515" y="254082"/>
                  <a:pt x="260710" y="255998"/>
                </a:cubicBezTo>
                <a:cubicBezTo>
                  <a:pt x="265821" y="259828"/>
                  <a:pt x="272211" y="263658"/>
                  <a:pt x="274767" y="263658"/>
                </a:cubicBezTo>
                <a:cubicBezTo>
                  <a:pt x="277962" y="263658"/>
                  <a:pt x="281157" y="266850"/>
                  <a:pt x="281157" y="270042"/>
                </a:cubicBezTo>
                <a:cubicBezTo>
                  <a:pt x="281157" y="273234"/>
                  <a:pt x="277323" y="277703"/>
                  <a:pt x="273490" y="277703"/>
                </a:cubicBezTo>
                <a:moveTo>
                  <a:pt x="181474" y="0"/>
                </a:moveTo>
                <a:cubicBezTo>
                  <a:pt x="81153" y="0"/>
                  <a:pt x="0" y="81076"/>
                  <a:pt x="0" y="180667"/>
                </a:cubicBezTo>
                <a:cubicBezTo>
                  <a:pt x="0" y="280895"/>
                  <a:pt x="81153" y="361972"/>
                  <a:pt x="180836" y="361972"/>
                </a:cubicBezTo>
                <a:cubicBezTo>
                  <a:pt x="281157" y="361972"/>
                  <a:pt x="362310" y="280895"/>
                  <a:pt x="362310" y="181305"/>
                </a:cubicBezTo>
                <a:cubicBezTo>
                  <a:pt x="362310" y="81076"/>
                  <a:pt x="281157" y="0"/>
                  <a:pt x="181474" y="0"/>
                </a:cubicBezTo>
              </a:path>
            </a:pathLst>
          </a:custGeom>
          <a:solidFill>
            <a:srgbClr val="43B02A"/>
          </a:solidFill>
          <a:ln w="6390" cap="flat">
            <a:noFill/>
            <a:prstDash val="solid"/>
            <a:miter/>
          </a:ln>
        </p:spPr>
        <p:txBody>
          <a:bodyPr rtlCol="0" anchor="ctr"/>
          <a:lstStyle/>
          <a:p>
            <a:endParaRPr lang="en-US"/>
          </a:p>
        </p:txBody>
      </p:sp>
      <p:grpSp>
        <p:nvGrpSpPr>
          <p:cNvPr id="890" name="Graphic 6">
            <a:extLst>
              <a:ext uri="{FF2B5EF4-FFF2-40B4-BE49-F238E27FC236}">
                <a16:creationId xmlns:a16="http://schemas.microsoft.com/office/drawing/2014/main" id="{3DED365C-4C8D-B645-B084-B00FB9E7135E}"/>
              </a:ext>
            </a:extLst>
          </p:cNvPr>
          <p:cNvGrpSpPr/>
          <p:nvPr/>
        </p:nvGrpSpPr>
        <p:grpSpPr>
          <a:xfrm>
            <a:off x="8839839" y="3825444"/>
            <a:ext cx="362312" cy="361971"/>
            <a:chOff x="8839839" y="3825444"/>
            <a:chExt cx="362312" cy="361971"/>
          </a:xfrm>
          <a:solidFill>
            <a:srgbClr val="43B02A"/>
          </a:solidFill>
        </p:grpSpPr>
        <p:sp>
          <p:nvSpPr>
            <p:cNvPr id="891" name="Graphic 6">
              <a:extLst>
                <a:ext uri="{FF2B5EF4-FFF2-40B4-BE49-F238E27FC236}">
                  <a16:creationId xmlns:a16="http://schemas.microsoft.com/office/drawing/2014/main" id="{A1F2F1C6-F416-1C41-9EAD-6B9F47FA0C21}"/>
                </a:ext>
              </a:extLst>
            </p:cNvPr>
            <p:cNvSpPr/>
            <p:nvPr/>
          </p:nvSpPr>
          <p:spPr>
            <a:xfrm>
              <a:off x="8839839" y="3825444"/>
              <a:ext cx="362312" cy="361971"/>
            </a:xfrm>
            <a:custGeom>
              <a:avLst/>
              <a:gdLst>
                <a:gd name="connsiteX0" fmla="*/ 181474 w 362312"/>
                <a:gd name="connsiteY0" fmla="*/ 349204 h 361971"/>
                <a:gd name="connsiteX1" fmla="*/ 13419 w 362312"/>
                <a:gd name="connsiteY1" fmla="*/ 180667 h 361971"/>
                <a:gd name="connsiteX2" fmla="*/ 182113 w 362312"/>
                <a:gd name="connsiteY2" fmla="*/ 12768 h 361971"/>
                <a:gd name="connsiteX3" fmla="*/ 350168 w 362312"/>
                <a:gd name="connsiteY3" fmla="*/ 181305 h 361971"/>
                <a:gd name="connsiteX4" fmla="*/ 181474 w 362312"/>
                <a:gd name="connsiteY4" fmla="*/ 349204 h 361971"/>
                <a:gd name="connsiteX5" fmla="*/ 181474 w 362312"/>
                <a:gd name="connsiteY5" fmla="*/ 0 h 361971"/>
                <a:gd name="connsiteX6" fmla="*/ 0 w 362312"/>
                <a:gd name="connsiteY6" fmla="*/ 180667 h 361971"/>
                <a:gd name="connsiteX7" fmla="*/ 180835 w 362312"/>
                <a:gd name="connsiteY7" fmla="*/ 361972 h 361971"/>
                <a:gd name="connsiteX8" fmla="*/ 362309 w 362312"/>
                <a:gd name="connsiteY8" fmla="*/ 181305 h 361971"/>
                <a:gd name="connsiteX9" fmla="*/ 181474 w 362312"/>
                <a:gd name="connsiteY9"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12" h="361971">
                  <a:moveTo>
                    <a:pt x="181474" y="349204"/>
                  </a:moveTo>
                  <a:cubicBezTo>
                    <a:pt x="88820" y="349204"/>
                    <a:pt x="13419" y="273873"/>
                    <a:pt x="13419" y="180667"/>
                  </a:cubicBezTo>
                  <a:cubicBezTo>
                    <a:pt x="13419" y="88099"/>
                    <a:pt x="88820" y="12768"/>
                    <a:pt x="182113" y="12768"/>
                  </a:cubicBezTo>
                  <a:cubicBezTo>
                    <a:pt x="275406" y="12768"/>
                    <a:pt x="350168" y="88099"/>
                    <a:pt x="350168" y="181305"/>
                  </a:cubicBezTo>
                  <a:cubicBezTo>
                    <a:pt x="349529" y="273873"/>
                    <a:pt x="274128" y="349204"/>
                    <a:pt x="181474" y="349204"/>
                  </a:cubicBezTo>
                  <a:moveTo>
                    <a:pt x="181474" y="0"/>
                  </a:moveTo>
                  <a:cubicBezTo>
                    <a:pt x="81152" y="0"/>
                    <a:pt x="0" y="81077"/>
                    <a:pt x="0" y="180667"/>
                  </a:cubicBezTo>
                  <a:cubicBezTo>
                    <a:pt x="0" y="280895"/>
                    <a:pt x="81152" y="361972"/>
                    <a:pt x="180835" y="361972"/>
                  </a:cubicBezTo>
                  <a:cubicBezTo>
                    <a:pt x="280518" y="361972"/>
                    <a:pt x="362309" y="280895"/>
                    <a:pt x="362309" y="181305"/>
                  </a:cubicBezTo>
                  <a:cubicBezTo>
                    <a:pt x="362948" y="81077"/>
                    <a:pt x="281796" y="0"/>
                    <a:pt x="181474" y="0"/>
                  </a:cubicBezTo>
                </a:path>
              </a:pathLst>
            </a:custGeom>
            <a:solidFill>
              <a:srgbClr val="43B02A"/>
            </a:solidFill>
            <a:ln w="6390" cap="flat">
              <a:noFill/>
              <a:prstDash val="solid"/>
              <a:miter/>
            </a:ln>
          </p:spPr>
          <p:txBody>
            <a:bodyPr rtlCol="0" anchor="ctr"/>
            <a:lstStyle/>
            <a:p>
              <a:endParaRPr lang="en-US"/>
            </a:p>
          </p:txBody>
        </p:sp>
        <p:sp>
          <p:nvSpPr>
            <p:cNvPr id="892" name="Graphic 6">
              <a:extLst>
                <a:ext uri="{FF2B5EF4-FFF2-40B4-BE49-F238E27FC236}">
                  <a16:creationId xmlns:a16="http://schemas.microsoft.com/office/drawing/2014/main" id="{8E651FD5-7FC5-1E49-A382-92CB19281138}"/>
                </a:ext>
              </a:extLst>
            </p:cNvPr>
            <p:cNvSpPr/>
            <p:nvPr/>
          </p:nvSpPr>
          <p:spPr>
            <a:xfrm>
              <a:off x="8913323" y="3930142"/>
              <a:ext cx="215979" cy="114273"/>
            </a:xfrm>
            <a:custGeom>
              <a:avLst/>
              <a:gdLst>
                <a:gd name="connsiteX0" fmla="*/ 107990 w 215979"/>
                <a:gd name="connsiteY0" fmla="*/ 0 h 114273"/>
                <a:gd name="connsiteX1" fmla="*/ 0 w 215979"/>
                <a:gd name="connsiteY1" fmla="*/ 107889 h 114273"/>
                <a:gd name="connsiteX2" fmla="*/ 6390 w 215979"/>
                <a:gd name="connsiteY2" fmla="*/ 114273 h 114273"/>
                <a:gd name="connsiteX3" fmla="*/ 12780 w 215979"/>
                <a:gd name="connsiteY3" fmla="*/ 107889 h 114273"/>
                <a:gd name="connsiteX4" fmla="*/ 107990 w 215979"/>
                <a:gd name="connsiteY4" fmla="*/ 12768 h 114273"/>
                <a:gd name="connsiteX5" fmla="*/ 203200 w 215979"/>
                <a:gd name="connsiteY5" fmla="*/ 107889 h 114273"/>
                <a:gd name="connsiteX6" fmla="*/ 209589 w 215979"/>
                <a:gd name="connsiteY6" fmla="*/ 114273 h 114273"/>
                <a:gd name="connsiteX7" fmla="*/ 215979 w 215979"/>
                <a:gd name="connsiteY7" fmla="*/ 107889 h 114273"/>
                <a:gd name="connsiteX8" fmla="*/ 107990 w 215979"/>
                <a:gd name="connsiteY8" fmla="*/ 0 h 114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979" h="114273">
                  <a:moveTo>
                    <a:pt x="107990" y="0"/>
                  </a:moveTo>
                  <a:cubicBezTo>
                    <a:pt x="48563" y="0"/>
                    <a:pt x="0" y="48518"/>
                    <a:pt x="0" y="107889"/>
                  </a:cubicBezTo>
                  <a:cubicBezTo>
                    <a:pt x="0" y="111720"/>
                    <a:pt x="2556" y="114273"/>
                    <a:pt x="6390" y="114273"/>
                  </a:cubicBezTo>
                  <a:cubicBezTo>
                    <a:pt x="10224" y="114273"/>
                    <a:pt x="12780" y="111720"/>
                    <a:pt x="12780" y="107889"/>
                  </a:cubicBezTo>
                  <a:cubicBezTo>
                    <a:pt x="12780" y="55541"/>
                    <a:pt x="55592" y="12768"/>
                    <a:pt x="107990" y="12768"/>
                  </a:cubicBezTo>
                  <a:cubicBezTo>
                    <a:pt x="160387" y="12768"/>
                    <a:pt x="203200" y="55541"/>
                    <a:pt x="203200" y="107889"/>
                  </a:cubicBezTo>
                  <a:cubicBezTo>
                    <a:pt x="203200" y="111720"/>
                    <a:pt x="205756" y="114273"/>
                    <a:pt x="209589" y="114273"/>
                  </a:cubicBezTo>
                  <a:cubicBezTo>
                    <a:pt x="213424" y="114273"/>
                    <a:pt x="215979" y="111720"/>
                    <a:pt x="215979" y="107889"/>
                  </a:cubicBezTo>
                  <a:cubicBezTo>
                    <a:pt x="215979" y="48518"/>
                    <a:pt x="167416" y="0"/>
                    <a:pt x="107990" y="0"/>
                  </a:cubicBezTo>
                </a:path>
              </a:pathLst>
            </a:custGeom>
            <a:solidFill>
              <a:srgbClr val="43B02A"/>
            </a:solidFill>
            <a:ln w="6390" cap="flat">
              <a:noFill/>
              <a:prstDash val="solid"/>
              <a:miter/>
            </a:ln>
          </p:spPr>
          <p:txBody>
            <a:bodyPr rtlCol="0" anchor="ctr"/>
            <a:lstStyle/>
            <a:p>
              <a:endParaRPr lang="en-US"/>
            </a:p>
          </p:txBody>
        </p:sp>
        <p:sp>
          <p:nvSpPr>
            <p:cNvPr id="893" name="Graphic 6">
              <a:extLst>
                <a:ext uri="{FF2B5EF4-FFF2-40B4-BE49-F238E27FC236}">
                  <a16:creationId xmlns:a16="http://schemas.microsoft.com/office/drawing/2014/main" id="{4F5419AA-49D0-2749-9E53-73CA65D8AFB5}"/>
                </a:ext>
              </a:extLst>
            </p:cNvPr>
            <p:cNvSpPr/>
            <p:nvPr/>
          </p:nvSpPr>
          <p:spPr>
            <a:xfrm>
              <a:off x="8943355" y="3960146"/>
              <a:ext cx="155914" cy="84268"/>
            </a:xfrm>
            <a:custGeom>
              <a:avLst/>
              <a:gdLst>
                <a:gd name="connsiteX0" fmla="*/ 77958 w 155914"/>
                <a:gd name="connsiteY0" fmla="*/ 0 h 84268"/>
                <a:gd name="connsiteX1" fmla="*/ 0 w 155914"/>
                <a:gd name="connsiteY1" fmla="*/ 77885 h 84268"/>
                <a:gd name="connsiteX2" fmla="*/ 6390 w 155914"/>
                <a:gd name="connsiteY2" fmla="*/ 84269 h 84268"/>
                <a:gd name="connsiteX3" fmla="*/ 12780 w 155914"/>
                <a:gd name="connsiteY3" fmla="*/ 77885 h 84268"/>
                <a:gd name="connsiteX4" fmla="*/ 77958 w 155914"/>
                <a:gd name="connsiteY4" fmla="*/ 12768 h 84268"/>
                <a:gd name="connsiteX5" fmla="*/ 143135 w 155914"/>
                <a:gd name="connsiteY5" fmla="*/ 77885 h 84268"/>
                <a:gd name="connsiteX6" fmla="*/ 149525 w 155914"/>
                <a:gd name="connsiteY6" fmla="*/ 84269 h 84268"/>
                <a:gd name="connsiteX7" fmla="*/ 155915 w 155914"/>
                <a:gd name="connsiteY7" fmla="*/ 77885 h 84268"/>
                <a:gd name="connsiteX8" fmla="*/ 77958 w 155914"/>
                <a:gd name="connsiteY8" fmla="*/ 0 h 84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914" h="84268">
                  <a:moveTo>
                    <a:pt x="77958" y="0"/>
                  </a:moveTo>
                  <a:cubicBezTo>
                    <a:pt x="35145" y="0"/>
                    <a:pt x="0" y="35112"/>
                    <a:pt x="0" y="77885"/>
                  </a:cubicBezTo>
                  <a:cubicBezTo>
                    <a:pt x="0" y="81715"/>
                    <a:pt x="2556" y="84269"/>
                    <a:pt x="6390" y="84269"/>
                  </a:cubicBezTo>
                  <a:cubicBezTo>
                    <a:pt x="10224" y="84269"/>
                    <a:pt x="12780" y="81715"/>
                    <a:pt x="12780" y="77885"/>
                  </a:cubicBezTo>
                  <a:cubicBezTo>
                    <a:pt x="12780" y="42134"/>
                    <a:pt x="42173" y="12768"/>
                    <a:pt x="77958" y="12768"/>
                  </a:cubicBezTo>
                  <a:cubicBezTo>
                    <a:pt x="113741" y="12768"/>
                    <a:pt x="143135" y="42134"/>
                    <a:pt x="143135" y="77885"/>
                  </a:cubicBezTo>
                  <a:cubicBezTo>
                    <a:pt x="143135" y="81715"/>
                    <a:pt x="145691" y="84269"/>
                    <a:pt x="149525" y="84269"/>
                  </a:cubicBezTo>
                  <a:cubicBezTo>
                    <a:pt x="153358" y="84269"/>
                    <a:pt x="155915" y="81715"/>
                    <a:pt x="155915" y="77885"/>
                  </a:cubicBezTo>
                  <a:cubicBezTo>
                    <a:pt x="155915" y="35112"/>
                    <a:pt x="120770" y="0"/>
                    <a:pt x="77958" y="0"/>
                  </a:cubicBezTo>
                </a:path>
              </a:pathLst>
            </a:custGeom>
            <a:solidFill>
              <a:srgbClr val="43B02A"/>
            </a:solidFill>
            <a:ln w="6390" cap="flat">
              <a:noFill/>
              <a:prstDash val="solid"/>
              <a:miter/>
            </a:ln>
          </p:spPr>
          <p:txBody>
            <a:bodyPr rtlCol="0" anchor="ctr"/>
            <a:lstStyle/>
            <a:p>
              <a:endParaRPr lang="en-US"/>
            </a:p>
          </p:txBody>
        </p:sp>
        <p:sp>
          <p:nvSpPr>
            <p:cNvPr id="894" name="Graphic 6">
              <a:extLst>
                <a:ext uri="{FF2B5EF4-FFF2-40B4-BE49-F238E27FC236}">
                  <a16:creationId xmlns:a16="http://schemas.microsoft.com/office/drawing/2014/main" id="{8CEEB40E-40B2-C040-9B4F-9B23FFEB86A8}"/>
                </a:ext>
              </a:extLst>
            </p:cNvPr>
            <p:cNvSpPr/>
            <p:nvPr/>
          </p:nvSpPr>
          <p:spPr>
            <a:xfrm>
              <a:off x="8972110" y="3988874"/>
              <a:ext cx="98405" cy="55540"/>
            </a:xfrm>
            <a:custGeom>
              <a:avLst/>
              <a:gdLst>
                <a:gd name="connsiteX0" fmla="*/ 49203 w 98405"/>
                <a:gd name="connsiteY0" fmla="*/ 0 h 55540"/>
                <a:gd name="connsiteX1" fmla="*/ 0 w 98405"/>
                <a:gd name="connsiteY1" fmla="*/ 49157 h 55540"/>
                <a:gd name="connsiteX2" fmla="*/ 6390 w 98405"/>
                <a:gd name="connsiteY2" fmla="*/ 55541 h 55540"/>
                <a:gd name="connsiteX3" fmla="*/ 12780 w 98405"/>
                <a:gd name="connsiteY3" fmla="*/ 49157 h 55540"/>
                <a:gd name="connsiteX4" fmla="*/ 49203 w 98405"/>
                <a:gd name="connsiteY4" fmla="*/ 12768 h 55540"/>
                <a:gd name="connsiteX5" fmla="*/ 85625 w 98405"/>
                <a:gd name="connsiteY5" fmla="*/ 49157 h 55540"/>
                <a:gd name="connsiteX6" fmla="*/ 92015 w 98405"/>
                <a:gd name="connsiteY6" fmla="*/ 55541 h 55540"/>
                <a:gd name="connsiteX7" fmla="*/ 98405 w 98405"/>
                <a:gd name="connsiteY7" fmla="*/ 49157 h 55540"/>
                <a:gd name="connsiteX8" fmla="*/ 49203 w 98405"/>
                <a:gd name="connsiteY8" fmla="*/ 0 h 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405" h="55540">
                  <a:moveTo>
                    <a:pt x="49203" y="0"/>
                  </a:moveTo>
                  <a:cubicBezTo>
                    <a:pt x="21726" y="0"/>
                    <a:pt x="0" y="22344"/>
                    <a:pt x="0" y="49157"/>
                  </a:cubicBezTo>
                  <a:cubicBezTo>
                    <a:pt x="0" y="52987"/>
                    <a:pt x="2556" y="55541"/>
                    <a:pt x="6390" y="55541"/>
                  </a:cubicBezTo>
                  <a:cubicBezTo>
                    <a:pt x="10224" y="55541"/>
                    <a:pt x="12780" y="52987"/>
                    <a:pt x="12780" y="49157"/>
                  </a:cubicBezTo>
                  <a:cubicBezTo>
                    <a:pt x="12780" y="28728"/>
                    <a:pt x="29394" y="12768"/>
                    <a:pt x="49203" y="12768"/>
                  </a:cubicBezTo>
                  <a:cubicBezTo>
                    <a:pt x="69650" y="12768"/>
                    <a:pt x="85625" y="29366"/>
                    <a:pt x="85625" y="49157"/>
                  </a:cubicBezTo>
                  <a:cubicBezTo>
                    <a:pt x="85625" y="52987"/>
                    <a:pt x="88181" y="55541"/>
                    <a:pt x="92015" y="55541"/>
                  </a:cubicBezTo>
                  <a:cubicBezTo>
                    <a:pt x="95849" y="55541"/>
                    <a:pt x="98405" y="52987"/>
                    <a:pt x="98405" y="49157"/>
                  </a:cubicBezTo>
                  <a:cubicBezTo>
                    <a:pt x="98405" y="22344"/>
                    <a:pt x="76040" y="0"/>
                    <a:pt x="49203" y="0"/>
                  </a:cubicBezTo>
                </a:path>
              </a:pathLst>
            </a:custGeom>
            <a:solidFill>
              <a:srgbClr val="43B02A"/>
            </a:solidFill>
            <a:ln w="6390" cap="flat">
              <a:noFill/>
              <a:prstDash val="solid"/>
              <a:miter/>
            </a:ln>
          </p:spPr>
          <p:txBody>
            <a:bodyPr rtlCol="0" anchor="ctr"/>
            <a:lstStyle/>
            <a:p>
              <a:endParaRPr lang="en-US"/>
            </a:p>
          </p:txBody>
        </p:sp>
      </p:grpSp>
      <p:sp>
        <p:nvSpPr>
          <p:cNvPr id="895" name="Graphic 6">
            <a:extLst>
              <a:ext uri="{FF2B5EF4-FFF2-40B4-BE49-F238E27FC236}">
                <a16:creationId xmlns:a16="http://schemas.microsoft.com/office/drawing/2014/main" id="{686B17BF-D222-EF4F-A580-1B6E6EAB4DB4}"/>
              </a:ext>
            </a:extLst>
          </p:cNvPr>
          <p:cNvSpPr/>
          <p:nvPr/>
        </p:nvSpPr>
        <p:spPr>
          <a:xfrm>
            <a:off x="9278188" y="3826083"/>
            <a:ext cx="362309" cy="361971"/>
          </a:xfrm>
          <a:custGeom>
            <a:avLst/>
            <a:gdLst>
              <a:gd name="connsiteX0" fmla="*/ 283075 w 362309"/>
              <a:gd name="connsiteY0" fmla="*/ 218971 h 361971"/>
              <a:gd name="connsiteX1" fmla="*/ 276685 w 362309"/>
              <a:gd name="connsiteY1" fmla="*/ 212587 h 361971"/>
              <a:gd name="connsiteX2" fmla="*/ 181474 w 362309"/>
              <a:gd name="connsiteY2" fmla="*/ 117465 h 361971"/>
              <a:gd name="connsiteX3" fmla="*/ 86264 w 362309"/>
              <a:gd name="connsiteY3" fmla="*/ 212587 h 361971"/>
              <a:gd name="connsiteX4" fmla="*/ 79874 w 362309"/>
              <a:gd name="connsiteY4" fmla="*/ 218971 h 361971"/>
              <a:gd name="connsiteX5" fmla="*/ 73484 w 362309"/>
              <a:gd name="connsiteY5" fmla="*/ 212587 h 361971"/>
              <a:gd name="connsiteX6" fmla="*/ 181474 w 362309"/>
              <a:gd name="connsiteY6" fmla="*/ 104697 h 361971"/>
              <a:gd name="connsiteX7" fmla="*/ 289464 w 362309"/>
              <a:gd name="connsiteY7" fmla="*/ 212587 h 361971"/>
              <a:gd name="connsiteX8" fmla="*/ 283075 w 362309"/>
              <a:gd name="connsiteY8" fmla="*/ 218971 h 361971"/>
              <a:gd name="connsiteX9" fmla="*/ 252403 w 362309"/>
              <a:gd name="connsiteY9" fmla="*/ 218971 h 361971"/>
              <a:gd name="connsiteX10" fmla="*/ 246013 w 362309"/>
              <a:gd name="connsiteY10" fmla="*/ 212587 h 361971"/>
              <a:gd name="connsiteX11" fmla="*/ 180836 w 362309"/>
              <a:gd name="connsiteY11" fmla="*/ 147470 h 361971"/>
              <a:gd name="connsiteX12" fmla="*/ 115658 w 362309"/>
              <a:gd name="connsiteY12" fmla="*/ 212587 h 361971"/>
              <a:gd name="connsiteX13" fmla="*/ 109268 w 362309"/>
              <a:gd name="connsiteY13" fmla="*/ 218971 h 361971"/>
              <a:gd name="connsiteX14" fmla="*/ 102878 w 362309"/>
              <a:gd name="connsiteY14" fmla="*/ 212587 h 361971"/>
              <a:gd name="connsiteX15" fmla="*/ 180836 w 362309"/>
              <a:gd name="connsiteY15" fmla="*/ 134702 h 361971"/>
              <a:gd name="connsiteX16" fmla="*/ 258792 w 362309"/>
              <a:gd name="connsiteY16" fmla="*/ 212587 h 361971"/>
              <a:gd name="connsiteX17" fmla="*/ 252403 w 362309"/>
              <a:gd name="connsiteY17" fmla="*/ 218971 h 361971"/>
              <a:gd name="connsiteX18" fmla="*/ 223648 w 362309"/>
              <a:gd name="connsiteY18" fmla="*/ 218971 h 361971"/>
              <a:gd name="connsiteX19" fmla="*/ 217258 w 362309"/>
              <a:gd name="connsiteY19" fmla="*/ 212587 h 361971"/>
              <a:gd name="connsiteX20" fmla="*/ 180836 w 362309"/>
              <a:gd name="connsiteY20" fmla="*/ 176198 h 361971"/>
              <a:gd name="connsiteX21" fmla="*/ 144412 w 362309"/>
              <a:gd name="connsiteY21" fmla="*/ 212587 h 361971"/>
              <a:gd name="connsiteX22" fmla="*/ 138022 w 362309"/>
              <a:gd name="connsiteY22" fmla="*/ 218971 h 361971"/>
              <a:gd name="connsiteX23" fmla="*/ 131633 w 362309"/>
              <a:gd name="connsiteY23" fmla="*/ 212587 h 361971"/>
              <a:gd name="connsiteX24" fmla="*/ 180836 w 362309"/>
              <a:gd name="connsiteY24" fmla="*/ 163430 h 361971"/>
              <a:gd name="connsiteX25" fmla="*/ 230038 w 362309"/>
              <a:gd name="connsiteY25" fmla="*/ 212587 h 361971"/>
              <a:gd name="connsiteX26" fmla="*/ 223648 w 362309"/>
              <a:gd name="connsiteY26" fmla="*/ 218971 h 361971"/>
              <a:gd name="connsiteX27" fmla="*/ 181474 w 362309"/>
              <a:gd name="connsiteY27" fmla="*/ 0 h 361971"/>
              <a:gd name="connsiteX28" fmla="*/ 0 w 362309"/>
              <a:gd name="connsiteY28" fmla="*/ 180667 h 361971"/>
              <a:gd name="connsiteX29" fmla="*/ 180836 w 362309"/>
              <a:gd name="connsiteY29" fmla="*/ 361972 h 361971"/>
              <a:gd name="connsiteX30" fmla="*/ 362309 w 362309"/>
              <a:gd name="connsiteY30" fmla="*/ 181305 h 361971"/>
              <a:gd name="connsiteX31" fmla="*/ 181474 w 362309"/>
              <a:gd name="connsiteY31"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2309" h="361971">
                <a:moveTo>
                  <a:pt x="283075" y="218971"/>
                </a:moveTo>
                <a:cubicBezTo>
                  <a:pt x="279240" y="218971"/>
                  <a:pt x="276685" y="216417"/>
                  <a:pt x="276685" y="212587"/>
                </a:cubicBezTo>
                <a:cubicBezTo>
                  <a:pt x="276685" y="160238"/>
                  <a:pt x="233872" y="117465"/>
                  <a:pt x="181474" y="117465"/>
                </a:cubicBezTo>
                <a:cubicBezTo>
                  <a:pt x="129076" y="117465"/>
                  <a:pt x="86264" y="160238"/>
                  <a:pt x="86264" y="212587"/>
                </a:cubicBezTo>
                <a:cubicBezTo>
                  <a:pt x="86264" y="216417"/>
                  <a:pt x="83708" y="218971"/>
                  <a:pt x="79874" y="218971"/>
                </a:cubicBezTo>
                <a:cubicBezTo>
                  <a:pt x="76040" y="218971"/>
                  <a:pt x="73484" y="216417"/>
                  <a:pt x="73484" y="212587"/>
                </a:cubicBezTo>
                <a:cubicBezTo>
                  <a:pt x="73484" y="153216"/>
                  <a:pt x="122048" y="104697"/>
                  <a:pt x="181474" y="104697"/>
                </a:cubicBezTo>
                <a:cubicBezTo>
                  <a:pt x="240900" y="104697"/>
                  <a:pt x="289464" y="153216"/>
                  <a:pt x="289464" y="212587"/>
                </a:cubicBezTo>
                <a:cubicBezTo>
                  <a:pt x="289464" y="216417"/>
                  <a:pt x="286270" y="218971"/>
                  <a:pt x="283075" y="218971"/>
                </a:cubicBezTo>
                <a:moveTo>
                  <a:pt x="252403" y="218971"/>
                </a:moveTo>
                <a:cubicBezTo>
                  <a:pt x="248569" y="218971"/>
                  <a:pt x="246013" y="216417"/>
                  <a:pt x="246013" y="212587"/>
                </a:cubicBezTo>
                <a:cubicBezTo>
                  <a:pt x="246013" y="176836"/>
                  <a:pt x="216619" y="147470"/>
                  <a:pt x="180836" y="147470"/>
                </a:cubicBezTo>
                <a:cubicBezTo>
                  <a:pt x="145051" y="147470"/>
                  <a:pt x="115658" y="176836"/>
                  <a:pt x="115658" y="212587"/>
                </a:cubicBezTo>
                <a:cubicBezTo>
                  <a:pt x="115658" y="216417"/>
                  <a:pt x="113102" y="218971"/>
                  <a:pt x="109268" y="218971"/>
                </a:cubicBezTo>
                <a:cubicBezTo>
                  <a:pt x="105434" y="218971"/>
                  <a:pt x="102878" y="216417"/>
                  <a:pt x="102878" y="212587"/>
                </a:cubicBezTo>
                <a:cubicBezTo>
                  <a:pt x="102878" y="169814"/>
                  <a:pt x="138022" y="134702"/>
                  <a:pt x="180836" y="134702"/>
                </a:cubicBezTo>
                <a:cubicBezTo>
                  <a:pt x="223648" y="134702"/>
                  <a:pt x="258792" y="169814"/>
                  <a:pt x="258792" y="212587"/>
                </a:cubicBezTo>
                <a:cubicBezTo>
                  <a:pt x="258792" y="215779"/>
                  <a:pt x="256236" y="218971"/>
                  <a:pt x="252403" y="218971"/>
                </a:cubicBezTo>
                <a:moveTo>
                  <a:pt x="223648" y="218971"/>
                </a:moveTo>
                <a:cubicBezTo>
                  <a:pt x="219814" y="218971"/>
                  <a:pt x="217258" y="216417"/>
                  <a:pt x="217258" y="212587"/>
                </a:cubicBezTo>
                <a:cubicBezTo>
                  <a:pt x="217258" y="192158"/>
                  <a:pt x="200644" y="176198"/>
                  <a:pt x="180836" y="176198"/>
                </a:cubicBezTo>
                <a:cubicBezTo>
                  <a:pt x="160387" y="176198"/>
                  <a:pt x="144412" y="192796"/>
                  <a:pt x="144412" y="212587"/>
                </a:cubicBezTo>
                <a:cubicBezTo>
                  <a:pt x="144412" y="216417"/>
                  <a:pt x="141856" y="218971"/>
                  <a:pt x="138022" y="218971"/>
                </a:cubicBezTo>
                <a:cubicBezTo>
                  <a:pt x="134189" y="218971"/>
                  <a:pt x="131633" y="216417"/>
                  <a:pt x="131633" y="212587"/>
                </a:cubicBezTo>
                <a:cubicBezTo>
                  <a:pt x="131633" y="185135"/>
                  <a:pt x="153997" y="163430"/>
                  <a:pt x="180836" y="163430"/>
                </a:cubicBezTo>
                <a:cubicBezTo>
                  <a:pt x="208312" y="163430"/>
                  <a:pt x="230038" y="185774"/>
                  <a:pt x="230038" y="212587"/>
                </a:cubicBezTo>
                <a:cubicBezTo>
                  <a:pt x="230038" y="215779"/>
                  <a:pt x="227482" y="218971"/>
                  <a:pt x="223648" y="218971"/>
                </a:cubicBezTo>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81077"/>
                  <a:pt x="281157" y="0"/>
                  <a:pt x="181474" y="0"/>
                </a:cubicBezTo>
              </a:path>
            </a:pathLst>
          </a:custGeom>
          <a:solidFill>
            <a:srgbClr val="43B02A"/>
          </a:solidFill>
          <a:ln w="6390" cap="flat">
            <a:noFill/>
            <a:prstDash val="solid"/>
            <a:miter/>
          </a:ln>
        </p:spPr>
        <p:txBody>
          <a:bodyPr rtlCol="0" anchor="ctr"/>
          <a:lstStyle/>
          <a:p>
            <a:endParaRPr lang="en-US"/>
          </a:p>
        </p:txBody>
      </p:sp>
    </p:spTree>
    <p:extLst>
      <p:ext uri="{BB962C8B-B14F-4D97-AF65-F5344CB8AC3E}">
        <p14:creationId xmlns:p14="http://schemas.microsoft.com/office/powerpoint/2010/main" val="1664916659"/>
      </p:ext>
    </p:extLst>
  </p:cSld>
  <p:clrMapOvr>
    <a:masterClrMapping/>
  </p:clrMapOvr>
  <p:transition>
    <p:fade/>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0AB181-1E9F-2244-B53A-BC8E2F101DA6}"/>
              </a:ext>
            </a:extLst>
          </p:cNvPr>
          <p:cNvSpPr>
            <a:spLocks noGrp="1"/>
          </p:cNvSpPr>
          <p:nvPr>
            <p:ph type="title"/>
          </p:nvPr>
        </p:nvSpPr>
        <p:spPr/>
        <p:txBody>
          <a:bodyPr/>
          <a:lstStyle/>
          <a:p>
            <a:r>
              <a:rPr lang="en-US" dirty="0"/>
              <a:t>NATURE &amp; ENVIRONMENT</a:t>
            </a:r>
          </a:p>
        </p:txBody>
      </p:sp>
      <p:sp>
        <p:nvSpPr>
          <p:cNvPr id="4" name="Content Placeholder 3">
            <a:extLst>
              <a:ext uri="{FF2B5EF4-FFF2-40B4-BE49-F238E27FC236}">
                <a16:creationId xmlns:a16="http://schemas.microsoft.com/office/drawing/2014/main" id="{DB57E314-8EE4-694B-B268-A9071E1D395E}"/>
              </a:ext>
            </a:extLst>
          </p:cNvPr>
          <p:cNvSpPr>
            <a:spLocks noGrp="1"/>
          </p:cNvSpPr>
          <p:nvPr>
            <p:ph idx="10"/>
          </p:nvPr>
        </p:nvSpPr>
        <p:spPr>
          <a:xfrm>
            <a:off x="463298" y="5473209"/>
            <a:ext cx="1924796" cy="1114021"/>
          </a:xfrm>
        </p:spPr>
        <p:txBody>
          <a:bodyPr/>
          <a:lstStyle/>
          <a:p>
            <a:r>
              <a:rPr lang="en-US" dirty="0"/>
              <a:t>Space</a:t>
            </a:r>
          </a:p>
          <a:p>
            <a:r>
              <a:rPr lang="en-US" sz="900" dirty="0"/>
              <a:t>Keywords:</a:t>
            </a:r>
            <a:br>
              <a:rPr lang="en-US" sz="900" dirty="0"/>
            </a:br>
            <a:r>
              <a:rPr lang="en-US" sz="850" b="0" dirty="0"/>
              <a:t>Celestial Body, Space Travel, Day &amp; Night, Saturn, Moon, Sun, Eclipse, Star, Rocket</a:t>
            </a:r>
          </a:p>
        </p:txBody>
      </p:sp>
      <p:sp>
        <p:nvSpPr>
          <p:cNvPr id="9" name="Content Placeholder 3">
            <a:extLst>
              <a:ext uri="{FF2B5EF4-FFF2-40B4-BE49-F238E27FC236}">
                <a16:creationId xmlns:a16="http://schemas.microsoft.com/office/drawing/2014/main" id="{55E798CF-E773-9D48-A06F-584A2DB95AC8}"/>
              </a:ext>
            </a:extLst>
          </p:cNvPr>
          <p:cNvSpPr txBox="1">
            <a:spLocks/>
          </p:cNvSpPr>
          <p:nvPr/>
        </p:nvSpPr>
        <p:spPr>
          <a:xfrm>
            <a:off x="7821227" y="5473209"/>
            <a:ext cx="3089429"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Organic Waste / Garbage</a:t>
            </a:r>
          </a:p>
          <a:p>
            <a:pPr>
              <a:spcAft>
                <a:spcPts val="0"/>
              </a:spcAft>
            </a:pPr>
            <a:r>
              <a:rPr lang="en-US" sz="900" dirty="0"/>
              <a:t>Keywords:</a:t>
            </a:r>
            <a:endParaRPr lang="en-US" sz="850" b="0" dirty="0"/>
          </a:p>
          <a:p>
            <a:r>
              <a:rPr lang="en-US" sz="850" b="0" dirty="0"/>
              <a:t>Dust bin, Wastepaper bin, Fragile, Litter, Aluminum cans, Recycle bin, Pear - bitten, Apple core, Trash can, Broken wine glass, Garbage bin, Littering, Reusable bag, Crushed can, Recycling, Trash can</a:t>
            </a:r>
          </a:p>
        </p:txBody>
      </p:sp>
      <p:sp>
        <p:nvSpPr>
          <p:cNvPr id="10" name="Content Placeholder 3">
            <a:extLst>
              <a:ext uri="{FF2B5EF4-FFF2-40B4-BE49-F238E27FC236}">
                <a16:creationId xmlns:a16="http://schemas.microsoft.com/office/drawing/2014/main" id="{F6F1EA66-4F59-DE4A-ABF1-B392433220F7}"/>
              </a:ext>
            </a:extLst>
          </p:cNvPr>
          <p:cNvSpPr txBox="1">
            <a:spLocks/>
          </p:cNvSpPr>
          <p:nvPr/>
        </p:nvSpPr>
        <p:spPr>
          <a:xfrm>
            <a:off x="3648723" y="5473209"/>
            <a:ext cx="3542190"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Climate Change &amp; Sustainability</a:t>
            </a:r>
          </a:p>
          <a:p>
            <a:r>
              <a:rPr lang="en-US" sz="900" dirty="0"/>
              <a:t>Keywords:</a:t>
            </a:r>
            <a:br>
              <a:rPr lang="en-US" sz="900" dirty="0"/>
            </a:br>
            <a:r>
              <a:rPr lang="en-US" sz="850" b="0" dirty="0"/>
              <a:t>Carbon footprint, Environment friendly, Carbon di oxide, CO2, Tip of the Iceberg, Save Earth, Environment Care, Global Care, Carbon Neutral, Carbon emissions, Eco-friendly, Iceberg, Recycled water, Conservation, Fire, Earth day, Solar Energy, Wind Energy, Lightning Bolt, Sparks, Green House, Solar Power, High Voltage, Electricity, Turbine, Wind Turbine, Solar Panel, Clean Energy</a:t>
            </a:r>
          </a:p>
        </p:txBody>
      </p:sp>
      <p:grpSp>
        <p:nvGrpSpPr>
          <p:cNvPr id="6" name="Graphic 4">
            <a:extLst>
              <a:ext uri="{FF2B5EF4-FFF2-40B4-BE49-F238E27FC236}">
                <a16:creationId xmlns:a16="http://schemas.microsoft.com/office/drawing/2014/main" id="{29DFFCFC-2D8C-9C4B-B8D6-2206C2B75B35}"/>
              </a:ext>
            </a:extLst>
          </p:cNvPr>
          <p:cNvGrpSpPr/>
          <p:nvPr/>
        </p:nvGrpSpPr>
        <p:grpSpPr>
          <a:xfrm>
            <a:off x="467743" y="2855717"/>
            <a:ext cx="361670" cy="362610"/>
            <a:chOff x="467743" y="2855717"/>
            <a:chExt cx="361670" cy="362610"/>
          </a:xfrm>
          <a:solidFill>
            <a:srgbClr val="00ABAB"/>
          </a:solidFill>
        </p:grpSpPr>
        <p:sp>
          <p:nvSpPr>
            <p:cNvPr id="7" name="Graphic 4">
              <a:extLst>
                <a:ext uri="{FF2B5EF4-FFF2-40B4-BE49-F238E27FC236}">
                  <a16:creationId xmlns:a16="http://schemas.microsoft.com/office/drawing/2014/main" id="{FD9D8907-999B-BD4D-AE2F-AEE0A2CDEE74}"/>
                </a:ext>
              </a:extLst>
            </p:cNvPr>
            <p:cNvSpPr/>
            <p:nvPr/>
          </p:nvSpPr>
          <p:spPr>
            <a:xfrm>
              <a:off x="467743" y="2855717"/>
              <a:ext cx="361670" cy="362610"/>
            </a:xfrm>
            <a:custGeom>
              <a:avLst/>
              <a:gdLst>
                <a:gd name="connsiteX0" fmla="*/ 180835 w 361670"/>
                <a:gd name="connsiteY0" fmla="*/ 0 h 362610"/>
                <a:gd name="connsiteX1" fmla="*/ 0 w 361670"/>
                <a:gd name="connsiteY1" fmla="*/ 181305 h 362610"/>
                <a:gd name="connsiteX2" fmla="*/ 180835 w 361670"/>
                <a:gd name="connsiteY2" fmla="*/ 362610 h 362610"/>
                <a:gd name="connsiteX3" fmla="*/ 361670 w 361670"/>
                <a:gd name="connsiteY3" fmla="*/ 181305 h 362610"/>
                <a:gd name="connsiteX4" fmla="*/ 361670 w 361670"/>
                <a:gd name="connsiteY4" fmla="*/ 181305 h 362610"/>
                <a:gd name="connsiteX5" fmla="*/ 180835 w 361670"/>
                <a:gd name="connsiteY5" fmla="*/ 0 h 362610"/>
                <a:gd name="connsiteX6" fmla="*/ 180835 w 361670"/>
                <a:gd name="connsiteY6" fmla="*/ 0 h 362610"/>
                <a:gd name="connsiteX7" fmla="*/ 180835 w 361670"/>
                <a:gd name="connsiteY7" fmla="*/ 349204 h 362610"/>
                <a:gd name="connsiteX8" fmla="*/ 12780 w 361670"/>
                <a:gd name="connsiteY8" fmla="*/ 180667 h 362610"/>
                <a:gd name="connsiteX9" fmla="*/ 180835 w 361670"/>
                <a:gd name="connsiteY9" fmla="*/ 12130 h 362610"/>
                <a:gd name="connsiteX10" fmla="*/ 348891 w 361670"/>
                <a:gd name="connsiteY10" fmla="*/ 180667 h 362610"/>
                <a:gd name="connsiteX11" fmla="*/ 180835 w 361670"/>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2610">
                  <a:moveTo>
                    <a:pt x="180835" y="0"/>
                  </a:moveTo>
                  <a:cubicBezTo>
                    <a:pt x="80513" y="0"/>
                    <a:pt x="0" y="81076"/>
                    <a:pt x="0" y="181305"/>
                  </a:cubicBezTo>
                  <a:cubicBezTo>
                    <a:pt x="0" y="281533"/>
                    <a:pt x="81152" y="362610"/>
                    <a:pt x="180835" y="362610"/>
                  </a:cubicBezTo>
                  <a:cubicBezTo>
                    <a:pt x="280518" y="362610"/>
                    <a:pt x="361670" y="281533"/>
                    <a:pt x="361670" y="181305"/>
                  </a:cubicBezTo>
                  <a:cubicBezTo>
                    <a:pt x="361670" y="181305"/>
                    <a:pt x="361670" y="181305"/>
                    <a:pt x="361670" y="181305"/>
                  </a:cubicBezTo>
                  <a:cubicBezTo>
                    <a:pt x="361670" y="80438"/>
                    <a:pt x="281157" y="0"/>
                    <a:pt x="180835" y="0"/>
                  </a:cubicBezTo>
                  <a:cubicBezTo>
                    <a:pt x="180835" y="0"/>
                    <a:pt x="180835" y="0"/>
                    <a:pt x="180835" y="0"/>
                  </a:cubicBezTo>
                  <a:close/>
                  <a:moveTo>
                    <a:pt x="180835" y="349204"/>
                  </a:moveTo>
                  <a:cubicBezTo>
                    <a:pt x="87542" y="349204"/>
                    <a:pt x="12780" y="273873"/>
                    <a:pt x="12780" y="180667"/>
                  </a:cubicBezTo>
                  <a:cubicBezTo>
                    <a:pt x="12780" y="87460"/>
                    <a:pt x="88181" y="12130"/>
                    <a:pt x="180835" y="12130"/>
                  </a:cubicBezTo>
                  <a:cubicBezTo>
                    <a:pt x="273489" y="12130"/>
                    <a:pt x="348891" y="87460"/>
                    <a:pt x="348891" y="180667"/>
                  </a:cubicBezTo>
                  <a:cubicBezTo>
                    <a:pt x="348891" y="273234"/>
                    <a:pt x="273489" y="348565"/>
                    <a:pt x="180835" y="349204"/>
                  </a:cubicBezTo>
                  <a:close/>
                </a:path>
              </a:pathLst>
            </a:custGeom>
            <a:solidFill>
              <a:srgbClr val="00ABAB"/>
            </a:solidFill>
            <a:ln w="6390" cap="flat">
              <a:noFill/>
              <a:prstDash val="solid"/>
              <a:miter/>
            </a:ln>
          </p:spPr>
          <p:txBody>
            <a:bodyPr rtlCol="0" anchor="ctr"/>
            <a:lstStyle/>
            <a:p>
              <a:endParaRPr lang="en-US"/>
            </a:p>
          </p:txBody>
        </p:sp>
        <p:sp>
          <p:nvSpPr>
            <p:cNvPr id="8" name="Graphic 4">
              <a:extLst>
                <a:ext uri="{FF2B5EF4-FFF2-40B4-BE49-F238E27FC236}">
                  <a16:creationId xmlns:a16="http://schemas.microsoft.com/office/drawing/2014/main" id="{5FA78FF2-536E-A746-8AAC-92560F371006}"/>
                </a:ext>
              </a:extLst>
            </p:cNvPr>
            <p:cNvSpPr/>
            <p:nvPr/>
          </p:nvSpPr>
          <p:spPr>
            <a:xfrm>
              <a:off x="537143" y="2928644"/>
              <a:ext cx="224537" cy="215629"/>
            </a:xfrm>
            <a:custGeom>
              <a:avLst/>
              <a:gdLst>
                <a:gd name="connsiteX0" fmla="*/ 217509 w 224537"/>
                <a:gd name="connsiteY0" fmla="*/ 75182 h 215629"/>
                <a:gd name="connsiteX1" fmla="*/ 145941 w 224537"/>
                <a:gd name="connsiteY1" fmla="*/ 68159 h 215629"/>
                <a:gd name="connsiteX2" fmla="*/ 117187 w 224537"/>
                <a:gd name="connsiteY2" fmla="*/ 3681 h 215629"/>
                <a:gd name="connsiteX3" fmla="*/ 108880 w 224537"/>
                <a:gd name="connsiteY3" fmla="*/ 489 h 215629"/>
                <a:gd name="connsiteX4" fmla="*/ 105685 w 224537"/>
                <a:gd name="connsiteY4" fmla="*/ 3681 h 215629"/>
                <a:gd name="connsiteX5" fmla="*/ 76930 w 224537"/>
                <a:gd name="connsiteY5" fmla="*/ 68159 h 215629"/>
                <a:gd name="connsiteX6" fmla="*/ 5363 w 224537"/>
                <a:gd name="connsiteY6" fmla="*/ 75182 h 215629"/>
                <a:gd name="connsiteX7" fmla="*/ 251 w 224537"/>
                <a:gd name="connsiteY7" fmla="*/ 79651 h 215629"/>
                <a:gd name="connsiteX8" fmla="*/ 1529 w 224537"/>
                <a:gd name="connsiteY8" fmla="*/ 86035 h 215629"/>
                <a:gd name="connsiteX9" fmla="*/ 52009 w 224537"/>
                <a:gd name="connsiteY9" fmla="*/ 136468 h 215629"/>
                <a:gd name="connsiteX10" fmla="*/ 37951 w 224537"/>
                <a:gd name="connsiteY10" fmla="*/ 207969 h 215629"/>
                <a:gd name="connsiteX11" fmla="*/ 43063 w 224537"/>
                <a:gd name="connsiteY11" fmla="*/ 215629 h 215629"/>
                <a:gd name="connsiteX12" fmla="*/ 47536 w 224537"/>
                <a:gd name="connsiteY12" fmla="*/ 214991 h 215629"/>
                <a:gd name="connsiteX13" fmla="*/ 112075 w 224537"/>
                <a:gd name="connsiteY13" fmla="*/ 179241 h 215629"/>
                <a:gd name="connsiteX14" fmla="*/ 176613 w 224537"/>
                <a:gd name="connsiteY14" fmla="*/ 214991 h 215629"/>
                <a:gd name="connsiteX15" fmla="*/ 179808 w 224537"/>
                <a:gd name="connsiteY15" fmla="*/ 215629 h 215629"/>
                <a:gd name="connsiteX16" fmla="*/ 183642 w 224537"/>
                <a:gd name="connsiteY16" fmla="*/ 214353 h 215629"/>
                <a:gd name="connsiteX17" fmla="*/ 186198 w 224537"/>
                <a:gd name="connsiteY17" fmla="*/ 207969 h 215629"/>
                <a:gd name="connsiteX18" fmla="*/ 172140 w 224537"/>
                <a:gd name="connsiteY18" fmla="*/ 136468 h 215629"/>
                <a:gd name="connsiteX19" fmla="*/ 222621 w 224537"/>
                <a:gd name="connsiteY19" fmla="*/ 86035 h 215629"/>
                <a:gd name="connsiteX20" fmla="*/ 222621 w 224537"/>
                <a:gd name="connsiteY20" fmla="*/ 77097 h 215629"/>
                <a:gd name="connsiteX21" fmla="*/ 217509 w 224537"/>
                <a:gd name="connsiteY21" fmla="*/ 75182 h 215629"/>
                <a:gd name="connsiteX22" fmla="*/ 217509 w 224537"/>
                <a:gd name="connsiteY22" fmla="*/ 75182 h 215629"/>
                <a:gd name="connsiteX23" fmla="*/ 159999 w 224537"/>
                <a:gd name="connsiteY23" fmla="*/ 129446 h 215629"/>
                <a:gd name="connsiteX24" fmla="*/ 158082 w 224537"/>
                <a:gd name="connsiteY24" fmla="*/ 135191 h 215629"/>
                <a:gd name="connsiteX25" fmla="*/ 170223 w 224537"/>
                <a:gd name="connsiteY25" fmla="*/ 196477 h 215629"/>
                <a:gd name="connsiteX26" fmla="*/ 114631 w 224537"/>
                <a:gd name="connsiteY26" fmla="*/ 165834 h 215629"/>
                <a:gd name="connsiteX27" fmla="*/ 108241 w 224537"/>
                <a:gd name="connsiteY27" fmla="*/ 165834 h 215629"/>
                <a:gd name="connsiteX28" fmla="*/ 52648 w 224537"/>
                <a:gd name="connsiteY28" fmla="*/ 197116 h 215629"/>
                <a:gd name="connsiteX29" fmla="*/ 64789 w 224537"/>
                <a:gd name="connsiteY29" fmla="*/ 135830 h 215629"/>
                <a:gd name="connsiteX30" fmla="*/ 62872 w 224537"/>
                <a:gd name="connsiteY30" fmla="*/ 130084 h 215629"/>
                <a:gd name="connsiteX31" fmla="*/ 20059 w 224537"/>
                <a:gd name="connsiteY31" fmla="*/ 86673 h 215629"/>
                <a:gd name="connsiteX32" fmla="*/ 82042 w 224537"/>
                <a:gd name="connsiteY32" fmla="*/ 80289 h 215629"/>
                <a:gd name="connsiteX33" fmla="*/ 87154 w 224537"/>
                <a:gd name="connsiteY33" fmla="*/ 76459 h 215629"/>
                <a:gd name="connsiteX34" fmla="*/ 111436 w 224537"/>
                <a:gd name="connsiteY34" fmla="*/ 22195 h 215629"/>
                <a:gd name="connsiteX35" fmla="*/ 135717 w 224537"/>
                <a:gd name="connsiteY35" fmla="*/ 76459 h 215629"/>
                <a:gd name="connsiteX36" fmla="*/ 140829 w 224537"/>
                <a:gd name="connsiteY36" fmla="*/ 80289 h 215629"/>
                <a:gd name="connsiteX37" fmla="*/ 202812 w 224537"/>
                <a:gd name="connsiteY37" fmla="*/ 86673 h 215629"/>
                <a:gd name="connsiteX38" fmla="*/ 159999 w 224537"/>
                <a:gd name="connsiteY38" fmla="*/ 129446 h 215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24537" h="215629">
                  <a:moveTo>
                    <a:pt x="217509" y="75182"/>
                  </a:moveTo>
                  <a:lnTo>
                    <a:pt x="145941" y="68159"/>
                  </a:lnTo>
                  <a:lnTo>
                    <a:pt x="117187" y="3681"/>
                  </a:lnTo>
                  <a:cubicBezTo>
                    <a:pt x="115909" y="489"/>
                    <a:pt x="112075" y="-788"/>
                    <a:pt x="108880" y="489"/>
                  </a:cubicBezTo>
                  <a:cubicBezTo>
                    <a:pt x="107602" y="1128"/>
                    <a:pt x="106324" y="2404"/>
                    <a:pt x="105685" y="3681"/>
                  </a:cubicBezTo>
                  <a:lnTo>
                    <a:pt x="76930" y="68159"/>
                  </a:lnTo>
                  <a:lnTo>
                    <a:pt x="5363" y="75182"/>
                  </a:lnTo>
                  <a:cubicBezTo>
                    <a:pt x="2807" y="75182"/>
                    <a:pt x="890" y="77097"/>
                    <a:pt x="251" y="79651"/>
                  </a:cubicBezTo>
                  <a:cubicBezTo>
                    <a:pt x="-388" y="82204"/>
                    <a:pt x="251" y="84758"/>
                    <a:pt x="1529" y="86035"/>
                  </a:cubicBezTo>
                  <a:lnTo>
                    <a:pt x="52009" y="136468"/>
                  </a:lnTo>
                  <a:lnTo>
                    <a:pt x="37951" y="207969"/>
                  </a:lnTo>
                  <a:cubicBezTo>
                    <a:pt x="37312" y="211161"/>
                    <a:pt x="39229" y="214991"/>
                    <a:pt x="43063" y="215629"/>
                  </a:cubicBezTo>
                  <a:cubicBezTo>
                    <a:pt x="44341" y="215629"/>
                    <a:pt x="46258" y="215629"/>
                    <a:pt x="47536" y="214991"/>
                  </a:cubicBezTo>
                  <a:lnTo>
                    <a:pt x="112075" y="179241"/>
                  </a:lnTo>
                  <a:lnTo>
                    <a:pt x="176613" y="214991"/>
                  </a:lnTo>
                  <a:cubicBezTo>
                    <a:pt x="177252" y="215629"/>
                    <a:pt x="178530" y="215629"/>
                    <a:pt x="179808" y="215629"/>
                  </a:cubicBezTo>
                  <a:cubicBezTo>
                    <a:pt x="181086" y="215629"/>
                    <a:pt x="182364" y="214991"/>
                    <a:pt x="183642" y="214353"/>
                  </a:cubicBezTo>
                  <a:cubicBezTo>
                    <a:pt x="185559" y="213076"/>
                    <a:pt x="186837" y="210522"/>
                    <a:pt x="186198" y="207969"/>
                  </a:cubicBezTo>
                  <a:lnTo>
                    <a:pt x="172140" y="136468"/>
                  </a:lnTo>
                  <a:lnTo>
                    <a:pt x="222621" y="86035"/>
                  </a:lnTo>
                  <a:cubicBezTo>
                    <a:pt x="225176" y="83481"/>
                    <a:pt x="225176" y="79651"/>
                    <a:pt x="222621" y="77097"/>
                  </a:cubicBezTo>
                  <a:cubicBezTo>
                    <a:pt x="220065" y="75820"/>
                    <a:pt x="218787" y="75182"/>
                    <a:pt x="217509" y="75182"/>
                  </a:cubicBezTo>
                  <a:lnTo>
                    <a:pt x="217509" y="75182"/>
                  </a:lnTo>
                  <a:close/>
                  <a:moveTo>
                    <a:pt x="159999" y="129446"/>
                  </a:moveTo>
                  <a:cubicBezTo>
                    <a:pt x="158721" y="130723"/>
                    <a:pt x="158082" y="133276"/>
                    <a:pt x="158082" y="135191"/>
                  </a:cubicBezTo>
                  <a:lnTo>
                    <a:pt x="170223" y="196477"/>
                  </a:lnTo>
                  <a:lnTo>
                    <a:pt x="114631" y="165834"/>
                  </a:lnTo>
                  <a:cubicBezTo>
                    <a:pt x="112714" y="164558"/>
                    <a:pt x="110158" y="164558"/>
                    <a:pt x="108241" y="165834"/>
                  </a:cubicBezTo>
                  <a:lnTo>
                    <a:pt x="52648" y="197116"/>
                  </a:lnTo>
                  <a:lnTo>
                    <a:pt x="64789" y="135830"/>
                  </a:lnTo>
                  <a:cubicBezTo>
                    <a:pt x="65428" y="133915"/>
                    <a:pt x="64789" y="131361"/>
                    <a:pt x="62872" y="130084"/>
                  </a:cubicBezTo>
                  <a:lnTo>
                    <a:pt x="20059" y="86673"/>
                  </a:lnTo>
                  <a:lnTo>
                    <a:pt x="82042" y="80289"/>
                  </a:lnTo>
                  <a:cubicBezTo>
                    <a:pt x="84598" y="80289"/>
                    <a:pt x="86515" y="78374"/>
                    <a:pt x="87154" y="76459"/>
                  </a:cubicBezTo>
                  <a:lnTo>
                    <a:pt x="111436" y="22195"/>
                  </a:lnTo>
                  <a:lnTo>
                    <a:pt x="135717" y="76459"/>
                  </a:lnTo>
                  <a:cubicBezTo>
                    <a:pt x="136356" y="78374"/>
                    <a:pt x="138912" y="80289"/>
                    <a:pt x="140829" y="80289"/>
                  </a:cubicBezTo>
                  <a:lnTo>
                    <a:pt x="202812" y="86673"/>
                  </a:lnTo>
                  <a:lnTo>
                    <a:pt x="159999" y="129446"/>
                  </a:lnTo>
                  <a:close/>
                </a:path>
              </a:pathLst>
            </a:custGeom>
            <a:solidFill>
              <a:srgbClr val="00ABAB"/>
            </a:solidFill>
            <a:ln w="6390" cap="flat">
              <a:noFill/>
              <a:prstDash val="solid"/>
              <a:miter/>
            </a:ln>
          </p:spPr>
          <p:txBody>
            <a:bodyPr rtlCol="0" anchor="ctr"/>
            <a:lstStyle/>
            <a:p>
              <a:endParaRPr lang="en-US"/>
            </a:p>
          </p:txBody>
        </p:sp>
      </p:grpSp>
      <p:grpSp>
        <p:nvGrpSpPr>
          <p:cNvPr id="50" name="Graphic 4">
            <a:extLst>
              <a:ext uri="{FF2B5EF4-FFF2-40B4-BE49-F238E27FC236}">
                <a16:creationId xmlns:a16="http://schemas.microsoft.com/office/drawing/2014/main" id="{B083C828-F617-C343-88DC-41B95ACA3965}"/>
              </a:ext>
            </a:extLst>
          </p:cNvPr>
          <p:cNvGrpSpPr/>
          <p:nvPr/>
        </p:nvGrpSpPr>
        <p:grpSpPr>
          <a:xfrm>
            <a:off x="905454" y="2855717"/>
            <a:ext cx="362309" cy="361971"/>
            <a:chOff x="905454" y="2855717"/>
            <a:chExt cx="362309" cy="361971"/>
          </a:xfrm>
          <a:solidFill>
            <a:srgbClr val="00ABAB"/>
          </a:solidFill>
        </p:grpSpPr>
        <p:sp>
          <p:nvSpPr>
            <p:cNvPr id="51" name="Graphic 4">
              <a:extLst>
                <a:ext uri="{FF2B5EF4-FFF2-40B4-BE49-F238E27FC236}">
                  <a16:creationId xmlns:a16="http://schemas.microsoft.com/office/drawing/2014/main" id="{3BD1D2BE-F4BA-5244-8101-E915E26CE870}"/>
                </a:ext>
              </a:extLst>
            </p:cNvPr>
            <p:cNvSpPr/>
            <p:nvPr/>
          </p:nvSpPr>
          <p:spPr>
            <a:xfrm>
              <a:off x="994913" y="2950839"/>
              <a:ext cx="183391" cy="174921"/>
            </a:xfrm>
            <a:custGeom>
              <a:avLst/>
              <a:gdLst>
                <a:gd name="connsiteX0" fmla="*/ 115658 w 183391"/>
                <a:gd name="connsiteY0" fmla="*/ 54264 h 174921"/>
                <a:gd name="connsiteX1" fmla="*/ 91376 w 183391"/>
                <a:gd name="connsiteY1" fmla="*/ 0 h 174921"/>
                <a:gd name="connsiteX2" fmla="*/ 67094 w 183391"/>
                <a:gd name="connsiteY2" fmla="*/ 54264 h 174921"/>
                <a:gd name="connsiteX3" fmla="*/ 61982 w 183391"/>
                <a:gd name="connsiteY3" fmla="*/ 58094 h 174921"/>
                <a:gd name="connsiteX4" fmla="*/ 0 w 183391"/>
                <a:gd name="connsiteY4" fmla="*/ 64478 h 174921"/>
                <a:gd name="connsiteX5" fmla="*/ 43452 w 183391"/>
                <a:gd name="connsiteY5" fmla="*/ 107889 h 174921"/>
                <a:gd name="connsiteX6" fmla="*/ 45369 w 183391"/>
                <a:gd name="connsiteY6" fmla="*/ 113635 h 174921"/>
                <a:gd name="connsiteX7" fmla="*/ 33228 w 183391"/>
                <a:gd name="connsiteY7" fmla="*/ 174921 h 174921"/>
                <a:gd name="connsiteX8" fmla="*/ 88820 w 183391"/>
                <a:gd name="connsiteY8" fmla="*/ 144278 h 174921"/>
                <a:gd name="connsiteX9" fmla="*/ 91376 w 183391"/>
                <a:gd name="connsiteY9" fmla="*/ 143001 h 174921"/>
                <a:gd name="connsiteX10" fmla="*/ 94571 w 183391"/>
                <a:gd name="connsiteY10" fmla="*/ 143640 h 174921"/>
                <a:gd name="connsiteX11" fmla="*/ 150164 w 183391"/>
                <a:gd name="connsiteY11" fmla="*/ 174283 h 174921"/>
                <a:gd name="connsiteX12" fmla="*/ 138023 w 183391"/>
                <a:gd name="connsiteY12" fmla="*/ 112996 h 174921"/>
                <a:gd name="connsiteX13" fmla="*/ 139940 w 183391"/>
                <a:gd name="connsiteY13" fmla="*/ 107251 h 174921"/>
                <a:gd name="connsiteX14" fmla="*/ 183391 w 183391"/>
                <a:gd name="connsiteY14" fmla="*/ 63840 h 174921"/>
                <a:gd name="connsiteX15" fmla="*/ 121409 w 183391"/>
                <a:gd name="connsiteY15" fmla="*/ 57456 h 174921"/>
                <a:gd name="connsiteX16" fmla="*/ 115658 w 183391"/>
                <a:gd name="connsiteY16" fmla="*/ 54264 h 174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3391" h="174921">
                  <a:moveTo>
                    <a:pt x="115658" y="54264"/>
                  </a:moveTo>
                  <a:lnTo>
                    <a:pt x="91376" y="0"/>
                  </a:lnTo>
                  <a:lnTo>
                    <a:pt x="67094" y="54264"/>
                  </a:lnTo>
                  <a:cubicBezTo>
                    <a:pt x="66455" y="56179"/>
                    <a:pt x="63899" y="58094"/>
                    <a:pt x="61982" y="58094"/>
                  </a:cubicBezTo>
                  <a:lnTo>
                    <a:pt x="0" y="64478"/>
                  </a:lnTo>
                  <a:lnTo>
                    <a:pt x="43452" y="107889"/>
                  </a:lnTo>
                  <a:cubicBezTo>
                    <a:pt x="44730" y="109166"/>
                    <a:pt x="45369" y="111720"/>
                    <a:pt x="45369" y="113635"/>
                  </a:cubicBezTo>
                  <a:lnTo>
                    <a:pt x="33228" y="174921"/>
                  </a:lnTo>
                  <a:lnTo>
                    <a:pt x="88820" y="144278"/>
                  </a:lnTo>
                  <a:cubicBezTo>
                    <a:pt x="89459" y="143640"/>
                    <a:pt x="90737" y="143001"/>
                    <a:pt x="91376" y="143001"/>
                  </a:cubicBezTo>
                  <a:cubicBezTo>
                    <a:pt x="92654" y="143001"/>
                    <a:pt x="93293" y="143001"/>
                    <a:pt x="94571" y="143640"/>
                  </a:cubicBezTo>
                  <a:lnTo>
                    <a:pt x="150164" y="174283"/>
                  </a:lnTo>
                  <a:lnTo>
                    <a:pt x="138023" y="112996"/>
                  </a:lnTo>
                  <a:cubicBezTo>
                    <a:pt x="137384" y="111081"/>
                    <a:pt x="138023" y="108528"/>
                    <a:pt x="139940" y="107251"/>
                  </a:cubicBezTo>
                  <a:lnTo>
                    <a:pt x="183391" y="63840"/>
                  </a:lnTo>
                  <a:lnTo>
                    <a:pt x="121409" y="57456"/>
                  </a:lnTo>
                  <a:cubicBezTo>
                    <a:pt x="118853" y="57456"/>
                    <a:pt x="116936" y="56179"/>
                    <a:pt x="115658" y="54264"/>
                  </a:cubicBezTo>
                  <a:close/>
                </a:path>
              </a:pathLst>
            </a:custGeom>
            <a:solidFill>
              <a:srgbClr val="00ABAB"/>
            </a:solidFill>
            <a:ln w="6390" cap="flat">
              <a:noFill/>
              <a:prstDash val="solid"/>
              <a:miter/>
            </a:ln>
          </p:spPr>
          <p:txBody>
            <a:bodyPr rtlCol="0" anchor="ctr"/>
            <a:lstStyle/>
            <a:p>
              <a:endParaRPr lang="en-US"/>
            </a:p>
          </p:txBody>
        </p:sp>
        <p:sp>
          <p:nvSpPr>
            <p:cNvPr id="52" name="Graphic 4">
              <a:extLst>
                <a:ext uri="{FF2B5EF4-FFF2-40B4-BE49-F238E27FC236}">
                  <a16:creationId xmlns:a16="http://schemas.microsoft.com/office/drawing/2014/main" id="{10DF70DC-34F1-2A47-BB9E-F91728DB79A5}"/>
                </a:ext>
              </a:extLst>
            </p:cNvPr>
            <p:cNvSpPr/>
            <p:nvPr/>
          </p:nvSpPr>
          <p:spPr>
            <a:xfrm>
              <a:off x="905454" y="28557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290742 w 362309"/>
                <a:gd name="connsiteY6" fmla="*/ 158961 h 361971"/>
                <a:gd name="connsiteX7" fmla="*/ 240262 w 362309"/>
                <a:gd name="connsiteY7" fmla="*/ 209395 h 361971"/>
                <a:gd name="connsiteX8" fmla="*/ 254320 w 362309"/>
                <a:gd name="connsiteY8" fmla="*/ 280895 h 361971"/>
                <a:gd name="connsiteX9" fmla="*/ 251764 w 362309"/>
                <a:gd name="connsiteY9" fmla="*/ 287279 h 361971"/>
                <a:gd name="connsiteX10" fmla="*/ 247930 w 362309"/>
                <a:gd name="connsiteY10" fmla="*/ 288556 h 361971"/>
                <a:gd name="connsiteX11" fmla="*/ 244735 w 362309"/>
                <a:gd name="connsiteY11" fmla="*/ 287917 h 361971"/>
                <a:gd name="connsiteX12" fmla="*/ 180196 w 362309"/>
                <a:gd name="connsiteY12" fmla="*/ 252167 h 361971"/>
                <a:gd name="connsiteX13" fmla="*/ 115658 w 362309"/>
                <a:gd name="connsiteY13" fmla="*/ 287917 h 361971"/>
                <a:gd name="connsiteX14" fmla="*/ 108629 w 362309"/>
                <a:gd name="connsiteY14" fmla="*/ 287279 h 361971"/>
                <a:gd name="connsiteX15" fmla="*/ 106073 w 362309"/>
                <a:gd name="connsiteY15" fmla="*/ 280895 h 361971"/>
                <a:gd name="connsiteX16" fmla="*/ 120131 w 362309"/>
                <a:gd name="connsiteY16" fmla="*/ 209395 h 361971"/>
                <a:gd name="connsiteX17" fmla="*/ 69650 w 362309"/>
                <a:gd name="connsiteY17" fmla="*/ 158961 h 361971"/>
                <a:gd name="connsiteX18" fmla="*/ 68372 w 362309"/>
                <a:gd name="connsiteY18" fmla="*/ 152577 h 361971"/>
                <a:gd name="connsiteX19" fmla="*/ 74123 w 362309"/>
                <a:gd name="connsiteY19" fmla="*/ 148108 h 361971"/>
                <a:gd name="connsiteX20" fmla="*/ 145691 w 362309"/>
                <a:gd name="connsiteY20" fmla="*/ 141086 h 361971"/>
                <a:gd name="connsiteX21" fmla="*/ 174445 w 362309"/>
                <a:gd name="connsiteY21" fmla="*/ 76608 h 361971"/>
                <a:gd name="connsiteX22" fmla="*/ 180196 w 362309"/>
                <a:gd name="connsiteY22" fmla="*/ 72777 h 361971"/>
                <a:gd name="connsiteX23" fmla="*/ 185947 w 362309"/>
                <a:gd name="connsiteY23" fmla="*/ 76608 h 361971"/>
                <a:gd name="connsiteX24" fmla="*/ 214702 w 362309"/>
                <a:gd name="connsiteY24" fmla="*/ 141086 h 361971"/>
                <a:gd name="connsiteX25" fmla="*/ 286269 w 362309"/>
                <a:gd name="connsiteY25" fmla="*/ 148108 h 361971"/>
                <a:gd name="connsiteX26" fmla="*/ 291381 w 362309"/>
                <a:gd name="connsiteY26" fmla="*/ 152577 h 361971"/>
                <a:gd name="connsiteX27" fmla="*/ 290742 w 362309"/>
                <a:gd name="connsiteY27" fmla="*/ 158961 h 361971"/>
                <a:gd name="connsiteX28" fmla="*/ 290742 w 362309"/>
                <a:gd name="connsiteY28" fmla="*/ 15896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2309" h="361971">
                  <a:moveTo>
                    <a:pt x="180835" y="0"/>
                  </a:moveTo>
                  <a:cubicBezTo>
                    <a:pt x="80513" y="0"/>
                    <a:pt x="0" y="81076"/>
                    <a:pt x="0" y="181305"/>
                  </a:cubicBezTo>
                  <a:cubicBezTo>
                    <a:pt x="0" y="281533"/>
                    <a:pt x="81152" y="361972"/>
                    <a:pt x="181474" y="361972"/>
                  </a:cubicBezTo>
                  <a:cubicBezTo>
                    <a:pt x="281157" y="361972"/>
                    <a:pt x="362309" y="280895"/>
                    <a:pt x="362309" y="180667"/>
                  </a:cubicBezTo>
                  <a:cubicBezTo>
                    <a:pt x="362309" y="80438"/>
                    <a:pt x="281157" y="0"/>
                    <a:pt x="180835" y="0"/>
                  </a:cubicBezTo>
                  <a:cubicBezTo>
                    <a:pt x="180835" y="0"/>
                    <a:pt x="180835" y="0"/>
                    <a:pt x="180835" y="0"/>
                  </a:cubicBezTo>
                  <a:close/>
                  <a:moveTo>
                    <a:pt x="290742" y="158961"/>
                  </a:moveTo>
                  <a:lnTo>
                    <a:pt x="240262" y="209395"/>
                  </a:lnTo>
                  <a:lnTo>
                    <a:pt x="254320" y="280895"/>
                  </a:lnTo>
                  <a:cubicBezTo>
                    <a:pt x="254959" y="283449"/>
                    <a:pt x="253680" y="286002"/>
                    <a:pt x="251764" y="287279"/>
                  </a:cubicBezTo>
                  <a:cubicBezTo>
                    <a:pt x="250486" y="287917"/>
                    <a:pt x="249208" y="288556"/>
                    <a:pt x="247930" y="288556"/>
                  </a:cubicBezTo>
                  <a:cubicBezTo>
                    <a:pt x="246652" y="288556"/>
                    <a:pt x="246013" y="288556"/>
                    <a:pt x="244735" y="287917"/>
                  </a:cubicBezTo>
                  <a:lnTo>
                    <a:pt x="180196" y="252167"/>
                  </a:lnTo>
                  <a:lnTo>
                    <a:pt x="115658" y="287917"/>
                  </a:lnTo>
                  <a:cubicBezTo>
                    <a:pt x="113741" y="289194"/>
                    <a:pt x="110546" y="289194"/>
                    <a:pt x="108629" y="287279"/>
                  </a:cubicBezTo>
                  <a:cubicBezTo>
                    <a:pt x="106712" y="286002"/>
                    <a:pt x="105434" y="283449"/>
                    <a:pt x="106073" y="280895"/>
                  </a:cubicBezTo>
                  <a:lnTo>
                    <a:pt x="120131" y="209395"/>
                  </a:lnTo>
                  <a:lnTo>
                    <a:pt x="69650" y="158961"/>
                  </a:lnTo>
                  <a:cubicBezTo>
                    <a:pt x="67733" y="157046"/>
                    <a:pt x="67094" y="154492"/>
                    <a:pt x="68372" y="152577"/>
                  </a:cubicBezTo>
                  <a:cubicBezTo>
                    <a:pt x="69011" y="150024"/>
                    <a:pt x="71567" y="148747"/>
                    <a:pt x="74123" y="148108"/>
                  </a:cubicBezTo>
                  <a:lnTo>
                    <a:pt x="145691" y="141086"/>
                  </a:lnTo>
                  <a:lnTo>
                    <a:pt x="174445" y="76608"/>
                  </a:lnTo>
                  <a:cubicBezTo>
                    <a:pt x="175723" y="74054"/>
                    <a:pt x="177640" y="72777"/>
                    <a:pt x="180196" y="72777"/>
                  </a:cubicBezTo>
                  <a:cubicBezTo>
                    <a:pt x="182752" y="72777"/>
                    <a:pt x="184669" y="74054"/>
                    <a:pt x="185947" y="76608"/>
                  </a:cubicBezTo>
                  <a:lnTo>
                    <a:pt x="214702" y="141086"/>
                  </a:lnTo>
                  <a:lnTo>
                    <a:pt x="286269" y="148108"/>
                  </a:lnTo>
                  <a:cubicBezTo>
                    <a:pt x="288825" y="148108"/>
                    <a:pt x="290742" y="150024"/>
                    <a:pt x="291381" y="152577"/>
                  </a:cubicBezTo>
                  <a:cubicBezTo>
                    <a:pt x="293298" y="154492"/>
                    <a:pt x="292659" y="157046"/>
                    <a:pt x="290742" y="158961"/>
                  </a:cubicBezTo>
                  <a:lnTo>
                    <a:pt x="290742" y="158961"/>
                  </a:lnTo>
                  <a:close/>
                </a:path>
              </a:pathLst>
            </a:custGeom>
            <a:solidFill>
              <a:srgbClr val="00ABAB"/>
            </a:solidFill>
            <a:ln w="6390" cap="flat">
              <a:noFill/>
              <a:prstDash val="solid"/>
              <a:miter/>
            </a:ln>
          </p:spPr>
          <p:txBody>
            <a:bodyPr rtlCol="0" anchor="ctr"/>
            <a:lstStyle/>
            <a:p>
              <a:endParaRPr lang="en-US"/>
            </a:p>
          </p:txBody>
        </p:sp>
      </p:grpSp>
      <p:grpSp>
        <p:nvGrpSpPr>
          <p:cNvPr id="53" name="Graphic 4">
            <a:extLst>
              <a:ext uri="{FF2B5EF4-FFF2-40B4-BE49-F238E27FC236}">
                <a16:creationId xmlns:a16="http://schemas.microsoft.com/office/drawing/2014/main" id="{7F4EA95E-2058-FC43-97C1-FF332E035C10}"/>
              </a:ext>
            </a:extLst>
          </p:cNvPr>
          <p:cNvGrpSpPr/>
          <p:nvPr/>
        </p:nvGrpSpPr>
        <p:grpSpPr>
          <a:xfrm>
            <a:off x="467104" y="3339623"/>
            <a:ext cx="362309" cy="361971"/>
            <a:chOff x="467104" y="3339623"/>
            <a:chExt cx="362309" cy="361971"/>
          </a:xfrm>
          <a:solidFill>
            <a:srgbClr val="00ABAB"/>
          </a:solidFill>
        </p:grpSpPr>
        <p:sp>
          <p:nvSpPr>
            <p:cNvPr id="54" name="Graphic 4">
              <a:extLst>
                <a:ext uri="{FF2B5EF4-FFF2-40B4-BE49-F238E27FC236}">
                  <a16:creationId xmlns:a16="http://schemas.microsoft.com/office/drawing/2014/main" id="{11A8E7E3-4DCF-284C-8806-BD834C0C13A2}"/>
                </a:ext>
              </a:extLst>
            </p:cNvPr>
            <p:cNvSpPr/>
            <p:nvPr/>
          </p:nvSpPr>
          <p:spPr>
            <a:xfrm>
              <a:off x="467104" y="3339623"/>
              <a:ext cx="362309" cy="361971"/>
            </a:xfrm>
            <a:custGeom>
              <a:avLst/>
              <a:gdLst>
                <a:gd name="connsiteX0" fmla="*/ 181474 w 362309"/>
                <a:gd name="connsiteY0" fmla="*/ 0 h 361971"/>
                <a:gd name="connsiteX1" fmla="*/ 0 w 362309"/>
                <a:gd name="connsiteY1" fmla="*/ 180667 h 361971"/>
                <a:gd name="connsiteX2" fmla="*/ 181474 w 362309"/>
                <a:gd name="connsiteY2" fmla="*/ 361972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0 h 361971"/>
                <a:gd name="connsiteX7" fmla="*/ 181474 w 362309"/>
                <a:gd name="connsiteY7" fmla="*/ 349204 h 361971"/>
                <a:gd name="connsiteX8" fmla="*/ 13419 w 362309"/>
                <a:gd name="connsiteY8" fmla="*/ 181305 h 361971"/>
                <a:gd name="connsiteX9" fmla="*/ 181474 w 362309"/>
                <a:gd name="connsiteY9" fmla="*/ 12768 h 361971"/>
                <a:gd name="connsiteX10" fmla="*/ 349530 w 362309"/>
                <a:gd name="connsiteY10" fmla="*/ 181305 h 361971"/>
                <a:gd name="connsiteX11" fmla="*/ 349530 w 362309"/>
                <a:gd name="connsiteY11" fmla="*/ 181305 h 361971"/>
                <a:gd name="connsiteX12" fmla="*/ 181474 w 362309"/>
                <a:gd name="connsiteY12" fmla="*/ 349204 h 361971"/>
                <a:gd name="connsiteX13" fmla="*/ 181474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1474" y="0"/>
                  </a:moveTo>
                  <a:cubicBezTo>
                    <a:pt x="81152" y="0"/>
                    <a:pt x="0" y="81077"/>
                    <a:pt x="0" y="180667"/>
                  </a:cubicBezTo>
                  <a:cubicBezTo>
                    <a:pt x="0" y="280895"/>
                    <a:pt x="81152" y="361972"/>
                    <a:pt x="181474" y="361972"/>
                  </a:cubicBezTo>
                  <a:cubicBezTo>
                    <a:pt x="281796" y="361972"/>
                    <a:pt x="362309" y="280895"/>
                    <a:pt x="362309" y="180667"/>
                  </a:cubicBezTo>
                  <a:lnTo>
                    <a:pt x="362309" y="180667"/>
                  </a:lnTo>
                  <a:cubicBezTo>
                    <a:pt x="362309" y="81077"/>
                    <a:pt x="281796" y="0"/>
                    <a:pt x="181474" y="0"/>
                  </a:cubicBezTo>
                  <a:cubicBezTo>
                    <a:pt x="181474" y="0"/>
                    <a:pt x="181474"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55" name="Graphic 4">
              <a:extLst>
                <a:ext uri="{FF2B5EF4-FFF2-40B4-BE49-F238E27FC236}">
                  <a16:creationId xmlns:a16="http://schemas.microsoft.com/office/drawing/2014/main" id="{F3E82DC5-440B-3746-8929-4EBDA360EE08}"/>
                </a:ext>
              </a:extLst>
            </p:cNvPr>
            <p:cNvSpPr/>
            <p:nvPr/>
          </p:nvSpPr>
          <p:spPr>
            <a:xfrm>
              <a:off x="575733" y="3572000"/>
              <a:ext cx="12779" cy="56817"/>
            </a:xfrm>
            <a:custGeom>
              <a:avLst/>
              <a:gdLst>
                <a:gd name="connsiteX0" fmla="*/ 6390 w 12779"/>
                <a:gd name="connsiteY0" fmla="*/ 0 h 56817"/>
                <a:gd name="connsiteX1" fmla="*/ 0 w 12779"/>
                <a:gd name="connsiteY1" fmla="*/ 6384 h 56817"/>
                <a:gd name="connsiteX2" fmla="*/ 0 w 12779"/>
                <a:gd name="connsiteY2" fmla="*/ 50433 h 56817"/>
                <a:gd name="connsiteX3" fmla="*/ 6390 w 12779"/>
                <a:gd name="connsiteY3" fmla="*/ 56817 h 56817"/>
                <a:gd name="connsiteX4" fmla="*/ 12780 w 12779"/>
                <a:gd name="connsiteY4" fmla="*/ 50433 h 56817"/>
                <a:gd name="connsiteX5" fmla="*/ 12780 w 12779"/>
                <a:gd name="connsiteY5" fmla="*/ 6384 h 56817"/>
                <a:gd name="connsiteX6" fmla="*/ 6390 w 12779"/>
                <a:gd name="connsiteY6" fmla="*/ 0 h 56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56817">
                  <a:moveTo>
                    <a:pt x="6390" y="0"/>
                  </a:moveTo>
                  <a:cubicBezTo>
                    <a:pt x="2556" y="0"/>
                    <a:pt x="0" y="2553"/>
                    <a:pt x="0" y="6384"/>
                  </a:cubicBezTo>
                  <a:lnTo>
                    <a:pt x="0" y="50433"/>
                  </a:lnTo>
                  <a:cubicBezTo>
                    <a:pt x="0" y="54264"/>
                    <a:pt x="2556" y="56817"/>
                    <a:pt x="6390" y="56817"/>
                  </a:cubicBezTo>
                  <a:cubicBezTo>
                    <a:pt x="10224" y="56817"/>
                    <a:pt x="12780" y="54264"/>
                    <a:pt x="12780" y="50433"/>
                  </a:cubicBezTo>
                  <a:lnTo>
                    <a:pt x="12780" y="6384"/>
                  </a:lnTo>
                  <a:cubicBezTo>
                    <a:pt x="12780" y="2553"/>
                    <a:pt x="9585" y="0"/>
                    <a:pt x="6390" y="0"/>
                  </a:cubicBezTo>
                  <a:close/>
                </a:path>
              </a:pathLst>
            </a:custGeom>
            <a:solidFill>
              <a:srgbClr val="00ABAB"/>
            </a:solidFill>
            <a:ln w="6390" cap="flat">
              <a:noFill/>
              <a:prstDash val="solid"/>
              <a:miter/>
            </a:ln>
          </p:spPr>
          <p:txBody>
            <a:bodyPr rtlCol="0" anchor="ctr"/>
            <a:lstStyle/>
            <a:p>
              <a:endParaRPr lang="en-US"/>
            </a:p>
          </p:txBody>
        </p:sp>
        <p:sp>
          <p:nvSpPr>
            <p:cNvPr id="56" name="Graphic 4">
              <a:extLst>
                <a:ext uri="{FF2B5EF4-FFF2-40B4-BE49-F238E27FC236}">
                  <a16:creationId xmlns:a16="http://schemas.microsoft.com/office/drawing/2014/main" id="{EDF99DE3-0BD4-F146-AF1C-093538882ED7}"/>
                </a:ext>
              </a:extLst>
            </p:cNvPr>
            <p:cNvSpPr/>
            <p:nvPr/>
          </p:nvSpPr>
          <p:spPr>
            <a:xfrm>
              <a:off x="608961" y="3576469"/>
              <a:ext cx="12779" cy="40857"/>
            </a:xfrm>
            <a:custGeom>
              <a:avLst/>
              <a:gdLst>
                <a:gd name="connsiteX0" fmla="*/ 6390 w 12779"/>
                <a:gd name="connsiteY0" fmla="*/ 0 h 40857"/>
                <a:gd name="connsiteX1" fmla="*/ 0 w 12779"/>
                <a:gd name="connsiteY1" fmla="*/ 6384 h 40857"/>
                <a:gd name="connsiteX2" fmla="*/ 0 w 12779"/>
                <a:gd name="connsiteY2" fmla="*/ 34474 h 40857"/>
                <a:gd name="connsiteX3" fmla="*/ 6390 w 12779"/>
                <a:gd name="connsiteY3" fmla="*/ 40858 h 40857"/>
                <a:gd name="connsiteX4" fmla="*/ 12780 w 12779"/>
                <a:gd name="connsiteY4" fmla="*/ 34474 h 40857"/>
                <a:gd name="connsiteX5" fmla="*/ 12780 w 12779"/>
                <a:gd name="connsiteY5" fmla="*/ 7023 h 40857"/>
                <a:gd name="connsiteX6" fmla="*/ 6390 w 12779"/>
                <a:gd name="connsiteY6" fmla="*/ 0 h 40857"/>
                <a:gd name="connsiteX7" fmla="*/ 6390 w 12779"/>
                <a:gd name="connsiteY7" fmla="*/ 0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9" h="40857">
                  <a:moveTo>
                    <a:pt x="6390" y="0"/>
                  </a:moveTo>
                  <a:cubicBezTo>
                    <a:pt x="2556" y="0"/>
                    <a:pt x="0" y="2554"/>
                    <a:pt x="0" y="6384"/>
                  </a:cubicBezTo>
                  <a:lnTo>
                    <a:pt x="0" y="34474"/>
                  </a:lnTo>
                  <a:cubicBezTo>
                    <a:pt x="0" y="38304"/>
                    <a:pt x="2556" y="40858"/>
                    <a:pt x="6390" y="40858"/>
                  </a:cubicBezTo>
                  <a:cubicBezTo>
                    <a:pt x="10224" y="40858"/>
                    <a:pt x="12780" y="38304"/>
                    <a:pt x="12780" y="34474"/>
                  </a:cubicBezTo>
                  <a:lnTo>
                    <a:pt x="12780" y="7023"/>
                  </a:lnTo>
                  <a:cubicBezTo>
                    <a:pt x="12780" y="3192"/>
                    <a:pt x="10224" y="0"/>
                    <a:pt x="6390" y="0"/>
                  </a:cubicBezTo>
                  <a:cubicBezTo>
                    <a:pt x="6390" y="0"/>
                    <a:pt x="6390" y="0"/>
                    <a:pt x="6390" y="0"/>
                  </a:cubicBezTo>
                  <a:close/>
                </a:path>
              </a:pathLst>
            </a:custGeom>
            <a:solidFill>
              <a:srgbClr val="00ABAB"/>
            </a:solidFill>
            <a:ln w="6390" cap="flat">
              <a:noFill/>
              <a:prstDash val="solid"/>
              <a:miter/>
            </a:ln>
          </p:spPr>
          <p:txBody>
            <a:bodyPr rtlCol="0" anchor="ctr"/>
            <a:lstStyle/>
            <a:p>
              <a:endParaRPr lang="en-US"/>
            </a:p>
          </p:txBody>
        </p:sp>
        <p:sp>
          <p:nvSpPr>
            <p:cNvPr id="57" name="Graphic 4">
              <a:extLst>
                <a:ext uri="{FF2B5EF4-FFF2-40B4-BE49-F238E27FC236}">
                  <a16:creationId xmlns:a16="http://schemas.microsoft.com/office/drawing/2014/main" id="{F2BBE8BE-21C8-FC41-AC89-2854ADF4A01D}"/>
                </a:ext>
              </a:extLst>
            </p:cNvPr>
            <p:cNvSpPr/>
            <p:nvPr/>
          </p:nvSpPr>
          <p:spPr>
            <a:xfrm>
              <a:off x="642188" y="3592429"/>
              <a:ext cx="12779" cy="58094"/>
            </a:xfrm>
            <a:custGeom>
              <a:avLst/>
              <a:gdLst>
                <a:gd name="connsiteX0" fmla="*/ 6390 w 12779"/>
                <a:gd name="connsiteY0" fmla="*/ 0 h 58094"/>
                <a:gd name="connsiteX1" fmla="*/ 0 w 12779"/>
                <a:gd name="connsiteY1" fmla="*/ 6384 h 58094"/>
                <a:gd name="connsiteX2" fmla="*/ 0 w 12779"/>
                <a:gd name="connsiteY2" fmla="*/ 51710 h 58094"/>
                <a:gd name="connsiteX3" fmla="*/ 6390 w 12779"/>
                <a:gd name="connsiteY3" fmla="*/ 58094 h 58094"/>
                <a:gd name="connsiteX4" fmla="*/ 12780 w 12779"/>
                <a:gd name="connsiteY4" fmla="*/ 51710 h 58094"/>
                <a:gd name="connsiteX5" fmla="*/ 12780 w 12779"/>
                <a:gd name="connsiteY5" fmla="*/ 6384 h 58094"/>
                <a:gd name="connsiteX6" fmla="*/ 6390 w 12779"/>
                <a:gd name="connsiteY6" fmla="*/ 0 h 58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58094">
                  <a:moveTo>
                    <a:pt x="6390" y="0"/>
                  </a:moveTo>
                  <a:cubicBezTo>
                    <a:pt x="2556" y="0"/>
                    <a:pt x="0" y="2554"/>
                    <a:pt x="0" y="6384"/>
                  </a:cubicBezTo>
                  <a:lnTo>
                    <a:pt x="0" y="51710"/>
                  </a:lnTo>
                  <a:cubicBezTo>
                    <a:pt x="0" y="55541"/>
                    <a:pt x="2556" y="58094"/>
                    <a:pt x="6390" y="58094"/>
                  </a:cubicBezTo>
                  <a:cubicBezTo>
                    <a:pt x="10224" y="58094"/>
                    <a:pt x="12780" y="55541"/>
                    <a:pt x="12780" y="51710"/>
                  </a:cubicBezTo>
                  <a:lnTo>
                    <a:pt x="12780" y="6384"/>
                  </a:lnTo>
                  <a:cubicBezTo>
                    <a:pt x="12780" y="3192"/>
                    <a:pt x="9585" y="0"/>
                    <a:pt x="6390" y="0"/>
                  </a:cubicBezTo>
                  <a:close/>
                </a:path>
              </a:pathLst>
            </a:custGeom>
            <a:solidFill>
              <a:srgbClr val="00ABAB"/>
            </a:solidFill>
            <a:ln w="6390" cap="flat">
              <a:noFill/>
              <a:prstDash val="solid"/>
              <a:miter/>
            </a:ln>
          </p:spPr>
          <p:txBody>
            <a:bodyPr rtlCol="0" anchor="ctr"/>
            <a:lstStyle/>
            <a:p>
              <a:endParaRPr lang="en-US"/>
            </a:p>
          </p:txBody>
        </p:sp>
        <p:sp>
          <p:nvSpPr>
            <p:cNvPr id="58" name="Graphic 4">
              <a:extLst>
                <a:ext uri="{FF2B5EF4-FFF2-40B4-BE49-F238E27FC236}">
                  <a16:creationId xmlns:a16="http://schemas.microsoft.com/office/drawing/2014/main" id="{424204F3-2765-074F-8449-E9222E26CE89}"/>
                </a:ext>
              </a:extLst>
            </p:cNvPr>
            <p:cNvSpPr/>
            <p:nvPr/>
          </p:nvSpPr>
          <p:spPr>
            <a:xfrm>
              <a:off x="675416" y="3576469"/>
              <a:ext cx="12779" cy="58094"/>
            </a:xfrm>
            <a:custGeom>
              <a:avLst/>
              <a:gdLst>
                <a:gd name="connsiteX0" fmla="*/ 6390 w 12779"/>
                <a:gd name="connsiteY0" fmla="*/ 0 h 58094"/>
                <a:gd name="connsiteX1" fmla="*/ 0 w 12779"/>
                <a:gd name="connsiteY1" fmla="*/ 6384 h 58094"/>
                <a:gd name="connsiteX2" fmla="*/ 0 w 12779"/>
                <a:gd name="connsiteY2" fmla="*/ 51710 h 58094"/>
                <a:gd name="connsiteX3" fmla="*/ 6390 w 12779"/>
                <a:gd name="connsiteY3" fmla="*/ 58094 h 58094"/>
                <a:gd name="connsiteX4" fmla="*/ 12780 w 12779"/>
                <a:gd name="connsiteY4" fmla="*/ 51710 h 58094"/>
                <a:gd name="connsiteX5" fmla="*/ 12780 w 12779"/>
                <a:gd name="connsiteY5" fmla="*/ 6384 h 58094"/>
                <a:gd name="connsiteX6" fmla="*/ 6390 w 12779"/>
                <a:gd name="connsiteY6" fmla="*/ 0 h 58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58094">
                  <a:moveTo>
                    <a:pt x="6390" y="0"/>
                  </a:moveTo>
                  <a:cubicBezTo>
                    <a:pt x="2556" y="0"/>
                    <a:pt x="0" y="2554"/>
                    <a:pt x="0" y="6384"/>
                  </a:cubicBezTo>
                  <a:lnTo>
                    <a:pt x="0" y="51710"/>
                  </a:lnTo>
                  <a:cubicBezTo>
                    <a:pt x="0" y="55541"/>
                    <a:pt x="2556" y="58094"/>
                    <a:pt x="6390" y="58094"/>
                  </a:cubicBezTo>
                  <a:cubicBezTo>
                    <a:pt x="10224" y="58094"/>
                    <a:pt x="12780" y="55541"/>
                    <a:pt x="12780" y="51710"/>
                  </a:cubicBezTo>
                  <a:lnTo>
                    <a:pt x="12780" y="6384"/>
                  </a:lnTo>
                  <a:cubicBezTo>
                    <a:pt x="12780" y="3192"/>
                    <a:pt x="9585" y="0"/>
                    <a:pt x="6390" y="0"/>
                  </a:cubicBezTo>
                  <a:close/>
                </a:path>
              </a:pathLst>
            </a:custGeom>
            <a:solidFill>
              <a:srgbClr val="00ABAB"/>
            </a:solidFill>
            <a:ln w="6390" cap="flat">
              <a:noFill/>
              <a:prstDash val="solid"/>
              <a:miter/>
            </a:ln>
          </p:spPr>
          <p:txBody>
            <a:bodyPr rtlCol="0" anchor="ctr"/>
            <a:lstStyle/>
            <a:p>
              <a:endParaRPr lang="en-US"/>
            </a:p>
          </p:txBody>
        </p:sp>
        <p:sp>
          <p:nvSpPr>
            <p:cNvPr id="59" name="Graphic 4">
              <a:extLst>
                <a:ext uri="{FF2B5EF4-FFF2-40B4-BE49-F238E27FC236}">
                  <a16:creationId xmlns:a16="http://schemas.microsoft.com/office/drawing/2014/main" id="{736DE894-3667-1649-899E-83265BF6A258}"/>
                </a:ext>
              </a:extLst>
            </p:cNvPr>
            <p:cNvSpPr/>
            <p:nvPr/>
          </p:nvSpPr>
          <p:spPr>
            <a:xfrm>
              <a:off x="708005" y="3572000"/>
              <a:ext cx="12779" cy="41495"/>
            </a:xfrm>
            <a:custGeom>
              <a:avLst/>
              <a:gdLst>
                <a:gd name="connsiteX0" fmla="*/ 6390 w 12779"/>
                <a:gd name="connsiteY0" fmla="*/ 0 h 41495"/>
                <a:gd name="connsiteX1" fmla="*/ 0 w 12779"/>
                <a:gd name="connsiteY1" fmla="*/ 6384 h 41495"/>
                <a:gd name="connsiteX2" fmla="*/ 0 w 12779"/>
                <a:gd name="connsiteY2" fmla="*/ 35112 h 41495"/>
                <a:gd name="connsiteX3" fmla="*/ 6390 w 12779"/>
                <a:gd name="connsiteY3" fmla="*/ 41496 h 41495"/>
                <a:gd name="connsiteX4" fmla="*/ 12780 w 12779"/>
                <a:gd name="connsiteY4" fmla="*/ 35112 h 41495"/>
                <a:gd name="connsiteX5" fmla="*/ 12780 w 12779"/>
                <a:gd name="connsiteY5" fmla="*/ 6384 h 41495"/>
                <a:gd name="connsiteX6" fmla="*/ 6390 w 12779"/>
                <a:gd name="connsiteY6" fmla="*/ 0 h 41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41495">
                  <a:moveTo>
                    <a:pt x="6390" y="0"/>
                  </a:moveTo>
                  <a:cubicBezTo>
                    <a:pt x="2556" y="0"/>
                    <a:pt x="0" y="2553"/>
                    <a:pt x="0" y="6384"/>
                  </a:cubicBezTo>
                  <a:lnTo>
                    <a:pt x="0" y="35112"/>
                  </a:lnTo>
                  <a:cubicBezTo>
                    <a:pt x="0" y="38942"/>
                    <a:pt x="2556" y="41496"/>
                    <a:pt x="6390" y="41496"/>
                  </a:cubicBezTo>
                  <a:cubicBezTo>
                    <a:pt x="10224" y="41496"/>
                    <a:pt x="12780" y="38942"/>
                    <a:pt x="12780" y="35112"/>
                  </a:cubicBezTo>
                  <a:lnTo>
                    <a:pt x="12780" y="6384"/>
                  </a:lnTo>
                  <a:cubicBezTo>
                    <a:pt x="12780" y="2553"/>
                    <a:pt x="10224" y="0"/>
                    <a:pt x="6390" y="0"/>
                  </a:cubicBezTo>
                  <a:close/>
                </a:path>
              </a:pathLst>
            </a:custGeom>
            <a:solidFill>
              <a:srgbClr val="00ABAB"/>
            </a:solidFill>
            <a:ln w="6390" cap="flat">
              <a:noFill/>
              <a:prstDash val="solid"/>
              <a:miter/>
            </a:ln>
          </p:spPr>
          <p:txBody>
            <a:bodyPr rtlCol="0" anchor="ctr"/>
            <a:lstStyle/>
            <a:p>
              <a:endParaRPr lang="en-US"/>
            </a:p>
          </p:txBody>
        </p:sp>
        <p:sp>
          <p:nvSpPr>
            <p:cNvPr id="60" name="Graphic 4">
              <a:extLst>
                <a:ext uri="{FF2B5EF4-FFF2-40B4-BE49-F238E27FC236}">
                  <a16:creationId xmlns:a16="http://schemas.microsoft.com/office/drawing/2014/main" id="{E6868D92-34DD-7345-A139-1804571C3636}"/>
                </a:ext>
              </a:extLst>
            </p:cNvPr>
            <p:cNvSpPr/>
            <p:nvPr/>
          </p:nvSpPr>
          <p:spPr>
            <a:xfrm>
              <a:off x="620408" y="3481932"/>
              <a:ext cx="55062" cy="54956"/>
            </a:xfrm>
            <a:custGeom>
              <a:avLst/>
              <a:gdLst>
                <a:gd name="connsiteX0" fmla="*/ 15390 w 55062"/>
                <a:gd name="connsiteY0" fmla="*/ 2608 h 54956"/>
                <a:gd name="connsiteX1" fmla="*/ 2610 w 55062"/>
                <a:gd name="connsiteY1" fmla="*/ 39635 h 54956"/>
                <a:gd name="connsiteX2" fmla="*/ 27531 w 55062"/>
                <a:gd name="connsiteY2" fmla="*/ 54957 h 54956"/>
                <a:gd name="connsiteX3" fmla="*/ 39672 w 55062"/>
                <a:gd name="connsiteY3" fmla="*/ 52403 h 54956"/>
                <a:gd name="connsiteX4" fmla="*/ 52452 w 55062"/>
                <a:gd name="connsiteY4" fmla="*/ 15376 h 54956"/>
                <a:gd name="connsiteX5" fmla="*/ 15390 w 55062"/>
                <a:gd name="connsiteY5" fmla="*/ 2608 h 54956"/>
                <a:gd name="connsiteX6" fmla="*/ 33921 w 55062"/>
                <a:gd name="connsiteY6" fmla="*/ 40273 h 54956"/>
                <a:gd name="connsiteX7" fmla="*/ 14751 w 55062"/>
                <a:gd name="connsiteY7" fmla="*/ 31336 h 54956"/>
                <a:gd name="connsiteX8" fmla="*/ 21141 w 55062"/>
                <a:gd name="connsiteY8" fmla="*/ 13461 h 54956"/>
                <a:gd name="connsiteX9" fmla="*/ 40311 w 55062"/>
                <a:gd name="connsiteY9" fmla="*/ 22398 h 54956"/>
                <a:gd name="connsiteX10" fmla="*/ 33921 w 55062"/>
                <a:gd name="connsiteY10" fmla="*/ 40273 h 5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062" h="54956">
                  <a:moveTo>
                    <a:pt x="15390" y="2608"/>
                  </a:moveTo>
                  <a:cubicBezTo>
                    <a:pt x="1971" y="8992"/>
                    <a:pt x="-3780" y="25590"/>
                    <a:pt x="2610" y="39635"/>
                  </a:cubicBezTo>
                  <a:cubicBezTo>
                    <a:pt x="7083" y="49211"/>
                    <a:pt x="16668" y="54957"/>
                    <a:pt x="27531" y="54957"/>
                  </a:cubicBezTo>
                  <a:cubicBezTo>
                    <a:pt x="32004" y="54957"/>
                    <a:pt x="35838" y="54318"/>
                    <a:pt x="39672" y="52403"/>
                  </a:cubicBezTo>
                  <a:cubicBezTo>
                    <a:pt x="53091" y="46019"/>
                    <a:pt x="58842" y="29421"/>
                    <a:pt x="52452" y="15376"/>
                  </a:cubicBezTo>
                  <a:cubicBezTo>
                    <a:pt x="45423" y="1969"/>
                    <a:pt x="28809" y="-3776"/>
                    <a:pt x="15390" y="2608"/>
                  </a:cubicBezTo>
                  <a:close/>
                  <a:moveTo>
                    <a:pt x="33921" y="40273"/>
                  </a:moveTo>
                  <a:cubicBezTo>
                    <a:pt x="26253" y="42827"/>
                    <a:pt x="17946" y="38997"/>
                    <a:pt x="14751" y="31336"/>
                  </a:cubicBezTo>
                  <a:cubicBezTo>
                    <a:pt x="12195" y="24952"/>
                    <a:pt x="14751" y="17291"/>
                    <a:pt x="21141" y="13461"/>
                  </a:cubicBezTo>
                  <a:cubicBezTo>
                    <a:pt x="28809" y="10907"/>
                    <a:pt x="37116" y="14737"/>
                    <a:pt x="40311" y="22398"/>
                  </a:cubicBezTo>
                  <a:cubicBezTo>
                    <a:pt x="42228" y="29421"/>
                    <a:pt x="39672" y="37081"/>
                    <a:pt x="33921" y="40273"/>
                  </a:cubicBezTo>
                  <a:close/>
                </a:path>
              </a:pathLst>
            </a:custGeom>
            <a:solidFill>
              <a:srgbClr val="00ABAB"/>
            </a:solidFill>
            <a:ln w="6390" cap="flat">
              <a:noFill/>
              <a:prstDash val="solid"/>
              <a:miter/>
            </a:ln>
          </p:spPr>
          <p:txBody>
            <a:bodyPr rtlCol="0" anchor="ctr"/>
            <a:lstStyle/>
            <a:p>
              <a:endParaRPr lang="en-US"/>
            </a:p>
          </p:txBody>
        </p:sp>
        <p:sp>
          <p:nvSpPr>
            <p:cNvPr id="61" name="Graphic 4">
              <a:extLst>
                <a:ext uri="{FF2B5EF4-FFF2-40B4-BE49-F238E27FC236}">
                  <a16:creationId xmlns:a16="http://schemas.microsoft.com/office/drawing/2014/main" id="{2655CC55-939E-A247-9C60-24DCFE9B9B24}"/>
                </a:ext>
              </a:extLst>
            </p:cNvPr>
            <p:cNvSpPr/>
            <p:nvPr/>
          </p:nvSpPr>
          <p:spPr>
            <a:xfrm>
              <a:off x="575114" y="3391082"/>
              <a:ext cx="147919" cy="195601"/>
            </a:xfrm>
            <a:custGeom>
              <a:avLst/>
              <a:gdLst>
                <a:gd name="connsiteX0" fmla="*/ 126501 w 147919"/>
                <a:gd name="connsiteY0" fmla="*/ 108779 h 195601"/>
                <a:gd name="connsiteX1" fmla="*/ 77298 w 147919"/>
                <a:gd name="connsiteY1" fmla="*/ 1528 h 195601"/>
                <a:gd name="connsiteX2" fmla="*/ 70269 w 147919"/>
                <a:gd name="connsiteY2" fmla="*/ 890 h 195601"/>
                <a:gd name="connsiteX3" fmla="*/ 22984 w 147919"/>
                <a:gd name="connsiteY3" fmla="*/ 109418 h 195601"/>
                <a:gd name="connsiteX4" fmla="*/ 2536 w 147919"/>
                <a:gd name="connsiteY4" fmla="*/ 169427 h 195601"/>
                <a:gd name="connsiteX5" fmla="*/ 8926 w 147919"/>
                <a:gd name="connsiteY5" fmla="*/ 173896 h 195601"/>
                <a:gd name="connsiteX6" fmla="*/ 8926 w 147919"/>
                <a:gd name="connsiteY6" fmla="*/ 173896 h 195601"/>
                <a:gd name="connsiteX7" fmla="*/ 45987 w 147919"/>
                <a:gd name="connsiteY7" fmla="*/ 173896 h 195601"/>
                <a:gd name="connsiteX8" fmla="*/ 75381 w 147919"/>
                <a:gd name="connsiteY8" fmla="*/ 195601 h 195601"/>
                <a:gd name="connsiteX9" fmla="*/ 76020 w 147919"/>
                <a:gd name="connsiteY9" fmla="*/ 195601 h 195601"/>
                <a:gd name="connsiteX10" fmla="*/ 103497 w 147919"/>
                <a:gd name="connsiteY10" fmla="*/ 174534 h 195601"/>
                <a:gd name="connsiteX11" fmla="*/ 140559 w 147919"/>
                <a:gd name="connsiteY11" fmla="*/ 173896 h 195601"/>
                <a:gd name="connsiteX12" fmla="*/ 146949 w 147919"/>
                <a:gd name="connsiteY12" fmla="*/ 168789 h 195601"/>
                <a:gd name="connsiteX13" fmla="*/ 126501 w 147919"/>
                <a:gd name="connsiteY13" fmla="*/ 108779 h 195601"/>
                <a:gd name="connsiteX14" fmla="*/ 134169 w 147919"/>
                <a:gd name="connsiteY14" fmla="*/ 161128 h 195601"/>
                <a:gd name="connsiteX15" fmla="*/ 97746 w 147919"/>
                <a:gd name="connsiteY15" fmla="*/ 161766 h 195601"/>
                <a:gd name="connsiteX16" fmla="*/ 91356 w 147919"/>
                <a:gd name="connsiteY16" fmla="*/ 166873 h 195601"/>
                <a:gd name="connsiteX17" fmla="*/ 74103 w 147919"/>
                <a:gd name="connsiteY17" fmla="*/ 182833 h 195601"/>
                <a:gd name="connsiteX18" fmla="*/ 74103 w 147919"/>
                <a:gd name="connsiteY18" fmla="*/ 182833 h 195601"/>
                <a:gd name="connsiteX19" fmla="*/ 54933 w 147919"/>
                <a:gd name="connsiteY19" fmla="*/ 165597 h 195601"/>
                <a:gd name="connsiteX20" fmla="*/ 48543 w 147919"/>
                <a:gd name="connsiteY20" fmla="*/ 161128 h 195601"/>
                <a:gd name="connsiteX21" fmla="*/ 48543 w 147919"/>
                <a:gd name="connsiteY21" fmla="*/ 161128 h 195601"/>
                <a:gd name="connsiteX22" fmla="*/ 12760 w 147919"/>
                <a:gd name="connsiteY22" fmla="*/ 161128 h 195601"/>
                <a:gd name="connsiteX23" fmla="*/ 31930 w 147919"/>
                <a:gd name="connsiteY23" fmla="*/ 118355 h 195601"/>
                <a:gd name="connsiteX24" fmla="*/ 35764 w 147919"/>
                <a:gd name="connsiteY24" fmla="*/ 111971 h 195601"/>
                <a:gd name="connsiteX25" fmla="*/ 73464 w 147919"/>
                <a:gd name="connsiteY25" fmla="*/ 13658 h 195601"/>
                <a:gd name="connsiteX26" fmla="*/ 113721 w 147919"/>
                <a:gd name="connsiteY26" fmla="*/ 110694 h 195601"/>
                <a:gd name="connsiteX27" fmla="*/ 116277 w 147919"/>
                <a:gd name="connsiteY27" fmla="*/ 115802 h 195601"/>
                <a:gd name="connsiteX28" fmla="*/ 134169 w 147919"/>
                <a:gd name="connsiteY28" fmla="*/ 161128 h 195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47919" h="195601">
                  <a:moveTo>
                    <a:pt x="126501" y="108779"/>
                  </a:moveTo>
                  <a:cubicBezTo>
                    <a:pt x="125862" y="94735"/>
                    <a:pt x="121389" y="36002"/>
                    <a:pt x="77298" y="1528"/>
                  </a:cubicBezTo>
                  <a:cubicBezTo>
                    <a:pt x="75381" y="-387"/>
                    <a:pt x="72186" y="-387"/>
                    <a:pt x="70269" y="890"/>
                  </a:cubicBezTo>
                  <a:cubicBezTo>
                    <a:pt x="68352" y="2167"/>
                    <a:pt x="21067" y="31533"/>
                    <a:pt x="22984" y="109418"/>
                  </a:cubicBezTo>
                  <a:cubicBezTo>
                    <a:pt x="10204" y="117078"/>
                    <a:pt x="-6410" y="136869"/>
                    <a:pt x="2536" y="169427"/>
                  </a:cubicBezTo>
                  <a:cubicBezTo>
                    <a:pt x="3175" y="171981"/>
                    <a:pt x="5731" y="174534"/>
                    <a:pt x="8926" y="173896"/>
                  </a:cubicBezTo>
                  <a:lnTo>
                    <a:pt x="8926" y="173896"/>
                  </a:lnTo>
                  <a:lnTo>
                    <a:pt x="45987" y="173896"/>
                  </a:lnTo>
                  <a:cubicBezTo>
                    <a:pt x="49821" y="181557"/>
                    <a:pt x="58128" y="195601"/>
                    <a:pt x="75381" y="195601"/>
                  </a:cubicBezTo>
                  <a:lnTo>
                    <a:pt x="76020" y="195601"/>
                  </a:lnTo>
                  <a:cubicBezTo>
                    <a:pt x="88800" y="194963"/>
                    <a:pt x="99663" y="186664"/>
                    <a:pt x="103497" y="174534"/>
                  </a:cubicBezTo>
                  <a:lnTo>
                    <a:pt x="140559" y="173896"/>
                  </a:lnTo>
                  <a:cubicBezTo>
                    <a:pt x="143754" y="173896"/>
                    <a:pt x="146310" y="171981"/>
                    <a:pt x="146949" y="168789"/>
                  </a:cubicBezTo>
                  <a:cubicBezTo>
                    <a:pt x="150782" y="146445"/>
                    <a:pt x="143115" y="124101"/>
                    <a:pt x="126501" y="108779"/>
                  </a:cubicBezTo>
                  <a:close/>
                  <a:moveTo>
                    <a:pt x="134169" y="161128"/>
                  </a:moveTo>
                  <a:lnTo>
                    <a:pt x="97746" y="161766"/>
                  </a:lnTo>
                  <a:cubicBezTo>
                    <a:pt x="94551" y="161766"/>
                    <a:pt x="91995" y="163681"/>
                    <a:pt x="91356" y="166873"/>
                  </a:cubicBezTo>
                  <a:cubicBezTo>
                    <a:pt x="91356" y="166873"/>
                    <a:pt x="87522" y="182833"/>
                    <a:pt x="74103" y="182833"/>
                  </a:cubicBezTo>
                  <a:lnTo>
                    <a:pt x="74103" y="182833"/>
                  </a:lnTo>
                  <a:cubicBezTo>
                    <a:pt x="60684" y="182833"/>
                    <a:pt x="54933" y="165597"/>
                    <a:pt x="54933" y="165597"/>
                  </a:cubicBezTo>
                  <a:cubicBezTo>
                    <a:pt x="54294" y="163043"/>
                    <a:pt x="51738" y="161128"/>
                    <a:pt x="48543" y="161128"/>
                  </a:cubicBezTo>
                  <a:lnTo>
                    <a:pt x="48543" y="161128"/>
                  </a:lnTo>
                  <a:lnTo>
                    <a:pt x="12760" y="161128"/>
                  </a:lnTo>
                  <a:cubicBezTo>
                    <a:pt x="8287" y="144530"/>
                    <a:pt x="16594" y="126654"/>
                    <a:pt x="31930" y="118355"/>
                  </a:cubicBezTo>
                  <a:cubicBezTo>
                    <a:pt x="34486" y="117078"/>
                    <a:pt x="35764" y="115163"/>
                    <a:pt x="35764" y="111971"/>
                  </a:cubicBezTo>
                  <a:cubicBezTo>
                    <a:pt x="33208" y="51323"/>
                    <a:pt x="62601" y="21957"/>
                    <a:pt x="73464" y="13658"/>
                  </a:cubicBezTo>
                  <a:cubicBezTo>
                    <a:pt x="114360" y="48770"/>
                    <a:pt x="113721" y="110056"/>
                    <a:pt x="113721" y="110694"/>
                  </a:cubicBezTo>
                  <a:cubicBezTo>
                    <a:pt x="113721" y="112610"/>
                    <a:pt x="114360" y="114525"/>
                    <a:pt x="116277" y="115802"/>
                  </a:cubicBezTo>
                  <a:cubicBezTo>
                    <a:pt x="129057" y="127293"/>
                    <a:pt x="136086" y="144530"/>
                    <a:pt x="134169" y="161128"/>
                  </a:cubicBezTo>
                  <a:close/>
                </a:path>
              </a:pathLst>
            </a:custGeom>
            <a:solidFill>
              <a:srgbClr val="00ABAB"/>
            </a:solidFill>
            <a:ln w="6390" cap="flat">
              <a:noFill/>
              <a:prstDash val="solid"/>
              <a:miter/>
            </a:ln>
          </p:spPr>
          <p:txBody>
            <a:bodyPr rtlCol="0" anchor="ctr"/>
            <a:lstStyle/>
            <a:p>
              <a:endParaRPr lang="en-US"/>
            </a:p>
          </p:txBody>
        </p:sp>
      </p:grpSp>
      <p:grpSp>
        <p:nvGrpSpPr>
          <p:cNvPr id="62" name="Graphic 4">
            <a:extLst>
              <a:ext uri="{FF2B5EF4-FFF2-40B4-BE49-F238E27FC236}">
                <a16:creationId xmlns:a16="http://schemas.microsoft.com/office/drawing/2014/main" id="{0B059A4F-EC6D-6D4B-9330-5F68022443C3}"/>
              </a:ext>
            </a:extLst>
          </p:cNvPr>
          <p:cNvGrpSpPr/>
          <p:nvPr/>
        </p:nvGrpSpPr>
        <p:grpSpPr>
          <a:xfrm>
            <a:off x="905454" y="3339623"/>
            <a:ext cx="362309" cy="361971"/>
            <a:chOff x="905454" y="3339623"/>
            <a:chExt cx="362309" cy="361971"/>
          </a:xfrm>
          <a:solidFill>
            <a:srgbClr val="00ABAB"/>
          </a:solidFill>
        </p:grpSpPr>
        <p:sp>
          <p:nvSpPr>
            <p:cNvPr id="63" name="Graphic 4">
              <a:extLst>
                <a:ext uri="{FF2B5EF4-FFF2-40B4-BE49-F238E27FC236}">
                  <a16:creationId xmlns:a16="http://schemas.microsoft.com/office/drawing/2014/main" id="{46AC396D-96CB-944A-9CC4-26E575D8AE96}"/>
                </a:ext>
              </a:extLst>
            </p:cNvPr>
            <p:cNvSpPr/>
            <p:nvPr/>
          </p:nvSpPr>
          <p:spPr>
            <a:xfrm>
              <a:off x="1024958" y="3405378"/>
              <a:ext cx="122369" cy="169175"/>
            </a:xfrm>
            <a:custGeom>
              <a:avLst/>
              <a:gdLst>
                <a:gd name="connsiteX0" fmla="*/ 104143 w 122369"/>
                <a:gd name="connsiteY0" fmla="*/ 102144 h 169175"/>
                <a:gd name="connsiteX1" fmla="*/ 101587 w 122369"/>
                <a:gd name="connsiteY1" fmla="*/ 97037 h 169175"/>
                <a:gd name="connsiteX2" fmla="*/ 61331 w 122369"/>
                <a:gd name="connsiteY2" fmla="*/ 0 h 169175"/>
                <a:gd name="connsiteX3" fmla="*/ 23630 w 122369"/>
                <a:gd name="connsiteY3" fmla="*/ 98313 h 169175"/>
                <a:gd name="connsiteX4" fmla="*/ 19796 w 122369"/>
                <a:gd name="connsiteY4" fmla="*/ 104697 h 169175"/>
                <a:gd name="connsiteX5" fmla="*/ 1265 w 122369"/>
                <a:gd name="connsiteY5" fmla="*/ 147470 h 169175"/>
                <a:gd name="connsiteX6" fmla="*/ 37049 w 122369"/>
                <a:gd name="connsiteY6" fmla="*/ 147470 h 169175"/>
                <a:gd name="connsiteX7" fmla="*/ 37049 w 122369"/>
                <a:gd name="connsiteY7" fmla="*/ 147470 h 169175"/>
                <a:gd name="connsiteX8" fmla="*/ 42800 w 122369"/>
                <a:gd name="connsiteY8" fmla="*/ 151939 h 169175"/>
                <a:gd name="connsiteX9" fmla="*/ 61970 w 122369"/>
                <a:gd name="connsiteY9" fmla="*/ 169176 h 169175"/>
                <a:gd name="connsiteX10" fmla="*/ 61970 w 122369"/>
                <a:gd name="connsiteY10" fmla="*/ 169176 h 169175"/>
                <a:gd name="connsiteX11" fmla="*/ 79223 w 122369"/>
                <a:gd name="connsiteY11" fmla="*/ 153216 h 169175"/>
                <a:gd name="connsiteX12" fmla="*/ 85613 w 122369"/>
                <a:gd name="connsiteY12" fmla="*/ 148108 h 169175"/>
                <a:gd name="connsiteX13" fmla="*/ 122035 w 122369"/>
                <a:gd name="connsiteY13" fmla="*/ 147470 h 169175"/>
                <a:gd name="connsiteX14" fmla="*/ 104143 w 122369"/>
                <a:gd name="connsiteY14" fmla="*/ 102144 h 169175"/>
                <a:gd name="connsiteX15" fmla="*/ 72833 w 122369"/>
                <a:gd name="connsiteY15" fmla="*/ 128318 h 169175"/>
                <a:gd name="connsiteX16" fmla="*/ 60692 w 122369"/>
                <a:gd name="connsiteY16" fmla="*/ 130872 h 169175"/>
                <a:gd name="connsiteX17" fmla="*/ 35771 w 122369"/>
                <a:gd name="connsiteY17" fmla="*/ 115550 h 169175"/>
                <a:gd name="connsiteX18" fmla="*/ 48551 w 122369"/>
                <a:gd name="connsiteY18" fmla="*/ 79162 h 169175"/>
                <a:gd name="connsiteX19" fmla="*/ 48551 w 122369"/>
                <a:gd name="connsiteY19" fmla="*/ 79162 h 169175"/>
                <a:gd name="connsiteX20" fmla="*/ 84974 w 122369"/>
                <a:gd name="connsiteY20" fmla="*/ 93206 h 169175"/>
                <a:gd name="connsiteX21" fmla="*/ 72833 w 122369"/>
                <a:gd name="connsiteY21" fmla="*/ 128318 h 169175"/>
                <a:gd name="connsiteX22" fmla="*/ 72833 w 122369"/>
                <a:gd name="connsiteY22" fmla="*/ 128318 h 16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2369" h="169175">
                  <a:moveTo>
                    <a:pt x="104143" y="102144"/>
                  </a:moveTo>
                  <a:cubicBezTo>
                    <a:pt x="102865" y="100867"/>
                    <a:pt x="101587" y="98952"/>
                    <a:pt x="101587" y="97037"/>
                  </a:cubicBezTo>
                  <a:cubicBezTo>
                    <a:pt x="101587" y="96398"/>
                    <a:pt x="101587" y="35112"/>
                    <a:pt x="61331" y="0"/>
                  </a:cubicBezTo>
                  <a:cubicBezTo>
                    <a:pt x="51107" y="8299"/>
                    <a:pt x="21074" y="37027"/>
                    <a:pt x="23630" y="98313"/>
                  </a:cubicBezTo>
                  <a:cubicBezTo>
                    <a:pt x="23630" y="100867"/>
                    <a:pt x="22352" y="103421"/>
                    <a:pt x="19796" y="104697"/>
                  </a:cubicBezTo>
                  <a:cubicBezTo>
                    <a:pt x="4460" y="112997"/>
                    <a:pt x="-3208" y="130233"/>
                    <a:pt x="1265" y="147470"/>
                  </a:cubicBezTo>
                  <a:lnTo>
                    <a:pt x="37049" y="147470"/>
                  </a:lnTo>
                  <a:lnTo>
                    <a:pt x="37049" y="147470"/>
                  </a:lnTo>
                  <a:cubicBezTo>
                    <a:pt x="39605" y="147470"/>
                    <a:pt x="42161" y="149385"/>
                    <a:pt x="42800" y="151939"/>
                  </a:cubicBezTo>
                  <a:cubicBezTo>
                    <a:pt x="42800" y="151939"/>
                    <a:pt x="48551" y="169176"/>
                    <a:pt x="61970" y="169176"/>
                  </a:cubicBezTo>
                  <a:lnTo>
                    <a:pt x="61970" y="169176"/>
                  </a:lnTo>
                  <a:cubicBezTo>
                    <a:pt x="75389" y="169176"/>
                    <a:pt x="78584" y="153854"/>
                    <a:pt x="79223" y="153216"/>
                  </a:cubicBezTo>
                  <a:cubicBezTo>
                    <a:pt x="79862" y="150024"/>
                    <a:pt x="82418" y="148108"/>
                    <a:pt x="85613" y="148108"/>
                  </a:cubicBezTo>
                  <a:lnTo>
                    <a:pt x="122035" y="147470"/>
                  </a:lnTo>
                  <a:cubicBezTo>
                    <a:pt x="123952" y="129595"/>
                    <a:pt x="117562" y="112997"/>
                    <a:pt x="104143" y="102144"/>
                  </a:cubicBezTo>
                  <a:close/>
                  <a:moveTo>
                    <a:pt x="72833" y="128318"/>
                  </a:moveTo>
                  <a:cubicBezTo>
                    <a:pt x="68999" y="130233"/>
                    <a:pt x="65165" y="130872"/>
                    <a:pt x="60692" y="130872"/>
                  </a:cubicBezTo>
                  <a:cubicBezTo>
                    <a:pt x="50468" y="130872"/>
                    <a:pt x="40883" y="125126"/>
                    <a:pt x="35771" y="115550"/>
                  </a:cubicBezTo>
                  <a:cubicBezTo>
                    <a:pt x="29381" y="102144"/>
                    <a:pt x="34493" y="85546"/>
                    <a:pt x="48551" y="79162"/>
                  </a:cubicBezTo>
                  <a:cubicBezTo>
                    <a:pt x="48551" y="79162"/>
                    <a:pt x="48551" y="79162"/>
                    <a:pt x="48551" y="79162"/>
                  </a:cubicBezTo>
                  <a:cubicBezTo>
                    <a:pt x="62609" y="72778"/>
                    <a:pt x="78584" y="79162"/>
                    <a:pt x="84974" y="93206"/>
                  </a:cubicBezTo>
                  <a:cubicBezTo>
                    <a:pt x="91364" y="105974"/>
                    <a:pt x="86252" y="121934"/>
                    <a:pt x="72833" y="128318"/>
                  </a:cubicBezTo>
                  <a:lnTo>
                    <a:pt x="72833" y="128318"/>
                  </a:lnTo>
                  <a:close/>
                </a:path>
              </a:pathLst>
            </a:custGeom>
            <a:solidFill>
              <a:srgbClr val="00ABAB"/>
            </a:solidFill>
            <a:ln w="6390" cap="flat">
              <a:noFill/>
              <a:prstDash val="solid"/>
              <a:miter/>
            </a:ln>
          </p:spPr>
          <p:txBody>
            <a:bodyPr rtlCol="0" anchor="ctr"/>
            <a:lstStyle/>
            <a:p>
              <a:endParaRPr lang="en-US"/>
            </a:p>
          </p:txBody>
        </p:sp>
        <p:sp>
          <p:nvSpPr>
            <p:cNvPr id="479" name="Graphic 4">
              <a:extLst>
                <a:ext uri="{FF2B5EF4-FFF2-40B4-BE49-F238E27FC236}">
                  <a16:creationId xmlns:a16="http://schemas.microsoft.com/office/drawing/2014/main" id="{BF1A7AF9-BDC0-0E4C-9904-B40C2AF0452D}"/>
                </a:ext>
              </a:extLst>
            </p:cNvPr>
            <p:cNvSpPr/>
            <p:nvPr/>
          </p:nvSpPr>
          <p:spPr>
            <a:xfrm>
              <a:off x="1070803" y="3494754"/>
              <a:ext cx="29506" cy="28979"/>
            </a:xfrm>
            <a:custGeom>
              <a:avLst/>
              <a:gdLst>
                <a:gd name="connsiteX0" fmla="*/ 14846 w 29506"/>
                <a:gd name="connsiteY0" fmla="*/ 0 h 28979"/>
                <a:gd name="connsiteX1" fmla="*/ 789 w 29506"/>
                <a:gd name="connsiteY1" fmla="*/ 9576 h 28979"/>
                <a:gd name="connsiteX2" fmla="*/ 9735 w 29506"/>
                <a:gd name="connsiteY2" fmla="*/ 28090 h 28979"/>
                <a:gd name="connsiteX3" fmla="*/ 21236 w 29506"/>
                <a:gd name="connsiteY3" fmla="*/ 27451 h 28979"/>
                <a:gd name="connsiteX4" fmla="*/ 28265 w 29506"/>
                <a:gd name="connsiteY4" fmla="*/ 7661 h 28979"/>
                <a:gd name="connsiteX5" fmla="*/ 14846 w 29506"/>
                <a:gd name="connsiteY5" fmla="*/ 0 h 28979"/>
                <a:gd name="connsiteX6" fmla="*/ 14846 w 29506"/>
                <a:gd name="connsiteY6" fmla="*/ 0 h 28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506" h="28979">
                  <a:moveTo>
                    <a:pt x="14846" y="0"/>
                  </a:moveTo>
                  <a:cubicBezTo>
                    <a:pt x="8456" y="0"/>
                    <a:pt x="2706" y="3831"/>
                    <a:pt x="789" y="9576"/>
                  </a:cubicBezTo>
                  <a:cubicBezTo>
                    <a:pt x="-1767" y="17237"/>
                    <a:pt x="2067" y="25536"/>
                    <a:pt x="9735" y="28090"/>
                  </a:cubicBezTo>
                  <a:cubicBezTo>
                    <a:pt x="13568" y="29367"/>
                    <a:pt x="17402" y="29367"/>
                    <a:pt x="21236" y="27451"/>
                  </a:cubicBezTo>
                  <a:cubicBezTo>
                    <a:pt x="28265" y="23621"/>
                    <a:pt x="31460" y="15322"/>
                    <a:pt x="28265" y="7661"/>
                  </a:cubicBezTo>
                  <a:cubicBezTo>
                    <a:pt x="25709" y="3192"/>
                    <a:pt x="20597" y="0"/>
                    <a:pt x="14846" y="0"/>
                  </a:cubicBezTo>
                  <a:lnTo>
                    <a:pt x="14846" y="0"/>
                  </a:lnTo>
                  <a:close/>
                </a:path>
              </a:pathLst>
            </a:custGeom>
            <a:solidFill>
              <a:srgbClr val="00ABAB"/>
            </a:solidFill>
            <a:ln w="6390" cap="flat">
              <a:noFill/>
              <a:prstDash val="solid"/>
              <a:miter/>
            </a:ln>
          </p:spPr>
          <p:txBody>
            <a:bodyPr rtlCol="0" anchor="ctr"/>
            <a:lstStyle/>
            <a:p>
              <a:endParaRPr lang="en-US"/>
            </a:p>
          </p:txBody>
        </p:sp>
        <p:sp>
          <p:nvSpPr>
            <p:cNvPr id="480" name="Graphic 4">
              <a:extLst>
                <a:ext uri="{FF2B5EF4-FFF2-40B4-BE49-F238E27FC236}">
                  <a16:creationId xmlns:a16="http://schemas.microsoft.com/office/drawing/2014/main" id="{5D70CCED-51C4-C449-8E49-6C70E4EFEFE5}"/>
                </a:ext>
              </a:extLst>
            </p:cNvPr>
            <p:cNvSpPr/>
            <p:nvPr/>
          </p:nvSpPr>
          <p:spPr>
            <a:xfrm>
              <a:off x="905454" y="3339623"/>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20770 w 362309"/>
                <a:gd name="connsiteY6" fmla="*/ 282810 h 361971"/>
                <a:gd name="connsiteX7" fmla="*/ 114380 w 362309"/>
                <a:gd name="connsiteY7" fmla="*/ 289194 h 361971"/>
                <a:gd name="connsiteX8" fmla="*/ 107990 w 362309"/>
                <a:gd name="connsiteY8" fmla="*/ 282810 h 361971"/>
                <a:gd name="connsiteX9" fmla="*/ 107990 w 362309"/>
                <a:gd name="connsiteY9" fmla="*/ 238761 h 361971"/>
                <a:gd name="connsiteX10" fmla="*/ 114380 w 362309"/>
                <a:gd name="connsiteY10" fmla="*/ 232377 h 361971"/>
                <a:gd name="connsiteX11" fmla="*/ 120770 w 362309"/>
                <a:gd name="connsiteY11" fmla="*/ 238761 h 361971"/>
                <a:gd name="connsiteX12" fmla="*/ 120770 w 362309"/>
                <a:gd name="connsiteY12" fmla="*/ 282810 h 361971"/>
                <a:gd name="connsiteX13" fmla="*/ 153998 w 362309"/>
                <a:gd name="connsiteY13" fmla="*/ 271319 h 361971"/>
                <a:gd name="connsiteX14" fmla="*/ 147608 w 362309"/>
                <a:gd name="connsiteY14" fmla="*/ 277703 h 361971"/>
                <a:gd name="connsiteX15" fmla="*/ 141218 w 362309"/>
                <a:gd name="connsiteY15" fmla="*/ 271319 h 361971"/>
                <a:gd name="connsiteX16" fmla="*/ 141218 w 362309"/>
                <a:gd name="connsiteY16" fmla="*/ 243868 h 361971"/>
                <a:gd name="connsiteX17" fmla="*/ 147608 w 362309"/>
                <a:gd name="connsiteY17" fmla="*/ 237484 h 361971"/>
                <a:gd name="connsiteX18" fmla="*/ 153998 w 362309"/>
                <a:gd name="connsiteY18" fmla="*/ 243868 h 361971"/>
                <a:gd name="connsiteX19" fmla="*/ 153998 w 362309"/>
                <a:gd name="connsiteY19" fmla="*/ 271319 h 361971"/>
                <a:gd name="connsiteX20" fmla="*/ 187225 w 362309"/>
                <a:gd name="connsiteY20" fmla="*/ 304516 h 361971"/>
                <a:gd name="connsiteX21" fmla="*/ 180835 w 362309"/>
                <a:gd name="connsiteY21" fmla="*/ 310900 h 361971"/>
                <a:gd name="connsiteX22" fmla="*/ 174445 w 362309"/>
                <a:gd name="connsiteY22" fmla="*/ 304516 h 361971"/>
                <a:gd name="connsiteX23" fmla="*/ 174445 w 362309"/>
                <a:gd name="connsiteY23" fmla="*/ 259190 h 361971"/>
                <a:gd name="connsiteX24" fmla="*/ 180835 w 362309"/>
                <a:gd name="connsiteY24" fmla="*/ 252806 h 361971"/>
                <a:gd name="connsiteX25" fmla="*/ 187225 w 362309"/>
                <a:gd name="connsiteY25" fmla="*/ 259190 h 361971"/>
                <a:gd name="connsiteX26" fmla="*/ 187225 w 362309"/>
                <a:gd name="connsiteY26" fmla="*/ 304516 h 361971"/>
                <a:gd name="connsiteX27" fmla="*/ 220453 w 362309"/>
                <a:gd name="connsiteY27" fmla="*/ 288556 h 361971"/>
                <a:gd name="connsiteX28" fmla="*/ 214063 w 362309"/>
                <a:gd name="connsiteY28" fmla="*/ 294940 h 361971"/>
                <a:gd name="connsiteX29" fmla="*/ 207673 w 362309"/>
                <a:gd name="connsiteY29" fmla="*/ 288556 h 361971"/>
                <a:gd name="connsiteX30" fmla="*/ 207673 w 362309"/>
                <a:gd name="connsiteY30" fmla="*/ 243230 h 361971"/>
                <a:gd name="connsiteX31" fmla="*/ 214063 w 362309"/>
                <a:gd name="connsiteY31" fmla="*/ 236846 h 361971"/>
                <a:gd name="connsiteX32" fmla="*/ 220453 w 362309"/>
                <a:gd name="connsiteY32" fmla="*/ 243230 h 361971"/>
                <a:gd name="connsiteX33" fmla="*/ 220453 w 362309"/>
                <a:gd name="connsiteY33" fmla="*/ 288556 h 361971"/>
                <a:gd name="connsiteX34" fmla="*/ 253680 w 362309"/>
                <a:gd name="connsiteY34" fmla="*/ 267489 h 361971"/>
                <a:gd name="connsiteX35" fmla="*/ 247291 w 362309"/>
                <a:gd name="connsiteY35" fmla="*/ 273873 h 361971"/>
                <a:gd name="connsiteX36" fmla="*/ 240901 w 362309"/>
                <a:gd name="connsiteY36" fmla="*/ 267489 h 361971"/>
                <a:gd name="connsiteX37" fmla="*/ 240901 w 362309"/>
                <a:gd name="connsiteY37" fmla="*/ 238761 h 361971"/>
                <a:gd name="connsiteX38" fmla="*/ 247291 w 362309"/>
                <a:gd name="connsiteY38" fmla="*/ 232377 h 361971"/>
                <a:gd name="connsiteX39" fmla="*/ 253680 w 362309"/>
                <a:gd name="connsiteY39" fmla="*/ 238761 h 361971"/>
                <a:gd name="connsiteX40" fmla="*/ 253680 w 362309"/>
                <a:gd name="connsiteY40" fmla="*/ 267489 h 361971"/>
                <a:gd name="connsiteX41" fmla="*/ 253680 w 362309"/>
                <a:gd name="connsiteY41" fmla="*/ 220247 h 361971"/>
                <a:gd name="connsiteX42" fmla="*/ 247291 w 362309"/>
                <a:gd name="connsiteY42" fmla="*/ 225355 h 361971"/>
                <a:gd name="connsiteX43" fmla="*/ 210229 w 362309"/>
                <a:gd name="connsiteY43" fmla="*/ 225993 h 361971"/>
                <a:gd name="connsiteX44" fmla="*/ 182752 w 362309"/>
                <a:gd name="connsiteY44" fmla="*/ 247060 h 361971"/>
                <a:gd name="connsiteX45" fmla="*/ 182113 w 362309"/>
                <a:gd name="connsiteY45" fmla="*/ 247060 h 361971"/>
                <a:gd name="connsiteX46" fmla="*/ 152720 w 362309"/>
                <a:gd name="connsiteY46" fmla="*/ 225355 h 361971"/>
                <a:gd name="connsiteX47" fmla="*/ 115658 w 362309"/>
                <a:gd name="connsiteY47" fmla="*/ 225355 h 361971"/>
                <a:gd name="connsiteX48" fmla="*/ 115658 w 362309"/>
                <a:gd name="connsiteY48" fmla="*/ 225355 h 361971"/>
                <a:gd name="connsiteX49" fmla="*/ 109268 w 362309"/>
                <a:gd name="connsiteY49" fmla="*/ 220886 h 361971"/>
                <a:gd name="connsiteX50" fmla="*/ 130355 w 362309"/>
                <a:gd name="connsiteY50" fmla="*/ 160876 h 361971"/>
                <a:gd name="connsiteX51" fmla="*/ 177640 w 362309"/>
                <a:gd name="connsiteY51" fmla="*/ 52349 h 361971"/>
                <a:gd name="connsiteX52" fmla="*/ 184669 w 362309"/>
                <a:gd name="connsiteY52" fmla="*/ 52987 h 361971"/>
                <a:gd name="connsiteX53" fmla="*/ 233872 w 362309"/>
                <a:gd name="connsiteY53" fmla="*/ 160238 h 361971"/>
                <a:gd name="connsiteX54" fmla="*/ 253680 w 362309"/>
                <a:gd name="connsiteY54" fmla="*/ 220247 h 361971"/>
                <a:gd name="connsiteX55" fmla="*/ 253680 w 362309"/>
                <a:gd name="connsiteY55" fmla="*/ 22024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1157" y="0"/>
                    <a:pt x="180835" y="0"/>
                  </a:cubicBezTo>
                  <a:close/>
                  <a:moveTo>
                    <a:pt x="120770" y="282810"/>
                  </a:moveTo>
                  <a:cubicBezTo>
                    <a:pt x="120770" y="286641"/>
                    <a:pt x="118214" y="289194"/>
                    <a:pt x="114380" y="289194"/>
                  </a:cubicBezTo>
                  <a:cubicBezTo>
                    <a:pt x="110546" y="289194"/>
                    <a:pt x="107990" y="286641"/>
                    <a:pt x="107990" y="282810"/>
                  </a:cubicBezTo>
                  <a:lnTo>
                    <a:pt x="107990" y="238761"/>
                  </a:lnTo>
                  <a:cubicBezTo>
                    <a:pt x="107990" y="234930"/>
                    <a:pt x="110546" y="232377"/>
                    <a:pt x="114380" y="232377"/>
                  </a:cubicBezTo>
                  <a:cubicBezTo>
                    <a:pt x="118214" y="232377"/>
                    <a:pt x="120770" y="234930"/>
                    <a:pt x="120770" y="238761"/>
                  </a:cubicBezTo>
                  <a:lnTo>
                    <a:pt x="120770" y="282810"/>
                  </a:lnTo>
                  <a:close/>
                  <a:moveTo>
                    <a:pt x="153998" y="271319"/>
                  </a:moveTo>
                  <a:cubicBezTo>
                    <a:pt x="153998" y="275149"/>
                    <a:pt x="151441" y="277703"/>
                    <a:pt x="147608" y="277703"/>
                  </a:cubicBezTo>
                  <a:cubicBezTo>
                    <a:pt x="143774" y="277703"/>
                    <a:pt x="141218" y="275149"/>
                    <a:pt x="141218" y="271319"/>
                  </a:cubicBezTo>
                  <a:lnTo>
                    <a:pt x="141218" y="243868"/>
                  </a:lnTo>
                  <a:cubicBezTo>
                    <a:pt x="141218" y="240038"/>
                    <a:pt x="143774" y="237484"/>
                    <a:pt x="147608" y="237484"/>
                  </a:cubicBezTo>
                  <a:cubicBezTo>
                    <a:pt x="151441" y="237484"/>
                    <a:pt x="153998" y="240038"/>
                    <a:pt x="153998" y="243868"/>
                  </a:cubicBezTo>
                  <a:lnTo>
                    <a:pt x="153998" y="271319"/>
                  </a:lnTo>
                  <a:close/>
                  <a:moveTo>
                    <a:pt x="187225" y="304516"/>
                  </a:moveTo>
                  <a:cubicBezTo>
                    <a:pt x="187225" y="308346"/>
                    <a:pt x="184669" y="310900"/>
                    <a:pt x="180835" y="310900"/>
                  </a:cubicBezTo>
                  <a:cubicBezTo>
                    <a:pt x="177001" y="310900"/>
                    <a:pt x="174445" y="308346"/>
                    <a:pt x="174445" y="304516"/>
                  </a:cubicBezTo>
                  <a:lnTo>
                    <a:pt x="174445" y="259190"/>
                  </a:lnTo>
                  <a:cubicBezTo>
                    <a:pt x="174445" y="255359"/>
                    <a:pt x="177001" y="252806"/>
                    <a:pt x="180835" y="252806"/>
                  </a:cubicBezTo>
                  <a:cubicBezTo>
                    <a:pt x="184669" y="252806"/>
                    <a:pt x="187225" y="255359"/>
                    <a:pt x="187225" y="259190"/>
                  </a:cubicBezTo>
                  <a:lnTo>
                    <a:pt x="187225" y="304516"/>
                  </a:lnTo>
                  <a:close/>
                  <a:moveTo>
                    <a:pt x="220453" y="288556"/>
                  </a:moveTo>
                  <a:cubicBezTo>
                    <a:pt x="220453" y="292386"/>
                    <a:pt x="217897" y="294940"/>
                    <a:pt x="214063" y="294940"/>
                  </a:cubicBezTo>
                  <a:cubicBezTo>
                    <a:pt x="210229" y="294940"/>
                    <a:pt x="207673" y="292386"/>
                    <a:pt x="207673" y="288556"/>
                  </a:cubicBezTo>
                  <a:lnTo>
                    <a:pt x="207673" y="243230"/>
                  </a:lnTo>
                  <a:cubicBezTo>
                    <a:pt x="207673" y="239399"/>
                    <a:pt x="210229" y="236846"/>
                    <a:pt x="214063" y="236846"/>
                  </a:cubicBezTo>
                  <a:cubicBezTo>
                    <a:pt x="217897" y="236846"/>
                    <a:pt x="220453" y="239399"/>
                    <a:pt x="220453" y="243230"/>
                  </a:cubicBezTo>
                  <a:lnTo>
                    <a:pt x="220453" y="288556"/>
                  </a:lnTo>
                  <a:close/>
                  <a:moveTo>
                    <a:pt x="253680" y="267489"/>
                  </a:moveTo>
                  <a:cubicBezTo>
                    <a:pt x="253680" y="271319"/>
                    <a:pt x="251125" y="273873"/>
                    <a:pt x="247291" y="273873"/>
                  </a:cubicBezTo>
                  <a:cubicBezTo>
                    <a:pt x="243457" y="273873"/>
                    <a:pt x="240901" y="271319"/>
                    <a:pt x="240901" y="267489"/>
                  </a:cubicBezTo>
                  <a:lnTo>
                    <a:pt x="240901" y="238761"/>
                  </a:lnTo>
                  <a:cubicBezTo>
                    <a:pt x="240901" y="234930"/>
                    <a:pt x="243457" y="232377"/>
                    <a:pt x="247291" y="232377"/>
                  </a:cubicBezTo>
                  <a:cubicBezTo>
                    <a:pt x="251125" y="232377"/>
                    <a:pt x="253680" y="234930"/>
                    <a:pt x="253680" y="238761"/>
                  </a:cubicBezTo>
                  <a:lnTo>
                    <a:pt x="253680" y="267489"/>
                  </a:lnTo>
                  <a:close/>
                  <a:moveTo>
                    <a:pt x="253680" y="220247"/>
                  </a:moveTo>
                  <a:cubicBezTo>
                    <a:pt x="253042" y="223439"/>
                    <a:pt x="250486" y="225355"/>
                    <a:pt x="247291" y="225355"/>
                  </a:cubicBezTo>
                  <a:lnTo>
                    <a:pt x="210229" y="225993"/>
                  </a:lnTo>
                  <a:cubicBezTo>
                    <a:pt x="206395" y="238122"/>
                    <a:pt x="195532" y="246422"/>
                    <a:pt x="182752" y="247060"/>
                  </a:cubicBezTo>
                  <a:lnTo>
                    <a:pt x="182113" y="247060"/>
                  </a:lnTo>
                  <a:cubicBezTo>
                    <a:pt x="164860" y="247060"/>
                    <a:pt x="155915" y="233015"/>
                    <a:pt x="152720" y="225355"/>
                  </a:cubicBezTo>
                  <a:lnTo>
                    <a:pt x="115658" y="225355"/>
                  </a:lnTo>
                  <a:lnTo>
                    <a:pt x="115658" y="225355"/>
                  </a:lnTo>
                  <a:cubicBezTo>
                    <a:pt x="112463" y="225355"/>
                    <a:pt x="109907" y="223439"/>
                    <a:pt x="109268" y="220886"/>
                  </a:cubicBezTo>
                  <a:cubicBezTo>
                    <a:pt x="100322" y="188327"/>
                    <a:pt x="117575" y="168537"/>
                    <a:pt x="130355" y="160876"/>
                  </a:cubicBezTo>
                  <a:cubicBezTo>
                    <a:pt x="129077" y="83630"/>
                    <a:pt x="175723" y="53626"/>
                    <a:pt x="177640" y="52349"/>
                  </a:cubicBezTo>
                  <a:cubicBezTo>
                    <a:pt x="180196" y="51072"/>
                    <a:pt x="182752" y="51072"/>
                    <a:pt x="184669" y="52987"/>
                  </a:cubicBezTo>
                  <a:cubicBezTo>
                    <a:pt x="228760" y="87461"/>
                    <a:pt x="233233" y="146193"/>
                    <a:pt x="233872" y="160238"/>
                  </a:cubicBezTo>
                  <a:cubicBezTo>
                    <a:pt x="250486" y="174921"/>
                    <a:pt x="258154" y="197903"/>
                    <a:pt x="253680" y="220247"/>
                  </a:cubicBezTo>
                  <a:lnTo>
                    <a:pt x="253680" y="220247"/>
                  </a:lnTo>
                  <a:close/>
                </a:path>
              </a:pathLst>
            </a:custGeom>
            <a:solidFill>
              <a:srgbClr val="00ABAB"/>
            </a:solidFill>
            <a:ln w="6390" cap="flat">
              <a:noFill/>
              <a:prstDash val="solid"/>
              <a:miter/>
            </a:ln>
          </p:spPr>
          <p:txBody>
            <a:bodyPr rtlCol="0" anchor="ctr"/>
            <a:lstStyle/>
            <a:p>
              <a:endParaRPr lang="en-US"/>
            </a:p>
          </p:txBody>
        </p:sp>
      </p:grpSp>
      <p:grpSp>
        <p:nvGrpSpPr>
          <p:cNvPr id="481" name="Graphic 4">
            <a:extLst>
              <a:ext uri="{FF2B5EF4-FFF2-40B4-BE49-F238E27FC236}">
                <a16:creationId xmlns:a16="http://schemas.microsoft.com/office/drawing/2014/main" id="{BA895295-7646-8246-9351-BDE1F2E3D974}"/>
              </a:ext>
            </a:extLst>
          </p:cNvPr>
          <p:cNvGrpSpPr/>
          <p:nvPr/>
        </p:nvGrpSpPr>
        <p:grpSpPr>
          <a:xfrm>
            <a:off x="4660820" y="1402723"/>
            <a:ext cx="362312" cy="361971"/>
            <a:chOff x="4660820" y="1402723"/>
            <a:chExt cx="362312" cy="361971"/>
          </a:xfrm>
          <a:solidFill>
            <a:srgbClr val="0097A9"/>
          </a:solidFill>
        </p:grpSpPr>
        <p:sp>
          <p:nvSpPr>
            <p:cNvPr id="482" name="Graphic 4">
              <a:extLst>
                <a:ext uri="{FF2B5EF4-FFF2-40B4-BE49-F238E27FC236}">
                  <a16:creationId xmlns:a16="http://schemas.microsoft.com/office/drawing/2014/main" id="{88EB0298-1928-F149-AB6B-B79A481C7C81}"/>
                </a:ext>
              </a:extLst>
            </p:cNvPr>
            <p:cNvSpPr/>
            <p:nvPr/>
          </p:nvSpPr>
          <p:spPr>
            <a:xfrm>
              <a:off x="4660820" y="140272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8565 h 361971"/>
                <a:gd name="connsiteX8" fmla="*/ 12780 w 362312"/>
                <a:gd name="connsiteY8" fmla="*/ 180667 h 361971"/>
                <a:gd name="connsiteX9" fmla="*/ 180835 w 362312"/>
                <a:gd name="connsiteY9" fmla="*/ 12130 h 361971"/>
                <a:gd name="connsiteX10" fmla="*/ 349529 w 362312"/>
                <a:gd name="connsiteY10" fmla="*/ 180028 h 361971"/>
                <a:gd name="connsiteX11" fmla="*/ 349529 w 362312"/>
                <a:gd name="connsiteY11" fmla="*/ 180028 h 361971"/>
                <a:gd name="connsiteX12" fmla="*/ 181474 w 362312"/>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0438"/>
                    <a:pt x="281796" y="0"/>
                    <a:pt x="181474" y="0"/>
                  </a:cubicBezTo>
                  <a:lnTo>
                    <a:pt x="181474" y="0"/>
                  </a:lnTo>
                  <a:close/>
                  <a:moveTo>
                    <a:pt x="181474" y="348565"/>
                  </a:moveTo>
                  <a:cubicBezTo>
                    <a:pt x="88181" y="348565"/>
                    <a:pt x="12780" y="273234"/>
                    <a:pt x="12780" y="180667"/>
                  </a:cubicBezTo>
                  <a:cubicBezTo>
                    <a:pt x="12780" y="88099"/>
                    <a:pt x="88181" y="12130"/>
                    <a:pt x="180835" y="12130"/>
                  </a:cubicBezTo>
                  <a:cubicBezTo>
                    <a:pt x="274128" y="12130"/>
                    <a:pt x="349529" y="87461"/>
                    <a:pt x="349529" y="180028"/>
                  </a:cubicBezTo>
                  <a:cubicBezTo>
                    <a:pt x="349529" y="180028"/>
                    <a:pt x="349529" y="180028"/>
                    <a:pt x="349529" y="180028"/>
                  </a:cubicBezTo>
                  <a:cubicBezTo>
                    <a:pt x="349529" y="273234"/>
                    <a:pt x="274767" y="348565"/>
                    <a:pt x="181474" y="348565"/>
                  </a:cubicBezTo>
                  <a:close/>
                </a:path>
              </a:pathLst>
            </a:custGeom>
            <a:solidFill>
              <a:srgbClr val="0097A9"/>
            </a:solidFill>
            <a:ln w="6390" cap="flat">
              <a:noFill/>
              <a:prstDash val="solid"/>
              <a:miter/>
            </a:ln>
          </p:spPr>
          <p:txBody>
            <a:bodyPr rtlCol="0" anchor="ctr"/>
            <a:lstStyle/>
            <a:p>
              <a:endParaRPr lang="en-US"/>
            </a:p>
          </p:txBody>
        </p:sp>
        <p:sp>
          <p:nvSpPr>
            <p:cNvPr id="483" name="Graphic 4">
              <a:extLst>
                <a:ext uri="{FF2B5EF4-FFF2-40B4-BE49-F238E27FC236}">
                  <a16:creationId xmlns:a16="http://schemas.microsoft.com/office/drawing/2014/main" id="{686C0363-454D-A640-B5B5-D7B660E1DECE}"/>
                </a:ext>
              </a:extLst>
            </p:cNvPr>
            <p:cNvSpPr/>
            <p:nvPr/>
          </p:nvSpPr>
          <p:spPr>
            <a:xfrm>
              <a:off x="4768171" y="1506144"/>
              <a:ext cx="150802" cy="150661"/>
            </a:xfrm>
            <a:custGeom>
              <a:avLst/>
              <a:gdLst>
                <a:gd name="connsiteX0" fmla="*/ 75401 w 150802"/>
                <a:gd name="connsiteY0" fmla="*/ 0 h 150661"/>
                <a:gd name="connsiteX1" fmla="*/ 0 w 150802"/>
                <a:gd name="connsiteY1" fmla="*/ 75331 h 150661"/>
                <a:gd name="connsiteX2" fmla="*/ 75401 w 150802"/>
                <a:gd name="connsiteY2" fmla="*/ 150662 h 150661"/>
                <a:gd name="connsiteX3" fmla="*/ 150802 w 150802"/>
                <a:gd name="connsiteY3" fmla="*/ 75331 h 150661"/>
                <a:gd name="connsiteX4" fmla="*/ 150802 w 150802"/>
                <a:gd name="connsiteY4" fmla="*/ 75331 h 150661"/>
                <a:gd name="connsiteX5" fmla="*/ 75401 w 150802"/>
                <a:gd name="connsiteY5" fmla="*/ 0 h 150661"/>
                <a:gd name="connsiteX6" fmla="*/ 75401 w 150802"/>
                <a:gd name="connsiteY6" fmla="*/ 138532 h 150661"/>
                <a:gd name="connsiteX7" fmla="*/ 12780 w 150802"/>
                <a:gd name="connsiteY7" fmla="*/ 75969 h 150661"/>
                <a:gd name="connsiteX8" fmla="*/ 75401 w 150802"/>
                <a:gd name="connsiteY8" fmla="*/ 13406 h 150661"/>
                <a:gd name="connsiteX9" fmla="*/ 138022 w 150802"/>
                <a:gd name="connsiteY9" fmla="*/ 75969 h 150661"/>
                <a:gd name="connsiteX10" fmla="*/ 138022 w 150802"/>
                <a:gd name="connsiteY10" fmla="*/ 75969 h 150661"/>
                <a:gd name="connsiteX11" fmla="*/ 75401 w 150802"/>
                <a:gd name="connsiteY11" fmla="*/ 138532 h 150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802" h="150661">
                  <a:moveTo>
                    <a:pt x="75401" y="0"/>
                  </a:moveTo>
                  <a:cubicBezTo>
                    <a:pt x="33867" y="0"/>
                    <a:pt x="0" y="33835"/>
                    <a:pt x="0" y="75331"/>
                  </a:cubicBezTo>
                  <a:cubicBezTo>
                    <a:pt x="0" y="116827"/>
                    <a:pt x="33867" y="150662"/>
                    <a:pt x="75401" y="150662"/>
                  </a:cubicBezTo>
                  <a:cubicBezTo>
                    <a:pt x="116936" y="150662"/>
                    <a:pt x="150802" y="116827"/>
                    <a:pt x="150802" y="75331"/>
                  </a:cubicBezTo>
                  <a:cubicBezTo>
                    <a:pt x="150802" y="75331"/>
                    <a:pt x="150802" y="75331"/>
                    <a:pt x="150802" y="75331"/>
                  </a:cubicBezTo>
                  <a:cubicBezTo>
                    <a:pt x="150802" y="33835"/>
                    <a:pt x="116936" y="0"/>
                    <a:pt x="75401" y="0"/>
                  </a:cubicBezTo>
                  <a:close/>
                  <a:moveTo>
                    <a:pt x="75401" y="138532"/>
                  </a:moveTo>
                  <a:cubicBezTo>
                    <a:pt x="40895" y="138532"/>
                    <a:pt x="12780" y="110443"/>
                    <a:pt x="12780" y="75969"/>
                  </a:cubicBezTo>
                  <a:cubicBezTo>
                    <a:pt x="12780" y="41496"/>
                    <a:pt x="40895" y="13406"/>
                    <a:pt x="75401" y="13406"/>
                  </a:cubicBezTo>
                  <a:cubicBezTo>
                    <a:pt x="109907" y="13406"/>
                    <a:pt x="138022" y="41496"/>
                    <a:pt x="138022" y="75969"/>
                  </a:cubicBezTo>
                  <a:cubicBezTo>
                    <a:pt x="138022" y="75969"/>
                    <a:pt x="138022" y="75969"/>
                    <a:pt x="138022" y="75969"/>
                  </a:cubicBezTo>
                  <a:cubicBezTo>
                    <a:pt x="138022" y="110443"/>
                    <a:pt x="109907" y="138532"/>
                    <a:pt x="75401" y="138532"/>
                  </a:cubicBezTo>
                  <a:close/>
                </a:path>
              </a:pathLst>
            </a:custGeom>
            <a:solidFill>
              <a:srgbClr val="0097A9"/>
            </a:solidFill>
            <a:ln w="6390" cap="flat">
              <a:noFill/>
              <a:prstDash val="solid"/>
              <a:miter/>
            </a:ln>
          </p:spPr>
          <p:txBody>
            <a:bodyPr rtlCol="0" anchor="ctr"/>
            <a:lstStyle/>
            <a:p>
              <a:endParaRPr lang="en-US"/>
            </a:p>
          </p:txBody>
        </p:sp>
        <p:sp>
          <p:nvSpPr>
            <p:cNvPr id="484" name="Graphic 4">
              <a:extLst>
                <a:ext uri="{FF2B5EF4-FFF2-40B4-BE49-F238E27FC236}">
                  <a16:creationId xmlns:a16="http://schemas.microsoft.com/office/drawing/2014/main" id="{B6222161-968D-B540-AA3B-CA378AC2C3E9}"/>
                </a:ext>
              </a:extLst>
            </p:cNvPr>
            <p:cNvSpPr/>
            <p:nvPr/>
          </p:nvSpPr>
          <p:spPr>
            <a:xfrm>
              <a:off x="4897886" y="1637654"/>
              <a:ext cx="26837" cy="26812"/>
            </a:xfrm>
            <a:custGeom>
              <a:avLst/>
              <a:gdLst>
                <a:gd name="connsiteX0" fmla="*/ 10863 w 26837"/>
                <a:gd name="connsiteY0" fmla="*/ 1915 h 26812"/>
                <a:gd name="connsiteX1" fmla="*/ 1917 w 26837"/>
                <a:gd name="connsiteY1" fmla="*/ 1915 h 26812"/>
                <a:gd name="connsiteX2" fmla="*/ 1917 w 26837"/>
                <a:gd name="connsiteY2" fmla="*/ 10853 h 26812"/>
                <a:gd name="connsiteX3" fmla="*/ 1917 w 26837"/>
                <a:gd name="connsiteY3" fmla="*/ 10853 h 26812"/>
                <a:gd name="connsiteX4" fmla="*/ 15975 w 26837"/>
                <a:gd name="connsiteY4" fmla="*/ 24897 h 26812"/>
                <a:gd name="connsiteX5" fmla="*/ 24921 w 26837"/>
                <a:gd name="connsiteY5" fmla="*/ 24897 h 26812"/>
                <a:gd name="connsiteX6" fmla="*/ 24921 w 26837"/>
                <a:gd name="connsiteY6" fmla="*/ 15960 h 26812"/>
                <a:gd name="connsiteX7" fmla="*/ 10863 w 26837"/>
                <a:gd name="connsiteY7" fmla="*/ 1915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37" h="26812">
                  <a:moveTo>
                    <a:pt x="10863" y="1915"/>
                  </a:moveTo>
                  <a:cubicBezTo>
                    <a:pt x="8307" y="-638"/>
                    <a:pt x="4473" y="-638"/>
                    <a:pt x="1917" y="1915"/>
                  </a:cubicBezTo>
                  <a:cubicBezTo>
                    <a:pt x="-639" y="4469"/>
                    <a:pt x="-639" y="8299"/>
                    <a:pt x="1917" y="10853"/>
                  </a:cubicBezTo>
                  <a:cubicBezTo>
                    <a:pt x="1917" y="10853"/>
                    <a:pt x="1917" y="10853"/>
                    <a:pt x="1917" y="10853"/>
                  </a:cubicBezTo>
                  <a:lnTo>
                    <a:pt x="15975" y="24897"/>
                  </a:lnTo>
                  <a:cubicBezTo>
                    <a:pt x="18531" y="27451"/>
                    <a:pt x="22365" y="27451"/>
                    <a:pt x="24921" y="24897"/>
                  </a:cubicBezTo>
                  <a:cubicBezTo>
                    <a:pt x="27477" y="22344"/>
                    <a:pt x="27477" y="18513"/>
                    <a:pt x="24921" y="15960"/>
                  </a:cubicBezTo>
                  <a:lnTo>
                    <a:pt x="10863" y="1915"/>
                  </a:lnTo>
                  <a:close/>
                </a:path>
              </a:pathLst>
            </a:custGeom>
            <a:solidFill>
              <a:srgbClr val="0097A9"/>
            </a:solidFill>
            <a:ln w="6390" cap="flat">
              <a:noFill/>
              <a:prstDash val="solid"/>
              <a:miter/>
            </a:ln>
          </p:spPr>
          <p:txBody>
            <a:bodyPr rtlCol="0" anchor="ctr"/>
            <a:lstStyle/>
            <a:p>
              <a:endParaRPr lang="en-US"/>
            </a:p>
          </p:txBody>
        </p:sp>
        <p:sp>
          <p:nvSpPr>
            <p:cNvPr id="485" name="Graphic 4">
              <a:extLst>
                <a:ext uri="{FF2B5EF4-FFF2-40B4-BE49-F238E27FC236}">
                  <a16:creationId xmlns:a16="http://schemas.microsoft.com/office/drawing/2014/main" id="{EDBE98CE-953D-A64B-BCB8-AC73418B2982}"/>
                </a:ext>
              </a:extLst>
            </p:cNvPr>
            <p:cNvSpPr/>
            <p:nvPr/>
          </p:nvSpPr>
          <p:spPr>
            <a:xfrm>
              <a:off x="4761142" y="1501036"/>
              <a:ext cx="24920" cy="24897"/>
            </a:xfrm>
            <a:custGeom>
              <a:avLst/>
              <a:gdLst>
                <a:gd name="connsiteX0" fmla="*/ 14058 w 24920"/>
                <a:gd name="connsiteY0" fmla="*/ 22982 h 24897"/>
                <a:gd name="connsiteX1" fmla="*/ 23004 w 24920"/>
                <a:gd name="connsiteY1" fmla="*/ 22982 h 24897"/>
                <a:gd name="connsiteX2" fmla="*/ 23004 w 24920"/>
                <a:gd name="connsiteY2" fmla="*/ 14045 h 24897"/>
                <a:gd name="connsiteX3" fmla="*/ 23004 w 24920"/>
                <a:gd name="connsiteY3" fmla="*/ 14045 h 24897"/>
                <a:gd name="connsiteX4" fmla="*/ 10863 w 24920"/>
                <a:gd name="connsiteY4" fmla="*/ 1915 h 24897"/>
                <a:gd name="connsiteX5" fmla="*/ 1917 w 24920"/>
                <a:gd name="connsiteY5" fmla="*/ 1915 h 24897"/>
                <a:gd name="connsiteX6" fmla="*/ 1917 w 24920"/>
                <a:gd name="connsiteY6" fmla="*/ 1915 h 24897"/>
                <a:gd name="connsiteX7" fmla="*/ 1917 w 24920"/>
                <a:gd name="connsiteY7" fmla="*/ 10853 h 24897"/>
                <a:gd name="connsiteX8" fmla="*/ 14058 w 24920"/>
                <a:gd name="connsiteY8" fmla="*/ 22982 h 24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920" h="24897">
                  <a:moveTo>
                    <a:pt x="14058" y="22982"/>
                  </a:moveTo>
                  <a:cubicBezTo>
                    <a:pt x="16614" y="25536"/>
                    <a:pt x="20448" y="25536"/>
                    <a:pt x="23004" y="22982"/>
                  </a:cubicBezTo>
                  <a:cubicBezTo>
                    <a:pt x="25560" y="20429"/>
                    <a:pt x="25560" y="16598"/>
                    <a:pt x="23004" y="14045"/>
                  </a:cubicBezTo>
                  <a:lnTo>
                    <a:pt x="23004" y="14045"/>
                  </a:lnTo>
                  <a:lnTo>
                    <a:pt x="10863" y="1915"/>
                  </a:lnTo>
                  <a:cubicBezTo>
                    <a:pt x="8307" y="-638"/>
                    <a:pt x="4473" y="-638"/>
                    <a:pt x="1917" y="1915"/>
                  </a:cubicBezTo>
                  <a:cubicBezTo>
                    <a:pt x="1917" y="1915"/>
                    <a:pt x="1917" y="1915"/>
                    <a:pt x="1917" y="1915"/>
                  </a:cubicBezTo>
                  <a:cubicBezTo>
                    <a:pt x="-639" y="4469"/>
                    <a:pt x="-639" y="8299"/>
                    <a:pt x="1917" y="10853"/>
                  </a:cubicBezTo>
                  <a:lnTo>
                    <a:pt x="14058" y="22982"/>
                  </a:lnTo>
                  <a:close/>
                </a:path>
              </a:pathLst>
            </a:custGeom>
            <a:solidFill>
              <a:srgbClr val="0097A9"/>
            </a:solidFill>
            <a:ln w="6390" cap="flat">
              <a:noFill/>
              <a:prstDash val="solid"/>
              <a:miter/>
            </a:ln>
          </p:spPr>
          <p:txBody>
            <a:bodyPr rtlCol="0" anchor="ctr"/>
            <a:lstStyle/>
            <a:p>
              <a:endParaRPr lang="en-US"/>
            </a:p>
          </p:txBody>
        </p:sp>
        <p:sp>
          <p:nvSpPr>
            <p:cNvPr id="486" name="Graphic 4">
              <a:extLst>
                <a:ext uri="{FF2B5EF4-FFF2-40B4-BE49-F238E27FC236}">
                  <a16:creationId xmlns:a16="http://schemas.microsoft.com/office/drawing/2014/main" id="{15ED4EE4-5008-C240-AC54-074AD43B690F}"/>
                </a:ext>
              </a:extLst>
            </p:cNvPr>
            <p:cNvSpPr/>
            <p:nvPr/>
          </p:nvSpPr>
          <p:spPr>
            <a:xfrm>
              <a:off x="4759225" y="1637727"/>
              <a:ext cx="26837" cy="26739"/>
            </a:xfrm>
            <a:custGeom>
              <a:avLst/>
              <a:gdLst>
                <a:gd name="connsiteX0" fmla="*/ 15975 w 26837"/>
                <a:gd name="connsiteY0" fmla="*/ 1842 h 26739"/>
                <a:gd name="connsiteX1" fmla="*/ 1917 w 26837"/>
                <a:gd name="connsiteY1" fmla="*/ 15887 h 26739"/>
                <a:gd name="connsiteX2" fmla="*/ 1917 w 26837"/>
                <a:gd name="connsiteY2" fmla="*/ 24824 h 26739"/>
                <a:gd name="connsiteX3" fmla="*/ 6390 w 26837"/>
                <a:gd name="connsiteY3" fmla="*/ 26740 h 26739"/>
                <a:gd name="connsiteX4" fmla="*/ 10863 w 26837"/>
                <a:gd name="connsiteY4" fmla="*/ 24824 h 26739"/>
                <a:gd name="connsiteX5" fmla="*/ 24921 w 26837"/>
                <a:gd name="connsiteY5" fmla="*/ 11418 h 26739"/>
                <a:gd name="connsiteX6" fmla="*/ 24921 w 26837"/>
                <a:gd name="connsiteY6" fmla="*/ 2480 h 26739"/>
                <a:gd name="connsiteX7" fmla="*/ 24921 w 26837"/>
                <a:gd name="connsiteY7" fmla="*/ 2480 h 26739"/>
                <a:gd name="connsiteX8" fmla="*/ 15975 w 26837"/>
                <a:gd name="connsiteY8" fmla="*/ 1842 h 26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37" h="26739">
                  <a:moveTo>
                    <a:pt x="15975" y="1842"/>
                  </a:moveTo>
                  <a:lnTo>
                    <a:pt x="1917" y="15887"/>
                  </a:lnTo>
                  <a:cubicBezTo>
                    <a:pt x="-639" y="18440"/>
                    <a:pt x="-639" y="22271"/>
                    <a:pt x="1917" y="24824"/>
                  </a:cubicBezTo>
                  <a:cubicBezTo>
                    <a:pt x="3195" y="26101"/>
                    <a:pt x="4473" y="26740"/>
                    <a:pt x="6390" y="26740"/>
                  </a:cubicBezTo>
                  <a:cubicBezTo>
                    <a:pt x="8307" y="26740"/>
                    <a:pt x="9585" y="26101"/>
                    <a:pt x="10863" y="24824"/>
                  </a:cubicBezTo>
                  <a:lnTo>
                    <a:pt x="24921" y="11418"/>
                  </a:lnTo>
                  <a:cubicBezTo>
                    <a:pt x="27477" y="8864"/>
                    <a:pt x="27477" y="5034"/>
                    <a:pt x="24921" y="2480"/>
                  </a:cubicBezTo>
                  <a:cubicBezTo>
                    <a:pt x="24921" y="2480"/>
                    <a:pt x="24921" y="2480"/>
                    <a:pt x="24921" y="2480"/>
                  </a:cubicBezTo>
                  <a:cubicBezTo>
                    <a:pt x="22365" y="-712"/>
                    <a:pt x="18531" y="-712"/>
                    <a:pt x="15975" y="1842"/>
                  </a:cubicBezTo>
                  <a:close/>
                </a:path>
              </a:pathLst>
            </a:custGeom>
            <a:solidFill>
              <a:srgbClr val="0097A9"/>
            </a:solidFill>
            <a:ln w="6390" cap="flat">
              <a:noFill/>
              <a:prstDash val="solid"/>
              <a:miter/>
            </a:ln>
          </p:spPr>
          <p:txBody>
            <a:bodyPr rtlCol="0" anchor="ctr"/>
            <a:lstStyle/>
            <a:p>
              <a:endParaRPr lang="en-US"/>
            </a:p>
          </p:txBody>
        </p:sp>
        <p:sp>
          <p:nvSpPr>
            <p:cNvPr id="487" name="Graphic 4">
              <a:extLst>
                <a:ext uri="{FF2B5EF4-FFF2-40B4-BE49-F238E27FC236}">
                  <a16:creationId xmlns:a16="http://schemas.microsoft.com/office/drawing/2014/main" id="{2F2D7EA2-71C8-C845-BD50-BFC91486951F}"/>
                </a:ext>
              </a:extLst>
            </p:cNvPr>
            <p:cNvSpPr/>
            <p:nvPr/>
          </p:nvSpPr>
          <p:spPr>
            <a:xfrm>
              <a:off x="4897886" y="1500398"/>
              <a:ext cx="24920" cy="24897"/>
            </a:xfrm>
            <a:custGeom>
              <a:avLst/>
              <a:gdLst>
                <a:gd name="connsiteX0" fmla="*/ 6390 w 24920"/>
                <a:gd name="connsiteY0" fmla="*/ 24898 h 24897"/>
                <a:gd name="connsiteX1" fmla="*/ 10863 w 24920"/>
                <a:gd name="connsiteY1" fmla="*/ 22982 h 24897"/>
                <a:gd name="connsiteX2" fmla="*/ 23004 w 24920"/>
                <a:gd name="connsiteY2" fmla="*/ 10853 h 24897"/>
                <a:gd name="connsiteX3" fmla="*/ 23004 w 24920"/>
                <a:gd name="connsiteY3" fmla="*/ 1915 h 24897"/>
                <a:gd name="connsiteX4" fmla="*/ 23004 w 24920"/>
                <a:gd name="connsiteY4" fmla="*/ 1915 h 24897"/>
                <a:gd name="connsiteX5" fmla="*/ 14058 w 24920"/>
                <a:gd name="connsiteY5" fmla="*/ 1915 h 24897"/>
                <a:gd name="connsiteX6" fmla="*/ 1917 w 24920"/>
                <a:gd name="connsiteY6" fmla="*/ 14045 h 24897"/>
                <a:gd name="connsiteX7" fmla="*/ 1917 w 24920"/>
                <a:gd name="connsiteY7" fmla="*/ 22982 h 24897"/>
                <a:gd name="connsiteX8" fmla="*/ 1917 w 24920"/>
                <a:gd name="connsiteY8" fmla="*/ 22982 h 24897"/>
                <a:gd name="connsiteX9" fmla="*/ 6390 w 24920"/>
                <a:gd name="connsiteY9" fmla="*/ 24898 h 24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920" h="24897">
                  <a:moveTo>
                    <a:pt x="6390" y="24898"/>
                  </a:moveTo>
                  <a:cubicBezTo>
                    <a:pt x="8307" y="24898"/>
                    <a:pt x="9585" y="24259"/>
                    <a:pt x="10863" y="22982"/>
                  </a:cubicBezTo>
                  <a:lnTo>
                    <a:pt x="23004" y="10853"/>
                  </a:lnTo>
                  <a:cubicBezTo>
                    <a:pt x="25560" y="8299"/>
                    <a:pt x="25560" y="4469"/>
                    <a:pt x="23004" y="1915"/>
                  </a:cubicBezTo>
                  <a:cubicBezTo>
                    <a:pt x="23004" y="1915"/>
                    <a:pt x="23004" y="1915"/>
                    <a:pt x="23004" y="1915"/>
                  </a:cubicBezTo>
                  <a:cubicBezTo>
                    <a:pt x="20448" y="-638"/>
                    <a:pt x="16614" y="-638"/>
                    <a:pt x="14058" y="1915"/>
                  </a:cubicBezTo>
                  <a:lnTo>
                    <a:pt x="1917" y="14045"/>
                  </a:lnTo>
                  <a:cubicBezTo>
                    <a:pt x="-639" y="16598"/>
                    <a:pt x="-639" y="20429"/>
                    <a:pt x="1917" y="22982"/>
                  </a:cubicBezTo>
                  <a:cubicBezTo>
                    <a:pt x="1917" y="22982"/>
                    <a:pt x="1917" y="22982"/>
                    <a:pt x="1917" y="22982"/>
                  </a:cubicBezTo>
                  <a:cubicBezTo>
                    <a:pt x="3195" y="24259"/>
                    <a:pt x="5112" y="24898"/>
                    <a:pt x="6390" y="24898"/>
                  </a:cubicBezTo>
                  <a:close/>
                </a:path>
              </a:pathLst>
            </a:custGeom>
            <a:solidFill>
              <a:srgbClr val="0097A9"/>
            </a:solidFill>
            <a:ln w="6390" cap="flat">
              <a:noFill/>
              <a:prstDash val="solid"/>
              <a:miter/>
            </a:ln>
          </p:spPr>
          <p:txBody>
            <a:bodyPr rtlCol="0" anchor="ctr"/>
            <a:lstStyle/>
            <a:p>
              <a:endParaRPr lang="en-US"/>
            </a:p>
          </p:txBody>
        </p:sp>
        <p:sp>
          <p:nvSpPr>
            <p:cNvPr id="488" name="Graphic 4">
              <a:extLst>
                <a:ext uri="{FF2B5EF4-FFF2-40B4-BE49-F238E27FC236}">
                  <a16:creationId xmlns:a16="http://schemas.microsoft.com/office/drawing/2014/main" id="{E0376F28-9379-4148-866D-8535DA1C42B8}"/>
                </a:ext>
              </a:extLst>
            </p:cNvPr>
            <p:cNvSpPr/>
            <p:nvPr/>
          </p:nvSpPr>
          <p:spPr>
            <a:xfrm>
              <a:off x="4923446" y="1575729"/>
              <a:ext cx="31949" cy="12767"/>
            </a:xfrm>
            <a:custGeom>
              <a:avLst/>
              <a:gdLst>
                <a:gd name="connsiteX0" fmla="*/ 25560 w 31949"/>
                <a:gd name="connsiteY0" fmla="*/ 0 h 12767"/>
                <a:gd name="connsiteX1" fmla="*/ 6390 w 31949"/>
                <a:gd name="connsiteY1" fmla="*/ 0 h 12767"/>
                <a:gd name="connsiteX2" fmla="*/ 0 w 31949"/>
                <a:gd name="connsiteY2" fmla="*/ 6384 h 12767"/>
                <a:gd name="connsiteX3" fmla="*/ 6390 w 31949"/>
                <a:gd name="connsiteY3" fmla="*/ 12768 h 12767"/>
                <a:gd name="connsiteX4" fmla="*/ 25560 w 31949"/>
                <a:gd name="connsiteY4" fmla="*/ 12768 h 12767"/>
                <a:gd name="connsiteX5" fmla="*/ 31950 w 31949"/>
                <a:gd name="connsiteY5" fmla="*/ 6384 h 12767"/>
                <a:gd name="connsiteX6" fmla="*/ 25560 w 3194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49" h="12767">
                  <a:moveTo>
                    <a:pt x="25560" y="0"/>
                  </a:moveTo>
                  <a:lnTo>
                    <a:pt x="6390" y="0"/>
                  </a:lnTo>
                  <a:cubicBezTo>
                    <a:pt x="2556" y="0"/>
                    <a:pt x="0" y="2554"/>
                    <a:pt x="0" y="6384"/>
                  </a:cubicBezTo>
                  <a:cubicBezTo>
                    <a:pt x="0" y="10214"/>
                    <a:pt x="2556" y="12768"/>
                    <a:pt x="6390" y="12768"/>
                  </a:cubicBezTo>
                  <a:lnTo>
                    <a:pt x="25560" y="12768"/>
                  </a:lnTo>
                  <a:cubicBezTo>
                    <a:pt x="29394" y="12768"/>
                    <a:pt x="31950" y="10214"/>
                    <a:pt x="31950" y="6384"/>
                  </a:cubicBezTo>
                  <a:cubicBezTo>
                    <a:pt x="31950" y="2554"/>
                    <a:pt x="29394" y="0"/>
                    <a:pt x="25560" y="0"/>
                  </a:cubicBezTo>
                  <a:close/>
                </a:path>
              </a:pathLst>
            </a:custGeom>
            <a:solidFill>
              <a:srgbClr val="0097A9"/>
            </a:solidFill>
            <a:ln w="6390" cap="flat">
              <a:noFill/>
              <a:prstDash val="solid"/>
              <a:miter/>
            </a:ln>
          </p:spPr>
          <p:txBody>
            <a:bodyPr rtlCol="0" anchor="ctr"/>
            <a:lstStyle/>
            <a:p>
              <a:endParaRPr lang="en-US"/>
            </a:p>
          </p:txBody>
        </p:sp>
        <p:sp>
          <p:nvSpPr>
            <p:cNvPr id="489" name="Graphic 4">
              <a:extLst>
                <a:ext uri="{FF2B5EF4-FFF2-40B4-BE49-F238E27FC236}">
                  <a16:creationId xmlns:a16="http://schemas.microsoft.com/office/drawing/2014/main" id="{E6421944-0C43-804B-B992-41F4A1A305BD}"/>
                </a:ext>
              </a:extLst>
            </p:cNvPr>
            <p:cNvSpPr/>
            <p:nvPr/>
          </p:nvSpPr>
          <p:spPr>
            <a:xfrm>
              <a:off x="4729192" y="1575729"/>
              <a:ext cx="30672" cy="12767"/>
            </a:xfrm>
            <a:custGeom>
              <a:avLst/>
              <a:gdLst>
                <a:gd name="connsiteX0" fmla="*/ 24282 w 30672"/>
                <a:gd name="connsiteY0" fmla="*/ 0 h 12767"/>
                <a:gd name="connsiteX1" fmla="*/ 6390 w 30672"/>
                <a:gd name="connsiteY1" fmla="*/ 0 h 12767"/>
                <a:gd name="connsiteX2" fmla="*/ 0 w 30672"/>
                <a:gd name="connsiteY2" fmla="*/ 6384 h 12767"/>
                <a:gd name="connsiteX3" fmla="*/ 6390 w 30672"/>
                <a:gd name="connsiteY3" fmla="*/ 12768 h 12767"/>
                <a:gd name="connsiteX4" fmla="*/ 24282 w 30672"/>
                <a:gd name="connsiteY4" fmla="*/ 12768 h 12767"/>
                <a:gd name="connsiteX5" fmla="*/ 30672 w 30672"/>
                <a:gd name="connsiteY5" fmla="*/ 6384 h 12767"/>
                <a:gd name="connsiteX6" fmla="*/ 24282 w 3067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672" h="12767">
                  <a:moveTo>
                    <a:pt x="24282" y="0"/>
                  </a:moveTo>
                  <a:lnTo>
                    <a:pt x="6390" y="0"/>
                  </a:lnTo>
                  <a:cubicBezTo>
                    <a:pt x="2556" y="0"/>
                    <a:pt x="0" y="2554"/>
                    <a:pt x="0" y="6384"/>
                  </a:cubicBezTo>
                  <a:cubicBezTo>
                    <a:pt x="0" y="10214"/>
                    <a:pt x="2556" y="12768"/>
                    <a:pt x="6390" y="12768"/>
                  </a:cubicBezTo>
                  <a:lnTo>
                    <a:pt x="24282" y="12768"/>
                  </a:lnTo>
                  <a:cubicBezTo>
                    <a:pt x="28116" y="12768"/>
                    <a:pt x="30672" y="10214"/>
                    <a:pt x="30672" y="6384"/>
                  </a:cubicBezTo>
                  <a:cubicBezTo>
                    <a:pt x="30672" y="2554"/>
                    <a:pt x="28116" y="0"/>
                    <a:pt x="24282" y="0"/>
                  </a:cubicBezTo>
                  <a:close/>
                </a:path>
              </a:pathLst>
            </a:custGeom>
            <a:solidFill>
              <a:srgbClr val="0097A9"/>
            </a:solidFill>
            <a:ln w="6390" cap="flat">
              <a:noFill/>
              <a:prstDash val="solid"/>
              <a:miter/>
            </a:ln>
          </p:spPr>
          <p:txBody>
            <a:bodyPr rtlCol="0" anchor="ctr"/>
            <a:lstStyle/>
            <a:p>
              <a:endParaRPr lang="en-US"/>
            </a:p>
          </p:txBody>
        </p:sp>
        <p:sp>
          <p:nvSpPr>
            <p:cNvPr id="490" name="Graphic 4">
              <a:extLst>
                <a:ext uri="{FF2B5EF4-FFF2-40B4-BE49-F238E27FC236}">
                  <a16:creationId xmlns:a16="http://schemas.microsoft.com/office/drawing/2014/main" id="{90D9B456-6212-6546-AA46-F01A39AF4B43}"/>
                </a:ext>
              </a:extLst>
            </p:cNvPr>
            <p:cNvSpPr/>
            <p:nvPr/>
          </p:nvSpPr>
          <p:spPr>
            <a:xfrm>
              <a:off x="4834626" y="1663189"/>
              <a:ext cx="12779" cy="33196"/>
            </a:xfrm>
            <a:custGeom>
              <a:avLst/>
              <a:gdLst>
                <a:gd name="connsiteX0" fmla="*/ 6390 w 12779"/>
                <a:gd name="connsiteY0" fmla="*/ 0 h 33196"/>
                <a:gd name="connsiteX1" fmla="*/ 0 w 12779"/>
                <a:gd name="connsiteY1" fmla="*/ 6384 h 33196"/>
                <a:gd name="connsiteX2" fmla="*/ 0 w 12779"/>
                <a:gd name="connsiteY2" fmla="*/ 26813 h 33196"/>
                <a:gd name="connsiteX3" fmla="*/ 6390 w 12779"/>
                <a:gd name="connsiteY3" fmla="*/ 33197 h 33196"/>
                <a:gd name="connsiteX4" fmla="*/ 12780 w 12779"/>
                <a:gd name="connsiteY4" fmla="*/ 26813 h 33196"/>
                <a:gd name="connsiteX5" fmla="*/ 12780 w 12779"/>
                <a:gd name="connsiteY5" fmla="*/ 6384 h 33196"/>
                <a:gd name="connsiteX6" fmla="*/ 6390 w 12779"/>
                <a:gd name="connsiteY6" fmla="*/ 0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33196">
                  <a:moveTo>
                    <a:pt x="6390" y="0"/>
                  </a:moveTo>
                  <a:cubicBezTo>
                    <a:pt x="2556" y="0"/>
                    <a:pt x="0" y="2554"/>
                    <a:pt x="0" y="6384"/>
                  </a:cubicBezTo>
                  <a:lnTo>
                    <a:pt x="0" y="26813"/>
                  </a:lnTo>
                  <a:cubicBezTo>
                    <a:pt x="0" y="30643"/>
                    <a:pt x="2556" y="33197"/>
                    <a:pt x="6390" y="33197"/>
                  </a:cubicBezTo>
                  <a:cubicBezTo>
                    <a:pt x="10224" y="33197"/>
                    <a:pt x="12780" y="30643"/>
                    <a:pt x="12780" y="26813"/>
                  </a:cubicBezTo>
                  <a:lnTo>
                    <a:pt x="12780" y="6384"/>
                  </a:lnTo>
                  <a:cubicBezTo>
                    <a:pt x="12780" y="3192"/>
                    <a:pt x="9585" y="0"/>
                    <a:pt x="6390" y="0"/>
                  </a:cubicBezTo>
                  <a:close/>
                </a:path>
              </a:pathLst>
            </a:custGeom>
            <a:solidFill>
              <a:srgbClr val="0097A9"/>
            </a:solidFill>
            <a:ln w="6390" cap="flat">
              <a:noFill/>
              <a:prstDash val="solid"/>
              <a:miter/>
            </a:ln>
          </p:spPr>
          <p:txBody>
            <a:bodyPr rtlCol="0" anchor="ctr"/>
            <a:lstStyle/>
            <a:p>
              <a:endParaRPr lang="en-US"/>
            </a:p>
          </p:txBody>
        </p:sp>
        <p:sp>
          <p:nvSpPr>
            <p:cNvPr id="491" name="Graphic 4">
              <a:extLst>
                <a:ext uri="{FF2B5EF4-FFF2-40B4-BE49-F238E27FC236}">
                  <a16:creationId xmlns:a16="http://schemas.microsoft.com/office/drawing/2014/main" id="{2EE0DE38-8DA2-3E43-BEE9-379AEADBE316}"/>
                </a:ext>
              </a:extLst>
            </p:cNvPr>
            <p:cNvSpPr/>
            <p:nvPr/>
          </p:nvSpPr>
          <p:spPr>
            <a:xfrm>
              <a:off x="4834626" y="1470393"/>
              <a:ext cx="12779" cy="29366"/>
            </a:xfrm>
            <a:custGeom>
              <a:avLst/>
              <a:gdLst>
                <a:gd name="connsiteX0" fmla="*/ 6390 w 12779"/>
                <a:gd name="connsiteY0" fmla="*/ 29366 h 29366"/>
                <a:gd name="connsiteX1" fmla="*/ 12780 w 12779"/>
                <a:gd name="connsiteY1" fmla="*/ 22982 h 29366"/>
                <a:gd name="connsiteX2" fmla="*/ 12780 w 12779"/>
                <a:gd name="connsiteY2" fmla="*/ 6384 h 29366"/>
                <a:gd name="connsiteX3" fmla="*/ 6390 w 12779"/>
                <a:gd name="connsiteY3" fmla="*/ 0 h 29366"/>
                <a:gd name="connsiteX4" fmla="*/ 0 w 12779"/>
                <a:gd name="connsiteY4" fmla="*/ 6384 h 29366"/>
                <a:gd name="connsiteX5" fmla="*/ 0 w 12779"/>
                <a:gd name="connsiteY5" fmla="*/ 22982 h 29366"/>
                <a:gd name="connsiteX6" fmla="*/ 6390 w 12779"/>
                <a:gd name="connsiteY6" fmla="*/ 29366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9366">
                  <a:moveTo>
                    <a:pt x="6390" y="29366"/>
                  </a:moveTo>
                  <a:cubicBezTo>
                    <a:pt x="10224" y="29366"/>
                    <a:pt x="12780" y="26813"/>
                    <a:pt x="12780" y="22982"/>
                  </a:cubicBezTo>
                  <a:lnTo>
                    <a:pt x="12780" y="6384"/>
                  </a:lnTo>
                  <a:cubicBezTo>
                    <a:pt x="12780" y="2554"/>
                    <a:pt x="10224" y="0"/>
                    <a:pt x="6390" y="0"/>
                  </a:cubicBezTo>
                  <a:cubicBezTo>
                    <a:pt x="2556" y="0"/>
                    <a:pt x="0" y="2554"/>
                    <a:pt x="0" y="6384"/>
                  </a:cubicBezTo>
                  <a:lnTo>
                    <a:pt x="0" y="22982"/>
                  </a:lnTo>
                  <a:cubicBezTo>
                    <a:pt x="0" y="26174"/>
                    <a:pt x="2556" y="29366"/>
                    <a:pt x="6390" y="29366"/>
                  </a:cubicBezTo>
                  <a:close/>
                </a:path>
              </a:pathLst>
            </a:custGeom>
            <a:solidFill>
              <a:srgbClr val="0097A9"/>
            </a:solidFill>
            <a:ln w="6390" cap="flat">
              <a:noFill/>
              <a:prstDash val="solid"/>
              <a:miter/>
            </a:ln>
          </p:spPr>
          <p:txBody>
            <a:bodyPr rtlCol="0" anchor="ctr"/>
            <a:lstStyle/>
            <a:p>
              <a:endParaRPr lang="en-US"/>
            </a:p>
          </p:txBody>
        </p:sp>
        <p:sp>
          <p:nvSpPr>
            <p:cNvPr id="492" name="Graphic 4">
              <a:extLst>
                <a:ext uri="{FF2B5EF4-FFF2-40B4-BE49-F238E27FC236}">
                  <a16:creationId xmlns:a16="http://schemas.microsoft.com/office/drawing/2014/main" id="{868E4FD0-EF0C-1B4A-B5AD-171199A9244B}"/>
                </a:ext>
              </a:extLst>
            </p:cNvPr>
            <p:cNvSpPr/>
            <p:nvPr/>
          </p:nvSpPr>
          <p:spPr>
            <a:xfrm>
              <a:off x="4819808" y="1532318"/>
              <a:ext cx="58553" cy="106612"/>
            </a:xfrm>
            <a:custGeom>
              <a:avLst/>
              <a:gdLst>
                <a:gd name="connsiteX0" fmla="*/ 52519 w 58553"/>
                <a:gd name="connsiteY0" fmla="*/ 33835 h 106612"/>
                <a:gd name="connsiteX1" fmla="*/ 43573 w 58553"/>
                <a:gd name="connsiteY1" fmla="*/ 33835 h 106612"/>
                <a:gd name="connsiteX2" fmla="*/ 48685 w 58553"/>
                <a:gd name="connsiteY2" fmla="*/ 7661 h 106612"/>
                <a:gd name="connsiteX3" fmla="*/ 47407 w 58553"/>
                <a:gd name="connsiteY3" fmla="*/ 2554 h 106612"/>
                <a:gd name="connsiteX4" fmla="*/ 42295 w 58553"/>
                <a:gd name="connsiteY4" fmla="*/ 0 h 106612"/>
                <a:gd name="connsiteX5" fmla="*/ 16735 w 58553"/>
                <a:gd name="connsiteY5" fmla="*/ 0 h 106612"/>
                <a:gd name="connsiteX6" fmla="*/ 10345 w 58553"/>
                <a:gd name="connsiteY6" fmla="*/ 5107 h 106612"/>
                <a:gd name="connsiteX7" fmla="*/ 121 w 58553"/>
                <a:gd name="connsiteY7" fmla="*/ 50434 h 106612"/>
                <a:gd name="connsiteX8" fmla="*/ 5233 w 58553"/>
                <a:gd name="connsiteY8" fmla="*/ 58094 h 106612"/>
                <a:gd name="connsiteX9" fmla="*/ 6511 w 58553"/>
                <a:gd name="connsiteY9" fmla="*/ 58094 h 106612"/>
                <a:gd name="connsiteX10" fmla="*/ 16096 w 58553"/>
                <a:gd name="connsiteY10" fmla="*/ 58094 h 106612"/>
                <a:gd name="connsiteX11" fmla="*/ 10345 w 58553"/>
                <a:gd name="connsiteY11" fmla="*/ 98952 h 106612"/>
                <a:gd name="connsiteX12" fmla="*/ 14818 w 58553"/>
                <a:gd name="connsiteY12" fmla="*/ 105974 h 106612"/>
                <a:gd name="connsiteX13" fmla="*/ 16735 w 58553"/>
                <a:gd name="connsiteY13" fmla="*/ 106613 h 106612"/>
                <a:gd name="connsiteX14" fmla="*/ 21847 w 58553"/>
                <a:gd name="connsiteY14" fmla="*/ 103421 h 106612"/>
                <a:gd name="connsiteX15" fmla="*/ 57630 w 58553"/>
                <a:gd name="connsiteY15" fmla="*/ 44050 h 106612"/>
                <a:gd name="connsiteX16" fmla="*/ 55714 w 58553"/>
                <a:gd name="connsiteY16" fmla="*/ 35112 h 106612"/>
                <a:gd name="connsiteX17" fmla="*/ 52519 w 58553"/>
                <a:gd name="connsiteY17" fmla="*/ 33835 h 106612"/>
                <a:gd name="connsiteX18" fmla="*/ 52519 w 58553"/>
                <a:gd name="connsiteY18" fmla="*/ 33835 h 106612"/>
                <a:gd name="connsiteX19" fmla="*/ 27598 w 58553"/>
                <a:gd name="connsiteY19" fmla="*/ 69585 h 106612"/>
                <a:gd name="connsiteX20" fmla="*/ 30154 w 58553"/>
                <a:gd name="connsiteY20" fmla="*/ 52349 h 106612"/>
                <a:gd name="connsiteX21" fmla="*/ 28876 w 58553"/>
                <a:gd name="connsiteY21" fmla="*/ 47242 h 106612"/>
                <a:gd name="connsiteX22" fmla="*/ 23764 w 58553"/>
                <a:gd name="connsiteY22" fmla="*/ 44688 h 106612"/>
                <a:gd name="connsiteX23" fmla="*/ 14818 w 58553"/>
                <a:gd name="connsiteY23" fmla="*/ 44688 h 106612"/>
                <a:gd name="connsiteX24" fmla="*/ 22486 w 58553"/>
                <a:gd name="connsiteY24" fmla="*/ 12130 h 106612"/>
                <a:gd name="connsiteX25" fmla="*/ 35266 w 58553"/>
                <a:gd name="connsiteY25" fmla="*/ 12130 h 106612"/>
                <a:gd name="connsiteX26" fmla="*/ 30154 w 58553"/>
                <a:gd name="connsiteY26" fmla="*/ 38304 h 106612"/>
                <a:gd name="connsiteX27" fmla="*/ 31432 w 58553"/>
                <a:gd name="connsiteY27" fmla="*/ 43411 h 106612"/>
                <a:gd name="connsiteX28" fmla="*/ 36544 w 58553"/>
                <a:gd name="connsiteY28" fmla="*/ 45965 h 106612"/>
                <a:gd name="connsiteX29" fmla="*/ 41656 w 58553"/>
                <a:gd name="connsiteY29" fmla="*/ 45965 h 106612"/>
                <a:gd name="connsiteX30" fmla="*/ 27598 w 58553"/>
                <a:gd name="connsiteY30" fmla="*/ 69585 h 106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8553" h="106612">
                  <a:moveTo>
                    <a:pt x="52519" y="33835"/>
                  </a:moveTo>
                  <a:lnTo>
                    <a:pt x="43573" y="33835"/>
                  </a:lnTo>
                  <a:lnTo>
                    <a:pt x="48685" y="7661"/>
                  </a:lnTo>
                  <a:cubicBezTo>
                    <a:pt x="49324" y="5746"/>
                    <a:pt x="48685" y="3830"/>
                    <a:pt x="47407" y="2554"/>
                  </a:cubicBezTo>
                  <a:cubicBezTo>
                    <a:pt x="46129" y="1277"/>
                    <a:pt x="44212" y="0"/>
                    <a:pt x="42295" y="0"/>
                  </a:cubicBezTo>
                  <a:lnTo>
                    <a:pt x="16735" y="0"/>
                  </a:lnTo>
                  <a:cubicBezTo>
                    <a:pt x="13540" y="0"/>
                    <a:pt x="10984" y="1915"/>
                    <a:pt x="10345" y="5107"/>
                  </a:cubicBezTo>
                  <a:lnTo>
                    <a:pt x="121" y="50434"/>
                  </a:lnTo>
                  <a:cubicBezTo>
                    <a:pt x="-518" y="53626"/>
                    <a:pt x="1399" y="57456"/>
                    <a:pt x="5233" y="58094"/>
                  </a:cubicBezTo>
                  <a:cubicBezTo>
                    <a:pt x="5872" y="58094"/>
                    <a:pt x="6511" y="58094"/>
                    <a:pt x="6511" y="58094"/>
                  </a:cubicBezTo>
                  <a:lnTo>
                    <a:pt x="16096" y="58094"/>
                  </a:lnTo>
                  <a:lnTo>
                    <a:pt x="10345" y="98952"/>
                  </a:lnTo>
                  <a:cubicBezTo>
                    <a:pt x="9706" y="102144"/>
                    <a:pt x="11623" y="104697"/>
                    <a:pt x="14818" y="105974"/>
                  </a:cubicBezTo>
                  <a:cubicBezTo>
                    <a:pt x="15457" y="105974"/>
                    <a:pt x="16096" y="106613"/>
                    <a:pt x="16735" y="106613"/>
                  </a:cubicBezTo>
                  <a:cubicBezTo>
                    <a:pt x="18652" y="106613"/>
                    <a:pt x="21208" y="105336"/>
                    <a:pt x="21847" y="103421"/>
                  </a:cubicBezTo>
                  <a:lnTo>
                    <a:pt x="57630" y="44050"/>
                  </a:lnTo>
                  <a:cubicBezTo>
                    <a:pt x="59547" y="40858"/>
                    <a:pt x="58270" y="37027"/>
                    <a:pt x="55714" y="35112"/>
                  </a:cubicBezTo>
                  <a:cubicBezTo>
                    <a:pt x="54436" y="33835"/>
                    <a:pt x="53157" y="33835"/>
                    <a:pt x="52519" y="33835"/>
                  </a:cubicBezTo>
                  <a:lnTo>
                    <a:pt x="52519" y="33835"/>
                  </a:lnTo>
                  <a:close/>
                  <a:moveTo>
                    <a:pt x="27598" y="69585"/>
                  </a:moveTo>
                  <a:lnTo>
                    <a:pt x="30154" y="52349"/>
                  </a:lnTo>
                  <a:cubicBezTo>
                    <a:pt x="30154" y="50434"/>
                    <a:pt x="30154" y="48518"/>
                    <a:pt x="28876" y="47242"/>
                  </a:cubicBezTo>
                  <a:cubicBezTo>
                    <a:pt x="27598" y="45965"/>
                    <a:pt x="25681" y="45326"/>
                    <a:pt x="23764" y="44688"/>
                  </a:cubicBezTo>
                  <a:lnTo>
                    <a:pt x="14818" y="44688"/>
                  </a:lnTo>
                  <a:lnTo>
                    <a:pt x="22486" y="12130"/>
                  </a:lnTo>
                  <a:lnTo>
                    <a:pt x="35266" y="12130"/>
                  </a:lnTo>
                  <a:lnTo>
                    <a:pt x="30154" y="38304"/>
                  </a:lnTo>
                  <a:cubicBezTo>
                    <a:pt x="29515" y="40219"/>
                    <a:pt x="30154" y="42134"/>
                    <a:pt x="31432" y="43411"/>
                  </a:cubicBezTo>
                  <a:cubicBezTo>
                    <a:pt x="32710" y="44688"/>
                    <a:pt x="34627" y="45965"/>
                    <a:pt x="36544" y="45965"/>
                  </a:cubicBezTo>
                  <a:lnTo>
                    <a:pt x="41656" y="45965"/>
                  </a:lnTo>
                  <a:lnTo>
                    <a:pt x="27598" y="69585"/>
                  </a:lnTo>
                  <a:close/>
                </a:path>
              </a:pathLst>
            </a:custGeom>
            <a:solidFill>
              <a:srgbClr val="0097A9"/>
            </a:solidFill>
            <a:ln w="6390" cap="flat">
              <a:noFill/>
              <a:prstDash val="solid"/>
              <a:miter/>
            </a:ln>
          </p:spPr>
          <p:txBody>
            <a:bodyPr rtlCol="0" anchor="ctr"/>
            <a:lstStyle/>
            <a:p>
              <a:endParaRPr lang="en-US"/>
            </a:p>
          </p:txBody>
        </p:sp>
      </p:grpSp>
      <p:grpSp>
        <p:nvGrpSpPr>
          <p:cNvPr id="493" name="Graphic 4">
            <a:extLst>
              <a:ext uri="{FF2B5EF4-FFF2-40B4-BE49-F238E27FC236}">
                <a16:creationId xmlns:a16="http://schemas.microsoft.com/office/drawing/2014/main" id="{F22328E4-76C4-AF45-A4D9-C6E3F081F883}"/>
              </a:ext>
            </a:extLst>
          </p:cNvPr>
          <p:cNvGrpSpPr/>
          <p:nvPr/>
        </p:nvGrpSpPr>
        <p:grpSpPr>
          <a:xfrm>
            <a:off x="5099169" y="1402723"/>
            <a:ext cx="362309" cy="361971"/>
            <a:chOff x="5099169" y="1402723"/>
            <a:chExt cx="362309" cy="361971"/>
          </a:xfrm>
          <a:solidFill>
            <a:srgbClr val="0097A9"/>
          </a:solidFill>
        </p:grpSpPr>
        <p:sp>
          <p:nvSpPr>
            <p:cNvPr id="494" name="Graphic 4">
              <a:extLst>
                <a:ext uri="{FF2B5EF4-FFF2-40B4-BE49-F238E27FC236}">
                  <a16:creationId xmlns:a16="http://schemas.microsoft.com/office/drawing/2014/main" id="{CB188CCE-BC2E-394E-9D3F-EC525F806185}"/>
                </a:ext>
              </a:extLst>
            </p:cNvPr>
            <p:cNvSpPr/>
            <p:nvPr/>
          </p:nvSpPr>
          <p:spPr>
            <a:xfrm>
              <a:off x="5272336" y="1545086"/>
              <a:ext cx="26837" cy="57455"/>
            </a:xfrm>
            <a:custGeom>
              <a:avLst/>
              <a:gdLst>
                <a:gd name="connsiteX0" fmla="*/ 16614 w 26837"/>
                <a:gd name="connsiteY0" fmla="*/ 31282 h 57455"/>
                <a:gd name="connsiteX1" fmla="*/ 15336 w 26837"/>
                <a:gd name="connsiteY1" fmla="*/ 26174 h 57455"/>
                <a:gd name="connsiteX2" fmla="*/ 20448 w 26837"/>
                <a:gd name="connsiteY2" fmla="*/ 0 h 57455"/>
                <a:gd name="connsiteX3" fmla="*/ 7668 w 26837"/>
                <a:gd name="connsiteY3" fmla="*/ 0 h 57455"/>
                <a:gd name="connsiteX4" fmla="*/ 0 w 26837"/>
                <a:gd name="connsiteY4" fmla="*/ 32558 h 57455"/>
                <a:gd name="connsiteX5" fmla="*/ 8946 w 26837"/>
                <a:gd name="connsiteY5" fmla="*/ 32558 h 57455"/>
                <a:gd name="connsiteX6" fmla="*/ 14058 w 26837"/>
                <a:gd name="connsiteY6" fmla="*/ 35112 h 57455"/>
                <a:gd name="connsiteX7" fmla="*/ 15336 w 26837"/>
                <a:gd name="connsiteY7" fmla="*/ 40219 h 57455"/>
                <a:gd name="connsiteX8" fmla="*/ 12780 w 26837"/>
                <a:gd name="connsiteY8" fmla="*/ 57456 h 57455"/>
                <a:gd name="connsiteX9" fmla="*/ 26838 w 26837"/>
                <a:gd name="connsiteY9" fmla="*/ 34474 h 57455"/>
                <a:gd name="connsiteX10" fmla="*/ 21726 w 26837"/>
                <a:gd name="connsiteY10" fmla="*/ 34474 h 57455"/>
                <a:gd name="connsiteX11" fmla="*/ 16614 w 26837"/>
                <a:gd name="connsiteY11" fmla="*/ 31282 h 5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37" h="57455">
                  <a:moveTo>
                    <a:pt x="16614" y="31282"/>
                  </a:moveTo>
                  <a:cubicBezTo>
                    <a:pt x="15336" y="30005"/>
                    <a:pt x="14697" y="28090"/>
                    <a:pt x="15336" y="26174"/>
                  </a:cubicBezTo>
                  <a:lnTo>
                    <a:pt x="20448" y="0"/>
                  </a:lnTo>
                  <a:lnTo>
                    <a:pt x="7668" y="0"/>
                  </a:lnTo>
                  <a:lnTo>
                    <a:pt x="0" y="32558"/>
                  </a:lnTo>
                  <a:lnTo>
                    <a:pt x="8946" y="32558"/>
                  </a:lnTo>
                  <a:cubicBezTo>
                    <a:pt x="10863" y="32558"/>
                    <a:pt x="12780" y="33197"/>
                    <a:pt x="14058" y="35112"/>
                  </a:cubicBezTo>
                  <a:cubicBezTo>
                    <a:pt x="15336" y="36389"/>
                    <a:pt x="15975" y="38304"/>
                    <a:pt x="15336" y="40219"/>
                  </a:cubicBezTo>
                  <a:lnTo>
                    <a:pt x="12780" y="57456"/>
                  </a:lnTo>
                  <a:lnTo>
                    <a:pt x="26838" y="34474"/>
                  </a:lnTo>
                  <a:lnTo>
                    <a:pt x="21726" y="34474"/>
                  </a:lnTo>
                  <a:cubicBezTo>
                    <a:pt x="19170" y="33835"/>
                    <a:pt x="17892" y="33197"/>
                    <a:pt x="16614" y="31282"/>
                  </a:cubicBezTo>
                  <a:close/>
                </a:path>
              </a:pathLst>
            </a:custGeom>
            <a:solidFill>
              <a:srgbClr val="0097A9"/>
            </a:solidFill>
            <a:ln w="6390" cap="flat">
              <a:noFill/>
              <a:prstDash val="solid"/>
              <a:miter/>
            </a:ln>
          </p:spPr>
          <p:txBody>
            <a:bodyPr rtlCol="0" anchor="ctr"/>
            <a:lstStyle/>
            <a:p>
              <a:endParaRPr lang="en-US"/>
            </a:p>
          </p:txBody>
        </p:sp>
        <p:sp>
          <p:nvSpPr>
            <p:cNvPr id="495" name="Graphic 4">
              <a:extLst>
                <a:ext uri="{FF2B5EF4-FFF2-40B4-BE49-F238E27FC236}">
                  <a16:creationId xmlns:a16="http://schemas.microsoft.com/office/drawing/2014/main" id="{6963383B-0528-9D48-958B-7E413333A0DD}"/>
                </a:ext>
              </a:extLst>
            </p:cNvPr>
            <p:cNvSpPr/>
            <p:nvPr/>
          </p:nvSpPr>
          <p:spPr>
            <a:xfrm>
              <a:off x="5218661" y="1518912"/>
              <a:ext cx="125242" cy="125125"/>
            </a:xfrm>
            <a:custGeom>
              <a:avLst/>
              <a:gdLst>
                <a:gd name="connsiteX0" fmla="*/ 62621 w 125242"/>
                <a:gd name="connsiteY0" fmla="*/ 0 h 125125"/>
                <a:gd name="connsiteX1" fmla="*/ 0 w 125242"/>
                <a:gd name="connsiteY1" fmla="*/ 62563 h 125125"/>
                <a:gd name="connsiteX2" fmla="*/ 62621 w 125242"/>
                <a:gd name="connsiteY2" fmla="*/ 125126 h 125125"/>
                <a:gd name="connsiteX3" fmla="*/ 125243 w 125242"/>
                <a:gd name="connsiteY3" fmla="*/ 62563 h 125125"/>
                <a:gd name="connsiteX4" fmla="*/ 125243 w 125242"/>
                <a:gd name="connsiteY4" fmla="*/ 62563 h 125125"/>
                <a:gd name="connsiteX5" fmla="*/ 62621 w 125242"/>
                <a:gd name="connsiteY5" fmla="*/ 0 h 125125"/>
                <a:gd name="connsiteX6" fmla="*/ 97127 w 125242"/>
                <a:gd name="connsiteY6" fmla="*/ 56817 h 125125"/>
                <a:gd name="connsiteX7" fmla="*/ 61343 w 125242"/>
                <a:gd name="connsiteY7" fmla="*/ 116188 h 125125"/>
                <a:gd name="connsiteX8" fmla="*/ 55593 w 125242"/>
                <a:gd name="connsiteY8" fmla="*/ 119380 h 125125"/>
                <a:gd name="connsiteX9" fmla="*/ 53675 w 125242"/>
                <a:gd name="connsiteY9" fmla="*/ 118742 h 125125"/>
                <a:gd name="connsiteX10" fmla="*/ 49203 w 125242"/>
                <a:gd name="connsiteY10" fmla="*/ 111720 h 125125"/>
                <a:gd name="connsiteX11" fmla="*/ 54953 w 125242"/>
                <a:gd name="connsiteY11" fmla="*/ 70862 h 125125"/>
                <a:gd name="connsiteX12" fmla="*/ 45368 w 125242"/>
                <a:gd name="connsiteY12" fmla="*/ 70862 h 125125"/>
                <a:gd name="connsiteX13" fmla="*/ 38978 w 125242"/>
                <a:gd name="connsiteY13" fmla="*/ 64478 h 125125"/>
                <a:gd name="connsiteX14" fmla="*/ 38978 w 125242"/>
                <a:gd name="connsiteY14" fmla="*/ 63201 h 125125"/>
                <a:gd name="connsiteX15" fmla="*/ 49203 w 125242"/>
                <a:gd name="connsiteY15" fmla="*/ 17875 h 125125"/>
                <a:gd name="connsiteX16" fmla="*/ 55593 w 125242"/>
                <a:gd name="connsiteY16" fmla="*/ 12768 h 125125"/>
                <a:gd name="connsiteX17" fmla="*/ 81152 w 125242"/>
                <a:gd name="connsiteY17" fmla="*/ 12768 h 125125"/>
                <a:gd name="connsiteX18" fmla="*/ 86264 w 125242"/>
                <a:gd name="connsiteY18" fmla="*/ 15322 h 125125"/>
                <a:gd name="connsiteX19" fmla="*/ 87542 w 125242"/>
                <a:gd name="connsiteY19" fmla="*/ 20429 h 125125"/>
                <a:gd name="connsiteX20" fmla="*/ 82430 w 125242"/>
                <a:gd name="connsiteY20" fmla="*/ 46603 h 125125"/>
                <a:gd name="connsiteX21" fmla="*/ 91376 w 125242"/>
                <a:gd name="connsiteY21" fmla="*/ 46603 h 125125"/>
                <a:gd name="connsiteX22" fmla="*/ 97766 w 125242"/>
                <a:gd name="connsiteY22" fmla="*/ 52987 h 125125"/>
                <a:gd name="connsiteX23" fmla="*/ 97127 w 125242"/>
                <a:gd name="connsiteY23" fmla="*/ 56817 h 125125"/>
                <a:gd name="connsiteX24" fmla="*/ 97127 w 125242"/>
                <a:gd name="connsiteY24" fmla="*/ 56817 h 12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5242" h="125125">
                  <a:moveTo>
                    <a:pt x="62621" y="0"/>
                  </a:moveTo>
                  <a:cubicBezTo>
                    <a:pt x="28115" y="0"/>
                    <a:pt x="0" y="28089"/>
                    <a:pt x="0" y="62563"/>
                  </a:cubicBezTo>
                  <a:cubicBezTo>
                    <a:pt x="0" y="97037"/>
                    <a:pt x="28115" y="125126"/>
                    <a:pt x="62621" y="125126"/>
                  </a:cubicBezTo>
                  <a:cubicBezTo>
                    <a:pt x="97127" y="125126"/>
                    <a:pt x="125243" y="97037"/>
                    <a:pt x="125243" y="62563"/>
                  </a:cubicBezTo>
                  <a:lnTo>
                    <a:pt x="125243" y="62563"/>
                  </a:lnTo>
                  <a:cubicBezTo>
                    <a:pt x="125243" y="28089"/>
                    <a:pt x="97127" y="0"/>
                    <a:pt x="62621" y="0"/>
                  </a:cubicBezTo>
                  <a:close/>
                  <a:moveTo>
                    <a:pt x="97127" y="56817"/>
                  </a:moveTo>
                  <a:lnTo>
                    <a:pt x="61343" y="116188"/>
                  </a:lnTo>
                  <a:cubicBezTo>
                    <a:pt x="60065" y="118104"/>
                    <a:pt x="58148" y="119380"/>
                    <a:pt x="55593" y="119380"/>
                  </a:cubicBezTo>
                  <a:cubicBezTo>
                    <a:pt x="54953" y="119380"/>
                    <a:pt x="54314" y="119380"/>
                    <a:pt x="53675" y="118742"/>
                  </a:cubicBezTo>
                  <a:cubicBezTo>
                    <a:pt x="51119" y="117465"/>
                    <a:pt x="49203" y="114912"/>
                    <a:pt x="49203" y="111720"/>
                  </a:cubicBezTo>
                  <a:lnTo>
                    <a:pt x="54953" y="70862"/>
                  </a:lnTo>
                  <a:lnTo>
                    <a:pt x="45368" y="70862"/>
                  </a:lnTo>
                  <a:cubicBezTo>
                    <a:pt x="41535" y="70862"/>
                    <a:pt x="38978" y="68309"/>
                    <a:pt x="38978" y="64478"/>
                  </a:cubicBezTo>
                  <a:cubicBezTo>
                    <a:pt x="38978" y="63840"/>
                    <a:pt x="38978" y="63201"/>
                    <a:pt x="38978" y="63201"/>
                  </a:cubicBezTo>
                  <a:lnTo>
                    <a:pt x="49203" y="17875"/>
                  </a:lnTo>
                  <a:cubicBezTo>
                    <a:pt x="49841" y="14683"/>
                    <a:pt x="52398" y="12768"/>
                    <a:pt x="55593" y="12768"/>
                  </a:cubicBezTo>
                  <a:lnTo>
                    <a:pt x="81152" y="12768"/>
                  </a:lnTo>
                  <a:cubicBezTo>
                    <a:pt x="83069" y="12768"/>
                    <a:pt x="84986" y="13406"/>
                    <a:pt x="86264" y="15322"/>
                  </a:cubicBezTo>
                  <a:cubicBezTo>
                    <a:pt x="87542" y="16598"/>
                    <a:pt x="88181" y="18514"/>
                    <a:pt x="87542" y="20429"/>
                  </a:cubicBezTo>
                  <a:lnTo>
                    <a:pt x="82430" y="46603"/>
                  </a:lnTo>
                  <a:lnTo>
                    <a:pt x="91376" y="46603"/>
                  </a:lnTo>
                  <a:cubicBezTo>
                    <a:pt x="95210" y="46603"/>
                    <a:pt x="97766" y="49795"/>
                    <a:pt x="97766" y="52987"/>
                  </a:cubicBezTo>
                  <a:cubicBezTo>
                    <a:pt x="98405" y="54902"/>
                    <a:pt x="97766" y="56179"/>
                    <a:pt x="97127" y="56817"/>
                  </a:cubicBezTo>
                  <a:lnTo>
                    <a:pt x="97127" y="56817"/>
                  </a:lnTo>
                  <a:close/>
                </a:path>
              </a:pathLst>
            </a:custGeom>
            <a:solidFill>
              <a:srgbClr val="0097A9"/>
            </a:solidFill>
            <a:ln w="6390" cap="flat">
              <a:noFill/>
              <a:prstDash val="solid"/>
              <a:miter/>
            </a:ln>
          </p:spPr>
          <p:txBody>
            <a:bodyPr rtlCol="0" anchor="ctr"/>
            <a:lstStyle/>
            <a:p>
              <a:endParaRPr lang="en-US"/>
            </a:p>
          </p:txBody>
        </p:sp>
        <p:sp>
          <p:nvSpPr>
            <p:cNvPr id="496" name="Graphic 4">
              <a:extLst>
                <a:ext uri="{FF2B5EF4-FFF2-40B4-BE49-F238E27FC236}">
                  <a16:creationId xmlns:a16="http://schemas.microsoft.com/office/drawing/2014/main" id="{83D921DC-1002-9B46-B86C-4A9F576B015F}"/>
                </a:ext>
              </a:extLst>
            </p:cNvPr>
            <p:cNvSpPr/>
            <p:nvPr/>
          </p:nvSpPr>
          <p:spPr>
            <a:xfrm>
              <a:off x="5099169" y="14027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38984 w 362309"/>
                <a:gd name="connsiteY7" fmla="*/ 111720 h 361971"/>
                <a:gd name="connsiteX8" fmla="*/ 251124 w 362309"/>
                <a:gd name="connsiteY8" fmla="*/ 99590 h 361971"/>
                <a:gd name="connsiteX9" fmla="*/ 260071 w 362309"/>
                <a:gd name="connsiteY9" fmla="*/ 99590 h 361971"/>
                <a:gd name="connsiteX10" fmla="*/ 260071 w 362309"/>
                <a:gd name="connsiteY10" fmla="*/ 108528 h 361971"/>
                <a:gd name="connsiteX11" fmla="*/ 260071 w 362309"/>
                <a:gd name="connsiteY11" fmla="*/ 108528 h 361971"/>
                <a:gd name="connsiteX12" fmla="*/ 247929 w 362309"/>
                <a:gd name="connsiteY12" fmla="*/ 120657 h 361971"/>
                <a:gd name="connsiteX13" fmla="*/ 238984 w 362309"/>
                <a:gd name="connsiteY13" fmla="*/ 120657 h 361971"/>
                <a:gd name="connsiteX14" fmla="*/ 238984 w 362309"/>
                <a:gd name="connsiteY14" fmla="*/ 111720 h 361971"/>
                <a:gd name="connsiteX15" fmla="*/ 238984 w 362309"/>
                <a:gd name="connsiteY15" fmla="*/ 111720 h 361971"/>
                <a:gd name="connsiteX16" fmla="*/ 173167 w 362309"/>
                <a:gd name="connsiteY16" fmla="*/ 73416 h 361971"/>
                <a:gd name="connsiteX17" fmla="*/ 179557 w 362309"/>
                <a:gd name="connsiteY17" fmla="*/ 67032 h 361971"/>
                <a:gd name="connsiteX18" fmla="*/ 185947 w 362309"/>
                <a:gd name="connsiteY18" fmla="*/ 73416 h 361971"/>
                <a:gd name="connsiteX19" fmla="*/ 185947 w 362309"/>
                <a:gd name="connsiteY19" fmla="*/ 90014 h 361971"/>
                <a:gd name="connsiteX20" fmla="*/ 179557 w 362309"/>
                <a:gd name="connsiteY20" fmla="*/ 96398 h 361971"/>
                <a:gd name="connsiteX21" fmla="*/ 173167 w 362309"/>
                <a:gd name="connsiteY21" fmla="*/ 90014 h 361971"/>
                <a:gd name="connsiteX22" fmla="*/ 173167 w 362309"/>
                <a:gd name="connsiteY22" fmla="*/ 73416 h 361971"/>
                <a:gd name="connsiteX23" fmla="*/ 101600 w 362309"/>
                <a:gd name="connsiteY23" fmla="*/ 99590 h 361971"/>
                <a:gd name="connsiteX24" fmla="*/ 110546 w 362309"/>
                <a:gd name="connsiteY24" fmla="*/ 99590 h 361971"/>
                <a:gd name="connsiteX25" fmla="*/ 122687 w 362309"/>
                <a:gd name="connsiteY25" fmla="*/ 111720 h 361971"/>
                <a:gd name="connsiteX26" fmla="*/ 122687 w 362309"/>
                <a:gd name="connsiteY26" fmla="*/ 120657 h 361971"/>
                <a:gd name="connsiteX27" fmla="*/ 122687 w 362309"/>
                <a:gd name="connsiteY27" fmla="*/ 120657 h 361971"/>
                <a:gd name="connsiteX28" fmla="*/ 118214 w 362309"/>
                <a:gd name="connsiteY28" fmla="*/ 122572 h 361971"/>
                <a:gd name="connsiteX29" fmla="*/ 113741 w 362309"/>
                <a:gd name="connsiteY29" fmla="*/ 120657 h 361971"/>
                <a:gd name="connsiteX30" fmla="*/ 101600 w 362309"/>
                <a:gd name="connsiteY30" fmla="*/ 108528 h 361971"/>
                <a:gd name="connsiteX31" fmla="*/ 101600 w 362309"/>
                <a:gd name="connsiteY31" fmla="*/ 99590 h 361971"/>
                <a:gd name="connsiteX32" fmla="*/ 101600 w 362309"/>
                <a:gd name="connsiteY32" fmla="*/ 99590 h 361971"/>
                <a:gd name="connsiteX33" fmla="*/ 92654 w 362309"/>
                <a:gd name="connsiteY33" fmla="*/ 185774 h 361971"/>
                <a:gd name="connsiteX34" fmla="*/ 74762 w 362309"/>
                <a:gd name="connsiteY34" fmla="*/ 185774 h 361971"/>
                <a:gd name="connsiteX35" fmla="*/ 68372 w 362309"/>
                <a:gd name="connsiteY35" fmla="*/ 179390 h 361971"/>
                <a:gd name="connsiteX36" fmla="*/ 74762 w 362309"/>
                <a:gd name="connsiteY36" fmla="*/ 173006 h 361971"/>
                <a:gd name="connsiteX37" fmla="*/ 92654 w 362309"/>
                <a:gd name="connsiteY37" fmla="*/ 173006 h 361971"/>
                <a:gd name="connsiteX38" fmla="*/ 99044 w 362309"/>
                <a:gd name="connsiteY38" fmla="*/ 179390 h 361971"/>
                <a:gd name="connsiteX39" fmla="*/ 92654 w 362309"/>
                <a:gd name="connsiteY39" fmla="*/ 185774 h 361971"/>
                <a:gd name="connsiteX40" fmla="*/ 122687 w 362309"/>
                <a:gd name="connsiteY40" fmla="*/ 245783 h 361971"/>
                <a:gd name="connsiteX41" fmla="*/ 108629 w 362309"/>
                <a:gd name="connsiteY41" fmla="*/ 259190 h 361971"/>
                <a:gd name="connsiteX42" fmla="*/ 99683 w 362309"/>
                <a:gd name="connsiteY42" fmla="*/ 259190 h 361971"/>
                <a:gd name="connsiteX43" fmla="*/ 99683 w 362309"/>
                <a:gd name="connsiteY43" fmla="*/ 259190 h 361971"/>
                <a:gd name="connsiteX44" fmla="*/ 99683 w 362309"/>
                <a:gd name="connsiteY44" fmla="*/ 250252 h 361971"/>
                <a:gd name="connsiteX45" fmla="*/ 113741 w 362309"/>
                <a:gd name="connsiteY45" fmla="*/ 236207 h 361971"/>
                <a:gd name="connsiteX46" fmla="*/ 122687 w 362309"/>
                <a:gd name="connsiteY46" fmla="*/ 236207 h 361971"/>
                <a:gd name="connsiteX47" fmla="*/ 122687 w 362309"/>
                <a:gd name="connsiteY47" fmla="*/ 245783 h 361971"/>
                <a:gd name="connsiteX48" fmla="*/ 122687 w 362309"/>
                <a:gd name="connsiteY48" fmla="*/ 245783 h 361971"/>
                <a:gd name="connsiteX49" fmla="*/ 122687 w 362309"/>
                <a:gd name="connsiteY49" fmla="*/ 245783 h 361971"/>
                <a:gd name="connsiteX50" fmla="*/ 185947 w 362309"/>
                <a:gd name="connsiteY50" fmla="*/ 287279 h 361971"/>
                <a:gd name="connsiteX51" fmla="*/ 179557 w 362309"/>
                <a:gd name="connsiteY51" fmla="*/ 293663 h 361971"/>
                <a:gd name="connsiteX52" fmla="*/ 173167 w 362309"/>
                <a:gd name="connsiteY52" fmla="*/ 287279 h 361971"/>
                <a:gd name="connsiteX53" fmla="*/ 173167 w 362309"/>
                <a:gd name="connsiteY53" fmla="*/ 266850 h 361971"/>
                <a:gd name="connsiteX54" fmla="*/ 179557 w 362309"/>
                <a:gd name="connsiteY54" fmla="*/ 260466 h 361971"/>
                <a:gd name="connsiteX55" fmla="*/ 185947 w 362309"/>
                <a:gd name="connsiteY55" fmla="*/ 266850 h 361971"/>
                <a:gd name="connsiteX56" fmla="*/ 185947 w 362309"/>
                <a:gd name="connsiteY56" fmla="*/ 287279 h 361971"/>
                <a:gd name="connsiteX57" fmla="*/ 182113 w 362309"/>
                <a:gd name="connsiteY57" fmla="*/ 254082 h 361971"/>
                <a:gd name="connsiteX58" fmla="*/ 106712 w 362309"/>
                <a:gd name="connsiteY58" fmla="*/ 178752 h 361971"/>
                <a:gd name="connsiteX59" fmla="*/ 182113 w 362309"/>
                <a:gd name="connsiteY59" fmla="*/ 103420 h 361971"/>
                <a:gd name="connsiteX60" fmla="*/ 257514 w 362309"/>
                <a:gd name="connsiteY60" fmla="*/ 178752 h 361971"/>
                <a:gd name="connsiteX61" fmla="*/ 182113 w 362309"/>
                <a:gd name="connsiteY61" fmla="*/ 254082 h 361971"/>
                <a:gd name="connsiteX62" fmla="*/ 182113 w 362309"/>
                <a:gd name="connsiteY62" fmla="*/ 254082 h 361971"/>
                <a:gd name="connsiteX63" fmla="*/ 182113 w 362309"/>
                <a:gd name="connsiteY63" fmla="*/ 254082 h 361971"/>
                <a:gd name="connsiteX64" fmla="*/ 261987 w 362309"/>
                <a:gd name="connsiteY64" fmla="*/ 259828 h 361971"/>
                <a:gd name="connsiteX65" fmla="*/ 253041 w 362309"/>
                <a:gd name="connsiteY65" fmla="*/ 259828 h 361971"/>
                <a:gd name="connsiteX66" fmla="*/ 253041 w 362309"/>
                <a:gd name="connsiteY66" fmla="*/ 259828 h 361971"/>
                <a:gd name="connsiteX67" fmla="*/ 238984 w 362309"/>
                <a:gd name="connsiteY67" fmla="*/ 245783 h 361971"/>
                <a:gd name="connsiteX68" fmla="*/ 238984 w 362309"/>
                <a:gd name="connsiteY68" fmla="*/ 236846 h 361971"/>
                <a:gd name="connsiteX69" fmla="*/ 238984 w 362309"/>
                <a:gd name="connsiteY69" fmla="*/ 236846 h 361971"/>
                <a:gd name="connsiteX70" fmla="*/ 247929 w 362309"/>
                <a:gd name="connsiteY70" fmla="*/ 236846 h 361971"/>
                <a:gd name="connsiteX71" fmla="*/ 261987 w 362309"/>
                <a:gd name="connsiteY71" fmla="*/ 251529 h 361971"/>
                <a:gd name="connsiteX72" fmla="*/ 261987 w 362309"/>
                <a:gd name="connsiteY72" fmla="*/ 259828 h 361971"/>
                <a:gd name="connsiteX73" fmla="*/ 261987 w 362309"/>
                <a:gd name="connsiteY73" fmla="*/ 259828 h 361971"/>
                <a:gd name="connsiteX74" fmla="*/ 288186 w 362309"/>
                <a:gd name="connsiteY74" fmla="*/ 185774 h 361971"/>
                <a:gd name="connsiteX75" fmla="*/ 269016 w 362309"/>
                <a:gd name="connsiteY75" fmla="*/ 185774 h 361971"/>
                <a:gd name="connsiteX76" fmla="*/ 262626 w 362309"/>
                <a:gd name="connsiteY76" fmla="*/ 179390 h 361971"/>
                <a:gd name="connsiteX77" fmla="*/ 269016 w 362309"/>
                <a:gd name="connsiteY77" fmla="*/ 173006 h 361971"/>
                <a:gd name="connsiteX78" fmla="*/ 288186 w 362309"/>
                <a:gd name="connsiteY78" fmla="*/ 173006 h 361971"/>
                <a:gd name="connsiteX79" fmla="*/ 294576 w 362309"/>
                <a:gd name="connsiteY79" fmla="*/ 179390 h 361971"/>
                <a:gd name="connsiteX80" fmla="*/ 288186 w 362309"/>
                <a:gd name="connsiteY80" fmla="*/ 18577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0438"/>
                    <a:pt x="281157" y="0"/>
                    <a:pt x="181474" y="0"/>
                  </a:cubicBezTo>
                  <a:cubicBezTo>
                    <a:pt x="181474" y="0"/>
                    <a:pt x="181474" y="0"/>
                    <a:pt x="181474" y="0"/>
                  </a:cubicBezTo>
                  <a:close/>
                  <a:moveTo>
                    <a:pt x="238984" y="111720"/>
                  </a:moveTo>
                  <a:lnTo>
                    <a:pt x="251124" y="99590"/>
                  </a:lnTo>
                  <a:cubicBezTo>
                    <a:pt x="253681" y="97037"/>
                    <a:pt x="257514" y="97037"/>
                    <a:pt x="260071" y="99590"/>
                  </a:cubicBezTo>
                  <a:cubicBezTo>
                    <a:pt x="262626" y="102144"/>
                    <a:pt x="262626" y="105974"/>
                    <a:pt x="260071" y="108528"/>
                  </a:cubicBezTo>
                  <a:cubicBezTo>
                    <a:pt x="260071" y="108528"/>
                    <a:pt x="260071" y="108528"/>
                    <a:pt x="260071" y="108528"/>
                  </a:cubicBezTo>
                  <a:lnTo>
                    <a:pt x="247929" y="120657"/>
                  </a:lnTo>
                  <a:cubicBezTo>
                    <a:pt x="245374" y="123211"/>
                    <a:pt x="241540" y="123211"/>
                    <a:pt x="238984" y="120657"/>
                  </a:cubicBezTo>
                  <a:cubicBezTo>
                    <a:pt x="236428" y="118742"/>
                    <a:pt x="236428" y="114273"/>
                    <a:pt x="238984" y="111720"/>
                  </a:cubicBezTo>
                  <a:lnTo>
                    <a:pt x="238984" y="111720"/>
                  </a:lnTo>
                  <a:close/>
                  <a:moveTo>
                    <a:pt x="173167" y="73416"/>
                  </a:moveTo>
                  <a:cubicBezTo>
                    <a:pt x="173167" y="69585"/>
                    <a:pt x="175723" y="67032"/>
                    <a:pt x="179557" y="67032"/>
                  </a:cubicBezTo>
                  <a:cubicBezTo>
                    <a:pt x="183391" y="67032"/>
                    <a:pt x="185947" y="69585"/>
                    <a:pt x="185947" y="73416"/>
                  </a:cubicBezTo>
                  <a:lnTo>
                    <a:pt x="185947" y="90014"/>
                  </a:lnTo>
                  <a:cubicBezTo>
                    <a:pt x="185947" y="93845"/>
                    <a:pt x="183391" y="96398"/>
                    <a:pt x="179557" y="96398"/>
                  </a:cubicBezTo>
                  <a:cubicBezTo>
                    <a:pt x="175723" y="96398"/>
                    <a:pt x="173167" y="93845"/>
                    <a:pt x="173167" y="90014"/>
                  </a:cubicBezTo>
                  <a:lnTo>
                    <a:pt x="173167" y="73416"/>
                  </a:lnTo>
                  <a:close/>
                  <a:moveTo>
                    <a:pt x="101600" y="99590"/>
                  </a:moveTo>
                  <a:cubicBezTo>
                    <a:pt x="104156" y="97037"/>
                    <a:pt x="107990" y="97037"/>
                    <a:pt x="110546" y="99590"/>
                  </a:cubicBezTo>
                  <a:lnTo>
                    <a:pt x="122687" y="111720"/>
                  </a:lnTo>
                  <a:cubicBezTo>
                    <a:pt x="125243" y="114273"/>
                    <a:pt x="125243" y="118104"/>
                    <a:pt x="122687" y="120657"/>
                  </a:cubicBezTo>
                  <a:cubicBezTo>
                    <a:pt x="122687" y="120657"/>
                    <a:pt x="122687" y="120657"/>
                    <a:pt x="122687" y="120657"/>
                  </a:cubicBezTo>
                  <a:cubicBezTo>
                    <a:pt x="121409" y="121934"/>
                    <a:pt x="120131" y="122572"/>
                    <a:pt x="118214" y="122572"/>
                  </a:cubicBezTo>
                  <a:cubicBezTo>
                    <a:pt x="116297" y="122572"/>
                    <a:pt x="115019" y="121934"/>
                    <a:pt x="113741" y="120657"/>
                  </a:cubicBezTo>
                  <a:lnTo>
                    <a:pt x="101600" y="108528"/>
                  </a:lnTo>
                  <a:cubicBezTo>
                    <a:pt x="99683" y="105974"/>
                    <a:pt x="99683" y="102144"/>
                    <a:pt x="101600" y="99590"/>
                  </a:cubicBezTo>
                  <a:lnTo>
                    <a:pt x="101600" y="99590"/>
                  </a:lnTo>
                  <a:close/>
                  <a:moveTo>
                    <a:pt x="92654" y="185774"/>
                  </a:moveTo>
                  <a:lnTo>
                    <a:pt x="74762" y="185774"/>
                  </a:lnTo>
                  <a:cubicBezTo>
                    <a:pt x="70928" y="185774"/>
                    <a:pt x="68372" y="183220"/>
                    <a:pt x="68372" y="179390"/>
                  </a:cubicBezTo>
                  <a:cubicBezTo>
                    <a:pt x="68372" y="175560"/>
                    <a:pt x="70928" y="173006"/>
                    <a:pt x="74762" y="173006"/>
                  </a:cubicBezTo>
                  <a:lnTo>
                    <a:pt x="92654" y="173006"/>
                  </a:lnTo>
                  <a:cubicBezTo>
                    <a:pt x="96488" y="173006"/>
                    <a:pt x="99044" y="175560"/>
                    <a:pt x="99044" y="179390"/>
                  </a:cubicBezTo>
                  <a:cubicBezTo>
                    <a:pt x="99044" y="183220"/>
                    <a:pt x="95849" y="185774"/>
                    <a:pt x="92654" y="185774"/>
                  </a:cubicBezTo>
                  <a:close/>
                  <a:moveTo>
                    <a:pt x="122687" y="245783"/>
                  </a:moveTo>
                  <a:lnTo>
                    <a:pt x="108629" y="259190"/>
                  </a:lnTo>
                  <a:cubicBezTo>
                    <a:pt x="106073" y="261743"/>
                    <a:pt x="102239" y="261743"/>
                    <a:pt x="99683" y="259190"/>
                  </a:cubicBezTo>
                  <a:cubicBezTo>
                    <a:pt x="99683" y="259190"/>
                    <a:pt x="99683" y="259190"/>
                    <a:pt x="99683" y="259190"/>
                  </a:cubicBezTo>
                  <a:cubicBezTo>
                    <a:pt x="97127" y="256636"/>
                    <a:pt x="97127" y="252806"/>
                    <a:pt x="99683" y="250252"/>
                  </a:cubicBezTo>
                  <a:lnTo>
                    <a:pt x="113741" y="236207"/>
                  </a:lnTo>
                  <a:cubicBezTo>
                    <a:pt x="116297" y="233654"/>
                    <a:pt x="120131" y="233654"/>
                    <a:pt x="122687" y="236207"/>
                  </a:cubicBezTo>
                  <a:cubicBezTo>
                    <a:pt x="125243" y="238761"/>
                    <a:pt x="125882" y="242591"/>
                    <a:pt x="122687" y="245783"/>
                  </a:cubicBezTo>
                  <a:cubicBezTo>
                    <a:pt x="123326" y="245783"/>
                    <a:pt x="122687" y="245783"/>
                    <a:pt x="122687" y="245783"/>
                  </a:cubicBezTo>
                  <a:lnTo>
                    <a:pt x="122687" y="245783"/>
                  </a:lnTo>
                  <a:close/>
                  <a:moveTo>
                    <a:pt x="185947" y="287279"/>
                  </a:moveTo>
                  <a:cubicBezTo>
                    <a:pt x="185947" y="291110"/>
                    <a:pt x="183391" y="293663"/>
                    <a:pt x="179557" y="293663"/>
                  </a:cubicBezTo>
                  <a:cubicBezTo>
                    <a:pt x="175723" y="293663"/>
                    <a:pt x="173167" y="291110"/>
                    <a:pt x="173167" y="287279"/>
                  </a:cubicBezTo>
                  <a:lnTo>
                    <a:pt x="173167" y="266850"/>
                  </a:lnTo>
                  <a:cubicBezTo>
                    <a:pt x="173167" y="263020"/>
                    <a:pt x="175723" y="260466"/>
                    <a:pt x="179557" y="260466"/>
                  </a:cubicBezTo>
                  <a:cubicBezTo>
                    <a:pt x="183391" y="260466"/>
                    <a:pt x="185947" y="263020"/>
                    <a:pt x="185947" y="266850"/>
                  </a:cubicBezTo>
                  <a:lnTo>
                    <a:pt x="185947" y="287279"/>
                  </a:lnTo>
                  <a:close/>
                  <a:moveTo>
                    <a:pt x="182113" y="254082"/>
                  </a:moveTo>
                  <a:cubicBezTo>
                    <a:pt x="140579" y="254082"/>
                    <a:pt x="106712" y="220247"/>
                    <a:pt x="106712" y="178752"/>
                  </a:cubicBezTo>
                  <a:cubicBezTo>
                    <a:pt x="106712" y="137256"/>
                    <a:pt x="140579" y="103420"/>
                    <a:pt x="182113" y="103420"/>
                  </a:cubicBezTo>
                  <a:cubicBezTo>
                    <a:pt x="223648" y="103420"/>
                    <a:pt x="257514" y="137256"/>
                    <a:pt x="257514" y="178752"/>
                  </a:cubicBezTo>
                  <a:cubicBezTo>
                    <a:pt x="258154" y="220247"/>
                    <a:pt x="224287" y="254721"/>
                    <a:pt x="182113" y="254082"/>
                  </a:cubicBezTo>
                  <a:cubicBezTo>
                    <a:pt x="182113" y="254721"/>
                    <a:pt x="182113" y="254721"/>
                    <a:pt x="182113" y="254082"/>
                  </a:cubicBezTo>
                  <a:lnTo>
                    <a:pt x="182113" y="254082"/>
                  </a:lnTo>
                  <a:close/>
                  <a:moveTo>
                    <a:pt x="261987" y="259828"/>
                  </a:moveTo>
                  <a:cubicBezTo>
                    <a:pt x="259431" y="262382"/>
                    <a:pt x="255597" y="262382"/>
                    <a:pt x="253041" y="259828"/>
                  </a:cubicBezTo>
                  <a:cubicBezTo>
                    <a:pt x="253041" y="259828"/>
                    <a:pt x="253041" y="259828"/>
                    <a:pt x="253041" y="259828"/>
                  </a:cubicBezTo>
                  <a:lnTo>
                    <a:pt x="238984" y="245783"/>
                  </a:lnTo>
                  <a:cubicBezTo>
                    <a:pt x="236428" y="243230"/>
                    <a:pt x="236428" y="239399"/>
                    <a:pt x="238984" y="236846"/>
                  </a:cubicBezTo>
                  <a:cubicBezTo>
                    <a:pt x="238984" y="236846"/>
                    <a:pt x="238984" y="236846"/>
                    <a:pt x="238984" y="236846"/>
                  </a:cubicBezTo>
                  <a:cubicBezTo>
                    <a:pt x="241540" y="234292"/>
                    <a:pt x="245374" y="234292"/>
                    <a:pt x="247929" y="236846"/>
                  </a:cubicBezTo>
                  <a:lnTo>
                    <a:pt x="261987" y="251529"/>
                  </a:lnTo>
                  <a:cubicBezTo>
                    <a:pt x="264544" y="253444"/>
                    <a:pt x="264544" y="257274"/>
                    <a:pt x="261987" y="259828"/>
                  </a:cubicBezTo>
                  <a:lnTo>
                    <a:pt x="261987" y="259828"/>
                  </a:lnTo>
                  <a:close/>
                  <a:moveTo>
                    <a:pt x="288186" y="185774"/>
                  </a:moveTo>
                  <a:lnTo>
                    <a:pt x="269016" y="185774"/>
                  </a:lnTo>
                  <a:cubicBezTo>
                    <a:pt x="265182" y="185774"/>
                    <a:pt x="262626" y="183220"/>
                    <a:pt x="262626" y="179390"/>
                  </a:cubicBezTo>
                  <a:cubicBezTo>
                    <a:pt x="262626" y="175560"/>
                    <a:pt x="265182" y="173006"/>
                    <a:pt x="269016" y="173006"/>
                  </a:cubicBezTo>
                  <a:lnTo>
                    <a:pt x="288186" y="173006"/>
                  </a:lnTo>
                  <a:cubicBezTo>
                    <a:pt x="292020" y="173006"/>
                    <a:pt x="294576" y="175560"/>
                    <a:pt x="294576" y="179390"/>
                  </a:cubicBezTo>
                  <a:cubicBezTo>
                    <a:pt x="294576" y="183220"/>
                    <a:pt x="291381" y="185774"/>
                    <a:pt x="288186" y="185774"/>
                  </a:cubicBezTo>
                  <a:close/>
                </a:path>
              </a:pathLst>
            </a:custGeom>
            <a:solidFill>
              <a:srgbClr val="0097A9"/>
            </a:solidFill>
            <a:ln w="6390" cap="flat">
              <a:noFill/>
              <a:prstDash val="solid"/>
              <a:miter/>
            </a:ln>
          </p:spPr>
          <p:txBody>
            <a:bodyPr rtlCol="0" anchor="ctr"/>
            <a:lstStyle/>
            <a:p>
              <a:endParaRPr lang="en-US"/>
            </a:p>
          </p:txBody>
        </p:sp>
      </p:grpSp>
      <p:grpSp>
        <p:nvGrpSpPr>
          <p:cNvPr id="497" name="Graphic 4">
            <a:extLst>
              <a:ext uri="{FF2B5EF4-FFF2-40B4-BE49-F238E27FC236}">
                <a16:creationId xmlns:a16="http://schemas.microsoft.com/office/drawing/2014/main" id="{AED6FFEF-4796-9E4E-BEAB-F66BA159781C}"/>
              </a:ext>
            </a:extLst>
          </p:cNvPr>
          <p:cNvGrpSpPr/>
          <p:nvPr/>
        </p:nvGrpSpPr>
        <p:grpSpPr>
          <a:xfrm>
            <a:off x="4660820" y="3824168"/>
            <a:ext cx="362312" cy="361971"/>
            <a:chOff x="4660820" y="3824168"/>
            <a:chExt cx="362312" cy="361971"/>
          </a:xfrm>
          <a:solidFill>
            <a:srgbClr val="0097A9"/>
          </a:solidFill>
        </p:grpSpPr>
        <p:sp>
          <p:nvSpPr>
            <p:cNvPr id="498" name="Graphic 4">
              <a:extLst>
                <a:ext uri="{FF2B5EF4-FFF2-40B4-BE49-F238E27FC236}">
                  <a16:creationId xmlns:a16="http://schemas.microsoft.com/office/drawing/2014/main" id="{12BD08D8-3CA5-614A-817F-FD08F726915D}"/>
                </a:ext>
              </a:extLst>
            </p:cNvPr>
            <p:cNvSpPr/>
            <p:nvPr/>
          </p:nvSpPr>
          <p:spPr>
            <a:xfrm>
              <a:off x="4660820" y="3824168"/>
              <a:ext cx="362312" cy="361971"/>
            </a:xfrm>
            <a:custGeom>
              <a:avLst/>
              <a:gdLst>
                <a:gd name="connsiteX0" fmla="*/ 181474 w 362312"/>
                <a:gd name="connsiteY0" fmla="*/ 0 h 361971"/>
                <a:gd name="connsiteX1" fmla="*/ 0 w 362312"/>
                <a:gd name="connsiteY1" fmla="*/ 180667 h 361971"/>
                <a:gd name="connsiteX2" fmla="*/ 180835 w 362312"/>
                <a:gd name="connsiteY2" fmla="*/ 361971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6"/>
                    <a:pt x="0" y="180667"/>
                  </a:cubicBezTo>
                  <a:cubicBezTo>
                    <a:pt x="0" y="280257"/>
                    <a:pt x="81152" y="361971"/>
                    <a:pt x="180835" y="361971"/>
                  </a:cubicBezTo>
                  <a:cubicBezTo>
                    <a:pt x="280518" y="361971"/>
                    <a:pt x="362309" y="280895"/>
                    <a:pt x="362309" y="181305"/>
                  </a:cubicBezTo>
                  <a:cubicBezTo>
                    <a:pt x="362309" y="181305"/>
                    <a:pt x="362309" y="181305"/>
                    <a:pt x="362309" y="181305"/>
                  </a:cubicBezTo>
                  <a:cubicBezTo>
                    <a:pt x="362948" y="81076"/>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lnTo>
                    <a:pt x="181474" y="349204"/>
                  </a:lnTo>
                  <a:close/>
                </a:path>
              </a:pathLst>
            </a:custGeom>
            <a:solidFill>
              <a:srgbClr val="0097A9"/>
            </a:solidFill>
            <a:ln w="6390" cap="flat">
              <a:noFill/>
              <a:prstDash val="solid"/>
              <a:miter/>
            </a:ln>
          </p:spPr>
          <p:txBody>
            <a:bodyPr rtlCol="0" anchor="ctr"/>
            <a:lstStyle/>
            <a:p>
              <a:endParaRPr lang="en-US"/>
            </a:p>
          </p:txBody>
        </p:sp>
        <p:sp>
          <p:nvSpPr>
            <p:cNvPr id="499" name="Graphic 4">
              <a:extLst>
                <a:ext uri="{FF2B5EF4-FFF2-40B4-BE49-F238E27FC236}">
                  <a16:creationId xmlns:a16="http://schemas.microsoft.com/office/drawing/2014/main" id="{D2F3445C-DAB6-8E40-9A88-BEDFD5AED57E}"/>
                </a:ext>
              </a:extLst>
            </p:cNvPr>
            <p:cNvSpPr/>
            <p:nvPr/>
          </p:nvSpPr>
          <p:spPr>
            <a:xfrm>
              <a:off x="4736221" y="3959426"/>
              <a:ext cx="164860" cy="152021"/>
            </a:xfrm>
            <a:custGeom>
              <a:avLst/>
              <a:gdLst>
                <a:gd name="connsiteX0" fmla="*/ 149524 w 164860"/>
                <a:gd name="connsiteY0" fmla="*/ 82 h 152021"/>
                <a:gd name="connsiteX1" fmla="*/ 58788 w 164860"/>
                <a:gd name="connsiteY1" fmla="*/ 82 h 152021"/>
                <a:gd name="connsiteX2" fmla="*/ 52398 w 164860"/>
                <a:gd name="connsiteY2" fmla="*/ 6466 h 152021"/>
                <a:gd name="connsiteX3" fmla="*/ 58788 w 164860"/>
                <a:gd name="connsiteY3" fmla="*/ 12850 h 152021"/>
                <a:gd name="connsiteX4" fmla="*/ 143774 w 164860"/>
                <a:gd name="connsiteY4" fmla="*/ 12850 h 152021"/>
                <a:gd name="connsiteX5" fmla="*/ 151442 w 164860"/>
                <a:gd name="connsiteY5" fmla="*/ 102864 h 152021"/>
                <a:gd name="connsiteX6" fmla="*/ 12780 w 164860"/>
                <a:gd name="connsiteY6" fmla="*/ 102864 h 152021"/>
                <a:gd name="connsiteX7" fmla="*/ 20448 w 164860"/>
                <a:gd name="connsiteY7" fmla="*/ 12850 h 152021"/>
                <a:gd name="connsiteX8" fmla="*/ 41535 w 164860"/>
                <a:gd name="connsiteY8" fmla="*/ 12850 h 152021"/>
                <a:gd name="connsiteX9" fmla="*/ 47925 w 164860"/>
                <a:gd name="connsiteY9" fmla="*/ 6466 h 152021"/>
                <a:gd name="connsiteX10" fmla="*/ 41535 w 164860"/>
                <a:gd name="connsiteY10" fmla="*/ 82 h 152021"/>
                <a:gd name="connsiteX11" fmla="*/ 14697 w 164860"/>
                <a:gd name="connsiteY11" fmla="*/ 82 h 152021"/>
                <a:gd name="connsiteX12" fmla="*/ 8307 w 164860"/>
                <a:gd name="connsiteY12" fmla="*/ 5828 h 152021"/>
                <a:gd name="connsiteX13" fmla="*/ 0 w 164860"/>
                <a:gd name="connsiteY13" fmla="*/ 108610 h 152021"/>
                <a:gd name="connsiteX14" fmla="*/ 1917 w 164860"/>
                <a:gd name="connsiteY14" fmla="*/ 113717 h 152021"/>
                <a:gd name="connsiteX15" fmla="*/ 6390 w 164860"/>
                <a:gd name="connsiteY15" fmla="*/ 115632 h 152021"/>
                <a:gd name="connsiteX16" fmla="*/ 66455 w 164860"/>
                <a:gd name="connsiteY16" fmla="*/ 115632 h 152021"/>
                <a:gd name="connsiteX17" fmla="*/ 61343 w 164860"/>
                <a:gd name="connsiteY17" fmla="*/ 122016 h 152021"/>
                <a:gd name="connsiteX18" fmla="*/ 61343 w 164860"/>
                <a:gd name="connsiteY18" fmla="*/ 139253 h 152021"/>
                <a:gd name="connsiteX19" fmla="*/ 45368 w 164860"/>
                <a:gd name="connsiteY19" fmla="*/ 139253 h 152021"/>
                <a:gd name="connsiteX20" fmla="*/ 38978 w 164860"/>
                <a:gd name="connsiteY20" fmla="*/ 145637 h 152021"/>
                <a:gd name="connsiteX21" fmla="*/ 45368 w 164860"/>
                <a:gd name="connsiteY21" fmla="*/ 152021 h 152021"/>
                <a:gd name="connsiteX22" fmla="*/ 118853 w 164860"/>
                <a:gd name="connsiteY22" fmla="*/ 152021 h 152021"/>
                <a:gd name="connsiteX23" fmla="*/ 125243 w 164860"/>
                <a:gd name="connsiteY23" fmla="*/ 145637 h 152021"/>
                <a:gd name="connsiteX24" fmla="*/ 118853 w 164860"/>
                <a:gd name="connsiteY24" fmla="*/ 139253 h 152021"/>
                <a:gd name="connsiteX25" fmla="*/ 102878 w 164860"/>
                <a:gd name="connsiteY25" fmla="*/ 139253 h 152021"/>
                <a:gd name="connsiteX26" fmla="*/ 102878 w 164860"/>
                <a:gd name="connsiteY26" fmla="*/ 115632 h 152021"/>
                <a:gd name="connsiteX27" fmla="*/ 158470 w 164860"/>
                <a:gd name="connsiteY27" fmla="*/ 115632 h 152021"/>
                <a:gd name="connsiteX28" fmla="*/ 162943 w 164860"/>
                <a:gd name="connsiteY28" fmla="*/ 113717 h 152021"/>
                <a:gd name="connsiteX29" fmla="*/ 164860 w 164860"/>
                <a:gd name="connsiteY29" fmla="*/ 108610 h 152021"/>
                <a:gd name="connsiteX30" fmla="*/ 156553 w 164860"/>
                <a:gd name="connsiteY30" fmla="*/ 5828 h 152021"/>
                <a:gd name="connsiteX31" fmla="*/ 149524 w 164860"/>
                <a:gd name="connsiteY31" fmla="*/ 82 h 152021"/>
                <a:gd name="connsiteX32" fmla="*/ 90098 w 164860"/>
                <a:gd name="connsiteY32" fmla="*/ 138615 h 152021"/>
                <a:gd name="connsiteX33" fmla="*/ 73484 w 164860"/>
                <a:gd name="connsiteY33" fmla="*/ 138615 h 152021"/>
                <a:gd name="connsiteX34" fmla="*/ 73484 w 164860"/>
                <a:gd name="connsiteY34" fmla="*/ 121378 h 152021"/>
                <a:gd name="connsiteX35" fmla="*/ 68372 w 164860"/>
                <a:gd name="connsiteY35" fmla="*/ 114994 h 152021"/>
                <a:gd name="connsiteX36" fmla="*/ 90098 w 164860"/>
                <a:gd name="connsiteY36" fmla="*/ 114994 h 152021"/>
                <a:gd name="connsiteX37" fmla="*/ 90098 w 164860"/>
                <a:gd name="connsiteY37" fmla="*/ 138615 h 152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4860" h="152021">
                  <a:moveTo>
                    <a:pt x="149524" y="82"/>
                  </a:moveTo>
                  <a:lnTo>
                    <a:pt x="58788" y="82"/>
                  </a:lnTo>
                  <a:cubicBezTo>
                    <a:pt x="54953" y="82"/>
                    <a:pt x="52398" y="2636"/>
                    <a:pt x="52398" y="6466"/>
                  </a:cubicBezTo>
                  <a:cubicBezTo>
                    <a:pt x="52398" y="10297"/>
                    <a:pt x="54953" y="12850"/>
                    <a:pt x="58788" y="12850"/>
                  </a:cubicBezTo>
                  <a:lnTo>
                    <a:pt x="143774" y="12850"/>
                  </a:lnTo>
                  <a:lnTo>
                    <a:pt x="151442" y="102864"/>
                  </a:lnTo>
                  <a:lnTo>
                    <a:pt x="12780" y="102864"/>
                  </a:lnTo>
                  <a:lnTo>
                    <a:pt x="20448" y="12850"/>
                  </a:lnTo>
                  <a:lnTo>
                    <a:pt x="41535" y="12850"/>
                  </a:lnTo>
                  <a:cubicBezTo>
                    <a:pt x="45368" y="12850"/>
                    <a:pt x="47925" y="10297"/>
                    <a:pt x="47925" y="6466"/>
                  </a:cubicBezTo>
                  <a:cubicBezTo>
                    <a:pt x="47925" y="2636"/>
                    <a:pt x="45368" y="82"/>
                    <a:pt x="41535" y="82"/>
                  </a:cubicBezTo>
                  <a:lnTo>
                    <a:pt x="14697" y="82"/>
                  </a:lnTo>
                  <a:cubicBezTo>
                    <a:pt x="11502" y="82"/>
                    <a:pt x="8307" y="2636"/>
                    <a:pt x="8307" y="5828"/>
                  </a:cubicBezTo>
                  <a:lnTo>
                    <a:pt x="0" y="108610"/>
                  </a:lnTo>
                  <a:cubicBezTo>
                    <a:pt x="0" y="110525"/>
                    <a:pt x="639" y="112440"/>
                    <a:pt x="1917" y="113717"/>
                  </a:cubicBezTo>
                  <a:cubicBezTo>
                    <a:pt x="3195" y="114994"/>
                    <a:pt x="5112" y="115632"/>
                    <a:pt x="6390" y="115632"/>
                  </a:cubicBezTo>
                  <a:lnTo>
                    <a:pt x="66455" y="115632"/>
                  </a:lnTo>
                  <a:cubicBezTo>
                    <a:pt x="63260" y="116271"/>
                    <a:pt x="61343" y="118824"/>
                    <a:pt x="61343" y="122016"/>
                  </a:cubicBezTo>
                  <a:lnTo>
                    <a:pt x="61343" y="139253"/>
                  </a:lnTo>
                  <a:lnTo>
                    <a:pt x="45368" y="139253"/>
                  </a:lnTo>
                  <a:cubicBezTo>
                    <a:pt x="41535" y="139253"/>
                    <a:pt x="38978" y="141807"/>
                    <a:pt x="38978" y="145637"/>
                  </a:cubicBezTo>
                  <a:cubicBezTo>
                    <a:pt x="38978" y="149467"/>
                    <a:pt x="41535" y="152021"/>
                    <a:pt x="45368" y="152021"/>
                  </a:cubicBezTo>
                  <a:lnTo>
                    <a:pt x="118853" y="152021"/>
                  </a:lnTo>
                  <a:cubicBezTo>
                    <a:pt x="122687" y="152021"/>
                    <a:pt x="125243" y="149467"/>
                    <a:pt x="125243" y="145637"/>
                  </a:cubicBezTo>
                  <a:cubicBezTo>
                    <a:pt x="125243" y="141807"/>
                    <a:pt x="122687" y="139253"/>
                    <a:pt x="118853" y="139253"/>
                  </a:cubicBezTo>
                  <a:lnTo>
                    <a:pt x="102878" y="139253"/>
                  </a:lnTo>
                  <a:lnTo>
                    <a:pt x="102878" y="115632"/>
                  </a:lnTo>
                  <a:lnTo>
                    <a:pt x="158470" y="115632"/>
                  </a:lnTo>
                  <a:cubicBezTo>
                    <a:pt x="160387" y="115632"/>
                    <a:pt x="161665" y="114994"/>
                    <a:pt x="162943" y="113717"/>
                  </a:cubicBezTo>
                  <a:cubicBezTo>
                    <a:pt x="164221" y="112440"/>
                    <a:pt x="164860" y="110525"/>
                    <a:pt x="164860" y="108610"/>
                  </a:cubicBezTo>
                  <a:lnTo>
                    <a:pt x="156553" y="5828"/>
                  </a:lnTo>
                  <a:cubicBezTo>
                    <a:pt x="155914" y="2636"/>
                    <a:pt x="153358" y="-556"/>
                    <a:pt x="149524" y="82"/>
                  </a:cubicBezTo>
                  <a:close/>
                  <a:moveTo>
                    <a:pt x="90098" y="138615"/>
                  </a:moveTo>
                  <a:lnTo>
                    <a:pt x="73484" y="138615"/>
                  </a:lnTo>
                  <a:lnTo>
                    <a:pt x="73484" y="121378"/>
                  </a:lnTo>
                  <a:cubicBezTo>
                    <a:pt x="73484" y="118186"/>
                    <a:pt x="71567" y="115632"/>
                    <a:pt x="68372" y="114994"/>
                  </a:cubicBezTo>
                  <a:lnTo>
                    <a:pt x="90098" y="114994"/>
                  </a:lnTo>
                  <a:lnTo>
                    <a:pt x="90098" y="138615"/>
                  </a:lnTo>
                  <a:close/>
                </a:path>
              </a:pathLst>
            </a:custGeom>
            <a:solidFill>
              <a:srgbClr val="0097A9"/>
            </a:solidFill>
            <a:ln w="6390" cap="flat">
              <a:noFill/>
              <a:prstDash val="solid"/>
              <a:miter/>
            </a:ln>
          </p:spPr>
          <p:txBody>
            <a:bodyPr rtlCol="0" anchor="ctr"/>
            <a:lstStyle/>
            <a:p>
              <a:endParaRPr lang="en-US"/>
            </a:p>
          </p:txBody>
        </p:sp>
        <p:sp>
          <p:nvSpPr>
            <p:cNvPr id="500" name="Graphic 4">
              <a:extLst>
                <a:ext uri="{FF2B5EF4-FFF2-40B4-BE49-F238E27FC236}">
                  <a16:creationId xmlns:a16="http://schemas.microsoft.com/office/drawing/2014/main" id="{A4D610D8-2693-5C45-882D-8D84B8E7383F}"/>
                </a:ext>
              </a:extLst>
            </p:cNvPr>
            <p:cNvSpPr/>
            <p:nvPr/>
          </p:nvSpPr>
          <p:spPr>
            <a:xfrm>
              <a:off x="4760503" y="3981770"/>
              <a:ext cx="116296" cy="70944"/>
            </a:xfrm>
            <a:custGeom>
              <a:avLst/>
              <a:gdLst>
                <a:gd name="connsiteX0" fmla="*/ 4473 w 116296"/>
                <a:gd name="connsiteY0" fmla="*/ 5828 h 70944"/>
                <a:gd name="connsiteX1" fmla="*/ 0 w 116296"/>
                <a:gd name="connsiteY1" fmla="*/ 63922 h 70944"/>
                <a:gd name="connsiteX2" fmla="*/ 1917 w 116296"/>
                <a:gd name="connsiteY2" fmla="*/ 69029 h 70944"/>
                <a:gd name="connsiteX3" fmla="*/ 6390 w 116296"/>
                <a:gd name="connsiteY3" fmla="*/ 70945 h 70944"/>
                <a:gd name="connsiteX4" fmla="*/ 109907 w 116296"/>
                <a:gd name="connsiteY4" fmla="*/ 70945 h 70944"/>
                <a:gd name="connsiteX5" fmla="*/ 114380 w 116296"/>
                <a:gd name="connsiteY5" fmla="*/ 69029 h 70944"/>
                <a:gd name="connsiteX6" fmla="*/ 116297 w 116296"/>
                <a:gd name="connsiteY6" fmla="*/ 63922 h 70944"/>
                <a:gd name="connsiteX7" fmla="*/ 111824 w 116296"/>
                <a:gd name="connsiteY7" fmla="*/ 5828 h 70944"/>
                <a:gd name="connsiteX8" fmla="*/ 105434 w 116296"/>
                <a:gd name="connsiteY8" fmla="*/ 82 h 70944"/>
                <a:gd name="connsiteX9" fmla="*/ 11502 w 116296"/>
                <a:gd name="connsiteY9" fmla="*/ 82 h 70944"/>
                <a:gd name="connsiteX10" fmla="*/ 4473 w 116296"/>
                <a:gd name="connsiteY10" fmla="*/ 5828 h 70944"/>
                <a:gd name="connsiteX11" fmla="*/ 14058 w 116296"/>
                <a:gd name="connsiteY11" fmla="*/ 41578 h 70944"/>
                <a:gd name="connsiteX12" fmla="*/ 44730 w 116296"/>
                <a:gd name="connsiteY12" fmla="*/ 41578 h 70944"/>
                <a:gd name="connsiteX13" fmla="*/ 50481 w 116296"/>
                <a:gd name="connsiteY13" fmla="*/ 37110 h 70944"/>
                <a:gd name="connsiteX14" fmla="*/ 50481 w 116296"/>
                <a:gd name="connsiteY14" fmla="*/ 58177 h 70944"/>
                <a:gd name="connsiteX15" fmla="*/ 12141 w 116296"/>
                <a:gd name="connsiteY15" fmla="*/ 58177 h 70944"/>
                <a:gd name="connsiteX16" fmla="*/ 14058 w 116296"/>
                <a:gd name="connsiteY16" fmla="*/ 41578 h 70944"/>
                <a:gd name="connsiteX17" fmla="*/ 63899 w 116296"/>
                <a:gd name="connsiteY17" fmla="*/ 58177 h 70944"/>
                <a:gd name="connsiteX18" fmla="*/ 63899 w 116296"/>
                <a:gd name="connsiteY18" fmla="*/ 41578 h 70944"/>
                <a:gd name="connsiteX19" fmla="*/ 100961 w 116296"/>
                <a:gd name="connsiteY19" fmla="*/ 41578 h 70944"/>
                <a:gd name="connsiteX20" fmla="*/ 102239 w 116296"/>
                <a:gd name="connsiteY20" fmla="*/ 58177 h 70944"/>
                <a:gd name="connsiteX21" fmla="*/ 63899 w 116296"/>
                <a:gd name="connsiteY21" fmla="*/ 58177 h 70944"/>
                <a:gd name="connsiteX22" fmla="*/ 99683 w 116296"/>
                <a:gd name="connsiteY22" fmla="*/ 28810 h 70944"/>
                <a:gd name="connsiteX23" fmla="*/ 63899 w 116296"/>
                <a:gd name="connsiteY23" fmla="*/ 28810 h 70944"/>
                <a:gd name="connsiteX24" fmla="*/ 63899 w 116296"/>
                <a:gd name="connsiteY24" fmla="*/ 12212 h 70944"/>
                <a:gd name="connsiteX25" fmla="*/ 98405 w 116296"/>
                <a:gd name="connsiteY25" fmla="*/ 12212 h 70944"/>
                <a:gd name="connsiteX26" fmla="*/ 99683 w 116296"/>
                <a:gd name="connsiteY26" fmla="*/ 28810 h 70944"/>
                <a:gd name="connsiteX27" fmla="*/ 51119 w 116296"/>
                <a:gd name="connsiteY27" fmla="*/ 12212 h 70944"/>
                <a:gd name="connsiteX28" fmla="*/ 51119 w 116296"/>
                <a:gd name="connsiteY28" fmla="*/ 32641 h 70944"/>
                <a:gd name="connsiteX29" fmla="*/ 45368 w 116296"/>
                <a:gd name="connsiteY29" fmla="*/ 28172 h 70944"/>
                <a:gd name="connsiteX30" fmla="*/ 15336 w 116296"/>
                <a:gd name="connsiteY30" fmla="*/ 28172 h 70944"/>
                <a:gd name="connsiteX31" fmla="*/ 16614 w 116296"/>
                <a:gd name="connsiteY31" fmla="*/ 12212 h 70944"/>
                <a:gd name="connsiteX32" fmla="*/ 51119 w 116296"/>
                <a:gd name="connsiteY32" fmla="*/ 12212 h 70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6296" h="70944">
                  <a:moveTo>
                    <a:pt x="4473" y="5828"/>
                  </a:moveTo>
                  <a:lnTo>
                    <a:pt x="0" y="63922"/>
                  </a:lnTo>
                  <a:cubicBezTo>
                    <a:pt x="0" y="65837"/>
                    <a:pt x="639" y="67114"/>
                    <a:pt x="1917" y="69029"/>
                  </a:cubicBezTo>
                  <a:cubicBezTo>
                    <a:pt x="3195" y="70306"/>
                    <a:pt x="5112" y="70945"/>
                    <a:pt x="6390" y="70945"/>
                  </a:cubicBezTo>
                  <a:lnTo>
                    <a:pt x="109907" y="70945"/>
                  </a:lnTo>
                  <a:cubicBezTo>
                    <a:pt x="111824" y="70945"/>
                    <a:pt x="113102" y="70306"/>
                    <a:pt x="114380" y="69029"/>
                  </a:cubicBezTo>
                  <a:cubicBezTo>
                    <a:pt x="115658" y="67753"/>
                    <a:pt x="116297" y="65837"/>
                    <a:pt x="116297" y="63922"/>
                  </a:cubicBezTo>
                  <a:lnTo>
                    <a:pt x="111824" y="5828"/>
                  </a:lnTo>
                  <a:cubicBezTo>
                    <a:pt x="111824" y="2636"/>
                    <a:pt x="108629" y="82"/>
                    <a:pt x="105434" y="82"/>
                  </a:cubicBezTo>
                  <a:lnTo>
                    <a:pt x="11502" y="82"/>
                  </a:lnTo>
                  <a:cubicBezTo>
                    <a:pt x="7668" y="-556"/>
                    <a:pt x="4473" y="2636"/>
                    <a:pt x="4473" y="5828"/>
                  </a:cubicBezTo>
                  <a:close/>
                  <a:moveTo>
                    <a:pt x="14058" y="41578"/>
                  </a:moveTo>
                  <a:lnTo>
                    <a:pt x="44730" y="41578"/>
                  </a:lnTo>
                  <a:cubicBezTo>
                    <a:pt x="47286" y="41578"/>
                    <a:pt x="49841" y="39663"/>
                    <a:pt x="50481" y="37110"/>
                  </a:cubicBezTo>
                  <a:lnTo>
                    <a:pt x="50481" y="58177"/>
                  </a:lnTo>
                  <a:lnTo>
                    <a:pt x="12141" y="58177"/>
                  </a:lnTo>
                  <a:lnTo>
                    <a:pt x="14058" y="41578"/>
                  </a:lnTo>
                  <a:close/>
                  <a:moveTo>
                    <a:pt x="63899" y="58177"/>
                  </a:moveTo>
                  <a:lnTo>
                    <a:pt x="63899" y="41578"/>
                  </a:lnTo>
                  <a:lnTo>
                    <a:pt x="100961" y="41578"/>
                  </a:lnTo>
                  <a:lnTo>
                    <a:pt x="102239" y="58177"/>
                  </a:lnTo>
                  <a:lnTo>
                    <a:pt x="63899" y="58177"/>
                  </a:lnTo>
                  <a:close/>
                  <a:moveTo>
                    <a:pt x="99683" y="28810"/>
                  </a:moveTo>
                  <a:lnTo>
                    <a:pt x="63899" y="28810"/>
                  </a:lnTo>
                  <a:lnTo>
                    <a:pt x="63899" y="12212"/>
                  </a:lnTo>
                  <a:lnTo>
                    <a:pt x="98405" y="12212"/>
                  </a:lnTo>
                  <a:lnTo>
                    <a:pt x="99683" y="28810"/>
                  </a:lnTo>
                  <a:close/>
                  <a:moveTo>
                    <a:pt x="51119" y="12212"/>
                  </a:moveTo>
                  <a:lnTo>
                    <a:pt x="51119" y="32641"/>
                  </a:lnTo>
                  <a:cubicBezTo>
                    <a:pt x="50481" y="30087"/>
                    <a:pt x="47925" y="28172"/>
                    <a:pt x="45368" y="28172"/>
                  </a:cubicBezTo>
                  <a:lnTo>
                    <a:pt x="15336" y="28172"/>
                  </a:lnTo>
                  <a:lnTo>
                    <a:pt x="16614" y="12212"/>
                  </a:lnTo>
                  <a:lnTo>
                    <a:pt x="51119" y="12212"/>
                  </a:lnTo>
                  <a:close/>
                </a:path>
              </a:pathLst>
            </a:custGeom>
            <a:solidFill>
              <a:srgbClr val="0097A9"/>
            </a:solidFill>
            <a:ln w="6390" cap="flat">
              <a:noFill/>
              <a:prstDash val="solid"/>
              <a:miter/>
            </a:ln>
          </p:spPr>
          <p:txBody>
            <a:bodyPr rtlCol="0" anchor="ctr"/>
            <a:lstStyle/>
            <a:p>
              <a:endParaRPr lang="en-US"/>
            </a:p>
          </p:txBody>
        </p:sp>
        <p:sp>
          <p:nvSpPr>
            <p:cNvPr id="501" name="Graphic 4">
              <a:extLst>
                <a:ext uri="{FF2B5EF4-FFF2-40B4-BE49-F238E27FC236}">
                  <a16:creationId xmlns:a16="http://schemas.microsoft.com/office/drawing/2014/main" id="{BB156074-9585-7D44-A8E5-1313793F576B}"/>
                </a:ext>
              </a:extLst>
            </p:cNvPr>
            <p:cNvSpPr/>
            <p:nvPr/>
          </p:nvSpPr>
          <p:spPr>
            <a:xfrm>
              <a:off x="4922807" y="3946004"/>
              <a:ext cx="27547" cy="14780"/>
            </a:xfrm>
            <a:custGeom>
              <a:avLst/>
              <a:gdLst>
                <a:gd name="connsiteX0" fmla="*/ 21087 w 27547"/>
                <a:gd name="connsiteY0" fmla="*/ 2013 h 14780"/>
                <a:gd name="connsiteX1" fmla="*/ 7029 w 27547"/>
                <a:gd name="connsiteY1" fmla="*/ 98 h 14780"/>
                <a:gd name="connsiteX2" fmla="*/ 0 w 27547"/>
                <a:gd name="connsiteY2" fmla="*/ 5843 h 14780"/>
                <a:gd name="connsiteX3" fmla="*/ 5751 w 27547"/>
                <a:gd name="connsiteY3" fmla="*/ 12866 h 14780"/>
                <a:gd name="connsiteX4" fmla="*/ 19809 w 27547"/>
                <a:gd name="connsiteY4" fmla="*/ 14781 h 14780"/>
                <a:gd name="connsiteX5" fmla="*/ 20447 w 27547"/>
                <a:gd name="connsiteY5" fmla="*/ 14781 h 14780"/>
                <a:gd name="connsiteX6" fmla="*/ 27477 w 27547"/>
                <a:gd name="connsiteY6" fmla="*/ 9035 h 14780"/>
                <a:gd name="connsiteX7" fmla="*/ 21087 w 27547"/>
                <a:gd name="connsiteY7" fmla="*/ 2013 h 14780"/>
                <a:gd name="connsiteX8" fmla="*/ 21087 w 27547"/>
                <a:gd name="connsiteY8" fmla="*/ 2013 h 14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547" h="14780">
                  <a:moveTo>
                    <a:pt x="21087" y="2013"/>
                  </a:moveTo>
                  <a:lnTo>
                    <a:pt x="7029" y="98"/>
                  </a:lnTo>
                  <a:cubicBezTo>
                    <a:pt x="3195" y="-541"/>
                    <a:pt x="0" y="2013"/>
                    <a:pt x="0" y="5843"/>
                  </a:cubicBezTo>
                  <a:cubicBezTo>
                    <a:pt x="0" y="9674"/>
                    <a:pt x="1917" y="12866"/>
                    <a:pt x="5751" y="12866"/>
                  </a:cubicBezTo>
                  <a:lnTo>
                    <a:pt x="19809" y="14781"/>
                  </a:lnTo>
                  <a:lnTo>
                    <a:pt x="20447" y="14781"/>
                  </a:lnTo>
                  <a:cubicBezTo>
                    <a:pt x="24282" y="14781"/>
                    <a:pt x="26837" y="12227"/>
                    <a:pt x="27477" y="9035"/>
                  </a:cubicBezTo>
                  <a:cubicBezTo>
                    <a:pt x="28115" y="5843"/>
                    <a:pt x="24282" y="2013"/>
                    <a:pt x="21087" y="2013"/>
                  </a:cubicBezTo>
                  <a:lnTo>
                    <a:pt x="21087" y="2013"/>
                  </a:lnTo>
                  <a:close/>
                </a:path>
              </a:pathLst>
            </a:custGeom>
            <a:solidFill>
              <a:srgbClr val="0097A9"/>
            </a:solidFill>
            <a:ln w="6390" cap="flat">
              <a:noFill/>
              <a:prstDash val="solid"/>
              <a:miter/>
            </a:ln>
          </p:spPr>
          <p:txBody>
            <a:bodyPr rtlCol="0" anchor="ctr"/>
            <a:lstStyle/>
            <a:p>
              <a:endParaRPr lang="en-US"/>
            </a:p>
          </p:txBody>
        </p:sp>
        <p:sp>
          <p:nvSpPr>
            <p:cNvPr id="502" name="Graphic 4">
              <a:extLst>
                <a:ext uri="{FF2B5EF4-FFF2-40B4-BE49-F238E27FC236}">
                  <a16:creationId xmlns:a16="http://schemas.microsoft.com/office/drawing/2014/main" id="{31199FF7-7092-1A49-A8D8-796246FC1D96}"/>
                </a:ext>
              </a:extLst>
            </p:cNvPr>
            <p:cNvSpPr/>
            <p:nvPr/>
          </p:nvSpPr>
          <p:spPr>
            <a:xfrm>
              <a:off x="4824942" y="3931958"/>
              <a:ext cx="27018" cy="14781"/>
            </a:xfrm>
            <a:custGeom>
              <a:avLst/>
              <a:gdLst>
                <a:gd name="connsiteX0" fmla="*/ 5211 w 27018"/>
                <a:gd name="connsiteY0" fmla="*/ 12866 h 14781"/>
                <a:gd name="connsiteX1" fmla="*/ 19268 w 27018"/>
                <a:gd name="connsiteY1" fmla="*/ 14782 h 14781"/>
                <a:gd name="connsiteX2" fmla="*/ 19908 w 27018"/>
                <a:gd name="connsiteY2" fmla="*/ 14782 h 14781"/>
                <a:gd name="connsiteX3" fmla="*/ 26936 w 27018"/>
                <a:gd name="connsiteY3" fmla="*/ 9036 h 14781"/>
                <a:gd name="connsiteX4" fmla="*/ 21186 w 27018"/>
                <a:gd name="connsiteY4" fmla="*/ 2014 h 14781"/>
                <a:gd name="connsiteX5" fmla="*/ 21186 w 27018"/>
                <a:gd name="connsiteY5" fmla="*/ 2014 h 14781"/>
                <a:gd name="connsiteX6" fmla="*/ 7128 w 27018"/>
                <a:gd name="connsiteY6" fmla="*/ 98 h 14781"/>
                <a:gd name="connsiteX7" fmla="*/ 99 w 27018"/>
                <a:gd name="connsiteY7" fmla="*/ 5206 h 14781"/>
                <a:gd name="connsiteX8" fmla="*/ 5211 w 27018"/>
                <a:gd name="connsiteY8" fmla="*/ 12866 h 14781"/>
                <a:gd name="connsiteX9" fmla="*/ 5211 w 27018"/>
                <a:gd name="connsiteY9" fmla="*/ 12866 h 1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018" h="14781">
                  <a:moveTo>
                    <a:pt x="5211" y="12866"/>
                  </a:moveTo>
                  <a:lnTo>
                    <a:pt x="19268" y="14782"/>
                  </a:lnTo>
                  <a:lnTo>
                    <a:pt x="19908" y="14782"/>
                  </a:lnTo>
                  <a:cubicBezTo>
                    <a:pt x="23741" y="14782"/>
                    <a:pt x="26298" y="12228"/>
                    <a:pt x="26936" y="9036"/>
                  </a:cubicBezTo>
                  <a:cubicBezTo>
                    <a:pt x="27576" y="5844"/>
                    <a:pt x="24381" y="2652"/>
                    <a:pt x="21186" y="2014"/>
                  </a:cubicBezTo>
                  <a:lnTo>
                    <a:pt x="21186" y="2014"/>
                  </a:lnTo>
                  <a:lnTo>
                    <a:pt x="7128" y="98"/>
                  </a:lnTo>
                  <a:cubicBezTo>
                    <a:pt x="3933" y="-540"/>
                    <a:pt x="99" y="2014"/>
                    <a:pt x="99" y="5206"/>
                  </a:cubicBezTo>
                  <a:cubicBezTo>
                    <a:pt x="-540" y="9036"/>
                    <a:pt x="2016" y="12228"/>
                    <a:pt x="5211" y="12866"/>
                  </a:cubicBezTo>
                  <a:cubicBezTo>
                    <a:pt x="5211" y="12866"/>
                    <a:pt x="5211" y="12866"/>
                    <a:pt x="5211" y="12866"/>
                  </a:cubicBezTo>
                  <a:close/>
                </a:path>
              </a:pathLst>
            </a:custGeom>
            <a:solidFill>
              <a:srgbClr val="0097A9"/>
            </a:solidFill>
            <a:ln w="6390" cap="flat">
              <a:noFill/>
              <a:prstDash val="solid"/>
              <a:miter/>
            </a:ln>
          </p:spPr>
          <p:txBody>
            <a:bodyPr rtlCol="0" anchor="ctr"/>
            <a:lstStyle/>
            <a:p>
              <a:endParaRPr lang="en-US"/>
            </a:p>
          </p:txBody>
        </p:sp>
        <p:sp>
          <p:nvSpPr>
            <p:cNvPr id="503" name="Graphic 4">
              <a:extLst>
                <a:ext uri="{FF2B5EF4-FFF2-40B4-BE49-F238E27FC236}">
                  <a16:creationId xmlns:a16="http://schemas.microsoft.com/office/drawing/2014/main" id="{10A36C8D-028E-EA46-ABCB-93932A0A1596}"/>
                </a:ext>
              </a:extLst>
            </p:cNvPr>
            <p:cNvSpPr/>
            <p:nvPr/>
          </p:nvSpPr>
          <p:spPr>
            <a:xfrm>
              <a:off x="4906357" y="3973716"/>
              <a:ext cx="20760" cy="24095"/>
            </a:xfrm>
            <a:custGeom>
              <a:avLst/>
              <a:gdLst>
                <a:gd name="connsiteX0" fmla="*/ 11338 w 20760"/>
                <a:gd name="connsiteY0" fmla="*/ 2390 h 24095"/>
                <a:gd name="connsiteX1" fmla="*/ 2393 w 20760"/>
                <a:gd name="connsiteY1" fmla="*/ 1114 h 24095"/>
                <a:gd name="connsiteX2" fmla="*/ 1115 w 20760"/>
                <a:gd name="connsiteY2" fmla="*/ 10051 h 24095"/>
                <a:gd name="connsiteX3" fmla="*/ 9421 w 20760"/>
                <a:gd name="connsiteY3" fmla="*/ 21542 h 24095"/>
                <a:gd name="connsiteX4" fmla="*/ 14533 w 20760"/>
                <a:gd name="connsiteY4" fmla="*/ 24096 h 24095"/>
                <a:gd name="connsiteX5" fmla="*/ 18368 w 20760"/>
                <a:gd name="connsiteY5" fmla="*/ 22819 h 24095"/>
                <a:gd name="connsiteX6" fmla="*/ 19646 w 20760"/>
                <a:gd name="connsiteY6" fmla="*/ 13882 h 24095"/>
                <a:gd name="connsiteX7" fmla="*/ 19646 w 20760"/>
                <a:gd name="connsiteY7" fmla="*/ 13882 h 24095"/>
                <a:gd name="connsiteX8" fmla="*/ 11338 w 20760"/>
                <a:gd name="connsiteY8" fmla="*/ 2390 h 24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760" h="24095">
                  <a:moveTo>
                    <a:pt x="11338" y="2390"/>
                  </a:moveTo>
                  <a:cubicBezTo>
                    <a:pt x="9421" y="-163"/>
                    <a:pt x="4948" y="-802"/>
                    <a:pt x="2393" y="1114"/>
                  </a:cubicBezTo>
                  <a:cubicBezTo>
                    <a:pt x="-163" y="3029"/>
                    <a:pt x="-802" y="7498"/>
                    <a:pt x="1115" y="10051"/>
                  </a:cubicBezTo>
                  <a:lnTo>
                    <a:pt x="9421" y="21542"/>
                  </a:lnTo>
                  <a:cubicBezTo>
                    <a:pt x="10700" y="23458"/>
                    <a:pt x="12616" y="24096"/>
                    <a:pt x="14533" y="24096"/>
                  </a:cubicBezTo>
                  <a:cubicBezTo>
                    <a:pt x="15811" y="24096"/>
                    <a:pt x="17089" y="23458"/>
                    <a:pt x="18368" y="22819"/>
                  </a:cubicBezTo>
                  <a:cubicBezTo>
                    <a:pt x="20923" y="20904"/>
                    <a:pt x="21562" y="16435"/>
                    <a:pt x="19646" y="13882"/>
                  </a:cubicBezTo>
                  <a:lnTo>
                    <a:pt x="19646" y="13882"/>
                  </a:lnTo>
                  <a:lnTo>
                    <a:pt x="11338" y="2390"/>
                  </a:lnTo>
                  <a:close/>
                </a:path>
              </a:pathLst>
            </a:custGeom>
            <a:solidFill>
              <a:srgbClr val="0097A9"/>
            </a:solidFill>
            <a:ln w="6390" cap="flat">
              <a:noFill/>
              <a:prstDash val="solid"/>
              <a:miter/>
            </a:ln>
          </p:spPr>
          <p:txBody>
            <a:bodyPr rtlCol="0" anchor="ctr"/>
            <a:lstStyle/>
            <a:p>
              <a:endParaRPr lang="en-US"/>
            </a:p>
          </p:txBody>
        </p:sp>
        <p:sp>
          <p:nvSpPr>
            <p:cNvPr id="504" name="Graphic 4">
              <a:extLst>
                <a:ext uri="{FF2B5EF4-FFF2-40B4-BE49-F238E27FC236}">
                  <a16:creationId xmlns:a16="http://schemas.microsoft.com/office/drawing/2014/main" id="{80B40149-4514-A24B-84A7-BD2AA325B804}"/>
                </a:ext>
              </a:extLst>
            </p:cNvPr>
            <p:cNvSpPr/>
            <p:nvPr/>
          </p:nvSpPr>
          <p:spPr>
            <a:xfrm>
              <a:off x="4846930" y="3894681"/>
              <a:ext cx="21362" cy="24408"/>
            </a:xfrm>
            <a:custGeom>
              <a:avLst/>
              <a:gdLst>
                <a:gd name="connsiteX0" fmla="*/ 9421 w 21362"/>
                <a:gd name="connsiteY0" fmla="*/ 21416 h 24408"/>
                <a:gd name="connsiteX1" fmla="*/ 18368 w 21362"/>
                <a:gd name="connsiteY1" fmla="*/ 23331 h 24408"/>
                <a:gd name="connsiteX2" fmla="*/ 20284 w 21362"/>
                <a:gd name="connsiteY2" fmla="*/ 14394 h 24408"/>
                <a:gd name="connsiteX3" fmla="*/ 19645 w 21362"/>
                <a:gd name="connsiteY3" fmla="*/ 13755 h 24408"/>
                <a:gd name="connsiteX4" fmla="*/ 11338 w 21362"/>
                <a:gd name="connsiteY4" fmla="*/ 2264 h 24408"/>
                <a:gd name="connsiteX5" fmla="*/ 2393 w 21362"/>
                <a:gd name="connsiteY5" fmla="*/ 1626 h 24408"/>
                <a:gd name="connsiteX6" fmla="*/ 1115 w 21362"/>
                <a:gd name="connsiteY6" fmla="*/ 9925 h 24408"/>
                <a:gd name="connsiteX7" fmla="*/ 9421 w 21362"/>
                <a:gd name="connsiteY7" fmla="*/ 21416 h 24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62" h="24408">
                  <a:moveTo>
                    <a:pt x="9421" y="21416"/>
                  </a:moveTo>
                  <a:cubicBezTo>
                    <a:pt x="11338" y="24608"/>
                    <a:pt x="15173" y="25246"/>
                    <a:pt x="18368" y="23331"/>
                  </a:cubicBezTo>
                  <a:cubicBezTo>
                    <a:pt x="21562" y="21416"/>
                    <a:pt x="22201" y="17586"/>
                    <a:pt x="20284" y="14394"/>
                  </a:cubicBezTo>
                  <a:cubicBezTo>
                    <a:pt x="20284" y="13755"/>
                    <a:pt x="19645" y="13755"/>
                    <a:pt x="19645" y="13755"/>
                  </a:cubicBezTo>
                  <a:lnTo>
                    <a:pt x="11338" y="2264"/>
                  </a:lnTo>
                  <a:cubicBezTo>
                    <a:pt x="8783" y="-289"/>
                    <a:pt x="4948" y="-928"/>
                    <a:pt x="2393" y="1626"/>
                  </a:cubicBezTo>
                  <a:cubicBezTo>
                    <a:pt x="-163" y="3541"/>
                    <a:pt x="-802" y="7371"/>
                    <a:pt x="1115" y="9925"/>
                  </a:cubicBezTo>
                  <a:lnTo>
                    <a:pt x="9421" y="21416"/>
                  </a:lnTo>
                  <a:close/>
                </a:path>
              </a:pathLst>
            </a:custGeom>
            <a:solidFill>
              <a:srgbClr val="0097A9"/>
            </a:solidFill>
            <a:ln w="6390" cap="flat">
              <a:noFill/>
              <a:prstDash val="solid"/>
              <a:miter/>
            </a:ln>
          </p:spPr>
          <p:txBody>
            <a:bodyPr rtlCol="0" anchor="ctr"/>
            <a:lstStyle/>
            <a:p>
              <a:endParaRPr lang="en-US"/>
            </a:p>
          </p:txBody>
        </p:sp>
        <p:sp>
          <p:nvSpPr>
            <p:cNvPr id="505" name="Graphic 4">
              <a:extLst>
                <a:ext uri="{FF2B5EF4-FFF2-40B4-BE49-F238E27FC236}">
                  <a16:creationId xmlns:a16="http://schemas.microsoft.com/office/drawing/2014/main" id="{A2F435DB-A535-C04C-AF60-94603746193E}"/>
                </a:ext>
              </a:extLst>
            </p:cNvPr>
            <p:cNvSpPr/>
            <p:nvPr/>
          </p:nvSpPr>
          <p:spPr>
            <a:xfrm>
              <a:off x="4886287" y="3884177"/>
              <a:ext cx="14892" cy="26812"/>
            </a:xfrm>
            <a:custGeom>
              <a:avLst/>
              <a:gdLst>
                <a:gd name="connsiteX0" fmla="*/ 5849 w 14892"/>
                <a:gd name="connsiteY0" fmla="*/ 26813 h 26812"/>
                <a:gd name="connsiteX1" fmla="*/ 6488 w 14892"/>
                <a:gd name="connsiteY1" fmla="*/ 26813 h 26812"/>
                <a:gd name="connsiteX2" fmla="*/ 12878 w 14892"/>
                <a:gd name="connsiteY2" fmla="*/ 21067 h 26812"/>
                <a:gd name="connsiteX3" fmla="*/ 14795 w 14892"/>
                <a:gd name="connsiteY3" fmla="*/ 7023 h 26812"/>
                <a:gd name="connsiteX4" fmla="*/ 9044 w 14892"/>
                <a:gd name="connsiteY4" fmla="*/ 0 h 26812"/>
                <a:gd name="connsiteX5" fmla="*/ 2015 w 14892"/>
                <a:gd name="connsiteY5" fmla="*/ 5746 h 26812"/>
                <a:gd name="connsiteX6" fmla="*/ 98 w 14892"/>
                <a:gd name="connsiteY6" fmla="*/ 19791 h 26812"/>
                <a:gd name="connsiteX7" fmla="*/ 5849 w 14892"/>
                <a:gd name="connsiteY7" fmla="*/ 26813 h 26812"/>
                <a:gd name="connsiteX8" fmla="*/ 5849 w 14892"/>
                <a:gd name="connsiteY8" fmla="*/ 26813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892" h="26812">
                  <a:moveTo>
                    <a:pt x="5849" y="26813"/>
                  </a:moveTo>
                  <a:lnTo>
                    <a:pt x="6488" y="26813"/>
                  </a:lnTo>
                  <a:cubicBezTo>
                    <a:pt x="9683" y="26813"/>
                    <a:pt x="12239" y="24259"/>
                    <a:pt x="12878" y="21067"/>
                  </a:cubicBezTo>
                  <a:lnTo>
                    <a:pt x="14795" y="7023"/>
                  </a:lnTo>
                  <a:cubicBezTo>
                    <a:pt x="15434" y="3192"/>
                    <a:pt x="12878" y="0"/>
                    <a:pt x="9044" y="0"/>
                  </a:cubicBezTo>
                  <a:cubicBezTo>
                    <a:pt x="5210" y="0"/>
                    <a:pt x="2015" y="1915"/>
                    <a:pt x="2015" y="5746"/>
                  </a:cubicBezTo>
                  <a:lnTo>
                    <a:pt x="98" y="19791"/>
                  </a:lnTo>
                  <a:cubicBezTo>
                    <a:pt x="-541" y="22983"/>
                    <a:pt x="2015" y="26175"/>
                    <a:pt x="5849" y="26813"/>
                  </a:cubicBezTo>
                  <a:cubicBezTo>
                    <a:pt x="5849" y="26813"/>
                    <a:pt x="5849" y="26813"/>
                    <a:pt x="5849" y="26813"/>
                  </a:cubicBezTo>
                  <a:close/>
                </a:path>
              </a:pathLst>
            </a:custGeom>
            <a:solidFill>
              <a:srgbClr val="0097A9"/>
            </a:solidFill>
            <a:ln w="6390" cap="flat">
              <a:noFill/>
              <a:prstDash val="solid"/>
              <a:miter/>
            </a:ln>
          </p:spPr>
          <p:txBody>
            <a:bodyPr rtlCol="0" anchor="ctr"/>
            <a:lstStyle/>
            <a:p>
              <a:endParaRPr lang="en-US"/>
            </a:p>
          </p:txBody>
        </p:sp>
        <p:sp>
          <p:nvSpPr>
            <p:cNvPr id="506" name="Graphic 4">
              <a:extLst>
                <a:ext uri="{FF2B5EF4-FFF2-40B4-BE49-F238E27FC236}">
                  <a16:creationId xmlns:a16="http://schemas.microsoft.com/office/drawing/2014/main" id="{2A363FC8-F1B3-C140-8E26-87F339FB4462}"/>
                </a:ext>
              </a:extLst>
            </p:cNvPr>
            <p:cNvSpPr/>
            <p:nvPr/>
          </p:nvSpPr>
          <p:spPr>
            <a:xfrm>
              <a:off x="4915302" y="3906046"/>
              <a:ext cx="23316" cy="20903"/>
            </a:xfrm>
            <a:custGeom>
              <a:avLst/>
              <a:gdLst>
                <a:gd name="connsiteX0" fmla="*/ 5587 w 23316"/>
                <a:gd name="connsiteY0" fmla="*/ 20904 h 20903"/>
                <a:gd name="connsiteX1" fmla="*/ 9422 w 23316"/>
                <a:gd name="connsiteY1" fmla="*/ 19627 h 20903"/>
                <a:gd name="connsiteX2" fmla="*/ 20923 w 23316"/>
                <a:gd name="connsiteY2" fmla="*/ 11328 h 20903"/>
                <a:gd name="connsiteX3" fmla="*/ 22202 w 23316"/>
                <a:gd name="connsiteY3" fmla="*/ 2390 h 20903"/>
                <a:gd name="connsiteX4" fmla="*/ 13255 w 23316"/>
                <a:gd name="connsiteY4" fmla="*/ 1114 h 20903"/>
                <a:gd name="connsiteX5" fmla="*/ 2392 w 23316"/>
                <a:gd name="connsiteY5" fmla="*/ 9413 h 20903"/>
                <a:gd name="connsiteX6" fmla="*/ 1115 w 23316"/>
                <a:gd name="connsiteY6" fmla="*/ 18350 h 20903"/>
                <a:gd name="connsiteX7" fmla="*/ 1115 w 23316"/>
                <a:gd name="connsiteY7" fmla="*/ 18350 h 20903"/>
                <a:gd name="connsiteX8" fmla="*/ 5587 w 23316"/>
                <a:gd name="connsiteY8" fmla="*/ 20904 h 2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16" h="20903">
                  <a:moveTo>
                    <a:pt x="5587" y="20904"/>
                  </a:moveTo>
                  <a:cubicBezTo>
                    <a:pt x="6866" y="20904"/>
                    <a:pt x="8144" y="20266"/>
                    <a:pt x="9422" y="19627"/>
                  </a:cubicBezTo>
                  <a:lnTo>
                    <a:pt x="20923" y="11328"/>
                  </a:lnTo>
                  <a:cubicBezTo>
                    <a:pt x="23480" y="9413"/>
                    <a:pt x="24118" y="4944"/>
                    <a:pt x="22202" y="2390"/>
                  </a:cubicBezTo>
                  <a:cubicBezTo>
                    <a:pt x="20285" y="-163"/>
                    <a:pt x="15812" y="-802"/>
                    <a:pt x="13255" y="1114"/>
                  </a:cubicBezTo>
                  <a:lnTo>
                    <a:pt x="2392" y="9413"/>
                  </a:lnTo>
                  <a:cubicBezTo>
                    <a:pt x="-163" y="11328"/>
                    <a:pt x="-802" y="15797"/>
                    <a:pt x="1115" y="18350"/>
                  </a:cubicBezTo>
                  <a:lnTo>
                    <a:pt x="1115" y="18350"/>
                  </a:lnTo>
                  <a:cubicBezTo>
                    <a:pt x="1754" y="20266"/>
                    <a:pt x="3671" y="20904"/>
                    <a:pt x="5587" y="20904"/>
                  </a:cubicBezTo>
                  <a:close/>
                </a:path>
              </a:pathLst>
            </a:custGeom>
            <a:solidFill>
              <a:srgbClr val="0097A9"/>
            </a:solidFill>
            <a:ln w="6390" cap="flat">
              <a:noFill/>
              <a:prstDash val="solid"/>
              <a:miter/>
            </a:ln>
          </p:spPr>
          <p:txBody>
            <a:bodyPr rtlCol="0" anchor="ctr"/>
            <a:lstStyle/>
            <a:p>
              <a:endParaRPr lang="en-US"/>
            </a:p>
          </p:txBody>
        </p:sp>
        <p:sp>
          <p:nvSpPr>
            <p:cNvPr id="507" name="Graphic 4">
              <a:extLst>
                <a:ext uri="{FF2B5EF4-FFF2-40B4-BE49-F238E27FC236}">
                  <a16:creationId xmlns:a16="http://schemas.microsoft.com/office/drawing/2014/main" id="{8713068D-FAB6-C64E-BDE9-E95E0F62B596}"/>
                </a:ext>
              </a:extLst>
            </p:cNvPr>
            <p:cNvSpPr/>
            <p:nvPr/>
          </p:nvSpPr>
          <p:spPr>
            <a:xfrm>
              <a:off x="4855074" y="3912245"/>
              <a:ext cx="64560" cy="61946"/>
            </a:xfrm>
            <a:custGeom>
              <a:avLst/>
              <a:gdLst>
                <a:gd name="connsiteX0" fmla="*/ 64539 w 64560"/>
                <a:gd name="connsiteY0" fmla="*/ 33857 h 61946"/>
                <a:gd name="connsiteX1" fmla="*/ 33867 w 64560"/>
                <a:gd name="connsiteY1" fmla="*/ 22 h 61946"/>
                <a:gd name="connsiteX2" fmla="*/ 0 w 64560"/>
                <a:gd name="connsiteY2" fmla="*/ 30665 h 61946"/>
                <a:gd name="connsiteX3" fmla="*/ 0 w 64560"/>
                <a:gd name="connsiteY3" fmla="*/ 33857 h 61946"/>
                <a:gd name="connsiteX4" fmla="*/ 639 w 64560"/>
                <a:gd name="connsiteY4" fmla="*/ 38964 h 61946"/>
                <a:gd name="connsiteX5" fmla="*/ 8307 w 64560"/>
                <a:gd name="connsiteY5" fmla="*/ 44071 h 61946"/>
                <a:gd name="connsiteX6" fmla="*/ 8307 w 64560"/>
                <a:gd name="connsiteY6" fmla="*/ 44071 h 61946"/>
                <a:gd name="connsiteX7" fmla="*/ 13419 w 64560"/>
                <a:gd name="connsiteY7" fmla="*/ 36411 h 61946"/>
                <a:gd name="connsiteX8" fmla="*/ 13419 w 64560"/>
                <a:gd name="connsiteY8" fmla="*/ 33219 h 61946"/>
                <a:gd name="connsiteX9" fmla="*/ 33228 w 64560"/>
                <a:gd name="connsiteY9" fmla="*/ 13428 h 61946"/>
                <a:gd name="connsiteX10" fmla="*/ 53036 w 64560"/>
                <a:gd name="connsiteY10" fmla="*/ 33219 h 61946"/>
                <a:gd name="connsiteX11" fmla="*/ 43451 w 64560"/>
                <a:gd name="connsiteY11" fmla="*/ 49817 h 61946"/>
                <a:gd name="connsiteX12" fmla="*/ 41535 w 64560"/>
                <a:gd name="connsiteY12" fmla="*/ 58755 h 61946"/>
                <a:gd name="connsiteX13" fmla="*/ 46646 w 64560"/>
                <a:gd name="connsiteY13" fmla="*/ 61947 h 61946"/>
                <a:gd name="connsiteX14" fmla="*/ 49841 w 64560"/>
                <a:gd name="connsiteY14" fmla="*/ 60670 h 61946"/>
                <a:gd name="connsiteX15" fmla="*/ 64539 w 64560"/>
                <a:gd name="connsiteY15" fmla="*/ 33857 h 61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4560" h="61946">
                  <a:moveTo>
                    <a:pt x="64539" y="33857"/>
                  </a:moveTo>
                  <a:cubicBezTo>
                    <a:pt x="65177" y="15982"/>
                    <a:pt x="51759" y="660"/>
                    <a:pt x="33867" y="22"/>
                  </a:cubicBezTo>
                  <a:cubicBezTo>
                    <a:pt x="15975" y="-617"/>
                    <a:pt x="639" y="12790"/>
                    <a:pt x="0" y="30665"/>
                  </a:cubicBezTo>
                  <a:cubicBezTo>
                    <a:pt x="0" y="31303"/>
                    <a:pt x="0" y="32580"/>
                    <a:pt x="0" y="33857"/>
                  </a:cubicBezTo>
                  <a:cubicBezTo>
                    <a:pt x="0" y="35772"/>
                    <a:pt x="0" y="37687"/>
                    <a:pt x="639" y="38964"/>
                  </a:cubicBezTo>
                  <a:cubicBezTo>
                    <a:pt x="1278" y="42156"/>
                    <a:pt x="4473" y="44710"/>
                    <a:pt x="8307" y="44071"/>
                  </a:cubicBezTo>
                  <a:cubicBezTo>
                    <a:pt x="8307" y="44071"/>
                    <a:pt x="8307" y="44071"/>
                    <a:pt x="8307" y="44071"/>
                  </a:cubicBezTo>
                  <a:cubicBezTo>
                    <a:pt x="11502" y="43433"/>
                    <a:pt x="14058" y="40241"/>
                    <a:pt x="13419" y="36411"/>
                  </a:cubicBezTo>
                  <a:cubicBezTo>
                    <a:pt x="13419" y="35134"/>
                    <a:pt x="13419" y="34495"/>
                    <a:pt x="13419" y="33219"/>
                  </a:cubicBezTo>
                  <a:cubicBezTo>
                    <a:pt x="13419" y="22366"/>
                    <a:pt x="22365" y="13428"/>
                    <a:pt x="33228" y="13428"/>
                  </a:cubicBezTo>
                  <a:cubicBezTo>
                    <a:pt x="44091" y="13428"/>
                    <a:pt x="53036" y="22366"/>
                    <a:pt x="53036" y="33219"/>
                  </a:cubicBezTo>
                  <a:cubicBezTo>
                    <a:pt x="53036" y="40241"/>
                    <a:pt x="49841" y="45987"/>
                    <a:pt x="43451" y="49817"/>
                  </a:cubicBezTo>
                  <a:cubicBezTo>
                    <a:pt x="40257" y="51732"/>
                    <a:pt x="39618" y="55563"/>
                    <a:pt x="41535" y="58755"/>
                  </a:cubicBezTo>
                  <a:cubicBezTo>
                    <a:pt x="42813" y="60670"/>
                    <a:pt x="44730" y="61947"/>
                    <a:pt x="46646" y="61947"/>
                  </a:cubicBezTo>
                  <a:cubicBezTo>
                    <a:pt x="47925" y="61947"/>
                    <a:pt x="49203" y="61308"/>
                    <a:pt x="49841" y="60670"/>
                  </a:cubicBezTo>
                  <a:cubicBezTo>
                    <a:pt x="58788" y="55563"/>
                    <a:pt x="64539" y="45348"/>
                    <a:pt x="64539" y="33857"/>
                  </a:cubicBezTo>
                  <a:close/>
                </a:path>
              </a:pathLst>
            </a:custGeom>
            <a:solidFill>
              <a:srgbClr val="0097A9"/>
            </a:solidFill>
            <a:ln w="6390" cap="flat">
              <a:noFill/>
              <a:prstDash val="solid"/>
              <a:miter/>
            </a:ln>
          </p:spPr>
          <p:txBody>
            <a:bodyPr rtlCol="0" anchor="ctr"/>
            <a:lstStyle/>
            <a:p>
              <a:endParaRPr lang="en-US"/>
            </a:p>
          </p:txBody>
        </p:sp>
      </p:grpSp>
      <p:grpSp>
        <p:nvGrpSpPr>
          <p:cNvPr id="508" name="Graphic 4">
            <a:extLst>
              <a:ext uri="{FF2B5EF4-FFF2-40B4-BE49-F238E27FC236}">
                <a16:creationId xmlns:a16="http://schemas.microsoft.com/office/drawing/2014/main" id="{34BABB9E-9039-0A4C-8B2E-864730207439}"/>
              </a:ext>
            </a:extLst>
          </p:cNvPr>
          <p:cNvGrpSpPr/>
          <p:nvPr/>
        </p:nvGrpSpPr>
        <p:grpSpPr>
          <a:xfrm>
            <a:off x="3607758" y="3824168"/>
            <a:ext cx="362309" cy="361971"/>
            <a:chOff x="3607758" y="3824168"/>
            <a:chExt cx="362309" cy="361971"/>
          </a:xfrm>
          <a:solidFill>
            <a:srgbClr val="0097A9"/>
          </a:solidFill>
        </p:grpSpPr>
        <p:sp>
          <p:nvSpPr>
            <p:cNvPr id="509" name="Graphic 4">
              <a:extLst>
                <a:ext uri="{FF2B5EF4-FFF2-40B4-BE49-F238E27FC236}">
                  <a16:creationId xmlns:a16="http://schemas.microsoft.com/office/drawing/2014/main" id="{F79A3F51-0989-DC45-85E9-EA7C6665B34C}"/>
                </a:ext>
              </a:extLst>
            </p:cNvPr>
            <p:cNvSpPr/>
            <p:nvPr/>
          </p:nvSpPr>
          <p:spPr>
            <a:xfrm>
              <a:off x="3607758" y="3824168"/>
              <a:ext cx="362309" cy="361971"/>
            </a:xfrm>
            <a:custGeom>
              <a:avLst/>
              <a:gdLst>
                <a:gd name="connsiteX0" fmla="*/ 181474 w 362309"/>
                <a:gd name="connsiteY0" fmla="*/ 0 h 361971"/>
                <a:gd name="connsiteX1" fmla="*/ 0 w 362309"/>
                <a:gd name="connsiteY1" fmla="*/ 180667 h 361971"/>
                <a:gd name="connsiteX2" fmla="*/ 180836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257"/>
                    <a:pt x="81152" y="361971"/>
                    <a:pt x="180836" y="361971"/>
                  </a:cubicBezTo>
                  <a:cubicBezTo>
                    <a:pt x="280518" y="361971"/>
                    <a:pt x="362310" y="280895"/>
                    <a:pt x="362310" y="181305"/>
                  </a:cubicBezTo>
                  <a:lnTo>
                    <a:pt x="362310" y="181305"/>
                  </a:lnTo>
                  <a:cubicBezTo>
                    <a:pt x="362310" y="81076"/>
                    <a:pt x="281796" y="0"/>
                    <a:pt x="181474" y="0"/>
                  </a:cubicBezTo>
                  <a:close/>
                  <a:moveTo>
                    <a:pt x="181474" y="349204"/>
                  </a:moveTo>
                  <a:cubicBezTo>
                    <a:pt x="88181" y="349204"/>
                    <a:pt x="12780" y="273873"/>
                    <a:pt x="12780" y="181305"/>
                  </a:cubicBezTo>
                  <a:cubicBezTo>
                    <a:pt x="12780" y="88737"/>
                    <a:pt x="88181" y="12768"/>
                    <a:pt x="180836" y="12768"/>
                  </a:cubicBezTo>
                  <a:cubicBezTo>
                    <a:pt x="274128" y="12768"/>
                    <a:pt x="349530" y="88099"/>
                    <a:pt x="349530" y="180667"/>
                  </a:cubicBezTo>
                  <a:lnTo>
                    <a:pt x="349530" y="180667"/>
                  </a:lnTo>
                  <a:cubicBezTo>
                    <a:pt x="349530" y="273873"/>
                    <a:pt x="274128" y="349204"/>
                    <a:pt x="181474" y="349204"/>
                  </a:cubicBezTo>
                  <a:lnTo>
                    <a:pt x="181474" y="349204"/>
                  </a:lnTo>
                  <a:close/>
                </a:path>
              </a:pathLst>
            </a:custGeom>
            <a:solidFill>
              <a:srgbClr val="0097A9"/>
            </a:solidFill>
            <a:ln w="6390" cap="flat">
              <a:noFill/>
              <a:prstDash val="solid"/>
              <a:miter/>
            </a:ln>
          </p:spPr>
          <p:txBody>
            <a:bodyPr rtlCol="0" anchor="ctr"/>
            <a:lstStyle/>
            <a:p>
              <a:endParaRPr lang="en-US"/>
            </a:p>
          </p:txBody>
        </p:sp>
        <p:sp>
          <p:nvSpPr>
            <p:cNvPr id="510" name="Graphic 4">
              <a:extLst>
                <a:ext uri="{FF2B5EF4-FFF2-40B4-BE49-F238E27FC236}">
                  <a16:creationId xmlns:a16="http://schemas.microsoft.com/office/drawing/2014/main" id="{5ED1815D-2C5D-A148-9D63-6DA396F06F31}"/>
                </a:ext>
              </a:extLst>
            </p:cNvPr>
            <p:cNvSpPr/>
            <p:nvPr/>
          </p:nvSpPr>
          <p:spPr>
            <a:xfrm>
              <a:off x="3695932" y="3878580"/>
              <a:ext cx="163984" cy="243718"/>
            </a:xfrm>
            <a:custGeom>
              <a:avLst/>
              <a:gdLst>
                <a:gd name="connsiteX0" fmla="*/ 76687 w 163984"/>
                <a:gd name="connsiteY0" fmla="*/ 231590 h 243718"/>
                <a:gd name="connsiteX1" fmla="*/ 12787 w 163984"/>
                <a:gd name="connsiteY1" fmla="*/ 160089 h 243718"/>
                <a:gd name="connsiteX2" fmla="*/ 12787 w 163984"/>
                <a:gd name="connsiteY2" fmla="*/ 158812 h 243718"/>
                <a:gd name="connsiteX3" fmla="*/ 58156 w 163984"/>
                <a:gd name="connsiteY3" fmla="*/ 84758 h 243718"/>
                <a:gd name="connsiteX4" fmla="*/ 69019 w 163984"/>
                <a:gd name="connsiteY4" fmla="*/ 74543 h 243718"/>
                <a:gd name="connsiteX5" fmla="*/ 83716 w 163984"/>
                <a:gd name="connsiteY5" fmla="*/ 19641 h 243718"/>
                <a:gd name="connsiteX6" fmla="*/ 126528 w 163984"/>
                <a:gd name="connsiteY6" fmla="*/ 100079 h 243718"/>
                <a:gd name="connsiteX7" fmla="*/ 128445 w 163984"/>
                <a:gd name="connsiteY7" fmla="*/ 131361 h 243718"/>
                <a:gd name="connsiteX8" fmla="*/ 143142 w 163984"/>
                <a:gd name="connsiteY8" fmla="*/ 138383 h 243718"/>
                <a:gd name="connsiteX9" fmla="*/ 163590 w 163984"/>
                <a:gd name="connsiteY9" fmla="*/ 117955 h 243718"/>
                <a:gd name="connsiteX10" fmla="*/ 159117 w 163984"/>
                <a:gd name="connsiteY10" fmla="*/ 110294 h 243718"/>
                <a:gd name="connsiteX11" fmla="*/ 151449 w 163984"/>
                <a:gd name="connsiteY11" fmla="*/ 114763 h 243718"/>
                <a:gd name="connsiteX12" fmla="*/ 143781 w 163984"/>
                <a:gd name="connsiteY12" fmla="*/ 126254 h 243718"/>
                <a:gd name="connsiteX13" fmla="*/ 143142 w 163984"/>
                <a:gd name="connsiteY13" fmla="*/ 126254 h 243718"/>
                <a:gd name="connsiteX14" fmla="*/ 138669 w 163984"/>
                <a:gd name="connsiteY14" fmla="*/ 124339 h 243718"/>
                <a:gd name="connsiteX15" fmla="*/ 138669 w 163984"/>
                <a:gd name="connsiteY15" fmla="*/ 103910 h 243718"/>
                <a:gd name="connsiteX16" fmla="*/ 113109 w 163984"/>
                <a:gd name="connsiteY16" fmla="*/ 27302 h 243718"/>
                <a:gd name="connsiteX17" fmla="*/ 76687 w 163984"/>
                <a:gd name="connsiteY17" fmla="*/ 489 h 243718"/>
                <a:gd name="connsiteX18" fmla="*/ 68380 w 163984"/>
                <a:gd name="connsiteY18" fmla="*/ 3681 h 243718"/>
                <a:gd name="connsiteX19" fmla="*/ 68380 w 163984"/>
                <a:gd name="connsiteY19" fmla="*/ 8788 h 243718"/>
                <a:gd name="connsiteX20" fmla="*/ 60073 w 163984"/>
                <a:gd name="connsiteY20" fmla="*/ 65606 h 243718"/>
                <a:gd name="connsiteX21" fmla="*/ 49849 w 163984"/>
                <a:gd name="connsiteY21" fmla="*/ 75820 h 243718"/>
                <a:gd name="connsiteX22" fmla="*/ 8 w 163984"/>
                <a:gd name="connsiteY22" fmla="*/ 158812 h 243718"/>
                <a:gd name="connsiteX23" fmla="*/ 8 w 163984"/>
                <a:gd name="connsiteY23" fmla="*/ 160089 h 243718"/>
                <a:gd name="connsiteX24" fmla="*/ 72853 w 163984"/>
                <a:gd name="connsiteY24" fmla="*/ 243719 h 243718"/>
                <a:gd name="connsiteX25" fmla="*/ 74769 w 163984"/>
                <a:gd name="connsiteY25" fmla="*/ 243719 h 243718"/>
                <a:gd name="connsiteX26" fmla="*/ 81159 w 163984"/>
                <a:gd name="connsiteY26" fmla="*/ 239250 h 243718"/>
                <a:gd name="connsiteX27" fmla="*/ 76687 w 163984"/>
                <a:gd name="connsiteY27" fmla="*/ 231590 h 243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3984" h="243718">
                  <a:moveTo>
                    <a:pt x="76687" y="231590"/>
                  </a:moveTo>
                  <a:cubicBezTo>
                    <a:pt x="33874" y="217545"/>
                    <a:pt x="12148" y="193286"/>
                    <a:pt x="12787" y="160089"/>
                  </a:cubicBezTo>
                  <a:lnTo>
                    <a:pt x="12787" y="158812"/>
                  </a:lnTo>
                  <a:cubicBezTo>
                    <a:pt x="12787" y="128807"/>
                    <a:pt x="38347" y="104548"/>
                    <a:pt x="58156" y="84758"/>
                  </a:cubicBezTo>
                  <a:cubicBezTo>
                    <a:pt x="61990" y="80927"/>
                    <a:pt x="65824" y="77735"/>
                    <a:pt x="69019" y="74543"/>
                  </a:cubicBezTo>
                  <a:cubicBezTo>
                    <a:pt x="85632" y="57307"/>
                    <a:pt x="86272" y="34963"/>
                    <a:pt x="83716" y="19641"/>
                  </a:cubicBezTo>
                  <a:cubicBezTo>
                    <a:pt x="102885" y="32409"/>
                    <a:pt x="135474" y="61137"/>
                    <a:pt x="126528" y="100079"/>
                  </a:cubicBezTo>
                  <a:cubicBezTo>
                    <a:pt x="125889" y="101995"/>
                    <a:pt x="120777" y="121147"/>
                    <a:pt x="128445" y="131361"/>
                  </a:cubicBezTo>
                  <a:cubicBezTo>
                    <a:pt x="131640" y="135830"/>
                    <a:pt x="137391" y="138383"/>
                    <a:pt x="143142" y="138383"/>
                  </a:cubicBezTo>
                  <a:cubicBezTo>
                    <a:pt x="146337" y="138383"/>
                    <a:pt x="157839" y="137745"/>
                    <a:pt x="163590" y="117955"/>
                  </a:cubicBezTo>
                  <a:cubicBezTo>
                    <a:pt x="164868" y="114763"/>
                    <a:pt x="162951" y="110932"/>
                    <a:pt x="159117" y="110294"/>
                  </a:cubicBezTo>
                  <a:cubicBezTo>
                    <a:pt x="155283" y="109655"/>
                    <a:pt x="152088" y="110932"/>
                    <a:pt x="151449" y="114763"/>
                  </a:cubicBezTo>
                  <a:cubicBezTo>
                    <a:pt x="148254" y="125615"/>
                    <a:pt x="143781" y="126254"/>
                    <a:pt x="143781" y="126254"/>
                  </a:cubicBezTo>
                  <a:lnTo>
                    <a:pt x="143142" y="126254"/>
                  </a:lnTo>
                  <a:cubicBezTo>
                    <a:pt x="139947" y="126254"/>
                    <a:pt x="139308" y="124977"/>
                    <a:pt x="138669" y="124339"/>
                  </a:cubicBezTo>
                  <a:cubicBezTo>
                    <a:pt x="135474" y="120508"/>
                    <a:pt x="136752" y="110294"/>
                    <a:pt x="138669" y="103910"/>
                  </a:cubicBezTo>
                  <a:cubicBezTo>
                    <a:pt x="145059" y="77097"/>
                    <a:pt x="136113" y="50923"/>
                    <a:pt x="113109" y="27302"/>
                  </a:cubicBezTo>
                  <a:cubicBezTo>
                    <a:pt x="102247" y="16449"/>
                    <a:pt x="90105" y="7512"/>
                    <a:pt x="76687" y="489"/>
                  </a:cubicBezTo>
                  <a:cubicBezTo>
                    <a:pt x="73492" y="-788"/>
                    <a:pt x="69658" y="489"/>
                    <a:pt x="68380" y="3681"/>
                  </a:cubicBezTo>
                  <a:cubicBezTo>
                    <a:pt x="67741" y="4958"/>
                    <a:pt x="67741" y="6873"/>
                    <a:pt x="68380" y="8788"/>
                  </a:cubicBezTo>
                  <a:cubicBezTo>
                    <a:pt x="68380" y="9427"/>
                    <a:pt x="81159" y="44539"/>
                    <a:pt x="60073" y="65606"/>
                  </a:cubicBezTo>
                  <a:cubicBezTo>
                    <a:pt x="56878" y="68798"/>
                    <a:pt x="53683" y="71990"/>
                    <a:pt x="49849" y="75820"/>
                  </a:cubicBezTo>
                  <a:cubicBezTo>
                    <a:pt x="28762" y="95611"/>
                    <a:pt x="8" y="123062"/>
                    <a:pt x="8" y="158812"/>
                  </a:cubicBezTo>
                  <a:lnTo>
                    <a:pt x="8" y="160089"/>
                  </a:lnTo>
                  <a:cubicBezTo>
                    <a:pt x="-632" y="209246"/>
                    <a:pt x="39625" y="232866"/>
                    <a:pt x="72853" y="243719"/>
                  </a:cubicBezTo>
                  <a:cubicBezTo>
                    <a:pt x="73492" y="243719"/>
                    <a:pt x="74131" y="243719"/>
                    <a:pt x="74769" y="243719"/>
                  </a:cubicBezTo>
                  <a:cubicBezTo>
                    <a:pt x="77326" y="243719"/>
                    <a:pt x="79882" y="241804"/>
                    <a:pt x="81159" y="239250"/>
                  </a:cubicBezTo>
                  <a:cubicBezTo>
                    <a:pt x="81799" y="236058"/>
                    <a:pt x="79882" y="232866"/>
                    <a:pt x="76687" y="231590"/>
                  </a:cubicBezTo>
                  <a:close/>
                </a:path>
              </a:pathLst>
            </a:custGeom>
            <a:solidFill>
              <a:srgbClr val="0097A9"/>
            </a:solidFill>
            <a:ln w="6390" cap="flat">
              <a:noFill/>
              <a:prstDash val="solid"/>
              <a:miter/>
            </a:ln>
          </p:spPr>
          <p:txBody>
            <a:bodyPr rtlCol="0" anchor="ctr"/>
            <a:lstStyle/>
            <a:p>
              <a:endParaRPr lang="en-US"/>
            </a:p>
          </p:txBody>
        </p:sp>
        <p:sp>
          <p:nvSpPr>
            <p:cNvPr id="511" name="Graphic 4">
              <a:extLst>
                <a:ext uri="{FF2B5EF4-FFF2-40B4-BE49-F238E27FC236}">
                  <a16:creationId xmlns:a16="http://schemas.microsoft.com/office/drawing/2014/main" id="{16423B46-9B50-E745-9F05-2C0B199A316A}"/>
                </a:ext>
              </a:extLst>
            </p:cNvPr>
            <p:cNvSpPr/>
            <p:nvPr/>
          </p:nvSpPr>
          <p:spPr>
            <a:xfrm>
              <a:off x="3769940" y="3960984"/>
              <a:ext cx="111624" cy="161315"/>
            </a:xfrm>
            <a:custGeom>
              <a:avLst/>
              <a:gdLst>
                <a:gd name="connsiteX0" fmla="*/ 82553 w 111624"/>
                <a:gd name="connsiteY0" fmla="*/ 1077 h 161315"/>
                <a:gd name="connsiteX1" fmla="*/ 80635 w 111624"/>
                <a:gd name="connsiteY1" fmla="*/ 10015 h 161315"/>
                <a:gd name="connsiteX2" fmla="*/ 80635 w 111624"/>
                <a:gd name="connsiteY2" fmla="*/ 10015 h 161315"/>
                <a:gd name="connsiteX3" fmla="*/ 94693 w 111624"/>
                <a:gd name="connsiteY3" fmla="*/ 99391 h 161315"/>
                <a:gd name="connsiteX4" fmla="*/ 59549 w 111624"/>
                <a:gd name="connsiteY4" fmla="*/ 137056 h 161315"/>
                <a:gd name="connsiteX5" fmla="*/ 67856 w 111624"/>
                <a:gd name="connsiteY5" fmla="*/ 110243 h 161315"/>
                <a:gd name="connsiteX6" fmla="*/ 44213 w 111624"/>
                <a:gd name="connsiteY6" fmla="*/ 63640 h 161315"/>
                <a:gd name="connsiteX7" fmla="*/ 32072 w 111624"/>
                <a:gd name="connsiteY7" fmla="*/ 21506 h 161315"/>
                <a:gd name="connsiteX8" fmla="*/ 26960 w 111624"/>
                <a:gd name="connsiteY8" fmla="*/ 13845 h 161315"/>
                <a:gd name="connsiteX9" fmla="*/ 21848 w 111624"/>
                <a:gd name="connsiteY9" fmla="*/ 15122 h 161315"/>
                <a:gd name="connsiteX10" fmla="*/ 122 w 111624"/>
                <a:gd name="connsiteY10" fmla="*/ 50234 h 161315"/>
                <a:gd name="connsiteX11" fmla="*/ 4595 w 111624"/>
                <a:gd name="connsiteY11" fmla="*/ 57895 h 161315"/>
                <a:gd name="connsiteX12" fmla="*/ 12263 w 111624"/>
                <a:gd name="connsiteY12" fmla="*/ 53426 h 161315"/>
                <a:gd name="connsiteX13" fmla="*/ 18014 w 111624"/>
                <a:gd name="connsiteY13" fmla="*/ 39381 h 161315"/>
                <a:gd name="connsiteX14" fmla="*/ 35906 w 111624"/>
                <a:gd name="connsiteY14" fmla="*/ 73216 h 161315"/>
                <a:gd name="connsiteX15" fmla="*/ 54437 w 111624"/>
                <a:gd name="connsiteY15" fmla="*/ 108967 h 161315"/>
                <a:gd name="connsiteX16" fmla="*/ 26321 w 111624"/>
                <a:gd name="connsiteY16" fmla="*/ 149824 h 161315"/>
                <a:gd name="connsiteX17" fmla="*/ 26321 w 111624"/>
                <a:gd name="connsiteY17" fmla="*/ 149824 h 161315"/>
                <a:gd name="connsiteX18" fmla="*/ 25043 w 111624"/>
                <a:gd name="connsiteY18" fmla="*/ 150463 h 161315"/>
                <a:gd name="connsiteX19" fmla="*/ 24404 w 111624"/>
                <a:gd name="connsiteY19" fmla="*/ 151101 h 161315"/>
                <a:gd name="connsiteX20" fmla="*/ 23765 w 111624"/>
                <a:gd name="connsiteY20" fmla="*/ 152378 h 161315"/>
                <a:gd name="connsiteX21" fmla="*/ 23126 w 111624"/>
                <a:gd name="connsiteY21" fmla="*/ 153655 h 161315"/>
                <a:gd name="connsiteX22" fmla="*/ 23126 w 111624"/>
                <a:gd name="connsiteY22" fmla="*/ 154931 h 161315"/>
                <a:gd name="connsiteX23" fmla="*/ 23126 w 111624"/>
                <a:gd name="connsiteY23" fmla="*/ 156208 h 161315"/>
                <a:gd name="connsiteX24" fmla="*/ 23126 w 111624"/>
                <a:gd name="connsiteY24" fmla="*/ 156847 h 161315"/>
                <a:gd name="connsiteX25" fmla="*/ 23765 w 111624"/>
                <a:gd name="connsiteY25" fmla="*/ 158123 h 161315"/>
                <a:gd name="connsiteX26" fmla="*/ 23765 w 111624"/>
                <a:gd name="connsiteY26" fmla="*/ 158762 h 161315"/>
                <a:gd name="connsiteX27" fmla="*/ 23765 w 111624"/>
                <a:gd name="connsiteY27" fmla="*/ 158762 h 161315"/>
                <a:gd name="connsiteX28" fmla="*/ 24404 w 111624"/>
                <a:gd name="connsiteY28" fmla="*/ 159400 h 161315"/>
                <a:gd name="connsiteX29" fmla="*/ 25043 w 111624"/>
                <a:gd name="connsiteY29" fmla="*/ 160039 h 161315"/>
                <a:gd name="connsiteX30" fmla="*/ 25682 w 111624"/>
                <a:gd name="connsiteY30" fmla="*/ 160677 h 161315"/>
                <a:gd name="connsiteX31" fmla="*/ 26960 w 111624"/>
                <a:gd name="connsiteY31" fmla="*/ 161315 h 161315"/>
                <a:gd name="connsiteX32" fmla="*/ 27599 w 111624"/>
                <a:gd name="connsiteY32" fmla="*/ 161315 h 161315"/>
                <a:gd name="connsiteX33" fmla="*/ 29516 w 111624"/>
                <a:gd name="connsiteY33" fmla="*/ 161315 h 161315"/>
                <a:gd name="connsiteX34" fmla="*/ 29516 w 111624"/>
                <a:gd name="connsiteY34" fmla="*/ 161315 h 161315"/>
                <a:gd name="connsiteX35" fmla="*/ 31433 w 111624"/>
                <a:gd name="connsiteY35" fmla="*/ 161315 h 161315"/>
                <a:gd name="connsiteX36" fmla="*/ 31433 w 111624"/>
                <a:gd name="connsiteY36" fmla="*/ 161315 h 161315"/>
                <a:gd name="connsiteX37" fmla="*/ 106195 w 111624"/>
                <a:gd name="connsiteY37" fmla="*/ 103859 h 161315"/>
                <a:gd name="connsiteX38" fmla="*/ 90860 w 111624"/>
                <a:gd name="connsiteY38" fmla="*/ 2992 h 161315"/>
                <a:gd name="connsiteX39" fmla="*/ 82553 w 111624"/>
                <a:gd name="connsiteY39" fmla="*/ 1077 h 161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1624" h="161315">
                  <a:moveTo>
                    <a:pt x="82553" y="1077"/>
                  </a:moveTo>
                  <a:cubicBezTo>
                    <a:pt x="79358" y="2992"/>
                    <a:pt x="78719" y="6823"/>
                    <a:pt x="80635" y="10015"/>
                  </a:cubicBezTo>
                  <a:cubicBezTo>
                    <a:pt x="80635" y="10015"/>
                    <a:pt x="80635" y="10015"/>
                    <a:pt x="80635" y="10015"/>
                  </a:cubicBezTo>
                  <a:cubicBezTo>
                    <a:pt x="80635" y="10653"/>
                    <a:pt x="110668" y="58533"/>
                    <a:pt x="94693" y="99391"/>
                  </a:cubicBezTo>
                  <a:cubicBezTo>
                    <a:pt x="87665" y="115989"/>
                    <a:pt x="75524" y="128757"/>
                    <a:pt x="59549" y="137056"/>
                  </a:cubicBezTo>
                  <a:cubicBezTo>
                    <a:pt x="64661" y="128757"/>
                    <a:pt x="67217" y="119819"/>
                    <a:pt x="67856" y="110243"/>
                  </a:cubicBezTo>
                  <a:cubicBezTo>
                    <a:pt x="69134" y="94922"/>
                    <a:pt x="65300" y="81515"/>
                    <a:pt x="44213" y="63640"/>
                  </a:cubicBezTo>
                  <a:cubicBezTo>
                    <a:pt x="43574" y="63002"/>
                    <a:pt x="26321" y="49595"/>
                    <a:pt x="32072" y="21506"/>
                  </a:cubicBezTo>
                  <a:cubicBezTo>
                    <a:pt x="32711" y="18314"/>
                    <a:pt x="30794" y="14483"/>
                    <a:pt x="26960" y="13845"/>
                  </a:cubicBezTo>
                  <a:cubicBezTo>
                    <a:pt x="25043" y="13207"/>
                    <a:pt x="23126" y="13845"/>
                    <a:pt x="21848" y="15122"/>
                  </a:cubicBezTo>
                  <a:cubicBezTo>
                    <a:pt x="10985" y="24698"/>
                    <a:pt x="3956" y="36827"/>
                    <a:pt x="122" y="50234"/>
                  </a:cubicBezTo>
                  <a:cubicBezTo>
                    <a:pt x="-516" y="53426"/>
                    <a:pt x="1400" y="57256"/>
                    <a:pt x="4595" y="57895"/>
                  </a:cubicBezTo>
                  <a:cubicBezTo>
                    <a:pt x="7790" y="58533"/>
                    <a:pt x="11624" y="56618"/>
                    <a:pt x="12263" y="53426"/>
                  </a:cubicBezTo>
                  <a:cubicBezTo>
                    <a:pt x="13541" y="48319"/>
                    <a:pt x="15458" y="43850"/>
                    <a:pt x="18014" y="39381"/>
                  </a:cubicBezTo>
                  <a:cubicBezTo>
                    <a:pt x="19292" y="52787"/>
                    <a:pt x="25682" y="64917"/>
                    <a:pt x="35906" y="73216"/>
                  </a:cubicBezTo>
                  <a:cubicBezTo>
                    <a:pt x="54437" y="89176"/>
                    <a:pt x="55076" y="98752"/>
                    <a:pt x="54437" y="108967"/>
                  </a:cubicBezTo>
                  <a:cubicBezTo>
                    <a:pt x="53159" y="121096"/>
                    <a:pt x="49325" y="135779"/>
                    <a:pt x="26321" y="149824"/>
                  </a:cubicBezTo>
                  <a:lnTo>
                    <a:pt x="26321" y="149824"/>
                  </a:lnTo>
                  <a:cubicBezTo>
                    <a:pt x="25682" y="149824"/>
                    <a:pt x="25682" y="150463"/>
                    <a:pt x="25043" y="150463"/>
                  </a:cubicBezTo>
                  <a:cubicBezTo>
                    <a:pt x="25043" y="150463"/>
                    <a:pt x="24404" y="151101"/>
                    <a:pt x="24404" y="151101"/>
                  </a:cubicBezTo>
                  <a:lnTo>
                    <a:pt x="23765" y="152378"/>
                  </a:lnTo>
                  <a:cubicBezTo>
                    <a:pt x="23765" y="153016"/>
                    <a:pt x="23765" y="153016"/>
                    <a:pt x="23126" y="153655"/>
                  </a:cubicBezTo>
                  <a:cubicBezTo>
                    <a:pt x="23126" y="154293"/>
                    <a:pt x="23126" y="154293"/>
                    <a:pt x="23126" y="154931"/>
                  </a:cubicBezTo>
                  <a:cubicBezTo>
                    <a:pt x="23126" y="155570"/>
                    <a:pt x="23126" y="155570"/>
                    <a:pt x="23126" y="156208"/>
                  </a:cubicBezTo>
                  <a:lnTo>
                    <a:pt x="23126" y="156847"/>
                  </a:lnTo>
                  <a:cubicBezTo>
                    <a:pt x="23126" y="157485"/>
                    <a:pt x="23765" y="157485"/>
                    <a:pt x="23765" y="158123"/>
                  </a:cubicBezTo>
                  <a:cubicBezTo>
                    <a:pt x="23765" y="158762"/>
                    <a:pt x="23765" y="158123"/>
                    <a:pt x="23765" y="158762"/>
                  </a:cubicBezTo>
                  <a:lnTo>
                    <a:pt x="23765" y="158762"/>
                  </a:lnTo>
                  <a:lnTo>
                    <a:pt x="24404" y="159400"/>
                  </a:lnTo>
                  <a:cubicBezTo>
                    <a:pt x="24404" y="160039"/>
                    <a:pt x="25043" y="160039"/>
                    <a:pt x="25043" y="160039"/>
                  </a:cubicBezTo>
                  <a:lnTo>
                    <a:pt x="25682" y="160677"/>
                  </a:lnTo>
                  <a:cubicBezTo>
                    <a:pt x="26321" y="160677"/>
                    <a:pt x="26321" y="161315"/>
                    <a:pt x="26960" y="161315"/>
                  </a:cubicBezTo>
                  <a:lnTo>
                    <a:pt x="27599" y="161315"/>
                  </a:lnTo>
                  <a:cubicBezTo>
                    <a:pt x="28238" y="161315"/>
                    <a:pt x="28877" y="161315"/>
                    <a:pt x="29516" y="161315"/>
                  </a:cubicBezTo>
                  <a:lnTo>
                    <a:pt x="29516" y="161315"/>
                  </a:lnTo>
                  <a:cubicBezTo>
                    <a:pt x="30155" y="161315"/>
                    <a:pt x="30794" y="161315"/>
                    <a:pt x="31433" y="161315"/>
                  </a:cubicBezTo>
                  <a:lnTo>
                    <a:pt x="31433" y="161315"/>
                  </a:lnTo>
                  <a:cubicBezTo>
                    <a:pt x="70412" y="150463"/>
                    <a:pt x="95333" y="130672"/>
                    <a:pt x="106195" y="103859"/>
                  </a:cubicBezTo>
                  <a:cubicBezTo>
                    <a:pt x="124087" y="57256"/>
                    <a:pt x="92138" y="4908"/>
                    <a:pt x="90860" y="2992"/>
                  </a:cubicBezTo>
                  <a:cubicBezTo>
                    <a:pt x="88943" y="-200"/>
                    <a:pt x="85108" y="-838"/>
                    <a:pt x="82553" y="1077"/>
                  </a:cubicBezTo>
                  <a:close/>
                </a:path>
              </a:pathLst>
            </a:custGeom>
            <a:solidFill>
              <a:srgbClr val="0097A9"/>
            </a:solidFill>
            <a:ln w="6390" cap="flat">
              <a:noFill/>
              <a:prstDash val="solid"/>
              <a:miter/>
            </a:ln>
          </p:spPr>
          <p:txBody>
            <a:bodyPr rtlCol="0" anchor="ctr"/>
            <a:lstStyle/>
            <a:p>
              <a:endParaRPr lang="en-US"/>
            </a:p>
          </p:txBody>
        </p:sp>
        <p:sp>
          <p:nvSpPr>
            <p:cNvPr id="206" name="Graphic 4">
              <a:extLst>
                <a:ext uri="{FF2B5EF4-FFF2-40B4-BE49-F238E27FC236}">
                  <a16:creationId xmlns:a16="http://schemas.microsoft.com/office/drawing/2014/main" id="{AA14CE54-076F-1242-84E4-5E1C772FF427}"/>
                </a:ext>
              </a:extLst>
            </p:cNvPr>
            <p:cNvSpPr/>
            <p:nvPr/>
          </p:nvSpPr>
          <p:spPr>
            <a:xfrm>
              <a:off x="3737446" y="4008954"/>
              <a:ext cx="52514" cy="85745"/>
            </a:xfrm>
            <a:custGeom>
              <a:avLst/>
              <a:gdLst>
                <a:gd name="connsiteX0" fmla="*/ 23031 w 52514"/>
                <a:gd name="connsiteY0" fmla="*/ 1625 h 85745"/>
                <a:gd name="connsiteX1" fmla="*/ 14085 w 52514"/>
                <a:gd name="connsiteY1" fmla="*/ 2264 h 85745"/>
                <a:gd name="connsiteX2" fmla="*/ 13446 w 52514"/>
                <a:gd name="connsiteY2" fmla="*/ 9286 h 85745"/>
                <a:gd name="connsiteX3" fmla="*/ 8335 w 52514"/>
                <a:gd name="connsiteY3" fmla="*/ 37376 h 85745"/>
                <a:gd name="connsiteX4" fmla="*/ 6418 w 52514"/>
                <a:gd name="connsiteY4" fmla="*/ 82064 h 85745"/>
                <a:gd name="connsiteX5" fmla="*/ 14725 w 52514"/>
                <a:gd name="connsiteY5" fmla="*/ 85256 h 85745"/>
                <a:gd name="connsiteX6" fmla="*/ 17920 w 52514"/>
                <a:gd name="connsiteY6" fmla="*/ 76957 h 85745"/>
                <a:gd name="connsiteX7" fmla="*/ 17280 w 52514"/>
                <a:gd name="connsiteY7" fmla="*/ 75680 h 85745"/>
                <a:gd name="connsiteX8" fmla="*/ 17280 w 52514"/>
                <a:gd name="connsiteY8" fmla="*/ 46313 h 85745"/>
                <a:gd name="connsiteX9" fmla="*/ 17920 w 52514"/>
                <a:gd name="connsiteY9" fmla="*/ 45675 h 85745"/>
                <a:gd name="connsiteX10" fmla="*/ 28143 w 52514"/>
                <a:gd name="connsiteY10" fmla="*/ 24608 h 85745"/>
                <a:gd name="connsiteX11" fmla="*/ 39645 w 52514"/>
                <a:gd name="connsiteY11" fmla="*/ 57805 h 85745"/>
                <a:gd name="connsiteX12" fmla="*/ 46035 w 52514"/>
                <a:gd name="connsiteY12" fmla="*/ 64189 h 85745"/>
                <a:gd name="connsiteX13" fmla="*/ 52425 w 52514"/>
                <a:gd name="connsiteY13" fmla="*/ 57805 h 85745"/>
                <a:gd name="connsiteX14" fmla="*/ 23031 w 52514"/>
                <a:gd name="connsiteY14" fmla="*/ 1625 h 8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2514" h="85745">
                  <a:moveTo>
                    <a:pt x="23031" y="1625"/>
                  </a:moveTo>
                  <a:cubicBezTo>
                    <a:pt x="20475" y="-928"/>
                    <a:pt x="16003" y="-290"/>
                    <a:pt x="14085" y="2264"/>
                  </a:cubicBezTo>
                  <a:cubicBezTo>
                    <a:pt x="12168" y="4179"/>
                    <a:pt x="12168" y="6733"/>
                    <a:pt x="13446" y="9286"/>
                  </a:cubicBezTo>
                  <a:cubicBezTo>
                    <a:pt x="17280" y="18862"/>
                    <a:pt x="15363" y="29715"/>
                    <a:pt x="8335" y="37376"/>
                  </a:cubicBezTo>
                  <a:cubicBezTo>
                    <a:pt x="1945" y="43760"/>
                    <a:pt x="-5723" y="60358"/>
                    <a:pt x="6418" y="82064"/>
                  </a:cubicBezTo>
                  <a:cubicBezTo>
                    <a:pt x="7695" y="85256"/>
                    <a:pt x="11530" y="86533"/>
                    <a:pt x="14725" y="85256"/>
                  </a:cubicBezTo>
                  <a:cubicBezTo>
                    <a:pt x="17920" y="83979"/>
                    <a:pt x="19198" y="80149"/>
                    <a:pt x="17920" y="76957"/>
                  </a:cubicBezTo>
                  <a:cubicBezTo>
                    <a:pt x="17920" y="76318"/>
                    <a:pt x="17280" y="76318"/>
                    <a:pt x="17280" y="75680"/>
                  </a:cubicBezTo>
                  <a:cubicBezTo>
                    <a:pt x="6418" y="57805"/>
                    <a:pt x="16003" y="47590"/>
                    <a:pt x="17280" y="46313"/>
                  </a:cubicBezTo>
                  <a:lnTo>
                    <a:pt x="17920" y="45675"/>
                  </a:lnTo>
                  <a:cubicBezTo>
                    <a:pt x="23031" y="39929"/>
                    <a:pt x="26865" y="32269"/>
                    <a:pt x="28143" y="24608"/>
                  </a:cubicBezTo>
                  <a:cubicBezTo>
                    <a:pt x="35811" y="34184"/>
                    <a:pt x="40284" y="45675"/>
                    <a:pt x="39645" y="57805"/>
                  </a:cubicBezTo>
                  <a:cubicBezTo>
                    <a:pt x="39645" y="61635"/>
                    <a:pt x="42201" y="64189"/>
                    <a:pt x="46035" y="64189"/>
                  </a:cubicBezTo>
                  <a:cubicBezTo>
                    <a:pt x="49230" y="64189"/>
                    <a:pt x="52425" y="61635"/>
                    <a:pt x="52425" y="57805"/>
                  </a:cubicBezTo>
                  <a:cubicBezTo>
                    <a:pt x="54342" y="26523"/>
                    <a:pt x="24948" y="2264"/>
                    <a:pt x="23031" y="1625"/>
                  </a:cubicBezTo>
                  <a:close/>
                </a:path>
              </a:pathLst>
            </a:custGeom>
            <a:solidFill>
              <a:srgbClr val="0097A9"/>
            </a:solidFill>
            <a:ln w="6390" cap="flat">
              <a:noFill/>
              <a:prstDash val="solid"/>
              <a:miter/>
            </a:ln>
          </p:spPr>
          <p:txBody>
            <a:bodyPr rtlCol="0" anchor="ctr"/>
            <a:lstStyle/>
            <a:p>
              <a:endParaRPr lang="en-US"/>
            </a:p>
          </p:txBody>
        </p:sp>
      </p:grpSp>
      <p:grpSp>
        <p:nvGrpSpPr>
          <p:cNvPr id="207" name="Graphic 4">
            <a:extLst>
              <a:ext uri="{FF2B5EF4-FFF2-40B4-BE49-F238E27FC236}">
                <a16:creationId xmlns:a16="http://schemas.microsoft.com/office/drawing/2014/main" id="{D850750F-FA48-AB44-90A3-E91A90DEA0A3}"/>
              </a:ext>
            </a:extLst>
          </p:cNvPr>
          <p:cNvGrpSpPr/>
          <p:nvPr/>
        </p:nvGrpSpPr>
        <p:grpSpPr>
          <a:xfrm>
            <a:off x="3607758" y="2371173"/>
            <a:ext cx="362313" cy="361971"/>
            <a:chOff x="3607758" y="2371173"/>
            <a:chExt cx="362313" cy="361971"/>
          </a:xfrm>
          <a:solidFill>
            <a:srgbClr val="0097A9"/>
          </a:solidFill>
        </p:grpSpPr>
        <p:sp>
          <p:nvSpPr>
            <p:cNvPr id="208" name="Graphic 4">
              <a:extLst>
                <a:ext uri="{FF2B5EF4-FFF2-40B4-BE49-F238E27FC236}">
                  <a16:creationId xmlns:a16="http://schemas.microsoft.com/office/drawing/2014/main" id="{9A457473-D304-264A-863C-74FF673105B1}"/>
                </a:ext>
              </a:extLst>
            </p:cNvPr>
            <p:cNvSpPr/>
            <p:nvPr/>
          </p:nvSpPr>
          <p:spPr>
            <a:xfrm>
              <a:off x="3607758" y="2371173"/>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6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949"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6" y="12768"/>
                  </a:cubicBezTo>
                  <a:cubicBezTo>
                    <a:pt x="274128" y="12768"/>
                    <a:pt x="349530" y="88099"/>
                    <a:pt x="349530" y="180667"/>
                  </a:cubicBezTo>
                  <a:cubicBezTo>
                    <a:pt x="349530" y="180667"/>
                    <a:pt x="349530" y="180667"/>
                    <a:pt x="349530" y="180667"/>
                  </a:cubicBezTo>
                  <a:cubicBezTo>
                    <a:pt x="349530" y="273873"/>
                    <a:pt x="274128" y="349204"/>
                    <a:pt x="181474" y="349204"/>
                  </a:cubicBezTo>
                  <a:close/>
                </a:path>
              </a:pathLst>
            </a:custGeom>
            <a:solidFill>
              <a:srgbClr val="0097A9"/>
            </a:solidFill>
            <a:ln w="6390" cap="flat">
              <a:noFill/>
              <a:prstDash val="solid"/>
              <a:miter/>
            </a:ln>
          </p:spPr>
          <p:txBody>
            <a:bodyPr rtlCol="0" anchor="ctr"/>
            <a:lstStyle/>
            <a:p>
              <a:endParaRPr lang="en-US"/>
            </a:p>
          </p:txBody>
        </p:sp>
        <p:sp>
          <p:nvSpPr>
            <p:cNvPr id="209" name="Graphic 4">
              <a:extLst>
                <a:ext uri="{FF2B5EF4-FFF2-40B4-BE49-F238E27FC236}">
                  <a16:creationId xmlns:a16="http://schemas.microsoft.com/office/drawing/2014/main" id="{EA799429-E9BE-D84D-A70E-750DB0FD69D9}"/>
                </a:ext>
              </a:extLst>
            </p:cNvPr>
            <p:cNvSpPr/>
            <p:nvPr/>
          </p:nvSpPr>
          <p:spPr>
            <a:xfrm>
              <a:off x="3717566" y="2538335"/>
              <a:ext cx="146678" cy="148845"/>
            </a:xfrm>
            <a:custGeom>
              <a:avLst/>
              <a:gdLst>
                <a:gd name="connsiteX0" fmla="*/ 133648 w 146678"/>
                <a:gd name="connsiteY0" fmla="*/ 98 h 148845"/>
                <a:gd name="connsiteX1" fmla="*/ 127897 w 146678"/>
                <a:gd name="connsiteY1" fmla="*/ 7121 h 148845"/>
                <a:gd name="connsiteX2" fmla="*/ 127897 w 146678"/>
                <a:gd name="connsiteY2" fmla="*/ 7121 h 148845"/>
                <a:gd name="connsiteX3" fmla="*/ 133009 w 146678"/>
                <a:gd name="connsiteY3" fmla="*/ 55001 h 148845"/>
                <a:gd name="connsiteX4" fmla="*/ 66554 w 146678"/>
                <a:gd name="connsiteY4" fmla="*/ 130970 h 148845"/>
                <a:gd name="connsiteX5" fmla="*/ 19908 w 146678"/>
                <a:gd name="connsiteY5" fmla="*/ 38402 h 148845"/>
                <a:gd name="connsiteX6" fmla="*/ 12878 w 146678"/>
                <a:gd name="connsiteY6" fmla="*/ 5206 h 148845"/>
                <a:gd name="connsiteX7" fmla="*/ 5210 w 146678"/>
                <a:gd name="connsiteY7" fmla="*/ 98 h 148845"/>
                <a:gd name="connsiteX8" fmla="*/ 99 w 146678"/>
                <a:gd name="connsiteY8" fmla="*/ 7759 h 148845"/>
                <a:gd name="connsiteX9" fmla="*/ 99 w 146678"/>
                <a:gd name="connsiteY9" fmla="*/ 7759 h 148845"/>
                <a:gd name="connsiteX10" fmla="*/ 7767 w 146678"/>
                <a:gd name="connsiteY10" fmla="*/ 42233 h 148845"/>
                <a:gd name="connsiteX11" fmla="*/ 8405 w 146678"/>
                <a:gd name="connsiteY11" fmla="*/ 43509 h 148845"/>
                <a:gd name="connsiteX12" fmla="*/ 59525 w 146678"/>
                <a:gd name="connsiteY12" fmla="*/ 145653 h 148845"/>
                <a:gd name="connsiteX13" fmla="*/ 64637 w 146678"/>
                <a:gd name="connsiteY13" fmla="*/ 148845 h 148845"/>
                <a:gd name="connsiteX14" fmla="*/ 65276 w 146678"/>
                <a:gd name="connsiteY14" fmla="*/ 148845 h 148845"/>
                <a:gd name="connsiteX15" fmla="*/ 70388 w 146678"/>
                <a:gd name="connsiteY15" fmla="*/ 146930 h 148845"/>
                <a:gd name="connsiteX16" fmla="*/ 145150 w 146678"/>
                <a:gd name="connsiteY16" fmla="*/ 61385 h 148845"/>
                <a:gd name="connsiteX17" fmla="*/ 146428 w 146678"/>
                <a:gd name="connsiteY17" fmla="*/ 56277 h 148845"/>
                <a:gd name="connsiteX18" fmla="*/ 140677 w 146678"/>
                <a:gd name="connsiteY18" fmla="*/ 5844 h 148845"/>
                <a:gd name="connsiteX19" fmla="*/ 133648 w 146678"/>
                <a:gd name="connsiteY19" fmla="*/ 98 h 148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78" h="148845">
                  <a:moveTo>
                    <a:pt x="133648" y="98"/>
                  </a:moveTo>
                  <a:cubicBezTo>
                    <a:pt x="130453" y="737"/>
                    <a:pt x="127897" y="3929"/>
                    <a:pt x="127897" y="7121"/>
                  </a:cubicBezTo>
                  <a:cubicBezTo>
                    <a:pt x="127897" y="7121"/>
                    <a:pt x="127897" y="7121"/>
                    <a:pt x="127897" y="7121"/>
                  </a:cubicBezTo>
                  <a:lnTo>
                    <a:pt x="133009" y="55001"/>
                  </a:lnTo>
                  <a:lnTo>
                    <a:pt x="66554" y="130970"/>
                  </a:lnTo>
                  <a:lnTo>
                    <a:pt x="19908" y="38402"/>
                  </a:lnTo>
                  <a:lnTo>
                    <a:pt x="12878" y="5206"/>
                  </a:lnTo>
                  <a:cubicBezTo>
                    <a:pt x="12240" y="2014"/>
                    <a:pt x="9045" y="-540"/>
                    <a:pt x="5210" y="98"/>
                  </a:cubicBezTo>
                  <a:cubicBezTo>
                    <a:pt x="2015" y="737"/>
                    <a:pt x="-540" y="3929"/>
                    <a:pt x="99" y="7759"/>
                  </a:cubicBezTo>
                  <a:cubicBezTo>
                    <a:pt x="99" y="7759"/>
                    <a:pt x="99" y="7759"/>
                    <a:pt x="99" y="7759"/>
                  </a:cubicBezTo>
                  <a:lnTo>
                    <a:pt x="7767" y="42233"/>
                  </a:lnTo>
                  <a:cubicBezTo>
                    <a:pt x="7767" y="42871"/>
                    <a:pt x="7767" y="43509"/>
                    <a:pt x="8405" y="43509"/>
                  </a:cubicBezTo>
                  <a:lnTo>
                    <a:pt x="59525" y="145653"/>
                  </a:lnTo>
                  <a:cubicBezTo>
                    <a:pt x="60164" y="147569"/>
                    <a:pt x="62081" y="148845"/>
                    <a:pt x="64637" y="148845"/>
                  </a:cubicBezTo>
                  <a:lnTo>
                    <a:pt x="65276" y="148845"/>
                  </a:lnTo>
                  <a:cubicBezTo>
                    <a:pt x="67193" y="148845"/>
                    <a:pt x="69110" y="148207"/>
                    <a:pt x="70388" y="146930"/>
                  </a:cubicBezTo>
                  <a:lnTo>
                    <a:pt x="145150" y="61385"/>
                  </a:lnTo>
                  <a:cubicBezTo>
                    <a:pt x="146428" y="60108"/>
                    <a:pt x="147067" y="58193"/>
                    <a:pt x="146428" y="56277"/>
                  </a:cubicBezTo>
                  <a:lnTo>
                    <a:pt x="140677" y="5844"/>
                  </a:lnTo>
                  <a:cubicBezTo>
                    <a:pt x="140038" y="2014"/>
                    <a:pt x="136843" y="-540"/>
                    <a:pt x="133648" y="98"/>
                  </a:cubicBezTo>
                  <a:close/>
                </a:path>
              </a:pathLst>
            </a:custGeom>
            <a:solidFill>
              <a:srgbClr val="0097A9"/>
            </a:solidFill>
            <a:ln w="6390" cap="flat">
              <a:noFill/>
              <a:prstDash val="solid"/>
              <a:miter/>
            </a:ln>
          </p:spPr>
          <p:txBody>
            <a:bodyPr rtlCol="0" anchor="ctr"/>
            <a:lstStyle/>
            <a:p>
              <a:endParaRPr lang="en-US"/>
            </a:p>
          </p:txBody>
        </p:sp>
        <p:sp>
          <p:nvSpPr>
            <p:cNvPr id="210" name="Graphic 4">
              <a:extLst>
                <a:ext uri="{FF2B5EF4-FFF2-40B4-BE49-F238E27FC236}">
                  <a16:creationId xmlns:a16="http://schemas.microsoft.com/office/drawing/2014/main" id="{A33EF739-F6A6-C64B-8A61-8BC0EA73D5D6}"/>
                </a:ext>
              </a:extLst>
            </p:cNvPr>
            <p:cNvSpPr/>
            <p:nvPr/>
          </p:nvSpPr>
          <p:spPr>
            <a:xfrm>
              <a:off x="3652488" y="2430374"/>
              <a:ext cx="273325" cy="95662"/>
            </a:xfrm>
            <a:custGeom>
              <a:avLst/>
              <a:gdLst>
                <a:gd name="connsiteX0" fmla="*/ 272211 w 273325"/>
                <a:gd name="connsiteY0" fmla="*/ 75501 h 95662"/>
                <a:gd name="connsiteX1" fmla="*/ 263265 w 273325"/>
                <a:gd name="connsiteY1" fmla="*/ 74224 h 95662"/>
                <a:gd name="connsiteX2" fmla="*/ 263265 w 273325"/>
                <a:gd name="connsiteY2" fmla="*/ 74224 h 95662"/>
                <a:gd name="connsiteX3" fmla="*/ 219814 w 273325"/>
                <a:gd name="connsiteY3" fmla="*/ 74862 h 95662"/>
                <a:gd name="connsiteX4" fmla="*/ 210868 w 273325"/>
                <a:gd name="connsiteY4" fmla="*/ 74224 h 95662"/>
                <a:gd name="connsiteX5" fmla="*/ 201922 w 273325"/>
                <a:gd name="connsiteY5" fmla="*/ 79331 h 95662"/>
                <a:gd name="connsiteX6" fmla="*/ 198727 w 273325"/>
                <a:gd name="connsiteY6" fmla="*/ 53795 h 95662"/>
                <a:gd name="connsiteX7" fmla="*/ 197449 w 273325"/>
                <a:gd name="connsiteY7" fmla="*/ 49965 h 95662"/>
                <a:gd name="connsiteX8" fmla="*/ 154636 w 273325"/>
                <a:gd name="connsiteY8" fmla="*/ 2085 h 95662"/>
                <a:gd name="connsiteX9" fmla="*/ 149524 w 273325"/>
                <a:gd name="connsiteY9" fmla="*/ 170 h 95662"/>
                <a:gd name="connsiteX10" fmla="*/ 144413 w 273325"/>
                <a:gd name="connsiteY10" fmla="*/ 3362 h 95662"/>
                <a:gd name="connsiteX11" fmla="*/ 120131 w 273325"/>
                <a:gd name="connsiteY11" fmla="*/ 40389 h 95662"/>
                <a:gd name="connsiteX12" fmla="*/ 97766 w 273325"/>
                <a:gd name="connsiteY12" fmla="*/ 33366 h 95662"/>
                <a:gd name="connsiteX13" fmla="*/ 90098 w 273325"/>
                <a:gd name="connsiteY13" fmla="*/ 36558 h 95662"/>
                <a:gd name="connsiteX14" fmla="*/ 66455 w 273325"/>
                <a:gd name="connsiteY14" fmla="*/ 78054 h 95662"/>
                <a:gd name="connsiteX15" fmla="*/ 62622 w 273325"/>
                <a:gd name="connsiteY15" fmla="*/ 74862 h 95662"/>
                <a:gd name="connsiteX16" fmla="*/ 54314 w 273325"/>
                <a:gd name="connsiteY16" fmla="*/ 74224 h 95662"/>
                <a:gd name="connsiteX17" fmla="*/ 10863 w 273325"/>
                <a:gd name="connsiteY17" fmla="*/ 74862 h 95662"/>
                <a:gd name="connsiteX18" fmla="*/ 1917 w 273325"/>
                <a:gd name="connsiteY18" fmla="*/ 74862 h 95662"/>
                <a:gd name="connsiteX19" fmla="*/ 1917 w 273325"/>
                <a:gd name="connsiteY19" fmla="*/ 83800 h 95662"/>
                <a:gd name="connsiteX20" fmla="*/ 58148 w 273325"/>
                <a:gd name="connsiteY20" fmla="*/ 86992 h 95662"/>
                <a:gd name="connsiteX21" fmla="*/ 110546 w 273325"/>
                <a:gd name="connsiteY21" fmla="*/ 86992 h 95662"/>
                <a:gd name="connsiteX22" fmla="*/ 136106 w 273325"/>
                <a:gd name="connsiteY22" fmla="*/ 95291 h 95662"/>
                <a:gd name="connsiteX23" fmla="*/ 162943 w 273325"/>
                <a:gd name="connsiteY23" fmla="*/ 86992 h 95662"/>
                <a:gd name="connsiteX24" fmla="*/ 196810 w 273325"/>
                <a:gd name="connsiteY24" fmla="*/ 94653 h 95662"/>
                <a:gd name="connsiteX25" fmla="*/ 197449 w 273325"/>
                <a:gd name="connsiteY25" fmla="*/ 94653 h 95662"/>
                <a:gd name="connsiteX26" fmla="*/ 198727 w 273325"/>
                <a:gd name="connsiteY26" fmla="*/ 94653 h 95662"/>
                <a:gd name="connsiteX27" fmla="*/ 214702 w 273325"/>
                <a:gd name="connsiteY27" fmla="*/ 87630 h 95662"/>
                <a:gd name="connsiteX28" fmla="*/ 270933 w 273325"/>
                <a:gd name="connsiteY28" fmla="*/ 84438 h 95662"/>
                <a:gd name="connsiteX29" fmla="*/ 272211 w 273325"/>
                <a:gd name="connsiteY29" fmla="*/ 75501 h 95662"/>
                <a:gd name="connsiteX30" fmla="*/ 272211 w 273325"/>
                <a:gd name="connsiteY30" fmla="*/ 75501 h 95662"/>
                <a:gd name="connsiteX31" fmla="*/ 167416 w 273325"/>
                <a:gd name="connsiteY31" fmla="*/ 74862 h 95662"/>
                <a:gd name="connsiteX32" fmla="*/ 159109 w 273325"/>
                <a:gd name="connsiteY32" fmla="*/ 74224 h 95662"/>
                <a:gd name="connsiteX33" fmla="*/ 115658 w 273325"/>
                <a:gd name="connsiteY33" fmla="*/ 74862 h 95662"/>
                <a:gd name="connsiteX34" fmla="*/ 107351 w 273325"/>
                <a:gd name="connsiteY34" fmla="*/ 74224 h 95662"/>
                <a:gd name="connsiteX35" fmla="*/ 79874 w 273325"/>
                <a:gd name="connsiteY35" fmla="*/ 82523 h 95662"/>
                <a:gd name="connsiteX36" fmla="*/ 100322 w 273325"/>
                <a:gd name="connsiteY36" fmla="*/ 47411 h 95662"/>
                <a:gd name="connsiteX37" fmla="*/ 122048 w 273325"/>
                <a:gd name="connsiteY37" fmla="*/ 54434 h 95662"/>
                <a:gd name="connsiteX38" fmla="*/ 129077 w 273325"/>
                <a:gd name="connsiteY38" fmla="*/ 51880 h 95662"/>
                <a:gd name="connsiteX39" fmla="*/ 151441 w 273325"/>
                <a:gd name="connsiteY39" fmla="*/ 17406 h 95662"/>
                <a:gd name="connsiteX40" fmla="*/ 187225 w 273325"/>
                <a:gd name="connsiteY40" fmla="*/ 57626 h 95662"/>
                <a:gd name="connsiteX41" fmla="*/ 190420 w 273325"/>
                <a:gd name="connsiteY41" fmla="*/ 83162 h 95662"/>
                <a:gd name="connsiteX42" fmla="*/ 167416 w 273325"/>
                <a:gd name="connsiteY42" fmla="*/ 74862 h 95662"/>
                <a:gd name="connsiteX43" fmla="*/ 167416 w 273325"/>
                <a:gd name="connsiteY43" fmla="*/ 74862 h 95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3325" h="95662">
                  <a:moveTo>
                    <a:pt x="272211" y="75501"/>
                  </a:moveTo>
                  <a:cubicBezTo>
                    <a:pt x="270294" y="72947"/>
                    <a:pt x="266460" y="72309"/>
                    <a:pt x="263265" y="74224"/>
                  </a:cubicBezTo>
                  <a:cubicBezTo>
                    <a:pt x="263265" y="74224"/>
                    <a:pt x="263265" y="74224"/>
                    <a:pt x="263265" y="74224"/>
                  </a:cubicBezTo>
                  <a:cubicBezTo>
                    <a:pt x="238984" y="92099"/>
                    <a:pt x="221092" y="76778"/>
                    <a:pt x="219814" y="74862"/>
                  </a:cubicBezTo>
                  <a:cubicBezTo>
                    <a:pt x="217258" y="72309"/>
                    <a:pt x="213424" y="72309"/>
                    <a:pt x="210868" y="74224"/>
                  </a:cubicBezTo>
                  <a:cubicBezTo>
                    <a:pt x="208312" y="76139"/>
                    <a:pt x="205117" y="78054"/>
                    <a:pt x="201922" y="79331"/>
                  </a:cubicBezTo>
                  <a:lnTo>
                    <a:pt x="198727" y="53795"/>
                  </a:lnTo>
                  <a:cubicBezTo>
                    <a:pt x="198727" y="52518"/>
                    <a:pt x="198088" y="51242"/>
                    <a:pt x="197449" y="49965"/>
                  </a:cubicBezTo>
                  <a:lnTo>
                    <a:pt x="154636" y="2085"/>
                  </a:lnTo>
                  <a:cubicBezTo>
                    <a:pt x="153358" y="808"/>
                    <a:pt x="151441" y="-469"/>
                    <a:pt x="149524" y="170"/>
                  </a:cubicBezTo>
                  <a:cubicBezTo>
                    <a:pt x="147608" y="170"/>
                    <a:pt x="145691" y="1446"/>
                    <a:pt x="144413" y="3362"/>
                  </a:cubicBezTo>
                  <a:lnTo>
                    <a:pt x="120131" y="40389"/>
                  </a:lnTo>
                  <a:lnTo>
                    <a:pt x="97766" y="33366"/>
                  </a:lnTo>
                  <a:cubicBezTo>
                    <a:pt x="94571" y="32728"/>
                    <a:pt x="92015" y="33366"/>
                    <a:pt x="90098" y="36558"/>
                  </a:cubicBezTo>
                  <a:lnTo>
                    <a:pt x="66455" y="78054"/>
                  </a:lnTo>
                  <a:cubicBezTo>
                    <a:pt x="65177" y="77416"/>
                    <a:pt x="63899" y="76139"/>
                    <a:pt x="62622" y="74862"/>
                  </a:cubicBezTo>
                  <a:cubicBezTo>
                    <a:pt x="60704" y="72309"/>
                    <a:pt x="56870" y="72309"/>
                    <a:pt x="54314" y="74224"/>
                  </a:cubicBezTo>
                  <a:cubicBezTo>
                    <a:pt x="29394" y="92738"/>
                    <a:pt x="11502" y="75501"/>
                    <a:pt x="10863" y="74862"/>
                  </a:cubicBezTo>
                  <a:cubicBezTo>
                    <a:pt x="8307" y="72309"/>
                    <a:pt x="4473" y="72309"/>
                    <a:pt x="1917" y="74862"/>
                  </a:cubicBezTo>
                  <a:cubicBezTo>
                    <a:pt x="-639" y="77416"/>
                    <a:pt x="-639" y="81246"/>
                    <a:pt x="1917" y="83800"/>
                  </a:cubicBezTo>
                  <a:cubicBezTo>
                    <a:pt x="17253" y="97845"/>
                    <a:pt x="40896" y="99760"/>
                    <a:pt x="58148" y="86992"/>
                  </a:cubicBezTo>
                  <a:cubicBezTo>
                    <a:pt x="73484" y="97845"/>
                    <a:pt x="94571" y="97845"/>
                    <a:pt x="110546" y="86992"/>
                  </a:cubicBezTo>
                  <a:cubicBezTo>
                    <a:pt x="118214" y="92099"/>
                    <a:pt x="127160" y="95291"/>
                    <a:pt x="136106" y="95291"/>
                  </a:cubicBezTo>
                  <a:cubicBezTo>
                    <a:pt x="145691" y="95291"/>
                    <a:pt x="154636" y="92099"/>
                    <a:pt x="162943" y="86992"/>
                  </a:cubicBezTo>
                  <a:cubicBezTo>
                    <a:pt x="172528" y="94014"/>
                    <a:pt x="185308" y="96568"/>
                    <a:pt x="196810" y="94653"/>
                  </a:cubicBezTo>
                  <a:lnTo>
                    <a:pt x="197449" y="94653"/>
                  </a:lnTo>
                  <a:cubicBezTo>
                    <a:pt x="198088" y="94653"/>
                    <a:pt x="198088" y="94653"/>
                    <a:pt x="198727" y="94653"/>
                  </a:cubicBezTo>
                  <a:cubicBezTo>
                    <a:pt x="204478" y="93376"/>
                    <a:pt x="210229" y="90822"/>
                    <a:pt x="214702" y="87630"/>
                  </a:cubicBezTo>
                  <a:cubicBezTo>
                    <a:pt x="225565" y="95291"/>
                    <a:pt x="247290" y="102314"/>
                    <a:pt x="270933" y="84438"/>
                  </a:cubicBezTo>
                  <a:cubicBezTo>
                    <a:pt x="273489" y="82523"/>
                    <a:pt x="274128" y="78693"/>
                    <a:pt x="272211" y="75501"/>
                  </a:cubicBezTo>
                  <a:cubicBezTo>
                    <a:pt x="272211" y="75501"/>
                    <a:pt x="272211" y="75501"/>
                    <a:pt x="272211" y="75501"/>
                  </a:cubicBezTo>
                  <a:close/>
                  <a:moveTo>
                    <a:pt x="167416" y="74862"/>
                  </a:moveTo>
                  <a:cubicBezTo>
                    <a:pt x="164861" y="72947"/>
                    <a:pt x="161666" y="72309"/>
                    <a:pt x="159109" y="74224"/>
                  </a:cubicBezTo>
                  <a:cubicBezTo>
                    <a:pt x="134188" y="92738"/>
                    <a:pt x="116297" y="75501"/>
                    <a:pt x="115658" y="74862"/>
                  </a:cubicBezTo>
                  <a:cubicBezTo>
                    <a:pt x="113102" y="72947"/>
                    <a:pt x="109907" y="72309"/>
                    <a:pt x="107351" y="74224"/>
                  </a:cubicBezTo>
                  <a:cubicBezTo>
                    <a:pt x="99683" y="80608"/>
                    <a:pt x="89459" y="83800"/>
                    <a:pt x="79874" y="82523"/>
                  </a:cubicBezTo>
                  <a:lnTo>
                    <a:pt x="100322" y="47411"/>
                  </a:lnTo>
                  <a:lnTo>
                    <a:pt x="122048" y="54434"/>
                  </a:lnTo>
                  <a:cubicBezTo>
                    <a:pt x="124604" y="55072"/>
                    <a:pt x="127799" y="54434"/>
                    <a:pt x="129077" y="51880"/>
                  </a:cubicBezTo>
                  <a:lnTo>
                    <a:pt x="151441" y="17406"/>
                  </a:lnTo>
                  <a:lnTo>
                    <a:pt x="187225" y="57626"/>
                  </a:lnTo>
                  <a:lnTo>
                    <a:pt x="190420" y="83162"/>
                  </a:lnTo>
                  <a:cubicBezTo>
                    <a:pt x="181474" y="83162"/>
                    <a:pt x="173167" y="79970"/>
                    <a:pt x="167416" y="74862"/>
                  </a:cubicBezTo>
                  <a:lnTo>
                    <a:pt x="167416" y="74862"/>
                  </a:lnTo>
                  <a:close/>
                </a:path>
              </a:pathLst>
            </a:custGeom>
            <a:solidFill>
              <a:srgbClr val="0097A9"/>
            </a:solidFill>
            <a:ln w="6390" cap="flat">
              <a:noFill/>
              <a:prstDash val="solid"/>
              <a:miter/>
            </a:ln>
          </p:spPr>
          <p:txBody>
            <a:bodyPr rtlCol="0" anchor="ctr"/>
            <a:lstStyle/>
            <a:p>
              <a:endParaRPr lang="en-US"/>
            </a:p>
          </p:txBody>
        </p:sp>
      </p:grpSp>
      <p:grpSp>
        <p:nvGrpSpPr>
          <p:cNvPr id="211" name="Graphic 4">
            <a:extLst>
              <a:ext uri="{FF2B5EF4-FFF2-40B4-BE49-F238E27FC236}">
                <a16:creationId xmlns:a16="http://schemas.microsoft.com/office/drawing/2014/main" id="{F9CC027D-1D47-6042-AABB-96C85FC210DF}"/>
              </a:ext>
            </a:extLst>
          </p:cNvPr>
          <p:cNvGrpSpPr/>
          <p:nvPr/>
        </p:nvGrpSpPr>
        <p:grpSpPr>
          <a:xfrm>
            <a:off x="4045469" y="2371173"/>
            <a:ext cx="362309" cy="361971"/>
            <a:chOff x="4045469" y="2371173"/>
            <a:chExt cx="362309" cy="361971"/>
          </a:xfrm>
          <a:solidFill>
            <a:srgbClr val="0097A9"/>
          </a:solidFill>
        </p:grpSpPr>
        <p:sp>
          <p:nvSpPr>
            <p:cNvPr id="212" name="Graphic 4">
              <a:extLst>
                <a:ext uri="{FF2B5EF4-FFF2-40B4-BE49-F238E27FC236}">
                  <a16:creationId xmlns:a16="http://schemas.microsoft.com/office/drawing/2014/main" id="{301695A8-CDEC-8947-9261-733BEDA9E9A4}"/>
                </a:ext>
              </a:extLst>
            </p:cNvPr>
            <p:cNvSpPr/>
            <p:nvPr/>
          </p:nvSpPr>
          <p:spPr>
            <a:xfrm>
              <a:off x="4168795" y="2447143"/>
              <a:ext cx="109906" cy="66032"/>
            </a:xfrm>
            <a:custGeom>
              <a:avLst/>
              <a:gdLst>
                <a:gd name="connsiteX0" fmla="*/ 107990 w 109906"/>
                <a:gd name="connsiteY0" fmla="*/ 40219 h 66032"/>
                <a:gd name="connsiteX1" fmla="*/ 72206 w 109906"/>
                <a:gd name="connsiteY1" fmla="*/ 0 h 66032"/>
                <a:gd name="connsiteX2" fmla="*/ 49841 w 109906"/>
                <a:gd name="connsiteY2" fmla="*/ 34473 h 66032"/>
                <a:gd name="connsiteX3" fmla="*/ 42173 w 109906"/>
                <a:gd name="connsiteY3" fmla="*/ 37027 h 66032"/>
                <a:gd name="connsiteX4" fmla="*/ 20447 w 109906"/>
                <a:gd name="connsiteY4" fmla="*/ 30005 h 66032"/>
                <a:gd name="connsiteX5" fmla="*/ 0 w 109906"/>
                <a:gd name="connsiteY5" fmla="*/ 65755 h 66032"/>
                <a:gd name="connsiteX6" fmla="*/ 27477 w 109906"/>
                <a:gd name="connsiteY6" fmla="*/ 57456 h 66032"/>
                <a:gd name="connsiteX7" fmla="*/ 35783 w 109906"/>
                <a:gd name="connsiteY7" fmla="*/ 58094 h 66032"/>
                <a:gd name="connsiteX8" fmla="*/ 79235 w 109906"/>
                <a:gd name="connsiteY8" fmla="*/ 57456 h 66032"/>
                <a:gd name="connsiteX9" fmla="*/ 87542 w 109906"/>
                <a:gd name="connsiteY9" fmla="*/ 58094 h 66032"/>
                <a:gd name="connsiteX10" fmla="*/ 109907 w 109906"/>
                <a:gd name="connsiteY10" fmla="*/ 65755 h 66032"/>
                <a:gd name="connsiteX11" fmla="*/ 107990 w 109906"/>
                <a:gd name="connsiteY11" fmla="*/ 40219 h 66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906" h="66032">
                  <a:moveTo>
                    <a:pt x="107990" y="40219"/>
                  </a:moveTo>
                  <a:lnTo>
                    <a:pt x="72206" y="0"/>
                  </a:lnTo>
                  <a:lnTo>
                    <a:pt x="49841" y="34473"/>
                  </a:lnTo>
                  <a:cubicBezTo>
                    <a:pt x="48563" y="37027"/>
                    <a:pt x="45368" y="38304"/>
                    <a:pt x="42173" y="37027"/>
                  </a:cubicBezTo>
                  <a:lnTo>
                    <a:pt x="20447" y="30005"/>
                  </a:lnTo>
                  <a:lnTo>
                    <a:pt x="0" y="65755"/>
                  </a:lnTo>
                  <a:cubicBezTo>
                    <a:pt x="10224" y="67032"/>
                    <a:pt x="19809" y="63840"/>
                    <a:pt x="27477" y="57456"/>
                  </a:cubicBezTo>
                  <a:cubicBezTo>
                    <a:pt x="30032" y="55541"/>
                    <a:pt x="33867" y="55541"/>
                    <a:pt x="35783" y="58094"/>
                  </a:cubicBezTo>
                  <a:cubicBezTo>
                    <a:pt x="36422" y="58733"/>
                    <a:pt x="54314" y="75969"/>
                    <a:pt x="79235" y="57456"/>
                  </a:cubicBezTo>
                  <a:cubicBezTo>
                    <a:pt x="81791" y="55541"/>
                    <a:pt x="85625" y="56179"/>
                    <a:pt x="87542" y="58094"/>
                  </a:cubicBezTo>
                  <a:cubicBezTo>
                    <a:pt x="93293" y="63201"/>
                    <a:pt x="101600" y="66393"/>
                    <a:pt x="109907" y="65755"/>
                  </a:cubicBezTo>
                  <a:lnTo>
                    <a:pt x="107990" y="40219"/>
                  </a:lnTo>
                  <a:close/>
                </a:path>
              </a:pathLst>
            </a:custGeom>
            <a:solidFill>
              <a:srgbClr val="0097A9"/>
            </a:solidFill>
            <a:ln w="6390" cap="flat">
              <a:noFill/>
              <a:prstDash val="solid"/>
              <a:miter/>
            </a:ln>
          </p:spPr>
          <p:txBody>
            <a:bodyPr rtlCol="0" anchor="ctr"/>
            <a:lstStyle/>
            <a:p>
              <a:endParaRPr lang="en-US"/>
            </a:p>
          </p:txBody>
        </p:sp>
        <p:sp>
          <p:nvSpPr>
            <p:cNvPr id="213" name="Graphic 4">
              <a:extLst>
                <a:ext uri="{FF2B5EF4-FFF2-40B4-BE49-F238E27FC236}">
                  <a16:creationId xmlns:a16="http://schemas.microsoft.com/office/drawing/2014/main" id="{F0D7D81A-10C7-654A-9AA2-4D0D4FF0026C}"/>
                </a:ext>
              </a:extLst>
            </p:cNvPr>
            <p:cNvSpPr/>
            <p:nvPr/>
          </p:nvSpPr>
          <p:spPr>
            <a:xfrm>
              <a:off x="4045469" y="237117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54959 w 362309"/>
                <a:gd name="connsiteY6" fmla="*/ 227908 h 361971"/>
                <a:gd name="connsiteX7" fmla="*/ 180196 w 362309"/>
                <a:gd name="connsiteY7" fmla="*/ 313454 h 361971"/>
                <a:gd name="connsiteX8" fmla="*/ 175084 w 362309"/>
                <a:gd name="connsiteY8" fmla="*/ 315369 h 361971"/>
                <a:gd name="connsiteX9" fmla="*/ 174446 w 362309"/>
                <a:gd name="connsiteY9" fmla="*/ 315369 h 361971"/>
                <a:gd name="connsiteX10" fmla="*/ 169333 w 362309"/>
                <a:gd name="connsiteY10" fmla="*/ 312177 h 361971"/>
                <a:gd name="connsiteX11" fmla="*/ 118214 w 362309"/>
                <a:gd name="connsiteY11" fmla="*/ 210033 h 361971"/>
                <a:gd name="connsiteX12" fmla="*/ 117575 w 362309"/>
                <a:gd name="connsiteY12" fmla="*/ 208756 h 361971"/>
                <a:gd name="connsiteX13" fmla="*/ 109907 w 362309"/>
                <a:gd name="connsiteY13" fmla="*/ 174283 h 361971"/>
                <a:gd name="connsiteX14" fmla="*/ 115019 w 362309"/>
                <a:gd name="connsiteY14" fmla="*/ 166622 h 361971"/>
                <a:gd name="connsiteX15" fmla="*/ 122687 w 362309"/>
                <a:gd name="connsiteY15" fmla="*/ 171729 h 361971"/>
                <a:gd name="connsiteX16" fmla="*/ 129716 w 362309"/>
                <a:gd name="connsiteY16" fmla="*/ 204926 h 361971"/>
                <a:gd name="connsiteX17" fmla="*/ 176363 w 362309"/>
                <a:gd name="connsiteY17" fmla="*/ 297494 h 361971"/>
                <a:gd name="connsiteX18" fmla="*/ 242818 w 362309"/>
                <a:gd name="connsiteY18" fmla="*/ 221524 h 361971"/>
                <a:gd name="connsiteX19" fmla="*/ 237706 w 362309"/>
                <a:gd name="connsiteY19" fmla="*/ 173644 h 361971"/>
                <a:gd name="connsiteX20" fmla="*/ 243457 w 362309"/>
                <a:gd name="connsiteY20" fmla="*/ 166622 h 361971"/>
                <a:gd name="connsiteX21" fmla="*/ 243457 w 362309"/>
                <a:gd name="connsiteY21" fmla="*/ 166622 h 361971"/>
                <a:gd name="connsiteX22" fmla="*/ 250486 w 362309"/>
                <a:gd name="connsiteY22" fmla="*/ 172368 h 361971"/>
                <a:gd name="connsiteX23" fmla="*/ 250486 w 362309"/>
                <a:gd name="connsiteY23" fmla="*/ 172368 h 361971"/>
                <a:gd name="connsiteX24" fmla="*/ 256237 w 362309"/>
                <a:gd name="connsiteY24" fmla="*/ 222801 h 361971"/>
                <a:gd name="connsiteX25" fmla="*/ 254959 w 362309"/>
                <a:gd name="connsiteY25" fmla="*/ 227908 h 361971"/>
                <a:gd name="connsiteX26" fmla="*/ 259432 w 362309"/>
                <a:gd name="connsiteY26" fmla="*/ 146193 h 361971"/>
                <a:gd name="connsiteX27" fmla="*/ 243457 w 362309"/>
                <a:gd name="connsiteY27" fmla="*/ 153216 h 361971"/>
                <a:gd name="connsiteX28" fmla="*/ 242179 w 362309"/>
                <a:gd name="connsiteY28" fmla="*/ 153216 h 361971"/>
                <a:gd name="connsiteX29" fmla="*/ 241540 w 362309"/>
                <a:gd name="connsiteY29" fmla="*/ 153216 h 361971"/>
                <a:gd name="connsiteX30" fmla="*/ 207673 w 362309"/>
                <a:gd name="connsiteY30" fmla="*/ 145555 h 361971"/>
                <a:gd name="connsiteX31" fmla="*/ 180836 w 362309"/>
                <a:gd name="connsiteY31" fmla="*/ 153854 h 361971"/>
                <a:gd name="connsiteX32" fmla="*/ 155276 w 362309"/>
                <a:gd name="connsiteY32" fmla="*/ 145555 h 361971"/>
                <a:gd name="connsiteX33" fmla="*/ 102878 w 362309"/>
                <a:gd name="connsiteY33" fmla="*/ 145555 h 361971"/>
                <a:gd name="connsiteX34" fmla="*/ 46647 w 362309"/>
                <a:gd name="connsiteY34" fmla="*/ 142363 h 361971"/>
                <a:gd name="connsiteX35" fmla="*/ 46647 w 362309"/>
                <a:gd name="connsiteY35" fmla="*/ 133425 h 361971"/>
                <a:gd name="connsiteX36" fmla="*/ 55593 w 362309"/>
                <a:gd name="connsiteY36" fmla="*/ 133425 h 361971"/>
                <a:gd name="connsiteX37" fmla="*/ 99044 w 362309"/>
                <a:gd name="connsiteY37" fmla="*/ 132787 h 361971"/>
                <a:gd name="connsiteX38" fmla="*/ 107351 w 362309"/>
                <a:gd name="connsiteY38" fmla="*/ 133425 h 361971"/>
                <a:gd name="connsiteX39" fmla="*/ 111185 w 362309"/>
                <a:gd name="connsiteY39" fmla="*/ 136617 h 361971"/>
                <a:gd name="connsiteX40" fmla="*/ 134828 w 362309"/>
                <a:gd name="connsiteY40" fmla="*/ 95121 h 361971"/>
                <a:gd name="connsiteX41" fmla="*/ 142496 w 362309"/>
                <a:gd name="connsiteY41" fmla="*/ 91930 h 361971"/>
                <a:gd name="connsiteX42" fmla="*/ 164861 w 362309"/>
                <a:gd name="connsiteY42" fmla="*/ 98952 h 361971"/>
                <a:gd name="connsiteX43" fmla="*/ 189142 w 362309"/>
                <a:gd name="connsiteY43" fmla="*/ 61925 h 361971"/>
                <a:gd name="connsiteX44" fmla="*/ 194254 w 362309"/>
                <a:gd name="connsiteY44" fmla="*/ 58733 h 361971"/>
                <a:gd name="connsiteX45" fmla="*/ 199366 w 362309"/>
                <a:gd name="connsiteY45" fmla="*/ 60648 h 361971"/>
                <a:gd name="connsiteX46" fmla="*/ 242179 w 362309"/>
                <a:gd name="connsiteY46" fmla="*/ 108528 h 361971"/>
                <a:gd name="connsiteX47" fmla="*/ 243457 w 362309"/>
                <a:gd name="connsiteY47" fmla="*/ 112358 h 361971"/>
                <a:gd name="connsiteX48" fmla="*/ 246652 w 362309"/>
                <a:gd name="connsiteY48" fmla="*/ 137894 h 361971"/>
                <a:gd name="connsiteX49" fmla="*/ 255597 w 362309"/>
                <a:gd name="connsiteY49" fmla="*/ 132787 h 361971"/>
                <a:gd name="connsiteX50" fmla="*/ 264544 w 362309"/>
                <a:gd name="connsiteY50" fmla="*/ 133425 h 361971"/>
                <a:gd name="connsiteX51" fmla="*/ 307995 w 362309"/>
                <a:gd name="connsiteY51" fmla="*/ 132787 h 361971"/>
                <a:gd name="connsiteX52" fmla="*/ 316941 w 362309"/>
                <a:gd name="connsiteY52" fmla="*/ 134702 h 361971"/>
                <a:gd name="connsiteX53" fmla="*/ 315663 w 362309"/>
                <a:gd name="connsiteY53" fmla="*/ 143001 h 361971"/>
                <a:gd name="connsiteX54" fmla="*/ 259432 w 362309"/>
                <a:gd name="connsiteY54" fmla="*/ 14619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254959" y="227908"/>
                  </a:moveTo>
                  <a:lnTo>
                    <a:pt x="180196" y="313454"/>
                  </a:lnTo>
                  <a:cubicBezTo>
                    <a:pt x="178918" y="314730"/>
                    <a:pt x="177001" y="315369"/>
                    <a:pt x="175084" y="315369"/>
                  </a:cubicBezTo>
                  <a:lnTo>
                    <a:pt x="174446" y="315369"/>
                  </a:lnTo>
                  <a:cubicBezTo>
                    <a:pt x="172528" y="315369"/>
                    <a:pt x="170611" y="314092"/>
                    <a:pt x="169333" y="312177"/>
                  </a:cubicBezTo>
                  <a:lnTo>
                    <a:pt x="118214" y="210033"/>
                  </a:lnTo>
                  <a:cubicBezTo>
                    <a:pt x="118214" y="209395"/>
                    <a:pt x="117575" y="208756"/>
                    <a:pt x="117575" y="208756"/>
                  </a:cubicBezTo>
                  <a:lnTo>
                    <a:pt x="109907" y="174283"/>
                  </a:lnTo>
                  <a:cubicBezTo>
                    <a:pt x="109268" y="170452"/>
                    <a:pt x="111185" y="167260"/>
                    <a:pt x="115019" y="166622"/>
                  </a:cubicBezTo>
                  <a:cubicBezTo>
                    <a:pt x="118853" y="165984"/>
                    <a:pt x="122048" y="167899"/>
                    <a:pt x="122687" y="171729"/>
                  </a:cubicBezTo>
                  <a:lnTo>
                    <a:pt x="129716" y="204926"/>
                  </a:lnTo>
                  <a:lnTo>
                    <a:pt x="176363" y="297494"/>
                  </a:lnTo>
                  <a:lnTo>
                    <a:pt x="242818" y="221524"/>
                  </a:lnTo>
                  <a:lnTo>
                    <a:pt x="237706" y="173644"/>
                  </a:lnTo>
                  <a:cubicBezTo>
                    <a:pt x="237067" y="170452"/>
                    <a:pt x="239623" y="167260"/>
                    <a:pt x="243457" y="166622"/>
                  </a:cubicBezTo>
                  <a:cubicBezTo>
                    <a:pt x="243457" y="166622"/>
                    <a:pt x="243457" y="166622"/>
                    <a:pt x="243457" y="166622"/>
                  </a:cubicBezTo>
                  <a:cubicBezTo>
                    <a:pt x="246652" y="165984"/>
                    <a:pt x="249847" y="168537"/>
                    <a:pt x="250486" y="172368"/>
                  </a:cubicBezTo>
                  <a:cubicBezTo>
                    <a:pt x="250486" y="172368"/>
                    <a:pt x="250486" y="172368"/>
                    <a:pt x="250486" y="172368"/>
                  </a:cubicBezTo>
                  <a:lnTo>
                    <a:pt x="256237" y="222801"/>
                  </a:lnTo>
                  <a:cubicBezTo>
                    <a:pt x="256876" y="225355"/>
                    <a:pt x="256237" y="226631"/>
                    <a:pt x="254959" y="227908"/>
                  </a:cubicBezTo>
                  <a:close/>
                  <a:moveTo>
                    <a:pt x="259432" y="146193"/>
                  </a:moveTo>
                  <a:cubicBezTo>
                    <a:pt x="254320" y="149385"/>
                    <a:pt x="249208" y="151939"/>
                    <a:pt x="243457" y="153216"/>
                  </a:cubicBezTo>
                  <a:cubicBezTo>
                    <a:pt x="243457" y="153216"/>
                    <a:pt x="242818" y="153216"/>
                    <a:pt x="242179" y="153216"/>
                  </a:cubicBezTo>
                  <a:lnTo>
                    <a:pt x="241540" y="153216"/>
                  </a:lnTo>
                  <a:cubicBezTo>
                    <a:pt x="229399" y="155769"/>
                    <a:pt x="217258" y="152577"/>
                    <a:pt x="207673" y="145555"/>
                  </a:cubicBezTo>
                  <a:cubicBezTo>
                    <a:pt x="200005" y="150662"/>
                    <a:pt x="190420" y="153854"/>
                    <a:pt x="180836" y="153854"/>
                  </a:cubicBezTo>
                  <a:cubicBezTo>
                    <a:pt x="171889" y="153854"/>
                    <a:pt x="162943" y="150662"/>
                    <a:pt x="155276" y="145555"/>
                  </a:cubicBezTo>
                  <a:cubicBezTo>
                    <a:pt x="139940" y="156408"/>
                    <a:pt x="118853" y="156408"/>
                    <a:pt x="102878" y="145555"/>
                  </a:cubicBezTo>
                  <a:cubicBezTo>
                    <a:pt x="85625" y="157684"/>
                    <a:pt x="61982" y="156408"/>
                    <a:pt x="46647" y="142363"/>
                  </a:cubicBezTo>
                  <a:cubicBezTo>
                    <a:pt x="44091" y="139809"/>
                    <a:pt x="44091" y="135979"/>
                    <a:pt x="46647" y="133425"/>
                  </a:cubicBezTo>
                  <a:cubicBezTo>
                    <a:pt x="49203" y="130872"/>
                    <a:pt x="53037" y="130872"/>
                    <a:pt x="55593" y="133425"/>
                  </a:cubicBezTo>
                  <a:cubicBezTo>
                    <a:pt x="56232" y="134064"/>
                    <a:pt x="74124" y="151300"/>
                    <a:pt x="99044" y="132787"/>
                  </a:cubicBezTo>
                  <a:cubicBezTo>
                    <a:pt x="101600" y="130872"/>
                    <a:pt x="105434" y="131510"/>
                    <a:pt x="107351" y="133425"/>
                  </a:cubicBezTo>
                  <a:cubicBezTo>
                    <a:pt x="108629" y="134702"/>
                    <a:pt x="109907" y="135341"/>
                    <a:pt x="111185" y="136617"/>
                  </a:cubicBezTo>
                  <a:lnTo>
                    <a:pt x="134828" y="95121"/>
                  </a:lnTo>
                  <a:cubicBezTo>
                    <a:pt x="136106" y="92568"/>
                    <a:pt x="139301" y="91291"/>
                    <a:pt x="142496" y="91930"/>
                  </a:cubicBezTo>
                  <a:lnTo>
                    <a:pt x="164861" y="98952"/>
                  </a:lnTo>
                  <a:lnTo>
                    <a:pt x="189142" y="61925"/>
                  </a:lnTo>
                  <a:cubicBezTo>
                    <a:pt x="190420" y="60010"/>
                    <a:pt x="192337" y="59371"/>
                    <a:pt x="194254" y="58733"/>
                  </a:cubicBezTo>
                  <a:cubicBezTo>
                    <a:pt x="196171" y="58733"/>
                    <a:pt x="198088" y="59371"/>
                    <a:pt x="199366" y="60648"/>
                  </a:cubicBezTo>
                  <a:lnTo>
                    <a:pt x="242179" y="108528"/>
                  </a:lnTo>
                  <a:cubicBezTo>
                    <a:pt x="242818" y="109805"/>
                    <a:pt x="243457" y="111081"/>
                    <a:pt x="243457" y="112358"/>
                  </a:cubicBezTo>
                  <a:lnTo>
                    <a:pt x="246652" y="137894"/>
                  </a:lnTo>
                  <a:cubicBezTo>
                    <a:pt x="249847" y="136617"/>
                    <a:pt x="253042" y="134702"/>
                    <a:pt x="255597" y="132787"/>
                  </a:cubicBezTo>
                  <a:cubicBezTo>
                    <a:pt x="258154" y="130872"/>
                    <a:pt x="261987" y="130872"/>
                    <a:pt x="264544" y="133425"/>
                  </a:cubicBezTo>
                  <a:cubicBezTo>
                    <a:pt x="265822" y="134702"/>
                    <a:pt x="283713" y="150662"/>
                    <a:pt x="307995" y="132787"/>
                  </a:cubicBezTo>
                  <a:cubicBezTo>
                    <a:pt x="311190" y="130872"/>
                    <a:pt x="315024" y="131510"/>
                    <a:pt x="316941" y="134702"/>
                  </a:cubicBezTo>
                  <a:cubicBezTo>
                    <a:pt x="318858" y="137256"/>
                    <a:pt x="318219" y="141086"/>
                    <a:pt x="315663" y="143001"/>
                  </a:cubicBezTo>
                  <a:cubicBezTo>
                    <a:pt x="292020" y="160876"/>
                    <a:pt x="270295" y="154492"/>
                    <a:pt x="259432" y="146193"/>
                  </a:cubicBezTo>
                  <a:close/>
                </a:path>
              </a:pathLst>
            </a:custGeom>
            <a:solidFill>
              <a:srgbClr val="0097A9"/>
            </a:solidFill>
            <a:ln w="6390" cap="flat">
              <a:noFill/>
              <a:prstDash val="solid"/>
              <a:miter/>
            </a:ln>
          </p:spPr>
          <p:txBody>
            <a:bodyPr rtlCol="0" anchor="ctr"/>
            <a:lstStyle/>
            <a:p>
              <a:endParaRPr lang="en-US"/>
            </a:p>
          </p:txBody>
        </p:sp>
      </p:grpSp>
      <p:grpSp>
        <p:nvGrpSpPr>
          <p:cNvPr id="214" name="Graphic 4">
            <a:extLst>
              <a:ext uri="{FF2B5EF4-FFF2-40B4-BE49-F238E27FC236}">
                <a16:creationId xmlns:a16="http://schemas.microsoft.com/office/drawing/2014/main" id="{4FAB97D2-B688-2344-A029-2DAC9276E033}"/>
              </a:ext>
            </a:extLst>
          </p:cNvPr>
          <p:cNvGrpSpPr/>
          <p:nvPr/>
        </p:nvGrpSpPr>
        <p:grpSpPr>
          <a:xfrm>
            <a:off x="3607758" y="1893013"/>
            <a:ext cx="362309" cy="361971"/>
            <a:chOff x="3607758" y="1893013"/>
            <a:chExt cx="362309" cy="361971"/>
          </a:xfrm>
          <a:solidFill>
            <a:srgbClr val="0097A9"/>
          </a:solidFill>
        </p:grpSpPr>
        <p:sp>
          <p:nvSpPr>
            <p:cNvPr id="215" name="Graphic 4">
              <a:extLst>
                <a:ext uri="{FF2B5EF4-FFF2-40B4-BE49-F238E27FC236}">
                  <a16:creationId xmlns:a16="http://schemas.microsoft.com/office/drawing/2014/main" id="{30A165E6-CB5B-BC49-9B42-E3E597011ABE}"/>
                </a:ext>
              </a:extLst>
            </p:cNvPr>
            <p:cNvSpPr/>
            <p:nvPr/>
          </p:nvSpPr>
          <p:spPr>
            <a:xfrm>
              <a:off x="3607758" y="189301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9204 h 361971"/>
                <a:gd name="connsiteX8" fmla="*/ 12780 w 362309"/>
                <a:gd name="connsiteY8" fmla="*/ 181305 h 361971"/>
                <a:gd name="connsiteX9" fmla="*/ 180836 w 362309"/>
                <a:gd name="connsiteY9" fmla="*/ 12768 h 361971"/>
                <a:gd name="connsiteX10" fmla="*/ 349530 w 362309"/>
                <a:gd name="connsiteY10" fmla="*/ 180667 h 361971"/>
                <a:gd name="connsiteX11" fmla="*/ 349530 w 362309"/>
                <a:gd name="connsiteY11" fmla="*/ 180667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ubicBezTo>
                    <a:pt x="181474" y="0"/>
                    <a:pt x="181474" y="0"/>
                    <a:pt x="181474" y="0"/>
                  </a:cubicBezTo>
                  <a:close/>
                  <a:moveTo>
                    <a:pt x="181474" y="349204"/>
                  </a:moveTo>
                  <a:cubicBezTo>
                    <a:pt x="88181" y="349204"/>
                    <a:pt x="12780" y="273873"/>
                    <a:pt x="12780" y="181305"/>
                  </a:cubicBezTo>
                  <a:cubicBezTo>
                    <a:pt x="12780" y="88737"/>
                    <a:pt x="88181" y="12768"/>
                    <a:pt x="180836" y="12768"/>
                  </a:cubicBezTo>
                  <a:cubicBezTo>
                    <a:pt x="274128" y="12768"/>
                    <a:pt x="349530" y="88099"/>
                    <a:pt x="349530" y="180667"/>
                  </a:cubicBezTo>
                  <a:cubicBezTo>
                    <a:pt x="349530" y="180667"/>
                    <a:pt x="349530" y="180667"/>
                    <a:pt x="349530" y="180667"/>
                  </a:cubicBezTo>
                  <a:cubicBezTo>
                    <a:pt x="349530" y="273873"/>
                    <a:pt x="274128" y="349204"/>
                    <a:pt x="181474" y="349204"/>
                  </a:cubicBezTo>
                  <a:close/>
                </a:path>
              </a:pathLst>
            </a:custGeom>
            <a:solidFill>
              <a:srgbClr val="0097A9"/>
            </a:solidFill>
            <a:ln w="6390" cap="flat">
              <a:noFill/>
              <a:prstDash val="solid"/>
              <a:miter/>
            </a:ln>
          </p:spPr>
          <p:txBody>
            <a:bodyPr rtlCol="0" anchor="ctr"/>
            <a:lstStyle/>
            <a:p>
              <a:endParaRPr lang="en-US"/>
            </a:p>
          </p:txBody>
        </p:sp>
        <p:sp>
          <p:nvSpPr>
            <p:cNvPr id="216" name="Graphic 4">
              <a:extLst>
                <a:ext uri="{FF2B5EF4-FFF2-40B4-BE49-F238E27FC236}">
                  <a16:creationId xmlns:a16="http://schemas.microsoft.com/office/drawing/2014/main" id="{87A95758-57D9-5548-9BAF-27CBA736EA36}"/>
                </a:ext>
              </a:extLst>
            </p:cNvPr>
            <p:cNvSpPr/>
            <p:nvPr/>
          </p:nvSpPr>
          <p:spPr>
            <a:xfrm>
              <a:off x="3751486" y="1950877"/>
              <a:ext cx="87587" cy="148976"/>
            </a:xfrm>
            <a:custGeom>
              <a:avLst/>
              <a:gdLst>
                <a:gd name="connsiteX0" fmla="*/ 23688 w 87587"/>
                <a:gd name="connsiteY0" fmla="*/ 112588 h 148976"/>
                <a:gd name="connsiteX1" fmla="*/ 23688 w 87587"/>
                <a:gd name="connsiteY1" fmla="*/ 103651 h 148976"/>
                <a:gd name="connsiteX2" fmla="*/ 19215 w 87587"/>
                <a:gd name="connsiteY2" fmla="*/ 51941 h 148976"/>
                <a:gd name="connsiteX3" fmla="*/ 59472 w 87587"/>
                <a:gd name="connsiteY3" fmla="*/ 14913 h 148976"/>
                <a:gd name="connsiteX4" fmla="*/ 74808 w 87587"/>
                <a:gd name="connsiteY4" fmla="*/ 67262 h 148976"/>
                <a:gd name="connsiteX5" fmla="*/ 60111 w 87587"/>
                <a:gd name="connsiteY5" fmla="*/ 99182 h 148976"/>
                <a:gd name="connsiteX6" fmla="*/ 42219 w 87587"/>
                <a:gd name="connsiteY6" fmla="*/ 108758 h 148976"/>
                <a:gd name="connsiteX7" fmla="*/ 55638 w 87587"/>
                <a:gd name="connsiteY7" fmla="*/ 49387 h 148976"/>
                <a:gd name="connsiteX8" fmla="*/ 53082 w 87587"/>
                <a:gd name="connsiteY8" fmla="*/ 40449 h 148976"/>
                <a:gd name="connsiteX9" fmla="*/ 44136 w 87587"/>
                <a:gd name="connsiteY9" fmla="*/ 43003 h 148976"/>
                <a:gd name="connsiteX10" fmla="*/ 44136 w 87587"/>
                <a:gd name="connsiteY10" fmla="*/ 43003 h 148976"/>
                <a:gd name="connsiteX11" fmla="*/ 30078 w 87587"/>
                <a:gd name="connsiteY11" fmla="*/ 143231 h 148976"/>
                <a:gd name="connsiteX12" fmla="*/ 36468 w 87587"/>
                <a:gd name="connsiteY12" fmla="*/ 148977 h 148976"/>
                <a:gd name="connsiteX13" fmla="*/ 37107 w 87587"/>
                <a:gd name="connsiteY13" fmla="*/ 148977 h 148976"/>
                <a:gd name="connsiteX14" fmla="*/ 42858 w 87587"/>
                <a:gd name="connsiteY14" fmla="*/ 141955 h 148976"/>
                <a:gd name="connsiteX15" fmla="*/ 42858 w 87587"/>
                <a:gd name="connsiteY15" fmla="*/ 141955 h 148976"/>
                <a:gd name="connsiteX16" fmla="*/ 41580 w 87587"/>
                <a:gd name="connsiteY16" fmla="*/ 121526 h 148976"/>
                <a:gd name="connsiteX17" fmla="*/ 68418 w 87587"/>
                <a:gd name="connsiteY17" fmla="*/ 108120 h 148976"/>
                <a:gd name="connsiteX18" fmla="*/ 87588 w 87587"/>
                <a:gd name="connsiteY18" fmla="*/ 66624 h 148976"/>
                <a:gd name="connsiteX19" fmla="*/ 67140 w 87587"/>
                <a:gd name="connsiteY19" fmla="*/ 2784 h 148976"/>
                <a:gd name="connsiteX20" fmla="*/ 59472 w 87587"/>
                <a:gd name="connsiteY20" fmla="*/ 230 h 148976"/>
                <a:gd name="connsiteX21" fmla="*/ 8353 w 87587"/>
                <a:gd name="connsiteY21" fmla="*/ 44280 h 148976"/>
                <a:gd name="connsiteX22" fmla="*/ 14743 w 87587"/>
                <a:gd name="connsiteY22" fmla="*/ 111950 h 148976"/>
                <a:gd name="connsiteX23" fmla="*/ 23688 w 87587"/>
                <a:gd name="connsiteY23" fmla="*/ 112588 h 14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7587" h="148976">
                  <a:moveTo>
                    <a:pt x="23688" y="112588"/>
                  </a:moveTo>
                  <a:cubicBezTo>
                    <a:pt x="26244" y="110035"/>
                    <a:pt x="26244" y="106204"/>
                    <a:pt x="23688" y="103651"/>
                  </a:cubicBezTo>
                  <a:cubicBezTo>
                    <a:pt x="12825" y="93436"/>
                    <a:pt x="8353" y="69816"/>
                    <a:pt x="19215" y="51941"/>
                  </a:cubicBezTo>
                  <a:cubicBezTo>
                    <a:pt x="28800" y="35981"/>
                    <a:pt x="42858" y="23213"/>
                    <a:pt x="59472" y="14913"/>
                  </a:cubicBezTo>
                  <a:cubicBezTo>
                    <a:pt x="68418" y="30873"/>
                    <a:pt x="74169" y="48749"/>
                    <a:pt x="74808" y="67262"/>
                  </a:cubicBezTo>
                  <a:cubicBezTo>
                    <a:pt x="74169" y="79392"/>
                    <a:pt x="69057" y="90883"/>
                    <a:pt x="60111" y="99182"/>
                  </a:cubicBezTo>
                  <a:cubicBezTo>
                    <a:pt x="54999" y="104289"/>
                    <a:pt x="49248" y="107481"/>
                    <a:pt x="42219" y="108758"/>
                  </a:cubicBezTo>
                  <a:cubicBezTo>
                    <a:pt x="42858" y="88329"/>
                    <a:pt x="47331" y="67901"/>
                    <a:pt x="55638" y="49387"/>
                  </a:cubicBezTo>
                  <a:cubicBezTo>
                    <a:pt x="57555" y="46195"/>
                    <a:pt x="56277" y="42365"/>
                    <a:pt x="53082" y="40449"/>
                  </a:cubicBezTo>
                  <a:cubicBezTo>
                    <a:pt x="49887" y="38534"/>
                    <a:pt x="46053" y="39811"/>
                    <a:pt x="44136" y="43003"/>
                  </a:cubicBezTo>
                  <a:cubicBezTo>
                    <a:pt x="44136" y="43003"/>
                    <a:pt x="44136" y="43003"/>
                    <a:pt x="44136" y="43003"/>
                  </a:cubicBezTo>
                  <a:cubicBezTo>
                    <a:pt x="43497" y="44280"/>
                    <a:pt x="23688" y="83222"/>
                    <a:pt x="30078" y="143231"/>
                  </a:cubicBezTo>
                  <a:cubicBezTo>
                    <a:pt x="30717" y="146423"/>
                    <a:pt x="33273" y="148977"/>
                    <a:pt x="36468" y="148977"/>
                  </a:cubicBezTo>
                  <a:lnTo>
                    <a:pt x="37107" y="148977"/>
                  </a:lnTo>
                  <a:cubicBezTo>
                    <a:pt x="40302" y="148339"/>
                    <a:pt x="42858" y="145147"/>
                    <a:pt x="42858" y="141955"/>
                  </a:cubicBezTo>
                  <a:cubicBezTo>
                    <a:pt x="42858" y="141955"/>
                    <a:pt x="42858" y="141955"/>
                    <a:pt x="42858" y="141955"/>
                  </a:cubicBezTo>
                  <a:cubicBezTo>
                    <a:pt x="42219" y="134932"/>
                    <a:pt x="41580" y="127910"/>
                    <a:pt x="41580" y="121526"/>
                  </a:cubicBezTo>
                  <a:cubicBezTo>
                    <a:pt x="51804" y="120249"/>
                    <a:pt x="61389" y="115142"/>
                    <a:pt x="68418" y="108120"/>
                  </a:cubicBezTo>
                  <a:cubicBezTo>
                    <a:pt x="80559" y="97267"/>
                    <a:pt x="87588" y="82584"/>
                    <a:pt x="87588" y="66624"/>
                  </a:cubicBezTo>
                  <a:cubicBezTo>
                    <a:pt x="86949" y="43641"/>
                    <a:pt x="79920" y="21936"/>
                    <a:pt x="67140" y="2784"/>
                  </a:cubicBezTo>
                  <a:cubicBezTo>
                    <a:pt x="65223" y="230"/>
                    <a:pt x="62667" y="-408"/>
                    <a:pt x="59472" y="230"/>
                  </a:cubicBezTo>
                  <a:cubicBezTo>
                    <a:pt x="38385" y="9168"/>
                    <a:pt x="20493" y="24489"/>
                    <a:pt x="8353" y="44280"/>
                  </a:cubicBezTo>
                  <a:cubicBezTo>
                    <a:pt x="-5066" y="65985"/>
                    <a:pt x="-1871" y="95990"/>
                    <a:pt x="14743" y="111950"/>
                  </a:cubicBezTo>
                  <a:cubicBezTo>
                    <a:pt x="17298" y="115142"/>
                    <a:pt x="21133" y="115142"/>
                    <a:pt x="23688" y="112588"/>
                  </a:cubicBezTo>
                  <a:close/>
                </a:path>
              </a:pathLst>
            </a:custGeom>
            <a:solidFill>
              <a:srgbClr val="0097A9"/>
            </a:solidFill>
            <a:ln w="6390" cap="flat">
              <a:noFill/>
              <a:prstDash val="solid"/>
              <a:miter/>
            </a:ln>
          </p:spPr>
          <p:txBody>
            <a:bodyPr rtlCol="0" anchor="ctr"/>
            <a:lstStyle/>
            <a:p>
              <a:endParaRPr lang="en-US"/>
            </a:p>
          </p:txBody>
        </p:sp>
        <p:sp>
          <p:nvSpPr>
            <p:cNvPr id="217" name="Graphic 4">
              <a:extLst>
                <a:ext uri="{FF2B5EF4-FFF2-40B4-BE49-F238E27FC236}">
                  <a16:creationId xmlns:a16="http://schemas.microsoft.com/office/drawing/2014/main" id="{9A698A2B-D95C-2E41-AB7E-9DD9D550BC56}"/>
                </a:ext>
              </a:extLst>
            </p:cNvPr>
            <p:cNvSpPr/>
            <p:nvPr/>
          </p:nvSpPr>
          <p:spPr>
            <a:xfrm>
              <a:off x="3668292" y="2014308"/>
              <a:ext cx="240682" cy="183858"/>
            </a:xfrm>
            <a:custGeom>
              <a:avLst/>
              <a:gdLst>
                <a:gd name="connsiteX0" fmla="*/ 240432 w 240682"/>
                <a:gd name="connsiteY0" fmla="*/ 65117 h 183858"/>
                <a:gd name="connsiteX1" fmla="*/ 236598 w 240682"/>
                <a:gd name="connsiteY1" fmla="*/ 11491 h 183858"/>
                <a:gd name="connsiteX2" fmla="*/ 225096 w 240682"/>
                <a:gd name="connsiteY2" fmla="*/ 0 h 183858"/>
                <a:gd name="connsiteX3" fmla="*/ 205926 w 240682"/>
                <a:gd name="connsiteY3" fmla="*/ 14683 h 183858"/>
                <a:gd name="connsiteX4" fmla="*/ 205926 w 240682"/>
                <a:gd name="connsiteY4" fmla="*/ 15322 h 183858"/>
                <a:gd name="connsiteX5" fmla="*/ 200814 w 240682"/>
                <a:gd name="connsiteY5" fmla="*/ 60648 h 183858"/>
                <a:gd name="connsiteX6" fmla="*/ 195063 w 240682"/>
                <a:gd name="connsiteY6" fmla="*/ 62563 h 183858"/>
                <a:gd name="connsiteX7" fmla="*/ 173976 w 240682"/>
                <a:gd name="connsiteY7" fmla="*/ 78523 h 183858"/>
                <a:gd name="connsiteX8" fmla="*/ 168226 w 240682"/>
                <a:gd name="connsiteY8" fmla="*/ 79161 h 183858"/>
                <a:gd name="connsiteX9" fmla="*/ 120301 w 240682"/>
                <a:gd name="connsiteY9" fmla="*/ 114912 h 183858"/>
                <a:gd name="connsiteX10" fmla="*/ 72376 w 240682"/>
                <a:gd name="connsiteY10" fmla="*/ 79161 h 183858"/>
                <a:gd name="connsiteX11" fmla="*/ 66625 w 240682"/>
                <a:gd name="connsiteY11" fmla="*/ 78523 h 183858"/>
                <a:gd name="connsiteX12" fmla="*/ 45539 w 240682"/>
                <a:gd name="connsiteY12" fmla="*/ 62563 h 183858"/>
                <a:gd name="connsiteX13" fmla="*/ 39788 w 240682"/>
                <a:gd name="connsiteY13" fmla="*/ 60648 h 183858"/>
                <a:gd name="connsiteX14" fmla="*/ 34676 w 240682"/>
                <a:gd name="connsiteY14" fmla="*/ 15322 h 183858"/>
                <a:gd name="connsiteX15" fmla="*/ 34676 w 240682"/>
                <a:gd name="connsiteY15" fmla="*/ 14683 h 183858"/>
                <a:gd name="connsiteX16" fmla="*/ 15506 w 240682"/>
                <a:gd name="connsiteY16" fmla="*/ 0 h 183858"/>
                <a:gd name="connsiteX17" fmla="*/ 4004 w 240682"/>
                <a:gd name="connsiteY17" fmla="*/ 11491 h 183858"/>
                <a:gd name="connsiteX18" fmla="*/ 170 w 240682"/>
                <a:gd name="connsiteY18" fmla="*/ 65117 h 183858"/>
                <a:gd name="connsiteX19" fmla="*/ 2087 w 240682"/>
                <a:gd name="connsiteY19" fmla="*/ 79800 h 183858"/>
                <a:gd name="connsiteX20" fmla="*/ 16784 w 240682"/>
                <a:gd name="connsiteY20" fmla="*/ 119381 h 183858"/>
                <a:gd name="connsiteX21" fmla="*/ 31481 w 240682"/>
                <a:gd name="connsiteY21" fmla="*/ 139171 h 183858"/>
                <a:gd name="connsiteX22" fmla="*/ 66625 w 240682"/>
                <a:gd name="connsiteY22" fmla="*/ 164707 h 183858"/>
                <a:gd name="connsiteX23" fmla="*/ 74932 w 240682"/>
                <a:gd name="connsiteY23" fmla="*/ 176836 h 183858"/>
                <a:gd name="connsiteX24" fmla="*/ 81322 w 240682"/>
                <a:gd name="connsiteY24" fmla="*/ 182582 h 183858"/>
                <a:gd name="connsiteX25" fmla="*/ 81961 w 240682"/>
                <a:gd name="connsiteY25" fmla="*/ 182582 h 183858"/>
                <a:gd name="connsiteX26" fmla="*/ 87712 w 240682"/>
                <a:gd name="connsiteY26" fmla="*/ 175560 h 183858"/>
                <a:gd name="connsiteX27" fmla="*/ 74293 w 240682"/>
                <a:gd name="connsiteY27" fmla="*/ 154492 h 183858"/>
                <a:gd name="connsiteX28" fmla="*/ 39149 w 240682"/>
                <a:gd name="connsiteY28" fmla="*/ 128957 h 183858"/>
                <a:gd name="connsiteX29" fmla="*/ 28925 w 240682"/>
                <a:gd name="connsiteY29" fmla="*/ 115550 h 183858"/>
                <a:gd name="connsiteX30" fmla="*/ 14228 w 240682"/>
                <a:gd name="connsiteY30" fmla="*/ 75969 h 183858"/>
                <a:gd name="connsiteX31" fmla="*/ 12950 w 240682"/>
                <a:gd name="connsiteY31" fmla="*/ 66393 h 183858"/>
                <a:gd name="connsiteX32" fmla="*/ 16784 w 240682"/>
                <a:gd name="connsiteY32" fmla="*/ 13406 h 183858"/>
                <a:gd name="connsiteX33" fmla="*/ 21896 w 240682"/>
                <a:gd name="connsiteY33" fmla="*/ 18514 h 183858"/>
                <a:gd name="connsiteX34" fmla="*/ 27008 w 240682"/>
                <a:gd name="connsiteY34" fmla="*/ 62563 h 183858"/>
                <a:gd name="connsiteX35" fmla="*/ 18701 w 240682"/>
                <a:gd name="connsiteY35" fmla="*/ 68309 h 183858"/>
                <a:gd name="connsiteX36" fmla="*/ 21257 w 240682"/>
                <a:gd name="connsiteY36" fmla="*/ 85545 h 183858"/>
                <a:gd name="connsiteX37" fmla="*/ 38510 w 240682"/>
                <a:gd name="connsiteY37" fmla="*/ 107251 h 183858"/>
                <a:gd name="connsiteX38" fmla="*/ 51289 w 240682"/>
                <a:gd name="connsiteY38" fmla="*/ 117465 h 183858"/>
                <a:gd name="connsiteX39" fmla="*/ 71098 w 240682"/>
                <a:gd name="connsiteY39" fmla="*/ 127041 h 183858"/>
                <a:gd name="connsiteX40" fmla="*/ 79405 w 240682"/>
                <a:gd name="connsiteY40" fmla="*/ 124488 h 183858"/>
                <a:gd name="connsiteX41" fmla="*/ 76849 w 240682"/>
                <a:gd name="connsiteY41" fmla="*/ 116189 h 183858"/>
                <a:gd name="connsiteX42" fmla="*/ 76849 w 240682"/>
                <a:gd name="connsiteY42" fmla="*/ 116189 h 183858"/>
                <a:gd name="connsiteX43" fmla="*/ 57040 w 240682"/>
                <a:gd name="connsiteY43" fmla="*/ 105974 h 183858"/>
                <a:gd name="connsiteX44" fmla="*/ 48734 w 240682"/>
                <a:gd name="connsiteY44" fmla="*/ 99590 h 183858"/>
                <a:gd name="connsiteX45" fmla="*/ 30842 w 240682"/>
                <a:gd name="connsiteY45" fmla="*/ 77885 h 183858"/>
                <a:gd name="connsiteX46" fmla="*/ 29564 w 240682"/>
                <a:gd name="connsiteY46" fmla="*/ 76608 h 183858"/>
                <a:gd name="connsiteX47" fmla="*/ 40427 w 240682"/>
                <a:gd name="connsiteY47" fmla="*/ 77246 h 183858"/>
                <a:gd name="connsiteX48" fmla="*/ 60235 w 240682"/>
                <a:gd name="connsiteY48" fmla="*/ 92568 h 183858"/>
                <a:gd name="connsiteX49" fmla="*/ 64708 w 240682"/>
                <a:gd name="connsiteY49" fmla="*/ 94483 h 183858"/>
                <a:gd name="connsiteX50" fmla="*/ 71737 w 240682"/>
                <a:gd name="connsiteY50" fmla="*/ 95121 h 183858"/>
                <a:gd name="connsiteX51" fmla="*/ 111355 w 240682"/>
                <a:gd name="connsiteY51" fmla="*/ 128957 h 183858"/>
                <a:gd name="connsiteX52" fmla="*/ 114550 w 240682"/>
                <a:gd name="connsiteY52" fmla="*/ 153854 h 183858"/>
                <a:gd name="connsiteX53" fmla="*/ 120940 w 240682"/>
                <a:gd name="connsiteY53" fmla="*/ 160238 h 183858"/>
                <a:gd name="connsiteX54" fmla="*/ 120940 w 240682"/>
                <a:gd name="connsiteY54" fmla="*/ 160238 h 183858"/>
                <a:gd name="connsiteX55" fmla="*/ 127330 w 240682"/>
                <a:gd name="connsiteY55" fmla="*/ 153854 h 183858"/>
                <a:gd name="connsiteX56" fmla="*/ 130525 w 240682"/>
                <a:gd name="connsiteY56" fmla="*/ 128957 h 183858"/>
                <a:gd name="connsiteX57" fmla="*/ 170142 w 240682"/>
                <a:gd name="connsiteY57" fmla="*/ 95121 h 183858"/>
                <a:gd name="connsiteX58" fmla="*/ 177171 w 240682"/>
                <a:gd name="connsiteY58" fmla="*/ 94483 h 183858"/>
                <a:gd name="connsiteX59" fmla="*/ 181644 w 240682"/>
                <a:gd name="connsiteY59" fmla="*/ 92568 h 183858"/>
                <a:gd name="connsiteX60" fmla="*/ 201453 w 240682"/>
                <a:gd name="connsiteY60" fmla="*/ 77246 h 183858"/>
                <a:gd name="connsiteX61" fmla="*/ 211677 w 240682"/>
                <a:gd name="connsiteY61" fmla="*/ 77246 h 183858"/>
                <a:gd name="connsiteX62" fmla="*/ 209760 w 240682"/>
                <a:gd name="connsiteY62" fmla="*/ 79161 h 183858"/>
                <a:gd name="connsiteX63" fmla="*/ 192507 w 240682"/>
                <a:gd name="connsiteY63" fmla="*/ 100867 h 183858"/>
                <a:gd name="connsiteX64" fmla="*/ 184200 w 240682"/>
                <a:gd name="connsiteY64" fmla="*/ 107251 h 183858"/>
                <a:gd name="connsiteX65" fmla="*/ 164391 w 240682"/>
                <a:gd name="connsiteY65" fmla="*/ 116827 h 183858"/>
                <a:gd name="connsiteX66" fmla="*/ 161196 w 240682"/>
                <a:gd name="connsiteY66" fmla="*/ 125126 h 183858"/>
                <a:gd name="connsiteX67" fmla="*/ 169503 w 240682"/>
                <a:gd name="connsiteY67" fmla="*/ 128318 h 183858"/>
                <a:gd name="connsiteX68" fmla="*/ 170142 w 240682"/>
                <a:gd name="connsiteY68" fmla="*/ 128318 h 183858"/>
                <a:gd name="connsiteX69" fmla="*/ 189951 w 240682"/>
                <a:gd name="connsiteY69" fmla="*/ 118742 h 183858"/>
                <a:gd name="connsiteX70" fmla="*/ 202731 w 240682"/>
                <a:gd name="connsiteY70" fmla="*/ 108528 h 183858"/>
                <a:gd name="connsiteX71" fmla="*/ 219345 w 240682"/>
                <a:gd name="connsiteY71" fmla="*/ 87461 h 183858"/>
                <a:gd name="connsiteX72" fmla="*/ 222540 w 240682"/>
                <a:gd name="connsiteY72" fmla="*/ 69585 h 183858"/>
                <a:gd name="connsiteX73" fmla="*/ 214233 w 240682"/>
                <a:gd name="connsiteY73" fmla="*/ 63840 h 183858"/>
                <a:gd name="connsiteX74" fmla="*/ 219345 w 240682"/>
                <a:gd name="connsiteY74" fmla="*/ 19790 h 183858"/>
                <a:gd name="connsiteX75" fmla="*/ 224457 w 240682"/>
                <a:gd name="connsiteY75" fmla="*/ 14683 h 183858"/>
                <a:gd name="connsiteX76" fmla="*/ 228291 w 240682"/>
                <a:gd name="connsiteY76" fmla="*/ 67670 h 183858"/>
                <a:gd name="connsiteX77" fmla="*/ 227013 w 240682"/>
                <a:gd name="connsiteY77" fmla="*/ 77246 h 183858"/>
                <a:gd name="connsiteX78" fmla="*/ 212316 w 240682"/>
                <a:gd name="connsiteY78" fmla="*/ 116827 h 183858"/>
                <a:gd name="connsiteX79" fmla="*/ 202092 w 240682"/>
                <a:gd name="connsiteY79" fmla="*/ 130233 h 183858"/>
                <a:gd name="connsiteX80" fmla="*/ 166947 w 240682"/>
                <a:gd name="connsiteY80" fmla="*/ 155769 h 183858"/>
                <a:gd name="connsiteX81" fmla="*/ 153528 w 240682"/>
                <a:gd name="connsiteY81" fmla="*/ 176836 h 183858"/>
                <a:gd name="connsiteX82" fmla="*/ 159279 w 240682"/>
                <a:gd name="connsiteY82" fmla="*/ 183859 h 183858"/>
                <a:gd name="connsiteX83" fmla="*/ 159279 w 240682"/>
                <a:gd name="connsiteY83" fmla="*/ 183859 h 183858"/>
                <a:gd name="connsiteX84" fmla="*/ 159918 w 240682"/>
                <a:gd name="connsiteY84" fmla="*/ 183859 h 183858"/>
                <a:gd name="connsiteX85" fmla="*/ 166308 w 240682"/>
                <a:gd name="connsiteY85" fmla="*/ 178113 h 183858"/>
                <a:gd name="connsiteX86" fmla="*/ 174615 w 240682"/>
                <a:gd name="connsiteY86" fmla="*/ 165984 h 183858"/>
                <a:gd name="connsiteX87" fmla="*/ 209760 w 240682"/>
                <a:gd name="connsiteY87" fmla="*/ 140448 h 183858"/>
                <a:gd name="connsiteX88" fmla="*/ 224457 w 240682"/>
                <a:gd name="connsiteY88" fmla="*/ 120657 h 183858"/>
                <a:gd name="connsiteX89" fmla="*/ 239154 w 240682"/>
                <a:gd name="connsiteY89" fmla="*/ 81077 h 183858"/>
                <a:gd name="connsiteX90" fmla="*/ 240432 w 240682"/>
                <a:gd name="connsiteY90" fmla="*/ 65117 h 18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240682" h="183858">
                  <a:moveTo>
                    <a:pt x="240432" y="65117"/>
                  </a:moveTo>
                  <a:lnTo>
                    <a:pt x="236598" y="11491"/>
                  </a:lnTo>
                  <a:cubicBezTo>
                    <a:pt x="236598" y="5746"/>
                    <a:pt x="231486" y="638"/>
                    <a:pt x="225096" y="0"/>
                  </a:cubicBezTo>
                  <a:cubicBezTo>
                    <a:pt x="216150" y="0"/>
                    <a:pt x="207843" y="5746"/>
                    <a:pt x="205926" y="14683"/>
                  </a:cubicBezTo>
                  <a:cubicBezTo>
                    <a:pt x="205926" y="14683"/>
                    <a:pt x="205926" y="15322"/>
                    <a:pt x="205926" y="15322"/>
                  </a:cubicBezTo>
                  <a:lnTo>
                    <a:pt x="200814" y="60648"/>
                  </a:lnTo>
                  <a:cubicBezTo>
                    <a:pt x="198897" y="61286"/>
                    <a:pt x="196980" y="61925"/>
                    <a:pt x="195063" y="62563"/>
                  </a:cubicBezTo>
                  <a:cubicBezTo>
                    <a:pt x="187395" y="67032"/>
                    <a:pt x="179727" y="72139"/>
                    <a:pt x="173976" y="78523"/>
                  </a:cubicBezTo>
                  <a:cubicBezTo>
                    <a:pt x="172698" y="78523"/>
                    <a:pt x="170781" y="78523"/>
                    <a:pt x="168226" y="79161"/>
                  </a:cubicBezTo>
                  <a:cubicBezTo>
                    <a:pt x="147138" y="81715"/>
                    <a:pt x="128608" y="95121"/>
                    <a:pt x="120301" y="114912"/>
                  </a:cubicBezTo>
                  <a:cubicBezTo>
                    <a:pt x="111994" y="95121"/>
                    <a:pt x="93463" y="81715"/>
                    <a:pt x="72376" y="79161"/>
                  </a:cubicBezTo>
                  <a:cubicBezTo>
                    <a:pt x="69820" y="79161"/>
                    <a:pt x="67903" y="79161"/>
                    <a:pt x="66625" y="78523"/>
                  </a:cubicBezTo>
                  <a:cubicBezTo>
                    <a:pt x="60235" y="72139"/>
                    <a:pt x="53207" y="67032"/>
                    <a:pt x="45539" y="62563"/>
                  </a:cubicBezTo>
                  <a:cubicBezTo>
                    <a:pt x="43622" y="61925"/>
                    <a:pt x="41704" y="61286"/>
                    <a:pt x="39788" y="60648"/>
                  </a:cubicBezTo>
                  <a:lnTo>
                    <a:pt x="34676" y="15322"/>
                  </a:lnTo>
                  <a:lnTo>
                    <a:pt x="34676" y="14683"/>
                  </a:lnTo>
                  <a:cubicBezTo>
                    <a:pt x="32759" y="5746"/>
                    <a:pt x="25091" y="0"/>
                    <a:pt x="15506" y="0"/>
                  </a:cubicBezTo>
                  <a:cubicBezTo>
                    <a:pt x="9116" y="638"/>
                    <a:pt x="4643" y="5107"/>
                    <a:pt x="4004" y="11491"/>
                  </a:cubicBezTo>
                  <a:lnTo>
                    <a:pt x="170" y="65117"/>
                  </a:lnTo>
                  <a:cubicBezTo>
                    <a:pt x="-469" y="70224"/>
                    <a:pt x="809" y="75331"/>
                    <a:pt x="2087" y="79800"/>
                  </a:cubicBezTo>
                  <a:lnTo>
                    <a:pt x="16784" y="119381"/>
                  </a:lnTo>
                  <a:cubicBezTo>
                    <a:pt x="19340" y="127041"/>
                    <a:pt x="25091" y="134064"/>
                    <a:pt x="31481" y="139171"/>
                  </a:cubicBezTo>
                  <a:lnTo>
                    <a:pt x="66625" y="164707"/>
                  </a:lnTo>
                  <a:cubicBezTo>
                    <a:pt x="71098" y="167260"/>
                    <a:pt x="73654" y="171729"/>
                    <a:pt x="74932" y="176836"/>
                  </a:cubicBezTo>
                  <a:cubicBezTo>
                    <a:pt x="74932" y="180028"/>
                    <a:pt x="78127" y="182582"/>
                    <a:pt x="81322" y="182582"/>
                  </a:cubicBezTo>
                  <a:lnTo>
                    <a:pt x="81961" y="182582"/>
                  </a:lnTo>
                  <a:cubicBezTo>
                    <a:pt x="85156" y="181944"/>
                    <a:pt x="88351" y="179390"/>
                    <a:pt x="87712" y="175560"/>
                  </a:cubicBezTo>
                  <a:cubicBezTo>
                    <a:pt x="86434" y="167260"/>
                    <a:pt x="81961" y="159600"/>
                    <a:pt x="74293" y="154492"/>
                  </a:cubicBezTo>
                  <a:lnTo>
                    <a:pt x="39149" y="128957"/>
                  </a:lnTo>
                  <a:cubicBezTo>
                    <a:pt x="34676" y="125765"/>
                    <a:pt x="30842" y="120657"/>
                    <a:pt x="28925" y="115550"/>
                  </a:cubicBezTo>
                  <a:lnTo>
                    <a:pt x="14228" y="75969"/>
                  </a:lnTo>
                  <a:cubicBezTo>
                    <a:pt x="12950" y="72777"/>
                    <a:pt x="12950" y="69585"/>
                    <a:pt x="12950" y="66393"/>
                  </a:cubicBezTo>
                  <a:lnTo>
                    <a:pt x="16784" y="13406"/>
                  </a:lnTo>
                  <a:cubicBezTo>
                    <a:pt x="19340" y="14045"/>
                    <a:pt x="21257" y="15960"/>
                    <a:pt x="21896" y="18514"/>
                  </a:cubicBezTo>
                  <a:lnTo>
                    <a:pt x="27008" y="62563"/>
                  </a:lnTo>
                  <a:cubicBezTo>
                    <a:pt x="23813" y="63201"/>
                    <a:pt x="20618" y="65117"/>
                    <a:pt x="18701" y="68309"/>
                  </a:cubicBezTo>
                  <a:cubicBezTo>
                    <a:pt x="14867" y="74054"/>
                    <a:pt x="16145" y="81077"/>
                    <a:pt x="21257" y="85545"/>
                  </a:cubicBezTo>
                  <a:lnTo>
                    <a:pt x="38510" y="107251"/>
                  </a:lnTo>
                  <a:cubicBezTo>
                    <a:pt x="41704" y="111720"/>
                    <a:pt x="46178" y="114912"/>
                    <a:pt x="51289" y="117465"/>
                  </a:cubicBezTo>
                  <a:lnTo>
                    <a:pt x="71098" y="127041"/>
                  </a:lnTo>
                  <a:cubicBezTo>
                    <a:pt x="74293" y="128318"/>
                    <a:pt x="78127" y="127680"/>
                    <a:pt x="79405" y="124488"/>
                  </a:cubicBezTo>
                  <a:cubicBezTo>
                    <a:pt x="81322" y="121296"/>
                    <a:pt x="80044" y="117465"/>
                    <a:pt x="76849" y="116189"/>
                  </a:cubicBezTo>
                  <a:cubicBezTo>
                    <a:pt x="76849" y="116189"/>
                    <a:pt x="76849" y="116189"/>
                    <a:pt x="76849" y="116189"/>
                  </a:cubicBezTo>
                  <a:lnTo>
                    <a:pt x="57040" y="105974"/>
                  </a:lnTo>
                  <a:cubicBezTo>
                    <a:pt x="53846" y="104697"/>
                    <a:pt x="51289" y="102144"/>
                    <a:pt x="48734" y="99590"/>
                  </a:cubicBezTo>
                  <a:lnTo>
                    <a:pt x="30842" y="77885"/>
                  </a:lnTo>
                  <a:cubicBezTo>
                    <a:pt x="30203" y="77246"/>
                    <a:pt x="30203" y="76608"/>
                    <a:pt x="29564" y="76608"/>
                  </a:cubicBezTo>
                  <a:cubicBezTo>
                    <a:pt x="32759" y="75331"/>
                    <a:pt x="36593" y="75331"/>
                    <a:pt x="40427" y="77246"/>
                  </a:cubicBezTo>
                  <a:cubicBezTo>
                    <a:pt x="47456" y="81077"/>
                    <a:pt x="54484" y="86184"/>
                    <a:pt x="60235" y="92568"/>
                  </a:cubicBezTo>
                  <a:cubicBezTo>
                    <a:pt x="61514" y="93845"/>
                    <a:pt x="62792" y="94483"/>
                    <a:pt x="64708" y="94483"/>
                  </a:cubicBezTo>
                  <a:cubicBezTo>
                    <a:pt x="64708" y="94483"/>
                    <a:pt x="67264" y="94483"/>
                    <a:pt x="71737" y="95121"/>
                  </a:cubicBezTo>
                  <a:cubicBezTo>
                    <a:pt x="90907" y="97037"/>
                    <a:pt x="106243" y="110443"/>
                    <a:pt x="111355" y="128957"/>
                  </a:cubicBezTo>
                  <a:cubicBezTo>
                    <a:pt x="113911" y="137256"/>
                    <a:pt x="114550" y="145555"/>
                    <a:pt x="114550" y="153854"/>
                  </a:cubicBezTo>
                  <a:cubicBezTo>
                    <a:pt x="114550" y="157684"/>
                    <a:pt x="117106" y="160238"/>
                    <a:pt x="120940" y="160238"/>
                  </a:cubicBezTo>
                  <a:lnTo>
                    <a:pt x="120940" y="160238"/>
                  </a:lnTo>
                  <a:cubicBezTo>
                    <a:pt x="124774" y="160238"/>
                    <a:pt x="127330" y="157684"/>
                    <a:pt x="127330" y="153854"/>
                  </a:cubicBezTo>
                  <a:cubicBezTo>
                    <a:pt x="127330" y="145555"/>
                    <a:pt x="127969" y="137256"/>
                    <a:pt x="130525" y="128957"/>
                  </a:cubicBezTo>
                  <a:cubicBezTo>
                    <a:pt x="135637" y="110443"/>
                    <a:pt x="150973" y="97037"/>
                    <a:pt x="170142" y="95121"/>
                  </a:cubicBezTo>
                  <a:cubicBezTo>
                    <a:pt x="173976" y="94483"/>
                    <a:pt x="177171" y="95121"/>
                    <a:pt x="177171" y="94483"/>
                  </a:cubicBezTo>
                  <a:cubicBezTo>
                    <a:pt x="179088" y="94483"/>
                    <a:pt x="180366" y="93845"/>
                    <a:pt x="181644" y="92568"/>
                  </a:cubicBezTo>
                  <a:cubicBezTo>
                    <a:pt x="187395" y="86184"/>
                    <a:pt x="194424" y="81077"/>
                    <a:pt x="201453" y="77246"/>
                  </a:cubicBezTo>
                  <a:cubicBezTo>
                    <a:pt x="204648" y="75331"/>
                    <a:pt x="208482" y="75331"/>
                    <a:pt x="211677" y="77246"/>
                  </a:cubicBezTo>
                  <a:cubicBezTo>
                    <a:pt x="211038" y="77885"/>
                    <a:pt x="210399" y="78523"/>
                    <a:pt x="209760" y="79161"/>
                  </a:cubicBezTo>
                  <a:lnTo>
                    <a:pt x="192507" y="100867"/>
                  </a:lnTo>
                  <a:cubicBezTo>
                    <a:pt x="189951" y="103421"/>
                    <a:pt x="187395" y="105974"/>
                    <a:pt x="184200" y="107251"/>
                  </a:cubicBezTo>
                  <a:lnTo>
                    <a:pt x="164391" y="116827"/>
                  </a:lnTo>
                  <a:cubicBezTo>
                    <a:pt x="161196" y="118104"/>
                    <a:pt x="159918" y="121934"/>
                    <a:pt x="161196" y="125126"/>
                  </a:cubicBezTo>
                  <a:cubicBezTo>
                    <a:pt x="162474" y="128318"/>
                    <a:pt x="166308" y="129595"/>
                    <a:pt x="169503" y="128318"/>
                  </a:cubicBezTo>
                  <a:cubicBezTo>
                    <a:pt x="169503" y="128318"/>
                    <a:pt x="169503" y="128318"/>
                    <a:pt x="170142" y="128318"/>
                  </a:cubicBezTo>
                  <a:lnTo>
                    <a:pt x="189951" y="118742"/>
                  </a:lnTo>
                  <a:cubicBezTo>
                    <a:pt x="195063" y="116189"/>
                    <a:pt x="199536" y="112997"/>
                    <a:pt x="202731" y="108528"/>
                  </a:cubicBezTo>
                  <a:lnTo>
                    <a:pt x="219345" y="87461"/>
                  </a:lnTo>
                  <a:cubicBezTo>
                    <a:pt x="225096" y="83630"/>
                    <a:pt x="226374" y="75331"/>
                    <a:pt x="222540" y="69585"/>
                  </a:cubicBezTo>
                  <a:cubicBezTo>
                    <a:pt x="220623" y="67032"/>
                    <a:pt x="217428" y="65117"/>
                    <a:pt x="214233" y="63840"/>
                  </a:cubicBezTo>
                  <a:lnTo>
                    <a:pt x="219345" y="19790"/>
                  </a:lnTo>
                  <a:cubicBezTo>
                    <a:pt x="219984" y="17237"/>
                    <a:pt x="221901" y="15322"/>
                    <a:pt x="224457" y="14683"/>
                  </a:cubicBezTo>
                  <a:lnTo>
                    <a:pt x="228291" y="67670"/>
                  </a:lnTo>
                  <a:cubicBezTo>
                    <a:pt x="228291" y="70862"/>
                    <a:pt x="228291" y="74054"/>
                    <a:pt x="227013" y="77246"/>
                  </a:cubicBezTo>
                  <a:lnTo>
                    <a:pt x="212316" y="116827"/>
                  </a:lnTo>
                  <a:cubicBezTo>
                    <a:pt x="210399" y="122573"/>
                    <a:pt x="206565" y="127041"/>
                    <a:pt x="202092" y="130233"/>
                  </a:cubicBezTo>
                  <a:lnTo>
                    <a:pt x="166947" y="155769"/>
                  </a:lnTo>
                  <a:cubicBezTo>
                    <a:pt x="159918" y="160238"/>
                    <a:pt x="154806" y="167899"/>
                    <a:pt x="153528" y="176836"/>
                  </a:cubicBezTo>
                  <a:cubicBezTo>
                    <a:pt x="152890" y="180028"/>
                    <a:pt x="156085" y="183220"/>
                    <a:pt x="159279" y="183859"/>
                  </a:cubicBezTo>
                  <a:cubicBezTo>
                    <a:pt x="159279" y="183859"/>
                    <a:pt x="159279" y="183859"/>
                    <a:pt x="159279" y="183859"/>
                  </a:cubicBezTo>
                  <a:lnTo>
                    <a:pt x="159918" y="183859"/>
                  </a:lnTo>
                  <a:cubicBezTo>
                    <a:pt x="163113" y="183859"/>
                    <a:pt x="166308" y="181305"/>
                    <a:pt x="166308" y="178113"/>
                  </a:cubicBezTo>
                  <a:cubicBezTo>
                    <a:pt x="166947" y="173006"/>
                    <a:pt x="170142" y="168537"/>
                    <a:pt x="174615" y="165984"/>
                  </a:cubicBezTo>
                  <a:lnTo>
                    <a:pt x="209760" y="140448"/>
                  </a:lnTo>
                  <a:cubicBezTo>
                    <a:pt x="216789" y="135341"/>
                    <a:pt x="221901" y="128957"/>
                    <a:pt x="224457" y="120657"/>
                  </a:cubicBezTo>
                  <a:lnTo>
                    <a:pt x="239154" y="81077"/>
                  </a:lnTo>
                  <a:cubicBezTo>
                    <a:pt x="240432" y="75331"/>
                    <a:pt x="241071" y="70224"/>
                    <a:pt x="240432" y="65117"/>
                  </a:cubicBezTo>
                  <a:close/>
                </a:path>
              </a:pathLst>
            </a:custGeom>
            <a:solidFill>
              <a:srgbClr val="0097A9"/>
            </a:solidFill>
            <a:ln w="6390" cap="flat">
              <a:noFill/>
              <a:prstDash val="solid"/>
              <a:miter/>
            </a:ln>
          </p:spPr>
          <p:txBody>
            <a:bodyPr rtlCol="0" anchor="ctr"/>
            <a:lstStyle/>
            <a:p>
              <a:endParaRPr lang="en-US"/>
            </a:p>
          </p:txBody>
        </p:sp>
      </p:grpSp>
      <p:grpSp>
        <p:nvGrpSpPr>
          <p:cNvPr id="218" name="Graphic 4">
            <a:extLst>
              <a:ext uri="{FF2B5EF4-FFF2-40B4-BE49-F238E27FC236}">
                <a16:creationId xmlns:a16="http://schemas.microsoft.com/office/drawing/2014/main" id="{07C5A0F2-CDBF-DD43-ABD6-CC7E24D20CEE}"/>
              </a:ext>
            </a:extLst>
          </p:cNvPr>
          <p:cNvGrpSpPr/>
          <p:nvPr/>
        </p:nvGrpSpPr>
        <p:grpSpPr>
          <a:xfrm>
            <a:off x="3607758" y="3339623"/>
            <a:ext cx="362313" cy="361971"/>
            <a:chOff x="3607758" y="3339623"/>
            <a:chExt cx="362313" cy="361971"/>
          </a:xfrm>
          <a:solidFill>
            <a:srgbClr val="0097A9"/>
          </a:solidFill>
        </p:grpSpPr>
        <p:sp>
          <p:nvSpPr>
            <p:cNvPr id="219" name="Graphic 4">
              <a:extLst>
                <a:ext uri="{FF2B5EF4-FFF2-40B4-BE49-F238E27FC236}">
                  <a16:creationId xmlns:a16="http://schemas.microsoft.com/office/drawing/2014/main" id="{F74548C0-0A18-4244-9085-7EF83FC8DEDA}"/>
                </a:ext>
              </a:extLst>
            </p:cNvPr>
            <p:cNvSpPr/>
            <p:nvPr/>
          </p:nvSpPr>
          <p:spPr>
            <a:xfrm>
              <a:off x="3607758" y="3339623"/>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6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 name="connsiteX13" fmla="*/ 181474 w 362313"/>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3"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949"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6" y="12768"/>
                  </a:cubicBezTo>
                  <a:cubicBezTo>
                    <a:pt x="274128" y="12768"/>
                    <a:pt x="349530" y="88099"/>
                    <a:pt x="349530" y="180667"/>
                  </a:cubicBezTo>
                  <a:lnTo>
                    <a:pt x="349530" y="180667"/>
                  </a:lnTo>
                  <a:cubicBezTo>
                    <a:pt x="349530" y="273873"/>
                    <a:pt x="274128" y="349204"/>
                    <a:pt x="181474" y="349204"/>
                  </a:cubicBezTo>
                  <a:lnTo>
                    <a:pt x="181474" y="349204"/>
                  </a:lnTo>
                  <a:close/>
                </a:path>
              </a:pathLst>
            </a:custGeom>
            <a:solidFill>
              <a:srgbClr val="0097A9"/>
            </a:solidFill>
            <a:ln w="6390" cap="flat">
              <a:noFill/>
              <a:prstDash val="solid"/>
              <a:miter/>
            </a:ln>
          </p:spPr>
          <p:txBody>
            <a:bodyPr rtlCol="0" anchor="ctr"/>
            <a:lstStyle/>
            <a:p>
              <a:endParaRPr lang="en-US"/>
            </a:p>
          </p:txBody>
        </p:sp>
        <p:sp>
          <p:nvSpPr>
            <p:cNvPr id="220" name="Graphic 4">
              <a:extLst>
                <a:ext uri="{FF2B5EF4-FFF2-40B4-BE49-F238E27FC236}">
                  <a16:creationId xmlns:a16="http://schemas.microsoft.com/office/drawing/2014/main" id="{138949BE-A1F7-0149-AD27-9D156E543D2D}"/>
                </a:ext>
              </a:extLst>
            </p:cNvPr>
            <p:cNvSpPr/>
            <p:nvPr/>
          </p:nvSpPr>
          <p:spPr>
            <a:xfrm>
              <a:off x="3706274" y="3388936"/>
              <a:ext cx="167193" cy="272328"/>
            </a:xfrm>
            <a:custGeom>
              <a:avLst/>
              <a:gdLst>
                <a:gd name="connsiteX0" fmla="*/ 86153 w 167193"/>
                <a:gd name="connsiteY0" fmla="*/ 106456 h 272328"/>
                <a:gd name="connsiteX1" fmla="*/ 97016 w 167193"/>
                <a:gd name="connsiteY1" fmla="*/ 78366 h 272328"/>
                <a:gd name="connsiteX2" fmla="*/ 108518 w 167193"/>
                <a:gd name="connsiteY2" fmla="*/ 80282 h 272328"/>
                <a:gd name="connsiteX3" fmla="*/ 119381 w 167193"/>
                <a:gd name="connsiteY3" fmla="*/ 79005 h 272328"/>
                <a:gd name="connsiteX4" fmla="*/ 148774 w 167193"/>
                <a:gd name="connsiteY4" fmla="*/ 57299 h 272328"/>
                <a:gd name="connsiteX5" fmla="*/ 158998 w 167193"/>
                <a:gd name="connsiteY5" fmla="*/ 6228 h 272328"/>
                <a:gd name="connsiteX6" fmla="*/ 153886 w 167193"/>
                <a:gd name="connsiteY6" fmla="*/ 482 h 272328"/>
                <a:gd name="connsiteX7" fmla="*/ 102128 w 167193"/>
                <a:gd name="connsiteY7" fmla="*/ 11335 h 272328"/>
                <a:gd name="connsiteX8" fmla="*/ 80402 w 167193"/>
                <a:gd name="connsiteY8" fmla="*/ 41339 h 272328"/>
                <a:gd name="connsiteX9" fmla="*/ 87431 w 167193"/>
                <a:gd name="connsiteY9" fmla="*/ 70706 h 272328"/>
                <a:gd name="connsiteX10" fmla="*/ 81041 w 167193"/>
                <a:gd name="connsiteY10" fmla="*/ 84112 h 272328"/>
                <a:gd name="connsiteX11" fmla="*/ 70817 w 167193"/>
                <a:gd name="connsiteY11" fmla="*/ 75174 h 272328"/>
                <a:gd name="connsiteX12" fmla="*/ 68900 w 167193"/>
                <a:gd name="connsiteY12" fmla="*/ 66875 h 272328"/>
                <a:gd name="connsiteX13" fmla="*/ 49730 w 167193"/>
                <a:gd name="connsiteY13" fmla="*/ 50915 h 272328"/>
                <a:gd name="connsiteX14" fmla="*/ 20976 w 167193"/>
                <a:gd name="connsiteY14" fmla="*/ 52831 h 272328"/>
                <a:gd name="connsiteX15" fmla="*/ 17142 w 167193"/>
                <a:gd name="connsiteY15" fmla="*/ 59853 h 272328"/>
                <a:gd name="connsiteX16" fmla="*/ 32477 w 167193"/>
                <a:gd name="connsiteY16" fmla="*/ 84750 h 272328"/>
                <a:gd name="connsiteX17" fmla="*/ 51647 w 167193"/>
                <a:gd name="connsiteY17" fmla="*/ 91773 h 272328"/>
                <a:gd name="connsiteX18" fmla="*/ 56759 w 167193"/>
                <a:gd name="connsiteY18" fmla="*/ 91134 h 272328"/>
                <a:gd name="connsiteX19" fmla="*/ 65705 w 167193"/>
                <a:gd name="connsiteY19" fmla="*/ 86666 h 272328"/>
                <a:gd name="connsiteX20" fmla="*/ 76568 w 167193"/>
                <a:gd name="connsiteY20" fmla="*/ 96880 h 272328"/>
                <a:gd name="connsiteX21" fmla="*/ 74012 w 167193"/>
                <a:gd name="connsiteY21" fmla="*/ 105817 h 272328"/>
                <a:gd name="connsiteX22" fmla="*/ 528 w 167193"/>
                <a:gd name="connsiteY22" fmla="*/ 198385 h 272328"/>
                <a:gd name="connsiteX23" fmla="*/ 93182 w 167193"/>
                <a:gd name="connsiteY23" fmla="*/ 271801 h 272328"/>
                <a:gd name="connsiteX24" fmla="*/ 166666 w 167193"/>
                <a:gd name="connsiteY24" fmla="*/ 179233 h 272328"/>
                <a:gd name="connsiteX25" fmla="*/ 86153 w 167193"/>
                <a:gd name="connsiteY25" fmla="*/ 106456 h 272328"/>
                <a:gd name="connsiteX26" fmla="*/ 86153 w 167193"/>
                <a:gd name="connsiteY26" fmla="*/ 106456 h 272328"/>
                <a:gd name="connsiteX27" fmla="*/ 57398 w 167193"/>
                <a:gd name="connsiteY27" fmla="*/ 77090 h 272328"/>
                <a:gd name="connsiteX28" fmla="*/ 53564 w 167193"/>
                <a:gd name="connsiteY28" fmla="*/ 79005 h 272328"/>
                <a:gd name="connsiteX29" fmla="*/ 40145 w 167193"/>
                <a:gd name="connsiteY29" fmla="*/ 75174 h 272328"/>
                <a:gd name="connsiteX30" fmla="*/ 31200 w 167193"/>
                <a:gd name="connsiteY30" fmla="*/ 63045 h 272328"/>
                <a:gd name="connsiteX31" fmla="*/ 46535 w 167193"/>
                <a:gd name="connsiteY31" fmla="*/ 63045 h 272328"/>
                <a:gd name="connsiteX32" fmla="*/ 57398 w 167193"/>
                <a:gd name="connsiteY32" fmla="*/ 71982 h 272328"/>
                <a:gd name="connsiteX33" fmla="*/ 57398 w 167193"/>
                <a:gd name="connsiteY33" fmla="*/ 77090 h 272328"/>
                <a:gd name="connsiteX34" fmla="*/ 150691 w 167193"/>
                <a:gd name="connsiteY34" fmla="*/ 169657 h 272328"/>
                <a:gd name="connsiteX35" fmla="*/ 132161 w 167193"/>
                <a:gd name="connsiteY35" fmla="*/ 204769 h 272328"/>
                <a:gd name="connsiteX36" fmla="*/ 128326 w 167193"/>
                <a:gd name="connsiteY36" fmla="*/ 186894 h 272328"/>
                <a:gd name="connsiteX37" fmla="*/ 122576 w 167193"/>
                <a:gd name="connsiteY37" fmla="*/ 181787 h 272328"/>
                <a:gd name="connsiteX38" fmla="*/ 115547 w 167193"/>
                <a:gd name="connsiteY38" fmla="*/ 181148 h 272328"/>
                <a:gd name="connsiteX39" fmla="*/ 109796 w 167193"/>
                <a:gd name="connsiteY39" fmla="*/ 176041 h 272328"/>
                <a:gd name="connsiteX40" fmla="*/ 113630 w 167193"/>
                <a:gd name="connsiteY40" fmla="*/ 170296 h 272328"/>
                <a:gd name="connsiteX41" fmla="*/ 134078 w 167193"/>
                <a:gd name="connsiteY41" fmla="*/ 167742 h 272328"/>
                <a:gd name="connsiteX42" fmla="*/ 139189 w 167193"/>
                <a:gd name="connsiteY42" fmla="*/ 164550 h 272328"/>
                <a:gd name="connsiteX43" fmla="*/ 144301 w 167193"/>
                <a:gd name="connsiteY43" fmla="*/ 154336 h 272328"/>
                <a:gd name="connsiteX44" fmla="*/ 150691 w 167193"/>
                <a:gd name="connsiteY44" fmla="*/ 169657 h 272328"/>
                <a:gd name="connsiteX45" fmla="*/ 150691 w 167193"/>
                <a:gd name="connsiteY45" fmla="*/ 169657 h 272328"/>
                <a:gd name="connsiteX46" fmla="*/ 118742 w 167193"/>
                <a:gd name="connsiteY46" fmla="*/ 128800 h 272328"/>
                <a:gd name="connsiteX47" fmla="*/ 132161 w 167193"/>
                <a:gd name="connsiteY47" fmla="*/ 139014 h 272328"/>
                <a:gd name="connsiteX48" fmla="*/ 113630 w 167193"/>
                <a:gd name="connsiteY48" fmla="*/ 140291 h 272328"/>
                <a:gd name="connsiteX49" fmla="*/ 118742 w 167193"/>
                <a:gd name="connsiteY49" fmla="*/ 128800 h 272328"/>
                <a:gd name="connsiteX50" fmla="*/ 93182 w 167193"/>
                <a:gd name="connsiteY50" fmla="*/ 43893 h 272328"/>
                <a:gd name="connsiteX51" fmla="*/ 108518 w 167193"/>
                <a:gd name="connsiteY51" fmla="*/ 22826 h 272328"/>
                <a:gd name="connsiteX52" fmla="*/ 146857 w 167193"/>
                <a:gd name="connsiteY52" fmla="*/ 13250 h 272328"/>
                <a:gd name="connsiteX53" fmla="*/ 137911 w 167193"/>
                <a:gd name="connsiteY53" fmla="*/ 51554 h 272328"/>
                <a:gd name="connsiteX54" fmla="*/ 116825 w 167193"/>
                <a:gd name="connsiteY54" fmla="*/ 66875 h 272328"/>
                <a:gd name="connsiteX55" fmla="*/ 104045 w 167193"/>
                <a:gd name="connsiteY55" fmla="*/ 67514 h 272328"/>
                <a:gd name="connsiteX56" fmla="*/ 132799 w 167193"/>
                <a:gd name="connsiteY56" fmla="*/ 34955 h 272328"/>
                <a:gd name="connsiteX57" fmla="*/ 134716 w 167193"/>
                <a:gd name="connsiteY57" fmla="*/ 26018 h 272328"/>
                <a:gd name="connsiteX58" fmla="*/ 125771 w 167193"/>
                <a:gd name="connsiteY58" fmla="*/ 24103 h 272328"/>
                <a:gd name="connsiteX59" fmla="*/ 125771 w 167193"/>
                <a:gd name="connsiteY59" fmla="*/ 24103 h 272328"/>
                <a:gd name="connsiteX60" fmla="*/ 94460 w 167193"/>
                <a:gd name="connsiteY60" fmla="*/ 57938 h 272328"/>
                <a:gd name="connsiteX61" fmla="*/ 93182 w 167193"/>
                <a:gd name="connsiteY61" fmla="*/ 43893 h 272328"/>
                <a:gd name="connsiteX62" fmla="*/ 93182 w 167193"/>
                <a:gd name="connsiteY62" fmla="*/ 43893 h 272328"/>
                <a:gd name="connsiteX63" fmla="*/ 48452 w 167193"/>
                <a:gd name="connsiteY63" fmla="*/ 128161 h 272328"/>
                <a:gd name="connsiteX64" fmla="*/ 49091 w 167193"/>
                <a:gd name="connsiteY64" fmla="*/ 145398 h 272328"/>
                <a:gd name="connsiteX65" fmla="*/ 29922 w 167193"/>
                <a:gd name="connsiteY65" fmla="*/ 158166 h 272328"/>
                <a:gd name="connsiteX66" fmla="*/ 27365 w 167193"/>
                <a:gd name="connsiteY66" fmla="*/ 161996 h 272328"/>
                <a:gd name="connsiteX67" fmla="*/ 21615 w 167193"/>
                <a:gd name="connsiteY67" fmla="*/ 156251 h 272328"/>
                <a:gd name="connsiteX68" fmla="*/ 47813 w 167193"/>
                <a:gd name="connsiteY68" fmla="*/ 128800 h 272328"/>
                <a:gd name="connsiteX69" fmla="*/ 48452 w 167193"/>
                <a:gd name="connsiteY69" fmla="*/ 128800 h 272328"/>
                <a:gd name="connsiteX70" fmla="*/ 83597 w 167193"/>
                <a:gd name="connsiteY70" fmla="*/ 259033 h 272328"/>
                <a:gd name="connsiteX71" fmla="*/ 13308 w 167193"/>
                <a:gd name="connsiteY71" fmla="*/ 188809 h 272328"/>
                <a:gd name="connsiteX72" fmla="*/ 16503 w 167193"/>
                <a:gd name="connsiteY72" fmla="*/ 169019 h 272328"/>
                <a:gd name="connsiteX73" fmla="*/ 28644 w 167193"/>
                <a:gd name="connsiteY73" fmla="*/ 181148 h 272328"/>
                <a:gd name="connsiteX74" fmla="*/ 25449 w 167193"/>
                <a:gd name="connsiteY74" fmla="*/ 196470 h 272328"/>
                <a:gd name="connsiteX75" fmla="*/ 28644 w 167193"/>
                <a:gd name="connsiteY75" fmla="*/ 202854 h 272328"/>
                <a:gd name="connsiteX76" fmla="*/ 39507 w 167193"/>
                <a:gd name="connsiteY76" fmla="*/ 209238 h 272328"/>
                <a:gd name="connsiteX77" fmla="*/ 47813 w 167193"/>
                <a:gd name="connsiteY77" fmla="*/ 237966 h 272328"/>
                <a:gd name="connsiteX78" fmla="*/ 52925 w 167193"/>
                <a:gd name="connsiteY78" fmla="*/ 242435 h 272328"/>
                <a:gd name="connsiteX79" fmla="*/ 53564 w 167193"/>
                <a:gd name="connsiteY79" fmla="*/ 242435 h 272328"/>
                <a:gd name="connsiteX80" fmla="*/ 59315 w 167193"/>
                <a:gd name="connsiteY80" fmla="*/ 239243 h 272328"/>
                <a:gd name="connsiteX81" fmla="*/ 84875 w 167193"/>
                <a:gd name="connsiteY81" fmla="*/ 193278 h 272328"/>
                <a:gd name="connsiteX82" fmla="*/ 82319 w 167193"/>
                <a:gd name="connsiteY82" fmla="*/ 184340 h 272328"/>
                <a:gd name="connsiteX83" fmla="*/ 82319 w 167193"/>
                <a:gd name="connsiteY83" fmla="*/ 184340 h 272328"/>
                <a:gd name="connsiteX84" fmla="*/ 54842 w 167193"/>
                <a:gd name="connsiteY84" fmla="*/ 170934 h 272328"/>
                <a:gd name="connsiteX85" fmla="*/ 51647 w 167193"/>
                <a:gd name="connsiteY85" fmla="*/ 170296 h 272328"/>
                <a:gd name="connsiteX86" fmla="*/ 40785 w 167193"/>
                <a:gd name="connsiteY86" fmla="*/ 170934 h 272328"/>
                <a:gd name="connsiteX87" fmla="*/ 40145 w 167193"/>
                <a:gd name="connsiteY87" fmla="*/ 166465 h 272328"/>
                <a:gd name="connsiteX88" fmla="*/ 58676 w 167193"/>
                <a:gd name="connsiteY88" fmla="*/ 153697 h 272328"/>
                <a:gd name="connsiteX89" fmla="*/ 61232 w 167193"/>
                <a:gd name="connsiteY89" fmla="*/ 147952 h 272328"/>
                <a:gd name="connsiteX90" fmla="*/ 60593 w 167193"/>
                <a:gd name="connsiteY90" fmla="*/ 121777 h 272328"/>
                <a:gd name="connsiteX91" fmla="*/ 82958 w 167193"/>
                <a:gd name="connsiteY91" fmla="*/ 117947 h 272328"/>
                <a:gd name="connsiteX92" fmla="*/ 106601 w 167193"/>
                <a:gd name="connsiteY92" fmla="*/ 122416 h 272328"/>
                <a:gd name="connsiteX93" fmla="*/ 99572 w 167193"/>
                <a:gd name="connsiteY93" fmla="*/ 137737 h 272328"/>
                <a:gd name="connsiteX94" fmla="*/ 100850 w 167193"/>
                <a:gd name="connsiteY94" fmla="*/ 144760 h 272328"/>
                <a:gd name="connsiteX95" fmla="*/ 105962 w 167193"/>
                <a:gd name="connsiteY95" fmla="*/ 149867 h 272328"/>
                <a:gd name="connsiteX96" fmla="*/ 111074 w 167193"/>
                <a:gd name="connsiteY96" fmla="*/ 151782 h 272328"/>
                <a:gd name="connsiteX97" fmla="*/ 131521 w 167193"/>
                <a:gd name="connsiteY97" fmla="*/ 150505 h 272328"/>
                <a:gd name="connsiteX98" fmla="*/ 128966 w 167193"/>
                <a:gd name="connsiteY98" fmla="*/ 154974 h 272328"/>
                <a:gd name="connsiteX99" fmla="*/ 109796 w 167193"/>
                <a:gd name="connsiteY99" fmla="*/ 156889 h 272328"/>
                <a:gd name="connsiteX100" fmla="*/ 106601 w 167193"/>
                <a:gd name="connsiteY100" fmla="*/ 158166 h 272328"/>
                <a:gd name="connsiteX101" fmla="*/ 97016 w 167193"/>
                <a:gd name="connsiteY101" fmla="*/ 177318 h 272328"/>
                <a:gd name="connsiteX102" fmla="*/ 111713 w 167193"/>
                <a:gd name="connsiteY102" fmla="*/ 192001 h 272328"/>
                <a:gd name="connsiteX103" fmla="*/ 113630 w 167193"/>
                <a:gd name="connsiteY103" fmla="*/ 192640 h 272328"/>
                <a:gd name="connsiteX104" fmla="*/ 116825 w 167193"/>
                <a:gd name="connsiteY104" fmla="*/ 192640 h 272328"/>
                <a:gd name="connsiteX105" fmla="*/ 122576 w 167193"/>
                <a:gd name="connsiteY105" fmla="*/ 220091 h 272328"/>
                <a:gd name="connsiteX106" fmla="*/ 127688 w 167193"/>
                <a:gd name="connsiteY106" fmla="*/ 225198 h 272328"/>
                <a:gd name="connsiteX107" fmla="*/ 128966 w 167193"/>
                <a:gd name="connsiteY107" fmla="*/ 225198 h 272328"/>
                <a:gd name="connsiteX108" fmla="*/ 134078 w 167193"/>
                <a:gd name="connsiteY108" fmla="*/ 222644 h 272328"/>
                <a:gd name="connsiteX109" fmla="*/ 142384 w 167193"/>
                <a:gd name="connsiteY109" fmla="*/ 211153 h 272328"/>
                <a:gd name="connsiteX110" fmla="*/ 143024 w 167193"/>
                <a:gd name="connsiteY110" fmla="*/ 210515 h 272328"/>
                <a:gd name="connsiteX111" fmla="*/ 153886 w 167193"/>
                <a:gd name="connsiteY111" fmla="*/ 190724 h 272328"/>
                <a:gd name="connsiteX112" fmla="*/ 83597 w 167193"/>
                <a:gd name="connsiteY112" fmla="*/ 259033 h 272328"/>
                <a:gd name="connsiteX113" fmla="*/ 83597 w 167193"/>
                <a:gd name="connsiteY113" fmla="*/ 259033 h 272328"/>
                <a:gd name="connsiteX114" fmla="*/ 38867 w 167193"/>
                <a:gd name="connsiteY114" fmla="*/ 194555 h 272328"/>
                <a:gd name="connsiteX115" fmla="*/ 40785 w 167193"/>
                <a:gd name="connsiteY115" fmla="*/ 183702 h 272328"/>
                <a:gd name="connsiteX116" fmla="*/ 51008 w 167193"/>
                <a:gd name="connsiteY116" fmla="*/ 183064 h 272328"/>
                <a:gd name="connsiteX117" fmla="*/ 70178 w 167193"/>
                <a:gd name="connsiteY117" fmla="*/ 192640 h 272328"/>
                <a:gd name="connsiteX118" fmla="*/ 55481 w 167193"/>
                <a:gd name="connsiteY118" fmla="*/ 219452 h 272328"/>
                <a:gd name="connsiteX119" fmla="*/ 51008 w 167193"/>
                <a:gd name="connsiteY119" fmla="*/ 202854 h 272328"/>
                <a:gd name="connsiteX120" fmla="*/ 47813 w 167193"/>
                <a:gd name="connsiteY120" fmla="*/ 199024 h 272328"/>
                <a:gd name="connsiteX121" fmla="*/ 38867 w 167193"/>
                <a:gd name="connsiteY121" fmla="*/ 194555 h 272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167193" h="272328">
                  <a:moveTo>
                    <a:pt x="86153" y="106456"/>
                  </a:moveTo>
                  <a:cubicBezTo>
                    <a:pt x="88709" y="96880"/>
                    <a:pt x="92543" y="87304"/>
                    <a:pt x="97016" y="78366"/>
                  </a:cubicBezTo>
                  <a:cubicBezTo>
                    <a:pt x="100850" y="79643"/>
                    <a:pt x="104684" y="80282"/>
                    <a:pt x="108518" y="80282"/>
                  </a:cubicBezTo>
                  <a:cubicBezTo>
                    <a:pt x="112352" y="80282"/>
                    <a:pt x="115547" y="79643"/>
                    <a:pt x="119381" y="79005"/>
                  </a:cubicBezTo>
                  <a:cubicBezTo>
                    <a:pt x="131521" y="76451"/>
                    <a:pt x="142384" y="68152"/>
                    <a:pt x="148774" y="57299"/>
                  </a:cubicBezTo>
                  <a:cubicBezTo>
                    <a:pt x="157081" y="41339"/>
                    <a:pt x="160276" y="24103"/>
                    <a:pt x="158998" y="6228"/>
                  </a:cubicBezTo>
                  <a:cubicBezTo>
                    <a:pt x="158359" y="3674"/>
                    <a:pt x="156442" y="1120"/>
                    <a:pt x="153886" y="482"/>
                  </a:cubicBezTo>
                  <a:cubicBezTo>
                    <a:pt x="135994" y="-1433"/>
                    <a:pt x="117464" y="2397"/>
                    <a:pt x="102128" y="11335"/>
                  </a:cubicBezTo>
                  <a:cubicBezTo>
                    <a:pt x="91265" y="17719"/>
                    <a:pt x="82958" y="28571"/>
                    <a:pt x="80402" y="41339"/>
                  </a:cubicBezTo>
                  <a:cubicBezTo>
                    <a:pt x="78485" y="51554"/>
                    <a:pt x="80402" y="62406"/>
                    <a:pt x="87431" y="70706"/>
                  </a:cubicBezTo>
                  <a:cubicBezTo>
                    <a:pt x="85514" y="75174"/>
                    <a:pt x="82958" y="79005"/>
                    <a:pt x="81041" y="84112"/>
                  </a:cubicBezTo>
                  <a:cubicBezTo>
                    <a:pt x="77846" y="80920"/>
                    <a:pt x="74651" y="77728"/>
                    <a:pt x="70817" y="75174"/>
                  </a:cubicBezTo>
                  <a:cubicBezTo>
                    <a:pt x="70817" y="71982"/>
                    <a:pt x="70178" y="69429"/>
                    <a:pt x="68900" y="66875"/>
                  </a:cubicBezTo>
                  <a:cubicBezTo>
                    <a:pt x="65066" y="59214"/>
                    <a:pt x="58037" y="53469"/>
                    <a:pt x="49730" y="50915"/>
                  </a:cubicBezTo>
                  <a:cubicBezTo>
                    <a:pt x="40145" y="49000"/>
                    <a:pt x="30560" y="49639"/>
                    <a:pt x="20976" y="52831"/>
                  </a:cubicBezTo>
                  <a:cubicBezTo>
                    <a:pt x="17781" y="54107"/>
                    <a:pt x="16503" y="56661"/>
                    <a:pt x="17142" y="59853"/>
                  </a:cubicBezTo>
                  <a:cubicBezTo>
                    <a:pt x="19697" y="69429"/>
                    <a:pt x="24810" y="78366"/>
                    <a:pt x="32477" y="84750"/>
                  </a:cubicBezTo>
                  <a:cubicBezTo>
                    <a:pt x="37590" y="89219"/>
                    <a:pt x="44618" y="91773"/>
                    <a:pt x="51647" y="91773"/>
                  </a:cubicBezTo>
                  <a:cubicBezTo>
                    <a:pt x="53564" y="91773"/>
                    <a:pt x="54842" y="91773"/>
                    <a:pt x="56759" y="91134"/>
                  </a:cubicBezTo>
                  <a:cubicBezTo>
                    <a:pt x="59954" y="90496"/>
                    <a:pt x="63149" y="89219"/>
                    <a:pt x="65705" y="86666"/>
                  </a:cubicBezTo>
                  <a:cubicBezTo>
                    <a:pt x="70178" y="89219"/>
                    <a:pt x="73373" y="93050"/>
                    <a:pt x="76568" y="96880"/>
                  </a:cubicBezTo>
                  <a:cubicBezTo>
                    <a:pt x="75290" y="100072"/>
                    <a:pt x="74651" y="102625"/>
                    <a:pt x="74012" y="105817"/>
                  </a:cubicBezTo>
                  <a:cubicBezTo>
                    <a:pt x="28005" y="110925"/>
                    <a:pt x="-4584" y="152420"/>
                    <a:pt x="528" y="198385"/>
                  </a:cubicBezTo>
                  <a:cubicBezTo>
                    <a:pt x="5640" y="244350"/>
                    <a:pt x="47175" y="276908"/>
                    <a:pt x="93182" y="271801"/>
                  </a:cubicBezTo>
                  <a:cubicBezTo>
                    <a:pt x="139189" y="266694"/>
                    <a:pt x="171778" y="225198"/>
                    <a:pt x="166666" y="179233"/>
                  </a:cubicBezTo>
                  <a:cubicBezTo>
                    <a:pt x="160915" y="139653"/>
                    <a:pt x="127049" y="108371"/>
                    <a:pt x="86153" y="106456"/>
                  </a:cubicBezTo>
                  <a:lnTo>
                    <a:pt x="86153" y="106456"/>
                  </a:lnTo>
                  <a:close/>
                  <a:moveTo>
                    <a:pt x="57398" y="77090"/>
                  </a:moveTo>
                  <a:cubicBezTo>
                    <a:pt x="56759" y="78366"/>
                    <a:pt x="54842" y="79005"/>
                    <a:pt x="53564" y="79005"/>
                  </a:cubicBezTo>
                  <a:cubicBezTo>
                    <a:pt x="48452" y="79643"/>
                    <a:pt x="43980" y="78366"/>
                    <a:pt x="40145" y="75174"/>
                  </a:cubicBezTo>
                  <a:cubicBezTo>
                    <a:pt x="36312" y="71982"/>
                    <a:pt x="33117" y="67514"/>
                    <a:pt x="31200" y="63045"/>
                  </a:cubicBezTo>
                  <a:cubicBezTo>
                    <a:pt x="36312" y="62406"/>
                    <a:pt x="41423" y="62406"/>
                    <a:pt x="46535" y="63045"/>
                  </a:cubicBezTo>
                  <a:cubicBezTo>
                    <a:pt x="51008" y="64322"/>
                    <a:pt x="54842" y="67514"/>
                    <a:pt x="57398" y="71982"/>
                  </a:cubicBezTo>
                  <a:cubicBezTo>
                    <a:pt x="57398" y="73259"/>
                    <a:pt x="58037" y="75174"/>
                    <a:pt x="57398" y="77090"/>
                  </a:cubicBezTo>
                  <a:close/>
                  <a:moveTo>
                    <a:pt x="150691" y="169657"/>
                  </a:moveTo>
                  <a:lnTo>
                    <a:pt x="132161" y="204769"/>
                  </a:lnTo>
                  <a:lnTo>
                    <a:pt x="128326" y="186894"/>
                  </a:lnTo>
                  <a:cubicBezTo>
                    <a:pt x="127688" y="184340"/>
                    <a:pt x="125131" y="181787"/>
                    <a:pt x="122576" y="181787"/>
                  </a:cubicBezTo>
                  <a:lnTo>
                    <a:pt x="115547" y="181148"/>
                  </a:lnTo>
                  <a:cubicBezTo>
                    <a:pt x="113630" y="179872"/>
                    <a:pt x="110435" y="177956"/>
                    <a:pt x="109796" y="176041"/>
                  </a:cubicBezTo>
                  <a:cubicBezTo>
                    <a:pt x="109157" y="174126"/>
                    <a:pt x="110435" y="172849"/>
                    <a:pt x="113630" y="170296"/>
                  </a:cubicBezTo>
                  <a:lnTo>
                    <a:pt x="134078" y="167742"/>
                  </a:lnTo>
                  <a:cubicBezTo>
                    <a:pt x="135994" y="167742"/>
                    <a:pt x="137911" y="166465"/>
                    <a:pt x="139189" y="164550"/>
                  </a:cubicBezTo>
                  <a:lnTo>
                    <a:pt x="144301" y="154336"/>
                  </a:lnTo>
                  <a:cubicBezTo>
                    <a:pt x="146857" y="159443"/>
                    <a:pt x="148774" y="164550"/>
                    <a:pt x="150691" y="169657"/>
                  </a:cubicBezTo>
                  <a:lnTo>
                    <a:pt x="150691" y="169657"/>
                  </a:lnTo>
                  <a:close/>
                  <a:moveTo>
                    <a:pt x="118742" y="128800"/>
                  </a:moveTo>
                  <a:cubicBezTo>
                    <a:pt x="123854" y="131353"/>
                    <a:pt x="128326" y="135184"/>
                    <a:pt x="132161" y="139014"/>
                  </a:cubicBezTo>
                  <a:lnTo>
                    <a:pt x="113630" y="140291"/>
                  </a:lnTo>
                  <a:lnTo>
                    <a:pt x="118742" y="128800"/>
                  </a:lnTo>
                  <a:close/>
                  <a:moveTo>
                    <a:pt x="93182" y="43893"/>
                  </a:moveTo>
                  <a:cubicBezTo>
                    <a:pt x="95099" y="34955"/>
                    <a:pt x="100850" y="27295"/>
                    <a:pt x="108518" y="22826"/>
                  </a:cubicBezTo>
                  <a:cubicBezTo>
                    <a:pt x="120020" y="16442"/>
                    <a:pt x="133439" y="12611"/>
                    <a:pt x="146857" y="13250"/>
                  </a:cubicBezTo>
                  <a:cubicBezTo>
                    <a:pt x="146857" y="26656"/>
                    <a:pt x="143662" y="39424"/>
                    <a:pt x="137911" y="51554"/>
                  </a:cubicBezTo>
                  <a:cubicBezTo>
                    <a:pt x="133439" y="59214"/>
                    <a:pt x="125771" y="64960"/>
                    <a:pt x="116825" y="66875"/>
                  </a:cubicBezTo>
                  <a:cubicBezTo>
                    <a:pt x="112352" y="68152"/>
                    <a:pt x="108518" y="68152"/>
                    <a:pt x="104045" y="67514"/>
                  </a:cubicBezTo>
                  <a:cubicBezTo>
                    <a:pt x="111713" y="54746"/>
                    <a:pt x="121298" y="43893"/>
                    <a:pt x="132799" y="34955"/>
                  </a:cubicBezTo>
                  <a:cubicBezTo>
                    <a:pt x="135994" y="33040"/>
                    <a:pt x="136634" y="29210"/>
                    <a:pt x="134716" y="26018"/>
                  </a:cubicBezTo>
                  <a:cubicBezTo>
                    <a:pt x="132799" y="22826"/>
                    <a:pt x="128966" y="22187"/>
                    <a:pt x="125771" y="24103"/>
                  </a:cubicBezTo>
                  <a:lnTo>
                    <a:pt x="125771" y="24103"/>
                  </a:lnTo>
                  <a:cubicBezTo>
                    <a:pt x="113630" y="33679"/>
                    <a:pt x="102767" y="45170"/>
                    <a:pt x="94460" y="57938"/>
                  </a:cubicBezTo>
                  <a:cubicBezTo>
                    <a:pt x="92543" y="53469"/>
                    <a:pt x="91904" y="48362"/>
                    <a:pt x="93182" y="43893"/>
                  </a:cubicBezTo>
                  <a:lnTo>
                    <a:pt x="93182" y="43893"/>
                  </a:lnTo>
                  <a:close/>
                  <a:moveTo>
                    <a:pt x="48452" y="128161"/>
                  </a:moveTo>
                  <a:lnTo>
                    <a:pt x="49091" y="145398"/>
                  </a:lnTo>
                  <a:lnTo>
                    <a:pt x="29922" y="158166"/>
                  </a:lnTo>
                  <a:cubicBezTo>
                    <a:pt x="28644" y="158804"/>
                    <a:pt x="28005" y="160081"/>
                    <a:pt x="27365" y="161996"/>
                  </a:cubicBezTo>
                  <a:lnTo>
                    <a:pt x="21615" y="156251"/>
                  </a:lnTo>
                  <a:cubicBezTo>
                    <a:pt x="27365" y="144760"/>
                    <a:pt x="36950" y="135184"/>
                    <a:pt x="47813" y="128800"/>
                  </a:cubicBezTo>
                  <a:lnTo>
                    <a:pt x="48452" y="128800"/>
                  </a:lnTo>
                  <a:close/>
                  <a:moveTo>
                    <a:pt x="83597" y="259033"/>
                  </a:moveTo>
                  <a:cubicBezTo>
                    <a:pt x="44618" y="259033"/>
                    <a:pt x="13308" y="227752"/>
                    <a:pt x="13308" y="188809"/>
                  </a:cubicBezTo>
                  <a:cubicBezTo>
                    <a:pt x="13308" y="181787"/>
                    <a:pt x="14586" y="175403"/>
                    <a:pt x="16503" y="169019"/>
                  </a:cubicBezTo>
                  <a:lnTo>
                    <a:pt x="28644" y="181148"/>
                  </a:lnTo>
                  <a:lnTo>
                    <a:pt x="25449" y="196470"/>
                  </a:lnTo>
                  <a:cubicBezTo>
                    <a:pt x="24810" y="199024"/>
                    <a:pt x="26087" y="201577"/>
                    <a:pt x="28644" y="202854"/>
                  </a:cubicBezTo>
                  <a:lnTo>
                    <a:pt x="39507" y="209238"/>
                  </a:lnTo>
                  <a:lnTo>
                    <a:pt x="47813" y="237966"/>
                  </a:lnTo>
                  <a:cubicBezTo>
                    <a:pt x="48452" y="240520"/>
                    <a:pt x="50369" y="242435"/>
                    <a:pt x="52925" y="242435"/>
                  </a:cubicBezTo>
                  <a:lnTo>
                    <a:pt x="53564" y="242435"/>
                  </a:lnTo>
                  <a:cubicBezTo>
                    <a:pt x="56120" y="242435"/>
                    <a:pt x="58037" y="241158"/>
                    <a:pt x="59315" y="239243"/>
                  </a:cubicBezTo>
                  <a:lnTo>
                    <a:pt x="84875" y="193278"/>
                  </a:lnTo>
                  <a:cubicBezTo>
                    <a:pt x="86792" y="190086"/>
                    <a:pt x="85514" y="186256"/>
                    <a:pt x="82319" y="184340"/>
                  </a:cubicBezTo>
                  <a:cubicBezTo>
                    <a:pt x="82319" y="184340"/>
                    <a:pt x="82319" y="184340"/>
                    <a:pt x="82319" y="184340"/>
                  </a:cubicBezTo>
                  <a:lnTo>
                    <a:pt x="54842" y="170934"/>
                  </a:lnTo>
                  <a:cubicBezTo>
                    <a:pt x="53564" y="170296"/>
                    <a:pt x="52925" y="170296"/>
                    <a:pt x="51647" y="170296"/>
                  </a:cubicBezTo>
                  <a:lnTo>
                    <a:pt x="40785" y="170934"/>
                  </a:lnTo>
                  <a:lnTo>
                    <a:pt x="40145" y="166465"/>
                  </a:lnTo>
                  <a:lnTo>
                    <a:pt x="58676" y="153697"/>
                  </a:lnTo>
                  <a:cubicBezTo>
                    <a:pt x="60593" y="152420"/>
                    <a:pt x="61871" y="150505"/>
                    <a:pt x="61232" y="147952"/>
                  </a:cubicBezTo>
                  <a:lnTo>
                    <a:pt x="60593" y="121777"/>
                  </a:lnTo>
                  <a:cubicBezTo>
                    <a:pt x="67622" y="119224"/>
                    <a:pt x="75290" y="117947"/>
                    <a:pt x="82958" y="117947"/>
                  </a:cubicBezTo>
                  <a:cubicBezTo>
                    <a:pt x="91265" y="117947"/>
                    <a:pt x="98933" y="119224"/>
                    <a:pt x="106601" y="122416"/>
                  </a:cubicBezTo>
                  <a:lnTo>
                    <a:pt x="99572" y="137737"/>
                  </a:lnTo>
                  <a:cubicBezTo>
                    <a:pt x="98294" y="140291"/>
                    <a:pt x="98933" y="142845"/>
                    <a:pt x="100850" y="144760"/>
                  </a:cubicBezTo>
                  <a:lnTo>
                    <a:pt x="105962" y="149867"/>
                  </a:lnTo>
                  <a:cubicBezTo>
                    <a:pt x="107240" y="151144"/>
                    <a:pt x="109157" y="151782"/>
                    <a:pt x="111074" y="151782"/>
                  </a:cubicBezTo>
                  <a:lnTo>
                    <a:pt x="131521" y="150505"/>
                  </a:lnTo>
                  <a:lnTo>
                    <a:pt x="128966" y="154974"/>
                  </a:lnTo>
                  <a:lnTo>
                    <a:pt x="109796" y="156889"/>
                  </a:lnTo>
                  <a:cubicBezTo>
                    <a:pt x="108518" y="156889"/>
                    <a:pt x="107240" y="157528"/>
                    <a:pt x="106601" y="158166"/>
                  </a:cubicBezTo>
                  <a:cubicBezTo>
                    <a:pt x="100211" y="161996"/>
                    <a:pt x="96377" y="169657"/>
                    <a:pt x="97016" y="177318"/>
                  </a:cubicBezTo>
                  <a:cubicBezTo>
                    <a:pt x="98933" y="187532"/>
                    <a:pt x="110435" y="192001"/>
                    <a:pt x="111713" y="192001"/>
                  </a:cubicBezTo>
                  <a:cubicBezTo>
                    <a:pt x="112352" y="192001"/>
                    <a:pt x="112991" y="192640"/>
                    <a:pt x="113630" y="192640"/>
                  </a:cubicBezTo>
                  <a:lnTo>
                    <a:pt x="116825" y="192640"/>
                  </a:lnTo>
                  <a:lnTo>
                    <a:pt x="122576" y="220091"/>
                  </a:lnTo>
                  <a:cubicBezTo>
                    <a:pt x="123215" y="222644"/>
                    <a:pt x="125131" y="224560"/>
                    <a:pt x="127688" y="225198"/>
                  </a:cubicBezTo>
                  <a:lnTo>
                    <a:pt x="128966" y="225198"/>
                  </a:lnTo>
                  <a:cubicBezTo>
                    <a:pt x="130883" y="225198"/>
                    <a:pt x="132799" y="223921"/>
                    <a:pt x="134078" y="222644"/>
                  </a:cubicBezTo>
                  <a:lnTo>
                    <a:pt x="142384" y="211153"/>
                  </a:lnTo>
                  <a:cubicBezTo>
                    <a:pt x="142384" y="211153"/>
                    <a:pt x="143024" y="210515"/>
                    <a:pt x="143024" y="210515"/>
                  </a:cubicBezTo>
                  <a:lnTo>
                    <a:pt x="153886" y="190724"/>
                  </a:lnTo>
                  <a:cubicBezTo>
                    <a:pt x="151330" y="229667"/>
                    <a:pt x="120659" y="259033"/>
                    <a:pt x="83597" y="259033"/>
                  </a:cubicBezTo>
                  <a:lnTo>
                    <a:pt x="83597" y="259033"/>
                  </a:lnTo>
                  <a:close/>
                  <a:moveTo>
                    <a:pt x="38867" y="194555"/>
                  </a:moveTo>
                  <a:lnTo>
                    <a:pt x="40785" y="183702"/>
                  </a:lnTo>
                  <a:lnTo>
                    <a:pt x="51008" y="183064"/>
                  </a:lnTo>
                  <a:lnTo>
                    <a:pt x="70178" y="192640"/>
                  </a:lnTo>
                  <a:lnTo>
                    <a:pt x="55481" y="219452"/>
                  </a:lnTo>
                  <a:lnTo>
                    <a:pt x="51008" y="202854"/>
                  </a:lnTo>
                  <a:cubicBezTo>
                    <a:pt x="50369" y="201577"/>
                    <a:pt x="49730" y="199662"/>
                    <a:pt x="47813" y="199024"/>
                  </a:cubicBezTo>
                  <a:lnTo>
                    <a:pt x="38867" y="194555"/>
                  </a:lnTo>
                  <a:close/>
                </a:path>
              </a:pathLst>
            </a:custGeom>
            <a:solidFill>
              <a:srgbClr val="0097A9"/>
            </a:solidFill>
            <a:ln w="6390" cap="flat">
              <a:noFill/>
              <a:prstDash val="solid"/>
              <a:miter/>
            </a:ln>
          </p:spPr>
          <p:txBody>
            <a:bodyPr rtlCol="0" anchor="ctr"/>
            <a:lstStyle/>
            <a:p>
              <a:endParaRPr lang="en-US"/>
            </a:p>
          </p:txBody>
        </p:sp>
      </p:grpSp>
      <p:grpSp>
        <p:nvGrpSpPr>
          <p:cNvPr id="221" name="Graphic 4">
            <a:extLst>
              <a:ext uri="{FF2B5EF4-FFF2-40B4-BE49-F238E27FC236}">
                <a16:creationId xmlns:a16="http://schemas.microsoft.com/office/drawing/2014/main" id="{E04B092D-7BEE-2341-899D-11B2A6BE7D08}"/>
              </a:ext>
            </a:extLst>
          </p:cNvPr>
          <p:cNvGrpSpPr/>
          <p:nvPr/>
        </p:nvGrpSpPr>
        <p:grpSpPr>
          <a:xfrm>
            <a:off x="3607758" y="4308712"/>
            <a:ext cx="362948" cy="361971"/>
            <a:chOff x="3607758" y="4308712"/>
            <a:chExt cx="362948" cy="361971"/>
          </a:xfrm>
          <a:solidFill>
            <a:srgbClr val="0097A9"/>
          </a:solidFill>
        </p:grpSpPr>
        <p:sp>
          <p:nvSpPr>
            <p:cNvPr id="222" name="Graphic 4">
              <a:extLst>
                <a:ext uri="{FF2B5EF4-FFF2-40B4-BE49-F238E27FC236}">
                  <a16:creationId xmlns:a16="http://schemas.microsoft.com/office/drawing/2014/main" id="{D960A9B5-1E63-784C-A237-B7FB1882852B}"/>
                </a:ext>
              </a:extLst>
            </p:cNvPr>
            <p:cNvSpPr/>
            <p:nvPr/>
          </p:nvSpPr>
          <p:spPr>
            <a:xfrm>
              <a:off x="3607758" y="4308712"/>
              <a:ext cx="362948" cy="361971"/>
            </a:xfrm>
            <a:custGeom>
              <a:avLst/>
              <a:gdLst>
                <a:gd name="connsiteX0" fmla="*/ 181474 w 362948"/>
                <a:gd name="connsiteY0" fmla="*/ 0 h 361971"/>
                <a:gd name="connsiteX1" fmla="*/ 0 w 362948"/>
                <a:gd name="connsiteY1" fmla="*/ 180667 h 361971"/>
                <a:gd name="connsiteX2" fmla="*/ 181474 w 362948"/>
                <a:gd name="connsiteY2" fmla="*/ 361972 h 361971"/>
                <a:gd name="connsiteX3" fmla="*/ 362949 w 362948"/>
                <a:gd name="connsiteY3" fmla="*/ 181305 h 361971"/>
                <a:gd name="connsiteX4" fmla="*/ 362949 w 362948"/>
                <a:gd name="connsiteY4" fmla="*/ 181305 h 361971"/>
                <a:gd name="connsiteX5" fmla="*/ 181474 w 362948"/>
                <a:gd name="connsiteY5" fmla="*/ 0 h 361971"/>
                <a:gd name="connsiteX6" fmla="*/ 181474 w 362948"/>
                <a:gd name="connsiteY6" fmla="*/ 0 h 361971"/>
                <a:gd name="connsiteX7" fmla="*/ 181474 w 362948"/>
                <a:gd name="connsiteY7" fmla="*/ 349204 h 361971"/>
                <a:gd name="connsiteX8" fmla="*/ 12780 w 362948"/>
                <a:gd name="connsiteY8" fmla="*/ 181305 h 361971"/>
                <a:gd name="connsiteX9" fmla="*/ 180836 w 362948"/>
                <a:gd name="connsiteY9" fmla="*/ 12768 h 361971"/>
                <a:gd name="connsiteX10" fmla="*/ 349530 w 362948"/>
                <a:gd name="connsiteY10" fmla="*/ 180667 h 361971"/>
                <a:gd name="connsiteX11" fmla="*/ 349530 w 362948"/>
                <a:gd name="connsiteY11" fmla="*/ 180667 h 361971"/>
                <a:gd name="connsiteX12" fmla="*/ 181474 w 362948"/>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948" h="361971">
                  <a:moveTo>
                    <a:pt x="181474" y="0"/>
                  </a:moveTo>
                  <a:cubicBezTo>
                    <a:pt x="81152" y="0"/>
                    <a:pt x="0" y="81077"/>
                    <a:pt x="0" y="180667"/>
                  </a:cubicBezTo>
                  <a:cubicBezTo>
                    <a:pt x="0" y="280257"/>
                    <a:pt x="81152" y="361972"/>
                    <a:pt x="181474" y="361972"/>
                  </a:cubicBezTo>
                  <a:cubicBezTo>
                    <a:pt x="281796" y="361972"/>
                    <a:pt x="362949" y="280895"/>
                    <a:pt x="362949" y="181305"/>
                  </a:cubicBezTo>
                  <a:cubicBezTo>
                    <a:pt x="362949" y="181305"/>
                    <a:pt x="362949" y="181305"/>
                    <a:pt x="362949" y="181305"/>
                  </a:cubicBezTo>
                  <a:cubicBezTo>
                    <a:pt x="362310"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6" y="12768"/>
                  </a:cubicBezTo>
                  <a:cubicBezTo>
                    <a:pt x="274128" y="12768"/>
                    <a:pt x="349530" y="88099"/>
                    <a:pt x="349530" y="180667"/>
                  </a:cubicBezTo>
                  <a:lnTo>
                    <a:pt x="349530" y="180667"/>
                  </a:lnTo>
                  <a:cubicBezTo>
                    <a:pt x="349530" y="273873"/>
                    <a:pt x="274128" y="349204"/>
                    <a:pt x="181474" y="349204"/>
                  </a:cubicBezTo>
                  <a:close/>
                </a:path>
              </a:pathLst>
            </a:custGeom>
            <a:solidFill>
              <a:srgbClr val="0097A9"/>
            </a:solidFill>
            <a:ln w="6390" cap="flat">
              <a:noFill/>
              <a:prstDash val="solid"/>
              <a:miter/>
            </a:ln>
          </p:spPr>
          <p:txBody>
            <a:bodyPr rtlCol="0" anchor="ctr"/>
            <a:lstStyle/>
            <a:p>
              <a:endParaRPr lang="en-US"/>
            </a:p>
          </p:txBody>
        </p:sp>
        <p:sp>
          <p:nvSpPr>
            <p:cNvPr id="223" name="Graphic 4">
              <a:extLst>
                <a:ext uri="{FF2B5EF4-FFF2-40B4-BE49-F238E27FC236}">
                  <a16:creationId xmlns:a16="http://schemas.microsoft.com/office/drawing/2014/main" id="{4D2FD830-369B-F54B-B454-A67BA76AD8AE}"/>
                </a:ext>
              </a:extLst>
            </p:cNvPr>
            <p:cNvSpPr/>
            <p:nvPr/>
          </p:nvSpPr>
          <p:spPr>
            <a:xfrm>
              <a:off x="3669740" y="4371383"/>
              <a:ext cx="168586" cy="143531"/>
            </a:xfrm>
            <a:custGeom>
              <a:avLst/>
              <a:gdLst>
                <a:gd name="connsiteX0" fmla="*/ 15336 w 168586"/>
                <a:gd name="connsiteY0" fmla="*/ 120549 h 143531"/>
                <a:gd name="connsiteX1" fmla="*/ 18531 w 168586"/>
                <a:gd name="connsiteY1" fmla="*/ 112250 h 143531"/>
                <a:gd name="connsiteX2" fmla="*/ 18531 w 168586"/>
                <a:gd name="connsiteY2" fmla="*/ 112250 h 143531"/>
                <a:gd name="connsiteX3" fmla="*/ 13419 w 168586"/>
                <a:gd name="connsiteY3" fmla="*/ 91183 h 143531"/>
                <a:gd name="connsiteX4" fmla="*/ 38979 w 168586"/>
                <a:gd name="connsiteY4" fmla="*/ 91183 h 143531"/>
                <a:gd name="connsiteX5" fmla="*/ 54314 w 168586"/>
                <a:gd name="connsiteY5" fmla="*/ 139063 h 143531"/>
                <a:gd name="connsiteX6" fmla="*/ 60066 w 168586"/>
                <a:gd name="connsiteY6" fmla="*/ 142255 h 143531"/>
                <a:gd name="connsiteX7" fmla="*/ 63261 w 168586"/>
                <a:gd name="connsiteY7" fmla="*/ 141616 h 143531"/>
                <a:gd name="connsiteX8" fmla="*/ 65816 w 168586"/>
                <a:gd name="connsiteY8" fmla="*/ 132679 h 143531"/>
                <a:gd name="connsiteX9" fmla="*/ 51759 w 168586"/>
                <a:gd name="connsiteY9" fmla="*/ 91183 h 143531"/>
                <a:gd name="connsiteX10" fmla="*/ 78596 w 168586"/>
                <a:gd name="connsiteY10" fmla="*/ 91183 h 143531"/>
                <a:gd name="connsiteX11" fmla="*/ 78596 w 168586"/>
                <a:gd name="connsiteY11" fmla="*/ 135871 h 143531"/>
                <a:gd name="connsiteX12" fmla="*/ 84986 w 168586"/>
                <a:gd name="connsiteY12" fmla="*/ 142255 h 143531"/>
                <a:gd name="connsiteX13" fmla="*/ 91376 w 168586"/>
                <a:gd name="connsiteY13" fmla="*/ 135871 h 143531"/>
                <a:gd name="connsiteX14" fmla="*/ 91376 w 168586"/>
                <a:gd name="connsiteY14" fmla="*/ 91183 h 143531"/>
                <a:gd name="connsiteX15" fmla="*/ 117575 w 168586"/>
                <a:gd name="connsiteY15" fmla="*/ 91183 h 143531"/>
                <a:gd name="connsiteX16" fmla="*/ 102878 w 168586"/>
                <a:gd name="connsiteY16" fmla="*/ 133955 h 143531"/>
                <a:gd name="connsiteX17" fmla="*/ 105434 w 168586"/>
                <a:gd name="connsiteY17" fmla="*/ 142893 h 143531"/>
                <a:gd name="connsiteX18" fmla="*/ 108629 w 168586"/>
                <a:gd name="connsiteY18" fmla="*/ 143531 h 143531"/>
                <a:gd name="connsiteX19" fmla="*/ 114380 w 168586"/>
                <a:gd name="connsiteY19" fmla="*/ 140339 h 143531"/>
                <a:gd name="connsiteX20" fmla="*/ 130355 w 168586"/>
                <a:gd name="connsiteY20" fmla="*/ 91183 h 143531"/>
                <a:gd name="connsiteX21" fmla="*/ 155915 w 168586"/>
                <a:gd name="connsiteY21" fmla="*/ 91183 h 143531"/>
                <a:gd name="connsiteX22" fmla="*/ 149525 w 168586"/>
                <a:gd name="connsiteY22" fmla="*/ 114165 h 143531"/>
                <a:gd name="connsiteX23" fmla="*/ 152720 w 168586"/>
                <a:gd name="connsiteY23" fmla="*/ 122464 h 143531"/>
                <a:gd name="connsiteX24" fmla="*/ 152720 w 168586"/>
                <a:gd name="connsiteY24" fmla="*/ 122464 h 143531"/>
                <a:gd name="connsiteX25" fmla="*/ 155275 w 168586"/>
                <a:gd name="connsiteY25" fmla="*/ 123103 h 143531"/>
                <a:gd name="connsiteX26" fmla="*/ 161027 w 168586"/>
                <a:gd name="connsiteY26" fmla="*/ 119272 h 143531"/>
                <a:gd name="connsiteX27" fmla="*/ 119492 w 168586"/>
                <a:gd name="connsiteY27" fmla="*/ 7553 h 143531"/>
                <a:gd name="connsiteX28" fmla="*/ 7668 w 168586"/>
                <a:gd name="connsiteY28" fmla="*/ 49049 h 143531"/>
                <a:gd name="connsiteX29" fmla="*/ 0 w 168586"/>
                <a:gd name="connsiteY29" fmla="*/ 84160 h 143531"/>
                <a:gd name="connsiteX30" fmla="*/ 6390 w 168586"/>
                <a:gd name="connsiteY30" fmla="*/ 116719 h 143531"/>
                <a:gd name="connsiteX31" fmla="*/ 15336 w 168586"/>
                <a:gd name="connsiteY31" fmla="*/ 120549 h 143531"/>
                <a:gd name="connsiteX32" fmla="*/ 51119 w 168586"/>
                <a:gd name="connsiteY32" fmla="*/ 78415 h 143531"/>
                <a:gd name="connsiteX33" fmla="*/ 77957 w 168586"/>
                <a:gd name="connsiteY33" fmla="*/ 16490 h 143531"/>
                <a:gd name="connsiteX34" fmla="*/ 77957 w 168586"/>
                <a:gd name="connsiteY34" fmla="*/ 78415 h 143531"/>
                <a:gd name="connsiteX35" fmla="*/ 51119 w 168586"/>
                <a:gd name="connsiteY35" fmla="*/ 78415 h 143531"/>
                <a:gd name="connsiteX36" fmla="*/ 90737 w 168586"/>
                <a:gd name="connsiteY36" fmla="*/ 16490 h 143531"/>
                <a:gd name="connsiteX37" fmla="*/ 117575 w 168586"/>
                <a:gd name="connsiteY37" fmla="*/ 78415 h 143531"/>
                <a:gd name="connsiteX38" fmla="*/ 90737 w 168586"/>
                <a:gd name="connsiteY38" fmla="*/ 78415 h 143531"/>
                <a:gd name="connsiteX39" fmla="*/ 90737 w 168586"/>
                <a:gd name="connsiteY39" fmla="*/ 16490 h 143531"/>
                <a:gd name="connsiteX40" fmla="*/ 155275 w 168586"/>
                <a:gd name="connsiteY40" fmla="*/ 78415 h 143531"/>
                <a:gd name="connsiteX41" fmla="*/ 130355 w 168586"/>
                <a:gd name="connsiteY41" fmla="*/ 78415 h 143531"/>
                <a:gd name="connsiteX42" fmla="*/ 107990 w 168586"/>
                <a:gd name="connsiteY42" fmla="*/ 17767 h 143531"/>
                <a:gd name="connsiteX43" fmla="*/ 155275 w 168586"/>
                <a:gd name="connsiteY43" fmla="*/ 78415 h 143531"/>
                <a:gd name="connsiteX44" fmla="*/ 155275 w 168586"/>
                <a:gd name="connsiteY44" fmla="*/ 78415 h 143531"/>
                <a:gd name="connsiteX45" fmla="*/ 61344 w 168586"/>
                <a:gd name="connsiteY45" fmla="*/ 17129 h 143531"/>
                <a:gd name="connsiteX46" fmla="*/ 38979 w 168586"/>
                <a:gd name="connsiteY46" fmla="*/ 77776 h 143531"/>
                <a:gd name="connsiteX47" fmla="*/ 14058 w 168586"/>
                <a:gd name="connsiteY47" fmla="*/ 77776 h 143531"/>
                <a:gd name="connsiteX48" fmla="*/ 61344 w 168586"/>
                <a:gd name="connsiteY48" fmla="*/ 17129 h 143531"/>
                <a:gd name="connsiteX49" fmla="*/ 61344 w 168586"/>
                <a:gd name="connsiteY49" fmla="*/ 17129 h 143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68586" h="143531">
                  <a:moveTo>
                    <a:pt x="15336" y="120549"/>
                  </a:moveTo>
                  <a:cubicBezTo>
                    <a:pt x="18531" y="119272"/>
                    <a:pt x="20448" y="115442"/>
                    <a:pt x="18531" y="112250"/>
                  </a:cubicBezTo>
                  <a:cubicBezTo>
                    <a:pt x="18531" y="112250"/>
                    <a:pt x="18531" y="112250"/>
                    <a:pt x="18531" y="112250"/>
                  </a:cubicBezTo>
                  <a:cubicBezTo>
                    <a:pt x="15975" y="105866"/>
                    <a:pt x="14058" y="98205"/>
                    <a:pt x="13419" y="91183"/>
                  </a:cubicBezTo>
                  <a:lnTo>
                    <a:pt x="38979" y="91183"/>
                  </a:lnTo>
                  <a:cubicBezTo>
                    <a:pt x="40257" y="107781"/>
                    <a:pt x="46008" y="124379"/>
                    <a:pt x="54314" y="139063"/>
                  </a:cubicBezTo>
                  <a:cubicBezTo>
                    <a:pt x="55593" y="140978"/>
                    <a:pt x="57509" y="142255"/>
                    <a:pt x="60066" y="142255"/>
                  </a:cubicBezTo>
                  <a:cubicBezTo>
                    <a:pt x="61344" y="142255"/>
                    <a:pt x="61982" y="142255"/>
                    <a:pt x="63261" y="141616"/>
                  </a:cubicBezTo>
                  <a:cubicBezTo>
                    <a:pt x="66456" y="139701"/>
                    <a:pt x="67094" y="135871"/>
                    <a:pt x="65816" y="132679"/>
                  </a:cubicBezTo>
                  <a:cubicBezTo>
                    <a:pt x="58149" y="119911"/>
                    <a:pt x="53676" y="105866"/>
                    <a:pt x="51759" y="91183"/>
                  </a:cubicBezTo>
                  <a:lnTo>
                    <a:pt x="78596" y="91183"/>
                  </a:lnTo>
                  <a:lnTo>
                    <a:pt x="78596" y="135871"/>
                  </a:lnTo>
                  <a:cubicBezTo>
                    <a:pt x="78596" y="139701"/>
                    <a:pt x="81152" y="142255"/>
                    <a:pt x="84986" y="142255"/>
                  </a:cubicBezTo>
                  <a:cubicBezTo>
                    <a:pt x="88820" y="142255"/>
                    <a:pt x="91376" y="139701"/>
                    <a:pt x="91376" y="135871"/>
                  </a:cubicBezTo>
                  <a:lnTo>
                    <a:pt x="91376" y="91183"/>
                  </a:lnTo>
                  <a:lnTo>
                    <a:pt x="117575" y="91183"/>
                  </a:lnTo>
                  <a:cubicBezTo>
                    <a:pt x="115658" y="106504"/>
                    <a:pt x="111185" y="121187"/>
                    <a:pt x="102878" y="133955"/>
                  </a:cubicBezTo>
                  <a:cubicBezTo>
                    <a:pt x="100961" y="137147"/>
                    <a:pt x="102239" y="140978"/>
                    <a:pt x="105434" y="142893"/>
                  </a:cubicBezTo>
                  <a:cubicBezTo>
                    <a:pt x="106712" y="143531"/>
                    <a:pt x="107351" y="143531"/>
                    <a:pt x="108629" y="143531"/>
                  </a:cubicBezTo>
                  <a:cubicBezTo>
                    <a:pt x="111185" y="143531"/>
                    <a:pt x="113102" y="142255"/>
                    <a:pt x="114380" y="140339"/>
                  </a:cubicBezTo>
                  <a:cubicBezTo>
                    <a:pt x="123326" y="125656"/>
                    <a:pt x="129077" y="108419"/>
                    <a:pt x="130355" y="91183"/>
                  </a:cubicBezTo>
                  <a:lnTo>
                    <a:pt x="155915" y="91183"/>
                  </a:lnTo>
                  <a:cubicBezTo>
                    <a:pt x="155275" y="99482"/>
                    <a:pt x="153358" y="107143"/>
                    <a:pt x="149525" y="114165"/>
                  </a:cubicBezTo>
                  <a:cubicBezTo>
                    <a:pt x="148247" y="117357"/>
                    <a:pt x="149525" y="121187"/>
                    <a:pt x="152720" y="122464"/>
                  </a:cubicBezTo>
                  <a:cubicBezTo>
                    <a:pt x="152720" y="122464"/>
                    <a:pt x="152720" y="122464"/>
                    <a:pt x="152720" y="122464"/>
                  </a:cubicBezTo>
                  <a:cubicBezTo>
                    <a:pt x="153358" y="123103"/>
                    <a:pt x="154637" y="123103"/>
                    <a:pt x="155275" y="123103"/>
                  </a:cubicBezTo>
                  <a:cubicBezTo>
                    <a:pt x="157832" y="123103"/>
                    <a:pt x="159748" y="121826"/>
                    <a:pt x="161027" y="119272"/>
                  </a:cubicBezTo>
                  <a:cubicBezTo>
                    <a:pt x="180196" y="77138"/>
                    <a:pt x="161665" y="27343"/>
                    <a:pt x="119492" y="7553"/>
                  </a:cubicBezTo>
                  <a:cubicBezTo>
                    <a:pt x="77318" y="-11599"/>
                    <a:pt x="27477" y="6914"/>
                    <a:pt x="7668" y="49049"/>
                  </a:cubicBezTo>
                  <a:cubicBezTo>
                    <a:pt x="2556" y="59901"/>
                    <a:pt x="0" y="72031"/>
                    <a:pt x="0" y="84160"/>
                  </a:cubicBezTo>
                  <a:cubicBezTo>
                    <a:pt x="0" y="95013"/>
                    <a:pt x="1917" y="106504"/>
                    <a:pt x="6390" y="116719"/>
                  </a:cubicBezTo>
                  <a:cubicBezTo>
                    <a:pt x="8307" y="120549"/>
                    <a:pt x="12141" y="121826"/>
                    <a:pt x="15336" y="120549"/>
                  </a:cubicBezTo>
                  <a:close/>
                  <a:moveTo>
                    <a:pt x="51119" y="78415"/>
                  </a:moveTo>
                  <a:cubicBezTo>
                    <a:pt x="53036" y="55433"/>
                    <a:pt x="61982" y="33727"/>
                    <a:pt x="77957" y="16490"/>
                  </a:cubicBezTo>
                  <a:lnTo>
                    <a:pt x="77957" y="78415"/>
                  </a:lnTo>
                  <a:lnTo>
                    <a:pt x="51119" y="78415"/>
                  </a:lnTo>
                  <a:close/>
                  <a:moveTo>
                    <a:pt x="90737" y="16490"/>
                  </a:moveTo>
                  <a:cubicBezTo>
                    <a:pt x="106712" y="33089"/>
                    <a:pt x="115658" y="55433"/>
                    <a:pt x="117575" y="78415"/>
                  </a:cubicBezTo>
                  <a:lnTo>
                    <a:pt x="90737" y="78415"/>
                  </a:lnTo>
                  <a:lnTo>
                    <a:pt x="90737" y="16490"/>
                  </a:lnTo>
                  <a:close/>
                  <a:moveTo>
                    <a:pt x="155275" y="78415"/>
                  </a:moveTo>
                  <a:lnTo>
                    <a:pt x="130355" y="78415"/>
                  </a:lnTo>
                  <a:cubicBezTo>
                    <a:pt x="129077" y="56071"/>
                    <a:pt x="120770" y="35004"/>
                    <a:pt x="107990" y="17767"/>
                  </a:cubicBezTo>
                  <a:cubicBezTo>
                    <a:pt x="134189" y="26705"/>
                    <a:pt x="152720" y="50325"/>
                    <a:pt x="155275" y="78415"/>
                  </a:cubicBezTo>
                  <a:lnTo>
                    <a:pt x="155275" y="78415"/>
                  </a:lnTo>
                  <a:close/>
                  <a:moveTo>
                    <a:pt x="61344" y="17129"/>
                  </a:moveTo>
                  <a:cubicBezTo>
                    <a:pt x="47925" y="35004"/>
                    <a:pt x="40257" y="56071"/>
                    <a:pt x="38979" y="77776"/>
                  </a:cubicBezTo>
                  <a:lnTo>
                    <a:pt x="14058" y="77776"/>
                  </a:lnTo>
                  <a:cubicBezTo>
                    <a:pt x="15975" y="50325"/>
                    <a:pt x="34506" y="26705"/>
                    <a:pt x="61344" y="17129"/>
                  </a:cubicBezTo>
                  <a:lnTo>
                    <a:pt x="61344" y="17129"/>
                  </a:lnTo>
                  <a:close/>
                </a:path>
              </a:pathLst>
            </a:custGeom>
            <a:solidFill>
              <a:srgbClr val="0097A9"/>
            </a:solidFill>
            <a:ln w="6390" cap="flat">
              <a:noFill/>
              <a:prstDash val="solid"/>
              <a:miter/>
            </a:ln>
          </p:spPr>
          <p:txBody>
            <a:bodyPr rtlCol="0" anchor="ctr"/>
            <a:lstStyle/>
            <a:p>
              <a:endParaRPr lang="en-US"/>
            </a:p>
          </p:txBody>
        </p:sp>
        <p:sp>
          <p:nvSpPr>
            <p:cNvPr id="224" name="Graphic 4">
              <a:extLst>
                <a:ext uri="{FF2B5EF4-FFF2-40B4-BE49-F238E27FC236}">
                  <a16:creationId xmlns:a16="http://schemas.microsoft.com/office/drawing/2014/main" id="{D19D5E70-51B1-BA45-AFF2-31E13C5C1D66}"/>
                </a:ext>
              </a:extLst>
            </p:cNvPr>
            <p:cNvSpPr/>
            <p:nvPr/>
          </p:nvSpPr>
          <p:spPr>
            <a:xfrm>
              <a:off x="3665998" y="4501040"/>
              <a:ext cx="247485" cy="100696"/>
            </a:xfrm>
            <a:custGeom>
              <a:avLst/>
              <a:gdLst>
                <a:gd name="connsiteX0" fmla="*/ 241448 w 247485"/>
                <a:gd name="connsiteY0" fmla="*/ 21535 h 100696"/>
                <a:gd name="connsiteX1" fmla="*/ 184578 w 247485"/>
                <a:gd name="connsiteY1" fmla="*/ 1745 h 100696"/>
                <a:gd name="connsiteX2" fmla="*/ 120678 w 247485"/>
                <a:gd name="connsiteY2" fmla="*/ 24089 h 100696"/>
                <a:gd name="connsiteX3" fmla="*/ 88729 w 247485"/>
                <a:gd name="connsiteY3" fmla="*/ 28558 h 100696"/>
                <a:gd name="connsiteX4" fmla="*/ 77866 w 247485"/>
                <a:gd name="connsiteY4" fmla="*/ 34942 h 100696"/>
                <a:gd name="connsiteX5" fmla="*/ 29942 w 247485"/>
                <a:gd name="connsiteY5" fmla="*/ 4298 h 100696"/>
                <a:gd name="connsiteX6" fmla="*/ 29302 w 247485"/>
                <a:gd name="connsiteY6" fmla="*/ 3660 h 100696"/>
                <a:gd name="connsiteX7" fmla="*/ 2465 w 247485"/>
                <a:gd name="connsiteY7" fmla="*/ 9406 h 100696"/>
                <a:gd name="connsiteX8" fmla="*/ 4382 w 247485"/>
                <a:gd name="connsiteY8" fmla="*/ 27281 h 100696"/>
                <a:gd name="connsiteX9" fmla="*/ 52306 w 247485"/>
                <a:gd name="connsiteY9" fmla="*/ 72607 h 100696"/>
                <a:gd name="connsiteX10" fmla="*/ 67642 w 247485"/>
                <a:gd name="connsiteY10" fmla="*/ 81545 h 100696"/>
                <a:gd name="connsiteX11" fmla="*/ 116206 w 247485"/>
                <a:gd name="connsiteY11" fmla="*/ 98143 h 100696"/>
                <a:gd name="connsiteX12" fmla="*/ 132819 w 247485"/>
                <a:gd name="connsiteY12" fmla="*/ 100697 h 100696"/>
                <a:gd name="connsiteX13" fmla="*/ 145599 w 247485"/>
                <a:gd name="connsiteY13" fmla="*/ 98781 h 100696"/>
                <a:gd name="connsiteX14" fmla="*/ 196719 w 247485"/>
                <a:gd name="connsiteY14" fmla="*/ 85375 h 100696"/>
                <a:gd name="connsiteX15" fmla="*/ 218445 w 247485"/>
                <a:gd name="connsiteY15" fmla="*/ 86013 h 100696"/>
                <a:gd name="connsiteX16" fmla="*/ 221001 w 247485"/>
                <a:gd name="connsiteY16" fmla="*/ 86652 h 100696"/>
                <a:gd name="connsiteX17" fmla="*/ 229307 w 247485"/>
                <a:gd name="connsiteY17" fmla="*/ 82821 h 100696"/>
                <a:gd name="connsiteX18" fmla="*/ 225474 w 247485"/>
                <a:gd name="connsiteY18" fmla="*/ 74522 h 100696"/>
                <a:gd name="connsiteX19" fmla="*/ 225474 w 247485"/>
                <a:gd name="connsiteY19" fmla="*/ 74522 h 100696"/>
                <a:gd name="connsiteX20" fmla="*/ 222917 w 247485"/>
                <a:gd name="connsiteY20" fmla="*/ 73884 h 100696"/>
                <a:gd name="connsiteX21" fmla="*/ 194163 w 247485"/>
                <a:gd name="connsiteY21" fmla="*/ 72607 h 100696"/>
                <a:gd name="connsiteX22" fmla="*/ 143043 w 247485"/>
                <a:gd name="connsiteY22" fmla="*/ 86013 h 100696"/>
                <a:gd name="connsiteX23" fmla="*/ 121318 w 247485"/>
                <a:gd name="connsiteY23" fmla="*/ 85375 h 100696"/>
                <a:gd name="connsiteX24" fmla="*/ 72754 w 247485"/>
                <a:gd name="connsiteY24" fmla="*/ 68777 h 100696"/>
                <a:gd name="connsiteX25" fmla="*/ 61891 w 247485"/>
                <a:gd name="connsiteY25" fmla="*/ 62393 h 100696"/>
                <a:gd name="connsiteX26" fmla="*/ 13967 w 247485"/>
                <a:gd name="connsiteY26" fmla="*/ 17705 h 100696"/>
                <a:gd name="connsiteX27" fmla="*/ 13328 w 247485"/>
                <a:gd name="connsiteY27" fmla="*/ 17066 h 100696"/>
                <a:gd name="connsiteX28" fmla="*/ 15244 w 247485"/>
                <a:gd name="connsiteY28" fmla="*/ 15151 h 100696"/>
                <a:gd name="connsiteX29" fmla="*/ 24829 w 247485"/>
                <a:gd name="connsiteY29" fmla="*/ 15151 h 100696"/>
                <a:gd name="connsiteX30" fmla="*/ 72115 w 247485"/>
                <a:gd name="connsiteY30" fmla="*/ 45156 h 100696"/>
                <a:gd name="connsiteX31" fmla="*/ 70837 w 247485"/>
                <a:gd name="connsiteY31" fmla="*/ 53455 h 100696"/>
                <a:gd name="connsiteX32" fmla="*/ 86812 w 247485"/>
                <a:gd name="connsiteY32" fmla="*/ 64946 h 100696"/>
                <a:gd name="connsiteX33" fmla="*/ 120040 w 247485"/>
                <a:gd name="connsiteY33" fmla="*/ 68777 h 100696"/>
                <a:gd name="connsiteX34" fmla="*/ 125151 w 247485"/>
                <a:gd name="connsiteY34" fmla="*/ 68777 h 100696"/>
                <a:gd name="connsiteX35" fmla="*/ 139209 w 247485"/>
                <a:gd name="connsiteY35" fmla="*/ 66223 h 100696"/>
                <a:gd name="connsiteX36" fmla="*/ 164769 w 247485"/>
                <a:gd name="connsiteY36" fmla="*/ 57286 h 100696"/>
                <a:gd name="connsiteX37" fmla="*/ 168603 w 247485"/>
                <a:gd name="connsiteY37" fmla="*/ 48986 h 100696"/>
                <a:gd name="connsiteX38" fmla="*/ 160296 w 247485"/>
                <a:gd name="connsiteY38" fmla="*/ 45156 h 100696"/>
                <a:gd name="connsiteX39" fmla="*/ 160296 w 247485"/>
                <a:gd name="connsiteY39" fmla="*/ 45156 h 100696"/>
                <a:gd name="connsiteX40" fmla="*/ 134736 w 247485"/>
                <a:gd name="connsiteY40" fmla="*/ 54094 h 100696"/>
                <a:gd name="connsiteX41" fmla="*/ 121318 w 247485"/>
                <a:gd name="connsiteY41" fmla="*/ 55370 h 100696"/>
                <a:gd name="connsiteX42" fmla="*/ 87451 w 247485"/>
                <a:gd name="connsiteY42" fmla="*/ 51540 h 100696"/>
                <a:gd name="connsiteX43" fmla="*/ 83617 w 247485"/>
                <a:gd name="connsiteY43" fmla="*/ 50902 h 100696"/>
                <a:gd name="connsiteX44" fmla="*/ 83617 w 247485"/>
                <a:gd name="connsiteY44" fmla="*/ 50902 h 100696"/>
                <a:gd name="connsiteX45" fmla="*/ 94480 w 247485"/>
                <a:gd name="connsiteY45" fmla="*/ 39410 h 100696"/>
                <a:gd name="connsiteX46" fmla="*/ 125151 w 247485"/>
                <a:gd name="connsiteY46" fmla="*/ 34942 h 100696"/>
                <a:gd name="connsiteX47" fmla="*/ 129625 w 247485"/>
                <a:gd name="connsiteY47" fmla="*/ 33026 h 100696"/>
                <a:gd name="connsiteX48" fmla="*/ 182022 w 247485"/>
                <a:gd name="connsiteY48" fmla="*/ 11959 h 100696"/>
                <a:gd name="connsiteX49" fmla="*/ 238892 w 247485"/>
                <a:gd name="connsiteY49" fmla="*/ 31750 h 100696"/>
                <a:gd name="connsiteX50" fmla="*/ 247200 w 247485"/>
                <a:gd name="connsiteY50" fmla="*/ 27919 h 100696"/>
                <a:gd name="connsiteX51" fmla="*/ 241448 w 247485"/>
                <a:gd name="connsiteY51" fmla="*/ 21535 h 100696"/>
                <a:gd name="connsiteX52" fmla="*/ 241448 w 247485"/>
                <a:gd name="connsiteY52" fmla="*/ 21535 h 100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47485" h="100696">
                  <a:moveTo>
                    <a:pt x="241448" y="21535"/>
                  </a:moveTo>
                  <a:lnTo>
                    <a:pt x="184578" y="1745"/>
                  </a:lnTo>
                  <a:cubicBezTo>
                    <a:pt x="155823" y="-6554"/>
                    <a:pt x="128346" y="17066"/>
                    <a:pt x="120678" y="24089"/>
                  </a:cubicBezTo>
                  <a:cubicBezTo>
                    <a:pt x="109816" y="24089"/>
                    <a:pt x="98953" y="25366"/>
                    <a:pt x="88729" y="28558"/>
                  </a:cubicBezTo>
                  <a:cubicBezTo>
                    <a:pt x="84895" y="29834"/>
                    <a:pt x="81061" y="31750"/>
                    <a:pt x="77866" y="34942"/>
                  </a:cubicBezTo>
                  <a:lnTo>
                    <a:pt x="29942" y="4298"/>
                  </a:lnTo>
                  <a:lnTo>
                    <a:pt x="29302" y="3660"/>
                  </a:lnTo>
                  <a:cubicBezTo>
                    <a:pt x="19718" y="-809"/>
                    <a:pt x="8855" y="1745"/>
                    <a:pt x="2465" y="9406"/>
                  </a:cubicBezTo>
                  <a:cubicBezTo>
                    <a:pt x="-1369" y="15151"/>
                    <a:pt x="-730" y="22812"/>
                    <a:pt x="4382" y="27281"/>
                  </a:cubicBezTo>
                  <a:lnTo>
                    <a:pt x="52306" y="72607"/>
                  </a:lnTo>
                  <a:cubicBezTo>
                    <a:pt x="56779" y="76437"/>
                    <a:pt x="61891" y="79629"/>
                    <a:pt x="67642" y="81545"/>
                  </a:cubicBezTo>
                  <a:lnTo>
                    <a:pt x="116206" y="98143"/>
                  </a:lnTo>
                  <a:cubicBezTo>
                    <a:pt x="121318" y="100058"/>
                    <a:pt x="127068" y="100697"/>
                    <a:pt x="132819" y="100697"/>
                  </a:cubicBezTo>
                  <a:cubicBezTo>
                    <a:pt x="137293" y="100697"/>
                    <a:pt x="141126" y="100058"/>
                    <a:pt x="145599" y="98781"/>
                  </a:cubicBezTo>
                  <a:lnTo>
                    <a:pt x="196719" y="85375"/>
                  </a:lnTo>
                  <a:cubicBezTo>
                    <a:pt x="203748" y="83460"/>
                    <a:pt x="211416" y="84098"/>
                    <a:pt x="218445" y="86013"/>
                  </a:cubicBezTo>
                  <a:lnTo>
                    <a:pt x="221001" y="86652"/>
                  </a:lnTo>
                  <a:cubicBezTo>
                    <a:pt x="224196" y="87929"/>
                    <a:pt x="228030" y="86013"/>
                    <a:pt x="229307" y="82821"/>
                  </a:cubicBezTo>
                  <a:cubicBezTo>
                    <a:pt x="230585" y="79629"/>
                    <a:pt x="228669" y="75799"/>
                    <a:pt x="225474" y="74522"/>
                  </a:cubicBezTo>
                  <a:cubicBezTo>
                    <a:pt x="225474" y="74522"/>
                    <a:pt x="225474" y="74522"/>
                    <a:pt x="225474" y="74522"/>
                  </a:cubicBezTo>
                  <a:lnTo>
                    <a:pt x="222917" y="73884"/>
                  </a:lnTo>
                  <a:cubicBezTo>
                    <a:pt x="213333" y="70692"/>
                    <a:pt x="203748" y="70054"/>
                    <a:pt x="194163" y="72607"/>
                  </a:cubicBezTo>
                  <a:lnTo>
                    <a:pt x="143043" y="86013"/>
                  </a:lnTo>
                  <a:cubicBezTo>
                    <a:pt x="136014" y="87929"/>
                    <a:pt x="128346" y="87929"/>
                    <a:pt x="121318" y="85375"/>
                  </a:cubicBezTo>
                  <a:lnTo>
                    <a:pt x="72754" y="68777"/>
                  </a:lnTo>
                  <a:cubicBezTo>
                    <a:pt x="68920" y="67500"/>
                    <a:pt x="65086" y="64946"/>
                    <a:pt x="61891" y="62393"/>
                  </a:cubicBezTo>
                  <a:lnTo>
                    <a:pt x="13967" y="17705"/>
                  </a:lnTo>
                  <a:cubicBezTo>
                    <a:pt x="13328" y="17066"/>
                    <a:pt x="13328" y="17066"/>
                    <a:pt x="13328" y="17066"/>
                  </a:cubicBezTo>
                  <a:cubicBezTo>
                    <a:pt x="13328" y="17066"/>
                    <a:pt x="13967" y="15790"/>
                    <a:pt x="15244" y="15151"/>
                  </a:cubicBezTo>
                  <a:cubicBezTo>
                    <a:pt x="18439" y="13874"/>
                    <a:pt x="21634" y="13874"/>
                    <a:pt x="24829" y="15151"/>
                  </a:cubicBezTo>
                  <a:lnTo>
                    <a:pt x="72115" y="45156"/>
                  </a:lnTo>
                  <a:cubicBezTo>
                    <a:pt x="70837" y="47710"/>
                    <a:pt x="70837" y="50263"/>
                    <a:pt x="70837" y="53455"/>
                  </a:cubicBezTo>
                  <a:cubicBezTo>
                    <a:pt x="72115" y="61116"/>
                    <a:pt x="79144" y="66223"/>
                    <a:pt x="86812" y="64946"/>
                  </a:cubicBezTo>
                  <a:lnTo>
                    <a:pt x="120040" y="68777"/>
                  </a:lnTo>
                  <a:cubicBezTo>
                    <a:pt x="121318" y="68777"/>
                    <a:pt x="123235" y="68777"/>
                    <a:pt x="125151" y="68777"/>
                  </a:cubicBezTo>
                  <a:cubicBezTo>
                    <a:pt x="130263" y="68777"/>
                    <a:pt x="134736" y="68138"/>
                    <a:pt x="139209" y="66223"/>
                  </a:cubicBezTo>
                  <a:lnTo>
                    <a:pt x="164769" y="57286"/>
                  </a:lnTo>
                  <a:cubicBezTo>
                    <a:pt x="167964" y="56009"/>
                    <a:pt x="169881" y="52817"/>
                    <a:pt x="168603" y="48986"/>
                  </a:cubicBezTo>
                  <a:cubicBezTo>
                    <a:pt x="167325" y="45156"/>
                    <a:pt x="164130" y="43879"/>
                    <a:pt x="160296" y="45156"/>
                  </a:cubicBezTo>
                  <a:lnTo>
                    <a:pt x="160296" y="45156"/>
                  </a:lnTo>
                  <a:lnTo>
                    <a:pt x="134736" y="54094"/>
                  </a:lnTo>
                  <a:cubicBezTo>
                    <a:pt x="130263" y="55370"/>
                    <a:pt x="125791" y="56009"/>
                    <a:pt x="121318" y="55370"/>
                  </a:cubicBezTo>
                  <a:lnTo>
                    <a:pt x="87451" y="51540"/>
                  </a:lnTo>
                  <a:cubicBezTo>
                    <a:pt x="86173" y="51540"/>
                    <a:pt x="84895" y="51540"/>
                    <a:pt x="83617" y="50902"/>
                  </a:cubicBezTo>
                  <a:lnTo>
                    <a:pt x="83617" y="50902"/>
                  </a:lnTo>
                  <a:cubicBezTo>
                    <a:pt x="82978" y="48986"/>
                    <a:pt x="86812" y="41964"/>
                    <a:pt x="94480" y="39410"/>
                  </a:cubicBezTo>
                  <a:cubicBezTo>
                    <a:pt x="104704" y="36218"/>
                    <a:pt x="114928" y="34942"/>
                    <a:pt x="125151" y="34942"/>
                  </a:cubicBezTo>
                  <a:cubicBezTo>
                    <a:pt x="127068" y="34942"/>
                    <a:pt x="128346" y="34303"/>
                    <a:pt x="129625" y="33026"/>
                  </a:cubicBezTo>
                  <a:cubicBezTo>
                    <a:pt x="129625" y="33026"/>
                    <a:pt x="157101" y="4937"/>
                    <a:pt x="182022" y="11959"/>
                  </a:cubicBezTo>
                  <a:lnTo>
                    <a:pt x="238892" y="31750"/>
                  </a:lnTo>
                  <a:cubicBezTo>
                    <a:pt x="242087" y="33026"/>
                    <a:pt x="245921" y="31111"/>
                    <a:pt x="247200" y="27919"/>
                  </a:cubicBezTo>
                  <a:cubicBezTo>
                    <a:pt x="248477" y="24727"/>
                    <a:pt x="245282" y="22812"/>
                    <a:pt x="241448" y="21535"/>
                  </a:cubicBezTo>
                  <a:lnTo>
                    <a:pt x="241448" y="21535"/>
                  </a:lnTo>
                  <a:close/>
                </a:path>
              </a:pathLst>
            </a:custGeom>
            <a:solidFill>
              <a:srgbClr val="0097A9"/>
            </a:solidFill>
            <a:ln w="6390" cap="flat">
              <a:noFill/>
              <a:prstDash val="solid"/>
              <a:miter/>
            </a:ln>
          </p:spPr>
          <p:txBody>
            <a:bodyPr rtlCol="0" anchor="ctr"/>
            <a:lstStyle/>
            <a:p>
              <a:endParaRPr lang="en-US"/>
            </a:p>
          </p:txBody>
        </p:sp>
      </p:grpSp>
      <p:grpSp>
        <p:nvGrpSpPr>
          <p:cNvPr id="225" name="Graphic 4">
            <a:extLst>
              <a:ext uri="{FF2B5EF4-FFF2-40B4-BE49-F238E27FC236}">
                <a16:creationId xmlns:a16="http://schemas.microsoft.com/office/drawing/2014/main" id="{A832C1BF-C95C-8149-9DDA-C32AD8409F2F}"/>
              </a:ext>
            </a:extLst>
          </p:cNvPr>
          <p:cNvGrpSpPr/>
          <p:nvPr/>
        </p:nvGrpSpPr>
        <p:grpSpPr>
          <a:xfrm>
            <a:off x="3607758" y="2855717"/>
            <a:ext cx="362309" cy="361971"/>
            <a:chOff x="3607758" y="2855717"/>
            <a:chExt cx="362309" cy="361971"/>
          </a:xfrm>
          <a:solidFill>
            <a:srgbClr val="0097A9"/>
          </a:solidFill>
        </p:grpSpPr>
        <p:sp>
          <p:nvSpPr>
            <p:cNvPr id="226" name="Graphic 4">
              <a:extLst>
                <a:ext uri="{FF2B5EF4-FFF2-40B4-BE49-F238E27FC236}">
                  <a16:creationId xmlns:a16="http://schemas.microsoft.com/office/drawing/2014/main" id="{00CC8032-EF49-FC4B-A4B0-7B25E5BC8A18}"/>
                </a:ext>
              </a:extLst>
            </p:cNvPr>
            <p:cNvSpPr/>
            <p:nvPr/>
          </p:nvSpPr>
          <p:spPr>
            <a:xfrm>
              <a:off x="3607758" y="28557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0667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0438"/>
                    <a:pt x="0" y="180667"/>
                  </a:cubicBezTo>
                  <a:cubicBezTo>
                    <a:pt x="0" y="280895"/>
                    <a:pt x="80513" y="361972"/>
                    <a:pt x="180836" y="361972"/>
                  </a:cubicBezTo>
                  <a:cubicBezTo>
                    <a:pt x="281157" y="361972"/>
                    <a:pt x="362310" y="281533"/>
                    <a:pt x="362310" y="181305"/>
                  </a:cubicBezTo>
                  <a:cubicBezTo>
                    <a:pt x="362310" y="181305"/>
                    <a:pt x="362310" y="181305"/>
                    <a:pt x="362310" y="180667"/>
                  </a:cubicBezTo>
                  <a:cubicBezTo>
                    <a:pt x="362310" y="81076"/>
                    <a:pt x="281157" y="0"/>
                    <a:pt x="181474" y="0"/>
                  </a:cubicBezTo>
                  <a:close/>
                  <a:moveTo>
                    <a:pt x="181474" y="349204"/>
                  </a:moveTo>
                  <a:cubicBezTo>
                    <a:pt x="88181" y="349204"/>
                    <a:pt x="12780" y="274511"/>
                    <a:pt x="12780" y="181305"/>
                  </a:cubicBezTo>
                  <a:cubicBezTo>
                    <a:pt x="12780" y="88099"/>
                    <a:pt x="87542" y="12768"/>
                    <a:pt x="180836" y="12768"/>
                  </a:cubicBezTo>
                  <a:cubicBezTo>
                    <a:pt x="274128" y="12768"/>
                    <a:pt x="349530" y="87460"/>
                    <a:pt x="349530" y="180667"/>
                  </a:cubicBezTo>
                  <a:cubicBezTo>
                    <a:pt x="349530" y="180667"/>
                    <a:pt x="349530" y="180667"/>
                    <a:pt x="349530" y="180667"/>
                  </a:cubicBezTo>
                  <a:cubicBezTo>
                    <a:pt x="349530" y="273234"/>
                    <a:pt x="274128" y="348565"/>
                    <a:pt x="181474" y="349204"/>
                  </a:cubicBezTo>
                  <a:close/>
                </a:path>
              </a:pathLst>
            </a:custGeom>
            <a:solidFill>
              <a:srgbClr val="0097A9"/>
            </a:solidFill>
            <a:ln w="6390" cap="flat">
              <a:noFill/>
              <a:prstDash val="solid"/>
              <a:miter/>
            </a:ln>
          </p:spPr>
          <p:txBody>
            <a:bodyPr rtlCol="0" anchor="ctr"/>
            <a:lstStyle/>
            <a:p>
              <a:endParaRPr lang="en-US"/>
            </a:p>
          </p:txBody>
        </p:sp>
        <p:sp>
          <p:nvSpPr>
            <p:cNvPr id="227" name="Graphic 4">
              <a:extLst>
                <a:ext uri="{FF2B5EF4-FFF2-40B4-BE49-F238E27FC236}">
                  <a16:creationId xmlns:a16="http://schemas.microsoft.com/office/drawing/2014/main" id="{7BF47CE1-7148-DA44-825D-D5999851747B}"/>
                </a:ext>
              </a:extLst>
            </p:cNvPr>
            <p:cNvSpPr/>
            <p:nvPr/>
          </p:nvSpPr>
          <p:spPr>
            <a:xfrm>
              <a:off x="3699676" y="2915088"/>
              <a:ext cx="178473" cy="249672"/>
            </a:xfrm>
            <a:custGeom>
              <a:avLst/>
              <a:gdLst>
                <a:gd name="connsiteX0" fmla="*/ 95946 w 178473"/>
                <a:gd name="connsiteY0" fmla="*/ 6384 h 249672"/>
                <a:gd name="connsiteX1" fmla="*/ 89556 w 178473"/>
                <a:gd name="connsiteY1" fmla="*/ 0 h 249672"/>
                <a:gd name="connsiteX2" fmla="*/ 83166 w 178473"/>
                <a:gd name="connsiteY2" fmla="*/ 6384 h 249672"/>
                <a:gd name="connsiteX3" fmla="*/ 30769 w 178473"/>
                <a:gd name="connsiteY3" fmla="*/ 84269 h 249672"/>
                <a:gd name="connsiteX4" fmla="*/ 8404 w 178473"/>
                <a:gd name="connsiteY4" fmla="*/ 200457 h 249672"/>
                <a:gd name="connsiteX5" fmla="*/ 88917 w 178473"/>
                <a:gd name="connsiteY5" fmla="*/ 249614 h 249672"/>
                <a:gd name="connsiteX6" fmla="*/ 89556 w 178473"/>
                <a:gd name="connsiteY6" fmla="*/ 249614 h 249672"/>
                <a:gd name="connsiteX7" fmla="*/ 170069 w 178473"/>
                <a:gd name="connsiteY7" fmla="*/ 200457 h 249672"/>
                <a:gd name="connsiteX8" fmla="*/ 147705 w 178473"/>
                <a:gd name="connsiteY8" fmla="*/ 84269 h 249672"/>
                <a:gd name="connsiteX9" fmla="*/ 95946 w 178473"/>
                <a:gd name="connsiteY9" fmla="*/ 6384 h 249672"/>
                <a:gd name="connsiteX10" fmla="*/ 159207 w 178473"/>
                <a:gd name="connsiteY10" fmla="*/ 195350 h 249672"/>
                <a:gd name="connsiteX11" fmla="*/ 90195 w 178473"/>
                <a:gd name="connsiteY11" fmla="*/ 237484 h 249672"/>
                <a:gd name="connsiteX12" fmla="*/ 89556 w 178473"/>
                <a:gd name="connsiteY12" fmla="*/ 237484 h 249672"/>
                <a:gd name="connsiteX13" fmla="*/ 20545 w 178473"/>
                <a:gd name="connsiteY13" fmla="*/ 195350 h 249672"/>
                <a:gd name="connsiteX14" fmla="*/ 40993 w 178473"/>
                <a:gd name="connsiteY14" fmla="*/ 92568 h 249672"/>
                <a:gd name="connsiteX15" fmla="*/ 90195 w 178473"/>
                <a:gd name="connsiteY15" fmla="*/ 24897 h 249672"/>
                <a:gd name="connsiteX16" fmla="*/ 139398 w 178473"/>
                <a:gd name="connsiteY16" fmla="*/ 92568 h 249672"/>
                <a:gd name="connsiteX17" fmla="*/ 159207 w 178473"/>
                <a:gd name="connsiteY17" fmla="*/ 195350 h 249672"/>
                <a:gd name="connsiteX18" fmla="*/ 159207 w 178473"/>
                <a:gd name="connsiteY18" fmla="*/ 195350 h 249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8473" h="249672">
                  <a:moveTo>
                    <a:pt x="95946" y="6384"/>
                  </a:moveTo>
                  <a:cubicBezTo>
                    <a:pt x="95946" y="2554"/>
                    <a:pt x="93390" y="0"/>
                    <a:pt x="89556" y="0"/>
                  </a:cubicBezTo>
                  <a:cubicBezTo>
                    <a:pt x="85722" y="0"/>
                    <a:pt x="83166" y="2554"/>
                    <a:pt x="83166" y="6384"/>
                  </a:cubicBezTo>
                  <a:cubicBezTo>
                    <a:pt x="83166" y="7022"/>
                    <a:pt x="79971" y="26813"/>
                    <a:pt x="30769" y="84269"/>
                  </a:cubicBezTo>
                  <a:cubicBezTo>
                    <a:pt x="97" y="120019"/>
                    <a:pt x="-8210" y="164707"/>
                    <a:pt x="8404" y="200457"/>
                  </a:cubicBezTo>
                  <a:cubicBezTo>
                    <a:pt x="22462" y="231100"/>
                    <a:pt x="52495" y="249614"/>
                    <a:pt x="88917" y="249614"/>
                  </a:cubicBezTo>
                  <a:lnTo>
                    <a:pt x="89556" y="249614"/>
                  </a:lnTo>
                  <a:cubicBezTo>
                    <a:pt x="124062" y="250890"/>
                    <a:pt x="155373" y="231100"/>
                    <a:pt x="170069" y="200457"/>
                  </a:cubicBezTo>
                  <a:cubicBezTo>
                    <a:pt x="186683" y="164068"/>
                    <a:pt x="178377" y="119381"/>
                    <a:pt x="147705" y="84269"/>
                  </a:cubicBezTo>
                  <a:cubicBezTo>
                    <a:pt x="99141" y="26174"/>
                    <a:pt x="95946" y="7022"/>
                    <a:pt x="95946" y="6384"/>
                  </a:cubicBezTo>
                  <a:close/>
                  <a:moveTo>
                    <a:pt x="159207" y="195350"/>
                  </a:moveTo>
                  <a:cubicBezTo>
                    <a:pt x="147066" y="222163"/>
                    <a:pt x="122145" y="237484"/>
                    <a:pt x="90195" y="237484"/>
                  </a:cubicBezTo>
                  <a:lnTo>
                    <a:pt x="89556" y="237484"/>
                  </a:lnTo>
                  <a:cubicBezTo>
                    <a:pt x="57607" y="237484"/>
                    <a:pt x="32686" y="222163"/>
                    <a:pt x="20545" y="195350"/>
                  </a:cubicBezTo>
                  <a:cubicBezTo>
                    <a:pt x="5848" y="163430"/>
                    <a:pt x="13516" y="124488"/>
                    <a:pt x="40993" y="92568"/>
                  </a:cubicBezTo>
                  <a:cubicBezTo>
                    <a:pt x="69748" y="59371"/>
                    <a:pt x="83166" y="37665"/>
                    <a:pt x="90195" y="24897"/>
                  </a:cubicBezTo>
                  <a:cubicBezTo>
                    <a:pt x="104253" y="49157"/>
                    <a:pt x="120867" y="72139"/>
                    <a:pt x="139398" y="92568"/>
                  </a:cubicBezTo>
                  <a:cubicBezTo>
                    <a:pt x="165597" y="124488"/>
                    <a:pt x="173264" y="163430"/>
                    <a:pt x="159207" y="195350"/>
                  </a:cubicBezTo>
                  <a:lnTo>
                    <a:pt x="159207" y="195350"/>
                  </a:lnTo>
                  <a:close/>
                </a:path>
              </a:pathLst>
            </a:custGeom>
            <a:solidFill>
              <a:srgbClr val="0097A9"/>
            </a:solidFill>
            <a:ln w="6390" cap="flat">
              <a:noFill/>
              <a:prstDash val="solid"/>
              <a:miter/>
            </a:ln>
          </p:spPr>
          <p:txBody>
            <a:bodyPr rtlCol="0" anchor="ctr"/>
            <a:lstStyle/>
            <a:p>
              <a:endParaRPr lang="en-US"/>
            </a:p>
          </p:txBody>
        </p:sp>
        <p:sp>
          <p:nvSpPr>
            <p:cNvPr id="228" name="Graphic 4">
              <a:extLst>
                <a:ext uri="{FF2B5EF4-FFF2-40B4-BE49-F238E27FC236}">
                  <a16:creationId xmlns:a16="http://schemas.microsoft.com/office/drawing/2014/main" id="{535FC4B4-F4B9-784E-9620-7FA85AF1853A}"/>
                </a:ext>
              </a:extLst>
            </p:cNvPr>
            <p:cNvSpPr/>
            <p:nvPr/>
          </p:nvSpPr>
          <p:spPr>
            <a:xfrm>
              <a:off x="3730324" y="3029878"/>
              <a:ext cx="108749" cy="93980"/>
            </a:xfrm>
            <a:custGeom>
              <a:avLst/>
              <a:gdLst>
                <a:gd name="connsiteX0" fmla="*/ 71688 w 108749"/>
                <a:gd name="connsiteY0" fmla="*/ 122 h 93980"/>
                <a:gd name="connsiteX1" fmla="*/ 64020 w 108749"/>
                <a:gd name="connsiteY1" fmla="*/ 4591 h 93980"/>
                <a:gd name="connsiteX2" fmla="*/ 68493 w 108749"/>
                <a:gd name="connsiteY2" fmla="*/ 12252 h 93980"/>
                <a:gd name="connsiteX3" fmla="*/ 94053 w 108749"/>
                <a:gd name="connsiteY3" fmla="*/ 55663 h 93980"/>
                <a:gd name="connsiteX4" fmla="*/ 50602 w 108749"/>
                <a:gd name="connsiteY4" fmla="*/ 81199 h 93980"/>
                <a:gd name="connsiteX5" fmla="*/ 24403 w 108749"/>
                <a:gd name="connsiteY5" fmla="*/ 41618 h 93980"/>
                <a:gd name="connsiteX6" fmla="*/ 30154 w 108749"/>
                <a:gd name="connsiteY6" fmla="*/ 26935 h 93980"/>
                <a:gd name="connsiteX7" fmla="*/ 34627 w 108749"/>
                <a:gd name="connsiteY7" fmla="*/ 35873 h 93980"/>
                <a:gd name="connsiteX8" fmla="*/ 40378 w 108749"/>
                <a:gd name="connsiteY8" fmla="*/ 39703 h 93980"/>
                <a:gd name="connsiteX9" fmla="*/ 42934 w 108749"/>
                <a:gd name="connsiteY9" fmla="*/ 39065 h 93980"/>
                <a:gd name="connsiteX10" fmla="*/ 46129 w 108749"/>
                <a:gd name="connsiteY10" fmla="*/ 30765 h 93980"/>
                <a:gd name="connsiteX11" fmla="*/ 46129 w 108749"/>
                <a:gd name="connsiteY11" fmla="*/ 30765 h 93980"/>
                <a:gd name="connsiteX12" fmla="*/ 36544 w 108749"/>
                <a:gd name="connsiteY12" fmla="*/ 9060 h 93980"/>
                <a:gd name="connsiteX13" fmla="*/ 29515 w 108749"/>
                <a:gd name="connsiteY13" fmla="*/ 5229 h 93980"/>
                <a:gd name="connsiteX14" fmla="*/ 5233 w 108749"/>
                <a:gd name="connsiteY14" fmla="*/ 9698 h 93980"/>
                <a:gd name="connsiteX15" fmla="*/ 121 w 108749"/>
                <a:gd name="connsiteY15" fmla="*/ 17359 h 93980"/>
                <a:gd name="connsiteX16" fmla="*/ 7789 w 108749"/>
                <a:gd name="connsiteY16" fmla="*/ 22466 h 93980"/>
                <a:gd name="connsiteX17" fmla="*/ 19930 w 108749"/>
                <a:gd name="connsiteY17" fmla="*/ 19913 h 93980"/>
                <a:gd name="connsiteX18" fmla="*/ 33988 w 108749"/>
                <a:gd name="connsiteY18" fmla="*/ 86306 h 93980"/>
                <a:gd name="connsiteX19" fmla="*/ 53157 w 108749"/>
                <a:gd name="connsiteY19" fmla="*/ 93329 h 93980"/>
                <a:gd name="connsiteX20" fmla="*/ 60187 w 108749"/>
                <a:gd name="connsiteY20" fmla="*/ 93967 h 93980"/>
                <a:gd name="connsiteX21" fmla="*/ 108750 w 108749"/>
                <a:gd name="connsiteY21" fmla="*/ 46087 h 93980"/>
                <a:gd name="connsiteX22" fmla="*/ 71688 w 108749"/>
                <a:gd name="connsiteY22" fmla="*/ 122 h 9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8749" h="93980">
                  <a:moveTo>
                    <a:pt x="71688" y="122"/>
                  </a:moveTo>
                  <a:cubicBezTo>
                    <a:pt x="68493" y="-516"/>
                    <a:pt x="64660" y="1399"/>
                    <a:pt x="64020" y="4591"/>
                  </a:cubicBezTo>
                  <a:cubicBezTo>
                    <a:pt x="63382" y="7783"/>
                    <a:pt x="65298" y="11613"/>
                    <a:pt x="68493" y="12252"/>
                  </a:cubicBezTo>
                  <a:cubicBezTo>
                    <a:pt x="87663" y="17359"/>
                    <a:pt x="99165" y="36511"/>
                    <a:pt x="94053" y="55663"/>
                  </a:cubicBezTo>
                  <a:cubicBezTo>
                    <a:pt x="88941" y="74815"/>
                    <a:pt x="69772" y="86306"/>
                    <a:pt x="50602" y="81199"/>
                  </a:cubicBezTo>
                  <a:cubicBezTo>
                    <a:pt x="33349" y="76730"/>
                    <a:pt x="21847" y="59493"/>
                    <a:pt x="24403" y="41618"/>
                  </a:cubicBezTo>
                  <a:cubicBezTo>
                    <a:pt x="25042" y="36511"/>
                    <a:pt x="26959" y="31404"/>
                    <a:pt x="30154" y="26935"/>
                  </a:cubicBezTo>
                  <a:lnTo>
                    <a:pt x="34627" y="35873"/>
                  </a:lnTo>
                  <a:cubicBezTo>
                    <a:pt x="35905" y="38426"/>
                    <a:pt x="37822" y="39703"/>
                    <a:pt x="40378" y="39703"/>
                  </a:cubicBezTo>
                  <a:cubicBezTo>
                    <a:pt x="41017" y="39703"/>
                    <a:pt x="42295" y="39703"/>
                    <a:pt x="42934" y="39065"/>
                  </a:cubicBezTo>
                  <a:cubicBezTo>
                    <a:pt x="46129" y="37788"/>
                    <a:pt x="47407" y="33957"/>
                    <a:pt x="46129" y="30765"/>
                  </a:cubicBezTo>
                  <a:cubicBezTo>
                    <a:pt x="46129" y="30765"/>
                    <a:pt x="46129" y="30765"/>
                    <a:pt x="46129" y="30765"/>
                  </a:cubicBezTo>
                  <a:lnTo>
                    <a:pt x="36544" y="9060"/>
                  </a:lnTo>
                  <a:cubicBezTo>
                    <a:pt x="35266" y="6506"/>
                    <a:pt x="32710" y="4591"/>
                    <a:pt x="29515" y="5229"/>
                  </a:cubicBezTo>
                  <a:lnTo>
                    <a:pt x="5233" y="9698"/>
                  </a:lnTo>
                  <a:cubicBezTo>
                    <a:pt x="1399" y="10337"/>
                    <a:pt x="-518" y="13529"/>
                    <a:pt x="121" y="17359"/>
                  </a:cubicBezTo>
                  <a:cubicBezTo>
                    <a:pt x="760" y="21189"/>
                    <a:pt x="3955" y="23105"/>
                    <a:pt x="7789" y="22466"/>
                  </a:cubicBezTo>
                  <a:lnTo>
                    <a:pt x="19930" y="19913"/>
                  </a:lnTo>
                  <a:cubicBezTo>
                    <a:pt x="5233" y="42257"/>
                    <a:pt x="11623" y="72261"/>
                    <a:pt x="33988" y="86306"/>
                  </a:cubicBezTo>
                  <a:cubicBezTo>
                    <a:pt x="39739" y="90137"/>
                    <a:pt x="46129" y="92690"/>
                    <a:pt x="53157" y="93329"/>
                  </a:cubicBezTo>
                  <a:cubicBezTo>
                    <a:pt x="55714" y="93329"/>
                    <a:pt x="57630" y="93967"/>
                    <a:pt x="60187" y="93967"/>
                  </a:cubicBezTo>
                  <a:cubicBezTo>
                    <a:pt x="87024" y="94605"/>
                    <a:pt x="108750" y="72900"/>
                    <a:pt x="108750" y="46087"/>
                  </a:cubicBezTo>
                  <a:cubicBezTo>
                    <a:pt x="108750" y="25020"/>
                    <a:pt x="93414" y="5229"/>
                    <a:pt x="71688" y="122"/>
                  </a:cubicBezTo>
                  <a:close/>
                </a:path>
              </a:pathLst>
            </a:custGeom>
            <a:solidFill>
              <a:srgbClr val="0097A9"/>
            </a:solidFill>
            <a:ln w="6390" cap="flat">
              <a:noFill/>
              <a:prstDash val="solid"/>
              <a:miter/>
            </a:ln>
          </p:spPr>
          <p:txBody>
            <a:bodyPr rtlCol="0" anchor="ctr"/>
            <a:lstStyle/>
            <a:p>
              <a:endParaRPr lang="en-US"/>
            </a:p>
          </p:txBody>
        </p:sp>
      </p:grpSp>
      <p:grpSp>
        <p:nvGrpSpPr>
          <p:cNvPr id="229" name="Graphic 4">
            <a:extLst>
              <a:ext uri="{FF2B5EF4-FFF2-40B4-BE49-F238E27FC236}">
                <a16:creationId xmlns:a16="http://schemas.microsoft.com/office/drawing/2014/main" id="{F4E9459F-8D31-8043-9028-0AAC3D40726F}"/>
              </a:ext>
            </a:extLst>
          </p:cNvPr>
          <p:cNvGrpSpPr/>
          <p:nvPr/>
        </p:nvGrpSpPr>
        <p:grpSpPr>
          <a:xfrm>
            <a:off x="4045469" y="4308712"/>
            <a:ext cx="362309" cy="361971"/>
            <a:chOff x="4045469" y="4308712"/>
            <a:chExt cx="362309" cy="361971"/>
          </a:xfrm>
          <a:solidFill>
            <a:srgbClr val="0097A9"/>
          </a:solidFill>
        </p:grpSpPr>
        <p:sp>
          <p:nvSpPr>
            <p:cNvPr id="230" name="Graphic 4">
              <a:extLst>
                <a:ext uri="{FF2B5EF4-FFF2-40B4-BE49-F238E27FC236}">
                  <a16:creationId xmlns:a16="http://schemas.microsoft.com/office/drawing/2014/main" id="{598D943B-8150-1F46-9273-2D03AD164A89}"/>
                </a:ext>
              </a:extLst>
            </p:cNvPr>
            <p:cNvSpPr/>
            <p:nvPr/>
          </p:nvSpPr>
          <p:spPr>
            <a:xfrm>
              <a:off x="4198827" y="4387873"/>
              <a:ext cx="26837" cy="61924"/>
            </a:xfrm>
            <a:custGeom>
              <a:avLst/>
              <a:gdLst>
                <a:gd name="connsiteX0" fmla="*/ 0 w 26837"/>
                <a:gd name="connsiteY0" fmla="*/ 0 h 61924"/>
                <a:gd name="connsiteX1" fmla="*/ 0 w 26837"/>
                <a:gd name="connsiteY1" fmla="*/ 61925 h 61924"/>
                <a:gd name="connsiteX2" fmla="*/ 26838 w 26837"/>
                <a:gd name="connsiteY2" fmla="*/ 61925 h 61924"/>
                <a:gd name="connsiteX3" fmla="*/ 0 w 26837"/>
                <a:gd name="connsiteY3" fmla="*/ 0 h 61924"/>
              </a:gdLst>
              <a:ahLst/>
              <a:cxnLst>
                <a:cxn ang="0">
                  <a:pos x="connsiteX0" y="connsiteY0"/>
                </a:cxn>
                <a:cxn ang="0">
                  <a:pos x="connsiteX1" y="connsiteY1"/>
                </a:cxn>
                <a:cxn ang="0">
                  <a:pos x="connsiteX2" y="connsiteY2"/>
                </a:cxn>
                <a:cxn ang="0">
                  <a:pos x="connsiteX3" y="connsiteY3"/>
                </a:cxn>
              </a:cxnLst>
              <a:rect l="l" t="t" r="r" b="b"/>
              <a:pathLst>
                <a:path w="26837" h="61924">
                  <a:moveTo>
                    <a:pt x="0" y="0"/>
                  </a:moveTo>
                  <a:lnTo>
                    <a:pt x="0" y="61925"/>
                  </a:lnTo>
                  <a:lnTo>
                    <a:pt x="26838" y="61925"/>
                  </a:lnTo>
                  <a:cubicBezTo>
                    <a:pt x="24921" y="38942"/>
                    <a:pt x="15336" y="17237"/>
                    <a:pt x="0" y="0"/>
                  </a:cubicBezTo>
                  <a:close/>
                </a:path>
              </a:pathLst>
            </a:custGeom>
            <a:solidFill>
              <a:srgbClr val="0097A9"/>
            </a:solidFill>
            <a:ln w="6390" cap="flat">
              <a:noFill/>
              <a:prstDash val="solid"/>
              <a:miter/>
            </a:ln>
          </p:spPr>
          <p:txBody>
            <a:bodyPr rtlCol="0" anchor="ctr"/>
            <a:lstStyle/>
            <a:p>
              <a:endParaRPr lang="en-US"/>
            </a:p>
          </p:txBody>
        </p:sp>
        <p:sp>
          <p:nvSpPr>
            <p:cNvPr id="231" name="Graphic 4">
              <a:extLst>
                <a:ext uri="{FF2B5EF4-FFF2-40B4-BE49-F238E27FC236}">
                  <a16:creationId xmlns:a16="http://schemas.microsoft.com/office/drawing/2014/main" id="{84FEC551-5411-CB4C-8899-92009F2BF3EF}"/>
                </a:ext>
              </a:extLst>
            </p:cNvPr>
            <p:cNvSpPr/>
            <p:nvPr/>
          </p:nvSpPr>
          <p:spPr>
            <a:xfrm>
              <a:off x="4215441" y="4389150"/>
              <a:ext cx="47924" cy="60647"/>
            </a:xfrm>
            <a:custGeom>
              <a:avLst/>
              <a:gdLst>
                <a:gd name="connsiteX0" fmla="*/ 22365 w 47924"/>
                <a:gd name="connsiteY0" fmla="*/ 60648 h 60647"/>
                <a:gd name="connsiteX1" fmla="*/ 47925 w 47924"/>
                <a:gd name="connsiteY1" fmla="*/ 60648 h 60647"/>
                <a:gd name="connsiteX2" fmla="*/ 0 w 47924"/>
                <a:gd name="connsiteY2" fmla="*/ 0 h 60647"/>
                <a:gd name="connsiteX3" fmla="*/ 22365 w 47924"/>
                <a:gd name="connsiteY3" fmla="*/ 60648 h 60647"/>
              </a:gdLst>
              <a:ahLst/>
              <a:cxnLst>
                <a:cxn ang="0">
                  <a:pos x="connsiteX0" y="connsiteY0"/>
                </a:cxn>
                <a:cxn ang="0">
                  <a:pos x="connsiteX1" y="connsiteY1"/>
                </a:cxn>
                <a:cxn ang="0">
                  <a:pos x="connsiteX2" y="connsiteY2"/>
                </a:cxn>
                <a:cxn ang="0">
                  <a:pos x="connsiteX3" y="connsiteY3"/>
                </a:cxn>
              </a:cxnLst>
              <a:rect l="l" t="t" r="r" b="b"/>
              <a:pathLst>
                <a:path w="47924" h="60647">
                  <a:moveTo>
                    <a:pt x="22365" y="60648"/>
                  </a:moveTo>
                  <a:lnTo>
                    <a:pt x="47925" y="60648"/>
                  </a:lnTo>
                  <a:cubicBezTo>
                    <a:pt x="45368" y="32558"/>
                    <a:pt x="26838" y="8937"/>
                    <a:pt x="0" y="0"/>
                  </a:cubicBezTo>
                  <a:cubicBezTo>
                    <a:pt x="13419" y="17236"/>
                    <a:pt x="21087" y="38304"/>
                    <a:pt x="22365" y="60648"/>
                  </a:cubicBezTo>
                  <a:close/>
                </a:path>
              </a:pathLst>
            </a:custGeom>
            <a:solidFill>
              <a:srgbClr val="0097A9"/>
            </a:solidFill>
            <a:ln w="6390" cap="flat">
              <a:noFill/>
              <a:prstDash val="solid"/>
              <a:miter/>
            </a:ln>
          </p:spPr>
          <p:txBody>
            <a:bodyPr rtlCol="0" anchor="ctr"/>
            <a:lstStyle/>
            <a:p>
              <a:endParaRPr lang="en-US"/>
            </a:p>
          </p:txBody>
        </p:sp>
        <p:sp>
          <p:nvSpPr>
            <p:cNvPr id="232" name="Graphic 4">
              <a:extLst>
                <a:ext uri="{FF2B5EF4-FFF2-40B4-BE49-F238E27FC236}">
                  <a16:creationId xmlns:a16="http://schemas.microsoft.com/office/drawing/2014/main" id="{9ABF66FA-471A-5D48-9273-0E573E66E5FC}"/>
                </a:ext>
              </a:extLst>
            </p:cNvPr>
            <p:cNvSpPr/>
            <p:nvPr/>
          </p:nvSpPr>
          <p:spPr>
            <a:xfrm>
              <a:off x="4159210" y="4387873"/>
              <a:ext cx="26837" cy="61924"/>
            </a:xfrm>
            <a:custGeom>
              <a:avLst/>
              <a:gdLst>
                <a:gd name="connsiteX0" fmla="*/ 0 w 26837"/>
                <a:gd name="connsiteY0" fmla="*/ 61925 h 61924"/>
                <a:gd name="connsiteX1" fmla="*/ 26837 w 26837"/>
                <a:gd name="connsiteY1" fmla="*/ 61925 h 61924"/>
                <a:gd name="connsiteX2" fmla="*/ 26837 w 26837"/>
                <a:gd name="connsiteY2" fmla="*/ 0 h 61924"/>
                <a:gd name="connsiteX3" fmla="*/ 0 w 26837"/>
                <a:gd name="connsiteY3" fmla="*/ 61925 h 61924"/>
              </a:gdLst>
              <a:ahLst/>
              <a:cxnLst>
                <a:cxn ang="0">
                  <a:pos x="connsiteX0" y="connsiteY0"/>
                </a:cxn>
                <a:cxn ang="0">
                  <a:pos x="connsiteX1" y="connsiteY1"/>
                </a:cxn>
                <a:cxn ang="0">
                  <a:pos x="connsiteX2" y="connsiteY2"/>
                </a:cxn>
                <a:cxn ang="0">
                  <a:pos x="connsiteX3" y="connsiteY3"/>
                </a:cxn>
              </a:cxnLst>
              <a:rect l="l" t="t" r="r" b="b"/>
              <a:pathLst>
                <a:path w="26837" h="61924">
                  <a:moveTo>
                    <a:pt x="0" y="61925"/>
                  </a:moveTo>
                  <a:lnTo>
                    <a:pt x="26837" y="61925"/>
                  </a:lnTo>
                  <a:lnTo>
                    <a:pt x="26837" y="0"/>
                  </a:lnTo>
                  <a:cubicBezTo>
                    <a:pt x="10863" y="17237"/>
                    <a:pt x="1278" y="38942"/>
                    <a:pt x="0" y="61925"/>
                  </a:cubicBezTo>
                  <a:close/>
                </a:path>
              </a:pathLst>
            </a:custGeom>
            <a:solidFill>
              <a:srgbClr val="0097A9"/>
            </a:solidFill>
            <a:ln w="6390" cap="flat">
              <a:noFill/>
              <a:prstDash val="solid"/>
              <a:miter/>
            </a:ln>
          </p:spPr>
          <p:txBody>
            <a:bodyPr rtlCol="0" anchor="ctr"/>
            <a:lstStyle/>
            <a:p>
              <a:endParaRPr lang="en-US"/>
            </a:p>
          </p:txBody>
        </p:sp>
        <p:sp>
          <p:nvSpPr>
            <p:cNvPr id="233" name="Graphic 4">
              <a:extLst>
                <a:ext uri="{FF2B5EF4-FFF2-40B4-BE49-F238E27FC236}">
                  <a16:creationId xmlns:a16="http://schemas.microsoft.com/office/drawing/2014/main" id="{1C6B2FB6-3948-D74D-A07D-9250DC91C0E8}"/>
                </a:ext>
              </a:extLst>
            </p:cNvPr>
            <p:cNvSpPr/>
            <p:nvPr/>
          </p:nvSpPr>
          <p:spPr>
            <a:xfrm>
              <a:off x="4045469" y="4308712"/>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46969 w 362309"/>
                <a:gd name="connsiteY6" fmla="*/ 63202 h 361971"/>
                <a:gd name="connsiteX7" fmla="*/ 231316 w 362309"/>
                <a:gd name="connsiteY7" fmla="*/ 147470 h 361971"/>
                <a:gd name="connsiteX8" fmla="*/ 223648 w 362309"/>
                <a:gd name="connsiteY8" fmla="*/ 182582 h 361971"/>
                <a:gd name="connsiteX9" fmla="*/ 217897 w 362309"/>
                <a:gd name="connsiteY9" fmla="*/ 186412 h 361971"/>
                <a:gd name="connsiteX10" fmla="*/ 215341 w 362309"/>
                <a:gd name="connsiteY10" fmla="*/ 185774 h 361971"/>
                <a:gd name="connsiteX11" fmla="*/ 212146 w 362309"/>
                <a:gd name="connsiteY11" fmla="*/ 177475 h 361971"/>
                <a:gd name="connsiteX12" fmla="*/ 212146 w 362309"/>
                <a:gd name="connsiteY12" fmla="*/ 177475 h 361971"/>
                <a:gd name="connsiteX13" fmla="*/ 218536 w 362309"/>
                <a:gd name="connsiteY13" fmla="*/ 154492 h 361971"/>
                <a:gd name="connsiteX14" fmla="*/ 192976 w 362309"/>
                <a:gd name="connsiteY14" fmla="*/ 154492 h 361971"/>
                <a:gd name="connsiteX15" fmla="*/ 177001 w 362309"/>
                <a:gd name="connsiteY15" fmla="*/ 203649 h 361971"/>
                <a:gd name="connsiteX16" fmla="*/ 171251 w 362309"/>
                <a:gd name="connsiteY16" fmla="*/ 206841 h 361971"/>
                <a:gd name="connsiteX17" fmla="*/ 168056 w 362309"/>
                <a:gd name="connsiteY17" fmla="*/ 206203 h 361971"/>
                <a:gd name="connsiteX18" fmla="*/ 165500 w 362309"/>
                <a:gd name="connsiteY18" fmla="*/ 197265 h 361971"/>
                <a:gd name="connsiteX19" fmla="*/ 165500 w 362309"/>
                <a:gd name="connsiteY19" fmla="*/ 197265 h 361971"/>
                <a:gd name="connsiteX20" fmla="*/ 180196 w 362309"/>
                <a:gd name="connsiteY20" fmla="*/ 154492 h 361971"/>
                <a:gd name="connsiteX21" fmla="*/ 152720 w 362309"/>
                <a:gd name="connsiteY21" fmla="*/ 154492 h 361971"/>
                <a:gd name="connsiteX22" fmla="*/ 152720 w 362309"/>
                <a:gd name="connsiteY22" fmla="*/ 199180 h 361971"/>
                <a:gd name="connsiteX23" fmla="*/ 146330 w 362309"/>
                <a:gd name="connsiteY23" fmla="*/ 205564 h 361971"/>
                <a:gd name="connsiteX24" fmla="*/ 139940 w 362309"/>
                <a:gd name="connsiteY24" fmla="*/ 199180 h 361971"/>
                <a:gd name="connsiteX25" fmla="*/ 139940 w 362309"/>
                <a:gd name="connsiteY25" fmla="*/ 154492 h 361971"/>
                <a:gd name="connsiteX26" fmla="*/ 113741 w 362309"/>
                <a:gd name="connsiteY26" fmla="*/ 154492 h 361971"/>
                <a:gd name="connsiteX27" fmla="*/ 127799 w 362309"/>
                <a:gd name="connsiteY27" fmla="*/ 195988 h 361971"/>
                <a:gd name="connsiteX28" fmla="*/ 125243 w 362309"/>
                <a:gd name="connsiteY28" fmla="*/ 204926 h 361971"/>
                <a:gd name="connsiteX29" fmla="*/ 122048 w 362309"/>
                <a:gd name="connsiteY29" fmla="*/ 205564 h 361971"/>
                <a:gd name="connsiteX30" fmla="*/ 116297 w 362309"/>
                <a:gd name="connsiteY30" fmla="*/ 202372 h 361971"/>
                <a:gd name="connsiteX31" fmla="*/ 100961 w 362309"/>
                <a:gd name="connsiteY31" fmla="*/ 154492 h 361971"/>
                <a:gd name="connsiteX32" fmla="*/ 75402 w 362309"/>
                <a:gd name="connsiteY32" fmla="*/ 154492 h 361971"/>
                <a:gd name="connsiteX33" fmla="*/ 80513 w 362309"/>
                <a:gd name="connsiteY33" fmla="*/ 175560 h 361971"/>
                <a:gd name="connsiteX34" fmla="*/ 76679 w 362309"/>
                <a:gd name="connsiteY34" fmla="*/ 183859 h 361971"/>
                <a:gd name="connsiteX35" fmla="*/ 68372 w 362309"/>
                <a:gd name="connsiteY35" fmla="*/ 180667 h 361971"/>
                <a:gd name="connsiteX36" fmla="*/ 113741 w 362309"/>
                <a:gd name="connsiteY36" fmla="*/ 70862 h 361971"/>
                <a:gd name="connsiteX37" fmla="*/ 146969 w 362309"/>
                <a:gd name="connsiteY37" fmla="*/ 63202 h 361971"/>
                <a:gd name="connsiteX38" fmla="*/ 146969 w 362309"/>
                <a:gd name="connsiteY38" fmla="*/ 63202 h 361971"/>
                <a:gd name="connsiteX39" fmla="*/ 304161 w 362309"/>
                <a:gd name="connsiteY39" fmla="*/ 222163 h 361971"/>
                <a:gd name="connsiteX40" fmla="*/ 295854 w 362309"/>
                <a:gd name="connsiteY40" fmla="*/ 225993 h 361971"/>
                <a:gd name="connsiteX41" fmla="*/ 295854 w 362309"/>
                <a:gd name="connsiteY41" fmla="*/ 225993 h 361971"/>
                <a:gd name="connsiteX42" fmla="*/ 238984 w 362309"/>
                <a:gd name="connsiteY42" fmla="*/ 206203 h 361971"/>
                <a:gd name="connsiteX43" fmla="*/ 186586 w 362309"/>
                <a:gd name="connsiteY43" fmla="*/ 227270 h 361971"/>
                <a:gd name="connsiteX44" fmla="*/ 182113 w 362309"/>
                <a:gd name="connsiteY44" fmla="*/ 229185 h 361971"/>
                <a:gd name="connsiteX45" fmla="*/ 151442 w 362309"/>
                <a:gd name="connsiteY45" fmla="*/ 233654 h 361971"/>
                <a:gd name="connsiteX46" fmla="*/ 140579 w 362309"/>
                <a:gd name="connsiteY46" fmla="*/ 245145 h 361971"/>
                <a:gd name="connsiteX47" fmla="*/ 140579 w 362309"/>
                <a:gd name="connsiteY47" fmla="*/ 245145 h 361971"/>
                <a:gd name="connsiteX48" fmla="*/ 144413 w 362309"/>
                <a:gd name="connsiteY48" fmla="*/ 245783 h 361971"/>
                <a:gd name="connsiteX49" fmla="*/ 178279 w 362309"/>
                <a:gd name="connsiteY49" fmla="*/ 249614 h 361971"/>
                <a:gd name="connsiteX50" fmla="*/ 191698 w 362309"/>
                <a:gd name="connsiteY50" fmla="*/ 248337 h 361971"/>
                <a:gd name="connsiteX51" fmla="*/ 217258 w 362309"/>
                <a:gd name="connsiteY51" fmla="*/ 239399 h 361971"/>
                <a:gd name="connsiteX52" fmla="*/ 225565 w 362309"/>
                <a:gd name="connsiteY52" fmla="*/ 243230 h 361971"/>
                <a:gd name="connsiteX53" fmla="*/ 221731 w 362309"/>
                <a:gd name="connsiteY53" fmla="*/ 251529 h 361971"/>
                <a:gd name="connsiteX54" fmla="*/ 221731 w 362309"/>
                <a:gd name="connsiteY54" fmla="*/ 251529 h 361971"/>
                <a:gd name="connsiteX55" fmla="*/ 196171 w 362309"/>
                <a:gd name="connsiteY55" fmla="*/ 260466 h 361971"/>
                <a:gd name="connsiteX56" fmla="*/ 182113 w 362309"/>
                <a:gd name="connsiteY56" fmla="*/ 263020 h 361971"/>
                <a:gd name="connsiteX57" fmla="*/ 177001 w 362309"/>
                <a:gd name="connsiteY57" fmla="*/ 263020 h 361971"/>
                <a:gd name="connsiteX58" fmla="*/ 143774 w 362309"/>
                <a:gd name="connsiteY58" fmla="*/ 259190 h 361971"/>
                <a:gd name="connsiteX59" fmla="*/ 127799 w 362309"/>
                <a:gd name="connsiteY59" fmla="*/ 247698 h 361971"/>
                <a:gd name="connsiteX60" fmla="*/ 129077 w 362309"/>
                <a:gd name="connsiteY60" fmla="*/ 239399 h 361971"/>
                <a:gd name="connsiteX61" fmla="*/ 82430 w 362309"/>
                <a:gd name="connsiteY61" fmla="*/ 208756 h 361971"/>
                <a:gd name="connsiteX62" fmla="*/ 72845 w 362309"/>
                <a:gd name="connsiteY62" fmla="*/ 208756 h 361971"/>
                <a:gd name="connsiteX63" fmla="*/ 70929 w 362309"/>
                <a:gd name="connsiteY63" fmla="*/ 210671 h 361971"/>
                <a:gd name="connsiteX64" fmla="*/ 71567 w 362309"/>
                <a:gd name="connsiteY64" fmla="*/ 211310 h 361971"/>
                <a:gd name="connsiteX65" fmla="*/ 119492 w 362309"/>
                <a:gd name="connsiteY65" fmla="*/ 255998 h 361971"/>
                <a:gd name="connsiteX66" fmla="*/ 130355 w 362309"/>
                <a:gd name="connsiteY66" fmla="*/ 262382 h 361971"/>
                <a:gd name="connsiteX67" fmla="*/ 178918 w 362309"/>
                <a:gd name="connsiteY67" fmla="*/ 278980 h 361971"/>
                <a:gd name="connsiteX68" fmla="*/ 200644 w 362309"/>
                <a:gd name="connsiteY68" fmla="*/ 279618 h 361971"/>
                <a:gd name="connsiteX69" fmla="*/ 251764 w 362309"/>
                <a:gd name="connsiteY69" fmla="*/ 266212 h 361971"/>
                <a:gd name="connsiteX70" fmla="*/ 280518 w 362309"/>
                <a:gd name="connsiteY70" fmla="*/ 267489 h 361971"/>
                <a:gd name="connsiteX71" fmla="*/ 283075 w 362309"/>
                <a:gd name="connsiteY71" fmla="*/ 268127 h 361971"/>
                <a:gd name="connsiteX72" fmla="*/ 286908 w 362309"/>
                <a:gd name="connsiteY72" fmla="*/ 276426 h 361971"/>
                <a:gd name="connsiteX73" fmla="*/ 279240 w 362309"/>
                <a:gd name="connsiteY73" fmla="*/ 280257 h 361971"/>
                <a:gd name="connsiteX74" fmla="*/ 276685 w 362309"/>
                <a:gd name="connsiteY74" fmla="*/ 279618 h 361971"/>
                <a:gd name="connsiteX75" fmla="*/ 254959 w 362309"/>
                <a:gd name="connsiteY75" fmla="*/ 278980 h 361971"/>
                <a:gd name="connsiteX76" fmla="*/ 203839 w 362309"/>
                <a:gd name="connsiteY76" fmla="*/ 292386 h 361971"/>
                <a:gd name="connsiteX77" fmla="*/ 191059 w 362309"/>
                <a:gd name="connsiteY77" fmla="*/ 294302 h 361971"/>
                <a:gd name="connsiteX78" fmla="*/ 174446 w 362309"/>
                <a:gd name="connsiteY78" fmla="*/ 291748 h 361971"/>
                <a:gd name="connsiteX79" fmla="*/ 125882 w 362309"/>
                <a:gd name="connsiteY79" fmla="*/ 275150 h 361971"/>
                <a:gd name="connsiteX80" fmla="*/ 110546 w 362309"/>
                <a:gd name="connsiteY80" fmla="*/ 266212 h 361971"/>
                <a:gd name="connsiteX81" fmla="*/ 62622 w 362309"/>
                <a:gd name="connsiteY81" fmla="*/ 220886 h 361971"/>
                <a:gd name="connsiteX82" fmla="*/ 60704 w 362309"/>
                <a:gd name="connsiteY82" fmla="*/ 203011 h 361971"/>
                <a:gd name="connsiteX83" fmla="*/ 87542 w 362309"/>
                <a:gd name="connsiteY83" fmla="*/ 197265 h 361971"/>
                <a:gd name="connsiteX84" fmla="*/ 88181 w 362309"/>
                <a:gd name="connsiteY84" fmla="*/ 197903 h 361971"/>
                <a:gd name="connsiteX85" fmla="*/ 136106 w 362309"/>
                <a:gd name="connsiteY85" fmla="*/ 228546 h 361971"/>
                <a:gd name="connsiteX86" fmla="*/ 146969 w 362309"/>
                <a:gd name="connsiteY86" fmla="*/ 222163 h 361971"/>
                <a:gd name="connsiteX87" fmla="*/ 178918 w 362309"/>
                <a:gd name="connsiteY87" fmla="*/ 217694 h 361971"/>
                <a:gd name="connsiteX88" fmla="*/ 242818 w 362309"/>
                <a:gd name="connsiteY88" fmla="*/ 195350 h 361971"/>
                <a:gd name="connsiteX89" fmla="*/ 299688 w 362309"/>
                <a:gd name="connsiteY89" fmla="*/ 215140 h 361971"/>
                <a:gd name="connsiteX90" fmla="*/ 304161 w 362309"/>
                <a:gd name="connsiteY90" fmla="*/ 222163 h 361971"/>
                <a:gd name="connsiteX91" fmla="*/ 304161 w 362309"/>
                <a:gd name="connsiteY91" fmla="*/ 22216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cubicBezTo>
                    <a:pt x="362310" y="181305"/>
                    <a:pt x="362310" y="181305"/>
                    <a:pt x="362310" y="181305"/>
                  </a:cubicBezTo>
                  <a:cubicBezTo>
                    <a:pt x="362310" y="81077"/>
                    <a:pt x="281796" y="0"/>
                    <a:pt x="181474" y="0"/>
                  </a:cubicBezTo>
                  <a:close/>
                  <a:moveTo>
                    <a:pt x="146969" y="63202"/>
                  </a:moveTo>
                  <a:cubicBezTo>
                    <a:pt x="193615" y="63202"/>
                    <a:pt x="231316" y="100867"/>
                    <a:pt x="231316" y="147470"/>
                  </a:cubicBezTo>
                  <a:cubicBezTo>
                    <a:pt x="231316" y="159600"/>
                    <a:pt x="228760" y="171091"/>
                    <a:pt x="223648" y="182582"/>
                  </a:cubicBezTo>
                  <a:cubicBezTo>
                    <a:pt x="222370" y="185135"/>
                    <a:pt x="220453" y="186412"/>
                    <a:pt x="217897" y="186412"/>
                  </a:cubicBezTo>
                  <a:cubicBezTo>
                    <a:pt x="217258" y="186412"/>
                    <a:pt x="215980" y="186412"/>
                    <a:pt x="215341" y="185774"/>
                  </a:cubicBezTo>
                  <a:cubicBezTo>
                    <a:pt x="212146" y="184497"/>
                    <a:pt x="210868" y="180667"/>
                    <a:pt x="212146" y="177475"/>
                  </a:cubicBezTo>
                  <a:cubicBezTo>
                    <a:pt x="212146" y="177475"/>
                    <a:pt x="212146" y="177475"/>
                    <a:pt x="212146" y="177475"/>
                  </a:cubicBezTo>
                  <a:cubicBezTo>
                    <a:pt x="215341" y="170452"/>
                    <a:pt x="217258" y="162153"/>
                    <a:pt x="218536" y="154492"/>
                  </a:cubicBezTo>
                  <a:lnTo>
                    <a:pt x="192976" y="154492"/>
                  </a:lnTo>
                  <a:cubicBezTo>
                    <a:pt x="191059" y="171729"/>
                    <a:pt x="185947" y="188966"/>
                    <a:pt x="177001" y="203649"/>
                  </a:cubicBezTo>
                  <a:cubicBezTo>
                    <a:pt x="175723" y="205564"/>
                    <a:pt x="173806" y="206841"/>
                    <a:pt x="171251" y="206841"/>
                  </a:cubicBezTo>
                  <a:cubicBezTo>
                    <a:pt x="169973" y="206841"/>
                    <a:pt x="169333" y="206841"/>
                    <a:pt x="168056" y="206203"/>
                  </a:cubicBezTo>
                  <a:cubicBezTo>
                    <a:pt x="164861" y="204287"/>
                    <a:pt x="164221" y="200457"/>
                    <a:pt x="165500" y="197265"/>
                  </a:cubicBezTo>
                  <a:cubicBezTo>
                    <a:pt x="165500" y="197265"/>
                    <a:pt x="165500" y="197265"/>
                    <a:pt x="165500" y="197265"/>
                  </a:cubicBezTo>
                  <a:cubicBezTo>
                    <a:pt x="173168" y="184497"/>
                    <a:pt x="178279" y="169814"/>
                    <a:pt x="180196" y="154492"/>
                  </a:cubicBezTo>
                  <a:lnTo>
                    <a:pt x="152720" y="154492"/>
                  </a:lnTo>
                  <a:lnTo>
                    <a:pt x="152720" y="199180"/>
                  </a:lnTo>
                  <a:cubicBezTo>
                    <a:pt x="152720" y="203011"/>
                    <a:pt x="150164" y="205564"/>
                    <a:pt x="146330" y="205564"/>
                  </a:cubicBezTo>
                  <a:cubicBezTo>
                    <a:pt x="142496" y="205564"/>
                    <a:pt x="139940" y="203011"/>
                    <a:pt x="139940" y="199180"/>
                  </a:cubicBezTo>
                  <a:lnTo>
                    <a:pt x="139940" y="154492"/>
                  </a:lnTo>
                  <a:lnTo>
                    <a:pt x="113741" y="154492"/>
                  </a:lnTo>
                  <a:cubicBezTo>
                    <a:pt x="115019" y="169176"/>
                    <a:pt x="120131" y="183220"/>
                    <a:pt x="127799" y="195988"/>
                  </a:cubicBezTo>
                  <a:cubicBezTo>
                    <a:pt x="129716" y="199180"/>
                    <a:pt x="128438" y="203011"/>
                    <a:pt x="125243" y="204926"/>
                  </a:cubicBezTo>
                  <a:cubicBezTo>
                    <a:pt x="124604" y="205564"/>
                    <a:pt x="123326" y="205564"/>
                    <a:pt x="122048" y="205564"/>
                  </a:cubicBezTo>
                  <a:cubicBezTo>
                    <a:pt x="119492" y="205564"/>
                    <a:pt x="117575" y="204287"/>
                    <a:pt x="116297" y="202372"/>
                  </a:cubicBezTo>
                  <a:cubicBezTo>
                    <a:pt x="107990" y="187689"/>
                    <a:pt x="102239" y="171729"/>
                    <a:pt x="100961" y="154492"/>
                  </a:cubicBezTo>
                  <a:lnTo>
                    <a:pt x="75402" y="154492"/>
                  </a:lnTo>
                  <a:cubicBezTo>
                    <a:pt x="76040" y="161515"/>
                    <a:pt x="77957" y="168537"/>
                    <a:pt x="80513" y="175560"/>
                  </a:cubicBezTo>
                  <a:cubicBezTo>
                    <a:pt x="81792" y="178752"/>
                    <a:pt x="79874" y="182582"/>
                    <a:pt x="76679" y="183859"/>
                  </a:cubicBezTo>
                  <a:cubicBezTo>
                    <a:pt x="73484" y="185135"/>
                    <a:pt x="70289" y="183859"/>
                    <a:pt x="68372" y="180667"/>
                  </a:cubicBezTo>
                  <a:cubicBezTo>
                    <a:pt x="50481" y="137894"/>
                    <a:pt x="70929" y="88738"/>
                    <a:pt x="113741" y="70862"/>
                  </a:cubicBezTo>
                  <a:cubicBezTo>
                    <a:pt x="123965" y="65755"/>
                    <a:pt x="135467" y="63202"/>
                    <a:pt x="146969" y="63202"/>
                  </a:cubicBezTo>
                  <a:lnTo>
                    <a:pt x="146969" y="63202"/>
                  </a:lnTo>
                  <a:close/>
                  <a:moveTo>
                    <a:pt x="304161" y="222163"/>
                  </a:moveTo>
                  <a:cubicBezTo>
                    <a:pt x="302883" y="225355"/>
                    <a:pt x="299688" y="227270"/>
                    <a:pt x="295854" y="225993"/>
                  </a:cubicBezTo>
                  <a:cubicBezTo>
                    <a:pt x="295854" y="225993"/>
                    <a:pt x="295854" y="225993"/>
                    <a:pt x="295854" y="225993"/>
                  </a:cubicBezTo>
                  <a:lnTo>
                    <a:pt x="238984" y="206203"/>
                  </a:lnTo>
                  <a:cubicBezTo>
                    <a:pt x="214063" y="198542"/>
                    <a:pt x="186586" y="226631"/>
                    <a:pt x="186586" y="227270"/>
                  </a:cubicBezTo>
                  <a:cubicBezTo>
                    <a:pt x="185308" y="228546"/>
                    <a:pt x="184031" y="229185"/>
                    <a:pt x="182113" y="229185"/>
                  </a:cubicBezTo>
                  <a:cubicBezTo>
                    <a:pt x="171889" y="229185"/>
                    <a:pt x="161027" y="230462"/>
                    <a:pt x="151442" y="233654"/>
                  </a:cubicBezTo>
                  <a:cubicBezTo>
                    <a:pt x="144413" y="236207"/>
                    <a:pt x="139940" y="243230"/>
                    <a:pt x="140579" y="245145"/>
                  </a:cubicBezTo>
                  <a:lnTo>
                    <a:pt x="140579" y="245145"/>
                  </a:lnTo>
                  <a:cubicBezTo>
                    <a:pt x="141857" y="245783"/>
                    <a:pt x="143135" y="245783"/>
                    <a:pt x="144413" y="245783"/>
                  </a:cubicBezTo>
                  <a:lnTo>
                    <a:pt x="178279" y="249614"/>
                  </a:lnTo>
                  <a:cubicBezTo>
                    <a:pt x="182752" y="250252"/>
                    <a:pt x="187225" y="249614"/>
                    <a:pt x="191698" y="248337"/>
                  </a:cubicBezTo>
                  <a:lnTo>
                    <a:pt x="217258" y="239399"/>
                  </a:lnTo>
                  <a:cubicBezTo>
                    <a:pt x="220453" y="238122"/>
                    <a:pt x="224287" y="240038"/>
                    <a:pt x="225565" y="243230"/>
                  </a:cubicBezTo>
                  <a:cubicBezTo>
                    <a:pt x="226843" y="246422"/>
                    <a:pt x="224926" y="250252"/>
                    <a:pt x="221731" y="251529"/>
                  </a:cubicBezTo>
                  <a:lnTo>
                    <a:pt x="221731" y="251529"/>
                  </a:lnTo>
                  <a:lnTo>
                    <a:pt x="196171" y="260466"/>
                  </a:lnTo>
                  <a:cubicBezTo>
                    <a:pt x="191698" y="261743"/>
                    <a:pt x="186586" y="263020"/>
                    <a:pt x="182113" y="263020"/>
                  </a:cubicBezTo>
                  <a:cubicBezTo>
                    <a:pt x="180836" y="263020"/>
                    <a:pt x="178918" y="263020"/>
                    <a:pt x="177001" y="263020"/>
                  </a:cubicBezTo>
                  <a:lnTo>
                    <a:pt x="143774" y="259190"/>
                  </a:lnTo>
                  <a:cubicBezTo>
                    <a:pt x="136106" y="260466"/>
                    <a:pt x="129077" y="255359"/>
                    <a:pt x="127799" y="247698"/>
                  </a:cubicBezTo>
                  <a:cubicBezTo>
                    <a:pt x="127160" y="245145"/>
                    <a:pt x="127799" y="241953"/>
                    <a:pt x="129077" y="239399"/>
                  </a:cubicBezTo>
                  <a:lnTo>
                    <a:pt x="82430" y="208756"/>
                  </a:lnTo>
                  <a:cubicBezTo>
                    <a:pt x="79235" y="207479"/>
                    <a:pt x="76040" y="207479"/>
                    <a:pt x="72845" y="208756"/>
                  </a:cubicBezTo>
                  <a:cubicBezTo>
                    <a:pt x="71567" y="209395"/>
                    <a:pt x="70929" y="210033"/>
                    <a:pt x="70929" y="210671"/>
                  </a:cubicBezTo>
                  <a:cubicBezTo>
                    <a:pt x="70929" y="211310"/>
                    <a:pt x="70929" y="210671"/>
                    <a:pt x="71567" y="211310"/>
                  </a:cubicBezTo>
                  <a:lnTo>
                    <a:pt x="119492" y="255998"/>
                  </a:lnTo>
                  <a:cubicBezTo>
                    <a:pt x="122687" y="258551"/>
                    <a:pt x="126521" y="261105"/>
                    <a:pt x="130355" y="262382"/>
                  </a:cubicBezTo>
                  <a:lnTo>
                    <a:pt x="178918" y="278980"/>
                  </a:lnTo>
                  <a:cubicBezTo>
                    <a:pt x="185947" y="281534"/>
                    <a:pt x="193615" y="281534"/>
                    <a:pt x="200644" y="279618"/>
                  </a:cubicBezTo>
                  <a:lnTo>
                    <a:pt x="251764" y="266212"/>
                  </a:lnTo>
                  <a:cubicBezTo>
                    <a:pt x="261349" y="263658"/>
                    <a:pt x="271572" y="264297"/>
                    <a:pt x="280518" y="267489"/>
                  </a:cubicBezTo>
                  <a:lnTo>
                    <a:pt x="283075" y="268127"/>
                  </a:lnTo>
                  <a:cubicBezTo>
                    <a:pt x="286270" y="269404"/>
                    <a:pt x="288186" y="273234"/>
                    <a:pt x="286908" y="276426"/>
                  </a:cubicBezTo>
                  <a:cubicBezTo>
                    <a:pt x="285630" y="279618"/>
                    <a:pt x="282435" y="280895"/>
                    <a:pt x="279240" y="280257"/>
                  </a:cubicBezTo>
                  <a:lnTo>
                    <a:pt x="276685" y="279618"/>
                  </a:lnTo>
                  <a:cubicBezTo>
                    <a:pt x="269655" y="277065"/>
                    <a:pt x="261987" y="277065"/>
                    <a:pt x="254959" y="278980"/>
                  </a:cubicBezTo>
                  <a:lnTo>
                    <a:pt x="203839" y="292386"/>
                  </a:lnTo>
                  <a:cubicBezTo>
                    <a:pt x="199366" y="293663"/>
                    <a:pt x="195532" y="294302"/>
                    <a:pt x="191059" y="294302"/>
                  </a:cubicBezTo>
                  <a:cubicBezTo>
                    <a:pt x="185308" y="294302"/>
                    <a:pt x="180196" y="293663"/>
                    <a:pt x="174446" y="291748"/>
                  </a:cubicBezTo>
                  <a:lnTo>
                    <a:pt x="125882" y="275150"/>
                  </a:lnTo>
                  <a:cubicBezTo>
                    <a:pt x="120131" y="273234"/>
                    <a:pt x="115019" y="270042"/>
                    <a:pt x="110546" y="266212"/>
                  </a:cubicBezTo>
                  <a:lnTo>
                    <a:pt x="62622" y="220886"/>
                  </a:lnTo>
                  <a:cubicBezTo>
                    <a:pt x="57509" y="216417"/>
                    <a:pt x="56871" y="208756"/>
                    <a:pt x="60704" y="203011"/>
                  </a:cubicBezTo>
                  <a:cubicBezTo>
                    <a:pt x="67094" y="194711"/>
                    <a:pt x="78597" y="192796"/>
                    <a:pt x="87542" y="197265"/>
                  </a:cubicBezTo>
                  <a:lnTo>
                    <a:pt x="88181" y="197903"/>
                  </a:lnTo>
                  <a:lnTo>
                    <a:pt x="136106" y="228546"/>
                  </a:lnTo>
                  <a:cubicBezTo>
                    <a:pt x="139301" y="225993"/>
                    <a:pt x="143135" y="223439"/>
                    <a:pt x="146969" y="222163"/>
                  </a:cubicBezTo>
                  <a:cubicBezTo>
                    <a:pt x="157193" y="218971"/>
                    <a:pt x="168056" y="217694"/>
                    <a:pt x="178918" y="217694"/>
                  </a:cubicBezTo>
                  <a:cubicBezTo>
                    <a:pt x="186586" y="210671"/>
                    <a:pt x="214063" y="187051"/>
                    <a:pt x="242818" y="195350"/>
                  </a:cubicBezTo>
                  <a:lnTo>
                    <a:pt x="299688" y="215140"/>
                  </a:lnTo>
                  <a:cubicBezTo>
                    <a:pt x="303522" y="215140"/>
                    <a:pt x="305439" y="218332"/>
                    <a:pt x="304161" y="222163"/>
                  </a:cubicBezTo>
                  <a:lnTo>
                    <a:pt x="304161" y="222163"/>
                  </a:lnTo>
                  <a:close/>
                </a:path>
              </a:pathLst>
            </a:custGeom>
            <a:solidFill>
              <a:srgbClr val="0097A9"/>
            </a:solidFill>
            <a:ln w="6390" cap="flat">
              <a:noFill/>
              <a:prstDash val="solid"/>
              <a:miter/>
            </a:ln>
          </p:spPr>
          <p:txBody>
            <a:bodyPr rtlCol="0" anchor="ctr"/>
            <a:lstStyle/>
            <a:p>
              <a:endParaRPr lang="en-US"/>
            </a:p>
          </p:txBody>
        </p:sp>
        <p:sp>
          <p:nvSpPr>
            <p:cNvPr id="234" name="Graphic 4">
              <a:extLst>
                <a:ext uri="{FF2B5EF4-FFF2-40B4-BE49-F238E27FC236}">
                  <a16:creationId xmlns:a16="http://schemas.microsoft.com/office/drawing/2014/main" id="{632B617E-B121-934B-B4F2-3BC0DEFE671F}"/>
                </a:ext>
              </a:extLst>
            </p:cNvPr>
            <p:cNvSpPr/>
            <p:nvPr/>
          </p:nvSpPr>
          <p:spPr>
            <a:xfrm>
              <a:off x="4120870" y="4389150"/>
              <a:ext cx="47924" cy="60647"/>
            </a:xfrm>
            <a:custGeom>
              <a:avLst/>
              <a:gdLst>
                <a:gd name="connsiteX0" fmla="*/ 25560 w 47924"/>
                <a:gd name="connsiteY0" fmla="*/ 60648 h 60647"/>
                <a:gd name="connsiteX1" fmla="*/ 47925 w 47924"/>
                <a:gd name="connsiteY1" fmla="*/ 0 h 60647"/>
                <a:gd name="connsiteX2" fmla="*/ 0 w 47924"/>
                <a:gd name="connsiteY2" fmla="*/ 60648 h 60647"/>
                <a:gd name="connsiteX3" fmla="*/ 25560 w 47924"/>
                <a:gd name="connsiteY3" fmla="*/ 60648 h 60647"/>
              </a:gdLst>
              <a:ahLst/>
              <a:cxnLst>
                <a:cxn ang="0">
                  <a:pos x="connsiteX0" y="connsiteY0"/>
                </a:cxn>
                <a:cxn ang="0">
                  <a:pos x="connsiteX1" y="connsiteY1"/>
                </a:cxn>
                <a:cxn ang="0">
                  <a:pos x="connsiteX2" y="connsiteY2"/>
                </a:cxn>
                <a:cxn ang="0">
                  <a:pos x="connsiteX3" y="connsiteY3"/>
                </a:cxn>
              </a:cxnLst>
              <a:rect l="l" t="t" r="r" b="b"/>
              <a:pathLst>
                <a:path w="47924" h="60647">
                  <a:moveTo>
                    <a:pt x="25560" y="60648"/>
                  </a:moveTo>
                  <a:cubicBezTo>
                    <a:pt x="26837" y="38304"/>
                    <a:pt x="35145" y="17236"/>
                    <a:pt x="47925" y="0"/>
                  </a:cubicBezTo>
                  <a:cubicBezTo>
                    <a:pt x="21087" y="8937"/>
                    <a:pt x="2556" y="33196"/>
                    <a:pt x="0" y="60648"/>
                  </a:cubicBezTo>
                  <a:lnTo>
                    <a:pt x="25560" y="60648"/>
                  </a:lnTo>
                  <a:close/>
                </a:path>
              </a:pathLst>
            </a:custGeom>
            <a:solidFill>
              <a:srgbClr val="0097A9"/>
            </a:solidFill>
            <a:ln w="6390" cap="flat">
              <a:noFill/>
              <a:prstDash val="solid"/>
              <a:miter/>
            </a:ln>
          </p:spPr>
          <p:txBody>
            <a:bodyPr rtlCol="0" anchor="ctr"/>
            <a:lstStyle/>
            <a:p>
              <a:endParaRPr lang="en-US"/>
            </a:p>
          </p:txBody>
        </p:sp>
      </p:grpSp>
      <p:grpSp>
        <p:nvGrpSpPr>
          <p:cNvPr id="235" name="Graphic 4">
            <a:extLst>
              <a:ext uri="{FF2B5EF4-FFF2-40B4-BE49-F238E27FC236}">
                <a16:creationId xmlns:a16="http://schemas.microsoft.com/office/drawing/2014/main" id="{CFDD6D2C-02FA-904A-AA3C-3EDDEBB04110}"/>
              </a:ext>
            </a:extLst>
          </p:cNvPr>
          <p:cNvGrpSpPr/>
          <p:nvPr/>
        </p:nvGrpSpPr>
        <p:grpSpPr>
          <a:xfrm>
            <a:off x="4045469" y="2855717"/>
            <a:ext cx="362309" cy="361971"/>
            <a:chOff x="4045469" y="2855717"/>
            <a:chExt cx="362309" cy="361971"/>
          </a:xfrm>
          <a:solidFill>
            <a:srgbClr val="0097A9"/>
          </a:solidFill>
        </p:grpSpPr>
        <p:sp>
          <p:nvSpPr>
            <p:cNvPr id="236" name="Graphic 4">
              <a:extLst>
                <a:ext uri="{FF2B5EF4-FFF2-40B4-BE49-F238E27FC236}">
                  <a16:creationId xmlns:a16="http://schemas.microsoft.com/office/drawing/2014/main" id="{65A6B51E-0925-7B4C-88CF-BBBAA1575DEF}"/>
                </a:ext>
              </a:extLst>
            </p:cNvPr>
            <p:cNvSpPr/>
            <p:nvPr/>
          </p:nvSpPr>
          <p:spPr>
            <a:xfrm>
              <a:off x="4150097" y="2939347"/>
              <a:ext cx="153193" cy="212586"/>
            </a:xfrm>
            <a:custGeom>
              <a:avLst/>
              <a:gdLst>
                <a:gd name="connsiteX0" fmla="*/ 76846 w 153193"/>
                <a:gd name="connsiteY0" fmla="*/ 0 h 212586"/>
                <a:gd name="connsiteX1" fmla="*/ 27643 w 153193"/>
                <a:gd name="connsiteY1" fmla="*/ 67670 h 212586"/>
                <a:gd name="connsiteX2" fmla="*/ 7195 w 153193"/>
                <a:gd name="connsiteY2" fmla="*/ 170452 h 212586"/>
                <a:gd name="connsiteX3" fmla="*/ 76207 w 153193"/>
                <a:gd name="connsiteY3" fmla="*/ 212587 h 212586"/>
                <a:gd name="connsiteX4" fmla="*/ 76846 w 153193"/>
                <a:gd name="connsiteY4" fmla="*/ 212587 h 212586"/>
                <a:gd name="connsiteX5" fmla="*/ 145857 w 153193"/>
                <a:gd name="connsiteY5" fmla="*/ 170452 h 212586"/>
                <a:gd name="connsiteX6" fmla="*/ 125409 w 153193"/>
                <a:gd name="connsiteY6" fmla="*/ 67670 h 212586"/>
                <a:gd name="connsiteX7" fmla="*/ 76846 w 153193"/>
                <a:gd name="connsiteY7" fmla="*/ 0 h 212586"/>
                <a:gd name="connsiteX8" fmla="*/ 126048 w 153193"/>
                <a:gd name="connsiteY8" fmla="*/ 144278 h 212586"/>
                <a:gd name="connsiteX9" fmla="*/ 78124 w 153193"/>
                <a:gd name="connsiteY9" fmla="*/ 185774 h 212586"/>
                <a:gd name="connsiteX10" fmla="*/ 71095 w 153193"/>
                <a:gd name="connsiteY10" fmla="*/ 185135 h 212586"/>
                <a:gd name="connsiteX11" fmla="*/ 30199 w 153193"/>
                <a:gd name="connsiteY11" fmla="*/ 130872 h 212586"/>
                <a:gd name="connsiteX12" fmla="*/ 30199 w 153193"/>
                <a:gd name="connsiteY12" fmla="*/ 130872 h 212586"/>
                <a:gd name="connsiteX13" fmla="*/ 37867 w 153193"/>
                <a:gd name="connsiteY13" fmla="*/ 111720 h 212586"/>
                <a:gd name="connsiteX14" fmla="*/ 25726 w 153193"/>
                <a:gd name="connsiteY14" fmla="*/ 114273 h 212586"/>
                <a:gd name="connsiteX15" fmla="*/ 18058 w 153193"/>
                <a:gd name="connsiteY15" fmla="*/ 109166 h 212586"/>
                <a:gd name="connsiteX16" fmla="*/ 23170 w 153193"/>
                <a:gd name="connsiteY16" fmla="*/ 101505 h 212586"/>
                <a:gd name="connsiteX17" fmla="*/ 47452 w 153193"/>
                <a:gd name="connsiteY17" fmla="*/ 97037 h 212586"/>
                <a:gd name="connsiteX18" fmla="*/ 54481 w 153193"/>
                <a:gd name="connsiteY18" fmla="*/ 100867 h 212586"/>
                <a:gd name="connsiteX19" fmla="*/ 64066 w 153193"/>
                <a:gd name="connsiteY19" fmla="*/ 122573 h 212586"/>
                <a:gd name="connsiteX20" fmla="*/ 61510 w 153193"/>
                <a:gd name="connsiteY20" fmla="*/ 131510 h 212586"/>
                <a:gd name="connsiteX21" fmla="*/ 52564 w 153193"/>
                <a:gd name="connsiteY21" fmla="*/ 128957 h 212586"/>
                <a:gd name="connsiteX22" fmla="*/ 51925 w 153193"/>
                <a:gd name="connsiteY22" fmla="*/ 128318 h 212586"/>
                <a:gd name="connsiteX23" fmla="*/ 47452 w 153193"/>
                <a:gd name="connsiteY23" fmla="*/ 119381 h 212586"/>
                <a:gd name="connsiteX24" fmla="*/ 41701 w 153193"/>
                <a:gd name="connsiteY24" fmla="*/ 134064 h 212586"/>
                <a:gd name="connsiteX25" fmla="*/ 71734 w 153193"/>
                <a:gd name="connsiteY25" fmla="*/ 174283 h 212586"/>
                <a:gd name="connsiteX26" fmla="*/ 111990 w 153193"/>
                <a:gd name="connsiteY26" fmla="*/ 144278 h 212586"/>
                <a:gd name="connsiteX27" fmla="*/ 85792 w 153193"/>
                <a:gd name="connsiteY27" fmla="*/ 104697 h 212586"/>
                <a:gd name="connsiteX28" fmla="*/ 81319 w 153193"/>
                <a:gd name="connsiteY28" fmla="*/ 97037 h 212586"/>
                <a:gd name="connsiteX29" fmla="*/ 88987 w 153193"/>
                <a:gd name="connsiteY29" fmla="*/ 92568 h 212586"/>
                <a:gd name="connsiteX30" fmla="*/ 126048 w 153193"/>
                <a:gd name="connsiteY30" fmla="*/ 144278 h 212586"/>
                <a:gd name="connsiteX31" fmla="*/ 126048 w 153193"/>
                <a:gd name="connsiteY31" fmla="*/ 144278 h 21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3193" h="212586">
                  <a:moveTo>
                    <a:pt x="76846" y="0"/>
                  </a:moveTo>
                  <a:cubicBezTo>
                    <a:pt x="69817" y="12768"/>
                    <a:pt x="56398" y="34474"/>
                    <a:pt x="27643" y="67670"/>
                  </a:cubicBezTo>
                  <a:cubicBezTo>
                    <a:pt x="805" y="99590"/>
                    <a:pt x="-7502" y="139171"/>
                    <a:pt x="7195" y="170452"/>
                  </a:cubicBezTo>
                  <a:cubicBezTo>
                    <a:pt x="19336" y="197265"/>
                    <a:pt x="44257" y="211948"/>
                    <a:pt x="76207" y="212587"/>
                  </a:cubicBezTo>
                  <a:lnTo>
                    <a:pt x="76846" y="212587"/>
                  </a:lnTo>
                  <a:cubicBezTo>
                    <a:pt x="108157" y="212587"/>
                    <a:pt x="133716" y="197265"/>
                    <a:pt x="145857" y="170452"/>
                  </a:cubicBezTo>
                  <a:cubicBezTo>
                    <a:pt x="160554" y="138533"/>
                    <a:pt x="152886" y="99590"/>
                    <a:pt x="125409" y="67670"/>
                  </a:cubicBezTo>
                  <a:cubicBezTo>
                    <a:pt x="97932" y="34474"/>
                    <a:pt x="83875" y="13406"/>
                    <a:pt x="76846" y="0"/>
                  </a:cubicBezTo>
                  <a:close/>
                  <a:moveTo>
                    <a:pt x="126048" y="144278"/>
                  </a:moveTo>
                  <a:cubicBezTo>
                    <a:pt x="122853" y="167899"/>
                    <a:pt x="102405" y="185774"/>
                    <a:pt x="78124" y="185774"/>
                  </a:cubicBezTo>
                  <a:cubicBezTo>
                    <a:pt x="75568" y="185774"/>
                    <a:pt x="73651" y="185774"/>
                    <a:pt x="71095" y="185135"/>
                  </a:cubicBezTo>
                  <a:cubicBezTo>
                    <a:pt x="44896" y="181305"/>
                    <a:pt x="26365" y="157046"/>
                    <a:pt x="30199" y="130872"/>
                  </a:cubicBezTo>
                  <a:cubicBezTo>
                    <a:pt x="30199" y="130872"/>
                    <a:pt x="30199" y="130872"/>
                    <a:pt x="30199" y="130872"/>
                  </a:cubicBezTo>
                  <a:cubicBezTo>
                    <a:pt x="31477" y="123849"/>
                    <a:pt x="34033" y="117465"/>
                    <a:pt x="37867" y="111720"/>
                  </a:cubicBezTo>
                  <a:lnTo>
                    <a:pt x="25726" y="114273"/>
                  </a:lnTo>
                  <a:cubicBezTo>
                    <a:pt x="21892" y="114912"/>
                    <a:pt x="18697" y="112358"/>
                    <a:pt x="18058" y="109166"/>
                  </a:cubicBezTo>
                  <a:cubicBezTo>
                    <a:pt x="17419" y="105974"/>
                    <a:pt x="19975" y="102144"/>
                    <a:pt x="23170" y="101505"/>
                  </a:cubicBezTo>
                  <a:lnTo>
                    <a:pt x="47452" y="97037"/>
                  </a:lnTo>
                  <a:cubicBezTo>
                    <a:pt x="50647" y="96398"/>
                    <a:pt x="53203" y="98313"/>
                    <a:pt x="54481" y="100867"/>
                  </a:cubicBezTo>
                  <a:lnTo>
                    <a:pt x="64066" y="122573"/>
                  </a:lnTo>
                  <a:cubicBezTo>
                    <a:pt x="65983" y="125765"/>
                    <a:pt x="64705" y="129595"/>
                    <a:pt x="61510" y="131510"/>
                  </a:cubicBezTo>
                  <a:cubicBezTo>
                    <a:pt x="58315" y="133425"/>
                    <a:pt x="54481" y="132149"/>
                    <a:pt x="52564" y="128957"/>
                  </a:cubicBezTo>
                  <a:cubicBezTo>
                    <a:pt x="52564" y="128957"/>
                    <a:pt x="52564" y="128318"/>
                    <a:pt x="51925" y="128318"/>
                  </a:cubicBezTo>
                  <a:lnTo>
                    <a:pt x="47452" y="119381"/>
                  </a:lnTo>
                  <a:cubicBezTo>
                    <a:pt x="44257" y="123849"/>
                    <a:pt x="42340" y="128957"/>
                    <a:pt x="41701" y="134064"/>
                  </a:cubicBezTo>
                  <a:cubicBezTo>
                    <a:pt x="39145" y="153216"/>
                    <a:pt x="52564" y="171729"/>
                    <a:pt x="71734" y="174283"/>
                  </a:cubicBezTo>
                  <a:cubicBezTo>
                    <a:pt x="90904" y="176836"/>
                    <a:pt x="109434" y="163430"/>
                    <a:pt x="111990" y="144278"/>
                  </a:cubicBezTo>
                  <a:cubicBezTo>
                    <a:pt x="114547" y="126403"/>
                    <a:pt x="103044" y="109166"/>
                    <a:pt x="85792" y="104697"/>
                  </a:cubicBezTo>
                  <a:cubicBezTo>
                    <a:pt x="82597" y="104059"/>
                    <a:pt x="80041" y="100229"/>
                    <a:pt x="81319" y="97037"/>
                  </a:cubicBezTo>
                  <a:cubicBezTo>
                    <a:pt x="81958" y="93845"/>
                    <a:pt x="85792" y="91291"/>
                    <a:pt x="88987" y="92568"/>
                  </a:cubicBezTo>
                  <a:cubicBezTo>
                    <a:pt x="113907" y="96398"/>
                    <a:pt x="129243" y="120019"/>
                    <a:pt x="126048" y="144278"/>
                  </a:cubicBezTo>
                  <a:lnTo>
                    <a:pt x="126048" y="144278"/>
                  </a:lnTo>
                  <a:close/>
                </a:path>
              </a:pathLst>
            </a:custGeom>
            <a:solidFill>
              <a:srgbClr val="0097A9"/>
            </a:solidFill>
            <a:ln w="6390" cap="flat">
              <a:noFill/>
              <a:prstDash val="solid"/>
              <a:miter/>
            </a:ln>
          </p:spPr>
          <p:txBody>
            <a:bodyPr rtlCol="0" anchor="ctr"/>
            <a:lstStyle/>
            <a:p>
              <a:endParaRPr lang="en-US"/>
            </a:p>
          </p:txBody>
        </p:sp>
        <p:sp>
          <p:nvSpPr>
            <p:cNvPr id="237" name="Graphic 4">
              <a:extLst>
                <a:ext uri="{FF2B5EF4-FFF2-40B4-BE49-F238E27FC236}">
                  <a16:creationId xmlns:a16="http://schemas.microsoft.com/office/drawing/2014/main" id="{C9A632BD-2456-C44C-AA0D-ED48C63F0665}"/>
                </a:ext>
              </a:extLst>
            </p:cNvPr>
            <p:cNvSpPr/>
            <p:nvPr/>
          </p:nvSpPr>
          <p:spPr>
            <a:xfrm>
              <a:off x="4045469" y="28557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62627 w 362309"/>
                <a:gd name="connsiteY6" fmla="*/ 259828 h 361971"/>
                <a:gd name="connsiteX7" fmla="*/ 182113 w 362309"/>
                <a:gd name="connsiteY7" fmla="*/ 308985 h 361971"/>
                <a:gd name="connsiteX8" fmla="*/ 181474 w 362309"/>
                <a:gd name="connsiteY8" fmla="*/ 308985 h 361971"/>
                <a:gd name="connsiteX9" fmla="*/ 100961 w 362309"/>
                <a:gd name="connsiteY9" fmla="*/ 259828 h 361971"/>
                <a:gd name="connsiteX10" fmla="*/ 123326 w 362309"/>
                <a:gd name="connsiteY10" fmla="*/ 143640 h 361971"/>
                <a:gd name="connsiteX11" fmla="*/ 175723 w 362309"/>
                <a:gd name="connsiteY11" fmla="*/ 65755 h 361971"/>
                <a:gd name="connsiteX12" fmla="*/ 182113 w 362309"/>
                <a:gd name="connsiteY12" fmla="*/ 59371 h 361971"/>
                <a:gd name="connsiteX13" fmla="*/ 188503 w 362309"/>
                <a:gd name="connsiteY13" fmla="*/ 65755 h 361971"/>
                <a:gd name="connsiteX14" fmla="*/ 240901 w 362309"/>
                <a:gd name="connsiteY14" fmla="*/ 143640 h 361971"/>
                <a:gd name="connsiteX15" fmla="*/ 262627 w 362309"/>
                <a:gd name="connsiteY15" fmla="*/ 25982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309" h="361971">
                  <a:moveTo>
                    <a:pt x="181474" y="0"/>
                  </a:moveTo>
                  <a:cubicBezTo>
                    <a:pt x="81152" y="0"/>
                    <a:pt x="0" y="81076"/>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lose/>
                  <a:moveTo>
                    <a:pt x="262627" y="259828"/>
                  </a:moveTo>
                  <a:cubicBezTo>
                    <a:pt x="247930" y="291109"/>
                    <a:pt x="216619" y="310261"/>
                    <a:pt x="182113" y="308985"/>
                  </a:cubicBezTo>
                  <a:lnTo>
                    <a:pt x="181474" y="308985"/>
                  </a:lnTo>
                  <a:cubicBezTo>
                    <a:pt x="145052" y="308985"/>
                    <a:pt x="115019" y="290471"/>
                    <a:pt x="100961" y="259828"/>
                  </a:cubicBezTo>
                  <a:cubicBezTo>
                    <a:pt x="84347" y="223439"/>
                    <a:pt x="92654" y="178752"/>
                    <a:pt x="123326" y="143640"/>
                  </a:cubicBezTo>
                  <a:cubicBezTo>
                    <a:pt x="172528" y="86184"/>
                    <a:pt x="175723" y="66393"/>
                    <a:pt x="175723" y="65755"/>
                  </a:cubicBezTo>
                  <a:cubicBezTo>
                    <a:pt x="175723" y="61925"/>
                    <a:pt x="178279" y="59371"/>
                    <a:pt x="182113" y="59371"/>
                  </a:cubicBezTo>
                  <a:cubicBezTo>
                    <a:pt x="185947" y="59371"/>
                    <a:pt x="188503" y="61925"/>
                    <a:pt x="188503" y="65755"/>
                  </a:cubicBezTo>
                  <a:cubicBezTo>
                    <a:pt x="188503" y="66393"/>
                    <a:pt x="191698" y="86184"/>
                    <a:pt x="240901" y="143640"/>
                  </a:cubicBezTo>
                  <a:cubicBezTo>
                    <a:pt x="270934" y="179390"/>
                    <a:pt x="279240" y="223439"/>
                    <a:pt x="262627" y="259828"/>
                  </a:cubicBezTo>
                  <a:close/>
                </a:path>
              </a:pathLst>
            </a:custGeom>
            <a:solidFill>
              <a:srgbClr val="0097A9"/>
            </a:solidFill>
            <a:ln w="6390" cap="flat">
              <a:noFill/>
              <a:prstDash val="solid"/>
              <a:miter/>
            </a:ln>
          </p:spPr>
          <p:txBody>
            <a:bodyPr rtlCol="0" anchor="ctr"/>
            <a:lstStyle/>
            <a:p>
              <a:endParaRPr lang="en-US"/>
            </a:p>
          </p:txBody>
        </p:sp>
      </p:grpSp>
      <p:sp>
        <p:nvSpPr>
          <p:cNvPr id="238" name="Graphic 4">
            <a:extLst>
              <a:ext uri="{FF2B5EF4-FFF2-40B4-BE49-F238E27FC236}">
                <a16:creationId xmlns:a16="http://schemas.microsoft.com/office/drawing/2014/main" id="{830794D2-409F-364F-9D5C-7FFBE51B1165}"/>
              </a:ext>
            </a:extLst>
          </p:cNvPr>
          <p:cNvSpPr/>
          <p:nvPr/>
        </p:nvSpPr>
        <p:spPr>
          <a:xfrm>
            <a:off x="4045469" y="3824168"/>
            <a:ext cx="362309" cy="361971"/>
          </a:xfrm>
          <a:custGeom>
            <a:avLst/>
            <a:gdLst>
              <a:gd name="connsiteX0" fmla="*/ 181474 w 362309"/>
              <a:gd name="connsiteY0" fmla="*/ 0 h 361971"/>
              <a:gd name="connsiteX1" fmla="*/ 0 w 362309"/>
              <a:gd name="connsiteY1" fmla="*/ 180667 h 361971"/>
              <a:gd name="connsiteX2" fmla="*/ 180836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169333 w 362309"/>
              <a:gd name="connsiteY6" fmla="*/ 294301 h 361971"/>
              <a:gd name="connsiteX7" fmla="*/ 162943 w 362309"/>
              <a:gd name="connsiteY7" fmla="*/ 298770 h 361971"/>
              <a:gd name="connsiteX8" fmla="*/ 161027 w 362309"/>
              <a:gd name="connsiteY8" fmla="*/ 298770 h 361971"/>
              <a:gd name="connsiteX9" fmla="*/ 88181 w 362309"/>
              <a:gd name="connsiteY9" fmla="*/ 215140 h 361971"/>
              <a:gd name="connsiteX10" fmla="*/ 88181 w 362309"/>
              <a:gd name="connsiteY10" fmla="*/ 213863 h 361971"/>
              <a:gd name="connsiteX11" fmla="*/ 138023 w 362309"/>
              <a:gd name="connsiteY11" fmla="*/ 130872 h 361971"/>
              <a:gd name="connsiteX12" fmla="*/ 148247 w 362309"/>
              <a:gd name="connsiteY12" fmla="*/ 120657 h 361971"/>
              <a:gd name="connsiteX13" fmla="*/ 156553 w 362309"/>
              <a:gd name="connsiteY13" fmla="*/ 63840 h 361971"/>
              <a:gd name="connsiteX14" fmla="*/ 160388 w 362309"/>
              <a:gd name="connsiteY14" fmla="*/ 55540 h 361971"/>
              <a:gd name="connsiteX15" fmla="*/ 165500 w 362309"/>
              <a:gd name="connsiteY15" fmla="*/ 55540 h 361971"/>
              <a:gd name="connsiteX16" fmla="*/ 201922 w 362309"/>
              <a:gd name="connsiteY16" fmla="*/ 82353 h 361971"/>
              <a:gd name="connsiteX17" fmla="*/ 227482 w 362309"/>
              <a:gd name="connsiteY17" fmla="*/ 158961 h 361971"/>
              <a:gd name="connsiteX18" fmla="*/ 227482 w 362309"/>
              <a:gd name="connsiteY18" fmla="*/ 179390 h 361971"/>
              <a:gd name="connsiteX19" fmla="*/ 231955 w 362309"/>
              <a:gd name="connsiteY19" fmla="*/ 181305 h 361971"/>
              <a:gd name="connsiteX20" fmla="*/ 232594 w 362309"/>
              <a:gd name="connsiteY20" fmla="*/ 181305 h 361971"/>
              <a:gd name="connsiteX21" fmla="*/ 240262 w 362309"/>
              <a:gd name="connsiteY21" fmla="*/ 169814 h 361971"/>
              <a:gd name="connsiteX22" fmla="*/ 247930 w 362309"/>
              <a:gd name="connsiteY22" fmla="*/ 165345 h 361971"/>
              <a:gd name="connsiteX23" fmla="*/ 252403 w 362309"/>
              <a:gd name="connsiteY23" fmla="*/ 173006 h 361971"/>
              <a:gd name="connsiteX24" fmla="*/ 231955 w 362309"/>
              <a:gd name="connsiteY24" fmla="*/ 193435 h 361971"/>
              <a:gd name="connsiteX25" fmla="*/ 217258 w 362309"/>
              <a:gd name="connsiteY25" fmla="*/ 186412 h 361971"/>
              <a:gd name="connsiteX26" fmla="*/ 215341 w 362309"/>
              <a:gd name="connsiteY26" fmla="*/ 155131 h 361971"/>
              <a:gd name="connsiteX27" fmla="*/ 172528 w 362309"/>
              <a:gd name="connsiteY27" fmla="*/ 74692 h 361971"/>
              <a:gd name="connsiteX28" fmla="*/ 157832 w 362309"/>
              <a:gd name="connsiteY28" fmla="*/ 129595 h 361971"/>
              <a:gd name="connsiteX29" fmla="*/ 146969 w 362309"/>
              <a:gd name="connsiteY29" fmla="*/ 139809 h 361971"/>
              <a:gd name="connsiteX30" fmla="*/ 101600 w 362309"/>
              <a:gd name="connsiteY30" fmla="*/ 213863 h 361971"/>
              <a:gd name="connsiteX31" fmla="*/ 101600 w 362309"/>
              <a:gd name="connsiteY31" fmla="*/ 214502 h 361971"/>
              <a:gd name="connsiteX32" fmla="*/ 165500 w 362309"/>
              <a:gd name="connsiteY32" fmla="*/ 286002 h 361971"/>
              <a:gd name="connsiteX33" fmla="*/ 169333 w 362309"/>
              <a:gd name="connsiteY33" fmla="*/ 294301 h 361971"/>
              <a:gd name="connsiteX34" fmla="*/ 169333 w 362309"/>
              <a:gd name="connsiteY34" fmla="*/ 294301 h 361971"/>
              <a:gd name="connsiteX35" fmla="*/ 175723 w 362309"/>
              <a:gd name="connsiteY35" fmla="*/ 250252 h 361971"/>
              <a:gd name="connsiteX36" fmla="*/ 169333 w 362309"/>
              <a:gd name="connsiteY36" fmla="*/ 243868 h 361971"/>
              <a:gd name="connsiteX37" fmla="*/ 157193 w 362309"/>
              <a:gd name="connsiteY37" fmla="*/ 210671 h 361971"/>
              <a:gd name="connsiteX38" fmla="*/ 146969 w 362309"/>
              <a:gd name="connsiteY38" fmla="*/ 231738 h 361971"/>
              <a:gd name="connsiteX39" fmla="*/ 146969 w 362309"/>
              <a:gd name="connsiteY39" fmla="*/ 261743 h 361971"/>
              <a:gd name="connsiteX40" fmla="*/ 144413 w 362309"/>
              <a:gd name="connsiteY40" fmla="*/ 270681 h 361971"/>
              <a:gd name="connsiteX41" fmla="*/ 144413 w 362309"/>
              <a:gd name="connsiteY41" fmla="*/ 270681 h 361971"/>
              <a:gd name="connsiteX42" fmla="*/ 141218 w 362309"/>
              <a:gd name="connsiteY42" fmla="*/ 271319 h 361971"/>
              <a:gd name="connsiteX43" fmla="*/ 135467 w 362309"/>
              <a:gd name="connsiteY43" fmla="*/ 268127 h 361971"/>
              <a:gd name="connsiteX44" fmla="*/ 137384 w 362309"/>
              <a:gd name="connsiteY44" fmla="*/ 222801 h 361971"/>
              <a:gd name="connsiteX45" fmla="*/ 142496 w 362309"/>
              <a:gd name="connsiteY45" fmla="*/ 194711 h 361971"/>
              <a:gd name="connsiteX46" fmla="*/ 145052 w 362309"/>
              <a:gd name="connsiteY46" fmla="*/ 186412 h 361971"/>
              <a:gd name="connsiteX47" fmla="*/ 152081 w 362309"/>
              <a:gd name="connsiteY47" fmla="*/ 187051 h 361971"/>
              <a:gd name="connsiteX48" fmla="*/ 181474 w 362309"/>
              <a:gd name="connsiteY48" fmla="*/ 244506 h 361971"/>
              <a:gd name="connsiteX49" fmla="*/ 175723 w 362309"/>
              <a:gd name="connsiteY49" fmla="*/ 250252 h 361971"/>
              <a:gd name="connsiteX50" fmla="*/ 175723 w 362309"/>
              <a:gd name="connsiteY50" fmla="*/ 250252 h 361971"/>
              <a:gd name="connsiteX51" fmla="*/ 269017 w 362309"/>
              <a:gd name="connsiteY51" fmla="*/ 240676 h 361971"/>
              <a:gd name="connsiteX52" fmla="*/ 194254 w 362309"/>
              <a:gd name="connsiteY52" fmla="*/ 298132 h 361971"/>
              <a:gd name="connsiteX53" fmla="*/ 194254 w 362309"/>
              <a:gd name="connsiteY53" fmla="*/ 298132 h 361971"/>
              <a:gd name="connsiteX54" fmla="*/ 192337 w 362309"/>
              <a:gd name="connsiteY54" fmla="*/ 298132 h 361971"/>
              <a:gd name="connsiteX55" fmla="*/ 192337 w 362309"/>
              <a:gd name="connsiteY55" fmla="*/ 298132 h 361971"/>
              <a:gd name="connsiteX56" fmla="*/ 190420 w 362309"/>
              <a:gd name="connsiteY56" fmla="*/ 298132 h 361971"/>
              <a:gd name="connsiteX57" fmla="*/ 189781 w 362309"/>
              <a:gd name="connsiteY57" fmla="*/ 298132 h 361971"/>
              <a:gd name="connsiteX58" fmla="*/ 188503 w 362309"/>
              <a:gd name="connsiteY58" fmla="*/ 297493 h 361971"/>
              <a:gd name="connsiteX59" fmla="*/ 187864 w 362309"/>
              <a:gd name="connsiteY59" fmla="*/ 296855 h 361971"/>
              <a:gd name="connsiteX60" fmla="*/ 187225 w 362309"/>
              <a:gd name="connsiteY60" fmla="*/ 296217 h 361971"/>
              <a:gd name="connsiteX61" fmla="*/ 186586 w 362309"/>
              <a:gd name="connsiteY61" fmla="*/ 295578 h 361971"/>
              <a:gd name="connsiteX62" fmla="*/ 186586 w 362309"/>
              <a:gd name="connsiteY62" fmla="*/ 295578 h 361971"/>
              <a:gd name="connsiteX63" fmla="*/ 186586 w 362309"/>
              <a:gd name="connsiteY63" fmla="*/ 294940 h 361971"/>
              <a:gd name="connsiteX64" fmla="*/ 185947 w 362309"/>
              <a:gd name="connsiteY64" fmla="*/ 293663 h 361971"/>
              <a:gd name="connsiteX65" fmla="*/ 185947 w 362309"/>
              <a:gd name="connsiteY65" fmla="*/ 293025 h 361971"/>
              <a:gd name="connsiteX66" fmla="*/ 185947 w 362309"/>
              <a:gd name="connsiteY66" fmla="*/ 291748 h 361971"/>
              <a:gd name="connsiteX67" fmla="*/ 185947 w 362309"/>
              <a:gd name="connsiteY67" fmla="*/ 290471 h 361971"/>
              <a:gd name="connsiteX68" fmla="*/ 186586 w 362309"/>
              <a:gd name="connsiteY68" fmla="*/ 289194 h 361971"/>
              <a:gd name="connsiteX69" fmla="*/ 187225 w 362309"/>
              <a:gd name="connsiteY69" fmla="*/ 287917 h 361971"/>
              <a:gd name="connsiteX70" fmla="*/ 187864 w 362309"/>
              <a:gd name="connsiteY70" fmla="*/ 287279 h 361971"/>
              <a:gd name="connsiteX71" fmla="*/ 189142 w 362309"/>
              <a:gd name="connsiteY71" fmla="*/ 286641 h 361971"/>
              <a:gd name="connsiteX72" fmla="*/ 189142 w 362309"/>
              <a:gd name="connsiteY72" fmla="*/ 286641 h 361971"/>
              <a:gd name="connsiteX73" fmla="*/ 217258 w 362309"/>
              <a:gd name="connsiteY73" fmla="*/ 245783 h 361971"/>
              <a:gd name="connsiteX74" fmla="*/ 198727 w 362309"/>
              <a:gd name="connsiteY74" fmla="*/ 210033 h 361971"/>
              <a:gd name="connsiteX75" fmla="*/ 180836 w 362309"/>
              <a:gd name="connsiteY75" fmla="*/ 176198 h 361971"/>
              <a:gd name="connsiteX76" fmla="*/ 175084 w 362309"/>
              <a:gd name="connsiteY76" fmla="*/ 190243 h 361971"/>
              <a:gd name="connsiteX77" fmla="*/ 167416 w 362309"/>
              <a:gd name="connsiteY77" fmla="*/ 194711 h 361971"/>
              <a:gd name="connsiteX78" fmla="*/ 162943 w 362309"/>
              <a:gd name="connsiteY78" fmla="*/ 187051 h 361971"/>
              <a:gd name="connsiteX79" fmla="*/ 184669 w 362309"/>
              <a:gd name="connsiteY79" fmla="*/ 151939 h 361971"/>
              <a:gd name="connsiteX80" fmla="*/ 193615 w 362309"/>
              <a:gd name="connsiteY80" fmla="*/ 153216 h 361971"/>
              <a:gd name="connsiteX81" fmla="*/ 194893 w 362309"/>
              <a:gd name="connsiteY81" fmla="*/ 158323 h 361971"/>
              <a:gd name="connsiteX82" fmla="*/ 207034 w 362309"/>
              <a:gd name="connsiteY82" fmla="*/ 200457 h 361971"/>
              <a:gd name="connsiteX83" fmla="*/ 230677 w 362309"/>
              <a:gd name="connsiteY83" fmla="*/ 247060 h 361971"/>
              <a:gd name="connsiteX84" fmla="*/ 222370 w 362309"/>
              <a:gd name="connsiteY84" fmla="*/ 273873 h 361971"/>
              <a:gd name="connsiteX85" fmla="*/ 257515 w 362309"/>
              <a:gd name="connsiteY85" fmla="*/ 236207 h 361971"/>
              <a:gd name="connsiteX86" fmla="*/ 243457 w 362309"/>
              <a:gd name="connsiteY86" fmla="*/ 146832 h 361971"/>
              <a:gd name="connsiteX87" fmla="*/ 245374 w 362309"/>
              <a:gd name="connsiteY87" fmla="*/ 137894 h 361971"/>
              <a:gd name="connsiteX88" fmla="*/ 245374 w 362309"/>
              <a:gd name="connsiteY88" fmla="*/ 137894 h 361971"/>
              <a:gd name="connsiteX89" fmla="*/ 254320 w 362309"/>
              <a:gd name="connsiteY89" fmla="*/ 139809 h 361971"/>
              <a:gd name="connsiteX90" fmla="*/ 269017 w 362309"/>
              <a:gd name="connsiteY90" fmla="*/ 240676 h 361971"/>
              <a:gd name="connsiteX91" fmla="*/ 269017 w 362309"/>
              <a:gd name="connsiteY91" fmla="*/ 24067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362309" h="361971">
                <a:moveTo>
                  <a:pt x="181474" y="0"/>
                </a:moveTo>
                <a:cubicBezTo>
                  <a:pt x="81152" y="0"/>
                  <a:pt x="0" y="81076"/>
                  <a:pt x="0" y="180667"/>
                </a:cubicBezTo>
                <a:cubicBezTo>
                  <a:pt x="0" y="280257"/>
                  <a:pt x="81152" y="361971"/>
                  <a:pt x="180836" y="361971"/>
                </a:cubicBezTo>
                <a:cubicBezTo>
                  <a:pt x="280518" y="361971"/>
                  <a:pt x="362310" y="280895"/>
                  <a:pt x="362310" y="181305"/>
                </a:cubicBezTo>
                <a:lnTo>
                  <a:pt x="362310" y="181305"/>
                </a:lnTo>
                <a:cubicBezTo>
                  <a:pt x="362310" y="81076"/>
                  <a:pt x="281796" y="0"/>
                  <a:pt x="181474" y="0"/>
                </a:cubicBezTo>
                <a:close/>
                <a:moveTo>
                  <a:pt x="169333" y="294301"/>
                </a:moveTo>
                <a:cubicBezTo>
                  <a:pt x="168695" y="296855"/>
                  <a:pt x="165500" y="298770"/>
                  <a:pt x="162943" y="298770"/>
                </a:cubicBezTo>
                <a:cubicBezTo>
                  <a:pt x="162305" y="298770"/>
                  <a:pt x="161666" y="298770"/>
                  <a:pt x="161027" y="298770"/>
                </a:cubicBezTo>
                <a:cubicBezTo>
                  <a:pt x="127799" y="287917"/>
                  <a:pt x="87542" y="264297"/>
                  <a:pt x="88181" y="215140"/>
                </a:cubicBezTo>
                <a:lnTo>
                  <a:pt x="88181" y="213863"/>
                </a:lnTo>
                <a:cubicBezTo>
                  <a:pt x="88181" y="178113"/>
                  <a:pt x="116936" y="150662"/>
                  <a:pt x="138023" y="130872"/>
                </a:cubicBezTo>
                <a:cubicBezTo>
                  <a:pt x="141857" y="127041"/>
                  <a:pt x="145052" y="123849"/>
                  <a:pt x="148247" y="120657"/>
                </a:cubicBezTo>
                <a:cubicBezTo>
                  <a:pt x="168695" y="99590"/>
                  <a:pt x="156553" y="64478"/>
                  <a:pt x="156553" y="63840"/>
                </a:cubicBezTo>
                <a:cubicBezTo>
                  <a:pt x="155276" y="60648"/>
                  <a:pt x="157193" y="56817"/>
                  <a:pt x="160388" y="55540"/>
                </a:cubicBezTo>
                <a:cubicBezTo>
                  <a:pt x="162305" y="54902"/>
                  <a:pt x="164221" y="54902"/>
                  <a:pt x="165500" y="55540"/>
                </a:cubicBezTo>
                <a:cubicBezTo>
                  <a:pt x="178918" y="62563"/>
                  <a:pt x="191059" y="71500"/>
                  <a:pt x="201922" y="82353"/>
                </a:cubicBezTo>
                <a:cubicBezTo>
                  <a:pt x="224926" y="105336"/>
                  <a:pt x="233872" y="132148"/>
                  <a:pt x="227482" y="158961"/>
                </a:cubicBezTo>
                <a:cubicBezTo>
                  <a:pt x="225565" y="165345"/>
                  <a:pt x="224287" y="175560"/>
                  <a:pt x="227482" y="179390"/>
                </a:cubicBezTo>
                <a:cubicBezTo>
                  <a:pt x="228121" y="180028"/>
                  <a:pt x="228760" y="181305"/>
                  <a:pt x="231955" y="181305"/>
                </a:cubicBezTo>
                <a:lnTo>
                  <a:pt x="232594" y="181305"/>
                </a:lnTo>
                <a:cubicBezTo>
                  <a:pt x="232594" y="181305"/>
                  <a:pt x="237067" y="180667"/>
                  <a:pt x="240262" y="169814"/>
                </a:cubicBezTo>
                <a:cubicBezTo>
                  <a:pt x="241540" y="166622"/>
                  <a:pt x="244735" y="164707"/>
                  <a:pt x="247930" y="165345"/>
                </a:cubicBezTo>
                <a:cubicBezTo>
                  <a:pt x="251125" y="166622"/>
                  <a:pt x="253042" y="169814"/>
                  <a:pt x="252403" y="173006"/>
                </a:cubicBezTo>
                <a:cubicBezTo>
                  <a:pt x="246652" y="192796"/>
                  <a:pt x="234511" y="193435"/>
                  <a:pt x="231955" y="193435"/>
                </a:cubicBezTo>
                <a:cubicBezTo>
                  <a:pt x="226204" y="193435"/>
                  <a:pt x="221092" y="190881"/>
                  <a:pt x="217258" y="186412"/>
                </a:cubicBezTo>
                <a:cubicBezTo>
                  <a:pt x="209590" y="175560"/>
                  <a:pt x="214702" y="157046"/>
                  <a:pt x="215341" y="155131"/>
                </a:cubicBezTo>
                <a:cubicBezTo>
                  <a:pt x="224926" y="116188"/>
                  <a:pt x="191698" y="87460"/>
                  <a:pt x="172528" y="74692"/>
                </a:cubicBezTo>
                <a:cubicBezTo>
                  <a:pt x="174446" y="89376"/>
                  <a:pt x="174446" y="112358"/>
                  <a:pt x="157832" y="129595"/>
                </a:cubicBezTo>
                <a:cubicBezTo>
                  <a:pt x="154637" y="132787"/>
                  <a:pt x="150803" y="136617"/>
                  <a:pt x="146969" y="139809"/>
                </a:cubicBezTo>
                <a:cubicBezTo>
                  <a:pt x="126521" y="158961"/>
                  <a:pt x="101600" y="183220"/>
                  <a:pt x="101600" y="213863"/>
                </a:cubicBezTo>
                <a:lnTo>
                  <a:pt x="101600" y="214502"/>
                </a:lnTo>
                <a:cubicBezTo>
                  <a:pt x="101600" y="247698"/>
                  <a:pt x="122687" y="271958"/>
                  <a:pt x="165500" y="286002"/>
                </a:cubicBezTo>
                <a:cubicBezTo>
                  <a:pt x="168695" y="287279"/>
                  <a:pt x="170611" y="290471"/>
                  <a:pt x="169333" y="294301"/>
                </a:cubicBezTo>
                <a:lnTo>
                  <a:pt x="169333" y="294301"/>
                </a:lnTo>
                <a:close/>
                <a:moveTo>
                  <a:pt x="175723" y="250252"/>
                </a:moveTo>
                <a:cubicBezTo>
                  <a:pt x="171889" y="250252"/>
                  <a:pt x="169333" y="247698"/>
                  <a:pt x="169333" y="243868"/>
                </a:cubicBezTo>
                <a:cubicBezTo>
                  <a:pt x="169333" y="231738"/>
                  <a:pt x="164861" y="219609"/>
                  <a:pt x="157193" y="210671"/>
                </a:cubicBezTo>
                <a:cubicBezTo>
                  <a:pt x="155915" y="218332"/>
                  <a:pt x="152081" y="225993"/>
                  <a:pt x="146969" y="231738"/>
                </a:cubicBezTo>
                <a:cubicBezTo>
                  <a:pt x="145691" y="233015"/>
                  <a:pt x="136106" y="243230"/>
                  <a:pt x="146969" y="261743"/>
                </a:cubicBezTo>
                <a:cubicBezTo>
                  <a:pt x="148886" y="264935"/>
                  <a:pt x="147608" y="268766"/>
                  <a:pt x="144413" y="270681"/>
                </a:cubicBezTo>
                <a:cubicBezTo>
                  <a:pt x="144413" y="270681"/>
                  <a:pt x="144413" y="270681"/>
                  <a:pt x="144413" y="270681"/>
                </a:cubicBezTo>
                <a:cubicBezTo>
                  <a:pt x="143135" y="271319"/>
                  <a:pt x="142496" y="271319"/>
                  <a:pt x="141218" y="271319"/>
                </a:cubicBezTo>
                <a:cubicBezTo>
                  <a:pt x="138662" y="271319"/>
                  <a:pt x="136745" y="270042"/>
                  <a:pt x="135467" y="268127"/>
                </a:cubicBezTo>
                <a:cubicBezTo>
                  <a:pt x="122687" y="246422"/>
                  <a:pt x="130994" y="229185"/>
                  <a:pt x="137384" y="222801"/>
                </a:cubicBezTo>
                <a:cubicBezTo>
                  <a:pt x="144413" y="215140"/>
                  <a:pt x="146330" y="204287"/>
                  <a:pt x="142496" y="194711"/>
                </a:cubicBezTo>
                <a:cubicBezTo>
                  <a:pt x="141218" y="191519"/>
                  <a:pt x="141857" y="187689"/>
                  <a:pt x="145052" y="186412"/>
                </a:cubicBezTo>
                <a:cubicBezTo>
                  <a:pt x="147608" y="185135"/>
                  <a:pt x="150164" y="185774"/>
                  <a:pt x="152081" y="187051"/>
                </a:cubicBezTo>
                <a:cubicBezTo>
                  <a:pt x="153358" y="188327"/>
                  <a:pt x="182752" y="211948"/>
                  <a:pt x="181474" y="244506"/>
                </a:cubicBezTo>
                <a:cubicBezTo>
                  <a:pt x="181474" y="247060"/>
                  <a:pt x="178918" y="249614"/>
                  <a:pt x="175723" y="250252"/>
                </a:cubicBezTo>
                <a:lnTo>
                  <a:pt x="175723" y="250252"/>
                </a:lnTo>
                <a:close/>
                <a:moveTo>
                  <a:pt x="269017" y="240676"/>
                </a:moveTo>
                <a:cubicBezTo>
                  <a:pt x="258792" y="268127"/>
                  <a:pt x="233233" y="287279"/>
                  <a:pt x="194254" y="298132"/>
                </a:cubicBezTo>
                <a:lnTo>
                  <a:pt x="194254" y="298132"/>
                </a:lnTo>
                <a:lnTo>
                  <a:pt x="192337" y="298132"/>
                </a:lnTo>
                <a:lnTo>
                  <a:pt x="192337" y="298132"/>
                </a:lnTo>
                <a:cubicBezTo>
                  <a:pt x="191698" y="298132"/>
                  <a:pt x="191059" y="298132"/>
                  <a:pt x="190420" y="298132"/>
                </a:cubicBezTo>
                <a:lnTo>
                  <a:pt x="189781" y="298132"/>
                </a:lnTo>
                <a:lnTo>
                  <a:pt x="188503" y="297493"/>
                </a:lnTo>
                <a:lnTo>
                  <a:pt x="187864" y="296855"/>
                </a:lnTo>
                <a:lnTo>
                  <a:pt x="187225" y="296217"/>
                </a:lnTo>
                <a:lnTo>
                  <a:pt x="186586" y="295578"/>
                </a:lnTo>
                <a:lnTo>
                  <a:pt x="186586" y="295578"/>
                </a:lnTo>
                <a:lnTo>
                  <a:pt x="186586" y="294940"/>
                </a:lnTo>
                <a:cubicBezTo>
                  <a:pt x="186586" y="294301"/>
                  <a:pt x="185947" y="294301"/>
                  <a:pt x="185947" y="293663"/>
                </a:cubicBezTo>
                <a:lnTo>
                  <a:pt x="185947" y="293025"/>
                </a:lnTo>
                <a:cubicBezTo>
                  <a:pt x="185947" y="292386"/>
                  <a:pt x="185947" y="292386"/>
                  <a:pt x="185947" y="291748"/>
                </a:cubicBezTo>
                <a:cubicBezTo>
                  <a:pt x="185947" y="291109"/>
                  <a:pt x="185947" y="291109"/>
                  <a:pt x="185947" y="290471"/>
                </a:cubicBezTo>
                <a:cubicBezTo>
                  <a:pt x="185947" y="289833"/>
                  <a:pt x="185947" y="289833"/>
                  <a:pt x="186586" y="289194"/>
                </a:cubicBezTo>
                <a:cubicBezTo>
                  <a:pt x="186586" y="288556"/>
                  <a:pt x="186586" y="288556"/>
                  <a:pt x="187225" y="287917"/>
                </a:cubicBezTo>
                <a:cubicBezTo>
                  <a:pt x="187225" y="287279"/>
                  <a:pt x="187864" y="287279"/>
                  <a:pt x="187864" y="287279"/>
                </a:cubicBezTo>
                <a:cubicBezTo>
                  <a:pt x="187864" y="286641"/>
                  <a:pt x="188503" y="286641"/>
                  <a:pt x="189142" y="286641"/>
                </a:cubicBezTo>
                <a:lnTo>
                  <a:pt x="189142" y="286641"/>
                </a:lnTo>
                <a:cubicBezTo>
                  <a:pt x="212146" y="272596"/>
                  <a:pt x="216619" y="257913"/>
                  <a:pt x="217258" y="245783"/>
                </a:cubicBezTo>
                <a:cubicBezTo>
                  <a:pt x="217897" y="236207"/>
                  <a:pt x="217258" y="225993"/>
                  <a:pt x="198727" y="210033"/>
                </a:cubicBezTo>
                <a:cubicBezTo>
                  <a:pt x="188503" y="201734"/>
                  <a:pt x="182113" y="188966"/>
                  <a:pt x="180836" y="176198"/>
                </a:cubicBezTo>
                <a:cubicBezTo>
                  <a:pt x="178279" y="180667"/>
                  <a:pt x="176363" y="185135"/>
                  <a:pt x="175084" y="190243"/>
                </a:cubicBezTo>
                <a:cubicBezTo>
                  <a:pt x="174446" y="193435"/>
                  <a:pt x="170611" y="195988"/>
                  <a:pt x="167416" y="194711"/>
                </a:cubicBezTo>
                <a:cubicBezTo>
                  <a:pt x="164221" y="194073"/>
                  <a:pt x="161666" y="190243"/>
                  <a:pt x="162943" y="187051"/>
                </a:cubicBezTo>
                <a:cubicBezTo>
                  <a:pt x="166138" y="173006"/>
                  <a:pt x="173806" y="160876"/>
                  <a:pt x="184669" y="151939"/>
                </a:cubicBezTo>
                <a:cubicBezTo>
                  <a:pt x="187225" y="150024"/>
                  <a:pt x="191698" y="150024"/>
                  <a:pt x="193615" y="153216"/>
                </a:cubicBezTo>
                <a:cubicBezTo>
                  <a:pt x="194893" y="154492"/>
                  <a:pt x="194893" y="156408"/>
                  <a:pt x="194893" y="158323"/>
                </a:cubicBezTo>
                <a:cubicBezTo>
                  <a:pt x="189142" y="186412"/>
                  <a:pt x="206395" y="199819"/>
                  <a:pt x="207034" y="200457"/>
                </a:cubicBezTo>
                <a:cubicBezTo>
                  <a:pt x="228121" y="218332"/>
                  <a:pt x="231955" y="231738"/>
                  <a:pt x="230677" y="247060"/>
                </a:cubicBezTo>
                <a:cubicBezTo>
                  <a:pt x="230038" y="256636"/>
                  <a:pt x="227482" y="265574"/>
                  <a:pt x="222370" y="273873"/>
                </a:cubicBezTo>
                <a:cubicBezTo>
                  <a:pt x="238345" y="266212"/>
                  <a:pt x="250486" y="252806"/>
                  <a:pt x="257515" y="236207"/>
                </a:cubicBezTo>
                <a:cubicBezTo>
                  <a:pt x="273490" y="195350"/>
                  <a:pt x="243457" y="147470"/>
                  <a:pt x="243457" y="146832"/>
                </a:cubicBezTo>
                <a:cubicBezTo>
                  <a:pt x="241540" y="143640"/>
                  <a:pt x="242179" y="139809"/>
                  <a:pt x="245374" y="137894"/>
                </a:cubicBezTo>
                <a:cubicBezTo>
                  <a:pt x="245374" y="137894"/>
                  <a:pt x="245374" y="137894"/>
                  <a:pt x="245374" y="137894"/>
                </a:cubicBezTo>
                <a:cubicBezTo>
                  <a:pt x="248569" y="135979"/>
                  <a:pt x="252403" y="137256"/>
                  <a:pt x="254320" y="139809"/>
                </a:cubicBezTo>
                <a:cubicBezTo>
                  <a:pt x="255597" y="141724"/>
                  <a:pt x="287547" y="194073"/>
                  <a:pt x="269017" y="240676"/>
                </a:cubicBezTo>
                <a:lnTo>
                  <a:pt x="269017" y="240676"/>
                </a:lnTo>
                <a:close/>
              </a:path>
            </a:pathLst>
          </a:custGeom>
          <a:solidFill>
            <a:srgbClr val="0097A9"/>
          </a:solidFill>
          <a:ln w="6390" cap="flat">
            <a:noFill/>
            <a:prstDash val="solid"/>
            <a:miter/>
          </a:ln>
        </p:spPr>
        <p:txBody>
          <a:bodyPr rtlCol="0" anchor="ctr"/>
          <a:lstStyle/>
          <a:p>
            <a:endParaRPr lang="en-US"/>
          </a:p>
        </p:txBody>
      </p:sp>
      <p:grpSp>
        <p:nvGrpSpPr>
          <p:cNvPr id="12" name="Group 11">
            <a:extLst>
              <a:ext uri="{FF2B5EF4-FFF2-40B4-BE49-F238E27FC236}">
                <a16:creationId xmlns:a16="http://schemas.microsoft.com/office/drawing/2014/main" id="{4A956F94-799E-424A-8A70-6D21FEB5D57B}"/>
              </a:ext>
            </a:extLst>
          </p:cNvPr>
          <p:cNvGrpSpPr/>
          <p:nvPr/>
        </p:nvGrpSpPr>
        <p:grpSpPr>
          <a:xfrm>
            <a:off x="4045469" y="3339623"/>
            <a:ext cx="362309" cy="361971"/>
            <a:chOff x="4045469" y="3339623"/>
            <a:chExt cx="362309" cy="361971"/>
          </a:xfrm>
        </p:grpSpPr>
        <p:sp>
          <p:nvSpPr>
            <p:cNvPr id="241" name="Graphic 4">
              <a:extLst>
                <a:ext uri="{FF2B5EF4-FFF2-40B4-BE49-F238E27FC236}">
                  <a16:creationId xmlns:a16="http://schemas.microsoft.com/office/drawing/2014/main" id="{9B0040B3-7C4D-ED47-952D-12CB9F336CAD}"/>
                </a:ext>
              </a:extLst>
            </p:cNvPr>
            <p:cNvSpPr/>
            <p:nvPr/>
          </p:nvSpPr>
          <p:spPr>
            <a:xfrm>
              <a:off x="4236502" y="3402186"/>
              <a:ext cx="54340" cy="54683"/>
            </a:xfrm>
            <a:custGeom>
              <a:avLst/>
              <a:gdLst>
                <a:gd name="connsiteX0" fmla="*/ 33254 w 54340"/>
                <a:gd name="connsiteY0" fmla="*/ 10853 h 54683"/>
                <a:gd name="connsiteX1" fmla="*/ 42199 w 54340"/>
                <a:gd name="connsiteY1" fmla="*/ 12768 h 54683"/>
                <a:gd name="connsiteX2" fmla="*/ 40282 w 54340"/>
                <a:gd name="connsiteY2" fmla="*/ 21706 h 54683"/>
                <a:gd name="connsiteX3" fmla="*/ 11528 w 54340"/>
                <a:gd name="connsiteY3" fmla="*/ 54264 h 54683"/>
                <a:gd name="connsiteX4" fmla="*/ 24308 w 54340"/>
                <a:gd name="connsiteY4" fmla="*/ 53626 h 54683"/>
                <a:gd name="connsiteX5" fmla="*/ 45394 w 54340"/>
                <a:gd name="connsiteY5" fmla="*/ 38304 h 54683"/>
                <a:gd name="connsiteX6" fmla="*/ 54340 w 54340"/>
                <a:gd name="connsiteY6" fmla="*/ 0 h 54683"/>
                <a:gd name="connsiteX7" fmla="*/ 16001 w 54340"/>
                <a:gd name="connsiteY7" fmla="*/ 9576 h 54683"/>
                <a:gd name="connsiteX8" fmla="*/ 665 w 54340"/>
                <a:gd name="connsiteY8" fmla="*/ 30643 h 54683"/>
                <a:gd name="connsiteX9" fmla="*/ 1943 w 54340"/>
                <a:gd name="connsiteY9" fmla="*/ 44688 h 54683"/>
                <a:gd name="connsiteX10" fmla="*/ 33254 w 54340"/>
                <a:gd name="connsiteY10" fmla="*/ 10853 h 54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340" h="54683">
                  <a:moveTo>
                    <a:pt x="33254" y="10853"/>
                  </a:moveTo>
                  <a:cubicBezTo>
                    <a:pt x="36449" y="8938"/>
                    <a:pt x="40282" y="9576"/>
                    <a:pt x="42199" y="12768"/>
                  </a:cubicBezTo>
                  <a:cubicBezTo>
                    <a:pt x="44117" y="15960"/>
                    <a:pt x="43477" y="19791"/>
                    <a:pt x="40282" y="21706"/>
                  </a:cubicBezTo>
                  <a:cubicBezTo>
                    <a:pt x="28781" y="30643"/>
                    <a:pt x="19196" y="41496"/>
                    <a:pt x="11528" y="54264"/>
                  </a:cubicBezTo>
                  <a:cubicBezTo>
                    <a:pt x="16001" y="54902"/>
                    <a:pt x="19835" y="54902"/>
                    <a:pt x="24308" y="53626"/>
                  </a:cubicBezTo>
                  <a:cubicBezTo>
                    <a:pt x="33254" y="51710"/>
                    <a:pt x="40922" y="45965"/>
                    <a:pt x="45394" y="38304"/>
                  </a:cubicBezTo>
                  <a:cubicBezTo>
                    <a:pt x="51784" y="26175"/>
                    <a:pt x="54340" y="13407"/>
                    <a:pt x="54340" y="0"/>
                  </a:cubicBezTo>
                  <a:cubicBezTo>
                    <a:pt x="40922" y="0"/>
                    <a:pt x="27503" y="3192"/>
                    <a:pt x="16001" y="9576"/>
                  </a:cubicBezTo>
                  <a:cubicBezTo>
                    <a:pt x="8333" y="14045"/>
                    <a:pt x="2582" y="21706"/>
                    <a:pt x="665" y="30643"/>
                  </a:cubicBezTo>
                  <a:cubicBezTo>
                    <a:pt x="-613" y="35112"/>
                    <a:pt x="26" y="40219"/>
                    <a:pt x="1943" y="44688"/>
                  </a:cubicBezTo>
                  <a:cubicBezTo>
                    <a:pt x="10250" y="31920"/>
                    <a:pt x="21113" y="20429"/>
                    <a:pt x="33254" y="10853"/>
                  </a:cubicBezTo>
                  <a:close/>
                </a:path>
              </a:pathLst>
            </a:custGeom>
            <a:solidFill>
              <a:srgbClr val="0097A9"/>
            </a:solidFill>
            <a:ln w="6390" cap="flat">
              <a:noFill/>
              <a:prstDash val="solid"/>
              <a:miter/>
            </a:ln>
          </p:spPr>
          <p:txBody>
            <a:bodyPr rtlCol="0" anchor="ctr"/>
            <a:lstStyle/>
            <a:p>
              <a:endParaRPr lang="en-US"/>
            </a:p>
          </p:txBody>
        </p:sp>
        <p:sp>
          <p:nvSpPr>
            <p:cNvPr id="246" name="Graphic 4">
              <a:extLst>
                <a:ext uri="{FF2B5EF4-FFF2-40B4-BE49-F238E27FC236}">
                  <a16:creationId xmlns:a16="http://schemas.microsoft.com/office/drawing/2014/main" id="{8A972917-E725-4440-AD1D-53972584B1F9}"/>
                </a:ext>
              </a:extLst>
            </p:cNvPr>
            <p:cNvSpPr/>
            <p:nvPr/>
          </p:nvSpPr>
          <p:spPr>
            <a:xfrm>
              <a:off x="4045469" y="33396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21114 h 361971"/>
                <a:gd name="connsiteX7" fmla="*/ 101600 w 362309"/>
                <a:gd name="connsiteY7" fmla="*/ 234930 h 361971"/>
                <a:gd name="connsiteX8" fmla="*/ 171889 w 362309"/>
                <a:gd name="connsiteY8" fmla="*/ 155769 h 361971"/>
                <a:gd name="connsiteX9" fmla="*/ 174446 w 362309"/>
                <a:gd name="connsiteY9" fmla="*/ 146832 h 361971"/>
                <a:gd name="connsiteX10" fmla="*/ 163583 w 362309"/>
                <a:gd name="connsiteY10" fmla="*/ 136617 h 361971"/>
                <a:gd name="connsiteX11" fmla="*/ 153998 w 362309"/>
                <a:gd name="connsiteY11" fmla="*/ 141086 h 361971"/>
                <a:gd name="connsiteX12" fmla="*/ 148886 w 362309"/>
                <a:gd name="connsiteY12" fmla="*/ 141724 h 361971"/>
                <a:gd name="connsiteX13" fmla="*/ 129716 w 362309"/>
                <a:gd name="connsiteY13" fmla="*/ 134702 h 361971"/>
                <a:gd name="connsiteX14" fmla="*/ 114380 w 362309"/>
                <a:gd name="connsiteY14" fmla="*/ 109805 h 361971"/>
                <a:gd name="connsiteX15" fmla="*/ 118214 w 362309"/>
                <a:gd name="connsiteY15" fmla="*/ 102782 h 361971"/>
                <a:gd name="connsiteX16" fmla="*/ 146969 w 362309"/>
                <a:gd name="connsiteY16" fmla="*/ 100867 h 361971"/>
                <a:gd name="connsiteX17" fmla="*/ 166138 w 362309"/>
                <a:gd name="connsiteY17" fmla="*/ 116827 h 361971"/>
                <a:gd name="connsiteX18" fmla="*/ 168056 w 362309"/>
                <a:gd name="connsiteY18" fmla="*/ 125126 h 361971"/>
                <a:gd name="connsiteX19" fmla="*/ 178918 w 362309"/>
                <a:gd name="connsiteY19" fmla="*/ 133425 h 361971"/>
                <a:gd name="connsiteX20" fmla="*/ 185308 w 362309"/>
                <a:gd name="connsiteY20" fmla="*/ 120019 h 361971"/>
                <a:gd name="connsiteX21" fmla="*/ 178918 w 362309"/>
                <a:gd name="connsiteY21" fmla="*/ 90653 h 361971"/>
                <a:gd name="connsiteX22" fmla="*/ 200644 w 362309"/>
                <a:gd name="connsiteY22" fmla="*/ 60648 h 361971"/>
                <a:gd name="connsiteX23" fmla="*/ 252403 w 362309"/>
                <a:gd name="connsiteY23" fmla="*/ 49795 h 361971"/>
                <a:gd name="connsiteX24" fmla="*/ 257515 w 362309"/>
                <a:gd name="connsiteY24" fmla="*/ 55541 h 361971"/>
                <a:gd name="connsiteX25" fmla="*/ 247291 w 362309"/>
                <a:gd name="connsiteY25" fmla="*/ 106613 h 361971"/>
                <a:gd name="connsiteX26" fmla="*/ 217897 w 362309"/>
                <a:gd name="connsiteY26" fmla="*/ 128318 h 361971"/>
                <a:gd name="connsiteX27" fmla="*/ 207034 w 362309"/>
                <a:gd name="connsiteY27" fmla="*/ 129595 h 361971"/>
                <a:gd name="connsiteX28" fmla="*/ 195532 w 362309"/>
                <a:gd name="connsiteY28" fmla="*/ 127680 h 361971"/>
                <a:gd name="connsiteX29" fmla="*/ 184669 w 362309"/>
                <a:gd name="connsiteY29" fmla="*/ 155769 h 361971"/>
                <a:gd name="connsiteX30" fmla="*/ 265822 w 362309"/>
                <a:gd name="connsiteY30" fmla="*/ 240676 h 361971"/>
                <a:gd name="connsiteX31" fmla="*/ 180836 w 362309"/>
                <a:gd name="connsiteY31" fmla="*/ 321753 h 361971"/>
                <a:gd name="connsiteX32" fmla="*/ 181474 w 362309"/>
                <a:gd name="connsiteY32" fmla="*/ 32111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310" y="81077"/>
                    <a:pt x="281796" y="0"/>
                    <a:pt x="181474" y="0"/>
                  </a:cubicBezTo>
                  <a:close/>
                  <a:moveTo>
                    <a:pt x="181474" y="321114"/>
                  </a:moveTo>
                  <a:cubicBezTo>
                    <a:pt x="135467" y="319199"/>
                    <a:pt x="99683" y="280895"/>
                    <a:pt x="101600" y="234930"/>
                  </a:cubicBezTo>
                  <a:cubicBezTo>
                    <a:pt x="102878" y="195350"/>
                    <a:pt x="132911" y="162153"/>
                    <a:pt x="171889" y="155769"/>
                  </a:cubicBezTo>
                  <a:cubicBezTo>
                    <a:pt x="172528" y="152577"/>
                    <a:pt x="173806" y="149385"/>
                    <a:pt x="174446" y="146832"/>
                  </a:cubicBezTo>
                  <a:cubicBezTo>
                    <a:pt x="171889" y="143001"/>
                    <a:pt x="168056" y="139171"/>
                    <a:pt x="163583" y="136617"/>
                  </a:cubicBezTo>
                  <a:cubicBezTo>
                    <a:pt x="161027" y="139171"/>
                    <a:pt x="157832" y="140448"/>
                    <a:pt x="153998" y="141086"/>
                  </a:cubicBezTo>
                  <a:cubicBezTo>
                    <a:pt x="152081" y="141086"/>
                    <a:pt x="150803" y="141724"/>
                    <a:pt x="148886" y="141724"/>
                  </a:cubicBezTo>
                  <a:cubicBezTo>
                    <a:pt x="141857" y="141724"/>
                    <a:pt x="134828" y="139171"/>
                    <a:pt x="129716" y="134702"/>
                  </a:cubicBezTo>
                  <a:cubicBezTo>
                    <a:pt x="122048" y="128318"/>
                    <a:pt x="116936" y="119381"/>
                    <a:pt x="114380" y="109805"/>
                  </a:cubicBezTo>
                  <a:cubicBezTo>
                    <a:pt x="113741" y="106613"/>
                    <a:pt x="115658" y="104059"/>
                    <a:pt x="118214" y="102782"/>
                  </a:cubicBezTo>
                  <a:cubicBezTo>
                    <a:pt x="127160" y="99590"/>
                    <a:pt x="137384" y="98952"/>
                    <a:pt x="146969" y="100867"/>
                  </a:cubicBezTo>
                  <a:cubicBezTo>
                    <a:pt x="155276" y="102782"/>
                    <a:pt x="162305" y="108528"/>
                    <a:pt x="166138" y="116827"/>
                  </a:cubicBezTo>
                  <a:cubicBezTo>
                    <a:pt x="167416" y="119381"/>
                    <a:pt x="168056" y="122573"/>
                    <a:pt x="168056" y="125126"/>
                  </a:cubicBezTo>
                  <a:cubicBezTo>
                    <a:pt x="171889" y="127680"/>
                    <a:pt x="175084" y="130233"/>
                    <a:pt x="178918" y="133425"/>
                  </a:cubicBezTo>
                  <a:cubicBezTo>
                    <a:pt x="180836" y="128957"/>
                    <a:pt x="182752" y="124488"/>
                    <a:pt x="185308" y="120019"/>
                  </a:cubicBezTo>
                  <a:cubicBezTo>
                    <a:pt x="178918" y="111720"/>
                    <a:pt x="176363" y="100867"/>
                    <a:pt x="178918" y="90653"/>
                  </a:cubicBezTo>
                  <a:cubicBezTo>
                    <a:pt x="181474" y="77885"/>
                    <a:pt x="189781" y="67670"/>
                    <a:pt x="200644" y="60648"/>
                  </a:cubicBezTo>
                  <a:cubicBezTo>
                    <a:pt x="216619" y="51710"/>
                    <a:pt x="234511" y="47880"/>
                    <a:pt x="252403" y="49795"/>
                  </a:cubicBezTo>
                  <a:cubicBezTo>
                    <a:pt x="254959" y="50434"/>
                    <a:pt x="257515" y="52349"/>
                    <a:pt x="257515" y="55541"/>
                  </a:cubicBezTo>
                  <a:cubicBezTo>
                    <a:pt x="258792" y="73416"/>
                    <a:pt x="254959" y="90653"/>
                    <a:pt x="247291" y="106613"/>
                  </a:cubicBezTo>
                  <a:cubicBezTo>
                    <a:pt x="240901" y="117465"/>
                    <a:pt x="230677" y="125126"/>
                    <a:pt x="217897" y="128318"/>
                  </a:cubicBezTo>
                  <a:cubicBezTo>
                    <a:pt x="214063" y="128957"/>
                    <a:pt x="210868" y="129595"/>
                    <a:pt x="207034" y="129595"/>
                  </a:cubicBezTo>
                  <a:cubicBezTo>
                    <a:pt x="203200" y="129595"/>
                    <a:pt x="199366" y="128957"/>
                    <a:pt x="195532" y="127680"/>
                  </a:cubicBezTo>
                  <a:cubicBezTo>
                    <a:pt x="191059" y="136617"/>
                    <a:pt x="187225" y="146193"/>
                    <a:pt x="184669" y="155769"/>
                  </a:cubicBezTo>
                  <a:cubicBezTo>
                    <a:pt x="230677" y="157046"/>
                    <a:pt x="267100" y="194711"/>
                    <a:pt x="265822" y="240676"/>
                  </a:cubicBezTo>
                  <a:cubicBezTo>
                    <a:pt x="264544" y="286641"/>
                    <a:pt x="226843" y="323029"/>
                    <a:pt x="180836" y="321753"/>
                  </a:cubicBezTo>
                  <a:lnTo>
                    <a:pt x="181474" y="321114"/>
                  </a:lnTo>
                  <a:close/>
                </a:path>
              </a:pathLst>
            </a:custGeom>
            <a:solidFill>
              <a:srgbClr val="0097A9"/>
            </a:solidFill>
            <a:ln w="6390" cap="flat">
              <a:noFill/>
              <a:prstDash val="solid"/>
              <a:miter/>
            </a:ln>
          </p:spPr>
          <p:txBody>
            <a:bodyPr rtlCol="0" anchor="ctr"/>
            <a:lstStyle/>
            <a:p>
              <a:endParaRPr lang="en-US"/>
            </a:p>
          </p:txBody>
        </p:sp>
        <p:sp>
          <p:nvSpPr>
            <p:cNvPr id="243" name="Graphic 4">
              <a:extLst>
                <a:ext uri="{FF2B5EF4-FFF2-40B4-BE49-F238E27FC236}">
                  <a16:creationId xmlns:a16="http://schemas.microsoft.com/office/drawing/2014/main" id="{928995BE-F7F5-1C42-ADAA-01D5BF773180}"/>
                </a:ext>
              </a:extLst>
            </p:cNvPr>
            <p:cNvSpPr/>
            <p:nvPr/>
          </p:nvSpPr>
          <p:spPr>
            <a:xfrm>
              <a:off x="4174545" y="3452141"/>
              <a:ext cx="26198" cy="16598"/>
            </a:xfrm>
            <a:custGeom>
              <a:avLst/>
              <a:gdLst>
                <a:gd name="connsiteX0" fmla="*/ 15336 w 26198"/>
                <a:gd name="connsiteY0" fmla="*/ 479 h 16598"/>
                <a:gd name="connsiteX1" fmla="*/ 0 w 26198"/>
                <a:gd name="connsiteY1" fmla="*/ 479 h 16598"/>
                <a:gd name="connsiteX2" fmla="*/ 8946 w 26198"/>
                <a:gd name="connsiteY2" fmla="*/ 12608 h 16598"/>
                <a:gd name="connsiteX3" fmla="*/ 22365 w 26198"/>
                <a:gd name="connsiteY3" fmla="*/ 16439 h 16598"/>
                <a:gd name="connsiteX4" fmla="*/ 26199 w 26198"/>
                <a:gd name="connsiteY4" fmla="*/ 14524 h 16598"/>
                <a:gd name="connsiteX5" fmla="*/ 25560 w 26198"/>
                <a:gd name="connsiteY5" fmla="*/ 10055 h 16598"/>
                <a:gd name="connsiteX6" fmla="*/ 15336 w 26198"/>
                <a:gd name="connsiteY6" fmla="*/ 479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98" h="16598">
                  <a:moveTo>
                    <a:pt x="15336" y="479"/>
                  </a:moveTo>
                  <a:cubicBezTo>
                    <a:pt x="10224" y="-160"/>
                    <a:pt x="5112" y="-160"/>
                    <a:pt x="0" y="479"/>
                  </a:cubicBezTo>
                  <a:cubicBezTo>
                    <a:pt x="2556" y="4948"/>
                    <a:pt x="5112" y="8778"/>
                    <a:pt x="8946" y="12608"/>
                  </a:cubicBezTo>
                  <a:cubicBezTo>
                    <a:pt x="12780" y="15800"/>
                    <a:pt x="17253" y="17077"/>
                    <a:pt x="22365" y="16439"/>
                  </a:cubicBezTo>
                  <a:cubicBezTo>
                    <a:pt x="23643" y="16439"/>
                    <a:pt x="25560" y="15800"/>
                    <a:pt x="26199" y="14524"/>
                  </a:cubicBezTo>
                  <a:cubicBezTo>
                    <a:pt x="26199" y="13247"/>
                    <a:pt x="26199" y="11332"/>
                    <a:pt x="25560" y="10055"/>
                  </a:cubicBezTo>
                  <a:cubicBezTo>
                    <a:pt x="24282" y="4948"/>
                    <a:pt x="19809" y="1756"/>
                    <a:pt x="15336" y="479"/>
                  </a:cubicBezTo>
                  <a:close/>
                </a:path>
              </a:pathLst>
            </a:custGeom>
            <a:solidFill>
              <a:srgbClr val="0097A9"/>
            </a:solidFill>
            <a:ln w="6390" cap="flat">
              <a:noFill/>
              <a:prstDash val="solid"/>
              <a:miter/>
            </a:ln>
          </p:spPr>
          <p:txBody>
            <a:bodyPr rtlCol="0" anchor="ctr"/>
            <a:lstStyle/>
            <a:p>
              <a:endParaRPr lang="en-US"/>
            </a:p>
          </p:txBody>
        </p:sp>
        <p:sp>
          <p:nvSpPr>
            <p:cNvPr id="240" name="Graphic 4">
              <a:extLst>
                <a:ext uri="{FF2B5EF4-FFF2-40B4-BE49-F238E27FC236}">
                  <a16:creationId xmlns:a16="http://schemas.microsoft.com/office/drawing/2014/main" id="{1C7E0A4C-A86A-8542-8892-D345D123E0B6}"/>
                </a:ext>
              </a:extLst>
            </p:cNvPr>
            <p:cNvSpPr/>
            <p:nvPr/>
          </p:nvSpPr>
          <p:spPr>
            <a:xfrm>
              <a:off x="4258292" y="3518154"/>
              <a:ext cx="18530" cy="11491"/>
            </a:xfrm>
            <a:custGeom>
              <a:avLst/>
              <a:gdLst>
                <a:gd name="connsiteX0" fmla="*/ 5112 w 18530"/>
                <a:gd name="connsiteY0" fmla="*/ 0 h 11491"/>
                <a:gd name="connsiteX1" fmla="*/ 0 w 18530"/>
                <a:gd name="connsiteY1" fmla="*/ 11491 h 11491"/>
                <a:gd name="connsiteX2" fmla="*/ 18531 w 18530"/>
                <a:gd name="connsiteY2" fmla="*/ 10214 h 11491"/>
                <a:gd name="connsiteX3" fmla="*/ 5112 w 18530"/>
                <a:gd name="connsiteY3" fmla="*/ 0 h 11491"/>
              </a:gdLst>
              <a:ahLst/>
              <a:cxnLst>
                <a:cxn ang="0">
                  <a:pos x="connsiteX0" y="connsiteY0"/>
                </a:cxn>
                <a:cxn ang="0">
                  <a:pos x="connsiteX1" y="connsiteY1"/>
                </a:cxn>
                <a:cxn ang="0">
                  <a:pos x="connsiteX2" y="connsiteY2"/>
                </a:cxn>
                <a:cxn ang="0">
                  <a:pos x="connsiteX3" y="connsiteY3"/>
                </a:cxn>
              </a:cxnLst>
              <a:rect l="l" t="t" r="r" b="b"/>
              <a:pathLst>
                <a:path w="18530" h="11491">
                  <a:moveTo>
                    <a:pt x="5112" y="0"/>
                  </a:moveTo>
                  <a:lnTo>
                    <a:pt x="0" y="11491"/>
                  </a:lnTo>
                  <a:lnTo>
                    <a:pt x="18531" y="10214"/>
                  </a:lnTo>
                  <a:cubicBezTo>
                    <a:pt x="14697" y="5745"/>
                    <a:pt x="10224" y="2553"/>
                    <a:pt x="5112" y="0"/>
                  </a:cubicBezTo>
                  <a:close/>
                </a:path>
              </a:pathLst>
            </a:custGeom>
            <a:solidFill>
              <a:srgbClr val="0097A9"/>
            </a:solidFill>
            <a:ln w="6390" cap="flat">
              <a:noFill/>
              <a:prstDash val="solid"/>
              <a:miter/>
            </a:ln>
          </p:spPr>
          <p:txBody>
            <a:bodyPr rtlCol="0" anchor="ctr"/>
            <a:lstStyle/>
            <a:p>
              <a:endParaRPr lang="en-US"/>
            </a:p>
          </p:txBody>
        </p:sp>
        <p:sp>
          <p:nvSpPr>
            <p:cNvPr id="242" name="Graphic 4">
              <a:extLst>
                <a:ext uri="{FF2B5EF4-FFF2-40B4-BE49-F238E27FC236}">
                  <a16:creationId xmlns:a16="http://schemas.microsoft.com/office/drawing/2014/main" id="{6828218F-E752-6B44-B643-C70EE0A12E51}"/>
                </a:ext>
              </a:extLst>
            </p:cNvPr>
            <p:cNvSpPr/>
            <p:nvPr/>
          </p:nvSpPr>
          <p:spPr>
            <a:xfrm>
              <a:off x="4255097" y="3544328"/>
              <a:ext cx="40895" cy="50433"/>
            </a:xfrm>
            <a:custGeom>
              <a:avLst/>
              <a:gdLst>
                <a:gd name="connsiteX0" fmla="*/ 24282 w 40895"/>
                <a:gd name="connsiteY0" fmla="*/ 13406 h 50433"/>
                <a:gd name="connsiteX1" fmla="*/ 3834 w 40895"/>
                <a:gd name="connsiteY1" fmla="*/ 15960 h 50433"/>
                <a:gd name="connsiteX2" fmla="*/ 0 w 40895"/>
                <a:gd name="connsiteY2" fmla="*/ 21706 h 50433"/>
                <a:gd name="connsiteX3" fmla="*/ 5751 w 40895"/>
                <a:gd name="connsiteY3" fmla="*/ 26813 h 50433"/>
                <a:gd name="connsiteX4" fmla="*/ 12780 w 40895"/>
                <a:gd name="connsiteY4" fmla="*/ 27451 h 50433"/>
                <a:gd name="connsiteX5" fmla="*/ 18531 w 40895"/>
                <a:gd name="connsiteY5" fmla="*/ 32558 h 50433"/>
                <a:gd name="connsiteX6" fmla="*/ 22365 w 40895"/>
                <a:gd name="connsiteY6" fmla="*/ 50434 h 50433"/>
                <a:gd name="connsiteX7" fmla="*/ 40895 w 40895"/>
                <a:gd name="connsiteY7" fmla="*/ 15322 h 50433"/>
                <a:gd name="connsiteX8" fmla="*/ 34505 w 40895"/>
                <a:gd name="connsiteY8" fmla="*/ 0 h 50433"/>
                <a:gd name="connsiteX9" fmla="*/ 29394 w 40895"/>
                <a:gd name="connsiteY9" fmla="*/ 10214 h 50433"/>
                <a:gd name="connsiteX10" fmla="*/ 24282 w 40895"/>
                <a:gd name="connsiteY10" fmla="*/ 13406 h 5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5" h="50433">
                  <a:moveTo>
                    <a:pt x="24282" y="13406"/>
                  </a:moveTo>
                  <a:lnTo>
                    <a:pt x="3834" y="15960"/>
                  </a:lnTo>
                  <a:cubicBezTo>
                    <a:pt x="639" y="18514"/>
                    <a:pt x="0" y="21067"/>
                    <a:pt x="0" y="21706"/>
                  </a:cubicBezTo>
                  <a:cubicBezTo>
                    <a:pt x="0" y="22344"/>
                    <a:pt x="3195" y="25536"/>
                    <a:pt x="5751" y="26813"/>
                  </a:cubicBezTo>
                  <a:lnTo>
                    <a:pt x="12780" y="27451"/>
                  </a:lnTo>
                  <a:cubicBezTo>
                    <a:pt x="15975" y="27451"/>
                    <a:pt x="17892" y="30005"/>
                    <a:pt x="18531" y="32558"/>
                  </a:cubicBezTo>
                  <a:lnTo>
                    <a:pt x="22365" y="50434"/>
                  </a:lnTo>
                  <a:lnTo>
                    <a:pt x="40895" y="15322"/>
                  </a:lnTo>
                  <a:cubicBezTo>
                    <a:pt x="39618" y="10214"/>
                    <a:pt x="37062" y="5107"/>
                    <a:pt x="34505" y="0"/>
                  </a:cubicBezTo>
                  <a:lnTo>
                    <a:pt x="29394" y="10214"/>
                  </a:lnTo>
                  <a:cubicBezTo>
                    <a:pt x="28115" y="12130"/>
                    <a:pt x="26199" y="13406"/>
                    <a:pt x="24282" y="13406"/>
                  </a:cubicBezTo>
                  <a:close/>
                </a:path>
              </a:pathLst>
            </a:custGeom>
            <a:solidFill>
              <a:srgbClr val="0097A9"/>
            </a:solidFill>
            <a:ln w="6390" cap="flat">
              <a:noFill/>
              <a:prstDash val="solid"/>
              <a:miter/>
            </a:ln>
          </p:spPr>
          <p:txBody>
            <a:bodyPr rtlCol="0" anchor="ctr"/>
            <a:lstStyle/>
            <a:p>
              <a:endParaRPr lang="en-US"/>
            </a:p>
          </p:txBody>
        </p:sp>
        <p:sp>
          <p:nvSpPr>
            <p:cNvPr id="244" name="Graphic 4">
              <a:extLst>
                <a:ext uri="{FF2B5EF4-FFF2-40B4-BE49-F238E27FC236}">
                  <a16:creationId xmlns:a16="http://schemas.microsoft.com/office/drawing/2014/main" id="{0B2AF911-A595-694A-8D91-73AD7884B03D}"/>
                </a:ext>
              </a:extLst>
            </p:cNvPr>
            <p:cNvSpPr/>
            <p:nvPr/>
          </p:nvSpPr>
          <p:spPr>
            <a:xfrm>
              <a:off x="4182890" y="3573056"/>
              <a:ext cx="31310" cy="36388"/>
            </a:xfrm>
            <a:custGeom>
              <a:avLst/>
              <a:gdLst>
                <a:gd name="connsiteX0" fmla="*/ 12141 w 31310"/>
                <a:gd name="connsiteY0" fmla="*/ 19790 h 36388"/>
                <a:gd name="connsiteX1" fmla="*/ 16614 w 31310"/>
                <a:gd name="connsiteY1" fmla="*/ 36389 h 36388"/>
                <a:gd name="connsiteX2" fmla="*/ 31310 w 31310"/>
                <a:gd name="connsiteY2" fmla="*/ 9576 h 36388"/>
                <a:gd name="connsiteX3" fmla="*/ 12141 w 31310"/>
                <a:gd name="connsiteY3" fmla="*/ 0 h 36388"/>
                <a:gd name="connsiteX4" fmla="*/ 1917 w 31310"/>
                <a:gd name="connsiteY4" fmla="*/ 638 h 36388"/>
                <a:gd name="connsiteX5" fmla="*/ 0 w 31310"/>
                <a:gd name="connsiteY5" fmla="*/ 11491 h 36388"/>
                <a:gd name="connsiteX6" fmla="*/ 8946 w 31310"/>
                <a:gd name="connsiteY6" fmla="*/ 16598 h 36388"/>
                <a:gd name="connsiteX7" fmla="*/ 12141 w 31310"/>
                <a:gd name="connsiteY7" fmla="*/ 19790 h 36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0" h="36388">
                  <a:moveTo>
                    <a:pt x="12141" y="19790"/>
                  </a:moveTo>
                  <a:lnTo>
                    <a:pt x="16614" y="36389"/>
                  </a:lnTo>
                  <a:lnTo>
                    <a:pt x="31310" y="9576"/>
                  </a:lnTo>
                  <a:lnTo>
                    <a:pt x="12141" y="0"/>
                  </a:lnTo>
                  <a:lnTo>
                    <a:pt x="1917" y="638"/>
                  </a:lnTo>
                  <a:lnTo>
                    <a:pt x="0" y="11491"/>
                  </a:lnTo>
                  <a:lnTo>
                    <a:pt x="8946" y="16598"/>
                  </a:lnTo>
                  <a:cubicBezTo>
                    <a:pt x="10863" y="16598"/>
                    <a:pt x="12141" y="17875"/>
                    <a:pt x="12141" y="19790"/>
                  </a:cubicBezTo>
                  <a:close/>
                </a:path>
              </a:pathLst>
            </a:custGeom>
            <a:solidFill>
              <a:srgbClr val="0097A9"/>
            </a:solidFill>
            <a:ln w="6390" cap="flat">
              <a:noFill/>
              <a:prstDash val="solid"/>
              <a:miter/>
            </a:ln>
          </p:spPr>
          <p:txBody>
            <a:bodyPr rtlCol="0" anchor="ctr"/>
            <a:lstStyle/>
            <a:p>
              <a:endParaRPr lang="en-US"/>
            </a:p>
          </p:txBody>
        </p:sp>
        <p:sp>
          <p:nvSpPr>
            <p:cNvPr id="245" name="Graphic 4">
              <a:extLst>
                <a:ext uri="{FF2B5EF4-FFF2-40B4-BE49-F238E27FC236}">
                  <a16:creationId xmlns:a16="http://schemas.microsoft.com/office/drawing/2014/main" id="{58691E71-5BCC-574F-8A03-23C3FAEACC80}"/>
                </a:ext>
              </a:extLst>
            </p:cNvPr>
            <p:cNvSpPr/>
            <p:nvPr/>
          </p:nvSpPr>
          <p:spPr>
            <a:xfrm>
              <a:off x="4166276" y="3517515"/>
              <a:ext cx="27476" cy="33835"/>
            </a:xfrm>
            <a:custGeom>
              <a:avLst/>
              <a:gdLst>
                <a:gd name="connsiteX0" fmla="*/ 5751 w 27476"/>
                <a:gd name="connsiteY0" fmla="*/ 33835 h 33835"/>
                <a:gd name="connsiteX1" fmla="*/ 8307 w 27476"/>
                <a:gd name="connsiteY1" fmla="*/ 30005 h 33835"/>
                <a:gd name="connsiteX2" fmla="*/ 27477 w 27476"/>
                <a:gd name="connsiteY2" fmla="*/ 17237 h 33835"/>
                <a:gd name="connsiteX3" fmla="*/ 26838 w 27476"/>
                <a:gd name="connsiteY3" fmla="*/ 0 h 33835"/>
                <a:gd name="connsiteX4" fmla="*/ 0 w 27476"/>
                <a:gd name="connsiteY4" fmla="*/ 28090 h 33835"/>
                <a:gd name="connsiteX5" fmla="*/ 5751 w 27476"/>
                <a:gd name="connsiteY5" fmla="*/ 33835 h 33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476" h="33835">
                  <a:moveTo>
                    <a:pt x="5751" y="33835"/>
                  </a:moveTo>
                  <a:cubicBezTo>
                    <a:pt x="6390" y="32559"/>
                    <a:pt x="7029" y="31282"/>
                    <a:pt x="8307" y="30005"/>
                  </a:cubicBezTo>
                  <a:lnTo>
                    <a:pt x="27477" y="17237"/>
                  </a:lnTo>
                  <a:lnTo>
                    <a:pt x="26838" y="0"/>
                  </a:lnTo>
                  <a:cubicBezTo>
                    <a:pt x="15336" y="6384"/>
                    <a:pt x="6390" y="15960"/>
                    <a:pt x="0" y="28090"/>
                  </a:cubicBezTo>
                  <a:lnTo>
                    <a:pt x="5751" y="33835"/>
                  </a:lnTo>
                  <a:close/>
                </a:path>
              </a:pathLst>
            </a:custGeom>
            <a:solidFill>
              <a:srgbClr val="0097A9"/>
            </a:solidFill>
            <a:ln w="6390" cap="flat">
              <a:noFill/>
              <a:prstDash val="solid"/>
              <a:miter/>
            </a:ln>
          </p:spPr>
          <p:txBody>
            <a:bodyPr rtlCol="0" anchor="ctr"/>
            <a:lstStyle/>
            <a:p>
              <a:endParaRPr lang="en-US"/>
            </a:p>
          </p:txBody>
        </p:sp>
        <p:sp>
          <p:nvSpPr>
            <p:cNvPr id="247" name="Graphic 4">
              <a:extLst>
                <a:ext uri="{FF2B5EF4-FFF2-40B4-BE49-F238E27FC236}">
                  <a16:creationId xmlns:a16="http://schemas.microsoft.com/office/drawing/2014/main" id="{441F0AB6-915A-A546-9A39-88515E4AFEA7}"/>
                </a:ext>
              </a:extLst>
            </p:cNvPr>
            <p:cNvSpPr/>
            <p:nvPr/>
          </p:nvSpPr>
          <p:spPr>
            <a:xfrm>
              <a:off x="4156685" y="3508578"/>
              <a:ext cx="140584" cy="141730"/>
            </a:xfrm>
            <a:custGeom>
              <a:avLst/>
              <a:gdLst>
                <a:gd name="connsiteX0" fmla="*/ 131000 w 140584"/>
                <a:gd name="connsiteY0" fmla="*/ 92568 h 141730"/>
                <a:gd name="connsiteX1" fmla="*/ 130361 w 140584"/>
                <a:gd name="connsiteY1" fmla="*/ 93206 h 141730"/>
                <a:gd name="connsiteX2" fmla="*/ 122054 w 140584"/>
                <a:gd name="connsiteY2" fmla="*/ 104697 h 141730"/>
                <a:gd name="connsiteX3" fmla="*/ 116942 w 140584"/>
                <a:gd name="connsiteY3" fmla="*/ 107251 h 141730"/>
                <a:gd name="connsiteX4" fmla="*/ 115664 w 140584"/>
                <a:gd name="connsiteY4" fmla="*/ 107251 h 141730"/>
                <a:gd name="connsiteX5" fmla="*/ 110552 w 140584"/>
                <a:gd name="connsiteY5" fmla="*/ 102144 h 141730"/>
                <a:gd name="connsiteX6" fmla="*/ 104801 w 140584"/>
                <a:gd name="connsiteY6" fmla="*/ 74692 h 141730"/>
                <a:gd name="connsiteX7" fmla="*/ 101606 w 140584"/>
                <a:gd name="connsiteY7" fmla="*/ 74692 h 141730"/>
                <a:gd name="connsiteX8" fmla="*/ 99690 w 140584"/>
                <a:gd name="connsiteY8" fmla="*/ 74054 h 141730"/>
                <a:gd name="connsiteX9" fmla="*/ 84992 w 140584"/>
                <a:gd name="connsiteY9" fmla="*/ 59371 h 141730"/>
                <a:gd name="connsiteX10" fmla="*/ 94577 w 140584"/>
                <a:gd name="connsiteY10" fmla="*/ 40219 h 141730"/>
                <a:gd name="connsiteX11" fmla="*/ 97772 w 140584"/>
                <a:gd name="connsiteY11" fmla="*/ 38942 h 141730"/>
                <a:gd name="connsiteX12" fmla="*/ 116942 w 140584"/>
                <a:gd name="connsiteY12" fmla="*/ 37027 h 141730"/>
                <a:gd name="connsiteX13" fmla="*/ 119498 w 140584"/>
                <a:gd name="connsiteY13" fmla="*/ 32558 h 141730"/>
                <a:gd name="connsiteX14" fmla="*/ 99050 w 140584"/>
                <a:gd name="connsiteY14" fmla="*/ 33835 h 141730"/>
                <a:gd name="connsiteX15" fmla="*/ 93938 w 140584"/>
                <a:gd name="connsiteY15" fmla="*/ 31920 h 141730"/>
                <a:gd name="connsiteX16" fmla="*/ 88827 w 140584"/>
                <a:gd name="connsiteY16" fmla="*/ 26812 h 141730"/>
                <a:gd name="connsiteX17" fmla="*/ 87549 w 140584"/>
                <a:gd name="connsiteY17" fmla="*/ 19790 h 141730"/>
                <a:gd name="connsiteX18" fmla="*/ 94577 w 140584"/>
                <a:gd name="connsiteY18" fmla="*/ 4468 h 141730"/>
                <a:gd name="connsiteX19" fmla="*/ 70935 w 140584"/>
                <a:gd name="connsiteY19" fmla="*/ 0 h 141730"/>
                <a:gd name="connsiteX20" fmla="*/ 48570 w 140584"/>
                <a:gd name="connsiteY20" fmla="*/ 3830 h 141730"/>
                <a:gd name="connsiteX21" fmla="*/ 49209 w 140584"/>
                <a:gd name="connsiteY21" fmla="*/ 30004 h 141730"/>
                <a:gd name="connsiteX22" fmla="*/ 46653 w 140584"/>
                <a:gd name="connsiteY22" fmla="*/ 35750 h 141730"/>
                <a:gd name="connsiteX23" fmla="*/ 28122 w 140584"/>
                <a:gd name="connsiteY23" fmla="*/ 48518 h 141730"/>
                <a:gd name="connsiteX24" fmla="*/ 28761 w 140584"/>
                <a:gd name="connsiteY24" fmla="*/ 52987 h 141730"/>
                <a:gd name="connsiteX25" fmla="*/ 39624 w 140584"/>
                <a:gd name="connsiteY25" fmla="*/ 52348 h 141730"/>
                <a:gd name="connsiteX26" fmla="*/ 42819 w 140584"/>
                <a:gd name="connsiteY26" fmla="*/ 52987 h 141730"/>
                <a:gd name="connsiteX27" fmla="*/ 69018 w 140584"/>
                <a:gd name="connsiteY27" fmla="*/ 66393 h 141730"/>
                <a:gd name="connsiteX28" fmla="*/ 72213 w 140584"/>
                <a:gd name="connsiteY28" fmla="*/ 70224 h 141730"/>
                <a:gd name="connsiteX29" fmla="*/ 71574 w 140584"/>
                <a:gd name="connsiteY29" fmla="*/ 75331 h 141730"/>
                <a:gd name="connsiteX30" fmla="*/ 46014 w 140584"/>
                <a:gd name="connsiteY30" fmla="*/ 121296 h 141730"/>
                <a:gd name="connsiteX31" fmla="*/ 40263 w 140584"/>
                <a:gd name="connsiteY31" fmla="*/ 124488 h 141730"/>
                <a:gd name="connsiteX32" fmla="*/ 39624 w 140584"/>
                <a:gd name="connsiteY32" fmla="*/ 124488 h 141730"/>
                <a:gd name="connsiteX33" fmla="*/ 34512 w 140584"/>
                <a:gd name="connsiteY33" fmla="*/ 120019 h 141730"/>
                <a:gd name="connsiteX34" fmla="*/ 26205 w 140584"/>
                <a:gd name="connsiteY34" fmla="*/ 90652 h 141730"/>
                <a:gd name="connsiteX35" fmla="*/ 15342 w 140584"/>
                <a:gd name="connsiteY35" fmla="*/ 84268 h 141730"/>
                <a:gd name="connsiteX36" fmla="*/ 12147 w 140584"/>
                <a:gd name="connsiteY36" fmla="*/ 77884 h 141730"/>
                <a:gd name="connsiteX37" fmla="*/ 15342 w 140584"/>
                <a:gd name="connsiteY37" fmla="*/ 62563 h 141730"/>
                <a:gd name="connsiteX38" fmla="*/ 3201 w 140584"/>
                <a:gd name="connsiteY38" fmla="*/ 50433 h 141730"/>
                <a:gd name="connsiteX39" fmla="*/ 49209 w 140584"/>
                <a:gd name="connsiteY39" fmla="*/ 138532 h 141730"/>
                <a:gd name="connsiteX40" fmla="*/ 137390 w 140584"/>
                <a:gd name="connsiteY40" fmla="*/ 92568 h 141730"/>
                <a:gd name="connsiteX41" fmla="*/ 140585 w 140584"/>
                <a:gd name="connsiteY41" fmla="*/ 74054 h 141730"/>
                <a:gd name="connsiteX42" fmla="*/ 131000 w 140584"/>
                <a:gd name="connsiteY42" fmla="*/ 92568 h 14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40584" h="141730">
                  <a:moveTo>
                    <a:pt x="131000" y="92568"/>
                  </a:moveTo>
                  <a:lnTo>
                    <a:pt x="130361" y="93206"/>
                  </a:lnTo>
                  <a:lnTo>
                    <a:pt x="122054" y="104697"/>
                  </a:lnTo>
                  <a:cubicBezTo>
                    <a:pt x="120776" y="106612"/>
                    <a:pt x="118859" y="107251"/>
                    <a:pt x="116942" y="107251"/>
                  </a:cubicBezTo>
                  <a:lnTo>
                    <a:pt x="115664" y="107251"/>
                  </a:lnTo>
                  <a:cubicBezTo>
                    <a:pt x="113108" y="106612"/>
                    <a:pt x="111191" y="104697"/>
                    <a:pt x="110552" y="102144"/>
                  </a:cubicBezTo>
                  <a:lnTo>
                    <a:pt x="104801" y="74692"/>
                  </a:lnTo>
                  <a:lnTo>
                    <a:pt x="101606" y="74692"/>
                  </a:lnTo>
                  <a:lnTo>
                    <a:pt x="99690" y="74054"/>
                  </a:lnTo>
                  <a:cubicBezTo>
                    <a:pt x="98411" y="73416"/>
                    <a:pt x="86910" y="68947"/>
                    <a:pt x="84992" y="59371"/>
                  </a:cubicBezTo>
                  <a:cubicBezTo>
                    <a:pt x="84354" y="51710"/>
                    <a:pt x="88187" y="44049"/>
                    <a:pt x="94577" y="40219"/>
                  </a:cubicBezTo>
                  <a:cubicBezTo>
                    <a:pt x="95217" y="39580"/>
                    <a:pt x="96495" y="38942"/>
                    <a:pt x="97772" y="38942"/>
                  </a:cubicBezTo>
                  <a:lnTo>
                    <a:pt x="116942" y="37027"/>
                  </a:lnTo>
                  <a:lnTo>
                    <a:pt x="119498" y="32558"/>
                  </a:lnTo>
                  <a:lnTo>
                    <a:pt x="99050" y="33835"/>
                  </a:lnTo>
                  <a:cubicBezTo>
                    <a:pt x="97133" y="33835"/>
                    <a:pt x="95855" y="33196"/>
                    <a:pt x="93938" y="31920"/>
                  </a:cubicBezTo>
                  <a:lnTo>
                    <a:pt x="88827" y="26812"/>
                  </a:lnTo>
                  <a:cubicBezTo>
                    <a:pt x="86910" y="24897"/>
                    <a:pt x="86270" y="22344"/>
                    <a:pt x="87549" y="19790"/>
                  </a:cubicBezTo>
                  <a:lnTo>
                    <a:pt x="94577" y="4468"/>
                  </a:lnTo>
                  <a:cubicBezTo>
                    <a:pt x="86910" y="1915"/>
                    <a:pt x="79242" y="0"/>
                    <a:pt x="70935" y="0"/>
                  </a:cubicBezTo>
                  <a:cubicBezTo>
                    <a:pt x="63267" y="0"/>
                    <a:pt x="55599" y="1276"/>
                    <a:pt x="48570" y="3830"/>
                  </a:cubicBezTo>
                  <a:lnTo>
                    <a:pt x="49209" y="30004"/>
                  </a:lnTo>
                  <a:cubicBezTo>
                    <a:pt x="49209" y="31920"/>
                    <a:pt x="48570" y="34473"/>
                    <a:pt x="46653" y="35750"/>
                  </a:cubicBezTo>
                  <a:lnTo>
                    <a:pt x="28122" y="48518"/>
                  </a:lnTo>
                  <a:lnTo>
                    <a:pt x="28761" y="52987"/>
                  </a:lnTo>
                  <a:lnTo>
                    <a:pt x="39624" y="52348"/>
                  </a:lnTo>
                  <a:cubicBezTo>
                    <a:pt x="40902" y="52348"/>
                    <a:pt x="42180" y="52348"/>
                    <a:pt x="42819" y="52987"/>
                  </a:cubicBezTo>
                  <a:lnTo>
                    <a:pt x="69018" y="66393"/>
                  </a:lnTo>
                  <a:cubicBezTo>
                    <a:pt x="70296" y="67032"/>
                    <a:pt x="71574" y="68308"/>
                    <a:pt x="72213" y="70224"/>
                  </a:cubicBezTo>
                  <a:cubicBezTo>
                    <a:pt x="72852" y="72139"/>
                    <a:pt x="72852" y="73416"/>
                    <a:pt x="71574" y="75331"/>
                  </a:cubicBezTo>
                  <a:lnTo>
                    <a:pt x="46014" y="121296"/>
                  </a:lnTo>
                  <a:cubicBezTo>
                    <a:pt x="44736" y="123211"/>
                    <a:pt x="42819" y="124488"/>
                    <a:pt x="40263" y="124488"/>
                  </a:cubicBezTo>
                  <a:lnTo>
                    <a:pt x="39624" y="124488"/>
                  </a:lnTo>
                  <a:cubicBezTo>
                    <a:pt x="37068" y="124488"/>
                    <a:pt x="35151" y="122572"/>
                    <a:pt x="34512" y="120019"/>
                  </a:cubicBezTo>
                  <a:lnTo>
                    <a:pt x="26205" y="90652"/>
                  </a:lnTo>
                  <a:lnTo>
                    <a:pt x="15342" y="84268"/>
                  </a:lnTo>
                  <a:cubicBezTo>
                    <a:pt x="13425" y="82992"/>
                    <a:pt x="12147" y="80438"/>
                    <a:pt x="12147" y="77884"/>
                  </a:cubicBezTo>
                  <a:lnTo>
                    <a:pt x="15342" y="62563"/>
                  </a:lnTo>
                  <a:lnTo>
                    <a:pt x="3201" y="50433"/>
                  </a:lnTo>
                  <a:cubicBezTo>
                    <a:pt x="-8301" y="87460"/>
                    <a:pt x="12147" y="127041"/>
                    <a:pt x="49209" y="138532"/>
                  </a:cubicBezTo>
                  <a:cubicBezTo>
                    <a:pt x="86270" y="150024"/>
                    <a:pt x="125888" y="129595"/>
                    <a:pt x="137390" y="92568"/>
                  </a:cubicBezTo>
                  <a:cubicBezTo>
                    <a:pt x="139307" y="86822"/>
                    <a:pt x="140585" y="80438"/>
                    <a:pt x="140585" y="74054"/>
                  </a:cubicBezTo>
                  <a:lnTo>
                    <a:pt x="131000" y="92568"/>
                  </a:lnTo>
                  <a:close/>
                </a:path>
              </a:pathLst>
            </a:custGeom>
            <a:solidFill>
              <a:srgbClr val="0097A9"/>
            </a:solidFill>
            <a:ln w="6390" cap="flat">
              <a:noFill/>
              <a:prstDash val="solid"/>
              <a:miter/>
            </a:ln>
          </p:spPr>
          <p:txBody>
            <a:bodyPr rtlCol="0" anchor="ctr"/>
            <a:lstStyle/>
            <a:p>
              <a:endParaRPr lang="en-US"/>
            </a:p>
          </p:txBody>
        </p:sp>
      </p:grpSp>
      <p:sp>
        <p:nvSpPr>
          <p:cNvPr id="248" name="Graphic 4">
            <a:extLst>
              <a:ext uri="{FF2B5EF4-FFF2-40B4-BE49-F238E27FC236}">
                <a16:creationId xmlns:a16="http://schemas.microsoft.com/office/drawing/2014/main" id="{84248992-6D01-094C-8946-503355FC2F9F}"/>
              </a:ext>
            </a:extLst>
          </p:cNvPr>
          <p:cNvSpPr/>
          <p:nvPr/>
        </p:nvSpPr>
        <p:spPr>
          <a:xfrm>
            <a:off x="4045469" y="189301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52081 w 362309"/>
              <a:gd name="connsiteY6" fmla="*/ 102782 h 361971"/>
              <a:gd name="connsiteX7" fmla="*/ 203200 w 362309"/>
              <a:gd name="connsiteY7" fmla="*/ 58733 h 361971"/>
              <a:gd name="connsiteX8" fmla="*/ 210868 w 362309"/>
              <a:gd name="connsiteY8" fmla="*/ 61286 h 361971"/>
              <a:gd name="connsiteX9" fmla="*/ 230677 w 362309"/>
              <a:gd name="connsiteY9" fmla="*/ 125126 h 361971"/>
              <a:gd name="connsiteX10" fmla="*/ 211507 w 362309"/>
              <a:gd name="connsiteY10" fmla="*/ 166622 h 361971"/>
              <a:gd name="connsiteX11" fmla="*/ 184669 w 362309"/>
              <a:gd name="connsiteY11" fmla="*/ 180028 h 361971"/>
              <a:gd name="connsiteX12" fmla="*/ 185947 w 362309"/>
              <a:gd name="connsiteY12" fmla="*/ 200457 h 361971"/>
              <a:gd name="connsiteX13" fmla="*/ 180196 w 362309"/>
              <a:gd name="connsiteY13" fmla="*/ 207479 h 361971"/>
              <a:gd name="connsiteX14" fmla="*/ 180196 w 362309"/>
              <a:gd name="connsiteY14" fmla="*/ 207479 h 361971"/>
              <a:gd name="connsiteX15" fmla="*/ 179557 w 362309"/>
              <a:gd name="connsiteY15" fmla="*/ 207479 h 361971"/>
              <a:gd name="connsiteX16" fmla="*/ 173168 w 362309"/>
              <a:gd name="connsiteY16" fmla="*/ 201734 h 361971"/>
              <a:gd name="connsiteX17" fmla="*/ 187225 w 362309"/>
              <a:gd name="connsiteY17" fmla="*/ 101505 h 361971"/>
              <a:gd name="connsiteX18" fmla="*/ 195532 w 362309"/>
              <a:gd name="connsiteY18" fmla="*/ 98313 h 361971"/>
              <a:gd name="connsiteX19" fmla="*/ 198727 w 362309"/>
              <a:gd name="connsiteY19" fmla="*/ 106613 h 361971"/>
              <a:gd name="connsiteX20" fmla="*/ 198727 w 362309"/>
              <a:gd name="connsiteY20" fmla="*/ 106613 h 361971"/>
              <a:gd name="connsiteX21" fmla="*/ 185308 w 362309"/>
              <a:gd name="connsiteY21" fmla="*/ 165984 h 361971"/>
              <a:gd name="connsiteX22" fmla="*/ 203200 w 362309"/>
              <a:gd name="connsiteY22" fmla="*/ 156408 h 361971"/>
              <a:gd name="connsiteX23" fmla="*/ 217897 w 362309"/>
              <a:gd name="connsiteY23" fmla="*/ 124488 h 361971"/>
              <a:gd name="connsiteX24" fmla="*/ 203200 w 362309"/>
              <a:gd name="connsiteY24" fmla="*/ 72139 h 361971"/>
              <a:gd name="connsiteX25" fmla="*/ 162943 w 362309"/>
              <a:gd name="connsiteY25" fmla="*/ 109166 h 361971"/>
              <a:gd name="connsiteX26" fmla="*/ 167416 w 362309"/>
              <a:gd name="connsiteY26" fmla="*/ 160876 h 361971"/>
              <a:gd name="connsiteX27" fmla="*/ 167416 w 362309"/>
              <a:gd name="connsiteY27" fmla="*/ 169814 h 361971"/>
              <a:gd name="connsiteX28" fmla="*/ 158471 w 362309"/>
              <a:gd name="connsiteY28" fmla="*/ 169814 h 361971"/>
              <a:gd name="connsiteX29" fmla="*/ 152081 w 362309"/>
              <a:gd name="connsiteY29" fmla="*/ 102782 h 361971"/>
              <a:gd name="connsiteX30" fmla="*/ 299049 w 362309"/>
              <a:gd name="connsiteY30" fmla="*/ 201095 h 361971"/>
              <a:gd name="connsiteX31" fmla="*/ 284352 w 362309"/>
              <a:gd name="connsiteY31" fmla="*/ 240676 h 361971"/>
              <a:gd name="connsiteX32" fmla="*/ 269655 w 362309"/>
              <a:gd name="connsiteY32" fmla="*/ 260467 h 361971"/>
              <a:gd name="connsiteX33" fmla="*/ 234511 w 362309"/>
              <a:gd name="connsiteY33" fmla="*/ 286003 h 361971"/>
              <a:gd name="connsiteX34" fmla="*/ 226204 w 362309"/>
              <a:gd name="connsiteY34" fmla="*/ 298132 h 361971"/>
              <a:gd name="connsiteX35" fmla="*/ 219814 w 362309"/>
              <a:gd name="connsiteY35" fmla="*/ 303878 h 361971"/>
              <a:gd name="connsiteX36" fmla="*/ 219175 w 362309"/>
              <a:gd name="connsiteY36" fmla="*/ 303878 h 361971"/>
              <a:gd name="connsiteX37" fmla="*/ 213424 w 362309"/>
              <a:gd name="connsiteY37" fmla="*/ 296855 h 361971"/>
              <a:gd name="connsiteX38" fmla="*/ 226843 w 362309"/>
              <a:gd name="connsiteY38" fmla="*/ 275788 h 361971"/>
              <a:gd name="connsiteX39" fmla="*/ 261987 w 362309"/>
              <a:gd name="connsiteY39" fmla="*/ 250252 h 361971"/>
              <a:gd name="connsiteX40" fmla="*/ 272212 w 362309"/>
              <a:gd name="connsiteY40" fmla="*/ 236846 h 361971"/>
              <a:gd name="connsiteX41" fmla="*/ 286908 w 362309"/>
              <a:gd name="connsiteY41" fmla="*/ 197265 h 361971"/>
              <a:gd name="connsiteX42" fmla="*/ 288186 w 362309"/>
              <a:gd name="connsiteY42" fmla="*/ 187689 h 361971"/>
              <a:gd name="connsiteX43" fmla="*/ 284352 w 362309"/>
              <a:gd name="connsiteY43" fmla="*/ 134702 h 361971"/>
              <a:gd name="connsiteX44" fmla="*/ 279240 w 362309"/>
              <a:gd name="connsiteY44" fmla="*/ 139809 h 361971"/>
              <a:gd name="connsiteX45" fmla="*/ 274128 w 362309"/>
              <a:gd name="connsiteY45" fmla="*/ 183859 h 361971"/>
              <a:gd name="connsiteX46" fmla="*/ 282435 w 362309"/>
              <a:gd name="connsiteY46" fmla="*/ 189604 h 361971"/>
              <a:gd name="connsiteX47" fmla="*/ 279240 w 362309"/>
              <a:gd name="connsiteY47" fmla="*/ 207479 h 361971"/>
              <a:gd name="connsiteX48" fmla="*/ 262627 w 362309"/>
              <a:gd name="connsiteY48" fmla="*/ 228547 h 361971"/>
              <a:gd name="connsiteX49" fmla="*/ 249847 w 362309"/>
              <a:gd name="connsiteY49" fmla="*/ 238761 h 361971"/>
              <a:gd name="connsiteX50" fmla="*/ 230038 w 362309"/>
              <a:gd name="connsiteY50" fmla="*/ 248337 h 361971"/>
              <a:gd name="connsiteX51" fmla="*/ 221092 w 362309"/>
              <a:gd name="connsiteY51" fmla="*/ 245783 h 361971"/>
              <a:gd name="connsiteX52" fmla="*/ 223648 w 362309"/>
              <a:gd name="connsiteY52" fmla="*/ 236846 h 361971"/>
              <a:gd name="connsiteX53" fmla="*/ 224287 w 362309"/>
              <a:gd name="connsiteY53" fmla="*/ 236846 h 361971"/>
              <a:gd name="connsiteX54" fmla="*/ 244096 w 362309"/>
              <a:gd name="connsiteY54" fmla="*/ 227270 h 361971"/>
              <a:gd name="connsiteX55" fmla="*/ 252403 w 362309"/>
              <a:gd name="connsiteY55" fmla="*/ 220886 h 361971"/>
              <a:gd name="connsiteX56" fmla="*/ 269655 w 362309"/>
              <a:gd name="connsiteY56" fmla="*/ 199180 h 361971"/>
              <a:gd name="connsiteX57" fmla="*/ 271572 w 362309"/>
              <a:gd name="connsiteY57" fmla="*/ 197265 h 361971"/>
              <a:gd name="connsiteX58" fmla="*/ 260710 w 362309"/>
              <a:gd name="connsiteY58" fmla="*/ 197265 h 361971"/>
              <a:gd name="connsiteX59" fmla="*/ 240901 w 362309"/>
              <a:gd name="connsiteY59" fmla="*/ 212587 h 361971"/>
              <a:gd name="connsiteX60" fmla="*/ 236428 w 362309"/>
              <a:gd name="connsiteY60" fmla="*/ 214502 h 361971"/>
              <a:gd name="connsiteX61" fmla="*/ 229399 w 362309"/>
              <a:gd name="connsiteY61" fmla="*/ 215140 h 361971"/>
              <a:gd name="connsiteX62" fmla="*/ 189781 w 362309"/>
              <a:gd name="connsiteY62" fmla="*/ 248975 h 361971"/>
              <a:gd name="connsiteX63" fmla="*/ 186586 w 362309"/>
              <a:gd name="connsiteY63" fmla="*/ 273873 h 361971"/>
              <a:gd name="connsiteX64" fmla="*/ 180196 w 362309"/>
              <a:gd name="connsiteY64" fmla="*/ 280257 h 361971"/>
              <a:gd name="connsiteX65" fmla="*/ 179557 w 362309"/>
              <a:gd name="connsiteY65" fmla="*/ 280257 h 361971"/>
              <a:gd name="connsiteX66" fmla="*/ 173168 w 362309"/>
              <a:gd name="connsiteY66" fmla="*/ 273873 h 361971"/>
              <a:gd name="connsiteX67" fmla="*/ 169973 w 362309"/>
              <a:gd name="connsiteY67" fmla="*/ 248975 h 361971"/>
              <a:gd name="connsiteX68" fmla="*/ 130355 w 362309"/>
              <a:gd name="connsiteY68" fmla="*/ 215140 h 361971"/>
              <a:gd name="connsiteX69" fmla="*/ 123326 w 362309"/>
              <a:gd name="connsiteY69" fmla="*/ 214502 h 361971"/>
              <a:gd name="connsiteX70" fmla="*/ 118853 w 362309"/>
              <a:gd name="connsiteY70" fmla="*/ 212587 h 361971"/>
              <a:gd name="connsiteX71" fmla="*/ 99044 w 362309"/>
              <a:gd name="connsiteY71" fmla="*/ 197265 h 361971"/>
              <a:gd name="connsiteX72" fmla="*/ 88181 w 362309"/>
              <a:gd name="connsiteY72" fmla="*/ 196627 h 361971"/>
              <a:gd name="connsiteX73" fmla="*/ 89459 w 362309"/>
              <a:gd name="connsiteY73" fmla="*/ 197903 h 361971"/>
              <a:gd name="connsiteX74" fmla="*/ 106712 w 362309"/>
              <a:gd name="connsiteY74" fmla="*/ 219609 h 361971"/>
              <a:gd name="connsiteX75" fmla="*/ 115019 w 362309"/>
              <a:gd name="connsiteY75" fmla="*/ 225993 h 361971"/>
              <a:gd name="connsiteX76" fmla="*/ 134828 w 362309"/>
              <a:gd name="connsiteY76" fmla="*/ 235569 h 361971"/>
              <a:gd name="connsiteX77" fmla="*/ 138023 w 362309"/>
              <a:gd name="connsiteY77" fmla="*/ 243868 h 361971"/>
              <a:gd name="connsiteX78" fmla="*/ 129716 w 362309"/>
              <a:gd name="connsiteY78" fmla="*/ 247060 h 361971"/>
              <a:gd name="connsiteX79" fmla="*/ 129077 w 362309"/>
              <a:gd name="connsiteY79" fmla="*/ 247060 h 361971"/>
              <a:gd name="connsiteX80" fmla="*/ 109268 w 362309"/>
              <a:gd name="connsiteY80" fmla="*/ 237484 h 361971"/>
              <a:gd name="connsiteX81" fmla="*/ 96488 w 362309"/>
              <a:gd name="connsiteY81" fmla="*/ 227270 h 361971"/>
              <a:gd name="connsiteX82" fmla="*/ 79874 w 362309"/>
              <a:gd name="connsiteY82" fmla="*/ 206203 h 361971"/>
              <a:gd name="connsiteX83" fmla="*/ 77318 w 362309"/>
              <a:gd name="connsiteY83" fmla="*/ 188966 h 361971"/>
              <a:gd name="connsiteX84" fmla="*/ 85625 w 362309"/>
              <a:gd name="connsiteY84" fmla="*/ 183220 h 361971"/>
              <a:gd name="connsiteX85" fmla="*/ 80513 w 362309"/>
              <a:gd name="connsiteY85" fmla="*/ 139171 h 361971"/>
              <a:gd name="connsiteX86" fmla="*/ 75402 w 362309"/>
              <a:gd name="connsiteY86" fmla="*/ 134064 h 361971"/>
              <a:gd name="connsiteX87" fmla="*/ 71567 w 362309"/>
              <a:gd name="connsiteY87" fmla="*/ 187051 h 361971"/>
              <a:gd name="connsiteX88" fmla="*/ 72845 w 362309"/>
              <a:gd name="connsiteY88" fmla="*/ 196627 h 361971"/>
              <a:gd name="connsiteX89" fmla="*/ 87542 w 362309"/>
              <a:gd name="connsiteY89" fmla="*/ 236207 h 361971"/>
              <a:gd name="connsiteX90" fmla="*/ 97766 w 362309"/>
              <a:gd name="connsiteY90" fmla="*/ 249614 h 361971"/>
              <a:gd name="connsiteX91" fmla="*/ 132911 w 362309"/>
              <a:gd name="connsiteY91" fmla="*/ 275150 h 361971"/>
              <a:gd name="connsiteX92" fmla="*/ 146330 w 362309"/>
              <a:gd name="connsiteY92" fmla="*/ 296217 h 361971"/>
              <a:gd name="connsiteX93" fmla="*/ 140579 w 362309"/>
              <a:gd name="connsiteY93" fmla="*/ 303239 h 361971"/>
              <a:gd name="connsiteX94" fmla="*/ 139940 w 362309"/>
              <a:gd name="connsiteY94" fmla="*/ 303239 h 361971"/>
              <a:gd name="connsiteX95" fmla="*/ 133550 w 362309"/>
              <a:gd name="connsiteY95" fmla="*/ 297494 h 361971"/>
              <a:gd name="connsiteX96" fmla="*/ 125243 w 362309"/>
              <a:gd name="connsiteY96" fmla="*/ 285364 h 361971"/>
              <a:gd name="connsiteX97" fmla="*/ 90098 w 362309"/>
              <a:gd name="connsiteY97" fmla="*/ 259828 h 361971"/>
              <a:gd name="connsiteX98" fmla="*/ 75402 w 362309"/>
              <a:gd name="connsiteY98" fmla="*/ 240038 h 361971"/>
              <a:gd name="connsiteX99" fmla="*/ 60704 w 362309"/>
              <a:gd name="connsiteY99" fmla="*/ 200457 h 361971"/>
              <a:gd name="connsiteX100" fmla="*/ 58788 w 362309"/>
              <a:gd name="connsiteY100" fmla="*/ 185774 h 361971"/>
              <a:gd name="connsiteX101" fmla="*/ 62622 w 362309"/>
              <a:gd name="connsiteY101" fmla="*/ 132149 h 361971"/>
              <a:gd name="connsiteX102" fmla="*/ 74124 w 362309"/>
              <a:gd name="connsiteY102" fmla="*/ 120657 h 361971"/>
              <a:gd name="connsiteX103" fmla="*/ 93293 w 362309"/>
              <a:gd name="connsiteY103" fmla="*/ 135341 h 361971"/>
              <a:gd name="connsiteX104" fmla="*/ 93293 w 362309"/>
              <a:gd name="connsiteY104" fmla="*/ 135979 h 361971"/>
              <a:gd name="connsiteX105" fmla="*/ 98405 w 362309"/>
              <a:gd name="connsiteY105" fmla="*/ 181305 h 361971"/>
              <a:gd name="connsiteX106" fmla="*/ 104156 w 362309"/>
              <a:gd name="connsiteY106" fmla="*/ 183220 h 361971"/>
              <a:gd name="connsiteX107" fmla="*/ 125243 w 362309"/>
              <a:gd name="connsiteY107" fmla="*/ 199180 h 361971"/>
              <a:gd name="connsiteX108" fmla="*/ 130994 w 362309"/>
              <a:gd name="connsiteY108" fmla="*/ 199819 h 361971"/>
              <a:gd name="connsiteX109" fmla="*/ 178918 w 362309"/>
              <a:gd name="connsiteY109" fmla="*/ 235569 h 361971"/>
              <a:gd name="connsiteX110" fmla="*/ 226843 w 362309"/>
              <a:gd name="connsiteY110" fmla="*/ 199819 h 361971"/>
              <a:gd name="connsiteX111" fmla="*/ 232594 w 362309"/>
              <a:gd name="connsiteY111" fmla="*/ 199180 h 361971"/>
              <a:gd name="connsiteX112" fmla="*/ 253681 w 362309"/>
              <a:gd name="connsiteY112" fmla="*/ 183220 h 361971"/>
              <a:gd name="connsiteX113" fmla="*/ 259432 w 362309"/>
              <a:gd name="connsiteY113" fmla="*/ 181305 h 361971"/>
              <a:gd name="connsiteX114" fmla="*/ 264544 w 362309"/>
              <a:gd name="connsiteY114" fmla="*/ 135979 h 361971"/>
              <a:gd name="connsiteX115" fmla="*/ 264544 w 362309"/>
              <a:gd name="connsiteY115" fmla="*/ 135341 h 361971"/>
              <a:gd name="connsiteX116" fmla="*/ 283713 w 362309"/>
              <a:gd name="connsiteY116" fmla="*/ 120657 h 361971"/>
              <a:gd name="connsiteX117" fmla="*/ 295215 w 362309"/>
              <a:gd name="connsiteY117" fmla="*/ 132149 h 361971"/>
              <a:gd name="connsiteX118" fmla="*/ 299049 w 362309"/>
              <a:gd name="connsiteY118" fmla="*/ 185774 h 361971"/>
              <a:gd name="connsiteX119" fmla="*/ 299049 w 362309"/>
              <a:gd name="connsiteY119" fmla="*/ 201095 h 361971"/>
              <a:gd name="connsiteX120" fmla="*/ 299049 w 362309"/>
              <a:gd name="connsiteY120" fmla="*/ 20109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362309" h="361971">
                <a:moveTo>
                  <a:pt x="181474" y="0"/>
                </a:moveTo>
                <a:cubicBezTo>
                  <a:pt x="81152" y="0"/>
                  <a:pt x="0" y="81077"/>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152081" y="102782"/>
                </a:moveTo>
                <a:cubicBezTo>
                  <a:pt x="164221" y="82992"/>
                  <a:pt x="182113" y="67670"/>
                  <a:pt x="203200" y="58733"/>
                </a:cubicBezTo>
                <a:cubicBezTo>
                  <a:pt x="205756" y="57456"/>
                  <a:pt x="208951" y="58733"/>
                  <a:pt x="210868" y="61286"/>
                </a:cubicBezTo>
                <a:cubicBezTo>
                  <a:pt x="223009" y="80438"/>
                  <a:pt x="230038" y="102144"/>
                  <a:pt x="230677" y="125126"/>
                </a:cubicBezTo>
                <a:cubicBezTo>
                  <a:pt x="230677" y="141086"/>
                  <a:pt x="223648" y="155769"/>
                  <a:pt x="211507" y="166622"/>
                </a:cubicBezTo>
                <a:cubicBezTo>
                  <a:pt x="204478" y="173644"/>
                  <a:pt x="194893" y="178752"/>
                  <a:pt x="184669" y="180028"/>
                </a:cubicBezTo>
                <a:cubicBezTo>
                  <a:pt x="184669" y="186412"/>
                  <a:pt x="185308" y="193435"/>
                  <a:pt x="185947" y="200457"/>
                </a:cubicBezTo>
                <a:cubicBezTo>
                  <a:pt x="186586" y="203649"/>
                  <a:pt x="184031" y="206841"/>
                  <a:pt x="180196" y="207479"/>
                </a:cubicBezTo>
                <a:cubicBezTo>
                  <a:pt x="180196" y="207479"/>
                  <a:pt x="180196" y="207479"/>
                  <a:pt x="180196" y="207479"/>
                </a:cubicBezTo>
                <a:lnTo>
                  <a:pt x="179557" y="207479"/>
                </a:lnTo>
                <a:cubicBezTo>
                  <a:pt x="176363" y="207479"/>
                  <a:pt x="173806" y="204926"/>
                  <a:pt x="173168" y="201734"/>
                </a:cubicBezTo>
                <a:cubicBezTo>
                  <a:pt x="166138" y="141724"/>
                  <a:pt x="185947" y="103421"/>
                  <a:pt x="187225" y="101505"/>
                </a:cubicBezTo>
                <a:cubicBezTo>
                  <a:pt x="188503" y="98313"/>
                  <a:pt x="192337" y="97037"/>
                  <a:pt x="195532" y="98313"/>
                </a:cubicBezTo>
                <a:cubicBezTo>
                  <a:pt x="198727" y="99590"/>
                  <a:pt x="200005" y="103421"/>
                  <a:pt x="198727" y="106613"/>
                </a:cubicBezTo>
                <a:cubicBezTo>
                  <a:pt x="198727" y="106613"/>
                  <a:pt x="198727" y="106613"/>
                  <a:pt x="198727" y="106613"/>
                </a:cubicBezTo>
                <a:cubicBezTo>
                  <a:pt x="190420" y="125126"/>
                  <a:pt x="185947" y="145555"/>
                  <a:pt x="185308" y="165984"/>
                </a:cubicBezTo>
                <a:cubicBezTo>
                  <a:pt x="192337" y="164707"/>
                  <a:pt x="198088" y="160876"/>
                  <a:pt x="203200" y="156408"/>
                </a:cubicBezTo>
                <a:cubicBezTo>
                  <a:pt x="212146" y="148108"/>
                  <a:pt x="217897" y="136617"/>
                  <a:pt x="217897" y="124488"/>
                </a:cubicBezTo>
                <a:cubicBezTo>
                  <a:pt x="217258" y="105974"/>
                  <a:pt x="212146" y="88099"/>
                  <a:pt x="203200" y="72139"/>
                </a:cubicBezTo>
                <a:cubicBezTo>
                  <a:pt x="186586" y="80438"/>
                  <a:pt x="173168" y="93206"/>
                  <a:pt x="162943" y="109166"/>
                </a:cubicBezTo>
                <a:cubicBezTo>
                  <a:pt x="152081" y="127041"/>
                  <a:pt x="156553" y="150662"/>
                  <a:pt x="167416" y="160876"/>
                </a:cubicBezTo>
                <a:cubicBezTo>
                  <a:pt x="169973" y="163430"/>
                  <a:pt x="169973" y="167260"/>
                  <a:pt x="167416" y="169814"/>
                </a:cubicBezTo>
                <a:cubicBezTo>
                  <a:pt x="164861" y="172368"/>
                  <a:pt x="161027" y="172368"/>
                  <a:pt x="158471" y="169814"/>
                </a:cubicBezTo>
                <a:cubicBezTo>
                  <a:pt x="141218" y="155131"/>
                  <a:pt x="138662" y="124488"/>
                  <a:pt x="152081" y="102782"/>
                </a:cubicBezTo>
                <a:close/>
                <a:moveTo>
                  <a:pt x="299049" y="201095"/>
                </a:moveTo>
                <a:lnTo>
                  <a:pt x="284352" y="240676"/>
                </a:lnTo>
                <a:cubicBezTo>
                  <a:pt x="281796" y="248337"/>
                  <a:pt x="276685" y="255359"/>
                  <a:pt x="269655" y="260467"/>
                </a:cubicBezTo>
                <a:lnTo>
                  <a:pt x="234511" y="286003"/>
                </a:lnTo>
                <a:cubicBezTo>
                  <a:pt x="230038" y="288556"/>
                  <a:pt x="227482" y="293025"/>
                  <a:pt x="226204" y="298132"/>
                </a:cubicBezTo>
                <a:cubicBezTo>
                  <a:pt x="226204" y="301324"/>
                  <a:pt x="223009" y="303878"/>
                  <a:pt x="219814" y="303878"/>
                </a:cubicBezTo>
                <a:lnTo>
                  <a:pt x="219175" y="303878"/>
                </a:lnTo>
                <a:cubicBezTo>
                  <a:pt x="215980" y="303239"/>
                  <a:pt x="212785" y="300686"/>
                  <a:pt x="213424" y="296855"/>
                </a:cubicBezTo>
                <a:cubicBezTo>
                  <a:pt x="214702" y="288556"/>
                  <a:pt x="219175" y="280895"/>
                  <a:pt x="226843" y="275788"/>
                </a:cubicBezTo>
                <a:lnTo>
                  <a:pt x="261987" y="250252"/>
                </a:lnTo>
                <a:cubicBezTo>
                  <a:pt x="266460" y="247060"/>
                  <a:pt x="270295" y="241953"/>
                  <a:pt x="272212" y="236846"/>
                </a:cubicBezTo>
                <a:lnTo>
                  <a:pt x="286908" y="197265"/>
                </a:lnTo>
                <a:cubicBezTo>
                  <a:pt x="288186" y="194073"/>
                  <a:pt x="288186" y="190881"/>
                  <a:pt x="288186" y="187689"/>
                </a:cubicBezTo>
                <a:lnTo>
                  <a:pt x="284352" y="134702"/>
                </a:lnTo>
                <a:cubicBezTo>
                  <a:pt x="281796" y="135341"/>
                  <a:pt x="279880" y="137256"/>
                  <a:pt x="279240" y="139809"/>
                </a:cubicBezTo>
                <a:lnTo>
                  <a:pt x="274128" y="183859"/>
                </a:lnTo>
                <a:cubicBezTo>
                  <a:pt x="277323" y="184497"/>
                  <a:pt x="280518" y="186412"/>
                  <a:pt x="282435" y="189604"/>
                </a:cubicBezTo>
                <a:cubicBezTo>
                  <a:pt x="286270" y="195350"/>
                  <a:pt x="284991" y="203011"/>
                  <a:pt x="279240" y="207479"/>
                </a:cubicBezTo>
                <a:lnTo>
                  <a:pt x="262627" y="228547"/>
                </a:lnTo>
                <a:cubicBezTo>
                  <a:pt x="259432" y="233015"/>
                  <a:pt x="254959" y="236207"/>
                  <a:pt x="249847" y="238761"/>
                </a:cubicBezTo>
                <a:lnTo>
                  <a:pt x="230038" y="248337"/>
                </a:lnTo>
                <a:cubicBezTo>
                  <a:pt x="226843" y="250252"/>
                  <a:pt x="223009" y="248975"/>
                  <a:pt x="221092" y="245783"/>
                </a:cubicBezTo>
                <a:cubicBezTo>
                  <a:pt x="219175" y="242591"/>
                  <a:pt x="220453" y="238761"/>
                  <a:pt x="223648" y="236846"/>
                </a:cubicBezTo>
                <a:cubicBezTo>
                  <a:pt x="223648" y="236846"/>
                  <a:pt x="223648" y="236846"/>
                  <a:pt x="224287" y="236846"/>
                </a:cubicBezTo>
                <a:lnTo>
                  <a:pt x="244096" y="227270"/>
                </a:lnTo>
                <a:cubicBezTo>
                  <a:pt x="247291" y="225993"/>
                  <a:pt x="249847" y="223439"/>
                  <a:pt x="252403" y="220886"/>
                </a:cubicBezTo>
                <a:lnTo>
                  <a:pt x="269655" y="199180"/>
                </a:lnTo>
                <a:cubicBezTo>
                  <a:pt x="270295" y="198542"/>
                  <a:pt x="270934" y="197903"/>
                  <a:pt x="271572" y="197265"/>
                </a:cubicBezTo>
                <a:cubicBezTo>
                  <a:pt x="268377" y="195988"/>
                  <a:pt x="264544" y="195988"/>
                  <a:pt x="260710" y="197265"/>
                </a:cubicBezTo>
                <a:cubicBezTo>
                  <a:pt x="253042" y="201095"/>
                  <a:pt x="246652" y="206203"/>
                  <a:pt x="240901" y="212587"/>
                </a:cubicBezTo>
                <a:cubicBezTo>
                  <a:pt x="239623" y="213863"/>
                  <a:pt x="238345" y="214502"/>
                  <a:pt x="236428" y="214502"/>
                </a:cubicBezTo>
                <a:cubicBezTo>
                  <a:pt x="236428" y="214502"/>
                  <a:pt x="233872" y="214502"/>
                  <a:pt x="229399" y="215140"/>
                </a:cubicBezTo>
                <a:cubicBezTo>
                  <a:pt x="210229" y="217055"/>
                  <a:pt x="194893" y="230462"/>
                  <a:pt x="189781" y="248975"/>
                </a:cubicBezTo>
                <a:cubicBezTo>
                  <a:pt x="187225" y="257275"/>
                  <a:pt x="186586" y="265574"/>
                  <a:pt x="186586" y="273873"/>
                </a:cubicBezTo>
                <a:cubicBezTo>
                  <a:pt x="186586" y="277703"/>
                  <a:pt x="184031" y="280257"/>
                  <a:pt x="180196" y="280257"/>
                </a:cubicBezTo>
                <a:lnTo>
                  <a:pt x="179557" y="280257"/>
                </a:lnTo>
                <a:cubicBezTo>
                  <a:pt x="175723" y="280257"/>
                  <a:pt x="173168" y="277703"/>
                  <a:pt x="173168" y="273873"/>
                </a:cubicBezTo>
                <a:cubicBezTo>
                  <a:pt x="173806" y="265574"/>
                  <a:pt x="172528" y="257275"/>
                  <a:pt x="169973" y="248975"/>
                </a:cubicBezTo>
                <a:cubicBezTo>
                  <a:pt x="164861" y="230462"/>
                  <a:pt x="149525" y="217055"/>
                  <a:pt x="130355" y="215140"/>
                </a:cubicBezTo>
                <a:cubicBezTo>
                  <a:pt x="126521" y="214502"/>
                  <a:pt x="123965" y="214502"/>
                  <a:pt x="123326" y="214502"/>
                </a:cubicBezTo>
                <a:cubicBezTo>
                  <a:pt x="121409" y="214502"/>
                  <a:pt x="120131" y="213863"/>
                  <a:pt x="118853" y="212587"/>
                </a:cubicBezTo>
                <a:cubicBezTo>
                  <a:pt x="113102" y="206841"/>
                  <a:pt x="106073" y="201734"/>
                  <a:pt x="99044" y="197265"/>
                </a:cubicBezTo>
                <a:cubicBezTo>
                  <a:pt x="95849" y="195350"/>
                  <a:pt x="92015" y="195350"/>
                  <a:pt x="88181" y="196627"/>
                </a:cubicBezTo>
                <a:cubicBezTo>
                  <a:pt x="88820" y="197265"/>
                  <a:pt x="88820" y="197903"/>
                  <a:pt x="89459" y="197903"/>
                </a:cubicBezTo>
                <a:lnTo>
                  <a:pt x="106712" y="219609"/>
                </a:lnTo>
                <a:cubicBezTo>
                  <a:pt x="109268" y="222163"/>
                  <a:pt x="111824" y="224716"/>
                  <a:pt x="115019" y="225993"/>
                </a:cubicBezTo>
                <a:lnTo>
                  <a:pt x="134828" y="235569"/>
                </a:lnTo>
                <a:cubicBezTo>
                  <a:pt x="138023" y="236846"/>
                  <a:pt x="139301" y="240676"/>
                  <a:pt x="138023" y="243868"/>
                </a:cubicBezTo>
                <a:cubicBezTo>
                  <a:pt x="136745" y="247060"/>
                  <a:pt x="132911" y="248337"/>
                  <a:pt x="129716" y="247060"/>
                </a:cubicBezTo>
                <a:cubicBezTo>
                  <a:pt x="129716" y="247060"/>
                  <a:pt x="129716" y="247060"/>
                  <a:pt x="129077" y="247060"/>
                </a:cubicBezTo>
                <a:lnTo>
                  <a:pt x="109268" y="237484"/>
                </a:lnTo>
                <a:cubicBezTo>
                  <a:pt x="104156" y="234931"/>
                  <a:pt x="99683" y="231739"/>
                  <a:pt x="96488" y="227270"/>
                </a:cubicBezTo>
                <a:lnTo>
                  <a:pt x="79874" y="206203"/>
                </a:lnTo>
                <a:cubicBezTo>
                  <a:pt x="74762" y="201734"/>
                  <a:pt x="73484" y="194711"/>
                  <a:pt x="77318" y="188966"/>
                </a:cubicBezTo>
                <a:cubicBezTo>
                  <a:pt x="79235" y="186412"/>
                  <a:pt x="82430" y="184497"/>
                  <a:pt x="85625" y="183220"/>
                </a:cubicBezTo>
                <a:lnTo>
                  <a:pt x="80513" y="139171"/>
                </a:lnTo>
                <a:cubicBezTo>
                  <a:pt x="79874" y="136617"/>
                  <a:pt x="77957" y="134702"/>
                  <a:pt x="75402" y="134064"/>
                </a:cubicBezTo>
                <a:lnTo>
                  <a:pt x="71567" y="187051"/>
                </a:lnTo>
                <a:cubicBezTo>
                  <a:pt x="71567" y="190243"/>
                  <a:pt x="71567" y="193435"/>
                  <a:pt x="72845" y="196627"/>
                </a:cubicBezTo>
                <a:lnTo>
                  <a:pt x="87542" y="236207"/>
                </a:lnTo>
                <a:cubicBezTo>
                  <a:pt x="89459" y="241953"/>
                  <a:pt x="93293" y="246422"/>
                  <a:pt x="97766" y="249614"/>
                </a:cubicBezTo>
                <a:lnTo>
                  <a:pt x="132911" y="275150"/>
                </a:lnTo>
                <a:cubicBezTo>
                  <a:pt x="139940" y="279619"/>
                  <a:pt x="145052" y="287279"/>
                  <a:pt x="146330" y="296217"/>
                </a:cubicBezTo>
                <a:cubicBezTo>
                  <a:pt x="146969" y="299409"/>
                  <a:pt x="143774" y="302601"/>
                  <a:pt x="140579" y="303239"/>
                </a:cubicBezTo>
                <a:lnTo>
                  <a:pt x="139940" y="303239"/>
                </a:lnTo>
                <a:cubicBezTo>
                  <a:pt x="136745" y="303239"/>
                  <a:pt x="133550" y="300686"/>
                  <a:pt x="133550" y="297494"/>
                </a:cubicBezTo>
                <a:cubicBezTo>
                  <a:pt x="132911" y="292387"/>
                  <a:pt x="129716" y="287918"/>
                  <a:pt x="125243" y="285364"/>
                </a:cubicBezTo>
                <a:lnTo>
                  <a:pt x="90098" y="259828"/>
                </a:lnTo>
                <a:cubicBezTo>
                  <a:pt x="83069" y="254721"/>
                  <a:pt x="77957" y="248337"/>
                  <a:pt x="75402" y="240038"/>
                </a:cubicBezTo>
                <a:lnTo>
                  <a:pt x="60704" y="200457"/>
                </a:lnTo>
                <a:cubicBezTo>
                  <a:pt x="58788" y="195988"/>
                  <a:pt x="58149" y="190881"/>
                  <a:pt x="58788" y="185774"/>
                </a:cubicBezTo>
                <a:lnTo>
                  <a:pt x="62622" y="132149"/>
                </a:lnTo>
                <a:cubicBezTo>
                  <a:pt x="62622" y="125765"/>
                  <a:pt x="67734" y="121296"/>
                  <a:pt x="74124" y="120657"/>
                </a:cubicBezTo>
                <a:cubicBezTo>
                  <a:pt x="83069" y="120657"/>
                  <a:pt x="91376" y="126403"/>
                  <a:pt x="93293" y="135341"/>
                </a:cubicBezTo>
                <a:cubicBezTo>
                  <a:pt x="93293" y="135341"/>
                  <a:pt x="93293" y="135979"/>
                  <a:pt x="93293" y="135979"/>
                </a:cubicBezTo>
                <a:lnTo>
                  <a:pt x="98405" y="181305"/>
                </a:lnTo>
                <a:cubicBezTo>
                  <a:pt x="100322" y="181944"/>
                  <a:pt x="102239" y="182582"/>
                  <a:pt x="104156" y="183220"/>
                </a:cubicBezTo>
                <a:cubicBezTo>
                  <a:pt x="111824" y="187051"/>
                  <a:pt x="118853" y="192796"/>
                  <a:pt x="125243" y="199180"/>
                </a:cubicBezTo>
                <a:cubicBezTo>
                  <a:pt x="126521" y="199180"/>
                  <a:pt x="128438" y="199180"/>
                  <a:pt x="130994" y="199819"/>
                </a:cubicBezTo>
                <a:cubicBezTo>
                  <a:pt x="152081" y="202372"/>
                  <a:pt x="170611" y="215779"/>
                  <a:pt x="178918" y="235569"/>
                </a:cubicBezTo>
                <a:cubicBezTo>
                  <a:pt x="187225" y="215779"/>
                  <a:pt x="205756" y="202372"/>
                  <a:pt x="226843" y="199819"/>
                </a:cubicBezTo>
                <a:cubicBezTo>
                  <a:pt x="228760" y="199819"/>
                  <a:pt x="231316" y="199819"/>
                  <a:pt x="232594" y="199180"/>
                </a:cubicBezTo>
                <a:cubicBezTo>
                  <a:pt x="238984" y="192796"/>
                  <a:pt x="246013" y="187689"/>
                  <a:pt x="253681" y="183220"/>
                </a:cubicBezTo>
                <a:cubicBezTo>
                  <a:pt x="255597" y="182582"/>
                  <a:pt x="257515" y="181944"/>
                  <a:pt x="259432" y="181305"/>
                </a:cubicBezTo>
                <a:lnTo>
                  <a:pt x="264544" y="135979"/>
                </a:lnTo>
                <a:cubicBezTo>
                  <a:pt x="264544" y="135979"/>
                  <a:pt x="264544" y="135341"/>
                  <a:pt x="264544" y="135341"/>
                </a:cubicBezTo>
                <a:cubicBezTo>
                  <a:pt x="266460" y="126403"/>
                  <a:pt x="274767" y="120019"/>
                  <a:pt x="283713" y="120657"/>
                </a:cubicBezTo>
                <a:cubicBezTo>
                  <a:pt x="290103" y="121296"/>
                  <a:pt x="294576" y="125765"/>
                  <a:pt x="295215" y="132149"/>
                </a:cubicBezTo>
                <a:lnTo>
                  <a:pt x="299049" y="185774"/>
                </a:lnTo>
                <a:cubicBezTo>
                  <a:pt x="302244" y="191519"/>
                  <a:pt x="300966" y="196627"/>
                  <a:pt x="299049" y="201095"/>
                </a:cubicBezTo>
                <a:lnTo>
                  <a:pt x="299049" y="201095"/>
                </a:lnTo>
                <a:close/>
              </a:path>
            </a:pathLst>
          </a:custGeom>
          <a:solidFill>
            <a:srgbClr val="0097A9"/>
          </a:solidFill>
          <a:ln w="6390" cap="flat">
            <a:noFill/>
            <a:prstDash val="solid"/>
            <a:miter/>
          </a:ln>
        </p:spPr>
        <p:txBody>
          <a:bodyPr rtlCol="0" anchor="ctr"/>
          <a:lstStyle/>
          <a:p>
            <a:endParaRPr lang="en-US"/>
          </a:p>
        </p:txBody>
      </p:sp>
      <p:grpSp>
        <p:nvGrpSpPr>
          <p:cNvPr id="249" name="Graphic 4">
            <a:extLst>
              <a:ext uri="{FF2B5EF4-FFF2-40B4-BE49-F238E27FC236}">
                <a16:creationId xmlns:a16="http://schemas.microsoft.com/office/drawing/2014/main" id="{05E5F4C9-B499-D84F-AA18-34A0F81BF26D}"/>
              </a:ext>
            </a:extLst>
          </p:cNvPr>
          <p:cNvGrpSpPr/>
          <p:nvPr/>
        </p:nvGrpSpPr>
        <p:grpSpPr>
          <a:xfrm>
            <a:off x="3607758" y="1402723"/>
            <a:ext cx="362309" cy="361971"/>
            <a:chOff x="3607758" y="1402723"/>
            <a:chExt cx="362309" cy="361971"/>
          </a:xfrm>
          <a:solidFill>
            <a:srgbClr val="0097A9"/>
          </a:solidFill>
        </p:grpSpPr>
        <p:sp>
          <p:nvSpPr>
            <p:cNvPr id="250" name="Graphic 4">
              <a:extLst>
                <a:ext uri="{FF2B5EF4-FFF2-40B4-BE49-F238E27FC236}">
                  <a16:creationId xmlns:a16="http://schemas.microsoft.com/office/drawing/2014/main" id="{4BE2519E-D3AA-2547-A2A6-902FE6DE4F35}"/>
                </a:ext>
              </a:extLst>
            </p:cNvPr>
            <p:cNvSpPr/>
            <p:nvPr/>
          </p:nvSpPr>
          <p:spPr>
            <a:xfrm>
              <a:off x="3607758" y="14027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8565 h 361971"/>
                <a:gd name="connsiteX8" fmla="*/ 12780 w 362309"/>
                <a:gd name="connsiteY8" fmla="*/ 180667 h 361971"/>
                <a:gd name="connsiteX9" fmla="*/ 181474 w 362309"/>
                <a:gd name="connsiteY9" fmla="*/ 12130 h 361971"/>
                <a:gd name="connsiteX10" fmla="*/ 350169 w 362309"/>
                <a:gd name="connsiteY10" fmla="*/ 180028 h 361971"/>
                <a:gd name="connsiteX11" fmla="*/ 350169 w 362309"/>
                <a:gd name="connsiteY11" fmla="*/ 180028 h 361971"/>
                <a:gd name="connsiteX12" fmla="*/ 181474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ubicBezTo>
                    <a:pt x="181474" y="0"/>
                    <a:pt x="181474" y="0"/>
                    <a:pt x="181474" y="0"/>
                  </a:cubicBezTo>
                  <a:close/>
                  <a:moveTo>
                    <a:pt x="181474" y="348565"/>
                  </a:moveTo>
                  <a:cubicBezTo>
                    <a:pt x="88181" y="348565"/>
                    <a:pt x="12780" y="273234"/>
                    <a:pt x="12780" y="180667"/>
                  </a:cubicBezTo>
                  <a:cubicBezTo>
                    <a:pt x="12780" y="88099"/>
                    <a:pt x="88181" y="12130"/>
                    <a:pt x="181474" y="12130"/>
                  </a:cubicBezTo>
                  <a:cubicBezTo>
                    <a:pt x="274767" y="12130"/>
                    <a:pt x="350169" y="87461"/>
                    <a:pt x="350169" y="180028"/>
                  </a:cubicBezTo>
                  <a:lnTo>
                    <a:pt x="350169" y="180028"/>
                  </a:lnTo>
                  <a:cubicBezTo>
                    <a:pt x="349530" y="273234"/>
                    <a:pt x="274128" y="348565"/>
                    <a:pt x="181474" y="348565"/>
                  </a:cubicBezTo>
                  <a:close/>
                </a:path>
              </a:pathLst>
            </a:custGeom>
            <a:solidFill>
              <a:srgbClr val="0097A9"/>
            </a:solidFill>
            <a:ln w="6390" cap="flat">
              <a:noFill/>
              <a:prstDash val="solid"/>
              <a:miter/>
            </a:ln>
          </p:spPr>
          <p:txBody>
            <a:bodyPr rtlCol="0" anchor="ctr"/>
            <a:lstStyle/>
            <a:p>
              <a:endParaRPr lang="en-US"/>
            </a:p>
          </p:txBody>
        </p:sp>
        <p:sp>
          <p:nvSpPr>
            <p:cNvPr id="251" name="Graphic 4">
              <a:extLst>
                <a:ext uri="{FF2B5EF4-FFF2-40B4-BE49-F238E27FC236}">
                  <a16:creationId xmlns:a16="http://schemas.microsoft.com/office/drawing/2014/main" id="{63B42F66-6A98-0F47-82FA-85A0F100EFE8}"/>
                </a:ext>
              </a:extLst>
            </p:cNvPr>
            <p:cNvSpPr/>
            <p:nvPr/>
          </p:nvSpPr>
          <p:spPr>
            <a:xfrm>
              <a:off x="3656010" y="1467840"/>
              <a:ext cx="264866" cy="181305"/>
            </a:xfrm>
            <a:custGeom>
              <a:avLst/>
              <a:gdLst>
                <a:gd name="connsiteX0" fmla="*/ 207985 w 264866"/>
                <a:gd name="connsiteY0" fmla="*/ 59371 h 181305"/>
                <a:gd name="connsiteX1" fmla="*/ 186898 w 264866"/>
                <a:gd name="connsiteY1" fmla="*/ 59371 h 181305"/>
                <a:gd name="connsiteX2" fmla="*/ 117886 w 264866"/>
                <a:gd name="connsiteY2" fmla="*/ 0 h 181305"/>
                <a:gd name="connsiteX3" fmla="*/ 48875 w 264866"/>
                <a:gd name="connsiteY3" fmla="*/ 68309 h 181305"/>
                <a:gd name="connsiteX4" fmla="*/ 48875 w 264866"/>
                <a:gd name="connsiteY4" fmla="*/ 68309 h 181305"/>
                <a:gd name="connsiteX5" fmla="*/ 48875 w 264866"/>
                <a:gd name="connsiteY5" fmla="*/ 74054 h 181305"/>
                <a:gd name="connsiteX6" fmla="*/ 312 w 264866"/>
                <a:gd name="connsiteY6" fmla="*/ 132787 h 181305"/>
                <a:gd name="connsiteX7" fmla="*/ 53987 w 264866"/>
                <a:gd name="connsiteY7" fmla="*/ 181305 h 181305"/>
                <a:gd name="connsiteX8" fmla="*/ 73157 w 264866"/>
                <a:gd name="connsiteY8" fmla="*/ 181305 h 181305"/>
                <a:gd name="connsiteX9" fmla="*/ 79547 w 264866"/>
                <a:gd name="connsiteY9" fmla="*/ 174921 h 181305"/>
                <a:gd name="connsiteX10" fmla="*/ 73157 w 264866"/>
                <a:gd name="connsiteY10" fmla="*/ 168537 h 181305"/>
                <a:gd name="connsiteX11" fmla="*/ 53987 w 264866"/>
                <a:gd name="connsiteY11" fmla="*/ 168537 h 181305"/>
                <a:gd name="connsiteX12" fmla="*/ 12452 w 264866"/>
                <a:gd name="connsiteY12" fmla="*/ 127041 h 181305"/>
                <a:gd name="connsiteX13" fmla="*/ 53987 w 264866"/>
                <a:gd name="connsiteY13" fmla="*/ 85545 h 181305"/>
                <a:gd name="connsiteX14" fmla="*/ 53987 w 264866"/>
                <a:gd name="connsiteY14" fmla="*/ 85545 h 181305"/>
                <a:gd name="connsiteX15" fmla="*/ 55265 w 264866"/>
                <a:gd name="connsiteY15" fmla="*/ 85545 h 181305"/>
                <a:gd name="connsiteX16" fmla="*/ 61655 w 264866"/>
                <a:gd name="connsiteY16" fmla="*/ 79161 h 181305"/>
                <a:gd name="connsiteX17" fmla="*/ 61655 w 264866"/>
                <a:gd name="connsiteY17" fmla="*/ 68309 h 181305"/>
                <a:gd name="connsiteX18" fmla="*/ 118526 w 264866"/>
                <a:gd name="connsiteY18" fmla="*/ 12768 h 181305"/>
                <a:gd name="connsiteX19" fmla="*/ 174118 w 264866"/>
                <a:gd name="connsiteY19" fmla="*/ 66393 h 181305"/>
                <a:gd name="connsiteX20" fmla="*/ 180508 w 264866"/>
                <a:gd name="connsiteY20" fmla="*/ 72777 h 181305"/>
                <a:gd name="connsiteX21" fmla="*/ 207345 w 264866"/>
                <a:gd name="connsiteY21" fmla="*/ 72777 h 181305"/>
                <a:gd name="connsiteX22" fmla="*/ 252075 w 264866"/>
                <a:gd name="connsiteY22" fmla="*/ 117465 h 181305"/>
                <a:gd name="connsiteX23" fmla="*/ 252075 w 264866"/>
                <a:gd name="connsiteY23" fmla="*/ 123849 h 181305"/>
                <a:gd name="connsiteX24" fmla="*/ 207345 w 264866"/>
                <a:gd name="connsiteY24" fmla="*/ 168537 h 181305"/>
                <a:gd name="connsiteX25" fmla="*/ 184342 w 264866"/>
                <a:gd name="connsiteY25" fmla="*/ 168537 h 181305"/>
                <a:gd name="connsiteX26" fmla="*/ 177952 w 264866"/>
                <a:gd name="connsiteY26" fmla="*/ 174921 h 181305"/>
                <a:gd name="connsiteX27" fmla="*/ 184342 w 264866"/>
                <a:gd name="connsiteY27" fmla="*/ 181305 h 181305"/>
                <a:gd name="connsiteX28" fmla="*/ 207345 w 264866"/>
                <a:gd name="connsiteY28" fmla="*/ 181305 h 181305"/>
                <a:gd name="connsiteX29" fmla="*/ 264855 w 264866"/>
                <a:gd name="connsiteY29" fmla="*/ 123849 h 181305"/>
                <a:gd name="connsiteX30" fmla="*/ 264855 w 264866"/>
                <a:gd name="connsiteY30" fmla="*/ 123849 h 181305"/>
                <a:gd name="connsiteX31" fmla="*/ 264855 w 264866"/>
                <a:gd name="connsiteY31" fmla="*/ 117465 h 181305"/>
                <a:gd name="connsiteX32" fmla="*/ 207985 w 264866"/>
                <a:gd name="connsiteY32" fmla="*/ 59371 h 181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4866" h="181305">
                  <a:moveTo>
                    <a:pt x="207985" y="59371"/>
                  </a:moveTo>
                  <a:lnTo>
                    <a:pt x="186898" y="59371"/>
                  </a:lnTo>
                  <a:cubicBezTo>
                    <a:pt x="181786" y="25536"/>
                    <a:pt x="152392" y="0"/>
                    <a:pt x="117886" y="0"/>
                  </a:cubicBezTo>
                  <a:cubicBezTo>
                    <a:pt x="80186" y="0"/>
                    <a:pt x="48875" y="30005"/>
                    <a:pt x="48875" y="68309"/>
                  </a:cubicBezTo>
                  <a:cubicBezTo>
                    <a:pt x="48875" y="68309"/>
                    <a:pt x="48875" y="68309"/>
                    <a:pt x="48875" y="68309"/>
                  </a:cubicBezTo>
                  <a:lnTo>
                    <a:pt x="48875" y="74054"/>
                  </a:lnTo>
                  <a:cubicBezTo>
                    <a:pt x="18842" y="77246"/>
                    <a:pt x="-2883" y="103420"/>
                    <a:pt x="312" y="132787"/>
                  </a:cubicBezTo>
                  <a:cubicBezTo>
                    <a:pt x="2867" y="160238"/>
                    <a:pt x="26510" y="181305"/>
                    <a:pt x="53987" y="181305"/>
                  </a:cubicBezTo>
                  <a:lnTo>
                    <a:pt x="73157" y="181305"/>
                  </a:lnTo>
                  <a:cubicBezTo>
                    <a:pt x="76991" y="181305"/>
                    <a:pt x="79547" y="178751"/>
                    <a:pt x="79547" y="174921"/>
                  </a:cubicBezTo>
                  <a:cubicBezTo>
                    <a:pt x="79547" y="171091"/>
                    <a:pt x="76991" y="168537"/>
                    <a:pt x="73157" y="168537"/>
                  </a:cubicBezTo>
                  <a:lnTo>
                    <a:pt x="53987" y="168537"/>
                  </a:lnTo>
                  <a:cubicBezTo>
                    <a:pt x="30983" y="168537"/>
                    <a:pt x="12452" y="150024"/>
                    <a:pt x="12452" y="127041"/>
                  </a:cubicBezTo>
                  <a:cubicBezTo>
                    <a:pt x="12452" y="104059"/>
                    <a:pt x="30983" y="85545"/>
                    <a:pt x="53987" y="85545"/>
                  </a:cubicBezTo>
                  <a:cubicBezTo>
                    <a:pt x="53987" y="85545"/>
                    <a:pt x="53987" y="85545"/>
                    <a:pt x="53987" y="85545"/>
                  </a:cubicBezTo>
                  <a:lnTo>
                    <a:pt x="55265" y="85545"/>
                  </a:lnTo>
                  <a:cubicBezTo>
                    <a:pt x="59099" y="85545"/>
                    <a:pt x="61655" y="82992"/>
                    <a:pt x="61655" y="79161"/>
                  </a:cubicBezTo>
                  <a:lnTo>
                    <a:pt x="61655" y="68309"/>
                  </a:lnTo>
                  <a:cubicBezTo>
                    <a:pt x="62294" y="37027"/>
                    <a:pt x="87854" y="12130"/>
                    <a:pt x="118526" y="12768"/>
                  </a:cubicBezTo>
                  <a:cubicBezTo>
                    <a:pt x="148558" y="13406"/>
                    <a:pt x="172840" y="37027"/>
                    <a:pt x="174118" y="66393"/>
                  </a:cubicBezTo>
                  <a:cubicBezTo>
                    <a:pt x="174118" y="70224"/>
                    <a:pt x="176674" y="72777"/>
                    <a:pt x="180508" y="72777"/>
                  </a:cubicBezTo>
                  <a:lnTo>
                    <a:pt x="207345" y="72777"/>
                  </a:lnTo>
                  <a:cubicBezTo>
                    <a:pt x="232266" y="72777"/>
                    <a:pt x="252075" y="92568"/>
                    <a:pt x="252075" y="117465"/>
                  </a:cubicBezTo>
                  <a:lnTo>
                    <a:pt x="252075" y="123849"/>
                  </a:lnTo>
                  <a:cubicBezTo>
                    <a:pt x="252075" y="148747"/>
                    <a:pt x="232266" y="168537"/>
                    <a:pt x="207345" y="168537"/>
                  </a:cubicBezTo>
                  <a:lnTo>
                    <a:pt x="184342" y="168537"/>
                  </a:lnTo>
                  <a:cubicBezTo>
                    <a:pt x="180508" y="168537"/>
                    <a:pt x="177952" y="171091"/>
                    <a:pt x="177952" y="174921"/>
                  </a:cubicBezTo>
                  <a:cubicBezTo>
                    <a:pt x="177952" y="178751"/>
                    <a:pt x="180508" y="181305"/>
                    <a:pt x="184342" y="181305"/>
                  </a:cubicBezTo>
                  <a:lnTo>
                    <a:pt x="207345" y="181305"/>
                  </a:lnTo>
                  <a:cubicBezTo>
                    <a:pt x="239295" y="181305"/>
                    <a:pt x="264855" y="155769"/>
                    <a:pt x="264855" y="123849"/>
                  </a:cubicBezTo>
                  <a:lnTo>
                    <a:pt x="264855" y="123849"/>
                  </a:lnTo>
                  <a:lnTo>
                    <a:pt x="264855" y="117465"/>
                  </a:lnTo>
                  <a:cubicBezTo>
                    <a:pt x="265494" y="85545"/>
                    <a:pt x="239934" y="60009"/>
                    <a:pt x="207985" y="59371"/>
                  </a:cubicBezTo>
                  <a:close/>
                </a:path>
              </a:pathLst>
            </a:custGeom>
            <a:solidFill>
              <a:srgbClr val="0097A9"/>
            </a:solidFill>
            <a:ln w="6390" cap="flat">
              <a:noFill/>
              <a:prstDash val="solid"/>
              <a:miter/>
            </a:ln>
          </p:spPr>
          <p:txBody>
            <a:bodyPr rtlCol="0" anchor="ctr"/>
            <a:lstStyle/>
            <a:p>
              <a:endParaRPr lang="en-US"/>
            </a:p>
          </p:txBody>
        </p:sp>
        <p:sp>
          <p:nvSpPr>
            <p:cNvPr id="252" name="Graphic 4">
              <a:extLst>
                <a:ext uri="{FF2B5EF4-FFF2-40B4-BE49-F238E27FC236}">
                  <a16:creationId xmlns:a16="http://schemas.microsoft.com/office/drawing/2014/main" id="{A7644F78-0516-B440-BD85-E12CC51FB689}"/>
                </a:ext>
              </a:extLst>
            </p:cNvPr>
            <p:cNvSpPr/>
            <p:nvPr/>
          </p:nvSpPr>
          <p:spPr>
            <a:xfrm>
              <a:off x="3747348" y="1632546"/>
              <a:ext cx="41883" cy="63201"/>
            </a:xfrm>
            <a:custGeom>
              <a:avLst/>
              <a:gdLst>
                <a:gd name="connsiteX0" fmla="*/ 25270 w 41883"/>
                <a:gd name="connsiteY0" fmla="*/ 1915 h 63201"/>
                <a:gd name="connsiteX1" fmla="*/ 25270 w 41883"/>
                <a:gd name="connsiteY1" fmla="*/ 1915 h 63201"/>
                <a:gd name="connsiteX2" fmla="*/ 23353 w 41883"/>
                <a:gd name="connsiteY2" fmla="*/ 638 h 63201"/>
                <a:gd name="connsiteX3" fmla="*/ 23353 w 41883"/>
                <a:gd name="connsiteY3" fmla="*/ 638 h 63201"/>
                <a:gd name="connsiteX4" fmla="*/ 22714 w 41883"/>
                <a:gd name="connsiteY4" fmla="*/ 638 h 63201"/>
                <a:gd name="connsiteX5" fmla="*/ 20797 w 41883"/>
                <a:gd name="connsiteY5" fmla="*/ 0 h 63201"/>
                <a:gd name="connsiteX6" fmla="*/ 20158 w 41883"/>
                <a:gd name="connsiteY6" fmla="*/ 0 h 63201"/>
                <a:gd name="connsiteX7" fmla="*/ 18880 w 41883"/>
                <a:gd name="connsiteY7" fmla="*/ 0 h 63201"/>
                <a:gd name="connsiteX8" fmla="*/ 18241 w 41883"/>
                <a:gd name="connsiteY8" fmla="*/ 0 h 63201"/>
                <a:gd name="connsiteX9" fmla="*/ 16324 w 41883"/>
                <a:gd name="connsiteY9" fmla="*/ 1277 h 63201"/>
                <a:gd name="connsiteX10" fmla="*/ 2266 w 41883"/>
                <a:gd name="connsiteY10" fmla="*/ 15322 h 63201"/>
                <a:gd name="connsiteX11" fmla="*/ 1627 w 41883"/>
                <a:gd name="connsiteY11" fmla="*/ 24259 h 63201"/>
                <a:gd name="connsiteX12" fmla="*/ 10573 w 41883"/>
                <a:gd name="connsiteY12" fmla="*/ 24897 h 63201"/>
                <a:gd name="connsiteX13" fmla="*/ 11212 w 41883"/>
                <a:gd name="connsiteY13" fmla="*/ 24259 h 63201"/>
                <a:gd name="connsiteX14" fmla="*/ 14407 w 41883"/>
                <a:gd name="connsiteY14" fmla="*/ 21067 h 63201"/>
                <a:gd name="connsiteX15" fmla="*/ 14407 w 41883"/>
                <a:gd name="connsiteY15" fmla="*/ 56817 h 63201"/>
                <a:gd name="connsiteX16" fmla="*/ 20797 w 41883"/>
                <a:gd name="connsiteY16" fmla="*/ 63201 h 63201"/>
                <a:gd name="connsiteX17" fmla="*/ 27187 w 41883"/>
                <a:gd name="connsiteY17" fmla="*/ 56817 h 63201"/>
                <a:gd name="connsiteX18" fmla="*/ 27187 w 41883"/>
                <a:gd name="connsiteY18" fmla="*/ 21067 h 63201"/>
                <a:gd name="connsiteX19" fmla="*/ 31021 w 41883"/>
                <a:gd name="connsiteY19" fmla="*/ 24897 h 63201"/>
                <a:gd name="connsiteX20" fmla="*/ 35494 w 41883"/>
                <a:gd name="connsiteY20" fmla="*/ 26813 h 63201"/>
                <a:gd name="connsiteX21" fmla="*/ 41884 w 41883"/>
                <a:gd name="connsiteY21" fmla="*/ 20429 h 63201"/>
                <a:gd name="connsiteX22" fmla="*/ 39967 w 41883"/>
                <a:gd name="connsiteY22" fmla="*/ 15960 h 63201"/>
                <a:gd name="connsiteX23" fmla="*/ 25270 w 41883"/>
                <a:gd name="connsiteY23" fmla="*/ 1915 h 6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1883" h="63201">
                  <a:moveTo>
                    <a:pt x="25270" y="1915"/>
                  </a:moveTo>
                  <a:lnTo>
                    <a:pt x="25270" y="1915"/>
                  </a:lnTo>
                  <a:cubicBezTo>
                    <a:pt x="24631" y="1277"/>
                    <a:pt x="23992" y="1277"/>
                    <a:pt x="23353" y="638"/>
                  </a:cubicBezTo>
                  <a:lnTo>
                    <a:pt x="23353" y="638"/>
                  </a:lnTo>
                  <a:lnTo>
                    <a:pt x="22714" y="638"/>
                  </a:lnTo>
                  <a:cubicBezTo>
                    <a:pt x="22075" y="638"/>
                    <a:pt x="21436" y="638"/>
                    <a:pt x="20797" y="0"/>
                  </a:cubicBezTo>
                  <a:lnTo>
                    <a:pt x="20158" y="0"/>
                  </a:lnTo>
                  <a:cubicBezTo>
                    <a:pt x="19519" y="0"/>
                    <a:pt x="18880" y="0"/>
                    <a:pt x="18880" y="0"/>
                  </a:cubicBezTo>
                  <a:lnTo>
                    <a:pt x="18241" y="0"/>
                  </a:lnTo>
                  <a:cubicBezTo>
                    <a:pt x="17602" y="0"/>
                    <a:pt x="16963" y="638"/>
                    <a:pt x="16324" y="1277"/>
                  </a:cubicBezTo>
                  <a:lnTo>
                    <a:pt x="2266" y="15322"/>
                  </a:lnTo>
                  <a:cubicBezTo>
                    <a:pt x="-290" y="17875"/>
                    <a:pt x="-929" y="21706"/>
                    <a:pt x="1627" y="24259"/>
                  </a:cubicBezTo>
                  <a:cubicBezTo>
                    <a:pt x="4183" y="26813"/>
                    <a:pt x="8017" y="27451"/>
                    <a:pt x="10573" y="24897"/>
                  </a:cubicBezTo>
                  <a:cubicBezTo>
                    <a:pt x="10573" y="24897"/>
                    <a:pt x="11212" y="24259"/>
                    <a:pt x="11212" y="24259"/>
                  </a:cubicBezTo>
                  <a:lnTo>
                    <a:pt x="14407" y="21067"/>
                  </a:lnTo>
                  <a:lnTo>
                    <a:pt x="14407" y="56817"/>
                  </a:lnTo>
                  <a:cubicBezTo>
                    <a:pt x="14407" y="60648"/>
                    <a:pt x="16963" y="63201"/>
                    <a:pt x="20797" y="63201"/>
                  </a:cubicBezTo>
                  <a:cubicBezTo>
                    <a:pt x="24631" y="63201"/>
                    <a:pt x="27187" y="60648"/>
                    <a:pt x="27187" y="56817"/>
                  </a:cubicBezTo>
                  <a:lnTo>
                    <a:pt x="27187" y="21067"/>
                  </a:lnTo>
                  <a:lnTo>
                    <a:pt x="31021" y="24897"/>
                  </a:lnTo>
                  <a:cubicBezTo>
                    <a:pt x="32299" y="26174"/>
                    <a:pt x="33577" y="26813"/>
                    <a:pt x="35494" y="26813"/>
                  </a:cubicBezTo>
                  <a:cubicBezTo>
                    <a:pt x="39328" y="26813"/>
                    <a:pt x="41884" y="24259"/>
                    <a:pt x="41884" y="20429"/>
                  </a:cubicBezTo>
                  <a:cubicBezTo>
                    <a:pt x="41884" y="18514"/>
                    <a:pt x="41245" y="17237"/>
                    <a:pt x="39967" y="15960"/>
                  </a:cubicBezTo>
                  <a:lnTo>
                    <a:pt x="25270" y="1915"/>
                  </a:lnTo>
                  <a:close/>
                </a:path>
              </a:pathLst>
            </a:custGeom>
            <a:solidFill>
              <a:srgbClr val="0097A9"/>
            </a:solidFill>
            <a:ln w="6390" cap="flat">
              <a:noFill/>
              <a:prstDash val="solid"/>
              <a:miter/>
            </a:ln>
          </p:spPr>
          <p:txBody>
            <a:bodyPr rtlCol="0" anchor="ctr"/>
            <a:lstStyle/>
            <a:p>
              <a:endParaRPr lang="en-US"/>
            </a:p>
          </p:txBody>
        </p:sp>
        <p:sp>
          <p:nvSpPr>
            <p:cNvPr id="253" name="Graphic 4">
              <a:extLst>
                <a:ext uri="{FF2B5EF4-FFF2-40B4-BE49-F238E27FC236}">
                  <a16:creationId xmlns:a16="http://schemas.microsoft.com/office/drawing/2014/main" id="{222B2198-C5BE-B948-9A0E-51FC80E041CD}"/>
                </a:ext>
              </a:extLst>
            </p:cNvPr>
            <p:cNvSpPr/>
            <p:nvPr/>
          </p:nvSpPr>
          <p:spPr>
            <a:xfrm>
              <a:off x="3791788" y="1633185"/>
              <a:ext cx="41534" cy="63680"/>
            </a:xfrm>
            <a:custGeom>
              <a:avLst/>
              <a:gdLst>
                <a:gd name="connsiteX0" fmla="*/ 30672 w 41534"/>
                <a:gd name="connsiteY0" fmla="*/ 38304 h 63680"/>
                <a:gd name="connsiteX1" fmla="*/ 26838 w 41534"/>
                <a:gd name="connsiteY1" fmla="*/ 42134 h 63680"/>
                <a:gd name="connsiteX2" fmla="*/ 26838 w 41534"/>
                <a:gd name="connsiteY2" fmla="*/ 6384 h 63680"/>
                <a:gd name="connsiteX3" fmla="*/ 20448 w 41534"/>
                <a:gd name="connsiteY3" fmla="*/ 0 h 63680"/>
                <a:gd name="connsiteX4" fmla="*/ 14058 w 41534"/>
                <a:gd name="connsiteY4" fmla="*/ 6384 h 63680"/>
                <a:gd name="connsiteX5" fmla="*/ 14058 w 41534"/>
                <a:gd name="connsiteY5" fmla="*/ 42134 h 63680"/>
                <a:gd name="connsiteX6" fmla="*/ 10863 w 41534"/>
                <a:gd name="connsiteY6" fmla="*/ 38942 h 63680"/>
                <a:gd name="connsiteX7" fmla="*/ 1917 w 41534"/>
                <a:gd name="connsiteY7" fmla="*/ 38942 h 63680"/>
                <a:gd name="connsiteX8" fmla="*/ 1917 w 41534"/>
                <a:gd name="connsiteY8" fmla="*/ 38942 h 63680"/>
                <a:gd name="connsiteX9" fmla="*/ 1917 w 41534"/>
                <a:gd name="connsiteY9" fmla="*/ 47880 h 63680"/>
                <a:gd name="connsiteX10" fmla="*/ 15975 w 41534"/>
                <a:gd name="connsiteY10" fmla="*/ 61925 h 63680"/>
                <a:gd name="connsiteX11" fmla="*/ 17253 w 41534"/>
                <a:gd name="connsiteY11" fmla="*/ 62563 h 63680"/>
                <a:gd name="connsiteX12" fmla="*/ 17892 w 41534"/>
                <a:gd name="connsiteY12" fmla="*/ 63201 h 63680"/>
                <a:gd name="connsiteX13" fmla="*/ 23004 w 41534"/>
                <a:gd name="connsiteY13" fmla="*/ 63201 h 63680"/>
                <a:gd name="connsiteX14" fmla="*/ 23004 w 41534"/>
                <a:gd name="connsiteY14" fmla="*/ 63201 h 63680"/>
                <a:gd name="connsiteX15" fmla="*/ 24921 w 41534"/>
                <a:gd name="connsiteY15" fmla="*/ 61925 h 63680"/>
                <a:gd name="connsiteX16" fmla="*/ 24921 w 41534"/>
                <a:gd name="connsiteY16" fmla="*/ 61925 h 63680"/>
                <a:gd name="connsiteX17" fmla="*/ 39617 w 41534"/>
                <a:gd name="connsiteY17" fmla="*/ 47880 h 63680"/>
                <a:gd name="connsiteX18" fmla="*/ 39617 w 41534"/>
                <a:gd name="connsiteY18" fmla="*/ 38942 h 63680"/>
                <a:gd name="connsiteX19" fmla="*/ 30672 w 41534"/>
                <a:gd name="connsiteY19" fmla="*/ 38304 h 6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1534" h="63680">
                  <a:moveTo>
                    <a:pt x="30672" y="38304"/>
                  </a:moveTo>
                  <a:lnTo>
                    <a:pt x="26838" y="42134"/>
                  </a:lnTo>
                  <a:lnTo>
                    <a:pt x="26838" y="6384"/>
                  </a:lnTo>
                  <a:cubicBezTo>
                    <a:pt x="26838" y="2554"/>
                    <a:pt x="24282" y="0"/>
                    <a:pt x="20448" y="0"/>
                  </a:cubicBezTo>
                  <a:cubicBezTo>
                    <a:pt x="16614" y="0"/>
                    <a:pt x="14058" y="2554"/>
                    <a:pt x="14058" y="6384"/>
                  </a:cubicBezTo>
                  <a:lnTo>
                    <a:pt x="14058" y="42134"/>
                  </a:lnTo>
                  <a:lnTo>
                    <a:pt x="10863" y="38942"/>
                  </a:lnTo>
                  <a:cubicBezTo>
                    <a:pt x="8307" y="36389"/>
                    <a:pt x="4473" y="36389"/>
                    <a:pt x="1917" y="38942"/>
                  </a:cubicBezTo>
                  <a:cubicBezTo>
                    <a:pt x="1917" y="38942"/>
                    <a:pt x="1917" y="38942"/>
                    <a:pt x="1917" y="38942"/>
                  </a:cubicBezTo>
                  <a:cubicBezTo>
                    <a:pt x="-639" y="41496"/>
                    <a:pt x="-639" y="45326"/>
                    <a:pt x="1917" y="47880"/>
                  </a:cubicBezTo>
                  <a:lnTo>
                    <a:pt x="15975" y="61925"/>
                  </a:lnTo>
                  <a:cubicBezTo>
                    <a:pt x="16614" y="62563"/>
                    <a:pt x="16614" y="62563"/>
                    <a:pt x="17253" y="62563"/>
                  </a:cubicBezTo>
                  <a:lnTo>
                    <a:pt x="17892" y="63201"/>
                  </a:lnTo>
                  <a:cubicBezTo>
                    <a:pt x="19170" y="63840"/>
                    <a:pt x="21087" y="63840"/>
                    <a:pt x="23004" y="63201"/>
                  </a:cubicBezTo>
                  <a:lnTo>
                    <a:pt x="23004" y="63201"/>
                  </a:lnTo>
                  <a:cubicBezTo>
                    <a:pt x="23643" y="63201"/>
                    <a:pt x="24282" y="62563"/>
                    <a:pt x="24921" y="61925"/>
                  </a:cubicBezTo>
                  <a:lnTo>
                    <a:pt x="24921" y="61925"/>
                  </a:lnTo>
                  <a:lnTo>
                    <a:pt x="39617" y="47880"/>
                  </a:lnTo>
                  <a:cubicBezTo>
                    <a:pt x="42174" y="45326"/>
                    <a:pt x="42174" y="41496"/>
                    <a:pt x="39617" y="38942"/>
                  </a:cubicBezTo>
                  <a:cubicBezTo>
                    <a:pt x="37062" y="36389"/>
                    <a:pt x="33228" y="36389"/>
                    <a:pt x="30672" y="38304"/>
                  </a:cubicBezTo>
                  <a:close/>
                </a:path>
              </a:pathLst>
            </a:custGeom>
            <a:solidFill>
              <a:srgbClr val="0097A9"/>
            </a:solidFill>
            <a:ln w="6390" cap="flat">
              <a:noFill/>
              <a:prstDash val="solid"/>
              <a:miter/>
            </a:ln>
          </p:spPr>
          <p:txBody>
            <a:bodyPr rtlCol="0" anchor="ctr"/>
            <a:lstStyle/>
            <a:p>
              <a:endParaRPr lang="en-US"/>
            </a:p>
          </p:txBody>
        </p:sp>
        <p:sp>
          <p:nvSpPr>
            <p:cNvPr id="254" name="Graphic 4">
              <a:extLst>
                <a:ext uri="{FF2B5EF4-FFF2-40B4-BE49-F238E27FC236}">
                  <a16:creationId xmlns:a16="http://schemas.microsoft.com/office/drawing/2014/main" id="{93194E9F-A8E1-F540-B09F-2C17AA60F952}"/>
                </a:ext>
              </a:extLst>
            </p:cNvPr>
            <p:cNvSpPr/>
            <p:nvPr/>
          </p:nvSpPr>
          <p:spPr>
            <a:xfrm>
              <a:off x="3716478" y="1552092"/>
              <a:ext cx="57539" cy="68324"/>
            </a:xfrm>
            <a:custGeom>
              <a:avLst/>
              <a:gdLst>
                <a:gd name="connsiteX0" fmla="*/ 31219 w 57539"/>
                <a:gd name="connsiteY0" fmla="*/ 12784 h 68324"/>
                <a:gd name="connsiteX1" fmla="*/ 44638 w 57539"/>
                <a:gd name="connsiteY1" fmla="*/ 22999 h 68324"/>
                <a:gd name="connsiteX2" fmla="*/ 52945 w 57539"/>
                <a:gd name="connsiteY2" fmla="*/ 26829 h 68324"/>
                <a:gd name="connsiteX3" fmla="*/ 56779 w 57539"/>
                <a:gd name="connsiteY3" fmla="*/ 18530 h 68324"/>
                <a:gd name="connsiteX4" fmla="*/ 56779 w 57539"/>
                <a:gd name="connsiteY4" fmla="*/ 18530 h 68324"/>
                <a:gd name="connsiteX5" fmla="*/ 31219 w 57539"/>
                <a:gd name="connsiteY5" fmla="*/ 16 h 68324"/>
                <a:gd name="connsiteX6" fmla="*/ 2465 w 57539"/>
                <a:gd name="connsiteY6" fmla="*/ 21083 h 68324"/>
                <a:gd name="connsiteX7" fmla="*/ 4382 w 57539"/>
                <a:gd name="connsiteY7" fmla="*/ 53642 h 68324"/>
                <a:gd name="connsiteX8" fmla="*/ 22273 w 57539"/>
                <a:gd name="connsiteY8" fmla="*/ 67048 h 68324"/>
                <a:gd name="connsiteX9" fmla="*/ 31219 w 57539"/>
                <a:gd name="connsiteY9" fmla="*/ 68325 h 68324"/>
                <a:gd name="connsiteX10" fmla="*/ 45916 w 57539"/>
                <a:gd name="connsiteY10" fmla="*/ 64494 h 68324"/>
                <a:gd name="connsiteX11" fmla="*/ 57418 w 57539"/>
                <a:gd name="connsiteY11" fmla="*/ 47896 h 68324"/>
                <a:gd name="connsiteX12" fmla="*/ 52306 w 57539"/>
                <a:gd name="connsiteY12" fmla="*/ 40235 h 68324"/>
                <a:gd name="connsiteX13" fmla="*/ 44638 w 57539"/>
                <a:gd name="connsiteY13" fmla="*/ 45342 h 68324"/>
                <a:gd name="connsiteX14" fmla="*/ 40804 w 57539"/>
                <a:gd name="connsiteY14" fmla="*/ 51726 h 68324"/>
                <a:gd name="connsiteX15" fmla="*/ 24829 w 57539"/>
                <a:gd name="connsiteY15" fmla="*/ 54918 h 68324"/>
                <a:gd name="connsiteX16" fmla="*/ 15245 w 57539"/>
                <a:gd name="connsiteY16" fmla="*/ 47896 h 68324"/>
                <a:gd name="connsiteX17" fmla="*/ 13966 w 57539"/>
                <a:gd name="connsiteY17" fmla="*/ 25552 h 68324"/>
                <a:gd name="connsiteX18" fmla="*/ 31219 w 57539"/>
                <a:gd name="connsiteY18" fmla="*/ 12784 h 68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7539" h="68324">
                  <a:moveTo>
                    <a:pt x="31219" y="12784"/>
                  </a:moveTo>
                  <a:cubicBezTo>
                    <a:pt x="36970" y="13423"/>
                    <a:pt x="42082" y="17253"/>
                    <a:pt x="44638" y="22999"/>
                  </a:cubicBezTo>
                  <a:cubicBezTo>
                    <a:pt x="45916" y="26191"/>
                    <a:pt x="49750" y="28106"/>
                    <a:pt x="52945" y="26829"/>
                  </a:cubicBezTo>
                  <a:cubicBezTo>
                    <a:pt x="56140" y="25552"/>
                    <a:pt x="58057" y="21722"/>
                    <a:pt x="56779" y="18530"/>
                  </a:cubicBezTo>
                  <a:lnTo>
                    <a:pt x="56779" y="18530"/>
                  </a:lnTo>
                  <a:cubicBezTo>
                    <a:pt x="56779" y="17891"/>
                    <a:pt x="49750" y="-622"/>
                    <a:pt x="31219" y="16"/>
                  </a:cubicBezTo>
                  <a:cubicBezTo>
                    <a:pt x="17801" y="16"/>
                    <a:pt x="6298" y="8315"/>
                    <a:pt x="2465" y="21083"/>
                  </a:cubicBezTo>
                  <a:cubicBezTo>
                    <a:pt x="-1369" y="31936"/>
                    <a:pt x="-730" y="43427"/>
                    <a:pt x="4382" y="53642"/>
                  </a:cubicBezTo>
                  <a:cubicBezTo>
                    <a:pt x="8216" y="60664"/>
                    <a:pt x="14606" y="65133"/>
                    <a:pt x="22273" y="67048"/>
                  </a:cubicBezTo>
                  <a:cubicBezTo>
                    <a:pt x="25468" y="67686"/>
                    <a:pt x="28024" y="68325"/>
                    <a:pt x="31219" y="68325"/>
                  </a:cubicBezTo>
                  <a:cubicBezTo>
                    <a:pt x="36331" y="68325"/>
                    <a:pt x="41443" y="67048"/>
                    <a:pt x="45916" y="64494"/>
                  </a:cubicBezTo>
                  <a:cubicBezTo>
                    <a:pt x="51667" y="60664"/>
                    <a:pt x="56140" y="54918"/>
                    <a:pt x="57418" y="47896"/>
                  </a:cubicBezTo>
                  <a:cubicBezTo>
                    <a:pt x="58057" y="44066"/>
                    <a:pt x="56140" y="40874"/>
                    <a:pt x="52306" y="40235"/>
                  </a:cubicBezTo>
                  <a:cubicBezTo>
                    <a:pt x="48472" y="39597"/>
                    <a:pt x="45277" y="41512"/>
                    <a:pt x="44638" y="45342"/>
                  </a:cubicBezTo>
                  <a:cubicBezTo>
                    <a:pt x="43999" y="47896"/>
                    <a:pt x="42721" y="49811"/>
                    <a:pt x="40804" y="51726"/>
                  </a:cubicBezTo>
                  <a:cubicBezTo>
                    <a:pt x="36331" y="55557"/>
                    <a:pt x="29941" y="56834"/>
                    <a:pt x="24829" y="54918"/>
                  </a:cubicBezTo>
                  <a:cubicBezTo>
                    <a:pt x="20356" y="54280"/>
                    <a:pt x="17161" y="51726"/>
                    <a:pt x="15245" y="47896"/>
                  </a:cubicBezTo>
                  <a:cubicBezTo>
                    <a:pt x="12050" y="40874"/>
                    <a:pt x="12050" y="33213"/>
                    <a:pt x="13966" y="25552"/>
                  </a:cubicBezTo>
                  <a:cubicBezTo>
                    <a:pt x="15883" y="16615"/>
                    <a:pt x="23551" y="12146"/>
                    <a:pt x="31219" y="12784"/>
                  </a:cubicBezTo>
                  <a:close/>
                </a:path>
              </a:pathLst>
            </a:custGeom>
            <a:solidFill>
              <a:srgbClr val="0097A9"/>
            </a:solidFill>
            <a:ln w="6390" cap="flat">
              <a:noFill/>
              <a:prstDash val="solid"/>
              <a:miter/>
            </a:ln>
          </p:spPr>
          <p:txBody>
            <a:bodyPr rtlCol="0" anchor="ctr"/>
            <a:lstStyle/>
            <a:p>
              <a:endParaRPr lang="en-US"/>
            </a:p>
          </p:txBody>
        </p:sp>
        <p:sp>
          <p:nvSpPr>
            <p:cNvPr id="255" name="Graphic 4">
              <a:extLst>
                <a:ext uri="{FF2B5EF4-FFF2-40B4-BE49-F238E27FC236}">
                  <a16:creationId xmlns:a16="http://schemas.microsoft.com/office/drawing/2014/main" id="{F133F5A0-6CAC-A24C-9133-7E8705519BAD}"/>
                </a:ext>
              </a:extLst>
            </p:cNvPr>
            <p:cNvSpPr/>
            <p:nvPr/>
          </p:nvSpPr>
          <p:spPr>
            <a:xfrm>
              <a:off x="3780286" y="1551389"/>
              <a:ext cx="62051" cy="68469"/>
            </a:xfrm>
            <a:custGeom>
              <a:avLst/>
              <a:gdLst>
                <a:gd name="connsiteX0" fmla="*/ 61982 w 62051"/>
                <a:gd name="connsiteY0" fmla="*/ 33277 h 68469"/>
                <a:gd name="connsiteX1" fmla="*/ 52398 w 62051"/>
                <a:gd name="connsiteY1" fmla="*/ 8380 h 68469"/>
                <a:gd name="connsiteX2" fmla="*/ 30033 w 62051"/>
                <a:gd name="connsiteY2" fmla="*/ 81 h 68469"/>
                <a:gd name="connsiteX3" fmla="*/ 8946 w 62051"/>
                <a:gd name="connsiteY3" fmla="*/ 9018 h 68469"/>
                <a:gd name="connsiteX4" fmla="*/ 0 w 62051"/>
                <a:gd name="connsiteY4" fmla="*/ 35192 h 68469"/>
                <a:gd name="connsiteX5" fmla="*/ 9585 w 62051"/>
                <a:gd name="connsiteY5" fmla="*/ 60090 h 68469"/>
                <a:gd name="connsiteX6" fmla="*/ 31950 w 62051"/>
                <a:gd name="connsiteY6" fmla="*/ 68389 h 68469"/>
                <a:gd name="connsiteX7" fmla="*/ 32589 w 62051"/>
                <a:gd name="connsiteY7" fmla="*/ 68389 h 68469"/>
                <a:gd name="connsiteX8" fmla="*/ 53037 w 62051"/>
                <a:gd name="connsiteY8" fmla="*/ 60090 h 68469"/>
                <a:gd name="connsiteX9" fmla="*/ 61982 w 62051"/>
                <a:gd name="connsiteY9" fmla="*/ 33277 h 68469"/>
                <a:gd name="connsiteX10" fmla="*/ 43452 w 62051"/>
                <a:gd name="connsiteY10" fmla="*/ 51152 h 68469"/>
                <a:gd name="connsiteX11" fmla="*/ 32589 w 62051"/>
                <a:gd name="connsiteY11" fmla="*/ 55621 h 68469"/>
                <a:gd name="connsiteX12" fmla="*/ 19170 w 62051"/>
                <a:gd name="connsiteY12" fmla="*/ 51152 h 68469"/>
                <a:gd name="connsiteX13" fmla="*/ 13419 w 62051"/>
                <a:gd name="connsiteY13" fmla="*/ 35192 h 68469"/>
                <a:gd name="connsiteX14" fmla="*/ 19170 w 62051"/>
                <a:gd name="connsiteY14" fmla="*/ 17956 h 68469"/>
                <a:gd name="connsiteX15" fmla="*/ 30672 w 62051"/>
                <a:gd name="connsiteY15" fmla="*/ 13487 h 68469"/>
                <a:gd name="connsiteX16" fmla="*/ 31311 w 62051"/>
                <a:gd name="connsiteY16" fmla="*/ 13487 h 68469"/>
                <a:gd name="connsiteX17" fmla="*/ 43452 w 62051"/>
                <a:gd name="connsiteY17" fmla="*/ 17956 h 68469"/>
                <a:gd name="connsiteX18" fmla="*/ 49203 w 62051"/>
                <a:gd name="connsiteY18" fmla="*/ 33916 h 68469"/>
                <a:gd name="connsiteX19" fmla="*/ 49203 w 62051"/>
                <a:gd name="connsiteY19" fmla="*/ 34554 h 68469"/>
                <a:gd name="connsiteX20" fmla="*/ 43452 w 62051"/>
                <a:gd name="connsiteY20" fmla="*/ 51152 h 68469"/>
                <a:gd name="connsiteX21" fmla="*/ 43452 w 62051"/>
                <a:gd name="connsiteY21" fmla="*/ 51152 h 6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2051" h="68469">
                  <a:moveTo>
                    <a:pt x="61982" y="33277"/>
                  </a:moveTo>
                  <a:cubicBezTo>
                    <a:pt x="61982" y="24340"/>
                    <a:pt x="58788" y="15402"/>
                    <a:pt x="52398" y="8380"/>
                  </a:cubicBezTo>
                  <a:cubicBezTo>
                    <a:pt x="46647" y="2634"/>
                    <a:pt x="38340" y="-558"/>
                    <a:pt x="30033" y="81"/>
                  </a:cubicBezTo>
                  <a:cubicBezTo>
                    <a:pt x="22365" y="81"/>
                    <a:pt x="14697" y="3273"/>
                    <a:pt x="8946" y="9018"/>
                  </a:cubicBezTo>
                  <a:cubicBezTo>
                    <a:pt x="3195" y="16040"/>
                    <a:pt x="0" y="25616"/>
                    <a:pt x="0" y="35192"/>
                  </a:cubicBezTo>
                  <a:cubicBezTo>
                    <a:pt x="0" y="44130"/>
                    <a:pt x="3834" y="53068"/>
                    <a:pt x="9585" y="60090"/>
                  </a:cubicBezTo>
                  <a:cubicBezTo>
                    <a:pt x="15336" y="65836"/>
                    <a:pt x="23643" y="69028"/>
                    <a:pt x="31950" y="68389"/>
                  </a:cubicBezTo>
                  <a:lnTo>
                    <a:pt x="32589" y="68389"/>
                  </a:lnTo>
                  <a:cubicBezTo>
                    <a:pt x="40257" y="68389"/>
                    <a:pt x="47286" y="65836"/>
                    <a:pt x="53037" y="60090"/>
                  </a:cubicBezTo>
                  <a:cubicBezTo>
                    <a:pt x="58788" y="52429"/>
                    <a:pt x="62622" y="42853"/>
                    <a:pt x="61982" y="33277"/>
                  </a:cubicBezTo>
                  <a:close/>
                  <a:moveTo>
                    <a:pt x="43452" y="51152"/>
                  </a:moveTo>
                  <a:cubicBezTo>
                    <a:pt x="40257" y="54344"/>
                    <a:pt x="36423" y="55621"/>
                    <a:pt x="32589" y="55621"/>
                  </a:cubicBezTo>
                  <a:cubicBezTo>
                    <a:pt x="27477" y="56260"/>
                    <a:pt x="23004" y="54344"/>
                    <a:pt x="19170" y="51152"/>
                  </a:cubicBezTo>
                  <a:cubicBezTo>
                    <a:pt x="15336" y="46684"/>
                    <a:pt x="13419" y="40938"/>
                    <a:pt x="13419" y="35192"/>
                  </a:cubicBezTo>
                  <a:cubicBezTo>
                    <a:pt x="13419" y="28808"/>
                    <a:pt x="15336" y="23063"/>
                    <a:pt x="19170" y="17956"/>
                  </a:cubicBezTo>
                  <a:cubicBezTo>
                    <a:pt x="22365" y="14764"/>
                    <a:pt x="26838" y="12849"/>
                    <a:pt x="30672" y="13487"/>
                  </a:cubicBezTo>
                  <a:lnTo>
                    <a:pt x="31311" y="13487"/>
                  </a:lnTo>
                  <a:cubicBezTo>
                    <a:pt x="35784" y="13487"/>
                    <a:pt x="40257" y="14764"/>
                    <a:pt x="43452" y="17956"/>
                  </a:cubicBezTo>
                  <a:cubicBezTo>
                    <a:pt x="47286" y="22424"/>
                    <a:pt x="49203" y="28170"/>
                    <a:pt x="49203" y="33916"/>
                  </a:cubicBezTo>
                  <a:lnTo>
                    <a:pt x="49203" y="34554"/>
                  </a:lnTo>
                  <a:cubicBezTo>
                    <a:pt x="49203" y="39661"/>
                    <a:pt x="47286" y="46045"/>
                    <a:pt x="43452" y="51152"/>
                  </a:cubicBezTo>
                  <a:lnTo>
                    <a:pt x="43452" y="51152"/>
                  </a:lnTo>
                  <a:close/>
                </a:path>
              </a:pathLst>
            </a:custGeom>
            <a:solidFill>
              <a:srgbClr val="0097A9"/>
            </a:solidFill>
            <a:ln w="6390" cap="flat">
              <a:noFill/>
              <a:prstDash val="solid"/>
              <a:miter/>
            </a:ln>
          </p:spPr>
          <p:txBody>
            <a:bodyPr rtlCol="0" anchor="ctr"/>
            <a:lstStyle/>
            <a:p>
              <a:endParaRPr lang="en-US"/>
            </a:p>
          </p:txBody>
        </p:sp>
        <p:sp>
          <p:nvSpPr>
            <p:cNvPr id="320" name="Graphic 4">
              <a:extLst>
                <a:ext uri="{FF2B5EF4-FFF2-40B4-BE49-F238E27FC236}">
                  <a16:creationId xmlns:a16="http://schemas.microsoft.com/office/drawing/2014/main" id="{F20C7E97-F41B-6B4F-9053-FFEED3B60C78}"/>
                </a:ext>
              </a:extLst>
            </p:cNvPr>
            <p:cNvSpPr/>
            <p:nvPr/>
          </p:nvSpPr>
          <p:spPr>
            <a:xfrm>
              <a:off x="3845044" y="1577590"/>
              <a:ext cx="33008" cy="44741"/>
            </a:xfrm>
            <a:custGeom>
              <a:avLst/>
              <a:gdLst>
                <a:gd name="connsiteX0" fmla="*/ 1059 w 33008"/>
                <a:gd name="connsiteY0" fmla="*/ 35166 h 44741"/>
                <a:gd name="connsiteX1" fmla="*/ 420 w 33008"/>
                <a:gd name="connsiteY1" fmla="*/ 41550 h 44741"/>
                <a:gd name="connsiteX2" fmla="*/ 6171 w 33008"/>
                <a:gd name="connsiteY2" fmla="*/ 44742 h 44741"/>
                <a:gd name="connsiteX3" fmla="*/ 26619 w 33008"/>
                <a:gd name="connsiteY3" fmla="*/ 44742 h 44741"/>
                <a:gd name="connsiteX4" fmla="*/ 33009 w 33008"/>
                <a:gd name="connsiteY4" fmla="*/ 38358 h 44741"/>
                <a:gd name="connsiteX5" fmla="*/ 26619 w 33008"/>
                <a:gd name="connsiteY5" fmla="*/ 31974 h 44741"/>
                <a:gd name="connsiteX6" fmla="*/ 20867 w 33008"/>
                <a:gd name="connsiteY6" fmla="*/ 31974 h 44741"/>
                <a:gd name="connsiteX7" fmla="*/ 23424 w 33008"/>
                <a:gd name="connsiteY7" fmla="*/ 30058 h 44741"/>
                <a:gd name="connsiteX8" fmla="*/ 31730 w 33008"/>
                <a:gd name="connsiteY8" fmla="*/ 12183 h 44741"/>
                <a:gd name="connsiteX9" fmla="*/ 16394 w 33008"/>
                <a:gd name="connsiteY9" fmla="*/ 54 h 44741"/>
                <a:gd name="connsiteX10" fmla="*/ 15756 w 33008"/>
                <a:gd name="connsiteY10" fmla="*/ 54 h 44741"/>
                <a:gd name="connsiteX11" fmla="*/ 1059 w 33008"/>
                <a:gd name="connsiteY11" fmla="*/ 14737 h 44741"/>
                <a:gd name="connsiteX12" fmla="*/ 6810 w 33008"/>
                <a:gd name="connsiteY12" fmla="*/ 21759 h 44741"/>
                <a:gd name="connsiteX13" fmla="*/ 13839 w 33008"/>
                <a:gd name="connsiteY13" fmla="*/ 16014 h 44741"/>
                <a:gd name="connsiteX14" fmla="*/ 16394 w 33008"/>
                <a:gd name="connsiteY14" fmla="*/ 13460 h 44741"/>
                <a:gd name="connsiteX15" fmla="*/ 16394 w 33008"/>
                <a:gd name="connsiteY15" fmla="*/ 13460 h 44741"/>
                <a:gd name="connsiteX16" fmla="*/ 19589 w 33008"/>
                <a:gd name="connsiteY16" fmla="*/ 14099 h 44741"/>
                <a:gd name="connsiteX17" fmla="*/ 15116 w 33008"/>
                <a:gd name="connsiteY17" fmla="*/ 20482 h 44741"/>
                <a:gd name="connsiteX18" fmla="*/ 1059 w 33008"/>
                <a:gd name="connsiteY18" fmla="*/ 35166 h 4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3008" h="44741">
                  <a:moveTo>
                    <a:pt x="1059" y="35166"/>
                  </a:moveTo>
                  <a:cubicBezTo>
                    <a:pt x="-219" y="37081"/>
                    <a:pt x="-219" y="39634"/>
                    <a:pt x="420" y="41550"/>
                  </a:cubicBezTo>
                  <a:cubicBezTo>
                    <a:pt x="1698" y="43465"/>
                    <a:pt x="3615" y="44742"/>
                    <a:pt x="6171" y="44742"/>
                  </a:cubicBezTo>
                  <a:lnTo>
                    <a:pt x="26619" y="44742"/>
                  </a:lnTo>
                  <a:cubicBezTo>
                    <a:pt x="30452" y="44742"/>
                    <a:pt x="33009" y="42188"/>
                    <a:pt x="33009" y="38358"/>
                  </a:cubicBezTo>
                  <a:cubicBezTo>
                    <a:pt x="33009" y="34527"/>
                    <a:pt x="30452" y="31974"/>
                    <a:pt x="26619" y="31974"/>
                  </a:cubicBezTo>
                  <a:lnTo>
                    <a:pt x="20867" y="31974"/>
                  </a:lnTo>
                  <a:lnTo>
                    <a:pt x="23424" y="30058"/>
                  </a:lnTo>
                  <a:cubicBezTo>
                    <a:pt x="28535" y="25590"/>
                    <a:pt x="31730" y="19206"/>
                    <a:pt x="31730" y="12183"/>
                  </a:cubicBezTo>
                  <a:cubicBezTo>
                    <a:pt x="30452" y="4523"/>
                    <a:pt x="24062" y="-585"/>
                    <a:pt x="16394" y="54"/>
                  </a:cubicBezTo>
                  <a:lnTo>
                    <a:pt x="15756" y="54"/>
                  </a:lnTo>
                  <a:cubicBezTo>
                    <a:pt x="7449" y="54"/>
                    <a:pt x="1059" y="6438"/>
                    <a:pt x="1059" y="14737"/>
                  </a:cubicBezTo>
                  <a:cubicBezTo>
                    <a:pt x="1059" y="18567"/>
                    <a:pt x="3615" y="21121"/>
                    <a:pt x="6810" y="21759"/>
                  </a:cubicBezTo>
                  <a:cubicBezTo>
                    <a:pt x="10644" y="21759"/>
                    <a:pt x="13199" y="19206"/>
                    <a:pt x="13839" y="16014"/>
                  </a:cubicBezTo>
                  <a:cubicBezTo>
                    <a:pt x="13839" y="14737"/>
                    <a:pt x="15116" y="13460"/>
                    <a:pt x="16394" y="13460"/>
                  </a:cubicBezTo>
                  <a:cubicBezTo>
                    <a:pt x="16394" y="13460"/>
                    <a:pt x="16394" y="13460"/>
                    <a:pt x="16394" y="13460"/>
                  </a:cubicBezTo>
                  <a:cubicBezTo>
                    <a:pt x="18311" y="13460"/>
                    <a:pt x="19589" y="14099"/>
                    <a:pt x="19589" y="14099"/>
                  </a:cubicBezTo>
                  <a:cubicBezTo>
                    <a:pt x="18951" y="16652"/>
                    <a:pt x="17673" y="18567"/>
                    <a:pt x="15116" y="20482"/>
                  </a:cubicBezTo>
                  <a:cubicBezTo>
                    <a:pt x="10005" y="24951"/>
                    <a:pt x="5531" y="30058"/>
                    <a:pt x="1059" y="35166"/>
                  </a:cubicBezTo>
                  <a:close/>
                </a:path>
              </a:pathLst>
            </a:custGeom>
            <a:solidFill>
              <a:srgbClr val="0097A9"/>
            </a:solidFill>
            <a:ln w="6390" cap="flat">
              <a:noFill/>
              <a:prstDash val="solid"/>
              <a:miter/>
            </a:ln>
          </p:spPr>
          <p:txBody>
            <a:bodyPr rtlCol="0" anchor="ctr"/>
            <a:lstStyle/>
            <a:p>
              <a:endParaRPr lang="en-US"/>
            </a:p>
          </p:txBody>
        </p:sp>
      </p:grpSp>
      <p:grpSp>
        <p:nvGrpSpPr>
          <p:cNvPr id="321" name="Graphic 4">
            <a:extLst>
              <a:ext uri="{FF2B5EF4-FFF2-40B4-BE49-F238E27FC236}">
                <a16:creationId xmlns:a16="http://schemas.microsoft.com/office/drawing/2014/main" id="{779335FE-C050-954D-A101-8F77533F760C}"/>
              </a:ext>
            </a:extLst>
          </p:cNvPr>
          <p:cNvGrpSpPr/>
          <p:nvPr/>
        </p:nvGrpSpPr>
        <p:grpSpPr>
          <a:xfrm>
            <a:off x="3607758" y="918179"/>
            <a:ext cx="362313" cy="361971"/>
            <a:chOff x="3607758" y="918179"/>
            <a:chExt cx="362313" cy="361971"/>
          </a:xfrm>
          <a:solidFill>
            <a:srgbClr val="0097A9"/>
          </a:solidFill>
        </p:grpSpPr>
        <p:sp>
          <p:nvSpPr>
            <p:cNvPr id="322" name="Graphic 4">
              <a:extLst>
                <a:ext uri="{FF2B5EF4-FFF2-40B4-BE49-F238E27FC236}">
                  <a16:creationId xmlns:a16="http://schemas.microsoft.com/office/drawing/2014/main" id="{D17FD8A9-EFCC-3145-AD76-CD12BD4E6AB3}"/>
                </a:ext>
              </a:extLst>
            </p:cNvPr>
            <p:cNvSpPr/>
            <p:nvPr/>
          </p:nvSpPr>
          <p:spPr>
            <a:xfrm>
              <a:off x="3607758" y="918179"/>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6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949" y="81077"/>
                    <a:pt x="281796" y="0"/>
                    <a:pt x="181474" y="0"/>
                  </a:cubicBezTo>
                  <a:cubicBezTo>
                    <a:pt x="181474" y="0"/>
                    <a:pt x="181474" y="0"/>
                    <a:pt x="181474" y="0"/>
                  </a:cubicBezTo>
                  <a:close/>
                  <a:moveTo>
                    <a:pt x="181474" y="349204"/>
                  </a:moveTo>
                  <a:cubicBezTo>
                    <a:pt x="88181" y="349204"/>
                    <a:pt x="12780" y="273873"/>
                    <a:pt x="12780" y="181305"/>
                  </a:cubicBezTo>
                  <a:cubicBezTo>
                    <a:pt x="12780" y="88737"/>
                    <a:pt x="88181" y="12768"/>
                    <a:pt x="180836" y="12768"/>
                  </a:cubicBezTo>
                  <a:cubicBezTo>
                    <a:pt x="274128" y="12768"/>
                    <a:pt x="349530" y="88099"/>
                    <a:pt x="349530" y="180667"/>
                  </a:cubicBezTo>
                  <a:lnTo>
                    <a:pt x="349530" y="180667"/>
                  </a:lnTo>
                  <a:cubicBezTo>
                    <a:pt x="349530" y="273873"/>
                    <a:pt x="274128" y="349204"/>
                    <a:pt x="181474" y="349204"/>
                  </a:cubicBezTo>
                  <a:close/>
                </a:path>
              </a:pathLst>
            </a:custGeom>
            <a:solidFill>
              <a:srgbClr val="0097A9"/>
            </a:solidFill>
            <a:ln w="6390" cap="flat">
              <a:noFill/>
              <a:prstDash val="solid"/>
              <a:miter/>
            </a:ln>
          </p:spPr>
          <p:txBody>
            <a:bodyPr rtlCol="0" anchor="ctr"/>
            <a:lstStyle/>
            <a:p>
              <a:endParaRPr lang="en-US"/>
            </a:p>
          </p:txBody>
        </p:sp>
        <p:sp>
          <p:nvSpPr>
            <p:cNvPr id="362" name="Graphic 4">
              <a:extLst>
                <a:ext uri="{FF2B5EF4-FFF2-40B4-BE49-F238E27FC236}">
                  <a16:creationId xmlns:a16="http://schemas.microsoft.com/office/drawing/2014/main" id="{8B2F887C-2067-2947-97E9-5C38BB86FE5A}"/>
                </a:ext>
              </a:extLst>
            </p:cNvPr>
            <p:cNvSpPr/>
            <p:nvPr/>
          </p:nvSpPr>
          <p:spPr>
            <a:xfrm>
              <a:off x="3670380" y="1021555"/>
              <a:ext cx="85107" cy="100911"/>
            </a:xfrm>
            <a:custGeom>
              <a:avLst/>
              <a:gdLst>
                <a:gd name="connsiteX0" fmla="*/ 84986 w 85107"/>
                <a:gd name="connsiteY0" fmla="*/ 71545 h 100911"/>
                <a:gd name="connsiteX1" fmla="*/ 79874 w 85107"/>
                <a:gd name="connsiteY1" fmla="*/ 63884 h 100911"/>
                <a:gd name="connsiteX2" fmla="*/ 72206 w 85107"/>
                <a:gd name="connsiteY2" fmla="*/ 68991 h 100911"/>
                <a:gd name="connsiteX3" fmla="*/ 60704 w 85107"/>
                <a:gd name="connsiteY3" fmla="*/ 84951 h 100911"/>
                <a:gd name="connsiteX4" fmla="*/ 35145 w 85107"/>
                <a:gd name="connsiteY4" fmla="*/ 87505 h 100911"/>
                <a:gd name="connsiteX5" fmla="*/ 16614 w 85107"/>
                <a:gd name="connsiteY5" fmla="*/ 74098 h 100911"/>
                <a:gd name="connsiteX6" fmla="*/ 14697 w 85107"/>
                <a:gd name="connsiteY6" fmla="*/ 35156 h 100911"/>
                <a:gd name="connsiteX7" fmla="*/ 46007 w 85107"/>
                <a:gd name="connsiteY7" fmla="*/ 12812 h 100911"/>
                <a:gd name="connsiteX8" fmla="*/ 47285 w 85107"/>
                <a:gd name="connsiteY8" fmla="*/ 12812 h 100911"/>
                <a:gd name="connsiteX9" fmla="*/ 71567 w 85107"/>
                <a:gd name="connsiteY9" fmla="*/ 31326 h 100911"/>
                <a:gd name="connsiteX10" fmla="*/ 79874 w 85107"/>
                <a:gd name="connsiteY10" fmla="*/ 35156 h 100911"/>
                <a:gd name="connsiteX11" fmla="*/ 83708 w 85107"/>
                <a:gd name="connsiteY11" fmla="*/ 26857 h 100911"/>
                <a:gd name="connsiteX12" fmla="*/ 46007 w 85107"/>
                <a:gd name="connsiteY12" fmla="*/ 44 h 100911"/>
                <a:gd name="connsiteX13" fmla="*/ 3195 w 85107"/>
                <a:gd name="connsiteY13" fmla="*/ 30687 h 100911"/>
                <a:gd name="connsiteX14" fmla="*/ 6390 w 85107"/>
                <a:gd name="connsiteY14" fmla="*/ 79844 h 100911"/>
                <a:gd name="connsiteX15" fmla="*/ 33227 w 85107"/>
                <a:gd name="connsiteY15" fmla="*/ 98996 h 100911"/>
                <a:gd name="connsiteX16" fmla="*/ 46646 w 85107"/>
                <a:gd name="connsiteY16" fmla="*/ 100911 h 100911"/>
                <a:gd name="connsiteX17" fmla="*/ 68372 w 85107"/>
                <a:gd name="connsiteY17" fmla="*/ 95166 h 100911"/>
                <a:gd name="connsiteX18" fmla="*/ 84986 w 85107"/>
                <a:gd name="connsiteY18" fmla="*/ 71545 h 100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5107" h="100911">
                  <a:moveTo>
                    <a:pt x="84986" y="71545"/>
                  </a:moveTo>
                  <a:cubicBezTo>
                    <a:pt x="85625" y="67714"/>
                    <a:pt x="83708" y="64522"/>
                    <a:pt x="79874" y="63884"/>
                  </a:cubicBezTo>
                  <a:cubicBezTo>
                    <a:pt x="76040" y="63246"/>
                    <a:pt x="72845" y="65161"/>
                    <a:pt x="72206" y="68991"/>
                  </a:cubicBezTo>
                  <a:cubicBezTo>
                    <a:pt x="70289" y="75375"/>
                    <a:pt x="66455" y="81121"/>
                    <a:pt x="60704" y="84951"/>
                  </a:cubicBezTo>
                  <a:cubicBezTo>
                    <a:pt x="53036" y="89420"/>
                    <a:pt x="43451" y="90058"/>
                    <a:pt x="35145" y="87505"/>
                  </a:cubicBezTo>
                  <a:cubicBezTo>
                    <a:pt x="27477" y="86228"/>
                    <a:pt x="20447" y="81121"/>
                    <a:pt x="16614" y="74098"/>
                  </a:cubicBezTo>
                  <a:cubicBezTo>
                    <a:pt x="11502" y="61969"/>
                    <a:pt x="10863" y="47924"/>
                    <a:pt x="14697" y="35156"/>
                  </a:cubicBezTo>
                  <a:cubicBezTo>
                    <a:pt x="19170" y="21111"/>
                    <a:pt x="29394" y="13451"/>
                    <a:pt x="46007" y="12812"/>
                  </a:cubicBezTo>
                  <a:lnTo>
                    <a:pt x="47285" y="12812"/>
                  </a:lnTo>
                  <a:cubicBezTo>
                    <a:pt x="63899" y="12812"/>
                    <a:pt x="70928" y="30687"/>
                    <a:pt x="71567" y="31326"/>
                  </a:cubicBezTo>
                  <a:cubicBezTo>
                    <a:pt x="72845" y="34518"/>
                    <a:pt x="76679" y="36433"/>
                    <a:pt x="79874" y="35156"/>
                  </a:cubicBezTo>
                  <a:cubicBezTo>
                    <a:pt x="83069" y="33879"/>
                    <a:pt x="84986" y="30049"/>
                    <a:pt x="83708" y="26857"/>
                  </a:cubicBezTo>
                  <a:cubicBezTo>
                    <a:pt x="83069" y="25580"/>
                    <a:pt x="72845" y="-1233"/>
                    <a:pt x="46007" y="44"/>
                  </a:cubicBezTo>
                  <a:cubicBezTo>
                    <a:pt x="26199" y="-594"/>
                    <a:pt x="8946" y="12174"/>
                    <a:pt x="3195" y="30687"/>
                  </a:cubicBezTo>
                  <a:cubicBezTo>
                    <a:pt x="0" y="40263"/>
                    <a:pt x="-3195" y="62607"/>
                    <a:pt x="6390" y="79844"/>
                  </a:cubicBezTo>
                  <a:cubicBezTo>
                    <a:pt x="12141" y="90058"/>
                    <a:pt x="21726" y="97081"/>
                    <a:pt x="33227" y="98996"/>
                  </a:cubicBezTo>
                  <a:cubicBezTo>
                    <a:pt x="37700" y="100273"/>
                    <a:pt x="42173" y="100911"/>
                    <a:pt x="46646" y="100911"/>
                  </a:cubicBezTo>
                  <a:cubicBezTo>
                    <a:pt x="54314" y="100911"/>
                    <a:pt x="61982" y="98996"/>
                    <a:pt x="68372" y="95166"/>
                  </a:cubicBezTo>
                  <a:cubicBezTo>
                    <a:pt x="76040" y="89420"/>
                    <a:pt x="82430" y="81121"/>
                    <a:pt x="84986" y="71545"/>
                  </a:cubicBezTo>
                  <a:close/>
                </a:path>
              </a:pathLst>
            </a:custGeom>
            <a:solidFill>
              <a:srgbClr val="0097A9"/>
            </a:solidFill>
            <a:ln w="6390" cap="flat">
              <a:noFill/>
              <a:prstDash val="solid"/>
              <a:miter/>
            </a:ln>
          </p:spPr>
          <p:txBody>
            <a:bodyPr rtlCol="0" anchor="ctr"/>
            <a:lstStyle/>
            <a:p>
              <a:endParaRPr lang="en-US"/>
            </a:p>
          </p:txBody>
        </p:sp>
        <p:sp>
          <p:nvSpPr>
            <p:cNvPr id="363" name="Graphic 4">
              <a:extLst>
                <a:ext uri="{FF2B5EF4-FFF2-40B4-BE49-F238E27FC236}">
                  <a16:creationId xmlns:a16="http://schemas.microsoft.com/office/drawing/2014/main" id="{98AD6762-5144-2A48-9B6D-75BA5C27B5A8}"/>
                </a:ext>
              </a:extLst>
            </p:cNvPr>
            <p:cNvSpPr/>
            <p:nvPr/>
          </p:nvSpPr>
          <p:spPr>
            <a:xfrm>
              <a:off x="3764258" y="1020901"/>
              <a:ext cx="91434" cy="101625"/>
            </a:xfrm>
            <a:custGeom>
              <a:avLst/>
              <a:gdLst>
                <a:gd name="connsiteX0" fmla="*/ 14111 w 91434"/>
                <a:gd name="connsiteY0" fmla="*/ 89436 h 101625"/>
                <a:gd name="connsiteX1" fmla="*/ 47339 w 91434"/>
                <a:gd name="connsiteY1" fmla="*/ 101565 h 101625"/>
                <a:gd name="connsiteX2" fmla="*/ 47978 w 91434"/>
                <a:gd name="connsiteY2" fmla="*/ 101565 h 101625"/>
                <a:gd name="connsiteX3" fmla="*/ 78011 w 91434"/>
                <a:gd name="connsiteY3" fmla="*/ 89436 h 101625"/>
                <a:gd name="connsiteX4" fmla="*/ 91430 w 91434"/>
                <a:gd name="connsiteY4" fmla="*/ 49217 h 101625"/>
                <a:gd name="connsiteX5" fmla="*/ 77372 w 91434"/>
                <a:gd name="connsiteY5" fmla="*/ 12190 h 101625"/>
                <a:gd name="connsiteX6" fmla="*/ 44144 w 91434"/>
                <a:gd name="connsiteY6" fmla="*/ 60 h 101625"/>
                <a:gd name="connsiteX7" fmla="*/ 13473 w 91434"/>
                <a:gd name="connsiteY7" fmla="*/ 12828 h 101625"/>
                <a:gd name="connsiteX8" fmla="*/ 54 w 91434"/>
                <a:gd name="connsiteY8" fmla="*/ 51770 h 101625"/>
                <a:gd name="connsiteX9" fmla="*/ 14111 w 91434"/>
                <a:gd name="connsiteY9" fmla="*/ 89436 h 101625"/>
                <a:gd name="connsiteX10" fmla="*/ 23058 w 91434"/>
                <a:gd name="connsiteY10" fmla="*/ 22404 h 101625"/>
                <a:gd name="connsiteX11" fmla="*/ 44783 w 91434"/>
                <a:gd name="connsiteY11" fmla="*/ 13466 h 101625"/>
                <a:gd name="connsiteX12" fmla="*/ 46061 w 91434"/>
                <a:gd name="connsiteY12" fmla="*/ 13466 h 101625"/>
                <a:gd name="connsiteX13" fmla="*/ 69065 w 91434"/>
                <a:gd name="connsiteY13" fmla="*/ 21766 h 101625"/>
                <a:gd name="connsiteX14" fmla="*/ 79289 w 91434"/>
                <a:gd name="connsiteY14" fmla="*/ 49855 h 101625"/>
                <a:gd name="connsiteX15" fmla="*/ 79289 w 91434"/>
                <a:gd name="connsiteY15" fmla="*/ 50494 h 101625"/>
                <a:gd name="connsiteX16" fmla="*/ 69065 w 91434"/>
                <a:gd name="connsiteY16" fmla="*/ 81775 h 101625"/>
                <a:gd name="connsiteX17" fmla="*/ 48617 w 91434"/>
                <a:gd name="connsiteY17" fmla="*/ 90074 h 101625"/>
                <a:gd name="connsiteX18" fmla="*/ 23696 w 91434"/>
                <a:gd name="connsiteY18" fmla="*/ 81137 h 101625"/>
                <a:gd name="connsiteX19" fmla="*/ 12833 w 91434"/>
                <a:gd name="connsiteY19" fmla="*/ 53047 h 101625"/>
                <a:gd name="connsiteX20" fmla="*/ 23058 w 91434"/>
                <a:gd name="connsiteY20" fmla="*/ 22404 h 101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434" h="101625">
                  <a:moveTo>
                    <a:pt x="14111" y="89436"/>
                  </a:moveTo>
                  <a:cubicBezTo>
                    <a:pt x="23058" y="97735"/>
                    <a:pt x="35198" y="102204"/>
                    <a:pt x="47339" y="101565"/>
                  </a:cubicBezTo>
                  <a:lnTo>
                    <a:pt x="47978" y="101565"/>
                  </a:lnTo>
                  <a:cubicBezTo>
                    <a:pt x="59480" y="102204"/>
                    <a:pt x="69704" y="97735"/>
                    <a:pt x="78011" y="89436"/>
                  </a:cubicBezTo>
                  <a:cubicBezTo>
                    <a:pt x="92069" y="74753"/>
                    <a:pt x="91430" y="51770"/>
                    <a:pt x="91430" y="49217"/>
                  </a:cubicBezTo>
                  <a:cubicBezTo>
                    <a:pt x="91430" y="35810"/>
                    <a:pt x="86318" y="22404"/>
                    <a:pt x="77372" y="12190"/>
                  </a:cubicBezTo>
                  <a:cubicBezTo>
                    <a:pt x="68426" y="3891"/>
                    <a:pt x="56285" y="-578"/>
                    <a:pt x="44144" y="60"/>
                  </a:cubicBezTo>
                  <a:cubicBezTo>
                    <a:pt x="32642" y="60"/>
                    <a:pt x="21141" y="4529"/>
                    <a:pt x="13473" y="12828"/>
                  </a:cubicBezTo>
                  <a:cubicBezTo>
                    <a:pt x="4527" y="23681"/>
                    <a:pt x="-585" y="37726"/>
                    <a:pt x="54" y="51770"/>
                  </a:cubicBezTo>
                  <a:cubicBezTo>
                    <a:pt x="54" y="66454"/>
                    <a:pt x="5166" y="79222"/>
                    <a:pt x="14111" y="89436"/>
                  </a:cubicBezTo>
                  <a:close/>
                  <a:moveTo>
                    <a:pt x="23058" y="22404"/>
                  </a:moveTo>
                  <a:cubicBezTo>
                    <a:pt x="28808" y="16658"/>
                    <a:pt x="36476" y="13466"/>
                    <a:pt x="44783" y="13466"/>
                  </a:cubicBezTo>
                  <a:lnTo>
                    <a:pt x="46061" y="13466"/>
                  </a:lnTo>
                  <a:cubicBezTo>
                    <a:pt x="54368" y="12828"/>
                    <a:pt x="62675" y="16020"/>
                    <a:pt x="69065" y="21766"/>
                  </a:cubicBezTo>
                  <a:cubicBezTo>
                    <a:pt x="76094" y="29426"/>
                    <a:pt x="79289" y="39641"/>
                    <a:pt x="79289" y="49855"/>
                  </a:cubicBezTo>
                  <a:lnTo>
                    <a:pt x="79289" y="50494"/>
                  </a:lnTo>
                  <a:cubicBezTo>
                    <a:pt x="79289" y="50494"/>
                    <a:pt x="79928" y="70284"/>
                    <a:pt x="69065" y="81775"/>
                  </a:cubicBezTo>
                  <a:cubicBezTo>
                    <a:pt x="63314" y="87521"/>
                    <a:pt x="56285" y="90074"/>
                    <a:pt x="48617" y="90074"/>
                  </a:cubicBezTo>
                  <a:cubicBezTo>
                    <a:pt x="39671" y="90713"/>
                    <a:pt x="30726" y="87521"/>
                    <a:pt x="23696" y="81137"/>
                  </a:cubicBezTo>
                  <a:cubicBezTo>
                    <a:pt x="16668" y="73476"/>
                    <a:pt x="13473" y="63262"/>
                    <a:pt x="12833" y="53047"/>
                  </a:cubicBezTo>
                  <a:cubicBezTo>
                    <a:pt x="12195" y="41556"/>
                    <a:pt x="16028" y="30703"/>
                    <a:pt x="23058" y="22404"/>
                  </a:cubicBezTo>
                  <a:close/>
                </a:path>
              </a:pathLst>
            </a:custGeom>
            <a:solidFill>
              <a:srgbClr val="0097A9"/>
            </a:solidFill>
            <a:ln w="6390" cap="flat">
              <a:noFill/>
              <a:prstDash val="solid"/>
              <a:miter/>
            </a:ln>
          </p:spPr>
          <p:txBody>
            <a:bodyPr rtlCol="0" anchor="ctr"/>
            <a:lstStyle/>
            <a:p>
              <a:endParaRPr lang="en-US"/>
            </a:p>
          </p:txBody>
        </p:sp>
        <p:sp>
          <p:nvSpPr>
            <p:cNvPr id="364" name="Graphic 4">
              <a:extLst>
                <a:ext uri="{FF2B5EF4-FFF2-40B4-BE49-F238E27FC236}">
                  <a16:creationId xmlns:a16="http://schemas.microsoft.com/office/drawing/2014/main" id="{614B5ED5-741C-C841-A565-7026A4A360F8}"/>
                </a:ext>
              </a:extLst>
            </p:cNvPr>
            <p:cNvSpPr/>
            <p:nvPr/>
          </p:nvSpPr>
          <p:spPr>
            <a:xfrm>
              <a:off x="3862297" y="1063708"/>
              <a:ext cx="45149" cy="63865"/>
            </a:xfrm>
            <a:custGeom>
              <a:avLst/>
              <a:gdLst>
                <a:gd name="connsiteX0" fmla="*/ 38759 w 45149"/>
                <a:gd name="connsiteY0" fmla="*/ 51097 h 63865"/>
                <a:gd name="connsiteX1" fmla="*/ 20228 w 45149"/>
                <a:gd name="connsiteY1" fmla="*/ 51097 h 63865"/>
                <a:gd name="connsiteX2" fmla="*/ 31091 w 45149"/>
                <a:gd name="connsiteY2" fmla="*/ 40883 h 63865"/>
                <a:gd name="connsiteX3" fmla="*/ 43232 w 45149"/>
                <a:gd name="connsiteY3" fmla="*/ 15986 h 63865"/>
                <a:gd name="connsiteX4" fmla="*/ 21506 w 45149"/>
                <a:gd name="connsiteY4" fmla="*/ 26 h 63865"/>
                <a:gd name="connsiteX5" fmla="*/ 1058 w 45149"/>
                <a:gd name="connsiteY5" fmla="*/ 19816 h 63865"/>
                <a:gd name="connsiteX6" fmla="*/ 6810 w 45149"/>
                <a:gd name="connsiteY6" fmla="*/ 26838 h 63865"/>
                <a:gd name="connsiteX7" fmla="*/ 13838 w 45149"/>
                <a:gd name="connsiteY7" fmla="*/ 21093 h 63865"/>
                <a:gd name="connsiteX8" fmla="*/ 21506 w 45149"/>
                <a:gd name="connsiteY8" fmla="*/ 12794 h 63865"/>
                <a:gd name="connsiteX9" fmla="*/ 30452 w 45149"/>
                <a:gd name="connsiteY9" fmla="*/ 17901 h 63865"/>
                <a:gd name="connsiteX10" fmla="*/ 22784 w 45149"/>
                <a:gd name="connsiteY10" fmla="*/ 31945 h 63865"/>
                <a:gd name="connsiteX11" fmla="*/ 1058 w 45149"/>
                <a:gd name="connsiteY11" fmla="*/ 54289 h 63865"/>
                <a:gd name="connsiteX12" fmla="*/ 420 w 45149"/>
                <a:gd name="connsiteY12" fmla="*/ 60673 h 63865"/>
                <a:gd name="connsiteX13" fmla="*/ 6171 w 45149"/>
                <a:gd name="connsiteY13" fmla="*/ 63865 h 63865"/>
                <a:gd name="connsiteX14" fmla="*/ 38759 w 45149"/>
                <a:gd name="connsiteY14" fmla="*/ 63865 h 63865"/>
                <a:gd name="connsiteX15" fmla="*/ 45149 w 45149"/>
                <a:gd name="connsiteY15" fmla="*/ 57481 h 63865"/>
                <a:gd name="connsiteX16" fmla="*/ 38759 w 45149"/>
                <a:gd name="connsiteY16" fmla="*/ 51097 h 63865"/>
                <a:gd name="connsiteX17" fmla="*/ 38759 w 45149"/>
                <a:gd name="connsiteY17" fmla="*/ 51097 h 6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5149" h="63865">
                  <a:moveTo>
                    <a:pt x="38759" y="51097"/>
                  </a:moveTo>
                  <a:lnTo>
                    <a:pt x="20228" y="51097"/>
                  </a:lnTo>
                  <a:cubicBezTo>
                    <a:pt x="22784" y="48544"/>
                    <a:pt x="26618" y="44713"/>
                    <a:pt x="31091" y="40883"/>
                  </a:cubicBezTo>
                  <a:cubicBezTo>
                    <a:pt x="35564" y="37053"/>
                    <a:pt x="44510" y="26200"/>
                    <a:pt x="43232" y="15986"/>
                  </a:cubicBezTo>
                  <a:cubicBezTo>
                    <a:pt x="42593" y="10878"/>
                    <a:pt x="38759" y="-613"/>
                    <a:pt x="21506" y="26"/>
                  </a:cubicBezTo>
                  <a:cubicBezTo>
                    <a:pt x="10643" y="26"/>
                    <a:pt x="1698" y="8963"/>
                    <a:pt x="1058" y="19816"/>
                  </a:cubicBezTo>
                  <a:cubicBezTo>
                    <a:pt x="1058" y="23646"/>
                    <a:pt x="3615" y="26200"/>
                    <a:pt x="6810" y="26838"/>
                  </a:cubicBezTo>
                  <a:cubicBezTo>
                    <a:pt x="10643" y="26838"/>
                    <a:pt x="13199" y="24285"/>
                    <a:pt x="13838" y="21093"/>
                  </a:cubicBezTo>
                  <a:cubicBezTo>
                    <a:pt x="13838" y="16624"/>
                    <a:pt x="17033" y="13432"/>
                    <a:pt x="21506" y="12794"/>
                  </a:cubicBezTo>
                  <a:cubicBezTo>
                    <a:pt x="29813" y="12794"/>
                    <a:pt x="30452" y="15986"/>
                    <a:pt x="30452" y="17901"/>
                  </a:cubicBezTo>
                  <a:cubicBezTo>
                    <a:pt x="29174" y="23008"/>
                    <a:pt x="26618" y="28115"/>
                    <a:pt x="22784" y="31945"/>
                  </a:cubicBezTo>
                  <a:cubicBezTo>
                    <a:pt x="15116" y="38968"/>
                    <a:pt x="7448" y="45990"/>
                    <a:pt x="1058" y="54289"/>
                  </a:cubicBezTo>
                  <a:cubicBezTo>
                    <a:pt x="-219" y="56205"/>
                    <a:pt x="-219" y="58758"/>
                    <a:pt x="420" y="60673"/>
                  </a:cubicBezTo>
                  <a:cubicBezTo>
                    <a:pt x="1698" y="62589"/>
                    <a:pt x="3615" y="63865"/>
                    <a:pt x="6171" y="63865"/>
                  </a:cubicBezTo>
                  <a:lnTo>
                    <a:pt x="38759" y="63865"/>
                  </a:lnTo>
                  <a:cubicBezTo>
                    <a:pt x="42593" y="63865"/>
                    <a:pt x="45149" y="61312"/>
                    <a:pt x="45149" y="57481"/>
                  </a:cubicBezTo>
                  <a:cubicBezTo>
                    <a:pt x="45149" y="53651"/>
                    <a:pt x="42593" y="51097"/>
                    <a:pt x="38759" y="51097"/>
                  </a:cubicBezTo>
                  <a:lnTo>
                    <a:pt x="38759" y="51097"/>
                  </a:lnTo>
                  <a:close/>
                </a:path>
              </a:pathLst>
            </a:custGeom>
            <a:solidFill>
              <a:srgbClr val="0097A9"/>
            </a:solidFill>
            <a:ln w="6390" cap="flat">
              <a:noFill/>
              <a:prstDash val="solid"/>
              <a:miter/>
            </a:ln>
          </p:spPr>
          <p:txBody>
            <a:bodyPr rtlCol="0" anchor="ctr"/>
            <a:lstStyle/>
            <a:p>
              <a:endParaRPr lang="en-US"/>
            </a:p>
          </p:txBody>
        </p:sp>
        <p:sp>
          <p:nvSpPr>
            <p:cNvPr id="365" name="Graphic 4">
              <a:extLst>
                <a:ext uri="{FF2B5EF4-FFF2-40B4-BE49-F238E27FC236}">
                  <a16:creationId xmlns:a16="http://schemas.microsoft.com/office/drawing/2014/main" id="{049B86D2-5FB1-A44A-B0FD-812FDE64EC1A}"/>
                </a:ext>
              </a:extLst>
            </p:cNvPr>
            <p:cNvSpPr/>
            <p:nvPr/>
          </p:nvSpPr>
          <p:spPr>
            <a:xfrm>
              <a:off x="3879969" y="1136511"/>
              <a:ext cx="25559" cy="38303"/>
            </a:xfrm>
            <a:custGeom>
              <a:avLst/>
              <a:gdLst>
                <a:gd name="connsiteX0" fmla="*/ 20448 w 25559"/>
                <a:gd name="connsiteY0" fmla="*/ 28090 h 38303"/>
                <a:gd name="connsiteX1" fmla="*/ 10224 w 25559"/>
                <a:gd name="connsiteY1" fmla="*/ 28090 h 38303"/>
                <a:gd name="connsiteX2" fmla="*/ 10224 w 25559"/>
                <a:gd name="connsiteY2" fmla="*/ 5107 h 38303"/>
                <a:gd name="connsiteX3" fmla="*/ 5112 w 25559"/>
                <a:gd name="connsiteY3" fmla="*/ 0 h 38303"/>
                <a:gd name="connsiteX4" fmla="*/ 0 w 25559"/>
                <a:gd name="connsiteY4" fmla="*/ 5107 h 38303"/>
                <a:gd name="connsiteX5" fmla="*/ 0 w 25559"/>
                <a:gd name="connsiteY5" fmla="*/ 33197 h 38303"/>
                <a:gd name="connsiteX6" fmla="*/ 5112 w 25559"/>
                <a:gd name="connsiteY6" fmla="*/ 38304 h 38303"/>
                <a:gd name="connsiteX7" fmla="*/ 20448 w 25559"/>
                <a:gd name="connsiteY7" fmla="*/ 38304 h 38303"/>
                <a:gd name="connsiteX8" fmla="*/ 25560 w 25559"/>
                <a:gd name="connsiteY8" fmla="*/ 33197 h 38303"/>
                <a:gd name="connsiteX9" fmla="*/ 20448 w 25559"/>
                <a:gd name="connsiteY9" fmla="*/ 28090 h 3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59" h="38303">
                  <a:moveTo>
                    <a:pt x="20448" y="28090"/>
                  </a:moveTo>
                  <a:lnTo>
                    <a:pt x="10224" y="28090"/>
                  </a:lnTo>
                  <a:lnTo>
                    <a:pt x="10224" y="5107"/>
                  </a:lnTo>
                  <a:cubicBezTo>
                    <a:pt x="10224" y="2554"/>
                    <a:pt x="8307" y="0"/>
                    <a:pt x="5112" y="0"/>
                  </a:cubicBezTo>
                  <a:cubicBezTo>
                    <a:pt x="1917" y="0"/>
                    <a:pt x="0" y="1915"/>
                    <a:pt x="0" y="5107"/>
                  </a:cubicBezTo>
                  <a:lnTo>
                    <a:pt x="0" y="33197"/>
                  </a:lnTo>
                  <a:cubicBezTo>
                    <a:pt x="0" y="35750"/>
                    <a:pt x="1917" y="38304"/>
                    <a:pt x="5112" y="38304"/>
                  </a:cubicBezTo>
                  <a:lnTo>
                    <a:pt x="20448" y="38304"/>
                  </a:lnTo>
                  <a:cubicBezTo>
                    <a:pt x="23004" y="38304"/>
                    <a:pt x="25560" y="36389"/>
                    <a:pt x="25560" y="33197"/>
                  </a:cubicBezTo>
                  <a:cubicBezTo>
                    <a:pt x="25560" y="30005"/>
                    <a:pt x="23004" y="28090"/>
                    <a:pt x="20448" y="28090"/>
                  </a:cubicBezTo>
                  <a:close/>
                </a:path>
              </a:pathLst>
            </a:custGeom>
            <a:solidFill>
              <a:srgbClr val="0097A9"/>
            </a:solidFill>
            <a:ln w="6390" cap="flat">
              <a:noFill/>
              <a:prstDash val="solid"/>
              <a:miter/>
            </a:ln>
          </p:spPr>
          <p:txBody>
            <a:bodyPr rtlCol="0" anchor="ctr"/>
            <a:lstStyle/>
            <a:p>
              <a:endParaRPr lang="en-US"/>
            </a:p>
          </p:txBody>
        </p:sp>
        <p:sp>
          <p:nvSpPr>
            <p:cNvPr id="366" name="Graphic 4">
              <a:extLst>
                <a:ext uri="{FF2B5EF4-FFF2-40B4-BE49-F238E27FC236}">
                  <a16:creationId xmlns:a16="http://schemas.microsoft.com/office/drawing/2014/main" id="{6E9C9BB5-2657-894B-8746-40E348E44E98}"/>
                </a:ext>
              </a:extLst>
            </p:cNvPr>
            <p:cNvSpPr/>
            <p:nvPr/>
          </p:nvSpPr>
          <p:spPr>
            <a:xfrm>
              <a:off x="3775174" y="1136511"/>
              <a:ext cx="31949" cy="38942"/>
            </a:xfrm>
            <a:custGeom>
              <a:avLst/>
              <a:gdLst>
                <a:gd name="connsiteX0" fmla="*/ 26199 w 31949"/>
                <a:gd name="connsiteY0" fmla="*/ 0 h 38942"/>
                <a:gd name="connsiteX1" fmla="*/ 5112 w 31949"/>
                <a:gd name="connsiteY1" fmla="*/ 0 h 38942"/>
                <a:gd name="connsiteX2" fmla="*/ 0 w 31949"/>
                <a:gd name="connsiteY2" fmla="*/ 5107 h 38942"/>
                <a:gd name="connsiteX3" fmla="*/ 5112 w 31949"/>
                <a:gd name="connsiteY3" fmla="*/ 10214 h 38942"/>
                <a:gd name="connsiteX4" fmla="*/ 10863 w 31949"/>
                <a:gd name="connsiteY4" fmla="*/ 10214 h 38942"/>
                <a:gd name="connsiteX5" fmla="*/ 10863 w 31949"/>
                <a:gd name="connsiteY5" fmla="*/ 33835 h 38942"/>
                <a:gd name="connsiteX6" fmla="*/ 15975 w 31949"/>
                <a:gd name="connsiteY6" fmla="*/ 38942 h 38942"/>
                <a:gd name="connsiteX7" fmla="*/ 21087 w 31949"/>
                <a:gd name="connsiteY7" fmla="*/ 33835 h 38942"/>
                <a:gd name="connsiteX8" fmla="*/ 21087 w 31949"/>
                <a:gd name="connsiteY8" fmla="*/ 10214 h 38942"/>
                <a:gd name="connsiteX9" fmla="*/ 26838 w 31949"/>
                <a:gd name="connsiteY9" fmla="*/ 10214 h 38942"/>
                <a:gd name="connsiteX10" fmla="*/ 31950 w 31949"/>
                <a:gd name="connsiteY10" fmla="*/ 5107 h 38942"/>
                <a:gd name="connsiteX11" fmla="*/ 26199 w 31949"/>
                <a:gd name="connsiteY11" fmla="*/ 0 h 3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949" h="38942">
                  <a:moveTo>
                    <a:pt x="26199" y="0"/>
                  </a:moveTo>
                  <a:lnTo>
                    <a:pt x="5112" y="0"/>
                  </a:lnTo>
                  <a:cubicBezTo>
                    <a:pt x="2556" y="0"/>
                    <a:pt x="0" y="1915"/>
                    <a:pt x="0" y="5107"/>
                  </a:cubicBezTo>
                  <a:cubicBezTo>
                    <a:pt x="0" y="8299"/>
                    <a:pt x="1917" y="10214"/>
                    <a:pt x="5112" y="10214"/>
                  </a:cubicBezTo>
                  <a:lnTo>
                    <a:pt x="10863" y="10214"/>
                  </a:lnTo>
                  <a:lnTo>
                    <a:pt x="10863" y="33835"/>
                  </a:lnTo>
                  <a:cubicBezTo>
                    <a:pt x="10863" y="36389"/>
                    <a:pt x="12780" y="38942"/>
                    <a:pt x="15975" y="38942"/>
                  </a:cubicBezTo>
                  <a:cubicBezTo>
                    <a:pt x="19170" y="38942"/>
                    <a:pt x="21087" y="37027"/>
                    <a:pt x="21087" y="33835"/>
                  </a:cubicBezTo>
                  <a:lnTo>
                    <a:pt x="21087" y="10214"/>
                  </a:lnTo>
                  <a:lnTo>
                    <a:pt x="26838" y="10214"/>
                  </a:lnTo>
                  <a:cubicBezTo>
                    <a:pt x="29394" y="10214"/>
                    <a:pt x="31950" y="8299"/>
                    <a:pt x="31950" y="5107"/>
                  </a:cubicBezTo>
                  <a:cubicBezTo>
                    <a:pt x="31950" y="1915"/>
                    <a:pt x="29394" y="0"/>
                    <a:pt x="26199" y="0"/>
                  </a:cubicBezTo>
                  <a:close/>
                </a:path>
              </a:pathLst>
            </a:custGeom>
            <a:solidFill>
              <a:srgbClr val="0097A9"/>
            </a:solidFill>
            <a:ln w="6390" cap="flat">
              <a:noFill/>
              <a:prstDash val="solid"/>
              <a:miter/>
            </a:ln>
          </p:spPr>
          <p:txBody>
            <a:bodyPr rtlCol="0" anchor="ctr"/>
            <a:lstStyle/>
            <a:p>
              <a:endParaRPr lang="en-US"/>
            </a:p>
          </p:txBody>
        </p:sp>
        <p:sp>
          <p:nvSpPr>
            <p:cNvPr id="367" name="Graphic 4">
              <a:extLst>
                <a:ext uri="{FF2B5EF4-FFF2-40B4-BE49-F238E27FC236}">
                  <a16:creationId xmlns:a16="http://schemas.microsoft.com/office/drawing/2014/main" id="{C4EBAC0F-005A-6943-8D9B-FD352B0B6A29}"/>
                </a:ext>
              </a:extLst>
            </p:cNvPr>
            <p:cNvSpPr/>
            <p:nvPr/>
          </p:nvSpPr>
          <p:spPr>
            <a:xfrm>
              <a:off x="3842745" y="1135591"/>
              <a:ext cx="34153" cy="39347"/>
            </a:xfrm>
            <a:custGeom>
              <a:avLst/>
              <a:gdLst>
                <a:gd name="connsiteX0" fmla="*/ 26362 w 34153"/>
                <a:gd name="connsiteY0" fmla="*/ 7304 h 39347"/>
                <a:gd name="connsiteX1" fmla="*/ 15499 w 34153"/>
                <a:gd name="connsiteY1" fmla="*/ 282 h 39347"/>
                <a:gd name="connsiteX2" fmla="*/ 7831 w 34153"/>
                <a:gd name="connsiteY2" fmla="*/ 7942 h 39347"/>
                <a:gd name="connsiteX3" fmla="*/ 163 w 34153"/>
                <a:gd name="connsiteY3" fmla="*/ 32840 h 39347"/>
                <a:gd name="connsiteX4" fmla="*/ 3358 w 34153"/>
                <a:gd name="connsiteY4" fmla="*/ 38585 h 39347"/>
                <a:gd name="connsiteX5" fmla="*/ 4636 w 34153"/>
                <a:gd name="connsiteY5" fmla="*/ 38585 h 39347"/>
                <a:gd name="connsiteX6" fmla="*/ 9109 w 34153"/>
                <a:gd name="connsiteY6" fmla="*/ 35393 h 39347"/>
                <a:gd name="connsiteX7" fmla="*/ 10387 w 34153"/>
                <a:gd name="connsiteY7" fmla="*/ 31563 h 39347"/>
                <a:gd name="connsiteX8" fmla="*/ 23167 w 34153"/>
                <a:gd name="connsiteY8" fmla="*/ 31563 h 39347"/>
                <a:gd name="connsiteX9" fmla="*/ 24445 w 34153"/>
                <a:gd name="connsiteY9" fmla="*/ 35393 h 39347"/>
                <a:gd name="connsiteX10" fmla="*/ 30195 w 34153"/>
                <a:gd name="connsiteY10" fmla="*/ 39224 h 39347"/>
                <a:gd name="connsiteX11" fmla="*/ 34030 w 34153"/>
                <a:gd name="connsiteY11" fmla="*/ 33478 h 39347"/>
                <a:gd name="connsiteX12" fmla="*/ 34030 w 34153"/>
                <a:gd name="connsiteY12" fmla="*/ 32840 h 39347"/>
                <a:gd name="connsiteX13" fmla="*/ 26362 w 34153"/>
                <a:gd name="connsiteY13" fmla="*/ 7304 h 39347"/>
                <a:gd name="connsiteX14" fmla="*/ 13582 w 34153"/>
                <a:gd name="connsiteY14" fmla="*/ 21987 h 39347"/>
                <a:gd name="connsiteX15" fmla="*/ 17415 w 34153"/>
                <a:gd name="connsiteY15" fmla="*/ 10496 h 39347"/>
                <a:gd name="connsiteX16" fmla="*/ 17415 w 34153"/>
                <a:gd name="connsiteY16" fmla="*/ 10496 h 39347"/>
                <a:gd name="connsiteX17" fmla="*/ 17415 w 34153"/>
                <a:gd name="connsiteY17" fmla="*/ 10496 h 39347"/>
                <a:gd name="connsiteX18" fmla="*/ 21250 w 34153"/>
                <a:gd name="connsiteY18" fmla="*/ 21987 h 39347"/>
                <a:gd name="connsiteX19" fmla="*/ 13582 w 34153"/>
                <a:gd name="connsiteY19" fmla="*/ 21987 h 39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4153" h="39347">
                  <a:moveTo>
                    <a:pt x="26362" y="7304"/>
                  </a:moveTo>
                  <a:cubicBezTo>
                    <a:pt x="25083" y="2197"/>
                    <a:pt x="20610" y="-995"/>
                    <a:pt x="15499" y="282"/>
                  </a:cubicBezTo>
                  <a:cubicBezTo>
                    <a:pt x="11665" y="920"/>
                    <a:pt x="8470" y="4112"/>
                    <a:pt x="7831" y="7942"/>
                  </a:cubicBezTo>
                  <a:lnTo>
                    <a:pt x="163" y="32840"/>
                  </a:lnTo>
                  <a:cubicBezTo>
                    <a:pt x="-476" y="35393"/>
                    <a:pt x="802" y="37947"/>
                    <a:pt x="3358" y="38585"/>
                  </a:cubicBezTo>
                  <a:cubicBezTo>
                    <a:pt x="3997" y="38585"/>
                    <a:pt x="4636" y="38585"/>
                    <a:pt x="4636" y="38585"/>
                  </a:cubicBezTo>
                  <a:cubicBezTo>
                    <a:pt x="6553" y="38585"/>
                    <a:pt x="8470" y="37309"/>
                    <a:pt x="9109" y="35393"/>
                  </a:cubicBezTo>
                  <a:lnTo>
                    <a:pt x="10387" y="31563"/>
                  </a:lnTo>
                  <a:lnTo>
                    <a:pt x="23167" y="31563"/>
                  </a:lnTo>
                  <a:lnTo>
                    <a:pt x="24445" y="35393"/>
                  </a:lnTo>
                  <a:cubicBezTo>
                    <a:pt x="25083" y="37947"/>
                    <a:pt x="27640" y="39862"/>
                    <a:pt x="30195" y="39224"/>
                  </a:cubicBezTo>
                  <a:cubicBezTo>
                    <a:pt x="32751" y="38585"/>
                    <a:pt x="34668" y="36032"/>
                    <a:pt x="34030" y="33478"/>
                  </a:cubicBezTo>
                  <a:cubicBezTo>
                    <a:pt x="34030" y="33478"/>
                    <a:pt x="34030" y="32840"/>
                    <a:pt x="34030" y="32840"/>
                  </a:cubicBezTo>
                  <a:lnTo>
                    <a:pt x="26362" y="7304"/>
                  </a:lnTo>
                  <a:close/>
                  <a:moveTo>
                    <a:pt x="13582" y="21987"/>
                  </a:moveTo>
                  <a:lnTo>
                    <a:pt x="17415" y="10496"/>
                  </a:lnTo>
                  <a:lnTo>
                    <a:pt x="17415" y="10496"/>
                  </a:lnTo>
                  <a:lnTo>
                    <a:pt x="17415" y="10496"/>
                  </a:lnTo>
                  <a:lnTo>
                    <a:pt x="21250" y="21987"/>
                  </a:lnTo>
                  <a:lnTo>
                    <a:pt x="13582" y="21987"/>
                  </a:lnTo>
                  <a:close/>
                </a:path>
              </a:pathLst>
            </a:custGeom>
            <a:solidFill>
              <a:srgbClr val="0097A9"/>
            </a:solidFill>
            <a:ln w="6390" cap="flat">
              <a:noFill/>
              <a:prstDash val="solid"/>
              <a:miter/>
            </a:ln>
          </p:spPr>
          <p:txBody>
            <a:bodyPr rtlCol="0" anchor="ctr"/>
            <a:lstStyle/>
            <a:p>
              <a:endParaRPr lang="en-US"/>
            </a:p>
          </p:txBody>
        </p:sp>
        <p:sp>
          <p:nvSpPr>
            <p:cNvPr id="368" name="Graphic 4">
              <a:extLst>
                <a:ext uri="{FF2B5EF4-FFF2-40B4-BE49-F238E27FC236}">
                  <a16:creationId xmlns:a16="http://schemas.microsoft.com/office/drawing/2014/main" id="{DEA70026-98E5-E749-8D48-7474164E39D0}"/>
                </a:ext>
              </a:extLst>
            </p:cNvPr>
            <p:cNvSpPr/>
            <p:nvPr/>
          </p:nvSpPr>
          <p:spPr>
            <a:xfrm>
              <a:off x="3809680" y="1137149"/>
              <a:ext cx="30671" cy="37665"/>
            </a:xfrm>
            <a:custGeom>
              <a:avLst/>
              <a:gdLst>
                <a:gd name="connsiteX0" fmla="*/ 30672 w 30671"/>
                <a:gd name="connsiteY0" fmla="*/ 12130 h 37665"/>
                <a:gd name="connsiteX1" fmla="*/ 27477 w 30671"/>
                <a:gd name="connsiteY1" fmla="*/ 3830 h 37665"/>
                <a:gd name="connsiteX2" fmla="*/ 17892 w 30671"/>
                <a:gd name="connsiteY2" fmla="*/ 0 h 37665"/>
                <a:gd name="connsiteX3" fmla="*/ 5112 w 30671"/>
                <a:gd name="connsiteY3" fmla="*/ 0 h 37665"/>
                <a:gd name="connsiteX4" fmla="*/ 0 w 30671"/>
                <a:gd name="connsiteY4" fmla="*/ 5107 h 37665"/>
                <a:gd name="connsiteX5" fmla="*/ 0 w 30671"/>
                <a:gd name="connsiteY5" fmla="*/ 32558 h 37665"/>
                <a:gd name="connsiteX6" fmla="*/ 4473 w 30671"/>
                <a:gd name="connsiteY6" fmla="*/ 37665 h 37665"/>
                <a:gd name="connsiteX7" fmla="*/ 4473 w 30671"/>
                <a:gd name="connsiteY7" fmla="*/ 37665 h 37665"/>
                <a:gd name="connsiteX8" fmla="*/ 4473 w 30671"/>
                <a:gd name="connsiteY8" fmla="*/ 37665 h 37665"/>
                <a:gd name="connsiteX9" fmla="*/ 9585 w 30671"/>
                <a:gd name="connsiteY9" fmla="*/ 32558 h 37665"/>
                <a:gd name="connsiteX10" fmla="*/ 9585 w 30671"/>
                <a:gd name="connsiteY10" fmla="*/ 26174 h 37665"/>
                <a:gd name="connsiteX11" fmla="*/ 15975 w 30671"/>
                <a:gd name="connsiteY11" fmla="*/ 25536 h 37665"/>
                <a:gd name="connsiteX12" fmla="*/ 21087 w 30671"/>
                <a:gd name="connsiteY12" fmla="*/ 34473 h 37665"/>
                <a:gd name="connsiteX13" fmla="*/ 25560 w 30671"/>
                <a:gd name="connsiteY13" fmla="*/ 37027 h 37665"/>
                <a:gd name="connsiteX14" fmla="*/ 27477 w 30671"/>
                <a:gd name="connsiteY14" fmla="*/ 36389 h 37665"/>
                <a:gd name="connsiteX15" fmla="*/ 29394 w 30671"/>
                <a:gd name="connsiteY15" fmla="*/ 30005 h 37665"/>
                <a:gd name="connsiteX16" fmla="*/ 25560 w 30671"/>
                <a:gd name="connsiteY16" fmla="*/ 22982 h 37665"/>
                <a:gd name="connsiteX17" fmla="*/ 27477 w 30671"/>
                <a:gd name="connsiteY17" fmla="*/ 21706 h 37665"/>
                <a:gd name="connsiteX18" fmla="*/ 30672 w 30671"/>
                <a:gd name="connsiteY18" fmla="*/ 12130 h 37665"/>
                <a:gd name="connsiteX19" fmla="*/ 9585 w 30671"/>
                <a:gd name="connsiteY19" fmla="*/ 16598 h 37665"/>
                <a:gd name="connsiteX20" fmla="*/ 9585 w 30671"/>
                <a:gd name="connsiteY20" fmla="*/ 10214 h 37665"/>
                <a:gd name="connsiteX21" fmla="*/ 17892 w 30671"/>
                <a:gd name="connsiteY21" fmla="*/ 10214 h 37665"/>
                <a:gd name="connsiteX22" fmla="*/ 20448 w 30671"/>
                <a:gd name="connsiteY22" fmla="*/ 10853 h 37665"/>
                <a:gd name="connsiteX23" fmla="*/ 21087 w 30671"/>
                <a:gd name="connsiteY23" fmla="*/ 12130 h 37665"/>
                <a:gd name="connsiteX24" fmla="*/ 20448 w 30671"/>
                <a:gd name="connsiteY24" fmla="*/ 14683 h 37665"/>
                <a:gd name="connsiteX25" fmla="*/ 9585 w 30671"/>
                <a:gd name="connsiteY25" fmla="*/ 16598 h 37665"/>
                <a:gd name="connsiteX26" fmla="*/ 9585 w 30671"/>
                <a:gd name="connsiteY26" fmla="*/ 16598 h 3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671" h="37665">
                  <a:moveTo>
                    <a:pt x="30672" y="12130"/>
                  </a:moveTo>
                  <a:cubicBezTo>
                    <a:pt x="30672" y="8938"/>
                    <a:pt x="29394" y="5746"/>
                    <a:pt x="27477" y="3830"/>
                  </a:cubicBezTo>
                  <a:cubicBezTo>
                    <a:pt x="24921" y="1277"/>
                    <a:pt x="21726" y="0"/>
                    <a:pt x="17892" y="0"/>
                  </a:cubicBezTo>
                  <a:lnTo>
                    <a:pt x="5112" y="0"/>
                  </a:lnTo>
                  <a:cubicBezTo>
                    <a:pt x="2556" y="0"/>
                    <a:pt x="0" y="1915"/>
                    <a:pt x="0" y="5107"/>
                  </a:cubicBezTo>
                  <a:lnTo>
                    <a:pt x="0" y="32558"/>
                  </a:lnTo>
                  <a:cubicBezTo>
                    <a:pt x="0" y="35112"/>
                    <a:pt x="1917" y="37027"/>
                    <a:pt x="4473" y="37665"/>
                  </a:cubicBezTo>
                  <a:cubicBezTo>
                    <a:pt x="4473" y="37665"/>
                    <a:pt x="4473" y="37665"/>
                    <a:pt x="4473" y="37665"/>
                  </a:cubicBezTo>
                  <a:lnTo>
                    <a:pt x="4473" y="37665"/>
                  </a:lnTo>
                  <a:cubicBezTo>
                    <a:pt x="7029" y="37665"/>
                    <a:pt x="9585" y="35750"/>
                    <a:pt x="9585" y="32558"/>
                  </a:cubicBezTo>
                  <a:lnTo>
                    <a:pt x="9585" y="26174"/>
                  </a:lnTo>
                  <a:cubicBezTo>
                    <a:pt x="11502" y="26174"/>
                    <a:pt x="14058" y="26174"/>
                    <a:pt x="15975" y="25536"/>
                  </a:cubicBezTo>
                  <a:lnTo>
                    <a:pt x="21087" y="34473"/>
                  </a:lnTo>
                  <a:cubicBezTo>
                    <a:pt x="21726" y="35750"/>
                    <a:pt x="23643" y="37027"/>
                    <a:pt x="25560" y="37027"/>
                  </a:cubicBezTo>
                  <a:cubicBezTo>
                    <a:pt x="26199" y="37027"/>
                    <a:pt x="26838" y="37027"/>
                    <a:pt x="27477" y="36389"/>
                  </a:cubicBezTo>
                  <a:cubicBezTo>
                    <a:pt x="30033" y="35112"/>
                    <a:pt x="30672" y="32558"/>
                    <a:pt x="29394" y="30005"/>
                  </a:cubicBezTo>
                  <a:lnTo>
                    <a:pt x="25560" y="22982"/>
                  </a:lnTo>
                  <a:cubicBezTo>
                    <a:pt x="26199" y="22344"/>
                    <a:pt x="26838" y="21706"/>
                    <a:pt x="27477" y="21706"/>
                  </a:cubicBezTo>
                  <a:cubicBezTo>
                    <a:pt x="30033" y="18514"/>
                    <a:pt x="30672" y="15322"/>
                    <a:pt x="30672" y="12130"/>
                  </a:cubicBezTo>
                  <a:close/>
                  <a:moveTo>
                    <a:pt x="9585" y="16598"/>
                  </a:moveTo>
                  <a:lnTo>
                    <a:pt x="9585" y="10214"/>
                  </a:lnTo>
                  <a:lnTo>
                    <a:pt x="17892" y="10214"/>
                  </a:lnTo>
                  <a:cubicBezTo>
                    <a:pt x="19170" y="10214"/>
                    <a:pt x="19809" y="10214"/>
                    <a:pt x="20448" y="10853"/>
                  </a:cubicBezTo>
                  <a:cubicBezTo>
                    <a:pt x="20448" y="10853"/>
                    <a:pt x="21087" y="11491"/>
                    <a:pt x="21087" y="12130"/>
                  </a:cubicBezTo>
                  <a:cubicBezTo>
                    <a:pt x="21087" y="12768"/>
                    <a:pt x="20448" y="14683"/>
                    <a:pt x="20448" y="14683"/>
                  </a:cubicBezTo>
                  <a:cubicBezTo>
                    <a:pt x="17892" y="16598"/>
                    <a:pt x="11502" y="16598"/>
                    <a:pt x="9585" y="16598"/>
                  </a:cubicBezTo>
                  <a:lnTo>
                    <a:pt x="9585" y="16598"/>
                  </a:lnTo>
                  <a:close/>
                </a:path>
              </a:pathLst>
            </a:custGeom>
            <a:solidFill>
              <a:srgbClr val="0097A9"/>
            </a:solidFill>
            <a:ln w="6390" cap="flat">
              <a:noFill/>
              <a:prstDash val="solid"/>
              <a:miter/>
            </a:ln>
          </p:spPr>
          <p:txBody>
            <a:bodyPr rtlCol="0" anchor="ctr"/>
            <a:lstStyle/>
            <a:p>
              <a:endParaRPr lang="en-US"/>
            </a:p>
          </p:txBody>
        </p:sp>
        <p:sp>
          <p:nvSpPr>
            <p:cNvPr id="369" name="Graphic 4">
              <a:extLst>
                <a:ext uri="{FF2B5EF4-FFF2-40B4-BE49-F238E27FC236}">
                  <a16:creationId xmlns:a16="http://schemas.microsoft.com/office/drawing/2014/main" id="{A23B6752-B2AB-5B43-8C3B-FDB16E9821C4}"/>
                </a:ext>
              </a:extLst>
            </p:cNvPr>
            <p:cNvSpPr/>
            <p:nvPr/>
          </p:nvSpPr>
          <p:spPr>
            <a:xfrm>
              <a:off x="3739391" y="1136511"/>
              <a:ext cx="33227" cy="38426"/>
            </a:xfrm>
            <a:custGeom>
              <a:avLst/>
              <a:gdLst>
                <a:gd name="connsiteX0" fmla="*/ 33228 w 33227"/>
                <a:gd name="connsiteY0" fmla="*/ 5107 h 38426"/>
                <a:gd name="connsiteX1" fmla="*/ 28115 w 33227"/>
                <a:gd name="connsiteY1" fmla="*/ 0 h 38426"/>
                <a:gd name="connsiteX2" fmla="*/ 23004 w 33227"/>
                <a:gd name="connsiteY2" fmla="*/ 5107 h 38426"/>
                <a:gd name="connsiteX3" fmla="*/ 23004 w 33227"/>
                <a:gd name="connsiteY3" fmla="*/ 22982 h 38426"/>
                <a:gd name="connsiteX4" fmla="*/ 21726 w 33227"/>
                <a:gd name="connsiteY4" fmla="*/ 26813 h 38426"/>
                <a:gd name="connsiteX5" fmla="*/ 16614 w 33227"/>
                <a:gd name="connsiteY5" fmla="*/ 28090 h 38426"/>
                <a:gd name="connsiteX6" fmla="*/ 11502 w 33227"/>
                <a:gd name="connsiteY6" fmla="*/ 26813 h 38426"/>
                <a:gd name="connsiteX7" fmla="*/ 10224 w 33227"/>
                <a:gd name="connsiteY7" fmla="*/ 23621 h 38426"/>
                <a:gd name="connsiteX8" fmla="*/ 10224 w 33227"/>
                <a:gd name="connsiteY8" fmla="*/ 5107 h 38426"/>
                <a:gd name="connsiteX9" fmla="*/ 5112 w 33227"/>
                <a:gd name="connsiteY9" fmla="*/ 0 h 38426"/>
                <a:gd name="connsiteX10" fmla="*/ 0 w 33227"/>
                <a:gd name="connsiteY10" fmla="*/ 5107 h 38426"/>
                <a:gd name="connsiteX11" fmla="*/ 0 w 33227"/>
                <a:gd name="connsiteY11" fmla="*/ 23621 h 38426"/>
                <a:gd name="connsiteX12" fmla="*/ 3834 w 33227"/>
                <a:gd name="connsiteY12" fmla="*/ 33835 h 38426"/>
                <a:gd name="connsiteX13" fmla="*/ 15975 w 33227"/>
                <a:gd name="connsiteY13" fmla="*/ 38304 h 38426"/>
                <a:gd name="connsiteX14" fmla="*/ 28115 w 33227"/>
                <a:gd name="connsiteY14" fmla="*/ 33835 h 38426"/>
                <a:gd name="connsiteX15" fmla="*/ 31950 w 33227"/>
                <a:gd name="connsiteY15" fmla="*/ 23621 h 38426"/>
                <a:gd name="connsiteX16" fmla="*/ 33228 w 33227"/>
                <a:gd name="connsiteY16" fmla="*/ 5107 h 38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227" h="38426">
                  <a:moveTo>
                    <a:pt x="33228" y="5107"/>
                  </a:moveTo>
                  <a:cubicBezTo>
                    <a:pt x="33228" y="2554"/>
                    <a:pt x="31310" y="0"/>
                    <a:pt x="28115" y="0"/>
                  </a:cubicBezTo>
                  <a:cubicBezTo>
                    <a:pt x="24921" y="0"/>
                    <a:pt x="23004" y="1915"/>
                    <a:pt x="23004" y="5107"/>
                  </a:cubicBezTo>
                  <a:lnTo>
                    <a:pt x="23004" y="22982"/>
                  </a:lnTo>
                  <a:cubicBezTo>
                    <a:pt x="23004" y="24259"/>
                    <a:pt x="22365" y="25536"/>
                    <a:pt x="21726" y="26813"/>
                  </a:cubicBezTo>
                  <a:cubicBezTo>
                    <a:pt x="20448" y="28090"/>
                    <a:pt x="18531" y="28728"/>
                    <a:pt x="16614" y="28090"/>
                  </a:cubicBezTo>
                  <a:cubicBezTo>
                    <a:pt x="14697" y="28090"/>
                    <a:pt x="12780" y="27451"/>
                    <a:pt x="11502" y="26813"/>
                  </a:cubicBezTo>
                  <a:cubicBezTo>
                    <a:pt x="10863" y="26174"/>
                    <a:pt x="10224" y="24898"/>
                    <a:pt x="10224" y="23621"/>
                  </a:cubicBezTo>
                  <a:lnTo>
                    <a:pt x="10224" y="5107"/>
                  </a:lnTo>
                  <a:cubicBezTo>
                    <a:pt x="10224" y="2554"/>
                    <a:pt x="8307" y="0"/>
                    <a:pt x="5112" y="0"/>
                  </a:cubicBezTo>
                  <a:cubicBezTo>
                    <a:pt x="1917" y="0"/>
                    <a:pt x="0" y="1915"/>
                    <a:pt x="0" y="5107"/>
                  </a:cubicBezTo>
                  <a:lnTo>
                    <a:pt x="0" y="23621"/>
                  </a:lnTo>
                  <a:cubicBezTo>
                    <a:pt x="0" y="27451"/>
                    <a:pt x="1278" y="30643"/>
                    <a:pt x="3834" y="33835"/>
                  </a:cubicBezTo>
                  <a:cubicBezTo>
                    <a:pt x="7029" y="37027"/>
                    <a:pt x="11502" y="38942"/>
                    <a:pt x="15975" y="38304"/>
                  </a:cubicBezTo>
                  <a:cubicBezTo>
                    <a:pt x="20448" y="38304"/>
                    <a:pt x="24921" y="37027"/>
                    <a:pt x="28115" y="33835"/>
                  </a:cubicBezTo>
                  <a:cubicBezTo>
                    <a:pt x="30672" y="31282"/>
                    <a:pt x="31950" y="27451"/>
                    <a:pt x="31950" y="23621"/>
                  </a:cubicBezTo>
                  <a:lnTo>
                    <a:pt x="33228" y="5107"/>
                  </a:lnTo>
                  <a:close/>
                </a:path>
              </a:pathLst>
            </a:custGeom>
            <a:solidFill>
              <a:srgbClr val="0097A9"/>
            </a:solidFill>
            <a:ln w="6390" cap="flat">
              <a:noFill/>
              <a:prstDash val="solid"/>
              <a:miter/>
            </a:ln>
          </p:spPr>
          <p:txBody>
            <a:bodyPr rtlCol="0" anchor="ctr"/>
            <a:lstStyle/>
            <a:p>
              <a:endParaRPr lang="en-US"/>
            </a:p>
          </p:txBody>
        </p:sp>
        <p:sp>
          <p:nvSpPr>
            <p:cNvPr id="370" name="Graphic 4">
              <a:extLst>
                <a:ext uri="{FF2B5EF4-FFF2-40B4-BE49-F238E27FC236}">
                  <a16:creationId xmlns:a16="http://schemas.microsoft.com/office/drawing/2014/main" id="{7B7D114E-A7FD-6E4D-9159-492C93C14464}"/>
                </a:ext>
              </a:extLst>
            </p:cNvPr>
            <p:cNvSpPr/>
            <p:nvPr/>
          </p:nvSpPr>
          <p:spPr>
            <a:xfrm>
              <a:off x="3709997" y="1135873"/>
              <a:ext cx="28115" cy="39580"/>
            </a:xfrm>
            <a:custGeom>
              <a:avLst/>
              <a:gdLst>
                <a:gd name="connsiteX0" fmla="*/ 23004 w 28115"/>
                <a:gd name="connsiteY0" fmla="*/ 10214 h 39580"/>
                <a:gd name="connsiteX1" fmla="*/ 28116 w 28115"/>
                <a:gd name="connsiteY1" fmla="*/ 5107 h 39580"/>
                <a:gd name="connsiteX2" fmla="*/ 23004 w 28115"/>
                <a:gd name="connsiteY2" fmla="*/ 0 h 39580"/>
                <a:gd name="connsiteX3" fmla="*/ 5112 w 28115"/>
                <a:gd name="connsiteY3" fmla="*/ 0 h 39580"/>
                <a:gd name="connsiteX4" fmla="*/ 0 w 28115"/>
                <a:gd name="connsiteY4" fmla="*/ 5107 h 39580"/>
                <a:gd name="connsiteX5" fmla="*/ 0 w 28115"/>
                <a:gd name="connsiteY5" fmla="*/ 5746 h 39580"/>
                <a:gd name="connsiteX6" fmla="*/ 0 w 28115"/>
                <a:gd name="connsiteY6" fmla="*/ 6384 h 39580"/>
                <a:gd name="connsiteX7" fmla="*/ 0 w 28115"/>
                <a:gd name="connsiteY7" fmla="*/ 33197 h 39580"/>
                <a:gd name="connsiteX8" fmla="*/ 0 w 28115"/>
                <a:gd name="connsiteY8" fmla="*/ 33835 h 39580"/>
                <a:gd name="connsiteX9" fmla="*/ 0 w 28115"/>
                <a:gd name="connsiteY9" fmla="*/ 34473 h 39580"/>
                <a:gd name="connsiteX10" fmla="*/ 5112 w 28115"/>
                <a:gd name="connsiteY10" fmla="*/ 39581 h 39580"/>
                <a:gd name="connsiteX11" fmla="*/ 23004 w 28115"/>
                <a:gd name="connsiteY11" fmla="*/ 39581 h 39580"/>
                <a:gd name="connsiteX12" fmla="*/ 28116 w 28115"/>
                <a:gd name="connsiteY12" fmla="*/ 34473 h 39580"/>
                <a:gd name="connsiteX13" fmla="*/ 23004 w 28115"/>
                <a:gd name="connsiteY13" fmla="*/ 29366 h 39580"/>
                <a:gd name="connsiteX14" fmla="*/ 10224 w 28115"/>
                <a:gd name="connsiteY14" fmla="*/ 29366 h 39580"/>
                <a:gd name="connsiteX15" fmla="*/ 10224 w 28115"/>
                <a:gd name="connsiteY15" fmla="*/ 24259 h 39580"/>
                <a:gd name="connsiteX16" fmla="*/ 23004 w 28115"/>
                <a:gd name="connsiteY16" fmla="*/ 24259 h 39580"/>
                <a:gd name="connsiteX17" fmla="*/ 28116 w 28115"/>
                <a:gd name="connsiteY17" fmla="*/ 19152 h 39580"/>
                <a:gd name="connsiteX18" fmla="*/ 23004 w 28115"/>
                <a:gd name="connsiteY18" fmla="*/ 14045 h 39580"/>
                <a:gd name="connsiteX19" fmla="*/ 10224 w 28115"/>
                <a:gd name="connsiteY19" fmla="*/ 14045 h 39580"/>
                <a:gd name="connsiteX20" fmla="*/ 10224 w 28115"/>
                <a:gd name="connsiteY20" fmla="*/ 8938 h 39580"/>
                <a:gd name="connsiteX21" fmla="*/ 23004 w 28115"/>
                <a:gd name="connsiteY21" fmla="*/ 8938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115" h="39580">
                  <a:moveTo>
                    <a:pt x="23004" y="10214"/>
                  </a:moveTo>
                  <a:cubicBezTo>
                    <a:pt x="25560" y="10214"/>
                    <a:pt x="28116" y="8299"/>
                    <a:pt x="28116" y="5107"/>
                  </a:cubicBezTo>
                  <a:cubicBezTo>
                    <a:pt x="28116" y="1915"/>
                    <a:pt x="26199" y="0"/>
                    <a:pt x="23004" y="0"/>
                  </a:cubicBezTo>
                  <a:lnTo>
                    <a:pt x="5112" y="0"/>
                  </a:lnTo>
                  <a:cubicBezTo>
                    <a:pt x="2556" y="0"/>
                    <a:pt x="0" y="1915"/>
                    <a:pt x="0" y="5107"/>
                  </a:cubicBezTo>
                  <a:cubicBezTo>
                    <a:pt x="0" y="5107"/>
                    <a:pt x="0" y="5746"/>
                    <a:pt x="0" y="5746"/>
                  </a:cubicBezTo>
                  <a:cubicBezTo>
                    <a:pt x="0" y="5746"/>
                    <a:pt x="0" y="5746"/>
                    <a:pt x="0" y="6384"/>
                  </a:cubicBezTo>
                  <a:lnTo>
                    <a:pt x="0" y="33197"/>
                  </a:lnTo>
                  <a:cubicBezTo>
                    <a:pt x="0" y="33197"/>
                    <a:pt x="0" y="33197"/>
                    <a:pt x="0" y="33835"/>
                  </a:cubicBezTo>
                  <a:cubicBezTo>
                    <a:pt x="0" y="34473"/>
                    <a:pt x="0" y="33835"/>
                    <a:pt x="0" y="34473"/>
                  </a:cubicBezTo>
                  <a:cubicBezTo>
                    <a:pt x="0" y="37027"/>
                    <a:pt x="1917" y="38942"/>
                    <a:pt x="5112" y="39581"/>
                  </a:cubicBezTo>
                  <a:lnTo>
                    <a:pt x="23004" y="39581"/>
                  </a:lnTo>
                  <a:cubicBezTo>
                    <a:pt x="25560" y="39581"/>
                    <a:pt x="28116" y="37665"/>
                    <a:pt x="28116" y="34473"/>
                  </a:cubicBezTo>
                  <a:cubicBezTo>
                    <a:pt x="28116" y="31281"/>
                    <a:pt x="26199" y="29366"/>
                    <a:pt x="23004" y="29366"/>
                  </a:cubicBezTo>
                  <a:lnTo>
                    <a:pt x="10224" y="29366"/>
                  </a:lnTo>
                  <a:lnTo>
                    <a:pt x="10224" y="24259"/>
                  </a:lnTo>
                  <a:lnTo>
                    <a:pt x="23004" y="24259"/>
                  </a:lnTo>
                  <a:cubicBezTo>
                    <a:pt x="25560" y="24259"/>
                    <a:pt x="28116" y="22344"/>
                    <a:pt x="28116" y="19152"/>
                  </a:cubicBezTo>
                  <a:cubicBezTo>
                    <a:pt x="28116" y="15960"/>
                    <a:pt x="26199" y="14045"/>
                    <a:pt x="23004" y="14045"/>
                  </a:cubicBezTo>
                  <a:lnTo>
                    <a:pt x="10224" y="14045"/>
                  </a:lnTo>
                  <a:lnTo>
                    <a:pt x="10224" y="8938"/>
                  </a:lnTo>
                  <a:lnTo>
                    <a:pt x="23004" y="8938"/>
                  </a:lnTo>
                  <a:close/>
                </a:path>
              </a:pathLst>
            </a:custGeom>
            <a:solidFill>
              <a:srgbClr val="0097A9"/>
            </a:solidFill>
            <a:ln w="6390" cap="flat">
              <a:noFill/>
              <a:prstDash val="solid"/>
              <a:miter/>
            </a:ln>
          </p:spPr>
          <p:txBody>
            <a:bodyPr rtlCol="0" anchor="ctr"/>
            <a:lstStyle/>
            <a:p>
              <a:endParaRPr lang="en-US"/>
            </a:p>
          </p:txBody>
        </p:sp>
        <p:sp>
          <p:nvSpPr>
            <p:cNvPr id="371" name="Graphic 4">
              <a:extLst>
                <a:ext uri="{FF2B5EF4-FFF2-40B4-BE49-F238E27FC236}">
                  <a16:creationId xmlns:a16="http://schemas.microsoft.com/office/drawing/2014/main" id="{0AE72D26-AE05-3A48-9E87-3137C7A6D1B7}"/>
                </a:ext>
              </a:extLst>
            </p:cNvPr>
            <p:cNvSpPr/>
            <p:nvPr/>
          </p:nvSpPr>
          <p:spPr>
            <a:xfrm>
              <a:off x="3672296" y="1136511"/>
              <a:ext cx="32588" cy="38303"/>
            </a:xfrm>
            <a:custGeom>
              <a:avLst/>
              <a:gdLst>
                <a:gd name="connsiteX0" fmla="*/ 26838 w 32588"/>
                <a:gd name="connsiteY0" fmla="*/ 0 h 38303"/>
                <a:gd name="connsiteX1" fmla="*/ 26838 w 32588"/>
                <a:gd name="connsiteY1" fmla="*/ 0 h 38303"/>
                <a:gd name="connsiteX2" fmla="*/ 21726 w 32588"/>
                <a:gd name="connsiteY2" fmla="*/ 5107 h 38303"/>
                <a:gd name="connsiteX3" fmla="*/ 21726 w 32588"/>
                <a:gd name="connsiteY3" fmla="*/ 19152 h 38303"/>
                <a:gd name="connsiteX4" fmla="*/ 8307 w 32588"/>
                <a:gd name="connsiteY4" fmla="*/ 1915 h 38303"/>
                <a:gd name="connsiteX5" fmla="*/ 3195 w 32588"/>
                <a:gd name="connsiteY5" fmla="*/ 638 h 38303"/>
                <a:gd name="connsiteX6" fmla="*/ 0 w 32588"/>
                <a:gd name="connsiteY6" fmla="*/ 5107 h 38303"/>
                <a:gd name="connsiteX7" fmla="*/ 0 w 32588"/>
                <a:gd name="connsiteY7" fmla="*/ 33197 h 38303"/>
                <a:gd name="connsiteX8" fmla="*/ 5112 w 32588"/>
                <a:gd name="connsiteY8" fmla="*/ 38304 h 38303"/>
                <a:gd name="connsiteX9" fmla="*/ 10224 w 32588"/>
                <a:gd name="connsiteY9" fmla="*/ 33197 h 38303"/>
                <a:gd name="connsiteX10" fmla="*/ 10224 w 32588"/>
                <a:gd name="connsiteY10" fmla="*/ 19152 h 38303"/>
                <a:gd name="connsiteX11" fmla="*/ 24282 w 32588"/>
                <a:gd name="connsiteY11" fmla="*/ 36389 h 38303"/>
                <a:gd name="connsiteX12" fmla="*/ 29394 w 32588"/>
                <a:gd name="connsiteY12" fmla="*/ 37666 h 38303"/>
                <a:gd name="connsiteX13" fmla="*/ 32589 w 32588"/>
                <a:gd name="connsiteY13" fmla="*/ 33197 h 38303"/>
                <a:gd name="connsiteX14" fmla="*/ 32589 w 32588"/>
                <a:gd name="connsiteY14" fmla="*/ 5107 h 38303"/>
                <a:gd name="connsiteX15" fmla="*/ 26838 w 32588"/>
                <a:gd name="connsiteY15" fmla="*/ 0 h 38303"/>
                <a:gd name="connsiteX16" fmla="*/ 26838 w 32588"/>
                <a:gd name="connsiteY16" fmla="*/ 0 h 3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588" h="38303">
                  <a:moveTo>
                    <a:pt x="26838" y="0"/>
                  </a:moveTo>
                  <a:lnTo>
                    <a:pt x="26838" y="0"/>
                  </a:lnTo>
                  <a:cubicBezTo>
                    <a:pt x="24282" y="0"/>
                    <a:pt x="21726" y="1915"/>
                    <a:pt x="21726" y="5107"/>
                  </a:cubicBezTo>
                  <a:lnTo>
                    <a:pt x="21726" y="19152"/>
                  </a:lnTo>
                  <a:lnTo>
                    <a:pt x="8307" y="1915"/>
                  </a:lnTo>
                  <a:cubicBezTo>
                    <a:pt x="7029" y="638"/>
                    <a:pt x="5112" y="0"/>
                    <a:pt x="3195" y="638"/>
                  </a:cubicBezTo>
                  <a:cubicBezTo>
                    <a:pt x="1278" y="1277"/>
                    <a:pt x="0" y="3192"/>
                    <a:pt x="0" y="5107"/>
                  </a:cubicBezTo>
                  <a:lnTo>
                    <a:pt x="0" y="33197"/>
                  </a:lnTo>
                  <a:cubicBezTo>
                    <a:pt x="0" y="35750"/>
                    <a:pt x="1917" y="38304"/>
                    <a:pt x="5112" y="38304"/>
                  </a:cubicBezTo>
                  <a:cubicBezTo>
                    <a:pt x="8307" y="38304"/>
                    <a:pt x="10224" y="36389"/>
                    <a:pt x="10224" y="33197"/>
                  </a:cubicBezTo>
                  <a:lnTo>
                    <a:pt x="10224" y="19152"/>
                  </a:lnTo>
                  <a:lnTo>
                    <a:pt x="24282" y="36389"/>
                  </a:lnTo>
                  <a:cubicBezTo>
                    <a:pt x="25560" y="37666"/>
                    <a:pt x="27477" y="38304"/>
                    <a:pt x="29394" y="37666"/>
                  </a:cubicBezTo>
                  <a:cubicBezTo>
                    <a:pt x="31310" y="37027"/>
                    <a:pt x="32589" y="35112"/>
                    <a:pt x="32589" y="33197"/>
                  </a:cubicBezTo>
                  <a:lnTo>
                    <a:pt x="32589" y="5107"/>
                  </a:lnTo>
                  <a:cubicBezTo>
                    <a:pt x="31950" y="2554"/>
                    <a:pt x="29394" y="0"/>
                    <a:pt x="26838" y="0"/>
                  </a:cubicBezTo>
                  <a:lnTo>
                    <a:pt x="26838" y="0"/>
                  </a:lnTo>
                  <a:close/>
                </a:path>
              </a:pathLst>
            </a:custGeom>
            <a:solidFill>
              <a:srgbClr val="0097A9"/>
            </a:solidFill>
            <a:ln w="6390" cap="flat">
              <a:noFill/>
              <a:prstDash val="solid"/>
              <a:miter/>
            </a:ln>
          </p:spPr>
          <p:txBody>
            <a:bodyPr rtlCol="0" anchor="ctr"/>
            <a:lstStyle/>
            <a:p>
              <a:endParaRPr lang="en-US"/>
            </a:p>
          </p:txBody>
        </p:sp>
      </p:grpSp>
      <p:grpSp>
        <p:nvGrpSpPr>
          <p:cNvPr id="372" name="Graphic 4">
            <a:extLst>
              <a:ext uri="{FF2B5EF4-FFF2-40B4-BE49-F238E27FC236}">
                <a16:creationId xmlns:a16="http://schemas.microsoft.com/office/drawing/2014/main" id="{34850C9F-D83B-854B-A9E7-A6F99BDD1482}"/>
              </a:ext>
            </a:extLst>
          </p:cNvPr>
          <p:cNvGrpSpPr/>
          <p:nvPr/>
        </p:nvGrpSpPr>
        <p:grpSpPr>
          <a:xfrm>
            <a:off x="4045469" y="918179"/>
            <a:ext cx="362309" cy="361971"/>
            <a:chOff x="4045469" y="918179"/>
            <a:chExt cx="362309" cy="361971"/>
          </a:xfrm>
          <a:solidFill>
            <a:srgbClr val="0097A9"/>
          </a:solidFill>
        </p:grpSpPr>
        <p:sp>
          <p:nvSpPr>
            <p:cNvPr id="373" name="Graphic 4">
              <a:extLst>
                <a:ext uri="{FF2B5EF4-FFF2-40B4-BE49-F238E27FC236}">
                  <a16:creationId xmlns:a16="http://schemas.microsoft.com/office/drawing/2014/main" id="{9A5EA75C-46D1-6A4B-AA5E-D6733D3D83C9}"/>
                </a:ext>
              </a:extLst>
            </p:cNvPr>
            <p:cNvSpPr/>
            <p:nvPr/>
          </p:nvSpPr>
          <p:spPr>
            <a:xfrm>
              <a:off x="4214802" y="1033648"/>
              <a:ext cx="66462" cy="76768"/>
            </a:xfrm>
            <a:custGeom>
              <a:avLst/>
              <a:gdLst>
                <a:gd name="connsiteX0" fmla="*/ 10863 w 66462"/>
                <a:gd name="connsiteY0" fmla="*/ 67751 h 76768"/>
                <a:gd name="connsiteX1" fmla="*/ 35784 w 66462"/>
                <a:gd name="connsiteY1" fmla="*/ 76688 h 76768"/>
                <a:gd name="connsiteX2" fmla="*/ 56232 w 66462"/>
                <a:gd name="connsiteY2" fmla="*/ 68389 h 76768"/>
                <a:gd name="connsiteX3" fmla="*/ 66456 w 66462"/>
                <a:gd name="connsiteY3" fmla="*/ 37108 h 76768"/>
                <a:gd name="connsiteX4" fmla="*/ 66456 w 66462"/>
                <a:gd name="connsiteY4" fmla="*/ 36469 h 76768"/>
                <a:gd name="connsiteX5" fmla="*/ 56232 w 66462"/>
                <a:gd name="connsiteY5" fmla="*/ 8380 h 76768"/>
                <a:gd name="connsiteX6" fmla="*/ 33228 w 66462"/>
                <a:gd name="connsiteY6" fmla="*/ 81 h 76768"/>
                <a:gd name="connsiteX7" fmla="*/ 31950 w 66462"/>
                <a:gd name="connsiteY7" fmla="*/ 81 h 76768"/>
                <a:gd name="connsiteX8" fmla="*/ 10224 w 66462"/>
                <a:gd name="connsiteY8" fmla="*/ 9018 h 76768"/>
                <a:gd name="connsiteX9" fmla="*/ 0 w 66462"/>
                <a:gd name="connsiteY9" fmla="*/ 39661 h 76768"/>
                <a:gd name="connsiteX10" fmla="*/ 10863 w 66462"/>
                <a:gd name="connsiteY10" fmla="*/ 67751 h 76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462" h="76768">
                  <a:moveTo>
                    <a:pt x="10863" y="67751"/>
                  </a:moveTo>
                  <a:cubicBezTo>
                    <a:pt x="17253" y="74135"/>
                    <a:pt x="26199" y="77327"/>
                    <a:pt x="35784" y="76688"/>
                  </a:cubicBezTo>
                  <a:cubicBezTo>
                    <a:pt x="43452" y="77327"/>
                    <a:pt x="51119" y="74135"/>
                    <a:pt x="56232" y="68389"/>
                  </a:cubicBezTo>
                  <a:cubicBezTo>
                    <a:pt x="67094" y="56898"/>
                    <a:pt x="66456" y="37746"/>
                    <a:pt x="66456" y="37108"/>
                  </a:cubicBezTo>
                  <a:lnTo>
                    <a:pt x="66456" y="36469"/>
                  </a:lnTo>
                  <a:cubicBezTo>
                    <a:pt x="66456" y="26255"/>
                    <a:pt x="62622" y="16041"/>
                    <a:pt x="56232" y="8380"/>
                  </a:cubicBezTo>
                  <a:cubicBezTo>
                    <a:pt x="49842" y="2634"/>
                    <a:pt x="42174" y="-558"/>
                    <a:pt x="33228" y="81"/>
                  </a:cubicBezTo>
                  <a:lnTo>
                    <a:pt x="31950" y="81"/>
                  </a:lnTo>
                  <a:cubicBezTo>
                    <a:pt x="23643" y="81"/>
                    <a:pt x="15975" y="2634"/>
                    <a:pt x="10224" y="9018"/>
                  </a:cubicBezTo>
                  <a:cubicBezTo>
                    <a:pt x="3195" y="17956"/>
                    <a:pt x="0" y="28170"/>
                    <a:pt x="0" y="39661"/>
                  </a:cubicBezTo>
                  <a:cubicBezTo>
                    <a:pt x="639" y="49876"/>
                    <a:pt x="3834" y="60090"/>
                    <a:pt x="10863" y="67751"/>
                  </a:cubicBezTo>
                  <a:close/>
                </a:path>
              </a:pathLst>
            </a:custGeom>
            <a:solidFill>
              <a:srgbClr val="0097A9"/>
            </a:solidFill>
            <a:ln w="6390" cap="flat">
              <a:noFill/>
              <a:prstDash val="solid"/>
              <a:miter/>
            </a:ln>
          </p:spPr>
          <p:txBody>
            <a:bodyPr rtlCol="0" anchor="ctr"/>
            <a:lstStyle/>
            <a:p>
              <a:endParaRPr lang="en-US"/>
            </a:p>
          </p:txBody>
        </p:sp>
        <p:sp>
          <p:nvSpPr>
            <p:cNvPr id="374" name="Graphic 4">
              <a:extLst>
                <a:ext uri="{FF2B5EF4-FFF2-40B4-BE49-F238E27FC236}">
                  <a16:creationId xmlns:a16="http://schemas.microsoft.com/office/drawing/2014/main" id="{7853E5E8-912F-3C4A-A175-C8B9BBA7D5C0}"/>
                </a:ext>
              </a:extLst>
            </p:cNvPr>
            <p:cNvSpPr/>
            <p:nvPr/>
          </p:nvSpPr>
          <p:spPr>
            <a:xfrm>
              <a:off x="4294037" y="1146087"/>
              <a:ext cx="7668" cy="11491"/>
            </a:xfrm>
            <a:custGeom>
              <a:avLst/>
              <a:gdLst>
                <a:gd name="connsiteX0" fmla="*/ 3834 w 7668"/>
                <a:gd name="connsiteY0" fmla="*/ 0 h 11491"/>
                <a:gd name="connsiteX1" fmla="*/ 3834 w 7668"/>
                <a:gd name="connsiteY1" fmla="*/ 0 h 11491"/>
                <a:gd name="connsiteX2" fmla="*/ 0 w 7668"/>
                <a:gd name="connsiteY2" fmla="*/ 11491 h 11491"/>
                <a:gd name="connsiteX3" fmla="*/ 7668 w 7668"/>
                <a:gd name="connsiteY3" fmla="*/ 11491 h 11491"/>
                <a:gd name="connsiteX4" fmla="*/ 3834 w 7668"/>
                <a:gd name="connsiteY4" fmla="*/ 0 h 11491"/>
                <a:gd name="connsiteX5" fmla="*/ 3834 w 7668"/>
                <a:gd name="connsiteY5" fmla="*/ 0 h 11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68" h="11491">
                  <a:moveTo>
                    <a:pt x="3834" y="0"/>
                  </a:moveTo>
                  <a:lnTo>
                    <a:pt x="3834" y="0"/>
                  </a:lnTo>
                  <a:lnTo>
                    <a:pt x="0" y="11491"/>
                  </a:lnTo>
                  <a:lnTo>
                    <a:pt x="7668" y="11491"/>
                  </a:lnTo>
                  <a:lnTo>
                    <a:pt x="3834" y="0"/>
                  </a:lnTo>
                  <a:lnTo>
                    <a:pt x="3834" y="0"/>
                  </a:lnTo>
                  <a:close/>
                </a:path>
              </a:pathLst>
            </a:custGeom>
            <a:solidFill>
              <a:srgbClr val="0097A9"/>
            </a:solidFill>
            <a:ln w="6390" cap="flat">
              <a:noFill/>
              <a:prstDash val="solid"/>
              <a:miter/>
            </a:ln>
          </p:spPr>
          <p:txBody>
            <a:bodyPr rtlCol="0" anchor="ctr"/>
            <a:lstStyle/>
            <a:p>
              <a:endParaRPr lang="en-US"/>
            </a:p>
          </p:txBody>
        </p:sp>
        <p:sp>
          <p:nvSpPr>
            <p:cNvPr id="375" name="Graphic 4">
              <a:extLst>
                <a:ext uri="{FF2B5EF4-FFF2-40B4-BE49-F238E27FC236}">
                  <a16:creationId xmlns:a16="http://schemas.microsoft.com/office/drawing/2014/main" id="{FCD92614-8F12-A24B-B2D0-E0738269AB9B}"/>
                </a:ext>
              </a:extLst>
            </p:cNvPr>
            <p:cNvSpPr/>
            <p:nvPr/>
          </p:nvSpPr>
          <p:spPr>
            <a:xfrm>
              <a:off x="4256976" y="1146725"/>
              <a:ext cx="11501" cy="6383"/>
            </a:xfrm>
            <a:custGeom>
              <a:avLst/>
              <a:gdLst>
                <a:gd name="connsiteX0" fmla="*/ 11502 w 11501"/>
                <a:gd name="connsiteY0" fmla="*/ 2554 h 6383"/>
                <a:gd name="connsiteX1" fmla="*/ 8307 w 11501"/>
                <a:gd name="connsiteY1" fmla="*/ 0 h 6383"/>
                <a:gd name="connsiteX2" fmla="*/ 0 w 11501"/>
                <a:gd name="connsiteY2" fmla="*/ 0 h 6383"/>
                <a:gd name="connsiteX3" fmla="*/ 0 w 11501"/>
                <a:gd name="connsiteY3" fmla="*/ 6384 h 6383"/>
                <a:gd name="connsiteX4" fmla="*/ 0 w 11501"/>
                <a:gd name="connsiteY4" fmla="*/ 6384 h 6383"/>
                <a:gd name="connsiteX5" fmla="*/ 10863 w 11501"/>
                <a:gd name="connsiteY5" fmla="*/ 4469 h 6383"/>
                <a:gd name="connsiteX6" fmla="*/ 11502 w 11501"/>
                <a:gd name="connsiteY6" fmla="*/ 2554 h 6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01" h="6383">
                  <a:moveTo>
                    <a:pt x="11502" y="2554"/>
                  </a:moveTo>
                  <a:cubicBezTo>
                    <a:pt x="11502" y="1277"/>
                    <a:pt x="10224" y="0"/>
                    <a:pt x="8307" y="0"/>
                  </a:cubicBezTo>
                  <a:lnTo>
                    <a:pt x="0" y="0"/>
                  </a:lnTo>
                  <a:lnTo>
                    <a:pt x="0" y="6384"/>
                  </a:lnTo>
                  <a:lnTo>
                    <a:pt x="0" y="6384"/>
                  </a:lnTo>
                  <a:cubicBezTo>
                    <a:pt x="1917" y="6384"/>
                    <a:pt x="8946" y="6384"/>
                    <a:pt x="10863" y="4469"/>
                  </a:cubicBezTo>
                  <a:cubicBezTo>
                    <a:pt x="10863" y="4469"/>
                    <a:pt x="11502" y="3830"/>
                    <a:pt x="11502" y="2554"/>
                  </a:cubicBezTo>
                  <a:close/>
                </a:path>
              </a:pathLst>
            </a:custGeom>
            <a:solidFill>
              <a:srgbClr val="0097A9"/>
            </a:solidFill>
            <a:ln w="6390" cap="flat">
              <a:noFill/>
              <a:prstDash val="solid"/>
              <a:miter/>
            </a:ln>
          </p:spPr>
          <p:txBody>
            <a:bodyPr rtlCol="0" anchor="ctr"/>
            <a:lstStyle/>
            <a:p>
              <a:endParaRPr lang="en-US"/>
            </a:p>
          </p:txBody>
        </p:sp>
        <p:sp>
          <p:nvSpPr>
            <p:cNvPr id="376" name="Graphic 4">
              <a:extLst>
                <a:ext uri="{FF2B5EF4-FFF2-40B4-BE49-F238E27FC236}">
                  <a16:creationId xmlns:a16="http://schemas.microsoft.com/office/drawing/2014/main" id="{16E72CCE-D144-BC4B-9CE5-F1D2D0921294}"/>
                </a:ext>
              </a:extLst>
            </p:cNvPr>
            <p:cNvSpPr/>
            <p:nvPr/>
          </p:nvSpPr>
          <p:spPr>
            <a:xfrm>
              <a:off x="4045469" y="918179"/>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69973 w 362309"/>
                <a:gd name="connsiteY6" fmla="*/ 116188 h 361971"/>
                <a:gd name="connsiteX7" fmla="*/ 200644 w 362309"/>
                <a:gd name="connsiteY7" fmla="*/ 103420 h 361971"/>
                <a:gd name="connsiteX8" fmla="*/ 233872 w 362309"/>
                <a:gd name="connsiteY8" fmla="*/ 115550 h 361971"/>
                <a:gd name="connsiteX9" fmla="*/ 247930 w 362309"/>
                <a:gd name="connsiteY9" fmla="*/ 152577 h 361971"/>
                <a:gd name="connsiteX10" fmla="*/ 234511 w 362309"/>
                <a:gd name="connsiteY10" fmla="*/ 192796 h 361971"/>
                <a:gd name="connsiteX11" fmla="*/ 204478 w 362309"/>
                <a:gd name="connsiteY11" fmla="*/ 204926 h 361971"/>
                <a:gd name="connsiteX12" fmla="*/ 203839 w 362309"/>
                <a:gd name="connsiteY12" fmla="*/ 204926 h 361971"/>
                <a:gd name="connsiteX13" fmla="*/ 170611 w 362309"/>
                <a:gd name="connsiteY13" fmla="*/ 192796 h 361971"/>
                <a:gd name="connsiteX14" fmla="*/ 156553 w 362309"/>
                <a:gd name="connsiteY14" fmla="*/ 155769 h 361971"/>
                <a:gd name="connsiteX15" fmla="*/ 169973 w 362309"/>
                <a:gd name="connsiteY15" fmla="*/ 116188 h 361971"/>
                <a:gd name="connsiteX16" fmla="*/ 93293 w 362309"/>
                <a:gd name="connsiteY16" fmla="*/ 255998 h 361971"/>
                <a:gd name="connsiteX17" fmla="*/ 88181 w 362309"/>
                <a:gd name="connsiteY17" fmla="*/ 254721 h 361971"/>
                <a:gd name="connsiteX18" fmla="*/ 74124 w 362309"/>
                <a:gd name="connsiteY18" fmla="*/ 237484 h 361971"/>
                <a:gd name="connsiteX19" fmla="*/ 74124 w 362309"/>
                <a:gd name="connsiteY19" fmla="*/ 251529 h 361971"/>
                <a:gd name="connsiteX20" fmla="*/ 69012 w 362309"/>
                <a:gd name="connsiteY20" fmla="*/ 256636 h 361971"/>
                <a:gd name="connsiteX21" fmla="*/ 63899 w 362309"/>
                <a:gd name="connsiteY21" fmla="*/ 251529 h 361971"/>
                <a:gd name="connsiteX22" fmla="*/ 63899 w 362309"/>
                <a:gd name="connsiteY22" fmla="*/ 223439 h 361971"/>
                <a:gd name="connsiteX23" fmla="*/ 69012 w 362309"/>
                <a:gd name="connsiteY23" fmla="*/ 218971 h 361971"/>
                <a:gd name="connsiteX24" fmla="*/ 72845 w 362309"/>
                <a:gd name="connsiteY24" fmla="*/ 220886 h 361971"/>
                <a:gd name="connsiteX25" fmla="*/ 86264 w 362309"/>
                <a:gd name="connsiteY25" fmla="*/ 238123 h 361971"/>
                <a:gd name="connsiteX26" fmla="*/ 86264 w 362309"/>
                <a:gd name="connsiteY26" fmla="*/ 224078 h 361971"/>
                <a:gd name="connsiteX27" fmla="*/ 90737 w 362309"/>
                <a:gd name="connsiteY27" fmla="*/ 218971 h 361971"/>
                <a:gd name="connsiteX28" fmla="*/ 90737 w 362309"/>
                <a:gd name="connsiteY28" fmla="*/ 218971 h 361971"/>
                <a:gd name="connsiteX29" fmla="*/ 95849 w 362309"/>
                <a:gd name="connsiteY29" fmla="*/ 223439 h 361971"/>
                <a:gd name="connsiteX30" fmla="*/ 95849 w 362309"/>
                <a:gd name="connsiteY30" fmla="*/ 251529 h 361971"/>
                <a:gd name="connsiteX31" fmla="*/ 93293 w 362309"/>
                <a:gd name="connsiteY31" fmla="*/ 255998 h 361971"/>
                <a:gd name="connsiteX32" fmla="*/ 93293 w 362309"/>
                <a:gd name="connsiteY32" fmla="*/ 255998 h 361971"/>
                <a:gd name="connsiteX33" fmla="*/ 125243 w 362309"/>
                <a:gd name="connsiteY33" fmla="*/ 232377 h 361971"/>
                <a:gd name="connsiteX34" fmla="*/ 130355 w 362309"/>
                <a:gd name="connsiteY34" fmla="*/ 237484 h 361971"/>
                <a:gd name="connsiteX35" fmla="*/ 125243 w 362309"/>
                <a:gd name="connsiteY35" fmla="*/ 242591 h 361971"/>
                <a:gd name="connsiteX36" fmla="*/ 112463 w 362309"/>
                <a:gd name="connsiteY36" fmla="*/ 242591 h 361971"/>
                <a:gd name="connsiteX37" fmla="*/ 112463 w 362309"/>
                <a:gd name="connsiteY37" fmla="*/ 247699 h 361971"/>
                <a:gd name="connsiteX38" fmla="*/ 125243 w 362309"/>
                <a:gd name="connsiteY38" fmla="*/ 247699 h 361971"/>
                <a:gd name="connsiteX39" fmla="*/ 130355 w 362309"/>
                <a:gd name="connsiteY39" fmla="*/ 252806 h 361971"/>
                <a:gd name="connsiteX40" fmla="*/ 125243 w 362309"/>
                <a:gd name="connsiteY40" fmla="*/ 257913 h 361971"/>
                <a:gd name="connsiteX41" fmla="*/ 107990 w 362309"/>
                <a:gd name="connsiteY41" fmla="*/ 257913 h 361971"/>
                <a:gd name="connsiteX42" fmla="*/ 102878 w 362309"/>
                <a:gd name="connsiteY42" fmla="*/ 252806 h 361971"/>
                <a:gd name="connsiteX43" fmla="*/ 102878 w 362309"/>
                <a:gd name="connsiteY43" fmla="*/ 252167 h 361971"/>
                <a:gd name="connsiteX44" fmla="*/ 102878 w 362309"/>
                <a:gd name="connsiteY44" fmla="*/ 251529 h 361971"/>
                <a:gd name="connsiteX45" fmla="*/ 102878 w 362309"/>
                <a:gd name="connsiteY45" fmla="*/ 224716 h 361971"/>
                <a:gd name="connsiteX46" fmla="*/ 102878 w 362309"/>
                <a:gd name="connsiteY46" fmla="*/ 224078 h 361971"/>
                <a:gd name="connsiteX47" fmla="*/ 102878 w 362309"/>
                <a:gd name="connsiteY47" fmla="*/ 223439 h 361971"/>
                <a:gd name="connsiteX48" fmla="*/ 107990 w 362309"/>
                <a:gd name="connsiteY48" fmla="*/ 218332 h 361971"/>
                <a:gd name="connsiteX49" fmla="*/ 125243 w 362309"/>
                <a:gd name="connsiteY49" fmla="*/ 218332 h 361971"/>
                <a:gd name="connsiteX50" fmla="*/ 130355 w 362309"/>
                <a:gd name="connsiteY50" fmla="*/ 223439 h 361971"/>
                <a:gd name="connsiteX51" fmla="*/ 125243 w 362309"/>
                <a:gd name="connsiteY51" fmla="*/ 228547 h 361971"/>
                <a:gd name="connsiteX52" fmla="*/ 112463 w 362309"/>
                <a:gd name="connsiteY52" fmla="*/ 228547 h 361971"/>
                <a:gd name="connsiteX53" fmla="*/ 112463 w 362309"/>
                <a:gd name="connsiteY53" fmla="*/ 233654 h 361971"/>
                <a:gd name="connsiteX54" fmla="*/ 125243 w 362309"/>
                <a:gd name="connsiteY54" fmla="*/ 233654 h 361971"/>
                <a:gd name="connsiteX55" fmla="*/ 109268 w 362309"/>
                <a:gd name="connsiteY55" fmla="*/ 204926 h 361971"/>
                <a:gd name="connsiteX56" fmla="*/ 95849 w 362309"/>
                <a:gd name="connsiteY56" fmla="*/ 203011 h 361971"/>
                <a:gd name="connsiteX57" fmla="*/ 69012 w 362309"/>
                <a:gd name="connsiteY57" fmla="*/ 183859 h 361971"/>
                <a:gd name="connsiteX58" fmla="*/ 66456 w 362309"/>
                <a:gd name="connsiteY58" fmla="*/ 134702 h 361971"/>
                <a:gd name="connsiteX59" fmla="*/ 109268 w 362309"/>
                <a:gd name="connsiteY59" fmla="*/ 104059 h 361971"/>
                <a:gd name="connsiteX60" fmla="*/ 146969 w 362309"/>
                <a:gd name="connsiteY60" fmla="*/ 130872 h 361971"/>
                <a:gd name="connsiteX61" fmla="*/ 143774 w 362309"/>
                <a:gd name="connsiteY61" fmla="*/ 139171 h 361971"/>
                <a:gd name="connsiteX62" fmla="*/ 135467 w 362309"/>
                <a:gd name="connsiteY62" fmla="*/ 135979 h 361971"/>
                <a:gd name="connsiteX63" fmla="*/ 134828 w 362309"/>
                <a:gd name="connsiteY63" fmla="*/ 134702 h 361971"/>
                <a:gd name="connsiteX64" fmla="*/ 109907 w 362309"/>
                <a:gd name="connsiteY64" fmla="*/ 116188 h 361971"/>
                <a:gd name="connsiteX65" fmla="*/ 78597 w 362309"/>
                <a:gd name="connsiteY65" fmla="*/ 138532 h 361971"/>
                <a:gd name="connsiteX66" fmla="*/ 80513 w 362309"/>
                <a:gd name="connsiteY66" fmla="*/ 177475 h 361971"/>
                <a:gd name="connsiteX67" fmla="*/ 99044 w 362309"/>
                <a:gd name="connsiteY67" fmla="*/ 190881 h 361971"/>
                <a:gd name="connsiteX68" fmla="*/ 124604 w 362309"/>
                <a:gd name="connsiteY68" fmla="*/ 188327 h 361971"/>
                <a:gd name="connsiteX69" fmla="*/ 136106 w 362309"/>
                <a:gd name="connsiteY69" fmla="*/ 172368 h 361971"/>
                <a:gd name="connsiteX70" fmla="*/ 143774 w 362309"/>
                <a:gd name="connsiteY70" fmla="*/ 167260 h 361971"/>
                <a:gd name="connsiteX71" fmla="*/ 148886 w 362309"/>
                <a:gd name="connsiteY71" fmla="*/ 174921 h 361971"/>
                <a:gd name="connsiteX72" fmla="*/ 132272 w 362309"/>
                <a:gd name="connsiteY72" fmla="*/ 199180 h 361971"/>
                <a:gd name="connsiteX73" fmla="*/ 109268 w 362309"/>
                <a:gd name="connsiteY73" fmla="*/ 204926 h 361971"/>
                <a:gd name="connsiteX74" fmla="*/ 109268 w 362309"/>
                <a:gd name="connsiteY74" fmla="*/ 204926 h 361971"/>
                <a:gd name="connsiteX75" fmla="*/ 161027 w 362309"/>
                <a:gd name="connsiteY75" fmla="*/ 251529 h 361971"/>
                <a:gd name="connsiteX76" fmla="*/ 148886 w 362309"/>
                <a:gd name="connsiteY76" fmla="*/ 255998 h 361971"/>
                <a:gd name="connsiteX77" fmla="*/ 136745 w 362309"/>
                <a:gd name="connsiteY77" fmla="*/ 251529 h 361971"/>
                <a:gd name="connsiteX78" fmla="*/ 132911 w 362309"/>
                <a:gd name="connsiteY78" fmla="*/ 241315 h 361971"/>
                <a:gd name="connsiteX79" fmla="*/ 132911 w 362309"/>
                <a:gd name="connsiteY79" fmla="*/ 222801 h 361971"/>
                <a:gd name="connsiteX80" fmla="*/ 138023 w 362309"/>
                <a:gd name="connsiteY80" fmla="*/ 217694 h 361971"/>
                <a:gd name="connsiteX81" fmla="*/ 143135 w 362309"/>
                <a:gd name="connsiteY81" fmla="*/ 222801 h 361971"/>
                <a:gd name="connsiteX82" fmla="*/ 143135 w 362309"/>
                <a:gd name="connsiteY82" fmla="*/ 241315 h 361971"/>
                <a:gd name="connsiteX83" fmla="*/ 144413 w 362309"/>
                <a:gd name="connsiteY83" fmla="*/ 244507 h 361971"/>
                <a:gd name="connsiteX84" fmla="*/ 149525 w 362309"/>
                <a:gd name="connsiteY84" fmla="*/ 245783 h 361971"/>
                <a:gd name="connsiteX85" fmla="*/ 154637 w 362309"/>
                <a:gd name="connsiteY85" fmla="*/ 244507 h 361971"/>
                <a:gd name="connsiteX86" fmla="*/ 155915 w 362309"/>
                <a:gd name="connsiteY86" fmla="*/ 240676 h 361971"/>
                <a:gd name="connsiteX87" fmla="*/ 155915 w 362309"/>
                <a:gd name="connsiteY87" fmla="*/ 222801 h 361971"/>
                <a:gd name="connsiteX88" fmla="*/ 161027 w 362309"/>
                <a:gd name="connsiteY88" fmla="*/ 217694 h 361971"/>
                <a:gd name="connsiteX89" fmla="*/ 166138 w 362309"/>
                <a:gd name="connsiteY89" fmla="*/ 222801 h 361971"/>
                <a:gd name="connsiteX90" fmla="*/ 166138 w 362309"/>
                <a:gd name="connsiteY90" fmla="*/ 240676 h 361971"/>
                <a:gd name="connsiteX91" fmla="*/ 161027 w 362309"/>
                <a:gd name="connsiteY91" fmla="*/ 251529 h 361971"/>
                <a:gd name="connsiteX92" fmla="*/ 161027 w 362309"/>
                <a:gd name="connsiteY92" fmla="*/ 251529 h 361971"/>
                <a:gd name="connsiteX93" fmla="*/ 194254 w 362309"/>
                <a:gd name="connsiteY93" fmla="*/ 227908 h 361971"/>
                <a:gd name="connsiteX94" fmla="*/ 188503 w 362309"/>
                <a:gd name="connsiteY94" fmla="*/ 227908 h 361971"/>
                <a:gd name="connsiteX95" fmla="*/ 188503 w 362309"/>
                <a:gd name="connsiteY95" fmla="*/ 251529 h 361971"/>
                <a:gd name="connsiteX96" fmla="*/ 183391 w 362309"/>
                <a:gd name="connsiteY96" fmla="*/ 256636 h 361971"/>
                <a:gd name="connsiteX97" fmla="*/ 178279 w 362309"/>
                <a:gd name="connsiteY97" fmla="*/ 251529 h 361971"/>
                <a:gd name="connsiteX98" fmla="*/ 178279 w 362309"/>
                <a:gd name="connsiteY98" fmla="*/ 227908 h 361971"/>
                <a:gd name="connsiteX99" fmla="*/ 172528 w 362309"/>
                <a:gd name="connsiteY99" fmla="*/ 227908 h 361971"/>
                <a:gd name="connsiteX100" fmla="*/ 167416 w 362309"/>
                <a:gd name="connsiteY100" fmla="*/ 222801 h 361971"/>
                <a:gd name="connsiteX101" fmla="*/ 172528 w 362309"/>
                <a:gd name="connsiteY101" fmla="*/ 217694 h 361971"/>
                <a:gd name="connsiteX102" fmla="*/ 193615 w 362309"/>
                <a:gd name="connsiteY102" fmla="*/ 217694 h 361971"/>
                <a:gd name="connsiteX103" fmla="*/ 198727 w 362309"/>
                <a:gd name="connsiteY103" fmla="*/ 222801 h 361971"/>
                <a:gd name="connsiteX104" fmla="*/ 194254 w 362309"/>
                <a:gd name="connsiteY104" fmla="*/ 227908 h 361971"/>
                <a:gd name="connsiteX105" fmla="*/ 194254 w 362309"/>
                <a:gd name="connsiteY105" fmla="*/ 227908 h 361971"/>
                <a:gd name="connsiteX106" fmla="*/ 230677 w 362309"/>
                <a:gd name="connsiteY106" fmla="*/ 248975 h 361971"/>
                <a:gd name="connsiteX107" fmla="*/ 228760 w 362309"/>
                <a:gd name="connsiteY107" fmla="*/ 255359 h 361971"/>
                <a:gd name="connsiteX108" fmla="*/ 226204 w 362309"/>
                <a:gd name="connsiteY108" fmla="*/ 255998 h 361971"/>
                <a:gd name="connsiteX109" fmla="*/ 221731 w 362309"/>
                <a:gd name="connsiteY109" fmla="*/ 253444 h 361971"/>
                <a:gd name="connsiteX110" fmla="*/ 216619 w 362309"/>
                <a:gd name="connsiteY110" fmla="*/ 244507 h 361971"/>
                <a:gd name="connsiteX111" fmla="*/ 210229 w 362309"/>
                <a:gd name="connsiteY111" fmla="*/ 244507 h 361971"/>
                <a:gd name="connsiteX112" fmla="*/ 210229 w 362309"/>
                <a:gd name="connsiteY112" fmla="*/ 244507 h 361971"/>
                <a:gd name="connsiteX113" fmla="*/ 210229 w 362309"/>
                <a:gd name="connsiteY113" fmla="*/ 250891 h 361971"/>
                <a:gd name="connsiteX114" fmla="*/ 205756 w 362309"/>
                <a:gd name="connsiteY114" fmla="*/ 255359 h 361971"/>
                <a:gd name="connsiteX115" fmla="*/ 205756 w 362309"/>
                <a:gd name="connsiteY115" fmla="*/ 255359 h 361971"/>
                <a:gd name="connsiteX116" fmla="*/ 205756 w 362309"/>
                <a:gd name="connsiteY116" fmla="*/ 255359 h 361971"/>
                <a:gd name="connsiteX117" fmla="*/ 200644 w 362309"/>
                <a:gd name="connsiteY117" fmla="*/ 250252 h 361971"/>
                <a:gd name="connsiteX118" fmla="*/ 200644 w 362309"/>
                <a:gd name="connsiteY118" fmla="*/ 222801 h 361971"/>
                <a:gd name="connsiteX119" fmla="*/ 205756 w 362309"/>
                <a:gd name="connsiteY119" fmla="*/ 217694 h 361971"/>
                <a:gd name="connsiteX120" fmla="*/ 218536 w 362309"/>
                <a:gd name="connsiteY120" fmla="*/ 217694 h 361971"/>
                <a:gd name="connsiteX121" fmla="*/ 228121 w 362309"/>
                <a:gd name="connsiteY121" fmla="*/ 221524 h 361971"/>
                <a:gd name="connsiteX122" fmla="*/ 231316 w 362309"/>
                <a:gd name="connsiteY122" fmla="*/ 229823 h 361971"/>
                <a:gd name="connsiteX123" fmla="*/ 228121 w 362309"/>
                <a:gd name="connsiteY123" fmla="*/ 239399 h 361971"/>
                <a:gd name="connsiteX124" fmla="*/ 226204 w 362309"/>
                <a:gd name="connsiteY124" fmla="*/ 240676 h 361971"/>
                <a:gd name="connsiteX125" fmla="*/ 230677 w 362309"/>
                <a:gd name="connsiteY125" fmla="*/ 248975 h 361971"/>
                <a:gd name="connsiteX126" fmla="*/ 265822 w 362309"/>
                <a:gd name="connsiteY126" fmla="*/ 255998 h 361971"/>
                <a:gd name="connsiteX127" fmla="*/ 260071 w 362309"/>
                <a:gd name="connsiteY127" fmla="*/ 252806 h 361971"/>
                <a:gd name="connsiteX128" fmla="*/ 260071 w 362309"/>
                <a:gd name="connsiteY128" fmla="*/ 252806 h 361971"/>
                <a:gd name="connsiteX129" fmla="*/ 258792 w 362309"/>
                <a:gd name="connsiteY129" fmla="*/ 248975 h 361971"/>
                <a:gd name="connsiteX130" fmla="*/ 245374 w 362309"/>
                <a:gd name="connsiteY130" fmla="*/ 248975 h 361971"/>
                <a:gd name="connsiteX131" fmla="*/ 244096 w 362309"/>
                <a:gd name="connsiteY131" fmla="*/ 252806 h 361971"/>
                <a:gd name="connsiteX132" fmla="*/ 239623 w 362309"/>
                <a:gd name="connsiteY132" fmla="*/ 255998 h 361971"/>
                <a:gd name="connsiteX133" fmla="*/ 238345 w 362309"/>
                <a:gd name="connsiteY133" fmla="*/ 255998 h 361971"/>
                <a:gd name="connsiteX134" fmla="*/ 235150 w 362309"/>
                <a:gd name="connsiteY134" fmla="*/ 250252 h 361971"/>
                <a:gd name="connsiteX135" fmla="*/ 242818 w 362309"/>
                <a:gd name="connsiteY135" fmla="*/ 225355 h 361971"/>
                <a:gd name="connsiteX136" fmla="*/ 253681 w 362309"/>
                <a:gd name="connsiteY136" fmla="*/ 217694 h 361971"/>
                <a:gd name="connsiteX137" fmla="*/ 261349 w 362309"/>
                <a:gd name="connsiteY137" fmla="*/ 225355 h 361971"/>
                <a:gd name="connsiteX138" fmla="*/ 269017 w 362309"/>
                <a:gd name="connsiteY138" fmla="*/ 250252 h 361971"/>
                <a:gd name="connsiteX139" fmla="*/ 265822 w 362309"/>
                <a:gd name="connsiteY139" fmla="*/ 255998 h 361971"/>
                <a:gd name="connsiteX140" fmla="*/ 265822 w 362309"/>
                <a:gd name="connsiteY140" fmla="*/ 255998 h 361971"/>
                <a:gd name="connsiteX141" fmla="*/ 292659 w 362309"/>
                <a:gd name="connsiteY141" fmla="*/ 255998 h 361971"/>
                <a:gd name="connsiteX142" fmla="*/ 277323 w 362309"/>
                <a:gd name="connsiteY142" fmla="*/ 255998 h 361971"/>
                <a:gd name="connsiteX143" fmla="*/ 272212 w 362309"/>
                <a:gd name="connsiteY143" fmla="*/ 251529 h 361971"/>
                <a:gd name="connsiteX144" fmla="*/ 272212 w 362309"/>
                <a:gd name="connsiteY144" fmla="*/ 251529 h 361971"/>
                <a:gd name="connsiteX145" fmla="*/ 272212 w 362309"/>
                <a:gd name="connsiteY145" fmla="*/ 223439 h 361971"/>
                <a:gd name="connsiteX146" fmla="*/ 277323 w 362309"/>
                <a:gd name="connsiteY146" fmla="*/ 218332 h 361971"/>
                <a:gd name="connsiteX147" fmla="*/ 282435 w 362309"/>
                <a:gd name="connsiteY147" fmla="*/ 223439 h 361971"/>
                <a:gd name="connsiteX148" fmla="*/ 282435 w 362309"/>
                <a:gd name="connsiteY148" fmla="*/ 246422 h 361971"/>
                <a:gd name="connsiteX149" fmla="*/ 292659 w 362309"/>
                <a:gd name="connsiteY149" fmla="*/ 246422 h 361971"/>
                <a:gd name="connsiteX150" fmla="*/ 297771 w 362309"/>
                <a:gd name="connsiteY150" fmla="*/ 251529 h 361971"/>
                <a:gd name="connsiteX151" fmla="*/ 292659 w 362309"/>
                <a:gd name="connsiteY151" fmla="*/ 255998 h 361971"/>
                <a:gd name="connsiteX152" fmla="*/ 293298 w 362309"/>
                <a:gd name="connsiteY152" fmla="*/ 209395 h 361971"/>
                <a:gd name="connsiteX153" fmla="*/ 260710 w 362309"/>
                <a:gd name="connsiteY153" fmla="*/ 209395 h 361971"/>
                <a:gd name="connsiteX154" fmla="*/ 254320 w 362309"/>
                <a:gd name="connsiteY154" fmla="*/ 203011 h 361971"/>
                <a:gd name="connsiteX155" fmla="*/ 255597 w 362309"/>
                <a:gd name="connsiteY155" fmla="*/ 199180 h 361971"/>
                <a:gd name="connsiteX156" fmla="*/ 277323 w 362309"/>
                <a:gd name="connsiteY156" fmla="*/ 176836 h 361971"/>
                <a:gd name="connsiteX157" fmla="*/ 284991 w 362309"/>
                <a:gd name="connsiteY157" fmla="*/ 162792 h 361971"/>
                <a:gd name="connsiteX158" fmla="*/ 276045 w 362309"/>
                <a:gd name="connsiteY158" fmla="*/ 157684 h 361971"/>
                <a:gd name="connsiteX159" fmla="*/ 268377 w 362309"/>
                <a:gd name="connsiteY159" fmla="*/ 165984 h 361971"/>
                <a:gd name="connsiteX160" fmla="*/ 261349 w 362309"/>
                <a:gd name="connsiteY160" fmla="*/ 171729 h 361971"/>
                <a:gd name="connsiteX161" fmla="*/ 255597 w 362309"/>
                <a:gd name="connsiteY161" fmla="*/ 164707 h 361971"/>
                <a:gd name="connsiteX162" fmla="*/ 276045 w 362309"/>
                <a:gd name="connsiteY162" fmla="*/ 144916 h 361971"/>
                <a:gd name="connsiteX163" fmla="*/ 297771 w 362309"/>
                <a:gd name="connsiteY163" fmla="*/ 160876 h 361971"/>
                <a:gd name="connsiteX164" fmla="*/ 285630 w 362309"/>
                <a:gd name="connsiteY164" fmla="*/ 185774 h 361971"/>
                <a:gd name="connsiteX165" fmla="*/ 274767 w 362309"/>
                <a:gd name="connsiteY165" fmla="*/ 195988 h 361971"/>
                <a:gd name="connsiteX166" fmla="*/ 293298 w 362309"/>
                <a:gd name="connsiteY166" fmla="*/ 195988 h 361971"/>
                <a:gd name="connsiteX167" fmla="*/ 299688 w 362309"/>
                <a:gd name="connsiteY167" fmla="*/ 202372 h 361971"/>
                <a:gd name="connsiteX168" fmla="*/ 293298 w 362309"/>
                <a:gd name="connsiteY168" fmla="*/ 20939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310" y="81077"/>
                    <a:pt x="281796" y="0"/>
                    <a:pt x="181474" y="0"/>
                  </a:cubicBezTo>
                  <a:close/>
                  <a:moveTo>
                    <a:pt x="169973" y="116188"/>
                  </a:moveTo>
                  <a:cubicBezTo>
                    <a:pt x="178279" y="107889"/>
                    <a:pt x="189142" y="103420"/>
                    <a:pt x="200644" y="103420"/>
                  </a:cubicBezTo>
                  <a:cubicBezTo>
                    <a:pt x="212785" y="102782"/>
                    <a:pt x="224926" y="106612"/>
                    <a:pt x="233872" y="115550"/>
                  </a:cubicBezTo>
                  <a:cubicBezTo>
                    <a:pt x="242818" y="125764"/>
                    <a:pt x="247930" y="139171"/>
                    <a:pt x="247930" y="152577"/>
                  </a:cubicBezTo>
                  <a:cubicBezTo>
                    <a:pt x="247930" y="155131"/>
                    <a:pt x="248569" y="178113"/>
                    <a:pt x="234511" y="192796"/>
                  </a:cubicBezTo>
                  <a:cubicBezTo>
                    <a:pt x="226843" y="201095"/>
                    <a:pt x="215980" y="205564"/>
                    <a:pt x="204478" y="204926"/>
                  </a:cubicBezTo>
                  <a:lnTo>
                    <a:pt x="203839" y="204926"/>
                  </a:lnTo>
                  <a:cubicBezTo>
                    <a:pt x="191698" y="205564"/>
                    <a:pt x="179557" y="201095"/>
                    <a:pt x="170611" y="192796"/>
                  </a:cubicBezTo>
                  <a:cubicBezTo>
                    <a:pt x="161666" y="182582"/>
                    <a:pt x="156553" y="169814"/>
                    <a:pt x="156553" y="155769"/>
                  </a:cubicBezTo>
                  <a:cubicBezTo>
                    <a:pt x="156553" y="141086"/>
                    <a:pt x="161027" y="127041"/>
                    <a:pt x="169973" y="116188"/>
                  </a:cubicBezTo>
                  <a:close/>
                  <a:moveTo>
                    <a:pt x="93293" y="255998"/>
                  </a:moveTo>
                  <a:cubicBezTo>
                    <a:pt x="91376" y="256636"/>
                    <a:pt x="89459" y="255998"/>
                    <a:pt x="88181" y="254721"/>
                  </a:cubicBezTo>
                  <a:lnTo>
                    <a:pt x="74124" y="237484"/>
                  </a:lnTo>
                  <a:lnTo>
                    <a:pt x="74124" y="251529"/>
                  </a:lnTo>
                  <a:cubicBezTo>
                    <a:pt x="74124" y="254083"/>
                    <a:pt x="72207" y="256636"/>
                    <a:pt x="69012" y="256636"/>
                  </a:cubicBezTo>
                  <a:cubicBezTo>
                    <a:pt x="65817" y="256636"/>
                    <a:pt x="63899" y="254721"/>
                    <a:pt x="63899" y="251529"/>
                  </a:cubicBezTo>
                  <a:lnTo>
                    <a:pt x="63899" y="223439"/>
                  </a:lnTo>
                  <a:cubicBezTo>
                    <a:pt x="63899" y="220886"/>
                    <a:pt x="65817" y="218971"/>
                    <a:pt x="69012" y="218971"/>
                  </a:cubicBezTo>
                  <a:cubicBezTo>
                    <a:pt x="70289" y="218971"/>
                    <a:pt x="71567" y="219609"/>
                    <a:pt x="72845" y="220886"/>
                  </a:cubicBezTo>
                  <a:lnTo>
                    <a:pt x="86264" y="238123"/>
                  </a:lnTo>
                  <a:lnTo>
                    <a:pt x="86264" y="224078"/>
                  </a:lnTo>
                  <a:cubicBezTo>
                    <a:pt x="86264" y="221524"/>
                    <a:pt x="88181" y="219609"/>
                    <a:pt x="90737" y="218971"/>
                  </a:cubicBezTo>
                  <a:lnTo>
                    <a:pt x="90737" y="218971"/>
                  </a:lnTo>
                  <a:cubicBezTo>
                    <a:pt x="93293" y="218971"/>
                    <a:pt x="95210" y="220886"/>
                    <a:pt x="95849" y="223439"/>
                  </a:cubicBezTo>
                  <a:lnTo>
                    <a:pt x="95849" y="251529"/>
                  </a:lnTo>
                  <a:cubicBezTo>
                    <a:pt x="96488" y="253444"/>
                    <a:pt x="95210" y="254721"/>
                    <a:pt x="93293" y="255998"/>
                  </a:cubicBezTo>
                  <a:lnTo>
                    <a:pt x="93293" y="255998"/>
                  </a:lnTo>
                  <a:close/>
                  <a:moveTo>
                    <a:pt x="125243" y="232377"/>
                  </a:moveTo>
                  <a:cubicBezTo>
                    <a:pt x="127799" y="232377"/>
                    <a:pt x="130355" y="234292"/>
                    <a:pt x="130355" y="237484"/>
                  </a:cubicBezTo>
                  <a:cubicBezTo>
                    <a:pt x="130355" y="240676"/>
                    <a:pt x="128438" y="242591"/>
                    <a:pt x="125243" y="242591"/>
                  </a:cubicBezTo>
                  <a:lnTo>
                    <a:pt x="112463" y="242591"/>
                  </a:lnTo>
                  <a:lnTo>
                    <a:pt x="112463" y="247699"/>
                  </a:lnTo>
                  <a:lnTo>
                    <a:pt x="125243" y="247699"/>
                  </a:lnTo>
                  <a:cubicBezTo>
                    <a:pt x="127799" y="247699"/>
                    <a:pt x="130355" y="249614"/>
                    <a:pt x="130355" y="252806"/>
                  </a:cubicBezTo>
                  <a:cubicBezTo>
                    <a:pt x="130355" y="255998"/>
                    <a:pt x="128438" y="257913"/>
                    <a:pt x="125243" y="257913"/>
                  </a:cubicBezTo>
                  <a:lnTo>
                    <a:pt x="107990" y="257913"/>
                  </a:lnTo>
                  <a:cubicBezTo>
                    <a:pt x="105434" y="257913"/>
                    <a:pt x="103517" y="255998"/>
                    <a:pt x="102878" y="252806"/>
                  </a:cubicBezTo>
                  <a:cubicBezTo>
                    <a:pt x="102878" y="252806"/>
                    <a:pt x="102878" y="252167"/>
                    <a:pt x="102878" y="252167"/>
                  </a:cubicBezTo>
                  <a:cubicBezTo>
                    <a:pt x="102878" y="252167"/>
                    <a:pt x="102878" y="252167"/>
                    <a:pt x="102878" y="251529"/>
                  </a:cubicBezTo>
                  <a:lnTo>
                    <a:pt x="102878" y="224716"/>
                  </a:lnTo>
                  <a:cubicBezTo>
                    <a:pt x="102878" y="224716"/>
                    <a:pt x="102878" y="224716"/>
                    <a:pt x="102878" y="224078"/>
                  </a:cubicBezTo>
                  <a:cubicBezTo>
                    <a:pt x="102878" y="223439"/>
                    <a:pt x="102878" y="223439"/>
                    <a:pt x="102878" y="223439"/>
                  </a:cubicBezTo>
                  <a:cubicBezTo>
                    <a:pt x="102878" y="220886"/>
                    <a:pt x="104795" y="218332"/>
                    <a:pt x="107990" y="218332"/>
                  </a:cubicBezTo>
                  <a:lnTo>
                    <a:pt x="125243" y="218332"/>
                  </a:lnTo>
                  <a:cubicBezTo>
                    <a:pt x="127799" y="218332"/>
                    <a:pt x="130355" y="220247"/>
                    <a:pt x="130355" y="223439"/>
                  </a:cubicBezTo>
                  <a:cubicBezTo>
                    <a:pt x="130355" y="226631"/>
                    <a:pt x="128438" y="228547"/>
                    <a:pt x="125243" y="228547"/>
                  </a:cubicBezTo>
                  <a:lnTo>
                    <a:pt x="112463" y="228547"/>
                  </a:lnTo>
                  <a:lnTo>
                    <a:pt x="112463" y="233654"/>
                  </a:lnTo>
                  <a:lnTo>
                    <a:pt x="125243" y="233654"/>
                  </a:lnTo>
                  <a:close/>
                  <a:moveTo>
                    <a:pt x="109268" y="204926"/>
                  </a:moveTo>
                  <a:cubicBezTo>
                    <a:pt x="104795" y="204926"/>
                    <a:pt x="100322" y="204287"/>
                    <a:pt x="95849" y="203011"/>
                  </a:cubicBezTo>
                  <a:cubicBezTo>
                    <a:pt x="84347" y="201095"/>
                    <a:pt x="74762" y="194073"/>
                    <a:pt x="69012" y="183859"/>
                  </a:cubicBezTo>
                  <a:cubicBezTo>
                    <a:pt x="59427" y="166622"/>
                    <a:pt x="63261" y="144278"/>
                    <a:pt x="66456" y="134702"/>
                  </a:cubicBezTo>
                  <a:cubicBezTo>
                    <a:pt x="72207" y="116188"/>
                    <a:pt x="89459" y="103420"/>
                    <a:pt x="109268" y="104059"/>
                  </a:cubicBezTo>
                  <a:cubicBezTo>
                    <a:pt x="136106" y="102782"/>
                    <a:pt x="146330" y="129595"/>
                    <a:pt x="146969" y="130872"/>
                  </a:cubicBezTo>
                  <a:cubicBezTo>
                    <a:pt x="148247" y="134064"/>
                    <a:pt x="146969" y="137894"/>
                    <a:pt x="143774" y="139171"/>
                  </a:cubicBezTo>
                  <a:cubicBezTo>
                    <a:pt x="140579" y="140448"/>
                    <a:pt x="136745" y="139171"/>
                    <a:pt x="135467" y="135979"/>
                  </a:cubicBezTo>
                  <a:cubicBezTo>
                    <a:pt x="135467" y="135979"/>
                    <a:pt x="135467" y="135340"/>
                    <a:pt x="134828" y="134702"/>
                  </a:cubicBezTo>
                  <a:cubicBezTo>
                    <a:pt x="134828" y="134064"/>
                    <a:pt x="127799" y="115550"/>
                    <a:pt x="109907" y="116188"/>
                  </a:cubicBezTo>
                  <a:cubicBezTo>
                    <a:pt x="93932" y="116827"/>
                    <a:pt x="83069" y="123849"/>
                    <a:pt x="78597" y="138532"/>
                  </a:cubicBezTo>
                  <a:cubicBezTo>
                    <a:pt x="74124" y="151300"/>
                    <a:pt x="74762" y="165345"/>
                    <a:pt x="80513" y="177475"/>
                  </a:cubicBezTo>
                  <a:cubicBezTo>
                    <a:pt x="84347" y="184497"/>
                    <a:pt x="91376" y="188966"/>
                    <a:pt x="99044" y="190881"/>
                  </a:cubicBezTo>
                  <a:cubicBezTo>
                    <a:pt x="107351" y="193435"/>
                    <a:pt x="116936" y="192796"/>
                    <a:pt x="124604" y="188327"/>
                  </a:cubicBezTo>
                  <a:cubicBezTo>
                    <a:pt x="130355" y="184497"/>
                    <a:pt x="134189" y="178752"/>
                    <a:pt x="136106" y="172368"/>
                  </a:cubicBezTo>
                  <a:cubicBezTo>
                    <a:pt x="136745" y="168537"/>
                    <a:pt x="140579" y="166622"/>
                    <a:pt x="143774" y="167260"/>
                  </a:cubicBezTo>
                  <a:cubicBezTo>
                    <a:pt x="147608" y="167899"/>
                    <a:pt x="149525" y="171729"/>
                    <a:pt x="148886" y="174921"/>
                  </a:cubicBezTo>
                  <a:cubicBezTo>
                    <a:pt x="146330" y="184497"/>
                    <a:pt x="140579" y="193435"/>
                    <a:pt x="132272" y="199180"/>
                  </a:cubicBezTo>
                  <a:cubicBezTo>
                    <a:pt x="125243" y="203011"/>
                    <a:pt x="117575" y="204926"/>
                    <a:pt x="109268" y="204926"/>
                  </a:cubicBezTo>
                  <a:lnTo>
                    <a:pt x="109268" y="204926"/>
                  </a:lnTo>
                  <a:close/>
                  <a:moveTo>
                    <a:pt x="161027" y="251529"/>
                  </a:moveTo>
                  <a:cubicBezTo>
                    <a:pt x="157832" y="254721"/>
                    <a:pt x="153358" y="256636"/>
                    <a:pt x="148886" y="255998"/>
                  </a:cubicBezTo>
                  <a:cubicBezTo>
                    <a:pt x="144413" y="255998"/>
                    <a:pt x="139940" y="254721"/>
                    <a:pt x="136745" y="251529"/>
                  </a:cubicBezTo>
                  <a:cubicBezTo>
                    <a:pt x="134189" y="248975"/>
                    <a:pt x="132911" y="245145"/>
                    <a:pt x="132911" y="241315"/>
                  </a:cubicBezTo>
                  <a:lnTo>
                    <a:pt x="132911" y="222801"/>
                  </a:lnTo>
                  <a:cubicBezTo>
                    <a:pt x="132911" y="220247"/>
                    <a:pt x="134828" y="217694"/>
                    <a:pt x="138023" y="217694"/>
                  </a:cubicBezTo>
                  <a:cubicBezTo>
                    <a:pt x="141218" y="217694"/>
                    <a:pt x="143135" y="219609"/>
                    <a:pt x="143135" y="222801"/>
                  </a:cubicBezTo>
                  <a:lnTo>
                    <a:pt x="143135" y="241315"/>
                  </a:lnTo>
                  <a:cubicBezTo>
                    <a:pt x="143135" y="242591"/>
                    <a:pt x="143774" y="243868"/>
                    <a:pt x="144413" y="244507"/>
                  </a:cubicBezTo>
                  <a:cubicBezTo>
                    <a:pt x="145691" y="245783"/>
                    <a:pt x="147608" y="246422"/>
                    <a:pt x="149525" y="245783"/>
                  </a:cubicBezTo>
                  <a:cubicBezTo>
                    <a:pt x="151442" y="245783"/>
                    <a:pt x="153358" y="245145"/>
                    <a:pt x="154637" y="244507"/>
                  </a:cubicBezTo>
                  <a:cubicBezTo>
                    <a:pt x="155276" y="243230"/>
                    <a:pt x="155915" y="241953"/>
                    <a:pt x="155915" y="240676"/>
                  </a:cubicBezTo>
                  <a:lnTo>
                    <a:pt x="155915" y="222801"/>
                  </a:lnTo>
                  <a:cubicBezTo>
                    <a:pt x="155915" y="220247"/>
                    <a:pt x="157832" y="217694"/>
                    <a:pt x="161027" y="217694"/>
                  </a:cubicBezTo>
                  <a:cubicBezTo>
                    <a:pt x="164221" y="217694"/>
                    <a:pt x="166138" y="219609"/>
                    <a:pt x="166138" y="222801"/>
                  </a:cubicBezTo>
                  <a:lnTo>
                    <a:pt x="166138" y="240676"/>
                  </a:lnTo>
                  <a:cubicBezTo>
                    <a:pt x="164861" y="245145"/>
                    <a:pt x="163583" y="248975"/>
                    <a:pt x="161027" y="251529"/>
                  </a:cubicBezTo>
                  <a:lnTo>
                    <a:pt x="161027" y="251529"/>
                  </a:lnTo>
                  <a:close/>
                  <a:moveTo>
                    <a:pt x="194254" y="227908"/>
                  </a:moveTo>
                  <a:lnTo>
                    <a:pt x="188503" y="227908"/>
                  </a:lnTo>
                  <a:lnTo>
                    <a:pt x="188503" y="251529"/>
                  </a:lnTo>
                  <a:cubicBezTo>
                    <a:pt x="188503" y="254083"/>
                    <a:pt x="186586" y="256636"/>
                    <a:pt x="183391" y="256636"/>
                  </a:cubicBezTo>
                  <a:cubicBezTo>
                    <a:pt x="180196" y="256636"/>
                    <a:pt x="178279" y="254721"/>
                    <a:pt x="178279" y="251529"/>
                  </a:cubicBezTo>
                  <a:lnTo>
                    <a:pt x="178279" y="227908"/>
                  </a:lnTo>
                  <a:lnTo>
                    <a:pt x="172528" y="227908"/>
                  </a:lnTo>
                  <a:cubicBezTo>
                    <a:pt x="169973" y="227908"/>
                    <a:pt x="167416" y="225993"/>
                    <a:pt x="167416" y="222801"/>
                  </a:cubicBezTo>
                  <a:cubicBezTo>
                    <a:pt x="167416" y="219609"/>
                    <a:pt x="169333" y="217694"/>
                    <a:pt x="172528" y="217694"/>
                  </a:cubicBezTo>
                  <a:lnTo>
                    <a:pt x="193615" y="217694"/>
                  </a:lnTo>
                  <a:cubicBezTo>
                    <a:pt x="196171" y="217694"/>
                    <a:pt x="198727" y="219609"/>
                    <a:pt x="198727" y="222801"/>
                  </a:cubicBezTo>
                  <a:cubicBezTo>
                    <a:pt x="198727" y="225993"/>
                    <a:pt x="196810" y="227908"/>
                    <a:pt x="194254" y="227908"/>
                  </a:cubicBezTo>
                  <a:lnTo>
                    <a:pt x="194254" y="227908"/>
                  </a:lnTo>
                  <a:close/>
                  <a:moveTo>
                    <a:pt x="230677" y="248975"/>
                  </a:moveTo>
                  <a:cubicBezTo>
                    <a:pt x="231955" y="251529"/>
                    <a:pt x="231316" y="254083"/>
                    <a:pt x="228760" y="255359"/>
                  </a:cubicBezTo>
                  <a:cubicBezTo>
                    <a:pt x="228121" y="255998"/>
                    <a:pt x="227482" y="255998"/>
                    <a:pt x="226204" y="255998"/>
                  </a:cubicBezTo>
                  <a:cubicBezTo>
                    <a:pt x="224287" y="255998"/>
                    <a:pt x="223009" y="254721"/>
                    <a:pt x="221731" y="253444"/>
                  </a:cubicBezTo>
                  <a:lnTo>
                    <a:pt x="216619" y="244507"/>
                  </a:lnTo>
                  <a:cubicBezTo>
                    <a:pt x="214702" y="244507"/>
                    <a:pt x="212785" y="244507"/>
                    <a:pt x="210229" y="244507"/>
                  </a:cubicBezTo>
                  <a:lnTo>
                    <a:pt x="210229" y="244507"/>
                  </a:lnTo>
                  <a:lnTo>
                    <a:pt x="210229" y="250891"/>
                  </a:lnTo>
                  <a:cubicBezTo>
                    <a:pt x="210229" y="253444"/>
                    <a:pt x="208312" y="255359"/>
                    <a:pt x="205756" y="255359"/>
                  </a:cubicBezTo>
                  <a:cubicBezTo>
                    <a:pt x="205756" y="255359"/>
                    <a:pt x="205756" y="255359"/>
                    <a:pt x="205756" y="255359"/>
                  </a:cubicBezTo>
                  <a:lnTo>
                    <a:pt x="205756" y="255359"/>
                  </a:lnTo>
                  <a:cubicBezTo>
                    <a:pt x="203200" y="255359"/>
                    <a:pt x="201283" y="253444"/>
                    <a:pt x="200644" y="250252"/>
                  </a:cubicBezTo>
                  <a:lnTo>
                    <a:pt x="200644" y="222801"/>
                  </a:lnTo>
                  <a:cubicBezTo>
                    <a:pt x="200644" y="220247"/>
                    <a:pt x="202561" y="217694"/>
                    <a:pt x="205756" y="217694"/>
                  </a:cubicBezTo>
                  <a:lnTo>
                    <a:pt x="218536" y="217694"/>
                  </a:lnTo>
                  <a:cubicBezTo>
                    <a:pt x="221731" y="217694"/>
                    <a:pt x="225565" y="218971"/>
                    <a:pt x="228121" y="221524"/>
                  </a:cubicBezTo>
                  <a:cubicBezTo>
                    <a:pt x="230038" y="223439"/>
                    <a:pt x="231316" y="226631"/>
                    <a:pt x="231316" y="229823"/>
                  </a:cubicBezTo>
                  <a:cubicBezTo>
                    <a:pt x="231316" y="233015"/>
                    <a:pt x="230038" y="236846"/>
                    <a:pt x="228121" y="239399"/>
                  </a:cubicBezTo>
                  <a:cubicBezTo>
                    <a:pt x="227482" y="240038"/>
                    <a:pt x="226843" y="240676"/>
                    <a:pt x="226204" y="240676"/>
                  </a:cubicBezTo>
                  <a:lnTo>
                    <a:pt x="230677" y="248975"/>
                  </a:lnTo>
                  <a:close/>
                  <a:moveTo>
                    <a:pt x="265822" y="255998"/>
                  </a:moveTo>
                  <a:cubicBezTo>
                    <a:pt x="263266" y="256636"/>
                    <a:pt x="260710" y="255359"/>
                    <a:pt x="260071" y="252806"/>
                  </a:cubicBezTo>
                  <a:cubicBezTo>
                    <a:pt x="260071" y="252806"/>
                    <a:pt x="260071" y="252806"/>
                    <a:pt x="260071" y="252806"/>
                  </a:cubicBezTo>
                  <a:lnTo>
                    <a:pt x="258792" y="248975"/>
                  </a:lnTo>
                  <a:lnTo>
                    <a:pt x="245374" y="248975"/>
                  </a:lnTo>
                  <a:lnTo>
                    <a:pt x="244096" y="252806"/>
                  </a:lnTo>
                  <a:cubicBezTo>
                    <a:pt x="243457" y="254721"/>
                    <a:pt x="241540" y="255998"/>
                    <a:pt x="239623" y="255998"/>
                  </a:cubicBezTo>
                  <a:cubicBezTo>
                    <a:pt x="238984" y="255998"/>
                    <a:pt x="238345" y="255998"/>
                    <a:pt x="238345" y="255998"/>
                  </a:cubicBezTo>
                  <a:cubicBezTo>
                    <a:pt x="235789" y="255359"/>
                    <a:pt x="234511" y="252806"/>
                    <a:pt x="235150" y="250252"/>
                  </a:cubicBezTo>
                  <a:lnTo>
                    <a:pt x="242818" y="225355"/>
                  </a:lnTo>
                  <a:cubicBezTo>
                    <a:pt x="243457" y="220247"/>
                    <a:pt x="248569" y="216417"/>
                    <a:pt x="253681" y="217694"/>
                  </a:cubicBezTo>
                  <a:cubicBezTo>
                    <a:pt x="257515" y="218332"/>
                    <a:pt x="260710" y="221524"/>
                    <a:pt x="261349" y="225355"/>
                  </a:cubicBezTo>
                  <a:lnTo>
                    <a:pt x="269017" y="250252"/>
                  </a:lnTo>
                  <a:cubicBezTo>
                    <a:pt x="269655" y="252167"/>
                    <a:pt x="268377" y="254721"/>
                    <a:pt x="265822" y="255998"/>
                  </a:cubicBezTo>
                  <a:lnTo>
                    <a:pt x="265822" y="255998"/>
                  </a:lnTo>
                  <a:close/>
                  <a:moveTo>
                    <a:pt x="292659" y="255998"/>
                  </a:moveTo>
                  <a:lnTo>
                    <a:pt x="277323" y="255998"/>
                  </a:lnTo>
                  <a:cubicBezTo>
                    <a:pt x="274767" y="255998"/>
                    <a:pt x="272850" y="254083"/>
                    <a:pt x="272212" y="251529"/>
                  </a:cubicBezTo>
                  <a:cubicBezTo>
                    <a:pt x="272212" y="251529"/>
                    <a:pt x="272212" y="251529"/>
                    <a:pt x="272212" y="251529"/>
                  </a:cubicBezTo>
                  <a:lnTo>
                    <a:pt x="272212" y="223439"/>
                  </a:lnTo>
                  <a:cubicBezTo>
                    <a:pt x="272212" y="220886"/>
                    <a:pt x="274128" y="218332"/>
                    <a:pt x="277323" y="218332"/>
                  </a:cubicBezTo>
                  <a:cubicBezTo>
                    <a:pt x="280518" y="218332"/>
                    <a:pt x="282435" y="220247"/>
                    <a:pt x="282435" y="223439"/>
                  </a:cubicBezTo>
                  <a:lnTo>
                    <a:pt x="282435" y="246422"/>
                  </a:lnTo>
                  <a:lnTo>
                    <a:pt x="292659" y="246422"/>
                  </a:lnTo>
                  <a:cubicBezTo>
                    <a:pt x="295215" y="246422"/>
                    <a:pt x="297771" y="248337"/>
                    <a:pt x="297771" y="251529"/>
                  </a:cubicBezTo>
                  <a:cubicBezTo>
                    <a:pt x="297771" y="254721"/>
                    <a:pt x="295215" y="255998"/>
                    <a:pt x="292659" y="255998"/>
                  </a:cubicBezTo>
                  <a:close/>
                  <a:moveTo>
                    <a:pt x="293298" y="209395"/>
                  </a:moveTo>
                  <a:lnTo>
                    <a:pt x="260710" y="209395"/>
                  </a:lnTo>
                  <a:cubicBezTo>
                    <a:pt x="256876" y="209395"/>
                    <a:pt x="254320" y="206841"/>
                    <a:pt x="254320" y="203011"/>
                  </a:cubicBezTo>
                  <a:cubicBezTo>
                    <a:pt x="254320" y="201734"/>
                    <a:pt x="254959" y="200457"/>
                    <a:pt x="255597" y="199180"/>
                  </a:cubicBezTo>
                  <a:cubicBezTo>
                    <a:pt x="261987" y="190881"/>
                    <a:pt x="269017" y="183220"/>
                    <a:pt x="277323" y="176836"/>
                  </a:cubicBezTo>
                  <a:cubicBezTo>
                    <a:pt x="281157" y="173006"/>
                    <a:pt x="284352" y="168537"/>
                    <a:pt x="284991" y="162792"/>
                  </a:cubicBezTo>
                  <a:cubicBezTo>
                    <a:pt x="284991" y="160876"/>
                    <a:pt x="284352" y="157684"/>
                    <a:pt x="276045" y="157684"/>
                  </a:cubicBezTo>
                  <a:cubicBezTo>
                    <a:pt x="271572" y="157684"/>
                    <a:pt x="268377" y="161515"/>
                    <a:pt x="268377" y="165984"/>
                  </a:cubicBezTo>
                  <a:cubicBezTo>
                    <a:pt x="267739" y="169176"/>
                    <a:pt x="265182" y="172368"/>
                    <a:pt x="261349" y="171729"/>
                  </a:cubicBezTo>
                  <a:cubicBezTo>
                    <a:pt x="258154" y="171729"/>
                    <a:pt x="254959" y="168537"/>
                    <a:pt x="255597" y="164707"/>
                  </a:cubicBezTo>
                  <a:cubicBezTo>
                    <a:pt x="256237" y="153854"/>
                    <a:pt x="265182" y="144916"/>
                    <a:pt x="276045" y="144916"/>
                  </a:cubicBezTo>
                  <a:cubicBezTo>
                    <a:pt x="293937" y="144278"/>
                    <a:pt x="297132" y="155769"/>
                    <a:pt x="297771" y="160876"/>
                  </a:cubicBezTo>
                  <a:cubicBezTo>
                    <a:pt x="299049" y="171091"/>
                    <a:pt x="289464" y="182582"/>
                    <a:pt x="285630" y="185774"/>
                  </a:cubicBezTo>
                  <a:cubicBezTo>
                    <a:pt x="281796" y="188966"/>
                    <a:pt x="277962" y="193435"/>
                    <a:pt x="274767" y="195988"/>
                  </a:cubicBezTo>
                  <a:lnTo>
                    <a:pt x="293298" y="195988"/>
                  </a:lnTo>
                  <a:cubicBezTo>
                    <a:pt x="297132" y="195988"/>
                    <a:pt x="299688" y="198542"/>
                    <a:pt x="299688" y="202372"/>
                  </a:cubicBezTo>
                  <a:cubicBezTo>
                    <a:pt x="299688" y="206203"/>
                    <a:pt x="297132" y="209395"/>
                    <a:pt x="293298" y="209395"/>
                  </a:cubicBezTo>
                  <a:close/>
                </a:path>
              </a:pathLst>
            </a:custGeom>
            <a:solidFill>
              <a:srgbClr val="0097A9"/>
            </a:solidFill>
            <a:ln w="6390" cap="flat">
              <a:noFill/>
              <a:prstDash val="solid"/>
              <a:miter/>
            </a:ln>
          </p:spPr>
          <p:txBody>
            <a:bodyPr rtlCol="0" anchor="ctr"/>
            <a:lstStyle/>
            <a:p>
              <a:endParaRPr lang="en-US"/>
            </a:p>
          </p:txBody>
        </p:sp>
      </p:grpSp>
      <p:grpSp>
        <p:nvGrpSpPr>
          <p:cNvPr id="377" name="Graphic 4">
            <a:extLst>
              <a:ext uri="{FF2B5EF4-FFF2-40B4-BE49-F238E27FC236}">
                <a16:creationId xmlns:a16="http://schemas.microsoft.com/office/drawing/2014/main" id="{3C4F178D-A481-7648-81AD-C21A7D68F871}"/>
              </a:ext>
            </a:extLst>
          </p:cNvPr>
          <p:cNvGrpSpPr/>
          <p:nvPr/>
        </p:nvGrpSpPr>
        <p:grpSpPr>
          <a:xfrm>
            <a:off x="5099169" y="3824168"/>
            <a:ext cx="362309" cy="361971"/>
            <a:chOff x="5099169" y="3824168"/>
            <a:chExt cx="362309" cy="361971"/>
          </a:xfrm>
          <a:solidFill>
            <a:srgbClr val="0097A9"/>
          </a:solidFill>
        </p:grpSpPr>
        <p:sp>
          <p:nvSpPr>
            <p:cNvPr id="378" name="Graphic 4">
              <a:extLst>
                <a:ext uri="{FF2B5EF4-FFF2-40B4-BE49-F238E27FC236}">
                  <a16:creationId xmlns:a16="http://schemas.microsoft.com/office/drawing/2014/main" id="{7D5F9198-260D-4D4C-8E5C-76536716AED6}"/>
                </a:ext>
              </a:extLst>
            </p:cNvPr>
            <p:cNvSpPr/>
            <p:nvPr/>
          </p:nvSpPr>
          <p:spPr>
            <a:xfrm>
              <a:off x="5211632" y="4018879"/>
              <a:ext cx="38339" cy="21067"/>
            </a:xfrm>
            <a:custGeom>
              <a:avLst/>
              <a:gdLst>
                <a:gd name="connsiteX0" fmla="*/ 38340 w 38339"/>
                <a:gd name="connsiteY0" fmla="*/ 0 h 21067"/>
                <a:gd name="connsiteX1" fmla="*/ 32589 w 38339"/>
                <a:gd name="connsiteY1" fmla="*/ 4468 h 21067"/>
                <a:gd name="connsiteX2" fmla="*/ 1278 w 38339"/>
                <a:gd name="connsiteY2" fmla="*/ 4468 h 21067"/>
                <a:gd name="connsiteX3" fmla="*/ 0 w 38339"/>
                <a:gd name="connsiteY3" fmla="*/ 21067 h 21067"/>
                <a:gd name="connsiteX4" fmla="*/ 38340 w 38339"/>
                <a:gd name="connsiteY4" fmla="*/ 21067 h 21067"/>
                <a:gd name="connsiteX5" fmla="*/ 38340 w 38339"/>
                <a:gd name="connsiteY5" fmla="*/ 0 h 2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39" h="21067">
                  <a:moveTo>
                    <a:pt x="38340" y="0"/>
                  </a:moveTo>
                  <a:cubicBezTo>
                    <a:pt x="37701" y="2553"/>
                    <a:pt x="35145" y="4468"/>
                    <a:pt x="32589" y="4468"/>
                  </a:cubicBezTo>
                  <a:lnTo>
                    <a:pt x="1278" y="4468"/>
                  </a:lnTo>
                  <a:lnTo>
                    <a:pt x="0" y="21067"/>
                  </a:lnTo>
                  <a:lnTo>
                    <a:pt x="38340" y="21067"/>
                  </a:lnTo>
                  <a:lnTo>
                    <a:pt x="38340" y="0"/>
                  </a:lnTo>
                  <a:close/>
                </a:path>
              </a:pathLst>
            </a:custGeom>
            <a:solidFill>
              <a:srgbClr val="0097A9"/>
            </a:solidFill>
            <a:ln w="6390" cap="flat">
              <a:noFill/>
              <a:prstDash val="solid"/>
              <a:miter/>
            </a:ln>
          </p:spPr>
          <p:txBody>
            <a:bodyPr rtlCol="0" anchor="ctr"/>
            <a:lstStyle/>
            <a:p>
              <a:endParaRPr lang="en-US"/>
            </a:p>
          </p:txBody>
        </p:sp>
        <p:sp>
          <p:nvSpPr>
            <p:cNvPr id="379" name="Graphic 4">
              <a:extLst>
                <a:ext uri="{FF2B5EF4-FFF2-40B4-BE49-F238E27FC236}">
                  <a16:creationId xmlns:a16="http://schemas.microsoft.com/office/drawing/2014/main" id="{0315582E-28EF-0447-AD88-370BAADB6A61}"/>
                </a:ext>
              </a:extLst>
            </p:cNvPr>
            <p:cNvSpPr/>
            <p:nvPr/>
          </p:nvSpPr>
          <p:spPr>
            <a:xfrm>
              <a:off x="5262752" y="4023348"/>
              <a:ext cx="38339" cy="16598"/>
            </a:xfrm>
            <a:custGeom>
              <a:avLst/>
              <a:gdLst>
                <a:gd name="connsiteX0" fmla="*/ 0 w 38339"/>
                <a:gd name="connsiteY0" fmla="*/ 0 h 16598"/>
                <a:gd name="connsiteX1" fmla="*/ 0 w 38339"/>
                <a:gd name="connsiteY1" fmla="*/ 16599 h 16598"/>
                <a:gd name="connsiteX2" fmla="*/ 38340 w 38339"/>
                <a:gd name="connsiteY2" fmla="*/ 16599 h 16598"/>
                <a:gd name="connsiteX3" fmla="*/ 37062 w 38339"/>
                <a:gd name="connsiteY3" fmla="*/ 0 h 16598"/>
              </a:gdLst>
              <a:ahLst/>
              <a:cxnLst>
                <a:cxn ang="0">
                  <a:pos x="connsiteX0" y="connsiteY0"/>
                </a:cxn>
                <a:cxn ang="0">
                  <a:pos x="connsiteX1" y="connsiteY1"/>
                </a:cxn>
                <a:cxn ang="0">
                  <a:pos x="connsiteX2" y="connsiteY2"/>
                </a:cxn>
                <a:cxn ang="0">
                  <a:pos x="connsiteX3" y="connsiteY3"/>
                </a:cxn>
              </a:cxnLst>
              <a:rect l="l" t="t" r="r" b="b"/>
              <a:pathLst>
                <a:path w="38339" h="16598">
                  <a:moveTo>
                    <a:pt x="0" y="0"/>
                  </a:moveTo>
                  <a:lnTo>
                    <a:pt x="0" y="16599"/>
                  </a:lnTo>
                  <a:lnTo>
                    <a:pt x="38340" y="16599"/>
                  </a:lnTo>
                  <a:lnTo>
                    <a:pt x="37062" y="0"/>
                  </a:lnTo>
                  <a:close/>
                </a:path>
              </a:pathLst>
            </a:custGeom>
            <a:solidFill>
              <a:srgbClr val="0097A9"/>
            </a:solidFill>
            <a:ln w="6390" cap="flat">
              <a:noFill/>
              <a:prstDash val="solid"/>
              <a:miter/>
            </a:ln>
          </p:spPr>
          <p:txBody>
            <a:bodyPr rtlCol="0" anchor="ctr"/>
            <a:lstStyle/>
            <a:p>
              <a:endParaRPr lang="en-US"/>
            </a:p>
          </p:txBody>
        </p:sp>
        <p:sp>
          <p:nvSpPr>
            <p:cNvPr id="380" name="Graphic 4">
              <a:extLst>
                <a:ext uri="{FF2B5EF4-FFF2-40B4-BE49-F238E27FC236}">
                  <a16:creationId xmlns:a16="http://schemas.microsoft.com/office/drawing/2014/main" id="{274C0DC6-B048-B64E-80A6-C4ECAAF08E05}"/>
                </a:ext>
              </a:extLst>
            </p:cNvPr>
            <p:cNvSpPr/>
            <p:nvPr/>
          </p:nvSpPr>
          <p:spPr>
            <a:xfrm>
              <a:off x="5214188" y="3993981"/>
              <a:ext cx="35783" cy="21067"/>
            </a:xfrm>
            <a:custGeom>
              <a:avLst/>
              <a:gdLst>
                <a:gd name="connsiteX0" fmla="*/ 30033 w 35783"/>
                <a:gd name="connsiteY0" fmla="*/ 16598 h 21067"/>
                <a:gd name="connsiteX1" fmla="*/ 35783 w 35783"/>
                <a:gd name="connsiteY1" fmla="*/ 21067 h 21067"/>
                <a:gd name="connsiteX2" fmla="*/ 35783 w 35783"/>
                <a:gd name="connsiteY2" fmla="*/ 0 h 21067"/>
                <a:gd name="connsiteX3" fmla="*/ 1278 w 35783"/>
                <a:gd name="connsiteY3" fmla="*/ 0 h 21067"/>
                <a:gd name="connsiteX4" fmla="*/ 0 w 35783"/>
                <a:gd name="connsiteY4" fmla="*/ 15960 h 21067"/>
                <a:gd name="connsiteX5" fmla="*/ 30033 w 35783"/>
                <a:gd name="connsiteY5" fmla="*/ 16598 h 2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783" h="21067">
                  <a:moveTo>
                    <a:pt x="30033" y="16598"/>
                  </a:moveTo>
                  <a:cubicBezTo>
                    <a:pt x="32589" y="16598"/>
                    <a:pt x="35145" y="18514"/>
                    <a:pt x="35783" y="21067"/>
                  </a:cubicBezTo>
                  <a:lnTo>
                    <a:pt x="35783" y="0"/>
                  </a:lnTo>
                  <a:lnTo>
                    <a:pt x="1278" y="0"/>
                  </a:lnTo>
                  <a:lnTo>
                    <a:pt x="0" y="15960"/>
                  </a:lnTo>
                  <a:lnTo>
                    <a:pt x="30033" y="16598"/>
                  </a:lnTo>
                  <a:close/>
                </a:path>
              </a:pathLst>
            </a:custGeom>
            <a:solidFill>
              <a:srgbClr val="0097A9"/>
            </a:solidFill>
            <a:ln w="6390" cap="flat">
              <a:noFill/>
              <a:prstDash val="solid"/>
              <a:miter/>
            </a:ln>
          </p:spPr>
          <p:txBody>
            <a:bodyPr rtlCol="0" anchor="ctr"/>
            <a:lstStyle/>
            <a:p>
              <a:endParaRPr lang="en-US"/>
            </a:p>
          </p:txBody>
        </p:sp>
        <p:sp>
          <p:nvSpPr>
            <p:cNvPr id="381" name="Graphic 4">
              <a:extLst>
                <a:ext uri="{FF2B5EF4-FFF2-40B4-BE49-F238E27FC236}">
                  <a16:creationId xmlns:a16="http://schemas.microsoft.com/office/drawing/2014/main" id="{CD8A4D62-0B8B-0548-AE92-C24FC90713DD}"/>
                </a:ext>
              </a:extLst>
            </p:cNvPr>
            <p:cNvSpPr/>
            <p:nvPr/>
          </p:nvSpPr>
          <p:spPr>
            <a:xfrm>
              <a:off x="5262752" y="3993981"/>
              <a:ext cx="35783" cy="16598"/>
            </a:xfrm>
            <a:custGeom>
              <a:avLst/>
              <a:gdLst>
                <a:gd name="connsiteX0" fmla="*/ 0 w 35783"/>
                <a:gd name="connsiteY0" fmla="*/ 16598 h 16598"/>
                <a:gd name="connsiteX1" fmla="*/ 35784 w 35783"/>
                <a:gd name="connsiteY1" fmla="*/ 16598 h 16598"/>
                <a:gd name="connsiteX2" fmla="*/ 34506 w 35783"/>
                <a:gd name="connsiteY2" fmla="*/ 0 h 16598"/>
                <a:gd name="connsiteX3" fmla="*/ 0 w 35783"/>
                <a:gd name="connsiteY3" fmla="*/ 0 h 16598"/>
              </a:gdLst>
              <a:ahLst/>
              <a:cxnLst>
                <a:cxn ang="0">
                  <a:pos x="connsiteX0" y="connsiteY0"/>
                </a:cxn>
                <a:cxn ang="0">
                  <a:pos x="connsiteX1" y="connsiteY1"/>
                </a:cxn>
                <a:cxn ang="0">
                  <a:pos x="connsiteX2" y="connsiteY2"/>
                </a:cxn>
                <a:cxn ang="0">
                  <a:pos x="connsiteX3" y="connsiteY3"/>
                </a:cxn>
              </a:cxnLst>
              <a:rect l="l" t="t" r="r" b="b"/>
              <a:pathLst>
                <a:path w="35783" h="16598">
                  <a:moveTo>
                    <a:pt x="0" y="16598"/>
                  </a:moveTo>
                  <a:lnTo>
                    <a:pt x="35784" y="16598"/>
                  </a:lnTo>
                  <a:lnTo>
                    <a:pt x="34506" y="0"/>
                  </a:lnTo>
                  <a:lnTo>
                    <a:pt x="0" y="0"/>
                  </a:lnTo>
                  <a:close/>
                </a:path>
              </a:pathLst>
            </a:custGeom>
            <a:solidFill>
              <a:srgbClr val="0097A9"/>
            </a:solidFill>
            <a:ln w="6390" cap="flat">
              <a:noFill/>
              <a:prstDash val="solid"/>
              <a:miter/>
            </a:ln>
          </p:spPr>
          <p:txBody>
            <a:bodyPr rtlCol="0" anchor="ctr"/>
            <a:lstStyle/>
            <a:p>
              <a:endParaRPr lang="en-US"/>
            </a:p>
          </p:txBody>
        </p:sp>
        <p:sp>
          <p:nvSpPr>
            <p:cNvPr id="382" name="Graphic 4">
              <a:extLst>
                <a:ext uri="{FF2B5EF4-FFF2-40B4-BE49-F238E27FC236}">
                  <a16:creationId xmlns:a16="http://schemas.microsoft.com/office/drawing/2014/main" id="{7EEE7EA2-3B28-BF40-9D43-5B7C91C1FD50}"/>
                </a:ext>
              </a:extLst>
            </p:cNvPr>
            <p:cNvSpPr/>
            <p:nvPr/>
          </p:nvSpPr>
          <p:spPr>
            <a:xfrm>
              <a:off x="5242943" y="4074419"/>
              <a:ext cx="21725" cy="23620"/>
            </a:xfrm>
            <a:custGeom>
              <a:avLst/>
              <a:gdLst>
                <a:gd name="connsiteX0" fmla="*/ 5112 w 21725"/>
                <a:gd name="connsiteY0" fmla="*/ 6384 h 23620"/>
                <a:gd name="connsiteX1" fmla="*/ 5112 w 21725"/>
                <a:gd name="connsiteY1" fmla="*/ 23621 h 23620"/>
                <a:gd name="connsiteX2" fmla="*/ 21726 w 21725"/>
                <a:gd name="connsiteY2" fmla="*/ 23621 h 23620"/>
                <a:gd name="connsiteX3" fmla="*/ 21726 w 21725"/>
                <a:gd name="connsiteY3" fmla="*/ 0 h 23620"/>
                <a:gd name="connsiteX4" fmla="*/ 0 w 21725"/>
                <a:gd name="connsiteY4" fmla="*/ 0 h 23620"/>
                <a:gd name="connsiteX5" fmla="*/ 5112 w 21725"/>
                <a:gd name="connsiteY5" fmla="*/ 6384 h 2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5" h="23620">
                  <a:moveTo>
                    <a:pt x="5112" y="6384"/>
                  </a:moveTo>
                  <a:lnTo>
                    <a:pt x="5112" y="23621"/>
                  </a:lnTo>
                  <a:lnTo>
                    <a:pt x="21726" y="23621"/>
                  </a:lnTo>
                  <a:lnTo>
                    <a:pt x="21726" y="0"/>
                  </a:lnTo>
                  <a:lnTo>
                    <a:pt x="0" y="0"/>
                  </a:lnTo>
                  <a:cubicBezTo>
                    <a:pt x="2556" y="639"/>
                    <a:pt x="5112" y="3192"/>
                    <a:pt x="5112" y="6384"/>
                  </a:cubicBezTo>
                  <a:close/>
                </a:path>
              </a:pathLst>
            </a:custGeom>
            <a:solidFill>
              <a:srgbClr val="0097A9"/>
            </a:solidFill>
            <a:ln w="6390" cap="flat">
              <a:noFill/>
              <a:prstDash val="solid"/>
              <a:miter/>
            </a:ln>
          </p:spPr>
          <p:txBody>
            <a:bodyPr rtlCol="0" anchor="ctr"/>
            <a:lstStyle/>
            <a:p>
              <a:endParaRPr lang="en-US"/>
            </a:p>
          </p:txBody>
        </p:sp>
        <p:sp>
          <p:nvSpPr>
            <p:cNvPr id="383" name="Graphic 4">
              <a:extLst>
                <a:ext uri="{FF2B5EF4-FFF2-40B4-BE49-F238E27FC236}">
                  <a16:creationId xmlns:a16="http://schemas.microsoft.com/office/drawing/2014/main" id="{6D3335D2-2832-594E-8E2D-F9EB33270E26}"/>
                </a:ext>
              </a:extLst>
            </p:cNvPr>
            <p:cNvSpPr/>
            <p:nvPr/>
          </p:nvSpPr>
          <p:spPr>
            <a:xfrm>
              <a:off x="5099169" y="3824168"/>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255597 w 362309"/>
                <a:gd name="connsiteY6" fmla="*/ 91291 h 361971"/>
                <a:gd name="connsiteX7" fmla="*/ 267099 w 362309"/>
                <a:gd name="connsiteY7" fmla="*/ 82992 h 361971"/>
                <a:gd name="connsiteX8" fmla="*/ 276045 w 362309"/>
                <a:gd name="connsiteY8" fmla="*/ 84268 h 361971"/>
                <a:gd name="connsiteX9" fmla="*/ 274767 w 362309"/>
                <a:gd name="connsiteY9" fmla="*/ 93206 h 361971"/>
                <a:gd name="connsiteX10" fmla="*/ 263904 w 362309"/>
                <a:gd name="connsiteY10" fmla="*/ 101505 h 361971"/>
                <a:gd name="connsiteX11" fmla="*/ 260071 w 362309"/>
                <a:gd name="connsiteY11" fmla="*/ 102782 h 361971"/>
                <a:gd name="connsiteX12" fmla="*/ 253681 w 362309"/>
                <a:gd name="connsiteY12" fmla="*/ 96398 h 361971"/>
                <a:gd name="connsiteX13" fmla="*/ 255597 w 362309"/>
                <a:gd name="connsiteY13" fmla="*/ 91291 h 361971"/>
                <a:gd name="connsiteX14" fmla="*/ 255597 w 362309"/>
                <a:gd name="connsiteY14" fmla="*/ 91291 h 361971"/>
                <a:gd name="connsiteX15" fmla="*/ 226843 w 362309"/>
                <a:gd name="connsiteY15" fmla="*/ 65755 h 361971"/>
                <a:gd name="connsiteX16" fmla="*/ 233872 w 362309"/>
                <a:gd name="connsiteY16" fmla="*/ 60648 h 361971"/>
                <a:gd name="connsiteX17" fmla="*/ 238984 w 362309"/>
                <a:gd name="connsiteY17" fmla="*/ 67670 h 361971"/>
                <a:gd name="connsiteX18" fmla="*/ 237067 w 362309"/>
                <a:gd name="connsiteY18" fmla="*/ 81715 h 361971"/>
                <a:gd name="connsiteX19" fmla="*/ 230677 w 362309"/>
                <a:gd name="connsiteY19" fmla="*/ 87460 h 361971"/>
                <a:gd name="connsiteX20" fmla="*/ 230038 w 362309"/>
                <a:gd name="connsiteY20" fmla="*/ 87460 h 361971"/>
                <a:gd name="connsiteX21" fmla="*/ 224926 w 362309"/>
                <a:gd name="connsiteY21" fmla="*/ 80438 h 361971"/>
                <a:gd name="connsiteX22" fmla="*/ 226843 w 362309"/>
                <a:gd name="connsiteY22" fmla="*/ 65755 h 361971"/>
                <a:gd name="connsiteX23" fmla="*/ 187864 w 362309"/>
                <a:gd name="connsiteY23" fmla="*/ 72139 h 361971"/>
                <a:gd name="connsiteX24" fmla="*/ 196810 w 362309"/>
                <a:gd name="connsiteY24" fmla="*/ 73416 h 361971"/>
                <a:gd name="connsiteX25" fmla="*/ 205117 w 362309"/>
                <a:gd name="connsiteY25" fmla="*/ 84907 h 361971"/>
                <a:gd name="connsiteX26" fmla="*/ 203839 w 362309"/>
                <a:gd name="connsiteY26" fmla="*/ 93844 h 361971"/>
                <a:gd name="connsiteX27" fmla="*/ 203839 w 362309"/>
                <a:gd name="connsiteY27" fmla="*/ 93844 h 361971"/>
                <a:gd name="connsiteX28" fmla="*/ 200005 w 362309"/>
                <a:gd name="connsiteY28" fmla="*/ 95121 h 361971"/>
                <a:gd name="connsiteX29" fmla="*/ 194893 w 362309"/>
                <a:gd name="connsiteY29" fmla="*/ 92568 h 361971"/>
                <a:gd name="connsiteX30" fmla="*/ 186586 w 362309"/>
                <a:gd name="connsiteY30" fmla="*/ 81715 h 361971"/>
                <a:gd name="connsiteX31" fmla="*/ 187864 w 362309"/>
                <a:gd name="connsiteY31" fmla="*/ 72139 h 361971"/>
                <a:gd name="connsiteX32" fmla="*/ 187864 w 362309"/>
                <a:gd name="connsiteY32" fmla="*/ 72139 h 361971"/>
                <a:gd name="connsiteX33" fmla="*/ 170611 w 362309"/>
                <a:gd name="connsiteY33" fmla="*/ 107889 h 361971"/>
                <a:gd name="connsiteX34" fmla="*/ 184669 w 362309"/>
                <a:gd name="connsiteY34" fmla="*/ 109804 h 361971"/>
                <a:gd name="connsiteX35" fmla="*/ 190420 w 362309"/>
                <a:gd name="connsiteY35" fmla="*/ 116827 h 361971"/>
                <a:gd name="connsiteX36" fmla="*/ 183391 w 362309"/>
                <a:gd name="connsiteY36" fmla="*/ 122572 h 361971"/>
                <a:gd name="connsiteX37" fmla="*/ 182752 w 362309"/>
                <a:gd name="connsiteY37" fmla="*/ 122572 h 361971"/>
                <a:gd name="connsiteX38" fmla="*/ 168695 w 362309"/>
                <a:gd name="connsiteY38" fmla="*/ 120657 h 361971"/>
                <a:gd name="connsiteX39" fmla="*/ 162943 w 362309"/>
                <a:gd name="connsiteY39" fmla="*/ 113635 h 361971"/>
                <a:gd name="connsiteX40" fmla="*/ 162943 w 362309"/>
                <a:gd name="connsiteY40" fmla="*/ 113635 h 361971"/>
                <a:gd name="connsiteX41" fmla="*/ 170611 w 362309"/>
                <a:gd name="connsiteY41" fmla="*/ 107889 h 361971"/>
                <a:gd name="connsiteX42" fmla="*/ 170611 w 362309"/>
                <a:gd name="connsiteY42" fmla="*/ 107889 h 361971"/>
                <a:gd name="connsiteX43" fmla="*/ 170611 w 362309"/>
                <a:gd name="connsiteY43" fmla="*/ 107889 h 361971"/>
                <a:gd name="connsiteX44" fmla="*/ 237706 w 362309"/>
                <a:gd name="connsiteY44" fmla="*/ 248337 h 361971"/>
                <a:gd name="connsiteX45" fmla="*/ 233233 w 362309"/>
                <a:gd name="connsiteY45" fmla="*/ 250252 h 361971"/>
                <a:gd name="connsiteX46" fmla="*/ 178279 w 362309"/>
                <a:gd name="connsiteY46" fmla="*/ 250252 h 361971"/>
                <a:gd name="connsiteX47" fmla="*/ 178279 w 362309"/>
                <a:gd name="connsiteY47" fmla="*/ 273873 h 361971"/>
                <a:gd name="connsiteX48" fmla="*/ 194254 w 362309"/>
                <a:gd name="connsiteY48" fmla="*/ 273873 h 361971"/>
                <a:gd name="connsiteX49" fmla="*/ 200644 w 362309"/>
                <a:gd name="connsiteY49" fmla="*/ 280257 h 361971"/>
                <a:gd name="connsiteX50" fmla="*/ 194254 w 362309"/>
                <a:gd name="connsiteY50" fmla="*/ 286641 h 361971"/>
                <a:gd name="connsiteX51" fmla="*/ 120770 w 362309"/>
                <a:gd name="connsiteY51" fmla="*/ 286641 h 361971"/>
                <a:gd name="connsiteX52" fmla="*/ 114380 w 362309"/>
                <a:gd name="connsiteY52" fmla="*/ 280257 h 361971"/>
                <a:gd name="connsiteX53" fmla="*/ 120770 w 362309"/>
                <a:gd name="connsiteY53" fmla="*/ 273873 h 361971"/>
                <a:gd name="connsiteX54" fmla="*/ 136745 w 362309"/>
                <a:gd name="connsiteY54" fmla="*/ 273873 h 361971"/>
                <a:gd name="connsiteX55" fmla="*/ 136745 w 362309"/>
                <a:gd name="connsiteY55" fmla="*/ 256636 h 361971"/>
                <a:gd name="connsiteX56" fmla="*/ 141857 w 362309"/>
                <a:gd name="connsiteY56" fmla="*/ 250252 h 361971"/>
                <a:gd name="connsiteX57" fmla="*/ 81791 w 362309"/>
                <a:gd name="connsiteY57" fmla="*/ 250252 h 361971"/>
                <a:gd name="connsiteX58" fmla="*/ 77318 w 362309"/>
                <a:gd name="connsiteY58" fmla="*/ 248337 h 361971"/>
                <a:gd name="connsiteX59" fmla="*/ 75401 w 362309"/>
                <a:gd name="connsiteY59" fmla="*/ 243230 h 361971"/>
                <a:gd name="connsiteX60" fmla="*/ 84347 w 362309"/>
                <a:gd name="connsiteY60" fmla="*/ 141086 h 361971"/>
                <a:gd name="connsiteX61" fmla="*/ 90737 w 362309"/>
                <a:gd name="connsiteY61" fmla="*/ 135340 h 361971"/>
                <a:gd name="connsiteX62" fmla="*/ 117575 w 362309"/>
                <a:gd name="connsiteY62" fmla="*/ 135340 h 361971"/>
                <a:gd name="connsiteX63" fmla="*/ 123965 w 362309"/>
                <a:gd name="connsiteY63" fmla="*/ 141724 h 361971"/>
                <a:gd name="connsiteX64" fmla="*/ 117575 w 362309"/>
                <a:gd name="connsiteY64" fmla="*/ 148108 h 361971"/>
                <a:gd name="connsiteX65" fmla="*/ 96488 w 362309"/>
                <a:gd name="connsiteY65" fmla="*/ 148108 h 361971"/>
                <a:gd name="connsiteX66" fmla="*/ 88820 w 362309"/>
                <a:gd name="connsiteY66" fmla="*/ 238122 h 361971"/>
                <a:gd name="connsiteX67" fmla="*/ 227482 w 362309"/>
                <a:gd name="connsiteY67" fmla="*/ 238122 h 361971"/>
                <a:gd name="connsiteX68" fmla="*/ 219814 w 362309"/>
                <a:gd name="connsiteY68" fmla="*/ 148108 h 361971"/>
                <a:gd name="connsiteX69" fmla="*/ 134189 w 362309"/>
                <a:gd name="connsiteY69" fmla="*/ 148108 h 361971"/>
                <a:gd name="connsiteX70" fmla="*/ 127799 w 362309"/>
                <a:gd name="connsiteY70" fmla="*/ 141724 h 361971"/>
                <a:gd name="connsiteX71" fmla="*/ 134189 w 362309"/>
                <a:gd name="connsiteY71" fmla="*/ 135340 h 361971"/>
                <a:gd name="connsiteX72" fmla="*/ 224926 w 362309"/>
                <a:gd name="connsiteY72" fmla="*/ 135340 h 361971"/>
                <a:gd name="connsiteX73" fmla="*/ 231316 w 362309"/>
                <a:gd name="connsiteY73" fmla="*/ 141086 h 361971"/>
                <a:gd name="connsiteX74" fmla="*/ 239623 w 362309"/>
                <a:gd name="connsiteY74" fmla="*/ 243868 h 361971"/>
                <a:gd name="connsiteX75" fmla="*/ 237706 w 362309"/>
                <a:gd name="connsiteY75" fmla="*/ 248337 h 361971"/>
                <a:gd name="connsiteX76" fmla="*/ 237706 w 362309"/>
                <a:gd name="connsiteY76" fmla="*/ 248337 h 361971"/>
                <a:gd name="connsiteX77" fmla="*/ 157192 w 362309"/>
                <a:gd name="connsiteY77" fmla="*/ 157046 h 361971"/>
                <a:gd name="connsiteX78" fmla="*/ 203839 w 362309"/>
                <a:gd name="connsiteY78" fmla="*/ 157046 h 361971"/>
                <a:gd name="connsiteX79" fmla="*/ 210229 w 362309"/>
                <a:gd name="connsiteY79" fmla="*/ 162792 h 361971"/>
                <a:gd name="connsiteX80" fmla="*/ 214702 w 362309"/>
                <a:gd name="connsiteY80" fmla="*/ 220886 h 361971"/>
                <a:gd name="connsiteX81" fmla="*/ 212785 w 362309"/>
                <a:gd name="connsiteY81" fmla="*/ 225993 h 361971"/>
                <a:gd name="connsiteX82" fmla="*/ 208312 w 362309"/>
                <a:gd name="connsiteY82" fmla="*/ 227908 h 361971"/>
                <a:gd name="connsiteX83" fmla="*/ 104795 w 362309"/>
                <a:gd name="connsiteY83" fmla="*/ 227908 h 361971"/>
                <a:gd name="connsiteX84" fmla="*/ 100322 w 362309"/>
                <a:gd name="connsiteY84" fmla="*/ 225993 h 361971"/>
                <a:gd name="connsiteX85" fmla="*/ 98405 w 362309"/>
                <a:gd name="connsiteY85" fmla="*/ 220886 h 361971"/>
                <a:gd name="connsiteX86" fmla="*/ 102878 w 362309"/>
                <a:gd name="connsiteY86" fmla="*/ 162792 h 361971"/>
                <a:gd name="connsiteX87" fmla="*/ 109268 w 362309"/>
                <a:gd name="connsiteY87" fmla="*/ 157046 h 361971"/>
                <a:gd name="connsiteX88" fmla="*/ 157192 w 362309"/>
                <a:gd name="connsiteY88" fmla="*/ 157046 h 361971"/>
                <a:gd name="connsiteX89" fmla="*/ 239623 w 362309"/>
                <a:gd name="connsiteY89" fmla="*/ 150662 h 361971"/>
                <a:gd name="connsiteX90" fmla="*/ 233233 w 362309"/>
                <a:gd name="connsiteY90" fmla="*/ 144278 h 361971"/>
                <a:gd name="connsiteX91" fmla="*/ 236428 w 362309"/>
                <a:gd name="connsiteY91" fmla="*/ 139171 h 361971"/>
                <a:gd name="connsiteX92" fmla="*/ 242818 w 362309"/>
                <a:gd name="connsiteY92" fmla="*/ 112358 h 361971"/>
                <a:gd name="connsiteX93" fmla="*/ 215980 w 362309"/>
                <a:gd name="connsiteY93" fmla="*/ 105974 h 361971"/>
                <a:gd name="connsiteX94" fmla="*/ 206395 w 362309"/>
                <a:gd name="connsiteY94" fmla="*/ 122572 h 361971"/>
                <a:gd name="connsiteX95" fmla="*/ 206395 w 362309"/>
                <a:gd name="connsiteY95" fmla="*/ 125764 h 361971"/>
                <a:gd name="connsiteX96" fmla="*/ 201283 w 362309"/>
                <a:gd name="connsiteY96" fmla="*/ 133425 h 361971"/>
                <a:gd name="connsiteX97" fmla="*/ 193615 w 362309"/>
                <a:gd name="connsiteY97" fmla="*/ 128318 h 361971"/>
                <a:gd name="connsiteX98" fmla="*/ 192976 w 362309"/>
                <a:gd name="connsiteY98" fmla="*/ 123211 h 361971"/>
                <a:gd name="connsiteX99" fmla="*/ 225565 w 362309"/>
                <a:gd name="connsiteY99" fmla="*/ 90652 h 361971"/>
                <a:gd name="connsiteX100" fmla="*/ 258154 w 362309"/>
                <a:gd name="connsiteY100" fmla="*/ 123211 h 361971"/>
                <a:gd name="connsiteX101" fmla="*/ 242818 w 362309"/>
                <a:gd name="connsiteY101" fmla="*/ 150662 h 361971"/>
                <a:gd name="connsiteX102" fmla="*/ 239623 w 362309"/>
                <a:gd name="connsiteY102" fmla="*/ 150662 h 361971"/>
                <a:gd name="connsiteX103" fmla="*/ 263904 w 362309"/>
                <a:gd name="connsiteY103" fmla="*/ 172368 h 361971"/>
                <a:gd name="connsiteX104" fmla="*/ 260071 w 362309"/>
                <a:gd name="connsiteY104" fmla="*/ 173644 h 361971"/>
                <a:gd name="connsiteX105" fmla="*/ 254959 w 362309"/>
                <a:gd name="connsiteY105" fmla="*/ 171091 h 361971"/>
                <a:gd name="connsiteX106" fmla="*/ 246651 w 362309"/>
                <a:gd name="connsiteY106" fmla="*/ 159600 h 361971"/>
                <a:gd name="connsiteX107" fmla="*/ 247929 w 362309"/>
                <a:gd name="connsiteY107" fmla="*/ 150662 h 361971"/>
                <a:gd name="connsiteX108" fmla="*/ 256876 w 362309"/>
                <a:gd name="connsiteY108" fmla="*/ 151939 h 361971"/>
                <a:gd name="connsiteX109" fmla="*/ 265182 w 362309"/>
                <a:gd name="connsiteY109" fmla="*/ 162792 h 361971"/>
                <a:gd name="connsiteX110" fmla="*/ 263904 w 362309"/>
                <a:gd name="connsiteY110" fmla="*/ 172368 h 361971"/>
                <a:gd name="connsiteX111" fmla="*/ 281796 w 362309"/>
                <a:gd name="connsiteY111" fmla="*/ 136617 h 361971"/>
                <a:gd name="connsiteX112" fmla="*/ 281157 w 362309"/>
                <a:gd name="connsiteY112" fmla="*/ 136617 h 361971"/>
                <a:gd name="connsiteX113" fmla="*/ 267099 w 362309"/>
                <a:gd name="connsiteY113" fmla="*/ 134702 h 361971"/>
                <a:gd name="connsiteX114" fmla="*/ 261349 w 362309"/>
                <a:gd name="connsiteY114" fmla="*/ 127680 h 361971"/>
                <a:gd name="connsiteX115" fmla="*/ 268377 w 362309"/>
                <a:gd name="connsiteY115" fmla="*/ 121934 h 361971"/>
                <a:gd name="connsiteX116" fmla="*/ 282435 w 362309"/>
                <a:gd name="connsiteY116" fmla="*/ 123849 h 361971"/>
                <a:gd name="connsiteX117" fmla="*/ 287547 w 362309"/>
                <a:gd name="connsiteY117" fmla="*/ 130872 h 361971"/>
                <a:gd name="connsiteX118" fmla="*/ 281796 w 362309"/>
                <a:gd name="connsiteY118" fmla="*/ 13661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62309" h="361971">
                  <a:moveTo>
                    <a:pt x="181474" y="0"/>
                  </a:moveTo>
                  <a:cubicBezTo>
                    <a:pt x="81152" y="0"/>
                    <a:pt x="0" y="81076"/>
                    <a:pt x="0" y="180667"/>
                  </a:cubicBezTo>
                  <a:cubicBezTo>
                    <a:pt x="0" y="280257"/>
                    <a:pt x="81152" y="361971"/>
                    <a:pt x="180835" y="361971"/>
                  </a:cubicBezTo>
                  <a:cubicBezTo>
                    <a:pt x="280518" y="361971"/>
                    <a:pt x="362310" y="280895"/>
                    <a:pt x="362310" y="181305"/>
                  </a:cubicBezTo>
                  <a:lnTo>
                    <a:pt x="362310" y="181305"/>
                  </a:lnTo>
                  <a:cubicBezTo>
                    <a:pt x="362310" y="81076"/>
                    <a:pt x="281157" y="0"/>
                    <a:pt x="181474" y="0"/>
                  </a:cubicBezTo>
                  <a:close/>
                  <a:moveTo>
                    <a:pt x="255597" y="91291"/>
                  </a:moveTo>
                  <a:lnTo>
                    <a:pt x="267099" y="82992"/>
                  </a:lnTo>
                  <a:cubicBezTo>
                    <a:pt x="269655" y="81076"/>
                    <a:pt x="274128" y="81076"/>
                    <a:pt x="276045" y="84268"/>
                  </a:cubicBezTo>
                  <a:cubicBezTo>
                    <a:pt x="277962" y="86822"/>
                    <a:pt x="277962" y="91291"/>
                    <a:pt x="274767" y="93206"/>
                  </a:cubicBezTo>
                  <a:lnTo>
                    <a:pt x="263904" y="101505"/>
                  </a:lnTo>
                  <a:cubicBezTo>
                    <a:pt x="262626" y="102144"/>
                    <a:pt x="261349" y="102782"/>
                    <a:pt x="260071" y="102782"/>
                  </a:cubicBezTo>
                  <a:cubicBezTo>
                    <a:pt x="256236" y="102782"/>
                    <a:pt x="253681" y="100228"/>
                    <a:pt x="253681" y="96398"/>
                  </a:cubicBezTo>
                  <a:cubicBezTo>
                    <a:pt x="253041" y="94483"/>
                    <a:pt x="254319" y="92568"/>
                    <a:pt x="255597" y="91291"/>
                  </a:cubicBezTo>
                  <a:lnTo>
                    <a:pt x="255597" y="91291"/>
                  </a:lnTo>
                  <a:close/>
                  <a:moveTo>
                    <a:pt x="226843" y="65755"/>
                  </a:moveTo>
                  <a:cubicBezTo>
                    <a:pt x="227482" y="62563"/>
                    <a:pt x="230677" y="60009"/>
                    <a:pt x="233872" y="60648"/>
                  </a:cubicBezTo>
                  <a:cubicBezTo>
                    <a:pt x="237067" y="61286"/>
                    <a:pt x="239623" y="64478"/>
                    <a:pt x="238984" y="67670"/>
                  </a:cubicBezTo>
                  <a:lnTo>
                    <a:pt x="237067" y="81715"/>
                  </a:lnTo>
                  <a:cubicBezTo>
                    <a:pt x="236428" y="84907"/>
                    <a:pt x="233872" y="87460"/>
                    <a:pt x="230677" y="87460"/>
                  </a:cubicBezTo>
                  <a:lnTo>
                    <a:pt x="230038" y="87460"/>
                  </a:lnTo>
                  <a:cubicBezTo>
                    <a:pt x="226843" y="86822"/>
                    <a:pt x="224287" y="83630"/>
                    <a:pt x="224926" y="80438"/>
                  </a:cubicBezTo>
                  <a:lnTo>
                    <a:pt x="226843" y="65755"/>
                  </a:lnTo>
                  <a:close/>
                  <a:moveTo>
                    <a:pt x="187864" y="72139"/>
                  </a:moveTo>
                  <a:cubicBezTo>
                    <a:pt x="190420" y="70224"/>
                    <a:pt x="194893" y="70862"/>
                    <a:pt x="196810" y="73416"/>
                  </a:cubicBezTo>
                  <a:lnTo>
                    <a:pt x="205117" y="84907"/>
                  </a:lnTo>
                  <a:cubicBezTo>
                    <a:pt x="207034" y="87460"/>
                    <a:pt x="206395" y="91929"/>
                    <a:pt x="203839" y="93844"/>
                  </a:cubicBezTo>
                  <a:lnTo>
                    <a:pt x="203839" y="93844"/>
                  </a:lnTo>
                  <a:cubicBezTo>
                    <a:pt x="202561" y="94483"/>
                    <a:pt x="201283" y="95121"/>
                    <a:pt x="200005" y="95121"/>
                  </a:cubicBezTo>
                  <a:cubicBezTo>
                    <a:pt x="198088" y="95121"/>
                    <a:pt x="196171" y="94483"/>
                    <a:pt x="194893" y="92568"/>
                  </a:cubicBezTo>
                  <a:lnTo>
                    <a:pt x="186586" y="81715"/>
                  </a:lnTo>
                  <a:cubicBezTo>
                    <a:pt x="184669" y="77884"/>
                    <a:pt x="185308" y="74054"/>
                    <a:pt x="187864" y="72139"/>
                  </a:cubicBezTo>
                  <a:lnTo>
                    <a:pt x="187864" y="72139"/>
                  </a:lnTo>
                  <a:close/>
                  <a:moveTo>
                    <a:pt x="170611" y="107889"/>
                  </a:moveTo>
                  <a:lnTo>
                    <a:pt x="184669" y="109804"/>
                  </a:lnTo>
                  <a:cubicBezTo>
                    <a:pt x="188503" y="109804"/>
                    <a:pt x="191059" y="112996"/>
                    <a:pt x="190420" y="116827"/>
                  </a:cubicBezTo>
                  <a:cubicBezTo>
                    <a:pt x="189781" y="120657"/>
                    <a:pt x="187225" y="123211"/>
                    <a:pt x="183391" y="122572"/>
                  </a:cubicBezTo>
                  <a:lnTo>
                    <a:pt x="182752" y="122572"/>
                  </a:lnTo>
                  <a:lnTo>
                    <a:pt x="168695" y="120657"/>
                  </a:lnTo>
                  <a:cubicBezTo>
                    <a:pt x="165500" y="120019"/>
                    <a:pt x="162943" y="116827"/>
                    <a:pt x="162943" y="113635"/>
                  </a:cubicBezTo>
                  <a:cubicBezTo>
                    <a:pt x="162943" y="113635"/>
                    <a:pt x="162943" y="113635"/>
                    <a:pt x="162943" y="113635"/>
                  </a:cubicBezTo>
                  <a:cubicBezTo>
                    <a:pt x="164221" y="109804"/>
                    <a:pt x="167416" y="107251"/>
                    <a:pt x="170611" y="107889"/>
                  </a:cubicBezTo>
                  <a:cubicBezTo>
                    <a:pt x="170611" y="107889"/>
                    <a:pt x="170611" y="107889"/>
                    <a:pt x="170611" y="107889"/>
                  </a:cubicBezTo>
                  <a:lnTo>
                    <a:pt x="170611" y="107889"/>
                  </a:lnTo>
                  <a:close/>
                  <a:moveTo>
                    <a:pt x="237706" y="248337"/>
                  </a:moveTo>
                  <a:cubicBezTo>
                    <a:pt x="236428" y="249614"/>
                    <a:pt x="234511" y="250252"/>
                    <a:pt x="233233" y="250252"/>
                  </a:cubicBezTo>
                  <a:lnTo>
                    <a:pt x="178279" y="250252"/>
                  </a:lnTo>
                  <a:lnTo>
                    <a:pt x="178279" y="273873"/>
                  </a:lnTo>
                  <a:lnTo>
                    <a:pt x="194254" y="273873"/>
                  </a:lnTo>
                  <a:cubicBezTo>
                    <a:pt x="198088" y="273873"/>
                    <a:pt x="200644" y="276426"/>
                    <a:pt x="200644" y="280257"/>
                  </a:cubicBezTo>
                  <a:cubicBezTo>
                    <a:pt x="200644" y="284087"/>
                    <a:pt x="198088" y="286641"/>
                    <a:pt x="194254" y="286641"/>
                  </a:cubicBezTo>
                  <a:lnTo>
                    <a:pt x="120770" y="286641"/>
                  </a:lnTo>
                  <a:cubicBezTo>
                    <a:pt x="116936" y="286641"/>
                    <a:pt x="114380" y="284087"/>
                    <a:pt x="114380" y="280257"/>
                  </a:cubicBezTo>
                  <a:cubicBezTo>
                    <a:pt x="114380" y="276426"/>
                    <a:pt x="116936" y="273873"/>
                    <a:pt x="120770" y="273873"/>
                  </a:cubicBezTo>
                  <a:lnTo>
                    <a:pt x="136745" y="273873"/>
                  </a:lnTo>
                  <a:lnTo>
                    <a:pt x="136745" y="256636"/>
                  </a:lnTo>
                  <a:cubicBezTo>
                    <a:pt x="136745" y="253444"/>
                    <a:pt x="138662" y="250890"/>
                    <a:pt x="141857" y="250252"/>
                  </a:cubicBezTo>
                  <a:lnTo>
                    <a:pt x="81791" y="250252"/>
                  </a:lnTo>
                  <a:cubicBezTo>
                    <a:pt x="79874" y="250252"/>
                    <a:pt x="78596" y="249614"/>
                    <a:pt x="77318" y="248337"/>
                  </a:cubicBezTo>
                  <a:cubicBezTo>
                    <a:pt x="76040" y="247060"/>
                    <a:pt x="75401" y="245145"/>
                    <a:pt x="75401" y="243230"/>
                  </a:cubicBezTo>
                  <a:lnTo>
                    <a:pt x="84347" y="141086"/>
                  </a:lnTo>
                  <a:cubicBezTo>
                    <a:pt x="84347" y="137894"/>
                    <a:pt x="87542" y="135340"/>
                    <a:pt x="90737" y="135340"/>
                  </a:cubicBezTo>
                  <a:lnTo>
                    <a:pt x="117575" y="135340"/>
                  </a:lnTo>
                  <a:cubicBezTo>
                    <a:pt x="121409" y="135340"/>
                    <a:pt x="123965" y="137894"/>
                    <a:pt x="123965" y="141724"/>
                  </a:cubicBezTo>
                  <a:cubicBezTo>
                    <a:pt x="123965" y="145555"/>
                    <a:pt x="121409" y="148108"/>
                    <a:pt x="117575" y="148108"/>
                  </a:cubicBezTo>
                  <a:lnTo>
                    <a:pt x="96488" y="148108"/>
                  </a:lnTo>
                  <a:lnTo>
                    <a:pt x="88820" y="238122"/>
                  </a:lnTo>
                  <a:lnTo>
                    <a:pt x="227482" y="238122"/>
                  </a:lnTo>
                  <a:lnTo>
                    <a:pt x="219814" y="148108"/>
                  </a:lnTo>
                  <a:lnTo>
                    <a:pt x="134189" y="148108"/>
                  </a:lnTo>
                  <a:cubicBezTo>
                    <a:pt x="130355" y="148108"/>
                    <a:pt x="127799" y="145555"/>
                    <a:pt x="127799" y="141724"/>
                  </a:cubicBezTo>
                  <a:cubicBezTo>
                    <a:pt x="127799" y="137894"/>
                    <a:pt x="130355" y="135340"/>
                    <a:pt x="134189" y="135340"/>
                  </a:cubicBezTo>
                  <a:lnTo>
                    <a:pt x="224926" y="135340"/>
                  </a:lnTo>
                  <a:cubicBezTo>
                    <a:pt x="228121" y="135340"/>
                    <a:pt x="231316" y="137894"/>
                    <a:pt x="231316" y="141086"/>
                  </a:cubicBezTo>
                  <a:lnTo>
                    <a:pt x="239623" y="243868"/>
                  </a:lnTo>
                  <a:cubicBezTo>
                    <a:pt x="239623" y="245783"/>
                    <a:pt x="238984" y="247060"/>
                    <a:pt x="237706" y="248337"/>
                  </a:cubicBezTo>
                  <a:lnTo>
                    <a:pt x="237706" y="248337"/>
                  </a:lnTo>
                  <a:close/>
                  <a:moveTo>
                    <a:pt x="157192" y="157046"/>
                  </a:moveTo>
                  <a:lnTo>
                    <a:pt x="203839" y="157046"/>
                  </a:lnTo>
                  <a:cubicBezTo>
                    <a:pt x="207034" y="157046"/>
                    <a:pt x="210229" y="159600"/>
                    <a:pt x="210229" y="162792"/>
                  </a:cubicBezTo>
                  <a:lnTo>
                    <a:pt x="214702" y="220886"/>
                  </a:lnTo>
                  <a:cubicBezTo>
                    <a:pt x="214702" y="222801"/>
                    <a:pt x="214063" y="224078"/>
                    <a:pt x="212785" y="225993"/>
                  </a:cubicBezTo>
                  <a:cubicBezTo>
                    <a:pt x="211507" y="227270"/>
                    <a:pt x="209590" y="227908"/>
                    <a:pt x="208312" y="227908"/>
                  </a:cubicBezTo>
                  <a:lnTo>
                    <a:pt x="104795" y="227908"/>
                  </a:lnTo>
                  <a:cubicBezTo>
                    <a:pt x="102878" y="227908"/>
                    <a:pt x="100961" y="227270"/>
                    <a:pt x="100322" y="225993"/>
                  </a:cubicBezTo>
                  <a:cubicBezTo>
                    <a:pt x="99044" y="224716"/>
                    <a:pt x="98405" y="222801"/>
                    <a:pt x="98405" y="220886"/>
                  </a:cubicBezTo>
                  <a:lnTo>
                    <a:pt x="102878" y="162792"/>
                  </a:lnTo>
                  <a:cubicBezTo>
                    <a:pt x="102878" y="159600"/>
                    <a:pt x="106073" y="157046"/>
                    <a:pt x="109268" y="157046"/>
                  </a:cubicBezTo>
                  <a:lnTo>
                    <a:pt x="157192" y="157046"/>
                  </a:lnTo>
                  <a:close/>
                  <a:moveTo>
                    <a:pt x="239623" y="150662"/>
                  </a:moveTo>
                  <a:cubicBezTo>
                    <a:pt x="235789" y="150662"/>
                    <a:pt x="233233" y="147470"/>
                    <a:pt x="233233" y="144278"/>
                  </a:cubicBezTo>
                  <a:cubicBezTo>
                    <a:pt x="233233" y="142363"/>
                    <a:pt x="234511" y="140448"/>
                    <a:pt x="236428" y="139171"/>
                  </a:cubicBezTo>
                  <a:cubicBezTo>
                    <a:pt x="245374" y="133425"/>
                    <a:pt x="248569" y="121296"/>
                    <a:pt x="242818" y="112358"/>
                  </a:cubicBezTo>
                  <a:cubicBezTo>
                    <a:pt x="237067" y="103420"/>
                    <a:pt x="224926" y="100228"/>
                    <a:pt x="215980" y="105974"/>
                  </a:cubicBezTo>
                  <a:cubicBezTo>
                    <a:pt x="210229" y="109804"/>
                    <a:pt x="206395" y="116188"/>
                    <a:pt x="206395" y="122572"/>
                  </a:cubicBezTo>
                  <a:cubicBezTo>
                    <a:pt x="206395" y="123849"/>
                    <a:pt x="206395" y="124488"/>
                    <a:pt x="206395" y="125764"/>
                  </a:cubicBezTo>
                  <a:cubicBezTo>
                    <a:pt x="207034" y="128956"/>
                    <a:pt x="204478" y="132787"/>
                    <a:pt x="201283" y="133425"/>
                  </a:cubicBezTo>
                  <a:cubicBezTo>
                    <a:pt x="198088" y="134064"/>
                    <a:pt x="194254" y="131510"/>
                    <a:pt x="193615" y="128318"/>
                  </a:cubicBezTo>
                  <a:cubicBezTo>
                    <a:pt x="193615" y="126403"/>
                    <a:pt x="192976" y="124488"/>
                    <a:pt x="192976" y="123211"/>
                  </a:cubicBezTo>
                  <a:cubicBezTo>
                    <a:pt x="192976" y="105336"/>
                    <a:pt x="207673" y="90652"/>
                    <a:pt x="225565" y="90652"/>
                  </a:cubicBezTo>
                  <a:cubicBezTo>
                    <a:pt x="243456" y="90652"/>
                    <a:pt x="258154" y="105336"/>
                    <a:pt x="258154" y="123211"/>
                  </a:cubicBezTo>
                  <a:cubicBezTo>
                    <a:pt x="258154" y="134702"/>
                    <a:pt x="252403" y="144916"/>
                    <a:pt x="242818" y="150662"/>
                  </a:cubicBezTo>
                  <a:cubicBezTo>
                    <a:pt x="241540" y="150024"/>
                    <a:pt x="240901" y="150662"/>
                    <a:pt x="239623" y="150662"/>
                  </a:cubicBezTo>
                  <a:close/>
                  <a:moveTo>
                    <a:pt x="263904" y="172368"/>
                  </a:moveTo>
                  <a:cubicBezTo>
                    <a:pt x="262626" y="173006"/>
                    <a:pt x="261349" y="173644"/>
                    <a:pt x="260071" y="173644"/>
                  </a:cubicBezTo>
                  <a:cubicBezTo>
                    <a:pt x="258154" y="173644"/>
                    <a:pt x="256236" y="173006"/>
                    <a:pt x="254959" y="171091"/>
                  </a:cubicBezTo>
                  <a:lnTo>
                    <a:pt x="246651" y="159600"/>
                  </a:lnTo>
                  <a:cubicBezTo>
                    <a:pt x="244735" y="157046"/>
                    <a:pt x="245374" y="152577"/>
                    <a:pt x="247929" y="150662"/>
                  </a:cubicBezTo>
                  <a:cubicBezTo>
                    <a:pt x="250486" y="148747"/>
                    <a:pt x="254959" y="149385"/>
                    <a:pt x="256876" y="151939"/>
                  </a:cubicBezTo>
                  <a:lnTo>
                    <a:pt x="265182" y="162792"/>
                  </a:lnTo>
                  <a:cubicBezTo>
                    <a:pt x="267099" y="165984"/>
                    <a:pt x="266460" y="169814"/>
                    <a:pt x="263904" y="172368"/>
                  </a:cubicBezTo>
                  <a:close/>
                  <a:moveTo>
                    <a:pt x="281796" y="136617"/>
                  </a:moveTo>
                  <a:lnTo>
                    <a:pt x="281157" y="136617"/>
                  </a:lnTo>
                  <a:lnTo>
                    <a:pt x="267099" y="134702"/>
                  </a:lnTo>
                  <a:cubicBezTo>
                    <a:pt x="263266" y="134064"/>
                    <a:pt x="261349" y="130872"/>
                    <a:pt x="261349" y="127680"/>
                  </a:cubicBezTo>
                  <a:cubicBezTo>
                    <a:pt x="261349" y="124488"/>
                    <a:pt x="265182" y="121934"/>
                    <a:pt x="268377" y="121934"/>
                  </a:cubicBezTo>
                  <a:lnTo>
                    <a:pt x="282435" y="123849"/>
                  </a:lnTo>
                  <a:cubicBezTo>
                    <a:pt x="285630" y="124488"/>
                    <a:pt x="288186" y="127680"/>
                    <a:pt x="287547" y="130872"/>
                  </a:cubicBezTo>
                  <a:cubicBezTo>
                    <a:pt x="287547" y="134064"/>
                    <a:pt x="284991" y="135979"/>
                    <a:pt x="281796" y="136617"/>
                  </a:cubicBezTo>
                  <a:close/>
                </a:path>
              </a:pathLst>
            </a:custGeom>
            <a:solidFill>
              <a:srgbClr val="0097A9"/>
            </a:solidFill>
            <a:ln w="6390" cap="flat">
              <a:noFill/>
              <a:prstDash val="solid"/>
              <a:miter/>
            </a:ln>
          </p:spPr>
          <p:txBody>
            <a:bodyPr rtlCol="0" anchor="ctr"/>
            <a:lstStyle/>
            <a:p>
              <a:endParaRPr lang="en-US"/>
            </a:p>
          </p:txBody>
        </p:sp>
      </p:grpSp>
      <p:grpSp>
        <p:nvGrpSpPr>
          <p:cNvPr id="384" name="Graphic 4">
            <a:extLst>
              <a:ext uri="{FF2B5EF4-FFF2-40B4-BE49-F238E27FC236}">
                <a16:creationId xmlns:a16="http://schemas.microsoft.com/office/drawing/2014/main" id="{BB93C1E9-A1A3-BB49-BD30-9EA1E61B3F5A}"/>
              </a:ext>
            </a:extLst>
          </p:cNvPr>
          <p:cNvGrpSpPr/>
          <p:nvPr/>
        </p:nvGrpSpPr>
        <p:grpSpPr>
          <a:xfrm>
            <a:off x="4045469" y="1402723"/>
            <a:ext cx="362309" cy="361971"/>
            <a:chOff x="4045469" y="1402723"/>
            <a:chExt cx="362309" cy="361971"/>
          </a:xfrm>
          <a:solidFill>
            <a:srgbClr val="0097A9"/>
          </a:solidFill>
        </p:grpSpPr>
        <p:sp>
          <p:nvSpPr>
            <p:cNvPr id="385" name="Graphic 4">
              <a:extLst>
                <a:ext uri="{FF2B5EF4-FFF2-40B4-BE49-F238E27FC236}">
                  <a16:creationId xmlns:a16="http://schemas.microsoft.com/office/drawing/2014/main" id="{C6AB5FCB-A0D7-9F43-8A27-071BF9A1F40E}"/>
                </a:ext>
              </a:extLst>
            </p:cNvPr>
            <p:cNvSpPr/>
            <p:nvPr/>
          </p:nvSpPr>
          <p:spPr>
            <a:xfrm>
              <a:off x="4045469" y="14027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23965 w 362309"/>
                <a:gd name="connsiteY6" fmla="*/ 195988 h 361971"/>
                <a:gd name="connsiteX7" fmla="*/ 134189 w 362309"/>
                <a:gd name="connsiteY7" fmla="*/ 203011 h 361971"/>
                <a:gd name="connsiteX8" fmla="*/ 153358 w 362309"/>
                <a:gd name="connsiteY8" fmla="*/ 195350 h 361971"/>
                <a:gd name="connsiteX9" fmla="*/ 153998 w 362309"/>
                <a:gd name="connsiteY9" fmla="*/ 193435 h 361971"/>
                <a:gd name="connsiteX10" fmla="*/ 161666 w 362309"/>
                <a:gd name="connsiteY10" fmla="*/ 188327 h 361971"/>
                <a:gd name="connsiteX11" fmla="*/ 166778 w 362309"/>
                <a:gd name="connsiteY11" fmla="*/ 195988 h 361971"/>
                <a:gd name="connsiteX12" fmla="*/ 155276 w 362309"/>
                <a:gd name="connsiteY12" fmla="*/ 212587 h 361971"/>
                <a:gd name="connsiteX13" fmla="*/ 140579 w 362309"/>
                <a:gd name="connsiteY13" fmla="*/ 216417 h 361971"/>
                <a:gd name="connsiteX14" fmla="*/ 131633 w 362309"/>
                <a:gd name="connsiteY14" fmla="*/ 215140 h 361971"/>
                <a:gd name="connsiteX15" fmla="*/ 113741 w 362309"/>
                <a:gd name="connsiteY15" fmla="*/ 201734 h 361971"/>
                <a:gd name="connsiteX16" fmla="*/ 111824 w 362309"/>
                <a:gd name="connsiteY16" fmla="*/ 169176 h 361971"/>
                <a:gd name="connsiteX17" fmla="*/ 140579 w 362309"/>
                <a:gd name="connsiteY17" fmla="*/ 148108 h 361971"/>
                <a:gd name="connsiteX18" fmla="*/ 166138 w 362309"/>
                <a:gd name="connsiteY18" fmla="*/ 166622 h 361971"/>
                <a:gd name="connsiteX19" fmla="*/ 162943 w 362309"/>
                <a:gd name="connsiteY19" fmla="*/ 174921 h 361971"/>
                <a:gd name="connsiteX20" fmla="*/ 154637 w 362309"/>
                <a:gd name="connsiteY20" fmla="*/ 171729 h 361971"/>
                <a:gd name="connsiteX21" fmla="*/ 153998 w 362309"/>
                <a:gd name="connsiteY21" fmla="*/ 170452 h 361971"/>
                <a:gd name="connsiteX22" fmla="*/ 140579 w 362309"/>
                <a:gd name="connsiteY22" fmla="*/ 160238 h 361971"/>
                <a:gd name="connsiteX23" fmla="*/ 123326 w 362309"/>
                <a:gd name="connsiteY23" fmla="*/ 172368 h 361971"/>
                <a:gd name="connsiteX24" fmla="*/ 123965 w 362309"/>
                <a:gd name="connsiteY24" fmla="*/ 195988 h 361971"/>
                <a:gd name="connsiteX25" fmla="*/ 123965 w 362309"/>
                <a:gd name="connsiteY25" fmla="*/ 195988 h 361971"/>
                <a:gd name="connsiteX26" fmla="*/ 180196 w 362309"/>
                <a:gd name="connsiteY26" fmla="*/ 254721 h 361971"/>
                <a:gd name="connsiteX27" fmla="*/ 175723 w 362309"/>
                <a:gd name="connsiteY27" fmla="*/ 256636 h 361971"/>
                <a:gd name="connsiteX28" fmla="*/ 171251 w 362309"/>
                <a:gd name="connsiteY28" fmla="*/ 254721 h 361971"/>
                <a:gd name="connsiteX29" fmla="*/ 167416 w 362309"/>
                <a:gd name="connsiteY29" fmla="*/ 250890 h 361971"/>
                <a:gd name="connsiteX30" fmla="*/ 167416 w 362309"/>
                <a:gd name="connsiteY30" fmla="*/ 286641 h 361971"/>
                <a:gd name="connsiteX31" fmla="*/ 161027 w 362309"/>
                <a:gd name="connsiteY31" fmla="*/ 293025 h 361971"/>
                <a:gd name="connsiteX32" fmla="*/ 154637 w 362309"/>
                <a:gd name="connsiteY32" fmla="*/ 286641 h 361971"/>
                <a:gd name="connsiteX33" fmla="*/ 154637 w 362309"/>
                <a:gd name="connsiteY33" fmla="*/ 250890 h 361971"/>
                <a:gd name="connsiteX34" fmla="*/ 151442 w 362309"/>
                <a:gd name="connsiteY34" fmla="*/ 254082 h 361971"/>
                <a:gd name="connsiteX35" fmla="*/ 142496 w 362309"/>
                <a:gd name="connsiteY35" fmla="*/ 254082 h 361971"/>
                <a:gd name="connsiteX36" fmla="*/ 142496 w 362309"/>
                <a:gd name="connsiteY36" fmla="*/ 245145 h 361971"/>
                <a:gd name="connsiteX37" fmla="*/ 142496 w 362309"/>
                <a:gd name="connsiteY37" fmla="*/ 245145 h 361971"/>
                <a:gd name="connsiteX38" fmla="*/ 156553 w 362309"/>
                <a:gd name="connsiteY38" fmla="*/ 231100 h 361971"/>
                <a:gd name="connsiteX39" fmla="*/ 158471 w 362309"/>
                <a:gd name="connsiteY39" fmla="*/ 229823 h 361971"/>
                <a:gd name="connsiteX40" fmla="*/ 159110 w 362309"/>
                <a:gd name="connsiteY40" fmla="*/ 229823 h 361971"/>
                <a:gd name="connsiteX41" fmla="*/ 160388 w 362309"/>
                <a:gd name="connsiteY41" fmla="*/ 229823 h 361971"/>
                <a:gd name="connsiteX42" fmla="*/ 161027 w 362309"/>
                <a:gd name="connsiteY42" fmla="*/ 229823 h 361971"/>
                <a:gd name="connsiteX43" fmla="*/ 162943 w 362309"/>
                <a:gd name="connsiteY43" fmla="*/ 230462 h 361971"/>
                <a:gd name="connsiteX44" fmla="*/ 163583 w 362309"/>
                <a:gd name="connsiteY44" fmla="*/ 230462 h 361971"/>
                <a:gd name="connsiteX45" fmla="*/ 163583 w 362309"/>
                <a:gd name="connsiteY45" fmla="*/ 230462 h 361971"/>
                <a:gd name="connsiteX46" fmla="*/ 165500 w 362309"/>
                <a:gd name="connsiteY46" fmla="*/ 231738 h 361971"/>
                <a:gd name="connsiteX47" fmla="*/ 165500 w 362309"/>
                <a:gd name="connsiteY47" fmla="*/ 231738 h 361971"/>
                <a:gd name="connsiteX48" fmla="*/ 180196 w 362309"/>
                <a:gd name="connsiteY48" fmla="*/ 245783 h 361971"/>
                <a:gd name="connsiteX49" fmla="*/ 180196 w 362309"/>
                <a:gd name="connsiteY49" fmla="*/ 254721 h 361971"/>
                <a:gd name="connsiteX50" fmla="*/ 180196 w 362309"/>
                <a:gd name="connsiteY50" fmla="*/ 254721 h 361971"/>
                <a:gd name="connsiteX51" fmla="*/ 223648 w 362309"/>
                <a:gd name="connsiteY51" fmla="*/ 277703 h 361971"/>
                <a:gd name="connsiteX52" fmla="*/ 208951 w 362309"/>
                <a:gd name="connsiteY52" fmla="*/ 291748 h 361971"/>
                <a:gd name="connsiteX53" fmla="*/ 208951 w 362309"/>
                <a:gd name="connsiteY53" fmla="*/ 291748 h 361971"/>
                <a:gd name="connsiteX54" fmla="*/ 207034 w 362309"/>
                <a:gd name="connsiteY54" fmla="*/ 293025 h 361971"/>
                <a:gd name="connsiteX55" fmla="*/ 207034 w 362309"/>
                <a:gd name="connsiteY55" fmla="*/ 293025 h 361971"/>
                <a:gd name="connsiteX56" fmla="*/ 201922 w 362309"/>
                <a:gd name="connsiteY56" fmla="*/ 293025 h 361971"/>
                <a:gd name="connsiteX57" fmla="*/ 201283 w 362309"/>
                <a:gd name="connsiteY57" fmla="*/ 292386 h 361971"/>
                <a:gd name="connsiteX58" fmla="*/ 200005 w 362309"/>
                <a:gd name="connsiteY58" fmla="*/ 291748 h 361971"/>
                <a:gd name="connsiteX59" fmla="*/ 185947 w 362309"/>
                <a:gd name="connsiteY59" fmla="*/ 277703 h 361971"/>
                <a:gd name="connsiteX60" fmla="*/ 185308 w 362309"/>
                <a:gd name="connsiteY60" fmla="*/ 268766 h 361971"/>
                <a:gd name="connsiteX61" fmla="*/ 194254 w 362309"/>
                <a:gd name="connsiteY61" fmla="*/ 268127 h 361971"/>
                <a:gd name="connsiteX62" fmla="*/ 194893 w 362309"/>
                <a:gd name="connsiteY62" fmla="*/ 268766 h 361971"/>
                <a:gd name="connsiteX63" fmla="*/ 198088 w 362309"/>
                <a:gd name="connsiteY63" fmla="*/ 271958 h 361971"/>
                <a:gd name="connsiteX64" fmla="*/ 198088 w 362309"/>
                <a:gd name="connsiteY64" fmla="*/ 236207 h 361971"/>
                <a:gd name="connsiteX65" fmla="*/ 204478 w 362309"/>
                <a:gd name="connsiteY65" fmla="*/ 229823 h 361971"/>
                <a:gd name="connsiteX66" fmla="*/ 210868 w 362309"/>
                <a:gd name="connsiteY66" fmla="*/ 236207 h 361971"/>
                <a:gd name="connsiteX67" fmla="*/ 210868 w 362309"/>
                <a:gd name="connsiteY67" fmla="*/ 271958 h 361971"/>
                <a:gd name="connsiteX68" fmla="*/ 214702 w 362309"/>
                <a:gd name="connsiteY68" fmla="*/ 268127 h 361971"/>
                <a:gd name="connsiteX69" fmla="*/ 223648 w 362309"/>
                <a:gd name="connsiteY69" fmla="*/ 268127 h 361971"/>
                <a:gd name="connsiteX70" fmla="*/ 223648 w 362309"/>
                <a:gd name="connsiteY70" fmla="*/ 277703 h 361971"/>
                <a:gd name="connsiteX71" fmla="*/ 223648 w 362309"/>
                <a:gd name="connsiteY71" fmla="*/ 277703 h 361971"/>
                <a:gd name="connsiteX72" fmla="*/ 205756 w 362309"/>
                <a:gd name="connsiteY72" fmla="*/ 216417 h 361971"/>
                <a:gd name="connsiteX73" fmla="*/ 205756 w 362309"/>
                <a:gd name="connsiteY73" fmla="*/ 216417 h 361971"/>
                <a:gd name="connsiteX74" fmla="*/ 182752 w 362309"/>
                <a:gd name="connsiteY74" fmla="*/ 208118 h 361971"/>
                <a:gd name="connsiteX75" fmla="*/ 173168 w 362309"/>
                <a:gd name="connsiteY75" fmla="*/ 183220 h 361971"/>
                <a:gd name="connsiteX76" fmla="*/ 182113 w 362309"/>
                <a:gd name="connsiteY76" fmla="*/ 157046 h 361971"/>
                <a:gd name="connsiteX77" fmla="*/ 203200 w 362309"/>
                <a:gd name="connsiteY77" fmla="*/ 148108 h 361971"/>
                <a:gd name="connsiteX78" fmla="*/ 225565 w 362309"/>
                <a:gd name="connsiteY78" fmla="*/ 156408 h 361971"/>
                <a:gd name="connsiteX79" fmla="*/ 235150 w 362309"/>
                <a:gd name="connsiteY79" fmla="*/ 181305 h 361971"/>
                <a:gd name="connsiteX80" fmla="*/ 226204 w 362309"/>
                <a:gd name="connsiteY80" fmla="*/ 207479 h 361971"/>
                <a:gd name="connsiteX81" fmla="*/ 205756 w 362309"/>
                <a:gd name="connsiteY81" fmla="*/ 216417 h 361971"/>
                <a:gd name="connsiteX82" fmla="*/ 256876 w 362309"/>
                <a:gd name="connsiteY82" fmla="*/ 246422 h 361971"/>
                <a:gd name="connsiteX83" fmla="*/ 233872 w 362309"/>
                <a:gd name="connsiteY83" fmla="*/ 246422 h 361971"/>
                <a:gd name="connsiteX84" fmla="*/ 227482 w 362309"/>
                <a:gd name="connsiteY84" fmla="*/ 240038 h 361971"/>
                <a:gd name="connsiteX85" fmla="*/ 233872 w 362309"/>
                <a:gd name="connsiteY85" fmla="*/ 233654 h 361971"/>
                <a:gd name="connsiteX86" fmla="*/ 256876 w 362309"/>
                <a:gd name="connsiteY86" fmla="*/ 233654 h 361971"/>
                <a:gd name="connsiteX87" fmla="*/ 301605 w 362309"/>
                <a:gd name="connsiteY87" fmla="*/ 188966 h 361971"/>
                <a:gd name="connsiteX88" fmla="*/ 301605 w 362309"/>
                <a:gd name="connsiteY88" fmla="*/ 182582 h 361971"/>
                <a:gd name="connsiteX89" fmla="*/ 256876 w 362309"/>
                <a:gd name="connsiteY89" fmla="*/ 137894 h 361971"/>
                <a:gd name="connsiteX90" fmla="*/ 229399 w 362309"/>
                <a:gd name="connsiteY90" fmla="*/ 137894 h 361971"/>
                <a:gd name="connsiteX91" fmla="*/ 223009 w 362309"/>
                <a:gd name="connsiteY91" fmla="*/ 131510 h 361971"/>
                <a:gd name="connsiteX92" fmla="*/ 162943 w 362309"/>
                <a:gd name="connsiteY92" fmla="*/ 78523 h 361971"/>
                <a:gd name="connsiteX93" fmla="*/ 109907 w 362309"/>
                <a:gd name="connsiteY93" fmla="*/ 133425 h 361971"/>
                <a:gd name="connsiteX94" fmla="*/ 109907 w 362309"/>
                <a:gd name="connsiteY94" fmla="*/ 144916 h 361971"/>
                <a:gd name="connsiteX95" fmla="*/ 103517 w 362309"/>
                <a:gd name="connsiteY95" fmla="*/ 151300 h 361971"/>
                <a:gd name="connsiteX96" fmla="*/ 102239 w 362309"/>
                <a:gd name="connsiteY96" fmla="*/ 151300 h 361971"/>
                <a:gd name="connsiteX97" fmla="*/ 60704 w 362309"/>
                <a:gd name="connsiteY97" fmla="*/ 192796 h 361971"/>
                <a:gd name="connsiteX98" fmla="*/ 102239 w 362309"/>
                <a:gd name="connsiteY98" fmla="*/ 234292 h 361971"/>
                <a:gd name="connsiteX99" fmla="*/ 102239 w 362309"/>
                <a:gd name="connsiteY99" fmla="*/ 234292 h 361971"/>
                <a:gd name="connsiteX100" fmla="*/ 121409 w 362309"/>
                <a:gd name="connsiteY100" fmla="*/ 234292 h 361971"/>
                <a:gd name="connsiteX101" fmla="*/ 127799 w 362309"/>
                <a:gd name="connsiteY101" fmla="*/ 240676 h 361971"/>
                <a:gd name="connsiteX102" fmla="*/ 121409 w 362309"/>
                <a:gd name="connsiteY102" fmla="*/ 247060 h 361971"/>
                <a:gd name="connsiteX103" fmla="*/ 102239 w 362309"/>
                <a:gd name="connsiteY103" fmla="*/ 247060 h 361971"/>
                <a:gd name="connsiteX104" fmla="*/ 47925 w 362309"/>
                <a:gd name="connsiteY104" fmla="*/ 193435 h 361971"/>
                <a:gd name="connsiteX105" fmla="*/ 96488 w 362309"/>
                <a:gd name="connsiteY105" fmla="*/ 139809 h 361971"/>
                <a:gd name="connsiteX106" fmla="*/ 96488 w 362309"/>
                <a:gd name="connsiteY106" fmla="*/ 133425 h 361971"/>
                <a:gd name="connsiteX107" fmla="*/ 165500 w 362309"/>
                <a:gd name="connsiteY107" fmla="*/ 65755 h 361971"/>
                <a:gd name="connsiteX108" fmla="*/ 234511 w 362309"/>
                <a:gd name="connsiteY108" fmla="*/ 125126 h 361971"/>
                <a:gd name="connsiteX109" fmla="*/ 255597 w 362309"/>
                <a:gd name="connsiteY109" fmla="*/ 125126 h 361971"/>
                <a:gd name="connsiteX110" fmla="*/ 313107 w 362309"/>
                <a:gd name="connsiteY110" fmla="*/ 182582 h 361971"/>
                <a:gd name="connsiteX111" fmla="*/ 313107 w 362309"/>
                <a:gd name="connsiteY111" fmla="*/ 188966 h 361971"/>
                <a:gd name="connsiteX112" fmla="*/ 256876 w 362309"/>
                <a:gd name="connsiteY112" fmla="*/ 246422 h 361971"/>
                <a:gd name="connsiteX113" fmla="*/ 256876 w 362309"/>
                <a:gd name="connsiteY113" fmla="*/ 246422 h 361971"/>
                <a:gd name="connsiteX114" fmla="*/ 256876 w 362309"/>
                <a:gd name="connsiteY114" fmla="*/ 246422 h 361971"/>
                <a:gd name="connsiteX115" fmla="*/ 253681 w 362309"/>
                <a:gd name="connsiteY115" fmla="*/ 188327 h 361971"/>
                <a:gd name="connsiteX116" fmla="*/ 251125 w 362309"/>
                <a:gd name="connsiteY116" fmla="*/ 190881 h 361971"/>
                <a:gd name="connsiteX117" fmla="*/ 251125 w 362309"/>
                <a:gd name="connsiteY117" fmla="*/ 190881 h 361971"/>
                <a:gd name="connsiteX118" fmla="*/ 244096 w 362309"/>
                <a:gd name="connsiteY118" fmla="*/ 196627 h 361971"/>
                <a:gd name="connsiteX119" fmla="*/ 238345 w 362309"/>
                <a:gd name="connsiteY119" fmla="*/ 189604 h 361971"/>
                <a:gd name="connsiteX120" fmla="*/ 253042 w 362309"/>
                <a:gd name="connsiteY120" fmla="*/ 174921 h 361971"/>
                <a:gd name="connsiteX121" fmla="*/ 269017 w 362309"/>
                <a:gd name="connsiteY121" fmla="*/ 187051 h 361971"/>
                <a:gd name="connsiteX122" fmla="*/ 260710 w 362309"/>
                <a:gd name="connsiteY122" fmla="*/ 204926 h 361971"/>
                <a:gd name="connsiteX123" fmla="*/ 258154 w 362309"/>
                <a:gd name="connsiteY123" fmla="*/ 206841 h 361971"/>
                <a:gd name="connsiteX124" fmla="*/ 263905 w 362309"/>
                <a:gd name="connsiteY124" fmla="*/ 206841 h 361971"/>
                <a:gd name="connsiteX125" fmla="*/ 270295 w 362309"/>
                <a:gd name="connsiteY125" fmla="*/ 213225 h 361971"/>
                <a:gd name="connsiteX126" fmla="*/ 263905 w 362309"/>
                <a:gd name="connsiteY126" fmla="*/ 219609 h 361971"/>
                <a:gd name="connsiteX127" fmla="*/ 243457 w 362309"/>
                <a:gd name="connsiteY127" fmla="*/ 219609 h 361971"/>
                <a:gd name="connsiteX128" fmla="*/ 237067 w 362309"/>
                <a:gd name="connsiteY128" fmla="*/ 213225 h 361971"/>
                <a:gd name="connsiteX129" fmla="*/ 238345 w 362309"/>
                <a:gd name="connsiteY129" fmla="*/ 209395 h 361971"/>
                <a:gd name="connsiteX130" fmla="*/ 251764 w 362309"/>
                <a:gd name="connsiteY130" fmla="*/ 195350 h 361971"/>
                <a:gd name="connsiteX131" fmla="*/ 256237 w 362309"/>
                <a:gd name="connsiteY131" fmla="*/ 188966 h 361971"/>
                <a:gd name="connsiteX132" fmla="*/ 253681 w 362309"/>
                <a:gd name="connsiteY132" fmla="*/ 188327 h 361971"/>
                <a:gd name="connsiteX133" fmla="*/ 253681 w 362309"/>
                <a:gd name="connsiteY133" fmla="*/ 18832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lose/>
                  <a:moveTo>
                    <a:pt x="123965" y="195988"/>
                  </a:moveTo>
                  <a:cubicBezTo>
                    <a:pt x="125882" y="199819"/>
                    <a:pt x="129716" y="202372"/>
                    <a:pt x="134189" y="203011"/>
                  </a:cubicBezTo>
                  <a:cubicBezTo>
                    <a:pt x="141857" y="206203"/>
                    <a:pt x="150164" y="203011"/>
                    <a:pt x="153358" y="195350"/>
                  </a:cubicBezTo>
                  <a:cubicBezTo>
                    <a:pt x="153358" y="194711"/>
                    <a:pt x="153998" y="194073"/>
                    <a:pt x="153998" y="193435"/>
                  </a:cubicBezTo>
                  <a:cubicBezTo>
                    <a:pt x="154637" y="189604"/>
                    <a:pt x="158471" y="187689"/>
                    <a:pt x="161666" y="188327"/>
                  </a:cubicBezTo>
                  <a:cubicBezTo>
                    <a:pt x="165500" y="188966"/>
                    <a:pt x="167416" y="192796"/>
                    <a:pt x="166778" y="195988"/>
                  </a:cubicBezTo>
                  <a:cubicBezTo>
                    <a:pt x="164861" y="203011"/>
                    <a:pt x="161027" y="208756"/>
                    <a:pt x="155276" y="212587"/>
                  </a:cubicBezTo>
                  <a:cubicBezTo>
                    <a:pt x="150803" y="215140"/>
                    <a:pt x="145691" y="217055"/>
                    <a:pt x="140579" y="216417"/>
                  </a:cubicBezTo>
                  <a:cubicBezTo>
                    <a:pt x="137384" y="216417"/>
                    <a:pt x="134828" y="215779"/>
                    <a:pt x="131633" y="215140"/>
                  </a:cubicBezTo>
                  <a:cubicBezTo>
                    <a:pt x="123965" y="213863"/>
                    <a:pt x="117575" y="208756"/>
                    <a:pt x="113741" y="201734"/>
                  </a:cubicBezTo>
                  <a:cubicBezTo>
                    <a:pt x="108629" y="191519"/>
                    <a:pt x="107990" y="180028"/>
                    <a:pt x="111824" y="169176"/>
                  </a:cubicBezTo>
                  <a:cubicBezTo>
                    <a:pt x="115658" y="156408"/>
                    <a:pt x="127799" y="148108"/>
                    <a:pt x="140579" y="148108"/>
                  </a:cubicBezTo>
                  <a:cubicBezTo>
                    <a:pt x="159110" y="147470"/>
                    <a:pt x="166138" y="165345"/>
                    <a:pt x="166138" y="166622"/>
                  </a:cubicBezTo>
                  <a:cubicBezTo>
                    <a:pt x="167416" y="169814"/>
                    <a:pt x="166138" y="173644"/>
                    <a:pt x="162943" y="174921"/>
                  </a:cubicBezTo>
                  <a:cubicBezTo>
                    <a:pt x="159748" y="176198"/>
                    <a:pt x="155915" y="174921"/>
                    <a:pt x="154637" y="171729"/>
                  </a:cubicBezTo>
                  <a:cubicBezTo>
                    <a:pt x="154637" y="171729"/>
                    <a:pt x="154637" y="171091"/>
                    <a:pt x="153998" y="170452"/>
                  </a:cubicBezTo>
                  <a:cubicBezTo>
                    <a:pt x="152081" y="164707"/>
                    <a:pt x="146969" y="160876"/>
                    <a:pt x="140579" y="160238"/>
                  </a:cubicBezTo>
                  <a:cubicBezTo>
                    <a:pt x="132911" y="159600"/>
                    <a:pt x="125243" y="164707"/>
                    <a:pt x="123326" y="172368"/>
                  </a:cubicBezTo>
                  <a:cubicBezTo>
                    <a:pt x="120770" y="181305"/>
                    <a:pt x="120770" y="188966"/>
                    <a:pt x="123965" y="195988"/>
                  </a:cubicBezTo>
                  <a:lnTo>
                    <a:pt x="123965" y="195988"/>
                  </a:lnTo>
                  <a:close/>
                  <a:moveTo>
                    <a:pt x="180196" y="254721"/>
                  </a:moveTo>
                  <a:cubicBezTo>
                    <a:pt x="178918" y="255998"/>
                    <a:pt x="177641" y="256636"/>
                    <a:pt x="175723" y="256636"/>
                  </a:cubicBezTo>
                  <a:cubicBezTo>
                    <a:pt x="173806" y="256636"/>
                    <a:pt x="172528" y="255998"/>
                    <a:pt x="171251" y="254721"/>
                  </a:cubicBezTo>
                  <a:lnTo>
                    <a:pt x="167416" y="250890"/>
                  </a:lnTo>
                  <a:lnTo>
                    <a:pt x="167416" y="286641"/>
                  </a:lnTo>
                  <a:cubicBezTo>
                    <a:pt x="167416" y="290471"/>
                    <a:pt x="164861" y="293025"/>
                    <a:pt x="161027" y="293025"/>
                  </a:cubicBezTo>
                  <a:cubicBezTo>
                    <a:pt x="157193" y="293025"/>
                    <a:pt x="154637" y="290471"/>
                    <a:pt x="154637" y="286641"/>
                  </a:cubicBezTo>
                  <a:lnTo>
                    <a:pt x="154637" y="250890"/>
                  </a:lnTo>
                  <a:lnTo>
                    <a:pt x="151442" y="254082"/>
                  </a:lnTo>
                  <a:cubicBezTo>
                    <a:pt x="148886" y="256636"/>
                    <a:pt x="145052" y="256636"/>
                    <a:pt x="142496" y="254082"/>
                  </a:cubicBezTo>
                  <a:cubicBezTo>
                    <a:pt x="139940" y="251529"/>
                    <a:pt x="139940" y="247698"/>
                    <a:pt x="142496" y="245145"/>
                  </a:cubicBezTo>
                  <a:cubicBezTo>
                    <a:pt x="142496" y="245145"/>
                    <a:pt x="142496" y="245145"/>
                    <a:pt x="142496" y="245145"/>
                  </a:cubicBezTo>
                  <a:lnTo>
                    <a:pt x="156553" y="231100"/>
                  </a:lnTo>
                  <a:cubicBezTo>
                    <a:pt x="157193" y="230462"/>
                    <a:pt x="157832" y="230462"/>
                    <a:pt x="158471" y="229823"/>
                  </a:cubicBezTo>
                  <a:lnTo>
                    <a:pt x="159110" y="229823"/>
                  </a:lnTo>
                  <a:cubicBezTo>
                    <a:pt x="159748" y="229823"/>
                    <a:pt x="160388" y="229823"/>
                    <a:pt x="160388" y="229823"/>
                  </a:cubicBezTo>
                  <a:lnTo>
                    <a:pt x="161027" y="229823"/>
                  </a:lnTo>
                  <a:cubicBezTo>
                    <a:pt x="161666" y="229823"/>
                    <a:pt x="162305" y="229823"/>
                    <a:pt x="162943" y="230462"/>
                  </a:cubicBezTo>
                  <a:lnTo>
                    <a:pt x="163583" y="230462"/>
                  </a:lnTo>
                  <a:lnTo>
                    <a:pt x="163583" y="230462"/>
                  </a:lnTo>
                  <a:cubicBezTo>
                    <a:pt x="164221" y="231100"/>
                    <a:pt x="164861" y="231100"/>
                    <a:pt x="165500" y="231738"/>
                  </a:cubicBezTo>
                  <a:lnTo>
                    <a:pt x="165500" y="231738"/>
                  </a:lnTo>
                  <a:lnTo>
                    <a:pt x="180196" y="245783"/>
                  </a:lnTo>
                  <a:cubicBezTo>
                    <a:pt x="182113" y="248337"/>
                    <a:pt x="182113" y="252167"/>
                    <a:pt x="180196" y="254721"/>
                  </a:cubicBezTo>
                  <a:lnTo>
                    <a:pt x="180196" y="254721"/>
                  </a:lnTo>
                  <a:close/>
                  <a:moveTo>
                    <a:pt x="223648" y="277703"/>
                  </a:moveTo>
                  <a:lnTo>
                    <a:pt x="208951" y="291748"/>
                  </a:lnTo>
                  <a:lnTo>
                    <a:pt x="208951" y="291748"/>
                  </a:lnTo>
                  <a:cubicBezTo>
                    <a:pt x="208312" y="292386"/>
                    <a:pt x="207673" y="292386"/>
                    <a:pt x="207034" y="293025"/>
                  </a:cubicBezTo>
                  <a:lnTo>
                    <a:pt x="207034" y="293025"/>
                  </a:lnTo>
                  <a:cubicBezTo>
                    <a:pt x="205756" y="293663"/>
                    <a:pt x="203839" y="293663"/>
                    <a:pt x="201922" y="293025"/>
                  </a:cubicBezTo>
                  <a:lnTo>
                    <a:pt x="201283" y="292386"/>
                  </a:lnTo>
                  <a:cubicBezTo>
                    <a:pt x="200644" y="292386"/>
                    <a:pt x="200005" y="291748"/>
                    <a:pt x="200005" y="291748"/>
                  </a:cubicBezTo>
                  <a:lnTo>
                    <a:pt x="185947" y="277703"/>
                  </a:lnTo>
                  <a:cubicBezTo>
                    <a:pt x="183391" y="275150"/>
                    <a:pt x="182752" y="271319"/>
                    <a:pt x="185308" y="268766"/>
                  </a:cubicBezTo>
                  <a:cubicBezTo>
                    <a:pt x="187864" y="266212"/>
                    <a:pt x="191698" y="265574"/>
                    <a:pt x="194254" y="268127"/>
                  </a:cubicBezTo>
                  <a:cubicBezTo>
                    <a:pt x="194254" y="268127"/>
                    <a:pt x="194893" y="268766"/>
                    <a:pt x="194893" y="268766"/>
                  </a:cubicBezTo>
                  <a:lnTo>
                    <a:pt x="198088" y="271958"/>
                  </a:lnTo>
                  <a:lnTo>
                    <a:pt x="198088" y="236207"/>
                  </a:lnTo>
                  <a:cubicBezTo>
                    <a:pt x="198088" y="232377"/>
                    <a:pt x="200644" y="229823"/>
                    <a:pt x="204478" y="229823"/>
                  </a:cubicBezTo>
                  <a:cubicBezTo>
                    <a:pt x="208312" y="229823"/>
                    <a:pt x="210868" y="232377"/>
                    <a:pt x="210868" y="236207"/>
                  </a:cubicBezTo>
                  <a:lnTo>
                    <a:pt x="210868" y="271958"/>
                  </a:lnTo>
                  <a:lnTo>
                    <a:pt x="214702" y="268127"/>
                  </a:lnTo>
                  <a:cubicBezTo>
                    <a:pt x="217258" y="265574"/>
                    <a:pt x="221092" y="265574"/>
                    <a:pt x="223648" y="268127"/>
                  </a:cubicBezTo>
                  <a:cubicBezTo>
                    <a:pt x="226843" y="271319"/>
                    <a:pt x="226843" y="275150"/>
                    <a:pt x="223648" y="277703"/>
                  </a:cubicBezTo>
                  <a:lnTo>
                    <a:pt x="223648" y="277703"/>
                  </a:lnTo>
                  <a:close/>
                  <a:moveTo>
                    <a:pt x="205756" y="216417"/>
                  </a:moveTo>
                  <a:lnTo>
                    <a:pt x="205756" y="216417"/>
                  </a:lnTo>
                  <a:cubicBezTo>
                    <a:pt x="196810" y="217055"/>
                    <a:pt x="189142" y="213863"/>
                    <a:pt x="182752" y="208118"/>
                  </a:cubicBezTo>
                  <a:cubicBezTo>
                    <a:pt x="176363" y="201095"/>
                    <a:pt x="173168" y="192796"/>
                    <a:pt x="173168" y="183220"/>
                  </a:cubicBezTo>
                  <a:cubicBezTo>
                    <a:pt x="173168" y="173644"/>
                    <a:pt x="176363" y="164707"/>
                    <a:pt x="182113" y="157046"/>
                  </a:cubicBezTo>
                  <a:cubicBezTo>
                    <a:pt x="187864" y="151300"/>
                    <a:pt x="194893" y="148108"/>
                    <a:pt x="203200" y="148108"/>
                  </a:cubicBezTo>
                  <a:cubicBezTo>
                    <a:pt x="211507" y="147470"/>
                    <a:pt x="219814" y="150662"/>
                    <a:pt x="225565" y="156408"/>
                  </a:cubicBezTo>
                  <a:cubicBezTo>
                    <a:pt x="231955" y="163430"/>
                    <a:pt x="235150" y="171729"/>
                    <a:pt x="235150" y="181305"/>
                  </a:cubicBezTo>
                  <a:cubicBezTo>
                    <a:pt x="235150" y="190881"/>
                    <a:pt x="231955" y="200457"/>
                    <a:pt x="226204" y="207479"/>
                  </a:cubicBezTo>
                  <a:cubicBezTo>
                    <a:pt x="220453" y="213863"/>
                    <a:pt x="213424" y="216417"/>
                    <a:pt x="205756" y="216417"/>
                  </a:cubicBezTo>
                  <a:close/>
                  <a:moveTo>
                    <a:pt x="256876" y="246422"/>
                  </a:moveTo>
                  <a:lnTo>
                    <a:pt x="233872" y="246422"/>
                  </a:lnTo>
                  <a:cubicBezTo>
                    <a:pt x="230038" y="246422"/>
                    <a:pt x="227482" y="243868"/>
                    <a:pt x="227482" y="240038"/>
                  </a:cubicBezTo>
                  <a:cubicBezTo>
                    <a:pt x="227482" y="236207"/>
                    <a:pt x="230038" y="233654"/>
                    <a:pt x="233872" y="233654"/>
                  </a:cubicBezTo>
                  <a:lnTo>
                    <a:pt x="256876" y="233654"/>
                  </a:lnTo>
                  <a:cubicBezTo>
                    <a:pt x="281796" y="233654"/>
                    <a:pt x="301605" y="213863"/>
                    <a:pt x="301605" y="188966"/>
                  </a:cubicBezTo>
                  <a:lnTo>
                    <a:pt x="301605" y="182582"/>
                  </a:lnTo>
                  <a:cubicBezTo>
                    <a:pt x="301605" y="157684"/>
                    <a:pt x="281796" y="137894"/>
                    <a:pt x="256876" y="137894"/>
                  </a:cubicBezTo>
                  <a:lnTo>
                    <a:pt x="229399" y="137894"/>
                  </a:lnTo>
                  <a:cubicBezTo>
                    <a:pt x="225565" y="137894"/>
                    <a:pt x="223009" y="135340"/>
                    <a:pt x="223009" y="131510"/>
                  </a:cubicBezTo>
                  <a:cubicBezTo>
                    <a:pt x="221092" y="100229"/>
                    <a:pt x="194254" y="76608"/>
                    <a:pt x="162943" y="78523"/>
                  </a:cubicBezTo>
                  <a:cubicBezTo>
                    <a:pt x="133550" y="80438"/>
                    <a:pt x="110546" y="104059"/>
                    <a:pt x="109907" y="133425"/>
                  </a:cubicBezTo>
                  <a:lnTo>
                    <a:pt x="109907" y="144916"/>
                  </a:lnTo>
                  <a:cubicBezTo>
                    <a:pt x="109907" y="148747"/>
                    <a:pt x="107351" y="151300"/>
                    <a:pt x="103517" y="151300"/>
                  </a:cubicBezTo>
                  <a:lnTo>
                    <a:pt x="102239" y="151300"/>
                  </a:lnTo>
                  <a:cubicBezTo>
                    <a:pt x="79235" y="151300"/>
                    <a:pt x="60704" y="169814"/>
                    <a:pt x="60704" y="192796"/>
                  </a:cubicBezTo>
                  <a:cubicBezTo>
                    <a:pt x="60704" y="215779"/>
                    <a:pt x="79235" y="234292"/>
                    <a:pt x="102239" y="234292"/>
                  </a:cubicBezTo>
                  <a:cubicBezTo>
                    <a:pt x="102239" y="234292"/>
                    <a:pt x="102239" y="234292"/>
                    <a:pt x="102239" y="234292"/>
                  </a:cubicBezTo>
                  <a:lnTo>
                    <a:pt x="121409" y="234292"/>
                  </a:lnTo>
                  <a:cubicBezTo>
                    <a:pt x="125243" y="234292"/>
                    <a:pt x="127799" y="236846"/>
                    <a:pt x="127799" y="240676"/>
                  </a:cubicBezTo>
                  <a:cubicBezTo>
                    <a:pt x="127799" y="244506"/>
                    <a:pt x="125243" y="247060"/>
                    <a:pt x="121409" y="247060"/>
                  </a:cubicBezTo>
                  <a:lnTo>
                    <a:pt x="102239" y="247060"/>
                  </a:lnTo>
                  <a:cubicBezTo>
                    <a:pt x="72207" y="247060"/>
                    <a:pt x="47925" y="222801"/>
                    <a:pt x="47925" y="193435"/>
                  </a:cubicBezTo>
                  <a:cubicBezTo>
                    <a:pt x="47925" y="165345"/>
                    <a:pt x="69012" y="142363"/>
                    <a:pt x="96488" y="139809"/>
                  </a:cubicBezTo>
                  <a:lnTo>
                    <a:pt x="96488" y="133425"/>
                  </a:lnTo>
                  <a:cubicBezTo>
                    <a:pt x="97127" y="95760"/>
                    <a:pt x="127799" y="65117"/>
                    <a:pt x="165500" y="65755"/>
                  </a:cubicBezTo>
                  <a:cubicBezTo>
                    <a:pt x="200005" y="65755"/>
                    <a:pt x="229399" y="91291"/>
                    <a:pt x="234511" y="125126"/>
                  </a:cubicBezTo>
                  <a:lnTo>
                    <a:pt x="255597" y="125126"/>
                  </a:lnTo>
                  <a:cubicBezTo>
                    <a:pt x="287547" y="125126"/>
                    <a:pt x="313107" y="150662"/>
                    <a:pt x="313107" y="182582"/>
                  </a:cubicBezTo>
                  <a:lnTo>
                    <a:pt x="313107" y="188966"/>
                  </a:lnTo>
                  <a:cubicBezTo>
                    <a:pt x="313746" y="220247"/>
                    <a:pt x="288186" y="246422"/>
                    <a:pt x="256876" y="246422"/>
                  </a:cubicBezTo>
                  <a:cubicBezTo>
                    <a:pt x="256876" y="246422"/>
                    <a:pt x="256237" y="246422"/>
                    <a:pt x="256876" y="246422"/>
                  </a:cubicBezTo>
                  <a:lnTo>
                    <a:pt x="256876" y="246422"/>
                  </a:lnTo>
                  <a:close/>
                  <a:moveTo>
                    <a:pt x="253681" y="188327"/>
                  </a:moveTo>
                  <a:cubicBezTo>
                    <a:pt x="252403" y="188327"/>
                    <a:pt x="251125" y="189604"/>
                    <a:pt x="251125" y="190881"/>
                  </a:cubicBezTo>
                  <a:cubicBezTo>
                    <a:pt x="251125" y="190881"/>
                    <a:pt x="251125" y="190881"/>
                    <a:pt x="251125" y="190881"/>
                  </a:cubicBezTo>
                  <a:cubicBezTo>
                    <a:pt x="251125" y="194711"/>
                    <a:pt x="247930" y="197265"/>
                    <a:pt x="244096" y="196627"/>
                  </a:cubicBezTo>
                  <a:cubicBezTo>
                    <a:pt x="240262" y="196627"/>
                    <a:pt x="237706" y="193435"/>
                    <a:pt x="238345" y="189604"/>
                  </a:cubicBezTo>
                  <a:cubicBezTo>
                    <a:pt x="238984" y="181305"/>
                    <a:pt x="245374" y="175560"/>
                    <a:pt x="253042" y="174921"/>
                  </a:cubicBezTo>
                  <a:cubicBezTo>
                    <a:pt x="260710" y="173644"/>
                    <a:pt x="267739" y="179390"/>
                    <a:pt x="269017" y="187051"/>
                  </a:cubicBezTo>
                  <a:cubicBezTo>
                    <a:pt x="269017" y="194073"/>
                    <a:pt x="265822" y="200457"/>
                    <a:pt x="260710" y="204926"/>
                  </a:cubicBezTo>
                  <a:lnTo>
                    <a:pt x="258154" y="206841"/>
                  </a:lnTo>
                  <a:lnTo>
                    <a:pt x="263905" y="206841"/>
                  </a:lnTo>
                  <a:cubicBezTo>
                    <a:pt x="267739" y="206841"/>
                    <a:pt x="270295" y="209395"/>
                    <a:pt x="270295" y="213225"/>
                  </a:cubicBezTo>
                  <a:cubicBezTo>
                    <a:pt x="270295" y="217055"/>
                    <a:pt x="267739" y="219609"/>
                    <a:pt x="263905" y="219609"/>
                  </a:cubicBezTo>
                  <a:lnTo>
                    <a:pt x="243457" y="219609"/>
                  </a:lnTo>
                  <a:cubicBezTo>
                    <a:pt x="239623" y="219609"/>
                    <a:pt x="237067" y="217055"/>
                    <a:pt x="237067" y="213225"/>
                  </a:cubicBezTo>
                  <a:cubicBezTo>
                    <a:pt x="237067" y="211948"/>
                    <a:pt x="237706" y="210671"/>
                    <a:pt x="238345" y="209395"/>
                  </a:cubicBezTo>
                  <a:cubicBezTo>
                    <a:pt x="242179" y="204287"/>
                    <a:pt x="247291" y="199180"/>
                    <a:pt x="251764" y="195350"/>
                  </a:cubicBezTo>
                  <a:cubicBezTo>
                    <a:pt x="253681" y="193435"/>
                    <a:pt x="254959" y="191519"/>
                    <a:pt x="256237" y="188966"/>
                  </a:cubicBezTo>
                  <a:cubicBezTo>
                    <a:pt x="256876" y="188966"/>
                    <a:pt x="256237" y="188327"/>
                    <a:pt x="253681" y="188327"/>
                  </a:cubicBezTo>
                  <a:lnTo>
                    <a:pt x="253681" y="188327"/>
                  </a:lnTo>
                  <a:close/>
                </a:path>
              </a:pathLst>
            </a:custGeom>
            <a:solidFill>
              <a:srgbClr val="0097A9"/>
            </a:solidFill>
            <a:ln w="6390" cap="flat">
              <a:noFill/>
              <a:prstDash val="solid"/>
              <a:miter/>
            </a:ln>
          </p:spPr>
          <p:txBody>
            <a:bodyPr rtlCol="0" anchor="ctr"/>
            <a:lstStyle/>
            <a:p>
              <a:endParaRPr lang="en-US"/>
            </a:p>
          </p:txBody>
        </p:sp>
        <p:sp>
          <p:nvSpPr>
            <p:cNvPr id="386" name="Graphic 4">
              <a:extLst>
                <a:ext uri="{FF2B5EF4-FFF2-40B4-BE49-F238E27FC236}">
                  <a16:creationId xmlns:a16="http://schemas.microsoft.com/office/drawing/2014/main" id="{01B8B950-4A48-E446-95E9-59A2217532BE}"/>
                </a:ext>
              </a:extLst>
            </p:cNvPr>
            <p:cNvSpPr/>
            <p:nvPr/>
          </p:nvSpPr>
          <p:spPr>
            <a:xfrm>
              <a:off x="4232055" y="1564238"/>
              <a:ext cx="35783" cy="42256"/>
            </a:xfrm>
            <a:custGeom>
              <a:avLst/>
              <a:gdLst>
                <a:gd name="connsiteX0" fmla="*/ 35784 w 35783"/>
                <a:gd name="connsiteY0" fmla="*/ 20429 h 42256"/>
                <a:gd name="connsiteX1" fmla="*/ 30033 w 35783"/>
                <a:gd name="connsiteY1" fmla="*/ 4469 h 42256"/>
                <a:gd name="connsiteX2" fmla="*/ 17892 w 35783"/>
                <a:gd name="connsiteY2" fmla="*/ 0 h 42256"/>
                <a:gd name="connsiteX3" fmla="*/ 17253 w 35783"/>
                <a:gd name="connsiteY3" fmla="*/ 0 h 42256"/>
                <a:gd name="connsiteX4" fmla="*/ 5751 w 35783"/>
                <a:gd name="connsiteY4" fmla="*/ 4469 h 42256"/>
                <a:gd name="connsiteX5" fmla="*/ 0 w 35783"/>
                <a:gd name="connsiteY5" fmla="*/ 21706 h 42256"/>
                <a:gd name="connsiteX6" fmla="*/ 5751 w 35783"/>
                <a:gd name="connsiteY6" fmla="*/ 37666 h 42256"/>
                <a:gd name="connsiteX7" fmla="*/ 19170 w 35783"/>
                <a:gd name="connsiteY7" fmla="*/ 42134 h 42256"/>
                <a:gd name="connsiteX8" fmla="*/ 30033 w 35783"/>
                <a:gd name="connsiteY8" fmla="*/ 37666 h 42256"/>
                <a:gd name="connsiteX9" fmla="*/ 35784 w 35783"/>
                <a:gd name="connsiteY9" fmla="*/ 20429 h 42256"/>
                <a:gd name="connsiteX10" fmla="*/ 35784 w 35783"/>
                <a:gd name="connsiteY10" fmla="*/ 20429 h 42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783" h="42256">
                  <a:moveTo>
                    <a:pt x="35784" y="20429"/>
                  </a:moveTo>
                  <a:cubicBezTo>
                    <a:pt x="35784" y="14683"/>
                    <a:pt x="33867" y="8938"/>
                    <a:pt x="30033" y="4469"/>
                  </a:cubicBezTo>
                  <a:cubicBezTo>
                    <a:pt x="26838" y="1277"/>
                    <a:pt x="22365" y="0"/>
                    <a:pt x="17892" y="0"/>
                  </a:cubicBezTo>
                  <a:lnTo>
                    <a:pt x="17253" y="0"/>
                  </a:lnTo>
                  <a:cubicBezTo>
                    <a:pt x="12780" y="0"/>
                    <a:pt x="8307" y="1277"/>
                    <a:pt x="5751" y="4469"/>
                  </a:cubicBezTo>
                  <a:cubicBezTo>
                    <a:pt x="1917" y="9576"/>
                    <a:pt x="0" y="15322"/>
                    <a:pt x="0" y="21706"/>
                  </a:cubicBezTo>
                  <a:cubicBezTo>
                    <a:pt x="0" y="27451"/>
                    <a:pt x="1917" y="33197"/>
                    <a:pt x="5751" y="37666"/>
                  </a:cubicBezTo>
                  <a:cubicBezTo>
                    <a:pt x="9585" y="40858"/>
                    <a:pt x="14697" y="42773"/>
                    <a:pt x="19170" y="42134"/>
                  </a:cubicBezTo>
                  <a:cubicBezTo>
                    <a:pt x="23004" y="42134"/>
                    <a:pt x="27477" y="40858"/>
                    <a:pt x="30033" y="37666"/>
                  </a:cubicBezTo>
                  <a:cubicBezTo>
                    <a:pt x="33867" y="33197"/>
                    <a:pt x="35784" y="26813"/>
                    <a:pt x="35784" y="20429"/>
                  </a:cubicBezTo>
                  <a:lnTo>
                    <a:pt x="35784" y="20429"/>
                  </a:lnTo>
                  <a:close/>
                </a:path>
              </a:pathLst>
            </a:custGeom>
            <a:solidFill>
              <a:srgbClr val="0097A9"/>
            </a:solidFill>
            <a:ln w="6390" cap="flat">
              <a:noFill/>
              <a:prstDash val="solid"/>
              <a:miter/>
            </a:ln>
          </p:spPr>
          <p:txBody>
            <a:bodyPr rtlCol="0" anchor="ctr"/>
            <a:lstStyle/>
            <a:p>
              <a:endParaRPr lang="en-US"/>
            </a:p>
          </p:txBody>
        </p:sp>
      </p:grpSp>
      <p:grpSp>
        <p:nvGrpSpPr>
          <p:cNvPr id="387" name="Graphic 4">
            <a:extLst>
              <a:ext uri="{FF2B5EF4-FFF2-40B4-BE49-F238E27FC236}">
                <a16:creationId xmlns:a16="http://schemas.microsoft.com/office/drawing/2014/main" id="{29155434-3C91-AF49-BD2B-EF6584C73095}"/>
              </a:ext>
            </a:extLst>
          </p:cNvPr>
          <p:cNvGrpSpPr/>
          <p:nvPr/>
        </p:nvGrpSpPr>
        <p:grpSpPr>
          <a:xfrm>
            <a:off x="7801474" y="918179"/>
            <a:ext cx="362309" cy="361971"/>
            <a:chOff x="7801474" y="918179"/>
            <a:chExt cx="362309" cy="361971"/>
          </a:xfrm>
          <a:solidFill>
            <a:srgbClr val="007680"/>
          </a:solidFill>
        </p:grpSpPr>
        <p:sp>
          <p:nvSpPr>
            <p:cNvPr id="388" name="Graphic 4">
              <a:extLst>
                <a:ext uri="{FF2B5EF4-FFF2-40B4-BE49-F238E27FC236}">
                  <a16:creationId xmlns:a16="http://schemas.microsoft.com/office/drawing/2014/main" id="{C9336536-EB78-3143-AFC6-503D33D4C94F}"/>
                </a:ext>
              </a:extLst>
            </p:cNvPr>
            <p:cNvSpPr/>
            <p:nvPr/>
          </p:nvSpPr>
          <p:spPr>
            <a:xfrm>
              <a:off x="7801474" y="91817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8565"/>
                    <a:pt x="181474" y="349204"/>
                  </a:cubicBezTo>
                  <a:close/>
                </a:path>
              </a:pathLst>
            </a:custGeom>
            <a:solidFill>
              <a:srgbClr val="007680"/>
            </a:solidFill>
            <a:ln w="6390" cap="flat">
              <a:noFill/>
              <a:prstDash val="solid"/>
              <a:miter/>
            </a:ln>
          </p:spPr>
          <p:txBody>
            <a:bodyPr rtlCol="0" anchor="ctr"/>
            <a:lstStyle/>
            <a:p>
              <a:endParaRPr lang="en-US"/>
            </a:p>
          </p:txBody>
        </p:sp>
        <p:sp>
          <p:nvSpPr>
            <p:cNvPr id="389" name="Graphic 4">
              <a:extLst>
                <a:ext uri="{FF2B5EF4-FFF2-40B4-BE49-F238E27FC236}">
                  <a16:creationId xmlns:a16="http://schemas.microsoft.com/office/drawing/2014/main" id="{BDA39D5E-881C-6849-AB47-DC2B124B738B}"/>
                </a:ext>
              </a:extLst>
            </p:cNvPr>
            <p:cNvSpPr/>
            <p:nvPr/>
          </p:nvSpPr>
          <p:spPr>
            <a:xfrm>
              <a:off x="7883265" y="991116"/>
              <a:ext cx="200005" cy="215618"/>
            </a:xfrm>
            <a:custGeom>
              <a:avLst/>
              <a:gdLst>
                <a:gd name="connsiteX0" fmla="*/ 192977 w 200005"/>
                <a:gd name="connsiteY0" fmla="*/ 37506 h 215618"/>
                <a:gd name="connsiteX1" fmla="*/ 167417 w 200005"/>
                <a:gd name="connsiteY1" fmla="*/ 37506 h 215618"/>
                <a:gd name="connsiteX2" fmla="*/ 166778 w 200005"/>
                <a:gd name="connsiteY2" fmla="*/ 36867 h 215618"/>
                <a:gd name="connsiteX3" fmla="*/ 132272 w 200005"/>
                <a:gd name="connsiteY3" fmla="*/ 6224 h 215618"/>
                <a:gd name="connsiteX4" fmla="*/ 99044 w 200005"/>
                <a:gd name="connsiteY4" fmla="*/ 6224 h 215618"/>
                <a:gd name="connsiteX5" fmla="*/ 90099 w 200005"/>
                <a:gd name="connsiteY5" fmla="*/ 14523 h 215618"/>
                <a:gd name="connsiteX6" fmla="*/ 57509 w 200005"/>
                <a:gd name="connsiteY6" fmla="*/ 15162 h 215618"/>
                <a:gd name="connsiteX7" fmla="*/ 32589 w 200005"/>
                <a:gd name="connsiteY7" fmla="*/ 37506 h 215618"/>
                <a:gd name="connsiteX8" fmla="*/ 6390 w 200005"/>
                <a:gd name="connsiteY8" fmla="*/ 37506 h 215618"/>
                <a:gd name="connsiteX9" fmla="*/ 0 w 200005"/>
                <a:gd name="connsiteY9" fmla="*/ 43890 h 215618"/>
                <a:gd name="connsiteX10" fmla="*/ 6390 w 200005"/>
                <a:gd name="connsiteY10" fmla="*/ 50274 h 215618"/>
                <a:gd name="connsiteX11" fmla="*/ 13419 w 200005"/>
                <a:gd name="connsiteY11" fmla="*/ 50274 h 215618"/>
                <a:gd name="connsiteX12" fmla="*/ 28755 w 200005"/>
                <a:gd name="connsiteY12" fmla="*/ 209873 h 215618"/>
                <a:gd name="connsiteX13" fmla="*/ 35145 w 200005"/>
                <a:gd name="connsiteY13" fmla="*/ 215619 h 215618"/>
                <a:gd name="connsiteX14" fmla="*/ 164861 w 200005"/>
                <a:gd name="connsiteY14" fmla="*/ 215619 h 215618"/>
                <a:gd name="connsiteX15" fmla="*/ 171251 w 200005"/>
                <a:gd name="connsiteY15" fmla="*/ 209873 h 215618"/>
                <a:gd name="connsiteX16" fmla="*/ 187864 w 200005"/>
                <a:gd name="connsiteY16" fmla="*/ 50274 h 215618"/>
                <a:gd name="connsiteX17" fmla="*/ 193615 w 200005"/>
                <a:gd name="connsiteY17" fmla="*/ 50274 h 215618"/>
                <a:gd name="connsiteX18" fmla="*/ 200005 w 200005"/>
                <a:gd name="connsiteY18" fmla="*/ 43890 h 215618"/>
                <a:gd name="connsiteX19" fmla="*/ 192977 w 200005"/>
                <a:gd name="connsiteY19" fmla="*/ 37506 h 215618"/>
                <a:gd name="connsiteX20" fmla="*/ 192977 w 200005"/>
                <a:gd name="connsiteY20" fmla="*/ 37506 h 215618"/>
                <a:gd name="connsiteX21" fmla="*/ 123965 w 200005"/>
                <a:gd name="connsiteY21" fmla="*/ 15800 h 215618"/>
                <a:gd name="connsiteX22" fmla="*/ 148886 w 200005"/>
                <a:gd name="connsiteY22" fmla="*/ 37506 h 215618"/>
                <a:gd name="connsiteX23" fmla="*/ 115019 w 200005"/>
                <a:gd name="connsiteY23" fmla="*/ 37506 h 215618"/>
                <a:gd name="connsiteX24" fmla="*/ 99684 w 200005"/>
                <a:gd name="connsiteY24" fmla="*/ 23461 h 215618"/>
                <a:gd name="connsiteX25" fmla="*/ 107990 w 200005"/>
                <a:gd name="connsiteY25" fmla="*/ 15800 h 215618"/>
                <a:gd name="connsiteX26" fmla="*/ 123965 w 200005"/>
                <a:gd name="connsiteY26" fmla="*/ 15800 h 215618"/>
                <a:gd name="connsiteX27" fmla="*/ 65817 w 200005"/>
                <a:gd name="connsiteY27" fmla="*/ 24738 h 215618"/>
                <a:gd name="connsiteX28" fmla="*/ 82430 w 200005"/>
                <a:gd name="connsiteY28" fmla="*/ 24738 h 215618"/>
                <a:gd name="connsiteX29" fmla="*/ 95849 w 200005"/>
                <a:gd name="connsiteY29" fmla="*/ 37506 h 215618"/>
                <a:gd name="connsiteX30" fmla="*/ 51759 w 200005"/>
                <a:gd name="connsiteY30" fmla="*/ 37506 h 215618"/>
                <a:gd name="connsiteX31" fmla="*/ 65817 w 200005"/>
                <a:gd name="connsiteY31" fmla="*/ 24738 h 215618"/>
                <a:gd name="connsiteX32" fmla="*/ 158471 w 200005"/>
                <a:gd name="connsiteY32" fmla="*/ 202851 h 215618"/>
                <a:gd name="connsiteX33" fmla="*/ 40257 w 200005"/>
                <a:gd name="connsiteY33" fmla="*/ 202851 h 215618"/>
                <a:gd name="connsiteX34" fmla="*/ 25560 w 200005"/>
                <a:gd name="connsiteY34" fmla="*/ 50274 h 215618"/>
                <a:gd name="connsiteX35" fmla="*/ 174446 w 200005"/>
                <a:gd name="connsiteY35" fmla="*/ 50274 h 215618"/>
                <a:gd name="connsiteX36" fmla="*/ 158471 w 200005"/>
                <a:gd name="connsiteY36" fmla="*/ 202851 h 215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0005" h="215618">
                  <a:moveTo>
                    <a:pt x="192977" y="37506"/>
                  </a:moveTo>
                  <a:lnTo>
                    <a:pt x="167417" y="37506"/>
                  </a:lnTo>
                  <a:cubicBezTo>
                    <a:pt x="167417" y="37506"/>
                    <a:pt x="166778" y="36867"/>
                    <a:pt x="166778" y="36867"/>
                  </a:cubicBezTo>
                  <a:lnTo>
                    <a:pt x="132272" y="6224"/>
                  </a:lnTo>
                  <a:cubicBezTo>
                    <a:pt x="122687" y="-2075"/>
                    <a:pt x="108629" y="-2075"/>
                    <a:pt x="99044" y="6224"/>
                  </a:cubicBezTo>
                  <a:lnTo>
                    <a:pt x="90099" y="14523"/>
                  </a:lnTo>
                  <a:cubicBezTo>
                    <a:pt x="80514" y="6863"/>
                    <a:pt x="67094" y="6863"/>
                    <a:pt x="57509" y="15162"/>
                  </a:cubicBezTo>
                  <a:lnTo>
                    <a:pt x="32589" y="37506"/>
                  </a:lnTo>
                  <a:lnTo>
                    <a:pt x="6390" y="37506"/>
                  </a:lnTo>
                  <a:cubicBezTo>
                    <a:pt x="2556" y="37506"/>
                    <a:pt x="0" y="40059"/>
                    <a:pt x="0" y="43890"/>
                  </a:cubicBezTo>
                  <a:cubicBezTo>
                    <a:pt x="0" y="47720"/>
                    <a:pt x="2556" y="50274"/>
                    <a:pt x="6390" y="50274"/>
                  </a:cubicBezTo>
                  <a:lnTo>
                    <a:pt x="13419" y="50274"/>
                  </a:lnTo>
                  <a:lnTo>
                    <a:pt x="28755" y="209873"/>
                  </a:lnTo>
                  <a:cubicBezTo>
                    <a:pt x="28755" y="213065"/>
                    <a:pt x="31950" y="215619"/>
                    <a:pt x="35145" y="215619"/>
                  </a:cubicBezTo>
                  <a:lnTo>
                    <a:pt x="164861" y="215619"/>
                  </a:lnTo>
                  <a:cubicBezTo>
                    <a:pt x="168056" y="215619"/>
                    <a:pt x="170612" y="213065"/>
                    <a:pt x="171251" y="209873"/>
                  </a:cubicBezTo>
                  <a:lnTo>
                    <a:pt x="187864" y="50274"/>
                  </a:lnTo>
                  <a:lnTo>
                    <a:pt x="193615" y="50274"/>
                  </a:lnTo>
                  <a:cubicBezTo>
                    <a:pt x="197449" y="50274"/>
                    <a:pt x="200005" y="47720"/>
                    <a:pt x="200005" y="43890"/>
                  </a:cubicBezTo>
                  <a:cubicBezTo>
                    <a:pt x="200005" y="40059"/>
                    <a:pt x="196810" y="37506"/>
                    <a:pt x="192977" y="37506"/>
                  </a:cubicBezTo>
                  <a:lnTo>
                    <a:pt x="192977" y="37506"/>
                  </a:lnTo>
                  <a:close/>
                  <a:moveTo>
                    <a:pt x="123965" y="15800"/>
                  </a:moveTo>
                  <a:lnTo>
                    <a:pt x="148886" y="37506"/>
                  </a:lnTo>
                  <a:lnTo>
                    <a:pt x="115019" y="37506"/>
                  </a:lnTo>
                  <a:lnTo>
                    <a:pt x="99684" y="23461"/>
                  </a:lnTo>
                  <a:lnTo>
                    <a:pt x="107990" y="15800"/>
                  </a:lnTo>
                  <a:cubicBezTo>
                    <a:pt x="111824" y="11970"/>
                    <a:pt x="118853" y="11970"/>
                    <a:pt x="123965" y="15800"/>
                  </a:cubicBezTo>
                  <a:close/>
                  <a:moveTo>
                    <a:pt x="65817" y="24738"/>
                  </a:moveTo>
                  <a:cubicBezTo>
                    <a:pt x="70289" y="20269"/>
                    <a:pt x="77319" y="20269"/>
                    <a:pt x="82430" y="24738"/>
                  </a:cubicBezTo>
                  <a:lnTo>
                    <a:pt x="95849" y="37506"/>
                  </a:lnTo>
                  <a:lnTo>
                    <a:pt x="51759" y="37506"/>
                  </a:lnTo>
                  <a:lnTo>
                    <a:pt x="65817" y="24738"/>
                  </a:lnTo>
                  <a:close/>
                  <a:moveTo>
                    <a:pt x="158471" y="202851"/>
                  </a:moveTo>
                  <a:lnTo>
                    <a:pt x="40257" y="202851"/>
                  </a:lnTo>
                  <a:lnTo>
                    <a:pt x="25560" y="50274"/>
                  </a:lnTo>
                  <a:lnTo>
                    <a:pt x="174446" y="50274"/>
                  </a:lnTo>
                  <a:lnTo>
                    <a:pt x="158471" y="202851"/>
                  </a:lnTo>
                  <a:close/>
                </a:path>
              </a:pathLst>
            </a:custGeom>
            <a:solidFill>
              <a:srgbClr val="007680"/>
            </a:solidFill>
            <a:ln w="6390" cap="flat">
              <a:noFill/>
              <a:prstDash val="solid"/>
              <a:miter/>
            </a:ln>
          </p:spPr>
          <p:txBody>
            <a:bodyPr rtlCol="0" anchor="ctr"/>
            <a:lstStyle/>
            <a:p>
              <a:endParaRPr lang="en-US"/>
            </a:p>
          </p:txBody>
        </p:sp>
        <p:sp>
          <p:nvSpPr>
            <p:cNvPr id="390" name="Graphic 4">
              <a:extLst>
                <a:ext uri="{FF2B5EF4-FFF2-40B4-BE49-F238E27FC236}">
                  <a16:creationId xmlns:a16="http://schemas.microsoft.com/office/drawing/2014/main" id="{EE80680A-D303-564A-B7A3-BBD59837C9E0}"/>
                </a:ext>
              </a:extLst>
            </p:cNvPr>
            <p:cNvSpPr/>
            <p:nvPr/>
          </p:nvSpPr>
          <p:spPr>
            <a:xfrm>
              <a:off x="7935663" y="1072671"/>
              <a:ext cx="93292" cy="99590"/>
            </a:xfrm>
            <a:custGeom>
              <a:avLst/>
              <a:gdLst>
                <a:gd name="connsiteX0" fmla="*/ 46646 w 93292"/>
                <a:gd name="connsiteY0" fmla="*/ 99590 h 99590"/>
                <a:gd name="connsiteX1" fmla="*/ 93293 w 93292"/>
                <a:gd name="connsiteY1" fmla="*/ 52987 h 99590"/>
                <a:gd name="connsiteX2" fmla="*/ 46646 w 93292"/>
                <a:gd name="connsiteY2" fmla="*/ 6384 h 99590"/>
                <a:gd name="connsiteX3" fmla="*/ 19809 w 93292"/>
                <a:gd name="connsiteY3" fmla="*/ 14683 h 99590"/>
                <a:gd name="connsiteX4" fmla="*/ 19809 w 93292"/>
                <a:gd name="connsiteY4" fmla="*/ 6384 h 99590"/>
                <a:gd name="connsiteX5" fmla="*/ 13419 w 93292"/>
                <a:gd name="connsiteY5" fmla="*/ 0 h 99590"/>
                <a:gd name="connsiteX6" fmla="*/ 7029 w 93292"/>
                <a:gd name="connsiteY6" fmla="*/ 6384 h 99590"/>
                <a:gd name="connsiteX7" fmla="*/ 7029 w 93292"/>
                <a:gd name="connsiteY7" fmla="*/ 31920 h 99590"/>
                <a:gd name="connsiteX8" fmla="*/ 13419 w 93292"/>
                <a:gd name="connsiteY8" fmla="*/ 38304 h 99590"/>
                <a:gd name="connsiteX9" fmla="*/ 38978 w 93292"/>
                <a:gd name="connsiteY9" fmla="*/ 38304 h 99590"/>
                <a:gd name="connsiteX10" fmla="*/ 45368 w 93292"/>
                <a:gd name="connsiteY10" fmla="*/ 31920 h 99590"/>
                <a:gd name="connsiteX11" fmla="*/ 38978 w 93292"/>
                <a:gd name="connsiteY11" fmla="*/ 25536 h 99590"/>
                <a:gd name="connsiteX12" fmla="*/ 27476 w 93292"/>
                <a:gd name="connsiteY12" fmla="*/ 25536 h 99590"/>
                <a:gd name="connsiteX13" fmla="*/ 74123 w 93292"/>
                <a:gd name="connsiteY13" fmla="*/ 34474 h 99590"/>
                <a:gd name="connsiteX14" fmla="*/ 65177 w 93292"/>
                <a:gd name="connsiteY14" fmla="*/ 81077 h 99590"/>
                <a:gd name="connsiteX15" fmla="*/ 18531 w 93292"/>
                <a:gd name="connsiteY15" fmla="*/ 72139 h 99590"/>
                <a:gd name="connsiteX16" fmla="*/ 12780 w 93292"/>
                <a:gd name="connsiteY16" fmla="*/ 52987 h 99590"/>
                <a:gd name="connsiteX17" fmla="*/ 6390 w 93292"/>
                <a:gd name="connsiteY17" fmla="*/ 46603 h 99590"/>
                <a:gd name="connsiteX18" fmla="*/ 0 w 93292"/>
                <a:gd name="connsiteY18" fmla="*/ 52987 h 99590"/>
                <a:gd name="connsiteX19" fmla="*/ 46646 w 93292"/>
                <a:gd name="connsiteY19" fmla="*/ 99590 h 99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3292" h="99590">
                  <a:moveTo>
                    <a:pt x="46646" y="99590"/>
                  </a:moveTo>
                  <a:cubicBezTo>
                    <a:pt x="72206" y="99590"/>
                    <a:pt x="93293" y="79161"/>
                    <a:pt x="93293" y="52987"/>
                  </a:cubicBezTo>
                  <a:cubicBezTo>
                    <a:pt x="93293" y="26813"/>
                    <a:pt x="72845" y="6384"/>
                    <a:pt x="46646" y="6384"/>
                  </a:cubicBezTo>
                  <a:cubicBezTo>
                    <a:pt x="37061" y="6384"/>
                    <a:pt x="27476" y="9576"/>
                    <a:pt x="19809" y="14683"/>
                  </a:cubicBezTo>
                  <a:lnTo>
                    <a:pt x="19809" y="6384"/>
                  </a:lnTo>
                  <a:cubicBezTo>
                    <a:pt x="19809" y="2554"/>
                    <a:pt x="17253" y="0"/>
                    <a:pt x="13419" y="0"/>
                  </a:cubicBezTo>
                  <a:cubicBezTo>
                    <a:pt x="9585" y="0"/>
                    <a:pt x="7029" y="2554"/>
                    <a:pt x="7029" y="6384"/>
                  </a:cubicBezTo>
                  <a:lnTo>
                    <a:pt x="7029" y="31920"/>
                  </a:lnTo>
                  <a:cubicBezTo>
                    <a:pt x="7029" y="35750"/>
                    <a:pt x="9585" y="38304"/>
                    <a:pt x="13419" y="38304"/>
                  </a:cubicBezTo>
                  <a:lnTo>
                    <a:pt x="38978" y="38304"/>
                  </a:lnTo>
                  <a:cubicBezTo>
                    <a:pt x="42812" y="38304"/>
                    <a:pt x="45368" y="35750"/>
                    <a:pt x="45368" y="31920"/>
                  </a:cubicBezTo>
                  <a:cubicBezTo>
                    <a:pt x="45368" y="28090"/>
                    <a:pt x="42812" y="25536"/>
                    <a:pt x="38978" y="25536"/>
                  </a:cubicBezTo>
                  <a:lnTo>
                    <a:pt x="27476" y="25536"/>
                  </a:lnTo>
                  <a:cubicBezTo>
                    <a:pt x="42812" y="15322"/>
                    <a:pt x="63899" y="19152"/>
                    <a:pt x="74123" y="34474"/>
                  </a:cubicBezTo>
                  <a:cubicBezTo>
                    <a:pt x="84347" y="49795"/>
                    <a:pt x="80513" y="70862"/>
                    <a:pt x="65177" y="81077"/>
                  </a:cubicBezTo>
                  <a:cubicBezTo>
                    <a:pt x="49841" y="91291"/>
                    <a:pt x="28755" y="87461"/>
                    <a:pt x="18531" y="72139"/>
                  </a:cubicBezTo>
                  <a:cubicBezTo>
                    <a:pt x="14696" y="66393"/>
                    <a:pt x="12780" y="60009"/>
                    <a:pt x="12780" y="52987"/>
                  </a:cubicBezTo>
                  <a:cubicBezTo>
                    <a:pt x="12780" y="49157"/>
                    <a:pt x="10224" y="46603"/>
                    <a:pt x="6390" y="46603"/>
                  </a:cubicBezTo>
                  <a:cubicBezTo>
                    <a:pt x="2556" y="46603"/>
                    <a:pt x="0" y="49157"/>
                    <a:pt x="0" y="52987"/>
                  </a:cubicBezTo>
                  <a:cubicBezTo>
                    <a:pt x="639" y="79161"/>
                    <a:pt x="21086" y="99590"/>
                    <a:pt x="46646" y="99590"/>
                  </a:cubicBezTo>
                  <a:close/>
                </a:path>
              </a:pathLst>
            </a:custGeom>
            <a:solidFill>
              <a:srgbClr val="007680"/>
            </a:solidFill>
            <a:ln w="6390" cap="flat">
              <a:noFill/>
              <a:prstDash val="solid"/>
              <a:miter/>
            </a:ln>
          </p:spPr>
          <p:txBody>
            <a:bodyPr rtlCol="0" anchor="ctr"/>
            <a:lstStyle/>
            <a:p>
              <a:endParaRPr lang="en-US"/>
            </a:p>
          </p:txBody>
        </p:sp>
      </p:grpSp>
      <p:grpSp>
        <p:nvGrpSpPr>
          <p:cNvPr id="391" name="Graphic 4">
            <a:extLst>
              <a:ext uri="{FF2B5EF4-FFF2-40B4-BE49-F238E27FC236}">
                <a16:creationId xmlns:a16="http://schemas.microsoft.com/office/drawing/2014/main" id="{5018F710-5CEF-6E4F-8F2C-AB6C678234A7}"/>
              </a:ext>
            </a:extLst>
          </p:cNvPr>
          <p:cNvGrpSpPr/>
          <p:nvPr/>
        </p:nvGrpSpPr>
        <p:grpSpPr>
          <a:xfrm>
            <a:off x="7801474" y="1402723"/>
            <a:ext cx="362309" cy="361971"/>
            <a:chOff x="7801474" y="1402723"/>
            <a:chExt cx="362309" cy="361971"/>
          </a:xfrm>
          <a:solidFill>
            <a:srgbClr val="007680"/>
          </a:solidFill>
        </p:grpSpPr>
        <p:sp>
          <p:nvSpPr>
            <p:cNvPr id="392" name="Graphic 4">
              <a:extLst>
                <a:ext uri="{FF2B5EF4-FFF2-40B4-BE49-F238E27FC236}">
                  <a16:creationId xmlns:a16="http://schemas.microsoft.com/office/drawing/2014/main" id="{4A858E3A-28A8-964C-9B60-FC390A9C401A}"/>
                </a:ext>
              </a:extLst>
            </p:cNvPr>
            <p:cNvSpPr/>
            <p:nvPr/>
          </p:nvSpPr>
          <p:spPr>
            <a:xfrm>
              <a:off x="7801474" y="14027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8565 h 361971"/>
                <a:gd name="connsiteX7" fmla="*/ 12780 w 362309"/>
                <a:gd name="connsiteY7" fmla="*/ 180667 h 361971"/>
                <a:gd name="connsiteX8" fmla="*/ 180835 w 362309"/>
                <a:gd name="connsiteY8" fmla="*/ 12130 h 361971"/>
                <a:gd name="connsiteX9" fmla="*/ 349529 w 362309"/>
                <a:gd name="connsiteY9" fmla="*/ 180028 h 361971"/>
                <a:gd name="connsiteX10" fmla="*/ 349529 w 362309"/>
                <a:gd name="connsiteY10" fmla="*/ 180028 h 361971"/>
                <a:gd name="connsiteX11" fmla="*/ 181474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0438"/>
                    <a:pt x="281157" y="0"/>
                    <a:pt x="181474" y="0"/>
                  </a:cubicBezTo>
                  <a:close/>
                  <a:moveTo>
                    <a:pt x="181474" y="348565"/>
                  </a:moveTo>
                  <a:cubicBezTo>
                    <a:pt x="88181" y="348565"/>
                    <a:pt x="12780" y="273234"/>
                    <a:pt x="12780" y="180667"/>
                  </a:cubicBezTo>
                  <a:cubicBezTo>
                    <a:pt x="12780" y="87461"/>
                    <a:pt x="88181" y="12130"/>
                    <a:pt x="180835" y="12130"/>
                  </a:cubicBezTo>
                  <a:cubicBezTo>
                    <a:pt x="274128" y="12130"/>
                    <a:pt x="349529" y="87461"/>
                    <a:pt x="349529" y="180028"/>
                  </a:cubicBezTo>
                  <a:cubicBezTo>
                    <a:pt x="349529" y="180028"/>
                    <a:pt x="349529" y="180028"/>
                    <a:pt x="349529" y="180028"/>
                  </a:cubicBezTo>
                  <a:cubicBezTo>
                    <a:pt x="349529" y="273234"/>
                    <a:pt x="274128" y="348565"/>
                    <a:pt x="181474" y="348565"/>
                  </a:cubicBezTo>
                  <a:close/>
                </a:path>
              </a:pathLst>
            </a:custGeom>
            <a:solidFill>
              <a:srgbClr val="007680"/>
            </a:solidFill>
            <a:ln w="6390" cap="flat">
              <a:noFill/>
              <a:prstDash val="solid"/>
              <a:miter/>
            </a:ln>
          </p:spPr>
          <p:txBody>
            <a:bodyPr rtlCol="0" anchor="ctr"/>
            <a:lstStyle/>
            <a:p>
              <a:endParaRPr lang="en-US"/>
            </a:p>
          </p:txBody>
        </p:sp>
        <p:sp>
          <p:nvSpPr>
            <p:cNvPr id="393" name="Graphic 4">
              <a:extLst>
                <a:ext uri="{FF2B5EF4-FFF2-40B4-BE49-F238E27FC236}">
                  <a16:creationId xmlns:a16="http://schemas.microsoft.com/office/drawing/2014/main" id="{CD19CA5E-C0F7-014E-96D0-80CB176576C9}"/>
                </a:ext>
              </a:extLst>
            </p:cNvPr>
            <p:cNvSpPr/>
            <p:nvPr/>
          </p:nvSpPr>
          <p:spPr>
            <a:xfrm>
              <a:off x="7882626" y="1483800"/>
              <a:ext cx="200005" cy="199818"/>
            </a:xfrm>
            <a:custGeom>
              <a:avLst/>
              <a:gdLst>
                <a:gd name="connsiteX0" fmla="*/ 193615 w 200005"/>
                <a:gd name="connsiteY0" fmla="*/ 21706 h 199818"/>
                <a:gd name="connsiteX1" fmla="*/ 133550 w 200005"/>
                <a:gd name="connsiteY1" fmla="*/ 21706 h 199818"/>
                <a:gd name="connsiteX2" fmla="*/ 133550 w 200005"/>
                <a:gd name="connsiteY2" fmla="*/ 6384 h 199818"/>
                <a:gd name="connsiteX3" fmla="*/ 127160 w 200005"/>
                <a:gd name="connsiteY3" fmla="*/ 0 h 199818"/>
                <a:gd name="connsiteX4" fmla="*/ 71568 w 200005"/>
                <a:gd name="connsiteY4" fmla="*/ 0 h 199818"/>
                <a:gd name="connsiteX5" fmla="*/ 65178 w 200005"/>
                <a:gd name="connsiteY5" fmla="*/ 6384 h 199818"/>
                <a:gd name="connsiteX6" fmla="*/ 65178 w 200005"/>
                <a:gd name="connsiteY6" fmla="*/ 21706 h 199818"/>
                <a:gd name="connsiteX7" fmla="*/ 6390 w 200005"/>
                <a:gd name="connsiteY7" fmla="*/ 21706 h 199818"/>
                <a:gd name="connsiteX8" fmla="*/ 0 w 200005"/>
                <a:gd name="connsiteY8" fmla="*/ 28089 h 199818"/>
                <a:gd name="connsiteX9" fmla="*/ 6390 w 200005"/>
                <a:gd name="connsiteY9" fmla="*/ 34473 h 199818"/>
                <a:gd name="connsiteX10" fmla="*/ 13419 w 200005"/>
                <a:gd name="connsiteY10" fmla="*/ 34473 h 199818"/>
                <a:gd name="connsiteX11" fmla="*/ 28755 w 200005"/>
                <a:gd name="connsiteY11" fmla="*/ 194073 h 199818"/>
                <a:gd name="connsiteX12" fmla="*/ 35145 w 200005"/>
                <a:gd name="connsiteY12" fmla="*/ 199819 h 199818"/>
                <a:gd name="connsiteX13" fmla="*/ 164861 w 200005"/>
                <a:gd name="connsiteY13" fmla="*/ 199819 h 199818"/>
                <a:gd name="connsiteX14" fmla="*/ 171251 w 200005"/>
                <a:gd name="connsiteY14" fmla="*/ 194073 h 199818"/>
                <a:gd name="connsiteX15" fmla="*/ 187864 w 200005"/>
                <a:gd name="connsiteY15" fmla="*/ 34473 h 199818"/>
                <a:gd name="connsiteX16" fmla="*/ 193615 w 200005"/>
                <a:gd name="connsiteY16" fmla="*/ 34473 h 199818"/>
                <a:gd name="connsiteX17" fmla="*/ 200005 w 200005"/>
                <a:gd name="connsiteY17" fmla="*/ 28089 h 199818"/>
                <a:gd name="connsiteX18" fmla="*/ 193615 w 200005"/>
                <a:gd name="connsiteY18" fmla="*/ 21706 h 199818"/>
                <a:gd name="connsiteX19" fmla="*/ 193615 w 200005"/>
                <a:gd name="connsiteY19" fmla="*/ 21706 h 199818"/>
                <a:gd name="connsiteX20" fmla="*/ 77958 w 200005"/>
                <a:gd name="connsiteY20" fmla="*/ 12768 h 199818"/>
                <a:gd name="connsiteX21" fmla="*/ 120770 w 200005"/>
                <a:gd name="connsiteY21" fmla="*/ 12768 h 199818"/>
                <a:gd name="connsiteX22" fmla="*/ 120770 w 200005"/>
                <a:gd name="connsiteY22" fmla="*/ 21706 h 199818"/>
                <a:gd name="connsiteX23" fmla="*/ 77958 w 200005"/>
                <a:gd name="connsiteY23" fmla="*/ 21706 h 199818"/>
                <a:gd name="connsiteX24" fmla="*/ 77958 w 200005"/>
                <a:gd name="connsiteY24" fmla="*/ 12768 h 199818"/>
                <a:gd name="connsiteX25" fmla="*/ 159110 w 200005"/>
                <a:gd name="connsiteY25" fmla="*/ 186412 h 199818"/>
                <a:gd name="connsiteX26" fmla="*/ 40896 w 200005"/>
                <a:gd name="connsiteY26" fmla="*/ 186412 h 199818"/>
                <a:gd name="connsiteX27" fmla="*/ 26199 w 200005"/>
                <a:gd name="connsiteY27" fmla="*/ 33835 h 199818"/>
                <a:gd name="connsiteX28" fmla="*/ 175084 w 200005"/>
                <a:gd name="connsiteY28" fmla="*/ 33835 h 199818"/>
                <a:gd name="connsiteX29" fmla="*/ 159110 w 200005"/>
                <a:gd name="connsiteY29" fmla="*/ 186412 h 19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00005" h="199818">
                  <a:moveTo>
                    <a:pt x="193615" y="21706"/>
                  </a:moveTo>
                  <a:lnTo>
                    <a:pt x="133550" y="21706"/>
                  </a:lnTo>
                  <a:lnTo>
                    <a:pt x="133550" y="6384"/>
                  </a:lnTo>
                  <a:cubicBezTo>
                    <a:pt x="133550" y="2554"/>
                    <a:pt x="130994" y="0"/>
                    <a:pt x="127160" y="0"/>
                  </a:cubicBezTo>
                  <a:lnTo>
                    <a:pt x="71568" y="0"/>
                  </a:lnTo>
                  <a:cubicBezTo>
                    <a:pt x="67733" y="0"/>
                    <a:pt x="65178" y="2554"/>
                    <a:pt x="65178" y="6384"/>
                  </a:cubicBezTo>
                  <a:lnTo>
                    <a:pt x="65178" y="21706"/>
                  </a:lnTo>
                  <a:lnTo>
                    <a:pt x="6390" y="21706"/>
                  </a:lnTo>
                  <a:cubicBezTo>
                    <a:pt x="2556" y="21706"/>
                    <a:pt x="0" y="24259"/>
                    <a:pt x="0" y="28089"/>
                  </a:cubicBezTo>
                  <a:cubicBezTo>
                    <a:pt x="0" y="31920"/>
                    <a:pt x="2556" y="34473"/>
                    <a:pt x="6390" y="34473"/>
                  </a:cubicBezTo>
                  <a:lnTo>
                    <a:pt x="13419" y="34473"/>
                  </a:lnTo>
                  <a:lnTo>
                    <a:pt x="28755" y="194073"/>
                  </a:lnTo>
                  <a:cubicBezTo>
                    <a:pt x="28755" y="197265"/>
                    <a:pt x="31950" y="199819"/>
                    <a:pt x="35145" y="199819"/>
                  </a:cubicBezTo>
                  <a:lnTo>
                    <a:pt x="164861" y="199819"/>
                  </a:lnTo>
                  <a:cubicBezTo>
                    <a:pt x="168056" y="199819"/>
                    <a:pt x="170612" y="197265"/>
                    <a:pt x="171251" y="194073"/>
                  </a:cubicBezTo>
                  <a:lnTo>
                    <a:pt x="187864" y="34473"/>
                  </a:lnTo>
                  <a:lnTo>
                    <a:pt x="193615" y="34473"/>
                  </a:lnTo>
                  <a:cubicBezTo>
                    <a:pt x="197449" y="34473"/>
                    <a:pt x="200005" y="31920"/>
                    <a:pt x="200005" y="28089"/>
                  </a:cubicBezTo>
                  <a:cubicBezTo>
                    <a:pt x="200005" y="24259"/>
                    <a:pt x="197449" y="21706"/>
                    <a:pt x="193615" y="21706"/>
                  </a:cubicBezTo>
                  <a:lnTo>
                    <a:pt x="193615" y="21706"/>
                  </a:lnTo>
                  <a:close/>
                  <a:moveTo>
                    <a:pt x="77958" y="12768"/>
                  </a:moveTo>
                  <a:lnTo>
                    <a:pt x="120770" y="12768"/>
                  </a:lnTo>
                  <a:lnTo>
                    <a:pt x="120770" y="21706"/>
                  </a:lnTo>
                  <a:lnTo>
                    <a:pt x="77958" y="21706"/>
                  </a:lnTo>
                  <a:lnTo>
                    <a:pt x="77958" y="12768"/>
                  </a:lnTo>
                  <a:close/>
                  <a:moveTo>
                    <a:pt x="159110" y="186412"/>
                  </a:moveTo>
                  <a:lnTo>
                    <a:pt x="40896" y="186412"/>
                  </a:lnTo>
                  <a:lnTo>
                    <a:pt x="26199" y="33835"/>
                  </a:lnTo>
                  <a:lnTo>
                    <a:pt x="175084" y="33835"/>
                  </a:lnTo>
                  <a:lnTo>
                    <a:pt x="159110" y="186412"/>
                  </a:lnTo>
                  <a:close/>
                </a:path>
              </a:pathLst>
            </a:custGeom>
            <a:solidFill>
              <a:srgbClr val="007680"/>
            </a:solidFill>
            <a:ln w="6390" cap="flat">
              <a:noFill/>
              <a:prstDash val="solid"/>
              <a:miter/>
            </a:ln>
          </p:spPr>
          <p:txBody>
            <a:bodyPr rtlCol="0" anchor="ctr"/>
            <a:lstStyle/>
            <a:p>
              <a:endParaRPr lang="en-US"/>
            </a:p>
          </p:txBody>
        </p:sp>
        <p:sp>
          <p:nvSpPr>
            <p:cNvPr id="394" name="Graphic 4">
              <a:extLst>
                <a:ext uri="{FF2B5EF4-FFF2-40B4-BE49-F238E27FC236}">
                  <a16:creationId xmlns:a16="http://schemas.microsoft.com/office/drawing/2014/main" id="{D81FD88F-5406-FE48-867F-175BF6A63198}"/>
                </a:ext>
              </a:extLst>
            </p:cNvPr>
            <p:cNvSpPr/>
            <p:nvPr/>
          </p:nvSpPr>
          <p:spPr>
            <a:xfrm>
              <a:off x="7935663" y="1596158"/>
              <a:ext cx="88180" cy="57455"/>
            </a:xfrm>
            <a:custGeom>
              <a:avLst/>
              <a:gdLst>
                <a:gd name="connsiteX0" fmla="*/ 46646 w 88180"/>
                <a:gd name="connsiteY0" fmla="*/ 52987 h 57455"/>
                <a:gd name="connsiteX1" fmla="*/ 75401 w 88180"/>
                <a:gd name="connsiteY1" fmla="*/ 42773 h 57455"/>
                <a:gd name="connsiteX2" fmla="*/ 75401 w 88180"/>
                <a:gd name="connsiteY2" fmla="*/ 51072 h 57455"/>
                <a:gd name="connsiteX3" fmla="*/ 81791 w 88180"/>
                <a:gd name="connsiteY3" fmla="*/ 57456 h 57455"/>
                <a:gd name="connsiteX4" fmla="*/ 88181 w 88180"/>
                <a:gd name="connsiteY4" fmla="*/ 51072 h 57455"/>
                <a:gd name="connsiteX5" fmla="*/ 88181 w 88180"/>
                <a:gd name="connsiteY5" fmla="*/ 25536 h 57455"/>
                <a:gd name="connsiteX6" fmla="*/ 81791 w 88180"/>
                <a:gd name="connsiteY6" fmla="*/ 19152 h 57455"/>
                <a:gd name="connsiteX7" fmla="*/ 56231 w 88180"/>
                <a:gd name="connsiteY7" fmla="*/ 19152 h 57455"/>
                <a:gd name="connsiteX8" fmla="*/ 49841 w 88180"/>
                <a:gd name="connsiteY8" fmla="*/ 25536 h 57455"/>
                <a:gd name="connsiteX9" fmla="*/ 56231 w 88180"/>
                <a:gd name="connsiteY9" fmla="*/ 31920 h 57455"/>
                <a:gd name="connsiteX10" fmla="*/ 68372 w 88180"/>
                <a:gd name="connsiteY10" fmla="*/ 31920 h 57455"/>
                <a:gd name="connsiteX11" fmla="*/ 21086 w 88180"/>
                <a:gd name="connsiteY11" fmla="*/ 28090 h 57455"/>
                <a:gd name="connsiteX12" fmla="*/ 12780 w 88180"/>
                <a:gd name="connsiteY12" fmla="*/ 6384 h 57455"/>
                <a:gd name="connsiteX13" fmla="*/ 6390 w 88180"/>
                <a:gd name="connsiteY13" fmla="*/ 0 h 57455"/>
                <a:gd name="connsiteX14" fmla="*/ 0 w 88180"/>
                <a:gd name="connsiteY14" fmla="*/ 6384 h 57455"/>
                <a:gd name="connsiteX15" fmla="*/ 46646 w 88180"/>
                <a:gd name="connsiteY15" fmla="*/ 52987 h 5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180" h="57455">
                  <a:moveTo>
                    <a:pt x="46646" y="52987"/>
                  </a:moveTo>
                  <a:cubicBezTo>
                    <a:pt x="56871" y="52987"/>
                    <a:pt x="67094" y="49157"/>
                    <a:pt x="75401" y="42773"/>
                  </a:cubicBezTo>
                  <a:lnTo>
                    <a:pt x="75401" y="51072"/>
                  </a:lnTo>
                  <a:cubicBezTo>
                    <a:pt x="75401" y="54902"/>
                    <a:pt x="77957" y="57456"/>
                    <a:pt x="81791" y="57456"/>
                  </a:cubicBezTo>
                  <a:cubicBezTo>
                    <a:pt x="85625" y="57456"/>
                    <a:pt x="88181" y="54902"/>
                    <a:pt x="88181" y="51072"/>
                  </a:cubicBezTo>
                  <a:lnTo>
                    <a:pt x="88181" y="25536"/>
                  </a:lnTo>
                  <a:cubicBezTo>
                    <a:pt x="88181" y="21706"/>
                    <a:pt x="85625" y="19152"/>
                    <a:pt x="81791" y="19152"/>
                  </a:cubicBezTo>
                  <a:lnTo>
                    <a:pt x="56231" y="19152"/>
                  </a:lnTo>
                  <a:cubicBezTo>
                    <a:pt x="52397" y="19152"/>
                    <a:pt x="49841" y="21706"/>
                    <a:pt x="49841" y="25536"/>
                  </a:cubicBezTo>
                  <a:cubicBezTo>
                    <a:pt x="49841" y="29366"/>
                    <a:pt x="52397" y="31920"/>
                    <a:pt x="56231" y="31920"/>
                  </a:cubicBezTo>
                  <a:lnTo>
                    <a:pt x="68372" y="31920"/>
                  </a:lnTo>
                  <a:cubicBezTo>
                    <a:pt x="54314" y="44049"/>
                    <a:pt x="32589" y="42134"/>
                    <a:pt x="21086" y="28090"/>
                  </a:cubicBezTo>
                  <a:cubicBezTo>
                    <a:pt x="15975" y="22344"/>
                    <a:pt x="12780" y="14045"/>
                    <a:pt x="12780" y="6384"/>
                  </a:cubicBezTo>
                  <a:cubicBezTo>
                    <a:pt x="12780" y="2554"/>
                    <a:pt x="10224" y="0"/>
                    <a:pt x="6390" y="0"/>
                  </a:cubicBezTo>
                  <a:cubicBezTo>
                    <a:pt x="2556" y="0"/>
                    <a:pt x="0" y="2554"/>
                    <a:pt x="0" y="6384"/>
                  </a:cubicBezTo>
                  <a:cubicBezTo>
                    <a:pt x="0" y="31920"/>
                    <a:pt x="21086" y="52987"/>
                    <a:pt x="46646" y="52987"/>
                  </a:cubicBezTo>
                  <a:close/>
                </a:path>
              </a:pathLst>
            </a:custGeom>
            <a:solidFill>
              <a:srgbClr val="007680"/>
            </a:solidFill>
            <a:ln w="6390" cap="flat">
              <a:noFill/>
              <a:prstDash val="solid"/>
              <a:miter/>
            </a:ln>
          </p:spPr>
          <p:txBody>
            <a:bodyPr rtlCol="0" anchor="ctr"/>
            <a:lstStyle/>
            <a:p>
              <a:endParaRPr lang="en-US"/>
            </a:p>
          </p:txBody>
        </p:sp>
        <p:sp>
          <p:nvSpPr>
            <p:cNvPr id="395" name="Graphic 4">
              <a:extLst>
                <a:ext uri="{FF2B5EF4-FFF2-40B4-BE49-F238E27FC236}">
                  <a16:creationId xmlns:a16="http://schemas.microsoft.com/office/drawing/2014/main" id="{A55688A1-CD92-B549-A27B-1CCFFD04F897}"/>
                </a:ext>
              </a:extLst>
            </p:cNvPr>
            <p:cNvSpPr/>
            <p:nvPr/>
          </p:nvSpPr>
          <p:spPr>
            <a:xfrm>
              <a:off x="7942691" y="1548916"/>
              <a:ext cx="86264" cy="60009"/>
            </a:xfrm>
            <a:custGeom>
              <a:avLst/>
              <a:gdLst>
                <a:gd name="connsiteX0" fmla="*/ 7029 w 86264"/>
                <a:gd name="connsiteY0" fmla="*/ 38304 h 60009"/>
                <a:gd name="connsiteX1" fmla="*/ 32589 w 86264"/>
                <a:gd name="connsiteY1" fmla="*/ 38304 h 60009"/>
                <a:gd name="connsiteX2" fmla="*/ 38978 w 86264"/>
                <a:gd name="connsiteY2" fmla="*/ 31920 h 60009"/>
                <a:gd name="connsiteX3" fmla="*/ 32589 w 86264"/>
                <a:gd name="connsiteY3" fmla="*/ 25536 h 60009"/>
                <a:gd name="connsiteX4" fmla="*/ 21087 w 86264"/>
                <a:gd name="connsiteY4" fmla="*/ 25536 h 60009"/>
                <a:gd name="connsiteX5" fmla="*/ 67733 w 86264"/>
                <a:gd name="connsiteY5" fmla="*/ 34473 h 60009"/>
                <a:gd name="connsiteX6" fmla="*/ 73484 w 86264"/>
                <a:gd name="connsiteY6" fmla="*/ 53625 h 60009"/>
                <a:gd name="connsiteX7" fmla="*/ 79874 w 86264"/>
                <a:gd name="connsiteY7" fmla="*/ 60009 h 60009"/>
                <a:gd name="connsiteX8" fmla="*/ 86264 w 86264"/>
                <a:gd name="connsiteY8" fmla="*/ 53625 h 60009"/>
                <a:gd name="connsiteX9" fmla="*/ 39617 w 86264"/>
                <a:gd name="connsiteY9" fmla="*/ 7022 h 60009"/>
                <a:gd name="connsiteX10" fmla="*/ 12780 w 86264"/>
                <a:gd name="connsiteY10" fmla="*/ 15322 h 60009"/>
                <a:gd name="connsiteX11" fmla="*/ 12780 w 86264"/>
                <a:gd name="connsiteY11" fmla="*/ 6384 h 60009"/>
                <a:gd name="connsiteX12" fmla="*/ 6390 w 86264"/>
                <a:gd name="connsiteY12" fmla="*/ 0 h 60009"/>
                <a:gd name="connsiteX13" fmla="*/ 0 w 86264"/>
                <a:gd name="connsiteY13" fmla="*/ 6384 h 60009"/>
                <a:gd name="connsiteX14" fmla="*/ 0 w 86264"/>
                <a:gd name="connsiteY14" fmla="*/ 31920 h 60009"/>
                <a:gd name="connsiteX15" fmla="*/ 0 w 86264"/>
                <a:gd name="connsiteY15" fmla="*/ 31920 h 60009"/>
                <a:gd name="connsiteX16" fmla="*/ 7029 w 86264"/>
                <a:gd name="connsiteY16" fmla="*/ 38304 h 60009"/>
                <a:gd name="connsiteX17" fmla="*/ 7029 w 86264"/>
                <a:gd name="connsiteY17" fmla="*/ 38304 h 60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6264" h="60009">
                  <a:moveTo>
                    <a:pt x="7029" y="38304"/>
                  </a:moveTo>
                  <a:lnTo>
                    <a:pt x="32589" y="38304"/>
                  </a:lnTo>
                  <a:cubicBezTo>
                    <a:pt x="36422" y="38304"/>
                    <a:pt x="38978" y="35750"/>
                    <a:pt x="38978" y="31920"/>
                  </a:cubicBezTo>
                  <a:cubicBezTo>
                    <a:pt x="38978" y="28089"/>
                    <a:pt x="36422" y="25536"/>
                    <a:pt x="32589" y="25536"/>
                  </a:cubicBezTo>
                  <a:lnTo>
                    <a:pt x="21087" y="25536"/>
                  </a:lnTo>
                  <a:cubicBezTo>
                    <a:pt x="36422" y="14683"/>
                    <a:pt x="57509" y="19152"/>
                    <a:pt x="67733" y="34473"/>
                  </a:cubicBezTo>
                  <a:cubicBezTo>
                    <a:pt x="71567" y="40219"/>
                    <a:pt x="73484" y="46603"/>
                    <a:pt x="73484" y="53625"/>
                  </a:cubicBezTo>
                  <a:cubicBezTo>
                    <a:pt x="73484" y="57456"/>
                    <a:pt x="76040" y="60009"/>
                    <a:pt x="79874" y="60009"/>
                  </a:cubicBezTo>
                  <a:cubicBezTo>
                    <a:pt x="83708" y="60009"/>
                    <a:pt x="86264" y="57456"/>
                    <a:pt x="86264" y="53625"/>
                  </a:cubicBezTo>
                  <a:cubicBezTo>
                    <a:pt x="86264" y="28089"/>
                    <a:pt x="65817" y="7022"/>
                    <a:pt x="39617" y="7022"/>
                  </a:cubicBezTo>
                  <a:cubicBezTo>
                    <a:pt x="30032" y="7022"/>
                    <a:pt x="20447" y="10214"/>
                    <a:pt x="12780" y="15322"/>
                  </a:cubicBezTo>
                  <a:lnTo>
                    <a:pt x="12780" y="6384"/>
                  </a:lnTo>
                  <a:cubicBezTo>
                    <a:pt x="12780" y="2554"/>
                    <a:pt x="10224" y="0"/>
                    <a:pt x="6390" y="0"/>
                  </a:cubicBezTo>
                  <a:cubicBezTo>
                    <a:pt x="2556" y="0"/>
                    <a:pt x="0" y="2554"/>
                    <a:pt x="0" y="6384"/>
                  </a:cubicBezTo>
                  <a:lnTo>
                    <a:pt x="0" y="31920"/>
                  </a:lnTo>
                  <a:lnTo>
                    <a:pt x="0" y="31920"/>
                  </a:lnTo>
                  <a:cubicBezTo>
                    <a:pt x="0" y="35750"/>
                    <a:pt x="3195" y="38304"/>
                    <a:pt x="7029" y="38304"/>
                  </a:cubicBezTo>
                  <a:cubicBezTo>
                    <a:pt x="6390" y="38304"/>
                    <a:pt x="7029" y="38304"/>
                    <a:pt x="7029" y="38304"/>
                  </a:cubicBezTo>
                  <a:close/>
                </a:path>
              </a:pathLst>
            </a:custGeom>
            <a:solidFill>
              <a:srgbClr val="007680"/>
            </a:solidFill>
            <a:ln w="6390" cap="flat">
              <a:noFill/>
              <a:prstDash val="solid"/>
              <a:miter/>
            </a:ln>
          </p:spPr>
          <p:txBody>
            <a:bodyPr rtlCol="0" anchor="ctr"/>
            <a:lstStyle/>
            <a:p>
              <a:endParaRPr lang="en-US"/>
            </a:p>
          </p:txBody>
        </p:sp>
      </p:grpSp>
      <p:grpSp>
        <p:nvGrpSpPr>
          <p:cNvPr id="396" name="Graphic 4">
            <a:extLst>
              <a:ext uri="{FF2B5EF4-FFF2-40B4-BE49-F238E27FC236}">
                <a16:creationId xmlns:a16="http://schemas.microsoft.com/office/drawing/2014/main" id="{C899C147-1858-B143-87C5-3B6C7CC04B5B}"/>
              </a:ext>
            </a:extLst>
          </p:cNvPr>
          <p:cNvGrpSpPr/>
          <p:nvPr/>
        </p:nvGrpSpPr>
        <p:grpSpPr>
          <a:xfrm>
            <a:off x="7801474" y="1893013"/>
            <a:ext cx="362309" cy="361971"/>
            <a:chOff x="7801474" y="1893013"/>
            <a:chExt cx="362309" cy="361971"/>
          </a:xfrm>
          <a:solidFill>
            <a:srgbClr val="007680"/>
          </a:solidFill>
        </p:grpSpPr>
        <p:sp>
          <p:nvSpPr>
            <p:cNvPr id="397" name="Graphic 4">
              <a:extLst>
                <a:ext uri="{FF2B5EF4-FFF2-40B4-BE49-F238E27FC236}">
                  <a16:creationId xmlns:a16="http://schemas.microsoft.com/office/drawing/2014/main" id="{2750CCF5-DC6F-4642-866A-54AF9FBFD4F0}"/>
                </a:ext>
              </a:extLst>
            </p:cNvPr>
            <p:cNvSpPr/>
            <p:nvPr/>
          </p:nvSpPr>
          <p:spPr>
            <a:xfrm>
              <a:off x="7801474" y="189301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398" name="Graphic 4">
              <a:extLst>
                <a:ext uri="{FF2B5EF4-FFF2-40B4-BE49-F238E27FC236}">
                  <a16:creationId xmlns:a16="http://schemas.microsoft.com/office/drawing/2014/main" id="{E9105844-B935-DE46-8CD8-F4A6B9210B2C}"/>
                </a:ext>
              </a:extLst>
            </p:cNvPr>
            <p:cNvSpPr/>
            <p:nvPr/>
          </p:nvSpPr>
          <p:spPr>
            <a:xfrm>
              <a:off x="7882626" y="1974089"/>
              <a:ext cx="200005" cy="199818"/>
            </a:xfrm>
            <a:custGeom>
              <a:avLst/>
              <a:gdLst>
                <a:gd name="connsiteX0" fmla="*/ 193615 w 200005"/>
                <a:gd name="connsiteY0" fmla="*/ 21706 h 199818"/>
                <a:gd name="connsiteX1" fmla="*/ 133550 w 200005"/>
                <a:gd name="connsiteY1" fmla="*/ 21706 h 199818"/>
                <a:gd name="connsiteX2" fmla="*/ 133550 w 200005"/>
                <a:gd name="connsiteY2" fmla="*/ 6384 h 199818"/>
                <a:gd name="connsiteX3" fmla="*/ 127160 w 200005"/>
                <a:gd name="connsiteY3" fmla="*/ 0 h 199818"/>
                <a:gd name="connsiteX4" fmla="*/ 71568 w 200005"/>
                <a:gd name="connsiteY4" fmla="*/ 0 h 199818"/>
                <a:gd name="connsiteX5" fmla="*/ 65178 w 200005"/>
                <a:gd name="connsiteY5" fmla="*/ 6384 h 199818"/>
                <a:gd name="connsiteX6" fmla="*/ 65178 w 200005"/>
                <a:gd name="connsiteY6" fmla="*/ 21706 h 199818"/>
                <a:gd name="connsiteX7" fmla="*/ 6390 w 200005"/>
                <a:gd name="connsiteY7" fmla="*/ 21706 h 199818"/>
                <a:gd name="connsiteX8" fmla="*/ 0 w 200005"/>
                <a:gd name="connsiteY8" fmla="*/ 28089 h 199818"/>
                <a:gd name="connsiteX9" fmla="*/ 6390 w 200005"/>
                <a:gd name="connsiteY9" fmla="*/ 34473 h 199818"/>
                <a:gd name="connsiteX10" fmla="*/ 13419 w 200005"/>
                <a:gd name="connsiteY10" fmla="*/ 34473 h 199818"/>
                <a:gd name="connsiteX11" fmla="*/ 28755 w 200005"/>
                <a:gd name="connsiteY11" fmla="*/ 194073 h 199818"/>
                <a:gd name="connsiteX12" fmla="*/ 35145 w 200005"/>
                <a:gd name="connsiteY12" fmla="*/ 199819 h 199818"/>
                <a:gd name="connsiteX13" fmla="*/ 164861 w 200005"/>
                <a:gd name="connsiteY13" fmla="*/ 199819 h 199818"/>
                <a:gd name="connsiteX14" fmla="*/ 171251 w 200005"/>
                <a:gd name="connsiteY14" fmla="*/ 194073 h 199818"/>
                <a:gd name="connsiteX15" fmla="*/ 187864 w 200005"/>
                <a:gd name="connsiteY15" fmla="*/ 34473 h 199818"/>
                <a:gd name="connsiteX16" fmla="*/ 193615 w 200005"/>
                <a:gd name="connsiteY16" fmla="*/ 34473 h 199818"/>
                <a:gd name="connsiteX17" fmla="*/ 200005 w 200005"/>
                <a:gd name="connsiteY17" fmla="*/ 28089 h 199818"/>
                <a:gd name="connsiteX18" fmla="*/ 193615 w 200005"/>
                <a:gd name="connsiteY18" fmla="*/ 21706 h 199818"/>
                <a:gd name="connsiteX19" fmla="*/ 193615 w 200005"/>
                <a:gd name="connsiteY19" fmla="*/ 21706 h 199818"/>
                <a:gd name="connsiteX20" fmla="*/ 77958 w 200005"/>
                <a:gd name="connsiteY20" fmla="*/ 12768 h 199818"/>
                <a:gd name="connsiteX21" fmla="*/ 120770 w 200005"/>
                <a:gd name="connsiteY21" fmla="*/ 12768 h 199818"/>
                <a:gd name="connsiteX22" fmla="*/ 120770 w 200005"/>
                <a:gd name="connsiteY22" fmla="*/ 21706 h 199818"/>
                <a:gd name="connsiteX23" fmla="*/ 77958 w 200005"/>
                <a:gd name="connsiteY23" fmla="*/ 21706 h 199818"/>
                <a:gd name="connsiteX24" fmla="*/ 77958 w 200005"/>
                <a:gd name="connsiteY24" fmla="*/ 12768 h 199818"/>
                <a:gd name="connsiteX25" fmla="*/ 159110 w 200005"/>
                <a:gd name="connsiteY25" fmla="*/ 187051 h 199818"/>
                <a:gd name="connsiteX26" fmla="*/ 40896 w 200005"/>
                <a:gd name="connsiteY26" fmla="*/ 187051 h 199818"/>
                <a:gd name="connsiteX27" fmla="*/ 26199 w 200005"/>
                <a:gd name="connsiteY27" fmla="*/ 34473 h 199818"/>
                <a:gd name="connsiteX28" fmla="*/ 175084 w 200005"/>
                <a:gd name="connsiteY28" fmla="*/ 34473 h 199818"/>
                <a:gd name="connsiteX29" fmla="*/ 159110 w 200005"/>
                <a:gd name="connsiteY29" fmla="*/ 187051 h 19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00005" h="199818">
                  <a:moveTo>
                    <a:pt x="193615" y="21706"/>
                  </a:moveTo>
                  <a:lnTo>
                    <a:pt x="133550" y="21706"/>
                  </a:lnTo>
                  <a:lnTo>
                    <a:pt x="133550" y="6384"/>
                  </a:lnTo>
                  <a:cubicBezTo>
                    <a:pt x="133550" y="2554"/>
                    <a:pt x="130994" y="0"/>
                    <a:pt x="127160" y="0"/>
                  </a:cubicBezTo>
                  <a:lnTo>
                    <a:pt x="71568" y="0"/>
                  </a:lnTo>
                  <a:cubicBezTo>
                    <a:pt x="67733" y="0"/>
                    <a:pt x="65178" y="2554"/>
                    <a:pt x="65178" y="6384"/>
                  </a:cubicBezTo>
                  <a:lnTo>
                    <a:pt x="65178" y="21706"/>
                  </a:lnTo>
                  <a:lnTo>
                    <a:pt x="6390" y="21706"/>
                  </a:lnTo>
                  <a:cubicBezTo>
                    <a:pt x="2556" y="21706"/>
                    <a:pt x="0" y="24259"/>
                    <a:pt x="0" y="28089"/>
                  </a:cubicBezTo>
                  <a:cubicBezTo>
                    <a:pt x="0" y="31920"/>
                    <a:pt x="2556" y="34473"/>
                    <a:pt x="6390" y="34473"/>
                  </a:cubicBezTo>
                  <a:lnTo>
                    <a:pt x="13419" y="34473"/>
                  </a:lnTo>
                  <a:lnTo>
                    <a:pt x="28755" y="194073"/>
                  </a:lnTo>
                  <a:cubicBezTo>
                    <a:pt x="28755" y="197265"/>
                    <a:pt x="31950" y="199819"/>
                    <a:pt x="35145" y="199819"/>
                  </a:cubicBezTo>
                  <a:lnTo>
                    <a:pt x="164861" y="199819"/>
                  </a:lnTo>
                  <a:cubicBezTo>
                    <a:pt x="168056" y="199819"/>
                    <a:pt x="170612" y="197265"/>
                    <a:pt x="171251" y="194073"/>
                  </a:cubicBezTo>
                  <a:lnTo>
                    <a:pt x="187864" y="34473"/>
                  </a:lnTo>
                  <a:lnTo>
                    <a:pt x="193615" y="34473"/>
                  </a:lnTo>
                  <a:cubicBezTo>
                    <a:pt x="197449" y="34473"/>
                    <a:pt x="200005" y="31920"/>
                    <a:pt x="200005" y="28089"/>
                  </a:cubicBezTo>
                  <a:cubicBezTo>
                    <a:pt x="200005" y="24259"/>
                    <a:pt x="197449" y="21706"/>
                    <a:pt x="193615" y="21706"/>
                  </a:cubicBezTo>
                  <a:lnTo>
                    <a:pt x="193615" y="21706"/>
                  </a:lnTo>
                  <a:close/>
                  <a:moveTo>
                    <a:pt x="77958" y="12768"/>
                  </a:moveTo>
                  <a:lnTo>
                    <a:pt x="120770" y="12768"/>
                  </a:lnTo>
                  <a:lnTo>
                    <a:pt x="120770" y="21706"/>
                  </a:lnTo>
                  <a:lnTo>
                    <a:pt x="77958" y="21706"/>
                  </a:lnTo>
                  <a:lnTo>
                    <a:pt x="77958" y="12768"/>
                  </a:lnTo>
                  <a:close/>
                  <a:moveTo>
                    <a:pt x="159110" y="187051"/>
                  </a:moveTo>
                  <a:lnTo>
                    <a:pt x="40896" y="187051"/>
                  </a:lnTo>
                  <a:lnTo>
                    <a:pt x="26199" y="34473"/>
                  </a:lnTo>
                  <a:lnTo>
                    <a:pt x="175084" y="34473"/>
                  </a:lnTo>
                  <a:lnTo>
                    <a:pt x="159110" y="187051"/>
                  </a:lnTo>
                  <a:close/>
                </a:path>
              </a:pathLst>
            </a:custGeom>
            <a:solidFill>
              <a:srgbClr val="007680"/>
            </a:solidFill>
            <a:ln w="6390" cap="flat">
              <a:noFill/>
              <a:prstDash val="solid"/>
              <a:miter/>
            </a:ln>
          </p:spPr>
          <p:txBody>
            <a:bodyPr rtlCol="0" anchor="ctr"/>
            <a:lstStyle/>
            <a:p>
              <a:endParaRPr lang="en-US"/>
            </a:p>
          </p:txBody>
        </p:sp>
      </p:grpSp>
      <p:grpSp>
        <p:nvGrpSpPr>
          <p:cNvPr id="399" name="Graphic 4">
            <a:extLst>
              <a:ext uri="{FF2B5EF4-FFF2-40B4-BE49-F238E27FC236}">
                <a16:creationId xmlns:a16="http://schemas.microsoft.com/office/drawing/2014/main" id="{29B9EDEA-46E6-9A46-AC22-654B27A2DF36}"/>
              </a:ext>
            </a:extLst>
          </p:cNvPr>
          <p:cNvGrpSpPr/>
          <p:nvPr/>
        </p:nvGrpSpPr>
        <p:grpSpPr>
          <a:xfrm>
            <a:off x="7801474" y="2371173"/>
            <a:ext cx="362309" cy="361971"/>
            <a:chOff x="7801474" y="2371173"/>
            <a:chExt cx="362309" cy="361971"/>
          </a:xfrm>
          <a:solidFill>
            <a:srgbClr val="007680"/>
          </a:solidFill>
        </p:grpSpPr>
        <p:sp>
          <p:nvSpPr>
            <p:cNvPr id="400" name="Graphic 4">
              <a:extLst>
                <a:ext uri="{FF2B5EF4-FFF2-40B4-BE49-F238E27FC236}">
                  <a16:creationId xmlns:a16="http://schemas.microsoft.com/office/drawing/2014/main" id="{ECBB36E8-E8B0-9145-84AE-102A7667BF81}"/>
                </a:ext>
              </a:extLst>
            </p:cNvPr>
            <p:cNvSpPr/>
            <p:nvPr/>
          </p:nvSpPr>
          <p:spPr>
            <a:xfrm>
              <a:off x="7801474"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401" name="Graphic 4">
              <a:extLst>
                <a:ext uri="{FF2B5EF4-FFF2-40B4-BE49-F238E27FC236}">
                  <a16:creationId xmlns:a16="http://schemas.microsoft.com/office/drawing/2014/main" id="{B26B50CD-50E9-2744-89BC-3BC3EF6042C3}"/>
                </a:ext>
              </a:extLst>
            </p:cNvPr>
            <p:cNvSpPr/>
            <p:nvPr/>
          </p:nvSpPr>
          <p:spPr>
            <a:xfrm>
              <a:off x="7898601" y="2447781"/>
              <a:ext cx="168055" cy="199818"/>
            </a:xfrm>
            <a:custGeom>
              <a:avLst/>
              <a:gdLst>
                <a:gd name="connsiteX0" fmla="*/ 161666 w 168055"/>
                <a:gd name="connsiteY0" fmla="*/ 21706 h 199818"/>
                <a:gd name="connsiteX1" fmla="*/ 113102 w 168055"/>
                <a:gd name="connsiteY1" fmla="*/ 21706 h 199818"/>
                <a:gd name="connsiteX2" fmla="*/ 113102 w 168055"/>
                <a:gd name="connsiteY2" fmla="*/ 6384 h 199818"/>
                <a:gd name="connsiteX3" fmla="*/ 106712 w 168055"/>
                <a:gd name="connsiteY3" fmla="*/ 0 h 199818"/>
                <a:gd name="connsiteX4" fmla="*/ 60704 w 168055"/>
                <a:gd name="connsiteY4" fmla="*/ 0 h 199818"/>
                <a:gd name="connsiteX5" fmla="*/ 54314 w 168055"/>
                <a:gd name="connsiteY5" fmla="*/ 6384 h 199818"/>
                <a:gd name="connsiteX6" fmla="*/ 54314 w 168055"/>
                <a:gd name="connsiteY6" fmla="*/ 21706 h 199818"/>
                <a:gd name="connsiteX7" fmla="*/ 6390 w 168055"/>
                <a:gd name="connsiteY7" fmla="*/ 21706 h 199818"/>
                <a:gd name="connsiteX8" fmla="*/ 0 w 168055"/>
                <a:gd name="connsiteY8" fmla="*/ 28090 h 199818"/>
                <a:gd name="connsiteX9" fmla="*/ 6390 w 168055"/>
                <a:gd name="connsiteY9" fmla="*/ 34474 h 199818"/>
                <a:gd name="connsiteX10" fmla="*/ 15336 w 168055"/>
                <a:gd name="connsiteY10" fmla="*/ 34474 h 199818"/>
                <a:gd name="connsiteX11" fmla="*/ 15975 w 168055"/>
                <a:gd name="connsiteY11" fmla="*/ 132149 h 199818"/>
                <a:gd name="connsiteX12" fmla="*/ 22365 w 168055"/>
                <a:gd name="connsiteY12" fmla="*/ 138533 h 199818"/>
                <a:gd name="connsiteX13" fmla="*/ 22365 w 168055"/>
                <a:gd name="connsiteY13" fmla="*/ 138533 h 199818"/>
                <a:gd name="connsiteX14" fmla="*/ 28755 w 168055"/>
                <a:gd name="connsiteY14" fmla="*/ 132149 h 199818"/>
                <a:gd name="connsiteX15" fmla="*/ 28116 w 168055"/>
                <a:gd name="connsiteY15" fmla="*/ 34474 h 199818"/>
                <a:gd name="connsiteX16" fmla="*/ 143135 w 168055"/>
                <a:gd name="connsiteY16" fmla="*/ 34474 h 199818"/>
                <a:gd name="connsiteX17" fmla="*/ 130355 w 168055"/>
                <a:gd name="connsiteY17" fmla="*/ 187051 h 199818"/>
                <a:gd name="connsiteX18" fmla="*/ 83069 w 168055"/>
                <a:gd name="connsiteY18" fmla="*/ 187051 h 199818"/>
                <a:gd name="connsiteX19" fmla="*/ 76679 w 168055"/>
                <a:gd name="connsiteY19" fmla="*/ 193435 h 199818"/>
                <a:gd name="connsiteX20" fmla="*/ 83069 w 168055"/>
                <a:gd name="connsiteY20" fmla="*/ 199819 h 199818"/>
                <a:gd name="connsiteX21" fmla="*/ 136106 w 168055"/>
                <a:gd name="connsiteY21" fmla="*/ 199819 h 199818"/>
                <a:gd name="connsiteX22" fmla="*/ 142496 w 168055"/>
                <a:gd name="connsiteY22" fmla="*/ 194073 h 199818"/>
                <a:gd name="connsiteX23" fmla="*/ 156553 w 168055"/>
                <a:gd name="connsiteY23" fmla="*/ 34474 h 199818"/>
                <a:gd name="connsiteX24" fmla="*/ 161666 w 168055"/>
                <a:gd name="connsiteY24" fmla="*/ 34474 h 199818"/>
                <a:gd name="connsiteX25" fmla="*/ 168056 w 168055"/>
                <a:gd name="connsiteY25" fmla="*/ 28090 h 199818"/>
                <a:gd name="connsiteX26" fmla="*/ 161666 w 168055"/>
                <a:gd name="connsiteY26" fmla="*/ 21706 h 199818"/>
                <a:gd name="connsiteX27" fmla="*/ 161666 w 168055"/>
                <a:gd name="connsiteY27" fmla="*/ 21706 h 199818"/>
                <a:gd name="connsiteX28" fmla="*/ 67094 w 168055"/>
                <a:gd name="connsiteY28" fmla="*/ 12768 h 199818"/>
                <a:gd name="connsiteX29" fmla="*/ 100322 w 168055"/>
                <a:gd name="connsiteY29" fmla="*/ 12768 h 199818"/>
                <a:gd name="connsiteX30" fmla="*/ 100322 w 168055"/>
                <a:gd name="connsiteY30" fmla="*/ 21706 h 199818"/>
                <a:gd name="connsiteX31" fmla="*/ 67094 w 168055"/>
                <a:gd name="connsiteY31" fmla="*/ 21706 h 199818"/>
                <a:gd name="connsiteX32" fmla="*/ 67094 w 168055"/>
                <a:gd name="connsiteY32" fmla="*/ 12768 h 19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68055" h="199818">
                  <a:moveTo>
                    <a:pt x="161666" y="21706"/>
                  </a:moveTo>
                  <a:lnTo>
                    <a:pt x="113102" y="21706"/>
                  </a:lnTo>
                  <a:lnTo>
                    <a:pt x="113102" y="6384"/>
                  </a:lnTo>
                  <a:cubicBezTo>
                    <a:pt x="113102" y="2554"/>
                    <a:pt x="110546" y="0"/>
                    <a:pt x="106712" y="0"/>
                  </a:cubicBezTo>
                  <a:lnTo>
                    <a:pt x="60704" y="0"/>
                  </a:lnTo>
                  <a:cubicBezTo>
                    <a:pt x="56871" y="0"/>
                    <a:pt x="54314" y="2554"/>
                    <a:pt x="54314" y="6384"/>
                  </a:cubicBezTo>
                  <a:lnTo>
                    <a:pt x="54314" y="21706"/>
                  </a:lnTo>
                  <a:lnTo>
                    <a:pt x="6390" y="21706"/>
                  </a:lnTo>
                  <a:cubicBezTo>
                    <a:pt x="2556" y="21706"/>
                    <a:pt x="0" y="24259"/>
                    <a:pt x="0" y="28090"/>
                  </a:cubicBezTo>
                  <a:cubicBezTo>
                    <a:pt x="0" y="31920"/>
                    <a:pt x="2556" y="34474"/>
                    <a:pt x="6390" y="34474"/>
                  </a:cubicBezTo>
                  <a:lnTo>
                    <a:pt x="15336" y="34474"/>
                  </a:lnTo>
                  <a:lnTo>
                    <a:pt x="15975" y="132149"/>
                  </a:lnTo>
                  <a:cubicBezTo>
                    <a:pt x="15975" y="135979"/>
                    <a:pt x="18531" y="138533"/>
                    <a:pt x="22365" y="138533"/>
                  </a:cubicBezTo>
                  <a:lnTo>
                    <a:pt x="22365" y="138533"/>
                  </a:lnTo>
                  <a:cubicBezTo>
                    <a:pt x="26199" y="138533"/>
                    <a:pt x="28755" y="135979"/>
                    <a:pt x="28755" y="132149"/>
                  </a:cubicBezTo>
                  <a:lnTo>
                    <a:pt x="28116" y="34474"/>
                  </a:lnTo>
                  <a:lnTo>
                    <a:pt x="143135" y="34474"/>
                  </a:lnTo>
                  <a:lnTo>
                    <a:pt x="130355" y="187051"/>
                  </a:lnTo>
                  <a:lnTo>
                    <a:pt x="83069" y="187051"/>
                  </a:lnTo>
                  <a:cubicBezTo>
                    <a:pt x="79235" y="187051"/>
                    <a:pt x="76679" y="189604"/>
                    <a:pt x="76679" y="193435"/>
                  </a:cubicBezTo>
                  <a:cubicBezTo>
                    <a:pt x="76679" y="197265"/>
                    <a:pt x="79235" y="199819"/>
                    <a:pt x="83069" y="199819"/>
                  </a:cubicBezTo>
                  <a:lnTo>
                    <a:pt x="136106" y="199819"/>
                  </a:lnTo>
                  <a:cubicBezTo>
                    <a:pt x="139301" y="199819"/>
                    <a:pt x="142496" y="197265"/>
                    <a:pt x="142496" y="194073"/>
                  </a:cubicBezTo>
                  <a:lnTo>
                    <a:pt x="156553" y="34474"/>
                  </a:lnTo>
                  <a:lnTo>
                    <a:pt x="161666" y="34474"/>
                  </a:lnTo>
                  <a:cubicBezTo>
                    <a:pt x="165500" y="34474"/>
                    <a:pt x="168056" y="31920"/>
                    <a:pt x="168056" y="28090"/>
                  </a:cubicBezTo>
                  <a:cubicBezTo>
                    <a:pt x="168056" y="24259"/>
                    <a:pt x="165500" y="21706"/>
                    <a:pt x="161666" y="21706"/>
                  </a:cubicBezTo>
                  <a:lnTo>
                    <a:pt x="161666" y="21706"/>
                  </a:lnTo>
                  <a:close/>
                  <a:moveTo>
                    <a:pt x="67094" y="12768"/>
                  </a:moveTo>
                  <a:lnTo>
                    <a:pt x="100322" y="12768"/>
                  </a:lnTo>
                  <a:lnTo>
                    <a:pt x="100322" y="21706"/>
                  </a:lnTo>
                  <a:lnTo>
                    <a:pt x="67094" y="21706"/>
                  </a:lnTo>
                  <a:lnTo>
                    <a:pt x="67094" y="12768"/>
                  </a:lnTo>
                  <a:close/>
                </a:path>
              </a:pathLst>
            </a:custGeom>
            <a:solidFill>
              <a:srgbClr val="007680"/>
            </a:solidFill>
            <a:ln w="6390" cap="flat">
              <a:noFill/>
              <a:prstDash val="solid"/>
              <a:miter/>
            </a:ln>
          </p:spPr>
          <p:txBody>
            <a:bodyPr rtlCol="0" anchor="ctr"/>
            <a:lstStyle/>
            <a:p>
              <a:endParaRPr lang="en-US"/>
            </a:p>
          </p:txBody>
        </p:sp>
        <p:sp>
          <p:nvSpPr>
            <p:cNvPr id="402" name="Graphic 4">
              <a:extLst>
                <a:ext uri="{FF2B5EF4-FFF2-40B4-BE49-F238E27FC236}">
                  <a16:creationId xmlns:a16="http://schemas.microsoft.com/office/drawing/2014/main" id="{78E36F11-A408-AE4B-955D-7F6745F0E28A}"/>
                </a:ext>
              </a:extLst>
            </p:cNvPr>
            <p:cNvSpPr/>
            <p:nvPr/>
          </p:nvSpPr>
          <p:spPr>
            <a:xfrm>
              <a:off x="7904991" y="2584398"/>
              <a:ext cx="72845" cy="72138"/>
            </a:xfrm>
            <a:custGeom>
              <a:avLst/>
              <a:gdLst>
                <a:gd name="connsiteX0" fmla="*/ 36423 w 72845"/>
                <a:gd name="connsiteY0" fmla="*/ 0 h 72138"/>
                <a:gd name="connsiteX1" fmla="*/ 0 w 72845"/>
                <a:gd name="connsiteY1" fmla="*/ 36389 h 72138"/>
                <a:gd name="connsiteX2" fmla="*/ 36423 w 72845"/>
                <a:gd name="connsiteY2" fmla="*/ 72139 h 72138"/>
                <a:gd name="connsiteX3" fmla="*/ 72845 w 72845"/>
                <a:gd name="connsiteY3" fmla="*/ 36389 h 72138"/>
                <a:gd name="connsiteX4" fmla="*/ 36423 w 72845"/>
                <a:gd name="connsiteY4" fmla="*/ 0 h 72138"/>
                <a:gd name="connsiteX5" fmla="*/ 36423 w 72845"/>
                <a:gd name="connsiteY5" fmla="*/ 59371 h 72138"/>
                <a:gd name="connsiteX6" fmla="*/ 12780 w 72845"/>
                <a:gd name="connsiteY6" fmla="*/ 35750 h 72138"/>
                <a:gd name="connsiteX7" fmla="*/ 36423 w 72845"/>
                <a:gd name="connsiteY7" fmla="*/ 12768 h 72138"/>
                <a:gd name="connsiteX8" fmla="*/ 60066 w 72845"/>
                <a:gd name="connsiteY8" fmla="*/ 35750 h 72138"/>
                <a:gd name="connsiteX9" fmla="*/ 36423 w 72845"/>
                <a:gd name="connsiteY9" fmla="*/ 59371 h 72138"/>
                <a:gd name="connsiteX10" fmla="*/ 36423 w 72845"/>
                <a:gd name="connsiteY10" fmla="*/ 59371 h 7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845" h="72138">
                  <a:moveTo>
                    <a:pt x="36423" y="0"/>
                  </a:moveTo>
                  <a:cubicBezTo>
                    <a:pt x="16614" y="0"/>
                    <a:pt x="0" y="15960"/>
                    <a:pt x="0" y="36389"/>
                  </a:cubicBezTo>
                  <a:cubicBezTo>
                    <a:pt x="0" y="56179"/>
                    <a:pt x="15975" y="72139"/>
                    <a:pt x="36423" y="72139"/>
                  </a:cubicBezTo>
                  <a:cubicBezTo>
                    <a:pt x="56232" y="72139"/>
                    <a:pt x="72845" y="56179"/>
                    <a:pt x="72845" y="36389"/>
                  </a:cubicBezTo>
                  <a:cubicBezTo>
                    <a:pt x="72845" y="15960"/>
                    <a:pt x="56871" y="0"/>
                    <a:pt x="36423" y="0"/>
                  </a:cubicBezTo>
                  <a:close/>
                  <a:moveTo>
                    <a:pt x="36423" y="59371"/>
                  </a:moveTo>
                  <a:cubicBezTo>
                    <a:pt x="23643" y="59371"/>
                    <a:pt x="12780" y="49157"/>
                    <a:pt x="12780" y="35750"/>
                  </a:cubicBezTo>
                  <a:cubicBezTo>
                    <a:pt x="12780" y="22982"/>
                    <a:pt x="23004" y="12768"/>
                    <a:pt x="36423" y="12768"/>
                  </a:cubicBezTo>
                  <a:cubicBezTo>
                    <a:pt x="49203" y="12768"/>
                    <a:pt x="60066" y="22982"/>
                    <a:pt x="60066" y="35750"/>
                  </a:cubicBezTo>
                  <a:cubicBezTo>
                    <a:pt x="60066" y="49157"/>
                    <a:pt x="49842" y="59371"/>
                    <a:pt x="36423" y="59371"/>
                  </a:cubicBezTo>
                  <a:lnTo>
                    <a:pt x="36423" y="59371"/>
                  </a:lnTo>
                  <a:close/>
                </a:path>
              </a:pathLst>
            </a:custGeom>
            <a:solidFill>
              <a:srgbClr val="007680"/>
            </a:solidFill>
            <a:ln w="6390" cap="flat">
              <a:noFill/>
              <a:prstDash val="solid"/>
              <a:miter/>
            </a:ln>
          </p:spPr>
          <p:txBody>
            <a:bodyPr rtlCol="0" anchor="ctr"/>
            <a:lstStyle/>
            <a:p>
              <a:endParaRPr lang="en-US"/>
            </a:p>
          </p:txBody>
        </p:sp>
      </p:grpSp>
      <p:grpSp>
        <p:nvGrpSpPr>
          <p:cNvPr id="403" name="Graphic 4">
            <a:extLst>
              <a:ext uri="{FF2B5EF4-FFF2-40B4-BE49-F238E27FC236}">
                <a16:creationId xmlns:a16="http://schemas.microsoft.com/office/drawing/2014/main" id="{9D1C2102-6DB7-5449-BBB1-D973E22241CE}"/>
              </a:ext>
            </a:extLst>
          </p:cNvPr>
          <p:cNvGrpSpPr/>
          <p:nvPr/>
        </p:nvGrpSpPr>
        <p:grpSpPr>
          <a:xfrm>
            <a:off x="7801474" y="2855717"/>
            <a:ext cx="362309" cy="361971"/>
            <a:chOff x="7801474" y="2855717"/>
            <a:chExt cx="362309" cy="361971"/>
          </a:xfrm>
          <a:solidFill>
            <a:srgbClr val="007680"/>
          </a:solidFill>
        </p:grpSpPr>
        <p:sp>
          <p:nvSpPr>
            <p:cNvPr id="404" name="Graphic 4">
              <a:extLst>
                <a:ext uri="{FF2B5EF4-FFF2-40B4-BE49-F238E27FC236}">
                  <a16:creationId xmlns:a16="http://schemas.microsoft.com/office/drawing/2014/main" id="{6439963B-345B-A64D-87AF-CF69AEF85646}"/>
                </a:ext>
              </a:extLst>
            </p:cNvPr>
            <p:cNvSpPr/>
            <p:nvPr/>
          </p:nvSpPr>
          <p:spPr>
            <a:xfrm>
              <a:off x="7801474" y="2855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6"/>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234"/>
                    <a:pt x="274128" y="348565"/>
                    <a:pt x="181474" y="349204"/>
                  </a:cubicBezTo>
                  <a:close/>
                </a:path>
              </a:pathLst>
            </a:custGeom>
            <a:solidFill>
              <a:srgbClr val="007680"/>
            </a:solidFill>
            <a:ln w="6390" cap="flat">
              <a:noFill/>
              <a:prstDash val="solid"/>
              <a:miter/>
            </a:ln>
          </p:spPr>
          <p:txBody>
            <a:bodyPr rtlCol="0" anchor="ctr"/>
            <a:lstStyle/>
            <a:p>
              <a:endParaRPr lang="en-US"/>
            </a:p>
          </p:txBody>
        </p:sp>
        <p:sp>
          <p:nvSpPr>
            <p:cNvPr id="405" name="Graphic 4">
              <a:extLst>
                <a:ext uri="{FF2B5EF4-FFF2-40B4-BE49-F238E27FC236}">
                  <a16:creationId xmlns:a16="http://schemas.microsoft.com/office/drawing/2014/main" id="{7AE38135-6109-044E-8630-005A969667B6}"/>
                </a:ext>
              </a:extLst>
            </p:cNvPr>
            <p:cNvSpPr/>
            <p:nvPr/>
          </p:nvSpPr>
          <p:spPr>
            <a:xfrm>
              <a:off x="7898601" y="2938709"/>
              <a:ext cx="168055" cy="195349"/>
            </a:xfrm>
            <a:custGeom>
              <a:avLst/>
              <a:gdLst>
                <a:gd name="connsiteX0" fmla="*/ 161666 w 168055"/>
                <a:gd name="connsiteY0" fmla="*/ 0 h 195349"/>
                <a:gd name="connsiteX1" fmla="*/ 124604 w 168055"/>
                <a:gd name="connsiteY1" fmla="*/ 0 h 195349"/>
                <a:gd name="connsiteX2" fmla="*/ 118214 w 168055"/>
                <a:gd name="connsiteY2" fmla="*/ 6384 h 195349"/>
                <a:gd name="connsiteX3" fmla="*/ 118214 w 168055"/>
                <a:gd name="connsiteY3" fmla="*/ 54264 h 195349"/>
                <a:gd name="connsiteX4" fmla="*/ 49842 w 168055"/>
                <a:gd name="connsiteY4" fmla="*/ 54264 h 195349"/>
                <a:gd name="connsiteX5" fmla="*/ 49842 w 168055"/>
                <a:gd name="connsiteY5" fmla="*/ 6384 h 195349"/>
                <a:gd name="connsiteX6" fmla="*/ 43452 w 168055"/>
                <a:gd name="connsiteY6" fmla="*/ 0 h 195349"/>
                <a:gd name="connsiteX7" fmla="*/ 6390 w 168055"/>
                <a:gd name="connsiteY7" fmla="*/ 0 h 195349"/>
                <a:gd name="connsiteX8" fmla="*/ 0 w 168055"/>
                <a:gd name="connsiteY8" fmla="*/ 6384 h 195349"/>
                <a:gd name="connsiteX9" fmla="*/ 0 w 168055"/>
                <a:gd name="connsiteY9" fmla="*/ 188966 h 195349"/>
                <a:gd name="connsiteX10" fmla="*/ 6390 w 168055"/>
                <a:gd name="connsiteY10" fmla="*/ 195350 h 195349"/>
                <a:gd name="connsiteX11" fmla="*/ 161666 w 168055"/>
                <a:gd name="connsiteY11" fmla="*/ 195350 h 195349"/>
                <a:gd name="connsiteX12" fmla="*/ 168056 w 168055"/>
                <a:gd name="connsiteY12" fmla="*/ 188966 h 195349"/>
                <a:gd name="connsiteX13" fmla="*/ 168056 w 168055"/>
                <a:gd name="connsiteY13" fmla="*/ 6384 h 195349"/>
                <a:gd name="connsiteX14" fmla="*/ 161666 w 168055"/>
                <a:gd name="connsiteY14" fmla="*/ 0 h 195349"/>
                <a:gd name="connsiteX15" fmla="*/ 155276 w 168055"/>
                <a:gd name="connsiteY15" fmla="*/ 182582 h 195349"/>
                <a:gd name="connsiteX16" fmla="*/ 12780 w 168055"/>
                <a:gd name="connsiteY16" fmla="*/ 182582 h 195349"/>
                <a:gd name="connsiteX17" fmla="*/ 12780 w 168055"/>
                <a:gd name="connsiteY17" fmla="*/ 12768 h 195349"/>
                <a:gd name="connsiteX18" fmla="*/ 37062 w 168055"/>
                <a:gd name="connsiteY18" fmla="*/ 12768 h 195349"/>
                <a:gd name="connsiteX19" fmla="*/ 37062 w 168055"/>
                <a:gd name="connsiteY19" fmla="*/ 60648 h 195349"/>
                <a:gd name="connsiteX20" fmla="*/ 43452 w 168055"/>
                <a:gd name="connsiteY20" fmla="*/ 67032 h 195349"/>
                <a:gd name="connsiteX21" fmla="*/ 124604 w 168055"/>
                <a:gd name="connsiteY21" fmla="*/ 67032 h 195349"/>
                <a:gd name="connsiteX22" fmla="*/ 130994 w 168055"/>
                <a:gd name="connsiteY22" fmla="*/ 60648 h 195349"/>
                <a:gd name="connsiteX23" fmla="*/ 130994 w 168055"/>
                <a:gd name="connsiteY23" fmla="*/ 12768 h 195349"/>
                <a:gd name="connsiteX24" fmla="*/ 155276 w 168055"/>
                <a:gd name="connsiteY24" fmla="*/ 12768 h 195349"/>
                <a:gd name="connsiteX25" fmla="*/ 155276 w 168055"/>
                <a:gd name="connsiteY25" fmla="*/ 182582 h 195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8055" h="195349">
                  <a:moveTo>
                    <a:pt x="161666" y="0"/>
                  </a:moveTo>
                  <a:lnTo>
                    <a:pt x="124604" y="0"/>
                  </a:lnTo>
                  <a:cubicBezTo>
                    <a:pt x="120770" y="0"/>
                    <a:pt x="118214" y="2554"/>
                    <a:pt x="118214" y="6384"/>
                  </a:cubicBezTo>
                  <a:lnTo>
                    <a:pt x="118214" y="54264"/>
                  </a:lnTo>
                  <a:lnTo>
                    <a:pt x="49842" y="54264"/>
                  </a:lnTo>
                  <a:lnTo>
                    <a:pt x="49842" y="6384"/>
                  </a:lnTo>
                  <a:cubicBezTo>
                    <a:pt x="49842" y="2554"/>
                    <a:pt x="47286" y="0"/>
                    <a:pt x="43452" y="0"/>
                  </a:cubicBezTo>
                  <a:lnTo>
                    <a:pt x="6390" y="0"/>
                  </a:lnTo>
                  <a:cubicBezTo>
                    <a:pt x="2556" y="0"/>
                    <a:pt x="0" y="2554"/>
                    <a:pt x="0" y="6384"/>
                  </a:cubicBezTo>
                  <a:lnTo>
                    <a:pt x="0" y="188966"/>
                  </a:lnTo>
                  <a:cubicBezTo>
                    <a:pt x="0" y="192796"/>
                    <a:pt x="2556" y="195350"/>
                    <a:pt x="6390" y="195350"/>
                  </a:cubicBezTo>
                  <a:lnTo>
                    <a:pt x="161666" y="195350"/>
                  </a:lnTo>
                  <a:cubicBezTo>
                    <a:pt x="165500" y="195350"/>
                    <a:pt x="168056" y="192796"/>
                    <a:pt x="168056" y="188966"/>
                  </a:cubicBezTo>
                  <a:lnTo>
                    <a:pt x="168056" y="6384"/>
                  </a:lnTo>
                  <a:cubicBezTo>
                    <a:pt x="168056" y="2554"/>
                    <a:pt x="165500" y="0"/>
                    <a:pt x="161666" y="0"/>
                  </a:cubicBezTo>
                  <a:close/>
                  <a:moveTo>
                    <a:pt x="155276" y="182582"/>
                  </a:moveTo>
                  <a:lnTo>
                    <a:pt x="12780" y="182582"/>
                  </a:lnTo>
                  <a:lnTo>
                    <a:pt x="12780" y="12768"/>
                  </a:lnTo>
                  <a:lnTo>
                    <a:pt x="37062" y="12768"/>
                  </a:lnTo>
                  <a:lnTo>
                    <a:pt x="37062" y="60648"/>
                  </a:lnTo>
                  <a:cubicBezTo>
                    <a:pt x="37062" y="64478"/>
                    <a:pt x="39618" y="67032"/>
                    <a:pt x="43452" y="67032"/>
                  </a:cubicBezTo>
                  <a:lnTo>
                    <a:pt x="124604" y="67032"/>
                  </a:lnTo>
                  <a:cubicBezTo>
                    <a:pt x="128438" y="67032"/>
                    <a:pt x="130994" y="64478"/>
                    <a:pt x="130994" y="60648"/>
                  </a:cubicBezTo>
                  <a:lnTo>
                    <a:pt x="130994" y="12768"/>
                  </a:lnTo>
                  <a:lnTo>
                    <a:pt x="155276" y="12768"/>
                  </a:lnTo>
                  <a:lnTo>
                    <a:pt x="155276" y="182582"/>
                  </a:lnTo>
                  <a:close/>
                </a:path>
              </a:pathLst>
            </a:custGeom>
            <a:solidFill>
              <a:srgbClr val="007680"/>
            </a:solidFill>
            <a:ln w="6390" cap="flat">
              <a:noFill/>
              <a:prstDash val="solid"/>
              <a:miter/>
            </a:ln>
          </p:spPr>
          <p:txBody>
            <a:bodyPr rtlCol="0" anchor="ctr"/>
            <a:lstStyle/>
            <a:p>
              <a:endParaRPr lang="en-US"/>
            </a:p>
          </p:txBody>
        </p:sp>
        <p:sp>
          <p:nvSpPr>
            <p:cNvPr id="406" name="Graphic 4">
              <a:extLst>
                <a:ext uri="{FF2B5EF4-FFF2-40B4-BE49-F238E27FC236}">
                  <a16:creationId xmlns:a16="http://schemas.microsoft.com/office/drawing/2014/main" id="{E5A92CCD-A27F-DD40-8755-685E909FEBFE}"/>
                </a:ext>
              </a:extLst>
            </p:cNvPr>
            <p:cNvSpPr/>
            <p:nvPr/>
          </p:nvSpPr>
          <p:spPr>
            <a:xfrm>
              <a:off x="7938858" y="3019147"/>
              <a:ext cx="84362" cy="90014"/>
            </a:xfrm>
            <a:custGeom>
              <a:avLst/>
              <a:gdLst>
                <a:gd name="connsiteX0" fmla="*/ 42173 w 84362"/>
                <a:gd name="connsiteY0" fmla="*/ 5746 h 90014"/>
                <a:gd name="connsiteX1" fmla="*/ 19170 w 84362"/>
                <a:gd name="connsiteY1" fmla="*/ 12768 h 90014"/>
                <a:gd name="connsiteX2" fmla="*/ 19170 w 84362"/>
                <a:gd name="connsiteY2" fmla="*/ 6384 h 90014"/>
                <a:gd name="connsiteX3" fmla="*/ 12780 w 84362"/>
                <a:gd name="connsiteY3" fmla="*/ 0 h 90014"/>
                <a:gd name="connsiteX4" fmla="*/ 6390 w 84362"/>
                <a:gd name="connsiteY4" fmla="*/ 6384 h 90014"/>
                <a:gd name="connsiteX5" fmla="*/ 6390 w 84362"/>
                <a:gd name="connsiteY5" fmla="*/ 28728 h 90014"/>
                <a:gd name="connsiteX6" fmla="*/ 6390 w 84362"/>
                <a:gd name="connsiteY6" fmla="*/ 28728 h 90014"/>
                <a:gd name="connsiteX7" fmla="*/ 12780 w 84362"/>
                <a:gd name="connsiteY7" fmla="*/ 35112 h 90014"/>
                <a:gd name="connsiteX8" fmla="*/ 35783 w 84362"/>
                <a:gd name="connsiteY8" fmla="*/ 35112 h 90014"/>
                <a:gd name="connsiteX9" fmla="*/ 42173 w 84362"/>
                <a:gd name="connsiteY9" fmla="*/ 28728 h 90014"/>
                <a:gd name="connsiteX10" fmla="*/ 35783 w 84362"/>
                <a:gd name="connsiteY10" fmla="*/ 22344 h 90014"/>
                <a:gd name="connsiteX11" fmla="*/ 27476 w 84362"/>
                <a:gd name="connsiteY11" fmla="*/ 22344 h 90014"/>
                <a:gd name="connsiteX12" fmla="*/ 67733 w 84362"/>
                <a:gd name="connsiteY12" fmla="*/ 33197 h 90014"/>
                <a:gd name="connsiteX13" fmla="*/ 56871 w 84362"/>
                <a:gd name="connsiteY13" fmla="*/ 73416 h 90014"/>
                <a:gd name="connsiteX14" fmla="*/ 16614 w 84362"/>
                <a:gd name="connsiteY14" fmla="*/ 62563 h 90014"/>
                <a:gd name="connsiteX15" fmla="*/ 12780 w 84362"/>
                <a:gd name="connsiteY15" fmla="*/ 47880 h 90014"/>
                <a:gd name="connsiteX16" fmla="*/ 6390 w 84362"/>
                <a:gd name="connsiteY16" fmla="*/ 41496 h 90014"/>
                <a:gd name="connsiteX17" fmla="*/ 0 w 84362"/>
                <a:gd name="connsiteY17" fmla="*/ 47880 h 90014"/>
                <a:gd name="connsiteX18" fmla="*/ 42173 w 84362"/>
                <a:gd name="connsiteY18" fmla="*/ 90014 h 90014"/>
                <a:gd name="connsiteX19" fmla="*/ 84347 w 84362"/>
                <a:gd name="connsiteY19" fmla="*/ 47880 h 90014"/>
                <a:gd name="connsiteX20" fmla="*/ 42173 w 84362"/>
                <a:gd name="connsiteY20" fmla="*/ 5746 h 90014"/>
                <a:gd name="connsiteX21" fmla="*/ 42173 w 84362"/>
                <a:gd name="connsiteY21" fmla="*/ 5746 h 90014"/>
                <a:gd name="connsiteX22" fmla="*/ 42173 w 84362"/>
                <a:gd name="connsiteY22" fmla="*/ 5746 h 9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4362" h="90014">
                  <a:moveTo>
                    <a:pt x="42173" y="5746"/>
                  </a:moveTo>
                  <a:cubicBezTo>
                    <a:pt x="33866" y="5746"/>
                    <a:pt x="26199" y="8299"/>
                    <a:pt x="19170" y="12768"/>
                  </a:cubicBezTo>
                  <a:lnTo>
                    <a:pt x="19170" y="6384"/>
                  </a:lnTo>
                  <a:cubicBezTo>
                    <a:pt x="19170" y="2554"/>
                    <a:pt x="16614" y="0"/>
                    <a:pt x="12780" y="0"/>
                  </a:cubicBezTo>
                  <a:cubicBezTo>
                    <a:pt x="8946" y="0"/>
                    <a:pt x="6390" y="2554"/>
                    <a:pt x="6390" y="6384"/>
                  </a:cubicBezTo>
                  <a:lnTo>
                    <a:pt x="6390" y="28728"/>
                  </a:lnTo>
                  <a:lnTo>
                    <a:pt x="6390" y="28728"/>
                  </a:lnTo>
                  <a:cubicBezTo>
                    <a:pt x="6390" y="32558"/>
                    <a:pt x="8946" y="35112"/>
                    <a:pt x="12780" y="35112"/>
                  </a:cubicBezTo>
                  <a:lnTo>
                    <a:pt x="35783" y="35112"/>
                  </a:lnTo>
                  <a:cubicBezTo>
                    <a:pt x="39617" y="35112"/>
                    <a:pt x="42173" y="32558"/>
                    <a:pt x="42173" y="28728"/>
                  </a:cubicBezTo>
                  <a:cubicBezTo>
                    <a:pt x="42173" y="24898"/>
                    <a:pt x="39617" y="22344"/>
                    <a:pt x="35783" y="22344"/>
                  </a:cubicBezTo>
                  <a:lnTo>
                    <a:pt x="27476" y="22344"/>
                  </a:lnTo>
                  <a:cubicBezTo>
                    <a:pt x="41535" y="14045"/>
                    <a:pt x="59426" y="19152"/>
                    <a:pt x="67733" y="33197"/>
                  </a:cubicBezTo>
                  <a:cubicBezTo>
                    <a:pt x="76040" y="47242"/>
                    <a:pt x="70928" y="65117"/>
                    <a:pt x="56871" y="73416"/>
                  </a:cubicBezTo>
                  <a:cubicBezTo>
                    <a:pt x="42812" y="81715"/>
                    <a:pt x="24921" y="76608"/>
                    <a:pt x="16614" y="62563"/>
                  </a:cubicBezTo>
                  <a:cubicBezTo>
                    <a:pt x="14058" y="58094"/>
                    <a:pt x="12780" y="52987"/>
                    <a:pt x="12780" y="47880"/>
                  </a:cubicBezTo>
                  <a:cubicBezTo>
                    <a:pt x="12780" y="44050"/>
                    <a:pt x="10224" y="41496"/>
                    <a:pt x="6390" y="41496"/>
                  </a:cubicBezTo>
                  <a:cubicBezTo>
                    <a:pt x="2556" y="41496"/>
                    <a:pt x="0" y="44050"/>
                    <a:pt x="0" y="47880"/>
                  </a:cubicBezTo>
                  <a:cubicBezTo>
                    <a:pt x="0" y="71501"/>
                    <a:pt x="19170" y="90014"/>
                    <a:pt x="42173" y="90014"/>
                  </a:cubicBezTo>
                  <a:cubicBezTo>
                    <a:pt x="65816" y="90014"/>
                    <a:pt x="84347" y="70862"/>
                    <a:pt x="84347" y="47880"/>
                  </a:cubicBezTo>
                  <a:cubicBezTo>
                    <a:pt x="84986" y="24898"/>
                    <a:pt x="65816" y="5746"/>
                    <a:pt x="42173" y="5746"/>
                  </a:cubicBezTo>
                  <a:cubicBezTo>
                    <a:pt x="42173" y="5746"/>
                    <a:pt x="42173" y="5746"/>
                    <a:pt x="42173" y="5746"/>
                  </a:cubicBezTo>
                  <a:lnTo>
                    <a:pt x="42173" y="5746"/>
                  </a:lnTo>
                  <a:close/>
                </a:path>
              </a:pathLst>
            </a:custGeom>
            <a:solidFill>
              <a:srgbClr val="007680"/>
            </a:solidFill>
            <a:ln w="6390" cap="flat">
              <a:noFill/>
              <a:prstDash val="solid"/>
              <a:miter/>
            </a:ln>
          </p:spPr>
          <p:txBody>
            <a:bodyPr rtlCol="0" anchor="ctr"/>
            <a:lstStyle/>
            <a:p>
              <a:endParaRPr lang="en-US"/>
            </a:p>
          </p:txBody>
        </p:sp>
      </p:grpSp>
      <p:grpSp>
        <p:nvGrpSpPr>
          <p:cNvPr id="407" name="Graphic 4">
            <a:extLst>
              <a:ext uri="{FF2B5EF4-FFF2-40B4-BE49-F238E27FC236}">
                <a16:creationId xmlns:a16="http://schemas.microsoft.com/office/drawing/2014/main" id="{70C3DE19-0910-9B44-AECB-86EB0F87458B}"/>
              </a:ext>
            </a:extLst>
          </p:cNvPr>
          <p:cNvGrpSpPr/>
          <p:nvPr/>
        </p:nvGrpSpPr>
        <p:grpSpPr>
          <a:xfrm>
            <a:off x="7801474" y="3339623"/>
            <a:ext cx="362309" cy="361971"/>
            <a:chOff x="7801474" y="3339623"/>
            <a:chExt cx="362309" cy="361971"/>
          </a:xfrm>
          <a:solidFill>
            <a:srgbClr val="007680"/>
          </a:solidFill>
        </p:grpSpPr>
        <p:sp>
          <p:nvSpPr>
            <p:cNvPr id="408" name="Graphic 4">
              <a:extLst>
                <a:ext uri="{FF2B5EF4-FFF2-40B4-BE49-F238E27FC236}">
                  <a16:creationId xmlns:a16="http://schemas.microsoft.com/office/drawing/2014/main" id="{49EBD44A-8A6E-B644-84C1-A3434FA45C6F}"/>
                </a:ext>
              </a:extLst>
            </p:cNvPr>
            <p:cNvSpPr/>
            <p:nvPr/>
          </p:nvSpPr>
          <p:spPr>
            <a:xfrm>
              <a:off x="7801474" y="33396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409" name="Graphic 4">
              <a:extLst>
                <a:ext uri="{FF2B5EF4-FFF2-40B4-BE49-F238E27FC236}">
                  <a16:creationId xmlns:a16="http://schemas.microsoft.com/office/drawing/2014/main" id="{4D90A197-9F3D-404B-AC37-3E783E236C38}"/>
                </a:ext>
              </a:extLst>
            </p:cNvPr>
            <p:cNvSpPr/>
            <p:nvPr/>
          </p:nvSpPr>
          <p:spPr>
            <a:xfrm>
              <a:off x="7880458" y="3425807"/>
              <a:ext cx="204728" cy="202372"/>
            </a:xfrm>
            <a:custGeom>
              <a:avLst/>
              <a:gdLst>
                <a:gd name="connsiteX0" fmla="*/ 198339 w 204728"/>
                <a:gd name="connsiteY0" fmla="*/ 0 h 202372"/>
                <a:gd name="connsiteX1" fmla="*/ 6641 w 204728"/>
                <a:gd name="connsiteY1" fmla="*/ 0 h 202372"/>
                <a:gd name="connsiteX2" fmla="*/ 1529 w 204728"/>
                <a:gd name="connsiteY2" fmla="*/ 1915 h 202372"/>
                <a:gd name="connsiteX3" fmla="*/ 251 w 204728"/>
                <a:gd name="connsiteY3" fmla="*/ 7022 h 202372"/>
                <a:gd name="connsiteX4" fmla="*/ 31561 w 204728"/>
                <a:gd name="connsiteY4" fmla="*/ 197265 h 202372"/>
                <a:gd name="connsiteX5" fmla="*/ 37951 w 204728"/>
                <a:gd name="connsiteY5" fmla="*/ 202372 h 202372"/>
                <a:gd name="connsiteX6" fmla="*/ 167028 w 204728"/>
                <a:gd name="connsiteY6" fmla="*/ 202372 h 202372"/>
                <a:gd name="connsiteX7" fmla="*/ 173418 w 204728"/>
                <a:gd name="connsiteY7" fmla="*/ 197265 h 202372"/>
                <a:gd name="connsiteX8" fmla="*/ 204729 w 204728"/>
                <a:gd name="connsiteY8" fmla="*/ 7022 h 202372"/>
                <a:gd name="connsiteX9" fmla="*/ 203450 w 204728"/>
                <a:gd name="connsiteY9" fmla="*/ 1915 h 202372"/>
                <a:gd name="connsiteX10" fmla="*/ 198339 w 204728"/>
                <a:gd name="connsiteY10" fmla="*/ 0 h 202372"/>
                <a:gd name="connsiteX11" fmla="*/ 161277 w 204728"/>
                <a:gd name="connsiteY11" fmla="*/ 190243 h 202372"/>
                <a:gd name="connsiteX12" fmla="*/ 43063 w 204728"/>
                <a:gd name="connsiteY12" fmla="*/ 190243 h 202372"/>
                <a:gd name="connsiteX13" fmla="*/ 14309 w 204728"/>
                <a:gd name="connsiteY13" fmla="*/ 12768 h 202372"/>
                <a:gd name="connsiteX14" fmla="*/ 190671 w 204728"/>
                <a:gd name="connsiteY14" fmla="*/ 12768 h 202372"/>
                <a:gd name="connsiteX15" fmla="*/ 161277 w 204728"/>
                <a:gd name="connsiteY15" fmla="*/ 190243 h 20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4728" h="202372">
                  <a:moveTo>
                    <a:pt x="198339" y="0"/>
                  </a:moveTo>
                  <a:lnTo>
                    <a:pt x="6641" y="0"/>
                  </a:lnTo>
                  <a:cubicBezTo>
                    <a:pt x="4724" y="0"/>
                    <a:pt x="2806" y="638"/>
                    <a:pt x="1529" y="1915"/>
                  </a:cubicBezTo>
                  <a:cubicBezTo>
                    <a:pt x="251" y="3192"/>
                    <a:pt x="-389" y="5107"/>
                    <a:pt x="251" y="7022"/>
                  </a:cubicBezTo>
                  <a:lnTo>
                    <a:pt x="31561" y="197265"/>
                  </a:lnTo>
                  <a:cubicBezTo>
                    <a:pt x="32201" y="200457"/>
                    <a:pt x="34756" y="202372"/>
                    <a:pt x="37951" y="202372"/>
                  </a:cubicBezTo>
                  <a:lnTo>
                    <a:pt x="167028" y="202372"/>
                  </a:lnTo>
                  <a:cubicBezTo>
                    <a:pt x="170223" y="202372"/>
                    <a:pt x="172779" y="199819"/>
                    <a:pt x="173418" y="197265"/>
                  </a:cubicBezTo>
                  <a:lnTo>
                    <a:pt x="204729" y="7022"/>
                  </a:lnTo>
                  <a:cubicBezTo>
                    <a:pt x="204729" y="5107"/>
                    <a:pt x="204729" y="3192"/>
                    <a:pt x="203450" y="1915"/>
                  </a:cubicBezTo>
                  <a:cubicBezTo>
                    <a:pt x="201534" y="638"/>
                    <a:pt x="199617" y="0"/>
                    <a:pt x="198339" y="0"/>
                  </a:cubicBezTo>
                  <a:close/>
                  <a:moveTo>
                    <a:pt x="161277" y="190243"/>
                  </a:moveTo>
                  <a:lnTo>
                    <a:pt x="43063" y="190243"/>
                  </a:lnTo>
                  <a:lnTo>
                    <a:pt x="14309" y="12768"/>
                  </a:lnTo>
                  <a:lnTo>
                    <a:pt x="190671" y="12768"/>
                  </a:lnTo>
                  <a:lnTo>
                    <a:pt x="161277" y="190243"/>
                  </a:lnTo>
                  <a:close/>
                </a:path>
              </a:pathLst>
            </a:custGeom>
            <a:solidFill>
              <a:srgbClr val="007680"/>
            </a:solidFill>
            <a:ln w="6390" cap="flat">
              <a:noFill/>
              <a:prstDash val="solid"/>
              <a:miter/>
            </a:ln>
          </p:spPr>
          <p:txBody>
            <a:bodyPr rtlCol="0" anchor="ctr"/>
            <a:lstStyle/>
            <a:p>
              <a:endParaRPr lang="en-US"/>
            </a:p>
          </p:txBody>
        </p:sp>
        <p:sp>
          <p:nvSpPr>
            <p:cNvPr id="410" name="Graphic 4">
              <a:extLst>
                <a:ext uri="{FF2B5EF4-FFF2-40B4-BE49-F238E27FC236}">
                  <a16:creationId xmlns:a16="http://schemas.microsoft.com/office/drawing/2014/main" id="{4E95A84B-1BBB-554A-951A-C51EA1E3191D}"/>
                </a:ext>
              </a:extLst>
            </p:cNvPr>
            <p:cNvSpPr/>
            <p:nvPr/>
          </p:nvSpPr>
          <p:spPr>
            <a:xfrm>
              <a:off x="7933069" y="3450066"/>
              <a:ext cx="99118" cy="36388"/>
            </a:xfrm>
            <a:custGeom>
              <a:avLst/>
              <a:gdLst>
                <a:gd name="connsiteX0" fmla="*/ 17290 w 99118"/>
                <a:gd name="connsiteY0" fmla="*/ 36389 h 36388"/>
                <a:gd name="connsiteX1" fmla="*/ 81829 w 99118"/>
                <a:gd name="connsiteY1" fmla="*/ 36389 h 36388"/>
                <a:gd name="connsiteX2" fmla="*/ 99081 w 99118"/>
                <a:gd name="connsiteY2" fmla="*/ 17237 h 36388"/>
                <a:gd name="connsiteX3" fmla="*/ 81829 w 99118"/>
                <a:gd name="connsiteY3" fmla="*/ 0 h 36388"/>
                <a:gd name="connsiteX4" fmla="*/ 17290 w 99118"/>
                <a:gd name="connsiteY4" fmla="*/ 0 h 36388"/>
                <a:gd name="connsiteX5" fmla="*/ 37 w 99118"/>
                <a:gd name="connsiteY5" fmla="*/ 19152 h 36388"/>
                <a:gd name="connsiteX6" fmla="*/ 17290 w 99118"/>
                <a:gd name="connsiteY6" fmla="*/ 36389 h 36388"/>
                <a:gd name="connsiteX7" fmla="*/ 17290 w 99118"/>
                <a:gd name="connsiteY7" fmla="*/ 12768 h 36388"/>
                <a:gd name="connsiteX8" fmla="*/ 81829 w 99118"/>
                <a:gd name="connsiteY8" fmla="*/ 12768 h 36388"/>
                <a:gd name="connsiteX9" fmla="*/ 86940 w 99118"/>
                <a:gd name="connsiteY9" fmla="*/ 19152 h 36388"/>
                <a:gd name="connsiteX10" fmla="*/ 81829 w 99118"/>
                <a:gd name="connsiteY10" fmla="*/ 24259 h 36388"/>
                <a:gd name="connsiteX11" fmla="*/ 17290 w 99118"/>
                <a:gd name="connsiteY11" fmla="*/ 24259 h 36388"/>
                <a:gd name="connsiteX12" fmla="*/ 12178 w 99118"/>
                <a:gd name="connsiteY12" fmla="*/ 17875 h 36388"/>
                <a:gd name="connsiteX13" fmla="*/ 17290 w 99118"/>
                <a:gd name="connsiteY13" fmla="*/ 12768 h 36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118" h="36388">
                  <a:moveTo>
                    <a:pt x="17290" y="36389"/>
                  </a:moveTo>
                  <a:lnTo>
                    <a:pt x="81829" y="36389"/>
                  </a:lnTo>
                  <a:cubicBezTo>
                    <a:pt x="92052" y="35751"/>
                    <a:pt x="99720" y="26813"/>
                    <a:pt x="99081" y="17237"/>
                  </a:cubicBezTo>
                  <a:cubicBezTo>
                    <a:pt x="98442" y="7661"/>
                    <a:pt x="91414" y="639"/>
                    <a:pt x="81829" y="0"/>
                  </a:cubicBezTo>
                  <a:lnTo>
                    <a:pt x="17290" y="0"/>
                  </a:lnTo>
                  <a:cubicBezTo>
                    <a:pt x="7066" y="639"/>
                    <a:pt x="-602" y="9576"/>
                    <a:pt x="37" y="19152"/>
                  </a:cubicBezTo>
                  <a:cubicBezTo>
                    <a:pt x="676" y="28728"/>
                    <a:pt x="8344" y="35751"/>
                    <a:pt x="17290" y="36389"/>
                  </a:cubicBezTo>
                  <a:close/>
                  <a:moveTo>
                    <a:pt x="17290" y="12768"/>
                  </a:moveTo>
                  <a:lnTo>
                    <a:pt x="81829" y="12768"/>
                  </a:lnTo>
                  <a:cubicBezTo>
                    <a:pt x="85024" y="13407"/>
                    <a:pt x="86940" y="15960"/>
                    <a:pt x="86940" y="19152"/>
                  </a:cubicBezTo>
                  <a:cubicBezTo>
                    <a:pt x="86940" y="21706"/>
                    <a:pt x="84384" y="23621"/>
                    <a:pt x="81829" y="24259"/>
                  </a:cubicBezTo>
                  <a:lnTo>
                    <a:pt x="17290" y="24259"/>
                  </a:lnTo>
                  <a:cubicBezTo>
                    <a:pt x="14095" y="23621"/>
                    <a:pt x="12178" y="21067"/>
                    <a:pt x="12178" y="17875"/>
                  </a:cubicBezTo>
                  <a:cubicBezTo>
                    <a:pt x="12817" y="14683"/>
                    <a:pt x="14734" y="12768"/>
                    <a:pt x="17290" y="12768"/>
                  </a:cubicBezTo>
                  <a:close/>
                </a:path>
              </a:pathLst>
            </a:custGeom>
            <a:solidFill>
              <a:srgbClr val="007680"/>
            </a:solidFill>
            <a:ln w="6390" cap="flat">
              <a:noFill/>
              <a:prstDash val="solid"/>
              <a:miter/>
            </a:ln>
          </p:spPr>
          <p:txBody>
            <a:bodyPr rtlCol="0" anchor="ctr"/>
            <a:lstStyle/>
            <a:p>
              <a:endParaRPr lang="en-US"/>
            </a:p>
          </p:txBody>
        </p:sp>
        <p:sp>
          <p:nvSpPr>
            <p:cNvPr id="411" name="Graphic 4">
              <a:extLst>
                <a:ext uri="{FF2B5EF4-FFF2-40B4-BE49-F238E27FC236}">
                  <a16:creationId xmlns:a16="http://schemas.microsoft.com/office/drawing/2014/main" id="{CE5D782B-FC11-CF42-A9C3-36FEF0ED8F3C}"/>
                </a:ext>
              </a:extLst>
            </p:cNvPr>
            <p:cNvSpPr/>
            <p:nvPr/>
          </p:nvSpPr>
          <p:spPr>
            <a:xfrm>
              <a:off x="7936940" y="3508799"/>
              <a:ext cx="87557" cy="94482"/>
            </a:xfrm>
            <a:custGeom>
              <a:avLst/>
              <a:gdLst>
                <a:gd name="connsiteX0" fmla="*/ 44091 w 87557"/>
                <a:gd name="connsiteY0" fmla="*/ 5746 h 94482"/>
                <a:gd name="connsiteX1" fmla="*/ 19809 w 87557"/>
                <a:gd name="connsiteY1" fmla="*/ 13406 h 94482"/>
                <a:gd name="connsiteX2" fmla="*/ 19809 w 87557"/>
                <a:gd name="connsiteY2" fmla="*/ 6384 h 94482"/>
                <a:gd name="connsiteX3" fmla="*/ 13419 w 87557"/>
                <a:gd name="connsiteY3" fmla="*/ 0 h 94482"/>
                <a:gd name="connsiteX4" fmla="*/ 7029 w 87557"/>
                <a:gd name="connsiteY4" fmla="*/ 6384 h 94482"/>
                <a:gd name="connsiteX5" fmla="*/ 7029 w 87557"/>
                <a:gd name="connsiteY5" fmla="*/ 30005 h 94482"/>
                <a:gd name="connsiteX6" fmla="*/ 7029 w 87557"/>
                <a:gd name="connsiteY6" fmla="*/ 30005 h 94482"/>
                <a:gd name="connsiteX7" fmla="*/ 13419 w 87557"/>
                <a:gd name="connsiteY7" fmla="*/ 36389 h 94482"/>
                <a:gd name="connsiteX8" fmla="*/ 37062 w 87557"/>
                <a:gd name="connsiteY8" fmla="*/ 36389 h 94482"/>
                <a:gd name="connsiteX9" fmla="*/ 43452 w 87557"/>
                <a:gd name="connsiteY9" fmla="*/ 30005 h 94482"/>
                <a:gd name="connsiteX10" fmla="*/ 37062 w 87557"/>
                <a:gd name="connsiteY10" fmla="*/ 23621 h 94482"/>
                <a:gd name="connsiteX11" fmla="*/ 27477 w 87557"/>
                <a:gd name="connsiteY11" fmla="*/ 23621 h 94482"/>
                <a:gd name="connsiteX12" fmla="*/ 43452 w 87557"/>
                <a:gd name="connsiteY12" fmla="*/ 19152 h 94482"/>
                <a:gd name="connsiteX13" fmla="*/ 74763 w 87557"/>
                <a:gd name="connsiteY13" fmla="*/ 49795 h 94482"/>
                <a:gd name="connsiteX14" fmla="*/ 44091 w 87557"/>
                <a:gd name="connsiteY14" fmla="*/ 81077 h 94482"/>
                <a:gd name="connsiteX15" fmla="*/ 12780 w 87557"/>
                <a:gd name="connsiteY15" fmla="*/ 50434 h 94482"/>
                <a:gd name="connsiteX16" fmla="*/ 12780 w 87557"/>
                <a:gd name="connsiteY16" fmla="*/ 50434 h 94482"/>
                <a:gd name="connsiteX17" fmla="*/ 6390 w 87557"/>
                <a:gd name="connsiteY17" fmla="*/ 44050 h 94482"/>
                <a:gd name="connsiteX18" fmla="*/ 0 w 87557"/>
                <a:gd name="connsiteY18" fmla="*/ 50434 h 94482"/>
                <a:gd name="connsiteX19" fmla="*/ 43452 w 87557"/>
                <a:gd name="connsiteY19" fmla="*/ 94483 h 94482"/>
                <a:gd name="connsiteX20" fmla="*/ 87543 w 87557"/>
                <a:gd name="connsiteY20" fmla="*/ 51072 h 94482"/>
                <a:gd name="connsiteX21" fmla="*/ 44091 w 87557"/>
                <a:gd name="connsiteY21" fmla="*/ 5746 h 94482"/>
                <a:gd name="connsiteX22" fmla="*/ 44091 w 87557"/>
                <a:gd name="connsiteY22" fmla="*/ 5746 h 94482"/>
                <a:gd name="connsiteX23" fmla="*/ 44091 w 87557"/>
                <a:gd name="connsiteY23" fmla="*/ 5746 h 94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7557" h="94482">
                  <a:moveTo>
                    <a:pt x="44091" y="5746"/>
                  </a:moveTo>
                  <a:cubicBezTo>
                    <a:pt x="35145" y="5746"/>
                    <a:pt x="26838" y="8299"/>
                    <a:pt x="19809" y="13406"/>
                  </a:cubicBezTo>
                  <a:lnTo>
                    <a:pt x="19809" y="6384"/>
                  </a:lnTo>
                  <a:cubicBezTo>
                    <a:pt x="19809" y="2554"/>
                    <a:pt x="17253" y="0"/>
                    <a:pt x="13419" y="0"/>
                  </a:cubicBezTo>
                  <a:cubicBezTo>
                    <a:pt x="9585" y="0"/>
                    <a:pt x="7029" y="2554"/>
                    <a:pt x="7029" y="6384"/>
                  </a:cubicBezTo>
                  <a:lnTo>
                    <a:pt x="7029" y="30005"/>
                  </a:lnTo>
                  <a:lnTo>
                    <a:pt x="7029" y="30005"/>
                  </a:lnTo>
                  <a:cubicBezTo>
                    <a:pt x="7029" y="33835"/>
                    <a:pt x="9585" y="36389"/>
                    <a:pt x="13419" y="36389"/>
                  </a:cubicBezTo>
                  <a:lnTo>
                    <a:pt x="37062" y="36389"/>
                  </a:lnTo>
                  <a:cubicBezTo>
                    <a:pt x="40896" y="36389"/>
                    <a:pt x="43452" y="33835"/>
                    <a:pt x="43452" y="30005"/>
                  </a:cubicBezTo>
                  <a:cubicBezTo>
                    <a:pt x="43452" y="26174"/>
                    <a:pt x="40896" y="23621"/>
                    <a:pt x="37062" y="23621"/>
                  </a:cubicBezTo>
                  <a:lnTo>
                    <a:pt x="27477" y="23621"/>
                  </a:lnTo>
                  <a:cubicBezTo>
                    <a:pt x="32589" y="20429"/>
                    <a:pt x="37701" y="19152"/>
                    <a:pt x="43452" y="19152"/>
                  </a:cubicBezTo>
                  <a:cubicBezTo>
                    <a:pt x="60704" y="19152"/>
                    <a:pt x="74763" y="33197"/>
                    <a:pt x="74763" y="49795"/>
                  </a:cubicBezTo>
                  <a:cubicBezTo>
                    <a:pt x="74763" y="67032"/>
                    <a:pt x="60704" y="81077"/>
                    <a:pt x="44091" y="81077"/>
                  </a:cubicBezTo>
                  <a:cubicBezTo>
                    <a:pt x="26838" y="81077"/>
                    <a:pt x="12780" y="67032"/>
                    <a:pt x="12780" y="50434"/>
                  </a:cubicBezTo>
                  <a:cubicBezTo>
                    <a:pt x="12780" y="50434"/>
                    <a:pt x="12780" y="50434"/>
                    <a:pt x="12780" y="50434"/>
                  </a:cubicBezTo>
                  <a:cubicBezTo>
                    <a:pt x="12780" y="46603"/>
                    <a:pt x="10224" y="44050"/>
                    <a:pt x="6390" y="44050"/>
                  </a:cubicBezTo>
                  <a:cubicBezTo>
                    <a:pt x="2556" y="44050"/>
                    <a:pt x="0" y="46603"/>
                    <a:pt x="0" y="50434"/>
                  </a:cubicBezTo>
                  <a:cubicBezTo>
                    <a:pt x="0" y="74693"/>
                    <a:pt x="19809" y="94483"/>
                    <a:pt x="43452" y="94483"/>
                  </a:cubicBezTo>
                  <a:cubicBezTo>
                    <a:pt x="67733" y="94483"/>
                    <a:pt x="87543" y="74693"/>
                    <a:pt x="87543" y="51072"/>
                  </a:cubicBezTo>
                  <a:cubicBezTo>
                    <a:pt x="88181" y="25536"/>
                    <a:pt x="68373" y="6384"/>
                    <a:pt x="44091" y="5746"/>
                  </a:cubicBezTo>
                  <a:cubicBezTo>
                    <a:pt x="44091" y="6384"/>
                    <a:pt x="44091" y="6384"/>
                    <a:pt x="44091" y="5746"/>
                  </a:cubicBezTo>
                  <a:lnTo>
                    <a:pt x="44091" y="5746"/>
                  </a:lnTo>
                  <a:close/>
                </a:path>
              </a:pathLst>
            </a:custGeom>
            <a:solidFill>
              <a:srgbClr val="007680"/>
            </a:solidFill>
            <a:ln w="6390" cap="flat">
              <a:noFill/>
              <a:prstDash val="solid"/>
              <a:miter/>
            </a:ln>
          </p:spPr>
          <p:txBody>
            <a:bodyPr rtlCol="0" anchor="ctr"/>
            <a:lstStyle/>
            <a:p>
              <a:endParaRPr lang="en-US"/>
            </a:p>
          </p:txBody>
        </p:sp>
      </p:grpSp>
      <p:grpSp>
        <p:nvGrpSpPr>
          <p:cNvPr id="412" name="Graphic 4">
            <a:extLst>
              <a:ext uri="{FF2B5EF4-FFF2-40B4-BE49-F238E27FC236}">
                <a16:creationId xmlns:a16="http://schemas.microsoft.com/office/drawing/2014/main" id="{54A051B3-2960-BE44-823A-0FC0E9CCF711}"/>
              </a:ext>
            </a:extLst>
          </p:cNvPr>
          <p:cNvGrpSpPr/>
          <p:nvPr/>
        </p:nvGrpSpPr>
        <p:grpSpPr>
          <a:xfrm>
            <a:off x="7801474" y="3824168"/>
            <a:ext cx="362309" cy="361971"/>
            <a:chOff x="7801474" y="3824168"/>
            <a:chExt cx="362309" cy="361971"/>
          </a:xfrm>
          <a:solidFill>
            <a:srgbClr val="007680"/>
          </a:solidFill>
        </p:grpSpPr>
        <p:sp>
          <p:nvSpPr>
            <p:cNvPr id="413" name="Graphic 4">
              <a:extLst>
                <a:ext uri="{FF2B5EF4-FFF2-40B4-BE49-F238E27FC236}">
                  <a16:creationId xmlns:a16="http://schemas.microsoft.com/office/drawing/2014/main" id="{689A9780-3F5D-FE49-ADFB-8BD86DFD21E0}"/>
                </a:ext>
              </a:extLst>
            </p:cNvPr>
            <p:cNvSpPr/>
            <p:nvPr/>
          </p:nvSpPr>
          <p:spPr>
            <a:xfrm>
              <a:off x="7801474" y="3824168"/>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895"/>
                    <a:pt x="81152" y="361971"/>
                    <a:pt x="180835" y="361971"/>
                  </a:cubicBezTo>
                  <a:cubicBezTo>
                    <a:pt x="281157" y="361971"/>
                    <a:pt x="362309" y="280895"/>
                    <a:pt x="362309" y="181305"/>
                  </a:cubicBezTo>
                  <a:cubicBezTo>
                    <a:pt x="362309" y="181305"/>
                    <a:pt x="362309" y="181305"/>
                    <a:pt x="362309" y="181305"/>
                  </a:cubicBezTo>
                  <a:cubicBezTo>
                    <a:pt x="362309" y="81076"/>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414" name="Graphic 4">
              <a:extLst>
                <a:ext uri="{FF2B5EF4-FFF2-40B4-BE49-F238E27FC236}">
                  <a16:creationId xmlns:a16="http://schemas.microsoft.com/office/drawing/2014/main" id="{567591D8-BC3D-3C4B-A134-E1839553D7E5}"/>
                </a:ext>
              </a:extLst>
            </p:cNvPr>
            <p:cNvSpPr/>
            <p:nvPr/>
          </p:nvSpPr>
          <p:spPr>
            <a:xfrm>
              <a:off x="7892110" y="3895030"/>
              <a:ext cx="181065" cy="219609"/>
            </a:xfrm>
            <a:custGeom>
              <a:avLst/>
              <a:gdLst>
                <a:gd name="connsiteX0" fmla="*/ 137485 w 181065"/>
                <a:gd name="connsiteY0" fmla="*/ 45965 h 219609"/>
                <a:gd name="connsiteX1" fmla="*/ 146431 w 181065"/>
                <a:gd name="connsiteY1" fmla="*/ 6384 h 219609"/>
                <a:gd name="connsiteX2" fmla="*/ 144514 w 181065"/>
                <a:gd name="connsiteY2" fmla="*/ 1915 h 219609"/>
                <a:gd name="connsiteX3" fmla="*/ 140041 w 181065"/>
                <a:gd name="connsiteY3" fmla="*/ 0 h 219609"/>
                <a:gd name="connsiteX4" fmla="*/ 41636 w 181065"/>
                <a:gd name="connsiteY4" fmla="*/ 0 h 219609"/>
                <a:gd name="connsiteX5" fmla="*/ 37163 w 181065"/>
                <a:gd name="connsiteY5" fmla="*/ 1915 h 219609"/>
                <a:gd name="connsiteX6" fmla="*/ 35246 w 181065"/>
                <a:gd name="connsiteY6" fmla="*/ 7022 h 219609"/>
                <a:gd name="connsiteX7" fmla="*/ 44831 w 181065"/>
                <a:gd name="connsiteY7" fmla="*/ 45326 h 219609"/>
                <a:gd name="connsiteX8" fmla="*/ 5213 w 181065"/>
                <a:gd name="connsiteY8" fmla="*/ 120019 h 219609"/>
                <a:gd name="connsiteX9" fmla="*/ 740 w 181065"/>
                <a:gd name="connsiteY9" fmla="*/ 213863 h 219609"/>
                <a:gd name="connsiteX10" fmla="*/ 7130 w 181065"/>
                <a:gd name="connsiteY10" fmla="*/ 219609 h 219609"/>
                <a:gd name="connsiteX11" fmla="*/ 172629 w 181065"/>
                <a:gd name="connsiteY11" fmla="*/ 219609 h 219609"/>
                <a:gd name="connsiteX12" fmla="*/ 179019 w 181065"/>
                <a:gd name="connsiteY12" fmla="*/ 213863 h 219609"/>
                <a:gd name="connsiteX13" fmla="*/ 177742 w 181065"/>
                <a:gd name="connsiteY13" fmla="*/ 120019 h 219609"/>
                <a:gd name="connsiteX14" fmla="*/ 137485 w 181065"/>
                <a:gd name="connsiteY14" fmla="*/ 45965 h 219609"/>
                <a:gd name="connsiteX15" fmla="*/ 133012 w 181065"/>
                <a:gd name="connsiteY15" fmla="*/ 12768 h 219609"/>
                <a:gd name="connsiteX16" fmla="*/ 121510 w 181065"/>
                <a:gd name="connsiteY16" fmla="*/ 44688 h 219609"/>
                <a:gd name="connsiteX17" fmla="*/ 85088 w 181065"/>
                <a:gd name="connsiteY17" fmla="*/ 44688 h 219609"/>
                <a:gd name="connsiteX18" fmla="*/ 76780 w 181065"/>
                <a:gd name="connsiteY18" fmla="*/ 25536 h 219609"/>
                <a:gd name="connsiteX19" fmla="*/ 69113 w 181065"/>
                <a:gd name="connsiteY19" fmla="*/ 21067 h 219609"/>
                <a:gd name="connsiteX20" fmla="*/ 69113 w 181065"/>
                <a:gd name="connsiteY20" fmla="*/ 21067 h 219609"/>
                <a:gd name="connsiteX21" fmla="*/ 64639 w 181065"/>
                <a:gd name="connsiteY21" fmla="*/ 28728 h 219609"/>
                <a:gd name="connsiteX22" fmla="*/ 70390 w 181065"/>
                <a:gd name="connsiteY22" fmla="*/ 45326 h 219609"/>
                <a:gd name="connsiteX23" fmla="*/ 61444 w 181065"/>
                <a:gd name="connsiteY23" fmla="*/ 45326 h 219609"/>
                <a:gd name="connsiteX24" fmla="*/ 49943 w 181065"/>
                <a:gd name="connsiteY24" fmla="*/ 13406 h 219609"/>
                <a:gd name="connsiteX25" fmla="*/ 133012 w 181065"/>
                <a:gd name="connsiteY25" fmla="*/ 12768 h 219609"/>
                <a:gd name="connsiteX26" fmla="*/ 166878 w 181065"/>
                <a:gd name="connsiteY26" fmla="*/ 207479 h 219609"/>
                <a:gd name="connsiteX27" fmla="*/ 13520 w 181065"/>
                <a:gd name="connsiteY27" fmla="*/ 207479 h 219609"/>
                <a:gd name="connsiteX28" fmla="*/ 17993 w 181065"/>
                <a:gd name="connsiteY28" fmla="*/ 122573 h 219609"/>
                <a:gd name="connsiteX29" fmla="*/ 48026 w 181065"/>
                <a:gd name="connsiteY29" fmla="*/ 58094 h 219609"/>
                <a:gd name="connsiteX30" fmla="*/ 131734 w 181065"/>
                <a:gd name="connsiteY30" fmla="*/ 58094 h 219609"/>
                <a:gd name="connsiteX31" fmla="*/ 164962 w 181065"/>
                <a:gd name="connsiteY31" fmla="*/ 123211 h 219609"/>
                <a:gd name="connsiteX32" fmla="*/ 166878 w 181065"/>
                <a:gd name="connsiteY32" fmla="*/ 207479 h 219609"/>
                <a:gd name="connsiteX33" fmla="*/ 166878 w 181065"/>
                <a:gd name="connsiteY33" fmla="*/ 207479 h 219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81065" h="219609">
                  <a:moveTo>
                    <a:pt x="137485" y="45965"/>
                  </a:moveTo>
                  <a:cubicBezTo>
                    <a:pt x="143236" y="33835"/>
                    <a:pt x="145792" y="20429"/>
                    <a:pt x="146431" y="6384"/>
                  </a:cubicBezTo>
                  <a:cubicBezTo>
                    <a:pt x="146431" y="4469"/>
                    <a:pt x="145792" y="3192"/>
                    <a:pt x="144514" y="1915"/>
                  </a:cubicBezTo>
                  <a:cubicBezTo>
                    <a:pt x="143236" y="638"/>
                    <a:pt x="141958" y="0"/>
                    <a:pt x="140041" y="0"/>
                  </a:cubicBezTo>
                  <a:lnTo>
                    <a:pt x="41636" y="0"/>
                  </a:lnTo>
                  <a:cubicBezTo>
                    <a:pt x="39719" y="0"/>
                    <a:pt x="38441" y="638"/>
                    <a:pt x="37163" y="1915"/>
                  </a:cubicBezTo>
                  <a:cubicBezTo>
                    <a:pt x="35885" y="3192"/>
                    <a:pt x="35246" y="5107"/>
                    <a:pt x="35246" y="7022"/>
                  </a:cubicBezTo>
                  <a:cubicBezTo>
                    <a:pt x="36524" y="20429"/>
                    <a:pt x="39719" y="33197"/>
                    <a:pt x="44831" y="45326"/>
                  </a:cubicBezTo>
                  <a:cubicBezTo>
                    <a:pt x="26300" y="49157"/>
                    <a:pt x="11603" y="86184"/>
                    <a:pt x="5213" y="120019"/>
                  </a:cubicBezTo>
                  <a:cubicBezTo>
                    <a:pt x="740" y="151300"/>
                    <a:pt x="-1177" y="182582"/>
                    <a:pt x="740" y="213863"/>
                  </a:cubicBezTo>
                  <a:cubicBezTo>
                    <a:pt x="740" y="217055"/>
                    <a:pt x="3935" y="219609"/>
                    <a:pt x="7130" y="219609"/>
                  </a:cubicBezTo>
                  <a:lnTo>
                    <a:pt x="172629" y="219609"/>
                  </a:lnTo>
                  <a:cubicBezTo>
                    <a:pt x="175824" y="219609"/>
                    <a:pt x="178381" y="217055"/>
                    <a:pt x="179019" y="213863"/>
                  </a:cubicBezTo>
                  <a:cubicBezTo>
                    <a:pt x="182214" y="182582"/>
                    <a:pt x="181576" y="151300"/>
                    <a:pt x="177742" y="120019"/>
                  </a:cubicBezTo>
                  <a:cubicBezTo>
                    <a:pt x="172629" y="86184"/>
                    <a:pt x="157933" y="51710"/>
                    <a:pt x="137485" y="45965"/>
                  </a:cubicBezTo>
                  <a:close/>
                  <a:moveTo>
                    <a:pt x="133012" y="12768"/>
                  </a:moveTo>
                  <a:cubicBezTo>
                    <a:pt x="131734" y="28728"/>
                    <a:pt x="126622" y="44688"/>
                    <a:pt x="121510" y="44688"/>
                  </a:cubicBezTo>
                  <a:lnTo>
                    <a:pt x="85088" y="44688"/>
                  </a:lnTo>
                  <a:cubicBezTo>
                    <a:pt x="84449" y="44050"/>
                    <a:pt x="79975" y="41496"/>
                    <a:pt x="76780" y="25536"/>
                  </a:cubicBezTo>
                  <a:cubicBezTo>
                    <a:pt x="76142" y="22344"/>
                    <a:pt x="72308" y="19790"/>
                    <a:pt x="69113" y="21067"/>
                  </a:cubicBezTo>
                  <a:cubicBezTo>
                    <a:pt x="69113" y="21067"/>
                    <a:pt x="69113" y="21067"/>
                    <a:pt x="69113" y="21067"/>
                  </a:cubicBezTo>
                  <a:cubicBezTo>
                    <a:pt x="65918" y="21706"/>
                    <a:pt x="63362" y="25536"/>
                    <a:pt x="64639" y="28728"/>
                  </a:cubicBezTo>
                  <a:cubicBezTo>
                    <a:pt x="65918" y="34474"/>
                    <a:pt x="67834" y="40219"/>
                    <a:pt x="70390" y="45326"/>
                  </a:cubicBezTo>
                  <a:lnTo>
                    <a:pt x="61444" y="45326"/>
                  </a:lnTo>
                  <a:cubicBezTo>
                    <a:pt x="58249" y="45326"/>
                    <a:pt x="53138" y="31920"/>
                    <a:pt x="49943" y="13406"/>
                  </a:cubicBezTo>
                  <a:lnTo>
                    <a:pt x="133012" y="12768"/>
                  </a:lnTo>
                  <a:close/>
                  <a:moveTo>
                    <a:pt x="166878" y="207479"/>
                  </a:moveTo>
                  <a:lnTo>
                    <a:pt x="13520" y="207479"/>
                  </a:lnTo>
                  <a:cubicBezTo>
                    <a:pt x="12242" y="179390"/>
                    <a:pt x="14159" y="150662"/>
                    <a:pt x="17993" y="122573"/>
                  </a:cubicBezTo>
                  <a:cubicBezTo>
                    <a:pt x="25022" y="82354"/>
                    <a:pt x="40358" y="58094"/>
                    <a:pt x="48026" y="58094"/>
                  </a:cubicBezTo>
                  <a:lnTo>
                    <a:pt x="131734" y="58094"/>
                  </a:lnTo>
                  <a:cubicBezTo>
                    <a:pt x="144514" y="58094"/>
                    <a:pt x="159850" y="87461"/>
                    <a:pt x="164962" y="123211"/>
                  </a:cubicBezTo>
                  <a:cubicBezTo>
                    <a:pt x="168796" y="150662"/>
                    <a:pt x="169434" y="179390"/>
                    <a:pt x="166878" y="207479"/>
                  </a:cubicBezTo>
                  <a:lnTo>
                    <a:pt x="166878" y="207479"/>
                  </a:lnTo>
                  <a:close/>
                </a:path>
              </a:pathLst>
            </a:custGeom>
            <a:solidFill>
              <a:srgbClr val="007680"/>
            </a:solidFill>
            <a:ln w="6390" cap="flat">
              <a:noFill/>
              <a:prstDash val="solid"/>
              <a:miter/>
            </a:ln>
          </p:spPr>
          <p:txBody>
            <a:bodyPr rtlCol="0" anchor="ctr"/>
            <a:lstStyle/>
            <a:p>
              <a:endParaRPr lang="en-US"/>
            </a:p>
          </p:txBody>
        </p:sp>
        <p:sp>
          <p:nvSpPr>
            <p:cNvPr id="415" name="Graphic 4">
              <a:extLst>
                <a:ext uri="{FF2B5EF4-FFF2-40B4-BE49-F238E27FC236}">
                  <a16:creationId xmlns:a16="http://schemas.microsoft.com/office/drawing/2014/main" id="{F0BA2AEB-264E-8547-8684-7A032B2FCCE2}"/>
                </a:ext>
              </a:extLst>
            </p:cNvPr>
            <p:cNvSpPr/>
            <p:nvPr/>
          </p:nvSpPr>
          <p:spPr>
            <a:xfrm>
              <a:off x="7934384" y="3987597"/>
              <a:ext cx="93293" cy="99589"/>
            </a:xfrm>
            <a:custGeom>
              <a:avLst/>
              <a:gdLst>
                <a:gd name="connsiteX0" fmla="*/ 46647 w 93293"/>
                <a:gd name="connsiteY0" fmla="*/ 7022 h 99589"/>
                <a:gd name="connsiteX1" fmla="*/ 19809 w 93293"/>
                <a:gd name="connsiteY1" fmla="*/ 15322 h 99589"/>
                <a:gd name="connsiteX2" fmla="*/ 19809 w 93293"/>
                <a:gd name="connsiteY2" fmla="*/ 6384 h 99589"/>
                <a:gd name="connsiteX3" fmla="*/ 13419 w 93293"/>
                <a:gd name="connsiteY3" fmla="*/ 0 h 99589"/>
                <a:gd name="connsiteX4" fmla="*/ 7030 w 93293"/>
                <a:gd name="connsiteY4" fmla="*/ 6384 h 99589"/>
                <a:gd name="connsiteX5" fmla="*/ 7030 w 93293"/>
                <a:gd name="connsiteY5" fmla="*/ 31920 h 99589"/>
                <a:gd name="connsiteX6" fmla="*/ 13419 w 93293"/>
                <a:gd name="connsiteY6" fmla="*/ 38304 h 99589"/>
                <a:gd name="connsiteX7" fmla="*/ 38979 w 93293"/>
                <a:gd name="connsiteY7" fmla="*/ 38304 h 99589"/>
                <a:gd name="connsiteX8" fmla="*/ 45369 w 93293"/>
                <a:gd name="connsiteY8" fmla="*/ 31920 h 99589"/>
                <a:gd name="connsiteX9" fmla="*/ 38979 w 93293"/>
                <a:gd name="connsiteY9" fmla="*/ 25536 h 99589"/>
                <a:gd name="connsiteX10" fmla="*/ 27477 w 93293"/>
                <a:gd name="connsiteY10" fmla="*/ 25536 h 99589"/>
                <a:gd name="connsiteX11" fmla="*/ 74124 w 93293"/>
                <a:gd name="connsiteY11" fmla="*/ 34474 h 99589"/>
                <a:gd name="connsiteX12" fmla="*/ 65178 w 93293"/>
                <a:gd name="connsiteY12" fmla="*/ 81077 h 99589"/>
                <a:gd name="connsiteX13" fmla="*/ 18531 w 93293"/>
                <a:gd name="connsiteY13" fmla="*/ 72139 h 99589"/>
                <a:gd name="connsiteX14" fmla="*/ 12780 w 93293"/>
                <a:gd name="connsiteY14" fmla="*/ 52987 h 99589"/>
                <a:gd name="connsiteX15" fmla="*/ 6390 w 93293"/>
                <a:gd name="connsiteY15" fmla="*/ 46603 h 99589"/>
                <a:gd name="connsiteX16" fmla="*/ 0 w 93293"/>
                <a:gd name="connsiteY16" fmla="*/ 52987 h 99589"/>
                <a:gd name="connsiteX17" fmla="*/ 46647 w 93293"/>
                <a:gd name="connsiteY17" fmla="*/ 99590 h 99589"/>
                <a:gd name="connsiteX18" fmla="*/ 93294 w 93293"/>
                <a:gd name="connsiteY18" fmla="*/ 52987 h 99589"/>
                <a:gd name="connsiteX19" fmla="*/ 46647 w 93293"/>
                <a:gd name="connsiteY19" fmla="*/ 7022 h 99589"/>
                <a:gd name="connsiteX20" fmla="*/ 46647 w 93293"/>
                <a:gd name="connsiteY20" fmla="*/ 7022 h 99589"/>
                <a:gd name="connsiteX21" fmla="*/ 46647 w 93293"/>
                <a:gd name="connsiteY21" fmla="*/ 7022 h 99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3293" h="99589">
                  <a:moveTo>
                    <a:pt x="46647" y="7022"/>
                  </a:moveTo>
                  <a:cubicBezTo>
                    <a:pt x="37062" y="7022"/>
                    <a:pt x="28116" y="10214"/>
                    <a:pt x="19809" y="15322"/>
                  </a:cubicBezTo>
                  <a:lnTo>
                    <a:pt x="19809" y="6384"/>
                  </a:lnTo>
                  <a:cubicBezTo>
                    <a:pt x="19809" y="2554"/>
                    <a:pt x="17253" y="0"/>
                    <a:pt x="13419" y="0"/>
                  </a:cubicBezTo>
                  <a:cubicBezTo>
                    <a:pt x="9585" y="0"/>
                    <a:pt x="7030" y="2554"/>
                    <a:pt x="7030" y="6384"/>
                  </a:cubicBezTo>
                  <a:lnTo>
                    <a:pt x="7030" y="31920"/>
                  </a:lnTo>
                  <a:cubicBezTo>
                    <a:pt x="7030" y="35750"/>
                    <a:pt x="9585" y="38304"/>
                    <a:pt x="13419" y="38304"/>
                  </a:cubicBezTo>
                  <a:lnTo>
                    <a:pt x="38979" y="38304"/>
                  </a:lnTo>
                  <a:cubicBezTo>
                    <a:pt x="42813" y="38304"/>
                    <a:pt x="45369" y="35750"/>
                    <a:pt x="45369" y="31920"/>
                  </a:cubicBezTo>
                  <a:cubicBezTo>
                    <a:pt x="45369" y="28090"/>
                    <a:pt x="42813" y="25536"/>
                    <a:pt x="38979" y="25536"/>
                  </a:cubicBezTo>
                  <a:lnTo>
                    <a:pt x="27477" y="25536"/>
                  </a:lnTo>
                  <a:cubicBezTo>
                    <a:pt x="42813" y="15322"/>
                    <a:pt x="63899" y="19152"/>
                    <a:pt x="74124" y="34474"/>
                  </a:cubicBezTo>
                  <a:cubicBezTo>
                    <a:pt x="84348" y="49795"/>
                    <a:pt x="80514" y="70862"/>
                    <a:pt x="65178" y="81077"/>
                  </a:cubicBezTo>
                  <a:cubicBezTo>
                    <a:pt x="49842" y="91291"/>
                    <a:pt x="28755" y="87461"/>
                    <a:pt x="18531" y="72139"/>
                  </a:cubicBezTo>
                  <a:cubicBezTo>
                    <a:pt x="14697" y="66394"/>
                    <a:pt x="12780" y="60010"/>
                    <a:pt x="12780" y="52987"/>
                  </a:cubicBezTo>
                  <a:cubicBezTo>
                    <a:pt x="12780" y="49157"/>
                    <a:pt x="10225" y="46603"/>
                    <a:pt x="6390" y="46603"/>
                  </a:cubicBezTo>
                  <a:cubicBezTo>
                    <a:pt x="2556" y="46603"/>
                    <a:pt x="0" y="49157"/>
                    <a:pt x="0" y="52987"/>
                  </a:cubicBezTo>
                  <a:cubicBezTo>
                    <a:pt x="0" y="78523"/>
                    <a:pt x="21087" y="99590"/>
                    <a:pt x="46647" y="99590"/>
                  </a:cubicBezTo>
                  <a:cubicBezTo>
                    <a:pt x="72207" y="99590"/>
                    <a:pt x="93294" y="78523"/>
                    <a:pt x="93294" y="52987"/>
                  </a:cubicBezTo>
                  <a:cubicBezTo>
                    <a:pt x="93294" y="27451"/>
                    <a:pt x="72207" y="7661"/>
                    <a:pt x="46647" y="7022"/>
                  </a:cubicBezTo>
                  <a:cubicBezTo>
                    <a:pt x="46647" y="7661"/>
                    <a:pt x="46647" y="7661"/>
                    <a:pt x="46647" y="7022"/>
                  </a:cubicBezTo>
                  <a:lnTo>
                    <a:pt x="46647" y="7022"/>
                  </a:lnTo>
                  <a:close/>
                </a:path>
              </a:pathLst>
            </a:custGeom>
            <a:solidFill>
              <a:srgbClr val="007680"/>
            </a:solidFill>
            <a:ln w="6390" cap="flat">
              <a:noFill/>
              <a:prstDash val="solid"/>
              <a:miter/>
            </a:ln>
          </p:spPr>
          <p:txBody>
            <a:bodyPr rtlCol="0" anchor="ctr"/>
            <a:lstStyle/>
            <a:p>
              <a:endParaRPr lang="en-US"/>
            </a:p>
          </p:txBody>
        </p:sp>
      </p:grpSp>
      <p:grpSp>
        <p:nvGrpSpPr>
          <p:cNvPr id="416" name="Graphic 4">
            <a:extLst>
              <a:ext uri="{FF2B5EF4-FFF2-40B4-BE49-F238E27FC236}">
                <a16:creationId xmlns:a16="http://schemas.microsoft.com/office/drawing/2014/main" id="{910D4D17-B550-D049-9366-9DF5C29EDC9B}"/>
              </a:ext>
            </a:extLst>
          </p:cNvPr>
          <p:cNvGrpSpPr/>
          <p:nvPr/>
        </p:nvGrpSpPr>
        <p:grpSpPr>
          <a:xfrm>
            <a:off x="8840477" y="918179"/>
            <a:ext cx="362312" cy="361971"/>
            <a:chOff x="8840477" y="918179"/>
            <a:chExt cx="362312" cy="361971"/>
          </a:xfrm>
          <a:solidFill>
            <a:srgbClr val="007680"/>
          </a:solidFill>
        </p:grpSpPr>
        <p:sp>
          <p:nvSpPr>
            <p:cNvPr id="417" name="Graphic 4">
              <a:extLst>
                <a:ext uri="{FF2B5EF4-FFF2-40B4-BE49-F238E27FC236}">
                  <a16:creationId xmlns:a16="http://schemas.microsoft.com/office/drawing/2014/main" id="{601B3413-9BBB-8C47-8296-67E861BEE8D9}"/>
                </a:ext>
              </a:extLst>
            </p:cNvPr>
            <p:cNvSpPr/>
            <p:nvPr/>
          </p:nvSpPr>
          <p:spPr>
            <a:xfrm>
              <a:off x="8840477" y="918179"/>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8565"/>
                    <a:pt x="181474" y="349204"/>
                  </a:cubicBezTo>
                  <a:close/>
                </a:path>
              </a:pathLst>
            </a:custGeom>
            <a:solidFill>
              <a:srgbClr val="007680"/>
            </a:solidFill>
            <a:ln w="6390" cap="flat">
              <a:noFill/>
              <a:prstDash val="solid"/>
              <a:miter/>
            </a:ln>
          </p:spPr>
          <p:txBody>
            <a:bodyPr rtlCol="0" anchor="ctr"/>
            <a:lstStyle/>
            <a:p>
              <a:endParaRPr lang="en-US"/>
            </a:p>
          </p:txBody>
        </p:sp>
        <p:sp>
          <p:nvSpPr>
            <p:cNvPr id="418" name="Graphic 4">
              <a:extLst>
                <a:ext uri="{FF2B5EF4-FFF2-40B4-BE49-F238E27FC236}">
                  <a16:creationId xmlns:a16="http://schemas.microsoft.com/office/drawing/2014/main" id="{41EE3478-B5C9-2745-A214-DA9F8A80FBED}"/>
                </a:ext>
              </a:extLst>
            </p:cNvPr>
            <p:cNvSpPr/>
            <p:nvPr/>
          </p:nvSpPr>
          <p:spPr>
            <a:xfrm>
              <a:off x="8927778" y="982657"/>
              <a:ext cx="189067" cy="232376"/>
            </a:xfrm>
            <a:custGeom>
              <a:avLst/>
              <a:gdLst>
                <a:gd name="connsiteX0" fmla="*/ 185549 w 189067"/>
                <a:gd name="connsiteY0" fmla="*/ 160238 h 232376"/>
                <a:gd name="connsiteX1" fmla="*/ 179799 w 189067"/>
                <a:gd name="connsiteY1" fmla="*/ 159600 h 232376"/>
                <a:gd name="connsiteX2" fmla="*/ 165741 w 189067"/>
                <a:gd name="connsiteY2" fmla="*/ 162153 h 232376"/>
                <a:gd name="connsiteX3" fmla="*/ 124206 w 189067"/>
                <a:gd name="connsiteY3" fmla="*/ 120019 h 232376"/>
                <a:gd name="connsiteX4" fmla="*/ 146571 w 189067"/>
                <a:gd name="connsiteY4" fmla="*/ 82992 h 232376"/>
                <a:gd name="connsiteX5" fmla="*/ 149766 w 189067"/>
                <a:gd name="connsiteY5" fmla="*/ 76608 h 232376"/>
                <a:gd name="connsiteX6" fmla="*/ 128679 w 189067"/>
                <a:gd name="connsiteY6" fmla="*/ 32558 h 232376"/>
                <a:gd name="connsiteX7" fmla="*/ 100564 w 189067"/>
                <a:gd name="connsiteY7" fmla="*/ 29366 h 232376"/>
                <a:gd name="connsiteX8" fmla="*/ 100564 w 189067"/>
                <a:gd name="connsiteY8" fmla="*/ 28728 h 232376"/>
                <a:gd name="connsiteX9" fmla="*/ 116538 w 189067"/>
                <a:gd name="connsiteY9" fmla="*/ 12768 h 232376"/>
                <a:gd name="connsiteX10" fmla="*/ 116538 w 189067"/>
                <a:gd name="connsiteY10" fmla="*/ 12768 h 232376"/>
                <a:gd name="connsiteX11" fmla="*/ 122928 w 189067"/>
                <a:gd name="connsiteY11" fmla="*/ 6384 h 232376"/>
                <a:gd name="connsiteX12" fmla="*/ 116538 w 189067"/>
                <a:gd name="connsiteY12" fmla="*/ 0 h 232376"/>
                <a:gd name="connsiteX13" fmla="*/ 87784 w 189067"/>
                <a:gd name="connsiteY13" fmla="*/ 28728 h 232376"/>
                <a:gd name="connsiteX14" fmla="*/ 87784 w 189067"/>
                <a:gd name="connsiteY14" fmla="*/ 28728 h 232376"/>
                <a:gd name="connsiteX15" fmla="*/ 87784 w 189067"/>
                <a:gd name="connsiteY15" fmla="*/ 29366 h 232376"/>
                <a:gd name="connsiteX16" fmla="*/ 59668 w 189067"/>
                <a:gd name="connsiteY16" fmla="*/ 32558 h 232376"/>
                <a:gd name="connsiteX17" fmla="*/ 38581 w 189067"/>
                <a:gd name="connsiteY17" fmla="*/ 76608 h 232376"/>
                <a:gd name="connsiteX18" fmla="*/ 25162 w 189067"/>
                <a:gd name="connsiteY18" fmla="*/ 116827 h 232376"/>
                <a:gd name="connsiteX19" fmla="*/ 15577 w 189067"/>
                <a:gd name="connsiteY19" fmla="*/ 128318 h 232376"/>
                <a:gd name="connsiteX20" fmla="*/ 18772 w 189067"/>
                <a:gd name="connsiteY20" fmla="*/ 213863 h 232376"/>
                <a:gd name="connsiteX21" fmla="*/ 94812 w 189067"/>
                <a:gd name="connsiteY21" fmla="*/ 223439 h 232376"/>
                <a:gd name="connsiteX22" fmla="*/ 124845 w 189067"/>
                <a:gd name="connsiteY22" fmla="*/ 232377 h 232376"/>
                <a:gd name="connsiteX23" fmla="*/ 156794 w 189067"/>
                <a:gd name="connsiteY23" fmla="*/ 224078 h 232376"/>
                <a:gd name="connsiteX24" fmla="*/ 188744 w 189067"/>
                <a:gd name="connsiteY24" fmla="*/ 164707 h 232376"/>
                <a:gd name="connsiteX25" fmla="*/ 185549 w 189067"/>
                <a:gd name="connsiteY25" fmla="*/ 160238 h 232376"/>
                <a:gd name="connsiteX26" fmla="*/ 150405 w 189067"/>
                <a:gd name="connsiteY26" fmla="*/ 213225 h 232376"/>
                <a:gd name="connsiteX27" fmla="*/ 98646 w 189067"/>
                <a:gd name="connsiteY27" fmla="*/ 211310 h 232376"/>
                <a:gd name="connsiteX28" fmla="*/ 94812 w 189067"/>
                <a:gd name="connsiteY28" fmla="*/ 210033 h 232376"/>
                <a:gd name="connsiteX29" fmla="*/ 93535 w 189067"/>
                <a:gd name="connsiteY29" fmla="*/ 210033 h 232376"/>
                <a:gd name="connsiteX30" fmla="*/ 89700 w 189067"/>
                <a:gd name="connsiteY30" fmla="*/ 211310 h 232376"/>
                <a:gd name="connsiteX31" fmla="*/ 27079 w 189067"/>
                <a:gd name="connsiteY31" fmla="*/ 204926 h 232376"/>
                <a:gd name="connsiteX32" fmla="*/ 25801 w 189067"/>
                <a:gd name="connsiteY32" fmla="*/ 135979 h 232376"/>
                <a:gd name="connsiteX33" fmla="*/ 34108 w 189067"/>
                <a:gd name="connsiteY33" fmla="*/ 125764 h 232376"/>
                <a:gd name="connsiteX34" fmla="*/ 51361 w 189067"/>
                <a:gd name="connsiteY34" fmla="*/ 77246 h 232376"/>
                <a:gd name="connsiteX35" fmla="*/ 66058 w 189067"/>
                <a:gd name="connsiteY35" fmla="*/ 43411 h 232376"/>
                <a:gd name="connsiteX36" fmla="*/ 76281 w 189067"/>
                <a:gd name="connsiteY36" fmla="*/ 40857 h 232376"/>
                <a:gd name="connsiteX37" fmla="*/ 90979 w 189067"/>
                <a:gd name="connsiteY37" fmla="*/ 44688 h 232376"/>
                <a:gd name="connsiteX38" fmla="*/ 96730 w 189067"/>
                <a:gd name="connsiteY38" fmla="*/ 44688 h 232376"/>
                <a:gd name="connsiteX39" fmla="*/ 122289 w 189067"/>
                <a:gd name="connsiteY39" fmla="*/ 43411 h 232376"/>
                <a:gd name="connsiteX40" fmla="*/ 136986 w 189067"/>
                <a:gd name="connsiteY40" fmla="*/ 74054 h 232376"/>
                <a:gd name="connsiteX41" fmla="*/ 119733 w 189067"/>
                <a:gd name="connsiteY41" fmla="*/ 149385 h 232376"/>
                <a:gd name="connsiteX42" fmla="*/ 166379 w 189067"/>
                <a:gd name="connsiteY42" fmla="*/ 174921 h 232376"/>
                <a:gd name="connsiteX43" fmla="*/ 176604 w 189067"/>
                <a:gd name="connsiteY43" fmla="*/ 174283 h 232376"/>
                <a:gd name="connsiteX44" fmla="*/ 150405 w 189067"/>
                <a:gd name="connsiteY44" fmla="*/ 213225 h 232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89067" h="232376">
                  <a:moveTo>
                    <a:pt x="185549" y="160238"/>
                  </a:moveTo>
                  <a:cubicBezTo>
                    <a:pt x="183633" y="158961"/>
                    <a:pt x="181715" y="158961"/>
                    <a:pt x="179799" y="159600"/>
                  </a:cubicBezTo>
                  <a:cubicBezTo>
                    <a:pt x="175325" y="160876"/>
                    <a:pt x="170853" y="162153"/>
                    <a:pt x="165741" y="162153"/>
                  </a:cubicBezTo>
                  <a:cubicBezTo>
                    <a:pt x="142737" y="162153"/>
                    <a:pt x="124206" y="143001"/>
                    <a:pt x="124206" y="120019"/>
                  </a:cubicBezTo>
                  <a:cubicBezTo>
                    <a:pt x="124206" y="104697"/>
                    <a:pt x="133152" y="90014"/>
                    <a:pt x="146571" y="82992"/>
                  </a:cubicBezTo>
                  <a:cubicBezTo>
                    <a:pt x="148488" y="81715"/>
                    <a:pt x="149766" y="79161"/>
                    <a:pt x="149766" y="76608"/>
                  </a:cubicBezTo>
                  <a:cubicBezTo>
                    <a:pt x="149766" y="61925"/>
                    <a:pt x="144015" y="41496"/>
                    <a:pt x="128679" y="32558"/>
                  </a:cubicBezTo>
                  <a:cubicBezTo>
                    <a:pt x="120372" y="27451"/>
                    <a:pt x="109510" y="26174"/>
                    <a:pt x="100564" y="29366"/>
                  </a:cubicBezTo>
                  <a:cubicBezTo>
                    <a:pt x="100564" y="29366"/>
                    <a:pt x="100564" y="29366"/>
                    <a:pt x="100564" y="28728"/>
                  </a:cubicBezTo>
                  <a:cubicBezTo>
                    <a:pt x="100564" y="19790"/>
                    <a:pt x="107592" y="12768"/>
                    <a:pt x="116538" y="12768"/>
                  </a:cubicBezTo>
                  <a:lnTo>
                    <a:pt x="116538" y="12768"/>
                  </a:lnTo>
                  <a:cubicBezTo>
                    <a:pt x="120372" y="12768"/>
                    <a:pt x="122928" y="10214"/>
                    <a:pt x="122928" y="6384"/>
                  </a:cubicBezTo>
                  <a:cubicBezTo>
                    <a:pt x="122928" y="2554"/>
                    <a:pt x="120372" y="0"/>
                    <a:pt x="116538" y="0"/>
                  </a:cubicBezTo>
                  <a:cubicBezTo>
                    <a:pt x="100564" y="0"/>
                    <a:pt x="87784" y="12768"/>
                    <a:pt x="87784" y="28728"/>
                  </a:cubicBezTo>
                  <a:cubicBezTo>
                    <a:pt x="87784" y="28728"/>
                    <a:pt x="87784" y="28728"/>
                    <a:pt x="87784" y="28728"/>
                  </a:cubicBezTo>
                  <a:cubicBezTo>
                    <a:pt x="87784" y="28728"/>
                    <a:pt x="87784" y="29366"/>
                    <a:pt x="87784" y="29366"/>
                  </a:cubicBezTo>
                  <a:cubicBezTo>
                    <a:pt x="78199" y="26174"/>
                    <a:pt x="67975" y="27451"/>
                    <a:pt x="59668" y="32558"/>
                  </a:cubicBezTo>
                  <a:cubicBezTo>
                    <a:pt x="44332" y="42134"/>
                    <a:pt x="39220" y="61925"/>
                    <a:pt x="38581" y="76608"/>
                  </a:cubicBezTo>
                  <a:cubicBezTo>
                    <a:pt x="38581" y="102144"/>
                    <a:pt x="33469" y="107251"/>
                    <a:pt x="25162" y="116827"/>
                  </a:cubicBezTo>
                  <a:cubicBezTo>
                    <a:pt x="22606" y="120019"/>
                    <a:pt x="19411" y="123211"/>
                    <a:pt x="15577" y="128318"/>
                  </a:cubicBezTo>
                  <a:cubicBezTo>
                    <a:pt x="-10622" y="164707"/>
                    <a:pt x="241" y="196627"/>
                    <a:pt x="18772" y="213863"/>
                  </a:cubicBezTo>
                  <a:cubicBezTo>
                    <a:pt x="37303" y="231100"/>
                    <a:pt x="70530" y="240038"/>
                    <a:pt x="94812" y="223439"/>
                  </a:cubicBezTo>
                  <a:cubicBezTo>
                    <a:pt x="103758" y="229185"/>
                    <a:pt x="113982" y="232377"/>
                    <a:pt x="124845" y="232377"/>
                  </a:cubicBezTo>
                  <a:cubicBezTo>
                    <a:pt x="136347" y="232377"/>
                    <a:pt x="147210" y="229185"/>
                    <a:pt x="156794" y="224078"/>
                  </a:cubicBezTo>
                  <a:cubicBezTo>
                    <a:pt x="178520" y="212587"/>
                    <a:pt x="191300" y="188966"/>
                    <a:pt x="188744" y="164707"/>
                  </a:cubicBezTo>
                  <a:cubicBezTo>
                    <a:pt x="188105" y="162792"/>
                    <a:pt x="187467" y="161515"/>
                    <a:pt x="185549" y="160238"/>
                  </a:cubicBezTo>
                  <a:close/>
                  <a:moveTo>
                    <a:pt x="150405" y="213225"/>
                  </a:moveTo>
                  <a:cubicBezTo>
                    <a:pt x="132513" y="222801"/>
                    <a:pt x="112065" y="222163"/>
                    <a:pt x="98646" y="211310"/>
                  </a:cubicBezTo>
                  <a:cubicBezTo>
                    <a:pt x="97369" y="210671"/>
                    <a:pt x="96090" y="210033"/>
                    <a:pt x="94812" y="210033"/>
                  </a:cubicBezTo>
                  <a:cubicBezTo>
                    <a:pt x="94174" y="210033"/>
                    <a:pt x="94174" y="210033"/>
                    <a:pt x="93535" y="210033"/>
                  </a:cubicBezTo>
                  <a:cubicBezTo>
                    <a:pt x="92256" y="210033"/>
                    <a:pt x="90979" y="210671"/>
                    <a:pt x="89700" y="211310"/>
                  </a:cubicBezTo>
                  <a:cubicBezTo>
                    <a:pt x="70530" y="226631"/>
                    <a:pt x="43054" y="220247"/>
                    <a:pt x="27079" y="204926"/>
                  </a:cubicBezTo>
                  <a:cubicBezTo>
                    <a:pt x="7909" y="187051"/>
                    <a:pt x="7271" y="160876"/>
                    <a:pt x="25801" y="135979"/>
                  </a:cubicBezTo>
                  <a:cubicBezTo>
                    <a:pt x="28996" y="132148"/>
                    <a:pt x="31552" y="128956"/>
                    <a:pt x="34108" y="125764"/>
                  </a:cubicBezTo>
                  <a:cubicBezTo>
                    <a:pt x="44971" y="114273"/>
                    <a:pt x="50722" y="105974"/>
                    <a:pt x="51361" y="77246"/>
                  </a:cubicBezTo>
                  <a:cubicBezTo>
                    <a:pt x="51361" y="65117"/>
                    <a:pt x="56473" y="49795"/>
                    <a:pt x="66058" y="43411"/>
                  </a:cubicBezTo>
                  <a:cubicBezTo>
                    <a:pt x="69253" y="41496"/>
                    <a:pt x="72448" y="40219"/>
                    <a:pt x="76281" y="40857"/>
                  </a:cubicBezTo>
                  <a:cubicBezTo>
                    <a:pt x="81394" y="40857"/>
                    <a:pt x="86505" y="42134"/>
                    <a:pt x="90979" y="44688"/>
                  </a:cubicBezTo>
                  <a:cubicBezTo>
                    <a:pt x="92895" y="45326"/>
                    <a:pt x="94812" y="45326"/>
                    <a:pt x="96730" y="44688"/>
                  </a:cubicBezTo>
                  <a:cubicBezTo>
                    <a:pt x="106953" y="39581"/>
                    <a:pt x="115260" y="39581"/>
                    <a:pt x="122289" y="43411"/>
                  </a:cubicBezTo>
                  <a:cubicBezTo>
                    <a:pt x="131235" y="49157"/>
                    <a:pt x="136347" y="61925"/>
                    <a:pt x="136986" y="74054"/>
                  </a:cubicBezTo>
                  <a:cubicBezTo>
                    <a:pt x="111426" y="90014"/>
                    <a:pt x="103758" y="123849"/>
                    <a:pt x="119733" y="149385"/>
                  </a:cubicBezTo>
                  <a:cubicBezTo>
                    <a:pt x="129957" y="165345"/>
                    <a:pt x="147210" y="174921"/>
                    <a:pt x="166379" y="174921"/>
                  </a:cubicBezTo>
                  <a:cubicBezTo>
                    <a:pt x="169574" y="174921"/>
                    <a:pt x="172769" y="174921"/>
                    <a:pt x="176604" y="174283"/>
                  </a:cubicBezTo>
                  <a:cubicBezTo>
                    <a:pt x="175325" y="190243"/>
                    <a:pt x="165102" y="205564"/>
                    <a:pt x="150405" y="213225"/>
                  </a:cubicBezTo>
                  <a:close/>
                </a:path>
              </a:pathLst>
            </a:custGeom>
            <a:solidFill>
              <a:srgbClr val="007680"/>
            </a:solidFill>
            <a:ln w="6390" cap="flat">
              <a:noFill/>
              <a:prstDash val="solid"/>
              <a:miter/>
            </a:ln>
          </p:spPr>
          <p:txBody>
            <a:bodyPr rtlCol="0" anchor="ctr"/>
            <a:lstStyle/>
            <a:p>
              <a:endParaRPr lang="en-US"/>
            </a:p>
          </p:txBody>
        </p:sp>
      </p:grpSp>
      <p:grpSp>
        <p:nvGrpSpPr>
          <p:cNvPr id="419" name="Graphic 4">
            <a:extLst>
              <a:ext uri="{FF2B5EF4-FFF2-40B4-BE49-F238E27FC236}">
                <a16:creationId xmlns:a16="http://schemas.microsoft.com/office/drawing/2014/main" id="{DB2A520E-1288-874F-A600-C968017418B6}"/>
              </a:ext>
            </a:extLst>
          </p:cNvPr>
          <p:cNvGrpSpPr/>
          <p:nvPr/>
        </p:nvGrpSpPr>
        <p:grpSpPr>
          <a:xfrm>
            <a:off x="8239823" y="1402723"/>
            <a:ext cx="361674" cy="361971"/>
            <a:chOff x="8239823" y="1402723"/>
            <a:chExt cx="361674" cy="361971"/>
          </a:xfrm>
          <a:solidFill>
            <a:srgbClr val="007680"/>
          </a:solidFill>
        </p:grpSpPr>
        <p:sp>
          <p:nvSpPr>
            <p:cNvPr id="420" name="Graphic 4">
              <a:extLst>
                <a:ext uri="{FF2B5EF4-FFF2-40B4-BE49-F238E27FC236}">
                  <a16:creationId xmlns:a16="http://schemas.microsoft.com/office/drawing/2014/main" id="{0BD42029-9F7A-B346-912E-2D41E1BD8AC1}"/>
                </a:ext>
              </a:extLst>
            </p:cNvPr>
            <p:cNvSpPr/>
            <p:nvPr/>
          </p:nvSpPr>
          <p:spPr>
            <a:xfrm>
              <a:off x="8398933" y="1496568"/>
              <a:ext cx="42812" cy="8937"/>
            </a:xfrm>
            <a:custGeom>
              <a:avLst/>
              <a:gdLst>
                <a:gd name="connsiteX0" fmla="*/ 0 w 42812"/>
                <a:gd name="connsiteY0" fmla="*/ 0 h 8937"/>
                <a:gd name="connsiteX1" fmla="*/ 42812 w 42812"/>
                <a:gd name="connsiteY1" fmla="*/ 0 h 8937"/>
                <a:gd name="connsiteX2" fmla="*/ 42812 w 42812"/>
                <a:gd name="connsiteY2" fmla="*/ 8938 h 8937"/>
                <a:gd name="connsiteX3" fmla="*/ 0 w 42812"/>
                <a:gd name="connsiteY3" fmla="*/ 8938 h 8937"/>
              </a:gdLst>
              <a:ahLst/>
              <a:cxnLst>
                <a:cxn ang="0">
                  <a:pos x="connsiteX0" y="connsiteY0"/>
                </a:cxn>
                <a:cxn ang="0">
                  <a:pos x="connsiteX1" y="connsiteY1"/>
                </a:cxn>
                <a:cxn ang="0">
                  <a:pos x="connsiteX2" y="connsiteY2"/>
                </a:cxn>
                <a:cxn ang="0">
                  <a:pos x="connsiteX3" y="connsiteY3"/>
                </a:cxn>
              </a:cxnLst>
              <a:rect l="l" t="t" r="r" b="b"/>
              <a:pathLst>
                <a:path w="42812" h="8937">
                  <a:moveTo>
                    <a:pt x="0" y="0"/>
                  </a:moveTo>
                  <a:lnTo>
                    <a:pt x="42812" y="0"/>
                  </a:lnTo>
                  <a:lnTo>
                    <a:pt x="42812" y="8938"/>
                  </a:lnTo>
                  <a:lnTo>
                    <a:pt x="0" y="8938"/>
                  </a:lnTo>
                  <a:close/>
                </a:path>
              </a:pathLst>
            </a:custGeom>
            <a:solidFill>
              <a:srgbClr val="007680"/>
            </a:solidFill>
            <a:ln w="6390" cap="flat">
              <a:noFill/>
              <a:prstDash val="solid"/>
              <a:miter/>
            </a:ln>
          </p:spPr>
          <p:txBody>
            <a:bodyPr rtlCol="0" anchor="ctr"/>
            <a:lstStyle/>
            <a:p>
              <a:endParaRPr lang="en-US"/>
            </a:p>
          </p:txBody>
        </p:sp>
        <p:sp>
          <p:nvSpPr>
            <p:cNvPr id="421" name="Graphic 4">
              <a:extLst>
                <a:ext uri="{FF2B5EF4-FFF2-40B4-BE49-F238E27FC236}">
                  <a16:creationId xmlns:a16="http://schemas.microsoft.com/office/drawing/2014/main" id="{062959DA-FF89-EB45-A622-0E3F12DF07F3}"/>
                </a:ext>
              </a:extLst>
            </p:cNvPr>
            <p:cNvSpPr/>
            <p:nvPr/>
          </p:nvSpPr>
          <p:spPr>
            <a:xfrm>
              <a:off x="8347175" y="1517635"/>
              <a:ext cx="148885" cy="152577"/>
            </a:xfrm>
            <a:custGeom>
              <a:avLst/>
              <a:gdLst>
                <a:gd name="connsiteX0" fmla="*/ 14696 w 148885"/>
                <a:gd name="connsiteY0" fmla="*/ 152577 h 152577"/>
                <a:gd name="connsiteX1" fmla="*/ 132910 w 148885"/>
                <a:gd name="connsiteY1" fmla="*/ 152577 h 152577"/>
                <a:gd name="connsiteX2" fmla="*/ 148885 w 148885"/>
                <a:gd name="connsiteY2" fmla="*/ 0 h 152577"/>
                <a:gd name="connsiteX3" fmla="*/ 0 w 148885"/>
                <a:gd name="connsiteY3" fmla="*/ 0 h 152577"/>
                <a:gd name="connsiteX4" fmla="*/ 14696 w 148885"/>
                <a:gd name="connsiteY4" fmla="*/ 152577 h 152577"/>
                <a:gd name="connsiteX5" fmla="*/ 33866 w 148885"/>
                <a:gd name="connsiteY5" fmla="*/ 63201 h 152577"/>
                <a:gd name="connsiteX6" fmla="*/ 33866 w 148885"/>
                <a:gd name="connsiteY6" fmla="*/ 37665 h 152577"/>
                <a:gd name="connsiteX7" fmla="*/ 40256 w 148885"/>
                <a:gd name="connsiteY7" fmla="*/ 31281 h 152577"/>
                <a:gd name="connsiteX8" fmla="*/ 46646 w 148885"/>
                <a:gd name="connsiteY8" fmla="*/ 37665 h 152577"/>
                <a:gd name="connsiteX9" fmla="*/ 46646 w 148885"/>
                <a:gd name="connsiteY9" fmla="*/ 46603 h 152577"/>
                <a:gd name="connsiteX10" fmla="*/ 111184 w 148885"/>
                <a:gd name="connsiteY10" fmla="*/ 58094 h 152577"/>
                <a:gd name="connsiteX11" fmla="*/ 119492 w 148885"/>
                <a:gd name="connsiteY11" fmla="*/ 84907 h 152577"/>
                <a:gd name="connsiteX12" fmla="*/ 113102 w 148885"/>
                <a:gd name="connsiteY12" fmla="*/ 91291 h 152577"/>
                <a:gd name="connsiteX13" fmla="*/ 106712 w 148885"/>
                <a:gd name="connsiteY13" fmla="*/ 84907 h 152577"/>
                <a:gd name="connsiteX14" fmla="*/ 73484 w 148885"/>
                <a:gd name="connsiteY14" fmla="*/ 51072 h 152577"/>
                <a:gd name="connsiteX15" fmla="*/ 54314 w 148885"/>
                <a:gd name="connsiteY15" fmla="*/ 56817 h 152577"/>
                <a:gd name="connsiteX16" fmla="*/ 65816 w 148885"/>
                <a:gd name="connsiteY16" fmla="*/ 56817 h 152577"/>
                <a:gd name="connsiteX17" fmla="*/ 72206 w 148885"/>
                <a:gd name="connsiteY17" fmla="*/ 63201 h 152577"/>
                <a:gd name="connsiteX18" fmla="*/ 65816 w 148885"/>
                <a:gd name="connsiteY18" fmla="*/ 69585 h 152577"/>
                <a:gd name="connsiteX19" fmla="*/ 40256 w 148885"/>
                <a:gd name="connsiteY19" fmla="*/ 69585 h 152577"/>
                <a:gd name="connsiteX20" fmla="*/ 33866 w 148885"/>
                <a:gd name="connsiteY20" fmla="*/ 63201 h 152577"/>
                <a:gd name="connsiteX21" fmla="*/ 33866 w 148885"/>
                <a:gd name="connsiteY21" fmla="*/ 63201 h 152577"/>
                <a:gd name="connsiteX22" fmla="*/ 32589 w 148885"/>
                <a:gd name="connsiteY22" fmla="*/ 78523 h 152577"/>
                <a:gd name="connsiteX23" fmla="*/ 38978 w 148885"/>
                <a:gd name="connsiteY23" fmla="*/ 84907 h 152577"/>
                <a:gd name="connsiteX24" fmla="*/ 72845 w 148885"/>
                <a:gd name="connsiteY24" fmla="*/ 118742 h 152577"/>
                <a:gd name="connsiteX25" fmla="*/ 94571 w 148885"/>
                <a:gd name="connsiteY25" fmla="*/ 110443 h 152577"/>
                <a:gd name="connsiteX26" fmla="*/ 82430 w 148885"/>
                <a:gd name="connsiteY26" fmla="*/ 110443 h 152577"/>
                <a:gd name="connsiteX27" fmla="*/ 76040 w 148885"/>
                <a:gd name="connsiteY27" fmla="*/ 104059 h 152577"/>
                <a:gd name="connsiteX28" fmla="*/ 82430 w 148885"/>
                <a:gd name="connsiteY28" fmla="*/ 97675 h 152577"/>
                <a:gd name="connsiteX29" fmla="*/ 107989 w 148885"/>
                <a:gd name="connsiteY29" fmla="*/ 97675 h 152577"/>
                <a:gd name="connsiteX30" fmla="*/ 114379 w 148885"/>
                <a:gd name="connsiteY30" fmla="*/ 104059 h 152577"/>
                <a:gd name="connsiteX31" fmla="*/ 114379 w 148885"/>
                <a:gd name="connsiteY31" fmla="*/ 129595 h 152577"/>
                <a:gd name="connsiteX32" fmla="*/ 107989 w 148885"/>
                <a:gd name="connsiteY32" fmla="*/ 135979 h 152577"/>
                <a:gd name="connsiteX33" fmla="*/ 101599 w 148885"/>
                <a:gd name="connsiteY33" fmla="*/ 129595 h 152577"/>
                <a:gd name="connsiteX34" fmla="*/ 101599 w 148885"/>
                <a:gd name="connsiteY34" fmla="*/ 121296 h 152577"/>
                <a:gd name="connsiteX35" fmla="*/ 36422 w 148885"/>
                <a:gd name="connsiteY35" fmla="*/ 113635 h 152577"/>
                <a:gd name="connsiteX36" fmla="*/ 26199 w 148885"/>
                <a:gd name="connsiteY36" fmla="*/ 84907 h 152577"/>
                <a:gd name="connsiteX37" fmla="*/ 32589 w 148885"/>
                <a:gd name="connsiteY37" fmla="*/ 78523 h 152577"/>
                <a:gd name="connsiteX38" fmla="*/ 32589 w 148885"/>
                <a:gd name="connsiteY38" fmla="*/ 78523 h 152577"/>
                <a:gd name="connsiteX39" fmla="*/ 32589 w 148885"/>
                <a:gd name="connsiteY39" fmla="*/ 78523 h 15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48885" h="152577">
                  <a:moveTo>
                    <a:pt x="14696" y="152577"/>
                  </a:moveTo>
                  <a:lnTo>
                    <a:pt x="132910" y="152577"/>
                  </a:lnTo>
                  <a:lnTo>
                    <a:pt x="148885" y="0"/>
                  </a:lnTo>
                  <a:lnTo>
                    <a:pt x="0" y="0"/>
                  </a:lnTo>
                  <a:lnTo>
                    <a:pt x="14696" y="152577"/>
                  </a:lnTo>
                  <a:close/>
                  <a:moveTo>
                    <a:pt x="33866" y="63201"/>
                  </a:moveTo>
                  <a:lnTo>
                    <a:pt x="33866" y="37665"/>
                  </a:lnTo>
                  <a:cubicBezTo>
                    <a:pt x="33866" y="33835"/>
                    <a:pt x="36422" y="31281"/>
                    <a:pt x="40256" y="31281"/>
                  </a:cubicBezTo>
                  <a:cubicBezTo>
                    <a:pt x="44090" y="31281"/>
                    <a:pt x="46646" y="33835"/>
                    <a:pt x="46646" y="37665"/>
                  </a:cubicBezTo>
                  <a:lnTo>
                    <a:pt x="46646" y="46603"/>
                  </a:lnTo>
                  <a:cubicBezTo>
                    <a:pt x="67733" y="31920"/>
                    <a:pt x="96488" y="37027"/>
                    <a:pt x="111184" y="58094"/>
                  </a:cubicBezTo>
                  <a:cubicBezTo>
                    <a:pt x="116935" y="65755"/>
                    <a:pt x="119492" y="75331"/>
                    <a:pt x="119492" y="84907"/>
                  </a:cubicBezTo>
                  <a:cubicBezTo>
                    <a:pt x="119492" y="88737"/>
                    <a:pt x="116935" y="91291"/>
                    <a:pt x="113102" y="91291"/>
                  </a:cubicBezTo>
                  <a:cubicBezTo>
                    <a:pt x="109268" y="91291"/>
                    <a:pt x="106712" y="88737"/>
                    <a:pt x="106712" y="84907"/>
                  </a:cubicBezTo>
                  <a:cubicBezTo>
                    <a:pt x="106712" y="66393"/>
                    <a:pt x="92014" y="51072"/>
                    <a:pt x="73484" y="51072"/>
                  </a:cubicBezTo>
                  <a:cubicBezTo>
                    <a:pt x="66455" y="51072"/>
                    <a:pt x="60065" y="52987"/>
                    <a:pt x="54314" y="56817"/>
                  </a:cubicBezTo>
                  <a:lnTo>
                    <a:pt x="65816" y="56817"/>
                  </a:lnTo>
                  <a:cubicBezTo>
                    <a:pt x="69650" y="56817"/>
                    <a:pt x="72206" y="59371"/>
                    <a:pt x="72206" y="63201"/>
                  </a:cubicBezTo>
                  <a:cubicBezTo>
                    <a:pt x="72206" y="67032"/>
                    <a:pt x="69650" y="69585"/>
                    <a:pt x="65816" y="69585"/>
                  </a:cubicBezTo>
                  <a:lnTo>
                    <a:pt x="40256" y="69585"/>
                  </a:lnTo>
                  <a:cubicBezTo>
                    <a:pt x="36422" y="69585"/>
                    <a:pt x="33866" y="67032"/>
                    <a:pt x="33866" y="63201"/>
                  </a:cubicBezTo>
                  <a:lnTo>
                    <a:pt x="33866" y="63201"/>
                  </a:lnTo>
                  <a:close/>
                  <a:moveTo>
                    <a:pt x="32589" y="78523"/>
                  </a:moveTo>
                  <a:cubicBezTo>
                    <a:pt x="36422" y="78523"/>
                    <a:pt x="38978" y="81077"/>
                    <a:pt x="38978" y="84907"/>
                  </a:cubicBezTo>
                  <a:cubicBezTo>
                    <a:pt x="38978" y="103420"/>
                    <a:pt x="54314" y="118742"/>
                    <a:pt x="72845" y="118742"/>
                  </a:cubicBezTo>
                  <a:cubicBezTo>
                    <a:pt x="80513" y="118742"/>
                    <a:pt x="88181" y="115550"/>
                    <a:pt x="94571" y="110443"/>
                  </a:cubicBezTo>
                  <a:lnTo>
                    <a:pt x="82430" y="110443"/>
                  </a:lnTo>
                  <a:cubicBezTo>
                    <a:pt x="78596" y="110443"/>
                    <a:pt x="76040" y="107889"/>
                    <a:pt x="76040" y="104059"/>
                  </a:cubicBezTo>
                  <a:cubicBezTo>
                    <a:pt x="76040" y="100229"/>
                    <a:pt x="78596" y="97675"/>
                    <a:pt x="82430" y="97675"/>
                  </a:cubicBezTo>
                  <a:lnTo>
                    <a:pt x="107989" y="97675"/>
                  </a:lnTo>
                  <a:cubicBezTo>
                    <a:pt x="111824" y="97675"/>
                    <a:pt x="114379" y="100229"/>
                    <a:pt x="114379" y="104059"/>
                  </a:cubicBezTo>
                  <a:lnTo>
                    <a:pt x="114379" y="129595"/>
                  </a:lnTo>
                  <a:cubicBezTo>
                    <a:pt x="114379" y="133425"/>
                    <a:pt x="111824" y="135979"/>
                    <a:pt x="107989" y="135979"/>
                  </a:cubicBezTo>
                  <a:cubicBezTo>
                    <a:pt x="104156" y="135979"/>
                    <a:pt x="101599" y="133425"/>
                    <a:pt x="101599" y="129595"/>
                  </a:cubicBezTo>
                  <a:lnTo>
                    <a:pt x="101599" y="121296"/>
                  </a:lnTo>
                  <a:cubicBezTo>
                    <a:pt x="81152" y="137256"/>
                    <a:pt x="52397" y="134064"/>
                    <a:pt x="36422" y="113635"/>
                  </a:cubicBezTo>
                  <a:cubicBezTo>
                    <a:pt x="30032" y="105336"/>
                    <a:pt x="26199" y="95121"/>
                    <a:pt x="26199" y="84907"/>
                  </a:cubicBezTo>
                  <a:cubicBezTo>
                    <a:pt x="26837" y="81077"/>
                    <a:pt x="29394" y="78523"/>
                    <a:pt x="32589" y="78523"/>
                  </a:cubicBezTo>
                  <a:cubicBezTo>
                    <a:pt x="33227" y="78523"/>
                    <a:pt x="33227" y="78523"/>
                    <a:pt x="32589" y="78523"/>
                  </a:cubicBezTo>
                  <a:lnTo>
                    <a:pt x="32589" y="78523"/>
                  </a:lnTo>
                  <a:close/>
                </a:path>
              </a:pathLst>
            </a:custGeom>
            <a:solidFill>
              <a:srgbClr val="007680"/>
            </a:solidFill>
            <a:ln w="6390" cap="flat">
              <a:noFill/>
              <a:prstDash val="solid"/>
              <a:miter/>
            </a:ln>
          </p:spPr>
          <p:txBody>
            <a:bodyPr rtlCol="0" anchor="ctr"/>
            <a:lstStyle/>
            <a:p>
              <a:endParaRPr lang="en-US"/>
            </a:p>
          </p:txBody>
        </p:sp>
        <p:sp>
          <p:nvSpPr>
            <p:cNvPr id="422" name="Graphic 4">
              <a:extLst>
                <a:ext uri="{FF2B5EF4-FFF2-40B4-BE49-F238E27FC236}">
                  <a16:creationId xmlns:a16="http://schemas.microsoft.com/office/drawing/2014/main" id="{840BA64A-C2F4-C743-AD98-5B6F7D7EAB92}"/>
                </a:ext>
              </a:extLst>
            </p:cNvPr>
            <p:cNvSpPr/>
            <p:nvPr/>
          </p:nvSpPr>
          <p:spPr>
            <a:xfrm>
              <a:off x="8239823" y="1402723"/>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274767 w 361674"/>
                <a:gd name="connsiteY7" fmla="*/ 115550 h 361971"/>
                <a:gd name="connsiteX8" fmla="*/ 269016 w 361674"/>
                <a:gd name="connsiteY8" fmla="*/ 115550 h 361971"/>
                <a:gd name="connsiteX9" fmla="*/ 252403 w 361674"/>
                <a:gd name="connsiteY9" fmla="*/ 275150 h 361971"/>
                <a:gd name="connsiteX10" fmla="*/ 246013 w 361674"/>
                <a:gd name="connsiteY10" fmla="*/ 280895 h 361971"/>
                <a:gd name="connsiteX11" fmla="*/ 116297 w 361674"/>
                <a:gd name="connsiteY11" fmla="*/ 280895 h 361971"/>
                <a:gd name="connsiteX12" fmla="*/ 109907 w 361674"/>
                <a:gd name="connsiteY12" fmla="*/ 275150 h 361971"/>
                <a:gd name="connsiteX13" fmla="*/ 94571 w 361674"/>
                <a:gd name="connsiteY13" fmla="*/ 115550 h 361971"/>
                <a:gd name="connsiteX14" fmla="*/ 88181 w 361674"/>
                <a:gd name="connsiteY14" fmla="*/ 115550 h 361971"/>
                <a:gd name="connsiteX15" fmla="*/ 81792 w 361674"/>
                <a:gd name="connsiteY15" fmla="*/ 109166 h 361971"/>
                <a:gd name="connsiteX16" fmla="*/ 88181 w 361674"/>
                <a:gd name="connsiteY16" fmla="*/ 102782 h 361971"/>
                <a:gd name="connsiteX17" fmla="*/ 146969 w 361674"/>
                <a:gd name="connsiteY17" fmla="*/ 102782 h 361971"/>
                <a:gd name="connsiteX18" fmla="*/ 146969 w 361674"/>
                <a:gd name="connsiteY18" fmla="*/ 87461 h 361971"/>
                <a:gd name="connsiteX19" fmla="*/ 153358 w 361674"/>
                <a:gd name="connsiteY19" fmla="*/ 81077 h 361971"/>
                <a:gd name="connsiteX20" fmla="*/ 208312 w 361674"/>
                <a:gd name="connsiteY20" fmla="*/ 81077 h 361971"/>
                <a:gd name="connsiteX21" fmla="*/ 214702 w 361674"/>
                <a:gd name="connsiteY21" fmla="*/ 87461 h 361971"/>
                <a:gd name="connsiteX22" fmla="*/ 214702 w 361674"/>
                <a:gd name="connsiteY22" fmla="*/ 102782 h 361971"/>
                <a:gd name="connsiteX23" fmla="*/ 274767 w 361674"/>
                <a:gd name="connsiteY23" fmla="*/ 102782 h 361971"/>
                <a:gd name="connsiteX24" fmla="*/ 281157 w 361674"/>
                <a:gd name="connsiteY24" fmla="*/ 109166 h 361971"/>
                <a:gd name="connsiteX25" fmla="*/ 274767 w 361674"/>
                <a:gd name="connsiteY25" fmla="*/ 115550 h 361971"/>
                <a:gd name="connsiteX26" fmla="*/ 274767 w 361674"/>
                <a:gd name="connsiteY26" fmla="*/ 11555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1674" h="361971">
                  <a:moveTo>
                    <a:pt x="180836" y="0"/>
                  </a:moveTo>
                  <a:cubicBezTo>
                    <a:pt x="80513" y="0"/>
                    <a:pt x="0" y="81077"/>
                    <a:pt x="0" y="180667"/>
                  </a:cubicBezTo>
                  <a:cubicBezTo>
                    <a:pt x="0" y="280257"/>
                    <a:pt x="81152" y="361972"/>
                    <a:pt x="180836" y="361972"/>
                  </a:cubicBezTo>
                  <a:cubicBezTo>
                    <a:pt x="281157" y="361972"/>
                    <a:pt x="361670" y="280895"/>
                    <a:pt x="361670" y="181305"/>
                  </a:cubicBezTo>
                  <a:cubicBezTo>
                    <a:pt x="361670" y="181305"/>
                    <a:pt x="361670" y="181305"/>
                    <a:pt x="361670" y="181305"/>
                  </a:cubicBezTo>
                  <a:cubicBezTo>
                    <a:pt x="362309" y="80438"/>
                    <a:pt x="281157" y="0"/>
                    <a:pt x="180836" y="0"/>
                  </a:cubicBezTo>
                  <a:cubicBezTo>
                    <a:pt x="180836" y="0"/>
                    <a:pt x="180836" y="0"/>
                    <a:pt x="180836" y="0"/>
                  </a:cubicBezTo>
                  <a:close/>
                  <a:moveTo>
                    <a:pt x="274767" y="115550"/>
                  </a:moveTo>
                  <a:lnTo>
                    <a:pt x="269016" y="115550"/>
                  </a:lnTo>
                  <a:lnTo>
                    <a:pt x="252403" y="275150"/>
                  </a:lnTo>
                  <a:cubicBezTo>
                    <a:pt x="251764" y="278342"/>
                    <a:pt x="249208" y="280895"/>
                    <a:pt x="246013" y="280895"/>
                  </a:cubicBezTo>
                  <a:lnTo>
                    <a:pt x="116297" y="280895"/>
                  </a:lnTo>
                  <a:cubicBezTo>
                    <a:pt x="113102" y="280895"/>
                    <a:pt x="109907" y="278342"/>
                    <a:pt x="109907" y="275150"/>
                  </a:cubicBezTo>
                  <a:lnTo>
                    <a:pt x="94571" y="115550"/>
                  </a:lnTo>
                  <a:lnTo>
                    <a:pt x="88181" y="115550"/>
                  </a:lnTo>
                  <a:cubicBezTo>
                    <a:pt x="84347" y="115550"/>
                    <a:pt x="81792" y="112996"/>
                    <a:pt x="81792" y="109166"/>
                  </a:cubicBezTo>
                  <a:cubicBezTo>
                    <a:pt x="81792" y="105336"/>
                    <a:pt x="84347" y="102782"/>
                    <a:pt x="88181" y="102782"/>
                  </a:cubicBezTo>
                  <a:lnTo>
                    <a:pt x="146969" y="102782"/>
                  </a:lnTo>
                  <a:lnTo>
                    <a:pt x="146969" y="87461"/>
                  </a:lnTo>
                  <a:cubicBezTo>
                    <a:pt x="146969" y="83630"/>
                    <a:pt x="149525" y="81077"/>
                    <a:pt x="153358" y="81077"/>
                  </a:cubicBezTo>
                  <a:lnTo>
                    <a:pt x="208312" y="81077"/>
                  </a:lnTo>
                  <a:cubicBezTo>
                    <a:pt x="212146" y="81077"/>
                    <a:pt x="214702" y="83630"/>
                    <a:pt x="214702" y="87461"/>
                  </a:cubicBezTo>
                  <a:lnTo>
                    <a:pt x="214702" y="102782"/>
                  </a:lnTo>
                  <a:lnTo>
                    <a:pt x="274767" y="102782"/>
                  </a:lnTo>
                  <a:cubicBezTo>
                    <a:pt x="278601" y="102782"/>
                    <a:pt x="281157" y="105336"/>
                    <a:pt x="281157" y="109166"/>
                  </a:cubicBezTo>
                  <a:cubicBezTo>
                    <a:pt x="281157" y="112996"/>
                    <a:pt x="277962" y="114912"/>
                    <a:pt x="274767" y="115550"/>
                  </a:cubicBezTo>
                  <a:lnTo>
                    <a:pt x="274767" y="115550"/>
                  </a:lnTo>
                  <a:close/>
                </a:path>
              </a:pathLst>
            </a:custGeom>
            <a:solidFill>
              <a:srgbClr val="007680"/>
            </a:solidFill>
            <a:ln w="6390" cap="flat">
              <a:noFill/>
              <a:prstDash val="solid"/>
              <a:miter/>
            </a:ln>
          </p:spPr>
          <p:txBody>
            <a:bodyPr rtlCol="0" anchor="ctr"/>
            <a:lstStyle/>
            <a:p>
              <a:endParaRPr lang="en-US"/>
            </a:p>
          </p:txBody>
        </p:sp>
      </p:grpSp>
      <p:grpSp>
        <p:nvGrpSpPr>
          <p:cNvPr id="423" name="Graphic 4">
            <a:extLst>
              <a:ext uri="{FF2B5EF4-FFF2-40B4-BE49-F238E27FC236}">
                <a16:creationId xmlns:a16="http://schemas.microsoft.com/office/drawing/2014/main" id="{C6A3E07A-C41E-8945-AC48-7718C176296E}"/>
              </a:ext>
            </a:extLst>
          </p:cNvPr>
          <p:cNvGrpSpPr/>
          <p:nvPr/>
        </p:nvGrpSpPr>
        <p:grpSpPr>
          <a:xfrm>
            <a:off x="8239823" y="1893013"/>
            <a:ext cx="361674" cy="361971"/>
            <a:chOff x="8239823" y="1893013"/>
            <a:chExt cx="361674" cy="361971"/>
          </a:xfrm>
          <a:solidFill>
            <a:srgbClr val="007680"/>
          </a:solidFill>
        </p:grpSpPr>
        <p:sp>
          <p:nvSpPr>
            <p:cNvPr id="424" name="Graphic 4">
              <a:extLst>
                <a:ext uri="{FF2B5EF4-FFF2-40B4-BE49-F238E27FC236}">
                  <a16:creationId xmlns:a16="http://schemas.microsoft.com/office/drawing/2014/main" id="{BE537307-1CF2-1940-BF67-39878DB0EF2C}"/>
                </a:ext>
              </a:extLst>
            </p:cNvPr>
            <p:cNvSpPr/>
            <p:nvPr/>
          </p:nvSpPr>
          <p:spPr>
            <a:xfrm>
              <a:off x="8346535" y="2008563"/>
              <a:ext cx="149524" cy="152577"/>
            </a:xfrm>
            <a:custGeom>
              <a:avLst/>
              <a:gdLst>
                <a:gd name="connsiteX0" fmla="*/ 15336 w 149524"/>
                <a:gd name="connsiteY0" fmla="*/ 152577 h 152577"/>
                <a:gd name="connsiteX1" fmla="*/ 133550 w 149524"/>
                <a:gd name="connsiteY1" fmla="*/ 152577 h 152577"/>
                <a:gd name="connsiteX2" fmla="*/ 149525 w 149524"/>
                <a:gd name="connsiteY2" fmla="*/ 0 h 152577"/>
                <a:gd name="connsiteX3" fmla="*/ 0 w 149524"/>
                <a:gd name="connsiteY3" fmla="*/ 0 h 152577"/>
              </a:gdLst>
              <a:ahLst/>
              <a:cxnLst>
                <a:cxn ang="0">
                  <a:pos x="connsiteX0" y="connsiteY0"/>
                </a:cxn>
                <a:cxn ang="0">
                  <a:pos x="connsiteX1" y="connsiteY1"/>
                </a:cxn>
                <a:cxn ang="0">
                  <a:pos x="connsiteX2" y="connsiteY2"/>
                </a:cxn>
                <a:cxn ang="0">
                  <a:pos x="connsiteX3" y="connsiteY3"/>
                </a:cxn>
              </a:cxnLst>
              <a:rect l="l" t="t" r="r" b="b"/>
              <a:pathLst>
                <a:path w="149524" h="152577">
                  <a:moveTo>
                    <a:pt x="15336" y="152577"/>
                  </a:moveTo>
                  <a:lnTo>
                    <a:pt x="133550" y="152577"/>
                  </a:lnTo>
                  <a:lnTo>
                    <a:pt x="149525" y="0"/>
                  </a:lnTo>
                  <a:lnTo>
                    <a:pt x="0" y="0"/>
                  </a:lnTo>
                  <a:close/>
                </a:path>
              </a:pathLst>
            </a:custGeom>
            <a:solidFill>
              <a:srgbClr val="007680"/>
            </a:solidFill>
            <a:ln w="6390" cap="flat">
              <a:noFill/>
              <a:prstDash val="solid"/>
              <a:miter/>
            </a:ln>
          </p:spPr>
          <p:txBody>
            <a:bodyPr rtlCol="0" anchor="ctr"/>
            <a:lstStyle/>
            <a:p>
              <a:endParaRPr lang="en-US"/>
            </a:p>
          </p:txBody>
        </p:sp>
        <p:sp>
          <p:nvSpPr>
            <p:cNvPr id="425" name="Graphic 4">
              <a:extLst>
                <a:ext uri="{FF2B5EF4-FFF2-40B4-BE49-F238E27FC236}">
                  <a16:creationId xmlns:a16="http://schemas.microsoft.com/office/drawing/2014/main" id="{210DDF66-C990-3146-B6FE-8734FFB28330}"/>
                </a:ext>
              </a:extLst>
            </p:cNvPr>
            <p:cNvSpPr/>
            <p:nvPr/>
          </p:nvSpPr>
          <p:spPr>
            <a:xfrm>
              <a:off x="8398933" y="1986857"/>
              <a:ext cx="42812" cy="8937"/>
            </a:xfrm>
            <a:custGeom>
              <a:avLst/>
              <a:gdLst>
                <a:gd name="connsiteX0" fmla="*/ 0 w 42812"/>
                <a:gd name="connsiteY0" fmla="*/ 0 h 8937"/>
                <a:gd name="connsiteX1" fmla="*/ 42812 w 42812"/>
                <a:gd name="connsiteY1" fmla="*/ 0 h 8937"/>
                <a:gd name="connsiteX2" fmla="*/ 42812 w 42812"/>
                <a:gd name="connsiteY2" fmla="*/ 8938 h 8937"/>
                <a:gd name="connsiteX3" fmla="*/ 0 w 42812"/>
                <a:gd name="connsiteY3" fmla="*/ 8938 h 8937"/>
              </a:gdLst>
              <a:ahLst/>
              <a:cxnLst>
                <a:cxn ang="0">
                  <a:pos x="connsiteX0" y="connsiteY0"/>
                </a:cxn>
                <a:cxn ang="0">
                  <a:pos x="connsiteX1" y="connsiteY1"/>
                </a:cxn>
                <a:cxn ang="0">
                  <a:pos x="connsiteX2" y="connsiteY2"/>
                </a:cxn>
                <a:cxn ang="0">
                  <a:pos x="connsiteX3" y="connsiteY3"/>
                </a:cxn>
              </a:cxnLst>
              <a:rect l="l" t="t" r="r" b="b"/>
              <a:pathLst>
                <a:path w="42812" h="8937">
                  <a:moveTo>
                    <a:pt x="0" y="0"/>
                  </a:moveTo>
                  <a:lnTo>
                    <a:pt x="42812" y="0"/>
                  </a:lnTo>
                  <a:lnTo>
                    <a:pt x="42812" y="8938"/>
                  </a:lnTo>
                  <a:lnTo>
                    <a:pt x="0" y="8938"/>
                  </a:lnTo>
                  <a:close/>
                </a:path>
              </a:pathLst>
            </a:custGeom>
            <a:solidFill>
              <a:srgbClr val="007680"/>
            </a:solidFill>
            <a:ln w="6390" cap="flat">
              <a:noFill/>
              <a:prstDash val="solid"/>
              <a:miter/>
            </a:ln>
          </p:spPr>
          <p:txBody>
            <a:bodyPr rtlCol="0" anchor="ctr"/>
            <a:lstStyle/>
            <a:p>
              <a:endParaRPr lang="en-US"/>
            </a:p>
          </p:txBody>
        </p:sp>
        <p:sp>
          <p:nvSpPr>
            <p:cNvPr id="426" name="Graphic 4">
              <a:extLst>
                <a:ext uri="{FF2B5EF4-FFF2-40B4-BE49-F238E27FC236}">
                  <a16:creationId xmlns:a16="http://schemas.microsoft.com/office/drawing/2014/main" id="{99193221-70FD-D042-A951-31E165387726}"/>
                </a:ext>
              </a:extLst>
            </p:cNvPr>
            <p:cNvSpPr/>
            <p:nvPr/>
          </p:nvSpPr>
          <p:spPr>
            <a:xfrm>
              <a:off x="8239823" y="1893013"/>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274767 w 361674"/>
                <a:gd name="connsiteY7" fmla="*/ 115550 h 361971"/>
                <a:gd name="connsiteX8" fmla="*/ 269016 w 361674"/>
                <a:gd name="connsiteY8" fmla="*/ 115550 h 361971"/>
                <a:gd name="connsiteX9" fmla="*/ 252403 w 361674"/>
                <a:gd name="connsiteY9" fmla="*/ 275150 h 361971"/>
                <a:gd name="connsiteX10" fmla="*/ 246013 w 361674"/>
                <a:gd name="connsiteY10" fmla="*/ 280895 h 361971"/>
                <a:gd name="connsiteX11" fmla="*/ 116297 w 361674"/>
                <a:gd name="connsiteY11" fmla="*/ 280895 h 361971"/>
                <a:gd name="connsiteX12" fmla="*/ 109907 w 361674"/>
                <a:gd name="connsiteY12" fmla="*/ 275150 h 361971"/>
                <a:gd name="connsiteX13" fmla="*/ 94571 w 361674"/>
                <a:gd name="connsiteY13" fmla="*/ 115550 h 361971"/>
                <a:gd name="connsiteX14" fmla="*/ 88181 w 361674"/>
                <a:gd name="connsiteY14" fmla="*/ 115550 h 361971"/>
                <a:gd name="connsiteX15" fmla="*/ 81792 w 361674"/>
                <a:gd name="connsiteY15" fmla="*/ 109166 h 361971"/>
                <a:gd name="connsiteX16" fmla="*/ 88181 w 361674"/>
                <a:gd name="connsiteY16" fmla="*/ 102782 h 361971"/>
                <a:gd name="connsiteX17" fmla="*/ 146969 w 361674"/>
                <a:gd name="connsiteY17" fmla="*/ 102782 h 361971"/>
                <a:gd name="connsiteX18" fmla="*/ 146969 w 361674"/>
                <a:gd name="connsiteY18" fmla="*/ 87461 h 361971"/>
                <a:gd name="connsiteX19" fmla="*/ 153358 w 361674"/>
                <a:gd name="connsiteY19" fmla="*/ 81077 h 361971"/>
                <a:gd name="connsiteX20" fmla="*/ 207673 w 361674"/>
                <a:gd name="connsiteY20" fmla="*/ 81077 h 361971"/>
                <a:gd name="connsiteX21" fmla="*/ 214063 w 361674"/>
                <a:gd name="connsiteY21" fmla="*/ 87461 h 361971"/>
                <a:gd name="connsiteX22" fmla="*/ 214063 w 361674"/>
                <a:gd name="connsiteY22" fmla="*/ 102782 h 361971"/>
                <a:gd name="connsiteX23" fmla="*/ 274128 w 361674"/>
                <a:gd name="connsiteY23" fmla="*/ 102782 h 361971"/>
                <a:gd name="connsiteX24" fmla="*/ 280518 w 361674"/>
                <a:gd name="connsiteY24" fmla="*/ 109166 h 361971"/>
                <a:gd name="connsiteX25" fmla="*/ 274767 w 361674"/>
                <a:gd name="connsiteY25" fmla="*/ 115550 h 361971"/>
                <a:gd name="connsiteX26" fmla="*/ 274767 w 361674"/>
                <a:gd name="connsiteY26" fmla="*/ 11555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1674" h="361971">
                  <a:moveTo>
                    <a:pt x="180836" y="0"/>
                  </a:moveTo>
                  <a:cubicBezTo>
                    <a:pt x="80513" y="0"/>
                    <a:pt x="0" y="81077"/>
                    <a:pt x="0" y="180667"/>
                  </a:cubicBezTo>
                  <a:cubicBezTo>
                    <a:pt x="0" y="280895"/>
                    <a:pt x="81152" y="361972"/>
                    <a:pt x="180836" y="361972"/>
                  </a:cubicBezTo>
                  <a:cubicBezTo>
                    <a:pt x="281157" y="361972"/>
                    <a:pt x="361670" y="280895"/>
                    <a:pt x="361670" y="181305"/>
                  </a:cubicBezTo>
                  <a:cubicBezTo>
                    <a:pt x="361670" y="181305"/>
                    <a:pt x="361670" y="181305"/>
                    <a:pt x="361670" y="181305"/>
                  </a:cubicBezTo>
                  <a:cubicBezTo>
                    <a:pt x="362309" y="81077"/>
                    <a:pt x="281157" y="0"/>
                    <a:pt x="180836" y="0"/>
                  </a:cubicBezTo>
                  <a:cubicBezTo>
                    <a:pt x="180836" y="0"/>
                    <a:pt x="180836" y="0"/>
                    <a:pt x="180836" y="0"/>
                  </a:cubicBezTo>
                  <a:close/>
                  <a:moveTo>
                    <a:pt x="274767" y="115550"/>
                  </a:moveTo>
                  <a:lnTo>
                    <a:pt x="269016" y="115550"/>
                  </a:lnTo>
                  <a:lnTo>
                    <a:pt x="252403" y="275150"/>
                  </a:lnTo>
                  <a:cubicBezTo>
                    <a:pt x="251764" y="278342"/>
                    <a:pt x="249208" y="280895"/>
                    <a:pt x="246013" y="280895"/>
                  </a:cubicBezTo>
                  <a:lnTo>
                    <a:pt x="116297" y="280895"/>
                  </a:lnTo>
                  <a:cubicBezTo>
                    <a:pt x="113102" y="280895"/>
                    <a:pt x="109907" y="278342"/>
                    <a:pt x="109907" y="275150"/>
                  </a:cubicBezTo>
                  <a:lnTo>
                    <a:pt x="94571" y="115550"/>
                  </a:lnTo>
                  <a:lnTo>
                    <a:pt x="88181" y="115550"/>
                  </a:lnTo>
                  <a:cubicBezTo>
                    <a:pt x="84347" y="115550"/>
                    <a:pt x="81792" y="112997"/>
                    <a:pt x="81792" y="109166"/>
                  </a:cubicBezTo>
                  <a:cubicBezTo>
                    <a:pt x="81792" y="105336"/>
                    <a:pt x="84347" y="102782"/>
                    <a:pt x="88181" y="102782"/>
                  </a:cubicBezTo>
                  <a:lnTo>
                    <a:pt x="146969" y="102782"/>
                  </a:lnTo>
                  <a:lnTo>
                    <a:pt x="146969" y="87461"/>
                  </a:lnTo>
                  <a:cubicBezTo>
                    <a:pt x="146969" y="83630"/>
                    <a:pt x="149525" y="81077"/>
                    <a:pt x="153358" y="81077"/>
                  </a:cubicBezTo>
                  <a:lnTo>
                    <a:pt x="207673" y="81077"/>
                  </a:lnTo>
                  <a:cubicBezTo>
                    <a:pt x="211507" y="81077"/>
                    <a:pt x="214063" y="83630"/>
                    <a:pt x="214063" y="87461"/>
                  </a:cubicBezTo>
                  <a:lnTo>
                    <a:pt x="214063" y="102782"/>
                  </a:lnTo>
                  <a:lnTo>
                    <a:pt x="274128" y="102782"/>
                  </a:lnTo>
                  <a:cubicBezTo>
                    <a:pt x="277962" y="102782"/>
                    <a:pt x="280518" y="105336"/>
                    <a:pt x="280518" y="109166"/>
                  </a:cubicBezTo>
                  <a:cubicBezTo>
                    <a:pt x="280518" y="112997"/>
                    <a:pt x="277962" y="115550"/>
                    <a:pt x="274767" y="115550"/>
                  </a:cubicBezTo>
                  <a:lnTo>
                    <a:pt x="274767" y="115550"/>
                  </a:lnTo>
                  <a:close/>
                </a:path>
              </a:pathLst>
            </a:custGeom>
            <a:solidFill>
              <a:srgbClr val="007680"/>
            </a:solidFill>
            <a:ln w="6390" cap="flat">
              <a:noFill/>
              <a:prstDash val="solid"/>
              <a:miter/>
            </a:ln>
          </p:spPr>
          <p:txBody>
            <a:bodyPr rtlCol="0" anchor="ctr"/>
            <a:lstStyle/>
            <a:p>
              <a:endParaRPr lang="en-US"/>
            </a:p>
          </p:txBody>
        </p:sp>
      </p:grpSp>
      <p:grpSp>
        <p:nvGrpSpPr>
          <p:cNvPr id="427" name="Graphic 4">
            <a:extLst>
              <a:ext uri="{FF2B5EF4-FFF2-40B4-BE49-F238E27FC236}">
                <a16:creationId xmlns:a16="http://schemas.microsoft.com/office/drawing/2014/main" id="{C85F22DE-ED10-E943-99AF-5EB82B369E09}"/>
              </a:ext>
            </a:extLst>
          </p:cNvPr>
          <p:cNvGrpSpPr/>
          <p:nvPr/>
        </p:nvGrpSpPr>
        <p:grpSpPr>
          <a:xfrm>
            <a:off x="8239823" y="2371173"/>
            <a:ext cx="361674" cy="361971"/>
            <a:chOff x="8239823" y="2371173"/>
            <a:chExt cx="361674" cy="361971"/>
          </a:xfrm>
          <a:solidFill>
            <a:srgbClr val="007680"/>
          </a:solidFill>
        </p:grpSpPr>
        <p:sp>
          <p:nvSpPr>
            <p:cNvPr id="428" name="Graphic 4">
              <a:extLst>
                <a:ext uri="{FF2B5EF4-FFF2-40B4-BE49-F238E27FC236}">
                  <a16:creationId xmlns:a16="http://schemas.microsoft.com/office/drawing/2014/main" id="{68A5EFA6-263F-034B-AA02-CA933E4C23F9}"/>
                </a:ext>
              </a:extLst>
            </p:cNvPr>
            <p:cNvSpPr/>
            <p:nvPr/>
          </p:nvSpPr>
          <p:spPr>
            <a:xfrm>
              <a:off x="8404045" y="2460549"/>
              <a:ext cx="33227" cy="8937"/>
            </a:xfrm>
            <a:custGeom>
              <a:avLst/>
              <a:gdLst>
                <a:gd name="connsiteX0" fmla="*/ 0 w 33227"/>
                <a:gd name="connsiteY0" fmla="*/ 0 h 8937"/>
                <a:gd name="connsiteX1" fmla="*/ 33227 w 33227"/>
                <a:gd name="connsiteY1" fmla="*/ 0 h 8937"/>
                <a:gd name="connsiteX2" fmla="*/ 33227 w 33227"/>
                <a:gd name="connsiteY2" fmla="*/ 8937 h 8937"/>
                <a:gd name="connsiteX3" fmla="*/ 0 w 33227"/>
                <a:gd name="connsiteY3" fmla="*/ 8937 h 8937"/>
              </a:gdLst>
              <a:ahLst/>
              <a:cxnLst>
                <a:cxn ang="0">
                  <a:pos x="connsiteX0" y="connsiteY0"/>
                </a:cxn>
                <a:cxn ang="0">
                  <a:pos x="connsiteX1" y="connsiteY1"/>
                </a:cxn>
                <a:cxn ang="0">
                  <a:pos x="connsiteX2" y="connsiteY2"/>
                </a:cxn>
                <a:cxn ang="0">
                  <a:pos x="connsiteX3" y="connsiteY3"/>
                </a:cxn>
              </a:cxnLst>
              <a:rect l="l" t="t" r="r" b="b"/>
              <a:pathLst>
                <a:path w="33227" h="8937">
                  <a:moveTo>
                    <a:pt x="0" y="0"/>
                  </a:moveTo>
                  <a:lnTo>
                    <a:pt x="33227" y="0"/>
                  </a:lnTo>
                  <a:lnTo>
                    <a:pt x="33227" y="8937"/>
                  </a:lnTo>
                  <a:lnTo>
                    <a:pt x="0" y="8937"/>
                  </a:lnTo>
                  <a:close/>
                </a:path>
              </a:pathLst>
            </a:custGeom>
            <a:solidFill>
              <a:srgbClr val="007680"/>
            </a:solidFill>
            <a:ln w="6390" cap="flat">
              <a:noFill/>
              <a:prstDash val="solid"/>
              <a:miter/>
            </a:ln>
          </p:spPr>
          <p:txBody>
            <a:bodyPr rtlCol="0" anchor="ctr"/>
            <a:lstStyle/>
            <a:p>
              <a:endParaRPr lang="en-US"/>
            </a:p>
          </p:txBody>
        </p:sp>
        <p:sp>
          <p:nvSpPr>
            <p:cNvPr id="429" name="Graphic 4">
              <a:extLst>
                <a:ext uri="{FF2B5EF4-FFF2-40B4-BE49-F238E27FC236}">
                  <a16:creationId xmlns:a16="http://schemas.microsoft.com/office/drawing/2014/main" id="{FD3F392F-A7FC-5F43-94C1-B1FB55333095}"/>
                </a:ext>
              </a:extLst>
            </p:cNvPr>
            <p:cNvSpPr/>
            <p:nvPr/>
          </p:nvSpPr>
          <p:spPr>
            <a:xfrm>
              <a:off x="8239823" y="2371173"/>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139940 w 361674"/>
                <a:gd name="connsiteY7" fmla="*/ 285364 h 361971"/>
                <a:gd name="connsiteX8" fmla="*/ 103517 w 361674"/>
                <a:gd name="connsiteY8" fmla="*/ 248975 h 361971"/>
                <a:gd name="connsiteX9" fmla="*/ 139940 w 361674"/>
                <a:gd name="connsiteY9" fmla="*/ 213225 h 361971"/>
                <a:gd name="connsiteX10" fmla="*/ 176362 w 361674"/>
                <a:gd name="connsiteY10" fmla="*/ 248975 h 361971"/>
                <a:gd name="connsiteX11" fmla="*/ 139940 w 361674"/>
                <a:gd name="connsiteY11" fmla="*/ 285364 h 361971"/>
                <a:gd name="connsiteX12" fmla="*/ 139940 w 361674"/>
                <a:gd name="connsiteY12" fmla="*/ 285364 h 361971"/>
                <a:gd name="connsiteX13" fmla="*/ 258792 w 361674"/>
                <a:gd name="connsiteY13" fmla="*/ 111081 h 361971"/>
                <a:gd name="connsiteX14" fmla="*/ 253680 w 361674"/>
                <a:gd name="connsiteY14" fmla="*/ 111081 h 361971"/>
                <a:gd name="connsiteX15" fmla="*/ 239623 w 361674"/>
                <a:gd name="connsiteY15" fmla="*/ 270043 h 361971"/>
                <a:gd name="connsiteX16" fmla="*/ 233233 w 361674"/>
                <a:gd name="connsiteY16" fmla="*/ 275788 h 361971"/>
                <a:gd name="connsiteX17" fmla="*/ 180196 w 361674"/>
                <a:gd name="connsiteY17" fmla="*/ 275788 h 361971"/>
                <a:gd name="connsiteX18" fmla="*/ 173806 w 361674"/>
                <a:gd name="connsiteY18" fmla="*/ 269404 h 361971"/>
                <a:gd name="connsiteX19" fmla="*/ 180196 w 361674"/>
                <a:gd name="connsiteY19" fmla="*/ 263020 h 361971"/>
                <a:gd name="connsiteX20" fmla="*/ 227482 w 361674"/>
                <a:gd name="connsiteY20" fmla="*/ 263020 h 361971"/>
                <a:gd name="connsiteX21" fmla="*/ 240900 w 361674"/>
                <a:gd name="connsiteY21" fmla="*/ 110443 h 361971"/>
                <a:gd name="connsiteX22" fmla="*/ 125881 w 361674"/>
                <a:gd name="connsiteY22" fmla="*/ 110443 h 361971"/>
                <a:gd name="connsiteX23" fmla="*/ 126521 w 361674"/>
                <a:gd name="connsiteY23" fmla="*/ 208118 h 361971"/>
                <a:gd name="connsiteX24" fmla="*/ 120131 w 361674"/>
                <a:gd name="connsiteY24" fmla="*/ 214502 h 361971"/>
                <a:gd name="connsiteX25" fmla="*/ 120131 w 361674"/>
                <a:gd name="connsiteY25" fmla="*/ 214502 h 361971"/>
                <a:gd name="connsiteX26" fmla="*/ 113741 w 361674"/>
                <a:gd name="connsiteY26" fmla="*/ 208118 h 361971"/>
                <a:gd name="connsiteX27" fmla="*/ 113102 w 361674"/>
                <a:gd name="connsiteY27" fmla="*/ 110443 h 361971"/>
                <a:gd name="connsiteX28" fmla="*/ 104156 w 361674"/>
                <a:gd name="connsiteY28" fmla="*/ 110443 h 361971"/>
                <a:gd name="connsiteX29" fmla="*/ 97766 w 361674"/>
                <a:gd name="connsiteY29" fmla="*/ 104059 h 361971"/>
                <a:gd name="connsiteX30" fmla="*/ 104156 w 361674"/>
                <a:gd name="connsiteY30" fmla="*/ 97675 h 361971"/>
                <a:gd name="connsiteX31" fmla="*/ 152081 w 361674"/>
                <a:gd name="connsiteY31" fmla="*/ 97675 h 361971"/>
                <a:gd name="connsiteX32" fmla="*/ 152081 w 361674"/>
                <a:gd name="connsiteY32" fmla="*/ 82354 h 361971"/>
                <a:gd name="connsiteX33" fmla="*/ 158471 w 361674"/>
                <a:gd name="connsiteY33" fmla="*/ 75970 h 361971"/>
                <a:gd name="connsiteX34" fmla="*/ 204478 w 361674"/>
                <a:gd name="connsiteY34" fmla="*/ 75970 h 361971"/>
                <a:gd name="connsiteX35" fmla="*/ 210868 w 361674"/>
                <a:gd name="connsiteY35" fmla="*/ 82354 h 361971"/>
                <a:gd name="connsiteX36" fmla="*/ 210868 w 361674"/>
                <a:gd name="connsiteY36" fmla="*/ 97675 h 361971"/>
                <a:gd name="connsiteX37" fmla="*/ 259431 w 361674"/>
                <a:gd name="connsiteY37" fmla="*/ 97675 h 361971"/>
                <a:gd name="connsiteX38" fmla="*/ 265821 w 361674"/>
                <a:gd name="connsiteY38" fmla="*/ 104059 h 361971"/>
                <a:gd name="connsiteX39" fmla="*/ 258792 w 361674"/>
                <a:gd name="connsiteY39" fmla="*/ 111081 h 361971"/>
                <a:gd name="connsiteX40" fmla="*/ 258792 w 361674"/>
                <a:gd name="connsiteY40" fmla="*/ 11108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1674" h="361971">
                  <a:moveTo>
                    <a:pt x="180836" y="0"/>
                  </a:moveTo>
                  <a:cubicBezTo>
                    <a:pt x="80513" y="0"/>
                    <a:pt x="0" y="81077"/>
                    <a:pt x="0" y="180667"/>
                  </a:cubicBezTo>
                  <a:cubicBezTo>
                    <a:pt x="0" y="280895"/>
                    <a:pt x="81152" y="361972"/>
                    <a:pt x="180836" y="361972"/>
                  </a:cubicBezTo>
                  <a:cubicBezTo>
                    <a:pt x="281157" y="361972"/>
                    <a:pt x="361670" y="280895"/>
                    <a:pt x="361670" y="181305"/>
                  </a:cubicBezTo>
                  <a:cubicBezTo>
                    <a:pt x="361670" y="181305"/>
                    <a:pt x="361670" y="181305"/>
                    <a:pt x="361670" y="181305"/>
                  </a:cubicBezTo>
                  <a:cubicBezTo>
                    <a:pt x="362309" y="81077"/>
                    <a:pt x="281157" y="0"/>
                    <a:pt x="180836" y="0"/>
                  </a:cubicBezTo>
                  <a:cubicBezTo>
                    <a:pt x="180836" y="0"/>
                    <a:pt x="180836" y="0"/>
                    <a:pt x="180836" y="0"/>
                  </a:cubicBezTo>
                  <a:close/>
                  <a:moveTo>
                    <a:pt x="139940" y="285364"/>
                  </a:moveTo>
                  <a:cubicBezTo>
                    <a:pt x="120131" y="285364"/>
                    <a:pt x="103517" y="269404"/>
                    <a:pt x="103517" y="248975"/>
                  </a:cubicBezTo>
                  <a:cubicBezTo>
                    <a:pt x="103517" y="229185"/>
                    <a:pt x="119492" y="213225"/>
                    <a:pt x="139940" y="213225"/>
                  </a:cubicBezTo>
                  <a:cubicBezTo>
                    <a:pt x="159748" y="213225"/>
                    <a:pt x="176362" y="229185"/>
                    <a:pt x="176362" y="248975"/>
                  </a:cubicBezTo>
                  <a:cubicBezTo>
                    <a:pt x="175723" y="269404"/>
                    <a:pt x="159748" y="285364"/>
                    <a:pt x="139940" y="285364"/>
                  </a:cubicBezTo>
                  <a:lnTo>
                    <a:pt x="139940" y="285364"/>
                  </a:lnTo>
                  <a:close/>
                  <a:moveTo>
                    <a:pt x="258792" y="111081"/>
                  </a:moveTo>
                  <a:lnTo>
                    <a:pt x="253680" y="111081"/>
                  </a:lnTo>
                  <a:lnTo>
                    <a:pt x="239623" y="270043"/>
                  </a:lnTo>
                  <a:cubicBezTo>
                    <a:pt x="239623" y="273235"/>
                    <a:pt x="236428" y="275788"/>
                    <a:pt x="233233" y="275788"/>
                  </a:cubicBezTo>
                  <a:lnTo>
                    <a:pt x="180196" y="275788"/>
                  </a:lnTo>
                  <a:cubicBezTo>
                    <a:pt x="176362" y="275788"/>
                    <a:pt x="173806" y="273235"/>
                    <a:pt x="173806" y="269404"/>
                  </a:cubicBezTo>
                  <a:cubicBezTo>
                    <a:pt x="173806" y="265574"/>
                    <a:pt x="176362" y="263020"/>
                    <a:pt x="180196" y="263020"/>
                  </a:cubicBezTo>
                  <a:lnTo>
                    <a:pt x="227482" y="263020"/>
                  </a:lnTo>
                  <a:lnTo>
                    <a:pt x="240900" y="110443"/>
                  </a:lnTo>
                  <a:lnTo>
                    <a:pt x="125881" y="110443"/>
                  </a:lnTo>
                  <a:lnTo>
                    <a:pt x="126521" y="208118"/>
                  </a:lnTo>
                  <a:cubicBezTo>
                    <a:pt x="126521" y="211948"/>
                    <a:pt x="123965" y="214502"/>
                    <a:pt x="120131" y="214502"/>
                  </a:cubicBezTo>
                  <a:lnTo>
                    <a:pt x="120131" y="214502"/>
                  </a:lnTo>
                  <a:cubicBezTo>
                    <a:pt x="116297" y="214502"/>
                    <a:pt x="113741" y="211948"/>
                    <a:pt x="113741" y="208118"/>
                  </a:cubicBezTo>
                  <a:lnTo>
                    <a:pt x="113102" y="110443"/>
                  </a:lnTo>
                  <a:lnTo>
                    <a:pt x="104156" y="110443"/>
                  </a:lnTo>
                  <a:cubicBezTo>
                    <a:pt x="100322" y="110443"/>
                    <a:pt x="97766" y="107889"/>
                    <a:pt x="97766" y="104059"/>
                  </a:cubicBezTo>
                  <a:cubicBezTo>
                    <a:pt x="97766" y="100229"/>
                    <a:pt x="100322" y="97675"/>
                    <a:pt x="104156" y="97675"/>
                  </a:cubicBezTo>
                  <a:lnTo>
                    <a:pt x="152081" y="97675"/>
                  </a:lnTo>
                  <a:lnTo>
                    <a:pt x="152081" y="82354"/>
                  </a:lnTo>
                  <a:cubicBezTo>
                    <a:pt x="152081" y="78523"/>
                    <a:pt x="154636" y="75970"/>
                    <a:pt x="158471" y="75970"/>
                  </a:cubicBezTo>
                  <a:lnTo>
                    <a:pt x="204478" y="75970"/>
                  </a:lnTo>
                  <a:cubicBezTo>
                    <a:pt x="208312" y="75970"/>
                    <a:pt x="210868" y="78523"/>
                    <a:pt x="210868" y="82354"/>
                  </a:cubicBezTo>
                  <a:lnTo>
                    <a:pt x="210868" y="97675"/>
                  </a:lnTo>
                  <a:lnTo>
                    <a:pt x="259431" y="97675"/>
                  </a:lnTo>
                  <a:cubicBezTo>
                    <a:pt x="263265" y="97675"/>
                    <a:pt x="265821" y="100229"/>
                    <a:pt x="265821" y="104059"/>
                  </a:cubicBezTo>
                  <a:cubicBezTo>
                    <a:pt x="265821" y="107889"/>
                    <a:pt x="262626" y="110443"/>
                    <a:pt x="258792" y="111081"/>
                  </a:cubicBezTo>
                  <a:lnTo>
                    <a:pt x="258792" y="111081"/>
                  </a:lnTo>
                  <a:close/>
                </a:path>
              </a:pathLst>
            </a:custGeom>
            <a:solidFill>
              <a:srgbClr val="007680"/>
            </a:solidFill>
            <a:ln w="6390" cap="flat">
              <a:noFill/>
              <a:prstDash val="solid"/>
              <a:miter/>
            </a:ln>
          </p:spPr>
          <p:txBody>
            <a:bodyPr rtlCol="0" anchor="ctr"/>
            <a:lstStyle/>
            <a:p>
              <a:endParaRPr lang="en-US"/>
            </a:p>
          </p:txBody>
        </p:sp>
        <p:sp>
          <p:nvSpPr>
            <p:cNvPr id="430" name="Graphic 4">
              <a:extLst>
                <a:ext uri="{FF2B5EF4-FFF2-40B4-BE49-F238E27FC236}">
                  <a16:creationId xmlns:a16="http://schemas.microsoft.com/office/drawing/2014/main" id="{84D89539-3E13-AF49-99F1-DDE47DFBCC86}"/>
                </a:ext>
              </a:extLst>
            </p:cNvPr>
            <p:cNvSpPr/>
            <p:nvPr/>
          </p:nvSpPr>
          <p:spPr>
            <a:xfrm>
              <a:off x="8356120" y="2597166"/>
              <a:ext cx="47285" cy="47241"/>
            </a:xfrm>
            <a:custGeom>
              <a:avLst/>
              <a:gdLst>
                <a:gd name="connsiteX0" fmla="*/ 47285 w 47285"/>
                <a:gd name="connsiteY0" fmla="*/ 23621 h 47241"/>
                <a:gd name="connsiteX1" fmla="*/ 23643 w 47285"/>
                <a:gd name="connsiteY1" fmla="*/ 47242 h 47241"/>
                <a:gd name="connsiteX2" fmla="*/ 0 w 47285"/>
                <a:gd name="connsiteY2" fmla="*/ 23621 h 47241"/>
                <a:gd name="connsiteX3" fmla="*/ 23643 w 47285"/>
                <a:gd name="connsiteY3" fmla="*/ 0 h 47241"/>
                <a:gd name="connsiteX4" fmla="*/ 47285 w 47285"/>
                <a:gd name="connsiteY4" fmla="*/ 23621 h 47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85" h="47241">
                  <a:moveTo>
                    <a:pt x="47285" y="23621"/>
                  </a:moveTo>
                  <a:cubicBezTo>
                    <a:pt x="47285" y="36666"/>
                    <a:pt x="36700" y="47242"/>
                    <a:pt x="23643" y="47242"/>
                  </a:cubicBezTo>
                  <a:cubicBezTo>
                    <a:pt x="10585" y="47242"/>
                    <a:pt x="0" y="36666"/>
                    <a:pt x="0" y="23621"/>
                  </a:cubicBezTo>
                  <a:cubicBezTo>
                    <a:pt x="0" y="10575"/>
                    <a:pt x="10585" y="0"/>
                    <a:pt x="23643" y="0"/>
                  </a:cubicBezTo>
                  <a:cubicBezTo>
                    <a:pt x="36700" y="0"/>
                    <a:pt x="47285" y="10575"/>
                    <a:pt x="47285" y="23621"/>
                  </a:cubicBezTo>
                  <a:close/>
                </a:path>
              </a:pathLst>
            </a:custGeom>
            <a:solidFill>
              <a:srgbClr val="007680"/>
            </a:solidFill>
            <a:ln w="6390" cap="flat">
              <a:noFill/>
              <a:prstDash val="solid"/>
              <a:miter/>
            </a:ln>
          </p:spPr>
          <p:txBody>
            <a:bodyPr rtlCol="0" anchor="ctr"/>
            <a:lstStyle/>
            <a:p>
              <a:endParaRPr lang="en-US"/>
            </a:p>
          </p:txBody>
        </p:sp>
      </p:grpSp>
      <p:grpSp>
        <p:nvGrpSpPr>
          <p:cNvPr id="431" name="Graphic 4">
            <a:extLst>
              <a:ext uri="{FF2B5EF4-FFF2-40B4-BE49-F238E27FC236}">
                <a16:creationId xmlns:a16="http://schemas.microsoft.com/office/drawing/2014/main" id="{C33F374E-4C73-A74D-B939-432F8FA99F50}"/>
              </a:ext>
            </a:extLst>
          </p:cNvPr>
          <p:cNvGrpSpPr/>
          <p:nvPr/>
        </p:nvGrpSpPr>
        <p:grpSpPr>
          <a:xfrm>
            <a:off x="8239823" y="2855717"/>
            <a:ext cx="362309" cy="361971"/>
            <a:chOff x="8239823" y="2855717"/>
            <a:chExt cx="362309" cy="361971"/>
          </a:xfrm>
          <a:solidFill>
            <a:srgbClr val="007680"/>
          </a:solidFill>
        </p:grpSpPr>
        <p:sp>
          <p:nvSpPr>
            <p:cNvPr id="432" name="Graphic 4">
              <a:extLst>
                <a:ext uri="{FF2B5EF4-FFF2-40B4-BE49-F238E27FC236}">
                  <a16:creationId xmlns:a16="http://schemas.microsoft.com/office/drawing/2014/main" id="{FCCE0718-2E28-3B4F-9659-7237A6750E85}"/>
                </a:ext>
              </a:extLst>
            </p:cNvPr>
            <p:cNvSpPr/>
            <p:nvPr/>
          </p:nvSpPr>
          <p:spPr>
            <a:xfrm>
              <a:off x="8349730" y="2951477"/>
              <a:ext cx="142495" cy="169813"/>
            </a:xfrm>
            <a:custGeom>
              <a:avLst/>
              <a:gdLst>
                <a:gd name="connsiteX0" fmla="*/ 118214 w 142495"/>
                <a:gd name="connsiteY0" fmla="*/ 47880 h 169813"/>
                <a:gd name="connsiteX1" fmla="*/ 111824 w 142495"/>
                <a:gd name="connsiteY1" fmla="*/ 54264 h 169813"/>
                <a:gd name="connsiteX2" fmla="*/ 30672 w 142495"/>
                <a:gd name="connsiteY2" fmla="*/ 54264 h 169813"/>
                <a:gd name="connsiteX3" fmla="*/ 24282 w 142495"/>
                <a:gd name="connsiteY3" fmla="*/ 47880 h 169813"/>
                <a:gd name="connsiteX4" fmla="*/ 24282 w 142495"/>
                <a:gd name="connsiteY4" fmla="*/ 0 h 169813"/>
                <a:gd name="connsiteX5" fmla="*/ 0 w 142495"/>
                <a:gd name="connsiteY5" fmla="*/ 0 h 169813"/>
                <a:gd name="connsiteX6" fmla="*/ 0 w 142495"/>
                <a:gd name="connsiteY6" fmla="*/ 169814 h 169813"/>
                <a:gd name="connsiteX7" fmla="*/ 142496 w 142495"/>
                <a:gd name="connsiteY7" fmla="*/ 169814 h 169813"/>
                <a:gd name="connsiteX8" fmla="*/ 142496 w 142495"/>
                <a:gd name="connsiteY8" fmla="*/ 0 h 169813"/>
                <a:gd name="connsiteX9" fmla="*/ 118214 w 142495"/>
                <a:gd name="connsiteY9" fmla="*/ 0 h 169813"/>
                <a:gd name="connsiteX10" fmla="*/ 118214 w 142495"/>
                <a:gd name="connsiteY10" fmla="*/ 47880 h 169813"/>
                <a:gd name="connsiteX11" fmla="*/ 69012 w 142495"/>
                <a:gd name="connsiteY11" fmla="*/ 158323 h 169813"/>
                <a:gd name="connsiteX12" fmla="*/ 26838 w 142495"/>
                <a:gd name="connsiteY12" fmla="*/ 116188 h 169813"/>
                <a:gd name="connsiteX13" fmla="*/ 33228 w 142495"/>
                <a:gd name="connsiteY13" fmla="*/ 109804 h 169813"/>
                <a:gd name="connsiteX14" fmla="*/ 39618 w 142495"/>
                <a:gd name="connsiteY14" fmla="*/ 116188 h 169813"/>
                <a:gd name="connsiteX15" fmla="*/ 69012 w 142495"/>
                <a:gd name="connsiteY15" fmla="*/ 146193 h 169813"/>
                <a:gd name="connsiteX16" fmla="*/ 99044 w 142495"/>
                <a:gd name="connsiteY16" fmla="*/ 116827 h 169813"/>
                <a:gd name="connsiteX17" fmla="*/ 69650 w 142495"/>
                <a:gd name="connsiteY17" fmla="*/ 86822 h 169813"/>
                <a:gd name="connsiteX18" fmla="*/ 54314 w 142495"/>
                <a:gd name="connsiteY18" fmla="*/ 90652 h 169813"/>
                <a:gd name="connsiteX19" fmla="*/ 62622 w 142495"/>
                <a:gd name="connsiteY19" fmla="*/ 90652 h 169813"/>
                <a:gd name="connsiteX20" fmla="*/ 69012 w 142495"/>
                <a:gd name="connsiteY20" fmla="*/ 97036 h 169813"/>
                <a:gd name="connsiteX21" fmla="*/ 62622 w 142495"/>
                <a:gd name="connsiteY21" fmla="*/ 103420 h 169813"/>
                <a:gd name="connsiteX22" fmla="*/ 39618 w 142495"/>
                <a:gd name="connsiteY22" fmla="*/ 103420 h 169813"/>
                <a:gd name="connsiteX23" fmla="*/ 33228 w 142495"/>
                <a:gd name="connsiteY23" fmla="*/ 97036 h 169813"/>
                <a:gd name="connsiteX24" fmla="*/ 33228 w 142495"/>
                <a:gd name="connsiteY24" fmla="*/ 97036 h 169813"/>
                <a:gd name="connsiteX25" fmla="*/ 33228 w 142495"/>
                <a:gd name="connsiteY25" fmla="*/ 74692 h 169813"/>
                <a:gd name="connsiteX26" fmla="*/ 39618 w 142495"/>
                <a:gd name="connsiteY26" fmla="*/ 68308 h 169813"/>
                <a:gd name="connsiteX27" fmla="*/ 46008 w 142495"/>
                <a:gd name="connsiteY27" fmla="*/ 74692 h 169813"/>
                <a:gd name="connsiteX28" fmla="*/ 46008 w 142495"/>
                <a:gd name="connsiteY28" fmla="*/ 81076 h 169813"/>
                <a:gd name="connsiteX29" fmla="*/ 104795 w 142495"/>
                <a:gd name="connsiteY29" fmla="*/ 93206 h 169813"/>
                <a:gd name="connsiteX30" fmla="*/ 92654 w 142495"/>
                <a:gd name="connsiteY30" fmla="*/ 151939 h 169813"/>
                <a:gd name="connsiteX31" fmla="*/ 69012 w 142495"/>
                <a:gd name="connsiteY31" fmla="*/ 158323 h 169813"/>
                <a:gd name="connsiteX32" fmla="*/ 69012 w 142495"/>
                <a:gd name="connsiteY32" fmla="*/ 158323 h 16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42495" h="169813">
                  <a:moveTo>
                    <a:pt x="118214" y="47880"/>
                  </a:moveTo>
                  <a:cubicBezTo>
                    <a:pt x="118214" y="51710"/>
                    <a:pt x="115658" y="54264"/>
                    <a:pt x="111824" y="54264"/>
                  </a:cubicBezTo>
                  <a:lnTo>
                    <a:pt x="30672" y="54264"/>
                  </a:lnTo>
                  <a:cubicBezTo>
                    <a:pt x="26838" y="54264"/>
                    <a:pt x="24282" y="51710"/>
                    <a:pt x="24282" y="47880"/>
                  </a:cubicBezTo>
                  <a:lnTo>
                    <a:pt x="24282" y="0"/>
                  </a:lnTo>
                  <a:lnTo>
                    <a:pt x="0" y="0"/>
                  </a:lnTo>
                  <a:lnTo>
                    <a:pt x="0" y="169814"/>
                  </a:lnTo>
                  <a:lnTo>
                    <a:pt x="142496" y="169814"/>
                  </a:lnTo>
                  <a:lnTo>
                    <a:pt x="142496" y="0"/>
                  </a:lnTo>
                  <a:lnTo>
                    <a:pt x="118214" y="0"/>
                  </a:lnTo>
                  <a:lnTo>
                    <a:pt x="118214" y="47880"/>
                  </a:lnTo>
                  <a:close/>
                  <a:moveTo>
                    <a:pt x="69012" y="158323"/>
                  </a:moveTo>
                  <a:cubicBezTo>
                    <a:pt x="45369" y="158323"/>
                    <a:pt x="26838" y="139171"/>
                    <a:pt x="26838" y="116188"/>
                  </a:cubicBezTo>
                  <a:cubicBezTo>
                    <a:pt x="26838" y="112358"/>
                    <a:pt x="29394" y="109804"/>
                    <a:pt x="33228" y="109804"/>
                  </a:cubicBezTo>
                  <a:cubicBezTo>
                    <a:pt x="37062" y="109804"/>
                    <a:pt x="39618" y="112358"/>
                    <a:pt x="39618" y="116188"/>
                  </a:cubicBezTo>
                  <a:cubicBezTo>
                    <a:pt x="39618" y="132787"/>
                    <a:pt x="53037" y="146193"/>
                    <a:pt x="69012" y="146193"/>
                  </a:cubicBezTo>
                  <a:cubicBezTo>
                    <a:pt x="84986" y="146193"/>
                    <a:pt x="99044" y="132787"/>
                    <a:pt x="99044" y="116827"/>
                  </a:cubicBezTo>
                  <a:cubicBezTo>
                    <a:pt x="99044" y="100228"/>
                    <a:pt x="85625" y="86822"/>
                    <a:pt x="69650" y="86822"/>
                  </a:cubicBezTo>
                  <a:cubicBezTo>
                    <a:pt x="64539" y="86822"/>
                    <a:pt x="58788" y="88099"/>
                    <a:pt x="54314" y="90652"/>
                  </a:cubicBezTo>
                  <a:lnTo>
                    <a:pt x="62622" y="90652"/>
                  </a:lnTo>
                  <a:cubicBezTo>
                    <a:pt x="66456" y="90652"/>
                    <a:pt x="69012" y="93206"/>
                    <a:pt x="69012" y="97036"/>
                  </a:cubicBezTo>
                  <a:cubicBezTo>
                    <a:pt x="69012" y="100867"/>
                    <a:pt x="66456" y="103420"/>
                    <a:pt x="62622" y="103420"/>
                  </a:cubicBezTo>
                  <a:lnTo>
                    <a:pt x="39618" y="103420"/>
                  </a:lnTo>
                  <a:cubicBezTo>
                    <a:pt x="35784" y="103420"/>
                    <a:pt x="33228" y="100867"/>
                    <a:pt x="33228" y="97036"/>
                  </a:cubicBezTo>
                  <a:lnTo>
                    <a:pt x="33228" y="97036"/>
                  </a:lnTo>
                  <a:lnTo>
                    <a:pt x="33228" y="74692"/>
                  </a:lnTo>
                  <a:cubicBezTo>
                    <a:pt x="33228" y="70862"/>
                    <a:pt x="35784" y="68308"/>
                    <a:pt x="39618" y="68308"/>
                  </a:cubicBezTo>
                  <a:cubicBezTo>
                    <a:pt x="43452" y="68308"/>
                    <a:pt x="46008" y="70862"/>
                    <a:pt x="46008" y="74692"/>
                  </a:cubicBezTo>
                  <a:lnTo>
                    <a:pt x="46008" y="81076"/>
                  </a:lnTo>
                  <a:cubicBezTo>
                    <a:pt x="65817" y="68308"/>
                    <a:pt x="92015" y="74054"/>
                    <a:pt x="104795" y="93206"/>
                  </a:cubicBezTo>
                  <a:cubicBezTo>
                    <a:pt x="117575" y="112996"/>
                    <a:pt x="111824" y="139171"/>
                    <a:pt x="92654" y="151939"/>
                  </a:cubicBezTo>
                  <a:cubicBezTo>
                    <a:pt x="85625" y="155769"/>
                    <a:pt x="77319" y="158323"/>
                    <a:pt x="69012" y="158323"/>
                  </a:cubicBezTo>
                  <a:lnTo>
                    <a:pt x="69012" y="158323"/>
                  </a:lnTo>
                  <a:close/>
                </a:path>
              </a:pathLst>
            </a:custGeom>
            <a:solidFill>
              <a:srgbClr val="007680"/>
            </a:solidFill>
            <a:ln w="6390" cap="flat">
              <a:noFill/>
              <a:prstDash val="solid"/>
              <a:miter/>
            </a:ln>
          </p:spPr>
          <p:txBody>
            <a:bodyPr rtlCol="0" anchor="ctr"/>
            <a:lstStyle/>
            <a:p>
              <a:endParaRPr lang="en-US"/>
            </a:p>
          </p:txBody>
        </p:sp>
        <p:sp>
          <p:nvSpPr>
            <p:cNvPr id="433" name="Graphic 4">
              <a:extLst>
                <a:ext uri="{FF2B5EF4-FFF2-40B4-BE49-F238E27FC236}">
                  <a16:creationId xmlns:a16="http://schemas.microsoft.com/office/drawing/2014/main" id="{BCD70C88-8799-3449-A453-AC6BABA09939}"/>
                </a:ext>
              </a:extLst>
            </p:cNvPr>
            <p:cNvSpPr/>
            <p:nvPr/>
          </p:nvSpPr>
          <p:spPr>
            <a:xfrm>
              <a:off x="8239823" y="2855717"/>
              <a:ext cx="362309" cy="361971"/>
            </a:xfrm>
            <a:custGeom>
              <a:avLst/>
              <a:gdLst>
                <a:gd name="connsiteX0" fmla="*/ 180836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362309 w 362309"/>
                <a:gd name="connsiteY4" fmla="*/ 180667 h 361971"/>
                <a:gd name="connsiteX5" fmla="*/ 180836 w 362309"/>
                <a:gd name="connsiteY5" fmla="*/ 0 h 361971"/>
                <a:gd name="connsiteX6" fmla="*/ 180836 w 362309"/>
                <a:gd name="connsiteY6" fmla="*/ 0 h 361971"/>
                <a:gd name="connsiteX7" fmla="*/ 265182 w 362309"/>
                <a:gd name="connsiteY7" fmla="*/ 271958 h 361971"/>
                <a:gd name="connsiteX8" fmla="*/ 258792 w 362309"/>
                <a:gd name="connsiteY8" fmla="*/ 278341 h 361971"/>
                <a:gd name="connsiteX9" fmla="*/ 103517 w 362309"/>
                <a:gd name="connsiteY9" fmla="*/ 278341 h 361971"/>
                <a:gd name="connsiteX10" fmla="*/ 97127 w 362309"/>
                <a:gd name="connsiteY10" fmla="*/ 271958 h 361971"/>
                <a:gd name="connsiteX11" fmla="*/ 97127 w 362309"/>
                <a:gd name="connsiteY11" fmla="*/ 89376 h 361971"/>
                <a:gd name="connsiteX12" fmla="*/ 103517 w 362309"/>
                <a:gd name="connsiteY12" fmla="*/ 82992 h 361971"/>
                <a:gd name="connsiteX13" fmla="*/ 140579 w 362309"/>
                <a:gd name="connsiteY13" fmla="*/ 82992 h 361971"/>
                <a:gd name="connsiteX14" fmla="*/ 146969 w 362309"/>
                <a:gd name="connsiteY14" fmla="*/ 89376 h 361971"/>
                <a:gd name="connsiteX15" fmla="*/ 146969 w 362309"/>
                <a:gd name="connsiteY15" fmla="*/ 137256 h 361971"/>
                <a:gd name="connsiteX16" fmla="*/ 215341 w 362309"/>
                <a:gd name="connsiteY16" fmla="*/ 137256 h 361971"/>
                <a:gd name="connsiteX17" fmla="*/ 215341 w 362309"/>
                <a:gd name="connsiteY17" fmla="*/ 89376 h 361971"/>
                <a:gd name="connsiteX18" fmla="*/ 221731 w 362309"/>
                <a:gd name="connsiteY18" fmla="*/ 82992 h 361971"/>
                <a:gd name="connsiteX19" fmla="*/ 258792 w 362309"/>
                <a:gd name="connsiteY19" fmla="*/ 82992 h 361971"/>
                <a:gd name="connsiteX20" fmla="*/ 265182 w 362309"/>
                <a:gd name="connsiteY20" fmla="*/ 89376 h 361971"/>
                <a:gd name="connsiteX21" fmla="*/ 265182 w 362309"/>
                <a:gd name="connsiteY21" fmla="*/ 27195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2309" h="361971">
                  <a:moveTo>
                    <a:pt x="180836" y="0"/>
                  </a:moveTo>
                  <a:cubicBezTo>
                    <a:pt x="80513" y="0"/>
                    <a:pt x="0" y="81076"/>
                    <a:pt x="0" y="181305"/>
                  </a:cubicBezTo>
                  <a:cubicBezTo>
                    <a:pt x="0" y="281533"/>
                    <a:pt x="81152" y="361972"/>
                    <a:pt x="181474" y="361972"/>
                  </a:cubicBezTo>
                  <a:cubicBezTo>
                    <a:pt x="281796" y="361972"/>
                    <a:pt x="362309" y="280895"/>
                    <a:pt x="362309" y="180667"/>
                  </a:cubicBezTo>
                  <a:cubicBezTo>
                    <a:pt x="362309" y="180667"/>
                    <a:pt x="362309" y="180667"/>
                    <a:pt x="362309" y="180667"/>
                  </a:cubicBezTo>
                  <a:cubicBezTo>
                    <a:pt x="362309" y="80438"/>
                    <a:pt x="281157" y="0"/>
                    <a:pt x="180836" y="0"/>
                  </a:cubicBezTo>
                  <a:cubicBezTo>
                    <a:pt x="180836" y="0"/>
                    <a:pt x="180836" y="0"/>
                    <a:pt x="180836" y="0"/>
                  </a:cubicBezTo>
                  <a:close/>
                  <a:moveTo>
                    <a:pt x="265182" y="271958"/>
                  </a:moveTo>
                  <a:cubicBezTo>
                    <a:pt x="265182" y="275788"/>
                    <a:pt x="262626" y="278341"/>
                    <a:pt x="258792" y="278341"/>
                  </a:cubicBezTo>
                  <a:lnTo>
                    <a:pt x="103517" y="278341"/>
                  </a:lnTo>
                  <a:cubicBezTo>
                    <a:pt x="99683" y="278341"/>
                    <a:pt x="97127" y="275788"/>
                    <a:pt x="97127" y="271958"/>
                  </a:cubicBezTo>
                  <a:lnTo>
                    <a:pt x="97127" y="89376"/>
                  </a:lnTo>
                  <a:cubicBezTo>
                    <a:pt x="97127" y="85545"/>
                    <a:pt x="99683" y="82992"/>
                    <a:pt x="103517" y="82992"/>
                  </a:cubicBezTo>
                  <a:lnTo>
                    <a:pt x="140579" y="82992"/>
                  </a:lnTo>
                  <a:cubicBezTo>
                    <a:pt x="144412" y="82992"/>
                    <a:pt x="146969" y="85545"/>
                    <a:pt x="146969" y="89376"/>
                  </a:cubicBezTo>
                  <a:lnTo>
                    <a:pt x="146969" y="137256"/>
                  </a:lnTo>
                  <a:lnTo>
                    <a:pt x="215341" y="137256"/>
                  </a:lnTo>
                  <a:lnTo>
                    <a:pt x="215341" y="89376"/>
                  </a:lnTo>
                  <a:cubicBezTo>
                    <a:pt x="215341" y="85545"/>
                    <a:pt x="217897" y="82992"/>
                    <a:pt x="221731" y="82992"/>
                  </a:cubicBezTo>
                  <a:lnTo>
                    <a:pt x="258792" y="82992"/>
                  </a:lnTo>
                  <a:cubicBezTo>
                    <a:pt x="262626" y="82992"/>
                    <a:pt x="265182" y="85545"/>
                    <a:pt x="265182" y="89376"/>
                  </a:cubicBezTo>
                  <a:lnTo>
                    <a:pt x="265182" y="271958"/>
                  </a:lnTo>
                  <a:close/>
                </a:path>
              </a:pathLst>
            </a:custGeom>
            <a:solidFill>
              <a:srgbClr val="007680"/>
            </a:solidFill>
            <a:ln w="6390" cap="flat">
              <a:noFill/>
              <a:prstDash val="solid"/>
              <a:miter/>
            </a:ln>
          </p:spPr>
          <p:txBody>
            <a:bodyPr rtlCol="0" anchor="ctr"/>
            <a:lstStyle/>
            <a:p>
              <a:endParaRPr lang="en-US"/>
            </a:p>
          </p:txBody>
        </p:sp>
      </p:grpSp>
      <p:grpSp>
        <p:nvGrpSpPr>
          <p:cNvPr id="434" name="Graphic 4">
            <a:extLst>
              <a:ext uri="{FF2B5EF4-FFF2-40B4-BE49-F238E27FC236}">
                <a16:creationId xmlns:a16="http://schemas.microsoft.com/office/drawing/2014/main" id="{91B0400F-C36E-134A-9637-BDBB009AEBAB}"/>
              </a:ext>
            </a:extLst>
          </p:cNvPr>
          <p:cNvGrpSpPr/>
          <p:nvPr/>
        </p:nvGrpSpPr>
        <p:grpSpPr>
          <a:xfrm>
            <a:off x="8239823" y="3339623"/>
            <a:ext cx="361674" cy="361971"/>
            <a:chOff x="8239823" y="3339623"/>
            <a:chExt cx="361674" cy="361971"/>
          </a:xfrm>
          <a:solidFill>
            <a:srgbClr val="007680"/>
          </a:solidFill>
        </p:grpSpPr>
        <p:sp>
          <p:nvSpPr>
            <p:cNvPr id="435" name="Graphic 4">
              <a:extLst>
                <a:ext uri="{FF2B5EF4-FFF2-40B4-BE49-F238E27FC236}">
                  <a16:creationId xmlns:a16="http://schemas.microsoft.com/office/drawing/2014/main" id="{A60E3C08-B207-A34D-BA82-6671C03345A3}"/>
                </a:ext>
              </a:extLst>
            </p:cNvPr>
            <p:cNvSpPr/>
            <p:nvPr/>
          </p:nvSpPr>
          <p:spPr>
            <a:xfrm>
              <a:off x="8383597" y="3462196"/>
              <a:ext cx="74761" cy="11491"/>
            </a:xfrm>
            <a:custGeom>
              <a:avLst/>
              <a:gdLst>
                <a:gd name="connsiteX0" fmla="*/ 5112 w 74761"/>
                <a:gd name="connsiteY0" fmla="*/ 11491 h 11491"/>
                <a:gd name="connsiteX1" fmla="*/ 69650 w 74761"/>
                <a:gd name="connsiteY1" fmla="*/ 11491 h 11491"/>
                <a:gd name="connsiteX2" fmla="*/ 74762 w 74761"/>
                <a:gd name="connsiteY2" fmla="*/ 5107 h 11491"/>
                <a:gd name="connsiteX3" fmla="*/ 69650 w 74761"/>
                <a:gd name="connsiteY3" fmla="*/ 0 h 11491"/>
                <a:gd name="connsiteX4" fmla="*/ 5112 w 74761"/>
                <a:gd name="connsiteY4" fmla="*/ 0 h 11491"/>
                <a:gd name="connsiteX5" fmla="*/ 0 w 74761"/>
                <a:gd name="connsiteY5" fmla="*/ 6384 h 11491"/>
                <a:gd name="connsiteX6" fmla="*/ 5112 w 74761"/>
                <a:gd name="connsiteY6" fmla="*/ 11491 h 11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761" h="11491">
                  <a:moveTo>
                    <a:pt x="5112" y="11491"/>
                  </a:moveTo>
                  <a:lnTo>
                    <a:pt x="69650" y="11491"/>
                  </a:lnTo>
                  <a:cubicBezTo>
                    <a:pt x="72845" y="10853"/>
                    <a:pt x="74762" y="8299"/>
                    <a:pt x="74762" y="5107"/>
                  </a:cubicBezTo>
                  <a:cubicBezTo>
                    <a:pt x="74762" y="2553"/>
                    <a:pt x="72207" y="638"/>
                    <a:pt x="69650" y="0"/>
                  </a:cubicBezTo>
                  <a:lnTo>
                    <a:pt x="5112" y="0"/>
                  </a:lnTo>
                  <a:cubicBezTo>
                    <a:pt x="1917" y="638"/>
                    <a:pt x="0" y="3192"/>
                    <a:pt x="0" y="6384"/>
                  </a:cubicBezTo>
                  <a:cubicBezTo>
                    <a:pt x="0" y="9576"/>
                    <a:pt x="2556" y="11491"/>
                    <a:pt x="5112" y="11491"/>
                  </a:cubicBezTo>
                  <a:close/>
                </a:path>
              </a:pathLst>
            </a:custGeom>
            <a:solidFill>
              <a:srgbClr val="007680"/>
            </a:solidFill>
            <a:ln w="6390" cap="flat">
              <a:noFill/>
              <a:prstDash val="solid"/>
              <a:miter/>
            </a:ln>
          </p:spPr>
          <p:txBody>
            <a:bodyPr rtlCol="0" anchor="ctr"/>
            <a:lstStyle/>
            <a:p>
              <a:endParaRPr lang="en-US"/>
            </a:p>
          </p:txBody>
        </p:sp>
        <p:sp>
          <p:nvSpPr>
            <p:cNvPr id="436" name="Graphic 4">
              <a:extLst>
                <a:ext uri="{FF2B5EF4-FFF2-40B4-BE49-F238E27FC236}">
                  <a16:creationId xmlns:a16="http://schemas.microsoft.com/office/drawing/2014/main" id="{B0482889-A67C-7E4E-8C41-3F9D5100E89B}"/>
                </a:ext>
              </a:extLst>
            </p:cNvPr>
            <p:cNvSpPr/>
            <p:nvPr/>
          </p:nvSpPr>
          <p:spPr>
            <a:xfrm>
              <a:off x="8332477" y="3438575"/>
              <a:ext cx="176362" cy="177474"/>
            </a:xfrm>
            <a:custGeom>
              <a:avLst/>
              <a:gdLst>
                <a:gd name="connsiteX0" fmla="*/ 29394 w 176362"/>
                <a:gd name="connsiteY0" fmla="*/ 177475 h 177474"/>
                <a:gd name="connsiteX1" fmla="*/ 147607 w 176362"/>
                <a:gd name="connsiteY1" fmla="*/ 177475 h 177474"/>
                <a:gd name="connsiteX2" fmla="*/ 176362 w 176362"/>
                <a:gd name="connsiteY2" fmla="*/ 0 h 177474"/>
                <a:gd name="connsiteX3" fmla="*/ 0 w 176362"/>
                <a:gd name="connsiteY3" fmla="*/ 0 h 177474"/>
                <a:gd name="connsiteX4" fmla="*/ 29394 w 176362"/>
                <a:gd name="connsiteY4" fmla="*/ 177475 h 177474"/>
                <a:gd name="connsiteX5" fmla="*/ 86903 w 176362"/>
                <a:gd name="connsiteY5" fmla="*/ 163430 h 177474"/>
                <a:gd name="connsiteX6" fmla="*/ 43452 w 176362"/>
                <a:gd name="connsiteY6" fmla="*/ 120019 h 177474"/>
                <a:gd name="connsiteX7" fmla="*/ 49842 w 176362"/>
                <a:gd name="connsiteY7" fmla="*/ 113635 h 177474"/>
                <a:gd name="connsiteX8" fmla="*/ 56232 w 176362"/>
                <a:gd name="connsiteY8" fmla="*/ 120019 h 177474"/>
                <a:gd name="connsiteX9" fmla="*/ 86903 w 176362"/>
                <a:gd name="connsiteY9" fmla="*/ 150662 h 177474"/>
                <a:gd name="connsiteX10" fmla="*/ 117575 w 176362"/>
                <a:gd name="connsiteY10" fmla="*/ 120019 h 177474"/>
                <a:gd name="connsiteX11" fmla="*/ 86903 w 176362"/>
                <a:gd name="connsiteY11" fmla="*/ 89376 h 177474"/>
                <a:gd name="connsiteX12" fmla="*/ 86903 w 176362"/>
                <a:gd name="connsiteY12" fmla="*/ 89376 h 177474"/>
                <a:gd name="connsiteX13" fmla="*/ 70928 w 176362"/>
                <a:gd name="connsiteY13" fmla="*/ 93845 h 177474"/>
                <a:gd name="connsiteX14" fmla="*/ 80513 w 176362"/>
                <a:gd name="connsiteY14" fmla="*/ 93845 h 177474"/>
                <a:gd name="connsiteX15" fmla="*/ 86903 w 176362"/>
                <a:gd name="connsiteY15" fmla="*/ 100229 h 177474"/>
                <a:gd name="connsiteX16" fmla="*/ 80513 w 176362"/>
                <a:gd name="connsiteY16" fmla="*/ 106613 h 177474"/>
                <a:gd name="connsiteX17" fmla="*/ 56871 w 176362"/>
                <a:gd name="connsiteY17" fmla="*/ 106613 h 177474"/>
                <a:gd name="connsiteX18" fmla="*/ 50481 w 176362"/>
                <a:gd name="connsiteY18" fmla="*/ 100229 h 177474"/>
                <a:gd name="connsiteX19" fmla="*/ 50481 w 176362"/>
                <a:gd name="connsiteY19" fmla="*/ 100229 h 177474"/>
                <a:gd name="connsiteX20" fmla="*/ 50481 w 176362"/>
                <a:gd name="connsiteY20" fmla="*/ 76608 h 177474"/>
                <a:gd name="connsiteX21" fmla="*/ 56871 w 176362"/>
                <a:gd name="connsiteY21" fmla="*/ 70224 h 177474"/>
                <a:gd name="connsiteX22" fmla="*/ 63261 w 176362"/>
                <a:gd name="connsiteY22" fmla="*/ 76608 h 177474"/>
                <a:gd name="connsiteX23" fmla="*/ 63261 w 176362"/>
                <a:gd name="connsiteY23" fmla="*/ 83630 h 177474"/>
                <a:gd name="connsiteX24" fmla="*/ 123965 w 176362"/>
                <a:gd name="connsiteY24" fmla="*/ 95760 h 177474"/>
                <a:gd name="connsiteX25" fmla="*/ 111824 w 176362"/>
                <a:gd name="connsiteY25" fmla="*/ 156408 h 177474"/>
                <a:gd name="connsiteX26" fmla="*/ 86903 w 176362"/>
                <a:gd name="connsiteY26" fmla="*/ 163430 h 177474"/>
                <a:gd name="connsiteX27" fmla="*/ 86903 w 176362"/>
                <a:gd name="connsiteY27" fmla="*/ 163430 h 177474"/>
                <a:gd name="connsiteX28" fmla="*/ 56232 w 176362"/>
                <a:gd name="connsiteY28" fmla="*/ 11491 h 177474"/>
                <a:gd name="connsiteX29" fmla="*/ 120770 w 176362"/>
                <a:gd name="connsiteY29" fmla="*/ 11491 h 177474"/>
                <a:gd name="connsiteX30" fmla="*/ 138022 w 176362"/>
                <a:gd name="connsiteY30" fmla="*/ 30643 h 177474"/>
                <a:gd name="connsiteX31" fmla="*/ 120770 w 176362"/>
                <a:gd name="connsiteY31" fmla="*/ 47880 h 177474"/>
                <a:gd name="connsiteX32" fmla="*/ 56232 w 176362"/>
                <a:gd name="connsiteY32" fmla="*/ 47880 h 177474"/>
                <a:gd name="connsiteX33" fmla="*/ 38978 w 176362"/>
                <a:gd name="connsiteY33" fmla="*/ 28728 h 177474"/>
                <a:gd name="connsiteX34" fmla="*/ 56232 w 176362"/>
                <a:gd name="connsiteY34" fmla="*/ 11491 h 177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76362" h="177474">
                  <a:moveTo>
                    <a:pt x="29394" y="177475"/>
                  </a:moveTo>
                  <a:lnTo>
                    <a:pt x="147607" y="177475"/>
                  </a:lnTo>
                  <a:lnTo>
                    <a:pt x="176362" y="0"/>
                  </a:lnTo>
                  <a:lnTo>
                    <a:pt x="0" y="0"/>
                  </a:lnTo>
                  <a:lnTo>
                    <a:pt x="29394" y="177475"/>
                  </a:lnTo>
                  <a:close/>
                  <a:moveTo>
                    <a:pt x="86903" y="163430"/>
                  </a:moveTo>
                  <a:cubicBezTo>
                    <a:pt x="62622" y="163430"/>
                    <a:pt x="43452" y="143640"/>
                    <a:pt x="43452" y="120019"/>
                  </a:cubicBezTo>
                  <a:cubicBezTo>
                    <a:pt x="43452" y="116189"/>
                    <a:pt x="46007" y="113635"/>
                    <a:pt x="49842" y="113635"/>
                  </a:cubicBezTo>
                  <a:cubicBezTo>
                    <a:pt x="53676" y="113635"/>
                    <a:pt x="56232" y="116189"/>
                    <a:pt x="56232" y="120019"/>
                  </a:cubicBezTo>
                  <a:cubicBezTo>
                    <a:pt x="56232" y="137256"/>
                    <a:pt x="70289" y="150662"/>
                    <a:pt x="86903" y="150662"/>
                  </a:cubicBezTo>
                  <a:cubicBezTo>
                    <a:pt x="104156" y="150662"/>
                    <a:pt x="117575" y="136617"/>
                    <a:pt x="117575" y="120019"/>
                  </a:cubicBezTo>
                  <a:cubicBezTo>
                    <a:pt x="117575" y="102782"/>
                    <a:pt x="103517" y="89376"/>
                    <a:pt x="86903" y="89376"/>
                  </a:cubicBezTo>
                  <a:lnTo>
                    <a:pt x="86903" y="89376"/>
                  </a:lnTo>
                  <a:cubicBezTo>
                    <a:pt x="81152" y="89376"/>
                    <a:pt x="75402" y="91291"/>
                    <a:pt x="70928" y="93845"/>
                  </a:cubicBezTo>
                  <a:lnTo>
                    <a:pt x="80513" y="93845"/>
                  </a:lnTo>
                  <a:cubicBezTo>
                    <a:pt x="84347" y="93845"/>
                    <a:pt x="86903" y="96398"/>
                    <a:pt x="86903" y="100229"/>
                  </a:cubicBezTo>
                  <a:cubicBezTo>
                    <a:pt x="86903" y="104059"/>
                    <a:pt x="84347" y="106613"/>
                    <a:pt x="80513" y="106613"/>
                  </a:cubicBezTo>
                  <a:lnTo>
                    <a:pt x="56871" y="106613"/>
                  </a:lnTo>
                  <a:cubicBezTo>
                    <a:pt x="53037" y="106613"/>
                    <a:pt x="50481" y="104059"/>
                    <a:pt x="50481" y="100229"/>
                  </a:cubicBezTo>
                  <a:lnTo>
                    <a:pt x="50481" y="100229"/>
                  </a:lnTo>
                  <a:lnTo>
                    <a:pt x="50481" y="76608"/>
                  </a:lnTo>
                  <a:cubicBezTo>
                    <a:pt x="50481" y="72778"/>
                    <a:pt x="53037" y="70224"/>
                    <a:pt x="56871" y="70224"/>
                  </a:cubicBezTo>
                  <a:cubicBezTo>
                    <a:pt x="60704" y="70224"/>
                    <a:pt x="63261" y="72778"/>
                    <a:pt x="63261" y="76608"/>
                  </a:cubicBezTo>
                  <a:lnTo>
                    <a:pt x="63261" y="83630"/>
                  </a:lnTo>
                  <a:cubicBezTo>
                    <a:pt x="83069" y="70224"/>
                    <a:pt x="110546" y="75970"/>
                    <a:pt x="123965" y="95760"/>
                  </a:cubicBezTo>
                  <a:cubicBezTo>
                    <a:pt x="137384" y="115550"/>
                    <a:pt x="131633" y="143001"/>
                    <a:pt x="111824" y="156408"/>
                  </a:cubicBezTo>
                  <a:cubicBezTo>
                    <a:pt x="103517" y="160876"/>
                    <a:pt x="95210" y="163430"/>
                    <a:pt x="86903" y="163430"/>
                  </a:cubicBezTo>
                  <a:lnTo>
                    <a:pt x="86903" y="163430"/>
                  </a:lnTo>
                  <a:close/>
                  <a:moveTo>
                    <a:pt x="56232" y="11491"/>
                  </a:moveTo>
                  <a:lnTo>
                    <a:pt x="120770" y="11491"/>
                  </a:lnTo>
                  <a:cubicBezTo>
                    <a:pt x="130994" y="12130"/>
                    <a:pt x="138661" y="21067"/>
                    <a:pt x="138022" y="30643"/>
                  </a:cubicBezTo>
                  <a:cubicBezTo>
                    <a:pt x="137384" y="40219"/>
                    <a:pt x="130355" y="47242"/>
                    <a:pt x="120770" y="47880"/>
                  </a:cubicBezTo>
                  <a:lnTo>
                    <a:pt x="56232" y="47880"/>
                  </a:lnTo>
                  <a:cubicBezTo>
                    <a:pt x="46007" y="47242"/>
                    <a:pt x="38340" y="38304"/>
                    <a:pt x="38978" y="28728"/>
                  </a:cubicBezTo>
                  <a:cubicBezTo>
                    <a:pt x="39617" y="19152"/>
                    <a:pt x="46647" y="12130"/>
                    <a:pt x="56232" y="11491"/>
                  </a:cubicBezTo>
                  <a:close/>
                </a:path>
              </a:pathLst>
            </a:custGeom>
            <a:solidFill>
              <a:srgbClr val="007680"/>
            </a:solidFill>
            <a:ln w="6390" cap="flat">
              <a:noFill/>
              <a:prstDash val="solid"/>
              <a:miter/>
            </a:ln>
          </p:spPr>
          <p:txBody>
            <a:bodyPr rtlCol="0" anchor="ctr"/>
            <a:lstStyle/>
            <a:p>
              <a:endParaRPr lang="en-US"/>
            </a:p>
          </p:txBody>
        </p:sp>
        <p:sp>
          <p:nvSpPr>
            <p:cNvPr id="437" name="Graphic 4">
              <a:extLst>
                <a:ext uri="{FF2B5EF4-FFF2-40B4-BE49-F238E27FC236}">
                  <a16:creationId xmlns:a16="http://schemas.microsoft.com/office/drawing/2014/main" id="{0A9CD45D-D10C-394E-93A0-90AC7F69CB1B}"/>
                </a:ext>
              </a:extLst>
            </p:cNvPr>
            <p:cNvSpPr/>
            <p:nvPr/>
          </p:nvSpPr>
          <p:spPr>
            <a:xfrm>
              <a:off x="8239823" y="3339623"/>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251764 w 361674"/>
                <a:gd name="connsiteY7" fmla="*/ 284087 h 361971"/>
                <a:gd name="connsiteX8" fmla="*/ 245374 w 361674"/>
                <a:gd name="connsiteY8" fmla="*/ 289194 h 361971"/>
                <a:gd name="connsiteX9" fmla="*/ 116297 w 361674"/>
                <a:gd name="connsiteY9" fmla="*/ 289194 h 361971"/>
                <a:gd name="connsiteX10" fmla="*/ 109907 w 361674"/>
                <a:gd name="connsiteY10" fmla="*/ 284087 h 361971"/>
                <a:gd name="connsiteX11" fmla="*/ 78597 w 361674"/>
                <a:gd name="connsiteY11" fmla="*/ 93845 h 361971"/>
                <a:gd name="connsiteX12" fmla="*/ 79874 w 361674"/>
                <a:gd name="connsiteY12" fmla="*/ 88738 h 361971"/>
                <a:gd name="connsiteX13" fmla="*/ 84986 w 361674"/>
                <a:gd name="connsiteY13" fmla="*/ 86822 h 361971"/>
                <a:gd name="connsiteX14" fmla="*/ 276685 w 361674"/>
                <a:gd name="connsiteY14" fmla="*/ 86822 h 361971"/>
                <a:gd name="connsiteX15" fmla="*/ 283075 w 361674"/>
                <a:gd name="connsiteY15" fmla="*/ 93206 h 361971"/>
                <a:gd name="connsiteX16" fmla="*/ 283075 w 361674"/>
                <a:gd name="connsiteY16" fmla="*/ 94483 h 361971"/>
                <a:gd name="connsiteX17" fmla="*/ 251764 w 361674"/>
                <a:gd name="connsiteY17" fmla="*/ 28408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1674" h="361971">
                  <a:moveTo>
                    <a:pt x="180836" y="0"/>
                  </a:moveTo>
                  <a:cubicBezTo>
                    <a:pt x="80513" y="0"/>
                    <a:pt x="0" y="81077"/>
                    <a:pt x="0" y="180667"/>
                  </a:cubicBezTo>
                  <a:cubicBezTo>
                    <a:pt x="0" y="280895"/>
                    <a:pt x="81152" y="361972"/>
                    <a:pt x="180836" y="361972"/>
                  </a:cubicBezTo>
                  <a:cubicBezTo>
                    <a:pt x="281157" y="361972"/>
                    <a:pt x="361670" y="280895"/>
                    <a:pt x="361670" y="181305"/>
                  </a:cubicBezTo>
                  <a:lnTo>
                    <a:pt x="361670" y="181305"/>
                  </a:lnTo>
                  <a:cubicBezTo>
                    <a:pt x="362309" y="81077"/>
                    <a:pt x="281157" y="0"/>
                    <a:pt x="180836" y="0"/>
                  </a:cubicBezTo>
                  <a:cubicBezTo>
                    <a:pt x="180836" y="0"/>
                    <a:pt x="180836" y="0"/>
                    <a:pt x="180836" y="0"/>
                  </a:cubicBezTo>
                  <a:close/>
                  <a:moveTo>
                    <a:pt x="251764" y="284087"/>
                  </a:moveTo>
                  <a:cubicBezTo>
                    <a:pt x="251125" y="287279"/>
                    <a:pt x="248569" y="289194"/>
                    <a:pt x="245374" y="289194"/>
                  </a:cubicBezTo>
                  <a:lnTo>
                    <a:pt x="116297" y="289194"/>
                  </a:lnTo>
                  <a:cubicBezTo>
                    <a:pt x="113102" y="289194"/>
                    <a:pt x="110546" y="286641"/>
                    <a:pt x="109907" y="284087"/>
                  </a:cubicBezTo>
                  <a:lnTo>
                    <a:pt x="78597" y="93845"/>
                  </a:lnTo>
                  <a:cubicBezTo>
                    <a:pt x="78597" y="91930"/>
                    <a:pt x="78597" y="90014"/>
                    <a:pt x="79874" y="88738"/>
                  </a:cubicBezTo>
                  <a:cubicBezTo>
                    <a:pt x="81152" y="87461"/>
                    <a:pt x="83069" y="86822"/>
                    <a:pt x="84986" y="86822"/>
                  </a:cubicBezTo>
                  <a:lnTo>
                    <a:pt x="276685" y="86822"/>
                  </a:lnTo>
                  <a:cubicBezTo>
                    <a:pt x="280518" y="86822"/>
                    <a:pt x="283075" y="89376"/>
                    <a:pt x="283075" y="93206"/>
                  </a:cubicBezTo>
                  <a:cubicBezTo>
                    <a:pt x="283075" y="93845"/>
                    <a:pt x="283075" y="93845"/>
                    <a:pt x="283075" y="94483"/>
                  </a:cubicBezTo>
                  <a:lnTo>
                    <a:pt x="251764" y="284087"/>
                  </a:lnTo>
                  <a:close/>
                </a:path>
              </a:pathLst>
            </a:custGeom>
            <a:solidFill>
              <a:srgbClr val="007680"/>
            </a:solidFill>
            <a:ln w="6390" cap="flat">
              <a:noFill/>
              <a:prstDash val="solid"/>
              <a:miter/>
            </a:ln>
          </p:spPr>
          <p:txBody>
            <a:bodyPr rtlCol="0" anchor="ctr"/>
            <a:lstStyle/>
            <a:p>
              <a:endParaRPr lang="en-US"/>
            </a:p>
          </p:txBody>
        </p:sp>
      </p:grpSp>
      <p:grpSp>
        <p:nvGrpSpPr>
          <p:cNvPr id="438" name="Graphic 4">
            <a:extLst>
              <a:ext uri="{FF2B5EF4-FFF2-40B4-BE49-F238E27FC236}">
                <a16:creationId xmlns:a16="http://schemas.microsoft.com/office/drawing/2014/main" id="{31F58B30-05CA-9B4C-AC3A-2A44CF92CCEF}"/>
              </a:ext>
            </a:extLst>
          </p:cNvPr>
          <p:cNvGrpSpPr/>
          <p:nvPr/>
        </p:nvGrpSpPr>
        <p:grpSpPr>
          <a:xfrm>
            <a:off x="8239823" y="3824168"/>
            <a:ext cx="361674" cy="361971"/>
            <a:chOff x="8239823" y="3824168"/>
            <a:chExt cx="361674" cy="361971"/>
          </a:xfrm>
          <a:solidFill>
            <a:srgbClr val="007680"/>
          </a:solidFill>
        </p:grpSpPr>
        <p:sp>
          <p:nvSpPr>
            <p:cNvPr id="439" name="Graphic 4">
              <a:extLst>
                <a:ext uri="{FF2B5EF4-FFF2-40B4-BE49-F238E27FC236}">
                  <a16:creationId xmlns:a16="http://schemas.microsoft.com/office/drawing/2014/main" id="{BF1844BD-ACC3-AF48-B135-59B563D369EB}"/>
                </a:ext>
              </a:extLst>
            </p:cNvPr>
            <p:cNvSpPr/>
            <p:nvPr/>
          </p:nvSpPr>
          <p:spPr>
            <a:xfrm>
              <a:off x="8342871" y="3953124"/>
              <a:ext cx="155361" cy="149385"/>
            </a:xfrm>
            <a:custGeom>
              <a:avLst/>
              <a:gdLst>
                <a:gd name="connsiteX0" fmla="*/ 118683 w 155361"/>
                <a:gd name="connsiteY0" fmla="*/ 0 h 149385"/>
                <a:gd name="connsiteX1" fmla="*/ 34975 w 155361"/>
                <a:gd name="connsiteY1" fmla="*/ 0 h 149385"/>
                <a:gd name="connsiteX2" fmla="*/ 4943 w 155361"/>
                <a:gd name="connsiteY2" fmla="*/ 64478 h 149385"/>
                <a:gd name="connsiteX3" fmla="*/ 470 w 155361"/>
                <a:gd name="connsiteY3" fmla="*/ 149385 h 149385"/>
                <a:gd name="connsiteX4" fmla="*/ 153828 w 155361"/>
                <a:gd name="connsiteY4" fmla="*/ 149385 h 149385"/>
                <a:gd name="connsiteX5" fmla="*/ 151912 w 155361"/>
                <a:gd name="connsiteY5" fmla="*/ 65117 h 149385"/>
                <a:gd name="connsiteX6" fmla="*/ 118683 w 155361"/>
                <a:gd name="connsiteY6" fmla="*/ 0 h 149385"/>
                <a:gd name="connsiteX7" fmla="*/ 75871 w 155361"/>
                <a:gd name="connsiteY7" fmla="*/ 134702 h 149385"/>
                <a:gd name="connsiteX8" fmla="*/ 29224 w 155361"/>
                <a:gd name="connsiteY8" fmla="*/ 88099 h 149385"/>
                <a:gd name="connsiteX9" fmla="*/ 35614 w 155361"/>
                <a:gd name="connsiteY9" fmla="*/ 81715 h 149385"/>
                <a:gd name="connsiteX10" fmla="*/ 42004 w 155361"/>
                <a:gd name="connsiteY10" fmla="*/ 88099 h 149385"/>
                <a:gd name="connsiteX11" fmla="*/ 75871 w 155361"/>
                <a:gd name="connsiteY11" fmla="*/ 122573 h 149385"/>
                <a:gd name="connsiteX12" fmla="*/ 110377 w 155361"/>
                <a:gd name="connsiteY12" fmla="*/ 88738 h 149385"/>
                <a:gd name="connsiteX13" fmla="*/ 76510 w 155361"/>
                <a:gd name="connsiteY13" fmla="*/ 54264 h 149385"/>
                <a:gd name="connsiteX14" fmla="*/ 57340 w 155361"/>
                <a:gd name="connsiteY14" fmla="*/ 60010 h 149385"/>
                <a:gd name="connsiteX15" fmla="*/ 68842 w 155361"/>
                <a:gd name="connsiteY15" fmla="*/ 60010 h 149385"/>
                <a:gd name="connsiteX16" fmla="*/ 75232 w 155361"/>
                <a:gd name="connsiteY16" fmla="*/ 66394 h 149385"/>
                <a:gd name="connsiteX17" fmla="*/ 68842 w 155361"/>
                <a:gd name="connsiteY17" fmla="*/ 72778 h 149385"/>
                <a:gd name="connsiteX18" fmla="*/ 43283 w 155361"/>
                <a:gd name="connsiteY18" fmla="*/ 72778 h 149385"/>
                <a:gd name="connsiteX19" fmla="*/ 36893 w 155361"/>
                <a:gd name="connsiteY19" fmla="*/ 66394 h 149385"/>
                <a:gd name="connsiteX20" fmla="*/ 36893 w 155361"/>
                <a:gd name="connsiteY20" fmla="*/ 40858 h 149385"/>
                <a:gd name="connsiteX21" fmla="*/ 43283 w 155361"/>
                <a:gd name="connsiteY21" fmla="*/ 34474 h 149385"/>
                <a:gd name="connsiteX22" fmla="*/ 49673 w 155361"/>
                <a:gd name="connsiteY22" fmla="*/ 40858 h 149385"/>
                <a:gd name="connsiteX23" fmla="*/ 49673 w 155361"/>
                <a:gd name="connsiteY23" fmla="*/ 49795 h 149385"/>
                <a:gd name="connsiteX24" fmla="*/ 114211 w 155361"/>
                <a:gd name="connsiteY24" fmla="*/ 61286 h 149385"/>
                <a:gd name="connsiteX25" fmla="*/ 102709 w 155361"/>
                <a:gd name="connsiteY25" fmla="*/ 125765 h 149385"/>
                <a:gd name="connsiteX26" fmla="*/ 75871 w 155361"/>
                <a:gd name="connsiteY26" fmla="*/ 134702 h 149385"/>
                <a:gd name="connsiteX27" fmla="*/ 75871 w 155361"/>
                <a:gd name="connsiteY27" fmla="*/ 134702 h 149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55361" h="149385">
                  <a:moveTo>
                    <a:pt x="118683" y="0"/>
                  </a:moveTo>
                  <a:lnTo>
                    <a:pt x="34975" y="0"/>
                  </a:lnTo>
                  <a:cubicBezTo>
                    <a:pt x="27308" y="0"/>
                    <a:pt x="11333" y="24898"/>
                    <a:pt x="4943" y="64478"/>
                  </a:cubicBezTo>
                  <a:cubicBezTo>
                    <a:pt x="470" y="92568"/>
                    <a:pt x="-808" y="120657"/>
                    <a:pt x="470" y="149385"/>
                  </a:cubicBezTo>
                  <a:lnTo>
                    <a:pt x="153828" y="149385"/>
                  </a:lnTo>
                  <a:cubicBezTo>
                    <a:pt x="156384" y="121296"/>
                    <a:pt x="155745" y="92568"/>
                    <a:pt x="151912" y="65117"/>
                  </a:cubicBezTo>
                  <a:cubicBezTo>
                    <a:pt x="146799" y="28728"/>
                    <a:pt x="132103" y="0"/>
                    <a:pt x="118683" y="0"/>
                  </a:cubicBezTo>
                  <a:close/>
                  <a:moveTo>
                    <a:pt x="75871" y="134702"/>
                  </a:moveTo>
                  <a:cubicBezTo>
                    <a:pt x="50311" y="134702"/>
                    <a:pt x="29224" y="113635"/>
                    <a:pt x="29224" y="88099"/>
                  </a:cubicBezTo>
                  <a:cubicBezTo>
                    <a:pt x="29224" y="84269"/>
                    <a:pt x="31780" y="81715"/>
                    <a:pt x="35614" y="81715"/>
                  </a:cubicBezTo>
                  <a:cubicBezTo>
                    <a:pt x="39449" y="81715"/>
                    <a:pt x="42004" y="84269"/>
                    <a:pt x="42004" y="88099"/>
                  </a:cubicBezTo>
                  <a:cubicBezTo>
                    <a:pt x="42004" y="106613"/>
                    <a:pt x="56701" y="121934"/>
                    <a:pt x="75871" y="122573"/>
                  </a:cubicBezTo>
                  <a:cubicBezTo>
                    <a:pt x="95041" y="123211"/>
                    <a:pt x="109738" y="107889"/>
                    <a:pt x="110377" y="88738"/>
                  </a:cubicBezTo>
                  <a:cubicBezTo>
                    <a:pt x="110377" y="70224"/>
                    <a:pt x="95680" y="54902"/>
                    <a:pt x="76510" y="54264"/>
                  </a:cubicBezTo>
                  <a:cubicBezTo>
                    <a:pt x="69481" y="54264"/>
                    <a:pt x="62452" y="56179"/>
                    <a:pt x="57340" y="60010"/>
                  </a:cubicBezTo>
                  <a:lnTo>
                    <a:pt x="68842" y="60010"/>
                  </a:lnTo>
                  <a:cubicBezTo>
                    <a:pt x="72676" y="60010"/>
                    <a:pt x="75232" y="62563"/>
                    <a:pt x="75232" y="66394"/>
                  </a:cubicBezTo>
                  <a:cubicBezTo>
                    <a:pt x="75232" y="70224"/>
                    <a:pt x="72676" y="72778"/>
                    <a:pt x="68842" y="72778"/>
                  </a:cubicBezTo>
                  <a:lnTo>
                    <a:pt x="43283" y="72778"/>
                  </a:lnTo>
                  <a:cubicBezTo>
                    <a:pt x="39449" y="72778"/>
                    <a:pt x="36893" y="70224"/>
                    <a:pt x="36893" y="66394"/>
                  </a:cubicBezTo>
                  <a:lnTo>
                    <a:pt x="36893" y="40858"/>
                  </a:lnTo>
                  <a:cubicBezTo>
                    <a:pt x="36893" y="37027"/>
                    <a:pt x="39449" y="34474"/>
                    <a:pt x="43283" y="34474"/>
                  </a:cubicBezTo>
                  <a:cubicBezTo>
                    <a:pt x="47116" y="34474"/>
                    <a:pt x="49673" y="37027"/>
                    <a:pt x="49673" y="40858"/>
                  </a:cubicBezTo>
                  <a:lnTo>
                    <a:pt x="49673" y="49795"/>
                  </a:lnTo>
                  <a:cubicBezTo>
                    <a:pt x="70759" y="35112"/>
                    <a:pt x="99514" y="40219"/>
                    <a:pt x="114211" y="61286"/>
                  </a:cubicBezTo>
                  <a:cubicBezTo>
                    <a:pt x="128908" y="82354"/>
                    <a:pt x="123796" y="111081"/>
                    <a:pt x="102709" y="125765"/>
                  </a:cubicBezTo>
                  <a:cubicBezTo>
                    <a:pt x="95041" y="131510"/>
                    <a:pt x="85456" y="134702"/>
                    <a:pt x="75871" y="134702"/>
                  </a:cubicBezTo>
                  <a:lnTo>
                    <a:pt x="75871" y="134702"/>
                  </a:lnTo>
                  <a:close/>
                </a:path>
              </a:pathLst>
            </a:custGeom>
            <a:solidFill>
              <a:srgbClr val="007680"/>
            </a:solidFill>
            <a:ln w="6390" cap="flat">
              <a:noFill/>
              <a:prstDash val="solid"/>
              <a:miter/>
            </a:ln>
          </p:spPr>
          <p:txBody>
            <a:bodyPr rtlCol="0" anchor="ctr"/>
            <a:lstStyle/>
            <a:p>
              <a:endParaRPr lang="en-US"/>
            </a:p>
          </p:txBody>
        </p:sp>
        <p:sp>
          <p:nvSpPr>
            <p:cNvPr id="512" name="Graphic 4">
              <a:extLst>
                <a:ext uri="{FF2B5EF4-FFF2-40B4-BE49-F238E27FC236}">
                  <a16:creationId xmlns:a16="http://schemas.microsoft.com/office/drawing/2014/main" id="{9E8BA1F5-DD22-4848-BD42-CED1601141F4}"/>
                </a:ext>
              </a:extLst>
            </p:cNvPr>
            <p:cNvSpPr/>
            <p:nvPr/>
          </p:nvSpPr>
          <p:spPr>
            <a:xfrm>
              <a:off x="8239823" y="3824168"/>
              <a:ext cx="361674" cy="361971"/>
            </a:xfrm>
            <a:custGeom>
              <a:avLst/>
              <a:gdLst>
                <a:gd name="connsiteX0" fmla="*/ 180836 w 361674"/>
                <a:gd name="connsiteY0" fmla="*/ 0 h 361971"/>
                <a:gd name="connsiteX1" fmla="*/ 0 w 361674"/>
                <a:gd name="connsiteY1" fmla="*/ 180667 h 361971"/>
                <a:gd name="connsiteX2" fmla="*/ 180836 w 361674"/>
                <a:gd name="connsiteY2" fmla="*/ 361971 h 361971"/>
                <a:gd name="connsiteX3" fmla="*/ 361670 w 361674"/>
                <a:gd name="connsiteY3" fmla="*/ 181305 h 361971"/>
                <a:gd name="connsiteX4" fmla="*/ 361670 w 361674"/>
                <a:gd name="connsiteY4" fmla="*/ 181305 h 361971"/>
                <a:gd name="connsiteX5" fmla="*/ 180836 w 361674"/>
                <a:gd name="connsiteY5" fmla="*/ 0 h 361971"/>
                <a:gd name="connsiteX6" fmla="*/ 269016 w 361674"/>
                <a:gd name="connsiteY6" fmla="*/ 285364 h 361971"/>
                <a:gd name="connsiteX7" fmla="*/ 262626 w 361674"/>
                <a:gd name="connsiteY7" fmla="*/ 291109 h 361971"/>
                <a:gd name="connsiteX8" fmla="*/ 97127 w 361674"/>
                <a:gd name="connsiteY8" fmla="*/ 291109 h 361971"/>
                <a:gd name="connsiteX9" fmla="*/ 90737 w 361674"/>
                <a:gd name="connsiteY9" fmla="*/ 285364 h 361971"/>
                <a:gd name="connsiteX10" fmla="*/ 95210 w 361674"/>
                <a:gd name="connsiteY10" fmla="*/ 191519 h 361971"/>
                <a:gd name="connsiteX11" fmla="*/ 134828 w 361674"/>
                <a:gd name="connsiteY11" fmla="*/ 116827 h 361971"/>
                <a:gd name="connsiteX12" fmla="*/ 125243 w 361674"/>
                <a:gd name="connsiteY12" fmla="*/ 78523 h 361971"/>
                <a:gd name="connsiteX13" fmla="*/ 130994 w 361674"/>
                <a:gd name="connsiteY13" fmla="*/ 71500 h 361971"/>
                <a:gd name="connsiteX14" fmla="*/ 131633 w 361674"/>
                <a:gd name="connsiteY14" fmla="*/ 71500 h 361971"/>
                <a:gd name="connsiteX15" fmla="*/ 230038 w 361674"/>
                <a:gd name="connsiteY15" fmla="*/ 71500 h 361971"/>
                <a:gd name="connsiteX16" fmla="*/ 234510 w 361674"/>
                <a:gd name="connsiteY16" fmla="*/ 73416 h 361971"/>
                <a:gd name="connsiteX17" fmla="*/ 236428 w 361674"/>
                <a:gd name="connsiteY17" fmla="*/ 77884 h 361971"/>
                <a:gd name="connsiteX18" fmla="*/ 227482 w 361674"/>
                <a:gd name="connsiteY18" fmla="*/ 117465 h 361971"/>
                <a:gd name="connsiteX19" fmla="*/ 267739 w 361674"/>
                <a:gd name="connsiteY19" fmla="*/ 192158 h 361971"/>
                <a:gd name="connsiteX20" fmla="*/ 269016 w 361674"/>
                <a:gd name="connsiteY20" fmla="*/ 285364 h 361971"/>
                <a:gd name="connsiteX21" fmla="*/ 269016 w 361674"/>
                <a:gd name="connsiteY21" fmla="*/ 28536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1674" h="361971">
                  <a:moveTo>
                    <a:pt x="180836" y="0"/>
                  </a:moveTo>
                  <a:cubicBezTo>
                    <a:pt x="80513" y="0"/>
                    <a:pt x="0" y="81076"/>
                    <a:pt x="0" y="180667"/>
                  </a:cubicBezTo>
                  <a:cubicBezTo>
                    <a:pt x="0" y="280895"/>
                    <a:pt x="81152" y="361971"/>
                    <a:pt x="180836" y="361971"/>
                  </a:cubicBezTo>
                  <a:cubicBezTo>
                    <a:pt x="281157" y="361971"/>
                    <a:pt x="361670" y="280895"/>
                    <a:pt x="361670" y="181305"/>
                  </a:cubicBezTo>
                  <a:lnTo>
                    <a:pt x="361670" y="181305"/>
                  </a:lnTo>
                  <a:cubicBezTo>
                    <a:pt x="362309" y="81076"/>
                    <a:pt x="281157" y="0"/>
                    <a:pt x="180836" y="0"/>
                  </a:cubicBezTo>
                  <a:close/>
                  <a:moveTo>
                    <a:pt x="269016" y="285364"/>
                  </a:moveTo>
                  <a:cubicBezTo>
                    <a:pt x="268377" y="288556"/>
                    <a:pt x="265821" y="291109"/>
                    <a:pt x="262626" y="291109"/>
                  </a:cubicBezTo>
                  <a:lnTo>
                    <a:pt x="97127" y="291109"/>
                  </a:lnTo>
                  <a:cubicBezTo>
                    <a:pt x="93932" y="291109"/>
                    <a:pt x="90737" y="288556"/>
                    <a:pt x="90737" y="285364"/>
                  </a:cubicBezTo>
                  <a:cubicBezTo>
                    <a:pt x="88820" y="254082"/>
                    <a:pt x="90737" y="222801"/>
                    <a:pt x="95210" y="191519"/>
                  </a:cubicBezTo>
                  <a:cubicBezTo>
                    <a:pt x="100961" y="157046"/>
                    <a:pt x="115658" y="120657"/>
                    <a:pt x="134828" y="116827"/>
                  </a:cubicBezTo>
                  <a:cubicBezTo>
                    <a:pt x="129716" y="104697"/>
                    <a:pt x="126521" y="91929"/>
                    <a:pt x="125243" y="78523"/>
                  </a:cubicBezTo>
                  <a:cubicBezTo>
                    <a:pt x="125243" y="74692"/>
                    <a:pt x="127799" y="72139"/>
                    <a:pt x="130994" y="71500"/>
                  </a:cubicBezTo>
                  <a:cubicBezTo>
                    <a:pt x="130994" y="71500"/>
                    <a:pt x="131633" y="71500"/>
                    <a:pt x="131633" y="71500"/>
                  </a:cubicBezTo>
                  <a:lnTo>
                    <a:pt x="230038" y="71500"/>
                  </a:lnTo>
                  <a:cubicBezTo>
                    <a:pt x="231955" y="71500"/>
                    <a:pt x="233233" y="72139"/>
                    <a:pt x="234510" y="73416"/>
                  </a:cubicBezTo>
                  <a:cubicBezTo>
                    <a:pt x="235789" y="74692"/>
                    <a:pt x="236428" y="76608"/>
                    <a:pt x="236428" y="77884"/>
                  </a:cubicBezTo>
                  <a:cubicBezTo>
                    <a:pt x="236428" y="91291"/>
                    <a:pt x="233233" y="104697"/>
                    <a:pt x="227482" y="117465"/>
                  </a:cubicBezTo>
                  <a:cubicBezTo>
                    <a:pt x="247930" y="123211"/>
                    <a:pt x="262626" y="157684"/>
                    <a:pt x="267739" y="192158"/>
                  </a:cubicBezTo>
                  <a:cubicBezTo>
                    <a:pt x="272211" y="222801"/>
                    <a:pt x="272211" y="254082"/>
                    <a:pt x="269016" y="285364"/>
                  </a:cubicBezTo>
                  <a:lnTo>
                    <a:pt x="269016" y="285364"/>
                  </a:lnTo>
                  <a:close/>
                </a:path>
              </a:pathLst>
            </a:custGeom>
            <a:solidFill>
              <a:srgbClr val="007680"/>
            </a:solidFill>
            <a:ln w="6390" cap="flat">
              <a:noFill/>
              <a:prstDash val="solid"/>
              <a:miter/>
            </a:ln>
          </p:spPr>
          <p:txBody>
            <a:bodyPr rtlCol="0" anchor="ctr"/>
            <a:lstStyle/>
            <a:p>
              <a:endParaRPr lang="en-US"/>
            </a:p>
          </p:txBody>
        </p:sp>
        <p:sp>
          <p:nvSpPr>
            <p:cNvPr id="513" name="Graphic 4">
              <a:extLst>
                <a:ext uri="{FF2B5EF4-FFF2-40B4-BE49-F238E27FC236}">
                  <a16:creationId xmlns:a16="http://schemas.microsoft.com/office/drawing/2014/main" id="{5EE9BBE9-6180-E94F-B730-CA6B5B36DEEF}"/>
                </a:ext>
              </a:extLst>
            </p:cNvPr>
            <p:cNvSpPr/>
            <p:nvPr/>
          </p:nvSpPr>
          <p:spPr>
            <a:xfrm>
              <a:off x="8377846" y="3907159"/>
              <a:ext cx="84347" cy="32558"/>
            </a:xfrm>
            <a:custGeom>
              <a:avLst/>
              <a:gdLst>
                <a:gd name="connsiteX0" fmla="*/ 12780 w 84347"/>
                <a:gd name="connsiteY0" fmla="*/ 32558 h 32558"/>
                <a:gd name="connsiteX1" fmla="*/ 21726 w 84347"/>
                <a:gd name="connsiteY1" fmla="*/ 32558 h 32558"/>
                <a:gd name="connsiteX2" fmla="*/ 15975 w 84347"/>
                <a:gd name="connsiteY2" fmla="*/ 15960 h 32558"/>
                <a:gd name="connsiteX3" fmla="*/ 19809 w 84347"/>
                <a:gd name="connsiteY3" fmla="*/ 7660 h 32558"/>
                <a:gd name="connsiteX4" fmla="*/ 28116 w 84347"/>
                <a:gd name="connsiteY4" fmla="*/ 11491 h 32558"/>
                <a:gd name="connsiteX5" fmla="*/ 28116 w 84347"/>
                <a:gd name="connsiteY5" fmla="*/ 12768 h 32558"/>
                <a:gd name="connsiteX6" fmla="*/ 36423 w 84347"/>
                <a:gd name="connsiteY6" fmla="*/ 31920 h 32558"/>
                <a:gd name="connsiteX7" fmla="*/ 72845 w 84347"/>
                <a:gd name="connsiteY7" fmla="*/ 31920 h 32558"/>
                <a:gd name="connsiteX8" fmla="*/ 84348 w 84347"/>
                <a:gd name="connsiteY8" fmla="*/ 0 h 32558"/>
                <a:gd name="connsiteX9" fmla="*/ 0 w 84347"/>
                <a:gd name="connsiteY9" fmla="*/ 0 h 32558"/>
                <a:gd name="connsiteX10" fmla="*/ 12780 w 84347"/>
                <a:gd name="connsiteY10" fmla="*/ 32558 h 3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347" h="32558">
                  <a:moveTo>
                    <a:pt x="12780" y="32558"/>
                  </a:moveTo>
                  <a:lnTo>
                    <a:pt x="21726" y="32558"/>
                  </a:lnTo>
                  <a:cubicBezTo>
                    <a:pt x="19170" y="27451"/>
                    <a:pt x="17253" y="21705"/>
                    <a:pt x="15975" y="15960"/>
                  </a:cubicBezTo>
                  <a:cubicBezTo>
                    <a:pt x="14697" y="12768"/>
                    <a:pt x="16614" y="8937"/>
                    <a:pt x="19809" y="7660"/>
                  </a:cubicBezTo>
                  <a:cubicBezTo>
                    <a:pt x="23004" y="6384"/>
                    <a:pt x="26838" y="8299"/>
                    <a:pt x="28116" y="11491"/>
                  </a:cubicBezTo>
                  <a:cubicBezTo>
                    <a:pt x="28116" y="12129"/>
                    <a:pt x="28116" y="12129"/>
                    <a:pt x="28116" y="12768"/>
                  </a:cubicBezTo>
                  <a:cubicBezTo>
                    <a:pt x="31950" y="28728"/>
                    <a:pt x="35783" y="31920"/>
                    <a:pt x="36423" y="31920"/>
                  </a:cubicBezTo>
                  <a:lnTo>
                    <a:pt x="72845" y="31920"/>
                  </a:lnTo>
                  <a:cubicBezTo>
                    <a:pt x="77958" y="31920"/>
                    <a:pt x="83069" y="15960"/>
                    <a:pt x="84348" y="0"/>
                  </a:cubicBezTo>
                  <a:lnTo>
                    <a:pt x="0" y="0"/>
                  </a:lnTo>
                  <a:cubicBezTo>
                    <a:pt x="3834" y="19152"/>
                    <a:pt x="9585" y="32558"/>
                    <a:pt x="12780" y="32558"/>
                  </a:cubicBezTo>
                  <a:close/>
                </a:path>
              </a:pathLst>
            </a:custGeom>
            <a:solidFill>
              <a:srgbClr val="007680"/>
            </a:solidFill>
            <a:ln w="6390" cap="flat">
              <a:noFill/>
              <a:prstDash val="solid"/>
              <a:miter/>
            </a:ln>
          </p:spPr>
          <p:txBody>
            <a:bodyPr rtlCol="0" anchor="ctr"/>
            <a:lstStyle/>
            <a:p>
              <a:endParaRPr lang="en-US"/>
            </a:p>
          </p:txBody>
        </p:sp>
      </p:grpSp>
      <p:grpSp>
        <p:nvGrpSpPr>
          <p:cNvPr id="514" name="Graphic 4">
            <a:extLst>
              <a:ext uri="{FF2B5EF4-FFF2-40B4-BE49-F238E27FC236}">
                <a16:creationId xmlns:a16="http://schemas.microsoft.com/office/drawing/2014/main" id="{3B807562-1A8F-004D-B779-618BFEE7C3AB}"/>
              </a:ext>
            </a:extLst>
          </p:cNvPr>
          <p:cNvGrpSpPr/>
          <p:nvPr/>
        </p:nvGrpSpPr>
        <p:grpSpPr>
          <a:xfrm>
            <a:off x="9278827" y="918179"/>
            <a:ext cx="362309" cy="361971"/>
            <a:chOff x="9278827" y="918179"/>
            <a:chExt cx="362309" cy="361971"/>
          </a:xfrm>
          <a:solidFill>
            <a:srgbClr val="007680"/>
          </a:solidFill>
        </p:grpSpPr>
        <p:sp>
          <p:nvSpPr>
            <p:cNvPr id="515" name="Graphic 4">
              <a:extLst>
                <a:ext uri="{FF2B5EF4-FFF2-40B4-BE49-F238E27FC236}">
                  <a16:creationId xmlns:a16="http://schemas.microsoft.com/office/drawing/2014/main" id="{40B83DA0-608D-6F44-BAF9-2270C6FCE1DA}"/>
                </a:ext>
              </a:extLst>
            </p:cNvPr>
            <p:cNvSpPr/>
            <p:nvPr/>
          </p:nvSpPr>
          <p:spPr>
            <a:xfrm>
              <a:off x="9379305" y="1022699"/>
              <a:ext cx="163427" cy="179413"/>
            </a:xfrm>
            <a:custGeom>
              <a:avLst/>
              <a:gdLst>
                <a:gd name="connsiteX0" fmla="*/ 98249 w 163427"/>
                <a:gd name="connsiteY0" fmla="*/ 79977 h 179413"/>
                <a:gd name="connsiteX1" fmla="*/ 123809 w 163427"/>
                <a:gd name="connsiteY1" fmla="*/ 33374 h 179413"/>
                <a:gd name="connsiteX2" fmla="*/ 109113 w 163427"/>
                <a:gd name="connsiteY2" fmla="*/ 2730 h 179413"/>
                <a:gd name="connsiteX3" fmla="*/ 84192 w 163427"/>
                <a:gd name="connsiteY3" fmla="*/ 4007 h 179413"/>
                <a:gd name="connsiteX4" fmla="*/ 78441 w 163427"/>
                <a:gd name="connsiteY4" fmla="*/ 4007 h 179413"/>
                <a:gd name="connsiteX5" fmla="*/ 63744 w 163427"/>
                <a:gd name="connsiteY5" fmla="*/ 177 h 179413"/>
                <a:gd name="connsiteX6" fmla="*/ 53520 w 163427"/>
                <a:gd name="connsiteY6" fmla="*/ 2730 h 179413"/>
                <a:gd name="connsiteX7" fmla="*/ 38823 w 163427"/>
                <a:gd name="connsiteY7" fmla="*/ 36566 h 179413"/>
                <a:gd name="connsiteX8" fmla="*/ 21570 w 163427"/>
                <a:gd name="connsiteY8" fmla="*/ 85084 h 179413"/>
                <a:gd name="connsiteX9" fmla="*/ 13264 w 163427"/>
                <a:gd name="connsiteY9" fmla="*/ 95298 h 179413"/>
                <a:gd name="connsiteX10" fmla="*/ 14541 w 163427"/>
                <a:gd name="connsiteY10" fmla="*/ 164245 h 179413"/>
                <a:gd name="connsiteX11" fmla="*/ 77163 w 163427"/>
                <a:gd name="connsiteY11" fmla="*/ 170629 h 179413"/>
                <a:gd name="connsiteX12" fmla="*/ 80997 w 163427"/>
                <a:gd name="connsiteY12" fmla="*/ 169352 h 179413"/>
                <a:gd name="connsiteX13" fmla="*/ 86109 w 163427"/>
                <a:gd name="connsiteY13" fmla="*/ 170629 h 179413"/>
                <a:gd name="connsiteX14" fmla="*/ 137867 w 163427"/>
                <a:gd name="connsiteY14" fmla="*/ 172544 h 179413"/>
                <a:gd name="connsiteX15" fmla="*/ 163427 w 163427"/>
                <a:gd name="connsiteY15" fmla="*/ 133602 h 179413"/>
                <a:gd name="connsiteX16" fmla="*/ 153203 w 163427"/>
                <a:gd name="connsiteY16" fmla="*/ 134240 h 179413"/>
                <a:gd name="connsiteX17" fmla="*/ 98249 w 163427"/>
                <a:gd name="connsiteY17" fmla="*/ 79977 h 17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3427" h="179413">
                  <a:moveTo>
                    <a:pt x="98249" y="79977"/>
                  </a:moveTo>
                  <a:cubicBezTo>
                    <a:pt x="98249" y="61463"/>
                    <a:pt x="107834" y="43588"/>
                    <a:pt x="123809" y="33374"/>
                  </a:cubicBezTo>
                  <a:cubicBezTo>
                    <a:pt x="122531" y="21244"/>
                    <a:pt x="118059" y="8476"/>
                    <a:pt x="109113" y="2730"/>
                  </a:cubicBezTo>
                  <a:cubicBezTo>
                    <a:pt x="102723" y="-1100"/>
                    <a:pt x="93777" y="-1100"/>
                    <a:pt x="84192" y="4007"/>
                  </a:cubicBezTo>
                  <a:cubicBezTo>
                    <a:pt x="82274" y="4646"/>
                    <a:pt x="80358" y="4646"/>
                    <a:pt x="78441" y="4007"/>
                  </a:cubicBezTo>
                  <a:cubicBezTo>
                    <a:pt x="73968" y="1454"/>
                    <a:pt x="68856" y="177"/>
                    <a:pt x="63744" y="177"/>
                  </a:cubicBezTo>
                  <a:cubicBezTo>
                    <a:pt x="59910" y="177"/>
                    <a:pt x="56715" y="815"/>
                    <a:pt x="53520" y="2730"/>
                  </a:cubicBezTo>
                  <a:cubicBezTo>
                    <a:pt x="43296" y="9114"/>
                    <a:pt x="38823" y="24436"/>
                    <a:pt x="38823" y="36566"/>
                  </a:cubicBezTo>
                  <a:cubicBezTo>
                    <a:pt x="38184" y="65293"/>
                    <a:pt x="32433" y="73593"/>
                    <a:pt x="21570" y="85084"/>
                  </a:cubicBezTo>
                  <a:cubicBezTo>
                    <a:pt x="18375" y="88276"/>
                    <a:pt x="15820" y="92106"/>
                    <a:pt x="13264" y="95298"/>
                  </a:cubicBezTo>
                  <a:cubicBezTo>
                    <a:pt x="-4629" y="120834"/>
                    <a:pt x="-4629" y="146370"/>
                    <a:pt x="14541" y="164245"/>
                  </a:cubicBezTo>
                  <a:cubicBezTo>
                    <a:pt x="30516" y="179567"/>
                    <a:pt x="58632" y="185951"/>
                    <a:pt x="77163" y="170629"/>
                  </a:cubicBezTo>
                  <a:cubicBezTo>
                    <a:pt x="78441" y="169991"/>
                    <a:pt x="79719" y="169352"/>
                    <a:pt x="80997" y="169352"/>
                  </a:cubicBezTo>
                  <a:cubicBezTo>
                    <a:pt x="82914" y="169352"/>
                    <a:pt x="84831" y="169991"/>
                    <a:pt x="86109" y="170629"/>
                  </a:cubicBezTo>
                  <a:cubicBezTo>
                    <a:pt x="99528" y="181482"/>
                    <a:pt x="119975" y="182120"/>
                    <a:pt x="137867" y="172544"/>
                  </a:cubicBezTo>
                  <a:cubicBezTo>
                    <a:pt x="152564" y="164884"/>
                    <a:pt x="162149" y="150200"/>
                    <a:pt x="163427" y="133602"/>
                  </a:cubicBezTo>
                  <a:cubicBezTo>
                    <a:pt x="160232" y="134240"/>
                    <a:pt x="157037" y="134240"/>
                    <a:pt x="153203" y="134240"/>
                  </a:cubicBezTo>
                  <a:cubicBezTo>
                    <a:pt x="122531" y="134240"/>
                    <a:pt x="98249" y="109981"/>
                    <a:pt x="98249" y="79977"/>
                  </a:cubicBezTo>
                  <a:close/>
                </a:path>
              </a:pathLst>
            </a:custGeom>
            <a:solidFill>
              <a:srgbClr val="007680"/>
            </a:solidFill>
            <a:ln w="6390" cap="flat">
              <a:noFill/>
              <a:prstDash val="solid"/>
              <a:miter/>
            </a:ln>
          </p:spPr>
          <p:txBody>
            <a:bodyPr rtlCol="0" anchor="ctr"/>
            <a:lstStyle/>
            <a:p>
              <a:endParaRPr lang="en-US"/>
            </a:p>
          </p:txBody>
        </p:sp>
        <p:sp>
          <p:nvSpPr>
            <p:cNvPr id="516" name="Graphic 4">
              <a:extLst>
                <a:ext uri="{FF2B5EF4-FFF2-40B4-BE49-F238E27FC236}">
                  <a16:creationId xmlns:a16="http://schemas.microsoft.com/office/drawing/2014/main" id="{97E28CCC-E87C-124C-8E53-C8AB40FE24CA}"/>
                </a:ext>
              </a:extLst>
            </p:cNvPr>
            <p:cNvSpPr/>
            <p:nvPr/>
          </p:nvSpPr>
          <p:spPr>
            <a:xfrm>
              <a:off x="9278827" y="918179"/>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43456 w 362309"/>
                <a:gd name="connsiteY6" fmla="*/ 288556 h 361971"/>
                <a:gd name="connsiteX7" fmla="*/ 211507 w 362309"/>
                <a:gd name="connsiteY7" fmla="*/ 296855 h 361971"/>
                <a:gd name="connsiteX8" fmla="*/ 181474 w 362309"/>
                <a:gd name="connsiteY8" fmla="*/ 287918 h 361971"/>
                <a:gd name="connsiteX9" fmla="*/ 105434 w 362309"/>
                <a:gd name="connsiteY9" fmla="*/ 278342 h 361971"/>
                <a:gd name="connsiteX10" fmla="*/ 102239 w 362309"/>
                <a:gd name="connsiteY10" fmla="*/ 192796 h 361971"/>
                <a:gd name="connsiteX11" fmla="*/ 111824 w 362309"/>
                <a:gd name="connsiteY11" fmla="*/ 181305 h 361971"/>
                <a:gd name="connsiteX12" fmla="*/ 125243 w 362309"/>
                <a:gd name="connsiteY12" fmla="*/ 141086 h 361971"/>
                <a:gd name="connsiteX13" fmla="*/ 146330 w 362309"/>
                <a:gd name="connsiteY13" fmla="*/ 97037 h 361971"/>
                <a:gd name="connsiteX14" fmla="*/ 174446 w 362309"/>
                <a:gd name="connsiteY14" fmla="*/ 93845 h 361971"/>
                <a:gd name="connsiteX15" fmla="*/ 174446 w 362309"/>
                <a:gd name="connsiteY15" fmla="*/ 93206 h 361971"/>
                <a:gd name="connsiteX16" fmla="*/ 203200 w 362309"/>
                <a:gd name="connsiteY16" fmla="*/ 64478 h 361971"/>
                <a:gd name="connsiteX17" fmla="*/ 203200 w 362309"/>
                <a:gd name="connsiteY17" fmla="*/ 64478 h 361971"/>
                <a:gd name="connsiteX18" fmla="*/ 209590 w 362309"/>
                <a:gd name="connsiteY18" fmla="*/ 70862 h 361971"/>
                <a:gd name="connsiteX19" fmla="*/ 203200 w 362309"/>
                <a:gd name="connsiteY19" fmla="*/ 77246 h 361971"/>
                <a:gd name="connsiteX20" fmla="*/ 187225 w 362309"/>
                <a:gd name="connsiteY20" fmla="*/ 93206 h 361971"/>
                <a:gd name="connsiteX21" fmla="*/ 187225 w 362309"/>
                <a:gd name="connsiteY21" fmla="*/ 93206 h 361971"/>
                <a:gd name="connsiteX22" fmla="*/ 187225 w 362309"/>
                <a:gd name="connsiteY22" fmla="*/ 93845 h 361971"/>
                <a:gd name="connsiteX23" fmla="*/ 215341 w 362309"/>
                <a:gd name="connsiteY23" fmla="*/ 97037 h 361971"/>
                <a:gd name="connsiteX24" fmla="*/ 236428 w 362309"/>
                <a:gd name="connsiteY24" fmla="*/ 141086 h 361971"/>
                <a:gd name="connsiteX25" fmla="*/ 233233 w 362309"/>
                <a:gd name="connsiteY25" fmla="*/ 147470 h 361971"/>
                <a:gd name="connsiteX26" fmla="*/ 215341 w 362309"/>
                <a:gd name="connsiteY26" fmla="*/ 203649 h 361971"/>
                <a:gd name="connsiteX27" fmla="*/ 252403 w 362309"/>
                <a:gd name="connsiteY27" fmla="*/ 225993 h 361971"/>
                <a:gd name="connsiteX28" fmla="*/ 266461 w 362309"/>
                <a:gd name="connsiteY28" fmla="*/ 223439 h 361971"/>
                <a:gd name="connsiteX29" fmla="*/ 272211 w 362309"/>
                <a:gd name="connsiteY29" fmla="*/ 224078 h 361971"/>
                <a:gd name="connsiteX30" fmla="*/ 275406 w 362309"/>
                <a:gd name="connsiteY30" fmla="*/ 228547 h 361971"/>
                <a:gd name="connsiteX31" fmla="*/ 243456 w 362309"/>
                <a:gd name="connsiteY31" fmla="*/ 28855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243456" y="288556"/>
                  </a:moveTo>
                  <a:cubicBezTo>
                    <a:pt x="233872" y="294302"/>
                    <a:pt x="223009" y="296855"/>
                    <a:pt x="211507" y="296855"/>
                  </a:cubicBezTo>
                  <a:cubicBezTo>
                    <a:pt x="200644" y="296855"/>
                    <a:pt x="190420" y="293663"/>
                    <a:pt x="181474" y="287918"/>
                  </a:cubicBezTo>
                  <a:cubicBezTo>
                    <a:pt x="157192" y="303878"/>
                    <a:pt x="124604" y="296217"/>
                    <a:pt x="105434" y="278342"/>
                  </a:cubicBezTo>
                  <a:cubicBezTo>
                    <a:pt x="86264" y="260467"/>
                    <a:pt x="76040" y="229185"/>
                    <a:pt x="102239" y="192796"/>
                  </a:cubicBezTo>
                  <a:cubicBezTo>
                    <a:pt x="106073" y="188327"/>
                    <a:pt x="108629" y="184497"/>
                    <a:pt x="111824" y="181305"/>
                  </a:cubicBezTo>
                  <a:cubicBezTo>
                    <a:pt x="120131" y="171729"/>
                    <a:pt x="125243" y="166622"/>
                    <a:pt x="125243" y="141086"/>
                  </a:cubicBezTo>
                  <a:cubicBezTo>
                    <a:pt x="125243" y="126403"/>
                    <a:pt x="130994" y="105974"/>
                    <a:pt x="146330" y="97037"/>
                  </a:cubicBezTo>
                  <a:cubicBezTo>
                    <a:pt x="154637" y="91929"/>
                    <a:pt x="165500" y="90653"/>
                    <a:pt x="174446" y="93845"/>
                  </a:cubicBezTo>
                  <a:cubicBezTo>
                    <a:pt x="174446" y="93845"/>
                    <a:pt x="174446" y="93845"/>
                    <a:pt x="174446" y="93206"/>
                  </a:cubicBezTo>
                  <a:cubicBezTo>
                    <a:pt x="174446" y="77246"/>
                    <a:pt x="187225" y="64478"/>
                    <a:pt x="203200" y="64478"/>
                  </a:cubicBezTo>
                  <a:lnTo>
                    <a:pt x="203200" y="64478"/>
                  </a:lnTo>
                  <a:cubicBezTo>
                    <a:pt x="207034" y="64478"/>
                    <a:pt x="209590" y="67032"/>
                    <a:pt x="209590" y="70862"/>
                  </a:cubicBezTo>
                  <a:cubicBezTo>
                    <a:pt x="209590" y="74693"/>
                    <a:pt x="207034" y="77246"/>
                    <a:pt x="203200" y="77246"/>
                  </a:cubicBezTo>
                  <a:cubicBezTo>
                    <a:pt x="194254" y="77246"/>
                    <a:pt x="187225" y="84269"/>
                    <a:pt x="187225" y="93206"/>
                  </a:cubicBezTo>
                  <a:cubicBezTo>
                    <a:pt x="187225" y="93206"/>
                    <a:pt x="187225" y="93206"/>
                    <a:pt x="187225" y="93206"/>
                  </a:cubicBezTo>
                  <a:cubicBezTo>
                    <a:pt x="187225" y="93206"/>
                    <a:pt x="187225" y="93206"/>
                    <a:pt x="187225" y="93845"/>
                  </a:cubicBezTo>
                  <a:cubicBezTo>
                    <a:pt x="196810" y="90653"/>
                    <a:pt x="207034" y="91929"/>
                    <a:pt x="215341" y="97037"/>
                  </a:cubicBezTo>
                  <a:cubicBezTo>
                    <a:pt x="230677" y="106612"/>
                    <a:pt x="235789" y="126403"/>
                    <a:pt x="236428" y="141086"/>
                  </a:cubicBezTo>
                  <a:cubicBezTo>
                    <a:pt x="236428" y="143640"/>
                    <a:pt x="235150" y="146193"/>
                    <a:pt x="233233" y="147470"/>
                  </a:cubicBezTo>
                  <a:cubicBezTo>
                    <a:pt x="212785" y="158323"/>
                    <a:pt x="204478" y="183220"/>
                    <a:pt x="215341" y="203649"/>
                  </a:cubicBezTo>
                  <a:cubicBezTo>
                    <a:pt x="222370" y="217694"/>
                    <a:pt x="237067" y="225993"/>
                    <a:pt x="252403" y="225993"/>
                  </a:cubicBezTo>
                  <a:cubicBezTo>
                    <a:pt x="256876" y="225993"/>
                    <a:pt x="261987" y="225355"/>
                    <a:pt x="266461" y="223439"/>
                  </a:cubicBezTo>
                  <a:cubicBezTo>
                    <a:pt x="268377" y="222801"/>
                    <a:pt x="270295" y="222801"/>
                    <a:pt x="272211" y="224078"/>
                  </a:cubicBezTo>
                  <a:cubicBezTo>
                    <a:pt x="274128" y="225355"/>
                    <a:pt x="274767" y="226631"/>
                    <a:pt x="275406" y="228547"/>
                  </a:cubicBezTo>
                  <a:cubicBezTo>
                    <a:pt x="277962" y="254083"/>
                    <a:pt x="265182" y="277703"/>
                    <a:pt x="243456" y="288556"/>
                  </a:cubicBezTo>
                  <a:close/>
                </a:path>
              </a:pathLst>
            </a:custGeom>
            <a:solidFill>
              <a:srgbClr val="007680"/>
            </a:solidFill>
            <a:ln w="6390" cap="flat">
              <a:noFill/>
              <a:prstDash val="solid"/>
              <a:miter/>
            </a:ln>
          </p:spPr>
          <p:txBody>
            <a:bodyPr rtlCol="0" anchor="ctr"/>
            <a:lstStyle/>
            <a:p>
              <a:endParaRPr lang="en-US"/>
            </a:p>
          </p:txBody>
        </p:sp>
      </p:grpSp>
      <p:grpSp>
        <p:nvGrpSpPr>
          <p:cNvPr id="517" name="Graphic 4">
            <a:extLst>
              <a:ext uri="{FF2B5EF4-FFF2-40B4-BE49-F238E27FC236}">
                <a16:creationId xmlns:a16="http://schemas.microsoft.com/office/drawing/2014/main" id="{891A717E-7554-4C4B-A3F0-87692B0848EC}"/>
              </a:ext>
            </a:extLst>
          </p:cNvPr>
          <p:cNvGrpSpPr/>
          <p:nvPr/>
        </p:nvGrpSpPr>
        <p:grpSpPr>
          <a:xfrm>
            <a:off x="8840477" y="1402723"/>
            <a:ext cx="362312" cy="361971"/>
            <a:chOff x="8840477" y="1402723"/>
            <a:chExt cx="362312" cy="361971"/>
          </a:xfrm>
          <a:solidFill>
            <a:srgbClr val="007680"/>
          </a:solidFill>
        </p:grpSpPr>
        <p:sp>
          <p:nvSpPr>
            <p:cNvPr id="518" name="Graphic 4">
              <a:extLst>
                <a:ext uri="{FF2B5EF4-FFF2-40B4-BE49-F238E27FC236}">
                  <a16:creationId xmlns:a16="http://schemas.microsoft.com/office/drawing/2014/main" id="{C9824E22-E210-8D4B-BB42-59E18D51012F}"/>
                </a:ext>
              </a:extLst>
            </p:cNvPr>
            <p:cNvSpPr/>
            <p:nvPr/>
          </p:nvSpPr>
          <p:spPr>
            <a:xfrm>
              <a:off x="8840477" y="140272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8565 h 361971"/>
                <a:gd name="connsiteX7" fmla="*/ 12780 w 362312"/>
                <a:gd name="connsiteY7" fmla="*/ 180667 h 361971"/>
                <a:gd name="connsiteX8" fmla="*/ 180836 w 362312"/>
                <a:gd name="connsiteY8" fmla="*/ 12130 h 361971"/>
                <a:gd name="connsiteX9" fmla="*/ 349529 w 362312"/>
                <a:gd name="connsiteY9" fmla="*/ 180028 h 361971"/>
                <a:gd name="connsiteX10" fmla="*/ 349529 w 362312"/>
                <a:gd name="connsiteY10" fmla="*/ 180028 h 361971"/>
                <a:gd name="connsiteX11" fmla="*/ 181474 w 362312"/>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0438"/>
                    <a:pt x="281796" y="0"/>
                    <a:pt x="181474" y="0"/>
                  </a:cubicBezTo>
                  <a:close/>
                  <a:moveTo>
                    <a:pt x="181474" y="348565"/>
                  </a:moveTo>
                  <a:cubicBezTo>
                    <a:pt x="88181" y="348565"/>
                    <a:pt x="12780" y="273234"/>
                    <a:pt x="12780" y="180667"/>
                  </a:cubicBezTo>
                  <a:cubicBezTo>
                    <a:pt x="12780" y="87461"/>
                    <a:pt x="88181" y="12130"/>
                    <a:pt x="180836" y="12130"/>
                  </a:cubicBezTo>
                  <a:cubicBezTo>
                    <a:pt x="274128" y="12130"/>
                    <a:pt x="349529" y="87461"/>
                    <a:pt x="349529" y="180028"/>
                  </a:cubicBezTo>
                  <a:cubicBezTo>
                    <a:pt x="349529" y="180028"/>
                    <a:pt x="349529" y="180028"/>
                    <a:pt x="349529" y="180028"/>
                  </a:cubicBezTo>
                  <a:cubicBezTo>
                    <a:pt x="350169" y="273234"/>
                    <a:pt x="274767" y="348565"/>
                    <a:pt x="181474" y="348565"/>
                  </a:cubicBezTo>
                  <a:close/>
                </a:path>
              </a:pathLst>
            </a:custGeom>
            <a:solidFill>
              <a:srgbClr val="007680"/>
            </a:solidFill>
            <a:ln w="6390" cap="flat">
              <a:noFill/>
              <a:prstDash val="solid"/>
              <a:miter/>
            </a:ln>
          </p:spPr>
          <p:txBody>
            <a:bodyPr rtlCol="0" anchor="ctr"/>
            <a:lstStyle/>
            <a:p>
              <a:endParaRPr lang="en-US"/>
            </a:p>
          </p:txBody>
        </p:sp>
        <p:sp>
          <p:nvSpPr>
            <p:cNvPr id="519" name="Graphic 4">
              <a:extLst>
                <a:ext uri="{FF2B5EF4-FFF2-40B4-BE49-F238E27FC236}">
                  <a16:creationId xmlns:a16="http://schemas.microsoft.com/office/drawing/2014/main" id="{9A5B5CD2-00B1-0449-8444-494215A9590B}"/>
                </a:ext>
              </a:extLst>
            </p:cNvPr>
            <p:cNvSpPr/>
            <p:nvPr/>
          </p:nvSpPr>
          <p:spPr>
            <a:xfrm>
              <a:off x="8931414" y="1466803"/>
              <a:ext cx="182675" cy="234690"/>
            </a:xfrm>
            <a:custGeom>
              <a:avLst/>
              <a:gdLst>
                <a:gd name="connsiteX0" fmla="*/ 178080 w 182675"/>
                <a:gd name="connsiteY0" fmla="*/ 47640 h 234690"/>
                <a:gd name="connsiteX1" fmla="*/ 145491 w 182675"/>
                <a:gd name="connsiteY1" fmla="*/ 38702 h 234690"/>
                <a:gd name="connsiteX2" fmla="*/ 137823 w 182675"/>
                <a:gd name="connsiteY2" fmla="*/ 39341 h 234690"/>
                <a:gd name="connsiteX3" fmla="*/ 142296 w 182675"/>
                <a:gd name="connsiteY3" fmla="*/ 5506 h 234690"/>
                <a:gd name="connsiteX4" fmla="*/ 137823 w 182675"/>
                <a:gd name="connsiteY4" fmla="*/ 398 h 234690"/>
                <a:gd name="connsiteX5" fmla="*/ 135906 w 182675"/>
                <a:gd name="connsiteY5" fmla="*/ 398 h 234690"/>
                <a:gd name="connsiteX6" fmla="*/ 99484 w 182675"/>
                <a:gd name="connsiteY6" fmla="*/ 13166 h 234690"/>
                <a:gd name="connsiteX7" fmla="*/ 92454 w 182675"/>
                <a:gd name="connsiteY7" fmla="*/ 23381 h 234690"/>
                <a:gd name="connsiteX8" fmla="*/ 83509 w 182675"/>
                <a:gd name="connsiteY8" fmla="*/ 11251 h 234690"/>
                <a:gd name="connsiteX9" fmla="*/ 51559 w 182675"/>
                <a:gd name="connsiteY9" fmla="*/ 398 h 234690"/>
                <a:gd name="connsiteX10" fmla="*/ 45169 w 182675"/>
                <a:gd name="connsiteY10" fmla="*/ 6782 h 234690"/>
                <a:gd name="connsiteX11" fmla="*/ 45169 w 182675"/>
                <a:gd name="connsiteY11" fmla="*/ 7421 h 234690"/>
                <a:gd name="connsiteX12" fmla="*/ 51559 w 182675"/>
                <a:gd name="connsiteY12" fmla="*/ 13166 h 234690"/>
                <a:gd name="connsiteX13" fmla="*/ 74563 w 182675"/>
                <a:gd name="connsiteY13" fmla="*/ 20827 h 234690"/>
                <a:gd name="connsiteX14" fmla="*/ 86704 w 182675"/>
                <a:gd name="connsiteY14" fmla="*/ 53386 h 234690"/>
                <a:gd name="connsiteX15" fmla="*/ 66256 w 182675"/>
                <a:gd name="connsiteY15" fmla="*/ 47002 h 234690"/>
                <a:gd name="connsiteX16" fmla="*/ 36223 w 182675"/>
                <a:gd name="connsiteY16" fmla="*/ 39341 h 234690"/>
                <a:gd name="connsiteX17" fmla="*/ 2995 w 182675"/>
                <a:gd name="connsiteY17" fmla="*/ 48917 h 234690"/>
                <a:gd name="connsiteX18" fmla="*/ 1079 w 182675"/>
                <a:gd name="connsiteY18" fmla="*/ 57854 h 234690"/>
                <a:gd name="connsiteX19" fmla="*/ 4912 w 182675"/>
                <a:gd name="connsiteY19" fmla="*/ 60408 h 234690"/>
                <a:gd name="connsiteX20" fmla="*/ 59866 w 182675"/>
                <a:gd name="connsiteY20" fmla="*/ 135101 h 234690"/>
                <a:gd name="connsiteX21" fmla="*/ 21526 w 182675"/>
                <a:gd name="connsiteY21" fmla="*/ 202132 h 234690"/>
                <a:gd name="connsiteX22" fmla="*/ 18331 w 182675"/>
                <a:gd name="connsiteY22" fmla="*/ 206601 h 234690"/>
                <a:gd name="connsiteX23" fmla="*/ 20248 w 182675"/>
                <a:gd name="connsiteY23" fmla="*/ 211708 h 234690"/>
                <a:gd name="connsiteX24" fmla="*/ 47725 w 182675"/>
                <a:gd name="connsiteY24" fmla="*/ 232776 h 234690"/>
                <a:gd name="connsiteX25" fmla="*/ 72007 w 182675"/>
                <a:gd name="connsiteY25" fmla="*/ 228945 h 234690"/>
                <a:gd name="connsiteX26" fmla="*/ 87982 w 182675"/>
                <a:gd name="connsiteY26" fmla="*/ 223838 h 234690"/>
                <a:gd name="connsiteX27" fmla="*/ 95010 w 182675"/>
                <a:gd name="connsiteY27" fmla="*/ 223838 h 234690"/>
                <a:gd name="connsiteX28" fmla="*/ 110985 w 182675"/>
                <a:gd name="connsiteY28" fmla="*/ 228945 h 234690"/>
                <a:gd name="connsiteX29" fmla="*/ 127599 w 182675"/>
                <a:gd name="connsiteY29" fmla="*/ 234691 h 234690"/>
                <a:gd name="connsiteX30" fmla="*/ 135267 w 182675"/>
                <a:gd name="connsiteY30" fmla="*/ 232776 h 234690"/>
                <a:gd name="connsiteX31" fmla="*/ 162105 w 182675"/>
                <a:gd name="connsiteY31" fmla="*/ 212347 h 234690"/>
                <a:gd name="connsiteX32" fmla="*/ 164022 w 182675"/>
                <a:gd name="connsiteY32" fmla="*/ 207240 h 234690"/>
                <a:gd name="connsiteX33" fmla="*/ 160827 w 182675"/>
                <a:gd name="connsiteY33" fmla="*/ 202771 h 234690"/>
                <a:gd name="connsiteX34" fmla="*/ 132711 w 182675"/>
                <a:gd name="connsiteY34" fmla="*/ 96158 h 234690"/>
                <a:gd name="connsiteX35" fmla="*/ 178080 w 182675"/>
                <a:gd name="connsiteY35" fmla="*/ 60408 h 234690"/>
                <a:gd name="connsiteX36" fmla="*/ 182553 w 182675"/>
                <a:gd name="connsiteY36" fmla="*/ 52747 h 234690"/>
                <a:gd name="connsiteX37" fmla="*/ 179997 w 182675"/>
                <a:gd name="connsiteY37" fmla="*/ 48917 h 234690"/>
                <a:gd name="connsiteX38" fmla="*/ 178080 w 182675"/>
                <a:gd name="connsiteY38" fmla="*/ 47640 h 234690"/>
                <a:gd name="connsiteX39" fmla="*/ 109069 w 182675"/>
                <a:gd name="connsiteY39" fmla="*/ 20827 h 234690"/>
                <a:gd name="connsiteX40" fmla="*/ 130794 w 182675"/>
                <a:gd name="connsiteY40" fmla="*/ 11890 h 234690"/>
                <a:gd name="connsiteX41" fmla="*/ 122487 w 182675"/>
                <a:gd name="connsiteY41" fmla="*/ 39979 h 234690"/>
                <a:gd name="connsiteX42" fmla="*/ 100761 w 182675"/>
                <a:gd name="connsiteY42" fmla="*/ 48917 h 234690"/>
                <a:gd name="connsiteX43" fmla="*/ 109069 w 182675"/>
                <a:gd name="connsiteY43" fmla="*/ 20827 h 234690"/>
                <a:gd name="connsiteX44" fmla="*/ 109069 w 182675"/>
                <a:gd name="connsiteY44" fmla="*/ 20827 h 234690"/>
                <a:gd name="connsiteX45" fmla="*/ 108429 w 182675"/>
                <a:gd name="connsiteY45" fmla="*/ 133824 h 234690"/>
                <a:gd name="connsiteX46" fmla="*/ 146769 w 182675"/>
                <a:gd name="connsiteY46" fmla="*/ 207878 h 234690"/>
                <a:gd name="connsiteX47" fmla="*/ 128877 w 182675"/>
                <a:gd name="connsiteY47" fmla="*/ 220646 h 234690"/>
                <a:gd name="connsiteX48" fmla="*/ 116736 w 182675"/>
                <a:gd name="connsiteY48" fmla="*/ 216816 h 234690"/>
                <a:gd name="connsiteX49" fmla="*/ 95010 w 182675"/>
                <a:gd name="connsiteY49" fmla="*/ 209793 h 234690"/>
                <a:gd name="connsiteX50" fmla="*/ 87982 w 182675"/>
                <a:gd name="connsiteY50" fmla="*/ 209793 h 234690"/>
                <a:gd name="connsiteX51" fmla="*/ 66256 w 182675"/>
                <a:gd name="connsiteY51" fmla="*/ 216816 h 234690"/>
                <a:gd name="connsiteX52" fmla="*/ 54115 w 182675"/>
                <a:gd name="connsiteY52" fmla="*/ 220646 h 234690"/>
                <a:gd name="connsiteX53" fmla="*/ 35584 w 182675"/>
                <a:gd name="connsiteY53" fmla="*/ 207878 h 234690"/>
                <a:gd name="connsiteX54" fmla="*/ 56032 w 182675"/>
                <a:gd name="connsiteY54" fmla="*/ 80837 h 234690"/>
                <a:gd name="connsiteX55" fmla="*/ 24082 w 182675"/>
                <a:gd name="connsiteY55" fmla="*/ 53386 h 234690"/>
                <a:gd name="connsiteX56" fmla="*/ 37501 w 182675"/>
                <a:gd name="connsiteY56" fmla="*/ 51470 h 234690"/>
                <a:gd name="connsiteX57" fmla="*/ 63061 w 182675"/>
                <a:gd name="connsiteY57" fmla="*/ 58493 h 234690"/>
                <a:gd name="connsiteX58" fmla="*/ 91177 w 182675"/>
                <a:gd name="connsiteY58" fmla="*/ 66792 h 234690"/>
                <a:gd name="connsiteX59" fmla="*/ 92454 w 182675"/>
                <a:gd name="connsiteY59" fmla="*/ 66792 h 234690"/>
                <a:gd name="connsiteX60" fmla="*/ 120570 w 182675"/>
                <a:gd name="connsiteY60" fmla="*/ 58493 h 234690"/>
                <a:gd name="connsiteX61" fmla="*/ 145491 w 182675"/>
                <a:gd name="connsiteY61" fmla="*/ 51470 h 234690"/>
                <a:gd name="connsiteX62" fmla="*/ 145491 w 182675"/>
                <a:gd name="connsiteY62" fmla="*/ 51470 h 234690"/>
                <a:gd name="connsiteX63" fmla="*/ 158271 w 182675"/>
                <a:gd name="connsiteY63" fmla="*/ 52747 h 234690"/>
                <a:gd name="connsiteX64" fmla="*/ 108429 w 182675"/>
                <a:gd name="connsiteY64" fmla="*/ 133824 h 234690"/>
                <a:gd name="connsiteX65" fmla="*/ 108429 w 182675"/>
                <a:gd name="connsiteY65" fmla="*/ 133824 h 23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82675" h="234690">
                  <a:moveTo>
                    <a:pt x="178080" y="47640"/>
                  </a:moveTo>
                  <a:cubicBezTo>
                    <a:pt x="168495" y="41894"/>
                    <a:pt x="156993" y="38702"/>
                    <a:pt x="145491" y="38702"/>
                  </a:cubicBezTo>
                  <a:cubicBezTo>
                    <a:pt x="142935" y="38702"/>
                    <a:pt x="140379" y="38702"/>
                    <a:pt x="137823" y="39341"/>
                  </a:cubicBezTo>
                  <a:cubicBezTo>
                    <a:pt x="142935" y="28488"/>
                    <a:pt x="144213" y="16997"/>
                    <a:pt x="142296" y="5506"/>
                  </a:cubicBezTo>
                  <a:cubicBezTo>
                    <a:pt x="141657" y="2952"/>
                    <a:pt x="140379" y="1037"/>
                    <a:pt x="137823" y="398"/>
                  </a:cubicBezTo>
                  <a:cubicBezTo>
                    <a:pt x="137184" y="398"/>
                    <a:pt x="136545" y="398"/>
                    <a:pt x="135906" y="398"/>
                  </a:cubicBezTo>
                  <a:cubicBezTo>
                    <a:pt x="122487" y="-1517"/>
                    <a:pt x="109069" y="3590"/>
                    <a:pt x="99484" y="13166"/>
                  </a:cubicBezTo>
                  <a:cubicBezTo>
                    <a:pt x="96928" y="16358"/>
                    <a:pt x="94372" y="19550"/>
                    <a:pt x="92454" y="23381"/>
                  </a:cubicBezTo>
                  <a:cubicBezTo>
                    <a:pt x="90538" y="18912"/>
                    <a:pt x="87343" y="15082"/>
                    <a:pt x="83509" y="11251"/>
                  </a:cubicBezTo>
                  <a:cubicBezTo>
                    <a:pt x="74563" y="2952"/>
                    <a:pt x="63061" y="-878"/>
                    <a:pt x="51559" y="398"/>
                  </a:cubicBezTo>
                  <a:cubicBezTo>
                    <a:pt x="47725" y="398"/>
                    <a:pt x="45169" y="2952"/>
                    <a:pt x="45169" y="6782"/>
                  </a:cubicBezTo>
                  <a:cubicBezTo>
                    <a:pt x="45169" y="6782"/>
                    <a:pt x="45169" y="6782"/>
                    <a:pt x="45169" y="7421"/>
                  </a:cubicBezTo>
                  <a:cubicBezTo>
                    <a:pt x="45169" y="10613"/>
                    <a:pt x="48364" y="13805"/>
                    <a:pt x="51559" y="13166"/>
                  </a:cubicBezTo>
                  <a:cubicBezTo>
                    <a:pt x="59866" y="12528"/>
                    <a:pt x="68173" y="15082"/>
                    <a:pt x="74563" y="20827"/>
                  </a:cubicBezTo>
                  <a:cubicBezTo>
                    <a:pt x="84787" y="30403"/>
                    <a:pt x="86704" y="46363"/>
                    <a:pt x="86704" y="53386"/>
                  </a:cubicBezTo>
                  <a:cubicBezTo>
                    <a:pt x="79674" y="52109"/>
                    <a:pt x="72646" y="49555"/>
                    <a:pt x="66256" y="47002"/>
                  </a:cubicBezTo>
                  <a:cubicBezTo>
                    <a:pt x="56671" y="42533"/>
                    <a:pt x="46447" y="39979"/>
                    <a:pt x="36223" y="39341"/>
                  </a:cubicBezTo>
                  <a:cubicBezTo>
                    <a:pt x="24721" y="39341"/>
                    <a:pt x="13220" y="42533"/>
                    <a:pt x="2995" y="48917"/>
                  </a:cubicBezTo>
                  <a:cubicBezTo>
                    <a:pt x="-200" y="50832"/>
                    <a:pt x="-839" y="54662"/>
                    <a:pt x="1079" y="57854"/>
                  </a:cubicBezTo>
                  <a:cubicBezTo>
                    <a:pt x="1717" y="59131"/>
                    <a:pt x="2995" y="59770"/>
                    <a:pt x="4912" y="60408"/>
                  </a:cubicBezTo>
                  <a:cubicBezTo>
                    <a:pt x="37501" y="70622"/>
                    <a:pt x="59866" y="100627"/>
                    <a:pt x="59866" y="135101"/>
                  </a:cubicBezTo>
                  <a:cubicBezTo>
                    <a:pt x="59866" y="162552"/>
                    <a:pt x="45169" y="188088"/>
                    <a:pt x="21526" y="202132"/>
                  </a:cubicBezTo>
                  <a:cubicBezTo>
                    <a:pt x="19610" y="203409"/>
                    <a:pt x="18970" y="204686"/>
                    <a:pt x="18331" y="206601"/>
                  </a:cubicBezTo>
                  <a:cubicBezTo>
                    <a:pt x="18331" y="208516"/>
                    <a:pt x="18970" y="210432"/>
                    <a:pt x="20248" y="211708"/>
                  </a:cubicBezTo>
                  <a:cubicBezTo>
                    <a:pt x="27916" y="220008"/>
                    <a:pt x="37501" y="227030"/>
                    <a:pt x="47725" y="232776"/>
                  </a:cubicBezTo>
                  <a:cubicBezTo>
                    <a:pt x="56032" y="237244"/>
                    <a:pt x="64339" y="232776"/>
                    <a:pt x="72007" y="228945"/>
                  </a:cubicBezTo>
                  <a:cubicBezTo>
                    <a:pt x="77119" y="225753"/>
                    <a:pt x="82230" y="223838"/>
                    <a:pt x="87982" y="223838"/>
                  </a:cubicBezTo>
                  <a:lnTo>
                    <a:pt x="95010" y="223838"/>
                  </a:lnTo>
                  <a:cubicBezTo>
                    <a:pt x="100761" y="224476"/>
                    <a:pt x="105874" y="226392"/>
                    <a:pt x="110985" y="228945"/>
                  </a:cubicBezTo>
                  <a:cubicBezTo>
                    <a:pt x="116097" y="232137"/>
                    <a:pt x="121849" y="234052"/>
                    <a:pt x="127599" y="234691"/>
                  </a:cubicBezTo>
                  <a:cubicBezTo>
                    <a:pt x="130155" y="234691"/>
                    <a:pt x="132711" y="234052"/>
                    <a:pt x="135267" y="232776"/>
                  </a:cubicBezTo>
                  <a:cubicBezTo>
                    <a:pt x="145491" y="227668"/>
                    <a:pt x="154437" y="220646"/>
                    <a:pt x="162105" y="212347"/>
                  </a:cubicBezTo>
                  <a:cubicBezTo>
                    <a:pt x="163383" y="211070"/>
                    <a:pt x="164022" y="209155"/>
                    <a:pt x="164022" y="207240"/>
                  </a:cubicBezTo>
                  <a:cubicBezTo>
                    <a:pt x="164022" y="205324"/>
                    <a:pt x="162744" y="203409"/>
                    <a:pt x="160827" y="202771"/>
                  </a:cubicBezTo>
                  <a:cubicBezTo>
                    <a:pt x="123765" y="181065"/>
                    <a:pt x="110985" y="133185"/>
                    <a:pt x="132711" y="96158"/>
                  </a:cubicBezTo>
                  <a:cubicBezTo>
                    <a:pt x="142935" y="78921"/>
                    <a:pt x="158910" y="66154"/>
                    <a:pt x="178080" y="60408"/>
                  </a:cubicBezTo>
                  <a:cubicBezTo>
                    <a:pt x="181275" y="59131"/>
                    <a:pt x="183192" y="55939"/>
                    <a:pt x="182553" y="52747"/>
                  </a:cubicBezTo>
                  <a:cubicBezTo>
                    <a:pt x="181913" y="51470"/>
                    <a:pt x="181275" y="50194"/>
                    <a:pt x="179997" y="48917"/>
                  </a:cubicBezTo>
                  <a:lnTo>
                    <a:pt x="178080" y="47640"/>
                  </a:lnTo>
                  <a:close/>
                  <a:moveTo>
                    <a:pt x="109069" y="20827"/>
                  </a:moveTo>
                  <a:cubicBezTo>
                    <a:pt x="114819" y="15082"/>
                    <a:pt x="122487" y="11890"/>
                    <a:pt x="130794" y="11890"/>
                  </a:cubicBezTo>
                  <a:cubicBezTo>
                    <a:pt x="132072" y="22104"/>
                    <a:pt x="128877" y="32318"/>
                    <a:pt x="122487" y="39979"/>
                  </a:cubicBezTo>
                  <a:cubicBezTo>
                    <a:pt x="116736" y="45725"/>
                    <a:pt x="109069" y="48917"/>
                    <a:pt x="100761" y="48917"/>
                  </a:cubicBezTo>
                  <a:cubicBezTo>
                    <a:pt x="98844" y="39341"/>
                    <a:pt x="102039" y="29126"/>
                    <a:pt x="109069" y="20827"/>
                  </a:cubicBezTo>
                  <a:lnTo>
                    <a:pt x="109069" y="20827"/>
                  </a:lnTo>
                  <a:close/>
                  <a:moveTo>
                    <a:pt x="108429" y="133824"/>
                  </a:moveTo>
                  <a:cubicBezTo>
                    <a:pt x="108429" y="163190"/>
                    <a:pt x="123126" y="190641"/>
                    <a:pt x="146769" y="207878"/>
                  </a:cubicBezTo>
                  <a:cubicBezTo>
                    <a:pt x="141657" y="212985"/>
                    <a:pt x="135267" y="217454"/>
                    <a:pt x="128877" y="220646"/>
                  </a:cubicBezTo>
                  <a:cubicBezTo>
                    <a:pt x="126321" y="221923"/>
                    <a:pt x="122487" y="220008"/>
                    <a:pt x="116736" y="216816"/>
                  </a:cubicBezTo>
                  <a:cubicBezTo>
                    <a:pt x="110346" y="212985"/>
                    <a:pt x="102679" y="210432"/>
                    <a:pt x="95010" y="209793"/>
                  </a:cubicBezTo>
                  <a:lnTo>
                    <a:pt x="87982" y="209793"/>
                  </a:lnTo>
                  <a:cubicBezTo>
                    <a:pt x="80314" y="210432"/>
                    <a:pt x="72646" y="212347"/>
                    <a:pt x="66256" y="216816"/>
                  </a:cubicBezTo>
                  <a:cubicBezTo>
                    <a:pt x="60505" y="220008"/>
                    <a:pt x="56671" y="221923"/>
                    <a:pt x="54115" y="220646"/>
                  </a:cubicBezTo>
                  <a:cubicBezTo>
                    <a:pt x="47725" y="217454"/>
                    <a:pt x="41335" y="212985"/>
                    <a:pt x="35584" y="207878"/>
                  </a:cubicBezTo>
                  <a:cubicBezTo>
                    <a:pt x="76479" y="178512"/>
                    <a:pt x="85425" y="121694"/>
                    <a:pt x="56032" y="80837"/>
                  </a:cubicBezTo>
                  <a:cubicBezTo>
                    <a:pt x="47725" y="69346"/>
                    <a:pt x="36862" y="59770"/>
                    <a:pt x="24082" y="53386"/>
                  </a:cubicBezTo>
                  <a:cubicBezTo>
                    <a:pt x="28555" y="52109"/>
                    <a:pt x="33028" y="51470"/>
                    <a:pt x="37501" y="51470"/>
                  </a:cubicBezTo>
                  <a:cubicBezTo>
                    <a:pt x="46447" y="52109"/>
                    <a:pt x="54754" y="54662"/>
                    <a:pt x="63061" y="58493"/>
                  </a:cubicBezTo>
                  <a:cubicBezTo>
                    <a:pt x="72007" y="62323"/>
                    <a:pt x="81592" y="65515"/>
                    <a:pt x="91177" y="66792"/>
                  </a:cubicBezTo>
                  <a:lnTo>
                    <a:pt x="92454" y="66792"/>
                  </a:lnTo>
                  <a:cubicBezTo>
                    <a:pt x="102039" y="65515"/>
                    <a:pt x="111624" y="62323"/>
                    <a:pt x="120570" y="58493"/>
                  </a:cubicBezTo>
                  <a:cubicBezTo>
                    <a:pt x="128238" y="54662"/>
                    <a:pt x="137184" y="52109"/>
                    <a:pt x="145491" y="51470"/>
                  </a:cubicBezTo>
                  <a:lnTo>
                    <a:pt x="145491" y="51470"/>
                  </a:lnTo>
                  <a:cubicBezTo>
                    <a:pt x="149964" y="51470"/>
                    <a:pt x="153798" y="52109"/>
                    <a:pt x="158271" y="52747"/>
                  </a:cubicBezTo>
                  <a:cubicBezTo>
                    <a:pt x="127599" y="68707"/>
                    <a:pt x="108429" y="99989"/>
                    <a:pt x="108429" y="133824"/>
                  </a:cubicBezTo>
                  <a:lnTo>
                    <a:pt x="108429" y="133824"/>
                  </a:lnTo>
                  <a:close/>
                </a:path>
              </a:pathLst>
            </a:custGeom>
            <a:solidFill>
              <a:srgbClr val="007680"/>
            </a:solidFill>
            <a:ln w="6390" cap="flat">
              <a:noFill/>
              <a:prstDash val="solid"/>
              <a:miter/>
            </a:ln>
          </p:spPr>
          <p:txBody>
            <a:bodyPr rtlCol="0" anchor="ctr"/>
            <a:lstStyle/>
            <a:p>
              <a:endParaRPr lang="en-US"/>
            </a:p>
          </p:txBody>
        </p:sp>
      </p:grpSp>
      <p:grpSp>
        <p:nvGrpSpPr>
          <p:cNvPr id="520" name="Graphic 4">
            <a:extLst>
              <a:ext uri="{FF2B5EF4-FFF2-40B4-BE49-F238E27FC236}">
                <a16:creationId xmlns:a16="http://schemas.microsoft.com/office/drawing/2014/main" id="{EF97EF6F-C8BD-9E47-BF0F-261B7A7EC281}"/>
              </a:ext>
            </a:extLst>
          </p:cNvPr>
          <p:cNvGrpSpPr/>
          <p:nvPr/>
        </p:nvGrpSpPr>
        <p:grpSpPr>
          <a:xfrm>
            <a:off x="8239823" y="918179"/>
            <a:ext cx="361674" cy="361971"/>
            <a:chOff x="8239823" y="918179"/>
            <a:chExt cx="361674" cy="361971"/>
          </a:xfrm>
          <a:solidFill>
            <a:srgbClr val="007680"/>
          </a:solidFill>
        </p:grpSpPr>
        <p:sp>
          <p:nvSpPr>
            <p:cNvPr id="521" name="Graphic 4">
              <a:extLst>
                <a:ext uri="{FF2B5EF4-FFF2-40B4-BE49-F238E27FC236}">
                  <a16:creationId xmlns:a16="http://schemas.microsoft.com/office/drawing/2014/main" id="{C85A1125-647F-B94F-8052-47696C61A062}"/>
                </a:ext>
              </a:extLst>
            </p:cNvPr>
            <p:cNvSpPr/>
            <p:nvPr/>
          </p:nvSpPr>
          <p:spPr>
            <a:xfrm>
              <a:off x="8347175" y="1041390"/>
              <a:ext cx="148885" cy="152577"/>
            </a:xfrm>
            <a:custGeom>
              <a:avLst/>
              <a:gdLst>
                <a:gd name="connsiteX0" fmla="*/ 14696 w 148885"/>
                <a:gd name="connsiteY0" fmla="*/ 152577 h 152577"/>
                <a:gd name="connsiteX1" fmla="*/ 132910 w 148885"/>
                <a:gd name="connsiteY1" fmla="*/ 152577 h 152577"/>
                <a:gd name="connsiteX2" fmla="*/ 148885 w 148885"/>
                <a:gd name="connsiteY2" fmla="*/ 0 h 152577"/>
                <a:gd name="connsiteX3" fmla="*/ 0 w 148885"/>
                <a:gd name="connsiteY3" fmla="*/ 0 h 152577"/>
                <a:gd name="connsiteX4" fmla="*/ 14696 w 148885"/>
                <a:gd name="connsiteY4" fmla="*/ 152577 h 152577"/>
                <a:gd name="connsiteX5" fmla="*/ 33227 w 148885"/>
                <a:gd name="connsiteY5" fmla="*/ 77885 h 152577"/>
                <a:gd name="connsiteX6" fmla="*/ 39617 w 148885"/>
                <a:gd name="connsiteY6" fmla="*/ 84269 h 152577"/>
                <a:gd name="connsiteX7" fmla="*/ 73484 w 148885"/>
                <a:gd name="connsiteY7" fmla="*/ 118742 h 152577"/>
                <a:gd name="connsiteX8" fmla="*/ 107989 w 148885"/>
                <a:gd name="connsiteY8" fmla="*/ 84907 h 152577"/>
                <a:gd name="connsiteX9" fmla="*/ 74123 w 148885"/>
                <a:gd name="connsiteY9" fmla="*/ 50433 h 152577"/>
                <a:gd name="connsiteX10" fmla="*/ 54953 w 148885"/>
                <a:gd name="connsiteY10" fmla="*/ 56179 h 152577"/>
                <a:gd name="connsiteX11" fmla="*/ 66455 w 148885"/>
                <a:gd name="connsiteY11" fmla="*/ 56179 h 152577"/>
                <a:gd name="connsiteX12" fmla="*/ 72845 w 148885"/>
                <a:gd name="connsiteY12" fmla="*/ 62563 h 152577"/>
                <a:gd name="connsiteX13" fmla="*/ 66455 w 148885"/>
                <a:gd name="connsiteY13" fmla="*/ 68947 h 152577"/>
                <a:gd name="connsiteX14" fmla="*/ 40895 w 148885"/>
                <a:gd name="connsiteY14" fmla="*/ 68947 h 152577"/>
                <a:gd name="connsiteX15" fmla="*/ 34505 w 148885"/>
                <a:gd name="connsiteY15" fmla="*/ 62563 h 152577"/>
                <a:gd name="connsiteX16" fmla="*/ 34505 w 148885"/>
                <a:gd name="connsiteY16" fmla="*/ 37027 h 152577"/>
                <a:gd name="connsiteX17" fmla="*/ 40895 w 148885"/>
                <a:gd name="connsiteY17" fmla="*/ 30643 h 152577"/>
                <a:gd name="connsiteX18" fmla="*/ 47285 w 148885"/>
                <a:gd name="connsiteY18" fmla="*/ 37027 h 152577"/>
                <a:gd name="connsiteX19" fmla="*/ 47285 w 148885"/>
                <a:gd name="connsiteY19" fmla="*/ 45965 h 152577"/>
                <a:gd name="connsiteX20" fmla="*/ 111824 w 148885"/>
                <a:gd name="connsiteY20" fmla="*/ 57456 h 152577"/>
                <a:gd name="connsiteX21" fmla="*/ 100322 w 148885"/>
                <a:gd name="connsiteY21" fmla="*/ 121934 h 152577"/>
                <a:gd name="connsiteX22" fmla="*/ 35783 w 148885"/>
                <a:gd name="connsiteY22" fmla="*/ 110443 h 152577"/>
                <a:gd name="connsiteX23" fmla="*/ 27476 w 148885"/>
                <a:gd name="connsiteY23" fmla="*/ 84269 h 152577"/>
                <a:gd name="connsiteX24" fmla="*/ 33227 w 148885"/>
                <a:gd name="connsiteY24" fmla="*/ 77885 h 15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8885" h="152577">
                  <a:moveTo>
                    <a:pt x="14696" y="152577"/>
                  </a:moveTo>
                  <a:lnTo>
                    <a:pt x="132910" y="152577"/>
                  </a:lnTo>
                  <a:lnTo>
                    <a:pt x="148885" y="0"/>
                  </a:lnTo>
                  <a:lnTo>
                    <a:pt x="0" y="0"/>
                  </a:lnTo>
                  <a:lnTo>
                    <a:pt x="14696" y="152577"/>
                  </a:lnTo>
                  <a:close/>
                  <a:moveTo>
                    <a:pt x="33227" y="77885"/>
                  </a:moveTo>
                  <a:cubicBezTo>
                    <a:pt x="37061" y="77885"/>
                    <a:pt x="39617" y="80438"/>
                    <a:pt x="39617" y="84269"/>
                  </a:cubicBezTo>
                  <a:cubicBezTo>
                    <a:pt x="39617" y="102782"/>
                    <a:pt x="54314" y="118104"/>
                    <a:pt x="73484" y="118742"/>
                  </a:cubicBezTo>
                  <a:cubicBezTo>
                    <a:pt x="92014" y="118742"/>
                    <a:pt x="107350" y="104059"/>
                    <a:pt x="107989" y="84907"/>
                  </a:cubicBezTo>
                  <a:cubicBezTo>
                    <a:pt x="107989" y="66393"/>
                    <a:pt x="93293" y="51072"/>
                    <a:pt x="74123" y="50433"/>
                  </a:cubicBezTo>
                  <a:cubicBezTo>
                    <a:pt x="67094" y="50433"/>
                    <a:pt x="60065" y="52349"/>
                    <a:pt x="54953" y="56179"/>
                  </a:cubicBezTo>
                  <a:lnTo>
                    <a:pt x="66455" y="56179"/>
                  </a:lnTo>
                  <a:cubicBezTo>
                    <a:pt x="70289" y="56179"/>
                    <a:pt x="72845" y="58733"/>
                    <a:pt x="72845" y="62563"/>
                  </a:cubicBezTo>
                  <a:cubicBezTo>
                    <a:pt x="72845" y="66393"/>
                    <a:pt x="70289" y="68947"/>
                    <a:pt x="66455" y="68947"/>
                  </a:cubicBezTo>
                  <a:lnTo>
                    <a:pt x="40895" y="68947"/>
                  </a:lnTo>
                  <a:cubicBezTo>
                    <a:pt x="37061" y="68947"/>
                    <a:pt x="34505" y="66393"/>
                    <a:pt x="34505" y="62563"/>
                  </a:cubicBezTo>
                  <a:lnTo>
                    <a:pt x="34505" y="37027"/>
                  </a:lnTo>
                  <a:cubicBezTo>
                    <a:pt x="34505" y="33197"/>
                    <a:pt x="37061" y="30643"/>
                    <a:pt x="40895" y="30643"/>
                  </a:cubicBezTo>
                  <a:cubicBezTo>
                    <a:pt x="44730" y="30643"/>
                    <a:pt x="47285" y="33197"/>
                    <a:pt x="47285" y="37027"/>
                  </a:cubicBezTo>
                  <a:lnTo>
                    <a:pt x="47285" y="45965"/>
                  </a:lnTo>
                  <a:cubicBezTo>
                    <a:pt x="68372" y="31281"/>
                    <a:pt x="97127" y="36389"/>
                    <a:pt x="111824" y="57456"/>
                  </a:cubicBezTo>
                  <a:cubicBezTo>
                    <a:pt x="126520" y="78523"/>
                    <a:pt x="121409" y="107251"/>
                    <a:pt x="100322" y="121934"/>
                  </a:cubicBezTo>
                  <a:cubicBezTo>
                    <a:pt x="79235" y="136617"/>
                    <a:pt x="50480" y="131510"/>
                    <a:pt x="35783" y="110443"/>
                  </a:cubicBezTo>
                  <a:cubicBezTo>
                    <a:pt x="30671" y="102782"/>
                    <a:pt x="27476" y="93206"/>
                    <a:pt x="27476" y="84269"/>
                  </a:cubicBezTo>
                  <a:cubicBezTo>
                    <a:pt x="26837" y="81077"/>
                    <a:pt x="29394" y="77885"/>
                    <a:pt x="33227" y="77885"/>
                  </a:cubicBezTo>
                  <a:close/>
                </a:path>
              </a:pathLst>
            </a:custGeom>
            <a:solidFill>
              <a:srgbClr val="007680"/>
            </a:solidFill>
            <a:ln w="6390" cap="flat">
              <a:noFill/>
              <a:prstDash val="solid"/>
              <a:miter/>
            </a:ln>
          </p:spPr>
          <p:txBody>
            <a:bodyPr rtlCol="0" anchor="ctr"/>
            <a:lstStyle/>
            <a:p>
              <a:endParaRPr lang="en-US"/>
            </a:p>
          </p:txBody>
        </p:sp>
        <p:sp>
          <p:nvSpPr>
            <p:cNvPr id="522" name="Graphic 4">
              <a:extLst>
                <a:ext uri="{FF2B5EF4-FFF2-40B4-BE49-F238E27FC236}">
                  <a16:creationId xmlns:a16="http://schemas.microsoft.com/office/drawing/2014/main" id="{930A7D79-9C98-9E4E-B25B-194CBADFEED8}"/>
                </a:ext>
              </a:extLst>
            </p:cNvPr>
            <p:cNvSpPr/>
            <p:nvPr/>
          </p:nvSpPr>
          <p:spPr>
            <a:xfrm>
              <a:off x="8372734" y="1013140"/>
              <a:ext cx="44089" cy="16119"/>
            </a:xfrm>
            <a:custGeom>
              <a:avLst/>
              <a:gdLst>
                <a:gd name="connsiteX0" fmla="*/ 30671 w 44089"/>
                <a:gd name="connsiteY0" fmla="*/ 3352 h 16119"/>
                <a:gd name="connsiteX1" fmla="*/ 14058 w 44089"/>
                <a:gd name="connsiteY1" fmla="*/ 3352 h 16119"/>
                <a:gd name="connsiteX2" fmla="*/ 0 w 44089"/>
                <a:gd name="connsiteY2" fmla="*/ 16120 h 16119"/>
                <a:gd name="connsiteX3" fmla="*/ 44090 w 44089"/>
                <a:gd name="connsiteY3" fmla="*/ 16120 h 16119"/>
                <a:gd name="connsiteX4" fmla="*/ 30671 w 44089"/>
                <a:gd name="connsiteY4" fmla="*/ 3352 h 16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89" h="16119">
                  <a:moveTo>
                    <a:pt x="30671" y="3352"/>
                  </a:moveTo>
                  <a:cubicBezTo>
                    <a:pt x="26199" y="-1117"/>
                    <a:pt x="19170" y="-1117"/>
                    <a:pt x="14058" y="3352"/>
                  </a:cubicBezTo>
                  <a:lnTo>
                    <a:pt x="0" y="16120"/>
                  </a:lnTo>
                  <a:lnTo>
                    <a:pt x="44090" y="16120"/>
                  </a:lnTo>
                  <a:lnTo>
                    <a:pt x="30671" y="3352"/>
                  </a:lnTo>
                  <a:close/>
                </a:path>
              </a:pathLst>
            </a:custGeom>
            <a:solidFill>
              <a:srgbClr val="007680"/>
            </a:solidFill>
            <a:ln w="6390" cap="flat">
              <a:noFill/>
              <a:prstDash val="solid"/>
              <a:miter/>
            </a:ln>
          </p:spPr>
          <p:txBody>
            <a:bodyPr rtlCol="0" anchor="ctr"/>
            <a:lstStyle/>
            <a:p>
              <a:endParaRPr lang="en-US"/>
            </a:p>
          </p:txBody>
        </p:sp>
        <p:sp>
          <p:nvSpPr>
            <p:cNvPr id="523" name="Graphic 4">
              <a:extLst>
                <a:ext uri="{FF2B5EF4-FFF2-40B4-BE49-F238E27FC236}">
                  <a16:creationId xmlns:a16="http://schemas.microsoft.com/office/drawing/2014/main" id="{1237330A-FA2D-3A4A-877F-BDA9AEA58AB4}"/>
                </a:ext>
              </a:extLst>
            </p:cNvPr>
            <p:cNvSpPr/>
            <p:nvPr/>
          </p:nvSpPr>
          <p:spPr>
            <a:xfrm>
              <a:off x="8420659" y="1004043"/>
              <a:ext cx="49202" cy="24578"/>
            </a:xfrm>
            <a:custGeom>
              <a:avLst/>
              <a:gdLst>
                <a:gd name="connsiteX0" fmla="*/ 15335 w 49202"/>
                <a:gd name="connsiteY0" fmla="*/ 24578 h 24578"/>
                <a:gd name="connsiteX1" fmla="*/ 49202 w 49202"/>
                <a:gd name="connsiteY1" fmla="*/ 24578 h 24578"/>
                <a:gd name="connsiteX2" fmla="*/ 24281 w 49202"/>
                <a:gd name="connsiteY2" fmla="*/ 2873 h 24578"/>
                <a:gd name="connsiteX3" fmla="*/ 8306 w 49202"/>
                <a:gd name="connsiteY3" fmla="*/ 2873 h 24578"/>
                <a:gd name="connsiteX4" fmla="*/ 0 w 49202"/>
                <a:gd name="connsiteY4" fmla="*/ 10534 h 24578"/>
                <a:gd name="connsiteX5" fmla="*/ 15335 w 49202"/>
                <a:gd name="connsiteY5" fmla="*/ 24578 h 24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202" h="24578">
                  <a:moveTo>
                    <a:pt x="15335" y="24578"/>
                  </a:moveTo>
                  <a:lnTo>
                    <a:pt x="49202" y="24578"/>
                  </a:lnTo>
                  <a:lnTo>
                    <a:pt x="24281" y="2873"/>
                  </a:lnTo>
                  <a:cubicBezTo>
                    <a:pt x="19809" y="-958"/>
                    <a:pt x="12780" y="-958"/>
                    <a:pt x="8306" y="2873"/>
                  </a:cubicBezTo>
                  <a:lnTo>
                    <a:pt x="0" y="10534"/>
                  </a:lnTo>
                  <a:lnTo>
                    <a:pt x="15335" y="24578"/>
                  </a:lnTo>
                  <a:close/>
                </a:path>
              </a:pathLst>
            </a:custGeom>
            <a:solidFill>
              <a:srgbClr val="007680"/>
            </a:solidFill>
            <a:ln w="6390" cap="flat">
              <a:noFill/>
              <a:prstDash val="solid"/>
              <a:miter/>
            </a:ln>
          </p:spPr>
          <p:txBody>
            <a:bodyPr rtlCol="0" anchor="ctr"/>
            <a:lstStyle/>
            <a:p>
              <a:endParaRPr lang="en-US"/>
            </a:p>
          </p:txBody>
        </p:sp>
        <p:sp>
          <p:nvSpPr>
            <p:cNvPr id="524" name="Graphic 4">
              <a:extLst>
                <a:ext uri="{FF2B5EF4-FFF2-40B4-BE49-F238E27FC236}">
                  <a16:creationId xmlns:a16="http://schemas.microsoft.com/office/drawing/2014/main" id="{663A8692-7D2D-CA4B-916E-3350B5975BBD}"/>
                </a:ext>
              </a:extLst>
            </p:cNvPr>
            <p:cNvSpPr/>
            <p:nvPr/>
          </p:nvSpPr>
          <p:spPr>
            <a:xfrm>
              <a:off x="8239823" y="918179"/>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274767 w 361674"/>
                <a:gd name="connsiteY7" fmla="*/ 123211 h 361971"/>
                <a:gd name="connsiteX8" fmla="*/ 269016 w 361674"/>
                <a:gd name="connsiteY8" fmla="*/ 123211 h 361971"/>
                <a:gd name="connsiteX9" fmla="*/ 252403 w 361674"/>
                <a:gd name="connsiteY9" fmla="*/ 282810 h 361971"/>
                <a:gd name="connsiteX10" fmla="*/ 246013 w 361674"/>
                <a:gd name="connsiteY10" fmla="*/ 288556 h 361971"/>
                <a:gd name="connsiteX11" fmla="*/ 116297 w 361674"/>
                <a:gd name="connsiteY11" fmla="*/ 288556 h 361971"/>
                <a:gd name="connsiteX12" fmla="*/ 109907 w 361674"/>
                <a:gd name="connsiteY12" fmla="*/ 282810 h 361971"/>
                <a:gd name="connsiteX13" fmla="*/ 94571 w 361674"/>
                <a:gd name="connsiteY13" fmla="*/ 123211 h 361971"/>
                <a:gd name="connsiteX14" fmla="*/ 88181 w 361674"/>
                <a:gd name="connsiteY14" fmla="*/ 123211 h 361971"/>
                <a:gd name="connsiteX15" fmla="*/ 81792 w 361674"/>
                <a:gd name="connsiteY15" fmla="*/ 116827 h 361971"/>
                <a:gd name="connsiteX16" fmla="*/ 88181 w 361674"/>
                <a:gd name="connsiteY16" fmla="*/ 110443 h 361971"/>
                <a:gd name="connsiteX17" fmla="*/ 114380 w 361674"/>
                <a:gd name="connsiteY17" fmla="*/ 110443 h 361971"/>
                <a:gd name="connsiteX18" fmla="*/ 139301 w 361674"/>
                <a:gd name="connsiteY18" fmla="*/ 88099 h 361971"/>
                <a:gd name="connsiteX19" fmla="*/ 171889 w 361674"/>
                <a:gd name="connsiteY19" fmla="*/ 87461 h 361971"/>
                <a:gd name="connsiteX20" fmla="*/ 180836 w 361674"/>
                <a:gd name="connsiteY20" fmla="*/ 79161 h 361971"/>
                <a:gd name="connsiteX21" fmla="*/ 214063 w 361674"/>
                <a:gd name="connsiteY21" fmla="*/ 79161 h 361971"/>
                <a:gd name="connsiteX22" fmla="*/ 248569 w 361674"/>
                <a:gd name="connsiteY22" fmla="*/ 109804 h 361971"/>
                <a:gd name="connsiteX23" fmla="*/ 249208 w 361674"/>
                <a:gd name="connsiteY23" fmla="*/ 110443 h 361971"/>
                <a:gd name="connsiteX24" fmla="*/ 274767 w 361674"/>
                <a:gd name="connsiteY24" fmla="*/ 110443 h 361971"/>
                <a:gd name="connsiteX25" fmla="*/ 281157 w 361674"/>
                <a:gd name="connsiteY25" fmla="*/ 116827 h 361971"/>
                <a:gd name="connsiteX26" fmla="*/ 274767 w 361674"/>
                <a:gd name="connsiteY26" fmla="*/ 123211 h 361971"/>
                <a:gd name="connsiteX27" fmla="*/ 274767 w 361674"/>
                <a:gd name="connsiteY27" fmla="*/ 12321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1674" h="361971">
                  <a:moveTo>
                    <a:pt x="180836" y="0"/>
                  </a:moveTo>
                  <a:cubicBezTo>
                    <a:pt x="80513" y="0"/>
                    <a:pt x="0" y="81077"/>
                    <a:pt x="0" y="180667"/>
                  </a:cubicBezTo>
                  <a:cubicBezTo>
                    <a:pt x="0" y="280895"/>
                    <a:pt x="81152" y="361972"/>
                    <a:pt x="180836" y="361972"/>
                  </a:cubicBezTo>
                  <a:cubicBezTo>
                    <a:pt x="281157" y="361972"/>
                    <a:pt x="361670" y="280895"/>
                    <a:pt x="361670" y="181305"/>
                  </a:cubicBezTo>
                  <a:lnTo>
                    <a:pt x="361670" y="181305"/>
                  </a:lnTo>
                  <a:cubicBezTo>
                    <a:pt x="362309" y="81077"/>
                    <a:pt x="281157" y="0"/>
                    <a:pt x="180836" y="0"/>
                  </a:cubicBezTo>
                  <a:cubicBezTo>
                    <a:pt x="180836" y="0"/>
                    <a:pt x="180836" y="0"/>
                    <a:pt x="180836" y="0"/>
                  </a:cubicBezTo>
                  <a:close/>
                  <a:moveTo>
                    <a:pt x="274767" y="123211"/>
                  </a:moveTo>
                  <a:lnTo>
                    <a:pt x="269016" y="123211"/>
                  </a:lnTo>
                  <a:lnTo>
                    <a:pt x="252403" y="282810"/>
                  </a:lnTo>
                  <a:cubicBezTo>
                    <a:pt x="251764" y="286002"/>
                    <a:pt x="249208" y="288556"/>
                    <a:pt x="246013" y="288556"/>
                  </a:cubicBezTo>
                  <a:lnTo>
                    <a:pt x="116297" y="288556"/>
                  </a:lnTo>
                  <a:cubicBezTo>
                    <a:pt x="113102" y="288556"/>
                    <a:pt x="109907" y="286002"/>
                    <a:pt x="109907" y="282810"/>
                  </a:cubicBezTo>
                  <a:lnTo>
                    <a:pt x="94571" y="123211"/>
                  </a:lnTo>
                  <a:lnTo>
                    <a:pt x="88181" y="123211"/>
                  </a:lnTo>
                  <a:cubicBezTo>
                    <a:pt x="84347" y="123211"/>
                    <a:pt x="81792" y="120657"/>
                    <a:pt x="81792" y="116827"/>
                  </a:cubicBezTo>
                  <a:cubicBezTo>
                    <a:pt x="81792" y="112996"/>
                    <a:pt x="84347" y="110443"/>
                    <a:pt x="88181" y="110443"/>
                  </a:cubicBezTo>
                  <a:lnTo>
                    <a:pt x="114380" y="110443"/>
                  </a:lnTo>
                  <a:lnTo>
                    <a:pt x="139301" y="88099"/>
                  </a:lnTo>
                  <a:cubicBezTo>
                    <a:pt x="148246" y="79800"/>
                    <a:pt x="162305" y="79800"/>
                    <a:pt x="171889" y="87461"/>
                  </a:cubicBezTo>
                  <a:lnTo>
                    <a:pt x="180836" y="79161"/>
                  </a:lnTo>
                  <a:cubicBezTo>
                    <a:pt x="190420" y="70862"/>
                    <a:pt x="204478" y="70862"/>
                    <a:pt x="214063" y="79161"/>
                  </a:cubicBezTo>
                  <a:lnTo>
                    <a:pt x="248569" y="109804"/>
                  </a:lnTo>
                  <a:cubicBezTo>
                    <a:pt x="248569" y="109804"/>
                    <a:pt x="249208" y="110443"/>
                    <a:pt x="249208" y="110443"/>
                  </a:cubicBezTo>
                  <a:lnTo>
                    <a:pt x="274767" y="110443"/>
                  </a:lnTo>
                  <a:cubicBezTo>
                    <a:pt x="278601" y="110443"/>
                    <a:pt x="281157" y="112996"/>
                    <a:pt x="281157" y="116827"/>
                  </a:cubicBezTo>
                  <a:cubicBezTo>
                    <a:pt x="281157" y="120657"/>
                    <a:pt x="278601" y="123849"/>
                    <a:pt x="274767" y="123211"/>
                  </a:cubicBezTo>
                  <a:lnTo>
                    <a:pt x="274767" y="123211"/>
                  </a:lnTo>
                  <a:close/>
                </a:path>
              </a:pathLst>
            </a:custGeom>
            <a:solidFill>
              <a:srgbClr val="007680"/>
            </a:solidFill>
            <a:ln w="6390" cap="flat">
              <a:noFill/>
              <a:prstDash val="solid"/>
              <a:miter/>
            </a:ln>
          </p:spPr>
          <p:txBody>
            <a:bodyPr rtlCol="0" anchor="ctr"/>
            <a:lstStyle/>
            <a:p>
              <a:endParaRPr lang="en-US"/>
            </a:p>
          </p:txBody>
        </p:sp>
      </p:grpSp>
      <p:grpSp>
        <p:nvGrpSpPr>
          <p:cNvPr id="525" name="Graphic 4">
            <a:extLst>
              <a:ext uri="{FF2B5EF4-FFF2-40B4-BE49-F238E27FC236}">
                <a16:creationId xmlns:a16="http://schemas.microsoft.com/office/drawing/2014/main" id="{0CB536E0-B2F8-A64B-841F-725045752899}"/>
              </a:ext>
            </a:extLst>
          </p:cNvPr>
          <p:cNvGrpSpPr/>
          <p:nvPr/>
        </p:nvGrpSpPr>
        <p:grpSpPr>
          <a:xfrm>
            <a:off x="9278827" y="1402723"/>
            <a:ext cx="362309" cy="361971"/>
            <a:chOff x="9278827" y="1402723"/>
            <a:chExt cx="362309" cy="361971"/>
          </a:xfrm>
          <a:solidFill>
            <a:srgbClr val="007680"/>
          </a:solidFill>
        </p:grpSpPr>
        <p:sp>
          <p:nvSpPr>
            <p:cNvPr id="526" name="Graphic 4">
              <a:extLst>
                <a:ext uri="{FF2B5EF4-FFF2-40B4-BE49-F238E27FC236}">
                  <a16:creationId xmlns:a16="http://schemas.microsoft.com/office/drawing/2014/main" id="{AD9EA710-C24A-1645-99D7-EB31037096C2}"/>
                </a:ext>
              </a:extLst>
            </p:cNvPr>
            <p:cNvSpPr/>
            <p:nvPr/>
          </p:nvSpPr>
          <p:spPr>
            <a:xfrm>
              <a:off x="9469609" y="1479331"/>
              <a:ext cx="30587" cy="37027"/>
            </a:xfrm>
            <a:custGeom>
              <a:avLst/>
              <a:gdLst>
                <a:gd name="connsiteX0" fmla="*/ 30310 w 30587"/>
                <a:gd name="connsiteY0" fmla="*/ 0 h 37027"/>
                <a:gd name="connsiteX1" fmla="*/ 8585 w 30587"/>
                <a:gd name="connsiteY1" fmla="*/ 8938 h 37027"/>
                <a:gd name="connsiteX2" fmla="*/ 278 w 30587"/>
                <a:gd name="connsiteY2" fmla="*/ 37027 h 37027"/>
                <a:gd name="connsiteX3" fmla="*/ 22004 w 30587"/>
                <a:gd name="connsiteY3" fmla="*/ 28089 h 37027"/>
                <a:gd name="connsiteX4" fmla="*/ 30310 w 30587"/>
                <a:gd name="connsiteY4" fmla="*/ 0 h 37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87" h="37027">
                  <a:moveTo>
                    <a:pt x="30310" y="0"/>
                  </a:moveTo>
                  <a:cubicBezTo>
                    <a:pt x="22004" y="0"/>
                    <a:pt x="14335" y="2554"/>
                    <a:pt x="8585" y="8938"/>
                  </a:cubicBezTo>
                  <a:cubicBezTo>
                    <a:pt x="2195" y="16598"/>
                    <a:pt x="-1000" y="26813"/>
                    <a:pt x="278" y="37027"/>
                  </a:cubicBezTo>
                  <a:cubicBezTo>
                    <a:pt x="8585" y="37027"/>
                    <a:pt x="16252" y="34473"/>
                    <a:pt x="22004" y="28089"/>
                  </a:cubicBezTo>
                  <a:cubicBezTo>
                    <a:pt x="28393" y="20429"/>
                    <a:pt x="31588" y="10214"/>
                    <a:pt x="30310" y="0"/>
                  </a:cubicBezTo>
                  <a:close/>
                </a:path>
              </a:pathLst>
            </a:custGeom>
            <a:solidFill>
              <a:srgbClr val="007680"/>
            </a:solidFill>
            <a:ln w="6390" cap="flat">
              <a:noFill/>
              <a:prstDash val="solid"/>
              <a:miter/>
            </a:ln>
          </p:spPr>
          <p:txBody>
            <a:bodyPr rtlCol="0" anchor="ctr"/>
            <a:lstStyle/>
            <a:p>
              <a:endParaRPr lang="en-US"/>
            </a:p>
          </p:txBody>
        </p:sp>
        <p:sp>
          <p:nvSpPr>
            <p:cNvPr id="527" name="Graphic 4">
              <a:extLst>
                <a:ext uri="{FF2B5EF4-FFF2-40B4-BE49-F238E27FC236}">
                  <a16:creationId xmlns:a16="http://schemas.microsoft.com/office/drawing/2014/main" id="{4DAD2C6A-8F29-5244-8EFE-33C09A170655}"/>
                </a:ext>
              </a:extLst>
            </p:cNvPr>
            <p:cNvSpPr/>
            <p:nvPr/>
          </p:nvSpPr>
          <p:spPr>
            <a:xfrm>
              <a:off x="9393207" y="1517635"/>
              <a:ext cx="135466" cy="170213"/>
            </a:xfrm>
            <a:custGeom>
              <a:avLst/>
              <a:gdLst>
                <a:gd name="connsiteX0" fmla="*/ 121409 w 135466"/>
                <a:gd name="connsiteY0" fmla="*/ 0 h 170213"/>
                <a:gd name="connsiteX1" fmla="*/ 96488 w 135466"/>
                <a:gd name="connsiteY1" fmla="*/ 7022 h 170213"/>
                <a:gd name="connsiteX2" fmla="*/ 68372 w 135466"/>
                <a:gd name="connsiteY2" fmla="*/ 15322 h 170213"/>
                <a:gd name="connsiteX3" fmla="*/ 67094 w 135466"/>
                <a:gd name="connsiteY3" fmla="*/ 15322 h 170213"/>
                <a:gd name="connsiteX4" fmla="*/ 38978 w 135466"/>
                <a:gd name="connsiteY4" fmla="*/ 7022 h 170213"/>
                <a:gd name="connsiteX5" fmla="*/ 13419 w 135466"/>
                <a:gd name="connsiteY5" fmla="*/ 0 h 170213"/>
                <a:gd name="connsiteX6" fmla="*/ 0 w 135466"/>
                <a:gd name="connsiteY6" fmla="*/ 1915 h 170213"/>
                <a:gd name="connsiteX7" fmla="*/ 39617 w 135466"/>
                <a:gd name="connsiteY7" fmla="*/ 124488 h 170213"/>
                <a:gd name="connsiteX8" fmla="*/ 12141 w 135466"/>
                <a:gd name="connsiteY8" fmla="*/ 156408 h 170213"/>
                <a:gd name="connsiteX9" fmla="*/ 30672 w 135466"/>
                <a:gd name="connsiteY9" fmla="*/ 169176 h 170213"/>
                <a:gd name="connsiteX10" fmla="*/ 42812 w 135466"/>
                <a:gd name="connsiteY10" fmla="*/ 165345 h 170213"/>
                <a:gd name="connsiteX11" fmla="*/ 64538 w 135466"/>
                <a:gd name="connsiteY11" fmla="*/ 158961 h 170213"/>
                <a:gd name="connsiteX12" fmla="*/ 71567 w 135466"/>
                <a:gd name="connsiteY12" fmla="*/ 158961 h 170213"/>
                <a:gd name="connsiteX13" fmla="*/ 93293 w 135466"/>
                <a:gd name="connsiteY13" fmla="*/ 165984 h 170213"/>
                <a:gd name="connsiteX14" fmla="*/ 105434 w 135466"/>
                <a:gd name="connsiteY14" fmla="*/ 169814 h 170213"/>
                <a:gd name="connsiteX15" fmla="*/ 123326 w 135466"/>
                <a:gd name="connsiteY15" fmla="*/ 157046 h 170213"/>
                <a:gd name="connsiteX16" fmla="*/ 102239 w 135466"/>
                <a:gd name="connsiteY16" fmla="*/ 30643 h 170213"/>
                <a:gd name="connsiteX17" fmla="*/ 135466 w 135466"/>
                <a:gd name="connsiteY17" fmla="*/ 2554 h 170213"/>
                <a:gd name="connsiteX18" fmla="*/ 121409 w 135466"/>
                <a:gd name="connsiteY18" fmla="*/ 0 h 170213"/>
                <a:gd name="connsiteX19" fmla="*/ 121409 w 135466"/>
                <a:gd name="connsiteY19" fmla="*/ 0 h 170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5466" h="170213">
                  <a:moveTo>
                    <a:pt x="121409" y="0"/>
                  </a:moveTo>
                  <a:cubicBezTo>
                    <a:pt x="112463" y="638"/>
                    <a:pt x="104156" y="3192"/>
                    <a:pt x="96488" y="7022"/>
                  </a:cubicBezTo>
                  <a:cubicBezTo>
                    <a:pt x="87542" y="10853"/>
                    <a:pt x="77957" y="14045"/>
                    <a:pt x="68372" y="15322"/>
                  </a:cubicBezTo>
                  <a:lnTo>
                    <a:pt x="67094" y="15322"/>
                  </a:lnTo>
                  <a:cubicBezTo>
                    <a:pt x="57509" y="14045"/>
                    <a:pt x="47925" y="10853"/>
                    <a:pt x="38978" y="7022"/>
                  </a:cubicBezTo>
                  <a:cubicBezTo>
                    <a:pt x="30672" y="3192"/>
                    <a:pt x="22365" y="638"/>
                    <a:pt x="13419" y="0"/>
                  </a:cubicBezTo>
                  <a:cubicBezTo>
                    <a:pt x="8946" y="0"/>
                    <a:pt x="4473" y="638"/>
                    <a:pt x="0" y="1915"/>
                  </a:cubicBezTo>
                  <a:cubicBezTo>
                    <a:pt x="44730" y="24897"/>
                    <a:pt x="62622" y="79800"/>
                    <a:pt x="39617" y="124488"/>
                  </a:cubicBezTo>
                  <a:cubicBezTo>
                    <a:pt x="33227" y="137256"/>
                    <a:pt x="23642" y="148108"/>
                    <a:pt x="12141" y="156408"/>
                  </a:cubicBezTo>
                  <a:cubicBezTo>
                    <a:pt x="17892" y="161515"/>
                    <a:pt x="23642" y="165984"/>
                    <a:pt x="30672" y="169176"/>
                  </a:cubicBezTo>
                  <a:cubicBezTo>
                    <a:pt x="33227" y="170452"/>
                    <a:pt x="37062" y="168537"/>
                    <a:pt x="42812" y="165345"/>
                  </a:cubicBezTo>
                  <a:cubicBezTo>
                    <a:pt x="49202" y="161515"/>
                    <a:pt x="56871" y="158961"/>
                    <a:pt x="64538" y="158961"/>
                  </a:cubicBezTo>
                  <a:lnTo>
                    <a:pt x="71567" y="158961"/>
                  </a:lnTo>
                  <a:cubicBezTo>
                    <a:pt x="79235" y="159600"/>
                    <a:pt x="86903" y="161515"/>
                    <a:pt x="93293" y="165984"/>
                  </a:cubicBezTo>
                  <a:cubicBezTo>
                    <a:pt x="99044" y="169176"/>
                    <a:pt x="102878" y="171091"/>
                    <a:pt x="105434" y="169814"/>
                  </a:cubicBezTo>
                  <a:cubicBezTo>
                    <a:pt x="111824" y="166622"/>
                    <a:pt x="118214" y="162153"/>
                    <a:pt x="123326" y="157046"/>
                  </a:cubicBezTo>
                  <a:cubicBezTo>
                    <a:pt x="82430" y="127680"/>
                    <a:pt x="72845" y="71501"/>
                    <a:pt x="102239" y="30643"/>
                  </a:cubicBezTo>
                  <a:cubicBezTo>
                    <a:pt x="110546" y="18514"/>
                    <a:pt x="122048" y="8938"/>
                    <a:pt x="135466" y="2554"/>
                  </a:cubicBezTo>
                  <a:cubicBezTo>
                    <a:pt x="130355" y="638"/>
                    <a:pt x="125881" y="0"/>
                    <a:pt x="121409" y="0"/>
                  </a:cubicBezTo>
                  <a:lnTo>
                    <a:pt x="121409" y="0"/>
                  </a:lnTo>
                  <a:close/>
                </a:path>
              </a:pathLst>
            </a:custGeom>
            <a:solidFill>
              <a:srgbClr val="007680"/>
            </a:solidFill>
            <a:ln w="6390" cap="flat">
              <a:noFill/>
              <a:prstDash val="solid"/>
              <a:miter/>
            </a:ln>
          </p:spPr>
          <p:txBody>
            <a:bodyPr rtlCol="0" anchor="ctr"/>
            <a:lstStyle/>
            <a:p>
              <a:endParaRPr lang="en-US"/>
            </a:p>
          </p:txBody>
        </p:sp>
        <p:sp>
          <p:nvSpPr>
            <p:cNvPr id="528" name="Graphic 4">
              <a:extLst>
                <a:ext uri="{FF2B5EF4-FFF2-40B4-BE49-F238E27FC236}">
                  <a16:creationId xmlns:a16="http://schemas.microsoft.com/office/drawing/2014/main" id="{1620BE10-EC02-5146-B769-50D718CE588D}"/>
                </a:ext>
              </a:extLst>
            </p:cNvPr>
            <p:cNvSpPr/>
            <p:nvPr/>
          </p:nvSpPr>
          <p:spPr>
            <a:xfrm>
              <a:off x="9278827" y="14027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67100 w 362309"/>
                <a:gd name="connsiteY6" fmla="*/ 123211 h 361971"/>
                <a:gd name="connsiteX7" fmla="*/ 214702 w 362309"/>
                <a:gd name="connsiteY7" fmla="*/ 220247 h 361971"/>
                <a:gd name="connsiteX8" fmla="*/ 250486 w 362309"/>
                <a:gd name="connsiteY8" fmla="*/ 265574 h 361971"/>
                <a:gd name="connsiteX9" fmla="*/ 253681 w 362309"/>
                <a:gd name="connsiteY9" fmla="*/ 270042 h 361971"/>
                <a:gd name="connsiteX10" fmla="*/ 251764 w 362309"/>
                <a:gd name="connsiteY10" fmla="*/ 275150 h 361971"/>
                <a:gd name="connsiteX11" fmla="*/ 224926 w 362309"/>
                <a:gd name="connsiteY11" fmla="*/ 295578 h 361971"/>
                <a:gd name="connsiteX12" fmla="*/ 200644 w 362309"/>
                <a:gd name="connsiteY12" fmla="*/ 291748 h 361971"/>
                <a:gd name="connsiteX13" fmla="*/ 184669 w 362309"/>
                <a:gd name="connsiteY13" fmla="*/ 286641 h 361971"/>
                <a:gd name="connsiteX14" fmla="*/ 177641 w 362309"/>
                <a:gd name="connsiteY14" fmla="*/ 286641 h 361971"/>
                <a:gd name="connsiteX15" fmla="*/ 161666 w 362309"/>
                <a:gd name="connsiteY15" fmla="*/ 291748 h 361971"/>
                <a:gd name="connsiteX16" fmla="*/ 145052 w 362309"/>
                <a:gd name="connsiteY16" fmla="*/ 297494 h 361971"/>
                <a:gd name="connsiteX17" fmla="*/ 137384 w 362309"/>
                <a:gd name="connsiteY17" fmla="*/ 295578 h 361971"/>
                <a:gd name="connsiteX18" fmla="*/ 109907 w 362309"/>
                <a:gd name="connsiteY18" fmla="*/ 274511 h 361971"/>
                <a:gd name="connsiteX19" fmla="*/ 107990 w 362309"/>
                <a:gd name="connsiteY19" fmla="*/ 269404 h 361971"/>
                <a:gd name="connsiteX20" fmla="*/ 111185 w 362309"/>
                <a:gd name="connsiteY20" fmla="*/ 264935 h 361971"/>
                <a:gd name="connsiteX21" fmla="*/ 149525 w 362309"/>
                <a:gd name="connsiteY21" fmla="*/ 197903 h 361971"/>
                <a:gd name="connsiteX22" fmla="*/ 94571 w 362309"/>
                <a:gd name="connsiteY22" fmla="*/ 123211 h 361971"/>
                <a:gd name="connsiteX23" fmla="*/ 90098 w 362309"/>
                <a:gd name="connsiteY23" fmla="*/ 118104 h 361971"/>
                <a:gd name="connsiteX24" fmla="*/ 92654 w 362309"/>
                <a:gd name="connsiteY24" fmla="*/ 111720 h 361971"/>
                <a:gd name="connsiteX25" fmla="*/ 125882 w 362309"/>
                <a:gd name="connsiteY25" fmla="*/ 102144 h 361971"/>
                <a:gd name="connsiteX26" fmla="*/ 156553 w 362309"/>
                <a:gd name="connsiteY26" fmla="*/ 109804 h 361971"/>
                <a:gd name="connsiteX27" fmla="*/ 177002 w 362309"/>
                <a:gd name="connsiteY27" fmla="*/ 116188 h 361971"/>
                <a:gd name="connsiteX28" fmla="*/ 164861 w 362309"/>
                <a:gd name="connsiteY28" fmla="*/ 83630 h 361971"/>
                <a:gd name="connsiteX29" fmla="*/ 141857 w 362309"/>
                <a:gd name="connsiteY29" fmla="*/ 75969 h 361971"/>
                <a:gd name="connsiteX30" fmla="*/ 135467 w 362309"/>
                <a:gd name="connsiteY30" fmla="*/ 69585 h 361971"/>
                <a:gd name="connsiteX31" fmla="*/ 141857 w 362309"/>
                <a:gd name="connsiteY31" fmla="*/ 63201 h 361971"/>
                <a:gd name="connsiteX32" fmla="*/ 173807 w 362309"/>
                <a:gd name="connsiteY32" fmla="*/ 74054 h 361971"/>
                <a:gd name="connsiteX33" fmla="*/ 182752 w 362309"/>
                <a:gd name="connsiteY33" fmla="*/ 86184 h 361971"/>
                <a:gd name="connsiteX34" fmla="*/ 189782 w 362309"/>
                <a:gd name="connsiteY34" fmla="*/ 75969 h 361971"/>
                <a:gd name="connsiteX35" fmla="*/ 226204 w 362309"/>
                <a:gd name="connsiteY35" fmla="*/ 63201 h 361971"/>
                <a:gd name="connsiteX36" fmla="*/ 228121 w 362309"/>
                <a:gd name="connsiteY36" fmla="*/ 63201 h 361971"/>
                <a:gd name="connsiteX37" fmla="*/ 232594 w 362309"/>
                <a:gd name="connsiteY37" fmla="*/ 68309 h 361971"/>
                <a:gd name="connsiteX38" fmla="*/ 228121 w 362309"/>
                <a:gd name="connsiteY38" fmla="*/ 102144 h 361971"/>
                <a:gd name="connsiteX39" fmla="*/ 235789 w 362309"/>
                <a:gd name="connsiteY39" fmla="*/ 101505 h 361971"/>
                <a:gd name="connsiteX40" fmla="*/ 268377 w 362309"/>
                <a:gd name="connsiteY40" fmla="*/ 110443 h 361971"/>
                <a:gd name="connsiteX41" fmla="*/ 270295 w 362309"/>
                <a:gd name="connsiteY41" fmla="*/ 119380 h 361971"/>
                <a:gd name="connsiteX42" fmla="*/ 266461 w 362309"/>
                <a:gd name="connsiteY42" fmla="*/ 121934 h 361971"/>
                <a:gd name="connsiteX43" fmla="*/ 267100 w 362309"/>
                <a:gd name="connsiteY43" fmla="*/ 12321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0438"/>
                    <a:pt x="281157" y="0"/>
                    <a:pt x="181474" y="0"/>
                  </a:cubicBezTo>
                  <a:close/>
                  <a:moveTo>
                    <a:pt x="267100" y="123211"/>
                  </a:moveTo>
                  <a:cubicBezTo>
                    <a:pt x="225565" y="135340"/>
                    <a:pt x="202561" y="179390"/>
                    <a:pt x="214702" y="220247"/>
                  </a:cubicBezTo>
                  <a:cubicBezTo>
                    <a:pt x="220453" y="239399"/>
                    <a:pt x="233233" y="255359"/>
                    <a:pt x="250486" y="265574"/>
                  </a:cubicBezTo>
                  <a:cubicBezTo>
                    <a:pt x="252403" y="266850"/>
                    <a:pt x="253041" y="268127"/>
                    <a:pt x="253681" y="270042"/>
                  </a:cubicBezTo>
                  <a:cubicBezTo>
                    <a:pt x="253681" y="271958"/>
                    <a:pt x="253041" y="273873"/>
                    <a:pt x="251764" y="275150"/>
                  </a:cubicBezTo>
                  <a:cubicBezTo>
                    <a:pt x="244096" y="283449"/>
                    <a:pt x="235150" y="290471"/>
                    <a:pt x="224926" y="295578"/>
                  </a:cubicBezTo>
                  <a:cubicBezTo>
                    <a:pt x="216619" y="300047"/>
                    <a:pt x="208312" y="295578"/>
                    <a:pt x="200644" y="291748"/>
                  </a:cubicBezTo>
                  <a:cubicBezTo>
                    <a:pt x="195532" y="288556"/>
                    <a:pt x="190420" y="286641"/>
                    <a:pt x="184669" y="286641"/>
                  </a:cubicBezTo>
                  <a:lnTo>
                    <a:pt x="177641" y="286641"/>
                  </a:lnTo>
                  <a:cubicBezTo>
                    <a:pt x="171889" y="287279"/>
                    <a:pt x="166777" y="289194"/>
                    <a:pt x="161666" y="291748"/>
                  </a:cubicBezTo>
                  <a:cubicBezTo>
                    <a:pt x="156553" y="294940"/>
                    <a:pt x="150802" y="296855"/>
                    <a:pt x="145052" y="297494"/>
                  </a:cubicBezTo>
                  <a:cubicBezTo>
                    <a:pt x="142496" y="297494"/>
                    <a:pt x="139940" y="296855"/>
                    <a:pt x="137384" y="295578"/>
                  </a:cubicBezTo>
                  <a:cubicBezTo>
                    <a:pt x="127160" y="290471"/>
                    <a:pt x="117575" y="282810"/>
                    <a:pt x="109907" y="274511"/>
                  </a:cubicBezTo>
                  <a:cubicBezTo>
                    <a:pt x="108629" y="273234"/>
                    <a:pt x="107990" y="271319"/>
                    <a:pt x="107990" y="269404"/>
                  </a:cubicBezTo>
                  <a:cubicBezTo>
                    <a:pt x="107990" y="267489"/>
                    <a:pt x="109268" y="265574"/>
                    <a:pt x="111185" y="264935"/>
                  </a:cubicBezTo>
                  <a:cubicBezTo>
                    <a:pt x="134828" y="250890"/>
                    <a:pt x="149525" y="225355"/>
                    <a:pt x="149525" y="197903"/>
                  </a:cubicBezTo>
                  <a:cubicBezTo>
                    <a:pt x="149525" y="163430"/>
                    <a:pt x="127160" y="133425"/>
                    <a:pt x="94571" y="123211"/>
                  </a:cubicBezTo>
                  <a:cubicBezTo>
                    <a:pt x="92015" y="122572"/>
                    <a:pt x="90738" y="120657"/>
                    <a:pt x="90098" y="118104"/>
                  </a:cubicBezTo>
                  <a:cubicBezTo>
                    <a:pt x="89459" y="115550"/>
                    <a:pt x="90738" y="112996"/>
                    <a:pt x="92654" y="111720"/>
                  </a:cubicBezTo>
                  <a:cubicBezTo>
                    <a:pt x="102239" y="105336"/>
                    <a:pt x="113741" y="102144"/>
                    <a:pt x="125882" y="102144"/>
                  </a:cubicBezTo>
                  <a:cubicBezTo>
                    <a:pt x="136106" y="102782"/>
                    <a:pt x="146969" y="105336"/>
                    <a:pt x="156553" y="109804"/>
                  </a:cubicBezTo>
                  <a:cubicBezTo>
                    <a:pt x="162943" y="112358"/>
                    <a:pt x="169972" y="114912"/>
                    <a:pt x="177002" y="116188"/>
                  </a:cubicBezTo>
                  <a:cubicBezTo>
                    <a:pt x="176362" y="108528"/>
                    <a:pt x="175084" y="92568"/>
                    <a:pt x="164861" y="83630"/>
                  </a:cubicBezTo>
                  <a:cubicBezTo>
                    <a:pt x="158471" y="77885"/>
                    <a:pt x="150164" y="75331"/>
                    <a:pt x="141857" y="75969"/>
                  </a:cubicBezTo>
                  <a:cubicBezTo>
                    <a:pt x="138022" y="75969"/>
                    <a:pt x="135467" y="73416"/>
                    <a:pt x="135467" y="69585"/>
                  </a:cubicBezTo>
                  <a:cubicBezTo>
                    <a:pt x="135467" y="65755"/>
                    <a:pt x="138022" y="63201"/>
                    <a:pt x="141857" y="63201"/>
                  </a:cubicBezTo>
                  <a:cubicBezTo>
                    <a:pt x="153358" y="62563"/>
                    <a:pt x="164861" y="66393"/>
                    <a:pt x="173807" y="74054"/>
                  </a:cubicBezTo>
                  <a:cubicBezTo>
                    <a:pt x="177641" y="77246"/>
                    <a:pt x="180197" y="81715"/>
                    <a:pt x="182752" y="86184"/>
                  </a:cubicBezTo>
                  <a:cubicBezTo>
                    <a:pt x="184669" y="82353"/>
                    <a:pt x="186587" y="78523"/>
                    <a:pt x="189782" y="75969"/>
                  </a:cubicBezTo>
                  <a:cubicBezTo>
                    <a:pt x="199367" y="66393"/>
                    <a:pt x="212785" y="61286"/>
                    <a:pt x="226204" y="63201"/>
                  </a:cubicBezTo>
                  <a:cubicBezTo>
                    <a:pt x="226843" y="63201"/>
                    <a:pt x="227482" y="63201"/>
                    <a:pt x="228121" y="63201"/>
                  </a:cubicBezTo>
                  <a:cubicBezTo>
                    <a:pt x="230677" y="63840"/>
                    <a:pt x="232594" y="65755"/>
                    <a:pt x="232594" y="68309"/>
                  </a:cubicBezTo>
                  <a:cubicBezTo>
                    <a:pt x="234511" y="79800"/>
                    <a:pt x="233233" y="91291"/>
                    <a:pt x="228121" y="102144"/>
                  </a:cubicBezTo>
                  <a:cubicBezTo>
                    <a:pt x="230677" y="101505"/>
                    <a:pt x="233233" y="101505"/>
                    <a:pt x="235789" y="101505"/>
                  </a:cubicBezTo>
                  <a:cubicBezTo>
                    <a:pt x="247291" y="101505"/>
                    <a:pt x="258792" y="104697"/>
                    <a:pt x="268377" y="110443"/>
                  </a:cubicBezTo>
                  <a:cubicBezTo>
                    <a:pt x="271572" y="112358"/>
                    <a:pt x="272211" y="116188"/>
                    <a:pt x="270295" y="119380"/>
                  </a:cubicBezTo>
                  <a:cubicBezTo>
                    <a:pt x="269656" y="120657"/>
                    <a:pt x="268377" y="121296"/>
                    <a:pt x="266461" y="121934"/>
                  </a:cubicBezTo>
                  <a:lnTo>
                    <a:pt x="267100" y="123211"/>
                  </a:lnTo>
                  <a:close/>
                </a:path>
              </a:pathLst>
            </a:custGeom>
            <a:solidFill>
              <a:srgbClr val="007680"/>
            </a:solidFill>
            <a:ln w="6390" cap="flat">
              <a:noFill/>
              <a:prstDash val="solid"/>
              <a:miter/>
            </a:ln>
          </p:spPr>
          <p:txBody>
            <a:bodyPr rtlCol="0" anchor="ctr"/>
            <a:lstStyle/>
            <a:p>
              <a:endParaRPr lang="en-US"/>
            </a:p>
          </p:txBody>
        </p:sp>
      </p:grpSp>
      <p:grpSp>
        <p:nvGrpSpPr>
          <p:cNvPr id="529" name="Graphic 4">
            <a:extLst>
              <a:ext uri="{FF2B5EF4-FFF2-40B4-BE49-F238E27FC236}">
                <a16:creationId xmlns:a16="http://schemas.microsoft.com/office/drawing/2014/main" id="{0AF72120-F2F0-CE45-9FE9-81D12D76956E}"/>
              </a:ext>
            </a:extLst>
          </p:cNvPr>
          <p:cNvGrpSpPr/>
          <p:nvPr/>
        </p:nvGrpSpPr>
        <p:grpSpPr>
          <a:xfrm>
            <a:off x="8840477" y="1893013"/>
            <a:ext cx="362312" cy="361971"/>
            <a:chOff x="8840477" y="1893013"/>
            <a:chExt cx="362312" cy="361971"/>
          </a:xfrm>
          <a:solidFill>
            <a:srgbClr val="007680"/>
          </a:solidFill>
        </p:grpSpPr>
        <p:sp>
          <p:nvSpPr>
            <p:cNvPr id="530" name="Graphic 4">
              <a:extLst>
                <a:ext uri="{FF2B5EF4-FFF2-40B4-BE49-F238E27FC236}">
                  <a16:creationId xmlns:a16="http://schemas.microsoft.com/office/drawing/2014/main" id="{F7059C36-4196-F048-B23D-A52D9BF99F4D}"/>
                </a:ext>
              </a:extLst>
            </p:cNvPr>
            <p:cNvSpPr/>
            <p:nvPr/>
          </p:nvSpPr>
          <p:spPr>
            <a:xfrm>
              <a:off x="8840477" y="189301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531" name="Graphic 4">
              <a:extLst>
                <a:ext uri="{FF2B5EF4-FFF2-40B4-BE49-F238E27FC236}">
                  <a16:creationId xmlns:a16="http://schemas.microsoft.com/office/drawing/2014/main" id="{CAE6E02C-64C8-D14E-9032-B95D1FD24D32}"/>
                </a:ext>
              </a:extLst>
            </p:cNvPr>
            <p:cNvSpPr/>
            <p:nvPr/>
          </p:nvSpPr>
          <p:spPr>
            <a:xfrm>
              <a:off x="8946670" y="1963237"/>
              <a:ext cx="151632" cy="220885"/>
            </a:xfrm>
            <a:custGeom>
              <a:avLst/>
              <a:gdLst>
                <a:gd name="connsiteX0" fmla="*/ 134069 w 151632"/>
                <a:gd name="connsiteY0" fmla="*/ 5107 h 220885"/>
                <a:gd name="connsiteX1" fmla="*/ 127679 w 151632"/>
                <a:gd name="connsiteY1" fmla="*/ 0 h 220885"/>
                <a:gd name="connsiteX2" fmla="*/ 22245 w 151632"/>
                <a:gd name="connsiteY2" fmla="*/ 0 h 220885"/>
                <a:gd name="connsiteX3" fmla="*/ 15855 w 151632"/>
                <a:gd name="connsiteY3" fmla="*/ 5107 h 220885"/>
                <a:gd name="connsiteX4" fmla="*/ 519 w 151632"/>
                <a:gd name="connsiteY4" fmla="*/ 88737 h 220885"/>
                <a:gd name="connsiteX5" fmla="*/ 18411 w 151632"/>
                <a:gd name="connsiteY5" fmla="*/ 146193 h 220885"/>
                <a:gd name="connsiteX6" fmla="*/ 68892 w 151632"/>
                <a:gd name="connsiteY6" fmla="*/ 171091 h 220885"/>
                <a:gd name="connsiteX7" fmla="*/ 68892 w 151632"/>
                <a:gd name="connsiteY7" fmla="*/ 208118 h 220885"/>
                <a:gd name="connsiteX8" fmla="*/ 28635 w 151632"/>
                <a:gd name="connsiteY8" fmla="*/ 208118 h 220885"/>
                <a:gd name="connsiteX9" fmla="*/ 22245 w 151632"/>
                <a:gd name="connsiteY9" fmla="*/ 214502 h 220885"/>
                <a:gd name="connsiteX10" fmla="*/ 28635 w 151632"/>
                <a:gd name="connsiteY10" fmla="*/ 220886 h 220885"/>
                <a:gd name="connsiteX11" fmla="*/ 123206 w 151632"/>
                <a:gd name="connsiteY11" fmla="*/ 220886 h 220885"/>
                <a:gd name="connsiteX12" fmla="*/ 129596 w 151632"/>
                <a:gd name="connsiteY12" fmla="*/ 214502 h 220885"/>
                <a:gd name="connsiteX13" fmla="*/ 123206 w 151632"/>
                <a:gd name="connsiteY13" fmla="*/ 208118 h 220885"/>
                <a:gd name="connsiteX14" fmla="*/ 82310 w 151632"/>
                <a:gd name="connsiteY14" fmla="*/ 208118 h 220885"/>
                <a:gd name="connsiteX15" fmla="*/ 82310 w 151632"/>
                <a:gd name="connsiteY15" fmla="*/ 171091 h 220885"/>
                <a:gd name="connsiteX16" fmla="*/ 132152 w 151632"/>
                <a:gd name="connsiteY16" fmla="*/ 145555 h 220885"/>
                <a:gd name="connsiteX17" fmla="*/ 151322 w 151632"/>
                <a:gd name="connsiteY17" fmla="*/ 86184 h 220885"/>
                <a:gd name="connsiteX18" fmla="*/ 134069 w 151632"/>
                <a:gd name="connsiteY18" fmla="*/ 5107 h 220885"/>
                <a:gd name="connsiteX19" fmla="*/ 121928 w 151632"/>
                <a:gd name="connsiteY19" fmla="*/ 137894 h 220885"/>
                <a:gd name="connsiteX20" fmla="*/ 75920 w 151632"/>
                <a:gd name="connsiteY20" fmla="*/ 158961 h 220885"/>
                <a:gd name="connsiteX21" fmla="*/ 28635 w 151632"/>
                <a:gd name="connsiteY21" fmla="*/ 138533 h 220885"/>
                <a:gd name="connsiteX22" fmla="*/ 13938 w 151632"/>
                <a:gd name="connsiteY22" fmla="*/ 91291 h 220885"/>
                <a:gd name="connsiteX23" fmla="*/ 27996 w 151632"/>
                <a:gd name="connsiteY23" fmla="*/ 13406 h 220885"/>
                <a:gd name="connsiteX24" fmla="*/ 77838 w 151632"/>
                <a:gd name="connsiteY24" fmla="*/ 13406 h 220885"/>
                <a:gd name="connsiteX25" fmla="*/ 67613 w 151632"/>
                <a:gd name="connsiteY25" fmla="*/ 48518 h 220885"/>
                <a:gd name="connsiteX26" fmla="*/ 70169 w 151632"/>
                <a:gd name="connsiteY26" fmla="*/ 55541 h 220885"/>
                <a:gd name="connsiteX27" fmla="*/ 91895 w 151632"/>
                <a:gd name="connsiteY27" fmla="*/ 71501 h 220885"/>
                <a:gd name="connsiteX28" fmla="*/ 77838 w 151632"/>
                <a:gd name="connsiteY28" fmla="*/ 110443 h 220885"/>
                <a:gd name="connsiteX29" fmla="*/ 81671 w 151632"/>
                <a:gd name="connsiteY29" fmla="*/ 118742 h 220885"/>
                <a:gd name="connsiteX30" fmla="*/ 83588 w 151632"/>
                <a:gd name="connsiteY30" fmla="*/ 119381 h 220885"/>
                <a:gd name="connsiteX31" fmla="*/ 89339 w 151632"/>
                <a:gd name="connsiteY31" fmla="*/ 115550 h 220885"/>
                <a:gd name="connsiteX32" fmla="*/ 105314 w 151632"/>
                <a:gd name="connsiteY32" fmla="*/ 72139 h 220885"/>
                <a:gd name="connsiteX33" fmla="*/ 102758 w 151632"/>
                <a:gd name="connsiteY33" fmla="*/ 64478 h 220885"/>
                <a:gd name="connsiteX34" fmla="*/ 80393 w 151632"/>
                <a:gd name="connsiteY34" fmla="*/ 48518 h 220885"/>
                <a:gd name="connsiteX35" fmla="*/ 89978 w 151632"/>
                <a:gd name="connsiteY35" fmla="*/ 14045 h 220885"/>
                <a:gd name="connsiteX36" fmla="*/ 121928 w 151632"/>
                <a:gd name="connsiteY36" fmla="*/ 14045 h 220885"/>
                <a:gd name="connsiteX37" fmla="*/ 137264 w 151632"/>
                <a:gd name="connsiteY37" fmla="*/ 90014 h 220885"/>
                <a:gd name="connsiteX38" fmla="*/ 121928 w 151632"/>
                <a:gd name="connsiteY38" fmla="*/ 137894 h 22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51632" h="220885">
                  <a:moveTo>
                    <a:pt x="134069" y="5107"/>
                  </a:moveTo>
                  <a:cubicBezTo>
                    <a:pt x="133430" y="1915"/>
                    <a:pt x="130874" y="0"/>
                    <a:pt x="127679" y="0"/>
                  </a:cubicBezTo>
                  <a:lnTo>
                    <a:pt x="22245" y="0"/>
                  </a:lnTo>
                  <a:cubicBezTo>
                    <a:pt x="19050" y="0"/>
                    <a:pt x="16494" y="1915"/>
                    <a:pt x="15855" y="5107"/>
                  </a:cubicBezTo>
                  <a:cubicBezTo>
                    <a:pt x="15855" y="5746"/>
                    <a:pt x="4992" y="60648"/>
                    <a:pt x="519" y="88737"/>
                  </a:cubicBezTo>
                  <a:cubicBezTo>
                    <a:pt x="-2037" y="109805"/>
                    <a:pt x="4992" y="130233"/>
                    <a:pt x="18411" y="146193"/>
                  </a:cubicBezTo>
                  <a:cubicBezTo>
                    <a:pt x="31191" y="160876"/>
                    <a:pt x="49722" y="169814"/>
                    <a:pt x="68892" y="171091"/>
                  </a:cubicBezTo>
                  <a:lnTo>
                    <a:pt x="68892" y="208118"/>
                  </a:lnTo>
                  <a:lnTo>
                    <a:pt x="28635" y="208118"/>
                  </a:lnTo>
                  <a:cubicBezTo>
                    <a:pt x="24801" y="208118"/>
                    <a:pt x="22245" y="210671"/>
                    <a:pt x="22245" y="214502"/>
                  </a:cubicBezTo>
                  <a:cubicBezTo>
                    <a:pt x="22245" y="218332"/>
                    <a:pt x="24801" y="220886"/>
                    <a:pt x="28635" y="220886"/>
                  </a:cubicBezTo>
                  <a:lnTo>
                    <a:pt x="123206" y="220886"/>
                  </a:lnTo>
                  <a:cubicBezTo>
                    <a:pt x="127040" y="220886"/>
                    <a:pt x="129596" y="218332"/>
                    <a:pt x="129596" y="214502"/>
                  </a:cubicBezTo>
                  <a:cubicBezTo>
                    <a:pt x="129596" y="210671"/>
                    <a:pt x="127040" y="208118"/>
                    <a:pt x="123206" y="208118"/>
                  </a:cubicBezTo>
                  <a:lnTo>
                    <a:pt x="82310" y="208118"/>
                  </a:lnTo>
                  <a:lnTo>
                    <a:pt x="82310" y="171091"/>
                  </a:lnTo>
                  <a:cubicBezTo>
                    <a:pt x="101480" y="169814"/>
                    <a:pt x="119372" y="160238"/>
                    <a:pt x="132152" y="145555"/>
                  </a:cubicBezTo>
                  <a:cubicBezTo>
                    <a:pt x="146210" y="128957"/>
                    <a:pt x="153238" y="107889"/>
                    <a:pt x="151322" y="86184"/>
                  </a:cubicBezTo>
                  <a:cubicBezTo>
                    <a:pt x="146210" y="61286"/>
                    <a:pt x="134069" y="5746"/>
                    <a:pt x="134069" y="5107"/>
                  </a:cubicBezTo>
                  <a:close/>
                  <a:moveTo>
                    <a:pt x="121928" y="137894"/>
                  </a:moveTo>
                  <a:cubicBezTo>
                    <a:pt x="110426" y="151939"/>
                    <a:pt x="93813" y="159600"/>
                    <a:pt x="75920" y="158961"/>
                  </a:cubicBezTo>
                  <a:cubicBezTo>
                    <a:pt x="58028" y="159600"/>
                    <a:pt x="40776" y="151939"/>
                    <a:pt x="28635" y="138533"/>
                  </a:cubicBezTo>
                  <a:cubicBezTo>
                    <a:pt x="17133" y="125765"/>
                    <a:pt x="12021" y="108528"/>
                    <a:pt x="13938" y="91291"/>
                  </a:cubicBezTo>
                  <a:cubicBezTo>
                    <a:pt x="17772" y="68309"/>
                    <a:pt x="25440" y="27451"/>
                    <a:pt x="27996" y="13406"/>
                  </a:cubicBezTo>
                  <a:lnTo>
                    <a:pt x="77838" y="13406"/>
                  </a:lnTo>
                  <a:lnTo>
                    <a:pt x="67613" y="48518"/>
                  </a:lnTo>
                  <a:cubicBezTo>
                    <a:pt x="66974" y="51072"/>
                    <a:pt x="67613" y="53625"/>
                    <a:pt x="70169" y="55541"/>
                  </a:cubicBezTo>
                  <a:lnTo>
                    <a:pt x="91895" y="71501"/>
                  </a:lnTo>
                  <a:lnTo>
                    <a:pt x="77838" y="110443"/>
                  </a:lnTo>
                  <a:cubicBezTo>
                    <a:pt x="76559" y="113635"/>
                    <a:pt x="78477" y="117465"/>
                    <a:pt x="81671" y="118742"/>
                  </a:cubicBezTo>
                  <a:cubicBezTo>
                    <a:pt x="82310" y="118742"/>
                    <a:pt x="82949" y="119381"/>
                    <a:pt x="83588" y="119381"/>
                  </a:cubicBezTo>
                  <a:cubicBezTo>
                    <a:pt x="86144" y="119381"/>
                    <a:pt x="88700" y="117465"/>
                    <a:pt x="89339" y="115550"/>
                  </a:cubicBezTo>
                  <a:lnTo>
                    <a:pt x="105314" y="72139"/>
                  </a:lnTo>
                  <a:cubicBezTo>
                    <a:pt x="106592" y="69585"/>
                    <a:pt x="105314" y="66393"/>
                    <a:pt x="102758" y="64478"/>
                  </a:cubicBezTo>
                  <a:lnTo>
                    <a:pt x="80393" y="48518"/>
                  </a:lnTo>
                  <a:lnTo>
                    <a:pt x="89978" y="14045"/>
                  </a:lnTo>
                  <a:lnTo>
                    <a:pt x="121928" y="14045"/>
                  </a:lnTo>
                  <a:cubicBezTo>
                    <a:pt x="125123" y="28089"/>
                    <a:pt x="133430" y="69585"/>
                    <a:pt x="137264" y="90014"/>
                  </a:cubicBezTo>
                  <a:cubicBezTo>
                    <a:pt x="139181" y="106613"/>
                    <a:pt x="133430" y="124488"/>
                    <a:pt x="121928" y="137894"/>
                  </a:cubicBezTo>
                  <a:close/>
                </a:path>
              </a:pathLst>
            </a:custGeom>
            <a:solidFill>
              <a:srgbClr val="007680"/>
            </a:solidFill>
            <a:ln w="6390" cap="flat">
              <a:noFill/>
              <a:prstDash val="solid"/>
              <a:miter/>
            </a:ln>
          </p:spPr>
          <p:txBody>
            <a:bodyPr rtlCol="0" anchor="ctr"/>
            <a:lstStyle/>
            <a:p>
              <a:endParaRPr lang="en-US"/>
            </a:p>
          </p:txBody>
        </p:sp>
      </p:grpSp>
      <p:grpSp>
        <p:nvGrpSpPr>
          <p:cNvPr id="532" name="Graphic 4">
            <a:extLst>
              <a:ext uri="{FF2B5EF4-FFF2-40B4-BE49-F238E27FC236}">
                <a16:creationId xmlns:a16="http://schemas.microsoft.com/office/drawing/2014/main" id="{FE9CAA9B-0A84-8D40-9CD8-8A6F08ABE2AA}"/>
              </a:ext>
            </a:extLst>
          </p:cNvPr>
          <p:cNvGrpSpPr/>
          <p:nvPr/>
        </p:nvGrpSpPr>
        <p:grpSpPr>
          <a:xfrm>
            <a:off x="8840477" y="2371173"/>
            <a:ext cx="362312" cy="361971"/>
            <a:chOff x="8840477" y="2371173"/>
            <a:chExt cx="362312" cy="361971"/>
          </a:xfrm>
          <a:solidFill>
            <a:srgbClr val="007680"/>
          </a:solidFill>
        </p:grpSpPr>
        <p:sp>
          <p:nvSpPr>
            <p:cNvPr id="533" name="Graphic 4">
              <a:extLst>
                <a:ext uri="{FF2B5EF4-FFF2-40B4-BE49-F238E27FC236}">
                  <a16:creationId xmlns:a16="http://schemas.microsoft.com/office/drawing/2014/main" id="{1C2DD302-E18D-DD41-A869-9B144949136F}"/>
                </a:ext>
              </a:extLst>
            </p:cNvPr>
            <p:cNvSpPr/>
            <p:nvPr/>
          </p:nvSpPr>
          <p:spPr>
            <a:xfrm>
              <a:off x="8840477" y="237117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534" name="Graphic 4">
              <a:extLst>
                <a:ext uri="{FF2B5EF4-FFF2-40B4-BE49-F238E27FC236}">
                  <a16:creationId xmlns:a16="http://schemas.microsoft.com/office/drawing/2014/main" id="{AD3CBAD8-86BA-6946-A96E-5631E1044B1B}"/>
                </a:ext>
              </a:extLst>
            </p:cNvPr>
            <p:cNvSpPr/>
            <p:nvPr/>
          </p:nvSpPr>
          <p:spPr>
            <a:xfrm>
              <a:off x="8921849" y="2463501"/>
              <a:ext cx="222150" cy="111320"/>
            </a:xfrm>
            <a:custGeom>
              <a:avLst/>
              <a:gdLst>
                <a:gd name="connsiteX0" fmla="*/ 222151 w 222150"/>
                <a:gd name="connsiteY0" fmla="*/ 95361 h 111320"/>
                <a:gd name="connsiteX1" fmla="*/ 215122 w 222150"/>
                <a:gd name="connsiteY1" fmla="*/ 27052 h 111320"/>
                <a:gd name="connsiteX2" fmla="*/ 210010 w 222150"/>
                <a:gd name="connsiteY2" fmla="*/ 20030 h 111320"/>
                <a:gd name="connsiteX3" fmla="*/ 208093 w 222150"/>
                <a:gd name="connsiteY3" fmla="*/ 20030 h 111320"/>
                <a:gd name="connsiteX4" fmla="*/ 181255 w 222150"/>
                <a:gd name="connsiteY4" fmla="*/ 24499 h 111320"/>
                <a:gd name="connsiteX5" fmla="*/ 177421 w 222150"/>
                <a:gd name="connsiteY5" fmla="*/ 26414 h 111320"/>
                <a:gd name="connsiteX6" fmla="*/ 172949 w 222150"/>
                <a:gd name="connsiteY6" fmla="*/ 38543 h 111320"/>
                <a:gd name="connsiteX7" fmla="*/ 171670 w 222150"/>
                <a:gd name="connsiteY7" fmla="*/ 38543 h 111320"/>
                <a:gd name="connsiteX8" fmla="*/ 135248 w 222150"/>
                <a:gd name="connsiteY8" fmla="*/ 27691 h 111320"/>
                <a:gd name="connsiteX9" fmla="*/ 128858 w 222150"/>
                <a:gd name="connsiteY9" fmla="*/ 21945 h 111320"/>
                <a:gd name="connsiteX10" fmla="*/ 114799 w 222150"/>
                <a:gd name="connsiteY10" fmla="*/ 10454 h 111320"/>
                <a:gd name="connsiteX11" fmla="*/ 71348 w 222150"/>
                <a:gd name="connsiteY11" fmla="*/ 239 h 111320"/>
                <a:gd name="connsiteX12" fmla="*/ 34286 w 222150"/>
                <a:gd name="connsiteY12" fmla="*/ 2155 h 111320"/>
                <a:gd name="connsiteX13" fmla="*/ 1059 w 222150"/>
                <a:gd name="connsiteY13" fmla="*/ 13007 h 111320"/>
                <a:gd name="connsiteX14" fmla="*/ 420 w 222150"/>
                <a:gd name="connsiteY14" fmla="*/ 21307 h 111320"/>
                <a:gd name="connsiteX15" fmla="*/ 8088 w 222150"/>
                <a:gd name="connsiteY15" fmla="*/ 32159 h 111320"/>
                <a:gd name="connsiteX16" fmla="*/ 29814 w 222150"/>
                <a:gd name="connsiteY16" fmla="*/ 37267 h 111320"/>
                <a:gd name="connsiteX17" fmla="*/ 75821 w 222150"/>
                <a:gd name="connsiteY17" fmla="*/ 43651 h 111320"/>
                <a:gd name="connsiteX18" fmla="*/ 89240 w 222150"/>
                <a:gd name="connsiteY18" fmla="*/ 51950 h 111320"/>
                <a:gd name="connsiteX19" fmla="*/ 67515 w 222150"/>
                <a:gd name="connsiteY19" fmla="*/ 50673 h 111320"/>
                <a:gd name="connsiteX20" fmla="*/ 57930 w 222150"/>
                <a:gd name="connsiteY20" fmla="*/ 56418 h 111320"/>
                <a:gd name="connsiteX21" fmla="*/ 56012 w 222150"/>
                <a:gd name="connsiteY21" fmla="*/ 66633 h 111320"/>
                <a:gd name="connsiteX22" fmla="*/ 66236 w 222150"/>
                <a:gd name="connsiteY22" fmla="*/ 78124 h 111320"/>
                <a:gd name="connsiteX23" fmla="*/ 72626 w 222150"/>
                <a:gd name="connsiteY23" fmla="*/ 80678 h 111320"/>
                <a:gd name="connsiteX24" fmla="*/ 76460 w 222150"/>
                <a:gd name="connsiteY24" fmla="*/ 81954 h 111320"/>
                <a:gd name="connsiteX25" fmla="*/ 89879 w 222150"/>
                <a:gd name="connsiteY25" fmla="*/ 90254 h 111320"/>
                <a:gd name="connsiteX26" fmla="*/ 99464 w 222150"/>
                <a:gd name="connsiteY26" fmla="*/ 97276 h 111320"/>
                <a:gd name="connsiteX27" fmla="*/ 128858 w 222150"/>
                <a:gd name="connsiteY27" fmla="*/ 109405 h 111320"/>
                <a:gd name="connsiteX28" fmla="*/ 144833 w 222150"/>
                <a:gd name="connsiteY28" fmla="*/ 111321 h 111320"/>
                <a:gd name="connsiteX29" fmla="*/ 146110 w 222150"/>
                <a:gd name="connsiteY29" fmla="*/ 111321 h 111320"/>
                <a:gd name="connsiteX30" fmla="*/ 179338 w 222150"/>
                <a:gd name="connsiteY30" fmla="*/ 103660 h 111320"/>
                <a:gd name="connsiteX31" fmla="*/ 185728 w 222150"/>
                <a:gd name="connsiteY31" fmla="*/ 107490 h 111320"/>
                <a:gd name="connsiteX32" fmla="*/ 185728 w 222150"/>
                <a:gd name="connsiteY32" fmla="*/ 107490 h 111320"/>
                <a:gd name="connsiteX33" fmla="*/ 217678 w 222150"/>
                <a:gd name="connsiteY33" fmla="*/ 103660 h 111320"/>
                <a:gd name="connsiteX34" fmla="*/ 222151 w 222150"/>
                <a:gd name="connsiteY34" fmla="*/ 101106 h 111320"/>
                <a:gd name="connsiteX35" fmla="*/ 222151 w 222150"/>
                <a:gd name="connsiteY35" fmla="*/ 95361 h 111320"/>
                <a:gd name="connsiteX36" fmla="*/ 143554 w 222150"/>
                <a:gd name="connsiteY36" fmla="*/ 97914 h 111320"/>
                <a:gd name="connsiteX37" fmla="*/ 130135 w 222150"/>
                <a:gd name="connsiteY37" fmla="*/ 96638 h 111320"/>
                <a:gd name="connsiteX38" fmla="*/ 104576 w 222150"/>
                <a:gd name="connsiteY38" fmla="*/ 85785 h 111320"/>
                <a:gd name="connsiteX39" fmla="*/ 96269 w 222150"/>
                <a:gd name="connsiteY39" fmla="*/ 80039 h 111320"/>
                <a:gd name="connsiteX40" fmla="*/ 79655 w 222150"/>
                <a:gd name="connsiteY40" fmla="*/ 69825 h 111320"/>
                <a:gd name="connsiteX41" fmla="*/ 75182 w 222150"/>
                <a:gd name="connsiteY41" fmla="*/ 68548 h 111320"/>
                <a:gd name="connsiteX42" fmla="*/ 70070 w 222150"/>
                <a:gd name="connsiteY42" fmla="*/ 66633 h 111320"/>
                <a:gd name="connsiteX43" fmla="*/ 66875 w 222150"/>
                <a:gd name="connsiteY43" fmla="*/ 63441 h 111320"/>
                <a:gd name="connsiteX44" fmla="*/ 68153 w 222150"/>
                <a:gd name="connsiteY44" fmla="*/ 62802 h 111320"/>
                <a:gd name="connsiteX45" fmla="*/ 84767 w 222150"/>
                <a:gd name="connsiteY45" fmla="*/ 64079 h 111320"/>
                <a:gd name="connsiteX46" fmla="*/ 103937 w 222150"/>
                <a:gd name="connsiteY46" fmla="*/ 71740 h 111320"/>
                <a:gd name="connsiteX47" fmla="*/ 112883 w 222150"/>
                <a:gd name="connsiteY47" fmla="*/ 69186 h 111320"/>
                <a:gd name="connsiteX48" fmla="*/ 112883 w 222150"/>
                <a:gd name="connsiteY48" fmla="*/ 62802 h 111320"/>
                <a:gd name="connsiteX49" fmla="*/ 79655 w 222150"/>
                <a:gd name="connsiteY49" fmla="*/ 30883 h 111320"/>
                <a:gd name="connsiteX50" fmla="*/ 28535 w 222150"/>
                <a:gd name="connsiteY50" fmla="*/ 23860 h 111320"/>
                <a:gd name="connsiteX51" fmla="*/ 15117 w 222150"/>
                <a:gd name="connsiteY51" fmla="*/ 21307 h 111320"/>
                <a:gd name="connsiteX52" fmla="*/ 12560 w 222150"/>
                <a:gd name="connsiteY52" fmla="*/ 18753 h 111320"/>
                <a:gd name="connsiteX53" fmla="*/ 35565 w 222150"/>
                <a:gd name="connsiteY53" fmla="*/ 14284 h 111320"/>
                <a:gd name="connsiteX54" fmla="*/ 70710 w 222150"/>
                <a:gd name="connsiteY54" fmla="*/ 12369 h 111320"/>
                <a:gd name="connsiteX55" fmla="*/ 107771 w 222150"/>
                <a:gd name="connsiteY55" fmla="*/ 21307 h 111320"/>
                <a:gd name="connsiteX56" fmla="*/ 119912 w 222150"/>
                <a:gd name="connsiteY56" fmla="*/ 30883 h 111320"/>
                <a:gd name="connsiteX57" fmla="*/ 126940 w 222150"/>
                <a:gd name="connsiteY57" fmla="*/ 36628 h 111320"/>
                <a:gd name="connsiteX58" fmla="*/ 171670 w 222150"/>
                <a:gd name="connsiteY58" fmla="*/ 50035 h 111320"/>
                <a:gd name="connsiteX59" fmla="*/ 172309 w 222150"/>
                <a:gd name="connsiteY59" fmla="*/ 58334 h 111320"/>
                <a:gd name="connsiteX60" fmla="*/ 173587 w 222150"/>
                <a:gd name="connsiteY60" fmla="*/ 71102 h 111320"/>
                <a:gd name="connsiteX61" fmla="*/ 175504 w 222150"/>
                <a:gd name="connsiteY61" fmla="*/ 89615 h 111320"/>
                <a:gd name="connsiteX62" fmla="*/ 143554 w 222150"/>
                <a:gd name="connsiteY62" fmla="*/ 97914 h 111320"/>
                <a:gd name="connsiteX63" fmla="*/ 143554 w 222150"/>
                <a:gd name="connsiteY63" fmla="*/ 97914 h 111320"/>
                <a:gd name="connsiteX64" fmla="*/ 188284 w 222150"/>
                <a:gd name="connsiteY64" fmla="*/ 94084 h 111320"/>
                <a:gd name="connsiteX65" fmla="*/ 188284 w 222150"/>
                <a:gd name="connsiteY65" fmla="*/ 94084 h 111320"/>
                <a:gd name="connsiteX66" fmla="*/ 188284 w 222150"/>
                <a:gd name="connsiteY66" fmla="*/ 92807 h 111320"/>
                <a:gd name="connsiteX67" fmla="*/ 186367 w 222150"/>
                <a:gd name="connsiteY67" fmla="*/ 71740 h 111320"/>
                <a:gd name="connsiteX68" fmla="*/ 185089 w 222150"/>
                <a:gd name="connsiteY68" fmla="*/ 58972 h 111320"/>
                <a:gd name="connsiteX69" fmla="*/ 186367 w 222150"/>
                <a:gd name="connsiteY69" fmla="*/ 36628 h 111320"/>
                <a:gd name="connsiteX70" fmla="*/ 201703 w 222150"/>
                <a:gd name="connsiteY70" fmla="*/ 34075 h 111320"/>
                <a:gd name="connsiteX71" fmla="*/ 208093 w 222150"/>
                <a:gd name="connsiteY71" fmla="*/ 91530 h 111320"/>
                <a:gd name="connsiteX72" fmla="*/ 188284 w 222150"/>
                <a:gd name="connsiteY72" fmla="*/ 94084 h 111320"/>
                <a:gd name="connsiteX73" fmla="*/ 188284 w 222150"/>
                <a:gd name="connsiteY73" fmla="*/ 94084 h 111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22150" h="111320">
                  <a:moveTo>
                    <a:pt x="222151" y="95361"/>
                  </a:moveTo>
                  <a:cubicBezTo>
                    <a:pt x="222151" y="94722"/>
                    <a:pt x="211927" y="48758"/>
                    <a:pt x="215122" y="27052"/>
                  </a:cubicBezTo>
                  <a:cubicBezTo>
                    <a:pt x="215761" y="23860"/>
                    <a:pt x="213205" y="20030"/>
                    <a:pt x="210010" y="20030"/>
                  </a:cubicBezTo>
                  <a:cubicBezTo>
                    <a:pt x="209371" y="20030"/>
                    <a:pt x="208732" y="20030"/>
                    <a:pt x="208093" y="20030"/>
                  </a:cubicBezTo>
                  <a:lnTo>
                    <a:pt x="181255" y="24499"/>
                  </a:lnTo>
                  <a:cubicBezTo>
                    <a:pt x="179977" y="24499"/>
                    <a:pt x="178060" y="25775"/>
                    <a:pt x="177421" y="26414"/>
                  </a:cubicBezTo>
                  <a:cubicBezTo>
                    <a:pt x="174865" y="30244"/>
                    <a:pt x="173587" y="34075"/>
                    <a:pt x="172949" y="38543"/>
                  </a:cubicBezTo>
                  <a:lnTo>
                    <a:pt x="171670" y="38543"/>
                  </a:lnTo>
                  <a:cubicBezTo>
                    <a:pt x="158890" y="39820"/>
                    <a:pt x="145471" y="35990"/>
                    <a:pt x="135248" y="27691"/>
                  </a:cubicBezTo>
                  <a:cubicBezTo>
                    <a:pt x="133330" y="25775"/>
                    <a:pt x="130774" y="23860"/>
                    <a:pt x="128858" y="21945"/>
                  </a:cubicBezTo>
                  <a:cubicBezTo>
                    <a:pt x="124384" y="18115"/>
                    <a:pt x="119912" y="14284"/>
                    <a:pt x="114799" y="10454"/>
                  </a:cubicBezTo>
                  <a:cubicBezTo>
                    <a:pt x="101381" y="3431"/>
                    <a:pt x="86684" y="-399"/>
                    <a:pt x="71348" y="239"/>
                  </a:cubicBezTo>
                  <a:cubicBezTo>
                    <a:pt x="58568" y="-399"/>
                    <a:pt x="46427" y="239"/>
                    <a:pt x="34286" y="2155"/>
                  </a:cubicBezTo>
                  <a:cubicBezTo>
                    <a:pt x="10005" y="5347"/>
                    <a:pt x="3615" y="7900"/>
                    <a:pt x="1059" y="13007"/>
                  </a:cubicBezTo>
                  <a:cubicBezTo>
                    <a:pt x="-219" y="15561"/>
                    <a:pt x="-219" y="18753"/>
                    <a:pt x="420" y="21307"/>
                  </a:cubicBezTo>
                  <a:cubicBezTo>
                    <a:pt x="1698" y="25775"/>
                    <a:pt x="4254" y="29606"/>
                    <a:pt x="8088" y="32159"/>
                  </a:cubicBezTo>
                  <a:cubicBezTo>
                    <a:pt x="14478" y="35990"/>
                    <a:pt x="22145" y="37905"/>
                    <a:pt x="29814" y="37267"/>
                  </a:cubicBezTo>
                  <a:cubicBezTo>
                    <a:pt x="45150" y="36628"/>
                    <a:pt x="61125" y="38543"/>
                    <a:pt x="75821" y="43651"/>
                  </a:cubicBezTo>
                  <a:cubicBezTo>
                    <a:pt x="80933" y="45566"/>
                    <a:pt x="85406" y="48119"/>
                    <a:pt x="89240" y="51950"/>
                  </a:cubicBezTo>
                  <a:cubicBezTo>
                    <a:pt x="82211" y="50035"/>
                    <a:pt x="74543" y="49396"/>
                    <a:pt x="67515" y="50673"/>
                  </a:cubicBezTo>
                  <a:cubicBezTo>
                    <a:pt x="63680" y="51311"/>
                    <a:pt x="59846" y="53227"/>
                    <a:pt x="57930" y="56418"/>
                  </a:cubicBezTo>
                  <a:cubicBezTo>
                    <a:pt x="56012" y="59610"/>
                    <a:pt x="55373" y="62802"/>
                    <a:pt x="56012" y="66633"/>
                  </a:cubicBezTo>
                  <a:cubicBezTo>
                    <a:pt x="57290" y="71740"/>
                    <a:pt x="61125" y="76209"/>
                    <a:pt x="66236" y="78124"/>
                  </a:cubicBezTo>
                  <a:cubicBezTo>
                    <a:pt x="68153" y="79401"/>
                    <a:pt x="70710" y="80039"/>
                    <a:pt x="72626" y="80678"/>
                  </a:cubicBezTo>
                  <a:lnTo>
                    <a:pt x="76460" y="81954"/>
                  </a:lnTo>
                  <a:cubicBezTo>
                    <a:pt x="80933" y="83870"/>
                    <a:pt x="85406" y="87062"/>
                    <a:pt x="89879" y="90254"/>
                  </a:cubicBezTo>
                  <a:cubicBezTo>
                    <a:pt x="93074" y="92807"/>
                    <a:pt x="96269" y="94722"/>
                    <a:pt x="99464" y="97276"/>
                  </a:cubicBezTo>
                  <a:cubicBezTo>
                    <a:pt x="108410" y="103021"/>
                    <a:pt x="118634" y="106852"/>
                    <a:pt x="128858" y="109405"/>
                  </a:cubicBezTo>
                  <a:cubicBezTo>
                    <a:pt x="133969" y="110682"/>
                    <a:pt x="139082" y="111321"/>
                    <a:pt x="144833" y="111321"/>
                  </a:cubicBezTo>
                  <a:lnTo>
                    <a:pt x="146110" y="111321"/>
                  </a:lnTo>
                  <a:cubicBezTo>
                    <a:pt x="157612" y="111321"/>
                    <a:pt x="169114" y="108767"/>
                    <a:pt x="179338" y="103660"/>
                  </a:cubicBezTo>
                  <a:cubicBezTo>
                    <a:pt x="180616" y="106213"/>
                    <a:pt x="183172" y="107490"/>
                    <a:pt x="185728" y="107490"/>
                  </a:cubicBezTo>
                  <a:lnTo>
                    <a:pt x="185728" y="107490"/>
                  </a:lnTo>
                  <a:cubicBezTo>
                    <a:pt x="190201" y="107490"/>
                    <a:pt x="211288" y="104298"/>
                    <a:pt x="217678" y="103660"/>
                  </a:cubicBezTo>
                  <a:cubicBezTo>
                    <a:pt x="219595" y="103660"/>
                    <a:pt x="220873" y="102383"/>
                    <a:pt x="222151" y="101106"/>
                  </a:cubicBezTo>
                  <a:cubicBezTo>
                    <a:pt x="221512" y="98553"/>
                    <a:pt x="222151" y="96638"/>
                    <a:pt x="222151" y="95361"/>
                  </a:cubicBezTo>
                  <a:close/>
                  <a:moveTo>
                    <a:pt x="143554" y="97914"/>
                  </a:moveTo>
                  <a:cubicBezTo>
                    <a:pt x="139082" y="97914"/>
                    <a:pt x="134609" y="97276"/>
                    <a:pt x="130135" y="96638"/>
                  </a:cubicBezTo>
                  <a:cubicBezTo>
                    <a:pt x="121189" y="94722"/>
                    <a:pt x="112244" y="90892"/>
                    <a:pt x="104576" y="85785"/>
                  </a:cubicBezTo>
                  <a:cubicBezTo>
                    <a:pt x="102020" y="83870"/>
                    <a:pt x="98825" y="81954"/>
                    <a:pt x="96269" y="80039"/>
                  </a:cubicBezTo>
                  <a:cubicBezTo>
                    <a:pt x="91157" y="75570"/>
                    <a:pt x="86045" y="72378"/>
                    <a:pt x="79655" y="69825"/>
                  </a:cubicBezTo>
                  <a:cubicBezTo>
                    <a:pt x="78377" y="69186"/>
                    <a:pt x="76460" y="68548"/>
                    <a:pt x="75182" y="68548"/>
                  </a:cubicBezTo>
                  <a:cubicBezTo>
                    <a:pt x="73265" y="67910"/>
                    <a:pt x="71987" y="67271"/>
                    <a:pt x="70070" y="66633"/>
                  </a:cubicBezTo>
                  <a:cubicBezTo>
                    <a:pt x="68792" y="65994"/>
                    <a:pt x="67515" y="64718"/>
                    <a:pt x="66875" y="63441"/>
                  </a:cubicBezTo>
                  <a:cubicBezTo>
                    <a:pt x="66875" y="63441"/>
                    <a:pt x="67515" y="62802"/>
                    <a:pt x="68153" y="62802"/>
                  </a:cubicBezTo>
                  <a:cubicBezTo>
                    <a:pt x="73904" y="62164"/>
                    <a:pt x="79655" y="62164"/>
                    <a:pt x="84767" y="64079"/>
                  </a:cubicBezTo>
                  <a:cubicBezTo>
                    <a:pt x="91157" y="65994"/>
                    <a:pt x="97547" y="68548"/>
                    <a:pt x="103937" y="71740"/>
                  </a:cubicBezTo>
                  <a:cubicBezTo>
                    <a:pt x="107132" y="73655"/>
                    <a:pt x="110966" y="72378"/>
                    <a:pt x="112883" y="69186"/>
                  </a:cubicBezTo>
                  <a:cubicBezTo>
                    <a:pt x="114161" y="67271"/>
                    <a:pt x="114161" y="64718"/>
                    <a:pt x="112883" y="62802"/>
                  </a:cubicBezTo>
                  <a:cubicBezTo>
                    <a:pt x="105854" y="48758"/>
                    <a:pt x="93713" y="37267"/>
                    <a:pt x="79655" y="30883"/>
                  </a:cubicBezTo>
                  <a:cubicBezTo>
                    <a:pt x="63041" y="25137"/>
                    <a:pt x="45789" y="23222"/>
                    <a:pt x="28535" y="23860"/>
                  </a:cubicBezTo>
                  <a:cubicBezTo>
                    <a:pt x="24063" y="24499"/>
                    <a:pt x="19590" y="23222"/>
                    <a:pt x="15117" y="21307"/>
                  </a:cubicBezTo>
                  <a:cubicBezTo>
                    <a:pt x="14478" y="20668"/>
                    <a:pt x="13200" y="20030"/>
                    <a:pt x="12560" y="18753"/>
                  </a:cubicBezTo>
                  <a:cubicBezTo>
                    <a:pt x="20229" y="16838"/>
                    <a:pt x="27896" y="15561"/>
                    <a:pt x="35565" y="14284"/>
                  </a:cubicBezTo>
                  <a:cubicBezTo>
                    <a:pt x="47066" y="12369"/>
                    <a:pt x="59207" y="11731"/>
                    <a:pt x="70710" y="12369"/>
                  </a:cubicBezTo>
                  <a:cubicBezTo>
                    <a:pt x="83489" y="11731"/>
                    <a:pt x="96269" y="14923"/>
                    <a:pt x="107771" y="21307"/>
                  </a:cubicBezTo>
                  <a:cubicBezTo>
                    <a:pt x="112244" y="24499"/>
                    <a:pt x="116078" y="27691"/>
                    <a:pt x="119912" y="30883"/>
                  </a:cubicBezTo>
                  <a:cubicBezTo>
                    <a:pt x="121829" y="32798"/>
                    <a:pt x="124384" y="34713"/>
                    <a:pt x="126940" y="36628"/>
                  </a:cubicBezTo>
                  <a:cubicBezTo>
                    <a:pt x="139720" y="46843"/>
                    <a:pt x="155695" y="51950"/>
                    <a:pt x="171670" y="50035"/>
                  </a:cubicBezTo>
                  <a:cubicBezTo>
                    <a:pt x="171670" y="52588"/>
                    <a:pt x="171670" y="55780"/>
                    <a:pt x="172309" y="58334"/>
                  </a:cubicBezTo>
                  <a:cubicBezTo>
                    <a:pt x="172949" y="62802"/>
                    <a:pt x="172949" y="66633"/>
                    <a:pt x="173587" y="71102"/>
                  </a:cubicBezTo>
                  <a:cubicBezTo>
                    <a:pt x="174226" y="78762"/>
                    <a:pt x="174865" y="84508"/>
                    <a:pt x="175504" y="89615"/>
                  </a:cubicBezTo>
                  <a:cubicBezTo>
                    <a:pt x="165280" y="95999"/>
                    <a:pt x="154418" y="98553"/>
                    <a:pt x="143554" y="97914"/>
                  </a:cubicBezTo>
                  <a:lnTo>
                    <a:pt x="143554" y="97914"/>
                  </a:lnTo>
                  <a:close/>
                  <a:moveTo>
                    <a:pt x="188284" y="94084"/>
                  </a:moveTo>
                  <a:lnTo>
                    <a:pt x="188284" y="94084"/>
                  </a:lnTo>
                  <a:cubicBezTo>
                    <a:pt x="188284" y="93446"/>
                    <a:pt x="188284" y="92807"/>
                    <a:pt x="188284" y="92807"/>
                  </a:cubicBezTo>
                  <a:cubicBezTo>
                    <a:pt x="187645" y="87700"/>
                    <a:pt x="187006" y="79401"/>
                    <a:pt x="186367" y="71740"/>
                  </a:cubicBezTo>
                  <a:cubicBezTo>
                    <a:pt x="186367" y="67910"/>
                    <a:pt x="185728" y="63441"/>
                    <a:pt x="185089" y="58972"/>
                  </a:cubicBezTo>
                  <a:cubicBezTo>
                    <a:pt x="183811" y="51311"/>
                    <a:pt x="184450" y="43651"/>
                    <a:pt x="186367" y="36628"/>
                  </a:cubicBezTo>
                  <a:lnTo>
                    <a:pt x="201703" y="34075"/>
                  </a:lnTo>
                  <a:cubicBezTo>
                    <a:pt x="201703" y="53227"/>
                    <a:pt x="204259" y="72378"/>
                    <a:pt x="208093" y="91530"/>
                  </a:cubicBezTo>
                  <a:cubicBezTo>
                    <a:pt x="200425" y="92169"/>
                    <a:pt x="192118" y="93446"/>
                    <a:pt x="188284" y="94084"/>
                  </a:cubicBezTo>
                  <a:lnTo>
                    <a:pt x="188284" y="94084"/>
                  </a:lnTo>
                  <a:close/>
                </a:path>
              </a:pathLst>
            </a:custGeom>
            <a:solidFill>
              <a:srgbClr val="007680"/>
            </a:solidFill>
            <a:ln w="6390" cap="flat">
              <a:noFill/>
              <a:prstDash val="solid"/>
              <a:miter/>
            </a:ln>
          </p:spPr>
          <p:txBody>
            <a:bodyPr rtlCol="0" anchor="ctr"/>
            <a:lstStyle/>
            <a:p>
              <a:endParaRPr lang="en-US"/>
            </a:p>
          </p:txBody>
        </p:sp>
        <p:sp>
          <p:nvSpPr>
            <p:cNvPr id="535" name="Graphic 4">
              <a:extLst>
                <a:ext uri="{FF2B5EF4-FFF2-40B4-BE49-F238E27FC236}">
                  <a16:creationId xmlns:a16="http://schemas.microsoft.com/office/drawing/2014/main" id="{FEB1C449-3215-9745-BE98-D9C0E9A5E067}"/>
                </a:ext>
              </a:extLst>
            </p:cNvPr>
            <p:cNvSpPr/>
            <p:nvPr/>
          </p:nvSpPr>
          <p:spPr>
            <a:xfrm>
              <a:off x="8913323" y="2514787"/>
              <a:ext cx="57121" cy="56843"/>
            </a:xfrm>
            <a:custGeom>
              <a:avLst/>
              <a:gdLst>
                <a:gd name="connsiteX0" fmla="*/ 10863 w 57121"/>
                <a:gd name="connsiteY0" fmla="*/ 56843 h 56843"/>
                <a:gd name="connsiteX1" fmla="*/ 13419 w 57121"/>
                <a:gd name="connsiteY1" fmla="*/ 56205 h 56843"/>
                <a:gd name="connsiteX2" fmla="*/ 38340 w 57121"/>
                <a:gd name="connsiteY2" fmla="*/ 45991 h 56843"/>
                <a:gd name="connsiteX3" fmla="*/ 40896 w 57121"/>
                <a:gd name="connsiteY3" fmla="*/ 44075 h 56843"/>
                <a:gd name="connsiteX4" fmla="*/ 55592 w 57121"/>
                <a:gd name="connsiteY4" fmla="*/ 25562 h 56843"/>
                <a:gd name="connsiteX5" fmla="*/ 56871 w 57121"/>
                <a:gd name="connsiteY5" fmla="*/ 20455 h 56843"/>
                <a:gd name="connsiteX6" fmla="*/ 53676 w 57121"/>
                <a:gd name="connsiteY6" fmla="*/ 15986 h 56843"/>
                <a:gd name="connsiteX7" fmla="*/ 23642 w 57121"/>
                <a:gd name="connsiteY7" fmla="*/ 664 h 56843"/>
                <a:gd name="connsiteX8" fmla="*/ 15975 w 57121"/>
                <a:gd name="connsiteY8" fmla="*/ 1941 h 56843"/>
                <a:gd name="connsiteX9" fmla="*/ 1917 w 57121"/>
                <a:gd name="connsiteY9" fmla="*/ 17263 h 56843"/>
                <a:gd name="connsiteX10" fmla="*/ 0 w 57121"/>
                <a:gd name="connsiteY10" fmla="*/ 23008 h 56843"/>
                <a:gd name="connsiteX11" fmla="*/ 5111 w 57121"/>
                <a:gd name="connsiteY11" fmla="*/ 51098 h 56843"/>
                <a:gd name="connsiteX12" fmla="*/ 8306 w 57121"/>
                <a:gd name="connsiteY12" fmla="*/ 55567 h 56843"/>
                <a:gd name="connsiteX13" fmla="*/ 10863 w 57121"/>
                <a:gd name="connsiteY13" fmla="*/ 56843 h 56843"/>
                <a:gd name="connsiteX14" fmla="*/ 21726 w 57121"/>
                <a:gd name="connsiteY14" fmla="*/ 14709 h 56843"/>
                <a:gd name="connsiteX15" fmla="*/ 40256 w 57121"/>
                <a:gd name="connsiteY15" fmla="*/ 24285 h 56843"/>
                <a:gd name="connsiteX16" fmla="*/ 31311 w 57121"/>
                <a:gd name="connsiteY16" fmla="*/ 35138 h 56843"/>
                <a:gd name="connsiteX17" fmla="*/ 15336 w 57121"/>
                <a:gd name="connsiteY17" fmla="*/ 41522 h 56843"/>
                <a:gd name="connsiteX18" fmla="*/ 12780 w 57121"/>
                <a:gd name="connsiteY18" fmla="*/ 24285 h 56843"/>
                <a:gd name="connsiteX19" fmla="*/ 21726 w 57121"/>
                <a:gd name="connsiteY19" fmla="*/ 14709 h 5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21" h="56843">
                  <a:moveTo>
                    <a:pt x="10863" y="56843"/>
                  </a:moveTo>
                  <a:cubicBezTo>
                    <a:pt x="11501" y="56843"/>
                    <a:pt x="12780" y="56843"/>
                    <a:pt x="13419" y="56205"/>
                  </a:cubicBezTo>
                  <a:lnTo>
                    <a:pt x="38340" y="45991"/>
                  </a:lnTo>
                  <a:cubicBezTo>
                    <a:pt x="39617" y="45352"/>
                    <a:pt x="40256" y="44714"/>
                    <a:pt x="40896" y="44075"/>
                  </a:cubicBezTo>
                  <a:lnTo>
                    <a:pt x="55592" y="25562"/>
                  </a:lnTo>
                  <a:cubicBezTo>
                    <a:pt x="56871" y="24285"/>
                    <a:pt x="57509" y="22370"/>
                    <a:pt x="56871" y="20455"/>
                  </a:cubicBezTo>
                  <a:cubicBezTo>
                    <a:pt x="56231" y="18539"/>
                    <a:pt x="54953" y="17263"/>
                    <a:pt x="53676" y="15986"/>
                  </a:cubicBezTo>
                  <a:lnTo>
                    <a:pt x="23642" y="664"/>
                  </a:lnTo>
                  <a:cubicBezTo>
                    <a:pt x="21086" y="-612"/>
                    <a:pt x="17891" y="26"/>
                    <a:pt x="15975" y="1941"/>
                  </a:cubicBezTo>
                  <a:lnTo>
                    <a:pt x="1917" y="17263"/>
                  </a:lnTo>
                  <a:cubicBezTo>
                    <a:pt x="639" y="18539"/>
                    <a:pt x="0" y="20455"/>
                    <a:pt x="0" y="23008"/>
                  </a:cubicBezTo>
                  <a:lnTo>
                    <a:pt x="5111" y="51098"/>
                  </a:lnTo>
                  <a:cubicBezTo>
                    <a:pt x="5111" y="53013"/>
                    <a:pt x="6390" y="54928"/>
                    <a:pt x="8306" y="55567"/>
                  </a:cubicBezTo>
                  <a:cubicBezTo>
                    <a:pt x="8946" y="56205"/>
                    <a:pt x="10224" y="56843"/>
                    <a:pt x="10863" y="56843"/>
                  </a:cubicBezTo>
                  <a:close/>
                  <a:moveTo>
                    <a:pt x="21726" y="14709"/>
                  </a:moveTo>
                  <a:lnTo>
                    <a:pt x="40256" y="24285"/>
                  </a:lnTo>
                  <a:lnTo>
                    <a:pt x="31311" y="35138"/>
                  </a:lnTo>
                  <a:lnTo>
                    <a:pt x="15336" y="41522"/>
                  </a:lnTo>
                  <a:lnTo>
                    <a:pt x="12780" y="24285"/>
                  </a:lnTo>
                  <a:lnTo>
                    <a:pt x="21726" y="14709"/>
                  </a:lnTo>
                  <a:close/>
                </a:path>
              </a:pathLst>
            </a:custGeom>
            <a:solidFill>
              <a:srgbClr val="007680"/>
            </a:solidFill>
            <a:ln w="6390" cap="flat">
              <a:noFill/>
              <a:prstDash val="solid"/>
              <a:miter/>
            </a:ln>
          </p:spPr>
          <p:txBody>
            <a:bodyPr rtlCol="0" anchor="ctr"/>
            <a:lstStyle/>
            <a:p>
              <a:endParaRPr lang="en-US"/>
            </a:p>
          </p:txBody>
        </p:sp>
        <p:sp>
          <p:nvSpPr>
            <p:cNvPr id="536" name="Graphic 4">
              <a:extLst>
                <a:ext uri="{FF2B5EF4-FFF2-40B4-BE49-F238E27FC236}">
                  <a16:creationId xmlns:a16="http://schemas.microsoft.com/office/drawing/2014/main" id="{995C488E-73D0-0849-8ADD-7E66CFD144F2}"/>
                </a:ext>
              </a:extLst>
            </p:cNvPr>
            <p:cNvSpPr/>
            <p:nvPr/>
          </p:nvSpPr>
          <p:spPr>
            <a:xfrm>
              <a:off x="8956013" y="2561016"/>
              <a:ext cx="61589" cy="62324"/>
            </a:xfrm>
            <a:custGeom>
              <a:avLst/>
              <a:gdLst>
                <a:gd name="connsiteX0" fmla="*/ 57632 w 61589"/>
                <a:gd name="connsiteY0" fmla="*/ 11891 h 62324"/>
                <a:gd name="connsiteX1" fmla="*/ 25043 w 61589"/>
                <a:gd name="connsiteY1" fmla="*/ 400 h 62324"/>
                <a:gd name="connsiteX2" fmla="*/ 16736 w 61589"/>
                <a:gd name="connsiteY2" fmla="*/ 4230 h 62324"/>
                <a:gd name="connsiteX3" fmla="*/ 16097 w 61589"/>
                <a:gd name="connsiteY3" fmla="*/ 6784 h 62324"/>
                <a:gd name="connsiteX4" fmla="*/ 18015 w 61589"/>
                <a:gd name="connsiteY4" fmla="*/ 23382 h 62324"/>
                <a:gd name="connsiteX5" fmla="*/ 4596 w 61589"/>
                <a:gd name="connsiteY5" fmla="*/ 27213 h 62324"/>
                <a:gd name="connsiteX6" fmla="*/ 122 w 61589"/>
                <a:gd name="connsiteY6" fmla="*/ 34873 h 62324"/>
                <a:gd name="connsiteX7" fmla="*/ 3317 w 61589"/>
                <a:gd name="connsiteY7" fmla="*/ 38704 h 62324"/>
                <a:gd name="connsiteX8" fmla="*/ 45491 w 61589"/>
                <a:gd name="connsiteY8" fmla="*/ 61686 h 62324"/>
                <a:gd name="connsiteX9" fmla="*/ 48686 w 61589"/>
                <a:gd name="connsiteY9" fmla="*/ 62324 h 62324"/>
                <a:gd name="connsiteX10" fmla="*/ 51242 w 61589"/>
                <a:gd name="connsiteY10" fmla="*/ 61686 h 62324"/>
                <a:gd name="connsiteX11" fmla="*/ 55076 w 61589"/>
                <a:gd name="connsiteY11" fmla="*/ 57217 h 62324"/>
                <a:gd name="connsiteX12" fmla="*/ 61466 w 61589"/>
                <a:gd name="connsiteY12" fmla="*/ 18275 h 62324"/>
                <a:gd name="connsiteX13" fmla="*/ 57632 w 61589"/>
                <a:gd name="connsiteY13" fmla="*/ 11891 h 62324"/>
                <a:gd name="connsiteX14" fmla="*/ 44213 w 61589"/>
                <a:gd name="connsiteY14" fmla="*/ 46365 h 62324"/>
                <a:gd name="connsiteX15" fmla="*/ 23766 w 61589"/>
                <a:gd name="connsiteY15" fmla="*/ 34873 h 62324"/>
                <a:gd name="connsiteX16" fmla="*/ 27599 w 61589"/>
                <a:gd name="connsiteY16" fmla="*/ 33597 h 62324"/>
                <a:gd name="connsiteX17" fmla="*/ 32072 w 61589"/>
                <a:gd name="connsiteY17" fmla="*/ 26574 h 62324"/>
                <a:gd name="connsiteX18" fmla="*/ 30794 w 61589"/>
                <a:gd name="connsiteY18" fmla="*/ 15083 h 62324"/>
                <a:gd name="connsiteX19" fmla="*/ 48686 w 61589"/>
                <a:gd name="connsiteY19" fmla="*/ 21467 h 62324"/>
                <a:gd name="connsiteX20" fmla="*/ 44213 w 61589"/>
                <a:gd name="connsiteY20" fmla="*/ 46365 h 62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1589" h="62324">
                  <a:moveTo>
                    <a:pt x="57632" y="11891"/>
                  </a:moveTo>
                  <a:lnTo>
                    <a:pt x="25043" y="400"/>
                  </a:lnTo>
                  <a:cubicBezTo>
                    <a:pt x="21848" y="-877"/>
                    <a:pt x="18015" y="1038"/>
                    <a:pt x="16736" y="4230"/>
                  </a:cubicBezTo>
                  <a:cubicBezTo>
                    <a:pt x="16097" y="4869"/>
                    <a:pt x="16097" y="6146"/>
                    <a:pt x="16097" y="6784"/>
                  </a:cubicBezTo>
                  <a:lnTo>
                    <a:pt x="18015" y="23382"/>
                  </a:lnTo>
                  <a:lnTo>
                    <a:pt x="4596" y="27213"/>
                  </a:lnTo>
                  <a:cubicBezTo>
                    <a:pt x="1401" y="28489"/>
                    <a:pt x="-516" y="31681"/>
                    <a:pt x="122" y="34873"/>
                  </a:cubicBezTo>
                  <a:cubicBezTo>
                    <a:pt x="761" y="36150"/>
                    <a:pt x="1401" y="38065"/>
                    <a:pt x="3317" y="38704"/>
                  </a:cubicBezTo>
                  <a:lnTo>
                    <a:pt x="45491" y="61686"/>
                  </a:lnTo>
                  <a:cubicBezTo>
                    <a:pt x="46130" y="62324"/>
                    <a:pt x="47408" y="62324"/>
                    <a:pt x="48686" y="62324"/>
                  </a:cubicBezTo>
                  <a:cubicBezTo>
                    <a:pt x="49964" y="62324"/>
                    <a:pt x="50603" y="62324"/>
                    <a:pt x="51242" y="61686"/>
                  </a:cubicBezTo>
                  <a:cubicBezTo>
                    <a:pt x="53159" y="61048"/>
                    <a:pt x="54437" y="59132"/>
                    <a:pt x="55076" y="57217"/>
                  </a:cubicBezTo>
                  <a:lnTo>
                    <a:pt x="61466" y="18275"/>
                  </a:lnTo>
                  <a:cubicBezTo>
                    <a:pt x="62105" y="15721"/>
                    <a:pt x="60188" y="12529"/>
                    <a:pt x="57632" y="11891"/>
                  </a:cubicBezTo>
                  <a:close/>
                  <a:moveTo>
                    <a:pt x="44213" y="46365"/>
                  </a:moveTo>
                  <a:lnTo>
                    <a:pt x="23766" y="34873"/>
                  </a:lnTo>
                  <a:lnTo>
                    <a:pt x="27599" y="33597"/>
                  </a:lnTo>
                  <a:cubicBezTo>
                    <a:pt x="30794" y="32958"/>
                    <a:pt x="32711" y="29766"/>
                    <a:pt x="32072" y="26574"/>
                  </a:cubicBezTo>
                  <a:lnTo>
                    <a:pt x="30794" y="15083"/>
                  </a:lnTo>
                  <a:lnTo>
                    <a:pt x="48686" y="21467"/>
                  </a:lnTo>
                  <a:lnTo>
                    <a:pt x="44213" y="46365"/>
                  </a:lnTo>
                  <a:close/>
                </a:path>
              </a:pathLst>
            </a:custGeom>
            <a:solidFill>
              <a:srgbClr val="007680"/>
            </a:solidFill>
            <a:ln w="6390" cap="flat">
              <a:noFill/>
              <a:prstDash val="solid"/>
              <a:miter/>
            </a:ln>
          </p:spPr>
          <p:txBody>
            <a:bodyPr rtlCol="0" anchor="ctr"/>
            <a:lstStyle/>
            <a:p>
              <a:endParaRPr lang="en-US"/>
            </a:p>
          </p:txBody>
        </p:sp>
        <p:sp>
          <p:nvSpPr>
            <p:cNvPr id="537" name="Graphic 4">
              <a:extLst>
                <a:ext uri="{FF2B5EF4-FFF2-40B4-BE49-F238E27FC236}">
                  <a16:creationId xmlns:a16="http://schemas.microsoft.com/office/drawing/2014/main" id="{10B6006C-DB22-854A-9D43-3D2C204BF42E}"/>
                </a:ext>
              </a:extLst>
            </p:cNvPr>
            <p:cNvSpPr/>
            <p:nvPr/>
          </p:nvSpPr>
          <p:spPr>
            <a:xfrm>
              <a:off x="8919713" y="2595659"/>
              <a:ext cx="47285" cy="57047"/>
            </a:xfrm>
            <a:custGeom>
              <a:avLst/>
              <a:gdLst>
                <a:gd name="connsiteX0" fmla="*/ 26837 w 47285"/>
                <a:gd name="connsiteY0" fmla="*/ 2784 h 57047"/>
                <a:gd name="connsiteX1" fmla="*/ 19809 w 47285"/>
                <a:gd name="connsiteY1" fmla="*/ 230 h 57047"/>
                <a:gd name="connsiteX2" fmla="*/ 4473 w 47285"/>
                <a:gd name="connsiteY2" fmla="*/ 5976 h 57047"/>
                <a:gd name="connsiteX3" fmla="*/ 0 w 47285"/>
                <a:gd name="connsiteY3" fmla="*/ 12998 h 57047"/>
                <a:gd name="connsiteX4" fmla="*/ 6390 w 47285"/>
                <a:gd name="connsiteY4" fmla="*/ 51302 h 57047"/>
                <a:gd name="connsiteX5" fmla="*/ 10224 w 47285"/>
                <a:gd name="connsiteY5" fmla="*/ 56409 h 57047"/>
                <a:gd name="connsiteX6" fmla="*/ 12780 w 47285"/>
                <a:gd name="connsiteY6" fmla="*/ 57048 h 57047"/>
                <a:gd name="connsiteX7" fmla="*/ 16614 w 47285"/>
                <a:gd name="connsiteY7" fmla="*/ 55771 h 57047"/>
                <a:gd name="connsiteX8" fmla="*/ 44730 w 47285"/>
                <a:gd name="connsiteY8" fmla="*/ 37257 h 57047"/>
                <a:gd name="connsiteX9" fmla="*/ 47286 w 47285"/>
                <a:gd name="connsiteY9" fmla="*/ 32789 h 57047"/>
                <a:gd name="connsiteX10" fmla="*/ 46007 w 47285"/>
                <a:gd name="connsiteY10" fmla="*/ 27681 h 57047"/>
                <a:gd name="connsiteX11" fmla="*/ 26837 w 47285"/>
                <a:gd name="connsiteY11" fmla="*/ 2784 h 57047"/>
                <a:gd name="connsiteX12" fmla="*/ 17253 w 47285"/>
                <a:gd name="connsiteY12" fmla="*/ 40449 h 57047"/>
                <a:gd name="connsiteX13" fmla="*/ 13419 w 47285"/>
                <a:gd name="connsiteY13" fmla="*/ 16829 h 57047"/>
                <a:gd name="connsiteX14" fmla="*/ 19809 w 47285"/>
                <a:gd name="connsiteY14" fmla="*/ 14913 h 57047"/>
                <a:gd name="connsiteX15" fmla="*/ 31950 w 47285"/>
                <a:gd name="connsiteY15" fmla="*/ 31512 h 57047"/>
                <a:gd name="connsiteX16" fmla="*/ 17253 w 47285"/>
                <a:gd name="connsiteY16" fmla="*/ 40449 h 57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7285" h="57047">
                  <a:moveTo>
                    <a:pt x="26837" y="2784"/>
                  </a:moveTo>
                  <a:cubicBezTo>
                    <a:pt x="24921" y="230"/>
                    <a:pt x="22365" y="-408"/>
                    <a:pt x="19809" y="230"/>
                  </a:cubicBezTo>
                  <a:lnTo>
                    <a:pt x="4473" y="5976"/>
                  </a:lnTo>
                  <a:cubicBezTo>
                    <a:pt x="1278" y="7253"/>
                    <a:pt x="0" y="9806"/>
                    <a:pt x="0" y="12998"/>
                  </a:cubicBezTo>
                  <a:lnTo>
                    <a:pt x="6390" y="51302"/>
                  </a:lnTo>
                  <a:cubicBezTo>
                    <a:pt x="7029" y="53217"/>
                    <a:pt x="8306" y="55133"/>
                    <a:pt x="10224" y="56409"/>
                  </a:cubicBezTo>
                  <a:cubicBezTo>
                    <a:pt x="10863" y="57048"/>
                    <a:pt x="12141" y="57048"/>
                    <a:pt x="12780" y="57048"/>
                  </a:cubicBezTo>
                  <a:cubicBezTo>
                    <a:pt x="14058" y="57048"/>
                    <a:pt x="15336" y="56409"/>
                    <a:pt x="16614" y="55771"/>
                  </a:cubicBezTo>
                  <a:lnTo>
                    <a:pt x="44730" y="37257"/>
                  </a:lnTo>
                  <a:cubicBezTo>
                    <a:pt x="46007" y="35981"/>
                    <a:pt x="47286" y="34704"/>
                    <a:pt x="47286" y="32789"/>
                  </a:cubicBezTo>
                  <a:cubicBezTo>
                    <a:pt x="47286" y="30873"/>
                    <a:pt x="47286" y="29597"/>
                    <a:pt x="46007" y="27681"/>
                  </a:cubicBezTo>
                  <a:lnTo>
                    <a:pt x="26837" y="2784"/>
                  </a:lnTo>
                  <a:close/>
                  <a:moveTo>
                    <a:pt x="17253" y="40449"/>
                  </a:moveTo>
                  <a:lnTo>
                    <a:pt x="13419" y="16829"/>
                  </a:lnTo>
                  <a:lnTo>
                    <a:pt x="19809" y="14913"/>
                  </a:lnTo>
                  <a:lnTo>
                    <a:pt x="31950" y="31512"/>
                  </a:lnTo>
                  <a:lnTo>
                    <a:pt x="17253" y="40449"/>
                  </a:lnTo>
                  <a:close/>
                </a:path>
              </a:pathLst>
            </a:custGeom>
            <a:solidFill>
              <a:srgbClr val="007680"/>
            </a:solidFill>
            <a:ln w="6390" cap="flat">
              <a:noFill/>
              <a:prstDash val="solid"/>
              <a:miter/>
            </a:ln>
          </p:spPr>
          <p:txBody>
            <a:bodyPr rtlCol="0" anchor="ctr"/>
            <a:lstStyle/>
            <a:p>
              <a:endParaRPr lang="en-US"/>
            </a:p>
          </p:txBody>
        </p:sp>
      </p:grpSp>
      <p:grpSp>
        <p:nvGrpSpPr>
          <p:cNvPr id="538" name="Graphic 4">
            <a:extLst>
              <a:ext uri="{FF2B5EF4-FFF2-40B4-BE49-F238E27FC236}">
                <a16:creationId xmlns:a16="http://schemas.microsoft.com/office/drawing/2014/main" id="{3E67FF23-A997-614A-98C0-7413BF5C9025}"/>
              </a:ext>
            </a:extLst>
          </p:cNvPr>
          <p:cNvGrpSpPr/>
          <p:nvPr/>
        </p:nvGrpSpPr>
        <p:grpSpPr>
          <a:xfrm>
            <a:off x="8840477" y="2855717"/>
            <a:ext cx="362312" cy="361971"/>
            <a:chOff x="8840477" y="2855717"/>
            <a:chExt cx="362312" cy="361971"/>
          </a:xfrm>
          <a:solidFill>
            <a:srgbClr val="007680"/>
          </a:solidFill>
        </p:grpSpPr>
        <p:sp>
          <p:nvSpPr>
            <p:cNvPr id="539" name="Graphic 4">
              <a:extLst>
                <a:ext uri="{FF2B5EF4-FFF2-40B4-BE49-F238E27FC236}">
                  <a16:creationId xmlns:a16="http://schemas.microsoft.com/office/drawing/2014/main" id="{93C2F291-2EF0-F04B-A116-00E035FF5831}"/>
                </a:ext>
              </a:extLst>
            </p:cNvPr>
            <p:cNvSpPr/>
            <p:nvPr/>
          </p:nvSpPr>
          <p:spPr>
            <a:xfrm>
              <a:off x="8840477" y="2855717"/>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6"/>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6"/>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234"/>
                    <a:pt x="274767" y="348565"/>
                    <a:pt x="181474" y="349204"/>
                  </a:cubicBezTo>
                  <a:close/>
                </a:path>
              </a:pathLst>
            </a:custGeom>
            <a:solidFill>
              <a:srgbClr val="007680"/>
            </a:solidFill>
            <a:ln w="6390" cap="flat">
              <a:noFill/>
              <a:prstDash val="solid"/>
              <a:miter/>
            </a:ln>
          </p:spPr>
          <p:txBody>
            <a:bodyPr rtlCol="0" anchor="ctr"/>
            <a:lstStyle/>
            <a:p>
              <a:endParaRPr lang="en-US"/>
            </a:p>
          </p:txBody>
        </p:sp>
        <p:sp>
          <p:nvSpPr>
            <p:cNvPr id="540" name="Graphic 4">
              <a:extLst>
                <a:ext uri="{FF2B5EF4-FFF2-40B4-BE49-F238E27FC236}">
                  <a16:creationId xmlns:a16="http://schemas.microsoft.com/office/drawing/2014/main" id="{6C041A6D-6CF4-424F-BDEC-DD4EBDAF2732}"/>
                </a:ext>
              </a:extLst>
            </p:cNvPr>
            <p:cNvSpPr/>
            <p:nvPr/>
          </p:nvSpPr>
          <p:spPr>
            <a:xfrm>
              <a:off x="8937604" y="2920485"/>
              <a:ext cx="169333" cy="232087"/>
            </a:xfrm>
            <a:custGeom>
              <a:avLst/>
              <a:gdLst>
                <a:gd name="connsiteX0" fmla="*/ 162943 w 169333"/>
                <a:gd name="connsiteY0" fmla="*/ 36738 h 232087"/>
                <a:gd name="connsiteX1" fmla="*/ 129077 w 169333"/>
                <a:gd name="connsiteY1" fmla="*/ 36738 h 232087"/>
                <a:gd name="connsiteX2" fmla="*/ 152081 w 169333"/>
                <a:gd name="connsiteY2" fmla="*/ 10563 h 232087"/>
                <a:gd name="connsiteX3" fmla="*/ 151442 w 169333"/>
                <a:gd name="connsiteY3" fmla="*/ 1626 h 232087"/>
                <a:gd name="connsiteX4" fmla="*/ 142496 w 169333"/>
                <a:gd name="connsiteY4" fmla="*/ 2264 h 232087"/>
                <a:gd name="connsiteX5" fmla="*/ 111824 w 169333"/>
                <a:gd name="connsiteY5" fmla="*/ 36738 h 232087"/>
                <a:gd name="connsiteX6" fmla="*/ 26199 w 169333"/>
                <a:gd name="connsiteY6" fmla="*/ 36738 h 232087"/>
                <a:gd name="connsiteX7" fmla="*/ 21726 w 169333"/>
                <a:gd name="connsiteY7" fmla="*/ 38653 h 232087"/>
                <a:gd name="connsiteX8" fmla="*/ 19809 w 169333"/>
                <a:gd name="connsiteY8" fmla="*/ 43122 h 232087"/>
                <a:gd name="connsiteX9" fmla="*/ 19809 w 169333"/>
                <a:gd name="connsiteY9" fmla="*/ 103131 h 232087"/>
                <a:gd name="connsiteX10" fmla="*/ 640 w 169333"/>
                <a:gd name="connsiteY10" fmla="*/ 155480 h 232087"/>
                <a:gd name="connsiteX11" fmla="*/ 0 w 169333"/>
                <a:gd name="connsiteY11" fmla="*/ 158033 h 232087"/>
                <a:gd name="connsiteX12" fmla="*/ 0 w 169333"/>
                <a:gd name="connsiteY12" fmla="*/ 225703 h 232087"/>
                <a:gd name="connsiteX13" fmla="*/ 6390 w 169333"/>
                <a:gd name="connsiteY13" fmla="*/ 232087 h 232087"/>
                <a:gd name="connsiteX14" fmla="*/ 145052 w 169333"/>
                <a:gd name="connsiteY14" fmla="*/ 232087 h 232087"/>
                <a:gd name="connsiteX15" fmla="*/ 151442 w 169333"/>
                <a:gd name="connsiteY15" fmla="*/ 225703 h 232087"/>
                <a:gd name="connsiteX16" fmla="*/ 151442 w 169333"/>
                <a:gd name="connsiteY16" fmla="*/ 158033 h 232087"/>
                <a:gd name="connsiteX17" fmla="*/ 168695 w 169333"/>
                <a:gd name="connsiteY17" fmla="*/ 107600 h 232087"/>
                <a:gd name="connsiteX18" fmla="*/ 169333 w 169333"/>
                <a:gd name="connsiteY18" fmla="*/ 105684 h 232087"/>
                <a:gd name="connsiteX19" fmla="*/ 169333 w 169333"/>
                <a:gd name="connsiteY19" fmla="*/ 43760 h 232087"/>
                <a:gd name="connsiteX20" fmla="*/ 162943 w 169333"/>
                <a:gd name="connsiteY20" fmla="*/ 36738 h 232087"/>
                <a:gd name="connsiteX21" fmla="*/ 156553 w 169333"/>
                <a:gd name="connsiteY21" fmla="*/ 103769 h 232087"/>
                <a:gd name="connsiteX22" fmla="*/ 142496 w 169333"/>
                <a:gd name="connsiteY22" fmla="*/ 144627 h 232087"/>
                <a:gd name="connsiteX23" fmla="*/ 107990 w 169333"/>
                <a:gd name="connsiteY23" fmla="*/ 110153 h 232087"/>
                <a:gd name="connsiteX24" fmla="*/ 99044 w 169333"/>
                <a:gd name="connsiteY24" fmla="*/ 110792 h 232087"/>
                <a:gd name="connsiteX25" fmla="*/ 99044 w 169333"/>
                <a:gd name="connsiteY25" fmla="*/ 119091 h 232087"/>
                <a:gd name="connsiteX26" fmla="*/ 138023 w 169333"/>
                <a:gd name="connsiteY26" fmla="*/ 157395 h 232087"/>
                <a:gd name="connsiteX27" fmla="*/ 139301 w 169333"/>
                <a:gd name="connsiteY27" fmla="*/ 158033 h 232087"/>
                <a:gd name="connsiteX28" fmla="*/ 139301 w 169333"/>
                <a:gd name="connsiteY28" fmla="*/ 218043 h 232087"/>
                <a:gd name="connsiteX29" fmla="*/ 13419 w 169333"/>
                <a:gd name="connsiteY29" fmla="*/ 218043 h 232087"/>
                <a:gd name="connsiteX30" fmla="*/ 13419 w 169333"/>
                <a:gd name="connsiteY30" fmla="*/ 158033 h 232087"/>
                <a:gd name="connsiteX31" fmla="*/ 28755 w 169333"/>
                <a:gd name="connsiteY31" fmla="*/ 116537 h 232087"/>
                <a:gd name="connsiteX32" fmla="*/ 61983 w 169333"/>
                <a:gd name="connsiteY32" fmla="*/ 149096 h 232087"/>
                <a:gd name="connsiteX33" fmla="*/ 66456 w 169333"/>
                <a:gd name="connsiteY33" fmla="*/ 151011 h 232087"/>
                <a:gd name="connsiteX34" fmla="*/ 70929 w 169333"/>
                <a:gd name="connsiteY34" fmla="*/ 149096 h 232087"/>
                <a:gd name="connsiteX35" fmla="*/ 70929 w 169333"/>
                <a:gd name="connsiteY35" fmla="*/ 140158 h 232087"/>
                <a:gd name="connsiteX36" fmla="*/ 70929 w 169333"/>
                <a:gd name="connsiteY36" fmla="*/ 140158 h 232087"/>
                <a:gd name="connsiteX37" fmla="*/ 33228 w 169333"/>
                <a:gd name="connsiteY37" fmla="*/ 103131 h 232087"/>
                <a:gd name="connsiteX38" fmla="*/ 33228 w 169333"/>
                <a:gd name="connsiteY38" fmla="*/ 49506 h 232087"/>
                <a:gd name="connsiteX39" fmla="*/ 157193 w 169333"/>
                <a:gd name="connsiteY39" fmla="*/ 49506 h 232087"/>
                <a:gd name="connsiteX40" fmla="*/ 156553 w 169333"/>
                <a:gd name="connsiteY40" fmla="*/ 103769 h 232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69333" h="232087">
                  <a:moveTo>
                    <a:pt x="162943" y="36738"/>
                  </a:moveTo>
                  <a:lnTo>
                    <a:pt x="129077" y="36738"/>
                  </a:lnTo>
                  <a:lnTo>
                    <a:pt x="152081" y="10563"/>
                  </a:lnTo>
                  <a:cubicBezTo>
                    <a:pt x="154637" y="8010"/>
                    <a:pt x="153998" y="4179"/>
                    <a:pt x="151442" y="1626"/>
                  </a:cubicBezTo>
                  <a:cubicBezTo>
                    <a:pt x="148886" y="-928"/>
                    <a:pt x="145052" y="-290"/>
                    <a:pt x="142496" y="2264"/>
                  </a:cubicBezTo>
                  <a:lnTo>
                    <a:pt x="111824" y="36738"/>
                  </a:lnTo>
                  <a:lnTo>
                    <a:pt x="26199" y="36738"/>
                  </a:lnTo>
                  <a:cubicBezTo>
                    <a:pt x="24282" y="36738"/>
                    <a:pt x="23004" y="37376"/>
                    <a:pt x="21726" y="38653"/>
                  </a:cubicBezTo>
                  <a:cubicBezTo>
                    <a:pt x="20448" y="39930"/>
                    <a:pt x="19809" y="41206"/>
                    <a:pt x="19809" y="43122"/>
                  </a:cubicBezTo>
                  <a:lnTo>
                    <a:pt x="19809" y="103131"/>
                  </a:lnTo>
                  <a:lnTo>
                    <a:pt x="640" y="155480"/>
                  </a:lnTo>
                  <a:cubicBezTo>
                    <a:pt x="640" y="156118"/>
                    <a:pt x="0" y="156756"/>
                    <a:pt x="0" y="158033"/>
                  </a:cubicBezTo>
                  <a:lnTo>
                    <a:pt x="0" y="225703"/>
                  </a:lnTo>
                  <a:cubicBezTo>
                    <a:pt x="0" y="229534"/>
                    <a:pt x="2556" y="232087"/>
                    <a:pt x="6390" y="232087"/>
                  </a:cubicBezTo>
                  <a:lnTo>
                    <a:pt x="145052" y="232087"/>
                  </a:lnTo>
                  <a:cubicBezTo>
                    <a:pt x="148886" y="232087"/>
                    <a:pt x="151442" y="229534"/>
                    <a:pt x="151442" y="225703"/>
                  </a:cubicBezTo>
                  <a:lnTo>
                    <a:pt x="151442" y="158033"/>
                  </a:lnTo>
                  <a:lnTo>
                    <a:pt x="168695" y="107600"/>
                  </a:lnTo>
                  <a:cubicBezTo>
                    <a:pt x="168695" y="106961"/>
                    <a:pt x="169333" y="106323"/>
                    <a:pt x="169333" y="105684"/>
                  </a:cubicBezTo>
                  <a:lnTo>
                    <a:pt x="169333" y="43760"/>
                  </a:lnTo>
                  <a:cubicBezTo>
                    <a:pt x="169333" y="39930"/>
                    <a:pt x="166138" y="36738"/>
                    <a:pt x="162943" y="36738"/>
                  </a:cubicBezTo>
                  <a:close/>
                  <a:moveTo>
                    <a:pt x="156553" y="103769"/>
                  </a:moveTo>
                  <a:lnTo>
                    <a:pt x="142496" y="144627"/>
                  </a:lnTo>
                  <a:lnTo>
                    <a:pt x="107990" y="110153"/>
                  </a:lnTo>
                  <a:cubicBezTo>
                    <a:pt x="105434" y="107600"/>
                    <a:pt x="100961" y="108238"/>
                    <a:pt x="99044" y="110792"/>
                  </a:cubicBezTo>
                  <a:cubicBezTo>
                    <a:pt x="97128" y="113345"/>
                    <a:pt x="97128" y="116537"/>
                    <a:pt x="99044" y="119091"/>
                  </a:cubicBezTo>
                  <a:lnTo>
                    <a:pt x="138023" y="157395"/>
                  </a:lnTo>
                  <a:cubicBezTo>
                    <a:pt x="138662" y="158033"/>
                    <a:pt x="138662" y="158033"/>
                    <a:pt x="139301" y="158033"/>
                  </a:cubicBezTo>
                  <a:lnTo>
                    <a:pt x="139301" y="218043"/>
                  </a:lnTo>
                  <a:lnTo>
                    <a:pt x="13419" y="218043"/>
                  </a:lnTo>
                  <a:lnTo>
                    <a:pt x="13419" y="158033"/>
                  </a:lnTo>
                  <a:lnTo>
                    <a:pt x="28755" y="116537"/>
                  </a:lnTo>
                  <a:lnTo>
                    <a:pt x="61983" y="149096"/>
                  </a:lnTo>
                  <a:cubicBezTo>
                    <a:pt x="63261" y="150372"/>
                    <a:pt x="64539" y="151011"/>
                    <a:pt x="66456" y="151011"/>
                  </a:cubicBezTo>
                  <a:cubicBezTo>
                    <a:pt x="68373" y="151011"/>
                    <a:pt x="69650" y="150372"/>
                    <a:pt x="70929" y="149096"/>
                  </a:cubicBezTo>
                  <a:cubicBezTo>
                    <a:pt x="73484" y="146542"/>
                    <a:pt x="73484" y="142712"/>
                    <a:pt x="70929" y="140158"/>
                  </a:cubicBezTo>
                  <a:cubicBezTo>
                    <a:pt x="70929" y="140158"/>
                    <a:pt x="70929" y="140158"/>
                    <a:pt x="70929" y="140158"/>
                  </a:cubicBezTo>
                  <a:lnTo>
                    <a:pt x="33228" y="103131"/>
                  </a:lnTo>
                  <a:lnTo>
                    <a:pt x="33228" y="49506"/>
                  </a:lnTo>
                  <a:lnTo>
                    <a:pt x="157193" y="49506"/>
                  </a:lnTo>
                  <a:lnTo>
                    <a:pt x="156553" y="103769"/>
                  </a:lnTo>
                  <a:close/>
                </a:path>
              </a:pathLst>
            </a:custGeom>
            <a:solidFill>
              <a:srgbClr val="007680"/>
            </a:solidFill>
            <a:ln w="6390" cap="flat">
              <a:noFill/>
              <a:prstDash val="solid"/>
              <a:miter/>
            </a:ln>
          </p:spPr>
          <p:txBody>
            <a:bodyPr rtlCol="0" anchor="ctr"/>
            <a:lstStyle/>
            <a:p>
              <a:endParaRPr lang="en-US"/>
            </a:p>
          </p:txBody>
        </p:sp>
      </p:grpSp>
      <p:grpSp>
        <p:nvGrpSpPr>
          <p:cNvPr id="541" name="Graphic 4">
            <a:extLst>
              <a:ext uri="{FF2B5EF4-FFF2-40B4-BE49-F238E27FC236}">
                <a16:creationId xmlns:a16="http://schemas.microsoft.com/office/drawing/2014/main" id="{12570CAB-1192-6F45-BF92-8D443E34B7B4}"/>
              </a:ext>
            </a:extLst>
          </p:cNvPr>
          <p:cNvGrpSpPr/>
          <p:nvPr/>
        </p:nvGrpSpPr>
        <p:grpSpPr>
          <a:xfrm>
            <a:off x="8840477" y="3339623"/>
            <a:ext cx="362312" cy="361971"/>
            <a:chOff x="8840477" y="3339623"/>
            <a:chExt cx="362312" cy="361971"/>
          </a:xfrm>
          <a:solidFill>
            <a:srgbClr val="007680"/>
          </a:solidFill>
        </p:grpSpPr>
        <p:sp>
          <p:nvSpPr>
            <p:cNvPr id="542" name="Graphic 4">
              <a:extLst>
                <a:ext uri="{FF2B5EF4-FFF2-40B4-BE49-F238E27FC236}">
                  <a16:creationId xmlns:a16="http://schemas.microsoft.com/office/drawing/2014/main" id="{5ED360B7-F20C-0C40-9499-92544077CAF3}"/>
                </a:ext>
              </a:extLst>
            </p:cNvPr>
            <p:cNvSpPr/>
            <p:nvPr/>
          </p:nvSpPr>
          <p:spPr>
            <a:xfrm>
              <a:off x="8840477" y="333962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543" name="Graphic 4">
              <a:extLst>
                <a:ext uri="{FF2B5EF4-FFF2-40B4-BE49-F238E27FC236}">
                  <a16:creationId xmlns:a16="http://schemas.microsoft.com/office/drawing/2014/main" id="{BF73C587-BA95-644E-86A2-13E3DA0B0B0B}"/>
                </a:ext>
              </a:extLst>
            </p:cNvPr>
            <p:cNvSpPr/>
            <p:nvPr/>
          </p:nvSpPr>
          <p:spPr>
            <a:xfrm>
              <a:off x="8942078" y="3405348"/>
              <a:ext cx="162065" cy="229387"/>
            </a:xfrm>
            <a:custGeom>
              <a:avLst/>
              <a:gdLst>
                <a:gd name="connsiteX0" fmla="*/ 157831 w 162065"/>
                <a:gd name="connsiteY0" fmla="*/ 44080 h 229387"/>
                <a:gd name="connsiteX1" fmla="*/ 108629 w 162065"/>
                <a:gd name="connsiteY1" fmla="*/ 45357 h 229387"/>
                <a:gd name="connsiteX2" fmla="*/ 86903 w 162065"/>
                <a:gd name="connsiteY2" fmla="*/ 52379 h 229387"/>
                <a:gd name="connsiteX3" fmla="*/ 60704 w 162065"/>
                <a:gd name="connsiteY3" fmla="*/ 1307 h 229387"/>
                <a:gd name="connsiteX4" fmla="*/ 51758 w 162065"/>
                <a:gd name="connsiteY4" fmla="*/ 2584 h 229387"/>
                <a:gd name="connsiteX5" fmla="*/ 53036 w 162065"/>
                <a:gd name="connsiteY5" fmla="*/ 11521 h 229387"/>
                <a:gd name="connsiteX6" fmla="*/ 54314 w 162065"/>
                <a:gd name="connsiteY6" fmla="*/ 12160 h 229387"/>
                <a:gd name="connsiteX7" fmla="*/ 74762 w 162065"/>
                <a:gd name="connsiteY7" fmla="*/ 52379 h 229387"/>
                <a:gd name="connsiteX8" fmla="*/ 54953 w 162065"/>
                <a:gd name="connsiteY8" fmla="*/ 45357 h 229387"/>
                <a:gd name="connsiteX9" fmla="*/ 3195 w 162065"/>
                <a:gd name="connsiteY9" fmla="*/ 42803 h 229387"/>
                <a:gd name="connsiteX10" fmla="*/ 0 w 162065"/>
                <a:gd name="connsiteY10" fmla="*/ 47910 h 229387"/>
                <a:gd name="connsiteX11" fmla="*/ 2556 w 162065"/>
                <a:gd name="connsiteY11" fmla="*/ 53656 h 229387"/>
                <a:gd name="connsiteX12" fmla="*/ 11501 w 162065"/>
                <a:gd name="connsiteY12" fmla="*/ 63870 h 229387"/>
                <a:gd name="connsiteX13" fmla="*/ 15975 w 162065"/>
                <a:gd name="connsiteY13" fmla="*/ 68339 h 229387"/>
                <a:gd name="connsiteX14" fmla="*/ 44091 w 162065"/>
                <a:gd name="connsiteY14" fmla="*/ 102174 h 229387"/>
                <a:gd name="connsiteX15" fmla="*/ 28755 w 162065"/>
                <a:gd name="connsiteY15" fmla="*/ 131540 h 229387"/>
                <a:gd name="connsiteX16" fmla="*/ 24921 w 162065"/>
                <a:gd name="connsiteY16" fmla="*/ 136647 h 229387"/>
                <a:gd name="connsiteX17" fmla="*/ 27476 w 162065"/>
                <a:gd name="connsiteY17" fmla="*/ 142393 h 229387"/>
                <a:gd name="connsiteX18" fmla="*/ 43451 w 162065"/>
                <a:gd name="connsiteY18" fmla="*/ 171121 h 229387"/>
                <a:gd name="connsiteX19" fmla="*/ 24281 w 162065"/>
                <a:gd name="connsiteY19" fmla="*/ 195380 h 229387"/>
                <a:gd name="connsiteX20" fmla="*/ 20447 w 162065"/>
                <a:gd name="connsiteY20" fmla="*/ 199210 h 229387"/>
                <a:gd name="connsiteX21" fmla="*/ 16614 w 162065"/>
                <a:gd name="connsiteY21" fmla="*/ 208148 h 229387"/>
                <a:gd name="connsiteX22" fmla="*/ 17253 w 162065"/>
                <a:gd name="connsiteY22" fmla="*/ 214532 h 229387"/>
                <a:gd name="connsiteX23" fmla="*/ 44091 w 162065"/>
                <a:gd name="connsiteY23" fmla="*/ 229215 h 229387"/>
                <a:gd name="connsiteX24" fmla="*/ 57509 w 162065"/>
                <a:gd name="connsiteY24" fmla="*/ 225385 h 229387"/>
                <a:gd name="connsiteX25" fmla="*/ 81152 w 162065"/>
                <a:gd name="connsiteY25" fmla="*/ 220916 h 229387"/>
                <a:gd name="connsiteX26" fmla="*/ 106712 w 162065"/>
                <a:gd name="connsiteY26" fmla="*/ 226023 h 229387"/>
                <a:gd name="connsiteX27" fmla="*/ 118214 w 162065"/>
                <a:gd name="connsiteY27" fmla="*/ 229215 h 229387"/>
                <a:gd name="connsiteX28" fmla="*/ 120130 w 162065"/>
                <a:gd name="connsiteY28" fmla="*/ 229215 h 229387"/>
                <a:gd name="connsiteX29" fmla="*/ 143135 w 162065"/>
                <a:gd name="connsiteY29" fmla="*/ 215809 h 229387"/>
                <a:gd name="connsiteX30" fmla="*/ 144412 w 162065"/>
                <a:gd name="connsiteY30" fmla="*/ 214532 h 229387"/>
                <a:gd name="connsiteX31" fmla="*/ 142495 w 162065"/>
                <a:gd name="connsiteY31" fmla="*/ 198572 h 229387"/>
                <a:gd name="connsiteX32" fmla="*/ 138661 w 162065"/>
                <a:gd name="connsiteY32" fmla="*/ 195380 h 229387"/>
                <a:gd name="connsiteX33" fmla="*/ 118853 w 162065"/>
                <a:gd name="connsiteY33" fmla="*/ 167291 h 229387"/>
                <a:gd name="connsiteX34" fmla="*/ 134189 w 162065"/>
                <a:gd name="connsiteY34" fmla="*/ 141116 h 229387"/>
                <a:gd name="connsiteX35" fmla="*/ 136105 w 162065"/>
                <a:gd name="connsiteY35" fmla="*/ 132179 h 229387"/>
                <a:gd name="connsiteX36" fmla="*/ 134189 w 162065"/>
                <a:gd name="connsiteY36" fmla="*/ 130264 h 229387"/>
                <a:gd name="connsiteX37" fmla="*/ 118853 w 162065"/>
                <a:gd name="connsiteY37" fmla="*/ 96428 h 229387"/>
                <a:gd name="connsiteX38" fmla="*/ 145690 w 162065"/>
                <a:gd name="connsiteY38" fmla="*/ 67062 h 229387"/>
                <a:gd name="connsiteX39" fmla="*/ 152080 w 162065"/>
                <a:gd name="connsiteY39" fmla="*/ 60678 h 229387"/>
                <a:gd name="connsiteX40" fmla="*/ 157831 w 162065"/>
                <a:gd name="connsiteY40" fmla="*/ 53017 h 229387"/>
                <a:gd name="connsiteX41" fmla="*/ 161665 w 162065"/>
                <a:gd name="connsiteY41" fmla="*/ 44718 h 229387"/>
                <a:gd name="connsiteX42" fmla="*/ 157831 w 162065"/>
                <a:gd name="connsiteY42" fmla="*/ 44080 h 229387"/>
                <a:gd name="connsiteX43" fmla="*/ 157831 w 162065"/>
                <a:gd name="connsiteY43" fmla="*/ 44080 h 229387"/>
                <a:gd name="connsiteX44" fmla="*/ 139940 w 162065"/>
                <a:gd name="connsiteY44" fmla="*/ 57486 h 229387"/>
                <a:gd name="connsiteX45" fmla="*/ 139940 w 162065"/>
                <a:gd name="connsiteY45" fmla="*/ 57486 h 229387"/>
                <a:gd name="connsiteX46" fmla="*/ 105434 w 162065"/>
                <a:gd name="connsiteY46" fmla="*/ 97067 h 229387"/>
                <a:gd name="connsiteX47" fmla="*/ 119492 w 162065"/>
                <a:gd name="connsiteY47" fmla="*/ 137286 h 229387"/>
                <a:gd name="connsiteX48" fmla="*/ 105434 w 162065"/>
                <a:gd name="connsiteY48" fmla="*/ 169206 h 229387"/>
                <a:gd name="connsiteX49" fmla="*/ 130994 w 162065"/>
                <a:gd name="connsiteY49" fmla="*/ 207510 h 229387"/>
                <a:gd name="connsiteX50" fmla="*/ 132271 w 162065"/>
                <a:gd name="connsiteY50" fmla="*/ 210063 h 229387"/>
                <a:gd name="connsiteX51" fmla="*/ 119492 w 162065"/>
                <a:gd name="connsiteY51" fmla="*/ 217724 h 229387"/>
                <a:gd name="connsiteX52" fmla="*/ 110545 w 162065"/>
                <a:gd name="connsiteY52" fmla="*/ 215170 h 229387"/>
                <a:gd name="connsiteX53" fmla="*/ 81152 w 162065"/>
                <a:gd name="connsiteY53" fmla="*/ 209425 h 229387"/>
                <a:gd name="connsiteX54" fmla="*/ 53676 w 162065"/>
                <a:gd name="connsiteY54" fmla="*/ 214532 h 229387"/>
                <a:gd name="connsiteX55" fmla="*/ 42812 w 162065"/>
                <a:gd name="connsiteY55" fmla="*/ 217724 h 229387"/>
                <a:gd name="connsiteX56" fmla="*/ 30032 w 162065"/>
                <a:gd name="connsiteY56" fmla="*/ 210702 h 229387"/>
                <a:gd name="connsiteX57" fmla="*/ 31311 w 162065"/>
                <a:gd name="connsiteY57" fmla="*/ 207510 h 229387"/>
                <a:gd name="connsiteX58" fmla="*/ 56231 w 162065"/>
                <a:gd name="connsiteY58" fmla="*/ 174313 h 229387"/>
                <a:gd name="connsiteX59" fmla="*/ 41535 w 162065"/>
                <a:gd name="connsiteY59" fmla="*/ 137924 h 229387"/>
                <a:gd name="connsiteX60" fmla="*/ 56231 w 162065"/>
                <a:gd name="connsiteY60" fmla="*/ 103451 h 229387"/>
                <a:gd name="connsiteX61" fmla="*/ 21726 w 162065"/>
                <a:gd name="connsiteY61" fmla="*/ 58125 h 229387"/>
                <a:gd name="connsiteX62" fmla="*/ 17891 w 162065"/>
                <a:gd name="connsiteY62" fmla="*/ 53017 h 229387"/>
                <a:gd name="connsiteX63" fmla="*/ 47925 w 162065"/>
                <a:gd name="connsiteY63" fmla="*/ 57486 h 229387"/>
                <a:gd name="connsiteX64" fmla="*/ 115658 w 162065"/>
                <a:gd name="connsiteY64" fmla="*/ 56848 h 229387"/>
                <a:gd name="connsiteX65" fmla="*/ 143774 w 162065"/>
                <a:gd name="connsiteY65" fmla="*/ 53017 h 229387"/>
                <a:gd name="connsiteX66" fmla="*/ 139940 w 162065"/>
                <a:gd name="connsiteY66" fmla="*/ 57486 h 229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62065" h="229387">
                  <a:moveTo>
                    <a:pt x="157831" y="44080"/>
                  </a:moveTo>
                  <a:cubicBezTo>
                    <a:pt x="156553" y="43441"/>
                    <a:pt x="131633" y="31950"/>
                    <a:pt x="108629" y="45357"/>
                  </a:cubicBezTo>
                  <a:cubicBezTo>
                    <a:pt x="102239" y="49187"/>
                    <a:pt x="94571" y="51741"/>
                    <a:pt x="86903" y="52379"/>
                  </a:cubicBezTo>
                  <a:cubicBezTo>
                    <a:pt x="86903" y="31950"/>
                    <a:pt x="77318" y="13437"/>
                    <a:pt x="60704" y="1307"/>
                  </a:cubicBezTo>
                  <a:cubicBezTo>
                    <a:pt x="58148" y="-608"/>
                    <a:pt x="53676" y="-608"/>
                    <a:pt x="51758" y="2584"/>
                  </a:cubicBezTo>
                  <a:cubicBezTo>
                    <a:pt x="49841" y="5137"/>
                    <a:pt x="49841" y="9606"/>
                    <a:pt x="53036" y="11521"/>
                  </a:cubicBezTo>
                  <a:cubicBezTo>
                    <a:pt x="53036" y="11521"/>
                    <a:pt x="53676" y="12160"/>
                    <a:pt x="54314" y="12160"/>
                  </a:cubicBezTo>
                  <a:cubicBezTo>
                    <a:pt x="67094" y="21736"/>
                    <a:pt x="74123" y="37057"/>
                    <a:pt x="74762" y="52379"/>
                  </a:cubicBezTo>
                  <a:cubicBezTo>
                    <a:pt x="67733" y="51741"/>
                    <a:pt x="60704" y="49187"/>
                    <a:pt x="54953" y="45357"/>
                  </a:cubicBezTo>
                  <a:cubicBezTo>
                    <a:pt x="38978" y="37057"/>
                    <a:pt x="19809" y="35781"/>
                    <a:pt x="3195" y="42803"/>
                  </a:cubicBezTo>
                  <a:cubicBezTo>
                    <a:pt x="1278" y="44080"/>
                    <a:pt x="0" y="45995"/>
                    <a:pt x="0" y="47910"/>
                  </a:cubicBezTo>
                  <a:cubicBezTo>
                    <a:pt x="0" y="49825"/>
                    <a:pt x="639" y="52379"/>
                    <a:pt x="2556" y="53656"/>
                  </a:cubicBezTo>
                  <a:cubicBezTo>
                    <a:pt x="6390" y="56209"/>
                    <a:pt x="9585" y="60040"/>
                    <a:pt x="11501" y="63870"/>
                  </a:cubicBezTo>
                  <a:cubicBezTo>
                    <a:pt x="12141" y="65785"/>
                    <a:pt x="14058" y="67701"/>
                    <a:pt x="15975" y="68339"/>
                  </a:cubicBezTo>
                  <a:cubicBezTo>
                    <a:pt x="17253" y="68339"/>
                    <a:pt x="44730" y="76638"/>
                    <a:pt x="44091" y="102174"/>
                  </a:cubicBezTo>
                  <a:cubicBezTo>
                    <a:pt x="42812" y="123880"/>
                    <a:pt x="29394" y="130902"/>
                    <a:pt x="28755" y="131540"/>
                  </a:cubicBezTo>
                  <a:cubicBezTo>
                    <a:pt x="26837" y="132817"/>
                    <a:pt x="25560" y="134732"/>
                    <a:pt x="24921" y="136647"/>
                  </a:cubicBezTo>
                  <a:cubicBezTo>
                    <a:pt x="24921" y="139201"/>
                    <a:pt x="25560" y="141116"/>
                    <a:pt x="27476" y="142393"/>
                  </a:cubicBezTo>
                  <a:cubicBezTo>
                    <a:pt x="27476" y="142393"/>
                    <a:pt x="46007" y="154523"/>
                    <a:pt x="43451" y="171121"/>
                  </a:cubicBezTo>
                  <a:cubicBezTo>
                    <a:pt x="41535" y="181974"/>
                    <a:pt x="34506" y="191550"/>
                    <a:pt x="24281" y="195380"/>
                  </a:cubicBezTo>
                  <a:cubicBezTo>
                    <a:pt x="22365" y="196018"/>
                    <a:pt x="21086" y="197295"/>
                    <a:pt x="20447" y="199210"/>
                  </a:cubicBezTo>
                  <a:lnTo>
                    <a:pt x="16614" y="208148"/>
                  </a:lnTo>
                  <a:cubicBezTo>
                    <a:pt x="15975" y="210063"/>
                    <a:pt x="15975" y="212617"/>
                    <a:pt x="17253" y="214532"/>
                  </a:cubicBezTo>
                  <a:cubicBezTo>
                    <a:pt x="18531" y="216447"/>
                    <a:pt x="30671" y="231130"/>
                    <a:pt x="44091" y="229215"/>
                  </a:cubicBezTo>
                  <a:cubicBezTo>
                    <a:pt x="48563" y="228577"/>
                    <a:pt x="53036" y="227300"/>
                    <a:pt x="57509" y="225385"/>
                  </a:cubicBezTo>
                  <a:cubicBezTo>
                    <a:pt x="65177" y="222193"/>
                    <a:pt x="72845" y="220916"/>
                    <a:pt x="81152" y="220916"/>
                  </a:cubicBezTo>
                  <a:cubicBezTo>
                    <a:pt x="90098" y="220916"/>
                    <a:pt x="98405" y="222831"/>
                    <a:pt x="106712" y="226023"/>
                  </a:cubicBezTo>
                  <a:cubicBezTo>
                    <a:pt x="110545" y="227300"/>
                    <a:pt x="114380" y="228577"/>
                    <a:pt x="118214" y="229215"/>
                  </a:cubicBezTo>
                  <a:lnTo>
                    <a:pt x="120130" y="229215"/>
                  </a:lnTo>
                  <a:cubicBezTo>
                    <a:pt x="130994" y="229215"/>
                    <a:pt x="139300" y="220277"/>
                    <a:pt x="143135" y="215809"/>
                  </a:cubicBezTo>
                  <a:lnTo>
                    <a:pt x="144412" y="214532"/>
                  </a:lnTo>
                  <a:cubicBezTo>
                    <a:pt x="147607" y="211340"/>
                    <a:pt x="146969" y="209425"/>
                    <a:pt x="142495" y="198572"/>
                  </a:cubicBezTo>
                  <a:cubicBezTo>
                    <a:pt x="141856" y="197295"/>
                    <a:pt x="140579" y="196018"/>
                    <a:pt x="138661" y="195380"/>
                  </a:cubicBezTo>
                  <a:cubicBezTo>
                    <a:pt x="127160" y="190273"/>
                    <a:pt x="119492" y="180058"/>
                    <a:pt x="118853" y="167291"/>
                  </a:cubicBezTo>
                  <a:cubicBezTo>
                    <a:pt x="118853" y="156438"/>
                    <a:pt x="124604" y="146223"/>
                    <a:pt x="134189" y="141116"/>
                  </a:cubicBezTo>
                  <a:cubicBezTo>
                    <a:pt x="137384" y="139201"/>
                    <a:pt x="138022" y="135371"/>
                    <a:pt x="136105" y="132179"/>
                  </a:cubicBezTo>
                  <a:cubicBezTo>
                    <a:pt x="135466" y="131540"/>
                    <a:pt x="134828" y="130902"/>
                    <a:pt x="134189" y="130264"/>
                  </a:cubicBezTo>
                  <a:cubicBezTo>
                    <a:pt x="123325" y="122603"/>
                    <a:pt x="117575" y="109835"/>
                    <a:pt x="118853" y="96428"/>
                  </a:cubicBezTo>
                  <a:cubicBezTo>
                    <a:pt x="121409" y="82384"/>
                    <a:pt x="131633" y="70893"/>
                    <a:pt x="145690" y="67062"/>
                  </a:cubicBezTo>
                  <a:cubicBezTo>
                    <a:pt x="149525" y="66424"/>
                    <a:pt x="150802" y="63870"/>
                    <a:pt x="152080" y="60678"/>
                  </a:cubicBezTo>
                  <a:cubicBezTo>
                    <a:pt x="153358" y="57486"/>
                    <a:pt x="155915" y="54294"/>
                    <a:pt x="157831" y="53017"/>
                  </a:cubicBezTo>
                  <a:cubicBezTo>
                    <a:pt x="161026" y="51741"/>
                    <a:pt x="162943" y="47910"/>
                    <a:pt x="161665" y="44718"/>
                  </a:cubicBezTo>
                  <a:cubicBezTo>
                    <a:pt x="160387" y="45357"/>
                    <a:pt x="159110" y="44080"/>
                    <a:pt x="157831" y="44080"/>
                  </a:cubicBezTo>
                  <a:lnTo>
                    <a:pt x="157831" y="44080"/>
                  </a:lnTo>
                  <a:close/>
                  <a:moveTo>
                    <a:pt x="139940" y="57486"/>
                  </a:moveTo>
                  <a:lnTo>
                    <a:pt x="139940" y="57486"/>
                  </a:lnTo>
                  <a:cubicBezTo>
                    <a:pt x="122048" y="63232"/>
                    <a:pt x="108629" y="77915"/>
                    <a:pt x="105434" y="97067"/>
                  </a:cubicBezTo>
                  <a:cubicBezTo>
                    <a:pt x="102878" y="112388"/>
                    <a:pt x="108629" y="127072"/>
                    <a:pt x="119492" y="137286"/>
                  </a:cubicBezTo>
                  <a:cubicBezTo>
                    <a:pt x="109907" y="145585"/>
                    <a:pt x="104795" y="157076"/>
                    <a:pt x="105434" y="169206"/>
                  </a:cubicBezTo>
                  <a:cubicBezTo>
                    <a:pt x="106073" y="185804"/>
                    <a:pt x="116297" y="200487"/>
                    <a:pt x="130994" y="207510"/>
                  </a:cubicBezTo>
                  <a:cubicBezTo>
                    <a:pt x="131633" y="208148"/>
                    <a:pt x="131633" y="208786"/>
                    <a:pt x="132271" y="210063"/>
                  </a:cubicBezTo>
                  <a:cubicBezTo>
                    <a:pt x="129076" y="213255"/>
                    <a:pt x="123965" y="217724"/>
                    <a:pt x="119492" y="217724"/>
                  </a:cubicBezTo>
                  <a:cubicBezTo>
                    <a:pt x="116297" y="217086"/>
                    <a:pt x="113740" y="216447"/>
                    <a:pt x="110545" y="215170"/>
                  </a:cubicBezTo>
                  <a:cubicBezTo>
                    <a:pt x="100961" y="211340"/>
                    <a:pt x="91376" y="209425"/>
                    <a:pt x="81152" y="209425"/>
                  </a:cubicBezTo>
                  <a:cubicBezTo>
                    <a:pt x="71567" y="209425"/>
                    <a:pt x="62621" y="211340"/>
                    <a:pt x="53676" y="214532"/>
                  </a:cubicBezTo>
                  <a:cubicBezTo>
                    <a:pt x="49841" y="215809"/>
                    <a:pt x="46646" y="217086"/>
                    <a:pt x="42812" y="217724"/>
                  </a:cubicBezTo>
                  <a:cubicBezTo>
                    <a:pt x="38978" y="218362"/>
                    <a:pt x="33227" y="214532"/>
                    <a:pt x="30032" y="210702"/>
                  </a:cubicBezTo>
                  <a:lnTo>
                    <a:pt x="31311" y="207510"/>
                  </a:lnTo>
                  <a:cubicBezTo>
                    <a:pt x="44730" y="201126"/>
                    <a:pt x="54314" y="188996"/>
                    <a:pt x="56231" y="174313"/>
                  </a:cubicBezTo>
                  <a:cubicBezTo>
                    <a:pt x="58148" y="160268"/>
                    <a:pt x="52397" y="146862"/>
                    <a:pt x="41535" y="137924"/>
                  </a:cubicBezTo>
                  <a:cubicBezTo>
                    <a:pt x="51119" y="128987"/>
                    <a:pt x="56231" y="116219"/>
                    <a:pt x="56231" y="103451"/>
                  </a:cubicBezTo>
                  <a:cubicBezTo>
                    <a:pt x="57509" y="76638"/>
                    <a:pt x="35783" y="62593"/>
                    <a:pt x="21726" y="58125"/>
                  </a:cubicBezTo>
                  <a:cubicBezTo>
                    <a:pt x="20447" y="56209"/>
                    <a:pt x="19170" y="54294"/>
                    <a:pt x="17891" y="53017"/>
                  </a:cubicBezTo>
                  <a:cubicBezTo>
                    <a:pt x="28116" y="51102"/>
                    <a:pt x="38978" y="52379"/>
                    <a:pt x="47925" y="57486"/>
                  </a:cubicBezTo>
                  <a:cubicBezTo>
                    <a:pt x="69011" y="69616"/>
                    <a:pt x="94571" y="69616"/>
                    <a:pt x="115658" y="56848"/>
                  </a:cubicBezTo>
                  <a:cubicBezTo>
                    <a:pt x="123965" y="52379"/>
                    <a:pt x="134189" y="51102"/>
                    <a:pt x="143774" y="53017"/>
                  </a:cubicBezTo>
                  <a:cubicBezTo>
                    <a:pt x="141856" y="54294"/>
                    <a:pt x="140579" y="55571"/>
                    <a:pt x="139940" y="57486"/>
                  </a:cubicBezTo>
                  <a:close/>
                </a:path>
              </a:pathLst>
            </a:custGeom>
            <a:solidFill>
              <a:srgbClr val="007680"/>
            </a:solidFill>
            <a:ln w="6390" cap="flat">
              <a:noFill/>
              <a:prstDash val="solid"/>
              <a:miter/>
            </a:ln>
          </p:spPr>
          <p:txBody>
            <a:bodyPr rtlCol="0" anchor="ctr"/>
            <a:lstStyle/>
            <a:p>
              <a:endParaRPr lang="en-US"/>
            </a:p>
          </p:txBody>
        </p:sp>
      </p:grpSp>
      <p:grpSp>
        <p:nvGrpSpPr>
          <p:cNvPr id="544" name="Graphic 4">
            <a:extLst>
              <a:ext uri="{FF2B5EF4-FFF2-40B4-BE49-F238E27FC236}">
                <a16:creationId xmlns:a16="http://schemas.microsoft.com/office/drawing/2014/main" id="{C2284883-EAEB-AC40-8259-CA39C7F67BF4}"/>
              </a:ext>
            </a:extLst>
          </p:cNvPr>
          <p:cNvGrpSpPr/>
          <p:nvPr/>
        </p:nvGrpSpPr>
        <p:grpSpPr>
          <a:xfrm>
            <a:off x="9278827" y="1893013"/>
            <a:ext cx="362309" cy="361971"/>
            <a:chOff x="9278827" y="1893013"/>
            <a:chExt cx="362309" cy="361971"/>
          </a:xfrm>
          <a:solidFill>
            <a:srgbClr val="007680"/>
          </a:solidFill>
        </p:grpSpPr>
        <p:sp>
          <p:nvSpPr>
            <p:cNvPr id="545" name="Graphic 4">
              <a:extLst>
                <a:ext uri="{FF2B5EF4-FFF2-40B4-BE49-F238E27FC236}">
                  <a16:creationId xmlns:a16="http://schemas.microsoft.com/office/drawing/2014/main" id="{B60FBCB6-734A-3F48-A11F-26E2C62B1F82}"/>
                </a:ext>
              </a:extLst>
            </p:cNvPr>
            <p:cNvSpPr/>
            <p:nvPr/>
          </p:nvSpPr>
          <p:spPr>
            <a:xfrm>
              <a:off x="9278827" y="189301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37706 w 362309"/>
                <a:gd name="connsiteY6" fmla="*/ 216417 h 361971"/>
                <a:gd name="connsiteX7" fmla="*/ 187864 w 362309"/>
                <a:gd name="connsiteY7" fmla="*/ 241953 h 361971"/>
                <a:gd name="connsiteX8" fmla="*/ 187864 w 362309"/>
                <a:gd name="connsiteY8" fmla="*/ 278980 h 361971"/>
                <a:gd name="connsiteX9" fmla="*/ 228760 w 362309"/>
                <a:gd name="connsiteY9" fmla="*/ 278980 h 361971"/>
                <a:gd name="connsiteX10" fmla="*/ 235150 w 362309"/>
                <a:gd name="connsiteY10" fmla="*/ 285364 h 361971"/>
                <a:gd name="connsiteX11" fmla="*/ 228760 w 362309"/>
                <a:gd name="connsiteY11" fmla="*/ 291748 h 361971"/>
                <a:gd name="connsiteX12" fmla="*/ 134189 w 362309"/>
                <a:gd name="connsiteY12" fmla="*/ 291748 h 361971"/>
                <a:gd name="connsiteX13" fmla="*/ 127799 w 362309"/>
                <a:gd name="connsiteY13" fmla="*/ 285364 h 361971"/>
                <a:gd name="connsiteX14" fmla="*/ 134189 w 362309"/>
                <a:gd name="connsiteY14" fmla="*/ 278980 h 361971"/>
                <a:gd name="connsiteX15" fmla="*/ 174446 w 362309"/>
                <a:gd name="connsiteY15" fmla="*/ 278980 h 361971"/>
                <a:gd name="connsiteX16" fmla="*/ 174446 w 362309"/>
                <a:gd name="connsiteY16" fmla="*/ 241953 h 361971"/>
                <a:gd name="connsiteX17" fmla="*/ 123965 w 362309"/>
                <a:gd name="connsiteY17" fmla="*/ 217055 h 361971"/>
                <a:gd name="connsiteX18" fmla="*/ 106073 w 362309"/>
                <a:gd name="connsiteY18" fmla="*/ 159600 h 361971"/>
                <a:gd name="connsiteX19" fmla="*/ 121409 w 362309"/>
                <a:gd name="connsiteY19" fmla="*/ 75969 h 361971"/>
                <a:gd name="connsiteX20" fmla="*/ 127799 w 362309"/>
                <a:gd name="connsiteY20" fmla="*/ 70862 h 361971"/>
                <a:gd name="connsiteX21" fmla="*/ 233233 w 362309"/>
                <a:gd name="connsiteY21" fmla="*/ 70862 h 361971"/>
                <a:gd name="connsiteX22" fmla="*/ 239623 w 362309"/>
                <a:gd name="connsiteY22" fmla="*/ 75969 h 361971"/>
                <a:gd name="connsiteX23" fmla="*/ 256236 w 362309"/>
                <a:gd name="connsiteY23" fmla="*/ 157684 h 361971"/>
                <a:gd name="connsiteX24" fmla="*/ 237706 w 362309"/>
                <a:gd name="connsiteY24" fmla="*/ 216417 h 361971"/>
                <a:gd name="connsiteX25" fmla="*/ 237706 w 362309"/>
                <a:gd name="connsiteY25" fmla="*/ 21641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237706" y="216417"/>
                  </a:moveTo>
                  <a:cubicBezTo>
                    <a:pt x="225565" y="231100"/>
                    <a:pt x="207673" y="240676"/>
                    <a:pt x="187864" y="241953"/>
                  </a:cubicBezTo>
                  <a:lnTo>
                    <a:pt x="187864" y="278980"/>
                  </a:lnTo>
                  <a:lnTo>
                    <a:pt x="228760" y="278980"/>
                  </a:lnTo>
                  <a:cubicBezTo>
                    <a:pt x="232594" y="278980"/>
                    <a:pt x="235150" y="281534"/>
                    <a:pt x="235150" y="285364"/>
                  </a:cubicBezTo>
                  <a:cubicBezTo>
                    <a:pt x="235150" y="289195"/>
                    <a:pt x="232594" y="291748"/>
                    <a:pt x="228760" y="291748"/>
                  </a:cubicBezTo>
                  <a:lnTo>
                    <a:pt x="134189" y="291748"/>
                  </a:lnTo>
                  <a:cubicBezTo>
                    <a:pt x="130355" y="291748"/>
                    <a:pt x="127799" y="289195"/>
                    <a:pt x="127799" y="285364"/>
                  </a:cubicBezTo>
                  <a:cubicBezTo>
                    <a:pt x="127799" y="281534"/>
                    <a:pt x="130355" y="278980"/>
                    <a:pt x="134189" y="278980"/>
                  </a:cubicBezTo>
                  <a:lnTo>
                    <a:pt x="174446" y="278980"/>
                  </a:lnTo>
                  <a:lnTo>
                    <a:pt x="174446" y="241953"/>
                  </a:lnTo>
                  <a:cubicBezTo>
                    <a:pt x="154637" y="240676"/>
                    <a:pt x="136745" y="231739"/>
                    <a:pt x="123965" y="217055"/>
                  </a:cubicBezTo>
                  <a:cubicBezTo>
                    <a:pt x="110546" y="201095"/>
                    <a:pt x="103517" y="180667"/>
                    <a:pt x="106073" y="159600"/>
                  </a:cubicBezTo>
                  <a:cubicBezTo>
                    <a:pt x="110546" y="131510"/>
                    <a:pt x="120770" y="76608"/>
                    <a:pt x="121409" y="75969"/>
                  </a:cubicBezTo>
                  <a:cubicBezTo>
                    <a:pt x="122048" y="72777"/>
                    <a:pt x="124604" y="70862"/>
                    <a:pt x="127799" y="70862"/>
                  </a:cubicBezTo>
                  <a:lnTo>
                    <a:pt x="233233" y="70862"/>
                  </a:lnTo>
                  <a:cubicBezTo>
                    <a:pt x="236428" y="70862"/>
                    <a:pt x="238984" y="72777"/>
                    <a:pt x="239623" y="75969"/>
                  </a:cubicBezTo>
                  <a:cubicBezTo>
                    <a:pt x="239623" y="76608"/>
                    <a:pt x="251764" y="132149"/>
                    <a:pt x="256236" y="157684"/>
                  </a:cubicBezTo>
                  <a:cubicBezTo>
                    <a:pt x="258154" y="178752"/>
                    <a:pt x="251764" y="200457"/>
                    <a:pt x="237706" y="216417"/>
                  </a:cubicBezTo>
                  <a:lnTo>
                    <a:pt x="237706" y="216417"/>
                  </a:lnTo>
                  <a:close/>
                </a:path>
              </a:pathLst>
            </a:custGeom>
            <a:solidFill>
              <a:srgbClr val="007680"/>
            </a:solidFill>
            <a:ln w="6390" cap="flat">
              <a:noFill/>
              <a:prstDash val="solid"/>
              <a:miter/>
            </a:ln>
          </p:spPr>
          <p:txBody>
            <a:bodyPr rtlCol="0" anchor="ctr"/>
            <a:lstStyle/>
            <a:p>
              <a:endParaRPr lang="en-US"/>
            </a:p>
          </p:txBody>
        </p:sp>
        <p:sp>
          <p:nvSpPr>
            <p:cNvPr id="546" name="Graphic 4">
              <a:extLst>
                <a:ext uri="{FF2B5EF4-FFF2-40B4-BE49-F238E27FC236}">
                  <a16:creationId xmlns:a16="http://schemas.microsoft.com/office/drawing/2014/main" id="{44491D21-924E-F14A-9E09-D7435F3606DA}"/>
                </a:ext>
              </a:extLst>
            </p:cNvPr>
            <p:cNvSpPr/>
            <p:nvPr/>
          </p:nvSpPr>
          <p:spPr>
            <a:xfrm>
              <a:off x="9397315" y="1976005"/>
              <a:ext cx="124504" cy="145591"/>
            </a:xfrm>
            <a:custGeom>
              <a:avLst/>
              <a:gdLst>
                <a:gd name="connsiteX0" fmla="*/ 109633 w 124504"/>
                <a:gd name="connsiteY0" fmla="*/ 0 h 145591"/>
                <a:gd name="connsiteX1" fmla="*/ 77683 w 124504"/>
                <a:gd name="connsiteY1" fmla="*/ 0 h 145591"/>
                <a:gd name="connsiteX2" fmla="*/ 68098 w 124504"/>
                <a:gd name="connsiteY2" fmla="*/ 34473 h 145591"/>
                <a:gd name="connsiteX3" fmla="*/ 90463 w 124504"/>
                <a:gd name="connsiteY3" fmla="*/ 50433 h 145591"/>
                <a:gd name="connsiteX4" fmla="*/ 92380 w 124504"/>
                <a:gd name="connsiteY4" fmla="*/ 58094 h 145591"/>
                <a:gd name="connsiteX5" fmla="*/ 76405 w 124504"/>
                <a:gd name="connsiteY5" fmla="*/ 101505 h 145591"/>
                <a:gd name="connsiteX6" fmla="*/ 70654 w 124504"/>
                <a:gd name="connsiteY6" fmla="*/ 105336 h 145591"/>
                <a:gd name="connsiteX7" fmla="*/ 68737 w 124504"/>
                <a:gd name="connsiteY7" fmla="*/ 104697 h 145591"/>
                <a:gd name="connsiteX8" fmla="*/ 64903 w 124504"/>
                <a:gd name="connsiteY8" fmla="*/ 96398 h 145591"/>
                <a:gd name="connsiteX9" fmla="*/ 78961 w 124504"/>
                <a:gd name="connsiteY9" fmla="*/ 58094 h 145591"/>
                <a:gd name="connsiteX10" fmla="*/ 57235 w 124504"/>
                <a:gd name="connsiteY10" fmla="*/ 42134 h 145591"/>
                <a:gd name="connsiteX11" fmla="*/ 54679 w 124504"/>
                <a:gd name="connsiteY11" fmla="*/ 35112 h 145591"/>
                <a:gd name="connsiteX12" fmla="*/ 64264 w 124504"/>
                <a:gd name="connsiteY12" fmla="*/ 0 h 145591"/>
                <a:gd name="connsiteX13" fmla="*/ 14423 w 124504"/>
                <a:gd name="connsiteY13" fmla="*/ 0 h 145591"/>
                <a:gd name="connsiteX14" fmla="*/ 364 w 124504"/>
                <a:gd name="connsiteY14" fmla="*/ 77885 h 145591"/>
                <a:gd name="connsiteX15" fmla="*/ 15062 w 124504"/>
                <a:gd name="connsiteY15" fmla="*/ 125126 h 145591"/>
                <a:gd name="connsiteX16" fmla="*/ 62347 w 124504"/>
                <a:gd name="connsiteY16" fmla="*/ 145555 h 145591"/>
                <a:gd name="connsiteX17" fmla="*/ 108355 w 124504"/>
                <a:gd name="connsiteY17" fmla="*/ 124488 h 145591"/>
                <a:gd name="connsiteX18" fmla="*/ 124329 w 124504"/>
                <a:gd name="connsiteY18" fmla="*/ 75969 h 145591"/>
                <a:gd name="connsiteX19" fmla="*/ 109633 w 124504"/>
                <a:gd name="connsiteY19" fmla="*/ 0 h 145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4504" h="145591">
                  <a:moveTo>
                    <a:pt x="109633" y="0"/>
                  </a:moveTo>
                  <a:lnTo>
                    <a:pt x="77683" y="0"/>
                  </a:lnTo>
                  <a:lnTo>
                    <a:pt x="68098" y="34473"/>
                  </a:lnTo>
                  <a:lnTo>
                    <a:pt x="90463" y="50433"/>
                  </a:lnTo>
                  <a:cubicBezTo>
                    <a:pt x="93019" y="52349"/>
                    <a:pt x="93658" y="54902"/>
                    <a:pt x="92380" y="58094"/>
                  </a:cubicBezTo>
                  <a:lnTo>
                    <a:pt x="76405" y="101505"/>
                  </a:lnTo>
                  <a:cubicBezTo>
                    <a:pt x="75766" y="104059"/>
                    <a:pt x="73210" y="105974"/>
                    <a:pt x="70654" y="105336"/>
                  </a:cubicBezTo>
                  <a:cubicBezTo>
                    <a:pt x="70015" y="105336"/>
                    <a:pt x="69376" y="105336"/>
                    <a:pt x="68737" y="104697"/>
                  </a:cubicBezTo>
                  <a:cubicBezTo>
                    <a:pt x="65542" y="103421"/>
                    <a:pt x="63625" y="99590"/>
                    <a:pt x="64903" y="96398"/>
                  </a:cubicBezTo>
                  <a:lnTo>
                    <a:pt x="78961" y="58094"/>
                  </a:lnTo>
                  <a:lnTo>
                    <a:pt x="57235" y="42134"/>
                  </a:lnTo>
                  <a:cubicBezTo>
                    <a:pt x="55319" y="40857"/>
                    <a:pt x="54040" y="37665"/>
                    <a:pt x="54679" y="35112"/>
                  </a:cubicBezTo>
                  <a:lnTo>
                    <a:pt x="64264" y="0"/>
                  </a:lnTo>
                  <a:lnTo>
                    <a:pt x="14423" y="0"/>
                  </a:lnTo>
                  <a:cubicBezTo>
                    <a:pt x="11867" y="14683"/>
                    <a:pt x="3559" y="55541"/>
                    <a:pt x="364" y="77885"/>
                  </a:cubicBezTo>
                  <a:cubicBezTo>
                    <a:pt x="-1552" y="95121"/>
                    <a:pt x="4199" y="112358"/>
                    <a:pt x="15062" y="125126"/>
                  </a:cubicBezTo>
                  <a:cubicBezTo>
                    <a:pt x="27203" y="138533"/>
                    <a:pt x="44455" y="146193"/>
                    <a:pt x="62347" y="145555"/>
                  </a:cubicBezTo>
                  <a:cubicBezTo>
                    <a:pt x="80239" y="146193"/>
                    <a:pt x="97492" y="137894"/>
                    <a:pt x="108355" y="124488"/>
                  </a:cubicBezTo>
                  <a:cubicBezTo>
                    <a:pt x="119857" y="111081"/>
                    <a:pt x="125608" y="93206"/>
                    <a:pt x="124329" y="75969"/>
                  </a:cubicBezTo>
                  <a:cubicBezTo>
                    <a:pt x="121773" y="55541"/>
                    <a:pt x="112828" y="14683"/>
                    <a:pt x="109633" y="0"/>
                  </a:cubicBezTo>
                  <a:close/>
                </a:path>
              </a:pathLst>
            </a:custGeom>
            <a:solidFill>
              <a:srgbClr val="007680"/>
            </a:solidFill>
            <a:ln w="6390" cap="flat">
              <a:noFill/>
              <a:prstDash val="solid"/>
              <a:miter/>
            </a:ln>
          </p:spPr>
          <p:txBody>
            <a:bodyPr rtlCol="0" anchor="ctr"/>
            <a:lstStyle/>
            <a:p>
              <a:endParaRPr lang="en-US"/>
            </a:p>
          </p:txBody>
        </p:sp>
      </p:grpSp>
      <p:grpSp>
        <p:nvGrpSpPr>
          <p:cNvPr id="547" name="Graphic 4">
            <a:extLst>
              <a:ext uri="{FF2B5EF4-FFF2-40B4-BE49-F238E27FC236}">
                <a16:creationId xmlns:a16="http://schemas.microsoft.com/office/drawing/2014/main" id="{54456091-8BAE-5947-92A0-6147C0A46AEE}"/>
              </a:ext>
            </a:extLst>
          </p:cNvPr>
          <p:cNvGrpSpPr/>
          <p:nvPr/>
        </p:nvGrpSpPr>
        <p:grpSpPr>
          <a:xfrm>
            <a:off x="9278827" y="2371173"/>
            <a:ext cx="362309" cy="361971"/>
            <a:chOff x="9278827" y="2371173"/>
            <a:chExt cx="362309" cy="361971"/>
          </a:xfrm>
          <a:solidFill>
            <a:srgbClr val="007680"/>
          </a:solidFill>
        </p:grpSpPr>
        <p:sp>
          <p:nvSpPr>
            <p:cNvPr id="548" name="Graphic 4">
              <a:extLst>
                <a:ext uri="{FF2B5EF4-FFF2-40B4-BE49-F238E27FC236}">
                  <a16:creationId xmlns:a16="http://schemas.microsoft.com/office/drawing/2014/main" id="{0B2E60BE-61D3-BA49-A893-CDAECA64B961}"/>
                </a:ext>
              </a:extLst>
            </p:cNvPr>
            <p:cNvSpPr/>
            <p:nvPr/>
          </p:nvSpPr>
          <p:spPr>
            <a:xfrm>
              <a:off x="9417489" y="2576737"/>
              <a:ext cx="24920" cy="31281"/>
            </a:xfrm>
            <a:custGeom>
              <a:avLst/>
              <a:gdLst>
                <a:gd name="connsiteX0" fmla="*/ 8306 w 24920"/>
                <a:gd name="connsiteY0" fmla="*/ 11491 h 31281"/>
                <a:gd name="connsiteX1" fmla="*/ 3834 w 24920"/>
                <a:gd name="connsiteY1" fmla="*/ 18514 h 31281"/>
                <a:gd name="connsiteX2" fmla="*/ 0 w 24920"/>
                <a:gd name="connsiteY2" fmla="*/ 19790 h 31281"/>
                <a:gd name="connsiteX3" fmla="*/ 21086 w 24920"/>
                <a:gd name="connsiteY3" fmla="*/ 31281 h 31281"/>
                <a:gd name="connsiteX4" fmla="*/ 24920 w 24920"/>
                <a:gd name="connsiteY4" fmla="*/ 6384 h 31281"/>
                <a:gd name="connsiteX5" fmla="*/ 7029 w 24920"/>
                <a:gd name="connsiteY5" fmla="*/ 0 h 31281"/>
                <a:gd name="connsiteX6" fmla="*/ 8306 w 24920"/>
                <a:gd name="connsiteY6" fmla="*/ 11491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20" h="31281">
                  <a:moveTo>
                    <a:pt x="8306" y="11491"/>
                  </a:moveTo>
                  <a:cubicBezTo>
                    <a:pt x="8945" y="14683"/>
                    <a:pt x="6390" y="17237"/>
                    <a:pt x="3834" y="18514"/>
                  </a:cubicBezTo>
                  <a:lnTo>
                    <a:pt x="0" y="19790"/>
                  </a:lnTo>
                  <a:lnTo>
                    <a:pt x="21086" y="31281"/>
                  </a:lnTo>
                  <a:lnTo>
                    <a:pt x="24920" y="6384"/>
                  </a:lnTo>
                  <a:lnTo>
                    <a:pt x="7029" y="0"/>
                  </a:lnTo>
                  <a:lnTo>
                    <a:pt x="8306" y="11491"/>
                  </a:lnTo>
                  <a:close/>
                </a:path>
              </a:pathLst>
            </a:custGeom>
            <a:solidFill>
              <a:srgbClr val="007680"/>
            </a:solidFill>
            <a:ln w="6390" cap="flat">
              <a:noFill/>
              <a:prstDash val="solid"/>
              <a:miter/>
            </a:ln>
          </p:spPr>
          <p:txBody>
            <a:bodyPr rtlCol="0" anchor="ctr"/>
            <a:lstStyle/>
            <a:p>
              <a:endParaRPr lang="en-US"/>
            </a:p>
          </p:txBody>
        </p:sp>
        <p:sp>
          <p:nvSpPr>
            <p:cNvPr id="549" name="Graphic 4">
              <a:extLst>
                <a:ext uri="{FF2B5EF4-FFF2-40B4-BE49-F238E27FC236}">
                  <a16:creationId xmlns:a16="http://schemas.microsoft.com/office/drawing/2014/main" id="{8D4811F1-7834-584C-B095-B3259A00C2AA}"/>
                </a:ext>
              </a:extLst>
            </p:cNvPr>
            <p:cNvSpPr/>
            <p:nvPr/>
          </p:nvSpPr>
          <p:spPr>
            <a:xfrm>
              <a:off x="9372760" y="2476908"/>
              <a:ext cx="162943" cy="85784"/>
            </a:xfrm>
            <a:custGeom>
              <a:avLst/>
              <a:gdLst>
                <a:gd name="connsiteX0" fmla="*/ 159109 w 162943"/>
                <a:gd name="connsiteY0" fmla="*/ 46204 h 85784"/>
                <a:gd name="connsiteX1" fmla="*/ 158470 w 162943"/>
                <a:gd name="connsiteY1" fmla="*/ 37905 h 85784"/>
                <a:gd name="connsiteX2" fmla="*/ 113740 w 162943"/>
                <a:gd name="connsiteY2" fmla="*/ 24499 h 85784"/>
                <a:gd name="connsiteX3" fmla="*/ 107350 w 162943"/>
                <a:gd name="connsiteY3" fmla="*/ 18753 h 85784"/>
                <a:gd name="connsiteX4" fmla="*/ 95209 w 162943"/>
                <a:gd name="connsiteY4" fmla="*/ 9177 h 85784"/>
                <a:gd name="connsiteX5" fmla="*/ 58148 w 162943"/>
                <a:gd name="connsiteY5" fmla="*/ 239 h 85784"/>
                <a:gd name="connsiteX6" fmla="*/ 23004 w 162943"/>
                <a:gd name="connsiteY6" fmla="*/ 2155 h 85784"/>
                <a:gd name="connsiteX7" fmla="*/ 0 w 162943"/>
                <a:gd name="connsiteY7" fmla="*/ 6623 h 85784"/>
                <a:gd name="connsiteX8" fmla="*/ 2555 w 162943"/>
                <a:gd name="connsiteY8" fmla="*/ 9177 h 85784"/>
                <a:gd name="connsiteX9" fmla="*/ 15975 w 162943"/>
                <a:gd name="connsiteY9" fmla="*/ 11731 h 85784"/>
                <a:gd name="connsiteX10" fmla="*/ 67733 w 162943"/>
                <a:gd name="connsiteY10" fmla="*/ 18753 h 85784"/>
                <a:gd name="connsiteX11" fmla="*/ 100961 w 162943"/>
                <a:gd name="connsiteY11" fmla="*/ 50673 h 85784"/>
                <a:gd name="connsiteX12" fmla="*/ 99683 w 162943"/>
                <a:gd name="connsiteY12" fmla="*/ 58334 h 85784"/>
                <a:gd name="connsiteX13" fmla="*/ 92014 w 162943"/>
                <a:gd name="connsiteY13" fmla="*/ 59611 h 85784"/>
                <a:gd name="connsiteX14" fmla="*/ 72845 w 162943"/>
                <a:gd name="connsiteY14" fmla="*/ 51950 h 85784"/>
                <a:gd name="connsiteX15" fmla="*/ 56231 w 162943"/>
                <a:gd name="connsiteY15" fmla="*/ 50673 h 85784"/>
                <a:gd name="connsiteX16" fmla="*/ 54953 w 162943"/>
                <a:gd name="connsiteY16" fmla="*/ 51311 h 85784"/>
                <a:gd name="connsiteX17" fmla="*/ 58148 w 162943"/>
                <a:gd name="connsiteY17" fmla="*/ 54503 h 85784"/>
                <a:gd name="connsiteX18" fmla="*/ 63260 w 162943"/>
                <a:gd name="connsiteY18" fmla="*/ 56419 h 85784"/>
                <a:gd name="connsiteX19" fmla="*/ 67733 w 162943"/>
                <a:gd name="connsiteY19" fmla="*/ 57695 h 85784"/>
                <a:gd name="connsiteX20" fmla="*/ 84347 w 162943"/>
                <a:gd name="connsiteY20" fmla="*/ 67910 h 85784"/>
                <a:gd name="connsiteX21" fmla="*/ 118214 w 162943"/>
                <a:gd name="connsiteY21" fmla="*/ 84508 h 85784"/>
                <a:gd name="connsiteX22" fmla="*/ 131633 w 162943"/>
                <a:gd name="connsiteY22" fmla="*/ 85785 h 85784"/>
                <a:gd name="connsiteX23" fmla="*/ 162943 w 162943"/>
                <a:gd name="connsiteY23" fmla="*/ 78124 h 85784"/>
                <a:gd name="connsiteX24" fmla="*/ 161026 w 162943"/>
                <a:gd name="connsiteY24" fmla="*/ 59611 h 85784"/>
                <a:gd name="connsiteX25" fmla="*/ 159109 w 162943"/>
                <a:gd name="connsiteY25" fmla="*/ 46204 h 85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2943" h="85784">
                  <a:moveTo>
                    <a:pt x="159109" y="46204"/>
                  </a:moveTo>
                  <a:cubicBezTo>
                    <a:pt x="159109" y="43012"/>
                    <a:pt x="158470" y="40459"/>
                    <a:pt x="158470" y="37905"/>
                  </a:cubicBezTo>
                  <a:cubicBezTo>
                    <a:pt x="142495" y="39182"/>
                    <a:pt x="126520" y="34713"/>
                    <a:pt x="113740" y="24499"/>
                  </a:cubicBezTo>
                  <a:cubicBezTo>
                    <a:pt x="111184" y="22583"/>
                    <a:pt x="109268" y="20668"/>
                    <a:pt x="107350" y="18753"/>
                  </a:cubicBezTo>
                  <a:cubicBezTo>
                    <a:pt x="103517" y="14923"/>
                    <a:pt x="99683" y="11731"/>
                    <a:pt x="95209" y="9177"/>
                  </a:cubicBezTo>
                  <a:cubicBezTo>
                    <a:pt x="83708" y="3431"/>
                    <a:pt x="70928" y="239"/>
                    <a:pt x="58148" y="239"/>
                  </a:cubicBezTo>
                  <a:cubicBezTo>
                    <a:pt x="46646" y="-399"/>
                    <a:pt x="34505" y="239"/>
                    <a:pt x="23004" y="2155"/>
                  </a:cubicBezTo>
                  <a:cubicBezTo>
                    <a:pt x="15335" y="2793"/>
                    <a:pt x="7668" y="4708"/>
                    <a:pt x="0" y="6623"/>
                  </a:cubicBezTo>
                  <a:cubicBezTo>
                    <a:pt x="639" y="7262"/>
                    <a:pt x="1278" y="8539"/>
                    <a:pt x="2555" y="9177"/>
                  </a:cubicBezTo>
                  <a:cubicBezTo>
                    <a:pt x="6390" y="11731"/>
                    <a:pt x="11501" y="12369"/>
                    <a:pt x="15975" y="11731"/>
                  </a:cubicBezTo>
                  <a:cubicBezTo>
                    <a:pt x="33227" y="11092"/>
                    <a:pt x="51119" y="13007"/>
                    <a:pt x="67733" y="18753"/>
                  </a:cubicBezTo>
                  <a:cubicBezTo>
                    <a:pt x="82430" y="25137"/>
                    <a:pt x="94571" y="35990"/>
                    <a:pt x="100961" y="50673"/>
                  </a:cubicBezTo>
                  <a:cubicBezTo>
                    <a:pt x="102239" y="53227"/>
                    <a:pt x="102239" y="56419"/>
                    <a:pt x="99683" y="58334"/>
                  </a:cubicBezTo>
                  <a:cubicBezTo>
                    <a:pt x="97766" y="60249"/>
                    <a:pt x="94571" y="60887"/>
                    <a:pt x="92014" y="59611"/>
                  </a:cubicBezTo>
                  <a:cubicBezTo>
                    <a:pt x="85625" y="56419"/>
                    <a:pt x="79235" y="53865"/>
                    <a:pt x="72845" y="51950"/>
                  </a:cubicBezTo>
                  <a:cubicBezTo>
                    <a:pt x="67733" y="50035"/>
                    <a:pt x="61982" y="50035"/>
                    <a:pt x="56231" y="50673"/>
                  </a:cubicBezTo>
                  <a:cubicBezTo>
                    <a:pt x="55592" y="50673"/>
                    <a:pt x="55592" y="50673"/>
                    <a:pt x="54953" y="51311"/>
                  </a:cubicBezTo>
                  <a:cubicBezTo>
                    <a:pt x="55592" y="52588"/>
                    <a:pt x="56870" y="53865"/>
                    <a:pt x="58148" y="54503"/>
                  </a:cubicBezTo>
                  <a:cubicBezTo>
                    <a:pt x="59426" y="55142"/>
                    <a:pt x="61343" y="55780"/>
                    <a:pt x="63260" y="56419"/>
                  </a:cubicBezTo>
                  <a:lnTo>
                    <a:pt x="67733" y="57695"/>
                  </a:lnTo>
                  <a:cubicBezTo>
                    <a:pt x="73484" y="60249"/>
                    <a:pt x="79235" y="63441"/>
                    <a:pt x="84347" y="67910"/>
                  </a:cubicBezTo>
                  <a:cubicBezTo>
                    <a:pt x="94571" y="76209"/>
                    <a:pt x="106073" y="81316"/>
                    <a:pt x="118214" y="84508"/>
                  </a:cubicBezTo>
                  <a:cubicBezTo>
                    <a:pt x="122686" y="85785"/>
                    <a:pt x="127159" y="85785"/>
                    <a:pt x="131633" y="85785"/>
                  </a:cubicBezTo>
                  <a:cubicBezTo>
                    <a:pt x="142495" y="85785"/>
                    <a:pt x="153358" y="83231"/>
                    <a:pt x="162943" y="78124"/>
                  </a:cubicBezTo>
                  <a:cubicBezTo>
                    <a:pt x="162304" y="73017"/>
                    <a:pt x="161665" y="67271"/>
                    <a:pt x="161026" y="59611"/>
                  </a:cubicBezTo>
                  <a:cubicBezTo>
                    <a:pt x="159748" y="54503"/>
                    <a:pt x="159109" y="50673"/>
                    <a:pt x="159109" y="46204"/>
                  </a:cubicBezTo>
                  <a:close/>
                </a:path>
              </a:pathLst>
            </a:custGeom>
            <a:solidFill>
              <a:srgbClr val="007680"/>
            </a:solidFill>
            <a:ln w="6390" cap="flat">
              <a:noFill/>
              <a:prstDash val="solid"/>
              <a:miter/>
            </a:ln>
          </p:spPr>
          <p:txBody>
            <a:bodyPr rtlCol="0" anchor="ctr"/>
            <a:lstStyle/>
            <a:p>
              <a:endParaRPr lang="en-US"/>
            </a:p>
          </p:txBody>
        </p:sp>
        <p:sp>
          <p:nvSpPr>
            <p:cNvPr id="550" name="Graphic 4">
              <a:extLst>
                <a:ext uri="{FF2B5EF4-FFF2-40B4-BE49-F238E27FC236}">
                  <a16:creationId xmlns:a16="http://schemas.microsoft.com/office/drawing/2014/main" id="{150BF019-8F8C-0542-BF75-10192A4169BA}"/>
                </a:ext>
              </a:extLst>
            </p:cNvPr>
            <p:cNvSpPr/>
            <p:nvPr/>
          </p:nvSpPr>
          <p:spPr>
            <a:xfrm>
              <a:off x="9364452" y="2529496"/>
              <a:ext cx="27477" cy="26812"/>
            </a:xfrm>
            <a:custGeom>
              <a:avLst/>
              <a:gdLst>
                <a:gd name="connsiteX0" fmla="*/ 18531 w 27477"/>
                <a:gd name="connsiteY0" fmla="*/ 20429 h 26812"/>
                <a:gd name="connsiteX1" fmla="*/ 27477 w 27477"/>
                <a:gd name="connsiteY1" fmla="*/ 9576 h 26812"/>
                <a:gd name="connsiteX2" fmla="*/ 8946 w 27477"/>
                <a:gd name="connsiteY2" fmla="*/ 0 h 26812"/>
                <a:gd name="connsiteX3" fmla="*/ 0 w 27477"/>
                <a:gd name="connsiteY3" fmla="*/ 9576 h 26812"/>
                <a:gd name="connsiteX4" fmla="*/ 2556 w 27477"/>
                <a:gd name="connsiteY4" fmla="*/ 26813 h 26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77" h="26812">
                  <a:moveTo>
                    <a:pt x="18531" y="20429"/>
                  </a:moveTo>
                  <a:lnTo>
                    <a:pt x="27477" y="9576"/>
                  </a:lnTo>
                  <a:lnTo>
                    <a:pt x="8946" y="0"/>
                  </a:lnTo>
                  <a:lnTo>
                    <a:pt x="0" y="9576"/>
                  </a:lnTo>
                  <a:lnTo>
                    <a:pt x="2556" y="26813"/>
                  </a:lnTo>
                  <a:close/>
                </a:path>
              </a:pathLst>
            </a:custGeom>
            <a:solidFill>
              <a:srgbClr val="007680"/>
            </a:solidFill>
            <a:ln w="6390" cap="flat">
              <a:noFill/>
              <a:prstDash val="solid"/>
              <a:miter/>
            </a:ln>
          </p:spPr>
          <p:txBody>
            <a:bodyPr rtlCol="0" anchor="ctr"/>
            <a:lstStyle/>
            <a:p>
              <a:endParaRPr lang="en-US"/>
            </a:p>
          </p:txBody>
        </p:sp>
        <p:sp>
          <p:nvSpPr>
            <p:cNvPr id="551" name="Graphic 4">
              <a:extLst>
                <a:ext uri="{FF2B5EF4-FFF2-40B4-BE49-F238E27FC236}">
                  <a16:creationId xmlns:a16="http://schemas.microsoft.com/office/drawing/2014/main" id="{30FA6ACD-0333-8B45-A327-7DB06FFFC52C}"/>
                </a:ext>
              </a:extLst>
            </p:cNvPr>
            <p:cNvSpPr/>
            <p:nvPr/>
          </p:nvSpPr>
          <p:spPr>
            <a:xfrm>
              <a:off x="9371481" y="2609934"/>
              <a:ext cx="17892" cy="26174"/>
            </a:xfrm>
            <a:custGeom>
              <a:avLst/>
              <a:gdLst>
                <a:gd name="connsiteX0" fmla="*/ 0 w 17892"/>
                <a:gd name="connsiteY0" fmla="*/ 1915 h 26174"/>
                <a:gd name="connsiteX1" fmla="*/ 3834 w 17892"/>
                <a:gd name="connsiteY1" fmla="*/ 26174 h 26174"/>
                <a:gd name="connsiteX2" fmla="*/ 17892 w 17892"/>
                <a:gd name="connsiteY2" fmla="*/ 16598 h 26174"/>
                <a:gd name="connsiteX3" fmla="*/ 5751 w 17892"/>
                <a:gd name="connsiteY3" fmla="*/ 0 h 26174"/>
              </a:gdLst>
              <a:ahLst/>
              <a:cxnLst>
                <a:cxn ang="0">
                  <a:pos x="connsiteX0" y="connsiteY0"/>
                </a:cxn>
                <a:cxn ang="0">
                  <a:pos x="connsiteX1" y="connsiteY1"/>
                </a:cxn>
                <a:cxn ang="0">
                  <a:pos x="connsiteX2" y="connsiteY2"/>
                </a:cxn>
                <a:cxn ang="0">
                  <a:pos x="connsiteX3" y="connsiteY3"/>
                </a:cxn>
              </a:cxnLst>
              <a:rect l="l" t="t" r="r" b="b"/>
              <a:pathLst>
                <a:path w="17892" h="26174">
                  <a:moveTo>
                    <a:pt x="0" y="1915"/>
                  </a:moveTo>
                  <a:lnTo>
                    <a:pt x="3834" y="26174"/>
                  </a:lnTo>
                  <a:lnTo>
                    <a:pt x="17892" y="16598"/>
                  </a:lnTo>
                  <a:lnTo>
                    <a:pt x="5751" y="0"/>
                  </a:lnTo>
                  <a:close/>
                </a:path>
              </a:pathLst>
            </a:custGeom>
            <a:solidFill>
              <a:srgbClr val="007680"/>
            </a:solidFill>
            <a:ln w="6390" cap="flat">
              <a:noFill/>
              <a:prstDash val="solid"/>
              <a:miter/>
            </a:ln>
          </p:spPr>
          <p:txBody>
            <a:bodyPr rtlCol="0" anchor="ctr"/>
            <a:lstStyle/>
            <a:p>
              <a:endParaRPr lang="en-US"/>
            </a:p>
          </p:txBody>
        </p:sp>
        <p:sp>
          <p:nvSpPr>
            <p:cNvPr id="552" name="Graphic 4">
              <a:extLst>
                <a:ext uri="{FF2B5EF4-FFF2-40B4-BE49-F238E27FC236}">
                  <a16:creationId xmlns:a16="http://schemas.microsoft.com/office/drawing/2014/main" id="{1CEA1568-8E1F-4848-B17A-7076F7CFEEE4}"/>
                </a:ext>
              </a:extLst>
            </p:cNvPr>
            <p:cNvSpPr/>
            <p:nvPr/>
          </p:nvSpPr>
          <p:spPr>
            <a:xfrm>
              <a:off x="9278827" y="237117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77318 w 362309"/>
                <a:gd name="connsiteY6" fmla="*/ 194711 h 361971"/>
                <a:gd name="connsiteX7" fmla="*/ 72845 w 362309"/>
                <a:gd name="connsiteY7" fmla="*/ 166622 h 361971"/>
                <a:gd name="connsiteX8" fmla="*/ 74763 w 362309"/>
                <a:gd name="connsiteY8" fmla="*/ 160876 h 361971"/>
                <a:gd name="connsiteX9" fmla="*/ 88820 w 362309"/>
                <a:gd name="connsiteY9" fmla="*/ 145555 h 361971"/>
                <a:gd name="connsiteX10" fmla="*/ 96488 w 362309"/>
                <a:gd name="connsiteY10" fmla="*/ 144278 h 361971"/>
                <a:gd name="connsiteX11" fmla="*/ 126521 w 362309"/>
                <a:gd name="connsiteY11" fmla="*/ 159600 h 361971"/>
                <a:gd name="connsiteX12" fmla="*/ 129716 w 362309"/>
                <a:gd name="connsiteY12" fmla="*/ 164068 h 361971"/>
                <a:gd name="connsiteX13" fmla="*/ 128438 w 362309"/>
                <a:gd name="connsiteY13" fmla="*/ 169176 h 361971"/>
                <a:gd name="connsiteX14" fmla="*/ 113741 w 362309"/>
                <a:gd name="connsiteY14" fmla="*/ 187689 h 361971"/>
                <a:gd name="connsiteX15" fmla="*/ 111185 w 362309"/>
                <a:gd name="connsiteY15" fmla="*/ 189604 h 361971"/>
                <a:gd name="connsiteX16" fmla="*/ 86264 w 362309"/>
                <a:gd name="connsiteY16" fmla="*/ 199819 h 361971"/>
                <a:gd name="connsiteX17" fmla="*/ 83708 w 362309"/>
                <a:gd name="connsiteY17" fmla="*/ 200457 h 361971"/>
                <a:gd name="connsiteX18" fmla="*/ 77318 w 362309"/>
                <a:gd name="connsiteY18" fmla="*/ 194711 h 361971"/>
                <a:gd name="connsiteX19" fmla="*/ 77318 w 362309"/>
                <a:gd name="connsiteY19" fmla="*/ 194711 h 361971"/>
                <a:gd name="connsiteX20" fmla="*/ 123326 w 362309"/>
                <a:gd name="connsiteY20" fmla="*/ 262382 h 361971"/>
                <a:gd name="connsiteX21" fmla="*/ 95210 w 362309"/>
                <a:gd name="connsiteY21" fmla="*/ 280895 h 361971"/>
                <a:gd name="connsiteX22" fmla="*/ 91376 w 362309"/>
                <a:gd name="connsiteY22" fmla="*/ 282172 h 361971"/>
                <a:gd name="connsiteX23" fmla="*/ 88820 w 362309"/>
                <a:gd name="connsiteY23" fmla="*/ 281534 h 361971"/>
                <a:gd name="connsiteX24" fmla="*/ 84986 w 362309"/>
                <a:gd name="connsiteY24" fmla="*/ 276427 h 361971"/>
                <a:gd name="connsiteX25" fmla="*/ 78597 w 362309"/>
                <a:gd name="connsiteY25" fmla="*/ 238123 h 361971"/>
                <a:gd name="connsiteX26" fmla="*/ 82430 w 362309"/>
                <a:gd name="connsiteY26" fmla="*/ 231100 h 361971"/>
                <a:gd name="connsiteX27" fmla="*/ 97766 w 362309"/>
                <a:gd name="connsiteY27" fmla="*/ 225355 h 361971"/>
                <a:gd name="connsiteX28" fmla="*/ 104795 w 362309"/>
                <a:gd name="connsiteY28" fmla="*/ 227908 h 361971"/>
                <a:gd name="connsiteX29" fmla="*/ 123965 w 362309"/>
                <a:gd name="connsiteY29" fmla="*/ 253444 h 361971"/>
                <a:gd name="connsiteX30" fmla="*/ 123326 w 362309"/>
                <a:gd name="connsiteY30" fmla="*/ 262382 h 361971"/>
                <a:gd name="connsiteX31" fmla="*/ 123326 w 362309"/>
                <a:gd name="connsiteY31" fmla="*/ 262382 h 361971"/>
                <a:gd name="connsiteX32" fmla="*/ 123326 w 362309"/>
                <a:gd name="connsiteY32" fmla="*/ 262382 h 361971"/>
                <a:gd name="connsiteX33" fmla="*/ 169972 w 362309"/>
                <a:gd name="connsiteY33" fmla="*/ 247060 h 361971"/>
                <a:gd name="connsiteX34" fmla="*/ 166138 w 362309"/>
                <a:gd name="connsiteY34" fmla="*/ 251529 h 361971"/>
                <a:gd name="connsiteX35" fmla="*/ 163582 w 362309"/>
                <a:gd name="connsiteY35" fmla="*/ 252167 h 361971"/>
                <a:gd name="connsiteX36" fmla="*/ 160387 w 362309"/>
                <a:gd name="connsiteY36" fmla="*/ 251529 h 361971"/>
                <a:gd name="connsiteX37" fmla="*/ 118214 w 362309"/>
                <a:gd name="connsiteY37" fmla="*/ 228547 h 361971"/>
                <a:gd name="connsiteX38" fmla="*/ 115658 w 362309"/>
                <a:gd name="connsiteY38" fmla="*/ 219609 h 361971"/>
                <a:gd name="connsiteX39" fmla="*/ 119492 w 362309"/>
                <a:gd name="connsiteY39" fmla="*/ 216417 h 361971"/>
                <a:gd name="connsiteX40" fmla="*/ 132911 w 362309"/>
                <a:gd name="connsiteY40" fmla="*/ 212587 h 361971"/>
                <a:gd name="connsiteX41" fmla="*/ 130994 w 362309"/>
                <a:gd name="connsiteY41" fmla="*/ 195988 h 361971"/>
                <a:gd name="connsiteX42" fmla="*/ 136745 w 362309"/>
                <a:gd name="connsiteY42" fmla="*/ 188966 h 361971"/>
                <a:gd name="connsiteX43" fmla="*/ 139301 w 362309"/>
                <a:gd name="connsiteY43" fmla="*/ 189604 h 361971"/>
                <a:gd name="connsiteX44" fmla="*/ 171889 w 362309"/>
                <a:gd name="connsiteY44" fmla="*/ 201095 h 361971"/>
                <a:gd name="connsiteX45" fmla="*/ 176362 w 362309"/>
                <a:gd name="connsiteY45" fmla="*/ 208118 h 361971"/>
                <a:gd name="connsiteX46" fmla="*/ 169972 w 362309"/>
                <a:gd name="connsiteY46" fmla="*/ 247060 h 361971"/>
                <a:gd name="connsiteX47" fmla="*/ 302244 w 362309"/>
                <a:gd name="connsiteY47" fmla="*/ 192158 h 361971"/>
                <a:gd name="connsiteX48" fmla="*/ 297771 w 362309"/>
                <a:gd name="connsiteY48" fmla="*/ 194711 h 361971"/>
                <a:gd name="connsiteX49" fmla="*/ 265821 w 362309"/>
                <a:gd name="connsiteY49" fmla="*/ 198542 h 361971"/>
                <a:gd name="connsiteX50" fmla="*/ 265821 w 362309"/>
                <a:gd name="connsiteY50" fmla="*/ 198542 h 361971"/>
                <a:gd name="connsiteX51" fmla="*/ 259431 w 362309"/>
                <a:gd name="connsiteY51" fmla="*/ 194711 h 361971"/>
                <a:gd name="connsiteX52" fmla="*/ 225565 w 362309"/>
                <a:gd name="connsiteY52" fmla="*/ 202372 h 361971"/>
                <a:gd name="connsiteX53" fmla="*/ 224287 w 362309"/>
                <a:gd name="connsiteY53" fmla="*/ 202372 h 361971"/>
                <a:gd name="connsiteX54" fmla="*/ 208312 w 362309"/>
                <a:gd name="connsiteY54" fmla="*/ 200457 h 361971"/>
                <a:gd name="connsiteX55" fmla="*/ 178918 w 362309"/>
                <a:gd name="connsiteY55" fmla="*/ 188327 h 361971"/>
                <a:gd name="connsiteX56" fmla="*/ 169333 w 362309"/>
                <a:gd name="connsiteY56" fmla="*/ 181305 h 361971"/>
                <a:gd name="connsiteX57" fmla="*/ 156553 w 362309"/>
                <a:gd name="connsiteY57" fmla="*/ 173006 h 361971"/>
                <a:gd name="connsiteX58" fmla="*/ 152720 w 362309"/>
                <a:gd name="connsiteY58" fmla="*/ 171729 h 361971"/>
                <a:gd name="connsiteX59" fmla="*/ 146330 w 362309"/>
                <a:gd name="connsiteY59" fmla="*/ 169176 h 361971"/>
                <a:gd name="connsiteX60" fmla="*/ 136106 w 362309"/>
                <a:gd name="connsiteY60" fmla="*/ 157684 h 361971"/>
                <a:gd name="connsiteX61" fmla="*/ 138022 w 362309"/>
                <a:gd name="connsiteY61" fmla="*/ 147470 h 361971"/>
                <a:gd name="connsiteX62" fmla="*/ 147607 w 362309"/>
                <a:gd name="connsiteY62" fmla="*/ 141724 h 361971"/>
                <a:gd name="connsiteX63" fmla="*/ 169333 w 362309"/>
                <a:gd name="connsiteY63" fmla="*/ 143001 h 361971"/>
                <a:gd name="connsiteX64" fmla="*/ 155915 w 362309"/>
                <a:gd name="connsiteY64" fmla="*/ 134702 h 361971"/>
                <a:gd name="connsiteX65" fmla="*/ 109907 w 362309"/>
                <a:gd name="connsiteY65" fmla="*/ 128318 h 361971"/>
                <a:gd name="connsiteX66" fmla="*/ 88181 w 362309"/>
                <a:gd name="connsiteY66" fmla="*/ 123211 h 361971"/>
                <a:gd name="connsiteX67" fmla="*/ 80513 w 362309"/>
                <a:gd name="connsiteY67" fmla="*/ 112358 h 361971"/>
                <a:gd name="connsiteX68" fmla="*/ 81153 w 362309"/>
                <a:gd name="connsiteY68" fmla="*/ 104059 h 361971"/>
                <a:gd name="connsiteX69" fmla="*/ 114380 w 362309"/>
                <a:gd name="connsiteY69" fmla="*/ 93206 h 361971"/>
                <a:gd name="connsiteX70" fmla="*/ 151442 w 362309"/>
                <a:gd name="connsiteY70" fmla="*/ 91291 h 361971"/>
                <a:gd name="connsiteX71" fmla="*/ 194893 w 362309"/>
                <a:gd name="connsiteY71" fmla="*/ 101505 h 361971"/>
                <a:gd name="connsiteX72" fmla="*/ 208951 w 362309"/>
                <a:gd name="connsiteY72" fmla="*/ 112358 h 361971"/>
                <a:gd name="connsiteX73" fmla="*/ 215341 w 362309"/>
                <a:gd name="connsiteY73" fmla="*/ 118104 h 361971"/>
                <a:gd name="connsiteX74" fmla="*/ 251764 w 362309"/>
                <a:gd name="connsiteY74" fmla="*/ 128957 h 361971"/>
                <a:gd name="connsiteX75" fmla="*/ 253041 w 362309"/>
                <a:gd name="connsiteY75" fmla="*/ 128957 h 361971"/>
                <a:gd name="connsiteX76" fmla="*/ 257515 w 362309"/>
                <a:gd name="connsiteY76" fmla="*/ 116827 h 361971"/>
                <a:gd name="connsiteX77" fmla="*/ 261349 w 362309"/>
                <a:gd name="connsiteY77" fmla="*/ 114912 h 361971"/>
                <a:gd name="connsiteX78" fmla="*/ 288186 w 362309"/>
                <a:gd name="connsiteY78" fmla="*/ 110443 h 361971"/>
                <a:gd name="connsiteX79" fmla="*/ 293937 w 362309"/>
                <a:gd name="connsiteY79" fmla="*/ 112358 h 361971"/>
                <a:gd name="connsiteX80" fmla="*/ 295854 w 362309"/>
                <a:gd name="connsiteY80" fmla="*/ 118104 h 361971"/>
                <a:gd name="connsiteX81" fmla="*/ 302883 w 362309"/>
                <a:gd name="connsiteY81" fmla="*/ 186412 h 361971"/>
                <a:gd name="connsiteX82" fmla="*/ 302244 w 362309"/>
                <a:gd name="connsiteY82" fmla="*/ 19215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77318" y="194711"/>
                  </a:moveTo>
                  <a:lnTo>
                    <a:pt x="72845" y="166622"/>
                  </a:lnTo>
                  <a:cubicBezTo>
                    <a:pt x="72207" y="164707"/>
                    <a:pt x="72845" y="162792"/>
                    <a:pt x="74763" y="160876"/>
                  </a:cubicBezTo>
                  <a:lnTo>
                    <a:pt x="88820" y="145555"/>
                  </a:lnTo>
                  <a:cubicBezTo>
                    <a:pt x="90738" y="143640"/>
                    <a:pt x="93933" y="143001"/>
                    <a:pt x="96488" y="144278"/>
                  </a:cubicBezTo>
                  <a:lnTo>
                    <a:pt x="126521" y="159600"/>
                  </a:lnTo>
                  <a:cubicBezTo>
                    <a:pt x="128438" y="160238"/>
                    <a:pt x="129716" y="162153"/>
                    <a:pt x="129716" y="164068"/>
                  </a:cubicBezTo>
                  <a:cubicBezTo>
                    <a:pt x="130355" y="165984"/>
                    <a:pt x="129716" y="167899"/>
                    <a:pt x="128438" y="169176"/>
                  </a:cubicBezTo>
                  <a:lnTo>
                    <a:pt x="113741" y="187689"/>
                  </a:lnTo>
                  <a:cubicBezTo>
                    <a:pt x="113102" y="188327"/>
                    <a:pt x="112463" y="188966"/>
                    <a:pt x="111185" y="189604"/>
                  </a:cubicBezTo>
                  <a:lnTo>
                    <a:pt x="86264" y="199819"/>
                  </a:lnTo>
                  <a:cubicBezTo>
                    <a:pt x="85625" y="199819"/>
                    <a:pt x="84986" y="200457"/>
                    <a:pt x="83708" y="200457"/>
                  </a:cubicBezTo>
                  <a:cubicBezTo>
                    <a:pt x="80513" y="200457"/>
                    <a:pt x="77958" y="197903"/>
                    <a:pt x="77318" y="194711"/>
                  </a:cubicBezTo>
                  <a:lnTo>
                    <a:pt x="77318" y="194711"/>
                  </a:lnTo>
                  <a:close/>
                  <a:moveTo>
                    <a:pt x="123326" y="262382"/>
                  </a:moveTo>
                  <a:lnTo>
                    <a:pt x="95210" y="280895"/>
                  </a:lnTo>
                  <a:cubicBezTo>
                    <a:pt x="93933" y="281534"/>
                    <a:pt x="92654" y="282172"/>
                    <a:pt x="91376" y="282172"/>
                  </a:cubicBezTo>
                  <a:cubicBezTo>
                    <a:pt x="90738" y="282172"/>
                    <a:pt x="89459" y="282172"/>
                    <a:pt x="88820" y="281534"/>
                  </a:cubicBezTo>
                  <a:cubicBezTo>
                    <a:pt x="86903" y="280895"/>
                    <a:pt x="85625" y="278980"/>
                    <a:pt x="84986" y="276427"/>
                  </a:cubicBezTo>
                  <a:lnTo>
                    <a:pt x="78597" y="238123"/>
                  </a:lnTo>
                  <a:cubicBezTo>
                    <a:pt x="77958" y="234931"/>
                    <a:pt x="79874" y="232377"/>
                    <a:pt x="82430" y="231100"/>
                  </a:cubicBezTo>
                  <a:lnTo>
                    <a:pt x="97766" y="225355"/>
                  </a:lnTo>
                  <a:cubicBezTo>
                    <a:pt x="100322" y="224716"/>
                    <a:pt x="103517" y="225355"/>
                    <a:pt x="104795" y="227908"/>
                  </a:cubicBezTo>
                  <a:lnTo>
                    <a:pt x="123965" y="253444"/>
                  </a:lnTo>
                  <a:cubicBezTo>
                    <a:pt x="127160" y="255998"/>
                    <a:pt x="126521" y="259828"/>
                    <a:pt x="123326" y="262382"/>
                  </a:cubicBezTo>
                  <a:cubicBezTo>
                    <a:pt x="123965" y="262382"/>
                    <a:pt x="123965" y="262382"/>
                    <a:pt x="123326" y="262382"/>
                  </a:cubicBezTo>
                  <a:lnTo>
                    <a:pt x="123326" y="262382"/>
                  </a:lnTo>
                  <a:close/>
                  <a:moveTo>
                    <a:pt x="169972" y="247060"/>
                  </a:moveTo>
                  <a:cubicBezTo>
                    <a:pt x="169333" y="248975"/>
                    <a:pt x="168056" y="250891"/>
                    <a:pt x="166138" y="251529"/>
                  </a:cubicBezTo>
                  <a:cubicBezTo>
                    <a:pt x="165500" y="252167"/>
                    <a:pt x="164222" y="252167"/>
                    <a:pt x="163582" y="252167"/>
                  </a:cubicBezTo>
                  <a:cubicBezTo>
                    <a:pt x="162305" y="252167"/>
                    <a:pt x="161666" y="252167"/>
                    <a:pt x="160387" y="251529"/>
                  </a:cubicBezTo>
                  <a:lnTo>
                    <a:pt x="118214" y="228547"/>
                  </a:lnTo>
                  <a:cubicBezTo>
                    <a:pt x="115019" y="226631"/>
                    <a:pt x="113741" y="222801"/>
                    <a:pt x="115658" y="219609"/>
                  </a:cubicBezTo>
                  <a:cubicBezTo>
                    <a:pt x="116297" y="218332"/>
                    <a:pt x="117575" y="217055"/>
                    <a:pt x="119492" y="216417"/>
                  </a:cubicBezTo>
                  <a:lnTo>
                    <a:pt x="132911" y="212587"/>
                  </a:lnTo>
                  <a:lnTo>
                    <a:pt x="130994" y="195988"/>
                  </a:lnTo>
                  <a:cubicBezTo>
                    <a:pt x="130355" y="192796"/>
                    <a:pt x="132911" y="189604"/>
                    <a:pt x="136745" y="188966"/>
                  </a:cubicBezTo>
                  <a:cubicBezTo>
                    <a:pt x="138022" y="188966"/>
                    <a:pt x="138662" y="188966"/>
                    <a:pt x="139301" y="189604"/>
                  </a:cubicBezTo>
                  <a:lnTo>
                    <a:pt x="171889" y="201095"/>
                  </a:lnTo>
                  <a:cubicBezTo>
                    <a:pt x="175084" y="202372"/>
                    <a:pt x="176362" y="204926"/>
                    <a:pt x="176362" y="208118"/>
                  </a:cubicBezTo>
                  <a:lnTo>
                    <a:pt x="169972" y="247060"/>
                  </a:lnTo>
                  <a:close/>
                  <a:moveTo>
                    <a:pt x="302244" y="192158"/>
                  </a:moveTo>
                  <a:cubicBezTo>
                    <a:pt x="300966" y="193435"/>
                    <a:pt x="299688" y="194711"/>
                    <a:pt x="297771" y="194711"/>
                  </a:cubicBezTo>
                  <a:cubicBezTo>
                    <a:pt x="291381" y="195350"/>
                    <a:pt x="270934" y="198542"/>
                    <a:pt x="265821" y="198542"/>
                  </a:cubicBezTo>
                  <a:lnTo>
                    <a:pt x="265821" y="198542"/>
                  </a:lnTo>
                  <a:cubicBezTo>
                    <a:pt x="263266" y="198542"/>
                    <a:pt x="260710" y="197265"/>
                    <a:pt x="259431" y="194711"/>
                  </a:cubicBezTo>
                  <a:cubicBezTo>
                    <a:pt x="249208" y="199819"/>
                    <a:pt x="237706" y="202372"/>
                    <a:pt x="225565" y="202372"/>
                  </a:cubicBezTo>
                  <a:lnTo>
                    <a:pt x="224287" y="202372"/>
                  </a:lnTo>
                  <a:cubicBezTo>
                    <a:pt x="219175" y="202372"/>
                    <a:pt x="213424" y="201734"/>
                    <a:pt x="208312" y="200457"/>
                  </a:cubicBezTo>
                  <a:cubicBezTo>
                    <a:pt x="198088" y="197903"/>
                    <a:pt x="187864" y="194073"/>
                    <a:pt x="178918" y="188327"/>
                  </a:cubicBezTo>
                  <a:cubicBezTo>
                    <a:pt x="175723" y="186412"/>
                    <a:pt x="172528" y="183859"/>
                    <a:pt x="169333" y="181305"/>
                  </a:cubicBezTo>
                  <a:cubicBezTo>
                    <a:pt x="165500" y="178113"/>
                    <a:pt x="161027" y="174921"/>
                    <a:pt x="156553" y="173006"/>
                  </a:cubicBezTo>
                  <a:lnTo>
                    <a:pt x="152720" y="171729"/>
                  </a:lnTo>
                  <a:cubicBezTo>
                    <a:pt x="150802" y="171091"/>
                    <a:pt x="148247" y="170452"/>
                    <a:pt x="146330" y="169176"/>
                  </a:cubicBezTo>
                  <a:cubicBezTo>
                    <a:pt x="141217" y="167260"/>
                    <a:pt x="137384" y="162792"/>
                    <a:pt x="136106" y="157684"/>
                  </a:cubicBezTo>
                  <a:cubicBezTo>
                    <a:pt x="135467" y="154492"/>
                    <a:pt x="136106" y="150662"/>
                    <a:pt x="138022" y="147470"/>
                  </a:cubicBezTo>
                  <a:cubicBezTo>
                    <a:pt x="140579" y="144278"/>
                    <a:pt x="143774" y="141724"/>
                    <a:pt x="147607" y="141724"/>
                  </a:cubicBezTo>
                  <a:cubicBezTo>
                    <a:pt x="154637" y="140448"/>
                    <a:pt x="162305" y="141086"/>
                    <a:pt x="169333" y="143001"/>
                  </a:cubicBezTo>
                  <a:cubicBezTo>
                    <a:pt x="165500" y="139171"/>
                    <a:pt x="161027" y="136617"/>
                    <a:pt x="155915" y="134702"/>
                  </a:cubicBezTo>
                  <a:cubicBezTo>
                    <a:pt x="141217" y="129595"/>
                    <a:pt x="125243" y="127680"/>
                    <a:pt x="109907" y="128318"/>
                  </a:cubicBezTo>
                  <a:cubicBezTo>
                    <a:pt x="102239" y="128957"/>
                    <a:pt x="94571" y="127041"/>
                    <a:pt x="88181" y="123211"/>
                  </a:cubicBezTo>
                  <a:cubicBezTo>
                    <a:pt x="84348" y="120657"/>
                    <a:pt x="81792" y="116827"/>
                    <a:pt x="80513" y="112358"/>
                  </a:cubicBezTo>
                  <a:cubicBezTo>
                    <a:pt x="79874" y="109805"/>
                    <a:pt x="79874" y="106613"/>
                    <a:pt x="81153" y="104059"/>
                  </a:cubicBezTo>
                  <a:cubicBezTo>
                    <a:pt x="83708" y="98952"/>
                    <a:pt x="90738" y="97037"/>
                    <a:pt x="114380" y="93206"/>
                  </a:cubicBezTo>
                  <a:cubicBezTo>
                    <a:pt x="126521" y="91291"/>
                    <a:pt x="139301" y="90653"/>
                    <a:pt x="151442" y="91291"/>
                  </a:cubicBezTo>
                  <a:cubicBezTo>
                    <a:pt x="166777" y="91291"/>
                    <a:pt x="181474" y="94483"/>
                    <a:pt x="194893" y="101505"/>
                  </a:cubicBezTo>
                  <a:cubicBezTo>
                    <a:pt x="200005" y="104697"/>
                    <a:pt x="204478" y="108528"/>
                    <a:pt x="208951" y="112358"/>
                  </a:cubicBezTo>
                  <a:lnTo>
                    <a:pt x="215341" y="118104"/>
                  </a:lnTo>
                  <a:cubicBezTo>
                    <a:pt x="225565" y="126403"/>
                    <a:pt x="238984" y="130233"/>
                    <a:pt x="251764" y="128957"/>
                  </a:cubicBezTo>
                  <a:lnTo>
                    <a:pt x="253041" y="128957"/>
                  </a:lnTo>
                  <a:cubicBezTo>
                    <a:pt x="253681" y="124488"/>
                    <a:pt x="254959" y="120657"/>
                    <a:pt x="257515" y="116827"/>
                  </a:cubicBezTo>
                  <a:cubicBezTo>
                    <a:pt x="258792" y="115550"/>
                    <a:pt x="260071" y="114912"/>
                    <a:pt x="261349" y="114912"/>
                  </a:cubicBezTo>
                  <a:lnTo>
                    <a:pt x="288186" y="110443"/>
                  </a:lnTo>
                  <a:cubicBezTo>
                    <a:pt x="290103" y="109805"/>
                    <a:pt x="292021" y="111081"/>
                    <a:pt x="293937" y="112358"/>
                  </a:cubicBezTo>
                  <a:cubicBezTo>
                    <a:pt x="295216" y="113635"/>
                    <a:pt x="295854" y="115550"/>
                    <a:pt x="295854" y="118104"/>
                  </a:cubicBezTo>
                  <a:cubicBezTo>
                    <a:pt x="292659" y="139809"/>
                    <a:pt x="302883" y="185774"/>
                    <a:pt x="302883" y="186412"/>
                  </a:cubicBezTo>
                  <a:cubicBezTo>
                    <a:pt x="304161" y="189604"/>
                    <a:pt x="303522" y="190881"/>
                    <a:pt x="302244" y="192158"/>
                  </a:cubicBezTo>
                  <a:close/>
                </a:path>
              </a:pathLst>
            </a:custGeom>
            <a:solidFill>
              <a:srgbClr val="007680"/>
            </a:solidFill>
            <a:ln w="6390" cap="flat">
              <a:noFill/>
              <a:prstDash val="solid"/>
              <a:miter/>
            </a:ln>
          </p:spPr>
          <p:txBody>
            <a:bodyPr rtlCol="0" anchor="ctr"/>
            <a:lstStyle/>
            <a:p>
              <a:endParaRPr lang="en-US"/>
            </a:p>
          </p:txBody>
        </p:sp>
        <p:sp>
          <p:nvSpPr>
            <p:cNvPr id="553" name="Graphic 4">
              <a:extLst>
                <a:ext uri="{FF2B5EF4-FFF2-40B4-BE49-F238E27FC236}">
                  <a16:creationId xmlns:a16="http://schemas.microsoft.com/office/drawing/2014/main" id="{1BD809DD-ACFC-5F49-A464-54DB66AAB7C8}"/>
                </a:ext>
              </a:extLst>
            </p:cNvPr>
            <p:cNvSpPr/>
            <p:nvPr/>
          </p:nvSpPr>
          <p:spPr>
            <a:xfrm>
              <a:off x="9543984" y="2496938"/>
              <a:ext cx="23669" cy="60009"/>
            </a:xfrm>
            <a:custGeom>
              <a:avLst/>
              <a:gdLst>
                <a:gd name="connsiteX0" fmla="*/ 17279 w 23669"/>
                <a:gd name="connsiteY0" fmla="*/ 0 h 60009"/>
                <a:gd name="connsiteX1" fmla="*/ 1943 w 23669"/>
                <a:gd name="connsiteY1" fmla="*/ 2554 h 60009"/>
                <a:gd name="connsiteX2" fmla="*/ 665 w 23669"/>
                <a:gd name="connsiteY2" fmla="*/ 24897 h 60009"/>
                <a:gd name="connsiteX3" fmla="*/ 1943 w 23669"/>
                <a:gd name="connsiteY3" fmla="*/ 37665 h 60009"/>
                <a:gd name="connsiteX4" fmla="*/ 3860 w 23669"/>
                <a:gd name="connsiteY4" fmla="*/ 58733 h 60009"/>
                <a:gd name="connsiteX5" fmla="*/ 3860 w 23669"/>
                <a:gd name="connsiteY5" fmla="*/ 60009 h 60009"/>
                <a:gd name="connsiteX6" fmla="*/ 3860 w 23669"/>
                <a:gd name="connsiteY6" fmla="*/ 60009 h 60009"/>
                <a:gd name="connsiteX7" fmla="*/ 23669 w 23669"/>
                <a:gd name="connsiteY7" fmla="*/ 57456 h 60009"/>
                <a:gd name="connsiteX8" fmla="*/ 17279 w 23669"/>
                <a:gd name="connsiteY8" fmla="*/ 0 h 60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69" h="60009">
                  <a:moveTo>
                    <a:pt x="17279" y="0"/>
                  </a:moveTo>
                  <a:lnTo>
                    <a:pt x="1943" y="2554"/>
                  </a:lnTo>
                  <a:cubicBezTo>
                    <a:pt x="26" y="9576"/>
                    <a:pt x="-613" y="17237"/>
                    <a:pt x="665" y="24897"/>
                  </a:cubicBezTo>
                  <a:cubicBezTo>
                    <a:pt x="1304" y="29366"/>
                    <a:pt x="1304" y="33835"/>
                    <a:pt x="1943" y="37665"/>
                  </a:cubicBezTo>
                  <a:cubicBezTo>
                    <a:pt x="2582" y="44688"/>
                    <a:pt x="3221" y="53625"/>
                    <a:pt x="3860" y="58733"/>
                  </a:cubicBezTo>
                  <a:cubicBezTo>
                    <a:pt x="3860" y="59371"/>
                    <a:pt x="3860" y="60009"/>
                    <a:pt x="3860" y="60009"/>
                  </a:cubicBezTo>
                  <a:lnTo>
                    <a:pt x="3860" y="60009"/>
                  </a:lnTo>
                  <a:cubicBezTo>
                    <a:pt x="8333" y="59371"/>
                    <a:pt x="16001" y="58733"/>
                    <a:pt x="23669" y="57456"/>
                  </a:cubicBezTo>
                  <a:cubicBezTo>
                    <a:pt x="19834" y="38942"/>
                    <a:pt x="17279" y="19152"/>
                    <a:pt x="17279" y="0"/>
                  </a:cubicBezTo>
                  <a:close/>
                </a:path>
              </a:pathLst>
            </a:custGeom>
            <a:solidFill>
              <a:srgbClr val="007680"/>
            </a:solidFill>
            <a:ln w="6390" cap="flat">
              <a:noFill/>
              <a:prstDash val="solid"/>
              <a:miter/>
            </a:ln>
          </p:spPr>
          <p:txBody>
            <a:bodyPr rtlCol="0" anchor="ctr"/>
            <a:lstStyle/>
            <a:p>
              <a:endParaRPr lang="en-US"/>
            </a:p>
          </p:txBody>
        </p:sp>
      </p:grpSp>
      <p:grpSp>
        <p:nvGrpSpPr>
          <p:cNvPr id="554" name="Graphic 4">
            <a:extLst>
              <a:ext uri="{FF2B5EF4-FFF2-40B4-BE49-F238E27FC236}">
                <a16:creationId xmlns:a16="http://schemas.microsoft.com/office/drawing/2014/main" id="{3293C364-4273-764F-AFD5-04D96B0B5183}"/>
              </a:ext>
            </a:extLst>
          </p:cNvPr>
          <p:cNvGrpSpPr/>
          <p:nvPr/>
        </p:nvGrpSpPr>
        <p:grpSpPr>
          <a:xfrm>
            <a:off x="9278827" y="2855717"/>
            <a:ext cx="362309" cy="361971"/>
            <a:chOff x="9278827" y="2855717"/>
            <a:chExt cx="362309" cy="361971"/>
          </a:xfrm>
          <a:solidFill>
            <a:srgbClr val="007680"/>
          </a:solidFill>
        </p:grpSpPr>
        <p:sp>
          <p:nvSpPr>
            <p:cNvPr id="555" name="Graphic 4">
              <a:extLst>
                <a:ext uri="{FF2B5EF4-FFF2-40B4-BE49-F238E27FC236}">
                  <a16:creationId xmlns:a16="http://schemas.microsoft.com/office/drawing/2014/main" id="{50E2CCBE-7890-A347-BBB5-06AE2BB97F89}"/>
                </a:ext>
              </a:extLst>
            </p:cNvPr>
            <p:cNvSpPr/>
            <p:nvPr/>
          </p:nvSpPr>
          <p:spPr>
            <a:xfrm>
              <a:off x="9278827" y="28557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65821 w 362309"/>
                <a:gd name="connsiteY6" fmla="*/ 169814 h 361971"/>
                <a:gd name="connsiteX7" fmla="*/ 265182 w 362309"/>
                <a:gd name="connsiteY7" fmla="*/ 171729 h 361971"/>
                <a:gd name="connsiteX8" fmla="*/ 247930 w 362309"/>
                <a:gd name="connsiteY8" fmla="*/ 222163 h 361971"/>
                <a:gd name="connsiteX9" fmla="*/ 247930 w 362309"/>
                <a:gd name="connsiteY9" fmla="*/ 289833 h 361971"/>
                <a:gd name="connsiteX10" fmla="*/ 241540 w 362309"/>
                <a:gd name="connsiteY10" fmla="*/ 296217 h 361971"/>
                <a:gd name="connsiteX11" fmla="*/ 102878 w 362309"/>
                <a:gd name="connsiteY11" fmla="*/ 296217 h 361971"/>
                <a:gd name="connsiteX12" fmla="*/ 96488 w 362309"/>
                <a:gd name="connsiteY12" fmla="*/ 289833 h 361971"/>
                <a:gd name="connsiteX13" fmla="*/ 96488 w 362309"/>
                <a:gd name="connsiteY13" fmla="*/ 222163 h 361971"/>
                <a:gd name="connsiteX14" fmla="*/ 97128 w 362309"/>
                <a:gd name="connsiteY14" fmla="*/ 219609 h 361971"/>
                <a:gd name="connsiteX15" fmla="*/ 116297 w 362309"/>
                <a:gd name="connsiteY15" fmla="*/ 167260 h 361971"/>
                <a:gd name="connsiteX16" fmla="*/ 116297 w 362309"/>
                <a:gd name="connsiteY16" fmla="*/ 107251 h 361971"/>
                <a:gd name="connsiteX17" fmla="*/ 118214 w 362309"/>
                <a:gd name="connsiteY17" fmla="*/ 102782 h 361971"/>
                <a:gd name="connsiteX18" fmla="*/ 122687 w 362309"/>
                <a:gd name="connsiteY18" fmla="*/ 100867 h 361971"/>
                <a:gd name="connsiteX19" fmla="*/ 208312 w 362309"/>
                <a:gd name="connsiteY19" fmla="*/ 100867 h 361971"/>
                <a:gd name="connsiteX20" fmla="*/ 238984 w 362309"/>
                <a:gd name="connsiteY20" fmla="*/ 66393 h 361971"/>
                <a:gd name="connsiteX21" fmla="*/ 247930 w 362309"/>
                <a:gd name="connsiteY21" fmla="*/ 65117 h 361971"/>
                <a:gd name="connsiteX22" fmla="*/ 249208 w 362309"/>
                <a:gd name="connsiteY22" fmla="*/ 74054 h 361971"/>
                <a:gd name="connsiteX23" fmla="*/ 248569 w 362309"/>
                <a:gd name="connsiteY23" fmla="*/ 74692 h 361971"/>
                <a:gd name="connsiteX24" fmla="*/ 225565 w 362309"/>
                <a:gd name="connsiteY24" fmla="*/ 100867 h 361971"/>
                <a:gd name="connsiteX25" fmla="*/ 259431 w 362309"/>
                <a:gd name="connsiteY25" fmla="*/ 100867 h 361971"/>
                <a:gd name="connsiteX26" fmla="*/ 265821 w 362309"/>
                <a:gd name="connsiteY26" fmla="*/ 107251 h 361971"/>
                <a:gd name="connsiteX27" fmla="*/ 265821 w 362309"/>
                <a:gd name="connsiteY27" fmla="*/ 16981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2309" h="361971">
                  <a:moveTo>
                    <a:pt x="181474" y="0"/>
                  </a:moveTo>
                  <a:cubicBezTo>
                    <a:pt x="81153" y="0"/>
                    <a:pt x="0" y="81076"/>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6"/>
                    <a:pt x="281157" y="0"/>
                    <a:pt x="181474" y="0"/>
                  </a:cubicBezTo>
                  <a:close/>
                  <a:moveTo>
                    <a:pt x="265821" y="169814"/>
                  </a:moveTo>
                  <a:cubicBezTo>
                    <a:pt x="265821" y="170452"/>
                    <a:pt x="265821" y="171091"/>
                    <a:pt x="265182" y="171729"/>
                  </a:cubicBezTo>
                  <a:lnTo>
                    <a:pt x="247930" y="222163"/>
                  </a:lnTo>
                  <a:lnTo>
                    <a:pt x="247930" y="289833"/>
                  </a:lnTo>
                  <a:cubicBezTo>
                    <a:pt x="247930" y="293663"/>
                    <a:pt x="245374" y="296217"/>
                    <a:pt x="241540" y="296217"/>
                  </a:cubicBezTo>
                  <a:lnTo>
                    <a:pt x="102878" y="296217"/>
                  </a:lnTo>
                  <a:cubicBezTo>
                    <a:pt x="99044" y="296217"/>
                    <a:pt x="96488" y="293663"/>
                    <a:pt x="96488" y="289833"/>
                  </a:cubicBezTo>
                  <a:lnTo>
                    <a:pt x="96488" y="222163"/>
                  </a:lnTo>
                  <a:cubicBezTo>
                    <a:pt x="96488" y="221524"/>
                    <a:pt x="96488" y="220886"/>
                    <a:pt x="97128" y="219609"/>
                  </a:cubicBezTo>
                  <a:lnTo>
                    <a:pt x="116297" y="167260"/>
                  </a:lnTo>
                  <a:lnTo>
                    <a:pt x="116297" y="107251"/>
                  </a:lnTo>
                  <a:cubicBezTo>
                    <a:pt x="116297" y="105336"/>
                    <a:pt x="116936" y="104059"/>
                    <a:pt x="118214" y="102782"/>
                  </a:cubicBezTo>
                  <a:cubicBezTo>
                    <a:pt x="119492" y="101505"/>
                    <a:pt x="120770" y="100867"/>
                    <a:pt x="122687" y="100867"/>
                  </a:cubicBezTo>
                  <a:lnTo>
                    <a:pt x="208312" y="100867"/>
                  </a:lnTo>
                  <a:lnTo>
                    <a:pt x="238984" y="66393"/>
                  </a:lnTo>
                  <a:cubicBezTo>
                    <a:pt x="240901" y="63840"/>
                    <a:pt x="245374" y="63201"/>
                    <a:pt x="247930" y="65117"/>
                  </a:cubicBezTo>
                  <a:cubicBezTo>
                    <a:pt x="250486" y="67032"/>
                    <a:pt x="251125" y="71500"/>
                    <a:pt x="249208" y="74054"/>
                  </a:cubicBezTo>
                  <a:cubicBezTo>
                    <a:pt x="249208" y="74054"/>
                    <a:pt x="249208" y="74054"/>
                    <a:pt x="248569" y="74692"/>
                  </a:cubicBezTo>
                  <a:lnTo>
                    <a:pt x="225565" y="100867"/>
                  </a:lnTo>
                  <a:lnTo>
                    <a:pt x="259431" y="100867"/>
                  </a:lnTo>
                  <a:cubicBezTo>
                    <a:pt x="263266" y="100867"/>
                    <a:pt x="265821" y="103420"/>
                    <a:pt x="265821" y="107251"/>
                  </a:cubicBezTo>
                  <a:lnTo>
                    <a:pt x="265821" y="169814"/>
                  </a:lnTo>
                  <a:close/>
                </a:path>
              </a:pathLst>
            </a:custGeom>
            <a:solidFill>
              <a:srgbClr val="007680"/>
            </a:solidFill>
            <a:ln w="6390" cap="flat">
              <a:noFill/>
              <a:prstDash val="solid"/>
              <a:miter/>
            </a:ln>
          </p:spPr>
          <p:txBody>
            <a:bodyPr rtlCol="0" anchor="ctr"/>
            <a:lstStyle/>
            <a:p>
              <a:endParaRPr lang="en-US"/>
            </a:p>
          </p:txBody>
        </p:sp>
        <p:sp>
          <p:nvSpPr>
            <p:cNvPr id="556" name="Graphic 4">
              <a:extLst>
                <a:ext uri="{FF2B5EF4-FFF2-40B4-BE49-F238E27FC236}">
                  <a16:creationId xmlns:a16="http://schemas.microsoft.com/office/drawing/2014/main" id="{0FEB03AA-8519-B34C-BF37-97B6847D3B9C}"/>
                </a:ext>
              </a:extLst>
            </p:cNvPr>
            <p:cNvSpPr/>
            <p:nvPr/>
          </p:nvSpPr>
          <p:spPr>
            <a:xfrm>
              <a:off x="9388095" y="2969991"/>
              <a:ext cx="143773" cy="168537"/>
            </a:xfrm>
            <a:custGeom>
              <a:avLst/>
              <a:gdLst>
                <a:gd name="connsiteX0" fmla="*/ 19809 w 143773"/>
                <a:gd name="connsiteY0" fmla="*/ 53625 h 168537"/>
                <a:gd name="connsiteX1" fmla="*/ 57509 w 143773"/>
                <a:gd name="connsiteY1" fmla="*/ 90652 h 168537"/>
                <a:gd name="connsiteX2" fmla="*/ 57509 w 143773"/>
                <a:gd name="connsiteY2" fmla="*/ 99590 h 168537"/>
                <a:gd name="connsiteX3" fmla="*/ 53037 w 143773"/>
                <a:gd name="connsiteY3" fmla="*/ 101505 h 168537"/>
                <a:gd name="connsiteX4" fmla="*/ 48564 w 143773"/>
                <a:gd name="connsiteY4" fmla="*/ 99590 h 168537"/>
                <a:gd name="connsiteX5" fmla="*/ 15336 w 143773"/>
                <a:gd name="connsiteY5" fmla="*/ 67032 h 168537"/>
                <a:gd name="connsiteX6" fmla="*/ 0 w 143773"/>
                <a:gd name="connsiteY6" fmla="*/ 108528 h 168537"/>
                <a:gd name="connsiteX7" fmla="*/ 0 w 143773"/>
                <a:gd name="connsiteY7" fmla="*/ 168537 h 168537"/>
                <a:gd name="connsiteX8" fmla="*/ 126521 w 143773"/>
                <a:gd name="connsiteY8" fmla="*/ 168537 h 168537"/>
                <a:gd name="connsiteX9" fmla="*/ 126521 w 143773"/>
                <a:gd name="connsiteY9" fmla="*/ 108528 h 168537"/>
                <a:gd name="connsiteX10" fmla="*/ 125243 w 143773"/>
                <a:gd name="connsiteY10" fmla="*/ 107889 h 168537"/>
                <a:gd name="connsiteX11" fmla="*/ 86264 w 143773"/>
                <a:gd name="connsiteY11" fmla="*/ 69585 h 168537"/>
                <a:gd name="connsiteX12" fmla="*/ 86264 w 143773"/>
                <a:gd name="connsiteY12" fmla="*/ 60648 h 168537"/>
                <a:gd name="connsiteX13" fmla="*/ 95210 w 143773"/>
                <a:gd name="connsiteY13" fmla="*/ 60648 h 168537"/>
                <a:gd name="connsiteX14" fmla="*/ 129716 w 143773"/>
                <a:gd name="connsiteY14" fmla="*/ 95121 h 168537"/>
                <a:gd name="connsiteX15" fmla="*/ 143774 w 143773"/>
                <a:gd name="connsiteY15" fmla="*/ 54264 h 168537"/>
                <a:gd name="connsiteX16" fmla="*/ 143774 w 143773"/>
                <a:gd name="connsiteY16" fmla="*/ 0 h 168537"/>
                <a:gd name="connsiteX17" fmla="*/ 19809 w 143773"/>
                <a:gd name="connsiteY17" fmla="*/ 0 h 168537"/>
                <a:gd name="connsiteX18" fmla="*/ 19809 w 143773"/>
                <a:gd name="connsiteY18" fmla="*/ 53625 h 168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3773" h="168537">
                  <a:moveTo>
                    <a:pt x="19809" y="53625"/>
                  </a:moveTo>
                  <a:lnTo>
                    <a:pt x="57509" y="90652"/>
                  </a:lnTo>
                  <a:cubicBezTo>
                    <a:pt x="60066" y="93206"/>
                    <a:pt x="60066" y="97036"/>
                    <a:pt x="57509" y="99590"/>
                  </a:cubicBezTo>
                  <a:cubicBezTo>
                    <a:pt x="56232" y="100867"/>
                    <a:pt x="54954" y="101505"/>
                    <a:pt x="53037" y="101505"/>
                  </a:cubicBezTo>
                  <a:cubicBezTo>
                    <a:pt x="51119" y="101505"/>
                    <a:pt x="49842" y="100867"/>
                    <a:pt x="48564" y="99590"/>
                  </a:cubicBezTo>
                  <a:lnTo>
                    <a:pt x="15336" y="67032"/>
                  </a:lnTo>
                  <a:lnTo>
                    <a:pt x="0" y="108528"/>
                  </a:lnTo>
                  <a:lnTo>
                    <a:pt x="0" y="168537"/>
                  </a:lnTo>
                  <a:lnTo>
                    <a:pt x="126521" y="168537"/>
                  </a:lnTo>
                  <a:lnTo>
                    <a:pt x="126521" y="108528"/>
                  </a:lnTo>
                  <a:cubicBezTo>
                    <a:pt x="125882" y="108528"/>
                    <a:pt x="125882" y="107889"/>
                    <a:pt x="125243" y="107889"/>
                  </a:cubicBezTo>
                  <a:lnTo>
                    <a:pt x="86264" y="69585"/>
                  </a:lnTo>
                  <a:cubicBezTo>
                    <a:pt x="83709" y="67032"/>
                    <a:pt x="83709" y="63201"/>
                    <a:pt x="86264" y="60648"/>
                  </a:cubicBezTo>
                  <a:cubicBezTo>
                    <a:pt x="88820" y="58094"/>
                    <a:pt x="92654" y="58094"/>
                    <a:pt x="95210" y="60648"/>
                  </a:cubicBezTo>
                  <a:lnTo>
                    <a:pt x="129716" y="95121"/>
                  </a:lnTo>
                  <a:lnTo>
                    <a:pt x="143774" y="54264"/>
                  </a:lnTo>
                  <a:lnTo>
                    <a:pt x="143774" y="0"/>
                  </a:lnTo>
                  <a:lnTo>
                    <a:pt x="19809" y="0"/>
                  </a:lnTo>
                  <a:lnTo>
                    <a:pt x="19809" y="53625"/>
                  </a:lnTo>
                  <a:close/>
                </a:path>
              </a:pathLst>
            </a:custGeom>
            <a:solidFill>
              <a:srgbClr val="007680"/>
            </a:solidFill>
            <a:ln w="6390" cap="flat">
              <a:noFill/>
              <a:prstDash val="solid"/>
              <a:miter/>
            </a:ln>
          </p:spPr>
          <p:txBody>
            <a:bodyPr rtlCol="0" anchor="ctr"/>
            <a:lstStyle/>
            <a:p>
              <a:endParaRPr lang="en-US"/>
            </a:p>
          </p:txBody>
        </p:sp>
      </p:grpSp>
      <p:grpSp>
        <p:nvGrpSpPr>
          <p:cNvPr id="557" name="Graphic 4">
            <a:extLst>
              <a:ext uri="{FF2B5EF4-FFF2-40B4-BE49-F238E27FC236}">
                <a16:creationId xmlns:a16="http://schemas.microsoft.com/office/drawing/2014/main" id="{46E2223A-6220-D048-A3CC-6B6E2A6F7BF4}"/>
              </a:ext>
            </a:extLst>
          </p:cNvPr>
          <p:cNvGrpSpPr/>
          <p:nvPr/>
        </p:nvGrpSpPr>
        <p:grpSpPr>
          <a:xfrm>
            <a:off x="9278827" y="3339623"/>
            <a:ext cx="362309" cy="361971"/>
            <a:chOff x="9278827" y="3339623"/>
            <a:chExt cx="362309" cy="361971"/>
          </a:xfrm>
          <a:solidFill>
            <a:srgbClr val="007680"/>
          </a:solidFill>
        </p:grpSpPr>
        <p:sp>
          <p:nvSpPr>
            <p:cNvPr id="558" name="Graphic 4">
              <a:extLst>
                <a:ext uri="{FF2B5EF4-FFF2-40B4-BE49-F238E27FC236}">
                  <a16:creationId xmlns:a16="http://schemas.microsoft.com/office/drawing/2014/main" id="{53430020-4515-564A-86A2-14FF05DAD77B}"/>
                </a:ext>
              </a:extLst>
            </p:cNvPr>
            <p:cNvSpPr/>
            <p:nvPr/>
          </p:nvSpPr>
          <p:spPr>
            <a:xfrm>
              <a:off x="9397041" y="3456865"/>
              <a:ext cx="124603" cy="165629"/>
            </a:xfrm>
            <a:custGeom>
              <a:avLst/>
              <a:gdLst>
                <a:gd name="connsiteX0" fmla="*/ 97766 w 124603"/>
                <a:gd name="connsiteY0" fmla="*/ 4692 h 165629"/>
                <a:gd name="connsiteX1" fmla="*/ 30033 w 124603"/>
                <a:gd name="connsiteY1" fmla="*/ 5331 h 165629"/>
                <a:gd name="connsiteX2" fmla="*/ 0 w 124603"/>
                <a:gd name="connsiteY2" fmla="*/ 862 h 165629"/>
                <a:gd name="connsiteX3" fmla="*/ 3834 w 124603"/>
                <a:gd name="connsiteY3" fmla="*/ 5969 h 165629"/>
                <a:gd name="connsiteX4" fmla="*/ 38340 w 124603"/>
                <a:gd name="connsiteY4" fmla="*/ 51295 h 165629"/>
                <a:gd name="connsiteX5" fmla="*/ 23643 w 124603"/>
                <a:gd name="connsiteY5" fmla="*/ 85769 h 165629"/>
                <a:gd name="connsiteX6" fmla="*/ 38340 w 124603"/>
                <a:gd name="connsiteY6" fmla="*/ 122157 h 165629"/>
                <a:gd name="connsiteX7" fmla="*/ 13419 w 124603"/>
                <a:gd name="connsiteY7" fmla="*/ 155354 h 165629"/>
                <a:gd name="connsiteX8" fmla="*/ 12141 w 124603"/>
                <a:gd name="connsiteY8" fmla="*/ 158546 h 165629"/>
                <a:gd name="connsiteX9" fmla="*/ 24921 w 124603"/>
                <a:gd name="connsiteY9" fmla="*/ 165568 h 165629"/>
                <a:gd name="connsiteX10" fmla="*/ 35783 w 124603"/>
                <a:gd name="connsiteY10" fmla="*/ 162376 h 165629"/>
                <a:gd name="connsiteX11" fmla="*/ 63261 w 124603"/>
                <a:gd name="connsiteY11" fmla="*/ 157269 h 165629"/>
                <a:gd name="connsiteX12" fmla="*/ 92654 w 124603"/>
                <a:gd name="connsiteY12" fmla="*/ 163015 h 165629"/>
                <a:gd name="connsiteX13" fmla="*/ 101600 w 124603"/>
                <a:gd name="connsiteY13" fmla="*/ 165568 h 165629"/>
                <a:gd name="connsiteX14" fmla="*/ 114380 w 124603"/>
                <a:gd name="connsiteY14" fmla="*/ 157908 h 165629"/>
                <a:gd name="connsiteX15" fmla="*/ 113102 w 124603"/>
                <a:gd name="connsiteY15" fmla="*/ 155354 h 165629"/>
                <a:gd name="connsiteX16" fmla="*/ 87543 w 124603"/>
                <a:gd name="connsiteY16" fmla="*/ 117050 h 165629"/>
                <a:gd name="connsiteX17" fmla="*/ 101600 w 124603"/>
                <a:gd name="connsiteY17" fmla="*/ 85130 h 165629"/>
                <a:gd name="connsiteX18" fmla="*/ 87543 w 124603"/>
                <a:gd name="connsiteY18" fmla="*/ 44911 h 165629"/>
                <a:gd name="connsiteX19" fmla="*/ 122048 w 124603"/>
                <a:gd name="connsiteY19" fmla="*/ 5331 h 165629"/>
                <a:gd name="connsiteX20" fmla="*/ 122048 w 124603"/>
                <a:gd name="connsiteY20" fmla="*/ 5331 h 165629"/>
                <a:gd name="connsiteX21" fmla="*/ 124604 w 124603"/>
                <a:gd name="connsiteY21" fmla="*/ 862 h 165629"/>
                <a:gd name="connsiteX22" fmla="*/ 97766 w 124603"/>
                <a:gd name="connsiteY22" fmla="*/ 4692 h 165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4603" h="165629">
                  <a:moveTo>
                    <a:pt x="97766" y="4692"/>
                  </a:moveTo>
                  <a:cubicBezTo>
                    <a:pt x="77318" y="17460"/>
                    <a:pt x="51119" y="17460"/>
                    <a:pt x="30033" y="5331"/>
                  </a:cubicBezTo>
                  <a:cubicBezTo>
                    <a:pt x="21087" y="224"/>
                    <a:pt x="10224" y="-1053"/>
                    <a:pt x="0" y="862"/>
                  </a:cubicBezTo>
                  <a:cubicBezTo>
                    <a:pt x="1278" y="2777"/>
                    <a:pt x="2556" y="4054"/>
                    <a:pt x="3834" y="5969"/>
                  </a:cubicBezTo>
                  <a:cubicBezTo>
                    <a:pt x="17892" y="10438"/>
                    <a:pt x="39618" y="25121"/>
                    <a:pt x="38340" y="51295"/>
                  </a:cubicBezTo>
                  <a:cubicBezTo>
                    <a:pt x="38340" y="64063"/>
                    <a:pt x="33228" y="76831"/>
                    <a:pt x="23643" y="85769"/>
                  </a:cubicBezTo>
                  <a:cubicBezTo>
                    <a:pt x="34506" y="94706"/>
                    <a:pt x="39618" y="108113"/>
                    <a:pt x="38340" y="122157"/>
                  </a:cubicBezTo>
                  <a:cubicBezTo>
                    <a:pt x="35783" y="136841"/>
                    <a:pt x="26838" y="148970"/>
                    <a:pt x="13419" y="155354"/>
                  </a:cubicBezTo>
                  <a:lnTo>
                    <a:pt x="12141" y="158546"/>
                  </a:lnTo>
                  <a:cubicBezTo>
                    <a:pt x="15336" y="161738"/>
                    <a:pt x="21087" y="166207"/>
                    <a:pt x="24921" y="165568"/>
                  </a:cubicBezTo>
                  <a:cubicBezTo>
                    <a:pt x="28755" y="164930"/>
                    <a:pt x="32589" y="163653"/>
                    <a:pt x="35783" y="162376"/>
                  </a:cubicBezTo>
                  <a:cubicBezTo>
                    <a:pt x="44730" y="159184"/>
                    <a:pt x="53676" y="157269"/>
                    <a:pt x="63261" y="157269"/>
                  </a:cubicBezTo>
                  <a:cubicBezTo>
                    <a:pt x="73484" y="157269"/>
                    <a:pt x="83708" y="159184"/>
                    <a:pt x="92654" y="163015"/>
                  </a:cubicBezTo>
                  <a:cubicBezTo>
                    <a:pt x="95210" y="164292"/>
                    <a:pt x="98405" y="164930"/>
                    <a:pt x="101600" y="165568"/>
                  </a:cubicBezTo>
                  <a:cubicBezTo>
                    <a:pt x="106073" y="166207"/>
                    <a:pt x="111185" y="161100"/>
                    <a:pt x="114380" y="157908"/>
                  </a:cubicBezTo>
                  <a:cubicBezTo>
                    <a:pt x="114380" y="157269"/>
                    <a:pt x="113741" y="156631"/>
                    <a:pt x="113102" y="155354"/>
                  </a:cubicBezTo>
                  <a:cubicBezTo>
                    <a:pt x="98405" y="148332"/>
                    <a:pt x="88181" y="133649"/>
                    <a:pt x="87543" y="117050"/>
                  </a:cubicBezTo>
                  <a:cubicBezTo>
                    <a:pt x="86903" y="104921"/>
                    <a:pt x="92654" y="92791"/>
                    <a:pt x="101600" y="85130"/>
                  </a:cubicBezTo>
                  <a:cubicBezTo>
                    <a:pt x="90738" y="74916"/>
                    <a:pt x="85625" y="59594"/>
                    <a:pt x="87543" y="44911"/>
                  </a:cubicBezTo>
                  <a:cubicBezTo>
                    <a:pt x="90738" y="26398"/>
                    <a:pt x="104156" y="11076"/>
                    <a:pt x="122048" y="5331"/>
                  </a:cubicBezTo>
                  <a:lnTo>
                    <a:pt x="122048" y="5331"/>
                  </a:lnTo>
                  <a:cubicBezTo>
                    <a:pt x="122687" y="4054"/>
                    <a:pt x="123326" y="2139"/>
                    <a:pt x="124604" y="862"/>
                  </a:cubicBezTo>
                  <a:cubicBezTo>
                    <a:pt x="116297" y="-1053"/>
                    <a:pt x="106712" y="224"/>
                    <a:pt x="97766" y="4692"/>
                  </a:cubicBezTo>
                  <a:close/>
                </a:path>
              </a:pathLst>
            </a:custGeom>
            <a:solidFill>
              <a:srgbClr val="007680"/>
            </a:solidFill>
            <a:ln w="6390" cap="flat">
              <a:noFill/>
              <a:prstDash val="solid"/>
              <a:miter/>
            </a:ln>
          </p:spPr>
          <p:txBody>
            <a:bodyPr rtlCol="0" anchor="ctr"/>
            <a:lstStyle/>
            <a:p>
              <a:endParaRPr lang="en-US"/>
            </a:p>
          </p:txBody>
        </p:sp>
        <p:sp>
          <p:nvSpPr>
            <p:cNvPr id="559" name="Graphic 4">
              <a:extLst>
                <a:ext uri="{FF2B5EF4-FFF2-40B4-BE49-F238E27FC236}">
                  <a16:creationId xmlns:a16="http://schemas.microsoft.com/office/drawing/2014/main" id="{4C3DB330-F2CB-6C41-8AF8-1143DE4480D2}"/>
                </a:ext>
              </a:extLst>
            </p:cNvPr>
            <p:cNvSpPr/>
            <p:nvPr/>
          </p:nvSpPr>
          <p:spPr>
            <a:xfrm>
              <a:off x="9278827" y="33396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58792 w 362309"/>
                <a:gd name="connsiteY6" fmla="*/ 121296 h 361971"/>
                <a:gd name="connsiteX7" fmla="*/ 253041 w 362309"/>
                <a:gd name="connsiteY7" fmla="*/ 128957 h 361971"/>
                <a:gd name="connsiteX8" fmla="*/ 246013 w 362309"/>
                <a:gd name="connsiteY8" fmla="*/ 135341 h 361971"/>
                <a:gd name="connsiteX9" fmla="*/ 219175 w 362309"/>
                <a:gd name="connsiteY9" fmla="*/ 164707 h 361971"/>
                <a:gd name="connsiteX10" fmla="*/ 234511 w 362309"/>
                <a:gd name="connsiteY10" fmla="*/ 198542 h 361971"/>
                <a:gd name="connsiteX11" fmla="*/ 237706 w 362309"/>
                <a:gd name="connsiteY11" fmla="*/ 204287 h 361971"/>
                <a:gd name="connsiteX12" fmla="*/ 234511 w 362309"/>
                <a:gd name="connsiteY12" fmla="*/ 209395 h 361971"/>
                <a:gd name="connsiteX13" fmla="*/ 219175 w 362309"/>
                <a:gd name="connsiteY13" fmla="*/ 235569 h 361971"/>
                <a:gd name="connsiteX14" fmla="*/ 238984 w 362309"/>
                <a:gd name="connsiteY14" fmla="*/ 263658 h 361971"/>
                <a:gd name="connsiteX15" fmla="*/ 242179 w 362309"/>
                <a:gd name="connsiteY15" fmla="*/ 266850 h 361971"/>
                <a:gd name="connsiteX16" fmla="*/ 244735 w 362309"/>
                <a:gd name="connsiteY16" fmla="*/ 282810 h 361971"/>
                <a:gd name="connsiteX17" fmla="*/ 243456 w 362309"/>
                <a:gd name="connsiteY17" fmla="*/ 284087 h 361971"/>
                <a:gd name="connsiteX18" fmla="*/ 220453 w 362309"/>
                <a:gd name="connsiteY18" fmla="*/ 297493 h 361971"/>
                <a:gd name="connsiteX19" fmla="*/ 218536 w 362309"/>
                <a:gd name="connsiteY19" fmla="*/ 297493 h 361971"/>
                <a:gd name="connsiteX20" fmla="*/ 207034 w 362309"/>
                <a:gd name="connsiteY20" fmla="*/ 294301 h 361971"/>
                <a:gd name="connsiteX21" fmla="*/ 181474 w 362309"/>
                <a:gd name="connsiteY21" fmla="*/ 289194 h 361971"/>
                <a:gd name="connsiteX22" fmla="*/ 157832 w 362309"/>
                <a:gd name="connsiteY22" fmla="*/ 293663 h 361971"/>
                <a:gd name="connsiteX23" fmla="*/ 144412 w 362309"/>
                <a:gd name="connsiteY23" fmla="*/ 297493 h 361971"/>
                <a:gd name="connsiteX24" fmla="*/ 117575 w 362309"/>
                <a:gd name="connsiteY24" fmla="*/ 282810 h 361971"/>
                <a:gd name="connsiteX25" fmla="*/ 116936 w 362309"/>
                <a:gd name="connsiteY25" fmla="*/ 276426 h 361971"/>
                <a:gd name="connsiteX26" fmla="*/ 120770 w 362309"/>
                <a:gd name="connsiteY26" fmla="*/ 267489 h 361971"/>
                <a:gd name="connsiteX27" fmla="*/ 124604 w 362309"/>
                <a:gd name="connsiteY27" fmla="*/ 263658 h 361971"/>
                <a:gd name="connsiteX28" fmla="*/ 143774 w 362309"/>
                <a:gd name="connsiteY28" fmla="*/ 239399 h 361971"/>
                <a:gd name="connsiteX29" fmla="*/ 127799 w 362309"/>
                <a:gd name="connsiteY29" fmla="*/ 210671 h 361971"/>
                <a:gd name="connsiteX30" fmla="*/ 124604 w 362309"/>
                <a:gd name="connsiteY30" fmla="*/ 204926 h 361971"/>
                <a:gd name="connsiteX31" fmla="*/ 128438 w 362309"/>
                <a:gd name="connsiteY31" fmla="*/ 199819 h 361971"/>
                <a:gd name="connsiteX32" fmla="*/ 143774 w 362309"/>
                <a:gd name="connsiteY32" fmla="*/ 170452 h 361971"/>
                <a:gd name="connsiteX33" fmla="*/ 115658 w 362309"/>
                <a:gd name="connsiteY33" fmla="*/ 136617 h 361971"/>
                <a:gd name="connsiteX34" fmla="*/ 111185 w 362309"/>
                <a:gd name="connsiteY34" fmla="*/ 132149 h 361971"/>
                <a:gd name="connsiteX35" fmla="*/ 102239 w 362309"/>
                <a:gd name="connsiteY35" fmla="*/ 121934 h 361971"/>
                <a:gd name="connsiteX36" fmla="*/ 100961 w 362309"/>
                <a:gd name="connsiteY36" fmla="*/ 112997 h 361971"/>
                <a:gd name="connsiteX37" fmla="*/ 103517 w 362309"/>
                <a:gd name="connsiteY37" fmla="*/ 111081 h 361971"/>
                <a:gd name="connsiteX38" fmla="*/ 155276 w 362309"/>
                <a:gd name="connsiteY38" fmla="*/ 113635 h 361971"/>
                <a:gd name="connsiteX39" fmla="*/ 175084 w 362309"/>
                <a:gd name="connsiteY39" fmla="*/ 120657 h 361971"/>
                <a:gd name="connsiteX40" fmla="*/ 154637 w 362309"/>
                <a:gd name="connsiteY40" fmla="*/ 80438 h 361971"/>
                <a:gd name="connsiteX41" fmla="*/ 152081 w 362309"/>
                <a:gd name="connsiteY41" fmla="*/ 71501 h 361971"/>
                <a:gd name="connsiteX42" fmla="*/ 161027 w 362309"/>
                <a:gd name="connsiteY42" fmla="*/ 68947 h 361971"/>
                <a:gd name="connsiteX43" fmla="*/ 161666 w 362309"/>
                <a:gd name="connsiteY43" fmla="*/ 69586 h 361971"/>
                <a:gd name="connsiteX44" fmla="*/ 187864 w 362309"/>
                <a:gd name="connsiteY44" fmla="*/ 120657 h 361971"/>
                <a:gd name="connsiteX45" fmla="*/ 209590 w 362309"/>
                <a:gd name="connsiteY45" fmla="*/ 112997 h 361971"/>
                <a:gd name="connsiteX46" fmla="*/ 258792 w 362309"/>
                <a:gd name="connsiteY46" fmla="*/ 111720 h 361971"/>
                <a:gd name="connsiteX47" fmla="*/ 261987 w 362309"/>
                <a:gd name="connsiteY47" fmla="*/ 120019 h 361971"/>
                <a:gd name="connsiteX48" fmla="*/ 258792 w 362309"/>
                <a:gd name="connsiteY48" fmla="*/ 121296 h 361971"/>
                <a:gd name="connsiteX49" fmla="*/ 258792 w 362309"/>
                <a:gd name="connsiteY49" fmla="*/ 12129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258792" y="121296"/>
                  </a:moveTo>
                  <a:cubicBezTo>
                    <a:pt x="256236" y="121934"/>
                    <a:pt x="254320" y="126403"/>
                    <a:pt x="253041" y="128957"/>
                  </a:cubicBezTo>
                  <a:cubicBezTo>
                    <a:pt x="251764" y="131510"/>
                    <a:pt x="249846" y="134702"/>
                    <a:pt x="246013" y="135341"/>
                  </a:cubicBezTo>
                  <a:cubicBezTo>
                    <a:pt x="232594" y="139171"/>
                    <a:pt x="221731" y="150662"/>
                    <a:pt x="219175" y="164707"/>
                  </a:cubicBezTo>
                  <a:cubicBezTo>
                    <a:pt x="217258" y="178113"/>
                    <a:pt x="223648" y="190881"/>
                    <a:pt x="234511" y="198542"/>
                  </a:cubicBezTo>
                  <a:cubicBezTo>
                    <a:pt x="236428" y="199819"/>
                    <a:pt x="237706" y="201734"/>
                    <a:pt x="237706" y="204287"/>
                  </a:cubicBezTo>
                  <a:cubicBezTo>
                    <a:pt x="237706" y="206841"/>
                    <a:pt x="236428" y="208756"/>
                    <a:pt x="234511" y="209395"/>
                  </a:cubicBezTo>
                  <a:cubicBezTo>
                    <a:pt x="224926" y="214502"/>
                    <a:pt x="219175" y="224716"/>
                    <a:pt x="219175" y="235569"/>
                  </a:cubicBezTo>
                  <a:cubicBezTo>
                    <a:pt x="219814" y="247698"/>
                    <a:pt x="227482" y="258551"/>
                    <a:pt x="238984" y="263658"/>
                  </a:cubicBezTo>
                  <a:cubicBezTo>
                    <a:pt x="240261" y="264297"/>
                    <a:pt x="241540" y="265574"/>
                    <a:pt x="242179" y="266850"/>
                  </a:cubicBezTo>
                  <a:cubicBezTo>
                    <a:pt x="247291" y="277065"/>
                    <a:pt x="247930" y="278980"/>
                    <a:pt x="244735" y="282810"/>
                  </a:cubicBezTo>
                  <a:lnTo>
                    <a:pt x="243456" y="284087"/>
                  </a:lnTo>
                  <a:cubicBezTo>
                    <a:pt x="239623" y="288556"/>
                    <a:pt x="231316" y="297493"/>
                    <a:pt x="220453" y="297493"/>
                  </a:cubicBezTo>
                  <a:lnTo>
                    <a:pt x="218536" y="297493"/>
                  </a:lnTo>
                  <a:cubicBezTo>
                    <a:pt x="214702" y="296855"/>
                    <a:pt x="210868" y="296217"/>
                    <a:pt x="207034" y="294301"/>
                  </a:cubicBezTo>
                  <a:cubicBezTo>
                    <a:pt x="198727" y="291109"/>
                    <a:pt x="190420" y="289194"/>
                    <a:pt x="181474" y="289194"/>
                  </a:cubicBezTo>
                  <a:cubicBezTo>
                    <a:pt x="173807" y="289194"/>
                    <a:pt x="165500" y="290471"/>
                    <a:pt x="157832" y="293663"/>
                  </a:cubicBezTo>
                  <a:cubicBezTo>
                    <a:pt x="153358" y="295578"/>
                    <a:pt x="148886" y="296217"/>
                    <a:pt x="144412" y="297493"/>
                  </a:cubicBezTo>
                  <a:cubicBezTo>
                    <a:pt x="130355" y="299409"/>
                    <a:pt x="118853" y="284725"/>
                    <a:pt x="117575" y="282810"/>
                  </a:cubicBezTo>
                  <a:cubicBezTo>
                    <a:pt x="116297" y="280895"/>
                    <a:pt x="115658" y="278341"/>
                    <a:pt x="116936" y="276426"/>
                  </a:cubicBezTo>
                  <a:lnTo>
                    <a:pt x="120770" y="267489"/>
                  </a:lnTo>
                  <a:cubicBezTo>
                    <a:pt x="121409" y="265574"/>
                    <a:pt x="122687" y="264297"/>
                    <a:pt x="124604" y="263658"/>
                  </a:cubicBezTo>
                  <a:cubicBezTo>
                    <a:pt x="134828" y="259190"/>
                    <a:pt x="141857" y="250252"/>
                    <a:pt x="143774" y="239399"/>
                  </a:cubicBezTo>
                  <a:cubicBezTo>
                    <a:pt x="146330" y="222801"/>
                    <a:pt x="128438" y="210671"/>
                    <a:pt x="127799" y="210671"/>
                  </a:cubicBezTo>
                  <a:cubicBezTo>
                    <a:pt x="125882" y="209395"/>
                    <a:pt x="124604" y="207479"/>
                    <a:pt x="124604" y="204926"/>
                  </a:cubicBezTo>
                  <a:cubicBezTo>
                    <a:pt x="124604" y="202372"/>
                    <a:pt x="125882" y="200457"/>
                    <a:pt x="128438" y="199819"/>
                  </a:cubicBezTo>
                  <a:cubicBezTo>
                    <a:pt x="129077" y="199819"/>
                    <a:pt x="142496" y="192796"/>
                    <a:pt x="143774" y="170452"/>
                  </a:cubicBezTo>
                  <a:cubicBezTo>
                    <a:pt x="145052" y="144916"/>
                    <a:pt x="116936" y="137256"/>
                    <a:pt x="115658" y="136617"/>
                  </a:cubicBezTo>
                  <a:cubicBezTo>
                    <a:pt x="113741" y="135979"/>
                    <a:pt x="111824" y="134702"/>
                    <a:pt x="111185" y="132149"/>
                  </a:cubicBezTo>
                  <a:cubicBezTo>
                    <a:pt x="108629" y="128318"/>
                    <a:pt x="106073" y="124488"/>
                    <a:pt x="102239" y="121934"/>
                  </a:cubicBezTo>
                  <a:cubicBezTo>
                    <a:pt x="99683" y="120019"/>
                    <a:pt x="99044" y="115550"/>
                    <a:pt x="100961" y="112997"/>
                  </a:cubicBezTo>
                  <a:cubicBezTo>
                    <a:pt x="101600" y="112358"/>
                    <a:pt x="102239" y="111720"/>
                    <a:pt x="103517" y="111081"/>
                  </a:cubicBezTo>
                  <a:cubicBezTo>
                    <a:pt x="120131" y="104059"/>
                    <a:pt x="139301" y="104697"/>
                    <a:pt x="155276" y="113635"/>
                  </a:cubicBezTo>
                  <a:cubicBezTo>
                    <a:pt x="161666" y="117465"/>
                    <a:pt x="168056" y="119381"/>
                    <a:pt x="175084" y="120657"/>
                  </a:cubicBezTo>
                  <a:cubicBezTo>
                    <a:pt x="175084" y="104697"/>
                    <a:pt x="167417" y="90014"/>
                    <a:pt x="154637" y="80438"/>
                  </a:cubicBezTo>
                  <a:cubicBezTo>
                    <a:pt x="151442" y="78523"/>
                    <a:pt x="150164" y="74693"/>
                    <a:pt x="152081" y="71501"/>
                  </a:cubicBezTo>
                  <a:cubicBezTo>
                    <a:pt x="153997" y="68309"/>
                    <a:pt x="157832" y="67032"/>
                    <a:pt x="161027" y="68947"/>
                  </a:cubicBezTo>
                  <a:cubicBezTo>
                    <a:pt x="161027" y="68947"/>
                    <a:pt x="161666" y="68947"/>
                    <a:pt x="161666" y="69586"/>
                  </a:cubicBezTo>
                  <a:cubicBezTo>
                    <a:pt x="178279" y="81715"/>
                    <a:pt x="187864" y="100229"/>
                    <a:pt x="187864" y="120657"/>
                  </a:cubicBezTo>
                  <a:cubicBezTo>
                    <a:pt x="195532" y="119381"/>
                    <a:pt x="203200" y="117465"/>
                    <a:pt x="209590" y="112997"/>
                  </a:cubicBezTo>
                  <a:cubicBezTo>
                    <a:pt x="232594" y="99590"/>
                    <a:pt x="258154" y="111081"/>
                    <a:pt x="258792" y="111720"/>
                  </a:cubicBezTo>
                  <a:cubicBezTo>
                    <a:pt x="261987" y="112997"/>
                    <a:pt x="263266" y="116827"/>
                    <a:pt x="261987" y="120019"/>
                  </a:cubicBezTo>
                  <a:cubicBezTo>
                    <a:pt x="260710" y="120019"/>
                    <a:pt x="259431" y="121296"/>
                    <a:pt x="258792" y="121296"/>
                  </a:cubicBezTo>
                  <a:lnTo>
                    <a:pt x="258792" y="121296"/>
                  </a:lnTo>
                  <a:close/>
                </a:path>
              </a:pathLst>
            </a:custGeom>
            <a:solidFill>
              <a:srgbClr val="007680"/>
            </a:solidFill>
            <a:ln w="6390" cap="flat">
              <a:noFill/>
              <a:prstDash val="solid"/>
              <a:miter/>
            </a:ln>
          </p:spPr>
          <p:txBody>
            <a:bodyPr rtlCol="0" anchor="ctr"/>
            <a:lstStyle/>
            <a:p>
              <a:endParaRPr lang="en-US"/>
            </a:p>
          </p:txBody>
        </p:sp>
      </p:grpSp>
      <p:grpSp>
        <p:nvGrpSpPr>
          <p:cNvPr id="560" name="Graphic 4">
            <a:extLst>
              <a:ext uri="{FF2B5EF4-FFF2-40B4-BE49-F238E27FC236}">
                <a16:creationId xmlns:a16="http://schemas.microsoft.com/office/drawing/2014/main" id="{6CD00549-5290-6547-A561-E196DE5175CB}"/>
              </a:ext>
            </a:extLst>
          </p:cNvPr>
          <p:cNvGrpSpPr/>
          <p:nvPr/>
        </p:nvGrpSpPr>
        <p:grpSpPr>
          <a:xfrm>
            <a:off x="4660820" y="2371173"/>
            <a:ext cx="362312" cy="361971"/>
            <a:chOff x="4660820" y="2371173"/>
            <a:chExt cx="362312" cy="361971"/>
          </a:xfrm>
          <a:solidFill>
            <a:srgbClr val="0097A9"/>
          </a:solidFill>
        </p:grpSpPr>
        <p:sp>
          <p:nvSpPr>
            <p:cNvPr id="561" name="Graphic 4">
              <a:extLst>
                <a:ext uri="{FF2B5EF4-FFF2-40B4-BE49-F238E27FC236}">
                  <a16:creationId xmlns:a16="http://schemas.microsoft.com/office/drawing/2014/main" id="{7DA46AEF-98DC-7E45-ADDB-759D06EE9206}"/>
                </a:ext>
              </a:extLst>
            </p:cNvPr>
            <p:cNvSpPr/>
            <p:nvPr/>
          </p:nvSpPr>
          <p:spPr>
            <a:xfrm>
              <a:off x="4660820" y="237117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close/>
                </a:path>
              </a:pathLst>
            </a:custGeom>
            <a:solidFill>
              <a:srgbClr val="0097A9"/>
            </a:solidFill>
            <a:ln w="6390" cap="flat">
              <a:noFill/>
              <a:prstDash val="solid"/>
              <a:miter/>
            </a:ln>
          </p:spPr>
          <p:txBody>
            <a:bodyPr rtlCol="0" anchor="ctr"/>
            <a:lstStyle/>
            <a:p>
              <a:endParaRPr lang="en-US"/>
            </a:p>
          </p:txBody>
        </p:sp>
        <p:sp>
          <p:nvSpPr>
            <p:cNvPr id="562" name="Graphic 4">
              <a:extLst>
                <a:ext uri="{FF2B5EF4-FFF2-40B4-BE49-F238E27FC236}">
                  <a16:creationId xmlns:a16="http://schemas.microsoft.com/office/drawing/2014/main" id="{BF9F4CE4-34EE-FE48-88AD-095F51E6CBF3}"/>
                </a:ext>
              </a:extLst>
            </p:cNvPr>
            <p:cNvSpPr/>
            <p:nvPr/>
          </p:nvSpPr>
          <p:spPr>
            <a:xfrm>
              <a:off x="4773502" y="2453527"/>
              <a:ext cx="138185" cy="196626"/>
            </a:xfrm>
            <a:custGeom>
              <a:avLst/>
              <a:gdLst>
                <a:gd name="connsiteX0" fmla="*/ 131413 w 138185"/>
                <a:gd name="connsiteY0" fmla="*/ 59371 h 196626"/>
                <a:gd name="connsiteX1" fmla="*/ 94991 w 138185"/>
                <a:gd name="connsiteY1" fmla="*/ 59371 h 196626"/>
                <a:gd name="connsiteX2" fmla="*/ 117356 w 138185"/>
                <a:gd name="connsiteY2" fmla="*/ 9576 h 196626"/>
                <a:gd name="connsiteX3" fmla="*/ 116717 w 138185"/>
                <a:gd name="connsiteY3" fmla="*/ 3192 h 196626"/>
                <a:gd name="connsiteX4" fmla="*/ 111605 w 138185"/>
                <a:gd name="connsiteY4" fmla="*/ 0 h 196626"/>
                <a:gd name="connsiteX5" fmla="*/ 45788 w 138185"/>
                <a:gd name="connsiteY5" fmla="*/ 0 h 196626"/>
                <a:gd name="connsiteX6" fmla="*/ 40037 w 138185"/>
                <a:gd name="connsiteY6" fmla="*/ 3830 h 196626"/>
                <a:gd name="connsiteX7" fmla="*/ 420 w 138185"/>
                <a:gd name="connsiteY7" fmla="*/ 95760 h 196626"/>
                <a:gd name="connsiteX8" fmla="*/ 1059 w 138185"/>
                <a:gd name="connsiteY8" fmla="*/ 102144 h 196626"/>
                <a:gd name="connsiteX9" fmla="*/ 6171 w 138185"/>
                <a:gd name="connsiteY9" fmla="*/ 105336 h 196626"/>
                <a:gd name="connsiteX10" fmla="*/ 36842 w 138185"/>
                <a:gd name="connsiteY10" fmla="*/ 105336 h 196626"/>
                <a:gd name="connsiteX11" fmla="*/ 13199 w 138185"/>
                <a:gd name="connsiteY11" fmla="*/ 188966 h 196626"/>
                <a:gd name="connsiteX12" fmla="*/ 16394 w 138185"/>
                <a:gd name="connsiteY12" fmla="*/ 195988 h 196626"/>
                <a:gd name="connsiteX13" fmla="*/ 19589 w 138185"/>
                <a:gd name="connsiteY13" fmla="*/ 196627 h 196626"/>
                <a:gd name="connsiteX14" fmla="*/ 24702 w 138185"/>
                <a:gd name="connsiteY14" fmla="*/ 194711 h 196626"/>
                <a:gd name="connsiteX15" fmla="*/ 136526 w 138185"/>
                <a:gd name="connsiteY15" fmla="*/ 70224 h 196626"/>
                <a:gd name="connsiteX16" fmla="*/ 137803 w 138185"/>
                <a:gd name="connsiteY16" fmla="*/ 63201 h 196626"/>
                <a:gd name="connsiteX17" fmla="*/ 131413 w 138185"/>
                <a:gd name="connsiteY17" fmla="*/ 59371 h 196626"/>
                <a:gd name="connsiteX18" fmla="*/ 33647 w 138185"/>
                <a:gd name="connsiteY18" fmla="*/ 165345 h 196626"/>
                <a:gd name="connsiteX19" fmla="*/ 52178 w 138185"/>
                <a:gd name="connsiteY19" fmla="*/ 100228 h 196626"/>
                <a:gd name="connsiteX20" fmla="*/ 50900 w 138185"/>
                <a:gd name="connsiteY20" fmla="*/ 94483 h 196626"/>
                <a:gd name="connsiteX21" fmla="*/ 45788 w 138185"/>
                <a:gd name="connsiteY21" fmla="*/ 91929 h 196626"/>
                <a:gd name="connsiteX22" fmla="*/ 15756 w 138185"/>
                <a:gd name="connsiteY22" fmla="*/ 91929 h 196626"/>
                <a:gd name="connsiteX23" fmla="*/ 49622 w 138185"/>
                <a:gd name="connsiteY23" fmla="*/ 12768 h 196626"/>
                <a:gd name="connsiteX24" fmla="*/ 101381 w 138185"/>
                <a:gd name="connsiteY24" fmla="*/ 12768 h 196626"/>
                <a:gd name="connsiteX25" fmla="*/ 79016 w 138185"/>
                <a:gd name="connsiteY25" fmla="*/ 62563 h 196626"/>
                <a:gd name="connsiteX26" fmla="*/ 82211 w 138185"/>
                <a:gd name="connsiteY26" fmla="*/ 70862 h 196626"/>
                <a:gd name="connsiteX27" fmla="*/ 84767 w 138185"/>
                <a:gd name="connsiteY27" fmla="*/ 71500 h 196626"/>
                <a:gd name="connsiteX28" fmla="*/ 116717 w 138185"/>
                <a:gd name="connsiteY28" fmla="*/ 71500 h 196626"/>
                <a:gd name="connsiteX29" fmla="*/ 33647 w 138185"/>
                <a:gd name="connsiteY29" fmla="*/ 165345 h 196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8185" h="196626">
                  <a:moveTo>
                    <a:pt x="131413" y="59371"/>
                  </a:moveTo>
                  <a:lnTo>
                    <a:pt x="94991" y="59371"/>
                  </a:lnTo>
                  <a:lnTo>
                    <a:pt x="117356" y="9576"/>
                  </a:lnTo>
                  <a:cubicBezTo>
                    <a:pt x="118633" y="7661"/>
                    <a:pt x="117995" y="5107"/>
                    <a:pt x="116717" y="3192"/>
                  </a:cubicBezTo>
                  <a:cubicBezTo>
                    <a:pt x="115438" y="1277"/>
                    <a:pt x="113522" y="0"/>
                    <a:pt x="111605" y="0"/>
                  </a:cubicBezTo>
                  <a:lnTo>
                    <a:pt x="45788" y="0"/>
                  </a:lnTo>
                  <a:cubicBezTo>
                    <a:pt x="43232" y="0"/>
                    <a:pt x="40677" y="1277"/>
                    <a:pt x="40037" y="3830"/>
                  </a:cubicBezTo>
                  <a:lnTo>
                    <a:pt x="420" y="95760"/>
                  </a:lnTo>
                  <a:cubicBezTo>
                    <a:pt x="-219" y="97675"/>
                    <a:pt x="-219" y="100228"/>
                    <a:pt x="1059" y="102144"/>
                  </a:cubicBezTo>
                  <a:cubicBezTo>
                    <a:pt x="2337" y="104059"/>
                    <a:pt x="4254" y="105336"/>
                    <a:pt x="6171" y="105336"/>
                  </a:cubicBezTo>
                  <a:lnTo>
                    <a:pt x="36842" y="105336"/>
                  </a:lnTo>
                  <a:lnTo>
                    <a:pt x="13199" y="188966"/>
                  </a:lnTo>
                  <a:cubicBezTo>
                    <a:pt x="12561" y="191519"/>
                    <a:pt x="13839" y="194711"/>
                    <a:pt x="16394" y="195988"/>
                  </a:cubicBezTo>
                  <a:cubicBezTo>
                    <a:pt x="17034" y="196627"/>
                    <a:pt x="18312" y="196627"/>
                    <a:pt x="19589" y="196627"/>
                  </a:cubicBezTo>
                  <a:cubicBezTo>
                    <a:pt x="21507" y="196627"/>
                    <a:pt x="23424" y="195988"/>
                    <a:pt x="24702" y="194711"/>
                  </a:cubicBezTo>
                  <a:lnTo>
                    <a:pt x="136526" y="70224"/>
                  </a:lnTo>
                  <a:cubicBezTo>
                    <a:pt x="138442" y="68308"/>
                    <a:pt x="138442" y="65755"/>
                    <a:pt x="137803" y="63201"/>
                  </a:cubicBezTo>
                  <a:cubicBezTo>
                    <a:pt x="135886" y="60648"/>
                    <a:pt x="133969" y="59371"/>
                    <a:pt x="131413" y="59371"/>
                  </a:cubicBezTo>
                  <a:close/>
                  <a:moveTo>
                    <a:pt x="33647" y="165345"/>
                  </a:moveTo>
                  <a:lnTo>
                    <a:pt x="52178" y="100228"/>
                  </a:lnTo>
                  <a:cubicBezTo>
                    <a:pt x="52817" y="98313"/>
                    <a:pt x="52178" y="96398"/>
                    <a:pt x="50900" y="94483"/>
                  </a:cubicBezTo>
                  <a:cubicBezTo>
                    <a:pt x="49622" y="93206"/>
                    <a:pt x="47705" y="91929"/>
                    <a:pt x="45788" y="91929"/>
                  </a:cubicBezTo>
                  <a:lnTo>
                    <a:pt x="15756" y="91929"/>
                  </a:lnTo>
                  <a:lnTo>
                    <a:pt x="49622" y="12768"/>
                  </a:lnTo>
                  <a:lnTo>
                    <a:pt x="101381" y="12768"/>
                  </a:lnTo>
                  <a:lnTo>
                    <a:pt x="79016" y="62563"/>
                  </a:lnTo>
                  <a:cubicBezTo>
                    <a:pt x="77738" y="65755"/>
                    <a:pt x="79016" y="69585"/>
                    <a:pt x="82211" y="70862"/>
                  </a:cubicBezTo>
                  <a:cubicBezTo>
                    <a:pt x="82850" y="71500"/>
                    <a:pt x="84128" y="71500"/>
                    <a:pt x="84767" y="71500"/>
                  </a:cubicBezTo>
                  <a:lnTo>
                    <a:pt x="116717" y="71500"/>
                  </a:lnTo>
                  <a:lnTo>
                    <a:pt x="33647" y="165345"/>
                  </a:lnTo>
                  <a:close/>
                </a:path>
              </a:pathLst>
            </a:custGeom>
            <a:solidFill>
              <a:srgbClr val="0097A9"/>
            </a:solidFill>
            <a:ln w="6390" cap="flat">
              <a:noFill/>
              <a:prstDash val="solid"/>
              <a:miter/>
            </a:ln>
          </p:spPr>
          <p:txBody>
            <a:bodyPr rtlCol="0" anchor="ctr"/>
            <a:lstStyle/>
            <a:p>
              <a:endParaRPr lang="en-US"/>
            </a:p>
          </p:txBody>
        </p:sp>
      </p:grpSp>
      <p:grpSp>
        <p:nvGrpSpPr>
          <p:cNvPr id="563" name="Graphic 4">
            <a:extLst>
              <a:ext uri="{FF2B5EF4-FFF2-40B4-BE49-F238E27FC236}">
                <a16:creationId xmlns:a16="http://schemas.microsoft.com/office/drawing/2014/main" id="{A17BB15F-FC7F-FC4A-B47C-73B54945EDF9}"/>
              </a:ext>
            </a:extLst>
          </p:cNvPr>
          <p:cNvGrpSpPr/>
          <p:nvPr/>
        </p:nvGrpSpPr>
        <p:grpSpPr>
          <a:xfrm>
            <a:off x="467743" y="1402723"/>
            <a:ext cx="361670" cy="361971"/>
            <a:chOff x="467743" y="1402723"/>
            <a:chExt cx="361670" cy="361971"/>
          </a:xfrm>
          <a:solidFill>
            <a:srgbClr val="00ABAB"/>
          </a:solidFill>
        </p:grpSpPr>
        <p:sp>
          <p:nvSpPr>
            <p:cNvPr id="564" name="Graphic 4">
              <a:extLst>
                <a:ext uri="{FF2B5EF4-FFF2-40B4-BE49-F238E27FC236}">
                  <a16:creationId xmlns:a16="http://schemas.microsoft.com/office/drawing/2014/main" id="{E108F1C0-DABD-0349-8789-3209691623C0}"/>
                </a:ext>
              </a:extLst>
            </p:cNvPr>
            <p:cNvSpPr/>
            <p:nvPr/>
          </p:nvSpPr>
          <p:spPr>
            <a:xfrm>
              <a:off x="467743" y="1402723"/>
              <a:ext cx="361670" cy="361971"/>
            </a:xfrm>
            <a:custGeom>
              <a:avLst/>
              <a:gdLst>
                <a:gd name="connsiteX0" fmla="*/ 180835 w 361670"/>
                <a:gd name="connsiteY0" fmla="*/ 0 h 361971"/>
                <a:gd name="connsiteX1" fmla="*/ 0 w 361670"/>
                <a:gd name="connsiteY1" fmla="*/ 181305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028 h 361971"/>
                <a:gd name="connsiteX9" fmla="*/ 180835 w 361670"/>
                <a:gd name="connsiteY9" fmla="*/ 12130 h 361971"/>
                <a:gd name="connsiteX10" fmla="*/ 348891 w 361670"/>
                <a:gd name="connsiteY10" fmla="*/ 180028 h 361971"/>
                <a:gd name="connsiteX11" fmla="*/ 180835 w 361670"/>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1971">
                  <a:moveTo>
                    <a:pt x="180835" y="0"/>
                  </a:moveTo>
                  <a:cubicBezTo>
                    <a:pt x="80513" y="0"/>
                    <a:pt x="0" y="81077"/>
                    <a:pt x="0" y="181305"/>
                  </a:cubicBezTo>
                  <a:cubicBezTo>
                    <a:pt x="0" y="281534"/>
                    <a:pt x="81152" y="361972"/>
                    <a:pt x="180835" y="361972"/>
                  </a:cubicBezTo>
                  <a:cubicBezTo>
                    <a:pt x="280518" y="361972"/>
                    <a:pt x="361670" y="280895"/>
                    <a:pt x="361670" y="181305"/>
                  </a:cubicBezTo>
                  <a:cubicBezTo>
                    <a:pt x="361670" y="181305"/>
                    <a:pt x="361670" y="181305"/>
                    <a:pt x="361670" y="181305"/>
                  </a:cubicBezTo>
                  <a:cubicBezTo>
                    <a:pt x="361670" y="80438"/>
                    <a:pt x="281157" y="0"/>
                    <a:pt x="180835" y="0"/>
                  </a:cubicBezTo>
                  <a:cubicBezTo>
                    <a:pt x="180835" y="0"/>
                    <a:pt x="180835" y="0"/>
                    <a:pt x="180835" y="0"/>
                  </a:cubicBezTo>
                  <a:close/>
                  <a:moveTo>
                    <a:pt x="180835" y="348565"/>
                  </a:moveTo>
                  <a:cubicBezTo>
                    <a:pt x="87542" y="348565"/>
                    <a:pt x="12780" y="273234"/>
                    <a:pt x="12780" y="180028"/>
                  </a:cubicBezTo>
                  <a:cubicBezTo>
                    <a:pt x="12780" y="86822"/>
                    <a:pt x="87542" y="12130"/>
                    <a:pt x="180835" y="12130"/>
                  </a:cubicBezTo>
                  <a:cubicBezTo>
                    <a:pt x="274128" y="12130"/>
                    <a:pt x="348891" y="87461"/>
                    <a:pt x="348891" y="180028"/>
                  </a:cubicBezTo>
                  <a:cubicBezTo>
                    <a:pt x="348891" y="273234"/>
                    <a:pt x="273489" y="348565"/>
                    <a:pt x="180835" y="348565"/>
                  </a:cubicBezTo>
                  <a:close/>
                </a:path>
              </a:pathLst>
            </a:custGeom>
            <a:solidFill>
              <a:srgbClr val="00ABAB"/>
            </a:solidFill>
            <a:ln w="6390" cap="flat">
              <a:noFill/>
              <a:prstDash val="solid"/>
              <a:miter/>
            </a:ln>
          </p:spPr>
          <p:txBody>
            <a:bodyPr rtlCol="0" anchor="ctr"/>
            <a:lstStyle/>
            <a:p>
              <a:endParaRPr lang="en-US"/>
            </a:p>
          </p:txBody>
        </p:sp>
        <p:sp>
          <p:nvSpPr>
            <p:cNvPr id="565" name="Graphic 4">
              <a:extLst>
                <a:ext uri="{FF2B5EF4-FFF2-40B4-BE49-F238E27FC236}">
                  <a16:creationId xmlns:a16="http://schemas.microsoft.com/office/drawing/2014/main" id="{37A3E17B-492B-6447-B7B7-2547C8AF4742}"/>
                </a:ext>
              </a:extLst>
            </p:cNvPr>
            <p:cNvSpPr/>
            <p:nvPr/>
          </p:nvSpPr>
          <p:spPr>
            <a:xfrm>
              <a:off x="541840" y="1472262"/>
              <a:ext cx="212810" cy="222847"/>
            </a:xfrm>
            <a:custGeom>
              <a:avLst/>
              <a:gdLst>
                <a:gd name="connsiteX0" fmla="*/ 69676 w 212810"/>
                <a:gd name="connsiteY0" fmla="*/ 4515 h 222847"/>
                <a:gd name="connsiteX1" fmla="*/ 65203 w 212810"/>
                <a:gd name="connsiteY1" fmla="*/ 12176 h 222847"/>
                <a:gd name="connsiteX2" fmla="*/ 69676 w 212810"/>
                <a:gd name="connsiteY2" fmla="*/ 16645 h 222847"/>
                <a:gd name="connsiteX3" fmla="*/ 123991 w 212810"/>
                <a:gd name="connsiteY3" fmla="*/ 62609 h 222847"/>
                <a:gd name="connsiteX4" fmla="*/ 79900 w 212810"/>
                <a:gd name="connsiteY4" fmla="*/ 160284 h 222847"/>
                <a:gd name="connsiteX5" fmla="*/ 9611 w 212810"/>
                <a:gd name="connsiteY5" fmla="*/ 150070 h 222847"/>
                <a:gd name="connsiteX6" fmla="*/ 1943 w 212810"/>
                <a:gd name="connsiteY6" fmla="*/ 150708 h 222847"/>
                <a:gd name="connsiteX7" fmla="*/ 665 w 212810"/>
                <a:gd name="connsiteY7" fmla="*/ 158369 h 222847"/>
                <a:gd name="connsiteX8" fmla="*/ 101626 w 212810"/>
                <a:gd name="connsiteY8" fmla="*/ 222847 h 222847"/>
                <a:gd name="connsiteX9" fmla="*/ 212811 w 212810"/>
                <a:gd name="connsiteY9" fmla="*/ 111766 h 222847"/>
                <a:gd name="connsiteX10" fmla="*/ 205782 w 212810"/>
                <a:gd name="connsiteY10" fmla="*/ 72185 h 222847"/>
                <a:gd name="connsiteX11" fmla="*/ 69676 w 212810"/>
                <a:gd name="connsiteY11" fmla="*/ 4515 h 222847"/>
                <a:gd name="connsiteX12" fmla="*/ 191085 w 212810"/>
                <a:gd name="connsiteY12" fmla="*/ 151347 h 222847"/>
                <a:gd name="connsiteX13" fmla="*/ 61369 w 212810"/>
                <a:gd name="connsiteY13" fmla="*/ 200503 h 222847"/>
                <a:gd name="connsiteX14" fmla="*/ 23669 w 212810"/>
                <a:gd name="connsiteY14" fmla="*/ 171137 h 222847"/>
                <a:gd name="connsiteX15" fmla="*/ 138688 w 212810"/>
                <a:gd name="connsiteY15" fmla="*/ 127726 h 222847"/>
                <a:gd name="connsiteX16" fmla="*/ 95236 w 212810"/>
                <a:gd name="connsiteY16" fmla="*/ 12814 h 222847"/>
                <a:gd name="connsiteX17" fmla="*/ 95236 w 212810"/>
                <a:gd name="connsiteY17" fmla="*/ 12814 h 222847"/>
                <a:gd name="connsiteX18" fmla="*/ 194280 w 212810"/>
                <a:gd name="connsiteY18" fmla="*/ 76654 h 222847"/>
                <a:gd name="connsiteX19" fmla="*/ 191085 w 212810"/>
                <a:gd name="connsiteY19" fmla="*/ 151347 h 222847"/>
                <a:gd name="connsiteX20" fmla="*/ 191085 w 212810"/>
                <a:gd name="connsiteY20" fmla="*/ 151347 h 222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2810" h="222847">
                  <a:moveTo>
                    <a:pt x="69676" y="4515"/>
                  </a:moveTo>
                  <a:cubicBezTo>
                    <a:pt x="66481" y="5792"/>
                    <a:pt x="64564" y="8984"/>
                    <a:pt x="65203" y="12176"/>
                  </a:cubicBezTo>
                  <a:cubicBezTo>
                    <a:pt x="65842" y="14091"/>
                    <a:pt x="67759" y="16006"/>
                    <a:pt x="69676" y="16645"/>
                  </a:cubicBezTo>
                  <a:cubicBezTo>
                    <a:pt x="89485" y="21752"/>
                    <a:pt x="114406" y="36435"/>
                    <a:pt x="123991" y="62609"/>
                  </a:cubicBezTo>
                  <a:cubicBezTo>
                    <a:pt x="138688" y="101552"/>
                    <a:pt x="118879" y="145601"/>
                    <a:pt x="79900" y="160284"/>
                  </a:cubicBezTo>
                  <a:cubicBezTo>
                    <a:pt x="54340" y="169860"/>
                    <a:pt x="26864" y="160923"/>
                    <a:pt x="9611" y="150070"/>
                  </a:cubicBezTo>
                  <a:cubicBezTo>
                    <a:pt x="7055" y="148793"/>
                    <a:pt x="3860" y="148793"/>
                    <a:pt x="1943" y="150708"/>
                  </a:cubicBezTo>
                  <a:cubicBezTo>
                    <a:pt x="26" y="152624"/>
                    <a:pt x="-613" y="155816"/>
                    <a:pt x="665" y="158369"/>
                  </a:cubicBezTo>
                  <a:cubicBezTo>
                    <a:pt x="19196" y="197311"/>
                    <a:pt x="58174" y="222209"/>
                    <a:pt x="101626" y="222847"/>
                  </a:cubicBezTo>
                  <a:cubicBezTo>
                    <a:pt x="162969" y="222847"/>
                    <a:pt x="212811" y="173052"/>
                    <a:pt x="212811" y="111766"/>
                  </a:cubicBezTo>
                  <a:cubicBezTo>
                    <a:pt x="212811" y="98360"/>
                    <a:pt x="210255" y="84953"/>
                    <a:pt x="205782" y="72185"/>
                  </a:cubicBezTo>
                  <a:cubicBezTo>
                    <a:pt x="185334" y="18560"/>
                    <a:pt x="123352" y="-12083"/>
                    <a:pt x="69676" y="4515"/>
                  </a:cubicBezTo>
                  <a:close/>
                  <a:moveTo>
                    <a:pt x="191085" y="151347"/>
                  </a:moveTo>
                  <a:cubicBezTo>
                    <a:pt x="168720" y="200503"/>
                    <a:pt x="110572" y="222847"/>
                    <a:pt x="61369" y="200503"/>
                  </a:cubicBezTo>
                  <a:cubicBezTo>
                    <a:pt x="46672" y="194119"/>
                    <a:pt x="33893" y="183905"/>
                    <a:pt x="23669" y="171137"/>
                  </a:cubicBezTo>
                  <a:cubicBezTo>
                    <a:pt x="67759" y="190927"/>
                    <a:pt x="118879" y="171137"/>
                    <a:pt x="138688" y="127726"/>
                  </a:cubicBezTo>
                  <a:cubicBezTo>
                    <a:pt x="158496" y="83677"/>
                    <a:pt x="138688" y="32605"/>
                    <a:pt x="95236" y="12814"/>
                  </a:cubicBezTo>
                  <a:lnTo>
                    <a:pt x="95236" y="12814"/>
                  </a:lnTo>
                  <a:cubicBezTo>
                    <a:pt x="138688" y="10899"/>
                    <a:pt x="178305" y="36435"/>
                    <a:pt x="194280" y="76654"/>
                  </a:cubicBezTo>
                  <a:cubicBezTo>
                    <a:pt x="203226" y="100913"/>
                    <a:pt x="202587" y="127726"/>
                    <a:pt x="191085" y="151347"/>
                  </a:cubicBezTo>
                  <a:lnTo>
                    <a:pt x="191085" y="151347"/>
                  </a:lnTo>
                  <a:close/>
                </a:path>
              </a:pathLst>
            </a:custGeom>
            <a:solidFill>
              <a:srgbClr val="00ABAB"/>
            </a:solidFill>
            <a:ln w="6390" cap="flat">
              <a:noFill/>
              <a:prstDash val="solid"/>
              <a:miter/>
            </a:ln>
          </p:spPr>
          <p:txBody>
            <a:bodyPr rtlCol="0" anchor="ctr"/>
            <a:lstStyle/>
            <a:p>
              <a:endParaRPr lang="en-US"/>
            </a:p>
          </p:txBody>
        </p:sp>
      </p:grpSp>
      <p:grpSp>
        <p:nvGrpSpPr>
          <p:cNvPr id="566" name="Graphic 4">
            <a:extLst>
              <a:ext uri="{FF2B5EF4-FFF2-40B4-BE49-F238E27FC236}">
                <a16:creationId xmlns:a16="http://schemas.microsoft.com/office/drawing/2014/main" id="{6B540E63-21CB-9047-A834-9278EB41E478}"/>
              </a:ext>
            </a:extLst>
          </p:cNvPr>
          <p:cNvGrpSpPr/>
          <p:nvPr/>
        </p:nvGrpSpPr>
        <p:grpSpPr>
          <a:xfrm>
            <a:off x="467743" y="1893013"/>
            <a:ext cx="361670" cy="362610"/>
            <a:chOff x="467743" y="1893013"/>
            <a:chExt cx="361670" cy="362610"/>
          </a:xfrm>
          <a:solidFill>
            <a:srgbClr val="00ABAB"/>
          </a:solidFill>
        </p:grpSpPr>
        <p:sp>
          <p:nvSpPr>
            <p:cNvPr id="567" name="Graphic 4">
              <a:extLst>
                <a:ext uri="{FF2B5EF4-FFF2-40B4-BE49-F238E27FC236}">
                  <a16:creationId xmlns:a16="http://schemas.microsoft.com/office/drawing/2014/main" id="{53EDF3AB-311B-4245-A0FF-02D0BA777FEE}"/>
                </a:ext>
              </a:extLst>
            </p:cNvPr>
            <p:cNvSpPr/>
            <p:nvPr/>
          </p:nvSpPr>
          <p:spPr>
            <a:xfrm>
              <a:off x="467743" y="1893013"/>
              <a:ext cx="361670" cy="362610"/>
            </a:xfrm>
            <a:custGeom>
              <a:avLst/>
              <a:gdLst>
                <a:gd name="connsiteX0" fmla="*/ 180835 w 361670"/>
                <a:gd name="connsiteY0" fmla="*/ 0 h 362610"/>
                <a:gd name="connsiteX1" fmla="*/ 0 w 361670"/>
                <a:gd name="connsiteY1" fmla="*/ 181305 h 362610"/>
                <a:gd name="connsiteX2" fmla="*/ 180835 w 361670"/>
                <a:gd name="connsiteY2" fmla="*/ 362610 h 362610"/>
                <a:gd name="connsiteX3" fmla="*/ 361670 w 361670"/>
                <a:gd name="connsiteY3" fmla="*/ 181305 h 362610"/>
                <a:gd name="connsiteX4" fmla="*/ 361670 w 361670"/>
                <a:gd name="connsiteY4" fmla="*/ 181305 h 362610"/>
                <a:gd name="connsiteX5" fmla="*/ 180835 w 361670"/>
                <a:gd name="connsiteY5" fmla="*/ 0 h 362610"/>
                <a:gd name="connsiteX6" fmla="*/ 180835 w 361670"/>
                <a:gd name="connsiteY6" fmla="*/ 0 h 362610"/>
                <a:gd name="connsiteX7" fmla="*/ 180835 w 361670"/>
                <a:gd name="connsiteY7" fmla="*/ 349204 h 362610"/>
                <a:gd name="connsiteX8" fmla="*/ 12780 w 361670"/>
                <a:gd name="connsiteY8" fmla="*/ 180667 h 362610"/>
                <a:gd name="connsiteX9" fmla="*/ 180835 w 361670"/>
                <a:gd name="connsiteY9" fmla="*/ 12130 h 362610"/>
                <a:gd name="connsiteX10" fmla="*/ 348891 w 361670"/>
                <a:gd name="connsiteY10" fmla="*/ 180667 h 362610"/>
                <a:gd name="connsiteX11" fmla="*/ 180835 w 361670"/>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2610">
                  <a:moveTo>
                    <a:pt x="180835" y="0"/>
                  </a:moveTo>
                  <a:cubicBezTo>
                    <a:pt x="80513" y="0"/>
                    <a:pt x="0" y="81077"/>
                    <a:pt x="0" y="181305"/>
                  </a:cubicBezTo>
                  <a:cubicBezTo>
                    <a:pt x="0" y="281534"/>
                    <a:pt x="81152" y="362610"/>
                    <a:pt x="180835" y="362610"/>
                  </a:cubicBezTo>
                  <a:cubicBezTo>
                    <a:pt x="280518" y="362610"/>
                    <a:pt x="361670" y="281534"/>
                    <a:pt x="361670" y="181305"/>
                  </a:cubicBezTo>
                  <a:cubicBezTo>
                    <a:pt x="361670" y="181305"/>
                    <a:pt x="361670" y="181305"/>
                    <a:pt x="361670" y="181305"/>
                  </a:cubicBezTo>
                  <a:cubicBezTo>
                    <a:pt x="361670"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130"/>
                    <a:pt x="180835" y="12130"/>
                  </a:cubicBezTo>
                  <a:cubicBezTo>
                    <a:pt x="273489" y="12130"/>
                    <a:pt x="348891" y="87461"/>
                    <a:pt x="348891" y="180667"/>
                  </a:cubicBezTo>
                  <a:cubicBezTo>
                    <a:pt x="348891" y="273873"/>
                    <a:pt x="273489" y="349204"/>
                    <a:pt x="180835" y="349204"/>
                  </a:cubicBezTo>
                  <a:close/>
                </a:path>
              </a:pathLst>
            </a:custGeom>
            <a:solidFill>
              <a:srgbClr val="00ABAB"/>
            </a:solidFill>
            <a:ln w="6390" cap="flat">
              <a:noFill/>
              <a:prstDash val="solid"/>
              <a:miter/>
            </a:ln>
          </p:spPr>
          <p:txBody>
            <a:bodyPr rtlCol="0" anchor="ctr"/>
            <a:lstStyle/>
            <a:p>
              <a:endParaRPr lang="en-US"/>
            </a:p>
          </p:txBody>
        </p:sp>
        <p:sp>
          <p:nvSpPr>
            <p:cNvPr id="568" name="Graphic 4">
              <a:extLst>
                <a:ext uri="{FF2B5EF4-FFF2-40B4-BE49-F238E27FC236}">
                  <a16:creationId xmlns:a16="http://schemas.microsoft.com/office/drawing/2014/main" id="{F998563E-66E5-BE4E-8914-A0363462F4EC}"/>
                </a:ext>
              </a:extLst>
            </p:cNvPr>
            <p:cNvSpPr/>
            <p:nvPr/>
          </p:nvSpPr>
          <p:spPr>
            <a:xfrm>
              <a:off x="582123" y="2007925"/>
              <a:ext cx="132910" cy="132786"/>
            </a:xfrm>
            <a:custGeom>
              <a:avLst/>
              <a:gdLst>
                <a:gd name="connsiteX0" fmla="*/ 66455 w 132910"/>
                <a:gd name="connsiteY0" fmla="*/ 0 h 132786"/>
                <a:gd name="connsiteX1" fmla="*/ 0 w 132910"/>
                <a:gd name="connsiteY1" fmla="*/ 66393 h 132786"/>
                <a:gd name="connsiteX2" fmla="*/ 66455 w 132910"/>
                <a:gd name="connsiteY2" fmla="*/ 132787 h 132786"/>
                <a:gd name="connsiteX3" fmla="*/ 132911 w 132910"/>
                <a:gd name="connsiteY3" fmla="*/ 66393 h 132786"/>
                <a:gd name="connsiteX4" fmla="*/ 132911 w 132910"/>
                <a:gd name="connsiteY4" fmla="*/ 66393 h 132786"/>
                <a:gd name="connsiteX5" fmla="*/ 66455 w 132910"/>
                <a:gd name="connsiteY5" fmla="*/ 0 h 132786"/>
                <a:gd name="connsiteX6" fmla="*/ 66455 w 132910"/>
                <a:gd name="connsiteY6" fmla="*/ 120657 h 132786"/>
                <a:gd name="connsiteX7" fmla="*/ 12780 w 132910"/>
                <a:gd name="connsiteY7" fmla="*/ 67032 h 132786"/>
                <a:gd name="connsiteX8" fmla="*/ 66455 w 132910"/>
                <a:gd name="connsiteY8" fmla="*/ 13406 h 132786"/>
                <a:gd name="connsiteX9" fmla="*/ 120131 w 132910"/>
                <a:gd name="connsiteY9" fmla="*/ 67032 h 132786"/>
                <a:gd name="connsiteX10" fmla="*/ 120131 w 132910"/>
                <a:gd name="connsiteY10" fmla="*/ 67032 h 132786"/>
                <a:gd name="connsiteX11" fmla="*/ 66455 w 132910"/>
                <a:gd name="connsiteY11" fmla="*/ 120657 h 132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910" h="132786">
                  <a:moveTo>
                    <a:pt x="66455" y="0"/>
                  </a:moveTo>
                  <a:cubicBezTo>
                    <a:pt x="29394" y="0"/>
                    <a:pt x="0" y="30005"/>
                    <a:pt x="0" y="66393"/>
                  </a:cubicBezTo>
                  <a:cubicBezTo>
                    <a:pt x="0" y="103421"/>
                    <a:pt x="30033" y="132787"/>
                    <a:pt x="66455" y="132787"/>
                  </a:cubicBezTo>
                  <a:cubicBezTo>
                    <a:pt x="103517" y="132787"/>
                    <a:pt x="132911" y="102782"/>
                    <a:pt x="132911" y="66393"/>
                  </a:cubicBezTo>
                  <a:cubicBezTo>
                    <a:pt x="132911" y="66393"/>
                    <a:pt x="132911" y="66393"/>
                    <a:pt x="132911" y="66393"/>
                  </a:cubicBezTo>
                  <a:cubicBezTo>
                    <a:pt x="132911" y="30005"/>
                    <a:pt x="102878" y="0"/>
                    <a:pt x="66455" y="0"/>
                  </a:cubicBezTo>
                  <a:close/>
                  <a:moveTo>
                    <a:pt x="66455" y="120657"/>
                  </a:moveTo>
                  <a:cubicBezTo>
                    <a:pt x="36423" y="120657"/>
                    <a:pt x="12780" y="96398"/>
                    <a:pt x="12780" y="67032"/>
                  </a:cubicBezTo>
                  <a:cubicBezTo>
                    <a:pt x="12780" y="37665"/>
                    <a:pt x="37062" y="13406"/>
                    <a:pt x="66455" y="13406"/>
                  </a:cubicBezTo>
                  <a:cubicBezTo>
                    <a:pt x="95849" y="13406"/>
                    <a:pt x="120131" y="37665"/>
                    <a:pt x="120131" y="67032"/>
                  </a:cubicBezTo>
                  <a:lnTo>
                    <a:pt x="120131" y="67032"/>
                  </a:lnTo>
                  <a:cubicBezTo>
                    <a:pt x="120131" y="96398"/>
                    <a:pt x="95849" y="120657"/>
                    <a:pt x="66455" y="120657"/>
                  </a:cubicBezTo>
                  <a:close/>
                </a:path>
              </a:pathLst>
            </a:custGeom>
            <a:solidFill>
              <a:srgbClr val="00ABAB"/>
            </a:solidFill>
            <a:ln w="6390" cap="flat">
              <a:noFill/>
              <a:prstDash val="solid"/>
              <a:miter/>
            </a:ln>
          </p:spPr>
          <p:txBody>
            <a:bodyPr rtlCol="0" anchor="ctr"/>
            <a:lstStyle/>
            <a:p>
              <a:endParaRPr lang="en-US"/>
            </a:p>
          </p:txBody>
        </p:sp>
        <p:sp>
          <p:nvSpPr>
            <p:cNvPr id="569" name="Graphic 4">
              <a:extLst>
                <a:ext uri="{FF2B5EF4-FFF2-40B4-BE49-F238E27FC236}">
                  <a16:creationId xmlns:a16="http://schemas.microsoft.com/office/drawing/2014/main" id="{34CE2F02-508C-BD4A-93E0-C08BC50B5081}"/>
                </a:ext>
              </a:extLst>
            </p:cNvPr>
            <p:cNvSpPr/>
            <p:nvPr/>
          </p:nvSpPr>
          <p:spPr>
            <a:xfrm>
              <a:off x="732286" y="2068572"/>
              <a:ext cx="28115" cy="12767"/>
            </a:xfrm>
            <a:custGeom>
              <a:avLst/>
              <a:gdLst>
                <a:gd name="connsiteX0" fmla="*/ 21726 w 28115"/>
                <a:gd name="connsiteY0" fmla="*/ 0 h 12767"/>
                <a:gd name="connsiteX1" fmla="*/ 6390 w 28115"/>
                <a:gd name="connsiteY1" fmla="*/ 0 h 12767"/>
                <a:gd name="connsiteX2" fmla="*/ 0 w 28115"/>
                <a:gd name="connsiteY2" fmla="*/ 6384 h 12767"/>
                <a:gd name="connsiteX3" fmla="*/ 6390 w 28115"/>
                <a:gd name="connsiteY3" fmla="*/ 12768 h 12767"/>
                <a:gd name="connsiteX4" fmla="*/ 21726 w 28115"/>
                <a:gd name="connsiteY4" fmla="*/ 12768 h 12767"/>
                <a:gd name="connsiteX5" fmla="*/ 28116 w 28115"/>
                <a:gd name="connsiteY5" fmla="*/ 6384 h 12767"/>
                <a:gd name="connsiteX6" fmla="*/ 21726 w 28115"/>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15" h="12767">
                  <a:moveTo>
                    <a:pt x="21726" y="0"/>
                  </a:moveTo>
                  <a:lnTo>
                    <a:pt x="6390" y="0"/>
                  </a:lnTo>
                  <a:cubicBezTo>
                    <a:pt x="2556" y="0"/>
                    <a:pt x="0" y="2554"/>
                    <a:pt x="0" y="6384"/>
                  </a:cubicBezTo>
                  <a:cubicBezTo>
                    <a:pt x="0" y="10214"/>
                    <a:pt x="2556" y="12768"/>
                    <a:pt x="6390" y="12768"/>
                  </a:cubicBezTo>
                  <a:lnTo>
                    <a:pt x="21726" y="12768"/>
                  </a:lnTo>
                  <a:cubicBezTo>
                    <a:pt x="25560" y="12768"/>
                    <a:pt x="28116" y="10214"/>
                    <a:pt x="28116" y="6384"/>
                  </a:cubicBezTo>
                  <a:cubicBezTo>
                    <a:pt x="28116" y="2554"/>
                    <a:pt x="25560" y="0"/>
                    <a:pt x="21726" y="0"/>
                  </a:cubicBezTo>
                  <a:close/>
                </a:path>
              </a:pathLst>
            </a:custGeom>
            <a:solidFill>
              <a:srgbClr val="00ABAB"/>
            </a:solidFill>
            <a:ln w="6390" cap="flat">
              <a:noFill/>
              <a:prstDash val="solid"/>
              <a:miter/>
            </a:ln>
          </p:spPr>
          <p:txBody>
            <a:bodyPr rtlCol="0" anchor="ctr"/>
            <a:lstStyle/>
            <a:p>
              <a:endParaRPr lang="en-US"/>
            </a:p>
          </p:txBody>
        </p:sp>
        <p:sp>
          <p:nvSpPr>
            <p:cNvPr id="570" name="Graphic 4">
              <a:extLst>
                <a:ext uri="{FF2B5EF4-FFF2-40B4-BE49-F238E27FC236}">
                  <a16:creationId xmlns:a16="http://schemas.microsoft.com/office/drawing/2014/main" id="{97FA5C67-6F9A-DB46-AF03-DBE30A29C853}"/>
                </a:ext>
              </a:extLst>
            </p:cNvPr>
            <p:cNvSpPr/>
            <p:nvPr/>
          </p:nvSpPr>
          <p:spPr>
            <a:xfrm>
              <a:off x="536754" y="2068572"/>
              <a:ext cx="27476" cy="12767"/>
            </a:xfrm>
            <a:custGeom>
              <a:avLst/>
              <a:gdLst>
                <a:gd name="connsiteX0" fmla="*/ 21087 w 27476"/>
                <a:gd name="connsiteY0" fmla="*/ 0 h 12767"/>
                <a:gd name="connsiteX1" fmla="*/ 6390 w 27476"/>
                <a:gd name="connsiteY1" fmla="*/ 0 h 12767"/>
                <a:gd name="connsiteX2" fmla="*/ 0 w 27476"/>
                <a:gd name="connsiteY2" fmla="*/ 6384 h 12767"/>
                <a:gd name="connsiteX3" fmla="*/ 6390 w 27476"/>
                <a:gd name="connsiteY3" fmla="*/ 12768 h 12767"/>
                <a:gd name="connsiteX4" fmla="*/ 21087 w 27476"/>
                <a:gd name="connsiteY4" fmla="*/ 12768 h 12767"/>
                <a:gd name="connsiteX5" fmla="*/ 27477 w 27476"/>
                <a:gd name="connsiteY5" fmla="*/ 6384 h 12767"/>
                <a:gd name="connsiteX6" fmla="*/ 21087 w 27476"/>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76" h="12767">
                  <a:moveTo>
                    <a:pt x="21087" y="0"/>
                  </a:moveTo>
                  <a:lnTo>
                    <a:pt x="6390" y="0"/>
                  </a:lnTo>
                  <a:cubicBezTo>
                    <a:pt x="2556" y="0"/>
                    <a:pt x="0" y="2554"/>
                    <a:pt x="0" y="6384"/>
                  </a:cubicBezTo>
                  <a:cubicBezTo>
                    <a:pt x="0" y="10214"/>
                    <a:pt x="2556" y="12768"/>
                    <a:pt x="6390" y="12768"/>
                  </a:cubicBezTo>
                  <a:lnTo>
                    <a:pt x="21087" y="12768"/>
                  </a:lnTo>
                  <a:cubicBezTo>
                    <a:pt x="24921" y="12768"/>
                    <a:pt x="27477" y="10214"/>
                    <a:pt x="27477" y="6384"/>
                  </a:cubicBezTo>
                  <a:cubicBezTo>
                    <a:pt x="27477" y="2554"/>
                    <a:pt x="24921" y="0"/>
                    <a:pt x="21087" y="0"/>
                  </a:cubicBezTo>
                  <a:close/>
                </a:path>
              </a:pathLst>
            </a:custGeom>
            <a:solidFill>
              <a:srgbClr val="00ABAB"/>
            </a:solidFill>
            <a:ln w="6390" cap="flat">
              <a:noFill/>
              <a:prstDash val="solid"/>
              <a:miter/>
            </a:ln>
          </p:spPr>
          <p:txBody>
            <a:bodyPr rtlCol="0" anchor="ctr"/>
            <a:lstStyle/>
            <a:p>
              <a:endParaRPr lang="en-US"/>
            </a:p>
          </p:txBody>
        </p:sp>
        <p:sp>
          <p:nvSpPr>
            <p:cNvPr id="571" name="Graphic 4">
              <a:extLst>
                <a:ext uri="{FF2B5EF4-FFF2-40B4-BE49-F238E27FC236}">
                  <a16:creationId xmlns:a16="http://schemas.microsoft.com/office/drawing/2014/main" id="{8F6FE93C-39C7-7E48-8E8F-63E66942AFFB}"/>
                </a:ext>
              </a:extLst>
            </p:cNvPr>
            <p:cNvSpPr/>
            <p:nvPr/>
          </p:nvSpPr>
          <p:spPr>
            <a:xfrm>
              <a:off x="642188" y="1961960"/>
              <a:ext cx="12779" cy="28089"/>
            </a:xfrm>
            <a:custGeom>
              <a:avLst/>
              <a:gdLst>
                <a:gd name="connsiteX0" fmla="*/ 6390 w 12779"/>
                <a:gd name="connsiteY0" fmla="*/ 28089 h 28089"/>
                <a:gd name="connsiteX1" fmla="*/ 12780 w 12779"/>
                <a:gd name="connsiteY1" fmla="*/ 21706 h 28089"/>
                <a:gd name="connsiteX2" fmla="*/ 12780 w 12779"/>
                <a:gd name="connsiteY2" fmla="*/ 6384 h 28089"/>
                <a:gd name="connsiteX3" fmla="*/ 6390 w 12779"/>
                <a:gd name="connsiteY3" fmla="*/ 0 h 28089"/>
                <a:gd name="connsiteX4" fmla="*/ 0 w 12779"/>
                <a:gd name="connsiteY4" fmla="*/ 6384 h 28089"/>
                <a:gd name="connsiteX5" fmla="*/ 0 w 12779"/>
                <a:gd name="connsiteY5" fmla="*/ 21706 h 28089"/>
                <a:gd name="connsiteX6" fmla="*/ 6390 w 12779"/>
                <a:gd name="connsiteY6" fmla="*/ 28089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8089">
                  <a:moveTo>
                    <a:pt x="6390" y="28089"/>
                  </a:moveTo>
                  <a:cubicBezTo>
                    <a:pt x="10224" y="28089"/>
                    <a:pt x="12780" y="25536"/>
                    <a:pt x="12780" y="21706"/>
                  </a:cubicBezTo>
                  <a:lnTo>
                    <a:pt x="12780" y="6384"/>
                  </a:lnTo>
                  <a:cubicBezTo>
                    <a:pt x="12780" y="2554"/>
                    <a:pt x="10224" y="0"/>
                    <a:pt x="6390" y="0"/>
                  </a:cubicBezTo>
                  <a:cubicBezTo>
                    <a:pt x="2556" y="0"/>
                    <a:pt x="0" y="2554"/>
                    <a:pt x="0" y="6384"/>
                  </a:cubicBezTo>
                  <a:lnTo>
                    <a:pt x="0" y="21706"/>
                  </a:lnTo>
                  <a:cubicBezTo>
                    <a:pt x="0" y="25536"/>
                    <a:pt x="2556" y="28089"/>
                    <a:pt x="6390" y="28089"/>
                  </a:cubicBezTo>
                  <a:close/>
                </a:path>
              </a:pathLst>
            </a:custGeom>
            <a:solidFill>
              <a:srgbClr val="00ABAB"/>
            </a:solidFill>
            <a:ln w="6390" cap="flat">
              <a:noFill/>
              <a:prstDash val="solid"/>
              <a:miter/>
            </a:ln>
          </p:spPr>
          <p:txBody>
            <a:bodyPr rtlCol="0" anchor="ctr"/>
            <a:lstStyle/>
            <a:p>
              <a:endParaRPr lang="en-US"/>
            </a:p>
          </p:txBody>
        </p:sp>
        <p:sp>
          <p:nvSpPr>
            <p:cNvPr id="572" name="Graphic 4">
              <a:extLst>
                <a:ext uri="{FF2B5EF4-FFF2-40B4-BE49-F238E27FC236}">
                  <a16:creationId xmlns:a16="http://schemas.microsoft.com/office/drawing/2014/main" id="{311F4B76-DB85-FA45-9B10-D8BB91FA642D}"/>
                </a:ext>
              </a:extLst>
            </p:cNvPr>
            <p:cNvSpPr/>
            <p:nvPr/>
          </p:nvSpPr>
          <p:spPr>
            <a:xfrm>
              <a:off x="642188" y="2157948"/>
              <a:ext cx="12779" cy="28089"/>
            </a:xfrm>
            <a:custGeom>
              <a:avLst/>
              <a:gdLst>
                <a:gd name="connsiteX0" fmla="*/ 6390 w 12779"/>
                <a:gd name="connsiteY0" fmla="*/ 0 h 28089"/>
                <a:gd name="connsiteX1" fmla="*/ 0 w 12779"/>
                <a:gd name="connsiteY1" fmla="*/ 6384 h 28089"/>
                <a:gd name="connsiteX2" fmla="*/ 0 w 12779"/>
                <a:gd name="connsiteY2" fmla="*/ 21706 h 28089"/>
                <a:gd name="connsiteX3" fmla="*/ 6390 w 12779"/>
                <a:gd name="connsiteY3" fmla="*/ 28089 h 28089"/>
                <a:gd name="connsiteX4" fmla="*/ 12780 w 12779"/>
                <a:gd name="connsiteY4" fmla="*/ 21706 h 28089"/>
                <a:gd name="connsiteX5" fmla="*/ 12780 w 12779"/>
                <a:gd name="connsiteY5" fmla="*/ 6384 h 28089"/>
                <a:gd name="connsiteX6" fmla="*/ 6390 w 12779"/>
                <a:gd name="connsiteY6" fmla="*/ 0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8089">
                  <a:moveTo>
                    <a:pt x="6390" y="0"/>
                  </a:moveTo>
                  <a:cubicBezTo>
                    <a:pt x="2556" y="0"/>
                    <a:pt x="0" y="2554"/>
                    <a:pt x="0" y="6384"/>
                  </a:cubicBezTo>
                  <a:lnTo>
                    <a:pt x="0" y="21706"/>
                  </a:lnTo>
                  <a:cubicBezTo>
                    <a:pt x="0" y="25536"/>
                    <a:pt x="2556" y="28089"/>
                    <a:pt x="6390" y="28089"/>
                  </a:cubicBezTo>
                  <a:cubicBezTo>
                    <a:pt x="10224" y="28089"/>
                    <a:pt x="12780" y="25536"/>
                    <a:pt x="12780" y="21706"/>
                  </a:cubicBezTo>
                  <a:lnTo>
                    <a:pt x="12780" y="6384"/>
                  </a:lnTo>
                  <a:cubicBezTo>
                    <a:pt x="12780" y="2554"/>
                    <a:pt x="9585" y="0"/>
                    <a:pt x="6390" y="0"/>
                  </a:cubicBezTo>
                  <a:close/>
                </a:path>
              </a:pathLst>
            </a:custGeom>
            <a:solidFill>
              <a:srgbClr val="00ABAB"/>
            </a:solidFill>
            <a:ln w="6390" cap="flat">
              <a:noFill/>
              <a:prstDash val="solid"/>
              <a:miter/>
            </a:ln>
          </p:spPr>
          <p:txBody>
            <a:bodyPr rtlCol="0" anchor="ctr"/>
            <a:lstStyle/>
            <a:p>
              <a:endParaRPr lang="en-US"/>
            </a:p>
          </p:txBody>
        </p:sp>
        <p:sp>
          <p:nvSpPr>
            <p:cNvPr id="573" name="Graphic 4">
              <a:extLst>
                <a:ext uri="{FF2B5EF4-FFF2-40B4-BE49-F238E27FC236}">
                  <a16:creationId xmlns:a16="http://schemas.microsoft.com/office/drawing/2014/main" id="{12C836C3-1AB3-C041-9BD1-2BDB05D3F20D}"/>
                </a:ext>
              </a:extLst>
            </p:cNvPr>
            <p:cNvSpPr/>
            <p:nvPr/>
          </p:nvSpPr>
          <p:spPr>
            <a:xfrm>
              <a:off x="705449" y="1993241"/>
              <a:ext cx="23642" cy="23620"/>
            </a:xfrm>
            <a:custGeom>
              <a:avLst/>
              <a:gdLst>
                <a:gd name="connsiteX0" fmla="*/ 12780 w 23642"/>
                <a:gd name="connsiteY0" fmla="*/ 1915 h 23620"/>
                <a:gd name="connsiteX1" fmla="*/ 1917 w 23642"/>
                <a:gd name="connsiteY1" fmla="*/ 12768 h 23620"/>
                <a:gd name="connsiteX2" fmla="*/ 1917 w 23642"/>
                <a:gd name="connsiteY2" fmla="*/ 21706 h 23620"/>
                <a:gd name="connsiteX3" fmla="*/ 6390 w 23642"/>
                <a:gd name="connsiteY3" fmla="*/ 23621 h 23620"/>
                <a:gd name="connsiteX4" fmla="*/ 10863 w 23642"/>
                <a:gd name="connsiteY4" fmla="*/ 21706 h 23620"/>
                <a:gd name="connsiteX5" fmla="*/ 21726 w 23642"/>
                <a:gd name="connsiteY5" fmla="*/ 10853 h 23620"/>
                <a:gd name="connsiteX6" fmla="*/ 21726 w 23642"/>
                <a:gd name="connsiteY6" fmla="*/ 1915 h 23620"/>
                <a:gd name="connsiteX7" fmla="*/ 12780 w 23642"/>
                <a:gd name="connsiteY7" fmla="*/ 1915 h 23620"/>
                <a:gd name="connsiteX8" fmla="*/ 12780 w 23642"/>
                <a:gd name="connsiteY8" fmla="*/ 1915 h 2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2" h="23620">
                  <a:moveTo>
                    <a:pt x="12780" y="1915"/>
                  </a:moveTo>
                  <a:lnTo>
                    <a:pt x="1917" y="12768"/>
                  </a:lnTo>
                  <a:cubicBezTo>
                    <a:pt x="-639" y="15322"/>
                    <a:pt x="-639" y="19152"/>
                    <a:pt x="1917" y="21706"/>
                  </a:cubicBezTo>
                  <a:cubicBezTo>
                    <a:pt x="3195" y="22982"/>
                    <a:pt x="4473" y="23621"/>
                    <a:pt x="6390" y="23621"/>
                  </a:cubicBezTo>
                  <a:cubicBezTo>
                    <a:pt x="8307" y="23621"/>
                    <a:pt x="9585" y="22982"/>
                    <a:pt x="10863" y="21706"/>
                  </a:cubicBezTo>
                  <a:lnTo>
                    <a:pt x="21726" y="10853"/>
                  </a:lnTo>
                  <a:cubicBezTo>
                    <a:pt x="24282" y="8299"/>
                    <a:pt x="24282" y="4469"/>
                    <a:pt x="21726" y="1915"/>
                  </a:cubicBezTo>
                  <a:cubicBezTo>
                    <a:pt x="19809" y="-638"/>
                    <a:pt x="15336" y="-638"/>
                    <a:pt x="12780" y="1915"/>
                  </a:cubicBezTo>
                  <a:cubicBezTo>
                    <a:pt x="13419" y="1915"/>
                    <a:pt x="13419" y="1915"/>
                    <a:pt x="12780" y="1915"/>
                  </a:cubicBezTo>
                  <a:close/>
                </a:path>
              </a:pathLst>
            </a:custGeom>
            <a:solidFill>
              <a:srgbClr val="00ABAB"/>
            </a:solidFill>
            <a:ln w="6390" cap="flat">
              <a:noFill/>
              <a:prstDash val="solid"/>
              <a:miter/>
            </a:ln>
          </p:spPr>
          <p:txBody>
            <a:bodyPr rtlCol="0" anchor="ctr"/>
            <a:lstStyle/>
            <a:p>
              <a:endParaRPr lang="en-US"/>
            </a:p>
          </p:txBody>
        </p:sp>
        <p:sp>
          <p:nvSpPr>
            <p:cNvPr id="574" name="Graphic 4">
              <a:extLst>
                <a:ext uri="{FF2B5EF4-FFF2-40B4-BE49-F238E27FC236}">
                  <a16:creationId xmlns:a16="http://schemas.microsoft.com/office/drawing/2014/main" id="{FA61FD1E-A33E-6F4E-949D-FF321A04BF8F}"/>
                </a:ext>
              </a:extLst>
            </p:cNvPr>
            <p:cNvSpPr/>
            <p:nvPr/>
          </p:nvSpPr>
          <p:spPr>
            <a:xfrm>
              <a:off x="567426" y="2131685"/>
              <a:ext cx="23642" cy="23070"/>
            </a:xfrm>
            <a:custGeom>
              <a:avLst/>
              <a:gdLst>
                <a:gd name="connsiteX0" fmla="*/ 12780 w 23642"/>
                <a:gd name="connsiteY0" fmla="*/ 1365 h 23070"/>
                <a:gd name="connsiteX1" fmla="*/ 1917 w 23642"/>
                <a:gd name="connsiteY1" fmla="*/ 12218 h 23070"/>
                <a:gd name="connsiteX2" fmla="*/ 1917 w 23642"/>
                <a:gd name="connsiteY2" fmla="*/ 21155 h 23070"/>
                <a:gd name="connsiteX3" fmla="*/ 1917 w 23642"/>
                <a:gd name="connsiteY3" fmla="*/ 21155 h 23070"/>
                <a:gd name="connsiteX4" fmla="*/ 6390 w 23642"/>
                <a:gd name="connsiteY4" fmla="*/ 23071 h 23070"/>
                <a:gd name="connsiteX5" fmla="*/ 10863 w 23642"/>
                <a:gd name="connsiteY5" fmla="*/ 21155 h 23070"/>
                <a:gd name="connsiteX6" fmla="*/ 21726 w 23642"/>
                <a:gd name="connsiteY6" fmla="*/ 10941 h 23070"/>
                <a:gd name="connsiteX7" fmla="*/ 21726 w 23642"/>
                <a:gd name="connsiteY7" fmla="*/ 2004 h 23070"/>
                <a:gd name="connsiteX8" fmla="*/ 21726 w 23642"/>
                <a:gd name="connsiteY8" fmla="*/ 2004 h 23070"/>
                <a:gd name="connsiteX9" fmla="*/ 12780 w 23642"/>
                <a:gd name="connsiteY9" fmla="*/ 1365 h 23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2" h="23070">
                  <a:moveTo>
                    <a:pt x="12780" y="1365"/>
                  </a:moveTo>
                  <a:lnTo>
                    <a:pt x="1917" y="12218"/>
                  </a:lnTo>
                  <a:cubicBezTo>
                    <a:pt x="-639" y="14772"/>
                    <a:pt x="-639" y="18602"/>
                    <a:pt x="1917" y="21155"/>
                  </a:cubicBezTo>
                  <a:cubicBezTo>
                    <a:pt x="1917" y="21155"/>
                    <a:pt x="1917" y="21155"/>
                    <a:pt x="1917" y="21155"/>
                  </a:cubicBezTo>
                  <a:cubicBezTo>
                    <a:pt x="3195" y="22432"/>
                    <a:pt x="4473" y="23071"/>
                    <a:pt x="6390" y="23071"/>
                  </a:cubicBezTo>
                  <a:cubicBezTo>
                    <a:pt x="8307" y="23071"/>
                    <a:pt x="9585" y="22432"/>
                    <a:pt x="10863" y="21155"/>
                  </a:cubicBezTo>
                  <a:lnTo>
                    <a:pt x="21726" y="10941"/>
                  </a:lnTo>
                  <a:cubicBezTo>
                    <a:pt x="24282" y="8388"/>
                    <a:pt x="24282" y="4557"/>
                    <a:pt x="21726" y="2004"/>
                  </a:cubicBezTo>
                  <a:cubicBezTo>
                    <a:pt x="21726" y="2004"/>
                    <a:pt x="21726" y="2004"/>
                    <a:pt x="21726" y="2004"/>
                  </a:cubicBezTo>
                  <a:cubicBezTo>
                    <a:pt x="19170" y="-550"/>
                    <a:pt x="15336" y="-550"/>
                    <a:pt x="12780" y="1365"/>
                  </a:cubicBezTo>
                  <a:close/>
                </a:path>
              </a:pathLst>
            </a:custGeom>
            <a:solidFill>
              <a:srgbClr val="00ABAB"/>
            </a:solidFill>
            <a:ln w="6390" cap="flat">
              <a:noFill/>
              <a:prstDash val="solid"/>
              <a:miter/>
            </a:ln>
          </p:spPr>
          <p:txBody>
            <a:bodyPr rtlCol="0" anchor="ctr"/>
            <a:lstStyle/>
            <a:p>
              <a:endParaRPr lang="en-US"/>
            </a:p>
          </p:txBody>
        </p:sp>
        <p:sp>
          <p:nvSpPr>
            <p:cNvPr id="575" name="Graphic 4">
              <a:extLst>
                <a:ext uri="{FF2B5EF4-FFF2-40B4-BE49-F238E27FC236}">
                  <a16:creationId xmlns:a16="http://schemas.microsoft.com/office/drawing/2014/main" id="{B488E1C3-3D92-9F4B-85C7-0BACC6CCEB0D}"/>
                </a:ext>
              </a:extLst>
            </p:cNvPr>
            <p:cNvSpPr/>
            <p:nvPr/>
          </p:nvSpPr>
          <p:spPr>
            <a:xfrm>
              <a:off x="567426" y="1993241"/>
              <a:ext cx="23642" cy="23620"/>
            </a:xfrm>
            <a:custGeom>
              <a:avLst/>
              <a:gdLst>
                <a:gd name="connsiteX0" fmla="*/ 12780 w 23642"/>
                <a:gd name="connsiteY0" fmla="*/ 21706 h 23620"/>
                <a:gd name="connsiteX1" fmla="*/ 21726 w 23642"/>
                <a:gd name="connsiteY1" fmla="*/ 21706 h 23620"/>
                <a:gd name="connsiteX2" fmla="*/ 21726 w 23642"/>
                <a:gd name="connsiteY2" fmla="*/ 12768 h 23620"/>
                <a:gd name="connsiteX3" fmla="*/ 10863 w 23642"/>
                <a:gd name="connsiteY3" fmla="*/ 1915 h 23620"/>
                <a:gd name="connsiteX4" fmla="*/ 1917 w 23642"/>
                <a:gd name="connsiteY4" fmla="*/ 1915 h 23620"/>
                <a:gd name="connsiteX5" fmla="*/ 1917 w 23642"/>
                <a:gd name="connsiteY5" fmla="*/ 1915 h 23620"/>
                <a:gd name="connsiteX6" fmla="*/ 1917 w 23642"/>
                <a:gd name="connsiteY6" fmla="*/ 10853 h 23620"/>
                <a:gd name="connsiteX7" fmla="*/ 12780 w 23642"/>
                <a:gd name="connsiteY7" fmla="*/ 21706 h 2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42" h="23620">
                  <a:moveTo>
                    <a:pt x="12780" y="21706"/>
                  </a:moveTo>
                  <a:cubicBezTo>
                    <a:pt x="15336" y="24259"/>
                    <a:pt x="19170" y="24259"/>
                    <a:pt x="21726" y="21706"/>
                  </a:cubicBezTo>
                  <a:cubicBezTo>
                    <a:pt x="24282" y="19152"/>
                    <a:pt x="24282" y="15322"/>
                    <a:pt x="21726" y="12768"/>
                  </a:cubicBezTo>
                  <a:lnTo>
                    <a:pt x="10863" y="1915"/>
                  </a:lnTo>
                  <a:cubicBezTo>
                    <a:pt x="8307" y="-638"/>
                    <a:pt x="4473" y="-638"/>
                    <a:pt x="1917" y="1915"/>
                  </a:cubicBezTo>
                  <a:cubicBezTo>
                    <a:pt x="1917" y="1915"/>
                    <a:pt x="1917" y="1915"/>
                    <a:pt x="1917" y="1915"/>
                  </a:cubicBezTo>
                  <a:cubicBezTo>
                    <a:pt x="-639" y="4469"/>
                    <a:pt x="-639" y="8299"/>
                    <a:pt x="1917" y="10853"/>
                  </a:cubicBezTo>
                  <a:lnTo>
                    <a:pt x="12780" y="21706"/>
                  </a:lnTo>
                  <a:close/>
                </a:path>
              </a:pathLst>
            </a:custGeom>
            <a:solidFill>
              <a:srgbClr val="00ABAB"/>
            </a:solidFill>
            <a:ln w="6390" cap="flat">
              <a:noFill/>
              <a:prstDash val="solid"/>
              <a:miter/>
            </a:ln>
          </p:spPr>
          <p:txBody>
            <a:bodyPr rtlCol="0" anchor="ctr"/>
            <a:lstStyle/>
            <a:p>
              <a:endParaRPr lang="en-US"/>
            </a:p>
          </p:txBody>
        </p:sp>
        <p:sp>
          <p:nvSpPr>
            <p:cNvPr id="576" name="Graphic 4">
              <a:extLst>
                <a:ext uri="{FF2B5EF4-FFF2-40B4-BE49-F238E27FC236}">
                  <a16:creationId xmlns:a16="http://schemas.microsoft.com/office/drawing/2014/main" id="{AE7C1843-ADC0-1046-8C57-DACCBF460036}"/>
                </a:ext>
              </a:extLst>
            </p:cNvPr>
            <p:cNvSpPr/>
            <p:nvPr/>
          </p:nvSpPr>
          <p:spPr>
            <a:xfrm>
              <a:off x="706088" y="2131135"/>
              <a:ext cx="23642" cy="23620"/>
            </a:xfrm>
            <a:custGeom>
              <a:avLst/>
              <a:gdLst>
                <a:gd name="connsiteX0" fmla="*/ 10863 w 23642"/>
                <a:gd name="connsiteY0" fmla="*/ 1915 h 23620"/>
                <a:gd name="connsiteX1" fmla="*/ 1917 w 23642"/>
                <a:gd name="connsiteY1" fmla="*/ 1915 h 23620"/>
                <a:gd name="connsiteX2" fmla="*/ 1917 w 23642"/>
                <a:gd name="connsiteY2" fmla="*/ 10853 h 23620"/>
                <a:gd name="connsiteX3" fmla="*/ 12780 w 23642"/>
                <a:gd name="connsiteY3" fmla="*/ 21706 h 23620"/>
                <a:gd name="connsiteX4" fmla="*/ 17253 w 23642"/>
                <a:gd name="connsiteY4" fmla="*/ 23621 h 23620"/>
                <a:gd name="connsiteX5" fmla="*/ 21726 w 23642"/>
                <a:gd name="connsiteY5" fmla="*/ 21706 h 23620"/>
                <a:gd name="connsiteX6" fmla="*/ 21726 w 23642"/>
                <a:gd name="connsiteY6" fmla="*/ 12768 h 23620"/>
                <a:gd name="connsiteX7" fmla="*/ 21726 w 23642"/>
                <a:gd name="connsiteY7" fmla="*/ 12768 h 23620"/>
                <a:gd name="connsiteX8" fmla="*/ 10863 w 23642"/>
                <a:gd name="connsiteY8" fmla="*/ 1915 h 2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2" h="23620">
                  <a:moveTo>
                    <a:pt x="10863" y="1915"/>
                  </a:moveTo>
                  <a:cubicBezTo>
                    <a:pt x="8307" y="-638"/>
                    <a:pt x="4473" y="-638"/>
                    <a:pt x="1917" y="1915"/>
                  </a:cubicBezTo>
                  <a:cubicBezTo>
                    <a:pt x="-639" y="4469"/>
                    <a:pt x="-639" y="8299"/>
                    <a:pt x="1917" y="10853"/>
                  </a:cubicBezTo>
                  <a:lnTo>
                    <a:pt x="12780" y="21706"/>
                  </a:lnTo>
                  <a:cubicBezTo>
                    <a:pt x="14058" y="22982"/>
                    <a:pt x="15336" y="23621"/>
                    <a:pt x="17253" y="23621"/>
                  </a:cubicBezTo>
                  <a:cubicBezTo>
                    <a:pt x="19170" y="23621"/>
                    <a:pt x="20448" y="22982"/>
                    <a:pt x="21726" y="21706"/>
                  </a:cubicBezTo>
                  <a:cubicBezTo>
                    <a:pt x="24282" y="19152"/>
                    <a:pt x="24282" y="15322"/>
                    <a:pt x="21726" y="12768"/>
                  </a:cubicBezTo>
                  <a:cubicBezTo>
                    <a:pt x="21726" y="12768"/>
                    <a:pt x="21726" y="12768"/>
                    <a:pt x="21726" y="12768"/>
                  </a:cubicBezTo>
                  <a:lnTo>
                    <a:pt x="10863" y="1915"/>
                  </a:lnTo>
                  <a:close/>
                </a:path>
              </a:pathLst>
            </a:custGeom>
            <a:solidFill>
              <a:srgbClr val="00ABAB"/>
            </a:solidFill>
            <a:ln w="6390" cap="flat">
              <a:noFill/>
              <a:prstDash val="solid"/>
              <a:miter/>
            </a:ln>
          </p:spPr>
          <p:txBody>
            <a:bodyPr rtlCol="0" anchor="ctr"/>
            <a:lstStyle/>
            <a:p>
              <a:endParaRPr lang="en-US"/>
            </a:p>
          </p:txBody>
        </p:sp>
      </p:grpSp>
      <p:grpSp>
        <p:nvGrpSpPr>
          <p:cNvPr id="577" name="Graphic 4">
            <a:extLst>
              <a:ext uri="{FF2B5EF4-FFF2-40B4-BE49-F238E27FC236}">
                <a16:creationId xmlns:a16="http://schemas.microsoft.com/office/drawing/2014/main" id="{C9951023-8FEC-1F46-BF2D-1A03FC9ED9E3}"/>
              </a:ext>
            </a:extLst>
          </p:cNvPr>
          <p:cNvGrpSpPr/>
          <p:nvPr/>
        </p:nvGrpSpPr>
        <p:grpSpPr>
          <a:xfrm>
            <a:off x="467104" y="2371173"/>
            <a:ext cx="362309" cy="362610"/>
            <a:chOff x="467104" y="2371173"/>
            <a:chExt cx="362309" cy="362610"/>
          </a:xfrm>
          <a:solidFill>
            <a:srgbClr val="00ABAB"/>
          </a:solidFill>
        </p:grpSpPr>
        <p:sp>
          <p:nvSpPr>
            <p:cNvPr id="578" name="Graphic 4">
              <a:extLst>
                <a:ext uri="{FF2B5EF4-FFF2-40B4-BE49-F238E27FC236}">
                  <a16:creationId xmlns:a16="http://schemas.microsoft.com/office/drawing/2014/main" id="{96DD9B56-A0EB-4B46-9FDE-89C466AD4C56}"/>
                </a:ext>
              </a:extLst>
            </p:cNvPr>
            <p:cNvSpPr/>
            <p:nvPr/>
          </p:nvSpPr>
          <p:spPr>
            <a:xfrm>
              <a:off x="467104" y="2371173"/>
              <a:ext cx="362309" cy="362610"/>
            </a:xfrm>
            <a:custGeom>
              <a:avLst/>
              <a:gdLst>
                <a:gd name="connsiteX0" fmla="*/ 181474 w 362309"/>
                <a:gd name="connsiteY0" fmla="*/ 0 h 362610"/>
                <a:gd name="connsiteX1" fmla="*/ 0 w 362309"/>
                <a:gd name="connsiteY1" fmla="*/ 181305 h 362610"/>
                <a:gd name="connsiteX2" fmla="*/ 181474 w 362309"/>
                <a:gd name="connsiteY2" fmla="*/ 362610 h 362610"/>
                <a:gd name="connsiteX3" fmla="*/ 362309 w 362309"/>
                <a:gd name="connsiteY3" fmla="*/ 181305 h 362610"/>
                <a:gd name="connsiteX4" fmla="*/ 181474 w 362309"/>
                <a:gd name="connsiteY4" fmla="*/ 0 h 362610"/>
                <a:gd name="connsiteX5" fmla="*/ 181474 w 362309"/>
                <a:gd name="connsiteY5" fmla="*/ 0 h 362610"/>
                <a:gd name="connsiteX6" fmla="*/ 181474 w 362309"/>
                <a:gd name="connsiteY6" fmla="*/ 349204 h 362610"/>
                <a:gd name="connsiteX7" fmla="*/ 13419 w 362309"/>
                <a:gd name="connsiteY7" fmla="*/ 180667 h 362610"/>
                <a:gd name="connsiteX8" fmla="*/ 181474 w 362309"/>
                <a:gd name="connsiteY8" fmla="*/ 12130 h 362610"/>
                <a:gd name="connsiteX9" fmla="*/ 349530 w 362309"/>
                <a:gd name="connsiteY9" fmla="*/ 180667 h 362610"/>
                <a:gd name="connsiteX10" fmla="*/ 349530 w 362309"/>
                <a:gd name="connsiteY10" fmla="*/ 180667 h 362610"/>
                <a:gd name="connsiteX11" fmla="*/ 181474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1474" y="0"/>
                  </a:moveTo>
                  <a:cubicBezTo>
                    <a:pt x="81152" y="0"/>
                    <a:pt x="0" y="81077"/>
                    <a:pt x="0" y="181305"/>
                  </a:cubicBezTo>
                  <a:cubicBezTo>
                    <a:pt x="0" y="281534"/>
                    <a:pt x="81152" y="362610"/>
                    <a:pt x="181474" y="362610"/>
                  </a:cubicBezTo>
                  <a:cubicBezTo>
                    <a:pt x="281796" y="362610"/>
                    <a:pt x="362309" y="281534"/>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130"/>
                    <a:pt x="181474" y="12130"/>
                  </a:cubicBezTo>
                  <a:cubicBezTo>
                    <a:pt x="274128" y="12130"/>
                    <a:pt x="349530" y="87461"/>
                    <a:pt x="349530" y="180667"/>
                  </a:cubicBezTo>
                  <a:cubicBezTo>
                    <a:pt x="349530" y="180667"/>
                    <a:pt x="349530" y="180667"/>
                    <a:pt x="349530" y="180667"/>
                  </a:cubicBezTo>
                  <a:cubicBezTo>
                    <a:pt x="349530" y="273873"/>
                    <a:pt x="274128"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579" name="Graphic 4">
              <a:extLst>
                <a:ext uri="{FF2B5EF4-FFF2-40B4-BE49-F238E27FC236}">
                  <a16:creationId xmlns:a16="http://schemas.microsoft.com/office/drawing/2014/main" id="{AE887F07-23CB-8041-94DF-B9B9C42DF513}"/>
                </a:ext>
              </a:extLst>
            </p:cNvPr>
            <p:cNvSpPr/>
            <p:nvPr/>
          </p:nvSpPr>
          <p:spPr>
            <a:xfrm>
              <a:off x="587224" y="2487989"/>
              <a:ext cx="127809" cy="127700"/>
            </a:xfrm>
            <a:custGeom>
              <a:avLst/>
              <a:gdLst>
                <a:gd name="connsiteX0" fmla="*/ 127809 w 127809"/>
                <a:gd name="connsiteY0" fmla="*/ 63212 h 127700"/>
                <a:gd name="connsiteX1" fmla="*/ 127809 w 127809"/>
                <a:gd name="connsiteY1" fmla="*/ 62574 h 127700"/>
                <a:gd name="connsiteX2" fmla="*/ 62632 w 127809"/>
                <a:gd name="connsiteY2" fmla="*/ 11 h 127700"/>
                <a:gd name="connsiteX3" fmla="*/ 11 w 127809"/>
                <a:gd name="connsiteY3" fmla="*/ 65127 h 127700"/>
                <a:gd name="connsiteX4" fmla="*/ 65188 w 127809"/>
                <a:gd name="connsiteY4" fmla="*/ 127690 h 127700"/>
                <a:gd name="connsiteX5" fmla="*/ 127809 w 127809"/>
                <a:gd name="connsiteY5" fmla="*/ 65127 h 127700"/>
                <a:gd name="connsiteX6" fmla="*/ 127809 w 127809"/>
                <a:gd name="connsiteY6" fmla="*/ 63212 h 127700"/>
                <a:gd name="connsiteX7" fmla="*/ 109918 w 127809"/>
                <a:gd name="connsiteY7" fmla="*/ 88110 h 127700"/>
                <a:gd name="connsiteX8" fmla="*/ 67744 w 127809"/>
                <a:gd name="connsiteY8" fmla="*/ 47252 h 127700"/>
                <a:gd name="connsiteX9" fmla="*/ 67744 w 127809"/>
                <a:gd name="connsiteY9" fmla="*/ 19801 h 127700"/>
                <a:gd name="connsiteX10" fmla="*/ 115030 w 127809"/>
                <a:gd name="connsiteY10" fmla="*/ 65766 h 127700"/>
                <a:gd name="connsiteX11" fmla="*/ 109918 w 127809"/>
                <a:gd name="connsiteY11" fmla="*/ 88110 h 127700"/>
                <a:gd name="connsiteX12" fmla="*/ 67744 w 127809"/>
                <a:gd name="connsiteY12" fmla="*/ 111730 h 127700"/>
                <a:gd name="connsiteX13" fmla="*/ 72856 w 127809"/>
                <a:gd name="connsiteY13" fmla="*/ 116837 h 127700"/>
                <a:gd name="connsiteX14" fmla="*/ 67744 w 127809"/>
                <a:gd name="connsiteY14" fmla="*/ 117476 h 127700"/>
                <a:gd name="connsiteX15" fmla="*/ 67744 w 127809"/>
                <a:gd name="connsiteY15" fmla="*/ 111730 h 127700"/>
                <a:gd name="connsiteX16" fmla="*/ 111196 w 127809"/>
                <a:gd name="connsiteY16" fmla="*/ 44060 h 127700"/>
                <a:gd name="connsiteX17" fmla="*/ 80524 w 127809"/>
                <a:gd name="connsiteY17" fmla="*/ 14694 h 127700"/>
                <a:gd name="connsiteX18" fmla="*/ 111196 w 127809"/>
                <a:gd name="connsiteY18" fmla="*/ 44060 h 127700"/>
                <a:gd name="connsiteX19" fmla="*/ 7679 w 127809"/>
                <a:gd name="connsiteY19" fmla="*/ 64489 h 127700"/>
                <a:gd name="connsiteX20" fmla="*/ 54964 w 127809"/>
                <a:gd name="connsiteY20" fmla="*/ 10863 h 127700"/>
                <a:gd name="connsiteX21" fmla="*/ 54964 w 127809"/>
                <a:gd name="connsiteY21" fmla="*/ 117476 h 127700"/>
                <a:gd name="connsiteX22" fmla="*/ 7679 w 127809"/>
                <a:gd name="connsiteY22" fmla="*/ 64489 h 127700"/>
                <a:gd name="connsiteX23" fmla="*/ 7679 w 127809"/>
                <a:gd name="connsiteY23" fmla="*/ 64489 h 127700"/>
                <a:gd name="connsiteX24" fmla="*/ 86275 w 127809"/>
                <a:gd name="connsiteY24" fmla="*/ 112369 h 127700"/>
                <a:gd name="connsiteX25" fmla="*/ 67744 w 127809"/>
                <a:gd name="connsiteY25" fmla="*/ 94494 h 127700"/>
                <a:gd name="connsiteX26" fmla="*/ 67744 w 127809"/>
                <a:gd name="connsiteY26" fmla="*/ 65127 h 127700"/>
                <a:gd name="connsiteX27" fmla="*/ 102889 w 127809"/>
                <a:gd name="connsiteY27" fmla="*/ 98962 h 127700"/>
                <a:gd name="connsiteX28" fmla="*/ 86275 w 127809"/>
                <a:gd name="connsiteY28" fmla="*/ 112369 h 127700"/>
                <a:gd name="connsiteX29" fmla="*/ 86275 w 127809"/>
                <a:gd name="connsiteY29" fmla="*/ 112369 h 12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7809" h="127700">
                  <a:moveTo>
                    <a:pt x="127809" y="63212"/>
                  </a:moveTo>
                  <a:cubicBezTo>
                    <a:pt x="127809" y="63212"/>
                    <a:pt x="127809" y="62574"/>
                    <a:pt x="127809" y="62574"/>
                  </a:cubicBezTo>
                  <a:cubicBezTo>
                    <a:pt x="127170" y="27462"/>
                    <a:pt x="97777" y="-628"/>
                    <a:pt x="62632" y="11"/>
                  </a:cubicBezTo>
                  <a:cubicBezTo>
                    <a:pt x="27487" y="649"/>
                    <a:pt x="-628" y="30015"/>
                    <a:pt x="11" y="65127"/>
                  </a:cubicBezTo>
                  <a:cubicBezTo>
                    <a:pt x="650" y="100239"/>
                    <a:pt x="30043" y="128329"/>
                    <a:pt x="65188" y="127690"/>
                  </a:cubicBezTo>
                  <a:cubicBezTo>
                    <a:pt x="99694" y="127052"/>
                    <a:pt x="127170" y="99601"/>
                    <a:pt x="127809" y="65127"/>
                  </a:cubicBezTo>
                  <a:cubicBezTo>
                    <a:pt x="127809" y="64489"/>
                    <a:pt x="127809" y="63850"/>
                    <a:pt x="127809" y="63212"/>
                  </a:cubicBezTo>
                  <a:close/>
                  <a:moveTo>
                    <a:pt x="109918" y="88110"/>
                  </a:moveTo>
                  <a:lnTo>
                    <a:pt x="67744" y="47252"/>
                  </a:lnTo>
                  <a:lnTo>
                    <a:pt x="67744" y="19801"/>
                  </a:lnTo>
                  <a:lnTo>
                    <a:pt x="115030" y="65766"/>
                  </a:lnTo>
                  <a:cubicBezTo>
                    <a:pt x="115030" y="73426"/>
                    <a:pt x="113113" y="81087"/>
                    <a:pt x="109918" y="88110"/>
                  </a:cubicBezTo>
                  <a:close/>
                  <a:moveTo>
                    <a:pt x="67744" y="111730"/>
                  </a:moveTo>
                  <a:lnTo>
                    <a:pt x="72856" y="116837"/>
                  </a:lnTo>
                  <a:cubicBezTo>
                    <a:pt x="70939" y="117476"/>
                    <a:pt x="69022" y="117476"/>
                    <a:pt x="67744" y="117476"/>
                  </a:cubicBezTo>
                  <a:lnTo>
                    <a:pt x="67744" y="111730"/>
                  </a:lnTo>
                  <a:close/>
                  <a:moveTo>
                    <a:pt x="111196" y="44060"/>
                  </a:moveTo>
                  <a:lnTo>
                    <a:pt x="80524" y="14694"/>
                  </a:lnTo>
                  <a:cubicBezTo>
                    <a:pt x="94582" y="19801"/>
                    <a:pt x="105445" y="30654"/>
                    <a:pt x="111196" y="44060"/>
                  </a:cubicBezTo>
                  <a:close/>
                  <a:moveTo>
                    <a:pt x="7679" y="64489"/>
                  </a:moveTo>
                  <a:cubicBezTo>
                    <a:pt x="7679" y="37038"/>
                    <a:pt x="28126" y="14055"/>
                    <a:pt x="54964" y="10863"/>
                  </a:cubicBezTo>
                  <a:lnTo>
                    <a:pt x="54964" y="117476"/>
                  </a:lnTo>
                  <a:cubicBezTo>
                    <a:pt x="28126" y="114922"/>
                    <a:pt x="7679" y="91940"/>
                    <a:pt x="7679" y="64489"/>
                  </a:cubicBezTo>
                  <a:lnTo>
                    <a:pt x="7679" y="64489"/>
                  </a:lnTo>
                  <a:close/>
                  <a:moveTo>
                    <a:pt x="86275" y="112369"/>
                  </a:moveTo>
                  <a:lnTo>
                    <a:pt x="67744" y="94494"/>
                  </a:lnTo>
                  <a:lnTo>
                    <a:pt x="67744" y="65127"/>
                  </a:lnTo>
                  <a:lnTo>
                    <a:pt x="102889" y="98962"/>
                  </a:lnTo>
                  <a:cubicBezTo>
                    <a:pt x="98416" y="104708"/>
                    <a:pt x="92665" y="109177"/>
                    <a:pt x="86275" y="112369"/>
                  </a:cubicBezTo>
                  <a:lnTo>
                    <a:pt x="86275" y="112369"/>
                  </a:lnTo>
                  <a:close/>
                </a:path>
              </a:pathLst>
            </a:custGeom>
            <a:solidFill>
              <a:srgbClr val="00ABAB"/>
            </a:solidFill>
            <a:ln w="6390" cap="flat">
              <a:noFill/>
              <a:prstDash val="solid"/>
              <a:miter/>
            </a:ln>
          </p:spPr>
          <p:txBody>
            <a:bodyPr rtlCol="0" anchor="ctr"/>
            <a:lstStyle/>
            <a:p>
              <a:endParaRPr lang="en-US"/>
            </a:p>
          </p:txBody>
        </p:sp>
        <p:sp>
          <p:nvSpPr>
            <p:cNvPr id="580" name="Graphic 4">
              <a:extLst>
                <a:ext uri="{FF2B5EF4-FFF2-40B4-BE49-F238E27FC236}">
                  <a16:creationId xmlns:a16="http://schemas.microsoft.com/office/drawing/2014/main" id="{CDCF5DAE-098A-4F41-B2C9-F01BB10A656A}"/>
                </a:ext>
              </a:extLst>
            </p:cNvPr>
            <p:cNvSpPr/>
            <p:nvPr/>
          </p:nvSpPr>
          <p:spPr>
            <a:xfrm>
              <a:off x="732286" y="2546733"/>
              <a:ext cx="28115" cy="12767"/>
            </a:xfrm>
            <a:custGeom>
              <a:avLst/>
              <a:gdLst>
                <a:gd name="connsiteX0" fmla="*/ 21726 w 28115"/>
                <a:gd name="connsiteY0" fmla="*/ 0 h 12767"/>
                <a:gd name="connsiteX1" fmla="*/ 6390 w 28115"/>
                <a:gd name="connsiteY1" fmla="*/ 0 h 12767"/>
                <a:gd name="connsiteX2" fmla="*/ 0 w 28115"/>
                <a:gd name="connsiteY2" fmla="*/ 6384 h 12767"/>
                <a:gd name="connsiteX3" fmla="*/ 6390 w 28115"/>
                <a:gd name="connsiteY3" fmla="*/ 12768 h 12767"/>
                <a:gd name="connsiteX4" fmla="*/ 21726 w 28115"/>
                <a:gd name="connsiteY4" fmla="*/ 12768 h 12767"/>
                <a:gd name="connsiteX5" fmla="*/ 28116 w 28115"/>
                <a:gd name="connsiteY5" fmla="*/ 6384 h 12767"/>
                <a:gd name="connsiteX6" fmla="*/ 21726 w 28115"/>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15" h="12767">
                  <a:moveTo>
                    <a:pt x="21726" y="0"/>
                  </a:moveTo>
                  <a:lnTo>
                    <a:pt x="6390" y="0"/>
                  </a:lnTo>
                  <a:cubicBezTo>
                    <a:pt x="2556" y="0"/>
                    <a:pt x="0" y="2554"/>
                    <a:pt x="0" y="6384"/>
                  </a:cubicBezTo>
                  <a:cubicBezTo>
                    <a:pt x="0" y="10214"/>
                    <a:pt x="2556" y="12768"/>
                    <a:pt x="6390" y="12768"/>
                  </a:cubicBezTo>
                  <a:lnTo>
                    <a:pt x="21726" y="12768"/>
                  </a:lnTo>
                  <a:cubicBezTo>
                    <a:pt x="25560" y="12768"/>
                    <a:pt x="28116" y="10214"/>
                    <a:pt x="28116" y="6384"/>
                  </a:cubicBezTo>
                  <a:cubicBezTo>
                    <a:pt x="28116" y="2554"/>
                    <a:pt x="25560" y="0"/>
                    <a:pt x="21726" y="0"/>
                  </a:cubicBezTo>
                  <a:close/>
                </a:path>
              </a:pathLst>
            </a:custGeom>
            <a:solidFill>
              <a:srgbClr val="00ABAB"/>
            </a:solidFill>
            <a:ln w="6390" cap="flat">
              <a:noFill/>
              <a:prstDash val="solid"/>
              <a:miter/>
            </a:ln>
          </p:spPr>
          <p:txBody>
            <a:bodyPr rtlCol="0" anchor="ctr"/>
            <a:lstStyle/>
            <a:p>
              <a:endParaRPr lang="en-US"/>
            </a:p>
          </p:txBody>
        </p:sp>
        <p:sp>
          <p:nvSpPr>
            <p:cNvPr id="581" name="Graphic 4">
              <a:extLst>
                <a:ext uri="{FF2B5EF4-FFF2-40B4-BE49-F238E27FC236}">
                  <a16:creationId xmlns:a16="http://schemas.microsoft.com/office/drawing/2014/main" id="{D27F038B-8559-7B43-A1B2-3E8DAD4CCB47}"/>
                </a:ext>
              </a:extLst>
            </p:cNvPr>
            <p:cNvSpPr/>
            <p:nvPr/>
          </p:nvSpPr>
          <p:spPr>
            <a:xfrm>
              <a:off x="536754" y="2546733"/>
              <a:ext cx="27476" cy="12767"/>
            </a:xfrm>
            <a:custGeom>
              <a:avLst/>
              <a:gdLst>
                <a:gd name="connsiteX0" fmla="*/ 21087 w 27476"/>
                <a:gd name="connsiteY0" fmla="*/ 0 h 12767"/>
                <a:gd name="connsiteX1" fmla="*/ 6390 w 27476"/>
                <a:gd name="connsiteY1" fmla="*/ 0 h 12767"/>
                <a:gd name="connsiteX2" fmla="*/ 0 w 27476"/>
                <a:gd name="connsiteY2" fmla="*/ 6384 h 12767"/>
                <a:gd name="connsiteX3" fmla="*/ 6390 w 27476"/>
                <a:gd name="connsiteY3" fmla="*/ 12768 h 12767"/>
                <a:gd name="connsiteX4" fmla="*/ 21087 w 27476"/>
                <a:gd name="connsiteY4" fmla="*/ 12768 h 12767"/>
                <a:gd name="connsiteX5" fmla="*/ 27477 w 27476"/>
                <a:gd name="connsiteY5" fmla="*/ 6384 h 12767"/>
                <a:gd name="connsiteX6" fmla="*/ 21087 w 27476"/>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76" h="12767">
                  <a:moveTo>
                    <a:pt x="21087" y="0"/>
                  </a:moveTo>
                  <a:lnTo>
                    <a:pt x="6390" y="0"/>
                  </a:lnTo>
                  <a:cubicBezTo>
                    <a:pt x="2556" y="0"/>
                    <a:pt x="0" y="2554"/>
                    <a:pt x="0" y="6384"/>
                  </a:cubicBezTo>
                  <a:cubicBezTo>
                    <a:pt x="0" y="10214"/>
                    <a:pt x="2556" y="12768"/>
                    <a:pt x="6390" y="12768"/>
                  </a:cubicBezTo>
                  <a:lnTo>
                    <a:pt x="21087" y="12768"/>
                  </a:lnTo>
                  <a:cubicBezTo>
                    <a:pt x="24921" y="12768"/>
                    <a:pt x="27477" y="10214"/>
                    <a:pt x="27477" y="6384"/>
                  </a:cubicBezTo>
                  <a:cubicBezTo>
                    <a:pt x="27477" y="2554"/>
                    <a:pt x="24921" y="0"/>
                    <a:pt x="21087" y="0"/>
                  </a:cubicBezTo>
                  <a:close/>
                </a:path>
              </a:pathLst>
            </a:custGeom>
            <a:solidFill>
              <a:srgbClr val="00ABAB"/>
            </a:solidFill>
            <a:ln w="6390" cap="flat">
              <a:noFill/>
              <a:prstDash val="solid"/>
              <a:miter/>
            </a:ln>
          </p:spPr>
          <p:txBody>
            <a:bodyPr rtlCol="0" anchor="ctr"/>
            <a:lstStyle/>
            <a:p>
              <a:endParaRPr lang="en-US"/>
            </a:p>
          </p:txBody>
        </p:sp>
        <p:sp>
          <p:nvSpPr>
            <p:cNvPr id="582" name="Graphic 4">
              <a:extLst>
                <a:ext uri="{FF2B5EF4-FFF2-40B4-BE49-F238E27FC236}">
                  <a16:creationId xmlns:a16="http://schemas.microsoft.com/office/drawing/2014/main" id="{8DCFB599-DE54-D64C-BB95-D1C76B794861}"/>
                </a:ext>
              </a:extLst>
            </p:cNvPr>
            <p:cNvSpPr/>
            <p:nvPr/>
          </p:nvSpPr>
          <p:spPr>
            <a:xfrm>
              <a:off x="642188" y="2440120"/>
              <a:ext cx="12779" cy="28089"/>
            </a:xfrm>
            <a:custGeom>
              <a:avLst/>
              <a:gdLst>
                <a:gd name="connsiteX0" fmla="*/ 6390 w 12779"/>
                <a:gd name="connsiteY0" fmla="*/ 28089 h 28089"/>
                <a:gd name="connsiteX1" fmla="*/ 12780 w 12779"/>
                <a:gd name="connsiteY1" fmla="*/ 21706 h 28089"/>
                <a:gd name="connsiteX2" fmla="*/ 12780 w 12779"/>
                <a:gd name="connsiteY2" fmla="*/ 6384 h 28089"/>
                <a:gd name="connsiteX3" fmla="*/ 6390 w 12779"/>
                <a:gd name="connsiteY3" fmla="*/ 0 h 28089"/>
                <a:gd name="connsiteX4" fmla="*/ 0 w 12779"/>
                <a:gd name="connsiteY4" fmla="*/ 6384 h 28089"/>
                <a:gd name="connsiteX5" fmla="*/ 0 w 12779"/>
                <a:gd name="connsiteY5" fmla="*/ 21706 h 28089"/>
                <a:gd name="connsiteX6" fmla="*/ 6390 w 12779"/>
                <a:gd name="connsiteY6" fmla="*/ 28089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8089">
                  <a:moveTo>
                    <a:pt x="6390" y="28089"/>
                  </a:moveTo>
                  <a:cubicBezTo>
                    <a:pt x="10224" y="28089"/>
                    <a:pt x="12780" y="25536"/>
                    <a:pt x="12780" y="21706"/>
                  </a:cubicBezTo>
                  <a:lnTo>
                    <a:pt x="12780" y="6384"/>
                  </a:lnTo>
                  <a:cubicBezTo>
                    <a:pt x="12780" y="2554"/>
                    <a:pt x="10224" y="0"/>
                    <a:pt x="6390" y="0"/>
                  </a:cubicBezTo>
                  <a:cubicBezTo>
                    <a:pt x="2556" y="0"/>
                    <a:pt x="0" y="2554"/>
                    <a:pt x="0" y="6384"/>
                  </a:cubicBezTo>
                  <a:lnTo>
                    <a:pt x="0" y="21706"/>
                  </a:lnTo>
                  <a:cubicBezTo>
                    <a:pt x="0" y="25536"/>
                    <a:pt x="2556" y="28089"/>
                    <a:pt x="6390" y="28089"/>
                  </a:cubicBezTo>
                  <a:close/>
                </a:path>
              </a:pathLst>
            </a:custGeom>
            <a:solidFill>
              <a:srgbClr val="00ABAB"/>
            </a:solidFill>
            <a:ln w="6390" cap="flat">
              <a:noFill/>
              <a:prstDash val="solid"/>
              <a:miter/>
            </a:ln>
          </p:spPr>
          <p:txBody>
            <a:bodyPr rtlCol="0" anchor="ctr"/>
            <a:lstStyle/>
            <a:p>
              <a:endParaRPr lang="en-US"/>
            </a:p>
          </p:txBody>
        </p:sp>
        <p:sp>
          <p:nvSpPr>
            <p:cNvPr id="583" name="Graphic 4">
              <a:extLst>
                <a:ext uri="{FF2B5EF4-FFF2-40B4-BE49-F238E27FC236}">
                  <a16:creationId xmlns:a16="http://schemas.microsoft.com/office/drawing/2014/main" id="{6495E3D1-4F94-A843-AD26-B540FE2A4BB1}"/>
                </a:ext>
              </a:extLst>
            </p:cNvPr>
            <p:cNvSpPr/>
            <p:nvPr/>
          </p:nvSpPr>
          <p:spPr>
            <a:xfrm>
              <a:off x="642188" y="2636108"/>
              <a:ext cx="12779" cy="28089"/>
            </a:xfrm>
            <a:custGeom>
              <a:avLst/>
              <a:gdLst>
                <a:gd name="connsiteX0" fmla="*/ 6390 w 12779"/>
                <a:gd name="connsiteY0" fmla="*/ 0 h 28089"/>
                <a:gd name="connsiteX1" fmla="*/ 0 w 12779"/>
                <a:gd name="connsiteY1" fmla="*/ 6384 h 28089"/>
                <a:gd name="connsiteX2" fmla="*/ 0 w 12779"/>
                <a:gd name="connsiteY2" fmla="*/ 21706 h 28089"/>
                <a:gd name="connsiteX3" fmla="*/ 6390 w 12779"/>
                <a:gd name="connsiteY3" fmla="*/ 28090 h 28089"/>
                <a:gd name="connsiteX4" fmla="*/ 12780 w 12779"/>
                <a:gd name="connsiteY4" fmla="*/ 21706 h 28089"/>
                <a:gd name="connsiteX5" fmla="*/ 12780 w 12779"/>
                <a:gd name="connsiteY5" fmla="*/ 6384 h 28089"/>
                <a:gd name="connsiteX6" fmla="*/ 6390 w 12779"/>
                <a:gd name="connsiteY6" fmla="*/ 0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8089">
                  <a:moveTo>
                    <a:pt x="6390" y="0"/>
                  </a:moveTo>
                  <a:cubicBezTo>
                    <a:pt x="2556" y="0"/>
                    <a:pt x="0" y="2554"/>
                    <a:pt x="0" y="6384"/>
                  </a:cubicBezTo>
                  <a:lnTo>
                    <a:pt x="0" y="21706"/>
                  </a:lnTo>
                  <a:cubicBezTo>
                    <a:pt x="0" y="25536"/>
                    <a:pt x="2556" y="28090"/>
                    <a:pt x="6390" y="28090"/>
                  </a:cubicBezTo>
                  <a:cubicBezTo>
                    <a:pt x="10224" y="28090"/>
                    <a:pt x="12780" y="25536"/>
                    <a:pt x="12780" y="21706"/>
                  </a:cubicBezTo>
                  <a:lnTo>
                    <a:pt x="12780" y="6384"/>
                  </a:lnTo>
                  <a:cubicBezTo>
                    <a:pt x="12780" y="2554"/>
                    <a:pt x="9585" y="0"/>
                    <a:pt x="6390" y="0"/>
                  </a:cubicBezTo>
                  <a:close/>
                </a:path>
              </a:pathLst>
            </a:custGeom>
            <a:solidFill>
              <a:srgbClr val="00ABAB"/>
            </a:solidFill>
            <a:ln w="6390" cap="flat">
              <a:noFill/>
              <a:prstDash val="solid"/>
              <a:miter/>
            </a:ln>
          </p:spPr>
          <p:txBody>
            <a:bodyPr rtlCol="0" anchor="ctr"/>
            <a:lstStyle/>
            <a:p>
              <a:endParaRPr lang="en-US"/>
            </a:p>
          </p:txBody>
        </p:sp>
        <p:sp>
          <p:nvSpPr>
            <p:cNvPr id="584" name="Graphic 4">
              <a:extLst>
                <a:ext uri="{FF2B5EF4-FFF2-40B4-BE49-F238E27FC236}">
                  <a16:creationId xmlns:a16="http://schemas.microsoft.com/office/drawing/2014/main" id="{5A4A6232-405F-A545-896B-D859913B15E5}"/>
                </a:ext>
              </a:extLst>
            </p:cNvPr>
            <p:cNvSpPr/>
            <p:nvPr/>
          </p:nvSpPr>
          <p:spPr>
            <a:xfrm>
              <a:off x="705449" y="2471402"/>
              <a:ext cx="23642" cy="23620"/>
            </a:xfrm>
            <a:custGeom>
              <a:avLst/>
              <a:gdLst>
                <a:gd name="connsiteX0" fmla="*/ 12780 w 23642"/>
                <a:gd name="connsiteY0" fmla="*/ 1915 h 23620"/>
                <a:gd name="connsiteX1" fmla="*/ 1917 w 23642"/>
                <a:gd name="connsiteY1" fmla="*/ 12768 h 23620"/>
                <a:gd name="connsiteX2" fmla="*/ 1917 w 23642"/>
                <a:gd name="connsiteY2" fmla="*/ 21706 h 23620"/>
                <a:gd name="connsiteX3" fmla="*/ 6390 w 23642"/>
                <a:gd name="connsiteY3" fmla="*/ 23621 h 23620"/>
                <a:gd name="connsiteX4" fmla="*/ 10863 w 23642"/>
                <a:gd name="connsiteY4" fmla="*/ 21706 h 23620"/>
                <a:gd name="connsiteX5" fmla="*/ 21726 w 23642"/>
                <a:gd name="connsiteY5" fmla="*/ 10853 h 23620"/>
                <a:gd name="connsiteX6" fmla="*/ 21726 w 23642"/>
                <a:gd name="connsiteY6" fmla="*/ 1915 h 23620"/>
                <a:gd name="connsiteX7" fmla="*/ 12780 w 23642"/>
                <a:gd name="connsiteY7" fmla="*/ 1915 h 23620"/>
                <a:gd name="connsiteX8" fmla="*/ 12780 w 23642"/>
                <a:gd name="connsiteY8" fmla="*/ 1915 h 2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2" h="23620">
                  <a:moveTo>
                    <a:pt x="12780" y="1915"/>
                  </a:moveTo>
                  <a:lnTo>
                    <a:pt x="1917" y="12768"/>
                  </a:lnTo>
                  <a:cubicBezTo>
                    <a:pt x="-639" y="15322"/>
                    <a:pt x="-639" y="19152"/>
                    <a:pt x="1917" y="21706"/>
                  </a:cubicBezTo>
                  <a:cubicBezTo>
                    <a:pt x="3195" y="22982"/>
                    <a:pt x="4473" y="23621"/>
                    <a:pt x="6390" y="23621"/>
                  </a:cubicBezTo>
                  <a:cubicBezTo>
                    <a:pt x="8307" y="23621"/>
                    <a:pt x="9585" y="22982"/>
                    <a:pt x="10863" y="21706"/>
                  </a:cubicBezTo>
                  <a:lnTo>
                    <a:pt x="21726" y="10853"/>
                  </a:lnTo>
                  <a:cubicBezTo>
                    <a:pt x="24282" y="8299"/>
                    <a:pt x="24282" y="4469"/>
                    <a:pt x="21726" y="1915"/>
                  </a:cubicBezTo>
                  <a:cubicBezTo>
                    <a:pt x="19170" y="-638"/>
                    <a:pt x="15336" y="-638"/>
                    <a:pt x="12780" y="1915"/>
                  </a:cubicBezTo>
                  <a:cubicBezTo>
                    <a:pt x="12780" y="1915"/>
                    <a:pt x="12780" y="1915"/>
                    <a:pt x="12780" y="1915"/>
                  </a:cubicBezTo>
                  <a:close/>
                </a:path>
              </a:pathLst>
            </a:custGeom>
            <a:solidFill>
              <a:srgbClr val="00ABAB"/>
            </a:solidFill>
            <a:ln w="6390" cap="flat">
              <a:noFill/>
              <a:prstDash val="solid"/>
              <a:miter/>
            </a:ln>
          </p:spPr>
          <p:txBody>
            <a:bodyPr rtlCol="0" anchor="ctr"/>
            <a:lstStyle/>
            <a:p>
              <a:endParaRPr lang="en-US"/>
            </a:p>
          </p:txBody>
        </p:sp>
        <p:sp>
          <p:nvSpPr>
            <p:cNvPr id="585" name="Graphic 4">
              <a:extLst>
                <a:ext uri="{FF2B5EF4-FFF2-40B4-BE49-F238E27FC236}">
                  <a16:creationId xmlns:a16="http://schemas.microsoft.com/office/drawing/2014/main" id="{30D5B9A1-6971-8C43-8292-9FFE6DF276C0}"/>
                </a:ext>
              </a:extLst>
            </p:cNvPr>
            <p:cNvSpPr/>
            <p:nvPr/>
          </p:nvSpPr>
          <p:spPr>
            <a:xfrm>
              <a:off x="567426" y="2608947"/>
              <a:ext cx="23991" cy="23969"/>
            </a:xfrm>
            <a:custGeom>
              <a:avLst/>
              <a:gdLst>
                <a:gd name="connsiteX0" fmla="*/ 12780 w 23991"/>
                <a:gd name="connsiteY0" fmla="*/ 2264 h 23969"/>
                <a:gd name="connsiteX1" fmla="*/ 1917 w 23991"/>
                <a:gd name="connsiteY1" fmla="*/ 13117 h 23969"/>
                <a:gd name="connsiteX2" fmla="*/ 1917 w 23991"/>
                <a:gd name="connsiteY2" fmla="*/ 22054 h 23969"/>
                <a:gd name="connsiteX3" fmla="*/ 1917 w 23991"/>
                <a:gd name="connsiteY3" fmla="*/ 22054 h 23969"/>
                <a:gd name="connsiteX4" fmla="*/ 6390 w 23991"/>
                <a:gd name="connsiteY4" fmla="*/ 23970 h 23969"/>
                <a:gd name="connsiteX5" fmla="*/ 10863 w 23991"/>
                <a:gd name="connsiteY5" fmla="*/ 22054 h 23969"/>
                <a:gd name="connsiteX6" fmla="*/ 21726 w 23991"/>
                <a:gd name="connsiteY6" fmla="*/ 11202 h 23969"/>
                <a:gd name="connsiteX7" fmla="*/ 22365 w 23991"/>
                <a:gd name="connsiteY7" fmla="*/ 2264 h 23969"/>
                <a:gd name="connsiteX8" fmla="*/ 13419 w 23991"/>
                <a:gd name="connsiteY8" fmla="*/ 1626 h 23969"/>
                <a:gd name="connsiteX9" fmla="*/ 12780 w 23991"/>
                <a:gd name="connsiteY9" fmla="*/ 2264 h 23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991" h="23969">
                  <a:moveTo>
                    <a:pt x="12780" y="2264"/>
                  </a:moveTo>
                  <a:lnTo>
                    <a:pt x="1917" y="13117"/>
                  </a:lnTo>
                  <a:cubicBezTo>
                    <a:pt x="-639" y="15670"/>
                    <a:pt x="-639" y="19501"/>
                    <a:pt x="1917" y="22054"/>
                  </a:cubicBezTo>
                  <a:cubicBezTo>
                    <a:pt x="1917" y="22054"/>
                    <a:pt x="1917" y="22054"/>
                    <a:pt x="1917" y="22054"/>
                  </a:cubicBezTo>
                  <a:cubicBezTo>
                    <a:pt x="3195" y="23331"/>
                    <a:pt x="4473" y="23970"/>
                    <a:pt x="6390" y="23970"/>
                  </a:cubicBezTo>
                  <a:cubicBezTo>
                    <a:pt x="8307" y="23970"/>
                    <a:pt x="9585" y="23331"/>
                    <a:pt x="10863" y="22054"/>
                  </a:cubicBezTo>
                  <a:lnTo>
                    <a:pt x="21726" y="11202"/>
                  </a:lnTo>
                  <a:cubicBezTo>
                    <a:pt x="24282" y="8648"/>
                    <a:pt x="24921" y="4818"/>
                    <a:pt x="22365" y="2264"/>
                  </a:cubicBezTo>
                  <a:cubicBezTo>
                    <a:pt x="19809" y="-290"/>
                    <a:pt x="15975" y="-928"/>
                    <a:pt x="13419" y="1626"/>
                  </a:cubicBezTo>
                  <a:cubicBezTo>
                    <a:pt x="13419" y="2264"/>
                    <a:pt x="12780" y="2264"/>
                    <a:pt x="12780" y="2264"/>
                  </a:cubicBezTo>
                  <a:close/>
                </a:path>
              </a:pathLst>
            </a:custGeom>
            <a:solidFill>
              <a:srgbClr val="00ABAB"/>
            </a:solidFill>
            <a:ln w="6390" cap="flat">
              <a:noFill/>
              <a:prstDash val="solid"/>
              <a:miter/>
            </a:ln>
          </p:spPr>
          <p:txBody>
            <a:bodyPr rtlCol="0" anchor="ctr"/>
            <a:lstStyle/>
            <a:p>
              <a:endParaRPr lang="en-US"/>
            </a:p>
          </p:txBody>
        </p:sp>
        <p:sp>
          <p:nvSpPr>
            <p:cNvPr id="586" name="Graphic 4">
              <a:extLst>
                <a:ext uri="{FF2B5EF4-FFF2-40B4-BE49-F238E27FC236}">
                  <a16:creationId xmlns:a16="http://schemas.microsoft.com/office/drawing/2014/main" id="{2B427711-EBF5-1A4C-9570-7E61A21E28FB}"/>
                </a:ext>
              </a:extLst>
            </p:cNvPr>
            <p:cNvSpPr/>
            <p:nvPr/>
          </p:nvSpPr>
          <p:spPr>
            <a:xfrm>
              <a:off x="567426" y="2470763"/>
              <a:ext cx="23642" cy="23620"/>
            </a:xfrm>
            <a:custGeom>
              <a:avLst/>
              <a:gdLst>
                <a:gd name="connsiteX0" fmla="*/ 12780 w 23642"/>
                <a:gd name="connsiteY0" fmla="*/ 21706 h 23620"/>
                <a:gd name="connsiteX1" fmla="*/ 21726 w 23642"/>
                <a:gd name="connsiteY1" fmla="*/ 21706 h 23620"/>
                <a:gd name="connsiteX2" fmla="*/ 21726 w 23642"/>
                <a:gd name="connsiteY2" fmla="*/ 12768 h 23620"/>
                <a:gd name="connsiteX3" fmla="*/ 10863 w 23642"/>
                <a:gd name="connsiteY3" fmla="*/ 1915 h 23620"/>
                <a:gd name="connsiteX4" fmla="*/ 1917 w 23642"/>
                <a:gd name="connsiteY4" fmla="*/ 1915 h 23620"/>
                <a:gd name="connsiteX5" fmla="*/ 1917 w 23642"/>
                <a:gd name="connsiteY5" fmla="*/ 10853 h 23620"/>
                <a:gd name="connsiteX6" fmla="*/ 12780 w 23642"/>
                <a:gd name="connsiteY6" fmla="*/ 21706 h 2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642" h="23620">
                  <a:moveTo>
                    <a:pt x="12780" y="21706"/>
                  </a:moveTo>
                  <a:cubicBezTo>
                    <a:pt x="15336" y="24259"/>
                    <a:pt x="19170" y="24259"/>
                    <a:pt x="21726" y="21706"/>
                  </a:cubicBezTo>
                  <a:cubicBezTo>
                    <a:pt x="24282" y="19152"/>
                    <a:pt x="24282" y="15322"/>
                    <a:pt x="21726" y="12768"/>
                  </a:cubicBezTo>
                  <a:lnTo>
                    <a:pt x="10863" y="1915"/>
                  </a:lnTo>
                  <a:cubicBezTo>
                    <a:pt x="8307" y="-638"/>
                    <a:pt x="4473" y="-638"/>
                    <a:pt x="1917" y="1915"/>
                  </a:cubicBezTo>
                  <a:cubicBezTo>
                    <a:pt x="-639" y="4469"/>
                    <a:pt x="-639" y="8299"/>
                    <a:pt x="1917" y="10853"/>
                  </a:cubicBezTo>
                  <a:lnTo>
                    <a:pt x="12780" y="21706"/>
                  </a:lnTo>
                  <a:close/>
                </a:path>
              </a:pathLst>
            </a:custGeom>
            <a:solidFill>
              <a:srgbClr val="00ABAB"/>
            </a:solidFill>
            <a:ln w="6390" cap="flat">
              <a:noFill/>
              <a:prstDash val="solid"/>
              <a:miter/>
            </a:ln>
          </p:spPr>
          <p:txBody>
            <a:bodyPr rtlCol="0" anchor="ctr"/>
            <a:lstStyle/>
            <a:p>
              <a:endParaRPr lang="en-US"/>
            </a:p>
          </p:txBody>
        </p:sp>
        <p:sp>
          <p:nvSpPr>
            <p:cNvPr id="587" name="Graphic 4">
              <a:extLst>
                <a:ext uri="{FF2B5EF4-FFF2-40B4-BE49-F238E27FC236}">
                  <a16:creationId xmlns:a16="http://schemas.microsoft.com/office/drawing/2014/main" id="{536F9BF1-A7D8-3246-A3B8-EEB8086A42E0}"/>
                </a:ext>
              </a:extLst>
            </p:cNvPr>
            <p:cNvSpPr/>
            <p:nvPr/>
          </p:nvSpPr>
          <p:spPr>
            <a:xfrm>
              <a:off x="706088" y="2609296"/>
              <a:ext cx="23642" cy="23620"/>
            </a:xfrm>
            <a:custGeom>
              <a:avLst/>
              <a:gdLst>
                <a:gd name="connsiteX0" fmla="*/ 10863 w 23642"/>
                <a:gd name="connsiteY0" fmla="*/ 1915 h 23620"/>
                <a:gd name="connsiteX1" fmla="*/ 1917 w 23642"/>
                <a:gd name="connsiteY1" fmla="*/ 1915 h 23620"/>
                <a:gd name="connsiteX2" fmla="*/ 1917 w 23642"/>
                <a:gd name="connsiteY2" fmla="*/ 10853 h 23620"/>
                <a:gd name="connsiteX3" fmla="*/ 12780 w 23642"/>
                <a:gd name="connsiteY3" fmla="*/ 21706 h 23620"/>
                <a:gd name="connsiteX4" fmla="*/ 17253 w 23642"/>
                <a:gd name="connsiteY4" fmla="*/ 23621 h 23620"/>
                <a:gd name="connsiteX5" fmla="*/ 21726 w 23642"/>
                <a:gd name="connsiteY5" fmla="*/ 21706 h 23620"/>
                <a:gd name="connsiteX6" fmla="*/ 21726 w 23642"/>
                <a:gd name="connsiteY6" fmla="*/ 12768 h 23620"/>
                <a:gd name="connsiteX7" fmla="*/ 21726 w 23642"/>
                <a:gd name="connsiteY7" fmla="*/ 12768 h 23620"/>
                <a:gd name="connsiteX8" fmla="*/ 10863 w 23642"/>
                <a:gd name="connsiteY8" fmla="*/ 1915 h 2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2" h="23620">
                  <a:moveTo>
                    <a:pt x="10863" y="1915"/>
                  </a:moveTo>
                  <a:cubicBezTo>
                    <a:pt x="8307" y="-638"/>
                    <a:pt x="4473" y="-638"/>
                    <a:pt x="1917" y="1915"/>
                  </a:cubicBezTo>
                  <a:cubicBezTo>
                    <a:pt x="-639" y="4469"/>
                    <a:pt x="-639" y="8299"/>
                    <a:pt x="1917" y="10853"/>
                  </a:cubicBezTo>
                  <a:lnTo>
                    <a:pt x="12780" y="21706"/>
                  </a:lnTo>
                  <a:cubicBezTo>
                    <a:pt x="14058" y="22982"/>
                    <a:pt x="15336" y="23621"/>
                    <a:pt x="17253" y="23621"/>
                  </a:cubicBezTo>
                  <a:cubicBezTo>
                    <a:pt x="19170" y="23621"/>
                    <a:pt x="20448" y="22982"/>
                    <a:pt x="21726" y="21706"/>
                  </a:cubicBezTo>
                  <a:cubicBezTo>
                    <a:pt x="24282" y="19152"/>
                    <a:pt x="24282" y="15322"/>
                    <a:pt x="21726" y="12768"/>
                  </a:cubicBezTo>
                  <a:cubicBezTo>
                    <a:pt x="21726" y="12768"/>
                    <a:pt x="21726" y="12768"/>
                    <a:pt x="21726" y="12768"/>
                  </a:cubicBezTo>
                  <a:lnTo>
                    <a:pt x="10863" y="1915"/>
                  </a:lnTo>
                  <a:close/>
                </a:path>
              </a:pathLst>
            </a:custGeom>
            <a:solidFill>
              <a:srgbClr val="00ABAB"/>
            </a:solidFill>
            <a:ln w="6390" cap="flat">
              <a:noFill/>
              <a:prstDash val="solid"/>
              <a:miter/>
            </a:ln>
          </p:spPr>
          <p:txBody>
            <a:bodyPr rtlCol="0" anchor="ctr"/>
            <a:lstStyle/>
            <a:p>
              <a:endParaRPr lang="en-US"/>
            </a:p>
          </p:txBody>
        </p:sp>
      </p:grpSp>
      <p:grpSp>
        <p:nvGrpSpPr>
          <p:cNvPr id="2" name="Group 1">
            <a:extLst>
              <a:ext uri="{FF2B5EF4-FFF2-40B4-BE49-F238E27FC236}">
                <a16:creationId xmlns:a16="http://schemas.microsoft.com/office/drawing/2014/main" id="{6472C0EB-F5BB-8340-BC77-89719F9C6C86}"/>
              </a:ext>
            </a:extLst>
          </p:cNvPr>
          <p:cNvGrpSpPr/>
          <p:nvPr/>
        </p:nvGrpSpPr>
        <p:grpSpPr>
          <a:xfrm>
            <a:off x="5099169" y="2371173"/>
            <a:ext cx="362309" cy="361971"/>
            <a:chOff x="5099169" y="2371173"/>
            <a:chExt cx="362309" cy="361971"/>
          </a:xfrm>
        </p:grpSpPr>
        <p:sp>
          <p:nvSpPr>
            <p:cNvPr id="588" name="Graphic 4">
              <a:extLst>
                <a:ext uri="{FF2B5EF4-FFF2-40B4-BE49-F238E27FC236}">
                  <a16:creationId xmlns:a16="http://schemas.microsoft.com/office/drawing/2014/main" id="{5AD8BAA9-1880-7D41-A85C-D74AB22D0436}"/>
                </a:ext>
              </a:extLst>
            </p:cNvPr>
            <p:cNvSpPr/>
            <p:nvPr/>
          </p:nvSpPr>
          <p:spPr>
            <a:xfrm>
              <a:off x="5227607" y="2466295"/>
              <a:ext cx="101600" cy="152577"/>
            </a:xfrm>
            <a:custGeom>
              <a:avLst/>
              <a:gdLst>
                <a:gd name="connsiteX0" fmla="*/ 63899 w 101600"/>
                <a:gd name="connsiteY0" fmla="*/ 56179 h 152577"/>
                <a:gd name="connsiteX1" fmla="*/ 63261 w 101600"/>
                <a:gd name="connsiteY1" fmla="*/ 49795 h 152577"/>
                <a:gd name="connsiteX2" fmla="*/ 85625 w 101600"/>
                <a:gd name="connsiteY2" fmla="*/ 0 h 152577"/>
                <a:gd name="connsiteX3" fmla="*/ 33867 w 101600"/>
                <a:gd name="connsiteY3" fmla="*/ 0 h 152577"/>
                <a:gd name="connsiteX4" fmla="*/ 0 w 101600"/>
                <a:gd name="connsiteY4" fmla="*/ 79161 h 152577"/>
                <a:gd name="connsiteX5" fmla="*/ 30033 w 101600"/>
                <a:gd name="connsiteY5" fmla="*/ 79161 h 152577"/>
                <a:gd name="connsiteX6" fmla="*/ 35145 w 101600"/>
                <a:gd name="connsiteY6" fmla="*/ 81715 h 152577"/>
                <a:gd name="connsiteX7" fmla="*/ 36423 w 101600"/>
                <a:gd name="connsiteY7" fmla="*/ 87460 h 152577"/>
                <a:gd name="connsiteX8" fmla="*/ 17892 w 101600"/>
                <a:gd name="connsiteY8" fmla="*/ 152577 h 152577"/>
                <a:gd name="connsiteX9" fmla="*/ 101600 w 101600"/>
                <a:gd name="connsiteY9" fmla="*/ 59371 h 152577"/>
                <a:gd name="connsiteX10" fmla="*/ 69650 w 101600"/>
                <a:gd name="connsiteY10" fmla="*/ 59371 h 152577"/>
                <a:gd name="connsiteX11" fmla="*/ 63899 w 101600"/>
                <a:gd name="connsiteY11" fmla="*/ 56179 h 15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1600" h="152577">
                  <a:moveTo>
                    <a:pt x="63899" y="56179"/>
                  </a:moveTo>
                  <a:cubicBezTo>
                    <a:pt x="62622" y="54264"/>
                    <a:pt x="62622" y="51710"/>
                    <a:pt x="63261" y="49795"/>
                  </a:cubicBezTo>
                  <a:lnTo>
                    <a:pt x="85625" y="0"/>
                  </a:lnTo>
                  <a:lnTo>
                    <a:pt x="33867" y="0"/>
                  </a:lnTo>
                  <a:lnTo>
                    <a:pt x="0" y="79161"/>
                  </a:lnTo>
                  <a:lnTo>
                    <a:pt x="30033" y="79161"/>
                  </a:lnTo>
                  <a:cubicBezTo>
                    <a:pt x="31950" y="79161"/>
                    <a:pt x="33867" y="79800"/>
                    <a:pt x="35145" y="81715"/>
                  </a:cubicBezTo>
                  <a:cubicBezTo>
                    <a:pt x="36423" y="83630"/>
                    <a:pt x="36423" y="85545"/>
                    <a:pt x="36423" y="87460"/>
                  </a:cubicBezTo>
                  <a:lnTo>
                    <a:pt x="17892" y="152577"/>
                  </a:lnTo>
                  <a:lnTo>
                    <a:pt x="101600" y="59371"/>
                  </a:lnTo>
                  <a:lnTo>
                    <a:pt x="69650" y="59371"/>
                  </a:lnTo>
                  <a:cubicBezTo>
                    <a:pt x="67094" y="59371"/>
                    <a:pt x="65177" y="58094"/>
                    <a:pt x="63899" y="56179"/>
                  </a:cubicBezTo>
                  <a:close/>
                </a:path>
              </a:pathLst>
            </a:custGeom>
            <a:solidFill>
              <a:srgbClr val="0097A9"/>
            </a:solidFill>
            <a:ln w="6390" cap="flat">
              <a:noFill/>
              <a:prstDash val="solid"/>
              <a:miter/>
            </a:ln>
          </p:spPr>
          <p:txBody>
            <a:bodyPr rtlCol="0" anchor="ctr"/>
            <a:lstStyle/>
            <a:p>
              <a:endParaRPr lang="en-US"/>
            </a:p>
          </p:txBody>
        </p:sp>
        <p:sp>
          <p:nvSpPr>
            <p:cNvPr id="589" name="Graphic 4">
              <a:extLst>
                <a:ext uri="{FF2B5EF4-FFF2-40B4-BE49-F238E27FC236}">
                  <a16:creationId xmlns:a16="http://schemas.microsoft.com/office/drawing/2014/main" id="{D2CF1076-5F3F-9D44-86EA-416D7714FB5F}"/>
                </a:ext>
              </a:extLst>
            </p:cNvPr>
            <p:cNvSpPr/>
            <p:nvPr/>
          </p:nvSpPr>
          <p:spPr>
            <a:xfrm>
              <a:off x="5099169"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48569 w 362309"/>
                <a:gd name="connsiteY7" fmla="*/ 152577 h 361971"/>
                <a:gd name="connsiteX8" fmla="*/ 136745 w 362309"/>
                <a:gd name="connsiteY8" fmla="*/ 277065 h 361971"/>
                <a:gd name="connsiteX9" fmla="*/ 129077 w 362309"/>
                <a:gd name="connsiteY9" fmla="*/ 278342 h 361971"/>
                <a:gd name="connsiteX10" fmla="*/ 125882 w 362309"/>
                <a:gd name="connsiteY10" fmla="*/ 271319 h 361971"/>
                <a:gd name="connsiteX11" fmla="*/ 149525 w 362309"/>
                <a:gd name="connsiteY11" fmla="*/ 187689 h 361971"/>
                <a:gd name="connsiteX12" fmla="*/ 118853 w 362309"/>
                <a:gd name="connsiteY12" fmla="*/ 187689 h 361971"/>
                <a:gd name="connsiteX13" fmla="*/ 113741 w 362309"/>
                <a:gd name="connsiteY13" fmla="*/ 184497 h 361971"/>
                <a:gd name="connsiteX14" fmla="*/ 113102 w 362309"/>
                <a:gd name="connsiteY14" fmla="*/ 178113 h 361971"/>
                <a:gd name="connsiteX15" fmla="*/ 152720 w 362309"/>
                <a:gd name="connsiteY15" fmla="*/ 86184 h 361971"/>
                <a:gd name="connsiteX16" fmla="*/ 158470 w 362309"/>
                <a:gd name="connsiteY16" fmla="*/ 82354 h 361971"/>
                <a:gd name="connsiteX17" fmla="*/ 223648 w 362309"/>
                <a:gd name="connsiteY17" fmla="*/ 82354 h 361971"/>
                <a:gd name="connsiteX18" fmla="*/ 228760 w 362309"/>
                <a:gd name="connsiteY18" fmla="*/ 85546 h 361971"/>
                <a:gd name="connsiteX19" fmla="*/ 229399 w 362309"/>
                <a:gd name="connsiteY19" fmla="*/ 91930 h 361971"/>
                <a:gd name="connsiteX20" fmla="*/ 207673 w 362309"/>
                <a:gd name="connsiteY20" fmla="*/ 141724 h 361971"/>
                <a:gd name="connsiteX21" fmla="*/ 244096 w 362309"/>
                <a:gd name="connsiteY21" fmla="*/ 141724 h 361971"/>
                <a:gd name="connsiteX22" fmla="*/ 250486 w 362309"/>
                <a:gd name="connsiteY22" fmla="*/ 148108 h 361971"/>
                <a:gd name="connsiteX23" fmla="*/ 248569 w 362309"/>
                <a:gd name="connsiteY23" fmla="*/ 15257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cubicBezTo>
                    <a:pt x="181474" y="0"/>
                    <a:pt x="181474" y="0"/>
                    <a:pt x="181474" y="0"/>
                  </a:cubicBezTo>
                  <a:close/>
                  <a:moveTo>
                    <a:pt x="248569" y="152577"/>
                  </a:moveTo>
                  <a:lnTo>
                    <a:pt x="136745" y="277065"/>
                  </a:lnTo>
                  <a:cubicBezTo>
                    <a:pt x="134828" y="278980"/>
                    <a:pt x="131633" y="279619"/>
                    <a:pt x="129077" y="278342"/>
                  </a:cubicBezTo>
                  <a:cubicBezTo>
                    <a:pt x="126521" y="277065"/>
                    <a:pt x="125243" y="273873"/>
                    <a:pt x="125882" y="271319"/>
                  </a:cubicBezTo>
                  <a:lnTo>
                    <a:pt x="149525" y="187689"/>
                  </a:lnTo>
                  <a:lnTo>
                    <a:pt x="118853" y="187689"/>
                  </a:lnTo>
                  <a:cubicBezTo>
                    <a:pt x="116936" y="187689"/>
                    <a:pt x="115019" y="186412"/>
                    <a:pt x="113741" y="184497"/>
                  </a:cubicBezTo>
                  <a:cubicBezTo>
                    <a:pt x="112463" y="182582"/>
                    <a:pt x="112463" y="180667"/>
                    <a:pt x="113102" y="178113"/>
                  </a:cubicBezTo>
                  <a:lnTo>
                    <a:pt x="152720" y="86184"/>
                  </a:lnTo>
                  <a:cubicBezTo>
                    <a:pt x="153997" y="83630"/>
                    <a:pt x="155915" y="82354"/>
                    <a:pt x="158470" y="82354"/>
                  </a:cubicBezTo>
                  <a:lnTo>
                    <a:pt x="223648" y="82354"/>
                  </a:lnTo>
                  <a:cubicBezTo>
                    <a:pt x="225565" y="82354"/>
                    <a:pt x="228121" y="83630"/>
                    <a:pt x="228760" y="85546"/>
                  </a:cubicBezTo>
                  <a:cubicBezTo>
                    <a:pt x="230038" y="87461"/>
                    <a:pt x="230038" y="90014"/>
                    <a:pt x="229399" y="91930"/>
                  </a:cubicBezTo>
                  <a:lnTo>
                    <a:pt x="207673" y="141724"/>
                  </a:lnTo>
                  <a:lnTo>
                    <a:pt x="244096" y="141724"/>
                  </a:lnTo>
                  <a:cubicBezTo>
                    <a:pt x="247929" y="141724"/>
                    <a:pt x="250486" y="144916"/>
                    <a:pt x="250486" y="148108"/>
                  </a:cubicBezTo>
                  <a:cubicBezTo>
                    <a:pt x="249846" y="149385"/>
                    <a:pt x="249208" y="151300"/>
                    <a:pt x="248569" y="152577"/>
                  </a:cubicBezTo>
                  <a:close/>
                </a:path>
              </a:pathLst>
            </a:custGeom>
            <a:solidFill>
              <a:srgbClr val="0097A9"/>
            </a:solidFill>
            <a:ln w="6390" cap="flat">
              <a:noFill/>
              <a:prstDash val="solid"/>
              <a:miter/>
            </a:ln>
          </p:spPr>
          <p:txBody>
            <a:bodyPr rtlCol="0" anchor="ctr"/>
            <a:lstStyle/>
            <a:p>
              <a:endParaRPr lang="en-US"/>
            </a:p>
          </p:txBody>
        </p:sp>
      </p:grpSp>
      <p:grpSp>
        <p:nvGrpSpPr>
          <p:cNvPr id="590" name="Graphic 4">
            <a:extLst>
              <a:ext uri="{FF2B5EF4-FFF2-40B4-BE49-F238E27FC236}">
                <a16:creationId xmlns:a16="http://schemas.microsoft.com/office/drawing/2014/main" id="{DB019B48-D0A3-5A44-8F6F-F8D96CA1BE55}"/>
              </a:ext>
            </a:extLst>
          </p:cNvPr>
          <p:cNvGrpSpPr/>
          <p:nvPr/>
        </p:nvGrpSpPr>
        <p:grpSpPr>
          <a:xfrm>
            <a:off x="905454" y="1402723"/>
            <a:ext cx="362309" cy="361971"/>
            <a:chOff x="905454" y="1402723"/>
            <a:chExt cx="362309" cy="361971"/>
          </a:xfrm>
          <a:solidFill>
            <a:srgbClr val="00ABAB"/>
          </a:solidFill>
        </p:grpSpPr>
        <p:sp>
          <p:nvSpPr>
            <p:cNvPr id="591" name="Graphic 4">
              <a:extLst>
                <a:ext uri="{FF2B5EF4-FFF2-40B4-BE49-F238E27FC236}">
                  <a16:creationId xmlns:a16="http://schemas.microsoft.com/office/drawing/2014/main" id="{FD28B8F7-DDB1-9943-98B4-C13629F9452B}"/>
                </a:ext>
              </a:extLst>
            </p:cNvPr>
            <p:cNvSpPr/>
            <p:nvPr/>
          </p:nvSpPr>
          <p:spPr>
            <a:xfrm>
              <a:off x="1003859" y="1484976"/>
              <a:ext cx="175996" cy="196292"/>
            </a:xfrm>
            <a:custGeom>
              <a:avLst/>
              <a:gdLst>
                <a:gd name="connsiteX0" fmla="*/ 70928 w 175996"/>
                <a:gd name="connsiteY0" fmla="*/ 101 h 196292"/>
                <a:gd name="connsiteX1" fmla="*/ 109268 w 175996"/>
                <a:gd name="connsiteY1" fmla="*/ 116928 h 196292"/>
                <a:gd name="connsiteX2" fmla="*/ 0 w 175996"/>
                <a:gd name="connsiteY2" fmla="*/ 158423 h 196292"/>
                <a:gd name="connsiteX3" fmla="*/ 138023 w 175996"/>
                <a:gd name="connsiteY3" fmla="*/ 175660 h 196292"/>
                <a:gd name="connsiteX4" fmla="*/ 169972 w 175996"/>
                <a:gd name="connsiteY4" fmla="*/ 64579 h 196292"/>
                <a:gd name="connsiteX5" fmla="*/ 70928 w 175996"/>
                <a:gd name="connsiteY5" fmla="*/ 101 h 196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5996" h="196292">
                  <a:moveTo>
                    <a:pt x="70928" y="101"/>
                  </a:moveTo>
                  <a:cubicBezTo>
                    <a:pt x="113741" y="21806"/>
                    <a:pt x="130994" y="74155"/>
                    <a:pt x="109268" y="116928"/>
                  </a:cubicBezTo>
                  <a:cubicBezTo>
                    <a:pt x="88820" y="157147"/>
                    <a:pt x="41535" y="175022"/>
                    <a:pt x="0" y="158423"/>
                  </a:cubicBezTo>
                  <a:cubicBezTo>
                    <a:pt x="33228" y="201196"/>
                    <a:pt x="95210" y="208857"/>
                    <a:pt x="138023" y="175660"/>
                  </a:cubicBezTo>
                  <a:cubicBezTo>
                    <a:pt x="171889" y="149486"/>
                    <a:pt x="184669" y="104160"/>
                    <a:pt x="169972" y="64579"/>
                  </a:cubicBezTo>
                  <a:cubicBezTo>
                    <a:pt x="153997" y="23721"/>
                    <a:pt x="114380" y="-1814"/>
                    <a:pt x="70928" y="101"/>
                  </a:cubicBezTo>
                  <a:close/>
                </a:path>
              </a:pathLst>
            </a:custGeom>
            <a:solidFill>
              <a:srgbClr val="00ABAB"/>
            </a:solidFill>
            <a:ln w="6390" cap="flat">
              <a:noFill/>
              <a:prstDash val="solid"/>
              <a:miter/>
            </a:ln>
          </p:spPr>
          <p:txBody>
            <a:bodyPr rtlCol="0" anchor="ctr"/>
            <a:lstStyle/>
            <a:p>
              <a:endParaRPr lang="en-US"/>
            </a:p>
          </p:txBody>
        </p:sp>
        <p:sp>
          <p:nvSpPr>
            <p:cNvPr id="592" name="Graphic 4">
              <a:extLst>
                <a:ext uri="{FF2B5EF4-FFF2-40B4-BE49-F238E27FC236}">
                  <a16:creationId xmlns:a16="http://schemas.microsoft.com/office/drawing/2014/main" id="{951AE852-4A5B-3D4C-9677-5948685368BB}"/>
                </a:ext>
              </a:extLst>
            </p:cNvPr>
            <p:cNvSpPr/>
            <p:nvPr/>
          </p:nvSpPr>
          <p:spPr>
            <a:xfrm>
              <a:off x="905454" y="1402723"/>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362309 w 362309"/>
                <a:gd name="connsiteY4" fmla="*/ 181305 h 361971"/>
                <a:gd name="connsiteX5" fmla="*/ 180835 w 362309"/>
                <a:gd name="connsiteY5" fmla="*/ 0 h 361971"/>
                <a:gd name="connsiteX6" fmla="*/ 215341 w 362309"/>
                <a:gd name="connsiteY6" fmla="*/ 284726 h 361971"/>
                <a:gd name="connsiteX7" fmla="*/ 175723 w 362309"/>
                <a:gd name="connsiteY7" fmla="*/ 291748 h 361971"/>
                <a:gd name="connsiteX8" fmla="*/ 74762 w 362309"/>
                <a:gd name="connsiteY8" fmla="*/ 227270 h 361971"/>
                <a:gd name="connsiteX9" fmla="*/ 76040 w 362309"/>
                <a:gd name="connsiteY9" fmla="*/ 219609 h 361971"/>
                <a:gd name="connsiteX10" fmla="*/ 83708 w 362309"/>
                <a:gd name="connsiteY10" fmla="*/ 218971 h 361971"/>
                <a:gd name="connsiteX11" fmla="*/ 153998 w 362309"/>
                <a:gd name="connsiteY11" fmla="*/ 229185 h 361971"/>
                <a:gd name="connsiteX12" fmla="*/ 198088 w 362309"/>
                <a:gd name="connsiteY12" fmla="*/ 131510 h 361971"/>
                <a:gd name="connsiteX13" fmla="*/ 198088 w 362309"/>
                <a:gd name="connsiteY13" fmla="*/ 131510 h 361971"/>
                <a:gd name="connsiteX14" fmla="*/ 143774 w 362309"/>
                <a:gd name="connsiteY14" fmla="*/ 85545 h 361971"/>
                <a:gd name="connsiteX15" fmla="*/ 139301 w 362309"/>
                <a:gd name="connsiteY15" fmla="*/ 77885 h 361971"/>
                <a:gd name="connsiteX16" fmla="*/ 143774 w 362309"/>
                <a:gd name="connsiteY16" fmla="*/ 73416 h 361971"/>
                <a:gd name="connsiteX17" fmla="*/ 279879 w 362309"/>
                <a:gd name="connsiteY17" fmla="*/ 140448 h 361971"/>
                <a:gd name="connsiteX18" fmla="*/ 215341 w 362309"/>
                <a:gd name="connsiteY18" fmla="*/ 284726 h 361971"/>
                <a:gd name="connsiteX19" fmla="*/ 215341 w 362309"/>
                <a:gd name="connsiteY19" fmla="*/ 28472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181305"/>
                    <a:pt x="362309" y="181305"/>
                    <a:pt x="362309" y="181305"/>
                  </a:cubicBezTo>
                  <a:cubicBezTo>
                    <a:pt x="361670" y="80438"/>
                    <a:pt x="281157" y="0"/>
                    <a:pt x="180835" y="0"/>
                  </a:cubicBezTo>
                  <a:close/>
                  <a:moveTo>
                    <a:pt x="215341" y="284726"/>
                  </a:moveTo>
                  <a:cubicBezTo>
                    <a:pt x="202561" y="289194"/>
                    <a:pt x="189142" y="291748"/>
                    <a:pt x="175723" y="291748"/>
                  </a:cubicBezTo>
                  <a:cubicBezTo>
                    <a:pt x="132272" y="291748"/>
                    <a:pt x="93293" y="266850"/>
                    <a:pt x="74762" y="227270"/>
                  </a:cubicBezTo>
                  <a:cubicBezTo>
                    <a:pt x="73484" y="224716"/>
                    <a:pt x="74123" y="221524"/>
                    <a:pt x="76040" y="219609"/>
                  </a:cubicBezTo>
                  <a:cubicBezTo>
                    <a:pt x="77957" y="217694"/>
                    <a:pt x="81152" y="217694"/>
                    <a:pt x="83708" y="218971"/>
                  </a:cubicBezTo>
                  <a:cubicBezTo>
                    <a:pt x="100961" y="230462"/>
                    <a:pt x="128438" y="239399"/>
                    <a:pt x="153998" y="229185"/>
                  </a:cubicBezTo>
                  <a:cubicBezTo>
                    <a:pt x="192976" y="214502"/>
                    <a:pt x="212785" y="170452"/>
                    <a:pt x="198088" y="131510"/>
                  </a:cubicBezTo>
                  <a:cubicBezTo>
                    <a:pt x="198088" y="131510"/>
                    <a:pt x="198088" y="131510"/>
                    <a:pt x="198088" y="131510"/>
                  </a:cubicBezTo>
                  <a:cubicBezTo>
                    <a:pt x="188503" y="105974"/>
                    <a:pt x="163582" y="91291"/>
                    <a:pt x="143774" y="85545"/>
                  </a:cubicBezTo>
                  <a:cubicBezTo>
                    <a:pt x="140579" y="84269"/>
                    <a:pt x="138662" y="81077"/>
                    <a:pt x="139301" y="77885"/>
                  </a:cubicBezTo>
                  <a:cubicBezTo>
                    <a:pt x="139940" y="75969"/>
                    <a:pt x="141857" y="74054"/>
                    <a:pt x="143774" y="73416"/>
                  </a:cubicBezTo>
                  <a:cubicBezTo>
                    <a:pt x="197449" y="56817"/>
                    <a:pt x="259431" y="87461"/>
                    <a:pt x="279879" y="140448"/>
                  </a:cubicBezTo>
                  <a:cubicBezTo>
                    <a:pt x="301605" y="198542"/>
                    <a:pt x="272850" y="262382"/>
                    <a:pt x="215341" y="284726"/>
                  </a:cubicBezTo>
                  <a:lnTo>
                    <a:pt x="215341" y="284726"/>
                  </a:lnTo>
                  <a:close/>
                </a:path>
              </a:pathLst>
            </a:custGeom>
            <a:solidFill>
              <a:srgbClr val="00ABAB"/>
            </a:solidFill>
            <a:ln w="6390" cap="flat">
              <a:noFill/>
              <a:prstDash val="solid"/>
              <a:miter/>
            </a:ln>
          </p:spPr>
          <p:txBody>
            <a:bodyPr rtlCol="0" anchor="ctr"/>
            <a:lstStyle/>
            <a:p>
              <a:endParaRPr lang="en-US"/>
            </a:p>
          </p:txBody>
        </p:sp>
      </p:grpSp>
      <p:grpSp>
        <p:nvGrpSpPr>
          <p:cNvPr id="593" name="Graphic 4">
            <a:extLst>
              <a:ext uri="{FF2B5EF4-FFF2-40B4-BE49-F238E27FC236}">
                <a16:creationId xmlns:a16="http://schemas.microsoft.com/office/drawing/2014/main" id="{12A5C039-DB6F-D94E-ABF9-6A70EAF05740}"/>
              </a:ext>
            </a:extLst>
          </p:cNvPr>
          <p:cNvGrpSpPr/>
          <p:nvPr/>
        </p:nvGrpSpPr>
        <p:grpSpPr>
          <a:xfrm>
            <a:off x="905454" y="1893013"/>
            <a:ext cx="362309" cy="362610"/>
            <a:chOff x="905454" y="1893013"/>
            <a:chExt cx="362309" cy="362610"/>
          </a:xfrm>
          <a:solidFill>
            <a:srgbClr val="00ABAB"/>
          </a:solidFill>
        </p:grpSpPr>
        <p:sp>
          <p:nvSpPr>
            <p:cNvPr id="594" name="Graphic 4">
              <a:extLst>
                <a:ext uri="{FF2B5EF4-FFF2-40B4-BE49-F238E27FC236}">
                  <a16:creationId xmlns:a16="http://schemas.microsoft.com/office/drawing/2014/main" id="{1C82091E-0B76-F74A-9C10-8C5E5F0FCA18}"/>
                </a:ext>
              </a:extLst>
            </p:cNvPr>
            <p:cNvSpPr/>
            <p:nvPr/>
          </p:nvSpPr>
          <p:spPr>
            <a:xfrm>
              <a:off x="1032613" y="2020692"/>
              <a:ext cx="107350" cy="107251"/>
            </a:xfrm>
            <a:custGeom>
              <a:avLst/>
              <a:gdLst>
                <a:gd name="connsiteX0" fmla="*/ 53675 w 107350"/>
                <a:gd name="connsiteY0" fmla="*/ 0 h 107251"/>
                <a:gd name="connsiteX1" fmla="*/ 0 w 107350"/>
                <a:gd name="connsiteY1" fmla="*/ 53625 h 107251"/>
                <a:gd name="connsiteX2" fmla="*/ 53675 w 107350"/>
                <a:gd name="connsiteY2" fmla="*/ 107251 h 107251"/>
                <a:gd name="connsiteX3" fmla="*/ 107351 w 107350"/>
                <a:gd name="connsiteY3" fmla="*/ 53625 h 107251"/>
                <a:gd name="connsiteX4" fmla="*/ 107351 w 107350"/>
                <a:gd name="connsiteY4" fmla="*/ 53625 h 107251"/>
                <a:gd name="connsiteX5" fmla="*/ 53675 w 107350"/>
                <a:gd name="connsiteY5" fmla="*/ 0 h 10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350" h="107251">
                  <a:moveTo>
                    <a:pt x="53675" y="0"/>
                  </a:moveTo>
                  <a:cubicBezTo>
                    <a:pt x="23643" y="0"/>
                    <a:pt x="0" y="24259"/>
                    <a:pt x="0" y="53625"/>
                  </a:cubicBezTo>
                  <a:cubicBezTo>
                    <a:pt x="0" y="82992"/>
                    <a:pt x="24282" y="107251"/>
                    <a:pt x="53675" y="107251"/>
                  </a:cubicBezTo>
                  <a:cubicBezTo>
                    <a:pt x="83069" y="107251"/>
                    <a:pt x="107351" y="82992"/>
                    <a:pt x="107351" y="53625"/>
                  </a:cubicBezTo>
                  <a:cubicBezTo>
                    <a:pt x="107351" y="53625"/>
                    <a:pt x="107351" y="53625"/>
                    <a:pt x="107351" y="53625"/>
                  </a:cubicBezTo>
                  <a:cubicBezTo>
                    <a:pt x="107351" y="24259"/>
                    <a:pt x="83069" y="0"/>
                    <a:pt x="53675" y="0"/>
                  </a:cubicBezTo>
                  <a:close/>
                </a:path>
              </a:pathLst>
            </a:custGeom>
            <a:solidFill>
              <a:srgbClr val="00ABAB"/>
            </a:solidFill>
            <a:ln w="6390" cap="flat">
              <a:noFill/>
              <a:prstDash val="solid"/>
              <a:miter/>
            </a:ln>
          </p:spPr>
          <p:txBody>
            <a:bodyPr rtlCol="0" anchor="ctr"/>
            <a:lstStyle/>
            <a:p>
              <a:endParaRPr lang="en-US"/>
            </a:p>
          </p:txBody>
        </p:sp>
        <p:sp>
          <p:nvSpPr>
            <p:cNvPr id="595" name="Graphic 4">
              <a:extLst>
                <a:ext uri="{FF2B5EF4-FFF2-40B4-BE49-F238E27FC236}">
                  <a16:creationId xmlns:a16="http://schemas.microsoft.com/office/drawing/2014/main" id="{79A9E5B4-9D6F-8E4C-93FB-A1C063F67E5B}"/>
                </a:ext>
              </a:extLst>
            </p:cNvPr>
            <p:cNvSpPr/>
            <p:nvPr/>
          </p:nvSpPr>
          <p:spPr>
            <a:xfrm>
              <a:off x="905454" y="189301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362309 w 362309"/>
                <a:gd name="connsiteY4" fmla="*/ 181305 h 362610"/>
                <a:gd name="connsiteX5" fmla="*/ 180835 w 362309"/>
                <a:gd name="connsiteY5" fmla="*/ 0 h 362610"/>
                <a:gd name="connsiteX6" fmla="*/ 174445 w 362309"/>
                <a:gd name="connsiteY6" fmla="*/ 75969 h 362610"/>
                <a:gd name="connsiteX7" fmla="*/ 180835 w 362309"/>
                <a:gd name="connsiteY7" fmla="*/ 69585 h 362610"/>
                <a:gd name="connsiteX8" fmla="*/ 187225 w 362309"/>
                <a:gd name="connsiteY8" fmla="*/ 75969 h 362610"/>
                <a:gd name="connsiteX9" fmla="*/ 187225 w 362309"/>
                <a:gd name="connsiteY9" fmla="*/ 91291 h 362610"/>
                <a:gd name="connsiteX10" fmla="*/ 180835 w 362309"/>
                <a:gd name="connsiteY10" fmla="*/ 97675 h 362610"/>
                <a:gd name="connsiteX11" fmla="*/ 174445 w 362309"/>
                <a:gd name="connsiteY11" fmla="*/ 91291 h 362610"/>
                <a:gd name="connsiteX12" fmla="*/ 174445 w 362309"/>
                <a:gd name="connsiteY12" fmla="*/ 75969 h 362610"/>
                <a:gd name="connsiteX13" fmla="*/ 101600 w 362309"/>
                <a:gd name="connsiteY13" fmla="*/ 102144 h 362610"/>
                <a:gd name="connsiteX14" fmla="*/ 110546 w 362309"/>
                <a:gd name="connsiteY14" fmla="*/ 102144 h 362610"/>
                <a:gd name="connsiteX15" fmla="*/ 121409 w 362309"/>
                <a:gd name="connsiteY15" fmla="*/ 112997 h 362610"/>
                <a:gd name="connsiteX16" fmla="*/ 121409 w 362309"/>
                <a:gd name="connsiteY16" fmla="*/ 121934 h 362610"/>
                <a:gd name="connsiteX17" fmla="*/ 116936 w 362309"/>
                <a:gd name="connsiteY17" fmla="*/ 123849 h 362610"/>
                <a:gd name="connsiteX18" fmla="*/ 112463 w 362309"/>
                <a:gd name="connsiteY18" fmla="*/ 121934 h 362610"/>
                <a:gd name="connsiteX19" fmla="*/ 101600 w 362309"/>
                <a:gd name="connsiteY19" fmla="*/ 111081 h 362610"/>
                <a:gd name="connsiteX20" fmla="*/ 101600 w 362309"/>
                <a:gd name="connsiteY20" fmla="*/ 102144 h 362610"/>
                <a:gd name="connsiteX21" fmla="*/ 101600 w 362309"/>
                <a:gd name="connsiteY21" fmla="*/ 102144 h 362610"/>
                <a:gd name="connsiteX22" fmla="*/ 90737 w 362309"/>
                <a:gd name="connsiteY22" fmla="*/ 188327 h 362610"/>
                <a:gd name="connsiteX23" fmla="*/ 75401 w 362309"/>
                <a:gd name="connsiteY23" fmla="*/ 188327 h 362610"/>
                <a:gd name="connsiteX24" fmla="*/ 69011 w 362309"/>
                <a:gd name="connsiteY24" fmla="*/ 181944 h 362610"/>
                <a:gd name="connsiteX25" fmla="*/ 75401 w 362309"/>
                <a:gd name="connsiteY25" fmla="*/ 175560 h 362610"/>
                <a:gd name="connsiteX26" fmla="*/ 90737 w 362309"/>
                <a:gd name="connsiteY26" fmla="*/ 175560 h 362610"/>
                <a:gd name="connsiteX27" fmla="*/ 97127 w 362309"/>
                <a:gd name="connsiteY27" fmla="*/ 181944 h 362610"/>
                <a:gd name="connsiteX28" fmla="*/ 90737 w 362309"/>
                <a:gd name="connsiteY28" fmla="*/ 188327 h 362610"/>
                <a:gd name="connsiteX29" fmla="*/ 121409 w 362309"/>
                <a:gd name="connsiteY29" fmla="*/ 248975 h 362610"/>
                <a:gd name="connsiteX30" fmla="*/ 110546 w 362309"/>
                <a:gd name="connsiteY30" fmla="*/ 259828 h 362610"/>
                <a:gd name="connsiteX31" fmla="*/ 101600 w 362309"/>
                <a:gd name="connsiteY31" fmla="*/ 259828 h 362610"/>
                <a:gd name="connsiteX32" fmla="*/ 101600 w 362309"/>
                <a:gd name="connsiteY32" fmla="*/ 250891 h 362610"/>
                <a:gd name="connsiteX33" fmla="*/ 112463 w 362309"/>
                <a:gd name="connsiteY33" fmla="*/ 240038 h 362610"/>
                <a:gd name="connsiteX34" fmla="*/ 121409 w 362309"/>
                <a:gd name="connsiteY34" fmla="*/ 240038 h 362610"/>
                <a:gd name="connsiteX35" fmla="*/ 121409 w 362309"/>
                <a:gd name="connsiteY35" fmla="*/ 248975 h 362610"/>
                <a:gd name="connsiteX36" fmla="*/ 187225 w 362309"/>
                <a:gd name="connsiteY36" fmla="*/ 286003 h 362610"/>
                <a:gd name="connsiteX37" fmla="*/ 180835 w 362309"/>
                <a:gd name="connsiteY37" fmla="*/ 292387 h 362610"/>
                <a:gd name="connsiteX38" fmla="*/ 174445 w 362309"/>
                <a:gd name="connsiteY38" fmla="*/ 286003 h 362610"/>
                <a:gd name="connsiteX39" fmla="*/ 174445 w 362309"/>
                <a:gd name="connsiteY39" fmla="*/ 270681 h 362610"/>
                <a:gd name="connsiteX40" fmla="*/ 180835 w 362309"/>
                <a:gd name="connsiteY40" fmla="*/ 264297 h 362610"/>
                <a:gd name="connsiteX41" fmla="*/ 187225 w 362309"/>
                <a:gd name="connsiteY41" fmla="*/ 270681 h 362610"/>
                <a:gd name="connsiteX42" fmla="*/ 187225 w 362309"/>
                <a:gd name="connsiteY42" fmla="*/ 286003 h 362610"/>
                <a:gd name="connsiteX43" fmla="*/ 180835 w 362309"/>
                <a:gd name="connsiteY43" fmla="*/ 248337 h 362610"/>
                <a:gd name="connsiteX44" fmla="*/ 114380 w 362309"/>
                <a:gd name="connsiteY44" fmla="*/ 181944 h 362610"/>
                <a:gd name="connsiteX45" fmla="*/ 180835 w 362309"/>
                <a:gd name="connsiteY45" fmla="*/ 115550 h 362610"/>
                <a:gd name="connsiteX46" fmla="*/ 247291 w 362309"/>
                <a:gd name="connsiteY46" fmla="*/ 181944 h 362610"/>
                <a:gd name="connsiteX47" fmla="*/ 247291 w 362309"/>
                <a:gd name="connsiteY47" fmla="*/ 181944 h 362610"/>
                <a:gd name="connsiteX48" fmla="*/ 180835 w 362309"/>
                <a:gd name="connsiteY48" fmla="*/ 248337 h 362610"/>
                <a:gd name="connsiteX49" fmla="*/ 180835 w 362309"/>
                <a:gd name="connsiteY49" fmla="*/ 248337 h 362610"/>
                <a:gd name="connsiteX50" fmla="*/ 260070 w 362309"/>
                <a:gd name="connsiteY50" fmla="*/ 259828 h 362610"/>
                <a:gd name="connsiteX51" fmla="*/ 251125 w 362309"/>
                <a:gd name="connsiteY51" fmla="*/ 259828 h 362610"/>
                <a:gd name="connsiteX52" fmla="*/ 240901 w 362309"/>
                <a:gd name="connsiteY52" fmla="*/ 249614 h 362610"/>
                <a:gd name="connsiteX53" fmla="*/ 240901 w 362309"/>
                <a:gd name="connsiteY53" fmla="*/ 240676 h 362610"/>
                <a:gd name="connsiteX54" fmla="*/ 249847 w 362309"/>
                <a:gd name="connsiteY54" fmla="*/ 240676 h 362610"/>
                <a:gd name="connsiteX55" fmla="*/ 260709 w 362309"/>
                <a:gd name="connsiteY55" fmla="*/ 251529 h 362610"/>
                <a:gd name="connsiteX56" fmla="*/ 260070 w 362309"/>
                <a:gd name="connsiteY56" fmla="*/ 259828 h 362610"/>
                <a:gd name="connsiteX57" fmla="*/ 260070 w 362309"/>
                <a:gd name="connsiteY57" fmla="*/ 259828 h 362610"/>
                <a:gd name="connsiteX58" fmla="*/ 260070 w 362309"/>
                <a:gd name="connsiteY58" fmla="*/ 111081 h 362610"/>
                <a:gd name="connsiteX59" fmla="*/ 249847 w 362309"/>
                <a:gd name="connsiteY59" fmla="*/ 121934 h 362610"/>
                <a:gd name="connsiteX60" fmla="*/ 240901 w 362309"/>
                <a:gd name="connsiteY60" fmla="*/ 121934 h 362610"/>
                <a:gd name="connsiteX61" fmla="*/ 240901 w 362309"/>
                <a:gd name="connsiteY61" fmla="*/ 121934 h 362610"/>
                <a:gd name="connsiteX62" fmla="*/ 240901 w 362309"/>
                <a:gd name="connsiteY62" fmla="*/ 112997 h 362610"/>
                <a:gd name="connsiteX63" fmla="*/ 251764 w 362309"/>
                <a:gd name="connsiteY63" fmla="*/ 102144 h 362610"/>
                <a:gd name="connsiteX64" fmla="*/ 260709 w 362309"/>
                <a:gd name="connsiteY64" fmla="*/ 102782 h 362610"/>
                <a:gd name="connsiteX65" fmla="*/ 260070 w 362309"/>
                <a:gd name="connsiteY65" fmla="*/ 111081 h 362610"/>
                <a:gd name="connsiteX66" fmla="*/ 260070 w 362309"/>
                <a:gd name="connsiteY66" fmla="*/ 111081 h 362610"/>
                <a:gd name="connsiteX67" fmla="*/ 286269 w 362309"/>
                <a:gd name="connsiteY67" fmla="*/ 188327 h 362610"/>
                <a:gd name="connsiteX68" fmla="*/ 270933 w 362309"/>
                <a:gd name="connsiteY68" fmla="*/ 188327 h 362610"/>
                <a:gd name="connsiteX69" fmla="*/ 264543 w 362309"/>
                <a:gd name="connsiteY69" fmla="*/ 181944 h 362610"/>
                <a:gd name="connsiteX70" fmla="*/ 270933 w 362309"/>
                <a:gd name="connsiteY70" fmla="*/ 175560 h 362610"/>
                <a:gd name="connsiteX71" fmla="*/ 286269 w 362309"/>
                <a:gd name="connsiteY71" fmla="*/ 175560 h 362610"/>
                <a:gd name="connsiteX72" fmla="*/ 292659 w 362309"/>
                <a:gd name="connsiteY72" fmla="*/ 181944 h 362610"/>
                <a:gd name="connsiteX73" fmla="*/ 286269 w 362309"/>
                <a:gd name="connsiteY73" fmla="*/ 188327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181305"/>
                    <a:pt x="362309" y="181305"/>
                    <a:pt x="362309" y="181305"/>
                  </a:cubicBezTo>
                  <a:cubicBezTo>
                    <a:pt x="361670" y="81077"/>
                    <a:pt x="281157" y="0"/>
                    <a:pt x="180835" y="0"/>
                  </a:cubicBezTo>
                  <a:close/>
                  <a:moveTo>
                    <a:pt x="174445" y="75969"/>
                  </a:moveTo>
                  <a:cubicBezTo>
                    <a:pt x="174445" y="72139"/>
                    <a:pt x="177001" y="69585"/>
                    <a:pt x="180835" y="69585"/>
                  </a:cubicBezTo>
                  <a:cubicBezTo>
                    <a:pt x="184669" y="69585"/>
                    <a:pt x="187225" y="72139"/>
                    <a:pt x="187225" y="75969"/>
                  </a:cubicBezTo>
                  <a:lnTo>
                    <a:pt x="187225" y="91291"/>
                  </a:lnTo>
                  <a:cubicBezTo>
                    <a:pt x="187225" y="95121"/>
                    <a:pt x="184669" y="97675"/>
                    <a:pt x="180835" y="97675"/>
                  </a:cubicBezTo>
                  <a:cubicBezTo>
                    <a:pt x="177001" y="97675"/>
                    <a:pt x="174445" y="95121"/>
                    <a:pt x="174445" y="91291"/>
                  </a:cubicBezTo>
                  <a:lnTo>
                    <a:pt x="174445" y="75969"/>
                  </a:lnTo>
                  <a:close/>
                  <a:moveTo>
                    <a:pt x="101600" y="102144"/>
                  </a:moveTo>
                  <a:cubicBezTo>
                    <a:pt x="104156" y="99590"/>
                    <a:pt x="107990" y="99590"/>
                    <a:pt x="110546" y="102144"/>
                  </a:cubicBezTo>
                  <a:lnTo>
                    <a:pt x="121409" y="112997"/>
                  </a:lnTo>
                  <a:cubicBezTo>
                    <a:pt x="123965" y="115550"/>
                    <a:pt x="123965" y="119381"/>
                    <a:pt x="121409" y="121934"/>
                  </a:cubicBezTo>
                  <a:cubicBezTo>
                    <a:pt x="120131" y="123211"/>
                    <a:pt x="118853" y="123849"/>
                    <a:pt x="116936" y="123849"/>
                  </a:cubicBezTo>
                  <a:cubicBezTo>
                    <a:pt x="115019" y="123849"/>
                    <a:pt x="113741" y="123211"/>
                    <a:pt x="112463" y="121934"/>
                  </a:cubicBezTo>
                  <a:lnTo>
                    <a:pt x="101600" y="111081"/>
                  </a:lnTo>
                  <a:cubicBezTo>
                    <a:pt x="99683" y="108528"/>
                    <a:pt x="99683" y="104059"/>
                    <a:pt x="101600" y="102144"/>
                  </a:cubicBezTo>
                  <a:lnTo>
                    <a:pt x="101600" y="102144"/>
                  </a:lnTo>
                  <a:close/>
                  <a:moveTo>
                    <a:pt x="90737" y="188327"/>
                  </a:moveTo>
                  <a:lnTo>
                    <a:pt x="75401" y="188327"/>
                  </a:lnTo>
                  <a:cubicBezTo>
                    <a:pt x="71567" y="188327"/>
                    <a:pt x="69011" y="185774"/>
                    <a:pt x="69011" y="181944"/>
                  </a:cubicBezTo>
                  <a:cubicBezTo>
                    <a:pt x="69011" y="178113"/>
                    <a:pt x="71567" y="175560"/>
                    <a:pt x="75401" y="175560"/>
                  </a:cubicBezTo>
                  <a:lnTo>
                    <a:pt x="90737" y="175560"/>
                  </a:lnTo>
                  <a:cubicBezTo>
                    <a:pt x="94571" y="175560"/>
                    <a:pt x="97127" y="178113"/>
                    <a:pt x="97127" y="181944"/>
                  </a:cubicBezTo>
                  <a:cubicBezTo>
                    <a:pt x="97127" y="185774"/>
                    <a:pt x="93932" y="188327"/>
                    <a:pt x="90737" y="188327"/>
                  </a:cubicBezTo>
                  <a:close/>
                  <a:moveTo>
                    <a:pt x="121409" y="248975"/>
                  </a:moveTo>
                  <a:lnTo>
                    <a:pt x="110546" y="259828"/>
                  </a:lnTo>
                  <a:cubicBezTo>
                    <a:pt x="107990" y="262382"/>
                    <a:pt x="104156" y="262382"/>
                    <a:pt x="101600" y="259828"/>
                  </a:cubicBezTo>
                  <a:cubicBezTo>
                    <a:pt x="99044" y="257275"/>
                    <a:pt x="99044" y="253444"/>
                    <a:pt x="101600" y="250891"/>
                  </a:cubicBezTo>
                  <a:lnTo>
                    <a:pt x="112463" y="240038"/>
                  </a:lnTo>
                  <a:cubicBezTo>
                    <a:pt x="115019" y="237484"/>
                    <a:pt x="118853" y="237484"/>
                    <a:pt x="121409" y="240038"/>
                  </a:cubicBezTo>
                  <a:cubicBezTo>
                    <a:pt x="123965" y="242591"/>
                    <a:pt x="123965" y="247060"/>
                    <a:pt x="121409" y="248975"/>
                  </a:cubicBezTo>
                  <a:close/>
                  <a:moveTo>
                    <a:pt x="187225" y="286003"/>
                  </a:moveTo>
                  <a:cubicBezTo>
                    <a:pt x="187225" y="289833"/>
                    <a:pt x="184669" y="292387"/>
                    <a:pt x="180835" y="292387"/>
                  </a:cubicBezTo>
                  <a:cubicBezTo>
                    <a:pt x="177001" y="292387"/>
                    <a:pt x="174445" y="289833"/>
                    <a:pt x="174445" y="286003"/>
                  </a:cubicBezTo>
                  <a:lnTo>
                    <a:pt x="174445" y="270681"/>
                  </a:lnTo>
                  <a:cubicBezTo>
                    <a:pt x="174445" y="266851"/>
                    <a:pt x="177001" y="264297"/>
                    <a:pt x="180835" y="264297"/>
                  </a:cubicBezTo>
                  <a:cubicBezTo>
                    <a:pt x="184669" y="264297"/>
                    <a:pt x="187225" y="266851"/>
                    <a:pt x="187225" y="270681"/>
                  </a:cubicBezTo>
                  <a:lnTo>
                    <a:pt x="187225" y="286003"/>
                  </a:lnTo>
                  <a:close/>
                  <a:moveTo>
                    <a:pt x="180835" y="248337"/>
                  </a:moveTo>
                  <a:cubicBezTo>
                    <a:pt x="143774" y="248337"/>
                    <a:pt x="114380" y="218332"/>
                    <a:pt x="114380" y="181944"/>
                  </a:cubicBezTo>
                  <a:cubicBezTo>
                    <a:pt x="114380" y="145555"/>
                    <a:pt x="144413" y="115550"/>
                    <a:pt x="180835" y="115550"/>
                  </a:cubicBezTo>
                  <a:cubicBezTo>
                    <a:pt x="217897" y="115550"/>
                    <a:pt x="247291" y="145555"/>
                    <a:pt x="247291" y="181944"/>
                  </a:cubicBezTo>
                  <a:lnTo>
                    <a:pt x="247291" y="181944"/>
                  </a:lnTo>
                  <a:cubicBezTo>
                    <a:pt x="247291" y="218332"/>
                    <a:pt x="217897" y="248337"/>
                    <a:pt x="180835" y="248337"/>
                  </a:cubicBezTo>
                  <a:lnTo>
                    <a:pt x="180835" y="248337"/>
                  </a:lnTo>
                  <a:close/>
                  <a:moveTo>
                    <a:pt x="260070" y="259828"/>
                  </a:moveTo>
                  <a:cubicBezTo>
                    <a:pt x="257514" y="262382"/>
                    <a:pt x="253680" y="262382"/>
                    <a:pt x="251125" y="259828"/>
                  </a:cubicBezTo>
                  <a:lnTo>
                    <a:pt x="240901" y="249614"/>
                  </a:lnTo>
                  <a:cubicBezTo>
                    <a:pt x="238345" y="247060"/>
                    <a:pt x="238345" y="243230"/>
                    <a:pt x="240901" y="240676"/>
                  </a:cubicBezTo>
                  <a:cubicBezTo>
                    <a:pt x="243457" y="238123"/>
                    <a:pt x="247291" y="238123"/>
                    <a:pt x="249847" y="240676"/>
                  </a:cubicBezTo>
                  <a:lnTo>
                    <a:pt x="260709" y="251529"/>
                  </a:lnTo>
                  <a:cubicBezTo>
                    <a:pt x="262626" y="253444"/>
                    <a:pt x="262626" y="257275"/>
                    <a:pt x="260070" y="259828"/>
                  </a:cubicBezTo>
                  <a:lnTo>
                    <a:pt x="260070" y="259828"/>
                  </a:lnTo>
                  <a:close/>
                  <a:moveTo>
                    <a:pt x="260070" y="111081"/>
                  </a:moveTo>
                  <a:lnTo>
                    <a:pt x="249847" y="121934"/>
                  </a:lnTo>
                  <a:cubicBezTo>
                    <a:pt x="247291" y="124488"/>
                    <a:pt x="243457" y="124488"/>
                    <a:pt x="240901" y="121934"/>
                  </a:cubicBezTo>
                  <a:cubicBezTo>
                    <a:pt x="240901" y="121934"/>
                    <a:pt x="240901" y="121934"/>
                    <a:pt x="240901" y="121934"/>
                  </a:cubicBezTo>
                  <a:cubicBezTo>
                    <a:pt x="238345" y="119381"/>
                    <a:pt x="238345" y="115550"/>
                    <a:pt x="240901" y="112997"/>
                  </a:cubicBezTo>
                  <a:lnTo>
                    <a:pt x="251764" y="102144"/>
                  </a:lnTo>
                  <a:cubicBezTo>
                    <a:pt x="254320" y="99590"/>
                    <a:pt x="258792" y="100229"/>
                    <a:pt x="260709" y="102782"/>
                  </a:cubicBezTo>
                  <a:cubicBezTo>
                    <a:pt x="261987" y="105336"/>
                    <a:pt x="261987" y="109166"/>
                    <a:pt x="260070" y="111081"/>
                  </a:cubicBezTo>
                  <a:lnTo>
                    <a:pt x="260070" y="111081"/>
                  </a:lnTo>
                  <a:close/>
                  <a:moveTo>
                    <a:pt x="286269" y="188327"/>
                  </a:moveTo>
                  <a:lnTo>
                    <a:pt x="270933" y="188327"/>
                  </a:lnTo>
                  <a:cubicBezTo>
                    <a:pt x="267099" y="188327"/>
                    <a:pt x="264543" y="185774"/>
                    <a:pt x="264543" y="181944"/>
                  </a:cubicBezTo>
                  <a:cubicBezTo>
                    <a:pt x="264543" y="178113"/>
                    <a:pt x="267099" y="175560"/>
                    <a:pt x="270933" y="175560"/>
                  </a:cubicBezTo>
                  <a:lnTo>
                    <a:pt x="286269" y="175560"/>
                  </a:lnTo>
                  <a:cubicBezTo>
                    <a:pt x="290103" y="175560"/>
                    <a:pt x="292659" y="178113"/>
                    <a:pt x="292659" y="181944"/>
                  </a:cubicBezTo>
                  <a:cubicBezTo>
                    <a:pt x="292659" y="185774"/>
                    <a:pt x="290103" y="188327"/>
                    <a:pt x="286269" y="188327"/>
                  </a:cubicBezTo>
                  <a:close/>
                </a:path>
              </a:pathLst>
            </a:custGeom>
            <a:solidFill>
              <a:srgbClr val="00ABAB"/>
            </a:solidFill>
            <a:ln w="6390" cap="flat">
              <a:noFill/>
              <a:prstDash val="solid"/>
              <a:miter/>
            </a:ln>
          </p:spPr>
          <p:txBody>
            <a:bodyPr rtlCol="0" anchor="ctr"/>
            <a:lstStyle/>
            <a:p>
              <a:endParaRPr lang="en-US"/>
            </a:p>
          </p:txBody>
        </p:sp>
      </p:grpSp>
      <p:grpSp>
        <p:nvGrpSpPr>
          <p:cNvPr id="596" name="Graphic 4">
            <a:extLst>
              <a:ext uri="{FF2B5EF4-FFF2-40B4-BE49-F238E27FC236}">
                <a16:creationId xmlns:a16="http://schemas.microsoft.com/office/drawing/2014/main" id="{FA4E9A9E-3A15-734C-9DB7-CE5F79D92A5E}"/>
              </a:ext>
            </a:extLst>
          </p:cNvPr>
          <p:cNvGrpSpPr/>
          <p:nvPr/>
        </p:nvGrpSpPr>
        <p:grpSpPr>
          <a:xfrm>
            <a:off x="905454" y="2371173"/>
            <a:ext cx="362309" cy="362610"/>
            <a:chOff x="905454" y="2371173"/>
            <a:chExt cx="362309" cy="362610"/>
          </a:xfrm>
          <a:solidFill>
            <a:srgbClr val="00ABAB"/>
          </a:solidFill>
        </p:grpSpPr>
        <p:sp>
          <p:nvSpPr>
            <p:cNvPr id="597" name="Graphic 4">
              <a:extLst>
                <a:ext uri="{FF2B5EF4-FFF2-40B4-BE49-F238E27FC236}">
                  <a16:creationId xmlns:a16="http://schemas.microsoft.com/office/drawing/2014/main" id="{87263A3E-77ED-4647-BDD1-FAD09B22F9FA}"/>
                </a:ext>
              </a:extLst>
            </p:cNvPr>
            <p:cNvSpPr/>
            <p:nvPr/>
          </p:nvSpPr>
          <p:spPr>
            <a:xfrm>
              <a:off x="1105459" y="2502683"/>
              <a:ext cx="30671" cy="29366"/>
            </a:xfrm>
            <a:custGeom>
              <a:avLst/>
              <a:gdLst>
                <a:gd name="connsiteX0" fmla="*/ 30672 w 30671"/>
                <a:gd name="connsiteY0" fmla="*/ 29366 h 29366"/>
                <a:gd name="connsiteX1" fmla="*/ 0 w 30671"/>
                <a:gd name="connsiteY1" fmla="*/ 0 h 29366"/>
                <a:gd name="connsiteX2" fmla="*/ 30672 w 30671"/>
                <a:gd name="connsiteY2" fmla="*/ 29366 h 29366"/>
              </a:gdLst>
              <a:ahLst/>
              <a:cxnLst>
                <a:cxn ang="0">
                  <a:pos x="connsiteX0" y="connsiteY0"/>
                </a:cxn>
                <a:cxn ang="0">
                  <a:pos x="connsiteX1" y="connsiteY1"/>
                </a:cxn>
                <a:cxn ang="0">
                  <a:pos x="connsiteX2" y="connsiteY2"/>
                </a:cxn>
              </a:cxnLst>
              <a:rect l="l" t="t" r="r" b="b"/>
              <a:pathLst>
                <a:path w="30671" h="29366">
                  <a:moveTo>
                    <a:pt x="30672" y="29366"/>
                  </a:moveTo>
                  <a:cubicBezTo>
                    <a:pt x="24921" y="15960"/>
                    <a:pt x="14058" y="5107"/>
                    <a:pt x="0" y="0"/>
                  </a:cubicBezTo>
                  <a:lnTo>
                    <a:pt x="30672" y="29366"/>
                  </a:lnTo>
                  <a:close/>
                </a:path>
              </a:pathLst>
            </a:custGeom>
            <a:solidFill>
              <a:srgbClr val="00ABAB"/>
            </a:solidFill>
            <a:ln w="6390" cap="flat">
              <a:noFill/>
              <a:prstDash val="solid"/>
              <a:miter/>
            </a:ln>
          </p:spPr>
          <p:txBody>
            <a:bodyPr rtlCol="0" anchor="ctr"/>
            <a:lstStyle/>
            <a:p>
              <a:endParaRPr lang="en-US"/>
            </a:p>
          </p:txBody>
        </p:sp>
        <p:sp>
          <p:nvSpPr>
            <p:cNvPr id="598" name="Graphic 4">
              <a:extLst>
                <a:ext uri="{FF2B5EF4-FFF2-40B4-BE49-F238E27FC236}">
                  <a16:creationId xmlns:a16="http://schemas.microsoft.com/office/drawing/2014/main" id="{503DB801-F1AD-FA4C-AE59-7CAF8CE29B8D}"/>
                </a:ext>
              </a:extLst>
            </p:cNvPr>
            <p:cNvSpPr/>
            <p:nvPr/>
          </p:nvSpPr>
          <p:spPr>
            <a:xfrm>
              <a:off x="1032293" y="2499491"/>
              <a:ext cx="47605" cy="106612"/>
            </a:xfrm>
            <a:custGeom>
              <a:avLst/>
              <a:gdLst>
                <a:gd name="connsiteX0" fmla="*/ 47605 w 47605"/>
                <a:gd name="connsiteY0" fmla="*/ 0 h 106612"/>
                <a:gd name="connsiteX1" fmla="*/ 320 w 47605"/>
                <a:gd name="connsiteY1" fmla="*/ 59371 h 106612"/>
                <a:gd name="connsiteX2" fmla="*/ 47605 w 47605"/>
                <a:gd name="connsiteY2" fmla="*/ 106613 h 106612"/>
                <a:gd name="connsiteX3" fmla="*/ 47605 w 47605"/>
                <a:gd name="connsiteY3" fmla="*/ 0 h 106612"/>
              </a:gdLst>
              <a:ahLst/>
              <a:cxnLst>
                <a:cxn ang="0">
                  <a:pos x="connsiteX0" y="connsiteY0"/>
                </a:cxn>
                <a:cxn ang="0">
                  <a:pos x="connsiteX1" y="connsiteY1"/>
                </a:cxn>
                <a:cxn ang="0">
                  <a:pos x="connsiteX2" y="connsiteY2"/>
                </a:cxn>
                <a:cxn ang="0">
                  <a:pos x="connsiteX3" y="connsiteY3"/>
                </a:cxn>
              </a:cxnLst>
              <a:rect l="l" t="t" r="r" b="b"/>
              <a:pathLst>
                <a:path w="47605" h="106612">
                  <a:moveTo>
                    <a:pt x="47605" y="0"/>
                  </a:moveTo>
                  <a:cubicBezTo>
                    <a:pt x="18212" y="3192"/>
                    <a:pt x="-2875" y="30005"/>
                    <a:pt x="320" y="59371"/>
                  </a:cubicBezTo>
                  <a:cubicBezTo>
                    <a:pt x="2876" y="84269"/>
                    <a:pt x="22685" y="104059"/>
                    <a:pt x="47605" y="106613"/>
                  </a:cubicBezTo>
                  <a:lnTo>
                    <a:pt x="47605" y="0"/>
                  </a:lnTo>
                  <a:close/>
                </a:path>
              </a:pathLst>
            </a:custGeom>
            <a:solidFill>
              <a:srgbClr val="00ABAB"/>
            </a:solidFill>
            <a:ln w="6390" cap="flat">
              <a:noFill/>
              <a:prstDash val="solid"/>
              <a:miter/>
            </a:ln>
          </p:spPr>
          <p:txBody>
            <a:bodyPr rtlCol="0" anchor="ctr"/>
            <a:lstStyle/>
            <a:p>
              <a:endParaRPr lang="en-US"/>
            </a:p>
          </p:txBody>
        </p:sp>
        <p:sp>
          <p:nvSpPr>
            <p:cNvPr id="599" name="Graphic 4">
              <a:extLst>
                <a:ext uri="{FF2B5EF4-FFF2-40B4-BE49-F238E27FC236}">
                  <a16:creationId xmlns:a16="http://schemas.microsoft.com/office/drawing/2014/main" id="{6A78BF69-3AB2-A947-BFFA-F9B9D3653729}"/>
                </a:ext>
              </a:extLst>
            </p:cNvPr>
            <p:cNvSpPr/>
            <p:nvPr/>
          </p:nvSpPr>
          <p:spPr>
            <a:xfrm>
              <a:off x="1092679" y="2599720"/>
              <a:ext cx="5111" cy="6383"/>
            </a:xfrm>
            <a:custGeom>
              <a:avLst/>
              <a:gdLst>
                <a:gd name="connsiteX0" fmla="*/ 0 w 5111"/>
                <a:gd name="connsiteY0" fmla="*/ 0 h 6383"/>
                <a:gd name="connsiteX1" fmla="*/ 0 w 5111"/>
                <a:gd name="connsiteY1" fmla="*/ 6384 h 6383"/>
                <a:gd name="connsiteX2" fmla="*/ 5112 w 5111"/>
                <a:gd name="connsiteY2" fmla="*/ 5746 h 6383"/>
                <a:gd name="connsiteX3" fmla="*/ 0 w 5111"/>
                <a:gd name="connsiteY3" fmla="*/ 0 h 6383"/>
              </a:gdLst>
              <a:ahLst/>
              <a:cxnLst>
                <a:cxn ang="0">
                  <a:pos x="connsiteX0" y="connsiteY0"/>
                </a:cxn>
                <a:cxn ang="0">
                  <a:pos x="connsiteX1" y="connsiteY1"/>
                </a:cxn>
                <a:cxn ang="0">
                  <a:pos x="connsiteX2" y="connsiteY2"/>
                </a:cxn>
                <a:cxn ang="0">
                  <a:pos x="connsiteX3" y="connsiteY3"/>
                </a:cxn>
              </a:cxnLst>
              <a:rect l="l" t="t" r="r" b="b"/>
              <a:pathLst>
                <a:path w="5111" h="6383">
                  <a:moveTo>
                    <a:pt x="0" y="0"/>
                  </a:moveTo>
                  <a:lnTo>
                    <a:pt x="0" y="6384"/>
                  </a:lnTo>
                  <a:cubicBezTo>
                    <a:pt x="1917" y="6384"/>
                    <a:pt x="3834" y="5746"/>
                    <a:pt x="5112" y="5746"/>
                  </a:cubicBezTo>
                  <a:lnTo>
                    <a:pt x="0" y="0"/>
                  </a:lnTo>
                  <a:close/>
                </a:path>
              </a:pathLst>
            </a:custGeom>
            <a:solidFill>
              <a:srgbClr val="00ABAB"/>
            </a:solidFill>
            <a:ln w="6390" cap="flat">
              <a:noFill/>
              <a:prstDash val="solid"/>
              <a:miter/>
            </a:ln>
          </p:spPr>
          <p:txBody>
            <a:bodyPr rtlCol="0" anchor="ctr"/>
            <a:lstStyle/>
            <a:p>
              <a:endParaRPr lang="en-US"/>
            </a:p>
          </p:txBody>
        </p:sp>
        <p:sp>
          <p:nvSpPr>
            <p:cNvPr id="600" name="Graphic 4">
              <a:extLst>
                <a:ext uri="{FF2B5EF4-FFF2-40B4-BE49-F238E27FC236}">
                  <a16:creationId xmlns:a16="http://schemas.microsoft.com/office/drawing/2014/main" id="{EB954FF8-FBEC-0C47-B990-FE56787DD06A}"/>
                </a:ext>
              </a:extLst>
            </p:cNvPr>
            <p:cNvSpPr/>
            <p:nvPr/>
          </p:nvSpPr>
          <p:spPr>
            <a:xfrm>
              <a:off x="1092679" y="2507790"/>
              <a:ext cx="47285" cy="68308"/>
            </a:xfrm>
            <a:custGeom>
              <a:avLst/>
              <a:gdLst>
                <a:gd name="connsiteX0" fmla="*/ 0 w 47285"/>
                <a:gd name="connsiteY0" fmla="*/ 0 h 68308"/>
                <a:gd name="connsiteX1" fmla="*/ 0 w 47285"/>
                <a:gd name="connsiteY1" fmla="*/ 27451 h 68308"/>
                <a:gd name="connsiteX2" fmla="*/ 42174 w 47285"/>
                <a:gd name="connsiteY2" fmla="*/ 68308 h 68308"/>
                <a:gd name="connsiteX3" fmla="*/ 47285 w 47285"/>
                <a:gd name="connsiteY3" fmla="*/ 45965 h 68308"/>
                <a:gd name="connsiteX4" fmla="*/ 0 w 47285"/>
                <a:gd name="connsiteY4" fmla="*/ 0 h 68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85" h="68308">
                  <a:moveTo>
                    <a:pt x="0" y="0"/>
                  </a:moveTo>
                  <a:lnTo>
                    <a:pt x="0" y="27451"/>
                  </a:lnTo>
                  <a:lnTo>
                    <a:pt x="42174" y="68308"/>
                  </a:lnTo>
                  <a:cubicBezTo>
                    <a:pt x="45369" y="61286"/>
                    <a:pt x="47285" y="53625"/>
                    <a:pt x="47285" y="45965"/>
                  </a:cubicBezTo>
                  <a:lnTo>
                    <a:pt x="0" y="0"/>
                  </a:lnTo>
                  <a:close/>
                </a:path>
              </a:pathLst>
            </a:custGeom>
            <a:solidFill>
              <a:srgbClr val="00ABAB"/>
            </a:solidFill>
            <a:ln w="6390" cap="flat">
              <a:noFill/>
              <a:prstDash val="solid"/>
              <a:miter/>
            </a:ln>
          </p:spPr>
          <p:txBody>
            <a:bodyPr rtlCol="0" anchor="ctr"/>
            <a:lstStyle/>
            <a:p>
              <a:endParaRPr lang="en-US"/>
            </a:p>
          </p:txBody>
        </p:sp>
        <p:sp>
          <p:nvSpPr>
            <p:cNvPr id="601" name="Graphic 4">
              <a:extLst>
                <a:ext uri="{FF2B5EF4-FFF2-40B4-BE49-F238E27FC236}">
                  <a16:creationId xmlns:a16="http://schemas.microsoft.com/office/drawing/2014/main" id="{0CF7F6A4-BFC8-0340-A007-AE207C10AA32}"/>
                </a:ext>
              </a:extLst>
            </p:cNvPr>
            <p:cNvSpPr/>
            <p:nvPr/>
          </p:nvSpPr>
          <p:spPr>
            <a:xfrm>
              <a:off x="1092679" y="2553117"/>
              <a:ext cx="35144" cy="47241"/>
            </a:xfrm>
            <a:custGeom>
              <a:avLst/>
              <a:gdLst>
                <a:gd name="connsiteX0" fmla="*/ 0 w 35144"/>
                <a:gd name="connsiteY0" fmla="*/ 0 h 47241"/>
                <a:gd name="connsiteX1" fmla="*/ 0 w 35144"/>
                <a:gd name="connsiteY1" fmla="*/ 29366 h 47241"/>
                <a:gd name="connsiteX2" fmla="*/ 18531 w 35144"/>
                <a:gd name="connsiteY2" fmla="*/ 47242 h 47241"/>
                <a:gd name="connsiteX3" fmla="*/ 35145 w 35144"/>
                <a:gd name="connsiteY3" fmla="*/ 33835 h 47241"/>
                <a:gd name="connsiteX4" fmla="*/ 0 w 35144"/>
                <a:gd name="connsiteY4" fmla="*/ 0 h 47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44" h="47241">
                  <a:moveTo>
                    <a:pt x="0" y="0"/>
                  </a:moveTo>
                  <a:lnTo>
                    <a:pt x="0" y="29366"/>
                  </a:lnTo>
                  <a:lnTo>
                    <a:pt x="18531" y="47242"/>
                  </a:lnTo>
                  <a:cubicBezTo>
                    <a:pt x="24921" y="44050"/>
                    <a:pt x="30033" y="39581"/>
                    <a:pt x="35145" y="33835"/>
                  </a:cubicBezTo>
                  <a:lnTo>
                    <a:pt x="0" y="0"/>
                  </a:lnTo>
                  <a:close/>
                </a:path>
              </a:pathLst>
            </a:custGeom>
            <a:solidFill>
              <a:srgbClr val="00ABAB"/>
            </a:solidFill>
            <a:ln w="6390" cap="flat">
              <a:noFill/>
              <a:prstDash val="solid"/>
              <a:miter/>
            </a:ln>
          </p:spPr>
          <p:txBody>
            <a:bodyPr rtlCol="0" anchor="ctr"/>
            <a:lstStyle/>
            <a:p>
              <a:endParaRPr lang="en-US"/>
            </a:p>
          </p:txBody>
        </p:sp>
        <p:sp>
          <p:nvSpPr>
            <p:cNvPr id="602" name="Graphic 4">
              <a:extLst>
                <a:ext uri="{FF2B5EF4-FFF2-40B4-BE49-F238E27FC236}">
                  <a16:creationId xmlns:a16="http://schemas.microsoft.com/office/drawing/2014/main" id="{68FEF098-8DB7-C745-9516-B65C28190215}"/>
                </a:ext>
              </a:extLst>
            </p:cNvPr>
            <p:cNvSpPr/>
            <p:nvPr/>
          </p:nvSpPr>
          <p:spPr>
            <a:xfrm>
              <a:off x="905454" y="237117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174445 w 362309"/>
                <a:gd name="connsiteY6" fmla="*/ 75331 h 362610"/>
                <a:gd name="connsiteX7" fmla="*/ 180835 w 362309"/>
                <a:gd name="connsiteY7" fmla="*/ 68947 h 362610"/>
                <a:gd name="connsiteX8" fmla="*/ 187225 w 362309"/>
                <a:gd name="connsiteY8" fmla="*/ 75331 h 362610"/>
                <a:gd name="connsiteX9" fmla="*/ 187225 w 362309"/>
                <a:gd name="connsiteY9" fmla="*/ 90653 h 362610"/>
                <a:gd name="connsiteX10" fmla="*/ 180835 w 362309"/>
                <a:gd name="connsiteY10" fmla="*/ 97037 h 362610"/>
                <a:gd name="connsiteX11" fmla="*/ 174445 w 362309"/>
                <a:gd name="connsiteY11" fmla="*/ 90653 h 362610"/>
                <a:gd name="connsiteX12" fmla="*/ 174445 w 362309"/>
                <a:gd name="connsiteY12" fmla="*/ 75331 h 362610"/>
                <a:gd name="connsiteX13" fmla="*/ 101600 w 362309"/>
                <a:gd name="connsiteY13" fmla="*/ 102144 h 362610"/>
                <a:gd name="connsiteX14" fmla="*/ 110546 w 362309"/>
                <a:gd name="connsiteY14" fmla="*/ 102144 h 362610"/>
                <a:gd name="connsiteX15" fmla="*/ 121409 w 362309"/>
                <a:gd name="connsiteY15" fmla="*/ 112997 h 362610"/>
                <a:gd name="connsiteX16" fmla="*/ 121409 w 362309"/>
                <a:gd name="connsiteY16" fmla="*/ 121934 h 362610"/>
                <a:gd name="connsiteX17" fmla="*/ 116936 w 362309"/>
                <a:gd name="connsiteY17" fmla="*/ 123849 h 362610"/>
                <a:gd name="connsiteX18" fmla="*/ 112463 w 362309"/>
                <a:gd name="connsiteY18" fmla="*/ 121934 h 362610"/>
                <a:gd name="connsiteX19" fmla="*/ 101600 w 362309"/>
                <a:gd name="connsiteY19" fmla="*/ 111081 h 362610"/>
                <a:gd name="connsiteX20" fmla="*/ 101600 w 362309"/>
                <a:gd name="connsiteY20" fmla="*/ 102144 h 362610"/>
                <a:gd name="connsiteX21" fmla="*/ 101600 w 362309"/>
                <a:gd name="connsiteY21" fmla="*/ 102144 h 362610"/>
                <a:gd name="connsiteX22" fmla="*/ 101600 w 362309"/>
                <a:gd name="connsiteY22" fmla="*/ 102144 h 362610"/>
                <a:gd name="connsiteX23" fmla="*/ 90737 w 362309"/>
                <a:gd name="connsiteY23" fmla="*/ 188327 h 362610"/>
                <a:gd name="connsiteX24" fmla="*/ 75401 w 362309"/>
                <a:gd name="connsiteY24" fmla="*/ 188327 h 362610"/>
                <a:gd name="connsiteX25" fmla="*/ 69011 w 362309"/>
                <a:gd name="connsiteY25" fmla="*/ 181944 h 362610"/>
                <a:gd name="connsiteX26" fmla="*/ 75401 w 362309"/>
                <a:gd name="connsiteY26" fmla="*/ 175560 h 362610"/>
                <a:gd name="connsiteX27" fmla="*/ 90737 w 362309"/>
                <a:gd name="connsiteY27" fmla="*/ 175560 h 362610"/>
                <a:gd name="connsiteX28" fmla="*/ 97127 w 362309"/>
                <a:gd name="connsiteY28" fmla="*/ 181944 h 362610"/>
                <a:gd name="connsiteX29" fmla="*/ 90737 w 362309"/>
                <a:gd name="connsiteY29" fmla="*/ 188327 h 362610"/>
                <a:gd name="connsiteX30" fmla="*/ 121409 w 362309"/>
                <a:gd name="connsiteY30" fmla="*/ 248975 h 362610"/>
                <a:gd name="connsiteX31" fmla="*/ 110546 w 362309"/>
                <a:gd name="connsiteY31" fmla="*/ 259828 h 362610"/>
                <a:gd name="connsiteX32" fmla="*/ 101600 w 362309"/>
                <a:gd name="connsiteY32" fmla="*/ 259828 h 362610"/>
                <a:gd name="connsiteX33" fmla="*/ 101600 w 362309"/>
                <a:gd name="connsiteY33" fmla="*/ 250891 h 362610"/>
                <a:gd name="connsiteX34" fmla="*/ 112463 w 362309"/>
                <a:gd name="connsiteY34" fmla="*/ 240038 h 362610"/>
                <a:gd name="connsiteX35" fmla="*/ 121409 w 362309"/>
                <a:gd name="connsiteY35" fmla="*/ 240038 h 362610"/>
                <a:gd name="connsiteX36" fmla="*/ 121409 w 362309"/>
                <a:gd name="connsiteY36" fmla="*/ 240038 h 362610"/>
                <a:gd name="connsiteX37" fmla="*/ 121409 w 362309"/>
                <a:gd name="connsiteY37" fmla="*/ 248975 h 362610"/>
                <a:gd name="connsiteX38" fmla="*/ 121409 w 362309"/>
                <a:gd name="connsiteY38" fmla="*/ 248975 h 362610"/>
                <a:gd name="connsiteX39" fmla="*/ 187225 w 362309"/>
                <a:gd name="connsiteY39" fmla="*/ 286003 h 362610"/>
                <a:gd name="connsiteX40" fmla="*/ 180835 w 362309"/>
                <a:gd name="connsiteY40" fmla="*/ 292387 h 362610"/>
                <a:gd name="connsiteX41" fmla="*/ 174445 w 362309"/>
                <a:gd name="connsiteY41" fmla="*/ 286003 h 362610"/>
                <a:gd name="connsiteX42" fmla="*/ 174445 w 362309"/>
                <a:gd name="connsiteY42" fmla="*/ 270681 h 362610"/>
                <a:gd name="connsiteX43" fmla="*/ 180835 w 362309"/>
                <a:gd name="connsiteY43" fmla="*/ 264297 h 362610"/>
                <a:gd name="connsiteX44" fmla="*/ 187225 w 362309"/>
                <a:gd name="connsiteY44" fmla="*/ 270681 h 362610"/>
                <a:gd name="connsiteX45" fmla="*/ 187225 w 362309"/>
                <a:gd name="connsiteY45" fmla="*/ 286003 h 362610"/>
                <a:gd name="connsiteX46" fmla="*/ 180835 w 362309"/>
                <a:gd name="connsiteY46" fmla="*/ 248337 h 362610"/>
                <a:gd name="connsiteX47" fmla="*/ 114380 w 362309"/>
                <a:gd name="connsiteY47" fmla="*/ 181944 h 362610"/>
                <a:gd name="connsiteX48" fmla="*/ 180835 w 362309"/>
                <a:gd name="connsiteY48" fmla="*/ 115550 h 362610"/>
                <a:gd name="connsiteX49" fmla="*/ 247291 w 362309"/>
                <a:gd name="connsiteY49" fmla="*/ 180028 h 362610"/>
                <a:gd name="connsiteX50" fmla="*/ 247291 w 362309"/>
                <a:gd name="connsiteY50" fmla="*/ 180667 h 362610"/>
                <a:gd name="connsiteX51" fmla="*/ 247291 w 362309"/>
                <a:gd name="connsiteY51" fmla="*/ 181944 h 362610"/>
                <a:gd name="connsiteX52" fmla="*/ 180835 w 362309"/>
                <a:gd name="connsiteY52" fmla="*/ 248337 h 362610"/>
                <a:gd name="connsiteX53" fmla="*/ 260070 w 362309"/>
                <a:gd name="connsiteY53" fmla="*/ 259828 h 362610"/>
                <a:gd name="connsiteX54" fmla="*/ 251125 w 362309"/>
                <a:gd name="connsiteY54" fmla="*/ 259828 h 362610"/>
                <a:gd name="connsiteX55" fmla="*/ 240262 w 362309"/>
                <a:gd name="connsiteY55" fmla="*/ 248975 h 362610"/>
                <a:gd name="connsiteX56" fmla="*/ 240262 w 362309"/>
                <a:gd name="connsiteY56" fmla="*/ 240038 h 362610"/>
                <a:gd name="connsiteX57" fmla="*/ 249208 w 362309"/>
                <a:gd name="connsiteY57" fmla="*/ 240038 h 362610"/>
                <a:gd name="connsiteX58" fmla="*/ 249208 w 362309"/>
                <a:gd name="connsiteY58" fmla="*/ 240038 h 362610"/>
                <a:gd name="connsiteX59" fmla="*/ 260070 w 362309"/>
                <a:gd name="connsiteY59" fmla="*/ 250891 h 362610"/>
                <a:gd name="connsiteX60" fmla="*/ 260070 w 362309"/>
                <a:gd name="connsiteY60" fmla="*/ 259828 h 362610"/>
                <a:gd name="connsiteX61" fmla="*/ 260070 w 362309"/>
                <a:gd name="connsiteY61" fmla="*/ 259828 h 362610"/>
                <a:gd name="connsiteX62" fmla="*/ 260070 w 362309"/>
                <a:gd name="connsiteY62" fmla="*/ 259828 h 362610"/>
                <a:gd name="connsiteX63" fmla="*/ 260070 w 362309"/>
                <a:gd name="connsiteY63" fmla="*/ 111081 h 362610"/>
                <a:gd name="connsiteX64" fmla="*/ 249208 w 362309"/>
                <a:gd name="connsiteY64" fmla="*/ 121934 h 362610"/>
                <a:gd name="connsiteX65" fmla="*/ 240262 w 362309"/>
                <a:gd name="connsiteY65" fmla="*/ 121934 h 362610"/>
                <a:gd name="connsiteX66" fmla="*/ 240262 w 362309"/>
                <a:gd name="connsiteY66" fmla="*/ 112997 h 362610"/>
                <a:gd name="connsiteX67" fmla="*/ 251125 w 362309"/>
                <a:gd name="connsiteY67" fmla="*/ 102144 h 362610"/>
                <a:gd name="connsiteX68" fmla="*/ 260070 w 362309"/>
                <a:gd name="connsiteY68" fmla="*/ 102144 h 362610"/>
                <a:gd name="connsiteX69" fmla="*/ 260070 w 362309"/>
                <a:gd name="connsiteY69" fmla="*/ 111081 h 362610"/>
                <a:gd name="connsiteX70" fmla="*/ 260070 w 362309"/>
                <a:gd name="connsiteY70" fmla="*/ 111081 h 362610"/>
                <a:gd name="connsiteX71" fmla="*/ 260070 w 362309"/>
                <a:gd name="connsiteY71" fmla="*/ 111081 h 362610"/>
                <a:gd name="connsiteX72" fmla="*/ 286269 w 362309"/>
                <a:gd name="connsiteY72" fmla="*/ 188327 h 362610"/>
                <a:gd name="connsiteX73" fmla="*/ 270933 w 362309"/>
                <a:gd name="connsiteY73" fmla="*/ 188327 h 362610"/>
                <a:gd name="connsiteX74" fmla="*/ 264543 w 362309"/>
                <a:gd name="connsiteY74" fmla="*/ 181944 h 362610"/>
                <a:gd name="connsiteX75" fmla="*/ 270933 w 362309"/>
                <a:gd name="connsiteY75" fmla="*/ 175560 h 362610"/>
                <a:gd name="connsiteX76" fmla="*/ 286269 w 362309"/>
                <a:gd name="connsiteY76" fmla="*/ 175560 h 362610"/>
                <a:gd name="connsiteX77" fmla="*/ 292659 w 362309"/>
                <a:gd name="connsiteY77" fmla="*/ 181944 h 362610"/>
                <a:gd name="connsiteX78" fmla="*/ 286269 w 362309"/>
                <a:gd name="connsiteY78" fmla="*/ 188327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81077"/>
                    <a:pt x="281157" y="0"/>
                    <a:pt x="180835" y="0"/>
                  </a:cubicBezTo>
                  <a:cubicBezTo>
                    <a:pt x="180835" y="0"/>
                    <a:pt x="180835" y="0"/>
                    <a:pt x="180835" y="0"/>
                  </a:cubicBezTo>
                  <a:close/>
                  <a:moveTo>
                    <a:pt x="174445" y="75331"/>
                  </a:moveTo>
                  <a:cubicBezTo>
                    <a:pt x="174445" y="71501"/>
                    <a:pt x="177001" y="68947"/>
                    <a:pt x="180835" y="68947"/>
                  </a:cubicBezTo>
                  <a:cubicBezTo>
                    <a:pt x="184669" y="68947"/>
                    <a:pt x="187225" y="71501"/>
                    <a:pt x="187225" y="75331"/>
                  </a:cubicBezTo>
                  <a:lnTo>
                    <a:pt x="187225" y="90653"/>
                  </a:lnTo>
                  <a:cubicBezTo>
                    <a:pt x="187225" y="94483"/>
                    <a:pt x="184669" y="97037"/>
                    <a:pt x="180835" y="97037"/>
                  </a:cubicBezTo>
                  <a:cubicBezTo>
                    <a:pt x="177001" y="97037"/>
                    <a:pt x="174445" y="94483"/>
                    <a:pt x="174445" y="90653"/>
                  </a:cubicBezTo>
                  <a:lnTo>
                    <a:pt x="174445" y="75331"/>
                  </a:lnTo>
                  <a:close/>
                  <a:moveTo>
                    <a:pt x="101600" y="102144"/>
                  </a:moveTo>
                  <a:cubicBezTo>
                    <a:pt x="104156" y="99590"/>
                    <a:pt x="107990" y="99590"/>
                    <a:pt x="110546" y="102144"/>
                  </a:cubicBezTo>
                  <a:lnTo>
                    <a:pt x="121409" y="112997"/>
                  </a:lnTo>
                  <a:cubicBezTo>
                    <a:pt x="123965" y="115550"/>
                    <a:pt x="123965" y="119381"/>
                    <a:pt x="121409" y="121934"/>
                  </a:cubicBezTo>
                  <a:cubicBezTo>
                    <a:pt x="120131" y="123211"/>
                    <a:pt x="118853" y="123849"/>
                    <a:pt x="116936" y="123849"/>
                  </a:cubicBezTo>
                  <a:cubicBezTo>
                    <a:pt x="115019" y="123849"/>
                    <a:pt x="113741" y="123211"/>
                    <a:pt x="112463" y="121934"/>
                  </a:cubicBezTo>
                  <a:lnTo>
                    <a:pt x="101600" y="111081"/>
                  </a:lnTo>
                  <a:cubicBezTo>
                    <a:pt x="99044" y="108528"/>
                    <a:pt x="99683" y="104059"/>
                    <a:pt x="101600" y="102144"/>
                  </a:cubicBezTo>
                  <a:cubicBezTo>
                    <a:pt x="102239" y="102144"/>
                    <a:pt x="102239" y="102144"/>
                    <a:pt x="101600" y="102144"/>
                  </a:cubicBezTo>
                  <a:lnTo>
                    <a:pt x="101600" y="102144"/>
                  </a:lnTo>
                  <a:close/>
                  <a:moveTo>
                    <a:pt x="90737" y="188327"/>
                  </a:moveTo>
                  <a:lnTo>
                    <a:pt x="75401" y="188327"/>
                  </a:lnTo>
                  <a:cubicBezTo>
                    <a:pt x="71567" y="188327"/>
                    <a:pt x="69011" y="185774"/>
                    <a:pt x="69011" y="181944"/>
                  </a:cubicBezTo>
                  <a:cubicBezTo>
                    <a:pt x="69011" y="178113"/>
                    <a:pt x="71567" y="175560"/>
                    <a:pt x="75401" y="175560"/>
                  </a:cubicBezTo>
                  <a:lnTo>
                    <a:pt x="90737" y="175560"/>
                  </a:lnTo>
                  <a:cubicBezTo>
                    <a:pt x="94571" y="175560"/>
                    <a:pt x="97127" y="178113"/>
                    <a:pt x="97127" y="181944"/>
                  </a:cubicBezTo>
                  <a:cubicBezTo>
                    <a:pt x="97127" y="185774"/>
                    <a:pt x="93932" y="188327"/>
                    <a:pt x="90737" y="188327"/>
                  </a:cubicBezTo>
                  <a:close/>
                  <a:moveTo>
                    <a:pt x="121409" y="248975"/>
                  </a:moveTo>
                  <a:lnTo>
                    <a:pt x="110546" y="259828"/>
                  </a:lnTo>
                  <a:cubicBezTo>
                    <a:pt x="107990" y="262382"/>
                    <a:pt x="104156" y="262382"/>
                    <a:pt x="101600" y="259828"/>
                  </a:cubicBezTo>
                  <a:cubicBezTo>
                    <a:pt x="99044" y="257275"/>
                    <a:pt x="99044" y="253444"/>
                    <a:pt x="101600" y="250891"/>
                  </a:cubicBezTo>
                  <a:lnTo>
                    <a:pt x="112463" y="240038"/>
                  </a:lnTo>
                  <a:cubicBezTo>
                    <a:pt x="115019" y="237484"/>
                    <a:pt x="118853" y="237484"/>
                    <a:pt x="121409" y="240038"/>
                  </a:cubicBezTo>
                  <a:cubicBezTo>
                    <a:pt x="121409" y="240038"/>
                    <a:pt x="121409" y="240038"/>
                    <a:pt x="121409" y="240038"/>
                  </a:cubicBezTo>
                  <a:cubicBezTo>
                    <a:pt x="123965" y="242591"/>
                    <a:pt x="123965" y="246422"/>
                    <a:pt x="121409" y="248975"/>
                  </a:cubicBezTo>
                  <a:lnTo>
                    <a:pt x="121409" y="248975"/>
                  </a:lnTo>
                  <a:close/>
                  <a:moveTo>
                    <a:pt x="187225" y="286003"/>
                  </a:moveTo>
                  <a:cubicBezTo>
                    <a:pt x="187225" y="289833"/>
                    <a:pt x="184669" y="292387"/>
                    <a:pt x="180835" y="292387"/>
                  </a:cubicBezTo>
                  <a:cubicBezTo>
                    <a:pt x="177001" y="292387"/>
                    <a:pt x="174445" y="289833"/>
                    <a:pt x="174445" y="286003"/>
                  </a:cubicBezTo>
                  <a:lnTo>
                    <a:pt x="174445" y="270681"/>
                  </a:lnTo>
                  <a:cubicBezTo>
                    <a:pt x="174445" y="266851"/>
                    <a:pt x="177001" y="264297"/>
                    <a:pt x="180835" y="264297"/>
                  </a:cubicBezTo>
                  <a:cubicBezTo>
                    <a:pt x="184669" y="264297"/>
                    <a:pt x="187225" y="266851"/>
                    <a:pt x="187225" y="270681"/>
                  </a:cubicBezTo>
                  <a:lnTo>
                    <a:pt x="187225" y="286003"/>
                  </a:lnTo>
                  <a:close/>
                  <a:moveTo>
                    <a:pt x="180835" y="248337"/>
                  </a:moveTo>
                  <a:cubicBezTo>
                    <a:pt x="143774" y="248337"/>
                    <a:pt x="114380" y="218332"/>
                    <a:pt x="114380" y="181944"/>
                  </a:cubicBezTo>
                  <a:cubicBezTo>
                    <a:pt x="114380" y="144916"/>
                    <a:pt x="144413" y="115550"/>
                    <a:pt x="180835" y="115550"/>
                  </a:cubicBezTo>
                  <a:cubicBezTo>
                    <a:pt x="216619" y="115550"/>
                    <a:pt x="246652" y="144278"/>
                    <a:pt x="247291" y="180028"/>
                  </a:cubicBezTo>
                  <a:cubicBezTo>
                    <a:pt x="247291" y="180028"/>
                    <a:pt x="247291" y="180667"/>
                    <a:pt x="247291" y="180667"/>
                  </a:cubicBezTo>
                  <a:cubicBezTo>
                    <a:pt x="247291" y="180667"/>
                    <a:pt x="247291" y="181305"/>
                    <a:pt x="247291" y="181944"/>
                  </a:cubicBezTo>
                  <a:cubicBezTo>
                    <a:pt x="247291" y="218332"/>
                    <a:pt x="217258" y="248337"/>
                    <a:pt x="180835" y="248337"/>
                  </a:cubicBezTo>
                  <a:close/>
                  <a:moveTo>
                    <a:pt x="260070" y="259828"/>
                  </a:moveTo>
                  <a:cubicBezTo>
                    <a:pt x="257514" y="262382"/>
                    <a:pt x="253680" y="262382"/>
                    <a:pt x="251125" y="259828"/>
                  </a:cubicBezTo>
                  <a:lnTo>
                    <a:pt x="240262" y="248975"/>
                  </a:lnTo>
                  <a:cubicBezTo>
                    <a:pt x="237706" y="246422"/>
                    <a:pt x="237706" y="242591"/>
                    <a:pt x="240262" y="240038"/>
                  </a:cubicBezTo>
                  <a:cubicBezTo>
                    <a:pt x="242818" y="237484"/>
                    <a:pt x="246652" y="237484"/>
                    <a:pt x="249208" y="240038"/>
                  </a:cubicBezTo>
                  <a:cubicBezTo>
                    <a:pt x="249208" y="240038"/>
                    <a:pt x="249208" y="240038"/>
                    <a:pt x="249208" y="240038"/>
                  </a:cubicBezTo>
                  <a:lnTo>
                    <a:pt x="260070" y="250891"/>
                  </a:lnTo>
                  <a:cubicBezTo>
                    <a:pt x="262626" y="253444"/>
                    <a:pt x="262626" y="257275"/>
                    <a:pt x="260070" y="259828"/>
                  </a:cubicBezTo>
                  <a:cubicBezTo>
                    <a:pt x="260070" y="259828"/>
                    <a:pt x="260070" y="259828"/>
                    <a:pt x="260070" y="259828"/>
                  </a:cubicBezTo>
                  <a:lnTo>
                    <a:pt x="260070" y="259828"/>
                  </a:lnTo>
                  <a:close/>
                  <a:moveTo>
                    <a:pt x="260070" y="111081"/>
                  </a:moveTo>
                  <a:lnTo>
                    <a:pt x="249208" y="121934"/>
                  </a:lnTo>
                  <a:cubicBezTo>
                    <a:pt x="246652" y="124488"/>
                    <a:pt x="242818" y="124488"/>
                    <a:pt x="240262" y="121934"/>
                  </a:cubicBezTo>
                  <a:cubicBezTo>
                    <a:pt x="237706" y="119381"/>
                    <a:pt x="237706" y="115550"/>
                    <a:pt x="240262" y="112997"/>
                  </a:cubicBezTo>
                  <a:lnTo>
                    <a:pt x="251125" y="102144"/>
                  </a:lnTo>
                  <a:cubicBezTo>
                    <a:pt x="253680" y="99590"/>
                    <a:pt x="257514" y="99590"/>
                    <a:pt x="260070" y="102144"/>
                  </a:cubicBezTo>
                  <a:cubicBezTo>
                    <a:pt x="262626" y="104059"/>
                    <a:pt x="262626" y="108528"/>
                    <a:pt x="260070" y="111081"/>
                  </a:cubicBezTo>
                  <a:cubicBezTo>
                    <a:pt x="260070" y="111081"/>
                    <a:pt x="260070" y="111081"/>
                    <a:pt x="260070" y="111081"/>
                  </a:cubicBezTo>
                  <a:lnTo>
                    <a:pt x="260070" y="111081"/>
                  </a:lnTo>
                  <a:close/>
                  <a:moveTo>
                    <a:pt x="286269" y="188327"/>
                  </a:moveTo>
                  <a:lnTo>
                    <a:pt x="270933" y="188327"/>
                  </a:lnTo>
                  <a:cubicBezTo>
                    <a:pt x="267099" y="188327"/>
                    <a:pt x="264543" y="185774"/>
                    <a:pt x="264543" y="181944"/>
                  </a:cubicBezTo>
                  <a:cubicBezTo>
                    <a:pt x="264543" y="178113"/>
                    <a:pt x="267099" y="175560"/>
                    <a:pt x="270933" y="175560"/>
                  </a:cubicBezTo>
                  <a:lnTo>
                    <a:pt x="286269" y="175560"/>
                  </a:lnTo>
                  <a:cubicBezTo>
                    <a:pt x="290103" y="175560"/>
                    <a:pt x="292659" y="178113"/>
                    <a:pt x="292659" y="181944"/>
                  </a:cubicBezTo>
                  <a:cubicBezTo>
                    <a:pt x="292659" y="185774"/>
                    <a:pt x="290103" y="188327"/>
                    <a:pt x="286269" y="188327"/>
                  </a:cubicBezTo>
                  <a:close/>
                </a:path>
              </a:pathLst>
            </a:custGeom>
            <a:solidFill>
              <a:srgbClr val="00ABAB"/>
            </a:solidFill>
            <a:ln w="6390" cap="flat">
              <a:noFill/>
              <a:prstDash val="solid"/>
              <a:miter/>
            </a:ln>
          </p:spPr>
          <p:txBody>
            <a:bodyPr rtlCol="0" anchor="ctr"/>
            <a:lstStyle/>
            <a:p>
              <a:endParaRPr lang="en-US"/>
            </a:p>
          </p:txBody>
        </p:sp>
      </p:grpSp>
      <p:grpSp>
        <p:nvGrpSpPr>
          <p:cNvPr id="603" name="Graphic 4">
            <a:extLst>
              <a:ext uri="{FF2B5EF4-FFF2-40B4-BE49-F238E27FC236}">
                <a16:creationId xmlns:a16="http://schemas.microsoft.com/office/drawing/2014/main" id="{3A6772E4-86B1-3F40-90D7-7803768481F1}"/>
              </a:ext>
            </a:extLst>
          </p:cNvPr>
          <p:cNvGrpSpPr/>
          <p:nvPr/>
        </p:nvGrpSpPr>
        <p:grpSpPr>
          <a:xfrm>
            <a:off x="467104" y="918179"/>
            <a:ext cx="362309" cy="361971"/>
            <a:chOff x="467104" y="918179"/>
            <a:chExt cx="362309" cy="361971"/>
          </a:xfrm>
          <a:solidFill>
            <a:srgbClr val="00ABAB"/>
          </a:solidFill>
        </p:grpSpPr>
        <p:sp>
          <p:nvSpPr>
            <p:cNvPr id="604" name="Graphic 4">
              <a:extLst>
                <a:ext uri="{FF2B5EF4-FFF2-40B4-BE49-F238E27FC236}">
                  <a16:creationId xmlns:a16="http://schemas.microsoft.com/office/drawing/2014/main" id="{4AA40BAE-BFFD-0546-B428-6DDFF1DECD4C}"/>
                </a:ext>
              </a:extLst>
            </p:cNvPr>
            <p:cNvSpPr/>
            <p:nvPr/>
          </p:nvSpPr>
          <p:spPr>
            <a:xfrm>
              <a:off x="467104" y="918179"/>
              <a:ext cx="362309" cy="361971"/>
            </a:xfrm>
            <a:custGeom>
              <a:avLst/>
              <a:gdLst>
                <a:gd name="connsiteX0" fmla="*/ 181474 w 362309"/>
                <a:gd name="connsiteY0" fmla="*/ 349204 h 361971"/>
                <a:gd name="connsiteX1" fmla="*/ 13419 w 362309"/>
                <a:gd name="connsiteY1" fmla="*/ 180667 h 361971"/>
                <a:gd name="connsiteX2" fmla="*/ 181474 w 362309"/>
                <a:gd name="connsiteY2" fmla="*/ 12768 h 361971"/>
                <a:gd name="connsiteX3" fmla="*/ 349530 w 362309"/>
                <a:gd name="connsiteY3" fmla="*/ 180667 h 361971"/>
                <a:gd name="connsiteX4" fmla="*/ 181474 w 362309"/>
                <a:gd name="connsiteY4" fmla="*/ 349204 h 361971"/>
                <a:gd name="connsiteX5" fmla="*/ 181474 w 362309"/>
                <a:gd name="connsiteY5" fmla="*/ 0 h 361971"/>
                <a:gd name="connsiteX6" fmla="*/ 0 w 362309"/>
                <a:gd name="connsiteY6" fmla="*/ 181305 h 361971"/>
                <a:gd name="connsiteX7" fmla="*/ 181474 w 362309"/>
                <a:gd name="connsiteY7" fmla="*/ 361972 h 361971"/>
                <a:gd name="connsiteX8" fmla="*/ 362309 w 362309"/>
                <a:gd name="connsiteY8" fmla="*/ 181305 h 361971"/>
                <a:gd name="connsiteX9" fmla="*/ 181474 w 362309"/>
                <a:gd name="connsiteY9" fmla="*/ 0 h 361971"/>
                <a:gd name="connsiteX10" fmla="*/ 181474 w 362309"/>
                <a:gd name="connsiteY10"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1474" y="349204"/>
                  </a:moveTo>
                  <a:cubicBezTo>
                    <a:pt x="88181" y="349204"/>
                    <a:pt x="13419" y="273873"/>
                    <a:pt x="13419" y="180667"/>
                  </a:cubicBezTo>
                  <a:cubicBezTo>
                    <a:pt x="13419" y="87461"/>
                    <a:pt x="88820" y="12768"/>
                    <a:pt x="181474" y="12768"/>
                  </a:cubicBezTo>
                  <a:cubicBezTo>
                    <a:pt x="274128" y="12768"/>
                    <a:pt x="349530" y="88099"/>
                    <a:pt x="349530" y="180667"/>
                  </a:cubicBezTo>
                  <a:cubicBezTo>
                    <a:pt x="349530" y="273873"/>
                    <a:pt x="274128" y="349204"/>
                    <a:pt x="181474" y="349204"/>
                  </a:cubicBezTo>
                  <a:moveTo>
                    <a:pt x="181474" y="0"/>
                  </a:moveTo>
                  <a:cubicBezTo>
                    <a:pt x="81152" y="0"/>
                    <a:pt x="0" y="81077"/>
                    <a:pt x="0" y="181305"/>
                  </a:cubicBezTo>
                  <a:cubicBezTo>
                    <a:pt x="0" y="281534"/>
                    <a:pt x="81152" y="361972"/>
                    <a:pt x="181474" y="361972"/>
                  </a:cubicBezTo>
                  <a:cubicBezTo>
                    <a:pt x="281796" y="361972"/>
                    <a:pt x="362309" y="280895"/>
                    <a:pt x="362309" y="181305"/>
                  </a:cubicBezTo>
                  <a:cubicBezTo>
                    <a:pt x="362309" y="81077"/>
                    <a:pt x="281796" y="0"/>
                    <a:pt x="181474" y="0"/>
                  </a:cubicBezTo>
                  <a:cubicBezTo>
                    <a:pt x="181474" y="0"/>
                    <a:pt x="181474" y="0"/>
                    <a:pt x="181474" y="0"/>
                  </a:cubicBezTo>
                </a:path>
              </a:pathLst>
            </a:custGeom>
            <a:solidFill>
              <a:srgbClr val="00ABAB"/>
            </a:solidFill>
            <a:ln w="6390" cap="flat">
              <a:noFill/>
              <a:prstDash val="solid"/>
              <a:miter/>
            </a:ln>
          </p:spPr>
          <p:txBody>
            <a:bodyPr rtlCol="0" anchor="ctr"/>
            <a:lstStyle/>
            <a:p>
              <a:endParaRPr lang="en-US"/>
            </a:p>
          </p:txBody>
        </p:sp>
        <p:sp>
          <p:nvSpPr>
            <p:cNvPr id="605" name="Graphic 4">
              <a:extLst>
                <a:ext uri="{FF2B5EF4-FFF2-40B4-BE49-F238E27FC236}">
                  <a16:creationId xmlns:a16="http://schemas.microsoft.com/office/drawing/2014/main" id="{9610C472-2608-444C-A299-93D7271858E7}"/>
                </a:ext>
              </a:extLst>
            </p:cNvPr>
            <p:cNvSpPr/>
            <p:nvPr/>
          </p:nvSpPr>
          <p:spPr>
            <a:xfrm>
              <a:off x="526232" y="1013582"/>
              <a:ext cx="244126" cy="170497"/>
            </a:xfrm>
            <a:custGeom>
              <a:avLst/>
              <a:gdLst>
                <a:gd name="connsiteX0" fmla="*/ 207332 w 244126"/>
                <a:gd name="connsiteY0" fmla="*/ 68026 h 170497"/>
                <a:gd name="connsiteX1" fmla="*/ 203498 w 244126"/>
                <a:gd name="connsiteY1" fmla="*/ 55258 h 170497"/>
                <a:gd name="connsiteX2" fmla="*/ 192635 w 244126"/>
                <a:gd name="connsiteY2" fmla="*/ 35468 h 170497"/>
                <a:gd name="connsiteX3" fmla="*/ 230975 w 244126"/>
                <a:gd name="connsiteY3" fmla="*/ 40575 h 170497"/>
                <a:gd name="connsiteX4" fmla="*/ 207332 w 244126"/>
                <a:gd name="connsiteY4" fmla="*/ 68026 h 170497"/>
                <a:gd name="connsiteX5" fmla="*/ 190079 w 244126"/>
                <a:gd name="connsiteY5" fmla="*/ 115268 h 170497"/>
                <a:gd name="connsiteX6" fmla="*/ 94230 w 244126"/>
                <a:gd name="connsiteY6" fmla="*/ 151656 h 170497"/>
                <a:gd name="connsiteX7" fmla="*/ 73143 w 244126"/>
                <a:gd name="connsiteY7" fmla="*/ 136973 h 170497"/>
                <a:gd name="connsiteX8" fmla="*/ 136404 w 244126"/>
                <a:gd name="connsiteY8" fmla="*/ 118460 h 170497"/>
                <a:gd name="connsiteX9" fmla="*/ 196469 w 244126"/>
                <a:gd name="connsiteY9" fmla="*/ 90370 h 170497"/>
                <a:gd name="connsiteX10" fmla="*/ 190079 w 244126"/>
                <a:gd name="connsiteY10" fmla="*/ 115268 h 170497"/>
                <a:gd name="connsiteX11" fmla="*/ 12439 w 244126"/>
                <a:gd name="connsiteY11" fmla="*/ 122928 h 170497"/>
                <a:gd name="connsiteX12" fmla="*/ 37999 w 244126"/>
                <a:gd name="connsiteY12" fmla="*/ 93562 h 170497"/>
                <a:gd name="connsiteX13" fmla="*/ 48862 w 244126"/>
                <a:gd name="connsiteY13" fmla="*/ 128036 h 170497"/>
                <a:gd name="connsiteX14" fmla="*/ 12439 w 244126"/>
                <a:gd name="connsiteY14" fmla="*/ 122928 h 170497"/>
                <a:gd name="connsiteX15" fmla="*/ 97425 w 244126"/>
                <a:gd name="connsiteY15" fmla="*/ 17593 h 170497"/>
                <a:gd name="connsiteX16" fmla="*/ 191357 w 244126"/>
                <a:gd name="connsiteY16" fmla="*/ 59727 h 170497"/>
                <a:gd name="connsiteX17" fmla="*/ 195830 w 244126"/>
                <a:gd name="connsiteY17" fmla="*/ 75687 h 170497"/>
                <a:gd name="connsiteX18" fmla="*/ 131931 w 244126"/>
                <a:gd name="connsiteY18" fmla="*/ 106330 h 170497"/>
                <a:gd name="connsiteX19" fmla="*/ 63558 w 244126"/>
                <a:gd name="connsiteY19" fmla="*/ 126120 h 170497"/>
                <a:gd name="connsiteX20" fmla="*/ 82728 w 244126"/>
                <a:gd name="connsiteY20" fmla="*/ 25254 h 170497"/>
                <a:gd name="connsiteX21" fmla="*/ 97425 w 244126"/>
                <a:gd name="connsiteY21" fmla="*/ 17593 h 170497"/>
                <a:gd name="connsiteX22" fmla="*/ 243116 w 244126"/>
                <a:gd name="connsiteY22" fmla="*/ 35468 h 170497"/>
                <a:gd name="connsiteX23" fmla="*/ 182411 w 244126"/>
                <a:gd name="connsiteY23" fmla="*/ 23338 h 170497"/>
                <a:gd name="connsiteX24" fmla="*/ 61641 w 244126"/>
                <a:gd name="connsiteY24" fmla="*/ 26530 h 170497"/>
                <a:gd name="connsiteX25" fmla="*/ 38638 w 244126"/>
                <a:gd name="connsiteY25" fmla="*/ 78241 h 170497"/>
                <a:gd name="connsiteX26" fmla="*/ 937 w 244126"/>
                <a:gd name="connsiteY26" fmla="*/ 127397 h 170497"/>
                <a:gd name="connsiteX27" fmla="*/ 35443 w 244126"/>
                <a:gd name="connsiteY27" fmla="*/ 141442 h 170497"/>
                <a:gd name="connsiteX28" fmla="*/ 57168 w 244126"/>
                <a:gd name="connsiteY28" fmla="*/ 139527 h 170497"/>
                <a:gd name="connsiteX29" fmla="*/ 153657 w 244126"/>
                <a:gd name="connsiteY29" fmla="*/ 165063 h 170497"/>
                <a:gd name="connsiteX30" fmla="*/ 208610 w 244126"/>
                <a:gd name="connsiteY30" fmla="*/ 82071 h 170497"/>
                <a:gd name="connsiteX31" fmla="*/ 243116 w 244126"/>
                <a:gd name="connsiteY31" fmla="*/ 35468 h 170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4126" h="170497">
                  <a:moveTo>
                    <a:pt x="207332" y="68026"/>
                  </a:moveTo>
                  <a:cubicBezTo>
                    <a:pt x="206693" y="63557"/>
                    <a:pt x="205415" y="59727"/>
                    <a:pt x="203498" y="55258"/>
                  </a:cubicBezTo>
                  <a:cubicBezTo>
                    <a:pt x="200942" y="48236"/>
                    <a:pt x="197108" y="41214"/>
                    <a:pt x="192635" y="35468"/>
                  </a:cubicBezTo>
                  <a:cubicBezTo>
                    <a:pt x="218195" y="32276"/>
                    <a:pt x="229697" y="36106"/>
                    <a:pt x="230975" y="40575"/>
                  </a:cubicBezTo>
                  <a:cubicBezTo>
                    <a:pt x="232253" y="45044"/>
                    <a:pt x="225224" y="55258"/>
                    <a:pt x="207332" y="68026"/>
                  </a:cubicBezTo>
                  <a:moveTo>
                    <a:pt x="190079" y="115268"/>
                  </a:moveTo>
                  <a:cubicBezTo>
                    <a:pt x="173465" y="151656"/>
                    <a:pt x="130653" y="168255"/>
                    <a:pt x="94230" y="151656"/>
                  </a:cubicBezTo>
                  <a:cubicBezTo>
                    <a:pt x="86562" y="147826"/>
                    <a:pt x="79533" y="143357"/>
                    <a:pt x="73143" y="136973"/>
                  </a:cubicBezTo>
                  <a:cubicBezTo>
                    <a:pt x="94869" y="132504"/>
                    <a:pt x="115956" y="126120"/>
                    <a:pt x="136404" y="118460"/>
                  </a:cubicBezTo>
                  <a:cubicBezTo>
                    <a:pt x="156852" y="110799"/>
                    <a:pt x="177299" y="101223"/>
                    <a:pt x="196469" y="90370"/>
                  </a:cubicBezTo>
                  <a:cubicBezTo>
                    <a:pt x="195191" y="99308"/>
                    <a:pt x="193274" y="107607"/>
                    <a:pt x="190079" y="115268"/>
                  </a:cubicBezTo>
                  <a:moveTo>
                    <a:pt x="12439" y="122928"/>
                  </a:moveTo>
                  <a:cubicBezTo>
                    <a:pt x="11161" y="119098"/>
                    <a:pt x="16912" y="108245"/>
                    <a:pt x="37999" y="93562"/>
                  </a:cubicBezTo>
                  <a:cubicBezTo>
                    <a:pt x="39277" y="105692"/>
                    <a:pt x="42472" y="117183"/>
                    <a:pt x="48862" y="128036"/>
                  </a:cubicBezTo>
                  <a:cubicBezTo>
                    <a:pt x="27136" y="130589"/>
                    <a:pt x="14356" y="127397"/>
                    <a:pt x="12439" y="122928"/>
                  </a:cubicBezTo>
                  <a:moveTo>
                    <a:pt x="97425" y="17593"/>
                  </a:moveTo>
                  <a:cubicBezTo>
                    <a:pt x="135126" y="3548"/>
                    <a:pt x="176660" y="22062"/>
                    <a:pt x="191357" y="59727"/>
                  </a:cubicBezTo>
                  <a:cubicBezTo>
                    <a:pt x="193274" y="64834"/>
                    <a:pt x="195191" y="69941"/>
                    <a:pt x="195830" y="75687"/>
                  </a:cubicBezTo>
                  <a:cubicBezTo>
                    <a:pt x="175382" y="87817"/>
                    <a:pt x="154296" y="98669"/>
                    <a:pt x="131931" y="106330"/>
                  </a:cubicBezTo>
                  <a:cubicBezTo>
                    <a:pt x="109566" y="115268"/>
                    <a:pt x="87201" y="121652"/>
                    <a:pt x="63558" y="126120"/>
                  </a:cubicBezTo>
                  <a:cubicBezTo>
                    <a:pt x="41194" y="92924"/>
                    <a:pt x="49501" y="48236"/>
                    <a:pt x="82728" y="25254"/>
                  </a:cubicBezTo>
                  <a:cubicBezTo>
                    <a:pt x="87201" y="22062"/>
                    <a:pt x="92313" y="19508"/>
                    <a:pt x="97425" y="17593"/>
                  </a:cubicBezTo>
                  <a:moveTo>
                    <a:pt x="243116" y="35468"/>
                  </a:moveTo>
                  <a:cubicBezTo>
                    <a:pt x="236726" y="18870"/>
                    <a:pt x="207971" y="19508"/>
                    <a:pt x="182411" y="23338"/>
                  </a:cubicBezTo>
                  <a:cubicBezTo>
                    <a:pt x="147906" y="-9220"/>
                    <a:pt x="94230" y="-7305"/>
                    <a:pt x="61641" y="26530"/>
                  </a:cubicBezTo>
                  <a:cubicBezTo>
                    <a:pt x="48223" y="40575"/>
                    <a:pt x="39916" y="59089"/>
                    <a:pt x="38638" y="78241"/>
                  </a:cubicBezTo>
                  <a:cubicBezTo>
                    <a:pt x="16912" y="92285"/>
                    <a:pt x="-4814" y="110799"/>
                    <a:pt x="937" y="127397"/>
                  </a:cubicBezTo>
                  <a:cubicBezTo>
                    <a:pt x="4771" y="136973"/>
                    <a:pt x="17551" y="141442"/>
                    <a:pt x="35443" y="141442"/>
                  </a:cubicBezTo>
                  <a:cubicBezTo>
                    <a:pt x="42472" y="141442"/>
                    <a:pt x="50140" y="140804"/>
                    <a:pt x="57168" y="139527"/>
                  </a:cubicBezTo>
                  <a:cubicBezTo>
                    <a:pt x="80172" y="167616"/>
                    <a:pt x="119151" y="177831"/>
                    <a:pt x="153657" y="165063"/>
                  </a:cubicBezTo>
                  <a:cubicBezTo>
                    <a:pt x="188162" y="152295"/>
                    <a:pt x="209888" y="118460"/>
                    <a:pt x="208610" y="82071"/>
                  </a:cubicBezTo>
                  <a:cubicBezTo>
                    <a:pt x="233531" y="66111"/>
                    <a:pt x="248228" y="48874"/>
                    <a:pt x="243116" y="35468"/>
                  </a:cubicBezTo>
                </a:path>
              </a:pathLst>
            </a:custGeom>
            <a:solidFill>
              <a:srgbClr val="00ABAB"/>
            </a:solidFill>
            <a:ln w="6390" cap="flat">
              <a:noFill/>
              <a:prstDash val="solid"/>
              <a:miter/>
            </a:ln>
          </p:spPr>
          <p:txBody>
            <a:bodyPr rtlCol="0" anchor="ctr"/>
            <a:lstStyle/>
            <a:p>
              <a:endParaRPr lang="en-US"/>
            </a:p>
          </p:txBody>
        </p:sp>
      </p:grpSp>
      <p:grpSp>
        <p:nvGrpSpPr>
          <p:cNvPr id="606" name="Graphic 4">
            <a:extLst>
              <a:ext uri="{FF2B5EF4-FFF2-40B4-BE49-F238E27FC236}">
                <a16:creationId xmlns:a16="http://schemas.microsoft.com/office/drawing/2014/main" id="{3631406E-F1F2-4344-A81F-060B8460F0C9}"/>
              </a:ext>
            </a:extLst>
          </p:cNvPr>
          <p:cNvGrpSpPr/>
          <p:nvPr/>
        </p:nvGrpSpPr>
        <p:grpSpPr>
          <a:xfrm>
            <a:off x="905454" y="918179"/>
            <a:ext cx="362309" cy="361971"/>
            <a:chOff x="905454" y="918179"/>
            <a:chExt cx="362309" cy="361971"/>
          </a:xfrm>
          <a:solidFill>
            <a:srgbClr val="00ABAB"/>
          </a:solidFill>
        </p:grpSpPr>
        <p:sp>
          <p:nvSpPr>
            <p:cNvPr id="607" name="Graphic 4">
              <a:extLst>
                <a:ext uri="{FF2B5EF4-FFF2-40B4-BE49-F238E27FC236}">
                  <a16:creationId xmlns:a16="http://schemas.microsoft.com/office/drawing/2014/main" id="{B9E8D465-3BC6-9E42-AD37-EDB2B2FDD8BE}"/>
                </a:ext>
              </a:extLst>
            </p:cNvPr>
            <p:cNvSpPr/>
            <p:nvPr/>
          </p:nvSpPr>
          <p:spPr>
            <a:xfrm>
              <a:off x="1037086" y="1103953"/>
              <a:ext cx="123325" cy="67353"/>
            </a:xfrm>
            <a:custGeom>
              <a:avLst/>
              <a:gdLst>
                <a:gd name="connsiteX0" fmla="*/ 0 w 123325"/>
                <a:gd name="connsiteY0" fmla="*/ 46603 h 67353"/>
                <a:gd name="connsiteX1" fmla="*/ 102878 w 123325"/>
                <a:gd name="connsiteY1" fmla="*/ 45965 h 67353"/>
                <a:gd name="connsiteX2" fmla="*/ 123326 w 123325"/>
                <a:gd name="connsiteY2" fmla="*/ 0 h 67353"/>
                <a:gd name="connsiteX3" fmla="*/ 63260 w 123325"/>
                <a:gd name="connsiteY3" fmla="*/ 28089 h 67353"/>
                <a:gd name="connsiteX4" fmla="*/ 0 w 123325"/>
                <a:gd name="connsiteY4" fmla="*/ 46603 h 67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325" h="67353">
                  <a:moveTo>
                    <a:pt x="0" y="46603"/>
                  </a:moveTo>
                  <a:cubicBezTo>
                    <a:pt x="28755" y="74693"/>
                    <a:pt x="74762" y="74054"/>
                    <a:pt x="102878" y="45965"/>
                  </a:cubicBezTo>
                  <a:cubicBezTo>
                    <a:pt x="115019" y="33835"/>
                    <a:pt x="122687" y="17237"/>
                    <a:pt x="123326" y="0"/>
                  </a:cubicBezTo>
                  <a:cubicBezTo>
                    <a:pt x="104156" y="10853"/>
                    <a:pt x="84347" y="20429"/>
                    <a:pt x="63260" y="28089"/>
                  </a:cubicBezTo>
                  <a:cubicBezTo>
                    <a:pt x="42813" y="36389"/>
                    <a:pt x="21726" y="42134"/>
                    <a:pt x="0" y="46603"/>
                  </a:cubicBezTo>
                </a:path>
              </a:pathLst>
            </a:custGeom>
            <a:solidFill>
              <a:srgbClr val="00ABAB"/>
            </a:solidFill>
            <a:ln w="6390" cap="flat">
              <a:noFill/>
              <a:prstDash val="solid"/>
              <a:miter/>
            </a:ln>
          </p:spPr>
          <p:txBody>
            <a:bodyPr rtlCol="0" anchor="ctr"/>
            <a:lstStyle/>
            <a:p>
              <a:endParaRPr lang="en-US"/>
            </a:p>
          </p:txBody>
        </p:sp>
        <p:sp>
          <p:nvSpPr>
            <p:cNvPr id="608" name="Graphic 4">
              <a:extLst>
                <a:ext uri="{FF2B5EF4-FFF2-40B4-BE49-F238E27FC236}">
                  <a16:creationId xmlns:a16="http://schemas.microsoft.com/office/drawing/2014/main" id="{304E3C14-CDDB-0540-AEF8-11CF6DC3AD21}"/>
                </a:ext>
              </a:extLst>
            </p:cNvPr>
            <p:cNvSpPr/>
            <p:nvPr/>
          </p:nvSpPr>
          <p:spPr>
            <a:xfrm>
              <a:off x="1015780" y="1025849"/>
              <a:ext cx="144632" cy="113854"/>
            </a:xfrm>
            <a:custGeom>
              <a:avLst/>
              <a:gdLst>
                <a:gd name="connsiteX0" fmla="*/ 12361 w 144632"/>
                <a:gd name="connsiteY0" fmla="*/ 113854 h 113854"/>
                <a:gd name="connsiteX1" fmla="*/ 144632 w 144632"/>
                <a:gd name="connsiteY1" fmla="*/ 63421 h 113854"/>
                <a:gd name="connsiteX2" fmla="*/ 140798 w 144632"/>
                <a:gd name="connsiteY2" fmla="*/ 46822 h 113854"/>
                <a:gd name="connsiteX3" fmla="*/ 46866 w 144632"/>
                <a:gd name="connsiteY3" fmla="*/ 4688 h 113854"/>
                <a:gd name="connsiteX4" fmla="*/ 4693 w 144632"/>
                <a:gd name="connsiteY4" fmla="*/ 98533 h 113854"/>
                <a:gd name="connsiteX5" fmla="*/ 12361 w 144632"/>
                <a:gd name="connsiteY5" fmla="*/ 113854 h 113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32" h="113854">
                  <a:moveTo>
                    <a:pt x="12361" y="113854"/>
                  </a:moveTo>
                  <a:cubicBezTo>
                    <a:pt x="59007" y="104917"/>
                    <a:pt x="103737" y="87680"/>
                    <a:pt x="144632" y="63421"/>
                  </a:cubicBezTo>
                  <a:cubicBezTo>
                    <a:pt x="143993" y="57675"/>
                    <a:pt x="142715" y="52568"/>
                    <a:pt x="140798" y="46822"/>
                  </a:cubicBezTo>
                  <a:cubicBezTo>
                    <a:pt x="126740" y="9157"/>
                    <a:pt x="84567" y="-9356"/>
                    <a:pt x="46866" y="4688"/>
                  </a:cubicBezTo>
                  <a:cubicBezTo>
                    <a:pt x="9166" y="18733"/>
                    <a:pt x="-9365" y="60867"/>
                    <a:pt x="4693" y="98533"/>
                  </a:cubicBezTo>
                  <a:cubicBezTo>
                    <a:pt x="6610" y="104278"/>
                    <a:pt x="9166" y="109386"/>
                    <a:pt x="12361" y="113854"/>
                  </a:cubicBezTo>
                </a:path>
              </a:pathLst>
            </a:custGeom>
            <a:solidFill>
              <a:srgbClr val="00ABAB"/>
            </a:solidFill>
            <a:ln w="6390" cap="flat">
              <a:noFill/>
              <a:prstDash val="solid"/>
              <a:miter/>
            </a:ln>
          </p:spPr>
          <p:txBody>
            <a:bodyPr rtlCol="0" anchor="ctr"/>
            <a:lstStyle/>
            <a:p>
              <a:endParaRPr lang="en-US"/>
            </a:p>
          </p:txBody>
        </p:sp>
        <p:sp>
          <p:nvSpPr>
            <p:cNvPr id="609" name="Graphic 4">
              <a:extLst>
                <a:ext uri="{FF2B5EF4-FFF2-40B4-BE49-F238E27FC236}">
                  <a16:creationId xmlns:a16="http://schemas.microsoft.com/office/drawing/2014/main" id="{4A8884DD-0910-1E4E-A8B2-A006AB92D976}"/>
                </a:ext>
              </a:extLst>
            </p:cNvPr>
            <p:cNvSpPr/>
            <p:nvPr/>
          </p:nvSpPr>
          <p:spPr>
            <a:xfrm>
              <a:off x="977491" y="1107145"/>
              <a:ext cx="36591" cy="35169"/>
            </a:xfrm>
            <a:custGeom>
              <a:avLst/>
              <a:gdLst>
                <a:gd name="connsiteX0" fmla="*/ 25728 w 36591"/>
                <a:gd name="connsiteY0" fmla="*/ 0 h 35169"/>
                <a:gd name="connsiteX1" fmla="*/ 168 w 36591"/>
                <a:gd name="connsiteY1" fmla="*/ 29366 h 35169"/>
                <a:gd name="connsiteX2" fmla="*/ 35952 w 36591"/>
                <a:gd name="connsiteY2" fmla="*/ 34473 h 35169"/>
                <a:gd name="connsiteX3" fmla="*/ 36591 w 36591"/>
                <a:gd name="connsiteY3" fmla="*/ 34473 h 35169"/>
                <a:gd name="connsiteX4" fmla="*/ 25728 w 36591"/>
                <a:gd name="connsiteY4" fmla="*/ 0 h 35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91" h="35169">
                  <a:moveTo>
                    <a:pt x="25728" y="0"/>
                  </a:moveTo>
                  <a:cubicBezTo>
                    <a:pt x="4641" y="14683"/>
                    <a:pt x="-1109" y="25536"/>
                    <a:pt x="168" y="29366"/>
                  </a:cubicBezTo>
                  <a:cubicBezTo>
                    <a:pt x="1446" y="31920"/>
                    <a:pt x="10392" y="37027"/>
                    <a:pt x="35952" y="34473"/>
                  </a:cubicBezTo>
                  <a:lnTo>
                    <a:pt x="36591" y="34473"/>
                  </a:lnTo>
                  <a:cubicBezTo>
                    <a:pt x="30201" y="24259"/>
                    <a:pt x="27006" y="12130"/>
                    <a:pt x="25728" y="0"/>
                  </a:cubicBezTo>
                </a:path>
              </a:pathLst>
            </a:custGeom>
            <a:solidFill>
              <a:srgbClr val="00ABAB"/>
            </a:solidFill>
            <a:ln w="6390" cap="flat">
              <a:noFill/>
              <a:prstDash val="solid"/>
              <a:miter/>
            </a:ln>
          </p:spPr>
          <p:txBody>
            <a:bodyPr rtlCol="0" anchor="ctr"/>
            <a:lstStyle/>
            <a:p>
              <a:endParaRPr lang="en-US"/>
            </a:p>
          </p:txBody>
        </p:sp>
        <p:sp>
          <p:nvSpPr>
            <p:cNvPr id="610" name="Graphic 4">
              <a:extLst>
                <a:ext uri="{FF2B5EF4-FFF2-40B4-BE49-F238E27FC236}">
                  <a16:creationId xmlns:a16="http://schemas.microsoft.com/office/drawing/2014/main" id="{BF85537B-8900-F545-A8A3-FB5F062B1768}"/>
                </a:ext>
              </a:extLst>
            </p:cNvPr>
            <p:cNvSpPr/>
            <p:nvPr/>
          </p:nvSpPr>
          <p:spPr>
            <a:xfrm>
              <a:off x="1157217" y="1047120"/>
              <a:ext cx="38626" cy="33850"/>
            </a:xfrm>
            <a:custGeom>
              <a:avLst/>
              <a:gdLst>
                <a:gd name="connsiteX0" fmla="*/ 0 w 38626"/>
                <a:gd name="connsiteY0" fmla="*/ 1292 h 33850"/>
                <a:gd name="connsiteX1" fmla="*/ 10863 w 38626"/>
                <a:gd name="connsiteY1" fmla="*/ 21082 h 33850"/>
                <a:gd name="connsiteX2" fmla="*/ 14697 w 38626"/>
                <a:gd name="connsiteY2" fmla="*/ 33850 h 33850"/>
                <a:gd name="connsiteX3" fmla="*/ 38340 w 38626"/>
                <a:gd name="connsiteY3" fmla="*/ 5761 h 33850"/>
                <a:gd name="connsiteX4" fmla="*/ 0 w 38626"/>
                <a:gd name="connsiteY4" fmla="*/ 1292 h 33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26" h="33850">
                  <a:moveTo>
                    <a:pt x="0" y="1292"/>
                  </a:moveTo>
                  <a:cubicBezTo>
                    <a:pt x="4473" y="7676"/>
                    <a:pt x="8307" y="14060"/>
                    <a:pt x="10863" y="21082"/>
                  </a:cubicBezTo>
                  <a:cubicBezTo>
                    <a:pt x="12141" y="24913"/>
                    <a:pt x="13419" y="29381"/>
                    <a:pt x="14697" y="33850"/>
                  </a:cubicBezTo>
                  <a:cubicBezTo>
                    <a:pt x="32589" y="21082"/>
                    <a:pt x="40257" y="10229"/>
                    <a:pt x="38340" y="5761"/>
                  </a:cubicBezTo>
                  <a:cubicBezTo>
                    <a:pt x="36423" y="1292"/>
                    <a:pt x="25560" y="-1900"/>
                    <a:pt x="0" y="1292"/>
                  </a:cubicBezTo>
                </a:path>
              </a:pathLst>
            </a:custGeom>
            <a:solidFill>
              <a:srgbClr val="00ABAB"/>
            </a:solidFill>
            <a:ln w="6390" cap="flat">
              <a:noFill/>
              <a:prstDash val="solid"/>
              <a:miter/>
            </a:ln>
          </p:spPr>
          <p:txBody>
            <a:bodyPr rtlCol="0" anchor="ctr"/>
            <a:lstStyle/>
            <a:p>
              <a:endParaRPr lang="en-US"/>
            </a:p>
          </p:txBody>
        </p:sp>
        <p:sp>
          <p:nvSpPr>
            <p:cNvPr id="611" name="Graphic 4">
              <a:extLst>
                <a:ext uri="{FF2B5EF4-FFF2-40B4-BE49-F238E27FC236}">
                  <a16:creationId xmlns:a16="http://schemas.microsoft.com/office/drawing/2014/main" id="{2C789B49-E2FD-9741-898E-DDE9852ED2F0}"/>
                </a:ext>
              </a:extLst>
            </p:cNvPr>
            <p:cNvSpPr/>
            <p:nvPr/>
          </p:nvSpPr>
          <p:spPr>
            <a:xfrm>
              <a:off x="905454" y="918179"/>
              <a:ext cx="362309" cy="361971"/>
            </a:xfrm>
            <a:custGeom>
              <a:avLst/>
              <a:gdLst>
                <a:gd name="connsiteX0" fmla="*/ 267738 w 362309"/>
                <a:gd name="connsiteY0" fmla="*/ 177475 h 361971"/>
                <a:gd name="connsiteX1" fmla="*/ 185308 w 362309"/>
                <a:gd name="connsiteY1" fmla="*/ 265574 h 361971"/>
                <a:gd name="connsiteX2" fmla="*/ 116297 w 362309"/>
                <a:gd name="connsiteY2" fmla="*/ 234931 h 361971"/>
                <a:gd name="connsiteX3" fmla="*/ 108629 w 362309"/>
                <a:gd name="connsiteY3" fmla="*/ 235569 h 361971"/>
                <a:gd name="connsiteX4" fmla="*/ 93932 w 362309"/>
                <a:gd name="connsiteY4" fmla="*/ 236207 h 361971"/>
                <a:gd name="connsiteX5" fmla="*/ 60065 w 362309"/>
                <a:gd name="connsiteY5" fmla="*/ 222163 h 361971"/>
                <a:gd name="connsiteX6" fmla="*/ 97766 w 362309"/>
                <a:gd name="connsiteY6" fmla="*/ 173006 h 361971"/>
                <a:gd name="connsiteX7" fmla="*/ 189781 w 362309"/>
                <a:gd name="connsiteY7" fmla="*/ 95121 h 361971"/>
                <a:gd name="connsiteX8" fmla="*/ 240901 w 362309"/>
                <a:gd name="connsiteY8" fmla="*/ 118104 h 361971"/>
                <a:gd name="connsiteX9" fmla="*/ 301605 w 362309"/>
                <a:gd name="connsiteY9" fmla="*/ 130233 h 361971"/>
                <a:gd name="connsiteX10" fmla="*/ 267738 w 362309"/>
                <a:gd name="connsiteY10" fmla="*/ 177475 h 361971"/>
                <a:gd name="connsiteX11" fmla="*/ 180835 w 362309"/>
                <a:gd name="connsiteY11" fmla="*/ 0 h 361971"/>
                <a:gd name="connsiteX12" fmla="*/ 0 w 362309"/>
                <a:gd name="connsiteY12" fmla="*/ 181305 h 361971"/>
                <a:gd name="connsiteX13" fmla="*/ 180835 w 362309"/>
                <a:gd name="connsiteY13" fmla="*/ 361972 h 361971"/>
                <a:gd name="connsiteX14" fmla="*/ 362309 w 362309"/>
                <a:gd name="connsiteY14" fmla="*/ 181305 h 361971"/>
                <a:gd name="connsiteX15" fmla="*/ 180835 w 362309"/>
                <a:gd name="connsiteY15" fmla="*/ 0 h 361971"/>
                <a:gd name="connsiteX16" fmla="*/ 180835 w 362309"/>
                <a:gd name="connsiteY16"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2309" h="361971">
                  <a:moveTo>
                    <a:pt x="267738" y="177475"/>
                  </a:moveTo>
                  <a:cubicBezTo>
                    <a:pt x="269655" y="224716"/>
                    <a:pt x="232594" y="264297"/>
                    <a:pt x="185308" y="265574"/>
                  </a:cubicBezTo>
                  <a:cubicBezTo>
                    <a:pt x="158470" y="266850"/>
                    <a:pt x="133550" y="255359"/>
                    <a:pt x="116297" y="234931"/>
                  </a:cubicBezTo>
                  <a:lnTo>
                    <a:pt x="108629" y="235569"/>
                  </a:lnTo>
                  <a:cubicBezTo>
                    <a:pt x="103517" y="236207"/>
                    <a:pt x="98405" y="236207"/>
                    <a:pt x="93932" y="236207"/>
                  </a:cubicBezTo>
                  <a:cubicBezTo>
                    <a:pt x="74762" y="236207"/>
                    <a:pt x="63260" y="231739"/>
                    <a:pt x="60065" y="222163"/>
                  </a:cubicBezTo>
                  <a:cubicBezTo>
                    <a:pt x="53676" y="205564"/>
                    <a:pt x="76040" y="187051"/>
                    <a:pt x="97766" y="173006"/>
                  </a:cubicBezTo>
                  <a:cubicBezTo>
                    <a:pt x="101600" y="125764"/>
                    <a:pt x="143135" y="91291"/>
                    <a:pt x="189781" y="95121"/>
                  </a:cubicBezTo>
                  <a:cubicBezTo>
                    <a:pt x="208951" y="97037"/>
                    <a:pt x="227482" y="104697"/>
                    <a:pt x="240901" y="118104"/>
                  </a:cubicBezTo>
                  <a:cubicBezTo>
                    <a:pt x="266460" y="114273"/>
                    <a:pt x="295215" y="113635"/>
                    <a:pt x="301605" y="130233"/>
                  </a:cubicBezTo>
                  <a:cubicBezTo>
                    <a:pt x="307356" y="143640"/>
                    <a:pt x="292659" y="160876"/>
                    <a:pt x="267738" y="177475"/>
                  </a:cubicBezTo>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1157" y="0"/>
                    <a:pt x="180835" y="0"/>
                  </a:cubicBezTo>
                  <a:cubicBezTo>
                    <a:pt x="180835" y="0"/>
                    <a:pt x="180835" y="0"/>
                    <a:pt x="180835" y="0"/>
                  </a:cubicBezTo>
                </a:path>
              </a:pathLst>
            </a:custGeom>
            <a:solidFill>
              <a:srgbClr val="00ABAB"/>
            </a:solidFill>
            <a:ln w="6390" cap="flat">
              <a:noFill/>
              <a:prstDash val="solid"/>
              <a:miter/>
            </a:ln>
          </p:spPr>
          <p:txBody>
            <a:bodyPr rtlCol="0" anchor="ctr"/>
            <a:lstStyle/>
            <a:p>
              <a:endParaRPr lang="en-US"/>
            </a:p>
          </p:txBody>
        </p:sp>
      </p:grpSp>
      <p:grpSp>
        <p:nvGrpSpPr>
          <p:cNvPr id="612" name="Graphic 4">
            <a:extLst>
              <a:ext uri="{FF2B5EF4-FFF2-40B4-BE49-F238E27FC236}">
                <a16:creationId xmlns:a16="http://schemas.microsoft.com/office/drawing/2014/main" id="{6860603F-65F2-5F46-830E-67F92E27A432}"/>
              </a:ext>
            </a:extLst>
          </p:cNvPr>
          <p:cNvGrpSpPr/>
          <p:nvPr/>
        </p:nvGrpSpPr>
        <p:grpSpPr>
          <a:xfrm>
            <a:off x="4660820" y="2855717"/>
            <a:ext cx="362312" cy="361971"/>
            <a:chOff x="4660820" y="2855717"/>
            <a:chExt cx="362312" cy="361971"/>
          </a:xfrm>
          <a:solidFill>
            <a:srgbClr val="0097A9"/>
          </a:solidFill>
        </p:grpSpPr>
        <p:sp>
          <p:nvSpPr>
            <p:cNvPr id="613" name="Graphic 4">
              <a:extLst>
                <a:ext uri="{FF2B5EF4-FFF2-40B4-BE49-F238E27FC236}">
                  <a16:creationId xmlns:a16="http://schemas.microsoft.com/office/drawing/2014/main" id="{B86E4C8B-3837-514F-B794-53D16298DA27}"/>
                </a:ext>
              </a:extLst>
            </p:cNvPr>
            <p:cNvSpPr/>
            <p:nvPr/>
          </p:nvSpPr>
          <p:spPr>
            <a:xfrm>
              <a:off x="4660820" y="2855717"/>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6"/>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1076"/>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234"/>
                    <a:pt x="274767" y="348565"/>
                    <a:pt x="181474" y="349204"/>
                  </a:cubicBezTo>
                  <a:close/>
                </a:path>
              </a:pathLst>
            </a:custGeom>
            <a:solidFill>
              <a:srgbClr val="0097A9"/>
            </a:solidFill>
            <a:ln w="6390" cap="flat">
              <a:noFill/>
              <a:prstDash val="solid"/>
              <a:miter/>
            </a:ln>
          </p:spPr>
          <p:txBody>
            <a:bodyPr rtlCol="0" anchor="ctr"/>
            <a:lstStyle/>
            <a:p>
              <a:endParaRPr lang="en-US"/>
            </a:p>
          </p:txBody>
        </p:sp>
        <p:sp>
          <p:nvSpPr>
            <p:cNvPr id="614" name="Graphic 4">
              <a:extLst>
                <a:ext uri="{FF2B5EF4-FFF2-40B4-BE49-F238E27FC236}">
                  <a16:creationId xmlns:a16="http://schemas.microsoft.com/office/drawing/2014/main" id="{15A5FC10-F648-0C44-9359-D78F5A1F15EE}"/>
                </a:ext>
              </a:extLst>
            </p:cNvPr>
            <p:cNvSpPr/>
            <p:nvPr/>
          </p:nvSpPr>
          <p:spPr>
            <a:xfrm>
              <a:off x="4733226" y="2913173"/>
              <a:ext cx="220412" cy="247059"/>
            </a:xfrm>
            <a:custGeom>
              <a:avLst/>
              <a:gdLst>
                <a:gd name="connsiteX0" fmla="*/ 216419 w 220412"/>
                <a:gd name="connsiteY0" fmla="*/ 72139 h 247059"/>
                <a:gd name="connsiteX1" fmla="*/ 208112 w 220412"/>
                <a:gd name="connsiteY1" fmla="*/ 75331 h 247059"/>
                <a:gd name="connsiteX2" fmla="*/ 199167 w 220412"/>
                <a:gd name="connsiteY2" fmla="*/ 93844 h 247059"/>
                <a:gd name="connsiteX3" fmla="*/ 111624 w 220412"/>
                <a:gd name="connsiteY3" fmla="*/ 25536 h 247059"/>
                <a:gd name="connsiteX4" fmla="*/ 111624 w 220412"/>
                <a:gd name="connsiteY4" fmla="*/ 6384 h 247059"/>
                <a:gd name="connsiteX5" fmla="*/ 105234 w 220412"/>
                <a:gd name="connsiteY5" fmla="*/ 0 h 247059"/>
                <a:gd name="connsiteX6" fmla="*/ 98844 w 220412"/>
                <a:gd name="connsiteY6" fmla="*/ 6384 h 247059"/>
                <a:gd name="connsiteX7" fmla="*/ 98844 w 220412"/>
                <a:gd name="connsiteY7" fmla="*/ 98952 h 247059"/>
                <a:gd name="connsiteX8" fmla="*/ 99483 w 220412"/>
                <a:gd name="connsiteY8" fmla="*/ 101505 h 247059"/>
                <a:gd name="connsiteX9" fmla="*/ 82230 w 220412"/>
                <a:gd name="connsiteY9" fmla="*/ 123849 h 247059"/>
                <a:gd name="connsiteX10" fmla="*/ 83508 w 220412"/>
                <a:gd name="connsiteY10" fmla="*/ 130233 h 247059"/>
                <a:gd name="connsiteX11" fmla="*/ 29194 w 220412"/>
                <a:gd name="connsiteY11" fmla="*/ 162792 h 247059"/>
                <a:gd name="connsiteX12" fmla="*/ 41974 w 220412"/>
                <a:gd name="connsiteY12" fmla="*/ 65755 h 247059"/>
                <a:gd name="connsiteX13" fmla="*/ 43252 w 220412"/>
                <a:gd name="connsiteY13" fmla="*/ 85545 h 247059"/>
                <a:gd name="connsiteX14" fmla="*/ 49642 w 220412"/>
                <a:gd name="connsiteY14" fmla="*/ 91291 h 247059"/>
                <a:gd name="connsiteX15" fmla="*/ 50281 w 220412"/>
                <a:gd name="connsiteY15" fmla="*/ 91291 h 247059"/>
                <a:gd name="connsiteX16" fmla="*/ 56032 w 220412"/>
                <a:gd name="connsiteY16" fmla="*/ 84268 h 247059"/>
                <a:gd name="connsiteX17" fmla="*/ 56032 w 220412"/>
                <a:gd name="connsiteY17" fmla="*/ 84268 h 247059"/>
                <a:gd name="connsiteX18" fmla="*/ 54115 w 220412"/>
                <a:gd name="connsiteY18" fmla="*/ 48518 h 247059"/>
                <a:gd name="connsiteX19" fmla="*/ 47086 w 220412"/>
                <a:gd name="connsiteY19" fmla="*/ 42773 h 247059"/>
                <a:gd name="connsiteX20" fmla="*/ 11302 w 220412"/>
                <a:gd name="connsiteY20" fmla="*/ 45326 h 247059"/>
                <a:gd name="connsiteX21" fmla="*/ 4912 w 220412"/>
                <a:gd name="connsiteY21" fmla="*/ 51710 h 247059"/>
                <a:gd name="connsiteX22" fmla="*/ 11302 w 220412"/>
                <a:gd name="connsiteY22" fmla="*/ 58094 h 247059"/>
                <a:gd name="connsiteX23" fmla="*/ 11941 w 220412"/>
                <a:gd name="connsiteY23" fmla="*/ 58094 h 247059"/>
                <a:gd name="connsiteX24" fmla="*/ 32389 w 220412"/>
                <a:gd name="connsiteY24" fmla="*/ 56817 h 247059"/>
                <a:gd name="connsiteX25" fmla="*/ 17692 w 220412"/>
                <a:gd name="connsiteY25" fmla="*/ 168537 h 247059"/>
                <a:gd name="connsiteX26" fmla="*/ 2995 w 220412"/>
                <a:gd name="connsiteY26" fmla="*/ 178113 h 247059"/>
                <a:gd name="connsiteX27" fmla="*/ 1078 w 220412"/>
                <a:gd name="connsiteY27" fmla="*/ 187051 h 247059"/>
                <a:gd name="connsiteX28" fmla="*/ 6829 w 220412"/>
                <a:gd name="connsiteY28" fmla="*/ 190243 h 247059"/>
                <a:gd name="connsiteX29" fmla="*/ 10024 w 220412"/>
                <a:gd name="connsiteY29" fmla="*/ 189604 h 247059"/>
                <a:gd name="connsiteX30" fmla="*/ 91176 w 220412"/>
                <a:gd name="connsiteY30" fmla="*/ 141086 h 247059"/>
                <a:gd name="connsiteX31" fmla="*/ 121848 w 220412"/>
                <a:gd name="connsiteY31" fmla="*/ 140448 h 247059"/>
                <a:gd name="connsiteX32" fmla="*/ 176163 w 220412"/>
                <a:gd name="connsiteY32" fmla="*/ 173006 h 247059"/>
                <a:gd name="connsiteX33" fmla="*/ 105873 w 220412"/>
                <a:gd name="connsiteY33" fmla="*/ 209395 h 247059"/>
                <a:gd name="connsiteX34" fmla="*/ 87343 w 220412"/>
                <a:gd name="connsiteY34" fmla="*/ 207479 h 247059"/>
                <a:gd name="connsiteX35" fmla="*/ 103956 w 220412"/>
                <a:gd name="connsiteY35" fmla="*/ 196627 h 247059"/>
                <a:gd name="connsiteX36" fmla="*/ 105873 w 220412"/>
                <a:gd name="connsiteY36" fmla="*/ 187689 h 247059"/>
                <a:gd name="connsiteX37" fmla="*/ 96928 w 220412"/>
                <a:gd name="connsiteY37" fmla="*/ 185774 h 247059"/>
                <a:gd name="connsiteX38" fmla="*/ 66895 w 220412"/>
                <a:gd name="connsiteY38" fmla="*/ 205564 h 247059"/>
                <a:gd name="connsiteX39" fmla="*/ 64978 w 220412"/>
                <a:gd name="connsiteY39" fmla="*/ 214502 h 247059"/>
                <a:gd name="connsiteX40" fmla="*/ 84786 w 220412"/>
                <a:gd name="connsiteY40" fmla="*/ 243868 h 247059"/>
                <a:gd name="connsiteX41" fmla="*/ 89898 w 220412"/>
                <a:gd name="connsiteY41" fmla="*/ 247060 h 247059"/>
                <a:gd name="connsiteX42" fmla="*/ 93093 w 220412"/>
                <a:gd name="connsiteY42" fmla="*/ 245783 h 247059"/>
                <a:gd name="connsiteX43" fmla="*/ 95010 w 220412"/>
                <a:gd name="connsiteY43" fmla="*/ 236846 h 247059"/>
                <a:gd name="connsiteX44" fmla="*/ 95010 w 220412"/>
                <a:gd name="connsiteY44" fmla="*/ 236846 h 247059"/>
                <a:gd name="connsiteX45" fmla="*/ 83508 w 220412"/>
                <a:gd name="connsiteY45" fmla="*/ 220247 h 247059"/>
                <a:gd name="connsiteX46" fmla="*/ 104595 w 220412"/>
                <a:gd name="connsiteY46" fmla="*/ 222801 h 247059"/>
                <a:gd name="connsiteX47" fmla="*/ 185747 w 220412"/>
                <a:gd name="connsiteY47" fmla="*/ 180028 h 247059"/>
                <a:gd name="connsiteX48" fmla="*/ 202361 w 220412"/>
                <a:gd name="connsiteY48" fmla="*/ 189604 h 247059"/>
                <a:gd name="connsiteX49" fmla="*/ 205556 w 220412"/>
                <a:gd name="connsiteY49" fmla="*/ 190243 h 247059"/>
                <a:gd name="connsiteX50" fmla="*/ 211307 w 220412"/>
                <a:gd name="connsiteY50" fmla="*/ 187051 h 247059"/>
                <a:gd name="connsiteX51" fmla="*/ 209390 w 220412"/>
                <a:gd name="connsiteY51" fmla="*/ 178113 h 247059"/>
                <a:gd name="connsiteX52" fmla="*/ 127599 w 220412"/>
                <a:gd name="connsiteY52" fmla="*/ 129595 h 247059"/>
                <a:gd name="connsiteX53" fmla="*/ 128238 w 220412"/>
                <a:gd name="connsiteY53" fmla="*/ 123849 h 247059"/>
                <a:gd name="connsiteX54" fmla="*/ 110985 w 220412"/>
                <a:gd name="connsiteY54" fmla="*/ 101505 h 247059"/>
                <a:gd name="connsiteX55" fmla="*/ 111624 w 220412"/>
                <a:gd name="connsiteY55" fmla="*/ 98952 h 247059"/>
                <a:gd name="connsiteX56" fmla="*/ 111624 w 220412"/>
                <a:gd name="connsiteY56" fmla="*/ 38304 h 247059"/>
                <a:gd name="connsiteX57" fmla="*/ 187025 w 220412"/>
                <a:gd name="connsiteY57" fmla="*/ 97675 h 247059"/>
                <a:gd name="connsiteX58" fmla="*/ 169134 w 220412"/>
                <a:gd name="connsiteY58" fmla="*/ 88737 h 247059"/>
                <a:gd name="connsiteX59" fmla="*/ 160827 w 220412"/>
                <a:gd name="connsiteY59" fmla="*/ 91929 h 247059"/>
                <a:gd name="connsiteX60" fmla="*/ 163383 w 220412"/>
                <a:gd name="connsiteY60" fmla="*/ 100228 h 247059"/>
                <a:gd name="connsiteX61" fmla="*/ 195332 w 220412"/>
                <a:gd name="connsiteY61" fmla="*/ 116188 h 247059"/>
                <a:gd name="connsiteX62" fmla="*/ 198527 w 220412"/>
                <a:gd name="connsiteY62" fmla="*/ 116827 h 247059"/>
                <a:gd name="connsiteX63" fmla="*/ 204278 w 220412"/>
                <a:gd name="connsiteY63" fmla="*/ 113635 h 247059"/>
                <a:gd name="connsiteX64" fmla="*/ 220253 w 220412"/>
                <a:gd name="connsiteY64" fmla="*/ 81715 h 247059"/>
                <a:gd name="connsiteX65" fmla="*/ 216419 w 220412"/>
                <a:gd name="connsiteY65" fmla="*/ 72139 h 247059"/>
                <a:gd name="connsiteX66" fmla="*/ 216419 w 220412"/>
                <a:gd name="connsiteY66" fmla="*/ 72139 h 247059"/>
                <a:gd name="connsiteX67" fmla="*/ 114819 w 220412"/>
                <a:gd name="connsiteY67" fmla="*/ 123211 h 247059"/>
                <a:gd name="connsiteX68" fmla="*/ 104595 w 220412"/>
                <a:gd name="connsiteY68" fmla="*/ 133425 h 247059"/>
                <a:gd name="connsiteX69" fmla="*/ 94371 w 220412"/>
                <a:gd name="connsiteY69" fmla="*/ 123211 h 247059"/>
                <a:gd name="connsiteX70" fmla="*/ 104595 w 220412"/>
                <a:gd name="connsiteY70" fmla="*/ 112996 h 247059"/>
                <a:gd name="connsiteX71" fmla="*/ 114819 w 220412"/>
                <a:gd name="connsiteY71" fmla="*/ 123211 h 247059"/>
                <a:gd name="connsiteX72" fmla="*/ 114819 w 220412"/>
                <a:gd name="connsiteY72" fmla="*/ 123211 h 247059"/>
                <a:gd name="connsiteX73" fmla="*/ 114819 w 220412"/>
                <a:gd name="connsiteY73" fmla="*/ 123211 h 247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20412" h="247059">
                  <a:moveTo>
                    <a:pt x="216419" y="72139"/>
                  </a:moveTo>
                  <a:cubicBezTo>
                    <a:pt x="213224" y="70862"/>
                    <a:pt x="209390" y="72139"/>
                    <a:pt x="208112" y="75331"/>
                  </a:cubicBezTo>
                  <a:lnTo>
                    <a:pt x="199167" y="93844"/>
                  </a:lnTo>
                  <a:cubicBezTo>
                    <a:pt x="187025" y="54902"/>
                    <a:pt x="151881" y="28089"/>
                    <a:pt x="111624" y="25536"/>
                  </a:cubicBezTo>
                  <a:lnTo>
                    <a:pt x="111624" y="6384"/>
                  </a:lnTo>
                  <a:cubicBezTo>
                    <a:pt x="111624" y="2554"/>
                    <a:pt x="109068" y="0"/>
                    <a:pt x="105234" y="0"/>
                  </a:cubicBezTo>
                  <a:cubicBezTo>
                    <a:pt x="101400" y="0"/>
                    <a:pt x="98844" y="2554"/>
                    <a:pt x="98844" y="6384"/>
                  </a:cubicBezTo>
                  <a:lnTo>
                    <a:pt x="98844" y="98952"/>
                  </a:lnTo>
                  <a:cubicBezTo>
                    <a:pt x="98844" y="100228"/>
                    <a:pt x="98844" y="100867"/>
                    <a:pt x="99483" y="101505"/>
                  </a:cubicBezTo>
                  <a:cubicBezTo>
                    <a:pt x="89260" y="104059"/>
                    <a:pt x="82230" y="113635"/>
                    <a:pt x="82230" y="123849"/>
                  </a:cubicBezTo>
                  <a:cubicBezTo>
                    <a:pt x="82230" y="125764"/>
                    <a:pt x="82870" y="128318"/>
                    <a:pt x="83508" y="130233"/>
                  </a:cubicBezTo>
                  <a:lnTo>
                    <a:pt x="29194" y="162792"/>
                  </a:lnTo>
                  <a:cubicBezTo>
                    <a:pt x="12580" y="130872"/>
                    <a:pt x="17692" y="92568"/>
                    <a:pt x="41974" y="65755"/>
                  </a:cubicBezTo>
                  <a:lnTo>
                    <a:pt x="43252" y="85545"/>
                  </a:lnTo>
                  <a:cubicBezTo>
                    <a:pt x="43252" y="88737"/>
                    <a:pt x="46447" y="91291"/>
                    <a:pt x="49642" y="91291"/>
                  </a:cubicBezTo>
                  <a:lnTo>
                    <a:pt x="50281" y="91291"/>
                  </a:lnTo>
                  <a:cubicBezTo>
                    <a:pt x="54115" y="91291"/>
                    <a:pt x="56671" y="88099"/>
                    <a:pt x="56032" y="84268"/>
                  </a:cubicBezTo>
                  <a:cubicBezTo>
                    <a:pt x="56032" y="84268"/>
                    <a:pt x="56032" y="84268"/>
                    <a:pt x="56032" y="84268"/>
                  </a:cubicBezTo>
                  <a:lnTo>
                    <a:pt x="54115" y="48518"/>
                  </a:lnTo>
                  <a:cubicBezTo>
                    <a:pt x="54115" y="45326"/>
                    <a:pt x="50920" y="42134"/>
                    <a:pt x="47086" y="42773"/>
                  </a:cubicBezTo>
                  <a:lnTo>
                    <a:pt x="11302" y="45326"/>
                  </a:lnTo>
                  <a:cubicBezTo>
                    <a:pt x="7468" y="45326"/>
                    <a:pt x="4912" y="48518"/>
                    <a:pt x="4912" y="51710"/>
                  </a:cubicBezTo>
                  <a:cubicBezTo>
                    <a:pt x="4912" y="55541"/>
                    <a:pt x="8107" y="58094"/>
                    <a:pt x="11302" y="58094"/>
                  </a:cubicBezTo>
                  <a:lnTo>
                    <a:pt x="11941" y="58094"/>
                  </a:lnTo>
                  <a:lnTo>
                    <a:pt x="32389" y="56817"/>
                  </a:lnTo>
                  <a:cubicBezTo>
                    <a:pt x="4273" y="87460"/>
                    <a:pt x="-1478" y="132148"/>
                    <a:pt x="17692" y="168537"/>
                  </a:cubicBezTo>
                  <a:lnTo>
                    <a:pt x="2995" y="178113"/>
                  </a:lnTo>
                  <a:cubicBezTo>
                    <a:pt x="-200" y="180028"/>
                    <a:pt x="-839" y="183859"/>
                    <a:pt x="1078" y="187051"/>
                  </a:cubicBezTo>
                  <a:cubicBezTo>
                    <a:pt x="2356" y="188966"/>
                    <a:pt x="4273" y="190243"/>
                    <a:pt x="6829" y="190243"/>
                  </a:cubicBezTo>
                  <a:cubicBezTo>
                    <a:pt x="8107" y="190243"/>
                    <a:pt x="9385" y="189604"/>
                    <a:pt x="10024" y="189604"/>
                  </a:cubicBezTo>
                  <a:lnTo>
                    <a:pt x="91176" y="141086"/>
                  </a:lnTo>
                  <a:cubicBezTo>
                    <a:pt x="100122" y="148747"/>
                    <a:pt x="113541" y="148747"/>
                    <a:pt x="121848" y="140448"/>
                  </a:cubicBezTo>
                  <a:lnTo>
                    <a:pt x="176163" y="173006"/>
                  </a:lnTo>
                  <a:cubicBezTo>
                    <a:pt x="160188" y="195988"/>
                    <a:pt x="133989" y="209395"/>
                    <a:pt x="105873" y="209395"/>
                  </a:cubicBezTo>
                  <a:cubicBezTo>
                    <a:pt x="99483" y="209395"/>
                    <a:pt x="93733" y="208756"/>
                    <a:pt x="87343" y="207479"/>
                  </a:cubicBezTo>
                  <a:lnTo>
                    <a:pt x="103956" y="196627"/>
                  </a:lnTo>
                  <a:cubicBezTo>
                    <a:pt x="107151" y="194711"/>
                    <a:pt x="107790" y="190881"/>
                    <a:pt x="105873" y="187689"/>
                  </a:cubicBezTo>
                  <a:cubicBezTo>
                    <a:pt x="103956" y="184497"/>
                    <a:pt x="100122" y="183859"/>
                    <a:pt x="96928" y="185774"/>
                  </a:cubicBezTo>
                  <a:lnTo>
                    <a:pt x="66895" y="205564"/>
                  </a:lnTo>
                  <a:cubicBezTo>
                    <a:pt x="63700" y="207479"/>
                    <a:pt x="63061" y="211310"/>
                    <a:pt x="64978" y="214502"/>
                  </a:cubicBezTo>
                  <a:lnTo>
                    <a:pt x="84786" y="243868"/>
                  </a:lnTo>
                  <a:cubicBezTo>
                    <a:pt x="86065" y="245783"/>
                    <a:pt x="87981" y="246422"/>
                    <a:pt x="89898" y="247060"/>
                  </a:cubicBezTo>
                  <a:cubicBezTo>
                    <a:pt x="91176" y="247060"/>
                    <a:pt x="92454" y="246422"/>
                    <a:pt x="93093" y="245783"/>
                  </a:cubicBezTo>
                  <a:cubicBezTo>
                    <a:pt x="96288" y="243868"/>
                    <a:pt x="96928" y="240038"/>
                    <a:pt x="95010" y="236846"/>
                  </a:cubicBezTo>
                  <a:cubicBezTo>
                    <a:pt x="95010" y="236846"/>
                    <a:pt x="95010" y="236846"/>
                    <a:pt x="95010" y="236846"/>
                  </a:cubicBezTo>
                  <a:lnTo>
                    <a:pt x="83508" y="220247"/>
                  </a:lnTo>
                  <a:cubicBezTo>
                    <a:pt x="90538" y="221524"/>
                    <a:pt x="97566" y="222801"/>
                    <a:pt x="104595" y="222801"/>
                  </a:cubicBezTo>
                  <a:cubicBezTo>
                    <a:pt x="137184" y="222801"/>
                    <a:pt x="167217" y="206841"/>
                    <a:pt x="185747" y="180028"/>
                  </a:cubicBezTo>
                  <a:lnTo>
                    <a:pt x="202361" y="189604"/>
                  </a:lnTo>
                  <a:cubicBezTo>
                    <a:pt x="203639" y="190243"/>
                    <a:pt x="204278" y="190243"/>
                    <a:pt x="205556" y="190243"/>
                  </a:cubicBezTo>
                  <a:cubicBezTo>
                    <a:pt x="208112" y="190243"/>
                    <a:pt x="210029" y="188966"/>
                    <a:pt x="211307" y="187051"/>
                  </a:cubicBezTo>
                  <a:cubicBezTo>
                    <a:pt x="213224" y="183859"/>
                    <a:pt x="211946" y="180028"/>
                    <a:pt x="209390" y="178113"/>
                  </a:cubicBezTo>
                  <a:lnTo>
                    <a:pt x="127599" y="129595"/>
                  </a:lnTo>
                  <a:cubicBezTo>
                    <a:pt x="128238" y="127680"/>
                    <a:pt x="128238" y="125764"/>
                    <a:pt x="128238" y="123849"/>
                  </a:cubicBezTo>
                  <a:cubicBezTo>
                    <a:pt x="128238" y="112996"/>
                    <a:pt x="121209" y="104059"/>
                    <a:pt x="110985" y="101505"/>
                  </a:cubicBezTo>
                  <a:cubicBezTo>
                    <a:pt x="111624" y="100867"/>
                    <a:pt x="111624" y="99590"/>
                    <a:pt x="111624" y="98952"/>
                  </a:cubicBezTo>
                  <a:lnTo>
                    <a:pt x="111624" y="38304"/>
                  </a:lnTo>
                  <a:cubicBezTo>
                    <a:pt x="146769" y="40857"/>
                    <a:pt x="176802" y="64478"/>
                    <a:pt x="187025" y="97675"/>
                  </a:cubicBezTo>
                  <a:lnTo>
                    <a:pt x="169134" y="88737"/>
                  </a:lnTo>
                  <a:cubicBezTo>
                    <a:pt x="165939" y="87460"/>
                    <a:pt x="162105" y="88737"/>
                    <a:pt x="160827" y="91929"/>
                  </a:cubicBezTo>
                  <a:cubicBezTo>
                    <a:pt x="159549" y="95121"/>
                    <a:pt x="160827" y="98313"/>
                    <a:pt x="163383" y="100228"/>
                  </a:cubicBezTo>
                  <a:lnTo>
                    <a:pt x="195332" y="116188"/>
                  </a:lnTo>
                  <a:cubicBezTo>
                    <a:pt x="195972" y="116827"/>
                    <a:pt x="197249" y="116827"/>
                    <a:pt x="198527" y="116827"/>
                  </a:cubicBezTo>
                  <a:cubicBezTo>
                    <a:pt x="201083" y="116827"/>
                    <a:pt x="203000" y="115550"/>
                    <a:pt x="204278" y="113635"/>
                  </a:cubicBezTo>
                  <a:lnTo>
                    <a:pt x="220253" y="81715"/>
                  </a:lnTo>
                  <a:cubicBezTo>
                    <a:pt x="220892" y="77884"/>
                    <a:pt x="219614" y="74054"/>
                    <a:pt x="216419" y="72139"/>
                  </a:cubicBezTo>
                  <a:cubicBezTo>
                    <a:pt x="216419" y="72777"/>
                    <a:pt x="216419" y="72777"/>
                    <a:pt x="216419" y="72139"/>
                  </a:cubicBezTo>
                  <a:close/>
                  <a:moveTo>
                    <a:pt x="114819" y="123211"/>
                  </a:moveTo>
                  <a:cubicBezTo>
                    <a:pt x="114819" y="128956"/>
                    <a:pt x="110346" y="133425"/>
                    <a:pt x="104595" y="133425"/>
                  </a:cubicBezTo>
                  <a:cubicBezTo>
                    <a:pt x="98844" y="133425"/>
                    <a:pt x="94371" y="128956"/>
                    <a:pt x="94371" y="123211"/>
                  </a:cubicBezTo>
                  <a:cubicBezTo>
                    <a:pt x="94371" y="117465"/>
                    <a:pt x="98844" y="112996"/>
                    <a:pt x="104595" y="112996"/>
                  </a:cubicBezTo>
                  <a:cubicBezTo>
                    <a:pt x="110346" y="112996"/>
                    <a:pt x="114819" y="117465"/>
                    <a:pt x="114819" y="123211"/>
                  </a:cubicBezTo>
                  <a:cubicBezTo>
                    <a:pt x="114819" y="123849"/>
                    <a:pt x="114819" y="123849"/>
                    <a:pt x="114819" y="123211"/>
                  </a:cubicBezTo>
                  <a:lnTo>
                    <a:pt x="114819" y="123211"/>
                  </a:lnTo>
                  <a:close/>
                </a:path>
              </a:pathLst>
            </a:custGeom>
            <a:solidFill>
              <a:srgbClr val="0097A9"/>
            </a:solidFill>
            <a:ln w="6390" cap="flat">
              <a:noFill/>
              <a:prstDash val="solid"/>
              <a:miter/>
            </a:ln>
          </p:spPr>
          <p:txBody>
            <a:bodyPr rtlCol="0" anchor="ctr"/>
            <a:lstStyle/>
            <a:p>
              <a:endParaRPr lang="en-US"/>
            </a:p>
          </p:txBody>
        </p:sp>
      </p:grpSp>
      <p:grpSp>
        <p:nvGrpSpPr>
          <p:cNvPr id="615" name="Graphic 4">
            <a:extLst>
              <a:ext uri="{FF2B5EF4-FFF2-40B4-BE49-F238E27FC236}">
                <a16:creationId xmlns:a16="http://schemas.microsoft.com/office/drawing/2014/main" id="{39D53737-AF73-214A-8C78-D11832A5F7FE}"/>
              </a:ext>
            </a:extLst>
          </p:cNvPr>
          <p:cNvGrpSpPr/>
          <p:nvPr/>
        </p:nvGrpSpPr>
        <p:grpSpPr>
          <a:xfrm>
            <a:off x="4660820" y="3339623"/>
            <a:ext cx="362312" cy="361971"/>
            <a:chOff x="4660820" y="3339623"/>
            <a:chExt cx="362312" cy="361971"/>
          </a:xfrm>
          <a:solidFill>
            <a:srgbClr val="0097A9"/>
          </a:solidFill>
        </p:grpSpPr>
        <p:sp>
          <p:nvSpPr>
            <p:cNvPr id="616" name="Graphic 4">
              <a:extLst>
                <a:ext uri="{FF2B5EF4-FFF2-40B4-BE49-F238E27FC236}">
                  <a16:creationId xmlns:a16="http://schemas.microsoft.com/office/drawing/2014/main" id="{BB68F215-AD3A-604F-BCBF-0DF5538BA300}"/>
                </a:ext>
              </a:extLst>
            </p:cNvPr>
            <p:cNvSpPr/>
            <p:nvPr/>
          </p:nvSpPr>
          <p:spPr>
            <a:xfrm>
              <a:off x="4660820" y="333962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lnTo>
                    <a:pt x="181474" y="349204"/>
                  </a:lnTo>
                  <a:close/>
                </a:path>
              </a:pathLst>
            </a:custGeom>
            <a:solidFill>
              <a:srgbClr val="0097A9"/>
            </a:solidFill>
            <a:ln w="6390" cap="flat">
              <a:noFill/>
              <a:prstDash val="solid"/>
              <a:miter/>
            </a:ln>
          </p:spPr>
          <p:txBody>
            <a:bodyPr rtlCol="0" anchor="ctr"/>
            <a:lstStyle/>
            <a:p>
              <a:endParaRPr lang="en-US"/>
            </a:p>
          </p:txBody>
        </p:sp>
        <p:sp>
          <p:nvSpPr>
            <p:cNvPr id="617" name="Graphic 4">
              <a:extLst>
                <a:ext uri="{FF2B5EF4-FFF2-40B4-BE49-F238E27FC236}">
                  <a16:creationId xmlns:a16="http://schemas.microsoft.com/office/drawing/2014/main" id="{6DC875D8-2C85-0E47-A85F-5C5D71C7AD3B}"/>
                </a:ext>
              </a:extLst>
            </p:cNvPr>
            <p:cNvSpPr/>
            <p:nvPr/>
          </p:nvSpPr>
          <p:spPr>
            <a:xfrm>
              <a:off x="4834626" y="3517737"/>
              <a:ext cx="12779" cy="123210"/>
            </a:xfrm>
            <a:custGeom>
              <a:avLst/>
              <a:gdLst>
                <a:gd name="connsiteX0" fmla="*/ 6390 w 12779"/>
                <a:gd name="connsiteY0" fmla="*/ 0 h 123210"/>
                <a:gd name="connsiteX1" fmla="*/ 0 w 12779"/>
                <a:gd name="connsiteY1" fmla="*/ 6384 h 123210"/>
                <a:gd name="connsiteX2" fmla="*/ 0 w 12779"/>
                <a:gd name="connsiteY2" fmla="*/ 116827 h 123210"/>
                <a:gd name="connsiteX3" fmla="*/ 6390 w 12779"/>
                <a:gd name="connsiteY3" fmla="*/ 123211 h 123210"/>
                <a:gd name="connsiteX4" fmla="*/ 12780 w 12779"/>
                <a:gd name="connsiteY4" fmla="*/ 116827 h 123210"/>
                <a:gd name="connsiteX5" fmla="*/ 12780 w 12779"/>
                <a:gd name="connsiteY5" fmla="*/ 6384 h 123210"/>
                <a:gd name="connsiteX6" fmla="*/ 6390 w 12779"/>
                <a:gd name="connsiteY6" fmla="*/ 0 h 12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123210">
                  <a:moveTo>
                    <a:pt x="6390" y="0"/>
                  </a:moveTo>
                  <a:cubicBezTo>
                    <a:pt x="2556" y="0"/>
                    <a:pt x="0" y="2553"/>
                    <a:pt x="0" y="6384"/>
                  </a:cubicBezTo>
                  <a:lnTo>
                    <a:pt x="0" y="116827"/>
                  </a:lnTo>
                  <a:cubicBezTo>
                    <a:pt x="0" y="120657"/>
                    <a:pt x="2556" y="123211"/>
                    <a:pt x="6390" y="123211"/>
                  </a:cubicBezTo>
                  <a:cubicBezTo>
                    <a:pt x="10224" y="123211"/>
                    <a:pt x="12780" y="120657"/>
                    <a:pt x="12780" y="116827"/>
                  </a:cubicBezTo>
                  <a:lnTo>
                    <a:pt x="12780" y="6384"/>
                  </a:lnTo>
                  <a:cubicBezTo>
                    <a:pt x="12780" y="2553"/>
                    <a:pt x="9585" y="0"/>
                    <a:pt x="6390" y="0"/>
                  </a:cubicBezTo>
                  <a:close/>
                </a:path>
              </a:pathLst>
            </a:custGeom>
            <a:solidFill>
              <a:srgbClr val="0097A9"/>
            </a:solidFill>
            <a:ln w="6390" cap="flat">
              <a:noFill/>
              <a:prstDash val="solid"/>
              <a:miter/>
            </a:ln>
          </p:spPr>
          <p:txBody>
            <a:bodyPr rtlCol="0" anchor="ctr"/>
            <a:lstStyle/>
            <a:p>
              <a:endParaRPr lang="en-US"/>
            </a:p>
          </p:txBody>
        </p:sp>
        <p:sp>
          <p:nvSpPr>
            <p:cNvPr id="618" name="Graphic 4">
              <a:extLst>
                <a:ext uri="{FF2B5EF4-FFF2-40B4-BE49-F238E27FC236}">
                  <a16:creationId xmlns:a16="http://schemas.microsoft.com/office/drawing/2014/main" id="{FB5DF2CF-0DC7-8846-B11B-F592AD39EA44}"/>
                </a:ext>
              </a:extLst>
            </p:cNvPr>
            <p:cNvSpPr/>
            <p:nvPr/>
          </p:nvSpPr>
          <p:spPr>
            <a:xfrm>
              <a:off x="4767553" y="3400271"/>
              <a:ext cx="150141" cy="122572"/>
            </a:xfrm>
            <a:custGeom>
              <a:avLst/>
              <a:gdLst>
                <a:gd name="connsiteX0" fmla="*/ 146947 w 150141"/>
                <a:gd name="connsiteY0" fmla="*/ 110443 h 122572"/>
                <a:gd name="connsiteX1" fmla="*/ 96466 w 150141"/>
                <a:gd name="connsiteY1" fmla="*/ 81715 h 122572"/>
                <a:gd name="connsiteX2" fmla="*/ 79852 w 150141"/>
                <a:gd name="connsiteY2" fmla="*/ 60010 h 122572"/>
                <a:gd name="connsiteX3" fmla="*/ 79852 w 150141"/>
                <a:gd name="connsiteY3" fmla="*/ 6384 h 122572"/>
                <a:gd name="connsiteX4" fmla="*/ 73462 w 150141"/>
                <a:gd name="connsiteY4" fmla="*/ 0 h 122572"/>
                <a:gd name="connsiteX5" fmla="*/ 67072 w 150141"/>
                <a:gd name="connsiteY5" fmla="*/ 6384 h 122572"/>
                <a:gd name="connsiteX6" fmla="*/ 67072 w 150141"/>
                <a:gd name="connsiteY6" fmla="*/ 60010 h 122572"/>
                <a:gd name="connsiteX7" fmla="*/ 50459 w 150141"/>
                <a:gd name="connsiteY7" fmla="*/ 82354 h 122572"/>
                <a:gd name="connsiteX8" fmla="*/ 50459 w 150141"/>
                <a:gd name="connsiteY8" fmla="*/ 83630 h 122572"/>
                <a:gd name="connsiteX9" fmla="*/ 3173 w 150141"/>
                <a:gd name="connsiteY9" fmla="*/ 110443 h 122572"/>
                <a:gd name="connsiteX10" fmla="*/ 617 w 150141"/>
                <a:gd name="connsiteY10" fmla="*/ 119381 h 122572"/>
                <a:gd name="connsiteX11" fmla="*/ 6368 w 150141"/>
                <a:gd name="connsiteY11" fmla="*/ 122573 h 122572"/>
                <a:gd name="connsiteX12" fmla="*/ 9563 w 150141"/>
                <a:gd name="connsiteY12" fmla="*/ 121934 h 122572"/>
                <a:gd name="connsiteX13" fmla="*/ 54932 w 150141"/>
                <a:gd name="connsiteY13" fmla="*/ 96398 h 122572"/>
                <a:gd name="connsiteX14" fmla="*/ 87520 w 150141"/>
                <a:gd name="connsiteY14" fmla="*/ 101505 h 122572"/>
                <a:gd name="connsiteX15" fmla="*/ 93271 w 150141"/>
                <a:gd name="connsiteY15" fmla="*/ 95121 h 122572"/>
                <a:gd name="connsiteX16" fmla="*/ 140557 w 150141"/>
                <a:gd name="connsiteY16" fmla="*/ 121934 h 122572"/>
                <a:gd name="connsiteX17" fmla="*/ 143752 w 150141"/>
                <a:gd name="connsiteY17" fmla="*/ 122573 h 122572"/>
                <a:gd name="connsiteX18" fmla="*/ 150141 w 150141"/>
                <a:gd name="connsiteY18" fmla="*/ 116189 h 122572"/>
                <a:gd name="connsiteX19" fmla="*/ 146947 w 150141"/>
                <a:gd name="connsiteY19" fmla="*/ 110443 h 122572"/>
                <a:gd name="connsiteX20" fmla="*/ 146947 w 150141"/>
                <a:gd name="connsiteY20" fmla="*/ 110443 h 122572"/>
                <a:gd name="connsiteX21" fmla="*/ 73462 w 150141"/>
                <a:gd name="connsiteY21" fmla="*/ 93206 h 122572"/>
                <a:gd name="connsiteX22" fmla="*/ 63239 w 150141"/>
                <a:gd name="connsiteY22" fmla="*/ 82992 h 122572"/>
                <a:gd name="connsiteX23" fmla="*/ 73462 w 150141"/>
                <a:gd name="connsiteY23" fmla="*/ 72778 h 122572"/>
                <a:gd name="connsiteX24" fmla="*/ 83686 w 150141"/>
                <a:gd name="connsiteY24" fmla="*/ 82992 h 122572"/>
                <a:gd name="connsiteX25" fmla="*/ 73462 w 150141"/>
                <a:gd name="connsiteY25" fmla="*/ 93206 h 122572"/>
                <a:gd name="connsiteX26" fmla="*/ 73462 w 150141"/>
                <a:gd name="connsiteY26" fmla="*/ 93206 h 122572"/>
                <a:gd name="connsiteX27" fmla="*/ 73462 w 150141"/>
                <a:gd name="connsiteY27" fmla="*/ 93206 h 12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50141" h="122572">
                  <a:moveTo>
                    <a:pt x="146947" y="110443"/>
                  </a:moveTo>
                  <a:lnTo>
                    <a:pt x="96466" y="81715"/>
                  </a:lnTo>
                  <a:cubicBezTo>
                    <a:pt x="96466" y="71501"/>
                    <a:pt x="89437" y="62563"/>
                    <a:pt x="79852" y="60010"/>
                  </a:cubicBezTo>
                  <a:lnTo>
                    <a:pt x="79852" y="6384"/>
                  </a:lnTo>
                  <a:cubicBezTo>
                    <a:pt x="79852" y="2554"/>
                    <a:pt x="77296" y="0"/>
                    <a:pt x="73462" y="0"/>
                  </a:cubicBezTo>
                  <a:cubicBezTo>
                    <a:pt x="69628" y="0"/>
                    <a:pt x="67072" y="2554"/>
                    <a:pt x="67072" y="6384"/>
                  </a:cubicBezTo>
                  <a:lnTo>
                    <a:pt x="67072" y="60010"/>
                  </a:lnTo>
                  <a:cubicBezTo>
                    <a:pt x="56849" y="62563"/>
                    <a:pt x="50459" y="72139"/>
                    <a:pt x="50459" y="82354"/>
                  </a:cubicBezTo>
                  <a:cubicBezTo>
                    <a:pt x="50459" y="82992"/>
                    <a:pt x="50459" y="82992"/>
                    <a:pt x="50459" y="83630"/>
                  </a:cubicBezTo>
                  <a:lnTo>
                    <a:pt x="3173" y="110443"/>
                  </a:lnTo>
                  <a:cubicBezTo>
                    <a:pt x="-22" y="112358"/>
                    <a:pt x="-661" y="116189"/>
                    <a:pt x="617" y="119381"/>
                  </a:cubicBezTo>
                  <a:cubicBezTo>
                    <a:pt x="1895" y="121296"/>
                    <a:pt x="3812" y="122573"/>
                    <a:pt x="6368" y="122573"/>
                  </a:cubicBezTo>
                  <a:cubicBezTo>
                    <a:pt x="7646" y="122573"/>
                    <a:pt x="8285" y="122573"/>
                    <a:pt x="9563" y="121934"/>
                  </a:cubicBezTo>
                  <a:lnTo>
                    <a:pt x="54932" y="96398"/>
                  </a:lnTo>
                  <a:cubicBezTo>
                    <a:pt x="62600" y="106613"/>
                    <a:pt x="76657" y="109166"/>
                    <a:pt x="87520" y="101505"/>
                  </a:cubicBezTo>
                  <a:cubicBezTo>
                    <a:pt x="90076" y="99590"/>
                    <a:pt x="91993" y="97675"/>
                    <a:pt x="93271" y="95121"/>
                  </a:cubicBezTo>
                  <a:lnTo>
                    <a:pt x="140557" y="121934"/>
                  </a:lnTo>
                  <a:cubicBezTo>
                    <a:pt x="141196" y="122573"/>
                    <a:pt x="142474" y="122573"/>
                    <a:pt x="143752" y="122573"/>
                  </a:cubicBezTo>
                  <a:cubicBezTo>
                    <a:pt x="147586" y="122573"/>
                    <a:pt x="150141" y="120019"/>
                    <a:pt x="150141" y="116189"/>
                  </a:cubicBezTo>
                  <a:cubicBezTo>
                    <a:pt x="149503" y="114273"/>
                    <a:pt x="148225" y="111720"/>
                    <a:pt x="146947" y="110443"/>
                  </a:cubicBezTo>
                  <a:lnTo>
                    <a:pt x="146947" y="110443"/>
                  </a:lnTo>
                  <a:close/>
                  <a:moveTo>
                    <a:pt x="73462" y="93206"/>
                  </a:moveTo>
                  <a:cubicBezTo>
                    <a:pt x="67712" y="93206"/>
                    <a:pt x="63239" y="88738"/>
                    <a:pt x="63239" y="82992"/>
                  </a:cubicBezTo>
                  <a:cubicBezTo>
                    <a:pt x="63239" y="77246"/>
                    <a:pt x="67712" y="72778"/>
                    <a:pt x="73462" y="72778"/>
                  </a:cubicBezTo>
                  <a:cubicBezTo>
                    <a:pt x="79213" y="72778"/>
                    <a:pt x="83686" y="77246"/>
                    <a:pt x="83686" y="82992"/>
                  </a:cubicBezTo>
                  <a:cubicBezTo>
                    <a:pt x="83686" y="88099"/>
                    <a:pt x="79213" y="93206"/>
                    <a:pt x="73462" y="93206"/>
                  </a:cubicBezTo>
                  <a:cubicBezTo>
                    <a:pt x="73462" y="93206"/>
                    <a:pt x="73462" y="93206"/>
                    <a:pt x="73462" y="93206"/>
                  </a:cubicBezTo>
                  <a:lnTo>
                    <a:pt x="73462" y="93206"/>
                  </a:lnTo>
                  <a:close/>
                </a:path>
              </a:pathLst>
            </a:custGeom>
            <a:solidFill>
              <a:srgbClr val="0097A9"/>
            </a:solidFill>
            <a:ln w="6390" cap="flat">
              <a:noFill/>
              <a:prstDash val="solid"/>
              <a:miter/>
            </a:ln>
          </p:spPr>
          <p:txBody>
            <a:bodyPr rtlCol="0" anchor="ctr"/>
            <a:lstStyle/>
            <a:p>
              <a:endParaRPr lang="en-US"/>
            </a:p>
          </p:txBody>
        </p:sp>
      </p:grpSp>
      <p:grpSp>
        <p:nvGrpSpPr>
          <p:cNvPr id="619" name="Graphic 4">
            <a:extLst>
              <a:ext uri="{FF2B5EF4-FFF2-40B4-BE49-F238E27FC236}">
                <a16:creationId xmlns:a16="http://schemas.microsoft.com/office/drawing/2014/main" id="{780B3D43-44CC-E54F-AC3C-49F0E3430A71}"/>
              </a:ext>
            </a:extLst>
          </p:cNvPr>
          <p:cNvGrpSpPr/>
          <p:nvPr/>
        </p:nvGrpSpPr>
        <p:grpSpPr>
          <a:xfrm>
            <a:off x="4660820" y="4308712"/>
            <a:ext cx="362312" cy="361971"/>
            <a:chOff x="4660820" y="4308712"/>
            <a:chExt cx="362312" cy="361971"/>
          </a:xfrm>
          <a:solidFill>
            <a:srgbClr val="0097A9"/>
          </a:solidFill>
        </p:grpSpPr>
        <p:sp>
          <p:nvSpPr>
            <p:cNvPr id="620" name="Graphic 4">
              <a:extLst>
                <a:ext uri="{FF2B5EF4-FFF2-40B4-BE49-F238E27FC236}">
                  <a16:creationId xmlns:a16="http://schemas.microsoft.com/office/drawing/2014/main" id="{2C4F81B7-5D1C-FB4F-A9C4-3A6CBC0DE2FB}"/>
                </a:ext>
              </a:extLst>
            </p:cNvPr>
            <p:cNvSpPr/>
            <p:nvPr/>
          </p:nvSpPr>
          <p:spPr>
            <a:xfrm>
              <a:off x="4660820" y="4308712"/>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9204 h 361971"/>
                <a:gd name="connsiteX8" fmla="*/ 12780 w 362312"/>
                <a:gd name="connsiteY8" fmla="*/ 181305 h 361971"/>
                <a:gd name="connsiteX9" fmla="*/ 180835 w 362312"/>
                <a:gd name="connsiteY9" fmla="*/ 12768 h 361971"/>
                <a:gd name="connsiteX10" fmla="*/ 349529 w 362312"/>
                <a:gd name="connsiteY10" fmla="*/ 180667 h 361971"/>
                <a:gd name="connsiteX11" fmla="*/ 349529 w 362312"/>
                <a:gd name="connsiteY11" fmla="*/ 180667 h 361971"/>
                <a:gd name="connsiteX12" fmla="*/ 181474 w 362312"/>
                <a:gd name="connsiteY12" fmla="*/ 349204 h 361971"/>
                <a:gd name="connsiteX13" fmla="*/ 181474 w 362312"/>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lnTo>
                    <a:pt x="181474" y="0"/>
                  </a:ln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lnTo>
                    <a:pt x="181474" y="349204"/>
                  </a:lnTo>
                  <a:close/>
                </a:path>
              </a:pathLst>
            </a:custGeom>
            <a:solidFill>
              <a:srgbClr val="0097A9"/>
            </a:solidFill>
            <a:ln w="6390" cap="flat">
              <a:noFill/>
              <a:prstDash val="solid"/>
              <a:miter/>
            </a:ln>
          </p:spPr>
          <p:txBody>
            <a:bodyPr rtlCol="0" anchor="ctr"/>
            <a:lstStyle/>
            <a:p>
              <a:endParaRPr lang="en-US"/>
            </a:p>
          </p:txBody>
        </p:sp>
        <p:sp>
          <p:nvSpPr>
            <p:cNvPr id="621" name="Graphic 4">
              <a:extLst>
                <a:ext uri="{FF2B5EF4-FFF2-40B4-BE49-F238E27FC236}">
                  <a16:creationId xmlns:a16="http://schemas.microsoft.com/office/drawing/2014/main" id="{28C39466-3ED4-1148-B2C0-E87E3EA73C93}"/>
                </a:ext>
              </a:extLst>
            </p:cNvPr>
            <p:cNvSpPr/>
            <p:nvPr/>
          </p:nvSpPr>
          <p:spPr>
            <a:xfrm>
              <a:off x="4763406" y="4371594"/>
              <a:ext cx="157744" cy="235249"/>
            </a:xfrm>
            <a:custGeom>
              <a:avLst/>
              <a:gdLst>
                <a:gd name="connsiteX0" fmla="*/ 119784 w 157744"/>
                <a:gd name="connsiteY0" fmla="*/ 78842 h 235249"/>
                <a:gd name="connsiteX1" fmla="*/ 111477 w 157744"/>
                <a:gd name="connsiteY1" fmla="*/ 82034 h 235249"/>
                <a:gd name="connsiteX2" fmla="*/ 110838 w 157744"/>
                <a:gd name="connsiteY2" fmla="*/ 85226 h 235249"/>
                <a:gd name="connsiteX3" fmla="*/ 109560 w 157744"/>
                <a:gd name="connsiteY3" fmla="*/ 103740 h 235249"/>
                <a:gd name="connsiteX4" fmla="*/ 109560 w 157744"/>
                <a:gd name="connsiteY4" fmla="*/ 104378 h 235249"/>
                <a:gd name="connsiteX5" fmla="*/ 105726 w 157744"/>
                <a:gd name="connsiteY5" fmla="*/ 73735 h 235249"/>
                <a:gd name="connsiteX6" fmla="*/ 68664 w 157744"/>
                <a:gd name="connsiteY6" fmla="*/ 958 h 235249"/>
                <a:gd name="connsiteX7" fmla="*/ 61635 w 157744"/>
                <a:gd name="connsiteY7" fmla="*/ 958 h 235249"/>
                <a:gd name="connsiteX8" fmla="*/ 58440 w 157744"/>
                <a:gd name="connsiteY8" fmla="*/ 7342 h 235249"/>
                <a:gd name="connsiteX9" fmla="*/ 46938 w 157744"/>
                <a:gd name="connsiteY9" fmla="*/ 64797 h 235249"/>
                <a:gd name="connsiteX10" fmla="*/ 26490 w 157744"/>
                <a:gd name="connsiteY10" fmla="*/ 98633 h 235249"/>
                <a:gd name="connsiteX11" fmla="*/ 292 w 157744"/>
                <a:gd name="connsiteY11" fmla="*/ 170772 h 235249"/>
                <a:gd name="connsiteX12" fmla="*/ 45660 w 157744"/>
                <a:gd name="connsiteY12" fmla="*/ 233973 h 235249"/>
                <a:gd name="connsiteX13" fmla="*/ 46938 w 157744"/>
                <a:gd name="connsiteY13" fmla="*/ 233973 h 235249"/>
                <a:gd name="connsiteX14" fmla="*/ 52050 w 157744"/>
                <a:gd name="connsiteY14" fmla="*/ 231420 h 235249"/>
                <a:gd name="connsiteX15" fmla="*/ 52050 w 157744"/>
                <a:gd name="connsiteY15" fmla="*/ 224397 h 235249"/>
                <a:gd name="connsiteX16" fmla="*/ 56523 w 157744"/>
                <a:gd name="connsiteY16" fmla="*/ 157365 h 235249"/>
                <a:gd name="connsiteX17" fmla="*/ 72498 w 157744"/>
                <a:gd name="connsiteY17" fmla="*/ 126722 h 235249"/>
                <a:gd name="connsiteX18" fmla="*/ 98058 w 157744"/>
                <a:gd name="connsiteY18" fmla="*/ 166303 h 235249"/>
                <a:gd name="connsiteX19" fmla="*/ 103170 w 157744"/>
                <a:gd name="connsiteY19" fmla="*/ 225674 h 235249"/>
                <a:gd name="connsiteX20" fmla="*/ 103809 w 157744"/>
                <a:gd name="connsiteY20" fmla="*/ 232058 h 235249"/>
                <a:gd name="connsiteX21" fmla="*/ 109560 w 157744"/>
                <a:gd name="connsiteY21" fmla="*/ 235250 h 235249"/>
                <a:gd name="connsiteX22" fmla="*/ 139592 w 157744"/>
                <a:gd name="connsiteY22" fmla="*/ 215460 h 235249"/>
                <a:gd name="connsiteX23" fmla="*/ 155567 w 157744"/>
                <a:gd name="connsiteY23" fmla="*/ 143959 h 235249"/>
                <a:gd name="connsiteX24" fmla="*/ 119784 w 157744"/>
                <a:gd name="connsiteY24" fmla="*/ 78842 h 235249"/>
                <a:gd name="connsiteX25" fmla="*/ 130007 w 157744"/>
                <a:gd name="connsiteY25" fmla="*/ 207799 h 235249"/>
                <a:gd name="connsiteX26" fmla="*/ 120422 w 157744"/>
                <a:gd name="connsiteY26" fmla="*/ 217375 h 235249"/>
                <a:gd name="connsiteX27" fmla="*/ 108921 w 157744"/>
                <a:gd name="connsiteY27" fmla="*/ 159280 h 235249"/>
                <a:gd name="connsiteX28" fmla="*/ 81444 w 157744"/>
                <a:gd name="connsiteY28" fmla="*/ 110124 h 235249"/>
                <a:gd name="connsiteX29" fmla="*/ 76332 w 157744"/>
                <a:gd name="connsiteY29" fmla="*/ 103740 h 235249"/>
                <a:gd name="connsiteX30" fmla="*/ 68664 w 157744"/>
                <a:gd name="connsiteY30" fmla="*/ 106932 h 235249"/>
                <a:gd name="connsiteX31" fmla="*/ 46299 w 157744"/>
                <a:gd name="connsiteY31" fmla="*/ 152258 h 235249"/>
                <a:gd name="connsiteX32" fmla="*/ 33520 w 157744"/>
                <a:gd name="connsiteY32" fmla="*/ 214183 h 235249"/>
                <a:gd name="connsiteX33" fmla="*/ 13072 w 157744"/>
                <a:gd name="connsiteY33" fmla="*/ 170772 h 235249"/>
                <a:gd name="connsiteX34" fmla="*/ 36714 w 157744"/>
                <a:gd name="connsiteY34" fmla="*/ 106932 h 235249"/>
                <a:gd name="connsiteX35" fmla="*/ 59079 w 157744"/>
                <a:gd name="connsiteY35" fmla="*/ 69905 h 235249"/>
                <a:gd name="connsiteX36" fmla="*/ 71220 w 157744"/>
                <a:gd name="connsiteY36" fmla="*/ 20748 h 235249"/>
                <a:gd name="connsiteX37" fmla="*/ 92946 w 157744"/>
                <a:gd name="connsiteY37" fmla="*/ 73097 h 235249"/>
                <a:gd name="connsiteX38" fmla="*/ 108282 w 157744"/>
                <a:gd name="connsiteY38" fmla="*/ 117784 h 235249"/>
                <a:gd name="connsiteX39" fmla="*/ 122339 w 157744"/>
                <a:gd name="connsiteY39" fmla="*/ 106932 h 235249"/>
                <a:gd name="connsiteX40" fmla="*/ 123617 w 157744"/>
                <a:gd name="connsiteY40" fmla="*/ 98633 h 235249"/>
                <a:gd name="connsiteX41" fmla="*/ 143427 w 157744"/>
                <a:gd name="connsiteY41" fmla="*/ 146512 h 235249"/>
                <a:gd name="connsiteX42" fmla="*/ 130007 w 157744"/>
                <a:gd name="connsiteY42" fmla="*/ 207799 h 235249"/>
                <a:gd name="connsiteX43" fmla="*/ 130007 w 157744"/>
                <a:gd name="connsiteY43" fmla="*/ 207799 h 235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57744" h="235249">
                  <a:moveTo>
                    <a:pt x="119784" y="78842"/>
                  </a:moveTo>
                  <a:cubicBezTo>
                    <a:pt x="116589" y="77565"/>
                    <a:pt x="112754" y="78842"/>
                    <a:pt x="111477" y="82034"/>
                  </a:cubicBezTo>
                  <a:cubicBezTo>
                    <a:pt x="110838" y="83311"/>
                    <a:pt x="110838" y="83949"/>
                    <a:pt x="110838" y="85226"/>
                  </a:cubicBezTo>
                  <a:cubicBezTo>
                    <a:pt x="111477" y="91610"/>
                    <a:pt x="110838" y="97994"/>
                    <a:pt x="109560" y="103740"/>
                  </a:cubicBezTo>
                  <a:lnTo>
                    <a:pt x="109560" y="104378"/>
                  </a:lnTo>
                  <a:cubicBezTo>
                    <a:pt x="107643" y="101825"/>
                    <a:pt x="104448" y="92887"/>
                    <a:pt x="105726" y="73735"/>
                  </a:cubicBezTo>
                  <a:cubicBezTo>
                    <a:pt x="107643" y="27770"/>
                    <a:pt x="69942" y="2235"/>
                    <a:pt x="68664" y="958"/>
                  </a:cubicBezTo>
                  <a:cubicBezTo>
                    <a:pt x="66747" y="-319"/>
                    <a:pt x="63552" y="-319"/>
                    <a:pt x="61635" y="958"/>
                  </a:cubicBezTo>
                  <a:cubicBezTo>
                    <a:pt x="59718" y="2235"/>
                    <a:pt x="58440" y="4788"/>
                    <a:pt x="58440" y="7342"/>
                  </a:cubicBezTo>
                  <a:cubicBezTo>
                    <a:pt x="58440" y="7342"/>
                    <a:pt x="60996" y="29686"/>
                    <a:pt x="46938" y="64797"/>
                  </a:cubicBezTo>
                  <a:cubicBezTo>
                    <a:pt x="41826" y="76927"/>
                    <a:pt x="34798" y="88418"/>
                    <a:pt x="26490" y="98633"/>
                  </a:cubicBezTo>
                  <a:cubicBezTo>
                    <a:pt x="12433" y="117784"/>
                    <a:pt x="-2264" y="137575"/>
                    <a:pt x="292" y="170772"/>
                  </a:cubicBezTo>
                  <a:cubicBezTo>
                    <a:pt x="4126" y="223120"/>
                    <a:pt x="45660" y="233973"/>
                    <a:pt x="45660" y="233973"/>
                  </a:cubicBezTo>
                  <a:lnTo>
                    <a:pt x="46938" y="233973"/>
                  </a:lnTo>
                  <a:cubicBezTo>
                    <a:pt x="48855" y="233973"/>
                    <a:pt x="50772" y="232696"/>
                    <a:pt x="52050" y="231420"/>
                  </a:cubicBezTo>
                  <a:cubicBezTo>
                    <a:pt x="53328" y="229504"/>
                    <a:pt x="53328" y="226312"/>
                    <a:pt x="52050" y="224397"/>
                  </a:cubicBezTo>
                  <a:cubicBezTo>
                    <a:pt x="39909" y="206522"/>
                    <a:pt x="41188" y="184178"/>
                    <a:pt x="56523" y="157365"/>
                  </a:cubicBezTo>
                  <a:cubicBezTo>
                    <a:pt x="59718" y="152258"/>
                    <a:pt x="66747" y="137575"/>
                    <a:pt x="72498" y="126722"/>
                  </a:cubicBezTo>
                  <a:cubicBezTo>
                    <a:pt x="79527" y="140767"/>
                    <a:pt x="87834" y="154173"/>
                    <a:pt x="98058" y="166303"/>
                  </a:cubicBezTo>
                  <a:cubicBezTo>
                    <a:pt x="118506" y="191839"/>
                    <a:pt x="103809" y="225036"/>
                    <a:pt x="103170" y="225674"/>
                  </a:cubicBezTo>
                  <a:cubicBezTo>
                    <a:pt x="101892" y="227589"/>
                    <a:pt x="102531" y="230143"/>
                    <a:pt x="103809" y="232058"/>
                  </a:cubicBezTo>
                  <a:cubicBezTo>
                    <a:pt x="105087" y="233973"/>
                    <a:pt x="107004" y="235250"/>
                    <a:pt x="109560" y="235250"/>
                  </a:cubicBezTo>
                  <a:cubicBezTo>
                    <a:pt x="118506" y="235250"/>
                    <a:pt x="130007" y="227589"/>
                    <a:pt x="139592" y="215460"/>
                  </a:cubicBezTo>
                  <a:cubicBezTo>
                    <a:pt x="155567" y="195031"/>
                    <a:pt x="161318" y="168856"/>
                    <a:pt x="155567" y="143959"/>
                  </a:cubicBezTo>
                  <a:cubicBezTo>
                    <a:pt x="145343" y="91610"/>
                    <a:pt x="121062" y="79481"/>
                    <a:pt x="119784" y="78842"/>
                  </a:cubicBezTo>
                  <a:close/>
                  <a:moveTo>
                    <a:pt x="130007" y="207799"/>
                  </a:moveTo>
                  <a:cubicBezTo>
                    <a:pt x="127452" y="211629"/>
                    <a:pt x="123617" y="214821"/>
                    <a:pt x="120422" y="217375"/>
                  </a:cubicBezTo>
                  <a:cubicBezTo>
                    <a:pt x="125534" y="196946"/>
                    <a:pt x="121701" y="175879"/>
                    <a:pt x="108921" y="159280"/>
                  </a:cubicBezTo>
                  <a:cubicBezTo>
                    <a:pt x="85278" y="129276"/>
                    <a:pt x="81444" y="112677"/>
                    <a:pt x="81444" y="110124"/>
                  </a:cubicBezTo>
                  <a:cubicBezTo>
                    <a:pt x="81444" y="106932"/>
                    <a:pt x="79527" y="104378"/>
                    <a:pt x="76332" y="103740"/>
                  </a:cubicBezTo>
                  <a:cubicBezTo>
                    <a:pt x="73137" y="103101"/>
                    <a:pt x="70581" y="104378"/>
                    <a:pt x="68664" y="106932"/>
                  </a:cubicBezTo>
                  <a:cubicBezTo>
                    <a:pt x="68664" y="107570"/>
                    <a:pt x="51411" y="143320"/>
                    <a:pt x="46299" y="152258"/>
                  </a:cubicBezTo>
                  <a:cubicBezTo>
                    <a:pt x="32880" y="175240"/>
                    <a:pt x="29046" y="196308"/>
                    <a:pt x="33520" y="214183"/>
                  </a:cubicBezTo>
                  <a:cubicBezTo>
                    <a:pt x="20740" y="203330"/>
                    <a:pt x="13072" y="187370"/>
                    <a:pt x="13072" y="170772"/>
                  </a:cubicBezTo>
                  <a:cubicBezTo>
                    <a:pt x="11155" y="142044"/>
                    <a:pt x="22657" y="126084"/>
                    <a:pt x="36714" y="106932"/>
                  </a:cubicBezTo>
                  <a:cubicBezTo>
                    <a:pt x="45660" y="95441"/>
                    <a:pt x="53328" y="83311"/>
                    <a:pt x="59079" y="69905"/>
                  </a:cubicBezTo>
                  <a:cubicBezTo>
                    <a:pt x="65469" y="53945"/>
                    <a:pt x="69303" y="37985"/>
                    <a:pt x="71220" y="20748"/>
                  </a:cubicBezTo>
                  <a:cubicBezTo>
                    <a:pt x="85278" y="34793"/>
                    <a:pt x="92946" y="53945"/>
                    <a:pt x="92946" y="73097"/>
                  </a:cubicBezTo>
                  <a:cubicBezTo>
                    <a:pt x="91668" y="109485"/>
                    <a:pt x="101892" y="116508"/>
                    <a:pt x="108282" y="117784"/>
                  </a:cubicBezTo>
                  <a:cubicBezTo>
                    <a:pt x="115311" y="118423"/>
                    <a:pt x="121062" y="113954"/>
                    <a:pt x="122339" y="106932"/>
                  </a:cubicBezTo>
                  <a:cubicBezTo>
                    <a:pt x="122979" y="104378"/>
                    <a:pt x="123617" y="101186"/>
                    <a:pt x="123617" y="98633"/>
                  </a:cubicBezTo>
                  <a:cubicBezTo>
                    <a:pt x="133842" y="112677"/>
                    <a:pt x="140870" y="129276"/>
                    <a:pt x="143427" y="146512"/>
                  </a:cubicBezTo>
                  <a:cubicBezTo>
                    <a:pt x="147899" y="167580"/>
                    <a:pt x="143427" y="190562"/>
                    <a:pt x="130007" y="207799"/>
                  </a:cubicBezTo>
                  <a:lnTo>
                    <a:pt x="130007" y="207799"/>
                  </a:lnTo>
                  <a:close/>
                </a:path>
              </a:pathLst>
            </a:custGeom>
            <a:solidFill>
              <a:srgbClr val="0097A9"/>
            </a:solidFill>
            <a:ln w="6390" cap="flat">
              <a:noFill/>
              <a:prstDash val="solid"/>
              <a:miter/>
            </a:ln>
          </p:spPr>
          <p:txBody>
            <a:bodyPr rtlCol="0" anchor="ctr"/>
            <a:lstStyle/>
            <a:p>
              <a:endParaRPr lang="en-US"/>
            </a:p>
          </p:txBody>
        </p:sp>
      </p:grpSp>
      <p:grpSp>
        <p:nvGrpSpPr>
          <p:cNvPr id="622" name="Graphic 4">
            <a:extLst>
              <a:ext uri="{FF2B5EF4-FFF2-40B4-BE49-F238E27FC236}">
                <a16:creationId xmlns:a16="http://schemas.microsoft.com/office/drawing/2014/main" id="{D2EBD5B4-C92E-7848-94BE-D7CD77779D7C}"/>
              </a:ext>
            </a:extLst>
          </p:cNvPr>
          <p:cNvGrpSpPr/>
          <p:nvPr/>
        </p:nvGrpSpPr>
        <p:grpSpPr>
          <a:xfrm>
            <a:off x="5099808" y="2855717"/>
            <a:ext cx="362309" cy="361971"/>
            <a:chOff x="5099808" y="2855717"/>
            <a:chExt cx="362309" cy="361971"/>
          </a:xfrm>
          <a:solidFill>
            <a:srgbClr val="0097A9"/>
          </a:solidFill>
        </p:grpSpPr>
        <p:sp>
          <p:nvSpPr>
            <p:cNvPr id="623" name="Graphic 4">
              <a:extLst>
                <a:ext uri="{FF2B5EF4-FFF2-40B4-BE49-F238E27FC236}">
                  <a16:creationId xmlns:a16="http://schemas.microsoft.com/office/drawing/2014/main" id="{13CD1D9C-1B7F-104A-B04B-14502047F8B7}"/>
                </a:ext>
              </a:extLst>
            </p:cNvPr>
            <p:cNvSpPr/>
            <p:nvPr/>
          </p:nvSpPr>
          <p:spPr>
            <a:xfrm>
              <a:off x="5265308" y="3026808"/>
              <a:ext cx="20447" cy="20428"/>
            </a:xfrm>
            <a:custGeom>
              <a:avLst/>
              <a:gdLst>
                <a:gd name="connsiteX0" fmla="*/ 0 w 20447"/>
                <a:gd name="connsiteY0" fmla="*/ 10214 h 20428"/>
                <a:gd name="connsiteX1" fmla="*/ 10224 w 20447"/>
                <a:gd name="connsiteY1" fmla="*/ 20429 h 20428"/>
                <a:gd name="connsiteX2" fmla="*/ 20448 w 20447"/>
                <a:gd name="connsiteY2" fmla="*/ 10214 h 20428"/>
                <a:gd name="connsiteX3" fmla="*/ 10224 w 20447"/>
                <a:gd name="connsiteY3" fmla="*/ 0 h 20428"/>
                <a:gd name="connsiteX4" fmla="*/ 0 w 20447"/>
                <a:gd name="connsiteY4" fmla="*/ 10214 h 20428"/>
                <a:gd name="connsiteX5" fmla="*/ 0 w 20447"/>
                <a:gd name="connsiteY5" fmla="*/ 10214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47" h="20428">
                  <a:moveTo>
                    <a:pt x="0" y="10214"/>
                  </a:moveTo>
                  <a:cubicBezTo>
                    <a:pt x="0" y="15960"/>
                    <a:pt x="4473" y="20429"/>
                    <a:pt x="10224" y="20429"/>
                  </a:cubicBezTo>
                  <a:cubicBezTo>
                    <a:pt x="15975" y="20429"/>
                    <a:pt x="20448" y="15960"/>
                    <a:pt x="20448" y="10214"/>
                  </a:cubicBezTo>
                  <a:cubicBezTo>
                    <a:pt x="20448" y="4469"/>
                    <a:pt x="15975" y="0"/>
                    <a:pt x="10224" y="0"/>
                  </a:cubicBezTo>
                  <a:cubicBezTo>
                    <a:pt x="4473" y="0"/>
                    <a:pt x="0" y="4469"/>
                    <a:pt x="0" y="10214"/>
                  </a:cubicBezTo>
                  <a:lnTo>
                    <a:pt x="0" y="10214"/>
                  </a:lnTo>
                  <a:close/>
                </a:path>
              </a:pathLst>
            </a:custGeom>
            <a:solidFill>
              <a:srgbClr val="0097A9"/>
            </a:solidFill>
            <a:ln w="6390" cap="flat">
              <a:noFill/>
              <a:prstDash val="solid"/>
              <a:miter/>
            </a:ln>
          </p:spPr>
          <p:txBody>
            <a:bodyPr rtlCol="0" anchor="ctr"/>
            <a:lstStyle/>
            <a:p>
              <a:endParaRPr lang="en-US"/>
            </a:p>
          </p:txBody>
        </p:sp>
        <p:sp>
          <p:nvSpPr>
            <p:cNvPr id="624" name="Graphic 4">
              <a:extLst>
                <a:ext uri="{FF2B5EF4-FFF2-40B4-BE49-F238E27FC236}">
                  <a16:creationId xmlns:a16="http://schemas.microsoft.com/office/drawing/2014/main" id="{F1D4CBC1-3C91-2544-A83F-3278627D38A5}"/>
                </a:ext>
              </a:extLst>
            </p:cNvPr>
            <p:cNvSpPr/>
            <p:nvPr/>
          </p:nvSpPr>
          <p:spPr>
            <a:xfrm>
              <a:off x="5099808" y="2855717"/>
              <a:ext cx="362309" cy="361971"/>
            </a:xfrm>
            <a:custGeom>
              <a:avLst/>
              <a:gdLst>
                <a:gd name="connsiteX0" fmla="*/ 180836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362310 w 362309"/>
                <a:gd name="connsiteY4" fmla="*/ 180667 h 361971"/>
                <a:gd name="connsiteX5" fmla="*/ 180836 w 362309"/>
                <a:gd name="connsiteY5" fmla="*/ 0 h 361971"/>
                <a:gd name="connsiteX6" fmla="*/ 180836 w 362309"/>
                <a:gd name="connsiteY6" fmla="*/ 0 h 361971"/>
                <a:gd name="connsiteX7" fmla="*/ 290742 w 362309"/>
                <a:gd name="connsiteY7" fmla="*/ 138532 h 361971"/>
                <a:gd name="connsiteX8" fmla="*/ 274767 w 362309"/>
                <a:gd name="connsiteY8" fmla="*/ 170452 h 361971"/>
                <a:gd name="connsiteX9" fmla="*/ 269017 w 362309"/>
                <a:gd name="connsiteY9" fmla="*/ 173644 h 361971"/>
                <a:gd name="connsiteX10" fmla="*/ 265822 w 362309"/>
                <a:gd name="connsiteY10" fmla="*/ 173006 h 361971"/>
                <a:gd name="connsiteX11" fmla="*/ 233872 w 362309"/>
                <a:gd name="connsiteY11" fmla="*/ 157046 h 361971"/>
                <a:gd name="connsiteX12" fmla="*/ 231316 w 362309"/>
                <a:gd name="connsiteY12" fmla="*/ 148747 h 361971"/>
                <a:gd name="connsiteX13" fmla="*/ 239623 w 362309"/>
                <a:gd name="connsiteY13" fmla="*/ 146193 h 361971"/>
                <a:gd name="connsiteX14" fmla="*/ 239623 w 362309"/>
                <a:gd name="connsiteY14" fmla="*/ 146193 h 361971"/>
                <a:gd name="connsiteX15" fmla="*/ 257515 w 362309"/>
                <a:gd name="connsiteY15" fmla="*/ 155131 h 361971"/>
                <a:gd name="connsiteX16" fmla="*/ 182113 w 362309"/>
                <a:gd name="connsiteY16" fmla="*/ 95760 h 361971"/>
                <a:gd name="connsiteX17" fmla="*/ 182113 w 362309"/>
                <a:gd name="connsiteY17" fmla="*/ 156408 h 361971"/>
                <a:gd name="connsiteX18" fmla="*/ 181474 w 362309"/>
                <a:gd name="connsiteY18" fmla="*/ 158961 h 361971"/>
                <a:gd name="connsiteX19" fmla="*/ 198727 w 362309"/>
                <a:gd name="connsiteY19" fmla="*/ 181305 h 361971"/>
                <a:gd name="connsiteX20" fmla="*/ 198088 w 362309"/>
                <a:gd name="connsiteY20" fmla="*/ 187051 h 361971"/>
                <a:gd name="connsiteX21" fmla="*/ 280518 w 362309"/>
                <a:gd name="connsiteY21" fmla="*/ 236207 h 361971"/>
                <a:gd name="connsiteX22" fmla="*/ 282435 w 362309"/>
                <a:gd name="connsiteY22" fmla="*/ 245145 h 361971"/>
                <a:gd name="connsiteX23" fmla="*/ 276685 w 362309"/>
                <a:gd name="connsiteY23" fmla="*/ 248337 h 361971"/>
                <a:gd name="connsiteX24" fmla="*/ 273490 w 362309"/>
                <a:gd name="connsiteY24" fmla="*/ 247698 h 361971"/>
                <a:gd name="connsiteX25" fmla="*/ 256876 w 362309"/>
                <a:gd name="connsiteY25" fmla="*/ 238122 h 361971"/>
                <a:gd name="connsiteX26" fmla="*/ 175723 w 362309"/>
                <a:gd name="connsiteY26" fmla="*/ 280895 h 361971"/>
                <a:gd name="connsiteX27" fmla="*/ 154637 w 362309"/>
                <a:gd name="connsiteY27" fmla="*/ 278341 h 361971"/>
                <a:gd name="connsiteX28" fmla="*/ 166138 w 362309"/>
                <a:gd name="connsiteY28" fmla="*/ 294940 h 361971"/>
                <a:gd name="connsiteX29" fmla="*/ 164221 w 362309"/>
                <a:gd name="connsiteY29" fmla="*/ 303877 h 361971"/>
                <a:gd name="connsiteX30" fmla="*/ 164221 w 362309"/>
                <a:gd name="connsiteY30" fmla="*/ 303877 h 361971"/>
                <a:gd name="connsiteX31" fmla="*/ 161027 w 362309"/>
                <a:gd name="connsiteY31" fmla="*/ 305154 h 361971"/>
                <a:gd name="connsiteX32" fmla="*/ 155915 w 362309"/>
                <a:gd name="connsiteY32" fmla="*/ 301962 h 361971"/>
                <a:gd name="connsiteX33" fmla="*/ 136106 w 362309"/>
                <a:gd name="connsiteY33" fmla="*/ 272596 h 361971"/>
                <a:gd name="connsiteX34" fmla="*/ 138023 w 362309"/>
                <a:gd name="connsiteY34" fmla="*/ 263658 h 361971"/>
                <a:gd name="connsiteX35" fmla="*/ 168056 w 362309"/>
                <a:gd name="connsiteY35" fmla="*/ 243868 h 361971"/>
                <a:gd name="connsiteX36" fmla="*/ 177001 w 362309"/>
                <a:gd name="connsiteY36" fmla="*/ 245783 h 361971"/>
                <a:gd name="connsiteX37" fmla="*/ 175084 w 362309"/>
                <a:gd name="connsiteY37" fmla="*/ 254721 h 361971"/>
                <a:gd name="connsiteX38" fmla="*/ 158471 w 362309"/>
                <a:gd name="connsiteY38" fmla="*/ 265574 h 361971"/>
                <a:gd name="connsiteX39" fmla="*/ 177001 w 362309"/>
                <a:gd name="connsiteY39" fmla="*/ 267489 h 361971"/>
                <a:gd name="connsiteX40" fmla="*/ 247291 w 362309"/>
                <a:gd name="connsiteY40" fmla="*/ 231100 h 361971"/>
                <a:gd name="connsiteX41" fmla="*/ 192976 w 362309"/>
                <a:gd name="connsiteY41" fmla="*/ 198542 h 361971"/>
                <a:gd name="connsiteX42" fmla="*/ 162305 w 362309"/>
                <a:gd name="connsiteY42" fmla="*/ 199180 h 361971"/>
                <a:gd name="connsiteX43" fmla="*/ 81152 w 362309"/>
                <a:gd name="connsiteY43" fmla="*/ 247698 h 361971"/>
                <a:gd name="connsiteX44" fmla="*/ 77957 w 362309"/>
                <a:gd name="connsiteY44" fmla="*/ 248337 h 361971"/>
                <a:gd name="connsiteX45" fmla="*/ 71567 w 362309"/>
                <a:gd name="connsiteY45" fmla="*/ 241953 h 361971"/>
                <a:gd name="connsiteX46" fmla="*/ 74762 w 362309"/>
                <a:gd name="connsiteY46" fmla="*/ 236207 h 361971"/>
                <a:gd name="connsiteX47" fmla="*/ 90098 w 362309"/>
                <a:gd name="connsiteY47" fmla="*/ 227270 h 361971"/>
                <a:gd name="connsiteX48" fmla="*/ 104795 w 362309"/>
                <a:gd name="connsiteY48" fmla="*/ 115550 h 361971"/>
                <a:gd name="connsiteX49" fmla="*/ 84347 w 362309"/>
                <a:gd name="connsiteY49" fmla="*/ 116827 h 361971"/>
                <a:gd name="connsiteX50" fmla="*/ 82430 w 362309"/>
                <a:gd name="connsiteY50" fmla="*/ 116827 h 361971"/>
                <a:gd name="connsiteX51" fmla="*/ 76040 w 362309"/>
                <a:gd name="connsiteY51" fmla="*/ 110443 h 361971"/>
                <a:gd name="connsiteX52" fmla="*/ 82430 w 362309"/>
                <a:gd name="connsiteY52" fmla="*/ 104059 h 361971"/>
                <a:gd name="connsiteX53" fmla="*/ 118214 w 362309"/>
                <a:gd name="connsiteY53" fmla="*/ 101505 h 361971"/>
                <a:gd name="connsiteX54" fmla="*/ 125243 w 362309"/>
                <a:gd name="connsiteY54" fmla="*/ 107251 h 361971"/>
                <a:gd name="connsiteX55" fmla="*/ 127160 w 362309"/>
                <a:gd name="connsiteY55" fmla="*/ 143001 h 361971"/>
                <a:gd name="connsiteX56" fmla="*/ 121409 w 362309"/>
                <a:gd name="connsiteY56" fmla="*/ 150024 h 361971"/>
                <a:gd name="connsiteX57" fmla="*/ 121409 w 362309"/>
                <a:gd name="connsiteY57" fmla="*/ 150024 h 361971"/>
                <a:gd name="connsiteX58" fmla="*/ 120770 w 362309"/>
                <a:gd name="connsiteY58" fmla="*/ 150024 h 361971"/>
                <a:gd name="connsiteX59" fmla="*/ 114380 w 362309"/>
                <a:gd name="connsiteY59" fmla="*/ 144278 h 361971"/>
                <a:gd name="connsiteX60" fmla="*/ 113102 w 362309"/>
                <a:gd name="connsiteY60" fmla="*/ 124488 h 361971"/>
                <a:gd name="connsiteX61" fmla="*/ 100322 w 362309"/>
                <a:gd name="connsiteY61" fmla="*/ 221524 h 361971"/>
                <a:gd name="connsiteX62" fmla="*/ 154637 w 362309"/>
                <a:gd name="connsiteY62" fmla="*/ 188966 h 361971"/>
                <a:gd name="connsiteX63" fmla="*/ 153358 w 362309"/>
                <a:gd name="connsiteY63" fmla="*/ 182582 h 361971"/>
                <a:gd name="connsiteX64" fmla="*/ 170611 w 362309"/>
                <a:gd name="connsiteY64" fmla="*/ 160238 h 361971"/>
                <a:gd name="connsiteX65" fmla="*/ 169973 w 362309"/>
                <a:gd name="connsiteY65" fmla="*/ 157684 h 361971"/>
                <a:gd name="connsiteX66" fmla="*/ 169973 w 362309"/>
                <a:gd name="connsiteY66" fmla="*/ 65117 h 361971"/>
                <a:gd name="connsiteX67" fmla="*/ 176363 w 362309"/>
                <a:gd name="connsiteY67" fmla="*/ 58733 h 361971"/>
                <a:gd name="connsiteX68" fmla="*/ 182752 w 362309"/>
                <a:gd name="connsiteY68" fmla="*/ 65117 h 361971"/>
                <a:gd name="connsiteX69" fmla="*/ 182752 w 362309"/>
                <a:gd name="connsiteY69" fmla="*/ 84268 h 361971"/>
                <a:gd name="connsiteX70" fmla="*/ 270295 w 362309"/>
                <a:gd name="connsiteY70" fmla="*/ 152577 h 361971"/>
                <a:gd name="connsiteX71" fmla="*/ 279240 w 362309"/>
                <a:gd name="connsiteY71" fmla="*/ 134064 h 361971"/>
                <a:gd name="connsiteX72" fmla="*/ 287547 w 362309"/>
                <a:gd name="connsiteY72" fmla="*/ 130872 h 361971"/>
                <a:gd name="connsiteX73" fmla="*/ 290742 w 362309"/>
                <a:gd name="connsiteY73" fmla="*/ 13853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62309" h="361971">
                  <a:moveTo>
                    <a:pt x="180836" y="0"/>
                  </a:moveTo>
                  <a:cubicBezTo>
                    <a:pt x="80513" y="0"/>
                    <a:pt x="0" y="81076"/>
                    <a:pt x="0" y="181305"/>
                  </a:cubicBezTo>
                  <a:cubicBezTo>
                    <a:pt x="0" y="281533"/>
                    <a:pt x="81152" y="361972"/>
                    <a:pt x="181474" y="361972"/>
                  </a:cubicBezTo>
                  <a:cubicBezTo>
                    <a:pt x="281796" y="361972"/>
                    <a:pt x="362310" y="280895"/>
                    <a:pt x="362310" y="180667"/>
                  </a:cubicBezTo>
                  <a:cubicBezTo>
                    <a:pt x="362310" y="180667"/>
                    <a:pt x="362310" y="180667"/>
                    <a:pt x="362310" y="180667"/>
                  </a:cubicBezTo>
                  <a:cubicBezTo>
                    <a:pt x="361671" y="80438"/>
                    <a:pt x="280518" y="0"/>
                    <a:pt x="180836" y="0"/>
                  </a:cubicBezTo>
                  <a:cubicBezTo>
                    <a:pt x="180836" y="0"/>
                    <a:pt x="180836" y="0"/>
                    <a:pt x="180836" y="0"/>
                  </a:cubicBezTo>
                  <a:close/>
                  <a:moveTo>
                    <a:pt x="290742" y="138532"/>
                  </a:moveTo>
                  <a:lnTo>
                    <a:pt x="274767" y="170452"/>
                  </a:lnTo>
                  <a:cubicBezTo>
                    <a:pt x="273490" y="172368"/>
                    <a:pt x="271572" y="173644"/>
                    <a:pt x="269017" y="173644"/>
                  </a:cubicBezTo>
                  <a:cubicBezTo>
                    <a:pt x="267739" y="173644"/>
                    <a:pt x="267100" y="173644"/>
                    <a:pt x="265822" y="173006"/>
                  </a:cubicBezTo>
                  <a:lnTo>
                    <a:pt x="233872" y="157046"/>
                  </a:lnTo>
                  <a:cubicBezTo>
                    <a:pt x="230677" y="155769"/>
                    <a:pt x="229399" y="151300"/>
                    <a:pt x="231316" y="148747"/>
                  </a:cubicBezTo>
                  <a:cubicBezTo>
                    <a:pt x="232594" y="145555"/>
                    <a:pt x="237067" y="144278"/>
                    <a:pt x="239623" y="146193"/>
                  </a:cubicBezTo>
                  <a:lnTo>
                    <a:pt x="239623" y="146193"/>
                  </a:lnTo>
                  <a:lnTo>
                    <a:pt x="257515" y="155131"/>
                  </a:lnTo>
                  <a:cubicBezTo>
                    <a:pt x="246652" y="121934"/>
                    <a:pt x="217258" y="98313"/>
                    <a:pt x="182113" y="95760"/>
                  </a:cubicBezTo>
                  <a:lnTo>
                    <a:pt x="182113" y="156408"/>
                  </a:lnTo>
                  <a:cubicBezTo>
                    <a:pt x="182113" y="157684"/>
                    <a:pt x="182113" y="158323"/>
                    <a:pt x="181474" y="158961"/>
                  </a:cubicBezTo>
                  <a:cubicBezTo>
                    <a:pt x="191698" y="161515"/>
                    <a:pt x="198727" y="171091"/>
                    <a:pt x="198727" y="181305"/>
                  </a:cubicBezTo>
                  <a:cubicBezTo>
                    <a:pt x="198727" y="183220"/>
                    <a:pt x="198088" y="185135"/>
                    <a:pt x="198088" y="187051"/>
                  </a:cubicBezTo>
                  <a:lnTo>
                    <a:pt x="280518" y="236207"/>
                  </a:lnTo>
                  <a:cubicBezTo>
                    <a:pt x="283713" y="238122"/>
                    <a:pt x="284352" y="241953"/>
                    <a:pt x="282435" y="245145"/>
                  </a:cubicBezTo>
                  <a:cubicBezTo>
                    <a:pt x="281157" y="247060"/>
                    <a:pt x="279240" y="248337"/>
                    <a:pt x="276685" y="248337"/>
                  </a:cubicBezTo>
                  <a:cubicBezTo>
                    <a:pt x="275407" y="248337"/>
                    <a:pt x="274128" y="247698"/>
                    <a:pt x="273490" y="247698"/>
                  </a:cubicBezTo>
                  <a:lnTo>
                    <a:pt x="256876" y="238122"/>
                  </a:lnTo>
                  <a:cubicBezTo>
                    <a:pt x="238345" y="264935"/>
                    <a:pt x="208312" y="280895"/>
                    <a:pt x="175723" y="280895"/>
                  </a:cubicBezTo>
                  <a:cubicBezTo>
                    <a:pt x="168695" y="280895"/>
                    <a:pt x="161666" y="280257"/>
                    <a:pt x="154637" y="278341"/>
                  </a:cubicBezTo>
                  <a:lnTo>
                    <a:pt x="166138" y="294940"/>
                  </a:lnTo>
                  <a:cubicBezTo>
                    <a:pt x="168056" y="298132"/>
                    <a:pt x="167416" y="301962"/>
                    <a:pt x="164221" y="303877"/>
                  </a:cubicBezTo>
                  <a:cubicBezTo>
                    <a:pt x="164221" y="303877"/>
                    <a:pt x="164221" y="303877"/>
                    <a:pt x="164221" y="303877"/>
                  </a:cubicBezTo>
                  <a:cubicBezTo>
                    <a:pt x="162943" y="304516"/>
                    <a:pt x="161666" y="305154"/>
                    <a:pt x="161027" y="305154"/>
                  </a:cubicBezTo>
                  <a:cubicBezTo>
                    <a:pt x="159110" y="305154"/>
                    <a:pt x="157193" y="303877"/>
                    <a:pt x="155915" y="301962"/>
                  </a:cubicBezTo>
                  <a:lnTo>
                    <a:pt x="136106" y="272596"/>
                  </a:lnTo>
                  <a:cubicBezTo>
                    <a:pt x="134189" y="269404"/>
                    <a:pt x="134828" y="265574"/>
                    <a:pt x="138023" y="263658"/>
                  </a:cubicBezTo>
                  <a:lnTo>
                    <a:pt x="168056" y="243868"/>
                  </a:lnTo>
                  <a:cubicBezTo>
                    <a:pt x="171251" y="241953"/>
                    <a:pt x="175084" y="242591"/>
                    <a:pt x="177001" y="245783"/>
                  </a:cubicBezTo>
                  <a:cubicBezTo>
                    <a:pt x="178918" y="248975"/>
                    <a:pt x="178279" y="252806"/>
                    <a:pt x="175084" y="254721"/>
                  </a:cubicBezTo>
                  <a:lnTo>
                    <a:pt x="158471" y="265574"/>
                  </a:lnTo>
                  <a:cubicBezTo>
                    <a:pt x="164221" y="266850"/>
                    <a:pt x="170611" y="267489"/>
                    <a:pt x="177001" y="267489"/>
                  </a:cubicBezTo>
                  <a:cubicBezTo>
                    <a:pt x="205117" y="267489"/>
                    <a:pt x="231316" y="253444"/>
                    <a:pt x="247291" y="231100"/>
                  </a:cubicBezTo>
                  <a:lnTo>
                    <a:pt x="192976" y="198542"/>
                  </a:lnTo>
                  <a:cubicBezTo>
                    <a:pt x="184669" y="206841"/>
                    <a:pt x="170611" y="206841"/>
                    <a:pt x="162305" y="199180"/>
                  </a:cubicBezTo>
                  <a:lnTo>
                    <a:pt x="81152" y="247698"/>
                  </a:lnTo>
                  <a:cubicBezTo>
                    <a:pt x="79874" y="248337"/>
                    <a:pt x="79235" y="248337"/>
                    <a:pt x="77957" y="248337"/>
                  </a:cubicBezTo>
                  <a:cubicBezTo>
                    <a:pt x="74124" y="248337"/>
                    <a:pt x="71567" y="245783"/>
                    <a:pt x="71567" y="241953"/>
                  </a:cubicBezTo>
                  <a:cubicBezTo>
                    <a:pt x="71567" y="239399"/>
                    <a:pt x="72845" y="237484"/>
                    <a:pt x="74762" y="236207"/>
                  </a:cubicBezTo>
                  <a:lnTo>
                    <a:pt x="90098" y="227270"/>
                  </a:lnTo>
                  <a:cubicBezTo>
                    <a:pt x="70929" y="190881"/>
                    <a:pt x="76679" y="145555"/>
                    <a:pt x="104795" y="115550"/>
                  </a:cubicBezTo>
                  <a:lnTo>
                    <a:pt x="84347" y="116827"/>
                  </a:lnTo>
                  <a:lnTo>
                    <a:pt x="82430" y="116827"/>
                  </a:lnTo>
                  <a:cubicBezTo>
                    <a:pt x="78597" y="116827"/>
                    <a:pt x="76040" y="114273"/>
                    <a:pt x="76040" y="110443"/>
                  </a:cubicBezTo>
                  <a:cubicBezTo>
                    <a:pt x="76040" y="106612"/>
                    <a:pt x="78597" y="104059"/>
                    <a:pt x="82430" y="104059"/>
                  </a:cubicBezTo>
                  <a:lnTo>
                    <a:pt x="118214" y="101505"/>
                  </a:lnTo>
                  <a:cubicBezTo>
                    <a:pt x="121409" y="101505"/>
                    <a:pt x="124604" y="104059"/>
                    <a:pt x="125243" y="107251"/>
                  </a:cubicBezTo>
                  <a:lnTo>
                    <a:pt x="127160" y="143001"/>
                  </a:lnTo>
                  <a:cubicBezTo>
                    <a:pt x="127160" y="146832"/>
                    <a:pt x="124604" y="149385"/>
                    <a:pt x="121409" y="150024"/>
                  </a:cubicBezTo>
                  <a:cubicBezTo>
                    <a:pt x="121409" y="150024"/>
                    <a:pt x="121409" y="150024"/>
                    <a:pt x="121409" y="150024"/>
                  </a:cubicBezTo>
                  <a:lnTo>
                    <a:pt x="120770" y="150024"/>
                  </a:lnTo>
                  <a:cubicBezTo>
                    <a:pt x="117575" y="150024"/>
                    <a:pt x="114380" y="147470"/>
                    <a:pt x="114380" y="144278"/>
                  </a:cubicBezTo>
                  <a:lnTo>
                    <a:pt x="113102" y="124488"/>
                  </a:lnTo>
                  <a:cubicBezTo>
                    <a:pt x="88820" y="150662"/>
                    <a:pt x="83708" y="189604"/>
                    <a:pt x="100322" y="221524"/>
                  </a:cubicBezTo>
                  <a:lnTo>
                    <a:pt x="154637" y="188966"/>
                  </a:lnTo>
                  <a:cubicBezTo>
                    <a:pt x="153998" y="187051"/>
                    <a:pt x="153998" y="184497"/>
                    <a:pt x="153358" y="182582"/>
                  </a:cubicBezTo>
                  <a:cubicBezTo>
                    <a:pt x="153358" y="171729"/>
                    <a:pt x="160388" y="162792"/>
                    <a:pt x="170611" y="160238"/>
                  </a:cubicBezTo>
                  <a:cubicBezTo>
                    <a:pt x="169973" y="159600"/>
                    <a:pt x="169973" y="158323"/>
                    <a:pt x="169973" y="157684"/>
                  </a:cubicBezTo>
                  <a:lnTo>
                    <a:pt x="169973" y="65117"/>
                  </a:lnTo>
                  <a:cubicBezTo>
                    <a:pt x="169973" y="61286"/>
                    <a:pt x="172528" y="58733"/>
                    <a:pt x="176363" y="58733"/>
                  </a:cubicBezTo>
                  <a:cubicBezTo>
                    <a:pt x="180196" y="58733"/>
                    <a:pt x="182752" y="61286"/>
                    <a:pt x="182752" y="65117"/>
                  </a:cubicBezTo>
                  <a:lnTo>
                    <a:pt x="182752" y="84268"/>
                  </a:lnTo>
                  <a:cubicBezTo>
                    <a:pt x="223009" y="86822"/>
                    <a:pt x="258154" y="114273"/>
                    <a:pt x="270295" y="152577"/>
                  </a:cubicBezTo>
                  <a:lnTo>
                    <a:pt x="279240" y="134064"/>
                  </a:lnTo>
                  <a:cubicBezTo>
                    <a:pt x="280518" y="130872"/>
                    <a:pt x="284352" y="129595"/>
                    <a:pt x="287547" y="130872"/>
                  </a:cubicBezTo>
                  <a:cubicBezTo>
                    <a:pt x="291381" y="131510"/>
                    <a:pt x="292020" y="135340"/>
                    <a:pt x="290742" y="138532"/>
                  </a:cubicBezTo>
                  <a:close/>
                </a:path>
              </a:pathLst>
            </a:custGeom>
            <a:solidFill>
              <a:srgbClr val="0097A9"/>
            </a:solidFill>
            <a:ln w="6390" cap="flat">
              <a:noFill/>
              <a:prstDash val="solid"/>
              <a:miter/>
            </a:ln>
          </p:spPr>
          <p:txBody>
            <a:bodyPr rtlCol="0" anchor="ctr"/>
            <a:lstStyle/>
            <a:p>
              <a:endParaRPr lang="en-US"/>
            </a:p>
          </p:txBody>
        </p:sp>
      </p:grpSp>
      <p:grpSp>
        <p:nvGrpSpPr>
          <p:cNvPr id="625" name="Graphic 4">
            <a:extLst>
              <a:ext uri="{FF2B5EF4-FFF2-40B4-BE49-F238E27FC236}">
                <a16:creationId xmlns:a16="http://schemas.microsoft.com/office/drawing/2014/main" id="{5F4BADFC-6210-F74D-8FF5-EE31221DDB1E}"/>
              </a:ext>
            </a:extLst>
          </p:cNvPr>
          <p:cNvGrpSpPr/>
          <p:nvPr/>
        </p:nvGrpSpPr>
        <p:grpSpPr>
          <a:xfrm>
            <a:off x="5099169" y="3339623"/>
            <a:ext cx="362309" cy="361971"/>
            <a:chOff x="5099169" y="3339623"/>
            <a:chExt cx="362309" cy="361971"/>
          </a:xfrm>
          <a:solidFill>
            <a:srgbClr val="0097A9"/>
          </a:solidFill>
        </p:grpSpPr>
        <p:sp>
          <p:nvSpPr>
            <p:cNvPr id="626" name="Graphic 4">
              <a:extLst>
                <a:ext uri="{FF2B5EF4-FFF2-40B4-BE49-F238E27FC236}">
                  <a16:creationId xmlns:a16="http://schemas.microsoft.com/office/drawing/2014/main" id="{A5361CBC-F8D9-4847-B409-0D7486A55CC5}"/>
                </a:ext>
              </a:extLst>
            </p:cNvPr>
            <p:cNvSpPr/>
            <p:nvPr/>
          </p:nvSpPr>
          <p:spPr>
            <a:xfrm>
              <a:off x="5268503" y="3472410"/>
              <a:ext cx="20502" cy="20428"/>
            </a:xfrm>
            <a:custGeom>
              <a:avLst/>
              <a:gdLst>
                <a:gd name="connsiteX0" fmla="*/ 10224 w 20502"/>
                <a:gd name="connsiteY0" fmla="*/ 0 h 20428"/>
                <a:gd name="connsiteX1" fmla="*/ 0 w 20502"/>
                <a:gd name="connsiteY1" fmla="*/ 10215 h 20428"/>
                <a:gd name="connsiteX2" fmla="*/ 10224 w 20502"/>
                <a:gd name="connsiteY2" fmla="*/ 20429 h 20428"/>
                <a:gd name="connsiteX3" fmla="*/ 20448 w 20502"/>
                <a:gd name="connsiteY3" fmla="*/ 10215 h 20428"/>
                <a:gd name="connsiteX4" fmla="*/ 20448 w 20502"/>
                <a:gd name="connsiteY4" fmla="*/ 10215 h 20428"/>
                <a:gd name="connsiteX5" fmla="*/ 10224 w 20502"/>
                <a:gd name="connsiteY5" fmla="*/ 0 h 20428"/>
                <a:gd name="connsiteX6" fmla="*/ 10224 w 20502"/>
                <a:gd name="connsiteY6" fmla="*/ 0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02" h="20428">
                  <a:moveTo>
                    <a:pt x="10224" y="0"/>
                  </a:moveTo>
                  <a:cubicBezTo>
                    <a:pt x="4473" y="0"/>
                    <a:pt x="0" y="4469"/>
                    <a:pt x="0" y="10215"/>
                  </a:cubicBezTo>
                  <a:cubicBezTo>
                    <a:pt x="0" y="15960"/>
                    <a:pt x="4473" y="20429"/>
                    <a:pt x="10224" y="20429"/>
                  </a:cubicBezTo>
                  <a:cubicBezTo>
                    <a:pt x="15975" y="20429"/>
                    <a:pt x="20448" y="15960"/>
                    <a:pt x="20448" y="10215"/>
                  </a:cubicBezTo>
                  <a:cubicBezTo>
                    <a:pt x="20448" y="10215"/>
                    <a:pt x="20448" y="10215"/>
                    <a:pt x="20448" y="10215"/>
                  </a:cubicBezTo>
                  <a:cubicBezTo>
                    <a:pt x="21087" y="4469"/>
                    <a:pt x="15975" y="0"/>
                    <a:pt x="10224" y="0"/>
                  </a:cubicBezTo>
                  <a:cubicBezTo>
                    <a:pt x="10224" y="0"/>
                    <a:pt x="10224" y="0"/>
                    <a:pt x="10224" y="0"/>
                  </a:cubicBezTo>
                  <a:close/>
                </a:path>
              </a:pathLst>
            </a:custGeom>
            <a:solidFill>
              <a:srgbClr val="0097A9"/>
            </a:solidFill>
            <a:ln w="6390" cap="flat">
              <a:noFill/>
              <a:prstDash val="solid"/>
              <a:miter/>
            </a:ln>
          </p:spPr>
          <p:txBody>
            <a:bodyPr rtlCol="0" anchor="ctr"/>
            <a:lstStyle/>
            <a:p>
              <a:endParaRPr lang="en-US"/>
            </a:p>
          </p:txBody>
        </p:sp>
        <p:sp>
          <p:nvSpPr>
            <p:cNvPr id="627" name="Graphic 4">
              <a:extLst>
                <a:ext uri="{FF2B5EF4-FFF2-40B4-BE49-F238E27FC236}">
                  <a16:creationId xmlns:a16="http://schemas.microsoft.com/office/drawing/2014/main" id="{2A6C4E01-D47E-054D-9A69-5D7B43FEBBDE}"/>
                </a:ext>
              </a:extLst>
            </p:cNvPr>
            <p:cNvSpPr/>
            <p:nvPr/>
          </p:nvSpPr>
          <p:spPr>
            <a:xfrm>
              <a:off x="5099169" y="33396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5947 w 362309"/>
                <a:gd name="connsiteY7" fmla="*/ 294940 h 361971"/>
                <a:gd name="connsiteX8" fmla="*/ 179557 w 362309"/>
                <a:gd name="connsiteY8" fmla="*/ 301324 h 361971"/>
                <a:gd name="connsiteX9" fmla="*/ 173167 w 362309"/>
                <a:gd name="connsiteY9" fmla="*/ 294940 h 361971"/>
                <a:gd name="connsiteX10" fmla="*/ 173167 w 362309"/>
                <a:gd name="connsiteY10" fmla="*/ 184497 h 361971"/>
                <a:gd name="connsiteX11" fmla="*/ 179557 w 362309"/>
                <a:gd name="connsiteY11" fmla="*/ 178113 h 361971"/>
                <a:gd name="connsiteX12" fmla="*/ 185947 w 362309"/>
                <a:gd name="connsiteY12" fmla="*/ 184497 h 361971"/>
                <a:gd name="connsiteX13" fmla="*/ 185947 w 362309"/>
                <a:gd name="connsiteY13" fmla="*/ 294940 h 361971"/>
                <a:gd name="connsiteX14" fmla="*/ 255597 w 362309"/>
                <a:gd name="connsiteY14" fmla="*/ 180028 h 361971"/>
                <a:gd name="connsiteX15" fmla="*/ 249846 w 362309"/>
                <a:gd name="connsiteY15" fmla="*/ 183220 h 361971"/>
                <a:gd name="connsiteX16" fmla="*/ 246651 w 362309"/>
                <a:gd name="connsiteY16" fmla="*/ 182582 h 361971"/>
                <a:gd name="connsiteX17" fmla="*/ 199366 w 362309"/>
                <a:gd name="connsiteY17" fmla="*/ 155769 h 361971"/>
                <a:gd name="connsiteX18" fmla="*/ 167416 w 362309"/>
                <a:gd name="connsiteY18" fmla="*/ 162792 h 361971"/>
                <a:gd name="connsiteX19" fmla="*/ 161027 w 362309"/>
                <a:gd name="connsiteY19" fmla="*/ 157046 h 361971"/>
                <a:gd name="connsiteX20" fmla="*/ 115658 w 362309"/>
                <a:gd name="connsiteY20" fmla="*/ 182582 h 361971"/>
                <a:gd name="connsiteX21" fmla="*/ 106712 w 362309"/>
                <a:gd name="connsiteY21" fmla="*/ 180028 h 361971"/>
                <a:gd name="connsiteX22" fmla="*/ 109268 w 362309"/>
                <a:gd name="connsiteY22" fmla="*/ 171091 h 361971"/>
                <a:gd name="connsiteX23" fmla="*/ 156553 w 362309"/>
                <a:gd name="connsiteY23" fmla="*/ 144278 h 361971"/>
                <a:gd name="connsiteX24" fmla="*/ 156553 w 362309"/>
                <a:gd name="connsiteY24" fmla="*/ 143001 h 361971"/>
                <a:gd name="connsiteX25" fmla="*/ 173167 w 362309"/>
                <a:gd name="connsiteY25" fmla="*/ 120657 h 361971"/>
                <a:gd name="connsiteX26" fmla="*/ 173167 w 362309"/>
                <a:gd name="connsiteY26" fmla="*/ 67032 h 361971"/>
                <a:gd name="connsiteX27" fmla="*/ 179557 w 362309"/>
                <a:gd name="connsiteY27" fmla="*/ 60648 h 361971"/>
                <a:gd name="connsiteX28" fmla="*/ 185947 w 362309"/>
                <a:gd name="connsiteY28" fmla="*/ 67032 h 361971"/>
                <a:gd name="connsiteX29" fmla="*/ 185947 w 362309"/>
                <a:gd name="connsiteY29" fmla="*/ 120657 h 361971"/>
                <a:gd name="connsiteX30" fmla="*/ 202561 w 362309"/>
                <a:gd name="connsiteY30" fmla="*/ 142363 h 361971"/>
                <a:gd name="connsiteX31" fmla="*/ 253041 w 362309"/>
                <a:gd name="connsiteY31" fmla="*/ 171091 h 361971"/>
                <a:gd name="connsiteX32" fmla="*/ 255597 w 362309"/>
                <a:gd name="connsiteY32" fmla="*/ 180028 h 361971"/>
                <a:gd name="connsiteX33" fmla="*/ 255597 w 362309"/>
                <a:gd name="connsiteY33" fmla="*/ 180028 h 361971"/>
                <a:gd name="connsiteX34" fmla="*/ 255597 w 362309"/>
                <a:gd name="connsiteY34" fmla="*/ 18002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310" y="81077"/>
                    <a:pt x="281157" y="0"/>
                    <a:pt x="181474" y="0"/>
                  </a:cubicBezTo>
                  <a:cubicBezTo>
                    <a:pt x="181474" y="0"/>
                    <a:pt x="181474" y="0"/>
                    <a:pt x="181474" y="0"/>
                  </a:cubicBezTo>
                  <a:close/>
                  <a:moveTo>
                    <a:pt x="185947" y="294940"/>
                  </a:moveTo>
                  <a:cubicBezTo>
                    <a:pt x="185947" y="298770"/>
                    <a:pt x="183391" y="301324"/>
                    <a:pt x="179557" y="301324"/>
                  </a:cubicBezTo>
                  <a:cubicBezTo>
                    <a:pt x="175723" y="301324"/>
                    <a:pt x="173167" y="298770"/>
                    <a:pt x="173167" y="294940"/>
                  </a:cubicBezTo>
                  <a:lnTo>
                    <a:pt x="173167" y="184497"/>
                  </a:lnTo>
                  <a:cubicBezTo>
                    <a:pt x="173167" y="180667"/>
                    <a:pt x="175723" y="178113"/>
                    <a:pt x="179557" y="178113"/>
                  </a:cubicBezTo>
                  <a:cubicBezTo>
                    <a:pt x="183391" y="178113"/>
                    <a:pt x="185947" y="180667"/>
                    <a:pt x="185947" y="184497"/>
                  </a:cubicBezTo>
                  <a:lnTo>
                    <a:pt x="185947" y="294940"/>
                  </a:lnTo>
                  <a:close/>
                  <a:moveTo>
                    <a:pt x="255597" y="180028"/>
                  </a:moveTo>
                  <a:cubicBezTo>
                    <a:pt x="254319" y="181944"/>
                    <a:pt x="252403" y="183220"/>
                    <a:pt x="249846" y="183220"/>
                  </a:cubicBezTo>
                  <a:cubicBezTo>
                    <a:pt x="248569" y="183220"/>
                    <a:pt x="247929" y="183220"/>
                    <a:pt x="246651" y="182582"/>
                  </a:cubicBezTo>
                  <a:lnTo>
                    <a:pt x="199366" y="155769"/>
                  </a:lnTo>
                  <a:cubicBezTo>
                    <a:pt x="192337" y="166622"/>
                    <a:pt x="178279" y="169814"/>
                    <a:pt x="167416" y="162792"/>
                  </a:cubicBezTo>
                  <a:cubicBezTo>
                    <a:pt x="164860" y="161515"/>
                    <a:pt x="162943" y="158961"/>
                    <a:pt x="161027" y="157046"/>
                  </a:cubicBezTo>
                  <a:lnTo>
                    <a:pt x="115658" y="182582"/>
                  </a:lnTo>
                  <a:cubicBezTo>
                    <a:pt x="112463" y="184497"/>
                    <a:pt x="108629" y="183220"/>
                    <a:pt x="106712" y="180028"/>
                  </a:cubicBezTo>
                  <a:cubicBezTo>
                    <a:pt x="104795" y="176836"/>
                    <a:pt x="106073" y="173006"/>
                    <a:pt x="109268" y="171091"/>
                  </a:cubicBezTo>
                  <a:lnTo>
                    <a:pt x="156553" y="144278"/>
                  </a:lnTo>
                  <a:cubicBezTo>
                    <a:pt x="156553" y="143640"/>
                    <a:pt x="156553" y="143640"/>
                    <a:pt x="156553" y="143001"/>
                  </a:cubicBezTo>
                  <a:cubicBezTo>
                    <a:pt x="156553" y="132787"/>
                    <a:pt x="163582" y="123849"/>
                    <a:pt x="173167" y="120657"/>
                  </a:cubicBezTo>
                  <a:lnTo>
                    <a:pt x="173167" y="67032"/>
                  </a:lnTo>
                  <a:cubicBezTo>
                    <a:pt x="173167" y="63202"/>
                    <a:pt x="175723" y="60648"/>
                    <a:pt x="179557" y="60648"/>
                  </a:cubicBezTo>
                  <a:cubicBezTo>
                    <a:pt x="183391" y="60648"/>
                    <a:pt x="185947" y="63202"/>
                    <a:pt x="185947" y="67032"/>
                  </a:cubicBezTo>
                  <a:lnTo>
                    <a:pt x="185947" y="120657"/>
                  </a:lnTo>
                  <a:cubicBezTo>
                    <a:pt x="195532" y="123211"/>
                    <a:pt x="202561" y="132149"/>
                    <a:pt x="202561" y="142363"/>
                  </a:cubicBezTo>
                  <a:lnTo>
                    <a:pt x="253041" y="171091"/>
                  </a:lnTo>
                  <a:cubicBezTo>
                    <a:pt x="256236" y="173006"/>
                    <a:pt x="257514" y="176836"/>
                    <a:pt x="255597" y="180028"/>
                  </a:cubicBezTo>
                  <a:cubicBezTo>
                    <a:pt x="255597" y="180028"/>
                    <a:pt x="255597" y="180028"/>
                    <a:pt x="255597" y="180028"/>
                  </a:cubicBezTo>
                  <a:lnTo>
                    <a:pt x="255597" y="180028"/>
                  </a:lnTo>
                  <a:close/>
                </a:path>
              </a:pathLst>
            </a:custGeom>
            <a:solidFill>
              <a:srgbClr val="0097A9"/>
            </a:solidFill>
            <a:ln w="6390" cap="flat">
              <a:noFill/>
              <a:prstDash val="solid"/>
              <a:miter/>
            </a:ln>
          </p:spPr>
          <p:txBody>
            <a:bodyPr rtlCol="0" anchor="ctr"/>
            <a:lstStyle/>
            <a:p>
              <a:endParaRPr lang="en-US"/>
            </a:p>
          </p:txBody>
        </p:sp>
      </p:grpSp>
      <p:grpSp>
        <p:nvGrpSpPr>
          <p:cNvPr id="628" name="Graphic 4">
            <a:extLst>
              <a:ext uri="{FF2B5EF4-FFF2-40B4-BE49-F238E27FC236}">
                <a16:creationId xmlns:a16="http://schemas.microsoft.com/office/drawing/2014/main" id="{9843F768-FCBC-2F4E-AECA-721F502ED25D}"/>
              </a:ext>
            </a:extLst>
          </p:cNvPr>
          <p:cNvGrpSpPr/>
          <p:nvPr/>
        </p:nvGrpSpPr>
        <p:grpSpPr>
          <a:xfrm>
            <a:off x="5099169" y="4308712"/>
            <a:ext cx="362309" cy="361971"/>
            <a:chOff x="5099169" y="4308712"/>
            <a:chExt cx="362309" cy="361971"/>
          </a:xfrm>
          <a:solidFill>
            <a:srgbClr val="0097A9"/>
          </a:solidFill>
        </p:grpSpPr>
        <p:sp>
          <p:nvSpPr>
            <p:cNvPr id="629" name="Graphic 4">
              <a:extLst>
                <a:ext uri="{FF2B5EF4-FFF2-40B4-BE49-F238E27FC236}">
                  <a16:creationId xmlns:a16="http://schemas.microsoft.com/office/drawing/2014/main" id="{FA0511B5-822E-1D46-AC17-3969920868A6}"/>
                </a:ext>
              </a:extLst>
            </p:cNvPr>
            <p:cNvSpPr/>
            <p:nvPr/>
          </p:nvSpPr>
          <p:spPr>
            <a:xfrm>
              <a:off x="5213979" y="4392980"/>
              <a:ext cx="131873" cy="195988"/>
            </a:xfrm>
            <a:custGeom>
              <a:avLst/>
              <a:gdLst>
                <a:gd name="connsiteX0" fmla="*/ 110755 w 131873"/>
                <a:gd name="connsiteY0" fmla="*/ 77885 h 195988"/>
                <a:gd name="connsiteX1" fmla="*/ 109477 w 131873"/>
                <a:gd name="connsiteY1" fmla="*/ 86184 h 195988"/>
                <a:gd name="connsiteX2" fmla="*/ 95420 w 131873"/>
                <a:gd name="connsiteY2" fmla="*/ 97037 h 195988"/>
                <a:gd name="connsiteX3" fmla="*/ 80084 w 131873"/>
                <a:gd name="connsiteY3" fmla="*/ 52349 h 195988"/>
                <a:gd name="connsiteX4" fmla="*/ 58358 w 131873"/>
                <a:gd name="connsiteY4" fmla="*/ 0 h 195988"/>
                <a:gd name="connsiteX5" fmla="*/ 46217 w 131873"/>
                <a:gd name="connsiteY5" fmla="*/ 49157 h 195988"/>
                <a:gd name="connsiteX6" fmla="*/ 23852 w 131873"/>
                <a:gd name="connsiteY6" fmla="*/ 86184 h 195988"/>
                <a:gd name="connsiteX7" fmla="*/ 210 w 131873"/>
                <a:gd name="connsiteY7" fmla="*/ 150024 h 195988"/>
                <a:gd name="connsiteX8" fmla="*/ 20657 w 131873"/>
                <a:gd name="connsiteY8" fmla="*/ 193435 h 195988"/>
                <a:gd name="connsiteX9" fmla="*/ 33437 w 131873"/>
                <a:gd name="connsiteY9" fmla="*/ 131510 h 195988"/>
                <a:gd name="connsiteX10" fmla="*/ 55802 w 131873"/>
                <a:gd name="connsiteY10" fmla="*/ 86184 h 195988"/>
                <a:gd name="connsiteX11" fmla="*/ 61553 w 131873"/>
                <a:gd name="connsiteY11" fmla="*/ 82354 h 195988"/>
                <a:gd name="connsiteX12" fmla="*/ 62831 w 131873"/>
                <a:gd name="connsiteY12" fmla="*/ 82354 h 195988"/>
                <a:gd name="connsiteX13" fmla="*/ 67943 w 131873"/>
                <a:gd name="connsiteY13" fmla="*/ 88738 h 195988"/>
                <a:gd name="connsiteX14" fmla="*/ 95420 w 131873"/>
                <a:gd name="connsiteY14" fmla="*/ 137894 h 195988"/>
                <a:gd name="connsiteX15" fmla="*/ 106922 w 131873"/>
                <a:gd name="connsiteY15" fmla="*/ 195988 h 195988"/>
                <a:gd name="connsiteX16" fmla="*/ 116506 w 131873"/>
                <a:gd name="connsiteY16" fmla="*/ 186412 h 195988"/>
                <a:gd name="connsiteX17" fmla="*/ 129925 w 131873"/>
                <a:gd name="connsiteY17" fmla="*/ 125126 h 195988"/>
                <a:gd name="connsiteX18" fmla="*/ 110755 w 131873"/>
                <a:gd name="connsiteY18" fmla="*/ 77885 h 195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1873" h="195988">
                  <a:moveTo>
                    <a:pt x="110755" y="77885"/>
                  </a:moveTo>
                  <a:cubicBezTo>
                    <a:pt x="110117" y="80438"/>
                    <a:pt x="110117" y="83630"/>
                    <a:pt x="109477" y="86184"/>
                  </a:cubicBezTo>
                  <a:cubicBezTo>
                    <a:pt x="108200" y="93206"/>
                    <a:pt x="102449" y="97675"/>
                    <a:pt x="95420" y="97037"/>
                  </a:cubicBezTo>
                  <a:cubicBezTo>
                    <a:pt x="89030" y="95760"/>
                    <a:pt x="78167" y="89376"/>
                    <a:pt x="80084" y="52349"/>
                  </a:cubicBezTo>
                  <a:cubicBezTo>
                    <a:pt x="80723" y="32558"/>
                    <a:pt x="72416" y="13406"/>
                    <a:pt x="58358" y="0"/>
                  </a:cubicBezTo>
                  <a:cubicBezTo>
                    <a:pt x="57080" y="16598"/>
                    <a:pt x="52607" y="33197"/>
                    <a:pt x="46217" y="49157"/>
                  </a:cubicBezTo>
                  <a:cubicBezTo>
                    <a:pt x="40466" y="62563"/>
                    <a:pt x="32798" y="74693"/>
                    <a:pt x="23852" y="86184"/>
                  </a:cubicBezTo>
                  <a:cubicBezTo>
                    <a:pt x="9794" y="105336"/>
                    <a:pt x="-1707" y="121296"/>
                    <a:pt x="210" y="150024"/>
                  </a:cubicBezTo>
                  <a:cubicBezTo>
                    <a:pt x="848" y="166622"/>
                    <a:pt x="7878" y="182582"/>
                    <a:pt x="20657" y="193435"/>
                  </a:cubicBezTo>
                  <a:cubicBezTo>
                    <a:pt x="15546" y="174921"/>
                    <a:pt x="20018" y="154492"/>
                    <a:pt x="33437" y="131510"/>
                  </a:cubicBezTo>
                  <a:cubicBezTo>
                    <a:pt x="38549" y="122573"/>
                    <a:pt x="55802" y="86822"/>
                    <a:pt x="55802" y="86184"/>
                  </a:cubicBezTo>
                  <a:cubicBezTo>
                    <a:pt x="57080" y="84269"/>
                    <a:pt x="58997" y="82354"/>
                    <a:pt x="61553" y="82354"/>
                  </a:cubicBezTo>
                  <a:cubicBezTo>
                    <a:pt x="62192" y="82354"/>
                    <a:pt x="62831" y="82354"/>
                    <a:pt x="62831" y="82354"/>
                  </a:cubicBezTo>
                  <a:cubicBezTo>
                    <a:pt x="66026" y="82992"/>
                    <a:pt x="67943" y="85546"/>
                    <a:pt x="67943" y="88738"/>
                  </a:cubicBezTo>
                  <a:cubicBezTo>
                    <a:pt x="67943" y="91291"/>
                    <a:pt x="71777" y="107889"/>
                    <a:pt x="95420" y="137894"/>
                  </a:cubicBezTo>
                  <a:cubicBezTo>
                    <a:pt x="108200" y="154492"/>
                    <a:pt x="112033" y="176198"/>
                    <a:pt x="106922" y="195988"/>
                  </a:cubicBezTo>
                  <a:cubicBezTo>
                    <a:pt x="110755" y="193435"/>
                    <a:pt x="113950" y="189604"/>
                    <a:pt x="116506" y="186412"/>
                  </a:cubicBezTo>
                  <a:cubicBezTo>
                    <a:pt x="129925" y="169176"/>
                    <a:pt x="135037" y="146832"/>
                    <a:pt x="129925" y="125126"/>
                  </a:cubicBezTo>
                  <a:cubicBezTo>
                    <a:pt x="128008" y="107889"/>
                    <a:pt x="121618" y="91291"/>
                    <a:pt x="110755" y="77885"/>
                  </a:cubicBezTo>
                  <a:close/>
                </a:path>
              </a:pathLst>
            </a:custGeom>
            <a:solidFill>
              <a:srgbClr val="0097A9"/>
            </a:solidFill>
            <a:ln w="6390" cap="flat">
              <a:noFill/>
              <a:prstDash val="solid"/>
              <a:miter/>
            </a:ln>
          </p:spPr>
          <p:txBody>
            <a:bodyPr rtlCol="0" anchor="ctr"/>
            <a:lstStyle/>
            <a:p>
              <a:endParaRPr lang="en-US"/>
            </a:p>
          </p:txBody>
        </p:sp>
        <p:sp>
          <p:nvSpPr>
            <p:cNvPr id="630" name="Graphic 4">
              <a:extLst>
                <a:ext uri="{FF2B5EF4-FFF2-40B4-BE49-F238E27FC236}">
                  <a16:creationId xmlns:a16="http://schemas.microsoft.com/office/drawing/2014/main" id="{165C369A-176F-2242-98A8-8E6BA64219F4}"/>
                </a:ext>
              </a:extLst>
            </p:cNvPr>
            <p:cNvSpPr/>
            <p:nvPr/>
          </p:nvSpPr>
          <p:spPr>
            <a:xfrm>
              <a:off x="5099169" y="430871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42179 w 362309"/>
                <a:gd name="connsiteY7" fmla="*/ 278342 h 361971"/>
                <a:gd name="connsiteX8" fmla="*/ 212146 w 362309"/>
                <a:gd name="connsiteY8" fmla="*/ 298132 h 361971"/>
                <a:gd name="connsiteX9" fmla="*/ 206395 w 362309"/>
                <a:gd name="connsiteY9" fmla="*/ 294940 h 361971"/>
                <a:gd name="connsiteX10" fmla="*/ 205756 w 362309"/>
                <a:gd name="connsiteY10" fmla="*/ 288556 h 361971"/>
                <a:gd name="connsiteX11" fmla="*/ 200644 w 362309"/>
                <a:gd name="connsiteY11" fmla="*/ 229185 h 361971"/>
                <a:gd name="connsiteX12" fmla="*/ 175084 w 362309"/>
                <a:gd name="connsiteY12" fmla="*/ 189604 h 361971"/>
                <a:gd name="connsiteX13" fmla="*/ 159110 w 362309"/>
                <a:gd name="connsiteY13" fmla="*/ 220247 h 361971"/>
                <a:gd name="connsiteX14" fmla="*/ 154637 w 362309"/>
                <a:gd name="connsiteY14" fmla="*/ 287279 h 361971"/>
                <a:gd name="connsiteX15" fmla="*/ 152720 w 362309"/>
                <a:gd name="connsiteY15" fmla="*/ 296217 h 361971"/>
                <a:gd name="connsiteX16" fmla="*/ 148885 w 362309"/>
                <a:gd name="connsiteY16" fmla="*/ 297494 h 361971"/>
                <a:gd name="connsiteX17" fmla="*/ 147607 w 362309"/>
                <a:gd name="connsiteY17" fmla="*/ 297494 h 361971"/>
                <a:gd name="connsiteX18" fmla="*/ 102239 w 362309"/>
                <a:gd name="connsiteY18" fmla="*/ 234292 h 361971"/>
                <a:gd name="connsiteX19" fmla="*/ 128438 w 362309"/>
                <a:gd name="connsiteY19" fmla="*/ 162153 h 361971"/>
                <a:gd name="connsiteX20" fmla="*/ 148885 w 362309"/>
                <a:gd name="connsiteY20" fmla="*/ 128318 h 361971"/>
                <a:gd name="connsiteX21" fmla="*/ 160387 w 362309"/>
                <a:gd name="connsiteY21" fmla="*/ 70862 h 361971"/>
                <a:gd name="connsiteX22" fmla="*/ 163582 w 362309"/>
                <a:gd name="connsiteY22" fmla="*/ 64478 h 361971"/>
                <a:gd name="connsiteX23" fmla="*/ 170611 w 362309"/>
                <a:gd name="connsiteY23" fmla="*/ 64478 h 361971"/>
                <a:gd name="connsiteX24" fmla="*/ 207673 w 362309"/>
                <a:gd name="connsiteY24" fmla="*/ 137256 h 361971"/>
                <a:gd name="connsiteX25" fmla="*/ 211507 w 362309"/>
                <a:gd name="connsiteY25" fmla="*/ 167899 h 361971"/>
                <a:gd name="connsiteX26" fmla="*/ 211507 w 362309"/>
                <a:gd name="connsiteY26" fmla="*/ 167260 h 361971"/>
                <a:gd name="connsiteX27" fmla="*/ 212785 w 362309"/>
                <a:gd name="connsiteY27" fmla="*/ 148747 h 361971"/>
                <a:gd name="connsiteX28" fmla="*/ 215341 w 362309"/>
                <a:gd name="connsiteY28" fmla="*/ 143001 h 361971"/>
                <a:gd name="connsiteX29" fmla="*/ 221731 w 362309"/>
                <a:gd name="connsiteY29" fmla="*/ 142363 h 361971"/>
                <a:gd name="connsiteX30" fmla="*/ 257514 w 362309"/>
                <a:gd name="connsiteY30" fmla="*/ 207479 h 361971"/>
                <a:gd name="connsiteX31" fmla="*/ 242179 w 362309"/>
                <a:gd name="connsiteY31" fmla="*/ 278342 h 361971"/>
                <a:gd name="connsiteX32" fmla="*/ 242179 w 362309"/>
                <a:gd name="connsiteY32" fmla="*/ 27834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1077"/>
                    <a:pt x="281157" y="0"/>
                    <a:pt x="181474" y="0"/>
                  </a:cubicBezTo>
                  <a:cubicBezTo>
                    <a:pt x="181474" y="0"/>
                    <a:pt x="181474" y="0"/>
                    <a:pt x="181474" y="0"/>
                  </a:cubicBezTo>
                  <a:close/>
                  <a:moveTo>
                    <a:pt x="242179" y="278342"/>
                  </a:moveTo>
                  <a:cubicBezTo>
                    <a:pt x="232594" y="289833"/>
                    <a:pt x="221092" y="297494"/>
                    <a:pt x="212146" y="298132"/>
                  </a:cubicBezTo>
                  <a:cubicBezTo>
                    <a:pt x="210229" y="298132"/>
                    <a:pt x="207673" y="296855"/>
                    <a:pt x="206395" y="294940"/>
                  </a:cubicBezTo>
                  <a:cubicBezTo>
                    <a:pt x="205117" y="293025"/>
                    <a:pt x="205117" y="290471"/>
                    <a:pt x="205756" y="288556"/>
                  </a:cubicBezTo>
                  <a:cubicBezTo>
                    <a:pt x="205756" y="288556"/>
                    <a:pt x="220453" y="255359"/>
                    <a:pt x="200644" y="229185"/>
                  </a:cubicBezTo>
                  <a:cubicBezTo>
                    <a:pt x="190420" y="217055"/>
                    <a:pt x="182113" y="203649"/>
                    <a:pt x="175084" y="189604"/>
                  </a:cubicBezTo>
                  <a:cubicBezTo>
                    <a:pt x="169333" y="201095"/>
                    <a:pt x="162305" y="215140"/>
                    <a:pt x="159110" y="220247"/>
                  </a:cubicBezTo>
                  <a:cubicBezTo>
                    <a:pt x="143774" y="247060"/>
                    <a:pt x="142496" y="269404"/>
                    <a:pt x="154637" y="287279"/>
                  </a:cubicBezTo>
                  <a:cubicBezTo>
                    <a:pt x="156553" y="290471"/>
                    <a:pt x="155915" y="294302"/>
                    <a:pt x="152720" y="296217"/>
                  </a:cubicBezTo>
                  <a:cubicBezTo>
                    <a:pt x="151442" y="296855"/>
                    <a:pt x="150164" y="297494"/>
                    <a:pt x="148885" y="297494"/>
                  </a:cubicBezTo>
                  <a:lnTo>
                    <a:pt x="147607" y="297494"/>
                  </a:lnTo>
                  <a:cubicBezTo>
                    <a:pt x="146969" y="297494"/>
                    <a:pt x="106073" y="286641"/>
                    <a:pt x="102239" y="234292"/>
                  </a:cubicBezTo>
                  <a:cubicBezTo>
                    <a:pt x="99683" y="201095"/>
                    <a:pt x="114380" y="181305"/>
                    <a:pt x="128438" y="162153"/>
                  </a:cubicBezTo>
                  <a:cubicBezTo>
                    <a:pt x="136745" y="151939"/>
                    <a:pt x="143774" y="140448"/>
                    <a:pt x="148885" y="128318"/>
                  </a:cubicBezTo>
                  <a:cubicBezTo>
                    <a:pt x="162943" y="93206"/>
                    <a:pt x="160387" y="70862"/>
                    <a:pt x="160387" y="70862"/>
                  </a:cubicBezTo>
                  <a:cubicBezTo>
                    <a:pt x="159748" y="68309"/>
                    <a:pt x="161027" y="65755"/>
                    <a:pt x="163582" y="64478"/>
                  </a:cubicBezTo>
                  <a:cubicBezTo>
                    <a:pt x="165500" y="63202"/>
                    <a:pt x="168695" y="63202"/>
                    <a:pt x="170611" y="64478"/>
                  </a:cubicBezTo>
                  <a:cubicBezTo>
                    <a:pt x="171889" y="65755"/>
                    <a:pt x="209590" y="91291"/>
                    <a:pt x="207673" y="137256"/>
                  </a:cubicBezTo>
                  <a:cubicBezTo>
                    <a:pt x="207034" y="156408"/>
                    <a:pt x="209590" y="164707"/>
                    <a:pt x="211507" y="167899"/>
                  </a:cubicBezTo>
                  <a:cubicBezTo>
                    <a:pt x="211507" y="167899"/>
                    <a:pt x="211507" y="167260"/>
                    <a:pt x="211507" y="167260"/>
                  </a:cubicBezTo>
                  <a:cubicBezTo>
                    <a:pt x="212785" y="161515"/>
                    <a:pt x="213424" y="155131"/>
                    <a:pt x="212785" y="148747"/>
                  </a:cubicBezTo>
                  <a:cubicBezTo>
                    <a:pt x="212785" y="146193"/>
                    <a:pt x="213424" y="144278"/>
                    <a:pt x="215341" y="143001"/>
                  </a:cubicBezTo>
                  <a:cubicBezTo>
                    <a:pt x="217258" y="141724"/>
                    <a:pt x="219814" y="141724"/>
                    <a:pt x="221731" y="142363"/>
                  </a:cubicBezTo>
                  <a:cubicBezTo>
                    <a:pt x="223009" y="143001"/>
                    <a:pt x="246651" y="155131"/>
                    <a:pt x="257514" y="207479"/>
                  </a:cubicBezTo>
                  <a:cubicBezTo>
                    <a:pt x="263266" y="231738"/>
                    <a:pt x="257514" y="257913"/>
                    <a:pt x="242179" y="278342"/>
                  </a:cubicBezTo>
                  <a:lnTo>
                    <a:pt x="242179" y="278342"/>
                  </a:lnTo>
                  <a:close/>
                </a:path>
              </a:pathLst>
            </a:custGeom>
            <a:solidFill>
              <a:srgbClr val="0097A9"/>
            </a:solidFill>
            <a:ln w="6390" cap="flat">
              <a:noFill/>
              <a:prstDash val="solid"/>
              <a:miter/>
            </a:ln>
          </p:spPr>
          <p:txBody>
            <a:bodyPr rtlCol="0" anchor="ctr"/>
            <a:lstStyle/>
            <a:p>
              <a:endParaRPr lang="en-US"/>
            </a:p>
          </p:txBody>
        </p:sp>
      </p:grpSp>
      <p:grpSp>
        <p:nvGrpSpPr>
          <p:cNvPr id="631" name="Graphic 4">
            <a:extLst>
              <a:ext uri="{FF2B5EF4-FFF2-40B4-BE49-F238E27FC236}">
                <a16:creationId xmlns:a16="http://schemas.microsoft.com/office/drawing/2014/main" id="{42BDBC59-E743-C746-AD83-23F88BAC237E}"/>
              </a:ext>
            </a:extLst>
          </p:cNvPr>
          <p:cNvGrpSpPr/>
          <p:nvPr/>
        </p:nvGrpSpPr>
        <p:grpSpPr>
          <a:xfrm>
            <a:off x="4660820" y="918179"/>
            <a:ext cx="362312" cy="361971"/>
            <a:chOff x="4660820" y="918179"/>
            <a:chExt cx="362312" cy="361971"/>
          </a:xfrm>
          <a:solidFill>
            <a:srgbClr val="0097A9"/>
          </a:solidFill>
        </p:grpSpPr>
        <p:sp>
          <p:nvSpPr>
            <p:cNvPr id="632" name="Graphic 4">
              <a:extLst>
                <a:ext uri="{FF2B5EF4-FFF2-40B4-BE49-F238E27FC236}">
                  <a16:creationId xmlns:a16="http://schemas.microsoft.com/office/drawing/2014/main" id="{F29632B8-DAF6-FF42-8F72-88E853274394}"/>
                </a:ext>
              </a:extLst>
            </p:cNvPr>
            <p:cNvSpPr/>
            <p:nvPr/>
          </p:nvSpPr>
          <p:spPr>
            <a:xfrm>
              <a:off x="4660820" y="918179"/>
              <a:ext cx="362312" cy="361971"/>
            </a:xfrm>
            <a:custGeom>
              <a:avLst/>
              <a:gdLst>
                <a:gd name="connsiteX0" fmla="*/ 181474 w 362312"/>
                <a:gd name="connsiteY0" fmla="*/ 349204 h 361971"/>
                <a:gd name="connsiteX1" fmla="*/ 12780 w 362312"/>
                <a:gd name="connsiteY1" fmla="*/ 181305 h 361971"/>
                <a:gd name="connsiteX2" fmla="*/ 180835 w 362312"/>
                <a:gd name="connsiteY2" fmla="*/ 12768 h 361971"/>
                <a:gd name="connsiteX3" fmla="*/ 349529 w 362312"/>
                <a:gd name="connsiteY3" fmla="*/ 180667 h 361971"/>
                <a:gd name="connsiteX4" fmla="*/ 349529 w 362312"/>
                <a:gd name="connsiteY4" fmla="*/ 180667 h 361971"/>
                <a:gd name="connsiteX5" fmla="*/ 181474 w 362312"/>
                <a:gd name="connsiteY5" fmla="*/ 349204 h 361971"/>
                <a:gd name="connsiteX6" fmla="*/ 181474 w 362312"/>
                <a:gd name="connsiteY6" fmla="*/ 0 h 361971"/>
                <a:gd name="connsiteX7" fmla="*/ 0 w 362312"/>
                <a:gd name="connsiteY7" fmla="*/ 180667 h 361971"/>
                <a:gd name="connsiteX8" fmla="*/ 180835 w 362312"/>
                <a:gd name="connsiteY8" fmla="*/ 361972 h 361971"/>
                <a:gd name="connsiteX9" fmla="*/ 362309 w 362312"/>
                <a:gd name="connsiteY9" fmla="*/ 181305 h 361971"/>
                <a:gd name="connsiteX10" fmla="*/ 362309 w 362312"/>
                <a:gd name="connsiteY10" fmla="*/ 181305 h 361971"/>
                <a:gd name="connsiteX11" fmla="*/ 181474 w 362312"/>
                <a:gd name="connsiteY11" fmla="*/ 0 h 361971"/>
                <a:gd name="connsiteX12" fmla="*/ 181474 w 362312"/>
                <a:gd name="connsiteY12"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lnTo>
                    <a:pt x="349529" y="180667"/>
                  </a:lnTo>
                  <a:cubicBezTo>
                    <a:pt x="349529" y="273873"/>
                    <a:pt x="274767" y="349204"/>
                    <a:pt x="181474" y="349204"/>
                  </a:cubicBezTo>
                  <a:moveTo>
                    <a:pt x="181474" y="0"/>
                  </a:moveTo>
                  <a:cubicBezTo>
                    <a:pt x="81152" y="0"/>
                    <a:pt x="0" y="81077"/>
                    <a:pt x="0" y="180667"/>
                  </a:cubicBezTo>
                  <a:cubicBezTo>
                    <a:pt x="0" y="280257"/>
                    <a:pt x="81152" y="361972"/>
                    <a:pt x="180835" y="361972"/>
                  </a:cubicBezTo>
                  <a:cubicBezTo>
                    <a:pt x="280518" y="361972"/>
                    <a:pt x="362309" y="280895"/>
                    <a:pt x="362309" y="181305"/>
                  </a:cubicBezTo>
                  <a:lnTo>
                    <a:pt x="362309" y="181305"/>
                  </a:lnTo>
                  <a:cubicBezTo>
                    <a:pt x="362948" y="81077"/>
                    <a:pt x="281796" y="0"/>
                    <a:pt x="181474" y="0"/>
                  </a:cubicBezTo>
                  <a:cubicBezTo>
                    <a:pt x="181474" y="0"/>
                    <a:pt x="181474" y="0"/>
                    <a:pt x="181474" y="0"/>
                  </a:cubicBezTo>
                </a:path>
              </a:pathLst>
            </a:custGeom>
            <a:solidFill>
              <a:srgbClr val="0097A9"/>
            </a:solidFill>
            <a:ln w="6390" cap="flat">
              <a:noFill/>
              <a:prstDash val="solid"/>
              <a:miter/>
            </a:ln>
          </p:spPr>
          <p:txBody>
            <a:bodyPr rtlCol="0" anchor="ctr"/>
            <a:lstStyle/>
            <a:p>
              <a:endParaRPr lang="en-US"/>
            </a:p>
          </p:txBody>
        </p:sp>
        <p:sp>
          <p:nvSpPr>
            <p:cNvPr id="633" name="Graphic 4">
              <a:extLst>
                <a:ext uri="{FF2B5EF4-FFF2-40B4-BE49-F238E27FC236}">
                  <a16:creationId xmlns:a16="http://schemas.microsoft.com/office/drawing/2014/main" id="{F3A4F080-E054-AB47-9252-135614897B33}"/>
                </a:ext>
              </a:extLst>
            </p:cNvPr>
            <p:cNvSpPr/>
            <p:nvPr/>
          </p:nvSpPr>
          <p:spPr>
            <a:xfrm>
              <a:off x="4736221" y="996702"/>
              <a:ext cx="213424" cy="203010"/>
            </a:xfrm>
            <a:custGeom>
              <a:avLst/>
              <a:gdLst>
                <a:gd name="connsiteX0" fmla="*/ 174445 w 213424"/>
                <a:gd name="connsiteY0" fmla="*/ 191520 h 203010"/>
                <a:gd name="connsiteX1" fmla="*/ 37701 w 213424"/>
                <a:gd name="connsiteY1" fmla="*/ 191520 h 203010"/>
                <a:gd name="connsiteX2" fmla="*/ 37701 w 213424"/>
                <a:gd name="connsiteY2" fmla="*/ 82353 h 203010"/>
                <a:gd name="connsiteX3" fmla="*/ 69650 w 213424"/>
                <a:gd name="connsiteY3" fmla="*/ 51710 h 203010"/>
                <a:gd name="connsiteX4" fmla="*/ 107351 w 213424"/>
                <a:gd name="connsiteY4" fmla="*/ 15960 h 203010"/>
                <a:gd name="connsiteX5" fmla="*/ 174445 w 213424"/>
                <a:gd name="connsiteY5" fmla="*/ 85545 h 203010"/>
                <a:gd name="connsiteX6" fmla="*/ 174445 w 213424"/>
                <a:gd name="connsiteY6" fmla="*/ 191520 h 203010"/>
                <a:gd name="connsiteX7" fmla="*/ 47285 w 213424"/>
                <a:gd name="connsiteY7" fmla="*/ 27451 h 203010"/>
                <a:gd name="connsiteX8" fmla="*/ 59427 w 213424"/>
                <a:gd name="connsiteY8" fmla="*/ 27451 h 203010"/>
                <a:gd name="connsiteX9" fmla="*/ 59427 w 213424"/>
                <a:gd name="connsiteY9" fmla="*/ 44049 h 203010"/>
                <a:gd name="connsiteX10" fmla="*/ 47285 w 213424"/>
                <a:gd name="connsiteY10" fmla="*/ 55541 h 203010"/>
                <a:gd name="connsiteX11" fmla="*/ 47285 w 213424"/>
                <a:gd name="connsiteY11" fmla="*/ 27451 h 203010"/>
                <a:gd name="connsiteX12" fmla="*/ 112463 w 213424"/>
                <a:gd name="connsiteY12" fmla="*/ 1915 h 203010"/>
                <a:gd name="connsiteX13" fmla="*/ 103517 w 213424"/>
                <a:gd name="connsiteY13" fmla="*/ 1915 h 203010"/>
                <a:gd name="connsiteX14" fmla="*/ 72206 w 213424"/>
                <a:gd name="connsiteY14" fmla="*/ 31920 h 203010"/>
                <a:gd name="connsiteX15" fmla="*/ 72206 w 213424"/>
                <a:gd name="connsiteY15" fmla="*/ 21067 h 203010"/>
                <a:gd name="connsiteX16" fmla="*/ 65816 w 213424"/>
                <a:gd name="connsiteY16" fmla="*/ 14683 h 203010"/>
                <a:gd name="connsiteX17" fmla="*/ 40896 w 213424"/>
                <a:gd name="connsiteY17" fmla="*/ 14683 h 203010"/>
                <a:gd name="connsiteX18" fmla="*/ 34506 w 213424"/>
                <a:gd name="connsiteY18" fmla="*/ 21067 h 203010"/>
                <a:gd name="connsiteX19" fmla="*/ 34506 w 213424"/>
                <a:gd name="connsiteY19" fmla="*/ 65117 h 203010"/>
                <a:gd name="connsiteX20" fmla="*/ 35145 w 213424"/>
                <a:gd name="connsiteY20" fmla="*/ 67032 h 203010"/>
                <a:gd name="connsiteX21" fmla="*/ 1917 w 213424"/>
                <a:gd name="connsiteY21" fmla="*/ 98952 h 203010"/>
                <a:gd name="connsiteX22" fmla="*/ 1917 w 213424"/>
                <a:gd name="connsiteY22" fmla="*/ 107889 h 203010"/>
                <a:gd name="connsiteX23" fmla="*/ 1917 w 213424"/>
                <a:gd name="connsiteY23" fmla="*/ 107889 h 203010"/>
                <a:gd name="connsiteX24" fmla="*/ 10863 w 213424"/>
                <a:gd name="connsiteY24" fmla="*/ 107889 h 203010"/>
                <a:gd name="connsiteX25" fmla="*/ 26199 w 213424"/>
                <a:gd name="connsiteY25" fmla="*/ 93206 h 203010"/>
                <a:gd name="connsiteX26" fmla="*/ 26199 w 213424"/>
                <a:gd name="connsiteY26" fmla="*/ 196627 h 203010"/>
                <a:gd name="connsiteX27" fmla="*/ 32589 w 213424"/>
                <a:gd name="connsiteY27" fmla="*/ 203011 h 203010"/>
                <a:gd name="connsiteX28" fmla="*/ 181474 w 213424"/>
                <a:gd name="connsiteY28" fmla="*/ 203011 h 203010"/>
                <a:gd name="connsiteX29" fmla="*/ 187864 w 213424"/>
                <a:gd name="connsiteY29" fmla="*/ 196627 h 203010"/>
                <a:gd name="connsiteX30" fmla="*/ 187864 w 213424"/>
                <a:gd name="connsiteY30" fmla="*/ 97675 h 203010"/>
                <a:gd name="connsiteX31" fmla="*/ 202561 w 213424"/>
                <a:gd name="connsiteY31" fmla="*/ 112996 h 203010"/>
                <a:gd name="connsiteX32" fmla="*/ 207034 w 213424"/>
                <a:gd name="connsiteY32" fmla="*/ 114912 h 203010"/>
                <a:gd name="connsiteX33" fmla="*/ 211507 w 213424"/>
                <a:gd name="connsiteY33" fmla="*/ 112996 h 203010"/>
                <a:gd name="connsiteX34" fmla="*/ 211507 w 213424"/>
                <a:gd name="connsiteY34" fmla="*/ 104059 h 203010"/>
                <a:gd name="connsiteX35" fmla="*/ 112463 w 213424"/>
                <a:gd name="connsiteY35" fmla="*/ 1915 h 203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3424" h="203010">
                  <a:moveTo>
                    <a:pt x="174445" y="191520"/>
                  </a:moveTo>
                  <a:lnTo>
                    <a:pt x="37701" y="191520"/>
                  </a:lnTo>
                  <a:lnTo>
                    <a:pt x="37701" y="82353"/>
                  </a:lnTo>
                  <a:lnTo>
                    <a:pt x="69650" y="51710"/>
                  </a:lnTo>
                  <a:lnTo>
                    <a:pt x="107351" y="15960"/>
                  </a:lnTo>
                  <a:lnTo>
                    <a:pt x="174445" y="85545"/>
                  </a:lnTo>
                  <a:lnTo>
                    <a:pt x="174445" y="191520"/>
                  </a:lnTo>
                  <a:close/>
                  <a:moveTo>
                    <a:pt x="47285" y="27451"/>
                  </a:moveTo>
                  <a:lnTo>
                    <a:pt x="59427" y="27451"/>
                  </a:lnTo>
                  <a:lnTo>
                    <a:pt x="59427" y="44049"/>
                  </a:lnTo>
                  <a:lnTo>
                    <a:pt x="47285" y="55541"/>
                  </a:lnTo>
                  <a:lnTo>
                    <a:pt x="47285" y="27451"/>
                  </a:lnTo>
                  <a:close/>
                  <a:moveTo>
                    <a:pt x="112463" y="1915"/>
                  </a:moveTo>
                  <a:cubicBezTo>
                    <a:pt x="109907" y="-638"/>
                    <a:pt x="106073" y="-638"/>
                    <a:pt x="103517" y="1915"/>
                  </a:cubicBezTo>
                  <a:lnTo>
                    <a:pt x="72206" y="31920"/>
                  </a:lnTo>
                  <a:lnTo>
                    <a:pt x="72206" y="21067"/>
                  </a:lnTo>
                  <a:cubicBezTo>
                    <a:pt x="72206" y="17237"/>
                    <a:pt x="69650" y="14683"/>
                    <a:pt x="65816" y="14683"/>
                  </a:cubicBezTo>
                  <a:lnTo>
                    <a:pt x="40896" y="14683"/>
                  </a:lnTo>
                  <a:cubicBezTo>
                    <a:pt x="37062" y="14683"/>
                    <a:pt x="34506" y="17237"/>
                    <a:pt x="34506" y="21067"/>
                  </a:cubicBezTo>
                  <a:lnTo>
                    <a:pt x="34506" y="65117"/>
                  </a:lnTo>
                  <a:cubicBezTo>
                    <a:pt x="34506" y="65755"/>
                    <a:pt x="34506" y="66393"/>
                    <a:pt x="35145" y="67032"/>
                  </a:cubicBezTo>
                  <a:lnTo>
                    <a:pt x="1917" y="98952"/>
                  </a:lnTo>
                  <a:cubicBezTo>
                    <a:pt x="-639" y="101505"/>
                    <a:pt x="-639" y="105336"/>
                    <a:pt x="1917" y="107889"/>
                  </a:cubicBezTo>
                  <a:cubicBezTo>
                    <a:pt x="1917" y="107889"/>
                    <a:pt x="1917" y="107889"/>
                    <a:pt x="1917" y="107889"/>
                  </a:cubicBezTo>
                  <a:cubicBezTo>
                    <a:pt x="4473" y="110443"/>
                    <a:pt x="8307" y="110443"/>
                    <a:pt x="10863" y="107889"/>
                  </a:cubicBezTo>
                  <a:lnTo>
                    <a:pt x="26199" y="93206"/>
                  </a:lnTo>
                  <a:lnTo>
                    <a:pt x="26199" y="196627"/>
                  </a:lnTo>
                  <a:cubicBezTo>
                    <a:pt x="26199" y="200457"/>
                    <a:pt x="28755" y="203011"/>
                    <a:pt x="32589" y="203011"/>
                  </a:cubicBezTo>
                  <a:lnTo>
                    <a:pt x="181474" y="203011"/>
                  </a:lnTo>
                  <a:cubicBezTo>
                    <a:pt x="185308" y="203011"/>
                    <a:pt x="187864" y="200457"/>
                    <a:pt x="187864" y="196627"/>
                  </a:cubicBezTo>
                  <a:lnTo>
                    <a:pt x="187864" y="97675"/>
                  </a:lnTo>
                  <a:lnTo>
                    <a:pt x="202561" y="112996"/>
                  </a:lnTo>
                  <a:cubicBezTo>
                    <a:pt x="203839" y="114273"/>
                    <a:pt x="205117" y="114912"/>
                    <a:pt x="207034" y="114912"/>
                  </a:cubicBezTo>
                  <a:cubicBezTo>
                    <a:pt x="208951" y="114912"/>
                    <a:pt x="210229" y="114273"/>
                    <a:pt x="211507" y="112996"/>
                  </a:cubicBezTo>
                  <a:cubicBezTo>
                    <a:pt x="214063" y="110443"/>
                    <a:pt x="214063" y="106613"/>
                    <a:pt x="211507" y="104059"/>
                  </a:cubicBezTo>
                  <a:lnTo>
                    <a:pt x="112463" y="1915"/>
                  </a:lnTo>
                  <a:close/>
                </a:path>
              </a:pathLst>
            </a:custGeom>
            <a:solidFill>
              <a:srgbClr val="0097A9"/>
            </a:solidFill>
            <a:ln w="6390" cap="flat">
              <a:noFill/>
              <a:prstDash val="solid"/>
              <a:miter/>
            </a:ln>
          </p:spPr>
          <p:txBody>
            <a:bodyPr rtlCol="0" anchor="ctr"/>
            <a:lstStyle/>
            <a:p>
              <a:endParaRPr lang="en-US"/>
            </a:p>
          </p:txBody>
        </p:sp>
        <p:sp>
          <p:nvSpPr>
            <p:cNvPr id="634" name="Graphic 4">
              <a:extLst>
                <a:ext uri="{FF2B5EF4-FFF2-40B4-BE49-F238E27FC236}">
                  <a16:creationId xmlns:a16="http://schemas.microsoft.com/office/drawing/2014/main" id="{E14C9322-F25B-B746-B400-BD0589F7544B}"/>
                </a:ext>
              </a:extLst>
            </p:cNvPr>
            <p:cNvSpPr/>
            <p:nvPr/>
          </p:nvSpPr>
          <p:spPr>
            <a:xfrm>
              <a:off x="4803738" y="1081063"/>
              <a:ext cx="91373" cy="98858"/>
            </a:xfrm>
            <a:custGeom>
              <a:avLst/>
              <a:gdLst>
                <a:gd name="connsiteX0" fmla="*/ 25137 w 91373"/>
                <a:gd name="connsiteY0" fmla="*/ 23528 h 98858"/>
                <a:gd name="connsiteX1" fmla="*/ 63477 w 91373"/>
                <a:gd name="connsiteY1" fmla="*/ 13952 h 98858"/>
                <a:gd name="connsiteX2" fmla="*/ 74979 w 91373"/>
                <a:gd name="connsiteY2" fmla="*/ 14590 h 98858"/>
                <a:gd name="connsiteX3" fmla="*/ 68589 w 91373"/>
                <a:gd name="connsiteY3" fmla="*/ 37573 h 98858"/>
                <a:gd name="connsiteX4" fmla="*/ 58365 w 91373"/>
                <a:gd name="connsiteY4" fmla="*/ 64386 h 98858"/>
                <a:gd name="connsiteX5" fmla="*/ 36639 w 91373"/>
                <a:gd name="connsiteY5" fmla="*/ 71408 h 98858"/>
                <a:gd name="connsiteX6" fmla="*/ 24498 w 91373"/>
                <a:gd name="connsiteY6" fmla="*/ 68854 h 98858"/>
                <a:gd name="connsiteX7" fmla="*/ 28332 w 91373"/>
                <a:gd name="connsiteY7" fmla="*/ 61194 h 98858"/>
                <a:gd name="connsiteX8" fmla="*/ 48141 w 91373"/>
                <a:gd name="connsiteY8" fmla="*/ 59917 h 98858"/>
                <a:gd name="connsiteX9" fmla="*/ 55809 w 91373"/>
                <a:gd name="connsiteY9" fmla="*/ 55448 h 98858"/>
                <a:gd name="connsiteX10" fmla="*/ 55809 w 91373"/>
                <a:gd name="connsiteY10" fmla="*/ 55448 h 98858"/>
                <a:gd name="connsiteX11" fmla="*/ 51336 w 91373"/>
                <a:gd name="connsiteY11" fmla="*/ 47787 h 98858"/>
                <a:gd name="connsiteX12" fmla="*/ 37278 w 91373"/>
                <a:gd name="connsiteY12" fmla="*/ 47149 h 98858"/>
                <a:gd name="connsiteX13" fmla="*/ 53892 w 91373"/>
                <a:gd name="connsiteY13" fmla="*/ 32466 h 98858"/>
                <a:gd name="connsiteX14" fmla="*/ 56448 w 91373"/>
                <a:gd name="connsiteY14" fmla="*/ 23528 h 98858"/>
                <a:gd name="connsiteX15" fmla="*/ 47502 w 91373"/>
                <a:gd name="connsiteY15" fmla="*/ 20974 h 98858"/>
                <a:gd name="connsiteX16" fmla="*/ 13635 w 91373"/>
                <a:gd name="connsiteY16" fmla="*/ 59278 h 98858"/>
                <a:gd name="connsiteX17" fmla="*/ 25137 w 91373"/>
                <a:gd name="connsiteY17" fmla="*/ 23528 h 98858"/>
                <a:gd name="connsiteX18" fmla="*/ 7245 w 91373"/>
                <a:gd name="connsiteY18" fmla="*/ 71408 h 98858"/>
                <a:gd name="connsiteX19" fmla="*/ 8523 w 91373"/>
                <a:gd name="connsiteY19" fmla="*/ 72685 h 98858"/>
                <a:gd name="connsiteX20" fmla="*/ 2772 w 91373"/>
                <a:gd name="connsiteY20" fmla="*/ 91198 h 98858"/>
                <a:gd name="connsiteX21" fmla="*/ 7884 w 91373"/>
                <a:gd name="connsiteY21" fmla="*/ 98859 h 98858"/>
                <a:gd name="connsiteX22" fmla="*/ 7884 w 91373"/>
                <a:gd name="connsiteY22" fmla="*/ 98859 h 98858"/>
                <a:gd name="connsiteX23" fmla="*/ 9162 w 91373"/>
                <a:gd name="connsiteY23" fmla="*/ 98859 h 98858"/>
                <a:gd name="connsiteX24" fmla="*/ 15552 w 91373"/>
                <a:gd name="connsiteY24" fmla="*/ 93752 h 98858"/>
                <a:gd name="connsiteX25" fmla="*/ 19386 w 91373"/>
                <a:gd name="connsiteY25" fmla="*/ 80345 h 98858"/>
                <a:gd name="connsiteX26" fmla="*/ 36000 w 91373"/>
                <a:gd name="connsiteY26" fmla="*/ 84176 h 98858"/>
                <a:gd name="connsiteX27" fmla="*/ 36639 w 91373"/>
                <a:gd name="connsiteY27" fmla="*/ 84176 h 98858"/>
                <a:gd name="connsiteX28" fmla="*/ 66032 w 91373"/>
                <a:gd name="connsiteY28" fmla="*/ 73962 h 98858"/>
                <a:gd name="connsiteX29" fmla="*/ 80730 w 91373"/>
                <a:gd name="connsiteY29" fmla="*/ 39488 h 98858"/>
                <a:gd name="connsiteX30" fmla="*/ 90315 w 91373"/>
                <a:gd name="connsiteY30" fmla="*/ 11398 h 98858"/>
                <a:gd name="connsiteX31" fmla="*/ 90953 w 91373"/>
                <a:gd name="connsiteY31" fmla="*/ 5014 h 98858"/>
                <a:gd name="connsiteX32" fmla="*/ 85842 w 91373"/>
                <a:gd name="connsiteY32" fmla="*/ 1184 h 98858"/>
                <a:gd name="connsiteX33" fmla="*/ 16830 w 91373"/>
                <a:gd name="connsiteY33" fmla="*/ 12675 h 98858"/>
                <a:gd name="connsiteX34" fmla="*/ 7245 w 91373"/>
                <a:gd name="connsiteY34" fmla="*/ 71408 h 98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1373" h="98858">
                  <a:moveTo>
                    <a:pt x="25137" y="23528"/>
                  </a:moveTo>
                  <a:cubicBezTo>
                    <a:pt x="33444" y="17144"/>
                    <a:pt x="44946" y="13952"/>
                    <a:pt x="63477" y="13952"/>
                  </a:cubicBezTo>
                  <a:cubicBezTo>
                    <a:pt x="67311" y="13952"/>
                    <a:pt x="71145" y="13952"/>
                    <a:pt x="74979" y="14590"/>
                  </a:cubicBezTo>
                  <a:cubicBezTo>
                    <a:pt x="72422" y="22251"/>
                    <a:pt x="69867" y="29912"/>
                    <a:pt x="68589" y="37573"/>
                  </a:cubicBezTo>
                  <a:cubicBezTo>
                    <a:pt x="66032" y="49064"/>
                    <a:pt x="64116" y="59917"/>
                    <a:pt x="58365" y="64386"/>
                  </a:cubicBezTo>
                  <a:cubicBezTo>
                    <a:pt x="51975" y="68854"/>
                    <a:pt x="44307" y="71408"/>
                    <a:pt x="36639" y="71408"/>
                  </a:cubicBezTo>
                  <a:cubicBezTo>
                    <a:pt x="32166" y="71408"/>
                    <a:pt x="28332" y="70131"/>
                    <a:pt x="24498" y="68854"/>
                  </a:cubicBezTo>
                  <a:cubicBezTo>
                    <a:pt x="25776" y="66301"/>
                    <a:pt x="27054" y="63747"/>
                    <a:pt x="28332" y="61194"/>
                  </a:cubicBezTo>
                  <a:cubicBezTo>
                    <a:pt x="34722" y="59278"/>
                    <a:pt x="41751" y="59278"/>
                    <a:pt x="48141" y="59917"/>
                  </a:cubicBezTo>
                  <a:cubicBezTo>
                    <a:pt x="51336" y="60555"/>
                    <a:pt x="55170" y="58640"/>
                    <a:pt x="55809" y="55448"/>
                  </a:cubicBezTo>
                  <a:cubicBezTo>
                    <a:pt x="55809" y="55448"/>
                    <a:pt x="55809" y="55448"/>
                    <a:pt x="55809" y="55448"/>
                  </a:cubicBezTo>
                  <a:cubicBezTo>
                    <a:pt x="56448" y="52256"/>
                    <a:pt x="54531" y="48426"/>
                    <a:pt x="51336" y="47787"/>
                  </a:cubicBezTo>
                  <a:cubicBezTo>
                    <a:pt x="46863" y="46510"/>
                    <a:pt x="41751" y="46510"/>
                    <a:pt x="37278" y="47149"/>
                  </a:cubicBezTo>
                  <a:cubicBezTo>
                    <a:pt x="41751" y="41403"/>
                    <a:pt x="47502" y="36296"/>
                    <a:pt x="53892" y="32466"/>
                  </a:cubicBezTo>
                  <a:cubicBezTo>
                    <a:pt x="57087" y="30550"/>
                    <a:pt x="57726" y="26720"/>
                    <a:pt x="56448" y="23528"/>
                  </a:cubicBezTo>
                  <a:cubicBezTo>
                    <a:pt x="54531" y="20336"/>
                    <a:pt x="50697" y="19698"/>
                    <a:pt x="47502" y="20974"/>
                  </a:cubicBezTo>
                  <a:cubicBezTo>
                    <a:pt x="32805" y="29912"/>
                    <a:pt x="21303" y="43318"/>
                    <a:pt x="13635" y="59278"/>
                  </a:cubicBezTo>
                  <a:cubicBezTo>
                    <a:pt x="9801" y="47787"/>
                    <a:pt x="14913" y="31189"/>
                    <a:pt x="25137" y="23528"/>
                  </a:cubicBezTo>
                  <a:moveTo>
                    <a:pt x="7245" y="71408"/>
                  </a:moveTo>
                  <a:cubicBezTo>
                    <a:pt x="7884" y="72046"/>
                    <a:pt x="7884" y="72685"/>
                    <a:pt x="8523" y="72685"/>
                  </a:cubicBezTo>
                  <a:cubicBezTo>
                    <a:pt x="5967" y="79069"/>
                    <a:pt x="4050" y="84814"/>
                    <a:pt x="2772" y="91198"/>
                  </a:cubicBezTo>
                  <a:cubicBezTo>
                    <a:pt x="2133" y="94390"/>
                    <a:pt x="4050" y="98221"/>
                    <a:pt x="7884" y="98859"/>
                  </a:cubicBezTo>
                  <a:cubicBezTo>
                    <a:pt x="7884" y="98859"/>
                    <a:pt x="7884" y="98859"/>
                    <a:pt x="7884" y="98859"/>
                  </a:cubicBezTo>
                  <a:lnTo>
                    <a:pt x="9162" y="98859"/>
                  </a:lnTo>
                  <a:cubicBezTo>
                    <a:pt x="12357" y="98859"/>
                    <a:pt x="14913" y="96944"/>
                    <a:pt x="15552" y="93752"/>
                  </a:cubicBezTo>
                  <a:cubicBezTo>
                    <a:pt x="16830" y="89283"/>
                    <a:pt x="18108" y="84814"/>
                    <a:pt x="19386" y="80345"/>
                  </a:cubicBezTo>
                  <a:cubicBezTo>
                    <a:pt x="24498" y="82899"/>
                    <a:pt x="30249" y="84176"/>
                    <a:pt x="36000" y="84176"/>
                  </a:cubicBezTo>
                  <a:lnTo>
                    <a:pt x="36639" y="84176"/>
                  </a:lnTo>
                  <a:cubicBezTo>
                    <a:pt x="47502" y="84176"/>
                    <a:pt x="57726" y="80984"/>
                    <a:pt x="66032" y="73962"/>
                  </a:cubicBezTo>
                  <a:cubicBezTo>
                    <a:pt x="75617" y="66301"/>
                    <a:pt x="78174" y="52894"/>
                    <a:pt x="80730" y="39488"/>
                  </a:cubicBezTo>
                  <a:cubicBezTo>
                    <a:pt x="82007" y="29912"/>
                    <a:pt x="85202" y="20336"/>
                    <a:pt x="90315" y="11398"/>
                  </a:cubicBezTo>
                  <a:cubicBezTo>
                    <a:pt x="91592" y="9483"/>
                    <a:pt x="91592" y="6930"/>
                    <a:pt x="90953" y="5014"/>
                  </a:cubicBezTo>
                  <a:cubicBezTo>
                    <a:pt x="89675" y="3099"/>
                    <a:pt x="87758" y="1822"/>
                    <a:pt x="85842" y="1184"/>
                  </a:cubicBezTo>
                  <a:cubicBezTo>
                    <a:pt x="55809" y="-1370"/>
                    <a:pt x="33444" y="-731"/>
                    <a:pt x="16830" y="12675"/>
                  </a:cubicBezTo>
                  <a:cubicBezTo>
                    <a:pt x="216" y="26082"/>
                    <a:pt x="-6174" y="54171"/>
                    <a:pt x="7245" y="71408"/>
                  </a:cubicBezTo>
                </a:path>
              </a:pathLst>
            </a:custGeom>
            <a:solidFill>
              <a:srgbClr val="0097A9"/>
            </a:solidFill>
            <a:ln w="6390" cap="flat">
              <a:noFill/>
              <a:prstDash val="solid"/>
              <a:miter/>
            </a:ln>
          </p:spPr>
          <p:txBody>
            <a:bodyPr rtlCol="0" anchor="ctr"/>
            <a:lstStyle/>
            <a:p>
              <a:endParaRPr lang="en-US"/>
            </a:p>
          </p:txBody>
        </p:sp>
      </p:grpSp>
      <p:grpSp>
        <p:nvGrpSpPr>
          <p:cNvPr id="635" name="Graphic 4">
            <a:extLst>
              <a:ext uri="{FF2B5EF4-FFF2-40B4-BE49-F238E27FC236}">
                <a16:creationId xmlns:a16="http://schemas.microsoft.com/office/drawing/2014/main" id="{4DDBD823-7676-2241-9EEE-DD59576B8702}"/>
              </a:ext>
            </a:extLst>
          </p:cNvPr>
          <p:cNvGrpSpPr/>
          <p:nvPr/>
        </p:nvGrpSpPr>
        <p:grpSpPr>
          <a:xfrm>
            <a:off x="5099169" y="917540"/>
            <a:ext cx="362309" cy="361971"/>
            <a:chOff x="5099169" y="917540"/>
            <a:chExt cx="362309" cy="361971"/>
          </a:xfrm>
          <a:solidFill>
            <a:srgbClr val="0097A9"/>
          </a:solidFill>
        </p:grpSpPr>
        <p:sp>
          <p:nvSpPr>
            <p:cNvPr id="636" name="Graphic 4">
              <a:extLst>
                <a:ext uri="{FF2B5EF4-FFF2-40B4-BE49-F238E27FC236}">
                  <a16:creationId xmlns:a16="http://schemas.microsoft.com/office/drawing/2014/main" id="{6F75CFA2-31CD-B440-AFBC-76662F430E32}"/>
                </a:ext>
              </a:extLst>
            </p:cNvPr>
            <p:cNvSpPr/>
            <p:nvPr/>
          </p:nvSpPr>
          <p:spPr>
            <a:xfrm>
              <a:off x="5254464" y="1094377"/>
              <a:ext cx="62601" cy="57455"/>
            </a:xfrm>
            <a:custGeom>
              <a:avLst/>
              <a:gdLst>
                <a:gd name="connsiteX0" fmla="*/ 1897 w 62601"/>
                <a:gd name="connsiteY0" fmla="*/ 45326 h 57455"/>
                <a:gd name="connsiteX1" fmla="*/ 35764 w 62601"/>
                <a:gd name="connsiteY1" fmla="*/ 7022 h 57455"/>
                <a:gd name="connsiteX2" fmla="*/ 44710 w 62601"/>
                <a:gd name="connsiteY2" fmla="*/ 9576 h 57455"/>
                <a:gd name="connsiteX3" fmla="*/ 42154 w 62601"/>
                <a:gd name="connsiteY3" fmla="*/ 18514 h 57455"/>
                <a:gd name="connsiteX4" fmla="*/ 25540 w 62601"/>
                <a:gd name="connsiteY4" fmla="*/ 33197 h 57455"/>
                <a:gd name="connsiteX5" fmla="*/ 39598 w 62601"/>
                <a:gd name="connsiteY5" fmla="*/ 33835 h 57455"/>
                <a:gd name="connsiteX6" fmla="*/ 44071 w 62601"/>
                <a:gd name="connsiteY6" fmla="*/ 41496 h 57455"/>
                <a:gd name="connsiteX7" fmla="*/ 36403 w 62601"/>
                <a:gd name="connsiteY7" fmla="*/ 45965 h 57455"/>
                <a:gd name="connsiteX8" fmla="*/ 15955 w 62601"/>
                <a:gd name="connsiteY8" fmla="*/ 47241 h 57455"/>
                <a:gd name="connsiteX9" fmla="*/ 12122 w 62601"/>
                <a:gd name="connsiteY9" fmla="*/ 54902 h 57455"/>
                <a:gd name="connsiteX10" fmla="*/ 24262 w 62601"/>
                <a:gd name="connsiteY10" fmla="*/ 57456 h 57455"/>
                <a:gd name="connsiteX11" fmla="*/ 45988 w 62601"/>
                <a:gd name="connsiteY11" fmla="*/ 50433 h 57455"/>
                <a:gd name="connsiteX12" fmla="*/ 56212 w 62601"/>
                <a:gd name="connsiteY12" fmla="*/ 23621 h 57455"/>
                <a:gd name="connsiteX13" fmla="*/ 62602 w 62601"/>
                <a:gd name="connsiteY13" fmla="*/ 638 h 57455"/>
                <a:gd name="connsiteX14" fmla="*/ 51100 w 62601"/>
                <a:gd name="connsiteY14" fmla="*/ 0 h 57455"/>
                <a:gd name="connsiteX15" fmla="*/ 12760 w 62601"/>
                <a:gd name="connsiteY15" fmla="*/ 9576 h 57455"/>
                <a:gd name="connsiteX16" fmla="*/ 1897 w 62601"/>
                <a:gd name="connsiteY16" fmla="*/ 45326 h 5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601" h="57455">
                  <a:moveTo>
                    <a:pt x="1897" y="45326"/>
                  </a:moveTo>
                  <a:cubicBezTo>
                    <a:pt x="8927" y="29366"/>
                    <a:pt x="21067" y="15960"/>
                    <a:pt x="35764" y="7022"/>
                  </a:cubicBezTo>
                  <a:cubicBezTo>
                    <a:pt x="38959" y="5107"/>
                    <a:pt x="42793" y="6384"/>
                    <a:pt x="44710" y="9576"/>
                  </a:cubicBezTo>
                  <a:cubicBezTo>
                    <a:pt x="46627" y="12768"/>
                    <a:pt x="45349" y="16598"/>
                    <a:pt x="42154" y="18514"/>
                  </a:cubicBezTo>
                  <a:cubicBezTo>
                    <a:pt x="35764" y="22344"/>
                    <a:pt x="30013" y="27451"/>
                    <a:pt x="25540" y="33197"/>
                  </a:cubicBezTo>
                  <a:cubicBezTo>
                    <a:pt x="30013" y="32558"/>
                    <a:pt x="35125" y="33197"/>
                    <a:pt x="39598" y="33835"/>
                  </a:cubicBezTo>
                  <a:cubicBezTo>
                    <a:pt x="42793" y="34473"/>
                    <a:pt x="44710" y="38304"/>
                    <a:pt x="44071" y="41496"/>
                  </a:cubicBezTo>
                  <a:cubicBezTo>
                    <a:pt x="43432" y="44688"/>
                    <a:pt x="39598" y="46603"/>
                    <a:pt x="36403" y="45965"/>
                  </a:cubicBezTo>
                  <a:cubicBezTo>
                    <a:pt x="29375" y="45326"/>
                    <a:pt x="22985" y="45326"/>
                    <a:pt x="15955" y="47241"/>
                  </a:cubicBezTo>
                  <a:cubicBezTo>
                    <a:pt x="14677" y="49795"/>
                    <a:pt x="13400" y="52349"/>
                    <a:pt x="12122" y="54902"/>
                  </a:cubicBezTo>
                  <a:cubicBezTo>
                    <a:pt x="15955" y="56817"/>
                    <a:pt x="19790" y="57456"/>
                    <a:pt x="24262" y="57456"/>
                  </a:cubicBezTo>
                  <a:cubicBezTo>
                    <a:pt x="31930" y="57456"/>
                    <a:pt x="39598" y="54902"/>
                    <a:pt x="45988" y="50433"/>
                  </a:cubicBezTo>
                  <a:cubicBezTo>
                    <a:pt x="51739" y="45965"/>
                    <a:pt x="54295" y="35112"/>
                    <a:pt x="56212" y="23621"/>
                  </a:cubicBezTo>
                  <a:cubicBezTo>
                    <a:pt x="57490" y="15960"/>
                    <a:pt x="60046" y="7661"/>
                    <a:pt x="62602" y="638"/>
                  </a:cubicBezTo>
                  <a:cubicBezTo>
                    <a:pt x="58129" y="638"/>
                    <a:pt x="54295" y="0"/>
                    <a:pt x="51100" y="0"/>
                  </a:cubicBezTo>
                  <a:cubicBezTo>
                    <a:pt x="32569" y="0"/>
                    <a:pt x="21067" y="3192"/>
                    <a:pt x="12760" y="9576"/>
                  </a:cubicBezTo>
                  <a:cubicBezTo>
                    <a:pt x="2537" y="17875"/>
                    <a:pt x="-3214" y="33835"/>
                    <a:pt x="1897" y="45326"/>
                  </a:cubicBezTo>
                </a:path>
              </a:pathLst>
            </a:custGeom>
            <a:solidFill>
              <a:srgbClr val="0097A9"/>
            </a:solidFill>
            <a:ln w="6390" cap="flat">
              <a:noFill/>
              <a:prstDash val="solid"/>
              <a:miter/>
            </a:ln>
          </p:spPr>
          <p:txBody>
            <a:bodyPr rtlCol="0" anchor="ctr"/>
            <a:lstStyle/>
            <a:p>
              <a:endParaRPr lang="en-US"/>
            </a:p>
          </p:txBody>
        </p:sp>
        <p:sp>
          <p:nvSpPr>
            <p:cNvPr id="637" name="Graphic 4">
              <a:extLst>
                <a:ext uri="{FF2B5EF4-FFF2-40B4-BE49-F238E27FC236}">
                  <a16:creationId xmlns:a16="http://schemas.microsoft.com/office/drawing/2014/main" id="{DBB25357-8766-B14A-83FE-5CDC37FE5170}"/>
                </a:ext>
              </a:extLst>
            </p:cNvPr>
            <p:cNvSpPr/>
            <p:nvPr/>
          </p:nvSpPr>
          <p:spPr>
            <a:xfrm>
              <a:off x="5221217" y="1024791"/>
              <a:ext cx="12141" cy="27451"/>
            </a:xfrm>
            <a:custGeom>
              <a:avLst/>
              <a:gdLst>
                <a:gd name="connsiteX0" fmla="*/ 12141 w 12141"/>
                <a:gd name="connsiteY0" fmla="*/ 0 h 27451"/>
                <a:gd name="connsiteX1" fmla="*/ 0 w 12141"/>
                <a:gd name="connsiteY1" fmla="*/ 0 h 27451"/>
                <a:gd name="connsiteX2" fmla="*/ 0 w 12141"/>
                <a:gd name="connsiteY2" fmla="*/ 27451 h 27451"/>
                <a:gd name="connsiteX3" fmla="*/ 12141 w 12141"/>
                <a:gd name="connsiteY3" fmla="*/ 15960 h 27451"/>
              </a:gdLst>
              <a:ahLst/>
              <a:cxnLst>
                <a:cxn ang="0">
                  <a:pos x="connsiteX0" y="connsiteY0"/>
                </a:cxn>
                <a:cxn ang="0">
                  <a:pos x="connsiteX1" y="connsiteY1"/>
                </a:cxn>
                <a:cxn ang="0">
                  <a:pos x="connsiteX2" y="connsiteY2"/>
                </a:cxn>
                <a:cxn ang="0">
                  <a:pos x="connsiteX3" y="connsiteY3"/>
                </a:cxn>
              </a:cxnLst>
              <a:rect l="l" t="t" r="r" b="b"/>
              <a:pathLst>
                <a:path w="12141" h="27451">
                  <a:moveTo>
                    <a:pt x="12141" y="0"/>
                  </a:moveTo>
                  <a:lnTo>
                    <a:pt x="0" y="0"/>
                  </a:lnTo>
                  <a:lnTo>
                    <a:pt x="0" y="27451"/>
                  </a:lnTo>
                  <a:lnTo>
                    <a:pt x="12141" y="15960"/>
                  </a:lnTo>
                  <a:close/>
                </a:path>
              </a:pathLst>
            </a:custGeom>
            <a:solidFill>
              <a:srgbClr val="0097A9"/>
            </a:solidFill>
            <a:ln w="6390" cap="flat">
              <a:noFill/>
              <a:prstDash val="solid"/>
              <a:miter/>
            </a:ln>
          </p:spPr>
          <p:txBody>
            <a:bodyPr rtlCol="0" anchor="ctr"/>
            <a:lstStyle/>
            <a:p>
              <a:endParaRPr lang="en-US"/>
            </a:p>
          </p:txBody>
        </p:sp>
        <p:sp>
          <p:nvSpPr>
            <p:cNvPr id="638" name="Graphic 4">
              <a:extLst>
                <a:ext uri="{FF2B5EF4-FFF2-40B4-BE49-F238E27FC236}">
                  <a16:creationId xmlns:a16="http://schemas.microsoft.com/office/drawing/2014/main" id="{A7BF7E9C-455D-2E4E-90B1-593C412442CD}"/>
                </a:ext>
              </a:extLst>
            </p:cNvPr>
            <p:cNvSpPr/>
            <p:nvPr/>
          </p:nvSpPr>
          <p:spPr>
            <a:xfrm>
              <a:off x="5212271" y="1012662"/>
              <a:ext cx="136744" cy="176197"/>
            </a:xfrm>
            <a:custGeom>
              <a:avLst/>
              <a:gdLst>
                <a:gd name="connsiteX0" fmla="*/ 115658 w 136744"/>
                <a:gd name="connsiteY0" fmla="*/ 70224 h 176197"/>
                <a:gd name="connsiteX1" fmla="*/ 120770 w 136744"/>
                <a:gd name="connsiteY1" fmla="*/ 74054 h 176197"/>
                <a:gd name="connsiteX2" fmla="*/ 120131 w 136744"/>
                <a:gd name="connsiteY2" fmla="*/ 80438 h 176197"/>
                <a:gd name="connsiteX3" fmla="*/ 110546 w 136744"/>
                <a:gd name="connsiteY3" fmla="*/ 108528 h 176197"/>
                <a:gd name="connsiteX4" fmla="*/ 95849 w 136744"/>
                <a:gd name="connsiteY4" fmla="*/ 143001 h 176197"/>
                <a:gd name="connsiteX5" fmla="*/ 66455 w 136744"/>
                <a:gd name="connsiteY5" fmla="*/ 153216 h 176197"/>
                <a:gd name="connsiteX6" fmla="*/ 65816 w 136744"/>
                <a:gd name="connsiteY6" fmla="*/ 153216 h 176197"/>
                <a:gd name="connsiteX7" fmla="*/ 49203 w 136744"/>
                <a:gd name="connsiteY7" fmla="*/ 149385 h 176197"/>
                <a:gd name="connsiteX8" fmla="*/ 45368 w 136744"/>
                <a:gd name="connsiteY8" fmla="*/ 162792 h 176197"/>
                <a:gd name="connsiteX9" fmla="*/ 38978 w 136744"/>
                <a:gd name="connsiteY9" fmla="*/ 167899 h 176197"/>
                <a:gd name="connsiteX10" fmla="*/ 37700 w 136744"/>
                <a:gd name="connsiteY10" fmla="*/ 167899 h 176197"/>
                <a:gd name="connsiteX11" fmla="*/ 32589 w 136744"/>
                <a:gd name="connsiteY11" fmla="*/ 160238 h 176197"/>
                <a:gd name="connsiteX12" fmla="*/ 32589 w 136744"/>
                <a:gd name="connsiteY12" fmla="*/ 160238 h 176197"/>
                <a:gd name="connsiteX13" fmla="*/ 38340 w 136744"/>
                <a:gd name="connsiteY13" fmla="*/ 141724 h 176197"/>
                <a:gd name="connsiteX14" fmla="*/ 37062 w 136744"/>
                <a:gd name="connsiteY14" fmla="*/ 140448 h 176197"/>
                <a:gd name="connsiteX15" fmla="*/ 46646 w 136744"/>
                <a:gd name="connsiteY15" fmla="*/ 82992 h 176197"/>
                <a:gd name="connsiteX16" fmla="*/ 115658 w 136744"/>
                <a:gd name="connsiteY16" fmla="*/ 71501 h 176197"/>
                <a:gd name="connsiteX17" fmla="*/ 31950 w 136744"/>
                <a:gd name="connsiteY17" fmla="*/ 36389 h 176197"/>
                <a:gd name="connsiteX18" fmla="*/ 31950 w 136744"/>
                <a:gd name="connsiteY18" fmla="*/ 36389 h 176197"/>
                <a:gd name="connsiteX19" fmla="*/ 0 w 136744"/>
                <a:gd name="connsiteY19" fmla="*/ 67032 h 176197"/>
                <a:gd name="connsiteX20" fmla="*/ 0 w 136744"/>
                <a:gd name="connsiteY20" fmla="*/ 176198 h 176197"/>
                <a:gd name="connsiteX21" fmla="*/ 136744 w 136744"/>
                <a:gd name="connsiteY21" fmla="*/ 176198 h 176197"/>
                <a:gd name="connsiteX22" fmla="*/ 136744 w 136744"/>
                <a:gd name="connsiteY22" fmla="*/ 68947 h 176197"/>
                <a:gd name="connsiteX23" fmla="*/ 69650 w 136744"/>
                <a:gd name="connsiteY23" fmla="*/ 0 h 176197"/>
                <a:gd name="connsiteX24" fmla="*/ 31950 w 136744"/>
                <a:gd name="connsiteY24" fmla="*/ 36389 h 176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6744" h="176197">
                  <a:moveTo>
                    <a:pt x="115658" y="70224"/>
                  </a:moveTo>
                  <a:cubicBezTo>
                    <a:pt x="118214" y="70224"/>
                    <a:pt x="120131" y="72139"/>
                    <a:pt x="120770" y="74054"/>
                  </a:cubicBezTo>
                  <a:cubicBezTo>
                    <a:pt x="122048" y="75969"/>
                    <a:pt x="121409" y="78523"/>
                    <a:pt x="120131" y="80438"/>
                  </a:cubicBezTo>
                  <a:cubicBezTo>
                    <a:pt x="115019" y="89376"/>
                    <a:pt x="111824" y="98952"/>
                    <a:pt x="110546" y="108528"/>
                  </a:cubicBezTo>
                  <a:cubicBezTo>
                    <a:pt x="107990" y="121934"/>
                    <a:pt x="104795" y="135340"/>
                    <a:pt x="95849" y="143001"/>
                  </a:cubicBezTo>
                  <a:cubicBezTo>
                    <a:pt x="87542" y="149385"/>
                    <a:pt x="77318" y="153216"/>
                    <a:pt x="66455" y="153216"/>
                  </a:cubicBezTo>
                  <a:lnTo>
                    <a:pt x="65816" y="153216"/>
                  </a:lnTo>
                  <a:cubicBezTo>
                    <a:pt x="60065" y="153216"/>
                    <a:pt x="54314" y="151939"/>
                    <a:pt x="49203" y="149385"/>
                  </a:cubicBezTo>
                  <a:cubicBezTo>
                    <a:pt x="47925" y="153854"/>
                    <a:pt x="46646" y="158323"/>
                    <a:pt x="45368" y="162792"/>
                  </a:cubicBezTo>
                  <a:cubicBezTo>
                    <a:pt x="44730" y="165984"/>
                    <a:pt x="42173" y="167899"/>
                    <a:pt x="38978" y="167899"/>
                  </a:cubicBezTo>
                  <a:cubicBezTo>
                    <a:pt x="38340" y="167899"/>
                    <a:pt x="38340" y="167899"/>
                    <a:pt x="37700" y="167899"/>
                  </a:cubicBezTo>
                  <a:cubicBezTo>
                    <a:pt x="34505" y="167260"/>
                    <a:pt x="31950" y="164068"/>
                    <a:pt x="32589" y="160238"/>
                  </a:cubicBezTo>
                  <a:cubicBezTo>
                    <a:pt x="32589" y="160238"/>
                    <a:pt x="32589" y="160238"/>
                    <a:pt x="32589" y="160238"/>
                  </a:cubicBezTo>
                  <a:cubicBezTo>
                    <a:pt x="33867" y="153854"/>
                    <a:pt x="35783" y="147470"/>
                    <a:pt x="38340" y="141724"/>
                  </a:cubicBezTo>
                  <a:cubicBezTo>
                    <a:pt x="37700" y="141086"/>
                    <a:pt x="37062" y="140448"/>
                    <a:pt x="37062" y="140448"/>
                  </a:cubicBezTo>
                  <a:cubicBezTo>
                    <a:pt x="23004" y="123211"/>
                    <a:pt x="30672" y="95760"/>
                    <a:pt x="46646" y="82992"/>
                  </a:cubicBezTo>
                  <a:cubicBezTo>
                    <a:pt x="62621" y="70224"/>
                    <a:pt x="85625" y="68947"/>
                    <a:pt x="115658" y="71501"/>
                  </a:cubicBezTo>
                  <a:moveTo>
                    <a:pt x="31950" y="36389"/>
                  </a:moveTo>
                  <a:lnTo>
                    <a:pt x="31950" y="36389"/>
                  </a:lnTo>
                  <a:lnTo>
                    <a:pt x="0" y="67032"/>
                  </a:lnTo>
                  <a:lnTo>
                    <a:pt x="0" y="176198"/>
                  </a:lnTo>
                  <a:lnTo>
                    <a:pt x="136744" y="176198"/>
                  </a:lnTo>
                  <a:lnTo>
                    <a:pt x="136744" y="68947"/>
                  </a:lnTo>
                  <a:lnTo>
                    <a:pt x="69650" y="0"/>
                  </a:lnTo>
                  <a:lnTo>
                    <a:pt x="31950" y="36389"/>
                  </a:lnTo>
                  <a:close/>
                </a:path>
              </a:pathLst>
            </a:custGeom>
            <a:solidFill>
              <a:srgbClr val="0097A9"/>
            </a:solidFill>
            <a:ln w="6390" cap="flat">
              <a:noFill/>
              <a:prstDash val="solid"/>
              <a:miter/>
            </a:ln>
          </p:spPr>
          <p:txBody>
            <a:bodyPr rtlCol="0" anchor="ctr"/>
            <a:lstStyle/>
            <a:p>
              <a:endParaRPr lang="en-US"/>
            </a:p>
          </p:txBody>
        </p:sp>
        <p:sp>
          <p:nvSpPr>
            <p:cNvPr id="639" name="Graphic 4">
              <a:extLst>
                <a:ext uri="{FF2B5EF4-FFF2-40B4-BE49-F238E27FC236}">
                  <a16:creationId xmlns:a16="http://schemas.microsoft.com/office/drawing/2014/main" id="{2CF7E135-C61B-4740-BA50-6103547D94C4}"/>
                </a:ext>
              </a:extLst>
            </p:cNvPr>
            <p:cNvSpPr/>
            <p:nvPr/>
          </p:nvSpPr>
          <p:spPr>
            <a:xfrm>
              <a:off x="5099169" y="917540"/>
              <a:ext cx="362309" cy="361971"/>
            </a:xfrm>
            <a:custGeom>
              <a:avLst/>
              <a:gdLst>
                <a:gd name="connsiteX0" fmla="*/ 286269 w 362309"/>
                <a:gd name="connsiteY0" fmla="*/ 192796 h 361971"/>
                <a:gd name="connsiteX1" fmla="*/ 281796 w 362309"/>
                <a:gd name="connsiteY1" fmla="*/ 194711 h 361971"/>
                <a:gd name="connsiteX2" fmla="*/ 277323 w 362309"/>
                <a:gd name="connsiteY2" fmla="*/ 192796 h 361971"/>
                <a:gd name="connsiteX3" fmla="*/ 262626 w 362309"/>
                <a:gd name="connsiteY3" fmla="*/ 177475 h 361971"/>
                <a:gd name="connsiteX4" fmla="*/ 262626 w 362309"/>
                <a:gd name="connsiteY4" fmla="*/ 277065 h 361971"/>
                <a:gd name="connsiteX5" fmla="*/ 256236 w 362309"/>
                <a:gd name="connsiteY5" fmla="*/ 283449 h 361971"/>
                <a:gd name="connsiteX6" fmla="*/ 106712 w 362309"/>
                <a:gd name="connsiteY6" fmla="*/ 283449 h 361971"/>
                <a:gd name="connsiteX7" fmla="*/ 100322 w 362309"/>
                <a:gd name="connsiteY7" fmla="*/ 277065 h 361971"/>
                <a:gd name="connsiteX8" fmla="*/ 100322 w 362309"/>
                <a:gd name="connsiteY8" fmla="*/ 173644 h 361971"/>
                <a:gd name="connsiteX9" fmla="*/ 84986 w 362309"/>
                <a:gd name="connsiteY9" fmla="*/ 188327 h 361971"/>
                <a:gd name="connsiteX10" fmla="*/ 76040 w 362309"/>
                <a:gd name="connsiteY10" fmla="*/ 188327 h 361971"/>
                <a:gd name="connsiteX11" fmla="*/ 76040 w 362309"/>
                <a:gd name="connsiteY11" fmla="*/ 179390 h 361971"/>
                <a:gd name="connsiteX12" fmla="*/ 109268 w 362309"/>
                <a:gd name="connsiteY12" fmla="*/ 147470 h 361971"/>
                <a:gd name="connsiteX13" fmla="*/ 108629 w 362309"/>
                <a:gd name="connsiteY13" fmla="*/ 145555 h 361971"/>
                <a:gd name="connsiteX14" fmla="*/ 108629 w 362309"/>
                <a:gd name="connsiteY14" fmla="*/ 101505 h 361971"/>
                <a:gd name="connsiteX15" fmla="*/ 115019 w 362309"/>
                <a:gd name="connsiteY15" fmla="*/ 95121 h 361971"/>
                <a:gd name="connsiteX16" fmla="*/ 139940 w 362309"/>
                <a:gd name="connsiteY16" fmla="*/ 95121 h 361971"/>
                <a:gd name="connsiteX17" fmla="*/ 146330 w 362309"/>
                <a:gd name="connsiteY17" fmla="*/ 101505 h 361971"/>
                <a:gd name="connsiteX18" fmla="*/ 146330 w 362309"/>
                <a:gd name="connsiteY18" fmla="*/ 112358 h 361971"/>
                <a:gd name="connsiteX19" fmla="*/ 177640 w 362309"/>
                <a:gd name="connsiteY19" fmla="*/ 82353 h 361971"/>
                <a:gd name="connsiteX20" fmla="*/ 186586 w 362309"/>
                <a:gd name="connsiteY20" fmla="*/ 82353 h 361971"/>
                <a:gd name="connsiteX21" fmla="*/ 284991 w 362309"/>
                <a:gd name="connsiteY21" fmla="*/ 184497 h 361971"/>
                <a:gd name="connsiteX22" fmla="*/ 286269 w 362309"/>
                <a:gd name="connsiteY22" fmla="*/ 192796 h 361971"/>
                <a:gd name="connsiteX23" fmla="*/ 286269 w 362309"/>
                <a:gd name="connsiteY23" fmla="*/ 192796 h 361971"/>
                <a:gd name="connsiteX24" fmla="*/ 181474 w 362309"/>
                <a:gd name="connsiteY24" fmla="*/ 0 h 361971"/>
                <a:gd name="connsiteX25" fmla="*/ 0 w 362309"/>
                <a:gd name="connsiteY25" fmla="*/ 180667 h 361971"/>
                <a:gd name="connsiteX26" fmla="*/ 180835 w 362309"/>
                <a:gd name="connsiteY26" fmla="*/ 361972 h 361971"/>
                <a:gd name="connsiteX27" fmla="*/ 362310 w 362309"/>
                <a:gd name="connsiteY27" fmla="*/ 181305 h 361971"/>
                <a:gd name="connsiteX28" fmla="*/ 362310 w 362309"/>
                <a:gd name="connsiteY28" fmla="*/ 181305 h 361971"/>
                <a:gd name="connsiteX29" fmla="*/ 181474 w 362309"/>
                <a:gd name="connsiteY29" fmla="*/ 0 h 361971"/>
                <a:gd name="connsiteX30" fmla="*/ 181474 w 362309"/>
                <a:gd name="connsiteY30"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2309" h="361971">
                  <a:moveTo>
                    <a:pt x="286269" y="192796"/>
                  </a:moveTo>
                  <a:cubicBezTo>
                    <a:pt x="284991" y="194073"/>
                    <a:pt x="283713" y="194711"/>
                    <a:pt x="281796" y="194711"/>
                  </a:cubicBezTo>
                  <a:cubicBezTo>
                    <a:pt x="279879" y="194711"/>
                    <a:pt x="278601" y="194073"/>
                    <a:pt x="277323" y="192796"/>
                  </a:cubicBezTo>
                  <a:lnTo>
                    <a:pt x="262626" y="177475"/>
                  </a:lnTo>
                  <a:lnTo>
                    <a:pt x="262626" y="277065"/>
                  </a:lnTo>
                  <a:cubicBezTo>
                    <a:pt x="262626" y="280895"/>
                    <a:pt x="260071" y="283449"/>
                    <a:pt x="256236" y="283449"/>
                  </a:cubicBezTo>
                  <a:lnTo>
                    <a:pt x="106712" y="283449"/>
                  </a:lnTo>
                  <a:cubicBezTo>
                    <a:pt x="102878" y="283449"/>
                    <a:pt x="100322" y="280895"/>
                    <a:pt x="100322" y="277065"/>
                  </a:cubicBezTo>
                  <a:lnTo>
                    <a:pt x="100322" y="173644"/>
                  </a:lnTo>
                  <a:lnTo>
                    <a:pt x="84986" y="188327"/>
                  </a:lnTo>
                  <a:cubicBezTo>
                    <a:pt x="82430" y="190881"/>
                    <a:pt x="78596" y="190881"/>
                    <a:pt x="76040" y="188327"/>
                  </a:cubicBezTo>
                  <a:cubicBezTo>
                    <a:pt x="73484" y="185774"/>
                    <a:pt x="73484" y="181944"/>
                    <a:pt x="76040" y="179390"/>
                  </a:cubicBezTo>
                  <a:lnTo>
                    <a:pt x="109268" y="147470"/>
                  </a:lnTo>
                  <a:cubicBezTo>
                    <a:pt x="109268" y="146832"/>
                    <a:pt x="108629" y="146193"/>
                    <a:pt x="108629" y="145555"/>
                  </a:cubicBezTo>
                  <a:lnTo>
                    <a:pt x="108629" y="101505"/>
                  </a:lnTo>
                  <a:cubicBezTo>
                    <a:pt x="108629" y="97675"/>
                    <a:pt x="111185" y="95121"/>
                    <a:pt x="115019" y="95121"/>
                  </a:cubicBezTo>
                  <a:lnTo>
                    <a:pt x="139940" y="95121"/>
                  </a:lnTo>
                  <a:cubicBezTo>
                    <a:pt x="143774" y="95121"/>
                    <a:pt x="146330" y="97675"/>
                    <a:pt x="146330" y="101505"/>
                  </a:cubicBezTo>
                  <a:lnTo>
                    <a:pt x="146330" y="112358"/>
                  </a:lnTo>
                  <a:lnTo>
                    <a:pt x="177640" y="82353"/>
                  </a:lnTo>
                  <a:cubicBezTo>
                    <a:pt x="180196" y="79800"/>
                    <a:pt x="184030" y="79800"/>
                    <a:pt x="186586" y="82353"/>
                  </a:cubicBezTo>
                  <a:lnTo>
                    <a:pt x="284991" y="184497"/>
                  </a:lnTo>
                  <a:cubicBezTo>
                    <a:pt x="288825" y="185774"/>
                    <a:pt x="288825" y="190243"/>
                    <a:pt x="286269" y="192796"/>
                  </a:cubicBezTo>
                  <a:cubicBezTo>
                    <a:pt x="286269" y="192796"/>
                    <a:pt x="286269" y="192796"/>
                    <a:pt x="286269" y="192796"/>
                  </a:cubicBezTo>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310" y="81077"/>
                    <a:pt x="281157" y="0"/>
                    <a:pt x="181474" y="0"/>
                  </a:cubicBezTo>
                  <a:cubicBezTo>
                    <a:pt x="181474" y="0"/>
                    <a:pt x="181474" y="0"/>
                    <a:pt x="181474" y="0"/>
                  </a:cubicBezTo>
                </a:path>
              </a:pathLst>
            </a:custGeom>
            <a:solidFill>
              <a:srgbClr val="0097A9"/>
            </a:solidFill>
            <a:ln w="6390" cap="flat">
              <a:noFill/>
              <a:prstDash val="solid"/>
              <a:miter/>
            </a:ln>
          </p:spPr>
          <p:txBody>
            <a:bodyPr rtlCol="0" anchor="ctr"/>
            <a:lstStyle/>
            <a:p>
              <a:endParaRPr lang="en-US"/>
            </a:p>
          </p:txBody>
        </p:sp>
      </p:grpSp>
      <p:grpSp>
        <p:nvGrpSpPr>
          <p:cNvPr id="640" name="Graphic 4">
            <a:extLst>
              <a:ext uri="{FF2B5EF4-FFF2-40B4-BE49-F238E27FC236}">
                <a16:creationId xmlns:a16="http://schemas.microsoft.com/office/drawing/2014/main" id="{DB6299C8-B885-7649-B699-0DF0BB66EE19}"/>
              </a:ext>
            </a:extLst>
          </p:cNvPr>
          <p:cNvGrpSpPr/>
          <p:nvPr/>
        </p:nvGrpSpPr>
        <p:grpSpPr>
          <a:xfrm>
            <a:off x="4660820" y="1893013"/>
            <a:ext cx="362312" cy="361971"/>
            <a:chOff x="4660820" y="1893013"/>
            <a:chExt cx="362312" cy="361971"/>
          </a:xfrm>
          <a:solidFill>
            <a:srgbClr val="0097A9"/>
          </a:solidFill>
        </p:grpSpPr>
        <p:sp>
          <p:nvSpPr>
            <p:cNvPr id="641" name="Graphic 4">
              <a:extLst>
                <a:ext uri="{FF2B5EF4-FFF2-40B4-BE49-F238E27FC236}">
                  <a16:creationId xmlns:a16="http://schemas.microsoft.com/office/drawing/2014/main" id="{4DCD48C0-AFB0-6647-A34E-F4C328EBE113}"/>
                </a:ext>
              </a:extLst>
            </p:cNvPr>
            <p:cNvSpPr/>
            <p:nvPr/>
          </p:nvSpPr>
          <p:spPr>
            <a:xfrm>
              <a:off x="4660820" y="189301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12768 h 361971"/>
                <a:gd name="connsiteX8" fmla="*/ 350168 w 362312"/>
                <a:gd name="connsiteY8" fmla="*/ 180667 h 361971"/>
                <a:gd name="connsiteX9" fmla="*/ 182113 w 362312"/>
                <a:gd name="connsiteY9" fmla="*/ 349204 h 361971"/>
                <a:gd name="connsiteX10" fmla="*/ 13419 w 362312"/>
                <a:gd name="connsiteY10" fmla="*/ 181305 h 361971"/>
                <a:gd name="connsiteX11" fmla="*/ 13419 w 362312"/>
                <a:gd name="connsiteY11" fmla="*/ 181305 h 361971"/>
                <a:gd name="connsiteX12" fmla="*/ 181474 w 362312"/>
                <a:gd name="connsiteY12" fmla="*/ 1276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ubicBezTo>
                    <a:pt x="181474" y="0"/>
                    <a:pt x="181474" y="0"/>
                    <a:pt x="181474" y="0"/>
                  </a:cubicBezTo>
                  <a:moveTo>
                    <a:pt x="181474" y="12768"/>
                  </a:moveTo>
                  <a:cubicBezTo>
                    <a:pt x="274767" y="12768"/>
                    <a:pt x="350168" y="88099"/>
                    <a:pt x="350168" y="180667"/>
                  </a:cubicBezTo>
                  <a:cubicBezTo>
                    <a:pt x="350168" y="273235"/>
                    <a:pt x="274767" y="349204"/>
                    <a:pt x="182113" y="349204"/>
                  </a:cubicBezTo>
                  <a:cubicBezTo>
                    <a:pt x="88820" y="349204"/>
                    <a:pt x="13419" y="273873"/>
                    <a:pt x="13419" y="181305"/>
                  </a:cubicBezTo>
                  <a:cubicBezTo>
                    <a:pt x="13419" y="181305"/>
                    <a:pt x="13419" y="181305"/>
                    <a:pt x="13419" y="181305"/>
                  </a:cubicBezTo>
                  <a:cubicBezTo>
                    <a:pt x="13419" y="88099"/>
                    <a:pt x="88820" y="12768"/>
                    <a:pt x="181474" y="12768"/>
                  </a:cubicBezTo>
                </a:path>
              </a:pathLst>
            </a:custGeom>
            <a:solidFill>
              <a:srgbClr val="0097A9"/>
            </a:solidFill>
            <a:ln w="6390" cap="flat">
              <a:noFill/>
              <a:prstDash val="solid"/>
              <a:miter/>
            </a:ln>
          </p:spPr>
          <p:txBody>
            <a:bodyPr rtlCol="0" anchor="ctr"/>
            <a:lstStyle/>
            <a:p>
              <a:endParaRPr lang="en-US"/>
            </a:p>
          </p:txBody>
        </p:sp>
        <p:sp>
          <p:nvSpPr>
            <p:cNvPr id="642" name="Graphic 4">
              <a:extLst>
                <a:ext uri="{FF2B5EF4-FFF2-40B4-BE49-F238E27FC236}">
                  <a16:creationId xmlns:a16="http://schemas.microsoft.com/office/drawing/2014/main" id="{6263570E-B9F9-8044-80AD-A0F6E52DBB8D}"/>
                </a:ext>
              </a:extLst>
            </p:cNvPr>
            <p:cNvSpPr/>
            <p:nvPr/>
          </p:nvSpPr>
          <p:spPr>
            <a:xfrm>
              <a:off x="4757787" y="1963436"/>
              <a:ext cx="89849" cy="221324"/>
            </a:xfrm>
            <a:custGeom>
              <a:avLst/>
              <a:gdLst>
                <a:gd name="connsiteX0" fmla="*/ 23164 w 89849"/>
                <a:gd name="connsiteY0" fmla="*/ 113436 h 221324"/>
                <a:gd name="connsiteX1" fmla="*/ 32109 w 89849"/>
                <a:gd name="connsiteY1" fmla="*/ 113436 h 221324"/>
                <a:gd name="connsiteX2" fmla="*/ 37222 w 89849"/>
                <a:gd name="connsiteY2" fmla="*/ 115989 h 221324"/>
                <a:gd name="connsiteX3" fmla="*/ 38499 w 89849"/>
                <a:gd name="connsiteY3" fmla="*/ 121735 h 221324"/>
                <a:gd name="connsiteX4" fmla="*/ 23803 w 89849"/>
                <a:gd name="connsiteY4" fmla="*/ 175998 h 221324"/>
                <a:gd name="connsiteX5" fmla="*/ 66615 w 89849"/>
                <a:gd name="connsiteY5" fmla="*/ 107690 h 221324"/>
                <a:gd name="connsiteX6" fmla="*/ 57669 w 89849"/>
                <a:gd name="connsiteY6" fmla="*/ 107690 h 221324"/>
                <a:gd name="connsiteX7" fmla="*/ 51279 w 89849"/>
                <a:gd name="connsiteY7" fmla="*/ 101306 h 221324"/>
                <a:gd name="connsiteX8" fmla="*/ 51279 w 89849"/>
                <a:gd name="connsiteY8" fmla="*/ 99391 h 221324"/>
                <a:gd name="connsiteX9" fmla="*/ 65976 w 89849"/>
                <a:gd name="connsiteY9" fmla="*/ 45127 h 221324"/>
                <a:gd name="connsiteX10" fmla="*/ 23164 w 89849"/>
                <a:gd name="connsiteY10" fmla="*/ 113436 h 221324"/>
                <a:gd name="connsiteX11" fmla="*/ 6550 w 89849"/>
                <a:gd name="connsiteY11" fmla="*/ 221325 h 221324"/>
                <a:gd name="connsiteX12" fmla="*/ 3994 w 89849"/>
                <a:gd name="connsiteY12" fmla="*/ 220686 h 221324"/>
                <a:gd name="connsiteX13" fmla="*/ 160 w 89849"/>
                <a:gd name="connsiteY13" fmla="*/ 213025 h 221324"/>
                <a:gd name="connsiteX14" fmla="*/ 23803 w 89849"/>
                <a:gd name="connsiteY14" fmla="*/ 126203 h 221324"/>
                <a:gd name="connsiteX15" fmla="*/ 11662 w 89849"/>
                <a:gd name="connsiteY15" fmla="*/ 126203 h 221324"/>
                <a:gd name="connsiteX16" fmla="*/ 5272 w 89849"/>
                <a:gd name="connsiteY16" fmla="*/ 119819 h 221324"/>
                <a:gd name="connsiteX17" fmla="*/ 6550 w 89849"/>
                <a:gd name="connsiteY17" fmla="*/ 116627 h 221324"/>
                <a:gd name="connsiteX18" fmla="*/ 78117 w 89849"/>
                <a:gd name="connsiteY18" fmla="*/ 2992 h 221324"/>
                <a:gd name="connsiteX19" fmla="*/ 87063 w 89849"/>
                <a:gd name="connsiteY19" fmla="*/ 1077 h 221324"/>
                <a:gd name="connsiteX20" fmla="*/ 89619 w 89849"/>
                <a:gd name="connsiteY20" fmla="*/ 8100 h 221324"/>
                <a:gd name="connsiteX21" fmla="*/ 65976 w 89849"/>
                <a:gd name="connsiteY21" fmla="*/ 94922 h 221324"/>
                <a:gd name="connsiteX22" fmla="*/ 78117 w 89849"/>
                <a:gd name="connsiteY22" fmla="*/ 94922 h 221324"/>
                <a:gd name="connsiteX23" fmla="*/ 83868 w 89849"/>
                <a:gd name="connsiteY23" fmla="*/ 98114 h 221324"/>
                <a:gd name="connsiteX24" fmla="*/ 83868 w 89849"/>
                <a:gd name="connsiteY24" fmla="*/ 104498 h 221324"/>
                <a:gd name="connsiteX25" fmla="*/ 12301 w 89849"/>
                <a:gd name="connsiteY25" fmla="*/ 218133 h 221324"/>
                <a:gd name="connsiteX26" fmla="*/ 6550 w 89849"/>
                <a:gd name="connsiteY26" fmla="*/ 221325 h 221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9849" h="221324">
                  <a:moveTo>
                    <a:pt x="23164" y="113436"/>
                  </a:moveTo>
                  <a:lnTo>
                    <a:pt x="32109" y="113436"/>
                  </a:lnTo>
                  <a:cubicBezTo>
                    <a:pt x="34027" y="113436"/>
                    <a:pt x="35944" y="114074"/>
                    <a:pt x="37222" y="115989"/>
                  </a:cubicBezTo>
                  <a:cubicBezTo>
                    <a:pt x="38499" y="117266"/>
                    <a:pt x="39139" y="119819"/>
                    <a:pt x="38499" y="121735"/>
                  </a:cubicBezTo>
                  <a:lnTo>
                    <a:pt x="23803" y="175998"/>
                  </a:lnTo>
                  <a:lnTo>
                    <a:pt x="66615" y="107690"/>
                  </a:lnTo>
                  <a:lnTo>
                    <a:pt x="57669" y="107690"/>
                  </a:lnTo>
                  <a:cubicBezTo>
                    <a:pt x="53835" y="107690"/>
                    <a:pt x="51279" y="105136"/>
                    <a:pt x="51279" y="101306"/>
                  </a:cubicBezTo>
                  <a:cubicBezTo>
                    <a:pt x="51279" y="100668"/>
                    <a:pt x="51279" y="100029"/>
                    <a:pt x="51279" y="99391"/>
                  </a:cubicBezTo>
                  <a:lnTo>
                    <a:pt x="65976" y="45127"/>
                  </a:lnTo>
                  <a:lnTo>
                    <a:pt x="23164" y="113436"/>
                  </a:lnTo>
                  <a:close/>
                  <a:moveTo>
                    <a:pt x="6550" y="221325"/>
                  </a:moveTo>
                  <a:cubicBezTo>
                    <a:pt x="5911" y="221325"/>
                    <a:pt x="4633" y="221325"/>
                    <a:pt x="3994" y="220686"/>
                  </a:cubicBezTo>
                  <a:cubicBezTo>
                    <a:pt x="799" y="219409"/>
                    <a:pt x="-479" y="216217"/>
                    <a:pt x="160" y="213025"/>
                  </a:cubicBezTo>
                  <a:lnTo>
                    <a:pt x="23803" y="126203"/>
                  </a:lnTo>
                  <a:lnTo>
                    <a:pt x="11662" y="126203"/>
                  </a:lnTo>
                  <a:cubicBezTo>
                    <a:pt x="7828" y="126203"/>
                    <a:pt x="5272" y="123650"/>
                    <a:pt x="5272" y="119819"/>
                  </a:cubicBezTo>
                  <a:cubicBezTo>
                    <a:pt x="5272" y="118543"/>
                    <a:pt x="5911" y="117266"/>
                    <a:pt x="6550" y="116627"/>
                  </a:cubicBezTo>
                  <a:lnTo>
                    <a:pt x="78117" y="2992"/>
                  </a:lnTo>
                  <a:cubicBezTo>
                    <a:pt x="80034" y="-200"/>
                    <a:pt x="83868" y="-838"/>
                    <a:pt x="87063" y="1077"/>
                  </a:cubicBezTo>
                  <a:cubicBezTo>
                    <a:pt x="89619" y="2354"/>
                    <a:pt x="90258" y="5546"/>
                    <a:pt x="89619" y="8100"/>
                  </a:cubicBezTo>
                  <a:lnTo>
                    <a:pt x="65976" y="94922"/>
                  </a:lnTo>
                  <a:lnTo>
                    <a:pt x="78117" y="94922"/>
                  </a:lnTo>
                  <a:cubicBezTo>
                    <a:pt x="80673" y="94922"/>
                    <a:pt x="82590" y="96199"/>
                    <a:pt x="83868" y="98114"/>
                  </a:cubicBezTo>
                  <a:cubicBezTo>
                    <a:pt x="85146" y="100029"/>
                    <a:pt x="85146" y="102583"/>
                    <a:pt x="83868" y="104498"/>
                  </a:cubicBezTo>
                  <a:lnTo>
                    <a:pt x="12301" y="218133"/>
                  </a:lnTo>
                  <a:cubicBezTo>
                    <a:pt x="11023" y="220048"/>
                    <a:pt x="9106" y="221325"/>
                    <a:pt x="6550" y="221325"/>
                  </a:cubicBezTo>
                </a:path>
              </a:pathLst>
            </a:custGeom>
            <a:solidFill>
              <a:srgbClr val="0097A9"/>
            </a:solidFill>
            <a:ln w="6390" cap="flat">
              <a:noFill/>
              <a:prstDash val="solid"/>
              <a:miter/>
            </a:ln>
          </p:spPr>
          <p:txBody>
            <a:bodyPr rtlCol="0" anchor="ctr"/>
            <a:lstStyle/>
            <a:p>
              <a:endParaRPr lang="en-US"/>
            </a:p>
          </p:txBody>
        </p:sp>
        <p:sp>
          <p:nvSpPr>
            <p:cNvPr id="643" name="Graphic 4">
              <a:extLst>
                <a:ext uri="{FF2B5EF4-FFF2-40B4-BE49-F238E27FC236}">
                  <a16:creationId xmlns:a16="http://schemas.microsoft.com/office/drawing/2014/main" id="{49953B00-FA3C-0147-BD63-7303E2EE1EA2}"/>
                </a:ext>
              </a:extLst>
            </p:cNvPr>
            <p:cNvSpPr/>
            <p:nvPr/>
          </p:nvSpPr>
          <p:spPr>
            <a:xfrm>
              <a:off x="4837022" y="1963436"/>
              <a:ext cx="89849" cy="221324"/>
            </a:xfrm>
            <a:custGeom>
              <a:avLst/>
              <a:gdLst>
                <a:gd name="connsiteX0" fmla="*/ 23163 w 89849"/>
                <a:gd name="connsiteY0" fmla="*/ 113436 h 221324"/>
                <a:gd name="connsiteX1" fmla="*/ 32109 w 89849"/>
                <a:gd name="connsiteY1" fmla="*/ 113436 h 221324"/>
                <a:gd name="connsiteX2" fmla="*/ 37221 w 89849"/>
                <a:gd name="connsiteY2" fmla="*/ 115989 h 221324"/>
                <a:gd name="connsiteX3" fmla="*/ 38499 w 89849"/>
                <a:gd name="connsiteY3" fmla="*/ 121735 h 221324"/>
                <a:gd name="connsiteX4" fmla="*/ 23803 w 89849"/>
                <a:gd name="connsiteY4" fmla="*/ 175998 h 221324"/>
                <a:gd name="connsiteX5" fmla="*/ 66615 w 89849"/>
                <a:gd name="connsiteY5" fmla="*/ 107690 h 221324"/>
                <a:gd name="connsiteX6" fmla="*/ 57669 w 89849"/>
                <a:gd name="connsiteY6" fmla="*/ 107690 h 221324"/>
                <a:gd name="connsiteX7" fmla="*/ 51279 w 89849"/>
                <a:gd name="connsiteY7" fmla="*/ 101306 h 221324"/>
                <a:gd name="connsiteX8" fmla="*/ 51279 w 89849"/>
                <a:gd name="connsiteY8" fmla="*/ 99391 h 221324"/>
                <a:gd name="connsiteX9" fmla="*/ 65976 w 89849"/>
                <a:gd name="connsiteY9" fmla="*/ 45127 h 221324"/>
                <a:gd name="connsiteX10" fmla="*/ 23163 w 89849"/>
                <a:gd name="connsiteY10" fmla="*/ 113436 h 221324"/>
                <a:gd name="connsiteX11" fmla="*/ 6550 w 89849"/>
                <a:gd name="connsiteY11" fmla="*/ 221325 h 221324"/>
                <a:gd name="connsiteX12" fmla="*/ 3994 w 89849"/>
                <a:gd name="connsiteY12" fmla="*/ 220686 h 221324"/>
                <a:gd name="connsiteX13" fmla="*/ 160 w 89849"/>
                <a:gd name="connsiteY13" fmla="*/ 213025 h 221324"/>
                <a:gd name="connsiteX14" fmla="*/ 23803 w 89849"/>
                <a:gd name="connsiteY14" fmla="*/ 126203 h 221324"/>
                <a:gd name="connsiteX15" fmla="*/ 11662 w 89849"/>
                <a:gd name="connsiteY15" fmla="*/ 126203 h 221324"/>
                <a:gd name="connsiteX16" fmla="*/ 5272 w 89849"/>
                <a:gd name="connsiteY16" fmla="*/ 119819 h 221324"/>
                <a:gd name="connsiteX17" fmla="*/ 6550 w 89849"/>
                <a:gd name="connsiteY17" fmla="*/ 116627 h 221324"/>
                <a:gd name="connsiteX18" fmla="*/ 78117 w 89849"/>
                <a:gd name="connsiteY18" fmla="*/ 2992 h 221324"/>
                <a:gd name="connsiteX19" fmla="*/ 87063 w 89849"/>
                <a:gd name="connsiteY19" fmla="*/ 1077 h 221324"/>
                <a:gd name="connsiteX20" fmla="*/ 89619 w 89849"/>
                <a:gd name="connsiteY20" fmla="*/ 8100 h 221324"/>
                <a:gd name="connsiteX21" fmla="*/ 65976 w 89849"/>
                <a:gd name="connsiteY21" fmla="*/ 94922 h 221324"/>
                <a:gd name="connsiteX22" fmla="*/ 78117 w 89849"/>
                <a:gd name="connsiteY22" fmla="*/ 94922 h 221324"/>
                <a:gd name="connsiteX23" fmla="*/ 83868 w 89849"/>
                <a:gd name="connsiteY23" fmla="*/ 98114 h 221324"/>
                <a:gd name="connsiteX24" fmla="*/ 83868 w 89849"/>
                <a:gd name="connsiteY24" fmla="*/ 104498 h 221324"/>
                <a:gd name="connsiteX25" fmla="*/ 12301 w 89849"/>
                <a:gd name="connsiteY25" fmla="*/ 218133 h 221324"/>
                <a:gd name="connsiteX26" fmla="*/ 6550 w 89849"/>
                <a:gd name="connsiteY26" fmla="*/ 221325 h 221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9849" h="221324">
                  <a:moveTo>
                    <a:pt x="23163" y="113436"/>
                  </a:moveTo>
                  <a:lnTo>
                    <a:pt x="32109" y="113436"/>
                  </a:lnTo>
                  <a:cubicBezTo>
                    <a:pt x="34026" y="113436"/>
                    <a:pt x="35943" y="114074"/>
                    <a:pt x="37221" y="115989"/>
                  </a:cubicBezTo>
                  <a:cubicBezTo>
                    <a:pt x="38499" y="117266"/>
                    <a:pt x="39138" y="119819"/>
                    <a:pt x="38499" y="121735"/>
                  </a:cubicBezTo>
                  <a:lnTo>
                    <a:pt x="23803" y="175998"/>
                  </a:lnTo>
                  <a:lnTo>
                    <a:pt x="66615" y="107690"/>
                  </a:lnTo>
                  <a:lnTo>
                    <a:pt x="57669" y="107690"/>
                  </a:lnTo>
                  <a:cubicBezTo>
                    <a:pt x="53835" y="107690"/>
                    <a:pt x="51279" y="105136"/>
                    <a:pt x="51279" y="101306"/>
                  </a:cubicBezTo>
                  <a:cubicBezTo>
                    <a:pt x="51279" y="100668"/>
                    <a:pt x="51279" y="100029"/>
                    <a:pt x="51279" y="99391"/>
                  </a:cubicBezTo>
                  <a:lnTo>
                    <a:pt x="65976" y="45127"/>
                  </a:lnTo>
                  <a:lnTo>
                    <a:pt x="23163" y="113436"/>
                  </a:lnTo>
                  <a:close/>
                  <a:moveTo>
                    <a:pt x="6550" y="221325"/>
                  </a:moveTo>
                  <a:cubicBezTo>
                    <a:pt x="5911" y="221325"/>
                    <a:pt x="4633" y="221325"/>
                    <a:pt x="3994" y="220686"/>
                  </a:cubicBezTo>
                  <a:cubicBezTo>
                    <a:pt x="799" y="219409"/>
                    <a:pt x="-479" y="216217"/>
                    <a:pt x="160" y="213025"/>
                  </a:cubicBezTo>
                  <a:lnTo>
                    <a:pt x="23803" y="126203"/>
                  </a:lnTo>
                  <a:lnTo>
                    <a:pt x="11662" y="126203"/>
                  </a:lnTo>
                  <a:cubicBezTo>
                    <a:pt x="7828" y="126203"/>
                    <a:pt x="5272" y="123650"/>
                    <a:pt x="5272" y="119819"/>
                  </a:cubicBezTo>
                  <a:cubicBezTo>
                    <a:pt x="5272" y="118543"/>
                    <a:pt x="5911" y="117266"/>
                    <a:pt x="6550" y="116627"/>
                  </a:cubicBezTo>
                  <a:lnTo>
                    <a:pt x="78117" y="2992"/>
                  </a:lnTo>
                  <a:cubicBezTo>
                    <a:pt x="80034" y="-200"/>
                    <a:pt x="83868" y="-838"/>
                    <a:pt x="87063" y="1077"/>
                  </a:cubicBezTo>
                  <a:cubicBezTo>
                    <a:pt x="89619" y="2354"/>
                    <a:pt x="90258" y="5546"/>
                    <a:pt x="89619" y="8100"/>
                  </a:cubicBezTo>
                  <a:lnTo>
                    <a:pt x="65976" y="94922"/>
                  </a:lnTo>
                  <a:lnTo>
                    <a:pt x="78117" y="94922"/>
                  </a:lnTo>
                  <a:cubicBezTo>
                    <a:pt x="80673" y="94922"/>
                    <a:pt x="82590" y="96199"/>
                    <a:pt x="83868" y="98114"/>
                  </a:cubicBezTo>
                  <a:cubicBezTo>
                    <a:pt x="85146" y="100029"/>
                    <a:pt x="85146" y="102583"/>
                    <a:pt x="83868" y="104498"/>
                  </a:cubicBezTo>
                  <a:lnTo>
                    <a:pt x="12301" y="218133"/>
                  </a:lnTo>
                  <a:cubicBezTo>
                    <a:pt x="11023" y="220048"/>
                    <a:pt x="9106" y="221325"/>
                    <a:pt x="6550" y="221325"/>
                  </a:cubicBezTo>
                </a:path>
              </a:pathLst>
            </a:custGeom>
            <a:solidFill>
              <a:srgbClr val="0097A9"/>
            </a:solidFill>
            <a:ln w="6390" cap="flat">
              <a:noFill/>
              <a:prstDash val="solid"/>
              <a:miter/>
            </a:ln>
          </p:spPr>
          <p:txBody>
            <a:bodyPr rtlCol="0" anchor="ctr"/>
            <a:lstStyle/>
            <a:p>
              <a:endParaRPr lang="en-US"/>
            </a:p>
          </p:txBody>
        </p:sp>
      </p:grpSp>
      <p:sp>
        <p:nvSpPr>
          <p:cNvPr id="644" name="Graphic 4">
            <a:extLst>
              <a:ext uri="{FF2B5EF4-FFF2-40B4-BE49-F238E27FC236}">
                <a16:creationId xmlns:a16="http://schemas.microsoft.com/office/drawing/2014/main" id="{FE8EBD55-535E-D745-BDD9-1FD044352F23}"/>
              </a:ext>
            </a:extLst>
          </p:cNvPr>
          <p:cNvSpPr/>
          <p:nvPr/>
        </p:nvSpPr>
        <p:spPr>
          <a:xfrm>
            <a:off x="5099169" y="1892374"/>
            <a:ext cx="362309" cy="362610"/>
          </a:xfrm>
          <a:custGeom>
            <a:avLst/>
            <a:gdLst>
              <a:gd name="connsiteX0" fmla="*/ 148247 w 362309"/>
              <a:gd name="connsiteY0" fmla="*/ 170452 h 362610"/>
              <a:gd name="connsiteX1" fmla="*/ 162943 w 362309"/>
              <a:gd name="connsiteY1" fmla="*/ 116189 h 362610"/>
              <a:gd name="connsiteX2" fmla="*/ 120131 w 362309"/>
              <a:gd name="connsiteY2" fmla="*/ 184497 h 362610"/>
              <a:gd name="connsiteX3" fmla="*/ 129077 w 362309"/>
              <a:gd name="connsiteY3" fmla="*/ 184497 h 362610"/>
              <a:gd name="connsiteX4" fmla="*/ 134189 w 362309"/>
              <a:gd name="connsiteY4" fmla="*/ 187051 h 362610"/>
              <a:gd name="connsiteX5" fmla="*/ 135467 w 362309"/>
              <a:gd name="connsiteY5" fmla="*/ 192796 h 362610"/>
              <a:gd name="connsiteX6" fmla="*/ 120770 w 362309"/>
              <a:gd name="connsiteY6" fmla="*/ 247060 h 362610"/>
              <a:gd name="connsiteX7" fmla="*/ 163582 w 362309"/>
              <a:gd name="connsiteY7" fmla="*/ 178752 h 362610"/>
              <a:gd name="connsiteX8" fmla="*/ 154637 w 362309"/>
              <a:gd name="connsiteY8" fmla="*/ 178752 h 362610"/>
              <a:gd name="connsiteX9" fmla="*/ 149525 w 362309"/>
              <a:gd name="connsiteY9" fmla="*/ 176198 h 362610"/>
              <a:gd name="connsiteX10" fmla="*/ 148247 w 362309"/>
              <a:gd name="connsiteY10" fmla="*/ 170452 h 362610"/>
              <a:gd name="connsiteX11" fmla="*/ 227482 w 362309"/>
              <a:gd name="connsiteY11" fmla="*/ 170452 h 362610"/>
              <a:gd name="connsiteX12" fmla="*/ 242179 w 362309"/>
              <a:gd name="connsiteY12" fmla="*/ 116189 h 362610"/>
              <a:gd name="connsiteX13" fmla="*/ 199366 w 362309"/>
              <a:gd name="connsiteY13" fmla="*/ 184497 h 362610"/>
              <a:gd name="connsiteX14" fmla="*/ 208312 w 362309"/>
              <a:gd name="connsiteY14" fmla="*/ 184497 h 362610"/>
              <a:gd name="connsiteX15" fmla="*/ 213424 w 362309"/>
              <a:gd name="connsiteY15" fmla="*/ 187051 h 362610"/>
              <a:gd name="connsiteX16" fmla="*/ 214702 w 362309"/>
              <a:gd name="connsiteY16" fmla="*/ 192796 h 362610"/>
              <a:gd name="connsiteX17" fmla="*/ 200005 w 362309"/>
              <a:gd name="connsiteY17" fmla="*/ 247060 h 362610"/>
              <a:gd name="connsiteX18" fmla="*/ 243456 w 362309"/>
              <a:gd name="connsiteY18" fmla="*/ 178752 h 362610"/>
              <a:gd name="connsiteX19" fmla="*/ 234511 w 362309"/>
              <a:gd name="connsiteY19" fmla="*/ 178752 h 362610"/>
              <a:gd name="connsiteX20" fmla="*/ 229399 w 362309"/>
              <a:gd name="connsiteY20" fmla="*/ 176198 h 362610"/>
              <a:gd name="connsiteX21" fmla="*/ 227482 w 362309"/>
              <a:gd name="connsiteY21" fmla="*/ 170452 h 362610"/>
              <a:gd name="connsiteX22" fmla="*/ 265821 w 362309"/>
              <a:gd name="connsiteY22" fmla="*/ 78523 h 362610"/>
              <a:gd name="connsiteX23" fmla="*/ 242179 w 362309"/>
              <a:gd name="connsiteY23" fmla="*/ 165345 h 362610"/>
              <a:gd name="connsiteX24" fmla="*/ 254319 w 362309"/>
              <a:gd name="connsiteY24" fmla="*/ 165345 h 362610"/>
              <a:gd name="connsiteX25" fmla="*/ 260071 w 362309"/>
              <a:gd name="connsiteY25" fmla="*/ 168537 h 362610"/>
              <a:gd name="connsiteX26" fmla="*/ 260071 w 362309"/>
              <a:gd name="connsiteY26" fmla="*/ 174921 h 362610"/>
              <a:gd name="connsiteX27" fmla="*/ 187864 w 362309"/>
              <a:gd name="connsiteY27" fmla="*/ 288556 h 362610"/>
              <a:gd name="connsiteX28" fmla="*/ 182752 w 362309"/>
              <a:gd name="connsiteY28" fmla="*/ 291748 h 362610"/>
              <a:gd name="connsiteX29" fmla="*/ 180196 w 362309"/>
              <a:gd name="connsiteY29" fmla="*/ 291110 h 362610"/>
              <a:gd name="connsiteX30" fmla="*/ 176362 w 362309"/>
              <a:gd name="connsiteY30" fmla="*/ 283449 h 362610"/>
              <a:gd name="connsiteX31" fmla="*/ 200005 w 362309"/>
              <a:gd name="connsiteY31" fmla="*/ 196627 h 362610"/>
              <a:gd name="connsiteX32" fmla="*/ 187864 w 362309"/>
              <a:gd name="connsiteY32" fmla="*/ 196627 h 362610"/>
              <a:gd name="connsiteX33" fmla="*/ 181474 w 362309"/>
              <a:gd name="connsiteY33" fmla="*/ 190243 h 362610"/>
              <a:gd name="connsiteX34" fmla="*/ 182752 w 362309"/>
              <a:gd name="connsiteY34" fmla="*/ 187051 h 362610"/>
              <a:gd name="connsiteX35" fmla="*/ 254319 w 362309"/>
              <a:gd name="connsiteY35" fmla="*/ 73416 h 362610"/>
              <a:gd name="connsiteX36" fmla="*/ 262626 w 362309"/>
              <a:gd name="connsiteY36" fmla="*/ 70862 h 362610"/>
              <a:gd name="connsiteX37" fmla="*/ 265821 w 362309"/>
              <a:gd name="connsiteY37" fmla="*/ 78523 h 362610"/>
              <a:gd name="connsiteX38" fmla="*/ 186586 w 362309"/>
              <a:gd name="connsiteY38" fmla="*/ 79162 h 362610"/>
              <a:gd name="connsiteX39" fmla="*/ 162943 w 362309"/>
              <a:gd name="connsiteY39" fmla="*/ 165984 h 362610"/>
              <a:gd name="connsiteX40" fmla="*/ 175084 w 362309"/>
              <a:gd name="connsiteY40" fmla="*/ 165984 h 362610"/>
              <a:gd name="connsiteX41" fmla="*/ 180835 w 362309"/>
              <a:gd name="connsiteY41" fmla="*/ 169176 h 362610"/>
              <a:gd name="connsiteX42" fmla="*/ 180835 w 362309"/>
              <a:gd name="connsiteY42" fmla="*/ 175560 h 362610"/>
              <a:gd name="connsiteX43" fmla="*/ 108629 w 362309"/>
              <a:gd name="connsiteY43" fmla="*/ 289195 h 362610"/>
              <a:gd name="connsiteX44" fmla="*/ 103517 w 362309"/>
              <a:gd name="connsiteY44" fmla="*/ 292387 h 362610"/>
              <a:gd name="connsiteX45" fmla="*/ 100961 w 362309"/>
              <a:gd name="connsiteY45" fmla="*/ 291748 h 362610"/>
              <a:gd name="connsiteX46" fmla="*/ 97127 w 362309"/>
              <a:gd name="connsiteY46" fmla="*/ 284087 h 362610"/>
              <a:gd name="connsiteX47" fmla="*/ 120770 w 362309"/>
              <a:gd name="connsiteY47" fmla="*/ 197265 h 362610"/>
              <a:gd name="connsiteX48" fmla="*/ 108629 w 362309"/>
              <a:gd name="connsiteY48" fmla="*/ 197265 h 362610"/>
              <a:gd name="connsiteX49" fmla="*/ 102239 w 362309"/>
              <a:gd name="connsiteY49" fmla="*/ 190881 h 362610"/>
              <a:gd name="connsiteX50" fmla="*/ 103517 w 362309"/>
              <a:gd name="connsiteY50" fmla="*/ 187689 h 362610"/>
              <a:gd name="connsiteX51" fmla="*/ 175084 w 362309"/>
              <a:gd name="connsiteY51" fmla="*/ 74054 h 362610"/>
              <a:gd name="connsiteX52" fmla="*/ 182752 w 362309"/>
              <a:gd name="connsiteY52" fmla="*/ 71501 h 362610"/>
              <a:gd name="connsiteX53" fmla="*/ 186586 w 362309"/>
              <a:gd name="connsiteY53" fmla="*/ 79162 h 362610"/>
              <a:gd name="connsiteX54" fmla="*/ 362310 w 362309"/>
              <a:gd name="connsiteY54" fmla="*/ 181305 h 362610"/>
              <a:gd name="connsiteX55" fmla="*/ 180835 w 362309"/>
              <a:gd name="connsiteY55" fmla="*/ 0 h 362610"/>
              <a:gd name="connsiteX56" fmla="*/ 0 w 362309"/>
              <a:gd name="connsiteY56" fmla="*/ 181305 h 362610"/>
              <a:gd name="connsiteX57" fmla="*/ 181474 w 362309"/>
              <a:gd name="connsiteY57" fmla="*/ 362610 h 362610"/>
              <a:gd name="connsiteX58" fmla="*/ 181474 w 362309"/>
              <a:gd name="connsiteY58" fmla="*/ 362610 h 362610"/>
              <a:gd name="connsiteX59" fmla="*/ 362310 w 362309"/>
              <a:gd name="connsiteY59" fmla="*/ 181305 h 362610"/>
              <a:gd name="connsiteX60" fmla="*/ 362310 w 362309"/>
              <a:gd name="connsiteY60" fmla="*/ 181305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62309" h="362610">
                <a:moveTo>
                  <a:pt x="148247" y="170452"/>
                </a:moveTo>
                <a:lnTo>
                  <a:pt x="162943" y="116189"/>
                </a:lnTo>
                <a:lnTo>
                  <a:pt x="120131" y="184497"/>
                </a:lnTo>
                <a:lnTo>
                  <a:pt x="129077" y="184497"/>
                </a:lnTo>
                <a:cubicBezTo>
                  <a:pt x="130994" y="184497"/>
                  <a:pt x="132911" y="185135"/>
                  <a:pt x="134189" y="187051"/>
                </a:cubicBezTo>
                <a:cubicBezTo>
                  <a:pt x="135467" y="188327"/>
                  <a:pt x="136106" y="190881"/>
                  <a:pt x="135467" y="192796"/>
                </a:cubicBezTo>
                <a:lnTo>
                  <a:pt x="120770" y="247060"/>
                </a:lnTo>
                <a:lnTo>
                  <a:pt x="163582" y="178752"/>
                </a:lnTo>
                <a:lnTo>
                  <a:pt x="154637" y="178752"/>
                </a:lnTo>
                <a:cubicBezTo>
                  <a:pt x="152720" y="178752"/>
                  <a:pt x="150802" y="178113"/>
                  <a:pt x="149525" y="176198"/>
                </a:cubicBezTo>
                <a:cubicBezTo>
                  <a:pt x="148247" y="174283"/>
                  <a:pt x="147607" y="172368"/>
                  <a:pt x="148247" y="170452"/>
                </a:cubicBezTo>
                <a:moveTo>
                  <a:pt x="227482" y="170452"/>
                </a:moveTo>
                <a:lnTo>
                  <a:pt x="242179" y="116189"/>
                </a:lnTo>
                <a:lnTo>
                  <a:pt x="199366" y="184497"/>
                </a:lnTo>
                <a:lnTo>
                  <a:pt x="208312" y="184497"/>
                </a:lnTo>
                <a:cubicBezTo>
                  <a:pt x="210229" y="184497"/>
                  <a:pt x="212146" y="185135"/>
                  <a:pt x="213424" y="187051"/>
                </a:cubicBezTo>
                <a:cubicBezTo>
                  <a:pt x="214702" y="188327"/>
                  <a:pt x="215341" y="190881"/>
                  <a:pt x="214702" y="192796"/>
                </a:cubicBezTo>
                <a:lnTo>
                  <a:pt x="200005" y="247060"/>
                </a:lnTo>
                <a:lnTo>
                  <a:pt x="243456" y="178752"/>
                </a:lnTo>
                <a:lnTo>
                  <a:pt x="234511" y="178752"/>
                </a:lnTo>
                <a:cubicBezTo>
                  <a:pt x="232594" y="178752"/>
                  <a:pt x="230677" y="178113"/>
                  <a:pt x="229399" y="176198"/>
                </a:cubicBezTo>
                <a:cubicBezTo>
                  <a:pt x="227482" y="174283"/>
                  <a:pt x="226843" y="172368"/>
                  <a:pt x="227482" y="170452"/>
                </a:cubicBezTo>
                <a:moveTo>
                  <a:pt x="265821" y="78523"/>
                </a:moveTo>
                <a:lnTo>
                  <a:pt x="242179" y="165345"/>
                </a:lnTo>
                <a:lnTo>
                  <a:pt x="254319" y="165345"/>
                </a:lnTo>
                <a:cubicBezTo>
                  <a:pt x="256876" y="165345"/>
                  <a:pt x="258792" y="166622"/>
                  <a:pt x="260071" y="168537"/>
                </a:cubicBezTo>
                <a:cubicBezTo>
                  <a:pt x="261349" y="170452"/>
                  <a:pt x="261349" y="173006"/>
                  <a:pt x="260071" y="174921"/>
                </a:cubicBezTo>
                <a:lnTo>
                  <a:pt x="187864" y="288556"/>
                </a:lnTo>
                <a:cubicBezTo>
                  <a:pt x="186586" y="290471"/>
                  <a:pt x="184669" y="291748"/>
                  <a:pt x="182752" y="291748"/>
                </a:cubicBezTo>
                <a:cubicBezTo>
                  <a:pt x="182113" y="291748"/>
                  <a:pt x="180835" y="291748"/>
                  <a:pt x="180196" y="291110"/>
                </a:cubicBezTo>
                <a:cubicBezTo>
                  <a:pt x="177001" y="289833"/>
                  <a:pt x="175723" y="286641"/>
                  <a:pt x="176362" y="283449"/>
                </a:cubicBezTo>
                <a:lnTo>
                  <a:pt x="200005" y="196627"/>
                </a:lnTo>
                <a:lnTo>
                  <a:pt x="187864" y="196627"/>
                </a:lnTo>
                <a:cubicBezTo>
                  <a:pt x="184030" y="196627"/>
                  <a:pt x="181474" y="194073"/>
                  <a:pt x="181474" y="190243"/>
                </a:cubicBezTo>
                <a:cubicBezTo>
                  <a:pt x="181474" y="188966"/>
                  <a:pt x="182113" y="187689"/>
                  <a:pt x="182752" y="187051"/>
                </a:cubicBezTo>
                <a:lnTo>
                  <a:pt x="254319" y="73416"/>
                </a:lnTo>
                <a:cubicBezTo>
                  <a:pt x="256236" y="70862"/>
                  <a:pt x="259431" y="69586"/>
                  <a:pt x="262626" y="70862"/>
                </a:cubicBezTo>
                <a:cubicBezTo>
                  <a:pt x="264544" y="72778"/>
                  <a:pt x="266460" y="75970"/>
                  <a:pt x="265821" y="78523"/>
                </a:cubicBezTo>
                <a:moveTo>
                  <a:pt x="186586" y="79162"/>
                </a:moveTo>
                <a:lnTo>
                  <a:pt x="162943" y="165984"/>
                </a:lnTo>
                <a:lnTo>
                  <a:pt x="175084" y="165984"/>
                </a:lnTo>
                <a:cubicBezTo>
                  <a:pt x="177640" y="165984"/>
                  <a:pt x="179557" y="167260"/>
                  <a:pt x="180835" y="169176"/>
                </a:cubicBezTo>
                <a:cubicBezTo>
                  <a:pt x="182113" y="171091"/>
                  <a:pt x="182113" y="173644"/>
                  <a:pt x="180835" y="175560"/>
                </a:cubicBezTo>
                <a:lnTo>
                  <a:pt x="108629" y="289195"/>
                </a:lnTo>
                <a:cubicBezTo>
                  <a:pt x="107351" y="291110"/>
                  <a:pt x="105434" y="292387"/>
                  <a:pt x="103517" y="292387"/>
                </a:cubicBezTo>
                <a:cubicBezTo>
                  <a:pt x="102878" y="292387"/>
                  <a:pt x="101600" y="292387"/>
                  <a:pt x="100961" y="291748"/>
                </a:cubicBezTo>
                <a:cubicBezTo>
                  <a:pt x="97766" y="290471"/>
                  <a:pt x="96488" y="287279"/>
                  <a:pt x="97127" y="284087"/>
                </a:cubicBezTo>
                <a:lnTo>
                  <a:pt x="120770" y="197265"/>
                </a:lnTo>
                <a:lnTo>
                  <a:pt x="108629" y="197265"/>
                </a:lnTo>
                <a:cubicBezTo>
                  <a:pt x="104795" y="197265"/>
                  <a:pt x="102239" y="194711"/>
                  <a:pt x="102239" y="190881"/>
                </a:cubicBezTo>
                <a:cubicBezTo>
                  <a:pt x="102239" y="189604"/>
                  <a:pt x="102878" y="188327"/>
                  <a:pt x="103517" y="187689"/>
                </a:cubicBezTo>
                <a:lnTo>
                  <a:pt x="175084" y="74054"/>
                </a:lnTo>
                <a:cubicBezTo>
                  <a:pt x="177001" y="71501"/>
                  <a:pt x="180196" y="70224"/>
                  <a:pt x="182752" y="71501"/>
                </a:cubicBezTo>
                <a:cubicBezTo>
                  <a:pt x="185308" y="72778"/>
                  <a:pt x="187225" y="75970"/>
                  <a:pt x="186586" y="79162"/>
                </a:cubicBezTo>
                <a:moveTo>
                  <a:pt x="362310" y="181305"/>
                </a:moveTo>
                <a:cubicBezTo>
                  <a:pt x="362310" y="81077"/>
                  <a:pt x="281157" y="0"/>
                  <a:pt x="180835" y="0"/>
                </a:cubicBezTo>
                <a:cubicBezTo>
                  <a:pt x="80513" y="0"/>
                  <a:pt x="0" y="81077"/>
                  <a:pt x="0" y="181305"/>
                </a:cubicBezTo>
                <a:cubicBezTo>
                  <a:pt x="0" y="281534"/>
                  <a:pt x="81152" y="362610"/>
                  <a:pt x="181474" y="362610"/>
                </a:cubicBezTo>
                <a:lnTo>
                  <a:pt x="181474" y="362610"/>
                </a:lnTo>
                <a:cubicBezTo>
                  <a:pt x="281157" y="362610"/>
                  <a:pt x="362310" y="281534"/>
                  <a:pt x="362310" y="181305"/>
                </a:cubicBezTo>
                <a:cubicBezTo>
                  <a:pt x="362310" y="181944"/>
                  <a:pt x="362310" y="181305"/>
                  <a:pt x="362310" y="181305"/>
                </a:cubicBezTo>
              </a:path>
            </a:pathLst>
          </a:custGeom>
          <a:solidFill>
            <a:srgbClr val="0097A9"/>
          </a:solidFill>
          <a:ln w="6390" cap="flat">
            <a:noFill/>
            <a:prstDash val="solid"/>
            <a:miter/>
          </a:ln>
        </p:spPr>
        <p:txBody>
          <a:bodyPr rtlCol="0" anchor="ctr"/>
          <a:lstStyle/>
          <a:p>
            <a:endParaRPr lang="en-US"/>
          </a:p>
        </p:txBody>
      </p:sp>
      <p:grpSp>
        <p:nvGrpSpPr>
          <p:cNvPr id="645" name="Graphic 4">
            <a:extLst>
              <a:ext uri="{FF2B5EF4-FFF2-40B4-BE49-F238E27FC236}">
                <a16:creationId xmlns:a16="http://schemas.microsoft.com/office/drawing/2014/main" id="{6CD10009-134B-524E-A19C-721B546B81FB}"/>
              </a:ext>
            </a:extLst>
          </p:cNvPr>
          <p:cNvGrpSpPr/>
          <p:nvPr/>
        </p:nvGrpSpPr>
        <p:grpSpPr>
          <a:xfrm>
            <a:off x="8840477" y="4308712"/>
            <a:ext cx="362312" cy="361971"/>
            <a:chOff x="8840477" y="4308712"/>
            <a:chExt cx="362312" cy="361971"/>
          </a:xfrm>
          <a:solidFill>
            <a:srgbClr val="007680"/>
          </a:solidFill>
        </p:grpSpPr>
        <p:sp>
          <p:nvSpPr>
            <p:cNvPr id="646" name="Graphic 4">
              <a:extLst>
                <a:ext uri="{FF2B5EF4-FFF2-40B4-BE49-F238E27FC236}">
                  <a16:creationId xmlns:a16="http://schemas.microsoft.com/office/drawing/2014/main" id="{83B24BF6-22A5-1F4E-82CC-E3F63A1D5C9B}"/>
                </a:ext>
              </a:extLst>
            </p:cNvPr>
            <p:cNvSpPr/>
            <p:nvPr/>
          </p:nvSpPr>
          <p:spPr>
            <a:xfrm>
              <a:off x="8840477" y="4308712"/>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647" name="Graphic 4">
              <a:extLst>
                <a:ext uri="{FF2B5EF4-FFF2-40B4-BE49-F238E27FC236}">
                  <a16:creationId xmlns:a16="http://schemas.microsoft.com/office/drawing/2014/main" id="{0401BE80-942B-3C45-B977-ADE473F68DD9}"/>
                </a:ext>
              </a:extLst>
            </p:cNvPr>
            <p:cNvSpPr/>
            <p:nvPr/>
          </p:nvSpPr>
          <p:spPr>
            <a:xfrm>
              <a:off x="8940959" y="4372495"/>
              <a:ext cx="161265" cy="235626"/>
            </a:xfrm>
            <a:custGeom>
              <a:avLst/>
              <a:gdLst>
                <a:gd name="connsiteX0" fmla="*/ 148087 w 161265"/>
                <a:gd name="connsiteY0" fmla="*/ 35169 h 235626"/>
                <a:gd name="connsiteX1" fmla="*/ 151921 w 161265"/>
                <a:gd name="connsiteY1" fmla="*/ 14102 h 235626"/>
                <a:gd name="connsiteX2" fmla="*/ 93134 w 161265"/>
                <a:gd name="connsiteY2" fmla="*/ 1334 h 235626"/>
                <a:gd name="connsiteX3" fmla="*/ 24761 w 161265"/>
                <a:gd name="connsiteY3" fmla="*/ 21763 h 235626"/>
                <a:gd name="connsiteX4" fmla="*/ 480 w 161265"/>
                <a:gd name="connsiteY4" fmla="*/ 47299 h 235626"/>
                <a:gd name="connsiteX5" fmla="*/ 480 w 161265"/>
                <a:gd name="connsiteY5" fmla="*/ 47299 h 235626"/>
                <a:gd name="connsiteX6" fmla="*/ 480 w 161265"/>
                <a:gd name="connsiteY6" fmla="*/ 55598 h 235626"/>
                <a:gd name="connsiteX7" fmla="*/ 1757 w 161265"/>
                <a:gd name="connsiteY7" fmla="*/ 63897 h 235626"/>
                <a:gd name="connsiteX8" fmla="*/ 1757 w 161265"/>
                <a:gd name="connsiteY8" fmla="*/ 207536 h 235626"/>
                <a:gd name="connsiteX9" fmla="*/ 2396 w 161265"/>
                <a:gd name="connsiteY9" fmla="*/ 210090 h 235626"/>
                <a:gd name="connsiteX10" fmla="*/ 79075 w 161265"/>
                <a:gd name="connsiteY10" fmla="*/ 235626 h 235626"/>
                <a:gd name="connsiteX11" fmla="*/ 159589 w 161265"/>
                <a:gd name="connsiteY11" fmla="*/ 210090 h 235626"/>
                <a:gd name="connsiteX12" fmla="*/ 160867 w 161265"/>
                <a:gd name="connsiteY12" fmla="*/ 206898 h 235626"/>
                <a:gd name="connsiteX13" fmla="*/ 160867 w 161265"/>
                <a:gd name="connsiteY13" fmla="*/ 63897 h 235626"/>
                <a:gd name="connsiteX14" fmla="*/ 148087 w 161265"/>
                <a:gd name="connsiteY14" fmla="*/ 35169 h 235626"/>
                <a:gd name="connsiteX15" fmla="*/ 137863 w 161265"/>
                <a:gd name="connsiteY15" fmla="*/ 43468 h 235626"/>
                <a:gd name="connsiteX16" fmla="*/ 148087 w 161265"/>
                <a:gd name="connsiteY16" fmla="*/ 53044 h 235626"/>
                <a:gd name="connsiteX17" fmla="*/ 105914 w 161265"/>
                <a:gd name="connsiteY17" fmla="*/ 67727 h 235626"/>
                <a:gd name="connsiteX18" fmla="*/ 61823 w 161265"/>
                <a:gd name="connsiteY18" fmla="*/ 67727 h 235626"/>
                <a:gd name="connsiteX19" fmla="*/ 79075 w 161265"/>
                <a:gd name="connsiteY19" fmla="*/ 65174 h 235626"/>
                <a:gd name="connsiteX20" fmla="*/ 125722 w 161265"/>
                <a:gd name="connsiteY20" fmla="*/ 49852 h 235626"/>
                <a:gd name="connsiteX21" fmla="*/ 127639 w 161265"/>
                <a:gd name="connsiteY21" fmla="*/ 48575 h 235626"/>
                <a:gd name="connsiteX22" fmla="*/ 137863 w 161265"/>
                <a:gd name="connsiteY22" fmla="*/ 43468 h 235626"/>
                <a:gd name="connsiteX23" fmla="*/ 31790 w 161265"/>
                <a:gd name="connsiteY23" fmla="*/ 31977 h 235626"/>
                <a:gd name="connsiteX24" fmla="*/ 95050 w 161265"/>
                <a:gd name="connsiteY24" fmla="*/ 13464 h 235626"/>
                <a:gd name="connsiteX25" fmla="*/ 141058 w 161265"/>
                <a:gd name="connsiteY25" fmla="*/ 18571 h 235626"/>
                <a:gd name="connsiteX26" fmla="*/ 135946 w 161265"/>
                <a:gd name="connsiteY26" fmla="*/ 29423 h 235626"/>
                <a:gd name="connsiteX27" fmla="*/ 134029 w 161265"/>
                <a:gd name="connsiteY27" fmla="*/ 30700 h 235626"/>
                <a:gd name="connsiteX28" fmla="*/ 134029 w 161265"/>
                <a:gd name="connsiteY28" fmla="*/ 30700 h 235626"/>
                <a:gd name="connsiteX29" fmla="*/ 122527 w 161265"/>
                <a:gd name="connsiteY29" fmla="*/ 37723 h 235626"/>
                <a:gd name="connsiteX30" fmla="*/ 120610 w 161265"/>
                <a:gd name="connsiteY30" fmla="*/ 38999 h 235626"/>
                <a:gd name="connsiteX31" fmla="*/ 77159 w 161265"/>
                <a:gd name="connsiteY31" fmla="*/ 53683 h 235626"/>
                <a:gd name="connsiteX32" fmla="*/ 22205 w 161265"/>
                <a:gd name="connsiteY32" fmla="*/ 54959 h 235626"/>
                <a:gd name="connsiteX33" fmla="*/ 15176 w 161265"/>
                <a:gd name="connsiteY33" fmla="*/ 48575 h 235626"/>
                <a:gd name="connsiteX34" fmla="*/ 31790 w 161265"/>
                <a:gd name="connsiteY34" fmla="*/ 31977 h 235626"/>
                <a:gd name="connsiteX35" fmla="*/ 79714 w 161265"/>
                <a:gd name="connsiteY35" fmla="*/ 221581 h 235626"/>
                <a:gd name="connsiteX36" fmla="*/ 15815 w 161265"/>
                <a:gd name="connsiteY36" fmla="*/ 204983 h 235626"/>
                <a:gd name="connsiteX37" fmla="*/ 15815 w 161265"/>
                <a:gd name="connsiteY37" fmla="*/ 72196 h 235626"/>
                <a:gd name="connsiteX38" fmla="*/ 83549 w 161265"/>
                <a:gd name="connsiteY38" fmla="*/ 82410 h 235626"/>
                <a:gd name="connsiteX39" fmla="*/ 106553 w 161265"/>
                <a:gd name="connsiteY39" fmla="*/ 81134 h 235626"/>
                <a:gd name="connsiteX40" fmla="*/ 148087 w 161265"/>
                <a:gd name="connsiteY40" fmla="*/ 68366 h 235626"/>
                <a:gd name="connsiteX41" fmla="*/ 148087 w 161265"/>
                <a:gd name="connsiteY41" fmla="*/ 203706 h 235626"/>
                <a:gd name="connsiteX42" fmla="*/ 79714 w 161265"/>
                <a:gd name="connsiteY42" fmla="*/ 221581 h 235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61265" h="235626">
                  <a:moveTo>
                    <a:pt x="148087" y="35169"/>
                  </a:moveTo>
                  <a:cubicBezTo>
                    <a:pt x="153838" y="29423"/>
                    <a:pt x="155116" y="21124"/>
                    <a:pt x="151921" y="14102"/>
                  </a:cubicBezTo>
                  <a:cubicBezTo>
                    <a:pt x="146809" y="1972"/>
                    <a:pt x="127639" y="-2496"/>
                    <a:pt x="93134" y="1334"/>
                  </a:cubicBezTo>
                  <a:cubicBezTo>
                    <a:pt x="69491" y="3888"/>
                    <a:pt x="45848" y="10910"/>
                    <a:pt x="24761" y="21763"/>
                  </a:cubicBezTo>
                  <a:cubicBezTo>
                    <a:pt x="7508" y="31339"/>
                    <a:pt x="1757" y="39638"/>
                    <a:pt x="480" y="47299"/>
                  </a:cubicBezTo>
                  <a:lnTo>
                    <a:pt x="480" y="47299"/>
                  </a:lnTo>
                  <a:cubicBezTo>
                    <a:pt x="-160" y="49852"/>
                    <a:pt x="-160" y="52406"/>
                    <a:pt x="480" y="55598"/>
                  </a:cubicBezTo>
                  <a:lnTo>
                    <a:pt x="1757" y="63897"/>
                  </a:lnTo>
                  <a:lnTo>
                    <a:pt x="1757" y="207536"/>
                  </a:lnTo>
                  <a:cubicBezTo>
                    <a:pt x="1757" y="208175"/>
                    <a:pt x="1757" y="209451"/>
                    <a:pt x="2396" y="210090"/>
                  </a:cubicBezTo>
                  <a:cubicBezTo>
                    <a:pt x="3675" y="212643"/>
                    <a:pt x="15176" y="235626"/>
                    <a:pt x="79075" y="235626"/>
                  </a:cubicBezTo>
                  <a:cubicBezTo>
                    <a:pt x="142975" y="235626"/>
                    <a:pt x="158311" y="213282"/>
                    <a:pt x="159589" y="210090"/>
                  </a:cubicBezTo>
                  <a:cubicBezTo>
                    <a:pt x="160228" y="208813"/>
                    <a:pt x="160228" y="208175"/>
                    <a:pt x="160867" y="206898"/>
                  </a:cubicBezTo>
                  <a:lnTo>
                    <a:pt x="160867" y="63897"/>
                  </a:lnTo>
                  <a:cubicBezTo>
                    <a:pt x="162783" y="51767"/>
                    <a:pt x="157672" y="40915"/>
                    <a:pt x="148087" y="35169"/>
                  </a:cubicBezTo>
                  <a:close/>
                  <a:moveTo>
                    <a:pt x="137863" y="43468"/>
                  </a:moveTo>
                  <a:cubicBezTo>
                    <a:pt x="142336" y="45383"/>
                    <a:pt x="146170" y="48575"/>
                    <a:pt x="148087" y="53044"/>
                  </a:cubicBezTo>
                  <a:cubicBezTo>
                    <a:pt x="144892" y="55598"/>
                    <a:pt x="132751" y="64535"/>
                    <a:pt x="105914" y="67727"/>
                  </a:cubicBezTo>
                  <a:cubicBezTo>
                    <a:pt x="91217" y="69004"/>
                    <a:pt x="76519" y="69004"/>
                    <a:pt x="61823" y="67727"/>
                  </a:cubicBezTo>
                  <a:cubicBezTo>
                    <a:pt x="67574" y="67089"/>
                    <a:pt x="73324" y="66451"/>
                    <a:pt x="79075" y="65174"/>
                  </a:cubicBezTo>
                  <a:cubicBezTo>
                    <a:pt x="95050" y="61982"/>
                    <a:pt x="111025" y="56875"/>
                    <a:pt x="125722" y="49852"/>
                  </a:cubicBezTo>
                  <a:lnTo>
                    <a:pt x="127639" y="48575"/>
                  </a:lnTo>
                  <a:cubicBezTo>
                    <a:pt x="130834" y="47937"/>
                    <a:pt x="134029" y="46022"/>
                    <a:pt x="137863" y="43468"/>
                  </a:cubicBezTo>
                  <a:close/>
                  <a:moveTo>
                    <a:pt x="31790" y="31977"/>
                  </a:moveTo>
                  <a:cubicBezTo>
                    <a:pt x="51599" y="21763"/>
                    <a:pt x="73324" y="15379"/>
                    <a:pt x="95050" y="13464"/>
                  </a:cubicBezTo>
                  <a:cubicBezTo>
                    <a:pt x="134668" y="9633"/>
                    <a:pt x="139780" y="17294"/>
                    <a:pt x="141058" y="18571"/>
                  </a:cubicBezTo>
                  <a:cubicBezTo>
                    <a:pt x="142975" y="23040"/>
                    <a:pt x="138502" y="27508"/>
                    <a:pt x="135946" y="29423"/>
                  </a:cubicBezTo>
                  <a:lnTo>
                    <a:pt x="134029" y="30700"/>
                  </a:lnTo>
                  <a:lnTo>
                    <a:pt x="134029" y="30700"/>
                  </a:lnTo>
                  <a:cubicBezTo>
                    <a:pt x="130195" y="33254"/>
                    <a:pt x="126361" y="35807"/>
                    <a:pt x="122527" y="37723"/>
                  </a:cubicBezTo>
                  <a:lnTo>
                    <a:pt x="120610" y="38999"/>
                  </a:lnTo>
                  <a:cubicBezTo>
                    <a:pt x="107191" y="46022"/>
                    <a:pt x="92494" y="50491"/>
                    <a:pt x="77159" y="53683"/>
                  </a:cubicBezTo>
                  <a:cubicBezTo>
                    <a:pt x="59267" y="57513"/>
                    <a:pt x="40097" y="57513"/>
                    <a:pt x="22205" y="54959"/>
                  </a:cubicBezTo>
                  <a:cubicBezTo>
                    <a:pt x="15815" y="53683"/>
                    <a:pt x="15176" y="50491"/>
                    <a:pt x="15176" y="48575"/>
                  </a:cubicBezTo>
                  <a:cubicBezTo>
                    <a:pt x="14537" y="44745"/>
                    <a:pt x="17732" y="39638"/>
                    <a:pt x="31790" y="31977"/>
                  </a:cubicBezTo>
                  <a:close/>
                  <a:moveTo>
                    <a:pt x="79714" y="221581"/>
                  </a:moveTo>
                  <a:cubicBezTo>
                    <a:pt x="31151" y="221581"/>
                    <a:pt x="18371" y="208175"/>
                    <a:pt x="15815" y="204983"/>
                  </a:cubicBezTo>
                  <a:lnTo>
                    <a:pt x="15815" y="72196"/>
                  </a:lnTo>
                  <a:cubicBezTo>
                    <a:pt x="37541" y="79218"/>
                    <a:pt x="60545" y="83049"/>
                    <a:pt x="83549" y="82410"/>
                  </a:cubicBezTo>
                  <a:cubicBezTo>
                    <a:pt x="91217" y="82410"/>
                    <a:pt x="98884" y="81772"/>
                    <a:pt x="106553" y="81134"/>
                  </a:cubicBezTo>
                  <a:cubicBezTo>
                    <a:pt x="121249" y="79857"/>
                    <a:pt x="135307" y="75388"/>
                    <a:pt x="148087" y="68366"/>
                  </a:cubicBezTo>
                  <a:lnTo>
                    <a:pt x="148087" y="203706"/>
                  </a:lnTo>
                  <a:cubicBezTo>
                    <a:pt x="144253" y="207536"/>
                    <a:pt x="127639" y="221581"/>
                    <a:pt x="79714" y="221581"/>
                  </a:cubicBezTo>
                  <a:close/>
                </a:path>
              </a:pathLst>
            </a:custGeom>
            <a:solidFill>
              <a:srgbClr val="007680"/>
            </a:solidFill>
            <a:ln w="6390" cap="flat">
              <a:noFill/>
              <a:prstDash val="solid"/>
              <a:miter/>
            </a:ln>
          </p:spPr>
          <p:txBody>
            <a:bodyPr rtlCol="0" anchor="ctr"/>
            <a:lstStyle/>
            <a:p>
              <a:endParaRPr lang="en-US"/>
            </a:p>
          </p:txBody>
        </p:sp>
        <p:sp>
          <p:nvSpPr>
            <p:cNvPr id="648" name="Graphic 4">
              <a:extLst>
                <a:ext uri="{FF2B5EF4-FFF2-40B4-BE49-F238E27FC236}">
                  <a16:creationId xmlns:a16="http://schemas.microsoft.com/office/drawing/2014/main" id="{9291D154-3662-B94B-A369-6E403C249B90}"/>
                </a:ext>
              </a:extLst>
            </p:cNvPr>
            <p:cNvSpPr/>
            <p:nvPr/>
          </p:nvSpPr>
          <p:spPr>
            <a:xfrm>
              <a:off x="9007211" y="4475334"/>
              <a:ext cx="26882" cy="26812"/>
            </a:xfrm>
            <a:custGeom>
              <a:avLst/>
              <a:gdLst>
                <a:gd name="connsiteX0" fmla="*/ 13463 w 26882"/>
                <a:gd name="connsiteY0" fmla="*/ 26812 h 26812"/>
                <a:gd name="connsiteX1" fmla="*/ 26882 w 26882"/>
                <a:gd name="connsiteY1" fmla="*/ 13406 h 26812"/>
                <a:gd name="connsiteX2" fmla="*/ 13463 w 26882"/>
                <a:gd name="connsiteY2" fmla="*/ 0 h 26812"/>
                <a:gd name="connsiteX3" fmla="*/ 44 w 26882"/>
                <a:gd name="connsiteY3" fmla="*/ 13406 h 26812"/>
                <a:gd name="connsiteX4" fmla="*/ 44 w 26882"/>
                <a:gd name="connsiteY4" fmla="*/ 13406 h 26812"/>
                <a:gd name="connsiteX5" fmla="*/ 13463 w 26882"/>
                <a:gd name="connsiteY5" fmla="*/ 26812 h 26812"/>
                <a:gd name="connsiteX6" fmla="*/ 13463 w 26882"/>
                <a:gd name="connsiteY6" fmla="*/ 12768 h 26812"/>
                <a:gd name="connsiteX7" fmla="*/ 14102 w 26882"/>
                <a:gd name="connsiteY7" fmla="*/ 13406 h 26812"/>
                <a:gd name="connsiteX8" fmla="*/ 12824 w 26882"/>
                <a:gd name="connsiteY8" fmla="*/ 13406 h 26812"/>
                <a:gd name="connsiteX9" fmla="*/ 13463 w 26882"/>
                <a:gd name="connsiteY9" fmla="*/ 12768 h 26812"/>
                <a:gd name="connsiteX10" fmla="*/ 13463 w 26882"/>
                <a:gd name="connsiteY10" fmla="*/ 12768 h 26812"/>
                <a:gd name="connsiteX11" fmla="*/ 13463 w 26882"/>
                <a:gd name="connsiteY11" fmla="*/ 12768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82" h="26812">
                  <a:moveTo>
                    <a:pt x="13463" y="26812"/>
                  </a:moveTo>
                  <a:cubicBezTo>
                    <a:pt x="21131" y="26812"/>
                    <a:pt x="26882" y="21067"/>
                    <a:pt x="26882" y="13406"/>
                  </a:cubicBezTo>
                  <a:cubicBezTo>
                    <a:pt x="26882" y="5745"/>
                    <a:pt x="21131" y="0"/>
                    <a:pt x="13463" y="0"/>
                  </a:cubicBezTo>
                  <a:cubicBezTo>
                    <a:pt x="5795" y="0"/>
                    <a:pt x="44" y="5745"/>
                    <a:pt x="44" y="13406"/>
                  </a:cubicBezTo>
                  <a:lnTo>
                    <a:pt x="44" y="13406"/>
                  </a:lnTo>
                  <a:cubicBezTo>
                    <a:pt x="-595" y="20428"/>
                    <a:pt x="5795" y="26812"/>
                    <a:pt x="13463" y="26812"/>
                  </a:cubicBezTo>
                  <a:close/>
                  <a:moveTo>
                    <a:pt x="13463" y="12768"/>
                  </a:moveTo>
                  <a:cubicBezTo>
                    <a:pt x="14102" y="12768"/>
                    <a:pt x="14102" y="12768"/>
                    <a:pt x="14102" y="13406"/>
                  </a:cubicBezTo>
                  <a:cubicBezTo>
                    <a:pt x="14102" y="14044"/>
                    <a:pt x="12824" y="14044"/>
                    <a:pt x="12824" y="13406"/>
                  </a:cubicBezTo>
                  <a:cubicBezTo>
                    <a:pt x="12185" y="12768"/>
                    <a:pt x="12824" y="12768"/>
                    <a:pt x="13463" y="12768"/>
                  </a:cubicBezTo>
                  <a:cubicBezTo>
                    <a:pt x="12824" y="12768"/>
                    <a:pt x="12824" y="12768"/>
                    <a:pt x="13463" y="12768"/>
                  </a:cubicBezTo>
                  <a:lnTo>
                    <a:pt x="13463" y="12768"/>
                  </a:lnTo>
                  <a:close/>
                </a:path>
              </a:pathLst>
            </a:custGeom>
            <a:solidFill>
              <a:srgbClr val="007680"/>
            </a:solidFill>
            <a:ln w="6390" cap="flat">
              <a:noFill/>
              <a:prstDash val="solid"/>
              <a:miter/>
            </a:ln>
          </p:spPr>
          <p:txBody>
            <a:bodyPr rtlCol="0" anchor="ctr"/>
            <a:lstStyle/>
            <a:p>
              <a:endParaRPr lang="en-US"/>
            </a:p>
          </p:txBody>
        </p:sp>
        <p:sp>
          <p:nvSpPr>
            <p:cNvPr id="649" name="Graphic 4">
              <a:extLst>
                <a:ext uri="{FF2B5EF4-FFF2-40B4-BE49-F238E27FC236}">
                  <a16:creationId xmlns:a16="http://schemas.microsoft.com/office/drawing/2014/main" id="{C18F66F8-1B48-F547-9EBC-B10C4568AD7C}"/>
                </a:ext>
              </a:extLst>
            </p:cNvPr>
            <p:cNvSpPr/>
            <p:nvPr/>
          </p:nvSpPr>
          <p:spPr>
            <a:xfrm>
              <a:off x="8974666" y="4499363"/>
              <a:ext cx="93292" cy="76838"/>
            </a:xfrm>
            <a:custGeom>
              <a:avLst/>
              <a:gdLst>
                <a:gd name="connsiteX0" fmla="*/ 88181 w 93292"/>
                <a:gd name="connsiteY0" fmla="*/ 230 h 76838"/>
                <a:gd name="connsiteX1" fmla="*/ 81152 w 93292"/>
                <a:gd name="connsiteY1" fmla="*/ 2784 h 76838"/>
                <a:gd name="connsiteX2" fmla="*/ 46647 w 93292"/>
                <a:gd name="connsiteY2" fmla="*/ 21936 h 76838"/>
                <a:gd name="connsiteX3" fmla="*/ 11502 w 93292"/>
                <a:gd name="connsiteY3" fmla="*/ 3422 h 76838"/>
                <a:gd name="connsiteX4" fmla="*/ 2556 w 93292"/>
                <a:gd name="connsiteY4" fmla="*/ 2145 h 76838"/>
                <a:gd name="connsiteX5" fmla="*/ 0 w 93292"/>
                <a:gd name="connsiteY5" fmla="*/ 7253 h 76838"/>
                <a:gd name="connsiteX6" fmla="*/ 0 w 93292"/>
                <a:gd name="connsiteY6" fmla="*/ 61516 h 76838"/>
                <a:gd name="connsiteX7" fmla="*/ 3195 w 93292"/>
                <a:gd name="connsiteY7" fmla="*/ 67262 h 76838"/>
                <a:gd name="connsiteX8" fmla="*/ 44730 w 93292"/>
                <a:gd name="connsiteY8" fmla="*/ 76838 h 76838"/>
                <a:gd name="connsiteX9" fmla="*/ 89459 w 93292"/>
                <a:gd name="connsiteY9" fmla="*/ 65985 h 76838"/>
                <a:gd name="connsiteX10" fmla="*/ 93293 w 93292"/>
                <a:gd name="connsiteY10" fmla="*/ 60240 h 76838"/>
                <a:gd name="connsiteX11" fmla="*/ 93293 w 93292"/>
                <a:gd name="connsiteY11" fmla="*/ 7253 h 76838"/>
                <a:gd name="connsiteX12" fmla="*/ 88181 w 93292"/>
                <a:gd name="connsiteY12" fmla="*/ 230 h 76838"/>
                <a:gd name="connsiteX13" fmla="*/ 79874 w 93292"/>
                <a:gd name="connsiteY13" fmla="*/ 55771 h 76838"/>
                <a:gd name="connsiteX14" fmla="*/ 12141 w 93292"/>
                <a:gd name="connsiteY14" fmla="*/ 57048 h 76838"/>
                <a:gd name="connsiteX15" fmla="*/ 12141 w 93292"/>
                <a:gd name="connsiteY15" fmla="*/ 21936 h 76838"/>
                <a:gd name="connsiteX16" fmla="*/ 46007 w 93292"/>
                <a:gd name="connsiteY16" fmla="*/ 34704 h 76838"/>
                <a:gd name="connsiteX17" fmla="*/ 79235 w 93292"/>
                <a:gd name="connsiteY17" fmla="*/ 21936 h 76838"/>
                <a:gd name="connsiteX18" fmla="*/ 79874 w 93292"/>
                <a:gd name="connsiteY18" fmla="*/ 55771 h 7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3292" h="76838">
                  <a:moveTo>
                    <a:pt x="88181" y="230"/>
                  </a:moveTo>
                  <a:cubicBezTo>
                    <a:pt x="85625" y="-408"/>
                    <a:pt x="82430" y="230"/>
                    <a:pt x="81152" y="2784"/>
                  </a:cubicBezTo>
                  <a:cubicBezTo>
                    <a:pt x="81152" y="2784"/>
                    <a:pt x="67733" y="21936"/>
                    <a:pt x="46647" y="21936"/>
                  </a:cubicBezTo>
                  <a:cubicBezTo>
                    <a:pt x="25560" y="21936"/>
                    <a:pt x="11502" y="3422"/>
                    <a:pt x="11502" y="3422"/>
                  </a:cubicBezTo>
                  <a:cubicBezTo>
                    <a:pt x="9585" y="869"/>
                    <a:pt x="5751" y="230"/>
                    <a:pt x="2556" y="2145"/>
                  </a:cubicBezTo>
                  <a:cubicBezTo>
                    <a:pt x="639" y="3422"/>
                    <a:pt x="0" y="5337"/>
                    <a:pt x="0" y="7253"/>
                  </a:cubicBezTo>
                  <a:lnTo>
                    <a:pt x="0" y="61516"/>
                  </a:lnTo>
                  <a:cubicBezTo>
                    <a:pt x="0" y="64070"/>
                    <a:pt x="1278" y="65985"/>
                    <a:pt x="3195" y="67262"/>
                  </a:cubicBezTo>
                  <a:cubicBezTo>
                    <a:pt x="15975" y="73646"/>
                    <a:pt x="30032" y="76838"/>
                    <a:pt x="44730" y="76838"/>
                  </a:cubicBezTo>
                  <a:cubicBezTo>
                    <a:pt x="60066" y="76838"/>
                    <a:pt x="75402" y="73008"/>
                    <a:pt x="89459" y="65985"/>
                  </a:cubicBezTo>
                  <a:cubicBezTo>
                    <a:pt x="91376" y="64708"/>
                    <a:pt x="92654" y="62793"/>
                    <a:pt x="93293" y="60240"/>
                  </a:cubicBezTo>
                  <a:lnTo>
                    <a:pt x="93293" y="7253"/>
                  </a:lnTo>
                  <a:cubicBezTo>
                    <a:pt x="92654" y="3422"/>
                    <a:pt x="90737" y="869"/>
                    <a:pt x="88181" y="230"/>
                  </a:cubicBezTo>
                  <a:close/>
                  <a:moveTo>
                    <a:pt x="79874" y="55771"/>
                  </a:moveTo>
                  <a:cubicBezTo>
                    <a:pt x="58787" y="65985"/>
                    <a:pt x="33867" y="66624"/>
                    <a:pt x="12141" y="57048"/>
                  </a:cubicBezTo>
                  <a:lnTo>
                    <a:pt x="12141" y="21936"/>
                  </a:lnTo>
                  <a:cubicBezTo>
                    <a:pt x="21726" y="29597"/>
                    <a:pt x="33867" y="34704"/>
                    <a:pt x="46007" y="34704"/>
                  </a:cubicBezTo>
                  <a:cubicBezTo>
                    <a:pt x="58148" y="34704"/>
                    <a:pt x="70289" y="30235"/>
                    <a:pt x="79235" y="21936"/>
                  </a:cubicBezTo>
                  <a:lnTo>
                    <a:pt x="79874" y="55771"/>
                  </a:lnTo>
                  <a:close/>
                </a:path>
              </a:pathLst>
            </a:custGeom>
            <a:solidFill>
              <a:srgbClr val="007680"/>
            </a:solidFill>
            <a:ln w="6390" cap="flat">
              <a:noFill/>
              <a:prstDash val="solid"/>
              <a:miter/>
            </a:ln>
          </p:spPr>
          <p:txBody>
            <a:bodyPr rtlCol="0" anchor="ctr"/>
            <a:lstStyle/>
            <a:p>
              <a:endParaRPr lang="en-US"/>
            </a:p>
          </p:txBody>
        </p:sp>
      </p:grpSp>
      <p:grpSp>
        <p:nvGrpSpPr>
          <p:cNvPr id="650" name="Graphic 4">
            <a:extLst>
              <a:ext uri="{FF2B5EF4-FFF2-40B4-BE49-F238E27FC236}">
                <a16:creationId xmlns:a16="http://schemas.microsoft.com/office/drawing/2014/main" id="{97B05097-BBEE-704B-9A92-66757E7DBAFB}"/>
              </a:ext>
            </a:extLst>
          </p:cNvPr>
          <p:cNvGrpSpPr/>
          <p:nvPr/>
        </p:nvGrpSpPr>
        <p:grpSpPr>
          <a:xfrm>
            <a:off x="9278827" y="4308712"/>
            <a:ext cx="362309" cy="361971"/>
            <a:chOff x="9278827" y="4308712"/>
            <a:chExt cx="362309" cy="361971"/>
          </a:xfrm>
          <a:solidFill>
            <a:srgbClr val="007680"/>
          </a:solidFill>
        </p:grpSpPr>
        <p:sp>
          <p:nvSpPr>
            <p:cNvPr id="651" name="Graphic 4">
              <a:extLst>
                <a:ext uri="{FF2B5EF4-FFF2-40B4-BE49-F238E27FC236}">
                  <a16:creationId xmlns:a16="http://schemas.microsoft.com/office/drawing/2014/main" id="{42BA7CFC-D6BB-0648-9BEB-0C58433412B7}"/>
                </a:ext>
              </a:extLst>
            </p:cNvPr>
            <p:cNvSpPr/>
            <p:nvPr/>
          </p:nvSpPr>
          <p:spPr>
            <a:xfrm>
              <a:off x="9425157" y="4521298"/>
              <a:ext cx="67733" cy="41663"/>
            </a:xfrm>
            <a:custGeom>
              <a:avLst/>
              <a:gdLst>
                <a:gd name="connsiteX0" fmla="*/ 0 w 67733"/>
                <a:gd name="connsiteY0" fmla="*/ 0 h 41663"/>
                <a:gd name="connsiteX1" fmla="*/ 0 w 67733"/>
                <a:gd name="connsiteY1" fmla="*/ 35112 h 41663"/>
                <a:gd name="connsiteX2" fmla="*/ 67733 w 67733"/>
                <a:gd name="connsiteY2" fmla="*/ 33835 h 41663"/>
                <a:gd name="connsiteX3" fmla="*/ 67733 w 67733"/>
                <a:gd name="connsiteY3" fmla="*/ 639 h 41663"/>
                <a:gd name="connsiteX4" fmla="*/ 34506 w 67733"/>
                <a:gd name="connsiteY4" fmla="*/ 13407 h 41663"/>
                <a:gd name="connsiteX5" fmla="*/ 0 w 67733"/>
                <a:gd name="connsiteY5" fmla="*/ 0 h 41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33" h="41663">
                  <a:moveTo>
                    <a:pt x="0" y="0"/>
                  </a:moveTo>
                  <a:lnTo>
                    <a:pt x="0" y="35112"/>
                  </a:lnTo>
                  <a:cubicBezTo>
                    <a:pt x="21726" y="44050"/>
                    <a:pt x="46007" y="44050"/>
                    <a:pt x="67733" y="33835"/>
                  </a:cubicBezTo>
                  <a:lnTo>
                    <a:pt x="67733" y="639"/>
                  </a:lnTo>
                  <a:cubicBezTo>
                    <a:pt x="58787" y="8938"/>
                    <a:pt x="46647" y="13407"/>
                    <a:pt x="34506" y="13407"/>
                  </a:cubicBezTo>
                  <a:cubicBezTo>
                    <a:pt x="21726" y="12768"/>
                    <a:pt x="9585" y="8299"/>
                    <a:pt x="0" y="0"/>
                  </a:cubicBezTo>
                  <a:close/>
                </a:path>
              </a:pathLst>
            </a:custGeom>
            <a:solidFill>
              <a:srgbClr val="007680"/>
            </a:solidFill>
            <a:ln w="6390" cap="flat">
              <a:noFill/>
              <a:prstDash val="solid"/>
              <a:miter/>
            </a:ln>
          </p:spPr>
          <p:txBody>
            <a:bodyPr rtlCol="0" anchor="ctr"/>
            <a:lstStyle/>
            <a:p>
              <a:endParaRPr lang="en-US"/>
            </a:p>
          </p:txBody>
        </p:sp>
        <p:sp>
          <p:nvSpPr>
            <p:cNvPr id="652" name="Graphic 4">
              <a:extLst>
                <a:ext uri="{FF2B5EF4-FFF2-40B4-BE49-F238E27FC236}">
                  <a16:creationId xmlns:a16="http://schemas.microsoft.com/office/drawing/2014/main" id="{265D5E51-1EBC-BC45-97CB-C711FD6AEFC1}"/>
                </a:ext>
              </a:extLst>
            </p:cNvPr>
            <p:cNvSpPr/>
            <p:nvPr/>
          </p:nvSpPr>
          <p:spPr>
            <a:xfrm>
              <a:off x="9457745" y="4488102"/>
              <a:ext cx="1278" cy="1116"/>
            </a:xfrm>
            <a:custGeom>
              <a:avLst/>
              <a:gdLst>
                <a:gd name="connsiteX0" fmla="*/ 1278 w 1278"/>
                <a:gd name="connsiteY0" fmla="*/ 638 h 1116"/>
                <a:gd name="connsiteX1" fmla="*/ 639 w 1278"/>
                <a:gd name="connsiteY1" fmla="*/ 0 h 1116"/>
                <a:gd name="connsiteX2" fmla="*/ 639 w 1278"/>
                <a:gd name="connsiteY2" fmla="*/ 0 h 1116"/>
                <a:gd name="connsiteX3" fmla="*/ 0 w 1278"/>
                <a:gd name="connsiteY3" fmla="*/ 638 h 1116"/>
                <a:gd name="connsiteX4" fmla="*/ 1278 w 1278"/>
                <a:gd name="connsiteY4" fmla="*/ 638 h 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8" h="1116">
                  <a:moveTo>
                    <a:pt x="1278" y="638"/>
                  </a:moveTo>
                  <a:cubicBezTo>
                    <a:pt x="1278" y="0"/>
                    <a:pt x="1278" y="0"/>
                    <a:pt x="639" y="0"/>
                  </a:cubicBezTo>
                  <a:cubicBezTo>
                    <a:pt x="639" y="0"/>
                    <a:pt x="639" y="0"/>
                    <a:pt x="639" y="0"/>
                  </a:cubicBezTo>
                  <a:cubicBezTo>
                    <a:pt x="0" y="0"/>
                    <a:pt x="0" y="0"/>
                    <a:pt x="0" y="638"/>
                  </a:cubicBezTo>
                  <a:cubicBezTo>
                    <a:pt x="0" y="1276"/>
                    <a:pt x="1278" y="1276"/>
                    <a:pt x="1278" y="638"/>
                  </a:cubicBezTo>
                  <a:close/>
                </a:path>
              </a:pathLst>
            </a:custGeom>
            <a:solidFill>
              <a:srgbClr val="007680"/>
            </a:solidFill>
            <a:ln w="6390" cap="flat">
              <a:noFill/>
              <a:prstDash val="solid"/>
              <a:miter/>
            </a:ln>
          </p:spPr>
          <p:txBody>
            <a:bodyPr rtlCol="0" anchor="ctr"/>
            <a:lstStyle/>
            <a:p>
              <a:endParaRPr lang="en-US"/>
            </a:p>
          </p:txBody>
        </p:sp>
        <p:sp>
          <p:nvSpPr>
            <p:cNvPr id="653" name="Graphic 4">
              <a:extLst>
                <a:ext uri="{FF2B5EF4-FFF2-40B4-BE49-F238E27FC236}">
                  <a16:creationId xmlns:a16="http://schemas.microsoft.com/office/drawing/2014/main" id="{FF855284-BD1E-1947-A18C-E03A6CD88623}"/>
                </a:ext>
              </a:extLst>
            </p:cNvPr>
            <p:cNvSpPr/>
            <p:nvPr/>
          </p:nvSpPr>
          <p:spPr>
            <a:xfrm>
              <a:off x="9439854" y="4416601"/>
              <a:ext cx="86264" cy="25216"/>
            </a:xfrm>
            <a:custGeom>
              <a:avLst/>
              <a:gdLst>
                <a:gd name="connsiteX0" fmla="*/ 63899 w 86264"/>
                <a:gd name="connsiteY0" fmla="*/ 6384 h 25216"/>
                <a:gd name="connsiteX1" fmla="*/ 17253 w 86264"/>
                <a:gd name="connsiteY1" fmla="*/ 21705 h 25216"/>
                <a:gd name="connsiteX2" fmla="*/ 0 w 86264"/>
                <a:gd name="connsiteY2" fmla="*/ 24259 h 25216"/>
                <a:gd name="connsiteX3" fmla="*/ 44090 w 86264"/>
                <a:gd name="connsiteY3" fmla="*/ 24259 h 25216"/>
                <a:gd name="connsiteX4" fmla="*/ 86264 w 86264"/>
                <a:gd name="connsiteY4" fmla="*/ 9576 h 25216"/>
                <a:gd name="connsiteX5" fmla="*/ 76040 w 86264"/>
                <a:gd name="connsiteY5" fmla="*/ 0 h 25216"/>
                <a:gd name="connsiteX6" fmla="*/ 65816 w 86264"/>
                <a:gd name="connsiteY6" fmla="*/ 6384 h 25216"/>
                <a:gd name="connsiteX7" fmla="*/ 63899 w 86264"/>
                <a:gd name="connsiteY7" fmla="*/ 6384 h 25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264" h="25216">
                  <a:moveTo>
                    <a:pt x="63899" y="6384"/>
                  </a:moveTo>
                  <a:cubicBezTo>
                    <a:pt x="49202" y="13406"/>
                    <a:pt x="33866" y="18513"/>
                    <a:pt x="17253" y="21705"/>
                  </a:cubicBezTo>
                  <a:cubicBezTo>
                    <a:pt x="10863" y="22982"/>
                    <a:pt x="5111" y="23621"/>
                    <a:pt x="0" y="24259"/>
                  </a:cubicBezTo>
                  <a:cubicBezTo>
                    <a:pt x="14696" y="25536"/>
                    <a:pt x="29394" y="25536"/>
                    <a:pt x="44090" y="24259"/>
                  </a:cubicBezTo>
                  <a:cubicBezTo>
                    <a:pt x="70928" y="21067"/>
                    <a:pt x="83708" y="12129"/>
                    <a:pt x="86264" y="9576"/>
                  </a:cubicBezTo>
                  <a:cubicBezTo>
                    <a:pt x="84347" y="5107"/>
                    <a:pt x="80513" y="1277"/>
                    <a:pt x="76040" y="0"/>
                  </a:cubicBezTo>
                  <a:cubicBezTo>
                    <a:pt x="72845" y="2553"/>
                    <a:pt x="69011" y="4469"/>
                    <a:pt x="65816" y="6384"/>
                  </a:cubicBezTo>
                  <a:lnTo>
                    <a:pt x="63899" y="6384"/>
                  </a:lnTo>
                  <a:close/>
                </a:path>
              </a:pathLst>
            </a:custGeom>
            <a:solidFill>
              <a:srgbClr val="007680"/>
            </a:solidFill>
            <a:ln w="6390" cap="flat">
              <a:noFill/>
              <a:prstDash val="solid"/>
              <a:miter/>
            </a:ln>
          </p:spPr>
          <p:txBody>
            <a:bodyPr rtlCol="0" anchor="ctr"/>
            <a:lstStyle/>
            <a:p>
              <a:endParaRPr lang="en-US"/>
            </a:p>
          </p:txBody>
        </p:sp>
        <p:sp>
          <p:nvSpPr>
            <p:cNvPr id="654" name="Graphic 4">
              <a:extLst>
                <a:ext uri="{FF2B5EF4-FFF2-40B4-BE49-F238E27FC236}">
                  <a16:creationId xmlns:a16="http://schemas.microsoft.com/office/drawing/2014/main" id="{9B419AA1-9856-3E43-BC26-F08F23349283}"/>
                </a:ext>
              </a:extLst>
            </p:cNvPr>
            <p:cNvSpPr/>
            <p:nvPr/>
          </p:nvSpPr>
          <p:spPr>
            <a:xfrm>
              <a:off x="9393207" y="4384895"/>
              <a:ext cx="127413" cy="44338"/>
            </a:xfrm>
            <a:custGeom>
              <a:avLst/>
              <a:gdLst>
                <a:gd name="connsiteX0" fmla="*/ 7029 w 127413"/>
                <a:gd name="connsiteY0" fmla="*/ 42559 h 44338"/>
                <a:gd name="connsiteX1" fmla="*/ 61982 w 127413"/>
                <a:gd name="connsiteY1" fmla="*/ 41282 h 44338"/>
                <a:gd name="connsiteX2" fmla="*/ 105434 w 127413"/>
                <a:gd name="connsiteY2" fmla="*/ 26599 h 44338"/>
                <a:gd name="connsiteX3" fmla="*/ 107990 w 127413"/>
                <a:gd name="connsiteY3" fmla="*/ 25322 h 44338"/>
                <a:gd name="connsiteX4" fmla="*/ 119492 w 127413"/>
                <a:gd name="connsiteY4" fmla="*/ 18299 h 44338"/>
                <a:gd name="connsiteX5" fmla="*/ 119492 w 127413"/>
                <a:gd name="connsiteY5" fmla="*/ 18299 h 44338"/>
                <a:gd name="connsiteX6" fmla="*/ 122048 w 127413"/>
                <a:gd name="connsiteY6" fmla="*/ 17023 h 44338"/>
                <a:gd name="connsiteX7" fmla="*/ 122048 w 127413"/>
                <a:gd name="connsiteY7" fmla="*/ 17023 h 44338"/>
                <a:gd name="connsiteX8" fmla="*/ 127160 w 127413"/>
                <a:gd name="connsiteY8" fmla="*/ 6170 h 44338"/>
                <a:gd name="connsiteX9" fmla="*/ 81152 w 127413"/>
                <a:gd name="connsiteY9" fmla="*/ 1063 h 44338"/>
                <a:gd name="connsiteX10" fmla="*/ 17892 w 127413"/>
                <a:gd name="connsiteY10" fmla="*/ 19576 h 44338"/>
                <a:gd name="connsiteX11" fmla="*/ 0 w 127413"/>
                <a:gd name="connsiteY11" fmla="*/ 36175 h 44338"/>
                <a:gd name="connsiteX12" fmla="*/ 7029 w 127413"/>
                <a:gd name="connsiteY12" fmla="*/ 42559 h 4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413" h="44338">
                  <a:moveTo>
                    <a:pt x="7029" y="42559"/>
                  </a:moveTo>
                  <a:cubicBezTo>
                    <a:pt x="25560" y="45112"/>
                    <a:pt x="44091" y="45112"/>
                    <a:pt x="61982" y="41282"/>
                  </a:cubicBezTo>
                  <a:cubicBezTo>
                    <a:pt x="76679" y="38090"/>
                    <a:pt x="91376" y="33621"/>
                    <a:pt x="105434" y="26599"/>
                  </a:cubicBezTo>
                  <a:lnTo>
                    <a:pt x="107990" y="25322"/>
                  </a:lnTo>
                  <a:cubicBezTo>
                    <a:pt x="111824" y="23407"/>
                    <a:pt x="115658" y="20853"/>
                    <a:pt x="119492" y="18299"/>
                  </a:cubicBezTo>
                  <a:lnTo>
                    <a:pt x="119492" y="18299"/>
                  </a:lnTo>
                  <a:lnTo>
                    <a:pt x="122048" y="17023"/>
                  </a:lnTo>
                  <a:lnTo>
                    <a:pt x="122048" y="17023"/>
                  </a:lnTo>
                  <a:cubicBezTo>
                    <a:pt x="124604" y="15107"/>
                    <a:pt x="128438" y="10639"/>
                    <a:pt x="127160" y="6170"/>
                  </a:cubicBezTo>
                  <a:cubicBezTo>
                    <a:pt x="126521" y="4893"/>
                    <a:pt x="120770" y="-2768"/>
                    <a:pt x="81152" y="1063"/>
                  </a:cubicBezTo>
                  <a:cubicBezTo>
                    <a:pt x="59427" y="3616"/>
                    <a:pt x="37701" y="10000"/>
                    <a:pt x="17892" y="19576"/>
                  </a:cubicBezTo>
                  <a:cubicBezTo>
                    <a:pt x="4473" y="27237"/>
                    <a:pt x="639" y="32344"/>
                    <a:pt x="0" y="36175"/>
                  </a:cubicBezTo>
                  <a:cubicBezTo>
                    <a:pt x="0" y="38090"/>
                    <a:pt x="639" y="41282"/>
                    <a:pt x="7029" y="42559"/>
                  </a:cubicBezTo>
                  <a:close/>
                </a:path>
              </a:pathLst>
            </a:custGeom>
            <a:solidFill>
              <a:srgbClr val="007680"/>
            </a:solidFill>
            <a:ln w="6390" cap="flat">
              <a:noFill/>
              <a:prstDash val="solid"/>
              <a:miter/>
            </a:ln>
          </p:spPr>
          <p:txBody>
            <a:bodyPr rtlCol="0" anchor="ctr"/>
            <a:lstStyle/>
            <a:p>
              <a:endParaRPr lang="en-US"/>
            </a:p>
          </p:txBody>
        </p:sp>
        <p:sp>
          <p:nvSpPr>
            <p:cNvPr id="655" name="Graphic 4">
              <a:extLst>
                <a:ext uri="{FF2B5EF4-FFF2-40B4-BE49-F238E27FC236}">
                  <a16:creationId xmlns:a16="http://schemas.microsoft.com/office/drawing/2014/main" id="{9A94E828-94AA-244E-A35E-8FEA4133E18C}"/>
                </a:ext>
              </a:extLst>
            </p:cNvPr>
            <p:cNvSpPr/>
            <p:nvPr/>
          </p:nvSpPr>
          <p:spPr>
            <a:xfrm>
              <a:off x="9278827" y="4308712"/>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61349 w 362309"/>
                <a:gd name="connsiteY6" fmla="*/ 126403 h 361971"/>
                <a:gd name="connsiteX7" fmla="*/ 261349 w 362309"/>
                <a:gd name="connsiteY7" fmla="*/ 270042 h 361971"/>
                <a:gd name="connsiteX8" fmla="*/ 260071 w 362309"/>
                <a:gd name="connsiteY8" fmla="*/ 273234 h 361971"/>
                <a:gd name="connsiteX9" fmla="*/ 179557 w 362309"/>
                <a:gd name="connsiteY9" fmla="*/ 298770 h 361971"/>
                <a:gd name="connsiteX10" fmla="*/ 102878 w 362309"/>
                <a:gd name="connsiteY10" fmla="*/ 273234 h 361971"/>
                <a:gd name="connsiteX11" fmla="*/ 102239 w 362309"/>
                <a:gd name="connsiteY11" fmla="*/ 270681 h 361971"/>
                <a:gd name="connsiteX12" fmla="*/ 102239 w 362309"/>
                <a:gd name="connsiteY12" fmla="*/ 127041 h 361971"/>
                <a:gd name="connsiteX13" fmla="*/ 100961 w 362309"/>
                <a:gd name="connsiteY13" fmla="*/ 118742 h 361971"/>
                <a:gd name="connsiteX14" fmla="*/ 100322 w 362309"/>
                <a:gd name="connsiteY14" fmla="*/ 110443 h 361971"/>
                <a:gd name="connsiteX15" fmla="*/ 100322 w 362309"/>
                <a:gd name="connsiteY15" fmla="*/ 110443 h 361971"/>
                <a:gd name="connsiteX16" fmla="*/ 124604 w 362309"/>
                <a:gd name="connsiteY16" fmla="*/ 84907 h 361971"/>
                <a:gd name="connsiteX17" fmla="*/ 192977 w 362309"/>
                <a:gd name="connsiteY17" fmla="*/ 64478 h 361971"/>
                <a:gd name="connsiteX18" fmla="*/ 251764 w 362309"/>
                <a:gd name="connsiteY18" fmla="*/ 77246 h 361971"/>
                <a:gd name="connsiteX19" fmla="*/ 247930 w 362309"/>
                <a:gd name="connsiteY19" fmla="*/ 98313 h 361971"/>
                <a:gd name="connsiteX20" fmla="*/ 261349 w 362309"/>
                <a:gd name="connsiteY20" fmla="*/ 126403 h 361971"/>
                <a:gd name="connsiteX21" fmla="*/ 261349 w 362309"/>
                <a:gd name="connsiteY21" fmla="*/ 12640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261349" y="126403"/>
                  </a:moveTo>
                  <a:lnTo>
                    <a:pt x="261349" y="270042"/>
                  </a:lnTo>
                  <a:cubicBezTo>
                    <a:pt x="261349" y="271319"/>
                    <a:pt x="260710" y="272596"/>
                    <a:pt x="260071" y="273234"/>
                  </a:cubicBezTo>
                  <a:cubicBezTo>
                    <a:pt x="258792" y="275788"/>
                    <a:pt x="242818" y="298770"/>
                    <a:pt x="179557" y="298770"/>
                  </a:cubicBezTo>
                  <a:cubicBezTo>
                    <a:pt x="116297" y="298770"/>
                    <a:pt x="104156" y="275788"/>
                    <a:pt x="102878" y="273234"/>
                  </a:cubicBezTo>
                  <a:cubicBezTo>
                    <a:pt x="102239" y="272596"/>
                    <a:pt x="102239" y="271958"/>
                    <a:pt x="102239" y="270681"/>
                  </a:cubicBezTo>
                  <a:lnTo>
                    <a:pt x="102239" y="127041"/>
                  </a:lnTo>
                  <a:lnTo>
                    <a:pt x="100961" y="118742"/>
                  </a:lnTo>
                  <a:cubicBezTo>
                    <a:pt x="100322" y="116189"/>
                    <a:pt x="100322" y="113635"/>
                    <a:pt x="100322" y="110443"/>
                  </a:cubicBezTo>
                  <a:lnTo>
                    <a:pt x="100322" y="110443"/>
                  </a:lnTo>
                  <a:cubicBezTo>
                    <a:pt x="101600" y="102144"/>
                    <a:pt x="107351" y="94483"/>
                    <a:pt x="124604" y="84907"/>
                  </a:cubicBezTo>
                  <a:cubicBezTo>
                    <a:pt x="145691" y="74054"/>
                    <a:pt x="169333" y="67032"/>
                    <a:pt x="192977" y="64478"/>
                  </a:cubicBezTo>
                  <a:cubicBezTo>
                    <a:pt x="227482" y="61286"/>
                    <a:pt x="246651" y="65117"/>
                    <a:pt x="251764" y="77246"/>
                  </a:cubicBezTo>
                  <a:cubicBezTo>
                    <a:pt x="254959" y="84269"/>
                    <a:pt x="253041" y="93206"/>
                    <a:pt x="247930" y="98313"/>
                  </a:cubicBezTo>
                  <a:cubicBezTo>
                    <a:pt x="257515" y="104697"/>
                    <a:pt x="262626" y="115550"/>
                    <a:pt x="261349" y="126403"/>
                  </a:cubicBezTo>
                  <a:lnTo>
                    <a:pt x="261349" y="126403"/>
                  </a:lnTo>
                  <a:close/>
                </a:path>
              </a:pathLst>
            </a:custGeom>
            <a:solidFill>
              <a:srgbClr val="007680"/>
            </a:solidFill>
            <a:ln w="6390" cap="flat">
              <a:noFill/>
              <a:prstDash val="solid"/>
              <a:miter/>
            </a:ln>
          </p:spPr>
          <p:txBody>
            <a:bodyPr rtlCol="0" anchor="ctr"/>
            <a:lstStyle/>
            <a:p>
              <a:endParaRPr lang="en-US"/>
            </a:p>
          </p:txBody>
        </p:sp>
        <p:sp>
          <p:nvSpPr>
            <p:cNvPr id="656" name="Graphic 4">
              <a:extLst>
                <a:ext uri="{FF2B5EF4-FFF2-40B4-BE49-F238E27FC236}">
                  <a16:creationId xmlns:a16="http://schemas.microsoft.com/office/drawing/2014/main" id="{AE36A75D-86DA-E242-97F6-D02145E124F3}"/>
                </a:ext>
              </a:extLst>
            </p:cNvPr>
            <p:cNvSpPr/>
            <p:nvPr/>
          </p:nvSpPr>
          <p:spPr>
            <a:xfrm>
              <a:off x="9395124" y="4440860"/>
              <a:ext cx="132910" cy="153215"/>
            </a:xfrm>
            <a:custGeom>
              <a:avLst/>
              <a:gdLst>
                <a:gd name="connsiteX0" fmla="*/ 90737 w 132910"/>
                <a:gd name="connsiteY0" fmla="*/ 12768 h 153215"/>
                <a:gd name="connsiteX1" fmla="*/ 67733 w 132910"/>
                <a:gd name="connsiteY1" fmla="*/ 14045 h 153215"/>
                <a:gd name="connsiteX2" fmla="*/ 0 w 132910"/>
                <a:gd name="connsiteY2" fmla="*/ 3830 h 153215"/>
                <a:gd name="connsiteX3" fmla="*/ 0 w 132910"/>
                <a:gd name="connsiteY3" fmla="*/ 136617 h 153215"/>
                <a:gd name="connsiteX4" fmla="*/ 63899 w 132910"/>
                <a:gd name="connsiteY4" fmla="*/ 153216 h 153215"/>
                <a:gd name="connsiteX5" fmla="*/ 132910 w 132910"/>
                <a:gd name="connsiteY5" fmla="*/ 135341 h 153215"/>
                <a:gd name="connsiteX6" fmla="*/ 132910 w 132910"/>
                <a:gd name="connsiteY6" fmla="*/ 0 h 153215"/>
                <a:gd name="connsiteX7" fmla="*/ 90737 w 132910"/>
                <a:gd name="connsiteY7" fmla="*/ 12768 h 153215"/>
                <a:gd name="connsiteX8" fmla="*/ 63260 w 132910"/>
                <a:gd name="connsiteY8" fmla="*/ 34474 h 153215"/>
                <a:gd name="connsiteX9" fmla="*/ 76679 w 132910"/>
                <a:gd name="connsiteY9" fmla="*/ 47880 h 153215"/>
                <a:gd name="connsiteX10" fmla="*/ 63260 w 132910"/>
                <a:gd name="connsiteY10" fmla="*/ 61286 h 153215"/>
                <a:gd name="connsiteX11" fmla="*/ 49841 w 132910"/>
                <a:gd name="connsiteY11" fmla="*/ 47880 h 153215"/>
                <a:gd name="connsiteX12" fmla="*/ 49841 w 132910"/>
                <a:gd name="connsiteY12" fmla="*/ 47880 h 153215"/>
                <a:gd name="connsiteX13" fmla="*/ 63260 w 132910"/>
                <a:gd name="connsiteY13" fmla="*/ 34474 h 153215"/>
                <a:gd name="connsiteX14" fmla="*/ 63260 w 132910"/>
                <a:gd name="connsiteY14" fmla="*/ 34474 h 153215"/>
                <a:gd name="connsiteX15" fmla="*/ 110545 w 132910"/>
                <a:gd name="connsiteY15" fmla="*/ 118104 h 153215"/>
                <a:gd name="connsiteX16" fmla="*/ 106712 w 132910"/>
                <a:gd name="connsiteY16" fmla="*/ 123849 h 153215"/>
                <a:gd name="connsiteX17" fmla="*/ 61982 w 132910"/>
                <a:gd name="connsiteY17" fmla="*/ 134702 h 153215"/>
                <a:gd name="connsiteX18" fmla="*/ 20447 w 132910"/>
                <a:gd name="connsiteY18" fmla="*/ 125126 h 153215"/>
                <a:gd name="connsiteX19" fmla="*/ 17253 w 132910"/>
                <a:gd name="connsiteY19" fmla="*/ 119381 h 153215"/>
                <a:gd name="connsiteX20" fmla="*/ 17253 w 132910"/>
                <a:gd name="connsiteY20" fmla="*/ 65117 h 153215"/>
                <a:gd name="connsiteX21" fmla="*/ 23642 w 132910"/>
                <a:gd name="connsiteY21" fmla="*/ 58733 h 153215"/>
                <a:gd name="connsiteX22" fmla="*/ 28755 w 132910"/>
                <a:gd name="connsiteY22" fmla="*/ 61286 h 153215"/>
                <a:gd name="connsiteX23" fmla="*/ 63899 w 132910"/>
                <a:gd name="connsiteY23" fmla="*/ 79800 h 153215"/>
                <a:gd name="connsiteX24" fmla="*/ 98404 w 132910"/>
                <a:gd name="connsiteY24" fmla="*/ 60648 h 153215"/>
                <a:gd name="connsiteX25" fmla="*/ 107350 w 132910"/>
                <a:gd name="connsiteY25" fmla="*/ 58733 h 153215"/>
                <a:gd name="connsiteX26" fmla="*/ 109907 w 132910"/>
                <a:gd name="connsiteY26" fmla="*/ 63840 h 153215"/>
                <a:gd name="connsiteX27" fmla="*/ 110545 w 132910"/>
                <a:gd name="connsiteY27" fmla="*/ 118104 h 153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2910" h="153215">
                  <a:moveTo>
                    <a:pt x="90737" y="12768"/>
                  </a:moveTo>
                  <a:cubicBezTo>
                    <a:pt x="83069" y="13406"/>
                    <a:pt x="75401" y="14045"/>
                    <a:pt x="67733" y="14045"/>
                  </a:cubicBezTo>
                  <a:cubicBezTo>
                    <a:pt x="44730" y="14683"/>
                    <a:pt x="21725" y="10853"/>
                    <a:pt x="0" y="3830"/>
                  </a:cubicBezTo>
                  <a:lnTo>
                    <a:pt x="0" y="136617"/>
                  </a:lnTo>
                  <a:cubicBezTo>
                    <a:pt x="2555" y="139809"/>
                    <a:pt x="15975" y="153216"/>
                    <a:pt x="63899" y="153216"/>
                  </a:cubicBezTo>
                  <a:cubicBezTo>
                    <a:pt x="111824" y="153216"/>
                    <a:pt x="128438" y="139171"/>
                    <a:pt x="132910" y="135341"/>
                  </a:cubicBezTo>
                  <a:lnTo>
                    <a:pt x="132910" y="0"/>
                  </a:lnTo>
                  <a:cubicBezTo>
                    <a:pt x="119492" y="7022"/>
                    <a:pt x="105434" y="11491"/>
                    <a:pt x="90737" y="12768"/>
                  </a:cubicBezTo>
                  <a:close/>
                  <a:moveTo>
                    <a:pt x="63260" y="34474"/>
                  </a:moveTo>
                  <a:cubicBezTo>
                    <a:pt x="70928" y="34474"/>
                    <a:pt x="76679" y="40219"/>
                    <a:pt x="76679" y="47880"/>
                  </a:cubicBezTo>
                  <a:cubicBezTo>
                    <a:pt x="76679" y="55541"/>
                    <a:pt x="70928" y="61286"/>
                    <a:pt x="63260" y="61286"/>
                  </a:cubicBezTo>
                  <a:cubicBezTo>
                    <a:pt x="55592" y="61286"/>
                    <a:pt x="49841" y="55541"/>
                    <a:pt x="49841" y="47880"/>
                  </a:cubicBezTo>
                  <a:cubicBezTo>
                    <a:pt x="49841" y="47880"/>
                    <a:pt x="49841" y="47880"/>
                    <a:pt x="49841" y="47880"/>
                  </a:cubicBezTo>
                  <a:cubicBezTo>
                    <a:pt x="49841" y="40219"/>
                    <a:pt x="55592" y="34474"/>
                    <a:pt x="63260" y="34474"/>
                  </a:cubicBezTo>
                  <a:lnTo>
                    <a:pt x="63260" y="34474"/>
                  </a:lnTo>
                  <a:close/>
                  <a:moveTo>
                    <a:pt x="110545" y="118104"/>
                  </a:moveTo>
                  <a:cubicBezTo>
                    <a:pt x="110545" y="120657"/>
                    <a:pt x="109268" y="122573"/>
                    <a:pt x="106712" y="123849"/>
                  </a:cubicBezTo>
                  <a:cubicBezTo>
                    <a:pt x="92654" y="130872"/>
                    <a:pt x="77318" y="134702"/>
                    <a:pt x="61982" y="134702"/>
                  </a:cubicBezTo>
                  <a:cubicBezTo>
                    <a:pt x="47285" y="134702"/>
                    <a:pt x="33227" y="131510"/>
                    <a:pt x="20447" y="125126"/>
                  </a:cubicBezTo>
                  <a:cubicBezTo>
                    <a:pt x="18530" y="123849"/>
                    <a:pt x="17253" y="121934"/>
                    <a:pt x="17253" y="119381"/>
                  </a:cubicBezTo>
                  <a:lnTo>
                    <a:pt x="17253" y="65117"/>
                  </a:lnTo>
                  <a:cubicBezTo>
                    <a:pt x="17253" y="61286"/>
                    <a:pt x="20447" y="58733"/>
                    <a:pt x="23642" y="58733"/>
                  </a:cubicBezTo>
                  <a:cubicBezTo>
                    <a:pt x="25560" y="58733"/>
                    <a:pt x="27476" y="60010"/>
                    <a:pt x="28755" y="61286"/>
                  </a:cubicBezTo>
                  <a:cubicBezTo>
                    <a:pt x="28755" y="61286"/>
                    <a:pt x="42812" y="79800"/>
                    <a:pt x="63899" y="79800"/>
                  </a:cubicBezTo>
                  <a:cubicBezTo>
                    <a:pt x="77957" y="79162"/>
                    <a:pt x="90098" y="72139"/>
                    <a:pt x="98404" y="60648"/>
                  </a:cubicBezTo>
                  <a:cubicBezTo>
                    <a:pt x="100322" y="57456"/>
                    <a:pt x="104156" y="56818"/>
                    <a:pt x="107350" y="58733"/>
                  </a:cubicBezTo>
                  <a:cubicBezTo>
                    <a:pt x="109268" y="60010"/>
                    <a:pt x="109907" y="61925"/>
                    <a:pt x="109907" y="63840"/>
                  </a:cubicBezTo>
                  <a:lnTo>
                    <a:pt x="110545" y="118104"/>
                  </a:lnTo>
                  <a:close/>
                </a:path>
              </a:pathLst>
            </a:custGeom>
            <a:solidFill>
              <a:srgbClr val="007680"/>
            </a:solidFill>
            <a:ln w="6390" cap="flat">
              <a:noFill/>
              <a:prstDash val="solid"/>
              <a:miter/>
            </a:ln>
          </p:spPr>
          <p:txBody>
            <a:bodyPr rtlCol="0" anchor="ctr"/>
            <a:lstStyle/>
            <a:p>
              <a:endParaRPr lang="en-US"/>
            </a:p>
          </p:txBody>
        </p:sp>
      </p:grpSp>
      <p:grpSp>
        <p:nvGrpSpPr>
          <p:cNvPr id="657" name="Graphic 4">
            <a:extLst>
              <a:ext uri="{FF2B5EF4-FFF2-40B4-BE49-F238E27FC236}">
                <a16:creationId xmlns:a16="http://schemas.microsoft.com/office/drawing/2014/main" id="{2F31329D-E68F-E443-837A-4E3416A340B5}"/>
              </a:ext>
            </a:extLst>
          </p:cNvPr>
          <p:cNvGrpSpPr/>
          <p:nvPr/>
        </p:nvGrpSpPr>
        <p:grpSpPr>
          <a:xfrm>
            <a:off x="8840477" y="3824168"/>
            <a:ext cx="362312" cy="361971"/>
            <a:chOff x="8840477" y="3824168"/>
            <a:chExt cx="362312" cy="361971"/>
          </a:xfrm>
          <a:solidFill>
            <a:srgbClr val="007680"/>
          </a:solidFill>
        </p:grpSpPr>
        <p:sp>
          <p:nvSpPr>
            <p:cNvPr id="658" name="Graphic 4">
              <a:extLst>
                <a:ext uri="{FF2B5EF4-FFF2-40B4-BE49-F238E27FC236}">
                  <a16:creationId xmlns:a16="http://schemas.microsoft.com/office/drawing/2014/main" id="{C1C76CDC-0AAC-4B44-BEA5-6B7D8F894510}"/>
                </a:ext>
              </a:extLst>
            </p:cNvPr>
            <p:cNvSpPr/>
            <p:nvPr/>
          </p:nvSpPr>
          <p:spPr>
            <a:xfrm>
              <a:off x="8840477" y="3824168"/>
              <a:ext cx="362312" cy="361971"/>
            </a:xfrm>
            <a:custGeom>
              <a:avLst/>
              <a:gdLst>
                <a:gd name="connsiteX0" fmla="*/ 181474 w 362312"/>
                <a:gd name="connsiteY0" fmla="*/ 0 h 361971"/>
                <a:gd name="connsiteX1" fmla="*/ 0 w 362312"/>
                <a:gd name="connsiteY1" fmla="*/ 180667 h 361971"/>
                <a:gd name="connsiteX2" fmla="*/ 180836 w 362312"/>
                <a:gd name="connsiteY2" fmla="*/ 361971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6"/>
                    <a:pt x="0" y="180667"/>
                  </a:cubicBezTo>
                  <a:cubicBezTo>
                    <a:pt x="0" y="280895"/>
                    <a:pt x="81152" y="361971"/>
                    <a:pt x="180836" y="361971"/>
                  </a:cubicBezTo>
                  <a:cubicBezTo>
                    <a:pt x="281157" y="361971"/>
                    <a:pt x="362309" y="280895"/>
                    <a:pt x="362309" y="181305"/>
                  </a:cubicBezTo>
                  <a:cubicBezTo>
                    <a:pt x="362309" y="181305"/>
                    <a:pt x="362309" y="181305"/>
                    <a:pt x="362309" y="181305"/>
                  </a:cubicBezTo>
                  <a:cubicBezTo>
                    <a:pt x="362949" y="81076"/>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659" name="Graphic 4">
              <a:extLst>
                <a:ext uri="{FF2B5EF4-FFF2-40B4-BE49-F238E27FC236}">
                  <a16:creationId xmlns:a16="http://schemas.microsoft.com/office/drawing/2014/main" id="{B892F3BA-50F8-2349-AA74-384776086414}"/>
                </a:ext>
              </a:extLst>
            </p:cNvPr>
            <p:cNvSpPr/>
            <p:nvPr/>
          </p:nvSpPr>
          <p:spPr>
            <a:xfrm>
              <a:off x="8969754" y="3895668"/>
              <a:ext cx="111083" cy="82353"/>
            </a:xfrm>
            <a:custGeom>
              <a:avLst/>
              <a:gdLst>
                <a:gd name="connsiteX0" fmla="*/ 68812 w 111083"/>
                <a:gd name="connsiteY0" fmla="*/ 63840 h 82353"/>
                <a:gd name="connsiteX1" fmla="*/ 61144 w 111083"/>
                <a:gd name="connsiteY1" fmla="*/ 68947 h 82353"/>
                <a:gd name="connsiteX2" fmla="*/ 61144 w 111083"/>
                <a:gd name="connsiteY2" fmla="*/ 68947 h 82353"/>
                <a:gd name="connsiteX3" fmla="*/ 66256 w 111083"/>
                <a:gd name="connsiteY3" fmla="*/ 76608 h 82353"/>
                <a:gd name="connsiteX4" fmla="*/ 66256 w 111083"/>
                <a:gd name="connsiteY4" fmla="*/ 76608 h 82353"/>
                <a:gd name="connsiteX5" fmla="*/ 97566 w 111083"/>
                <a:gd name="connsiteY5" fmla="*/ 82354 h 82353"/>
                <a:gd name="connsiteX6" fmla="*/ 98844 w 111083"/>
                <a:gd name="connsiteY6" fmla="*/ 82354 h 82353"/>
                <a:gd name="connsiteX7" fmla="*/ 102679 w 111083"/>
                <a:gd name="connsiteY7" fmla="*/ 81077 h 82353"/>
                <a:gd name="connsiteX8" fmla="*/ 105234 w 111083"/>
                <a:gd name="connsiteY8" fmla="*/ 77246 h 82353"/>
                <a:gd name="connsiteX9" fmla="*/ 110985 w 111083"/>
                <a:gd name="connsiteY9" fmla="*/ 45965 h 82353"/>
                <a:gd name="connsiteX10" fmla="*/ 105874 w 111083"/>
                <a:gd name="connsiteY10" fmla="*/ 38304 h 82353"/>
                <a:gd name="connsiteX11" fmla="*/ 98205 w 111083"/>
                <a:gd name="connsiteY11" fmla="*/ 43411 h 82353"/>
                <a:gd name="connsiteX12" fmla="*/ 98205 w 111083"/>
                <a:gd name="connsiteY12" fmla="*/ 43411 h 82353"/>
                <a:gd name="connsiteX13" fmla="*/ 95649 w 111083"/>
                <a:gd name="connsiteY13" fmla="*/ 58094 h 82353"/>
                <a:gd name="connsiteX14" fmla="*/ 63700 w 111083"/>
                <a:gd name="connsiteY14" fmla="*/ 3192 h 82353"/>
                <a:gd name="connsiteX15" fmla="*/ 57949 w 111083"/>
                <a:gd name="connsiteY15" fmla="*/ 0 h 82353"/>
                <a:gd name="connsiteX16" fmla="*/ 45169 w 111083"/>
                <a:gd name="connsiteY16" fmla="*/ 0 h 82353"/>
                <a:gd name="connsiteX17" fmla="*/ 39418 w 111083"/>
                <a:gd name="connsiteY17" fmla="*/ 3192 h 82353"/>
                <a:gd name="connsiteX18" fmla="*/ 1079 w 111083"/>
                <a:gd name="connsiteY18" fmla="*/ 68947 h 82353"/>
                <a:gd name="connsiteX19" fmla="*/ 2995 w 111083"/>
                <a:gd name="connsiteY19" fmla="*/ 77885 h 82353"/>
                <a:gd name="connsiteX20" fmla="*/ 11941 w 111083"/>
                <a:gd name="connsiteY20" fmla="*/ 75970 h 82353"/>
                <a:gd name="connsiteX21" fmla="*/ 11941 w 111083"/>
                <a:gd name="connsiteY21" fmla="*/ 75331 h 82353"/>
                <a:gd name="connsiteX22" fmla="*/ 48364 w 111083"/>
                <a:gd name="connsiteY22" fmla="*/ 12768 h 82353"/>
                <a:gd name="connsiteX23" fmla="*/ 54115 w 111083"/>
                <a:gd name="connsiteY23" fmla="*/ 12768 h 82353"/>
                <a:gd name="connsiteX24" fmla="*/ 85425 w 111083"/>
                <a:gd name="connsiteY24" fmla="*/ 67032 h 82353"/>
                <a:gd name="connsiteX25" fmla="*/ 68812 w 111083"/>
                <a:gd name="connsiteY25" fmla="*/ 63840 h 8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1083" h="82353">
                  <a:moveTo>
                    <a:pt x="68812" y="63840"/>
                  </a:moveTo>
                  <a:cubicBezTo>
                    <a:pt x="65617" y="63202"/>
                    <a:pt x="61783" y="65755"/>
                    <a:pt x="61144" y="68947"/>
                  </a:cubicBezTo>
                  <a:cubicBezTo>
                    <a:pt x="61144" y="68947"/>
                    <a:pt x="61144" y="68947"/>
                    <a:pt x="61144" y="68947"/>
                  </a:cubicBezTo>
                  <a:cubicBezTo>
                    <a:pt x="60505" y="72139"/>
                    <a:pt x="63061" y="75970"/>
                    <a:pt x="66256" y="76608"/>
                  </a:cubicBezTo>
                  <a:cubicBezTo>
                    <a:pt x="66256" y="76608"/>
                    <a:pt x="66256" y="76608"/>
                    <a:pt x="66256" y="76608"/>
                  </a:cubicBezTo>
                  <a:lnTo>
                    <a:pt x="97566" y="82354"/>
                  </a:lnTo>
                  <a:lnTo>
                    <a:pt x="98844" y="82354"/>
                  </a:lnTo>
                  <a:cubicBezTo>
                    <a:pt x="100123" y="82354"/>
                    <a:pt x="101400" y="81715"/>
                    <a:pt x="102679" y="81077"/>
                  </a:cubicBezTo>
                  <a:cubicBezTo>
                    <a:pt x="103956" y="79800"/>
                    <a:pt x="105234" y="78523"/>
                    <a:pt x="105234" y="77246"/>
                  </a:cubicBezTo>
                  <a:lnTo>
                    <a:pt x="110985" y="45965"/>
                  </a:lnTo>
                  <a:cubicBezTo>
                    <a:pt x="111624" y="42135"/>
                    <a:pt x="109069" y="38943"/>
                    <a:pt x="105874" y="38304"/>
                  </a:cubicBezTo>
                  <a:cubicBezTo>
                    <a:pt x="102039" y="37666"/>
                    <a:pt x="98844" y="40219"/>
                    <a:pt x="98205" y="43411"/>
                  </a:cubicBezTo>
                  <a:lnTo>
                    <a:pt x="98205" y="43411"/>
                  </a:lnTo>
                  <a:lnTo>
                    <a:pt x="95649" y="58094"/>
                  </a:lnTo>
                  <a:lnTo>
                    <a:pt x="63700" y="3192"/>
                  </a:lnTo>
                  <a:cubicBezTo>
                    <a:pt x="62422" y="1277"/>
                    <a:pt x="60505" y="0"/>
                    <a:pt x="57949" y="0"/>
                  </a:cubicBezTo>
                  <a:lnTo>
                    <a:pt x="45169" y="0"/>
                  </a:lnTo>
                  <a:cubicBezTo>
                    <a:pt x="42613" y="0"/>
                    <a:pt x="40696" y="1277"/>
                    <a:pt x="39418" y="3192"/>
                  </a:cubicBezTo>
                  <a:lnTo>
                    <a:pt x="1079" y="68947"/>
                  </a:lnTo>
                  <a:cubicBezTo>
                    <a:pt x="-839" y="72139"/>
                    <a:pt x="-200" y="75970"/>
                    <a:pt x="2995" y="77885"/>
                  </a:cubicBezTo>
                  <a:cubicBezTo>
                    <a:pt x="6190" y="79800"/>
                    <a:pt x="10025" y="79162"/>
                    <a:pt x="11941" y="75970"/>
                  </a:cubicBezTo>
                  <a:cubicBezTo>
                    <a:pt x="11941" y="75970"/>
                    <a:pt x="11941" y="75970"/>
                    <a:pt x="11941" y="75331"/>
                  </a:cubicBezTo>
                  <a:lnTo>
                    <a:pt x="48364" y="12768"/>
                  </a:lnTo>
                  <a:lnTo>
                    <a:pt x="54115" y="12768"/>
                  </a:lnTo>
                  <a:lnTo>
                    <a:pt x="85425" y="67032"/>
                  </a:lnTo>
                  <a:lnTo>
                    <a:pt x="68812" y="63840"/>
                  </a:lnTo>
                  <a:close/>
                </a:path>
              </a:pathLst>
            </a:custGeom>
            <a:solidFill>
              <a:srgbClr val="007680"/>
            </a:solidFill>
            <a:ln w="6390" cap="flat">
              <a:noFill/>
              <a:prstDash val="solid"/>
              <a:miter/>
            </a:ln>
          </p:spPr>
          <p:txBody>
            <a:bodyPr rtlCol="0" anchor="ctr"/>
            <a:lstStyle/>
            <a:p>
              <a:endParaRPr lang="en-US"/>
            </a:p>
          </p:txBody>
        </p:sp>
        <p:sp>
          <p:nvSpPr>
            <p:cNvPr id="660" name="Graphic 4">
              <a:extLst>
                <a:ext uri="{FF2B5EF4-FFF2-40B4-BE49-F238E27FC236}">
                  <a16:creationId xmlns:a16="http://schemas.microsoft.com/office/drawing/2014/main" id="{66F8CD9C-BE29-C84D-A56F-D417447405EC}"/>
                </a:ext>
              </a:extLst>
            </p:cNvPr>
            <p:cNvSpPr/>
            <p:nvPr/>
          </p:nvSpPr>
          <p:spPr>
            <a:xfrm>
              <a:off x="8908530" y="3997333"/>
              <a:ext cx="96807" cy="94961"/>
            </a:xfrm>
            <a:custGeom>
              <a:avLst/>
              <a:gdLst>
                <a:gd name="connsiteX0" fmla="*/ 91696 w 96807"/>
                <a:gd name="connsiteY0" fmla="*/ 80917 h 94961"/>
                <a:gd name="connsiteX1" fmla="*/ 16934 w 96807"/>
                <a:gd name="connsiteY1" fmla="*/ 80917 h 94961"/>
                <a:gd name="connsiteX2" fmla="*/ 14378 w 96807"/>
                <a:gd name="connsiteY2" fmla="*/ 76448 h 94961"/>
                <a:gd name="connsiteX3" fmla="*/ 46327 w 96807"/>
                <a:gd name="connsiteY3" fmla="*/ 22184 h 94961"/>
                <a:gd name="connsiteX4" fmla="*/ 52078 w 96807"/>
                <a:gd name="connsiteY4" fmla="*/ 38783 h 94961"/>
                <a:gd name="connsiteX5" fmla="*/ 57829 w 96807"/>
                <a:gd name="connsiteY5" fmla="*/ 43251 h 94961"/>
                <a:gd name="connsiteX6" fmla="*/ 59746 w 96807"/>
                <a:gd name="connsiteY6" fmla="*/ 42613 h 94961"/>
                <a:gd name="connsiteX7" fmla="*/ 63580 w 96807"/>
                <a:gd name="connsiteY7" fmla="*/ 34314 h 94961"/>
                <a:gd name="connsiteX8" fmla="*/ 52717 w 96807"/>
                <a:gd name="connsiteY8" fmla="*/ 4309 h 94961"/>
                <a:gd name="connsiteX9" fmla="*/ 49522 w 96807"/>
                <a:gd name="connsiteY9" fmla="*/ 479 h 94961"/>
                <a:gd name="connsiteX10" fmla="*/ 44410 w 96807"/>
                <a:gd name="connsiteY10" fmla="*/ 479 h 94961"/>
                <a:gd name="connsiteX11" fmla="*/ 14378 w 96807"/>
                <a:gd name="connsiteY11" fmla="*/ 11332 h 94961"/>
                <a:gd name="connsiteX12" fmla="*/ 11183 w 96807"/>
                <a:gd name="connsiteY12" fmla="*/ 19631 h 94961"/>
                <a:gd name="connsiteX13" fmla="*/ 18850 w 96807"/>
                <a:gd name="connsiteY13" fmla="*/ 23461 h 94961"/>
                <a:gd name="connsiteX14" fmla="*/ 33547 w 96807"/>
                <a:gd name="connsiteY14" fmla="*/ 18354 h 94961"/>
                <a:gd name="connsiteX15" fmla="*/ 959 w 96807"/>
                <a:gd name="connsiteY15" fmla="*/ 73894 h 94961"/>
                <a:gd name="connsiteX16" fmla="*/ 959 w 96807"/>
                <a:gd name="connsiteY16" fmla="*/ 80278 h 94961"/>
                <a:gd name="connsiteX17" fmla="*/ 6709 w 96807"/>
                <a:gd name="connsiteY17" fmla="*/ 91770 h 94961"/>
                <a:gd name="connsiteX18" fmla="*/ 12460 w 96807"/>
                <a:gd name="connsiteY18" fmla="*/ 94962 h 94961"/>
                <a:gd name="connsiteX19" fmla="*/ 90418 w 96807"/>
                <a:gd name="connsiteY19" fmla="*/ 94962 h 94961"/>
                <a:gd name="connsiteX20" fmla="*/ 96808 w 96807"/>
                <a:gd name="connsiteY20" fmla="*/ 88578 h 94961"/>
                <a:gd name="connsiteX21" fmla="*/ 91696 w 96807"/>
                <a:gd name="connsiteY21" fmla="*/ 80917 h 94961"/>
                <a:gd name="connsiteX22" fmla="*/ 91696 w 96807"/>
                <a:gd name="connsiteY22" fmla="*/ 80917 h 94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6807" h="94961">
                  <a:moveTo>
                    <a:pt x="91696" y="80917"/>
                  </a:moveTo>
                  <a:lnTo>
                    <a:pt x="16934" y="80917"/>
                  </a:lnTo>
                  <a:lnTo>
                    <a:pt x="14378" y="76448"/>
                  </a:lnTo>
                  <a:lnTo>
                    <a:pt x="46327" y="22184"/>
                  </a:lnTo>
                  <a:lnTo>
                    <a:pt x="52078" y="38783"/>
                  </a:lnTo>
                  <a:cubicBezTo>
                    <a:pt x="52717" y="41336"/>
                    <a:pt x="55273" y="43251"/>
                    <a:pt x="57829" y="43251"/>
                  </a:cubicBezTo>
                  <a:cubicBezTo>
                    <a:pt x="58468" y="43251"/>
                    <a:pt x="59107" y="43251"/>
                    <a:pt x="59746" y="42613"/>
                  </a:cubicBezTo>
                  <a:cubicBezTo>
                    <a:pt x="62941" y="41336"/>
                    <a:pt x="64858" y="37506"/>
                    <a:pt x="63580" y="34314"/>
                  </a:cubicBezTo>
                  <a:lnTo>
                    <a:pt x="52717" y="4309"/>
                  </a:lnTo>
                  <a:cubicBezTo>
                    <a:pt x="52078" y="3032"/>
                    <a:pt x="50800" y="1117"/>
                    <a:pt x="49522" y="479"/>
                  </a:cubicBezTo>
                  <a:cubicBezTo>
                    <a:pt x="48244" y="-160"/>
                    <a:pt x="46327" y="-160"/>
                    <a:pt x="44410" y="479"/>
                  </a:cubicBezTo>
                  <a:lnTo>
                    <a:pt x="14378" y="11332"/>
                  </a:lnTo>
                  <a:cubicBezTo>
                    <a:pt x="11183" y="12608"/>
                    <a:pt x="9904" y="16439"/>
                    <a:pt x="11183" y="19631"/>
                  </a:cubicBezTo>
                  <a:cubicBezTo>
                    <a:pt x="12460" y="22823"/>
                    <a:pt x="15655" y="24099"/>
                    <a:pt x="18850" y="23461"/>
                  </a:cubicBezTo>
                  <a:lnTo>
                    <a:pt x="33547" y="18354"/>
                  </a:lnTo>
                  <a:lnTo>
                    <a:pt x="959" y="73894"/>
                  </a:lnTo>
                  <a:cubicBezTo>
                    <a:pt x="-320" y="75810"/>
                    <a:pt x="-320" y="78363"/>
                    <a:pt x="959" y="80278"/>
                  </a:cubicBezTo>
                  <a:lnTo>
                    <a:pt x="6709" y="91770"/>
                  </a:lnTo>
                  <a:cubicBezTo>
                    <a:pt x="7988" y="93685"/>
                    <a:pt x="9904" y="94962"/>
                    <a:pt x="12460" y="94962"/>
                  </a:cubicBezTo>
                  <a:lnTo>
                    <a:pt x="90418" y="94962"/>
                  </a:lnTo>
                  <a:cubicBezTo>
                    <a:pt x="94252" y="94962"/>
                    <a:pt x="96808" y="92408"/>
                    <a:pt x="96808" y="88578"/>
                  </a:cubicBezTo>
                  <a:cubicBezTo>
                    <a:pt x="96808" y="84747"/>
                    <a:pt x="95529" y="81555"/>
                    <a:pt x="91696" y="80917"/>
                  </a:cubicBezTo>
                  <a:lnTo>
                    <a:pt x="91696" y="80917"/>
                  </a:lnTo>
                  <a:close/>
                </a:path>
              </a:pathLst>
            </a:custGeom>
            <a:solidFill>
              <a:srgbClr val="007680"/>
            </a:solidFill>
            <a:ln w="6390" cap="flat">
              <a:noFill/>
              <a:prstDash val="solid"/>
              <a:miter/>
            </a:ln>
          </p:spPr>
          <p:txBody>
            <a:bodyPr rtlCol="0" anchor="ctr"/>
            <a:lstStyle/>
            <a:p>
              <a:endParaRPr lang="en-US"/>
            </a:p>
          </p:txBody>
        </p:sp>
        <p:sp>
          <p:nvSpPr>
            <p:cNvPr id="661" name="Graphic 4">
              <a:extLst>
                <a:ext uri="{FF2B5EF4-FFF2-40B4-BE49-F238E27FC236}">
                  <a16:creationId xmlns:a16="http://schemas.microsoft.com/office/drawing/2014/main" id="{0DE3BE31-5499-0441-A4DB-2A2F065EF698}"/>
                </a:ext>
              </a:extLst>
            </p:cNvPr>
            <p:cNvSpPr/>
            <p:nvPr/>
          </p:nvSpPr>
          <p:spPr>
            <a:xfrm>
              <a:off x="9030259" y="4001153"/>
              <a:ext cx="105114" cy="112847"/>
            </a:xfrm>
            <a:custGeom>
              <a:avLst/>
              <a:gdLst>
                <a:gd name="connsiteX0" fmla="*/ 64539 w 105114"/>
                <a:gd name="connsiteY0" fmla="*/ 3681 h 112847"/>
                <a:gd name="connsiteX1" fmla="*/ 56232 w 105114"/>
                <a:gd name="connsiteY1" fmla="*/ 489 h 112847"/>
                <a:gd name="connsiteX2" fmla="*/ 53037 w 105114"/>
                <a:gd name="connsiteY2" fmla="*/ 8788 h 112847"/>
                <a:gd name="connsiteX3" fmla="*/ 53675 w 105114"/>
                <a:gd name="connsiteY3" fmla="*/ 10065 h 112847"/>
                <a:gd name="connsiteX4" fmla="*/ 90737 w 105114"/>
                <a:gd name="connsiteY4" fmla="*/ 72628 h 112847"/>
                <a:gd name="connsiteX5" fmla="*/ 88820 w 105114"/>
                <a:gd name="connsiteY5" fmla="*/ 77097 h 112847"/>
                <a:gd name="connsiteX6" fmla="*/ 22365 w 105114"/>
                <a:gd name="connsiteY6" fmla="*/ 77097 h 112847"/>
                <a:gd name="connsiteX7" fmla="*/ 33228 w 105114"/>
                <a:gd name="connsiteY7" fmla="*/ 66244 h 112847"/>
                <a:gd name="connsiteX8" fmla="*/ 32589 w 105114"/>
                <a:gd name="connsiteY8" fmla="*/ 57307 h 112847"/>
                <a:gd name="connsiteX9" fmla="*/ 24282 w 105114"/>
                <a:gd name="connsiteY9" fmla="*/ 57307 h 112847"/>
                <a:gd name="connsiteX10" fmla="*/ 1917 w 105114"/>
                <a:gd name="connsiteY10" fmla="*/ 79650 h 112847"/>
                <a:gd name="connsiteX11" fmla="*/ 1917 w 105114"/>
                <a:gd name="connsiteY11" fmla="*/ 88588 h 112847"/>
                <a:gd name="connsiteX12" fmla="*/ 24282 w 105114"/>
                <a:gd name="connsiteY12" fmla="*/ 110932 h 112847"/>
                <a:gd name="connsiteX13" fmla="*/ 33228 w 105114"/>
                <a:gd name="connsiteY13" fmla="*/ 110932 h 112847"/>
                <a:gd name="connsiteX14" fmla="*/ 33228 w 105114"/>
                <a:gd name="connsiteY14" fmla="*/ 101994 h 112847"/>
                <a:gd name="connsiteX15" fmla="*/ 33228 w 105114"/>
                <a:gd name="connsiteY15" fmla="*/ 101994 h 112847"/>
                <a:gd name="connsiteX16" fmla="*/ 20448 w 105114"/>
                <a:gd name="connsiteY16" fmla="*/ 89226 h 112847"/>
                <a:gd name="connsiteX17" fmla="*/ 92654 w 105114"/>
                <a:gd name="connsiteY17" fmla="*/ 89226 h 112847"/>
                <a:gd name="connsiteX18" fmla="*/ 98405 w 105114"/>
                <a:gd name="connsiteY18" fmla="*/ 86034 h 112847"/>
                <a:gd name="connsiteX19" fmla="*/ 104156 w 105114"/>
                <a:gd name="connsiteY19" fmla="*/ 74543 h 112847"/>
                <a:gd name="connsiteX20" fmla="*/ 104156 w 105114"/>
                <a:gd name="connsiteY20" fmla="*/ 68159 h 112847"/>
                <a:gd name="connsiteX21" fmla="*/ 64539 w 105114"/>
                <a:gd name="connsiteY21" fmla="*/ 3681 h 112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5114" h="112847">
                  <a:moveTo>
                    <a:pt x="64539" y="3681"/>
                  </a:moveTo>
                  <a:cubicBezTo>
                    <a:pt x="63260" y="489"/>
                    <a:pt x="59427" y="-788"/>
                    <a:pt x="56232" y="489"/>
                  </a:cubicBezTo>
                  <a:cubicBezTo>
                    <a:pt x="53037" y="1766"/>
                    <a:pt x="51759" y="5596"/>
                    <a:pt x="53037" y="8788"/>
                  </a:cubicBezTo>
                  <a:cubicBezTo>
                    <a:pt x="53037" y="9427"/>
                    <a:pt x="53675" y="9427"/>
                    <a:pt x="53675" y="10065"/>
                  </a:cubicBezTo>
                  <a:lnTo>
                    <a:pt x="90737" y="72628"/>
                  </a:lnTo>
                  <a:lnTo>
                    <a:pt x="88820" y="77097"/>
                  </a:lnTo>
                  <a:lnTo>
                    <a:pt x="22365" y="77097"/>
                  </a:lnTo>
                  <a:lnTo>
                    <a:pt x="33228" y="66244"/>
                  </a:lnTo>
                  <a:cubicBezTo>
                    <a:pt x="35784" y="63690"/>
                    <a:pt x="35144" y="59222"/>
                    <a:pt x="32589" y="57307"/>
                  </a:cubicBezTo>
                  <a:cubicBezTo>
                    <a:pt x="30033" y="55391"/>
                    <a:pt x="26838" y="55391"/>
                    <a:pt x="24282" y="57307"/>
                  </a:cubicBezTo>
                  <a:lnTo>
                    <a:pt x="1917" y="79650"/>
                  </a:lnTo>
                  <a:cubicBezTo>
                    <a:pt x="-639" y="82204"/>
                    <a:pt x="-639" y="86034"/>
                    <a:pt x="1917" y="88588"/>
                  </a:cubicBezTo>
                  <a:lnTo>
                    <a:pt x="24282" y="110932"/>
                  </a:lnTo>
                  <a:cubicBezTo>
                    <a:pt x="26838" y="113486"/>
                    <a:pt x="30672" y="113486"/>
                    <a:pt x="33228" y="110932"/>
                  </a:cubicBezTo>
                  <a:cubicBezTo>
                    <a:pt x="35784" y="108378"/>
                    <a:pt x="35784" y="104548"/>
                    <a:pt x="33228" y="101994"/>
                  </a:cubicBezTo>
                  <a:lnTo>
                    <a:pt x="33228" y="101994"/>
                  </a:lnTo>
                  <a:lnTo>
                    <a:pt x="20448" y="89226"/>
                  </a:lnTo>
                  <a:lnTo>
                    <a:pt x="92654" y="89226"/>
                  </a:lnTo>
                  <a:cubicBezTo>
                    <a:pt x="95210" y="89226"/>
                    <a:pt x="97127" y="87950"/>
                    <a:pt x="98405" y="86034"/>
                  </a:cubicBezTo>
                  <a:lnTo>
                    <a:pt x="104156" y="74543"/>
                  </a:lnTo>
                  <a:cubicBezTo>
                    <a:pt x="105434" y="72628"/>
                    <a:pt x="105434" y="70074"/>
                    <a:pt x="104156" y="68159"/>
                  </a:cubicBezTo>
                  <a:lnTo>
                    <a:pt x="64539" y="3681"/>
                  </a:lnTo>
                  <a:close/>
                </a:path>
              </a:pathLst>
            </a:custGeom>
            <a:solidFill>
              <a:srgbClr val="007680"/>
            </a:solidFill>
            <a:ln w="6390" cap="flat">
              <a:noFill/>
              <a:prstDash val="solid"/>
              <a:miter/>
            </a:ln>
          </p:spPr>
          <p:txBody>
            <a:bodyPr rtlCol="0" anchor="ctr"/>
            <a:lstStyle/>
            <a:p>
              <a:endParaRPr lang="en-US"/>
            </a:p>
          </p:txBody>
        </p:sp>
      </p:grpSp>
      <p:sp>
        <p:nvSpPr>
          <p:cNvPr id="662" name="Graphic 4">
            <a:extLst>
              <a:ext uri="{FF2B5EF4-FFF2-40B4-BE49-F238E27FC236}">
                <a16:creationId xmlns:a16="http://schemas.microsoft.com/office/drawing/2014/main" id="{DC910412-FEC9-6842-9FC4-5AE3557B96F5}"/>
              </a:ext>
            </a:extLst>
          </p:cNvPr>
          <p:cNvSpPr/>
          <p:nvPr/>
        </p:nvSpPr>
        <p:spPr>
          <a:xfrm>
            <a:off x="9278827" y="3824168"/>
            <a:ext cx="362309" cy="361971"/>
          </a:xfrm>
          <a:custGeom>
            <a:avLst/>
            <a:gdLst>
              <a:gd name="connsiteX0" fmla="*/ 181474 w 362309"/>
              <a:gd name="connsiteY0" fmla="*/ 0 h 361971"/>
              <a:gd name="connsiteX1" fmla="*/ 0 w 362309"/>
              <a:gd name="connsiteY1" fmla="*/ 180667 h 361971"/>
              <a:gd name="connsiteX2" fmla="*/ 180836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159748 w 362309"/>
              <a:gd name="connsiteY6" fmla="*/ 266850 h 361971"/>
              <a:gd name="connsiteX7" fmla="*/ 81792 w 362309"/>
              <a:gd name="connsiteY7" fmla="*/ 266850 h 361971"/>
              <a:gd name="connsiteX8" fmla="*/ 76040 w 362309"/>
              <a:gd name="connsiteY8" fmla="*/ 263658 h 361971"/>
              <a:gd name="connsiteX9" fmla="*/ 70289 w 362309"/>
              <a:gd name="connsiteY9" fmla="*/ 252806 h 361971"/>
              <a:gd name="connsiteX10" fmla="*/ 70289 w 362309"/>
              <a:gd name="connsiteY10" fmla="*/ 246422 h 361971"/>
              <a:gd name="connsiteX11" fmla="*/ 102878 w 362309"/>
              <a:gd name="connsiteY11" fmla="*/ 190881 h 361971"/>
              <a:gd name="connsiteX12" fmla="*/ 88181 w 362309"/>
              <a:gd name="connsiteY12" fmla="*/ 195988 h 361971"/>
              <a:gd name="connsiteX13" fmla="*/ 79874 w 362309"/>
              <a:gd name="connsiteY13" fmla="*/ 192796 h 361971"/>
              <a:gd name="connsiteX14" fmla="*/ 83069 w 362309"/>
              <a:gd name="connsiteY14" fmla="*/ 184497 h 361971"/>
              <a:gd name="connsiteX15" fmla="*/ 83708 w 362309"/>
              <a:gd name="connsiteY15" fmla="*/ 184497 h 361971"/>
              <a:gd name="connsiteX16" fmla="*/ 113741 w 362309"/>
              <a:gd name="connsiteY16" fmla="*/ 173644 h 361971"/>
              <a:gd name="connsiteX17" fmla="*/ 118853 w 362309"/>
              <a:gd name="connsiteY17" fmla="*/ 173644 h 361971"/>
              <a:gd name="connsiteX18" fmla="*/ 122048 w 362309"/>
              <a:gd name="connsiteY18" fmla="*/ 177475 h 361971"/>
              <a:gd name="connsiteX19" fmla="*/ 132911 w 362309"/>
              <a:gd name="connsiteY19" fmla="*/ 207479 h 361971"/>
              <a:gd name="connsiteX20" fmla="*/ 129077 w 362309"/>
              <a:gd name="connsiteY20" fmla="*/ 215779 h 361971"/>
              <a:gd name="connsiteX21" fmla="*/ 127160 w 362309"/>
              <a:gd name="connsiteY21" fmla="*/ 216417 h 361971"/>
              <a:gd name="connsiteX22" fmla="*/ 120770 w 362309"/>
              <a:gd name="connsiteY22" fmla="*/ 211948 h 361971"/>
              <a:gd name="connsiteX23" fmla="*/ 115019 w 362309"/>
              <a:gd name="connsiteY23" fmla="*/ 195988 h 361971"/>
              <a:gd name="connsiteX24" fmla="*/ 83069 w 362309"/>
              <a:gd name="connsiteY24" fmla="*/ 250252 h 361971"/>
              <a:gd name="connsiteX25" fmla="*/ 85625 w 362309"/>
              <a:gd name="connsiteY25" fmla="*/ 254721 h 361971"/>
              <a:gd name="connsiteX26" fmla="*/ 159748 w 362309"/>
              <a:gd name="connsiteY26" fmla="*/ 254721 h 361971"/>
              <a:gd name="connsiteX27" fmla="*/ 166138 w 362309"/>
              <a:gd name="connsiteY27" fmla="*/ 261105 h 361971"/>
              <a:gd name="connsiteX28" fmla="*/ 159748 w 362309"/>
              <a:gd name="connsiteY28" fmla="*/ 266850 h 361971"/>
              <a:gd name="connsiteX29" fmla="*/ 159748 w 362309"/>
              <a:gd name="connsiteY29" fmla="*/ 266850 h 361971"/>
              <a:gd name="connsiteX30" fmla="*/ 178918 w 362309"/>
              <a:gd name="connsiteY30" fmla="*/ 84268 h 361971"/>
              <a:gd name="connsiteX31" fmla="*/ 142496 w 362309"/>
              <a:gd name="connsiteY31" fmla="*/ 146832 h 361971"/>
              <a:gd name="connsiteX32" fmla="*/ 134189 w 362309"/>
              <a:gd name="connsiteY32" fmla="*/ 149385 h 361971"/>
              <a:gd name="connsiteX33" fmla="*/ 131633 w 362309"/>
              <a:gd name="connsiteY33" fmla="*/ 141086 h 361971"/>
              <a:gd name="connsiteX34" fmla="*/ 131633 w 362309"/>
              <a:gd name="connsiteY34" fmla="*/ 140448 h 361971"/>
              <a:gd name="connsiteX35" fmla="*/ 169972 w 362309"/>
              <a:gd name="connsiteY35" fmla="*/ 74692 h 361971"/>
              <a:gd name="connsiteX36" fmla="*/ 175723 w 362309"/>
              <a:gd name="connsiteY36" fmla="*/ 71500 h 361971"/>
              <a:gd name="connsiteX37" fmla="*/ 188503 w 362309"/>
              <a:gd name="connsiteY37" fmla="*/ 71500 h 361971"/>
              <a:gd name="connsiteX38" fmla="*/ 194254 w 362309"/>
              <a:gd name="connsiteY38" fmla="*/ 74692 h 361971"/>
              <a:gd name="connsiteX39" fmla="*/ 226204 w 362309"/>
              <a:gd name="connsiteY39" fmla="*/ 129595 h 361971"/>
              <a:gd name="connsiteX40" fmla="*/ 228760 w 362309"/>
              <a:gd name="connsiteY40" fmla="*/ 114912 h 361971"/>
              <a:gd name="connsiteX41" fmla="*/ 236428 w 362309"/>
              <a:gd name="connsiteY41" fmla="*/ 109804 h 361971"/>
              <a:gd name="connsiteX42" fmla="*/ 241540 w 362309"/>
              <a:gd name="connsiteY42" fmla="*/ 117465 h 361971"/>
              <a:gd name="connsiteX43" fmla="*/ 241540 w 362309"/>
              <a:gd name="connsiteY43" fmla="*/ 117465 h 361971"/>
              <a:gd name="connsiteX44" fmla="*/ 235789 w 362309"/>
              <a:gd name="connsiteY44" fmla="*/ 148747 h 361971"/>
              <a:gd name="connsiteX45" fmla="*/ 229399 w 362309"/>
              <a:gd name="connsiteY45" fmla="*/ 153854 h 361971"/>
              <a:gd name="connsiteX46" fmla="*/ 228121 w 362309"/>
              <a:gd name="connsiteY46" fmla="*/ 153854 h 361971"/>
              <a:gd name="connsiteX47" fmla="*/ 196810 w 362309"/>
              <a:gd name="connsiteY47" fmla="*/ 148108 h 361971"/>
              <a:gd name="connsiteX48" fmla="*/ 191698 w 362309"/>
              <a:gd name="connsiteY48" fmla="*/ 140448 h 361971"/>
              <a:gd name="connsiteX49" fmla="*/ 191698 w 362309"/>
              <a:gd name="connsiteY49" fmla="*/ 140448 h 361971"/>
              <a:gd name="connsiteX50" fmla="*/ 199367 w 362309"/>
              <a:gd name="connsiteY50" fmla="*/ 135340 h 361971"/>
              <a:gd name="connsiteX51" fmla="*/ 199367 w 362309"/>
              <a:gd name="connsiteY51" fmla="*/ 135340 h 361971"/>
              <a:gd name="connsiteX52" fmla="*/ 216619 w 362309"/>
              <a:gd name="connsiteY52" fmla="*/ 138532 h 361971"/>
              <a:gd name="connsiteX53" fmla="*/ 185308 w 362309"/>
              <a:gd name="connsiteY53" fmla="*/ 84268 h 361971"/>
              <a:gd name="connsiteX54" fmla="*/ 178918 w 362309"/>
              <a:gd name="connsiteY54" fmla="*/ 84268 h 361971"/>
              <a:gd name="connsiteX55" fmla="*/ 293937 w 362309"/>
              <a:gd name="connsiteY55" fmla="*/ 252167 h 361971"/>
              <a:gd name="connsiteX56" fmla="*/ 288186 w 362309"/>
              <a:gd name="connsiteY56" fmla="*/ 263658 h 361971"/>
              <a:gd name="connsiteX57" fmla="*/ 282436 w 362309"/>
              <a:gd name="connsiteY57" fmla="*/ 266850 h 361971"/>
              <a:gd name="connsiteX58" fmla="*/ 210229 w 362309"/>
              <a:gd name="connsiteY58" fmla="*/ 266850 h 361971"/>
              <a:gd name="connsiteX59" fmla="*/ 223009 w 362309"/>
              <a:gd name="connsiteY59" fmla="*/ 279618 h 361971"/>
              <a:gd name="connsiteX60" fmla="*/ 223009 w 362309"/>
              <a:gd name="connsiteY60" fmla="*/ 288556 h 361971"/>
              <a:gd name="connsiteX61" fmla="*/ 223009 w 362309"/>
              <a:gd name="connsiteY61" fmla="*/ 288556 h 361971"/>
              <a:gd name="connsiteX62" fmla="*/ 218536 w 362309"/>
              <a:gd name="connsiteY62" fmla="*/ 290471 h 361971"/>
              <a:gd name="connsiteX63" fmla="*/ 214063 w 362309"/>
              <a:gd name="connsiteY63" fmla="*/ 288556 h 361971"/>
              <a:gd name="connsiteX64" fmla="*/ 191059 w 362309"/>
              <a:gd name="connsiteY64" fmla="*/ 266212 h 361971"/>
              <a:gd name="connsiteX65" fmla="*/ 191059 w 362309"/>
              <a:gd name="connsiteY65" fmla="*/ 257274 h 361971"/>
              <a:gd name="connsiteX66" fmla="*/ 214063 w 362309"/>
              <a:gd name="connsiteY66" fmla="*/ 234930 h 361971"/>
              <a:gd name="connsiteX67" fmla="*/ 223009 w 362309"/>
              <a:gd name="connsiteY67" fmla="*/ 235569 h 361971"/>
              <a:gd name="connsiteX68" fmla="*/ 223009 w 362309"/>
              <a:gd name="connsiteY68" fmla="*/ 243868 h 361971"/>
              <a:gd name="connsiteX69" fmla="*/ 212146 w 362309"/>
              <a:gd name="connsiteY69" fmla="*/ 254721 h 361971"/>
              <a:gd name="connsiteX70" fmla="*/ 278601 w 362309"/>
              <a:gd name="connsiteY70" fmla="*/ 254721 h 361971"/>
              <a:gd name="connsiteX71" fmla="*/ 280518 w 362309"/>
              <a:gd name="connsiteY71" fmla="*/ 250252 h 361971"/>
              <a:gd name="connsiteX72" fmla="*/ 243456 w 362309"/>
              <a:gd name="connsiteY72" fmla="*/ 187689 h 361971"/>
              <a:gd name="connsiteX73" fmla="*/ 244735 w 362309"/>
              <a:gd name="connsiteY73" fmla="*/ 178752 h 361971"/>
              <a:gd name="connsiteX74" fmla="*/ 253681 w 362309"/>
              <a:gd name="connsiteY74" fmla="*/ 180028 h 361971"/>
              <a:gd name="connsiteX75" fmla="*/ 254320 w 362309"/>
              <a:gd name="connsiteY75" fmla="*/ 181305 h 361971"/>
              <a:gd name="connsiteX76" fmla="*/ 293298 w 362309"/>
              <a:gd name="connsiteY76" fmla="*/ 247060 h 361971"/>
              <a:gd name="connsiteX77" fmla="*/ 293937 w 362309"/>
              <a:gd name="connsiteY77" fmla="*/ 252167 h 361971"/>
              <a:gd name="connsiteX78" fmla="*/ 293937 w 362309"/>
              <a:gd name="connsiteY78" fmla="*/ 25216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362309" h="361971">
                <a:moveTo>
                  <a:pt x="181474" y="0"/>
                </a:moveTo>
                <a:cubicBezTo>
                  <a:pt x="81153" y="0"/>
                  <a:pt x="0" y="81076"/>
                  <a:pt x="0" y="180667"/>
                </a:cubicBezTo>
                <a:cubicBezTo>
                  <a:pt x="0" y="280895"/>
                  <a:pt x="81153" y="361971"/>
                  <a:pt x="180836" y="361971"/>
                </a:cubicBezTo>
                <a:cubicBezTo>
                  <a:pt x="281157" y="361971"/>
                  <a:pt x="362310" y="280895"/>
                  <a:pt x="362310" y="181305"/>
                </a:cubicBezTo>
                <a:cubicBezTo>
                  <a:pt x="362310" y="181305"/>
                  <a:pt x="362310" y="181305"/>
                  <a:pt x="362310" y="181305"/>
                </a:cubicBezTo>
                <a:cubicBezTo>
                  <a:pt x="362310" y="81076"/>
                  <a:pt x="281157" y="0"/>
                  <a:pt x="181474" y="0"/>
                </a:cubicBezTo>
                <a:close/>
                <a:moveTo>
                  <a:pt x="159748" y="266850"/>
                </a:moveTo>
                <a:lnTo>
                  <a:pt x="81792" y="266850"/>
                </a:lnTo>
                <a:cubicBezTo>
                  <a:pt x="79235" y="266850"/>
                  <a:pt x="77318" y="265574"/>
                  <a:pt x="76040" y="263658"/>
                </a:cubicBezTo>
                <a:lnTo>
                  <a:pt x="70289" y="252806"/>
                </a:lnTo>
                <a:cubicBezTo>
                  <a:pt x="69012" y="250890"/>
                  <a:pt x="69012" y="248337"/>
                  <a:pt x="70289" y="246422"/>
                </a:cubicBezTo>
                <a:lnTo>
                  <a:pt x="102878" y="190881"/>
                </a:lnTo>
                <a:lnTo>
                  <a:pt x="88181" y="195988"/>
                </a:lnTo>
                <a:cubicBezTo>
                  <a:pt x="84986" y="197265"/>
                  <a:pt x="81153" y="195988"/>
                  <a:pt x="79874" y="192796"/>
                </a:cubicBezTo>
                <a:cubicBezTo>
                  <a:pt x="78597" y="189604"/>
                  <a:pt x="79874" y="185774"/>
                  <a:pt x="83069" y="184497"/>
                </a:cubicBezTo>
                <a:cubicBezTo>
                  <a:pt x="83069" y="184497"/>
                  <a:pt x="83708" y="184497"/>
                  <a:pt x="83708" y="184497"/>
                </a:cubicBezTo>
                <a:lnTo>
                  <a:pt x="113741" y="173644"/>
                </a:lnTo>
                <a:cubicBezTo>
                  <a:pt x="115019" y="173006"/>
                  <a:pt x="116936" y="173006"/>
                  <a:pt x="118853" y="173644"/>
                </a:cubicBezTo>
                <a:cubicBezTo>
                  <a:pt x="120131" y="174283"/>
                  <a:pt x="121409" y="175560"/>
                  <a:pt x="122048" y="177475"/>
                </a:cubicBezTo>
                <a:lnTo>
                  <a:pt x="132911" y="207479"/>
                </a:lnTo>
                <a:cubicBezTo>
                  <a:pt x="134189" y="210671"/>
                  <a:pt x="132272" y="214502"/>
                  <a:pt x="129077" y="215779"/>
                </a:cubicBezTo>
                <a:cubicBezTo>
                  <a:pt x="128438" y="215779"/>
                  <a:pt x="127799" y="216417"/>
                  <a:pt x="127160" y="216417"/>
                </a:cubicBezTo>
                <a:cubicBezTo>
                  <a:pt x="124604" y="216417"/>
                  <a:pt x="122048" y="215140"/>
                  <a:pt x="120770" y="211948"/>
                </a:cubicBezTo>
                <a:lnTo>
                  <a:pt x="115019" y="195988"/>
                </a:lnTo>
                <a:lnTo>
                  <a:pt x="83069" y="250252"/>
                </a:lnTo>
                <a:lnTo>
                  <a:pt x="85625" y="254721"/>
                </a:lnTo>
                <a:lnTo>
                  <a:pt x="159748" y="254721"/>
                </a:lnTo>
                <a:cubicBezTo>
                  <a:pt x="163582" y="254721"/>
                  <a:pt x="166138" y="257274"/>
                  <a:pt x="166138" y="261105"/>
                </a:cubicBezTo>
                <a:cubicBezTo>
                  <a:pt x="166138" y="264935"/>
                  <a:pt x="162943" y="267489"/>
                  <a:pt x="159748" y="266850"/>
                </a:cubicBezTo>
                <a:lnTo>
                  <a:pt x="159748" y="266850"/>
                </a:lnTo>
                <a:close/>
                <a:moveTo>
                  <a:pt x="178918" y="84268"/>
                </a:moveTo>
                <a:lnTo>
                  <a:pt x="142496" y="146832"/>
                </a:lnTo>
                <a:cubicBezTo>
                  <a:pt x="140579" y="150024"/>
                  <a:pt x="136745" y="151300"/>
                  <a:pt x="134189" y="149385"/>
                </a:cubicBezTo>
                <a:cubicBezTo>
                  <a:pt x="130994" y="147470"/>
                  <a:pt x="129716" y="143640"/>
                  <a:pt x="131633" y="141086"/>
                </a:cubicBezTo>
                <a:cubicBezTo>
                  <a:pt x="131633" y="141086"/>
                  <a:pt x="131633" y="141086"/>
                  <a:pt x="131633" y="140448"/>
                </a:cubicBezTo>
                <a:lnTo>
                  <a:pt x="169972" y="74692"/>
                </a:lnTo>
                <a:cubicBezTo>
                  <a:pt x="171251" y="72777"/>
                  <a:pt x="173167" y="71500"/>
                  <a:pt x="175723" y="71500"/>
                </a:cubicBezTo>
                <a:lnTo>
                  <a:pt x="188503" y="71500"/>
                </a:lnTo>
                <a:cubicBezTo>
                  <a:pt x="191059" y="71500"/>
                  <a:pt x="192977" y="72777"/>
                  <a:pt x="194254" y="74692"/>
                </a:cubicBezTo>
                <a:lnTo>
                  <a:pt x="226204" y="129595"/>
                </a:lnTo>
                <a:lnTo>
                  <a:pt x="228760" y="114912"/>
                </a:lnTo>
                <a:cubicBezTo>
                  <a:pt x="229399" y="111081"/>
                  <a:pt x="232594" y="109166"/>
                  <a:pt x="236428" y="109804"/>
                </a:cubicBezTo>
                <a:cubicBezTo>
                  <a:pt x="240261" y="110443"/>
                  <a:pt x="242179" y="113635"/>
                  <a:pt x="241540" y="117465"/>
                </a:cubicBezTo>
                <a:lnTo>
                  <a:pt x="241540" y="117465"/>
                </a:lnTo>
                <a:lnTo>
                  <a:pt x="235789" y="148747"/>
                </a:lnTo>
                <a:cubicBezTo>
                  <a:pt x="235150" y="151939"/>
                  <a:pt x="232594" y="153854"/>
                  <a:pt x="229399" y="153854"/>
                </a:cubicBezTo>
                <a:lnTo>
                  <a:pt x="228121" y="153854"/>
                </a:lnTo>
                <a:lnTo>
                  <a:pt x="196810" y="148108"/>
                </a:lnTo>
                <a:cubicBezTo>
                  <a:pt x="193615" y="147470"/>
                  <a:pt x="191059" y="144278"/>
                  <a:pt x="191698" y="140448"/>
                </a:cubicBezTo>
                <a:cubicBezTo>
                  <a:pt x="191698" y="140448"/>
                  <a:pt x="191698" y="140448"/>
                  <a:pt x="191698" y="140448"/>
                </a:cubicBezTo>
                <a:cubicBezTo>
                  <a:pt x="192337" y="137256"/>
                  <a:pt x="195532" y="134702"/>
                  <a:pt x="199367" y="135340"/>
                </a:cubicBezTo>
                <a:cubicBezTo>
                  <a:pt x="199367" y="135340"/>
                  <a:pt x="199367" y="135340"/>
                  <a:pt x="199367" y="135340"/>
                </a:cubicBezTo>
                <a:lnTo>
                  <a:pt x="216619" y="138532"/>
                </a:lnTo>
                <a:lnTo>
                  <a:pt x="185308" y="84268"/>
                </a:lnTo>
                <a:lnTo>
                  <a:pt x="178918" y="84268"/>
                </a:lnTo>
                <a:close/>
                <a:moveTo>
                  <a:pt x="293937" y="252167"/>
                </a:moveTo>
                <a:lnTo>
                  <a:pt x="288186" y="263658"/>
                </a:lnTo>
                <a:cubicBezTo>
                  <a:pt x="286908" y="265574"/>
                  <a:pt x="284991" y="266850"/>
                  <a:pt x="282436" y="266850"/>
                </a:cubicBezTo>
                <a:lnTo>
                  <a:pt x="210229" y="266850"/>
                </a:lnTo>
                <a:lnTo>
                  <a:pt x="223009" y="279618"/>
                </a:lnTo>
                <a:cubicBezTo>
                  <a:pt x="225565" y="282172"/>
                  <a:pt x="225565" y="286002"/>
                  <a:pt x="223009" y="288556"/>
                </a:cubicBezTo>
                <a:cubicBezTo>
                  <a:pt x="223009" y="288556"/>
                  <a:pt x="223009" y="288556"/>
                  <a:pt x="223009" y="288556"/>
                </a:cubicBezTo>
                <a:cubicBezTo>
                  <a:pt x="221731" y="289833"/>
                  <a:pt x="220453" y="290471"/>
                  <a:pt x="218536" y="290471"/>
                </a:cubicBezTo>
                <a:cubicBezTo>
                  <a:pt x="216619" y="290471"/>
                  <a:pt x="215341" y="289833"/>
                  <a:pt x="214063" y="288556"/>
                </a:cubicBezTo>
                <a:lnTo>
                  <a:pt x="191059" y="266212"/>
                </a:lnTo>
                <a:cubicBezTo>
                  <a:pt x="188503" y="263658"/>
                  <a:pt x="188503" y="259828"/>
                  <a:pt x="191059" y="257274"/>
                </a:cubicBezTo>
                <a:lnTo>
                  <a:pt x="214063" y="234930"/>
                </a:lnTo>
                <a:cubicBezTo>
                  <a:pt x="216619" y="232377"/>
                  <a:pt x="221092" y="233015"/>
                  <a:pt x="223009" y="235569"/>
                </a:cubicBezTo>
                <a:cubicBezTo>
                  <a:pt x="224926" y="238122"/>
                  <a:pt x="224926" y="241314"/>
                  <a:pt x="223009" y="243868"/>
                </a:cubicBezTo>
                <a:lnTo>
                  <a:pt x="212146" y="254721"/>
                </a:lnTo>
                <a:lnTo>
                  <a:pt x="278601" y="254721"/>
                </a:lnTo>
                <a:lnTo>
                  <a:pt x="280518" y="250252"/>
                </a:lnTo>
                <a:lnTo>
                  <a:pt x="243456" y="187689"/>
                </a:lnTo>
                <a:cubicBezTo>
                  <a:pt x="241540" y="185135"/>
                  <a:pt x="242179" y="180667"/>
                  <a:pt x="244735" y="178752"/>
                </a:cubicBezTo>
                <a:cubicBezTo>
                  <a:pt x="247291" y="176836"/>
                  <a:pt x="251764" y="177475"/>
                  <a:pt x="253681" y="180028"/>
                </a:cubicBezTo>
                <a:cubicBezTo>
                  <a:pt x="253681" y="180667"/>
                  <a:pt x="254320" y="180667"/>
                  <a:pt x="254320" y="181305"/>
                </a:cubicBezTo>
                <a:lnTo>
                  <a:pt x="293298" y="247060"/>
                </a:lnTo>
                <a:cubicBezTo>
                  <a:pt x="293937" y="248337"/>
                  <a:pt x="293937" y="250252"/>
                  <a:pt x="293937" y="252167"/>
                </a:cubicBezTo>
                <a:lnTo>
                  <a:pt x="293937" y="252167"/>
                </a:lnTo>
                <a:close/>
              </a:path>
            </a:pathLst>
          </a:custGeom>
          <a:solidFill>
            <a:srgbClr val="007680"/>
          </a:solidFill>
          <a:ln w="6390" cap="flat">
            <a:noFill/>
            <a:prstDash val="solid"/>
            <a:miter/>
          </a:ln>
        </p:spPr>
        <p:txBody>
          <a:bodyPr rtlCol="0" anchor="ctr"/>
          <a:lstStyle/>
          <a:p>
            <a:endParaRPr lang="en-US"/>
          </a:p>
        </p:txBody>
      </p:sp>
      <p:grpSp>
        <p:nvGrpSpPr>
          <p:cNvPr id="663" name="Graphic 4">
            <a:extLst>
              <a:ext uri="{FF2B5EF4-FFF2-40B4-BE49-F238E27FC236}">
                <a16:creationId xmlns:a16="http://schemas.microsoft.com/office/drawing/2014/main" id="{E55A5C9C-56EB-C345-9712-77CF1A8AA02E}"/>
              </a:ext>
            </a:extLst>
          </p:cNvPr>
          <p:cNvGrpSpPr/>
          <p:nvPr/>
        </p:nvGrpSpPr>
        <p:grpSpPr>
          <a:xfrm>
            <a:off x="7801474" y="4308712"/>
            <a:ext cx="362309" cy="361971"/>
            <a:chOff x="7801474" y="4308712"/>
            <a:chExt cx="362309" cy="361971"/>
          </a:xfrm>
          <a:solidFill>
            <a:srgbClr val="007680"/>
          </a:solidFill>
        </p:grpSpPr>
        <p:sp>
          <p:nvSpPr>
            <p:cNvPr id="664" name="Graphic 4">
              <a:extLst>
                <a:ext uri="{FF2B5EF4-FFF2-40B4-BE49-F238E27FC236}">
                  <a16:creationId xmlns:a16="http://schemas.microsoft.com/office/drawing/2014/main" id="{9186018C-28EF-6A46-9169-31F89FC5185E}"/>
                </a:ext>
              </a:extLst>
            </p:cNvPr>
            <p:cNvSpPr/>
            <p:nvPr/>
          </p:nvSpPr>
          <p:spPr>
            <a:xfrm>
              <a:off x="7801474" y="430871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665" name="Graphic 4">
              <a:extLst>
                <a:ext uri="{FF2B5EF4-FFF2-40B4-BE49-F238E27FC236}">
                  <a16:creationId xmlns:a16="http://schemas.microsoft.com/office/drawing/2014/main" id="{68B841CC-3C98-0345-8ED9-007D2E2F0C1D}"/>
                </a:ext>
              </a:extLst>
            </p:cNvPr>
            <p:cNvSpPr/>
            <p:nvPr/>
          </p:nvSpPr>
          <p:spPr>
            <a:xfrm>
              <a:off x="7913298" y="4383015"/>
              <a:ext cx="141856" cy="41246"/>
            </a:xfrm>
            <a:custGeom>
              <a:avLst/>
              <a:gdLst>
                <a:gd name="connsiteX0" fmla="*/ 134189 w 141856"/>
                <a:gd name="connsiteY0" fmla="*/ 28479 h 41246"/>
                <a:gd name="connsiteX1" fmla="*/ 109907 w 141856"/>
                <a:gd name="connsiteY1" fmla="*/ 28479 h 41246"/>
                <a:gd name="connsiteX2" fmla="*/ 56871 w 141856"/>
                <a:gd name="connsiteY2" fmla="*/ 2304 h 41246"/>
                <a:gd name="connsiteX3" fmla="*/ 31950 w 141856"/>
                <a:gd name="connsiteY3" fmla="*/ 25287 h 41246"/>
                <a:gd name="connsiteX4" fmla="*/ 30671 w 141856"/>
                <a:gd name="connsiteY4" fmla="*/ 28479 h 41246"/>
                <a:gd name="connsiteX5" fmla="*/ 6390 w 141856"/>
                <a:gd name="connsiteY5" fmla="*/ 28479 h 41246"/>
                <a:gd name="connsiteX6" fmla="*/ 0 w 141856"/>
                <a:gd name="connsiteY6" fmla="*/ 34863 h 41246"/>
                <a:gd name="connsiteX7" fmla="*/ 6390 w 141856"/>
                <a:gd name="connsiteY7" fmla="*/ 41247 h 41246"/>
                <a:gd name="connsiteX8" fmla="*/ 135466 w 141856"/>
                <a:gd name="connsiteY8" fmla="*/ 41247 h 41246"/>
                <a:gd name="connsiteX9" fmla="*/ 141856 w 141856"/>
                <a:gd name="connsiteY9" fmla="*/ 34863 h 41246"/>
                <a:gd name="connsiteX10" fmla="*/ 134189 w 141856"/>
                <a:gd name="connsiteY10" fmla="*/ 28479 h 41246"/>
                <a:gd name="connsiteX11" fmla="*/ 134189 w 141856"/>
                <a:gd name="connsiteY11" fmla="*/ 28479 h 41246"/>
                <a:gd name="connsiteX12" fmla="*/ 69650 w 141856"/>
                <a:gd name="connsiteY12" fmla="*/ 12519 h 41246"/>
                <a:gd name="connsiteX13" fmla="*/ 95849 w 141856"/>
                <a:gd name="connsiteY13" fmla="*/ 28479 h 41246"/>
                <a:gd name="connsiteX14" fmla="*/ 44091 w 141856"/>
                <a:gd name="connsiteY14" fmla="*/ 28479 h 41246"/>
                <a:gd name="connsiteX15" fmla="*/ 69650 w 141856"/>
                <a:gd name="connsiteY15" fmla="*/ 12519 h 41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1856" h="41246">
                  <a:moveTo>
                    <a:pt x="134189" y="28479"/>
                  </a:moveTo>
                  <a:lnTo>
                    <a:pt x="109907" y="28479"/>
                  </a:lnTo>
                  <a:cubicBezTo>
                    <a:pt x="102239" y="6773"/>
                    <a:pt x="78596" y="-5357"/>
                    <a:pt x="56871" y="2304"/>
                  </a:cubicBezTo>
                  <a:cubicBezTo>
                    <a:pt x="45368" y="6135"/>
                    <a:pt x="36422" y="14434"/>
                    <a:pt x="31950" y="25287"/>
                  </a:cubicBezTo>
                  <a:cubicBezTo>
                    <a:pt x="31311" y="26563"/>
                    <a:pt x="31311" y="27202"/>
                    <a:pt x="30671" y="28479"/>
                  </a:cubicBezTo>
                  <a:lnTo>
                    <a:pt x="6390" y="28479"/>
                  </a:lnTo>
                  <a:cubicBezTo>
                    <a:pt x="2556" y="28479"/>
                    <a:pt x="0" y="31032"/>
                    <a:pt x="0" y="34863"/>
                  </a:cubicBezTo>
                  <a:cubicBezTo>
                    <a:pt x="0" y="38693"/>
                    <a:pt x="2556" y="41247"/>
                    <a:pt x="6390" y="41247"/>
                  </a:cubicBezTo>
                  <a:lnTo>
                    <a:pt x="135466" y="41247"/>
                  </a:lnTo>
                  <a:cubicBezTo>
                    <a:pt x="139300" y="41247"/>
                    <a:pt x="141856" y="38693"/>
                    <a:pt x="141856" y="34863"/>
                  </a:cubicBezTo>
                  <a:cubicBezTo>
                    <a:pt x="141856" y="31032"/>
                    <a:pt x="137384" y="28479"/>
                    <a:pt x="134189" y="28479"/>
                  </a:cubicBezTo>
                  <a:lnTo>
                    <a:pt x="134189" y="28479"/>
                  </a:lnTo>
                  <a:close/>
                  <a:moveTo>
                    <a:pt x="69650" y="12519"/>
                  </a:moveTo>
                  <a:cubicBezTo>
                    <a:pt x="80513" y="12519"/>
                    <a:pt x="90737" y="18903"/>
                    <a:pt x="95849" y="28479"/>
                  </a:cubicBezTo>
                  <a:lnTo>
                    <a:pt x="44091" y="28479"/>
                  </a:lnTo>
                  <a:cubicBezTo>
                    <a:pt x="48563" y="18903"/>
                    <a:pt x="58787" y="12519"/>
                    <a:pt x="69650" y="12519"/>
                  </a:cubicBezTo>
                  <a:close/>
                </a:path>
              </a:pathLst>
            </a:custGeom>
            <a:solidFill>
              <a:srgbClr val="007680"/>
            </a:solidFill>
            <a:ln w="6390" cap="flat">
              <a:noFill/>
              <a:prstDash val="solid"/>
              <a:miter/>
            </a:ln>
          </p:spPr>
          <p:txBody>
            <a:bodyPr rtlCol="0" anchor="ctr"/>
            <a:lstStyle/>
            <a:p>
              <a:endParaRPr lang="en-US"/>
            </a:p>
          </p:txBody>
        </p:sp>
        <p:sp>
          <p:nvSpPr>
            <p:cNvPr id="666" name="Graphic 4">
              <a:extLst>
                <a:ext uri="{FF2B5EF4-FFF2-40B4-BE49-F238E27FC236}">
                  <a16:creationId xmlns:a16="http://schemas.microsoft.com/office/drawing/2014/main" id="{4FACD311-0BF9-0A44-BD5A-62DF0EA33FBF}"/>
                </a:ext>
              </a:extLst>
            </p:cNvPr>
            <p:cNvSpPr/>
            <p:nvPr/>
          </p:nvSpPr>
          <p:spPr>
            <a:xfrm>
              <a:off x="7912019" y="4440222"/>
              <a:ext cx="141218" cy="155768"/>
            </a:xfrm>
            <a:custGeom>
              <a:avLst/>
              <a:gdLst>
                <a:gd name="connsiteX0" fmla="*/ 135467 w 141218"/>
                <a:gd name="connsiteY0" fmla="*/ 0 h 155768"/>
                <a:gd name="connsiteX1" fmla="*/ 6390 w 141218"/>
                <a:gd name="connsiteY1" fmla="*/ 0 h 155768"/>
                <a:gd name="connsiteX2" fmla="*/ 0 w 141218"/>
                <a:gd name="connsiteY2" fmla="*/ 6384 h 155768"/>
                <a:gd name="connsiteX3" fmla="*/ 6390 w 141218"/>
                <a:gd name="connsiteY3" fmla="*/ 12768 h 155768"/>
                <a:gd name="connsiteX4" fmla="*/ 7030 w 141218"/>
                <a:gd name="connsiteY4" fmla="*/ 12768 h 155768"/>
                <a:gd name="connsiteX5" fmla="*/ 7030 w 141218"/>
                <a:gd name="connsiteY5" fmla="*/ 149385 h 155768"/>
                <a:gd name="connsiteX6" fmla="*/ 13419 w 141218"/>
                <a:gd name="connsiteY6" fmla="*/ 155769 h 155768"/>
                <a:gd name="connsiteX7" fmla="*/ 127799 w 141218"/>
                <a:gd name="connsiteY7" fmla="*/ 155769 h 155768"/>
                <a:gd name="connsiteX8" fmla="*/ 134189 w 141218"/>
                <a:gd name="connsiteY8" fmla="*/ 149385 h 155768"/>
                <a:gd name="connsiteX9" fmla="*/ 134189 w 141218"/>
                <a:gd name="connsiteY9" fmla="*/ 12768 h 155768"/>
                <a:gd name="connsiteX10" fmla="*/ 134828 w 141218"/>
                <a:gd name="connsiteY10" fmla="*/ 12768 h 155768"/>
                <a:gd name="connsiteX11" fmla="*/ 141218 w 141218"/>
                <a:gd name="connsiteY11" fmla="*/ 6384 h 155768"/>
                <a:gd name="connsiteX12" fmla="*/ 135467 w 141218"/>
                <a:gd name="connsiteY12" fmla="*/ 0 h 155768"/>
                <a:gd name="connsiteX13" fmla="*/ 121409 w 141218"/>
                <a:gd name="connsiteY13" fmla="*/ 143001 h 155768"/>
                <a:gd name="connsiteX14" fmla="*/ 19809 w 141218"/>
                <a:gd name="connsiteY14" fmla="*/ 143001 h 155768"/>
                <a:gd name="connsiteX15" fmla="*/ 19809 w 141218"/>
                <a:gd name="connsiteY15" fmla="*/ 12768 h 155768"/>
                <a:gd name="connsiteX16" fmla="*/ 121409 w 141218"/>
                <a:gd name="connsiteY16" fmla="*/ 12768 h 155768"/>
                <a:gd name="connsiteX17" fmla="*/ 121409 w 141218"/>
                <a:gd name="connsiteY17" fmla="*/ 143001 h 155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1218" h="155768">
                  <a:moveTo>
                    <a:pt x="135467" y="0"/>
                  </a:moveTo>
                  <a:lnTo>
                    <a:pt x="6390" y="0"/>
                  </a:lnTo>
                  <a:cubicBezTo>
                    <a:pt x="2556" y="0"/>
                    <a:pt x="0" y="2553"/>
                    <a:pt x="0" y="6384"/>
                  </a:cubicBezTo>
                  <a:cubicBezTo>
                    <a:pt x="0" y="10214"/>
                    <a:pt x="2556" y="12768"/>
                    <a:pt x="6390" y="12768"/>
                  </a:cubicBezTo>
                  <a:lnTo>
                    <a:pt x="7030" y="12768"/>
                  </a:lnTo>
                  <a:lnTo>
                    <a:pt x="7030" y="149385"/>
                  </a:lnTo>
                  <a:cubicBezTo>
                    <a:pt x="7030" y="153216"/>
                    <a:pt x="9585" y="155769"/>
                    <a:pt x="13419" y="155769"/>
                  </a:cubicBezTo>
                  <a:lnTo>
                    <a:pt x="127799" y="155769"/>
                  </a:lnTo>
                  <a:cubicBezTo>
                    <a:pt x="131633" y="155769"/>
                    <a:pt x="134189" y="153216"/>
                    <a:pt x="134189" y="149385"/>
                  </a:cubicBezTo>
                  <a:lnTo>
                    <a:pt x="134189" y="12768"/>
                  </a:lnTo>
                  <a:lnTo>
                    <a:pt x="134828" y="12768"/>
                  </a:lnTo>
                  <a:cubicBezTo>
                    <a:pt x="138662" y="12768"/>
                    <a:pt x="141218" y="10214"/>
                    <a:pt x="141218" y="6384"/>
                  </a:cubicBezTo>
                  <a:cubicBezTo>
                    <a:pt x="141218" y="2553"/>
                    <a:pt x="138662" y="0"/>
                    <a:pt x="135467" y="0"/>
                  </a:cubicBezTo>
                  <a:close/>
                  <a:moveTo>
                    <a:pt x="121409" y="143001"/>
                  </a:moveTo>
                  <a:lnTo>
                    <a:pt x="19809" y="143001"/>
                  </a:lnTo>
                  <a:lnTo>
                    <a:pt x="19809" y="12768"/>
                  </a:lnTo>
                  <a:lnTo>
                    <a:pt x="121409" y="12768"/>
                  </a:lnTo>
                  <a:lnTo>
                    <a:pt x="121409" y="143001"/>
                  </a:lnTo>
                  <a:close/>
                </a:path>
              </a:pathLst>
            </a:custGeom>
            <a:solidFill>
              <a:srgbClr val="007680"/>
            </a:solidFill>
            <a:ln w="6390" cap="flat">
              <a:noFill/>
              <a:prstDash val="solid"/>
              <a:miter/>
            </a:ln>
          </p:spPr>
          <p:txBody>
            <a:bodyPr rtlCol="0" anchor="ctr"/>
            <a:lstStyle/>
            <a:p>
              <a:endParaRPr lang="en-US"/>
            </a:p>
          </p:txBody>
        </p:sp>
        <p:sp>
          <p:nvSpPr>
            <p:cNvPr id="667" name="Graphic 4">
              <a:extLst>
                <a:ext uri="{FF2B5EF4-FFF2-40B4-BE49-F238E27FC236}">
                  <a16:creationId xmlns:a16="http://schemas.microsoft.com/office/drawing/2014/main" id="{0844417C-D9EE-7B46-903C-2FE17E338159}"/>
                </a:ext>
              </a:extLst>
            </p:cNvPr>
            <p:cNvSpPr/>
            <p:nvPr/>
          </p:nvSpPr>
          <p:spPr>
            <a:xfrm>
              <a:off x="7947804" y="4468950"/>
              <a:ext cx="12779" cy="98313"/>
            </a:xfrm>
            <a:custGeom>
              <a:avLst/>
              <a:gdLst>
                <a:gd name="connsiteX0" fmla="*/ 6390 w 12779"/>
                <a:gd name="connsiteY0" fmla="*/ 98313 h 98313"/>
                <a:gd name="connsiteX1" fmla="*/ 12780 w 12779"/>
                <a:gd name="connsiteY1" fmla="*/ 91929 h 98313"/>
                <a:gd name="connsiteX2" fmla="*/ 12780 w 12779"/>
                <a:gd name="connsiteY2" fmla="*/ 6384 h 98313"/>
                <a:gd name="connsiteX3" fmla="*/ 6390 w 12779"/>
                <a:gd name="connsiteY3" fmla="*/ 0 h 98313"/>
                <a:gd name="connsiteX4" fmla="*/ 0 w 12779"/>
                <a:gd name="connsiteY4" fmla="*/ 6384 h 98313"/>
                <a:gd name="connsiteX5" fmla="*/ 0 w 12779"/>
                <a:gd name="connsiteY5" fmla="*/ 91929 h 98313"/>
                <a:gd name="connsiteX6" fmla="*/ 6390 w 12779"/>
                <a:gd name="connsiteY6" fmla="*/ 98313 h 9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98313">
                  <a:moveTo>
                    <a:pt x="6390" y="98313"/>
                  </a:moveTo>
                  <a:cubicBezTo>
                    <a:pt x="10224" y="98313"/>
                    <a:pt x="12780" y="95760"/>
                    <a:pt x="12780" y="91929"/>
                  </a:cubicBezTo>
                  <a:lnTo>
                    <a:pt x="12780" y="6384"/>
                  </a:lnTo>
                  <a:cubicBezTo>
                    <a:pt x="12780" y="2553"/>
                    <a:pt x="10224" y="0"/>
                    <a:pt x="6390" y="0"/>
                  </a:cubicBezTo>
                  <a:cubicBezTo>
                    <a:pt x="2555" y="0"/>
                    <a:pt x="0" y="2553"/>
                    <a:pt x="0" y="6384"/>
                  </a:cubicBezTo>
                  <a:lnTo>
                    <a:pt x="0" y="91929"/>
                  </a:lnTo>
                  <a:cubicBezTo>
                    <a:pt x="0" y="95760"/>
                    <a:pt x="2555" y="98313"/>
                    <a:pt x="6390" y="98313"/>
                  </a:cubicBezTo>
                  <a:close/>
                </a:path>
              </a:pathLst>
            </a:custGeom>
            <a:solidFill>
              <a:srgbClr val="007680"/>
            </a:solidFill>
            <a:ln w="6390" cap="flat">
              <a:noFill/>
              <a:prstDash val="solid"/>
              <a:miter/>
            </a:ln>
          </p:spPr>
          <p:txBody>
            <a:bodyPr rtlCol="0" anchor="ctr"/>
            <a:lstStyle/>
            <a:p>
              <a:endParaRPr lang="en-US"/>
            </a:p>
          </p:txBody>
        </p:sp>
        <p:sp>
          <p:nvSpPr>
            <p:cNvPr id="668" name="Graphic 4">
              <a:extLst>
                <a:ext uri="{FF2B5EF4-FFF2-40B4-BE49-F238E27FC236}">
                  <a16:creationId xmlns:a16="http://schemas.microsoft.com/office/drawing/2014/main" id="{E3744480-F712-C444-989F-95E9FBFAC3E2}"/>
                </a:ext>
              </a:extLst>
            </p:cNvPr>
            <p:cNvSpPr/>
            <p:nvPr/>
          </p:nvSpPr>
          <p:spPr>
            <a:xfrm>
              <a:off x="7976558" y="4468950"/>
              <a:ext cx="12779" cy="98313"/>
            </a:xfrm>
            <a:custGeom>
              <a:avLst/>
              <a:gdLst>
                <a:gd name="connsiteX0" fmla="*/ 6390 w 12779"/>
                <a:gd name="connsiteY0" fmla="*/ 98313 h 98313"/>
                <a:gd name="connsiteX1" fmla="*/ 12780 w 12779"/>
                <a:gd name="connsiteY1" fmla="*/ 91929 h 98313"/>
                <a:gd name="connsiteX2" fmla="*/ 12780 w 12779"/>
                <a:gd name="connsiteY2" fmla="*/ 6384 h 98313"/>
                <a:gd name="connsiteX3" fmla="*/ 6390 w 12779"/>
                <a:gd name="connsiteY3" fmla="*/ 0 h 98313"/>
                <a:gd name="connsiteX4" fmla="*/ 0 w 12779"/>
                <a:gd name="connsiteY4" fmla="*/ 6384 h 98313"/>
                <a:gd name="connsiteX5" fmla="*/ 0 w 12779"/>
                <a:gd name="connsiteY5" fmla="*/ 91929 h 98313"/>
                <a:gd name="connsiteX6" fmla="*/ 6390 w 12779"/>
                <a:gd name="connsiteY6" fmla="*/ 98313 h 9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98313">
                  <a:moveTo>
                    <a:pt x="6390" y="98313"/>
                  </a:moveTo>
                  <a:cubicBezTo>
                    <a:pt x="10224" y="98313"/>
                    <a:pt x="12780" y="95760"/>
                    <a:pt x="12780" y="91929"/>
                  </a:cubicBezTo>
                  <a:lnTo>
                    <a:pt x="12780" y="6384"/>
                  </a:lnTo>
                  <a:cubicBezTo>
                    <a:pt x="12780" y="2553"/>
                    <a:pt x="10224" y="0"/>
                    <a:pt x="6390" y="0"/>
                  </a:cubicBezTo>
                  <a:cubicBezTo>
                    <a:pt x="2555" y="0"/>
                    <a:pt x="0" y="2553"/>
                    <a:pt x="0" y="6384"/>
                  </a:cubicBezTo>
                  <a:lnTo>
                    <a:pt x="0" y="91929"/>
                  </a:lnTo>
                  <a:cubicBezTo>
                    <a:pt x="0" y="95760"/>
                    <a:pt x="2555" y="98313"/>
                    <a:pt x="6390" y="98313"/>
                  </a:cubicBezTo>
                  <a:close/>
                </a:path>
              </a:pathLst>
            </a:custGeom>
            <a:solidFill>
              <a:srgbClr val="007680"/>
            </a:solidFill>
            <a:ln w="6390" cap="flat">
              <a:noFill/>
              <a:prstDash val="solid"/>
              <a:miter/>
            </a:ln>
          </p:spPr>
          <p:txBody>
            <a:bodyPr rtlCol="0" anchor="ctr"/>
            <a:lstStyle/>
            <a:p>
              <a:endParaRPr lang="en-US"/>
            </a:p>
          </p:txBody>
        </p:sp>
        <p:sp>
          <p:nvSpPr>
            <p:cNvPr id="669" name="Graphic 4">
              <a:extLst>
                <a:ext uri="{FF2B5EF4-FFF2-40B4-BE49-F238E27FC236}">
                  <a16:creationId xmlns:a16="http://schemas.microsoft.com/office/drawing/2014/main" id="{7589922B-27A8-F747-938A-542A5522F460}"/>
                </a:ext>
              </a:extLst>
            </p:cNvPr>
            <p:cNvSpPr/>
            <p:nvPr/>
          </p:nvSpPr>
          <p:spPr>
            <a:xfrm>
              <a:off x="8005313" y="4468950"/>
              <a:ext cx="12779" cy="98313"/>
            </a:xfrm>
            <a:custGeom>
              <a:avLst/>
              <a:gdLst>
                <a:gd name="connsiteX0" fmla="*/ 6390 w 12779"/>
                <a:gd name="connsiteY0" fmla="*/ 98313 h 98313"/>
                <a:gd name="connsiteX1" fmla="*/ 12780 w 12779"/>
                <a:gd name="connsiteY1" fmla="*/ 91929 h 98313"/>
                <a:gd name="connsiteX2" fmla="*/ 12780 w 12779"/>
                <a:gd name="connsiteY2" fmla="*/ 6384 h 98313"/>
                <a:gd name="connsiteX3" fmla="*/ 6390 w 12779"/>
                <a:gd name="connsiteY3" fmla="*/ 0 h 98313"/>
                <a:gd name="connsiteX4" fmla="*/ 0 w 12779"/>
                <a:gd name="connsiteY4" fmla="*/ 6384 h 98313"/>
                <a:gd name="connsiteX5" fmla="*/ 0 w 12779"/>
                <a:gd name="connsiteY5" fmla="*/ 91929 h 98313"/>
                <a:gd name="connsiteX6" fmla="*/ 6390 w 12779"/>
                <a:gd name="connsiteY6" fmla="*/ 98313 h 9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98313">
                  <a:moveTo>
                    <a:pt x="6390" y="98313"/>
                  </a:moveTo>
                  <a:cubicBezTo>
                    <a:pt x="10224" y="98313"/>
                    <a:pt x="12780" y="95760"/>
                    <a:pt x="12780" y="91929"/>
                  </a:cubicBezTo>
                  <a:lnTo>
                    <a:pt x="12780" y="6384"/>
                  </a:lnTo>
                  <a:cubicBezTo>
                    <a:pt x="12780" y="2553"/>
                    <a:pt x="10224" y="0"/>
                    <a:pt x="6390" y="0"/>
                  </a:cubicBezTo>
                  <a:cubicBezTo>
                    <a:pt x="2555" y="0"/>
                    <a:pt x="0" y="2553"/>
                    <a:pt x="0" y="6384"/>
                  </a:cubicBezTo>
                  <a:lnTo>
                    <a:pt x="0" y="91929"/>
                  </a:lnTo>
                  <a:cubicBezTo>
                    <a:pt x="0" y="95760"/>
                    <a:pt x="2555" y="98313"/>
                    <a:pt x="6390" y="98313"/>
                  </a:cubicBezTo>
                  <a:close/>
                </a:path>
              </a:pathLst>
            </a:custGeom>
            <a:solidFill>
              <a:srgbClr val="007680"/>
            </a:solidFill>
            <a:ln w="6390" cap="flat">
              <a:noFill/>
              <a:prstDash val="solid"/>
              <a:miter/>
            </a:ln>
          </p:spPr>
          <p:txBody>
            <a:bodyPr rtlCol="0" anchor="ctr"/>
            <a:lstStyle/>
            <a:p>
              <a:endParaRPr lang="en-US"/>
            </a:p>
          </p:txBody>
        </p:sp>
      </p:grpSp>
      <p:grpSp>
        <p:nvGrpSpPr>
          <p:cNvPr id="670" name="Graphic 4">
            <a:extLst>
              <a:ext uri="{FF2B5EF4-FFF2-40B4-BE49-F238E27FC236}">
                <a16:creationId xmlns:a16="http://schemas.microsoft.com/office/drawing/2014/main" id="{12193635-22A3-1541-AB48-E26E84065162}"/>
              </a:ext>
            </a:extLst>
          </p:cNvPr>
          <p:cNvGrpSpPr/>
          <p:nvPr/>
        </p:nvGrpSpPr>
        <p:grpSpPr>
          <a:xfrm>
            <a:off x="8239823" y="4308712"/>
            <a:ext cx="361674" cy="361971"/>
            <a:chOff x="8239823" y="4308712"/>
            <a:chExt cx="361674" cy="361971"/>
          </a:xfrm>
          <a:solidFill>
            <a:srgbClr val="007680"/>
          </a:solidFill>
        </p:grpSpPr>
        <p:sp>
          <p:nvSpPr>
            <p:cNvPr id="671" name="Graphic 4">
              <a:extLst>
                <a:ext uri="{FF2B5EF4-FFF2-40B4-BE49-F238E27FC236}">
                  <a16:creationId xmlns:a16="http://schemas.microsoft.com/office/drawing/2014/main" id="{52397245-1005-C943-9433-B6E8A4339041}"/>
                </a:ext>
              </a:extLst>
            </p:cNvPr>
            <p:cNvSpPr/>
            <p:nvPr/>
          </p:nvSpPr>
          <p:spPr>
            <a:xfrm>
              <a:off x="8394460" y="4395729"/>
              <a:ext cx="52397" cy="15765"/>
            </a:xfrm>
            <a:custGeom>
              <a:avLst/>
              <a:gdLst>
                <a:gd name="connsiteX0" fmla="*/ 52398 w 52397"/>
                <a:gd name="connsiteY0" fmla="*/ 15765 h 15765"/>
                <a:gd name="connsiteX1" fmla="*/ 12780 w 52397"/>
                <a:gd name="connsiteY1" fmla="*/ 2997 h 15765"/>
                <a:gd name="connsiteX2" fmla="*/ 0 w 52397"/>
                <a:gd name="connsiteY2" fmla="*/ 15765 h 15765"/>
                <a:gd name="connsiteX3" fmla="*/ 52398 w 52397"/>
                <a:gd name="connsiteY3" fmla="*/ 15765 h 15765"/>
              </a:gdLst>
              <a:ahLst/>
              <a:cxnLst>
                <a:cxn ang="0">
                  <a:pos x="connsiteX0" y="connsiteY0"/>
                </a:cxn>
                <a:cxn ang="0">
                  <a:pos x="connsiteX1" y="connsiteY1"/>
                </a:cxn>
                <a:cxn ang="0">
                  <a:pos x="connsiteX2" y="connsiteY2"/>
                </a:cxn>
                <a:cxn ang="0">
                  <a:pos x="connsiteX3" y="connsiteY3"/>
                </a:cxn>
              </a:cxnLst>
              <a:rect l="l" t="t" r="r" b="b"/>
              <a:pathLst>
                <a:path w="52397" h="15765">
                  <a:moveTo>
                    <a:pt x="52398" y="15765"/>
                  </a:moveTo>
                  <a:cubicBezTo>
                    <a:pt x="44730" y="1720"/>
                    <a:pt x="27477" y="-4025"/>
                    <a:pt x="12780" y="2997"/>
                  </a:cubicBezTo>
                  <a:cubicBezTo>
                    <a:pt x="7668" y="5551"/>
                    <a:pt x="3195" y="10019"/>
                    <a:pt x="0" y="15765"/>
                  </a:cubicBezTo>
                  <a:lnTo>
                    <a:pt x="52398" y="15765"/>
                  </a:lnTo>
                  <a:close/>
                </a:path>
              </a:pathLst>
            </a:custGeom>
            <a:solidFill>
              <a:srgbClr val="007680"/>
            </a:solidFill>
            <a:ln w="6390" cap="flat">
              <a:noFill/>
              <a:prstDash val="solid"/>
              <a:miter/>
            </a:ln>
          </p:spPr>
          <p:txBody>
            <a:bodyPr rtlCol="0" anchor="ctr"/>
            <a:lstStyle/>
            <a:p>
              <a:endParaRPr lang="en-US"/>
            </a:p>
          </p:txBody>
        </p:sp>
        <p:sp>
          <p:nvSpPr>
            <p:cNvPr id="672" name="Graphic 4">
              <a:extLst>
                <a:ext uri="{FF2B5EF4-FFF2-40B4-BE49-F238E27FC236}">
                  <a16:creationId xmlns:a16="http://schemas.microsoft.com/office/drawing/2014/main" id="{BEB277E9-A13D-DB4D-AEB1-6DADB2286AE8}"/>
                </a:ext>
              </a:extLst>
            </p:cNvPr>
            <p:cNvSpPr/>
            <p:nvPr/>
          </p:nvSpPr>
          <p:spPr>
            <a:xfrm>
              <a:off x="8370178" y="4452990"/>
              <a:ext cx="101600" cy="130233"/>
            </a:xfrm>
            <a:custGeom>
              <a:avLst/>
              <a:gdLst>
                <a:gd name="connsiteX0" fmla="*/ 0 w 101600"/>
                <a:gd name="connsiteY0" fmla="*/ 130233 h 130233"/>
                <a:gd name="connsiteX1" fmla="*/ 101600 w 101600"/>
                <a:gd name="connsiteY1" fmla="*/ 130233 h 130233"/>
                <a:gd name="connsiteX2" fmla="*/ 101600 w 101600"/>
                <a:gd name="connsiteY2" fmla="*/ 0 h 130233"/>
                <a:gd name="connsiteX3" fmla="*/ 0 w 101600"/>
                <a:gd name="connsiteY3" fmla="*/ 0 h 130233"/>
                <a:gd name="connsiteX4" fmla="*/ 0 w 101600"/>
                <a:gd name="connsiteY4" fmla="*/ 130233 h 130233"/>
                <a:gd name="connsiteX5" fmla="*/ 72845 w 101600"/>
                <a:gd name="connsiteY5" fmla="*/ 22344 h 130233"/>
                <a:gd name="connsiteX6" fmla="*/ 79235 w 101600"/>
                <a:gd name="connsiteY6" fmla="*/ 15960 h 130233"/>
                <a:gd name="connsiteX7" fmla="*/ 85625 w 101600"/>
                <a:gd name="connsiteY7" fmla="*/ 22344 h 130233"/>
                <a:gd name="connsiteX8" fmla="*/ 85625 w 101600"/>
                <a:gd name="connsiteY8" fmla="*/ 107889 h 130233"/>
                <a:gd name="connsiteX9" fmla="*/ 79235 w 101600"/>
                <a:gd name="connsiteY9" fmla="*/ 114273 h 130233"/>
                <a:gd name="connsiteX10" fmla="*/ 72845 w 101600"/>
                <a:gd name="connsiteY10" fmla="*/ 107889 h 130233"/>
                <a:gd name="connsiteX11" fmla="*/ 72845 w 101600"/>
                <a:gd name="connsiteY11" fmla="*/ 22344 h 130233"/>
                <a:gd name="connsiteX12" fmla="*/ 44091 w 101600"/>
                <a:gd name="connsiteY12" fmla="*/ 22344 h 130233"/>
                <a:gd name="connsiteX13" fmla="*/ 50481 w 101600"/>
                <a:gd name="connsiteY13" fmla="*/ 15960 h 130233"/>
                <a:gd name="connsiteX14" fmla="*/ 56871 w 101600"/>
                <a:gd name="connsiteY14" fmla="*/ 22344 h 130233"/>
                <a:gd name="connsiteX15" fmla="*/ 56871 w 101600"/>
                <a:gd name="connsiteY15" fmla="*/ 107889 h 130233"/>
                <a:gd name="connsiteX16" fmla="*/ 50481 w 101600"/>
                <a:gd name="connsiteY16" fmla="*/ 114273 h 130233"/>
                <a:gd name="connsiteX17" fmla="*/ 44091 w 101600"/>
                <a:gd name="connsiteY17" fmla="*/ 107889 h 130233"/>
                <a:gd name="connsiteX18" fmla="*/ 44091 w 101600"/>
                <a:gd name="connsiteY18" fmla="*/ 22344 h 130233"/>
                <a:gd name="connsiteX19" fmla="*/ 15336 w 101600"/>
                <a:gd name="connsiteY19" fmla="*/ 22344 h 130233"/>
                <a:gd name="connsiteX20" fmla="*/ 21726 w 101600"/>
                <a:gd name="connsiteY20" fmla="*/ 15960 h 130233"/>
                <a:gd name="connsiteX21" fmla="*/ 28116 w 101600"/>
                <a:gd name="connsiteY21" fmla="*/ 22344 h 130233"/>
                <a:gd name="connsiteX22" fmla="*/ 28116 w 101600"/>
                <a:gd name="connsiteY22" fmla="*/ 107889 h 130233"/>
                <a:gd name="connsiteX23" fmla="*/ 21726 w 101600"/>
                <a:gd name="connsiteY23" fmla="*/ 114273 h 130233"/>
                <a:gd name="connsiteX24" fmla="*/ 15336 w 101600"/>
                <a:gd name="connsiteY24" fmla="*/ 107889 h 130233"/>
                <a:gd name="connsiteX25" fmla="*/ 15336 w 101600"/>
                <a:gd name="connsiteY25" fmla="*/ 22344 h 13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1600" h="130233">
                  <a:moveTo>
                    <a:pt x="0" y="130233"/>
                  </a:moveTo>
                  <a:lnTo>
                    <a:pt x="101600" y="130233"/>
                  </a:lnTo>
                  <a:lnTo>
                    <a:pt x="101600" y="0"/>
                  </a:lnTo>
                  <a:lnTo>
                    <a:pt x="0" y="0"/>
                  </a:lnTo>
                  <a:lnTo>
                    <a:pt x="0" y="130233"/>
                  </a:lnTo>
                  <a:close/>
                  <a:moveTo>
                    <a:pt x="72845" y="22344"/>
                  </a:moveTo>
                  <a:cubicBezTo>
                    <a:pt x="72845" y="18513"/>
                    <a:pt x="75401" y="15960"/>
                    <a:pt x="79235" y="15960"/>
                  </a:cubicBezTo>
                  <a:cubicBezTo>
                    <a:pt x="83069" y="15960"/>
                    <a:pt x="85625" y="18513"/>
                    <a:pt x="85625" y="22344"/>
                  </a:cubicBezTo>
                  <a:lnTo>
                    <a:pt x="85625" y="107889"/>
                  </a:lnTo>
                  <a:cubicBezTo>
                    <a:pt x="85625" y="111720"/>
                    <a:pt x="83069" y="114273"/>
                    <a:pt x="79235" y="114273"/>
                  </a:cubicBezTo>
                  <a:cubicBezTo>
                    <a:pt x="75401" y="114273"/>
                    <a:pt x="72845" y="111720"/>
                    <a:pt x="72845" y="107889"/>
                  </a:cubicBezTo>
                  <a:lnTo>
                    <a:pt x="72845" y="22344"/>
                  </a:lnTo>
                  <a:close/>
                  <a:moveTo>
                    <a:pt x="44091" y="22344"/>
                  </a:moveTo>
                  <a:cubicBezTo>
                    <a:pt x="44091" y="18513"/>
                    <a:pt x="46646" y="15960"/>
                    <a:pt x="50481" y="15960"/>
                  </a:cubicBezTo>
                  <a:cubicBezTo>
                    <a:pt x="54314" y="15960"/>
                    <a:pt x="56871" y="18513"/>
                    <a:pt x="56871" y="22344"/>
                  </a:cubicBezTo>
                  <a:lnTo>
                    <a:pt x="56871" y="107889"/>
                  </a:lnTo>
                  <a:cubicBezTo>
                    <a:pt x="56871" y="111720"/>
                    <a:pt x="54314" y="114273"/>
                    <a:pt x="50481" y="114273"/>
                  </a:cubicBezTo>
                  <a:cubicBezTo>
                    <a:pt x="46646" y="114273"/>
                    <a:pt x="44091" y="111720"/>
                    <a:pt x="44091" y="107889"/>
                  </a:cubicBezTo>
                  <a:lnTo>
                    <a:pt x="44091" y="22344"/>
                  </a:lnTo>
                  <a:close/>
                  <a:moveTo>
                    <a:pt x="15336" y="22344"/>
                  </a:moveTo>
                  <a:cubicBezTo>
                    <a:pt x="15336" y="18513"/>
                    <a:pt x="17891" y="15960"/>
                    <a:pt x="21726" y="15960"/>
                  </a:cubicBezTo>
                  <a:cubicBezTo>
                    <a:pt x="25560" y="15960"/>
                    <a:pt x="28116" y="18513"/>
                    <a:pt x="28116" y="22344"/>
                  </a:cubicBezTo>
                  <a:lnTo>
                    <a:pt x="28116" y="107889"/>
                  </a:lnTo>
                  <a:cubicBezTo>
                    <a:pt x="28116" y="111720"/>
                    <a:pt x="25560" y="114273"/>
                    <a:pt x="21726" y="114273"/>
                  </a:cubicBezTo>
                  <a:cubicBezTo>
                    <a:pt x="17891" y="114273"/>
                    <a:pt x="15336" y="111720"/>
                    <a:pt x="15336" y="107889"/>
                  </a:cubicBezTo>
                  <a:lnTo>
                    <a:pt x="15336" y="22344"/>
                  </a:lnTo>
                  <a:close/>
                </a:path>
              </a:pathLst>
            </a:custGeom>
            <a:solidFill>
              <a:srgbClr val="007680"/>
            </a:solidFill>
            <a:ln w="6390" cap="flat">
              <a:noFill/>
              <a:prstDash val="solid"/>
              <a:miter/>
            </a:ln>
          </p:spPr>
          <p:txBody>
            <a:bodyPr rtlCol="0" anchor="ctr"/>
            <a:lstStyle/>
            <a:p>
              <a:endParaRPr lang="en-US"/>
            </a:p>
          </p:txBody>
        </p:sp>
        <p:sp>
          <p:nvSpPr>
            <p:cNvPr id="673" name="Graphic 4">
              <a:extLst>
                <a:ext uri="{FF2B5EF4-FFF2-40B4-BE49-F238E27FC236}">
                  <a16:creationId xmlns:a16="http://schemas.microsoft.com/office/drawing/2014/main" id="{E56BC654-3D0B-A34B-8F2B-BB22FC6FE4A9}"/>
                </a:ext>
              </a:extLst>
            </p:cNvPr>
            <p:cNvSpPr/>
            <p:nvPr/>
          </p:nvSpPr>
          <p:spPr>
            <a:xfrm>
              <a:off x="8239823" y="4308712"/>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245374 w 361674"/>
                <a:gd name="connsiteY7" fmla="*/ 144278 h 361971"/>
                <a:gd name="connsiteX8" fmla="*/ 244735 w 361674"/>
                <a:gd name="connsiteY8" fmla="*/ 144278 h 361971"/>
                <a:gd name="connsiteX9" fmla="*/ 244735 w 361674"/>
                <a:gd name="connsiteY9" fmla="*/ 280895 h 361971"/>
                <a:gd name="connsiteX10" fmla="*/ 238345 w 361674"/>
                <a:gd name="connsiteY10" fmla="*/ 287279 h 361971"/>
                <a:gd name="connsiteX11" fmla="*/ 123965 w 361674"/>
                <a:gd name="connsiteY11" fmla="*/ 287279 h 361971"/>
                <a:gd name="connsiteX12" fmla="*/ 117575 w 361674"/>
                <a:gd name="connsiteY12" fmla="*/ 280895 h 361971"/>
                <a:gd name="connsiteX13" fmla="*/ 117575 w 361674"/>
                <a:gd name="connsiteY13" fmla="*/ 144278 h 361971"/>
                <a:gd name="connsiteX14" fmla="*/ 116936 w 361674"/>
                <a:gd name="connsiteY14" fmla="*/ 144278 h 361971"/>
                <a:gd name="connsiteX15" fmla="*/ 110546 w 361674"/>
                <a:gd name="connsiteY15" fmla="*/ 137894 h 361971"/>
                <a:gd name="connsiteX16" fmla="*/ 116936 w 361674"/>
                <a:gd name="connsiteY16" fmla="*/ 131510 h 361971"/>
                <a:gd name="connsiteX17" fmla="*/ 246013 w 361674"/>
                <a:gd name="connsiteY17" fmla="*/ 131510 h 361971"/>
                <a:gd name="connsiteX18" fmla="*/ 252403 w 361674"/>
                <a:gd name="connsiteY18" fmla="*/ 137894 h 361971"/>
                <a:gd name="connsiteX19" fmla="*/ 245374 w 361674"/>
                <a:gd name="connsiteY19" fmla="*/ 144278 h 361971"/>
                <a:gd name="connsiteX20" fmla="*/ 245374 w 361674"/>
                <a:gd name="connsiteY20" fmla="*/ 115550 h 361971"/>
                <a:gd name="connsiteX21" fmla="*/ 116297 w 361674"/>
                <a:gd name="connsiteY21" fmla="*/ 115550 h 361971"/>
                <a:gd name="connsiteX22" fmla="*/ 109907 w 361674"/>
                <a:gd name="connsiteY22" fmla="*/ 109166 h 361971"/>
                <a:gd name="connsiteX23" fmla="*/ 116297 w 361674"/>
                <a:gd name="connsiteY23" fmla="*/ 102782 h 361971"/>
                <a:gd name="connsiteX24" fmla="*/ 140579 w 361674"/>
                <a:gd name="connsiteY24" fmla="*/ 102782 h 361971"/>
                <a:gd name="connsiteX25" fmla="*/ 141856 w 361674"/>
                <a:gd name="connsiteY25" fmla="*/ 99590 h 361971"/>
                <a:gd name="connsiteX26" fmla="*/ 197449 w 361674"/>
                <a:gd name="connsiteY26" fmla="*/ 77885 h 361971"/>
                <a:gd name="connsiteX27" fmla="*/ 220453 w 361674"/>
                <a:gd name="connsiteY27" fmla="*/ 102782 h 361971"/>
                <a:gd name="connsiteX28" fmla="*/ 244735 w 361674"/>
                <a:gd name="connsiteY28" fmla="*/ 102782 h 361971"/>
                <a:gd name="connsiteX29" fmla="*/ 251125 w 361674"/>
                <a:gd name="connsiteY29" fmla="*/ 109166 h 361971"/>
                <a:gd name="connsiteX30" fmla="*/ 245374 w 361674"/>
                <a:gd name="connsiteY30" fmla="*/ 115550 h 361971"/>
                <a:gd name="connsiteX31" fmla="*/ 245374 w 361674"/>
                <a:gd name="connsiteY31" fmla="*/ 11555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1674" h="361971">
                  <a:moveTo>
                    <a:pt x="180836" y="0"/>
                  </a:moveTo>
                  <a:cubicBezTo>
                    <a:pt x="80513" y="0"/>
                    <a:pt x="0" y="81077"/>
                    <a:pt x="0" y="180667"/>
                  </a:cubicBezTo>
                  <a:cubicBezTo>
                    <a:pt x="0" y="280257"/>
                    <a:pt x="81152" y="361972"/>
                    <a:pt x="180836" y="361972"/>
                  </a:cubicBezTo>
                  <a:cubicBezTo>
                    <a:pt x="281157" y="361972"/>
                    <a:pt x="361670" y="280895"/>
                    <a:pt x="361670" y="181305"/>
                  </a:cubicBezTo>
                  <a:cubicBezTo>
                    <a:pt x="361670" y="181305"/>
                    <a:pt x="361670" y="181305"/>
                    <a:pt x="361670" y="181305"/>
                  </a:cubicBezTo>
                  <a:cubicBezTo>
                    <a:pt x="362309" y="81077"/>
                    <a:pt x="281157" y="0"/>
                    <a:pt x="180836" y="0"/>
                  </a:cubicBezTo>
                  <a:cubicBezTo>
                    <a:pt x="180836" y="0"/>
                    <a:pt x="180836" y="0"/>
                    <a:pt x="180836" y="0"/>
                  </a:cubicBezTo>
                  <a:close/>
                  <a:moveTo>
                    <a:pt x="245374" y="144278"/>
                  </a:moveTo>
                  <a:lnTo>
                    <a:pt x="244735" y="144278"/>
                  </a:lnTo>
                  <a:lnTo>
                    <a:pt x="244735" y="280895"/>
                  </a:lnTo>
                  <a:cubicBezTo>
                    <a:pt x="244735" y="284726"/>
                    <a:pt x="242179" y="287279"/>
                    <a:pt x="238345" y="287279"/>
                  </a:cubicBezTo>
                  <a:lnTo>
                    <a:pt x="123965" y="287279"/>
                  </a:lnTo>
                  <a:cubicBezTo>
                    <a:pt x="120131" y="287279"/>
                    <a:pt x="117575" y="284726"/>
                    <a:pt x="117575" y="280895"/>
                  </a:cubicBezTo>
                  <a:lnTo>
                    <a:pt x="117575" y="144278"/>
                  </a:lnTo>
                  <a:lnTo>
                    <a:pt x="116936" y="144278"/>
                  </a:lnTo>
                  <a:cubicBezTo>
                    <a:pt x="113102" y="144278"/>
                    <a:pt x="110546" y="141724"/>
                    <a:pt x="110546" y="137894"/>
                  </a:cubicBezTo>
                  <a:cubicBezTo>
                    <a:pt x="110546" y="134064"/>
                    <a:pt x="113102" y="131510"/>
                    <a:pt x="116936" y="131510"/>
                  </a:cubicBezTo>
                  <a:lnTo>
                    <a:pt x="246013" y="131510"/>
                  </a:lnTo>
                  <a:cubicBezTo>
                    <a:pt x="249846" y="131510"/>
                    <a:pt x="252403" y="134064"/>
                    <a:pt x="252403" y="137894"/>
                  </a:cubicBezTo>
                  <a:cubicBezTo>
                    <a:pt x="252403" y="141724"/>
                    <a:pt x="249208" y="144278"/>
                    <a:pt x="245374" y="144278"/>
                  </a:cubicBezTo>
                  <a:close/>
                  <a:moveTo>
                    <a:pt x="245374" y="115550"/>
                  </a:moveTo>
                  <a:lnTo>
                    <a:pt x="116297" y="115550"/>
                  </a:lnTo>
                  <a:cubicBezTo>
                    <a:pt x="112463" y="115550"/>
                    <a:pt x="109907" y="112997"/>
                    <a:pt x="109907" y="109166"/>
                  </a:cubicBezTo>
                  <a:cubicBezTo>
                    <a:pt x="109907" y="105336"/>
                    <a:pt x="112463" y="102782"/>
                    <a:pt x="116297" y="102782"/>
                  </a:cubicBezTo>
                  <a:lnTo>
                    <a:pt x="140579" y="102782"/>
                  </a:lnTo>
                  <a:cubicBezTo>
                    <a:pt x="141217" y="101505"/>
                    <a:pt x="141217" y="100867"/>
                    <a:pt x="141856" y="99590"/>
                  </a:cubicBezTo>
                  <a:cubicBezTo>
                    <a:pt x="151441" y="78523"/>
                    <a:pt x="175723" y="68309"/>
                    <a:pt x="197449" y="77885"/>
                  </a:cubicBezTo>
                  <a:cubicBezTo>
                    <a:pt x="208312" y="82354"/>
                    <a:pt x="216619" y="91930"/>
                    <a:pt x="220453" y="102782"/>
                  </a:cubicBezTo>
                  <a:lnTo>
                    <a:pt x="244735" y="102782"/>
                  </a:lnTo>
                  <a:cubicBezTo>
                    <a:pt x="248569" y="102782"/>
                    <a:pt x="251125" y="105336"/>
                    <a:pt x="251125" y="109166"/>
                  </a:cubicBezTo>
                  <a:cubicBezTo>
                    <a:pt x="251125" y="112997"/>
                    <a:pt x="249208" y="115550"/>
                    <a:pt x="245374" y="115550"/>
                  </a:cubicBezTo>
                  <a:lnTo>
                    <a:pt x="245374" y="115550"/>
                  </a:lnTo>
                  <a:close/>
                </a:path>
              </a:pathLst>
            </a:custGeom>
            <a:solidFill>
              <a:srgbClr val="007680"/>
            </a:solidFill>
            <a:ln w="6390" cap="flat">
              <a:noFill/>
              <a:prstDash val="solid"/>
              <a:miter/>
            </a:ln>
          </p:spPr>
          <p:txBody>
            <a:bodyPr rtlCol="0" anchor="ctr"/>
            <a:lstStyle/>
            <a:p>
              <a:endParaRPr lang="en-US"/>
            </a:p>
          </p:txBody>
        </p:sp>
      </p:grpSp>
      <p:grpSp>
        <p:nvGrpSpPr>
          <p:cNvPr id="674" name="Graphic 4">
            <a:extLst>
              <a:ext uri="{FF2B5EF4-FFF2-40B4-BE49-F238E27FC236}">
                <a16:creationId xmlns:a16="http://schemas.microsoft.com/office/drawing/2014/main" id="{7140266B-8F87-1143-9353-35A80581EA2E}"/>
              </a:ext>
            </a:extLst>
          </p:cNvPr>
          <p:cNvGrpSpPr/>
          <p:nvPr/>
        </p:nvGrpSpPr>
        <p:grpSpPr>
          <a:xfrm>
            <a:off x="7802113" y="4793256"/>
            <a:ext cx="361670" cy="361971"/>
            <a:chOff x="7802113" y="4793256"/>
            <a:chExt cx="361670" cy="361971"/>
          </a:xfrm>
          <a:solidFill>
            <a:srgbClr val="007680"/>
          </a:solidFill>
        </p:grpSpPr>
        <p:sp>
          <p:nvSpPr>
            <p:cNvPr id="675" name="Graphic 4">
              <a:extLst>
                <a:ext uri="{FF2B5EF4-FFF2-40B4-BE49-F238E27FC236}">
                  <a16:creationId xmlns:a16="http://schemas.microsoft.com/office/drawing/2014/main" id="{BA6278C3-EF46-D148-95CD-5EF4B299EF1B}"/>
                </a:ext>
              </a:extLst>
            </p:cNvPr>
            <p:cNvSpPr/>
            <p:nvPr/>
          </p:nvSpPr>
          <p:spPr>
            <a:xfrm>
              <a:off x="7802113" y="4793256"/>
              <a:ext cx="361670" cy="361971"/>
            </a:xfrm>
            <a:custGeom>
              <a:avLst/>
              <a:gdLst>
                <a:gd name="connsiteX0" fmla="*/ 180836 w 361670"/>
                <a:gd name="connsiteY0" fmla="*/ 348565 h 361971"/>
                <a:gd name="connsiteX1" fmla="*/ 12780 w 361670"/>
                <a:gd name="connsiteY1" fmla="*/ 180667 h 361971"/>
                <a:gd name="connsiteX2" fmla="*/ 180836 w 361670"/>
                <a:gd name="connsiteY2" fmla="*/ 12129 h 361971"/>
                <a:gd name="connsiteX3" fmla="*/ 348890 w 361670"/>
                <a:gd name="connsiteY3" fmla="*/ 180028 h 361971"/>
                <a:gd name="connsiteX4" fmla="*/ 348890 w 361670"/>
                <a:gd name="connsiteY4" fmla="*/ 180028 h 361971"/>
                <a:gd name="connsiteX5" fmla="*/ 180836 w 361670"/>
                <a:gd name="connsiteY5" fmla="*/ 348565 h 361971"/>
                <a:gd name="connsiteX6" fmla="*/ 180836 w 361670"/>
                <a:gd name="connsiteY6" fmla="*/ 0 h 361971"/>
                <a:gd name="connsiteX7" fmla="*/ 0 w 361670"/>
                <a:gd name="connsiteY7" fmla="*/ 180667 h 361971"/>
                <a:gd name="connsiteX8" fmla="*/ 180836 w 361670"/>
                <a:gd name="connsiteY8" fmla="*/ 361972 h 361971"/>
                <a:gd name="connsiteX9" fmla="*/ 361670 w 361670"/>
                <a:gd name="connsiteY9" fmla="*/ 181305 h 361971"/>
                <a:gd name="connsiteX10" fmla="*/ 361670 w 361670"/>
                <a:gd name="connsiteY10" fmla="*/ 181305 h 361971"/>
                <a:gd name="connsiteX11" fmla="*/ 180836 w 361670"/>
                <a:gd name="connsiteY11" fmla="*/ 0 h 361971"/>
                <a:gd name="connsiteX12" fmla="*/ 180836 w 361670"/>
                <a:gd name="connsiteY12"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6" y="348565"/>
                  </a:moveTo>
                  <a:cubicBezTo>
                    <a:pt x="87542" y="348565"/>
                    <a:pt x="12780" y="273234"/>
                    <a:pt x="12780" y="180667"/>
                  </a:cubicBezTo>
                  <a:cubicBezTo>
                    <a:pt x="12780" y="87461"/>
                    <a:pt x="88181" y="12129"/>
                    <a:pt x="180836" y="12129"/>
                  </a:cubicBezTo>
                  <a:cubicBezTo>
                    <a:pt x="274128" y="12129"/>
                    <a:pt x="348890" y="87461"/>
                    <a:pt x="348890" y="180028"/>
                  </a:cubicBezTo>
                  <a:lnTo>
                    <a:pt x="348890" y="180028"/>
                  </a:lnTo>
                  <a:cubicBezTo>
                    <a:pt x="348890" y="273234"/>
                    <a:pt x="273490" y="348565"/>
                    <a:pt x="180836" y="348565"/>
                  </a:cubicBezTo>
                  <a:moveTo>
                    <a:pt x="180836" y="0"/>
                  </a:moveTo>
                  <a:cubicBezTo>
                    <a:pt x="80513" y="0"/>
                    <a:pt x="0" y="81077"/>
                    <a:pt x="0" y="180667"/>
                  </a:cubicBezTo>
                  <a:cubicBezTo>
                    <a:pt x="0" y="280257"/>
                    <a:pt x="81152" y="361972"/>
                    <a:pt x="180836" y="361972"/>
                  </a:cubicBezTo>
                  <a:cubicBezTo>
                    <a:pt x="281157" y="361972"/>
                    <a:pt x="361670" y="280895"/>
                    <a:pt x="361670" y="181305"/>
                  </a:cubicBezTo>
                  <a:cubicBezTo>
                    <a:pt x="361670" y="181305"/>
                    <a:pt x="361670" y="181305"/>
                    <a:pt x="361670" y="181305"/>
                  </a:cubicBezTo>
                  <a:cubicBezTo>
                    <a:pt x="361670" y="80438"/>
                    <a:pt x="280518" y="0"/>
                    <a:pt x="180836" y="0"/>
                  </a:cubicBezTo>
                  <a:cubicBezTo>
                    <a:pt x="180836" y="0"/>
                    <a:pt x="180836" y="0"/>
                    <a:pt x="180836" y="0"/>
                  </a:cubicBezTo>
                </a:path>
              </a:pathLst>
            </a:custGeom>
            <a:solidFill>
              <a:srgbClr val="007680"/>
            </a:solidFill>
            <a:ln w="6390" cap="flat">
              <a:noFill/>
              <a:prstDash val="solid"/>
              <a:miter/>
            </a:ln>
          </p:spPr>
          <p:txBody>
            <a:bodyPr rtlCol="0" anchor="ctr"/>
            <a:lstStyle/>
            <a:p>
              <a:endParaRPr lang="en-US"/>
            </a:p>
          </p:txBody>
        </p:sp>
        <p:sp>
          <p:nvSpPr>
            <p:cNvPr id="676" name="Graphic 4">
              <a:extLst>
                <a:ext uri="{FF2B5EF4-FFF2-40B4-BE49-F238E27FC236}">
                  <a16:creationId xmlns:a16="http://schemas.microsoft.com/office/drawing/2014/main" id="{1A74AAA8-E6B4-4C49-8721-24F601D04B80}"/>
                </a:ext>
              </a:extLst>
            </p:cNvPr>
            <p:cNvSpPr/>
            <p:nvPr/>
          </p:nvSpPr>
          <p:spPr>
            <a:xfrm>
              <a:off x="7982948" y="4952417"/>
              <a:ext cx="112782" cy="130672"/>
            </a:xfrm>
            <a:custGeom>
              <a:avLst/>
              <a:gdLst>
                <a:gd name="connsiteX0" fmla="*/ 76040 w 112782"/>
                <a:gd name="connsiteY0" fmla="*/ 2992 h 130672"/>
                <a:gd name="connsiteX1" fmla="*/ 67094 w 112782"/>
                <a:gd name="connsiteY1" fmla="*/ 1077 h 130672"/>
                <a:gd name="connsiteX2" fmla="*/ 67094 w 112782"/>
                <a:gd name="connsiteY2" fmla="*/ 1077 h 130672"/>
                <a:gd name="connsiteX3" fmla="*/ 65177 w 112782"/>
                <a:gd name="connsiteY3" fmla="*/ 10015 h 130672"/>
                <a:gd name="connsiteX4" fmla="*/ 98404 w 112782"/>
                <a:gd name="connsiteY4" fmla="*/ 63640 h 130672"/>
                <a:gd name="connsiteX5" fmla="*/ 80513 w 112782"/>
                <a:gd name="connsiteY5" fmla="*/ 95560 h 130672"/>
                <a:gd name="connsiteX6" fmla="*/ 19170 w 112782"/>
                <a:gd name="connsiteY6" fmla="*/ 95560 h 130672"/>
                <a:gd name="connsiteX7" fmla="*/ 14696 w 112782"/>
                <a:gd name="connsiteY7" fmla="*/ 91092 h 130672"/>
                <a:gd name="connsiteX8" fmla="*/ 19170 w 112782"/>
                <a:gd name="connsiteY8" fmla="*/ 86623 h 130672"/>
                <a:gd name="connsiteX9" fmla="*/ 68372 w 112782"/>
                <a:gd name="connsiteY9" fmla="*/ 86623 h 130672"/>
                <a:gd name="connsiteX10" fmla="*/ 74123 w 112782"/>
                <a:gd name="connsiteY10" fmla="*/ 83431 h 130672"/>
                <a:gd name="connsiteX11" fmla="*/ 84347 w 112782"/>
                <a:gd name="connsiteY11" fmla="*/ 64917 h 130672"/>
                <a:gd name="connsiteX12" fmla="*/ 84347 w 112782"/>
                <a:gd name="connsiteY12" fmla="*/ 58533 h 130672"/>
                <a:gd name="connsiteX13" fmla="*/ 56870 w 112782"/>
                <a:gd name="connsiteY13" fmla="*/ 13845 h 130672"/>
                <a:gd name="connsiteX14" fmla="*/ 47925 w 112782"/>
                <a:gd name="connsiteY14" fmla="*/ 13207 h 130672"/>
                <a:gd name="connsiteX15" fmla="*/ 46007 w 112782"/>
                <a:gd name="connsiteY15" fmla="*/ 20229 h 130672"/>
                <a:gd name="connsiteX16" fmla="*/ 71567 w 112782"/>
                <a:gd name="connsiteY16" fmla="*/ 61725 h 130672"/>
                <a:gd name="connsiteX17" fmla="*/ 65177 w 112782"/>
                <a:gd name="connsiteY17" fmla="*/ 73855 h 130672"/>
                <a:gd name="connsiteX18" fmla="*/ 32589 w 112782"/>
                <a:gd name="connsiteY18" fmla="*/ 73855 h 130672"/>
                <a:gd name="connsiteX19" fmla="*/ 43451 w 112782"/>
                <a:gd name="connsiteY19" fmla="*/ 63002 h 130672"/>
                <a:gd name="connsiteX20" fmla="*/ 42812 w 112782"/>
                <a:gd name="connsiteY20" fmla="*/ 54064 h 130672"/>
                <a:gd name="connsiteX21" fmla="*/ 34505 w 112782"/>
                <a:gd name="connsiteY21" fmla="*/ 54064 h 130672"/>
                <a:gd name="connsiteX22" fmla="*/ 1917 w 112782"/>
                <a:gd name="connsiteY22" fmla="*/ 87261 h 130672"/>
                <a:gd name="connsiteX23" fmla="*/ 0 w 112782"/>
                <a:gd name="connsiteY23" fmla="*/ 91730 h 130672"/>
                <a:gd name="connsiteX24" fmla="*/ 1917 w 112782"/>
                <a:gd name="connsiteY24" fmla="*/ 96199 h 130672"/>
                <a:gd name="connsiteX25" fmla="*/ 34505 w 112782"/>
                <a:gd name="connsiteY25" fmla="*/ 128757 h 130672"/>
                <a:gd name="connsiteX26" fmla="*/ 38978 w 112782"/>
                <a:gd name="connsiteY26" fmla="*/ 130672 h 130672"/>
                <a:gd name="connsiteX27" fmla="*/ 45368 w 112782"/>
                <a:gd name="connsiteY27" fmla="*/ 124288 h 130672"/>
                <a:gd name="connsiteX28" fmla="*/ 43451 w 112782"/>
                <a:gd name="connsiteY28" fmla="*/ 119820 h 130672"/>
                <a:gd name="connsiteX29" fmla="*/ 31950 w 112782"/>
                <a:gd name="connsiteY29" fmla="*/ 108328 h 130672"/>
                <a:gd name="connsiteX30" fmla="*/ 84347 w 112782"/>
                <a:gd name="connsiteY30" fmla="*/ 108328 h 130672"/>
                <a:gd name="connsiteX31" fmla="*/ 84347 w 112782"/>
                <a:gd name="connsiteY31" fmla="*/ 108328 h 130672"/>
                <a:gd name="connsiteX32" fmla="*/ 90098 w 112782"/>
                <a:gd name="connsiteY32" fmla="*/ 105136 h 130672"/>
                <a:gd name="connsiteX33" fmla="*/ 111824 w 112782"/>
                <a:gd name="connsiteY33" fmla="*/ 66832 h 130672"/>
                <a:gd name="connsiteX34" fmla="*/ 111824 w 112782"/>
                <a:gd name="connsiteY34" fmla="*/ 60448 h 130672"/>
                <a:gd name="connsiteX35" fmla="*/ 76040 w 112782"/>
                <a:gd name="connsiteY35" fmla="*/ 2992 h 13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2782" h="130672">
                  <a:moveTo>
                    <a:pt x="76040" y="2992"/>
                  </a:moveTo>
                  <a:cubicBezTo>
                    <a:pt x="74123" y="-200"/>
                    <a:pt x="70289" y="-838"/>
                    <a:pt x="67094" y="1077"/>
                  </a:cubicBezTo>
                  <a:cubicBezTo>
                    <a:pt x="67094" y="1077"/>
                    <a:pt x="67094" y="1077"/>
                    <a:pt x="67094" y="1077"/>
                  </a:cubicBezTo>
                  <a:cubicBezTo>
                    <a:pt x="63899" y="2992"/>
                    <a:pt x="63260" y="6823"/>
                    <a:pt x="65177" y="10015"/>
                  </a:cubicBezTo>
                  <a:lnTo>
                    <a:pt x="98404" y="63640"/>
                  </a:lnTo>
                  <a:lnTo>
                    <a:pt x="80513" y="95560"/>
                  </a:lnTo>
                  <a:lnTo>
                    <a:pt x="19170" y="95560"/>
                  </a:lnTo>
                  <a:lnTo>
                    <a:pt x="14696" y="91092"/>
                  </a:lnTo>
                  <a:lnTo>
                    <a:pt x="19170" y="86623"/>
                  </a:lnTo>
                  <a:lnTo>
                    <a:pt x="68372" y="86623"/>
                  </a:lnTo>
                  <a:cubicBezTo>
                    <a:pt x="70928" y="86623"/>
                    <a:pt x="72845" y="85346"/>
                    <a:pt x="74123" y="83431"/>
                  </a:cubicBezTo>
                  <a:lnTo>
                    <a:pt x="84347" y="64917"/>
                  </a:lnTo>
                  <a:cubicBezTo>
                    <a:pt x="85625" y="63002"/>
                    <a:pt x="85625" y="60448"/>
                    <a:pt x="84347" y="58533"/>
                  </a:cubicBezTo>
                  <a:lnTo>
                    <a:pt x="56870" y="13845"/>
                  </a:lnTo>
                  <a:cubicBezTo>
                    <a:pt x="54314" y="11292"/>
                    <a:pt x="50480" y="10653"/>
                    <a:pt x="47925" y="13207"/>
                  </a:cubicBezTo>
                  <a:cubicBezTo>
                    <a:pt x="46007" y="15122"/>
                    <a:pt x="45368" y="17676"/>
                    <a:pt x="46007" y="20229"/>
                  </a:cubicBezTo>
                  <a:lnTo>
                    <a:pt x="71567" y="61725"/>
                  </a:lnTo>
                  <a:lnTo>
                    <a:pt x="65177" y="73855"/>
                  </a:lnTo>
                  <a:lnTo>
                    <a:pt x="32589" y="73855"/>
                  </a:lnTo>
                  <a:lnTo>
                    <a:pt x="43451" y="63002"/>
                  </a:lnTo>
                  <a:cubicBezTo>
                    <a:pt x="46007" y="60448"/>
                    <a:pt x="45368" y="55980"/>
                    <a:pt x="42812" y="54064"/>
                  </a:cubicBezTo>
                  <a:cubicBezTo>
                    <a:pt x="40256" y="52149"/>
                    <a:pt x="37061" y="52149"/>
                    <a:pt x="34505" y="54064"/>
                  </a:cubicBezTo>
                  <a:lnTo>
                    <a:pt x="1917" y="87261"/>
                  </a:lnTo>
                  <a:cubicBezTo>
                    <a:pt x="639" y="88538"/>
                    <a:pt x="0" y="89815"/>
                    <a:pt x="0" y="91730"/>
                  </a:cubicBezTo>
                  <a:cubicBezTo>
                    <a:pt x="0" y="93645"/>
                    <a:pt x="639" y="94922"/>
                    <a:pt x="1917" y="96199"/>
                  </a:cubicBezTo>
                  <a:lnTo>
                    <a:pt x="34505" y="128757"/>
                  </a:lnTo>
                  <a:cubicBezTo>
                    <a:pt x="35783" y="130034"/>
                    <a:pt x="37061" y="130672"/>
                    <a:pt x="38978" y="130672"/>
                  </a:cubicBezTo>
                  <a:cubicBezTo>
                    <a:pt x="42812" y="130672"/>
                    <a:pt x="45368" y="128119"/>
                    <a:pt x="45368" y="124288"/>
                  </a:cubicBezTo>
                  <a:cubicBezTo>
                    <a:pt x="45368" y="122373"/>
                    <a:pt x="44730" y="121096"/>
                    <a:pt x="43451" y="119820"/>
                  </a:cubicBezTo>
                  <a:lnTo>
                    <a:pt x="31950" y="108328"/>
                  </a:lnTo>
                  <a:lnTo>
                    <a:pt x="84347" y="108328"/>
                  </a:lnTo>
                  <a:lnTo>
                    <a:pt x="84347" y="108328"/>
                  </a:lnTo>
                  <a:cubicBezTo>
                    <a:pt x="86903" y="108328"/>
                    <a:pt x="88820" y="107052"/>
                    <a:pt x="90098" y="105136"/>
                  </a:cubicBezTo>
                  <a:lnTo>
                    <a:pt x="111824" y="66832"/>
                  </a:lnTo>
                  <a:cubicBezTo>
                    <a:pt x="113102" y="64917"/>
                    <a:pt x="113102" y="62364"/>
                    <a:pt x="111824" y="60448"/>
                  </a:cubicBezTo>
                  <a:lnTo>
                    <a:pt x="76040" y="2992"/>
                  </a:lnTo>
                  <a:close/>
                </a:path>
              </a:pathLst>
            </a:custGeom>
            <a:solidFill>
              <a:srgbClr val="007680"/>
            </a:solidFill>
            <a:ln w="6390" cap="flat">
              <a:noFill/>
              <a:prstDash val="solid"/>
              <a:miter/>
            </a:ln>
          </p:spPr>
          <p:txBody>
            <a:bodyPr rtlCol="0" anchor="ctr"/>
            <a:lstStyle/>
            <a:p>
              <a:endParaRPr lang="en-US"/>
            </a:p>
          </p:txBody>
        </p:sp>
        <p:sp>
          <p:nvSpPr>
            <p:cNvPr id="677" name="Graphic 4">
              <a:extLst>
                <a:ext uri="{FF2B5EF4-FFF2-40B4-BE49-F238E27FC236}">
                  <a16:creationId xmlns:a16="http://schemas.microsoft.com/office/drawing/2014/main" id="{5CB57D2A-5814-A64F-906F-E0BDBFBB0BB1}"/>
                </a:ext>
              </a:extLst>
            </p:cNvPr>
            <p:cNvSpPr/>
            <p:nvPr/>
          </p:nvSpPr>
          <p:spPr>
            <a:xfrm>
              <a:off x="7918148" y="4866033"/>
              <a:ext cx="132288" cy="85545"/>
            </a:xfrm>
            <a:custGeom>
              <a:avLst/>
              <a:gdLst>
                <a:gd name="connsiteX0" fmla="*/ 110808 w 132288"/>
                <a:gd name="connsiteY0" fmla="*/ 85546 h 85545"/>
                <a:gd name="connsiteX1" fmla="*/ 112725 w 132288"/>
                <a:gd name="connsiteY1" fmla="*/ 85546 h 85545"/>
                <a:gd name="connsiteX2" fmla="*/ 115920 w 132288"/>
                <a:gd name="connsiteY2" fmla="*/ 84907 h 85545"/>
                <a:gd name="connsiteX3" fmla="*/ 119115 w 132288"/>
                <a:gd name="connsiteY3" fmla="*/ 81077 h 85545"/>
                <a:gd name="connsiteX4" fmla="*/ 131895 w 132288"/>
                <a:gd name="connsiteY4" fmla="*/ 36389 h 85545"/>
                <a:gd name="connsiteX5" fmla="*/ 127421 w 132288"/>
                <a:gd name="connsiteY5" fmla="*/ 28728 h 85545"/>
                <a:gd name="connsiteX6" fmla="*/ 126782 w 132288"/>
                <a:gd name="connsiteY6" fmla="*/ 28728 h 85545"/>
                <a:gd name="connsiteX7" fmla="*/ 119115 w 132288"/>
                <a:gd name="connsiteY7" fmla="*/ 33197 h 85545"/>
                <a:gd name="connsiteX8" fmla="*/ 119115 w 132288"/>
                <a:gd name="connsiteY8" fmla="*/ 33197 h 85545"/>
                <a:gd name="connsiteX9" fmla="*/ 114641 w 132288"/>
                <a:gd name="connsiteY9" fmla="*/ 48519 h 85545"/>
                <a:gd name="connsiteX10" fmla="*/ 89082 w 132288"/>
                <a:gd name="connsiteY10" fmla="*/ 3192 h 85545"/>
                <a:gd name="connsiteX11" fmla="*/ 83331 w 132288"/>
                <a:gd name="connsiteY11" fmla="*/ 0 h 85545"/>
                <a:gd name="connsiteX12" fmla="*/ 39241 w 132288"/>
                <a:gd name="connsiteY12" fmla="*/ 0 h 85545"/>
                <a:gd name="connsiteX13" fmla="*/ 33490 w 132288"/>
                <a:gd name="connsiteY13" fmla="*/ 3192 h 85545"/>
                <a:gd name="connsiteX14" fmla="*/ 901 w 132288"/>
                <a:gd name="connsiteY14" fmla="*/ 61925 h 85545"/>
                <a:gd name="connsiteX15" fmla="*/ 3456 w 132288"/>
                <a:gd name="connsiteY15" fmla="*/ 70862 h 85545"/>
                <a:gd name="connsiteX16" fmla="*/ 3456 w 132288"/>
                <a:gd name="connsiteY16" fmla="*/ 70862 h 85545"/>
                <a:gd name="connsiteX17" fmla="*/ 6651 w 132288"/>
                <a:gd name="connsiteY17" fmla="*/ 71501 h 85545"/>
                <a:gd name="connsiteX18" fmla="*/ 12402 w 132288"/>
                <a:gd name="connsiteY18" fmla="*/ 68309 h 85545"/>
                <a:gd name="connsiteX19" fmla="*/ 43074 w 132288"/>
                <a:gd name="connsiteY19" fmla="*/ 12768 h 85545"/>
                <a:gd name="connsiteX20" fmla="*/ 80136 w 132288"/>
                <a:gd name="connsiteY20" fmla="*/ 12768 h 85545"/>
                <a:gd name="connsiteX21" fmla="*/ 110169 w 132288"/>
                <a:gd name="connsiteY21" fmla="*/ 66394 h 85545"/>
                <a:gd name="connsiteX22" fmla="*/ 108251 w 132288"/>
                <a:gd name="connsiteY22" fmla="*/ 72139 h 85545"/>
                <a:gd name="connsiteX23" fmla="*/ 101862 w 132288"/>
                <a:gd name="connsiteY23" fmla="*/ 70224 h 85545"/>
                <a:gd name="connsiteX24" fmla="*/ 77580 w 132288"/>
                <a:gd name="connsiteY24" fmla="*/ 27451 h 85545"/>
                <a:gd name="connsiteX25" fmla="*/ 71829 w 132288"/>
                <a:gd name="connsiteY25" fmla="*/ 24259 h 85545"/>
                <a:gd name="connsiteX26" fmla="*/ 50742 w 132288"/>
                <a:gd name="connsiteY26" fmla="*/ 24259 h 85545"/>
                <a:gd name="connsiteX27" fmla="*/ 44991 w 132288"/>
                <a:gd name="connsiteY27" fmla="*/ 27451 h 85545"/>
                <a:gd name="connsiteX28" fmla="*/ 19431 w 132288"/>
                <a:gd name="connsiteY28" fmla="*/ 73416 h 85545"/>
                <a:gd name="connsiteX29" fmla="*/ 21987 w 132288"/>
                <a:gd name="connsiteY29" fmla="*/ 82354 h 85545"/>
                <a:gd name="connsiteX30" fmla="*/ 21987 w 132288"/>
                <a:gd name="connsiteY30" fmla="*/ 82354 h 85545"/>
                <a:gd name="connsiteX31" fmla="*/ 25182 w 132288"/>
                <a:gd name="connsiteY31" fmla="*/ 82992 h 85545"/>
                <a:gd name="connsiteX32" fmla="*/ 30933 w 132288"/>
                <a:gd name="connsiteY32" fmla="*/ 79800 h 85545"/>
                <a:gd name="connsiteX33" fmla="*/ 54576 w 132288"/>
                <a:gd name="connsiteY33" fmla="*/ 37027 h 85545"/>
                <a:gd name="connsiteX34" fmla="*/ 68634 w 132288"/>
                <a:gd name="connsiteY34" fmla="*/ 37027 h 85545"/>
                <a:gd name="connsiteX35" fmla="*/ 84609 w 132288"/>
                <a:gd name="connsiteY35" fmla="*/ 65755 h 85545"/>
                <a:gd name="connsiteX36" fmla="*/ 69912 w 132288"/>
                <a:gd name="connsiteY36" fmla="*/ 61286 h 85545"/>
                <a:gd name="connsiteX37" fmla="*/ 62244 w 132288"/>
                <a:gd name="connsiteY37" fmla="*/ 65755 h 85545"/>
                <a:gd name="connsiteX38" fmla="*/ 62244 w 132288"/>
                <a:gd name="connsiteY38" fmla="*/ 65755 h 85545"/>
                <a:gd name="connsiteX39" fmla="*/ 66717 w 132288"/>
                <a:gd name="connsiteY39" fmla="*/ 73416 h 85545"/>
                <a:gd name="connsiteX40" fmla="*/ 110808 w 132288"/>
                <a:gd name="connsiteY40" fmla="*/ 85546 h 85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2288" h="85545">
                  <a:moveTo>
                    <a:pt x="110808" y="85546"/>
                  </a:moveTo>
                  <a:cubicBezTo>
                    <a:pt x="111446" y="85546"/>
                    <a:pt x="112085" y="85546"/>
                    <a:pt x="112725" y="85546"/>
                  </a:cubicBezTo>
                  <a:cubicBezTo>
                    <a:pt x="114003" y="85546"/>
                    <a:pt x="114641" y="85546"/>
                    <a:pt x="115920" y="84907"/>
                  </a:cubicBezTo>
                  <a:cubicBezTo>
                    <a:pt x="117198" y="84269"/>
                    <a:pt x="118475" y="82992"/>
                    <a:pt x="119115" y="81077"/>
                  </a:cubicBezTo>
                  <a:lnTo>
                    <a:pt x="131895" y="36389"/>
                  </a:lnTo>
                  <a:cubicBezTo>
                    <a:pt x="133172" y="33197"/>
                    <a:pt x="131255" y="29367"/>
                    <a:pt x="127421" y="28728"/>
                  </a:cubicBezTo>
                  <a:cubicBezTo>
                    <a:pt x="127421" y="28728"/>
                    <a:pt x="126782" y="28728"/>
                    <a:pt x="126782" y="28728"/>
                  </a:cubicBezTo>
                  <a:cubicBezTo>
                    <a:pt x="123587" y="27451"/>
                    <a:pt x="119754" y="30005"/>
                    <a:pt x="119115" y="33197"/>
                  </a:cubicBezTo>
                  <a:cubicBezTo>
                    <a:pt x="119115" y="33197"/>
                    <a:pt x="119115" y="33197"/>
                    <a:pt x="119115" y="33197"/>
                  </a:cubicBezTo>
                  <a:lnTo>
                    <a:pt x="114641" y="48519"/>
                  </a:lnTo>
                  <a:lnTo>
                    <a:pt x="89082" y="3192"/>
                  </a:lnTo>
                  <a:cubicBezTo>
                    <a:pt x="87804" y="1277"/>
                    <a:pt x="85887" y="0"/>
                    <a:pt x="83331" y="0"/>
                  </a:cubicBezTo>
                  <a:lnTo>
                    <a:pt x="39241" y="0"/>
                  </a:lnTo>
                  <a:cubicBezTo>
                    <a:pt x="36684" y="0"/>
                    <a:pt x="34767" y="1277"/>
                    <a:pt x="33490" y="3192"/>
                  </a:cubicBezTo>
                  <a:lnTo>
                    <a:pt x="901" y="61925"/>
                  </a:lnTo>
                  <a:cubicBezTo>
                    <a:pt x="-1016" y="65117"/>
                    <a:pt x="261" y="68947"/>
                    <a:pt x="3456" y="70862"/>
                  </a:cubicBezTo>
                  <a:cubicBezTo>
                    <a:pt x="3456" y="70862"/>
                    <a:pt x="3456" y="70862"/>
                    <a:pt x="3456" y="70862"/>
                  </a:cubicBezTo>
                  <a:cubicBezTo>
                    <a:pt x="4096" y="71501"/>
                    <a:pt x="5374" y="71501"/>
                    <a:pt x="6651" y="71501"/>
                  </a:cubicBezTo>
                  <a:cubicBezTo>
                    <a:pt x="9207" y="71501"/>
                    <a:pt x="11125" y="70224"/>
                    <a:pt x="12402" y="68309"/>
                  </a:cubicBezTo>
                  <a:lnTo>
                    <a:pt x="43074" y="12768"/>
                  </a:lnTo>
                  <a:lnTo>
                    <a:pt x="80136" y="12768"/>
                  </a:lnTo>
                  <a:lnTo>
                    <a:pt x="110169" y="66394"/>
                  </a:lnTo>
                  <a:lnTo>
                    <a:pt x="108251" y="72139"/>
                  </a:lnTo>
                  <a:lnTo>
                    <a:pt x="101862" y="70224"/>
                  </a:lnTo>
                  <a:lnTo>
                    <a:pt x="77580" y="27451"/>
                  </a:lnTo>
                  <a:cubicBezTo>
                    <a:pt x="76302" y="25536"/>
                    <a:pt x="74385" y="24259"/>
                    <a:pt x="71829" y="24259"/>
                  </a:cubicBezTo>
                  <a:lnTo>
                    <a:pt x="50742" y="24259"/>
                  </a:lnTo>
                  <a:cubicBezTo>
                    <a:pt x="48186" y="24259"/>
                    <a:pt x="46269" y="25536"/>
                    <a:pt x="44991" y="27451"/>
                  </a:cubicBezTo>
                  <a:lnTo>
                    <a:pt x="19431" y="73416"/>
                  </a:lnTo>
                  <a:cubicBezTo>
                    <a:pt x="17515" y="76608"/>
                    <a:pt x="18792" y="80438"/>
                    <a:pt x="21987" y="82354"/>
                  </a:cubicBezTo>
                  <a:cubicBezTo>
                    <a:pt x="21987" y="82354"/>
                    <a:pt x="21987" y="82354"/>
                    <a:pt x="21987" y="82354"/>
                  </a:cubicBezTo>
                  <a:cubicBezTo>
                    <a:pt x="22626" y="82992"/>
                    <a:pt x="23905" y="82992"/>
                    <a:pt x="25182" y="82992"/>
                  </a:cubicBezTo>
                  <a:cubicBezTo>
                    <a:pt x="27738" y="82992"/>
                    <a:pt x="29656" y="81715"/>
                    <a:pt x="30933" y="79800"/>
                  </a:cubicBezTo>
                  <a:lnTo>
                    <a:pt x="54576" y="37027"/>
                  </a:lnTo>
                  <a:lnTo>
                    <a:pt x="68634" y="37027"/>
                  </a:lnTo>
                  <a:lnTo>
                    <a:pt x="84609" y="65755"/>
                  </a:lnTo>
                  <a:lnTo>
                    <a:pt x="69912" y="61286"/>
                  </a:lnTo>
                  <a:cubicBezTo>
                    <a:pt x="66717" y="60010"/>
                    <a:pt x="62883" y="62563"/>
                    <a:pt x="62244" y="65755"/>
                  </a:cubicBezTo>
                  <a:cubicBezTo>
                    <a:pt x="62244" y="65755"/>
                    <a:pt x="62244" y="65755"/>
                    <a:pt x="62244" y="65755"/>
                  </a:cubicBezTo>
                  <a:cubicBezTo>
                    <a:pt x="61605" y="68947"/>
                    <a:pt x="63522" y="72778"/>
                    <a:pt x="66717" y="73416"/>
                  </a:cubicBezTo>
                  <a:lnTo>
                    <a:pt x="110808" y="85546"/>
                  </a:lnTo>
                  <a:close/>
                </a:path>
              </a:pathLst>
            </a:custGeom>
            <a:solidFill>
              <a:srgbClr val="007680"/>
            </a:solidFill>
            <a:ln w="6390" cap="flat">
              <a:noFill/>
              <a:prstDash val="solid"/>
              <a:miter/>
            </a:ln>
          </p:spPr>
          <p:txBody>
            <a:bodyPr rtlCol="0" anchor="ctr"/>
            <a:lstStyle/>
            <a:p>
              <a:endParaRPr lang="en-US"/>
            </a:p>
          </p:txBody>
        </p:sp>
        <p:sp>
          <p:nvSpPr>
            <p:cNvPr id="678" name="Graphic 4">
              <a:extLst>
                <a:ext uri="{FF2B5EF4-FFF2-40B4-BE49-F238E27FC236}">
                  <a16:creationId xmlns:a16="http://schemas.microsoft.com/office/drawing/2014/main" id="{E5FD8276-E309-2945-8CA3-FF4A7670FBB9}"/>
                </a:ext>
              </a:extLst>
            </p:cNvPr>
            <p:cNvSpPr/>
            <p:nvPr/>
          </p:nvSpPr>
          <p:spPr>
            <a:xfrm>
              <a:off x="7870165" y="4948051"/>
              <a:ext cx="102558" cy="112693"/>
            </a:xfrm>
            <a:custGeom>
              <a:avLst/>
              <a:gdLst>
                <a:gd name="connsiteX0" fmla="*/ 27796 w 102558"/>
                <a:gd name="connsiteY0" fmla="*/ 68644 h 112693"/>
                <a:gd name="connsiteX1" fmla="*/ 38020 w 102558"/>
                <a:gd name="connsiteY1" fmla="*/ 87158 h 112693"/>
                <a:gd name="connsiteX2" fmla="*/ 43771 w 102558"/>
                <a:gd name="connsiteY2" fmla="*/ 90350 h 112693"/>
                <a:gd name="connsiteX3" fmla="*/ 96168 w 102558"/>
                <a:gd name="connsiteY3" fmla="*/ 90350 h 112693"/>
                <a:gd name="connsiteX4" fmla="*/ 102558 w 102558"/>
                <a:gd name="connsiteY4" fmla="*/ 83966 h 112693"/>
                <a:gd name="connsiteX5" fmla="*/ 96168 w 102558"/>
                <a:gd name="connsiteY5" fmla="*/ 77582 h 112693"/>
                <a:gd name="connsiteX6" fmla="*/ 47605 w 102558"/>
                <a:gd name="connsiteY6" fmla="*/ 77582 h 112693"/>
                <a:gd name="connsiteX7" fmla="*/ 41215 w 102558"/>
                <a:gd name="connsiteY7" fmla="*/ 65452 h 112693"/>
                <a:gd name="connsiteX8" fmla="*/ 58468 w 102558"/>
                <a:gd name="connsiteY8" fmla="*/ 37363 h 112693"/>
                <a:gd name="connsiteX9" fmla="*/ 62302 w 102558"/>
                <a:gd name="connsiteY9" fmla="*/ 52685 h 112693"/>
                <a:gd name="connsiteX10" fmla="*/ 68692 w 102558"/>
                <a:gd name="connsiteY10" fmla="*/ 57792 h 112693"/>
                <a:gd name="connsiteX11" fmla="*/ 69970 w 102558"/>
                <a:gd name="connsiteY11" fmla="*/ 57792 h 112693"/>
                <a:gd name="connsiteX12" fmla="*/ 74443 w 102558"/>
                <a:gd name="connsiteY12" fmla="*/ 50131 h 112693"/>
                <a:gd name="connsiteX13" fmla="*/ 63580 w 102558"/>
                <a:gd name="connsiteY13" fmla="*/ 4805 h 112693"/>
                <a:gd name="connsiteX14" fmla="*/ 55912 w 102558"/>
                <a:gd name="connsiteY14" fmla="*/ 336 h 112693"/>
                <a:gd name="connsiteX15" fmla="*/ 55912 w 102558"/>
                <a:gd name="connsiteY15" fmla="*/ 336 h 112693"/>
                <a:gd name="connsiteX16" fmla="*/ 10544 w 102558"/>
                <a:gd name="connsiteY16" fmla="*/ 11189 h 112693"/>
                <a:gd name="connsiteX17" fmla="*/ 5431 w 102558"/>
                <a:gd name="connsiteY17" fmla="*/ 18849 h 112693"/>
                <a:gd name="connsiteX18" fmla="*/ 13099 w 102558"/>
                <a:gd name="connsiteY18" fmla="*/ 23957 h 112693"/>
                <a:gd name="connsiteX19" fmla="*/ 28435 w 102558"/>
                <a:gd name="connsiteY19" fmla="*/ 20126 h 112693"/>
                <a:gd name="connsiteX20" fmla="*/ 959 w 102558"/>
                <a:gd name="connsiteY20" fmla="*/ 64176 h 112693"/>
                <a:gd name="connsiteX21" fmla="*/ 959 w 102558"/>
                <a:gd name="connsiteY21" fmla="*/ 70560 h 112693"/>
                <a:gd name="connsiteX22" fmla="*/ 22684 w 102558"/>
                <a:gd name="connsiteY22" fmla="*/ 109502 h 112693"/>
                <a:gd name="connsiteX23" fmla="*/ 28435 w 102558"/>
                <a:gd name="connsiteY23" fmla="*/ 112694 h 112693"/>
                <a:gd name="connsiteX24" fmla="*/ 95529 w 102558"/>
                <a:gd name="connsiteY24" fmla="*/ 112694 h 112693"/>
                <a:gd name="connsiteX25" fmla="*/ 101919 w 102558"/>
                <a:gd name="connsiteY25" fmla="*/ 106310 h 112693"/>
                <a:gd name="connsiteX26" fmla="*/ 95529 w 102558"/>
                <a:gd name="connsiteY26" fmla="*/ 99926 h 112693"/>
                <a:gd name="connsiteX27" fmla="*/ 32269 w 102558"/>
                <a:gd name="connsiteY27" fmla="*/ 99926 h 112693"/>
                <a:gd name="connsiteX28" fmla="*/ 14378 w 102558"/>
                <a:gd name="connsiteY28" fmla="*/ 68006 h 112693"/>
                <a:gd name="connsiteX29" fmla="*/ 46966 w 102558"/>
                <a:gd name="connsiteY29" fmla="*/ 16296 h 112693"/>
                <a:gd name="connsiteX30" fmla="*/ 52717 w 102558"/>
                <a:gd name="connsiteY30" fmla="*/ 15019 h 112693"/>
                <a:gd name="connsiteX31" fmla="*/ 53995 w 102558"/>
                <a:gd name="connsiteY31" fmla="*/ 21403 h 112693"/>
                <a:gd name="connsiteX32" fmla="*/ 28435 w 102558"/>
                <a:gd name="connsiteY32" fmla="*/ 63537 h 112693"/>
                <a:gd name="connsiteX33" fmla="*/ 28435 w 102558"/>
                <a:gd name="connsiteY33" fmla="*/ 69921 h 112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2558" h="112693">
                  <a:moveTo>
                    <a:pt x="27796" y="68644"/>
                  </a:moveTo>
                  <a:lnTo>
                    <a:pt x="38020" y="87158"/>
                  </a:lnTo>
                  <a:cubicBezTo>
                    <a:pt x="39298" y="89073"/>
                    <a:pt x="41215" y="90350"/>
                    <a:pt x="43771" y="90350"/>
                  </a:cubicBezTo>
                  <a:lnTo>
                    <a:pt x="96168" y="90350"/>
                  </a:lnTo>
                  <a:cubicBezTo>
                    <a:pt x="100003" y="90350"/>
                    <a:pt x="102558" y="87796"/>
                    <a:pt x="102558" y="83966"/>
                  </a:cubicBezTo>
                  <a:cubicBezTo>
                    <a:pt x="102558" y="80136"/>
                    <a:pt x="100003" y="77582"/>
                    <a:pt x="96168" y="77582"/>
                  </a:cubicBezTo>
                  <a:lnTo>
                    <a:pt x="47605" y="77582"/>
                  </a:lnTo>
                  <a:lnTo>
                    <a:pt x="41215" y="65452"/>
                  </a:lnTo>
                  <a:lnTo>
                    <a:pt x="58468" y="37363"/>
                  </a:lnTo>
                  <a:lnTo>
                    <a:pt x="62302" y="52685"/>
                  </a:lnTo>
                  <a:cubicBezTo>
                    <a:pt x="62941" y="55877"/>
                    <a:pt x="65497" y="57792"/>
                    <a:pt x="68692" y="57792"/>
                  </a:cubicBezTo>
                  <a:lnTo>
                    <a:pt x="69970" y="57792"/>
                  </a:lnTo>
                  <a:cubicBezTo>
                    <a:pt x="73165" y="57153"/>
                    <a:pt x="75721" y="53323"/>
                    <a:pt x="74443" y="50131"/>
                  </a:cubicBezTo>
                  <a:lnTo>
                    <a:pt x="63580" y="4805"/>
                  </a:lnTo>
                  <a:cubicBezTo>
                    <a:pt x="62941" y="1613"/>
                    <a:pt x="59107" y="-941"/>
                    <a:pt x="55912" y="336"/>
                  </a:cubicBezTo>
                  <a:cubicBezTo>
                    <a:pt x="55912" y="336"/>
                    <a:pt x="55912" y="336"/>
                    <a:pt x="55912" y="336"/>
                  </a:cubicBezTo>
                  <a:lnTo>
                    <a:pt x="10544" y="11189"/>
                  </a:lnTo>
                  <a:cubicBezTo>
                    <a:pt x="6709" y="11827"/>
                    <a:pt x="4793" y="15658"/>
                    <a:pt x="5431" y="18849"/>
                  </a:cubicBezTo>
                  <a:cubicBezTo>
                    <a:pt x="6070" y="22041"/>
                    <a:pt x="9904" y="24595"/>
                    <a:pt x="13099" y="23957"/>
                  </a:cubicBezTo>
                  <a:lnTo>
                    <a:pt x="28435" y="20126"/>
                  </a:lnTo>
                  <a:lnTo>
                    <a:pt x="959" y="64176"/>
                  </a:lnTo>
                  <a:cubicBezTo>
                    <a:pt x="-320" y="66091"/>
                    <a:pt x="-320" y="68644"/>
                    <a:pt x="959" y="70560"/>
                  </a:cubicBezTo>
                  <a:lnTo>
                    <a:pt x="22684" y="109502"/>
                  </a:lnTo>
                  <a:cubicBezTo>
                    <a:pt x="23962" y="111417"/>
                    <a:pt x="25879" y="112694"/>
                    <a:pt x="28435" y="112694"/>
                  </a:cubicBezTo>
                  <a:lnTo>
                    <a:pt x="95529" y="112694"/>
                  </a:lnTo>
                  <a:cubicBezTo>
                    <a:pt x="99363" y="112694"/>
                    <a:pt x="101919" y="110140"/>
                    <a:pt x="101919" y="106310"/>
                  </a:cubicBezTo>
                  <a:cubicBezTo>
                    <a:pt x="101919" y="102480"/>
                    <a:pt x="99363" y="99926"/>
                    <a:pt x="95529" y="99926"/>
                  </a:cubicBezTo>
                  <a:lnTo>
                    <a:pt x="32269" y="99926"/>
                  </a:lnTo>
                  <a:lnTo>
                    <a:pt x="14378" y="68006"/>
                  </a:lnTo>
                  <a:lnTo>
                    <a:pt x="46966" y="16296"/>
                  </a:lnTo>
                  <a:lnTo>
                    <a:pt x="52717" y="15019"/>
                  </a:lnTo>
                  <a:lnTo>
                    <a:pt x="53995" y="21403"/>
                  </a:lnTo>
                  <a:lnTo>
                    <a:pt x="28435" y="63537"/>
                  </a:lnTo>
                  <a:cubicBezTo>
                    <a:pt x="27157" y="65452"/>
                    <a:pt x="27157" y="68006"/>
                    <a:pt x="28435" y="69921"/>
                  </a:cubicBezTo>
                </a:path>
              </a:pathLst>
            </a:custGeom>
            <a:solidFill>
              <a:srgbClr val="007680"/>
            </a:solidFill>
            <a:ln w="6390" cap="flat">
              <a:noFill/>
              <a:prstDash val="solid"/>
              <a:miter/>
            </a:ln>
          </p:spPr>
          <p:txBody>
            <a:bodyPr rtlCol="0" anchor="ctr"/>
            <a:lstStyle/>
            <a:p>
              <a:endParaRPr lang="en-US"/>
            </a:p>
          </p:txBody>
        </p:sp>
      </p:grpSp>
      <p:sp>
        <p:nvSpPr>
          <p:cNvPr id="679" name="Graphic 4">
            <a:extLst>
              <a:ext uri="{FF2B5EF4-FFF2-40B4-BE49-F238E27FC236}">
                <a16:creationId xmlns:a16="http://schemas.microsoft.com/office/drawing/2014/main" id="{CD52033C-658B-F943-BED2-1D88E5468B79}"/>
              </a:ext>
            </a:extLst>
          </p:cNvPr>
          <p:cNvSpPr/>
          <p:nvPr/>
        </p:nvSpPr>
        <p:spPr>
          <a:xfrm>
            <a:off x="8239823" y="4793256"/>
            <a:ext cx="361670" cy="361971"/>
          </a:xfrm>
          <a:custGeom>
            <a:avLst/>
            <a:gdLst>
              <a:gd name="connsiteX0" fmla="*/ 292659 w 361670"/>
              <a:gd name="connsiteY0" fmla="*/ 225355 h 361971"/>
              <a:gd name="connsiteX1" fmla="*/ 270934 w 361670"/>
              <a:gd name="connsiteY1" fmla="*/ 263658 h 361971"/>
              <a:gd name="connsiteX2" fmla="*/ 265182 w 361670"/>
              <a:gd name="connsiteY2" fmla="*/ 266850 h 361971"/>
              <a:gd name="connsiteX3" fmla="*/ 265182 w 361670"/>
              <a:gd name="connsiteY3" fmla="*/ 266850 h 361971"/>
              <a:gd name="connsiteX4" fmla="*/ 212785 w 361670"/>
              <a:gd name="connsiteY4" fmla="*/ 266850 h 361971"/>
              <a:gd name="connsiteX5" fmla="*/ 224287 w 361670"/>
              <a:gd name="connsiteY5" fmla="*/ 278341 h 361971"/>
              <a:gd name="connsiteX6" fmla="*/ 224287 w 361670"/>
              <a:gd name="connsiteY6" fmla="*/ 287279 h 361971"/>
              <a:gd name="connsiteX7" fmla="*/ 219814 w 361670"/>
              <a:gd name="connsiteY7" fmla="*/ 289194 h 361971"/>
              <a:gd name="connsiteX8" fmla="*/ 215341 w 361670"/>
              <a:gd name="connsiteY8" fmla="*/ 287279 h 361971"/>
              <a:gd name="connsiteX9" fmla="*/ 182113 w 361670"/>
              <a:gd name="connsiteY9" fmla="*/ 254082 h 361971"/>
              <a:gd name="connsiteX10" fmla="*/ 180196 w 361670"/>
              <a:gd name="connsiteY10" fmla="*/ 249614 h 361971"/>
              <a:gd name="connsiteX11" fmla="*/ 182113 w 361670"/>
              <a:gd name="connsiteY11" fmla="*/ 245145 h 361971"/>
              <a:gd name="connsiteX12" fmla="*/ 214702 w 361670"/>
              <a:gd name="connsiteY12" fmla="*/ 211948 h 361971"/>
              <a:gd name="connsiteX13" fmla="*/ 223648 w 361670"/>
              <a:gd name="connsiteY13" fmla="*/ 211948 h 361971"/>
              <a:gd name="connsiteX14" fmla="*/ 223648 w 361670"/>
              <a:gd name="connsiteY14" fmla="*/ 211948 h 361971"/>
              <a:gd name="connsiteX15" fmla="*/ 223648 w 361670"/>
              <a:gd name="connsiteY15" fmla="*/ 220886 h 361971"/>
              <a:gd name="connsiteX16" fmla="*/ 212785 w 361670"/>
              <a:gd name="connsiteY16" fmla="*/ 231738 h 361971"/>
              <a:gd name="connsiteX17" fmla="*/ 245374 w 361670"/>
              <a:gd name="connsiteY17" fmla="*/ 231738 h 361971"/>
              <a:gd name="connsiteX18" fmla="*/ 251764 w 361670"/>
              <a:gd name="connsiteY18" fmla="*/ 219609 h 361971"/>
              <a:gd name="connsiteX19" fmla="*/ 226204 w 361670"/>
              <a:gd name="connsiteY19" fmla="*/ 178113 h 361971"/>
              <a:gd name="connsiteX20" fmla="*/ 229399 w 361670"/>
              <a:gd name="connsiteY20" fmla="*/ 169814 h 361971"/>
              <a:gd name="connsiteX21" fmla="*/ 237067 w 361670"/>
              <a:gd name="connsiteY21" fmla="*/ 171729 h 361971"/>
              <a:gd name="connsiteX22" fmla="*/ 264544 w 361670"/>
              <a:gd name="connsiteY22" fmla="*/ 216417 h 361971"/>
              <a:gd name="connsiteX23" fmla="*/ 264544 w 361670"/>
              <a:gd name="connsiteY23" fmla="*/ 222801 h 361971"/>
              <a:gd name="connsiteX24" fmla="*/ 254320 w 361670"/>
              <a:gd name="connsiteY24" fmla="*/ 241314 h 361971"/>
              <a:gd name="connsiteX25" fmla="*/ 248569 w 361670"/>
              <a:gd name="connsiteY25" fmla="*/ 244506 h 361971"/>
              <a:gd name="connsiteX26" fmla="*/ 199366 w 361670"/>
              <a:gd name="connsiteY26" fmla="*/ 244506 h 361971"/>
              <a:gd name="connsiteX27" fmla="*/ 194893 w 361670"/>
              <a:gd name="connsiteY27" fmla="*/ 248975 h 361971"/>
              <a:gd name="connsiteX28" fmla="*/ 199366 w 361670"/>
              <a:gd name="connsiteY28" fmla="*/ 253444 h 361971"/>
              <a:gd name="connsiteX29" fmla="*/ 260710 w 361670"/>
              <a:gd name="connsiteY29" fmla="*/ 253444 h 361971"/>
              <a:gd name="connsiteX30" fmla="*/ 278601 w 361670"/>
              <a:gd name="connsiteY30" fmla="*/ 221524 h 361971"/>
              <a:gd name="connsiteX31" fmla="*/ 245374 w 361670"/>
              <a:gd name="connsiteY31" fmla="*/ 167899 h 361971"/>
              <a:gd name="connsiteX32" fmla="*/ 249208 w 361670"/>
              <a:gd name="connsiteY32" fmla="*/ 159600 h 361971"/>
              <a:gd name="connsiteX33" fmla="*/ 256236 w 361670"/>
              <a:gd name="connsiteY33" fmla="*/ 161515 h 361971"/>
              <a:gd name="connsiteX34" fmla="*/ 291381 w 361670"/>
              <a:gd name="connsiteY34" fmla="*/ 218332 h 361971"/>
              <a:gd name="connsiteX35" fmla="*/ 291381 w 361670"/>
              <a:gd name="connsiteY35" fmla="*/ 224716 h 361971"/>
              <a:gd name="connsiteX36" fmla="*/ 177641 w 361670"/>
              <a:gd name="connsiteY36" fmla="*/ 137894 h 361971"/>
              <a:gd name="connsiteX37" fmla="*/ 185308 w 361670"/>
              <a:gd name="connsiteY37" fmla="*/ 133425 h 361971"/>
              <a:gd name="connsiteX38" fmla="*/ 200005 w 361670"/>
              <a:gd name="connsiteY38" fmla="*/ 137894 h 361971"/>
              <a:gd name="connsiteX39" fmla="*/ 184031 w 361670"/>
              <a:gd name="connsiteY39" fmla="*/ 109166 h 361971"/>
              <a:gd name="connsiteX40" fmla="*/ 170611 w 361670"/>
              <a:gd name="connsiteY40" fmla="*/ 109166 h 361971"/>
              <a:gd name="connsiteX41" fmla="*/ 146969 w 361670"/>
              <a:gd name="connsiteY41" fmla="*/ 151939 h 361971"/>
              <a:gd name="connsiteX42" fmla="*/ 141217 w 361670"/>
              <a:gd name="connsiteY42" fmla="*/ 155131 h 361971"/>
              <a:gd name="connsiteX43" fmla="*/ 138022 w 361670"/>
              <a:gd name="connsiteY43" fmla="*/ 154492 h 361971"/>
              <a:gd name="connsiteX44" fmla="*/ 135466 w 361670"/>
              <a:gd name="connsiteY44" fmla="*/ 145555 h 361971"/>
              <a:gd name="connsiteX45" fmla="*/ 135466 w 361670"/>
              <a:gd name="connsiteY45" fmla="*/ 145555 h 361971"/>
              <a:gd name="connsiteX46" fmla="*/ 161026 w 361670"/>
              <a:gd name="connsiteY46" fmla="*/ 99590 h 361971"/>
              <a:gd name="connsiteX47" fmla="*/ 166777 w 361670"/>
              <a:gd name="connsiteY47" fmla="*/ 96398 h 361971"/>
              <a:gd name="connsiteX48" fmla="*/ 188503 w 361670"/>
              <a:gd name="connsiteY48" fmla="*/ 96398 h 361971"/>
              <a:gd name="connsiteX49" fmla="*/ 194254 w 361670"/>
              <a:gd name="connsiteY49" fmla="*/ 99590 h 361971"/>
              <a:gd name="connsiteX50" fmla="*/ 218536 w 361670"/>
              <a:gd name="connsiteY50" fmla="*/ 142363 h 361971"/>
              <a:gd name="connsiteX51" fmla="*/ 224925 w 361670"/>
              <a:gd name="connsiteY51" fmla="*/ 144278 h 361971"/>
              <a:gd name="connsiteX52" fmla="*/ 226843 w 361670"/>
              <a:gd name="connsiteY52" fmla="*/ 138533 h 361971"/>
              <a:gd name="connsiteX53" fmla="*/ 196810 w 361670"/>
              <a:gd name="connsiteY53" fmla="*/ 84907 h 361971"/>
              <a:gd name="connsiteX54" fmla="*/ 159748 w 361670"/>
              <a:gd name="connsiteY54" fmla="*/ 84907 h 361971"/>
              <a:gd name="connsiteX55" fmla="*/ 129076 w 361670"/>
              <a:gd name="connsiteY55" fmla="*/ 140448 h 361971"/>
              <a:gd name="connsiteX56" fmla="*/ 123326 w 361670"/>
              <a:gd name="connsiteY56" fmla="*/ 143640 h 361971"/>
              <a:gd name="connsiteX57" fmla="*/ 120131 w 361670"/>
              <a:gd name="connsiteY57" fmla="*/ 143001 h 361971"/>
              <a:gd name="connsiteX58" fmla="*/ 117575 w 361670"/>
              <a:gd name="connsiteY58" fmla="*/ 134064 h 361971"/>
              <a:gd name="connsiteX59" fmla="*/ 117575 w 361670"/>
              <a:gd name="connsiteY59" fmla="*/ 134064 h 361971"/>
              <a:gd name="connsiteX60" fmla="*/ 150164 w 361670"/>
              <a:gd name="connsiteY60" fmla="*/ 75331 h 361971"/>
              <a:gd name="connsiteX61" fmla="*/ 155915 w 361670"/>
              <a:gd name="connsiteY61" fmla="*/ 72139 h 361971"/>
              <a:gd name="connsiteX62" fmla="*/ 200005 w 361670"/>
              <a:gd name="connsiteY62" fmla="*/ 72139 h 361971"/>
              <a:gd name="connsiteX63" fmla="*/ 205756 w 361670"/>
              <a:gd name="connsiteY63" fmla="*/ 75331 h 361971"/>
              <a:gd name="connsiteX64" fmla="*/ 231315 w 361670"/>
              <a:gd name="connsiteY64" fmla="*/ 120657 h 361971"/>
              <a:gd name="connsiteX65" fmla="*/ 235789 w 361670"/>
              <a:gd name="connsiteY65" fmla="*/ 105336 h 361971"/>
              <a:gd name="connsiteX66" fmla="*/ 243456 w 361670"/>
              <a:gd name="connsiteY66" fmla="*/ 100867 h 361971"/>
              <a:gd name="connsiteX67" fmla="*/ 247930 w 361670"/>
              <a:gd name="connsiteY67" fmla="*/ 108528 h 361971"/>
              <a:gd name="connsiteX68" fmla="*/ 235150 w 361670"/>
              <a:gd name="connsiteY68" fmla="*/ 153216 h 361971"/>
              <a:gd name="connsiteX69" fmla="*/ 231955 w 361670"/>
              <a:gd name="connsiteY69" fmla="*/ 157046 h 361971"/>
              <a:gd name="connsiteX70" fmla="*/ 228760 w 361670"/>
              <a:gd name="connsiteY70" fmla="*/ 157684 h 361971"/>
              <a:gd name="connsiteX71" fmla="*/ 226843 w 361670"/>
              <a:gd name="connsiteY71" fmla="*/ 157684 h 361971"/>
              <a:gd name="connsiteX72" fmla="*/ 182113 w 361670"/>
              <a:gd name="connsiteY72" fmla="*/ 144916 h 361971"/>
              <a:gd name="connsiteX73" fmla="*/ 177641 w 361670"/>
              <a:gd name="connsiteY73" fmla="*/ 137256 h 361971"/>
              <a:gd name="connsiteX74" fmla="*/ 120770 w 361670"/>
              <a:gd name="connsiteY74" fmla="*/ 169176 h 361971"/>
              <a:gd name="connsiteX75" fmla="*/ 115019 w 361670"/>
              <a:gd name="connsiteY75" fmla="*/ 170452 h 361971"/>
              <a:gd name="connsiteX76" fmla="*/ 83069 w 361670"/>
              <a:gd name="connsiteY76" fmla="*/ 222163 h 361971"/>
              <a:gd name="connsiteX77" fmla="*/ 100961 w 361670"/>
              <a:gd name="connsiteY77" fmla="*/ 254082 h 361971"/>
              <a:gd name="connsiteX78" fmla="*/ 164221 w 361670"/>
              <a:gd name="connsiteY78" fmla="*/ 254082 h 361971"/>
              <a:gd name="connsiteX79" fmla="*/ 170611 w 361670"/>
              <a:gd name="connsiteY79" fmla="*/ 260466 h 361971"/>
              <a:gd name="connsiteX80" fmla="*/ 164221 w 361670"/>
              <a:gd name="connsiteY80" fmla="*/ 266850 h 361971"/>
              <a:gd name="connsiteX81" fmla="*/ 97127 w 361670"/>
              <a:gd name="connsiteY81" fmla="*/ 266850 h 361971"/>
              <a:gd name="connsiteX82" fmla="*/ 91376 w 361670"/>
              <a:gd name="connsiteY82" fmla="*/ 263658 h 361971"/>
              <a:gd name="connsiteX83" fmla="*/ 69650 w 361670"/>
              <a:gd name="connsiteY83" fmla="*/ 224716 h 361971"/>
              <a:gd name="connsiteX84" fmla="*/ 69650 w 361670"/>
              <a:gd name="connsiteY84" fmla="*/ 218332 h 361971"/>
              <a:gd name="connsiteX85" fmla="*/ 97127 w 361670"/>
              <a:gd name="connsiteY85" fmla="*/ 174283 h 361971"/>
              <a:gd name="connsiteX86" fmla="*/ 81792 w 361670"/>
              <a:gd name="connsiteY86" fmla="*/ 178113 h 361971"/>
              <a:gd name="connsiteX87" fmla="*/ 74123 w 361670"/>
              <a:gd name="connsiteY87" fmla="*/ 173644 h 361971"/>
              <a:gd name="connsiteX88" fmla="*/ 74123 w 361670"/>
              <a:gd name="connsiteY88" fmla="*/ 173644 h 361971"/>
              <a:gd name="connsiteX89" fmla="*/ 78597 w 361670"/>
              <a:gd name="connsiteY89" fmla="*/ 165984 h 361971"/>
              <a:gd name="connsiteX90" fmla="*/ 123965 w 361670"/>
              <a:gd name="connsiteY90" fmla="*/ 155131 h 361971"/>
              <a:gd name="connsiteX91" fmla="*/ 131633 w 361670"/>
              <a:gd name="connsiteY91" fmla="*/ 159600 h 361971"/>
              <a:gd name="connsiteX92" fmla="*/ 142496 w 361670"/>
              <a:gd name="connsiteY92" fmla="*/ 204926 h 361971"/>
              <a:gd name="connsiteX93" fmla="*/ 138022 w 361670"/>
              <a:gd name="connsiteY93" fmla="*/ 212587 h 361971"/>
              <a:gd name="connsiteX94" fmla="*/ 136745 w 361670"/>
              <a:gd name="connsiteY94" fmla="*/ 212587 h 361971"/>
              <a:gd name="connsiteX95" fmla="*/ 130355 w 361670"/>
              <a:gd name="connsiteY95" fmla="*/ 207479 h 361971"/>
              <a:gd name="connsiteX96" fmla="*/ 126521 w 361670"/>
              <a:gd name="connsiteY96" fmla="*/ 192158 h 361971"/>
              <a:gd name="connsiteX97" fmla="*/ 109268 w 361670"/>
              <a:gd name="connsiteY97" fmla="*/ 220247 h 361971"/>
              <a:gd name="connsiteX98" fmla="*/ 116297 w 361670"/>
              <a:gd name="connsiteY98" fmla="*/ 232377 h 361971"/>
              <a:gd name="connsiteX99" fmla="*/ 164861 w 361670"/>
              <a:gd name="connsiteY99" fmla="*/ 232377 h 361971"/>
              <a:gd name="connsiteX100" fmla="*/ 171251 w 361670"/>
              <a:gd name="connsiteY100" fmla="*/ 238761 h 361971"/>
              <a:gd name="connsiteX101" fmla="*/ 164861 w 361670"/>
              <a:gd name="connsiteY101" fmla="*/ 245145 h 361971"/>
              <a:gd name="connsiteX102" fmla="*/ 112463 w 361670"/>
              <a:gd name="connsiteY102" fmla="*/ 245145 h 361971"/>
              <a:gd name="connsiteX103" fmla="*/ 106712 w 361670"/>
              <a:gd name="connsiteY103" fmla="*/ 241953 h 361971"/>
              <a:gd name="connsiteX104" fmla="*/ 96488 w 361670"/>
              <a:gd name="connsiteY104" fmla="*/ 223439 h 361971"/>
              <a:gd name="connsiteX105" fmla="*/ 96488 w 361670"/>
              <a:gd name="connsiteY105" fmla="*/ 217055 h 361971"/>
              <a:gd name="connsiteX106" fmla="*/ 122686 w 361670"/>
              <a:gd name="connsiteY106" fmla="*/ 174921 h 361971"/>
              <a:gd name="connsiteX107" fmla="*/ 120770 w 361670"/>
              <a:gd name="connsiteY107" fmla="*/ 169176 h 361971"/>
              <a:gd name="connsiteX108" fmla="*/ 180836 w 361670"/>
              <a:gd name="connsiteY108" fmla="*/ 0 h 361971"/>
              <a:gd name="connsiteX109" fmla="*/ 0 w 361670"/>
              <a:gd name="connsiteY109" fmla="*/ 180667 h 361971"/>
              <a:gd name="connsiteX110" fmla="*/ 180836 w 361670"/>
              <a:gd name="connsiteY110" fmla="*/ 361972 h 361971"/>
              <a:gd name="connsiteX111" fmla="*/ 361670 w 361670"/>
              <a:gd name="connsiteY111" fmla="*/ 181305 h 361971"/>
              <a:gd name="connsiteX112" fmla="*/ 361670 w 361670"/>
              <a:gd name="connsiteY112" fmla="*/ 181305 h 361971"/>
              <a:gd name="connsiteX113" fmla="*/ 180836 w 361670"/>
              <a:gd name="connsiteY113" fmla="*/ 0 h 361971"/>
              <a:gd name="connsiteX114" fmla="*/ 180836 w 361670"/>
              <a:gd name="connsiteY114"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361670" h="361971">
                <a:moveTo>
                  <a:pt x="292659" y="225355"/>
                </a:moveTo>
                <a:lnTo>
                  <a:pt x="270934" y="263658"/>
                </a:lnTo>
                <a:cubicBezTo>
                  <a:pt x="269655" y="265574"/>
                  <a:pt x="267739" y="266850"/>
                  <a:pt x="265182" y="266850"/>
                </a:cubicBezTo>
                <a:lnTo>
                  <a:pt x="265182" y="266850"/>
                </a:lnTo>
                <a:lnTo>
                  <a:pt x="212785" y="266850"/>
                </a:lnTo>
                <a:lnTo>
                  <a:pt x="224287" y="278341"/>
                </a:lnTo>
                <a:cubicBezTo>
                  <a:pt x="226843" y="280895"/>
                  <a:pt x="226843" y="284725"/>
                  <a:pt x="224287" y="287279"/>
                </a:cubicBezTo>
                <a:cubicBezTo>
                  <a:pt x="223009" y="288556"/>
                  <a:pt x="221731" y="289194"/>
                  <a:pt x="219814" y="289194"/>
                </a:cubicBezTo>
                <a:cubicBezTo>
                  <a:pt x="217897" y="289194"/>
                  <a:pt x="216619" y="288556"/>
                  <a:pt x="215341" y="287279"/>
                </a:cubicBezTo>
                <a:lnTo>
                  <a:pt x="182113" y="254082"/>
                </a:lnTo>
                <a:cubicBezTo>
                  <a:pt x="180836" y="252806"/>
                  <a:pt x="180196" y="251529"/>
                  <a:pt x="180196" y="249614"/>
                </a:cubicBezTo>
                <a:cubicBezTo>
                  <a:pt x="180196" y="247698"/>
                  <a:pt x="180836" y="246422"/>
                  <a:pt x="182113" y="245145"/>
                </a:cubicBezTo>
                <a:lnTo>
                  <a:pt x="214702" y="211948"/>
                </a:lnTo>
                <a:cubicBezTo>
                  <a:pt x="217258" y="209395"/>
                  <a:pt x="221092" y="209395"/>
                  <a:pt x="223648" y="211948"/>
                </a:cubicBezTo>
                <a:cubicBezTo>
                  <a:pt x="223648" y="211948"/>
                  <a:pt x="223648" y="211948"/>
                  <a:pt x="223648" y="211948"/>
                </a:cubicBezTo>
                <a:cubicBezTo>
                  <a:pt x="226204" y="214502"/>
                  <a:pt x="226204" y="218332"/>
                  <a:pt x="223648" y="220886"/>
                </a:cubicBezTo>
                <a:lnTo>
                  <a:pt x="212785" y="231738"/>
                </a:lnTo>
                <a:lnTo>
                  <a:pt x="245374" y="231738"/>
                </a:lnTo>
                <a:lnTo>
                  <a:pt x="251764" y="219609"/>
                </a:lnTo>
                <a:lnTo>
                  <a:pt x="226204" y="178113"/>
                </a:lnTo>
                <a:cubicBezTo>
                  <a:pt x="224925" y="174921"/>
                  <a:pt x="226204" y="171091"/>
                  <a:pt x="229399" y="169814"/>
                </a:cubicBezTo>
                <a:cubicBezTo>
                  <a:pt x="231955" y="168537"/>
                  <a:pt x="235150" y="169814"/>
                  <a:pt x="237067" y="171729"/>
                </a:cubicBezTo>
                <a:lnTo>
                  <a:pt x="264544" y="216417"/>
                </a:lnTo>
                <a:cubicBezTo>
                  <a:pt x="265821" y="218332"/>
                  <a:pt x="265821" y="220886"/>
                  <a:pt x="264544" y="222801"/>
                </a:cubicBezTo>
                <a:lnTo>
                  <a:pt x="254320" y="241314"/>
                </a:lnTo>
                <a:cubicBezTo>
                  <a:pt x="253041" y="243230"/>
                  <a:pt x="251125" y="244506"/>
                  <a:pt x="248569" y="244506"/>
                </a:cubicBezTo>
                <a:lnTo>
                  <a:pt x="199366" y="244506"/>
                </a:lnTo>
                <a:lnTo>
                  <a:pt x="194893" y="248975"/>
                </a:lnTo>
                <a:lnTo>
                  <a:pt x="199366" y="253444"/>
                </a:lnTo>
                <a:lnTo>
                  <a:pt x="260710" y="253444"/>
                </a:lnTo>
                <a:lnTo>
                  <a:pt x="278601" y="221524"/>
                </a:lnTo>
                <a:lnTo>
                  <a:pt x="245374" y="167899"/>
                </a:lnTo>
                <a:cubicBezTo>
                  <a:pt x="244095" y="164707"/>
                  <a:pt x="246013" y="160876"/>
                  <a:pt x="249208" y="159600"/>
                </a:cubicBezTo>
                <a:cubicBezTo>
                  <a:pt x="251764" y="158323"/>
                  <a:pt x="254320" y="159600"/>
                  <a:pt x="256236" y="161515"/>
                </a:cubicBezTo>
                <a:lnTo>
                  <a:pt x="291381" y="218332"/>
                </a:lnTo>
                <a:cubicBezTo>
                  <a:pt x="292659" y="220247"/>
                  <a:pt x="292659" y="222801"/>
                  <a:pt x="291381" y="224716"/>
                </a:cubicBezTo>
                <a:moveTo>
                  <a:pt x="177641" y="137894"/>
                </a:moveTo>
                <a:cubicBezTo>
                  <a:pt x="178918" y="134702"/>
                  <a:pt x="182113" y="132787"/>
                  <a:pt x="185308" y="133425"/>
                </a:cubicBezTo>
                <a:lnTo>
                  <a:pt x="200005" y="137894"/>
                </a:lnTo>
                <a:lnTo>
                  <a:pt x="184031" y="109166"/>
                </a:lnTo>
                <a:lnTo>
                  <a:pt x="170611" y="109166"/>
                </a:lnTo>
                <a:lnTo>
                  <a:pt x="146969" y="151939"/>
                </a:lnTo>
                <a:cubicBezTo>
                  <a:pt x="145691" y="153854"/>
                  <a:pt x="143774" y="155131"/>
                  <a:pt x="141217" y="155131"/>
                </a:cubicBezTo>
                <a:cubicBezTo>
                  <a:pt x="139940" y="155131"/>
                  <a:pt x="139301" y="155131"/>
                  <a:pt x="138022" y="154492"/>
                </a:cubicBezTo>
                <a:cubicBezTo>
                  <a:pt x="134828" y="152577"/>
                  <a:pt x="133550" y="148747"/>
                  <a:pt x="135466" y="145555"/>
                </a:cubicBezTo>
                <a:cubicBezTo>
                  <a:pt x="135466" y="145555"/>
                  <a:pt x="135466" y="145555"/>
                  <a:pt x="135466" y="145555"/>
                </a:cubicBezTo>
                <a:lnTo>
                  <a:pt x="161026" y="99590"/>
                </a:lnTo>
                <a:cubicBezTo>
                  <a:pt x="162305" y="97675"/>
                  <a:pt x="164221" y="96398"/>
                  <a:pt x="166777" y="96398"/>
                </a:cubicBezTo>
                <a:lnTo>
                  <a:pt x="188503" y="96398"/>
                </a:lnTo>
                <a:cubicBezTo>
                  <a:pt x="191059" y="96398"/>
                  <a:pt x="192976" y="97675"/>
                  <a:pt x="194254" y="99590"/>
                </a:cubicBezTo>
                <a:lnTo>
                  <a:pt x="218536" y="142363"/>
                </a:lnTo>
                <a:lnTo>
                  <a:pt x="224925" y="144278"/>
                </a:lnTo>
                <a:lnTo>
                  <a:pt x="226843" y="138533"/>
                </a:lnTo>
                <a:lnTo>
                  <a:pt x="196810" y="84907"/>
                </a:lnTo>
                <a:lnTo>
                  <a:pt x="159748" y="84907"/>
                </a:lnTo>
                <a:lnTo>
                  <a:pt x="129076" y="140448"/>
                </a:lnTo>
                <a:cubicBezTo>
                  <a:pt x="127799" y="142363"/>
                  <a:pt x="125881" y="143640"/>
                  <a:pt x="123326" y="143640"/>
                </a:cubicBezTo>
                <a:cubicBezTo>
                  <a:pt x="122048" y="143640"/>
                  <a:pt x="121409" y="143640"/>
                  <a:pt x="120131" y="143001"/>
                </a:cubicBezTo>
                <a:cubicBezTo>
                  <a:pt x="116936" y="141086"/>
                  <a:pt x="115658" y="137256"/>
                  <a:pt x="117575" y="134064"/>
                </a:cubicBezTo>
                <a:cubicBezTo>
                  <a:pt x="117575" y="134064"/>
                  <a:pt x="117575" y="134064"/>
                  <a:pt x="117575" y="134064"/>
                </a:cubicBezTo>
                <a:lnTo>
                  <a:pt x="150164" y="75331"/>
                </a:lnTo>
                <a:cubicBezTo>
                  <a:pt x="151441" y="73416"/>
                  <a:pt x="153358" y="72139"/>
                  <a:pt x="155915" y="72139"/>
                </a:cubicBezTo>
                <a:lnTo>
                  <a:pt x="200005" y="72139"/>
                </a:lnTo>
                <a:cubicBezTo>
                  <a:pt x="202561" y="72139"/>
                  <a:pt x="204478" y="73416"/>
                  <a:pt x="205756" y="75331"/>
                </a:cubicBezTo>
                <a:lnTo>
                  <a:pt x="231315" y="120657"/>
                </a:lnTo>
                <a:lnTo>
                  <a:pt x="235789" y="105336"/>
                </a:lnTo>
                <a:cubicBezTo>
                  <a:pt x="236428" y="102144"/>
                  <a:pt x="240261" y="100229"/>
                  <a:pt x="243456" y="100867"/>
                </a:cubicBezTo>
                <a:cubicBezTo>
                  <a:pt x="246651" y="101505"/>
                  <a:pt x="248569" y="105336"/>
                  <a:pt x="247930" y="108528"/>
                </a:cubicBezTo>
                <a:lnTo>
                  <a:pt x="235150" y="153216"/>
                </a:lnTo>
                <a:cubicBezTo>
                  <a:pt x="234510" y="155131"/>
                  <a:pt x="233872" y="156408"/>
                  <a:pt x="231955" y="157046"/>
                </a:cubicBezTo>
                <a:cubicBezTo>
                  <a:pt x="230677" y="157684"/>
                  <a:pt x="230038" y="157684"/>
                  <a:pt x="228760" y="157684"/>
                </a:cubicBezTo>
                <a:cubicBezTo>
                  <a:pt x="228120" y="157684"/>
                  <a:pt x="227482" y="157684"/>
                  <a:pt x="226843" y="157684"/>
                </a:cubicBezTo>
                <a:lnTo>
                  <a:pt x="182113" y="144916"/>
                </a:lnTo>
                <a:cubicBezTo>
                  <a:pt x="178918" y="143640"/>
                  <a:pt x="177001" y="140448"/>
                  <a:pt x="177641" y="137256"/>
                </a:cubicBezTo>
                <a:moveTo>
                  <a:pt x="120770" y="169176"/>
                </a:moveTo>
                <a:lnTo>
                  <a:pt x="115019" y="170452"/>
                </a:lnTo>
                <a:lnTo>
                  <a:pt x="83069" y="222163"/>
                </a:lnTo>
                <a:lnTo>
                  <a:pt x="100961" y="254082"/>
                </a:lnTo>
                <a:lnTo>
                  <a:pt x="164221" y="254082"/>
                </a:lnTo>
                <a:cubicBezTo>
                  <a:pt x="168056" y="254082"/>
                  <a:pt x="170611" y="256636"/>
                  <a:pt x="170611" y="260466"/>
                </a:cubicBezTo>
                <a:cubicBezTo>
                  <a:pt x="170611" y="264297"/>
                  <a:pt x="168056" y="266850"/>
                  <a:pt x="164221" y="266850"/>
                </a:cubicBezTo>
                <a:lnTo>
                  <a:pt x="97127" y="266850"/>
                </a:lnTo>
                <a:cubicBezTo>
                  <a:pt x="94571" y="266850"/>
                  <a:pt x="92654" y="265574"/>
                  <a:pt x="91376" y="263658"/>
                </a:cubicBezTo>
                <a:lnTo>
                  <a:pt x="69650" y="224716"/>
                </a:lnTo>
                <a:cubicBezTo>
                  <a:pt x="68372" y="222801"/>
                  <a:pt x="68372" y="220247"/>
                  <a:pt x="69650" y="218332"/>
                </a:cubicBezTo>
                <a:lnTo>
                  <a:pt x="97127" y="174283"/>
                </a:lnTo>
                <a:lnTo>
                  <a:pt x="81792" y="178113"/>
                </a:lnTo>
                <a:cubicBezTo>
                  <a:pt x="78597" y="178752"/>
                  <a:pt x="74762" y="176836"/>
                  <a:pt x="74123" y="173644"/>
                </a:cubicBezTo>
                <a:cubicBezTo>
                  <a:pt x="74123" y="173644"/>
                  <a:pt x="74123" y="173644"/>
                  <a:pt x="74123" y="173644"/>
                </a:cubicBezTo>
                <a:cubicBezTo>
                  <a:pt x="73484" y="170452"/>
                  <a:pt x="75402" y="166622"/>
                  <a:pt x="78597" y="165984"/>
                </a:cubicBezTo>
                <a:lnTo>
                  <a:pt x="123965" y="155131"/>
                </a:lnTo>
                <a:cubicBezTo>
                  <a:pt x="127160" y="154492"/>
                  <a:pt x="130994" y="156408"/>
                  <a:pt x="131633" y="159600"/>
                </a:cubicBezTo>
                <a:lnTo>
                  <a:pt x="142496" y="204926"/>
                </a:lnTo>
                <a:cubicBezTo>
                  <a:pt x="143135" y="208118"/>
                  <a:pt x="141217" y="211948"/>
                  <a:pt x="138022" y="212587"/>
                </a:cubicBezTo>
                <a:lnTo>
                  <a:pt x="136745" y="212587"/>
                </a:lnTo>
                <a:cubicBezTo>
                  <a:pt x="133550" y="212587"/>
                  <a:pt x="130994" y="210671"/>
                  <a:pt x="130355" y="207479"/>
                </a:cubicBezTo>
                <a:lnTo>
                  <a:pt x="126521" y="192158"/>
                </a:lnTo>
                <a:lnTo>
                  <a:pt x="109268" y="220247"/>
                </a:lnTo>
                <a:lnTo>
                  <a:pt x="116297" y="232377"/>
                </a:lnTo>
                <a:lnTo>
                  <a:pt x="164861" y="232377"/>
                </a:lnTo>
                <a:cubicBezTo>
                  <a:pt x="168695" y="232377"/>
                  <a:pt x="171251" y="234930"/>
                  <a:pt x="171251" y="238761"/>
                </a:cubicBezTo>
                <a:cubicBezTo>
                  <a:pt x="171251" y="242591"/>
                  <a:pt x="168695" y="245145"/>
                  <a:pt x="164861" y="245145"/>
                </a:cubicBezTo>
                <a:lnTo>
                  <a:pt x="112463" y="245145"/>
                </a:lnTo>
                <a:cubicBezTo>
                  <a:pt x="109907" y="245145"/>
                  <a:pt x="107990" y="243868"/>
                  <a:pt x="106712" y="241953"/>
                </a:cubicBezTo>
                <a:lnTo>
                  <a:pt x="96488" y="223439"/>
                </a:lnTo>
                <a:cubicBezTo>
                  <a:pt x="95210" y="221524"/>
                  <a:pt x="95210" y="218971"/>
                  <a:pt x="96488" y="217055"/>
                </a:cubicBezTo>
                <a:lnTo>
                  <a:pt x="122686" y="174921"/>
                </a:lnTo>
                <a:lnTo>
                  <a:pt x="120770" y="169176"/>
                </a:lnTo>
                <a:close/>
                <a:moveTo>
                  <a:pt x="180836" y="0"/>
                </a:moveTo>
                <a:cubicBezTo>
                  <a:pt x="80513" y="0"/>
                  <a:pt x="0" y="81077"/>
                  <a:pt x="0" y="180667"/>
                </a:cubicBezTo>
                <a:cubicBezTo>
                  <a:pt x="0" y="280257"/>
                  <a:pt x="81152" y="361972"/>
                  <a:pt x="180836" y="361972"/>
                </a:cubicBezTo>
                <a:cubicBezTo>
                  <a:pt x="281157" y="361972"/>
                  <a:pt x="361670" y="280895"/>
                  <a:pt x="361670" y="181305"/>
                </a:cubicBezTo>
                <a:cubicBezTo>
                  <a:pt x="361670" y="181305"/>
                  <a:pt x="361670" y="181305"/>
                  <a:pt x="361670" y="181305"/>
                </a:cubicBezTo>
                <a:cubicBezTo>
                  <a:pt x="361670" y="81077"/>
                  <a:pt x="281157" y="0"/>
                  <a:pt x="180836" y="0"/>
                </a:cubicBezTo>
                <a:cubicBezTo>
                  <a:pt x="180836" y="0"/>
                  <a:pt x="180836" y="0"/>
                  <a:pt x="180836" y="0"/>
                </a:cubicBezTo>
              </a:path>
            </a:pathLst>
          </a:custGeom>
          <a:solidFill>
            <a:srgbClr val="007680"/>
          </a:solidFill>
          <a:ln w="6390" cap="flat">
            <a:noFill/>
            <a:prstDash val="solid"/>
            <a:miter/>
          </a:ln>
        </p:spPr>
        <p:txBody>
          <a:bodyPr rtlCol="0" anchor="ctr"/>
          <a:lstStyle/>
          <a:p>
            <a:endParaRPr lang="en-US"/>
          </a:p>
        </p:txBody>
      </p:sp>
      <p:grpSp>
        <p:nvGrpSpPr>
          <p:cNvPr id="680" name="Graphic 4">
            <a:extLst>
              <a:ext uri="{FF2B5EF4-FFF2-40B4-BE49-F238E27FC236}">
                <a16:creationId xmlns:a16="http://schemas.microsoft.com/office/drawing/2014/main" id="{0A084AD2-EDA1-BE4D-82E9-AAE4D2699C20}"/>
              </a:ext>
            </a:extLst>
          </p:cNvPr>
          <p:cNvGrpSpPr/>
          <p:nvPr/>
        </p:nvGrpSpPr>
        <p:grpSpPr>
          <a:xfrm>
            <a:off x="3607758" y="4793256"/>
            <a:ext cx="362309" cy="361971"/>
            <a:chOff x="3607758" y="4793256"/>
            <a:chExt cx="362309" cy="361971"/>
          </a:xfrm>
          <a:solidFill>
            <a:srgbClr val="0097A9"/>
          </a:solidFill>
        </p:grpSpPr>
        <p:sp>
          <p:nvSpPr>
            <p:cNvPr id="681" name="Graphic 4">
              <a:extLst>
                <a:ext uri="{FF2B5EF4-FFF2-40B4-BE49-F238E27FC236}">
                  <a16:creationId xmlns:a16="http://schemas.microsoft.com/office/drawing/2014/main" id="{7ADF2F27-AB9F-AB40-AF34-AC45660D657F}"/>
                </a:ext>
              </a:extLst>
            </p:cNvPr>
            <p:cNvSpPr/>
            <p:nvPr/>
          </p:nvSpPr>
          <p:spPr>
            <a:xfrm>
              <a:off x="3607758" y="479325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8565 h 361971"/>
                <a:gd name="connsiteX8" fmla="*/ 12780 w 362309"/>
                <a:gd name="connsiteY8" fmla="*/ 180667 h 361971"/>
                <a:gd name="connsiteX9" fmla="*/ 180836 w 362309"/>
                <a:gd name="connsiteY9" fmla="*/ 12129 h 361971"/>
                <a:gd name="connsiteX10" fmla="*/ 349530 w 362309"/>
                <a:gd name="connsiteY10" fmla="*/ 180028 h 361971"/>
                <a:gd name="connsiteX11" fmla="*/ 349530 w 362309"/>
                <a:gd name="connsiteY11" fmla="*/ 180028 h 361971"/>
                <a:gd name="connsiteX12" fmla="*/ 181474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cubicBezTo>
                    <a:pt x="362310" y="181305"/>
                    <a:pt x="362310" y="181305"/>
                    <a:pt x="362310" y="181305"/>
                  </a:cubicBezTo>
                  <a:cubicBezTo>
                    <a:pt x="362310" y="80438"/>
                    <a:pt x="281796" y="0"/>
                    <a:pt x="181474" y="0"/>
                  </a:cubicBezTo>
                  <a:cubicBezTo>
                    <a:pt x="181474" y="0"/>
                    <a:pt x="181474" y="0"/>
                    <a:pt x="181474" y="0"/>
                  </a:cubicBezTo>
                  <a:close/>
                  <a:moveTo>
                    <a:pt x="181474" y="348565"/>
                  </a:moveTo>
                  <a:cubicBezTo>
                    <a:pt x="88181" y="348565"/>
                    <a:pt x="12780" y="273234"/>
                    <a:pt x="12780" y="180667"/>
                  </a:cubicBezTo>
                  <a:cubicBezTo>
                    <a:pt x="12780" y="88099"/>
                    <a:pt x="88181" y="12129"/>
                    <a:pt x="180836" y="12129"/>
                  </a:cubicBezTo>
                  <a:cubicBezTo>
                    <a:pt x="274128" y="12129"/>
                    <a:pt x="349530" y="87461"/>
                    <a:pt x="349530" y="180028"/>
                  </a:cubicBezTo>
                  <a:lnTo>
                    <a:pt x="349530" y="180028"/>
                  </a:lnTo>
                  <a:cubicBezTo>
                    <a:pt x="349530" y="273234"/>
                    <a:pt x="274128" y="348565"/>
                    <a:pt x="181474" y="348565"/>
                  </a:cubicBezTo>
                  <a:close/>
                </a:path>
              </a:pathLst>
            </a:custGeom>
            <a:solidFill>
              <a:srgbClr val="0097A9"/>
            </a:solidFill>
            <a:ln w="6390" cap="flat">
              <a:noFill/>
              <a:prstDash val="solid"/>
              <a:miter/>
            </a:ln>
          </p:spPr>
          <p:txBody>
            <a:bodyPr rtlCol="0" anchor="ctr"/>
            <a:lstStyle/>
            <a:p>
              <a:endParaRPr lang="en-US"/>
            </a:p>
          </p:txBody>
        </p:sp>
        <p:sp>
          <p:nvSpPr>
            <p:cNvPr id="682" name="Graphic 4">
              <a:extLst>
                <a:ext uri="{FF2B5EF4-FFF2-40B4-BE49-F238E27FC236}">
                  <a16:creationId xmlns:a16="http://schemas.microsoft.com/office/drawing/2014/main" id="{2D7C5D23-3A75-EA45-B2D9-BF2564D2537B}"/>
                </a:ext>
              </a:extLst>
            </p:cNvPr>
            <p:cNvSpPr/>
            <p:nvPr/>
          </p:nvSpPr>
          <p:spPr>
            <a:xfrm>
              <a:off x="3693451" y="4861314"/>
              <a:ext cx="189973" cy="223689"/>
            </a:xfrm>
            <a:custGeom>
              <a:avLst/>
              <a:gdLst>
                <a:gd name="connsiteX0" fmla="*/ 171182 w 189973"/>
                <a:gd name="connsiteY0" fmla="*/ 53238 h 223689"/>
                <a:gd name="connsiteX1" fmla="*/ 164153 w 189973"/>
                <a:gd name="connsiteY1" fmla="*/ 47492 h 223689"/>
                <a:gd name="connsiteX2" fmla="*/ 160319 w 189973"/>
                <a:gd name="connsiteY2" fmla="*/ 49407 h 223689"/>
                <a:gd name="connsiteX3" fmla="*/ 136038 w 189973"/>
                <a:gd name="connsiteY3" fmla="*/ 99202 h 223689"/>
                <a:gd name="connsiteX4" fmla="*/ 119424 w 189973"/>
                <a:gd name="connsiteY4" fmla="*/ 7273 h 223689"/>
                <a:gd name="connsiteX5" fmla="*/ 117507 w 189973"/>
                <a:gd name="connsiteY5" fmla="*/ 1527 h 223689"/>
                <a:gd name="connsiteX6" fmla="*/ 111117 w 189973"/>
                <a:gd name="connsiteY6" fmla="*/ 251 h 223689"/>
                <a:gd name="connsiteX7" fmla="*/ 54246 w 189973"/>
                <a:gd name="connsiteY7" fmla="*/ 113247 h 223689"/>
                <a:gd name="connsiteX8" fmla="*/ 32520 w 189973"/>
                <a:gd name="connsiteY8" fmla="*/ 70474 h 223689"/>
                <a:gd name="connsiteX9" fmla="*/ 25492 w 189973"/>
                <a:gd name="connsiteY9" fmla="*/ 64729 h 223689"/>
                <a:gd name="connsiteX10" fmla="*/ 21019 w 189973"/>
                <a:gd name="connsiteY10" fmla="*/ 67282 h 223689"/>
                <a:gd name="connsiteX11" fmla="*/ 9517 w 189973"/>
                <a:gd name="connsiteY11" fmla="*/ 164319 h 223689"/>
                <a:gd name="connsiteX12" fmla="*/ 89391 w 189973"/>
                <a:gd name="connsiteY12" fmla="*/ 223690 h 223689"/>
                <a:gd name="connsiteX13" fmla="*/ 92586 w 189973"/>
                <a:gd name="connsiteY13" fmla="*/ 223690 h 223689"/>
                <a:gd name="connsiteX14" fmla="*/ 163514 w 189973"/>
                <a:gd name="connsiteY14" fmla="*/ 194323 h 223689"/>
                <a:gd name="connsiteX15" fmla="*/ 183323 w 189973"/>
                <a:gd name="connsiteY15" fmla="*/ 95372 h 223689"/>
                <a:gd name="connsiteX16" fmla="*/ 171182 w 189973"/>
                <a:gd name="connsiteY16" fmla="*/ 53238 h 223689"/>
                <a:gd name="connsiteX17" fmla="*/ 155207 w 189973"/>
                <a:gd name="connsiteY17" fmla="*/ 186663 h 223689"/>
                <a:gd name="connsiteX18" fmla="*/ 90030 w 189973"/>
                <a:gd name="connsiteY18" fmla="*/ 212837 h 223689"/>
                <a:gd name="connsiteX19" fmla="*/ 21019 w 189973"/>
                <a:gd name="connsiteY19" fmla="*/ 160488 h 223689"/>
                <a:gd name="connsiteX20" fmla="*/ 24214 w 189973"/>
                <a:gd name="connsiteY20" fmla="*/ 88988 h 223689"/>
                <a:gd name="connsiteX21" fmla="*/ 59997 w 189973"/>
                <a:gd name="connsiteY21" fmla="*/ 133037 h 223689"/>
                <a:gd name="connsiteX22" fmla="*/ 66387 w 189973"/>
                <a:gd name="connsiteY22" fmla="*/ 131760 h 223689"/>
                <a:gd name="connsiteX23" fmla="*/ 68304 w 189973"/>
                <a:gd name="connsiteY23" fmla="*/ 125376 h 223689"/>
                <a:gd name="connsiteX24" fmla="*/ 67026 w 189973"/>
                <a:gd name="connsiteY24" fmla="*/ 76858 h 223689"/>
                <a:gd name="connsiteX25" fmla="*/ 104727 w 189973"/>
                <a:gd name="connsiteY25" fmla="*/ 16849 h 223689"/>
                <a:gd name="connsiteX26" fmla="*/ 133482 w 189973"/>
                <a:gd name="connsiteY26" fmla="*/ 118354 h 223689"/>
                <a:gd name="connsiteX27" fmla="*/ 139872 w 189973"/>
                <a:gd name="connsiteY27" fmla="*/ 120269 h 223689"/>
                <a:gd name="connsiteX28" fmla="*/ 144344 w 189973"/>
                <a:gd name="connsiteY28" fmla="*/ 115162 h 223689"/>
                <a:gd name="connsiteX29" fmla="*/ 159680 w 189973"/>
                <a:gd name="connsiteY29" fmla="*/ 70474 h 223689"/>
                <a:gd name="connsiteX30" fmla="*/ 171821 w 189973"/>
                <a:gd name="connsiteY30" fmla="*/ 103671 h 223689"/>
                <a:gd name="connsiteX31" fmla="*/ 155207 w 189973"/>
                <a:gd name="connsiteY31" fmla="*/ 186663 h 223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9973" h="223689">
                  <a:moveTo>
                    <a:pt x="171182" y="53238"/>
                  </a:moveTo>
                  <a:cubicBezTo>
                    <a:pt x="171182" y="49407"/>
                    <a:pt x="167987" y="46854"/>
                    <a:pt x="164153" y="47492"/>
                  </a:cubicBezTo>
                  <a:cubicBezTo>
                    <a:pt x="162875" y="47492"/>
                    <a:pt x="160958" y="48130"/>
                    <a:pt x="160319" y="49407"/>
                  </a:cubicBezTo>
                  <a:cubicBezTo>
                    <a:pt x="147539" y="62175"/>
                    <a:pt x="139872" y="84519"/>
                    <a:pt x="136038" y="99202"/>
                  </a:cubicBezTo>
                  <a:cubicBezTo>
                    <a:pt x="111756" y="60898"/>
                    <a:pt x="119424" y="7911"/>
                    <a:pt x="119424" y="7273"/>
                  </a:cubicBezTo>
                  <a:cubicBezTo>
                    <a:pt x="120063" y="4719"/>
                    <a:pt x="118785" y="2804"/>
                    <a:pt x="117507" y="1527"/>
                  </a:cubicBezTo>
                  <a:cubicBezTo>
                    <a:pt x="115590" y="251"/>
                    <a:pt x="113034" y="-388"/>
                    <a:pt x="111117" y="251"/>
                  </a:cubicBezTo>
                  <a:cubicBezTo>
                    <a:pt x="53608" y="21318"/>
                    <a:pt x="52329" y="85157"/>
                    <a:pt x="54246" y="113247"/>
                  </a:cubicBezTo>
                  <a:cubicBezTo>
                    <a:pt x="36993" y="97925"/>
                    <a:pt x="33160" y="70474"/>
                    <a:pt x="32520" y="70474"/>
                  </a:cubicBezTo>
                  <a:cubicBezTo>
                    <a:pt x="31882" y="67282"/>
                    <a:pt x="28687" y="64729"/>
                    <a:pt x="25492" y="64729"/>
                  </a:cubicBezTo>
                  <a:cubicBezTo>
                    <a:pt x="23575" y="64729"/>
                    <a:pt x="22297" y="66005"/>
                    <a:pt x="21019" y="67282"/>
                  </a:cubicBezTo>
                  <a:cubicBezTo>
                    <a:pt x="12712" y="80050"/>
                    <a:pt x="-14126" y="118354"/>
                    <a:pt x="9517" y="164319"/>
                  </a:cubicBezTo>
                  <a:cubicBezTo>
                    <a:pt x="33160" y="210283"/>
                    <a:pt x="70221" y="223051"/>
                    <a:pt x="89391" y="223690"/>
                  </a:cubicBezTo>
                  <a:lnTo>
                    <a:pt x="92586" y="223690"/>
                  </a:lnTo>
                  <a:cubicBezTo>
                    <a:pt x="119424" y="223690"/>
                    <a:pt x="144344" y="212837"/>
                    <a:pt x="163514" y="194323"/>
                  </a:cubicBezTo>
                  <a:cubicBezTo>
                    <a:pt x="189713" y="169426"/>
                    <a:pt x="196742" y="118354"/>
                    <a:pt x="183323" y="95372"/>
                  </a:cubicBezTo>
                  <a:cubicBezTo>
                    <a:pt x="176933" y="83242"/>
                    <a:pt x="172460" y="68559"/>
                    <a:pt x="171182" y="53238"/>
                  </a:cubicBezTo>
                  <a:close/>
                  <a:moveTo>
                    <a:pt x="155207" y="186663"/>
                  </a:moveTo>
                  <a:cubicBezTo>
                    <a:pt x="137954" y="203899"/>
                    <a:pt x="114312" y="213475"/>
                    <a:pt x="90030" y="212837"/>
                  </a:cubicBezTo>
                  <a:cubicBezTo>
                    <a:pt x="74055" y="212198"/>
                    <a:pt x="41467" y="200707"/>
                    <a:pt x="21019" y="160488"/>
                  </a:cubicBezTo>
                  <a:cubicBezTo>
                    <a:pt x="9517" y="137506"/>
                    <a:pt x="10795" y="110693"/>
                    <a:pt x="24214" y="88988"/>
                  </a:cubicBezTo>
                  <a:cubicBezTo>
                    <a:pt x="29325" y="103671"/>
                    <a:pt x="39550" y="124100"/>
                    <a:pt x="59997" y="133037"/>
                  </a:cubicBezTo>
                  <a:cubicBezTo>
                    <a:pt x="61914" y="133676"/>
                    <a:pt x="64470" y="133676"/>
                    <a:pt x="66387" y="131760"/>
                  </a:cubicBezTo>
                  <a:cubicBezTo>
                    <a:pt x="68304" y="130484"/>
                    <a:pt x="68943" y="127930"/>
                    <a:pt x="68304" y="125376"/>
                  </a:cubicBezTo>
                  <a:cubicBezTo>
                    <a:pt x="65748" y="109416"/>
                    <a:pt x="65109" y="92818"/>
                    <a:pt x="67026" y="76858"/>
                  </a:cubicBezTo>
                  <a:cubicBezTo>
                    <a:pt x="71499" y="48130"/>
                    <a:pt x="84279" y="28340"/>
                    <a:pt x="104727" y="16849"/>
                  </a:cubicBezTo>
                  <a:cubicBezTo>
                    <a:pt x="103449" y="38554"/>
                    <a:pt x="104088" y="85796"/>
                    <a:pt x="133482" y="118354"/>
                  </a:cubicBezTo>
                  <a:cubicBezTo>
                    <a:pt x="135399" y="120269"/>
                    <a:pt x="137316" y="120908"/>
                    <a:pt x="139872" y="120269"/>
                  </a:cubicBezTo>
                  <a:cubicBezTo>
                    <a:pt x="142427" y="119631"/>
                    <a:pt x="143706" y="117716"/>
                    <a:pt x="144344" y="115162"/>
                  </a:cubicBezTo>
                  <a:cubicBezTo>
                    <a:pt x="146900" y="99841"/>
                    <a:pt x="152012" y="84519"/>
                    <a:pt x="159680" y="70474"/>
                  </a:cubicBezTo>
                  <a:cubicBezTo>
                    <a:pt x="162236" y="81965"/>
                    <a:pt x="166070" y="93457"/>
                    <a:pt x="171821" y="103671"/>
                  </a:cubicBezTo>
                  <a:cubicBezTo>
                    <a:pt x="183323" y="122184"/>
                    <a:pt x="176294" y="166234"/>
                    <a:pt x="155207" y="186663"/>
                  </a:cubicBezTo>
                  <a:close/>
                </a:path>
              </a:pathLst>
            </a:custGeom>
            <a:solidFill>
              <a:srgbClr val="0097A9"/>
            </a:solidFill>
            <a:ln w="6390" cap="flat">
              <a:noFill/>
              <a:prstDash val="solid"/>
              <a:miter/>
            </a:ln>
          </p:spPr>
          <p:txBody>
            <a:bodyPr rtlCol="0" anchor="ctr"/>
            <a:lstStyle/>
            <a:p>
              <a:endParaRPr lang="en-US"/>
            </a:p>
          </p:txBody>
        </p:sp>
      </p:grpSp>
      <p:grpSp>
        <p:nvGrpSpPr>
          <p:cNvPr id="683" name="Graphic 4">
            <a:extLst>
              <a:ext uri="{FF2B5EF4-FFF2-40B4-BE49-F238E27FC236}">
                <a16:creationId xmlns:a16="http://schemas.microsoft.com/office/drawing/2014/main" id="{9A563A87-76DA-D543-A793-7C8896F805A9}"/>
              </a:ext>
            </a:extLst>
          </p:cNvPr>
          <p:cNvGrpSpPr/>
          <p:nvPr/>
        </p:nvGrpSpPr>
        <p:grpSpPr>
          <a:xfrm>
            <a:off x="4045469" y="4793256"/>
            <a:ext cx="362309" cy="361971"/>
            <a:chOff x="4045469" y="4793256"/>
            <a:chExt cx="362309" cy="361971"/>
          </a:xfrm>
          <a:solidFill>
            <a:srgbClr val="0097A9"/>
          </a:solidFill>
        </p:grpSpPr>
        <p:sp>
          <p:nvSpPr>
            <p:cNvPr id="684" name="Graphic 4">
              <a:extLst>
                <a:ext uri="{FF2B5EF4-FFF2-40B4-BE49-F238E27FC236}">
                  <a16:creationId xmlns:a16="http://schemas.microsoft.com/office/drawing/2014/main" id="{853C6714-5CEE-284A-82DF-0727F82BFAF9}"/>
                </a:ext>
              </a:extLst>
            </p:cNvPr>
            <p:cNvSpPr/>
            <p:nvPr/>
          </p:nvSpPr>
          <p:spPr>
            <a:xfrm>
              <a:off x="4045469" y="479325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49847 w 362309"/>
                <a:gd name="connsiteY6" fmla="*/ 263658 h 361971"/>
                <a:gd name="connsiteX7" fmla="*/ 178918 w 362309"/>
                <a:gd name="connsiteY7" fmla="*/ 293025 h 361971"/>
                <a:gd name="connsiteX8" fmla="*/ 175723 w 362309"/>
                <a:gd name="connsiteY8" fmla="*/ 293025 h 361971"/>
                <a:gd name="connsiteX9" fmla="*/ 95849 w 362309"/>
                <a:gd name="connsiteY9" fmla="*/ 233654 h 361971"/>
                <a:gd name="connsiteX10" fmla="*/ 107351 w 362309"/>
                <a:gd name="connsiteY10" fmla="*/ 136617 h 361971"/>
                <a:gd name="connsiteX11" fmla="*/ 113741 w 362309"/>
                <a:gd name="connsiteY11" fmla="*/ 134064 h 361971"/>
                <a:gd name="connsiteX12" fmla="*/ 118853 w 362309"/>
                <a:gd name="connsiteY12" fmla="*/ 139171 h 361971"/>
                <a:gd name="connsiteX13" fmla="*/ 140579 w 362309"/>
                <a:gd name="connsiteY13" fmla="*/ 181944 h 361971"/>
                <a:gd name="connsiteX14" fmla="*/ 197449 w 362309"/>
                <a:gd name="connsiteY14" fmla="*/ 68947 h 361971"/>
                <a:gd name="connsiteX15" fmla="*/ 205756 w 362309"/>
                <a:gd name="connsiteY15" fmla="*/ 72777 h 361971"/>
                <a:gd name="connsiteX16" fmla="*/ 205756 w 362309"/>
                <a:gd name="connsiteY16" fmla="*/ 75969 h 361971"/>
                <a:gd name="connsiteX17" fmla="*/ 222370 w 362309"/>
                <a:gd name="connsiteY17" fmla="*/ 167899 h 361971"/>
                <a:gd name="connsiteX18" fmla="*/ 246652 w 362309"/>
                <a:gd name="connsiteY18" fmla="*/ 118104 h 361971"/>
                <a:gd name="connsiteX19" fmla="*/ 255597 w 362309"/>
                <a:gd name="connsiteY19" fmla="*/ 118104 h 361971"/>
                <a:gd name="connsiteX20" fmla="*/ 257515 w 362309"/>
                <a:gd name="connsiteY20" fmla="*/ 121934 h 361971"/>
                <a:gd name="connsiteX21" fmla="*/ 270295 w 362309"/>
                <a:gd name="connsiteY21" fmla="*/ 165345 h 361971"/>
                <a:gd name="connsiteX22" fmla="*/ 249847 w 362309"/>
                <a:gd name="connsiteY22" fmla="*/ 26365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cubicBezTo>
                    <a:pt x="362310" y="181305"/>
                    <a:pt x="362310" y="181305"/>
                    <a:pt x="362310" y="181305"/>
                  </a:cubicBezTo>
                  <a:cubicBezTo>
                    <a:pt x="362310" y="80438"/>
                    <a:pt x="281796" y="0"/>
                    <a:pt x="181474" y="0"/>
                  </a:cubicBezTo>
                  <a:close/>
                  <a:moveTo>
                    <a:pt x="249847" y="263658"/>
                  </a:moveTo>
                  <a:cubicBezTo>
                    <a:pt x="230677" y="282172"/>
                    <a:pt x="205756" y="293025"/>
                    <a:pt x="178918" y="293025"/>
                  </a:cubicBezTo>
                  <a:lnTo>
                    <a:pt x="175723" y="293025"/>
                  </a:lnTo>
                  <a:cubicBezTo>
                    <a:pt x="157193" y="292386"/>
                    <a:pt x="118853" y="278980"/>
                    <a:pt x="95849" y="233654"/>
                  </a:cubicBezTo>
                  <a:cubicBezTo>
                    <a:pt x="72845" y="188327"/>
                    <a:pt x="99044" y="148747"/>
                    <a:pt x="107351" y="136617"/>
                  </a:cubicBezTo>
                  <a:cubicBezTo>
                    <a:pt x="108629" y="134702"/>
                    <a:pt x="111185" y="133425"/>
                    <a:pt x="113741" y="134064"/>
                  </a:cubicBezTo>
                  <a:cubicBezTo>
                    <a:pt x="116297" y="134702"/>
                    <a:pt x="118214" y="136617"/>
                    <a:pt x="118853" y="139171"/>
                  </a:cubicBezTo>
                  <a:cubicBezTo>
                    <a:pt x="118853" y="139171"/>
                    <a:pt x="123326" y="166622"/>
                    <a:pt x="140579" y="181944"/>
                  </a:cubicBezTo>
                  <a:cubicBezTo>
                    <a:pt x="138023" y="153854"/>
                    <a:pt x="139301" y="90014"/>
                    <a:pt x="197449" y="68947"/>
                  </a:cubicBezTo>
                  <a:cubicBezTo>
                    <a:pt x="200644" y="67670"/>
                    <a:pt x="204478" y="69585"/>
                    <a:pt x="205756" y="72777"/>
                  </a:cubicBezTo>
                  <a:cubicBezTo>
                    <a:pt x="206395" y="74054"/>
                    <a:pt x="206395" y="74693"/>
                    <a:pt x="205756" y="75969"/>
                  </a:cubicBezTo>
                  <a:cubicBezTo>
                    <a:pt x="205756" y="76608"/>
                    <a:pt x="198088" y="129595"/>
                    <a:pt x="222370" y="167899"/>
                  </a:cubicBezTo>
                  <a:cubicBezTo>
                    <a:pt x="226204" y="153216"/>
                    <a:pt x="233872" y="130872"/>
                    <a:pt x="246652" y="118104"/>
                  </a:cubicBezTo>
                  <a:cubicBezTo>
                    <a:pt x="249208" y="115550"/>
                    <a:pt x="253042" y="115550"/>
                    <a:pt x="255597" y="118104"/>
                  </a:cubicBezTo>
                  <a:cubicBezTo>
                    <a:pt x="256876" y="119381"/>
                    <a:pt x="257515" y="120657"/>
                    <a:pt x="257515" y="121934"/>
                  </a:cubicBezTo>
                  <a:cubicBezTo>
                    <a:pt x="258792" y="137256"/>
                    <a:pt x="263266" y="151939"/>
                    <a:pt x="270295" y="165345"/>
                  </a:cubicBezTo>
                  <a:cubicBezTo>
                    <a:pt x="283075" y="188327"/>
                    <a:pt x="276045" y="239399"/>
                    <a:pt x="249847" y="263658"/>
                  </a:cubicBezTo>
                  <a:close/>
                </a:path>
              </a:pathLst>
            </a:custGeom>
            <a:solidFill>
              <a:srgbClr val="0097A9"/>
            </a:solidFill>
            <a:ln w="6390" cap="flat">
              <a:noFill/>
              <a:prstDash val="solid"/>
              <a:miter/>
            </a:ln>
          </p:spPr>
          <p:txBody>
            <a:bodyPr rtlCol="0" anchor="ctr"/>
            <a:lstStyle/>
            <a:p>
              <a:endParaRPr lang="en-US"/>
            </a:p>
          </p:txBody>
        </p:sp>
        <p:sp>
          <p:nvSpPr>
            <p:cNvPr id="685" name="Graphic 4">
              <a:extLst>
                <a:ext uri="{FF2B5EF4-FFF2-40B4-BE49-F238E27FC236}">
                  <a16:creationId xmlns:a16="http://schemas.microsoft.com/office/drawing/2014/main" id="{B3CB7EBF-3585-834C-AC21-9CF324EB7B9E}"/>
                </a:ext>
              </a:extLst>
            </p:cNvPr>
            <p:cNvSpPr/>
            <p:nvPr/>
          </p:nvSpPr>
          <p:spPr>
            <a:xfrm>
              <a:off x="4145894" y="4877525"/>
              <a:ext cx="164276" cy="196017"/>
            </a:xfrm>
            <a:custGeom>
              <a:avLst/>
              <a:gdLst>
                <a:gd name="connsiteX0" fmla="*/ 146227 w 164276"/>
                <a:gd name="connsiteY0" fmla="*/ 53625 h 196017"/>
                <a:gd name="connsiteX1" fmla="*/ 130891 w 164276"/>
                <a:gd name="connsiteY1" fmla="*/ 98313 h 196017"/>
                <a:gd name="connsiteX2" fmla="*/ 126418 w 164276"/>
                <a:gd name="connsiteY2" fmla="*/ 103420 h 196017"/>
                <a:gd name="connsiteX3" fmla="*/ 120028 w 164276"/>
                <a:gd name="connsiteY3" fmla="*/ 101505 h 196017"/>
                <a:gd name="connsiteX4" fmla="*/ 91273 w 164276"/>
                <a:gd name="connsiteY4" fmla="*/ 0 h 196017"/>
                <a:gd name="connsiteX5" fmla="*/ 53573 w 164276"/>
                <a:gd name="connsiteY5" fmla="*/ 60009 h 196017"/>
                <a:gd name="connsiteX6" fmla="*/ 54851 w 164276"/>
                <a:gd name="connsiteY6" fmla="*/ 108528 h 196017"/>
                <a:gd name="connsiteX7" fmla="*/ 52933 w 164276"/>
                <a:gd name="connsiteY7" fmla="*/ 114912 h 196017"/>
                <a:gd name="connsiteX8" fmla="*/ 46543 w 164276"/>
                <a:gd name="connsiteY8" fmla="*/ 116188 h 196017"/>
                <a:gd name="connsiteX9" fmla="*/ 10760 w 164276"/>
                <a:gd name="connsiteY9" fmla="*/ 72139 h 196017"/>
                <a:gd name="connsiteX10" fmla="*/ 7565 w 164276"/>
                <a:gd name="connsiteY10" fmla="*/ 143640 h 196017"/>
                <a:gd name="connsiteX11" fmla="*/ 76576 w 164276"/>
                <a:gd name="connsiteY11" fmla="*/ 195988 h 196017"/>
                <a:gd name="connsiteX12" fmla="*/ 141754 w 164276"/>
                <a:gd name="connsiteY12" fmla="*/ 169814 h 196017"/>
                <a:gd name="connsiteX13" fmla="*/ 159645 w 164276"/>
                <a:gd name="connsiteY13" fmla="*/ 86822 h 196017"/>
                <a:gd name="connsiteX14" fmla="*/ 146227 w 164276"/>
                <a:gd name="connsiteY14" fmla="*/ 53625 h 196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4276" h="196017">
                  <a:moveTo>
                    <a:pt x="146227" y="53625"/>
                  </a:moveTo>
                  <a:cubicBezTo>
                    <a:pt x="139198" y="67670"/>
                    <a:pt x="134086" y="82992"/>
                    <a:pt x="130891" y="98313"/>
                  </a:cubicBezTo>
                  <a:cubicBezTo>
                    <a:pt x="130252" y="100867"/>
                    <a:pt x="128974" y="102782"/>
                    <a:pt x="126418" y="103420"/>
                  </a:cubicBezTo>
                  <a:cubicBezTo>
                    <a:pt x="123862" y="104059"/>
                    <a:pt x="121945" y="103420"/>
                    <a:pt x="120028" y="101505"/>
                  </a:cubicBezTo>
                  <a:cubicBezTo>
                    <a:pt x="90634" y="68947"/>
                    <a:pt x="89995" y="21705"/>
                    <a:pt x="91273" y="0"/>
                  </a:cubicBezTo>
                  <a:cubicBezTo>
                    <a:pt x="70186" y="10852"/>
                    <a:pt x="57406" y="31281"/>
                    <a:pt x="53573" y="60009"/>
                  </a:cubicBezTo>
                  <a:cubicBezTo>
                    <a:pt x="51656" y="75969"/>
                    <a:pt x="51656" y="92568"/>
                    <a:pt x="54851" y="108528"/>
                  </a:cubicBezTo>
                  <a:cubicBezTo>
                    <a:pt x="55490" y="111081"/>
                    <a:pt x="54851" y="113635"/>
                    <a:pt x="52933" y="114912"/>
                  </a:cubicBezTo>
                  <a:cubicBezTo>
                    <a:pt x="51016" y="116188"/>
                    <a:pt x="48461" y="116827"/>
                    <a:pt x="46543" y="116188"/>
                  </a:cubicBezTo>
                  <a:cubicBezTo>
                    <a:pt x="25457" y="107251"/>
                    <a:pt x="15233" y="86822"/>
                    <a:pt x="10760" y="72139"/>
                  </a:cubicBezTo>
                  <a:cubicBezTo>
                    <a:pt x="-2659" y="93844"/>
                    <a:pt x="-3298" y="121296"/>
                    <a:pt x="7565" y="143640"/>
                  </a:cubicBezTo>
                  <a:cubicBezTo>
                    <a:pt x="28013" y="183859"/>
                    <a:pt x="60601" y="195350"/>
                    <a:pt x="76576" y="195988"/>
                  </a:cubicBezTo>
                  <a:cubicBezTo>
                    <a:pt x="100858" y="196627"/>
                    <a:pt x="124501" y="187051"/>
                    <a:pt x="141754" y="169814"/>
                  </a:cubicBezTo>
                  <a:cubicBezTo>
                    <a:pt x="162840" y="149385"/>
                    <a:pt x="169870" y="105336"/>
                    <a:pt x="159645" y="86822"/>
                  </a:cubicBezTo>
                  <a:cubicBezTo>
                    <a:pt x="153255" y="76608"/>
                    <a:pt x="148782" y="65755"/>
                    <a:pt x="146227" y="53625"/>
                  </a:cubicBezTo>
                  <a:close/>
                </a:path>
              </a:pathLst>
            </a:custGeom>
            <a:solidFill>
              <a:srgbClr val="0097A9"/>
            </a:solidFill>
            <a:ln w="6390" cap="flat">
              <a:noFill/>
              <a:prstDash val="solid"/>
              <a:miter/>
            </a:ln>
          </p:spPr>
          <p:txBody>
            <a:bodyPr rtlCol="0" anchor="ctr"/>
            <a:lstStyle/>
            <a:p>
              <a:endParaRPr lang="en-US"/>
            </a:p>
          </p:txBody>
        </p:sp>
      </p:grpSp>
    </p:spTree>
    <p:extLst>
      <p:ext uri="{BB962C8B-B14F-4D97-AF65-F5344CB8AC3E}">
        <p14:creationId xmlns:p14="http://schemas.microsoft.com/office/powerpoint/2010/main" val="1413893175"/>
      </p:ext>
    </p:extLst>
  </p:cSld>
  <p:clrMapOvr>
    <a:masterClrMapping/>
  </p:clrMapOvr>
  <p:transition>
    <p:fade/>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0AB181-1E9F-2244-B53A-BC8E2F101DA6}"/>
              </a:ext>
            </a:extLst>
          </p:cNvPr>
          <p:cNvSpPr>
            <a:spLocks noGrp="1"/>
          </p:cNvSpPr>
          <p:nvPr>
            <p:ph type="title"/>
          </p:nvPr>
        </p:nvSpPr>
        <p:spPr/>
        <p:txBody>
          <a:bodyPr/>
          <a:lstStyle/>
          <a:p>
            <a:r>
              <a:rPr lang="en-US" dirty="0"/>
              <a:t>PEOPLE &amp; CULTURE</a:t>
            </a:r>
          </a:p>
        </p:txBody>
      </p:sp>
      <p:sp>
        <p:nvSpPr>
          <p:cNvPr id="4" name="Content Placeholder 3">
            <a:extLst>
              <a:ext uri="{FF2B5EF4-FFF2-40B4-BE49-F238E27FC236}">
                <a16:creationId xmlns:a16="http://schemas.microsoft.com/office/drawing/2014/main" id="{DB57E314-8EE4-694B-B268-A9071E1D395E}"/>
              </a:ext>
            </a:extLst>
          </p:cNvPr>
          <p:cNvSpPr>
            <a:spLocks noGrp="1"/>
          </p:cNvSpPr>
          <p:nvPr>
            <p:ph idx="10"/>
          </p:nvPr>
        </p:nvSpPr>
        <p:spPr>
          <a:xfrm>
            <a:off x="463297" y="5473209"/>
            <a:ext cx="5076370" cy="1114021"/>
          </a:xfrm>
        </p:spPr>
        <p:txBody>
          <a:bodyPr/>
          <a:lstStyle/>
          <a:p>
            <a:r>
              <a:rPr lang="en-US" dirty="0"/>
              <a:t>Equality, Diversity &amp; Inclusion</a:t>
            </a:r>
          </a:p>
          <a:p>
            <a:r>
              <a:rPr lang="en-US" sz="900" dirty="0"/>
              <a:t>Keywords:</a:t>
            </a:r>
            <a:br>
              <a:rPr lang="en-US" sz="900" dirty="0"/>
            </a:br>
            <a:r>
              <a:rPr lang="en-US" sz="850" b="0" dirty="0"/>
              <a:t>Care, United, Family, Children, Childcare, Baby, Diaper, Affection, Dignity, Human, Black, Relationship, Love, Gender, Equity, Group, Balance, Engagement, Equality, Interpersonal, Reciprocity, Discrimination, Racism, Tolerance, Race, Sex, Prejudice, Discrimination, Equal, Family, Heart, Feminism, Rights, Tolerance, Single parent</a:t>
            </a:r>
          </a:p>
        </p:txBody>
      </p:sp>
      <p:sp>
        <p:nvSpPr>
          <p:cNvPr id="9" name="Content Placeholder 3">
            <a:extLst>
              <a:ext uri="{FF2B5EF4-FFF2-40B4-BE49-F238E27FC236}">
                <a16:creationId xmlns:a16="http://schemas.microsoft.com/office/drawing/2014/main" id="{55E798CF-E773-9D48-A06F-584A2DB95AC8}"/>
              </a:ext>
            </a:extLst>
          </p:cNvPr>
          <p:cNvSpPr txBox="1">
            <a:spLocks/>
          </p:cNvSpPr>
          <p:nvPr/>
        </p:nvSpPr>
        <p:spPr>
          <a:xfrm>
            <a:off x="7821227" y="5473209"/>
            <a:ext cx="3919669"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Gender/Sexuality</a:t>
            </a:r>
          </a:p>
          <a:p>
            <a:r>
              <a:rPr lang="en-US" sz="900" dirty="0"/>
              <a:t>Keywords:</a:t>
            </a:r>
            <a:br>
              <a:rPr lang="en-US" sz="900" dirty="0"/>
            </a:br>
            <a:r>
              <a:rPr lang="en-US" sz="850" b="0" dirty="0"/>
              <a:t>Man, Woman, Sex, Sexuality, Sexual Orientation, Gender, Male, Female, Bigender, Bisexual, Gay, Lesbian, Hetero, Asexual, Binary, </a:t>
            </a:r>
            <a:r>
              <a:rPr lang="en-US" sz="850" b="0" dirty="0" err="1"/>
              <a:t>Demigender</a:t>
            </a:r>
            <a:r>
              <a:rPr lang="en-US" sz="850" b="0" dirty="0"/>
              <a:t>, Androgyne, Neutrois, Agender, Intergender, </a:t>
            </a:r>
            <a:r>
              <a:rPr lang="en-US" sz="850" b="0" dirty="0" err="1"/>
              <a:t>Travesti</a:t>
            </a:r>
            <a:r>
              <a:rPr lang="en-US" sz="850" b="0" dirty="0"/>
              <a:t>, Equal, Equality, Homosexual, LGBT</a:t>
            </a:r>
          </a:p>
        </p:txBody>
      </p:sp>
      <p:grpSp>
        <p:nvGrpSpPr>
          <p:cNvPr id="6" name="Graphic 4">
            <a:extLst>
              <a:ext uri="{FF2B5EF4-FFF2-40B4-BE49-F238E27FC236}">
                <a16:creationId xmlns:a16="http://schemas.microsoft.com/office/drawing/2014/main" id="{03FAAB1A-015E-224C-9BCE-F116071F9057}"/>
              </a:ext>
            </a:extLst>
          </p:cNvPr>
          <p:cNvGrpSpPr/>
          <p:nvPr/>
        </p:nvGrpSpPr>
        <p:grpSpPr>
          <a:xfrm>
            <a:off x="467743" y="1402085"/>
            <a:ext cx="361670" cy="361333"/>
            <a:chOff x="467743" y="1402085"/>
            <a:chExt cx="361670" cy="361333"/>
          </a:xfrm>
          <a:solidFill>
            <a:srgbClr val="007CB0"/>
          </a:solidFill>
        </p:grpSpPr>
        <p:sp>
          <p:nvSpPr>
            <p:cNvPr id="7" name="Graphic 4">
              <a:extLst>
                <a:ext uri="{FF2B5EF4-FFF2-40B4-BE49-F238E27FC236}">
                  <a16:creationId xmlns:a16="http://schemas.microsoft.com/office/drawing/2014/main" id="{1E737FD6-88B3-244A-9257-DA5C5D0225CA}"/>
                </a:ext>
              </a:extLst>
            </p:cNvPr>
            <p:cNvSpPr/>
            <p:nvPr/>
          </p:nvSpPr>
          <p:spPr>
            <a:xfrm>
              <a:off x="467743"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8" name="Graphic 4">
              <a:extLst>
                <a:ext uri="{FF2B5EF4-FFF2-40B4-BE49-F238E27FC236}">
                  <a16:creationId xmlns:a16="http://schemas.microsoft.com/office/drawing/2014/main" id="{DC2B1536-652B-EC49-8C55-BDA8F7914F37}"/>
                </a:ext>
              </a:extLst>
            </p:cNvPr>
            <p:cNvSpPr/>
            <p:nvPr/>
          </p:nvSpPr>
          <p:spPr>
            <a:xfrm>
              <a:off x="571260" y="1538063"/>
              <a:ext cx="67733" cy="172367"/>
            </a:xfrm>
            <a:custGeom>
              <a:avLst/>
              <a:gdLst>
                <a:gd name="connsiteX0" fmla="*/ 61343 w 67733"/>
                <a:gd name="connsiteY0" fmla="*/ 0 h 172367"/>
                <a:gd name="connsiteX1" fmla="*/ 6390 w 67733"/>
                <a:gd name="connsiteY1" fmla="*/ 0 h 172367"/>
                <a:gd name="connsiteX2" fmla="*/ 0 w 67733"/>
                <a:gd name="connsiteY2" fmla="*/ 6384 h 172367"/>
                <a:gd name="connsiteX3" fmla="*/ 0 w 67733"/>
                <a:gd name="connsiteY3" fmla="*/ 75331 h 172367"/>
                <a:gd name="connsiteX4" fmla="*/ 6390 w 67733"/>
                <a:gd name="connsiteY4" fmla="*/ 81715 h 172367"/>
                <a:gd name="connsiteX5" fmla="*/ 9585 w 67733"/>
                <a:gd name="connsiteY5" fmla="*/ 81715 h 172367"/>
                <a:gd name="connsiteX6" fmla="*/ 9585 w 67733"/>
                <a:gd name="connsiteY6" fmla="*/ 165983 h 172367"/>
                <a:gd name="connsiteX7" fmla="*/ 15975 w 67733"/>
                <a:gd name="connsiteY7" fmla="*/ 172367 h 172367"/>
                <a:gd name="connsiteX8" fmla="*/ 22365 w 67733"/>
                <a:gd name="connsiteY8" fmla="*/ 165983 h 172367"/>
                <a:gd name="connsiteX9" fmla="*/ 22365 w 67733"/>
                <a:gd name="connsiteY9" fmla="*/ 81715 h 172367"/>
                <a:gd name="connsiteX10" fmla="*/ 45369 w 67733"/>
                <a:gd name="connsiteY10" fmla="*/ 81715 h 172367"/>
                <a:gd name="connsiteX11" fmla="*/ 45369 w 67733"/>
                <a:gd name="connsiteY11" fmla="*/ 165983 h 172367"/>
                <a:gd name="connsiteX12" fmla="*/ 51758 w 67733"/>
                <a:gd name="connsiteY12" fmla="*/ 172367 h 172367"/>
                <a:gd name="connsiteX13" fmla="*/ 58148 w 67733"/>
                <a:gd name="connsiteY13" fmla="*/ 165983 h 172367"/>
                <a:gd name="connsiteX14" fmla="*/ 58148 w 67733"/>
                <a:gd name="connsiteY14" fmla="*/ 81715 h 172367"/>
                <a:gd name="connsiteX15" fmla="*/ 61343 w 67733"/>
                <a:gd name="connsiteY15" fmla="*/ 81715 h 172367"/>
                <a:gd name="connsiteX16" fmla="*/ 67733 w 67733"/>
                <a:gd name="connsiteY16" fmla="*/ 75331 h 172367"/>
                <a:gd name="connsiteX17" fmla="*/ 67733 w 67733"/>
                <a:gd name="connsiteY17" fmla="*/ 6384 h 172367"/>
                <a:gd name="connsiteX18" fmla="*/ 61343 w 67733"/>
                <a:gd name="connsiteY18" fmla="*/ 0 h 172367"/>
                <a:gd name="connsiteX19" fmla="*/ 12780 w 67733"/>
                <a:gd name="connsiteY19" fmla="*/ 12768 h 172367"/>
                <a:gd name="connsiteX20" fmla="*/ 54953 w 67733"/>
                <a:gd name="connsiteY20" fmla="*/ 12768 h 172367"/>
                <a:gd name="connsiteX21" fmla="*/ 54953 w 67733"/>
                <a:gd name="connsiteY21" fmla="*/ 68947 h 172367"/>
                <a:gd name="connsiteX22" fmla="*/ 12780 w 67733"/>
                <a:gd name="connsiteY22" fmla="*/ 68947 h 172367"/>
                <a:gd name="connsiteX23" fmla="*/ 12780 w 67733"/>
                <a:gd name="connsiteY23" fmla="*/ 12768 h 1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33" h="172367">
                  <a:moveTo>
                    <a:pt x="61343" y="0"/>
                  </a:moveTo>
                  <a:lnTo>
                    <a:pt x="6390" y="0"/>
                  </a:lnTo>
                  <a:cubicBezTo>
                    <a:pt x="2556" y="0"/>
                    <a:pt x="0" y="2554"/>
                    <a:pt x="0" y="6384"/>
                  </a:cubicBezTo>
                  <a:lnTo>
                    <a:pt x="0" y="75331"/>
                  </a:lnTo>
                  <a:cubicBezTo>
                    <a:pt x="0" y="79161"/>
                    <a:pt x="2556" y="81715"/>
                    <a:pt x="6390" y="81715"/>
                  </a:cubicBezTo>
                  <a:lnTo>
                    <a:pt x="9585" y="81715"/>
                  </a:lnTo>
                  <a:lnTo>
                    <a:pt x="9585" y="165983"/>
                  </a:lnTo>
                  <a:cubicBezTo>
                    <a:pt x="9585" y="169814"/>
                    <a:pt x="12141" y="172367"/>
                    <a:pt x="15975" y="172367"/>
                  </a:cubicBezTo>
                  <a:cubicBezTo>
                    <a:pt x="19809" y="172367"/>
                    <a:pt x="22365" y="169814"/>
                    <a:pt x="22365" y="165983"/>
                  </a:cubicBezTo>
                  <a:lnTo>
                    <a:pt x="22365" y="81715"/>
                  </a:lnTo>
                  <a:lnTo>
                    <a:pt x="45369" y="81715"/>
                  </a:lnTo>
                  <a:lnTo>
                    <a:pt x="45369" y="165983"/>
                  </a:lnTo>
                  <a:cubicBezTo>
                    <a:pt x="45369" y="169814"/>
                    <a:pt x="47925" y="172367"/>
                    <a:pt x="51758" y="172367"/>
                  </a:cubicBezTo>
                  <a:cubicBezTo>
                    <a:pt x="55592" y="172367"/>
                    <a:pt x="58148" y="169814"/>
                    <a:pt x="58148" y="165983"/>
                  </a:cubicBezTo>
                  <a:lnTo>
                    <a:pt x="58148" y="81715"/>
                  </a:lnTo>
                  <a:lnTo>
                    <a:pt x="61343" y="81715"/>
                  </a:lnTo>
                  <a:cubicBezTo>
                    <a:pt x="65177" y="81715"/>
                    <a:pt x="67733" y="79161"/>
                    <a:pt x="67733" y="75331"/>
                  </a:cubicBezTo>
                  <a:lnTo>
                    <a:pt x="67733" y="6384"/>
                  </a:lnTo>
                  <a:cubicBezTo>
                    <a:pt x="67733" y="3192"/>
                    <a:pt x="64538" y="0"/>
                    <a:pt x="61343" y="0"/>
                  </a:cubicBezTo>
                  <a:close/>
                  <a:moveTo>
                    <a:pt x="12780" y="12768"/>
                  </a:moveTo>
                  <a:lnTo>
                    <a:pt x="54953" y="12768"/>
                  </a:lnTo>
                  <a:lnTo>
                    <a:pt x="54953" y="68947"/>
                  </a:lnTo>
                  <a:lnTo>
                    <a:pt x="12780" y="68947"/>
                  </a:lnTo>
                  <a:lnTo>
                    <a:pt x="12780" y="12768"/>
                  </a:lnTo>
                  <a:close/>
                </a:path>
              </a:pathLst>
            </a:custGeom>
            <a:solidFill>
              <a:srgbClr val="007CB0"/>
            </a:solidFill>
            <a:ln w="6390" cap="flat">
              <a:noFill/>
              <a:prstDash val="solid"/>
              <a:miter/>
            </a:ln>
          </p:spPr>
          <p:txBody>
            <a:bodyPr rtlCol="0" anchor="ctr"/>
            <a:lstStyle/>
            <a:p>
              <a:endParaRPr lang="en-US"/>
            </a:p>
          </p:txBody>
        </p:sp>
        <p:sp>
          <p:nvSpPr>
            <p:cNvPr id="10" name="Graphic 4">
              <a:extLst>
                <a:ext uri="{FF2B5EF4-FFF2-40B4-BE49-F238E27FC236}">
                  <a16:creationId xmlns:a16="http://schemas.microsoft.com/office/drawing/2014/main" id="{D8335BA3-B362-5641-BAA2-FD8DDAFBBA09}"/>
                </a:ext>
              </a:extLst>
            </p:cNvPr>
            <p:cNvSpPr/>
            <p:nvPr/>
          </p:nvSpPr>
          <p:spPr>
            <a:xfrm>
              <a:off x="581484" y="1467201"/>
              <a:ext cx="47285" cy="47241"/>
            </a:xfrm>
            <a:custGeom>
              <a:avLst/>
              <a:gdLst>
                <a:gd name="connsiteX0" fmla="*/ 23643 w 47285"/>
                <a:gd name="connsiteY0" fmla="*/ 47242 h 47241"/>
                <a:gd name="connsiteX1" fmla="*/ 47286 w 47285"/>
                <a:gd name="connsiteY1" fmla="*/ 23621 h 47241"/>
                <a:gd name="connsiteX2" fmla="*/ 23643 w 47285"/>
                <a:gd name="connsiteY2" fmla="*/ 0 h 47241"/>
                <a:gd name="connsiteX3" fmla="*/ 0 w 47285"/>
                <a:gd name="connsiteY3" fmla="*/ 24259 h 47241"/>
                <a:gd name="connsiteX4" fmla="*/ 23643 w 47285"/>
                <a:gd name="connsiteY4" fmla="*/ 47242 h 47241"/>
                <a:gd name="connsiteX5" fmla="*/ 23643 w 47285"/>
                <a:gd name="connsiteY5" fmla="*/ 13406 h 47241"/>
                <a:gd name="connsiteX6" fmla="*/ 34506 w 47285"/>
                <a:gd name="connsiteY6" fmla="*/ 24259 h 47241"/>
                <a:gd name="connsiteX7" fmla="*/ 23643 w 47285"/>
                <a:gd name="connsiteY7" fmla="*/ 35112 h 47241"/>
                <a:gd name="connsiteX8" fmla="*/ 12780 w 47285"/>
                <a:gd name="connsiteY8" fmla="*/ 24259 h 47241"/>
                <a:gd name="connsiteX9" fmla="*/ 23643 w 47285"/>
                <a:gd name="connsiteY9" fmla="*/ 13406 h 4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285" h="47241">
                  <a:moveTo>
                    <a:pt x="23643" y="47242"/>
                  </a:moveTo>
                  <a:cubicBezTo>
                    <a:pt x="36423" y="47242"/>
                    <a:pt x="47286" y="37027"/>
                    <a:pt x="47286" y="23621"/>
                  </a:cubicBezTo>
                  <a:cubicBezTo>
                    <a:pt x="47286" y="10214"/>
                    <a:pt x="37062" y="0"/>
                    <a:pt x="23643" y="0"/>
                  </a:cubicBezTo>
                  <a:cubicBezTo>
                    <a:pt x="10224" y="0"/>
                    <a:pt x="0" y="11491"/>
                    <a:pt x="0" y="24259"/>
                  </a:cubicBezTo>
                  <a:cubicBezTo>
                    <a:pt x="0" y="37027"/>
                    <a:pt x="10863" y="47242"/>
                    <a:pt x="23643" y="47242"/>
                  </a:cubicBezTo>
                  <a:close/>
                  <a:moveTo>
                    <a:pt x="23643" y="13406"/>
                  </a:moveTo>
                  <a:cubicBezTo>
                    <a:pt x="29394" y="13406"/>
                    <a:pt x="34506" y="17875"/>
                    <a:pt x="34506" y="24259"/>
                  </a:cubicBezTo>
                  <a:cubicBezTo>
                    <a:pt x="34506" y="30005"/>
                    <a:pt x="30033" y="35112"/>
                    <a:pt x="23643" y="35112"/>
                  </a:cubicBezTo>
                  <a:cubicBezTo>
                    <a:pt x="17253" y="35112"/>
                    <a:pt x="12780" y="30005"/>
                    <a:pt x="12780" y="24259"/>
                  </a:cubicBezTo>
                  <a:cubicBezTo>
                    <a:pt x="12780" y="18514"/>
                    <a:pt x="17892" y="13406"/>
                    <a:pt x="23643" y="13406"/>
                  </a:cubicBezTo>
                  <a:close/>
                </a:path>
              </a:pathLst>
            </a:custGeom>
            <a:solidFill>
              <a:srgbClr val="007CB0"/>
            </a:solidFill>
            <a:ln w="6390" cap="flat">
              <a:noFill/>
              <a:prstDash val="solid"/>
              <a:miter/>
            </a:ln>
          </p:spPr>
          <p:txBody>
            <a:bodyPr rtlCol="0" anchor="ctr"/>
            <a:lstStyle/>
            <a:p>
              <a:endParaRPr lang="en-US"/>
            </a:p>
          </p:txBody>
        </p:sp>
        <p:sp>
          <p:nvSpPr>
            <p:cNvPr id="440" name="Graphic 4">
              <a:extLst>
                <a:ext uri="{FF2B5EF4-FFF2-40B4-BE49-F238E27FC236}">
                  <a16:creationId xmlns:a16="http://schemas.microsoft.com/office/drawing/2014/main" id="{E3A66A21-D2E8-174D-9BC8-5EB588D0B9FB}"/>
                </a:ext>
              </a:extLst>
            </p:cNvPr>
            <p:cNvSpPr/>
            <p:nvPr/>
          </p:nvSpPr>
          <p:spPr>
            <a:xfrm>
              <a:off x="655607" y="1538063"/>
              <a:ext cx="67733" cy="172367"/>
            </a:xfrm>
            <a:custGeom>
              <a:avLst/>
              <a:gdLst>
                <a:gd name="connsiteX0" fmla="*/ 61343 w 67733"/>
                <a:gd name="connsiteY0" fmla="*/ 0 h 172367"/>
                <a:gd name="connsiteX1" fmla="*/ 6390 w 67733"/>
                <a:gd name="connsiteY1" fmla="*/ 0 h 172367"/>
                <a:gd name="connsiteX2" fmla="*/ 0 w 67733"/>
                <a:gd name="connsiteY2" fmla="*/ 6384 h 172367"/>
                <a:gd name="connsiteX3" fmla="*/ 0 w 67733"/>
                <a:gd name="connsiteY3" fmla="*/ 75331 h 172367"/>
                <a:gd name="connsiteX4" fmla="*/ 6390 w 67733"/>
                <a:gd name="connsiteY4" fmla="*/ 81715 h 172367"/>
                <a:gd name="connsiteX5" fmla="*/ 9585 w 67733"/>
                <a:gd name="connsiteY5" fmla="*/ 81715 h 172367"/>
                <a:gd name="connsiteX6" fmla="*/ 9585 w 67733"/>
                <a:gd name="connsiteY6" fmla="*/ 165983 h 172367"/>
                <a:gd name="connsiteX7" fmla="*/ 15975 w 67733"/>
                <a:gd name="connsiteY7" fmla="*/ 172367 h 172367"/>
                <a:gd name="connsiteX8" fmla="*/ 22365 w 67733"/>
                <a:gd name="connsiteY8" fmla="*/ 165983 h 172367"/>
                <a:gd name="connsiteX9" fmla="*/ 22365 w 67733"/>
                <a:gd name="connsiteY9" fmla="*/ 81715 h 172367"/>
                <a:gd name="connsiteX10" fmla="*/ 45369 w 67733"/>
                <a:gd name="connsiteY10" fmla="*/ 81715 h 172367"/>
                <a:gd name="connsiteX11" fmla="*/ 45369 w 67733"/>
                <a:gd name="connsiteY11" fmla="*/ 165983 h 172367"/>
                <a:gd name="connsiteX12" fmla="*/ 51758 w 67733"/>
                <a:gd name="connsiteY12" fmla="*/ 172367 h 172367"/>
                <a:gd name="connsiteX13" fmla="*/ 58148 w 67733"/>
                <a:gd name="connsiteY13" fmla="*/ 165983 h 172367"/>
                <a:gd name="connsiteX14" fmla="*/ 58148 w 67733"/>
                <a:gd name="connsiteY14" fmla="*/ 81715 h 172367"/>
                <a:gd name="connsiteX15" fmla="*/ 61343 w 67733"/>
                <a:gd name="connsiteY15" fmla="*/ 81715 h 172367"/>
                <a:gd name="connsiteX16" fmla="*/ 67733 w 67733"/>
                <a:gd name="connsiteY16" fmla="*/ 75331 h 172367"/>
                <a:gd name="connsiteX17" fmla="*/ 67733 w 67733"/>
                <a:gd name="connsiteY17" fmla="*/ 6384 h 172367"/>
                <a:gd name="connsiteX18" fmla="*/ 61343 w 67733"/>
                <a:gd name="connsiteY18" fmla="*/ 0 h 1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7733" h="172367">
                  <a:moveTo>
                    <a:pt x="61343" y="0"/>
                  </a:moveTo>
                  <a:lnTo>
                    <a:pt x="6390" y="0"/>
                  </a:lnTo>
                  <a:cubicBezTo>
                    <a:pt x="2556" y="0"/>
                    <a:pt x="0" y="2554"/>
                    <a:pt x="0" y="6384"/>
                  </a:cubicBezTo>
                  <a:lnTo>
                    <a:pt x="0" y="75331"/>
                  </a:lnTo>
                  <a:cubicBezTo>
                    <a:pt x="0" y="79161"/>
                    <a:pt x="2556" y="81715"/>
                    <a:pt x="6390" y="81715"/>
                  </a:cubicBezTo>
                  <a:lnTo>
                    <a:pt x="9585" y="81715"/>
                  </a:lnTo>
                  <a:lnTo>
                    <a:pt x="9585" y="165983"/>
                  </a:lnTo>
                  <a:cubicBezTo>
                    <a:pt x="9585" y="169814"/>
                    <a:pt x="12141" y="172367"/>
                    <a:pt x="15975" y="172367"/>
                  </a:cubicBezTo>
                  <a:cubicBezTo>
                    <a:pt x="19809" y="172367"/>
                    <a:pt x="22365" y="169814"/>
                    <a:pt x="22365" y="165983"/>
                  </a:cubicBezTo>
                  <a:lnTo>
                    <a:pt x="22365" y="81715"/>
                  </a:lnTo>
                  <a:lnTo>
                    <a:pt x="45369" y="81715"/>
                  </a:lnTo>
                  <a:lnTo>
                    <a:pt x="45369" y="165983"/>
                  </a:lnTo>
                  <a:cubicBezTo>
                    <a:pt x="45369" y="169814"/>
                    <a:pt x="47925" y="172367"/>
                    <a:pt x="51758" y="172367"/>
                  </a:cubicBezTo>
                  <a:cubicBezTo>
                    <a:pt x="55592" y="172367"/>
                    <a:pt x="58148" y="169814"/>
                    <a:pt x="58148" y="165983"/>
                  </a:cubicBezTo>
                  <a:lnTo>
                    <a:pt x="58148" y="81715"/>
                  </a:lnTo>
                  <a:lnTo>
                    <a:pt x="61343" y="81715"/>
                  </a:lnTo>
                  <a:cubicBezTo>
                    <a:pt x="65177" y="81715"/>
                    <a:pt x="67733" y="79161"/>
                    <a:pt x="67733" y="75331"/>
                  </a:cubicBezTo>
                  <a:lnTo>
                    <a:pt x="67733" y="6384"/>
                  </a:lnTo>
                  <a:cubicBezTo>
                    <a:pt x="67733" y="3192"/>
                    <a:pt x="64538" y="0"/>
                    <a:pt x="61343" y="0"/>
                  </a:cubicBezTo>
                  <a:close/>
                </a:path>
              </a:pathLst>
            </a:custGeom>
            <a:solidFill>
              <a:srgbClr val="007CB0"/>
            </a:solidFill>
            <a:ln w="6390" cap="flat">
              <a:noFill/>
              <a:prstDash val="solid"/>
              <a:miter/>
            </a:ln>
          </p:spPr>
          <p:txBody>
            <a:bodyPr rtlCol="0" anchor="ctr"/>
            <a:lstStyle/>
            <a:p>
              <a:endParaRPr lang="en-US"/>
            </a:p>
          </p:txBody>
        </p:sp>
        <p:sp>
          <p:nvSpPr>
            <p:cNvPr id="441" name="Graphic 4">
              <a:extLst>
                <a:ext uri="{FF2B5EF4-FFF2-40B4-BE49-F238E27FC236}">
                  <a16:creationId xmlns:a16="http://schemas.microsoft.com/office/drawing/2014/main" id="{7C217235-8B68-8240-B547-829FC6F361B0}"/>
                </a:ext>
              </a:extLst>
            </p:cNvPr>
            <p:cNvSpPr/>
            <p:nvPr/>
          </p:nvSpPr>
          <p:spPr>
            <a:xfrm>
              <a:off x="665831" y="1467201"/>
              <a:ext cx="47285" cy="47241"/>
            </a:xfrm>
            <a:custGeom>
              <a:avLst/>
              <a:gdLst>
                <a:gd name="connsiteX0" fmla="*/ 23643 w 47285"/>
                <a:gd name="connsiteY0" fmla="*/ 47242 h 47241"/>
                <a:gd name="connsiteX1" fmla="*/ 47286 w 47285"/>
                <a:gd name="connsiteY1" fmla="*/ 23621 h 47241"/>
                <a:gd name="connsiteX2" fmla="*/ 23643 w 47285"/>
                <a:gd name="connsiteY2" fmla="*/ 0 h 47241"/>
                <a:gd name="connsiteX3" fmla="*/ 0 w 47285"/>
                <a:gd name="connsiteY3" fmla="*/ 23621 h 47241"/>
                <a:gd name="connsiteX4" fmla="*/ 23643 w 47285"/>
                <a:gd name="connsiteY4" fmla="*/ 47242 h 47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85" h="47241">
                  <a:moveTo>
                    <a:pt x="23643" y="47242"/>
                  </a:moveTo>
                  <a:cubicBezTo>
                    <a:pt x="36423" y="47242"/>
                    <a:pt x="47286" y="37027"/>
                    <a:pt x="47286" y="23621"/>
                  </a:cubicBezTo>
                  <a:cubicBezTo>
                    <a:pt x="47286" y="10214"/>
                    <a:pt x="37062" y="0"/>
                    <a:pt x="23643" y="0"/>
                  </a:cubicBezTo>
                  <a:cubicBezTo>
                    <a:pt x="10224" y="0"/>
                    <a:pt x="0" y="10214"/>
                    <a:pt x="0" y="23621"/>
                  </a:cubicBezTo>
                  <a:cubicBezTo>
                    <a:pt x="0" y="37027"/>
                    <a:pt x="10863" y="47242"/>
                    <a:pt x="23643" y="47242"/>
                  </a:cubicBezTo>
                  <a:close/>
                </a:path>
              </a:pathLst>
            </a:custGeom>
            <a:solidFill>
              <a:srgbClr val="007CB0"/>
            </a:solidFill>
            <a:ln w="6390" cap="flat">
              <a:noFill/>
              <a:prstDash val="solid"/>
              <a:miter/>
            </a:ln>
          </p:spPr>
          <p:txBody>
            <a:bodyPr rtlCol="0" anchor="ctr"/>
            <a:lstStyle/>
            <a:p>
              <a:endParaRPr lang="en-US"/>
            </a:p>
          </p:txBody>
        </p:sp>
      </p:grpSp>
      <p:grpSp>
        <p:nvGrpSpPr>
          <p:cNvPr id="442" name="Graphic 4">
            <a:extLst>
              <a:ext uri="{FF2B5EF4-FFF2-40B4-BE49-F238E27FC236}">
                <a16:creationId xmlns:a16="http://schemas.microsoft.com/office/drawing/2014/main" id="{194FB07F-1F48-4646-B2DF-F49EFBBB9354}"/>
              </a:ext>
            </a:extLst>
          </p:cNvPr>
          <p:cNvGrpSpPr/>
          <p:nvPr/>
        </p:nvGrpSpPr>
        <p:grpSpPr>
          <a:xfrm>
            <a:off x="2561086" y="1893013"/>
            <a:ext cx="361670" cy="361333"/>
            <a:chOff x="2561086" y="1893013"/>
            <a:chExt cx="361670" cy="361333"/>
          </a:xfrm>
          <a:solidFill>
            <a:srgbClr val="007CB0"/>
          </a:solidFill>
        </p:grpSpPr>
        <p:sp>
          <p:nvSpPr>
            <p:cNvPr id="443" name="Graphic 4">
              <a:extLst>
                <a:ext uri="{FF2B5EF4-FFF2-40B4-BE49-F238E27FC236}">
                  <a16:creationId xmlns:a16="http://schemas.microsoft.com/office/drawing/2014/main" id="{5A7CDFED-3C9B-2D4C-B3FB-CEAC7FC4DEF2}"/>
                </a:ext>
              </a:extLst>
            </p:cNvPr>
            <p:cNvSpPr/>
            <p:nvPr/>
          </p:nvSpPr>
          <p:spPr>
            <a:xfrm>
              <a:off x="2561086"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444" name="Graphic 4">
              <a:extLst>
                <a:ext uri="{FF2B5EF4-FFF2-40B4-BE49-F238E27FC236}">
                  <a16:creationId xmlns:a16="http://schemas.microsoft.com/office/drawing/2014/main" id="{7381A654-9F95-2346-BB41-D1CBCFF189DF}"/>
                </a:ext>
              </a:extLst>
            </p:cNvPr>
            <p:cNvSpPr/>
            <p:nvPr/>
          </p:nvSpPr>
          <p:spPr>
            <a:xfrm>
              <a:off x="2684412" y="1970259"/>
              <a:ext cx="39617" cy="39580"/>
            </a:xfrm>
            <a:custGeom>
              <a:avLst/>
              <a:gdLst>
                <a:gd name="connsiteX0" fmla="*/ 19809 w 39617"/>
                <a:gd name="connsiteY0" fmla="*/ 39581 h 39580"/>
                <a:gd name="connsiteX1" fmla="*/ 39617 w 39617"/>
                <a:gd name="connsiteY1" fmla="*/ 19790 h 39580"/>
                <a:gd name="connsiteX2" fmla="*/ 19809 w 39617"/>
                <a:gd name="connsiteY2" fmla="*/ 0 h 39580"/>
                <a:gd name="connsiteX3" fmla="*/ 0 w 39617"/>
                <a:gd name="connsiteY3" fmla="*/ 19790 h 39580"/>
                <a:gd name="connsiteX4" fmla="*/ 19809 w 39617"/>
                <a:gd name="connsiteY4" fmla="*/ 39581 h 395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17" h="39580">
                  <a:moveTo>
                    <a:pt x="19809" y="39581"/>
                  </a:moveTo>
                  <a:cubicBezTo>
                    <a:pt x="30672" y="39581"/>
                    <a:pt x="39617" y="30643"/>
                    <a:pt x="39617" y="19790"/>
                  </a:cubicBezTo>
                  <a:cubicBezTo>
                    <a:pt x="39617" y="8938"/>
                    <a:pt x="30672" y="0"/>
                    <a:pt x="19809" y="0"/>
                  </a:cubicBezTo>
                  <a:cubicBezTo>
                    <a:pt x="8946" y="0"/>
                    <a:pt x="0" y="8938"/>
                    <a:pt x="0" y="19790"/>
                  </a:cubicBezTo>
                  <a:cubicBezTo>
                    <a:pt x="0" y="30643"/>
                    <a:pt x="8946" y="39581"/>
                    <a:pt x="19809" y="39581"/>
                  </a:cubicBezTo>
                  <a:close/>
                </a:path>
              </a:pathLst>
            </a:custGeom>
            <a:solidFill>
              <a:srgbClr val="007CB0"/>
            </a:solidFill>
            <a:ln w="6390" cap="flat">
              <a:noFill/>
              <a:prstDash val="solid"/>
              <a:miter/>
            </a:ln>
          </p:spPr>
          <p:txBody>
            <a:bodyPr rtlCol="0" anchor="ctr"/>
            <a:lstStyle/>
            <a:p>
              <a:endParaRPr lang="en-US"/>
            </a:p>
          </p:txBody>
        </p:sp>
        <p:sp>
          <p:nvSpPr>
            <p:cNvPr id="445" name="Graphic 4">
              <a:extLst>
                <a:ext uri="{FF2B5EF4-FFF2-40B4-BE49-F238E27FC236}">
                  <a16:creationId xmlns:a16="http://schemas.microsoft.com/office/drawing/2014/main" id="{452831A0-EACD-064C-948A-AAF287DE0ADF}"/>
                </a:ext>
              </a:extLst>
            </p:cNvPr>
            <p:cNvSpPr/>
            <p:nvPr/>
          </p:nvSpPr>
          <p:spPr>
            <a:xfrm>
              <a:off x="2676493" y="2023884"/>
              <a:ext cx="55454" cy="139809"/>
            </a:xfrm>
            <a:custGeom>
              <a:avLst/>
              <a:gdLst>
                <a:gd name="connsiteX0" fmla="*/ 34117 w 55454"/>
                <a:gd name="connsiteY0" fmla="*/ 0 h 139809"/>
                <a:gd name="connsiteX1" fmla="*/ 20699 w 55454"/>
                <a:gd name="connsiteY1" fmla="*/ 0 h 139809"/>
                <a:gd name="connsiteX2" fmla="*/ 14309 w 55454"/>
                <a:gd name="connsiteY2" fmla="*/ 5107 h 139809"/>
                <a:gd name="connsiteX3" fmla="*/ 251 w 55454"/>
                <a:gd name="connsiteY3" fmla="*/ 73416 h 139809"/>
                <a:gd name="connsiteX4" fmla="*/ 1529 w 55454"/>
                <a:gd name="connsiteY4" fmla="*/ 78523 h 139809"/>
                <a:gd name="connsiteX5" fmla="*/ 6641 w 55454"/>
                <a:gd name="connsiteY5" fmla="*/ 81077 h 139809"/>
                <a:gd name="connsiteX6" fmla="*/ 7280 w 55454"/>
                <a:gd name="connsiteY6" fmla="*/ 81077 h 139809"/>
                <a:gd name="connsiteX7" fmla="*/ 7280 w 55454"/>
                <a:gd name="connsiteY7" fmla="*/ 133425 h 139809"/>
                <a:gd name="connsiteX8" fmla="*/ 13670 w 55454"/>
                <a:gd name="connsiteY8" fmla="*/ 139809 h 139809"/>
                <a:gd name="connsiteX9" fmla="*/ 20060 w 55454"/>
                <a:gd name="connsiteY9" fmla="*/ 133425 h 139809"/>
                <a:gd name="connsiteX10" fmla="*/ 20060 w 55454"/>
                <a:gd name="connsiteY10" fmla="*/ 81077 h 139809"/>
                <a:gd name="connsiteX11" fmla="*/ 35395 w 55454"/>
                <a:gd name="connsiteY11" fmla="*/ 81077 h 139809"/>
                <a:gd name="connsiteX12" fmla="*/ 35395 w 55454"/>
                <a:gd name="connsiteY12" fmla="*/ 133425 h 139809"/>
                <a:gd name="connsiteX13" fmla="*/ 41785 w 55454"/>
                <a:gd name="connsiteY13" fmla="*/ 139809 h 139809"/>
                <a:gd name="connsiteX14" fmla="*/ 48175 w 55454"/>
                <a:gd name="connsiteY14" fmla="*/ 133425 h 139809"/>
                <a:gd name="connsiteX15" fmla="*/ 48175 w 55454"/>
                <a:gd name="connsiteY15" fmla="*/ 81077 h 139809"/>
                <a:gd name="connsiteX16" fmla="*/ 48814 w 55454"/>
                <a:gd name="connsiteY16" fmla="*/ 81077 h 139809"/>
                <a:gd name="connsiteX17" fmla="*/ 53926 w 55454"/>
                <a:gd name="connsiteY17" fmla="*/ 78523 h 139809"/>
                <a:gd name="connsiteX18" fmla="*/ 55204 w 55454"/>
                <a:gd name="connsiteY18" fmla="*/ 73416 h 139809"/>
                <a:gd name="connsiteX19" fmla="*/ 41146 w 55454"/>
                <a:gd name="connsiteY19" fmla="*/ 5107 h 139809"/>
                <a:gd name="connsiteX20" fmla="*/ 34117 w 55454"/>
                <a:gd name="connsiteY20" fmla="*/ 0 h 13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454" h="139809">
                  <a:moveTo>
                    <a:pt x="34117" y="0"/>
                  </a:moveTo>
                  <a:lnTo>
                    <a:pt x="20699" y="0"/>
                  </a:lnTo>
                  <a:cubicBezTo>
                    <a:pt x="17504" y="0"/>
                    <a:pt x="14948" y="1915"/>
                    <a:pt x="14309" y="5107"/>
                  </a:cubicBezTo>
                  <a:lnTo>
                    <a:pt x="251" y="73416"/>
                  </a:lnTo>
                  <a:cubicBezTo>
                    <a:pt x="-388" y="75331"/>
                    <a:pt x="251" y="77246"/>
                    <a:pt x="1529" y="78523"/>
                  </a:cubicBezTo>
                  <a:cubicBezTo>
                    <a:pt x="2807" y="79800"/>
                    <a:pt x="4724" y="81077"/>
                    <a:pt x="6641" y="81077"/>
                  </a:cubicBezTo>
                  <a:lnTo>
                    <a:pt x="7280" y="81077"/>
                  </a:lnTo>
                  <a:lnTo>
                    <a:pt x="7280" y="133425"/>
                  </a:lnTo>
                  <a:cubicBezTo>
                    <a:pt x="7280" y="137256"/>
                    <a:pt x="9836" y="139809"/>
                    <a:pt x="13670" y="139809"/>
                  </a:cubicBezTo>
                  <a:cubicBezTo>
                    <a:pt x="17504" y="139809"/>
                    <a:pt x="20060" y="137256"/>
                    <a:pt x="20060" y="133425"/>
                  </a:cubicBezTo>
                  <a:lnTo>
                    <a:pt x="20060" y="81077"/>
                  </a:lnTo>
                  <a:lnTo>
                    <a:pt x="35395" y="81077"/>
                  </a:lnTo>
                  <a:lnTo>
                    <a:pt x="35395" y="133425"/>
                  </a:lnTo>
                  <a:cubicBezTo>
                    <a:pt x="35395" y="137256"/>
                    <a:pt x="37951" y="139809"/>
                    <a:pt x="41785" y="139809"/>
                  </a:cubicBezTo>
                  <a:cubicBezTo>
                    <a:pt x="45619" y="139809"/>
                    <a:pt x="48175" y="137256"/>
                    <a:pt x="48175" y="133425"/>
                  </a:cubicBezTo>
                  <a:lnTo>
                    <a:pt x="48175" y="81077"/>
                  </a:lnTo>
                  <a:lnTo>
                    <a:pt x="48814" y="81077"/>
                  </a:lnTo>
                  <a:cubicBezTo>
                    <a:pt x="50731" y="81077"/>
                    <a:pt x="52648" y="80438"/>
                    <a:pt x="53926" y="78523"/>
                  </a:cubicBezTo>
                  <a:cubicBezTo>
                    <a:pt x="55204" y="77246"/>
                    <a:pt x="55843" y="75331"/>
                    <a:pt x="55204" y="73416"/>
                  </a:cubicBezTo>
                  <a:lnTo>
                    <a:pt x="41146" y="5107"/>
                  </a:lnTo>
                  <a:cubicBezTo>
                    <a:pt x="39868" y="2554"/>
                    <a:pt x="37312" y="0"/>
                    <a:pt x="34117" y="0"/>
                  </a:cubicBezTo>
                  <a:close/>
                </a:path>
              </a:pathLst>
            </a:custGeom>
            <a:solidFill>
              <a:srgbClr val="007CB0"/>
            </a:solidFill>
            <a:ln w="6390" cap="flat">
              <a:noFill/>
              <a:prstDash val="solid"/>
              <a:miter/>
            </a:ln>
          </p:spPr>
          <p:txBody>
            <a:bodyPr rtlCol="0" anchor="ctr"/>
            <a:lstStyle/>
            <a:p>
              <a:endParaRPr lang="en-US"/>
            </a:p>
          </p:txBody>
        </p:sp>
        <p:sp>
          <p:nvSpPr>
            <p:cNvPr id="446" name="Graphic 4">
              <a:extLst>
                <a:ext uri="{FF2B5EF4-FFF2-40B4-BE49-F238E27FC236}">
                  <a16:creationId xmlns:a16="http://schemas.microsoft.com/office/drawing/2014/main" id="{ABF01FAE-2379-724C-B120-73A7741731D5}"/>
                </a:ext>
              </a:extLst>
            </p:cNvPr>
            <p:cNvSpPr/>
            <p:nvPr/>
          </p:nvSpPr>
          <p:spPr>
            <a:xfrm>
              <a:off x="2745756" y="2025161"/>
              <a:ext cx="56231" cy="137894"/>
            </a:xfrm>
            <a:custGeom>
              <a:avLst/>
              <a:gdLst>
                <a:gd name="connsiteX0" fmla="*/ 49841 w 56231"/>
                <a:gd name="connsiteY0" fmla="*/ 0 h 137894"/>
                <a:gd name="connsiteX1" fmla="*/ 6390 w 56231"/>
                <a:gd name="connsiteY1" fmla="*/ 0 h 137894"/>
                <a:gd name="connsiteX2" fmla="*/ 0 w 56231"/>
                <a:gd name="connsiteY2" fmla="*/ 6384 h 137894"/>
                <a:gd name="connsiteX3" fmla="*/ 0 w 56231"/>
                <a:gd name="connsiteY3" fmla="*/ 60648 h 137894"/>
                <a:gd name="connsiteX4" fmla="*/ 6390 w 56231"/>
                <a:gd name="connsiteY4" fmla="*/ 67032 h 137894"/>
                <a:gd name="connsiteX5" fmla="*/ 7668 w 56231"/>
                <a:gd name="connsiteY5" fmla="*/ 67032 h 137894"/>
                <a:gd name="connsiteX6" fmla="*/ 7668 w 56231"/>
                <a:gd name="connsiteY6" fmla="*/ 131510 h 137894"/>
                <a:gd name="connsiteX7" fmla="*/ 14058 w 56231"/>
                <a:gd name="connsiteY7" fmla="*/ 137894 h 137894"/>
                <a:gd name="connsiteX8" fmla="*/ 20448 w 56231"/>
                <a:gd name="connsiteY8" fmla="*/ 131510 h 137894"/>
                <a:gd name="connsiteX9" fmla="*/ 20448 w 56231"/>
                <a:gd name="connsiteY9" fmla="*/ 67032 h 137894"/>
                <a:gd name="connsiteX10" fmla="*/ 35783 w 56231"/>
                <a:gd name="connsiteY10" fmla="*/ 67032 h 137894"/>
                <a:gd name="connsiteX11" fmla="*/ 35783 w 56231"/>
                <a:gd name="connsiteY11" fmla="*/ 131510 h 137894"/>
                <a:gd name="connsiteX12" fmla="*/ 42173 w 56231"/>
                <a:gd name="connsiteY12" fmla="*/ 137894 h 137894"/>
                <a:gd name="connsiteX13" fmla="*/ 48563 w 56231"/>
                <a:gd name="connsiteY13" fmla="*/ 131510 h 137894"/>
                <a:gd name="connsiteX14" fmla="*/ 48563 w 56231"/>
                <a:gd name="connsiteY14" fmla="*/ 67032 h 137894"/>
                <a:gd name="connsiteX15" fmla="*/ 49841 w 56231"/>
                <a:gd name="connsiteY15" fmla="*/ 67032 h 137894"/>
                <a:gd name="connsiteX16" fmla="*/ 56231 w 56231"/>
                <a:gd name="connsiteY16" fmla="*/ 60648 h 137894"/>
                <a:gd name="connsiteX17" fmla="*/ 56231 w 56231"/>
                <a:gd name="connsiteY17" fmla="*/ 6384 h 137894"/>
                <a:gd name="connsiteX18" fmla="*/ 49841 w 56231"/>
                <a:gd name="connsiteY18" fmla="*/ 0 h 137894"/>
                <a:gd name="connsiteX19" fmla="*/ 12780 w 56231"/>
                <a:gd name="connsiteY19" fmla="*/ 12768 h 137894"/>
                <a:gd name="connsiteX20" fmla="*/ 43451 w 56231"/>
                <a:gd name="connsiteY20" fmla="*/ 12768 h 137894"/>
                <a:gd name="connsiteX21" fmla="*/ 43451 w 56231"/>
                <a:gd name="connsiteY21" fmla="*/ 54264 h 137894"/>
                <a:gd name="connsiteX22" fmla="*/ 12780 w 56231"/>
                <a:gd name="connsiteY22" fmla="*/ 54264 h 137894"/>
                <a:gd name="connsiteX23" fmla="*/ 12780 w 56231"/>
                <a:gd name="connsiteY23" fmla="*/ 12768 h 137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231" h="137894">
                  <a:moveTo>
                    <a:pt x="49841" y="0"/>
                  </a:moveTo>
                  <a:lnTo>
                    <a:pt x="6390" y="0"/>
                  </a:lnTo>
                  <a:cubicBezTo>
                    <a:pt x="2556" y="0"/>
                    <a:pt x="0" y="2554"/>
                    <a:pt x="0" y="6384"/>
                  </a:cubicBezTo>
                  <a:lnTo>
                    <a:pt x="0" y="60648"/>
                  </a:lnTo>
                  <a:cubicBezTo>
                    <a:pt x="0" y="64478"/>
                    <a:pt x="2556" y="67032"/>
                    <a:pt x="6390" y="67032"/>
                  </a:cubicBezTo>
                  <a:lnTo>
                    <a:pt x="7668" y="67032"/>
                  </a:lnTo>
                  <a:lnTo>
                    <a:pt x="7668" y="131510"/>
                  </a:lnTo>
                  <a:cubicBezTo>
                    <a:pt x="7668" y="135340"/>
                    <a:pt x="10224" y="137894"/>
                    <a:pt x="14058" y="137894"/>
                  </a:cubicBezTo>
                  <a:cubicBezTo>
                    <a:pt x="17892" y="137894"/>
                    <a:pt x="20448" y="135340"/>
                    <a:pt x="20448" y="131510"/>
                  </a:cubicBezTo>
                  <a:lnTo>
                    <a:pt x="20448" y="67032"/>
                  </a:lnTo>
                  <a:lnTo>
                    <a:pt x="35783" y="67032"/>
                  </a:lnTo>
                  <a:lnTo>
                    <a:pt x="35783" y="131510"/>
                  </a:lnTo>
                  <a:cubicBezTo>
                    <a:pt x="35783" y="135340"/>
                    <a:pt x="38340" y="137894"/>
                    <a:pt x="42173" y="137894"/>
                  </a:cubicBezTo>
                  <a:cubicBezTo>
                    <a:pt x="46007" y="137894"/>
                    <a:pt x="48563" y="135340"/>
                    <a:pt x="48563" y="131510"/>
                  </a:cubicBezTo>
                  <a:lnTo>
                    <a:pt x="48563" y="67032"/>
                  </a:lnTo>
                  <a:lnTo>
                    <a:pt x="49841" y="67032"/>
                  </a:lnTo>
                  <a:cubicBezTo>
                    <a:pt x="53675" y="67032"/>
                    <a:pt x="56231" y="64478"/>
                    <a:pt x="56231" y="60648"/>
                  </a:cubicBezTo>
                  <a:lnTo>
                    <a:pt x="56231" y="6384"/>
                  </a:lnTo>
                  <a:cubicBezTo>
                    <a:pt x="56231" y="3192"/>
                    <a:pt x="53036" y="0"/>
                    <a:pt x="49841" y="0"/>
                  </a:cubicBezTo>
                  <a:close/>
                  <a:moveTo>
                    <a:pt x="12780" y="12768"/>
                  </a:moveTo>
                  <a:lnTo>
                    <a:pt x="43451" y="12768"/>
                  </a:lnTo>
                  <a:lnTo>
                    <a:pt x="43451" y="54264"/>
                  </a:lnTo>
                  <a:lnTo>
                    <a:pt x="12780" y="54264"/>
                  </a:lnTo>
                  <a:lnTo>
                    <a:pt x="12780" y="12768"/>
                  </a:lnTo>
                  <a:close/>
                </a:path>
              </a:pathLst>
            </a:custGeom>
            <a:solidFill>
              <a:srgbClr val="007CB0"/>
            </a:solidFill>
            <a:ln w="6390" cap="flat">
              <a:noFill/>
              <a:prstDash val="solid"/>
              <a:miter/>
            </a:ln>
          </p:spPr>
          <p:txBody>
            <a:bodyPr rtlCol="0" anchor="ctr"/>
            <a:lstStyle/>
            <a:p>
              <a:endParaRPr lang="en-US"/>
            </a:p>
          </p:txBody>
        </p:sp>
        <p:sp>
          <p:nvSpPr>
            <p:cNvPr id="447" name="Graphic 4">
              <a:extLst>
                <a:ext uri="{FF2B5EF4-FFF2-40B4-BE49-F238E27FC236}">
                  <a16:creationId xmlns:a16="http://schemas.microsoft.com/office/drawing/2014/main" id="{0C2B5809-7312-3E42-A2F9-B7CED62684B8}"/>
                </a:ext>
              </a:extLst>
            </p:cNvPr>
            <p:cNvSpPr/>
            <p:nvPr/>
          </p:nvSpPr>
          <p:spPr>
            <a:xfrm>
              <a:off x="2754062" y="1970259"/>
              <a:ext cx="39617" cy="39580"/>
            </a:xfrm>
            <a:custGeom>
              <a:avLst/>
              <a:gdLst>
                <a:gd name="connsiteX0" fmla="*/ 19809 w 39617"/>
                <a:gd name="connsiteY0" fmla="*/ 39581 h 39580"/>
                <a:gd name="connsiteX1" fmla="*/ 39618 w 39617"/>
                <a:gd name="connsiteY1" fmla="*/ 19790 h 39580"/>
                <a:gd name="connsiteX2" fmla="*/ 19809 w 39617"/>
                <a:gd name="connsiteY2" fmla="*/ 0 h 39580"/>
                <a:gd name="connsiteX3" fmla="*/ 0 w 39617"/>
                <a:gd name="connsiteY3" fmla="*/ 19790 h 39580"/>
                <a:gd name="connsiteX4" fmla="*/ 19809 w 39617"/>
                <a:gd name="connsiteY4" fmla="*/ 39581 h 39580"/>
                <a:gd name="connsiteX5" fmla="*/ 19809 w 39617"/>
                <a:gd name="connsiteY5" fmla="*/ 12768 h 39580"/>
                <a:gd name="connsiteX6" fmla="*/ 26838 w 39617"/>
                <a:gd name="connsiteY6" fmla="*/ 19790 h 39580"/>
                <a:gd name="connsiteX7" fmla="*/ 19809 w 39617"/>
                <a:gd name="connsiteY7" fmla="*/ 26813 h 39580"/>
                <a:gd name="connsiteX8" fmla="*/ 12780 w 39617"/>
                <a:gd name="connsiteY8" fmla="*/ 19790 h 39580"/>
                <a:gd name="connsiteX9" fmla="*/ 19809 w 39617"/>
                <a:gd name="connsiteY9" fmla="*/ 12768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17" h="39580">
                  <a:moveTo>
                    <a:pt x="19809" y="39581"/>
                  </a:moveTo>
                  <a:cubicBezTo>
                    <a:pt x="30672" y="39581"/>
                    <a:pt x="39618" y="30643"/>
                    <a:pt x="39618" y="19790"/>
                  </a:cubicBezTo>
                  <a:cubicBezTo>
                    <a:pt x="39618" y="8938"/>
                    <a:pt x="30672" y="0"/>
                    <a:pt x="19809" y="0"/>
                  </a:cubicBezTo>
                  <a:cubicBezTo>
                    <a:pt x="8946" y="0"/>
                    <a:pt x="0" y="8938"/>
                    <a:pt x="0" y="19790"/>
                  </a:cubicBezTo>
                  <a:cubicBezTo>
                    <a:pt x="0" y="30643"/>
                    <a:pt x="8946" y="39581"/>
                    <a:pt x="19809" y="39581"/>
                  </a:cubicBezTo>
                  <a:close/>
                  <a:moveTo>
                    <a:pt x="19809" y="12768"/>
                  </a:moveTo>
                  <a:cubicBezTo>
                    <a:pt x="23643" y="12768"/>
                    <a:pt x="26838" y="15960"/>
                    <a:pt x="26838" y="19790"/>
                  </a:cubicBezTo>
                  <a:cubicBezTo>
                    <a:pt x="26838" y="23621"/>
                    <a:pt x="23643" y="26813"/>
                    <a:pt x="19809" y="26813"/>
                  </a:cubicBezTo>
                  <a:cubicBezTo>
                    <a:pt x="15975" y="26813"/>
                    <a:pt x="12780" y="23621"/>
                    <a:pt x="12780" y="19790"/>
                  </a:cubicBezTo>
                  <a:cubicBezTo>
                    <a:pt x="12780" y="15960"/>
                    <a:pt x="15975" y="12768"/>
                    <a:pt x="19809" y="12768"/>
                  </a:cubicBezTo>
                  <a:close/>
                </a:path>
              </a:pathLst>
            </a:custGeom>
            <a:solidFill>
              <a:srgbClr val="007CB0"/>
            </a:solidFill>
            <a:ln w="6390" cap="flat">
              <a:noFill/>
              <a:prstDash val="solid"/>
              <a:miter/>
            </a:ln>
          </p:spPr>
          <p:txBody>
            <a:bodyPr rtlCol="0" anchor="ctr"/>
            <a:lstStyle/>
            <a:p>
              <a:endParaRPr lang="en-US"/>
            </a:p>
          </p:txBody>
        </p:sp>
        <p:sp>
          <p:nvSpPr>
            <p:cNvPr id="448" name="Graphic 4">
              <a:extLst>
                <a:ext uri="{FF2B5EF4-FFF2-40B4-BE49-F238E27FC236}">
                  <a16:creationId xmlns:a16="http://schemas.microsoft.com/office/drawing/2014/main" id="{896D56E7-3232-6D46-B58C-DBDC415217E8}"/>
                </a:ext>
              </a:extLst>
            </p:cNvPr>
            <p:cNvSpPr/>
            <p:nvPr/>
          </p:nvSpPr>
          <p:spPr>
            <a:xfrm>
              <a:off x="2823074" y="2032184"/>
              <a:ext cx="30671" cy="30643"/>
            </a:xfrm>
            <a:custGeom>
              <a:avLst/>
              <a:gdLst>
                <a:gd name="connsiteX0" fmla="*/ 30672 w 30671"/>
                <a:gd name="connsiteY0" fmla="*/ 15322 h 30643"/>
                <a:gd name="connsiteX1" fmla="*/ 15336 w 30671"/>
                <a:gd name="connsiteY1" fmla="*/ 30643 h 30643"/>
                <a:gd name="connsiteX2" fmla="*/ 0 w 30671"/>
                <a:gd name="connsiteY2" fmla="*/ 15322 h 30643"/>
                <a:gd name="connsiteX3" fmla="*/ 15336 w 30671"/>
                <a:gd name="connsiteY3" fmla="*/ 0 h 30643"/>
                <a:gd name="connsiteX4" fmla="*/ 30672 w 30671"/>
                <a:gd name="connsiteY4" fmla="*/ 15322 h 3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71" h="30643">
                  <a:moveTo>
                    <a:pt x="30672" y="15322"/>
                  </a:moveTo>
                  <a:cubicBezTo>
                    <a:pt x="30672" y="23783"/>
                    <a:pt x="23806" y="30643"/>
                    <a:pt x="15336" y="30643"/>
                  </a:cubicBezTo>
                  <a:cubicBezTo>
                    <a:pt x="6866" y="30643"/>
                    <a:pt x="0" y="23783"/>
                    <a:pt x="0" y="15322"/>
                  </a:cubicBezTo>
                  <a:cubicBezTo>
                    <a:pt x="0" y="6860"/>
                    <a:pt x="6866" y="0"/>
                    <a:pt x="15336" y="0"/>
                  </a:cubicBezTo>
                  <a:cubicBezTo>
                    <a:pt x="23806" y="0"/>
                    <a:pt x="30672" y="6860"/>
                    <a:pt x="30672" y="15322"/>
                  </a:cubicBezTo>
                  <a:close/>
                </a:path>
              </a:pathLst>
            </a:custGeom>
            <a:solidFill>
              <a:srgbClr val="007CB0"/>
            </a:solidFill>
            <a:ln w="6390" cap="flat">
              <a:noFill/>
              <a:prstDash val="solid"/>
              <a:miter/>
            </a:ln>
          </p:spPr>
          <p:txBody>
            <a:bodyPr rtlCol="0" anchor="ctr"/>
            <a:lstStyle/>
            <a:p>
              <a:endParaRPr lang="en-US"/>
            </a:p>
          </p:txBody>
        </p:sp>
        <p:sp>
          <p:nvSpPr>
            <p:cNvPr id="449" name="Graphic 4">
              <a:extLst>
                <a:ext uri="{FF2B5EF4-FFF2-40B4-BE49-F238E27FC236}">
                  <a16:creationId xmlns:a16="http://schemas.microsoft.com/office/drawing/2014/main" id="{C631E7C7-FE6F-4144-A823-704424AC9307}"/>
                </a:ext>
              </a:extLst>
            </p:cNvPr>
            <p:cNvSpPr/>
            <p:nvPr/>
          </p:nvSpPr>
          <p:spPr>
            <a:xfrm>
              <a:off x="2818350" y="2067934"/>
              <a:ext cx="40757" cy="95759"/>
            </a:xfrm>
            <a:custGeom>
              <a:avLst/>
              <a:gdLst>
                <a:gd name="connsiteX0" fmla="*/ 24532 w 40757"/>
                <a:gd name="connsiteY0" fmla="*/ 0 h 95759"/>
                <a:gd name="connsiteX1" fmla="*/ 15587 w 40757"/>
                <a:gd name="connsiteY1" fmla="*/ 0 h 95759"/>
                <a:gd name="connsiteX2" fmla="*/ 9197 w 40757"/>
                <a:gd name="connsiteY2" fmla="*/ 5107 h 95759"/>
                <a:gd name="connsiteX3" fmla="*/ 251 w 40757"/>
                <a:gd name="connsiteY3" fmla="*/ 49795 h 95759"/>
                <a:gd name="connsiteX4" fmla="*/ 1529 w 40757"/>
                <a:gd name="connsiteY4" fmla="*/ 54902 h 95759"/>
                <a:gd name="connsiteX5" fmla="*/ 4724 w 40757"/>
                <a:gd name="connsiteY5" fmla="*/ 56818 h 95759"/>
                <a:gd name="connsiteX6" fmla="*/ 4724 w 40757"/>
                <a:gd name="connsiteY6" fmla="*/ 89376 h 95759"/>
                <a:gd name="connsiteX7" fmla="*/ 11113 w 40757"/>
                <a:gd name="connsiteY7" fmla="*/ 95760 h 95759"/>
                <a:gd name="connsiteX8" fmla="*/ 17503 w 40757"/>
                <a:gd name="connsiteY8" fmla="*/ 89376 h 95759"/>
                <a:gd name="connsiteX9" fmla="*/ 17503 w 40757"/>
                <a:gd name="connsiteY9" fmla="*/ 57456 h 95759"/>
                <a:gd name="connsiteX10" fmla="*/ 23255 w 40757"/>
                <a:gd name="connsiteY10" fmla="*/ 57456 h 95759"/>
                <a:gd name="connsiteX11" fmla="*/ 23255 w 40757"/>
                <a:gd name="connsiteY11" fmla="*/ 89376 h 95759"/>
                <a:gd name="connsiteX12" fmla="*/ 29644 w 40757"/>
                <a:gd name="connsiteY12" fmla="*/ 95760 h 95759"/>
                <a:gd name="connsiteX13" fmla="*/ 36034 w 40757"/>
                <a:gd name="connsiteY13" fmla="*/ 89376 h 95759"/>
                <a:gd name="connsiteX14" fmla="*/ 36034 w 40757"/>
                <a:gd name="connsiteY14" fmla="*/ 56818 h 95759"/>
                <a:gd name="connsiteX15" fmla="*/ 39229 w 40757"/>
                <a:gd name="connsiteY15" fmla="*/ 54902 h 95759"/>
                <a:gd name="connsiteX16" fmla="*/ 40507 w 40757"/>
                <a:gd name="connsiteY16" fmla="*/ 49795 h 95759"/>
                <a:gd name="connsiteX17" fmla="*/ 30922 w 40757"/>
                <a:gd name="connsiteY17" fmla="*/ 5107 h 95759"/>
                <a:gd name="connsiteX18" fmla="*/ 24532 w 40757"/>
                <a:gd name="connsiteY18" fmla="*/ 0 h 95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757" h="95759">
                  <a:moveTo>
                    <a:pt x="24532" y="0"/>
                  </a:moveTo>
                  <a:lnTo>
                    <a:pt x="15587" y="0"/>
                  </a:lnTo>
                  <a:cubicBezTo>
                    <a:pt x="12392" y="0"/>
                    <a:pt x="9836" y="1915"/>
                    <a:pt x="9197" y="5107"/>
                  </a:cubicBezTo>
                  <a:lnTo>
                    <a:pt x="251" y="49795"/>
                  </a:lnTo>
                  <a:cubicBezTo>
                    <a:pt x="-388" y="51710"/>
                    <a:pt x="251" y="53626"/>
                    <a:pt x="1529" y="54902"/>
                  </a:cubicBezTo>
                  <a:cubicBezTo>
                    <a:pt x="2168" y="56179"/>
                    <a:pt x="3446" y="56179"/>
                    <a:pt x="4724" y="56818"/>
                  </a:cubicBezTo>
                  <a:lnTo>
                    <a:pt x="4724" y="89376"/>
                  </a:lnTo>
                  <a:cubicBezTo>
                    <a:pt x="4724" y="93206"/>
                    <a:pt x="7280" y="95760"/>
                    <a:pt x="11113" y="95760"/>
                  </a:cubicBezTo>
                  <a:cubicBezTo>
                    <a:pt x="14947" y="95760"/>
                    <a:pt x="17503" y="93206"/>
                    <a:pt x="17503" y="89376"/>
                  </a:cubicBezTo>
                  <a:lnTo>
                    <a:pt x="17503" y="57456"/>
                  </a:lnTo>
                  <a:lnTo>
                    <a:pt x="23255" y="57456"/>
                  </a:lnTo>
                  <a:lnTo>
                    <a:pt x="23255" y="89376"/>
                  </a:lnTo>
                  <a:cubicBezTo>
                    <a:pt x="23255" y="93206"/>
                    <a:pt x="25810" y="95760"/>
                    <a:pt x="29644" y="95760"/>
                  </a:cubicBezTo>
                  <a:cubicBezTo>
                    <a:pt x="33478" y="95760"/>
                    <a:pt x="36034" y="93206"/>
                    <a:pt x="36034" y="89376"/>
                  </a:cubicBezTo>
                  <a:lnTo>
                    <a:pt x="36034" y="56818"/>
                  </a:lnTo>
                  <a:cubicBezTo>
                    <a:pt x="37312" y="56179"/>
                    <a:pt x="38590" y="56179"/>
                    <a:pt x="39229" y="54902"/>
                  </a:cubicBezTo>
                  <a:cubicBezTo>
                    <a:pt x="40507" y="53626"/>
                    <a:pt x="41146" y="51710"/>
                    <a:pt x="40507" y="49795"/>
                  </a:cubicBezTo>
                  <a:lnTo>
                    <a:pt x="30922" y="5107"/>
                  </a:lnTo>
                  <a:cubicBezTo>
                    <a:pt x="29644" y="1915"/>
                    <a:pt x="27088" y="0"/>
                    <a:pt x="24532" y="0"/>
                  </a:cubicBezTo>
                  <a:close/>
                </a:path>
              </a:pathLst>
            </a:custGeom>
            <a:solidFill>
              <a:srgbClr val="007CB0"/>
            </a:solidFill>
            <a:ln w="6390" cap="flat">
              <a:noFill/>
              <a:prstDash val="solid"/>
              <a:miter/>
            </a:ln>
          </p:spPr>
          <p:txBody>
            <a:bodyPr rtlCol="0" anchor="ctr"/>
            <a:lstStyle/>
            <a:p>
              <a:endParaRPr lang="en-US"/>
            </a:p>
          </p:txBody>
        </p:sp>
        <p:sp>
          <p:nvSpPr>
            <p:cNvPr id="450" name="Graphic 4">
              <a:extLst>
                <a:ext uri="{FF2B5EF4-FFF2-40B4-BE49-F238E27FC236}">
                  <a16:creationId xmlns:a16="http://schemas.microsoft.com/office/drawing/2014/main" id="{733B538D-5879-C34D-974D-61BF485F55C3}"/>
                </a:ext>
              </a:extLst>
            </p:cNvPr>
            <p:cNvSpPr/>
            <p:nvPr/>
          </p:nvSpPr>
          <p:spPr>
            <a:xfrm>
              <a:off x="2621791" y="2068572"/>
              <a:ext cx="41534" cy="95121"/>
            </a:xfrm>
            <a:custGeom>
              <a:avLst/>
              <a:gdLst>
                <a:gd name="connsiteX0" fmla="*/ 34506 w 41534"/>
                <a:gd name="connsiteY0" fmla="*/ 0 h 95121"/>
                <a:gd name="connsiteX1" fmla="*/ 6390 w 41534"/>
                <a:gd name="connsiteY1" fmla="*/ 0 h 95121"/>
                <a:gd name="connsiteX2" fmla="*/ 0 w 41534"/>
                <a:gd name="connsiteY2" fmla="*/ 6384 h 95121"/>
                <a:gd name="connsiteX3" fmla="*/ 0 w 41534"/>
                <a:gd name="connsiteY3" fmla="*/ 42134 h 95121"/>
                <a:gd name="connsiteX4" fmla="*/ 5112 w 41534"/>
                <a:gd name="connsiteY4" fmla="*/ 48518 h 95121"/>
                <a:gd name="connsiteX5" fmla="*/ 5112 w 41534"/>
                <a:gd name="connsiteY5" fmla="*/ 88737 h 95121"/>
                <a:gd name="connsiteX6" fmla="*/ 11502 w 41534"/>
                <a:gd name="connsiteY6" fmla="*/ 95121 h 95121"/>
                <a:gd name="connsiteX7" fmla="*/ 17892 w 41534"/>
                <a:gd name="connsiteY7" fmla="*/ 88737 h 95121"/>
                <a:gd name="connsiteX8" fmla="*/ 17892 w 41534"/>
                <a:gd name="connsiteY8" fmla="*/ 48518 h 95121"/>
                <a:gd name="connsiteX9" fmla="*/ 23643 w 41534"/>
                <a:gd name="connsiteY9" fmla="*/ 48518 h 95121"/>
                <a:gd name="connsiteX10" fmla="*/ 23643 w 41534"/>
                <a:gd name="connsiteY10" fmla="*/ 88737 h 95121"/>
                <a:gd name="connsiteX11" fmla="*/ 30033 w 41534"/>
                <a:gd name="connsiteY11" fmla="*/ 95121 h 95121"/>
                <a:gd name="connsiteX12" fmla="*/ 36423 w 41534"/>
                <a:gd name="connsiteY12" fmla="*/ 88737 h 95121"/>
                <a:gd name="connsiteX13" fmla="*/ 36423 w 41534"/>
                <a:gd name="connsiteY13" fmla="*/ 48518 h 95121"/>
                <a:gd name="connsiteX14" fmla="*/ 41535 w 41534"/>
                <a:gd name="connsiteY14" fmla="*/ 42134 h 95121"/>
                <a:gd name="connsiteX15" fmla="*/ 41535 w 41534"/>
                <a:gd name="connsiteY15" fmla="*/ 6384 h 95121"/>
                <a:gd name="connsiteX16" fmla="*/ 34506 w 41534"/>
                <a:gd name="connsiteY16" fmla="*/ 0 h 95121"/>
                <a:gd name="connsiteX17" fmla="*/ 12780 w 41534"/>
                <a:gd name="connsiteY17" fmla="*/ 12768 h 95121"/>
                <a:gd name="connsiteX18" fmla="*/ 28116 w 41534"/>
                <a:gd name="connsiteY18" fmla="*/ 12768 h 95121"/>
                <a:gd name="connsiteX19" fmla="*/ 28116 w 41534"/>
                <a:gd name="connsiteY19" fmla="*/ 35750 h 95121"/>
                <a:gd name="connsiteX20" fmla="*/ 12780 w 41534"/>
                <a:gd name="connsiteY20" fmla="*/ 35750 h 95121"/>
                <a:gd name="connsiteX21" fmla="*/ 12780 w 41534"/>
                <a:gd name="connsiteY21" fmla="*/ 12768 h 95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1534" h="95121">
                  <a:moveTo>
                    <a:pt x="34506" y="0"/>
                  </a:moveTo>
                  <a:lnTo>
                    <a:pt x="6390" y="0"/>
                  </a:lnTo>
                  <a:cubicBezTo>
                    <a:pt x="2556" y="0"/>
                    <a:pt x="0" y="2554"/>
                    <a:pt x="0" y="6384"/>
                  </a:cubicBezTo>
                  <a:lnTo>
                    <a:pt x="0" y="42134"/>
                  </a:lnTo>
                  <a:cubicBezTo>
                    <a:pt x="0" y="45326"/>
                    <a:pt x="1917" y="47880"/>
                    <a:pt x="5112" y="48518"/>
                  </a:cubicBezTo>
                  <a:lnTo>
                    <a:pt x="5112" y="88737"/>
                  </a:lnTo>
                  <a:cubicBezTo>
                    <a:pt x="5112" y="92568"/>
                    <a:pt x="7668" y="95121"/>
                    <a:pt x="11502" y="95121"/>
                  </a:cubicBezTo>
                  <a:cubicBezTo>
                    <a:pt x="15336" y="95121"/>
                    <a:pt x="17892" y="92568"/>
                    <a:pt x="17892" y="88737"/>
                  </a:cubicBezTo>
                  <a:lnTo>
                    <a:pt x="17892" y="48518"/>
                  </a:lnTo>
                  <a:lnTo>
                    <a:pt x="23643" y="48518"/>
                  </a:lnTo>
                  <a:lnTo>
                    <a:pt x="23643" y="88737"/>
                  </a:lnTo>
                  <a:cubicBezTo>
                    <a:pt x="23643" y="92568"/>
                    <a:pt x="26199" y="95121"/>
                    <a:pt x="30033" y="95121"/>
                  </a:cubicBezTo>
                  <a:cubicBezTo>
                    <a:pt x="33867" y="95121"/>
                    <a:pt x="36423" y="92568"/>
                    <a:pt x="36423" y="88737"/>
                  </a:cubicBezTo>
                  <a:lnTo>
                    <a:pt x="36423" y="48518"/>
                  </a:lnTo>
                  <a:cubicBezTo>
                    <a:pt x="38979" y="47880"/>
                    <a:pt x="41535" y="45326"/>
                    <a:pt x="41535" y="42134"/>
                  </a:cubicBezTo>
                  <a:lnTo>
                    <a:pt x="41535" y="6384"/>
                  </a:lnTo>
                  <a:cubicBezTo>
                    <a:pt x="40896" y="2554"/>
                    <a:pt x="38340" y="0"/>
                    <a:pt x="34506" y="0"/>
                  </a:cubicBezTo>
                  <a:close/>
                  <a:moveTo>
                    <a:pt x="12780" y="12768"/>
                  </a:moveTo>
                  <a:lnTo>
                    <a:pt x="28116" y="12768"/>
                  </a:lnTo>
                  <a:lnTo>
                    <a:pt x="28116" y="35750"/>
                  </a:lnTo>
                  <a:lnTo>
                    <a:pt x="12780" y="35750"/>
                  </a:lnTo>
                  <a:lnTo>
                    <a:pt x="12780" y="12768"/>
                  </a:lnTo>
                  <a:close/>
                </a:path>
              </a:pathLst>
            </a:custGeom>
            <a:solidFill>
              <a:srgbClr val="007CB0"/>
            </a:solidFill>
            <a:ln w="6390" cap="flat">
              <a:noFill/>
              <a:prstDash val="solid"/>
              <a:miter/>
            </a:ln>
          </p:spPr>
          <p:txBody>
            <a:bodyPr rtlCol="0" anchor="ctr"/>
            <a:lstStyle/>
            <a:p>
              <a:endParaRPr lang="en-US"/>
            </a:p>
          </p:txBody>
        </p:sp>
        <p:sp>
          <p:nvSpPr>
            <p:cNvPr id="451" name="Graphic 4">
              <a:extLst>
                <a:ext uri="{FF2B5EF4-FFF2-40B4-BE49-F238E27FC236}">
                  <a16:creationId xmlns:a16="http://schemas.microsoft.com/office/drawing/2014/main" id="{3743D3AD-B7FC-694D-9C06-9FE0D50A0C32}"/>
                </a:ext>
              </a:extLst>
            </p:cNvPr>
            <p:cNvSpPr/>
            <p:nvPr/>
          </p:nvSpPr>
          <p:spPr>
            <a:xfrm>
              <a:off x="2626903" y="2032184"/>
              <a:ext cx="30671" cy="30643"/>
            </a:xfrm>
            <a:custGeom>
              <a:avLst/>
              <a:gdLst>
                <a:gd name="connsiteX0" fmla="*/ 15336 w 30671"/>
                <a:gd name="connsiteY0" fmla="*/ 30643 h 30643"/>
                <a:gd name="connsiteX1" fmla="*/ 30672 w 30671"/>
                <a:gd name="connsiteY1" fmla="*/ 15322 h 30643"/>
                <a:gd name="connsiteX2" fmla="*/ 15336 w 30671"/>
                <a:gd name="connsiteY2" fmla="*/ 0 h 30643"/>
                <a:gd name="connsiteX3" fmla="*/ 0 w 30671"/>
                <a:gd name="connsiteY3" fmla="*/ 15322 h 30643"/>
                <a:gd name="connsiteX4" fmla="*/ 15336 w 30671"/>
                <a:gd name="connsiteY4" fmla="*/ 30643 h 30643"/>
                <a:gd name="connsiteX5" fmla="*/ 15336 w 30671"/>
                <a:gd name="connsiteY5" fmla="*/ 12768 h 30643"/>
                <a:gd name="connsiteX6" fmla="*/ 17892 w 30671"/>
                <a:gd name="connsiteY6" fmla="*/ 15322 h 30643"/>
                <a:gd name="connsiteX7" fmla="*/ 15336 w 30671"/>
                <a:gd name="connsiteY7" fmla="*/ 17875 h 30643"/>
                <a:gd name="connsiteX8" fmla="*/ 12780 w 30671"/>
                <a:gd name="connsiteY8" fmla="*/ 15322 h 30643"/>
                <a:gd name="connsiteX9" fmla="*/ 15336 w 30671"/>
                <a:gd name="connsiteY9" fmla="*/ 12768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671" h="30643">
                  <a:moveTo>
                    <a:pt x="15336" y="30643"/>
                  </a:moveTo>
                  <a:cubicBezTo>
                    <a:pt x="23643" y="30643"/>
                    <a:pt x="30672" y="23621"/>
                    <a:pt x="30672" y="15322"/>
                  </a:cubicBezTo>
                  <a:cubicBezTo>
                    <a:pt x="30672" y="7022"/>
                    <a:pt x="23643" y="0"/>
                    <a:pt x="15336" y="0"/>
                  </a:cubicBezTo>
                  <a:cubicBezTo>
                    <a:pt x="7029" y="0"/>
                    <a:pt x="0" y="7022"/>
                    <a:pt x="0" y="15322"/>
                  </a:cubicBezTo>
                  <a:cubicBezTo>
                    <a:pt x="0" y="23621"/>
                    <a:pt x="7029" y="30643"/>
                    <a:pt x="15336" y="30643"/>
                  </a:cubicBezTo>
                  <a:close/>
                  <a:moveTo>
                    <a:pt x="15336" y="12768"/>
                  </a:moveTo>
                  <a:cubicBezTo>
                    <a:pt x="16614" y="12768"/>
                    <a:pt x="17892" y="14045"/>
                    <a:pt x="17892" y="15322"/>
                  </a:cubicBezTo>
                  <a:cubicBezTo>
                    <a:pt x="17892" y="16598"/>
                    <a:pt x="16614" y="17875"/>
                    <a:pt x="15336" y="17875"/>
                  </a:cubicBezTo>
                  <a:cubicBezTo>
                    <a:pt x="14058" y="17875"/>
                    <a:pt x="12780" y="16598"/>
                    <a:pt x="12780" y="15322"/>
                  </a:cubicBezTo>
                  <a:cubicBezTo>
                    <a:pt x="12780" y="14045"/>
                    <a:pt x="14058" y="12768"/>
                    <a:pt x="15336" y="12768"/>
                  </a:cubicBezTo>
                  <a:close/>
                </a:path>
              </a:pathLst>
            </a:custGeom>
            <a:solidFill>
              <a:srgbClr val="007CB0"/>
            </a:solidFill>
            <a:ln w="6390" cap="flat">
              <a:noFill/>
              <a:prstDash val="solid"/>
              <a:miter/>
            </a:ln>
          </p:spPr>
          <p:txBody>
            <a:bodyPr rtlCol="0" anchor="ctr"/>
            <a:lstStyle/>
            <a:p>
              <a:endParaRPr lang="en-US"/>
            </a:p>
          </p:txBody>
        </p:sp>
      </p:grpSp>
      <p:grpSp>
        <p:nvGrpSpPr>
          <p:cNvPr id="452" name="Graphic 4">
            <a:extLst>
              <a:ext uri="{FF2B5EF4-FFF2-40B4-BE49-F238E27FC236}">
                <a16:creationId xmlns:a16="http://schemas.microsoft.com/office/drawing/2014/main" id="{A37EBD7E-544F-254C-9530-6B9E26879D7C}"/>
              </a:ext>
            </a:extLst>
          </p:cNvPr>
          <p:cNvGrpSpPr/>
          <p:nvPr/>
        </p:nvGrpSpPr>
        <p:grpSpPr>
          <a:xfrm>
            <a:off x="1515054" y="1893013"/>
            <a:ext cx="361670" cy="361333"/>
            <a:chOff x="1515054" y="1893013"/>
            <a:chExt cx="361670" cy="361333"/>
          </a:xfrm>
          <a:solidFill>
            <a:srgbClr val="007CB0"/>
          </a:solidFill>
        </p:grpSpPr>
        <p:sp>
          <p:nvSpPr>
            <p:cNvPr id="453" name="Graphic 4">
              <a:extLst>
                <a:ext uri="{FF2B5EF4-FFF2-40B4-BE49-F238E27FC236}">
                  <a16:creationId xmlns:a16="http://schemas.microsoft.com/office/drawing/2014/main" id="{E072D96E-2AA2-694B-8717-92C1DA7B9F22}"/>
                </a:ext>
              </a:extLst>
            </p:cNvPr>
            <p:cNvSpPr/>
            <p:nvPr/>
          </p:nvSpPr>
          <p:spPr>
            <a:xfrm>
              <a:off x="1515054"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454" name="Graphic 4">
              <a:extLst>
                <a:ext uri="{FF2B5EF4-FFF2-40B4-BE49-F238E27FC236}">
                  <a16:creationId xmlns:a16="http://schemas.microsoft.com/office/drawing/2014/main" id="{191B8CF6-C56C-B241-BCAC-B75DDEE564DA}"/>
                </a:ext>
              </a:extLst>
            </p:cNvPr>
            <p:cNvSpPr/>
            <p:nvPr/>
          </p:nvSpPr>
          <p:spPr>
            <a:xfrm>
              <a:off x="1639657" y="1977281"/>
              <a:ext cx="39617" cy="39580"/>
            </a:xfrm>
            <a:custGeom>
              <a:avLst/>
              <a:gdLst>
                <a:gd name="connsiteX0" fmla="*/ 19809 w 39617"/>
                <a:gd name="connsiteY0" fmla="*/ 39581 h 39580"/>
                <a:gd name="connsiteX1" fmla="*/ 39617 w 39617"/>
                <a:gd name="connsiteY1" fmla="*/ 19790 h 39580"/>
                <a:gd name="connsiteX2" fmla="*/ 19809 w 39617"/>
                <a:gd name="connsiteY2" fmla="*/ 0 h 39580"/>
                <a:gd name="connsiteX3" fmla="*/ 0 w 39617"/>
                <a:gd name="connsiteY3" fmla="*/ 19790 h 39580"/>
                <a:gd name="connsiteX4" fmla="*/ 19809 w 39617"/>
                <a:gd name="connsiteY4" fmla="*/ 39581 h 39580"/>
                <a:gd name="connsiteX5" fmla="*/ 19809 w 39617"/>
                <a:gd name="connsiteY5" fmla="*/ 12768 h 39580"/>
                <a:gd name="connsiteX6" fmla="*/ 26838 w 39617"/>
                <a:gd name="connsiteY6" fmla="*/ 19790 h 39580"/>
                <a:gd name="connsiteX7" fmla="*/ 19809 w 39617"/>
                <a:gd name="connsiteY7" fmla="*/ 26813 h 39580"/>
                <a:gd name="connsiteX8" fmla="*/ 12780 w 39617"/>
                <a:gd name="connsiteY8" fmla="*/ 19790 h 39580"/>
                <a:gd name="connsiteX9" fmla="*/ 19809 w 39617"/>
                <a:gd name="connsiteY9" fmla="*/ 12768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17" h="39580">
                  <a:moveTo>
                    <a:pt x="19809" y="39581"/>
                  </a:moveTo>
                  <a:cubicBezTo>
                    <a:pt x="30672" y="39581"/>
                    <a:pt x="39617" y="30643"/>
                    <a:pt x="39617" y="19790"/>
                  </a:cubicBezTo>
                  <a:cubicBezTo>
                    <a:pt x="39617" y="8938"/>
                    <a:pt x="30672" y="0"/>
                    <a:pt x="19809" y="0"/>
                  </a:cubicBezTo>
                  <a:cubicBezTo>
                    <a:pt x="8946" y="0"/>
                    <a:pt x="0" y="8938"/>
                    <a:pt x="0" y="19790"/>
                  </a:cubicBezTo>
                  <a:cubicBezTo>
                    <a:pt x="0" y="30643"/>
                    <a:pt x="8946" y="39581"/>
                    <a:pt x="19809" y="39581"/>
                  </a:cubicBezTo>
                  <a:close/>
                  <a:moveTo>
                    <a:pt x="19809" y="12768"/>
                  </a:moveTo>
                  <a:cubicBezTo>
                    <a:pt x="23643" y="12768"/>
                    <a:pt x="26838" y="15960"/>
                    <a:pt x="26838" y="19790"/>
                  </a:cubicBezTo>
                  <a:cubicBezTo>
                    <a:pt x="26838" y="23621"/>
                    <a:pt x="23643" y="26813"/>
                    <a:pt x="19809" y="26813"/>
                  </a:cubicBezTo>
                  <a:cubicBezTo>
                    <a:pt x="15975" y="26813"/>
                    <a:pt x="12780" y="23621"/>
                    <a:pt x="12780" y="19790"/>
                  </a:cubicBezTo>
                  <a:cubicBezTo>
                    <a:pt x="12780" y="15960"/>
                    <a:pt x="15975" y="12768"/>
                    <a:pt x="19809" y="12768"/>
                  </a:cubicBezTo>
                  <a:close/>
                </a:path>
              </a:pathLst>
            </a:custGeom>
            <a:solidFill>
              <a:srgbClr val="007CB0"/>
            </a:solidFill>
            <a:ln w="6390" cap="flat">
              <a:noFill/>
              <a:prstDash val="solid"/>
              <a:miter/>
            </a:ln>
          </p:spPr>
          <p:txBody>
            <a:bodyPr rtlCol="0" anchor="ctr"/>
            <a:lstStyle/>
            <a:p>
              <a:endParaRPr lang="en-US"/>
            </a:p>
          </p:txBody>
        </p:sp>
        <p:sp>
          <p:nvSpPr>
            <p:cNvPr id="455" name="Graphic 4">
              <a:extLst>
                <a:ext uri="{FF2B5EF4-FFF2-40B4-BE49-F238E27FC236}">
                  <a16:creationId xmlns:a16="http://schemas.microsoft.com/office/drawing/2014/main" id="{05E0F537-6B2C-8A4D-90BD-935BC76E2537}"/>
                </a:ext>
              </a:extLst>
            </p:cNvPr>
            <p:cNvSpPr/>
            <p:nvPr/>
          </p:nvSpPr>
          <p:spPr>
            <a:xfrm>
              <a:off x="1632378" y="2031545"/>
              <a:ext cx="55454" cy="139809"/>
            </a:xfrm>
            <a:custGeom>
              <a:avLst/>
              <a:gdLst>
                <a:gd name="connsiteX0" fmla="*/ 34117 w 55454"/>
                <a:gd name="connsiteY0" fmla="*/ 0 h 139809"/>
                <a:gd name="connsiteX1" fmla="*/ 20699 w 55454"/>
                <a:gd name="connsiteY1" fmla="*/ 0 h 139809"/>
                <a:gd name="connsiteX2" fmla="*/ 14309 w 55454"/>
                <a:gd name="connsiteY2" fmla="*/ 5107 h 139809"/>
                <a:gd name="connsiteX3" fmla="*/ 251 w 55454"/>
                <a:gd name="connsiteY3" fmla="*/ 73416 h 139809"/>
                <a:gd name="connsiteX4" fmla="*/ 1529 w 55454"/>
                <a:gd name="connsiteY4" fmla="*/ 78523 h 139809"/>
                <a:gd name="connsiteX5" fmla="*/ 6641 w 55454"/>
                <a:gd name="connsiteY5" fmla="*/ 81076 h 139809"/>
                <a:gd name="connsiteX6" fmla="*/ 7280 w 55454"/>
                <a:gd name="connsiteY6" fmla="*/ 81076 h 139809"/>
                <a:gd name="connsiteX7" fmla="*/ 7280 w 55454"/>
                <a:gd name="connsiteY7" fmla="*/ 133425 h 139809"/>
                <a:gd name="connsiteX8" fmla="*/ 13670 w 55454"/>
                <a:gd name="connsiteY8" fmla="*/ 139809 h 139809"/>
                <a:gd name="connsiteX9" fmla="*/ 20060 w 55454"/>
                <a:gd name="connsiteY9" fmla="*/ 133425 h 139809"/>
                <a:gd name="connsiteX10" fmla="*/ 20060 w 55454"/>
                <a:gd name="connsiteY10" fmla="*/ 81076 h 139809"/>
                <a:gd name="connsiteX11" fmla="*/ 35395 w 55454"/>
                <a:gd name="connsiteY11" fmla="*/ 81076 h 139809"/>
                <a:gd name="connsiteX12" fmla="*/ 35395 w 55454"/>
                <a:gd name="connsiteY12" fmla="*/ 133425 h 139809"/>
                <a:gd name="connsiteX13" fmla="*/ 41785 w 55454"/>
                <a:gd name="connsiteY13" fmla="*/ 139809 h 139809"/>
                <a:gd name="connsiteX14" fmla="*/ 48175 w 55454"/>
                <a:gd name="connsiteY14" fmla="*/ 133425 h 139809"/>
                <a:gd name="connsiteX15" fmla="*/ 48175 w 55454"/>
                <a:gd name="connsiteY15" fmla="*/ 81076 h 139809"/>
                <a:gd name="connsiteX16" fmla="*/ 48814 w 55454"/>
                <a:gd name="connsiteY16" fmla="*/ 81076 h 139809"/>
                <a:gd name="connsiteX17" fmla="*/ 53926 w 55454"/>
                <a:gd name="connsiteY17" fmla="*/ 78523 h 139809"/>
                <a:gd name="connsiteX18" fmla="*/ 55204 w 55454"/>
                <a:gd name="connsiteY18" fmla="*/ 73416 h 139809"/>
                <a:gd name="connsiteX19" fmla="*/ 41146 w 55454"/>
                <a:gd name="connsiteY19" fmla="*/ 5107 h 139809"/>
                <a:gd name="connsiteX20" fmla="*/ 34117 w 55454"/>
                <a:gd name="connsiteY20" fmla="*/ 0 h 139809"/>
                <a:gd name="connsiteX21" fmla="*/ 14309 w 55454"/>
                <a:gd name="connsiteY21" fmla="*/ 67670 h 139809"/>
                <a:gd name="connsiteX22" fmla="*/ 25810 w 55454"/>
                <a:gd name="connsiteY22" fmla="*/ 12130 h 139809"/>
                <a:gd name="connsiteX23" fmla="*/ 29005 w 55454"/>
                <a:gd name="connsiteY23" fmla="*/ 12130 h 139809"/>
                <a:gd name="connsiteX24" fmla="*/ 40507 w 55454"/>
                <a:gd name="connsiteY24" fmla="*/ 67670 h 139809"/>
                <a:gd name="connsiteX25" fmla="*/ 14309 w 55454"/>
                <a:gd name="connsiteY25" fmla="*/ 67670 h 13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5454" h="139809">
                  <a:moveTo>
                    <a:pt x="34117" y="0"/>
                  </a:moveTo>
                  <a:lnTo>
                    <a:pt x="20699" y="0"/>
                  </a:lnTo>
                  <a:cubicBezTo>
                    <a:pt x="17504" y="0"/>
                    <a:pt x="14947" y="1915"/>
                    <a:pt x="14309" y="5107"/>
                  </a:cubicBezTo>
                  <a:lnTo>
                    <a:pt x="251" y="73416"/>
                  </a:lnTo>
                  <a:cubicBezTo>
                    <a:pt x="-388" y="75331"/>
                    <a:pt x="251" y="77246"/>
                    <a:pt x="1529" y="78523"/>
                  </a:cubicBezTo>
                  <a:cubicBezTo>
                    <a:pt x="2807" y="79800"/>
                    <a:pt x="4724" y="81076"/>
                    <a:pt x="6641" y="81076"/>
                  </a:cubicBezTo>
                  <a:lnTo>
                    <a:pt x="7280" y="81076"/>
                  </a:lnTo>
                  <a:lnTo>
                    <a:pt x="7280" y="133425"/>
                  </a:lnTo>
                  <a:cubicBezTo>
                    <a:pt x="7280" y="137256"/>
                    <a:pt x="9836" y="139809"/>
                    <a:pt x="13670" y="139809"/>
                  </a:cubicBezTo>
                  <a:cubicBezTo>
                    <a:pt x="17504" y="139809"/>
                    <a:pt x="20060" y="137256"/>
                    <a:pt x="20060" y="133425"/>
                  </a:cubicBezTo>
                  <a:lnTo>
                    <a:pt x="20060" y="81076"/>
                  </a:lnTo>
                  <a:lnTo>
                    <a:pt x="35395" y="81076"/>
                  </a:lnTo>
                  <a:lnTo>
                    <a:pt x="35395" y="133425"/>
                  </a:lnTo>
                  <a:cubicBezTo>
                    <a:pt x="35395" y="137256"/>
                    <a:pt x="37951" y="139809"/>
                    <a:pt x="41785" y="139809"/>
                  </a:cubicBezTo>
                  <a:cubicBezTo>
                    <a:pt x="45619" y="139809"/>
                    <a:pt x="48175" y="137256"/>
                    <a:pt x="48175" y="133425"/>
                  </a:cubicBezTo>
                  <a:lnTo>
                    <a:pt x="48175" y="81076"/>
                  </a:lnTo>
                  <a:lnTo>
                    <a:pt x="48814" y="81076"/>
                  </a:lnTo>
                  <a:cubicBezTo>
                    <a:pt x="50731" y="81076"/>
                    <a:pt x="52648" y="80438"/>
                    <a:pt x="53926" y="78523"/>
                  </a:cubicBezTo>
                  <a:cubicBezTo>
                    <a:pt x="55204" y="77246"/>
                    <a:pt x="55843" y="75331"/>
                    <a:pt x="55204" y="73416"/>
                  </a:cubicBezTo>
                  <a:lnTo>
                    <a:pt x="41146" y="5107"/>
                  </a:lnTo>
                  <a:cubicBezTo>
                    <a:pt x="39868" y="1915"/>
                    <a:pt x="37312" y="0"/>
                    <a:pt x="34117" y="0"/>
                  </a:cubicBezTo>
                  <a:close/>
                  <a:moveTo>
                    <a:pt x="14309" y="67670"/>
                  </a:moveTo>
                  <a:lnTo>
                    <a:pt x="25810" y="12130"/>
                  </a:lnTo>
                  <a:lnTo>
                    <a:pt x="29005" y="12130"/>
                  </a:lnTo>
                  <a:lnTo>
                    <a:pt x="40507" y="67670"/>
                  </a:lnTo>
                  <a:lnTo>
                    <a:pt x="14309" y="67670"/>
                  </a:lnTo>
                  <a:close/>
                </a:path>
              </a:pathLst>
            </a:custGeom>
            <a:solidFill>
              <a:srgbClr val="007CB0"/>
            </a:solidFill>
            <a:ln w="6390" cap="flat">
              <a:noFill/>
              <a:prstDash val="solid"/>
              <a:miter/>
            </a:ln>
          </p:spPr>
          <p:txBody>
            <a:bodyPr rtlCol="0" anchor="ctr"/>
            <a:lstStyle/>
            <a:p>
              <a:endParaRPr lang="en-US"/>
            </a:p>
          </p:txBody>
        </p:sp>
        <p:sp>
          <p:nvSpPr>
            <p:cNvPr id="456" name="Graphic 4">
              <a:extLst>
                <a:ext uri="{FF2B5EF4-FFF2-40B4-BE49-F238E27FC236}">
                  <a16:creationId xmlns:a16="http://schemas.microsoft.com/office/drawing/2014/main" id="{2F1967A9-324B-8B4C-A86C-28F6D4C2873B}"/>
                </a:ext>
              </a:extLst>
            </p:cNvPr>
            <p:cNvSpPr/>
            <p:nvPr/>
          </p:nvSpPr>
          <p:spPr>
            <a:xfrm>
              <a:off x="1701001" y="2032822"/>
              <a:ext cx="56231" cy="137894"/>
            </a:xfrm>
            <a:custGeom>
              <a:avLst/>
              <a:gdLst>
                <a:gd name="connsiteX0" fmla="*/ 49841 w 56231"/>
                <a:gd name="connsiteY0" fmla="*/ 0 h 137894"/>
                <a:gd name="connsiteX1" fmla="*/ 6390 w 56231"/>
                <a:gd name="connsiteY1" fmla="*/ 0 h 137894"/>
                <a:gd name="connsiteX2" fmla="*/ 0 w 56231"/>
                <a:gd name="connsiteY2" fmla="*/ 6384 h 137894"/>
                <a:gd name="connsiteX3" fmla="*/ 0 w 56231"/>
                <a:gd name="connsiteY3" fmla="*/ 60648 h 137894"/>
                <a:gd name="connsiteX4" fmla="*/ 6390 w 56231"/>
                <a:gd name="connsiteY4" fmla="*/ 67032 h 137894"/>
                <a:gd name="connsiteX5" fmla="*/ 7668 w 56231"/>
                <a:gd name="connsiteY5" fmla="*/ 67032 h 137894"/>
                <a:gd name="connsiteX6" fmla="*/ 7668 w 56231"/>
                <a:gd name="connsiteY6" fmla="*/ 131510 h 137894"/>
                <a:gd name="connsiteX7" fmla="*/ 14058 w 56231"/>
                <a:gd name="connsiteY7" fmla="*/ 137894 h 137894"/>
                <a:gd name="connsiteX8" fmla="*/ 20448 w 56231"/>
                <a:gd name="connsiteY8" fmla="*/ 131510 h 137894"/>
                <a:gd name="connsiteX9" fmla="*/ 20448 w 56231"/>
                <a:gd name="connsiteY9" fmla="*/ 67032 h 137894"/>
                <a:gd name="connsiteX10" fmla="*/ 35783 w 56231"/>
                <a:gd name="connsiteY10" fmla="*/ 67032 h 137894"/>
                <a:gd name="connsiteX11" fmla="*/ 35783 w 56231"/>
                <a:gd name="connsiteY11" fmla="*/ 131510 h 137894"/>
                <a:gd name="connsiteX12" fmla="*/ 42173 w 56231"/>
                <a:gd name="connsiteY12" fmla="*/ 137894 h 137894"/>
                <a:gd name="connsiteX13" fmla="*/ 48563 w 56231"/>
                <a:gd name="connsiteY13" fmla="*/ 131510 h 137894"/>
                <a:gd name="connsiteX14" fmla="*/ 48563 w 56231"/>
                <a:gd name="connsiteY14" fmla="*/ 67032 h 137894"/>
                <a:gd name="connsiteX15" fmla="*/ 49841 w 56231"/>
                <a:gd name="connsiteY15" fmla="*/ 67032 h 137894"/>
                <a:gd name="connsiteX16" fmla="*/ 56231 w 56231"/>
                <a:gd name="connsiteY16" fmla="*/ 60648 h 137894"/>
                <a:gd name="connsiteX17" fmla="*/ 56231 w 56231"/>
                <a:gd name="connsiteY17" fmla="*/ 6384 h 137894"/>
                <a:gd name="connsiteX18" fmla="*/ 49841 w 56231"/>
                <a:gd name="connsiteY18" fmla="*/ 0 h 137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6231" h="137894">
                  <a:moveTo>
                    <a:pt x="49841" y="0"/>
                  </a:moveTo>
                  <a:lnTo>
                    <a:pt x="6390" y="0"/>
                  </a:lnTo>
                  <a:cubicBezTo>
                    <a:pt x="2556" y="0"/>
                    <a:pt x="0" y="2554"/>
                    <a:pt x="0" y="6384"/>
                  </a:cubicBezTo>
                  <a:lnTo>
                    <a:pt x="0" y="60648"/>
                  </a:lnTo>
                  <a:cubicBezTo>
                    <a:pt x="0" y="64478"/>
                    <a:pt x="2556" y="67032"/>
                    <a:pt x="6390" y="67032"/>
                  </a:cubicBezTo>
                  <a:lnTo>
                    <a:pt x="7668" y="67032"/>
                  </a:lnTo>
                  <a:lnTo>
                    <a:pt x="7668" y="131510"/>
                  </a:lnTo>
                  <a:cubicBezTo>
                    <a:pt x="7668" y="135341"/>
                    <a:pt x="10224" y="137894"/>
                    <a:pt x="14058" y="137894"/>
                  </a:cubicBezTo>
                  <a:cubicBezTo>
                    <a:pt x="17892" y="137894"/>
                    <a:pt x="20448" y="135341"/>
                    <a:pt x="20448" y="131510"/>
                  </a:cubicBezTo>
                  <a:lnTo>
                    <a:pt x="20448" y="67032"/>
                  </a:lnTo>
                  <a:lnTo>
                    <a:pt x="35783" y="67032"/>
                  </a:lnTo>
                  <a:lnTo>
                    <a:pt x="35783" y="131510"/>
                  </a:lnTo>
                  <a:cubicBezTo>
                    <a:pt x="35783" y="135341"/>
                    <a:pt x="38340" y="137894"/>
                    <a:pt x="42173" y="137894"/>
                  </a:cubicBezTo>
                  <a:cubicBezTo>
                    <a:pt x="46007" y="137894"/>
                    <a:pt x="48563" y="135341"/>
                    <a:pt x="48563" y="131510"/>
                  </a:cubicBezTo>
                  <a:lnTo>
                    <a:pt x="48563" y="67032"/>
                  </a:lnTo>
                  <a:lnTo>
                    <a:pt x="49841" y="67032"/>
                  </a:lnTo>
                  <a:cubicBezTo>
                    <a:pt x="53675" y="67032"/>
                    <a:pt x="56231" y="64478"/>
                    <a:pt x="56231" y="60648"/>
                  </a:cubicBezTo>
                  <a:lnTo>
                    <a:pt x="56231" y="6384"/>
                  </a:lnTo>
                  <a:cubicBezTo>
                    <a:pt x="56231" y="2554"/>
                    <a:pt x="53675" y="0"/>
                    <a:pt x="49841" y="0"/>
                  </a:cubicBezTo>
                  <a:close/>
                </a:path>
              </a:pathLst>
            </a:custGeom>
            <a:solidFill>
              <a:srgbClr val="007CB0"/>
            </a:solidFill>
            <a:ln w="6390" cap="flat">
              <a:noFill/>
              <a:prstDash val="solid"/>
              <a:miter/>
            </a:ln>
          </p:spPr>
          <p:txBody>
            <a:bodyPr rtlCol="0" anchor="ctr"/>
            <a:lstStyle/>
            <a:p>
              <a:endParaRPr lang="en-US"/>
            </a:p>
          </p:txBody>
        </p:sp>
        <p:sp>
          <p:nvSpPr>
            <p:cNvPr id="457" name="Graphic 4">
              <a:extLst>
                <a:ext uri="{FF2B5EF4-FFF2-40B4-BE49-F238E27FC236}">
                  <a16:creationId xmlns:a16="http://schemas.microsoft.com/office/drawing/2014/main" id="{5D7FE0C2-8C12-F54F-AD10-1CAE2C92DAB2}"/>
                </a:ext>
              </a:extLst>
            </p:cNvPr>
            <p:cNvSpPr/>
            <p:nvPr/>
          </p:nvSpPr>
          <p:spPr>
            <a:xfrm>
              <a:off x="1709947" y="1977281"/>
              <a:ext cx="39617" cy="39580"/>
            </a:xfrm>
            <a:custGeom>
              <a:avLst/>
              <a:gdLst>
                <a:gd name="connsiteX0" fmla="*/ 19809 w 39617"/>
                <a:gd name="connsiteY0" fmla="*/ 39581 h 39580"/>
                <a:gd name="connsiteX1" fmla="*/ 39617 w 39617"/>
                <a:gd name="connsiteY1" fmla="*/ 19790 h 39580"/>
                <a:gd name="connsiteX2" fmla="*/ 19809 w 39617"/>
                <a:gd name="connsiteY2" fmla="*/ 0 h 39580"/>
                <a:gd name="connsiteX3" fmla="*/ 0 w 39617"/>
                <a:gd name="connsiteY3" fmla="*/ 19790 h 39580"/>
                <a:gd name="connsiteX4" fmla="*/ 19809 w 39617"/>
                <a:gd name="connsiteY4" fmla="*/ 39581 h 395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17" h="39580">
                  <a:moveTo>
                    <a:pt x="19809" y="39581"/>
                  </a:moveTo>
                  <a:cubicBezTo>
                    <a:pt x="30672" y="39581"/>
                    <a:pt x="39617" y="30643"/>
                    <a:pt x="39617" y="19790"/>
                  </a:cubicBezTo>
                  <a:cubicBezTo>
                    <a:pt x="39617" y="8938"/>
                    <a:pt x="30672" y="0"/>
                    <a:pt x="19809" y="0"/>
                  </a:cubicBezTo>
                  <a:cubicBezTo>
                    <a:pt x="8946" y="0"/>
                    <a:pt x="0" y="8938"/>
                    <a:pt x="0" y="19790"/>
                  </a:cubicBezTo>
                  <a:cubicBezTo>
                    <a:pt x="0" y="30643"/>
                    <a:pt x="8946" y="39581"/>
                    <a:pt x="19809" y="39581"/>
                  </a:cubicBezTo>
                  <a:close/>
                </a:path>
              </a:pathLst>
            </a:custGeom>
            <a:solidFill>
              <a:srgbClr val="007CB0"/>
            </a:solidFill>
            <a:ln w="6390" cap="flat">
              <a:noFill/>
              <a:prstDash val="solid"/>
              <a:miter/>
            </a:ln>
          </p:spPr>
          <p:txBody>
            <a:bodyPr rtlCol="0" anchor="ctr"/>
            <a:lstStyle/>
            <a:p>
              <a:endParaRPr lang="en-US"/>
            </a:p>
          </p:txBody>
        </p:sp>
        <p:sp>
          <p:nvSpPr>
            <p:cNvPr id="458" name="Graphic 4">
              <a:extLst>
                <a:ext uri="{FF2B5EF4-FFF2-40B4-BE49-F238E27FC236}">
                  <a16:creationId xmlns:a16="http://schemas.microsoft.com/office/drawing/2014/main" id="{EA5D1055-E6C2-C140-8F0A-7D6A7B11132E}"/>
                </a:ext>
              </a:extLst>
            </p:cNvPr>
            <p:cNvSpPr/>
            <p:nvPr/>
          </p:nvSpPr>
          <p:spPr>
            <a:xfrm>
              <a:off x="1778319" y="2039206"/>
              <a:ext cx="30671" cy="30643"/>
            </a:xfrm>
            <a:custGeom>
              <a:avLst/>
              <a:gdLst>
                <a:gd name="connsiteX0" fmla="*/ 15336 w 30671"/>
                <a:gd name="connsiteY0" fmla="*/ 30643 h 30643"/>
                <a:gd name="connsiteX1" fmla="*/ 30672 w 30671"/>
                <a:gd name="connsiteY1" fmla="*/ 15322 h 30643"/>
                <a:gd name="connsiteX2" fmla="*/ 15336 w 30671"/>
                <a:gd name="connsiteY2" fmla="*/ 0 h 30643"/>
                <a:gd name="connsiteX3" fmla="*/ 0 w 30671"/>
                <a:gd name="connsiteY3" fmla="*/ 15322 h 30643"/>
                <a:gd name="connsiteX4" fmla="*/ 15336 w 30671"/>
                <a:gd name="connsiteY4" fmla="*/ 30643 h 30643"/>
                <a:gd name="connsiteX5" fmla="*/ 15336 w 30671"/>
                <a:gd name="connsiteY5" fmla="*/ 12768 h 30643"/>
                <a:gd name="connsiteX6" fmla="*/ 17892 w 30671"/>
                <a:gd name="connsiteY6" fmla="*/ 15322 h 30643"/>
                <a:gd name="connsiteX7" fmla="*/ 15336 w 30671"/>
                <a:gd name="connsiteY7" fmla="*/ 17875 h 30643"/>
                <a:gd name="connsiteX8" fmla="*/ 12780 w 30671"/>
                <a:gd name="connsiteY8" fmla="*/ 15322 h 30643"/>
                <a:gd name="connsiteX9" fmla="*/ 15336 w 30671"/>
                <a:gd name="connsiteY9" fmla="*/ 12768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671" h="30643">
                  <a:moveTo>
                    <a:pt x="15336" y="30643"/>
                  </a:moveTo>
                  <a:cubicBezTo>
                    <a:pt x="23643" y="30643"/>
                    <a:pt x="30672" y="23621"/>
                    <a:pt x="30672" y="15322"/>
                  </a:cubicBezTo>
                  <a:cubicBezTo>
                    <a:pt x="30672" y="7022"/>
                    <a:pt x="23643" y="0"/>
                    <a:pt x="15336" y="0"/>
                  </a:cubicBezTo>
                  <a:cubicBezTo>
                    <a:pt x="7029" y="0"/>
                    <a:pt x="0" y="7022"/>
                    <a:pt x="0" y="15322"/>
                  </a:cubicBezTo>
                  <a:cubicBezTo>
                    <a:pt x="0" y="23621"/>
                    <a:pt x="7029" y="30643"/>
                    <a:pt x="15336" y="30643"/>
                  </a:cubicBezTo>
                  <a:close/>
                  <a:moveTo>
                    <a:pt x="15336" y="12768"/>
                  </a:moveTo>
                  <a:cubicBezTo>
                    <a:pt x="16614" y="12768"/>
                    <a:pt x="17892" y="14045"/>
                    <a:pt x="17892" y="15322"/>
                  </a:cubicBezTo>
                  <a:cubicBezTo>
                    <a:pt x="17892" y="16598"/>
                    <a:pt x="16614" y="17875"/>
                    <a:pt x="15336" y="17875"/>
                  </a:cubicBezTo>
                  <a:cubicBezTo>
                    <a:pt x="14058" y="17875"/>
                    <a:pt x="12780" y="16598"/>
                    <a:pt x="12780" y="15322"/>
                  </a:cubicBezTo>
                  <a:cubicBezTo>
                    <a:pt x="12780" y="14045"/>
                    <a:pt x="14058" y="12768"/>
                    <a:pt x="15336" y="12768"/>
                  </a:cubicBezTo>
                  <a:close/>
                </a:path>
              </a:pathLst>
            </a:custGeom>
            <a:solidFill>
              <a:srgbClr val="007CB0"/>
            </a:solidFill>
            <a:ln w="6390" cap="flat">
              <a:noFill/>
              <a:prstDash val="solid"/>
              <a:miter/>
            </a:ln>
          </p:spPr>
          <p:txBody>
            <a:bodyPr rtlCol="0" anchor="ctr"/>
            <a:lstStyle/>
            <a:p>
              <a:endParaRPr lang="en-US"/>
            </a:p>
          </p:txBody>
        </p:sp>
        <p:sp>
          <p:nvSpPr>
            <p:cNvPr id="459" name="Graphic 4">
              <a:extLst>
                <a:ext uri="{FF2B5EF4-FFF2-40B4-BE49-F238E27FC236}">
                  <a16:creationId xmlns:a16="http://schemas.microsoft.com/office/drawing/2014/main" id="{81E46B77-DD9F-6B41-B293-8BD26FA8883F}"/>
                </a:ext>
              </a:extLst>
            </p:cNvPr>
            <p:cNvSpPr/>
            <p:nvPr/>
          </p:nvSpPr>
          <p:spPr>
            <a:xfrm>
              <a:off x="1773595" y="2074956"/>
              <a:ext cx="40757" cy="95759"/>
            </a:xfrm>
            <a:custGeom>
              <a:avLst/>
              <a:gdLst>
                <a:gd name="connsiteX0" fmla="*/ 24532 w 40757"/>
                <a:gd name="connsiteY0" fmla="*/ 0 h 95759"/>
                <a:gd name="connsiteX1" fmla="*/ 15587 w 40757"/>
                <a:gd name="connsiteY1" fmla="*/ 0 h 95759"/>
                <a:gd name="connsiteX2" fmla="*/ 9197 w 40757"/>
                <a:gd name="connsiteY2" fmla="*/ 5107 h 95759"/>
                <a:gd name="connsiteX3" fmla="*/ 251 w 40757"/>
                <a:gd name="connsiteY3" fmla="*/ 49795 h 95759"/>
                <a:gd name="connsiteX4" fmla="*/ 1529 w 40757"/>
                <a:gd name="connsiteY4" fmla="*/ 54902 h 95759"/>
                <a:gd name="connsiteX5" fmla="*/ 4724 w 40757"/>
                <a:gd name="connsiteY5" fmla="*/ 56817 h 95759"/>
                <a:gd name="connsiteX6" fmla="*/ 4724 w 40757"/>
                <a:gd name="connsiteY6" fmla="*/ 89376 h 95759"/>
                <a:gd name="connsiteX7" fmla="*/ 11113 w 40757"/>
                <a:gd name="connsiteY7" fmla="*/ 95760 h 95759"/>
                <a:gd name="connsiteX8" fmla="*/ 17503 w 40757"/>
                <a:gd name="connsiteY8" fmla="*/ 89376 h 95759"/>
                <a:gd name="connsiteX9" fmla="*/ 17503 w 40757"/>
                <a:gd name="connsiteY9" fmla="*/ 57456 h 95759"/>
                <a:gd name="connsiteX10" fmla="*/ 23255 w 40757"/>
                <a:gd name="connsiteY10" fmla="*/ 57456 h 95759"/>
                <a:gd name="connsiteX11" fmla="*/ 23255 w 40757"/>
                <a:gd name="connsiteY11" fmla="*/ 89376 h 95759"/>
                <a:gd name="connsiteX12" fmla="*/ 29644 w 40757"/>
                <a:gd name="connsiteY12" fmla="*/ 95760 h 95759"/>
                <a:gd name="connsiteX13" fmla="*/ 36034 w 40757"/>
                <a:gd name="connsiteY13" fmla="*/ 89376 h 95759"/>
                <a:gd name="connsiteX14" fmla="*/ 36034 w 40757"/>
                <a:gd name="connsiteY14" fmla="*/ 56817 h 95759"/>
                <a:gd name="connsiteX15" fmla="*/ 39229 w 40757"/>
                <a:gd name="connsiteY15" fmla="*/ 54902 h 95759"/>
                <a:gd name="connsiteX16" fmla="*/ 40507 w 40757"/>
                <a:gd name="connsiteY16" fmla="*/ 49795 h 95759"/>
                <a:gd name="connsiteX17" fmla="*/ 30922 w 40757"/>
                <a:gd name="connsiteY17" fmla="*/ 5107 h 95759"/>
                <a:gd name="connsiteX18" fmla="*/ 24532 w 40757"/>
                <a:gd name="connsiteY18" fmla="*/ 0 h 95759"/>
                <a:gd name="connsiteX19" fmla="*/ 20060 w 40757"/>
                <a:gd name="connsiteY19" fmla="*/ 15960 h 95759"/>
                <a:gd name="connsiteX20" fmla="*/ 25810 w 40757"/>
                <a:gd name="connsiteY20" fmla="*/ 44688 h 95759"/>
                <a:gd name="connsiteX21" fmla="*/ 14308 w 40757"/>
                <a:gd name="connsiteY21" fmla="*/ 44688 h 95759"/>
                <a:gd name="connsiteX22" fmla="*/ 20060 w 40757"/>
                <a:gd name="connsiteY22" fmla="*/ 15960 h 95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757" h="95759">
                  <a:moveTo>
                    <a:pt x="24532" y="0"/>
                  </a:moveTo>
                  <a:lnTo>
                    <a:pt x="15587" y="0"/>
                  </a:lnTo>
                  <a:cubicBezTo>
                    <a:pt x="12392" y="0"/>
                    <a:pt x="9836" y="1915"/>
                    <a:pt x="9197" y="5107"/>
                  </a:cubicBezTo>
                  <a:lnTo>
                    <a:pt x="251" y="49795"/>
                  </a:lnTo>
                  <a:cubicBezTo>
                    <a:pt x="-388" y="51710"/>
                    <a:pt x="251" y="53625"/>
                    <a:pt x="1529" y="54902"/>
                  </a:cubicBezTo>
                  <a:cubicBezTo>
                    <a:pt x="2168" y="56179"/>
                    <a:pt x="3446" y="56179"/>
                    <a:pt x="4724" y="56817"/>
                  </a:cubicBezTo>
                  <a:lnTo>
                    <a:pt x="4724" y="89376"/>
                  </a:lnTo>
                  <a:cubicBezTo>
                    <a:pt x="4724" y="93206"/>
                    <a:pt x="7280" y="95760"/>
                    <a:pt x="11113" y="95760"/>
                  </a:cubicBezTo>
                  <a:cubicBezTo>
                    <a:pt x="14947" y="95760"/>
                    <a:pt x="17503" y="93206"/>
                    <a:pt x="17503" y="89376"/>
                  </a:cubicBezTo>
                  <a:lnTo>
                    <a:pt x="17503" y="57456"/>
                  </a:lnTo>
                  <a:lnTo>
                    <a:pt x="23255" y="57456"/>
                  </a:lnTo>
                  <a:lnTo>
                    <a:pt x="23255" y="89376"/>
                  </a:lnTo>
                  <a:cubicBezTo>
                    <a:pt x="23255" y="93206"/>
                    <a:pt x="25810" y="95760"/>
                    <a:pt x="29644" y="95760"/>
                  </a:cubicBezTo>
                  <a:cubicBezTo>
                    <a:pt x="33478" y="95760"/>
                    <a:pt x="36034" y="93206"/>
                    <a:pt x="36034" y="89376"/>
                  </a:cubicBezTo>
                  <a:lnTo>
                    <a:pt x="36034" y="56817"/>
                  </a:lnTo>
                  <a:cubicBezTo>
                    <a:pt x="37312" y="56179"/>
                    <a:pt x="38590" y="56179"/>
                    <a:pt x="39229" y="54902"/>
                  </a:cubicBezTo>
                  <a:cubicBezTo>
                    <a:pt x="40507" y="53625"/>
                    <a:pt x="41146" y="51710"/>
                    <a:pt x="40507" y="49795"/>
                  </a:cubicBezTo>
                  <a:lnTo>
                    <a:pt x="30922" y="5107"/>
                  </a:lnTo>
                  <a:cubicBezTo>
                    <a:pt x="30283" y="1915"/>
                    <a:pt x="27727" y="0"/>
                    <a:pt x="24532" y="0"/>
                  </a:cubicBezTo>
                  <a:close/>
                  <a:moveTo>
                    <a:pt x="20060" y="15960"/>
                  </a:moveTo>
                  <a:lnTo>
                    <a:pt x="25810" y="44688"/>
                  </a:lnTo>
                  <a:lnTo>
                    <a:pt x="14308" y="44688"/>
                  </a:lnTo>
                  <a:lnTo>
                    <a:pt x="20060" y="15960"/>
                  </a:lnTo>
                  <a:close/>
                </a:path>
              </a:pathLst>
            </a:custGeom>
            <a:solidFill>
              <a:srgbClr val="007CB0"/>
            </a:solidFill>
            <a:ln w="6390" cap="flat">
              <a:noFill/>
              <a:prstDash val="solid"/>
              <a:miter/>
            </a:ln>
          </p:spPr>
          <p:txBody>
            <a:bodyPr rtlCol="0" anchor="ctr"/>
            <a:lstStyle/>
            <a:p>
              <a:endParaRPr lang="en-US"/>
            </a:p>
          </p:txBody>
        </p:sp>
        <p:sp>
          <p:nvSpPr>
            <p:cNvPr id="460" name="Graphic 4">
              <a:extLst>
                <a:ext uri="{FF2B5EF4-FFF2-40B4-BE49-F238E27FC236}">
                  <a16:creationId xmlns:a16="http://schemas.microsoft.com/office/drawing/2014/main" id="{CBBB9B54-FE19-BC44-BC54-E93EC627D9C6}"/>
                </a:ext>
              </a:extLst>
            </p:cNvPr>
            <p:cNvSpPr/>
            <p:nvPr/>
          </p:nvSpPr>
          <p:spPr>
            <a:xfrm>
              <a:off x="1577675" y="2075595"/>
              <a:ext cx="41534" cy="95121"/>
            </a:xfrm>
            <a:custGeom>
              <a:avLst/>
              <a:gdLst>
                <a:gd name="connsiteX0" fmla="*/ 34506 w 41534"/>
                <a:gd name="connsiteY0" fmla="*/ 0 h 95121"/>
                <a:gd name="connsiteX1" fmla="*/ 6390 w 41534"/>
                <a:gd name="connsiteY1" fmla="*/ 0 h 95121"/>
                <a:gd name="connsiteX2" fmla="*/ 0 w 41534"/>
                <a:gd name="connsiteY2" fmla="*/ 6384 h 95121"/>
                <a:gd name="connsiteX3" fmla="*/ 0 w 41534"/>
                <a:gd name="connsiteY3" fmla="*/ 42134 h 95121"/>
                <a:gd name="connsiteX4" fmla="*/ 5112 w 41534"/>
                <a:gd name="connsiteY4" fmla="*/ 48518 h 95121"/>
                <a:gd name="connsiteX5" fmla="*/ 5112 w 41534"/>
                <a:gd name="connsiteY5" fmla="*/ 88737 h 95121"/>
                <a:gd name="connsiteX6" fmla="*/ 11502 w 41534"/>
                <a:gd name="connsiteY6" fmla="*/ 95121 h 95121"/>
                <a:gd name="connsiteX7" fmla="*/ 17892 w 41534"/>
                <a:gd name="connsiteY7" fmla="*/ 88737 h 95121"/>
                <a:gd name="connsiteX8" fmla="*/ 17892 w 41534"/>
                <a:gd name="connsiteY8" fmla="*/ 48518 h 95121"/>
                <a:gd name="connsiteX9" fmla="*/ 23643 w 41534"/>
                <a:gd name="connsiteY9" fmla="*/ 48518 h 95121"/>
                <a:gd name="connsiteX10" fmla="*/ 23643 w 41534"/>
                <a:gd name="connsiteY10" fmla="*/ 88737 h 95121"/>
                <a:gd name="connsiteX11" fmla="*/ 30033 w 41534"/>
                <a:gd name="connsiteY11" fmla="*/ 95121 h 95121"/>
                <a:gd name="connsiteX12" fmla="*/ 36423 w 41534"/>
                <a:gd name="connsiteY12" fmla="*/ 88737 h 95121"/>
                <a:gd name="connsiteX13" fmla="*/ 36423 w 41534"/>
                <a:gd name="connsiteY13" fmla="*/ 48518 h 95121"/>
                <a:gd name="connsiteX14" fmla="*/ 41535 w 41534"/>
                <a:gd name="connsiteY14" fmla="*/ 42134 h 95121"/>
                <a:gd name="connsiteX15" fmla="*/ 41535 w 41534"/>
                <a:gd name="connsiteY15" fmla="*/ 6384 h 95121"/>
                <a:gd name="connsiteX16" fmla="*/ 34506 w 41534"/>
                <a:gd name="connsiteY16" fmla="*/ 0 h 95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534" h="95121">
                  <a:moveTo>
                    <a:pt x="34506" y="0"/>
                  </a:moveTo>
                  <a:lnTo>
                    <a:pt x="6390" y="0"/>
                  </a:lnTo>
                  <a:cubicBezTo>
                    <a:pt x="2556" y="0"/>
                    <a:pt x="0" y="2554"/>
                    <a:pt x="0" y="6384"/>
                  </a:cubicBezTo>
                  <a:lnTo>
                    <a:pt x="0" y="42134"/>
                  </a:lnTo>
                  <a:cubicBezTo>
                    <a:pt x="0" y="45326"/>
                    <a:pt x="1917" y="47880"/>
                    <a:pt x="5112" y="48518"/>
                  </a:cubicBezTo>
                  <a:lnTo>
                    <a:pt x="5112" y="88737"/>
                  </a:lnTo>
                  <a:cubicBezTo>
                    <a:pt x="5112" y="92568"/>
                    <a:pt x="7668" y="95121"/>
                    <a:pt x="11502" y="95121"/>
                  </a:cubicBezTo>
                  <a:cubicBezTo>
                    <a:pt x="15336" y="95121"/>
                    <a:pt x="17892" y="92568"/>
                    <a:pt x="17892" y="88737"/>
                  </a:cubicBezTo>
                  <a:lnTo>
                    <a:pt x="17892" y="48518"/>
                  </a:lnTo>
                  <a:lnTo>
                    <a:pt x="23643" y="48518"/>
                  </a:lnTo>
                  <a:lnTo>
                    <a:pt x="23643" y="88737"/>
                  </a:lnTo>
                  <a:cubicBezTo>
                    <a:pt x="23643" y="92568"/>
                    <a:pt x="26199" y="95121"/>
                    <a:pt x="30033" y="95121"/>
                  </a:cubicBezTo>
                  <a:cubicBezTo>
                    <a:pt x="33867" y="95121"/>
                    <a:pt x="36423" y="92568"/>
                    <a:pt x="36423" y="88737"/>
                  </a:cubicBezTo>
                  <a:lnTo>
                    <a:pt x="36423" y="48518"/>
                  </a:lnTo>
                  <a:cubicBezTo>
                    <a:pt x="38979" y="47880"/>
                    <a:pt x="41535" y="45326"/>
                    <a:pt x="41535" y="42134"/>
                  </a:cubicBezTo>
                  <a:lnTo>
                    <a:pt x="41535" y="6384"/>
                  </a:lnTo>
                  <a:cubicBezTo>
                    <a:pt x="40896" y="3192"/>
                    <a:pt x="38340" y="0"/>
                    <a:pt x="34506" y="0"/>
                  </a:cubicBezTo>
                  <a:close/>
                </a:path>
              </a:pathLst>
            </a:custGeom>
            <a:solidFill>
              <a:srgbClr val="007CB0"/>
            </a:solidFill>
            <a:ln w="6390" cap="flat">
              <a:noFill/>
              <a:prstDash val="solid"/>
              <a:miter/>
            </a:ln>
          </p:spPr>
          <p:txBody>
            <a:bodyPr rtlCol="0" anchor="ctr"/>
            <a:lstStyle/>
            <a:p>
              <a:endParaRPr lang="en-US"/>
            </a:p>
          </p:txBody>
        </p:sp>
        <p:sp>
          <p:nvSpPr>
            <p:cNvPr id="461" name="Graphic 4">
              <a:extLst>
                <a:ext uri="{FF2B5EF4-FFF2-40B4-BE49-F238E27FC236}">
                  <a16:creationId xmlns:a16="http://schemas.microsoft.com/office/drawing/2014/main" id="{22E6D0BD-18DD-8B47-82E8-D9BE77DED290}"/>
                </a:ext>
              </a:extLst>
            </p:cNvPr>
            <p:cNvSpPr/>
            <p:nvPr/>
          </p:nvSpPr>
          <p:spPr>
            <a:xfrm>
              <a:off x="1582787" y="2039206"/>
              <a:ext cx="30671" cy="30643"/>
            </a:xfrm>
            <a:custGeom>
              <a:avLst/>
              <a:gdLst>
                <a:gd name="connsiteX0" fmla="*/ 15336 w 30671"/>
                <a:gd name="connsiteY0" fmla="*/ 30643 h 30643"/>
                <a:gd name="connsiteX1" fmla="*/ 30672 w 30671"/>
                <a:gd name="connsiteY1" fmla="*/ 15322 h 30643"/>
                <a:gd name="connsiteX2" fmla="*/ 15336 w 30671"/>
                <a:gd name="connsiteY2" fmla="*/ 0 h 30643"/>
                <a:gd name="connsiteX3" fmla="*/ 0 w 30671"/>
                <a:gd name="connsiteY3" fmla="*/ 15322 h 30643"/>
                <a:gd name="connsiteX4" fmla="*/ 15336 w 30671"/>
                <a:gd name="connsiteY4" fmla="*/ 30643 h 3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71" h="30643">
                  <a:moveTo>
                    <a:pt x="15336" y="30643"/>
                  </a:moveTo>
                  <a:cubicBezTo>
                    <a:pt x="23643" y="30643"/>
                    <a:pt x="30672" y="23621"/>
                    <a:pt x="30672" y="15322"/>
                  </a:cubicBezTo>
                  <a:cubicBezTo>
                    <a:pt x="30672" y="7022"/>
                    <a:pt x="23643" y="0"/>
                    <a:pt x="15336" y="0"/>
                  </a:cubicBezTo>
                  <a:cubicBezTo>
                    <a:pt x="7029" y="0"/>
                    <a:pt x="0" y="7022"/>
                    <a:pt x="0" y="15322"/>
                  </a:cubicBezTo>
                  <a:cubicBezTo>
                    <a:pt x="0" y="23621"/>
                    <a:pt x="7029" y="30643"/>
                    <a:pt x="15336" y="30643"/>
                  </a:cubicBezTo>
                  <a:close/>
                </a:path>
              </a:pathLst>
            </a:custGeom>
            <a:solidFill>
              <a:srgbClr val="007CB0"/>
            </a:solidFill>
            <a:ln w="6390" cap="flat">
              <a:noFill/>
              <a:prstDash val="solid"/>
              <a:miter/>
            </a:ln>
          </p:spPr>
          <p:txBody>
            <a:bodyPr rtlCol="0" anchor="ctr"/>
            <a:lstStyle/>
            <a:p>
              <a:endParaRPr lang="en-US"/>
            </a:p>
          </p:txBody>
        </p:sp>
      </p:grpSp>
      <p:grpSp>
        <p:nvGrpSpPr>
          <p:cNvPr id="462" name="Graphic 4">
            <a:extLst>
              <a:ext uri="{FF2B5EF4-FFF2-40B4-BE49-F238E27FC236}">
                <a16:creationId xmlns:a16="http://schemas.microsoft.com/office/drawing/2014/main" id="{6C04ABAF-74A4-8A48-8295-F2A4C4DD2A59}"/>
              </a:ext>
            </a:extLst>
          </p:cNvPr>
          <p:cNvGrpSpPr/>
          <p:nvPr/>
        </p:nvGrpSpPr>
        <p:grpSpPr>
          <a:xfrm>
            <a:off x="3607758" y="1893013"/>
            <a:ext cx="361674" cy="361333"/>
            <a:chOff x="3607758" y="1893013"/>
            <a:chExt cx="361674" cy="361333"/>
          </a:xfrm>
          <a:solidFill>
            <a:srgbClr val="007CB0"/>
          </a:solidFill>
        </p:grpSpPr>
        <p:sp>
          <p:nvSpPr>
            <p:cNvPr id="463" name="Graphic 4">
              <a:extLst>
                <a:ext uri="{FF2B5EF4-FFF2-40B4-BE49-F238E27FC236}">
                  <a16:creationId xmlns:a16="http://schemas.microsoft.com/office/drawing/2014/main" id="{13B053A6-F64E-8043-B30C-F9B7C9A81537}"/>
                </a:ext>
              </a:extLst>
            </p:cNvPr>
            <p:cNvSpPr/>
            <p:nvPr/>
          </p:nvSpPr>
          <p:spPr>
            <a:xfrm>
              <a:off x="3607758" y="1893013"/>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2" y="361333"/>
                    <a:pt x="180836" y="361333"/>
                  </a:cubicBezTo>
                  <a:cubicBezTo>
                    <a:pt x="280518" y="361333"/>
                    <a:pt x="361671" y="280257"/>
                    <a:pt x="361671" y="180667"/>
                  </a:cubicBezTo>
                  <a:cubicBezTo>
                    <a:pt x="362310"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9530" y="273873"/>
                    <a:pt x="274128" y="349204"/>
                    <a:pt x="180836" y="349204"/>
                  </a:cubicBezTo>
                  <a:close/>
                </a:path>
              </a:pathLst>
            </a:custGeom>
            <a:solidFill>
              <a:srgbClr val="007CB0"/>
            </a:solidFill>
            <a:ln w="6390" cap="flat">
              <a:noFill/>
              <a:prstDash val="solid"/>
              <a:miter/>
            </a:ln>
          </p:spPr>
          <p:txBody>
            <a:bodyPr rtlCol="0" anchor="ctr"/>
            <a:lstStyle/>
            <a:p>
              <a:endParaRPr lang="en-US"/>
            </a:p>
          </p:txBody>
        </p:sp>
        <p:sp>
          <p:nvSpPr>
            <p:cNvPr id="464" name="Graphic 4">
              <a:extLst>
                <a:ext uri="{FF2B5EF4-FFF2-40B4-BE49-F238E27FC236}">
                  <a16:creationId xmlns:a16="http://schemas.microsoft.com/office/drawing/2014/main" id="{7182434A-9727-5044-A7E2-94A62FD38ABD}"/>
                </a:ext>
              </a:extLst>
            </p:cNvPr>
            <p:cNvSpPr/>
            <p:nvPr/>
          </p:nvSpPr>
          <p:spPr>
            <a:xfrm>
              <a:off x="3671657" y="1990688"/>
              <a:ext cx="37061" cy="37027"/>
            </a:xfrm>
            <a:custGeom>
              <a:avLst/>
              <a:gdLst>
                <a:gd name="connsiteX0" fmla="*/ 18531 w 37061"/>
                <a:gd name="connsiteY0" fmla="*/ 37027 h 37027"/>
                <a:gd name="connsiteX1" fmla="*/ 37062 w 37061"/>
                <a:gd name="connsiteY1" fmla="*/ 18514 h 37027"/>
                <a:gd name="connsiteX2" fmla="*/ 18531 w 37061"/>
                <a:gd name="connsiteY2" fmla="*/ 0 h 37027"/>
                <a:gd name="connsiteX3" fmla="*/ 0 w 37061"/>
                <a:gd name="connsiteY3" fmla="*/ 18514 h 37027"/>
                <a:gd name="connsiteX4" fmla="*/ 18531 w 37061"/>
                <a:gd name="connsiteY4" fmla="*/ 37027 h 37027"/>
                <a:gd name="connsiteX5" fmla="*/ 18531 w 37061"/>
                <a:gd name="connsiteY5" fmla="*/ 12768 h 37027"/>
                <a:gd name="connsiteX6" fmla="*/ 24282 w 37061"/>
                <a:gd name="connsiteY6" fmla="*/ 18514 h 37027"/>
                <a:gd name="connsiteX7" fmla="*/ 18531 w 37061"/>
                <a:gd name="connsiteY7" fmla="*/ 24259 h 37027"/>
                <a:gd name="connsiteX8" fmla="*/ 12780 w 37061"/>
                <a:gd name="connsiteY8" fmla="*/ 18514 h 37027"/>
                <a:gd name="connsiteX9" fmla="*/ 18531 w 37061"/>
                <a:gd name="connsiteY9" fmla="*/ 12768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061" h="37027">
                  <a:moveTo>
                    <a:pt x="18531" y="37027"/>
                  </a:moveTo>
                  <a:cubicBezTo>
                    <a:pt x="28755" y="37027"/>
                    <a:pt x="37062" y="28728"/>
                    <a:pt x="37062" y="18514"/>
                  </a:cubicBezTo>
                  <a:cubicBezTo>
                    <a:pt x="37062" y="8299"/>
                    <a:pt x="28755" y="0"/>
                    <a:pt x="18531" y="0"/>
                  </a:cubicBezTo>
                  <a:cubicBezTo>
                    <a:pt x="8307" y="0"/>
                    <a:pt x="0" y="8299"/>
                    <a:pt x="0" y="18514"/>
                  </a:cubicBezTo>
                  <a:cubicBezTo>
                    <a:pt x="0" y="28728"/>
                    <a:pt x="8307" y="37027"/>
                    <a:pt x="18531" y="37027"/>
                  </a:cubicBezTo>
                  <a:close/>
                  <a:moveTo>
                    <a:pt x="18531" y="12768"/>
                  </a:moveTo>
                  <a:cubicBezTo>
                    <a:pt x="21726" y="12768"/>
                    <a:pt x="24282" y="15322"/>
                    <a:pt x="24282" y="18514"/>
                  </a:cubicBezTo>
                  <a:cubicBezTo>
                    <a:pt x="24282" y="21706"/>
                    <a:pt x="21726" y="24259"/>
                    <a:pt x="18531" y="24259"/>
                  </a:cubicBezTo>
                  <a:cubicBezTo>
                    <a:pt x="15336" y="24259"/>
                    <a:pt x="12780" y="21706"/>
                    <a:pt x="12780" y="18514"/>
                  </a:cubicBezTo>
                  <a:cubicBezTo>
                    <a:pt x="12780" y="15322"/>
                    <a:pt x="15336" y="12768"/>
                    <a:pt x="18531" y="12768"/>
                  </a:cubicBezTo>
                  <a:close/>
                </a:path>
              </a:pathLst>
            </a:custGeom>
            <a:solidFill>
              <a:srgbClr val="007CB0"/>
            </a:solidFill>
            <a:ln w="6390" cap="flat">
              <a:noFill/>
              <a:prstDash val="solid"/>
              <a:miter/>
            </a:ln>
          </p:spPr>
          <p:txBody>
            <a:bodyPr rtlCol="0" anchor="ctr"/>
            <a:lstStyle/>
            <a:p>
              <a:endParaRPr lang="en-US"/>
            </a:p>
          </p:txBody>
        </p:sp>
        <p:sp>
          <p:nvSpPr>
            <p:cNvPr id="465" name="Graphic 4">
              <a:extLst>
                <a:ext uri="{FF2B5EF4-FFF2-40B4-BE49-F238E27FC236}">
                  <a16:creationId xmlns:a16="http://schemas.microsoft.com/office/drawing/2014/main" id="{A3DB838D-8C0B-6C4D-82A7-295D55F5057C}"/>
                </a:ext>
              </a:extLst>
            </p:cNvPr>
            <p:cNvSpPr/>
            <p:nvPr/>
          </p:nvSpPr>
          <p:spPr>
            <a:xfrm>
              <a:off x="3664378" y="2039206"/>
              <a:ext cx="50981" cy="127041"/>
            </a:xfrm>
            <a:custGeom>
              <a:avLst/>
              <a:gdLst>
                <a:gd name="connsiteX0" fmla="*/ 31561 w 50981"/>
                <a:gd name="connsiteY0" fmla="*/ 0 h 127041"/>
                <a:gd name="connsiteX1" fmla="*/ 19420 w 50981"/>
                <a:gd name="connsiteY1" fmla="*/ 0 h 127041"/>
                <a:gd name="connsiteX2" fmla="*/ 13030 w 50981"/>
                <a:gd name="connsiteY2" fmla="*/ 5107 h 127041"/>
                <a:gd name="connsiteX3" fmla="*/ 251 w 50981"/>
                <a:gd name="connsiteY3" fmla="*/ 66394 h 127041"/>
                <a:gd name="connsiteX4" fmla="*/ 1529 w 50981"/>
                <a:gd name="connsiteY4" fmla="*/ 71501 h 127041"/>
                <a:gd name="connsiteX5" fmla="*/ 6641 w 50981"/>
                <a:gd name="connsiteY5" fmla="*/ 74054 h 127041"/>
                <a:gd name="connsiteX6" fmla="*/ 6641 w 50981"/>
                <a:gd name="connsiteY6" fmla="*/ 120657 h 127041"/>
                <a:gd name="connsiteX7" fmla="*/ 13030 w 50981"/>
                <a:gd name="connsiteY7" fmla="*/ 127041 h 127041"/>
                <a:gd name="connsiteX8" fmla="*/ 19420 w 50981"/>
                <a:gd name="connsiteY8" fmla="*/ 120657 h 127041"/>
                <a:gd name="connsiteX9" fmla="*/ 19420 w 50981"/>
                <a:gd name="connsiteY9" fmla="*/ 74054 h 127041"/>
                <a:gd name="connsiteX10" fmla="*/ 31561 w 50981"/>
                <a:gd name="connsiteY10" fmla="*/ 74054 h 127041"/>
                <a:gd name="connsiteX11" fmla="*/ 31561 w 50981"/>
                <a:gd name="connsiteY11" fmla="*/ 120657 h 127041"/>
                <a:gd name="connsiteX12" fmla="*/ 37951 w 50981"/>
                <a:gd name="connsiteY12" fmla="*/ 127041 h 127041"/>
                <a:gd name="connsiteX13" fmla="*/ 44341 w 50981"/>
                <a:gd name="connsiteY13" fmla="*/ 120657 h 127041"/>
                <a:gd name="connsiteX14" fmla="*/ 44341 w 50981"/>
                <a:gd name="connsiteY14" fmla="*/ 74054 h 127041"/>
                <a:gd name="connsiteX15" fmla="*/ 49453 w 50981"/>
                <a:gd name="connsiteY15" fmla="*/ 71501 h 127041"/>
                <a:gd name="connsiteX16" fmla="*/ 50731 w 50981"/>
                <a:gd name="connsiteY16" fmla="*/ 66394 h 127041"/>
                <a:gd name="connsiteX17" fmla="*/ 37951 w 50981"/>
                <a:gd name="connsiteY17" fmla="*/ 5107 h 127041"/>
                <a:gd name="connsiteX18" fmla="*/ 31561 w 50981"/>
                <a:gd name="connsiteY18" fmla="*/ 0 h 127041"/>
                <a:gd name="connsiteX19" fmla="*/ 24532 w 50981"/>
                <a:gd name="connsiteY19" fmla="*/ 12768 h 127041"/>
                <a:gd name="connsiteX20" fmla="*/ 26449 w 50981"/>
                <a:gd name="connsiteY20" fmla="*/ 12768 h 127041"/>
                <a:gd name="connsiteX21" fmla="*/ 36673 w 50981"/>
                <a:gd name="connsiteY21" fmla="*/ 61286 h 127041"/>
                <a:gd name="connsiteX22" fmla="*/ 14947 w 50981"/>
                <a:gd name="connsiteY22" fmla="*/ 61286 h 127041"/>
                <a:gd name="connsiteX23" fmla="*/ 24532 w 50981"/>
                <a:gd name="connsiteY23" fmla="*/ 12768 h 12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0981" h="127041">
                  <a:moveTo>
                    <a:pt x="31561" y="0"/>
                  </a:moveTo>
                  <a:lnTo>
                    <a:pt x="19420" y="0"/>
                  </a:lnTo>
                  <a:cubicBezTo>
                    <a:pt x="16225" y="0"/>
                    <a:pt x="13669" y="1915"/>
                    <a:pt x="13030" y="5107"/>
                  </a:cubicBezTo>
                  <a:lnTo>
                    <a:pt x="251" y="66394"/>
                  </a:lnTo>
                  <a:cubicBezTo>
                    <a:pt x="-388" y="68309"/>
                    <a:pt x="251" y="70224"/>
                    <a:pt x="1529" y="71501"/>
                  </a:cubicBezTo>
                  <a:cubicBezTo>
                    <a:pt x="2807" y="72778"/>
                    <a:pt x="4724" y="74054"/>
                    <a:pt x="6641" y="74054"/>
                  </a:cubicBezTo>
                  <a:lnTo>
                    <a:pt x="6641" y="120657"/>
                  </a:lnTo>
                  <a:cubicBezTo>
                    <a:pt x="6641" y="124488"/>
                    <a:pt x="9197" y="127041"/>
                    <a:pt x="13030" y="127041"/>
                  </a:cubicBezTo>
                  <a:cubicBezTo>
                    <a:pt x="16864" y="127041"/>
                    <a:pt x="19420" y="124488"/>
                    <a:pt x="19420" y="120657"/>
                  </a:cubicBezTo>
                  <a:lnTo>
                    <a:pt x="19420" y="74054"/>
                  </a:lnTo>
                  <a:lnTo>
                    <a:pt x="31561" y="74054"/>
                  </a:lnTo>
                  <a:lnTo>
                    <a:pt x="31561" y="120657"/>
                  </a:lnTo>
                  <a:cubicBezTo>
                    <a:pt x="31561" y="124488"/>
                    <a:pt x="34117" y="127041"/>
                    <a:pt x="37951" y="127041"/>
                  </a:cubicBezTo>
                  <a:cubicBezTo>
                    <a:pt x="41785" y="127041"/>
                    <a:pt x="44341" y="124488"/>
                    <a:pt x="44341" y="120657"/>
                  </a:cubicBezTo>
                  <a:lnTo>
                    <a:pt x="44341" y="74054"/>
                  </a:lnTo>
                  <a:cubicBezTo>
                    <a:pt x="46258" y="74054"/>
                    <a:pt x="48175" y="73416"/>
                    <a:pt x="49453" y="71501"/>
                  </a:cubicBezTo>
                  <a:cubicBezTo>
                    <a:pt x="50731" y="70224"/>
                    <a:pt x="51370" y="68309"/>
                    <a:pt x="50731" y="66394"/>
                  </a:cubicBezTo>
                  <a:lnTo>
                    <a:pt x="37951" y="5107"/>
                  </a:lnTo>
                  <a:cubicBezTo>
                    <a:pt x="37312" y="1915"/>
                    <a:pt x="34756" y="0"/>
                    <a:pt x="31561" y="0"/>
                  </a:cubicBezTo>
                  <a:close/>
                  <a:moveTo>
                    <a:pt x="24532" y="12768"/>
                  </a:moveTo>
                  <a:lnTo>
                    <a:pt x="26449" y="12768"/>
                  </a:lnTo>
                  <a:lnTo>
                    <a:pt x="36673" y="61286"/>
                  </a:lnTo>
                  <a:lnTo>
                    <a:pt x="14947" y="61286"/>
                  </a:lnTo>
                  <a:lnTo>
                    <a:pt x="24532" y="12768"/>
                  </a:lnTo>
                  <a:close/>
                </a:path>
              </a:pathLst>
            </a:custGeom>
            <a:solidFill>
              <a:srgbClr val="007CB0"/>
            </a:solidFill>
            <a:ln w="6390" cap="flat">
              <a:noFill/>
              <a:prstDash val="solid"/>
              <a:miter/>
            </a:ln>
          </p:spPr>
          <p:txBody>
            <a:bodyPr rtlCol="0" anchor="ctr"/>
            <a:lstStyle/>
            <a:p>
              <a:endParaRPr lang="en-US"/>
            </a:p>
          </p:txBody>
        </p:sp>
        <p:sp>
          <p:nvSpPr>
            <p:cNvPr id="466" name="Graphic 4">
              <a:extLst>
                <a:ext uri="{FF2B5EF4-FFF2-40B4-BE49-F238E27FC236}">
                  <a16:creationId xmlns:a16="http://schemas.microsoft.com/office/drawing/2014/main" id="{F55D3498-8C37-0349-A7F3-2C3CB67EB9CF}"/>
                </a:ext>
              </a:extLst>
            </p:cNvPr>
            <p:cNvSpPr/>
            <p:nvPr/>
          </p:nvSpPr>
          <p:spPr>
            <a:xfrm>
              <a:off x="3871663" y="1990688"/>
              <a:ext cx="37061" cy="37027"/>
            </a:xfrm>
            <a:custGeom>
              <a:avLst/>
              <a:gdLst>
                <a:gd name="connsiteX0" fmla="*/ 18531 w 37061"/>
                <a:gd name="connsiteY0" fmla="*/ 37027 h 37027"/>
                <a:gd name="connsiteX1" fmla="*/ 37062 w 37061"/>
                <a:gd name="connsiteY1" fmla="*/ 18514 h 37027"/>
                <a:gd name="connsiteX2" fmla="*/ 18531 w 37061"/>
                <a:gd name="connsiteY2" fmla="*/ 0 h 37027"/>
                <a:gd name="connsiteX3" fmla="*/ 0 w 37061"/>
                <a:gd name="connsiteY3" fmla="*/ 18514 h 37027"/>
                <a:gd name="connsiteX4" fmla="*/ 18531 w 37061"/>
                <a:gd name="connsiteY4" fmla="*/ 37027 h 37027"/>
                <a:gd name="connsiteX5" fmla="*/ 18531 w 37061"/>
                <a:gd name="connsiteY5" fmla="*/ 12768 h 37027"/>
                <a:gd name="connsiteX6" fmla="*/ 24282 w 37061"/>
                <a:gd name="connsiteY6" fmla="*/ 18514 h 37027"/>
                <a:gd name="connsiteX7" fmla="*/ 18531 w 37061"/>
                <a:gd name="connsiteY7" fmla="*/ 24259 h 37027"/>
                <a:gd name="connsiteX8" fmla="*/ 12780 w 37061"/>
                <a:gd name="connsiteY8" fmla="*/ 18514 h 37027"/>
                <a:gd name="connsiteX9" fmla="*/ 18531 w 37061"/>
                <a:gd name="connsiteY9" fmla="*/ 12768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061" h="37027">
                  <a:moveTo>
                    <a:pt x="18531" y="37027"/>
                  </a:moveTo>
                  <a:cubicBezTo>
                    <a:pt x="28755" y="37027"/>
                    <a:pt x="37062" y="28728"/>
                    <a:pt x="37062" y="18514"/>
                  </a:cubicBezTo>
                  <a:cubicBezTo>
                    <a:pt x="37062" y="8299"/>
                    <a:pt x="28755" y="0"/>
                    <a:pt x="18531" y="0"/>
                  </a:cubicBezTo>
                  <a:cubicBezTo>
                    <a:pt x="8307" y="0"/>
                    <a:pt x="0" y="8299"/>
                    <a:pt x="0" y="18514"/>
                  </a:cubicBezTo>
                  <a:cubicBezTo>
                    <a:pt x="0" y="28728"/>
                    <a:pt x="8307" y="37027"/>
                    <a:pt x="18531" y="37027"/>
                  </a:cubicBezTo>
                  <a:close/>
                  <a:moveTo>
                    <a:pt x="18531" y="12768"/>
                  </a:moveTo>
                  <a:cubicBezTo>
                    <a:pt x="21726" y="12768"/>
                    <a:pt x="24282" y="15322"/>
                    <a:pt x="24282" y="18514"/>
                  </a:cubicBezTo>
                  <a:cubicBezTo>
                    <a:pt x="24282" y="21706"/>
                    <a:pt x="21726" y="24259"/>
                    <a:pt x="18531" y="24259"/>
                  </a:cubicBezTo>
                  <a:cubicBezTo>
                    <a:pt x="15336" y="24259"/>
                    <a:pt x="12780" y="21706"/>
                    <a:pt x="12780" y="18514"/>
                  </a:cubicBezTo>
                  <a:cubicBezTo>
                    <a:pt x="12780" y="15322"/>
                    <a:pt x="15336" y="12768"/>
                    <a:pt x="18531" y="12768"/>
                  </a:cubicBezTo>
                  <a:close/>
                </a:path>
              </a:pathLst>
            </a:custGeom>
            <a:solidFill>
              <a:srgbClr val="007CB0"/>
            </a:solidFill>
            <a:ln w="6390" cap="flat">
              <a:noFill/>
              <a:prstDash val="solid"/>
              <a:miter/>
            </a:ln>
          </p:spPr>
          <p:txBody>
            <a:bodyPr rtlCol="0" anchor="ctr"/>
            <a:lstStyle/>
            <a:p>
              <a:endParaRPr lang="en-US"/>
            </a:p>
          </p:txBody>
        </p:sp>
        <p:sp>
          <p:nvSpPr>
            <p:cNvPr id="467" name="Graphic 4">
              <a:extLst>
                <a:ext uri="{FF2B5EF4-FFF2-40B4-BE49-F238E27FC236}">
                  <a16:creationId xmlns:a16="http://schemas.microsoft.com/office/drawing/2014/main" id="{EE41D433-93BA-0442-9D50-0AEF3D9A4FB5}"/>
                </a:ext>
              </a:extLst>
            </p:cNvPr>
            <p:cNvSpPr/>
            <p:nvPr/>
          </p:nvSpPr>
          <p:spPr>
            <a:xfrm>
              <a:off x="3865022" y="2039206"/>
              <a:ext cx="50981" cy="127041"/>
            </a:xfrm>
            <a:custGeom>
              <a:avLst/>
              <a:gdLst>
                <a:gd name="connsiteX0" fmla="*/ 31561 w 50981"/>
                <a:gd name="connsiteY0" fmla="*/ 0 h 127041"/>
                <a:gd name="connsiteX1" fmla="*/ 19421 w 50981"/>
                <a:gd name="connsiteY1" fmla="*/ 0 h 127041"/>
                <a:gd name="connsiteX2" fmla="*/ 13031 w 50981"/>
                <a:gd name="connsiteY2" fmla="*/ 5107 h 127041"/>
                <a:gd name="connsiteX3" fmla="*/ 251 w 50981"/>
                <a:gd name="connsiteY3" fmla="*/ 66394 h 127041"/>
                <a:gd name="connsiteX4" fmla="*/ 1528 w 50981"/>
                <a:gd name="connsiteY4" fmla="*/ 71501 h 127041"/>
                <a:gd name="connsiteX5" fmla="*/ 6641 w 50981"/>
                <a:gd name="connsiteY5" fmla="*/ 74054 h 127041"/>
                <a:gd name="connsiteX6" fmla="*/ 6641 w 50981"/>
                <a:gd name="connsiteY6" fmla="*/ 120657 h 127041"/>
                <a:gd name="connsiteX7" fmla="*/ 13031 w 50981"/>
                <a:gd name="connsiteY7" fmla="*/ 127041 h 127041"/>
                <a:gd name="connsiteX8" fmla="*/ 19421 w 50981"/>
                <a:gd name="connsiteY8" fmla="*/ 120657 h 127041"/>
                <a:gd name="connsiteX9" fmla="*/ 19421 w 50981"/>
                <a:gd name="connsiteY9" fmla="*/ 74054 h 127041"/>
                <a:gd name="connsiteX10" fmla="*/ 31561 w 50981"/>
                <a:gd name="connsiteY10" fmla="*/ 74054 h 127041"/>
                <a:gd name="connsiteX11" fmla="*/ 31561 w 50981"/>
                <a:gd name="connsiteY11" fmla="*/ 120657 h 127041"/>
                <a:gd name="connsiteX12" fmla="*/ 37951 w 50981"/>
                <a:gd name="connsiteY12" fmla="*/ 127041 h 127041"/>
                <a:gd name="connsiteX13" fmla="*/ 44341 w 50981"/>
                <a:gd name="connsiteY13" fmla="*/ 120657 h 127041"/>
                <a:gd name="connsiteX14" fmla="*/ 44341 w 50981"/>
                <a:gd name="connsiteY14" fmla="*/ 74054 h 127041"/>
                <a:gd name="connsiteX15" fmla="*/ 49453 w 50981"/>
                <a:gd name="connsiteY15" fmla="*/ 71501 h 127041"/>
                <a:gd name="connsiteX16" fmla="*/ 50731 w 50981"/>
                <a:gd name="connsiteY16" fmla="*/ 66394 h 127041"/>
                <a:gd name="connsiteX17" fmla="*/ 37951 w 50981"/>
                <a:gd name="connsiteY17" fmla="*/ 5107 h 127041"/>
                <a:gd name="connsiteX18" fmla="*/ 31561 w 50981"/>
                <a:gd name="connsiteY18" fmla="*/ 0 h 127041"/>
                <a:gd name="connsiteX19" fmla="*/ 24532 w 50981"/>
                <a:gd name="connsiteY19" fmla="*/ 12768 h 127041"/>
                <a:gd name="connsiteX20" fmla="*/ 26449 w 50981"/>
                <a:gd name="connsiteY20" fmla="*/ 12768 h 127041"/>
                <a:gd name="connsiteX21" fmla="*/ 36673 w 50981"/>
                <a:gd name="connsiteY21" fmla="*/ 61286 h 127041"/>
                <a:gd name="connsiteX22" fmla="*/ 14948 w 50981"/>
                <a:gd name="connsiteY22" fmla="*/ 61286 h 127041"/>
                <a:gd name="connsiteX23" fmla="*/ 24532 w 50981"/>
                <a:gd name="connsiteY23" fmla="*/ 12768 h 12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0981" h="127041">
                  <a:moveTo>
                    <a:pt x="31561" y="0"/>
                  </a:moveTo>
                  <a:lnTo>
                    <a:pt x="19421" y="0"/>
                  </a:lnTo>
                  <a:cubicBezTo>
                    <a:pt x="16226" y="0"/>
                    <a:pt x="13669" y="1915"/>
                    <a:pt x="13031" y="5107"/>
                  </a:cubicBezTo>
                  <a:lnTo>
                    <a:pt x="251" y="66394"/>
                  </a:lnTo>
                  <a:cubicBezTo>
                    <a:pt x="-388" y="68309"/>
                    <a:pt x="251" y="70224"/>
                    <a:pt x="1528" y="71501"/>
                  </a:cubicBezTo>
                  <a:cubicBezTo>
                    <a:pt x="2807" y="72778"/>
                    <a:pt x="4723" y="74054"/>
                    <a:pt x="6641" y="74054"/>
                  </a:cubicBezTo>
                  <a:lnTo>
                    <a:pt x="6641" y="120657"/>
                  </a:lnTo>
                  <a:cubicBezTo>
                    <a:pt x="6641" y="124488"/>
                    <a:pt x="9196" y="127041"/>
                    <a:pt x="13031" y="127041"/>
                  </a:cubicBezTo>
                  <a:cubicBezTo>
                    <a:pt x="16864" y="127041"/>
                    <a:pt x="19421" y="124488"/>
                    <a:pt x="19421" y="120657"/>
                  </a:cubicBezTo>
                  <a:lnTo>
                    <a:pt x="19421" y="74054"/>
                  </a:lnTo>
                  <a:lnTo>
                    <a:pt x="31561" y="74054"/>
                  </a:lnTo>
                  <a:lnTo>
                    <a:pt x="31561" y="120657"/>
                  </a:lnTo>
                  <a:cubicBezTo>
                    <a:pt x="31561" y="124488"/>
                    <a:pt x="34117" y="127041"/>
                    <a:pt x="37951" y="127041"/>
                  </a:cubicBezTo>
                  <a:cubicBezTo>
                    <a:pt x="41785" y="127041"/>
                    <a:pt x="44341" y="124488"/>
                    <a:pt x="44341" y="120657"/>
                  </a:cubicBezTo>
                  <a:lnTo>
                    <a:pt x="44341" y="74054"/>
                  </a:lnTo>
                  <a:cubicBezTo>
                    <a:pt x="46258" y="74054"/>
                    <a:pt x="48175" y="73416"/>
                    <a:pt x="49453" y="71501"/>
                  </a:cubicBezTo>
                  <a:cubicBezTo>
                    <a:pt x="50731" y="70224"/>
                    <a:pt x="51370" y="68309"/>
                    <a:pt x="50731" y="66394"/>
                  </a:cubicBezTo>
                  <a:lnTo>
                    <a:pt x="37951" y="5107"/>
                  </a:lnTo>
                  <a:cubicBezTo>
                    <a:pt x="37312" y="1915"/>
                    <a:pt x="34756" y="0"/>
                    <a:pt x="31561" y="0"/>
                  </a:cubicBezTo>
                  <a:close/>
                  <a:moveTo>
                    <a:pt x="24532" y="12768"/>
                  </a:moveTo>
                  <a:lnTo>
                    <a:pt x="26449" y="12768"/>
                  </a:lnTo>
                  <a:lnTo>
                    <a:pt x="36673" y="61286"/>
                  </a:lnTo>
                  <a:lnTo>
                    <a:pt x="14948" y="61286"/>
                  </a:lnTo>
                  <a:lnTo>
                    <a:pt x="24532" y="12768"/>
                  </a:lnTo>
                  <a:close/>
                </a:path>
              </a:pathLst>
            </a:custGeom>
            <a:solidFill>
              <a:srgbClr val="007CB0"/>
            </a:solidFill>
            <a:ln w="6390" cap="flat">
              <a:noFill/>
              <a:prstDash val="solid"/>
              <a:miter/>
            </a:ln>
          </p:spPr>
          <p:txBody>
            <a:bodyPr rtlCol="0" anchor="ctr"/>
            <a:lstStyle/>
            <a:p>
              <a:endParaRPr lang="en-US"/>
            </a:p>
          </p:txBody>
        </p:sp>
        <p:sp>
          <p:nvSpPr>
            <p:cNvPr id="468" name="Graphic 4">
              <a:extLst>
                <a:ext uri="{FF2B5EF4-FFF2-40B4-BE49-F238E27FC236}">
                  <a16:creationId xmlns:a16="http://schemas.microsoft.com/office/drawing/2014/main" id="{66F5E810-2D81-BC4D-9ED6-0547F87E5E03}"/>
                </a:ext>
              </a:extLst>
            </p:cNvPr>
            <p:cNvSpPr/>
            <p:nvPr/>
          </p:nvSpPr>
          <p:spPr>
            <a:xfrm>
              <a:off x="3907786" y="2039546"/>
              <a:ext cx="41031" cy="52647"/>
            </a:xfrm>
            <a:custGeom>
              <a:avLst/>
              <a:gdLst>
                <a:gd name="connsiteX0" fmla="*/ 39917 w 41031"/>
                <a:gd name="connsiteY0" fmla="*/ 42433 h 52647"/>
                <a:gd name="connsiteX1" fmla="*/ 11801 w 41031"/>
                <a:gd name="connsiteY1" fmla="*/ 2852 h 52647"/>
                <a:gd name="connsiteX2" fmla="*/ 2855 w 41031"/>
                <a:gd name="connsiteY2" fmla="*/ 1576 h 52647"/>
                <a:gd name="connsiteX3" fmla="*/ 1577 w 41031"/>
                <a:gd name="connsiteY3" fmla="*/ 10513 h 52647"/>
                <a:gd name="connsiteX4" fmla="*/ 29693 w 41031"/>
                <a:gd name="connsiteY4" fmla="*/ 50094 h 52647"/>
                <a:gd name="connsiteX5" fmla="*/ 34805 w 41031"/>
                <a:gd name="connsiteY5" fmla="*/ 52648 h 52647"/>
                <a:gd name="connsiteX6" fmla="*/ 38639 w 41031"/>
                <a:gd name="connsiteY6" fmla="*/ 51371 h 52647"/>
                <a:gd name="connsiteX7" fmla="*/ 39917 w 41031"/>
                <a:gd name="connsiteY7" fmla="*/ 42433 h 5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31" h="52647">
                  <a:moveTo>
                    <a:pt x="39917" y="42433"/>
                  </a:moveTo>
                  <a:lnTo>
                    <a:pt x="11801" y="2852"/>
                  </a:lnTo>
                  <a:cubicBezTo>
                    <a:pt x="9884" y="-340"/>
                    <a:pt x="6050" y="-978"/>
                    <a:pt x="2855" y="1576"/>
                  </a:cubicBezTo>
                  <a:cubicBezTo>
                    <a:pt x="-340" y="3491"/>
                    <a:pt x="-979" y="7321"/>
                    <a:pt x="1577" y="10513"/>
                  </a:cubicBezTo>
                  <a:lnTo>
                    <a:pt x="29693" y="50094"/>
                  </a:lnTo>
                  <a:cubicBezTo>
                    <a:pt x="30971" y="52009"/>
                    <a:pt x="32888" y="52648"/>
                    <a:pt x="34805" y="52648"/>
                  </a:cubicBezTo>
                  <a:cubicBezTo>
                    <a:pt x="36083" y="52648"/>
                    <a:pt x="37361" y="52009"/>
                    <a:pt x="38639" y="51371"/>
                  </a:cubicBezTo>
                  <a:cubicBezTo>
                    <a:pt x="41195" y="49456"/>
                    <a:pt x="41834" y="45625"/>
                    <a:pt x="39917" y="42433"/>
                  </a:cubicBezTo>
                  <a:close/>
                </a:path>
              </a:pathLst>
            </a:custGeom>
            <a:solidFill>
              <a:srgbClr val="007CB0"/>
            </a:solidFill>
            <a:ln w="6390" cap="flat">
              <a:noFill/>
              <a:prstDash val="solid"/>
              <a:miter/>
            </a:ln>
          </p:spPr>
          <p:txBody>
            <a:bodyPr rtlCol="0" anchor="ctr"/>
            <a:lstStyle/>
            <a:p>
              <a:endParaRPr lang="en-US"/>
            </a:p>
          </p:txBody>
        </p:sp>
        <p:sp>
          <p:nvSpPr>
            <p:cNvPr id="469" name="Graphic 4">
              <a:extLst>
                <a:ext uri="{FF2B5EF4-FFF2-40B4-BE49-F238E27FC236}">
                  <a16:creationId xmlns:a16="http://schemas.microsoft.com/office/drawing/2014/main" id="{EAB81F49-2F46-6448-B378-0CAF8CB6DDDE}"/>
                </a:ext>
              </a:extLst>
            </p:cNvPr>
            <p:cNvSpPr/>
            <p:nvPr/>
          </p:nvSpPr>
          <p:spPr>
            <a:xfrm>
              <a:off x="3630925" y="2039369"/>
              <a:ext cx="41031" cy="52185"/>
            </a:xfrm>
            <a:custGeom>
              <a:avLst/>
              <a:gdLst>
                <a:gd name="connsiteX0" fmla="*/ 38176 w 41031"/>
                <a:gd name="connsiteY0" fmla="*/ 1114 h 52185"/>
                <a:gd name="connsiteX1" fmla="*/ 29230 w 41031"/>
                <a:gd name="connsiteY1" fmla="*/ 2390 h 52185"/>
                <a:gd name="connsiteX2" fmla="*/ 1115 w 41031"/>
                <a:gd name="connsiteY2" fmla="*/ 41971 h 52185"/>
                <a:gd name="connsiteX3" fmla="*/ 2392 w 41031"/>
                <a:gd name="connsiteY3" fmla="*/ 50909 h 52185"/>
                <a:gd name="connsiteX4" fmla="*/ 6227 w 41031"/>
                <a:gd name="connsiteY4" fmla="*/ 52185 h 52185"/>
                <a:gd name="connsiteX5" fmla="*/ 11339 w 41031"/>
                <a:gd name="connsiteY5" fmla="*/ 49632 h 52185"/>
                <a:gd name="connsiteX6" fmla="*/ 39454 w 41031"/>
                <a:gd name="connsiteY6" fmla="*/ 10051 h 52185"/>
                <a:gd name="connsiteX7" fmla="*/ 38176 w 41031"/>
                <a:gd name="connsiteY7" fmla="*/ 1114 h 52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31" h="52185">
                  <a:moveTo>
                    <a:pt x="38176" y="1114"/>
                  </a:moveTo>
                  <a:cubicBezTo>
                    <a:pt x="34981" y="-802"/>
                    <a:pt x="31147" y="-163"/>
                    <a:pt x="29230" y="2390"/>
                  </a:cubicBezTo>
                  <a:lnTo>
                    <a:pt x="1115" y="41971"/>
                  </a:lnTo>
                  <a:cubicBezTo>
                    <a:pt x="-802" y="45163"/>
                    <a:pt x="-163" y="48993"/>
                    <a:pt x="2392" y="50909"/>
                  </a:cubicBezTo>
                  <a:cubicBezTo>
                    <a:pt x="3671" y="51547"/>
                    <a:pt x="4949" y="52185"/>
                    <a:pt x="6227" y="52185"/>
                  </a:cubicBezTo>
                  <a:cubicBezTo>
                    <a:pt x="8144" y="52185"/>
                    <a:pt x="10060" y="51547"/>
                    <a:pt x="11339" y="49632"/>
                  </a:cubicBezTo>
                  <a:lnTo>
                    <a:pt x="39454" y="10051"/>
                  </a:lnTo>
                  <a:cubicBezTo>
                    <a:pt x="42010" y="7498"/>
                    <a:pt x="41371" y="3667"/>
                    <a:pt x="38176" y="1114"/>
                  </a:cubicBezTo>
                  <a:close/>
                </a:path>
              </a:pathLst>
            </a:custGeom>
            <a:solidFill>
              <a:srgbClr val="007CB0"/>
            </a:solidFill>
            <a:ln w="6390" cap="flat">
              <a:noFill/>
              <a:prstDash val="solid"/>
              <a:miter/>
            </a:ln>
          </p:spPr>
          <p:txBody>
            <a:bodyPr rtlCol="0" anchor="ctr"/>
            <a:lstStyle/>
            <a:p>
              <a:endParaRPr lang="en-US"/>
            </a:p>
          </p:txBody>
        </p:sp>
        <p:sp>
          <p:nvSpPr>
            <p:cNvPr id="470" name="Graphic 4">
              <a:extLst>
                <a:ext uri="{FF2B5EF4-FFF2-40B4-BE49-F238E27FC236}">
                  <a16:creationId xmlns:a16="http://schemas.microsoft.com/office/drawing/2014/main" id="{7770FEA4-425C-AD42-BB26-D32D06D8C6D1}"/>
                </a:ext>
              </a:extLst>
            </p:cNvPr>
            <p:cNvSpPr/>
            <p:nvPr/>
          </p:nvSpPr>
          <p:spPr>
            <a:xfrm>
              <a:off x="3771979" y="1990688"/>
              <a:ext cx="37061" cy="37027"/>
            </a:xfrm>
            <a:custGeom>
              <a:avLst/>
              <a:gdLst>
                <a:gd name="connsiteX0" fmla="*/ 18531 w 37061"/>
                <a:gd name="connsiteY0" fmla="*/ 37027 h 37027"/>
                <a:gd name="connsiteX1" fmla="*/ 37062 w 37061"/>
                <a:gd name="connsiteY1" fmla="*/ 18514 h 37027"/>
                <a:gd name="connsiteX2" fmla="*/ 18531 w 37061"/>
                <a:gd name="connsiteY2" fmla="*/ 0 h 37027"/>
                <a:gd name="connsiteX3" fmla="*/ 0 w 37061"/>
                <a:gd name="connsiteY3" fmla="*/ 18514 h 37027"/>
                <a:gd name="connsiteX4" fmla="*/ 18531 w 37061"/>
                <a:gd name="connsiteY4" fmla="*/ 37027 h 37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61" h="37027">
                  <a:moveTo>
                    <a:pt x="18531" y="37027"/>
                  </a:moveTo>
                  <a:cubicBezTo>
                    <a:pt x="28755" y="37027"/>
                    <a:pt x="37062" y="28728"/>
                    <a:pt x="37062" y="18514"/>
                  </a:cubicBezTo>
                  <a:cubicBezTo>
                    <a:pt x="37062" y="8299"/>
                    <a:pt x="28755" y="0"/>
                    <a:pt x="18531" y="0"/>
                  </a:cubicBezTo>
                  <a:cubicBezTo>
                    <a:pt x="8307" y="0"/>
                    <a:pt x="0" y="8299"/>
                    <a:pt x="0" y="18514"/>
                  </a:cubicBezTo>
                  <a:cubicBezTo>
                    <a:pt x="639" y="28728"/>
                    <a:pt x="8946" y="37027"/>
                    <a:pt x="18531" y="37027"/>
                  </a:cubicBezTo>
                  <a:close/>
                </a:path>
              </a:pathLst>
            </a:custGeom>
            <a:solidFill>
              <a:srgbClr val="007CB0"/>
            </a:solidFill>
            <a:ln w="6390" cap="flat">
              <a:noFill/>
              <a:prstDash val="solid"/>
              <a:miter/>
            </a:ln>
          </p:spPr>
          <p:txBody>
            <a:bodyPr rtlCol="0" anchor="ctr"/>
            <a:lstStyle/>
            <a:p>
              <a:endParaRPr lang="en-US"/>
            </a:p>
          </p:txBody>
        </p:sp>
        <p:sp>
          <p:nvSpPr>
            <p:cNvPr id="471" name="Graphic 4">
              <a:extLst>
                <a:ext uri="{FF2B5EF4-FFF2-40B4-BE49-F238E27FC236}">
                  <a16:creationId xmlns:a16="http://schemas.microsoft.com/office/drawing/2014/main" id="{839714FE-A911-034F-AE08-9EF8E1D912C0}"/>
                </a:ext>
              </a:extLst>
            </p:cNvPr>
            <p:cNvSpPr/>
            <p:nvPr/>
          </p:nvSpPr>
          <p:spPr>
            <a:xfrm>
              <a:off x="3765339" y="2039206"/>
              <a:ext cx="50981" cy="127041"/>
            </a:xfrm>
            <a:custGeom>
              <a:avLst/>
              <a:gdLst>
                <a:gd name="connsiteX0" fmla="*/ 31561 w 50981"/>
                <a:gd name="connsiteY0" fmla="*/ 0 h 127041"/>
                <a:gd name="connsiteX1" fmla="*/ 19420 w 50981"/>
                <a:gd name="connsiteY1" fmla="*/ 0 h 127041"/>
                <a:gd name="connsiteX2" fmla="*/ 13030 w 50981"/>
                <a:gd name="connsiteY2" fmla="*/ 5107 h 127041"/>
                <a:gd name="connsiteX3" fmla="*/ 251 w 50981"/>
                <a:gd name="connsiteY3" fmla="*/ 66394 h 127041"/>
                <a:gd name="connsiteX4" fmla="*/ 1529 w 50981"/>
                <a:gd name="connsiteY4" fmla="*/ 71501 h 127041"/>
                <a:gd name="connsiteX5" fmla="*/ 6641 w 50981"/>
                <a:gd name="connsiteY5" fmla="*/ 74054 h 127041"/>
                <a:gd name="connsiteX6" fmla="*/ 6641 w 50981"/>
                <a:gd name="connsiteY6" fmla="*/ 120657 h 127041"/>
                <a:gd name="connsiteX7" fmla="*/ 13030 w 50981"/>
                <a:gd name="connsiteY7" fmla="*/ 127041 h 127041"/>
                <a:gd name="connsiteX8" fmla="*/ 19420 w 50981"/>
                <a:gd name="connsiteY8" fmla="*/ 120657 h 127041"/>
                <a:gd name="connsiteX9" fmla="*/ 19420 w 50981"/>
                <a:gd name="connsiteY9" fmla="*/ 74054 h 127041"/>
                <a:gd name="connsiteX10" fmla="*/ 31561 w 50981"/>
                <a:gd name="connsiteY10" fmla="*/ 74054 h 127041"/>
                <a:gd name="connsiteX11" fmla="*/ 31561 w 50981"/>
                <a:gd name="connsiteY11" fmla="*/ 120657 h 127041"/>
                <a:gd name="connsiteX12" fmla="*/ 37951 w 50981"/>
                <a:gd name="connsiteY12" fmla="*/ 127041 h 127041"/>
                <a:gd name="connsiteX13" fmla="*/ 44341 w 50981"/>
                <a:gd name="connsiteY13" fmla="*/ 120657 h 127041"/>
                <a:gd name="connsiteX14" fmla="*/ 44341 w 50981"/>
                <a:gd name="connsiteY14" fmla="*/ 74054 h 127041"/>
                <a:gd name="connsiteX15" fmla="*/ 49453 w 50981"/>
                <a:gd name="connsiteY15" fmla="*/ 71501 h 127041"/>
                <a:gd name="connsiteX16" fmla="*/ 50731 w 50981"/>
                <a:gd name="connsiteY16" fmla="*/ 66394 h 127041"/>
                <a:gd name="connsiteX17" fmla="*/ 37951 w 50981"/>
                <a:gd name="connsiteY17" fmla="*/ 5107 h 127041"/>
                <a:gd name="connsiteX18" fmla="*/ 31561 w 50981"/>
                <a:gd name="connsiteY18" fmla="*/ 0 h 12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981" h="127041">
                  <a:moveTo>
                    <a:pt x="31561" y="0"/>
                  </a:moveTo>
                  <a:lnTo>
                    <a:pt x="19420" y="0"/>
                  </a:lnTo>
                  <a:cubicBezTo>
                    <a:pt x="16225" y="0"/>
                    <a:pt x="13670" y="1915"/>
                    <a:pt x="13030" y="5107"/>
                  </a:cubicBezTo>
                  <a:lnTo>
                    <a:pt x="251" y="66394"/>
                  </a:lnTo>
                  <a:cubicBezTo>
                    <a:pt x="-388" y="68309"/>
                    <a:pt x="251" y="70224"/>
                    <a:pt x="1529" y="71501"/>
                  </a:cubicBezTo>
                  <a:cubicBezTo>
                    <a:pt x="2807" y="72778"/>
                    <a:pt x="4724" y="74054"/>
                    <a:pt x="6641" y="74054"/>
                  </a:cubicBezTo>
                  <a:lnTo>
                    <a:pt x="6641" y="120657"/>
                  </a:lnTo>
                  <a:cubicBezTo>
                    <a:pt x="6641" y="124488"/>
                    <a:pt x="9197" y="127041"/>
                    <a:pt x="13030" y="127041"/>
                  </a:cubicBezTo>
                  <a:cubicBezTo>
                    <a:pt x="16865" y="127041"/>
                    <a:pt x="19420" y="124488"/>
                    <a:pt x="19420" y="120657"/>
                  </a:cubicBezTo>
                  <a:lnTo>
                    <a:pt x="19420" y="74054"/>
                  </a:lnTo>
                  <a:lnTo>
                    <a:pt x="31561" y="74054"/>
                  </a:lnTo>
                  <a:lnTo>
                    <a:pt x="31561" y="120657"/>
                  </a:lnTo>
                  <a:cubicBezTo>
                    <a:pt x="31561" y="124488"/>
                    <a:pt x="34117" y="127041"/>
                    <a:pt x="37951" y="127041"/>
                  </a:cubicBezTo>
                  <a:cubicBezTo>
                    <a:pt x="41785" y="127041"/>
                    <a:pt x="44341" y="124488"/>
                    <a:pt x="44341" y="120657"/>
                  </a:cubicBezTo>
                  <a:lnTo>
                    <a:pt x="44341" y="74054"/>
                  </a:lnTo>
                  <a:cubicBezTo>
                    <a:pt x="46258" y="74054"/>
                    <a:pt x="48175" y="73416"/>
                    <a:pt x="49453" y="71501"/>
                  </a:cubicBezTo>
                  <a:cubicBezTo>
                    <a:pt x="50731" y="70224"/>
                    <a:pt x="51370" y="68309"/>
                    <a:pt x="50731" y="66394"/>
                  </a:cubicBezTo>
                  <a:lnTo>
                    <a:pt x="37951" y="5107"/>
                  </a:lnTo>
                  <a:cubicBezTo>
                    <a:pt x="37312" y="1915"/>
                    <a:pt x="34756" y="0"/>
                    <a:pt x="31561" y="0"/>
                  </a:cubicBezTo>
                  <a:close/>
                </a:path>
              </a:pathLst>
            </a:custGeom>
            <a:solidFill>
              <a:srgbClr val="007CB0"/>
            </a:solidFill>
            <a:ln w="6390" cap="flat">
              <a:noFill/>
              <a:prstDash val="solid"/>
              <a:miter/>
            </a:ln>
          </p:spPr>
          <p:txBody>
            <a:bodyPr rtlCol="0" anchor="ctr"/>
            <a:lstStyle/>
            <a:p>
              <a:endParaRPr lang="en-US"/>
            </a:p>
          </p:txBody>
        </p:sp>
        <p:sp>
          <p:nvSpPr>
            <p:cNvPr id="472" name="Graphic 4">
              <a:extLst>
                <a:ext uri="{FF2B5EF4-FFF2-40B4-BE49-F238E27FC236}">
                  <a16:creationId xmlns:a16="http://schemas.microsoft.com/office/drawing/2014/main" id="{3E8B1DC0-B4E5-BF4D-8DF9-627CB0E9CB03}"/>
                </a:ext>
              </a:extLst>
            </p:cNvPr>
            <p:cNvSpPr/>
            <p:nvPr/>
          </p:nvSpPr>
          <p:spPr>
            <a:xfrm>
              <a:off x="3705023" y="1977281"/>
              <a:ext cx="69135" cy="67670"/>
            </a:xfrm>
            <a:custGeom>
              <a:avLst/>
              <a:gdLst>
                <a:gd name="connsiteX0" fmla="*/ 65678 w 69135"/>
                <a:gd name="connsiteY0" fmla="*/ 67032 h 67670"/>
                <a:gd name="connsiteX1" fmla="*/ 68235 w 69135"/>
                <a:gd name="connsiteY1" fmla="*/ 58733 h 67670"/>
                <a:gd name="connsiteX2" fmla="*/ 40758 w 69135"/>
                <a:gd name="connsiteY2" fmla="*/ 3830 h 67670"/>
                <a:gd name="connsiteX3" fmla="*/ 40119 w 69135"/>
                <a:gd name="connsiteY3" fmla="*/ 3192 h 67670"/>
                <a:gd name="connsiteX4" fmla="*/ 39480 w 69135"/>
                <a:gd name="connsiteY4" fmla="*/ 1915 h 67670"/>
                <a:gd name="connsiteX5" fmla="*/ 38202 w 69135"/>
                <a:gd name="connsiteY5" fmla="*/ 1277 h 67670"/>
                <a:gd name="connsiteX6" fmla="*/ 37563 w 69135"/>
                <a:gd name="connsiteY6" fmla="*/ 638 h 67670"/>
                <a:gd name="connsiteX7" fmla="*/ 36924 w 69135"/>
                <a:gd name="connsiteY7" fmla="*/ 638 h 67670"/>
                <a:gd name="connsiteX8" fmla="*/ 35646 w 69135"/>
                <a:gd name="connsiteY8" fmla="*/ 0 h 67670"/>
                <a:gd name="connsiteX9" fmla="*/ 34368 w 69135"/>
                <a:gd name="connsiteY9" fmla="*/ 0 h 67670"/>
                <a:gd name="connsiteX10" fmla="*/ 33090 w 69135"/>
                <a:gd name="connsiteY10" fmla="*/ 0 h 67670"/>
                <a:gd name="connsiteX11" fmla="*/ 31812 w 69135"/>
                <a:gd name="connsiteY11" fmla="*/ 638 h 67670"/>
                <a:gd name="connsiteX12" fmla="*/ 31173 w 69135"/>
                <a:gd name="connsiteY12" fmla="*/ 638 h 67670"/>
                <a:gd name="connsiteX13" fmla="*/ 30534 w 69135"/>
                <a:gd name="connsiteY13" fmla="*/ 1277 h 67670"/>
                <a:gd name="connsiteX14" fmla="*/ 29256 w 69135"/>
                <a:gd name="connsiteY14" fmla="*/ 1915 h 67670"/>
                <a:gd name="connsiteX15" fmla="*/ 28617 w 69135"/>
                <a:gd name="connsiteY15" fmla="*/ 3192 h 67670"/>
                <a:gd name="connsiteX16" fmla="*/ 27978 w 69135"/>
                <a:gd name="connsiteY16" fmla="*/ 3830 h 67670"/>
                <a:gd name="connsiteX17" fmla="*/ 501 w 69135"/>
                <a:gd name="connsiteY17" fmla="*/ 58733 h 67670"/>
                <a:gd name="connsiteX18" fmla="*/ 3057 w 69135"/>
                <a:gd name="connsiteY18" fmla="*/ 67032 h 67670"/>
                <a:gd name="connsiteX19" fmla="*/ 5613 w 69135"/>
                <a:gd name="connsiteY19" fmla="*/ 67670 h 67670"/>
                <a:gd name="connsiteX20" fmla="*/ 11364 w 69135"/>
                <a:gd name="connsiteY20" fmla="*/ 63840 h 67670"/>
                <a:gd name="connsiteX21" fmla="*/ 33090 w 69135"/>
                <a:gd name="connsiteY21" fmla="*/ 20429 h 67670"/>
                <a:gd name="connsiteX22" fmla="*/ 54816 w 69135"/>
                <a:gd name="connsiteY22" fmla="*/ 63840 h 67670"/>
                <a:gd name="connsiteX23" fmla="*/ 60567 w 69135"/>
                <a:gd name="connsiteY23" fmla="*/ 67670 h 67670"/>
                <a:gd name="connsiteX24" fmla="*/ 65678 w 69135"/>
                <a:gd name="connsiteY24" fmla="*/ 67032 h 6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9135" h="67670">
                  <a:moveTo>
                    <a:pt x="65678" y="67032"/>
                  </a:moveTo>
                  <a:cubicBezTo>
                    <a:pt x="68873" y="65755"/>
                    <a:pt x="70151" y="61925"/>
                    <a:pt x="68235" y="58733"/>
                  </a:cubicBezTo>
                  <a:lnTo>
                    <a:pt x="40758" y="3830"/>
                  </a:lnTo>
                  <a:cubicBezTo>
                    <a:pt x="40758" y="3830"/>
                    <a:pt x="40758" y="3192"/>
                    <a:pt x="40119" y="3192"/>
                  </a:cubicBezTo>
                  <a:cubicBezTo>
                    <a:pt x="40119" y="2554"/>
                    <a:pt x="39480" y="2554"/>
                    <a:pt x="39480" y="1915"/>
                  </a:cubicBezTo>
                  <a:cubicBezTo>
                    <a:pt x="39480" y="1277"/>
                    <a:pt x="38841" y="1277"/>
                    <a:pt x="38202" y="1277"/>
                  </a:cubicBezTo>
                  <a:cubicBezTo>
                    <a:pt x="38202" y="1277"/>
                    <a:pt x="37563" y="638"/>
                    <a:pt x="37563" y="638"/>
                  </a:cubicBezTo>
                  <a:cubicBezTo>
                    <a:pt x="37563" y="638"/>
                    <a:pt x="37563" y="638"/>
                    <a:pt x="36924" y="638"/>
                  </a:cubicBezTo>
                  <a:cubicBezTo>
                    <a:pt x="36285" y="638"/>
                    <a:pt x="36285" y="638"/>
                    <a:pt x="35646" y="0"/>
                  </a:cubicBezTo>
                  <a:cubicBezTo>
                    <a:pt x="35007" y="0"/>
                    <a:pt x="35007" y="0"/>
                    <a:pt x="34368" y="0"/>
                  </a:cubicBezTo>
                  <a:cubicBezTo>
                    <a:pt x="33729" y="0"/>
                    <a:pt x="33729" y="0"/>
                    <a:pt x="33090" y="0"/>
                  </a:cubicBezTo>
                  <a:cubicBezTo>
                    <a:pt x="32451" y="0"/>
                    <a:pt x="32451" y="0"/>
                    <a:pt x="31812" y="638"/>
                  </a:cubicBezTo>
                  <a:cubicBezTo>
                    <a:pt x="31812" y="638"/>
                    <a:pt x="31812" y="638"/>
                    <a:pt x="31173" y="638"/>
                  </a:cubicBezTo>
                  <a:cubicBezTo>
                    <a:pt x="31173" y="638"/>
                    <a:pt x="30534" y="1277"/>
                    <a:pt x="30534" y="1277"/>
                  </a:cubicBezTo>
                  <a:cubicBezTo>
                    <a:pt x="29895" y="1277"/>
                    <a:pt x="29895" y="1915"/>
                    <a:pt x="29256" y="1915"/>
                  </a:cubicBezTo>
                  <a:cubicBezTo>
                    <a:pt x="29256" y="1915"/>
                    <a:pt x="28617" y="2554"/>
                    <a:pt x="28617" y="3192"/>
                  </a:cubicBezTo>
                  <a:cubicBezTo>
                    <a:pt x="28617" y="3192"/>
                    <a:pt x="27978" y="3830"/>
                    <a:pt x="27978" y="3830"/>
                  </a:cubicBezTo>
                  <a:lnTo>
                    <a:pt x="501" y="58733"/>
                  </a:lnTo>
                  <a:cubicBezTo>
                    <a:pt x="-777" y="61925"/>
                    <a:pt x="501" y="65755"/>
                    <a:pt x="3057" y="67032"/>
                  </a:cubicBezTo>
                  <a:cubicBezTo>
                    <a:pt x="3696" y="67670"/>
                    <a:pt x="4974" y="67670"/>
                    <a:pt x="5613" y="67670"/>
                  </a:cubicBezTo>
                  <a:cubicBezTo>
                    <a:pt x="8169" y="67670"/>
                    <a:pt x="10086" y="66393"/>
                    <a:pt x="11364" y="63840"/>
                  </a:cubicBezTo>
                  <a:lnTo>
                    <a:pt x="33090" y="20429"/>
                  </a:lnTo>
                  <a:lnTo>
                    <a:pt x="54816" y="63840"/>
                  </a:lnTo>
                  <a:cubicBezTo>
                    <a:pt x="56094" y="66393"/>
                    <a:pt x="58011" y="67670"/>
                    <a:pt x="60567" y="67670"/>
                  </a:cubicBezTo>
                  <a:cubicBezTo>
                    <a:pt x="63762" y="67670"/>
                    <a:pt x="65040" y="67032"/>
                    <a:pt x="65678" y="67032"/>
                  </a:cubicBezTo>
                  <a:close/>
                </a:path>
              </a:pathLst>
            </a:custGeom>
            <a:solidFill>
              <a:srgbClr val="007CB0"/>
            </a:solidFill>
            <a:ln w="6390" cap="flat">
              <a:noFill/>
              <a:prstDash val="solid"/>
              <a:miter/>
            </a:ln>
          </p:spPr>
          <p:txBody>
            <a:bodyPr rtlCol="0" anchor="ctr"/>
            <a:lstStyle/>
            <a:p>
              <a:endParaRPr lang="en-US"/>
            </a:p>
          </p:txBody>
        </p:sp>
        <p:sp>
          <p:nvSpPr>
            <p:cNvPr id="473" name="Graphic 4">
              <a:extLst>
                <a:ext uri="{FF2B5EF4-FFF2-40B4-BE49-F238E27FC236}">
                  <a16:creationId xmlns:a16="http://schemas.microsoft.com/office/drawing/2014/main" id="{4382A4BD-5792-8A4C-97BF-9199F17316F5}"/>
                </a:ext>
              </a:extLst>
            </p:cNvPr>
            <p:cNvSpPr/>
            <p:nvPr/>
          </p:nvSpPr>
          <p:spPr>
            <a:xfrm>
              <a:off x="3805345" y="1977281"/>
              <a:ext cx="69135" cy="67670"/>
            </a:xfrm>
            <a:custGeom>
              <a:avLst/>
              <a:gdLst>
                <a:gd name="connsiteX0" fmla="*/ 65679 w 69135"/>
                <a:gd name="connsiteY0" fmla="*/ 67032 h 67670"/>
                <a:gd name="connsiteX1" fmla="*/ 68235 w 69135"/>
                <a:gd name="connsiteY1" fmla="*/ 58733 h 67670"/>
                <a:gd name="connsiteX2" fmla="*/ 40758 w 69135"/>
                <a:gd name="connsiteY2" fmla="*/ 3830 h 67670"/>
                <a:gd name="connsiteX3" fmla="*/ 40119 w 69135"/>
                <a:gd name="connsiteY3" fmla="*/ 3192 h 67670"/>
                <a:gd name="connsiteX4" fmla="*/ 39480 w 69135"/>
                <a:gd name="connsiteY4" fmla="*/ 1915 h 67670"/>
                <a:gd name="connsiteX5" fmla="*/ 38202 w 69135"/>
                <a:gd name="connsiteY5" fmla="*/ 1277 h 67670"/>
                <a:gd name="connsiteX6" fmla="*/ 37563 w 69135"/>
                <a:gd name="connsiteY6" fmla="*/ 638 h 67670"/>
                <a:gd name="connsiteX7" fmla="*/ 36924 w 69135"/>
                <a:gd name="connsiteY7" fmla="*/ 638 h 67670"/>
                <a:gd name="connsiteX8" fmla="*/ 35646 w 69135"/>
                <a:gd name="connsiteY8" fmla="*/ 0 h 67670"/>
                <a:gd name="connsiteX9" fmla="*/ 34368 w 69135"/>
                <a:gd name="connsiteY9" fmla="*/ 0 h 67670"/>
                <a:gd name="connsiteX10" fmla="*/ 33090 w 69135"/>
                <a:gd name="connsiteY10" fmla="*/ 0 h 67670"/>
                <a:gd name="connsiteX11" fmla="*/ 31812 w 69135"/>
                <a:gd name="connsiteY11" fmla="*/ 638 h 67670"/>
                <a:gd name="connsiteX12" fmla="*/ 31173 w 69135"/>
                <a:gd name="connsiteY12" fmla="*/ 638 h 67670"/>
                <a:gd name="connsiteX13" fmla="*/ 30534 w 69135"/>
                <a:gd name="connsiteY13" fmla="*/ 1277 h 67670"/>
                <a:gd name="connsiteX14" fmla="*/ 29256 w 69135"/>
                <a:gd name="connsiteY14" fmla="*/ 1915 h 67670"/>
                <a:gd name="connsiteX15" fmla="*/ 28617 w 69135"/>
                <a:gd name="connsiteY15" fmla="*/ 3192 h 67670"/>
                <a:gd name="connsiteX16" fmla="*/ 27978 w 69135"/>
                <a:gd name="connsiteY16" fmla="*/ 3830 h 67670"/>
                <a:gd name="connsiteX17" fmla="*/ 501 w 69135"/>
                <a:gd name="connsiteY17" fmla="*/ 58733 h 67670"/>
                <a:gd name="connsiteX18" fmla="*/ 3057 w 69135"/>
                <a:gd name="connsiteY18" fmla="*/ 67032 h 67670"/>
                <a:gd name="connsiteX19" fmla="*/ 5613 w 69135"/>
                <a:gd name="connsiteY19" fmla="*/ 67670 h 67670"/>
                <a:gd name="connsiteX20" fmla="*/ 11364 w 69135"/>
                <a:gd name="connsiteY20" fmla="*/ 63840 h 67670"/>
                <a:gd name="connsiteX21" fmla="*/ 33090 w 69135"/>
                <a:gd name="connsiteY21" fmla="*/ 20429 h 67670"/>
                <a:gd name="connsiteX22" fmla="*/ 54816 w 69135"/>
                <a:gd name="connsiteY22" fmla="*/ 63840 h 67670"/>
                <a:gd name="connsiteX23" fmla="*/ 60567 w 69135"/>
                <a:gd name="connsiteY23" fmla="*/ 67670 h 67670"/>
                <a:gd name="connsiteX24" fmla="*/ 65679 w 69135"/>
                <a:gd name="connsiteY24" fmla="*/ 67032 h 6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9135" h="67670">
                  <a:moveTo>
                    <a:pt x="65679" y="67032"/>
                  </a:moveTo>
                  <a:cubicBezTo>
                    <a:pt x="68874" y="65755"/>
                    <a:pt x="70152" y="61925"/>
                    <a:pt x="68235" y="58733"/>
                  </a:cubicBezTo>
                  <a:lnTo>
                    <a:pt x="40758" y="3830"/>
                  </a:lnTo>
                  <a:cubicBezTo>
                    <a:pt x="40758" y="3830"/>
                    <a:pt x="40758" y="3192"/>
                    <a:pt x="40119" y="3192"/>
                  </a:cubicBezTo>
                  <a:cubicBezTo>
                    <a:pt x="40119" y="2554"/>
                    <a:pt x="39480" y="2554"/>
                    <a:pt x="39480" y="1915"/>
                  </a:cubicBezTo>
                  <a:cubicBezTo>
                    <a:pt x="39480" y="1915"/>
                    <a:pt x="38841" y="1277"/>
                    <a:pt x="38202" y="1277"/>
                  </a:cubicBezTo>
                  <a:cubicBezTo>
                    <a:pt x="38202" y="1277"/>
                    <a:pt x="37563" y="638"/>
                    <a:pt x="37563" y="638"/>
                  </a:cubicBezTo>
                  <a:cubicBezTo>
                    <a:pt x="37563" y="638"/>
                    <a:pt x="37563" y="638"/>
                    <a:pt x="36924" y="638"/>
                  </a:cubicBezTo>
                  <a:cubicBezTo>
                    <a:pt x="36285" y="638"/>
                    <a:pt x="36285" y="638"/>
                    <a:pt x="35646" y="0"/>
                  </a:cubicBezTo>
                  <a:cubicBezTo>
                    <a:pt x="35007" y="0"/>
                    <a:pt x="35007" y="0"/>
                    <a:pt x="34368" y="0"/>
                  </a:cubicBezTo>
                  <a:cubicBezTo>
                    <a:pt x="33729" y="0"/>
                    <a:pt x="33729" y="0"/>
                    <a:pt x="33090" y="0"/>
                  </a:cubicBezTo>
                  <a:cubicBezTo>
                    <a:pt x="32451" y="0"/>
                    <a:pt x="32451" y="0"/>
                    <a:pt x="31812" y="638"/>
                  </a:cubicBezTo>
                  <a:cubicBezTo>
                    <a:pt x="31812" y="638"/>
                    <a:pt x="31812" y="638"/>
                    <a:pt x="31173" y="638"/>
                  </a:cubicBezTo>
                  <a:cubicBezTo>
                    <a:pt x="31173" y="638"/>
                    <a:pt x="30534" y="1277"/>
                    <a:pt x="30534" y="1277"/>
                  </a:cubicBezTo>
                  <a:cubicBezTo>
                    <a:pt x="29895" y="1277"/>
                    <a:pt x="29895" y="1915"/>
                    <a:pt x="29256" y="1915"/>
                  </a:cubicBezTo>
                  <a:cubicBezTo>
                    <a:pt x="29256" y="1915"/>
                    <a:pt x="28617" y="2554"/>
                    <a:pt x="28617" y="3192"/>
                  </a:cubicBezTo>
                  <a:cubicBezTo>
                    <a:pt x="28617" y="3192"/>
                    <a:pt x="27978" y="3830"/>
                    <a:pt x="27978" y="3830"/>
                  </a:cubicBezTo>
                  <a:lnTo>
                    <a:pt x="501" y="58733"/>
                  </a:lnTo>
                  <a:cubicBezTo>
                    <a:pt x="-776" y="61925"/>
                    <a:pt x="501" y="65755"/>
                    <a:pt x="3057" y="67032"/>
                  </a:cubicBezTo>
                  <a:cubicBezTo>
                    <a:pt x="3696" y="67670"/>
                    <a:pt x="4974" y="67670"/>
                    <a:pt x="5613" y="67670"/>
                  </a:cubicBezTo>
                  <a:cubicBezTo>
                    <a:pt x="8169" y="67670"/>
                    <a:pt x="10086" y="66393"/>
                    <a:pt x="11364" y="63840"/>
                  </a:cubicBezTo>
                  <a:lnTo>
                    <a:pt x="33090" y="20429"/>
                  </a:lnTo>
                  <a:lnTo>
                    <a:pt x="54816" y="63840"/>
                  </a:lnTo>
                  <a:cubicBezTo>
                    <a:pt x="56094" y="66393"/>
                    <a:pt x="58011" y="67670"/>
                    <a:pt x="60567" y="67670"/>
                  </a:cubicBezTo>
                  <a:cubicBezTo>
                    <a:pt x="63762" y="67670"/>
                    <a:pt x="65040" y="67032"/>
                    <a:pt x="65679" y="67032"/>
                  </a:cubicBezTo>
                  <a:close/>
                </a:path>
              </a:pathLst>
            </a:custGeom>
            <a:solidFill>
              <a:srgbClr val="007CB0"/>
            </a:solidFill>
            <a:ln w="6390" cap="flat">
              <a:noFill/>
              <a:prstDash val="solid"/>
              <a:miter/>
            </a:ln>
          </p:spPr>
          <p:txBody>
            <a:bodyPr rtlCol="0" anchor="ctr"/>
            <a:lstStyle/>
            <a:p>
              <a:endParaRPr lang="en-US"/>
            </a:p>
          </p:txBody>
        </p:sp>
      </p:grpSp>
      <p:grpSp>
        <p:nvGrpSpPr>
          <p:cNvPr id="474" name="Graphic 4">
            <a:extLst>
              <a:ext uri="{FF2B5EF4-FFF2-40B4-BE49-F238E27FC236}">
                <a16:creationId xmlns:a16="http://schemas.microsoft.com/office/drawing/2014/main" id="{BB01ED8F-77F7-BA4E-8E19-2C2E2C51F596}"/>
              </a:ext>
            </a:extLst>
          </p:cNvPr>
          <p:cNvGrpSpPr/>
          <p:nvPr/>
        </p:nvGrpSpPr>
        <p:grpSpPr>
          <a:xfrm>
            <a:off x="2561086" y="2855717"/>
            <a:ext cx="361670" cy="361333"/>
            <a:chOff x="2561086" y="2855717"/>
            <a:chExt cx="361670" cy="361333"/>
          </a:xfrm>
          <a:solidFill>
            <a:srgbClr val="007CB0"/>
          </a:solidFill>
        </p:grpSpPr>
        <p:sp>
          <p:nvSpPr>
            <p:cNvPr id="475" name="Graphic 4">
              <a:extLst>
                <a:ext uri="{FF2B5EF4-FFF2-40B4-BE49-F238E27FC236}">
                  <a16:creationId xmlns:a16="http://schemas.microsoft.com/office/drawing/2014/main" id="{1918149E-0A55-ED48-B49F-020C379A1BAF}"/>
                </a:ext>
              </a:extLst>
            </p:cNvPr>
            <p:cNvSpPr/>
            <p:nvPr/>
          </p:nvSpPr>
          <p:spPr>
            <a:xfrm>
              <a:off x="2561086"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0438"/>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234"/>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476" name="Graphic 4">
              <a:extLst>
                <a:ext uri="{FF2B5EF4-FFF2-40B4-BE49-F238E27FC236}">
                  <a16:creationId xmlns:a16="http://schemas.microsoft.com/office/drawing/2014/main" id="{7E1A37F7-128B-074A-9254-0B456F689E5E}"/>
                </a:ext>
              </a:extLst>
            </p:cNvPr>
            <p:cNvSpPr/>
            <p:nvPr/>
          </p:nvSpPr>
          <p:spPr>
            <a:xfrm>
              <a:off x="2640322" y="2908454"/>
              <a:ext cx="194254" cy="133037"/>
            </a:xfrm>
            <a:custGeom>
              <a:avLst/>
              <a:gdLst>
                <a:gd name="connsiteX0" fmla="*/ 23004 w 194254"/>
                <a:gd name="connsiteY0" fmla="*/ 99841 h 133037"/>
                <a:gd name="connsiteX1" fmla="*/ 26199 w 194254"/>
                <a:gd name="connsiteY1" fmla="*/ 105586 h 133037"/>
                <a:gd name="connsiteX2" fmla="*/ 29394 w 194254"/>
                <a:gd name="connsiteY2" fmla="*/ 106225 h 133037"/>
                <a:gd name="connsiteX3" fmla="*/ 33228 w 194254"/>
                <a:gd name="connsiteY3" fmla="*/ 104948 h 133037"/>
                <a:gd name="connsiteX4" fmla="*/ 54953 w 194254"/>
                <a:gd name="connsiteY4" fmla="*/ 87711 h 133037"/>
                <a:gd name="connsiteX5" fmla="*/ 70928 w 194254"/>
                <a:gd name="connsiteY5" fmla="*/ 88988 h 133037"/>
                <a:gd name="connsiteX6" fmla="*/ 70928 w 194254"/>
                <a:gd name="connsiteY6" fmla="*/ 112609 h 133037"/>
                <a:gd name="connsiteX7" fmla="*/ 72845 w 194254"/>
                <a:gd name="connsiteY7" fmla="*/ 117077 h 133037"/>
                <a:gd name="connsiteX8" fmla="*/ 77957 w 194254"/>
                <a:gd name="connsiteY8" fmla="*/ 118993 h 133037"/>
                <a:gd name="connsiteX9" fmla="*/ 139301 w 194254"/>
                <a:gd name="connsiteY9" fmla="*/ 114524 h 133037"/>
                <a:gd name="connsiteX10" fmla="*/ 161026 w 194254"/>
                <a:gd name="connsiteY10" fmla="*/ 131761 h 133037"/>
                <a:gd name="connsiteX11" fmla="*/ 164860 w 194254"/>
                <a:gd name="connsiteY11" fmla="*/ 133037 h 133037"/>
                <a:gd name="connsiteX12" fmla="*/ 168055 w 194254"/>
                <a:gd name="connsiteY12" fmla="*/ 132399 h 133037"/>
                <a:gd name="connsiteX13" fmla="*/ 171250 w 194254"/>
                <a:gd name="connsiteY13" fmla="*/ 126653 h 133037"/>
                <a:gd name="connsiteX14" fmla="*/ 171250 w 194254"/>
                <a:gd name="connsiteY14" fmla="*/ 111970 h 133037"/>
                <a:gd name="connsiteX15" fmla="*/ 188503 w 194254"/>
                <a:gd name="connsiteY15" fmla="*/ 110693 h 133037"/>
                <a:gd name="connsiteX16" fmla="*/ 194254 w 194254"/>
                <a:gd name="connsiteY16" fmla="*/ 104309 h 133037"/>
                <a:gd name="connsiteX17" fmla="*/ 194254 w 194254"/>
                <a:gd name="connsiteY17" fmla="*/ 50684 h 133037"/>
                <a:gd name="connsiteX18" fmla="*/ 189142 w 194254"/>
                <a:gd name="connsiteY18" fmla="*/ 44300 h 133037"/>
                <a:gd name="connsiteX19" fmla="*/ 123326 w 194254"/>
                <a:gd name="connsiteY19" fmla="*/ 34085 h 133037"/>
                <a:gd name="connsiteX20" fmla="*/ 123326 w 194254"/>
                <a:gd name="connsiteY20" fmla="*/ 6634 h 133037"/>
                <a:gd name="connsiteX21" fmla="*/ 120770 w 194254"/>
                <a:gd name="connsiteY21" fmla="*/ 1527 h 133037"/>
                <a:gd name="connsiteX22" fmla="*/ 115658 w 194254"/>
                <a:gd name="connsiteY22" fmla="*/ 250 h 133037"/>
                <a:gd name="connsiteX23" fmla="*/ 5112 w 194254"/>
                <a:gd name="connsiteY23" fmla="*/ 17487 h 133037"/>
                <a:gd name="connsiteX24" fmla="*/ 0 w 194254"/>
                <a:gd name="connsiteY24" fmla="*/ 23871 h 133037"/>
                <a:gd name="connsiteX25" fmla="*/ 0 w 194254"/>
                <a:gd name="connsiteY25" fmla="*/ 77497 h 133037"/>
                <a:gd name="connsiteX26" fmla="*/ 5751 w 194254"/>
                <a:gd name="connsiteY26" fmla="*/ 83881 h 133037"/>
                <a:gd name="connsiteX27" fmla="*/ 23004 w 194254"/>
                <a:gd name="connsiteY27" fmla="*/ 85157 h 133037"/>
                <a:gd name="connsiteX28" fmla="*/ 23004 w 194254"/>
                <a:gd name="connsiteY28" fmla="*/ 99841 h 133037"/>
                <a:gd name="connsiteX29" fmla="*/ 12780 w 194254"/>
                <a:gd name="connsiteY29" fmla="*/ 71113 h 133037"/>
                <a:gd name="connsiteX30" fmla="*/ 12780 w 194254"/>
                <a:gd name="connsiteY30" fmla="*/ 28340 h 133037"/>
                <a:gd name="connsiteX31" fmla="*/ 110546 w 194254"/>
                <a:gd name="connsiteY31" fmla="*/ 13018 h 133037"/>
                <a:gd name="connsiteX32" fmla="*/ 110546 w 194254"/>
                <a:gd name="connsiteY32" fmla="*/ 30894 h 133037"/>
                <a:gd name="connsiteX33" fmla="*/ 78596 w 194254"/>
                <a:gd name="connsiteY33" fmla="*/ 25786 h 133037"/>
                <a:gd name="connsiteX34" fmla="*/ 73484 w 194254"/>
                <a:gd name="connsiteY34" fmla="*/ 27063 h 133037"/>
                <a:gd name="connsiteX35" fmla="*/ 70928 w 194254"/>
                <a:gd name="connsiteY35" fmla="*/ 32170 h 133037"/>
                <a:gd name="connsiteX36" fmla="*/ 70928 w 194254"/>
                <a:gd name="connsiteY36" fmla="*/ 75581 h 133037"/>
                <a:gd name="connsiteX37" fmla="*/ 53036 w 194254"/>
                <a:gd name="connsiteY37" fmla="*/ 74305 h 133037"/>
                <a:gd name="connsiteX38" fmla="*/ 48563 w 194254"/>
                <a:gd name="connsiteY38" fmla="*/ 75581 h 133037"/>
                <a:gd name="connsiteX39" fmla="*/ 35783 w 194254"/>
                <a:gd name="connsiteY39" fmla="*/ 86434 h 133037"/>
                <a:gd name="connsiteX40" fmla="*/ 35783 w 194254"/>
                <a:gd name="connsiteY40" fmla="*/ 78773 h 133037"/>
                <a:gd name="connsiteX41" fmla="*/ 30033 w 194254"/>
                <a:gd name="connsiteY41" fmla="*/ 72389 h 133037"/>
                <a:gd name="connsiteX42" fmla="*/ 12780 w 194254"/>
                <a:gd name="connsiteY42" fmla="*/ 71113 h 13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94254" h="133037">
                  <a:moveTo>
                    <a:pt x="23004" y="99841"/>
                  </a:moveTo>
                  <a:cubicBezTo>
                    <a:pt x="23004" y="102394"/>
                    <a:pt x="24282" y="104309"/>
                    <a:pt x="26199" y="105586"/>
                  </a:cubicBezTo>
                  <a:cubicBezTo>
                    <a:pt x="26838" y="106225"/>
                    <a:pt x="28116" y="106225"/>
                    <a:pt x="29394" y="106225"/>
                  </a:cubicBezTo>
                  <a:cubicBezTo>
                    <a:pt x="30672" y="106225"/>
                    <a:pt x="31950" y="105586"/>
                    <a:pt x="33228" y="104948"/>
                  </a:cubicBezTo>
                  <a:cubicBezTo>
                    <a:pt x="42173" y="98564"/>
                    <a:pt x="46646" y="94733"/>
                    <a:pt x="54953" y="87711"/>
                  </a:cubicBezTo>
                  <a:lnTo>
                    <a:pt x="70928" y="88988"/>
                  </a:lnTo>
                  <a:lnTo>
                    <a:pt x="70928" y="112609"/>
                  </a:lnTo>
                  <a:cubicBezTo>
                    <a:pt x="70928" y="114524"/>
                    <a:pt x="71567" y="115801"/>
                    <a:pt x="72845" y="117077"/>
                  </a:cubicBezTo>
                  <a:cubicBezTo>
                    <a:pt x="74123" y="118354"/>
                    <a:pt x="76040" y="118993"/>
                    <a:pt x="77957" y="118993"/>
                  </a:cubicBezTo>
                  <a:lnTo>
                    <a:pt x="139301" y="114524"/>
                  </a:lnTo>
                  <a:cubicBezTo>
                    <a:pt x="147607" y="121546"/>
                    <a:pt x="152080" y="125377"/>
                    <a:pt x="161026" y="131761"/>
                  </a:cubicBezTo>
                  <a:cubicBezTo>
                    <a:pt x="162304" y="132399"/>
                    <a:pt x="163582" y="133037"/>
                    <a:pt x="164860" y="133037"/>
                  </a:cubicBezTo>
                  <a:cubicBezTo>
                    <a:pt x="166138" y="133037"/>
                    <a:pt x="166777" y="133037"/>
                    <a:pt x="168055" y="132399"/>
                  </a:cubicBezTo>
                  <a:cubicBezTo>
                    <a:pt x="169972" y="131122"/>
                    <a:pt x="171250" y="129207"/>
                    <a:pt x="171250" y="126653"/>
                  </a:cubicBezTo>
                  <a:lnTo>
                    <a:pt x="171250" y="111970"/>
                  </a:lnTo>
                  <a:lnTo>
                    <a:pt x="188503" y="110693"/>
                  </a:lnTo>
                  <a:cubicBezTo>
                    <a:pt x="191698" y="110693"/>
                    <a:pt x="194254" y="107501"/>
                    <a:pt x="194254" y="104309"/>
                  </a:cubicBezTo>
                  <a:lnTo>
                    <a:pt x="194254" y="50684"/>
                  </a:lnTo>
                  <a:cubicBezTo>
                    <a:pt x="194254" y="47492"/>
                    <a:pt x="191698" y="44938"/>
                    <a:pt x="189142" y="44300"/>
                  </a:cubicBezTo>
                  <a:lnTo>
                    <a:pt x="123326" y="34085"/>
                  </a:lnTo>
                  <a:lnTo>
                    <a:pt x="123326" y="6634"/>
                  </a:lnTo>
                  <a:cubicBezTo>
                    <a:pt x="123326" y="4719"/>
                    <a:pt x="122687" y="2804"/>
                    <a:pt x="120770" y="1527"/>
                  </a:cubicBezTo>
                  <a:cubicBezTo>
                    <a:pt x="119492" y="250"/>
                    <a:pt x="117575" y="-388"/>
                    <a:pt x="115658" y="250"/>
                  </a:cubicBezTo>
                  <a:lnTo>
                    <a:pt x="5112" y="17487"/>
                  </a:lnTo>
                  <a:cubicBezTo>
                    <a:pt x="1917" y="18126"/>
                    <a:pt x="0" y="20679"/>
                    <a:pt x="0" y="23871"/>
                  </a:cubicBezTo>
                  <a:lnTo>
                    <a:pt x="0" y="77497"/>
                  </a:lnTo>
                  <a:cubicBezTo>
                    <a:pt x="0" y="80689"/>
                    <a:pt x="2556" y="83881"/>
                    <a:pt x="5751" y="83881"/>
                  </a:cubicBezTo>
                  <a:lnTo>
                    <a:pt x="23004" y="85157"/>
                  </a:lnTo>
                  <a:lnTo>
                    <a:pt x="23004" y="99841"/>
                  </a:lnTo>
                  <a:close/>
                  <a:moveTo>
                    <a:pt x="12780" y="71113"/>
                  </a:moveTo>
                  <a:lnTo>
                    <a:pt x="12780" y="28340"/>
                  </a:lnTo>
                  <a:lnTo>
                    <a:pt x="110546" y="13018"/>
                  </a:lnTo>
                  <a:lnTo>
                    <a:pt x="110546" y="30894"/>
                  </a:lnTo>
                  <a:lnTo>
                    <a:pt x="78596" y="25786"/>
                  </a:lnTo>
                  <a:cubicBezTo>
                    <a:pt x="76679" y="25786"/>
                    <a:pt x="74762" y="25786"/>
                    <a:pt x="73484" y="27063"/>
                  </a:cubicBezTo>
                  <a:cubicBezTo>
                    <a:pt x="72206" y="28340"/>
                    <a:pt x="70928" y="30255"/>
                    <a:pt x="70928" y="32170"/>
                  </a:cubicBezTo>
                  <a:lnTo>
                    <a:pt x="70928" y="75581"/>
                  </a:lnTo>
                  <a:lnTo>
                    <a:pt x="53036" y="74305"/>
                  </a:lnTo>
                  <a:cubicBezTo>
                    <a:pt x="51119" y="74305"/>
                    <a:pt x="49841" y="74943"/>
                    <a:pt x="48563" y="75581"/>
                  </a:cubicBezTo>
                  <a:cubicBezTo>
                    <a:pt x="43451" y="80050"/>
                    <a:pt x="39617" y="83242"/>
                    <a:pt x="35783" y="86434"/>
                  </a:cubicBezTo>
                  <a:lnTo>
                    <a:pt x="35783" y="78773"/>
                  </a:lnTo>
                  <a:cubicBezTo>
                    <a:pt x="35783" y="75581"/>
                    <a:pt x="33228" y="72389"/>
                    <a:pt x="30033" y="72389"/>
                  </a:cubicBezTo>
                  <a:lnTo>
                    <a:pt x="12780" y="71113"/>
                  </a:lnTo>
                  <a:close/>
                </a:path>
              </a:pathLst>
            </a:custGeom>
            <a:solidFill>
              <a:srgbClr val="007CB0"/>
            </a:solidFill>
            <a:ln w="6390" cap="flat">
              <a:noFill/>
              <a:prstDash val="solid"/>
              <a:miter/>
            </a:ln>
          </p:spPr>
          <p:txBody>
            <a:bodyPr rtlCol="0" anchor="ctr"/>
            <a:lstStyle/>
            <a:p>
              <a:endParaRPr lang="en-US"/>
            </a:p>
          </p:txBody>
        </p:sp>
        <p:sp>
          <p:nvSpPr>
            <p:cNvPr id="477" name="Graphic 4">
              <a:extLst>
                <a:ext uri="{FF2B5EF4-FFF2-40B4-BE49-F238E27FC236}">
                  <a16:creationId xmlns:a16="http://schemas.microsoft.com/office/drawing/2014/main" id="{5227C74F-1772-2A43-9394-786C5F8DC68F}"/>
                </a:ext>
              </a:extLst>
            </p:cNvPr>
            <p:cNvSpPr/>
            <p:nvPr/>
          </p:nvSpPr>
          <p:spPr>
            <a:xfrm>
              <a:off x="2658799" y="3020424"/>
              <a:ext cx="184489" cy="162791"/>
            </a:xfrm>
            <a:custGeom>
              <a:avLst/>
              <a:gdLst>
                <a:gd name="connsiteX0" fmla="*/ 178333 w 184489"/>
                <a:gd name="connsiteY0" fmla="*/ 36389 h 162791"/>
                <a:gd name="connsiteX1" fmla="*/ 178333 w 184489"/>
                <a:gd name="connsiteY1" fmla="*/ 36389 h 162791"/>
                <a:gd name="connsiteX2" fmla="*/ 177054 w 184489"/>
                <a:gd name="connsiteY2" fmla="*/ 34473 h 162791"/>
                <a:gd name="connsiteX3" fmla="*/ 176416 w 184489"/>
                <a:gd name="connsiteY3" fmla="*/ 33835 h 162791"/>
                <a:gd name="connsiteX4" fmla="*/ 175777 w 184489"/>
                <a:gd name="connsiteY4" fmla="*/ 33197 h 162791"/>
                <a:gd name="connsiteX5" fmla="*/ 174499 w 184489"/>
                <a:gd name="connsiteY5" fmla="*/ 32558 h 162791"/>
                <a:gd name="connsiteX6" fmla="*/ 173221 w 184489"/>
                <a:gd name="connsiteY6" fmla="*/ 32558 h 162791"/>
                <a:gd name="connsiteX7" fmla="*/ 172582 w 184489"/>
                <a:gd name="connsiteY7" fmla="*/ 32558 h 162791"/>
                <a:gd name="connsiteX8" fmla="*/ 170665 w 184489"/>
                <a:gd name="connsiteY8" fmla="*/ 32558 h 162791"/>
                <a:gd name="connsiteX9" fmla="*/ 170665 w 184489"/>
                <a:gd name="connsiteY9" fmla="*/ 32558 h 162791"/>
                <a:gd name="connsiteX10" fmla="*/ 170665 w 184489"/>
                <a:gd name="connsiteY10" fmla="*/ 32558 h 162791"/>
                <a:gd name="connsiteX11" fmla="*/ 170026 w 184489"/>
                <a:gd name="connsiteY11" fmla="*/ 33197 h 162791"/>
                <a:gd name="connsiteX12" fmla="*/ 168748 w 184489"/>
                <a:gd name="connsiteY12" fmla="*/ 33835 h 162791"/>
                <a:gd name="connsiteX13" fmla="*/ 168109 w 184489"/>
                <a:gd name="connsiteY13" fmla="*/ 34473 h 162791"/>
                <a:gd name="connsiteX14" fmla="*/ 167470 w 184489"/>
                <a:gd name="connsiteY14" fmla="*/ 35750 h 162791"/>
                <a:gd name="connsiteX15" fmla="*/ 166831 w 184489"/>
                <a:gd name="connsiteY15" fmla="*/ 37027 h 162791"/>
                <a:gd name="connsiteX16" fmla="*/ 166831 w 184489"/>
                <a:gd name="connsiteY16" fmla="*/ 38304 h 162791"/>
                <a:gd name="connsiteX17" fmla="*/ 166831 w 184489"/>
                <a:gd name="connsiteY17" fmla="*/ 39581 h 162791"/>
                <a:gd name="connsiteX18" fmla="*/ 166831 w 184489"/>
                <a:gd name="connsiteY18" fmla="*/ 40857 h 162791"/>
                <a:gd name="connsiteX19" fmla="*/ 166831 w 184489"/>
                <a:gd name="connsiteY19" fmla="*/ 40857 h 162791"/>
                <a:gd name="connsiteX20" fmla="*/ 166831 w 184489"/>
                <a:gd name="connsiteY20" fmla="*/ 40857 h 162791"/>
                <a:gd name="connsiteX21" fmla="*/ 171304 w 184489"/>
                <a:gd name="connsiteY21" fmla="*/ 81715 h 162791"/>
                <a:gd name="connsiteX22" fmla="*/ 146383 w 184489"/>
                <a:gd name="connsiteY22" fmla="*/ 75969 h 162791"/>
                <a:gd name="connsiteX23" fmla="*/ 147022 w 184489"/>
                <a:gd name="connsiteY23" fmla="*/ 38304 h 162791"/>
                <a:gd name="connsiteX24" fmla="*/ 139993 w 184489"/>
                <a:gd name="connsiteY24" fmla="*/ 33197 h 162791"/>
                <a:gd name="connsiteX25" fmla="*/ 134881 w 184489"/>
                <a:gd name="connsiteY25" fmla="*/ 40219 h 162791"/>
                <a:gd name="connsiteX26" fmla="*/ 134242 w 184489"/>
                <a:gd name="connsiteY26" fmla="*/ 73416 h 162791"/>
                <a:gd name="connsiteX27" fmla="*/ 100375 w 184489"/>
                <a:gd name="connsiteY27" fmla="*/ 65117 h 162791"/>
                <a:gd name="connsiteX28" fmla="*/ 111877 w 184489"/>
                <a:gd name="connsiteY28" fmla="*/ 17875 h 162791"/>
                <a:gd name="connsiteX29" fmla="*/ 107404 w 184489"/>
                <a:gd name="connsiteY29" fmla="*/ 10214 h 162791"/>
                <a:gd name="connsiteX30" fmla="*/ 99736 w 184489"/>
                <a:gd name="connsiteY30" fmla="*/ 14683 h 162791"/>
                <a:gd name="connsiteX31" fmla="*/ 88234 w 184489"/>
                <a:gd name="connsiteY31" fmla="*/ 61925 h 162791"/>
                <a:gd name="connsiteX32" fmla="*/ 54368 w 184489"/>
                <a:gd name="connsiteY32" fmla="*/ 53625 h 162791"/>
                <a:gd name="connsiteX33" fmla="*/ 63953 w 184489"/>
                <a:gd name="connsiteY33" fmla="*/ 31920 h 162791"/>
                <a:gd name="connsiteX34" fmla="*/ 61397 w 184489"/>
                <a:gd name="connsiteY34" fmla="*/ 22982 h 162791"/>
                <a:gd name="connsiteX35" fmla="*/ 52451 w 184489"/>
                <a:gd name="connsiteY35" fmla="*/ 25536 h 162791"/>
                <a:gd name="connsiteX36" fmla="*/ 41588 w 184489"/>
                <a:gd name="connsiteY36" fmla="*/ 50433 h 162791"/>
                <a:gd name="connsiteX37" fmla="*/ 16667 w 184489"/>
                <a:gd name="connsiteY37" fmla="*/ 44688 h 162791"/>
                <a:gd name="connsiteX38" fmla="*/ 39032 w 184489"/>
                <a:gd name="connsiteY38" fmla="*/ 10214 h 162791"/>
                <a:gd name="connsiteX39" fmla="*/ 39032 w 184489"/>
                <a:gd name="connsiteY39" fmla="*/ 10214 h 162791"/>
                <a:gd name="connsiteX40" fmla="*/ 40310 w 184489"/>
                <a:gd name="connsiteY40" fmla="*/ 8299 h 162791"/>
                <a:gd name="connsiteX41" fmla="*/ 40310 w 184489"/>
                <a:gd name="connsiteY41" fmla="*/ 8299 h 162791"/>
                <a:gd name="connsiteX42" fmla="*/ 40310 w 184489"/>
                <a:gd name="connsiteY42" fmla="*/ 7022 h 162791"/>
                <a:gd name="connsiteX43" fmla="*/ 40310 w 184489"/>
                <a:gd name="connsiteY43" fmla="*/ 5746 h 162791"/>
                <a:gd name="connsiteX44" fmla="*/ 40310 w 184489"/>
                <a:gd name="connsiteY44" fmla="*/ 5107 h 162791"/>
                <a:gd name="connsiteX45" fmla="*/ 40310 w 184489"/>
                <a:gd name="connsiteY45" fmla="*/ 3830 h 162791"/>
                <a:gd name="connsiteX46" fmla="*/ 39671 w 184489"/>
                <a:gd name="connsiteY46" fmla="*/ 3192 h 162791"/>
                <a:gd name="connsiteX47" fmla="*/ 39032 w 184489"/>
                <a:gd name="connsiteY47" fmla="*/ 1915 h 162791"/>
                <a:gd name="connsiteX48" fmla="*/ 39032 w 184489"/>
                <a:gd name="connsiteY48" fmla="*/ 1915 h 162791"/>
                <a:gd name="connsiteX49" fmla="*/ 38393 w 184489"/>
                <a:gd name="connsiteY49" fmla="*/ 1277 h 162791"/>
                <a:gd name="connsiteX50" fmla="*/ 37754 w 184489"/>
                <a:gd name="connsiteY50" fmla="*/ 638 h 162791"/>
                <a:gd name="connsiteX51" fmla="*/ 37754 w 184489"/>
                <a:gd name="connsiteY51" fmla="*/ 638 h 162791"/>
                <a:gd name="connsiteX52" fmla="*/ 36476 w 184489"/>
                <a:gd name="connsiteY52" fmla="*/ 0 h 162791"/>
                <a:gd name="connsiteX53" fmla="*/ 35198 w 184489"/>
                <a:gd name="connsiteY53" fmla="*/ 0 h 162791"/>
                <a:gd name="connsiteX54" fmla="*/ 33920 w 184489"/>
                <a:gd name="connsiteY54" fmla="*/ 0 h 162791"/>
                <a:gd name="connsiteX55" fmla="*/ 32642 w 184489"/>
                <a:gd name="connsiteY55" fmla="*/ 0 h 162791"/>
                <a:gd name="connsiteX56" fmla="*/ 32003 w 184489"/>
                <a:gd name="connsiteY56" fmla="*/ 638 h 162791"/>
                <a:gd name="connsiteX57" fmla="*/ 30725 w 184489"/>
                <a:gd name="connsiteY57" fmla="*/ 1277 h 162791"/>
                <a:gd name="connsiteX58" fmla="*/ 30725 w 184489"/>
                <a:gd name="connsiteY58" fmla="*/ 1277 h 162791"/>
                <a:gd name="connsiteX59" fmla="*/ 2609 w 184489"/>
                <a:gd name="connsiteY59" fmla="*/ 48518 h 162791"/>
                <a:gd name="connsiteX60" fmla="*/ 6443 w 184489"/>
                <a:gd name="connsiteY60" fmla="*/ 103421 h 162791"/>
                <a:gd name="connsiteX61" fmla="*/ 6443 w 184489"/>
                <a:gd name="connsiteY61" fmla="*/ 103421 h 162791"/>
                <a:gd name="connsiteX62" fmla="*/ 71621 w 184489"/>
                <a:gd name="connsiteY62" fmla="*/ 160238 h 162791"/>
                <a:gd name="connsiteX63" fmla="*/ 93346 w 184489"/>
                <a:gd name="connsiteY63" fmla="*/ 162792 h 162791"/>
                <a:gd name="connsiteX64" fmla="*/ 155329 w 184489"/>
                <a:gd name="connsiteY64" fmla="*/ 138533 h 162791"/>
                <a:gd name="connsiteX65" fmla="*/ 155329 w 184489"/>
                <a:gd name="connsiteY65" fmla="*/ 138533 h 162791"/>
                <a:gd name="connsiteX66" fmla="*/ 155329 w 184489"/>
                <a:gd name="connsiteY66" fmla="*/ 138533 h 162791"/>
                <a:gd name="connsiteX67" fmla="*/ 155329 w 184489"/>
                <a:gd name="connsiteY67" fmla="*/ 138533 h 162791"/>
                <a:gd name="connsiteX68" fmla="*/ 182806 w 184489"/>
                <a:gd name="connsiteY68" fmla="*/ 91929 h 162791"/>
                <a:gd name="connsiteX69" fmla="*/ 182806 w 184489"/>
                <a:gd name="connsiteY69" fmla="*/ 91929 h 162791"/>
                <a:gd name="connsiteX70" fmla="*/ 178333 w 184489"/>
                <a:gd name="connsiteY70" fmla="*/ 36389 h 162791"/>
                <a:gd name="connsiteX71" fmla="*/ 15389 w 184489"/>
                <a:gd name="connsiteY71" fmla="*/ 93845 h 162791"/>
                <a:gd name="connsiteX72" fmla="*/ 12833 w 184489"/>
                <a:gd name="connsiteY72" fmla="*/ 57456 h 162791"/>
                <a:gd name="connsiteX73" fmla="*/ 37754 w 184489"/>
                <a:gd name="connsiteY73" fmla="*/ 63201 h 162791"/>
                <a:gd name="connsiteX74" fmla="*/ 36476 w 184489"/>
                <a:gd name="connsiteY74" fmla="*/ 93206 h 162791"/>
                <a:gd name="connsiteX75" fmla="*/ 15389 w 184489"/>
                <a:gd name="connsiteY75" fmla="*/ 93845 h 162791"/>
                <a:gd name="connsiteX76" fmla="*/ 86957 w 184489"/>
                <a:gd name="connsiteY76" fmla="*/ 114912 h 162791"/>
                <a:gd name="connsiteX77" fmla="*/ 109960 w 184489"/>
                <a:gd name="connsiteY77" fmla="*/ 121934 h 162791"/>
                <a:gd name="connsiteX78" fmla="*/ 79928 w 184489"/>
                <a:gd name="connsiteY78" fmla="*/ 146193 h 162791"/>
                <a:gd name="connsiteX79" fmla="*/ 86957 w 184489"/>
                <a:gd name="connsiteY79" fmla="*/ 114912 h 162791"/>
                <a:gd name="connsiteX80" fmla="*/ 78010 w 184489"/>
                <a:gd name="connsiteY80" fmla="*/ 99590 h 162791"/>
                <a:gd name="connsiteX81" fmla="*/ 49256 w 184489"/>
                <a:gd name="connsiteY81" fmla="*/ 95121 h 162791"/>
                <a:gd name="connsiteX82" fmla="*/ 49895 w 184489"/>
                <a:gd name="connsiteY82" fmla="*/ 67032 h 162791"/>
                <a:gd name="connsiteX83" fmla="*/ 83762 w 184489"/>
                <a:gd name="connsiteY83" fmla="*/ 75331 h 162791"/>
                <a:gd name="connsiteX84" fmla="*/ 78010 w 184489"/>
                <a:gd name="connsiteY84" fmla="*/ 99590 h 162791"/>
                <a:gd name="connsiteX85" fmla="*/ 74815 w 184489"/>
                <a:gd name="connsiteY85" fmla="*/ 111720 h 162791"/>
                <a:gd name="connsiteX86" fmla="*/ 67148 w 184489"/>
                <a:gd name="connsiteY86" fmla="*/ 142363 h 162791"/>
                <a:gd name="connsiteX87" fmla="*/ 51173 w 184489"/>
                <a:gd name="connsiteY87" fmla="*/ 107251 h 162791"/>
                <a:gd name="connsiteX88" fmla="*/ 74815 w 184489"/>
                <a:gd name="connsiteY88" fmla="*/ 111720 h 162791"/>
                <a:gd name="connsiteX89" fmla="*/ 122740 w 184489"/>
                <a:gd name="connsiteY89" fmla="*/ 126403 h 162791"/>
                <a:gd name="connsiteX90" fmla="*/ 138715 w 184489"/>
                <a:gd name="connsiteY90" fmla="*/ 134064 h 162791"/>
                <a:gd name="connsiteX91" fmla="*/ 99097 w 184489"/>
                <a:gd name="connsiteY91" fmla="*/ 148747 h 162791"/>
                <a:gd name="connsiteX92" fmla="*/ 122740 w 184489"/>
                <a:gd name="connsiteY92" fmla="*/ 126403 h 162791"/>
                <a:gd name="connsiteX93" fmla="*/ 117628 w 184489"/>
                <a:gd name="connsiteY93" fmla="*/ 111081 h 162791"/>
                <a:gd name="connsiteX94" fmla="*/ 90151 w 184489"/>
                <a:gd name="connsiteY94" fmla="*/ 102144 h 162791"/>
                <a:gd name="connsiteX95" fmla="*/ 95902 w 184489"/>
                <a:gd name="connsiteY95" fmla="*/ 77246 h 162791"/>
                <a:gd name="connsiteX96" fmla="*/ 129769 w 184489"/>
                <a:gd name="connsiteY96" fmla="*/ 85545 h 162791"/>
                <a:gd name="connsiteX97" fmla="*/ 117628 w 184489"/>
                <a:gd name="connsiteY97" fmla="*/ 111081 h 162791"/>
                <a:gd name="connsiteX98" fmla="*/ 20501 w 184489"/>
                <a:gd name="connsiteY98" fmla="*/ 105974 h 162791"/>
                <a:gd name="connsiteX99" fmla="*/ 37754 w 184489"/>
                <a:gd name="connsiteY99" fmla="*/ 105974 h 162791"/>
                <a:gd name="connsiteX100" fmla="*/ 48617 w 184489"/>
                <a:gd name="connsiteY100" fmla="*/ 136617 h 162791"/>
                <a:gd name="connsiteX101" fmla="*/ 20501 w 184489"/>
                <a:gd name="connsiteY101" fmla="*/ 105974 h 162791"/>
                <a:gd name="connsiteX102" fmla="*/ 148300 w 184489"/>
                <a:gd name="connsiteY102" fmla="*/ 125765 h 162791"/>
                <a:gd name="connsiteX103" fmla="*/ 129769 w 184489"/>
                <a:gd name="connsiteY103" fmla="*/ 116189 h 162791"/>
                <a:gd name="connsiteX104" fmla="*/ 141910 w 184489"/>
                <a:gd name="connsiteY104" fmla="*/ 88737 h 162791"/>
                <a:gd name="connsiteX105" fmla="*/ 166831 w 184489"/>
                <a:gd name="connsiteY105" fmla="*/ 94483 h 162791"/>
                <a:gd name="connsiteX106" fmla="*/ 148300 w 184489"/>
                <a:gd name="connsiteY106" fmla="*/ 125765 h 16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184489" h="162791">
                  <a:moveTo>
                    <a:pt x="178333" y="36389"/>
                  </a:moveTo>
                  <a:cubicBezTo>
                    <a:pt x="177694" y="36389"/>
                    <a:pt x="177694" y="36389"/>
                    <a:pt x="178333" y="36389"/>
                  </a:cubicBezTo>
                  <a:cubicBezTo>
                    <a:pt x="177694" y="35750"/>
                    <a:pt x="177694" y="35112"/>
                    <a:pt x="177054" y="34473"/>
                  </a:cubicBezTo>
                  <a:cubicBezTo>
                    <a:pt x="177054" y="34473"/>
                    <a:pt x="176416" y="33835"/>
                    <a:pt x="176416" y="33835"/>
                  </a:cubicBezTo>
                  <a:cubicBezTo>
                    <a:pt x="176416" y="33835"/>
                    <a:pt x="175777" y="33835"/>
                    <a:pt x="175777" y="33197"/>
                  </a:cubicBezTo>
                  <a:cubicBezTo>
                    <a:pt x="175138" y="33197"/>
                    <a:pt x="175138" y="32558"/>
                    <a:pt x="174499" y="32558"/>
                  </a:cubicBezTo>
                  <a:cubicBezTo>
                    <a:pt x="173860" y="32558"/>
                    <a:pt x="173860" y="32558"/>
                    <a:pt x="173221" y="32558"/>
                  </a:cubicBezTo>
                  <a:cubicBezTo>
                    <a:pt x="173221" y="32558"/>
                    <a:pt x="172582" y="32558"/>
                    <a:pt x="172582" y="32558"/>
                  </a:cubicBezTo>
                  <a:cubicBezTo>
                    <a:pt x="171943" y="32558"/>
                    <a:pt x="171304" y="32558"/>
                    <a:pt x="170665" y="32558"/>
                  </a:cubicBezTo>
                  <a:cubicBezTo>
                    <a:pt x="170665" y="32558"/>
                    <a:pt x="170665" y="32558"/>
                    <a:pt x="170665" y="32558"/>
                  </a:cubicBezTo>
                  <a:cubicBezTo>
                    <a:pt x="170665" y="32558"/>
                    <a:pt x="170665" y="32558"/>
                    <a:pt x="170665" y="32558"/>
                  </a:cubicBezTo>
                  <a:cubicBezTo>
                    <a:pt x="170026" y="32558"/>
                    <a:pt x="170026" y="33197"/>
                    <a:pt x="170026" y="33197"/>
                  </a:cubicBezTo>
                  <a:cubicBezTo>
                    <a:pt x="169387" y="33197"/>
                    <a:pt x="169387" y="33835"/>
                    <a:pt x="168748" y="33835"/>
                  </a:cubicBezTo>
                  <a:cubicBezTo>
                    <a:pt x="168748" y="33835"/>
                    <a:pt x="168109" y="34473"/>
                    <a:pt x="168109" y="34473"/>
                  </a:cubicBezTo>
                  <a:cubicBezTo>
                    <a:pt x="168109" y="35112"/>
                    <a:pt x="167470" y="35112"/>
                    <a:pt x="167470" y="35750"/>
                  </a:cubicBezTo>
                  <a:cubicBezTo>
                    <a:pt x="167470" y="36389"/>
                    <a:pt x="167470" y="36389"/>
                    <a:pt x="166831" y="37027"/>
                  </a:cubicBezTo>
                  <a:cubicBezTo>
                    <a:pt x="166831" y="37665"/>
                    <a:pt x="166831" y="37665"/>
                    <a:pt x="166831" y="38304"/>
                  </a:cubicBezTo>
                  <a:cubicBezTo>
                    <a:pt x="166831" y="38942"/>
                    <a:pt x="166831" y="38942"/>
                    <a:pt x="166831" y="39581"/>
                  </a:cubicBezTo>
                  <a:cubicBezTo>
                    <a:pt x="166831" y="40219"/>
                    <a:pt x="166831" y="40219"/>
                    <a:pt x="166831" y="40857"/>
                  </a:cubicBezTo>
                  <a:cubicBezTo>
                    <a:pt x="166831" y="40857"/>
                    <a:pt x="166831" y="40857"/>
                    <a:pt x="166831" y="40857"/>
                  </a:cubicBezTo>
                  <a:cubicBezTo>
                    <a:pt x="166831" y="40857"/>
                    <a:pt x="166831" y="40857"/>
                    <a:pt x="166831" y="40857"/>
                  </a:cubicBezTo>
                  <a:cubicBezTo>
                    <a:pt x="171943" y="54264"/>
                    <a:pt x="173221" y="67670"/>
                    <a:pt x="171304" y="81715"/>
                  </a:cubicBezTo>
                  <a:lnTo>
                    <a:pt x="146383" y="75969"/>
                  </a:lnTo>
                  <a:cubicBezTo>
                    <a:pt x="148939" y="63201"/>
                    <a:pt x="148939" y="51072"/>
                    <a:pt x="147022" y="38304"/>
                  </a:cubicBezTo>
                  <a:cubicBezTo>
                    <a:pt x="146383" y="35112"/>
                    <a:pt x="143188" y="32558"/>
                    <a:pt x="139993" y="33197"/>
                  </a:cubicBezTo>
                  <a:cubicBezTo>
                    <a:pt x="136798" y="33835"/>
                    <a:pt x="134242" y="37027"/>
                    <a:pt x="134881" y="40219"/>
                  </a:cubicBezTo>
                  <a:cubicBezTo>
                    <a:pt x="136798" y="51072"/>
                    <a:pt x="136159" y="62563"/>
                    <a:pt x="134242" y="73416"/>
                  </a:cubicBezTo>
                  <a:lnTo>
                    <a:pt x="100375" y="65117"/>
                  </a:lnTo>
                  <a:lnTo>
                    <a:pt x="111877" y="17875"/>
                  </a:lnTo>
                  <a:cubicBezTo>
                    <a:pt x="112516" y="14683"/>
                    <a:pt x="110599" y="10853"/>
                    <a:pt x="107404" y="10214"/>
                  </a:cubicBezTo>
                  <a:cubicBezTo>
                    <a:pt x="104209" y="9576"/>
                    <a:pt x="100375" y="11491"/>
                    <a:pt x="99736" y="14683"/>
                  </a:cubicBezTo>
                  <a:lnTo>
                    <a:pt x="88234" y="61925"/>
                  </a:lnTo>
                  <a:lnTo>
                    <a:pt x="54368" y="53625"/>
                  </a:lnTo>
                  <a:cubicBezTo>
                    <a:pt x="56924" y="45965"/>
                    <a:pt x="60119" y="38942"/>
                    <a:pt x="63953" y="31920"/>
                  </a:cubicBezTo>
                  <a:cubicBezTo>
                    <a:pt x="65870" y="28728"/>
                    <a:pt x="64592" y="24897"/>
                    <a:pt x="61397" y="22982"/>
                  </a:cubicBezTo>
                  <a:cubicBezTo>
                    <a:pt x="58202" y="21067"/>
                    <a:pt x="54368" y="22344"/>
                    <a:pt x="52451" y="25536"/>
                  </a:cubicBezTo>
                  <a:cubicBezTo>
                    <a:pt x="47978" y="33197"/>
                    <a:pt x="44144" y="42134"/>
                    <a:pt x="41588" y="50433"/>
                  </a:cubicBezTo>
                  <a:lnTo>
                    <a:pt x="16667" y="44688"/>
                  </a:lnTo>
                  <a:cubicBezTo>
                    <a:pt x="21140" y="31281"/>
                    <a:pt x="28808" y="19790"/>
                    <a:pt x="39032" y="10214"/>
                  </a:cubicBezTo>
                  <a:cubicBezTo>
                    <a:pt x="39032" y="10214"/>
                    <a:pt x="39032" y="10214"/>
                    <a:pt x="39032" y="10214"/>
                  </a:cubicBezTo>
                  <a:cubicBezTo>
                    <a:pt x="39671" y="9576"/>
                    <a:pt x="40310" y="8938"/>
                    <a:pt x="40310" y="8299"/>
                  </a:cubicBezTo>
                  <a:cubicBezTo>
                    <a:pt x="40310" y="8299"/>
                    <a:pt x="40310" y="8299"/>
                    <a:pt x="40310" y="8299"/>
                  </a:cubicBezTo>
                  <a:cubicBezTo>
                    <a:pt x="40310" y="7661"/>
                    <a:pt x="40310" y="7661"/>
                    <a:pt x="40310" y="7022"/>
                  </a:cubicBezTo>
                  <a:cubicBezTo>
                    <a:pt x="40310" y="6384"/>
                    <a:pt x="40310" y="6384"/>
                    <a:pt x="40310" y="5746"/>
                  </a:cubicBezTo>
                  <a:cubicBezTo>
                    <a:pt x="40310" y="5746"/>
                    <a:pt x="40310" y="5107"/>
                    <a:pt x="40310" y="5107"/>
                  </a:cubicBezTo>
                  <a:cubicBezTo>
                    <a:pt x="40310" y="4469"/>
                    <a:pt x="40310" y="3830"/>
                    <a:pt x="40310" y="3830"/>
                  </a:cubicBezTo>
                  <a:cubicBezTo>
                    <a:pt x="40310" y="3830"/>
                    <a:pt x="40310" y="3192"/>
                    <a:pt x="39671" y="3192"/>
                  </a:cubicBezTo>
                  <a:cubicBezTo>
                    <a:pt x="39671" y="2554"/>
                    <a:pt x="39032" y="2554"/>
                    <a:pt x="39032" y="1915"/>
                  </a:cubicBezTo>
                  <a:cubicBezTo>
                    <a:pt x="39032" y="1915"/>
                    <a:pt x="39032" y="1915"/>
                    <a:pt x="39032" y="1915"/>
                  </a:cubicBezTo>
                  <a:cubicBezTo>
                    <a:pt x="39032" y="1915"/>
                    <a:pt x="38393" y="1915"/>
                    <a:pt x="38393" y="1277"/>
                  </a:cubicBezTo>
                  <a:cubicBezTo>
                    <a:pt x="38393" y="1277"/>
                    <a:pt x="37754" y="638"/>
                    <a:pt x="37754" y="638"/>
                  </a:cubicBezTo>
                  <a:cubicBezTo>
                    <a:pt x="37754" y="638"/>
                    <a:pt x="37754" y="638"/>
                    <a:pt x="37754" y="638"/>
                  </a:cubicBezTo>
                  <a:cubicBezTo>
                    <a:pt x="37115" y="638"/>
                    <a:pt x="37115" y="638"/>
                    <a:pt x="36476" y="0"/>
                  </a:cubicBezTo>
                  <a:cubicBezTo>
                    <a:pt x="35837" y="0"/>
                    <a:pt x="35837" y="0"/>
                    <a:pt x="35198" y="0"/>
                  </a:cubicBezTo>
                  <a:cubicBezTo>
                    <a:pt x="34559" y="0"/>
                    <a:pt x="34559" y="0"/>
                    <a:pt x="33920" y="0"/>
                  </a:cubicBezTo>
                  <a:cubicBezTo>
                    <a:pt x="33281" y="0"/>
                    <a:pt x="33281" y="0"/>
                    <a:pt x="32642" y="0"/>
                  </a:cubicBezTo>
                  <a:cubicBezTo>
                    <a:pt x="32642" y="0"/>
                    <a:pt x="32003" y="0"/>
                    <a:pt x="32003" y="638"/>
                  </a:cubicBezTo>
                  <a:cubicBezTo>
                    <a:pt x="31364" y="638"/>
                    <a:pt x="31364" y="1277"/>
                    <a:pt x="30725" y="1277"/>
                  </a:cubicBezTo>
                  <a:cubicBezTo>
                    <a:pt x="30725" y="1277"/>
                    <a:pt x="30725" y="1277"/>
                    <a:pt x="30725" y="1277"/>
                  </a:cubicBezTo>
                  <a:cubicBezTo>
                    <a:pt x="16667" y="14045"/>
                    <a:pt x="7082" y="30005"/>
                    <a:pt x="2609" y="48518"/>
                  </a:cubicBezTo>
                  <a:cubicBezTo>
                    <a:pt x="-1864" y="67032"/>
                    <a:pt x="-586" y="85545"/>
                    <a:pt x="6443" y="103421"/>
                  </a:cubicBezTo>
                  <a:cubicBezTo>
                    <a:pt x="6443" y="103421"/>
                    <a:pt x="6443" y="103421"/>
                    <a:pt x="6443" y="103421"/>
                  </a:cubicBezTo>
                  <a:cubicBezTo>
                    <a:pt x="17306" y="132149"/>
                    <a:pt x="41588" y="153216"/>
                    <a:pt x="71621" y="160238"/>
                  </a:cubicBezTo>
                  <a:cubicBezTo>
                    <a:pt x="78649" y="162153"/>
                    <a:pt x="85678" y="162792"/>
                    <a:pt x="93346" y="162792"/>
                  </a:cubicBezTo>
                  <a:cubicBezTo>
                    <a:pt x="116350" y="162792"/>
                    <a:pt x="138076" y="154492"/>
                    <a:pt x="155329" y="138533"/>
                  </a:cubicBezTo>
                  <a:cubicBezTo>
                    <a:pt x="155329" y="138533"/>
                    <a:pt x="155329" y="138533"/>
                    <a:pt x="155329" y="138533"/>
                  </a:cubicBezTo>
                  <a:cubicBezTo>
                    <a:pt x="155329" y="138533"/>
                    <a:pt x="155329" y="138533"/>
                    <a:pt x="155329" y="138533"/>
                  </a:cubicBezTo>
                  <a:cubicBezTo>
                    <a:pt x="155329" y="138533"/>
                    <a:pt x="155329" y="138533"/>
                    <a:pt x="155329" y="138533"/>
                  </a:cubicBezTo>
                  <a:cubicBezTo>
                    <a:pt x="169387" y="125765"/>
                    <a:pt x="178972" y="109805"/>
                    <a:pt x="182806" y="91929"/>
                  </a:cubicBezTo>
                  <a:cubicBezTo>
                    <a:pt x="182806" y="91929"/>
                    <a:pt x="182806" y="91929"/>
                    <a:pt x="182806" y="91929"/>
                  </a:cubicBezTo>
                  <a:cubicBezTo>
                    <a:pt x="186001" y="72777"/>
                    <a:pt x="184722" y="54264"/>
                    <a:pt x="178333" y="36389"/>
                  </a:cubicBezTo>
                  <a:close/>
                  <a:moveTo>
                    <a:pt x="15389" y="93845"/>
                  </a:moveTo>
                  <a:cubicBezTo>
                    <a:pt x="11555" y="82353"/>
                    <a:pt x="10916" y="69585"/>
                    <a:pt x="12833" y="57456"/>
                  </a:cubicBezTo>
                  <a:lnTo>
                    <a:pt x="37754" y="63201"/>
                  </a:lnTo>
                  <a:cubicBezTo>
                    <a:pt x="35837" y="73416"/>
                    <a:pt x="35198" y="82992"/>
                    <a:pt x="36476" y="93206"/>
                  </a:cubicBezTo>
                  <a:cubicBezTo>
                    <a:pt x="28169" y="93206"/>
                    <a:pt x="21140" y="93206"/>
                    <a:pt x="15389" y="93845"/>
                  </a:cubicBezTo>
                  <a:close/>
                  <a:moveTo>
                    <a:pt x="86957" y="114912"/>
                  </a:moveTo>
                  <a:cubicBezTo>
                    <a:pt x="94624" y="116827"/>
                    <a:pt x="102292" y="119381"/>
                    <a:pt x="109960" y="121934"/>
                  </a:cubicBezTo>
                  <a:cubicBezTo>
                    <a:pt x="101653" y="132149"/>
                    <a:pt x="91429" y="140448"/>
                    <a:pt x="79928" y="146193"/>
                  </a:cubicBezTo>
                  <a:lnTo>
                    <a:pt x="86957" y="114912"/>
                  </a:lnTo>
                  <a:close/>
                  <a:moveTo>
                    <a:pt x="78010" y="99590"/>
                  </a:moveTo>
                  <a:cubicBezTo>
                    <a:pt x="68426" y="97675"/>
                    <a:pt x="58841" y="95760"/>
                    <a:pt x="49256" y="95121"/>
                  </a:cubicBezTo>
                  <a:cubicBezTo>
                    <a:pt x="47978" y="85545"/>
                    <a:pt x="48617" y="75969"/>
                    <a:pt x="49895" y="67032"/>
                  </a:cubicBezTo>
                  <a:lnTo>
                    <a:pt x="83762" y="75331"/>
                  </a:lnTo>
                  <a:lnTo>
                    <a:pt x="78010" y="99590"/>
                  </a:lnTo>
                  <a:close/>
                  <a:moveTo>
                    <a:pt x="74815" y="111720"/>
                  </a:moveTo>
                  <a:lnTo>
                    <a:pt x="67148" y="142363"/>
                  </a:lnTo>
                  <a:cubicBezTo>
                    <a:pt x="59480" y="132149"/>
                    <a:pt x="54368" y="120019"/>
                    <a:pt x="51173" y="107251"/>
                  </a:cubicBezTo>
                  <a:cubicBezTo>
                    <a:pt x="58841" y="108528"/>
                    <a:pt x="66509" y="109805"/>
                    <a:pt x="74815" y="111720"/>
                  </a:cubicBezTo>
                  <a:close/>
                  <a:moveTo>
                    <a:pt x="122740" y="126403"/>
                  </a:moveTo>
                  <a:cubicBezTo>
                    <a:pt x="128491" y="128957"/>
                    <a:pt x="134242" y="131510"/>
                    <a:pt x="138715" y="134064"/>
                  </a:cubicBezTo>
                  <a:cubicBezTo>
                    <a:pt x="127213" y="142363"/>
                    <a:pt x="113155" y="147470"/>
                    <a:pt x="99097" y="148747"/>
                  </a:cubicBezTo>
                  <a:cubicBezTo>
                    <a:pt x="108043" y="143001"/>
                    <a:pt x="115711" y="135341"/>
                    <a:pt x="122740" y="126403"/>
                  </a:cubicBezTo>
                  <a:close/>
                  <a:moveTo>
                    <a:pt x="117628" y="111081"/>
                  </a:moveTo>
                  <a:cubicBezTo>
                    <a:pt x="108682" y="107889"/>
                    <a:pt x="99736" y="104697"/>
                    <a:pt x="90151" y="102144"/>
                  </a:cubicBezTo>
                  <a:lnTo>
                    <a:pt x="95902" y="77246"/>
                  </a:lnTo>
                  <a:lnTo>
                    <a:pt x="129769" y="85545"/>
                  </a:lnTo>
                  <a:cubicBezTo>
                    <a:pt x="127213" y="94483"/>
                    <a:pt x="123379" y="102782"/>
                    <a:pt x="117628" y="111081"/>
                  </a:cubicBezTo>
                  <a:close/>
                  <a:moveTo>
                    <a:pt x="20501" y="105974"/>
                  </a:moveTo>
                  <a:cubicBezTo>
                    <a:pt x="25613" y="105974"/>
                    <a:pt x="31364" y="105974"/>
                    <a:pt x="37754" y="105974"/>
                  </a:cubicBezTo>
                  <a:cubicBezTo>
                    <a:pt x="39671" y="116827"/>
                    <a:pt x="43505" y="127041"/>
                    <a:pt x="48617" y="136617"/>
                  </a:cubicBezTo>
                  <a:cubicBezTo>
                    <a:pt x="37115" y="129595"/>
                    <a:pt x="26891" y="118742"/>
                    <a:pt x="20501" y="105974"/>
                  </a:cubicBezTo>
                  <a:close/>
                  <a:moveTo>
                    <a:pt x="148300" y="125765"/>
                  </a:moveTo>
                  <a:cubicBezTo>
                    <a:pt x="143188" y="122573"/>
                    <a:pt x="136798" y="119381"/>
                    <a:pt x="129769" y="116189"/>
                  </a:cubicBezTo>
                  <a:cubicBezTo>
                    <a:pt x="134881" y="107251"/>
                    <a:pt x="139354" y="98313"/>
                    <a:pt x="141910" y="88737"/>
                  </a:cubicBezTo>
                  <a:lnTo>
                    <a:pt x="166831" y="94483"/>
                  </a:lnTo>
                  <a:cubicBezTo>
                    <a:pt x="163636" y="105974"/>
                    <a:pt x="157246" y="116827"/>
                    <a:pt x="148300" y="125765"/>
                  </a:cubicBezTo>
                  <a:close/>
                </a:path>
              </a:pathLst>
            </a:custGeom>
            <a:solidFill>
              <a:srgbClr val="007CB0"/>
            </a:solidFill>
            <a:ln w="6390" cap="flat">
              <a:noFill/>
              <a:prstDash val="solid"/>
              <a:miter/>
            </a:ln>
          </p:spPr>
          <p:txBody>
            <a:bodyPr rtlCol="0" anchor="ctr"/>
            <a:lstStyle/>
            <a:p>
              <a:endParaRPr lang="en-US"/>
            </a:p>
          </p:txBody>
        </p:sp>
      </p:grpSp>
      <p:grpSp>
        <p:nvGrpSpPr>
          <p:cNvPr id="478" name="Graphic 4">
            <a:extLst>
              <a:ext uri="{FF2B5EF4-FFF2-40B4-BE49-F238E27FC236}">
                <a16:creationId xmlns:a16="http://schemas.microsoft.com/office/drawing/2014/main" id="{1DBE85E3-479E-2448-8296-DA872CC49FB8}"/>
              </a:ext>
            </a:extLst>
          </p:cNvPr>
          <p:cNvGrpSpPr/>
          <p:nvPr/>
        </p:nvGrpSpPr>
        <p:grpSpPr>
          <a:xfrm>
            <a:off x="467743" y="3824168"/>
            <a:ext cx="361670" cy="361333"/>
            <a:chOff x="467743" y="3824168"/>
            <a:chExt cx="361670" cy="361333"/>
          </a:xfrm>
          <a:solidFill>
            <a:srgbClr val="007CB0"/>
          </a:solidFill>
        </p:grpSpPr>
        <p:sp>
          <p:nvSpPr>
            <p:cNvPr id="479" name="Graphic 4">
              <a:extLst>
                <a:ext uri="{FF2B5EF4-FFF2-40B4-BE49-F238E27FC236}">
                  <a16:creationId xmlns:a16="http://schemas.microsoft.com/office/drawing/2014/main" id="{4509E7D2-FCED-DF4C-BC35-F176FA093571}"/>
                </a:ext>
              </a:extLst>
            </p:cNvPr>
            <p:cNvSpPr/>
            <p:nvPr/>
          </p:nvSpPr>
          <p:spPr>
            <a:xfrm>
              <a:off x="467743"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1076"/>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480" name="Graphic 4">
              <a:extLst>
                <a:ext uri="{FF2B5EF4-FFF2-40B4-BE49-F238E27FC236}">
                  <a16:creationId xmlns:a16="http://schemas.microsoft.com/office/drawing/2014/main" id="{500A2869-8322-954B-B9F9-1814E1C34595}"/>
                </a:ext>
              </a:extLst>
            </p:cNvPr>
            <p:cNvSpPr/>
            <p:nvPr/>
          </p:nvSpPr>
          <p:spPr>
            <a:xfrm>
              <a:off x="622539" y="3875797"/>
              <a:ext cx="114060" cy="104139"/>
            </a:xfrm>
            <a:custGeom>
              <a:avLst/>
              <a:gdLst>
                <a:gd name="connsiteX0" fmla="*/ 80353 w 114060"/>
                <a:gd name="connsiteY0" fmla="*/ 81 h 104139"/>
                <a:gd name="connsiteX1" fmla="*/ 57350 w 114060"/>
                <a:gd name="connsiteY1" fmla="*/ 8380 h 104139"/>
                <a:gd name="connsiteX2" fmla="*/ 34346 w 114060"/>
                <a:gd name="connsiteY2" fmla="*/ 81 h 104139"/>
                <a:gd name="connsiteX3" fmla="*/ 10064 w 114060"/>
                <a:gd name="connsiteY3" fmla="*/ 10933 h 104139"/>
                <a:gd name="connsiteX4" fmla="*/ 10064 w 114060"/>
                <a:gd name="connsiteY4" fmla="*/ 10933 h 104139"/>
                <a:gd name="connsiteX5" fmla="*/ 10064 w 114060"/>
                <a:gd name="connsiteY5" fmla="*/ 61367 h 104139"/>
                <a:gd name="connsiteX6" fmla="*/ 43931 w 114060"/>
                <a:gd name="connsiteY6" fmla="*/ 97117 h 104139"/>
                <a:gd name="connsiteX7" fmla="*/ 56711 w 114060"/>
                <a:gd name="connsiteY7" fmla="*/ 104139 h 104139"/>
                <a:gd name="connsiteX8" fmla="*/ 56711 w 114060"/>
                <a:gd name="connsiteY8" fmla="*/ 104139 h 104139"/>
                <a:gd name="connsiteX9" fmla="*/ 69491 w 114060"/>
                <a:gd name="connsiteY9" fmla="*/ 97755 h 104139"/>
                <a:gd name="connsiteX10" fmla="*/ 103996 w 114060"/>
                <a:gd name="connsiteY10" fmla="*/ 61367 h 104139"/>
                <a:gd name="connsiteX11" fmla="*/ 103996 w 114060"/>
                <a:gd name="connsiteY11" fmla="*/ 10933 h 104139"/>
                <a:gd name="connsiteX12" fmla="*/ 80353 w 114060"/>
                <a:gd name="connsiteY12" fmla="*/ 81 h 10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060" h="104139">
                  <a:moveTo>
                    <a:pt x="80353" y="81"/>
                  </a:moveTo>
                  <a:cubicBezTo>
                    <a:pt x="72047" y="-558"/>
                    <a:pt x="64379" y="2634"/>
                    <a:pt x="57350" y="8380"/>
                  </a:cubicBezTo>
                  <a:cubicBezTo>
                    <a:pt x="50321" y="2634"/>
                    <a:pt x="42653" y="81"/>
                    <a:pt x="34346" y="81"/>
                  </a:cubicBezTo>
                  <a:cubicBezTo>
                    <a:pt x="25400" y="81"/>
                    <a:pt x="16454" y="3911"/>
                    <a:pt x="10064" y="10933"/>
                  </a:cubicBezTo>
                  <a:lnTo>
                    <a:pt x="10064" y="10933"/>
                  </a:lnTo>
                  <a:cubicBezTo>
                    <a:pt x="-3355" y="24978"/>
                    <a:pt x="-3355" y="47322"/>
                    <a:pt x="10064" y="61367"/>
                  </a:cubicBezTo>
                  <a:lnTo>
                    <a:pt x="43931" y="97117"/>
                  </a:lnTo>
                  <a:cubicBezTo>
                    <a:pt x="46487" y="99670"/>
                    <a:pt x="50321" y="104139"/>
                    <a:pt x="56711" y="104139"/>
                  </a:cubicBezTo>
                  <a:cubicBezTo>
                    <a:pt x="56711" y="104139"/>
                    <a:pt x="56711" y="104139"/>
                    <a:pt x="56711" y="104139"/>
                  </a:cubicBezTo>
                  <a:cubicBezTo>
                    <a:pt x="63101" y="104139"/>
                    <a:pt x="66935" y="99670"/>
                    <a:pt x="69491" y="97755"/>
                  </a:cubicBezTo>
                  <a:lnTo>
                    <a:pt x="103996" y="61367"/>
                  </a:lnTo>
                  <a:cubicBezTo>
                    <a:pt x="117415" y="47322"/>
                    <a:pt x="117415" y="24978"/>
                    <a:pt x="103996" y="10933"/>
                  </a:cubicBezTo>
                  <a:cubicBezTo>
                    <a:pt x="98245" y="3911"/>
                    <a:pt x="89299" y="81"/>
                    <a:pt x="80353" y="81"/>
                  </a:cubicBezTo>
                  <a:close/>
                </a:path>
              </a:pathLst>
            </a:custGeom>
            <a:solidFill>
              <a:srgbClr val="007CB0"/>
            </a:solidFill>
            <a:ln w="6390" cap="flat">
              <a:noFill/>
              <a:prstDash val="solid"/>
              <a:miter/>
            </a:ln>
          </p:spPr>
          <p:txBody>
            <a:bodyPr rtlCol="0" anchor="ctr"/>
            <a:lstStyle/>
            <a:p>
              <a:endParaRPr lang="en-US"/>
            </a:p>
          </p:txBody>
        </p:sp>
        <p:sp>
          <p:nvSpPr>
            <p:cNvPr id="481" name="Graphic 4">
              <a:extLst>
                <a:ext uri="{FF2B5EF4-FFF2-40B4-BE49-F238E27FC236}">
                  <a16:creationId xmlns:a16="http://schemas.microsoft.com/office/drawing/2014/main" id="{D4271A51-C7C7-484D-AC3F-59EBF7CA444E}"/>
                </a:ext>
              </a:extLst>
            </p:cNvPr>
            <p:cNvSpPr/>
            <p:nvPr/>
          </p:nvSpPr>
          <p:spPr>
            <a:xfrm>
              <a:off x="560397" y="3942271"/>
              <a:ext cx="128568" cy="200456"/>
            </a:xfrm>
            <a:custGeom>
              <a:avLst/>
              <a:gdLst>
                <a:gd name="connsiteX0" fmla="*/ 111824 w 128568"/>
                <a:gd name="connsiteY0" fmla="*/ 58094 h 200456"/>
                <a:gd name="connsiteX1" fmla="*/ 105434 w 128568"/>
                <a:gd name="connsiteY1" fmla="*/ 59371 h 200456"/>
                <a:gd name="connsiteX2" fmla="*/ 88181 w 128568"/>
                <a:gd name="connsiteY2" fmla="*/ 46603 h 200456"/>
                <a:gd name="connsiteX3" fmla="*/ 81791 w 128568"/>
                <a:gd name="connsiteY3" fmla="*/ 47880 h 200456"/>
                <a:gd name="connsiteX4" fmla="*/ 64538 w 128568"/>
                <a:gd name="connsiteY4" fmla="*/ 35112 h 200456"/>
                <a:gd name="connsiteX5" fmla="*/ 59426 w 128568"/>
                <a:gd name="connsiteY5" fmla="*/ 35750 h 200456"/>
                <a:gd name="connsiteX6" fmla="*/ 59426 w 128568"/>
                <a:gd name="connsiteY6" fmla="*/ 17875 h 200456"/>
                <a:gd name="connsiteX7" fmla="*/ 41535 w 128568"/>
                <a:gd name="connsiteY7" fmla="*/ 0 h 200456"/>
                <a:gd name="connsiteX8" fmla="*/ 28755 w 128568"/>
                <a:gd name="connsiteY8" fmla="*/ 5107 h 200456"/>
                <a:gd name="connsiteX9" fmla="*/ 23643 w 128568"/>
                <a:gd name="connsiteY9" fmla="*/ 17875 h 200456"/>
                <a:gd name="connsiteX10" fmla="*/ 23643 w 128568"/>
                <a:gd name="connsiteY10" fmla="*/ 62563 h 200456"/>
                <a:gd name="connsiteX11" fmla="*/ 21726 w 128568"/>
                <a:gd name="connsiteY11" fmla="*/ 61286 h 200456"/>
                <a:gd name="connsiteX12" fmla="*/ 7029 w 128568"/>
                <a:gd name="connsiteY12" fmla="*/ 61924 h 200456"/>
                <a:gd name="connsiteX13" fmla="*/ 0 w 128568"/>
                <a:gd name="connsiteY13" fmla="*/ 74692 h 200456"/>
                <a:gd name="connsiteX14" fmla="*/ 0 w 128568"/>
                <a:gd name="connsiteY14" fmla="*/ 117465 h 200456"/>
                <a:gd name="connsiteX15" fmla="*/ 15975 w 128568"/>
                <a:gd name="connsiteY15" fmla="*/ 153854 h 200456"/>
                <a:gd name="connsiteX16" fmla="*/ 29394 w 128568"/>
                <a:gd name="connsiteY16" fmla="*/ 176198 h 200456"/>
                <a:gd name="connsiteX17" fmla="*/ 29394 w 128568"/>
                <a:gd name="connsiteY17" fmla="*/ 194073 h 200456"/>
                <a:gd name="connsiteX18" fmla="*/ 35784 w 128568"/>
                <a:gd name="connsiteY18" fmla="*/ 200457 h 200456"/>
                <a:gd name="connsiteX19" fmla="*/ 42174 w 128568"/>
                <a:gd name="connsiteY19" fmla="*/ 194073 h 200456"/>
                <a:gd name="connsiteX20" fmla="*/ 42174 w 128568"/>
                <a:gd name="connsiteY20" fmla="*/ 176198 h 200456"/>
                <a:gd name="connsiteX21" fmla="*/ 24921 w 128568"/>
                <a:gd name="connsiteY21" fmla="*/ 144278 h 200456"/>
                <a:gd name="connsiteX22" fmla="*/ 12780 w 128568"/>
                <a:gd name="connsiteY22" fmla="*/ 117465 h 200456"/>
                <a:gd name="connsiteX23" fmla="*/ 12780 w 128568"/>
                <a:gd name="connsiteY23" fmla="*/ 74692 h 200456"/>
                <a:gd name="connsiteX24" fmla="*/ 14058 w 128568"/>
                <a:gd name="connsiteY24" fmla="*/ 72777 h 200456"/>
                <a:gd name="connsiteX25" fmla="*/ 15975 w 128568"/>
                <a:gd name="connsiteY25" fmla="*/ 72777 h 200456"/>
                <a:gd name="connsiteX26" fmla="*/ 23643 w 128568"/>
                <a:gd name="connsiteY26" fmla="*/ 88099 h 200456"/>
                <a:gd name="connsiteX27" fmla="*/ 23643 w 128568"/>
                <a:gd name="connsiteY27" fmla="*/ 99590 h 200456"/>
                <a:gd name="connsiteX28" fmla="*/ 30033 w 128568"/>
                <a:gd name="connsiteY28" fmla="*/ 105974 h 200456"/>
                <a:gd name="connsiteX29" fmla="*/ 36423 w 128568"/>
                <a:gd name="connsiteY29" fmla="*/ 99590 h 200456"/>
                <a:gd name="connsiteX30" fmla="*/ 36423 w 128568"/>
                <a:gd name="connsiteY30" fmla="*/ 17236 h 200456"/>
                <a:gd name="connsiteX31" fmla="*/ 37701 w 128568"/>
                <a:gd name="connsiteY31" fmla="*/ 13406 h 200456"/>
                <a:gd name="connsiteX32" fmla="*/ 41535 w 128568"/>
                <a:gd name="connsiteY32" fmla="*/ 11491 h 200456"/>
                <a:gd name="connsiteX33" fmla="*/ 46647 w 128568"/>
                <a:gd name="connsiteY33" fmla="*/ 16598 h 200456"/>
                <a:gd name="connsiteX34" fmla="*/ 46647 w 128568"/>
                <a:gd name="connsiteY34" fmla="*/ 51710 h 200456"/>
                <a:gd name="connsiteX35" fmla="*/ 46647 w 128568"/>
                <a:gd name="connsiteY35" fmla="*/ 51710 h 200456"/>
                <a:gd name="connsiteX36" fmla="*/ 46647 w 128568"/>
                <a:gd name="connsiteY36" fmla="*/ 75331 h 200456"/>
                <a:gd name="connsiteX37" fmla="*/ 53036 w 128568"/>
                <a:gd name="connsiteY37" fmla="*/ 81715 h 200456"/>
                <a:gd name="connsiteX38" fmla="*/ 59426 w 128568"/>
                <a:gd name="connsiteY38" fmla="*/ 75331 h 200456"/>
                <a:gd name="connsiteX39" fmla="*/ 59426 w 128568"/>
                <a:gd name="connsiteY39" fmla="*/ 51710 h 200456"/>
                <a:gd name="connsiteX40" fmla="*/ 60704 w 128568"/>
                <a:gd name="connsiteY40" fmla="*/ 47880 h 200456"/>
                <a:gd name="connsiteX41" fmla="*/ 64538 w 128568"/>
                <a:gd name="connsiteY41" fmla="*/ 45964 h 200456"/>
                <a:gd name="connsiteX42" fmla="*/ 69650 w 128568"/>
                <a:gd name="connsiteY42" fmla="*/ 51072 h 200456"/>
                <a:gd name="connsiteX43" fmla="*/ 69650 w 128568"/>
                <a:gd name="connsiteY43" fmla="*/ 80438 h 200456"/>
                <a:gd name="connsiteX44" fmla="*/ 76040 w 128568"/>
                <a:gd name="connsiteY44" fmla="*/ 86822 h 200456"/>
                <a:gd name="connsiteX45" fmla="*/ 82430 w 128568"/>
                <a:gd name="connsiteY45" fmla="*/ 80438 h 200456"/>
                <a:gd name="connsiteX46" fmla="*/ 82430 w 128568"/>
                <a:gd name="connsiteY46" fmla="*/ 64478 h 200456"/>
                <a:gd name="connsiteX47" fmla="*/ 83708 w 128568"/>
                <a:gd name="connsiteY47" fmla="*/ 60648 h 200456"/>
                <a:gd name="connsiteX48" fmla="*/ 87542 w 128568"/>
                <a:gd name="connsiteY48" fmla="*/ 58732 h 200456"/>
                <a:gd name="connsiteX49" fmla="*/ 92654 w 128568"/>
                <a:gd name="connsiteY49" fmla="*/ 63840 h 200456"/>
                <a:gd name="connsiteX50" fmla="*/ 92654 w 128568"/>
                <a:gd name="connsiteY50" fmla="*/ 75331 h 200456"/>
                <a:gd name="connsiteX51" fmla="*/ 92654 w 128568"/>
                <a:gd name="connsiteY51" fmla="*/ 75331 h 200456"/>
                <a:gd name="connsiteX52" fmla="*/ 92654 w 128568"/>
                <a:gd name="connsiteY52" fmla="*/ 75331 h 200456"/>
                <a:gd name="connsiteX53" fmla="*/ 92654 w 128568"/>
                <a:gd name="connsiteY53" fmla="*/ 90652 h 200456"/>
                <a:gd name="connsiteX54" fmla="*/ 99044 w 128568"/>
                <a:gd name="connsiteY54" fmla="*/ 97036 h 200456"/>
                <a:gd name="connsiteX55" fmla="*/ 105434 w 128568"/>
                <a:gd name="connsiteY55" fmla="*/ 90652 h 200456"/>
                <a:gd name="connsiteX56" fmla="*/ 105434 w 128568"/>
                <a:gd name="connsiteY56" fmla="*/ 75331 h 200456"/>
                <a:gd name="connsiteX57" fmla="*/ 106712 w 128568"/>
                <a:gd name="connsiteY57" fmla="*/ 71500 h 200456"/>
                <a:gd name="connsiteX58" fmla="*/ 110546 w 128568"/>
                <a:gd name="connsiteY58" fmla="*/ 69585 h 200456"/>
                <a:gd name="connsiteX59" fmla="*/ 115658 w 128568"/>
                <a:gd name="connsiteY59" fmla="*/ 74692 h 200456"/>
                <a:gd name="connsiteX60" fmla="*/ 115658 w 128568"/>
                <a:gd name="connsiteY60" fmla="*/ 126403 h 200456"/>
                <a:gd name="connsiteX61" fmla="*/ 111185 w 128568"/>
                <a:gd name="connsiteY61" fmla="*/ 142363 h 200456"/>
                <a:gd name="connsiteX62" fmla="*/ 103517 w 128568"/>
                <a:gd name="connsiteY62" fmla="*/ 168537 h 200456"/>
                <a:gd name="connsiteX63" fmla="*/ 103517 w 128568"/>
                <a:gd name="connsiteY63" fmla="*/ 192158 h 200456"/>
                <a:gd name="connsiteX64" fmla="*/ 109907 w 128568"/>
                <a:gd name="connsiteY64" fmla="*/ 198542 h 200456"/>
                <a:gd name="connsiteX65" fmla="*/ 116297 w 128568"/>
                <a:gd name="connsiteY65" fmla="*/ 192158 h 200456"/>
                <a:gd name="connsiteX66" fmla="*/ 116297 w 128568"/>
                <a:gd name="connsiteY66" fmla="*/ 168537 h 200456"/>
                <a:gd name="connsiteX67" fmla="*/ 122048 w 128568"/>
                <a:gd name="connsiteY67" fmla="*/ 148747 h 200456"/>
                <a:gd name="connsiteX68" fmla="*/ 128438 w 128568"/>
                <a:gd name="connsiteY68" fmla="*/ 126403 h 200456"/>
                <a:gd name="connsiteX69" fmla="*/ 128438 w 128568"/>
                <a:gd name="connsiteY69" fmla="*/ 74692 h 200456"/>
                <a:gd name="connsiteX70" fmla="*/ 111824 w 128568"/>
                <a:gd name="connsiteY70" fmla="*/ 58094 h 200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28568" h="200456">
                  <a:moveTo>
                    <a:pt x="111824" y="58094"/>
                  </a:moveTo>
                  <a:cubicBezTo>
                    <a:pt x="109907" y="58094"/>
                    <a:pt x="107351" y="58732"/>
                    <a:pt x="105434" y="59371"/>
                  </a:cubicBezTo>
                  <a:cubicBezTo>
                    <a:pt x="102878" y="51710"/>
                    <a:pt x="96488" y="46603"/>
                    <a:pt x="88181" y="46603"/>
                  </a:cubicBezTo>
                  <a:cubicBezTo>
                    <a:pt x="86264" y="46603"/>
                    <a:pt x="83708" y="47241"/>
                    <a:pt x="81791" y="47880"/>
                  </a:cubicBezTo>
                  <a:cubicBezTo>
                    <a:pt x="79235" y="40219"/>
                    <a:pt x="72845" y="35112"/>
                    <a:pt x="64538" y="35112"/>
                  </a:cubicBezTo>
                  <a:cubicBezTo>
                    <a:pt x="62621" y="35112"/>
                    <a:pt x="60704" y="35750"/>
                    <a:pt x="59426" y="35750"/>
                  </a:cubicBezTo>
                  <a:lnTo>
                    <a:pt x="59426" y="17875"/>
                  </a:lnTo>
                  <a:cubicBezTo>
                    <a:pt x="59426" y="7660"/>
                    <a:pt x="51119" y="0"/>
                    <a:pt x="41535" y="0"/>
                  </a:cubicBezTo>
                  <a:cubicBezTo>
                    <a:pt x="37062" y="0"/>
                    <a:pt x="31950" y="1915"/>
                    <a:pt x="28755" y="5107"/>
                  </a:cubicBezTo>
                  <a:cubicBezTo>
                    <a:pt x="25560" y="8299"/>
                    <a:pt x="23643" y="12768"/>
                    <a:pt x="23643" y="17875"/>
                  </a:cubicBezTo>
                  <a:lnTo>
                    <a:pt x="23643" y="62563"/>
                  </a:lnTo>
                  <a:cubicBezTo>
                    <a:pt x="23004" y="61924"/>
                    <a:pt x="22365" y="61924"/>
                    <a:pt x="21726" y="61286"/>
                  </a:cubicBezTo>
                  <a:cubicBezTo>
                    <a:pt x="17253" y="58732"/>
                    <a:pt x="11502" y="59371"/>
                    <a:pt x="7029" y="61924"/>
                  </a:cubicBezTo>
                  <a:cubicBezTo>
                    <a:pt x="2556" y="64478"/>
                    <a:pt x="0" y="69585"/>
                    <a:pt x="0" y="74692"/>
                  </a:cubicBezTo>
                  <a:lnTo>
                    <a:pt x="0" y="117465"/>
                  </a:lnTo>
                  <a:cubicBezTo>
                    <a:pt x="0" y="131510"/>
                    <a:pt x="5751" y="144916"/>
                    <a:pt x="15975" y="153854"/>
                  </a:cubicBezTo>
                  <a:cubicBezTo>
                    <a:pt x="23004" y="160238"/>
                    <a:pt x="29394" y="165345"/>
                    <a:pt x="29394" y="176198"/>
                  </a:cubicBezTo>
                  <a:lnTo>
                    <a:pt x="29394" y="194073"/>
                  </a:lnTo>
                  <a:cubicBezTo>
                    <a:pt x="29394" y="197903"/>
                    <a:pt x="31950" y="200457"/>
                    <a:pt x="35784" y="200457"/>
                  </a:cubicBezTo>
                  <a:cubicBezTo>
                    <a:pt x="39618" y="200457"/>
                    <a:pt x="42174" y="197903"/>
                    <a:pt x="42174" y="194073"/>
                  </a:cubicBezTo>
                  <a:lnTo>
                    <a:pt x="42174" y="176198"/>
                  </a:lnTo>
                  <a:cubicBezTo>
                    <a:pt x="42174" y="159600"/>
                    <a:pt x="32589" y="151300"/>
                    <a:pt x="24921" y="144278"/>
                  </a:cubicBezTo>
                  <a:cubicBezTo>
                    <a:pt x="22365" y="141724"/>
                    <a:pt x="12780" y="132787"/>
                    <a:pt x="12780" y="117465"/>
                  </a:cubicBezTo>
                  <a:lnTo>
                    <a:pt x="12780" y="74692"/>
                  </a:lnTo>
                  <a:cubicBezTo>
                    <a:pt x="12780" y="74054"/>
                    <a:pt x="13419" y="73416"/>
                    <a:pt x="14058" y="72777"/>
                  </a:cubicBezTo>
                  <a:cubicBezTo>
                    <a:pt x="14697" y="72777"/>
                    <a:pt x="15336" y="72139"/>
                    <a:pt x="15975" y="72777"/>
                  </a:cubicBezTo>
                  <a:cubicBezTo>
                    <a:pt x="21087" y="75331"/>
                    <a:pt x="23643" y="80438"/>
                    <a:pt x="23643" y="88099"/>
                  </a:cubicBezTo>
                  <a:lnTo>
                    <a:pt x="23643" y="99590"/>
                  </a:lnTo>
                  <a:cubicBezTo>
                    <a:pt x="23643" y="103420"/>
                    <a:pt x="26199" y="105974"/>
                    <a:pt x="30033" y="105974"/>
                  </a:cubicBezTo>
                  <a:cubicBezTo>
                    <a:pt x="33867" y="105974"/>
                    <a:pt x="36423" y="103420"/>
                    <a:pt x="36423" y="99590"/>
                  </a:cubicBezTo>
                  <a:lnTo>
                    <a:pt x="36423" y="17236"/>
                  </a:lnTo>
                  <a:cubicBezTo>
                    <a:pt x="36423" y="15321"/>
                    <a:pt x="37062" y="14044"/>
                    <a:pt x="37701" y="13406"/>
                  </a:cubicBezTo>
                  <a:cubicBezTo>
                    <a:pt x="38979" y="12129"/>
                    <a:pt x="40257" y="11491"/>
                    <a:pt x="41535" y="11491"/>
                  </a:cubicBezTo>
                  <a:cubicBezTo>
                    <a:pt x="44091" y="11491"/>
                    <a:pt x="46647" y="13406"/>
                    <a:pt x="46647" y="16598"/>
                  </a:cubicBezTo>
                  <a:lnTo>
                    <a:pt x="46647" y="51710"/>
                  </a:lnTo>
                  <a:cubicBezTo>
                    <a:pt x="46647" y="51710"/>
                    <a:pt x="46647" y="51710"/>
                    <a:pt x="46647" y="51710"/>
                  </a:cubicBezTo>
                  <a:lnTo>
                    <a:pt x="46647" y="75331"/>
                  </a:lnTo>
                  <a:cubicBezTo>
                    <a:pt x="46647" y="79161"/>
                    <a:pt x="49203" y="81715"/>
                    <a:pt x="53036" y="81715"/>
                  </a:cubicBezTo>
                  <a:cubicBezTo>
                    <a:pt x="56870" y="81715"/>
                    <a:pt x="59426" y="79161"/>
                    <a:pt x="59426" y="75331"/>
                  </a:cubicBezTo>
                  <a:lnTo>
                    <a:pt x="59426" y="51710"/>
                  </a:lnTo>
                  <a:cubicBezTo>
                    <a:pt x="59426" y="49795"/>
                    <a:pt x="60065" y="48518"/>
                    <a:pt x="60704" y="47880"/>
                  </a:cubicBezTo>
                  <a:cubicBezTo>
                    <a:pt x="61982" y="46603"/>
                    <a:pt x="63260" y="45964"/>
                    <a:pt x="64538" y="45964"/>
                  </a:cubicBezTo>
                  <a:cubicBezTo>
                    <a:pt x="67094" y="45964"/>
                    <a:pt x="69650" y="47880"/>
                    <a:pt x="69650" y="51072"/>
                  </a:cubicBezTo>
                  <a:lnTo>
                    <a:pt x="69650" y="80438"/>
                  </a:lnTo>
                  <a:cubicBezTo>
                    <a:pt x="69650" y="84268"/>
                    <a:pt x="72206" y="86822"/>
                    <a:pt x="76040" y="86822"/>
                  </a:cubicBezTo>
                  <a:cubicBezTo>
                    <a:pt x="79874" y="86822"/>
                    <a:pt x="82430" y="84268"/>
                    <a:pt x="82430" y="80438"/>
                  </a:cubicBezTo>
                  <a:lnTo>
                    <a:pt x="82430" y="64478"/>
                  </a:lnTo>
                  <a:cubicBezTo>
                    <a:pt x="82430" y="62563"/>
                    <a:pt x="83069" y="61286"/>
                    <a:pt x="83708" y="60648"/>
                  </a:cubicBezTo>
                  <a:cubicBezTo>
                    <a:pt x="84986" y="59371"/>
                    <a:pt x="86264" y="58732"/>
                    <a:pt x="87542" y="58732"/>
                  </a:cubicBezTo>
                  <a:cubicBezTo>
                    <a:pt x="90098" y="58732"/>
                    <a:pt x="92654" y="60648"/>
                    <a:pt x="92654" y="63840"/>
                  </a:cubicBezTo>
                  <a:lnTo>
                    <a:pt x="92654" y="75331"/>
                  </a:lnTo>
                  <a:cubicBezTo>
                    <a:pt x="92654" y="75331"/>
                    <a:pt x="92654" y="75331"/>
                    <a:pt x="92654" y="75331"/>
                  </a:cubicBezTo>
                  <a:cubicBezTo>
                    <a:pt x="92654" y="75331"/>
                    <a:pt x="92654" y="75331"/>
                    <a:pt x="92654" y="75331"/>
                  </a:cubicBezTo>
                  <a:lnTo>
                    <a:pt x="92654" y="90652"/>
                  </a:lnTo>
                  <a:cubicBezTo>
                    <a:pt x="92654" y="94483"/>
                    <a:pt x="95210" y="97036"/>
                    <a:pt x="99044" y="97036"/>
                  </a:cubicBezTo>
                  <a:cubicBezTo>
                    <a:pt x="102878" y="97036"/>
                    <a:pt x="105434" y="94483"/>
                    <a:pt x="105434" y="90652"/>
                  </a:cubicBezTo>
                  <a:lnTo>
                    <a:pt x="105434" y="75331"/>
                  </a:lnTo>
                  <a:cubicBezTo>
                    <a:pt x="105434" y="73416"/>
                    <a:pt x="106073" y="72139"/>
                    <a:pt x="106712" y="71500"/>
                  </a:cubicBezTo>
                  <a:cubicBezTo>
                    <a:pt x="107990" y="70224"/>
                    <a:pt x="109268" y="69585"/>
                    <a:pt x="110546" y="69585"/>
                  </a:cubicBezTo>
                  <a:cubicBezTo>
                    <a:pt x="113102" y="69585"/>
                    <a:pt x="115658" y="71500"/>
                    <a:pt x="115658" y="74692"/>
                  </a:cubicBezTo>
                  <a:lnTo>
                    <a:pt x="115658" y="126403"/>
                  </a:lnTo>
                  <a:cubicBezTo>
                    <a:pt x="115658" y="132148"/>
                    <a:pt x="114380" y="137894"/>
                    <a:pt x="111185" y="142363"/>
                  </a:cubicBezTo>
                  <a:cubicBezTo>
                    <a:pt x="104156" y="154492"/>
                    <a:pt x="103517" y="158323"/>
                    <a:pt x="103517" y="168537"/>
                  </a:cubicBezTo>
                  <a:lnTo>
                    <a:pt x="103517" y="192158"/>
                  </a:lnTo>
                  <a:cubicBezTo>
                    <a:pt x="103517" y="195988"/>
                    <a:pt x="106073" y="198542"/>
                    <a:pt x="109907" y="198542"/>
                  </a:cubicBezTo>
                  <a:cubicBezTo>
                    <a:pt x="113741" y="198542"/>
                    <a:pt x="116297" y="195988"/>
                    <a:pt x="116297" y="192158"/>
                  </a:cubicBezTo>
                  <a:lnTo>
                    <a:pt x="116297" y="168537"/>
                  </a:lnTo>
                  <a:cubicBezTo>
                    <a:pt x="116297" y="160238"/>
                    <a:pt x="116297" y="158323"/>
                    <a:pt x="122048" y="148747"/>
                  </a:cubicBezTo>
                  <a:cubicBezTo>
                    <a:pt x="125882" y="142363"/>
                    <a:pt x="128438" y="134064"/>
                    <a:pt x="128438" y="126403"/>
                  </a:cubicBezTo>
                  <a:lnTo>
                    <a:pt x="128438" y="74692"/>
                  </a:lnTo>
                  <a:cubicBezTo>
                    <a:pt x="129716" y="66393"/>
                    <a:pt x="121409" y="58094"/>
                    <a:pt x="111824" y="58094"/>
                  </a:cubicBezTo>
                  <a:close/>
                </a:path>
              </a:pathLst>
            </a:custGeom>
            <a:solidFill>
              <a:srgbClr val="007CB0"/>
            </a:solidFill>
            <a:ln w="6390" cap="flat">
              <a:noFill/>
              <a:prstDash val="solid"/>
              <a:miter/>
            </a:ln>
          </p:spPr>
          <p:txBody>
            <a:bodyPr rtlCol="0" anchor="ctr"/>
            <a:lstStyle/>
            <a:p>
              <a:endParaRPr lang="en-US"/>
            </a:p>
          </p:txBody>
        </p:sp>
      </p:grpSp>
      <p:grpSp>
        <p:nvGrpSpPr>
          <p:cNvPr id="482" name="Graphic 4">
            <a:extLst>
              <a:ext uri="{FF2B5EF4-FFF2-40B4-BE49-F238E27FC236}">
                <a16:creationId xmlns:a16="http://schemas.microsoft.com/office/drawing/2014/main" id="{3854D076-DE68-EA43-96DB-69A68910D749}"/>
              </a:ext>
            </a:extLst>
          </p:cNvPr>
          <p:cNvGrpSpPr/>
          <p:nvPr/>
        </p:nvGrpSpPr>
        <p:grpSpPr>
          <a:xfrm>
            <a:off x="2561086" y="1402085"/>
            <a:ext cx="361670" cy="361333"/>
            <a:chOff x="2561086" y="1402085"/>
            <a:chExt cx="361670" cy="361333"/>
          </a:xfrm>
          <a:solidFill>
            <a:srgbClr val="007CB0"/>
          </a:solidFill>
        </p:grpSpPr>
        <p:sp>
          <p:nvSpPr>
            <p:cNvPr id="483" name="Graphic 4">
              <a:extLst>
                <a:ext uri="{FF2B5EF4-FFF2-40B4-BE49-F238E27FC236}">
                  <a16:creationId xmlns:a16="http://schemas.microsoft.com/office/drawing/2014/main" id="{C69C6D5A-2363-B546-A3B1-483D8A1CE5B8}"/>
                </a:ext>
              </a:extLst>
            </p:cNvPr>
            <p:cNvSpPr/>
            <p:nvPr/>
          </p:nvSpPr>
          <p:spPr>
            <a:xfrm>
              <a:off x="2561086"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484" name="Graphic 4">
              <a:extLst>
                <a:ext uri="{FF2B5EF4-FFF2-40B4-BE49-F238E27FC236}">
                  <a16:creationId xmlns:a16="http://schemas.microsoft.com/office/drawing/2014/main" id="{3585957B-890A-DA44-98AA-7170DBB7483E}"/>
                </a:ext>
              </a:extLst>
            </p:cNvPr>
            <p:cNvSpPr/>
            <p:nvPr/>
          </p:nvSpPr>
          <p:spPr>
            <a:xfrm>
              <a:off x="2663325" y="1535510"/>
              <a:ext cx="67733" cy="172367"/>
            </a:xfrm>
            <a:custGeom>
              <a:avLst/>
              <a:gdLst>
                <a:gd name="connsiteX0" fmla="*/ 61343 w 67733"/>
                <a:gd name="connsiteY0" fmla="*/ 0 h 172367"/>
                <a:gd name="connsiteX1" fmla="*/ 6390 w 67733"/>
                <a:gd name="connsiteY1" fmla="*/ 0 h 172367"/>
                <a:gd name="connsiteX2" fmla="*/ 0 w 67733"/>
                <a:gd name="connsiteY2" fmla="*/ 6384 h 172367"/>
                <a:gd name="connsiteX3" fmla="*/ 0 w 67733"/>
                <a:gd name="connsiteY3" fmla="*/ 75331 h 172367"/>
                <a:gd name="connsiteX4" fmla="*/ 6390 w 67733"/>
                <a:gd name="connsiteY4" fmla="*/ 81715 h 172367"/>
                <a:gd name="connsiteX5" fmla="*/ 9585 w 67733"/>
                <a:gd name="connsiteY5" fmla="*/ 81715 h 172367"/>
                <a:gd name="connsiteX6" fmla="*/ 9585 w 67733"/>
                <a:gd name="connsiteY6" fmla="*/ 165984 h 172367"/>
                <a:gd name="connsiteX7" fmla="*/ 15975 w 67733"/>
                <a:gd name="connsiteY7" fmla="*/ 172368 h 172367"/>
                <a:gd name="connsiteX8" fmla="*/ 22365 w 67733"/>
                <a:gd name="connsiteY8" fmla="*/ 165984 h 172367"/>
                <a:gd name="connsiteX9" fmla="*/ 22365 w 67733"/>
                <a:gd name="connsiteY9" fmla="*/ 81715 h 172367"/>
                <a:gd name="connsiteX10" fmla="*/ 45369 w 67733"/>
                <a:gd name="connsiteY10" fmla="*/ 81715 h 172367"/>
                <a:gd name="connsiteX11" fmla="*/ 45369 w 67733"/>
                <a:gd name="connsiteY11" fmla="*/ 165984 h 172367"/>
                <a:gd name="connsiteX12" fmla="*/ 51759 w 67733"/>
                <a:gd name="connsiteY12" fmla="*/ 172368 h 172367"/>
                <a:gd name="connsiteX13" fmla="*/ 58148 w 67733"/>
                <a:gd name="connsiteY13" fmla="*/ 165984 h 172367"/>
                <a:gd name="connsiteX14" fmla="*/ 58148 w 67733"/>
                <a:gd name="connsiteY14" fmla="*/ 81715 h 172367"/>
                <a:gd name="connsiteX15" fmla="*/ 61343 w 67733"/>
                <a:gd name="connsiteY15" fmla="*/ 81715 h 172367"/>
                <a:gd name="connsiteX16" fmla="*/ 67733 w 67733"/>
                <a:gd name="connsiteY16" fmla="*/ 75331 h 172367"/>
                <a:gd name="connsiteX17" fmla="*/ 67733 w 67733"/>
                <a:gd name="connsiteY17" fmla="*/ 6384 h 172367"/>
                <a:gd name="connsiteX18" fmla="*/ 61343 w 67733"/>
                <a:gd name="connsiteY18" fmla="*/ 0 h 172367"/>
                <a:gd name="connsiteX19" fmla="*/ 12780 w 67733"/>
                <a:gd name="connsiteY19" fmla="*/ 12768 h 172367"/>
                <a:gd name="connsiteX20" fmla="*/ 54954 w 67733"/>
                <a:gd name="connsiteY20" fmla="*/ 12768 h 172367"/>
                <a:gd name="connsiteX21" fmla="*/ 54954 w 67733"/>
                <a:gd name="connsiteY21" fmla="*/ 68947 h 172367"/>
                <a:gd name="connsiteX22" fmla="*/ 12780 w 67733"/>
                <a:gd name="connsiteY22" fmla="*/ 68947 h 172367"/>
                <a:gd name="connsiteX23" fmla="*/ 12780 w 67733"/>
                <a:gd name="connsiteY23" fmla="*/ 12768 h 1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33" h="172367">
                  <a:moveTo>
                    <a:pt x="61343" y="0"/>
                  </a:moveTo>
                  <a:lnTo>
                    <a:pt x="6390" y="0"/>
                  </a:lnTo>
                  <a:cubicBezTo>
                    <a:pt x="2556" y="0"/>
                    <a:pt x="0" y="2554"/>
                    <a:pt x="0" y="6384"/>
                  </a:cubicBezTo>
                  <a:lnTo>
                    <a:pt x="0" y="75331"/>
                  </a:lnTo>
                  <a:cubicBezTo>
                    <a:pt x="0" y="79161"/>
                    <a:pt x="2556" y="81715"/>
                    <a:pt x="6390" y="81715"/>
                  </a:cubicBezTo>
                  <a:lnTo>
                    <a:pt x="9585" y="81715"/>
                  </a:lnTo>
                  <a:lnTo>
                    <a:pt x="9585" y="165984"/>
                  </a:lnTo>
                  <a:cubicBezTo>
                    <a:pt x="9585" y="169814"/>
                    <a:pt x="12141" y="172368"/>
                    <a:pt x="15975" y="172368"/>
                  </a:cubicBezTo>
                  <a:cubicBezTo>
                    <a:pt x="19809" y="172368"/>
                    <a:pt x="22365" y="169814"/>
                    <a:pt x="22365" y="165984"/>
                  </a:cubicBezTo>
                  <a:lnTo>
                    <a:pt x="22365" y="81715"/>
                  </a:lnTo>
                  <a:lnTo>
                    <a:pt x="45369" y="81715"/>
                  </a:lnTo>
                  <a:lnTo>
                    <a:pt x="45369" y="165984"/>
                  </a:lnTo>
                  <a:cubicBezTo>
                    <a:pt x="45369" y="169814"/>
                    <a:pt x="47925" y="172368"/>
                    <a:pt x="51759" y="172368"/>
                  </a:cubicBezTo>
                  <a:cubicBezTo>
                    <a:pt x="55593" y="172368"/>
                    <a:pt x="58148" y="169814"/>
                    <a:pt x="58148" y="165984"/>
                  </a:cubicBezTo>
                  <a:lnTo>
                    <a:pt x="58148" y="81715"/>
                  </a:lnTo>
                  <a:lnTo>
                    <a:pt x="61343" y="81715"/>
                  </a:lnTo>
                  <a:cubicBezTo>
                    <a:pt x="65177" y="81715"/>
                    <a:pt x="67733" y="79161"/>
                    <a:pt x="67733" y="75331"/>
                  </a:cubicBezTo>
                  <a:lnTo>
                    <a:pt x="67733" y="6384"/>
                  </a:lnTo>
                  <a:cubicBezTo>
                    <a:pt x="67733" y="3192"/>
                    <a:pt x="64538" y="0"/>
                    <a:pt x="61343" y="0"/>
                  </a:cubicBezTo>
                  <a:close/>
                  <a:moveTo>
                    <a:pt x="12780" y="12768"/>
                  </a:moveTo>
                  <a:lnTo>
                    <a:pt x="54954" y="12768"/>
                  </a:lnTo>
                  <a:lnTo>
                    <a:pt x="54954" y="68947"/>
                  </a:lnTo>
                  <a:lnTo>
                    <a:pt x="12780" y="68947"/>
                  </a:lnTo>
                  <a:lnTo>
                    <a:pt x="12780" y="12768"/>
                  </a:lnTo>
                  <a:close/>
                </a:path>
              </a:pathLst>
            </a:custGeom>
            <a:solidFill>
              <a:srgbClr val="007CB0"/>
            </a:solidFill>
            <a:ln w="6390" cap="flat">
              <a:noFill/>
              <a:prstDash val="solid"/>
              <a:miter/>
            </a:ln>
          </p:spPr>
          <p:txBody>
            <a:bodyPr rtlCol="0" anchor="ctr"/>
            <a:lstStyle/>
            <a:p>
              <a:endParaRPr lang="en-US"/>
            </a:p>
          </p:txBody>
        </p:sp>
        <p:sp>
          <p:nvSpPr>
            <p:cNvPr id="485" name="Graphic 4">
              <a:extLst>
                <a:ext uri="{FF2B5EF4-FFF2-40B4-BE49-F238E27FC236}">
                  <a16:creationId xmlns:a16="http://schemas.microsoft.com/office/drawing/2014/main" id="{F9EDC3AA-627D-C44F-9F67-041A28261225}"/>
                </a:ext>
              </a:extLst>
            </p:cNvPr>
            <p:cNvSpPr/>
            <p:nvPr/>
          </p:nvSpPr>
          <p:spPr>
            <a:xfrm>
              <a:off x="2673549" y="1465924"/>
              <a:ext cx="47285" cy="47241"/>
            </a:xfrm>
            <a:custGeom>
              <a:avLst/>
              <a:gdLst>
                <a:gd name="connsiteX0" fmla="*/ 23643 w 47285"/>
                <a:gd name="connsiteY0" fmla="*/ 47241 h 47241"/>
                <a:gd name="connsiteX1" fmla="*/ 47285 w 47285"/>
                <a:gd name="connsiteY1" fmla="*/ 23621 h 47241"/>
                <a:gd name="connsiteX2" fmla="*/ 23643 w 47285"/>
                <a:gd name="connsiteY2" fmla="*/ 0 h 47241"/>
                <a:gd name="connsiteX3" fmla="*/ 0 w 47285"/>
                <a:gd name="connsiteY3" fmla="*/ 23621 h 47241"/>
                <a:gd name="connsiteX4" fmla="*/ 23643 w 47285"/>
                <a:gd name="connsiteY4" fmla="*/ 47241 h 47241"/>
                <a:gd name="connsiteX5" fmla="*/ 23643 w 47285"/>
                <a:gd name="connsiteY5" fmla="*/ 12768 h 47241"/>
                <a:gd name="connsiteX6" fmla="*/ 34506 w 47285"/>
                <a:gd name="connsiteY6" fmla="*/ 23621 h 47241"/>
                <a:gd name="connsiteX7" fmla="*/ 23643 w 47285"/>
                <a:gd name="connsiteY7" fmla="*/ 34473 h 47241"/>
                <a:gd name="connsiteX8" fmla="*/ 12780 w 47285"/>
                <a:gd name="connsiteY8" fmla="*/ 23621 h 47241"/>
                <a:gd name="connsiteX9" fmla="*/ 23643 w 47285"/>
                <a:gd name="connsiteY9" fmla="*/ 12768 h 4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285" h="47241">
                  <a:moveTo>
                    <a:pt x="23643" y="47241"/>
                  </a:moveTo>
                  <a:cubicBezTo>
                    <a:pt x="36423" y="47241"/>
                    <a:pt x="47285" y="37027"/>
                    <a:pt x="47285" y="23621"/>
                  </a:cubicBezTo>
                  <a:cubicBezTo>
                    <a:pt x="47285" y="10214"/>
                    <a:pt x="37062" y="0"/>
                    <a:pt x="23643" y="0"/>
                  </a:cubicBezTo>
                  <a:cubicBezTo>
                    <a:pt x="10224" y="0"/>
                    <a:pt x="0" y="10214"/>
                    <a:pt x="0" y="23621"/>
                  </a:cubicBezTo>
                  <a:cubicBezTo>
                    <a:pt x="0" y="37027"/>
                    <a:pt x="10224" y="47241"/>
                    <a:pt x="23643" y="47241"/>
                  </a:cubicBezTo>
                  <a:close/>
                  <a:moveTo>
                    <a:pt x="23643" y="12768"/>
                  </a:moveTo>
                  <a:cubicBezTo>
                    <a:pt x="29394" y="12768"/>
                    <a:pt x="34506" y="17237"/>
                    <a:pt x="34506" y="23621"/>
                  </a:cubicBezTo>
                  <a:cubicBezTo>
                    <a:pt x="34506" y="29366"/>
                    <a:pt x="30033" y="34473"/>
                    <a:pt x="23643" y="34473"/>
                  </a:cubicBezTo>
                  <a:cubicBezTo>
                    <a:pt x="17253" y="34473"/>
                    <a:pt x="12780" y="30005"/>
                    <a:pt x="12780" y="23621"/>
                  </a:cubicBezTo>
                  <a:cubicBezTo>
                    <a:pt x="12780" y="17875"/>
                    <a:pt x="17253" y="12768"/>
                    <a:pt x="23643" y="12768"/>
                  </a:cubicBezTo>
                  <a:close/>
                </a:path>
              </a:pathLst>
            </a:custGeom>
            <a:solidFill>
              <a:srgbClr val="007CB0"/>
            </a:solidFill>
            <a:ln w="6390" cap="flat">
              <a:noFill/>
              <a:prstDash val="solid"/>
              <a:miter/>
            </a:ln>
          </p:spPr>
          <p:txBody>
            <a:bodyPr rtlCol="0" anchor="ctr"/>
            <a:lstStyle/>
            <a:p>
              <a:endParaRPr lang="en-US"/>
            </a:p>
          </p:txBody>
        </p:sp>
        <p:sp>
          <p:nvSpPr>
            <p:cNvPr id="486" name="Graphic 4">
              <a:extLst>
                <a:ext uri="{FF2B5EF4-FFF2-40B4-BE49-F238E27FC236}">
                  <a16:creationId xmlns:a16="http://schemas.microsoft.com/office/drawing/2014/main" id="{46E04B72-4BE2-6B44-BE5D-C029C50D1DD8}"/>
                </a:ext>
              </a:extLst>
            </p:cNvPr>
            <p:cNvSpPr/>
            <p:nvPr/>
          </p:nvSpPr>
          <p:spPr>
            <a:xfrm>
              <a:off x="2773232" y="1467201"/>
              <a:ext cx="44729" cy="44687"/>
            </a:xfrm>
            <a:custGeom>
              <a:avLst/>
              <a:gdLst>
                <a:gd name="connsiteX0" fmla="*/ 22365 w 44729"/>
                <a:gd name="connsiteY0" fmla="*/ 44688 h 44687"/>
                <a:gd name="connsiteX1" fmla="*/ 44730 w 44729"/>
                <a:gd name="connsiteY1" fmla="*/ 22344 h 44687"/>
                <a:gd name="connsiteX2" fmla="*/ 22365 w 44729"/>
                <a:gd name="connsiteY2" fmla="*/ 0 h 44687"/>
                <a:gd name="connsiteX3" fmla="*/ 0 w 44729"/>
                <a:gd name="connsiteY3" fmla="*/ 22344 h 44687"/>
                <a:gd name="connsiteX4" fmla="*/ 22365 w 44729"/>
                <a:gd name="connsiteY4" fmla="*/ 44688 h 44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29" h="44687">
                  <a:moveTo>
                    <a:pt x="22365" y="44688"/>
                  </a:moveTo>
                  <a:cubicBezTo>
                    <a:pt x="34506" y="44688"/>
                    <a:pt x="44730" y="34474"/>
                    <a:pt x="44730" y="22344"/>
                  </a:cubicBezTo>
                  <a:cubicBezTo>
                    <a:pt x="44730" y="10214"/>
                    <a:pt x="34506" y="0"/>
                    <a:pt x="22365" y="0"/>
                  </a:cubicBezTo>
                  <a:cubicBezTo>
                    <a:pt x="10224" y="0"/>
                    <a:pt x="0" y="10214"/>
                    <a:pt x="0" y="22344"/>
                  </a:cubicBezTo>
                  <a:cubicBezTo>
                    <a:pt x="0" y="34474"/>
                    <a:pt x="9585" y="44688"/>
                    <a:pt x="22365" y="44688"/>
                  </a:cubicBezTo>
                  <a:close/>
                </a:path>
              </a:pathLst>
            </a:custGeom>
            <a:solidFill>
              <a:srgbClr val="007CB0"/>
            </a:solidFill>
            <a:ln w="6390" cap="flat">
              <a:noFill/>
              <a:prstDash val="solid"/>
              <a:miter/>
            </a:ln>
          </p:spPr>
          <p:txBody>
            <a:bodyPr rtlCol="0" anchor="ctr"/>
            <a:lstStyle/>
            <a:p>
              <a:endParaRPr lang="en-US"/>
            </a:p>
          </p:txBody>
        </p:sp>
        <p:sp>
          <p:nvSpPr>
            <p:cNvPr id="487" name="Graphic 4">
              <a:extLst>
                <a:ext uri="{FF2B5EF4-FFF2-40B4-BE49-F238E27FC236}">
                  <a16:creationId xmlns:a16="http://schemas.microsoft.com/office/drawing/2014/main" id="{08907CC0-A84B-D642-8DAD-8A2D07A3233A}"/>
                </a:ext>
              </a:extLst>
            </p:cNvPr>
            <p:cNvSpPr/>
            <p:nvPr/>
          </p:nvSpPr>
          <p:spPr>
            <a:xfrm>
              <a:off x="2762119" y="1534233"/>
              <a:ext cx="66956" cy="174282"/>
            </a:xfrm>
            <a:custGeom>
              <a:avLst/>
              <a:gdLst>
                <a:gd name="connsiteX0" fmla="*/ 41785 w 66956"/>
                <a:gd name="connsiteY0" fmla="*/ 0 h 174282"/>
                <a:gd name="connsiteX1" fmla="*/ 24532 w 66956"/>
                <a:gd name="connsiteY1" fmla="*/ 0 h 174282"/>
                <a:gd name="connsiteX2" fmla="*/ 18143 w 66956"/>
                <a:gd name="connsiteY2" fmla="*/ 5107 h 174282"/>
                <a:gd name="connsiteX3" fmla="*/ 251 w 66956"/>
                <a:gd name="connsiteY3" fmla="*/ 91929 h 174282"/>
                <a:gd name="connsiteX4" fmla="*/ 1529 w 66956"/>
                <a:gd name="connsiteY4" fmla="*/ 97037 h 174282"/>
                <a:gd name="connsiteX5" fmla="*/ 6641 w 66956"/>
                <a:gd name="connsiteY5" fmla="*/ 99590 h 174282"/>
                <a:gd name="connsiteX6" fmla="*/ 9197 w 66956"/>
                <a:gd name="connsiteY6" fmla="*/ 99590 h 174282"/>
                <a:gd name="connsiteX7" fmla="*/ 9197 w 66956"/>
                <a:gd name="connsiteY7" fmla="*/ 167899 h 174282"/>
                <a:gd name="connsiteX8" fmla="*/ 15587 w 66956"/>
                <a:gd name="connsiteY8" fmla="*/ 174283 h 174282"/>
                <a:gd name="connsiteX9" fmla="*/ 21977 w 66956"/>
                <a:gd name="connsiteY9" fmla="*/ 167899 h 174282"/>
                <a:gd name="connsiteX10" fmla="*/ 21977 w 66956"/>
                <a:gd name="connsiteY10" fmla="*/ 99590 h 174282"/>
                <a:gd name="connsiteX11" fmla="*/ 44980 w 66956"/>
                <a:gd name="connsiteY11" fmla="*/ 99590 h 174282"/>
                <a:gd name="connsiteX12" fmla="*/ 44980 w 66956"/>
                <a:gd name="connsiteY12" fmla="*/ 167899 h 174282"/>
                <a:gd name="connsiteX13" fmla="*/ 51370 w 66956"/>
                <a:gd name="connsiteY13" fmla="*/ 174283 h 174282"/>
                <a:gd name="connsiteX14" fmla="*/ 57760 w 66956"/>
                <a:gd name="connsiteY14" fmla="*/ 167899 h 174282"/>
                <a:gd name="connsiteX15" fmla="*/ 57760 w 66956"/>
                <a:gd name="connsiteY15" fmla="*/ 99590 h 174282"/>
                <a:gd name="connsiteX16" fmla="*/ 60316 w 66956"/>
                <a:gd name="connsiteY16" fmla="*/ 99590 h 174282"/>
                <a:gd name="connsiteX17" fmla="*/ 65428 w 66956"/>
                <a:gd name="connsiteY17" fmla="*/ 97037 h 174282"/>
                <a:gd name="connsiteX18" fmla="*/ 66706 w 66956"/>
                <a:gd name="connsiteY18" fmla="*/ 91929 h 174282"/>
                <a:gd name="connsiteX19" fmla="*/ 48814 w 66956"/>
                <a:gd name="connsiteY19" fmla="*/ 5107 h 174282"/>
                <a:gd name="connsiteX20" fmla="*/ 41785 w 66956"/>
                <a:gd name="connsiteY20" fmla="*/ 0 h 17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6956" h="174282">
                  <a:moveTo>
                    <a:pt x="41785" y="0"/>
                  </a:moveTo>
                  <a:lnTo>
                    <a:pt x="24532" y="0"/>
                  </a:lnTo>
                  <a:cubicBezTo>
                    <a:pt x="21338" y="0"/>
                    <a:pt x="18782" y="1915"/>
                    <a:pt x="18143" y="5107"/>
                  </a:cubicBezTo>
                  <a:lnTo>
                    <a:pt x="251" y="91929"/>
                  </a:lnTo>
                  <a:cubicBezTo>
                    <a:pt x="-388" y="93845"/>
                    <a:pt x="251" y="95760"/>
                    <a:pt x="1529" y="97037"/>
                  </a:cubicBezTo>
                  <a:cubicBezTo>
                    <a:pt x="2807" y="98313"/>
                    <a:pt x="4724" y="99590"/>
                    <a:pt x="6641" y="99590"/>
                  </a:cubicBezTo>
                  <a:lnTo>
                    <a:pt x="9197" y="99590"/>
                  </a:lnTo>
                  <a:lnTo>
                    <a:pt x="9197" y="167899"/>
                  </a:lnTo>
                  <a:cubicBezTo>
                    <a:pt x="9197" y="171729"/>
                    <a:pt x="11753" y="174283"/>
                    <a:pt x="15587" y="174283"/>
                  </a:cubicBezTo>
                  <a:cubicBezTo>
                    <a:pt x="19420" y="174283"/>
                    <a:pt x="21977" y="171729"/>
                    <a:pt x="21977" y="167899"/>
                  </a:cubicBezTo>
                  <a:lnTo>
                    <a:pt x="21977" y="99590"/>
                  </a:lnTo>
                  <a:lnTo>
                    <a:pt x="44980" y="99590"/>
                  </a:lnTo>
                  <a:lnTo>
                    <a:pt x="44980" y="167899"/>
                  </a:lnTo>
                  <a:cubicBezTo>
                    <a:pt x="44980" y="171729"/>
                    <a:pt x="47536" y="174283"/>
                    <a:pt x="51370" y="174283"/>
                  </a:cubicBezTo>
                  <a:cubicBezTo>
                    <a:pt x="55204" y="174283"/>
                    <a:pt x="57760" y="171729"/>
                    <a:pt x="57760" y="167899"/>
                  </a:cubicBezTo>
                  <a:lnTo>
                    <a:pt x="57760" y="99590"/>
                  </a:lnTo>
                  <a:lnTo>
                    <a:pt x="60316" y="99590"/>
                  </a:lnTo>
                  <a:cubicBezTo>
                    <a:pt x="62233" y="99590"/>
                    <a:pt x="64150" y="98952"/>
                    <a:pt x="65428" y="97037"/>
                  </a:cubicBezTo>
                  <a:cubicBezTo>
                    <a:pt x="66706" y="95760"/>
                    <a:pt x="67345" y="93845"/>
                    <a:pt x="66706" y="91929"/>
                  </a:cubicBezTo>
                  <a:lnTo>
                    <a:pt x="48814" y="5107"/>
                  </a:lnTo>
                  <a:cubicBezTo>
                    <a:pt x="47536" y="1915"/>
                    <a:pt x="44980" y="0"/>
                    <a:pt x="41785" y="0"/>
                  </a:cubicBezTo>
                  <a:close/>
                </a:path>
              </a:pathLst>
            </a:custGeom>
            <a:solidFill>
              <a:srgbClr val="007CB0"/>
            </a:solidFill>
            <a:ln w="6390" cap="flat">
              <a:noFill/>
              <a:prstDash val="solid"/>
              <a:miter/>
            </a:ln>
          </p:spPr>
          <p:txBody>
            <a:bodyPr rtlCol="0" anchor="ctr"/>
            <a:lstStyle/>
            <a:p>
              <a:endParaRPr lang="en-US"/>
            </a:p>
          </p:txBody>
        </p:sp>
      </p:grpSp>
      <p:grpSp>
        <p:nvGrpSpPr>
          <p:cNvPr id="488" name="Graphic 4">
            <a:extLst>
              <a:ext uri="{FF2B5EF4-FFF2-40B4-BE49-F238E27FC236}">
                <a16:creationId xmlns:a16="http://schemas.microsoft.com/office/drawing/2014/main" id="{93BE106E-E432-C447-9D57-89C093CA2D25}"/>
              </a:ext>
            </a:extLst>
          </p:cNvPr>
          <p:cNvGrpSpPr/>
          <p:nvPr/>
        </p:nvGrpSpPr>
        <p:grpSpPr>
          <a:xfrm>
            <a:off x="1515054" y="1402085"/>
            <a:ext cx="361670" cy="361333"/>
            <a:chOff x="1515054" y="1402085"/>
            <a:chExt cx="361670" cy="361333"/>
          </a:xfrm>
          <a:solidFill>
            <a:srgbClr val="007CB0"/>
          </a:solidFill>
        </p:grpSpPr>
        <p:sp>
          <p:nvSpPr>
            <p:cNvPr id="489" name="Graphic 4">
              <a:extLst>
                <a:ext uri="{FF2B5EF4-FFF2-40B4-BE49-F238E27FC236}">
                  <a16:creationId xmlns:a16="http://schemas.microsoft.com/office/drawing/2014/main" id="{CC3ECE28-1FD6-4342-B74B-B9081D535A6C}"/>
                </a:ext>
              </a:extLst>
            </p:cNvPr>
            <p:cNvSpPr/>
            <p:nvPr/>
          </p:nvSpPr>
          <p:spPr>
            <a:xfrm>
              <a:off x="1515054"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490" name="Graphic 4">
              <a:extLst>
                <a:ext uri="{FF2B5EF4-FFF2-40B4-BE49-F238E27FC236}">
                  <a16:creationId xmlns:a16="http://schemas.microsoft.com/office/drawing/2014/main" id="{264A34B9-45A1-CD47-9A35-F38A3D7B6E22}"/>
                </a:ext>
              </a:extLst>
            </p:cNvPr>
            <p:cNvSpPr/>
            <p:nvPr/>
          </p:nvSpPr>
          <p:spPr>
            <a:xfrm>
              <a:off x="1617932" y="1536787"/>
              <a:ext cx="67733" cy="172367"/>
            </a:xfrm>
            <a:custGeom>
              <a:avLst/>
              <a:gdLst>
                <a:gd name="connsiteX0" fmla="*/ 61343 w 67733"/>
                <a:gd name="connsiteY0" fmla="*/ 0 h 172367"/>
                <a:gd name="connsiteX1" fmla="*/ 6390 w 67733"/>
                <a:gd name="connsiteY1" fmla="*/ 0 h 172367"/>
                <a:gd name="connsiteX2" fmla="*/ 0 w 67733"/>
                <a:gd name="connsiteY2" fmla="*/ 6384 h 172367"/>
                <a:gd name="connsiteX3" fmla="*/ 0 w 67733"/>
                <a:gd name="connsiteY3" fmla="*/ 75331 h 172367"/>
                <a:gd name="connsiteX4" fmla="*/ 6390 w 67733"/>
                <a:gd name="connsiteY4" fmla="*/ 81715 h 172367"/>
                <a:gd name="connsiteX5" fmla="*/ 9585 w 67733"/>
                <a:gd name="connsiteY5" fmla="*/ 81715 h 172367"/>
                <a:gd name="connsiteX6" fmla="*/ 9585 w 67733"/>
                <a:gd name="connsiteY6" fmla="*/ 165984 h 172367"/>
                <a:gd name="connsiteX7" fmla="*/ 15975 w 67733"/>
                <a:gd name="connsiteY7" fmla="*/ 172368 h 172367"/>
                <a:gd name="connsiteX8" fmla="*/ 22365 w 67733"/>
                <a:gd name="connsiteY8" fmla="*/ 165984 h 172367"/>
                <a:gd name="connsiteX9" fmla="*/ 22365 w 67733"/>
                <a:gd name="connsiteY9" fmla="*/ 81715 h 172367"/>
                <a:gd name="connsiteX10" fmla="*/ 45368 w 67733"/>
                <a:gd name="connsiteY10" fmla="*/ 81715 h 172367"/>
                <a:gd name="connsiteX11" fmla="*/ 45368 w 67733"/>
                <a:gd name="connsiteY11" fmla="*/ 165984 h 172367"/>
                <a:gd name="connsiteX12" fmla="*/ 51758 w 67733"/>
                <a:gd name="connsiteY12" fmla="*/ 172368 h 172367"/>
                <a:gd name="connsiteX13" fmla="*/ 58148 w 67733"/>
                <a:gd name="connsiteY13" fmla="*/ 165984 h 172367"/>
                <a:gd name="connsiteX14" fmla="*/ 58148 w 67733"/>
                <a:gd name="connsiteY14" fmla="*/ 81715 h 172367"/>
                <a:gd name="connsiteX15" fmla="*/ 61343 w 67733"/>
                <a:gd name="connsiteY15" fmla="*/ 81715 h 172367"/>
                <a:gd name="connsiteX16" fmla="*/ 67733 w 67733"/>
                <a:gd name="connsiteY16" fmla="*/ 75331 h 172367"/>
                <a:gd name="connsiteX17" fmla="*/ 67733 w 67733"/>
                <a:gd name="connsiteY17" fmla="*/ 6384 h 172367"/>
                <a:gd name="connsiteX18" fmla="*/ 61343 w 67733"/>
                <a:gd name="connsiteY18" fmla="*/ 0 h 1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7733" h="172367">
                  <a:moveTo>
                    <a:pt x="61343" y="0"/>
                  </a:moveTo>
                  <a:lnTo>
                    <a:pt x="6390" y="0"/>
                  </a:lnTo>
                  <a:cubicBezTo>
                    <a:pt x="2556" y="0"/>
                    <a:pt x="0" y="2554"/>
                    <a:pt x="0" y="6384"/>
                  </a:cubicBezTo>
                  <a:lnTo>
                    <a:pt x="0" y="75331"/>
                  </a:lnTo>
                  <a:cubicBezTo>
                    <a:pt x="0" y="79161"/>
                    <a:pt x="2556" y="81715"/>
                    <a:pt x="6390" y="81715"/>
                  </a:cubicBezTo>
                  <a:lnTo>
                    <a:pt x="9585" y="81715"/>
                  </a:lnTo>
                  <a:lnTo>
                    <a:pt x="9585" y="165984"/>
                  </a:lnTo>
                  <a:cubicBezTo>
                    <a:pt x="9585" y="169814"/>
                    <a:pt x="12141" y="172368"/>
                    <a:pt x="15975" y="172368"/>
                  </a:cubicBezTo>
                  <a:cubicBezTo>
                    <a:pt x="19809" y="172368"/>
                    <a:pt x="22365" y="169814"/>
                    <a:pt x="22365" y="165984"/>
                  </a:cubicBezTo>
                  <a:lnTo>
                    <a:pt x="22365" y="81715"/>
                  </a:lnTo>
                  <a:lnTo>
                    <a:pt x="45368" y="81715"/>
                  </a:lnTo>
                  <a:lnTo>
                    <a:pt x="45368" y="165984"/>
                  </a:lnTo>
                  <a:cubicBezTo>
                    <a:pt x="45368" y="169814"/>
                    <a:pt x="47925" y="172368"/>
                    <a:pt x="51758" y="172368"/>
                  </a:cubicBezTo>
                  <a:cubicBezTo>
                    <a:pt x="55592" y="172368"/>
                    <a:pt x="58148" y="169814"/>
                    <a:pt x="58148" y="165984"/>
                  </a:cubicBezTo>
                  <a:lnTo>
                    <a:pt x="58148" y="81715"/>
                  </a:lnTo>
                  <a:lnTo>
                    <a:pt x="61343" y="81715"/>
                  </a:lnTo>
                  <a:cubicBezTo>
                    <a:pt x="65177" y="81715"/>
                    <a:pt x="67733" y="79161"/>
                    <a:pt x="67733" y="75331"/>
                  </a:cubicBezTo>
                  <a:lnTo>
                    <a:pt x="67733" y="6384"/>
                  </a:lnTo>
                  <a:cubicBezTo>
                    <a:pt x="67733" y="2554"/>
                    <a:pt x="64538" y="0"/>
                    <a:pt x="61343" y="0"/>
                  </a:cubicBezTo>
                  <a:close/>
                </a:path>
              </a:pathLst>
            </a:custGeom>
            <a:solidFill>
              <a:srgbClr val="007CB0"/>
            </a:solidFill>
            <a:ln w="6390" cap="flat">
              <a:noFill/>
              <a:prstDash val="solid"/>
              <a:miter/>
            </a:ln>
          </p:spPr>
          <p:txBody>
            <a:bodyPr rtlCol="0" anchor="ctr"/>
            <a:lstStyle/>
            <a:p>
              <a:endParaRPr lang="en-US"/>
            </a:p>
          </p:txBody>
        </p:sp>
        <p:sp>
          <p:nvSpPr>
            <p:cNvPr id="491" name="Graphic 4">
              <a:extLst>
                <a:ext uri="{FF2B5EF4-FFF2-40B4-BE49-F238E27FC236}">
                  <a16:creationId xmlns:a16="http://schemas.microsoft.com/office/drawing/2014/main" id="{1AE1AA3D-4EFA-C54E-8540-D5E673D22B4D}"/>
                </a:ext>
              </a:extLst>
            </p:cNvPr>
            <p:cNvSpPr/>
            <p:nvPr/>
          </p:nvSpPr>
          <p:spPr>
            <a:xfrm>
              <a:off x="1628155" y="1465924"/>
              <a:ext cx="47285" cy="47241"/>
            </a:xfrm>
            <a:custGeom>
              <a:avLst/>
              <a:gdLst>
                <a:gd name="connsiteX0" fmla="*/ 23643 w 47285"/>
                <a:gd name="connsiteY0" fmla="*/ 47241 h 47241"/>
                <a:gd name="connsiteX1" fmla="*/ 47286 w 47285"/>
                <a:gd name="connsiteY1" fmla="*/ 23621 h 47241"/>
                <a:gd name="connsiteX2" fmla="*/ 23643 w 47285"/>
                <a:gd name="connsiteY2" fmla="*/ 0 h 47241"/>
                <a:gd name="connsiteX3" fmla="*/ 0 w 47285"/>
                <a:gd name="connsiteY3" fmla="*/ 23621 h 47241"/>
                <a:gd name="connsiteX4" fmla="*/ 23643 w 47285"/>
                <a:gd name="connsiteY4" fmla="*/ 47241 h 47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85" h="47241">
                  <a:moveTo>
                    <a:pt x="23643" y="47241"/>
                  </a:moveTo>
                  <a:cubicBezTo>
                    <a:pt x="36423" y="47241"/>
                    <a:pt x="47286" y="37027"/>
                    <a:pt x="47286" y="23621"/>
                  </a:cubicBezTo>
                  <a:cubicBezTo>
                    <a:pt x="47286" y="10214"/>
                    <a:pt x="37062" y="0"/>
                    <a:pt x="23643" y="0"/>
                  </a:cubicBezTo>
                  <a:cubicBezTo>
                    <a:pt x="10224" y="0"/>
                    <a:pt x="0" y="10214"/>
                    <a:pt x="0" y="23621"/>
                  </a:cubicBezTo>
                  <a:cubicBezTo>
                    <a:pt x="0" y="37027"/>
                    <a:pt x="10863" y="47241"/>
                    <a:pt x="23643" y="47241"/>
                  </a:cubicBezTo>
                  <a:close/>
                </a:path>
              </a:pathLst>
            </a:custGeom>
            <a:solidFill>
              <a:srgbClr val="007CB0"/>
            </a:solidFill>
            <a:ln w="6390" cap="flat">
              <a:noFill/>
              <a:prstDash val="solid"/>
              <a:miter/>
            </a:ln>
          </p:spPr>
          <p:txBody>
            <a:bodyPr rtlCol="0" anchor="ctr"/>
            <a:lstStyle/>
            <a:p>
              <a:endParaRPr lang="en-US"/>
            </a:p>
          </p:txBody>
        </p:sp>
        <p:sp>
          <p:nvSpPr>
            <p:cNvPr id="492" name="Graphic 4">
              <a:extLst>
                <a:ext uri="{FF2B5EF4-FFF2-40B4-BE49-F238E27FC236}">
                  <a16:creationId xmlns:a16="http://schemas.microsoft.com/office/drawing/2014/main" id="{7EFF45CC-F8F8-534B-838F-F368A31B8FFB}"/>
                </a:ext>
              </a:extLst>
            </p:cNvPr>
            <p:cNvSpPr/>
            <p:nvPr/>
          </p:nvSpPr>
          <p:spPr>
            <a:xfrm>
              <a:off x="1727838" y="1468478"/>
              <a:ext cx="44729" cy="44687"/>
            </a:xfrm>
            <a:custGeom>
              <a:avLst/>
              <a:gdLst>
                <a:gd name="connsiteX0" fmla="*/ 22365 w 44729"/>
                <a:gd name="connsiteY0" fmla="*/ 44688 h 44687"/>
                <a:gd name="connsiteX1" fmla="*/ 44730 w 44729"/>
                <a:gd name="connsiteY1" fmla="*/ 22344 h 44687"/>
                <a:gd name="connsiteX2" fmla="*/ 22365 w 44729"/>
                <a:gd name="connsiteY2" fmla="*/ 0 h 44687"/>
                <a:gd name="connsiteX3" fmla="*/ 0 w 44729"/>
                <a:gd name="connsiteY3" fmla="*/ 22344 h 44687"/>
                <a:gd name="connsiteX4" fmla="*/ 22365 w 44729"/>
                <a:gd name="connsiteY4" fmla="*/ 44688 h 44687"/>
                <a:gd name="connsiteX5" fmla="*/ 22365 w 44729"/>
                <a:gd name="connsiteY5" fmla="*/ 13406 h 44687"/>
                <a:gd name="connsiteX6" fmla="*/ 31950 w 44729"/>
                <a:gd name="connsiteY6" fmla="*/ 22982 h 44687"/>
                <a:gd name="connsiteX7" fmla="*/ 22365 w 44729"/>
                <a:gd name="connsiteY7" fmla="*/ 32558 h 44687"/>
                <a:gd name="connsiteX8" fmla="*/ 12780 w 44729"/>
                <a:gd name="connsiteY8" fmla="*/ 22982 h 44687"/>
                <a:gd name="connsiteX9" fmla="*/ 22365 w 44729"/>
                <a:gd name="connsiteY9" fmla="*/ 13406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29" h="44687">
                  <a:moveTo>
                    <a:pt x="22365" y="44688"/>
                  </a:moveTo>
                  <a:cubicBezTo>
                    <a:pt x="34506" y="44688"/>
                    <a:pt x="44730" y="34474"/>
                    <a:pt x="44730" y="22344"/>
                  </a:cubicBezTo>
                  <a:cubicBezTo>
                    <a:pt x="44730" y="10214"/>
                    <a:pt x="34506" y="0"/>
                    <a:pt x="22365" y="0"/>
                  </a:cubicBezTo>
                  <a:cubicBezTo>
                    <a:pt x="10224" y="0"/>
                    <a:pt x="0" y="10214"/>
                    <a:pt x="0" y="22344"/>
                  </a:cubicBezTo>
                  <a:cubicBezTo>
                    <a:pt x="0" y="35112"/>
                    <a:pt x="10224" y="44688"/>
                    <a:pt x="22365" y="44688"/>
                  </a:cubicBezTo>
                  <a:close/>
                  <a:moveTo>
                    <a:pt x="22365" y="13406"/>
                  </a:moveTo>
                  <a:cubicBezTo>
                    <a:pt x="27477" y="13406"/>
                    <a:pt x="31950" y="17875"/>
                    <a:pt x="31950" y="22982"/>
                  </a:cubicBezTo>
                  <a:cubicBezTo>
                    <a:pt x="31950" y="28090"/>
                    <a:pt x="27477" y="32558"/>
                    <a:pt x="22365" y="32558"/>
                  </a:cubicBezTo>
                  <a:cubicBezTo>
                    <a:pt x="17253" y="32558"/>
                    <a:pt x="12780" y="28090"/>
                    <a:pt x="12780" y="22982"/>
                  </a:cubicBezTo>
                  <a:cubicBezTo>
                    <a:pt x="12780" y="17875"/>
                    <a:pt x="17253" y="13406"/>
                    <a:pt x="22365" y="13406"/>
                  </a:cubicBezTo>
                  <a:close/>
                </a:path>
              </a:pathLst>
            </a:custGeom>
            <a:solidFill>
              <a:srgbClr val="007CB0"/>
            </a:solidFill>
            <a:ln w="6390" cap="flat">
              <a:noFill/>
              <a:prstDash val="solid"/>
              <a:miter/>
            </a:ln>
          </p:spPr>
          <p:txBody>
            <a:bodyPr rtlCol="0" anchor="ctr"/>
            <a:lstStyle/>
            <a:p>
              <a:endParaRPr lang="en-US"/>
            </a:p>
          </p:txBody>
        </p:sp>
        <p:sp>
          <p:nvSpPr>
            <p:cNvPr id="493" name="Graphic 4">
              <a:extLst>
                <a:ext uri="{FF2B5EF4-FFF2-40B4-BE49-F238E27FC236}">
                  <a16:creationId xmlns:a16="http://schemas.microsoft.com/office/drawing/2014/main" id="{30454D95-351E-FE45-B2D3-ED8E84BE98E2}"/>
                </a:ext>
              </a:extLst>
            </p:cNvPr>
            <p:cNvSpPr/>
            <p:nvPr/>
          </p:nvSpPr>
          <p:spPr>
            <a:xfrm>
              <a:off x="1716725" y="1534871"/>
              <a:ext cx="66956" cy="173644"/>
            </a:xfrm>
            <a:custGeom>
              <a:avLst/>
              <a:gdLst>
                <a:gd name="connsiteX0" fmla="*/ 41785 w 66956"/>
                <a:gd name="connsiteY0" fmla="*/ 0 h 173644"/>
                <a:gd name="connsiteX1" fmla="*/ 24532 w 66956"/>
                <a:gd name="connsiteY1" fmla="*/ 0 h 173644"/>
                <a:gd name="connsiteX2" fmla="*/ 18142 w 66956"/>
                <a:gd name="connsiteY2" fmla="*/ 5107 h 173644"/>
                <a:gd name="connsiteX3" fmla="*/ 251 w 66956"/>
                <a:gd name="connsiteY3" fmla="*/ 91929 h 173644"/>
                <a:gd name="connsiteX4" fmla="*/ 1529 w 66956"/>
                <a:gd name="connsiteY4" fmla="*/ 97037 h 173644"/>
                <a:gd name="connsiteX5" fmla="*/ 6641 w 66956"/>
                <a:gd name="connsiteY5" fmla="*/ 99590 h 173644"/>
                <a:gd name="connsiteX6" fmla="*/ 9197 w 66956"/>
                <a:gd name="connsiteY6" fmla="*/ 99590 h 173644"/>
                <a:gd name="connsiteX7" fmla="*/ 9197 w 66956"/>
                <a:gd name="connsiteY7" fmla="*/ 167260 h 173644"/>
                <a:gd name="connsiteX8" fmla="*/ 15587 w 66956"/>
                <a:gd name="connsiteY8" fmla="*/ 173644 h 173644"/>
                <a:gd name="connsiteX9" fmla="*/ 21976 w 66956"/>
                <a:gd name="connsiteY9" fmla="*/ 167260 h 173644"/>
                <a:gd name="connsiteX10" fmla="*/ 21976 w 66956"/>
                <a:gd name="connsiteY10" fmla="*/ 98952 h 173644"/>
                <a:gd name="connsiteX11" fmla="*/ 44980 w 66956"/>
                <a:gd name="connsiteY11" fmla="*/ 98952 h 173644"/>
                <a:gd name="connsiteX12" fmla="*/ 44980 w 66956"/>
                <a:gd name="connsiteY12" fmla="*/ 167260 h 173644"/>
                <a:gd name="connsiteX13" fmla="*/ 51370 w 66956"/>
                <a:gd name="connsiteY13" fmla="*/ 173644 h 173644"/>
                <a:gd name="connsiteX14" fmla="*/ 57760 w 66956"/>
                <a:gd name="connsiteY14" fmla="*/ 167260 h 173644"/>
                <a:gd name="connsiteX15" fmla="*/ 57760 w 66956"/>
                <a:gd name="connsiteY15" fmla="*/ 98952 h 173644"/>
                <a:gd name="connsiteX16" fmla="*/ 60316 w 66956"/>
                <a:gd name="connsiteY16" fmla="*/ 98952 h 173644"/>
                <a:gd name="connsiteX17" fmla="*/ 65428 w 66956"/>
                <a:gd name="connsiteY17" fmla="*/ 96398 h 173644"/>
                <a:gd name="connsiteX18" fmla="*/ 66706 w 66956"/>
                <a:gd name="connsiteY18" fmla="*/ 91291 h 173644"/>
                <a:gd name="connsiteX19" fmla="*/ 48814 w 66956"/>
                <a:gd name="connsiteY19" fmla="*/ 4469 h 173644"/>
                <a:gd name="connsiteX20" fmla="*/ 41785 w 66956"/>
                <a:gd name="connsiteY20" fmla="*/ 0 h 173644"/>
                <a:gd name="connsiteX21" fmla="*/ 14947 w 66956"/>
                <a:gd name="connsiteY21" fmla="*/ 86822 h 173644"/>
                <a:gd name="connsiteX22" fmla="*/ 30283 w 66956"/>
                <a:gd name="connsiteY22" fmla="*/ 12768 h 173644"/>
                <a:gd name="connsiteX23" fmla="*/ 37312 w 66956"/>
                <a:gd name="connsiteY23" fmla="*/ 12768 h 173644"/>
                <a:gd name="connsiteX24" fmla="*/ 52648 w 66956"/>
                <a:gd name="connsiteY24" fmla="*/ 86822 h 173644"/>
                <a:gd name="connsiteX25" fmla="*/ 14947 w 66956"/>
                <a:gd name="connsiteY25" fmla="*/ 86822 h 173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956" h="173644">
                  <a:moveTo>
                    <a:pt x="41785" y="0"/>
                  </a:moveTo>
                  <a:lnTo>
                    <a:pt x="24532" y="0"/>
                  </a:lnTo>
                  <a:cubicBezTo>
                    <a:pt x="21337" y="0"/>
                    <a:pt x="18781" y="1915"/>
                    <a:pt x="18142" y="5107"/>
                  </a:cubicBezTo>
                  <a:lnTo>
                    <a:pt x="251" y="91929"/>
                  </a:lnTo>
                  <a:cubicBezTo>
                    <a:pt x="-388" y="93845"/>
                    <a:pt x="251" y="95760"/>
                    <a:pt x="1529" y="97037"/>
                  </a:cubicBezTo>
                  <a:cubicBezTo>
                    <a:pt x="2807" y="98313"/>
                    <a:pt x="4724" y="99590"/>
                    <a:pt x="6641" y="99590"/>
                  </a:cubicBezTo>
                  <a:lnTo>
                    <a:pt x="9197" y="99590"/>
                  </a:lnTo>
                  <a:lnTo>
                    <a:pt x="9197" y="167260"/>
                  </a:lnTo>
                  <a:cubicBezTo>
                    <a:pt x="9197" y="171091"/>
                    <a:pt x="11753" y="173644"/>
                    <a:pt x="15587" y="173644"/>
                  </a:cubicBezTo>
                  <a:cubicBezTo>
                    <a:pt x="19421" y="173644"/>
                    <a:pt x="21976" y="171091"/>
                    <a:pt x="21976" y="167260"/>
                  </a:cubicBezTo>
                  <a:lnTo>
                    <a:pt x="21976" y="98952"/>
                  </a:lnTo>
                  <a:lnTo>
                    <a:pt x="44980" y="98952"/>
                  </a:lnTo>
                  <a:lnTo>
                    <a:pt x="44980" y="167260"/>
                  </a:lnTo>
                  <a:cubicBezTo>
                    <a:pt x="44980" y="171091"/>
                    <a:pt x="47536" y="173644"/>
                    <a:pt x="51370" y="173644"/>
                  </a:cubicBezTo>
                  <a:cubicBezTo>
                    <a:pt x="55204" y="173644"/>
                    <a:pt x="57760" y="171091"/>
                    <a:pt x="57760" y="167260"/>
                  </a:cubicBezTo>
                  <a:lnTo>
                    <a:pt x="57760" y="98952"/>
                  </a:lnTo>
                  <a:lnTo>
                    <a:pt x="60316" y="98952"/>
                  </a:lnTo>
                  <a:cubicBezTo>
                    <a:pt x="62233" y="98952"/>
                    <a:pt x="64150" y="98313"/>
                    <a:pt x="65428" y="96398"/>
                  </a:cubicBezTo>
                  <a:cubicBezTo>
                    <a:pt x="66706" y="95121"/>
                    <a:pt x="67345" y="93206"/>
                    <a:pt x="66706" y="91291"/>
                  </a:cubicBezTo>
                  <a:lnTo>
                    <a:pt x="48814" y="4469"/>
                  </a:lnTo>
                  <a:cubicBezTo>
                    <a:pt x="47536" y="1915"/>
                    <a:pt x="44980" y="0"/>
                    <a:pt x="41785" y="0"/>
                  </a:cubicBezTo>
                  <a:close/>
                  <a:moveTo>
                    <a:pt x="14947" y="86822"/>
                  </a:moveTo>
                  <a:lnTo>
                    <a:pt x="30283" y="12768"/>
                  </a:lnTo>
                  <a:lnTo>
                    <a:pt x="37312" y="12768"/>
                  </a:lnTo>
                  <a:lnTo>
                    <a:pt x="52648" y="86822"/>
                  </a:lnTo>
                  <a:lnTo>
                    <a:pt x="14947" y="86822"/>
                  </a:lnTo>
                  <a:close/>
                </a:path>
              </a:pathLst>
            </a:custGeom>
            <a:solidFill>
              <a:srgbClr val="007CB0"/>
            </a:solidFill>
            <a:ln w="6390" cap="flat">
              <a:noFill/>
              <a:prstDash val="solid"/>
              <a:miter/>
            </a:ln>
          </p:spPr>
          <p:txBody>
            <a:bodyPr rtlCol="0" anchor="ctr"/>
            <a:lstStyle/>
            <a:p>
              <a:endParaRPr lang="en-US"/>
            </a:p>
          </p:txBody>
        </p:sp>
      </p:grpSp>
      <p:grpSp>
        <p:nvGrpSpPr>
          <p:cNvPr id="494" name="Graphic 4">
            <a:extLst>
              <a:ext uri="{FF2B5EF4-FFF2-40B4-BE49-F238E27FC236}">
                <a16:creationId xmlns:a16="http://schemas.microsoft.com/office/drawing/2014/main" id="{3A8DE85B-FE7A-0148-A103-5A8AC34A7454}"/>
              </a:ext>
            </a:extLst>
          </p:cNvPr>
          <p:cNvGrpSpPr/>
          <p:nvPr/>
        </p:nvGrpSpPr>
        <p:grpSpPr>
          <a:xfrm>
            <a:off x="3607758" y="1402085"/>
            <a:ext cx="361670" cy="361333"/>
            <a:chOff x="3607758" y="1402085"/>
            <a:chExt cx="361670" cy="361333"/>
          </a:xfrm>
          <a:solidFill>
            <a:srgbClr val="007CB0"/>
          </a:solidFill>
        </p:grpSpPr>
        <p:sp>
          <p:nvSpPr>
            <p:cNvPr id="495" name="Graphic 4">
              <a:extLst>
                <a:ext uri="{FF2B5EF4-FFF2-40B4-BE49-F238E27FC236}">
                  <a16:creationId xmlns:a16="http://schemas.microsoft.com/office/drawing/2014/main" id="{E0822C2D-BD4C-4443-85C0-5F1245C922DC}"/>
                </a:ext>
              </a:extLst>
            </p:cNvPr>
            <p:cNvSpPr/>
            <p:nvPr/>
          </p:nvSpPr>
          <p:spPr>
            <a:xfrm>
              <a:off x="3607758" y="1402085"/>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1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2" y="361333"/>
                    <a:pt x="180836" y="361333"/>
                  </a:cubicBezTo>
                  <a:cubicBezTo>
                    <a:pt x="280518" y="361333"/>
                    <a:pt x="361671" y="280257"/>
                    <a:pt x="361671" y="180667"/>
                  </a:cubicBezTo>
                  <a:cubicBezTo>
                    <a:pt x="361671"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9530" y="273873"/>
                    <a:pt x="274128" y="349204"/>
                    <a:pt x="180836" y="349204"/>
                  </a:cubicBezTo>
                  <a:close/>
                </a:path>
              </a:pathLst>
            </a:custGeom>
            <a:solidFill>
              <a:srgbClr val="007CB0"/>
            </a:solidFill>
            <a:ln w="6390" cap="flat">
              <a:noFill/>
              <a:prstDash val="solid"/>
              <a:miter/>
            </a:ln>
          </p:spPr>
          <p:txBody>
            <a:bodyPr rtlCol="0" anchor="ctr"/>
            <a:lstStyle/>
            <a:p>
              <a:endParaRPr lang="en-US"/>
            </a:p>
          </p:txBody>
        </p:sp>
        <p:sp>
          <p:nvSpPr>
            <p:cNvPr id="496" name="Graphic 4">
              <a:extLst>
                <a:ext uri="{FF2B5EF4-FFF2-40B4-BE49-F238E27FC236}">
                  <a16:creationId xmlns:a16="http://schemas.microsoft.com/office/drawing/2014/main" id="{923BB41F-81BD-2B41-852E-EC3CFEBCEE55}"/>
                </a:ext>
              </a:extLst>
            </p:cNvPr>
            <p:cNvSpPr/>
            <p:nvPr/>
          </p:nvSpPr>
          <p:spPr>
            <a:xfrm>
              <a:off x="3819904" y="1465924"/>
              <a:ext cx="44729" cy="44687"/>
            </a:xfrm>
            <a:custGeom>
              <a:avLst/>
              <a:gdLst>
                <a:gd name="connsiteX0" fmla="*/ 22365 w 44729"/>
                <a:gd name="connsiteY0" fmla="*/ 44688 h 44687"/>
                <a:gd name="connsiteX1" fmla="*/ 44730 w 44729"/>
                <a:gd name="connsiteY1" fmla="*/ 22344 h 44687"/>
                <a:gd name="connsiteX2" fmla="*/ 22365 w 44729"/>
                <a:gd name="connsiteY2" fmla="*/ 0 h 44687"/>
                <a:gd name="connsiteX3" fmla="*/ 0 w 44729"/>
                <a:gd name="connsiteY3" fmla="*/ 22344 h 44687"/>
                <a:gd name="connsiteX4" fmla="*/ 22365 w 44729"/>
                <a:gd name="connsiteY4" fmla="*/ 44688 h 44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29" h="44687">
                  <a:moveTo>
                    <a:pt x="22365" y="44688"/>
                  </a:moveTo>
                  <a:cubicBezTo>
                    <a:pt x="34506" y="44688"/>
                    <a:pt x="44730" y="34473"/>
                    <a:pt x="44730" y="22344"/>
                  </a:cubicBezTo>
                  <a:cubicBezTo>
                    <a:pt x="44730" y="10214"/>
                    <a:pt x="34506" y="0"/>
                    <a:pt x="22365" y="0"/>
                  </a:cubicBezTo>
                  <a:cubicBezTo>
                    <a:pt x="10224" y="0"/>
                    <a:pt x="0" y="10214"/>
                    <a:pt x="0" y="22344"/>
                  </a:cubicBezTo>
                  <a:cubicBezTo>
                    <a:pt x="0" y="34473"/>
                    <a:pt x="9585" y="44688"/>
                    <a:pt x="22365" y="44688"/>
                  </a:cubicBezTo>
                  <a:close/>
                </a:path>
              </a:pathLst>
            </a:custGeom>
            <a:solidFill>
              <a:srgbClr val="007CB0"/>
            </a:solidFill>
            <a:ln w="6390" cap="flat">
              <a:noFill/>
              <a:prstDash val="solid"/>
              <a:miter/>
            </a:ln>
          </p:spPr>
          <p:txBody>
            <a:bodyPr rtlCol="0" anchor="ctr"/>
            <a:lstStyle/>
            <a:p>
              <a:endParaRPr lang="en-US"/>
            </a:p>
          </p:txBody>
        </p:sp>
        <p:sp>
          <p:nvSpPr>
            <p:cNvPr id="497" name="Graphic 4">
              <a:extLst>
                <a:ext uri="{FF2B5EF4-FFF2-40B4-BE49-F238E27FC236}">
                  <a16:creationId xmlns:a16="http://schemas.microsoft.com/office/drawing/2014/main" id="{307B055A-D08B-4241-BEB3-743319FC65EC}"/>
                </a:ext>
              </a:extLst>
            </p:cNvPr>
            <p:cNvSpPr/>
            <p:nvPr/>
          </p:nvSpPr>
          <p:spPr>
            <a:xfrm>
              <a:off x="3808790" y="1532956"/>
              <a:ext cx="66956" cy="174282"/>
            </a:xfrm>
            <a:custGeom>
              <a:avLst/>
              <a:gdLst>
                <a:gd name="connsiteX0" fmla="*/ 41785 w 66956"/>
                <a:gd name="connsiteY0" fmla="*/ 0 h 174282"/>
                <a:gd name="connsiteX1" fmla="*/ 24533 w 66956"/>
                <a:gd name="connsiteY1" fmla="*/ 0 h 174282"/>
                <a:gd name="connsiteX2" fmla="*/ 18143 w 66956"/>
                <a:gd name="connsiteY2" fmla="*/ 5107 h 174282"/>
                <a:gd name="connsiteX3" fmla="*/ 251 w 66956"/>
                <a:gd name="connsiteY3" fmla="*/ 91929 h 174282"/>
                <a:gd name="connsiteX4" fmla="*/ 1529 w 66956"/>
                <a:gd name="connsiteY4" fmla="*/ 97037 h 174282"/>
                <a:gd name="connsiteX5" fmla="*/ 6641 w 66956"/>
                <a:gd name="connsiteY5" fmla="*/ 99590 h 174282"/>
                <a:gd name="connsiteX6" fmla="*/ 9197 w 66956"/>
                <a:gd name="connsiteY6" fmla="*/ 99590 h 174282"/>
                <a:gd name="connsiteX7" fmla="*/ 9197 w 66956"/>
                <a:gd name="connsiteY7" fmla="*/ 167899 h 174282"/>
                <a:gd name="connsiteX8" fmla="*/ 15587 w 66956"/>
                <a:gd name="connsiteY8" fmla="*/ 174283 h 174282"/>
                <a:gd name="connsiteX9" fmla="*/ 21977 w 66956"/>
                <a:gd name="connsiteY9" fmla="*/ 167899 h 174282"/>
                <a:gd name="connsiteX10" fmla="*/ 21977 w 66956"/>
                <a:gd name="connsiteY10" fmla="*/ 98952 h 174282"/>
                <a:gd name="connsiteX11" fmla="*/ 44980 w 66956"/>
                <a:gd name="connsiteY11" fmla="*/ 98952 h 174282"/>
                <a:gd name="connsiteX12" fmla="*/ 44980 w 66956"/>
                <a:gd name="connsiteY12" fmla="*/ 167260 h 174282"/>
                <a:gd name="connsiteX13" fmla="*/ 51370 w 66956"/>
                <a:gd name="connsiteY13" fmla="*/ 173644 h 174282"/>
                <a:gd name="connsiteX14" fmla="*/ 57760 w 66956"/>
                <a:gd name="connsiteY14" fmla="*/ 167260 h 174282"/>
                <a:gd name="connsiteX15" fmla="*/ 57760 w 66956"/>
                <a:gd name="connsiteY15" fmla="*/ 98952 h 174282"/>
                <a:gd name="connsiteX16" fmla="*/ 60316 w 66956"/>
                <a:gd name="connsiteY16" fmla="*/ 98952 h 174282"/>
                <a:gd name="connsiteX17" fmla="*/ 65428 w 66956"/>
                <a:gd name="connsiteY17" fmla="*/ 96398 h 174282"/>
                <a:gd name="connsiteX18" fmla="*/ 66706 w 66956"/>
                <a:gd name="connsiteY18" fmla="*/ 91291 h 174282"/>
                <a:gd name="connsiteX19" fmla="*/ 48814 w 66956"/>
                <a:gd name="connsiteY19" fmla="*/ 4469 h 174282"/>
                <a:gd name="connsiteX20" fmla="*/ 41785 w 66956"/>
                <a:gd name="connsiteY20" fmla="*/ 0 h 17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6956" h="174282">
                  <a:moveTo>
                    <a:pt x="41785" y="0"/>
                  </a:moveTo>
                  <a:lnTo>
                    <a:pt x="24533" y="0"/>
                  </a:lnTo>
                  <a:cubicBezTo>
                    <a:pt x="21338" y="0"/>
                    <a:pt x="18782" y="1915"/>
                    <a:pt x="18143" y="5107"/>
                  </a:cubicBezTo>
                  <a:lnTo>
                    <a:pt x="251" y="91929"/>
                  </a:lnTo>
                  <a:cubicBezTo>
                    <a:pt x="-388" y="93845"/>
                    <a:pt x="251" y="95760"/>
                    <a:pt x="1529" y="97037"/>
                  </a:cubicBezTo>
                  <a:cubicBezTo>
                    <a:pt x="2807" y="98313"/>
                    <a:pt x="4724" y="99590"/>
                    <a:pt x="6641" y="99590"/>
                  </a:cubicBezTo>
                  <a:lnTo>
                    <a:pt x="9197" y="99590"/>
                  </a:lnTo>
                  <a:lnTo>
                    <a:pt x="9197" y="167899"/>
                  </a:lnTo>
                  <a:cubicBezTo>
                    <a:pt x="9197" y="171729"/>
                    <a:pt x="11753" y="174283"/>
                    <a:pt x="15587" y="174283"/>
                  </a:cubicBezTo>
                  <a:cubicBezTo>
                    <a:pt x="19420" y="174283"/>
                    <a:pt x="21977" y="171729"/>
                    <a:pt x="21977" y="167899"/>
                  </a:cubicBezTo>
                  <a:lnTo>
                    <a:pt x="21977" y="98952"/>
                  </a:lnTo>
                  <a:lnTo>
                    <a:pt x="44980" y="98952"/>
                  </a:lnTo>
                  <a:lnTo>
                    <a:pt x="44980" y="167260"/>
                  </a:lnTo>
                  <a:cubicBezTo>
                    <a:pt x="44980" y="171091"/>
                    <a:pt x="47536" y="173644"/>
                    <a:pt x="51370" y="173644"/>
                  </a:cubicBezTo>
                  <a:cubicBezTo>
                    <a:pt x="55204" y="173644"/>
                    <a:pt x="57760" y="171091"/>
                    <a:pt x="57760" y="167260"/>
                  </a:cubicBezTo>
                  <a:lnTo>
                    <a:pt x="57760" y="98952"/>
                  </a:lnTo>
                  <a:lnTo>
                    <a:pt x="60316" y="98952"/>
                  </a:lnTo>
                  <a:cubicBezTo>
                    <a:pt x="62233" y="98952"/>
                    <a:pt x="64150" y="98313"/>
                    <a:pt x="65428" y="96398"/>
                  </a:cubicBezTo>
                  <a:cubicBezTo>
                    <a:pt x="66706" y="95121"/>
                    <a:pt x="67345" y="93206"/>
                    <a:pt x="66706" y="91291"/>
                  </a:cubicBezTo>
                  <a:lnTo>
                    <a:pt x="48814" y="4469"/>
                  </a:lnTo>
                  <a:cubicBezTo>
                    <a:pt x="47536" y="1915"/>
                    <a:pt x="44980" y="0"/>
                    <a:pt x="41785" y="0"/>
                  </a:cubicBezTo>
                  <a:close/>
                </a:path>
              </a:pathLst>
            </a:custGeom>
            <a:solidFill>
              <a:srgbClr val="007CB0"/>
            </a:solidFill>
            <a:ln w="6390" cap="flat">
              <a:noFill/>
              <a:prstDash val="solid"/>
              <a:miter/>
            </a:ln>
          </p:spPr>
          <p:txBody>
            <a:bodyPr rtlCol="0" anchor="ctr"/>
            <a:lstStyle/>
            <a:p>
              <a:endParaRPr lang="en-US"/>
            </a:p>
          </p:txBody>
        </p:sp>
        <p:sp>
          <p:nvSpPr>
            <p:cNvPr id="498" name="Graphic 4">
              <a:extLst>
                <a:ext uri="{FF2B5EF4-FFF2-40B4-BE49-F238E27FC236}">
                  <a16:creationId xmlns:a16="http://schemas.microsoft.com/office/drawing/2014/main" id="{3D8A3504-CDD8-9342-8F38-32165CCA05A9}"/>
                </a:ext>
              </a:extLst>
            </p:cNvPr>
            <p:cNvSpPr/>
            <p:nvPr/>
          </p:nvSpPr>
          <p:spPr>
            <a:xfrm>
              <a:off x="3722138" y="1465924"/>
              <a:ext cx="44729" cy="44687"/>
            </a:xfrm>
            <a:custGeom>
              <a:avLst/>
              <a:gdLst>
                <a:gd name="connsiteX0" fmla="*/ 22365 w 44729"/>
                <a:gd name="connsiteY0" fmla="*/ 44688 h 44687"/>
                <a:gd name="connsiteX1" fmla="*/ 44730 w 44729"/>
                <a:gd name="connsiteY1" fmla="*/ 22344 h 44687"/>
                <a:gd name="connsiteX2" fmla="*/ 22365 w 44729"/>
                <a:gd name="connsiteY2" fmla="*/ 0 h 44687"/>
                <a:gd name="connsiteX3" fmla="*/ 0 w 44729"/>
                <a:gd name="connsiteY3" fmla="*/ 22344 h 44687"/>
                <a:gd name="connsiteX4" fmla="*/ 22365 w 44729"/>
                <a:gd name="connsiteY4" fmla="*/ 44688 h 44687"/>
                <a:gd name="connsiteX5" fmla="*/ 22365 w 44729"/>
                <a:gd name="connsiteY5" fmla="*/ 12768 h 44687"/>
                <a:gd name="connsiteX6" fmla="*/ 31950 w 44729"/>
                <a:gd name="connsiteY6" fmla="*/ 22344 h 44687"/>
                <a:gd name="connsiteX7" fmla="*/ 22365 w 44729"/>
                <a:gd name="connsiteY7" fmla="*/ 31920 h 44687"/>
                <a:gd name="connsiteX8" fmla="*/ 12780 w 44729"/>
                <a:gd name="connsiteY8" fmla="*/ 22344 h 44687"/>
                <a:gd name="connsiteX9" fmla="*/ 22365 w 44729"/>
                <a:gd name="connsiteY9" fmla="*/ 12768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29" h="44687">
                  <a:moveTo>
                    <a:pt x="22365" y="44688"/>
                  </a:moveTo>
                  <a:cubicBezTo>
                    <a:pt x="34506" y="44688"/>
                    <a:pt x="44730" y="34473"/>
                    <a:pt x="44730" y="22344"/>
                  </a:cubicBezTo>
                  <a:cubicBezTo>
                    <a:pt x="44730" y="10214"/>
                    <a:pt x="34506" y="0"/>
                    <a:pt x="22365" y="0"/>
                  </a:cubicBezTo>
                  <a:cubicBezTo>
                    <a:pt x="10224" y="0"/>
                    <a:pt x="0" y="10214"/>
                    <a:pt x="0" y="22344"/>
                  </a:cubicBezTo>
                  <a:cubicBezTo>
                    <a:pt x="0" y="34473"/>
                    <a:pt x="9585" y="44688"/>
                    <a:pt x="22365" y="44688"/>
                  </a:cubicBezTo>
                  <a:close/>
                  <a:moveTo>
                    <a:pt x="22365" y="12768"/>
                  </a:moveTo>
                  <a:cubicBezTo>
                    <a:pt x="27477" y="12768"/>
                    <a:pt x="31950" y="17237"/>
                    <a:pt x="31950" y="22344"/>
                  </a:cubicBezTo>
                  <a:cubicBezTo>
                    <a:pt x="31950" y="27451"/>
                    <a:pt x="27477" y="31920"/>
                    <a:pt x="22365" y="31920"/>
                  </a:cubicBezTo>
                  <a:cubicBezTo>
                    <a:pt x="17253" y="31920"/>
                    <a:pt x="12780" y="27451"/>
                    <a:pt x="12780" y="22344"/>
                  </a:cubicBezTo>
                  <a:cubicBezTo>
                    <a:pt x="12780" y="17237"/>
                    <a:pt x="17253" y="12768"/>
                    <a:pt x="22365" y="12768"/>
                  </a:cubicBezTo>
                  <a:close/>
                </a:path>
              </a:pathLst>
            </a:custGeom>
            <a:solidFill>
              <a:srgbClr val="007CB0"/>
            </a:solidFill>
            <a:ln w="6390" cap="flat">
              <a:noFill/>
              <a:prstDash val="solid"/>
              <a:miter/>
            </a:ln>
          </p:spPr>
          <p:txBody>
            <a:bodyPr rtlCol="0" anchor="ctr"/>
            <a:lstStyle/>
            <a:p>
              <a:endParaRPr lang="en-US"/>
            </a:p>
          </p:txBody>
        </p:sp>
        <p:sp>
          <p:nvSpPr>
            <p:cNvPr id="499" name="Graphic 4">
              <a:extLst>
                <a:ext uri="{FF2B5EF4-FFF2-40B4-BE49-F238E27FC236}">
                  <a16:creationId xmlns:a16="http://schemas.microsoft.com/office/drawing/2014/main" id="{EB2E5504-A9A7-FB40-AB4B-2C5DC66471E9}"/>
                </a:ext>
              </a:extLst>
            </p:cNvPr>
            <p:cNvSpPr/>
            <p:nvPr/>
          </p:nvSpPr>
          <p:spPr>
            <a:xfrm>
              <a:off x="3711024" y="1532956"/>
              <a:ext cx="66956" cy="174282"/>
            </a:xfrm>
            <a:custGeom>
              <a:avLst/>
              <a:gdLst>
                <a:gd name="connsiteX0" fmla="*/ 41785 w 66956"/>
                <a:gd name="connsiteY0" fmla="*/ 0 h 174282"/>
                <a:gd name="connsiteX1" fmla="*/ 24532 w 66956"/>
                <a:gd name="connsiteY1" fmla="*/ 0 h 174282"/>
                <a:gd name="connsiteX2" fmla="*/ 18142 w 66956"/>
                <a:gd name="connsiteY2" fmla="*/ 5107 h 174282"/>
                <a:gd name="connsiteX3" fmla="*/ 251 w 66956"/>
                <a:gd name="connsiteY3" fmla="*/ 91929 h 174282"/>
                <a:gd name="connsiteX4" fmla="*/ 1529 w 66956"/>
                <a:gd name="connsiteY4" fmla="*/ 97037 h 174282"/>
                <a:gd name="connsiteX5" fmla="*/ 6641 w 66956"/>
                <a:gd name="connsiteY5" fmla="*/ 99590 h 174282"/>
                <a:gd name="connsiteX6" fmla="*/ 9197 w 66956"/>
                <a:gd name="connsiteY6" fmla="*/ 99590 h 174282"/>
                <a:gd name="connsiteX7" fmla="*/ 9197 w 66956"/>
                <a:gd name="connsiteY7" fmla="*/ 167899 h 174282"/>
                <a:gd name="connsiteX8" fmla="*/ 15587 w 66956"/>
                <a:gd name="connsiteY8" fmla="*/ 174283 h 174282"/>
                <a:gd name="connsiteX9" fmla="*/ 21977 w 66956"/>
                <a:gd name="connsiteY9" fmla="*/ 167899 h 174282"/>
                <a:gd name="connsiteX10" fmla="*/ 21977 w 66956"/>
                <a:gd name="connsiteY10" fmla="*/ 98952 h 174282"/>
                <a:gd name="connsiteX11" fmla="*/ 44980 w 66956"/>
                <a:gd name="connsiteY11" fmla="*/ 98952 h 174282"/>
                <a:gd name="connsiteX12" fmla="*/ 44980 w 66956"/>
                <a:gd name="connsiteY12" fmla="*/ 167260 h 174282"/>
                <a:gd name="connsiteX13" fmla="*/ 51370 w 66956"/>
                <a:gd name="connsiteY13" fmla="*/ 173644 h 174282"/>
                <a:gd name="connsiteX14" fmla="*/ 57760 w 66956"/>
                <a:gd name="connsiteY14" fmla="*/ 167260 h 174282"/>
                <a:gd name="connsiteX15" fmla="*/ 57760 w 66956"/>
                <a:gd name="connsiteY15" fmla="*/ 98952 h 174282"/>
                <a:gd name="connsiteX16" fmla="*/ 60316 w 66956"/>
                <a:gd name="connsiteY16" fmla="*/ 98952 h 174282"/>
                <a:gd name="connsiteX17" fmla="*/ 65428 w 66956"/>
                <a:gd name="connsiteY17" fmla="*/ 96398 h 174282"/>
                <a:gd name="connsiteX18" fmla="*/ 66706 w 66956"/>
                <a:gd name="connsiteY18" fmla="*/ 91291 h 174282"/>
                <a:gd name="connsiteX19" fmla="*/ 48814 w 66956"/>
                <a:gd name="connsiteY19" fmla="*/ 4469 h 174282"/>
                <a:gd name="connsiteX20" fmla="*/ 41785 w 66956"/>
                <a:gd name="connsiteY20" fmla="*/ 0 h 174282"/>
                <a:gd name="connsiteX21" fmla="*/ 14309 w 66956"/>
                <a:gd name="connsiteY21" fmla="*/ 86184 h 174282"/>
                <a:gd name="connsiteX22" fmla="*/ 29645 w 66956"/>
                <a:gd name="connsiteY22" fmla="*/ 12130 h 174282"/>
                <a:gd name="connsiteX23" fmla="*/ 36673 w 66956"/>
                <a:gd name="connsiteY23" fmla="*/ 12130 h 174282"/>
                <a:gd name="connsiteX24" fmla="*/ 52009 w 66956"/>
                <a:gd name="connsiteY24" fmla="*/ 86184 h 174282"/>
                <a:gd name="connsiteX25" fmla="*/ 14309 w 66956"/>
                <a:gd name="connsiteY25" fmla="*/ 86184 h 17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956" h="174282">
                  <a:moveTo>
                    <a:pt x="41785" y="0"/>
                  </a:moveTo>
                  <a:lnTo>
                    <a:pt x="24532" y="0"/>
                  </a:lnTo>
                  <a:cubicBezTo>
                    <a:pt x="21337" y="0"/>
                    <a:pt x="18782" y="1915"/>
                    <a:pt x="18142" y="5107"/>
                  </a:cubicBezTo>
                  <a:lnTo>
                    <a:pt x="251" y="91929"/>
                  </a:lnTo>
                  <a:cubicBezTo>
                    <a:pt x="-388" y="93845"/>
                    <a:pt x="251" y="95760"/>
                    <a:pt x="1529" y="97037"/>
                  </a:cubicBezTo>
                  <a:cubicBezTo>
                    <a:pt x="2807" y="98313"/>
                    <a:pt x="4724" y="99590"/>
                    <a:pt x="6641" y="99590"/>
                  </a:cubicBezTo>
                  <a:lnTo>
                    <a:pt x="9197" y="99590"/>
                  </a:lnTo>
                  <a:lnTo>
                    <a:pt x="9197" y="167899"/>
                  </a:lnTo>
                  <a:cubicBezTo>
                    <a:pt x="9197" y="171729"/>
                    <a:pt x="11752" y="174283"/>
                    <a:pt x="15587" y="174283"/>
                  </a:cubicBezTo>
                  <a:cubicBezTo>
                    <a:pt x="19420" y="174283"/>
                    <a:pt x="21977" y="171729"/>
                    <a:pt x="21977" y="167899"/>
                  </a:cubicBezTo>
                  <a:lnTo>
                    <a:pt x="21977" y="98952"/>
                  </a:lnTo>
                  <a:lnTo>
                    <a:pt x="44980" y="98952"/>
                  </a:lnTo>
                  <a:lnTo>
                    <a:pt x="44980" y="167260"/>
                  </a:lnTo>
                  <a:cubicBezTo>
                    <a:pt x="44980" y="171091"/>
                    <a:pt x="47536" y="173644"/>
                    <a:pt x="51370" y="173644"/>
                  </a:cubicBezTo>
                  <a:cubicBezTo>
                    <a:pt x="55204" y="173644"/>
                    <a:pt x="57760" y="171091"/>
                    <a:pt x="57760" y="167260"/>
                  </a:cubicBezTo>
                  <a:lnTo>
                    <a:pt x="57760" y="98952"/>
                  </a:lnTo>
                  <a:lnTo>
                    <a:pt x="60316" y="98952"/>
                  </a:lnTo>
                  <a:cubicBezTo>
                    <a:pt x="62233" y="98952"/>
                    <a:pt x="64150" y="98313"/>
                    <a:pt x="65428" y="96398"/>
                  </a:cubicBezTo>
                  <a:cubicBezTo>
                    <a:pt x="66706" y="95121"/>
                    <a:pt x="67345" y="93206"/>
                    <a:pt x="66706" y="91291"/>
                  </a:cubicBezTo>
                  <a:lnTo>
                    <a:pt x="48814" y="4469"/>
                  </a:lnTo>
                  <a:cubicBezTo>
                    <a:pt x="47536" y="1915"/>
                    <a:pt x="44980" y="0"/>
                    <a:pt x="41785" y="0"/>
                  </a:cubicBezTo>
                  <a:close/>
                  <a:moveTo>
                    <a:pt x="14309" y="86184"/>
                  </a:moveTo>
                  <a:lnTo>
                    <a:pt x="29645" y="12130"/>
                  </a:lnTo>
                  <a:lnTo>
                    <a:pt x="36673" y="12130"/>
                  </a:lnTo>
                  <a:lnTo>
                    <a:pt x="52009" y="86184"/>
                  </a:lnTo>
                  <a:lnTo>
                    <a:pt x="14309" y="86184"/>
                  </a:lnTo>
                  <a:close/>
                </a:path>
              </a:pathLst>
            </a:custGeom>
            <a:solidFill>
              <a:srgbClr val="007CB0"/>
            </a:solidFill>
            <a:ln w="6390" cap="flat">
              <a:noFill/>
              <a:prstDash val="solid"/>
              <a:miter/>
            </a:ln>
          </p:spPr>
          <p:txBody>
            <a:bodyPr rtlCol="0" anchor="ctr"/>
            <a:lstStyle/>
            <a:p>
              <a:endParaRPr lang="en-US"/>
            </a:p>
          </p:txBody>
        </p:sp>
      </p:grpSp>
      <p:grpSp>
        <p:nvGrpSpPr>
          <p:cNvPr id="500" name="Graphic 4">
            <a:extLst>
              <a:ext uri="{FF2B5EF4-FFF2-40B4-BE49-F238E27FC236}">
                <a16:creationId xmlns:a16="http://schemas.microsoft.com/office/drawing/2014/main" id="{3AB54FCD-3A70-4A46-8719-08D43D05FBBC}"/>
              </a:ext>
            </a:extLst>
          </p:cNvPr>
          <p:cNvGrpSpPr/>
          <p:nvPr/>
        </p:nvGrpSpPr>
        <p:grpSpPr>
          <a:xfrm>
            <a:off x="2561086" y="918179"/>
            <a:ext cx="361670" cy="361333"/>
            <a:chOff x="2561086" y="918179"/>
            <a:chExt cx="361670" cy="361333"/>
          </a:xfrm>
          <a:solidFill>
            <a:srgbClr val="007CB0"/>
          </a:solidFill>
        </p:grpSpPr>
        <p:sp>
          <p:nvSpPr>
            <p:cNvPr id="501" name="Graphic 4">
              <a:extLst>
                <a:ext uri="{FF2B5EF4-FFF2-40B4-BE49-F238E27FC236}">
                  <a16:creationId xmlns:a16="http://schemas.microsoft.com/office/drawing/2014/main" id="{30096929-1545-374A-9FB2-AC7407C96B91}"/>
                </a:ext>
              </a:extLst>
            </p:cNvPr>
            <p:cNvSpPr/>
            <p:nvPr/>
          </p:nvSpPr>
          <p:spPr>
            <a:xfrm>
              <a:off x="2561086"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234"/>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502" name="Graphic 4">
              <a:extLst>
                <a:ext uri="{FF2B5EF4-FFF2-40B4-BE49-F238E27FC236}">
                  <a16:creationId xmlns:a16="http://schemas.microsoft.com/office/drawing/2014/main" id="{7C9B3E53-5690-D147-91EC-5432F9E805B8}"/>
                </a:ext>
              </a:extLst>
            </p:cNvPr>
            <p:cNvSpPr/>
            <p:nvPr/>
          </p:nvSpPr>
          <p:spPr>
            <a:xfrm>
              <a:off x="2759813" y="1008831"/>
              <a:ext cx="23003" cy="61924"/>
            </a:xfrm>
            <a:custGeom>
              <a:avLst/>
              <a:gdLst>
                <a:gd name="connsiteX0" fmla="*/ 23004 w 23003"/>
                <a:gd name="connsiteY0" fmla="*/ 24898 h 61924"/>
                <a:gd name="connsiteX1" fmla="*/ 23004 w 23003"/>
                <a:gd name="connsiteY1" fmla="*/ 11491 h 61924"/>
                <a:gd name="connsiteX2" fmla="*/ 19809 w 23003"/>
                <a:gd name="connsiteY2" fmla="*/ 3192 h 61924"/>
                <a:gd name="connsiteX3" fmla="*/ 11502 w 23003"/>
                <a:gd name="connsiteY3" fmla="*/ 0 h 61924"/>
                <a:gd name="connsiteX4" fmla="*/ 0 w 23003"/>
                <a:gd name="connsiteY4" fmla="*/ 10853 h 61924"/>
                <a:gd name="connsiteX5" fmla="*/ 0 w 23003"/>
                <a:gd name="connsiteY5" fmla="*/ 46603 h 61924"/>
                <a:gd name="connsiteX6" fmla="*/ 0 w 23003"/>
                <a:gd name="connsiteY6" fmla="*/ 48518 h 61924"/>
                <a:gd name="connsiteX7" fmla="*/ 0 w 23003"/>
                <a:gd name="connsiteY7" fmla="*/ 49795 h 61924"/>
                <a:gd name="connsiteX8" fmla="*/ 0 w 23003"/>
                <a:gd name="connsiteY8" fmla="*/ 51072 h 61924"/>
                <a:gd name="connsiteX9" fmla="*/ 11502 w 23003"/>
                <a:gd name="connsiteY9" fmla="*/ 61925 h 61924"/>
                <a:gd name="connsiteX10" fmla="*/ 19809 w 23003"/>
                <a:gd name="connsiteY10" fmla="*/ 58733 h 61924"/>
                <a:gd name="connsiteX11" fmla="*/ 23004 w 23003"/>
                <a:gd name="connsiteY11" fmla="*/ 50434 h 61924"/>
                <a:gd name="connsiteX12" fmla="*/ 23004 w 23003"/>
                <a:gd name="connsiteY12" fmla="*/ 50434 h 61924"/>
                <a:gd name="connsiteX13" fmla="*/ 23004 w 23003"/>
                <a:gd name="connsiteY13" fmla="*/ 24898 h 61924"/>
                <a:gd name="connsiteX14" fmla="*/ 23004 w 23003"/>
                <a:gd name="connsiteY14" fmla="*/ 24898 h 6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003" h="61924">
                  <a:moveTo>
                    <a:pt x="23004" y="24898"/>
                  </a:moveTo>
                  <a:lnTo>
                    <a:pt x="23004" y="11491"/>
                  </a:lnTo>
                  <a:cubicBezTo>
                    <a:pt x="23004" y="8299"/>
                    <a:pt x="21726" y="5746"/>
                    <a:pt x="19809" y="3192"/>
                  </a:cubicBezTo>
                  <a:cubicBezTo>
                    <a:pt x="17892" y="1277"/>
                    <a:pt x="14697" y="0"/>
                    <a:pt x="11502" y="0"/>
                  </a:cubicBezTo>
                  <a:cubicBezTo>
                    <a:pt x="5751" y="0"/>
                    <a:pt x="639" y="4469"/>
                    <a:pt x="0" y="10853"/>
                  </a:cubicBezTo>
                  <a:lnTo>
                    <a:pt x="0" y="46603"/>
                  </a:lnTo>
                  <a:cubicBezTo>
                    <a:pt x="0" y="47242"/>
                    <a:pt x="0" y="47880"/>
                    <a:pt x="0" y="48518"/>
                  </a:cubicBezTo>
                  <a:lnTo>
                    <a:pt x="0" y="49795"/>
                  </a:lnTo>
                  <a:cubicBezTo>
                    <a:pt x="0" y="50434"/>
                    <a:pt x="0" y="51072"/>
                    <a:pt x="0" y="51072"/>
                  </a:cubicBezTo>
                  <a:cubicBezTo>
                    <a:pt x="0" y="57456"/>
                    <a:pt x="5112" y="61925"/>
                    <a:pt x="11502" y="61925"/>
                  </a:cubicBezTo>
                  <a:cubicBezTo>
                    <a:pt x="14697" y="61925"/>
                    <a:pt x="17253" y="60648"/>
                    <a:pt x="19809" y="58733"/>
                  </a:cubicBezTo>
                  <a:cubicBezTo>
                    <a:pt x="21726" y="56818"/>
                    <a:pt x="23004" y="53626"/>
                    <a:pt x="23004" y="50434"/>
                  </a:cubicBezTo>
                  <a:cubicBezTo>
                    <a:pt x="23004" y="50434"/>
                    <a:pt x="23004" y="50434"/>
                    <a:pt x="23004" y="50434"/>
                  </a:cubicBezTo>
                  <a:lnTo>
                    <a:pt x="23004" y="24898"/>
                  </a:lnTo>
                  <a:cubicBezTo>
                    <a:pt x="23004" y="24898"/>
                    <a:pt x="23004" y="24898"/>
                    <a:pt x="23004" y="24898"/>
                  </a:cubicBezTo>
                  <a:close/>
                </a:path>
              </a:pathLst>
            </a:custGeom>
            <a:solidFill>
              <a:srgbClr val="007CB0"/>
            </a:solidFill>
            <a:ln w="6390" cap="flat">
              <a:noFill/>
              <a:prstDash val="solid"/>
              <a:miter/>
            </a:ln>
          </p:spPr>
          <p:txBody>
            <a:bodyPr rtlCol="0" anchor="ctr"/>
            <a:lstStyle/>
            <a:p>
              <a:endParaRPr lang="en-US"/>
            </a:p>
          </p:txBody>
        </p:sp>
        <p:sp>
          <p:nvSpPr>
            <p:cNvPr id="503" name="Graphic 4">
              <a:extLst>
                <a:ext uri="{FF2B5EF4-FFF2-40B4-BE49-F238E27FC236}">
                  <a16:creationId xmlns:a16="http://schemas.microsoft.com/office/drawing/2014/main" id="{DCD700E4-7E57-6E41-B8BB-607BD6B28240}"/>
                </a:ext>
              </a:extLst>
            </p:cNvPr>
            <p:cNvSpPr/>
            <p:nvPr/>
          </p:nvSpPr>
          <p:spPr>
            <a:xfrm>
              <a:off x="2724030" y="1000532"/>
              <a:ext cx="23003" cy="37027"/>
            </a:xfrm>
            <a:custGeom>
              <a:avLst/>
              <a:gdLst>
                <a:gd name="connsiteX0" fmla="*/ 11502 w 23003"/>
                <a:gd name="connsiteY0" fmla="*/ 0 h 37027"/>
                <a:gd name="connsiteX1" fmla="*/ 0 w 23003"/>
                <a:gd name="connsiteY1" fmla="*/ 11491 h 37027"/>
                <a:gd name="connsiteX2" fmla="*/ 0 w 23003"/>
                <a:gd name="connsiteY2" fmla="*/ 19790 h 37027"/>
                <a:gd name="connsiteX3" fmla="*/ 0 w 23003"/>
                <a:gd name="connsiteY3" fmla="*/ 21067 h 37027"/>
                <a:gd name="connsiteX4" fmla="*/ 0 w 23003"/>
                <a:gd name="connsiteY4" fmla="*/ 21067 h 37027"/>
                <a:gd name="connsiteX5" fmla="*/ 0 w 23003"/>
                <a:gd name="connsiteY5" fmla="*/ 37027 h 37027"/>
                <a:gd name="connsiteX6" fmla="*/ 23004 w 23003"/>
                <a:gd name="connsiteY6" fmla="*/ 37027 h 37027"/>
                <a:gd name="connsiteX7" fmla="*/ 23004 w 23003"/>
                <a:gd name="connsiteY7" fmla="*/ 19790 h 37027"/>
                <a:gd name="connsiteX8" fmla="*/ 23004 w 23003"/>
                <a:gd name="connsiteY8" fmla="*/ 18514 h 37027"/>
                <a:gd name="connsiteX9" fmla="*/ 23004 w 23003"/>
                <a:gd name="connsiteY9" fmla="*/ 11491 h 37027"/>
                <a:gd name="connsiteX10" fmla="*/ 19809 w 23003"/>
                <a:gd name="connsiteY10" fmla="*/ 3192 h 37027"/>
                <a:gd name="connsiteX11" fmla="*/ 11502 w 23003"/>
                <a:gd name="connsiteY11" fmla="*/ 0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003" h="37027">
                  <a:moveTo>
                    <a:pt x="11502" y="0"/>
                  </a:moveTo>
                  <a:cubicBezTo>
                    <a:pt x="5112" y="0"/>
                    <a:pt x="0" y="5107"/>
                    <a:pt x="0" y="11491"/>
                  </a:cubicBezTo>
                  <a:lnTo>
                    <a:pt x="0" y="19790"/>
                  </a:lnTo>
                  <a:cubicBezTo>
                    <a:pt x="0" y="20429"/>
                    <a:pt x="0" y="20429"/>
                    <a:pt x="0" y="21067"/>
                  </a:cubicBezTo>
                  <a:cubicBezTo>
                    <a:pt x="0" y="21067"/>
                    <a:pt x="0" y="21067"/>
                    <a:pt x="0" y="21067"/>
                  </a:cubicBezTo>
                  <a:lnTo>
                    <a:pt x="0" y="37027"/>
                  </a:lnTo>
                  <a:lnTo>
                    <a:pt x="23004" y="37027"/>
                  </a:lnTo>
                  <a:lnTo>
                    <a:pt x="23004" y="19790"/>
                  </a:lnTo>
                  <a:cubicBezTo>
                    <a:pt x="23004" y="19152"/>
                    <a:pt x="23004" y="18514"/>
                    <a:pt x="23004" y="18514"/>
                  </a:cubicBezTo>
                  <a:lnTo>
                    <a:pt x="23004" y="11491"/>
                  </a:lnTo>
                  <a:cubicBezTo>
                    <a:pt x="23004" y="8299"/>
                    <a:pt x="21726" y="5746"/>
                    <a:pt x="19809" y="3192"/>
                  </a:cubicBezTo>
                  <a:cubicBezTo>
                    <a:pt x="17892" y="638"/>
                    <a:pt x="14697" y="0"/>
                    <a:pt x="11502" y="0"/>
                  </a:cubicBezTo>
                  <a:close/>
                </a:path>
              </a:pathLst>
            </a:custGeom>
            <a:solidFill>
              <a:srgbClr val="007CB0"/>
            </a:solidFill>
            <a:ln w="6390" cap="flat">
              <a:noFill/>
              <a:prstDash val="solid"/>
              <a:miter/>
            </a:ln>
          </p:spPr>
          <p:txBody>
            <a:bodyPr rtlCol="0" anchor="ctr"/>
            <a:lstStyle/>
            <a:p>
              <a:endParaRPr lang="en-US"/>
            </a:p>
          </p:txBody>
        </p:sp>
        <p:sp>
          <p:nvSpPr>
            <p:cNvPr id="504" name="Graphic 4">
              <a:extLst>
                <a:ext uri="{FF2B5EF4-FFF2-40B4-BE49-F238E27FC236}">
                  <a16:creationId xmlns:a16="http://schemas.microsoft.com/office/drawing/2014/main" id="{779124CA-A492-504C-80D6-353347A5AB9D}"/>
                </a:ext>
              </a:extLst>
            </p:cNvPr>
            <p:cNvSpPr/>
            <p:nvPr/>
          </p:nvSpPr>
          <p:spPr>
            <a:xfrm>
              <a:off x="2688246" y="1010108"/>
              <a:ext cx="23003" cy="28089"/>
            </a:xfrm>
            <a:custGeom>
              <a:avLst/>
              <a:gdLst>
                <a:gd name="connsiteX0" fmla="*/ 11502 w 23003"/>
                <a:gd name="connsiteY0" fmla="*/ 0 h 28089"/>
                <a:gd name="connsiteX1" fmla="*/ 0 w 23003"/>
                <a:gd name="connsiteY1" fmla="*/ 11491 h 28089"/>
                <a:gd name="connsiteX2" fmla="*/ 0 w 23003"/>
                <a:gd name="connsiteY2" fmla="*/ 28089 h 28089"/>
                <a:gd name="connsiteX3" fmla="*/ 23004 w 23003"/>
                <a:gd name="connsiteY3" fmla="*/ 28089 h 28089"/>
                <a:gd name="connsiteX4" fmla="*/ 23004 w 23003"/>
                <a:gd name="connsiteY4" fmla="*/ 10853 h 28089"/>
                <a:gd name="connsiteX5" fmla="*/ 19809 w 23003"/>
                <a:gd name="connsiteY5" fmla="*/ 3830 h 28089"/>
                <a:gd name="connsiteX6" fmla="*/ 11502 w 23003"/>
                <a:gd name="connsiteY6" fmla="*/ 0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03" h="28089">
                  <a:moveTo>
                    <a:pt x="11502" y="0"/>
                  </a:moveTo>
                  <a:cubicBezTo>
                    <a:pt x="5112" y="0"/>
                    <a:pt x="0" y="5107"/>
                    <a:pt x="0" y="11491"/>
                  </a:cubicBezTo>
                  <a:lnTo>
                    <a:pt x="0" y="28089"/>
                  </a:lnTo>
                  <a:lnTo>
                    <a:pt x="23004" y="28089"/>
                  </a:lnTo>
                  <a:lnTo>
                    <a:pt x="23004" y="10853"/>
                  </a:lnTo>
                  <a:cubicBezTo>
                    <a:pt x="23004" y="8299"/>
                    <a:pt x="21726" y="5746"/>
                    <a:pt x="19809" y="3830"/>
                  </a:cubicBezTo>
                  <a:cubicBezTo>
                    <a:pt x="17253" y="1277"/>
                    <a:pt x="14697" y="0"/>
                    <a:pt x="11502" y="0"/>
                  </a:cubicBezTo>
                  <a:close/>
                </a:path>
              </a:pathLst>
            </a:custGeom>
            <a:solidFill>
              <a:srgbClr val="007CB0"/>
            </a:solidFill>
            <a:ln w="6390" cap="flat">
              <a:noFill/>
              <a:prstDash val="solid"/>
              <a:miter/>
            </a:ln>
          </p:spPr>
          <p:txBody>
            <a:bodyPr rtlCol="0" anchor="ctr"/>
            <a:lstStyle/>
            <a:p>
              <a:endParaRPr lang="en-US"/>
            </a:p>
          </p:txBody>
        </p:sp>
        <p:sp>
          <p:nvSpPr>
            <p:cNvPr id="505" name="Graphic 4">
              <a:extLst>
                <a:ext uri="{FF2B5EF4-FFF2-40B4-BE49-F238E27FC236}">
                  <a16:creationId xmlns:a16="http://schemas.microsoft.com/office/drawing/2014/main" id="{D3E2B7ED-541B-934C-A068-D0E222A2FC0E}"/>
                </a:ext>
              </a:extLst>
            </p:cNvPr>
            <p:cNvSpPr/>
            <p:nvPr/>
          </p:nvSpPr>
          <p:spPr>
            <a:xfrm>
              <a:off x="2641599" y="977550"/>
              <a:ext cx="200005" cy="241952"/>
            </a:xfrm>
            <a:custGeom>
              <a:avLst/>
              <a:gdLst>
                <a:gd name="connsiteX0" fmla="*/ 166138 w 200005"/>
                <a:gd name="connsiteY0" fmla="*/ 22344 h 241952"/>
                <a:gd name="connsiteX1" fmla="*/ 157832 w 200005"/>
                <a:gd name="connsiteY1" fmla="*/ 23621 h 241952"/>
                <a:gd name="connsiteX2" fmla="*/ 153998 w 200005"/>
                <a:gd name="connsiteY2" fmla="*/ 19152 h 241952"/>
                <a:gd name="connsiteX3" fmla="*/ 129716 w 200005"/>
                <a:gd name="connsiteY3" fmla="*/ 8938 h 241952"/>
                <a:gd name="connsiteX4" fmla="*/ 118214 w 200005"/>
                <a:gd name="connsiteY4" fmla="*/ 10853 h 241952"/>
                <a:gd name="connsiteX5" fmla="*/ 117575 w 200005"/>
                <a:gd name="connsiteY5" fmla="*/ 10214 h 241952"/>
                <a:gd name="connsiteX6" fmla="*/ 93293 w 200005"/>
                <a:gd name="connsiteY6" fmla="*/ 0 h 241952"/>
                <a:gd name="connsiteX7" fmla="*/ 68372 w 200005"/>
                <a:gd name="connsiteY7" fmla="*/ 11491 h 241952"/>
                <a:gd name="connsiteX8" fmla="*/ 57509 w 200005"/>
                <a:gd name="connsiteY8" fmla="*/ 9576 h 241952"/>
                <a:gd name="connsiteX9" fmla="*/ 23643 w 200005"/>
                <a:gd name="connsiteY9" fmla="*/ 43411 h 241952"/>
                <a:gd name="connsiteX10" fmla="*/ 23643 w 200005"/>
                <a:gd name="connsiteY10" fmla="*/ 51072 h 241952"/>
                <a:gd name="connsiteX11" fmla="*/ 0 w 200005"/>
                <a:gd name="connsiteY11" fmla="*/ 81715 h 241952"/>
                <a:gd name="connsiteX12" fmla="*/ 0 w 200005"/>
                <a:gd name="connsiteY12" fmla="*/ 130233 h 241952"/>
                <a:gd name="connsiteX13" fmla="*/ 0 w 200005"/>
                <a:gd name="connsiteY13" fmla="*/ 132787 h 241952"/>
                <a:gd name="connsiteX14" fmla="*/ 34506 w 200005"/>
                <a:gd name="connsiteY14" fmla="*/ 195350 h 241952"/>
                <a:gd name="connsiteX15" fmla="*/ 35784 w 200005"/>
                <a:gd name="connsiteY15" fmla="*/ 198542 h 241952"/>
                <a:gd name="connsiteX16" fmla="*/ 35784 w 200005"/>
                <a:gd name="connsiteY16" fmla="*/ 225993 h 241952"/>
                <a:gd name="connsiteX17" fmla="*/ 51759 w 200005"/>
                <a:gd name="connsiteY17" fmla="*/ 241953 h 241952"/>
                <a:gd name="connsiteX18" fmla="*/ 161027 w 200005"/>
                <a:gd name="connsiteY18" fmla="*/ 241953 h 241952"/>
                <a:gd name="connsiteX19" fmla="*/ 177001 w 200005"/>
                <a:gd name="connsiteY19" fmla="*/ 225993 h 241952"/>
                <a:gd name="connsiteX20" fmla="*/ 177001 w 200005"/>
                <a:gd name="connsiteY20" fmla="*/ 195988 h 241952"/>
                <a:gd name="connsiteX21" fmla="*/ 178279 w 200005"/>
                <a:gd name="connsiteY21" fmla="*/ 193435 h 241952"/>
                <a:gd name="connsiteX22" fmla="*/ 200005 w 200005"/>
                <a:gd name="connsiteY22" fmla="*/ 139171 h 241952"/>
                <a:gd name="connsiteX23" fmla="*/ 200005 w 200005"/>
                <a:gd name="connsiteY23" fmla="*/ 81715 h 241952"/>
                <a:gd name="connsiteX24" fmla="*/ 200005 w 200005"/>
                <a:gd name="connsiteY24" fmla="*/ 58094 h 241952"/>
                <a:gd name="connsiteX25" fmla="*/ 200005 w 200005"/>
                <a:gd name="connsiteY25" fmla="*/ 56817 h 241952"/>
                <a:gd name="connsiteX26" fmla="*/ 189781 w 200005"/>
                <a:gd name="connsiteY26" fmla="*/ 32558 h 241952"/>
                <a:gd name="connsiteX27" fmla="*/ 166138 w 200005"/>
                <a:gd name="connsiteY27" fmla="*/ 22344 h 241952"/>
                <a:gd name="connsiteX28" fmla="*/ 190420 w 200005"/>
                <a:gd name="connsiteY28" fmla="*/ 58094 h 241952"/>
                <a:gd name="connsiteX29" fmla="*/ 190420 w 200005"/>
                <a:gd name="connsiteY29" fmla="*/ 81715 h 241952"/>
                <a:gd name="connsiteX30" fmla="*/ 190420 w 200005"/>
                <a:gd name="connsiteY30" fmla="*/ 139171 h 241952"/>
                <a:gd name="connsiteX31" fmla="*/ 171250 w 200005"/>
                <a:gd name="connsiteY31" fmla="*/ 187051 h 241952"/>
                <a:gd name="connsiteX32" fmla="*/ 167416 w 200005"/>
                <a:gd name="connsiteY32" fmla="*/ 195988 h 241952"/>
                <a:gd name="connsiteX33" fmla="*/ 167416 w 200005"/>
                <a:gd name="connsiteY33" fmla="*/ 225993 h 241952"/>
                <a:gd name="connsiteX34" fmla="*/ 161027 w 200005"/>
                <a:gd name="connsiteY34" fmla="*/ 232377 h 241952"/>
                <a:gd name="connsiteX35" fmla="*/ 154637 w 200005"/>
                <a:gd name="connsiteY35" fmla="*/ 225993 h 241952"/>
                <a:gd name="connsiteX36" fmla="*/ 154637 w 200005"/>
                <a:gd name="connsiteY36" fmla="*/ 195988 h 241952"/>
                <a:gd name="connsiteX37" fmla="*/ 161666 w 200005"/>
                <a:gd name="connsiteY37" fmla="*/ 178113 h 241952"/>
                <a:gd name="connsiteX38" fmla="*/ 177640 w 200005"/>
                <a:gd name="connsiteY38" fmla="*/ 139171 h 241952"/>
                <a:gd name="connsiteX39" fmla="*/ 177640 w 200005"/>
                <a:gd name="connsiteY39" fmla="*/ 102782 h 241952"/>
                <a:gd name="connsiteX40" fmla="*/ 166138 w 200005"/>
                <a:gd name="connsiteY40" fmla="*/ 105974 h 241952"/>
                <a:gd name="connsiteX41" fmla="*/ 148247 w 200005"/>
                <a:gd name="connsiteY41" fmla="*/ 97675 h 241952"/>
                <a:gd name="connsiteX42" fmla="*/ 147608 w 200005"/>
                <a:gd name="connsiteY42" fmla="*/ 98313 h 241952"/>
                <a:gd name="connsiteX43" fmla="*/ 130355 w 200005"/>
                <a:gd name="connsiteY43" fmla="*/ 105336 h 241952"/>
                <a:gd name="connsiteX44" fmla="*/ 112463 w 200005"/>
                <a:gd name="connsiteY44" fmla="*/ 97675 h 241952"/>
                <a:gd name="connsiteX45" fmla="*/ 112463 w 200005"/>
                <a:gd name="connsiteY45" fmla="*/ 98313 h 241952"/>
                <a:gd name="connsiteX46" fmla="*/ 91376 w 200005"/>
                <a:gd name="connsiteY46" fmla="*/ 108528 h 241952"/>
                <a:gd name="connsiteX47" fmla="*/ 90737 w 200005"/>
                <a:gd name="connsiteY47" fmla="*/ 108528 h 241952"/>
                <a:gd name="connsiteX48" fmla="*/ 112463 w 200005"/>
                <a:gd name="connsiteY48" fmla="*/ 136617 h 241952"/>
                <a:gd name="connsiteX49" fmla="*/ 136106 w 200005"/>
                <a:gd name="connsiteY49" fmla="*/ 122572 h 241952"/>
                <a:gd name="connsiteX50" fmla="*/ 143774 w 200005"/>
                <a:gd name="connsiteY50" fmla="*/ 127680 h 241952"/>
                <a:gd name="connsiteX51" fmla="*/ 138662 w 200005"/>
                <a:gd name="connsiteY51" fmla="*/ 135340 h 241952"/>
                <a:gd name="connsiteX52" fmla="*/ 117575 w 200005"/>
                <a:gd name="connsiteY52" fmla="*/ 160876 h 241952"/>
                <a:gd name="connsiteX53" fmla="*/ 111185 w 200005"/>
                <a:gd name="connsiteY53" fmla="*/ 167260 h 241952"/>
                <a:gd name="connsiteX54" fmla="*/ 104795 w 200005"/>
                <a:gd name="connsiteY54" fmla="*/ 160876 h 241952"/>
                <a:gd name="connsiteX55" fmla="*/ 53037 w 200005"/>
                <a:gd name="connsiteY55" fmla="*/ 109166 h 241952"/>
                <a:gd name="connsiteX56" fmla="*/ 53037 w 200005"/>
                <a:gd name="connsiteY56" fmla="*/ 109166 h 241952"/>
                <a:gd name="connsiteX57" fmla="*/ 46647 w 200005"/>
                <a:gd name="connsiteY57" fmla="*/ 102782 h 241952"/>
                <a:gd name="connsiteX58" fmla="*/ 53037 w 200005"/>
                <a:gd name="connsiteY58" fmla="*/ 96398 h 241952"/>
                <a:gd name="connsiteX59" fmla="*/ 91376 w 200005"/>
                <a:gd name="connsiteY59" fmla="*/ 96398 h 241952"/>
                <a:gd name="connsiteX60" fmla="*/ 103517 w 200005"/>
                <a:gd name="connsiteY60" fmla="*/ 90653 h 241952"/>
                <a:gd name="connsiteX61" fmla="*/ 105434 w 200005"/>
                <a:gd name="connsiteY61" fmla="*/ 87461 h 241952"/>
                <a:gd name="connsiteX62" fmla="*/ 106712 w 200005"/>
                <a:gd name="connsiteY62" fmla="*/ 82353 h 241952"/>
                <a:gd name="connsiteX63" fmla="*/ 106712 w 200005"/>
                <a:gd name="connsiteY63" fmla="*/ 81715 h 241952"/>
                <a:gd name="connsiteX64" fmla="*/ 106712 w 200005"/>
                <a:gd name="connsiteY64" fmla="*/ 77246 h 241952"/>
                <a:gd name="connsiteX65" fmla="*/ 106073 w 200005"/>
                <a:gd name="connsiteY65" fmla="*/ 73416 h 241952"/>
                <a:gd name="connsiteX66" fmla="*/ 32589 w 200005"/>
                <a:gd name="connsiteY66" fmla="*/ 73416 h 241952"/>
                <a:gd name="connsiteX67" fmla="*/ 23004 w 200005"/>
                <a:gd name="connsiteY67" fmla="*/ 82992 h 241952"/>
                <a:gd name="connsiteX68" fmla="*/ 23004 w 200005"/>
                <a:gd name="connsiteY68" fmla="*/ 131510 h 241952"/>
                <a:gd name="connsiteX69" fmla="*/ 23004 w 200005"/>
                <a:gd name="connsiteY69" fmla="*/ 133425 h 241952"/>
                <a:gd name="connsiteX70" fmla="*/ 47925 w 200005"/>
                <a:gd name="connsiteY70" fmla="*/ 178113 h 241952"/>
                <a:gd name="connsiteX71" fmla="*/ 59427 w 200005"/>
                <a:gd name="connsiteY71" fmla="*/ 199180 h 241952"/>
                <a:gd name="connsiteX72" fmla="*/ 59427 w 200005"/>
                <a:gd name="connsiteY72" fmla="*/ 226631 h 241952"/>
                <a:gd name="connsiteX73" fmla="*/ 53037 w 200005"/>
                <a:gd name="connsiteY73" fmla="*/ 233015 h 241952"/>
                <a:gd name="connsiteX74" fmla="*/ 46647 w 200005"/>
                <a:gd name="connsiteY74" fmla="*/ 226631 h 241952"/>
                <a:gd name="connsiteX75" fmla="*/ 46647 w 200005"/>
                <a:gd name="connsiteY75" fmla="*/ 199180 h 241952"/>
                <a:gd name="connsiteX76" fmla="*/ 40896 w 200005"/>
                <a:gd name="connsiteY76" fmla="*/ 188327 h 241952"/>
                <a:gd name="connsiteX77" fmla="*/ 10863 w 200005"/>
                <a:gd name="connsiteY77" fmla="*/ 133425 h 241952"/>
                <a:gd name="connsiteX78" fmla="*/ 10863 w 200005"/>
                <a:gd name="connsiteY78" fmla="*/ 130872 h 241952"/>
                <a:gd name="connsiteX79" fmla="*/ 10863 w 200005"/>
                <a:gd name="connsiteY79" fmla="*/ 82353 h 241952"/>
                <a:gd name="connsiteX80" fmla="*/ 33228 w 200005"/>
                <a:gd name="connsiteY80" fmla="*/ 60009 h 241952"/>
                <a:gd name="connsiteX81" fmla="*/ 35145 w 200005"/>
                <a:gd name="connsiteY81" fmla="*/ 60009 h 241952"/>
                <a:gd name="connsiteX82" fmla="*/ 35145 w 200005"/>
                <a:gd name="connsiteY82" fmla="*/ 43411 h 241952"/>
                <a:gd name="connsiteX83" fmla="*/ 59427 w 200005"/>
                <a:gd name="connsiteY83" fmla="*/ 19152 h 241952"/>
                <a:gd name="connsiteX84" fmla="*/ 73484 w 200005"/>
                <a:gd name="connsiteY84" fmla="*/ 23621 h 241952"/>
                <a:gd name="connsiteX85" fmla="*/ 95210 w 200005"/>
                <a:gd name="connsiteY85" fmla="*/ 9576 h 241952"/>
                <a:gd name="connsiteX86" fmla="*/ 112463 w 200005"/>
                <a:gd name="connsiteY86" fmla="*/ 16598 h 241952"/>
                <a:gd name="connsiteX87" fmla="*/ 116936 w 200005"/>
                <a:gd name="connsiteY87" fmla="*/ 22982 h 241952"/>
                <a:gd name="connsiteX88" fmla="*/ 130994 w 200005"/>
                <a:gd name="connsiteY88" fmla="*/ 17875 h 241952"/>
                <a:gd name="connsiteX89" fmla="*/ 148247 w 200005"/>
                <a:gd name="connsiteY89" fmla="*/ 24897 h 241952"/>
                <a:gd name="connsiteX90" fmla="*/ 153998 w 200005"/>
                <a:gd name="connsiteY90" fmla="*/ 35112 h 241952"/>
                <a:gd name="connsiteX91" fmla="*/ 166777 w 200005"/>
                <a:gd name="connsiteY91" fmla="*/ 31281 h 241952"/>
                <a:gd name="connsiteX92" fmla="*/ 184030 w 200005"/>
                <a:gd name="connsiteY92" fmla="*/ 38304 h 241952"/>
                <a:gd name="connsiteX93" fmla="*/ 191059 w 200005"/>
                <a:gd name="connsiteY93" fmla="*/ 55541 h 241952"/>
                <a:gd name="connsiteX94" fmla="*/ 191059 w 200005"/>
                <a:gd name="connsiteY94" fmla="*/ 58094 h 24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200005" h="241952">
                  <a:moveTo>
                    <a:pt x="166138" y="22344"/>
                  </a:moveTo>
                  <a:cubicBezTo>
                    <a:pt x="163582" y="22344"/>
                    <a:pt x="160387" y="22982"/>
                    <a:pt x="157832" y="23621"/>
                  </a:cubicBezTo>
                  <a:cubicBezTo>
                    <a:pt x="156553" y="21706"/>
                    <a:pt x="155276" y="20429"/>
                    <a:pt x="153998" y="19152"/>
                  </a:cubicBezTo>
                  <a:cubicBezTo>
                    <a:pt x="147608" y="12768"/>
                    <a:pt x="139301" y="8938"/>
                    <a:pt x="129716" y="8938"/>
                  </a:cubicBezTo>
                  <a:cubicBezTo>
                    <a:pt x="125882" y="8938"/>
                    <a:pt x="122048" y="9576"/>
                    <a:pt x="118214" y="10853"/>
                  </a:cubicBezTo>
                  <a:cubicBezTo>
                    <a:pt x="118214" y="10853"/>
                    <a:pt x="118214" y="10214"/>
                    <a:pt x="117575" y="10214"/>
                  </a:cubicBezTo>
                  <a:cubicBezTo>
                    <a:pt x="111185" y="3830"/>
                    <a:pt x="102878" y="0"/>
                    <a:pt x="93293" y="0"/>
                  </a:cubicBezTo>
                  <a:cubicBezTo>
                    <a:pt x="83069" y="0"/>
                    <a:pt x="74123" y="4469"/>
                    <a:pt x="68372" y="11491"/>
                  </a:cubicBezTo>
                  <a:cubicBezTo>
                    <a:pt x="65177" y="10214"/>
                    <a:pt x="61343" y="9576"/>
                    <a:pt x="57509" y="9576"/>
                  </a:cubicBezTo>
                  <a:cubicBezTo>
                    <a:pt x="38979" y="9576"/>
                    <a:pt x="23643" y="24897"/>
                    <a:pt x="23643" y="43411"/>
                  </a:cubicBezTo>
                  <a:lnTo>
                    <a:pt x="23643" y="51072"/>
                  </a:lnTo>
                  <a:cubicBezTo>
                    <a:pt x="10224" y="54264"/>
                    <a:pt x="0" y="67032"/>
                    <a:pt x="0" y="81715"/>
                  </a:cubicBezTo>
                  <a:lnTo>
                    <a:pt x="0" y="130233"/>
                  </a:lnTo>
                  <a:cubicBezTo>
                    <a:pt x="0" y="130872"/>
                    <a:pt x="0" y="132148"/>
                    <a:pt x="0" y="132787"/>
                  </a:cubicBezTo>
                  <a:cubicBezTo>
                    <a:pt x="639" y="157684"/>
                    <a:pt x="13419" y="181305"/>
                    <a:pt x="34506" y="195350"/>
                  </a:cubicBezTo>
                  <a:cubicBezTo>
                    <a:pt x="35784" y="195988"/>
                    <a:pt x="35784" y="197265"/>
                    <a:pt x="35784" y="198542"/>
                  </a:cubicBezTo>
                  <a:lnTo>
                    <a:pt x="35784" y="225993"/>
                  </a:lnTo>
                  <a:cubicBezTo>
                    <a:pt x="35784" y="234931"/>
                    <a:pt x="42813" y="241953"/>
                    <a:pt x="51759" y="241953"/>
                  </a:cubicBezTo>
                  <a:lnTo>
                    <a:pt x="161027" y="241953"/>
                  </a:lnTo>
                  <a:cubicBezTo>
                    <a:pt x="169972" y="241953"/>
                    <a:pt x="177001" y="234931"/>
                    <a:pt x="177001" y="225993"/>
                  </a:cubicBezTo>
                  <a:lnTo>
                    <a:pt x="177001" y="195988"/>
                  </a:lnTo>
                  <a:cubicBezTo>
                    <a:pt x="177001" y="195350"/>
                    <a:pt x="177640" y="194073"/>
                    <a:pt x="178279" y="193435"/>
                  </a:cubicBezTo>
                  <a:cubicBezTo>
                    <a:pt x="192337" y="178752"/>
                    <a:pt x="200005" y="159600"/>
                    <a:pt x="200005" y="139171"/>
                  </a:cubicBezTo>
                  <a:lnTo>
                    <a:pt x="200005" y="81715"/>
                  </a:lnTo>
                  <a:lnTo>
                    <a:pt x="200005" y="58094"/>
                  </a:lnTo>
                  <a:lnTo>
                    <a:pt x="200005" y="56817"/>
                  </a:lnTo>
                  <a:cubicBezTo>
                    <a:pt x="200005" y="47880"/>
                    <a:pt x="196171" y="38942"/>
                    <a:pt x="189781" y="32558"/>
                  </a:cubicBezTo>
                  <a:cubicBezTo>
                    <a:pt x="183391" y="26174"/>
                    <a:pt x="175084" y="22344"/>
                    <a:pt x="166138" y="22344"/>
                  </a:cubicBezTo>
                  <a:close/>
                  <a:moveTo>
                    <a:pt x="190420" y="58094"/>
                  </a:moveTo>
                  <a:lnTo>
                    <a:pt x="190420" y="81715"/>
                  </a:lnTo>
                  <a:lnTo>
                    <a:pt x="190420" y="139171"/>
                  </a:lnTo>
                  <a:cubicBezTo>
                    <a:pt x="190420" y="157046"/>
                    <a:pt x="183391" y="174283"/>
                    <a:pt x="171250" y="187051"/>
                  </a:cubicBezTo>
                  <a:cubicBezTo>
                    <a:pt x="168694" y="189604"/>
                    <a:pt x="167416" y="192796"/>
                    <a:pt x="167416" y="195988"/>
                  </a:cubicBezTo>
                  <a:lnTo>
                    <a:pt x="167416" y="225993"/>
                  </a:lnTo>
                  <a:cubicBezTo>
                    <a:pt x="167416" y="229823"/>
                    <a:pt x="164861" y="232377"/>
                    <a:pt x="161027" y="232377"/>
                  </a:cubicBezTo>
                  <a:cubicBezTo>
                    <a:pt x="157192" y="232377"/>
                    <a:pt x="154637" y="229823"/>
                    <a:pt x="154637" y="225993"/>
                  </a:cubicBezTo>
                  <a:lnTo>
                    <a:pt x="154637" y="195988"/>
                  </a:lnTo>
                  <a:cubicBezTo>
                    <a:pt x="154637" y="189604"/>
                    <a:pt x="157192" y="183220"/>
                    <a:pt x="161666" y="178113"/>
                  </a:cubicBezTo>
                  <a:cubicBezTo>
                    <a:pt x="171889" y="167260"/>
                    <a:pt x="177640" y="153854"/>
                    <a:pt x="177640" y="139171"/>
                  </a:cubicBezTo>
                  <a:lnTo>
                    <a:pt x="177640" y="102782"/>
                  </a:lnTo>
                  <a:cubicBezTo>
                    <a:pt x="173806" y="104697"/>
                    <a:pt x="169972" y="105974"/>
                    <a:pt x="166138" y="105974"/>
                  </a:cubicBezTo>
                  <a:cubicBezTo>
                    <a:pt x="159109" y="105974"/>
                    <a:pt x="152719" y="102782"/>
                    <a:pt x="148247" y="97675"/>
                  </a:cubicBezTo>
                  <a:cubicBezTo>
                    <a:pt x="148247" y="97675"/>
                    <a:pt x="147608" y="98313"/>
                    <a:pt x="147608" y="98313"/>
                  </a:cubicBezTo>
                  <a:cubicBezTo>
                    <a:pt x="143135" y="102782"/>
                    <a:pt x="136745" y="105336"/>
                    <a:pt x="130355" y="105336"/>
                  </a:cubicBezTo>
                  <a:cubicBezTo>
                    <a:pt x="123326" y="105336"/>
                    <a:pt x="116936" y="102144"/>
                    <a:pt x="112463" y="97675"/>
                  </a:cubicBezTo>
                  <a:cubicBezTo>
                    <a:pt x="112463" y="97675"/>
                    <a:pt x="112463" y="97675"/>
                    <a:pt x="112463" y="98313"/>
                  </a:cubicBezTo>
                  <a:cubicBezTo>
                    <a:pt x="107351" y="104697"/>
                    <a:pt x="99683" y="108528"/>
                    <a:pt x="91376" y="108528"/>
                  </a:cubicBezTo>
                  <a:lnTo>
                    <a:pt x="90737" y="108528"/>
                  </a:lnTo>
                  <a:cubicBezTo>
                    <a:pt x="100322" y="115550"/>
                    <a:pt x="107990" y="125764"/>
                    <a:pt x="112463" y="136617"/>
                  </a:cubicBezTo>
                  <a:cubicBezTo>
                    <a:pt x="118214" y="129595"/>
                    <a:pt x="126521" y="124488"/>
                    <a:pt x="136106" y="122572"/>
                  </a:cubicBezTo>
                  <a:cubicBezTo>
                    <a:pt x="139301" y="121934"/>
                    <a:pt x="143135" y="124488"/>
                    <a:pt x="143774" y="127680"/>
                  </a:cubicBezTo>
                  <a:cubicBezTo>
                    <a:pt x="144413" y="130872"/>
                    <a:pt x="141857" y="134702"/>
                    <a:pt x="138662" y="135340"/>
                  </a:cubicBezTo>
                  <a:cubicBezTo>
                    <a:pt x="126521" y="137256"/>
                    <a:pt x="117575" y="148108"/>
                    <a:pt x="117575" y="160876"/>
                  </a:cubicBezTo>
                  <a:cubicBezTo>
                    <a:pt x="117575" y="164707"/>
                    <a:pt x="115019" y="167260"/>
                    <a:pt x="111185" y="167260"/>
                  </a:cubicBezTo>
                  <a:cubicBezTo>
                    <a:pt x="107351" y="167260"/>
                    <a:pt x="104795" y="164707"/>
                    <a:pt x="104795" y="160876"/>
                  </a:cubicBezTo>
                  <a:cubicBezTo>
                    <a:pt x="104795" y="132148"/>
                    <a:pt x="81791" y="109166"/>
                    <a:pt x="53037" y="109166"/>
                  </a:cubicBezTo>
                  <a:lnTo>
                    <a:pt x="53037" y="109166"/>
                  </a:lnTo>
                  <a:cubicBezTo>
                    <a:pt x="49203" y="109166"/>
                    <a:pt x="46647" y="106612"/>
                    <a:pt x="46647" y="102782"/>
                  </a:cubicBezTo>
                  <a:cubicBezTo>
                    <a:pt x="46647" y="98952"/>
                    <a:pt x="49203" y="96398"/>
                    <a:pt x="53037" y="96398"/>
                  </a:cubicBezTo>
                  <a:lnTo>
                    <a:pt x="91376" y="96398"/>
                  </a:lnTo>
                  <a:cubicBezTo>
                    <a:pt x="96488" y="96398"/>
                    <a:pt x="100961" y="93845"/>
                    <a:pt x="103517" y="90653"/>
                  </a:cubicBezTo>
                  <a:cubicBezTo>
                    <a:pt x="104156" y="89376"/>
                    <a:pt x="104795" y="88737"/>
                    <a:pt x="105434" y="87461"/>
                  </a:cubicBezTo>
                  <a:cubicBezTo>
                    <a:pt x="106073" y="85545"/>
                    <a:pt x="106712" y="84269"/>
                    <a:pt x="106712" y="82353"/>
                  </a:cubicBezTo>
                  <a:cubicBezTo>
                    <a:pt x="106712" y="82353"/>
                    <a:pt x="106712" y="82353"/>
                    <a:pt x="106712" y="81715"/>
                  </a:cubicBezTo>
                  <a:lnTo>
                    <a:pt x="106712" y="77246"/>
                  </a:lnTo>
                  <a:cubicBezTo>
                    <a:pt x="106712" y="75969"/>
                    <a:pt x="106712" y="74054"/>
                    <a:pt x="106073" y="73416"/>
                  </a:cubicBezTo>
                  <a:lnTo>
                    <a:pt x="32589" y="73416"/>
                  </a:lnTo>
                  <a:cubicBezTo>
                    <a:pt x="27477" y="73416"/>
                    <a:pt x="23004" y="77885"/>
                    <a:pt x="23004" y="82992"/>
                  </a:cubicBezTo>
                  <a:lnTo>
                    <a:pt x="23004" y="131510"/>
                  </a:lnTo>
                  <a:cubicBezTo>
                    <a:pt x="23004" y="132148"/>
                    <a:pt x="23004" y="132787"/>
                    <a:pt x="23004" y="133425"/>
                  </a:cubicBezTo>
                  <a:cubicBezTo>
                    <a:pt x="23643" y="151300"/>
                    <a:pt x="32589" y="167899"/>
                    <a:pt x="47925" y="178113"/>
                  </a:cubicBezTo>
                  <a:cubicBezTo>
                    <a:pt x="54954" y="183220"/>
                    <a:pt x="59427" y="190881"/>
                    <a:pt x="59427" y="199180"/>
                  </a:cubicBezTo>
                  <a:lnTo>
                    <a:pt x="59427" y="226631"/>
                  </a:lnTo>
                  <a:cubicBezTo>
                    <a:pt x="59427" y="230462"/>
                    <a:pt x="56870" y="233015"/>
                    <a:pt x="53037" y="233015"/>
                  </a:cubicBezTo>
                  <a:cubicBezTo>
                    <a:pt x="49203" y="233015"/>
                    <a:pt x="46647" y="230462"/>
                    <a:pt x="46647" y="226631"/>
                  </a:cubicBezTo>
                  <a:lnTo>
                    <a:pt x="46647" y="199180"/>
                  </a:lnTo>
                  <a:cubicBezTo>
                    <a:pt x="46647" y="194711"/>
                    <a:pt x="44730" y="190881"/>
                    <a:pt x="40896" y="188327"/>
                  </a:cubicBezTo>
                  <a:cubicBezTo>
                    <a:pt x="22365" y="176198"/>
                    <a:pt x="11502" y="155131"/>
                    <a:pt x="10863" y="133425"/>
                  </a:cubicBezTo>
                  <a:cubicBezTo>
                    <a:pt x="10863" y="132787"/>
                    <a:pt x="10863" y="132148"/>
                    <a:pt x="10863" y="130872"/>
                  </a:cubicBezTo>
                  <a:lnTo>
                    <a:pt x="10863" y="82353"/>
                  </a:lnTo>
                  <a:cubicBezTo>
                    <a:pt x="10863" y="70224"/>
                    <a:pt x="21087" y="60009"/>
                    <a:pt x="33228" y="60009"/>
                  </a:cubicBezTo>
                  <a:lnTo>
                    <a:pt x="35145" y="60009"/>
                  </a:lnTo>
                  <a:lnTo>
                    <a:pt x="35145" y="43411"/>
                  </a:lnTo>
                  <a:cubicBezTo>
                    <a:pt x="35145" y="30005"/>
                    <a:pt x="46008" y="19152"/>
                    <a:pt x="59427" y="19152"/>
                  </a:cubicBezTo>
                  <a:cubicBezTo>
                    <a:pt x="64538" y="19152"/>
                    <a:pt x="69650" y="20429"/>
                    <a:pt x="73484" y="23621"/>
                  </a:cubicBezTo>
                  <a:cubicBezTo>
                    <a:pt x="77318" y="15322"/>
                    <a:pt x="85625" y="9576"/>
                    <a:pt x="95210" y="9576"/>
                  </a:cubicBezTo>
                  <a:cubicBezTo>
                    <a:pt x="101600" y="9576"/>
                    <a:pt x="107990" y="12130"/>
                    <a:pt x="112463" y="16598"/>
                  </a:cubicBezTo>
                  <a:cubicBezTo>
                    <a:pt x="114380" y="18514"/>
                    <a:pt x="115658" y="20429"/>
                    <a:pt x="116936" y="22982"/>
                  </a:cubicBezTo>
                  <a:cubicBezTo>
                    <a:pt x="120770" y="19790"/>
                    <a:pt x="125882" y="17875"/>
                    <a:pt x="130994" y="17875"/>
                  </a:cubicBezTo>
                  <a:cubicBezTo>
                    <a:pt x="137384" y="17875"/>
                    <a:pt x="143774" y="20429"/>
                    <a:pt x="148247" y="24897"/>
                  </a:cubicBezTo>
                  <a:cubicBezTo>
                    <a:pt x="150803" y="27451"/>
                    <a:pt x="152719" y="31281"/>
                    <a:pt x="153998" y="35112"/>
                  </a:cubicBezTo>
                  <a:cubicBezTo>
                    <a:pt x="157832" y="32558"/>
                    <a:pt x="162304" y="31281"/>
                    <a:pt x="166777" y="31281"/>
                  </a:cubicBezTo>
                  <a:cubicBezTo>
                    <a:pt x="173167" y="31281"/>
                    <a:pt x="179557" y="33835"/>
                    <a:pt x="184030" y="38304"/>
                  </a:cubicBezTo>
                  <a:cubicBezTo>
                    <a:pt x="188503" y="42773"/>
                    <a:pt x="191059" y="49157"/>
                    <a:pt x="191059" y="55541"/>
                  </a:cubicBezTo>
                  <a:lnTo>
                    <a:pt x="191059" y="58094"/>
                  </a:lnTo>
                  <a:close/>
                </a:path>
              </a:pathLst>
            </a:custGeom>
            <a:solidFill>
              <a:srgbClr val="007CB0"/>
            </a:solidFill>
            <a:ln w="6390" cap="flat">
              <a:noFill/>
              <a:prstDash val="solid"/>
              <a:miter/>
            </a:ln>
          </p:spPr>
          <p:txBody>
            <a:bodyPr rtlCol="0" anchor="ctr"/>
            <a:lstStyle/>
            <a:p>
              <a:endParaRPr lang="en-US"/>
            </a:p>
          </p:txBody>
        </p:sp>
        <p:sp>
          <p:nvSpPr>
            <p:cNvPr id="506" name="Graphic 4">
              <a:extLst>
                <a:ext uri="{FF2B5EF4-FFF2-40B4-BE49-F238E27FC236}">
                  <a16:creationId xmlns:a16="http://schemas.microsoft.com/office/drawing/2014/main" id="{335D75A4-7DC0-7842-83DD-EA6D4D1DCA61}"/>
                </a:ext>
              </a:extLst>
            </p:cNvPr>
            <p:cNvSpPr/>
            <p:nvPr/>
          </p:nvSpPr>
          <p:spPr>
            <a:xfrm>
              <a:off x="2796236" y="1022238"/>
              <a:ext cx="23003" cy="47879"/>
            </a:xfrm>
            <a:custGeom>
              <a:avLst/>
              <a:gdLst>
                <a:gd name="connsiteX0" fmla="*/ 11502 w 23003"/>
                <a:gd name="connsiteY0" fmla="*/ 0 h 47879"/>
                <a:gd name="connsiteX1" fmla="*/ 0 w 23003"/>
                <a:gd name="connsiteY1" fmla="*/ 11491 h 47879"/>
                <a:gd name="connsiteX2" fmla="*/ 0 w 23003"/>
                <a:gd name="connsiteY2" fmla="*/ 36389 h 47879"/>
                <a:gd name="connsiteX3" fmla="*/ 0 w 23003"/>
                <a:gd name="connsiteY3" fmla="*/ 36389 h 47879"/>
                <a:gd name="connsiteX4" fmla="*/ 11502 w 23003"/>
                <a:gd name="connsiteY4" fmla="*/ 47880 h 47879"/>
                <a:gd name="connsiteX5" fmla="*/ 19809 w 23003"/>
                <a:gd name="connsiteY5" fmla="*/ 44688 h 47879"/>
                <a:gd name="connsiteX6" fmla="*/ 23004 w 23003"/>
                <a:gd name="connsiteY6" fmla="*/ 36389 h 47879"/>
                <a:gd name="connsiteX7" fmla="*/ 23004 w 23003"/>
                <a:gd name="connsiteY7" fmla="*/ 11491 h 47879"/>
                <a:gd name="connsiteX8" fmla="*/ 19809 w 23003"/>
                <a:gd name="connsiteY8" fmla="*/ 3192 h 47879"/>
                <a:gd name="connsiteX9" fmla="*/ 11502 w 23003"/>
                <a:gd name="connsiteY9" fmla="*/ 0 h 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03" h="47879">
                  <a:moveTo>
                    <a:pt x="11502" y="0"/>
                  </a:moveTo>
                  <a:cubicBezTo>
                    <a:pt x="5112" y="0"/>
                    <a:pt x="0" y="5107"/>
                    <a:pt x="0" y="11491"/>
                  </a:cubicBezTo>
                  <a:lnTo>
                    <a:pt x="0" y="36389"/>
                  </a:lnTo>
                  <a:cubicBezTo>
                    <a:pt x="0" y="36389"/>
                    <a:pt x="0" y="36389"/>
                    <a:pt x="0" y="36389"/>
                  </a:cubicBezTo>
                  <a:cubicBezTo>
                    <a:pt x="0" y="42773"/>
                    <a:pt x="5112" y="47880"/>
                    <a:pt x="11502" y="47880"/>
                  </a:cubicBezTo>
                  <a:cubicBezTo>
                    <a:pt x="14697" y="47880"/>
                    <a:pt x="17253" y="46603"/>
                    <a:pt x="19809" y="44688"/>
                  </a:cubicBezTo>
                  <a:cubicBezTo>
                    <a:pt x="21726" y="42773"/>
                    <a:pt x="23004" y="39581"/>
                    <a:pt x="23004" y="36389"/>
                  </a:cubicBezTo>
                  <a:lnTo>
                    <a:pt x="23004" y="11491"/>
                  </a:lnTo>
                  <a:cubicBezTo>
                    <a:pt x="23004" y="8299"/>
                    <a:pt x="21726" y="5746"/>
                    <a:pt x="19809" y="3192"/>
                  </a:cubicBezTo>
                  <a:cubicBezTo>
                    <a:pt x="17253" y="1277"/>
                    <a:pt x="14697" y="0"/>
                    <a:pt x="11502" y="0"/>
                  </a:cubicBezTo>
                  <a:close/>
                </a:path>
              </a:pathLst>
            </a:custGeom>
            <a:solidFill>
              <a:srgbClr val="007CB0"/>
            </a:solidFill>
            <a:ln w="6390" cap="flat">
              <a:noFill/>
              <a:prstDash val="solid"/>
              <a:miter/>
            </a:ln>
          </p:spPr>
          <p:txBody>
            <a:bodyPr rtlCol="0" anchor="ctr"/>
            <a:lstStyle/>
            <a:p>
              <a:endParaRPr lang="en-US"/>
            </a:p>
          </p:txBody>
        </p:sp>
      </p:grpSp>
      <p:grpSp>
        <p:nvGrpSpPr>
          <p:cNvPr id="507" name="Graphic 4">
            <a:extLst>
              <a:ext uri="{FF2B5EF4-FFF2-40B4-BE49-F238E27FC236}">
                <a16:creationId xmlns:a16="http://schemas.microsoft.com/office/drawing/2014/main" id="{7797B84C-3F16-4B4B-BBEE-61EA22EEBDB9}"/>
              </a:ext>
            </a:extLst>
          </p:cNvPr>
          <p:cNvGrpSpPr/>
          <p:nvPr/>
        </p:nvGrpSpPr>
        <p:grpSpPr>
          <a:xfrm>
            <a:off x="2998797" y="918179"/>
            <a:ext cx="361670" cy="361333"/>
            <a:chOff x="2998797" y="918179"/>
            <a:chExt cx="361670" cy="361333"/>
          </a:xfrm>
          <a:solidFill>
            <a:srgbClr val="007CB0"/>
          </a:solidFill>
        </p:grpSpPr>
        <p:sp>
          <p:nvSpPr>
            <p:cNvPr id="508" name="Graphic 4">
              <a:extLst>
                <a:ext uri="{FF2B5EF4-FFF2-40B4-BE49-F238E27FC236}">
                  <a16:creationId xmlns:a16="http://schemas.microsoft.com/office/drawing/2014/main" id="{C9C1805A-3270-1748-86AA-293644777972}"/>
                </a:ext>
              </a:extLst>
            </p:cNvPr>
            <p:cNvSpPr/>
            <p:nvPr/>
          </p:nvSpPr>
          <p:spPr>
            <a:xfrm>
              <a:off x="2998797"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77323 w 361670"/>
                <a:gd name="connsiteY5" fmla="*/ 117465 h 361333"/>
                <a:gd name="connsiteX6" fmla="*/ 277323 w 361670"/>
                <a:gd name="connsiteY6" fmla="*/ 141086 h 361333"/>
                <a:gd name="connsiteX7" fmla="*/ 277323 w 361670"/>
                <a:gd name="connsiteY7" fmla="*/ 198542 h 361333"/>
                <a:gd name="connsiteX8" fmla="*/ 255597 w 361670"/>
                <a:gd name="connsiteY8" fmla="*/ 252806 h 361333"/>
                <a:gd name="connsiteX9" fmla="*/ 254320 w 361670"/>
                <a:gd name="connsiteY9" fmla="*/ 255359 h 361333"/>
                <a:gd name="connsiteX10" fmla="*/ 254320 w 361670"/>
                <a:gd name="connsiteY10" fmla="*/ 285364 h 361333"/>
                <a:gd name="connsiteX11" fmla="*/ 238345 w 361670"/>
                <a:gd name="connsiteY11" fmla="*/ 301324 h 361333"/>
                <a:gd name="connsiteX12" fmla="*/ 129077 w 361670"/>
                <a:gd name="connsiteY12" fmla="*/ 301324 h 361333"/>
                <a:gd name="connsiteX13" fmla="*/ 113102 w 361670"/>
                <a:gd name="connsiteY13" fmla="*/ 285364 h 361333"/>
                <a:gd name="connsiteX14" fmla="*/ 113102 w 361670"/>
                <a:gd name="connsiteY14" fmla="*/ 257913 h 361333"/>
                <a:gd name="connsiteX15" fmla="*/ 111824 w 361670"/>
                <a:gd name="connsiteY15" fmla="*/ 254721 h 361333"/>
                <a:gd name="connsiteX16" fmla="*/ 77318 w 361670"/>
                <a:gd name="connsiteY16" fmla="*/ 192158 h 361333"/>
                <a:gd name="connsiteX17" fmla="*/ 77318 w 361670"/>
                <a:gd name="connsiteY17" fmla="*/ 189604 h 361333"/>
                <a:gd name="connsiteX18" fmla="*/ 77318 w 361670"/>
                <a:gd name="connsiteY18" fmla="*/ 141086 h 361333"/>
                <a:gd name="connsiteX19" fmla="*/ 100961 w 361670"/>
                <a:gd name="connsiteY19" fmla="*/ 110443 h 361333"/>
                <a:gd name="connsiteX20" fmla="*/ 100961 w 361670"/>
                <a:gd name="connsiteY20" fmla="*/ 102782 h 361333"/>
                <a:gd name="connsiteX21" fmla="*/ 134828 w 361670"/>
                <a:gd name="connsiteY21" fmla="*/ 68947 h 361333"/>
                <a:gd name="connsiteX22" fmla="*/ 145691 w 361670"/>
                <a:gd name="connsiteY22" fmla="*/ 70862 h 361333"/>
                <a:gd name="connsiteX23" fmla="*/ 170611 w 361670"/>
                <a:gd name="connsiteY23" fmla="*/ 59371 h 361333"/>
                <a:gd name="connsiteX24" fmla="*/ 194893 w 361670"/>
                <a:gd name="connsiteY24" fmla="*/ 69585 h 361333"/>
                <a:gd name="connsiteX25" fmla="*/ 195532 w 361670"/>
                <a:gd name="connsiteY25" fmla="*/ 70224 h 361333"/>
                <a:gd name="connsiteX26" fmla="*/ 207034 w 361670"/>
                <a:gd name="connsiteY26" fmla="*/ 68309 h 361333"/>
                <a:gd name="connsiteX27" fmla="*/ 231316 w 361670"/>
                <a:gd name="connsiteY27" fmla="*/ 78523 h 361333"/>
                <a:gd name="connsiteX28" fmla="*/ 235150 w 361670"/>
                <a:gd name="connsiteY28" fmla="*/ 82992 h 361333"/>
                <a:gd name="connsiteX29" fmla="*/ 243457 w 361670"/>
                <a:gd name="connsiteY29" fmla="*/ 81715 h 361333"/>
                <a:gd name="connsiteX30" fmla="*/ 267739 w 361670"/>
                <a:gd name="connsiteY30" fmla="*/ 91929 h 361333"/>
                <a:gd name="connsiteX31" fmla="*/ 277962 w 361670"/>
                <a:gd name="connsiteY31" fmla="*/ 116188 h 361333"/>
                <a:gd name="connsiteX32" fmla="*/ 277962 w 361670"/>
                <a:gd name="connsiteY32" fmla="*/ 1174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1" y="280257"/>
                    <a:pt x="361671" y="180667"/>
                  </a:cubicBezTo>
                  <a:cubicBezTo>
                    <a:pt x="361671" y="81077"/>
                    <a:pt x="281157" y="0"/>
                    <a:pt x="180835" y="0"/>
                  </a:cubicBezTo>
                  <a:close/>
                  <a:moveTo>
                    <a:pt x="277323" y="117465"/>
                  </a:moveTo>
                  <a:lnTo>
                    <a:pt x="277323" y="141086"/>
                  </a:lnTo>
                  <a:lnTo>
                    <a:pt x="277323" y="198542"/>
                  </a:lnTo>
                  <a:cubicBezTo>
                    <a:pt x="277323" y="218971"/>
                    <a:pt x="269655" y="238123"/>
                    <a:pt x="255597" y="252806"/>
                  </a:cubicBezTo>
                  <a:cubicBezTo>
                    <a:pt x="254959" y="253444"/>
                    <a:pt x="254320" y="254083"/>
                    <a:pt x="254320" y="255359"/>
                  </a:cubicBezTo>
                  <a:lnTo>
                    <a:pt x="254320" y="285364"/>
                  </a:lnTo>
                  <a:cubicBezTo>
                    <a:pt x="254320" y="294302"/>
                    <a:pt x="247291" y="301324"/>
                    <a:pt x="238345" y="301324"/>
                  </a:cubicBezTo>
                  <a:lnTo>
                    <a:pt x="129077" y="301324"/>
                  </a:lnTo>
                  <a:cubicBezTo>
                    <a:pt x="120131" y="301324"/>
                    <a:pt x="113102" y="294302"/>
                    <a:pt x="113102" y="285364"/>
                  </a:cubicBezTo>
                  <a:lnTo>
                    <a:pt x="113102" y="257913"/>
                  </a:lnTo>
                  <a:cubicBezTo>
                    <a:pt x="113102" y="256636"/>
                    <a:pt x="112463" y="255359"/>
                    <a:pt x="111824" y="254721"/>
                  </a:cubicBezTo>
                  <a:cubicBezTo>
                    <a:pt x="91376" y="240676"/>
                    <a:pt x="77957" y="217055"/>
                    <a:pt x="77318" y="192158"/>
                  </a:cubicBezTo>
                  <a:cubicBezTo>
                    <a:pt x="77318" y="191519"/>
                    <a:pt x="77318" y="190243"/>
                    <a:pt x="77318" y="189604"/>
                  </a:cubicBezTo>
                  <a:lnTo>
                    <a:pt x="77318" y="141086"/>
                  </a:lnTo>
                  <a:cubicBezTo>
                    <a:pt x="77318" y="126403"/>
                    <a:pt x="87542" y="114273"/>
                    <a:pt x="100961" y="110443"/>
                  </a:cubicBezTo>
                  <a:lnTo>
                    <a:pt x="100961" y="102782"/>
                  </a:lnTo>
                  <a:cubicBezTo>
                    <a:pt x="100961" y="84269"/>
                    <a:pt x="116297" y="68947"/>
                    <a:pt x="134828" y="68947"/>
                  </a:cubicBezTo>
                  <a:cubicBezTo>
                    <a:pt x="138662" y="68947"/>
                    <a:pt x="141857" y="69585"/>
                    <a:pt x="145691" y="70862"/>
                  </a:cubicBezTo>
                  <a:cubicBezTo>
                    <a:pt x="152081" y="63840"/>
                    <a:pt x="161027" y="59371"/>
                    <a:pt x="170611" y="59371"/>
                  </a:cubicBezTo>
                  <a:cubicBezTo>
                    <a:pt x="179557" y="59371"/>
                    <a:pt x="188503" y="63201"/>
                    <a:pt x="194893" y="69585"/>
                  </a:cubicBezTo>
                  <a:cubicBezTo>
                    <a:pt x="194893" y="69585"/>
                    <a:pt x="194893" y="70224"/>
                    <a:pt x="195532" y="70224"/>
                  </a:cubicBezTo>
                  <a:cubicBezTo>
                    <a:pt x="199366" y="68947"/>
                    <a:pt x="203200" y="68309"/>
                    <a:pt x="207034" y="68309"/>
                  </a:cubicBezTo>
                  <a:cubicBezTo>
                    <a:pt x="215980" y="68309"/>
                    <a:pt x="224926" y="72139"/>
                    <a:pt x="231316" y="78523"/>
                  </a:cubicBezTo>
                  <a:cubicBezTo>
                    <a:pt x="232594" y="79800"/>
                    <a:pt x="233872" y="81715"/>
                    <a:pt x="235150" y="82992"/>
                  </a:cubicBezTo>
                  <a:cubicBezTo>
                    <a:pt x="237706" y="82353"/>
                    <a:pt x="240262" y="81715"/>
                    <a:pt x="243457" y="81715"/>
                  </a:cubicBezTo>
                  <a:cubicBezTo>
                    <a:pt x="252403" y="81715"/>
                    <a:pt x="261349" y="85545"/>
                    <a:pt x="267739" y="91929"/>
                  </a:cubicBezTo>
                  <a:cubicBezTo>
                    <a:pt x="274128" y="98313"/>
                    <a:pt x="277962" y="106612"/>
                    <a:pt x="277962" y="116188"/>
                  </a:cubicBezTo>
                  <a:lnTo>
                    <a:pt x="277962" y="117465"/>
                  </a:lnTo>
                  <a:close/>
                </a:path>
              </a:pathLst>
            </a:custGeom>
            <a:solidFill>
              <a:srgbClr val="007CB0"/>
            </a:solidFill>
            <a:ln w="6390" cap="flat">
              <a:noFill/>
              <a:prstDash val="solid"/>
              <a:miter/>
            </a:ln>
          </p:spPr>
          <p:txBody>
            <a:bodyPr rtlCol="0" anchor="ctr"/>
            <a:lstStyle/>
            <a:p>
              <a:endParaRPr lang="en-US"/>
            </a:p>
          </p:txBody>
        </p:sp>
        <p:sp>
          <p:nvSpPr>
            <p:cNvPr id="509" name="Graphic 4">
              <a:extLst>
                <a:ext uri="{FF2B5EF4-FFF2-40B4-BE49-F238E27FC236}">
                  <a16:creationId xmlns:a16="http://schemas.microsoft.com/office/drawing/2014/main" id="{2AB7E322-034A-9042-B151-30792A48BC52}"/>
                </a:ext>
              </a:extLst>
            </p:cNvPr>
            <p:cNvSpPr/>
            <p:nvPr/>
          </p:nvSpPr>
          <p:spPr>
            <a:xfrm>
              <a:off x="3086339" y="987764"/>
              <a:ext cx="179557" cy="223439"/>
            </a:xfrm>
            <a:custGeom>
              <a:avLst/>
              <a:gdLst>
                <a:gd name="connsiteX0" fmla="*/ 155914 w 179557"/>
                <a:gd name="connsiteY0" fmla="*/ 21706 h 223439"/>
                <a:gd name="connsiteX1" fmla="*/ 143135 w 179557"/>
                <a:gd name="connsiteY1" fmla="*/ 25536 h 223439"/>
                <a:gd name="connsiteX2" fmla="*/ 137384 w 179557"/>
                <a:gd name="connsiteY2" fmla="*/ 15322 h 223439"/>
                <a:gd name="connsiteX3" fmla="*/ 120131 w 179557"/>
                <a:gd name="connsiteY3" fmla="*/ 8299 h 223439"/>
                <a:gd name="connsiteX4" fmla="*/ 106073 w 179557"/>
                <a:gd name="connsiteY4" fmla="*/ 13406 h 223439"/>
                <a:gd name="connsiteX5" fmla="*/ 101600 w 179557"/>
                <a:gd name="connsiteY5" fmla="*/ 7022 h 223439"/>
                <a:gd name="connsiteX6" fmla="*/ 84347 w 179557"/>
                <a:gd name="connsiteY6" fmla="*/ 0 h 223439"/>
                <a:gd name="connsiteX7" fmla="*/ 62621 w 179557"/>
                <a:gd name="connsiteY7" fmla="*/ 14045 h 223439"/>
                <a:gd name="connsiteX8" fmla="*/ 48564 w 179557"/>
                <a:gd name="connsiteY8" fmla="*/ 9576 h 223439"/>
                <a:gd name="connsiteX9" fmla="*/ 24282 w 179557"/>
                <a:gd name="connsiteY9" fmla="*/ 33835 h 223439"/>
                <a:gd name="connsiteX10" fmla="*/ 24282 w 179557"/>
                <a:gd name="connsiteY10" fmla="*/ 50433 h 223439"/>
                <a:gd name="connsiteX11" fmla="*/ 22365 w 179557"/>
                <a:gd name="connsiteY11" fmla="*/ 50433 h 223439"/>
                <a:gd name="connsiteX12" fmla="*/ 0 w 179557"/>
                <a:gd name="connsiteY12" fmla="*/ 72777 h 223439"/>
                <a:gd name="connsiteX13" fmla="*/ 0 w 179557"/>
                <a:gd name="connsiteY13" fmla="*/ 121296 h 223439"/>
                <a:gd name="connsiteX14" fmla="*/ 0 w 179557"/>
                <a:gd name="connsiteY14" fmla="*/ 123849 h 223439"/>
                <a:gd name="connsiteX15" fmla="*/ 30033 w 179557"/>
                <a:gd name="connsiteY15" fmla="*/ 178752 h 223439"/>
                <a:gd name="connsiteX16" fmla="*/ 35784 w 179557"/>
                <a:gd name="connsiteY16" fmla="*/ 189604 h 223439"/>
                <a:gd name="connsiteX17" fmla="*/ 35784 w 179557"/>
                <a:gd name="connsiteY17" fmla="*/ 217055 h 223439"/>
                <a:gd name="connsiteX18" fmla="*/ 42174 w 179557"/>
                <a:gd name="connsiteY18" fmla="*/ 223439 h 223439"/>
                <a:gd name="connsiteX19" fmla="*/ 48564 w 179557"/>
                <a:gd name="connsiteY19" fmla="*/ 217055 h 223439"/>
                <a:gd name="connsiteX20" fmla="*/ 48564 w 179557"/>
                <a:gd name="connsiteY20" fmla="*/ 189604 h 223439"/>
                <a:gd name="connsiteX21" fmla="*/ 37062 w 179557"/>
                <a:gd name="connsiteY21" fmla="*/ 168537 h 223439"/>
                <a:gd name="connsiteX22" fmla="*/ 12141 w 179557"/>
                <a:gd name="connsiteY22" fmla="*/ 123849 h 223439"/>
                <a:gd name="connsiteX23" fmla="*/ 12141 w 179557"/>
                <a:gd name="connsiteY23" fmla="*/ 121934 h 223439"/>
                <a:gd name="connsiteX24" fmla="*/ 12141 w 179557"/>
                <a:gd name="connsiteY24" fmla="*/ 73416 h 223439"/>
                <a:gd name="connsiteX25" fmla="*/ 21726 w 179557"/>
                <a:gd name="connsiteY25" fmla="*/ 63840 h 223439"/>
                <a:gd name="connsiteX26" fmla="*/ 95210 w 179557"/>
                <a:gd name="connsiteY26" fmla="*/ 63840 h 223439"/>
                <a:gd name="connsiteX27" fmla="*/ 95849 w 179557"/>
                <a:gd name="connsiteY27" fmla="*/ 67670 h 223439"/>
                <a:gd name="connsiteX28" fmla="*/ 95849 w 179557"/>
                <a:gd name="connsiteY28" fmla="*/ 72139 h 223439"/>
                <a:gd name="connsiteX29" fmla="*/ 95849 w 179557"/>
                <a:gd name="connsiteY29" fmla="*/ 72777 h 223439"/>
                <a:gd name="connsiteX30" fmla="*/ 94571 w 179557"/>
                <a:gd name="connsiteY30" fmla="*/ 77885 h 223439"/>
                <a:gd name="connsiteX31" fmla="*/ 92654 w 179557"/>
                <a:gd name="connsiteY31" fmla="*/ 81077 h 223439"/>
                <a:gd name="connsiteX32" fmla="*/ 80513 w 179557"/>
                <a:gd name="connsiteY32" fmla="*/ 86822 h 223439"/>
                <a:gd name="connsiteX33" fmla="*/ 42174 w 179557"/>
                <a:gd name="connsiteY33" fmla="*/ 86822 h 223439"/>
                <a:gd name="connsiteX34" fmla="*/ 35784 w 179557"/>
                <a:gd name="connsiteY34" fmla="*/ 93206 h 223439"/>
                <a:gd name="connsiteX35" fmla="*/ 42174 w 179557"/>
                <a:gd name="connsiteY35" fmla="*/ 99590 h 223439"/>
                <a:gd name="connsiteX36" fmla="*/ 93932 w 179557"/>
                <a:gd name="connsiteY36" fmla="*/ 151300 h 223439"/>
                <a:gd name="connsiteX37" fmla="*/ 100322 w 179557"/>
                <a:gd name="connsiteY37" fmla="*/ 157684 h 223439"/>
                <a:gd name="connsiteX38" fmla="*/ 106712 w 179557"/>
                <a:gd name="connsiteY38" fmla="*/ 151300 h 223439"/>
                <a:gd name="connsiteX39" fmla="*/ 127799 w 179557"/>
                <a:gd name="connsiteY39" fmla="*/ 125764 h 223439"/>
                <a:gd name="connsiteX40" fmla="*/ 132911 w 179557"/>
                <a:gd name="connsiteY40" fmla="*/ 118104 h 223439"/>
                <a:gd name="connsiteX41" fmla="*/ 125243 w 179557"/>
                <a:gd name="connsiteY41" fmla="*/ 112996 h 223439"/>
                <a:gd name="connsiteX42" fmla="*/ 101600 w 179557"/>
                <a:gd name="connsiteY42" fmla="*/ 127041 h 223439"/>
                <a:gd name="connsiteX43" fmla="*/ 79874 w 179557"/>
                <a:gd name="connsiteY43" fmla="*/ 98952 h 223439"/>
                <a:gd name="connsiteX44" fmla="*/ 80513 w 179557"/>
                <a:gd name="connsiteY44" fmla="*/ 98952 h 223439"/>
                <a:gd name="connsiteX45" fmla="*/ 101600 w 179557"/>
                <a:gd name="connsiteY45" fmla="*/ 88737 h 223439"/>
                <a:gd name="connsiteX46" fmla="*/ 101600 w 179557"/>
                <a:gd name="connsiteY46" fmla="*/ 88099 h 223439"/>
                <a:gd name="connsiteX47" fmla="*/ 119492 w 179557"/>
                <a:gd name="connsiteY47" fmla="*/ 95760 h 223439"/>
                <a:gd name="connsiteX48" fmla="*/ 136745 w 179557"/>
                <a:gd name="connsiteY48" fmla="*/ 88737 h 223439"/>
                <a:gd name="connsiteX49" fmla="*/ 137384 w 179557"/>
                <a:gd name="connsiteY49" fmla="*/ 88099 h 223439"/>
                <a:gd name="connsiteX50" fmla="*/ 155275 w 179557"/>
                <a:gd name="connsiteY50" fmla="*/ 96398 h 223439"/>
                <a:gd name="connsiteX51" fmla="*/ 166777 w 179557"/>
                <a:gd name="connsiteY51" fmla="*/ 93206 h 223439"/>
                <a:gd name="connsiteX52" fmla="*/ 166777 w 179557"/>
                <a:gd name="connsiteY52" fmla="*/ 129595 h 223439"/>
                <a:gd name="connsiteX53" fmla="*/ 150803 w 179557"/>
                <a:gd name="connsiteY53" fmla="*/ 168537 h 223439"/>
                <a:gd name="connsiteX54" fmla="*/ 143774 w 179557"/>
                <a:gd name="connsiteY54" fmla="*/ 186412 h 223439"/>
                <a:gd name="connsiteX55" fmla="*/ 143774 w 179557"/>
                <a:gd name="connsiteY55" fmla="*/ 216417 h 223439"/>
                <a:gd name="connsiteX56" fmla="*/ 150164 w 179557"/>
                <a:gd name="connsiteY56" fmla="*/ 222801 h 223439"/>
                <a:gd name="connsiteX57" fmla="*/ 156553 w 179557"/>
                <a:gd name="connsiteY57" fmla="*/ 216417 h 223439"/>
                <a:gd name="connsiteX58" fmla="*/ 156553 w 179557"/>
                <a:gd name="connsiteY58" fmla="*/ 186412 h 223439"/>
                <a:gd name="connsiteX59" fmla="*/ 160387 w 179557"/>
                <a:gd name="connsiteY59" fmla="*/ 177475 h 223439"/>
                <a:gd name="connsiteX60" fmla="*/ 179557 w 179557"/>
                <a:gd name="connsiteY60" fmla="*/ 129595 h 223439"/>
                <a:gd name="connsiteX61" fmla="*/ 179557 w 179557"/>
                <a:gd name="connsiteY61" fmla="*/ 72139 h 223439"/>
                <a:gd name="connsiteX62" fmla="*/ 179557 w 179557"/>
                <a:gd name="connsiteY62" fmla="*/ 48518 h 223439"/>
                <a:gd name="connsiteX63" fmla="*/ 179557 w 179557"/>
                <a:gd name="connsiteY63" fmla="*/ 47241 h 223439"/>
                <a:gd name="connsiteX64" fmla="*/ 172528 w 179557"/>
                <a:gd name="connsiteY64" fmla="*/ 30005 h 223439"/>
                <a:gd name="connsiteX65" fmla="*/ 155914 w 179557"/>
                <a:gd name="connsiteY65" fmla="*/ 21706 h 223439"/>
                <a:gd name="connsiteX66" fmla="*/ 59426 w 179557"/>
                <a:gd name="connsiteY66" fmla="*/ 49795 h 223439"/>
                <a:gd name="connsiteX67" fmla="*/ 36423 w 179557"/>
                <a:gd name="connsiteY67" fmla="*/ 49795 h 223439"/>
                <a:gd name="connsiteX68" fmla="*/ 36423 w 179557"/>
                <a:gd name="connsiteY68" fmla="*/ 33197 h 223439"/>
                <a:gd name="connsiteX69" fmla="*/ 47925 w 179557"/>
                <a:gd name="connsiteY69" fmla="*/ 21706 h 223439"/>
                <a:gd name="connsiteX70" fmla="*/ 56231 w 179557"/>
                <a:gd name="connsiteY70" fmla="*/ 24897 h 223439"/>
                <a:gd name="connsiteX71" fmla="*/ 59426 w 179557"/>
                <a:gd name="connsiteY71" fmla="*/ 31920 h 223439"/>
                <a:gd name="connsiteX72" fmla="*/ 59426 w 179557"/>
                <a:gd name="connsiteY72" fmla="*/ 49795 h 223439"/>
                <a:gd name="connsiteX73" fmla="*/ 95210 w 179557"/>
                <a:gd name="connsiteY73" fmla="*/ 31281 h 223439"/>
                <a:gd name="connsiteX74" fmla="*/ 95210 w 179557"/>
                <a:gd name="connsiteY74" fmla="*/ 32558 h 223439"/>
                <a:gd name="connsiteX75" fmla="*/ 95210 w 179557"/>
                <a:gd name="connsiteY75" fmla="*/ 49795 h 223439"/>
                <a:gd name="connsiteX76" fmla="*/ 72206 w 179557"/>
                <a:gd name="connsiteY76" fmla="*/ 49795 h 223439"/>
                <a:gd name="connsiteX77" fmla="*/ 72206 w 179557"/>
                <a:gd name="connsiteY77" fmla="*/ 33835 h 223439"/>
                <a:gd name="connsiteX78" fmla="*/ 72206 w 179557"/>
                <a:gd name="connsiteY78" fmla="*/ 33835 h 223439"/>
                <a:gd name="connsiteX79" fmla="*/ 72206 w 179557"/>
                <a:gd name="connsiteY79" fmla="*/ 32558 h 223439"/>
                <a:gd name="connsiteX80" fmla="*/ 72206 w 179557"/>
                <a:gd name="connsiteY80" fmla="*/ 24259 h 223439"/>
                <a:gd name="connsiteX81" fmla="*/ 83708 w 179557"/>
                <a:gd name="connsiteY81" fmla="*/ 12768 h 223439"/>
                <a:gd name="connsiteX82" fmla="*/ 92015 w 179557"/>
                <a:gd name="connsiteY82" fmla="*/ 15960 h 223439"/>
                <a:gd name="connsiteX83" fmla="*/ 95210 w 179557"/>
                <a:gd name="connsiteY83" fmla="*/ 24259 h 223439"/>
                <a:gd name="connsiteX84" fmla="*/ 95210 w 179557"/>
                <a:gd name="connsiteY84" fmla="*/ 31281 h 223439"/>
                <a:gd name="connsiteX85" fmla="*/ 131633 w 179557"/>
                <a:gd name="connsiteY85" fmla="*/ 71501 h 223439"/>
                <a:gd name="connsiteX86" fmla="*/ 128438 w 179557"/>
                <a:gd name="connsiteY86" fmla="*/ 79800 h 223439"/>
                <a:gd name="connsiteX87" fmla="*/ 120131 w 179557"/>
                <a:gd name="connsiteY87" fmla="*/ 82992 h 223439"/>
                <a:gd name="connsiteX88" fmla="*/ 108629 w 179557"/>
                <a:gd name="connsiteY88" fmla="*/ 72139 h 223439"/>
                <a:gd name="connsiteX89" fmla="*/ 108629 w 179557"/>
                <a:gd name="connsiteY89" fmla="*/ 70862 h 223439"/>
                <a:gd name="connsiteX90" fmla="*/ 108629 w 179557"/>
                <a:gd name="connsiteY90" fmla="*/ 69585 h 223439"/>
                <a:gd name="connsiteX91" fmla="*/ 108629 w 179557"/>
                <a:gd name="connsiteY91" fmla="*/ 67670 h 223439"/>
                <a:gd name="connsiteX92" fmla="*/ 108629 w 179557"/>
                <a:gd name="connsiteY92" fmla="*/ 31920 h 223439"/>
                <a:gd name="connsiteX93" fmla="*/ 120131 w 179557"/>
                <a:gd name="connsiteY93" fmla="*/ 21067 h 223439"/>
                <a:gd name="connsiteX94" fmla="*/ 128438 w 179557"/>
                <a:gd name="connsiteY94" fmla="*/ 24259 h 223439"/>
                <a:gd name="connsiteX95" fmla="*/ 131633 w 179557"/>
                <a:gd name="connsiteY95" fmla="*/ 32558 h 223439"/>
                <a:gd name="connsiteX96" fmla="*/ 131633 w 179557"/>
                <a:gd name="connsiteY96" fmla="*/ 45965 h 223439"/>
                <a:gd name="connsiteX97" fmla="*/ 131633 w 179557"/>
                <a:gd name="connsiteY97" fmla="*/ 45965 h 223439"/>
                <a:gd name="connsiteX98" fmla="*/ 131633 w 179557"/>
                <a:gd name="connsiteY98" fmla="*/ 71501 h 223439"/>
                <a:gd name="connsiteX99" fmla="*/ 131633 w 179557"/>
                <a:gd name="connsiteY99" fmla="*/ 71501 h 223439"/>
                <a:gd name="connsiteX100" fmla="*/ 167416 w 179557"/>
                <a:gd name="connsiteY100" fmla="*/ 48518 h 223439"/>
                <a:gd name="connsiteX101" fmla="*/ 167416 w 179557"/>
                <a:gd name="connsiteY101" fmla="*/ 71501 h 223439"/>
                <a:gd name="connsiteX102" fmla="*/ 164221 w 179557"/>
                <a:gd name="connsiteY102" fmla="*/ 79800 h 223439"/>
                <a:gd name="connsiteX103" fmla="*/ 155914 w 179557"/>
                <a:gd name="connsiteY103" fmla="*/ 82992 h 223439"/>
                <a:gd name="connsiteX104" fmla="*/ 144413 w 179557"/>
                <a:gd name="connsiteY104" fmla="*/ 71501 h 223439"/>
                <a:gd name="connsiteX105" fmla="*/ 144413 w 179557"/>
                <a:gd name="connsiteY105" fmla="*/ 71501 h 223439"/>
                <a:gd name="connsiteX106" fmla="*/ 144413 w 179557"/>
                <a:gd name="connsiteY106" fmla="*/ 46603 h 223439"/>
                <a:gd name="connsiteX107" fmla="*/ 155914 w 179557"/>
                <a:gd name="connsiteY107" fmla="*/ 35112 h 223439"/>
                <a:gd name="connsiteX108" fmla="*/ 164221 w 179557"/>
                <a:gd name="connsiteY108" fmla="*/ 38304 h 223439"/>
                <a:gd name="connsiteX109" fmla="*/ 167416 w 179557"/>
                <a:gd name="connsiteY109" fmla="*/ 46603 h 223439"/>
                <a:gd name="connsiteX110" fmla="*/ 167416 w 179557"/>
                <a:gd name="connsiteY110" fmla="*/ 48518 h 223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179557" h="223439">
                  <a:moveTo>
                    <a:pt x="155914" y="21706"/>
                  </a:moveTo>
                  <a:cubicBezTo>
                    <a:pt x="151442" y="21706"/>
                    <a:pt x="146969" y="22982"/>
                    <a:pt x="143135" y="25536"/>
                  </a:cubicBezTo>
                  <a:cubicBezTo>
                    <a:pt x="141857" y="21706"/>
                    <a:pt x="139940" y="18514"/>
                    <a:pt x="137384" y="15322"/>
                  </a:cubicBezTo>
                  <a:cubicBezTo>
                    <a:pt x="132911" y="10853"/>
                    <a:pt x="126521" y="8299"/>
                    <a:pt x="120131" y="8299"/>
                  </a:cubicBezTo>
                  <a:cubicBezTo>
                    <a:pt x="115019" y="8299"/>
                    <a:pt x="109907" y="10214"/>
                    <a:pt x="106073" y="13406"/>
                  </a:cubicBezTo>
                  <a:cubicBezTo>
                    <a:pt x="104795" y="11491"/>
                    <a:pt x="103517" y="8938"/>
                    <a:pt x="101600" y="7022"/>
                  </a:cubicBezTo>
                  <a:cubicBezTo>
                    <a:pt x="97127" y="2554"/>
                    <a:pt x="90737" y="0"/>
                    <a:pt x="84347" y="0"/>
                  </a:cubicBezTo>
                  <a:cubicBezTo>
                    <a:pt x="74762" y="0"/>
                    <a:pt x="66455" y="5746"/>
                    <a:pt x="62621" y="14045"/>
                  </a:cubicBezTo>
                  <a:cubicBezTo>
                    <a:pt x="58788" y="10853"/>
                    <a:pt x="53675" y="9576"/>
                    <a:pt x="48564" y="9576"/>
                  </a:cubicBezTo>
                  <a:cubicBezTo>
                    <a:pt x="35145" y="9576"/>
                    <a:pt x="24282" y="20429"/>
                    <a:pt x="24282" y="33835"/>
                  </a:cubicBezTo>
                  <a:lnTo>
                    <a:pt x="24282" y="50433"/>
                  </a:lnTo>
                  <a:lnTo>
                    <a:pt x="22365" y="50433"/>
                  </a:lnTo>
                  <a:cubicBezTo>
                    <a:pt x="10224" y="50433"/>
                    <a:pt x="0" y="60648"/>
                    <a:pt x="0" y="72777"/>
                  </a:cubicBezTo>
                  <a:lnTo>
                    <a:pt x="0" y="121296"/>
                  </a:lnTo>
                  <a:cubicBezTo>
                    <a:pt x="0" y="121934"/>
                    <a:pt x="0" y="122572"/>
                    <a:pt x="0" y="123849"/>
                  </a:cubicBezTo>
                  <a:cubicBezTo>
                    <a:pt x="639" y="145555"/>
                    <a:pt x="12141" y="166622"/>
                    <a:pt x="30033" y="178752"/>
                  </a:cubicBezTo>
                  <a:cubicBezTo>
                    <a:pt x="33867" y="181305"/>
                    <a:pt x="35784" y="185135"/>
                    <a:pt x="35784" y="189604"/>
                  </a:cubicBezTo>
                  <a:lnTo>
                    <a:pt x="35784" y="217055"/>
                  </a:lnTo>
                  <a:cubicBezTo>
                    <a:pt x="35784" y="220886"/>
                    <a:pt x="38340" y="223439"/>
                    <a:pt x="42174" y="223439"/>
                  </a:cubicBezTo>
                  <a:cubicBezTo>
                    <a:pt x="46008" y="223439"/>
                    <a:pt x="48564" y="220886"/>
                    <a:pt x="48564" y="217055"/>
                  </a:cubicBezTo>
                  <a:lnTo>
                    <a:pt x="48564" y="189604"/>
                  </a:lnTo>
                  <a:cubicBezTo>
                    <a:pt x="48564" y="181305"/>
                    <a:pt x="44091" y="173006"/>
                    <a:pt x="37062" y="168537"/>
                  </a:cubicBezTo>
                  <a:cubicBezTo>
                    <a:pt x="22365" y="158323"/>
                    <a:pt x="12780" y="141724"/>
                    <a:pt x="12141" y="123849"/>
                  </a:cubicBezTo>
                  <a:cubicBezTo>
                    <a:pt x="12141" y="123211"/>
                    <a:pt x="12141" y="122572"/>
                    <a:pt x="12141" y="121934"/>
                  </a:cubicBezTo>
                  <a:lnTo>
                    <a:pt x="12141" y="73416"/>
                  </a:lnTo>
                  <a:cubicBezTo>
                    <a:pt x="12141" y="68309"/>
                    <a:pt x="16614" y="63840"/>
                    <a:pt x="21726" y="63840"/>
                  </a:cubicBezTo>
                  <a:lnTo>
                    <a:pt x="95210" y="63840"/>
                  </a:lnTo>
                  <a:cubicBezTo>
                    <a:pt x="95210" y="65117"/>
                    <a:pt x="95849" y="66393"/>
                    <a:pt x="95849" y="67670"/>
                  </a:cubicBezTo>
                  <a:lnTo>
                    <a:pt x="95849" y="72139"/>
                  </a:lnTo>
                  <a:cubicBezTo>
                    <a:pt x="95849" y="72139"/>
                    <a:pt x="95849" y="72139"/>
                    <a:pt x="95849" y="72777"/>
                  </a:cubicBezTo>
                  <a:cubicBezTo>
                    <a:pt x="95849" y="74693"/>
                    <a:pt x="95210" y="76608"/>
                    <a:pt x="94571" y="77885"/>
                  </a:cubicBezTo>
                  <a:cubicBezTo>
                    <a:pt x="93932" y="79161"/>
                    <a:pt x="93293" y="80438"/>
                    <a:pt x="92654" y="81077"/>
                  </a:cubicBezTo>
                  <a:cubicBezTo>
                    <a:pt x="89459" y="84907"/>
                    <a:pt x="85625" y="86822"/>
                    <a:pt x="80513" y="86822"/>
                  </a:cubicBezTo>
                  <a:lnTo>
                    <a:pt x="42174" y="86822"/>
                  </a:lnTo>
                  <a:cubicBezTo>
                    <a:pt x="38340" y="86822"/>
                    <a:pt x="35784" y="89376"/>
                    <a:pt x="35784" y="93206"/>
                  </a:cubicBezTo>
                  <a:cubicBezTo>
                    <a:pt x="35784" y="97037"/>
                    <a:pt x="38340" y="99590"/>
                    <a:pt x="42174" y="99590"/>
                  </a:cubicBezTo>
                  <a:cubicBezTo>
                    <a:pt x="70928" y="99590"/>
                    <a:pt x="93932" y="122572"/>
                    <a:pt x="93932" y="151300"/>
                  </a:cubicBezTo>
                  <a:cubicBezTo>
                    <a:pt x="93932" y="155131"/>
                    <a:pt x="96488" y="157684"/>
                    <a:pt x="100322" y="157684"/>
                  </a:cubicBezTo>
                  <a:cubicBezTo>
                    <a:pt x="104156" y="157684"/>
                    <a:pt x="106712" y="155131"/>
                    <a:pt x="106712" y="151300"/>
                  </a:cubicBezTo>
                  <a:cubicBezTo>
                    <a:pt x="106712" y="139171"/>
                    <a:pt x="115658" y="128318"/>
                    <a:pt x="127799" y="125764"/>
                  </a:cubicBezTo>
                  <a:cubicBezTo>
                    <a:pt x="130994" y="125126"/>
                    <a:pt x="133550" y="121934"/>
                    <a:pt x="132911" y="118104"/>
                  </a:cubicBezTo>
                  <a:cubicBezTo>
                    <a:pt x="132272" y="114912"/>
                    <a:pt x="129077" y="112358"/>
                    <a:pt x="125243" y="112996"/>
                  </a:cubicBezTo>
                  <a:cubicBezTo>
                    <a:pt x="115658" y="114912"/>
                    <a:pt x="107351" y="120019"/>
                    <a:pt x="101600" y="127041"/>
                  </a:cubicBezTo>
                  <a:cubicBezTo>
                    <a:pt x="97127" y="115550"/>
                    <a:pt x="89459" y="105974"/>
                    <a:pt x="79874" y="98952"/>
                  </a:cubicBezTo>
                  <a:lnTo>
                    <a:pt x="80513" y="98952"/>
                  </a:lnTo>
                  <a:cubicBezTo>
                    <a:pt x="88820" y="98952"/>
                    <a:pt x="96488" y="95121"/>
                    <a:pt x="101600" y="88737"/>
                  </a:cubicBezTo>
                  <a:cubicBezTo>
                    <a:pt x="101600" y="88737"/>
                    <a:pt x="101600" y="88737"/>
                    <a:pt x="101600" y="88099"/>
                  </a:cubicBezTo>
                  <a:cubicBezTo>
                    <a:pt x="106073" y="92568"/>
                    <a:pt x="112463" y="95760"/>
                    <a:pt x="119492" y="95760"/>
                  </a:cubicBezTo>
                  <a:cubicBezTo>
                    <a:pt x="125882" y="95760"/>
                    <a:pt x="132272" y="93206"/>
                    <a:pt x="136745" y="88737"/>
                  </a:cubicBezTo>
                  <a:cubicBezTo>
                    <a:pt x="136745" y="88737"/>
                    <a:pt x="137384" y="88099"/>
                    <a:pt x="137384" y="88099"/>
                  </a:cubicBezTo>
                  <a:cubicBezTo>
                    <a:pt x="141857" y="93206"/>
                    <a:pt x="148247" y="96398"/>
                    <a:pt x="155275" y="96398"/>
                  </a:cubicBezTo>
                  <a:cubicBezTo>
                    <a:pt x="159109" y="96398"/>
                    <a:pt x="163582" y="95121"/>
                    <a:pt x="166777" y="93206"/>
                  </a:cubicBezTo>
                  <a:lnTo>
                    <a:pt x="166777" y="129595"/>
                  </a:lnTo>
                  <a:cubicBezTo>
                    <a:pt x="166777" y="144278"/>
                    <a:pt x="161027" y="158323"/>
                    <a:pt x="150803" y="168537"/>
                  </a:cubicBezTo>
                  <a:cubicBezTo>
                    <a:pt x="146330" y="173644"/>
                    <a:pt x="143774" y="180028"/>
                    <a:pt x="143774" y="186412"/>
                  </a:cubicBezTo>
                  <a:lnTo>
                    <a:pt x="143774" y="216417"/>
                  </a:lnTo>
                  <a:cubicBezTo>
                    <a:pt x="143774" y="220247"/>
                    <a:pt x="146330" y="222801"/>
                    <a:pt x="150164" y="222801"/>
                  </a:cubicBezTo>
                  <a:cubicBezTo>
                    <a:pt x="153998" y="222801"/>
                    <a:pt x="156553" y="220247"/>
                    <a:pt x="156553" y="216417"/>
                  </a:cubicBezTo>
                  <a:lnTo>
                    <a:pt x="156553" y="186412"/>
                  </a:lnTo>
                  <a:cubicBezTo>
                    <a:pt x="156553" y="183220"/>
                    <a:pt x="157832" y="180028"/>
                    <a:pt x="160387" y="177475"/>
                  </a:cubicBezTo>
                  <a:cubicBezTo>
                    <a:pt x="172528" y="164707"/>
                    <a:pt x="179557" y="147470"/>
                    <a:pt x="179557" y="129595"/>
                  </a:cubicBezTo>
                  <a:lnTo>
                    <a:pt x="179557" y="72139"/>
                  </a:lnTo>
                  <a:lnTo>
                    <a:pt x="179557" y="48518"/>
                  </a:lnTo>
                  <a:lnTo>
                    <a:pt x="179557" y="47241"/>
                  </a:lnTo>
                  <a:cubicBezTo>
                    <a:pt x="179557" y="40857"/>
                    <a:pt x="177001" y="34473"/>
                    <a:pt x="172528" y="30005"/>
                  </a:cubicBezTo>
                  <a:cubicBezTo>
                    <a:pt x="168694" y="24259"/>
                    <a:pt x="162304" y="21706"/>
                    <a:pt x="155914" y="21706"/>
                  </a:cubicBezTo>
                  <a:close/>
                  <a:moveTo>
                    <a:pt x="59426" y="49795"/>
                  </a:moveTo>
                  <a:lnTo>
                    <a:pt x="36423" y="49795"/>
                  </a:lnTo>
                  <a:lnTo>
                    <a:pt x="36423" y="33197"/>
                  </a:lnTo>
                  <a:cubicBezTo>
                    <a:pt x="36423" y="26813"/>
                    <a:pt x="41535" y="21706"/>
                    <a:pt x="47925" y="21706"/>
                  </a:cubicBezTo>
                  <a:cubicBezTo>
                    <a:pt x="51119" y="21706"/>
                    <a:pt x="53675" y="22982"/>
                    <a:pt x="56231" y="24897"/>
                  </a:cubicBezTo>
                  <a:cubicBezTo>
                    <a:pt x="58148" y="26813"/>
                    <a:pt x="59426" y="29366"/>
                    <a:pt x="59426" y="31920"/>
                  </a:cubicBezTo>
                  <a:lnTo>
                    <a:pt x="59426" y="49795"/>
                  </a:lnTo>
                  <a:close/>
                  <a:moveTo>
                    <a:pt x="95210" y="31281"/>
                  </a:moveTo>
                  <a:cubicBezTo>
                    <a:pt x="95210" y="31920"/>
                    <a:pt x="95210" y="32558"/>
                    <a:pt x="95210" y="32558"/>
                  </a:cubicBezTo>
                  <a:lnTo>
                    <a:pt x="95210" y="49795"/>
                  </a:lnTo>
                  <a:lnTo>
                    <a:pt x="72206" y="49795"/>
                  </a:lnTo>
                  <a:lnTo>
                    <a:pt x="72206" y="33835"/>
                  </a:lnTo>
                  <a:cubicBezTo>
                    <a:pt x="72206" y="33835"/>
                    <a:pt x="72206" y="33835"/>
                    <a:pt x="72206" y="33835"/>
                  </a:cubicBezTo>
                  <a:cubicBezTo>
                    <a:pt x="72206" y="33197"/>
                    <a:pt x="72206" y="33197"/>
                    <a:pt x="72206" y="32558"/>
                  </a:cubicBezTo>
                  <a:lnTo>
                    <a:pt x="72206" y="24259"/>
                  </a:lnTo>
                  <a:cubicBezTo>
                    <a:pt x="72206" y="17875"/>
                    <a:pt x="77318" y="12768"/>
                    <a:pt x="83708" y="12768"/>
                  </a:cubicBezTo>
                  <a:cubicBezTo>
                    <a:pt x="86903" y="12768"/>
                    <a:pt x="89459" y="14045"/>
                    <a:pt x="92015" y="15960"/>
                  </a:cubicBezTo>
                  <a:cubicBezTo>
                    <a:pt x="93932" y="17875"/>
                    <a:pt x="95210" y="21067"/>
                    <a:pt x="95210" y="24259"/>
                  </a:cubicBezTo>
                  <a:lnTo>
                    <a:pt x="95210" y="31281"/>
                  </a:lnTo>
                  <a:close/>
                  <a:moveTo>
                    <a:pt x="131633" y="71501"/>
                  </a:moveTo>
                  <a:cubicBezTo>
                    <a:pt x="131633" y="74693"/>
                    <a:pt x="130355" y="77246"/>
                    <a:pt x="128438" y="79800"/>
                  </a:cubicBezTo>
                  <a:cubicBezTo>
                    <a:pt x="126521" y="81715"/>
                    <a:pt x="123326" y="82992"/>
                    <a:pt x="120131" y="82992"/>
                  </a:cubicBezTo>
                  <a:cubicBezTo>
                    <a:pt x="113741" y="82992"/>
                    <a:pt x="108629" y="77885"/>
                    <a:pt x="108629" y="72139"/>
                  </a:cubicBezTo>
                  <a:cubicBezTo>
                    <a:pt x="108629" y="71501"/>
                    <a:pt x="108629" y="70862"/>
                    <a:pt x="108629" y="70862"/>
                  </a:cubicBezTo>
                  <a:lnTo>
                    <a:pt x="108629" y="69585"/>
                  </a:lnTo>
                  <a:cubicBezTo>
                    <a:pt x="108629" y="68947"/>
                    <a:pt x="108629" y="68309"/>
                    <a:pt x="108629" y="67670"/>
                  </a:cubicBezTo>
                  <a:lnTo>
                    <a:pt x="108629" y="31920"/>
                  </a:lnTo>
                  <a:cubicBezTo>
                    <a:pt x="109268" y="26174"/>
                    <a:pt x="114380" y="21067"/>
                    <a:pt x="120131" y="21067"/>
                  </a:cubicBezTo>
                  <a:cubicBezTo>
                    <a:pt x="123326" y="21067"/>
                    <a:pt x="125882" y="22344"/>
                    <a:pt x="128438" y="24259"/>
                  </a:cubicBezTo>
                  <a:cubicBezTo>
                    <a:pt x="130355" y="26174"/>
                    <a:pt x="131633" y="29366"/>
                    <a:pt x="131633" y="32558"/>
                  </a:cubicBezTo>
                  <a:lnTo>
                    <a:pt x="131633" y="45965"/>
                  </a:lnTo>
                  <a:cubicBezTo>
                    <a:pt x="131633" y="45965"/>
                    <a:pt x="131633" y="45965"/>
                    <a:pt x="131633" y="45965"/>
                  </a:cubicBezTo>
                  <a:lnTo>
                    <a:pt x="131633" y="71501"/>
                  </a:lnTo>
                  <a:cubicBezTo>
                    <a:pt x="131633" y="71501"/>
                    <a:pt x="131633" y="71501"/>
                    <a:pt x="131633" y="71501"/>
                  </a:cubicBezTo>
                  <a:close/>
                  <a:moveTo>
                    <a:pt x="167416" y="48518"/>
                  </a:moveTo>
                  <a:lnTo>
                    <a:pt x="167416" y="71501"/>
                  </a:lnTo>
                  <a:cubicBezTo>
                    <a:pt x="167416" y="74693"/>
                    <a:pt x="166138" y="77246"/>
                    <a:pt x="164221" y="79800"/>
                  </a:cubicBezTo>
                  <a:cubicBezTo>
                    <a:pt x="162304" y="81715"/>
                    <a:pt x="159109" y="82992"/>
                    <a:pt x="155914" y="82992"/>
                  </a:cubicBezTo>
                  <a:cubicBezTo>
                    <a:pt x="149524" y="82992"/>
                    <a:pt x="144413" y="77885"/>
                    <a:pt x="144413" y="71501"/>
                  </a:cubicBezTo>
                  <a:cubicBezTo>
                    <a:pt x="144413" y="71501"/>
                    <a:pt x="144413" y="71501"/>
                    <a:pt x="144413" y="71501"/>
                  </a:cubicBezTo>
                  <a:lnTo>
                    <a:pt x="144413" y="46603"/>
                  </a:lnTo>
                  <a:cubicBezTo>
                    <a:pt x="144413" y="40219"/>
                    <a:pt x="149524" y="35112"/>
                    <a:pt x="155914" y="35112"/>
                  </a:cubicBezTo>
                  <a:cubicBezTo>
                    <a:pt x="159109" y="35112"/>
                    <a:pt x="161665" y="36389"/>
                    <a:pt x="164221" y="38304"/>
                  </a:cubicBezTo>
                  <a:cubicBezTo>
                    <a:pt x="166138" y="40219"/>
                    <a:pt x="167416" y="43411"/>
                    <a:pt x="167416" y="46603"/>
                  </a:cubicBezTo>
                  <a:lnTo>
                    <a:pt x="167416" y="48518"/>
                  </a:lnTo>
                  <a:close/>
                </a:path>
              </a:pathLst>
            </a:custGeom>
            <a:solidFill>
              <a:srgbClr val="007CB0"/>
            </a:solidFill>
            <a:ln w="6390" cap="flat">
              <a:noFill/>
              <a:prstDash val="solid"/>
              <a:miter/>
            </a:ln>
          </p:spPr>
          <p:txBody>
            <a:bodyPr rtlCol="0" anchor="ctr"/>
            <a:lstStyle/>
            <a:p>
              <a:endParaRPr lang="en-US"/>
            </a:p>
          </p:txBody>
        </p:sp>
      </p:grpSp>
      <p:grpSp>
        <p:nvGrpSpPr>
          <p:cNvPr id="510" name="Graphic 4">
            <a:extLst>
              <a:ext uri="{FF2B5EF4-FFF2-40B4-BE49-F238E27FC236}">
                <a16:creationId xmlns:a16="http://schemas.microsoft.com/office/drawing/2014/main" id="{29F75391-C2D0-A44F-8A58-F5ED058ED52E}"/>
              </a:ext>
            </a:extLst>
          </p:cNvPr>
          <p:cNvGrpSpPr/>
          <p:nvPr/>
        </p:nvGrpSpPr>
        <p:grpSpPr>
          <a:xfrm>
            <a:off x="3607758" y="3339623"/>
            <a:ext cx="361674" cy="361333"/>
            <a:chOff x="3607758" y="3339623"/>
            <a:chExt cx="361674" cy="361333"/>
          </a:xfrm>
          <a:solidFill>
            <a:srgbClr val="007CB0"/>
          </a:solidFill>
        </p:grpSpPr>
        <p:sp>
          <p:nvSpPr>
            <p:cNvPr id="511" name="Graphic 4">
              <a:extLst>
                <a:ext uri="{FF2B5EF4-FFF2-40B4-BE49-F238E27FC236}">
                  <a16:creationId xmlns:a16="http://schemas.microsoft.com/office/drawing/2014/main" id="{A6847197-E964-FA42-B779-B5BCCD3191AD}"/>
                </a:ext>
              </a:extLst>
            </p:cNvPr>
            <p:cNvSpPr/>
            <p:nvPr/>
          </p:nvSpPr>
          <p:spPr>
            <a:xfrm>
              <a:off x="3607758" y="3339623"/>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2" y="361333"/>
                    <a:pt x="180836" y="361333"/>
                  </a:cubicBezTo>
                  <a:cubicBezTo>
                    <a:pt x="281157" y="361333"/>
                    <a:pt x="361671" y="280257"/>
                    <a:pt x="361671" y="180667"/>
                  </a:cubicBezTo>
                  <a:cubicBezTo>
                    <a:pt x="362310" y="81077"/>
                    <a:pt x="281157" y="0"/>
                    <a:pt x="180836" y="0"/>
                  </a:cubicBezTo>
                  <a:close/>
                  <a:moveTo>
                    <a:pt x="180836" y="349204"/>
                  </a:moveTo>
                  <a:cubicBezTo>
                    <a:pt x="88181" y="349204"/>
                    <a:pt x="12780" y="273873"/>
                    <a:pt x="12780" y="181305"/>
                  </a:cubicBezTo>
                  <a:cubicBezTo>
                    <a:pt x="12780" y="88738"/>
                    <a:pt x="88181" y="13406"/>
                    <a:pt x="180836" y="13406"/>
                  </a:cubicBezTo>
                  <a:cubicBezTo>
                    <a:pt x="273490" y="13406"/>
                    <a:pt x="348891" y="88738"/>
                    <a:pt x="348891" y="181305"/>
                  </a:cubicBezTo>
                  <a:cubicBezTo>
                    <a:pt x="349530" y="273873"/>
                    <a:pt x="274128" y="349204"/>
                    <a:pt x="180836" y="349204"/>
                  </a:cubicBezTo>
                  <a:close/>
                </a:path>
              </a:pathLst>
            </a:custGeom>
            <a:solidFill>
              <a:srgbClr val="007CB0"/>
            </a:solidFill>
            <a:ln w="6390" cap="flat">
              <a:noFill/>
              <a:prstDash val="solid"/>
              <a:miter/>
            </a:ln>
          </p:spPr>
          <p:txBody>
            <a:bodyPr rtlCol="0" anchor="ctr"/>
            <a:lstStyle/>
            <a:p>
              <a:endParaRPr lang="en-US"/>
            </a:p>
          </p:txBody>
        </p:sp>
        <p:sp>
          <p:nvSpPr>
            <p:cNvPr id="512" name="Graphic 4">
              <a:extLst>
                <a:ext uri="{FF2B5EF4-FFF2-40B4-BE49-F238E27FC236}">
                  <a16:creationId xmlns:a16="http://schemas.microsoft.com/office/drawing/2014/main" id="{E869F5B7-8071-6F43-BAD5-CC9A8B5E095A}"/>
                </a:ext>
              </a:extLst>
            </p:cNvPr>
            <p:cNvSpPr/>
            <p:nvPr/>
          </p:nvSpPr>
          <p:spPr>
            <a:xfrm>
              <a:off x="3759990" y="3397079"/>
              <a:ext cx="48899" cy="49156"/>
            </a:xfrm>
            <a:custGeom>
              <a:avLst/>
              <a:gdLst>
                <a:gd name="connsiteX0" fmla="*/ 25408 w 48899"/>
                <a:gd name="connsiteY0" fmla="*/ 49157 h 49156"/>
                <a:gd name="connsiteX1" fmla="*/ 42022 w 48899"/>
                <a:gd name="connsiteY1" fmla="*/ 42134 h 49156"/>
                <a:gd name="connsiteX2" fmla="*/ 41383 w 48899"/>
                <a:gd name="connsiteY2" fmla="*/ 7661 h 49156"/>
                <a:gd name="connsiteX3" fmla="*/ 24130 w 48899"/>
                <a:gd name="connsiteY3" fmla="*/ 0 h 49156"/>
                <a:gd name="connsiteX4" fmla="*/ 6877 w 48899"/>
                <a:gd name="connsiteY4" fmla="*/ 7022 h 49156"/>
                <a:gd name="connsiteX5" fmla="*/ 7516 w 48899"/>
                <a:gd name="connsiteY5" fmla="*/ 41496 h 49156"/>
                <a:gd name="connsiteX6" fmla="*/ 25408 w 48899"/>
                <a:gd name="connsiteY6" fmla="*/ 49157 h 49156"/>
                <a:gd name="connsiteX7" fmla="*/ 16462 w 48899"/>
                <a:gd name="connsiteY7" fmla="*/ 15960 h 49156"/>
                <a:gd name="connsiteX8" fmla="*/ 24130 w 48899"/>
                <a:gd name="connsiteY8" fmla="*/ 12768 h 49156"/>
                <a:gd name="connsiteX9" fmla="*/ 24769 w 48899"/>
                <a:gd name="connsiteY9" fmla="*/ 12768 h 49156"/>
                <a:gd name="connsiteX10" fmla="*/ 33076 w 48899"/>
                <a:gd name="connsiteY10" fmla="*/ 16598 h 49156"/>
                <a:gd name="connsiteX11" fmla="*/ 33715 w 48899"/>
                <a:gd name="connsiteY11" fmla="*/ 33197 h 49156"/>
                <a:gd name="connsiteX12" fmla="*/ 17101 w 48899"/>
                <a:gd name="connsiteY12" fmla="*/ 32558 h 49156"/>
                <a:gd name="connsiteX13" fmla="*/ 16462 w 48899"/>
                <a:gd name="connsiteY13" fmla="*/ 15960 h 49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899" h="49156">
                  <a:moveTo>
                    <a:pt x="25408" y="49157"/>
                  </a:moveTo>
                  <a:cubicBezTo>
                    <a:pt x="31159" y="49157"/>
                    <a:pt x="37549" y="46603"/>
                    <a:pt x="42022" y="42134"/>
                  </a:cubicBezTo>
                  <a:cubicBezTo>
                    <a:pt x="51607" y="32558"/>
                    <a:pt x="50968" y="17237"/>
                    <a:pt x="41383" y="7661"/>
                  </a:cubicBezTo>
                  <a:cubicBezTo>
                    <a:pt x="36910" y="3192"/>
                    <a:pt x="30520" y="638"/>
                    <a:pt x="24130" y="0"/>
                  </a:cubicBezTo>
                  <a:cubicBezTo>
                    <a:pt x="17740" y="0"/>
                    <a:pt x="11350" y="1915"/>
                    <a:pt x="6877" y="7022"/>
                  </a:cubicBezTo>
                  <a:cubicBezTo>
                    <a:pt x="-2708" y="16598"/>
                    <a:pt x="-2069" y="31920"/>
                    <a:pt x="7516" y="41496"/>
                  </a:cubicBezTo>
                  <a:cubicBezTo>
                    <a:pt x="12628" y="46603"/>
                    <a:pt x="19018" y="49157"/>
                    <a:pt x="25408" y="49157"/>
                  </a:cubicBezTo>
                  <a:close/>
                  <a:moveTo>
                    <a:pt x="16462" y="15960"/>
                  </a:moveTo>
                  <a:cubicBezTo>
                    <a:pt x="18379" y="14045"/>
                    <a:pt x="20935" y="12768"/>
                    <a:pt x="24130" y="12768"/>
                  </a:cubicBezTo>
                  <a:cubicBezTo>
                    <a:pt x="24130" y="12768"/>
                    <a:pt x="24130" y="12768"/>
                    <a:pt x="24769" y="12768"/>
                  </a:cubicBezTo>
                  <a:cubicBezTo>
                    <a:pt x="27964" y="12768"/>
                    <a:pt x="31159" y="14045"/>
                    <a:pt x="33076" y="16598"/>
                  </a:cubicBezTo>
                  <a:cubicBezTo>
                    <a:pt x="37549" y="21067"/>
                    <a:pt x="38188" y="28728"/>
                    <a:pt x="33715" y="33197"/>
                  </a:cubicBezTo>
                  <a:cubicBezTo>
                    <a:pt x="29242" y="37666"/>
                    <a:pt x="22213" y="37027"/>
                    <a:pt x="17101" y="32558"/>
                  </a:cubicBezTo>
                  <a:cubicBezTo>
                    <a:pt x="11989" y="28090"/>
                    <a:pt x="11989" y="20429"/>
                    <a:pt x="16462" y="15960"/>
                  </a:cubicBezTo>
                  <a:close/>
                </a:path>
              </a:pathLst>
            </a:custGeom>
            <a:solidFill>
              <a:srgbClr val="007CB0"/>
            </a:solidFill>
            <a:ln w="6390" cap="flat">
              <a:noFill/>
              <a:prstDash val="solid"/>
              <a:miter/>
            </a:ln>
          </p:spPr>
          <p:txBody>
            <a:bodyPr rtlCol="0" anchor="ctr"/>
            <a:lstStyle/>
            <a:p>
              <a:endParaRPr lang="en-US"/>
            </a:p>
          </p:txBody>
        </p:sp>
        <p:sp>
          <p:nvSpPr>
            <p:cNvPr id="513" name="Graphic 4">
              <a:extLst>
                <a:ext uri="{FF2B5EF4-FFF2-40B4-BE49-F238E27FC236}">
                  <a16:creationId xmlns:a16="http://schemas.microsoft.com/office/drawing/2014/main" id="{D20E1E73-EB29-B24D-8875-6A30B1DF602E}"/>
                </a:ext>
              </a:extLst>
            </p:cNvPr>
            <p:cNvSpPr/>
            <p:nvPr/>
          </p:nvSpPr>
          <p:spPr>
            <a:xfrm>
              <a:off x="3796179" y="3431669"/>
              <a:ext cx="120692" cy="208640"/>
            </a:xfrm>
            <a:custGeom>
              <a:avLst/>
              <a:gdLst>
                <a:gd name="connsiteX0" fmla="*/ 120213 w 120692"/>
                <a:gd name="connsiteY0" fmla="*/ 103943 h 208640"/>
                <a:gd name="connsiteX1" fmla="*/ 104239 w 120692"/>
                <a:gd name="connsiteY1" fmla="*/ 71384 h 208640"/>
                <a:gd name="connsiteX2" fmla="*/ 93376 w 120692"/>
                <a:gd name="connsiteY2" fmla="*/ 57340 h 208640"/>
                <a:gd name="connsiteX3" fmla="*/ 40978 w 120692"/>
                <a:gd name="connsiteY3" fmla="*/ 4991 h 208640"/>
                <a:gd name="connsiteX4" fmla="*/ 40339 w 120692"/>
                <a:gd name="connsiteY4" fmla="*/ 4353 h 208640"/>
                <a:gd name="connsiteX5" fmla="*/ 14780 w 120692"/>
                <a:gd name="connsiteY5" fmla="*/ 6268 h 208640"/>
                <a:gd name="connsiteX6" fmla="*/ 5195 w 120692"/>
                <a:gd name="connsiteY6" fmla="*/ 16482 h 208640"/>
                <a:gd name="connsiteX7" fmla="*/ 5833 w 120692"/>
                <a:gd name="connsiteY7" fmla="*/ 43295 h 208640"/>
                <a:gd name="connsiteX8" fmla="*/ 18613 w 120692"/>
                <a:gd name="connsiteY8" fmla="*/ 56063 h 208640"/>
                <a:gd name="connsiteX9" fmla="*/ 9667 w 120692"/>
                <a:gd name="connsiteY9" fmla="*/ 65639 h 208640"/>
                <a:gd name="connsiteX10" fmla="*/ 1360 w 120692"/>
                <a:gd name="connsiteY10" fmla="*/ 81599 h 208640"/>
                <a:gd name="connsiteX11" fmla="*/ 5195 w 120692"/>
                <a:gd name="connsiteY11" fmla="*/ 89260 h 208640"/>
                <a:gd name="connsiteX12" fmla="*/ 26920 w 120692"/>
                <a:gd name="connsiteY12" fmla="*/ 86068 h 208640"/>
                <a:gd name="connsiteX13" fmla="*/ 30115 w 120692"/>
                <a:gd name="connsiteY13" fmla="*/ 82876 h 208640"/>
                <a:gd name="connsiteX14" fmla="*/ 43534 w 120692"/>
                <a:gd name="connsiteY14" fmla="*/ 134586 h 208640"/>
                <a:gd name="connsiteX15" fmla="*/ 46729 w 120692"/>
                <a:gd name="connsiteY15" fmla="*/ 138416 h 208640"/>
                <a:gd name="connsiteX16" fmla="*/ 49285 w 120692"/>
                <a:gd name="connsiteY16" fmla="*/ 139055 h 208640"/>
                <a:gd name="connsiteX17" fmla="*/ 51841 w 120692"/>
                <a:gd name="connsiteY17" fmla="*/ 138416 h 208640"/>
                <a:gd name="connsiteX18" fmla="*/ 62065 w 120692"/>
                <a:gd name="connsiteY18" fmla="*/ 134586 h 208640"/>
                <a:gd name="connsiteX19" fmla="*/ 60787 w 120692"/>
                <a:gd name="connsiteY19" fmla="*/ 195234 h 208640"/>
                <a:gd name="connsiteX20" fmla="*/ 74206 w 120692"/>
                <a:gd name="connsiteY20" fmla="*/ 208640 h 208640"/>
                <a:gd name="connsiteX21" fmla="*/ 87625 w 120692"/>
                <a:gd name="connsiteY21" fmla="*/ 197149 h 208640"/>
                <a:gd name="connsiteX22" fmla="*/ 99126 w 120692"/>
                <a:gd name="connsiteY22" fmla="*/ 119264 h 208640"/>
                <a:gd name="connsiteX23" fmla="*/ 116379 w 120692"/>
                <a:gd name="connsiteY23" fmla="*/ 112242 h 208640"/>
                <a:gd name="connsiteX24" fmla="*/ 120213 w 120692"/>
                <a:gd name="connsiteY24" fmla="*/ 108412 h 208640"/>
                <a:gd name="connsiteX25" fmla="*/ 120213 w 120692"/>
                <a:gd name="connsiteY25" fmla="*/ 103943 h 208640"/>
                <a:gd name="connsiteX26" fmla="*/ 75484 w 120692"/>
                <a:gd name="connsiteY26" fmla="*/ 195872 h 208640"/>
                <a:gd name="connsiteX27" fmla="*/ 74206 w 120692"/>
                <a:gd name="connsiteY27" fmla="*/ 195872 h 208640"/>
                <a:gd name="connsiteX28" fmla="*/ 75484 w 120692"/>
                <a:gd name="connsiteY28" fmla="*/ 130117 h 208640"/>
                <a:gd name="connsiteX29" fmla="*/ 86347 w 120692"/>
                <a:gd name="connsiteY29" fmla="*/ 125648 h 208640"/>
                <a:gd name="connsiteX30" fmla="*/ 75484 w 120692"/>
                <a:gd name="connsiteY30" fmla="*/ 195872 h 208640"/>
                <a:gd name="connsiteX31" fmla="*/ 54397 w 120692"/>
                <a:gd name="connsiteY31" fmla="*/ 124372 h 208640"/>
                <a:gd name="connsiteX32" fmla="*/ 41617 w 120692"/>
                <a:gd name="connsiteY32" fmla="*/ 73938 h 208640"/>
                <a:gd name="connsiteX33" fmla="*/ 45451 w 120692"/>
                <a:gd name="connsiteY33" fmla="*/ 70746 h 208640"/>
                <a:gd name="connsiteX34" fmla="*/ 46090 w 120692"/>
                <a:gd name="connsiteY34" fmla="*/ 70108 h 208640"/>
                <a:gd name="connsiteX35" fmla="*/ 44173 w 120692"/>
                <a:gd name="connsiteY35" fmla="*/ 41380 h 208640"/>
                <a:gd name="connsiteX36" fmla="*/ 31393 w 120692"/>
                <a:gd name="connsiteY36" fmla="*/ 26697 h 208640"/>
                <a:gd name="connsiteX37" fmla="*/ 22447 w 120692"/>
                <a:gd name="connsiteY37" fmla="*/ 26058 h 208640"/>
                <a:gd name="connsiteX38" fmla="*/ 21808 w 120692"/>
                <a:gd name="connsiteY38" fmla="*/ 34996 h 208640"/>
                <a:gd name="connsiteX39" fmla="*/ 35227 w 120692"/>
                <a:gd name="connsiteY39" fmla="*/ 49679 h 208640"/>
                <a:gd name="connsiteX40" fmla="*/ 37144 w 120692"/>
                <a:gd name="connsiteY40" fmla="*/ 61170 h 208640"/>
                <a:gd name="connsiteX41" fmla="*/ 30754 w 120692"/>
                <a:gd name="connsiteY41" fmla="*/ 66916 h 208640"/>
                <a:gd name="connsiteX42" fmla="*/ 30754 w 120692"/>
                <a:gd name="connsiteY42" fmla="*/ 66916 h 208640"/>
                <a:gd name="connsiteX43" fmla="*/ 19891 w 120692"/>
                <a:gd name="connsiteY43" fmla="*/ 76492 h 208640"/>
                <a:gd name="connsiteX44" fmla="*/ 17335 w 120692"/>
                <a:gd name="connsiteY44" fmla="*/ 78407 h 208640"/>
                <a:gd name="connsiteX45" fmla="*/ 20530 w 120692"/>
                <a:gd name="connsiteY45" fmla="*/ 75215 h 208640"/>
                <a:gd name="connsiteX46" fmla="*/ 30754 w 120692"/>
                <a:gd name="connsiteY46" fmla="*/ 63724 h 208640"/>
                <a:gd name="connsiteX47" fmla="*/ 33949 w 120692"/>
                <a:gd name="connsiteY47" fmla="*/ 56701 h 208640"/>
                <a:gd name="connsiteX48" fmla="*/ 31393 w 120692"/>
                <a:gd name="connsiteY48" fmla="*/ 49040 h 208640"/>
                <a:gd name="connsiteX49" fmla="*/ 16057 w 120692"/>
                <a:gd name="connsiteY49" fmla="*/ 33719 h 208640"/>
                <a:gd name="connsiteX50" fmla="*/ 16057 w 120692"/>
                <a:gd name="connsiteY50" fmla="*/ 24781 h 208640"/>
                <a:gd name="connsiteX51" fmla="*/ 25642 w 120692"/>
                <a:gd name="connsiteY51" fmla="*/ 14567 h 208640"/>
                <a:gd name="connsiteX52" fmla="*/ 33949 w 120692"/>
                <a:gd name="connsiteY52" fmla="*/ 13929 h 208640"/>
                <a:gd name="connsiteX53" fmla="*/ 86347 w 120692"/>
                <a:gd name="connsiteY53" fmla="*/ 66277 h 208640"/>
                <a:gd name="connsiteX54" fmla="*/ 94654 w 120692"/>
                <a:gd name="connsiteY54" fmla="*/ 77130 h 208640"/>
                <a:gd name="connsiteX55" fmla="*/ 107434 w 120692"/>
                <a:gd name="connsiteY55" fmla="*/ 103304 h 208640"/>
                <a:gd name="connsiteX56" fmla="*/ 54397 w 120692"/>
                <a:gd name="connsiteY56" fmla="*/ 124372 h 2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20692" h="208640">
                  <a:moveTo>
                    <a:pt x="120213" y="103943"/>
                  </a:moveTo>
                  <a:lnTo>
                    <a:pt x="104239" y="71384"/>
                  </a:lnTo>
                  <a:cubicBezTo>
                    <a:pt x="101044" y="66277"/>
                    <a:pt x="97849" y="61808"/>
                    <a:pt x="93376" y="57340"/>
                  </a:cubicBezTo>
                  <a:lnTo>
                    <a:pt x="40978" y="4991"/>
                  </a:lnTo>
                  <a:cubicBezTo>
                    <a:pt x="40978" y="4991"/>
                    <a:pt x="40339" y="4991"/>
                    <a:pt x="40339" y="4353"/>
                  </a:cubicBezTo>
                  <a:cubicBezTo>
                    <a:pt x="32671" y="-2031"/>
                    <a:pt x="21808" y="-1393"/>
                    <a:pt x="14780" y="6268"/>
                  </a:cubicBezTo>
                  <a:lnTo>
                    <a:pt x="5195" y="16482"/>
                  </a:lnTo>
                  <a:cubicBezTo>
                    <a:pt x="-1835" y="24143"/>
                    <a:pt x="-1835" y="36273"/>
                    <a:pt x="5833" y="43295"/>
                  </a:cubicBezTo>
                  <a:lnTo>
                    <a:pt x="18613" y="56063"/>
                  </a:lnTo>
                  <a:lnTo>
                    <a:pt x="9667" y="65639"/>
                  </a:lnTo>
                  <a:cubicBezTo>
                    <a:pt x="3917" y="71384"/>
                    <a:pt x="722" y="76492"/>
                    <a:pt x="1360" y="81599"/>
                  </a:cubicBezTo>
                  <a:cubicBezTo>
                    <a:pt x="1360" y="84791"/>
                    <a:pt x="2638" y="87344"/>
                    <a:pt x="5195" y="89260"/>
                  </a:cubicBezTo>
                  <a:cubicBezTo>
                    <a:pt x="7750" y="92452"/>
                    <a:pt x="14140" y="95644"/>
                    <a:pt x="26920" y="86068"/>
                  </a:cubicBezTo>
                  <a:lnTo>
                    <a:pt x="30115" y="82876"/>
                  </a:lnTo>
                  <a:lnTo>
                    <a:pt x="43534" y="134586"/>
                  </a:lnTo>
                  <a:cubicBezTo>
                    <a:pt x="44173" y="136501"/>
                    <a:pt x="45451" y="137778"/>
                    <a:pt x="46729" y="138416"/>
                  </a:cubicBezTo>
                  <a:cubicBezTo>
                    <a:pt x="47368" y="139055"/>
                    <a:pt x="48646" y="139055"/>
                    <a:pt x="49285" y="139055"/>
                  </a:cubicBezTo>
                  <a:cubicBezTo>
                    <a:pt x="49924" y="139055"/>
                    <a:pt x="51202" y="139055"/>
                    <a:pt x="51841" y="138416"/>
                  </a:cubicBezTo>
                  <a:lnTo>
                    <a:pt x="62065" y="134586"/>
                  </a:lnTo>
                  <a:lnTo>
                    <a:pt x="60787" y="195234"/>
                  </a:lnTo>
                  <a:cubicBezTo>
                    <a:pt x="60787" y="202895"/>
                    <a:pt x="67177" y="208640"/>
                    <a:pt x="74206" y="208640"/>
                  </a:cubicBezTo>
                  <a:cubicBezTo>
                    <a:pt x="80596" y="208640"/>
                    <a:pt x="86347" y="204172"/>
                    <a:pt x="87625" y="197149"/>
                  </a:cubicBezTo>
                  <a:lnTo>
                    <a:pt x="99126" y="119264"/>
                  </a:lnTo>
                  <a:lnTo>
                    <a:pt x="116379" y="112242"/>
                  </a:lnTo>
                  <a:cubicBezTo>
                    <a:pt x="118296" y="111604"/>
                    <a:pt x="119574" y="110327"/>
                    <a:pt x="120213" y="108412"/>
                  </a:cubicBezTo>
                  <a:cubicBezTo>
                    <a:pt x="120852" y="107773"/>
                    <a:pt x="120852" y="105858"/>
                    <a:pt x="120213" y="103943"/>
                  </a:cubicBezTo>
                  <a:close/>
                  <a:moveTo>
                    <a:pt x="75484" y="195872"/>
                  </a:moveTo>
                  <a:cubicBezTo>
                    <a:pt x="75484" y="196511"/>
                    <a:pt x="74206" y="196511"/>
                    <a:pt x="74206" y="195872"/>
                  </a:cubicBezTo>
                  <a:lnTo>
                    <a:pt x="75484" y="130117"/>
                  </a:lnTo>
                  <a:lnTo>
                    <a:pt x="86347" y="125648"/>
                  </a:lnTo>
                  <a:lnTo>
                    <a:pt x="75484" y="195872"/>
                  </a:lnTo>
                  <a:close/>
                  <a:moveTo>
                    <a:pt x="54397" y="124372"/>
                  </a:moveTo>
                  <a:lnTo>
                    <a:pt x="41617" y="73938"/>
                  </a:lnTo>
                  <a:lnTo>
                    <a:pt x="45451" y="70746"/>
                  </a:lnTo>
                  <a:cubicBezTo>
                    <a:pt x="45451" y="70746"/>
                    <a:pt x="46090" y="70108"/>
                    <a:pt x="46090" y="70108"/>
                  </a:cubicBezTo>
                  <a:cubicBezTo>
                    <a:pt x="54397" y="59893"/>
                    <a:pt x="53758" y="50317"/>
                    <a:pt x="44173" y="41380"/>
                  </a:cubicBezTo>
                  <a:lnTo>
                    <a:pt x="31393" y="26697"/>
                  </a:lnTo>
                  <a:cubicBezTo>
                    <a:pt x="28837" y="24143"/>
                    <a:pt x="25003" y="24143"/>
                    <a:pt x="22447" y="26058"/>
                  </a:cubicBezTo>
                  <a:cubicBezTo>
                    <a:pt x="19891" y="27973"/>
                    <a:pt x="19891" y="32442"/>
                    <a:pt x="21808" y="34996"/>
                  </a:cubicBezTo>
                  <a:lnTo>
                    <a:pt x="35227" y="49679"/>
                  </a:lnTo>
                  <a:cubicBezTo>
                    <a:pt x="40978" y="54786"/>
                    <a:pt x="40339" y="57340"/>
                    <a:pt x="37144" y="61170"/>
                  </a:cubicBezTo>
                  <a:lnTo>
                    <a:pt x="30754" y="66916"/>
                  </a:lnTo>
                  <a:cubicBezTo>
                    <a:pt x="30754" y="66916"/>
                    <a:pt x="30754" y="66916"/>
                    <a:pt x="30754" y="66916"/>
                  </a:cubicBezTo>
                  <a:lnTo>
                    <a:pt x="19891" y="76492"/>
                  </a:lnTo>
                  <a:cubicBezTo>
                    <a:pt x="19252" y="77130"/>
                    <a:pt x="17974" y="77768"/>
                    <a:pt x="17335" y="78407"/>
                  </a:cubicBezTo>
                  <a:cubicBezTo>
                    <a:pt x="17974" y="77768"/>
                    <a:pt x="19252" y="76492"/>
                    <a:pt x="20530" y="75215"/>
                  </a:cubicBezTo>
                  <a:lnTo>
                    <a:pt x="30754" y="63724"/>
                  </a:lnTo>
                  <a:cubicBezTo>
                    <a:pt x="32671" y="61808"/>
                    <a:pt x="33949" y="59255"/>
                    <a:pt x="33949" y="56701"/>
                  </a:cubicBezTo>
                  <a:cubicBezTo>
                    <a:pt x="33949" y="54148"/>
                    <a:pt x="33310" y="50956"/>
                    <a:pt x="31393" y="49040"/>
                  </a:cubicBezTo>
                  <a:lnTo>
                    <a:pt x="16057" y="33719"/>
                  </a:lnTo>
                  <a:cubicBezTo>
                    <a:pt x="13501" y="31165"/>
                    <a:pt x="13501" y="27335"/>
                    <a:pt x="16057" y="24781"/>
                  </a:cubicBezTo>
                  <a:lnTo>
                    <a:pt x="25642" y="14567"/>
                  </a:lnTo>
                  <a:cubicBezTo>
                    <a:pt x="27559" y="12013"/>
                    <a:pt x="31393" y="12013"/>
                    <a:pt x="33949" y="13929"/>
                  </a:cubicBezTo>
                  <a:lnTo>
                    <a:pt x="86347" y="66277"/>
                  </a:lnTo>
                  <a:cubicBezTo>
                    <a:pt x="89541" y="69469"/>
                    <a:pt x="92736" y="73300"/>
                    <a:pt x="94654" y="77130"/>
                  </a:cubicBezTo>
                  <a:lnTo>
                    <a:pt x="107434" y="103304"/>
                  </a:lnTo>
                  <a:lnTo>
                    <a:pt x="54397" y="124372"/>
                  </a:lnTo>
                  <a:close/>
                </a:path>
              </a:pathLst>
            </a:custGeom>
            <a:solidFill>
              <a:srgbClr val="007CB0"/>
            </a:solidFill>
            <a:ln w="6390" cap="flat">
              <a:noFill/>
              <a:prstDash val="solid"/>
              <a:miter/>
            </a:ln>
          </p:spPr>
          <p:txBody>
            <a:bodyPr rtlCol="0" anchor="ctr"/>
            <a:lstStyle/>
            <a:p>
              <a:endParaRPr lang="en-US"/>
            </a:p>
          </p:txBody>
        </p:sp>
        <p:sp>
          <p:nvSpPr>
            <p:cNvPr id="514" name="Graphic 4">
              <a:extLst>
                <a:ext uri="{FF2B5EF4-FFF2-40B4-BE49-F238E27FC236}">
                  <a16:creationId xmlns:a16="http://schemas.microsoft.com/office/drawing/2014/main" id="{BDE1E301-7623-6548-864C-08D74469E4F5}"/>
                </a:ext>
              </a:extLst>
            </p:cNvPr>
            <p:cNvSpPr/>
            <p:nvPr/>
          </p:nvSpPr>
          <p:spPr>
            <a:xfrm>
              <a:off x="3673082" y="3465547"/>
              <a:ext cx="123818" cy="57934"/>
            </a:xfrm>
            <a:custGeom>
              <a:avLst/>
              <a:gdLst>
                <a:gd name="connsiteX0" fmla="*/ 112955 w 123818"/>
                <a:gd name="connsiteY0" fmla="*/ 15801 h 57934"/>
                <a:gd name="connsiteX1" fmla="*/ 90591 w 123818"/>
                <a:gd name="connsiteY1" fmla="*/ 15801 h 57934"/>
                <a:gd name="connsiteX2" fmla="*/ 87396 w 123818"/>
                <a:gd name="connsiteY2" fmla="*/ 15801 h 57934"/>
                <a:gd name="connsiteX3" fmla="*/ 72699 w 123818"/>
                <a:gd name="connsiteY3" fmla="*/ 27930 h 57934"/>
                <a:gd name="connsiteX4" fmla="*/ 72060 w 123818"/>
                <a:gd name="connsiteY4" fmla="*/ 29207 h 57934"/>
                <a:gd name="connsiteX5" fmla="*/ 71421 w 123818"/>
                <a:gd name="connsiteY5" fmla="*/ 29207 h 57934"/>
                <a:gd name="connsiteX6" fmla="*/ 70143 w 123818"/>
                <a:gd name="connsiteY6" fmla="*/ 19631 h 57934"/>
                <a:gd name="connsiteX7" fmla="*/ 65031 w 123818"/>
                <a:gd name="connsiteY7" fmla="*/ 10055 h 57934"/>
                <a:gd name="connsiteX8" fmla="*/ 57363 w 123818"/>
                <a:gd name="connsiteY8" fmla="*/ 2394 h 57934"/>
                <a:gd name="connsiteX9" fmla="*/ 44583 w 123818"/>
                <a:gd name="connsiteY9" fmla="*/ 2394 h 57934"/>
                <a:gd name="connsiteX10" fmla="*/ 43305 w 123818"/>
                <a:gd name="connsiteY10" fmla="*/ 13885 h 57934"/>
                <a:gd name="connsiteX11" fmla="*/ 47139 w 123818"/>
                <a:gd name="connsiteY11" fmla="*/ 20269 h 57934"/>
                <a:gd name="connsiteX12" fmla="*/ 47139 w 123818"/>
                <a:gd name="connsiteY12" fmla="*/ 22823 h 57934"/>
                <a:gd name="connsiteX13" fmla="*/ 43944 w 123818"/>
                <a:gd name="connsiteY13" fmla="*/ 25377 h 57934"/>
                <a:gd name="connsiteX14" fmla="*/ 40110 w 123818"/>
                <a:gd name="connsiteY14" fmla="*/ 27930 h 57934"/>
                <a:gd name="connsiteX15" fmla="*/ 17106 w 123818"/>
                <a:gd name="connsiteY15" fmla="*/ 17077 h 57934"/>
                <a:gd name="connsiteX16" fmla="*/ 17106 w 123818"/>
                <a:gd name="connsiteY16" fmla="*/ 17077 h 57934"/>
                <a:gd name="connsiteX17" fmla="*/ 493 w 123818"/>
                <a:gd name="connsiteY17" fmla="*/ 41337 h 57934"/>
                <a:gd name="connsiteX18" fmla="*/ 20940 w 123818"/>
                <a:gd name="connsiteY18" fmla="*/ 57935 h 57934"/>
                <a:gd name="connsiteX19" fmla="*/ 25413 w 123818"/>
                <a:gd name="connsiteY19" fmla="*/ 57296 h 57934"/>
                <a:gd name="connsiteX20" fmla="*/ 36915 w 123818"/>
                <a:gd name="connsiteY20" fmla="*/ 50274 h 57934"/>
                <a:gd name="connsiteX21" fmla="*/ 48417 w 123818"/>
                <a:gd name="connsiteY21" fmla="*/ 57296 h 57934"/>
                <a:gd name="connsiteX22" fmla="*/ 76533 w 123818"/>
                <a:gd name="connsiteY22" fmla="*/ 57296 h 57934"/>
                <a:gd name="connsiteX23" fmla="*/ 95064 w 123818"/>
                <a:gd name="connsiteY23" fmla="*/ 46444 h 57934"/>
                <a:gd name="connsiteX24" fmla="*/ 97619 w 123818"/>
                <a:gd name="connsiteY24" fmla="*/ 41975 h 57934"/>
                <a:gd name="connsiteX25" fmla="*/ 104648 w 123818"/>
                <a:gd name="connsiteY25" fmla="*/ 37506 h 57934"/>
                <a:gd name="connsiteX26" fmla="*/ 112316 w 123818"/>
                <a:gd name="connsiteY26" fmla="*/ 37506 h 57934"/>
                <a:gd name="connsiteX27" fmla="*/ 123818 w 123818"/>
                <a:gd name="connsiteY27" fmla="*/ 26015 h 57934"/>
                <a:gd name="connsiteX28" fmla="*/ 112955 w 123818"/>
                <a:gd name="connsiteY28" fmla="*/ 15801 h 57934"/>
                <a:gd name="connsiteX29" fmla="*/ 22857 w 123818"/>
                <a:gd name="connsiteY29" fmla="*/ 45167 h 57934"/>
                <a:gd name="connsiteX30" fmla="*/ 13272 w 123818"/>
                <a:gd name="connsiteY30" fmla="*/ 39421 h 57934"/>
                <a:gd name="connsiteX31" fmla="*/ 20301 w 123818"/>
                <a:gd name="connsiteY31" fmla="*/ 29845 h 57934"/>
                <a:gd name="connsiteX32" fmla="*/ 29886 w 123818"/>
                <a:gd name="connsiteY32" fmla="*/ 35591 h 57934"/>
                <a:gd name="connsiteX33" fmla="*/ 22857 w 123818"/>
                <a:gd name="connsiteY33" fmla="*/ 45167 h 57934"/>
                <a:gd name="connsiteX34" fmla="*/ 86757 w 123818"/>
                <a:gd name="connsiteY34" fmla="*/ 36229 h 57934"/>
                <a:gd name="connsiteX35" fmla="*/ 84201 w 123818"/>
                <a:gd name="connsiteY35" fmla="*/ 40698 h 57934"/>
                <a:gd name="connsiteX36" fmla="*/ 76533 w 123818"/>
                <a:gd name="connsiteY36" fmla="*/ 45167 h 57934"/>
                <a:gd name="connsiteX37" fmla="*/ 48417 w 123818"/>
                <a:gd name="connsiteY37" fmla="*/ 45167 h 57934"/>
                <a:gd name="connsiteX38" fmla="*/ 48417 w 123818"/>
                <a:gd name="connsiteY38" fmla="*/ 37506 h 57934"/>
                <a:gd name="connsiteX39" fmla="*/ 57363 w 123818"/>
                <a:gd name="connsiteY39" fmla="*/ 30484 h 57934"/>
                <a:gd name="connsiteX40" fmla="*/ 58641 w 123818"/>
                <a:gd name="connsiteY40" fmla="*/ 28569 h 57934"/>
                <a:gd name="connsiteX41" fmla="*/ 59280 w 123818"/>
                <a:gd name="connsiteY41" fmla="*/ 36229 h 57934"/>
                <a:gd name="connsiteX42" fmla="*/ 65670 w 123818"/>
                <a:gd name="connsiteY42" fmla="*/ 41975 h 57934"/>
                <a:gd name="connsiteX43" fmla="*/ 72699 w 123818"/>
                <a:gd name="connsiteY43" fmla="*/ 41975 h 57934"/>
                <a:gd name="connsiteX44" fmla="*/ 81006 w 123818"/>
                <a:gd name="connsiteY44" fmla="*/ 38783 h 57934"/>
                <a:gd name="connsiteX45" fmla="*/ 85479 w 123818"/>
                <a:gd name="connsiteY45" fmla="*/ 31761 h 57934"/>
                <a:gd name="connsiteX46" fmla="*/ 88674 w 123818"/>
                <a:gd name="connsiteY46" fmla="*/ 29207 h 57934"/>
                <a:gd name="connsiteX47" fmla="*/ 90591 w 123818"/>
                <a:gd name="connsiteY47" fmla="*/ 29207 h 57934"/>
                <a:gd name="connsiteX48" fmla="*/ 94424 w 123818"/>
                <a:gd name="connsiteY48" fmla="*/ 29207 h 57934"/>
                <a:gd name="connsiteX49" fmla="*/ 86757 w 123818"/>
                <a:gd name="connsiteY49" fmla="*/ 36229 h 57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23818" h="57934">
                  <a:moveTo>
                    <a:pt x="112955" y="15801"/>
                  </a:moveTo>
                  <a:lnTo>
                    <a:pt x="90591" y="15801"/>
                  </a:lnTo>
                  <a:cubicBezTo>
                    <a:pt x="89312" y="15801"/>
                    <a:pt x="88674" y="15801"/>
                    <a:pt x="87396" y="15801"/>
                  </a:cubicBezTo>
                  <a:cubicBezTo>
                    <a:pt x="80367" y="16439"/>
                    <a:pt x="74616" y="20908"/>
                    <a:pt x="72699" y="27930"/>
                  </a:cubicBezTo>
                  <a:cubicBezTo>
                    <a:pt x="72699" y="28569"/>
                    <a:pt x="72060" y="28569"/>
                    <a:pt x="72060" y="29207"/>
                  </a:cubicBezTo>
                  <a:lnTo>
                    <a:pt x="71421" y="29207"/>
                  </a:lnTo>
                  <a:lnTo>
                    <a:pt x="70143" y="19631"/>
                  </a:lnTo>
                  <a:cubicBezTo>
                    <a:pt x="69504" y="15801"/>
                    <a:pt x="68226" y="12609"/>
                    <a:pt x="65031" y="10055"/>
                  </a:cubicBezTo>
                  <a:lnTo>
                    <a:pt x="57363" y="2394"/>
                  </a:lnTo>
                  <a:cubicBezTo>
                    <a:pt x="53529" y="-798"/>
                    <a:pt x="47778" y="-798"/>
                    <a:pt x="44583" y="2394"/>
                  </a:cubicBezTo>
                  <a:cubicBezTo>
                    <a:pt x="41388" y="5586"/>
                    <a:pt x="40749" y="10055"/>
                    <a:pt x="43305" y="13885"/>
                  </a:cubicBezTo>
                  <a:lnTo>
                    <a:pt x="47139" y="20269"/>
                  </a:lnTo>
                  <a:cubicBezTo>
                    <a:pt x="47778" y="20908"/>
                    <a:pt x="47778" y="22185"/>
                    <a:pt x="47139" y="22823"/>
                  </a:cubicBezTo>
                  <a:cubicBezTo>
                    <a:pt x="46500" y="24100"/>
                    <a:pt x="45222" y="24738"/>
                    <a:pt x="43944" y="25377"/>
                  </a:cubicBezTo>
                  <a:cubicBezTo>
                    <a:pt x="42666" y="26015"/>
                    <a:pt x="41388" y="26653"/>
                    <a:pt x="40110" y="27930"/>
                  </a:cubicBezTo>
                  <a:cubicBezTo>
                    <a:pt x="35637" y="19631"/>
                    <a:pt x="26691" y="15162"/>
                    <a:pt x="17106" y="17077"/>
                  </a:cubicBezTo>
                  <a:lnTo>
                    <a:pt x="17106" y="17077"/>
                  </a:lnTo>
                  <a:cubicBezTo>
                    <a:pt x="5604" y="19631"/>
                    <a:pt x="-2064" y="30484"/>
                    <a:pt x="493" y="41337"/>
                  </a:cubicBezTo>
                  <a:cubicBezTo>
                    <a:pt x="2409" y="50912"/>
                    <a:pt x="11355" y="57935"/>
                    <a:pt x="20940" y="57935"/>
                  </a:cubicBezTo>
                  <a:cubicBezTo>
                    <a:pt x="22218" y="57935"/>
                    <a:pt x="24135" y="57935"/>
                    <a:pt x="25413" y="57296"/>
                  </a:cubicBezTo>
                  <a:cubicBezTo>
                    <a:pt x="29886" y="56020"/>
                    <a:pt x="34359" y="54104"/>
                    <a:pt x="36915" y="50274"/>
                  </a:cubicBezTo>
                  <a:cubicBezTo>
                    <a:pt x="38832" y="54743"/>
                    <a:pt x="43305" y="57296"/>
                    <a:pt x="48417" y="57296"/>
                  </a:cubicBezTo>
                  <a:lnTo>
                    <a:pt x="76533" y="57296"/>
                  </a:lnTo>
                  <a:cubicBezTo>
                    <a:pt x="84201" y="57296"/>
                    <a:pt x="91229" y="52828"/>
                    <a:pt x="95064" y="46444"/>
                  </a:cubicBezTo>
                  <a:lnTo>
                    <a:pt x="97619" y="41975"/>
                  </a:lnTo>
                  <a:cubicBezTo>
                    <a:pt x="98897" y="39421"/>
                    <a:pt x="102092" y="37506"/>
                    <a:pt x="104648" y="37506"/>
                  </a:cubicBezTo>
                  <a:lnTo>
                    <a:pt x="112316" y="37506"/>
                  </a:lnTo>
                  <a:cubicBezTo>
                    <a:pt x="118706" y="37506"/>
                    <a:pt x="123818" y="32399"/>
                    <a:pt x="123818" y="26015"/>
                  </a:cubicBezTo>
                  <a:cubicBezTo>
                    <a:pt x="123818" y="19631"/>
                    <a:pt x="119345" y="15801"/>
                    <a:pt x="112955" y="15801"/>
                  </a:cubicBezTo>
                  <a:close/>
                  <a:moveTo>
                    <a:pt x="22857" y="45167"/>
                  </a:moveTo>
                  <a:cubicBezTo>
                    <a:pt x="18384" y="45805"/>
                    <a:pt x="13911" y="43252"/>
                    <a:pt x="13272" y="39421"/>
                  </a:cubicBezTo>
                  <a:cubicBezTo>
                    <a:pt x="12633" y="34953"/>
                    <a:pt x="15189" y="31122"/>
                    <a:pt x="20301" y="29845"/>
                  </a:cubicBezTo>
                  <a:cubicBezTo>
                    <a:pt x="24774" y="29207"/>
                    <a:pt x="29247" y="31761"/>
                    <a:pt x="29886" y="35591"/>
                  </a:cubicBezTo>
                  <a:cubicBezTo>
                    <a:pt x="30525" y="40060"/>
                    <a:pt x="27330" y="43890"/>
                    <a:pt x="22857" y="45167"/>
                  </a:cubicBezTo>
                  <a:close/>
                  <a:moveTo>
                    <a:pt x="86757" y="36229"/>
                  </a:moveTo>
                  <a:lnTo>
                    <a:pt x="84201" y="40698"/>
                  </a:lnTo>
                  <a:cubicBezTo>
                    <a:pt x="82923" y="43252"/>
                    <a:pt x="79728" y="45167"/>
                    <a:pt x="76533" y="45167"/>
                  </a:cubicBezTo>
                  <a:lnTo>
                    <a:pt x="48417" y="45167"/>
                  </a:lnTo>
                  <a:lnTo>
                    <a:pt x="48417" y="37506"/>
                  </a:lnTo>
                  <a:cubicBezTo>
                    <a:pt x="51612" y="36229"/>
                    <a:pt x="54807" y="33676"/>
                    <a:pt x="57363" y="30484"/>
                  </a:cubicBezTo>
                  <a:cubicBezTo>
                    <a:pt x="58002" y="29845"/>
                    <a:pt x="58002" y="29207"/>
                    <a:pt x="58641" y="28569"/>
                  </a:cubicBezTo>
                  <a:lnTo>
                    <a:pt x="59280" y="36229"/>
                  </a:lnTo>
                  <a:cubicBezTo>
                    <a:pt x="59919" y="39421"/>
                    <a:pt x="62475" y="41975"/>
                    <a:pt x="65670" y="41975"/>
                  </a:cubicBezTo>
                  <a:lnTo>
                    <a:pt x="72699" y="41975"/>
                  </a:lnTo>
                  <a:cubicBezTo>
                    <a:pt x="75894" y="41975"/>
                    <a:pt x="78449" y="40698"/>
                    <a:pt x="81006" y="38783"/>
                  </a:cubicBezTo>
                  <a:cubicBezTo>
                    <a:pt x="82923" y="36868"/>
                    <a:pt x="84839" y="34314"/>
                    <a:pt x="85479" y="31761"/>
                  </a:cubicBezTo>
                  <a:cubicBezTo>
                    <a:pt x="86117" y="30484"/>
                    <a:pt x="87396" y="29207"/>
                    <a:pt x="88674" y="29207"/>
                  </a:cubicBezTo>
                  <a:cubicBezTo>
                    <a:pt x="89312" y="29207"/>
                    <a:pt x="89952" y="29207"/>
                    <a:pt x="90591" y="29207"/>
                  </a:cubicBezTo>
                  <a:lnTo>
                    <a:pt x="94424" y="29207"/>
                  </a:lnTo>
                  <a:cubicBezTo>
                    <a:pt x="91229" y="30484"/>
                    <a:pt x="88674" y="33037"/>
                    <a:pt x="86757" y="36229"/>
                  </a:cubicBezTo>
                  <a:close/>
                </a:path>
              </a:pathLst>
            </a:custGeom>
            <a:solidFill>
              <a:srgbClr val="007CB0"/>
            </a:solidFill>
            <a:ln w="6390" cap="flat">
              <a:noFill/>
              <a:prstDash val="solid"/>
              <a:miter/>
            </a:ln>
          </p:spPr>
          <p:txBody>
            <a:bodyPr rtlCol="0" anchor="ctr"/>
            <a:lstStyle/>
            <a:p>
              <a:endParaRPr lang="en-US"/>
            </a:p>
          </p:txBody>
        </p:sp>
        <p:sp>
          <p:nvSpPr>
            <p:cNvPr id="515" name="Graphic 4">
              <a:extLst>
                <a:ext uri="{FF2B5EF4-FFF2-40B4-BE49-F238E27FC236}">
                  <a16:creationId xmlns:a16="http://schemas.microsoft.com/office/drawing/2014/main" id="{97611D94-7A30-004B-BB6E-D13C527A4730}"/>
                </a:ext>
              </a:extLst>
            </p:cNvPr>
            <p:cNvSpPr/>
            <p:nvPr/>
          </p:nvSpPr>
          <p:spPr>
            <a:xfrm>
              <a:off x="3650570" y="3496031"/>
              <a:ext cx="133549" cy="110442"/>
            </a:xfrm>
            <a:custGeom>
              <a:avLst/>
              <a:gdLst>
                <a:gd name="connsiteX0" fmla="*/ 107990 w 133549"/>
                <a:gd name="connsiteY0" fmla="*/ 38942 h 110442"/>
                <a:gd name="connsiteX1" fmla="*/ 25560 w 133549"/>
                <a:gd name="connsiteY1" fmla="*/ 38942 h 110442"/>
                <a:gd name="connsiteX2" fmla="*/ 12780 w 133549"/>
                <a:gd name="connsiteY2" fmla="*/ 26174 h 110442"/>
                <a:gd name="connsiteX3" fmla="*/ 12780 w 133549"/>
                <a:gd name="connsiteY3" fmla="*/ 6384 h 110442"/>
                <a:gd name="connsiteX4" fmla="*/ 6390 w 133549"/>
                <a:gd name="connsiteY4" fmla="*/ 0 h 110442"/>
                <a:gd name="connsiteX5" fmla="*/ 0 w 133549"/>
                <a:gd name="connsiteY5" fmla="*/ 6384 h 110442"/>
                <a:gd name="connsiteX6" fmla="*/ 0 w 133549"/>
                <a:gd name="connsiteY6" fmla="*/ 26174 h 110442"/>
                <a:gd name="connsiteX7" fmla="*/ 25560 w 133549"/>
                <a:gd name="connsiteY7" fmla="*/ 51710 h 110442"/>
                <a:gd name="connsiteX8" fmla="*/ 107990 w 133549"/>
                <a:gd name="connsiteY8" fmla="*/ 51710 h 110442"/>
                <a:gd name="connsiteX9" fmla="*/ 120770 w 133549"/>
                <a:gd name="connsiteY9" fmla="*/ 64478 h 110442"/>
                <a:gd name="connsiteX10" fmla="*/ 120770 w 133549"/>
                <a:gd name="connsiteY10" fmla="*/ 104059 h 110442"/>
                <a:gd name="connsiteX11" fmla="*/ 127160 w 133549"/>
                <a:gd name="connsiteY11" fmla="*/ 110443 h 110442"/>
                <a:gd name="connsiteX12" fmla="*/ 133550 w 133549"/>
                <a:gd name="connsiteY12" fmla="*/ 104059 h 110442"/>
                <a:gd name="connsiteX13" fmla="*/ 133550 w 133549"/>
                <a:gd name="connsiteY13" fmla="*/ 64478 h 110442"/>
                <a:gd name="connsiteX14" fmla="*/ 107990 w 133549"/>
                <a:gd name="connsiteY14" fmla="*/ 38942 h 110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3549" h="110442">
                  <a:moveTo>
                    <a:pt x="107990" y="38942"/>
                  </a:moveTo>
                  <a:lnTo>
                    <a:pt x="25560" y="38942"/>
                  </a:lnTo>
                  <a:cubicBezTo>
                    <a:pt x="18531" y="38942"/>
                    <a:pt x="12780" y="33197"/>
                    <a:pt x="12780" y="26174"/>
                  </a:cubicBezTo>
                  <a:lnTo>
                    <a:pt x="12780" y="6384"/>
                  </a:lnTo>
                  <a:cubicBezTo>
                    <a:pt x="12780" y="2554"/>
                    <a:pt x="10224" y="0"/>
                    <a:pt x="6390" y="0"/>
                  </a:cubicBezTo>
                  <a:cubicBezTo>
                    <a:pt x="2556" y="0"/>
                    <a:pt x="0" y="2554"/>
                    <a:pt x="0" y="6384"/>
                  </a:cubicBezTo>
                  <a:lnTo>
                    <a:pt x="0" y="26174"/>
                  </a:lnTo>
                  <a:cubicBezTo>
                    <a:pt x="0" y="40219"/>
                    <a:pt x="11502" y="51710"/>
                    <a:pt x="25560" y="51710"/>
                  </a:cubicBezTo>
                  <a:lnTo>
                    <a:pt x="107990" y="51710"/>
                  </a:lnTo>
                  <a:cubicBezTo>
                    <a:pt x="115019" y="51710"/>
                    <a:pt x="120770" y="57456"/>
                    <a:pt x="120770" y="64478"/>
                  </a:cubicBezTo>
                  <a:lnTo>
                    <a:pt x="120770" y="104059"/>
                  </a:lnTo>
                  <a:cubicBezTo>
                    <a:pt x="120770" y="107889"/>
                    <a:pt x="123326" y="110443"/>
                    <a:pt x="127160" y="110443"/>
                  </a:cubicBezTo>
                  <a:cubicBezTo>
                    <a:pt x="130994" y="110443"/>
                    <a:pt x="133550" y="107889"/>
                    <a:pt x="133550" y="104059"/>
                  </a:cubicBezTo>
                  <a:lnTo>
                    <a:pt x="133550" y="64478"/>
                  </a:lnTo>
                  <a:cubicBezTo>
                    <a:pt x="133550" y="50434"/>
                    <a:pt x="122048" y="38942"/>
                    <a:pt x="107990" y="38942"/>
                  </a:cubicBezTo>
                  <a:close/>
                </a:path>
              </a:pathLst>
            </a:custGeom>
            <a:solidFill>
              <a:srgbClr val="007CB0"/>
            </a:solidFill>
            <a:ln w="6390" cap="flat">
              <a:noFill/>
              <a:prstDash val="solid"/>
              <a:miter/>
            </a:ln>
          </p:spPr>
          <p:txBody>
            <a:bodyPr rtlCol="0" anchor="ctr"/>
            <a:lstStyle/>
            <a:p>
              <a:endParaRPr lang="en-US"/>
            </a:p>
          </p:txBody>
        </p:sp>
      </p:grpSp>
      <p:grpSp>
        <p:nvGrpSpPr>
          <p:cNvPr id="516" name="Graphic 4">
            <a:extLst>
              <a:ext uri="{FF2B5EF4-FFF2-40B4-BE49-F238E27FC236}">
                <a16:creationId xmlns:a16="http://schemas.microsoft.com/office/drawing/2014/main" id="{33324CCF-EE97-4E48-942F-3BDBC1F48457}"/>
              </a:ext>
            </a:extLst>
          </p:cNvPr>
          <p:cNvGrpSpPr/>
          <p:nvPr/>
        </p:nvGrpSpPr>
        <p:grpSpPr>
          <a:xfrm>
            <a:off x="3607758" y="918179"/>
            <a:ext cx="361674" cy="361333"/>
            <a:chOff x="3607758" y="918179"/>
            <a:chExt cx="361674" cy="361333"/>
          </a:xfrm>
          <a:solidFill>
            <a:srgbClr val="007CB0"/>
          </a:solidFill>
        </p:grpSpPr>
        <p:sp>
          <p:nvSpPr>
            <p:cNvPr id="517" name="Graphic 4">
              <a:extLst>
                <a:ext uri="{FF2B5EF4-FFF2-40B4-BE49-F238E27FC236}">
                  <a16:creationId xmlns:a16="http://schemas.microsoft.com/office/drawing/2014/main" id="{CACE5839-30CC-E241-B62E-0189A1312924}"/>
                </a:ext>
              </a:extLst>
            </p:cNvPr>
            <p:cNvSpPr/>
            <p:nvPr/>
          </p:nvSpPr>
          <p:spPr>
            <a:xfrm>
              <a:off x="3607758" y="918179"/>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2" y="361333"/>
                    <a:pt x="180836" y="361333"/>
                  </a:cubicBezTo>
                  <a:cubicBezTo>
                    <a:pt x="280518" y="361333"/>
                    <a:pt x="361671" y="280257"/>
                    <a:pt x="361671" y="180667"/>
                  </a:cubicBezTo>
                  <a:cubicBezTo>
                    <a:pt x="362310"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9530" y="273234"/>
                    <a:pt x="274128" y="349204"/>
                    <a:pt x="180836" y="349204"/>
                  </a:cubicBezTo>
                  <a:close/>
                </a:path>
              </a:pathLst>
            </a:custGeom>
            <a:solidFill>
              <a:srgbClr val="007CB0"/>
            </a:solidFill>
            <a:ln w="6390" cap="flat">
              <a:noFill/>
              <a:prstDash val="solid"/>
              <a:miter/>
            </a:ln>
          </p:spPr>
          <p:txBody>
            <a:bodyPr rtlCol="0" anchor="ctr"/>
            <a:lstStyle/>
            <a:p>
              <a:endParaRPr lang="en-US"/>
            </a:p>
          </p:txBody>
        </p:sp>
        <p:sp>
          <p:nvSpPr>
            <p:cNvPr id="518" name="Graphic 4">
              <a:extLst>
                <a:ext uri="{FF2B5EF4-FFF2-40B4-BE49-F238E27FC236}">
                  <a16:creationId xmlns:a16="http://schemas.microsoft.com/office/drawing/2014/main" id="{F8250FC8-7934-7347-B489-A1133E10CB83}"/>
                </a:ext>
              </a:extLst>
            </p:cNvPr>
            <p:cNvSpPr/>
            <p:nvPr/>
          </p:nvSpPr>
          <p:spPr>
            <a:xfrm>
              <a:off x="3813514" y="1177368"/>
              <a:ext cx="44729" cy="19151"/>
            </a:xfrm>
            <a:custGeom>
              <a:avLst/>
              <a:gdLst>
                <a:gd name="connsiteX0" fmla="*/ 35145 w 44729"/>
                <a:gd name="connsiteY0" fmla="*/ 0 h 19151"/>
                <a:gd name="connsiteX1" fmla="*/ 12141 w 44729"/>
                <a:gd name="connsiteY1" fmla="*/ 0 h 19151"/>
                <a:gd name="connsiteX2" fmla="*/ 10224 w 44729"/>
                <a:gd name="connsiteY2" fmla="*/ 0 h 19151"/>
                <a:gd name="connsiteX3" fmla="*/ 0 w 44729"/>
                <a:gd name="connsiteY3" fmla="*/ 9576 h 19151"/>
                <a:gd name="connsiteX4" fmla="*/ 3195 w 44729"/>
                <a:gd name="connsiteY4" fmla="*/ 16598 h 19151"/>
                <a:gd name="connsiteX5" fmla="*/ 8946 w 44729"/>
                <a:gd name="connsiteY5" fmla="*/ 19152 h 19151"/>
                <a:gd name="connsiteX6" fmla="*/ 34506 w 44729"/>
                <a:gd name="connsiteY6" fmla="*/ 19152 h 19151"/>
                <a:gd name="connsiteX7" fmla="*/ 41535 w 44729"/>
                <a:gd name="connsiteY7" fmla="*/ 15960 h 19151"/>
                <a:gd name="connsiteX8" fmla="*/ 44730 w 44729"/>
                <a:gd name="connsiteY8" fmla="*/ 8938 h 19151"/>
                <a:gd name="connsiteX9" fmla="*/ 35145 w 44729"/>
                <a:gd name="connsiteY9" fmla="*/ 0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29" h="19151">
                  <a:moveTo>
                    <a:pt x="35145" y="0"/>
                  </a:moveTo>
                  <a:lnTo>
                    <a:pt x="12141" y="0"/>
                  </a:lnTo>
                  <a:lnTo>
                    <a:pt x="10224" y="0"/>
                  </a:lnTo>
                  <a:cubicBezTo>
                    <a:pt x="4473" y="0"/>
                    <a:pt x="0" y="4469"/>
                    <a:pt x="0" y="9576"/>
                  </a:cubicBezTo>
                  <a:cubicBezTo>
                    <a:pt x="0" y="12130"/>
                    <a:pt x="1278" y="14683"/>
                    <a:pt x="3195" y="16598"/>
                  </a:cubicBezTo>
                  <a:cubicBezTo>
                    <a:pt x="5112" y="18514"/>
                    <a:pt x="7029" y="19152"/>
                    <a:pt x="8946" y="19152"/>
                  </a:cubicBezTo>
                  <a:lnTo>
                    <a:pt x="34506" y="19152"/>
                  </a:lnTo>
                  <a:cubicBezTo>
                    <a:pt x="37062" y="19152"/>
                    <a:pt x="39618" y="17875"/>
                    <a:pt x="41535" y="15960"/>
                  </a:cubicBezTo>
                  <a:cubicBezTo>
                    <a:pt x="43451" y="14045"/>
                    <a:pt x="44730" y="11491"/>
                    <a:pt x="44730" y="8938"/>
                  </a:cubicBezTo>
                  <a:cubicBezTo>
                    <a:pt x="44730" y="4469"/>
                    <a:pt x="40257" y="0"/>
                    <a:pt x="35145" y="0"/>
                  </a:cubicBezTo>
                  <a:close/>
                </a:path>
              </a:pathLst>
            </a:custGeom>
            <a:solidFill>
              <a:srgbClr val="007CB0"/>
            </a:solidFill>
            <a:ln w="6390" cap="flat">
              <a:noFill/>
              <a:prstDash val="solid"/>
              <a:miter/>
            </a:ln>
          </p:spPr>
          <p:txBody>
            <a:bodyPr rtlCol="0" anchor="ctr"/>
            <a:lstStyle/>
            <a:p>
              <a:endParaRPr lang="en-US"/>
            </a:p>
          </p:txBody>
        </p:sp>
        <p:sp>
          <p:nvSpPr>
            <p:cNvPr id="519" name="Graphic 4">
              <a:extLst>
                <a:ext uri="{FF2B5EF4-FFF2-40B4-BE49-F238E27FC236}">
                  <a16:creationId xmlns:a16="http://schemas.microsoft.com/office/drawing/2014/main" id="{A1B2588D-3249-FD40-A2CF-C311F852898C}"/>
                </a:ext>
              </a:extLst>
            </p:cNvPr>
            <p:cNvSpPr/>
            <p:nvPr/>
          </p:nvSpPr>
          <p:spPr>
            <a:xfrm>
              <a:off x="3821182" y="1080332"/>
              <a:ext cx="44729" cy="19151"/>
            </a:xfrm>
            <a:custGeom>
              <a:avLst/>
              <a:gdLst>
                <a:gd name="connsiteX0" fmla="*/ 8946 w 44729"/>
                <a:gd name="connsiteY0" fmla="*/ 19152 h 19151"/>
                <a:gd name="connsiteX1" fmla="*/ 35145 w 44729"/>
                <a:gd name="connsiteY1" fmla="*/ 19152 h 19151"/>
                <a:gd name="connsiteX2" fmla="*/ 41535 w 44729"/>
                <a:gd name="connsiteY2" fmla="*/ 16598 h 19151"/>
                <a:gd name="connsiteX3" fmla="*/ 44730 w 44729"/>
                <a:gd name="connsiteY3" fmla="*/ 9576 h 19151"/>
                <a:gd name="connsiteX4" fmla="*/ 34506 w 44729"/>
                <a:gd name="connsiteY4" fmla="*/ 0 h 19151"/>
                <a:gd name="connsiteX5" fmla="*/ 10224 w 44729"/>
                <a:gd name="connsiteY5" fmla="*/ 0 h 19151"/>
                <a:gd name="connsiteX6" fmla="*/ 0 w 44729"/>
                <a:gd name="connsiteY6" fmla="*/ 9576 h 19151"/>
                <a:gd name="connsiteX7" fmla="*/ 3195 w 44729"/>
                <a:gd name="connsiteY7" fmla="*/ 16598 h 19151"/>
                <a:gd name="connsiteX8" fmla="*/ 8946 w 44729"/>
                <a:gd name="connsiteY8" fmla="*/ 19152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29" h="19151">
                  <a:moveTo>
                    <a:pt x="8946" y="19152"/>
                  </a:moveTo>
                  <a:lnTo>
                    <a:pt x="35145" y="19152"/>
                  </a:lnTo>
                  <a:cubicBezTo>
                    <a:pt x="37701" y="19152"/>
                    <a:pt x="39618" y="17875"/>
                    <a:pt x="41535" y="16598"/>
                  </a:cubicBezTo>
                  <a:cubicBezTo>
                    <a:pt x="43451" y="14683"/>
                    <a:pt x="44730" y="12130"/>
                    <a:pt x="44730" y="9576"/>
                  </a:cubicBezTo>
                  <a:cubicBezTo>
                    <a:pt x="44730" y="3830"/>
                    <a:pt x="40257" y="0"/>
                    <a:pt x="34506" y="0"/>
                  </a:cubicBezTo>
                  <a:lnTo>
                    <a:pt x="10224" y="0"/>
                  </a:lnTo>
                  <a:cubicBezTo>
                    <a:pt x="4473" y="0"/>
                    <a:pt x="0" y="4469"/>
                    <a:pt x="0" y="9576"/>
                  </a:cubicBezTo>
                  <a:cubicBezTo>
                    <a:pt x="0" y="12130"/>
                    <a:pt x="1278" y="14683"/>
                    <a:pt x="3195" y="16598"/>
                  </a:cubicBezTo>
                  <a:cubicBezTo>
                    <a:pt x="3834" y="17875"/>
                    <a:pt x="6390" y="18514"/>
                    <a:pt x="8946" y="19152"/>
                  </a:cubicBezTo>
                  <a:close/>
                </a:path>
              </a:pathLst>
            </a:custGeom>
            <a:solidFill>
              <a:srgbClr val="007CB0"/>
            </a:solidFill>
            <a:ln w="6390" cap="flat">
              <a:noFill/>
              <a:prstDash val="solid"/>
              <a:miter/>
            </a:ln>
          </p:spPr>
          <p:txBody>
            <a:bodyPr rtlCol="0" anchor="ctr"/>
            <a:lstStyle/>
            <a:p>
              <a:endParaRPr lang="en-US"/>
            </a:p>
          </p:txBody>
        </p:sp>
        <p:sp>
          <p:nvSpPr>
            <p:cNvPr id="520" name="Graphic 4">
              <a:extLst>
                <a:ext uri="{FF2B5EF4-FFF2-40B4-BE49-F238E27FC236}">
                  <a16:creationId xmlns:a16="http://schemas.microsoft.com/office/drawing/2014/main" id="{5BD614ED-B6E8-3649-AC8C-232B89093264}"/>
                </a:ext>
              </a:extLst>
            </p:cNvPr>
            <p:cNvSpPr/>
            <p:nvPr/>
          </p:nvSpPr>
          <p:spPr>
            <a:xfrm>
              <a:off x="3812875" y="1144810"/>
              <a:ext cx="54384" cy="19790"/>
            </a:xfrm>
            <a:custGeom>
              <a:avLst/>
              <a:gdLst>
                <a:gd name="connsiteX0" fmla="*/ 46008 w 54384"/>
                <a:gd name="connsiteY0" fmla="*/ 0 h 19790"/>
                <a:gd name="connsiteX1" fmla="*/ 13419 w 54384"/>
                <a:gd name="connsiteY1" fmla="*/ 0 h 19790"/>
                <a:gd name="connsiteX2" fmla="*/ 13419 w 54384"/>
                <a:gd name="connsiteY2" fmla="*/ 0 h 19790"/>
                <a:gd name="connsiteX3" fmla="*/ 10224 w 54384"/>
                <a:gd name="connsiteY3" fmla="*/ 0 h 19790"/>
                <a:gd name="connsiteX4" fmla="*/ 3195 w 54384"/>
                <a:gd name="connsiteY4" fmla="*/ 3192 h 19790"/>
                <a:gd name="connsiteX5" fmla="*/ 0 w 54384"/>
                <a:gd name="connsiteY5" fmla="*/ 10214 h 19790"/>
                <a:gd name="connsiteX6" fmla="*/ 10224 w 54384"/>
                <a:gd name="connsiteY6" fmla="*/ 19790 h 19790"/>
                <a:gd name="connsiteX7" fmla="*/ 10863 w 54384"/>
                <a:gd name="connsiteY7" fmla="*/ 19790 h 19790"/>
                <a:gd name="connsiteX8" fmla="*/ 17892 w 54384"/>
                <a:gd name="connsiteY8" fmla="*/ 19790 h 19790"/>
                <a:gd name="connsiteX9" fmla="*/ 17892 w 54384"/>
                <a:gd name="connsiteY9" fmla="*/ 19790 h 19790"/>
                <a:gd name="connsiteX10" fmla="*/ 18531 w 54384"/>
                <a:gd name="connsiteY10" fmla="*/ 19790 h 19790"/>
                <a:gd name="connsiteX11" fmla="*/ 18531 w 54384"/>
                <a:gd name="connsiteY11" fmla="*/ 19790 h 19790"/>
                <a:gd name="connsiteX12" fmla="*/ 35145 w 54384"/>
                <a:gd name="connsiteY12" fmla="*/ 19790 h 19790"/>
                <a:gd name="connsiteX13" fmla="*/ 35145 w 54384"/>
                <a:gd name="connsiteY13" fmla="*/ 19790 h 19790"/>
                <a:gd name="connsiteX14" fmla="*/ 44090 w 54384"/>
                <a:gd name="connsiteY14" fmla="*/ 19790 h 19790"/>
                <a:gd name="connsiteX15" fmla="*/ 51119 w 54384"/>
                <a:gd name="connsiteY15" fmla="*/ 16598 h 19790"/>
                <a:gd name="connsiteX16" fmla="*/ 54314 w 54384"/>
                <a:gd name="connsiteY16" fmla="*/ 9576 h 19790"/>
                <a:gd name="connsiteX17" fmla="*/ 46008 w 54384"/>
                <a:gd name="connsiteY17" fmla="*/ 0 h 1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384" h="19790">
                  <a:moveTo>
                    <a:pt x="46008" y="0"/>
                  </a:moveTo>
                  <a:lnTo>
                    <a:pt x="13419" y="0"/>
                  </a:lnTo>
                  <a:cubicBezTo>
                    <a:pt x="13419" y="0"/>
                    <a:pt x="13419" y="0"/>
                    <a:pt x="13419" y="0"/>
                  </a:cubicBezTo>
                  <a:lnTo>
                    <a:pt x="10224" y="0"/>
                  </a:lnTo>
                  <a:cubicBezTo>
                    <a:pt x="7668" y="0"/>
                    <a:pt x="5112" y="1277"/>
                    <a:pt x="3195" y="3192"/>
                  </a:cubicBezTo>
                  <a:cubicBezTo>
                    <a:pt x="1278" y="5107"/>
                    <a:pt x="0" y="7661"/>
                    <a:pt x="0" y="10214"/>
                  </a:cubicBezTo>
                  <a:cubicBezTo>
                    <a:pt x="0" y="15960"/>
                    <a:pt x="4473" y="19790"/>
                    <a:pt x="10224" y="19790"/>
                  </a:cubicBezTo>
                  <a:lnTo>
                    <a:pt x="10863" y="19790"/>
                  </a:lnTo>
                  <a:lnTo>
                    <a:pt x="17892" y="19790"/>
                  </a:lnTo>
                  <a:cubicBezTo>
                    <a:pt x="17892" y="19790"/>
                    <a:pt x="17892" y="19790"/>
                    <a:pt x="17892" y="19790"/>
                  </a:cubicBezTo>
                  <a:lnTo>
                    <a:pt x="18531" y="19790"/>
                  </a:lnTo>
                  <a:cubicBezTo>
                    <a:pt x="18531" y="19790"/>
                    <a:pt x="18531" y="19790"/>
                    <a:pt x="18531" y="19790"/>
                  </a:cubicBezTo>
                  <a:lnTo>
                    <a:pt x="35145" y="19790"/>
                  </a:lnTo>
                  <a:cubicBezTo>
                    <a:pt x="35145" y="19790"/>
                    <a:pt x="35145" y="19790"/>
                    <a:pt x="35145" y="19790"/>
                  </a:cubicBezTo>
                  <a:lnTo>
                    <a:pt x="44090" y="19790"/>
                  </a:lnTo>
                  <a:cubicBezTo>
                    <a:pt x="46646" y="19790"/>
                    <a:pt x="49203" y="18514"/>
                    <a:pt x="51119" y="16598"/>
                  </a:cubicBezTo>
                  <a:cubicBezTo>
                    <a:pt x="53036" y="14683"/>
                    <a:pt x="54314" y="12130"/>
                    <a:pt x="54314" y="9576"/>
                  </a:cubicBezTo>
                  <a:cubicBezTo>
                    <a:pt x="54953" y="4469"/>
                    <a:pt x="51119" y="0"/>
                    <a:pt x="46008" y="0"/>
                  </a:cubicBezTo>
                  <a:close/>
                </a:path>
              </a:pathLst>
            </a:custGeom>
            <a:solidFill>
              <a:srgbClr val="007CB0"/>
            </a:solidFill>
            <a:ln w="6390" cap="flat">
              <a:noFill/>
              <a:prstDash val="solid"/>
              <a:miter/>
            </a:ln>
          </p:spPr>
          <p:txBody>
            <a:bodyPr rtlCol="0" anchor="ctr"/>
            <a:lstStyle/>
            <a:p>
              <a:endParaRPr lang="en-US"/>
            </a:p>
          </p:txBody>
        </p:sp>
        <p:sp>
          <p:nvSpPr>
            <p:cNvPr id="521" name="Graphic 4">
              <a:extLst>
                <a:ext uri="{FF2B5EF4-FFF2-40B4-BE49-F238E27FC236}">
                  <a16:creationId xmlns:a16="http://schemas.microsoft.com/office/drawing/2014/main" id="{817D2451-9D70-9A4D-BB2B-D978454D65EF}"/>
                </a:ext>
              </a:extLst>
            </p:cNvPr>
            <p:cNvSpPr/>
            <p:nvPr/>
          </p:nvSpPr>
          <p:spPr>
            <a:xfrm>
              <a:off x="3816070" y="1112252"/>
              <a:ext cx="56870" cy="19790"/>
            </a:xfrm>
            <a:custGeom>
              <a:avLst/>
              <a:gdLst>
                <a:gd name="connsiteX0" fmla="*/ 47285 w 56870"/>
                <a:gd name="connsiteY0" fmla="*/ 0 h 19790"/>
                <a:gd name="connsiteX1" fmla="*/ 46646 w 56870"/>
                <a:gd name="connsiteY1" fmla="*/ 0 h 19790"/>
                <a:gd name="connsiteX2" fmla="*/ 40895 w 56870"/>
                <a:gd name="connsiteY2" fmla="*/ 0 h 19790"/>
                <a:gd name="connsiteX3" fmla="*/ 39618 w 56870"/>
                <a:gd name="connsiteY3" fmla="*/ 0 h 19790"/>
                <a:gd name="connsiteX4" fmla="*/ 15336 w 56870"/>
                <a:gd name="connsiteY4" fmla="*/ 0 h 19790"/>
                <a:gd name="connsiteX5" fmla="*/ 14058 w 56870"/>
                <a:gd name="connsiteY5" fmla="*/ 0 h 19790"/>
                <a:gd name="connsiteX6" fmla="*/ 10224 w 56870"/>
                <a:gd name="connsiteY6" fmla="*/ 0 h 19790"/>
                <a:gd name="connsiteX7" fmla="*/ 0 w 56870"/>
                <a:gd name="connsiteY7" fmla="*/ 9576 h 19790"/>
                <a:gd name="connsiteX8" fmla="*/ 3195 w 56870"/>
                <a:gd name="connsiteY8" fmla="*/ 16598 h 19790"/>
                <a:gd name="connsiteX9" fmla="*/ 10224 w 56870"/>
                <a:gd name="connsiteY9" fmla="*/ 19790 h 19790"/>
                <a:gd name="connsiteX10" fmla="*/ 42173 w 56870"/>
                <a:gd name="connsiteY10" fmla="*/ 19790 h 19790"/>
                <a:gd name="connsiteX11" fmla="*/ 42173 w 56870"/>
                <a:gd name="connsiteY11" fmla="*/ 19790 h 19790"/>
                <a:gd name="connsiteX12" fmla="*/ 43451 w 56870"/>
                <a:gd name="connsiteY12" fmla="*/ 19790 h 19790"/>
                <a:gd name="connsiteX13" fmla="*/ 46646 w 56870"/>
                <a:gd name="connsiteY13" fmla="*/ 19790 h 19790"/>
                <a:gd name="connsiteX14" fmla="*/ 53675 w 56870"/>
                <a:gd name="connsiteY14" fmla="*/ 16598 h 19790"/>
                <a:gd name="connsiteX15" fmla="*/ 56870 w 56870"/>
                <a:gd name="connsiteY15" fmla="*/ 9576 h 19790"/>
                <a:gd name="connsiteX16" fmla="*/ 47285 w 56870"/>
                <a:gd name="connsiteY16" fmla="*/ 0 h 1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870" h="19790">
                  <a:moveTo>
                    <a:pt x="47285" y="0"/>
                  </a:moveTo>
                  <a:lnTo>
                    <a:pt x="46646" y="0"/>
                  </a:lnTo>
                  <a:lnTo>
                    <a:pt x="40895" y="0"/>
                  </a:lnTo>
                  <a:cubicBezTo>
                    <a:pt x="40257" y="0"/>
                    <a:pt x="40257" y="0"/>
                    <a:pt x="39618" y="0"/>
                  </a:cubicBezTo>
                  <a:lnTo>
                    <a:pt x="15336" y="0"/>
                  </a:lnTo>
                  <a:cubicBezTo>
                    <a:pt x="14697" y="0"/>
                    <a:pt x="14697" y="0"/>
                    <a:pt x="14058" y="0"/>
                  </a:cubicBezTo>
                  <a:lnTo>
                    <a:pt x="10224" y="0"/>
                  </a:lnTo>
                  <a:cubicBezTo>
                    <a:pt x="4473" y="0"/>
                    <a:pt x="0" y="4469"/>
                    <a:pt x="0" y="9576"/>
                  </a:cubicBezTo>
                  <a:cubicBezTo>
                    <a:pt x="0" y="12130"/>
                    <a:pt x="1278" y="14683"/>
                    <a:pt x="3195" y="16598"/>
                  </a:cubicBezTo>
                  <a:cubicBezTo>
                    <a:pt x="5112" y="18514"/>
                    <a:pt x="7668" y="19790"/>
                    <a:pt x="10224" y="19790"/>
                  </a:cubicBezTo>
                  <a:lnTo>
                    <a:pt x="42173" y="19790"/>
                  </a:lnTo>
                  <a:cubicBezTo>
                    <a:pt x="42173" y="19790"/>
                    <a:pt x="42173" y="19790"/>
                    <a:pt x="42173" y="19790"/>
                  </a:cubicBezTo>
                  <a:cubicBezTo>
                    <a:pt x="42813" y="19790"/>
                    <a:pt x="42813" y="19790"/>
                    <a:pt x="43451" y="19790"/>
                  </a:cubicBezTo>
                  <a:lnTo>
                    <a:pt x="46646" y="19790"/>
                  </a:lnTo>
                  <a:cubicBezTo>
                    <a:pt x="49203" y="19790"/>
                    <a:pt x="51758" y="18514"/>
                    <a:pt x="53675" y="16598"/>
                  </a:cubicBezTo>
                  <a:cubicBezTo>
                    <a:pt x="55593" y="14683"/>
                    <a:pt x="56870" y="12130"/>
                    <a:pt x="56870" y="9576"/>
                  </a:cubicBezTo>
                  <a:cubicBezTo>
                    <a:pt x="56231" y="4469"/>
                    <a:pt x="52398" y="0"/>
                    <a:pt x="47285" y="0"/>
                  </a:cubicBezTo>
                  <a:close/>
                </a:path>
              </a:pathLst>
            </a:custGeom>
            <a:solidFill>
              <a:srgbClr val="007CB0"/>
            </a:solidFill>
            <a:ln w="6390" cap="flat">
              <a:noFill/>
              <a:prstDash val="solid"/>
              <a:miter/>
            </a:ln>
          </p:spPr>
          <p:txBody>
            <a:bodyPr rtlCol="0" anchor="ctr"/>
            <a:lstStyle/>
            <a:p>
              <a:endParaRPr lang="en-US"/>
            </a:p>
          </p:txBody>
        </p:sp>
        <p:sp>
          <p:nvSpPr>
            <p:cNvPr id="522" name="Graphic 4">
              <a:extLst>
                <a:ext uri="{FF2B5EF4-FFF2-40B4-BE49-F238E27FC236}">
                  <a16:creationId xmlns:a16="http://schemas.microsoft.com/office/drawing/2014/main" id="{7923868F-E327-7844-9799-65785E98A91F}"/>
                </a:ext>
              </a:extLst>
            </p:cNvPr>
            <p:cNvSpPr/>
            <p:nvPr/>
          </p:nvSpPr>
          <p:spPr>
            <a:xfrm>
              <a:off x="3678047" y="968298"/>
              <a:ext cx="217897" cy="252481"/>
            </a:xfrm>
            <a:custGeom>
              <a:avLst/>
              <a:gdLst>
                <a:gd name="connsiteX0" fmla="*/ 207673 w 217897"/>
                <a:gd name="connsiteY0" fmla="*/ 131824 h 252481"/>
                <a:gd name="connsiteX1" fmla="*/ 209590 w 217897"/>
                <a:gd name="connsiteY1" fmla="*/ 121610 h 252481"/>
                <a:gd name="connsiteX2" fmla="*/ 177001 w 217897"/>
                <a:gd name="connsiteY2" fmla="*/ 89690 h 252481"/>
                <a:gd name="connsiteX3" fmla="*/ 138662 w 217897"/>
                <a:gd name="connsiteY3" fmla="*/ 89690 h 252481"/>
                <a:gd name="connsiteX4" fmla="*/ 141218 w 217897"/>
                <a:gd name="connsiteY4" fmla="*/ 17551 h 252481"/>
                <a:gd name="connsiteX5" fmla="*/ 115019 w 217897"/>
                <a:gd name="connsiteY5" fmla="*/ 314 h 252481"/>
                <a:gd name="connsiteX6" fmla="*/ 90737 w 217897"/>
                <a:gd name="connsiteY6" fmla="*/ 16274 h 252481"/>
                <a:gd name="connsiteX7" fmla="*/ 83069 w 217897"/>
                <a:gd name="connsiteY7" fmla="*/ 45002 h 252481"/>
                <a:gd name="connsiteX8" fmla="*/ 73484 w 217897"/>
                <a:gd name="connsiteY8" fmla="*/ 60962 h 252481"/>
                <a:gd name="connsiteX9" fmla="*/ 40896 w 217897"/>
                <a:gd name="connsiteY9" fmla="*/ 103096 h 252481"/>
                <a:gd name="connsiteX10" fmla="*/ 39618 w 217897"/>
                <a:gd name="connsiteY10" fmla="*/ 103735 h 252481"/>
                <a:gd name="connsiteX11" fmla="*/ 16614 w 217897"/>
                <a:gd name="connsiteY11" fmla="*/ 103735 h 252481"/>
                <a:gd name="connsiteX12" fmla="*/ 639 w 217897"/>
                <a:gd name="connsiteY12" fmla="*/ 119695 h 252481"/>
                <a:gd name="connsiteX13" fmla="*/ 0 w 217897"/>
                <a:gd name="connsiteY13" fmla="*/ 215455 h 252481"/>
                <a:gd name="connsiteX14" fmla="*/ 4473 w 217897"/>
                <a:gd name="connsiteY14" fmla="*/ 226946 h 252481"/>
                <a:gd name="connsiteX15" fmla="*/ 15975 w 217897"/>
                <a:gd name="connsiteY15" fmla="*/ 231415 h 252481"/>
                <a:gd name="connsiteX16" fmla="*/ 38340 w 217897"/>
                <a:gd name="connsiteY16" fmla="*/ 231415 h 252481"/>
                <a:gd name="connsiteX17" fmla="*/ 49203 w 217897"/>
                <a:gd name="connsiteY17" fmla="*/ 236522 h 252481"/>
                <a:gd name="connsiteX18" fmla="*/ 89459 w 217897"/>
                <a:gd name="connsiteY18" fmla="*/ 251843 h 252481"/>
                <a:gd name="connsiteX19" fmla="*/ 115019 w 217897"/>
                <a:gd name="connsiteY19" fmla="*/ 252482 h 252481"/>
                <a:gd name="connsiteX20" fmla="*/ 132272 w 217897"/>
                <a:gd name="connsiteY20" fmla="*/ 252482 h 252481"/>
                <a:gd name="connsiteX21" fmla="*/ 143774 w 217897"/>
                <a:gd name="connsiteY21" fmla="*/ 252482 h 252481"/>
                <a:gd name="connsiteX22" fmla="*/ 145052 w 217897"/>
                <a:gd name="connsiteY22" fmla="*/ 252482 h 252481"/>
                <a:gd name="connsiteX23" fmla="*/ 171251 w 217897"/>
                <a:gd name="connsiteY23" fmla="*/ 252482 h 252481"/>
                <a:gd name="connsiteX24" fmla="*/ 194254 w 217897"/>
                <a:gd name="connsiteY24" fmla="*/ 242906 h 252481"/>
                <a:gd name="connsiteX25" fmla="*/ 203839 w 217897"/>
                <a:gd name="connsiteY25" fmla="*/ 219923 h 252481"/>
                <a:gd name="connsiteX26" fmla="*/ 202561 w 217897"/>
                <a:gd name="connsiteY26" fmla="*/ 210986 h 252481"/>
                <a:gd name="connsiteX27" fmla="*/ 203839 w 217897"/>
                <a:gd name="connsiteY27" fmla="*/ 209709 h 252481"/>
                <a:gd name="connsiteX28" fmla="*/ 213424 w 217897"/>
                <a:gd name="connsiteY28" fmla="*/ 186727 h 252481"/>
                <a:gd name="connsiteX29" fmla="*/ 210868 w 217897"/>
                <a:gd name="connsiteY29" fmla="*/ 174597 h 252481"/>
                <a:gd name="connsiteX30" fmla="*/ 217897 w 217897"/>
                <a:gd name="connsiteY30" fmla="*/ 154168 h 252481"/>
                <a:gd name="connsiteX31" fmla="*/ 207673 w 217897"/>
                <a:gd name="connsiteY31" fmla="*/ 131824 h 252481"/>
                <a:gd name="connsiteX32" fmla="*/ 200644 w 217897"/>
                <a:gd name="connsiteY32" fmla="*/ 169490 h 252481"/>
                <a:gd name="connsiteX33" fmla="*/ 197449 w 217897"/>
                <a:gd name="connsiteY33" fmla="*/ 172043 h 252481"/>
                <a:gd name="connsiteX34" fmla="*/ 202561 w 217897"/>
                <a:gd name="connsiteY34" fmla="*/ 186088 h 252481"/>
                <a:gd name="connsiteX35" fmla="*/ 196171 w 217897"/>
                <a:gd name="connsiteY35" fmla="*/ 202048 h 252481"/>
                <a:gd name="connsiteX36" fmla="*/ 189781 w 217897"/>
                <a:gd name="connsiteY36" fmla="*/ 206517 h 252481"/>
                <a:gd name="connsiteX37" fmla="*/ 193615 w 217897"/>
                <a:gd name="connsiteY37" fmla="*/ 218647 h 252481"/>
                <a:gd name="connsiteX38" fmla="*/ 187225 w 217897"/>
                <a:gd name="connsiteY38" fmla="*/ 234607 h 252481"/>
                <a:gd name="connsiteX39" fmla="*/ 171251 w 217897"/>
                <a:gd name="connsiteY39" fmla="*/ 240991 h 252481"/>
                <a:gd name="connsiteX40" fmla="*/ 153358 w 217897"/>
                <a:gd name="connsiteY40" fmla="*/ 240991 h 252481"/>
                <a:gd name="connsiteX41" fmla="*/ 153358 w 217897"/>
                <a:gd name="connsiteY41" fmla="*/ 240991 h 252481"/>
                <a:gd name="connsiteX42" fmla="*/ 94571 w 217897"/>
                <a:gd name="connsiteY42" fmla="*/ 240991 h 252481"/>
                <a:gd name="connsiteX43" fmla="*/ 51119 w 217897"/>
                <a:gd name="connsiteY43" fmla="*/ 223754 h 252481"/>
                <a:gd name="connsiteX44" fmla="*/ 43452 w 217897"/>
                <a:gd name="connsiteY44" fmla="*/ 220562 h 252481"/>
                <a:gd name="connsiteX45" fmla="*/ 15975 w 217897"/>
                <a:gd name="connsiteY45" fmla="*/ 220562 h 252481"/>
                <a:gd name="connsiteX46" fmla="*/ 9585 w 217897"/>
                <a:gd name="connsiteY46" fmla="*/ 214178 h 252481"/>
                <a:gd name="connsiteX47" fmla="*/ 15975 w 217897"/>
                <a:gd name="connsiteY47" fmla="*/ 207794 h 252481"/>
                <a:gd name="connsiteX48" fmla="*/ 43452 w 217897"/>
                <a:gd name="connsiteY48" fmla="*/ 207794 h 252481"/>
                <a:gd name="connsiteX49" fmla="*/ 60066 w 217897"/>
                <a:gd name="connsiteY49" fmla="*/ 214816 h 252481"/>
                <a:gd name="connsiteX50" fmla="*/ 95210 w 217897"/>
                <a:gd name="connsiteY50" fmla="*/ 228861 h 252481"/>
                <a:gd name="connsiteX51" fmla="*/ 126521 w 217897"/>
                <a:gd name="connsiteY51" fmla="*/ 228861 h 252481"/>
                <a:gd name="connsiteX52" fmla="*/ 123965 w 217897"/>
                <a:gd name="connsiteY52" fmla="*/ 219285 h 252481"/>
                <a:gd name="connsiteX53" fmla="*/ 130355 w 217897"/>
                <a:gd name="connsiteY53" fmla="*/ 203325 h 252481"/>
                <a:gd name="connsiteX54" fmla="*/ 122687 w 217897"/>
                <a:gd name="connsiteY54" fmla="*/ 186727 h 252481"/>
                <a:gd name="connsiteX55" fmla="*/ 129077 w 217897"/>
                <a:gd name="connsiteY55" fmla="*/ 170767 h 252481"/>
                <a:gd name="connsiteX56" fmla="*/ 130994 w 217897"/>
                <a:gd name="connsiteY56" fmla="*/ 168851 h 252481"/>
                <a:gd name="connsiteX57" fmla="*/ 125243 w 217897"/>
                <a:gd name="connsiteY57" fmla="*/ 154168 h 252481"/>
                <a:gd name="connsiteX58" fmla="*/ 134828 w 217897"/>
                <a:gd name="connsiteY58" fmla="*/ 135655 h 252481"/>
                <a:gd name="connsiteX59" fmla="*/ 129716 w 217897"/>
                <a:gd name="connsiteY59" fmla="*/ 121610 h 252481"/>
                <a:gd name="connsiteX60" fmla="*/ 132272 w 217897"/>
                <a:gd name="connsiteY60" fmla="*/ 112034 h 252481"/>
                <a:gd name="connsiteX61" fmla="*/ 123965 w 217897"/>
                <a:gd name="connsiteY61" fmla="*/ 112034 h 252481"/>
                <a:gd name="connsiteX62" fmla="*/ 123965 w 217897"/>
                <a:gd name="connsiteY62" fmla="*/ 117141 h 252481"/>
                <a:gd name="connsiteX63" fmla="*/ 86264 w 217897"/>
                <a:gd name="connsiteY63" fmla="*/ 169490 h 252481"/>
                <a:gd name="connsiteX64" fmla="*/ 83708 w 217897"/>
                <a:gd name="connsiteY64" fmla="*/ 170128 h 252481"/>
                <a:gd name="connsiteX65" fmla="*/ 77957 w 217897"/>
                <a:gd name="connsiteY65" fmla="*/ 166298 h 252481"/>
                <a:gd name="connsiteX66" fmla="*/ 81152 w 217897"/>
                <a:gd name="connsiteY66" fmla="*/ 157999 h 252481"/>
                <a:gd name="connsiteX67" fmla="*/ 111185 w 217897"/>
                <a:gd name="connsiteY67" fmla="*/ 117141 h 252481"/>
                <a:gd name="connsiteX68" fmla="*/ 109907 w 217897"/>
                <a:gd name="connsiteY68" fmla="*/ 106927 h 252481"/>
                <a:gd name="connsiteX69" fmla="*/ 109907 w 217897"/>
                <a:gd name="connsiteY69" fmla="*/ 106288 h 252481"/>
                <a:gd name="connsiteX70" fmla="*/ 109907 w 217897"/>
                <a:gd name="connsiteY70" fmla="*/ 105650 h 252481"/>
                <a:gd name="connsiteX71" fmla="*/ 109907 w 217897"/>
                <a:gd name="connsiteY71" fmla="*/ 105650 h 252481"/>
                <a:gd name="connsiteX72" fmla="*/ 110546 w 217897"/>
                <a:gd name="connsiteY72" fmla="*/ 103735 h 252481"/>
                <a:gd name="connsiteX73" fmla="*/ 122048 w 217897"/>
                <a:gd name="connsiteY73" fmla="*/ 29042 h 252481"/>
                <a:gd name="connsiteX74" fmla="*/ 112463 w 217897"/>
                <a:gd name="connsiteY74" fmla="*/ 22658 h 252481"/>
                <a:gd name="connsiteX75" fmla="*/ 104795 w 217897"/>
                <a:gd name="connsiteY75" fmla="*/ 50748 h 252481"/>
                <a:gd name="connsiteX76" fmla="*/ 89459 w 217897"/>
                <a:gd name="connsiteY76" fmla="*/ 76922 h 252481"/>
                <a:gd name="connsiteX77" fmla="*/ 60066 w 217897"/>
                <a:gd name="connsiteY77" fmla="*/ 114588 h 252481"/>
                <a:gd name="connsiteX78" fmla="*/ 38979 w 217897"/>
                <a:gd name="connsiteY78" fmla="*/ 126717 h 252481"/>
                <a:gd name="connsiteX79" fmla="*/ 15975 w 217897"/>
                <a:gd name="connsiteY79" fmla="*/ 126717 h 252481"/>
                <a:gd name="connsiteX80" fmla="*/ 9585 w 217897"/>
                <a:gd name="connsiteY80" fmla="*/ 120333 h 252481"/>
                <a:gd name="connsiteX81" fmla="*/ 15975 w 217897"/>
                <a:gd name="connsiteY81" fmla="*/ 113949 h 252481"/>
                <a:gd name="connsiteX82" fmla="*/ 38979 w 217897"/>
                <a:gd name="connsiteY82" fmla="*/ 113949 h 252481"/>
                <a:gd name="connsiteX83" fmla="*/ 48564 w 217897"/>
                <a:gd name="connsiteY83" fmla="*/ 108204 h 252481"/>
                <a:gd name="connsiteX84" fmla="*/ 79874 w 217897"/>
                <a:gd name="connsiteY84" fmla="*/ 67985 h 252481"/>
                <a:gd name="connsiteX85" fmla="*/ 92015 w 217897"/>
                <a:gd name="connsiteY85" fmla="*/ 47556 h 252481"/>
                <a:gd name="connsiteX86" fmla="*/ 99683 w 217897"/>
                <a:gd name="connsiteY86" fmla="*/ 18828 h 252481"/>
                <a:gd name="connsiteX87" fmla="*/ 113741 w 217897"/>
                <a:gd name="connsiteY87" fmla="*/ 9890 h 252481"/>
                <a:gd name="connsiteX88" fmla="*/ 132911 w 217897"/>
                <a:gd name="connsiteY88" fmla="*/ 22658 h 252481"/>
                <a:gd name="connsiteX89" fmla="*/ 125243 w 217897"/>
                <a:gd name="connsiteY89" fmla="*/ 99904 h 252481"/>
                <a:gd name="connsiteX90" fmla="*/ 152081 w 217897"/>
                <a:gd name="connsiteY90" fmla="*/ 99904 h 252481"/>
                <a:gd name="connsiteX91" fmla="*/ 176363 w 217897"/>
                <a:gd name="connsiteY91" fmla="*/ 99904 h 252481"/>
                <a:gd name="connsiteX92" fmla="*/ 199366 w 217897"/>
                <a:gd name="connsiteY92" fmla="*/ 122248 h 252481"/>
                <a:gd name="connsiteX93" fmla="*/ 194893 w 217897"/>
                <a:gd name="connsiteY93" fmla="*/ 135016 h 252481"/>
                <a:gd name="connsiteX94" fmla="*/ 206395 w 217897"/>
                <a:gd name="connsiteY94" fmla="*/ 154807 h 252481"/>
                <a:gd name="connsiteX95" fmla="*/ 200644 w 217897"/>
                <a:gd name="connsiteY95" fmla="*/ 169490 h 25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17897" h="252481">
                  <a:moveTo>
                    <a:pt x="207673" y="131824"/>
                  </a:moveTo>
                  <a:cubicBezTo>
                    <a:pt x="208951" y="128632"/>
                    <a:pt x="209590" y="124802"/>
                    <a:pt x="209590" y="121610"/>
                  </a:cubicBezTo>
                  <a:cubicBezTo>
                    <a:pt x="209590" y="103735"/>
                    <a:pt x="194893" y="89690"/>
                    <a:pt x="177001" y="89690"/>
                  </a:cubicBezTo>
                  <a:lnTo>
                    <a:pt x="138662" y="89690"/>
                  </a:lnTo>
                  <a:cubicBezTo>
                    <a:pt x="148886" y="55855"/>
                    <a:pt x="150164" y="32873"/>
                    <a:pt x="141218" y="17551"/>
                  </a:cubicBezTo>
                  <a:cubicBezTo>
                    <a:pt x="135467" y="7975"/>
                    <a:pt x="126521" y="1591"/>
                    <a:pt x="115019" y="314"/>
                  </a:cubicBezTo>
                  <a:cubicBezTo>
                    <a:pt x="104156" y="-1601"/>
                    <a:pt x="93293" y="5422"/>
                    <a:pt x="90737" y="16274"/>
                  </a:cubicBezTo>
                  <a:lnTo>
                    <a:pt x="83069" y="45002"/>
                  </a:lnTo>
                  <a:cubicBezTo>
                    <a:pt x="81152" y="50748"/>
                    <a:pt x="77957" y="56493"/>
                    <a:pt x="73484" y="60962"/>
                  </a:cubicBezTo>
                  <a:cubicBezTo>
                    <a:pt x="65817" y="68623"/>
                    <a:pt x="51119" y="84583"/>
                    <a:pt x="40896" y="103096"/>
                  </a:cubicBezTo>
                  <a:cubicBezTo>
                    <a:pt x="40257" y="103735"/>
                    <a:pt x="40257" y="103735"/>
                    <a:pt x="39618" y="103735"/>
                  </a:cubicBezTo>
                  <a:lnTo>
                    <a:pt x="16614" y="103735"/>
                  </a:lnTo>
                  <a:cubicBezTo>
                    <a:pt x="7668" y="103735"/>
                    <a:pt x="639" y="110757"/>
                    <a:pt x="639" y="119695"/>
                  </a:cubicBezTo>
                  <a:lnTo>
                    <a:pt x="0" y="215455"/>
                  </a:lnTo>
                  <a:cubicBezTo>
                    <a:pt x="0" y="219923"/>
                    <a:pt x="1917" y="223754"/>
                    <a:pt x="4473" y="226946"/>
                  </a:cubicBezTo>
                  <a:cubicBezTo>
                    <a:pt x="7668" y="230138"/>
                    <a:pt x="11502" y="231415"/>
                    <a:pt x="15975" y="231415"/>
                  </a:cubicBezTo>
                  <a:cubicBezTo>
                    <a:pt x="15975" y="231415"/>
                    <a:pt x="22365" y="231415"/>
                    <a:pt x="38340" y="231415"/>
                  </a:cubicBezTo>
                  <a:cubicBezTo>
                    <a:pt x="42813" y="231415"/>
                    <a:pt x="44091" y="232691"/>
                    <a:pt x="49203" y="236522"/>
                  </a:cubicBezTo>
                  <a:cubicBezTo>
                    <a:pt x="56232" y="242267"/>
                    <a:pt x="67094" y="251205"/>
                    <a:pt x="89459" y="251843"/>
                  </a:cubicBezTo>
                  <a:cubicBezTo>
                    <a:pt x="96488" y="252482"/>
                    <a:pt x="105434" y="252482"/>
                    <a:pt x="115019" y="252482"/>
                  </a:cubicBezTo>
                  <a:cubicBezTo>
                    <a:pt x="120770" y="252482"/>
                    <a:pt x="127160" y="252482"/>
                    <a:pt x="132272" y="252482"/>
                  </a:cubicBezTo>
                  <a:cubicBezTo>
                    <a:pt x="138023" y="252482"/>
                    <a:pt x="142496" y="252482"/>
                    <a:pt x="143774" y="252482"/>
                  </a:cubicBezTo>
                  <a:cubicBezTo>
                    <a:pt x="144413" y="252482"/>
                    <a:pt x="144413" y="252482"/>
                    <a:pt x="145052" y="252482"/>
                  </a:cubicBezTo>
                  <a:lnTo>
                    <a:pt x="171251" y="252482"/>
                  </a:lnTo>
                  <a:cubicBezTo>
                    <a:pt x="179557" y="252482"/>
                    <a:pt x="187864" y="249290"/>
                    <a:pt x="194254" y="242906"/>
                  </a:cubicBezTo>
                  <a:cubicBezTo>
                    <a:pt x="200644" y="236522"/>
                    <a:pt x="203839" y="228861"/>
                    <a:pt x="203839" y="219923"/>
                  </a:cubicBezTo>
                  <a:cubicBezTo>
                    <a:pt x="203839" y="216731"/>
                    <a:pt x="203200" y="214178"/>
                    <a:pt x="202561" y="210986"/>
                  </a:cubicBezTo>
                  <a:cubicBezTo>
                    <a:pt x="203200" y="210347"/>
                    <a:pt x="203200" y="210347"/>
                    <a:pt x="203839" y="209709"/>
                  </a:cubicBezTo>
                  <a:cubicBezTo>
                    <a:pt x="210229" y="203325"/>
                    <a:pt x="213424" y="195664"/>
                    <a:pt x="213424" y="186727"/>
                  </a:cubicBezTo>
                  <a:cubicBezTo>
                    <a:pt x="213424" y="182258"/>
                    <a:pt x="212785" y="178427"/>
                    <a:pt x="210868" y="174597"/>
                  </a:cubicBezTo>
                  <a:cubicBezTo>
                    <a:pt x="215341" y="168851"/>
                    <a:pt x="217897" y="161829"/>
                    <a:pt x="217897" y="154168"/>
                  </a:cubicBezTo>
                  <a:cubicBezTo>
                    <a:pt x="216619" y="145231"/>
                    <a:pt x="213424" y="137570"/>
                    <a:pt x="207673" y="131824"/>
                  </a:cubicBezTo>
                  <a:close/>
                  <a:moveTo>
                    <a:pt x="200644" y="169490"/>
                  </a:moveTo>
                  <a:cubicBezTo>
                    <a:pt x="200005" y="170128"/>
                    <a:pt x="198727" y="171405"/>
                    <a:pt x="197449" y="172043"/>
                  </a:cubicBezTo>
                  <a:cubicBezTo>
                    <a:pt x="200644" y="175874"/>
                    <a:pt x="202561" y="180981"/>
                    <a:pt x="202561" y="186088"/>
                  </a:cubicBezTo>
                  <a:cubicBezTo>
                    <a:pt x="202561" y="191834"/>
                    <a:pt x="200005" y="197579"/>
                    <a:pt x="196171" y="202048"/>
                  </a:cubicBezTo>
                  <a:cubicBezTo>
                    <a:pt x="194254" y="203963"/>
                    <a:pt x="192337" y="205240"/>
                    <a:pt x="189781" y="206517"/>
                  </a:cubicBezTo>
                  <a:cubicBezTo>
                    <a:pt x="192337" y="210347"/>
                    <a:pt x="193615" y="214178"/>
                    <a:pt x="193615" y="218647"/>
                  </a:cubicBezTo>
                  <a:cubicBezTo>
                    <a:pt x="193615" y="225031"/>
                    <a:pt x="191059" y="230138"/>
                    <a:pt x="187225" y="234607"/>
                  </a:cubicBezTo>
                  <a:cubicBezTo>
                    <a:pt x="182752" y="239075"/>
                    <a:pt x="177001" y="240991"/>
                    <a:pt x="171251" y="240991"/>
                  </a:cubicBezTo>
                  <a:lnTo>
                    <a:pt x="153358" y="240991"/>
                  </a:lnTo>
                  <a:cubicBezTo>
                    <a:pt x="153358" y="240991"/>
                    <a:pt x="153358" y="240991"/>
                    <a:pt x="153358" y="240991"/>
                  </a:cubicBezTo>
                  <a:lnTo>
                    <a:pt x="94571" y="240991"/>
                  </a:lnTo>
                  <a:cubicBezTo>
                    <a:pt x="77957" y="240991"/>
                    <a:pt x="62622" y="234607"/>
                    <a:pt x="51119" y="223754"/>
                  </a:cubicBezTo>
                  <a:cubicBezTo>
                    <a:pt x="49203" y="221839"/>
                    <a:pt x="46008" y="220562"/>
                    <a:pt x="43452" y="220562"/>
                  </a:cubicBezTo>
                  <a:lnTo>
                    <a:pt x="15975" y="220562"/>
                  </a:lnTo>
                  <a:cubicBezTo>
                    <a:pt x="12141" y="220562"/>
                    <a:pt x="9585" y="218008"/>
                    <a:pt x="9585" y="214178"/>
                  </a:cubicBezTo>
                  <a:cubicBezTo>
                    <a:pt x="9585" y="210347"/>
                    <a:pt x="12141" y="207794"/>
                    <a:pt x="15975" y="207794"/>
                  </a:cubicBezTo>
                  <a:lnTo>
                    <a:pt x="43452" y="207794"/>
                  </a:lnTo>
                  <a:cubicBezTo>
                    <a:pt x="49842" y="207794"/>
                    <a:pt x="55593" y="210347"/>
                    <a:pt x="60066" y="214816"/>
                  </a:cubicBezTo>
                  <a:cubicBezTo>
                    <a:pt x="69650" y="223754"/>
                    <a:pt x="81792" y="228861"/>
                    <a:pt x="95210" y="228861"/>
                  </a:cubicBezTo>
                  <a:lnTo>
                    <a:pt x="126521" y="228861"/>
                  </a:lnTo>
                  <a:cubicBezTo>
                    <a:pt x="125243" y="225669"/>
                    <a:pt x="123965" y="222477"/>
                    <a:pt x="123965" y="219285"/>
                  </a:cubicBezTo>
                  <a:cubicBezTo>
                    <a:pt x="123965" y="212901"/>
                    <a:pt x="126521" y="207155"/>
                    <a:pt x="130355" y="203325"/>
                  </a:cubicBezTo>
                  <a:cubicBezTo>
                    <a:pt x="125882" y="199495"/>
                    <a:pt x="122687" y="193111"/>
                    <a:pt x="122687" y="186727"/>
                  </a:cubicBezTo>
                  <a:cubicBezTo>
                    <a:pt x="122687" y="180343"/>
                    <a:pt x="125243" y="175235"/>
                    <a:pt x="129077" y="170767"/>
                  </a:cubicBezTo>
                  <a:cubicBezTo>
                    <a:pt x="129716" y="170128"/>
                    <a:pt x="130355" y="169490"/>
                    <a:pt x="130994" y="168851"/>
                  </a:cubicBezTo>
                  <a:cubicBezTo>
                    <a:pt x="127160" y="165021"/>
                    <a:pt x="125243" y="159276"/>
                    <a:pt x="125243" y="154168"/>
                  </a:cubicBezTo>
                  <a:cubicBezTo>
                    <a:pt x="125243" y="146508"/>
                    <a:pt x="129077" y="139485"/>
                    <a:pt x="134828" y="135655"/>
                  </a:cubicBezTo>
                  <a:cubicBezTo>
                    <a:pt x="131633" y="131824"/>
                    <a:pt x="129716" y="126717"/>
                    <a:pt x="129716" y="121610"/>
                  </a:cubicBezTo>
                  <a:cubicBezTo>
                    <a:pt x="129716" y="117780"/>
                    <a:pt x="130355" y="114588"/>
                    <a:pt x="132272" y="112034"/>
                  </a:cubicBezTo>
                  <a:lnTo>
                    <a:pt x="123965" y="112034"/>
                  </a:lnTo>
                  <a:cubicBezTo>
                    <a:pt x="123965" y="113949"/>
                    <a:pt x="123965" y="115226"/>
                    <a:pt x="123965" y="117141"/>
                  </a:cubicBezTo>
                  <a:cubicBezTo>
                    <a:pt x="123965" y="141400"/>
                    <a:pt x="110546" y="159276"/>
                    <a:pt x="86264" y="169490"/>
                  </a:cubicBezTo>
                  <a:cubicBezTo>
                    <a:pt x="85625" y="170128"/>
                    <a:pt x="84347" y="170128"/>
                    <a:pt x="83708" y="170128"/>
                  </a:cubicBezTo>
                  <a:cubicBezTo>
                    <a:pt x="81152" y="170128"/>
                    <a:pt x="78597" y="168851"/>
                    <a:pt x="77957" y="166298"/>
                  </a:cubicBezTo>
                  <a:cubicBezTo>
                    <a:pt x="76679" y="163106"/>
                    <a:pt x="77957" y="159276"/>
                    <a:pt x="81152" y="157999"/>
                  </a:cubicBezTo>
                  <a:cubicBezTo>
                    <a:pt x="101600" y="149700"/>
                    <a:pt x="111185" y="136293"/>
                    <a:pt x="111185" y="117141"/>
                  </a:cubicBezTo>
                  <a:cubicBezTo>
                    <a:pt x="111185" y="113949"/>
                    <a:pt x="110546" y="110119"/>
                    <a:pt x="109907" y="106927"/>
                  </a:cubicBezTo>
                  <a:cubicBezTo>
                    <a:pt x="109907" y="106927"/>
                    <a:pt x="109907" y="106288"/>
                    <a:pt x="109907" y="106288"/>
                  </a:cubicBezTo>
                  <a:cubicBezTo>
                    <a:pt x="109907" y="106288"/>
                    <a:pt x="109907" y="106288"/>
                    <a:pt x="109907" y="105650"/>
                  </a:cubicBezTo>
                  <a:cubicBezTo>
                    <a:pt x="109907" y="105650"/>
                    <a:pt x="109907" y="105650"/>
                    <a:pt x="109907" y="105650"/>
                  </a:cubicBezTo>
                  <a:cubicBezTo>
                    <a:pt x="109907" y="105012"/>
                    <a:pt x="109907" y="104373"/>
                    <a:pt x="110546" y="103735"/>
                  </a:cubicBezTo>
                  <a:cubicBezTo>
                    <a:pt x="128438" y="56493"/>
                    <a:pt x="126521" y="36703"/>
                    <a:pt x="122048" y="29042"/>
                  </a:cubicBezTo>
                  <a:cubicBezTo>
                    <a:pt x="120131" y="25212"/>
                    <a:pt x="116936" y="23297"/>
                    <a:pt x="112463" y="22658"/>
                  </a:cubicBezTo>
                  <a:lnTo>
                    <a:pt x="104795" y="50748"/>
                  </a:lnTo>
                  <a:cubicBezTo>
                    <a:pt x="102239" y="60324"/>
                    <a:pt x="97127" y="69261"/>
                    <a:pt x="89459" y="76922"/>
                  </a:cubicBezTo>
                  <a:cubicBezTo>
                    <a:pt x="82430" y="83945"/>
                    <a:pt x="69650" y="97989"/>
                    <a:pt x="60066" y="114588"/>
                  </a:cubicBezTo>
                  <a:cubicBezTo>
                    <a:pt x="55593" y="122248"/>
                    <a:pt x="47925" y="126717"/>
                    <a:pt x="38979" y="126717"/>
                  </a:cubicBezTo>
                  <a:lnTo>
                    <a:pt x="15975" y="126717"/>
                  </a:lnTo>
                  <a:cubicBezTo>
                    <a:pt x="12141" y="126717"/>
                    <a:pt x="9585" y="124164"/>
                    <a:pt x="9585" y="120333"/>
                  </a:cubicBezTo>
                  <a:cubicBezTo>
                    <a:pt x="9585" y="116503"/>
                    <a:pt x="12141" y="113949"/>
                    <a:pt x="15975" y="113949"/>
                  </a:cubicBezTo>
                  <a:lnTo>
                    <a:pt x="38979" y="113949"/>
                  </a:lnTo>
                  <a:cubicBezTo>
                    <a:pt x="42813" y="113949"/>
                    <a:pt x="46647" y="112034"/>
                    <a:pt x="48564" y="108204"/>
                  </a:cubicBezTo>
                  <a:cubicBezTo>
                    <a:pt x="58788" y="90967"/>
                    <a:pt x="72207" y="75645"/>
                    <a:pt x="79874" y="67985"/>
                  </a:cubicBezTo>
                  <a:cubicBezTo>
                    <a:pt x="85625" y="62239"/>
                    <a:pt x="89459" y="55217"/>
                    <a:pt x="92015" y="47556"/>
                  </a:cubicBezTo>
                  <a:lnTo>
                    <a:pt x="99683" y="18828"/>
                  </a:lnTo>
                  <a:cubicBezTo>
                    <a:pt x="101600" y="13082"/>
                    <a:pt x="107351" y="9252"/>
                    <a:pt x="113741" y="9890"/>
                  </a:cubicBezTo>
                  <a:cubicBezTo>
                    <a:pt x="122048" y="11167"/>
                    <a:pt x="129077" y="15636"/>
                    <a:pt x="132911" y="22658"/>
                  </a:cubicBezTo>
                  <a:cubicBezTo>
                    <a:pt x="141218" y="37341"/>
                    <a:pt x="138662" y="62877"/>
                    <a:pt x="125243" y="99904"/>
                  </a:cubicBezTo>
                  <a:lnTo>
                    <a:pt x="152081" y="99904"/>
                  </a:lnTo>
                  <a:lnTo>
                    <a:pt x="176363" y="99904"/>
                  </a:lnTo>
                  <a:cubicBezTo>
                    <a:pt x="189142" y="99904"/>
                    <a:pt x="199366" y="110119"/>
                    <a:pt x="199366" y="122248"/>
                  </a:cubicBezTo>
                  <a:cubicBezTo>
                    <a:pt x="199366" y="126717"/>
                    <a:pt x="198088" y="131186"/>
                    <a:pt x="194893" y="135016"/>
                  </a:cubicBezTo>
                  <a:cubicBezTo>
                    <a:pt x="201922" y="138847"/>
                    <a:pt x="206395" y="146508"/>
                    <a:pt x="206395" y="154807"/>
                  </a:cubicBezTo>
                  <a:cubicBezTo>
                    <a:pt x="207034" y="159914"/>
                    <a:pt x="204478" y="165660"/>
                    <a:pt x="200644" y="169490"/>
                  </a:cubicBezTo>
                  <a:close/>
                </a:path>
              </a:pathLst>
            </a:custGeom>
            <a:solidFill>
              <a:srgbClr val="007CB0"/>
            </a:solidFill>
            <a:ln w="6390" cap="flat">
              <a:noFill/>
              <a:prstDash val="solid"/>
              <a:miter/>
            </a:ln>
          </p:spPr>
          <p:txBody>
            <a:bodyPr rtlCol="0" anchor="ctr"/>
            <a:lstStyle/>
            <a:p>
              <a:endParaRPr lang="en-US"/>
            </a:p>
          </p:txBody>
        </p:sp>
      </p:grpSp>
      <p:grpSp>
        <p:nvGrpSpPr>
          <p:cNvPr id="523" name="Graphic 4">
            <a:extLst>
              <a:ext uri="{FF2B5EF4-FFF2-40B4-BE49-F238E27FC236}">
                <a16:creationId xmlns:a16="http://schemas.microsoft.com/office/drawing/2014/main" id="{9E6E0CCF-8DCD-DD44-9845-FF0727C1980A}"/>
              </a:ext>
            </a:extLst>
          </p:cNvPr>
          <p:cNvGrpSpPr/>
          <p:nvPr/>
        </p:nvGrpSpPr>
        <p:grpSpPr>
          <a:xfrm>
            <a:off x="4046108" y="918179"/>
            <a:ext cx="361670" cy="361333"/>
            <a:chOff x="4046108" y="918179"/>
            <a:chExt cx="361670" cy="361333"/>
          </a:xfrm>
          <a:solidFill>
            <a:srgbClr val="007CB0"/>
          </a:solidFill>
        </p:grpSpPr>
        <p:sp>
          <p:nvSpPr>
            <p:cNvPr id="524" name="Graphic 4">
              <a:extLst>
                <a:ext uri="{FF2B5EF4-FFF2-40B4-BE49-F238E27FC236}">
                  <a16:creationId xmlns:a16="http://schemas.microsoft.com/office/drawing/2014/main" id="{FC2332D0-8F0F-094A-B0CF-5821F2F3EB0A}"/>
                </a:ext>
              </a:extLst>
            </p:cNvPr>
            <p:cNvSpPr/>
            <p:nvPr/>
          </p:nvSpPr>
          <p:spPr>
            <a:xfrm>
              <a:off x="4046108"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84991 w 361670"/>
                <a:gd name="connsiteY5" fmla="*/ 236207 h 361333"/>
                <a:gd name="connsiteX6" fmla="*/ 275406 w 361670"/>
                <a:gd name="connsiteY6" fmla="*/ 259190 h 361333"/>
                <a:gd name="connsiteX7" fmla="*/ 274128 w 361670"/>
                <a:gd name="connsiteY7" fmla="*/ 260467 h 361333"/>
                <a:gd name="connsiteX8" fmla="*/ 275406 w 361670"/>
                <a:gd name="connsiteY8" fmla="*/ 269404 h 361333"/>
                <a:gd name="connsiteX9" fmla="*/ 265821 w 361670"/>
                <a:gd name="connsiteY9" fmla="*/ 292386 h 361333"/>
                <a:gd name="connsiteX10" fmla="*/ 242818 w 361670"/>
                <a:gd name="connsiteY10" fmla="*/ 301962 h 361333"/>
                <a:gd name="connsiteX11" fmla="*/ 216619 w 361670"/>
                <a:gd name="connsiteY11" fmla="*/ 301962 h 361333"/>
                <a:gd name="connsiteX12" fmla="*/ 215341 w 361670"/>
                <a:gd name="connsiteY12" fmla="*/ 301962 h 361333"/>
                <a:gd name="connsiteX13" fmla="*/ 203839 w 361670"/>
                <a:gd name="connsiteY13" fmla="*/ 301962 h 361333"/>
                <a:gd name="connsiteX14" fmla="*/ 186586 w 361670"/>
                <a:gd name="connsiteY14" fmla="*/ 301962 h 361333"/>
                <a:gd name="connsiteX15" fmla="*/ 161027 w 361670"/>
                <a:gd name="connsiteY15" fmla="*/ 301324 h 361333"/>
                <a:gd name="connsiteX16" fmla="*/ 120770 w 361670"/>
                <a:gd name="connsiteY16" fmla="*/ 286002 h 361333"/>
                <a:gd name="connsiteX17" fmla="*/ 109907 w 361670"/>
                <a:gd name="connsiteY17" fmla="*/ 280895 h 361333"/>
                <a:gd name="connsiteX18" fmla="*/ 87542 w 361670"/>
                <a:gd name="connsiteY18" fmla="*/ 280895 h 361333"/>
                <a:gd name="connsiteX19" fmla="*/ 76040 w 361670"/>
                <a:gd name="connsiteY19" fmla="*/ 276426 h 361333"/>
                <a:gd name="connsiteX20" fmla="*/ 71567 w 361670"/>
                <a:gd name="connsiteY20" fmla="*/ 264935 h 361333"/>
                <a:gd name="connsiteX21" fmla="*/ 72206 w 361670"/>
                <a:gd name="connsiteY21" fmla="*/ 169176 h 361333"/>
                <a:gd name="connsiteX22" fmla="*/ 88181 w 361670"/>
                <a:gd name="connsiteY22" fmla="*/ 153216 h 361333"/>
                <a:gd name="connsiteX23" fmla="*/ 111185 w 361670"/>
                <a:gd name="connsiteY23" fmla="*/ 153216 h 361333"/>
                <a:gd name="connsiteX24" fmla="*/ 112463 w 361670"/>
                <a:gd name="connsiteY24" fmla="*/ 152577 h 361333"/>
                <a:gd name="connsiteX25" fmla="*/ 145052 w 361670"/>
                <a:gd name="connsiteY25" fmla="*/ 110443 h 361333"/>
                <a:gd name="connsiteX26" fmla="*/ 154637 w 361670"/>
                <a:gd name="connsiteY26" fmla="*/ 94483 h 361333"/>
                <a:gd name="connsiteX27" fmla="*/ 162304 w 361670"/>
                <a:gd name="connsiteY27" fmla="*/ 65755 h 361333"/>
                <a:gd name="connsiteX28" fmla="*/ 186586 w 361670"/>
                <a:gd name="connsiteY28" fmla="*/ 49795 h 361333"/>
                <a:gd name="connsiteX29" fmla="*/ 212785 w 361670"/>
                <a:gd name="connsiteY29" fmla="*/ 67032 h 361333"/>
                <a:gd name="connsiteX30" fmla="*/ 210229 w 361670"/>
                <a:gd name="connsiteY30" fmla="*/ 139171 h 361333"/>
                <a:gd name="connsiteX31" fmla="*/ 248568 w 361670"/>
                <a:gd name="connsiteY31" fmla="*/ 139171 h 361333"/>
                <a:gd name="connsiteX32" fmla="*/ 281157 w 361670"/>
                <a:gd name="connsiteY32" fmla="*/ 171091 h 361333"/>
                <a:gd name="connsiteX33" fmla="*/ 279240 w 361670"/>
                <a:gd name="connsiteY33" fmla="*/ 181305 h 361333"/>
                <a:gd name="connsiteX34" fmla="*/ 288186 w 361670"/>
                <a:gd name="connsiteY34" fmla="*/ 203649 h 361333"/>
                <a:gd name="connsiteX35" fmla="*/ 281157 w 361670"/>
                <a:gd name="connsiteY35" fmla="*/ 224078 h 361333"/>
                <a:gd name="connsiteX36" fmla="*/ 284991 w 361670"/>
                <a:gd name="connsiteY36" fmla="*/ 23620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close/>
                  <a:moveTo>
                    <a:pt x="284991" y="236207"/>
                  </a:moveTo>
                  <a:cubicBezTo>
                    <a:pt x="284991" y="245145"/>
                    <a:pt x="281796" y="252806"/>
                    <a:pt x="275406" y="259190"/>
                  </a:cubicBezTo>
                  <a:cubicBezTo>
                    <a:pt x="274767" y="259828"/>
                    <a:pt x="274767" y="259828"/>
                    <a:pt x="274128" y="260467"/>
                  </a:cubicBezTo>
                  <a:cubicBezTo>
                    <a:pt x="274767" y="263020"/>
                    <a:pt x="275406" y="266212"/>
                    <a:pt x="275406" y="269404"/>
                  </a:cubicBezTo>
                  <a:cubicBezTo>
                    <a:pt x="275406" y="278342"/>
                    <a:pt x="272211" y="286002"/>
                    <a:pt x="265821" y="292386"/>
                  </a:cubicBezTo>
                  <a:cubicBezTo>
                    <a:pt x="259431" y="298770"/>
                    <a:pt x="251763" y="301962"/>
                    <a:pt x="242818" y="301962"/>
                  </a:cubicBezTo>
                  <a:lnTo>
                    <a:pt x="216619" y="301962"/>
                  </a:lnTo>
                  <a:cubicBezTo>
                    <a:pt x="215980" y="301962"/>
                    <a:pt x="215980" y="301962"/>
                    <a:pt x="215341" y="301962"/>
                  </a:cubicBezTo>
                  <a:cubicBezTo>
                    <a:pt x="214063" y="301962"/>
                    <a:pt x="209590" y="301962"/>
                    <a:pt x="203839" y="301962"/>
                  </a:cubicBezTo>
                  <a:cubicBezTo>
                    <a:pt x="198727" y="301962"/>
                    <a:pt x="192337" y="301962"/>
                    <a:pt x="186586" y="301962"/>
                  </a:cubicBezTo>
                  <a:cubicBezTo>
                    <a:pt x="177001" y="301962"/>
                    <a:pt x="168055" y="301962"/>
                    <a:pt x="161027" y="301324"/>
                  </a:cubicBezTo>
                  <a:cubicBezTo>
                    <a:pt x="139301" y="300686"/>
                    <a:pt x="128438" y="291748"/>
                    <a:pt x="120770" y="286002"/>
                  </a:cubicBezTo>
                  <a:cubicBezTo>
                    <a:pt x="115658" y="282172"/>
                    <a:pt x="114380" y="280895"/>
                    <a:pt x="109907" y="280895"/>
                  </a:cubicBezTo>
                  <a:cubicBezTo>
                    <a:pt x="93932" y="280895"/>
                    <a:pt x="87542" y="280895"/>
                    <a:pt x="87542" y="280895"/>
                  </a:cubicBezTo>
                  <a:cubicBezTo>
                    <a:pt x="83069" y="280895"/>
                    <a:pt x="79235" y="278980"/>
                    <a:pt x="76040" y="276426"/>
                  </a:cubicBezTo>
                  <a:cubicBezTo>
                    <a:pt x="72845" y="273234"/>
                    <a:pt x="71567" y="269404"/>
                    <a:pt x="71567" y="264935"/>
                  </a:cubicBezTo>
                  <a:lnTo>
                    <a:pt x="72206" y="169176"/>
                  </a:lnTo>
                  <a:cubicBezTo>
                    <a:pt x="72206" y="160238"/>
                    <a:pt x="79235" y="153216"/>
                    <a:pt x="88181" y="153216"/>
                  </a:cubicBezTo>
                  <a:lnTo>
                    <a:pt x="111185" y="153216"/>
                  </a:lnTo>
                  <a:cubicBezTo>
                    <a:pt x="111824" y="153216"/>
                    <a:pt x="112463" y="152577"/>
                    <a:pt x="112463" y="152577"/>
                  </a:cubicBezTo>
                  <a:cubicBezTo>
                    <a:pt x="122687" y="134064"/>
                    <a:pt x="137384" y="118104"/>
                    <a:pt x="145052" y="110443"/>
                  </a:cubicBezTo>
                  <a:cubicBezTo>
                    <a:pt x="149524" y="105974"/>
                    <a:pt x="152719" y="100229"/>
                    <a:pt x="154637" y="94483"/>
                  </a:cubicBezTo>
                  <a:lnTo>
                    <a:pt x="162304" y="65755"/>
                  </a:lnTo>
                  <a:cubicBezTo>
                    <a:pt x="165499" y="54902"/>
                    <a:pt x="175723" y="47880"/>
                    <a:pt x="186586" y="49795"/>
                  </a:cubicBezTo>
                  <a:cubicBezTo>
                    <a:pt x="198088" y="51710"/>
                    <a:pt x="207034" y="57456"/>
                    <a:pt x="212785" y="67032"/>
                  </a:cubicBezTo>
                  <a:cubicBezTo>
                    <a:pt x="221731" y="82353"/>
                    <a:pt x="221092" y="105974"/>
                    <a:pt x="210229" y="139171"/>
                  </a:cubicBezTo>
                  <a:lnTo>
                    <a:pt x="248568" y="139171"/>
                  </a:lnTo>
                  <a:cubicBezTo>
                    <a:pt x="266460" y="139171"/>
                    <a:pt x="281157" y="153854"/>
                    <a:pt x="281157" y="171091"/>
                  </a:cubicBezTo>
                  <a:cubicBezTo>
                    <a:pt x="281157" y="174921"/>
                    <a:pt x="280518" y="178113"/>
                    <a:pt x="279240" y="181305"/>
                  </a:cubicBezTo>
                  <a:cubicBezTo>
                    <a:pt x="284991" y="187051"/>
                    <a:pt x="288186" y="194711"/>
                    <a:pt x="288186" y="203649"/>
                  </a:cubicBezTo>
                  <a:cubicBezTo>
                    <a:pt x="288186" y="211310"/>
                    <a:pt x="285630" y="218332"/>
                    <a:pt x="281157" y="224078"/>
                  </a:cubicBezTo>
                  <a:cubicBezTo>
                    <a:pt x="284352" y="227908"/>
                    <a:pt x="284991" y="231739"/>
                    <a:pt x="284991" y="236207"/>
                  </a:cubicBezTo>
                  <a:close/>
                </a:path>
              </a:pathLst>
            </a:custGeom>
            <a:solidFill>
              <a:srgbClr val="007CB0"/>
            </a:solidFill>
            <a:ln w="6390" cap="flat">
              <a:noFill/>
              <a:prstDash val="solid"/>
              <a:miter/>
            </a:ln>
          </p:spPr>
          <p:txBody>
            <a:bodyPr rtlCol="0" anchor="ctr"/>
            <a:lstStyle/>
            <a:p>
              <a:endParaRPr lang="en-US"/>
            </a:p>
          </p:txBody>
        </p:sp>
        <p:sp>
          <p:nvSpPr>
            <p:cNvPr id="525" name="Graphic 4">
              <a:extLst>
                <a:ext uri="{FF2B5EF4-FFF2-40B4-BE49-F238E27FC236}">
                  <a16:creationId xmlns:a16="http://schemas.microsoft.com/office/drawing/2014/main" id="{CDC9DB3D-F83B-7F4B-9BE1-96CE1859C336}"/>
                </a:ext>
              </a:extLst>
            </p:cNvPr>
            <p:cNvSpPr/>
            <p:nvPr/>
          </p:nvSpPr>
          <p:spPr>
            <a:xfrm>
              <a:off x="4129816" y="977305"/>
              <a:ext cx="197449" cy="231344"/>
            </a:xfrm>
            <a:custGeom>
              <a:avLst/>
              <a:gdLst>
                <a:gd name="connsiteX0" fmla="*/ 185308 w 197449"/>
                <a:gd name="connsiteY0" fmla="*/ 125371 h 231344"/>
                <a:gd name="connsiteX1" fmla="*/ 189781 w 197449"/>
                <a:gd name="connsiteY1" fmla="*/ 112603 h 231344"/>
                <a:gd name="connsiteX2" fmla="*/ 166778 w 197449"/>
                <a:gd name="connsiteY2" fmla="*/ 90259 h 231344"/>
                <a:gd name="connsiteX3" fmla="*/ 142496 w 197449"/>
                <a:gd name="connsiteY3" fmla="*/ 90259 h 231344"/>
                <a:gd name="connsiteX4" fmla="*/ 115658 w 197449"/>
                <a:gd name="connsiteY4" fmla="*/ 90259 h 231344"/>
                <a:gd name="connsiteX5" fmla="*/ 123326 w 197449"/>
                <a:gd name="connsiteY5" fmla="*/ 13013 h 231344"/>
                <a:gd name="connsiteX6" fmla="*/ 104156 w 197449"/>
                <a:gd name="connsiteY6" fmla="*/ 245 h 231344"/>
                <a:gd name="connsiteX7" fmla="*/ 90098 w 197449"/>
                <a:gd name="connsiteY7" fmla="*/ 9182 h 231344"/>
                <a:gd name="connsiteX8" fmla="*/ 82430 w 197449"/>
                <a:gd name="connsiteY8" fmla="*/ 37910 h 231344"/>
                <a:gd name="connsiteX9" fmla="*/ 70289 w 197449"/>
                <a:gd name="connsiteY9" fmla="*/ 58339 h 231344"/>
                <a:gd name="connsiteX10" fmla="*/ 38979 w 197449"/>
                <a:gd name="connsiteY10" fmla="*/ 98558 h 231344"/>
                <a:gd name="connsiteX11" fmla="*/ 29394 w 197449"/>
                <a:gd name="connsiteY11" fmla="*/ 104304 h 231344"/>
                <a:gd name="connsiteX12" fmla="*/ 6390 w 197449"/>
                <a:gd name="connsiteY12" fmla="*/ 104304 h 231344"/>
                <a:gd name="connsiteX13" fmla="*/ 0 w 197449"/>
                <a:gd name="connsiteY13" fmla="*/ 110688 h 231344"/>
                <a:gd name="connsiteX14" fmla="*/ 6390 w 197449"/>
                <a:gd name="connsiteY14" fmla="*/ 117072 h 231344"/>
                <a:gd name="connsiteX15" fmla="*/ 29394 w 197449"/>
                <a:gd name="connsiteY15" fmla="*/ 117072 h 231344"/>
                <a:gd name="connsiteX16" fmla="*/ 50481 w 197449"/>
                <a:gd name="connsiteY16" fmla="*/ 104942 h 231344"/>
                <a:gd name="connsiteX17" fmla="*/ 79874 w 197449"/>
                <a:gd name="connsiteY17" fmla="*/ 67276 h 231344"/>
                <a:gd name="connsiteX18" fmla="*/ 95210 w 197449"/>
                <a:gd name="connsiteY18" fmla="*/ 41102 h 231344"/>
                <a:gd name="connsiteX19" fmla="*/ 102878 w 197449"/>
                <a:gd name="connsiteY19" fmla="*/ 13013 h 231344"/>
                <a:gd name="connsiteX20" fmla="*/ 112463 w 197449"/>
                <a:gd name="connsiteY20" fmla="*/ 19397 h 231344"/>
                <a:gd name="connsiteX21" fmla="*/ 100961 w 197449"/>
                <a:gd name="connsiteY21" fmla="*/ 94089 h 231344"/>
                <a:gd name="connsiteX22" fmla="*/ 100322 w 197449"/>
                <a:gd name="connsiteY22" fmla="*/ 96004 h 231344"/>
                <a:gd name="connsiteX23" fmla="*/ 100322 w 197449"/>
                <a:gd name="connsiteY23" fmla="*/ 96004 h 231344"/>
                <a:gd name="connsiteX24" fmla="*/ 100322 w 197449"/>
                <a:gd name="connsiteY24" fmla="*/ 96643 h 231344"/>
                <a:gd name="connsiteX25" fmla="*/ 100322 w 197449"/>
                <a:gd name="connsiteY25" fmla="*/ 97281 h 231344"/>
                <a:gd name="connsiteX26" fmla="*/ 101600 w 197449"/>
                <a:gd name="connsiteY26" fmla="*/ 107496 h 231344"/>
                <a:gd name="connsiteX27" fmla="*/ 71567 w 197449"/>
                <a:gd name="connsiteY27" fmla="*/ 148353 h 231344"/>
                <a:gd name="connsiteX28" fmla="*/ 68372 w 197449"/>
                <a:gd name="connsiteY28" fmla="*/ 156652 h 231344"/>
                <a:gd name="connsiteX29" fmla="*/ 74124 w 197449"/>
                <a:gd name="connsiteY29" fmla="*/ 160483 h 231344"/>
                <a:gd name="connsiteX30" fmla="*/ 76679 w 197449"/>
                <a:gd name="connsiteY30" fmla="*/ 159844 h 231344"/>
                <a:gd name="connsiteX31" fmla="*/ 114380 w 197449"/>
                <a:gd name="connsiteY31" fmla="*/ 107496 h 231344"/>
                <a:gd name="connsiteX32" fmla="*/ 114380 w 197449"/>
                <a:gd name="connsiteY32" fmla="*/ 102388 h 231344"/>
                <a:gd name="connsiteX33" fmla="*/ 122687 w 197449"/>
                <a:gd name="connsiteY33" fmla="*/ 102388 h 231344"/>
                <a:gd name="connsiteX34" fmla="*/ 120131 w 197449"/>
                <a:gd name="connsiteY34" fmla="*/ 111964 h 231344"/>
                <a:gd name="connsiteX35" fmla="*/ 125243 w 197449"/>
                <a:gd name="connsiteY35" fmla="*/ 126009 h 231344"/>
                <a:gd name="connsiteX36" fmla="*/ 115658 w 197449"/>
                <a:gd name="connsiteY36" fmla="*/ 144523 h 231344"/>
                <a:gd name="connsiteX37" fmla="*/ 121409 w 197449"/>
                <a:gd name="connsiteY37" fmla="*/ 159206 h 231344"/>
                <a:gd name="connsiteX38" fmla="*/ 119492 w 197449"/>
                <a:gd name="connsiteY38" fmla="*/ 161121 h 231344"/>
                <a:gd name="connsiteX39" fmla="*/ 113102 w 197449"/>
                <a:gd name="connsiteY39" fmla="*/ 177081 h 231344"/>
                <a:gd name="connsiteX40" fmla="*/ 120770 w 197449"/>
                <a:gd name="connsiteY40" fmla="*/ 193679 h 231344"/>
                <a:gd name="connsiteX41" fmla="*/ 114380 w 197449"/>
                <a:gd name="connsiteY41" fmla="*/ 209639 h 231344"/>
                <a:gd name="connsiteX42" fmla="*/ 116936 w 197449"/>
                <a:gd name="connsiteY42" fmla="*/ 219215 h 231344"/>
                <a:gd name="connsiteX43" fmla="*/ 85625 w 197449"/>
                <a:gd name="connsiteY43" fmla="*/ 219215 h 231344"/>
                <a:gd name="connsiteX44" fmla="*/ 50481 w 197449"/>
                <a:gd name="connsiteY44" fmla="*/ 205171 h 231344"/>
                <a:gd name="connsiteX45" fmla="*/ 33867 w 197449"/>
                <a:gd name="connsiteY45" fmla="*/ 198148 h 231344"/>
                <a:gd name="connsiteX46" fmla="*/ 6390 w 197449"/>
                <a:gd name="connsiteY46" fmla="*/ 198148 h 231344"/>
                <a:gd name="connsiteX47" fmla="*/ 0 w 197449"/>
                <a:gd name="connsiteY47" fmla="*/ 204532 h 231344"/>
                <a:gd name="connsiteX48" fmla="*/ 6390 w 197449"/>
                <a:gd name="connsiteY48" fmla="*/ 210916 h 231344"/>
                <a:gd name="connsiteX49" fmla="*/ 33867 w 197449"/>
                <a:gd name="connsiteY49" fmla="*/ 210916 h 231344"/>
                <a:gd name="connsiteX50" fmla="*/ 41535 w 197449"/>
                <a:gd name="connsiteY50" fmla="*/ 214108 h 231344"/>
                <a:gd name="connsiteX51" fmla="*/ 84986 w 197449"/>
                <a:gd name="connsiteY51" fmla="*/ 231345 h 231344"/>
                <a:gd name="connsiteX52" fmla="*/ 143774 w 197449"/>
                <a:gd name="connsiteY52" fmla="*/ 231345 h 231344"/>
                <a:gd name="connsiteX53" fmla="*/ 143774 w 197449"/>
                <a:gd name="connsiteY53" fmla="*/ 231345 h 231344"/>
                <a:gd name="connsiteX54" fmla="*/ 161665 w 197449"/>
                <a:gd name="connsiteY54" fmla="*/ 231345 h 231344"/>
                <a:gd name="connsiteX55" fmla="*/ 177640 w 197449"/>
                <a:gd name="connsiteY55" fmla="*/ 224961 h 231344"/>
                <a:gd name="connsiteX56" fmla="*/ 184030 w 197449"/>
                <a:gd name="connsiteY56" fmla="*/ 209001 h 231344"/>
                <a:gd name="connsiteX57" fmla="*/ 180196 w 197449"/>
                <a:gd name="connsiteY57" fmla="*/ 196871 h 231344"/>
                <a:gd name="connsiteX58" fmla="*/ 186586 w 197449"/>
                <a:gd name="connsiteY58" fmla="*/ 192403 h 231344"/>
                <a:gd name="connsiteX59" fmla="*/ 192976 w 197449"/>
                <a:gd name="connsiteY59" fmla="*/ 176443 h 231344"/>
                <a:gd name="connsiteX60" fmla="*/ 187864 w 197449"/>
                <a:gd name="connsiteY60" fmla="*/ 162398 h 231344"/>
                <a:gd name="connsiteX61" fmla="*/ 191059 w 197449"/>
                <a:gd name="connsiteY61" fmla="*/ 159844 h 231344"/>
                <a:gd name="connsiteX62" fmla="*/ 197449 w 197449"/>
                <a:gd name="connsiteY62" fmla="*/ 143884 h 231344"/>
                <a:gd name="connsiteX63" fmla="*/ 185308 w 197449"/>
                <a:gd name="connsiteY63" fmla="*/ 125371 h 231344"/>
                <a:gd name="connsiteX64" fmla="*/ 141857 w 197449"/>
                <a:gd name="connsiteY64" fmla="*/ 102388 h 231344"/>
                <a:gd name="connsiteX65" fmla="*/ 166138 w 197449"/>
                <a:gd name="connsiteY65" fmla="*/ 102388 h 231344"/>
                <a:gd name="connsiteX66" fmla="*/ 176363 w 197449"/>
                <a:gd name="connsiteY66" fmla="*/ 111964 h 231344"/>
                <a:gd name="connsiteX67" fmla="*/ 173168 w 197449"/>
                <a:gd name="connsiteY67" fmla="*/ 118987 h 231344"/>
                <a:gd name="connsiteX68" fmla="*/ 166778 w 197449"/>
                <a:gd name="connsiteY68" fmla="*/ 121540 h 231344"/>
                <a:gd name="connsiteX69" fmla="*/ 140579 w 197449"/>
                <a:gd name="connsiteY69" fmla="*/ 121540 h 231344"/>
                <a:gd name="connsiteX70" fmla="*/ 134189 w 197449"/>
                <a:gd name="connsiteY70" fmla="*/ 118987 h 231344"/>
                <a:gd name="connsiteX71" fmla="*/ 130994 w 197449"/>
                <a:gd name="connsiteY71" fmla="*/ 111964 h 231344"/>
                <a:gd name="connsiteX72" fmla="*/ 141857 w 197449"/>
                <a:gd name="connsiteY72" fmla="*/ 102388 h 231344"/>
                <a:gd name="connsiteX73" fmla="*/ 166778 w 197449"/>
                <a:gd name="connsiteY73" fmla="*/ 216662 h 231344"/>
                <a:gd name="connsiteX74" fmla="*/ 159748 w 197449"/>
                <a:gd name="connsiteY74" fmla="*/ 219854 h 231344"/>
                <a:gd name="connsiteX75" fmla="*/ 134189 w 197449"/>
                <a:gd name="connsiteY75" fmla="*/ 219854 h 231344"/>
                <a:gd name="connsiteX76" fmla="*/ 128438 w 197449"/>
                <a:gd name="connsiteY76" fmla="*/ 217300 h 231344"/>
                <a:gd name="connsiteX77" fmla="*/ 125243 w 197449"/>
                <a:gd name="connsiteY77" fmla="*/ 210278 h 231344"/>
                <a:gd name="connsiteX78" fmla="*/ 135467 w 197449"/>
                <a:gd name="connsiteY78" fmla="*/ 200702 h 231344"/>
                <a:gd name="connsiteX79" fmla="*/ 137384 w 197449"/>
                <a:gd name="connsiteY79" fmla="*/ 200702 h 231344"/>
                <a:gd name="connsiteX80" fmla="*/ 160388 w 197449"/>
                <a:gd name="connsiteY80" fmla="*/ 200702 h 231344"/>
                <a:gd name="connsiteX81" fmla="*/ 169973 w 197449"/>
                <a:gd name="connsiteY81" fmla="*/ 210278 h 231344"/>
                <a:gd name="connsiteX82" fmla="*/ 166778 w 197449"/>
                <a:gd name="connsiteY82" fmla="*/ 216662 h 231344"/>
                <a:gd name="connsiteX83" fmla="*/ 176363 w 197449"/>
                <a:gd name="connsiteY83" fmla="*/ 184103 h 231344"/>
                <a:gd name="connsiteX84" fmla="*/ 169333 w 197449"/>
                <a:gd name="connsiteY84" fmla="*/ 187295 h 231344"/>
                <a:gd name="connsiteX85" fmla="*/ 160388 w 197449"/>
                <a:gd name="connsiteY85" fmla="*/ 187295 h 231344"/>
                <a:gd name="connsiteX86" fmla="*/ 160388 w 197449"/>
                <a:gd name="connsiteY86" fmla="*/ 187295 h 231344"/>
                <a:gd name="connsiteX87" fmla="*/ 143774 w 197449"/>
                <a:gd name="connsiteY87" fmla="*/ 187295 h 231344"/>
                <a:gd name="connsiteX88" fmla="*/ 143774 w 197449"/>
                <a:gd name="connsiteY88" fmla="*/ 187295 h 231344"/>
                <a:gd name="connsiteX89" fmla="*/ 143135 w 197449"/>
                <a:gd name="connsiteY89" fmla="*/ 187295 h 231344"/>
                <a:gd name="connsiteX90" fmla="*/ 143135 w 197449"/>
                <a:gd name="connsiteY90" fmla="*/ 187295 h 231344"/>
                <a:gd name="connsiteX91" fmla="*/ 136106 w 197449"/>
                <a:gd name="connsiteY91" fmla="*/ 187295 h 231344"/>
                <a:gd name="connsiteX92" fmla="*/ 135467 w 197449"/>
                <a:gd name="connsiteY92" fmla="*/ 187295 h 231344"/>
                <a:gd name="connsiteX93" fmla="*/ 125243 w 197449"/>
                <a:gd name="connsiteY93" fmla="*/ 177719 h 231344"/>
                <a:gd name="connsiteX94" fmla="*/ 128438 w 197449"/>
                <a:gd name="connsiteY94" fmla="*/ 170697 h 231344"/>
                <a:gd name="connsiteX95" fmla="*/ 135467 w 197449"/>
                <a:gd name="connsiteY95" fmla="*/ 167505 h 231344"/>
                <a:gd name="connsiteX96" fmla="*/ 138662 w 197449"/>
                <a:gd name="connsiteY96" fmla="*/ 167505 h 231344"/>
                <a:gd name="connsiteX97" fmla="*/ 138662 w 197449"/>
                <a:gd name="connsiteY97" fmla="*/ 167505 h 231344"/>
                <a:gd name="connsiteX98" fmla="*/ 171250 w 197449"/>
                <a:gd name="connsiteY98" fmla="*/ 167505 h 231344"/>
                <a:gd name="connsiteX99" fmla="*/ 180196 w 197449"/>
                <a:gd name="connsiteY99" fmla="*/ 177081 h 231344"/>
                <a:gd name="connsiteX100" fmla="*/ 176363 w 197449"/>
                <a:gd name="connsiteY100" fmla="*/ 184103 h 231344"/>
                <a:gd name="connsiteX101" fmla="*/ 180835 w 197449"/>
                <a:gd name="connsiteY101" fmla="*/ 151545 h 231344"/>
                <a:gd name="connsiteX102" fmla="*/ 173806 w 197449"/>
                <a:gd name="connsiteY102" fmla="*/ 154737 h 231344"/>
                <a:gd name="connsiteX103" fmla="*/ 170611 w 197449"/>
                <a:gd name="connsiteY103" fmla="*/ 154737 h 231344"/>
                <a:gd name="connsiteX104" fmla="*/ 169333 w 197449"/>
                <a:gd name="connsiteY104" fmla="*/ 154737 h 231344"/>
                <a:gd name="connsiteX105" fmla="*/ 137384 w 197449"/>
                <a:gd name="connsiteY105" fmla="*/ 154737 h 231344"/>
                <a:gd name="connsiteX106" fmla="*/ 130355 w 197449"/>
                <a:gd name="connsiteY106" fmla="*/ 151545 h 231344"/>
                <a:gd name="connsiteX107" fmla="*/ 127160 w 197449"/>
                <a:gd name="connsiteY107" fmla="*/ 144523 h 231344"/>
                <a:gd name="connsiteX108" fmla="*/ 137384 w 197449"/>
                <a:gd name="connsiteY108" fmla="*/ 134947 h 231344"/>
                <a:gd name="connsiteX109" fmla="*/ 141218 w 197449"/>
                <a:gd name="connsiteY109" fmla="*/ 134947 h 231344"/>
                <a:gd name="connsiteX110" fmla="*/ 142496 w 197449"/>
                <a:gd name="connsiteY110" fmla="*/ 134947 h 231344"/>
                <a:gd name="connsiteX111" fmla="*/ 166778 w 197449"/>
                <a:gd name="connsiteY111" fmla="*/ 134947 h 231344"/>
                <a:gd name="connsiteX112" fmla="*/ 168055 w 197449"/>
                <a:gd name="connsiteY112" fmla="*/ 134947 h 231344"/>
                <a:gd name="connsiteX113" fmla="*/ 173806 w 197449"/>
                <a:gd name="connsiteY113" fmla="*/ 134947 h 231344"/>
                <a:gd name="connsiteX114" fmla="*/ 174445 w 197449"/>
                <a:gd name="connsiteY114" fmla="*/ 134947 h 231344"/>
                <a:gd name="connsiteX115" fmla="*/ 183391 w 197449"/>
                <a:gd name="connsiteY115" fmla="*/ 144523 h 231344"/>
                <a:gd name="connsiteX116" fmla="*/ 180835 w 197449"/>
                <a:gd name="connsiteY116" fmla="*/ 151545 h 23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97449" h="231344">
                  <a:moveTo>
                    <a:pt x="185308" y="125371"/>
                  </a:moveTo>
                  <a:cubicBezTo>
                    <a:pt x="187864" y="121540"/>
                    <a:pt x="189781" y="117072"/>
                    <a:pt x="189781" y="112603"/>
                  </a:cubicBezTo>
                  <a:cubicBezTo>
                    <a:pt x="189781" y="99835"/>
                    <a:pt x="179557" y="90259"/>
                    <a:pt x="166778" y="90259"/>
                  </a:cubicBezTo>
                  <a:lnTo>
                    <a:pt x="142496" y="90259"/>
                  </a:lnTo>
                  <a:lnTo>
                    <a:pt x="115658" y="90259"/>
                  </a:lnTo>
                  <a:cubicBezTo>
                    <a:pt x="129077" y="53232"/>
                    <a:pt x="131633" y="27696"/>
                    <a:pt x="123326" y="13013"/>
                  </a:cubicBezTo>
                  <a:cubicBezTo>
                    <a:pt x="119492" y="5990"/>
                    <a:pt x="112463" y="1521"/>
                    <a:pt x="104156" y="245"/>
                  </a:cubicBezTo>
                  <a:cubicBezTo>
                    <a:pt x="97766" y="-1032"/>
                    <a:pt x="92015" y="2798"/>
                    <a:pt x="90098" y="9182"/>
                  </a:cubicBezTo>
                  <a:lnTo>
                    <a:pt x="82430" y="37910"/>
                  </a:lnTo>
                  <a:cubicBezTo>
                    <a:pt x="80513" y="45571"/>
                    <a:pt x="76040" y="52593"/>
                    <a:pt x="70289" y="58339"/>
                  </a:cubicBezTo>
                  <a:cubicBezTo>
                    <a:pt x="62621" y="66000"/>
                    <a:pt x="49203" y="80683"/>
                    <a:pt x="38979" y="98558"/>
                  </a:cubicBezTo>
                  <a:cubicBezTo>
                    <a:pt x="37062" y="102388"/>
                    <a:pt x="33228" y="104304"/>
                    <a:pt x="29394" y="104304"/>
                  </a:cubicBezTo>
                  <a:lnTo>
                    <a:pt x="6390" y="104304"/>
                  </a:lnTo>
                  <a:cubicBezTo>
                    <a:pt x="2556" y="104304"/>
                    <a:pt x="0" y="106857"/>
                    <a:pt x="0" y="110688"/>
                  </a:cubicBezTo>
                  <a:cubicBezTo>
                    <a:pt x="0" y="114518"/>
                    <a:pt x="2556" y="117072"/>
                    <a:pt x="6390" y="117072"/>
                  </a:cubicBezTo>
                  <a:lnTo>
                    <a:pt x="29394" y="117072"/>
                  </a:lnTo>
                  <a:cubicBezTo>
                    <a:pt x="38340" y="117072"/>
                    <a:pt x="46008" y="112603"/>
                    <a:pt x="50481" y="104942"/>
                  </a:cubicBezTo>
                  <a:cubicBezTo>
                    <a:pt x="60066" y="88982"/>
                    <a:pt x="72845" y="74299"/>
                    <a:pt x="79874" y="67276"/>
                  </a:cubicBezTo>
                  <a:cubicBezTo>
                    <a:pt x="86903" y="59616"/>
                    <a:pt x="92654" y="50678"/>
                    <a:pt x="95210" y="41102"/>
                  </a:cubicBezTo>
                  <a:lnTo>
                    <a:pt x="102878" y="13013"/>
                  </a:lnTo>
                  <a:cubicBezTo>
                    <a:pt x="107351" y="13651"/>
                    <a:pt x="110546" y="16205"/>
                    <a:pt x="112463" y="19397"/>
                  </a:cubicBezTo>
                  <a:cubicBezTo>
                    <a:pt x="116936" y="27696"/>
                    <a:pt x="118853" y="47486"/>
                    <a:pt x="100961" y="94089"/>
                  </a:cubicBezTo>
                  <a:cubicBezTo>
                    <a:pt x="100961" y="94728"/>
                    <a:pt x="100322" y="95366"/>
                    <a:pt x="100322" y="96004"/>
                  </a:cubicBezTo>
                  <a:cubicBezTo>
                    <a:pt x="100322" y="96004"/>
                    <a:pt x="100322" y="96004"/>
                    <a:pt x="100322" y="96004"/>
                  </a:cubicBezTo>
                  <a:cubicBezTo>
                    <a:pt x="100322" y="96004"/>
                    <a:pt x="100322" y="96004"/>
                    <a:pt x="100322" y="96643"/>
                  </a:cubicBezTo>
                  <a:cubicBezTo>
                    <a:pt x="100322" y="96643"/>
                    <a:pt x="100322" y="97281"/>
                    <a:pt x="100322" y="97281"/>
                  </a:cubicBezTo>
                  <a:cubicBezTo>
                    <a:pt x="100961" y="100473"/>
                    <a:pt x="101600" y="104304"/>
                    <a:pt x="101600" y="107496"/>
                  </a:cubicBezTo>
                  <a:cubicBezTo>
                    <a:pt x="101600" y="126648"/>
                    <a:pt x="92015" y="140054"/>
                    <a:pt x="71567" y="148353"/>
                  </a:cubicBezTo>
                  <a:cubicBezTo>
                    <a:pt x="68372" y="149630"/>
                    <a:pt x="67094" y="153460"/>
                    <a:pt x="68372" y="156652"/>
                  </a:cubicBezTo>
                  <a:cubicBezTo>
                    <a:pt x="69650" y="159206"/>
                    <a:pt x="71567" y="160483"/>
                    <a:pt x="74124" y="160483"/>
                  </a:cubicBezTo>
                  <a:cubicBezTo>
                    <a:pt x="74762" y="160483"/>
                    <a:pt x="76040" y="160483"/>
                    <a:pt x="76679" y="159844"/>
                  </a:cubicBezTo>
                  <a:cubicBezTo>
                    <a:pt x="101600" y="149630"/>
                    <a:pt x="114380" y="131116"/>
                    <a:pt x="114380" y="107496"/>
                  </a:cubicBezTo>
                  <a:cubicBezTo>
                    <a:pt x="114380" y="105580"/>
                    <a:pt x="114380" y="103665"/>
                    <a:pt x="114380" y="102388"/>
                  </a:cubicBezTo>
                  <a:lnTo>
                    <a:pt x="122687" y="102388"/>
                  </a:lnTo>
                  <a:cubicBezTo>
                    <a:pt x="121409" y="105580"/>
                    <a:pt x="120131" y="108772"/>
                    <a:pt x="120131" y="111964"/>
                  </a:cubicBezTo>
                  <a:cubicBezTo>
                    <a:pt x="120131" y="117072"/>
                    <a:pt x="122048" y="122179"/>
                    <a:pt x="125243" y="126009"/>
                  </a:cubicBezTo>
                  <a:cubicBezTo>
                    <a:pt x="119492" y="129839"/>
                    <a:pt x="115658" y="136862"/>
                    <a:pt x="115658" y="144523"/>
                  </a:cubicBezTo>
                  <a:cubicBezTo>
                    <a:pt x="115658" y="150268"/>
                    <a:pt x="117575" y="155375"/>
                    <a:pt x="121409" y="159206"/>
                  </a:cubicBezTo>
                  <a:cubicBezTo>
                    <a:pt x="120770" y="159844"/>
                    <a:pt x="120131" y="160483"/>
                    <a:pt x="119492" y="161121"/>
                  </a:cubicBezTo>
                  <a:cubicBezTo>
                    <a:pt x="115019" y="165590"/>
                    <a:pt x="113102" y="171335"/>
                    <a:pt x="113102" y="177081"/>
                  </a:cubicBezTo>
                  <a:cubicBezTo>
                    <a:pt x="113102" y="183465"/>
                    <a:pt x="115658" y="189211"/>
                    <a:pt x="120770" y="193679"/>
                  </a:cubicBezTo>
                  <a:cubicBezTo>
                    <a:pt x="116936" y="197510"/>
                    <a:pt x="114380" y="203255"/>
                    <a:pt x="114380" y="209639"/>
                  </a:cubicBezTo>
                  <a:cubicBezTo>
                    <a:pt x="114380" y="212831"/>
                    <a:pt x="115019" y="216662"/>
                    <a:pt x="116936" y="219215"/>
                  </a:cubicBezTo>
                  <a:lnTo>
                    <a:pt x="85625" y="219215"/>
                  </a:lnTo>
                  <a:cubicBezTo>
                    <a:pt x="72845" y="219215"/>
                    <a:pt x="60066" y="214108"/>
                    <a:pt x="50481" y="205171"/>
                  </a:cubicBezTo>
                  <a:cubicBezTo>
                    <a:pt x="46008" y="200702"/>
                    <a:pt x="40257" y="198148"/>
                    <a:pt x="33867" y="198148"/>
                  </a:cubicBezTo>
                  <a:lnTo>
                    <a:pt x="6390" y="198148"/>
                  </a:lnTo>
                  <a:cubicBezTo>
                    <a:pt x="2556" y="198148"/>
                    <a:pt x="0" y="200702"/>
                    <a:pt x="0" y="204532"/>
                  </a:cubicBezTo>
                  <a:cubicBezTo>
                    <a:pt x="0" y="208363"/>
                    <a:pt x="2556" y="210916"/>
                    <a:pt x="6390" y="210916"/>
                  </a:cubicBezTo>
                  <a:lnTo>
                    <a:pt x="33867" y="210916"/>
                  </a:lnTo>
                  <a:cubicBezTo>
                    <a:pt x="37062" y="210916"/>
                    <a:pt x="39618" y="212193"/>
                    <a:pt x="41535" y="214108"/>
                  </a:cubicBezTo>
                  <a:cubicBezTo>
                    <a:pt x="53676" y="225599"/>
                    <a:pt x="69011" y="231345"/>
                    <a:pt x="84986" y="231345"/>
                  </a:cubicBezTo>
                  <a:lnTo>
                    <a:pt x="143774" y="231345"/>
                  </a:lnTo>
                  <a:cubicBezTo>
                    <a:pt x="143774" y="231345"/>
                    <a:pt x="143774" y="231345"/>
                    <a:pt x="143774" y="231345"/>
                  </a:cubicBezTo>
                  <a:lnTo>
                    <a:pt x="161665" y="231345"/>
                  </a:lnTo>
                  <a:cubicBezTo>
                    <a:pt x="167416" y="231345"/>
                    <a:pt x="173168" y="228791"/>
                    <a:pt x="177640" y="224961"/>
                  </a:cubicBezTo>
                  <a:cubicBezTo>
                    <a:pt x="182113" y="220492"/>
                    <a:pt x="184030" y="214746"/>
                    <a:pt x="184030" y="209001"/>
                  </a:cubicBezTo>
                  <a:cubicBezTo>
                    <a:pt x="184030" y="204532"/>
                    <a:pt x="182752" y="200063"/>
                    <a:pt x="180196" y="196871"/>
                  </a:cubicBezTo>
                  <a:cubicBezTo>
                    <a:pt x="182752" y="195595"/>
                    <a:pt x="184669" y="194318"/>
                    <a:pt x="186586" y="192403"/>
                  </a:cubicBezTo>
                  <a:cubicBezTo>
                    <a:pt x="191059" y="187934"/>
                    <a:pt x="192976" y="182188"/>
                    <a:pt x="192976" y="176443"/>
                  </a:cubicBezTo>
                  <a:cubicBezTo>
                    <a:pt x="192976" y="171335"/>
                    <a:pt x="191059" y="166228"/>
                    <a:pt x="187864" y="162398"/>
                  </a:cubicBezTo>
                  <a:cubicBezTo>
                    <a:pt x="189142" y="161759"/>
                    <a:pt x="189781" y="161121"/>
                    <a:pt x="191059" y="159844"/>
                  </a:cubicBezTo>
                  <a:cubicBezTo>
                    <a:pt x="195532" y="155375"/>
                    <a:pt x="197449" y="149630"/>
                    <a:pt x="197449" y="143884"/>
                  </a:cubicBezTo>
                  <a:cubicBezTo>
                    <a:pt x="196171" y="136223"/>
                    <a:pt x="191698" y="129201"/>
                    <a:pt x="185308" y="125371"/>
                  </a:cubicBezTo>
                  <a:close/>
                  <a:moveTo>
                    <a:pt x="141857" y="102388"/>
                  </a:moveTo>
                  <a:lnTo>
                    <a:pt x="166138" y="102388"/>
                  </a:lnTo>
                  <a:cubicBezTo>
                    <a:pt x="171889" y="102388"/>
                    <a:pt x="176363" y="106857"/>
                    <a:pt x="176363" y="111964"/>
                  </a:cubicBezTo>
                  <a:cubicBezTo>
                    <a:pt x="176363" y="114518"/>
                    <a:pt x="175084" y="117072"/>
                    <a:pt x="173168" y="118987"/>
                  </a:cubicBezTo>
                  <a:cubicBezTo>
                    <a:pt x="171250" y="120902"/>
                    <a:pt x="169333" y="121540"/>
                    <a:pt x="166778" y="121540"/>
                  </a:cubicBezTo>
                  <a:lnTo>
                    <a:pt x="140579" y="121540"/>
                  </a:lnTo>
                  <a:cubicBezTo>
                    <a:pt x="138023" y="121540"/>
                    <a:pt x="136106" y="120264"/>
                    <a:pt x="134189" y="118987"/>
                  </a:cubicBezTo>
                  <a:cubicBezTo>
                    <a:pt x="132272" y="117072"/>
                    <a:pt x="130994" y="114518"/>
                    <a:pt x="130994" y="111964"/>
                  </a:cubicBezTo>
                  <a:cubicBezTo>
                    <a:pt x="132272" y="106857"/>
                    <a:pt x="136745" y="102388"/>
                    <a:pt x="141857" y="102388"/>
                  </a:cubicBezTo>
                  <a:close/>
                  <a:moveTo>
                    <a:pt x="166778" y="216662"/>
                  </a:moveTo>
                  <a:cubicBezTo>
                    <a:pt x="164860" y="218577"/>
                    <a:pt x="162305" y="219854"/>
                    <a:pt x="159748" y="219854"/>
                  </a:cubicBezTo>
                  <a:lnTo>
                    <a:pt x="134189" y="219854"/>
                  </a:lnTo>
                  <a:cubicBezTo>
                    <a:pt x="131633" y="219854"/>
                    <a:pt x="129716" y="218577"/>
                    <a:pt x="128438" y="217300"/>
                  </a:cubicBezTo>
                  <a:cubicBezTo>
                    <a:pt x="126521" y="215385"/>
                    <a:pt x="125243" y="212831"/>
                    <a:pt x="125243" y="210278"/>
                  </a:cubicBezTo>
                  <a:cubicBezTo>
                    <a:pt x="125243" y="204532"/>
                    <a:pt x="129716" y="200702"/>
                    <a:pt x="135467" y="200702"/>
                  </a:cubicBezTo>
                  <a:lnTo>
                    <a:pt x="137384" y="200702"/>
                  </a:lnTo>
                  <a:lnTo>
                    <a:pt x="160388" y="200702"/>
                  </a:lnTo>
                  <a:cubicBezTo>
                    <a:pt x="165500" y="200702"/>
                    <a:pt x="169973" y="205171"/>
                    <a:pt x="169973" y="210278"/>
                  </a:cubicBezTo>
                  <a:cubicBezTo>
                    <a:pt x="169973" y="212193"/>
                    <a:pt x="168695" y="214746"/>
                    <a:pt x="166778" y="216662"/>
                  </a:cubicBezTo>
                  <a:close/>
                  <a:moveTo>
                    <a:pt x="176363" y="184103"/>
                  </a:moveTo>
                  <a:cubicBezTo>
                    <a:pt x="174445" y="186019"/>
                    <a:pt x="171889" y="187295"/>
                    <a:pt x="169333" y="187295"/>
                  </a:cubicBezTo>
                  <a:lnTo>
                    <a:pt x="160388" y="187295"/>
                  </a:lnTo>
                  <a:cubicBezTo>
                    <a:pt x="160388" y="187295"/>
                    <a:pt x="160388" y="187295"/>
                    <a:pt x="160388" y="187295"/>
                  </a:cubicBezTo>
                  <a:lnTo>
                    <a:pt x="143774" y="187295"/>
                  </a:lnTo>
                  <a:cubicBezTo>
                    <a:pt x="143774" y="187295"/>
                    <a:pt x="143774" y="187295"/>
                    <a:pt x="143774" y="187295"/>
                  </a:cubicBezTo>
                  <a:lnTo>
                    <a:pt x="143135" y="187295"/>
                  </a:lnTo>
                  <a:cubicBezTo>
                    <a:pt x="143135" y="187295"/>
                    <a:pt x="143135" y="187295"/>
                    <a:pt x="143135" y="187295"/>
                  </a:cubicBezTo>
                  <a:lnTo>
                    <a:pt x="136106" y="187295"/>
                  </a:lnTo>
                  <a:lnTo>
                    <a:pt x="135467" y="187295"/>
                  </a:lnTo>
                  <a:cubicBezTo>
                    <a:pt x="129716" y="187295"/>
                    <a:pt x="125243" y="182827"/>
                    <a:pt x="125243" y="177719"/>
                  </a:cubicBezTo>
                  <a:cubicBezTo>
                    <a:pt x="125243" y="175166"/>
                    <a:pt x="126521" y="172612"/>
                    <a:pt x="128438" y="170697"/>
                  </a:cubicBezTo>
                  <a:cubicBezTo>
                    <a:pt x="130355" y="168782"/>
                    <a:pt x="132911" y="167505"/>
                    <a:pt x="135467" y="167505"/>
                  </a:cubicBezTo>
                  <a:lnTo>
                    <a:pt x="138662" y="167505"/>
                  </a:lnTo>
                  <a:cubicBezTo>
                    <a:pt x="138662" y="167505"/>
                    <a:pt x="138662" y="167505"/>
                    <a:pt x="138662" y="167505"/>
                  </a:cubicBezTo>
                  <a:lnTo>
                    <a:pt x="171250" y="167505"/>
                  </a:lnTo>
                  <a:cubicBezTo>
                    <a:pt x="176363" y="168143"/>
                    <a:pt x="180196" y="171974"/>
                    <a:pt x="180196" y="177081"/>
                  </a:cubicBezTo>
                  <a:cubicBezTo>
                    <a:pt x="178918" y="179635"/>
                    <a:pt x="178279" y="182188"/>
                    <a:pt x="176363" y="184103"/>
                  </a:cubicBezTo>
                  <a:close/>
                  <a:moveTo>
                    <a:pt x="180835" y="151545"/>
                  </a:moveTo>
                  <a:cubicBezTo>
                    <a:pt x="178918" y="153460"/>
                    <a:pt x="176363" y="154737"/>
                    <a:pt x="173806" y="154737"/>
                  </a:cubicBezTo>
                  <a:lnTo>
                    <a:pt x="170611" y="154737"/>
                  </a:lnTo>
                  <a:cubicBezTo>
                    <a:pt x="169973" y="154737"/>
                    <a:pt x="169973" y="154737"/>
                    <a:pt x="169333" y="154737"/>
                  </a:cubicBezTo>
                  <a:lnTo>
                    <a:pt x="137384" y="154737"/>
                  </a:lnTo>
                  <a:cubicBezTo>
                    <a:pt x="134828" y="154737"/>
                    <a:pt x="132272" y="153460"/>
                    <a:pt x="130355" y="151545"/>
                  </a:cubicBezTo>
                  <a:cubicBezTo>
                    <a:pt x="128438" y="149630"/>
                    <a:pt x="127160" y="147076"/>
                    <a:pt x="127160" y="144523"/>
                  </a:cubicBezTo>
                  <a:cubicBezTo>
                    <a:pt x="127160" y="138777"/>
                    <a:pt x="131633" y="134947"/>
                    <a:pt x="137384" y="134947"/>
                  </a:cubicBezTo>
                  <a:lnTo>
                    <a:pt x="141218" y="134947"/>
                  </a:lnTo>
                  <a:cubicBezTo>
                    <a:pt x="141857" y="134947"/>
                    <a:pt x="141857" y="134947"/>
                    <a:pt x="142496" y="134947"/>
                  </a:cubicBezTo>
                  <a:lnTo>
                    <a:pt x="166778" y="134947"/>
                  </a:lnTo>
                  <a:cubicBezTo>
                    <a:pt x="167416" y="134947"/>
                    <a:pt x="167416" y="134947"/>
                    <a:pt x="168055" y="134947"/>
                  </a:cubicBezTo>
                  <a:lnTo>
                    <a:pt x="173806" y="134947"/>
                  </a:lnTo>
                  <a:lnTo>
                    <a:pt x="174445" y="134947"/>
                  </a:lnTo>
                  <a:cubicBezTo>
                    <a:pt x="179557" y="135585"/>
                    <a:pt x="183391" y="139415"/>
                    <a:pt x="183391" y="144523"/>
                  </a:cubicBezTo>
                  <a:cubicBezTo>
                    <a:pt x="183391" y="147076"/>
                    <a:pt x="182752" y="149630"/>
                    <a:pt x="180835" y="151545"/>
                  </a:cubicBezTo>
                  <a:close/>
                </a:path>
              </a:pathLst>
            </a:custGeom>
            <a:solidFill>
              <a:srgbClr val="007CB0"/>
            </a:solidFill>
            <a:ln w="6390" cap="flat">
              <a:noFill/>
              <a:prstDash val="solid"/>
              <a:miter/>
            </a:ln>
          </p:spPr>
          <p:txBody>
            <a:bodyPr rtlCol="0" anchor="ctr"/>
            <a:lstStyle/>
            <a:p>
              <a:endParaRPr lang="en-US"/>
            </a:p>
          </p:txBody>
        </p:sp>
      </p:grpSp>
      <p:grpSp>
        <p:nvGrpSpPr>
          <p:cNvPr id="526" name="Graphic 4">
            <a:extLst>
              <a:ext uri="{FF2B5EF4-FFF2-40B4-BE49-F238E27FC236}">
                <a16:creationId xmlns:a16="http://schemas.microsoft.com/office/drawing/2014/main" id="{A82B797C-8F14-2A4C-BBA5-A2F4936B76DD}"/>
              </a:ext>
            </a:extLst>
          </p:cNvPr>
          <p:cNvGrpSpPr/>
          <p:nvPr/>
        </p:nvGrpSpPr>
        <p:grpSpPr>
          <a:xfrm>
            <a:off x="2561086" y="3824168"/>
            <a:ext cx="361670" cy="361333"/>
            <a:chOff x="2561086" y="3824168"/>
            <a:chExt cx="361670" cy="361333"/>
          </a:xfrm>
          <a:solidFill>
            <a:srgbClr val="007CB0"/>
          </a:solidFill>
        </p:grpSpPr>
        <p:sp>
          <p:nvSpPr>
            <p:cNvPr id="527" name="Graphic 4">
              <a:extLst>
                <a:ext uri="{FF2B5EF4-FFF2-40B4-BE49-F238E27FC236}">
                  <a16:creationId xmlns:a16="http://schemas.microsoft.com/office/drawing/2014/main" id="{578EC50F-ADD2-1F41-95E3-7FE3BC604763}"/>
                </a:ext>
              </a:extLst>
            </p:cNvPr>
            <p:cNvSpPr/>
            <p:nvPr/>
          </p:nvSpPr>
          <p:spPr>
            <a:xfrm>
              <a:off x="2561086"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1076"/>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528" name="Graphic 4">
              <a:extLst>
                <a:ext uri="{FF2B5EF4-FFF2-40B4-BE49-F238E27FC236}">
                  <a16:creationId xmlns:a16="http://schemas.microsoft.com/office/drawing/2014/main" id="{F16DD7A9-D56E-B94A-ABBB-2B2791A7EFEF}"/>
                </a:ext>
              </a:extLst>
            </p:cNvPr>
            <p:cNvSpPr/>
            <p:nvPr/>
          </p:nvSpPr>
          <p:spPr>
            <a:xfrm>
              <a:off x="2638436" y="3880585"/>
              <a:ext cx="98666" cy="253205"/>
            </a:xfrm>
            <a:custGeom>
              <a:avLst/>
              <a:gdLst>
                <a:gd name="connsiteX0" fmla="*/ 22333 w 98666"/>
                <a:gd name="connsiteY0" fmla="*/ 126803 h 253205"/>
                <a:gd name="connsiteX1" fmla="*/ 47254 w 98666"/>
                <a:gd name="connsiteY1" fmla="*/ 107651 h 253205"/>
                <a:gd name="connsiteX2" fmla="*/ 64507 w 98666"/>
                <a:gd name="connsiteY2" fmla="*/ 93606 h 253205"/>
                <a:gd name="connsiteX3" fmla="*/ 61951 w 98666"/>
                <a:gd name="connsiteY3" fmla="*/ 84669 h 253205"/>
                <a:gd name="connsiteX4" fmla="*/ 61312 w 98666"/>
                <a:gd name="connsiteY4" fmla="*/ 84030 h 253205"/>
                <a:gd name="connsiteX5" fmla="*/ 55561 w 98666"/>
                <a:gd name="connsiteY5" fmla="*/ 74454 h 253205"/>
                <a:gd name="connsiteX6" fmla="*/ 68980 w 98666"/>
                <a:gd name="connsiteY6" fmla="*/ 61686 h 253205"/>
                <a:gd name="connsiteX7" fmla="*/ 96457 w 98666"/>
                <a:gd name="connsiteY7" fmla="*/ 4231 h 253205"/>
                <a:gd name="connsiteX8" fmla="*/ 88150 w 98666"/>
                <a:gd name="connsiteY8" fmla="*/ 400 h 253205"/>
                <a:gd name="connsiteX9" fmla="*/ 84316 w 98666"/>
                <a:gd name="connsiteY9" fmla="*/ 8699 h 253205"/>
                <a:gd name="connsiteX10" fmla="*/ 63229 w 98666"/>
                <a:gd name="connsiteY10" fmla="*/ 50195 h 253205"/>
                <a:gd name="connsiteX11" fmla="*/ 42781 w 98666"/>
                <a:gd name="connsiteY11" fmla="*/ 73816 h 253205"/>
                <a:gd name="connsiteX12" fmla="*/ 51088 w 98666"/>
                <a:gd name="connsiteY12" fmla="*/ 92329 h 253205"/>
                <a:gd name="connsiteX13" fmla="*/ 42781 w 98666"/>
                <a:gd name="connsiteY13" fmla="*/ 96160 h 253205"/>
                <a:gd name="connsiteX14" fmla="*/ 11471 w 98666"/>
                <a:gd name="connsiteY14" fmla="*/ 120419 h 253205"/>
                <a:gd name="connsiteX15" fmla="*/ 33835 w 98666"/>
                <a:gd name="connsiteY15" fmla="*/ 216178 h 253205"/>
                <a:gd name="connsiteX16" fmla="*/ 34474 w 98666"/>
                <a:gd name="connsiteY16" fmla="*/ 217455 h 253205"/>
                <a:gd name="connsiteX17" fmla="*/ 34474 w 98666"/>
                <a:gd name="connsiteY17" fmla="*/ 246822 h 253205"/>
                <a:gd name="connsiteX18" fmla="*/ 40864 w 98666"/>
                <a:gd name="connsiteY18" fmla="*/ 253206 h 253205"/>
                <a:gd name="connsiteX19" fmla="*/ 47254 w 98666"/>
                <a:gd name="connsiteY19" fmla="*/ 246822 h 253205"/>
                <a:gd name="connsiteX20" fmla="*/ 47254 w 98666"/>
                <a:gd name="connsiteY20" fmla="*/ 217455 h 253205"/>
                <a:gd name="connsiteX21" fmla="*/ 42142 w 98666"/>
                <a:gd name="connsiteY21" fmla="*/ 205964 h 253205"/>
                <a:gd name="connsiteX22" fmla="*/ 22333 w 98666"/>
                <a:gd name="connsiteY22" fmla="*/ 126803 h 253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8666" h="253205">
                  <a:moveTo>
                    <a:pt x="22333" y="126803"/>
                  </a:moveTo>
                  <a:cubicBezTo>
                    <a:pt x="28084" y="118504"/>
                    <a:pt x="36391" y="111481"/>
                    <a:pt x="47254" y="107651"/>
                  </a:cubicBezTo>
                  <a:cubicBezTo>
                    <a:pt x="57478" y="103821"/>
                    <a:pt x="63229" y="99352"/>
                    <a:pt x="64507" y="93606"/>
                  </a:cubicBezTo>
                  <a:cubicBezTo>
                    <a:pt x="65146" y="89776"/>
                    <a:pt x="63868" y="85945"/>
                    <a:pt x="61951" y="84669"/>
                  </a:cubicBezTo>
                  <a:cubicBezTo>
                    <a:pt x="61951" y="84669"/>
                    <a:pt x="61312" y="84030"/>
                    <a:pt x="61312" y="84030"/>
                  </a:cubicBezTo>
                  <a:cubicBezTo>
                    <a:pt x="59395" y="82753"/>
                    <a:pt x="54922" y="78923"/>
                    <a:pt x="55561" y="74454"/>
                  </a:cubicBezTo>
                  <a:cubicBezTo>
                    <a:pt x="55561" y="70624"/>
                    <a:pt x="60673" y="66155"/>
                    <a:pt x="68980" y="61686"/>
                  </a:cubicBezTo>
                  <a:cubicBezTo>
                    <a:pt x="101569" y="45088"/>
                    <a:pt x="100930" y="16360"/>
                    <a:pt x="96457" y="4231"/>
                  </a:cubicBezTo>
                  <a:cubicBezTo>
                    <a:pt x="95179" y="1039"/>
                    <a:pt x="91345" y="-877"/>
                    <a:pt x="88150" y="400"/>
                  </a:cubicBezTo>
                  <a:cubicBezTo>
                    <a:pt x="84955" y="1677"/>
                    <a:pt x="83038" y="5507"/>
                    <a:pt x="84316" y="8699"/>
                  </a:cubicBezTo>
                  <a:cubicBezTo>
                    <a:pt x="84955" y="9976"/>
                    <a:pt x="93262" y="34874"/>
                    <a:pt x="63229" y="50195"/>
                  </a:cubicBezTo>
                  <a:cubicBezTo>
                    <a:pt x="50449" y="56579"/>
                    <a:pt x="43420" y="64878"/>
                    <a:pt x="42781" y="73816"/>
                  </a:cubicBezTo>
                  <a:cubicBezTo>
                    <a:pt x="42142" y="82115"/>
                    <a:pt x="47893" y="89137"/>
                    <a:pt x="51088" y="92329"/>
                  </a:cubicBezTo>
                  <a:cubicBezTo>
                    <a:pt x="49810" y="92968"/>
                    <a:pt x="47254" y="94883"/>
                    <a:pt x="42781" y="96160"/>
                  </a:cubicBezTo>
                  <a:cubicBezTo>
                    <a:pt x="29362" y="101267"/>
                    <a:pt x="19138" y="109566"/>
                    <a:pt x="11471" y="120419"/>
                  </a:cubicBezTo>
                  <a:cubicBezTo>
                    <a:pt x="-670" y="138932"/>
                    <a:pt x="-14089" y="175959"/>
                    <a:pt x="33835" y="216178"/>
                  </a:cubicBezTo>
                  <a:cubicBezTo>
                    <a:pt x="34474" y="216817"/>
                    <a:pt x="34474" y="217455"/>
                    <a:pt x="34474" y="217455"/>
                  </a:cubicBezTo>
                  <a:lnTo>
                    <a:pt x="34474" y="246822"/>
                  </a:lnTo>
                  <a:cubicBezTo>
                    <a:pt x="34474" y="250652"/>
                    <a:pt x="37030" y="253206"/>
                    <a:pt x="40864" y="253206"/>
                  </a:cubicBezTo>
                  <a:cubicBezTo>
                    <a:pt x="44698" y="253206"/>
                    <a:pt x="47254" y="250652"/>
                    <a:pt x="47254" y="246822"/>
                  </a:cubicBezTo>
                  <a:lnTo>
                    <a:pt x="47254" y="217455"/>
                  </a:lnTo>
                  <a:cubicBezTo>
                    <a:pt x="47254" y="212986"/>
                    <a:pt x="45337" y="209156"/>
                    <a:pt x="42142" y="205964"/>
                  </a:cubicBezTo>
                  <a:cubicBezTo>
                    <a:pt x="3803" y="173406"/>
                    <a:pt x="10192" y="145316"/>
                    <a:pt x="22333" y="126803"/>
                  </a:cubicBezTo>
                  <a:close/>
                </a:path>
              </a:pathLst>
            </a:custGeom>
            <a:solidFill>
              <a:srgbClr val="007CB0"/>
            </a:solidFill>
            <a:ln w="6390" cap="flat">
              <a:noFill/>
              <a:prstDash val="solid"/>
              <a:miter/>
            </a:ln>
          </p:spPr>
          <p:txBody>
            <a:bodyPr rtlCol="0" anchor="ctr"/>
            <a:lstStyle/>
            <a:p>
              <a:endParaRPr lang="en-US"/>
            </a:p>
          </p:txBody>
        </p:sp>
        <p:sp>
          <p:nvSpPr>
            <p:cNvPr id="529" name="Graphic 4">
              <a:extLst>
                <a:ext uri="{FF2B5EF4-FFF2-40B4-BE49-F238E27FC236}">
                  <a16:creationId xmlns:a16="http://schemas.microsoft.com/office/drawing/2014/main" id="{47556BDD-B946-B84D-B791-965E96E0FFAD}"/>
                </a:ext>
              </a:extLst>
            </p:cNvPr>
            <p:cNvSpPr/>
            <p:nvPr/>
          </p:nvSpPr>
          <p:spPr>
            <a:xfrm>
              <a:off x="2749100" y="3863897"/>
              <a:ext cx="101702" cy="269254"/>
            </a:xfrm>
            <a:custGeom>
              <a:avLst/>
              <a:gdLst>
                <a:gd name="connsiteX0" fmla="*/ 67584 w 101702"/>
                <a:gd name="connsiteY0" fmla="*/ 60499 h 269254"/>
                <a:gd name="connsiteX1" fmla="*/ 22216 w 101702"/>
                <a:gd name="connsiteY1" fmla="*/ 18364 h 269254"/>
                <a:gd name="connsiteX2" fmla="*/ 16465 w 101702"/>
                <a:gd name="connsiteY2" fmla="*/ 13257 h 269254"/>
                <a:gd name="connsiteX3" fmla="*/ 11992 w 101702"/>
                <a:gd name="connsiteY3" fmla="*/ 3681 h 269254"/>
                <a:gd name="connsiteX4" fmla="*/ 3685 w 101702"/>
                <a:gd name="connsiteY4" fmla="*/ 489 h 269254"/>
                <a:gd name="connsiteX5" fmla="*/ 490 w 101702"/>
                <a:gd name="connsiteY5" fmla="*/ 8788 h 269254"/>
                <a:gd name="connsiteX6" fmla="*/ 4963 w 101702"/>
                <a:gd name="connsiteY6" fmla="*/ 18364 h 269254"/>
                <a:gd name="connsiteX7" fmla="*/ 18382 w 101702"/>
                <a:gd name="connsiteY7" fmla="*/ 29855 h 269254"/>
                <a:gd name="connsiteX8" fmla="*/ 56721 w 101702"/>
                <a:gd name="connsiteY8" fmla="*/ 66882 h 269254"/>
                <a:gd name="connsiteX9" fmla="*/ 57360 w 101702"/>
                <a:gd name="connsiteY9" fmla="*/ 68159 h 269254"/>
                <a:gd name="connsiteX10" fmla="*/ 88671 w 101702"/>
                <a:gd name="connsiteY10" fmla="*/ 107740 h 269254"/>
                <a:gd name="connsiteX11" fmla="*/ 88671 w 101702"/>
                <a:gd name="connsiteY11" fmla="*/ 109655 h 269254"/>
                <a:gd name="connsiteX12" fmla="*/ 43302 w 101702"/>
                <a:gd name="connsiteY12" fmla="*/ 140937 h 269254"/>
                <a:gd name="connsiteX13" fmla="*/ 22216 w 101702"/>
                <a:gd name="connsiteY13" fmla="*/ 187540 h 269254"/>
                <a:gd name="connsiteX14" fmla="*/ 24772 w 101702"/>
                <a:gd name="connsiteY14" fmla="*/ 197754 h 269254"/>
                <a:gd name="connsiteX15" fmla="*/ 15826 w 101702"/>
                <a:gd name="connsiteY15" fmla="*/ 260317 h 269254"/>
                <a:gd name="connsiteX16" fmla="*/ 19659 w 101702"/>
                <a:gd name="connsiteY16" fmla="*/ 268617 h 269254"/>
                <a:gd name="connsiteX17" fmla="*/ 22216 w 101702"/>
                <a:gd name="connsiteY17" fmla="*/ 269255 h 269254"/>
                <a:gd name="connsiteX18" fmla="*/ 27967 w 101702"/>
                <a:gd name="connsiteY18" fmla="*/ 265425 h 269254"/>
                <a:gd name="connsiteX19" fmla="*/ 37551 w 101702"/>
                <a:gd name="connsiteY19" fmla="*/ 197116 h 269254"/>
                <a:gd name="connsiteX20" fmla="*/ 33717 w 101702"/>
                <a:gd name="connsiteY20" fmla="*/ 182433 h 269254"/>
                <a:gd name="connsiteX21" fmla="*/ 48414 w 101702"/>
                <a:gd name="connsiteY21" fmla="*/ 153066 h 269254"/>
                <a:gd name="connsiteX22" fmla="*/ 100812 w 101702"/>
                <a:gd name="connsiteY22" fmla="*/ 114762 h 269254"/>
                <a:gd name="connsiteX23" fmla="*/ 100173 w 101702"/>
                <a:gd name="connsiteY23" fmla="*/ 103271 h 269254"/>
                <a:gd name="connsiteX24" fmla="*/ 67584 w 101702"/>
                <a:gd name="connsiteY24" fmla="*/ 60499 h 269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1702" h="269254">
                  <a:moveTo>
                    <a:pt x="67584" y="60499"/>
                  </a:moveTo>
                  <a:cubicBezTo>
                    <a:pt x="49692" y="30494"/>
                    <a:pt x="31161" y="20918"/>
                    <a:pt x="22216" y="18364"/>
                  </a:cubicBezTo>
                  <a:cubicBezTo>
                    <a:pt x="19659" y="17726"/>
                    <a:pt x="17743" y="15811"/>
                    <a:pt x="16465" y="13257"/>
                  </a:cubicBezTo>
                  <a:lnTo>
                    <a:pt x="11992" y="3681"/>
                  </a:lnTo>
                  <a:cubicBezTo>
                    <a:pt x="10714" y="489"/>
                    <a:pt x="6880" y="-788"/>
                    <a:pt x="3685" y="489"/>
                  </a:cubicBezTo>
                  <a:cubicBezTo>
                    <a:pt x="490" y="1766"/>
                    <a:pt x="-788" y="5596"/>
                    <a:pt x="490" y="8788"/>
                  </a:cubicBezTo>
                  <a:lnTo>
                    <a:pt x="4963" y="18364"/>
                  </a:lnTo>
                  <a:cubicBezTo>
                    <a:pt x="7519" y="24110"/>
                    <a:pt x="12631" y="27940"/>
                    <a:pt x="18382" y="29855"/>
                  </a:cubicBezTo>
                  <a:cubicBezTo>
                    <a:pt x="26049" y="32409"/>
                    <a:pt x="41385" y="40070"/>
                    <a:pt x="56721" y="66882"/>
                  </a:cubicBezTo>
                  <a:cubicBezTo>
                    <a:pt x="56721" y="67521"/>
                    <a:pt x="57360" y="67521"/>
                    <a:pt x="57360" y="68159"/>
                  </a:cubicBezTo>
                  <a:cubicBezTo>
                    <a:pt x="57360" y="68159"/>
                    <a:pt x="81003" y="92418"/>
                    <a:pt x="88671" y="107740"/>
                  </a:cubicBezTo>
                  <a:cubicBezTo>
                    <a:pt x="88671" y="107740"/>
                    <a:pt x="88671" y="108378"/>
                    <a:pt x="88671" y="109655"/>
                  </a:cubicBezTo>
                  <a:cubicBezTo>
                    <a:pt x="85476" y="118593"/>
                    <a:pt x="59916" y="133276"/>
                    <a:pt x="43302" y="140937"/>
                  </a:cubicBezTo>
                  <a:cubicBezTo>
                    <a:pt x="31161" y="147321"/>
                    <a:pt x="11353" y="164558"/>
                    <a:pt x="22216" y="187540"/>
                  </a:cubicBezTo>
                  <a:cubicBezTo>
                    <a:pt x="23493" y="190732"/>
                    <a:pt x="24772" y="193924"/>
                    <a:pt x="24772" y="197754"/>
                  </a:cubicBezTo>
                  <a:cubicBezTo>
                    <a:pt x="26049" y="209246"/>
                    <a:pt x="26688" y="232866"/>
                    <a:pt x="15826" y="260317"/>
                  </a:cubicBezTo>
                  <a:cubicBezTo>
                    <a:pt x="14548" y="263509"/>
                    <a:pt x="16465" y="267340"/>
                    <a:pt x="19659" y="268617"/>
                  </a:cubicBezTo>
                  <a:cubicBezTo>
                    <a:pt x="20299" y="268617"/>
                    <a:pt x="20938" y="269255"/>
                    <a:pt x="22216" y="269255"/>
                  </a:cubicBezTo>
                  <a:cubicBezTo>
                    <a:pt x="24772" y="269255"/>
                    <a:pt x="27327" y="267978"/>
                    <a:pt x="27967" y="265425"/>
                  </a:cubicBezTo>
                  <a:cubicBezTo>
                    <a:pt x="39468" y="235420"/>
                    <a:pt x="39468" y="209884"/>
                    <a:pt x="37551" y="197116"/>
                  </a:cubicBezTo>
                  <a:cubicBezTo>
                    <a:pt x="36912" y="191370"/>
                    <a:pt x="35634" y="186902"/>
                    <a:pt x="33717" y="182433"/>
                  </a:cubicBezTo>
                  <a:cubicBezTo>
                    <a:pt x="25411" y="165196"/>
                    <a:pt x="47775" y="153705"/>
                    <a:pt x="48414" y="153066"/>
                  </a:cubicBezTo>
                  <a:cubicBezTo>
                    <a:pt x="56082" y="149874"/>
                    <a:pt x="93783" y="131999"/>
                    <a:pt x="100812" y="114762"/>
                  </a:cubicBezTo>
                  <a:cubicBezTo>
                    <a:pt x="102090" y="110932"/>
                    <a:pt x="102090" y="106463"/>
                    <a:pt x="100173" y="103271"/>
                  </a:cubicBezTo>
                  <a:cubicBezTo>
                    <a:pt x="92505" y="86673"/>
                    <a:pt x="71418" y="64329"/>
                    <a:pt x="67584" y="60499"/>
                  </a:cubicBezTo>
                  <a:close/>
                </a:path>
              </a:pathLst>
            </a:custGeom>
            <a:solidFill>
              <a:srgbClr val="007CB0"/>
            </a:solidFill>
            <a:ln w="6390" cap="flat">
              <a:noFill/>
              <a:prstDash val="solid"/>
              <a:miter/>
            </a:ln>
          </p:spPr>
          <p:txBody>
            <a:bodyPr rtlCol="0" anchor="ctr"/>
            <a:lstStyle/>
            <a:p>
              <a:endParaRPr lang="en-US"/>
            </a:p>
          </p:txBody>
        </p:sp>
        <p:sp>
          <p:nvSpPr>
            <p:cNvPr id="530" name="Graphic 4">
              <a:extLst>
                <a:ext uri="{FF2B5EF4-FFF2-40B4-BE49-F238E27FC236}">
                  <a16:creationId xmlns:a16="http://schemas.microsoft.com/office/drawing/2014/main" id="{498EECAC-CC53-814A-B085-899764C1D998}"/>
                </a:ext>
              </a:extLst>
            </p:cNvPr>
            <p:cNvSpPr/>
            <p:nvPr/>
          </p:nvSpPr>
          <p:spPr>
            <a:xfrm>
              <a:off x="2756945" y="3937106"/>
              <a:ext cx="61655" cy="73473"/>
            </a:xfrm>
            <a:custGeom>
              <a:avLst/>
              <a:gdLst>
                <a:gd name="connsiteX0" fmla="*/ 13092 w 61655"/>
                <a:gd name="connsiteY0" fmla="*/ 71558 h 73473"/>
                <a:gd name="connsiteX1" fmla="*/ 59100 w 61655"/>
                <a:gd name="connsiteY1" fmla="*/ 38361 h 73473"/>
                <a:gd name="connsiteX2" fmla="*/ 61656 w 61655"/>
                <a:gd name="connsiteY2" fmla="*/ 33254 h 73473"/>
                <a:gd name="connsiteX3" fmla="*/ 59100 w 61655"/>
                <a:gd name="connsiteY3" fmla="*/ 28147 h 73473"/>
                <a:gd name="connsiteX4" fmla="*/ 26511 w 61655"/>
                <a:gd name="connsiteY4" fmla="*/ 1334 h 73473"/>
                <a:gd name="connsiteX5" fmla="*/ 19482 w 61655"/>
                <a:gd name="connsiteY5" fmla="*/ 696 h 73473"/>
                <a:gd name="connsiteX6" fmla="*/ 15648 w 61655"/>
                <a:gd name="connsiteY6" fmla="*/ 6441 h 73473"/>
                <a:gd name="connsiteX7" fmla="*/ 3507 w 61655"/>
                <a:gd name="connsiteY7" fmla="*/ 44107 h 73473"/>
                <a:gd name="connsiteX8" fmla="*/ 4785 w 61655"/>
                <a:gd name="connsiteY8" fmla="*/ 71558 h 73473"/>
                <a:gd name="connsiteX9" fmla="*/ 9258 w 61655"/>
                <a:gd name="connsiteY9" fmla="*/ 73473 h 73473"/>
                <a:gd name="connsiteX10" fmla="*/ 13092 w 61655"/>
                <a:gd name="connsiteY10" fmla="*/ 71558 h 73473"/>
                <a:gd name="connsiteX11" fmla="*/ 15009 w 61655"/>
                <a:gd name="connsiteY11" fmla="*/ 49214 h 73473"/>
                <a:gd name="connsiteX12" fmla="*/ 26511 w 61655"/>
                <a:gd name="connsiteY12" fmla="*/ 17933 h 73473"/>
                <a:gd name="connsiteX13" fmla="*/ 44403 w 61655"/>
                <a:gd name="connsiteY13" fmla="*/ 32616 h 73473"/>
                <a:gd name="connsiteX14" fmla="*/ 13092 w 61655"/>
                <a:gd name="connsiteY14" fmla="*/ 55598 h 73473"/>
                <a:gd name="connsiteX15" fmla="*/ 15009 w 61655"/>
                <a:gd name="connsiteY15" fmla="*/ 49214 h 73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1655" h="73473">
                  <a:moveTo>
                    <a:pt x="13092" y="71558"/>
                  </a:moveTo>
                  <a:lnTo>
                    <a:pt x="59100" y="38361"/>
                  </a:lnTo>
                  <a:cubicBezTo>
                    <a:pt x="60378" y="37085"/>
                    <a:pt x="61656" y="35169"/>
                    <a:pt x="61656" y="33254"/>
                  </a:cubicBezTo>
                  <a:cubicBezTo>
                    <a:pt x="61656" y="31339"/>
                    <a:pt x="61017" y="29424"/>
                    <a:pt x="59100" y="28147"/>
                  </a:cubicBezTo>
                  <a:lnTo>
                    <a:pt x="26511" y="1334"/>
                  </a:lnTo>
                  <a:cubicBezTo>
                    <a:pt x="24594" y="57"/>
                    <a:pt x="22038" y="-581"/>
                    <a:pt x="19482" y="696"/>
                  </a:cubicBezTo>
                  <a:cubicBezTo>
                    <a:pt x="17565" y="1973"/>
                    <a:pt x="15648" y="3888"/>
                    <a:pt x="15648" y="6441"/>
                  </a:cubicBezTo>
                  <a:cubicBezTo>
                    <a:pt x="15648" y="6441"/>
                    <a:pt x="15009" y="19209"/>
                    <a:pt x="3507" y="44107"/>
                  </a:cubicBezTo>
                  <a:cubicBezTo>
                    <a:pt x="2868" y="46022"/>
                    <a:pt x="-4800" y="61982"/>
                    <a:pt x="4785" y="71558"/>
                  </a:cubicBezTo>
                  <a:cubicBezTo>
                    <a:pt x="6063" y="72835"/>
                    <a:pt x="7980" y="73473"/>
                    <a:pt x="9258" y="73473"/>
                  </a:cubicBezTo>
                  <a:cubicBezTo>
                    <a:pt x="10536" y="72835"/>
                    <a:pt x="11814" y="72835"/>
                    <a:pt x="13092" y="71558"/>
                  </a:cubicBezTo>
                  <a:close/>
                  <a:moveTo>
                    <a:pt x="15009" y="49214"/>
                  </a:moveTo>
                  <a:cubicBezTo>
                    <a:pt x="21399" y="35808"/>
                    <a:pt x="25233" y="25593"/>
                    <a:pt x="26511" y="17933"/>
                  </a:cubicBezTo>
                  <a:lnTo>
                    <a:pt x="44403" y="32616"/>
                  </a:lnTo>
                  <a:lnTo>
                    <a:pt x="13092" y="55598"/>
                  </a:lnTo>
                  <a:cubicBezTo>
                    <a:pt x="13731" y="53683"/>
                    <a:pt x="14370" y="51129"/>
                    <a:pt x="15009" y="49214"/>
                  </a:cubicBezTo>
                  <a:close/>
                </a:path>
              </a:pathLst>
            </a:custGeom>
            <a:solidFill>
              <a:srgbClr val="007CB0"/>
            </a:solidFill>
            <a:ln w="6390" cap="flat">
              <a:noFill/>
              <a:prstDash val="solid"/>
              <a:miter/>
            </a:ln>
          </p:spPr>
          <p:txBody>
            <a:bodyPr rtlCol="0" anchor="ctr"/>
            <a:lstStyle/>
            <a:p>
              <a:endParaRPr lang="en-US"/>
            </a:p>
          </p:txBody>
        </p:sp>
        <p:sp>
          <p:nvSpPr>
            <p:cNvPr id="531" name="Graphic 4">
              <a:extLst>
                <a:ext uri="{FF2B5EF4-FFF2-40B4-BE49-F238E27FC236}">
                  <a16:creationId xmlns:a16="http://schemas.microsoft.com/office/drawing/2014/main" id="{74831E4D-6F3B-0342-AC28-AC7E863EC47F}"/>
                </a:ext>
              </a:extLst>
            </p:cNvPr>
            <p:cNvSpPr/>
            <p:nvPr/>
          </p:nvSpPr>
          <p:spPr>
            <a:xfrm>
              <a:off x="2669424" y="4009845"/>
              <a:ext cx="84510" cy="79896"/>
            </a:xfrm>
            <a:custGeom>
              <a:avLst/>
              <a:gdLst>
                <a:gd name="connsiteX0" fmla="*/ 60357 w 84510"/>
                <a:gd name="connsiteY0" fmla="*/ 96 h 79896"/>
                <a:gd name="connsiteX1" fmla="*/ 42465 w 84510"/>
                <a:gd name="connsiteY1" fmla="*/ 7119 h 79896"/>
                <a:gd name="connsiteX2" fmla="*/ 41826 w 84510"/>
                <a:gd name="connsiteY2" fmla="*/ 7757 h 79896"/>
                <a:gd name="connsiteX3" fmla="*/ 41187 w 84510"/>
                <a:gd name="connsiteY3" fmla="*/ 7119 h 79896"/>
                <a:gd name="connsiteX4" fmla="*/ 23295 w 84510"/>
                <a:gd name="connsiteY4" fmla="*/ 96 h 79896"/>
                <a:gd name="connsiteX5" fmla="*/ 6042 w 84510"/>
                <a:gd name="connsiteY5" fmla="*/ 9672 h 79896"/>
                <a:gd name="connsiteX6" fmla="*/ 7959 w 84510"/>
                <a:gd name="connsiteY6" fmla="*/ 47976 h 79896"/>
                <a:gd name="connsiteX7" fmla="*/ 37992 w 84510"/>
                <a:gd name="connsiteY7" fmla="*/ 77981 h 79896"/>
                <a:gd name="connsiteX8" fmla="*/ 42465 w 84510"/>
                <a:gd name="connsiteY8" fmla="*/ 79896 h 79896"/>
                <a:gd name="connsiteX9" fmla="*/ 46938 w 84510"/>
                <a:gd name="connsiteY9" fmla="*/ 77981 h 79896"/>
                <a:gd name="connsiteX10" fmla="*/ 76331 w 84510"/>
                <a:gd name="connsiteY10" fmla="*/ 47976 h 79896"/>
                <a:gd name="connsiteX11" fmla="*/ 78248 w 84510"/>
                <a:gd name="connsiteY11" fmla="*/ 9672 h 79896"/>
                <a:gd name="connsiteX12" fmla="*/ 60357 w 84510"/>
                <a:gd name="connsiteY12" fmla="*/ 96 h 79896"/>
                <a:gd name="connsiteX13" fmla="*/ 66747 w 84510"/>
                <a:gd name="connsiteY13" fmla="*/ 38400 h 79896"/>
                <a:gd name="connsiteX14" fmla="*/ 41826 w 84510"/>
                <a:gd name="connsiteY14" fmla="*/ 63936 h 79896"/>
                <a:gd name="connsiteX15" fmla="*/ 16266 w 84510"/>
                <a:gd name="connsiteY15" fmla="*/ 38400 h 79896"/>
                <a:gd name="connsiteX16" fmla="*/ 14988 w 84510"/>
                <a:gd name="connsiteY16" fmla="*/ 17333 h 79896"/>
                <a:gd name="connsiteX17" fmla="*/ 23295 w 84510"/>
                <a:gd name="connsiteY17" fmla="*/ 12864 h 79896"/>
                <a:gd name="connsiteX18" fmla="*/ 23934 w 84510"/>
                <a:gd name="connsiteY18" fmla="*/ 12864 h 79896"/>
                <a:gd name="connsiteX19" fmla="*/ 31602 w 84510"/>
                <a:gd name="connsiteY19" fmla="*/ 16056 h 79896"/>
                <a:gd name="connsiteX20" fmla="*/ 36714 w 84510"/>
                <a:gd name="connsiteY20" fmla="*/ 21163 h 79896"/>
                <a:gd name="connsiteX21" fmla="*/ 41187 w 84510"/>
                <a:gd name="connsiteY21" fmla="*/ 23079 h 79896"/>
                <a:gd name="connsiteX22" fmla="*/ 45660 w 84510"/>
                <a:gd name="connsiteY22" fmla="*/ 21163 h 79896"/>
                <a:gd name="connsiteX23" fmla="*/ 50772 w 84510"/>
                <a:gd name="connsiteY23" fmla="*/ 16056 h 79896"/>
                <a:gd name="connsiteX24" fmla="*/ 59079 w 84510"/>
                <a:gd name="connsiteY24" fmla="*/ 12864 h 79896"/>
                <a:gd name="connsiteX25" fmla="*/ 67385 w 84510"/>
                <a:gd name="connsiteY25" fmla="*/ 17333 h 79896"/>
                <a:gd name="connsiteX26" fmla="*/ 66747 w 84510"/>
                <a:gd name="connsiteY26" fmla="*/ 38400 h 79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4510" h="79896">
                  <a:moveTo>
                    <a:pt x="60357" y="96"/>
                  </a:moveTo>
                  <a:cubicBezTo>
                    <a:pt x="53328" y="96"/>
                    <a:pt x="46938" y="2011"/>
                    <a:pt x="42465" y="7119"/>
                  </a:cubicBezTo>
                  <a:lnTo>
                    <a:pt x="41826" y="7757"/>
                  </a:lnTo>
                  <a:lnTo>
                    <a:pt x="41187" y="7119"/>
                  </a:lnTo>
                  <a:cubicBezTo>
                    <a:pt x="36075" y="2011"/>
                    <a:pt x="29685" y="-542"/>
                    <a:pt x="23295" y="96"/>
                  </a:cubicBezTo>
                  <a:cubicBezTo>
                    <a:pt x="16266" y="735"/>
                    <a:pt x="10515" y="3927"/>
                    <a:pt x="6042" y="9672"/>
                  </a:cubicBezTo>
                  <a:cubicBezTo>
                    <a:pt x="-2904" y="21163"/>
                    <a:pt x="-1626" y="37762"/>
                    <a:pt x="7959" y="47976"/>
                  </a:cubicBezTo>
                  <a:lnTo>
                    <a:pt x="37992" y="77981"/>
                  </a:lnTo>
                  <a:cubicBezTo>
                    <a:pt x="39270" y="79258"/>
                    <a:pt x="40548" y="79896"/>
                    <a:pt x="42465" y="79896"/>
                  </a:cubicBezTo>
                  <a:cubicBezTo>
                    <a:pt x="44382" y="79896"/>
                    <a:pt x="45660" y="79258"/>
                    <a:pt x="46938" y="77981"/>
                  </a:cubicBezTo>
                  <a:lnTo>
                    <a:pt x="76331" y="47976"/>
                  </a:lnTo>
                  <a:cubicBezTo>
                    <a:pt x="86555" y="37762"/>
                    <a:pt x="87194" y="21163"/>
                    <a:pt x="78248" y="9672"/>
                  </a:cubicBezTo>
                  <a:cubicBezTo>
                    <a:pt x="73136" y="3927"/>
                    <a:pt x="66747" y="735"/>
                    <a:pt x="60357" y="96"/>
                  </a:cubicBezTo>
                  <a:close/>
                  <a:moveTo>
                    <a:pt x="66747" y="38400"/>
                  </a:moveTo>
                  <a:lnTo>
                    <a:pt x="41826" y="63936"/>
                  </a:lnTo>
                  <a:lnTo>
                    <a:pt x="16266" y="38400"/>
                  </a:lnTo>
                  <a:cubicBezTo>
                    <a:pt x="11154" y="33293"/>
                    <a:pt x="10515" y="23079"/>
                    <a:pt x="14988" y="17333"/>
                  </a:cubicBezTo>
                  <a:cubicBezTo>
                    <a:pt x="16905" y="14779"/>
                    <a:pt x="20100" y="12864"/>
                    <a:pt x="23295" y="12864"/>
                  </a:cubicBezTo>
                  <a:cubicBezTo>
                    <a:pt x="23295" y="12864"/>
                    <a:pt x="23934" y="12864"/>
                    <a:pt x="23934" y="12864"/>
                  </a:cubicBezTo>
                  <a:cubicBezTo>
                    <a:pt x="26490" y="12864"/>
                    <a:pt x="29685" y="14141"/>
                    <a:pt x="31602" y="16056"/>
                  </a:cubicBezTo>
                  <a:lnTo>
                    <a:pt x="36714" y="21163"/>
                  </a:lnTo>
                  <a:cubicBezTo>
                    <a:pt x="37992" y="22440"/>
                    <a:pt x="39909" y="23079"/>
                    <a:pt x="41187" y="23079"/>
                  </a:cubicBezTo>
                  <a:cubicBezTo>
                    <a:pt x="43104" y="23079"/>
                    <a:pt x="44382" y="22440"/>
                    <a:pt x="45660" y="21163"/>
                  </a:cubicBezTo>
                  <a:lnTo>
                    <a:pt x="50772" y="16056"/>
                  </a:lnTo>
                  <a:cubicBezTo>
                    <a:pt x="53328" y="13503"/>
                    <a:pt x="55884" y="12864"/>
                    <a:pt x="59079" y="12864"/>
                  </a:cubicBezTo>
                  <a:cubicBezTo>
                    <a:pt x="62274" y="12864"/>
                    <a:pt x="64829" y="14779"/>
                    <a:pt x="67385" y="17333"/>
                  </a:cubicBezTo>
                  <a:cubicBezTo>
                    <a:pt x="72497" y="23717"/>
                    <a:pt x="71858" y="33293"/>
                    <a:pt x="66747" y="38400"/>
                  </a:cubicBezTo>
                  <a:close/>
                </a:path>
              </a:pathLst>
            </a:custGeom>
            <a:solidFill>
              <a:srgbClr val="007CB0"/>
            </a:solidFill>
            <a:ln w="6390" cap="flat">
              <a:noFill/>
              <a:prstDash val="solid"/>
              <a:miter/>
            </a:ln>
          </p:spPr>
          <p:txBody>
            <a:bodyPr rtlCol="0" anchor="ctr"/>
            <a:lstStyle/>
            <a:p>
              <a:endParaRPr lang="en-US"/>
            </a:p>
          </p:txBody>
        </p:sp>
      </p:grpSp>
      <p:grpSp>
        <p:nvGrpSpPr>
          <p:cNvPr id="532" name="Graphic 4">
            <a:extLst>
              <a:ext uri="{FF2B5EF4-FFF2-40B4-BE49-F238E27FC236}">
                <a16:creationId xmlns:a16="http://schemas.microsoft.com/office/drawing/2014/main" id="{17E448D2-389F-2641-9DC1-CD37A69F2869}"/>
              </a:ext>
            </a:extLst>
          </p:cNvPr>
          <p:cNvGrpSpPr/>
          <p:nvPr/>
        </p:nvGrpSpPr>
        <p:grpSpPr>
          <a:xfrm>
            <a:off x="4661459" y="2371173"/>
            <a:ext cx="361674" cy="361333"/>
            <a:chOff x="4661459" y="2371173"/>
            <a:chExt cx="361674" cy="361333"/>
          </a:xfrm>
          <a:solidFill>
            <a:srgbClr val="007CB0"/>
          </a:solidFill>
        </p:grpSpPr>
        <p:sp>
          <p:nvSpPr>
            <p:cNvPr id="533" name="Graphic 4">
              <a:extLst>
                <a:ext uri="{FF2B5EF4-FFF2-40B4-BE49-F238E27FC236}">
                  <a16:creationId xmlns:a16="http://schemas.microsoft.com/office/drawing/2014/main" id="{8FE2D35B-873B-F34E-A990-7921B9466B8B}"/>
                </a:ext>
              </a:extLst>
            </p:cNvPr>
            <p:cNvSpPr/>
            <p:nvPr/>
          </p:nvSpPr>
          <p:spPr>
            <a:xfrm>
              <a:off x="4661459" y="237117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6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1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9530"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534" name="Graphic 4">
              <a:extLst>
                <a:ext uri="{FF2B5EF4-FFF2-40B4-BE49-F238E27FC236}">
                  <a16:creationId xmlns:a16="http://schemas.microsoft.com/office/drawing/2014/main" id="{1A69036B-F465-A842-A7BF-D0F323C81CBD}"/>
                </a:ext>
              </a:extLst>
            </p:cNvPr>
            <p:cNvSpPr/>
            <p:nvPr/>
          </p:nvSpPr>
          <p:spPr>
            <a:xfrm>
              <a:off x="4708140" y="2470720"/>
              <a:ext cx="268307" cy="178156"/>
            </a:xfrm>
            <a:custGeom>
              <a:avLst/>
              <a:gdLst>
                <a:gd name="connsiteX0" fmla="*/ 254285 w 268307"/>
                <a:gd name="connsiteY0" fmla="*/ 21111 h 178156"/>
                <a:gd name="connsiteX1" fmla="*/ 214028 w 268307"/>
                <a:gd name="connsiteY1" fmla="*/ 1321 h 178156"/>
                <a:gd name="connsiteX2" fmla="*/ 173772 w 268307"/>
                <a:gd name="connsiteY2" fmla="*/ 18557 h 178156"/>
                <a:gd name="connsiteX3" fmla="*/ 173133 w 268307"/>
                <a:gd name="connsiteY3" fmla="*/ 17919 h 178156"/>
                <a:gd name="connsiteX4" fmla="*/ 169938 w 268307"/>
                <a:gd name="connsiteY4" fmla="*/ 14727 h 178156"/>
                <a:gd name="connsiteX5" fmla="*/ 168660 w 268307"/>
                <a:gd name="connsiteY5" fmla="*/ 13450 h 178156"/>
                <a:gd name="connsiteX6" fmla="*/ 165465 w 268307"/>
                <a:gd name="connsiteY6" fmla="*/ 10897 h 178156"/>
                <a:gd name="connsiteX7" fmla="*/ 163548 w 268307"/>
                <a:gd name="connsiteY7" fmla="*/ 9620 h 178156"/>
                <a:gd name="connsiteX8" fmla="*/ 160992 w 268307"/>
                <a:gd name="connsiteY8" fmla="*/ 7705 h 178156"/>
                <a:gd name="connsiteX9" fmla="*/ 158436 w 268307"/>
                <a:gd name="connsiteY9" fmla="*/ 6428 h 178156"/>
                <a:gd name="connsiteX10" fmla="*/ 156519 w 268307"/>
                <a:gd name="connsiteY10" fmla="*/ 5151 h 178156"/>
                <a:gd name="connsiteX11" fmla="*/ 153324 w 268307"/>
                <a:gd name="connsiteY11" fmla="*/ 3874 h 178156"/>
                <a:gd name="connsiteX12" fmla="*/ 151407 w 268307"/>
                <a:gd name="connsiteY12" fmla="*/ 3236 h 178156"/>
                <a:gd name="connsiteX13" fmla="*/ 147573 w 268307"/>
                <a:gd name="connsiteY13" fmla="*/ 1959 h 178156"/>
                <a:gd name="connsiteX14" fmla="*/ 146295 w 268307"/>
                <a:gd name="connsiteY14" fmla="*/ 1321 h 178156"/>
                <a:gd name="connsiteX15" fmla="*/ 142461 w 268307"/>
                <a:gd name="connsiteY15" fmla="*/ 682 h 178156"/>
                <a:gd name="connsiteX16" fmla="*/ 140544 w 268307"/>
                <a:gd name="connsiteY16" fmla="*/ 682 h 178156"/>
                <a:gd name="connsiteX17" fmla="*/ 136710 w 268307"/>
                <a:gd name="connsiteY17" fmla="*/ 682 h 178156"/>
                <a:gd name="connsiteX18" fmla="*/ 135432 w 268307"/>
                <a:gd name="connsiteY18" fmla="*/ 682 h 178156"/>
                <a:gd name="connsiteX19" fmla="*/ 134154 w 268307"/>
                <a:gd name="connsiteY19" fmla="*/ 682 h 178156"/>
                <a:gd name="connsiteX20" fmla="*/ 132876 w 268307"/>
                <a:gd name="connsiteY20" fmla="*/ 682 h 178156"/>
                <a:gd name="connsiteX21" fmla="*/ 131598 w 268307"/>
                <a:gd name="connsiteY21" fmla="*/ 682 h 178156"/>
                <a:gd name="connsiteX22" fmla="*/ 128403 w 268307"/>
                <a:gd name="connsiteY22" fmla="*/ 682 h 178156"/>
                <a:gd name="connsiteX23" fmla="*/ 125847 w 268307"/>
                <a:gd name="connsiteY23" fmla="*/ 682 h 178156"/>
                <a:gd name="connsiteX24" fmla="*/ 122652 w 268307"/>
                <a:gd name="connsiteY24" fmla="*/ 1321 h 178156"/>
                <a:gd name="connsiteX25" fmla="*/ 120096 w 268307"/>
                <a:gd name="connsiteY25" fmla="*/ 1959 h 178156"/>
                <a:gd name="connsiteX26" fmla="*/ 116901 w 268307"/>
                <a:gd name="connsiteY26" fmla="*/ 2597 h 178156"/>
                <a:gd name="connsiteX27" fmla="*/ 114345 w 268307"/>
                <a:gd name="connsiteY27" fmla="*/ 3236 h 178156"/>
                <a:gd name="connsiteX28" fmla="*/ 111789 w 268307"/>
                <a:gd name="connsiteY28" fmla="*/ 4513 h 178156"/>
                <a:gd name="connsiteX29" fmla="*/ 109233 w 268307"/>
                <a:gd name="connsiteY29" fmla="*/ 5789 h 178156"/>
                <a:gd name="connsiteX30" fmla="*/ 107316 w 268307"/>
                <a:gd name="connsiteY30" fmla="*/ 7066 h 178156"/>
                <a:gd name="connsiteX31" fmla="*/ 104760 w 268307"/>
                <a:gd name="connsiteY31" fmla="*/ 8981 h 178156"/>
                <a:gd name="connsiteX32" fmla="*/ 102843 w 268307"/>
                <a:gd name="connsiteY32" fmla="*/ 10258 h 178156"/>
                <a:gd name="connsiteX33" fmla="*/ 99648 w 268307"/>
                <a:gd name="connsiteY33" fmla="*/ 12812 h 178156"/>
                <a:gd name="connsiteX34" fmla="*/ 98370 w 268307"/>
                <a:gd name="connsiteY34" fmla="*/ 14089 h 178156"/>
                <a:gd name="connsiteX35" fmla="*/ 95175 w 268307"/>
                <a:gd name="connsiteY35" fmla="*/ 16642 h 178156"/>
                <a:gd name="connsiteX36" fmla="*/ 94536 w 268307"/>
                <a:gd name="connsiteY36" fmla="*/ 17281 h 178156"/>
                <a:gd name="connsiteX37" fmla="*/ 54280 w 268307"/>
                <a:gd name="connsiteY37" fmla="*/ 44 h 178156"/>
                <a:gd name="connsiteX38" fmla="*/ 14023 w 268307"/>
                <a:gd name="connsiteY38" fmla="*/ 19834 h 178156"/>
                <a:gd name="connsiteX39" fmla="*/ 17218 w 268307"/>
                <a:gd name="connsiteY39" fmla="*/ 103464 h 178156"/>
                <a:gd name="connsiteX40" fmla="*/ 90702 w 268307"/>
                <a:gd name="connsiteY40" fmla="*/ 176242 h 178156"/>
                <a:gd name="connsiteX41" fmla="*/ 95175 w 268307"/>
                <a:gd name="connsiteY41" fmla="*/ 178157 h 178156"/>
                <a:gd name="connsiteX42" fmla="*/ 99648 w 268307"/>
                <a:gd name="connsiteY42" fmla="*/ 176242 h 178156"/>
                <a:gd name="connsiteX43" fmla="*/ 134154 w 268307"/>
                <a:gd name="connsiteY43" fmla="*/ 141768 h 178156"/>
                <a:gd name="connsiteX44" fmla="*/ 168660 w 268307"/>
                <a:gd name="connsiteY44" fmla="*/ 176242 h 178156"/>
                <a:gd name="connsiteX45" fmla="*/ 173133 w 268307"/>
                <a:gd name="connsiteY45" fmla="*/ 178157 h 178156"/>
                <a:gd name="connsiteX46" fmla="*/ 177605 w 268307"/>
                <a:gd name="connsiteY46" fmla="*/ 176242 h 178156"/>
                <a:gd name="connsiteX47" fmla="*/ 251090 w 268307"/>
                <a:gd name="connsiteY47" fmla="*/ 103464 h 178156"/>
                <a:gd name="connsiteX48" fmla="*/ 254285 w 268307"/>
                <a:gd name="connsiteY48" fmla="*/ 21111 h 178156"/>
                <a:gd name="connsiteX49" fmla="*/ 163548 w 268307"/>
                <a:gd name="connsiteY49" fmla="*/ 95803 h 178156"/>
                <a:gd name="connsiteX50" fmla="*/ 94536 w 268307"/>
                <a:gd name="connsiteY50" fmla="*/ 164112 h 178156"/>
                <a:gd name="connsiteX51" fmla="*/ 25525 w 268307"/>
                <a:gd name="connsiteY51" fmla="*/ 95803 h 178156"/>
                <a:gd name="connsiteX52" fmla="*/ 22969 w 268307"/>
                <a:gd name="connsiteY52" fmla="*/ 28772 h 178156"/>
                <a:gd name="connsiteX53" fmla="*/ 54280 w 268307"/>
                <a:gd name="connsiteY53" fmla="*/ 13450 h 178156"/>
                <a:gd name="connsiteX54" fmla="*/ 54919 w 268307"/>
                <a:gd name="connsiteY54" fmla="*/ 13450 h 178156"/>
                <a:gd name="connsiteX55" fmla="*/ 85591 w 268307"/>
                <a:gd name="connsiteY55" fmla="*/ 27495 h 178156"/>
                <a:gd name="connsiteX56" fmla="*/ 89424 w 268307"/>
                <a:gd name="connsiteY56" fmla="*/ 31325 h 178156"/>
                <a:gd name="connsiteX57" fmla="*/ 99009 w 268307"/>
                <a:gd name="connsiteY57" fmla="*/ 31325 h 178156"/>
                <a:gd name="connsiteX58" fmla="*/ 102843 w 268307"/>
                <a:gd name="connsiteY58" fmla="*/ 26857 h 178156"/>
                <a:gd name="connsiteX59" fmla="*/ 134154 w 268307"/>
                <a:gd name="connsiteY59" fmla="*/ 13450 h 178156"/>
                <a:gd name="connsiteX60" fmla="*/ 165465 w 268307"/>
                <a:gd name="connsiteY60" fmla="*/ 28772 h 178156"/>
                <a:gd name="connsiteX61" fmla="*/ 163548 w 268307"/>
                <a:gd name="connsiteY61" fmla="*/ 95803 h 178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68307" h="178156">
                  <a:moveTo>
                    <a:pt x="254285" y="21111"/>
                  </a:moveTo>
                  <a:cubicBezTo>
                    <a:pt x="244061" y="8343"/>
                    <a:pt x="229364" y="1321"/>
                    <a:pt x="214028" y="1321"/>
                  </a:cubicBezTo>
                  <a:cubicBezTo>
                    <a:pt x="198692" y="682"/>
                    <a:pt x="184635" y="7066"/>
                    <a:pt x="173772" y="18557"/>
                  </a:cubicBezTo>
                  <a:cubicBezTo>
                    <a:pt x="173772" y="18557"/>
                    <a:pt x="173772" y="18557"/>
                    <a:pt x="173133" y="17919"/>
                  </a:cubicBezTo>
                  <a:cubicBezTo>
                    <a:pt x="171855" y="16642"/>
                    <a:pt x="171215" y="16004"/>
                    <a:pt x="169938" y="14727"/>
                  </a:cubicBezTo>
                  <a:cubicBezTo>
                    <a:pt x="169299" y="14089"/>
                    <a:pt x="169299" y="14089"/>
                    <a:pt x="168660" y="13450"/>
                  </a:cubicBezTo>
                  <a:cubicBezTo>
                    <a:pt x="168020" y="12812"/>
                    <a:pt x="166743" y="12173"/>
                    <a:pt x="165465" y="10897"/>
                  </a:cubicBezTo>
                  <a:cubicBezTo>
                    <a:pt x="164825" y="10258"/>
                    <a:pt x="164187" y="10258"/>
                    <a:pt x="163548" y="9620"/>
                  </a:cubicBezTo>
                  <a:cubicBezTo>
                    <a:pt x="162909" y="8981"/>
                    <a:pt x="161631" y="8343"/>
                    <a:pt x="160992" y="7705"/>
                  </a:cubicBezTo>
                  <a:cubicBezTo>
                    <a:pt x="160353" y="7066"/>
                    <a:pt x="159075" y="6428"/>
                    <a:pt x="158436" y="6428"/>
                  </a:cubicBezTo>
                  <a:cubicBezTo>
                    <a:pt x="157797" y="5789"/>
                    <a:pt x="157158" y="5789"/>
                    <a:pt x="156519" y="5151"/>
                  </a:cubicBezTo>
                  <a:cubicBezTo>
                    <a:pt x="155241" y="4513"/>
                    <a:pt x="154602" y="3874"/>
                    <a:pt x="153324" y="3874"/>
                  </a:cubicBezTo>
                  <a:cubicBezTo>
                    <a:pt x="152685" y="3874"/>
                    <a:pt x="152046" y="3236"/>
                    <a:pt x="151407" y="3236"/>
                  </a:cubicBezTo>
                  <a:cubicBezTo>
                    <a:pt x="150129" y="2597"/>
                    <a:pt x="148851" y="2597"/>
                    <a:pt x="147573" y="1959"/>
                  </a:cubicBezTo>
                  <a:cubicBezTo>
                    <a:pt x="146934" y="1959"/>
                    <a:pt x="146295" y="1959"/>
                    <a:pt x="146295" y="1321"/>
                  </a:cubicBezTo>
                  <a:cubicBezTo>
                    <a:pt x="145017" y="1321"/>
                    <a:pt x="143739" y="682"/>
                    <a:pt x="142461" y="682"/>
                  </a:cubicBezTo>
                  <a:cubicBezTo>
                    <a:pt x="141822" y="682"/>
                    <a:pt x="141183" y="682"/>
                    <a:pt x="140544" y="682"/>
                  </a:cubicBezTo>
                  <a:cubicBezTo>
                    <a:pt x="139266" y="682"/>
                    <a:pt x="137988" y="682"/>
                    <a:pt x="136710" y="682"/>
                  </a:cubicBezTo>
                  <a:cubicBezTo>
                    <a:pt x="136071" y="682"/>
                    <a:pt x="136071" y="682"/>
                    <a:pt x="135432" y="682"/>
                  </a:cubicBezTo>
                  <a:cubicBezTo>
                    <a:pt x="134793" y="682"/>
                    <a:pt x="134793" y="682"/>
                    <a:pt x="134154" y="682"/>
                  </a:cubicBezTo>
                  <a:cubicBezTo>
                    <a:pt x="133515" y="682"/>
                    <a:pt x="133515" y="682"/>
                    <a:pt x="132876" y="682"/>
                  </a:cubicBezTo>
                  <a:cubicBezTo>
                    <a:pt x="132237" y="682"/>
                    <a:pt x="132237" y="682"/>
                    <a:pt x="131598" y="682"/>
                  </a:cubicBezTo>
                  <a:cubicBezTo>
                    <a:pt x="130320" y="682"/>
                    <a:pt x="129042" y="682"/>
                    <a:pt x="128403" y="682"/>
                  </a:cubicBezTo>
                  <a:cubicBezTo>
                    <a:pt x="127764" y="682"/>
                    <a:pt x="127125" y="682"/>
                    <a:pt x="125847" y="682"/>
                  </a:cubicBezTo>
                  <a:cubicBezTo>
                    <a:pt x="124569" y="682"/>
                    <a:pt x="123930" y="1321"/>
                    <a:pt x="122652" y="1321"/>
                  </a:cubicBezTo>
                  <a:cubicBezTo>
                    <a:pt x="122013" y="1321"/>
                    <a:pt x="121374" y="1959"/>
                    <a:pt x="120096" y="1959"/>
                  </a:cubicBezTo>
                  <a:cubicBezTo>
                    <a:pt x="118818" y="1959"/>
                    <a:pt x="118179" y="2597"/>
                    <a:pt x="116901" y="2597"/>
                  </a:cubicBezTo>
                  <a:cubicBezTo>
                    <a:pt x="116262" y="2597"/>
                    <a:pt x="114984" y="3236"/>
                    <a:pt x="114345" y="3236"/>
                  </a:cubicBezTo>
                  <a:cubicBezTo>
                    <a:pt x="113706" y="3874"/>
                    <a:pt x="112428" y="3874"/>
                    <a:pt x="111789" y="4513"/>
                  </a:cubicBezTo>
                  <a:cubicBezTo>
                    <a:pt x="111150" y="5151"/>
                    <a:pt x="109872" y="5151"/>
                    <a:pt x="109233" y="5789"/>
                  </a:cubicBezTo>
                  <a:cubicBezTo>
                    <a:pt x="108594" y="6428"/>
                    <a:pt x="107955" y="6428"/>
                    <a:pt x="107316" y="7066"/>
                  </a:cubicBezTo>
                  <a:cubicBezTo>
                    <a:pt x="106038" y="7705"/>
                    <a:pt x="105399" y="8343"/>
                    <a:pt x="104760" y="8981"/>
                  </a:cubicBezTo>
                  <a:cubicBezTo>
                    <a:pt x="104121" y="9620"/>
                    <a:pt x="103482" y="9620"/>
                    <a:pt x="102843" y="10258"/>
                  </a:cubicBezTo>
                  <a:cubicBezTo>
                    <a:pt x="101565" y="10897"/>
                    <a:pt x="100926" y="11535"/>
                    <a:pt x="99648" y="12812"/>
                  </a:cubicBezTo>
                  <a:cubicBezTo>
                    <a:pt x="99009" y="13450"/>
                    <a:pt x="98370" y="13450"/>
                    <a:pt x="98370" y="14089"/>
                  </a:cubicBezTo>
                  <a:cubicBezTo>
                    <a:pt x="97092" y="14727"/>
                    <a:pt x="96453" y="16004"/>
                    <a:pt x="95175" y="16642"/>
                  </a:cubicBezTo>
                  <a:cubicBezTo>
                    <a:pt x="95175" y="16642"/>
                    <a:pt x="94536" y="16642"/>
                    <a:pt x="94536" y="17281"/>
                  </a:cubicBezTo>
                  <a:cubicBezTo>
                    <a:pt x="83674" y="5789"/>
                    <a:pt x="68976" y="-595"/>
                    <a:pt x="54280" y="44"/>
                  </a:cubicBezTo>
                  <a:cubicBezTo>
                    <a:pt x="38944" y="682"/>
                    <a:pt x="24247" y="7705"/>
                    <a:pt x="14023" y="19834"/>
                  </a:cubicBezTo>
                  <a:cubicBezTo>
                    <a:pt x="-5786" y="43455"/>
                    <a:pt x="-4508" y="80482"/>
                    <a:pt x="17218" y="103464"/>
                  </a:cubicBezTo>
                  <a:lnTo>
                    <a:pt x="90702" y="176242"/>
                  </a:lnTo>
                  <a:cubicBezTo>
                    <a:pt x="91980" y="177519"/>
                    <a:pt x="93259" y="178157"/>
                    <a:pt x="95175" y="178157"/>
                  </a:cubicBezTo>
                  <a:cubicBezTo>
                    <a:pt x="97092" y="178157"/>
                    <a:pt x="98370" y="177519"/>
                    <a:pt x="99648" y="176242"/>
                  </a:cubicBezTo>
                  <a:lnTo>
                    <a:pt x="134154" y="141768"/>
                  </a:lnTo>
                  <a:lnTo>
                    <a:pt x="168660" y="176242"/>
                  </a:lnTo>
                  <a:cubicBezTo>
                    <a:pt x="169938" y="177519"/>
                    <a:pt x="171215" y="178157"/>
                    <a:pt x="173133" y="178157"/>
                  </a:cubicBezTo>
                  <a:cubicBezTo>
                    <a:pt x="175050" y="178157"/>
                    <a:pt x="176328" y="177519"/>
                    <a:pt x="177605" y="176242"/>
                  </a:cubicBezTo>
                  <a:lnTo>
                    <a:pt x="251090" y="103464"/>
                  </a:lnTo>
                  <a:cubicBezTo>
                    <a:pt x="272816" y="81120"/>
                    <a:pt x="274094" y="44732"/>
                    <a:pt x="254285" y="21111"/>
                  </a:cubicBezTo>
                  <a:close/>
                  <a:moveTo>
                    <a:pt x="163548" y="95803"/>
                  </a:moveTo>
                  <a:lnTo>
                    <a:pt x="94536" y="164112"/>
                  </a:lnTo>
                  <a:lnTo>
                    <a:pt x="25525" y="95803"/>
                  </a:lnTo>
                  <a:cubicBezTo>
                    <a:pt x="8272" y="77290"/>
                    <a:pt x="7633" y="47285"/>
                    <a:pt x="22969" y="28772"/>
                  </a:cubicBezTo>
                  <a:cubicBezTo>
                    <a:pt x="31276" y="19196"/>
                    <a:pt x="42139" y="13450"/>
                    <a:pt x="54280" y="13450"/>
                  </a:cubicBezTo>
                  <a:cubicBezTo>
                    <a:pt x="54280" y="13450"/>
                    <a:pt x="54919" y="13450"/>
                    <a:pt x="54919" y="13450"/>
                  </a:cubicBezTo>
                  <a:cubicBezTo>
                    <a:pt x="66421" y="13450"/>
                    <a:pt x="77284" y="18557"/>
                    <a:pt x="85591" y="27495"/>
                  </a:cubicBezTo>
                  <a:lnTo>
                    <a:pt x="89424" y="31325"/>
                  </a:lnTo>
                  <a:cubicBezTo>
                    <a:pt x="91980" y="33879"/>
                    <a:pt x="96453" y="33879"/>
                    <a:pt x="99009" y="31325"/>
                  </a:cubicBezTo>
                  <a:lnTo>
                    <a:pt x="102843" y="26857"/>
                  </a:lnTo>
                  <a:cubicBezTo>
                    <a:pt x="111150" y="17919"/>
                    <a:pt x="122652" y="12812"/>
                    <a:pt x="134154" y="13450"/>
                  </a:cubicBezTo>
                  <a:cubicBezTo>
                    <a:pt x="146295" y="13450"/>
                    <a:pt x="157158" y="19196"/>
                    <a:pt x="165465" y="28772"/>
                  </a:cubicBezTo>
                  <a:cubicBezTo>
                    <a:pt x="181440" y="47285"/>
                    <a:pt x="180162" y="77290"/>
                    <a:pt x="163548" y="95803"/>
                  </a:cubicBezTo>
                  <a:close/>
                </a:path>
              </a:pathLst>
            </a:custGeom>
            <a:solidFill>
              <a:srgbClr val="007CB0"/>
            </a:solidFill>
            <a:ln w="6390" cap="flat">
              <a:noFill/>
              <a:prstDash val="solid"/>
              <a:miter/>
            </a:ln>
          </p:spPr>
          <p:txBody>
            <a:bodyPr rtlCol="0" anchor="ctr"/>
            <a:lstStyle/>
            <a:p>
              <a:endParaRPr lang="en-US"/>
            </a:p>
          </p:txBody>
        </p:sp>
      </p:grpSp>
      <p:grpSp>
        <p:nvGrpSpPr>
          <p:cNvPr id="535" name="Graphic 4">
            <a:extLst>
              <a:ext uri="{FF2B5EF4-FFF2-40B4-BE49-F238E27FC236}">
                <a16:creationId xmlns:a16="http://schemas.microsoft.com/office/drawing/2014/main" id="{D3A05554-771A-EA4F-888B-EBF159895519}"/>
              </a:ext>
            </a:extLst>
          </p:cNvPr>
          <p:cNvGrpSpPr/>
          <p:nvPr/>
        </p:nvGrpSpPr>
        <p:grpSpPr>
          <a:xfrm>
            <a:off x="3607758" y="2371173"/>
            <a:ext cx="361674" cy="361333"/>
            <a:chOff x="3607758" y="2371173"/>
            <a:chExt cx="361674" cy="361333"/>
          </a:xfrm>
          <a:solidFill>
            <a:srgbClr val="007CB0"/>
          </a:solidFill>
        </p:grpSpPr>
        <p:sp>
          <p:nvSpPr>
            <p:cNvPr id="536" name="Graphic 4">
              <a:extLst>
                <a:ext uri="{FF2B5EF4-FFF2-40B4-BE49-F238E27FC236}">
                  <a16:creationId xmlns:a16="http://schemas.microsoft.com/office/drawing/2014/main" id="{CEAF3B4C-CE19-BF49-AD91-20BF4A2A46D1}"/>
                </a:ext>
              </a:extLst>
            </p:cNvPr>
            <p:cNvSpPr/>
            <p:nvPr/>
          </p:nvSpPr>
          <p:spPr>
            <a:xfrm>
              <a:off x="3607758" y="2371173"/>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2" y="361333"/>
                    <a:pt x="180836" y="361333"/>
                  </a:cubicBezTo>
                  <a:cubicBezTo>
                    <a:pt x="281157" y="361333"/>
                    <a:pt x="361671" y="280257"/>
                    <a:pt x="361671" y="180667"/>
                  </a:cubicBezTo>
                  <a:cubicBezTo>
                    <a:pt x="362310" y="81077"/>
                    <a:pt x="281157" y="0"/>
                    <a:pt x="180836" y="0"/>
                  </a:cubicBezTo>
                  <a:close/>
                  <a:moveTo>
                    <a:pt x="180836" y="349204"/>
                  </a:moveTo>
                  <a:cubicBezTo>
                    <a:pt x="88181" y="349204"/>
                    <a:pt x="12780" y="273873"/>
                    <a:pt x="12780" y="181305"/>
                  </a:cubicBezTo>
                  <a:cubicBezTo>
                    <a:pt x="12780" y="88738"/>
                    <a:pt x="88181" y="13406"/>
                    <a:pt x="180836" y="13406"/>
                  </a:cubicBezTo>
                  <a:cubicBezTo>
                    <a:pt x="273490" y="13406"/>
                    <a:pt x="348891" y="88738"/>
                    <a:pt x="348891" y="181305"/>
                  </a:cubicBezTo>
                  <a:cubicBezTo>
                    <a:pt x="349530" y="273873"/>
                    <a:pt x="274128" y="349204"/>
                    <a:pt x="180836" y="349204"/>
                  </a:cubicBezTo>
                  <a:close/>
                </a:path>
              </a:pathLst>
            </a:custGeom>
            <a:solidFill>
              <a:srgbClr val="007CB0"/>
            </a:solidFill>
            <a:ln w="6390" cap="flat">
              <a:noFill/>
              <a:prstDash val="solid"/>
              <a:miter/>
            </a:ln>
          </p:spPr>
          <p:txBody>
            <a:bodyPr rtlCol="0" anchor="ctr"/>
            <a:lstStyle/>
            <a:p>
              <a:endParaRPr lang="en-US"/>
            </a:p>
          </p:txBody>
        </p:sp>
        <p:sp>
          <p:nvSpPr>
            <p:cNvPr id="537" name="Graphic 4">
              <a:extLst>
                <a:ext uri="{FF2B5EF4-FFF2-40B4-BE49-F238E27FC236}">
                  <a16:creationId xmlns:a16="http://schemas.microsoft.com/office/drawing/2014/main" id="{06B9BEC7-4037-0744-B248-47F303BCB567}"/>
                </a:ext>
              </a:extLst>
            </p:cNvPr>
            <p:cNvSpPr/>
            <p:nvPr/>
          </p:nvSpPr>
          <p:spPr>
            <a:xfrm>
              <a:off x="3656356" y="2471996"/>
              <a:ext cx="267168" cy="178156"/>
            </a:xfrm>
            <a:custGeom>
              <a:avLst/>
              <a:gdLst>
                <a:gd name="connsiteX0" fmla="*/ 253007 w 267168"/>
                <a:gd name="connsiteY0" fmla="*/ 19834 h 178156"/>
                <a:gd name="connsiteX1" fmla="*/ 212750 w 267168"/>
                <a:gd name="connsiteY1" fmla="*/ 44 h 178156"/>
                <a:gd name="connsiteX2" fmla="*/ 172494 w 267168"/>
                <a:gd name="connsiteY2" fmla="*/ 17280 h 178156"/>
                <a:gd name="connsiteX3" fmla="*/ 171854 w 267168"/>
                <a:gd name="connsiteY3" fmla="*/ 16642 h 178156"/>
                <a:gd name="connsiteX4" fmla="*/ 168659 w 267168"/>
                <a:gd name="connsiteY4" fmla="*/ 14088 h 178156"/>
                <a:gd name="connsiteX5" fmla="*/ 167382 w 267168"/>
                <a:gd name="connsiteY5" fmla="*/ 12812 h 178156"/>
                <a:gd name="connsiteX6" fmla="*/ 164826 w 267168"/>
                <a:gd name="connsiteY6" fmla="*/ 10896 h 178156"/>
                <a:gd name="connsiteX7" fmla="*/ 162909 w 267168"/>
                <a:gd name="connsiteY7" fmla="*/ 9620 h 178156"/>
                <a:gd name="connsiteX8" fmla="*/ 160353 w 267168"/>
                <a:gd name="connsiteY8" fmla="*/ 8343 h 178156"/>
                <a:gd name="connsiteX9" fmla="*/ 157797 w 267168"/>
                <a:gd name="connsiteY9" fmla="*/ 7066 h 178156"/>
                <a:gd name="connsiteX10" fmla="*/ 155880 w 267168"/>
                <a:gd name="connsiteY10" fmla="*/ 6428 h 178156"/>
                <a:gd name="connsiteX11" fmla="*/ 152685 w 267168"/>
                <a:gd name="connsiteY11" fmla="*/ 5151 h 178156"/>
                <a:gd name="connsiteX12" fmla="*/ 151407 w 267168"/>
                <a:gd name="connsiteY12" fmla="*/ 4512 h 178156"/>
                <a:gd name="connsiteX13" fmla="*/ 147573 w 267168"/>
                <a:gd name="connsiteY13" fmla="*/ 3236 h 178156"/>
                <a:gd name="connsiteX14" fmla="*/ 146295 w 267168"/>
                <a:gd name="connsiteY14" fmla="*/ 2597 h 178156"/>
                <a:gd name="connsiteX15" fmla="*/ 141822 w 267168"/>
                <a:gd name="connsiteY15" fmla="*/ 1959 h 178156"/>
                <a:gd name="connsiteX16" fmla="*/ 140544 w 267168"/>
                <a:gd name="connsiteY16" fmla="*/ 1959 h 178156"/>
                <a:gd name="connsiteX17" fmla="*/ 136710 w 267168"/>
                <a:gd name="connsiteY17" fmla="*/ 1959 h 178156"/>
                <a:gd name="connsiteX18" fmla="*/ 135432 w 267168"/>
                <a:gd name="connsiteY18" fmla="*/ 1959 h 178156"/>
                <a:gd name="connsiteX19" fmla="*/ 134154 w 267168"/>
                <a:gd name="connsiteY19" fmla="*/ 1959 h 178156"/>
                <a:gd name="connsiteX20" fmla="*/ 132876 w 267168"/>
                <a:gd name="connsiteY20" fmla="*/ 1959 h 178156"/>
                <a:gd name="connsiteX21" fmla="*/ 131598 w 267168"/>
                <a:gd name="connsiteY21" fmla="*/ 1959 h 178156"/>
                <a:gd name="connsiteX22" fmla="*/ 127764 w 267168"/>
                <a:gd name="connsiteY22" fmla="*/ 1959 h 178156"/>
                <a:gd name="connsiteX23" fmla="*/ 126486 w 267168"/>
                <a:gd name="connsiteY23" fmla="*/ 1959 h 178156"/>
                <a:gd name="connsiteX24" fmla="*/ 122013 w 267168"/>
                <a:gd name="connsiteY24" fmla="*/ 2597 h 178156"/>
                <a:gd name="connsiteX25" fmla="*/ 120735 w 267168"/>
                <a:gd name="connsiteY25" fmla="*/ 2597 h 178156"/>
                <a:gd name="connsiteX26" fmla="*/ 116262 w 267168"/>
                <a:gd name="connsiteY26" fmla="*/ 3874 h 178156"/>
                <a:gd name="connsiteX27" fmla="*/ 114984 w 267168"/>
                <a:gd name="connsiteY27" fmla="*/ 4512 h 178156"/>
                <a:gd name="connsiteX28" fmla="*/ 111150 w 267168"/>
                <a:gd name="connsiteY28" fmla="*/ 5789 h 178156"/>
                <a:gd name="connsiteX29" fmla="*/ 109233 w 267168"/>
                <a:gd name="connsiteY29" fmla="*/ 6428 h 178156"/>
                <a:gd name="connsiteX30" fmla="*/ 106677 w 267168"/>
                <a:gd name="connsiteY30" fmla="*/ 8343 h 178156"/>
                <a:gd name="connsiteX31" fmla="*/ 104121 w 267168"/>
                <a:gd name="connsiteY31" fmla="*/ 9620 h 178156"/>
                <a:gd name="connsiteX32" fmla="*/ 102204 w 267168"/>
                <a:gd name="connsiteY32" fmla="*/ 10896 h 178156"/>
                <a:gd name="connsiteX33" fmla="*/ 99648 w 267168"/>
                <a:gd name="connsiteY33" fmla="*/ 12812 h 178156"/>
                <a:gd name="connsiteX34" fmla="*/ 98370 w 267168"/>
                <a:gd name="connsiteY34" fmla="*/ 14088 h 178156"/>
                <a:gd name="connsiteX35" fmla="*/ 95175 w 267168"/>
                <a:gd name="connsiteY35" fmla="*/ 16642 h 178156"/>
                <a:gd name="connsiteX36" fmla="*/ 94536 w 267168"/>
                <a:gd name="connsiteY36" fmla="*/ 17280 h 178156"/>
                <a:gd name="connsiteX37" fmla="*/ 54280 w 267168"/>
                <a:gd name="connsiteY37" fmla="*/ 44 h 178156"/>
                <a:gd name="connsiteX38" fmla="*/ 14023 w 267168"/>
                <a:gd name="connsiteY38" fmla="*/ 19834 h 178156"/>
                <a:gd name="connsiteX39" fmla="*/ 17218 w 267168"/>
                <a:gd name="connsiteY39" fmla="*/ 103464 h 178156"/>
                <a:gd name="connsiteX40" fmla="*/ 90703 w 267168"/>
                <a:gd name="connsiteY40" fmla="*/ 176242 h 178156"/>
                <a:gd name="connsiteX41" fmla="*/ 95175 w 267168"/>
                <a:gd name="connsiteY41" fmla="*/ 178157 h 178156"/>
                <a:gd name="connsiteX42" fmla="*/ 99648 w 267168"/>
                <a:gd name="connsiteY42" fmla="*/ 176242 h 178156"/>
                <a:gd name="connsiteX43" fmla="*/ 134154 w 267168"/>
                <a:gd name="connsiteY43" fmla="*/ 141768 h 178156"/>
                <a:gd name="connsiteX44" fmla="*/ 168659 w 267168"/>
                <a:gd name="connsiteY44" fmla="*/ 176242 h 178156"/>
                <a:gd name="connsiteX45" fmla="*/ 173132 w 267168"/>
                <a:gd name="connsiteY45" fmla="*/ 178157 h 178156"/>
                <a:gd name="connsiteX46" fmla="*/ 177606 w 267168"/>
                <a:gd name="connsiteY46" fmla="*/ 176242 h 178156"/>
                <a:gd name="connsiteX47" fmla="*/ 251090 w 267168"/>
                <a:gd name="connsiteY47" fmla="*/ 103464 h 178156"/>
                <a:gd name="connsiteX48" fmla="*/ 253007 w 267168"/>
                <a:gd name="connsiteY48" fmla="*/ 19834 h 178156"/>
                <a:gd name="connsiteX49" fmla="*/ 240866 w 267168"/>
                <a:gd name="connsiteY49" fmla="*/ 94527 h 178156"/>
                <a:gd name="connsiteX50" fmla="*/ 171854 w 267168"/>
                <a:gd name="connsiteY50" fmla="*/ 162835 h 178156"/>
                <a:gd name="connsiteX51" fmla="*/ 141822 w 267168"/>
                <a:gd name="connsiteY51" fmla="*/ 132830 h 178156"/>
                <a:gd name="connsiteX52" fmla="*/ 171854 w 267168"/>
                <a:gd name="connsiteY52" fmla="*/ 103464 h 178156"/>
                <a:gd name="connsiteX53" fmla="*/ 180162 w 267168"/>
                <a:gd name="connsiteY53" fmla="*/ 27495 h 178156"/>
                <a:gd name="connsiteX54" fmla="*/ 180800 w 267168"/>
                <a:gd name="connsiteY54" fmla="*/ 26218 h 178156"/>
                <a:gd name="connsiteX55" fmla="*/ 212111 w 267168"/>
                <a:gd name="connsiteY55" fmla="*/ 12812 h 178156"/>
                <a:gd name="connsiteX56" fmla="*/ 243422 w 267168"/>
                <a:gd name="connsiteY56" fmla="*/ 28133 h 178156"/>
                <a:gd name="connsiteX57" fmla="*/ 240866 w 267168"/>
                <a:gd name="connsiteY57" fmla="*/ 94527 h 178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67168" h="178156">
                  <a:moveTo>
                    <a:pt x="253007" y="19834"/>
                  </a:moveTo>
                  <a:cubicBezTo>
                    <a:pt x="242783" y="7066"/>
                    <a:pt x="228086" y="44"/>
                    <a:pt x="212750" y="44"/>
                  </a:cubicBezTo>
                  <a:cubicBezTo>
                    <a:pt x="197414" y="-595"/>
                    <a:pt x="183357" y="5789"/>
                    <a:pt x="172494" y="17280"/>
                  </a:cubicBezTo>
                  <a:cubicBezTo>
                    <a:pt x="172494" y="17280"/>
                    <a:pt x="172494" y="17280"/>
                    <a:pt x="171854" y="16642"/>
                  </a:cubicBezTo>
                  <a:cubicBezTo>
                    <a:pt x="171216" y="15365"/>
                    <a:pt x="169938" y="14727"/>
                    <a:pt x="168659" y="14088"/>
                  </a:cubicBezTo>
                  <a:cubicBezTo>
                    <a:pt x="168021" y="13450"/>
                    <a:pt x="168021" y="13450"/>
                    <a:pt x="167382" y="12812"/>
                  </a:cubicBezTo>
                  <a:cubicBezTo>
                    <a:pt x="166743" y="12173"/>
                    <a:pt x="165464" y="11535"/>
                    <a:pt x="164826" y="10896"/>
                  </a:cubicBezTo>
                  <a:cubicBezTo>
                    <a:pt x="164187" y="10258"/>
                    <a:pt x="163548" y="9620"/>
                    <a:pt x="162909" y="9620"/>
                  </a:cubicBezTo>
                  <a:cubicBezTo>
                    <a:pt x="162270" y="8981"/>
                    <a:pt x="160992" y="8343"/>
                    <a:pt x="160353" y="8343"/>
                  </a:cubicBezTo>
                  <a:cubicBezTo>
                    <a:pt x="159714" y="7704"/>
                    <a:pt x="158436" y="7066"/>
                    <a:pt x="157797" y="7066"/>
                  </a:cubicBezTo>
                  <a:cubicBezTo>
                    <a:pt x="157158" y="6428"/>
                    <a:pt x="156519" y="6428"/>
                    <a:pt x="155880" y="6428"/>
                  </a:cubicBezTo>
                  <a:cubicBezTo>
                    <a:pt x="154602" y="5789"/>
                    <a:pt x="153324" y="5151"/>
                    <a:pt x="152685" y="5151"/>
                  </a:cubicBezTo>
                  <a:cubicBezTo>
                    <a:pt x="152046" y="5151"/>
                    <a:pt x="151407" y="4512"/>
                    <a:pt x="151407" y="4512"/>
                  </a:cubicBezTo>
                  <a:cubicBezTo>
                    <a:pt x="150129" y="3874"/>
                    <a:pt x="148851" y="3874"/>
                    <a:pt x="147573" y="3236"/>
                  </a:cubicBezTo>
                  <a:cubicBezTo>
                    <a:pt x="146934" y="3236"/>
                    <a:pt x="146934" y="3236"/>
                    <a:pt x="146295" y="2597"/>
                  </a:cubicBezTo>
                  <a:cubicBezTo>
                    <a:pt x="145017" y="2597"/>
                    <a:pt x="143739" y="1959"/>
                    <a:pt x="141822" y="1959"/>
                  </a:cubicBezTo>
                  <a:cubicBezTo>
                    <a:pt x="141183" y="1959"/>
                    <a:pt x="140544" y="1959"/>
                    <a:pt x="140544" y="1959"/>
                  </a:cubicBezTo>
                  <a:cubicBezTo>
                    <a:pt x="139266" y="1959"/>
                    <a:pt x="137988" y="1959"/>
                    <a:pt x="136710" y="1959"/>
                  </a:cubicBezTo>
                  <a:cubicBezTo>
                    <a:pt x="136071" y="1959"/>
                    <a:pt x="136071" y="1959"/>
                    <a:pt x="135432" y="1959"/>
                  </a:cubicBezTo>
                  <a:cubicBezTo>
                    <a:pt x="134793" y="1959"/>
                    <a:pt x="134793" y="1959"/>
                    <a:pt x="134154" y="1959"/>
                  </a:cubicBezTo>
                  <a:cubicBezTo>
                    <a:pt x="133515" y="1959"/>
                    <a:pt x="133515" y="1959"/>
                    <a:pt x="132876" y="1959"/>
                  </a:cubicBezTo>
                  <a:cubicBezTo>
                    <a:pt x="132237" y="1959"/>
                    <a:pt x="132237" y="1959"/>
                    <a:pt x="131598" y="1959"/>
                  </a:cubicBezTo>
                  <a:cubicBezTo>
                    <a:pt x="130320" y="1959"/>
                    <a:pt x="129042" y="1959"/>
                    <a:pt x="127764" y="1959"/>
                  </a:cubicBezTo>
                  <a:cubicBezTo>
                    <a:pt x="127125" y="1959"/>
                    <a:pt x="127125" y="1959"/>
                    <a:pt x="126486" y="1959"/>
                  </a:cubicBezTo>
                  <a:cubicBezTo>
                    <a:pt x="125208" y="1959"/>
                    <a:pt x="123291" y="2597"/>
                    <a:pt x="122013" y="2597"/>
                  </a:cubicBezTo>
                  <a:cubicBezTo>
                    <a:pt x="121374" y="2597"/>
                    <a:pt x="121374" y="2597"/>
                    <a:pt x="120735" y="2597"/>
                  </a:cubicBezTo>
                  <a:cubicBezTo>
                    <a:pt x="119457" y="3236"/>
                    <a:pt x="118179" y="3236"/>
                    <a:pt x="116262" y="3874"/>
                  </a:cubicBezTo>
                  <a:cubicBezTo>
                    <a:pt x="115623" y="3874"/>
                    <a:pt x="115623" y="4512"/>
                    <a:pt x="114984" y="4512"/>
                  </a:cubicBezTo>
                  <a:cubicBezTo>
                    <a:pt x="113706" y="5151"/>
                    <a:pt x="112428" y="5789"/>
                    <a:pt x="111150" y="5789"/>
                  </a:cubicBezTo>
                  <a:cubicBezTo>
                    <a:pt x="110511" y="5789"/>
                    <a:pt x="109872" y="6428"/>
                    <a:pt x="109233" y="6428"/>
                  </a:cubicBezTo>
                  <a:cubicBezTo>
                    <a:pt x="107955" y="7066"/>
                    <a:pt x="107316" y="7704"/>
                    <a:pt x="106677" y="8343"/>
                  </a:cubicBezTo>
                  <a:cubicBezTo>
                    <a:pt x="106038" y="8981"/>
                    <a:pt x="105399" y="8981"/>
                    <a:pt x="104121" y="9620"/>
                  </a:cubicBezTo>
                  <a:cubicBezTo>
                    <a:pt x="103482" y="10258"/>
                    <a:pt x="102843" y="10896"/>
                    <a:pt x="102204" y="10896"/>
                  </a:cubicBezTo>
                  <a:cubicBezTo>
                    <a:pt x="101565" y="11535"/>
                    <a:pt x="100287" y="12173"/>
                    <a:pt x="99648" y="12812"/>
                  </a:cubicBezTo>
                  <a:cubicBezTo>
                    <a:pt x="99009" y="13450"/>
                    <a:pt x="98370" y="13450"/>
                    <a:pt x="98370" y="14088"/>
                  </a:cubicBezTo>
                  <a:cubicBezTo>
                    <a:pt x="97092" y="14727"/>
                    <a:pt x="96453" y="16004"/>
                    <a:pt x="95175" y="16642"/>
                  </a:cubicBezTo>
                  <a:cubicBezTo>
                    <a:pt x="95175" y="16642"/>
                    <a:pt x="95175" y="16642"/>
                    <a:pt x="94536" y="17280"/>
                  </a:cubicBezTo>
                  <a:cubicBezTo>
                    <a:pt x="83673" y="5789"/>
                    <a:pt x="69615" y="-595"/>
                    <a:pt x="54280" y="44"/>
                  </a:cubicBezTo>
                  <a:cubicBezTo>
                    <a:pt x="38944" y="682"/>
                    <a:pt x="24247" y="7704"/>
                    <a:pt x="14023" y="19834"/>
                  </a:cubicBezTo>
                  <a:cubicBezTo>
                    <a:pt x="-5786" y="43455"/>
                    <a:pt x="-4508" y="80482"/>
                    <a:pt x="17218" y="103464"/>
                  </a:cubicBezTo>
                  <a:lnTo>
                    <a:pt x="90703" y="176242"/>
                  </a:lnTo>
                  <a:cubicBezTo>
                    <a:pt x="91980" y="177518"/>
                    <a:pt x="93258" y="178157"/>
                    <a:pt x="95175" y="178157"/>
                  </a:cubicBezTo>
                  <a:cubicBezTo>
                    <a:pt x="97092" y="178157"/>
                    <a:pt x="98370" y="177518"/>
                    <a:pt x="99648" y="176242"/>
                  </a:cubicBezTo>
                  <a:lnTo>
                    <a:pt x="134154" y="141768"/>
                  </a:lnTo>
                  <a:lnTo>
                    <a:pt x="168659" y="176242"/>
                  </a:lnTo>
                  <a:cubicBezTo>
                    <a:pt x="169938" y="177518"/>
                    <a:pt x="171216" y="178157"/>
                    <a:pt x="173132" y="178157"/>
                  </a:cubicBezTo>
                  <a:cubicBezTo>
                    <a:pt x="175049" y="178157"/>
                    <a:pt x="176327" y="177518"/>
                    <a:pt x="177606" y="176242"/>
                  </a:cubicBezTo>
                  <a:lnTo>
                    <a:pt x="251090" y="103464"/>
                  </a:lnTo>
                  <a:cubicBezTo>
                    <a:pt x="271538" y="79843"/>
                    <a:pt x="272816" y="43455"/>
                    <a:pt x="253007" y="19834"/>
                  </a:cubicBezTo>
                  <a:close/>
                  <a:moveTo>
                    <a:pt x="240866" y="94527"/>
                  </a:moveTo>
                  <a:lnTo>
                    <a:pt x="171854" y="162835"/>
                  </a:lnTo>
                  <a:lnTo>
                    <a:pt x="141822" y="132830"/>
                  </a:lnTo>
                  <a:lnTo>
                    <a:pt x="171854" y="103464"/>
                  </a:lnTo>
                  <a:cubicBezTo>
                    <a:pt x="191024" y="82397"/>
                    <a:pt x="194219" y="50477"/>
                    <a:pt x="180162" y="27495"/>
                  </a:cubicBezTo>
                  <a:lnTo>
                    <a:pt x="180800" y="26218"/>
                  </a:lnTo>
                  <a:cubicBezTo>
                    <a:pt x="189107" y="17280"/>
                    <a:pt x="200609" y="12173"/>
                    <a:pt x="212111" y="12812"/>
                  </a:cubicBezTo>
                  <a:cubicBezTo>
                    <a:pt x="224252" y="12812"/>
                    <a:pt x="235115" y="18557"/>
                    <a:pt x="243422" y="28133"/>
                  </a:cubicBezTo>
                  <a:cubicBezTo>
                    <a:pt x="258758" y="46008"/>
                    <a:pt x="257480" y="76013"/>
                    <a:pt x="240866" y="94527"/>
                  </a:cubicBezTo>
                  <a:close/>
                </a:path>
              </a:pathLst>
            </a:custGeom>
            <a:solidFill>
              <a:srgbClr val="007CB0"/>
            </a:solidFill>
            <a:ln w="6390" cap="flat">
              <a:noFill/>
              <a:prstDash val="solid"/>
              <a:miter/>
            </a:ln>
          </p:spPr>
          <p:txBody>
            <a:bodyPr rtlCol="0" anchor="ctr"/>
            <a:lstStyle/>
            <a:p>
              <a:endParaRPr lang="en-US"/>
            </a:p>
          </p:txBody>
        </p:sp>
      </p:grpSp>
      <p:grpSp>
        <p:nvGrpSpPr>
          <p:cNvPr id="538" name="Graphic 4">
            <a:extLst>
              <a:ext uri="{FF2B5EF4-FFF2-40B4-BE49-F238E27FC236}">
                <a16:creationId xmlns:a16="http://schemas.microsoft.com/office/drawing/2014/main" id="{25DA26BC-930A-5946-AF1C-4A043543C1BB}"/>
              </a:ext>
            </a:extLst>
          </p:cNvPr>
          <p:cNvGrpSpPr/>
          <p:nvPr/>
        </p:nvGrpSpPr>
        <p:grpSpPr>
          <a:xfrm>
            <a:off x="1515054" y="2371173"/>
            <a:ext cx="361670" cy="361333"/>
            <a:chOff x="1515054" y="2371173"/>
            <a:chExt cx="361670" cy="361333"/>
          </a:xfrm>
          <a:solidFill>
            <a:srgbClr val="007CB0"/>
          </a:solidFill>
        </p:grpSpPr>
        <p:sp>
          <p:nvSpPr>
            <p:cNvPr id="539" name="Graphic 4">
              <a:extLst>
                <a:ext uri="{FF2B5EF4-FFF2-40B4-BE49-F238E27FC236}">
                  <a16:creationId xmlns:a16="http://schemas.microsoft.com/office/drawing/2014/main" id="{36BDB17C-57F2-8945-9415-7F36C658370F}"/>
                </a:ext>
              </a:extLst>
            </p:cNvPr>
            <p:cNvSpPr/>
            <p:nvPr/>
          </p:nvSpPr>
          <p:spPr>
            <a:xfrm>
              <a:off x="1515054"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540" name="Graphic 4">
              <a:extLst>
                <a:ext uri="{FF2B5EF4-FFF2-40B4-BE49-F238E27FC236}">
                  <a16:creationId xmlns:a16="http://schemas.microsoft.com/office/drawing/2014/main" id="{77FD6C31-1EA8-804C-8FC3-325BEF8CE771}"/>
                </a:ext>
              </a:extLst>
            </p:cNvPr>
            <p:cNvSpPr/>
            <p:nvPr/>
          </p:nvSpPr>
          <p:spPr>
            <a:xfrm>
              <a:off x="1595567" y="2540987"/>
              <a:ext cx="200005" cy="101505"/>
            </a:xfrm>
            <a:custGeom>
              <a:avLst/>
              <a:gdLst>
                <a:gd name="connsiteX0" fmla="*/ 125882 w 200005"/>
                <a:gd name="connsiteY0" fmla="*/ 0 h 101505"/>
                <a:gd name="connsiteX1" fmla="*/ 74123 w 200005"/>
                <a:gd name="connsiteY1" fmla="*/ 0 h 101505"/>
                <a:gd name="connsiteX2" fmla="*/ 0 w 200005"/>
                <a:gd name="connsiteY2" fmla="*/ 79161 h 101505"/>
                <a:gd name="connsiteX3" fmla="*/ 0 w 200005"/>
                <a:gd name="connsiteY3" fmla="*/ 95121 h 101505"/>
                <a:gd name="connsiteX4" fmla="*/ 6390 w 200005"/>
                <a:gd name="connsiteY4" fmla="*/ 101505 h 101505"/>
                <a:gd name="connsiteX5" fmla="*/ 12780 w 200005"/>
                <a:gd name="connsiteY5" fmla="*/ 95121 h 101505"/>
                <a:gd name="connsiteX6" fmla="*/ 12780 w 200005"/>
                <a:gd name="connsiteY6" fmla="*/ 79161 h 101505"/>
                <a:gd name="connsiteX7" fmla="*/ 74123 w 200005"/>
                <a:gd name="connsiteY7" fmla="*/ 12768 h 101505"/>
                <a:gd name="connsiteX8" fmla="*/ 125882 w 200005"/>
                <a:gd name="connsiteY8" fmla="*/ 12768 h 101505"/>
                <a:gd name="connsiteX9" fmla="*/ 187225 w 200005"/>
                <a:gd name="connsiteY9" fmla="*/ 79161 h 101505"/>
                <a:gd name="connsiteX10" fmla="*/ 187225 w 200005"/>
                <a:gd name="connsiteY10" fmla="*/ 95121 h 101505"/>
                <a:gd name="connsiteX11" fmla="*/ 193615 w 200005"/>
                <a:gd name="connsiteY11" fmla="*/ 101505 h 101505"/>
                <a:gd name="connsiteX12" fmla="*/ 200005 w 200005"/>
                <a:gd name="connsiteY12" fmla="*/ 95121 h 101505"/>
                <a:gd name="connsiteX13" fmla="*/ 200005 w 200005"/>
                <a:gd name="connsiteY13" fmla="*/ 79161 h 101505"/>
                <a:gd name="connsiteX14" fmla="*/ 125882 w 200005"/>
                <a:gd name="connsiteY14" fmla="*/ 0 h 101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0005" h="101505">
                  <a:moveTo>
                    <a:pt x="125882" y="0"/>
                  </a:moveTo>
                  <a:lnTo>
                    <a:pt x="74123" y="0"/>
                  </a:lnTo>
                  <a:cubicBezTo>
                    <a:pt x="33228" y="0"/>
                    <a:pt x="0" y="35750"/>
                    <a:pt x="0" y="79161"/>
                  </a:cubicBezTo>
                  <a:lnTo>
                    <a:pt x="0" y="95121"/>
                  </a:lnTo>
                  <a:cubicBezTo>
                    <a:pt x="0" y="98952"/>
                    <a:pt x="2556" y="101505"/>
                    <a:pt x="6390" y="101505"/>
                  </a:cubicBezTo>
                  <a:cubicBezTo>
                    <a:pt x="10224" y="101505"/>
                    <a:pt x="12780" y="98952"/>
                    <a:pt x="12780" y="95121"/>
                  </a:cubicBezTo>
                  <a:lnTo>
                    <a:pt x="12780" y="79161"/>
                  </a:lnTo>
                  <a:cubicBezTo>
                    <a:pt x="12780" y="42773"/>
                    <a:pt x="40257" y="12768"/>
                    <a:pt x="74123" y="12768"/>
                  </a:cubicBezTo>
                  <a:lnTo>
                    <a:pt x="125882" y="12768"/>
                  </a:lnTo>
                  <a:cubicBezTo>
                    <a:pt x="159749" y="12768"/>
                    <a:pt x="187225" y="42773"/>
                    <a:pt x="187225" y="79161"/>
                  </a:cubicBezTo>
                  <a:lnTo>
                    <a:pt x="187225" y="95121"/>
                  </a:lnTo>
                  <a:cubicBezTo>
                    <a:pt x="187225" y="98952"/>
                    <a:pt x="189781" y="101505"/>
                    <a:pt x="193615" y="101505"/>
                  </a:cubicBezTo>
                  <a:cubicBezTo>
                    <a:pt x="197449" y="101505"/>
                    <a:pt x="200005" y="98952"/>
                    <a:pt x="200005" y="95121"/>
                  </a:cubicBezTo>
                  <a:lnTo>
                    <a:pt x="200005" y="79161"/>
                  </a:lnTo>
                  <a:cubicBezTo>
                    <a:pt x="200005" y="35750"/>
                    <a:pt x="166777" y="0"/>
                    <a:pt x="125882" y="0"/>
                  </a:cubicBezTo>
                  <a:close/>
                </a:path>
              </a:pathLst>
            </a:custGeom>
            <a:solidFill>
              <a:srgbClr val="007CB0"/>
            </a:solidFill>
            <a:ln w="6390" cap="flat">
              <a:noFill/>
              <a:prstDash val="solid"/>
              <a:miter/>
            </a:ln>
          </p:spPr>
          <p:txBody>
            <a:bodyPr rtlCol="0" anchor="ctr"/>
            <a:lstStyle/>
            <a:p>
              <a:endParaRPr lang="en-US"/>
            </a:p>
          </p:txBody>
        </p:sp>
        <p:sp>
          <p:nvSpPr>
            <p:cNvPr id="541" name="Graphic 4">
              <a:extLst>
                <a:ext uri="{FF2B5EF4-FFF2-40B4-BE49-F238E27FC236}">
                  <a16:creationId xmlns:a16="http://schemas.microsoft.com/office/drawing/2014/main" id="{DE0DD733-4C18-7340-90A4-6619B0C3B27B}"/>
                </a:ext>
              </a:extLst>
            </p:cNvPr>
            <p:cNvSpPr/>
            <p:nvPr/>
          </p:nvSpPr>
          <p:spPr>
            <a:xfrm>
              <a:off x="1639657" y="2419053"/>
              <a:ext cx="112462" cy="112358"/>
            </a:xfrm>
            <a:custGeom>
              <a:avLst/>
              <a:gdLst>
                <a:gd name="connsiteX0" fmla="*/ 112463 w 112462"/>
                <a:gd name="connsiteY0" fmla="*/ 56179 h 112358"/>
                <a:gd name="connsiteX1" fmla="*/ 56232 w 112462"/>
                <a:gd name="connsiteY1" fmla="*/ 112358 h 112358"/>
                <a:gd name="connsiteX2" fmla="*/ 0 w 112462"/>
                <a:gd name="connsiteY2" fmla="*/ 56179 h 112358"/>
                <a:gd name="connsiteX3" fmla="*/ 56232 w 112462"/>
                <a:gd name="connsiteY3" fmla="*/ 0 h 112358"/>
                <a:gd name="connsiteX4" fmla="*/ 112463 w 112462"/>
                <a:gd name="connsiteY4" fmla="*/ 56179 h 112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462" h="112358">
                  <a:moveTo>
                    <a:pt x="112463" y="56179"/>
                  </a:moveTo>
                  <a:cubicBezTo>
                    <a:pt x="112463" y="87206"/>
                    <a:pt x="87287" y="112358"/>
                    <a:pt x="56232" y="112358"/>
                  </a:cubicBezTo>
                  <a:cubicBezTo>
                    <a:pt x="25176" y="112358"/>
                    <a:pt x="0" y="87206"/>
                    <a:pt x="0" y="56179"/>
                  </a:cubicBezTo>
                  <a:cubicBezTo>
                    <a:pt x="0" y="25152"/>
                    <a:pt x="25176" y="0"/>
                    <a:pt x="56232" y="0"/>
                  </a:cubicBezTo>
                  <a:cubicBezTo>
                    <a:pt x="87287" y="0"/>
                    <a:pt x="112463" y="25152"/>
                    <a:pt x="112463" y="56179"/>
                  </a:cubicBezTo>
                  <a:close/>
                </a:path>
              </a:pathLst>
            </a:custGeom>
            <a:solidFill>
              <a:srgbClr val="007CB0"/>
            </a:solidFill>
            <a:ln w="6390" cap="flat">
              <a:noFill/>
              <a:prstDash val="solid"/>
              <a:miter/>
            </a:ln>
          </p:spPr>
          <p:txBody>
            <a:bodyPr rtlCol="0" anchor="ctr"/>
            <a:lstStyle/>
            <a:p>
              <a:endParaRPr lang="en-US"/>
            </a:p>
          </p:txBody>
        </p:sp>
        <p:sp>
          <p:nvSpPr>
            <p:cNvPr id="542" name="Graphic 4">
              <a:extLst>
                <a:ext uri="{FF2B5EF4-FFF2-40B4-BE49-F238E27FC236}">
                  <a16:creationId xmlns:a16="http://schemas.microsoft.com/office/drawing/2014/main" id="{0C6739BE-3A1F-D540-AA86-E2938C03F760}"/>
                </a:ext>
              </a:extLst>
            </p:cNvPr>
            <p:cNvSpPr/>
            <p:nvPr/>
          </p:nvSpPr>
          <p:spPr>
            <a:xfrm>
              <a:off x="1646660" y="2584398"/>
              <a:ext cx="99165" cy="93205"/>
            </a:xfrm>
            <a:custGeom>
              <a:avLst/>
              <a:gdLst>
                <a:gd name="connsiteX0" fmla="*/ 69038 w 99165"/>
                <a:gd name="connsiteY0" fmla="*/ 0 h 93205"/>
                <a:gd name="connsiteX1" fmla="*/ 49229 w 99165"/>
                <a:gd name="connsiteY1" fmla="*/ 7022 h 93205"/>
                <a:gd name="connsiteX2" fmla="*/ 29420 w 99165"/>
                <a:gd name="connsiteY2" fmla="*/ 0 h 93205"/>
                <a:gd name="connsiteX3" fmla="*/ 7695 w 99165"/>
                <a:gd name="connsiteY3" fmla="*/ 10853 h 93205"/>
                <a:gd name="connsiteX4" fmla="*/ 9612 w 99165"/>
                <a:gd name="connsiteY4" fmla="*/ 56179 h 93205"/>
                <a:gd name="connsiteX5" fmla="*/ 45395 w 99165"/>
                <a:gd name="connsiteY5" fmla="*/ 91291 h 93205"/>
                <a:gd name="connsiteX6" fmla="*/ 49868 w 99165"/>
                <a:gd name="connsiteY6" fmla="*/ 93206 h 93205"/>
                <a:gd name="connsiteX7" fmla="*/ 54341 w 99165"/>
                <a:gd name="connsiteY7" fmla="*/ 91291 h 93205"/>
                <a:gd name="connsiteX8" fmla="*/ 90125 w 99165"/>
                <a:gd name="connsiteY8" fmla="*/ 56179 h 93205"/>
                <a:gd name="connsiteX9" fmla="*/ 91403 w 99165"/>
                <a:gd name="connsiteY9" fmla="*/ 11491 h 93205"/>
                <a:gd name="connsiteX10" fmla="*/ 69038 w 99165"/>
                <a:gd name="connsiteY10" fmla="*/ 0 h 93205"/>
                <a:gd name="connsiteX11" fmla="*/ 79901 w 99165"/>
                <a:gd name="connsiteY11" fmla="*/ 46603 h 93205"/>
                <a:gd name="connsiteX12" fmla="*/ 48590 w 99165"/>
                <a:gd name="connsiteY12" fmla="*/ 77246 h 93205"/>
                <a:gd name="connsiteX13" fmla="*/ 17918 w 99165"/>
                <a:gd name="connsiteY13" fmla="*/ 46603 h 93205"/>
                <a:gd name="connsiteX14" fmla="*/ 16640 w 99165"/>
                <a:gd name="connsiteY14" fmla="*/ 18514 h 93205"/>
                <a:gd name="connsiteX15" fmla="*/ 29420 w 99165"/>
                <a:gd name="connsiteY15" fmla="*/ 12130 h 93205"/>
                <a:gd name="connsiteX16" fmla="*/ 30059 w 99165"/>
                <a:gd name="connsiteY16" fmla="*/ 12130 h 93205"/>
                <a:gd name="connsiteX17" fmla="*/ 42200 w 99165"/>
                <a:gd name="connsiteY17" fmla="*/ 17875 h 93205"/>
                <a:gd name="connsiteX18" fmla="*/ 44117 w 99165"/>
                <a:gd name="connsiteY18" fmla="*/ 19790 h 93205"/>
                <a:gd name="connsiteX19" fmla="*/ 53702 w 99165"/>
                <a:gd name="connsiteY19" fmla="*/ 19790 h 93205"/>
                <a:gd name="connsiteX20" fmla="*/ 55619 w 99165"/>
                <a:gd name="connsiteY20" fmla="*/ 17875 h 93205"/>
                <a:gd name="connsiteX21" fmla="*/ 68399 w 99165"/>
                <a:gd name="connsiteY21" fmla="*/ 12130 h 93205"/>
                <a:gd name="connsiteX22" fmla="*/ 81179 w 99165"/>
                <a:gd name="connsiteY22" fmla="*/ 18514 h 93205"/>
                <a:gd name="connsiteX23" fmla="*/ 79901 w 99165"/>
                <a:gd name="connsiteY23" fmla="*/ 46603 h 93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165" h="93205">
                  <a:moveTo>
                    <a:pt x="69038" y="0"/>
                  </a:moveTo>
                  <a:cubicBezTo>
                    <a:pt x="62009" y="0"/>
                    <a:pt x="54980" y="2554"/>
                    <a:pt x="49229" y="7022"/>
                  </a:cubicBezTo>
                  <a:cubicBezTo>
                    <a:pt x="43478" y="2554"/>
                    <a:pt x="36449" y="0"/>
                    <a:pt x="29420" y="0"/>
                  </a:cubicBezTo>
                  <a:cubicBezTo>
                    <a:pt x="21113" y="0"/>
                    <a:pt x="12807" y="3830"/>
                    <a:pt x="7695" y="10853"/>
                  </a:cubicBezTo>
                  <a:cubicBezTo>
                    <a:pt x="-3168" y="23621"/>
                    <a:pt x="-2529" y="43411"/>
                    <a:pt x="9612" y="56179"/>
                  </a:cubicBezTo>
                  <a:lnTo>
                    <a:pt x="45395" y="91291"/>
                  </a:lnTo>
                  <a:cubicBezTo>
                    <a:pt x="46673" y="92568"/>
                    <a:pt x="47951" y="93206"/>
                    <a:pt x="49868" y="93206"/>
                  </a:cubicBezTo>
                  <a:cubicBezTo>
                    <a:pt x="51785" y="93206"/>
                    <a:pt x="53063" y="92568"/>
                    <a:pt x="54341" y="91291"/>
                  </a:cubicBezTo>
                  <a:lnTo>
                    <a:pt x="90125" y="56179"/>
                  </a:lnTo>
                  <a:cubicBezTo>
                    <a:pt x="101627" y="44049"/>
                    <a:pt x="102266" y="24259"/>
                    <a:pt x="91403" y="11491"/>
                  </a:cubicBezTo>
                  <a:cubicBezTo>
                    <a:pt x="85013" y="3830"/>
                    <a:pt x="77345" y="0"/>
                    <a:pt x="69038" y="0"/>
                  </a:cubicBezTo>
                  <a:close/>
                  <a:moveTo>
                    <a:pt x="79901" y="46603"/>
                  </a:moveTo>
                  <a:lnTo>
                    <a:pt x="48590" y="77246"/>
                  </a:lnTo>
                  <a:lnTo>
                    <a:pt x="17918" y="46603"/>
                  </a:lnTo>
                  <a:cubicBezTo>
                    <a:pt x="10889" y="38942"/>
                    <a:pt x="10250" y="26174"/>
                    <a:pt x="16640" y="18514"/>
                  </a:cubicBezTo>
                  <a:cubicBezTo>
                    <a:pt x="19835" y="14683"/>
                    <a:pt x="24308" y="12130"/>
                    <a:pt x="29420" y="12130"/>
                  </a:cubicBezTo>
                  <a:cubicBezTo>
                    <a:pt x="29420" y="12130"/>
                    <a:pt x="29420" y="12130"/>
                    <a:pt x="30059" y="12130"/>
                  </a:cubicBezTo>
                  <a:cubicBezTo>
                    <a:pt x="34532" y="12130"/>
                    <a:pt x="39005" y="14045"/>
                    <a:pt x="42200" y="17875"/>
                  </a:cubicBezTo>
                  <a:lnTo>
                    <a:pt x="44117" y="19790"/>
                  </a:lnTo>
                  <a:cubicBezTo>
                    <a:pt x="46673" y="22344"/>
                    <a:pt x="51146" y="22344"/>
                    <a:pt x="53702" y="19790"/>
                  </a:cubicBezTo>
                  <a:lnTo>
                    <a:pt x="55619" y="17875"/>
                  </a:lnTo>
                  <a:cubicBezTo>
                    <a:pt x="58814" y="14045"/>
                    <a:pt x="63287" y="12130"/>
                    <a:pt x="68399" y="12130"/>
                  </a:cubicBezTo>
                  <a:cubicBezTo>
                    <a:pt x="73511" y="12130"/>
                    <a:pt x="77345" y="14683"/>
                    <a:pt x="81179" y="18514"/>
                  </a:cubicBezTo>
                  <a:cubicBezTo>
                    <a:pt x="87569" y="26813"/>
                    <a:pt x="86930" y="38942"/>
                    <a:pt x="79901" y="46603"/>
                  </a:cubicBezTo>
                  <a:close/>
                </a:path>
              </a:pathLst>
            </a:custGeom>
            <a:solidFill>
              <a:srgbClr val="007CB0"/>
            </a:solidFill>
            <a:ln w="6390" cap="flat">
              <a:noFill/>
              <a:prstDash val="solid"/>
              <a:miter/>
            </a:ln>
          </p:spPr>
          <p:txBody>
            <a:bodyPr rtlCol="0" anchor="ctr"/>
            <a:lstStyle/>
            <a:p>
              <a:endParaRPr lang="en-US"/>
            </a:p>
          </p:txBody>
        </p:sp>
      </p:grpSp>
      <p:grpSp>
        <p:nvGrpSpPr>
          <p:cNvPr id="543" name="Graphic 4">
            <a:extLst>
              <a:ext uri="{FF2B5EF4-FFF2-40B4-BE49-F238E27FC236}">
                <a16:creationId xmlns:a16="http://schemas.microsoft.com/office/drawing/2014/main" id="{E8DB5C92-4266-D045-AA1E-069A1D546EDE}"/>
              </a:ext>
            </a:extLst>
          </p:cNvPr>
          <p:cNvGrpSpPr/>
          <p:nvPr/>
        </p:nvGrpSpPr>
        <p:grpSpPr>
          <a:xfrm>
            <a:off x="467743" y="2371173"/>
            <a:ext cx="361670" cy="361333"/>
            <a:chOff x="467743" y="2371173"/>
            <a:chExt cx="361670" cy="361333"/>
          </a:xfrm>
          <a:solidFill>
            <a:srgbClr val="007CB0"/>
          </a:solidFill>
        </p:grpSpPr>
        <p:sp>
          <p:nvSpPr>
            <p:cNvPr id="544" name="Graphic 4">
              <a:extLst>
                <a:ext uri="{FF2B5EF4-FFF2-40B4-BE49-F238E27FC236}">
                  <a16:creationId xmlns:a16="http://schemas.microsoft.com/office/drawing/2014/main" id="{1FA58D91-B581-F142-8B40-32FBFD588D74}"/>
                </a:ext>
              </a:extLst>
            </p:cNvPr>
            <p:cNvSpPr/>
            <p:nvPr/>
          </p:nvSpPr>
          <p:spPr>
            <a:xfrm>
              <a:off x="467743"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545" name="Graphic 4">
              <a:extLst>
                <a:ext uri="{FF2B5EF4-FFF2-40B4-BE49-F238E27FC236}">
                  <a16:creationId xmlns:a16="http://schemas.microsoft.com/office/drawing/2014/main" id="{8E44FCDB-DDF6-7E45-A4B4-9051D2C00ECA}"/>
                </a:ext>
              </a:extLst>
            </p:cNvPr>
            <p:cNvSpPr/>
            <p:nvPr/>
          </p:nvSpPr>
          <p:spPr>
            <a:xfrm>
              <a:off x="543783" y="2544179"/>
              <a:ext cx="205756" cy="104059"/>
            </a:xfrm>
            <a:custGeom>
              <a:avLst/>
              <a:gdLst>
                <a:gd name="connsiteX0" fmla="*/ 129716 w 205756"/>
                <a:gd name="connsiteY0" fmla="*/ 0 h 104059"/>
                <a:gd name="connsiteX1" fmla="*/ 76040 w 205756"/>
                <a:gd name="connsiteY1" fmla="*/ 0 h 104059"/>
                <a:gd name="connsiteX2" fmla="*/ 0 w 205756"/>
                <a:gd name="connsiteY2" fmla="*/ 81715 h 104059"/>
                <a:gd name="connsiteX3" fmla="*/ 0 w 205756"/>
                <a:gd name="connsiteY3" fmla="*/ 97675 h 104059"/>
                <a:gd name="connsiteX4" fmla="*/ 6390 w 205756"/>
                <a:gd name="connsiteY4" fmla="*/ 104059 h 104059"/>
                <a:gd name="connsiteX5" fmla="*/ 12780 w 205756"/>
                <a:gd name="connsiteY5" fmla="*/ 97675 h 104059"/>
                <a:gd name="connsiteX6" fmla="*/ 12780 w 205756"/>
                <a:gd name="connsiteY6" fmla="*/ 81715 h 104059"/>
                <a:gd name="connsiteX7" fmla="*/ 76040 w 205756"/>
                <a:gd name="connsiteY7" fmla="*/ 12768 h 104059"/>
                <a:gd name="connsiteX8" fmla="*/ 129716 w 205756"/>
                <a:gd name="connsiteY8" fmla="*/ 12768 h 104059"/>
                <a:gd name="connsiteX9" fmla="*/ 192976 w 205756"/>
                <a:gd name="connsiteY9" fmla="*/ 81715 h 104059"/>
                <a:gd name="connsiteX10" fmla="*/ 192976 w 205756"/>
                <a:gd name="connsiteY10" fmla="*/ 97675 h 104059"/>
                <a:gd name="connsiteX11" fmla="*/ 199366 w 205756"/>
                <a:gd name="connsiteY11" fmla="*/ 104059 h 104059"/>
                <a:gd name="connsiteX12" fmla="*/ 205756 w 205756"/>
                <a:gd name="connsiteY12" fmla="*/ 97675 h 104059"/>
                <a:gd name="connsiteX13" fmla="*/ 205756 w 205756"/>
                <a:gd name="connsiteY13" fmla="*/ 81715 h 104059"/>
                <a:gd name="connsiteX14" fmla="*/ 129716 w 205756"/>
                <a:gd name="connsiteY14" fmla="*/ 0 h 10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5756" h="104059">
                  <a:moveTo>
                    <a:pt x="129716" y="0"/>
                  </a:moveTo>
                  <a:lnTo>
                    <a:pt x="76040" y="0"/>
                  </a:lnTo>
                  <a:cubicBezTo>
                    <a:pt x="33867" y="0"/>
                    <a:pt x="0" y="36389"/>
                    <a:pt x="0" y="81715"/>
                  </a:cubicBezTo>
                  <a:lnTo>
                    <a:pt x="0" y="97675"/>
                  </a:lnTo>
                  <a:cubicBezTo>
                    <a:pt x="0" y="101505"/>
                    <a:pt x="2556" y="104059"/>
                    <a:pt x="6390" y="104059"/>
                  </a:cubicBezTo>
                  <a:cubicBezTo>
                    <a:pt x="10224" y="104059"/>
                    <a:pt x="12780" y="101505"/>
                    <a:pt x="12780" y="97675"/>
                  </a:cubicBezTo>
                  <a:lnTo>
                    <a:pt x="12780" y="81715"/>
                  </a:lnTo>
                  <a:cubicBezTo>
                    <a:pt x="12780" y="44049"/>
                    <a:pt x="40896" y="12768"/>
                    <a:pt x="76040" y="12768"/>
                  </a:cubicBezTo>
                  <a:lnTo>
                    <a:pt x="129716" y="12768"/>
                  </a:lnTo>
                  <a:cubicBezTo>
                    <a:pt x="164860" y="12768"/>
                    <a:pt x="192976" y="43411"/>
                    <a:pt x="192976" y="81715"/>
                  </a:cubicBezTo>
                  <a:lnTo>
                    <a:pt x="192976" y="97675"/>
                  </a:lnTo>
                  <a:cubicBezTo>
                    <a:pt x="192976" y="101505"/>
                    <a:pt x="195532" y="104059"/>
                    <a:pt x="199366" y="104059"/>
                  </a:cubicBezTo>
                  <a:cubicBezTo>
                    <a:pt x="203200" y="104059"/>
                    <a:pt x="205756" y="101505"/>
                    <a:pt x="205756" y="97675"/>
                  </a:cubicBezTo>
                  <a:lnTo>
                    <a:pt x="205756" y="81715"/>
                  </a:lnTo>
                  <a:cubicBezTo>
                    <a:pt x="205756" y="37027"/>
                    <a:pt x="171889" y="0"/>
                    <a:pt x="129716" y="0"/>
                  </a:cubicBezTo>
                  <a:close/>
                </a:path>
              </a:pathLst>
            </a:custGeom>
            <a:solidFill>
              <a:srgbClr val="007CB0"/>
            </a:solidFill>
            <a:ln w="6390" cap="flat">
              <a:noFill/>
              <a:prstDash val="solid"/>
              <a:miter/>
            </a:ln>
          </p:spPr>
          <p:txBody>
            <a:bodyPr rtlCol="0" anchor="ctr"/>
            <a:lstStyle/>
            <a:p>
              <a:endParaRPr lang="en-US"/>
            </a:p>
          </p:txBody>
        </p:sp>
        <p:sp>
          <p:nvSpPr>
            <p:cNvPr id="546" name="Graphic 4">
              <a:extLst>
                <a:ext uri="{FF2B5EF4-FFF2-40B4-BE49-F238E27FC236}">
                  <a16:creationId xmlns:a16="http://schemas.microsoft.com/office/drawing/2014/main" id="{EED5E7ED-41FA-F841-AFDC-5715BCFB6966}"/>
                </a:ext>
              </a:extLst>
            </p:cNvPr>
            <p:cNvSpPr/>
            <p:nvPr/>
          </p:nvSpPr>
          <p:spPr>
            <a:xfrm>
              <a:off x="589152" y="2419053"/>
              <a:ext cx="115018" cy="114911"/>
            </a:xfrm>
            <a:custGeom>
              <a:avLst/>
              <a:gdLst>
                <a:gd name="connsiteX0" fmla="*/ 57509 w 115018"/>
                <a:gd name="connsiteY0" fmla="*/ 114912 h 114911"/>
                <a:gd name="connsiteX1" fmla="*/ 115019 w 115018"/>
                <a:gd name="connsiteY1" fmla="*/ 57456 h 114911"/>
                <a:gd name="connsiteX2" fmla="*/ 57509 w 115018"/>
                <a:gd name="connsiteY2" fmla="*/ 0 h 114911"/>
                <a:gd name="connsiteX3" fmla="*/ 0 w 115018"/>
                <a:gd name="connsiteY3" fmla="*/ 57456 h 114911"/>
                <a:gd name="connsiteX4" fmla="*/ 57509 w 115018"/>
                <a:gd name="connsiteY4" fmla="*/ 114912 h 114911"/>
                <a:gd name="connsiteX5" fmla="*/ 57509 w 115018"/>
                <a:gd name="connsiteY5" fmla="*/ 12768 h 114911"/>
                <a:gd name="connsiteX6" fmla="*/ 102239 w 115018"/>
                <a:gd name="connsiteY6" fmla="*/ 57456 h 114911"/>
                <a:gd name="connsiteX7" fmla="*/ 57509 w 115018"/>
                <a:gd name="connsiteY7" fmla="*/ 102144 h 114911"/>
                <a:gd name="connsiteX8" fmla="*/ 12780 w 115018"/>
                <a:gd name="connsiteY8" fmla="*/ 57456 h 114911"/>
                <a:gd name="connsiteX9" fmla="*/ 57509 w 115018"/>
                <a:gd name="connsiteY9" fmla="*/ 12768 h 11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018" h="114911">
                  <a:moveTo>
                    <a:pt x="57509" y="114912"/>
                  </a:moveTo>
                  <a:cubicBezTo>
                    <a:pt x="89459" y="114912"/>
                    <a:pt x="115019" y="89376"/>
                    <a:pt x="115019" y="57456"/>
                  </a:cubicBezTo>
                  <a:cubicBezTo>
                    <a:pt x="115019" y="25536"/>
                    <a:pt x="89459" y="0"/>
                    <a:pt x="57509" y="0"/>
                  </a:cubicBezTo>
                  <a:cubicBezTo>
                    <a:pt x="25560" y="0"/>
                    <a:pt x="0" y="25536"/>
                    <a:pt x="0" y="57456"/>
                  </a:cubicBezTo>
                  <a:cubicBezTo>
                    <a:pt x="0" y="89376"/>
                    <a:pt x="26199" y="114912"/>
                    <a:pt x="57509" y="114912"/>
                  </a:cubicBezTo>
                  <a:close/>
                  <a:moveTo>
                    <a:pt x="57509" y="12768"/>
                  </a:moveTo>
                  <a:cubicBezTo>
                    <a:pt x="82430" y="12768"/>
                    <a:pt x="102239" y="32558"/>
                    <a:pt x="102239" y="57456"/>
                  </a:cubicBezTo>
                  <a:cubicBezTo>
                    <a:pt x="102239" y="82354"/>
                    <a:pt x="82430" y="102144"/>
                    <a:pt x="57509" y="102144"/>
                  </a:cubicBezTo>
                  <a:cubicBezTo>
                    <a:pt x="32589" y="102144"/>
                    <a:pt x="12780" y="82354"/>
                    <a:pt x="12780" y="57456"/>
                  </a:cubicBezTo>
                  <a:cubicBezTo>
                    <a:pt x="12780" y="32558"/>
                    <a:pt x="33228" y="12768"/>
                    <a:pt x="57509" y="12768"/>
                  </a:cubicBezTo>
                  <a:close/>
                </a:path>
              </a:pathLst>
            </a:custGeom>
            <a:solidFill>
              <a:srgbClr val="007CB0"/>
            </a:solidFill>
            <a:ln w="6390" cap="flat">
              <a:noFill/>
              <a:prstDash val="solid"/>
              <a:miter/>
            </a:ln>
          </p:spPr>
          <p:txBody>
            <a:bodyPr rtlCol="0" anchor="ctr"/>
            <a:lstStyle/>
            <a:p>
              <a:endParaRPr lang="en-US"/>
            </a:p>
          </p:txBody>
        </p:sp>
        <p:sp>
          <p:nvSpPr>
            <p:cNvPr id="547" name="Graphic 4">
              <a:extLst>
                <a:ext uri="{FF2B5EF4-FFF2-40B4-BE49-F238E27FC236}">
                  <a16:creationId xmlns:a16="http://schemas.microsoft.com/office/drawing/2014/main" id="{B832022E-9DAA-B146-B1CD-879EBBB8F833}"/>
                </a:ext>
              </a:extLst>
            </p:cNvPr>
            <p:cNvSpPr/>
            <p:nvPr/>
          </p:nvSpPr>
          <p:spPr>
            <a:xfrm>
              <a:off x="596154" y="2589409"/>
              <a:ext cx="101333" cy="95217"/>
            </a:xfrm>
            <a:custGeom>
              <a:avLst/>
              <a:gdLst>
                <a:gd name="connsiteX0" fmla="*/ 70955 w 101333"/>
                <a:gd name="connsiteY0" fmla="*/ 96 h 95217"/>
                <a:gd name="connsiteX1" fmla="*/ 50507 w 101333"/>
                <a:gd name="connsiteY1" fmla="*/ 7119 h 95217"/>
                <a:gd name="connsiteX2" fmla="*/ 30059 w 101333"/>
                <a:gd name="connsiteY2" fmla="*/ 96 h 95217"/>
                <a:gd name="connsiteX3" fmla="*/ 7695 w 101333"/>
                <a:gd name="connsiteY3" fmla="*/ 10949 h 95217"/>
                <a:gd name="connsiteX4" fmla="*/ 9612 w 101333"/>
                <a:gd name="connsiteY4" fmla="*/ 56914 h 95217"/>
                <a:gd name="connsiteX5" fmla="*/ 46034 w 101333"/>
                <a:gd name="connsiteY5" fmla="*/ 93303 h 95217"/>
                <a:gd name="connsiteX6" fmla="*/ 50507 w 101333"/>
                <a:gd name="connsiteY6" fmla="*/ 95218 h 95217"/>
                <a:gd name="connsiteX7" fmla="*/ 54980 w 101333"/>
                <a:gd name="connsiteY7" fmla="*/ 93303 h 95217"/>
                <a:gd name="connsiteX8" fmla="*/ 92042 w 101333"/>
                <a:gd name="connsiteY8" fmla="*/ 56914 h 95217"/>
                <a:gd name="connsiteX9" fmla="*/ 93320 w 101333"/>
                <a:gd name="connsiteY9" fmla="*/ 10949 h 95217"/>
                <a:gd name="connsiteX10" fmla="*/ 70955 w 101333"/>
                <a:gd name="connsiteY10" fmla="*/ 96 h 95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1333" h="95217">
                  <a:moveTo>
                    <a:pt x="70955" y="96"/>
                  </a:moveTo>
                  <a:cubicBezTo>
                    <a:pt x="63926" y="96"/>
                    <a:pt x="56258" y="2650"/>
                    <a:pt x="50507" y="7119"/>
                  </a:cubicBezTo>
                  <a:cubicBezTo>
                    <a:pt x="44756" y="2012"/>
                    <a:pt x="37727" y="-542"/>
                    <a:pt x="30059" y="96"/>
                  </a:cubicBezTo>
                  <a:cubicBezTo>
                    <a:pt x="21113" y="96"/>
                    <a:pt x="13445" y="3927"/>
                    <a:pt x="7695" y="10949"/>
                  </a:cubicBezTo>
                  <a:cubicBezTo>
                    <a:pt x="-3168" y="23717"/>
                    <a:pt x="-2529" y="44146"/>
                    <a:pt x="9612" y="56914"/>
                  </a:cubicBezTo>
                  <a:lnTo>
                    <a:pt x="46034" y="93303"/>
                  </a:lnTo>
                  <a:cubicBezTo>
                    <a:pt x="47312" y="94579"/>
                    <a:pt x="48590" y="95218"/>
                    <a:pt x="50507" y="95218"/>
                  </a:cubicBezTo>
                  <a:cubicBezTo>
                    <a:pt x="52424" y="95218"/>
                    <a:pt x="53702" y="94579"/>
                    <a:pt x="54980" y="93303"/>
                  </a:cubicBezTo>
                  <a:lnTo>
                    <a:pt x="92042" y="56914"/>
                  </a:lnTo>
                  <a:cubicBezTo>
                    <a:pt x="103544" y="44146"/>
                    <a:pt x="104822" y="23717"/>
                    <a:pt x="93320" y="10949"/>
                  </a:cubicBezTo>
                  <a:cubicBezTo>
                    <a:pt x="87569" y="3927"/>
                    <a:pt x="79901" y="96"/>
                    <a:pt x="70955" y="96"/>
                  </a:cubicBezTo>
                  <a:close/>
                </a:path>
              </a:pathLst>
            </a:custGeom>
            <a:solidFill>
              <a:srgbClr val="007CB0"/>
            </a:solidFill>
            <a:ln w="6390" cap="flat">
              <a:noFill/>
              <a:prstDash val="solid"/>
              <a:miter/>
            </a:ln>
          </p:spPr>
          <p:txBody>
            <a:bodyPr rtlCol="0" anchor="ctr"/>
            <a:lstStyle/>
            <a:p>
              <a:endParaRPr lang="en-US"/>
            </a:p>
          </p:txBody>
        </p:sp>
      </p:grpSp>
      <p:grpSp>
        <p:nvGrpSpPr>
          <p:cNvPr id="548" name="Graphic 4">
            <a:extLst>
              <a:ext uri="{FF2B5EF4-FFF2-40B4-BE49-F238E27FC236}">
                <a16:creationId xmlns:a16="http://schemas.microsoft.com/office/drawing/2014/main" id="{F57C03DC-32A3-444B-8C2E-8F7222ED8D29}"/>
              </a:ext>
            </a:extLst>
          </p:cNvPr>
          <p:cNvGrpSpPr/>
          <p:nvPr/>
        </p:nvGrpSpPr>
        <p:grpSpPr>
          <a:xfrm>
            <a:off x="467743" y="2855717"/>
            <a:ext cx="361670" cy="361333"/>
            <a:chOff x="467743" y="2855717"/>
            <a:chExt cx="361670" cy="361333"/>
          </a:xfrm>
          <a:solidFill>
            <a:srgbClr val="007CB0"/>
          </a:solidFill>
        </p:grpSpPr>
        <p:sp>
          <p:nvSpPr>
            <p:cNvPr id="549" name="Graphic 4">
              <a:extLst>
                <a:ext uri="{FF2B5EF4-FFF2-40B4-BE49-F238E27FC236}">
                  <a16:creationId xmlns:a16="http://schemas.microsoft.com/office/drawing/2014/main" id="{037CC9E5-367D-2E48-84B5-87AC49B42731}"/>
                </a:ext>
              </a:extLst>
            </p:cNvPr>
            <p:cNvSpPr/>
            <p:nvPr/>
          </p:nvSpPr>
          <p:spPr>
            <a:xfrm>
              <a:off x="467743"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0438"/>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234"/>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550" name="Graphic 4">
              <a:extLst>
                <a:ext uri="{FF2B5EF4-FFF2-40B4-BE49-F238E27FC236}">
                  <a16:creationId xmlns:a16="http://schemas.microsoft.com/office/drawing/2014/main" id="{98A63D69-43BD-2445-8A2F-CE45FBA4ED8C}"/>
                </a:ext>
              </a:extLst>
            </p:cNvPr>
            <p:cNvSpPr/>
            <p:nvPr/>
          </p:nvSpPr>
          <p:spPr>
            <a:xfrm>
              <a:off x="578928" y="3039576"/>
              <a:ext cx="142495" cy="74054"/>
            </a:xfrm>
            <a:custGeom>
              <a:avLst/>
              <a:gdLst>
                <a:gd name="connsiteX0" fmla="*/ 88820 w 142495"/>
                <a:gd name="connsiteY0" fmla="*/ 0 h 74054"/>
                <a:gd name="connsiteX1" fmla="*/ 53036 w 142495"/>
                <a:gd name="connsiteY1" fmla="*/ 0 h 74054"/>
                <a:gd name="connsiteX2" fmla="*/ 0 w 142495"/>
                <a:gd name="connsiteY2" fmla="*/ 56817 h 74054"/>
                <a:gd name="connsiteX3" fmla="*/ 0 w 142495"/>
                <a:gd name="connsiteY3" fmla="*/ 67670 h 74054"/>
                <a:gd name="connsiteX4" fmla="*/ 6390 w 142495"/>
                <a:gd name="connsiteY4" fmla="*/ 74054 h 74054"/>
                <a:gd name="connsiteX5" fmla="*/ 136106 w 142495"/>
                <a:gd name="connsiteY5" fmla="*/ 74054 h 74054"/>
                <a:gd name="connsiteX6" fmla="*/ 142496 w 142495"/>
                <a:gd name="connsiteY6" fmla="*/ 67670 h 74054"/>
                <a:gd name="connsiteX7" fmla="*/ 142496 w 142495"/>
                <a:gd name="connsiteY7" fmla="*/ 56817 h 74054"/>
                <a:gd name="connsiteX8" fmla="*/ 88820 w 142495"/>
                <a:gd name="connsiteY8" fmla="*/ 0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495" h="74054">
                  <a:moveTo>
                    <a:pt x="88820" y="0"/>
                  </a:moveTo>
                  <a:lnTo>
                    <a:pt x="53036" y="0"/>
                  </a:lnTo>
                  <a:cubicBezTo>
                    <a:pt x="23643" y="0"/>
                    <a:pt x="0" y="25536"/>
                    <a:pt x="0" y="56817"/>
                  </a:cubicBezTo>
                  <a:lnTo>
                    <a:pt x="0" y="67670"/>
                  </a:lnTo>
                  <a:cubicBezTo>
                    <a:pt x="0" y="71501"/>
                    <a:pt x="2556" y="74054"/>
                    <a:pt x="6390" y="74054"/>
                  </a:cubicBezTo>
                  <a:lnTo>
                    <a:pt x="136106" y="74054"/>
                  </a:lnTo>
                  <a:cubicBezTo>
                    <a:pt x="139940" y="74054"/>
                    <a:pt x="142496" y="71501"/>
                    <a:pt x="142496" y="67670"/>
                  </a:cubicBezTo>
                  <a:lnTo>
                    <a:pt x="142496" y="56817"/>
                  </a:lnTo>
                  <a:cubicBezTo>
                    <a:pt x="142496" y="25536"/>
                    <a:pt x="118214" y="0"/>
                    <a:pt x="88820" y="0"/>
                  </a:cubicBezTo>
                  <a:close/>
                </a:path>
              </a:pathLst>
            </a:custGeom>
            <a:solidFill>
              <a:srgbClr val="007CB0"/>
            </a:solidFill>
            <a:ln w="6390" cap="flat">
              <a:noFill/>
              <a:prstDash val="solid"/>
              <a:miter/>
            </a:ln>
          </p:spPr>
          <p:txBody>
            <a:bodyPr rtlCol="0" anchor="ctr"/>
            <a:lstStyle/>
            <a:p>
              <a:endParaRPr lang="en-US"/>
            </a:p>
          </p:txBody>
        </p:sp>
        <p:sp>
          <p:nvSpPr>
            <p:cNvPr id="551" name="Graphic 4">
              <a:extLst>
                <a:ext uri="{FF2B5EF4-FFF2-40B4-BE49-F238E27FC236}">
                  <a16:creationId xmlns:a16="http://schemas.microsoft.com/office/drawing/2014/main" id="{0ED78E60-2BAF-044B-99BC-6A6306C61334}"/>
                </a:ext>
              </a:extLst>
            </p:cNvPr>
            <p:cNvSpPr/>
            <p:nvPr/>
          </p:nvSpPr>
          <p:spPr>
            <a:xfrm>
              <a:off x="608961" y="2951477"/>
              <a:ext cx="81791" cy="81714"/>
            </a:xfrm>
            <a:custGeom>
              <a:avLst/>
              <a:gdLst>
                <a:gd name="connsiteX0" fmla="*/ 81791 w 81791"/>
                <a:gd name="connsiteY0" fmla="*/ 40858 h 81714"/>
                <a:gd name="connsiteX1" fmla="*/ 40896 w 81791"/>
                <a:gd name="connsiteY1" fmla="*/ 81715 h 81714"/>
                <a:gd name="connsiteX2" fmla="*/ 0 w 81791"/>
                <a:gd name="connsiteY2" fmla="*/ 40858 h 81714"/>
                <a:gd name="connsiteX3" fmla="*/ 40896 w 81791"/>
                <a:gd name="connsiteY3" fmla="*/ 0 h 81714"/>
                <a:gd name="connsiteX4" fmla="*/ 81791 w 81791"/>
                <a:gd name="connsiteY4" fmla="*/ 40858 h 81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91" h="81714">
                  <a:moveTo>
                    <a:pt x="81791" y="40858"/>
                  </a:moveTo>
                  <a:cubicBezTo>
                    <a:pt x="81791" y="63423"/>
                    <a:pt x="63482" y="81715"/>
                    <a:pt x="40896" y="81715"/>
                  </a:cubicBezTo>
                  <a:cubicBezTo>
                    <a:pt x="18310" y="81715"/>
                    <a:pt x="0" y="63422"/>
                    <a:pt x="0" y="40858"/>
                  </a:cubicBezTo>
                  <a:cubicBezTo>
                    <a:pt x="0" y="18292"/>
                    <a:pt x="18310" y="0"/>
                    <a:pt x="40896" y="0"/>
                  </a:cubicBezTo>
                  <a:cubicBezTo>
                    <a:pt x="63482" y="0"/>
                    <a:pt x="81791" y="18293"/>
                    <a:pt x="81791" y="40858"/>
                  </a:cubicBezTo>
                  <a:close/>
                </a:path>
              </a:pathLst>
            </a:custGeom>
            <a:solidFill>
              <a:srgbClr val="007CB0"/>
            </a:solidFill>
            <a:ln w="6390" cap="flat">
              <a:noFill/>
              <a:prstDash val="solid"/>
              <a:miter/>
            </a:ln>
          </p:spPr>
          <p:txBody>
            <a:bodyPr rtlCol="0" anchor="ctr"/>
            <a:lstStyle/>
            <a:p>
              <a:endParaRPr lang="en-US"/>
            </a:p>
          </p:txBody>
        </p:sp>
        <p:sp>
          <p:nvSpPr>
            <p:cNvPr id="552" name="Graphic 4">
              <a:extLst>
                <a:ext uri="{FF2B5EF4-FFF2-40B4-BE49-F238E27FC236}">
                  <a16:creationId xmlns:a16="http://schemas.microsoft.com/office/drawing/2014/main" id="{0EEA5712-7466-4142-9544-3DFBB0DA93E7}"/>
                </a:ext>
              </a:extLst>
            </p:cNvPr>
            <p:cNvSpPr/>
            <p:nvPr/>
          </p:nvSpPr>
          <p:spPr>
            <a:xfrm>
              <a:off x="509277" y="3038299"/>
              <a:ext cx="76040" cy="63839"/>
            </a:xfrm>
            <a:custGeom>
              <a:avLst/>
              <a:gdLst>
                <a:gd name="connsiteX0" fmla="*/ 51119 w 76040"/>
                <a:gd name="connsiteY0" fmla="*/ 51072 h 63839"/>
                <a:gd name="connsiteX1" fmla="*/ 12780 w 76040"/>
                <a:gd name="connsiteY1" fmla="*/ 51072 h 63839"/>
                <a:gd name="connsiteX2" fmla="*/ 12780 w 76040"/>
                <a:gd name="connsiteY2" fmla="*/ 48518 h 63839"/>
                <a:gd name="connsiteX3" fmla="*/ 45369 w 76040"/>
                <a:gd name="connsiteY3" fmla="*/ 12768 h 63839"/>
                <a:gd name="connsiteX4" fmla="*/ 69650 w 76040"/>
                <a:gd name="connsiteY4" fmla="*/ 12768 h 63839"/>
                <a:gd name="connsiteX5" fmla="*/ 76040 w 76040"/>
                <a:gd name="connsiteY5" fmla="*/ 6384 h 63839"/>
                <a:gd name="connsiteX6" fmla="*/ 69650 w 76040"/>
                <a:gd name="connsiteY6" fmla="*/ 0 h 63839"/>
                <a:gd name="connsiteX7" fmla="*/ 45369 w 76040"/>
                <a:gd name="connsiteY7" fmla="*/ 0 h 63839"/>
                <a:gd name="connsiteX8" fmla="*/ 0 w 76040"/>
                <a:gd name="connsiteY8" fmla="*/ 48518 h 63839"/>
                <a:gd name="connsiteX9" fmla="*/ 0 w 76040"/>
                <a:gd name="connsiteY9" fmla="*/ 57456 h 63839"/>
                <a:gd name="connsiteX10" fmla="*/ 6390 w 76040"/>
                <a:gd name="connsiteY10" fmla="*/ 63840 h 63839"/>
                <a:gd name="connsiteX11" fmla="*/ 51119 w 76040"/>
                <a:gd name="connsiteY11" fmla="*/ 63840 h 63839"/>
                <a:gd name="connsiteX12" fmla="*/ 57509 w 76040"/>
                <a:gd name="connsiteY12" fmla="*/ 57456 h 63839"/>
                <a:gd name="connsiteX13" fmla="*/ 51119 w 76040"/>
                <a:gd name="connsiteY13" fmla="*/ 51072 h 6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040" h="63839">
                  <a:moveTo>
                    <a:pt x="51119" y="51072"/>
                  </a:moveTo>
                  <a:lnTo>
                    <a:pt x="12780" y="51072"/>
                  </a:lnTo>
                  <a:lnTo>
                    <a:pt x="12780" y="48518"/>
                  </a:lnTo>
                  <a:cubicBezTo>
                    <a:pt x="12780" y="28728"/>
                    <a:pt x="27477" y="12768"/>
                    <a:pt x="45369" y="12768"/>
                  </a:cubicBezTo>
                  <a:lnTo>
                    <a:pt x="69650" y="12768"/>
                  </a:lnTo>
                  <a:cubicBezTo>
                    <a:pt x="73484" y="12768"/>
                    <a:pt x="76040" y="10214"/>
                    <a:pt x="76040" y="6384"/>
                  </a:cubicBezTo>
                  <a:cubicBezTo>
                    <a:pt x="76040" y="2554"/>
                    <a:pt x="73484" y="0"/>
                    <a:pt x="69650" y="0"/>
                  </a:cubicBezTo>
                  <a:lnTo>
                    <a:pt x="45369" y="0"/>
                  </a:lnTo>
                  <a:cubicBezTo>
                    <a:pt x="20448" y="0"/>
                    <a:pt x="0" y="21706"/>
                    <a:pt x="0" y="48518"/>
                  </a:cubicBezTo>
                  <a:lnTo>
                    <a:pt x="0" y="57456"/>
                  </a:lnTo>
                  <a:cubicBezTo>
                    <a:pt x="0" y="61286"/>
                    <a:pt x="2556" y="63840"/>
                    <a:pt x="6390" y="63840"/>
                  </a:cubicBezTo>
                  <a:lnTo>
                    <a:pt x="51119" y="63840"/>
                  </a:lnTo>
                  <a:cubicBezTo>
                    <a:pt x="54954" y="63840"/>
                    <a:pt x="57509" y="61286"/>
                    <a:pt x="57509" y="57456"/>
                  </a:cubicBezTo>
                  <a:cubicBezTo>
                    <a:pt x="57509" y="53626"/>
                    <a:pt x="54954" y="51072"/>
                    <a:pt x="51119" y="51072"/>
                  </a:cubicBezTo>
                  <a:close/>
                </a:path>
              </a:pathLst>
            </a:custGeom>
            <a:solidFill>
              <a:srgbClr val="007CB0"/>
            </a:solidFill>
            <a:ln w="6390" cap="flat">
              <a:noFill/>
              <a:prstDash val="solid"/>
              <a:miter/>
            </a:ln>
          </p:spPr>
          <p:txBody>
            <a:bodyPr rtlCol="0" anchor="ctr"/>
            <a:lstStyle/>
            <a:p>
              <a:endParaRPr lang="en-US"/>
            </a:p>
          </p:txBody>
        </p:sp>
        <p:sp>
          <p:nvSpPr>
            <p:cNvPr id="553" name="Graphic 4">
              <a:extLst>
                <a:ext uri="{FF2B5EF4-FFF2-40B4-BE49-F238E27FC236}">
                  <a16:creationId xmlns:a16="http://schemas.microsoft.com/office/drawing/2014/main" id="{89BF94B5-EA36-2642-819C-75770C9F88AD}"/>
                </a:ext>
              </a:extLst>
            </p:cNvPr>
            <p:cNvSpPr/>
            <p:nvPr/>
          </p:nvSpPr>
          <p:spPr>
            <a:xfrm>
              <a:off x="539949" y="2967437"/>
              <a:ext cx="61343" cy="61286"/>
            </a:xfrm>
            <a:custGeom>
              <a:avLst/>
              <a:gdLst>
                <a:gd name="connsiteX0" fmla="*/ 30672 w 61343"/>
                <a:gd name="connsiteY0" fmla="*/ 61286 h 61286"/>
                <a:gd name="connsiteX1" fmla="*/ 61343 w 61343"/>
                <a:gd name="connsiteY1" fmla="*/ 30643 h 61286"/>
                <a:gd name="connsiteX2" fmla="*/ 30672 w 61343"/>
                <a:gd name="connsiteY2" fmla="*/ 0 h 61286"/>
                <a:gd name="connsiteX3" fmla="*/ 0 w 61343"/>
                <a:gd name="connsiteY3" fmla="*/ 30643 h 61286"/>
                <a:gd name="connsiteX4" fmla="*/ 30672 w 61343"/>
                <a:gd name="connsiteY4" fmla="*/ 61286 h 61286"/>
                <a:gd name="connsiteX5" fmla="*/ 30672 w 61343"/>
                <a:gd name="connsiteY5" fmla="*/ 12130 h 61286"/>
                <a:gd name="connsiteX6" fmla="*/ 48564 w 61343"/>
                <a:gd name="connsiteY6" fmla="*/ 30005 h 61286"/>
                <a:gd name="connsiteX7" fmla="*/ 30672 w 61343"/>
                <a:gd name="connsiteY7" fmla="*/ 47880 h 61286"/>
                <a:gd name="connsiteX8" fmla="*/ 12780 w 61343"/>
                <a:gd name="connsiteY8" fmla="*/ 30005 h 61286"/>
                <a:gd name="connsiteX9" fmla="*/ 30672 w 61343"/>
                <a:gd name="connsiteY9" fmla="*/ 12130 h 61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343" h="61286">
                  <a:moveTo>
                    <a:pt x="30672" y="61286"/>
                  </a:moveTo>
                  <a:cubicBezTo>
                    <a:pt x="47925" y="61286"/>
                    <a:pt x="61343" y="47241"/>
                    <a:pt x="61343" y="30643"/>
                  </a:cubicBezTo>
                  <a:cubicBezTo>
                    <a:pt x="61343" y="14045"/>
                    <a:pt x="47286" y="0"/>
                    <a:pt x="30672" y="0"/>
                  </a:cubicBezTo>
                  <a:cubicBezTo>
                    <a:pt x="14058" y="0"/>
                    <a:pt x="0" y="14045"/>
                    <a:pt x="0" y="30643"/>
                  </a:cubicBezTo>
                  <a:cubicBezTo>
                    <a:pt x="0" y="47241"/>
                    <a:pt x="13419" y="61286"/>
                    <a:pt x="30672" y="61286"/>
                  </a:cubicBezTo>
                  <a:close/>
                  <a:moveTo>
                    <a:pt x="30672" y="12130"/>
                  </a:moveTo>
                  <a:cubicBezTo>
                    <a:pt x="40896" y="12130"/>
                    <a:pt x="48564" y="20429"/>
                    <a:pt x="48564" y="30005"/>
                  </a:cubicBezTo>
                  <a:cubicBezTo>
                    <a:pt x="48564" y="39581"/>
                    <a:pt x="40257" y="47880"/>
                    <a:pt x="30672" y="47880"/>
                  </a:cubicBezTo>
                  <a:cubicBezTo>
                    <a:pt x="21087" y="47880"/>
                    <a:pt x="12780" y="39581"/>
                    <a:pt x="12780" y="30005"/>
                  </a:cubicBezTo>
                  <a:cubicBezTo>
                    <a:pt x="12780" y="20429"/>
                    <a:pt x="20448" y="12130"/>
                    <a:pt x="30672" y="12130"/>
                  </a:cubicBezTo>
                  <a:close/>
                </a:path>
              </a:pathLst>
            </a:custGeom>
            <a:solidFill>
              <a:srgbClr val="007CB0"/>
            </a:solidFill>
            <a:ln w="6390" cap="flat">
              <a:noFill/>
              <a:prstDash val="solid"/>
              <a:miter/>
            </a:ln>
          </p:spPr>
          <p:txBody>
            <a:bodyPr rtlCol="0" anchor="ctr"/>
            <a:lstStyle/>
            <a:p>
              <a:endParaRPr lang="en-US"/>
            </a:p>
          </p:txBody>
        </p:sp>
        <p:sp>
          <p:nvSpPr>
            <p:cNvPr id="554" name="Graphic 4">
              <a:extLst>
                <a:ext uri="{FF2B5EF4-FFF2-40B4-BE49-F238E27FC236}">
                  <a16:creationId xmlns:a16="http://schemas.microsoft.com/office/drawing/2014/main" id="{3790E97B-96E1-E843-A8F8-0DF2F86294E8}"/>
                </a:ext>
              </a:extLst>
            </p:cNvPr>
            <p:cNvSpPr/>
            <p:nvPr/>
          </p:nvSpPr>
          <p:spPr>
            <a:xfrm>
              <a:off x="711200" y="3038299"/>
              <a:ext cx="76040" cy="63839"/>
            </a:xfrm>
            <a:custGeom>
              <a:avLst/>
              <a:gdLst>
                <a:gd name="connsiteX0" fmla="*/ 30672 w 76040"/>
                <a:gd name="connsiteY0" fmla="*/ 0 h 63839"/>
                <a:gd name="connsiteX1" fmla="*/ 6390 w 76040"/>
                <a:gd name="connsiteY1" fmla="*/ 0 h 63839"/>
                <a:gd name="connsiteX2" fmla="*/ 0 w 76040"/>
                <a:gd name="connsiteY2" fmla="*/ 6384 h 63839"/>
                <a:gd name="connsiteX3" fmla="*/ 6390 w 76040"/>
                <a:gd name="connsiteY3" fmla="*/ 12768 h 63839"/>
                <a:gd name="connsiteX4" fmla="*/ 30672 w 76040"/>
                <a:gd name="connsiteY4" fmla="*/ 12768 h 63839"/>
                <a:gd name="connsiteX5" fmla="*/ 63260 w 76040"/>
                <a:gd name="connsiteY5" fmla="*/ 48518 h 63839"/>
                <a:gd name="connsiteX6" fmla="*/ 63260 w 76040"/>
                <a:gd name="connsiteY6" fmla="*/ 51072 h 63839"/>
                <a:gd name="connsiteX7" fmla="*/ 24921 w 76040"/>
                <a:gd name="connsiteY7" fmla="*/ 51072 h 63839"/>
                <a:gd name="connsiteX8" fmla="*/ 18531 w 76040"/>
                <a:gd name="connsiteY8" fmla="*/ 57456 h 63839"/>
                <a:gd name="connsiteX9" fmla="*/ 24921 w 76040"/>
                <a:gd name="connsiteY9" fmla="*/ 63840 h 63839"/>
                <a:gd name="connsiteX10" fmla="*/ 69650 w 76040"/>
                <a:gd name="connsiteY10" fmla="*/ 63840 h 63839"/>
                <a:gd name="connsiteX11" fmla="*/ 76040 w 76040"/>
                <a:gd name="connsiteY11" fmla="*/ 57456 h 63839"/>
                <a:gd name="connsiteX12" fmla="*/ 76040 w 76040"/>
                <a:gd name="connsiteY12" fmla="*/ 48518 h 63839"/>
                <a:gd name="connsiteX13" fmla="*/ 30672 w 76040"/>
                <a:gd name="connsiteY13" fmla="*/ 0 h 6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040" h="63839">
                  <a:moveTo>
                    <a:pt x="30672" y="0"/>
                  </a:moveTo>
                  <a:lnTo>
                    <a:pt x="6390" y="0"/>
                  </a:lnTo>
                  <a:cubicBezTo>
                    <a:pt x="2556" y="0"/>
                    <a:pt x="0" y="2554"/>
                    <a:pt x="0" y="6384"/>
                  </a:cubicBezTo>
                  <a:cubicBezTo>
                    <a:pt x="0" y="10214"/>
                    <a:pt x="2556" y="12768"/>
                    <a:pt x="6390" y="12768"/>
                  </a:cubicBezTo>
                  <a:lnTo>
                    <a:pt x="30672" y="12768"/>
                  </a:lnTo>
                  <a:cubicBezTo>
                    <a:pt x="48564" y="12768"/>
                    <a:pt x="63260" y="28728"/>
                    <a:pt x="63260" y="48518"/>
                  </a:cubicBezTo>
                  <a:lnTo>
                    <a:pt x="63260" y="51072"/>
                  </a:lnTo>
                  <a:lnTo>
                    <a:pt x="24921" y="51072"/>
                  </a:lnTo>
                  <a:cubicBezTo>
                    <a:pt x="21087" y="51072"/>
                    <a:pt x="18531" y="53626"/>
                    <a:pt x="18531" y="57456"/>
                  </a:cubicBezTo>
                  <a:cubicBezTo>
                    <a:pt x="18531" y="61286"/>
                    <a:pt x="21087" y="63840"/>
                    <a:pt x="24921" y="63840"/>
                  </a:cubicBezTo>
                  <a:lnTo>
                    <a:pt x="69650" y="63840"/>
                  </a:lnTo>
                  <a:cubicBezTo>
                    <a:pt x="73484" y="63840"/>
                    <a:pt x="76040" y="61286"/>
                    <a:pt x="76040" y="57456"/>
                  </a:cubicBezTo>
                  <a:lnTo>
                    <a:pt x="76040" y="48518"/>
                  </a:lnTo>
                  <a:cubicBezTo>
                    <a:pt x="76040" y="21706"/>
                    <a:pt x="55592" y="0"/>
                    <a:pt x="30672" y="0"/>
                  </a:cubicBezTo>
                  <a:close/>
                </a:path>
              </a:pathLst>
            </a:custGeom>
            <a:solidFill>
              <a:srgbClr val="007CB0"/>
            </a:solidFill>
            <a:ln w="6390" cap="flat">
              <a:noFill/>
              <a:prstDash val="solid"/>
              <a:miter/>
            </a:ln>
          </p:spPr>
          <p:txBody>
            <a:bodyPr rtlCol="0" anchor="ctr"/>
            <a:lstStyle/>
            <a:p>
              <a:endParaRPr lang="en-US"/>
            </a:p>
          </p:txBody>
        </p:sp>
        <p:sp>
          <p:nvSpPr>
            <p:cNvPr id="555" name="Graphic 4">
              <a:extLst>
                <a:ext uri="{FF2B5EF4-FFF2-40B4-BE49-F238E27FC236}">
                  <a16:creationId xmlns:a16="http://schemas.microsoft.com/office/drawing/2014/main" id="{1F4050EF-2970-5F47-9B1F-F3ED564589FA}"/>
                </a:ext>
              </a:extLst>
            </p:cNvPr>
            <p:cNvSpPr/>
            <p:nvPr/>
          </p:nvSpPr>
          <p:spPr>
            <a:xfrm>
              <a:off x="698420" y="2967437"/>
              <a:ext cx="61343" cy="61286"/>
            </a:xfrm>
            <a:custGeom>
              <a:avLst/>
              <a:gdLst>
                <a:gd name="connsiteX0" fmla="*/ 30672 w 61343"/>
                <a:gd name="connsiteY0" fmla="*/ 61286 h 61286"/>
                <a:gd name="connsiteX1" fmla="*/ 61343 w 61343"/>
                <a:gd name="connsiteY1" fmla="*/ 30643 h 61286"/>
                <a:gd name="connsiteX2" fmla="*/ 30672 w 61343"/>
                <a:gd name="connsiteY2" fmla="*/ 0 h 61286"/>
                <a:gd name="connsiteX3" fmla="*/ 0 w 61343"/>
                <a:gd name="connsiteY3" fmla="*/ 30643 h 61286"/>
                <a:gd name="connsiteX4" fmla="*/ 30672 w 61343"/>
                <a:gd name="connsiteY4" fmla="*/ 61286 h 61286"/>
                <a:gd name="connsiteX5" fmla="*/ 30672 w 61343"/>
                <a:gd name="connsiteY5" fmla="*/ 12130 h 61286"/>
                <a:gd name="connsiteX6" fmla="*/ 48564 w 61343"/>
                <a:gd name="connsiteY6" fmla="*/ 30005 h 61286"/>
                <a:gd name="connsiteX7" fmla="*/ 30672 w 61343"/>
                <a:gd name="connsiteY7" fmla="*/ 47880 h 61286"/>
                <a:gd name="connsiteX8" fmla="*/ 12780 w 61343"/>
                <a:gd name="connsiteY8" fmla="*/ 30005 h 61286"/>
                <a:gd name="connsiteX9" fmla="*/ 30672 w 61343"/>
                <a:gd name="connsiteY9" fmla="*/ 12130 h 61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343" h="61286">
                  <a:moveTo>
                    <a:pt x="30672" y="61286"/>
                  </a:moveTo>
                  <a:cubicBezTo>
                    <a:pt x="47925" y="61286"/>
                    <a:pt x="61343" y="47241"/>
                    <a:pt x="61343" y="30643"/>
                  </a:cubicBezTo>
                  <a:cubicBezTo>
                    <a:pt x="61343" y="14045"/>
                    <a:pt x="47285" y="0"/>
                    <a:pt x="30672" y="0"/>
                  </a:cubicBezTo>
                  <a:cubicBezTo>
                    <a:pt x="14058" y="0"/>
                    <a:pt x="0" y="14045"/>
                    <a:pt x="0" y="30643"/>
                  </a:cubicBezTo>
                  <a:cubicBezTo>
                    <a:pt x="0" y="47241"/>
                    <a:pt x="13419" y="61286"/>
                    <a:pt x="30672" y="61286"/>
                  </a:cubicBezTo>
                  <a:close/>
                  <a:moveTo>
                    <a:pt x="30672" y="12130"/>
                  </a:moveTo>
                  <a:cubicBezTo>
                    <a:pt x="40896" y="12130"/>
                    <a:pt x="48564" y="20429"/>
                    <a:pt x="48564" y="30005"/>
                  </a:cubicBezTo>
                  <a:cubicBezTo>
                    <a:pt x="48564" y="39581"/>
                    <a:pt x="40257" y="47880"/>
                    <a:pt x="30672" y="47880"/>
                  </a:cubicBezTo>
                  <a:cubicBezTo>
                    <a:pt x="21087" y="47880"/>
                    <a:pt x="12780" y="39581"/>
                    <a:pt x="12780" y="30005"/>
                  </a:cubicBezTo>
                  <a:cubicBezTo>
                    <a:pt x="12780" y="20429"/>
                    <a:pt x="20448" y="12130"/>
                    <a:pt x="30672" y="12130"/>
                  </a:cubicBezTo>
                  <a:close/>
                </a:path>
              </a:pathLst>
            </a:custGeom>
            <a:solidFill>
              <a:srgbClr val="007CB0"/>
            </a:solidFill>
            <a:ln w="6390" cap="flat">
              <a:noFill/>
              <a:prstDash val="solid"/>
              <a:miter/>
            </a:ln>
          </p:spPr>
          <p:txBody>
            <a:bodyPr rtlCol="0" anchor="ctr"/>
            <a:lstStyle/>
            <a:p>
              <a:endParaRPr lang="en-US"/>
            </a:p>
          </p:txBody>
        </p:sp>
      </p:grpSp>
      <p:grpSp>
        <p:nvGrpSpPr>
          <p:cNvPr id="556" name="Graphic 4">
            <a:extLst>
              <a:ext uri="{FF2B5EF4-FFF2-40B4-BE49-F238E27FC236}">
                <a16:creationId xmlns:a16="http://schemas.microsoft.com/office/drawing/2014/main" id="{986C2DCF-CC3E-B549-81A6-9AC2E1373DA8}"/>
              </a:ext>
            </a:extLst>
          </p:cNvPr>
          <p:cNvGrpSpPr/>
          <p:nvPr/>
        </p:nvGrpSpPr>
        <p:grpSpPr>
          <a:xfrm>
            <a:off x="1515054" y="2855717"/>
            <a:ext cx="361670" cy="361333"/>
            <a:chOff x="1515054" y="2855717"/>
            <a:chExt cx="361670" cy="361333"/>
          </a:xfrm>
          <a:solidFill>
            <a:srgbClr val="007CB0"/>
          </a:solidFill>
        </p:grpSpPr>
        <p:sp>
          <p:nvSpPr>
            <p:cNvPr id="557" name="Graphic 4">
              <a:extLst>
                <a:ext uri="{FF2B5EF4-FFF2-40B4-BE49-F238E27FC236}">
                  <a16:creationId xmlns:a16="http://schemas.microsoft.com/office/drawing/2014/main" id="{AD802E9C-586A-2D48-AD59-BC58D574F441}"/>
                </a:ext>
              </a:extLst>
            </p:cNvPr>
            <p:cNvSpPr/>
            <p:nvPr/>
          </p:nvSpPr>
          <p:spPr>
            <a:xfrm>
              <a:off x="1515054"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1670" y="80438"/>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234"/>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558" name="Graphic 4">
              <a:extLst>
                <a:ext uri="{FF2B5EF4-FFF2-40B4-BE49-F238E27FC236}">
                  <a16:creationId xmlns:a16="http://schemas.microsoft.com/office/drawing/2014/main" id="{A9FCEEA1-8B08-A648-9680-163687BE4F93}"/>
                </a:ext>
              </a:extLst>
            </p:cNvPr>
            <p:cNvSpPr/>
            <p:nvPr/>
          </p:nvSpPr>
          <p:spPr>
            <a:xfrm>
              <a:off x="1555310" y="3074688"/>
              <a:ext cx="280518" cy="12767"/>
            </a:xfrm>
            <a:custGeom>
              <a:avLst/>
              <a:gdLst>
                <a:gd name="connsiteX0" fmla="*/ 274128 w 280518"/>
                <a:gd name="connsiteY0" fmla="*/ 0 h 12767"/>
                <a:gd name="connsiteX1" fmla="*/ 6390 w 280518"/>
                <a:gd name="connsiteY1" fmla="*/ 0 h 12767"/>
                <a:gd name="connsiteX2" fmla="*/ 0 w 280518"/>
                <a:gd name="connsiteY2" fmla="*/ 6384 h 12767"/>
                <a:gd name="connsiteX3" fmla="*/ 6390 w 280518"/>
                <a:gd name="connsiteY3" fmla="*/ 12768 h 12767"/>
                <a:gd name="connsiteX4" fmla="*/ 274128 w 280518"/>
                <a:gd name="connsiteY4" fmla="*/ 12768 h 12767"/>
                <a:gd name="connsiteX5" fmla="*/ 280518 w 280518"/>
                <a:gd name="connsiteY5" fmla="*/ 6384 h 12767"/>
                <a:gd name="connsiteX6" fmla="*/ 274128 w 280518"/>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18" h="12767">
                  <a:moveTo>
                    <a:pt x="274128" y="0"/>
                  </a:moveTo>
                  <a:lnTo>
                    <a:pt x="6390" y="0"/>
                  </a:lnTo>
                  <a:cubicBezTo>
                    <a:pt x="2556" y="0"/>
                    <a:pt x="0" y="2554"/>
                    <a:pt x="0" y="6384"/>
                  </a:cubicBezTo>
                  <a:cubicBezTo>
                    <a:pt x="0" y="10214"/>
                    <a:pt x="2556" y="12768"/>
                    <a:pt x="6390" y="12768"/>
                  </a:cubicBezTo>
                  <a:lnTo>
                    <a:pt x="274128" y="12768"/>
                  </a:lnTo>
                  <a:cubicBezTo>
                    <a:pt x="277962" y="12768"/>
                    <a:pt x="280518" y="10214"/>
                    <a:pt x="280518" y="6384"/>
                  </a:cubicBezTo>
                  <a:cubicBezTo>
                    <a:pt x="280518" y="2554"/>
                    <a:pt x="277962" y="0"/>
                    <a:pt x="274128" y="0"/>
                  </a:cubicBezTo>
                  <a:close/>
                </a:path>
              </a:pathLst>
            </a:custGeom>
            <a:solidFill>
              <a:srgbClr val="007CB0"/>
            </a:solidFill>
            <a:ln w="6390" cap="flat">
              <a:noFill/>
              <a:prstDash val="solid"/>
              <a:miter/>
            </a:ln>
          </p:spPr>
          <p:txBody>
            <a:bodyPr rtlCol="0" anchor="ctr"/>
            <a:lstStyle/>
            <a:p>
              <a:endParaRPr lang="en-US"/>
            </a:p>
          </p:txBody>
        </p:sp>
        <p:sp>
          <p:nvSpPr>
            <p:cNvPr id="559" name="Graphic 4">
              <a:extLst>
                <a:ext uri="{FF2B5EF4-FFF2-40B4-BE49-F238E27FC236}">
                  <a16:creationId xmlns:a16="http://schemas.microsoft.com/office/drawing/2014/main" id="{FBEF5529-7E96-544C-8044-248A5CEB536D}"/>
                </a:ext>
              </a:extLst>
            </p:cNvPr>
            <p:cNvSpPr/>
            <p:nvPr/>
          </p:nvSpPr>
          <p:spPr>
            <a:xfrm>
              <a:off x="1669690" y="3098947"/>
              <a:ext cx="52397" cy="52348"/>
            </a:xfrm>
            <a:custGeom>
              <a:avLst/>
              <a:gdLst>
                <a:gd name="connsiteX0" fmla="*/ 26199 w 52397"/>
                <a:gd name="connsiteY0" fmla="*/ 0 h 52348"/>
                <a:gd name="connsiteX1" fmla="*/ 0 w 52397"/>
                <a:gd name="connsiteY1" fmla="*/ 26174 h 52348"/>
                <a:gd name="connsiteX2" fmla="*/ 26199 w 52397"/>
                <a:gd name="connsiteY2" fmla="*/ 52349 h 52348"/>
                <a:gd name="connsiteX3" fmla="*/ 52398 w 52397"/>
                <a:gd name="connsiteY3" fmla="*/ 26174 h 52348"/>
                <a:gd name="connsiteX4" fmla="*/ 26199 w 52397"/>
                <a:gd name="connsiteY4" fmla="*/ 0 h 52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97" h="52348">
                  <a:moveTo>
                    <a:pt x="26199" y="0"/>
                  </a:moveTo>
                  <a:cubicBezTo>
                    <a:pt x="12141" y="0"/>
                    <a:pt x="0" y="11491"/>
                    <a:pt x="0" y="26174"/>
                  </a:cubicBezTo>
                  <a:cubicBezTo>
                    <a:pt x="0" y="40219"/>
                    <a:pt x="11502" y="52349"/>
                    <a:pt x="26199" y="52349"/>
                  </a:cubicBezTo>
                  <a:cubicBezTo>
                    <a:pt x="40257" y="52349"/>
                    <a:pt x="52398" y="40858"/>
                    <a:pt x="52398" y="26174"/>
                  </a:cubicBezTo>
                  <a:cubicBezTo>
                    <a:pt x="52398" y="11491"/>
                    <a:pt x="40896" y="0"/>
                    <a:pt x="26199" y="0"/>
                  </a:cubicBezTo>
                  <a:close/>
                </a:path>
              </a:pathLst>
            </a:custGeom>
            <a:solidFill>
              <a:srgbClr val="007CB0"/>
            </a:solidFill>
            <a:ln w="6390" cap="flat">
              <a:noFill/>
              <a:prstDash val="solid"/>
              <a:miter/>
            </a:ln>
          </p:spPr>
          <p:txBody>
            <a:bodyPr rtlCol="0" anchor="ctr"/>
            <a:lstStyle/>
            <a:p>
              <a:endParaRPr lang="en-US"/>
            </a:p>
          </p:txBody>
        </p:sp>
        <p:sp>
          <p:nvSpPr>
            <p:cNvPr id="560" name="Graphic 4">
              <a:extLst>
                <a:ext uri="{FF2B5EF4-FFF2-40B4-BE49-F238E27FC236}">
                  <a16:creationId xmlns:a16="http://schemas.microsoft.com/office/drawing/2014/main" id="{62AF81BC-4772-524F-B03D-AC522E843009}"/>
                </a:ext>
              </a:extLst>
            </p:cNvPr>
            <p:cNvSpPr/>
            <p:nvPr/>
          </p:nvSpPr>
          <p:spPr>
            <a:xfrm>
              <a:off x="1571285" y="3008295"/>
              <a:ext cx="107989" cy="57455"/>
            </a:xfrm>
            <a:custGeom>
              <a:avLst/>
              <a:gdLst>
                <a:gd name="connsiteX0" fmla="*/ 6390 w 107989"/>
                <a:gd name="connsiteY0" fmla="*/ 57456 h 57455"/>
                <a:gd name="connsiteX1" fmla="*/ 12780 w 107989"/>
                <a:gd name="connsiteY1" fmla="*/ 51072 h 57455"/>
                <a:gd name="connsiteX2" fmla="*/ 12780 w 107989"/>
                <a:gd name="connsiteY2" fmla="*/ 43411 h 57455"/>
                <a:gd name="connsiteX3" fmla="*/ 40896 w 107989"/>
                <a:gd name="connsiteY3" fmla="*/ 12768 h 57455"/>
                <a:gd name="connsiteX4" fmla="*/ 67094 w 107989"/>
                <a:gd name="connsiteY4" fmla="*/ 12768 h 57455"/>
                <a:gd name="connsiteX5" fmla="*/ 95210 w 107989"/>
                <a:gd name="connsiteY5" fmla="*/ 43411 h 57455"/>
                <a:gd name="connsiteX6" fmla="*/ 95210 w 107989"/>
                <a:gd name="connsiteY6" fmla="*/ 51072 h 57455"/>
                <a:gd name="connsiteX7" fmla="*/ 101600 w 107989"/>
                <a:gd name="connsiteY7" fmla="*/ 57456 h 57455"/>
                <a:gd name="connsiteX8" fmla="*/ 107990 w 107989"/>
                <a:gd name="connsiteY8" fmla="*/ 51072 h 57455"/>
                <a:gd name="connsiteX9" fmla="*/ 107990 w 107989"/>
                <a:gd name="connsiteY9" fmla="*/ 43411 h 57455"/>
                <a:gd name="connsiteX10" fmla="*/ 67094 w 107989"/>
                <a:gd name="connsiteY10" fmla="*/ 0 h 57455"/>
                <a:gd name="connsiteX11" fmla="*/ 40896 w 107989"/>
                <a:gd name="connsiteY11" fmla="*/ 0 h 57455"/>
                <a:gd name="connsiteX12" fmla="*/ 0 w 107989"/>
                <a:gd name="connsiteY12" fmla="*/ 43411 h 57455"/>
                <a:gd name="connsiteX13" fmla="*/ 0 w 107989"/>
                <a:gd name="connsiteY13" fmla="*/ 51072 h 57455"/>
                <a:gd name="connsiteX14" fmla="*/ 6390 w 107989"/>
                <a:gd name="connsiteY14" fmla="*/ 57456 h 5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7989" h="57455">
                  <a:moveTo>
                    <a:pt x="6390" y="57456"/>
                  </a:moveTo>
                  <a:cubicBezTo>
                    <a:pt x="10224" y="57456"/>
                    <a:pt x="12780" y="54902"/>
                    <a:pt x="12780" y="51072"/>
                  </a:cubicBezTo>
                  <a:lnTo>
                    <a:pt x="12780" y="43411"/>
                  </a:lnTo>
                  <a:cubicBezTo>
                    <a:pt x="12780" y="26174"/>
                    <a:pt x="25560" y="12768"/>
                    <a:pt x="40896" y="12768"/>
                  </a:cubicBezTo>
                  <a:lnTo>
                    <a:pt x="67094" y="12768"/>
                  </a:lnTo>
                  <a:cubicBezTo>
                    <a:pt x="82430" y="12768"/>
                    <a:pt x="95210" y="26813"/>
                    <a:pt x="95210" y="43411"/>
                  </a:cubicBezTo>
                  <a:lnTo>
                    <a:pt x="95210" y="51072"/>
                  </a:lnTo>
                  <a:cubicBezTo>
                    <a:pt x="95210" y="54902"/>
                    <a:pt x="97766" y="57456"/>
                    <a:pt x="101600" y="57456"/>
                  </a:cubicBezTo>
                  <a:cubicBezTo>
                    <a:pt x="105434" y="57456"/>
                    <a:pt x="107990" y="54902"/>
                    <a:pt x="107990" y="51072"/>
                  </a:cubicBezTo>
                  <a:lnTo>
                    <a:pt x="107990" y="43411"/>
                  </a:lnTo>
                  <a:cubicBezTo>
                    <a:pt x="107990" y="19152"/>
                    <a:pt x="89459" y="0"/>
                    <a:pt x="67094" y="0"/>
                  </a:cubicBezTo>
                  <a:lnTo>
                    <a:pt x="40896" y="0"/>
                  </a:lnTo>
                  <a:cubicBezTo>
                    <a:pt x="18531" y="0"/>
                    <a:pt x="0" y="19790"/>
                    <a:pt x="0" y="43411"/>
                  </a:cubicBezTo>
                  <a:lnTo>
                    <a:pt x="0" y="51072"/>
                  </a:lnTo>
                  <a:cubicBezTo>
                    <a:pt x="0" y="54264"/>
                    <a:pt x="3195" y="57456"/>
                    <a:pt x="6390" y="57456"/>
                  </a:cubicBezTo>
                  <a:close/>
                </a:path>
              </a:pathLst>
            </a:custGeom>
            <a:solidFill>
              <a:srgbClr val="007CB0"/>
            </a:solidFill>
            <a:ln w="6390" cap="flat">
              <a:noFill/>
              <a:prstDash val="solid"/>
              <a:miter/>
            </a:ln>
          </p:spPr>
          <p:txBody>
            <a:bodyPr rtlCol="0" anchor="ctr"/>
            <a:lstStyle/>
            <a:p>
              <a:endParaRPr lang="en-US"/>
            </a:p>
          </p:txBody>
        </p:sp>
        <p:sp>
          <p:nvSpPr>
            <p:cNvPr id="561" name="Graphic 4">
              <a:extLst>
                <a:ext uri="{FF2B5EF4-FFF2-40B4-BE49-F238E27FC236}">
                  <a16:creationId xmlns:a16="http://schemas.microsoft.com/office/drawing/2014/main" id="{D3B98906-9951-6B4F-94F0-EC0F6EEA9387}"/>
                </a:ext>
              </a:extLst>
            </p:cNvPr>
            <p:cNvSpPr/>
            <p:nvPr/>
          </p:nvSpPr>
          <p:spPr>
            <a:xfrm>
              <a:off x="1594289" y="2938709"/>
              <a:ext cx="62621" cy="62562"/>
            </a:xfrm>
            <a:custGeom>
              <a:avLst/>
              <a:gdLst>
                <a:gd name="connsiteX0" fmla="*/ 31311 w 62621"/>
                <a:gd name="connsiteY0" fmla="*/ 62563 h 62562"/>
                <a:gd name="connsiteX1" fmla="*/ 62621 w 62621"/>
                <a:gd name="connsiteY1" fmla="*/ 31281 h 62562"/>
                <a:gd name="connsiteX2" fmla="*/ 31311 w 62621"/>
                <a:gd name="connsiteY2" fmla="*/ 0 h 62562"/>
                <a:gd name="connsiteX3" fmla="*/ 0 w 62621"/>
                <a:gd name="connsiteY3" fmla="*/ 31281 h 62562"/>
                <a:gd name="connsiteX4" fmla="*/ 31311 w 62621"/>
                <a:gd name="connsiteY4" fmla="*/ 62563 h 62562"/>
                <a:gd name="connsiteX5" fmla="*/ 31311 w 62621"/>
                <a:gd name="connsiteY5" fmla="*/ 12130 h 62562"/>
                <a:gd name="connsiteX6" fmla="*/ 49841 w 62621"/>
                <a:gd name="connsiteY6" fmla="*/ 30643 h 62562"/>
                <a:gd name="connsiteX7" fmla="*/ 31311 w 62621"/>
                <a:gd name="connsiteY7" fmla="*/ 49157 h 62562"/>
                <a:gd name="connsiteX8" fmla="*/ 12780 w 62621"/>
                <a:gd name="connsiteY8" fmla="*/ 30643 h 62562"/>
                <a:gd name="connsiteX9" fmla="*/ 31311 w 62621"/>
                <a:gd name="connsiteY9" fmla="*/ 12130 h 62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621" h="62562">
                  <a:moveTo>
                    <a:pt x="31311" y="62563"/>
                  </a:moveTo>
                  <a:cubicBezTo>
                    <a:pt x="48564" y="62563"/>
                    <a:pt x="62621" y="48518"/>
                    <a:pt x="62621" y="31281"/>
                  </a:cubicBezTo>
                  <a:cubicBezTo>
                    <a:pt x="62621" y="14045"/>
                    <a:pt x="48564" y="0"/>
                    <a:pt x="31311" y="0"/>
                  </a:cubicBezTo>
                  <a:cubicBezTo>
                    <a:pt x="14058" y="0"/>
                    <a:pt x="0" y="14045"/>
                    <a:pt x="0" y="31281"/>
                  </a:cubicBezTo>
                  <a:cubicBezTo>
                    <a:pt x="0" y="48518"/>
                    <a:pt x="13419" y="62563"/>
                    <a:pt x="31311" y="62563"/>
                  </a:cubicBezTo>
                  <a:close/>
                  <a:moveTo>
                    <a:pt x="31311" y="12130"/>
                  </a:moveTo>
                  <a:cubicBezTo>
                    <a:pt x="41535" y="12130"/>
                    <a:pt x="49841" y="20429"/>
                    <a:pt x="49841" y="30643"/>
                  </a:cubicBezTo>
                  <a:cubicBezTo>
                    <a:pt x="49841" y="40857"/>
                    <a:pt x="41535" y="49157"/>
                    <a:pt x="31311" y="49157"/>
                  </a:cubicBezTo>
                  <a:cubicBezTo>
                    <a:pt x="21087" y="49157"/>
                    <a:pt x="12780" y="40857"/>
                    <a:pt x="12780" y="30643"/>
                  </a:cubicBezTo>
                  <a:cubicBezTo>
                    <a:pt x="12780" y="20429"/>
                    <a:pt x="20448" y="12130"/>
                    <a:pt x="31311" y="12130"/>
                  </a:cubicBezTo>
                  <a:close/>
                </a:path>
              </a:pathLst>
            </a:custGeom>
            <a:solidFill>
              <a:srgbClr val="007CB0"/>
            </a:solidFill>
            <a:ln w="6390" cap="flat">
              <a:noFill/>
              <a:prstDash val="solid"/>
              <a:miter/>
            </a:ln>
          </p:spPr>
          <p:txBody>
            <a:bodyPr rtlCol="0" anchor="ctr"/>
            <a:lstStyle/>
            <a:p>
              <a:endParaRPr lang="en-US"/>
            </a:p>
          </p:txBody>
        </p:sp>
        <p:sp>
          <p:nvSpPr>
            <p:cNvPr id="562" name="Graphic 4">
              <a:extLst>
                <a:ext uri="{FF2B5EF4-FFF2-40B4-BE49-F238E27FC236}">
                  <a16:creationId xmlns:a16="http://schemas.microsoft.com/office/drawing/2014/main" id="{2722AA25-C069-5A44-99A9-49B5CE547724}"/>
                </a:ext>
              </a:extLst>
            </p:cNvPr>
            <p:cNvSpPr/>
            <p:nvPr/>
          </p:nvSpPr>
          <p:spPr>
            <a:xfrm>
              <a:off x="1711225" y="3008295"/>
              <a:ext cx="107990" cy="57455"/>
            </a:xfrm>
            <a:custGeom>
              <a:avLst/>
              <a:gdLst>
                <a:gd name="connsiteX0" fmla="*/ 6390 w 107990"/>
                <a:gd name="connsiteY0" fmla="*/ 57456 h 57455"/>
                <a:gd name="connsiteX1" fmla="*/ 101600 w 107990"/>
                <a:gd name="connsiteY1" fmla="*/ 57456 h 57455"/>
                <a:gd name="connsiteX2" fmla="*/ 107990 w 107990"/>
                <a:gd name="connsiteY2" fmla="*/ 51072 h 57455"/>
                <a:gd name="connsiteX3" fmla="*/ 107990 w 107990"/>
                <a:gd name="connsiteY3" fmla="*/ 43411 h 57455"/>
                <a:gd name="connsiteX4" fmla="*/ 67094 w 107990"/>
                <a:gd name="connsiteY4" fmla="*/ 0 h 57455"/>
                <a:gd name="connsiteX5" fmla="*/ 40896 w 107990"/>
                <a:gd name="connsiteY5" fmla="*/ 0 h 57455"/>
                <a:gd name="connsiteX6" fmla="*/ 0 w 107990"/>
                <a:gd name="connsiteY6" fmla="*/ 43411 h 57455"/>
                <a:gd name="connsiteX7" fmla="*/ 0 w 107990"/>
                <a:gd name="connsiteY7" fmla="*/ 51072 h 57455"/>
                <a:gd name="connsiteX8" fmla="*/ 6390 w 107990"/>
                <a:gd name="connsiteY8" fmla="*/ 57456 h 5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90" h="57455">
                  <a:moveTo>
                    <a:pt x="6390" y="57456"/>
                  </a:moveTo>
                  <a:lnTo>
                    <a:pt x="101600" y="57456"/>
                  </a:lnTo>
                  <a:cubicBezTo>
                    <a:pt x="105434" y="57456"/>
                    <a:pt x="107990" y="54902"/>
                    <a:pt x="107990" y="51072"/>
                  </a:cubicBezTo>
                  <a:lnTo>
                    <a:pt x="107990" y="43411"/>
                  </a:lnTo>
                  <a:cubicBezTo>
                    <a:pt x="107990" y="19152"/>
                    <a:pt x="89459" y="0"/>
                    <a:pt x="67094" y="0"/>
                  </a:cubicBezTo>
                  <a:lnTo>
                    <a:pt x="40896" y="0"/>
                  </a:lnTo>
                  <a:cubicBezTo>
                    <a:pt x="18531" y="0"/>
                    <a:pt x="0" y="19790"/>
                    <a:pt x="0" y="43411"/>
                  </a:cubicBezTo>
                  <a:lnTo>
                    <a:pt x="0" y="51072"/>
                  </a:lnTo>
                  <a:cubicBezTo>
                    <a:pt x="0" y="54264"/>
                    <a:pt x="3195" y="57456"/>
                    <a:pt x="6390" y="57456"/>
                  </a:cubicBezTo>
                  <a:close/>
                </a:path>
              </a:pathLst>
            </a:custGeom>
            <a:solidFill>
              <a:srgbClr val="007CB0"/>
            </a:solidFill>
            <a:ln w="6390" cap="flat">
              <a:noFill/>
              <a:prstDash val="solid"/>
              <a:miter/>
            </a:ln>
          </p:spPr>
          <p:txBody>
            <a:bodyPr rtlCol="0" anchor="ctr"/>
            <a:lstStyle/>
            <a:p>
              <a:endParaRPr lang="en-US"/>
            </a:p>
          </p:txBody>
        </p:sp>
        <p:sp>
          <p:nvSpPr>
            <p:cNvPr id="563" name="Graphic 4">
              <a:extLst>
                <a:ext uri="{FF2B5EF4-FFF2-40B4-BE49-F238E27FC236}">
                  <a16:creationId xmlns:a16="http://schemas.microsoft.com/office/drawing/2014/main" id="{AA3CE892-FA81-D448-97EB-C32E711D6E38}"/>
                </a:ext>
              </a:extLst>
            </p:cNvPr>
            <p:cNvSpPr/>
            <p:nvPr/>
          </p:nvSpPr>
          <p:spPr>
            <a:xfrm>
              <a:off x="1734228" y="2938709"/>
              <a:ext cx="62621" cy="62563"/>
            </a:xfrm>
            <a:custGeom>
              <a:avLst/>
              <a:gdLst>
                <a:gd name="connsiteX0" fmla="*/ 62621 w 62621"/>
                <a:gd name="connsiteY0" fmla="*/ 31282 h 62563"/>
                <a:gd name="connsiteX1" fmla="*/ 31311 w 62621"/>
                <a:gd name="connsiteY1" fmla="*/ 62563 h 62563"/>
                <a:gd name="connsiteX2" fmla="*/ 0 w 62621"/>
                <a:gd name="connsiteY2" fmla="*/ 31282 h 62563"/>
                <a:gd name="connsiteX3" fmla="*/ 31311 w 62621"/>
                <a:gd name="connsiteY3" fmla="*/ 0 h 62563"/>
                <a:gd name="connsiteX4" fmla="*/ 62621 w 62621"/>
                <a:gd name="connsiteY4" fmla="*/ 31282 h 62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21" h="62563">
                  <a:moveTo>
                    <a:pt x="62621" y="31282"/>
                  </a:moveTo>
                  <a:cubicBezTo>
                    <a:pt x="62621" y="48558"/>
                    <a:pt x="48603" y="62563"/>
                    <a:pt x="31311" y="62563"/>
                  </a:cubicBezTo>
                  <a:cubicBezTo>
                    <a:pt x="14018" y="62563"/>
                    <a:pt x="0" y="48558"/>
                    <a:pt x="0" y="31282"/>
                  </a:cubicBezTo>
                  <a:cubicBezTo>
                    <a:pt x="0" y="14005"/>
                    <a:pt x="14019" y="0"/>
                    <a:pt x="31311" y="0"/>
                  </a:cubicBezTo>
                  <a:cubicBezTo>
                    <a:pt x="48603" y="0"/>
                    <a:pt x="62621" y="14005"/>
                    <a:pt x="62621" y="31282"/>
                  </a:cubicBezTo>
                  <a:close/>
                </a:path>
              </a:pathLst>
            </a:custGeom>
            <a:solidFill>
              <a:srgbClr val="007CB0"/>
            </a:solidFill>
            <a:ln w="6390" cap="flat">
              <a:noFill/>
              <a:prstDash val="solid"/>
              <a:miter/>
            </a:ln>
          </p:spPr>
          <p:txBody>
            <a:bodyPr rtlCol="0" anchor="ctr"/>
            <a:lstStyle/>
            <a:p>
              <a:endParaRPr lang="en-US"/>
            </a:p>
          </p:txBody>
        </p:sp>
      </p:grpSp>
      <p:grpSp>
        <p:nvGrpSpPr>
          <p:cNvPr id="564" name="Graphic 4">
            <a:extLst>
              <a:ext uri="{FF2B5EF4-FFF2-40B4-BE49-F238E27FC236}">
                <a16:creationId xmlns:a16="http://schemas.microsoft.com/office/drawing/2014/main" id="{D9DBBDA4-EEB8-DB4C-A53C-E5874FF2C2DA}"/>
              </a:ext>
            </a:extLst>
          </p:cNvPr>
          <p:cNvGrpSpPr/>
          <p:nvPr/>
        </p:nvGrpSpPr>
        <p:grpSpPr>
          <a:xfrm>
            <a:off x="467743" y="918179"/>
            <a:ext cx="361670" cy="361333"/>
            <a:chOff x="467743" y="918179"/>
            <a:chExt cx="361670" cy="361333"/>
          </a:xfrm>
          <a:solidFill>
            <a:srgbClr val="007CB0"/>
          </a:solidFill>
        </p:grpSpPr>
        <p:sp>
          <p:nvSpPr>
            <p:cNvPr id="565" name="Graphic 4">
              <a:extLst>
                <a:ext uri="{FF2B5EF4-FFF2-40B4-BE49-F238E27FC236}">
                  <a16:creationId xmlns:a16="http://schemas.microsoft.com/office/drawing/2014/main" id="{13994C9F-CED3-4046-B382-09DAF8913947}"/>
                </a:ext>
              </a:extLst>
            </p:cNvPr>
            <p:cNvSpPr/>
            <p:nvPr/>
          </p:nvSpPr>
          <p:spPr>
            <a:xfrm>
              <a:off x="467743"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234"/>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566" name="Graphic 4">
              <a:extLst>
                <a:ext uri="{FF2B5EF4-FFF2-40B4-BE49-F238E27FC236}">
                  <a16:creationId xmlns:a16="http://schemas.microsoft.com/office/drawing/2014/main" id="{75622788-D983-4340-8CAA-88FCDF223E10}"/>
                </a:ext>
              </a:extLst>
            </p:cNvPr>
            <p:cNvSpPr/>
            <p:nvPr/>
          </p:nvSpPr>
          <p:spPr>
            <a:xfrm>
              <a:off x="554646" y="1010108"/>
              <a:ext cx="85625" cy="85545"/>
            </a:xfrm>
            <a:custGeom>
              <a:avLst/>
              <a:gdLst>
                <a:gd name="connsiteX0" fmla="*/ 42813 w 85625"/>
                <a:gd name="connsiteY0" fmla="*/ 85545 h 85545"/>
                <a:gd name="connsiteX1" fmla="*/ 85625 w 85625"/>
                <a:gd name="connsiteY1" fmla="*/ 42773 h 85545"/>
                <a:gd name="connsiteX2" fmla="*/ 42813 w 85625"/>
                <a:gd name="connsiteY2" fmla="*/ 0 h 85545"/>
                <a:gd name="connsiteX3" fmla="*/ 0 w 85625"/>
                <a:gd name="connsiteY3" fmla="*/ 42773 h 85545"/>
                <a:gd name="connsiteX4" fmla="*/ 42813 w 85625"/>
                <a:gd name="connsiteY4" fmla="*/ 85545 h 85545"/>
                <a:gd name="connsiteX5" fmla="*/ 42813 w 85625"/>
                <a:gd name="connsiteY5" fmla="*/ 12130 h 85545"/>
                <a:gd name="connsiteX6" fmla="*/ 72845 w 85625"/>
                <a:gd name="connsiteY6" fmla="*/ 42134 h 85545"/>
                <a:gd name="connsiteX7" fmla="*/ 42813 w 85625"/>
                <a:gd name="connsiteY7" fmla="*/ 72139 h 85545"/>
                <a:gd name="connsiteX8" fmla="*/ 12780 w 85625"/>
                <a:gd name="connsiteY8" fmla="*/ 42134 h 85545"/>
                <a:gd name="connsiteX9" fmla="*/ 42813 w 85625"/>
                <a:gd name="connsiteY9" fmla="*/ 12130 h 85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625" h="85545">
                  <a:moveTo>
                    <a:pt x="42813" y="85545"/>
                  </a:moveTo>
                  <a:cubicBezTo>
                    <a:pt x="66455" y="85545"/>
                    <a:pt x="85625" y="66393"/>
                    <a:pt x="85625" y="42773"/>
                  </a:cubicBezTo>
                  <a:cubicBezTo>
                    <a:pt x="85625" y="19152"/>
                    <a:pt x="66455" y="0"/>
                    <a:pt x="42813" y="0"/>
                  </a:cubicBezTo>
                  <a:cubicBezTo>
                    <a:pt x="19170" y="0"/>
                    <a:pt x="0" y="19152"/>
                    <a:pt x="0" y="42773"/>
                  </a:cubicBezTo>
                  <a:cubicBezTo>
                    <a:pt x="0" y="66393"/>
                    <a:pt x="19170" y="85545"/>
                    <a:pt x="42813" y="85545"/>
                  </a:cubicBezTo>
                  <a:close/>
                  <a:moveTo>
                    <a:pt x="42813" y="12130"/>
                  </a:moveTo>
                  <a:cubicBezTo>
                    <a:pt x="59426" y="12130"/>
                    <a:pt x="72845" y="25536"/>
                    <a:pt x="72845" y="42134"/>
                  </a:cubicBezTo>
                  <a:cubicBezTo>
                    <a:pt x="72845" y="58733"/>
                    <a:pt x="59426" y="72139"/>
                    <a:pt x="42813" y="72139"/>
                  </a:cubicBezTo>
                  <a:cubicBezTo>
                    <a:pt x="26199" y="72139"/>
                    <a:pt x="12780" y="58733"/>
                    <a:pt x="12780" y="42134"/>
                  </a:cubicBezTo>
                  <a:cubicBezTo>
                    <a:pt x="12780" y="25536"/>
                    <a:pt x="26199" y="12130"/>
                    <a:pt x="42813" y="12130"/>
                  </a:cubicBezTo>
                  <a:close/>
                </a:path>
              </a:pathLst>
            </a:custGeom>
            <a:solidFill>
              <a:srgbClr val="007CB0"/>
            </a:solidFill>
            <a:ln w="6390" cap="flat">
              <a:noFill/>
              <a:prstDash val="solid"/>
              <a:miter/>
            </a:ln>
          </p:spPr>
          <p:txBody>
            <a:bodyPr rtlCol="0" anchor="ctr"/>
            <a:lstStyle/>
            <a:p>
              <a:endParaRPr lang="en-US"/>
            </a:p>
          </p:txBody>
        </p:sp>
        <p:sp>
          <p:nvSpPr>
            <p:cNvPr id="567" name="Graphic 4">
              <a:extLst>
                <a:ext uri="{FF2B5EF4-FFF2-40B4-BE49-F238E27FC236}">
                  <a16:creationId xmlns:a16="http://schemas.microsoft.com/office/drawing/2014/main" id="{880857C4-A915-8B47-8332-D6B8E706F9AD}"/>
                </a:ext>
              </a:extLst>
            </p:cNvPr>
            <p:cNvSpPr/>
            <p:nvPr/>
          </p:nvSpPr>
          <p:spPr>
            <a:xfrm>
              <a:off x="522696" y="1099484"/>
              <a:ext cx="250485" cy="78522"/>
            </a:xfrm>
            <a:custGeom>
              <a:avLst/>
              <a:gdLst>
                <a:gd name="connsiteX0" fmla="*/ 193615 w 250485"/>
                <a:gd name="connsiteY0" fmla="*/ 0 h 78522"/>
                <a:gd name="connsiteX1" fmla="*/ 155275 w 250485"/>
                <a:gd name="connsiteY1" fmla="*/ 0 h 78522"/>
                <a:gd name="connsiteX2" fmla="*/ 125882 w 250485"/>
                <a:gd name="connsiteY2" fmla="*/ 8938 h 78522"/>
                <a:gd name="connsiteX3" fmla="*/ 94571 w 250485"/>
                <a:gd name="connsiteY3" fmla="*/ 0 h 78522"/>
                <a:gd name="connsiteX4" fmla="*/ 56231 w 250485"/>
                <a:gd name="connsiteY4" fmla="*/ 0 h 78522"/>
                <a:gd name="connsiteX5" fmla="*/ 0 w 250485"/>
                <a:gd name="connsiteY5" fmla="*/ 54902 h 78522"/>
                <a:gd name="connsiteX6" fmla="*/ 0 w 250485"/>
                <a:gd name="connsiteY6" fmla="*/ 72139 h 78522"/>
                <a:gd name="connsiteX7" fmla="*/ 6390 w 250485"/>
                <a:gd name="connsiteY7" fmla="*/ 78523 h 78522"/>
                <a:gd name="connsiteX8" fmla="*/ 12780 w 250485"/>
                <a:gd name="connsiteY8" fmla="*/ 72139 h 78522"/>
                <a:gd name="connsiteX9" fmla="*/ 12780 w 250485"/>
                <a:gd name="connsiteY9" fmla="*/ 54902 h 78522"/>
                <a:gd name="connsiteX10" fmla="*/ 56231 w 250485"/>
                <a:gd name="connsiteY10" fmla="*/ 12768 h 78522"/>
                <a:gd name="connsiteX11" fmla="*/ 94571 w 250485"/>
                <a:gd name="connsiteY11" fmla="*/ 12768 h 78522"/>
                <a:gd name="connsiteX12" fmla="*/ 115658 w 250485"/>
                <a:gd name="connsiteY12" fmla="*/ 17237 h 78522"/>
                <a:gd name="connsiteX13" fmla="*/ 99044 w 250485"/>
                <a:gd name="connsiteY13" fmla="*/ 60009 h 78522"/>
                <a:gd name="connsiteX14" fmla="*/ 99044 w 250485"/>
                <a:gd name="connsiteY14" fmla="*/ 71501 h 78522"/>
                <a:gd name="connsiteX15" fmla="*/ 105434 w 250485"/>
                <a:gd name="connsiteY15" fmla="*/ 77885 h 78522"/>
                <a:gd name="connsiteX16" fmla="*/ 244096 w 250485"/>
                <a:gd name="connsiteY16" fmla="*/ 77885 h 78522"/>
                <a:gd name="connsiteX17" fmla="*/ 250486 w 250485"/>
                <a:gd name="connsiteY17" fmla="*/ 71501 h 78522"/>
                <a:gd name="connsiteX18" fmla="*/ 250486 w 250485"/>
                <a:gd name="connsiteY18" fmla="*/ 60009 h 78522"/>
                <a:gd name="connsiteX19" fmla="*/ 193615 w 250485"/>
                <a:gd name="connsiteY19" fmla="*/ 0 h 78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0485" h="78522">
                  <a:moveTo>
                    <a:pt x="193615" y="0"/>
                  </a:moveTo>
                  <a:lnTo>
                    <a:pt x="155275" y="0"/>
                  </a:lnTo>
                  <a:cubicBezTo>
                    <a:pt x="144413" y="0"/>
                    <a:pt x="134828" y="3192"/>
                    <a:pt x="125882" y="8938"/>
                  </a:cubicBezTo>
                  <a:cubicBezTo>
                    <a:pt x="116936" y="3192"/>
                    <a:pt x="106073" y="0"/>
                    <a:pt x="94571" y="0"/>
                  </a:cubicBezTo>
                  <a:lnTo>
                    <a:pt x="56231" y="0"/>
                  </a:lnTo>
                  <a:cubicBezTo>
                    <a:pt x="23004" y="0"/>
                    <a:pt x="0" y="22344"/>
                    <a:pt x="0" y="54902"/>
                  </a:cubicBezTo>
                  <a:lnTo>
                    <a:pt x="0" y="72139"/>
                  </a:lnTo>
                  <a:cubicBezTo>
                    <a:pt x="0" y="75969"/>
                    <a:pt x="2556" y="78523"/>
                    <a:pt x="6390" y="78523"/>
                  </a:cubicBezTo>
                  <a:cubicBezTo>
                    <a:pt x="10224" y="78523"/>
                    <a:pt x="12780" y="75969"/>
                    <a:pt x="12780" y="72139"/>
                  </a:cubicBezTo>
                  <a:lnTo>
                    <a:pt x="12780" y="54902"/>
                  </a:lnTo>
                  <a:cubicBezTo>
                    <a:pt x="12780" y="29366"/>
                    <a:pt x="30033" y="12768"/>
                    <a:pt x="56231" y="12768"/>
                  </a:cubicBezTo>
                  <a:lnTo>
                    <a:pt x="94571" y="12768"/>
                  </a:lnTo>
                  <a:cubicBezTo>
                    <a:pt x="102239" y="12768"/>
                    <a:pt x="109268" y="14683"/>
                    <a:pt x="115658" y="17237"/>
                  </a:cubicBezTo>
                  <a:cubicBezTo>
                    <a:pt x="105434" y="28089"/>
                    <a:pt x="99044" y="43411"/>
                    <a:pt x="99044" y="60009"/>
                  </a:cubicBezTo>
                  <a:lnTo>
                    <a:pt x="99044" y="71501"/>
                  </a:lnTo>
                  <a:cubicBezTo>
                    <a:pt x="99044" y="75331"/>
                    <a:pt x="101600" y="77885"/>
                    <a:pt x="105434" y="77885"/>
                  </a:cubicBezTo>
                  <a:lnTo>
                    <a:pt x="244096" y="77885"/>
                  </a:lnTo>
                  <a:cubicBezTo>
                    <a:pt x="247930" y="77885"/>
                    <a:pt x="250486" y="75331"/>
                    <a:pt x="250486" y="71501"/>
                  </a:cubicBezTo>
                  <a:lnTo>
                    <a:pt x="250486" y="60009"/>
                  </a:lnTo>
                  <a:cubicBezTo>
                    <a:pt x="249847" y="27451"/>
                    <a:pt x="224287" y="0"/>
                    <a:pt x="193615" y="0"/>
                  </a:cubicBezTo>
                  <a:close/>
                </a:path>
              </a:pathLst>
            </a:custGeom>
            <a:solidFill>
              <a:srgbClr val="007CB0"/>
            </a:solidFill>
            <a:ln w="6390" cap="flat">
              <a:noFill/>
              <a:prstDash val="solid"/>
              <a:miter/>
            </a:ln>
          </p:spPr>
          <p:txBody>
            <a:bodyPr rtlCol="0" anchor="ctr"/>
            <a:lstStyle/>
            <a:p>
              <a:endParaRPr lang="en-US"/>
            </a:p>
          </p:txBody>
        </p:sp>
        <p:sp>
          <p:nvSpPr>
            <p:cNvPr id="568" name="Graphic 4">
              <a:extLst>
                <a:ext uri="{FF2B5EF4-FFF2-40B4-BE49-F238E27FC236}">
                  <a16:creationId xmlns:a16="http://schemas.microsoft.com/office/drawing/2014/main" id="{E9AD7578-26E5-2C4A-A842-CE736093ACAD}"/>
                </a:ext>
              </a:extLst>
            </p:cNvPr>
            <p:cNvSpPr/>
            <p:nvPr/>
          </p:nvSpPr>
          <p:spPr>
            <a:xfrm>
              <a:off x="653690" y="1010108"/>
              <a:ext cx="85625" cy="85545"/>
            </a:xfrm>
            <a:custGeom>
              <a:avLst/>
              <a:gdLst>
                <a:gd name="connsiteX0" fmla="*/ 42813 w 85625"/>
                <a:gd name="connsiteY0" fmla="*/ 85545 h 85545"/>
                <a:gd name="connsiteX1" fmla="*/ 85625 w 85625"/>
                <a:gd name="connsiteY1" fmla="*/ 42773 h 85545"/>
                <a:gd name="connsiteX2" fmla="*/ 42813 w 85625"/>
                <a:gd name="connsiteY2" fmla="*/ 0 h 85545"/>
                <a:gd name="connsiteX3" fmla="*/ 0 w 85625"/>
                <a:gd name="connsiteY3" fmla="*/ 42773 h 85545"/>
                <a:gd name="connsiteX4" fmla="*/ 42813 w 85625"/>
                <a:gd name="connsiteY4" fmla="*/ 85545 h 85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25" h="85545">
                  <a:moveTo>
                    <a:pt x="42813" y="85545"/>
                  </a:moveTo>
                  <a:cubicBezTo>
                    <a:pt x="66455" y="85545"/>
                    <a:pt x="85625" y="66393"/>
                    <a:pt x="85625" y="42773"/>
                  </a:cubicBezTo>
                  <a:cubicBezTo>
                    <a:pt x="85625" y="19152"/>
                    <a:pt x="66455" y="0"/>
                    <a:pt x="42813" y="0"/>
                  </a:cubicBezTo>
                  <a:cubicBezTo>
                    <a:pt x="19170" y="0"/>
                    <a:pt x="0" y="19152"/>
                    <a:pt x="0" y="42773"/>
                  </a:cubicBezTo>
                  <a:cubicBezTo>
                    <a:pt x="0" y="66393"/>
                    <a:pt x="19170" y="85545"/>
                    <a:pt x="42813" y="85545"/>
                  </a:cubicBezTo>
                  <a:close/>
                </a:path>
              </a:pathLst>
            </a:custGeom>
            <a:solidFill>
              <a:srgbClr val="007CB0"/>
            </a:solidFill>
            <a:ln w="6390" cap="flat">
              <a:noFill/>
              <a:prstDash val="solid"/>
              <a:miter/>
            </a:ln>
          </p:spPr>
          <p:txBody>
            <a:bodyPr rtlCol="0" anchor="ctr"/>
            <a:lstStyle/>
            <a:p>
              <a:endParaRPr lang="en-US"/>
            </a:p>
          </p:txBody>
        </p:sp>
      </p:grpSp>
      <p:grpSp>
        <p:nvGrpSpPr>
          <p:cNvPr id="569" name="Graphic 4">
            <a:extLst>
              <a:ext uri="{FF2B5EF4-FFF2-40B4-BE49-F238E27FC236}">
                <a16:creationId xmlns:a16="http://schemas.microsoft.com/office/drawing/2014/main" id="{AC42DBC4-7EF7-6E48-9D5D-EFB8FC967135}"/>
              </a:ext>
            </a:extLst>
          </p:cNvPr>
          <p:cNvGrpSpPr/>
          <p:nvPr/>
        </p:nvGrpSpPr>
        <p:grpSpPr>
          <a:xfrm>
            <a:off x="1515054" y="918179"/>
            <a:ext cx="361670" cy="361333"/>
            <a:chOff x="1515054" y="918179"/>
            <a:chExt cx="361670" cy="361333"/>
          </a:xfrm>
          <a:solidFill>
            <a:srgbClr val="007CB0"/>
          </a:solidFill>
        </p:grpSpPr>
        <p:sp>
          <p:nvSpPr>
            <p:cNvPr id="570" name="Graphic 4">
              <a:extLst>
                <a:ext uri="{FF2B5EF4-FFF2-40B4-BE49-F238E27FC236}">
                  <a16:creationId xmlns:a16="http://schemas.microsoft.com/office/drawing/2014/main" id="{BB8D1948-44D1-0646-8730-9E7D00171125}"/>
                </a:ext>
              </a:extLst>
            </p:cNvPr>
            <p:cNvSpPr/>
            <p:nvPr/>
          </p:nvSpPr>
          <p:spPr>
            <a:xfrm>
              <a:off x="1515054"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234"/>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571" name="Graphic 4">
              <a:extLst>
                <a:ext uri="{FF2B5EF4-FFF2-40B4-BE49-F238E27FC236}">
                  <a16:creationId xmlns:a16="http://schemas.microsoft.com/office/drawing/2014/main" id="{A43F1689-822C-1C4C-B851-E4A5F1059697}"/>
                </a:ext>
              </a:extLst>
            </p:cNvPr>
            <p:cNvSpPr/>
            <p:nvPr/>
          </p:nvSpPr>
          <p:spPr>
            <a:xfrm>
              <a:off x="1567291" y="990341"/>
              <a:ext cx="252736" cy="212662"/>
            </a:xfrm>
            <a:custGeom>
              <a:avLst/>
              <a:gdLst>
                <a:gd name="connsiteX0" fmla="*/ 191858 w 252736"/>
                <a:gd name="connsiteY0" fmla="*/ 1254 h 212662"/>
                <a:gd name="connsiteX1" fmla="*/ 136905 w 252736"/>
                <a:gd name="connsiteY1" fmla="*/ 10830 h 212662"/>
                <a:gd name="connsiteX2" fmla="*/ 111345 w 252736"/>
                <a:gd name="connsiteY2" fmla="*/ 1254 h 212662"/>
                <a:gd name="connsiteX3" fmla="*/ 14218 w 252736"/>
                <a:gd name="connsiteY3" fmla="*/ 71478 h 212662"/>
                <a:gd name="connsiteX4" fmla="*/ 14218 w 252736"/>
                <a:gd name="connsiteY4" fmla="*/ 72116 h 212662"/>
                <a:gd name="connsiteX5" fmla="*/ 17413 w 252736"/>
                <a:gd name="connsiteY5" fmla="*/ 95737 h 212662"/>
                <a:gd name="connsiteX6" fmla="*/ 18052 w 252736"/>
                <a:gd name="connsiteY6" fmla="*/ 98291 h 212662"/>
                <a:gd name="connsiteX7" fmla="*/ 2077 w 252736"/>
                <a:gd name="connsiteY7" fmla="*/ 118081 h 212662"/>
                <a:gd name="connsiteX8" fmla="*/ 1438 w 252736"/>
                <a:gd name="connsiteY8" fmla="*/ 119358 h 212662"/>
                <a:gd name="connsiteX9" fmla="*/ 1438 w 252736"/>
                <a:gd name="connsiteY9" fmla="*/ 130210 h 212662"/>
                <a:gd name="connsiteX10" fmla="*/ 9745 w 252736"/>
                <a:gd name="connsiteY10" fmla="*/ 137233 h 212662"/>
                <a:gd name="connsiteX11" fmla="*/ 13579 w 252736"/>
                <a:gd name="connsiteY11" fmla="*/ 137871 h 212662"/>
                <a:gd name="connsiteX12" fmla="*/ 16774 w 252736"/>
                <a:gd name="connsiteY12" fmla="*/ 138510 h 212662"/>
                <a:gd name="connsiteX13" fmla="*/ 14857 w 252736"/>
                <a:gd name="connsiteY13" fmla="*/ 141063 h 212662"/>
                <a:gd name="connsiteX14" fmla="*/ 13579 w 252736"/>
                <a:gd name="connsiteY14" fmla="*/ 148724 h 212662"/>
                <a:gd name="connsiteX15" fmla="*/ 16135 w 252736"/>
                <a:gd name="connsiteY15" fmla="*/ 152554 h 212662"/>
                <a:gd name="connsiteX16" fmla="*/ 14857 w 252736"/>
                <a:gd name="connsiteY16" fmla="*/ 156385 h 212662"/>
                <a:gd name="connsiteX17" fmla="*/ 17413 w 252736"/>
                <a:gd name="connsiteY17" fmla="*/ 162769 h 212662"/>
                <a:gd name="connsiteX18" fmla="*/ 19969 w 252736"/>
                <a:gd name="connsiteY18" fmla="*/ 164684 h 212662"/>
                <a:gd name="connsiteX19" fmla="*/ 21247 w 252736"/>
                <a:gd name="connsiteY19" fmla="*/ 178090 h 212662"/>
                <a:gd name="connsiteX20" fmla="*/ 32748 w 252736"/>
                <a:gd name="connsiteY20" fmla="*/ 187666 h 212662"/>
                <a:gd name="connsiteX21" fmla="*/ 67893 w 252736"/>
                <a:gd name="connsiteY21" fmla="*/ 185113 h 212662"/>
                <a:gd name="connsiteX22" fmla="*/ 68532 w 252736"/>
                <a:gd name="connsiteY22" fmla="*/ 207457 h 212662"/>
                <a:gd name="connsiteX23" fmla="*/ 74283 w 252736"/>
                <a:gd name="connsiteY23" fmla="*/ 212564 h 212662"/>
                <a:gd name="connsiteX24" fmla="*/ 79395 w 252736"/>
                <a:gd name="connsiteY24" fmla="*/ 206818 h 212662"/>
                <a:gd name="connsiteX25" fmla="*/ 78756 w 252736"/>
                <a:gd name="connsiteY25" fmla="*/ 177452 h 212662"/>
                <a:gd name="connsiteX26" fmla="*/ 76200 w 252736"/>
                <a:gd name="connsiteY26" fmla="*/ 172983 h 212662"/>
                <a:gd name="connsiteX27" fmla="*/ 71088 w 252736"/>
                <a:gd name="connsiteY27" fmla="*/ 172345 h 212662"/>
                <a:gd name="connsiteX28" fmla="*/ 35304 w 252736"/>
                <a:gd name="connsiteY28" fmla="*/ 176175 h 212662"/>
                <a:gd name="connsiteX29" fmla="*/ 30832 w 252736"/>
                <a:gd name="connsiteY29" fmla="*/ 172345 h 212662"/>
                <a:gd name="connsiteX30" fmla="*/ 30192 w 252736"/>
                <a:gd name="connsiteY30" fmla="*/ 167238 h 212662"/>
                <a:gd name="connsiteX31" fmla="*/ 26997 w 252736"/>
                <a:gd name="connsiteY31" fmla="*/ 155108 h 212662"/>
                <a:gd name="connsiteX32" fmla="*/ 26997 w 252736"/>
                <a:gd name="connsiteY32" fmla="*/ 155108 h 212662"/>
                <a:gd name="connsiteX33" fmla="*/ 26997 w 252736"/>
                <a:gd name="connsiteY33" fmla="*/ 155108 h 212662"/>
                <a:gd name="connsiteX34" fmla="*/ 27637 w 252736"/>
                <a:gd name="connsiteY34" fmla="*/ 154470 h 212662"/>
                <a:gd name="connsiteX35" fmla="*/ 28915 w 252736"/>
                <a:gd name="connsiteY35" fmla="*/ 149362 h 212662"/>
                <a:gd name="connsiteX36" fmla="*/ 25720 w 252736"/>
                <a:gd name="connsiteY36" fmla="*/ 145532 h 212662"/>
                <a:gd name="connsiteX37" fmla="*/ 24442 w 252736"/>
                <a:gd name="connsiteY37" fmla="*/ 144894 h 212662"/>
                <a:gd name="connsiteX38" fmla="*/ 25080 w 252736"/>
                <a:gd name="connsiteY38" fmla="*/ 143617 h 212662"/>
                <a:gd name="connsiteX39" fmla="*/ 26997 w 252736"/>
                <a:gd name="connsiteY39" fmla="*/ 135956 h 212662"/>
                <a:gd name="connsiteX40" fmla="*/ 26997 w 252736"/>
                <a:gd name="connsiteY40" fmla="*/ 135318 h 212662"/>
                <a:gd name="connsiteX41" fmla="*/ 25720 w 252736"/>
                <a:gd name="connsiteY41" fmla="*/ 129572 h 212662"/>
                <a:gd name="connsiteX42" fmla="*/ 20608 w 252736"/>
                <a:gd name="connsiteY42" fmla="*/ 126380 h 212662"/>
                <a:gd name="connsiteX43" fmla="*/ 14218 w 252736"/>
                <a:gd name="connsiteY43" fmla="*/ 125103 h 212662"/>
                <a:gd name="connsiteX44" fmla="*/ 10384 w 252736"/>
                <a:gd name="connsiteY44" fmla="*/ 124465 h 212662"/>
                <a:gd name="connsiteX45" fmla="*/ 9106 w 252736"/>
                <a:gd name="connsiteY45" fmla="*/ 122550 h 212662"/>
                <a:gd name="connsiteX46" fmla="*/ 24442 w 252736"/>
                <a:gd name="connsiteY46" fmla="*/ 103398 h 212662"/>
                <a:gd name="connsiteX47" fmla="*/ 26997 w 252736"/>
                <a:gd name="connsiteY47" fmla="*/ 96375 h 212662"/>
                <a:gd name="connsiteX48" fmla="*/ 25080 w 252736"/>
                <a:gd name="connsiteY48" fmla="*/ 88715 h 212662"/>
                <a:gd name="connsiteX49" fmla="*/ 23163 w 252736"/>
                <a:gd name="connsiteY49" fmla="*/ 72755 h 212662"/>
                <a:gd name="connsiteX50" fmla="*/ 23163 w 252736"/>
                <a:gd name="connsiteY50" fmla="*/ 71478 h 212662"/>
                <a:gd name="connsiteX51" fmla="*/ 106872 w 252736"/>
                <a:gd name="connsiteY51" fmla="*/ 10192 h 212662"/>
                <a:gd name="connsiteX52" fmla="*/ 124125 w 252736"/>
                <a:gd name="connsiteY52" fmla="*/ 15937 h 212662"/>
                <a:gd name="connsiteX53" fmla="*/ 92814 w 252736"/>
                <a:gd name="connsiteY53" fmla="*/ 69563 h 212662"/>
                <a:gd name="connsiteX54" fmla="*/ 92814 w 252736"/>
                <a:gd name="connsiteY54" fmla="*/ 70201 h 212662"/>
                <a:gd name="connsiteX55" fmla="*/ 96009 w 252736"/>
                <a:gd name="connsiteY55" fmla="*/ 93822 h 212662"/>
                <a:gd name="connsiteX56" fmla="*/ 96648 w 252736"/>
                <a:gd name="connsiteY56" fmla="*/ 96375 h 212662"/>
                <a:gd name="connsiteX57" fmla="*/ 80673 w 252736"/>
                <a:gd name="connsiteY57" fmla="*/ 116166 h 212662"/>
                <a:gd name="connsiteX58" fmla="*/ 80034 w 252736"/>
                <a:gd name="connsiteY58" fmla="*/ 117442 h 212662"/>
                <a:gd name="connsiteX59" fmla="*/ 80034 w 252736"/>
                <a:gd name="connsiteY59" fmla="*/ 128295 h 212662"/>
                <a:gd name="connsiteX60" fmla="*/ 88341 w 252736"/>
                <a:gd name="connsiteY60" fmla="*/ 135318 h 212662"/>
                <a:gd name="connsiteX61" fmla="*/ 92175 w 252736"/>
                <a:gd name="connsiteY61" fmla="*/ 135956 h 212662"/>
                <a:gd name="connsiteX62" fmla="*/ 95370 w 252736"/>
                <a:gd name="connsiteY62" fmla="*/ 136594 h 212662"/>
                <a:gd name="connsiteX63" fmla="*/ 93453 w 252736"/>
                <a:gd name="connsiteY63" fmla="*/ 139148 h 212662"/>
                <a:gd name="connsiteX64" fmla="*/ 92175 w 252736"/>
                <a:gd name="connsiteY64" fmla="*/ 146809 h 212662"/>
                <a:gd name="connsiteX65" fmla="*/ 94731 w 252736"/>
                <a:gd name="connsiteY65" fmla="*/ 150639 h 212662"/>
                <a:gd name="connsiteX66" fmla="*/ 93453 w 252736"/>
                <a:gd name="connsiteY66" fmla="*/ 154470 h 212662"/>
                <a:gd name="connsiteX67" fmla="*/ 96009 w 252736"/>
                <a:gd name="connsiteY67" fmla="*/ 160854 h 212662"/>
                <a:gd name="connsiteX68" fmla="*/ 98565 w 252736"/>
                <a:gd name="connsiteY68" fmla="*/ 162769 h 212662"/>
                <a:gd name="connsiteX69" fmla="*/ 99843 w 252736"/>
                <a:gd name="connsiteY69" fmla="*/ 176175 h 212662"/>
                <a:gd name="connsiteX70" fmla="*/ 111345 w 252736"/>
                <a:gd name="connsiteY70" fmla="*/ 185751 h 212662"/>
                <a:gd name="connsiteX71" fmla="*/ 144572 w 252736"/>
                <a:gd name="connsiteY71" fmla="*/ 183836 h 212662"/>
                <a:gd name="connsiteX72" fmla="*/ 145211 w 252736"/>
                <a:gd name="connsiteY72" fmla="*/ 187666 h 212662"/>
                <a:gd name="connsiteX73" fmla="*/ 145850 w 252736"/>
                <a:gd name="connsiteY73" fmla="*/ 194689 h 212662"/>
                <a:gd name="connsiteX74" fmla="*/ 147128 w 252736"/>
                <a:gd name="connsiteY74" fmla="*/ 206180 h 212662"/>
                <a:gd name="connsiteX75" fmla="*/ 152879 w 252736"/>
                <a:gd name="connsiteY75" fmla="*/ 211287 h 212662"/>
                <a:gd name="connsiteX76" fmla="*/ 234031 w 252736"/>
                <a:gd name="connsiteY76" fmla="*/ 211287 h 212662"/>
                <a:gd name="connsiteX77" fmla="*/ 238504 w 252736"/>
                <a:gd name="connsiteY77" fmla="*/ 209372 h 212662"/>
                <a:gd name="connsiteX78" fmla="*/ 239782 w 252736"/>
                <a:gd name="connsiteY78" fmla="*/ 204903 h 212662"/>
                <a:gd name="connsiteX79" fmla="*/ 235309 w 252736"/>
                <a:gd name="connsiteY79" fmla="*/ 142340 h 212662"/>
                <a:gd name="connsiteX80" fmla="*/ 242977 w 252736"/>
                <a:gd name="connsiteY80" fmla="*/ 117442 h 212662"/>
                <a:gd name="connsiteX81" fmla="*/ 250645 w 252736"/>
                <a:gd name="connsiteY81" fmla="*/ 98291 h 212662"/>
                <a:gd name="connsiteX82" fmla="*/ 191858 w 252736"/>
                <a:gd name="connsiteY82" fmla="*/ 1254 h 212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52736" h="212662">
                  <a:moveTo>
                    <a:pt x="191858" y="1254"/>
                  </a:moveTo>
                  <a:cubicBezTo>
                    <a:pt x="173966" y="-1938"/>
                    <a:pt x="154157" y="1254"/>
                    <a:pt x="136905" y="10830"/>
                  </a:cubicBezTo>
                  <a:cubicBezTo>
                    <a:pt x="128597" y="5723"/>
                    <a:pt x="120291" y="2531"/>
                    <a:pt x="111345" y="1254"/>
                  </a:cubicBezTo>
                  <a:cubicBezTo>
                    <a:pt x="72366" y="-5768"/>
                    <a:pt x="25080" y="16576"/>
                    <a:pt x="14218" y="71478"/>
                  </a:cubicBezTo>
                  <a:lnTo>
                    <a:pt x="14218" y="72116"/>
                  </a:lnTo>
                  <a:cubicBezTo>
                    <a:pt x="12940" y="76585"/>
                    <a:pt x="11662" y="84884"/>
                    <a:pt x="17413" y="95737"/>
                  </a:cubicBezTo>
                  <a:cubicBezTo>
                    <a:pt x="18052" y="96375"/>
                    <a:pt x="18052" y="97652"/>
                    <a:pt x="18052" y="98291"/>
                  </a:cubicBezTo>
                  <a:lnTo>
                    <a:pt x="2077" y="118081"/>
                  </a:lnTo>
                  <a:cubicBezTo>
                    <a:pt x="2077" y="118081"/>
                    <a:pt x="1438" y="118719"/>
                    <a:pt x="1438" y="119358"/>
                  </a:cubicBezTo>
                  <a:cubicBezTo>
                    <a:pt x="-479" y="122550"/>
                    <a:pt x="-479" y="127018"/>
                    <a:pt x="1438" y="130210"/>
                  </a:cubicBezTo>
                  <a:cubicBezTo>
                    <a:pt x="3355" y="134041"/>
                    <a:pt x="6550" y="136594"/>
                    <a:pt x="9745" y="137233"/>
                  </a:cubicBezTo>
                  <a:cubicBezTo>
                    <a:pt x="11023" y="137233"/>
                    <a:pt x="12301" y="137871"/>
                    <a:pt x="13579" y="137871"/>
                  </a:cubicBezTo>
                  <a:cubicBezTo>
                    <a:pt x="14218" y="137871"/>
                    <a:pt x="15496" y="138510"/>
                    <a:pt x="16774" y="138510"/>
                  </a:cubicBezTo>
                  <a:lnTo>
                    <a:pt x="14857" y="141063"/>
                  </a:lnTo>
                  <a:cubicBezTo>
                    <a:pt x="12940" y="142978"/>
                    <a:pt x="12301" y="146170"/>
                    <a:pt x="13579" y="148724"/>
                  </a:cubicBezTo>
                  <a:cubicBezTo>
                    <a:pt x="14218" y="150001"/>
                    <a:pt x="14857" y="151278"/>
                    <a:pt x="16135" y="152554"/>
                  </a:cubicBezTo>
                  <a:cubicBezTo>
                    <a:pt x="15496" y="153831"/>
                    <a:pt x="14857" y="155108"/>
                    <a:pt x="14857" y="156385"/>
                  </a:cubicBezTo>
                  <a:cubicBezTo>
                    <a:pt x="14857" y="158938"/>
                    <a:pt x="15496" y="161492"/>
                    <a:pt x="17413" y="162769"/>
                  </a:cubicBezTo>
                  <a:lnTo>
                    <a:pt x="19969" y="164684"/>
                  </a:lnTo>
                  <a:cubicBezTo>
                    <a:pt x="18691" y="168514"/>
                    <a:pt x="18691" y="174260"/>
                    <a:pt x="21247" y="178090"/>
                  </a:cubicBezTo>
                  <a:cubicBezTo>
                    <a:pt x="22525" y="181282"/>
                    <a:pt x="26358" y="185751"/>
                    <a:pt x="32748" y="187666"/>
                  </a:cubicBezTo>
                  <a:cubicBezTo>
                    <a:pt x="42333" y="190220"/>
                    <a:pt x="58308" y="187666"/>
                    <a:pt x="67893" y="185113"/>
                  </a:cubicBezTo>
                  <a:lnTo>
                    <a:pt x="68532" y="207457"/>
                  </a:lnTo>
                  <a:cubicBezTo>
                    <a:pt x="68532" y="210649"/>
                    <a:pt x="71088" y="213202"/>
                    <a:pt x="74283" y="212564"/>
                  </a:cubicBezTo>
                  <a:cubicBezTo>
                    <a:pt x="77478" y="212564"/>
                    <a:pt x="80034" y="210010"/>
                    <a:pt x="79395" y="206818"/>
                  </a:cubicBezTo>
                  <a:lnTo>
                    <a:pt x="78756" y="177452"/>
                  </a:lnTo>
                  <a:cubicBezTo>
                    <a:pt x="78756" y="175537"/>
                    <a:pt x="78117" y="174260"/>
                    <a:pt x="76200" y="172983"/>
                  </a:cubicBezTo>
                  <a:cubicBezTo>
                    <a:pt x="74922" y="171706"/>
                    <a:pt x="73005" y="171706"/>
                    <a:pt x="71088" y="172345"/>
                  </a:cubicBezTo>
                  <a:cubicBezTo>
                    <a:pt x="64059" y="174260"/>
                    <a:pt x="44250" y="178729"/>
                    <a:pt x="35304" y="176175"/>
                  </a:cubicBezTo>
                  <a:cubicBezTo>
                    <a:pt x="33387" y="175537"/>
                    <a:pt x="31470" y="174260"/>
                    <a:pt x="30832" y="172345"/>
                  </a:cubicBezTo>
                  <a:cubicBezTo>
                    <a:pt x="29553" y="170430"/>
                    <a:pt x="30192" y="167876"/>
                    <a:pt x="30192" y="167238"/>
                  </a:cubicBezTo>
                  <a:cubicBezTo>
                    <a:pt x="32109" y="162769"/>
                    <a:pt x="30832" y="158300"/>
                    <a:pt x="26997" y="155108"/>
                  </a:cubicBezTo>
                  <a:lnTo>
                    <a:pt x="26997" y="155108"/>
                  </a:lnTo>
                  <a:cubicBezTo>
                    <a:pt x="26997" y="155108"/>
                    <a:pt x="26997" y="155108"/>
                    <a:pt x="26997" y="155108"/>
                  </a:cubicBezTo>
                  <a:lnTo>
                    <a:pt x="27637" y="154470"/>
                  </a:lnTo>
                  <a:cubicBezTo>
                    <a:pt x="28915" y="153193"/>
                    <a:pt x="29553" y="151278"/>
                    <a:pt x="28915" y="149362"/>
                  </a:cubicBezTo>
                  <a:cubicBezTo>
                    <a:pt x="28915" y="147447"/>
                    <a:pt x="27637" y="146170"/>
                    <a:pt x="25720" y="145532"/>
                  </a:cubicBezTo>
                  <a:cubicBezTo>
                    <a:pt x="25080" y="145532"/>
                    <a:pt x="24442" y="144894"/>
                    <a:pt x="24442" y="144894"/>
                  </a:cubicBezTo>
                  <a:lnTo>
                    <a:pt x="25080" y="143617"/>
                  </a:lnTo>
                  <a:cubicBezTo>
                    <a:pt x="25720" y="142978"/>
                    <a:pt x="26997" y="139148"/>
                    <a:pt x="26997" y="135956"/>
                  </a:cubicBezTo>
                  <a:cubicBezTo>
                    <a:pt x="26997" y="135956"/>
                    <a:pt x="26997" y="135956"/>
                    <a:pt x="26997" y="135318"/>
                  </a:cubicBezTo>
                  <a:cubicBezTo>
                    <a:pt x="27637" y="133402"/>
                    <a:pt x="26997" y="131487"/>
                    <a:pt x="25720" y="129572"/>
                  </a:cubicBezTo>
                  <a:cubicBezTo>
                    <a:pt x="24442" y="128295"/>
                    <a:pt x="22525" y="127018"/>
                    <a:pt x="20608" y="126380"/>
                  </a:cubicBezTo>
                  <a:cubicBezTo>
                    <a:pt x="18691" y="126380"/>
                    <a:pt x="16774" y="125742"/>
                    <a:pt x="14218" y="125103"/>
                  </a:cubicBezTo>
                  <a:cubicBezTo>
                    <a:pt x="12940" y="125103"/>
                    <a:pt x="11662" y="124465"/>
                    <a:pt x="10384" y="124465"/>
                  </a:cubicBezTo>
                  <a:cubicBezTo>
                    <a:pt x="9745" y="124465"/>
                    <a:pt x="9106" y="123188"/>
                    <a:pt x="9106" y="122550"/>
                  </a:cubicBezTo>
                  <a:lnTo>
                    <a:pt x="24442" y="103398"/>
                  </a:lnTo>
                  <a:cubicBezTo>
                    <a:pt x="25720" y="101483"/>
                    <a:pt x="26997" y="98929"/>
                    <a:pt x="26997" y="96375"/>
                  </a:cubicBezTo>
                  <a:cubicBezTo>
                    <a:pt x="26997" y="93822"/>
                    <a:pt x="26358" y="90630"/>
                    <a:pt x="25080" y="88715"/>
                  </a:cubicBezTo>
                  <a:cubicBezTo>
                    <a:pt x="21247" y="81054"/>
                    <a:pt x="21886" y="76585"/>
                    <a:pt x="23163" y="72755"/>
                  </a:cubicBezTo>
                  <a:lnTo>
                    <a:pt x="23163" y="71478"/>
                  </a:lnTo>
                  <a:cubicBezTo>
                    <a:pt x="32748" y="23598"/>
                    <a:pt x="73644" y="4446"/>
                    <a:pt x="106872" y="10192"/>
                  </a:cubicBezTo>
                  <a:cubicBezTo>
                    <a:pt x="112623" y="11468"/>
                    <a:pt x="118374" y="13384"/>
                    <a:pt x="124125" y="15937"/>
                  </a:cubicBezTo>
                  <a:cubicBezTo>
                    <a:pt x="109428" y="27428"/>
                    <a:pt x="97926" y="45304"/>
                    <a:pt x="92814" y="69563"/>
                  </a:cubicBezTo>
                  <a:lnTo>
                    <a:pt x="92814" y="70201"/>
                  </a:lnTo>
                  <a:cubicBezTo>
                    <a:pt x="91536" y="74670"/>
                    <a:pt x="90258" y="82969"/>
                    <a:pt x="96009" y="93822"/>
                  </a:cubicBezTo>
                  <a:cubicBezTo>
                    <a:pt x="96648" y="94460"/>
                    <a:pt x="96648" y="95737"/>
                    <a:pt x="96648" y="96375"/>
                  </a:cubicBezTo>
                  <a:lnTo>
                    <a:pt x="80673" y="116166"/>
                  </a:lnTo>
                  <a:cubicBezTo>
                    <a:pt x="80673" y="116166"/>
                    <a:pt x="80034" y="116804"/>
                    <a:pt x="80034" y="117442"/>
                  </a:cubicBezTo>
                  <a:cubicBezTo>
                    <a:pt x="78117" y="120634"/>
                    <a:pt x="78117" y="125103"/>
                    <a:pt x="80034" y="128295"/>
                  </a:cubicBezTo>
                  <a:cubicBezTo>
                    <a:pt x="81951" y="132126"/>
                    <a:pt x="85146" y="134679"/>
                    <a:pt x="88341" y="135318"/>
                  </a:cubicBezTo>
                  <a:cubicBezTo>
                    <a:pt x="89619" y="135318"/>
                    <a:pt x="90897" y="135956"/>
                    <a:pt x="92175" y="135956"/>
                  </a:cubicBezTo>
                  <a:cubicBezTo>
                    <a:pt x="92814" y="135956"/>
                    <a:pt x="94092" y="136594"/>
                    <a:pt x="95370" y="136594"/>
                  </a:cubicBezTo>
                  <a:lnTo>
                    <a:pt x="93453" y="139148"/>
                  </a:lnTo>
                  <a:cubicBezTo>
                    <a:pt x="91536" y="141063"/>
                    <a:pt x="90897" y="144255"/>
                    <a:pt x="92175" y="146809"/>
                  </a:cubicBezTo>
                  <a:cubicBezTo>
                    <a:pt x="92814" y="148086"/>
                    <a:pt x="93453" y="149362"/>
                    <a:pt x="94731" y="150639"/>
                  </a:cubicBezTo>
                  <a:cubicBezTo>
                    <a:pt x="94092" y="151916"/>
                    <a:pt x="93453" y="153193"/>
                    <a:pt x="93453" y="154470"/>
                  </a:cubicBezTo>
                  <a:cubicBezTo>
                    <a:pt x="93453" y="157023"/>
                    <a:pt x="94092" y="159577"/>
                    <a:pt x="96009" y="160854"/>
                  </a:cubicBezTo>
                  <a:lnTo>
                    <a:pt x="98565" y="162769"/>
                  </a:lnTo>
                  <a:cubicBezTo>
                    <a:pt x="97287" y="166599"/>
                    <a:pt x="97287" y="172345"/>
                    <a:pt x="99843" y="176175"/>
                  </a:cubicBezTo>
                  <a:cubicBezTo>
                    <a:pt x="101121" y="179367"/>
                    <a:pt x="104955" y="183836"/>
                    <a:pt x="111345" y="185751"/>
                  </a:cubicBezTo>
                  <a:cubicBezTo>
                    <a:pt x="120930" y="188305"/>
                    <a:pt x="136265" y="185751"/>
                    <a:pt x="144572" y="183836"/>
                  </a:cubicBezTo>
                  <a:lnTo>
                    <a:pt x="145211" y="187666"/>
                  </a:lnTo>
                  <a:cubicBezTo>
                    <a:pt x="145211" y="190220"/>
                    <a:pt x="145850" y="192774"/>
                    <a:pt x="145850" y="194689"/>
                  </a:cubicBezTo>
                  <a:lnTo>
                    <a:pt x="147128" y="206180"/>
                  </a:lnTo>
                  <a:cubicBezTo>
                    <a:pt x="147128" y="208733"/>
                    <a:pt x="149684" y="211287"/>
                    <a:pt x="152879" y="211287"/>
                  </a:cubicBezTo>
                  <a:lnTo>
                    <a:pt x="234031" y="211287"/>
                  </a:lnTo>
                  <a:cubicBezTo>
                    <a:pt x="235949" y="211287"/>
                    <a:pt x="237226" y="210649"/>
                    <a:pt x="238504" y="209372"/>
                  </a:cubicBezTo>
                  <a:cubicBezTo>
                    <a:pt x="239782" y="208095"/>
                    <a:pt x="239782" y="206818"/>
                    <a:pt x="239782" y="204903"/>
                  </a:cubicBezTo>
                  <a:cubicBezTo>
                    <a:pt x="239782" y="204265"/>
                    <a:pt x="235309" y="167876"/>
                    <a:pt x="235309" y="142340"/>
                  </a:cubicBezTo>
                  <a:cubicBezTo>
                    <a:pt x="235309" y="131487"/>
                    <a:pt x="239143" y="124465"/>
                    <a:pt x="242977" y="117442"/>
                  </a:cubicBezTo>
                  <a:cubicBezTo>
                    <a:pt x="246172" y="111697"/>
                    <a:pt x="249367" y="105951"/>
                    <a:pt x="250645" y="98291"/>
                  </a:cubicBezTo>
                  <a:cubicBezTo>
                    <a:pt x="261508" y="41473"/>
                    <a:pt x="228281" y="7638"/>
                    <a:pt x="191858" y="1254"/>
                  </a:cubicBezTo>
                  <a:close/>
                </a:path>
              </a:pathLst>
            </a:custGeom>
            <a:solidFill>
              <a:srgbClr val="007CB0"/>
            </a:solidFill>
            <a:ln w="6390" cap="flat">
              <a:noFill/>
              <a:prstDash val="solid"/>
              <a:miter/>
            </a:ln>
          </p:spPr>
          <p:txBody>
            <a:bodyPr rtlCol="0" anchor="ctr"/>
            <a:lstStyle/>
            <a:p>
              <a:endParaRPr lang="en-US"/>
            </a:p>
          </p:txBody>
        </p:sp>
      </p:grpSp>
      <p:grpSp>
        <p:nvGrpSpPr>
          <p:cNvPr id="572" name="Graphic 4">
            <a:extLst>
              <a:ext uri="{FF2B5EF4-FFF2-40B4-BE49-F238E27FC236}">
                <a16:creationId xmlns:a16="http://schemas.microsoft.com/office/drawing/2014/main" id="{95F7B1AE-A395-0546-8ADF-8A93B3A0590B}"/>
              </a:ext>
            </a:extLst>
          </p:cNvPr>
          <p:cNvGrpSpPr/>
          <p:nvPr/>
        </p:nvGrpSpPr>
        <p:grpSpPr>
          <a:xfrm>
            <a:off x="2561086" y="2371173"/>
            <a:ext cx="361670" cy="361333"/>
            <a:chOff x="2561086" y="2371173"/>
            <a:chExt cx="361670" cy="361333"/>
          </a:xfrm>
          <a:solidFill>
            <a:srgbClr val="007CB0"/>
          </a:solidFill>
        </p:grpSpPr>
        <p:sp>
          <p:nvSpPr>
            <p:cNvPr id="573" name="Graphic 4">
              <a:extLst>
                <a:ext uri="{FF2B5EF4-FFF2-40B4-BE49-F238E27FC236}">
                  <a16:creationId xmlns:a16="http://schemas.microsoft.com/office/drawing/2014/main" id="{373A193A-26E7-444B-AB8B-F3EB9E883C42}"/>
                </a:ext>
              </a:extLst>
            </p:cNvPr>
            <p:cNvSpPr/>
            <p:nvPr/>
          </p:nvSpPr>
          <p:spPr>
            <a:xfrm>
              <a:off x="2561086"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574" name="Graphic 4">
              <a:extLst>
                <a:ext uri="{FF2B5EF4-FFF2-40B4-BE49-F238E27FC236}">
                  <a16:creationId xmlns:a16="http://schemas.microsoft.com/office/drawing/2014/main" id="{F1D2B7B0-205F-EB4B-A08C-B34E87DC240D}"/>
                </a:ext>
              </a:extLst>
            </p:cNvPr>
            <p:cNvSpPr/>
            <p:nvPr/>
          </p:nvSpPr>
          <p:spPr>
            <a:xfrm>
              <a:off x="2617404" y="2537795"/>
              <a:ext cx="249760" cy="118103"/>
            </a:xfrm>
            <a:custGeom>
              <a:avLst/>
              <a:gdLst>
                <a:gd name="connsiteX0" fmla="*/ 242731 w 249760"/>
                <a:gd name="connsiteY0" fmla="*/ 59371 h 118103"/>
                <a:gd name="connsiteX1" fmla="*/ 240175 w 249760"/>
                <a:gd name="connsiteY1" fmla="*/ 59371 h 118103"/>
                <a:gd name="connsiteX2" fmla="*/ 211420 w 249760"/>
                <a:gd name="connsiteY2" fmla="*/ 68309 h 118103"/>
                <a:gd name="connsiteX3" fmla="*/ 165413 w 249760"/>
                <a:gd name="connsiteY3" fmla="*/ 98952 h 118103"/>
                <a:gd name="connsiteX4" fmla="*/ 143048 w 249760"/>
                <a:gd name="connsiteY4" fmla="*/ 105974 h 118103"/>
                <a:gd name="connsiteX5" fmla="*/ 88734 w 249760"/>
                <a:gd name="connsiteY5" fmla="*/ 105974 h 118103"/>
                <a:gd name="connsiteX6" fmla="*/ 75954 w 249760"/>
                <a:gd name="connsiteY6" fmla="*/ 103421 h 118103"/>
                <a:gd name="connsiteX7" fmla="*/ 13332 w 249760"/>
                <a:gd name="connsiteY7" fmla="*/ 75331 h 118103"/>
                <a:gd name="connsiteX8" fmla="*/ 12054 w 249760"/>
                <a:gd name="connsiteY8" fmla="*/ 74054 h 118103"/>
                <a:gd name="connsiteX9" fmla="*/ 22278 w 249760"/>
                <a:gd name="connsiteY9" fmla="*/ 68309 h 118103"/>
                <a:gd name="connsiteX10" fmla="*/ 79788 w 249760"/>
                <a:gd name="connsiteY10" fmla="*/ 82353 h 118103"/>
                <a:gd name="connsiteX11" fmla="*/ 81705 w 249760"/>
                <a:gd name="connsiteY11" fmla="*/ 90653 h 118103"/>
                <a:gd name="connsiteX12" fmla="*/ 93845 w 249760"/>
                <a:gd name="connsiteY12" fmla="*/ 97675 h 118103"/>
                <a:gd name="connsiteX13" fmla="*/ 100874 w 249760"/>
                <a:gd name="connsiteY13" fmla="*/ 96398 h 118103"/>
                <a:gd name="connsiteX14" fmla="*/ 135380 w 249760"/>
                <a:gd name="connsiteY14" fmla="*/ 88737 h 118103"/>
                <a:gd name="connsiteX15" fmla="*/ 153272 w 249760"/>
                <a:gd name="connsiteY15" fmla="*/ 80438 h 118103"/>
                <a:gd name="connsiteX16" fmla="*/ 175637 w 249760"/>
                <a:gd name="connsiteY16" fmla="*/ 63201 h 118103"/>
                <a:gd name="connsiteX17" fmla="*/ 176915 w 249760"/>
                <a:gd name="connsiteY17" fmla="*/ 54264 h 118103"/>
                <a:gd name="connsiteX18" fmla="*/ 167969 w 249760"/>
                <a:gd name="connsiteY18" fmla="*/ 52987 h 118103"/>
                <a:gd name="connsiteX19" fmla="*/ 145604 w 249760"/>
                <a:gd name="connsiteY19" fmla="*/ 70224 h 118103"/>
                <a:gd name="connsiteX20" fmla="*/ 132824 w 249760"/>
                <a:gd name="connsiteY20" fmla="*/ 76608 h 118103"/>
                <a:gd name="connsiteX21" fmla="*/ 97679 w 249760"/>
                <a:gd name="connsiteY21" fmla="*/ 84269 h 118103"/>
                <a:gd name="connsiteX22" fmla="*/ 93207 w 249760"/>
                <a:gd name="connsiteY22" fmla="*/ 84907 h 118103"/>
                <a:gd name="connsiteX23" fmla="*/ 92568 w 249760"/>
                <a:gd name="connsiteY23" fmla="*/ 81715 h 118103"/>
                <a:gd name="connsiteX24" fmla="*/ 99597 w 249760"/>
                <a:gd name="connsiteY24" fmla="*/ 69585 h 118103"/>
                <a:gd name="connsiteX25" fmla="*/ 128990 w 249760"/>
                <a:gd name="connsiteY25" fmla="*/ 54902 h 118103"/>
                <a:gd name="connsiteX26" fmla="*/ 132185 w 249760"/>
                <a:gd name="connsiteY26" fmla="*/ 51710 h 118103"/>
                <a:gd name="connsiteX27" fmla="*/ 177554 w 249760"/>
                <a:gd name="connsiteY27" fmla="*/ 12768 h 118103"/>
                <a:gd name="connsiteX28" fmla="*/ 240814 w 249760"/>
                <a:gd name="connsiteY28" fmla="*/ 12768 h 118103"/>
                <a:gd name="connsiteX29" fmla="*/ 247204 w 249760"/>
                <a:gd name="connsiteY29" fmla="*/ 6384 h 118103"/>
                <a:gd name="connsiteX30" fmla="*/ 240814 w 249760"/>
                <a:gd name="connsiteY30" fmla="*/ 0 h 118103"/>
                <a:gd name="connsiteX31" fmla="*/ 177554 w 249760"/>
                <a:gd name="connsiteY31" fmla="*/ 0 h 118103"/>
                <a:gd name="connsiteX32" fmla="*/ 121961 w 249760"/>
                <a:gd name="connsiteY32" fmla="*/ 43411 h 118103"/>
                <a:gd name="connsiteX33" fmla="*/ 91929 w 249760"/>
                <a:gd name="connsiteY33" fmla="*/ 58733 h 118103"/>
                <a:gd name="connsiteX34" fmla="*/ 83622 w 249760"/>
                <a:gd name="connsiteY34" fmla="*/ 68947 h 118103"/>
                <a:gd name="connsiteX35" fmla="*/ 25473 w 249760"/>
                <a:gd name="connsiteY35" fmla="*/ 54902 h 118103"/>
                <a:gd name="connsiteX36" fmla="*/ 24834 w 249760"/>
                <a:gd name="connsiteY36" fmla="*/ 54902 h 118103"/>
                <a:gd name="connsiteX37" fmla="*/ 553 w 249760"/>
                <a:gd name="connsiteY37" fmla="*/ 69585 h 118103"/>
                <a:gd name="connsiteX38" fmla="*/ 8220 w 249760"/>
                <a:gd name="connsiteY38" fmla="*/ 86184 h 118103"/>
                <a:gd name="connsiteX39" fmla="*/ 71481 w 249760"/>
                <a:gd name="connsiteY39" fmla="*/ 114273 h 118103"/>
                <a:gd name="connsiteX40" fmla="*/ 89373 w 249760"/>
                <a:gd name="connsiteY40" fmla="*/ 118104 h 118103"/>
                <a:gd name="connsiteX41" fmla="*/ 143687 w 249760"/>
                <a:gd name="connsiteY41" fmla="*/ 118104 h 118103"/>
                <a:gd name="connsiteX42" fmla="*/ 173081 w 249760"/>
                <a:gd name="connsiteY42" fmla="*/ 109166 h 118103"/>
                <a:gd name="connsiteX43" fmla="*/ 219088 w 249760"/>
                <a:gd name="connsiteY43" fmla="*/ 78523 h 118103"/>
                <a:gd name="connsiteX44" fmla="*/ 240814 w 249760"/>
                <a:gd name="connsiteY44" fmla="*/ 72139 h 118103"/>
                <a:gd name="connsiteX45" fmla="*/ 243370 w 249760"/>
                <a:gd name="connsiteY45" fmla="*/ 72139 h 118103"/>
                <a:gd name="connsiteX46" fmla="*/ 249760 w 249760"/>
                <a:gd name="connsiteY46" fmla="*/ 65755 h 118103"/>
                <a:gd name="connsiteX47" fmla="*/ 242731 w 249760"/>
                <a:gd name="connsiteY47" fmla="*/ 59371 h 118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49760" h="118103">
                  <a:moveTo>
                    <a:pt x="242731" y="59371"/>
                  </a:moveTo>
                  <a:lnTo>
                    <a:pt x="240175" y="59371"/>
                  </a:lnTo>
                  <a:cubicBezTo>
                    <a:pt x="229951" y="59371"/>
                    <a:pt x="219727" y="62563"/>
                    <a:pt x="211420" y="68309"/>
                  </a:cubicBezTo>
                  <a:lnTo>
                    <a:pt x="165413" y="98952"/>
                  </a:lnTo>
                  <a:cubicBezTo>
                    <a:pt x="159023" y="103421"/>
                    <a:pt x="151355" y="105974"/>
                    <a:pt x="143048" y="105974"/>
                  </a:cubicBezTo>
                  <a:lnTo>
                    <a:pt x="88734" y="105974"/>
                  </a:lnTo>
                  <a:cubicBezTo>
                    <a:pt x="84261" y="105974"/>
                    <a:pt x="79788" y="105336"/>
                    <a:pt x="75954" y="103421"/>
                  </a:cubicBezTo>
                  <a:lnTo>
                    <a:pt x="13332" y="75331"/>
                  </a:lnTo>
                  <a:cubicBezTo>
                    <a:pt x="12054" y="74693"/>
                    <a:pt x="12054" y="74693"/>
                    <a:pt x="12054" y="74054"/>
                  </a:cubicBezTo>
                  <a:cubicBezTo>
                    <a:pt x="12693" y="71501"/>
                    <a:pt x="17166" y="68309"/>
                    <a:pt x="22278" y="68309"/>
                  </a:cubicBezTo>
                  <a:lnTo>
                    <a:pt x="79788" y="82353"/>
                  </a:lnTo>
                  <a:cubicBezTo>
                    <a:pt x="79788" y="85545"/>
                    <a:pt x="80427" y="88099"/>
                    <a:pt x="81705" y="90653"/>
                  </a:cubicBezTo>
                  <a:cubicBezTo>
                    <a:pt x="82983" y="92568"/>
                    <a:pt x="86178" y="97675"/>
                    <a:pt x="93845" y="97675"/>
                  </a:cubicBezTo>
                  <a:cubicBezTo>
                    <a:pt x="95763" y="97675"/>
                    <a:pt x="98319" y="97037"/>
                    <a:pt x="100874" y="96398"/>
                  </a:cubicBezTo>
                  <a:lnTo>
                    <a:pt x="135380" y="88737"/>
                  </a:lnTo>
                  <a:cubicBezTo>
                    <a:pt x="141770" y="87461"/>
                    <a:pt x="148160" y="84269"/>
                    <a:pt x="153272" y="80438"/>
                  </a:cubicBezTo>
                  <a:lnTo>
                    <a:pt x="175637" y="63201"/>
                  </a:lnTo>
                  <a:cubicBezTo>
                    <a:pt x="178193" y="61286"/>
                    <a:pt x="178832" y="56817"/>
                    <a:pt x="176915" y="54264"/>
                  </a:cubicBezTo>
                  <a:cubicBezTo>
                    <a:pt x="174998" y="51710"/>
                    <a:pt x="170525" y="51072"/>
                    <a:pt x="167969" y="52987"/>
                  </a:cubicBezTo>
                  <a:lnTo>
                    <a:pt x="145604" y="70224"/>
                  </a:lnTo>
                  <a:cubicBezTo>
                    <a:pt x="141770" y="73416"/>
                    <a:pt x="137297" y="75331"/>
                    <a:pt x="132824" y="76608"/>
                  </a:cubicBezTo>
                  <a:lnTo>
                    <a:pt x="97679" y="84269"/>
                  </a:lnTo>
                  <a:cubicBezTo>
                    <a:pt x="94485" y="85545"/>
                    <a:pt x="93207" y="84907"/>
                    <a:pt x="93207" y="84907"/>
                  </a:cubicBezTo>
                  <a:cubicBezTo>
                    <a:pt x="93207" y="84907"/>
                    <a:pt x="92568" y="83630"/>
                    <a:pt x="92568" y="81715"/>
                  </a:cubicBezTo>
                  <a:cubicBezTo>
                    <a:pt x="93207" y="77885"/>
                    <a:pt x="95124" y="72777"/>
                    <a:pt x="99597" y="69585"/>
                  </a:cubicBezTo>
                  <a:cubicBezTo>
                    <a:pt x="106625" y="63840"/>
                    <a:pt x="117488" y="59371"/>
                    <a:pt x="128990" y="54902"/>
                  </a:cubicBezTo>
                  <a:cubicBezTo>
                    <a:pt x="130268" y="54264"/>
                    <a:pt x="131546" y="52987"/>
                    <a:pt x="132185" y="51710"/>
                  </a:cubicBezTo>
                  <a:cubicBezTo>
                    <a:pt x="132185" y="51072"/>
                    <a:pt x="150077" y="14045"/>
                    <a:pt x="177554" y="12768"/>
                  </a:cubicBezTo>
                  <a:lnTo>
                    <a:pt x="240814" y="12768"/>
                  </a:lnTo>
                  <a:cubicBezTo>
                    <a:pt x="244648" y="12768"/>
                    <a:pt x="247204" y="10214"/>
                    <a:pt x="247204" y="6384"/>
                  </a:cubicBezTo>
                  <a:cubicBezTo>
                    <a:pt x="247204" y="2554"/>
                    <a:pt x="244648" y="0"/>
                    <a:pt x="240814" y="0"/>
                  </a:cubicBezTo>
                  <a:lnTo>
                    <a:pt x="177554" y="0"/>
                  </a:lnTo>
                  <a:cubicBezTo>
                    <a:pt x="146243" y="1277"/>
                    <a:pt x="127073" y="34473"/>
                    <a:pt x="121961" y="43411"/>
                  </a:cubicBezTo>
                  <a:cubicBezTo>
                    <a:pt x="110459" y="47880"/>
                    <a:pt x="99597" y="52349"/>
                    <a:pt x="91929" y="58733"/>
                  </a:cubicBezTo>
                  <a:cubicBezTo>
                    <a:pt x="88095" y="61286"/>
                    <a:pt x="85539" y="65117"/>
                    <a:pt x="83622" y="68947"/>
                  </a:cubicBezTo>
                  <a:lnTo>
                    <a:pt x="25473" y="54902"/>
                  </a:lnTo>
                  <a:cubicBezTo>
                    <a:pt x="25473" y="54902"/>
                    <a:pt x="24834" y="54902"/>
                    <a:pt x="24834" y="54902"/>
                  </a:cubicBezTo>
                  <a:cubicBezTo>
                    <a:pt x="12054" y="53625"/>
                    <a:pt x="2469" y="61925"/>
                    <a:pt x="553" y="69585"/>
                  </a:cubicBezTo>
                  <a:cubicBezTo>
                    <a:pt x="-1365" y="76608"/>
                    <a:pt x="1830" y="82992"/>
                    <a:pt x="8220" y="86184"/>
                  </a:cubicBezTo>
                  <a:lnTo>
                    <a:pt x="71481" y="114273"/>
                  </a:lnTo>
                  <a:cubicBezTo>
                    <a:pt x="77232" y="116827"/>
                    <a:pt x="83622" y="118104"/>
                    <a:pt x="89373" y="118104"/>
                  </a:cubicBezTo>
                  <a:lnTo>
                    <a:pt x="143687" y="118104"/>
                  </a:lnTo>
                  <a:cubicBezTo>
                    <a:pt x="153911" y="118104"/>
                    <a:pt x="164135" y="114912"/>
                    <a:pt x="173081" y="109166"/>
                  </a:cubicBezTo>
                  <a:lnTo>
                    <a:pt x="219088" y="78523"/>
                  </a:lnTo>
                  <a:cubicBezTo>
                    <a:pt x="225478" y="74054"/>
                    <a:pt x="233146" y="72139"/>
                    <a:pt x="240814" y="72139"/>
                  </a:cubicBezTo>
                  <a:lnTo>
                    <a:pt x="243370" y="72139"/>
                  </a:lnTo>
                  <a:cubicBezTo>
                    <a:pt x="247204" y="72139"/>
                    <a:pt x="249760" y="69585"/>
                    <a:pt x="249760" y="65755"/>
                  </a:cubicBezTo>
                  <a:cubicBezTo>
                    <a:pt x="249760" y="61925"/>
                    <a:pt x="246565" y="59371"/>
                    <a:pt x="242731" y="59371"/>
                  </a:cubicBezTo>
                  <a:close/>
                </a:path>
              </a:pathLst>
            </a:custGeom>
            <a:solidFill>
              <a:srgbClr val="007CB0"/>
            </a:solidFill>
            <a:ln w="6390" cap="flat">
              <a:noFill/>
              <a:prstDash val="solid"/>
              <a:miter/>
            </a:ln>
          </p:spPr>
          <p:txBody>
            <a:bodyPr rtlCol="0" anchor="ctr"/>
            <a:lstStyle/>
            <a:p>
              <a:endParaRPr lang="en-US"/>
            </a:p>
          </p:txBody>
        </p:sp>
        <p:sp>
          <p:nvSpPr>
            <p:cNvPr id="575" name="Graphic 4">
              <a:extLst>
                <a:ext uri="{FF2B5EF4-FFF2-40B4-BE49-F238E27FC236}">
                  <a16:creationId xmlns:a16="http://schemas.microsoft.com/office/drawing/2014/main" id="{BAB0EFA5-943A-6E42-9D04-4A030CC0104A}"/>
                </a:ext>
              </a:extLst>
            </p:cNvPr>
            <p:cNvSpPr/>
            <p:nvPr/>
          </p:nvSpPr>
          <p:spPr>
            <a:xfrm>
              <a:off x="2631832" y="2458634"/>
              <a:ext cx="121773" cy="113634"/>
            </a:xfrm>
            <a:custGeom>
              <a:avLst/>
              <a:gdLst>
                <a:gd name="connsiteX0" fmla="*/ 57053 w 121773"/>
                <a:gd name="connsiteY0" fmla="*/ 111720 h 113634"/>
                <a:gd name="connsiteX1" fmla="*/ 61526 w 121773"/>
                <a:gd name="connsiteY1" fmla="*/ 113635 h 113634"/>
                <a:gd name="connsiteX2" fmla="*/ 65999 w 121773"/>
                <a:gd name="connsiteY2" fmla="*/ 111720 h 113634"/>
                <a:gd name="connsiteX3" fmla="*/ 110729 w 121773"/>
                <a:gd name="connsiteY3" fmla="*/ 67032 h 113634"/>
                <a:gd name="connsiteX4" fmla="*/ 112646 w 121773"/>
                <a:gd name="connsiteY4" fmla="*/ 12768 h 113634"/>
                <a:gd name="connsiteX5" fmla="*/ 85808 w 121773"/>
                <a:gd name="connsiteY5" fmla="*/ 0 h 113634"/>
                <a:gd name="connsiteX6" fmla="*/ 60887 w 121773"/>
                <a:gd name="connsiteY6" fmla="*/ 9576 h 113634"/>
                <a:gd name="connsiteX7" fmla="*/ 35966 w 121773"/>
                <a:gd name="connsiteY7" fmla="*/ 0 h 113634"/>
                <a:gd name="connsiteX8" fmla="*/ 9128 w 121773"/>
                <a:gd name="connsiteY8" fmla="*/ 12768 h 113634"/>
                <a:gd name="connsiteX9" fmla="*/ 11046 w 121773"/>
                <a:gd name="connsiteY9" fmla="*/ 67032 h 113634"/>
                <a:gd name="connsiteX10" fmla="*/ 57053 w 121773"/>
                <a:gd name="connsiteY10" fmla="*/ 111720 h 113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773" h="113634">
                  <a:moveTo>
                    <a:pt x="57053" y="111720"/>
                  </a:moveTo>
                  <a:cubicBezTo>
                    <a:pt x="58331" y="112997"/>
                    <a:pt x="59609" y="113635"/>
                    <a:pt x="61526" y="113635"/>
                  </a:cubicBezTo>
                  <a:cubicBezTo>
                    <a:pt x="63443" y="113635"/>
                    <a:pt x="64721" y="112997"/>
                    <a:pt x="65999" y="111720"/>
                  </a:cubicBezTo>
                  <a:lnTo>
                    <a:pt x="110729" y="67032"/>
                  </a:lnTo>
                  <a:cubicBezTo>
                    <a:pt x="124786" y="51710"/>
                    <a:pt x="125425" y="28089"/>
                    <a:pt x="112646" y="12768"/>
                  </a:cubicBezTo>
                  <a:cubicBezTo>
                    <a:pt x="105617" y="4469"/>
                    <a:pt x="96671" y="0"/>
                    <a:pt x="85808" y="0"/>
                  </a:cubicBezTo>
                  <a:cubicBezTo>
                    <a:pt x="76862" y="0"/>
                    <a:pt x="67916" y="3192"/>
                    <a:pt x="60887" y="9576"/>
                  </a:cubicBezTo>
                  <a:cubicBezTo>
                    <a:pt x="53858" y="3192"/>
                    <a:pt x="44912" y="0"/>
                    <a:pt x="35966" y="0"/>
                  </a:cubicBezTo>
                  <a:cubicBezTo>
                    <a:pt x="25742" y="0"/>
                    <a:pt x="16157" y="5107"/>
                    <a:pt x="9128" y="12768"/>
                  </a:cubicBezTo>
                  <a:cubicBezTo>
                    <a:pt x="-3651" y="28089"/>
                    <a:pt x="-3012" y="51710"/>
                    <a:pt x="11046" y="67032"/>
                  </a:cubicBezTo>
                  <a:lnTo>
                    <a:pt x="57053" y="111720"/>
                  </a:lnTo>
                  <a:close/>
                </a:path>
              </a:pathLst>
            </a:custGeom>
            <a:solidFill>
              <a:srgbClr val="007CB0"/>
            </a:solidFill>
            <a:ln w="6390" cap="flat">
              <a:noFill/>
              <a:prstDash val="solid"/>
              <a:miter/>
            </a:ln>
          </p:spPr>
          <p:txBody>
            <a:bodyPr rtlCol="0" anchor="ctr"/>
            <a:lstStyle/>
            <a:p>
              <a:endParaRPr lang="en-US"/>
            </a:p>
          </p:txBody>
        </p:sp>
      </p:grpSp>
      <p:grpSp>
        <p:nvGrpSpPr>
          <p:cNvPr id="576" name="Graphic 4">
            <a:extLst>
              <a:ext uri="{FF2B5EF4-FFF2-40B4-BE49-F238E27FC236}">
                <a16:creationId xmlns:a16="http://schemas.microsoft.com/office/drawing/2014/main" id="{5A6E908A-E471-0444-A39F-518EC48FF67E}"/>
              </a:ext>
            </a:extLst>
          </p:cNvPr>
          <p:cNvGrpSpPr/>
          <p:nvPr/>
        </p:nvGrpSpPr>
        <p:grpSpPr>
          <a:xfrm>
            <a:off x="3607758" y="2855717"/>
            <a:ext cx="361674" cy="361333"/>
            <a:chOff x="3607758" y="2855717"/>
            <a:chExt cx="361674" cy="361333"/>
          </a:xfrm>
          <a:solidFill>
            <a:srgbClr val="007CB0"/>
          </a:solidFill>
        </p:grpSpPr>
        <p:sp>
          <p:nvSpPr>
            <p:cNvPr id="577" name="Graphic 4">
              <a:extLst>
                <a:ext uri="{FF2B5EF4-FFF2-40B4-BE49-F238E27FC236}">
                  <a16:creationId xmlns:a16="http://schemas.microsoft.com/office/drawing/2014/main" id="{F7177138-3DD6-B34D-829D-E3D9D3E60747}"/>
                </a:ext>
              </a:extLst>
            </p:cNvPr>
            <p:cNvSpPr/>
            <p:nvPr/>
          </p:nvSpPr>
          <p:spPr>
            <a:xfrm>
              <a:off x="3607758" y="2855717"/>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6"/>
                    <a:pt x="0" y="180667"/>
                  </a:cubicBezTo>
                  <a:cubicBezTo>
                    <a:pt x="0" y="280895"/>
                    <a:pt x="81152" y="361333"/>
                    <a:pt x="180836" y="361333"/>
                  </a:cubicBezTo>
                  <a:cubicBezTo>
                    <a:pt x="281157" y="361333"/>
                    <a:pt x="361671" y="280257"/>
                    <a:pt x="361671" y="180667"/>
                  </a:cubicBezTo>
                  <a:cubicBezTo>
                    <a:pt x="362310" y="80438"/>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9530" y="273234"/>
                    <a:pt x="274128" y="349204"/>
                    <a:pt x="180836" y="349204"/>
                  </a:cubicBezTo>
                  <a:close/>
                </a:path>
              </a:pathLst>
            </a:custGeom>
            <a:solidFill>
              <a:srgbClr val="007CB0"/>
            </a:solidFill>
            <a:ln w="6390" cap="flat">
              <a:noFill/>
              <a:prstDash val="solid"/>
              <a:miter/>
            </a:ln>
          </p:spPr>
          <p:txBody>
            <a:bodyPr rtlCol="0" anchor="ctr"/>
            <a:lstStyle/>
            <a:p>
              <a:endParaRPr lang="en-US"/>
            </a:p>
          </p:txBody>
        </p:sp>
        <p:sp>
          <p:nvSpPr>
            <p:cNvPr id="578" name="Graphic 4">
              <a:extLst>
                <a:ext uri="{FF2B5EF4-FFF2-40B4-BE49-F238E27FC236}">
                  <a16:creationId xmlns:a16="http://schemas.microsoft.com/office/drawing/2014/main" id="{87B7C635-5E6D-A743-9E11-639EABE399E7}"/>
                </a:ext>
              </a:extLst>
            </p:cNvPr>
            <p:cNvSpPr/>
            <p:nvPr/>
          </p:nvSpPr>
          <p:spPr>
            <a:xfrm>
              <a:off x="3654877" y="2957170"/>
              <a:ext cx="267904" cy="204978"/>
            </a:xfrm>
            <a:custGeom>
              <a:avLst/>
              <a:gdLst>
                <a:gd name="connsiteX0" fmla="*/ 267905 w 267904"/>
                <a:gd name="connsiteY0" fmla="*/ 72830 h 204978"/>
                <a:gd name="connsiteX1" fmla="*/ 263432 w 267904"/>
                <a:gd name="connsiteY1" fmla="*/ 12821 h 204978"/>
                <a:gd name="connsiteX2" fmla="*/ 251291 w 267904"/>
                <a:gd name="connsiteY2" fmla="*/ 692 h 204978"/>
                <a:gd name="connsiteX3" fmla="*/ 230843 w 267904"/>
                <a:gd name="connsiteY3" fmla="*/ 16651 h 204978"/>
                <a:gd name="connsiteX4" fmla="*/ 230843 w 267904"/>
                <a:gd name="connsiteY4" fmla="*/ 17290 h 204978"/>
                <a:gd name="connsiteX5" fmla="*/ 225092 w 267904"/>
                <a:gd name="connsiteY5" fmla="*/ 69000 h 204978"/>
                <a:gd name="connsiteX6" fmla="*/ 218063 w 267904"/>
                <a:gd name="connsiteY6" fmla="*/ 70915 h 204978"/>
                <a:gd name="connsiteX7" fmla="*/ 193781 w 267904"/>
                <a:gd name="connsiteY7" fmla="*/ 88790 h 204978"/>
                <a:gd name="connsiteX8" fmla="*/ 187391 w 267904"/>
                <a:gd name="connsiteY8" fmla="*/ 89429 h 204978"/>
                <a:gd name="connsiteX9" fmla="*/ 133716 w 267904"/>
                <a:gd name="connsiteY9" fmla="*/ 130925 h 204978"/>
                <a:gd name="connsiteX10" fmla="*/ 80040 w 267904"/>
                <a:gd name="connsiteY10" fmla="*/ 89429 h 204978"/>
                <a:gd name="connsiteX11" fmla="*/ 73650 w 267904"/>
                <a:gd name="connsiteY11" fmla="*/ 88790 h 204978"/>
                <a:gd name="connsiteX12" fmla="*/ 50008 w 267904"/>
                <a:gd name="connsiteY12" fmla="*/ 70915 h 204978"/>
                <a:gd name="connsiteX13" fmla="*/ 42979 w 267904"/>
                <a:gd name="connsiteY13" fmla="*/ 68362 h 204978"/>
                <a:gd name="connsiteX14" fmla="*/ 37228 w 267904"/>
                <a:gd name="connsiteY14" fmla="*/ 16651 h 204978"/>
                <a:gd name="connsiteX15" fmla="*/ 37228 w 267904"/>
                <a:gd name="connsiteY15" fmla="*/ 16013 h 204978"/>
                <a:gd name="connsiteX16" fmla="*/ 16780 w 267904"/>
                <a:gd name="connsiteY16" fmla="*/ 53 h 204978"/>
                <a:gd name="connsiteX17" fmla="*/ 4639 w 267904"/>
                <a:gd name="connsiteY17" fmla="*/ 12183 h 204978"/>
                <a:gd name="connsiteX18" fmla="*/ 166 w 267904"/>
                <a:gd name="connsiteY18" fmla="*/ 72830 h 204978"/>
                <a:gd name="connsiteX19" fmla="*/ 2722 w 267904"/>
                <a:gd name="connsiteY19" fmla="*/ 89429 h 204978"/>
                <a:gd name="connsiteX20" fmla="*/ 18697 w 267904"/>
                <a:gd name="connsiteY20" fmla="*/ 133478 h 204978"/>
                <a:gd name="connsiteX21" fmla="*/ 35311 w 267904"/>
                <a:gd name="connsiteY21" fmla="*/ 155184 h 204978"/>
                <a:gd name="connsiteX22" fmla="*/ 74289 w 267904"/>
                <a:gd name="connsiteY22" fmla="*/ 183912 h 204978"/>
                <a:gd name="connsiteX23" fmla="*/ 83874 w 267904"/>
                <a:gd name="connsiteY23" fmla="*/ 197957 h 204978"/>
                <a:gd name="connsiteX24" fmla="*/ 90264 w 267904"/>
                <a:gd name="connsiteY24" fmla="*/ 203702 h 204978"/>
                <a:gd name="connsiteX25" fmla="*/ 90903 w 267904"/>
                <a:gd name="connsiteY25" fmla="*/ 203702 h 204978"/>
                <a:gd name="connsiteX26" fmla="*/ 96654 w 267904"/>
                <a:gd name="connsiteY26" fmla="*/ 196680 h 204978"/>
                <a:gd name="connsiteX27" fmla="*/ 81957 w 267904"/>
                <a:gd name="connsiteY27" fmla="*/ 173697 h 204978"/>
                <a:gd name="connsiteX28" fmla="*/ 42979 w 267904"/>
                <a:gd name="connsiteY28" fmla="*/ 144969 h 204978"/>
                <a:gd name="connsiteX29" fmla="*/ 30838 w 267904"/>
                <a:gd name="connsiteY29" fmla="*/ 129009 h 204978"/>
                <a:gd name="connsiteX30" fmla="*/ 14863 w 267904"/>
                <a:gd name="connsiteY30" fmla="*/ 84960 h 204978"/>
                <a:gd name="connsiteX31" fmla="*/ 13585 w 267904"/>
                <a:gd name="connsiteY31" fmla="*/ 74107 h 204978"/>
                <a:gd name="connsiteX32" fmla="*/ 18058 w 267904"/>
                <a:gd name="connsiteY32" fmla="*/ 14098 h 204978"/>
                <a:gd name="connsiteX33" fmla="*/ 18058 w 267904"/>
                <a:gd name="connsiteY33" fmla="*/ 13459 h 204978"/>
                <a:gd name="connsiteX34" fmla="*/ 20614 w 267904"/>
                <a:gd name="connsiteY34" fmla="*/ 14098 h 204978"/>
                <a:gd name="connsiteX35" fmla="*/ 25087 w 267904"/>
                <a:gd name="connsiteY35" fmla="*/ 19843 h 204978"/>
                <a:gd name="connsiteX36" fmla="*/ 30838 w 267904"/>
                <a:gd name="connsiteY36" fmla="*/ 69638 h 204978"/>
                <a:gd name="connsiteX37" fmla="*/ 21253 w 267904"/>
                <a:gd name="connsiteY37" fmla="*/ 75384 h 204978"/>
                <a:gd name="connsiteX38" fmla="*/ 23809 w 267904"/>
                <a:gd name="connsiteY38" fmla="*/ 93898 h 204978"/>
                <a:gd name="connsiteX39" fmla="*/ 42979 w 267904"/>
                <a:gd name="connsiteY39" fmla="*/ 118157 h 204978"/>
                <a:gd name="connsiteX40" fmla="*/ 57037 w 267904"/>
                <a:gd name="connsiteY40" fmla="*/ 129009 h 204978"/>
                <a:gd name="connsiteX41" fmla="*/ 79402 w 267904"/>
                <a:gd name="connsiteY41" fmla="*/ 139862 h 204978"/>
                <a:gd name="connsiteX42" fmla="*/ 87708 w 267904"/>
                <a:gd name="connsiteY42" fmla="*/ 137309 h 204978"/>
                <a:gd name="connsiteX43" fmla="*/ 85152 w 267904"/>
                <a:gd name="connsiteY43" fmla="*/ 129009 h 204978"/>
                <a:gd name="connsiteX44" fmla="*/ 62787 w 267904"/>
                <a:gd name="connsiteY44" fmla="*/ 118157 h 204978"/>
                <a:gd name="connsiteX45" fmla="*/ 53203 w 267904"/>
                <a:gd name="connsiteY45" fmla="*/ 110496 h 204978"/>
                <a:gd name="connsiteX46" fmla="*/ 33394 w 267904"/>
                <a:gd name="connsiteY46" fmla="*/ 86237 h 204978"/>
                <a:gd name="connsiteX47" fmla="*/ 31477 w 267904"/>
                <a:gd name="connsiteY47" fmla="*/ 83683 h 204978"/>
                <a:gd name="connsiteX48" fmla="*/ 44896 w 267904"/>
                <a:gd name="connsiteY48" fmla="*/ 83683 h 204978"/>
                <a:gd name="connsiteX49" fmla="*/ 67261 w 267904"/>
                <a:gd name="connsiteY49" fmla="*/ 100920 h 204978"/>
                <a:gd name="connsiteX50" fmla="*/ 71734 w 267904"/>
                <a:gd name="connsiteY50" fmla="*/ 102835 h 204978"/>
                <a:gd name="connsiteX51" fmla="*/ 79402 w 267904"/>
                <a:gd name="connsiteY51" fmla="*/ 103473 h 204978"/>
                <a:gd name="connsiteX52" fmla="*/ 124131 w 267904"/>
                <a:gd name="connsiteY52" fmla="*/ 142416 h 204978"/>
                <a:gd name="connsiteX53" fmla="*/ 127326 w 267904"/>
                <a:gd name="connsiteY53" fmla="*/ 170505 h 204978"/>
                <a:gd name="connsiteX54" fmla="*/ 133716 w 267904"/>
                <a:gd name="connsiteY54" fmla="*/ 176889 h 204978"/>
                <a:gd name="connsiteX55" fmla="*/ 133716 w 267904"/>
                <a:gd name="connsiteY55" fmla="*/ 176889 h 204978"/>
                <a:gd name="connsiteX56" fmla="*/ 133716 w 267904"/>
                <a:gd name="connsiteY56" fmla="*/ 176889 h 204978"/>
                <a:gd name="connsiteX57" fmla="*/ 140106 w 267904"/>
                <a:gd name="connsiteY57" fmla="*/ 170505 h 204978"/>
                <a:gd name="connsiteX58" fmla="*/ 143301 w 267904"/>
                <a:gd name="connsiteY58" fmla="*/ 142416 h 204978"/>
                <a:gd name="connsiteX59" fmla="*/ 188030 w 267904"/>
                <a:gd name="connsiteY59" fmla="*/ 103473 h 204978"/>
                <a:gd name="connsiteX60" fmla="*/ 195698 w 267904"/>
                <a:gd name="connsiteY60" fmla="*/ 102835 h 204978"/>
                <a:gd name="connsiteX61" fmla="*/ 200171 w 267904"/>
                <a:gd name="connsiteY61" fmla="*/ 100920 h 204978"/>
                <a:gd name="connsiteX62" fmla="*/ 222536 w 267904"/>
                <a:gd name="connsiteY62" fmla="*/ 83683 h 204978"/>
                <a:gd name="connsiteX63" fmla="*/ 235955 w 267904"/>
                <a:gd name="connsiteY63" fmla="*/ 83683 h 204978"/>
                <a:gd name="connsiteX64" fmla="*/ 233399 w 267904"/>
                <a:gd name="connsiteY64" fmla="*/ 86875 h 204978"/>
                <a:gd name="connsiteX65" fmla="*/ 214229 w 267904"/>
                <a:gd name="connsiteY65" fmla="*/ 111134 h 204978"/>
                <a:gd name="connsiteX66" fmla="*/ 204644 w 267904"/>
                <a:gd name="connsiteY66" fmla="*/ 118795 h 204978"/>
                <a:gd name="connsiteX67" fmla="*/ 182279 w 267904"/>
                <a:gd name="connsiteY67" fmla="*/ 129648 h 204978"/>
                <a:gd name="connsiteX68" fmla="*/ 179723 w 267904"/>
                <a:gd name="connsiteY68" fmla="*/ 137947 h 204978"/>
                <a:gd name="connsiteX69" fmla="*/ 188030 w 267904"/>
                <a:gd name="connsiteY69" fmla="*/ 140501 h 204978"/>
                <a:gd name="connsiteX70" fmla="*/ 210395 w 267904"/>
                <a:gd name="connsiteY70" fmla="*/ 129648 h 204978"/>
                <a:gd name="connsiteX71" fmla="*/ 224453 w 267904"/>
                <a:gd name="connsiteY71" fmla="*/ 118795 h 204978"/>
                <a:gd name="connsiteX72" fmla="*/ 242984 w 267904"/>
                <a:gd name="connsiteY72" fmla="*/ 95174 h 204978"/>
                <a:gd name="connsiteX73" fmla="*/ 246179 w 267904"/>
                <a:gd name="connsiteY73" fmla="*/ 76661 h 204978"/>
                <a:gd name="connsiteX74" fmla="*/ 236594 w 267904"/>
                <a:gd name="connsiteY74" fmla="*/ 70915 h 204978"/>
                <a:gd name="connsiteX75" fmla="*/ 242345 w 267904"/>
                <a:gd name="connsiteY75" fmla="*/ 21120 h 204978"/>
                <a:gd name="connsiteX76" fmla="*/ 246818 w 267904"/>
                <a:gd name="connsiteY76" fmla="*/ 15375 h 204978"/>
                <a:gd name="connsiteX77" fmla="*/ 249374 w 267904"/>
                <a:gd name="connsiteY77" fmla="*/ 14736 h 204978"/>
                <a:gd name="connsiteX78" fmla="*/ 249374 w 267904"/>
                <a:gd name="connsiteY78" fmla="*/ 15375 h 204978"/>
                <a:gd name="connsiteX79" fmla="*/ 253847 w 267904"/>
                <a:gd name="connsiteY79" fmla="*/ 75384 h 204978"/>
                <a:gd name="connsiteX80" fmla="*/ 252569 w 267904"/>
                <a:gd name="connsiteY80" fmla="*/ 86237 h 204978"/>
                <a:gd name="connsiteX81" fmla="*/ 236594 w 267904"/>
                <a:gd name="connsiteY81" fmla="*/ 130286 h 204978"/>
                <a:gd name="connsiteX82" fmla="*/ 224453 w 267904"/>
                <a:gd name="connsiteY82" fmla="*/ 146246 h 204978"/>
                <a:gd name="connsiteX83" fmla="*/ 185474 w 267904"/>
                <a:gd name="connsiteY83" fmla="*/ 174974 h 204978"/>
                <a:gd name="connsiteX84" fmla="*/ 170778 w 267904"/>
                <a:gd name="connsiteY84" fmla="*/ 197957 h 204978"/>
                <a:gd name="connsiteX85" fmla="*/ 176528 w 267904"/>
                <a:gd name="connsiteY85" fmla="*/ 204979 h 204978"/>
                <a:gd name="connsiteX86" fmla="*/ 177168 w 267904"/>
                <a:gd name="connsiteY86" fmla="*/ 204979 h 204978"/>
                <a:gd name="connsiteX87" fmla="*/ 183557 w 267904"/>
                <a:gd name="connsiteY87" fmla="*/ 199233 h 204978"/>
                <a:gd name="connsiteX88" fmla="*/ 193142 w 267904"/>
                <a:gd name="connsiteY88" fmla="*/ 185189 h 204978"/>
                <a:gd name="connsiteX89" fmla="*/ 232121 w 267904"/>
                <a:gd name="connsiteY89" fmla="*/ 156461 h 204978"/>
                <a:gd name="connsiteX90" fmla="*/ 248735 w 267904"/>
                <a:gd name="connsiteY90" fmla="*/ 134755 h 204978"/>
                <a:gd name="connsiteX91" fmla="*/ 264710 w 267904"/>
                <a:gd name="connsiteY91" fmla="*/ 90706 h 204978"/>
                <a:gd name="connsiteX92" fmla="*/ 267905 w 267904"/>
                <a:gd name="connsiteY92" fmla="*/ 72830 h 20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67904" h="204978">
                  <a:moveTo>
                    <a:pt x="267905" y="72830"/>
                  </a:moveTo>
                  <a:lnTo>
                    <a:pt x="263432" y="12821"/>
                  </a:lnTo>
                  <a:cubicBezTo>
                    <a:pt x="262792" y="5799"/>
                    <a:pt x="258320" y="1330"/>
                    <a:pt x="251291" y="692"/>
                  </a:cubicBezTo>
                  <a:cubicBezTo>
                    <a:pt x="243623" y="53"/>
                    <a:pt x="234038" y="5799"/>
                    <a:pt x="230843" y="16651"/>
                  </a:cubicBezTo>
                  <a:cubicBezTo>
                    <a:pt x="230843" y="16651"/>
                    <a:pt x="230843" y="17290"/>
                    <a:pt x="230843" y="17290"/>
                  </a:cubicBezTo>
                  <a:lnTo>
                    <a:pt x="225092" y="69000"/>
                  </a:lnTo>
                  <a:cubicBezTo>
                    <a:pt x="222536" y="69638"/>
                    <a:pt x="220619" y="70277"/>
                    <a:pt x="218063" y="70915"/>
                  </a:cubicBezTo>
                  <a:cubicBezTo>
                    <a:pt x="209756" y="74746"/>
                    <a:pt x="202088" y="81130"/>
                    <a:pt x="193781" y="88790"/>
                  </a:cubicBezTo>
                  <a:cubicBezTo>
                    <a:pt x="191864" y="88790"/>
                    <a:pt x="189947" y="88790"/>
                    <a:pt x="187391" y="89429"/>
                  </a:cubicBezTo>
                  <a:cubicBezTo>
                    <a:pt x="163110" y="91982"/>
                    <a:pt x="142662" y="107942"/>
                    <a:pt x="133716" y="130925"/>
                  </a:cubicBezTo>
                  <a:cubicBezTo>
                    <a:pt x="124770" y="108581"/>
                    <a:pt x="104322" y="91982"/>
                    <a:pt x="80040" y="89429"/>
                  </a:cubicBezTo>
                  <a:cubicBezTo>
                    <a:pt x="77484" y="89429"/>
                    <a:pt x="74929" y="88790"/>
                    <a:pt x="73650" y="88790"/>
                  </a:cubicBezTo>
                  <a:cubicBezTo>
                    <a:pt x="65982" y="81768"/>
                    <a:pt x="57676" y="74746"/>
                    <a:pt x="50008" y="70915"/>
                  </a:cubicBezTo>
                  <a:cubicBezTo>
                    <a:pt x="48091" y="69638"/>
                    <a:pt x="45535" y="69000"/>
                    <a:pt x="42979" y="68362"/>
                  </a:cubicBezTo>
                  <a:lnTo>
                    <a:pt x="37228" y="16651"/>
                  </a:lnTo>
                  <a:cubicBezTo>
                    <a:pt x="37228" y="16651"/>
                    <a:pt x="37228" y="16013"/>
                    <a:pt x="37228" y="16013"/>
                  </a:cubicBezTo>
                  <a:cubicBezTo>
                    <a:pt x="34033" y="4522"/>
                    <a:pt x="24448" y="-585"/>
                    <a:pt x="16780" y="53"/>
                  </a:cubicBezTo>
                  <a:cubicBezTo>
                    <a:pt x="10390" y="692"/>
                    <a:pt x="5278" y="5160"/>
                    <a:pt x="4639" y="12183"/>
                  </a:cubicBezTo>
                  <a:lnTo>
                    <a:pt x="166" y="72830"/>
                  </a:lnTo>
                  <a:cubicBezTo>
                    <a:pt x="-473" y="78576"/>
                    <a:pt x="805" y="83683"/>
                    <a:pt x="2722" y="89429"/>
                  </a:cubicBezTo>
                  <a:lnTo>
                    <a:pt x="18697" y="133478"/>
                  </a:lnTo>
                  <a:cubicBezTo>
                    <a:pt x="21892" y="142416"/>
                    <a:pt x="27643" y="149438"/>
                    <a:pt x="35311" y="155184"/>
                  </a:cubicBezTo>
                  <a:lnTo>
                    <a:pt x="74289" y="183912"/>
                  </a:lnTo>
                  <a:cubicBezTo>
                    <a:pt x="80040" y="188381"/>
                    <a:pt x="83235" y="192849"/>
                    <a:pt x="83874" y="197957"/>
                  </a:cubicBezTo>
                  <a:cubicBezTo>
                    <a:pt x="83874" y="201149"/>
                    <a:pt x="87069" y="203702"/>
                    <a:pt x="90264" y="203702"/>
                  </a:cubicBezTo>
                  <a:cubicBezTo>
                    <a:pt x="90264" y="203702"/>
                    <a:pt x="90903" y="203702"/>
                    <a:pt x="90903" y="203702"/>
                  </a:cubicBezTo>
                  <a:cubicBezTo>
                    <a:pt x="94098" y="203064"/>
                    <a:pt x="97293" y="200510"/>
                    <a:pt x="96654" y="196680"/>
                  </a:cubicBezTo>
                  <a:cubicBezTo>
                    <a:pt x="96015" y="187742"/>
                    <a:pt x="90903" y="180081"/>
                    <a:pt x="81957" y="173697"/>
                  </a:cubicBezTo>
                  <a:lnTo>
                    <a:pt x="42979" y="144969"/>
                  </a:lnTo>
                  <a:cubicBezTo>
                    <a:pt x="37228" y="141139"/>
                    <a:pt x="33394" y="135393"/>
                    <a:pt x="30838" y="129009"/>
                  </a:cubicBezTo>
                  <a:lnTo>
                    <a:pt x="14863" y="84960"/>
                  </a:lnTo>
                  <a:cubicBezTo>
                    <a:pt x="13585" y="81130"/>
                    <a:pt x="12946" y="77938"/>
                    <a:pt x="13585" y="74107"/>
                  </a:cubicBezTo>
                  <a:lnTo>
                    <a:pt x="18058" y="14098"/>
                  </a:lnTo>
                  <a:cubicBezTo>
                    <a:pt x="18058" y="14098"/>
                    <a:pt x="18058" y="13459"/>
                    <a:pt x="18058" y="13459"/>
                  </a:cubicBezTo>
                  <a:cubicBezTo>
                    <a:pt x="18697" y="13459"/>
                    <a:pt x="19336" y="13459"/>
                    <a:pt x="20614" y="14098"/>
                  </a:cubicBezTo>
                  <a:cubicBezTo>
                    <a:pt x="21892" y="14736"/>
                    <a:pt x="23809" y="16013"/>
                    <a:pt x="25087" y="19843"/>
                  </a:cubicBezTo>
                  <a:lnTo>
                    <a:pt x="30838" y="69638"/>
                  </a:lnTo>
                  <a:cubicBezTo>
                    <a:pt x="27004" y="70915"/>
                    <a:pt x="23170" y="72830"/>
                    <a:pt x="21253" y="75384"/>
                  </a:cubicBezTo>
                  <a:cubicBezTo>
                    <a:pt x="19975" y="77299"/>
                    <a:pt x="15502" y="84960"/>
                    <a:pt x="23809" y="93898"/>
                  </a:cubicBezTo>
                  <a:lnTo>
                    <a:pt x="42979" y="118157"/>
                  </a:lnTo>
                  <a:cubicBezTo>
                    <a:pt x="46813" y="122625"/>
                    <a:pt x="51286" y="126456"/>
                    <a:pt x="57037" y="129009"/>
                  </a:cubicBezTo>
                  <a:lnTo>
                    <a:pt x="79402" y="139862"/>
                  </a:lnTo>
                  <a:cubicBezTo>
                    <a:pt x="82597" y="141139"/>
                    <a:pt x="86430" y="139862"/>
                    <a:pt x="87708" y="137309"/>
                  </a:cubicBezTo>
                  <a:cubicBezTo>
                    <a:pt x="88986" y="134117"/>
                    <a:pt x="87708" y="130286"/>
                    <a:pt x="85152" y="129009"/>
                  </a:cubicBezTo>
                  <a:lnTo>
                    <a:pt x="62787" y="118157"/>
                  </a:lnTo>
                  <a:cubicBezTo>
                    <a:pt x="58954" y="116241"/>
                    <a:pt x="55759" y="113688"/>
                    <a:pt x="53203" y="110496"/>
                  </a:cubicBezTo>
                  <a:lnTo>
                    <a:pt x="33394" y="86237"/>
                  </a:lnTo>
                  <a:cubicBezTo>
                    <a:pt x="32116" y="84960"/>
                    <a:pt x="31477" y="83683"/>
                    <a:pt x="31477" y="83683"/>
                  </a:cubicBezTo>
                  <a:cubicBezTo>
                    <a:pt x="32755" y="82406"/>
                    <a:pt x="39145" y="81130"/>
                    <a:pt x="44896" y="83683"/>
                  </a:cubicBezTo>
                  <a:cubicBezTo>
                    <a:pt x="51925" y="86875"/>
                    <a:pt x="59593" y="93898"/>
                    <a:pt x="67261" y="100920"/>
                  </a:cubicBezTo>
                  <a:cubicBezTo>
                    <a:pt x="68539" y="102197"/>
                    <a:pt x="69817" y="102835"/>
                    <a:pt x="71734" y="102835"/>
                  </a:cubicBezTo>
                  <a:cubicBezTo>
                    <a:pt x="71734" y="102835"/>
                    <a:pt x="74929" y="102835"/>
                    <a:pt x="79402" y="103473"/>
                  </a:cubicBezTo>
                  <a:cubicBezTo>
                    <a:pt x="100488" y="105389"/>
                    <a:pt x="118380" y="121349"/>
                    <a:pt x="124131" y="142416"/>
                  </a:cubicBezTo>
                  <a:cubicBezTo>
                    <a:pt x="126687" y="152630"/>
                    <a:pt x="127326" y="158376"/>
                    <a:pt x="127326" y="170505"/>
                  </a:cubicBezTo>
                  <a:cubicBezTo>
                    <a:pt x="127326" y="174336"/>
                    <a:pt x="129882" y="176889"/>
                    <a:pt x="133716" y="176889"/>
                  </a:cubicBezTo>
                  <a:cubicBezTo>
                    <a:pt x="133716" y="176889"/>
                    <a:pt x="133716" y="176889"/>
                    <a:pt x="133716" y="176889"/>
                  </a:cubicBezTo>
                  <a:cubicBezTo>
                    <a:pt x="133716" y="176889"/>
                    <a:pt x="133716" y="176889"/>
                    <a:pt x="133716" y="176889"/>
                  </a:cubicBezTo>
                  <a:cubicBezTo>
                    <a:pt x="137550" y="176889"/>
                    <a:pt x="140106" y="174336"/>
                    <a:pt x="140106" y="170505"/>
                  </a:cubicBezTo>
                  <a:cubicBezTo>
                    <a:pt x="140106" y="158376"/>
                    <a:pt x="140745" y="152630"/>
                    <a:pt x="143301" y="142416"/>
                  </a:cubicBezTo>
                  <a:cubicBezTo>
                    <a:pt x="149052" y="121349"/>
                    <a:pt x="166943" y="106027"/>
                    <a:pt x="188030" y="103473"/>
                  </a:cubicBezTo>
                  <a:cubicBezTo>
                    <a:pt x="192503" y="102835"/>
                    <a:pt x="195698" y="102835"/>
                    <a:pt x="195698" y="102835"/>
                  </a:cubicBezTo>
                  <a:cubicBezTo>
                    <a:pt x="197615" y="102835"/>
                    <a:pt x="198893" y="102197"/>
                    <a:pt x="200171" y="100920"/>
                  </a:cubicBezTo>
                  <a:cubicBezTo>
                    <a:pt x="207839" y="93898"/>
                    <a:pt x="215507" y="86875"/>
                    <a:pt x="222536" y="83683"/>
                  </a:cubicBezTo>
                  <a:cubicBezTo>
                    <a:pt x="227648" y="81130"/>
                    <a:pt x="234677" y="82406"/>
                    <a:pt x="235955" y="83683"/>
                  </a:cubicBezTo>
                  <a:cubicBezTo>
                    <a:pt x="235955" y="83683"/>
                    <a:pt x="235955" y="84960"/>
                    <a:pt x="233399" y="86875"/>
                  </a:cubicBezTo>
                  <a:lnTo>
                    <a:pt x="214229" y="111134"/>
                  </a:lnTo>
                  <a:cubicBezTo>
                    <a:pt x="211673" y="114326"/>
                    <a:pt x="208478" y="116880"/>
                    <a:pt x="204644" y="118795"/>
                  </a:cubicBezTo>
                  <a:lnTo>
                    <a:pt x="182279" y="129648"/>
                  </a:lnTo>
                  <a:cubicBezTo>
                    <a:pt x="179084" y="130925"/>
                    <a:pt x="177806" y="134755"/>
                    <a:pt x="179723" y="137947"/>
                  </a:cubicBezTo>
                  <a:cubicBezTo>
                    <a:pt x="181001" y="141139"/>
                    <a:pt x="184836" y="142416"/>
                    <a:pt x="188030" y="140501"/>
                  </a:cubicBezTo>
                  <a:lnTo>
                    <a:pt x="210395" y="129648"/>
                  </a:lnTo>
                  <a:cubicBezTo>
                    <a:pt x="215507" y="127094"/>
                    <a:pt x="220619" y="123264"/>
                    <a:pt x="224453" y="118795"/>
                  </a:cubicBezTo>
                  <a:lnTo>
                    <a:pt x="242984" y="95174"/>
                  </a:lnTo>
                  <a:cubicBezTo>
                    <a:pt x="251930" y="86237"/>
                    <a:pt x="247457" y="78576"/>
                    <a:pt x="246179" y="76661"/>
                  </a:cubicBezTo>
                  <a:cubicBezTo>
                    <a:pt x="244262" y="73469"/>
                    <a:pt x="240428" y="71554"/>
                    <a:pt x="236594" y="70915"/>
                  </a:cubicBezTo>
                  <a:lnTo>
                    <a:pt x="242345" y="21120"/>
                  </a:lnTo>
                  <a:cubicBezTo>
                    <a:pt x="243623" y="17290"/>
                    <a:pt x="246179" y="16013"/>
                    <a:pt x="246818" y="15375"/>
                  </a:cubicBezTo>
                  <a:cubicBezTo>
                    <a:pt x="248096" y="14736"/>
                    <a:pt x="249374" y="14736"/>
                    <a:pt x="249374" y="14736"/>
                  </a:cubicBezTo>
                  <a:cubicBezTo>
                    <a:pt x="249374" y="14736"/>
                    <a:pt x="249374" y="14736"/>
                    <a:pt x="249374" y="15375"/>
                  </a:cubicBezTo>
                  <a:lnTo>
                    <a:pt x="253847" y="75384"/>
                  </a:lnTo>
                  <a:cubicBezTo>
                    <a:pt x="253847" y="79214"/>
                    <a:pt x="253847" y="83045"/>
                    <a:pt x="252569" y="86237"/>
                  </a:cubicBezTo>
                  <a:lnTo>
                    <a:pt x="236594" y="130286"/>
                  </a:lnTo>
                  <a:cubicBezTo>
                    <a:pt x="234038" y="136670"/>
                    <a:pt x="230204" y="141777"/>
                    <a:pt x="224453" y="146246"/>
                  </a:cubicBezTo>
                  <a:lnTo>
                    <a:pt x="185474" y="174974"/>
                  </a:lnTo>
                  <a:cubicBezTo>
                    <a:pt x="176528" y="181358"/>
                    <a:pt x="171416" y="189019"/>
                    <a:pt x="170778" y="197957"/>
                  </a:cubicBezTo>
                  <a:cubicBezTo>
                    <a:pt x="170138" y="201149"/>
                    <a:pt x="173333" y="204341"/>
                    <a:pt x="176528" y="204979"/>
                  </a:cubicBezTo>
                  <a:cubicBezTo>
                    <a:pt x="176528" y="204979"/>
                    <a:pt x="177168" y="204979"/>
                    <a:pt x="177168" y="204979"/>
                  </a:cubicBezTo>
                  <a:cubicBezTo>
                    <a:pt x="180362" y="204979"/>
                    <a:pt x="182918" y="202425"/>
                    <a:pt x="183557" y="199233"/>
                  </a:cubicBezTo>
                  <a:cubicBezTo>
                    <a:pt x="184196" y="194126"/>
                    <a:pt x="187391" y="189657"/>
                    <a:pt x="193142" y="185189"/>
                  </a:cubicBezTo>
                  <a:lnTo>
                    <a:pt x="232121" y="156461"/>
                  </a:lnTo>
                  <a:cubicBezTo>
                    <a:pt x="239789" y="150715"/>
                    <a:pt x="245540" y="143693"/>
                    <a:pt x="248735" y="134755"/>
                  </a:cubicBezTo>
                  <a:lnTo>
                    <a:pt x="264710" y="90706"/>
                  </a:lnTo>
                  <a:cubicBezTo>
                    <a:pt x="267265" y="83683"/>
                    <a:pt x="267905" y="77938"/>
                    <a:pt x="267905" y="72830"/>
                  </a:cubicBezTo>
                  <a:close/>
                </a:path>
              </a:pathLst>
            </a:custGeom>
            <a:solidFill>
              <a:srgbClr val="007CB0"/>
            </a:solidFill>
            <a:ln w="6390" cap="flat">
              <a:noFill/>
              <a:prstDash val="solid"/>
              <a:miter/>
            </a:ln>
          </p:spPr>
          <p:txBody>
            <a:bodyPr rtlCol="0" anchor="ctr"/>
            <a:lstStyle/>
            <a:p>
              <a:endParaRPr lang="en-US"/>
            </a:p>
          </p:txBody>
        </p:sp>
        <p:sp>
          <p:nvSpPr>
            <p:cNvPr id="579" name="Graphic 4">
              <a:extLst>
                <a:ext uri="{FF2B5EF4-FFF2-40B4-BE49-F238E27FC236}">
                  <a16:creationId xmlns:a16="http://schemas.microsoft.com/office/drawing/2014/main" id="{9DE39212-EFF8-7A4F-92E2-4077CFEC3FA5}"/>
                </a:ext>
              </a:extLst>
            </p:cNvPr>
            <p:cNvSpPr/>
            <p:nvPr/>
          </p:nvSpPr>
          <p:spPr>
            <a:xfrm>
              <a:off x="3728345" y="2925941"/>
              <a:ext cx="121773" cy="114911"/>
            </a:xfrm>
            <a:custGeom>
              <a:avLst/>
              <a:gdLst>
                <a:gd name="connsiteX0" fmla="*/ 56414 w 121773"/>
                <a:gd name="connsiteY0" fmla="*/ 112996 h 114911"/>
                <a:gd name="connsiteX1" fmla="*/ 60887 w 121773"/>
                <a:gd name="connsiteY1" fmla="*/ 114912 h 114911"/>
                <a:gd name="connsiteX2" fmla="*/ 65360 w 121773"/>
                <a:gd name="connsiteY2" fmla="*/ 112996 h 114911"/>
                <a:gd name="connsiteX3" fmla="*/ 110728 w 121773"/>
                <a:gd name="connsiteY3" fmla="*/ 68308 h 114911"/>
                <a:gd name="connsiteX4" fmla="*/ 112645 w 121773"/>
                <a:gd name="connsiteY4" fmla="*/ 13406 h 114911"/>
                <a:gd name="connsiteX5" fmla="*/ 85808 w 121773"/>
                <a:gd name="connsiteY5" fmla="*/ 0 h 114911"/>
                <a:gd name="connsiteX6" fmla="*/ 60887 w 121773"/>
                <a:gd name="connsiteY6" fmla="*/ 9576 h 114911"/>
                <a:gd name="connsiteX7" fmla="*/ 35966 w 121773"/>
                <a:gd name="connsiteY7" fmla="*/ 0 h 114911"/>
                <a:gd name="connsiteX8" fmla="*/ 9129 w 121773"/>
                <a:gd name="connsiteY8" fmla="*/ 13406 h 114911"/>
                <a:gd name="connsiteX9" fmla="*/ 11045 w 121773"/>
                <a:gd name="connsiteY9" fmla="*/ 68308 h 114911"/>
                <a:gd name="connsiteX10" fmla="*/ 56414 w 121773"/>
                <a:gd name="connsiteY10" fmla="*/ 112996 h 11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773" h="114911">
                  <a:moveTo>
                    <a:pt x="56414" y="112996"/>
                  </a:moveTo>
                  <a:cubicBezTo>
                    <a:pt x="57692" y="114273"/>
                    <a:pt x="58970" y="114912"/>
                    <a:pt x="60887" y="114912"/>
                  </a:cubicBezTo>
                  <a:cubicBezTo>
                    <a:pt x="62804" y="114912"/>
                    <a:pt x="64082" y="114273"/>
                    <a:pt x="65360" y="112996"/>
                  </a:cubicBezTo>
                  <a:lnTo>
                    <a:pt x="110728" y="68308"/>
                  </a:lnTo>
                  <a:cubicBezTo>
                    <a:pt x="124786" y="52987"/>
                    <a:pt x="125425" y="28728"/>
                    <a:pt x="112645" y="13406"/>
                  </a:cubicBezTo>
                  <a:cubicBezTo>
                    <a:pt x="105616" y="5107"/>
                    <a:pt x="96032" y="638"/>
                    <a:pt x="85808" y="0"/>
                  </a:cubicBezTo>
                  <a:cubicBezTo>
                    <a:pt x="76862" y="0"/>
                    <a:pt x="67916" y="3192"/>
                    <a:pt x="60887" y="9576"/>
                  </a:cubicBezTo>
                  <a:cubicBezTo>
                    <a:pt x="53858" y="3192"/>
                    <a:pt x="44912" y="0"/>
                    <a:pt x="35966" y="0"/>
                  </a:cubicBezTo>
                  <a:cubicBezTo>
                    <a:pt x="25742" y="0"/>
                    <a:pt x="16157" y="5107"/>
                    <a:pt x="9129" y="13406"/>
                  </a:cubicBezTo>
                  <a:cubicBezTo>
                    <a:pt x="-3651" y="28728"/>
                    <a:pt x="-3012" y="52987"/>
                    <a:pt x="11045" y="68308"/>
                  </a:cubicBezTo>
                  <a:lnTo>
                    <a:pt x="56414" y="112996"/>
                  </a:lnTo>
                  <a:close/>
                </a:path>
              </a:pathLst>
            </a:custGeom>
            <a:solidFill>
              <a:srgbClr val="007CB0"/>
            </a:solidFill>
            <a:ln w="6390" cap="flat">
              <a:noFill/>
              <a:prstDash val="solid"/>
              <a:miter/>
            </a:ln>
          </p:spPr>
          <p:txBody>
            <a:bodyPr rtlCol="0" anchor="ctr"/>
            <a:lstStyle/>
            <a:p>
              <a:endParaRPr lang="en-US"/>
            </a:p>
          </p:txBody>
        </p:sp>
      </p:grpSp>
      <p:grpSp>
        <p:nvGrpSpPr>
          <p:cNvPr id="580" name="Graphic 4">
            <a:extLst>
              <a:ext uri="{FF2B5EF4-FFF2-40B4-BE49-F238E27FC236}">
                <a16:creationId xmlns:a16="http://schemas.microsoft.com/office/drawing/2014/main" id="{3126DBC7-5F90-F54E-8078-70FFC51BB868}"/>
              </a:ext>
            </a:extLst>
          </p:cNvPr>
          <p:cNvGrpSpPr/>
          <p:nvPr/>
        </p:nvGrpSpPr>
        <p:grpSpPr>
          <a:xfrm>
            <a:off x="2561086" y="3339623"/>
            <a:ext cx="361670" cy="361333"/>
            <a:chOff x="2561086" y="3339623"/>
            <a:chExt cx="361670" cy="361333"/>
          </a:xfrm>
          <a:solidFill>
            <a:srgbClr val="007CB0"/>
          </a:solidFill>
        </p:grpSpPr>
        <p:sp>
          <p:nvSpPr>
            <p:cNvPr id="581" name="Graphic 4">
              <a:extLst>
                <a:ext uri="{FF2B5EF4-FFF2-40B4-BE49-F238E27FC236}">
                  <a16:creationId xmlns:a16="http://schemas.microsoft.com/office/drawing/2014/main" id="{A733327F-CCC9-7A48-B374-4C17B96178E2}"/>
                </a:ext>
              </a:extLst>
            </p:cNvPr>
            <p:cNvSpPr/>
            <p:nvPr/>
          </p:nvSpPr>
          <p:spPr>
            <a:xfrm>
              <a:off x="2561086"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582" name="Graphic 4">
              <a:extLst>
                <a:ext uri="{FF2B5EF4-FFF2-40B4-BE49-F238E27FC236}">
                  <a16:creationId xmlns:a16="http://schemas.microsoft.com/office/drawing/2014/main" id="{0F85FAF5-EE7D-2648-A838-040833452641}"/>
                </a:ext>
              </a:extLst>
            </p:cNvPr>
            <p:cNvSpPr/>
            <p:nvPr/>
          </p:nvSpPr>
          <p:spPr>
            <a:xfrm>
              <a:off x="2651823" y="3391972"/>
              <a:ext cx="165499" cy="248975"/>
            </a:xfrm>
            <a:custGeom>
              <a:avLst/>
              <a:gdLst>
                <a:gd name="connsiteX0" fmla="*/ 143774 w 165499"/>
                <a:gd name="connsiteY0" fmla="*/ 40857 h 248975"/>
                <a:gd name="connsiteX1" fmla="*/ 134828 w 165499"/>
                <a:gd name="connsiteY1" fmla="*/ 42773 h 248975"/>
                <a:gd name="connsiteX2" fmla="*/ 134828 w 165499"/>
                <a:gd name="connsiteY2" fmla="*/ 32558 h 248975"/>
                <a:gd name="connsiteX3" fmla="*/ 128438 w 165499"/>
                <a:gd name="connsiteY3" fmla="*/ 17237 h 248975"/>
                <a:gd name="connsiteX4" fmla="*/ 113102 w 165499"/>
                <a:gd name="connsiteY4" fmla="*/ 10853 h 248975"/>
                <a:gd name="connsiteX5" fmla="*/ 102878 w 165499"/>
                <a:gd name="connsiteY5" fmla="*/ 13406 h 248975"/>
                <a:gd name="connsiteX6" fmla="*/ 98405 w 165499"/>
                <a:gd name="connsiteY6" fmla="*/ 6384 h 248975"/>
                <a:gd name="connsiteX7" fmla="*/ 83069 w 165499"/>
                <a:gd name="connsiteY7" fmla="*/ 0 h 248975"/>
                <a:gd name="connsiteX8" fmla="*/ 61343 w 165499"/>
                <a:gd name="connsiteY8" fmla="*/ 19152 h 248975"/>
                <a:gd name="connsiteX9" fmla="*/ 52398 w 165499"/>
                <a:gd name="connsiteY9" fmla="*/ 17237 h 248975"/>
                <a:gd name="connsiteX10" fmla="*/ 30672 w 165499"/>
                <a:gd name="connsiteY10" fmla="*/ 38942 h 248975"/>
                <a:gd name="connsiteX11" fmla="*/ 30672 w 165499"/>
                <a:gd name="connsiteY11" fmla="*/ 74054 h 248975"/>
                <a:gd name="connsiteX12" fmla="*/ 28755 w 165499"/>
                <a:gd name="connsiteY12" fmla="*/ 72777 h 248975"/>
                <a:gd name="connsiteX13" fmla="*/ 17892 w 165499"/>
                <a:gd name="connsiteY13" fmla="*/ 70224 h 248975"/>
                <a:gd name="connsiteX14" fmla="*/ 17253 w 165499"/>
                <a:gd name="connsiteY14" fmla="*/ 70224 h 248975"/>
                <a:gd name="connsiteX15" fmla="*/ 7029 w 165499"/>
                <a:gd name="connsiteY15" fmla="*/ 71501 h 248975"/>
                <a:gd name="connsiteX16" fmla="*/ 0 w 165499"/>
                <a:gd name="connsiteY16" fmla="*/ 81715 h 248975"/>
                <a:gd name="connsiteX17" fmla="*/ 0 w 165499"/>
                <a:gd name="connsiteY17" fmla="*/ 159600 h 248975"/>
                <a:gd name="connsiteX18" fmla="*/ 0 w 165499"/>
                <a:gd name="connsiteY18" fmla="*/ 163430 h 248975"/>
                <a:gd name="connsiteX19" fmla="*/ 26199 w 165499"/>
                <a:gd name="connsiteY19" fmla="*/ 210671 h 248975"/>
                <a:gd name="connsiteX20" fmla="*/ 30672 w 165499"/>
                <a:gd name="connsiteY20" fmla="*/ 218971 h 248975"/>
                <a:gd name="connsiteX21" fmla="*/ 30672 w 165499"/>
                <a:gd name="connsiteY21" fmla="*/ 241953 h 248975"/>
                <a:gd name="connsiteX22" fmla="*/ 37062 w 165499"/>
                <a:gd name="connsiteY22" fmla="*/ 248337 h 248975"/>
                <a:gd name="connsiteX23" fmla="*/ 43451 w 165499"/>
                <a:gd name="connsiteY23" fmla="*/ 241953 h 248975"/>
                <a:gd name="connsiteX24" fmla="*/ 43451 w 165499"/>
                <a:gd name="connsiteY24" fmla="*/ 218971 h 248975"/>
                <a:gd name="connsiteX25" fmla="*/ 33228 w 165499"/>
                <a:gd name="connsiteY25" fmla="*/ 199819 h 248975"/>
                <a:gd name="connsiteX26" fmla="*/ 12780 w 165499"/>
                <a:gd name="connsiteY26" fmla="*/ 162792 h 248975"/>
                <a:gd name="connsiteX27" fmla="*/ 12780 w 165499"/>
                <a:gd name="connsiteY27" fmla="*/ 82992 h 248975"/>
                <a:gd name="connsiteX28" fmla="*/ 17253 w 165499"/>
                <a:gd name="connsiteY28" fmla="*/ 82353 h 248975"/>
                <a:gd name="connsiteX29" fmla="*/ 17892 w 165499"/>
                <a:gd name="connsiteY29" fmla="*/ 82353 h 248975"/>
                <a:gd name="connsiteX30" fmla="*/ 23004 w 165499"/>
                <a:gd name="connsiteY30" fmla="*/ 83630 h 248975"/>
                <a:gd name="connsiteX31" fmla="*/ 25560 w 165499"/>
                <a:gd name="connsiteY31" fmla="*/ 85545 h 248975"/>
                <a:gd name="connsiteX32" fmla="*/ 30033 w 165499"/>
                <a:gd name="connsiteY32" fmla="*/ 95121 h 248975"/>
                <a:gd name="connsiteX33" fmla="*/ 30033 w 165499"/>
                <a:gd name="connsiteY33" fmla="*/ 97675 h 248975"/>
                <a:gd name="connsiteX34" fmla="*/ 30033 w 165499"/>
                <a:gd name="connsiteY34" fmla="*/ 97675 h 248975"/>
                <a:gd name="connsiteX35" fmla="*/ 30033 w 165499"/>
                <a:gd name="connsiteY35" fmla="*/ 125765 h 248975"/>
                <a:gd name="connsiteX36" fmla="*/ 36423 w 165499"/>
                <a:gd name="connsiteY36" fmla="*/ 132149 h 248975"/>
                <a:gd name="connsiteX37" fmla="*/ 42813 w 165499"/>
                <a:gd name="connsiteY37" fmla="*/ 125765 h 248975"/>
                <a:gd name="connsiteX38" fmla="*/ 42813 w 165499"/>
                <a:gd name="connsiteY38" fmla="*/ 95121 h 248975"/>
                <a:gd name="connsiteX39" fmla="*/ 42813 w 165499"/>
                <a:gd name="connsiteY39" fmla="*/ 94483 h 248975"/>
                <a:gd name="connsiteX40" fmla="*/ 42813 w 165499"/>
                <a:gd name="connsiteY40" fmla="*/ 38304 h 248975"/>
                <a:gd name="connsiteX41" fmla="*/ 51759 w 165499"/>
                <a:gd name="connsiteY41" fmla="*/ 29366 h 248975"/>
                <a:gd name="connsiteX42" fmla="*/ 58148 w 165499"/>
                <a:gd name="connsiteY42" fmla="*/ 31920 h 248975"/>
                <a:gd name="connsiteX43" fmla="*/ 60704 w 165499"/>
                <a:gd name="connsiteY43" fmla="*/ 37665 h 248975"/>
                <a:gd name="connsiteX44" fmla="*/ 60704 w 165499"/>
                <a:gd name="connsiteY44" fmla="*/ 110443 h 248975"/>
                <a:gd name="connsiteX45" fmla="*/ 67094 w 165499"/>
                <a:gd name="connsiteY45" fmla="*/ 116827 h 248975"/>
                <a:gd name="connsiteX46" fmla="*/ 73484 w 165499"/>
                <a:gd name="connsiteY46" fmla="*/ 110443 h 248975"/>
                <a:gd name="connsiteX47" fmla="*/ 73484 w 165499"/>
                <a:gd name="connsiteY47" fmla="*/ 38942 h 248975"/>
                <a:gd name="connsiteX48" fmla="*/ 73484 w 165499"/>
                <a:gd name="connsiteY48" fmla="*/ 38942 h 248975"/>
                <a:gd name="connsiteX49" fmla="*/ 73484 w 165499"/>
                <a:gd name="connsiteY49" fmla="*/ 37665 h 248975"/>
                <a:gd name="connsiteX50" fmla="*/ 73484 w 165499"/>
                <a:gd name="connsiteY50" fmla="*/ 21705 h 248975"/>
                <a:gd name="connsiteX51" fmla="*/ 82430 w 165499"/>
                <a:gd name="connsiteY51" fmla="*/ 12768 h 248975"/>
                <a:gd name="connsiteX52" fmla="*/ 88820 w 165499"/>
                <a:gd name="connsiteY52" fmla="*/ 15321 h 248975"/>
                <a:gd name="connsiteX53" fmla="*/ 91376 w 165499"/>
                <a:gd name="connsiteY53" fmla="*/ 21705 h 248975"/>
                <a:gd name="connsiteX54" fmla="*/ 91376 w 165499"/>
                <a:gd name="connsiteY54" fmla="*/ 31281 h 248975"/>
                <a:gd name="connsiteX55" fmla="*/ 91376 w 165499"/>
                <a:gd name="connsiteY55" fmla="*/ 32558 h 248975"/>
                <a:gd name="connsiteX56" fmla="*/ 91376 w 165499"/>
                <a:gd name="connsiteY56" fmla="*/ 32558 h 248975"/>
                <a:gd name="connsiteX57" fmla="*/ 91376 w 165499"/>
                <a:gd name="connsiteY57" fmla="*/ 110443 h 248975"/>
                <a:gd name="connsiteX58" fmla="*/ 97766 w 165499"/>
                <a:gd name="connsiteY58" fmla="*/ 116827 h 248975"/>
                <a:gd name="connsiteX59" fmla="*/ 104156 w 165499"/>
                <a:gd name="connsiteY59" fmla="*/ 110443 h 248975"/>
                <a:gd name="connsiteX60" fmla="*/ 104156 w 165499"/>
                <a:gd name="connsiteY60" fmla="*/ 31920 h 248975"/>
                <a:gd name="connsiteX61" fmla="*/ 113102 w 165499"/>
                <a:gd name="connsiteY61" fmla="*/ 23621 h 248975"/>
                <a:gd name="connsiteX62" fmla="*/ 119492 w 165499"/>
                <a:gd name="connsiteY62" fmla="*/ 26174 h 248975"/>
                <a:gd name="connsiteX63" fmla="*/ 122048 w 165499"/>
                <a:gd name="connsiteY63" fmla="*/ 32558 h 248975"/>
                <a:gd name="connsiteX64" fmla="*/ 122048 w 165499"/>
                <a:gd name="connsiteY64" fmla="*/ 62563 h 248975"/>
                <a:gd name="connsiteX65" fmla="*/ 122048 w 165499"/>
                <a:gd name="connsiteY65" fmla="*/ 110443 h 248975"/>
                <a:gd name="connsiteX66" fmla="*/ 128438 w 165499"/>
                <a:gd name="connsiteY66" fmla="*/ 116827 h 248975"/>
                <a:gd name="connsiteX67" fmla="*/ 134828 w 165499"/>
                <a:gd name="connsiteY67" fmla="*/ 110443 h 248975"/>
                <a:gd name="connsiteX68" fmla="*/ 134828 w 165499"/>
                <a:gd name="connsiteY68" fmla="*/ 62563 h 248975"/>
                <a:gd name="connsiteX69" fmla="*/ 143774 w 165499"/>
                <a:gd name="connsiteY69" fmla="*/ 53625 h 248975"/>
                <a:gd name="connsiteX70" fmla="*/ 150164 w 165499"/>
                <a:gd name="connsiteY70" fmla="*/ 56179 h 248975"/>
                <a:gd name="connsiteX71" fmla="*/ 152719 w 165499"/>
                <a:gd name="connsiteY71" fmla="*/ 62563 h 248975"/>
                <a:gd name="connsiteX72" fmla="*/ 152719 w 165499"/>
                <a:gd name="connsiteY72" fmla="*/ 168537 h 248975"/>
                <a:gd name="connsiteX73" fmla="*/ 139940 w 165499"/>
                <a:gd name="connsiteY73" fmla="*/ 201095 h 248975"/>
                <a:gd name="connsiteX74" fmla="*/ 133550 w 165499"/>
                <a:gd name="connsiteY74" fmla="*/ 217055 h 248975"/>
                <a:gd name="connsiteX75" fmla="*/ 133550 w 165499"/>
                <a:gd name="connsiteY75" fmla="*/ 242591 h 248975"/>
                <a:gd name="connsiteX76" fmla="*/ 139940 w 165499"/>
                <a:gd name="connsiteY76" fmla="*/ 248975 h 248975"/>
                <a:gd name="connsiteX77" fmla="*/ 146330 w 165499"/>
                <a:gd name="connsiteY77" fmla="*/ 242591 h 248975"/>
                <a:gd name="connsiteX78" fmla="*/ 146330 w 165499"/>
                <a:gd name="connsiteY78" fmla="*/ 217055 h 248975"/>
                <a:gd name="connsiteX79" fmla="*/ 148885 w 165499"/>
                <a:gd name="connsiteY79" fmla="*/ 210033 h 248975"/>
                <a:gd name="connsiteX80" fmla="*/ 165499 w 165499"/>
                <a:gd name="connsiteY80" fmla="*/ 168537 h 248975"/>
                <a:gd name="connsiteX81" fmla="*/ 165499 w 165499"/>
                <a:gd name="connsiteY81" fmla="*/ 62563 h 248975"/>
                <a:gd name="connsiteX82" fmla="*/ 159109 w 165499"/>
                <a:gd name="connsiteY82" fmla="*/ 47241 h 248975"/>
                <a:gd name="connsiteX83" fmla="*/ 143774 w 165499"/>
                <a:gd name="connsiteY83" fmla="*/ 40857 h 24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65499" h="248975">
                  <a:moveTo>
                    <a:pt x="143774" y="40857"/>
                  </a:moveTo>
                  <a:cubicBezTo>
                    <a:pt x="140579" y="40857"/>
                    <a:pt x="137384" y="41496"/>
                    <a:pt x="134828" y="42773"/>
                  </a:cubicBezTo>
                  <a:lnTo>
                    <a:pt x="134828" y="32558"/>
                  </a:lnTo>
                  <a:cubicBezTo>
                    <a:pt x="134828" y="26813"/>
                    <a:pt x="132272" y="21067"/>
                    <a:pt x="128438" y="17237"/>
                  </a:cubicBezTo>
                  <a:cubicBezTo>
                    <a:pt x="124604" y="13406"/>
                    <a:pt x="118853" y="10853"/>
                    <a:pt x="113102" y="10853"/>
                  </a:cubicBezTo>
                  <a:cubicBezTo>
                    <a:pt x="109268" y="10853"/>
                    <a:pt x="105434" y="12129"/>
                    <a:pt x="102878" y="13406"/>
                  </a:cubicBezTo>
                  <a:cubicBezTo>
                    <a:pt x="101600" y="10853"/>
                    <a:pt x="100322" y="8299"/>
                    <a:pt x="98405" y="6384"/>
                  </a:cubicBezTo>
                  <a:cubicBezTo>
                    <a:pt x="94571" y="2553"/>
                    <a:pt x="88820" y="0"/>
                    <a:pt x="83069" y="0"/>
                  </a:cubicBezTo>
                  <a:cubicBezTo>
                    <a:pt x="72206" y="0"/>
                    <a:pt x="62621" y="8299"/>
                    <a:pt x="61343" y="19152"/>
                  </a:cubicBezTo>
                  <a:cubicBezTo>
                    <a:pt x="58788" y="17875"/>
                    <a:pt x="55593" y="17237"/>
                    <a:pt x="52398" y="17237"/>
                  </a:cubicBezTo>
                  <a:cubicBezTo>
                    <a:pt x="40257" y="17237"/>
                    <a:pt x="30672" y="26813"/>
                    <a:pt x="30672" y="38942"/>
                  </a:cubicBezTo>
                  <a:lnTo>
                    <a:pt x="30672" y="74054"/>
                  </a:lnTo>
                  <a:cubicBezTo>
                    <a:pt x="30033" y="73416"/>
                    <a:pt x="29394" y="73416"/>
                    <a:pt x="28755" y="72777"/>
                  </a:cubicBezTo>
                  <a:cubicBezTo>
                    <a:pt x="25560" y="71501"/>
                    <a:pt x="21726" y="70224"/>
                    <a:pt x="17892" y="70224"/>
                  </a:cubicBezTo>
                  <a:lnTo>
                    <a:pt x="17253" y="70224"/>
                  </a:lnTo>
                  <a:cubicBezTo>
                    <a:pt x="13419" y="70224"/>
                    <a:pt x="10224" y="70862"/>
                    <a:pt x="7029" y="71501"/>
                  </a:cubicBezTo>
                  <a:cubicBezTo>
                    <a:pt x="2556" y="72777"/>
                    <a:pt x="0" y="76608"/>
                    <a:pt x="0" y="81715"/>
                  </a:cubicBezTo>
                  <a:lnTo>
                    <a:pt x="0" y="159600"/>
                  </a:lnTo>
                  <a:lnTo>
                    <a:pt x="0" y="163430"/>
                  </a:lnTo>
                  <a:cubicBezTo>
                    <a:pt x="639" y="182582"/>
                    <a:pt x="10224" y="200457"/>
                    <a:pt x="26199" y="210671"/>
                  </a:cubicBezTo>
                  <a:cubicBezTo>
                    <a:pt x="28755" y="212587"/>
                    <a:pt x="30672" y="215779"/>
                    <a:pt x="30672" y="218971"/>
                  </a:cubicBezTo>
                  <a:lnTo>
                    <a:pt x="30672" y="241953"/>
                  </a:lnTo>
                  <a:cubicBezTo>
                    <a:pt x="30672" y="245783"/>
                    <a:pt x="33228" y="248337"/>
                    <a:pt x="37062" y="248337"/>
                  </a:cubicBezTo>
                  <a:cubicBezTo>
                    <a:pt x="40896" y="248337"/>
                    <a:pt x="43451" y="245783"/>
                    <a:pt x="43451" y="241953"/>
                  </a:cubicBezTo>
                  <a:lnTo>
                    <a:pt x="43451" y="218971"/>
                  </a:lnTo>
                  <a:cubicBezTo>
                    <a:pt x="43451" y="211310"/>
                    <a:pt x="39618" y="204287"/>
                    <a:pt x="33228" y="199819"/>
                  </a:cubicBezTo>
                  <a:cubicBezTo>
                    <a:pt x="21087" y="191519"/>
                    <a:pt x="13419" y="177475"/>
                    <a:pt x="12780" y="162792"/>
                  </a:cubicBezTo>
                  <a:lnTo>
                    <a:pt x="12780" y="82992"/>
                  </a:lnTo>
                  <a:cubicBezTo>
                    <a:pt x="14058" y="82992"/>
                    <a:pt x="15336" y="82353"/>
                    <a:pt x="17253" y="82353"/>
                  </a:cubicBezTo>
                  <a:lnTo>
                    <a:pt x="17892" y="82353"/>
                  </a:lnTo>
                  <a:cubicBezTo>
                    <a:pt x="19809" y="82353"/>
                    <a:pt x="21726" y="82992"/>
                    <a:pt x="23004" y="83630"/>
                  </a:cubicBezTo>
                  <a:cubicBezTo>
                    <a:pt x="23643" y="84269"/>
                    <a:pt x="24921" y="84907"/>
                    <a:pt x="25560" y="85545"/>
                  </a:cubicBezTo>
                  <a:cubicBezTo>
                    <a:pt x="28116" y="88099"/>
                    <a:pt x="30033" y="91291"/>
                    <a:pt x="30033" y="95121"/>
                  </a:cubicBezTo>
                  <a:lnTo>
                    <a:pt x="30033" y="97675"/>
                  </a:lnTo>
                  <a:cubicBezTo>
                    <a:pt x="30033" y="97675"/>
                    <a:pt x="30033" y="97675"/>
                    <a:pt x="30033" y="97675"/>
                  </a:cubicBezTo>
                  <a:lnTo>
                    <a:pt x="30033" y="125765"/>
                  </a:lnTo>
                  <a:cubicBezTo>
                    <a:pt x="30033" y="129595"/>
                    <a:pt x="32589" y="132149"/>
                    <a:pt x="36423" y="132149"/>
                  </a:cubicBezTo>
                  <a:cubicBezTo>
                    <a:pt x="40257" y="132149"/>
                    <a:pt x="42813" y="129595"/>
                    <a:pt x="42813" y="125765"/>
                  </a:cubicBezTo>
                  <a:lnTo>
                    <a:pt x="42813" y="95121"/>
                  </a:lnTo>
                  <a:cubicBezTo>
                    <a:pt x="42813" y="95121"/>
                    <a:pt x="42813" y="95121"/>
                    <a:pt x="42813" y="94483"/>
                  </a:cubicBezTo>
                  <a:lnTo>
                    <a:pt x="42813" y="38304"/>
                  </a:lnTo>
                  <a:cubicBezTo>
                    <a:pt x="42813" y="33197"/>
                    <a:pt x="46646" y="29366"/>
                    <a:pt x="51759" y="29366"/>
                  </a:cubicBezTo>
                  <a:cubicBezTo>
                    <a:pt x="54314" y="29366"/>
                    <a:pt x="56231" y="30005"/>
                    <a:pt x="58148" y="31920"/>
                  </a:cubicBezTo>
                  <a:cubicBezTo>
                    <a:pt x="59426" y="33197"/>
                    <a:pt x="60704" y="35112"/>
                    <a:pt x="60704" y="37665"/>
                  </a:cubicBezTo>
                  <a:lnTo>
                    <a:pt x="60704" y="110443"/>
                  </a:lnTo>
                  <a:cubicBezTo>
                    <a:pt x="60704" y="114273"/>
                    <a:pt x="63260" y="116827"/>
                    <a:pt x="67094" y="116827"/>
                  </a:cubicBezTo>
                  <a:cubicBezTo>
                    <a:pt x="70928" y="116827"/>
                    <a:pt x="73484" y="114273"/>
                    <a:pt x="73484" y="110443"/>
                  </a:cubicBezTo>
                  <a:lnTo>
                    <a:pt x="73484" y="38942"/>
                  </a:lnTo>
                  <a:cubicBezTo>
                    <a:pt x="73484" y="38942"/>
                    <a:pt x="73484" y="38942"/>
                    <a:pt x="73484" y="38942"/>
                  </a:cubicBezTo>
                  <a:cubicBezTo>
                    <a:pt x="73484" y="38304"/>
                    <a:pt x="73484" y="38304"/>
                    <a:pt x="73484" y="37665"/>
                  </a:cubicBezTo>
                  <a:lnTo>
                    <a:pt x="73484" y="21705"/>
                  </a:lnTo>
                  <a:cubicBezTo>
                    <a:pt x="73484" y="16598"/>
                    <a:pt x="77318" y="12768"/>
                    <a:pt x="82430" y="12768"/>
                  </a:cubicBezTo>
                  <a:cubicBezTo>
                    <a:pt x="84986" y="12768"/>
                    <a:pt x="86903" y="13406"/>
                    <a:pt x="88820" y="15321"/>
                  </a:cubicBezTo>
                  <a:cubicBezTo>
                    <a:pt x="90737" y="17237"/>
                    <a:pt x="91376" y="19152"/>
                    <a:pt x="91376" y="21705"/>
                  </a:cubicBezTo>
                  <a:lnTo>
                    <a:pt x="91376" y="31281"/>
                  </a:lnTo>
                  <a:cubicBezTo>
                    <a:pt x="91376" y="31920"/>
                    <a:pt x="91376" y="31920"/>
                    <a:pt x="91376" y="32558"/>
                  </a:cubicBezTo>
                  <a:cubicBezTo>
                    <a:pt x="91376" y="32558"/>
                    <a:pt x="91376" y="32558"/>
                    <a:pt x="91376" y="32558"/>
                  </a:cubicBezTo>
                  <a:lnTo>
                    <a:pt x="91376" y="110443"/>
                  </a:lnTo>
                  <a:cubicBezTo>
                    <a:pt x="91376" y="114273"/>
                    <a:pt x="93932" y="116827"/>
                    <a:pt x="97766" y="116827"/>
                  </a:cubicBezTo>
                  <a:cubicBezTo>
                    <a:pt x="101600" y="116827"/>
                    <a:pt x="104156" y="114273"/>
                    <a:pt x="104156" y="110443"/>
                  </a:cubicBezTo>
                  <a:lnTo>
                    <a:pt x="104156" y="31920"/>
                  </a:lnTo>
                  <a:cubicBezTo>
                    <a:pt x="104795" y="27451"/>
                    <a:pt x="108629" y="23621"/>
                    <a:pt x="113102" y="23621"/>
                  </a:cubicBezTo>
                  <a:cubicBezTo>
                    <a:pt x="115658" y="23621"/>
                    <a:pt x="117575" y="24259"/>
                    <a:pt x="119492" y="26174"/>
                  </a:cubicBezTo>
                  <a:cubicBezTo>
                    <a:pt x="121409" y="28089"/>
                    <a:pt x="122048" y="30005"/>
                    <a:pt x="122048" y="32558"/>
                  </a:cubicBezTo>
                  <a:lnTo>
                    <a:pt x="122048" y="62563"/>
                  </a:lnTo>
                  <a:lnTo>
                    <a:pt x="122048" y="110443"/>
                  </a:lnTo>
                  <a:cubicBezTo>
                    <a:pt x="122048" y="114273"/>
                    <a:pt x="124604" y="116827"/>
                    <a:pt x="128438" y="116827"/>
                  </a:cubicBezTo>
                  <a:cubicBezTo>
                    <a:pt x="132272" y="116827"/>
                    <a:pt x="134828" y="114273"/>
                    <a:pt x="134828" y="110443"/>
                  </a:cubicBezTo>
                  <a:lnTo>
                    <a:pt x="134828" y="62563"/>
                  </a:lnTo>
                  <a:cubicBezTo>
                    <a:pt x="134828" y="57456"/>
                    <a:pt x="138662" y="53625"/>
                    <a:pt x="143774" y="53625"/>
                  </a:cubicBezTo>
                  <a:cubicBezTo>
                    <a:pt x="146330" y="53625"/>
                    <a:pt x="148247" y="54264"/>
                    <a:pt x="150164" y="56179"/>
                  </a:cubicBezTo>
                  <a:cubicBezTo>
                    <a:pt x="152080" y="58094"/>
                    <a:pt x="152719" y="60009"/>
                    <a:pt x="152719" y="62563"/>
                  </a:cubicBezTo>
                  <a:lnTo>
                    <a:pt x="152719" y="168537"/>
                  </a:lnTo>
                  <a:cubicBezTo>
                    <a:pt x="152719" y="180667"/>
                    <a:pt x="148247" y="192158"/>
                    <a:pt x="139940" y="201095"/>
                  </a:cubicBezTo>
                  <a:cubicBezTo>
                    <a:pt x="136106" y="205564"/>
                    <a:pt x="133550" y="211310"/>
                    <a:pt x="133550" y="217055"/>
                  </a:cubicBezTo>
                  <a:lnTo>
                    <a:pt x="133550" y="242591"/>
                  </a:lnTo>
                  <a:cubicBezTo>
                    <a:pt x="133550" y="246422"/>
                    <a:pt x="136106" y="248975"/>
                    <a:pt x="139940" y="248975"/>
                  </a:cubicBezTo>
                  <a:cubicBezTo>
                    <a:pt x="143774" y="248975"/>
                    <a:pt x="146330" y="246422"/>
                    <a:pt x="146330" y="242591"/>
                  </a:cubicBezTo>
                  <a:lnTo>
                    <a:pt x="146330" y="217055"/>
                  </a:lnTo>
                  <a:cubicBezTo>
                    <a:pt x="146330" y="214502"/>
                    <a:pt x="147608" y="211948"/>
                    <a:pt x="148885" y="210033"/>
                  </a:cubicBezTo>
                  <a:cubicBezTo>
                    <a:pt x="159748" y="199180"/>
                    <a:pt x="165499" y="184497"/>
                    <a:pt x="165499" y="168537"/>
                  </a:cubicBezTo>
                  <a:lnTo>
                    <a:pt x="165499" y="62563"/>
                  </a:lnTo>
                  <a:cubicBezTo>
                    <a:pt x="165499" y="56817"/>
                    <a:pt x="162943" y="51072"/>
                    <a:pt x="159109" y="47241"/>
                  </a:cubicBezTo>
                  <a:cubicBezTo>
                    <a:pt x="155275" y="42773"/>
                    <a:pt x="149524" y="40857"/>
                    <a:pt x="143774" y="40857"/>
                  </a:cubicBezTo>
                  <a:close/>
                </a:path>
              </a:pathLst>
            </a:custGeom>
            <a:solidFill>
              <a:srgbClr val="007CB0"/>
            </a:solidFill>
            <a:ln w="6390" cap="flat">
              <a:noFill/>
              <a:prstDash val="solid"/>
              <a:miter/>
            </a:ln>
          </p:spPr>
          <p:txBody>
            <a:bodyPr rtlCol="0" anchor="ctr"/>
            <a:lstStyle/>
            <a:p>
              <a:endParaRPr lang="en-US"/>
            </a:p>
          </p:txBody>
        </p:sp>
        <p:sp>
          <p:nvSpPr>
            <p:cNvPr id="583" name="Graphic 4">
              <a:extLst>
                <a:ext uri="{FF2B5EF4-FFF2-40B4-BE49-F238E27FC236}">
                  <a16:creationId xmlns:a16="http://schemas.microsoft.com/office/drawing/2014/main" id="{23393B13-0632-644D-9B95-6B4083983E9A}"/>
                </a:ext>
              </a:extLst>
            </p:cNvPr>
            <p:cNvSpPr/>
            <p:nvPr/>
          </p:nvSpPr>
          <p:spPr>
            <a:xfrm>
              <a:off x="2691824" y="3529228"/>
              <a:ext cx="92527" cy="87460"/>
            </a:xfrm>
            <a:custGeom>
              <a:avLst/>
              <a:gdLst>
                <a:gd name="connsiteX0" fmla="*/ 65433 w 92527"/>
                <a:gd name="connsiteY0" fmla="*/ 0 h 87460"/>
                <a:gd name="connsiteX1" fmla="*/ 46903 w 92527"/>
                <a:gd name="connsiteY1" fmla="*/ 6384 h 87460"/>
                <a:gd name="connsiteX2" fmla="*/ 28372 w 92527"/>
                <a:gd name="connsiteY2" fmla="*/ 0 h 87460"/>
                <a:gd name="connsiteX3" fmla="*/ 7285 w 92527"/>
                <a:gd name="connsiteY3" fmla="*/ 10214 h 87460"/>
                <a:gd name="connsiteX4" fmla="*/ 8563 w 92527"/>
                <a:gd name="connsiteY4" fmla="*/ 52987 h 87460"/>
                <a:gd name="connsiteX5" fmla="*/ 41791 w 92527"/>
                <a:gd name="connsiteY5" fmla="*/ 85545 h 87460"/>
                <a:gd name="connsiteX6" fmla="*/ 46264 w 92527"/>
                <a:gd name="connsiteY6" fmla="*/ 87461 h 87460"/>
                <a:gd name="connsiteX7" fmla="*/ 50737 w 92527"/>
                <a:gd name="connsiteY7" fmla="*/ 85545 h 87460"/>
                <a:gd name="connsiteX8" fmla="*/ 83964 w 92527"/>
                <a:gd name="connsiteY8" fmla="*/ 52349 h 87460"/>
                <a:gd name="connsiteX9" fmla="*/ 85242 w 92527"/>
                <a:gd name="connsiteY9" fmla="*/ 10214 h 87460"/>
                <a:gd name="connsiteX10" fmla="*/ 65433 w 92527"/>
                <a:gd name="connsiteY10" fmla="*/ 0 h 8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2527" h="87460">
                  <a:moveTo>
                    <a:pt x="65433" y="0"/>
                  </a:moveTo>
                  <a:cubicBezTo>
                    <a:pt x="59043" y="0"/>
                    <a:pt x="52014" y="1915"/>
                    <a:pt x="46903" y="6384"/>
                  </a:cubicBezTo>
                  <a:cubicBezTo>
                    <a:pt x="41791" y="1915"/>
                    <a:pt x="35401" y="0"/>
                    <a:pt x="28372" y="0"/>
                  </a:cubicBezTo>
                  <a:cubicBezTo>
                    <a:pt x="20065" y="0"/>
                    <a:pt x="13036" y="3830"/>
                    <a:pt x="7285" y="10214"/>
                  </a:cubicBezTo>
                  <a:cubicBezTo>
                    <a:pt x="-2939" y="22344"/>
                    <a:pt x="-2300" y="40857"/>
                    <a:pt x="8563" y="52987"/>
                  </a:cubicBezTo>
                  <a:lnTo>
                    <a:pt x="41791" y="85545"/>
                  </a:lnTo>
                  <a:cubicBezTo>
                    <a:pt x="43069" y="86822"/>
                    <a:pt x="44347" y="87461"/>
                    <a:pt x="46264" y="87461"/>
                  </a:cubicBezTo>
                  <a:cubicBezTo>
                    <a:pt x="48180" y="87461"/>
                    <a:pt x="49459" y="86822"/>
                    <a:pt x="50737" y="85545"/>
                  </a:cubicBezTo>
                  <a:lnTo>
                    <a:pt x="83964" y="52349"/>
                  </a:lnTo>
                  <a:cubicBezTo>
                    <a:pt x="94827" y="40857"/>
                    <a:pt x="95466" y="22344"/>
                    <a:pt x="85242" y="10214"/>
                  </a:cubicBezTo>
                  <a:cubicBezTo>
                    <a:pt x="80769" y="3830"/>
                    <a:pt x="73101" y="0"/>
                    <a:pt x="65433" y="0"/>
                  </a:cubicBezTo>
                  <a:close/>
                </a:path>
              </a:pathLst>
            </a:custGeom>
            <a:solidFill>
              <a:srgbClr val="007CB0"/>
            </a:solidFill>
            <a:ln w="6390" cap="flat">
              <a:noFill/>
              <a:prstDash val="solid"/>
              <a:miter/>
            </a:ln>
          </p:spPr>
          <p:txBody>
            <a:bodyPr rtlCol="0" anchor="ctr"/>
            <a:lstStyle/>
            <a:p>
              <a:endParaRPr lang="en-US"/>
            </a:p>
          </p:txBody>
        </p:sp>
      </p:grpSp>
      <p:grpSp>
        <p:nvGrpSpPr>
          <p:cNvPr id="584" name="Graphic 4">
            <a:extLst>
              <a:ext uri="{FF2B5EF4-FFF2-40B4-BE49-F238E27FC236}">
                <a16:creationId xmlns:a16="http://schemas.microsoft.com/office/drawing/2014/main" id="{24B7B32E-CD16-B349-A6BB-1D00DDFDBE4B}"/>
              </a:ext>
            </a:extLst>
          </p:cNvPr>
          <p:cNvGrpSpPr/>
          <p:nvPr/>
        </p:nvGrpSpPr>
        <p:grpSpPr>
          <a:xfrm>
            <a:off x="467743" y="3339623"/>
            <a:ext cx="361670" cy="361333"/>
            <a:chOff x="467743" y="3339623"/>
            <a:chExt cx="361670" cy="361333"/>
          </a:xfrm>
          <a:solidFill>
            <a:srgbClr val="007CB0"/>
          </a:solidFill>
        </p:grpSpPr>
        <p:sp>
          <p:nvSpPr>
            <p:cNvPr id="585" name="Graphic 4">
              <a:extLst>
                <a:ext uri="{FF2B5EF4-FFF2-40B4-BE49-F238E27FC236}">
                  <a16:creationId xmlns:a16="http://schemas.microsoft.com/office/drawing/2014/main" id="{43B4DED0-145C-3945-ADD3-88F0D7B75DE1}"/>
                </a:ext>
              </a:extLst>
            </p:cNvPr>
            <p:cNvSpPr/>
            <p:nvPr/>
          </p:nvSpPr>
          <p:spPr>
            <a:xfrm>
              <a:off x="467743"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586" name="Graphic 4">
              <a:extLst>
                <a:ext uri="{FF2B5EF4-FFF2-40B4-BE49-F238E27FC236}">
                  <a16:creationId xmlns:a16="http://schemas.microsoft.com/office/drawing/2014/main" id="{7342DD9B-F4B0-4144-89B4-7221A37F0406}"/>
                </a:ext>
              </a:extLst>
            </p:cNvPr>
            <p:cNvSpPr/>
            <p:nvPr/>
          </p:nvSpPr>
          <p:spPr>
            <a:xfrm>
              <a:off x="549374" y="3394457"/>
              <a:ext cx="193980" cy="245212"/>
            </a:xfrm>
            <a:custGeom>
              <a:avLst/>
              <a:gdLst>
                <a:gd name="connsiteX0" fmla="*/ 124764 w 193980"/>
                <a:gd name="connsiteY0" fmla="*/ 1345 h 245212"/>
                <a:gd name="connsiteX1" fmla="*/ 15496 w 193980"/>
                <a:gd name="connsiteY1" fmla="*/ 80506 h 245212"/>
                <a:gd name="connsiteX2" fmla="*/ 15496 w 193980"/>
                <a:gd name="connsiteY2" fmla="*/ 81783 h 245212"/>
                <a:gd name="connsiteX3" fmla="*/ 19330 w 193980"/>
                <a:gd name="connsiteY3" fmla="*/ 108596 h 245212"/>
                <a:gd name="connsiteX4" fmla="*/ 19969 w 193980"/>
                <a:gd name="connsiteY4" fmla="*/ 111788 h 245212"/>
                <a:gd name="connsiteX5" fmla="*/ 2077 w 193980"/>
                <a:gd name="connsiteY5" fmla="*/ 134131 h 245212"/>
                <a:gd name="connsiteX6" fmla="*/ 1438 w 193980"/>
                <a:gd name="connsiteY6" fmla="*/ 135408 h 245212"/>
                <a:gd name="connsiteX7" fmla="*/ 1438 w 193980"/>
                <a:gd name="connsiteY7" fmla="*/ 148176 h 245212"/>
                <a:gd name="connsiteX8" fmla="*/ 11023 w 193980"/>
                <a:gd name="connsiteY8" fmla="*/ 155837 h 245212"/>
                <a:gd name="connsiteX9" fmla="*/ 14857 w 193980"/>
                <a:gd name="connsiteY9" fmla="*/ 156475 h 245212"/>
                <a:gd name="connsiteX10" fmla="*/ 18052 w 193980"/>
                <a:gd name="connsiteY10" fmla="*/ 157114 h 245212"/>
                <a:gd name="connsiteX11" fmla="*/ 16135 w 193980"/>
                <a:gd name="connsiteY11" fmla="*/ 159667 h 245212"/>
                <a:gd name="connsiteX12" fmla="*/ 14857 w 193980"/>
                <a:gd name="connsiteY12" fmla="*/ 168605 h 245212"/>
                <a:gd name="connsiteX13" fmla="*/ 18052 w 193980"/>
                <a:gd name="connsiteY13" fmla="*/ 173074 h 245212"/>
                <a:gd name="connsiteX14" fmla="*/ 16135 w 193980"/>
                <a:gd name="connsiteY14" fmla="*/ 177543 h 245212"/>
                <a:gd name="connsiteX15" fmla="*/ 19330 w 193980"/>
                <a:gd name="connsiteY15" fmla="*/ 184565 h 245212"/>
                <a:gd name="connsiteX16" fmla="*/ 22525 w 193980"/>
                <a:gd name="connsiteY16" fmla="*/ 187119 h 245212"/>
                <a:gd name="connsiteX17" fmla="*/ 23802 w 193980"/>
                <a:gd name="connsiteY17" fmla="*/ 202440 h 245212"/>
                <a:gd name="connsiteX18" fmla="*/ 37221 w 193980"/>
                <a:gd name="connsiteY18" fmla="*/ 213293 h 245212"/>
                <a:gd name="connsiteX19" fmla="*/ 76200 w 193980"/>
                <a:gd name="connsiteY19" fmla="*/ 210739 h 245212"/>
                <a:gd name="connsiteX20" fmla="*/ 76839 w 193980"/>
                <a:gd name="connsiteY20" fmla="*/ 236275 h 245212"/>
                <a:gd name="connsiteX21" fmla="*/ 83229 w 193980"/>
                <a:gd name="connsiteY21" fmla="*/ 242659 h 245212"/>
                <a:gd name="connsiteX22" fmla="*/ 89619 w 193980"/>
                <a:gd name="connsiteY22" fmla="*/ 236275 h 245212"/>
                <a:gd name="connsiteX23" fmla="*/ 88341 w 193980"/>
                <a:gd name="connsiteY23" fmla="*/ 203079 h 245212"/>
                <a:gd name="connsiteX24" fmla="*/ 85785 w 193980"/>
                <a:gd name="connsiteY24" fmla="*/ 197971 h 245212"/>
                <a:gd name="connsiteX25" fmla="*/ 80034 w 193980"/>
                <a:gd name="connsiteY25" fmla="*/ 196695 h 245212"/>
                <a:gd name="connsiteX26" fmla="*/ 39777 w 193980"/>
                <a:gd name="connsiteY26" fmla="*/ 201163 h 245212"/>
                <a:gd name="connsiteX27" fmla="*/ 34665 w 193980"/>
                <a:gd name="connsiteY27" fmla="*/ 197333 h 245212"/>
                <a:gd name="connsiteX28" fmla="*/ 34026 w 193980"/>
                <a:gd name="connsiteY28" fmla="*/ 192226 h 245212"/>
                <a:gd name="connsiteX29" fmla="*/ 30192 w 193980"/>
                <a:gd name="connsiteY29" fmla="*/ 178819 h 245212"/>
                <a:gd name="connsiteX30" fmla="*/ 30192 w 193980"/>
                <a:gd name="connsiteY30" fmla="*/ 178819 h 245212"/>
                <a:gd name="connsiteX31" fmla="*/ 30192 w 193980"/>
                <a:gd name="connsiteY31" fmla="*/ 178819 h 245212"/>
                <a:gd name="connsiteX32" fmla="*/ 30831 w 193980"/>
                <a:gd name="connsiteY32" fmla="*/ 178181 h 245212"/>
                <a:gd name="connsiteX33" fmla="*/ 32748 w 193980"/>
                <a:gd name="connsiteY33" fmla="*/ 172435 h 245212"/>
                <a:gd name="connsiteX34" fmla="*/ 28914 w 193980"/>
                <a:gd name="connsiteY34" fmla="*/ 167967 h 245212"/>
                <a:gd name="connsiteX35" fmla="*/ 26997 w 193980"/>
                <a:gd name="connsiteY35" fmla="*/ 167328 h 245212"/>
                <a:gd name="connsiteX36" fmla="*/ 28275 w 193980"/>
                <a:gd name="connsiteY36" fmla="*/ 166051 h 245212"/>
                <a:gd name="connsiteX37" fmla="*/ 30831 w 193980"/>
                <a:gd name="connsiteY37" fmla="*/ 157114 h 245212"/>
                <a:gd name="connsiteX38" fmla="*/ 30831 w 193980"/>
                <a:gd name="connsiteY38" fmla="*/ 157114 h 245212"/>
                <a:gd name="connsiteX39" fmla="*/ 30831 w 193980"/>
                <a:gd name="connsiteY39" fmla="*/ 157114 h 245212"/>
                <a:gd name="connsiteX40" fmla="*/ 29553 w 193980"/>
                <a:gd name="connsiteY40" fmla="*/ 150730 h 245212"/>
                <a:gd name="connsiteX41" fmla="*/ 23802 w 193980"/>
                <a:gd name="connsiteY41" fmla="*/ 147538 h 245212"/>
                <a:gd name="connsiteX42" fmla="*/ 16774 w 193980"/>
                <a:gd name="connsiteY42" fmla="*/ 146261 h 245212"/>
                <a:gd name="connsiteX43" fmla="*/ 12940 w 193980"/>
                <a:gd name="connsiteY43" fmla="*/ 145623 h 245212"/>
                <a:gd name="connsiteX44" fmla="*/ 11662 w 193980"/>
                <a:gd name="connsiteY44" fmla="*/ 143707 h 245212"/>
                <a:gd name="connsiteX45" fmla="*/ 28914 w 193980"/>
                <a:gd name="connsiteY45" fmla="*/ 122002 h 245212"/>
                <a:gd name="connsiteX46" fmla="*/ 31470 w 193980"/>
                <a:gd name="connsiteY46" fmla="*/ 114341 h 245212"/>
                <a:gd name="connsiteX47" fmla="*/ 29553 w 193980"/>
                <a:gd name="connsiteY47" fmla="*/ 105404 h 245212"/>
                <a:gd name="connsiteX48" fmla="*/ 26997 w 193980"/>
                <a:gd name="connsiteY48" fmla="*/ 87528 h 245212"/>
                <a:gd name="connsiteX49" fmla="*/ 26997 w 193980"/>
                <a:gd name="connsiteY49" fmla="*/ 86252 h 245212"/>
                <a:gd name="connsiteX50" fmla="*/ 121569 w 193980"/>
                <a:gd name="connsiteY50" fmla="*/ 17305 h 245212"/>
                <a:gd name="connsiteX51" fmla="*/ 179078 w 193980"/>
                <a:gd name="connsiteY51" fmla="*/ 115618 h 245212"/>
                <a:gd name="connsiteX52" fmla="*/ 172049 w 193980"/>
                <a:gd name="connsiteY52" fmla="*/ 132855 h 245212"/>
                <a:gd name="connsiteX53" fmla="*/ 161825 w 193980"/>
                <a:gd name="connsiteY53" fmla="*/ 167328 h 245212"/>
                <a:gd name="connsiteX54" fmla="*/ 166937 w 193980"/>
                <a:gd name="connsiteY54" fmla="*/ 239467 h 245212"/>
                <a:gd name="connsiteX55" fmla="*/ 173327 w 193980"/>
                <a:gd name="connsiteY55" fmla="*/ 245213 h 245212"/>
                <a:gd name="connsiteX56" fmla="*/ 173966 w 193980"/>
                <a:gd name="connsiteY56" fmla="*/ 245213 h 245212"/>
                <a:gd name="connsiteX57" fmla="*/ 179717 w 193980"/>
                <a:gd name="connsiteY57" fmla="*/ 238191 h 245212"/>
                <a:gd name="connsiteX58" fmla="*/ 174605 w 193980"/>
                <a:gd name="connsiteY58" fmla="*/ 167328 h 245212"/>
                <a:gd name="connsiteX59" fmla="*/ 183551 w 193980"/>
                <a:gd name="connsiteY59" fmla="*/ 139239 h 245212"/>
                <a:gd name="connsiteX60" fmla="*/ 191858 w 193980"/>
                <a:gd name="connsiteY60" fmla="*/ 118172 h 245212"/>
                <a:gd name="connsiteX61" fmla="*/ 124764 w 193980"/>
                <a:gd name="connsiteY61" fmla="*/ 1345 h 245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93980" h="245212">
                  <a:moveTo>
                    <a:pt x="124764" y="1345"/>
                  </a:moveTo>
                  <a:cubicBezTo>
                    <a:pt x="80673" y="-6316"/>
                    <a:pt x="27636" y="18582"/>
                    <a:pt x="15496" y="80506"/>
                  </a:cubicBezTo>
                  <a:lnTo>
                    <a:pt x="15496" y="81783"/>
                  </a:lnTo>
                  <a:cubicBezTo>
                    <a:pt x="14218" y="86890"/>
                    <a:pt x="12301" y="96466"/>
                    <a:pt x="19330" y="108596"/>
                  </a:cubicBezTo>
                  <a:cubicBezTo>
                    <a:pt x="19969" y="109234"/>
                    <a:pt x="19969" y="110511"/>
                    <a:pt x="19969" y="111788"/>
                  </a:cubicBezTo>
                  <a:lnTo>
                    <a:pt x="2077" y="134131"/>
                  </a:lnTo>
                  <a:cubicBezTo>
                    <a:pt x="2077" y="134770"/>
                    <a:pt x="1438" y="134770"/>
                    <a:pt x="1438" y="135408"/>
                  </a:cubicBezTo>
                  <a:cubicBezTo>
                    <a:pt x="-479" y="139239"/>
                    <a:pt x="-479" y="143707"/>
                    <a:pt x="1438" y="148176"/>
                  </a:cubicBezTo>
                  <a:cubicBezTo>
                    <a:pt x="3355" y="152007"/>
                    <a:pt x="7189" y="155199"/>
                    <a:pt x="11023" y="155837"/>
                  </a:cubicBezTo>
                  <a:cubicBezTo>
                    <a:pt x="12301" y="155837"/>
                    <a:pt x="13579" y="156475"/>
                    <a:pt x="14857" y="156475"/>
                  </a:cubicBezTo>
                  <a:cubicBezTo>
                    <a:pt x="16135" y="156475"/>
                    <a:pt x="16774" y="157114"/>
                    <a:pt x="18052" y="157114"/>
                  </a:cubicBezTo>
                  <a:lnTo>
                    <a:pt x="16135" y="159667"/>
                  </a:lnTo>
                  <a:cubicBezTo>
                    <a:pt x="14218" y="162221"/>
                    <a:pt x="13579" y="165413"/>
                    <a:pt x="14857" y="168605"/>
                  </a:cubicBezTo>
                  <a:cubicBezTo>
                    <a:pt x="15496" y="170520"/>
                    <a:pt x="16774" y="171797"/>
                    <a:pt x="18052" y="173074"/>
                  </a:cubicBezTo>
                  <a:cubicBezTo>
                    <a:pt x="17413" y="174351"/>
                    <a:pt x="16774" y="176266"/>
                    <a:pt x="16135" y="177543"/>
                  </a:cubicBezTo>
                  <a:cubicBezTo>
                    <a:pt x="16135" y="180096"/>
                    <a:pt x="16774" y="183288"/>
                    <a:pt x="19330" y="184565"/>
                  </a:cubicBezTo>
                  <a:lnTo>
                    <a:pt x="22525" y="187119"/>
                  </a:lnTo>
                  <a:cubicBezTo>
                    <a:pt x="20608" y="191587"/>
                    <a:pt x="21247" y="197333"/>
                    <a:pt x="23802" y="202440"/>
                  </a:cubicBezTo>
                  <a:cubicBezTo>
                    <a:pt x="25719" y="206271"/>
                    <a:pt x="29553" y="210739"/>
                    <a:pt x="37221" y="213293"/>
                  </a:cubicBezTo>
                  <a:cubicBezTo>
                    <a:pt x="48084" y="216485"/>
                    <a:pt x="65976" y="213293"/>
                    <a:pt x="76200" y="210739"/>
                  </a:cubicBezTo>
                  <a:lnTo>
                    <a:pt x="76839" y="236275"/>
                  </a:lnTo>
                  <a:cubicBezTo>
                    <a:pt x="76839" y="240106"/>
                    <a:pt x="80034" y="242659"/>
                    <a:pt x="83229" y="242659"/>
                  </a:cubicBezTo>
                  <a:cubicBezTo>
                    <a:pt x="87063" y="242659"/>
                    <a:pt x="89619" y="239467"/>
                    <a:pt x="89619" y="236275"/>
                  </a:cubicBezTo>
                  <a:lnTo>
                    <a:pt x="88341" y="203079"/>
                  </a:lnTo>
                  <a:cubicBezTo>
                    <a:pt x="88341" y="201163"/>
                    <a:pt x="87063" y="199248"/>
                    <a:pt x="85785" y="197971"/>
                  </a:cubicBezTo>
                  <a:cubicBezTo>
                    <a:pt x="84507" y="196695"/>
                    <a:pt x="81951" y="196695"/>
                    <a:pt x="80034" y="196695"/>
                  </a:cubicBezTo>
                  <a:cubicBezTo>
                    <a:pt x="72366" y="198610"/>
                    <a:pt x="49362" y="203717"/>
                    <a:pt x="39777" y="201163"/>
                  </a:cubicBezTo>
                  <a:cubicBezTo>
                    <a:pt x="37221" y="200525"/>
                    <a:pt x="35304" y="199248"/>
                    <a:pt x="34665" y="197333"/>
                  </a:cubicBezTo>
                  <a:cubicBezTo>
                    <a:pt x="33387" y="194779"/>
                    <a:pt x="34026" y="192864"/>
                    <a:pt x="34026" y="192226"/>
                  </a:cubicBezTo>
                  <a:cubicBezTo>
                    <a:pt x="35943" y="187119"/>
                    <a:pt x="34665" y="182011"/>
                    <a:pt x="30192" y="178819"/>
                  </a:cubicBezTo>
                  <a:lnTo>
                    <a:pt x="30192" y="178819"/>
                  </a:lnTo>
                  <a:cubicBezTo>
                    <a:pt x="30192" y="178819"/>
                    <a:pt x="30192" y="178819"/>
                    <a:pt x="30192" y="178819"/>
                  </a:cubicBezTo>
                  <a:lnTo>
                    <a:pt x="30831" y="178181"/>
                  </a:lnTo>
                  <a:cubicBezTo>
                    <a:pt x="32109" y="176904"/>
                    <a:pt x="32748" y="174351"/>
                    <a:pt x="32748" y="172435"/>
                  </a:cubicBezTo>
                  <a:cubicBezTo>
                    <a:pt x="32748" y="170520"/>
                    <a:pt x="30831" y="168605"/>
                    <a:pt x="28914" y="167967"/>
                  </a:cubicBezTo>
                  <a:cubicBezTo>
                    <a:pt x="28275" y="167967"/>
                    <a:pt x="27636" y="167328"/>
                    <a:pt x="26997" y="167328"/>
                  </a:cubicBezTo>
                  <a:lnTo>
                    <a:pt x="28275" y="166051"/>
                  </a:lnTo>
                  <a:cubicBezTo>
                    <a:pt x="28914" y="165413"/>
                    <a:pt x="30831" y="160944"/>
                    <a:pt x="30831" y="157114"/>
                  </a:cubicBezTo>
                  <a:cubicBezTo>
                    <a:pt x="30831" y="157114"/>
                    <a:pt x="30831" y="157114"/>
                    <a:pt x="30831" y="157114"/>
                  </a:cubicBezTo>
                  <a:cubicBezTo>
                    <a:pt x="30831" y="157114"/>
                    <a:pt x="30831" y="157114"/>
                    <a:pt x="30831" y="157114"/>
                  </a:cubicBezTo>
                  <a:cubicBezTo>
                    <a:pt x="31470" y="155199"/>
                    <a:pt x="30831" y="152645"/>
                    <a:pt x="29553" y="150730"/>
                  </a:cubicBezTo>
                  <a:cubicBezTo>
                    <a:pt x="28275" y="148815"/>
                    <a:pt x="26358" y="147538"/>
                    <a:pt x="23802" y="147538"/>
                  </a:cubicBezTo>
                  <a:cubicBezTo>
                    <a:pt x="21886" y="147538"/>
                    <a:pt x="19330" y="146899"/>
                    <a:pt x="16774" y="146261"/>
                  </a:cubicBezTo>
                  <a:cubicBezTo>
                    <a:pt x="14857" y="145623"/>
                    <a:pt x="13579" y="145623"/>
                    <a:pt x="12940" y="145623"/>
                  </a:cubicBezTo>
                  <a:cubicBezTo>
                    <a:pt x="12301" y="145623"/>
                    <a:pt x="11662" y="144346"/>
                    <a:pt x="11662" y="143707"/>
                  </a:cubicBezTo>
                  <a:lnTo>
                    <a:pt x="28914" y="122002"/>
                  </a:lnTo>
                  <a:cubicBezTo>
                    <a:pt x="30831" y="120087"/>
                    <a:pt x="31470" y="116895"/>
                    <a:pt x="31470" y="114341"/>
                  </a:cubicBezTo>
                  <a:cubicBezTo>
                    <a:pt x="31470" y="111149"/>
                    <a:pt x="30831" y="107957"/>
                    <a:pt x="29553" y="105404"/>
                  </a:cubicBezTo>
                  <a:cubicBezTo>
                    <a:pt x="25081" y="97104"/>
                    <a:pt x="26358" y="91997"/>
                    <a:pt x="26997" y="87528"/>
                  </a:cubicBezTo>
                  <a:lnTo>
                    <a:pt x="26997" y="86252"/>
                  </a:lnTo>
                  <a:cubicBezTo>
                    <a:pt x="37221" y="32626"/>
                    <a:pt x="83868" y="10282"/>
                    <a:pt x="121569" y="17305"/>
                  </a:cubicBezTo>
                  <a:cubicBezTo>
                    <a:pt x="154796" y="23050"/>
                    <a:pt x="189302" y="52417"/>
                    <a:pt x="179078" y="115618"/>
                  </a:cubicBezTo>
                  <a:cubicBezTo>
                    <a:pt x="177800" y="122002"/>
                    <a:pt x="175244" y="127109"/>
                    <a:pt x="172049" y="132855"/>
                  </a:cubicBezTo>
                  <a:cubicBezTo>
                    <a:pt x="166937" y="141792"/>
                    <a:pt x="161186" y="152007"/>
                    <a:pt x="161825" y="167328"/>
                  </a:cubicBezTo>
                  <a:cubicBezTo>
                    <a:pt x="161825" y="197333"/>
                    <a:pt x="166937" y="237552"/>
                    <a:pt x="166937" y="239467"/>
                  </a:cubicBezTo>
                  <a:cubicBezTo>
                    <a:pt x="167576" y="242659"/>
                    <a:pt x="170132" y="245213"/>
                    <a:pt x="173327" y="245213"/>
                  </a:cubicBezTo>
                  <a:cubicBezTo>
                    <a:pt x="173327" y="245213"/>
                    <a:pt x="173966" y="245213"/>
                    <a:pt x="173966" y="245213"/>
                  </a:cubicBezTo>
                  <a:cubicBezTo>
                    <a:pt x="177161" y="244575"/>
                    <a:pt x="179717" y="241383"/>
                    <a:pt x="179717" y="238191"/>
                  </a:cubicBezTo>
                  <a:cubicBezTo>
                    <a:pt x="179717" y="237552"/>
                    <a:pt x="174605" y="196695"/>
                    <a:pt x="174605" y="167328"/>
                  </a:cubicBezTo>
                  <a:cubicBezTo>
                    <a:pt x="174605" y="155199"/>
                    <a:pt x="179078" y="147538"/>
                    <a:pt x="183551" y="139239"/>
                  </a:cubicBezTo>
                  <a:cubicBezTo>
                    <a:pt x="187385" y="132855"/>
                    <a:pt x="190580" y="126471"/>
                    <a:pt x="191858" y="118172"/>
                  </a:cubicBezTo>
                  <a:cubicBezTo>
                    <a:pt x="203360" y="46671"/>
                    <a:pt x="166298" y="9006"/>
                    <a:pt x="124764" y="1345"/>
                  </a:cubicBezTo>
                  <a:close/>
                </a:path>
              </a:pathLst>
            </a:custGeom>
            <a:solidFill>
              <a:srgbClr val="007CB0"/>
            </a:solidFill>
            <a:ln w="6390" cap="flat">
              <a:noFill/>
              <a:prstDash val="solid"/>
              <a:miter/>
            </a:ln>
          </p:spPr>
          <p:txBody>
            <a:bodyPr rtlCol="0" anchor="ctr"/>
            <a:lstStyle/>
            <a:p>
              <a:endParaRPr lang="en-US"/>
            </a:p>
          </p:txBody>
        </p:sp>
        <p:sp>
          <p:nvSpPr>
            <p:cNvPr id="587" name="Graphic 4">
              <a:extLst>
                <a:ext uri="{FF2B5EF4-FFF2-40B4-BE49-F238E27FC236}">
                  <a16:creationId xmlns:a16="http://schemas.microsoft.com/office/drawing/2014/main" id="{DB3E78C2-377D-8847-A5DE-7B7AEE876D5F}"/>
                </a:ext>
              </a:extLst>
            </p:cNvPr>
            <p:cNvSpPr/>
            <p:nvPr/>
          </p:nvSpPr>
          <p:spPr>
            <a:xfrm>
              <a:off x="602066" y="3434025"/>
              <a:ext cx="106604" cy="100309"/>
            </a:xfrm>
            <a:custGeom>
              <a:avLst/>
              <a:gdLst>
                <a:gd name="connsiteX0" fmla="*/ 75267 w 106604"/>
                <a:gd name="connsiteY0" fmla="*/ 81 h 100309"/>
                <a:gd name="connsiteX1" fmla="*/ 53541 w 106604"/>
                <a:gd name="connsiteY1" fmla="*/ 7742 h 100309"/>
                <a:gd name="connsiteX2" fmla="*/ 31815 w 106604"/>
                <a:gd name="connsiteY2" fmla="*/ 81 h 100309"/>
                <a:gd name="connsiteX3" fmla="*/ 8172 w 106604"/>
                <a:gd name="connsiteY3" fmla="*/ 11572 h 100309"/>
                <a:gd name="connsiteX4" fmla="*/ 10089 w 106604"/>
                <a:gd name="connsiteY4" fmla="*/ 60090 h 100309"/>
                <a:gd name="connsiteX5" fmla="*/ 49068 w 106604"/>
                <a:gd name="connsiteY5" fmla="*/ 98394 h 100309"/>
                <a:gd name="connsiteX6" fmla="*/ 53541 w 106604"/>
                <a:gd name="connsiteY6" fmla="*/ 100310 h 100309"/>
                <a:gd name="connsiteX7" fmla="*/ 58014 w 106604"/>
                <a:gd name="connsiteY7" fmla="*/ 98394 h 100309"/>
                <a:gd name="connsiteX8" fmla="*/ 96993 w 106604"/>
                <a:gd name="connsiteY8" fmla="*/ 59452 h 100309"/>
                <a:gd name="connsiteX9" fmla="*/ 98909 w 106604"/>
                <a:gd name="connsiteY9" fmla="*/ 10934 h 100309"/>
                <a:gd name="connsiteX10" fmla="*/ 75267 w 106604"/>
                <a:gd name="connsiteY10" fmla="*/ 81 h 1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604" h="100309">
                  <a:moveTo>
                    <a:pt x="75267" y="81"/>
                  </a:moveTo>
                  <a:cubicBezTo>
                    <a:pt x="67599" y="81"/>
                    <a:pt x="59931" y="2635"/>
                    <a:pt x="53541" y="7742"/>
                  </a:cubicBezTo>
                  <a:cubicBezTo>
                    <a:pt x="47790" y="2635"/>
                    <a:pt x="40122" y="-557"/>
                    <a:pt x="31815" y="81"/>
                  </a:cubicBezTo>
                  <a:cubicBezTo>
                    <a:pt x="22869" y="81"/>
                    <a:pt x="14562" y="4550"/>
                    <a:pt x="8172" y="11572"/>
                  </a:cubicBezTo>
                  <a:cubicBezTo>
                    <a:pt x="-3330" y="24979"/>
                    <a:pt x="-2690" y="46684"/>
                    <a:pt x="10089" y="60090"/>
                  </a:cubicBezTo>
                  <a:lnTo>
                    <a:pt x="49068" y="98394"/>
                  </a:lnTo>
                  <a:cubicBezTo>
                    <a:pt x="50346" y="99671"/>
                    <a:pt x="51624" y="100310"/>
                    <a:pt x="53541" y="100310"/>
                  </a:cubicBezTo>
                  <a:cubicBezTo>
                    <a:pt x="55458" y="100310"/>
                    <a:pt x="56736" y="99671"/>
                    <a:pt x="58014" y="98394"/>
                  </a:cubicBezTo>
                  <a:lnTo>
                    <a:pt x="96993" y="59452"/>
                  </a:lnTo>
                  <a:cubicBezTo>
                    <a:pt x="109133" y="46046"/>
                    <a:pt x="109772" y="24979"/>
                    <a:pt x="98909" y="10934"/>
                  </a:cubicBezTo>
                  <a:cubicBezTo>
                    <a:pt x="92520" y="4550"/>
                    <a:pt x="84213" y="720"/>
                    <a:pt x="75267" y="81"/>
                  </a:cubicBezTo>
                  <a:close/>
                </a:path>
              </a:pathLst>
            </a:custGeom>
            <a:solidFill>
              <a:srgbClr val="007CB0"/>
            </a:solidFill>
            <a:ln w="6390" cap="flat">
              <a:noFill/>
              <a:prstDash val="solid"/>
              <a:miter/>
            </a:ln>
          </p:spPr>
          <p:txBody>
            <a:bodyPr rtlCol="0" anchor="ctr"/>
            <a:lstStyle/>
            <a:p>
              <a:endParaRPr lang="en-US"/>
            </a:p>
          </p:txBody>
        </p:sp>
      </p:grpSp>
      <p:grpSp>
        <p:nvGrpSpPr>
          <p:cNvPr id="588" name="Graphic 4">
            <a:extLst>
              <a:ext uri="{FF2B5EF4-FFF2-40B4-BE49-F238E27FC236}">
                <a16:creationId xmlns:a16="http://schemas.microsoft.com/office/drawing/2014/main" id="{19D297CD-E6AD-4E4B-9FFB-780CCA77FF64}"/>
              </a:ext>
            </a:extLst>
          </p:cNvPr>
          <p:cNvGrpSpPr/>
          <p:nvPr/>
        </p:nvGrpSpPr>
        <p:grpSpPr>
          <a:xfrm>
            <a:off x="1515054" y="3339623"/>
            <a:ext cx="361670" cy="361333"/>
            <a:chOff x="1515054" y="3339623"/>
            <a:chExt cx="361670" cy="361333"/>
          </a:xfrm>
          <a:solidFill>
            <a:srgbClr val="007CB0"/>
          </a:solidFill>
        </p:grpSpPr>
        <p:sp>
          <p:nvSpPr>
            <p:cNvPr id="589" name="Graphic 4">
              <a:extLst>
                <a:ext uri="{FF2B5EF4-FFF2-40B4-BE49-F238E27FC236}">
                  <a16:creationId xmlns:a16="http://schemas.microsoft.com/office/drawing/2014/main" id="{C7DC12D9-EC4A-9741-88D3-668C9A911BAA}"/>
                </a:ext>
              </a:extLst>
            </p:cNvPr>
            <p:cNvSpPr/>
            <p:nvPr/>
          </p:nvSpPr>
          <p:spPr>
            <a:xfrm>
              <a:off x="1515054"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6"/>
                    <a:pt x="180835" y="13406"/>
                  </a:cubicBezTo>
                  <a:cubicBezTo>
                    <a:pt x="273489" y="13406"/>
                    <a:pt x="348891" y="88738"/>
                    <a:pt x="348891" y="181305"/>
                  </a:cubicBezTo>
                  <a:cubicBezTo>
                    <a:pt x="348891"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590" name="Graphic 4">
              <a:extLst>
                <a:ext uri="{FF2B5EF4-FFF2-40B4-BE49-F238E27FC236}">
                  <a16:creationId xmlns:a16="http://schemas.microsoft.com/office/drawing/2014/main" id="{D7CCBC83-627D-924E-BDE1-B35E987F6771}"/>
                </a:ext>
              </a:extLst>
            </p:cNvPr>
            <p:cNvSpPr/>
            <p:nvPr/>
          </p:nvSpPr>
          <p:spPr>
            <a:xfrm>
              <a:off x="1596046" y="3394457"/>
              <a:ext cx="194412" cy="242659"/>
            </a:xfrm>
            <a:custGeom>
              <a:avLst/>
              <a:gdLst>
                <a:gd name="connsiteX0" fmla="*/ 124763 w 194412"/>
                <a:gd name="connsiteY0" fmla="*/ 1345 h 242659"/>
                <a:gd name="connsiteX1" fmla="*/ 15496 w 194412"/>
                <a:gd name="connsiteY1" fmla="*/ 80506 h 242659"/>
                <a:gd name="connsiteX2" fmla="*/ 15496 w 194412"/>
                <a:gd name="connsiteY2" fmla="*/ 81783 h 242659"/>
                <a:gd name="connsiteX3" fmla="*/ 19330 w 194412"/>
                <a:gd name="connsiteY3" fmla="*/ 108596 h 242659"/>
                <a:gd name="connsiteX4" fmla="*/ 19969 w 194412"/>
                <a:gd name="connsiteY4" fmla="*/ 111788 h 242659"/>
                <a:gd name="connsiteX5" fmla="*/ 2077 w 194412"/>
                <a:gd name="connsiteY5" fmla="*/ 134131 h 242659"/>
                <a:gd name="connsiteX6" fmla="*/ 1438 w 194412"/>
                <a:gd name="connsiteY6" fmla="*/ 135408 h 242659"/>
                <a:gd name="connsiteX7" fmla="*/ 1438 w 194412"/>
                <a:gd name="connsiteY7" fmla="*/ 148176 h 242659"/>
                <a:gd name="connsiteX8" fmla="*/ 11023 w 194412"/>
                <a:gd name="connsiteY8" fmla="*/ 155837 h 242659"/>
                <a:gd name="connsiteX9" fmla="*/ 14857 w 194412"/>
                <a:gd name="connsiteY9" fmla="*/ 156475 h 242659"/>
                <a:gd name="connsiteX10" fmla="*/ 18052 w 194412"/>
                <a:gd name="connsiteY10" fmla="*/ 157114 h 242659"/>
                <a:gd name="connsiteX11" fmla="*/ 16135 w 194412"/>
                <a:gd name="connsiteY11" fmla="*/ 159667 h 242659"/>
                <a:gd name="connsiteX12" fmla="*/ 14857 w 194412"/>
                <a:gd name="connsiteY12" fmla="*/ 168605 h 242659"/>
                <a:gd name="connsiteX13" fmla="*/ 18052 w 194412"/>
                <a:gd name="connsiteY13" fmla="*/ 173074 h 242659"/>
                <a:gd name="connsiteX14" fmla="*/ 16135 w 194412"/>
                <a:gd name="connsiteY14" fmla="*/ 177543 h 242659"/>
                <a:gd name="connsiteX15" fmla="*/ 19330 w 194412"/>
                <a:gd name="connsiteY15" fmla="*/ 184565 h 242659"/>
                <a:gd name="connsiteX16" fmla="*/ 22525 w 194412"/>
                <a:gd name="connsiteY16" fmla="*/ 187119 h 242659"/>
                <a:gd name="connsiteX17" fmla="*/ 23803 w 194412"/>
                <a:gd name="connsiteY17" fmla="*/ 202440 h 242659"/>
                <a:gd name="connsiteX18" fmla="*/ 37221 w 194412"/>
                <a:gd name="connsiteY18" fmla="*/ 213293 h 242659"/>
                <a:gd name="connsiteX19" fmla="*/ 76200 w 194412"/>
                <a:gd name="connsiteY19" fmla="*/ 210739 h 242659"/>
                <a:gd name="connsiteX20" fmla="*/ 76839 w 194412"/>
                <a:gd name="connsiteY20" fmla="*/ 236275 h 242659"/>
                <a:gd name="connsiteX21" fmla="*/ 83229 w 194412"/>
                <a:gd name="connsiteY21" fmla="*/ 242659 h 242659"/>
                <a:gd name="connsiteX22" fmla="*/ 174605 w 194412"/>
                <a:gd name="connsiteY22" fmla="*/ 242659 h 242659"/>
                <a:gd name="connsiteX23" fmla="*/ 179078 w 194412"/>
                <a:gd name="connsiteY23" fmla="*/ 240744 h 242659"/>
                <a:gd name="connsiteX24" fmla="*/ 180356 w 194412"/>
                <a:gd name="connsiteY24" fmla="*/ 235637 h 242659"/>
                <a:gd name="connsiteX25" fmla="*/ 175244 w 194412"/>
                <a:gd name="connsiteY25" fmla="*/ 164775 h 242659"/>
                <a:gd name="connsiteX26" fmla="*/ 184190 w 194412"/>
                <a:gd name="connsiteY26" fmla="*/ 136685 h 242659"/>
                <a:gd name="connsiteX27" fmla="*/ 192497 w 194412"/>
                <a:gd name="connsiteY27" fmla="*/ 115618 h 242659"/>
                <a:gd name="connsiteX28" fmla="*/ 124763 w 194412"/>
                <a:gd name="connsiteY28" fmla="*/ 1345 h 242659"/>
                <a:gd name="connsiteX29" fmla="*/ 149684 w 194412"/>
                <a:gd name="connsiteY29" fmla="*/ 99658 h 242659"/>
                <a:gd name="connsiteX30" fmla="*/ 110706 w 194412"/>
                <a:gd name="connsiteY30" fmla="*/ 137962 h 242659"/>
                <a:gd name="connsiteX31" fmla="*/ 106233 w 194412"/>
                <a:gd name="connsiteY31" fmla="*/ 139877 h 242659"/>
                <a:gd name="connsiteX32" fmla="*/ 101760 w 194412"/>
                <a:gd name="connsiteY32" fmla="*/ 137962 h 242659"/>
                <a:gd name="connsiteX33" fmla="*/ 62781 w 194412"/>
                <a:gd name="connsiteY33" fmla="*/ 99658 h 242659"/>
                <a:gd name="connsiteX34" fmla="*/ 60864 w 194412"/>
                <a:gd name="connsiteY34" fmla="*/ 51140 h 242659"/>
                <a:gd name="connsiteX35" fmla="*/ 84507 w 194412"/>
                <a:gd name="connsiteY35" fmla="*/ 39649 h 242659"/>
                <a:gd name="connsiteX36" fmla="*/ 105594 w 194412"/>
                <a:gd name="connsiteY36" fmla="*/ 47309 h 242659"/>
                <a:gd name="connsiteX37" fmla="*/ 126681 w 194412"/>
                <a:gd name="connsiteY37" fmla="*/ 39649 h 242659"/>
                <a:gd name="connsiteX38" fmla="*/ 150323 w 194412"/>
                <a:gd name="connsiteY38" fmla="*/ 51140 h 242659"/>
                <a:gd name="connsiteX39" fmla="*/ 149684 w 194412"/>
                <a:gd name="connsiteY39" fmla="*/ 99658 h 24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4412" h="242659">
                  <a:moveTo>
                    <a:pt x="124763" y="1345"/>
                  </a:moveTo>
                  <a:cubicBezTo>
                    <a:pt x="80673" y="-6316"/>
                    <a:pt x="27637" y="18582"/>
                    <a:pt x="15496" y="80506"/>
                  </a:cubicBezTo>
                  <a:lnTo>
                    <a:pt x="15496" y="81783"/>
                  </a:lnTo>
                  <a:cubicBezTo>
                    <a:pt x="14218" y="86890"/>
                    <a:pt x="12301" y="96466"/>
                    <a:pt x="19330" y="108596"/>
                  </a:cubicBezTo>
                  <a:cubicBezTo>
                    <a:pt x="19969" y="109234"/>
                    <a:pt x="19969" y="110511"/>
                    <a:pt x="19969" y="111788"/>
                  </a:cubicBezTo>
                  <a:lnTo>
                    <a:pt x="2077" y="134131"/>
                  </a:lnTo>
                  <a:cubicBezTo>
                    <a:pt x="2077" y="134770"/>
                    <a:pt x="1438" y="134770"/>
                    <a:pt x="1438" y="135408"/>
                  </a:cubicBezTo>
                  <a:cubicBezTo>
                    <a:pt x="-479" y="139239"/>
                    <a:pt x="-479" y="143707"/>
                    <a:pt x="1438" y="148176"/>
                  </a:cubicBezTo>
                  <a:cubicBezTo>
                    <a:pt x="3355" y="152007"/>
                    <a:pt x="7189" y="155199"/>
                    <a:pt x="11023" y="155837"/>
                  </a:cubicBezTo>
                  <a:cubicBezTo>
                    <a:pt x="12301" y="155837"/>
                    <a:pt x="13579" y="156475"/>
                    <a:pt x="14857" y="156475"/>
                  </a:cubicBezTo>
                  <a:cubicBezTo>
                    <a:pt x="16135" y="156475"/>
                    <a:pt x="16774" y="157114"/>
                    <a:pt x="18052" y="157114"/>
                  </a:cubicBezTo>
                  <a:lnTo>
                    <a:pt x="16135" y="159667"/>
                  </a:lnTo>
                  <a:cubicBezTo>
                    <a:pt x="14218" y="162221"/>
                    <a:pt x="13579" y="165413"/>
                    <a:pt x="14857" y="168605"/>
                  </a:cubicBezTo>
                  <a:cubicBezTo>
                    <a:pt x="15496" y="170520"/>
                    <a:pt x="16774" y="171797"/>
                    <a:pt x="18052" y="173074"/>
                  </a:cubicBezTo>
                  <a:cubicBezTo>
                    <a:pt x="17413" y="174351"/>
                    <a:pt x="16774" y="176266"/>
                    <a:pt x="16135" y="177543"/>
                  </a:cubicBezTo>
                  <a:cubicBezTo>
                    <a:pt x="16135" y="180096"/>
                    <a:pt x="16774" y="183288"/>
                    <a:pt x="19330" y="184565"/>
                  </a:cubicBezTo>
                  <a:lnTo>
                    <a:pt x="22525" y="187119"/>
                  </a:lnTo>
                  <a:cubicBezTo>
                    <a:pt x="20608" y="191587"/>
                    <a:pt x="21247" y="197333"/>
                    <a:pt x="23803" y="202440"/>
                  </a:cubicBezTo>
                  <a:cubicBezTo>
                    <a:pt x="25720" y="206271"/>
                    <a:pt x="29553" y="210739"/>
                    <a:pt x="37221" y="213293"/>
                  </a:cubicBezTo>
                  <a:cubicBezTo>
                    <a:pt x="48084" y="216485"/>
                    <a:pt x="65976" y="213293"/>
                    <a:pt x="76200" y="210739"/>
                  </a:cubicBezTo>
                  <a:lnTo>
                    <a:pt x="76839" y="236275"/>
                  </a:lnTo>
                  <a:cubicBezTo>
                    <a:pt x="76839" y="239467"/>
                    <a:pt x="80034" y="242659"/>
                    <a:pt x="83229" y="242659"/>
                  </a:cubicBezTo>
                  <a:lnTo>
                    <a:pt x="174605" y="242659"/>
                  </a:lnTo>
                  <a:cubicBezTo>
                    <a:pt x="176522" y="242659"/>
                    <a:pt x="178439" y="242021"/>
                    <a:pt x="179078" y="240744"/>
                  </a:cubicBezTo>
                  <a:cubicBezTo>
                    <a:pt x="179717" y="239467"/>
                    <a:pt x="180995" y="237552"/>
                    <a:pt x="180356" y="235637"/>
                  </a:cubicBezTo>
                  <a:cubicBezTo>
                    <a:pt x="180356" y="234999"/>
                    <a:pt x="175244" y="194141"/>
                    <a:pt x="175244" y="164775"/>
                  </a:cubicBezTo>
                  <a:cubicBezTo>
                    <a:pt x="175244" y="152645"/>
                    <a:pt x="179717" y="144984"/>
                    <a:pt x="184190" y="136685"/>
                  </a:cubicBezTo>
                  <a:cubicBezTo>
                    <a:pt x="188024" y="130301"/>
                    <a:pt x="191219" y="123917"/>
                    <a:pt x="192497" y="115618"/>
                  </a:cubicBezTo>
                  <a:cubicBezTo>
                    <a:pt x="203360" y="46671"/>
                    <a:pt x="166298" y="9006"/>
                    <a:pt x="124763" y="1345"/>
                  </a:cubicBezTo>
                  <a:close/>
                  <a:moveTo>
                    <a:pt x="149684" y="99658"/>
                  </a:moveTo>
                  <a:lnTo>
                    <a:pt x="110706" y="137962"/>
                  </a:lnTo>
                  <a:cubicBezTo>
                    <a:pt x="109428" y="139239"/>
                    <a:pt x="108150" y="139877"/>
                    <a:pt x="106233" y="139877"/>
                  </a:cubicBezTo>
                  <a:cubicBezTo>
                    <a:pt x="104316" y="139877"/>
                    <a:pt x="103038" y="139239"/>
                    <a:pt x="101760" y="137962"/>
                  </a:cubicBezTo>
                  <a:lnTo>
                    <a:pt x="62781" y="99658"/>
                  </a:lnTo>
                  <a:cubicBezTo>
                    <a:pt x="50001" y="86252"/>
                    <a:pt x="49362" y="65185"/>
                    <a:pt x="60864" y="51140"/>
                  </a:cubicBezTo>
                  <a:cubicBezTo>
                    <a:pt x="67254" y="44117"/>
                    <a:pt x="75561" y="39649"/>
                    <a:pt x="84507" y="39649"/>
                  </a:cubicBezTo>
                  <a:cubicBezTo>
                    <a:pt x="92175" y="39649"/>
                    <a:pt x="99843" y="42202"/>
                    <a:pt x="105594" y="47309"/>
                  </a:cubicBezTo>
                  <a:cubicBezTo>
                    <a:pt x="111345" y="42202"/>
                    <a:pt x="119013" y="39649"/>
                    <a:pt x="126681" y="39649"/>
                  </a:cubicBezTo>
                  <a:cubicBezTo>
                    <a:pt x="135626" y="39649"/>
                    <a:pt x="143933" y="44117"/>
                    <a:pt x="150323" y="51140"/>
                  </a:cubicBezTo>
                  <a:cubicBezTo>
                    <a:pt x="163103" y="65185"/>
                    <a:pt x="162464" y="86252"/>
                    <a:pt x="149684" y="99658"/>
                  </a:cubicBezTo>
                  <a:close/>
                </a:path>
              </a:pathLst>
            </a:custGeom>
            <a:solidFill>
              <a:srgbClr val="007CB0"/>
            </a:solidFill>
            <a:ln w="6390" cap="flat">
              <a:noFill/>
              <a:prstDash val="solid"/>
              <a:miter/>
            </a:ln>
          </p:spPr>
          <p:txBody>
            <a:bodyPr rtlCol="0" anchor="ctr"/>
            <a:lstStyle/>
            <a:p>
              <a:endParaRPr lang="en-US"/>
            </a:p>
          </p:txBody>
        </p:sp>
      </p:grpSp>
      <p:grpSp>
        <p:nvGrpSpPr>
          <p:cNvPr id="591" name="Graphic 4">
            <a:extLst>
              <a:ext uri="{FF2B5EF4-FFF2-40B4-BE49-F238E27FC236}">
                <a16:creationId xmlns:a16="http://schemas.microsoft.com/office/drawing/2014/main" id="{EE140656-2A65-B54C-B765-66A07ED56873}"/>
              </a:ext>
            </a:extLst>
          </p:cNvPr>
          <p:cNvGrpSpPr/>
          <p:nvPr/>
        </p:nvGrpSpPr>
        <p:grpSpPr>
          <a:xfrm>
            <a:off x="467743" y="4308712"/>
            <a:ext cx="361670" cy="361971"/>
            <a:chOff x="467743" y="4308712"/>
            <a:chExt cx="361670" cy="361971"/>
          </a:xfrm>
          <a:solidFill>
            <a:srgbClr val="007CB0"/>
          </a:solidFill>
        </p:grpSpPr>
        <p:sp>
          <p:nvSpPr>
            <p:cNvPr id="592" name="Graphic 4">
              <a:extLst>
                <a:ext uri="{FF2B5EF4-FFF2-40B4-BE49-F238E27FC236}">
                  <a16:creationId xmlns:a16="http://schemas.microsoft.com/office/drawing/2014/main" id="{1AC4A1B6-49EB-F74B-9B7D-5EB194D36EDD}"/>
                </a:ext>
              </a:extLst>
            </p:cNvPr>
            <p:cNvSpPr/>
            <p:nvPr/>
          </p:nvSpPr>
          <p:spPr>
            <a:xfrm>
              <a:off x="467743" y="4308712"/>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180835 w 361670"/>
                <a:gd name="connsiteY4" fmla="*/ 0 h 361971"/>
                <a:gd name="connsiteX5" fmla="*/ 180835 w 361670"/>
                <a:gd name="connsiteY5" fmla="*/ 349204 h 361971"/>
                <a:gd name="connsiteX6" fmla="*/ 12780 w 361670"/>
                <a:gd name="connsiteY6" fmla="*/ 181305 h 361971"/>
                <a:gd name="connsiteX7" fmla="*/ 180835 w 361670"/>
                <a:gd name="connsiteY7" fmla="*/ 13407 h 361971"/>
                <a:gd name="connsiteX8" fmla="*/ 348891 w 361670"/>
                <a:gd name="connsiteY8" fmla="*/ 181305 h 361971"/>
                <a:gd name="connsiteX9" fmla="*/ 180835 w 361670"/>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971">
                  <a:moveTo>
                    <a:pt x="180835" y="0"/>
                  </a:moveTo>
                  <a:cubicBezTo>
                    <a:pt x="80513" y="0"/>
                    <a:pt x="0" y="81077"/>
                    <a:pt x="0" y="180667"/>
                  </a:cubicBezTo>
                  <a:cubicBezTo>
                    <a:pt x="0" y="280257"/>
                    <a:pt x="80513" y="361972"/>
                    <a:pt x="180835" y="361972"/>
                  </a:cubicBezTo>
                  <a:cubicBezTo>
                    <a:pt x="281157" y="361972"/>
                    <a:pt x="361670" y="280895"/>
                    <a:pt x="361670" y="181305"/>
                  </a:cubicBezTo>
                  <a:cubicBezTo>
                    <a:pt x="361670" y="81715"/>
                    <a:pt x="280518" y="0"/>
                    <a:pt x="180835" y="0"/>
                  </a:cubicBezTo>
                  <a:close/>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593" name="Graphic 4">
              <a:extLst>
                <a:ext uri="{FF2B5EF4-FFF2-40B4-BE49-F238E27FC236}">
                  <a16:creationId xmlns:a16="http://schemas.microsoft.com/office/drawing/2014/main" id="{081E746D-DF9B-3E4B-8925-6CCE51EE7BB8}"/>
                </a:ext>
              </a:extLst>
            </p:cNvPr>
            <p:cNvSpPr/>
            <p:nvPr/>
          </p:nvSpPr>
          <p:spPr>
            <a:xfrm>
              <a:off x="654329" y="4443414"/>
              <a:ext cx="56231" cy="137893"/>
            </a:xfrm>
            <a:custGeom>
              <a:avLst/>
              <a:gdLst>
                <a:gd name="connsiteX0" fmla="*/ 49841 w 56231"/>
                <a:gd name="connsiteY0" fmla="*/ 0 h 137893"/>
                <a:gd name="connsiteX1" fmla="*/ 6390 w 56231"/>
                <a:gd name="connsiteY1" fmla="*/ 0 h 137893"/>
                <a:gd name="connsiteX2" fmla="*/ 0 w 56231"/>
                <a:gd name="connsiteY2" fmla="*/ 6384 h 137893"/>
                <a:gd name="connsiteX3" fmla="*/ 0 w 56231"/>
                <a:gd name="connsiteY3" fmla="*/ 60648 h 137893"/>
                <a:gd name="connsiteX4" fmla="*/ 6390 w 56231"/>
                <a:gd name="connsiteY4" fmla="*/ 67032 h 137893"/>
                <a:gd name="connsiteX5" fmla="*/ 7668 w 56231"/>
                <a:gd name="connsiteY5" fmla="*/ 67032 h 137893"/>
                <a:gd name="connsiteX6" fmla="*/ 7668 w 56231"/>
                <a:gd name="connsiteY6" fmla="*/ 131510 h 137893"/>
                <a:gd name="connsiteX7" fmla="*/ 14058 w 56231"/>
                <a:gd name="connsiteY7" fmla="*/ 137894 h 137893"/>
                <a:gd name="connsiteX8" fmla="*/ 20448 w 56231"/>
                <a:gd name="connsiteY8" fmla="*/ 131510 h 137893"/>
                <a:gd name="connsiteX9" fmla="*/ 20448 w 56231"/>
                <a:gd name="connsiteY9" fmla="*/ 67032 h 137893"/>
                <a:gd name="connsiteX10" fmla="*/ 35784 w 56231"/>
                <a:gd name="connsiteY10" fmla="*/ 67032 h 137893"/>
                <a:gd name="connsiteX11" fmla="*/ 35784 w 56231"/>
                <a:gd name="connsiteY11" fmla="*/ 131510 h 137893"/>
                <a:gd name="connsiteX12" fmla="*/ 42174 w 56231"/>
                <a:gd name="connsiteY12" fmla="*/ 137894 h 137893"/>
                <a:gd name="connsiteX13" fmla="*/ 48564 w 56231"/>
                <a:gd name="connsiteY13" fmla="*/ 131510 h 137893"/>
                <a:gd name="connsiteX14" fmla="*/ 48564 w 56231"/>
                <a:gd name="connsiteY14" fmla="*/ 67032 h 137893"/>
                <a:gd name="connsiteX15" fmla="*/ 49841 w 56231"/>
                <a:gd name="connsiteY15" fmla="*/ 67032 h 137893"/>
                <a:gd name="connsiteX16" fmla="*/ 56231 w 56231"/>
                <a:gd name="connsiteY16" fmla="*/ 60648 h 137893"/>
                <a:gd name="connsiteX17" fmla="*/ 56231 w 56231"/>
                <a:gd name="connsiteY17" fmla="*/ 6384 h 137893"/>
                <a:gd name="connsiteX18" fmla="*/ 49841 w 56231"/>
                <a:gd name="connsiteY18" fmla="*/ 0 h 137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6231" h="137893">
                  <a:moveTo>
                    <a:pt x="49841" y="0"/>
                  </a:moveTo>
                  <a:lnTo>
                    <a:pt x="6390" y="0"/>
                  </a:lnTo>
                  <a:cubicBezTo>
                    <a:pt x="2556" y="0"/>
                    <a:pt x="0" y="2553"/>
                    <a:pt x="0" y="6384"/>
                  </a:cubicBezTo>
                  <a:lnTo>
                    <a:pt x="0" y="60648"/>
                  </a:lnTo>
                  <a:cubicBezTo>
                    <a:pt x="0" y="64478"/>
                    <a:pt x="2556" y="67032"/>
                    <a:pt x="6390" y="67032"/>
                  </a:cubicBezTo>
                  <a:lnTo>
                    <a:pt x="7668" y="67032"/>
                  </a:lnTo>
                  <a:lnTo>
                    <a:pt x="7668" y="131510"/>
                  </a:lnTo>
                  <a:cubicBezTo>
                    <a:pt x="7668" y="135340"/>
                    <a:pt x="10224" y="137894"/>
                    <a:pt x="14058" y="137894"/>
                  </a:cubicBezTo>
                  <a:cubicBezTo>
                    <a:pt x="17892" y="137894"/>
                    <a:pt x="20448" y="135340"/>
                    <a:pt x="20448" y="131510"/>
                  </a:cubicBezTo>
                  <a:lnTo>
                    <a:pt x="20448" y="67032"/>
                  </a:lnTo>
                  <a:lnTo>
                    <a:pt x="35784" y="67032"/>
                  </a:lnTo>
                  <a:lnTo>
                    <a:pt x="35784" y="131510"/>
                  </a:lnTo>
                  <a:cubicBezTo>
                    <a:pt x="35784" y="135340"/>
                    <a:pt x="38340" y="137894"/>
                    <a:pt x="42174" y="137894"/>
                  </a:cubicBezTo>
                  <a:cubicBezTo>
                    <a:pt x="46008" y="137894"/>
                    <a:pt x="48564" y="135340"/>
                    <a:pt x="48564" y="131510"/>
                  </a:cubicBezTo>
                  <a:lnTo>
                    <a:pt x="48564" y="67032"/>
                  </a:lnTo>
                  <a:lnTo>
                    <a:pt x="49841" y="67032"/>
                  </a:lnTo>
                  <a:cubicBezTo>
                    <a:pt x="53675" y="67032"/>
                    <a:pt x="56231" y="64478"/>
                    <a:pt x="56231" y="60648"/>
                  </a:cubicBezTo>
                  <a:lnTo>
                    <a:pt x="56231" y="6384"/>
                  </a:lnTo>
                  <a:cubicBezTo>
                    <a:pt x="56231" y="2553"/>
                    <a:pt x="53036" y="0"/>
                    <a:pt x="49841" y="0"/>
                  </a:cubicBezTo>
                  <a:close/>
                </a:path>
              </a:pathLst>
            </a:custGeom>
            <a:solidFill>
              <a:srgbClr val="007CB0"/>
            </a:solidFill>
            <a:ln w="6390" cap="flat">
              <a:noFill/>
              <a:prstDash val="solid"/>
              <a:miter/>
            </a:ln>
          </p:spPr>
          <p:txBody>
            <a:bodyPr rtlCol="0" anchor="ctr"/>
            <a:lstStyle/>
            <a:p>
              <a:endParaRPr lang="en-US"/>
            </a:p>
          </p:txBody>
        </p:sp>
        <p:sp>
          <p:nvSpPr>
            <p:cNvPr id="594" name="Graphic 4">
              <a:extLst>
                <a:ext uri="{FF2B5EF4-FFF2-40B4-BE49-F238E27FC236}">
                  <a16:creationId xmlns:a16="http://schemas.microsoft.com/office/drawing/2014/main" id="{7F1CF886-454C-104B-84B6-EB9312A187D5}"/>
                </a:ext>
              </a:extLst>
            </p:cNvPr>
            <p:cNvSpPr/>
            <p:nvPr/>
          </p:nvSpPr>
          <p:spPr>
            <a:xfrm>
              <a:off x="662636" y="4387873"/>
              <a:ext cx="39617" cy="39580"/>
            </a:xfrm>
            <a:custGeom>
              <a:avLst/>
              <a:gdLst>
                <a:gd name="connsiteX0" fmla="*/ 19809 w 39617"/>
                <a:gd name="connsiteY0" fmla="*/ 39581 h 39580"/>
                <a:gd name="connsiteX1" fmla="*/ 39618 w 39617"/>
                <a:gd name="connsiteY1" fmla="*/ 19790 h 39580"/>
                <a:gd name="connsiteX2" fmla="*/ 19809 w 39617"/>
                <a:gd name="connsiteY2" fmla="*/ 0 h 39580"/>
                <a:gd name="connsiteX3" fmla="*/ 0 w 39617"/>
                <a:gd name="connsiteY3" fmla="*/ 19790 h 39580"/>
                <a:gd name="connsiteX4" fmla="*/ 19809 w 39617"/>
                <a:gd name="connsiteY4" fmla="*/ 39581 h 395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17" h="39580">
                  <a:moveTo>
                    <a:pt x="19809" y="39581"/>
                  </a:moveTo>
                  <a:cubicBezTo>
                    <a:pt x="30672" y="39581"/>
                    <a:pt x="39618" y="30643"/>
                    <a:pt x="39618" y="19790"/>
                  </a:cubicBezTo>
                  <a:cubicBezTo>
                    <a:pt x="39618" y="8937"/>
                    <a:pt x="30672" y="0"/>
                    <a:pt x="19809" y="0"/>
                  </a:cubicBezTo>
                  <a:cubicBezTo>
                    <a:pt x="8946" y="0"/>
                    <a:pt x="0" y="8937"/>
                    <a:pt x="0" y="19790"/>
                  </a:cubicBezTo>
                  <a:cubicBezTo>
                    <a:pt x="0" y="30643"/>
                    <a:pt x="8946" y="39581"/>
                    <a:pt x="19809" y="39581"/>
                  </a:cubicBezTo>
                  <a:close/>
                </a:path>
              </a:pathLst>
            </a:custGeom>
            <a:solidFill>
              <a:srgbClr val="007CB0"/>
            </a:solidFill>
            <a:ln w="6390" cap="flat">
              <a:noFill/>
              <a:prstDash val="solid"/>
              <a:miter/>
            </a:ln>
          </p:spPr>
          <p:txBody>
            <a:bodyPr rtlCol="0" anchor="ctr"/>
            <a:lstStyle/>
            <a:p>
              <a:endParaRPr lang="en-US"/>
            </a:p>
          </p:txBody>
        </p:sp>
        <p:sp>
          <p:nvSpPr>
            <p:cNvPr id="595" name="Graphic 4">
              <a:extLst>
                <a:ext uri="{FF2B5EF4-FFF2-40B4-BE49-F238E27FC236}">
                  <a16:creationId xmlns:a16="http://schemas.microsoft.com/office/drawing/2014/main" id="{985BABD9-93CC-494E-8D76-EC30ABF94BEF}"/>
                </a:ext>
              </a:extLst>
            </p:cNvPr>
            <p:cNvSpPr/>
            <p:nvPr/>
          </p:nvSpPr>
          <p:spPr>
            <a:xfrm>
              <a:off x="731008" y="4449798"/>
              <a:ext cx="30671" cy="30643"/>
            </a:xfrm>
            <a:custGeom>
              <a:avLst/>
              <a:gdLst>
                <a:gd name="connsiteX0" fmla="*/ 15336 w 30671"/>
                <a:gd name="connsiteY0" fmla="*/ 30643 h 30643"/>
                <a:gd name="connsiteX1" fmla="*/ 30672 w 30671"/>
                <a:gd name="connsiteY1" fmla="*/ 15321 h 30643"/>
                <a:gd name="connsiteX2" fmla="*/ 15336 w 30671"/>
                <a:gd name="connsiteY2" fmla="*/ 0 h 30643"/>
                <a:gd name="connsiteX3" fmla="*/ 0 w 30671"/>
                <a:gd name="connsiteY3" fmla="*/ 15321 h 30643"/>
                <a:gd name="connsiteX4" fmla="*/ 15336 w 30671"/>
                <a:gd name="connsiteY4" fmla="*/ 30643 h 30643"/>
                <a:gd name="connsiteX5" fmla="*/ 15336 w 30671"/>
                <a:gd name="connsiteY5" fmla="*/ 12768 h 30643"/>
                <a:gd name="connsiteX6" fmla="*/ 17892 w 30671"/>
                <a:gd name="connsiteY6" fmla="*/ 15321 h 30643"/>
                <a:gd name="connsiteX7" fmla="*/ 15336 w 30671"/>
                <a:gd name="connsiteY7" fmla="*/ 17875 h 30643"/>
                <a:gd name="connsiteX8" fmla="*/ 12780 w 30671"/>
                <a:gd name="connsiteY8" fmla="*/ 15321 h 30643"/>
                <a:gd name="connsiteX9" fmla="*/ 15336 w 30671"/>
                <a:gd name="connsiteY9" fmla="*/ 12768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671" h="30643">
                  <a:moveTo>
                    <a:pt x="15336" y="30643"/>
                  </a:moveTo>
                  <a:cubicBezTo>
                    <a:pt x="23643" y="30643"/>
                    <a:pt x="30672" y="23620"/>
                    <a:pt x="30672" y="15321"/>
                  </a:cubicBezTo>
                  <a:cubicBezTo>
                    <a:pt x="30672" y="7022"/>
                    <a:pt x="23643" y="0"/>
                    <a:pt x="15336" y="0"/>
                  </a:cubicBezTo>
                  <a:cubicBezTo>
                    <a:pt x="7029" y="0"/>
                    <a:pt x="0" y="7022"/>
                    <a:pt x="0" y="15321"/>
                  </a:cubicBezTo>
                  <a:cubicBezTo>
                    <a:pt x="0" y="23620"/>
                    <a:pt x="7029" y="30643"/>
                    <a:pt x="15336" y="30643"/>
                  </a:cubicBezTo>
                  <a:close/>
                  <a:moveTo>
                    <a:pt x="15336" y="12768"/>
                  </a:moveTo>
                  <a:cubicBezTo>
                    <a:pt x="16614" y="12768"/>
                    <a:pt x="17892" y="14044"/>
                    <a:pt x="17892" y="15321"/>
                  </a:cubicBezTo>
                  <a:cubicBezTo>
                    <a:pt x="17892" y="16598"/>
                    <a:pt x="16614" y="17875"/>
                    <a:pt x="15336" y="17875"/>
                  </a:cubicBezTo>
                  <a:cubicBezTo>
                    <a:pt x="14058" y="17875"/>
                    <a:pt x="12780" y="16598"/>
                    <a:pt x="12780" y="15321"/>
                  </a:cubicBezTo>
                  <a:cubicBezTo>
                    <a:pt x="12780" y="14044"/>
                    <a:pt x="14058" y="12768"/>
                    <a:pt x="15336" y="12768"/>
                  </a:cubicBezTo>
                  <a:close/>
                </a:path>
              </a:pathLst>
            </a:custGeom>
            <a:solidFill>
              <a:srgbClr val="007CB0"/>
            </a:solidFill>
            <a:ln w="6390" cap="flat">
              <a:noFill/>
              <a:prstDash val="solid"/>
              <a:miter/>
            </a:ln>
          </p:spPr>
          <p:txBody>
            <a:bodyPr rtlCol="0" anchor="ctr"/>
            <a:lstStyle/>
            <a:p>
              <a:endParaRPr lang="en-US"/>
            </a:p>
          </p:txBody>
        </p:sp>
        <p:sp>
          <p:nvSpPr>
            <p:cNvPr id="596" name="Graphic 4">
              <a:extLst>
                <a:ext uri="{FF2B5EF4-FFF2-40B4-BE49-F238E27FC236}">
                  <a16:creationId xmlns:a16="http://schemas.microsoft.com/office/drawing/2014/main" id="{BB67FFD8-D68F-6D42-8687-A6317990C6B7}"/>
                </a:ext>
              </a:extLst>
            </p:cNvPr>
            <p:cNvSpPr/>
            <p:nvPr/>
          </p:nvSpPr>
          <p:spPr>
            <a:xfrm>
              <a:off x="726285" y="4485548"/>
              <a:ext cx="40757" cy="95759"/>
            </a:xfrm>
            <a:custGeom>
              <a:avLst/>
              <a:gdLst>
                <a:gd name="connsiteX0" fmla="*/ 24532 w 40757"/>
                <a:gd name="connsiteY0" fmla="*/ 0 h 95759"/>
                <a:gd name="connsiteX1" fmla="*/ 15587 w 40757"/>
                <a:gd name="connsiteY1" fmla="*/ 0 h 95759"/>
                <a:gd name="connsiteX2" fmla="*/ 9197 w 40757"/>
                <a:gd name="connsiteY2" fmla="*/ 5107 h 95759"/>
                <a:gd name="connsiteX3" fmla="*/ 251 w 40757"/>
                <a:gd name="connsiteY3" fmla="*/ 49795 h 95759"/>
                <a:gd name="connsiteX4" fmla="*/ 1529 w 40757"/>
                <a:gd name="connsiteY4" fmla="*/ 54902 h 95759"/>
                <a:gd name="connsiteX5" fmla="*/ 4724 w 40757"/>
                <a:gd name="connsiteY5" fmla="*/ 56818 h 95759"/>
                <a:gd name="connsiteX6" fmla="*/ 4724 w 40757"/>
                <a:gd name="connsiteY6" fmla="*/ 89376 h 95759"/>
                <a:gd name="connsiteX7" fmla="*/ 11114 w 40757"/>
                <a:gd name="connsiteY7" fmla="*/ 95760 h 95759"/>
                <a:gd name="connsiteX8" fmla="*/ 17504 w 40757"/>
                <a:gd name="connsiteY8" fmla="*/ 89376 h 95759"/>
                <a:gd name="connsiteX9" fmla="*/ 17504 w 40757"/>
                <a:gd name="connsiteY9" fmla="*/ 57456 h 95759"/>
                <a:gd name="connsiteX10" fmla="*/ 23254 w 40757"/>
                <a:gd name="connsiteY10" fmla="*/ 57456 h 95759"/>
                <a:gd name="connsiteX11" fmla="*/ 23254 w 40757"/>
                <a:gd name="connsiteY11" fmla="*/ 89376 h 95759"/>
                <a:gd name="connsiteX12" fmla="*/ 29644 w 40757"/>
                <a:gd name="connsiteY12" fmla="*/ 95760 h 95759"/>
                <a:gd name="connsiteX13" fmla="*/ 36034 w 40757"/>
                <a:gd name="connsiteY13" fmla="*/ 89376 h 95759"/>
                <a:gd name="connsiteX14" fmla="*/ 36034 w 40757"/>
                <a:gd name="connsiteY14" fmla="*/ 56818 h 95759"/>
                <a:gd name="connsiteX15" fmla="*/ 39229 w 40757"/>
                <a:gd name="connsiteY15" fmla="*/ 54902 h 95759"/>
                <a:gd name="connsiteX16" fmla="*/ 40507 w 40757"/>
                <a:gd name="connsiteY16" fmla="*/ 49795 h 95759"/>
                <a:gd name="connsiteX17" fmla="*/ 30922 w 40757"/>
                <a:gd name="connsiteY17" fmla="*/ 5107 h 95759"/>
                <a:gd name="connsiteX18" fmla="*/ 24532 w 40757"/>
                <a:gd name="connsiteY18" fmla="*/ 0 h 95759"/>
                <a:gd name="connsiteX19" fmla="*/ 20060 w 40757"/>
                <a:gd name="connsiteY19" fmla="*/ 15960 h 95759"/>
                <a:gd name="connsiteX20" fmla="*/ 25810 w 40757"/>
                <a:gd name="connsiteY20" fmla="*/ 44688 h 95759"/>
                <a:gd name="connsiteX21" fmla="*/ 14309 w 40757"/>
                <a:gd name="connsiteY21" fmla="*/ 44688 h 95759"/>
                <a:gd name="connsiteX22" fmla="*/ 20060 w 40757"/>
                <a:gd name="connsiteY22" fmla="*/ 15960 h 95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757" h="95759">
                  <a:moveTo>
                    <a:pt x="24532" y="0"/>
                  </a:moveTo>
                  <a:lnTo>
                    <a:pt x="15587" y="0"/>
                  </a:lnTo>
                  <a:cubicBezTo>
                    <a:pt x="12392" y="0"/>
                    <a:pt x="9836" y="1915"/>
                    <a:pt x="9197" y="5107"/>
                  </a:cubicBezTo>
                  <a:lnTo>
                    <a:pt x="251" y="49795"/>
                  </a:lnTo>
                  <a:cubicBezTo>
                    <a:pt x="-388" y="51710"/>
                    <a:pt x="251" y="53626"/>
                    <a:pt x="1529" y="54902"/>
                  </a:cubicBezTo>
                  <a:cubicBezTo>
                    <a:pt x="2168" y="56179"/>
                    <a:pt x="3446" y="56179"/>
                    <a:pt x="4724" y="56818"/>
                  </a:cubicBezTo>
                  <a:lnTo>
                    <a:pt x="4724" y="89376"/>
                  </a:lnTo>
                  <a:cubicBezTo>
                    <a:pt x="4724" y="93206"/>
                    <a:pt x="7280" y="95760"/>
                    <a:pt x="11114" y="95760"/>
                  </a:cubicBezTo>
                  <a:cubicBezTo>
                    <a:pt x="14948" y="95760"/>
                    <a:pt x="17504" y="93206"/>
                    <a:pt x="17504" y="89376"/>
                  </a:cubicBezTo>
                  <a:lnTo>
                    <a:pt x="17504" y="57456"/>
                  </a:lnTo>
                  <a:lnTo>
                    <a:pt x="23254" y="57456"/>
                  </a:lnTo>
                  <a:lnTo>
                    <a:pt x="23254" y="89376"/>
                  </a:lnTo>
                  <a:cubicBezTo>
                    <a:pt x="23254" y="93206"/>
                    <a:pt x="25810" y="95760"/>
                    <a:pt x="29644" y="95760"/>
                  </a:cubicBezTo>
                  <a:cubicBezTo>
                    <a:pt x="33478" y="95760"/>
                    <a:pt x="36034" y="93206"/>
                    <a:pt x="36034" y="89376"/>
                  </a:cubicBezTo>
                  <a:lnTo>
                    <a:pt x="36034" y="56818"/>
                  </a:lnTo>
                  <a:cubicBezTo>
                    <a:pt x="37312" y="56179"/>
                    <a:pt x="38590" y="56179"/>
                    <a:pt x="39229" y="54902"/>
                  </a:cubicBezTo>
                  <a:cubicBezTo>
                    <a:pt x="40507" y="53626"/>
                    <a:pt x="41146" y="51710"/>
                    <a:pt x="40507" y="49795"/>
                  </a:cubicBezTo>
                  <a:lnTo>
                    <a:pt x="30922" y="5107"/>
                  </a:lnTo>
                  <a:cubicBezTo>
                    <a:pt x="30283" y="1915"/>
                    <a:pt x="27727" y="0"/>
                    <a:pt x="24532" y="0"/>
                  </a:cubicBezTo>
                  <a:close/>
                  <a:moveTo>
                    <a:pt x="20060" y="15960"/>
                  </a:moveTo>
                  <a:lnTo>
                    <a:pt x="25810" y="44688"/>
                  </a:lnTo>
                  <a:lnTo>
                    <a:pt x="14309" y="44688"/>
                  </a:lnTo>
                  <a:lnTo>
                    <a:pt x="20060" y="15960"/>
                  </a:lnTo>
                  <a:close/>
                </a:path>
              </a:pathLst>
            </a:custGeom>
            <a:solidFill>
              <a:srgbClr val="007CB0"/>
            </a:solidFill>
            <a:ln w="6390" cap="flat">
              <a:noFill/>
              <a:prstDash val="solid"/>
              <a:miter/>
            </a:ln>
          </p:spPr>
          <p:txBody>
            <a:bodyPr rtlCol="0" anchor="ctr"/>
            <a:lstStyle/>
            <a:p>
              <a:endParaRPr lang="en-US"/>
            </a:p>
          </p:txBody>
        </p:sp>
        <p:sp>
          <p:nvSpPr>
            <p:cNvPr id="597" name="Graphic 4">
              <a:extLst>
                <a:ext uri="{FF2B5EF4-FFF2-40B4-BE49-F238E27FC236}">
                  <a16:creationId xmlns:a16="http://schemas.microsoft.com/office/drawing/2014/main" id="{20C36344-361F-C948-8CEC-20203568DDF6}"/>
                </a:ext>
              </a:extLst>
            </p:cNvPr>
            <p:cNvSpPr/>
            <p:nvPr/>
          </p:nvSpPr>
          <p:spPr>
            <a:xfrm>
              <a:off x="530364" y="4486186"/>
              <a:ext cx="41534" cy="95121"/>
            </a:xfrm>
            <a:custGeom>
              <a:avLst/>
              <a:gdLst>
                <a:gd name="connsiteX0" fmla="*/ 34506 w 41534"/>
                <a:gd name="connsiteY0" fmla="*/ 0 h 95121"/>
                <a:gd name="connsiteX1" fmla="*/ 6390 w 41534"/>
                <a:gd name="connsiteY1" fmla="*/ 0 h 95121"/>
                <a:gd name="connsiteX2" fmla="*/ 0 w 41534"/>
                <a:gd name="connsiteY2" fmla="*/ 6384 h 95121"/>
                <a:gd name="connsiteX3" fmla="*/ 0 w 41534"/>
                <a:gd name="connsiteY3" fmla="*/ 42135 h 95121"/>
                <a:gd name="connsiteX4" fmla="*/ 5112 w 41534"/>
                <a:gd name="connsiteY4" fmla="*/ 48519 h 95121"/>
                <a:gd name="connsiteX5" fmla="*/ 5112 w 41534"/>
                <a:gd name="connsiteY5" fmla="*/ 88738 h 95121"/>
                <a:gd name="connsiteX6" fmla="*/ 11502 w 41534"/>
                <a:gd name="connsiteY6" fmla="*/ 95121 h 95121"/>
                <a:gd name="connsiteX7" fmla="*/ 17892 w 41534"/>
                <a:gd name="connsiteY7" fmla="*/ 88738 h 95121"/>
                <a:gd name="connsiteX8" fmla="*/ 17892 w 41534"/>
                <a:gd name="connsiteY8" fmla="*/ 48519 h 95121"/>
                <a:gd name="connsiteX9" fmla="*/ 23643 w 41534"/>
                <a:gd name="connsiteY9" fmla="*/ 48519 h 95121"/>
                <a:gd name="connsiteX10" fmla="*/ 23643 w 41534"/>
                <a:gd name="connsiteY10" fmla="*/ 88738 h 95121"/>
                <a:gd name="connsiteX11" fmla="*/ 30033 w 41534"/>
                <a:gd name="connsiteY11" fmla="*/ 95121 h 95121"/>
                <a:gd name="connsiteX12" fmla="*/ 36423 w 41534"/>
                <a:gd name="connsiteY12" fmla="*/ 88738 h 95121"/>
                <a:gd name="connsiteX13" fmla="*/ 36423 w 41534"/>
                <a:gd name="connsiteY13" fmla="*/ 48519 h 95121"/>
                <a:gd name="connsiteX14" fmla="*/ 41535 w 41534"/>
                <a:gd name="connsiteY14" fmla="*/ 42135 h 95121"/>
                <a:gd name="connsiteX15" fmla="*/ 41535 w 41534"/>
                <a:gd name="connsiteY15" fmla="*/ 6384 h 95121"/>
                <a:gd name="connsiteX16" fmla="*/ 34506 w 41534"/>
                <a:gd name="connsiteY16" fmla="*/ 0 h 95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534" h="95121">
                  <a:moveTo>
                    <a:pt x="34506" y="0"/>
                  </a:moveTo>
                  <a:lnTo>
                    <a:pt x="6390" y="0"/>
                  </a:lnTo>
                  <a:cubicBezTo>
                    <a:pt x="2556" y="0"/>
                    <a:pt x="0" y="2554"/>
                    <a:pt x="0" y="6384"/>
                  </a:cubicBezTo>
                  <a:lnTo>
                    <a:pt x="0" y="42135"/>
                  </a:lnTo>
                  <a:cubicBezTo>
                    <a:pt x="0" y="45327"/>
                    <a:pt x="1917" y="47880"/>
                    <a:pt x="5112" y="48519"/>
                  </a:cubicBezTo>
                  <a:lnTo>
                    <a:pt x="5112" y="88738"/>
                  </a:lnTo>
                  <a:cubicBezTo>
                    <a:pt x="5112" y="92568"/>
                    <a:pt x="7668" y="95121"/>
                    <a:pt x="11502" y="95121"/>
                  </a:cubicBezTo>
                  <a:cubicBezTo>
                    <a:pt x="15336" y="95121"/>
                    <a:pt x="17892" y="92568"/>
                    <a:pt x="17892" y="88738"/>
                  </a:cubicBezTo>
                  <a:lnTo>
                    <a:pt x="17892" y="48519"/>
                  </a:lnTo>
                  <a:lnTo>
                    <a:pt x="23643" y="48519"/>
                  </a:lnTo>
                  <a:lnTo>
                    <a:pt x="23643" y="88738"/>
                  </a:lnTo>
                  <a:cubicBezTo>
                    <a:pt x="23643" y="92568"/>
                    <a:pt x="26199" y="95121"/>
                    <a:pt x="30033" y="95121"/>
                  </a:cubicBezTo>
                  <a:cubicBezTo>
                    <a:pt x="33867" y="95121"/>
                    <a:pt x="36423" y="92568"/>
                    <a:pt x="36423" y="88738"/>
                  </a:cubicBezTo>
                  <a:lnTo>
                    <a:pt x="36423" y="48519"/>
                  </a:lnTo>
                  <a:cubicBezTo>
                    <a:pt x="38979" y="47880"/>
                    <a:pt x="41535" y="45327"/>
                    <a:pt x="41535" y="42135"/>
                  </a:cubicBezTo>
                  <a:lnTo>
                    <a:pt x="41535" y="6384"/>
                  </a:lnTo>
                  <a:cubicBezTo>
                    <a:pt x="40896" y="3192"/>
                    <a:pt x="38340" y="0"/>
                    <a:pt x="34506" y="0"/>
                  </a:cubicBezTo>
                  <a:close/>
                </a:path>
              </a:pathLst>
            </a:custGeom>
            <a:solidFill>
              <a:srgbClr val="007CB0"/>
            </a:solidFill>
            <a:ln w="6390" cap="flat">
              <a:noFill/>
              <a:prstDash val="solid"/>
              <a:miter/>
            </a:ln>
          </p:spPr>
          <p:txBody>
            <a:bodyPr rtlCol="0" anchor="ctr"/>
            <a:lstStyle/>
            <a:p>
              <a:endParaRPr lang="en-US"/>
            </a:p>
          </p:txBody>
        </p:sp>
        <p:sp>
          <p:nvSpPr>
            <p:cNvPr id="598" name="Graphic 4">
              <a:extLst>
                <a:ext uri="{FF2B5EF4-FFF2-40B4-BE49-F238E27FC236}">
                  <a16:creationId xmlns:a16="http://schemas.microsoft.com/office/drawing/2014/main" id="{5A54C37B-E63D-6E49-92FC-9EF88EE0BE09}"/>
                </a:ext>
              </a:extLst>
            </p:cNvPr>
            <p:cNvSpPr/>
            <p:nvPr/>
          </p:nvSpPr>
          <p:spPr>
            <a:xfrm>
              <a:off x="535476" y="4449798"/>
              <a:ext cx="30671" cy="30643"/>
            </a:xfrm>
            <a:custGeom>
              <a:avLst/>
              <a:gdLst>
                <a:gd name="connsiteX0" fmla="*/ 30672 w 30671"/>
                <a:gd name="connsiteY0" fmla="*/ 15321 h 30643"/>
                <a:gd name="connsiteX1" fmla="*/ 15336 w 30671"/>
                <a:gd name="connsiteY1" fmla="*/ 30643 h 30643"/>
                <a:gd name="connsiteX2" fmla="*/ 0 w 30671"/>
                <a:gd name="connsiteY2" fmla="*/ 15321 h 30643"/>
                <a:gd name="connsiteX3" fmla="*/ 15336 w 30671"/>
                <a:gd name="connsiteY3" fmla="*/ 0 h 30643"/>
                <a:gd name="connsiteX4" fmla="*/ 30672 w 30671"/>
                <a:gd name="connsiteY4" fmla="*/ 15321 h 3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71" h="30643">
                  <a:moveTo>
                    <a:pt x="30672" y="15321"/>
                  </a:moveTo>
                  <a:cubicBezTo>
                    <a:pt x="30672" y="23783"/>
                    <a:pt x="23806" y="30643"/>
                    <a:pt x="15336" y="30643"/>
                  </a:cubicBezTo>
                  <a:cubicBezTo>
                    <a:pt x="6866" y="30643"/>
                    <a:pt x="0" y="23783"/>
                    <a:pt x="0" y="15321"/>
                  </a:cubicBezTo>
                  <a:cubicBezTo>
                    <a:pt x="0" y="6860"/>
                    <a:pt x="6866" y="0"/>
                    <a:pt x="15336" y="0"/>
                  </a:cubicBezTo>
                  <a:cubicBezTo>
                    <a:pt x="23806" y="0"/>
                    <a:pt x="30672" y="6860"/>
                    <a:pt x="30672" y="15321"/>
                  </a:cubicBezTo>
                  <a:close/>
                </a:path>
              </a:pathLst>
            </a:custGeom>
            <a:solidFill>
              <a:srgbClr val="007CB0"/>
            </a:solidFill>
            <a:ln w="6390" cap="flat">
              <a:noFill/>
              <a:prstDash val="solid"/>
              <a:miter/>
            </a:ln>
          </p:spPr>
          <p:txBody>
            <a:bodyPr rtlCol="0" anchor="ctr"/>
            <a:lstStyle/>
            <a:p>
              <a:endParaRPr lang="en-US"/>
            </a:p>
          </p:txBody>
        </p:sp>
        <p:sp>
          <p:nvSpPr>
            <p:cNvPr id="599" name="Graphic 4">
              <a:extLst>
                <a:ext uri="{FF2B5EF4-FFF2-40B4-BE49-F238E27FC236}">
                  <a16:creationId xmlns:a16="http://schemas.microsoft.com/office/drawing/2014/main" id="{DFF2B7AE-79B5-0947-9CCA-34EAEB5761FC}"/>
                </a:ext>
              </a:extLst>
            </p:cNvPr>
            <p:cNvSpPr/>
            <p:nvPr/>
          </p:nvSpPr>
          <p:spPr>
            <a:xfrm>
              <a:off x="583401" y="4443414"/>
              <a:ext cx="56231" cy="137893"/>
            </a:xfrm>
            <a:custGeom>
              <a:avLst/>
              <a:gdLst>
                <a:gd name="connsiteX0" fmla="*/ 49841 w 56231"/>
                <a:gd name="connsiteY0" fmla="*/ 0 h 137893"/>
                <a:gd name="connsiteX1" fmla="*/ 6390 w 56231"/>
                <a:gd name="connsiteY1" fmla="*/ 0 h 137893"/>
                <a:gd name="connsiteX2" fmla="*/ 0 w 56231"/>
                <a:gd name="connsiteY2" fmla="*/ 6384 h 137893"/>
                <a:gd name="connsiteX3" fmla="*/ 0 w 56231"/>
                <a:gd name="connsiteY3" fmla="*/ 60648 h 137893"/>
                <a:gd name="connsiteX4" fmla="*/ 6390 w 56231"/>
                <a:gd name="connsiteY4" fmla="*/ 67032 h 137893"/>
                <a:gd name="connsiteX5" fmla="*/ 7668 w 56231"/>
                <a:gd name="connsiteY5" fmla="*/ 67032 h 137893"/>
                <a:gd name="connsiteX6" fmla="*/ 7668 w 56231"/>
                <a:gd name="connsiteY6" fmla="*/ 131510 h 137893"/>
                <a:gd name="connsiteX7" fmla="*/ 14058 w 56231"/>
                <a:gd name="connsiteY7" fmla="*/ 137894 h 137893"/>
                <a:gd name="connsiteX8" fmla="*/ 20448 w 56231"/>
                <a:gd name="connsiteY8" fmla="*/ 131510 h 137893"/>
                <a:gd name="connsiteX9" fmla="*/ 20448 w 56231"/>
                <a:gd name="connsiteY9" fmla="*/ 67032 h 137893"/>
                <a:gd name="connsiteX10" fmla="*/ 35784 w 56231"/>
                <a:gd name="connsiteY10" fmla="*/ 67032 h 137893"/>
                <a:gd name="connsiteX11" fmla="*/ 35784 w 56231"/>
                <a:gd name="connsiteY11" fmla="*/ 131510 h 137893"/>
                <a:gd name="connsiteX12" fmla="*/ 42174 w 56231"/>
                <a:gd name="connsiteY12" fmla="*/ 137894 h 137893"/>
                <a:gd name="connsiteX13" fmla="*/ 48564 w 56231"/>
                <a:gd name="connsiteY13" fmla="*/ 131510 h 137893"/>
                <a:gd name="connsiteX14" fmla="*/ 48564 w 56231"/>
                <a:gd name="connsiteY14" fmla="*/ 67032 h 137893"/>
                <a:gd name="connsiteX15" fmla="*/ 49841 w 56231"/>
                <a:gd name="connsiteY15" fmla="*/ 67032 h 137893"/>
                <a:gd name="connsiteX16" fmla="*/ 56231 w 56231"/>
                <a:gd name="connsiteY16" fmla="*/ 60648 h 137893"/>
                <a:gd name="connsiteX17" fmla="*/ 56231 w 56231"/>
                <a:gd name="connsiteY17" fmla="*/ 6384 h 137893"/>
                <a:gd name="connsiteX18" fmla="*/ 49841 w 56231"/>
                <a:gd name="connsiteY18" fmla="*/ 0 h 137893"/>
                <a:gd name="connsiteX19" fmla="*/ 12780 w 56231"/>
                <a:gd name="connsiteY19" fmla="*/ 12768 h 137893"/>
                <a:gd name="connsiteX20" fmla="*/ 43452 w 56231"/>
                <a:gd name="connsiteY20" fmla="*/ 12768 h 137893"/>
                <a:gd name="connsiteX21" fmla="*/ 43452 w 56231"/>
                <a:gd name="connsiteY21" fmla="*/ 54264 h 137893"/>
                <a:gd name="connsiteX22" fmla="*/ 12780 w 56231"/>
                <a:gd name="connsiteY22" fmla="*/ 54264 h 137893"/>
                <a:gd name="connsiteX23" fmla="*/ 12780 w 56231"/>
                <a:gd name="connsiteY23" fmla="*/ 12768 h 137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231" h="137893">
                  <a:moveTo>
                    <a:pt x="49841" y="0"/>
                  </a:moveTo>
                  <a:lnTo>
                    <a:pt x="6390" y="0"/>
                  </a:lnTo>
                  <a:cubicBezTo>
                    <a:pt x="2556" y="0"/>
                    <a:pt x="0" y="2553"/>
                    <a:pt x="0" y="6384"/>
                  </a:cubicBezTo>
                  <a:lnTo>
                    <a:pt x="0" y="60648"/>
                  </a:lnTo>
                  <a:cubicBezTo>
                    <a:pt x="0" y="64478"/>
                    <a:pt x="2556" y="67032"/>
                    <a:pt x="6390" y="67032"/>
                  </a:cubicBezTo>
                  <a:lnTo>
                    <a:pt x="7668" y="67032"/>
                  </a:lnTo>
                  <a:lnTo>
                    <a:pt x="7668" y="131510"/>
                  </a:lnTo>
                  <a:cubicBezTo>
                    <a:pt x="7668" y="135340"/>
                    <a:pt x="10224" y="137894"/>
                    <a:pt x="14058" y="137894"/>
                  </a:cubicBezTo>
                  <a:cubicBezTo>
                    <a:pt x="17892" y="137894"/>
                    <a:pt x="20448" y="135340"/>
                    <a:pt x="20448" y="131510"/>
                  </a:cubicBezTo>
                  <a:lnTo>
                    <a:pt x="20448" y="67032"/>
                  </a:lnTo>
                  <a:lnTo>
                    <a:pt x="35784" y="67032"/>
                  </a:lnTo>
                  <a:lnTo>
                    <a:pt x="35784" y="131510"/>
                  </a:lnTo>
                  <a:cubicBezTo>
                    <a:pt x="35784" y="135340"/>
                    <a:pt x="38340" y="137894"/>
                    <a:pt x="42174" y="137894"/>
                  </a:cubicBezTo>
                  <a:cubicBezTo>
                    <a:pt x="46008" y="137894"/>
                    <a:pt x="48564" y="135340"/>
                    <a:pt x="48564" y="131510"/>
                  </a:cubicBezTo>
                  <a:lnTo>
                    <a:pt x="48564" y="67032"/>
                  </a:lnTo>
                  <a:lnTo>
                    <a:pt x="49841" y="67032"/>
                  </a:lnTo>
                  <a:cubicBezTo>
                    <a:pt x="53675" y="67032"/>
                    <a:pt x="56231" y="64478"/>
                    <a:pt x="56231" y="60648"/>
                  </a:cubicBezTo>
                  <a:lnTo>
                    <a:pt x="56231" y="6384"/>
                  </a:lnTo>
                  <a:cubicBezTo>
                    <a:pt x="56231" y="2553"/>
                    <a:pt x="53036" y="0"/>
                    <a:pt x="49841" y="0"/>
                  </a:cubicBezTo>
                  <a:close/>
                  <a:moveTo>
                    <a:pt x="12780" y="12768"/>
                  </a:moveTo>
                  <a:lnTo>
                    <a:pt x="43452" y="12768"/>
                  </a:lnTo>
                  <a:lnTo>
                    <a:pt x="43452" y="54264"/>
                  </a:lnTo>
                  <a:lnTo>
                    <a:pt x="12780" y="54264"/>
                  </a:lnTo>
                  <a:lnTo>
                    <a:pt x="12780" y="12768"/>
                  </a:lnTo>
                  <a:close/>
                </a:path>
              </a:pathLst>
            </a:custGeom>
            <a:solidFill>
              <a:srgbClr val="007CB0"/>
            </a:solidFill>
            <a:ln w="6390" cap="flat">
              <a:noFill/>
              <a:prstDash val="solid"/>
              <a:miter/>
            </a:ln>
          </p:spPr>
          <p:txBody>
            <a:bodyPr rtlCol="0" anchor="ctr"/>
            <a:lstStyle/>
            <a:p>
              <a:endParaRPr lang="en-US"/>
            </a:p>
          </p:txBody>
        </p:sp>
        <p:sp>
          <p:nvSpPr>
            <p:cNvPr id="600" name="Graphic 4">
              <a:extLst>
                <a:ext uri="{FF2B5EF4-FFF2-40B4-BE49-F238E27FC236}">
                  <a16:creationId xmlns:a16="http://schemas.microsoft.com/office/drawing/2014/main" id="{76A0D3EA-FE14-024A-9CFC-A1E9B5D0953D}"/>
                </a:ext>
              </a:extLst>
            </p:cNvPr>
            <p:cNvSpPr/>
            <p:nvPr/>
          </p:nvSpPr>
          <p:spPr>
            <a:xfrm>
              <a:off x="591708" y="4387873"/>
              <a:ext cx="39617" cy="39580"/>
            </a:xfrm>
            <a:custGeom>
              <a:avLst/>
              <a:gdLst>
                <a:gd name="connsiteX0" fmla="*/ 19809 w 39617"/>
                <a:gd name="connsiteY0" fmla="*/ 39581 h 39580"/>
                <a:gd name="connsiteX1" fmla="*/ 39618 w 39617"/>
                <a:gd name="connsiteY1" fmla="*/ 19790 h 39580"/>
                <a:gd name="connsiteX2" fmla="*/ 19809 w 39617"/>
                <a:gd name="connsiteY2" fmla="*/ 0 h 39580"/>
                <a:gd name="connsiteX3" fmla="*/ 0 w 39617"/>
                <a:gd name="connsiteY3" fmla="*/ 19790 h 39580"/>
                <a:gd name="connsiteX4" fmla="*/ 19809 w 39617"/>
                <a:gd name="connsiteY4" fmla="*/ 39581 h 39580"/>
                <a:gd name="connsiteX5" fmla="*/ 19809 w 39617"/>
                <a:gd name="connsiteY5" fmla="*/ 12768 h 39580"/>
                <a:gd name="connsiteX6" fmla="*/ 26838 w 39617"/>
                <a:gd name="connsiteY6" fmla="*/ 19790 h 39580"/>
                <a:gd name="connsiteX7" fmla="*/ 19809 w 39617"/>
                <a:gd name="connsiteY7" fmla="*/ 26813 h 39580"/>
                <a:gd name="connsiteX8" fmla="*/ 12780 w 39617"/>
                <a:gd name="connsiteY8" fmla="*/ 19790 h 39580"/>
                <a:gd name="connsiteX9" fmla="*/ 19809 w 39617"/>
                <a:gd name="connsiteY9" fmla="*/ 12768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17" h="39580">
                  <a:moveTo>
                    <a:pt x="19809" y="39581"/>
                  </a:moveTo>
                  <a:cubicBezTo>
                    <a:pt x="30672" y="39581"/>
                    <a:pt x="39618" y="30643"/>
                    <a:pt x="39618" y="19790"/>
                  </a:cubicBezTo>
                  <a:cubicBezTo>
                    <a:pt x="39618" y="8937"/>
                    <a:pt x="30672" y="0"/>
                    <a:pt x="19809" y="0"/>
                  </a:cubicBezTo>
                  <a:cubicBezTo>
                    <a:pt x="8946" y="0"/>
                    <a:pt x="0" y="8937"/>
                    <a:pt x="0" y="19790"/>
                  </a:cubicBezTo>
                  <a:cubicBezTo>
                    <a:pt x="0" y="30643"/>
                    <a:pt x="8946" y="39581"/>
                    <a:pt x="19809" y="39581"/>
                  </a:cubicBezTo>
                  <a:close/>
                  <a:moveTo>
                    <a:pt x="19809" y="12768"/>
                  </a:moveTo>
                  <a:cubicBezTo>
                    <a:pt x="23643" y="12768"/>
                    <a:pt x="26838" y="15960"/>
                    <a:pt x="26838" y="19790"/>
                  </a:cubicBezTo>
                  <a:cubicBezTo>
                    <a:pt x="26838" y="23621"/>
                    <a:pt x="23643" y="26813"/>
                    <a:pt x="19809" y="26813"/>
                  </a:cubicBezTo>
                  <a:cubicBezTo>
                    <a:pt x="15975" y="26813"/>
                    <a:pt x="12780" y="23621"/>
                    <a:pt x="12780" y="19790"/>
                  </a:cubicBezTo>
                  <a:cubicBezTo>
                    <a:pt x="12780" y="15960"/>
                    <a:pt x="15975" y="12768"/>
                    <a:pt x="19809" y="12768"/>
                  </a:cubicBezTo>
                  <a:close/>
                </a:path>
              </a:pathLst>
            </a:custGeom>
            <a:solidFill>
              <a:srgbClr val="007CB0"/>
            </a:solidFill>
            <a:ln w="6390" cap="flat">
              <a:noFill/>
              <a:prstDash val="solid"/>
              <a:miter/>
            </a:ln>
          </p:spPr>
          <p:txBody>
            <a:bodyPr rtlCol="0" anchor="ctr"/>
            <a:lstStyle/>
            <a:p>
              <a:endParaRPr lang="en-US"/>
            </a:p>
          </p:txBody>
        </p:sp>
      </p:grpSp>
      <p:grpSp>
        <p:nvGrpSpPr>
          <p:cNvPr id="601" name="Graphic 4">
            <a:extLst>
              <a:ext uri="{FF2B5EF4-FFF2-40B4-BE49-F238E27FC236}">
                <a16:creationId xmlns:a16="http://schemas.microsoft.com/office/drawing/2014/main" id="{EEDD8CBA-311D-0841-8765-48BFA3C9E78A}"/>
              </a:ext>
            </a:extLst>
          </p:cNvPr>
          <p:cNvGrpSpPr/>
          <p:nvPr/>
        </p:nvGrpSpPr>
        <p:grpSpPr>
          <a:xfrm>
            <a:off x="467743" y="1893013"/>
            <a:ext cx="361670" cy="361333"/>
            <a:chOff x="467743" y="1893013"/>
            <a:chExt cx="361670" cy="361333"/>
          </a:xfrm>
          <a:solidFill>
            <a:srgbClr val="007CB0"/>
          </a:solidFill>
        </p:grpSpPr>
        <p:sp>
          <p:nvSpPr>
            <p:cNvPr id="602" name="Graphic 4">
              <a:extLst>
                <a:ext uri="{FF2B5EF4-FFF2-40B4-BE49-F238E27FC236}">
                  <a16:creationId xmlns:a16="http://schemas.microsoft.com/office/drawing/2014/main" id="{2F4B13EF-34C3-534D-9933-06CA80CA3A01}"/>
                </a:ext>
              </a:extLst>
            </p:cNvPr>
            <p:cNvSpPr/>
            <p:nvPr/>
          </p:nvSpPr>
          <p:spPr>
            <a:xfrm>
              <a:off x="467743"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603" name="Graphic 4">
              <a:extLst>
                <a:ext uri="{FF2B5EF4-FFF2-40B4-BE49-F238E27FC236}">
                  <a16:creationId xmlns:a16="http://schemas.microsoft.com/office/drawing/2014/main" id="{A5B8B037-A170-4F4E-A05B-3D1EF4E4C197}"/>
                </a:ext>
              </a:extLst>
            </p:cNvPr>
            <p:cNvSpPr/>
            <p:nvPr/>
          </p:nvSpPr>
          <p:spPr>
            <a:xfrm>
              <a:off x="592986" y="1977281"/>
              <a:ext cx="39617" cy="39580"/>
            </a:xfrm>
            <a:custGeom>
              <a:avLst/>
              <a:gdLst>
                <a:gd name="connsiteX0" fmla="*/ 19809 w 39617"/>
                <a:gd name="connsiteY0" fmla="*/ 39581 h 39580"/>
                <a:gd name="connsiteX1" fmla="*/ 39618 w 39617"/>
                <a:gd name="connsiteY1" fmla="*/ 19790 h 39580"/>
                <a:gd name="connsiteX2" fmla="*/ 19809 w 39617"/>
                <a:gd name="connsiteY2" fmla="*/ 0 h 39580"/>
                <a:gd name="connsiteX3" fmla="*/ 0 w 39617"/>
                <a:gd name="connsiteY3" fmla="*/ 19790 h 39580"/>
                <a:gd name="connsiteX4" fmla="*/ 19809 w 39617"/>
                <a:gd name="connsiteY4" fmla="*/ 39581 h 395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17" h="39580">
                  <a:moveTo>
                    <a:pt x="19809" y="39581"/>
                  </a:moveTo>
                  <a:cubicBezTo>
                    <a:pt x="30672" y="39581"/>
                    <a:pt x="39618" y="30643"/>
                    <a:pt x="39618" y="19790"/>
                  </a:cubicBezTo>
                  <a:cubicBezTo>
                    <a:pt x="39618" y="8938"/>
                    <a:pt x="30672" y="0"/>
                    <a:pt x="19809" y="0"/>
                  </a:cubicBezTo>
                  <a:cubicBezTo>
                    <a:pt x="8946" y="0"/>
                    <a:pt x="0" y="8938"/>
                    <a:pt x="0" y="19790"/>
                  </a:cubicBezTo>
                  <a:cubicBezTo>
                    <a:pt x="0" y="30643"/>
                    <a:pt x="8307" y="39581"/>
                    <a:pt x="19809" y="39581"/>
                  </a:cubicBezTo>
                  <a:close/>
                </a:path>
              </a:pathLst>
            </a:custGeom>
            <a:solidFill>
              <a:srgbClr val="007CB0"/>
            </a:solidFill>
            <a:ln w="6390" cap="flat">
              <a:noFill/>
              <a:prstDash val="solid"/>
              <a:miter/>
            </a:ln>
          </p:spPr>
          <p:txBody>
            <a:bodyPr rtlCol="0" anchor="ctr"/>
            <a:lstStyle/>
            <a:p>
              <a:endParaRPr lang="en-US"/>
            </a:p>
          </p:txBody>
        </p:sp>
        <p:sp>
          <p:nvSpPr>
            <p:cNvPr id="604" name="Graphic 4">
              <a:extLst>
                <a:ext uri="{FF2B5EF4-FFF2-40B4-BE49-F238E27FC236}">
                  <a16:creationId xmlns:a16="http://schemas.microsoft.com/office/drawing/2014/main" id="{5B36B3BC-2BF8-2D42-9DA0-15A0F351D18C}"/>
                </a:ext>
              </a:extLst>
            </p:cNvPr>
            <p:cNvSpPr/>
            <p:nvPr/>
          </p:nvSpPr>
          <p:spPr>
            <a:xfrm>
              <a:off x="585067" y="2031545"/>
              <a:ext cx="54815" cy="139170"/>
            </a:xfrm>
            <a:custGeom>
              <a:avLst/>
              <a:gdLst>
                <a:gd name="connsiteX0" fmla="*/ 34117 w 54815"/>
                <a:gd name="connsiteY0" fmla="*/ 0 h 139170"/>
                <a:gd name="connsiteX1" fmla="*/ 20699 w 54815"/>
                <a:gd name="connsiteY1" fmla="*/ 0 h 139170"/>
                <a:gd name="connsiteX2" fmla="*/ 14309 w 54815"/>
                <a:gd name="connsiteY2" fmla="*/ 5107 h 139170"/>
                <a:gd name="connsiteX3" fmla="*/ 251 w 54815"/>
                <a:gd name="connsiteY3" fmla="*/ 72777 h 139170"/>
                <a:gd name="connsiteX4" fmla="*/ 1529 w 54815"/>
                <a:gd name="connsiteY4" fmla="*/ 77884 h 139170"/>
                <a:gd name="connsiteX5" fmla="*/ 6641 w 54815"/>
                <a:gd name="connsiteY5" fmla="*/ 80438 h 139170"/>
                <a:gd name="connsiteX6" fmla="*/ 7280 w 54815"/>
                <a:gd name="connsiteY6" fmla="*/ 80438 h 139170"/>
                <a:gd name="connsiteX7" fmla="*/ 7280 w 54815"/>
                <a:gd name="connsiteY7" fmla="*/ 132787 h 139170"/>
                <a:gd name="connsiteX8" fmla="*/ 13670 w 54815"/>
                <a:gd name="connsiteY8" fmla="*/ 139171 h 139170"/>
                <a:gd name="connsiteX9" fmla="*/ 20059 w 54815"/>
                <a:gd name="connsiteY9" fmla="*/ 132787 h 139170"/>
                <a:gd name="connsiteX10" fmla="*/ 20059 w 54815"/>
                <a:gd name="connsiteY10" fmla="*/ 80438 h 139170"/>
                <a:gd name="connsiteX11" fmla="*/ 34756 w 54815"/>
                <a:gd name="connsiteY11" fmla="*/ 80438 h 139170"/>
                <a:gd name="connsiteX12" fmla="*/ 34756 w 54815"/>
                <a:gd name="connsiteY12" fmla="*/ 132787 h 139170"/>
                <a:gd name="connsiteX13" fmla="*/ 41146 w 54815"/>
                <a:gd name="connsiteY13" fmla="*/ 139171 h 139170"/>
                <a:gd name="connsiteX14" fmla="*/ 47536 w 54815"/>
                <a:gd name="connsiteY14" fmla="*/ 132787 h 139170"/>
                <a:gd name="connsiteX15" fmla="*/ 47536 w 54815"/>
                <a:gd name="connsiteY15" fmla="*/ 80438 h 139170"/>
                <a:gd name="connsiteX16" fmla="*/ 48175 w 54815"/>
                <a:gd name="connsiteY16" fmla="*/ 80438 h 139170"/>
                <a:gd name="connsiteX17" fmla="*/ 53287 w 54815"/>
                <a:gd name="connsiteY17" fmla="*/ 77884 h 139170"/>
                <a:gd name="connsiteX18" fmla="*/ 54565 w 54815"/>
                <a:gd name="connsiteY18" fmla="*/ 72777 h 139170"/>
                <a:gd name="connsiteX19" fmla="*/ 40507 w 54815"/>
                <a:gd name="connsiteY19" fmla="*/ 4469 h 139170"/>
                <a:gd name="connsiteX20" fmla="*/ 34117 w 54815"/>
                <a:gd name="connsiteY20" fmla="*/ 0 h 139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4815" h="139170">
                  <a:moveTo>
                    <a:pt x="34117" y="0"/>
                  </a:moveTo>
                  <a:lnTo>
                    <a:pt x="20699" y="0"/>
                  </a:lnTo>
                  <a:cubicBezTo>
                    <a:pt x="17504" y="0"/>
                    <a:pt x="14948" y="1915"/>
                    <a:pt x="14309" y="5107"/>
                  </a:cubicBezTo>
                  <a:lnTo>
                    <a:pt x="251" y="72777"/>
                  </a:lnTo>
                  <a:cubicBezTo>
                    <a:pt x="-388" y="74692"/>
                    <a:pt x="251" y="76608"/>
                    <a:pt x="1529" y="77884"/>
                  </a:cubicBezTo>
                  <a:cubicBezTo>
                    <a:pt x="2807" y="79161"/>
                    <a:pt x="4724" y="80438"/>
                    <a:pt x="6641" y="80438"/>
                  </a:cubicBezTo>
                  <a:lnTo>
                    <a:pt x="7280" y="80438"/>
                  </a:lnTo>
                  <a:lnTo>
                    <a:pt x="7280" y="132787"/>
                  </a:lnTo>
                  <a:cubicBezTo>
                    <a:pt x="7280" y="136617"/>
                    <a:pt x="9836" y="139171"/>
                    <a:pt x="13670" y="139171"/>
                  </a:cubicBezTo>
                  <a:cubicBezTo>
                    <a:pt x="17504" y="139171"/>
                    <a:pt x="20059" y="136617"/>
                    <a:pt x="20059" y="132787"/>
                  </a:cubicBezTo>
                  <a:lnTo>
                    <a:pt x="20059" y="80438"/>
                  </a:lnTo>
                  <a:lnTo>
                    <a:pt x="34756" y="80438"/>
                  </a:lnTo>
                  <a:lnTo>
                    <a:pt x="34756" y="132787"/>
                  </a:lnTo>
                  <a:cubicBezTo>
                    <a:pt x="34756" y="136617"/>
                    <a:pt x="37312" y="139171"/>
                    <a:pt x="41146" y="139171"/>
                  </a:cubicBezTo>
                  <a:cubicBezTo>
                    <a:pt x="44980" y="139171"/>
                    <a:pt x="47536" y="136617"/>
                    <a:pt x="47536" y="132787"/>
                  </a:cubicBezTo>
                  <a:lnTo>
                    <a:pt x="47536" y="80438"/>
                  </a:lnTo>
                  <a:lnTo>
                    <a:pt x="48175" y="80438"/>
                  </a:lnTo>
                  <a:cubicBezTo>
                    <a:pt x="50092" y="80438"/>
                    <a:pt x="52009" y="79800"/>
                    <a:pt x="53287" y="77884"/>
                  </a:cubicBezTo>
                  <a:cubicBezTo>
                    <a:pt x="54565" y="76608"/>
                    <a:pt x="55204" y="74692"/>
                    <a:pt x="54565" y="72777"/>
                  </a:cubicBezTo>
                  <a:lnTo>
                    <a:pt x="40507" y="4469"/>
                  </a:lnTo>
                  <a:cubicBezTo>
                    <a:pt x="39868" y="1915"/>
                    <a:pt x="37312" y="0"/>
                    <a:pt x="34117" y="0"/>
                  </a:cubicBezTo>
                  <a:close/>
                </a:path>
              </a:pathLst>
            </a:custGeom>
            <a:solidFill>
              <a:srgbClr val="007CB0"/>
            </a:solidFill>
            <a:ln w="6390" cap="flat">
              <a:noFill/>
              <a:prstDash val="solid"/>
              <a:miter/>
            </a:ln>
          </p:spPr>
          <p:txBody>
            <a:bodyPr rtlCol="0" anchor="ctr"/>
            <a:lstStyle/>
            <a:p>
              <a:endParaRPr lang="en-US"/>
            </a:p>
          </p:txBody>
        </p:sp>
        <p:sp>
          <p:nvSpPr>
            <p:cNvPr id="605" name="Graphic 4">
              <a:extLst>
                <a:ext uri="{FF2B5EF4-FFF2-40B4-BE49-F238E27FC236}">
                  <a16:creationId xmlns:a16="http://schemas.microsoft.com/office/drawing/2014/main" id="{E4E67458-2516-254D-AAB8-CE67ADEB9AAC}"/>
                </a:ext>
              </a:extLst>
            </p:cNvPr>
            <p:cNvSpPr/>
            <p:nvPr/>
          </p:nvSpPr>
          <p:spPr>
            <a:xfrm>
              <a:off x="731008" y="2039206"/>
              <a:ext cx="30671" cy="30643"/>
            </a:xfrm>
            <a:custGeom>
              <a:avLst/>
              <a:gdLst>
                <a:gd name="connsiteX0" fmla="*/ 15336 w 30671"/>
                <a:gd name="connsiteY0" fmla="*/ 30643 h 30643"/>
                <a:gd name="connsiteX1" fmla="*/ 30672 w 30671"/>
                <a:gd name="connsiteY1" fmla="*/ 15322 h 30643"/>
                <a:gd name="connsiteX2" fmla="*/ 15336 w 30671"/>
                <a:gd name="connsiteY2" fmla="*/ 0 h 30643"/>
                <a:gd name="connsiteX3" fmla="*/ 0 w 30671"/>
                <a:gd name="connsiteY3" fmla="*/ 15322 h 30643"/>
                <a:gd name="connsiteX4" fmla="*/ 15336 w 30671"/>
                <a:gd name="connsiteY4" fmla="*/ 30643 h 3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71" h="30643">
                  <a:moveTo>
                    <a:pt x="15336" y="30643"/>
                  </a:moveTo>
                  <a:cubicBezTo>
                    <a:pt x="23643" y="30643"/>
                    <a:pt x="30672" y="23621"/>
                    <a:pt x="30672" y="15322"/>
                  </a:cubicBezTo>
                  <a:cubicBezTo>
                    <a:pt x="30672" y="7022"/>
                    <a:pt x="23643" y="0"/>
                    <a:pt x="15336" y="0"/>
                  </a:cubicBezTo>
                  <a:cubicBezTo>
                    <a:pt x="7029" y="0"/>
                    <a:pt x="0" y="7022"/>
                    <a:pt x="0" y="15322"/>
                  </a:cubicBezTo>
                  <a:cubicBezTo>
                    <a:pt x="639" y="23621"/>
                    <a:pt x="7029" y="30643"/>
                    <a:pt x="15336" y="30643"/>
                  </a:cubicBezTo>
                  <a:close/>
                </a:path>
              </a:pathLst>
            </a:custGeom>
            <a:solidFill>
              <a:srgbClr val="007CB0"/>
            </a:solidFill>
            <a:ln w="6390" cap="flat">
              <a:noFill/>
              <a:prstDash val="solid"/>
              <a:miter/>
            </a:ln>
          </p:spPr>
          <p:txBody>
            <a:bodyPr rtlCol="0" anchor="ctr"/>
            <a:lstStyle/>
            <a:p>
              <a:endParaRPr lang="en-US"/>
            </a:p>
          </p:txBody>
        </p:sp>
        <p:sp>
          <p:nvSpPr>
            <p:cNvPr id="606" name="Graphic 4">
              <a:extLst>
                <a:ext uri="{FF2B5EF4-FFF2-40B4-BE49-F238E27FC236}">
                  <a16:creationId xmlns:a16="http://schemas.microsoft.com/office/drawing/2014/main" id="{5666A6AC-A137-DE49-B2A2-95CD641485E6}"/>
                </a:ext>
              </a:extLst>
            </p:cNvPr>
            <p:cNvSpPr/>
            <p:nvPr/>
          </p:nvSpPr>
          <p:spPr>
            <a:xfrm>
              <a:off x="726285" y="2074956"/>
              <a:ext cx="40757" cy="95759"/>
            </a:xfrm>
            <a:custGeom>
              <a:avLst/>
              <a:gdLst>
                <a:gd name="connsiteX0" fmla="*/ 24532 w 40757"/>
                <a:gd name="connsiteY0" fmla="*/ 0 h 95759"/>
                <a:gd name="connsiteX1" fmla="*/ 15587 w 40757"/>
                <a:gd name="connsiteY1" fmla="*/ 0 h 95759"/>
                <a:gd name="connsiteX2" fmla="*/ 9197 w 40757"/>
                <a:gd name="connsiteY2" fmla="*/ 5107 h 95759"/>
                <a:gd name="connsiteX3" fmla="*/ 251 w 40757"/>
                <a:gd name="connsiteY3" fmla="*/ 49795 h 95759"/>
                <a:gd name="connsiteX4" fmla="*/ 1529 w 40757"/>
                <a:gd name="connsiteY4" fmla="*/ 54902 h 95759"/>
                <a:gd name="connsiteX5" fmla="*/ 4724 w 40757"/>
                <a:gd name="connsiteY5" fmla="*/ 56817 h 95759"/>
                <a:gd name="connsiteX6" fmla="*/ 4724 w 40757"/>
                <a:gd name="connsiteY6" fmla="*/ 89376 h 95759"/>
                <a:gd name="connsiteX7" fmla="*/ 11114 w 40757"/>
                <a:gd name="connsiteY7" fmla="*/ 95760 h 95759"/>
                <a:gd name="connsiteX8" fmla="*/ 17504 w 40757"/>
                <a:gd name="connsiteY8" fmla="*/ 89376 h 95759"/>
                <a:gd name="connsiteX9" fmla="*/ 17504 w 40757"/>
                <a:gd name="connsiteY9" fmla="*/ 57456 h 95759"/>
                <a:gd name="connsiteX10" fmla="*/ 23254 w 40757"/>
                <a:gd name="connsiteY10" fmla="*/ 57456 h 95759"/>
                <a:gd name="connsiteX11" fmla="*/ 23254 w 40757"/>
                <a:gd name="connsiteY11" fmla="*/ 89376 h 95759"/>
                <a:gd name="connsiteX12" fmla="*/ 29644 w 40757"/>
                <a:gd name="connsiteY12" fmla="*/ 95760 h 95759"/>
                <a:gd name="connsiteX13" fmla="*/ 36034 w 40757"/>
                <a:gd name="connsiteY13" fmla="*/ 89376 h 95759"/>
                <a:gd name="connsiteX14" fmla="*/ 36034 w 40757"/>
                <a:gd name="connsiteY14" fmla="*/ 56817 h 95759"/>
                <a:gd name="connsiteX15" fmla="*/ 39229 w 40757"/>
                <a:gd name="connsiteY15" fmla="*/ 54902 h 95759"/>
                <a:gd name="connsiteX16" fmla="*/ 40507 w 40757"/>
                <a:gd name="connsiteY16" fmla="*/ 49795 h 95759"/>
                <a:gd name="connsiteX17" fmla="*/ 30922 w 40757"/>
                <a:gd name="connsiteY17" fmla="*/ 5107 h 95759"/>
                <a:gd name="connsiteX18" fmla="*/ 24532 w 40757"/>
                <a:gd name="connsiteY18" fmla="*/ 0 h 95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757" h="95759">
                  <a:moveTo>
                    <a:pt x="24532" y="0"/>
                  </a:moveTo>
                  <a:lnTo>
                    <a:pt x="15587" y="0"/>
                  </a:lnTo>
                  <a:cubicBezTo>
                    <a:pt x="12392" y="0"/>
                    <a:pt x="9836" y="1915"/>
                    <a:pt x="9197" y="5107"/>
                  </a:cubicBezTo>
                  <a:lnTo>
                    <a:pt x="251" y="49795"/>
                  </a:lnTo>
                  <a:cubicBezTo>
                    <a:pt x="-388" y="51710"/>
                    <a:pt x="251" y="53625"/>
                    <a:pt x="1529" y="54902"/>
                  </a:cubicBezTo>
                  <a:cubicBezTo>
                    <a:pt x="2168" y="56179"/>
                    <a:pt x="3446" y="56179"/>
                    <a:pt x="4724" y="56817"/>
                  </a:cubicBezTo>
                  <a:lnTo>
                    <a:pt x="4724" y="89376"/>
                  </a:lnTo>
                  <a:cubicBezTo>
                    <a:pt x="4724" y="93206"/>
                    <a:pt x="7280" y="95760"/>
                    <a:pt x="11114" y="95760"/>
                  </a:cubicBezTo>
                  <a:cubicBezTo>
                    <a:pt x="14948" y="95760"/>
                    <a:pt x="17504" y="93206"/>
                    <a:pt x="17504" y="89376"/>
                  </a:cubicBezTo>
                  <a:lnTo>
                    <a:pt x="17504" y="57456"/>
                  </a:lnTo>
                  <a:lnTo>
                    <a:pt x="23254" y="57456"/>
                  </a:lnTo>
                  <a:lnTo>
                    <a:pt x="23254" y="89376"/>
                  </a:lnTo>
                  <a:cubicBezTo>
                    <a:pt x="23254" y="93206"/>
                    <a:pt x="25810" y="95760"/>
                    <a:pt x="29644" y="95760"/>
                  </a:cubicBezTo>
                  <a:cubicBezTo>
                    <a:pt x="33478" y="95760"/>
                    <a:pt x="36034" y="93206"/>
                    <a:pt x="36034" y="89376"/>
                  </a:cubicBezTo>
                  <a:lnTo>
                    <a:pt x="36034" y="56817"/>
                  </a:lnTo>
                  <a:cubicBezTo>
                    <a:pt x="37312" y="56179"/>
                    <a:pt x="38590" y="56179"/>
                    <a:pt x="39229" y="54902"/>
                  </a:cubicBezTo>
                  <a:cubicBezTo>
                    <a:pt x="40507" y="53625"/>
                    <a:pt x="41146" y="51710"/>
                    <a:pt x="40507" y="49795"/>
                  </a:cubicBezTo>
                  <a:lnTo>
                    <a:pt x="30922" y="5107"/>
                  </a:lnTo>
                  <a:cubicBezTo>
                    <a:pt x="30283" y="1915"/>
                    <a:pt x="27727" y="0"/>
                    <a:pt x="24532" y="0"/>
                  </a:cubicBezTo>
                  <a:close/>
                </a:path>
              </a:pathLst>
            </a:custGeom>
            <a:solidFill>
              <a:srgbClr val="007CB0"/>
            </a:solidFill>
            <a:ln w="6390" cap="flat">
              <a:noFill/>
              <a:prstDash val="solid"/>
              <a:miter/>
            </a:ln>
          </p:spPr>
          <p:txBody>
            <a:bodyPr rtlCol="0" anchor="ctr"/>
            <a:lstStyle/>
            <a:p>
              <a:endParaRPr lang="en-US"/>
            </a:p>
          </p:txBody>
        </p:sp>
        <p:sp>
          <p:nvSpPr>
            <p:cNvPr id="607" name="Graphic 4">
              <a:extLst>
                <a:ext uri="{FF2B5EF4-FFF2-40B4-BE49-F238E27FC236}">
                  <a16:creationId xmlns:a16="http://schemas.microsoft.com/office/drawing/2014/main" id="{C3BD090F-C04E-8042-A29C-783E3A9BCB78}"/>
                </a:ext>
              </a:extLst>
            </p:cNvPr>
            <p:cNvSpPr/>
            <p:nvPr/>
          </p:nvSpPr>
          <p:spPr>
            <a:xfrm>
              <a:off x="530364" y="2075595"/>
              <a:ext cx="41534" cy="95121"/>
            </a:xfrm>
            <a:custGeom>
              <a:avLst/>
              <a:gdLst>
                <a:gd name="connsiteX0" fmla="*/ 34506 w 41534"/>
                <a:gd name="connsiteY0" fmla="*/ 0 h 95121"/>
                <a:gd name="connsiteX1" fmla="*/ 6390 w 41534"/>
                <a:gd name="connsiteY1" fmla="*/ 0 h 95121"/>
                <a:gd name="connsiteX2" fmla="*/ 0 w 41534"/>
                <a:gd name="connsiteY2" fmla="*/ 6384 h 95121"/>
                <a:gd name="connsiteX3" fmla="*/ 0 w 41534"/>
                <a:gd name="connsiteY3" fmla="*/ 42134 h 95121"/>
                <a:gd name="connsiteX4" fmla="*/ 5112 w 41534"/>
                <a:gd name="connsiteY4" fmla="*/ 48518 h 95121"/>
                <a:gd name="connsiteX5" fmla="*/ 5112 w 41534"/>
                <a:gd name="connsiteY5" fmla="*/ 88737 h 95121"/>
                <a:gd name="connsiteX6" fmla="*/ 11502 w 41534"/>
                <a:gd name="connsiteY6" fmla="*/ 95121 h 95121"/>
                <a:gd name="connsiteX7" fmla="*/ 17892 w 41534"/>
                <a:gd name="connsiteY7" fmla="*/ 88737 h 95121"/>
                <a:gd name="connsiteX8" fmla="*/ 17892 w 41534"/>
                <a:gd name="connsiteY8" fmla="*/ 48518 h 95121"/>
                <a:gd name="connsiteX9" fmla="*/ 23643 w 41534"/>
                <a:gd name="connsiteY9" fmla="*/ 48518 h 95121"/>
                <a:gd name="connsiteX10" fmla="*/ 23643 w 41534"/>
                <a:gd name="connsiteY10" fmla="*/ 88737 h 95121"/>
                <a:gd name="connsiteX11" fmla="*/ 30033 w 41534"/>
                <a:gd name="connsiteY11" fmla="*/ 95121 h 95121"/>
                <a:gd name="connsiteX12" fmla="*/ 36423 w 41534"/>
                <a:gd name="connsiteY12" fmla="*/ 88737 h 95121"/>
                <a:gd name="connsiteX13" fmla="*/ 36423 w 41534"/>
                <a:gd name="connsiteY13" fmla="*/ 48518 h 95121"/>
                <a:gd name="connsiteX14" fmla="*/ 41535 w 41534"/>
                <a:gd name="connsiteY14" fmla="*/ 42134 h 95121"/>
                <a:gd name="connsiteX15" fmla="*/ 41535 w 41534"/>
                <a:gd name="connsiteY15" fmla="*/ 6384 h 95121"/>
                <a:gd name="connsiteX16" fmla="*/ 34506 w 41534"/>
                <a:gd name="connsiteY16" fmla="*/ 0 h 95121"/>
                <a:gd name="connsiteX17" fmla="*/ 12780 w 41534"/>
                <a:gd name="connsiteY17" fmla="*/ 12768 h 95121"/>
                <a:gd name="connsiteX18" fmla="*/ 28116 w 41534"/>
                <a:gd name="connsiteY18" fmla="*/ 12768 h 95121"/>
                <a:gd name="connsiteX19" fmla="*/ 28116 w 41534"/>
                <a:gd name="connsiteY19" fmla="*/ 35750 h 95121"/>
                <a:gd name="connsiteX20" fmla="*/ 12780 w 41534"/>
                <a:gd name="connsiteY20" fmla="*/ 35750 h 95121"/>
                <a:gd name="connsiteX21" fmla="*/ 12780 w 41534"/>
                <a:gd name="connsiteY21" fmla="*/ 12768 h 95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1534" h="95121">
                  <a:moveTo>
                    <a:pt x="34506" y="0"/>
                  </a:moveTo>
                  <a:lnTo>
                    <a:pt x="6390" y="0"/>
                  </a:lnTo>
                  <a:cubicBezTo>
                    <a:pt x="2556" y="0"/>
                    <a:pt x="0" y="2554"/>
                    <a:pt x="0" y="6384"/>
                  </a:cubicBezTo>
                  <a:lnTo>
                    <a:pt x="0" y="42134"/>
                  </a:lnTo>
                  <a:cubicBezTo>
                    <a:pt x="0" y="45326"/>
                    <a:pt x="1917" y="47880"/>
                    <a:pt x="5112" y="48518"/>
                  </a:cubicBezTo>
                  <a:lnTo>
                    <a:pt x="5112" y="88737"/>
                  </a:lnTo>
                  <a:cubicBezTo>
                    <a:pt x="5112" y="92568"/>
                    <a:pt x="7668" y="95121"/>
                    <a:pt x="11502" y="95121"/>
                  </a:cubicBezTo>
                  <a:cubicBezTo>
                    <a:pt x="15336" y="95121"/>
                    <a:pt x="17892" y="92568"/>
                    <a:pt x="17892" y="88737"/>
                  </a:cubicBezTo>
                  <a:lnTo>
                    <a:pt x="17892" y="48518"/>
                  </a:lnTo>
                  <a:lnTo>
                    <a:pt x="23643" y="48518"/>
                  </a:lnTo>
                  <a:lnTo>
                    <a:pt x="23643" y="88737"/>
                  </a:lnTo>
                  <a:cubicBezTo>
                    <a:pt x="23643" y="92568"/>
                    <a:pt x="26199" y="95121"/>
                    <a:pt x="30033" y="95121"/>
                  </a:cubicBezTo>
                  <a:cubicBezTo>
                    <a:pt x="33867" y="95121"/>
                    <a:pt x="36423" y="92568"/>
                    <a:pt x="36423" y="88737"/>
                  </a:cubicBezTo>
                  <a:lnTo>
                    <a:pt x="36423" y="48518"/>
                  </a:lnTo>
                  <a:cubicBezTo>
                    <a:pt x="38979" y="47880"/>
                    <a:pt x="41535" y="45326"/>
                    <a:pt x="41535" y="42134"/>
                  </a:cubicBezTo>
                  <a:lnTo>
                    <a:pt x="41535" y="6384"/>
                  </a:lnTo>
                  <a:cubicBezTo>
                    <a:pt x="40896" y="3192"/>
                    <a:pt x="38340" y="0"/>
                    <a:pt x="34506" y="0"/>
                  </a:cubicBezTo>
                  <a:close/>
                  <a:moveTo>
                    <a:pt x="12780" y="12768"/>
                  </a:moveTo>
                  <a:lnTo>
                    <a:pt x="28116" y="12768"/>
                  </a:lnTo>
                  <a:lnTo>
                    <a:pt x="28116" y="35750"/>
                  </a:lnTo>
                  <a:lnTo>
                    <a:pt x="12780" y="35750"/>
                  </a:lnTo>
                  <a:lnTo>
                    <a:pt x="12780" y="12768"/>
                  </a:lnTo>
                  <a:close/>
                </a:path>
              </a:pathLst>
            </a:custGeom>
            <a:solidFill>
              <a:srgbClr val="007CB0"/>
            </a:solidFill>
            <a:ln w="6390" cap="flat">
              <a:noFill/>
              <a:prstDash val="solid"/>
              <a:miter/>
            </a:ln>
          </p:spPr>
          <p:txBody>
            <a:bodyPr rtlCol="0" anchor="ctr"/>
            <a:lstStyle/>
            <a:p>
              <a:endParaRPr lang="en-US"/>
            </a:p>
          </p:txBody>
        </p:sp>
        <p:sp>
          <p:nvSpPr>
            <p:cNvPr id="608" name="Graphic 4">
              <a:extLst>
                <a:ext uri="{FF2B5EF4-FFF2-40B4-BE49-F238E27FC236}">
                  <a16:creationId xmlns:a16="http://schemas.microsoft.com/office/drawing/2014/main" id="{5D97C472-7EC9-E140-AA2A-ED9AF26061C4}"/>
                </a:ext>
              </a:extLst>
            </p:cNvPr>
            <p:cNvSpPr/>
            <p:nvPr/>
          </p:nvSpPr>
          <p:spPr>
            <a:xfrm>
              <a:off x="535476" y="2039206"/>
              <a:ext cx="30671" cy="30643"/>
            </a:xfrm>
            <a:custGeom>
              <a:avLst/>
              <a:gdLst>
                <a:gd name="connsiteX0" fmla="*/ 15336 w 30671"/>
                <a:gd name="connsiteY0" fmla="*/ 30643 h 30643"/>
                <a:gd name="connsiteX1" fmla="*/ 30672 w 30671"/>
                <a:gd name="connsiteY1" fmla="*/ 15322 h 30643"/>
                <a:gd name="connsiteX2" fmla="*/ 15336 w 30671"/>
                <a:gd name="connsiteY2" fmla="*/ 0 h 30643"/>
                <a:gd name="connsiteX3" fmla="*/ 0 w 30671"/>
                <a:gd name="connsiteY3" fmla="*/ 15322 h 30643"/>
                <a:gd name="connsiteX4" fmla="*/ 15336 w 30671"/>
                <a:gd name="connsiteY4" fmla="*/ 30643 h 30643"/>
                <a:gd name="connsiteX5" fmla="*/ 15336 w 30671"/>
                <a:gd name="connsiteY5" fmla="*/ 12768 h 30643"/>
                <a:gd name="connsiteX6" fmla="*/ 17892 w 30671"/>
                <a:gd name="connsiteY6" fmla="*/ 15322 h 30643"/>
                <a:gd name="connsiteX7" fmla="*/ 15336 w 30671"/>
                <a:gd name="connsiteY7" fmla="*/ 17875 h 30643"/>
                <a:gd name="connsiteX8" fmla="*/ 12780 w 30671"/>
                <a:gd name="connsiteY8" fmla="*/ 15322 h 30643"/>
                <a:gd name="connsiteX9" fmla="*/ 15336 w 30671"/>
                <a:gd name="connsiteY9" fmla="*/ 12768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671" h="30643">
                  <a:moveTo>
                    <a:pt x="15336" y="30643"/>
                  </a:moveTo>
                  <a:cubicBezTo>
                    <a:pt x="23643" y="30643"/>
                    <a:pt x="30672" y="23621"/>
                    <a:pt x="30672" y="15322"/>
                  </a:cubicBezTo>
                  <a:cubicBezTo>
                    <a:pt x="30672" y="7022"/>
                    <a:pt x="23643" y="0"/>
                    <a:pt x="15336" y="0"/>
                  </a:cubicBezTo>
                  <a:cubicBezTo>
                    <a:pt x="7029" y="0"/>
                    <a:pt x="0" y="7022"/>
                    <a:pt x="0" y="15322"/>
                  </a:cubicBezTo>
                  <a:cubicBezTo>
                    <a:pt x="0" y="23621"/>
                    <a:pt x="7029" y="30643"/>
                    <a:pt x="15336" y="30643"/>
                  </a:cubicBezTo>
                  <a:close/>
                  <a:moveTo>
                    <a:pt x="15336" y="12768"/>
                  </a:moveTo>
                  <a:cubicBezTo>
                    <a:pt x="16614" y="12768"/>
                    <a:pt x="17892" y="14045"/>
                    <a:pt x="17892" y="15322"/>
                  </a:cubicBezTo>
                  <a:cubicBezTo>
                    <a:pt x="17892" y="16598"/>
                    <a:pt x="16614" y="17875"/>
                    <a:pt x="15336" y="17875"/>
                  </a:cubicBezTo>
                  <a:cubicBezTo>
                    <a:pt x="14058" y="17875"/>
                    <a:pt x="12780" y="16598"/>
                    <a:pt x="12780" y="15322"/>
                  </a:cubicBezTo>
                  <a:cubicBezTo>
                    <a:pt x="12780" y="14045"/>
                    <a:pt x="14058" y="12768"/>
                    <a:pt x="15336" y="12768"/>
                  </a:cubicBezTo>
                  <a:close/>
                </a:path>
              </a:pathLst>
            </a:custGeom>
            <a:solidFill>
              <a:srgbClr val="007CB0"/>
            </a:solidFill>
            <a:ln w="6390" cap="flat">
              <a:noFill/>
              <a:prstDash val="solid"/>
              <a:miter/>
            </a:ln>
          </p:spPr>
          <p:txBody>
            <a:bodyPr rtlCol="0" anchor="ctr"/>
            <a:lstStyle/>
            <a:p>
              <a:endParaRPr lang="en-US"/>
            </a:p>
          </p:txBody>
        </p:sp>
        <p:sp>
          <p:nvSpPr>
            <p:cNvPr id="609" name="Graphic 4">
              <a:extLst>
                <a:ext uri="{FF2B5EF4-FFF2-40B4-BE49-F238E27FC236}">
                  <a16:creationId xmlns:a16="http://schemas.microsoft.com/office/drawing/2014/main" id="{EC57B583-3079-E24C-98FC-CAC8042DCB57}"/>
                </a:ext>
              </a:extLst>
            </p:cNvPr>
            <p:cNvSpPr/>
            <p:nvPr/>
          </p:nvSpPr>
          <p:spPr>
            <a:xfrm>
              <a:off x="663275" y="1977281"/>
              <a:ext cx="39617" cy="39580"/>
            </a:xfrm>
            <a:custGeom>
              <a:avLst/>
              <a:gdLst>
                <a:gd name="connsiteX0" fmla="*/ 19809 w 39617"/>
                <a:gd name="connsiteY0" fmla="*/ 39581 h 39580"/>
                <a:gd name="connsiteX1" fmla="*/ 39618 w 39617"/>
                <a:gd name="connsiteY1" fmla="*/ 19790 h 39580"/>
                <a:gd name="connsiteX2" fmla="*/ 19809 w 39617"/>
                <a:gd name="connsiteY2" fmla="*/ 0 h 39580"/>
                <a:gd name="connsiteX3" fmla="*/ 0 w 39617"/>
                <a:gd name="connsiteY3" fmla="*/ 19790 h 39580"/>
                <a:gd name="connsiteX4" fmla="*/ 19809 w 39617"/>
                <a:gd name="connsiteY4" fmla="*/ 39581 h 39580"/>
                <a:gd name="connsiteX5" fmla="*/ 19809 w 39617"/>
                <a:gd name="connsiteY5" fmla="*/ 12768 h 39580"/>
                <a:gd name="connsiteX6" fmla="*/ 26838 w 39617"/>
                <a:gd name="connsiteY6" fmla="*/ 19790 h 39580"/>
                <a:gd name="connsiteX7" fmla="*/ 19809 w 39617"/>
                <a:gd name="connsiteY7" fmla="*/ 26813 h 39580"/>
                <a:gd name="connsiteX8" fmla="*/ 12780 w 39617"/>
                <a:gd name="connsiteY8" fmla="*/ 19790 h 39580"/>
                <a:gd name="connsiteX9" fmla="*/ 19809 w 39617"/>
                <a:gd name="connsiteY9" fmla="*/ 12768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17" h="39580">
                  <a:moveTo>
                    <a:pt x="19809" y="39581"/>
                  </a:moveTo>
                  <a:cubicBezTo>
                    <a:pt x="30672" y="39581"/>
                    <a:pt x="39618" y="30643"/>
                    <a:pt x="39618" y="19790"/>
                  </a:cubicBezTo>
                  <a:cubicBezTo>
                    <a:pt x="39618" y="8938"/>
                    <a:pt x="30672" y="0"/>
                    <a:pt x="19809" y="0"/>
                  </a:cubicBezTo>
                  <a:cubicBezTo>
                    <a:pt x="8946" y="0"/>
                    <a:pt x="0" y="8938"/>
                    <a:pt x="0" y="19790"/>
                  </a:cubicBezTo>
                  <a:cubicBezTo>
                    <a:pt x="0" y="30643"/>
                    <a:pt x="8946" y="39581"/>
                    <a:pt x="19809" y="39581"/>
                  </a:cubicBezTo>
                  <a:close/>
                  <a:moveTo>
                    <a:pt x="19809" y="12768"/>
                  </a:moveTo>
                  <a:cubicBezTo>
                    <a:pt x="23643" y="12768"/>
                    <a:pt x="26838" y="15960"/>
                    <a:pt x="26838" y="19790"/>
                  </a:cubicBezTo>
                  <a:cubicBezTo>
                    <a:pt x="26838" y="23621"/>
                    <a:pt x="23643" y="26813"/>
                    <a:pt x="19809" y="26813"/>
                  </a:cubicBezTo>
                  <a:cubicBezTo>
                    <a:pt x="15975" y="26813"/>
                    <a:pt x="12780" y="23621"/>
                    <a:pt x="12780" y="19790"/>
                  </a:cubicBezTo>
                  <a:cubicBezTo>
                    <a:pt x="12780" y="15960"/>
                    <a:pt x="15975" y="12768"/>
                    <a:pt x="19809" y="12768"/>
                  </a:cubicBezTo>
                  <a:close/>
                </a:path>
              </a:pathLst>
            </a:custGeom>
            <a:solidFill>
              <a:srgbClr val="007CB0"/>
            </a:solidFill>
            <a:ln w="6390" cap="flat">
              <a:noFill/>
              <a:prstDash val="solid"/>
              <a:miter/>
            </a:ln>
          </p:spPr>
          <p:txBody>
            <a:bodyPr rtlCol="0" anchor="ctr"/>
            <a:lstStyle/>
            <a:p>
              <a:endParaRPr lang="en-US"/>
            </a:p>
          </p:txBody>
        </p:sp>
        <p:sp>
          <p:nvSpPr>
            <p:cNvPr id="610" name="Graphic 4">
              <a:extLst>
                <a:ext uri="{FF2B5EF4-FFF2-40B4-BE49-F238E27FC236}">
                  <a16:creationId xmlns:a16="http://schemas.microsoft.com/office/drawing/2014/main" id="{9F5E5618-2433-EE48-BAD4-8E1F303E23C7}"/>
                </a:ext>
              </a:extLst>
            </p:cNvPr>
            <p:cNvSpPr/>
            <p:nvPr/>
          </p:nvSpPr>
          <p:spPr>
            <a:xfrm>
              <a:off x="655995" y="2031545"/>
              <a:ext cx="55454" cy="139809"/>
            </a:xfrm>
            <a:custGeom>
              <a:avLst/>
              <a:gdLst>
                <a:gd name="connsiteX0" fmla="*/ 34117 w 55454"/>
                <a:gd name="connsiteY0" fmla="*/ 0 h 139809"/>
                <a:gd name="connsiteX1" fmla="*/ 20699 w 55454"/>
                <a:gd name="connsiteY1" fmla="*/ 0 h 139809"/>
                <a:gd name="connsiteX2" fmla="*/ 14309 w 55454"/>
                <a:gd name="connsiteY2" fmla="*/ 5107 h 139809"/>
                <a:gd name="connsiteX3" fmla="*/ 251 w 55454"/>
                <a:gd name="connsiteY3" fmla="*/ 73416 h 139809"/>
                <a:gd name="connsiteX4" fmla="*/ 1529 w 55454"/>
                <a:gd name="connsiteY4" fmla="*/ 78523 h 139809"/>
                <a:gd name="connsiteX5" fmla="*/ 6641 w 55454"/>
                <a:gd name="connsiteY5" fmla="*/ 81076 h 139809"/>
                <a:gd name="connsiteX6" fmla="*/ 7280 w 55454"/>
                <a:gd name="connsiteY6" fmla="*/ 81076 h 139809"/>
                <a:gd name="connsiteX7" fmla="*/ 7280 w 55454"/>
                <a:gd name="connsiteY7" fmla="*/ 133425 h 139809"/>
                <a:gd name="connsiteX8" fmla="*/ 13670 w 55454"/>
                <a:gd name="connsiteY8" fmla="*/ 139809 h 139809"/>
                <a:gd name="connsiteX9" fmla="*/ 20060 w 55454"/>
                <a:gd name="connsiteY9" fmla="*/ 133425 h 139809"/>
                <a:gd name="connsiteX10" fmla="*/ 20060 w 55454"/>
                <a:gd name="connsiteY10" fmla="*/ 81076 h 139809"/>
                <a:gd name="connsiteX11" fmla="*/ 35395 w 55454"/>
                <a:gd name="connsiteY11" fmla="*/ 81076 h 139809"/>
                <a:gd name="connsiteX12" fmla="*/ 35395 w 55454"/>
                <a:gd name="connsiteY12" fmla="*/ 133425 h 139809"/>
                <a:gd name="connsiteX13" fmla="*/ 41785 w 55454"/>
                <a:gd name="connsiteY13" fmla="*/ 139809 h 139809"/>
                <a:gd name="connsiteX14" fmla="*/ 48175 w 55454"/>
                <a:gd name="connsiteY14" fmla="*/ 133425 h 139809"/>
                <a:gd name="connsiteX15" fmla="*/ 48175 w 55454"/>
                <a:gd name="connsiteY15" fmla="*/ 81076 h 139809"/>
                <a:gd name="connsiteX16" fmla="*/ 48814 w 55454"/>
                <a:gd name="connsiteY16" fmla="*/ 81076 h 139809"/>
                <a:gd name="connsiteX17" fmla="*/ 53926 w 55454"/>
                <a:gd name="connsiteY17" fmla="*/ 78523 h 139809"/>
                <a:gd name="connsiteX18" fmla="*/ 55204 w 55454"/>
                <a:gd name="connsiteY18" fmla="*/ 73416 h 139809"/>
                <a:gd name="connsiteX19" fmla="*/ 41146 w 55454"/>
                <a:gd name="connsiteY19" fmla="*/ 5107 h 139809"/>
                <a:gd name="connsiteX20" fmla="*/ 34117 w 55454"/>
                <a:gd name="connsiteY20" fmla="*/ 0 h 139809"/>
                <a:gd name="connsiteX21" fmla="*/ 14309 w 55454"/>
                <a:gd name="connsiteY21" fmla="*/ 67670 h 139809"/>
                <a:gd name="connsiteX22" fmla="*/ 25810 w 55454"/>
                <a:gd name="connsiteY22" fmla="*/ 12130 h 139809"/>
                <a:gd name="connsiteX23" fmla="*/ 29005 w 55454"/>
                <a:gd name="connsiteY23" fmla="*/ 12130 h 139809"/>
                <a:gd name="connsiteX24" fmla="*/ 40507 w 55454"/>
                <a:gd name="connsiteY24" fmla="*/ 67670 h 139809"/>
                <a:gd name="connsiteX25" fmla="*/ 14309 w 55454"/>
                <a:gd name="connsiteY25" fmla="*/ 67670 h 13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5454" h="139809">
                  <a:moveTo>
                    <a:pt x="34117" y="0"/>
                  </a:moveTo>
                  <a:lnTo>
                    <a:pt x="20699" y="0"/>
                  </a:lnTo>
                  <a:cubicBezTo>
                    <a:pt x="17504" y="0"/>
                    <a:pt x="14948" y="1915"/>
                    <a:pt x="14309" y="5107"/>
                  </a:cubicBezTo>
                  <a:lnTo>
                    <a:pt x="251" y="73416"/>
                  </a:lnTo>
                  <a:cubicBezTo>
                    <a:pt x="-388" y="75331"/>
                    <a:pt x="251" y="77246"/>
                    <a:pt x="1529" y="78523"/>
                  </a:cubicBezTo>
                  <a:cubicBezTo>
                    <a:pt x="2807" y="79800"/>
                    <a:pt x="4724" y="81076"/>
                    <a:pt x="6641" y="81076"/>
                  </a:cubicBezTo>
                  <a:lnTo>
                    <a:pt x="7280" y="81076"/>
                  </a:lnTo>
                  <a:lnTo>
                    <a:pt x="7280" y="133425"/>
                  </a:lnTo>
                  <a:cubicBezTo>
                    <a:pt x="7280" y="137256"/>
                    <a:pt x="9836" y="139809"/>
                    <a:pt x="13670" y="139809"/>
                  </a:cubicBezTo>
                  <a:cubicBezTo>
                    <a:pt x="17504" y="139809"/>
                    <a:pt x="20060" y="137256"/>
                    <a:pt x="20060" y="133425"/>
                  </a:cubicBezTo>
                  <a:lnTo>
                    <a:pt x="20060" y="81076"/>
                  </a:lnTo>
                  <a:lnTo>
                    <a:pt x="35395" y="81076"/>
                  </a:lnTo>
                  <a:lnTo>
                    <a:pt x="35395" y="133425"/>
                  </a:lnTo>
                  <a:cubicBezTo>
                    <a:pt x="35395" y="137256"/>
                    <a:pt x="37951" y="139809"/>
                    <a:pt x="41785" y="139809"/>
                  </a:cubicBezTo>
                  <a:cubicBezTo>
                    <a:pt x="45619" y="139809"/>
                    <a:pt x="48175" y="137256"/>
                    <a:pt x="48175" y="133425"/>
                  </a:cubicBezTo>
                  <a:lnTo>
                    <a:pt x="48175" y="81076"/>
                  </a:lnTo>
                  <a:lnTo>
                    <a:pt x="48814" y="81076"/>
                  </a:lnTo>
                  <a:cubicBezTo>
                    <a:pt x="50731" y="81076"/>
                    <a:pt x="52648" y="80438"/>
                    <a:pt x="53926" y="78523"/>
                  </a:cubicBezTo>
                  <a:cubicBezTo>
                    <a:pt x="55204" y="77246"/>
                    <a:pt x="55843" y="75331"/>
                    <a:pt x="55204" y="73416"/>
                  </a:cubicBezTo>
                  <a:lnTo>
                    <a:pt x="41146" y="5107"/>
                  </a:lnTo>
                  <a:cubicBezTo>
                    <a:pt x="39868" y="1915"/>
                    <a:pt x="37312" y="0"/>
                    <a:pt x="34117" y="0"/>
                  </a:cubicBezTo>
                  <a:close/>
                  <a:moveTo>
                    <a:pt x="14309" y="67670"/>
                  </a:moveTo>
                  <a:lnTo>
                    <a:pt x="25810" y="12130"/>
                  </a:lnTo>
                  <a:lnTo>
                    <a:pt x="29005" y="12130"/>
                  </a:lnTo>
                  <a:lnTo>
                    <a:pt x="40507" y="67670"/>
                  </a:lnTo>
                  <a:lnTo>
                    <a:pt x="14309" y="67670"/>
                  </a:lnTo>
                  <a:close/>
                </a:path>
              </a:pathLst>
            </a:custGeom>
            <a:solidFill>
              <a:srgbClr val="007CB0"/>
            </a:solidFill>
            <a:ln w="6390" cap="flat">
              <a:noFill/>
              <a:prstDash val="solid"/>
              <a:miter/>
            </a:ln>
          </p:spPr>
          <p:txBody>
            <a:bodyPr rtlCol="0" anchor="ctr"/>
            <a:lstStyle/>
            <a:p>
              <a:endParaRPr lang="en-US"/>
            </a:p>
          </p:txBody>
        </p:sp>
      </p:grpSp>
      <p:grpSp>
        <p:nvGrpSpPr>
          <p:cNvPr id="611" name="Graphic 4">
            <a:extLst>
              <a:ext uri="{FF2B5EF4-FFF2-40B4-BE49-F238E27FC236}">
                <a16:creationId xmlns:a16="http://schemas.microsoft.com/office/drawing/2014/main" id="{25BBC61A-D7BE-F64F-8CF6-A87EA109DA74}"/>
              </a:ext>
            </a:extLst>
          </p:cNvPr>
          <p:cNvGrpSpPr/>
          <p:nvPr/>
        </p:nvGrpSpPr>
        <p:grpSpPr>
          <a:xfrm>
            <a:off x="6754802" y="2855717"/>
            <a:ext cx="361670" cy="361333"/>
            <a:chOff x="6754802" y="2855717"/>
            <a:chExt cx="361670" cy="361333"/>
          </a:xfrm>
          <a:solidFill>
            <a:srgbClr val="007CB0"/>
          </a:solidFill>
        </p:grpSpPr>
        <p:sp>
          <p:nvSpPr>
            <p:cNvPr id="612" name="Graphic 4">
              <a:extLst>
                <a:ext uri="{FF2B5EF4-FFF2-40B4-BE49-F238E27FC236}">
                  <a16:creationId xmlns:a16="http://schemas.microsoft.com/office/drawing/2014/main" id="{E162F6D6-23A5-9D4F-BA2A-548772D3FA81}"/>
                </a:ext>
              </a:extLst>
            </p:cNvPr>
            <p:cNvSpPr/>
            <p:nvPr/>
          </p:nvSpPr>
          <p:spPr>
            <a:xfrm>
              <a:off x="6754802" y="2855717"/>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6"/>
                    <a:pt x="0" y="180667"/>
                  </a:cubicBezTo>
                  <a:cubicBezTo>
                    <a:pt x="0" y="280895"/>
                    <a:pt x="81153" y="361333"/>
                    <a:pt x="180836" y="361333"/>
                  </a:cubicBezTo>
                  <a:cubicBezTo>
                    <a:pt x="280518" y="361333"/>
                    <a:pt x="361670" y="280257"/>
                    <a:pt x="361670" y="180667"/>
                  </a:cubicBezTo>
                  <a:cubicBezTo>
                    <a:pt x="361670" y="80438"/>
                    <a:pt x="280518"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234"/>
                    <a:pt x="273490" y="349204"/>
                    <a:pt x="180836" y="349204"/>
                  </a:cubicBezTo>
                  <a:close/>
                </a:path>
              </a:pathLst>
            </a:custGeom>
            <a:solidFill>
              <a:srgbClr val="007CB0"/>
            </a:solidFill>
            <a:ln w="6390" cap="flat">
              <a:noFill/>
              <a:prstDash val="solid"/>
              <a:miter/>
            </a:ln>
          </p:spPr>
          <p:txBody>
            <a:bodyPr rtlCol="0" anchor="ctr"/>
            <a:lstStyle/>
            <a:p>
              <a:endParaRPr lang="en-US"/>
            </a:p>
          </p:txBody>
        </p:sp>
        <p:sp>
          <p:nvSpPr>
            <p:cNvPr id="613" name="Graphic 4">
              <a:extLst>
                <a:ext uri="{FF2B5EF4-FFF2-40B4-BE49-F238E27FC236}">
                  <a16:creationId xmlns:a16="http://schemas.microsoft.com/office/drawing/2014/main" id="{1FEABABC-9BBB-1246-84AF-A199F5D97176}"/>
                </a:ext>
              </a:extLst>
            </p:cNvPr>
            <p:cNvSpPr/>
            <p:nvPr/>
          </p:nvSpPr>
          <p:spPr>
            <a:xfrm>
              <a:off x="6802088" y="2944455"/>
              <a:ext cx="249846" cy="213224"/>
            </a:xfrm>
            <a:custGeom>
              <a:avLst/>
              <a:gdLst>
                <a:gd name="connsiteX0" fmla="*/ 247930 w 249846"/>
                <a:gd name="connsiteY0" fmla="*/ 1915 h 213224"/>
                <a:gd name="connsiteX1" fmla="*/ 243456 w 249846"/>
                <a:gd name="connsiteY1" fmla="*/ 0 h 213224"/>
                <a:gd name="connsiteX2" fmla="*/ 203200 w 249846"/>
                <a:gd name="connsiteY2" fmla="*/ 0 h 213224"/>
                <a:gd name="connsiteX3" fmla="*/ 196810 w 249846"/>
                <a:gd name="connsiteY3" fmla="*/ 6384 h 213224"/>
                <a:gd name="connsiteX4" fmla="*/ 203200 w 249846"/>
                <a:gd name="connsiteY4" fmla="*/ 12768 h 213224"/>
                <a:gd name="connsiteX5" fmla="*/ 227482 w 249846"/>
                <a:gd name="connsiteY5" fmla="*/ 12768 h 213224"/>
                <a:gd name="connsiteX6" fmla="*/ 203200 w 249846"/>
                <a:gd name="connsiteY6" fmla="*/ 35750 h 213224"/>
                <a:gd name="connsiteX7" fmla="*/ 161026 w 249846"/>
                <a:gd name="connsiteY7" fmla="*/ 21067 h 213224"/>
                <a:gd name="connsiteX8" fmla="*/ 114380 w 249846"/>
                <a:gd name="connsiteY8" fmla="*/ 39581 h 213224"/>
                <a:gd name="connsiteX9" fmla="*/ 68372 w 249846"/>
                <a:gd name="connsiteY9" fmla="*/ 21706 h 213224"/>
                <a:gd name="connsiteX10" fmla="*/ 0 w 249846"/>
                <a:gd name="connsiteY10" fmla="*/ 90014 h 213224"/>
                <a:gd name="connsiteX11" fmla="*/ 61982 w 249846"/>
                <a:gd name="connsiteY11" fmla="*/ 157684 h 213224"/>
                <a:gd name="connsiteX12" fmla="*/ 61982 w 249846"/>
                <a:gd name="connsiteY12" fmla="*/ 176198 h 213224"/>
                <a:gd name="connsiteX13" fmla="*/ 44730 w 249846"/>
                <a:gd name="connsiteY13" fmla="*/ 176198 h 213224"/>
                <a:gd name="connsiteX14" fmla="*/ 38340 w 249846"/>
                <a:gd name="connsiteY14" fmla="*/ 182582 h 213224"/>
                <a:gd name="connsiteX15" fmla="*/ 44730 w 249846"/>
                <a:gd name="connsiteY15" fmla="*/ 188966 h 213224"/>
                <a:gd name="connsiteX16" fmla="*/ 61982 w 249846"/>
                <a:gd name="connsiteY16" fmla="*/ 188966 h 213224"/>
                <a:gd name="connsiteX17" fmla="*/ 61982 w 249846"/>
                <a:gd name="connsiteY17" fmla="*/ 206841 h 213224"/>
                <a:gd name="connsiteX18" fmla="*/ 68372 w 249846"/>
                <a:gd name="connsiteY18" fmla="*/ 213225 h 213224"/>
                <a:gd name="connsiteX19" fmla="*/ 74762 w 249846"/>
                <a:gd name="connsiteY19" fmla="*/ 206841 h 213224"/>
                <a:gd name="connsiteX20" fmla="*/ 74762 w 249846"/>
                <a:gd name="connsiteY20" fmla="*/ 188966 h 213224"/>
                <a:gd name="connsiteX21" fmla="*/ 92015 w 249846"/>
                <a:gd name="connsiteY21" fmla="*/ 188966 h 213224"/>
                <a:gd name="connsiteX22" fmla="*/ 98405 w 249846"/>
                <a:gd name="connsiteY22" fmla="*/ 182582 h 213224"/>
                <a:gd name="connsiteX23" fmla="*/ 92015 w 249846"/>
                <a:gd name="connsiteY23" fmla="*/ 176198 h 213224"/>
                <a:gd name="connsiteX24" fmla="*/ 74762 w 249846"/>
                <a:gd name="connsiteY24" fmla="*/ 176198 h 213224"/>
                <a:gd name="connsiteX25" fmla="*/ 74762 w 249846"/>
                <a:gd name="connsiteY25" fmla="*/ 157684 h 213224"/>
                <a:gd name="connsiteX26" fmla="*/ 115019 w 249846"/>
                <a:gd name="connsiteY26" fmla="*/ 139809 h 213224"/>
                <a:gd name="connsiteX27" fmla="*/ 161026 w 249846"/>
                <a:gd name="connsiteY27" fmla="*/ 157684 h 213224"/>
                <a:gd name="connsiteX28" fmla="*/ 229399 w 249846"/>
                <a:gd name="connsiteY28" fmla="*/ 89376 h 213224"/>
                <a:gd name="connsiteX29" fmla="*/ 212785 w 249846"/>
                <a:gd name="connsiteY29" fmla="*/ 44688 h 213224"/>
                <a:gd name="connsiteX30" fmla="*/ 237067 w 249846"/>
                <a:gd name="connsiteY30" fmla="*/ 21067 h 213224"/>
                <a:gd name="connsiteX31" fmla="*/ 237067 w 249846"/>
                <a:gd name="connsiteY31" fmla="*/ 47241 h 213224"/>
                <a:gd name="connsiteX32" fmla="*/ 243456 w 249846"/>
                <a:gd name="connsiteY32" fmla="*/ 53625 h 213224"/>
                <a:gd name="connsiteX33" fmla="*/ 249846 w 249846"/>
                <a:gd name="connsiteY33" fmla="*/ 47241 h 213224"/>
                <a:gd name="connsiteX34" fmla="*/ 249846 w 249846"/>
                <a:gd name="connsiteY34" fmla="*/ 6384 h 213224"/>
                <a:gd name="connsiteX35" fmla="*/ 247930 w 249846"/>
                <a:gd name="connsiteY35" fmla="*/ 1915 h 213224"/>
                <a:gd name="connsiteX36" fmla="*/ 161026 w 249846"/>
                <a:gd name="connsiteY36" fmla="*/ 144278 h 213224"/>
                <a:gd name="connsiteX37" fmla="*/ 120131 w 249846"/>
                <a:gd name="connsiteY37" fmla="*/ 126403 h 213224"/>
                <a:gd name="connsiteX38" fmla="*/ 112463 w 249846"/>
                <a:gd name="connsiteY38" fmla="*/ 125126 h 213224"/>
                <a:gd name="connsiteX39" fmla="*/ 109268 w 249846"/>
                <a:gd name="connsiteY39" fmla="*/ 127041 h 213224"/>
                <a:gd name="connsiteX40" fmla="*/ 68372 w 249846"/>
                <a:gd name="connsiteY40" fmla="*/ 144916 h 213224"/>
                <a:gd name="connsiteX41" fmla="*/ 12780 w 249846"/>
                <a:gd name="connsiteY41" fmla="*/ 89376 h 213224"/>
                <a:gd name="connsiteX42" fmla="*/ 68372 w 249846"/>
                <a:gd name="connsiteY42" fmla="*/ 33835 h 213224"/>
                <a:gd name="connsiteX43" fmla="*/ 109907 w 249846"/>
                <a:gd name="connsiteY43" fmla="*/ 52349 h 213224"/>
                <a:gd name="connsiteX44" fmla="*/ 118853 w 249846"/>
                <a:gd name="connsiteY44" fmla="*/ 52987 h 213224"/>
                <a:gd name="connsiteX45" fmla="*/ 119492 w 249846"/>
                <a:gd name="connsiteY45" fmla="*/ 52349 h 213224"/>
                <a:gd name="connsiteX46" fmla="*/ 120131 w 249846"/>
                <a:gd name="connsiteY46" fmla="*/ 51710 h 213224"/>
                <a:gd name="connsiteX47" fmla="*/ 161026 w 249846"/>
                <a:gd name="connsiteY47" fmla="*/ 33835 h 213224"/>
                <a:gd name="connsiteX48" fmla="*/ 216619 w 249846"/>
                <a:gd name="connsiteY48" fmla="*/ 89376 h 213224"/>
                <a:gd name="connsiteX49" fmla="*/ 161026 w 249846"/>
                <a:gd name="connsiteY49" fmla="*/ 144278 h 213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49846" h="213224">
                  <a:moveTo>
                    <a:pt x="247930" y="1915"/>
                  </a:moveTo>
                  <a:cubicBezTo>
                    <a:pt x="246651" y="638"/>
                    <a:pt x="245374" y="0"/>
                    <a:pt x="243456" y="0"/>
                  </a:cubicBezTo>
                  <a:lnTo>
                    <a:pt x="203200" y="0"/>
                  </a:lnTo>
                  <a:cubicBezTo>
                    <a:pt x="199366" y="0"/>
                    <a:pt x="196810" y="2554"/>
                    <a:pt x="196810" y="6384"/>
                  </a:cubicBezTo>
                  <a:cubicBezTo>
                    <a:pt x="196810" y="10214"/>
                    <a:pt x="199366" y="12768"/>
                    <a:pt x="203200" y="12768"/>
                  </a:cubicBezTo>
                  <a:lnTo>
                    <a:pt x="227482" y="12768"/>
                  </a:lnTo>
                  <a:lnTo>
                    <a:pt x="203200" y="35750"/>
                  </a:lnTo>
                  <a:cubicBezTo>
                    <a:pt x="191698" y="26813"/>
                    <a:pt x="177001" y="21067"/>
                    <a:pt x="161026" y="21067"/>
                  </a:cubicBezTo>
                  <a:cubicBezTo>
                    <a:pt x="143774" y="21067"/>
                    <a:pt x="127160" y="28089"/>
                    <a:pt x="114380" y="39581"/>
                  </a:cubicBezTo>
                  <a:cubicBezTo>
                    <a:pt x="101600" y="28089"/>
                    <a:pt x="85625" y="21706"/>
                    <a:pt x="68372" y="21706"/>
                  </a:cubicBezTo>
                  <a:cubicBezTo>
                    <a:pt x="30672" y="21706"/>
                    <a:pt x="0" y="52349"/>
                    <a:pt x="0" y="90014"/>
                  </a:cubicBezTo>
                  <a:cubicBezTo>
                    <a:pt x="0" y="125126"/>
                    <a:pt x="26837" y="154492"/>
                    <a:pt x="61982" y="157684"/>
                  </a:cubicBezTo>
                  <a:lnTo>
                    <a:pt x="61982" y="176198"/>
                  </a:lnTo>
                  <a:lnTo>
                    <a:pt x="44730" y="176198"/>
                  </a:lnTo>
                  <a:cubicBezTo>
                    <a:pt x="40896" y="176198"/>
                    <a:pt x="38340" y="178752"/>
                    <a:pt x="38340" y="182582"/>
                  </a:cubicBezTo>
                  <a:cubicBezTo>
                    <a:pt x="38340" y="186412"/>
                    <a:pt x="40896" y="188966"/>
                    <a:pt x="44730" y="188966"/>
                  </a:cubicBezTo>
                  <a:lnTo>
                    <a:pt x="61982" y="188966"/>
                  </a:lnTo>
                  <a:lnTo>
                    <a:pt x="61982" y="206841"/>
                  </a:lnTo>
                  <a:cubicBezTo>
                    <a:pt x="61982" y="210671"/>
                    <a:pt x="64538" y="213225"/>
                    <a:pt x="68372" y="213225"/>
                  </a:cubicBezTo>
                  <a:cubicBezTo>
                    <a:pt x="72207" y="213225"/>
                    <a:pt x="74762" y="210671"/>
                    <a:pt x="74762" y="206841"/>
                  </a:cubicBezTo>
                  <a:lnTo>
                    <a:pt x="74762" y="188966"/>
                  </a:lnTo>
                  <a:lnTo>
                    <a:pt x="92015" y="188966"/>
                  </a:lnTo>
                  <a:cubicBezTo>
                    <a:pt x="95849" y="188966"/>
                    <a:pt x="98405" y="186412"/>
                    <a:pt x="98405" y="182582"/>
                  </a:cubicBezTo>
                  <a:cubicBezTo>
                    <a:pt x="98405" y="178752"/>
                    <a:pt x="95849" y="176198"/>
                    <a:pt x="92015" y="176198"/>
                  </a:cubicBezTo>
                  <a:lnTo>
                    <a:pt x="74762" y="176198"/>
                  </a:lnTo>
                  <a:lnTo>
                    <a:pt x="74762" y="157684"/>
                  </a:lnTo>
                  <a:cubicBezTo>
                    <a:pt x="89459" y="156408"/>
                    <a:pt x="104156" y="150024"/>
                    <a:pt x="115019" y="139809"/>
                  </a:cubicBezTo>
                  <a:cubicBezTo>
                    <a:pt x="127799" y="151300"/>
                    <a:pt x="143774" y="157684"/>
                    <a:pt x="161026" y="157684"/>
                  </a:cubicBezTo>
                  <a:cubicBezTo>
                    <a:pt x="198727" y="157684"/>
                    <a:pt x="229399" y="127041"/>
                    <a:pt x="229399" y="89376"/>
                  </a:cubicBezTo>
                  <a:cubicBezTo>
                    <a:pt x="229399" y="72139"/>
                    <a:pt x="223009" y="56817"/>
                    <a:pt x="212785" y="44688"/>
                  </a:cubicBezTo>
                  <a:lnTo>
                    <a:pt x="237067" y="21067"/>
                  </a:lnTo>
                  <a:lnTo>
                    <a:pt x="237067" y="47241"/>
                  </a:lnTo>
                  <a:cubicBezTo>
                    <a:pt x="237067" y="51072"/>
                    <a:pt x="239623" y="53625"/>
                    <a:pt x="243456" y="53625"/>
                  </a:cubicBezTo>
                  <a:cubicBezTo>
                    <a:pt x="247290" y="53625"/>
                    <a:pt x="249846" y="51072"/>
                    <a:pt x="249846" y="47241"/>
                  </a:cubicBezTo>
                  <a:lnTo>
                    <a:pt x="249846" y="6384"/>
                  </a:lnTo>
                  <a:cubicBezTo>
                    <a:pt x="249846" y="5107"/>
                    <a:pt x="249208" y="3192"/>
                    <a:pt x="247930" y="1915"/>
                  </a:cubicBezTo>
                  <a:close/>
                  <a:moveTo>
                    <a:pt x="161026" y="144278"/>
                  </a:moveTo>
                  <a:cubicBezTo>
                    <a:pt x="145691" y="144278"/>
                    <a:pt x="130355" y="137894"/>
                    <a:pt x="120131" y="126403"/>
                  </a:cubicBezTo>
                  <a:cubicBezTo>
                    <a:pt x="118214" y="124488"/>
                    <a:pt x="115019" y="123849"/>
                    <a:pt x="112463" y="125126"/>
                  </a:cubicBezTo>
                  <a:cubicBezTo>
                    <a:pt x="111185" y="125126"/>
                    <a:pt x="109907" y="125764"/>
                    <a:pt x="109268" y="127041"/>
                  </a:cubicBezTo>
                  <a:cubicBezTo>
                    <a:pt x="99044" y="138532"/>
                    <a:pt x="83708" y="144916"/>
                    <a:pt x="68372" y="144916"/>
                  </a:cubicBezTo>
                  <a:cubicBezTo>
                    <a:pt x="37701" y="144916"/>
                    <a:pt x="12780" y="120019"/>
                    <a:pt x="12780" y="89376"/>
                  </a:cubicBezTo>
                  <a:cubicBezTo>
                    <a:pt x="12780" y="58733"/>
                    <a:pt x="37701" y="33835"/>
                    <a:pt x="68372" y="33835"/>
                  </a:cubicBezTo>
                  <a:cubicBezTo>
                    <a:pt x="84347" y="33835"/>
                    <a:pt x="99044" y="40857"/>
                    <a:pt x="109907" y="52349"/>
                  </a:cubicBezTo>
                  <a:cubicBezTo>
                    <a:pt x="112463" y="54902"/>
                    <a:pt x="116297" y="54902"/>
                    <a:pt x="118853" y="52987"/>
                  </a:cubicBezTo>
                  <a:cubicBezTo>
                    <a:pt x="118853" y="52987"/>
                    <a:pt x="119492" y="52349"/>
                    <a:pt x="119492" y="52349"/>
                  </a:cubicBezTo>
                  <a:cubicBezTo>
                    <a:pt x="119492" y="52349"/>
                    <a:pt x="120131" y="51710"/>
                    <a:pt x="120131" y="51710"/>
                  </a:cubicBezTo>
                  <a:cubicBezTo>
                    <a:pt x="130355" y="40219"/>
                    <a:pt x="145691" y="33835"/>
                    <a:pt x="161026" y="33835"/>
                  </a:cubicBezTo>
                  <a:cubicBezTo>
                    <a:pt x="191698" y="33835"/>
                    <a:pt x="216619" y="58733"/>
                    <a:pt x="216619" y="89376"/>
                  </a:cubicBezTo>
                  <a:cubicBezTo>
                    <a:pt x="216619" y="120019"/>
                    <a:pt x="191698" y="144278"/>
                    <a:pt x="161026" y="144278"/>
                  </a:cubicBezTo>
                  <a:close/>
                </a:path>
              </a:pathLst>
            </a:custGeom>
            <a:solidFill>
              <a:srgbClr val="007CB0"/>
            </a:solidFill>
            <a:ln w="6390" cap="flat">
              <a:noFill/>
              <a:prstDash val="solid"/>
              <a:miter/>
            </a:ln>
          </p:spPr>
          <p:txBody>
            <a:bodyPr rtlCol="0" anchor="ctr"/>
            <a:lstStyle/>
            <a:p>
              <a:endParaRPr lang="en-US"/>
            </a:p>
          </p:txBody>
        </p:sp>
        <p:sp>
          <p:nvSpPr>
            <p:cNvPr id="614" name="Graphic 4">
              <a:extLst>
                <a:ext uri="{FF2B5EF4-FFF2-40B4-BE49-F238E27FC236}">
                  <a16:creationId xmlns:a16="http://schemas.microsoft.com/office/drawing/2014/main" id="{FA08C38F-9C67-DF49-9130-2B08D7F162A9}"/>
                </a:ext>
              </a:extLst>
            </p:cNvPr>
            <p:cNvSpPr/>
            <p:nvPr/>
          </p:nvSpPr>
          <p:spPr>
            <a:xfrm>
              <a:off x="6880684" y="3014679"/>
              <a:ext cx="72844" cy="12767"/>
            </a:xfrm>
            <a:custGeom>
              <a:avLst/>
              <a:gdLst>
                <a:gd name="connsiteX0" fmla="*/ 66455 w 72844"/>
                <a:gd name="connsiteY0" fmla="*/ 0 h 12767"/>
                <a:gd name="connsiteX1" fmla="*/ 6390 w 72844"/>
                <a:gd name="connsiteY1" fmla="*/ 0 h 12767"/>
                <a:gd name="connsiteX2" fmla="*/ 0 w 72844"/>
                <a:gd name="connsiteY2" fmla="*/ 6384 h 12767"/>
                <a:gd name="connsiteX3" fmla="*/ 6390 w 72844"/>
                <a:gd name="connsiteY3" fmla="*/ 12768 h 12767"/>
                <a:gd name="connsiteX4" fmla="*/ 66455 w 72844"/>
                <a:gd name="connsiteY4" fmla="*/ 12768 h 12767"/>
                <a:gd name="connsiteX5" fmla="*/ 72845 w 72844"/>
                <a:gd name="connsiteY5" fmla="*/ 6384 h 12767"/>
                <a:gd name="connsiteX6" fmla="*/ 66455 w 7284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844" h="12767">
                  <a:moveTo>
                    <a:pt x="66455" y="0"/>
                  </a:moveTo>
                  <a:lnTo>
                    <a:pt x="6390" y="0"/>
                  </a:lnTo>
                  <a:cubicBezTo>
                    <a:pt x="2555" y="0"/>
                    <a:pt x="0" y="2554"/>
                    <a:pt x="0" y="6384"/>
                  </a:cubicBezTo>
                  <a:cubicBezTo>
                    <a:pt x="0" y="10214"/>
                    <a:pt x="2555" y="12768"/>
                    <a:pt x="6390" y="12768"/>
                  </a:cubicBezTo>
                  <a:lnTo>
                    <a:pt x="66455" y="12768"/>
                  </a:lnTo>
                  <a:cubicBezTo>
                    <a:pt x="70289" y="12768"/>
                    <a:pt x="72845" y="10214"/>
                    <a:pt x="72845" y="6384"/>
                  </a:cubicBezTo>
                  <a:cubicBezTo>
                    <a:pt x="72845" y="2554"/>
                    <a:pt x="69650" y="0"/>
                    <a:pt x="66455" y="0"/>
                  </a:cubicBezTo>
                  <a:close/>
                </a:path>
              </a:pathLst>
            </a:custGeom>
            <a:solidFill>
              <a:srgbClr val="007CB0"/>
            </a:solidFill>
            <a:ln w="6390" cap="flat">
              <a:noFill/>
              <a:prstDash val="solid"/>
              <a:miter/>
            </a:ln>
          </p:spPr>
          <p:txBody>
            <a:bodyPr rtlCol="0" anchor="ctr"/>
            <a:lstStyle/>
            <a:p>
              <a:endParaRPr lang="en-US"/>
            </a:p>
          </p:txBody>
        </p:sp>
        <p:sp>
          <p:nvSpPr>
            <p:cNvPr id="615" name="Graphic 4">
              <a:extLst>
                <a:ext uri="{FF2B5EF4-FFF2-40B4-BE49-F238E27FC236}">
                  <a16:creationId xmlns:a16="http://schemas.microsoft.com/office/drawing/2014/main" id="{00FE9EE6-42BE-B94E-8C56-EDD920262891}"/>
                </a:ext>
              </a:extLst>
            </p:cNvPr>
            <p:cNvSpPr/>
            <p:nvPr/>
          </p:nvSpPr>
          <p:spPr>
            <a:xfrm>
              <a:off x="6880684" y="3040853"/>
              <a:ext cx="72844" cy="12767"/>
            </a:xfrm>
            <a:custGeom>
              <a:avLst/>
              <a:gdLst>
                <a:gd name="connsiteX0" fmla="*/ 66455 w 72844"/>
                <a:gd name="connsiteY0" fmla="*/ 0 h 12767"/>
                <a:gd name="connsiteX1" fmla="*/ 6390 w 72844"/>
                <a:gd name="connsiteY1" fmla="*/ 0 h 12767"/>
                <a:gd name="connsiteX2" fmla="*/ 0 w 72844"/>
                <a:gd name="connsiteY2" fmla="*/ 6384 h 12767"/>
                <a:gd name="connsiteX3" fmla="*/ 6390 w 72844"/>
                <a:gd name="connsiteY3" fmla="*/ 12768 h 12767"/>
                <a:gd name="connsiteX4" fmla="*/ 66455 w 72844"/>
                <a:gd name="connsiteY4" fmla="*/ 12768 h 12767"/>
                <a:gd name="connsiteX5" fmla="*/ 72845 w 72844"/>
                <a:gd name="connsiteY5" fmla="*/ 6384 h 12767"/>
                <a:gd name="connsiteX6" fmla="*/ 66455 w 7284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844" h="12767">
                  <a:moveTo>
                    <a:pt x="66455" y="0"/>
                  </a:moveTo>
                  <a:lnTo>
                    <a:pt x="6390" y="0"/>
                  </a:lnTo>
                  <a:cubicBezTo>
                    <a:pt x="2555" y="0"/>
                    <a:pt x="0" y="2554"/>
                    <a:pt x="0" y="6384"/>
                  </a:cubicBezTo>
                  <a:cubicBezTo>
                    <a:pt x="0" y="10214"/>
                    <a:pt x="2555" y="12768"/>
                    <a:pt x="6390" y="12768"/>
                  </a:cubicBezTo>
                  <a:lnTo>
                    <a:pt x="66455" y="12768"/>
                  </a:lnTo>
                  <a:cubicBezTo>
                    <a:pt x="70289" y="12768"/>
                    <a:pt x="72845" y="10214"/>
                    <a:pt x="72845" y="6384"/>
                  </a:cubicBezTo>
                  <a:cubicBezTo>
                    <a:pt x="72845" y="2554"/>
                    <a:pt x="69650" y="0"/>
                    <a:pt x="66455" y="0"/>
                  </a:cubicBezTo>
                  <a:close/>
                </a:path>
              </a:pathLst>
            </a:custGeom>
            <a:solidFill>
              <a:srgbClr val="007CB0"/>
            </a:solidFill>
            <a:ln w="6390" cap="flat">
              <a:noFill/>
              <a:prstDash val="solid"/>
              <a:miter/>
            </a:ln>
          </p:spPr>
          <p:txBody>
            <a:bodyPr rtlCol="0" anchor="ctr"/>
            <a:lstStyle/>
            <a:p>
              <a:endParaRPr lang="en-US"/>
            </a:p>
          </p:txBody>
        </p:sp>
      </p:grpSp>
      <p:grpSp>
        <p:nvGrpSpPr>
          <p:cNvPr id="616" name="Graphic 4">
            <a:extLst>
              <a:ext uri="{FF2B5EF4-FFF2-40B4-BE49-F238E27FC236}">
                <a16:creationId xmlns:a16="http://schemas.microsoft.com/office/drawing/2014/main" id="{03AE5764-BA21-C64E-B9DE-3AC47C889843}"/>
              </a:ext>
            </a:extLst>
          </p:cNvPr>
          <p:cNvGrpSpPr/>
          <p:nvPr/>
        </p:nvGrpSpPr>
        <p:grpSpPr>
          <a:xfrm>
            <a:off x="1515054" y="3824168"/>
            <a:ext cx="361670" cy="361333"/>
            <a:chOff x="1515054" y="3824168"/>
            <a:chExt cx="361670" cy="361333"/>
          </a:xfrm>
          <a:solidFill>
            <a:srgbClr val="007CB0"/>
          </a:solidFill>
        </p:grpSpPr>
        <p:sp>
          <p:nvSpPr>
            <p:cNvPr id="617" name="Graphic 4">
              <a:extLst>
                <a:ext uri="{FF2B5EF4-FFF2-40B4-BE49-F238E27FC236}">
                  <a16:creationId xmlns:a16="http://schemas.microsoft.com/office/drawing/2014/main" id="{681FC2F7-07F4-E347-9916-7E9B81BF2145}"/>
                </a:ext>
              </a:extLst>
            </p:cNvPr>
            <p:cNvSpPr/>
            <p:nvPr/>
          </p:nvSpPr>
          <p:spPr>
            <a:xfrm>
              <a:off x="1515054"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1670" y="81076"/>
                    <a:pt x="280518" y="0"/>
                    <a:pt x="180835" y="0"/>
                  </a:cubicBezTo>
                  <a:close/>
                  <a:moveTo>
                    <a:pt x="180835" y="349204"/>
                  </a:moveTo>
                  <a:cubicBezTo>
                    <a:pt x="88181" y="349204"/>
                    <a:pt x="12780" y="273873"/>
                    <a:pt x="12780" y="181305"/>
                  </a:cubicBezTo>
                  <a:cubicBezTo>
                    <a:pt x="12780" y="88737"/>
                    <a:pt x="88181" y="13406"/>
                    <a:pt x="180835" y="13406"/>
                  </a:cubicBezTo>
                  <a:cubicBezTo>
                    <a:pt x="273489" y="13406"/>
                    <a:pt x="348891" y="88737"/>
                    <a:pt x="348891" y="181305"/>
                  </a:cubicBezTo>
                  <a:cubicBezTo>
                    <a:pt x="348891"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618" name="Graphic 4">
              <a:extLst>
                <a:ext uri="{FF2B5EF4-FFF2-40B4-BE49-F238E27FC236}">
                  <a16:creationId xmlns:a16="http://schemas.microsoft.com/office/drawing/2014/main" id="{9B73A45B-AD56-574E-80D4-038AAA56E1B7}"/>
                </a:ext>
              </a:extLst>
            </p:cNvPr>
            <p:cNvSpPr/>
            <p:nvPr/>
          </p:nvSpPr>
          <p:spPr>
            <a:xfrm>
              <a:off x="1572563" y="3929503"/>
              <a:ext cx="237066" cy="173644"/>
            </a:xfrm>
            <a:custGeom>
              <a:avLst/>
              <a:gdLst>
                <a:gd name="connsiteX0" fmla="*/ 230677 w 237066"/>
                <a:gd name="connsiteY0" fmla="*/ 12768 h 173644"/>
                <a:gd name="connsiteX1" fmla="*/ 237067 w 237066"/>
                <a:gd name="connsiteY1" fmla="*/ 6384 h 173644"/>
                <a:gd name="connsiteX2" fmla="*/ 230677 w 237066"/>
                <a:gd name="connsiteY2" fmla="*/ 0 h 173644"/>
                <a:gd name="connsiteX3" fmla="*/ 223009 w 237066"/>
                <a:gd name="connsiteY3" fmla="*/ 0 h 173644"/>
                <a:gd name="connsiteX4" fmla="*/ 216619 w 237066"/>
                <a:gd name="connsiteY4" fmla="*/ 6384 h 173644"/>
                <a:gd name="connsiteX5" fmla="*/ 216619 w 237066"/>
                <a:gd name="connsiteY5" fmla="*/ 24259 h 173644"/>
                <a:gd name="connsiteX6" fmla="*/ 182752 w 237066"/>
                <a:gd name="connsiteY6" fmla="*/ 24259 h 173644"/>
                <a:gd name="connsiteX7" fmla="*/ 128438 w 237066"/>
                <a:gd name="connsiteY7" fmla="*/ 7660 h 173644"/>
                <a:gd name="connsiteX8" fmla="*/ 123326 w 237066"/>
                <a:gd name="connsiteY8" fmla="*/ 8299 h 173644"/>
                <a:gd name="connsiteX9" fmla="*/ 95849 w 237066"/>
                <a:gd name="connsiteY9" fmla="*/ 23620 h 173644"/>
                <a:gd name="connsiteX10" fmla="*/ 21087 w 237066"/>
                <a:gd name="connsiteY10" fmla="*/ 23620 h 173644"/>
                <a:gd name="connsiteX11" fmla="*/ 21087 w 237066"/>
                <a:gd name="connsiteY11" fmla="*/ 6384 h 173644"/>
                <a:gd name="connsiteX12" fmla="*/ 14697 w 237066"/>
                <a:gd name="connsiteY12" fmla="*/ 0 h 173644"/>
                <a:gd name="connsiteX13" fmla="*/ 6390 w 237066"/>
                <a:gd name="connsiteY13" fmla="*/ 0 h 173644"/>
                <a:gd name="connsiteX14" fmla="*/ 0 w 237066"/>
                <a:gd name="connsiteY14" fmla="*/ 6384 h 173644"/>
                <a:gd name="connsiteX15" fmla="*/ 6390 w 237066"/>
                <a:gd name="connsiteY15" fmla="*/ 12768 h 173644"/>
                <a:gd name="connsiteX16" fmla="*/ 8307 w 237066"/>
                <a:gd name="connsiteY16" fmla="*/ 12768 h 173644"/>
                <a:gd name="connsiteX17" fmla="*/ 8307 w 237066"/>
                <a:gd name="connsiteY17" fmla="*/ 128318 h 173644"/>
                <a:gd name="connsiteX18" fmla="*/ 6390 w 237066"/>
                <a:gd name="connsiteY18" fmla="*/ 128318 h 173644"/>
                <a:gd name="connsiteX19" fmla="*/ 0 w 237066"/>
                <a:gd name="connsiteY19" fmla="*/ 134702 h 173644"/>
                <a:gd name="connsiteX20" fmla="*/ 6390 w 237066"/>
                <a:gd name="connsiteY20" fmla="*/ 141086 h 173644"/>
                <a:gd name="connsiteX21" fmla="*/ 14697 w 237066"/>
                <a:gd name="connsiteY21" fmla="*/ 141086 h 173644"/>
                <a:gd name="connsiteX22" fmla="*/ 21087 w 237066"/>
                <a:gd name="connsiteY22" fmla="*/ 134702 h 173644"/>
                <a:gd name="connsiteX23" fmla="*/ 21087 w 237066"/>
                <a:gd name="connsiteY23" fmla="*/ 124488 h 173644"/>
                <a:gd name="connsiteX24" fmla="*/ 35784 w 237066"/>
                <a:gd name="connsiteY24" fmla="*/ 124488 h 173644"/>
                <a:gd name="connsiteX25" fmla="*/ 58148 w 237066"/>
                <a:gd name="connsiteY25" fmla="*/ 162153 h 173644"/>
                <a:gd name="connsiteX26" fmla="*/ 77957 w 237066"/>
                <a:gd name="connsiteY26" fmla="*/ 173644 h 173644"/>
                <a:gd name="connsiteX27" fmla="*/ 86264 w 237066"/>
                <a:gd name="connsiteY27" fmla="*/ 171729 h 173644"/>
                <a:gd name="connsiteX28" fmla="*/ 96488 w 237066"/>
                <a:gd name="connsiteY28" fmla="*/ 162792 h 173644"/>
                <a:gd name="connsiteX29" fmla="*/ 125243 w 237066"/>
                <a:gd name="connsiteY29" fmla="*/ 169814 h 173644"/>
                <a:gd name="connsiteX30" fmla="*/ 134828 w 237066"/>
                <a:gd name="connsiteY30" fmla="*/ 161515 h 173644"/>
                <a:gd name="connsiteX31" fmla="*/ 163582 w 237066"/>
                <a:gd name="connsiteY31" fmla="*/ 166622 h 173644"/>
                <a:gd name="connsiteX32" fmla="*/ 173806 w 237066"/>
                <a:gd name="connsiteY32" fmla="*/ 153216 h 173644"/>
                <a:gd name="connsiteX33" fmla="*/ 193615 w 237066"/>
                <a:gd name="connsiteY33" fmla="*/ 149385 h 173644"/>
                <a:gd name="connsiteX34" fmla="*/ 203839 w 237066"/>
                <a:gd name="connsiteY34" fmla="*/ 124488 h 173644"/>
                <a:gd name="connsiteX35" fmla="*/ 215980 w 237066"/>
                <a:gd name="connsiteY35" fmla="*/ 124488 h 173644"/>
                <a:gd name="connsiteX36" fmla="*/ 215980 w 237066"/>
                <a:gd name="connsiteY36" fmla="*/ 134064 h 173644"/>
                <a:gd name="connsiteX37" fmla="*/ 222370 w 237066"/>
                <a:gd name="connsiteY37" fmla="*/ 140448 h 173644"/>
                <a:gd name="connsiteX38" fmla="*/ 230038 w 237066"/>
                <a:gd name="connsiteY38" fmla="*/ 140448 h 173644"/>
                <a:gd name="connsiteX39" fmla="*/ 236428 w 237066"/>
                <a:gd name="connsiteY39" fmla="*/ 134064 h 173644"/>
                <a:gd name="connsiteX40" fmla="*/ 230038 w 237066"/>
                <a:gd name="connsiteY40" fmla="*/ 127680 h 173644"/>
                <a:gd name="connsiteX41" fmla="*/ 229399 w 237066"/>
                <a:gd name="connsiteY41" fmla="*/ 127680 h 173644"/>
                <a:gd name="connsiteX42" fmla="*/ 229399 w 237066"/>
                <a:gd name="connsiteY42" fmla="*/ 12129 h 173644"/>
                <a:gd name="connsiteX43" fmla="*/ 230677 w 237066"/>
                <a:gd name="connsiteY43" fmla="*/ 12129 h 173644"/>
                <a:gd name="connsiteX44" fmla="*/ 187864 w 237066"/>
                <a:gd name="connsiteY44" fmla="*/ 138532 h 173644"/>
                <a:gd name="connsiteX45" fmla="*/ 177640 w 237066"/>
                <a:gd name="connsiteY45" fmla="*/ 141086 h 173644"/>
                <a:gd name="connsiteX46" fmla="*/ 171889 w 237066"/>
                <a:gd name="connsiteY46" fmla="*/ 135979 h 173644"/>
                <a:gd name="connsiteX47" fmla="*/ 171250 w 237066"/>
                <a:gd name="connsiteY47" fmla="*/ 135340 h 173644"/>
                <a:gd name="connsiteX48" fmla="*/ 146969 w 237066"/>
                <a:gd name="connsiteY48" fmla="*/ 93844 h 173644"/>
                <a:gd name="connsiteX49" fmla="*/ 138023 w 237066"/>
                <a:gd name="connsiteY49" fmla="*/ 91291 h 173644"/>
                <a:gd name="connsiteX50" fmla="*/ 135467 w 237066"/>
                <a:gd name="connsiteY50" fmla="*/ 100228 h 173644"/>
                <a:gd name="connsiteX51" fmla="*/ 160387 w 237066"/>
                <a:gd name="connsiteY51" fmla="*/ 143001 h 173644"/>
                <a:gd name="connsiteX52" fmla="*/ 157192 w 237066"/>
                <a:gd name="connsiteY52" fmla="*/ 155131 h 173644"/>
                <a:gd name="connsiteX53" fmla="*/ 138662 w 237066"/>
                <a:gd name="connsiteY53" fmla="*/ 145555 h 173644"/>
                <a:gd name="connsiteX54" fmla="*/ 118214 w 237066"/>
                <a:gd name="connsiteY54" fmla="*/ 111720 h 173644"/>
                <a:gd name="connsiteX55" fmla="*/ 109268 w 237066"/>
                <a:gd name="connsiteY55" fmla="*/ 109804 h 173644"/>
                <a:gd name="connsiteX56" fmla="*/ 107351 w 237066"/>
                <a:gd name="connsiteY56" fmla="*/ 118742 h 173644"/>
                <a:gd name="connsiteX57" fmla="*/ 123965 w 237066"/>
                <a:gd name="connsiteY57" fmla="*/ 145555 h 173644"/>
                <a:gd name="connsiteX58" fmla="*/ 123965 w 237066"/>
                <a:gd name="connsiteY58" fmla="*/ 146193 h 173644"/>
                <a:gd name="connsiteX59" fmla="*/ 119492 w 237066"/>
                <a:gd name="connsiteY59" fmla="*/ 158323 h 173644"/>
                <a:gd name="connsiteX60" fmla="*/ 99044 w 237066"/>
                <a:gd name="connsiteY60" fmla="*/ 144916 h 173644"/>
                <a:gd name="connsiteX61" fmla="*/ 96488 w 237066"/>
                <a:gd name="connsiteY61" fmla="*/ 141086 h 173644"/>
                <a:gd name="connsiteX62" fmla="*/ 90098 w 237066"/>
                <a:gd name="connsiteY62" fmla="*/ 130233 h 173644"/>
                <a:gd name="connsiteX63" fmla="*/ 81152 w 237066"/>
                <a:gd name="connsiteY63" fmla="*/ 127680 h 173644"/>
                <a:gd name="connsiteX64" fmla="*/ 78596 w 237066"/>
                <a:gd name="connsiteY64" fmla="*/ 136617 h 173644"/>
                <a:gd name="connsiteX65" fmla="*/ 84986 w 237066"/>
                <a:gd name="connsiteY65" fmla="*/ 148108 h 173644"/>
                <a:gd name="connsiteX66" fmla="*/ 85625 w 237066"/>
                <a:gd name="connsiteY66" fmla="*/ 154492 h 173644"/>
                <a:gd name="connsiteX67" fmla="*/ 79874 w 237066"/>
                <a:gd name="connsiteY67" fmla="*/ 159600 h 173644"/>
                <a:gd name="connsiteX68" fmla="*/ 67733 w 237066"/>
                <a:gd name="connsiteY68" fmla="*/ 154492 h 173644"/>
                <a:gd name="connsiteX69" fmla="*/ 43451 w 237066"/>
                <a:gd name="connsiteY69" fmla="*/ 114273 h 173644"/>
                <a:gd name="connsiteX70" fmla="*/ 37701 w 237066"/>
                <a:gd name="connsiteY70" fmla="*/ 111081 h 173644"/>
                <a:gd name="connsiteX71" fmla="*/ 19809 w 237066"/>
                <a:gd name="connsiteY71" fmla="*/ 111081 h 173644"/>
                <a:gd name="connsiteX72" fmla="*/ 19809 w 237066"/>
                <a:gd name="connsiteY72" fmla="*/ 35750 h 173644"/>
                <a:gd name="connsiteX73" fmla="*/ 71567 w 237066"/>
                <a:gd name="connsiteY73" fmla="*/ 35750 h 173644"/>
                <a:gd name="connsiteX74" fmla="*/ 62621 w 237066"/>
                <a:gd name="connsiteY74" fmla="*/ 40857 h 173644"/>
                <a:gd name="connsiteX75" fmla="*/ 49841 w 237066"/>
                <a:gd name="connsiteY75" fmla="*/ 68947 h 173644"/>
                <a:gd name="connsiteX76" fmla="*/ 73484 w 237066"/>
                <a:gd name="connsiteY76" fmla="*/ 81076 h 173644"/>
                <a:gd name="connsiteX77" fmla="*/ 157192 w 237066"/>
                <a:gd name="connsiteY77" fmla="*/ 67032 h 173644"/>
                <a:gd name="connsiteX78" fmla="*/ 189781 w 237066"/>
                <a:gd name="connsiteY78" fmla="*/ 125764 h 173644"/>
                <a:gd name="connsiteX79" fmla="*/ 187864 w 237066"/>
                <a:gd name="connsiteY79" fmla="*/ 138532 h 173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237066" h="173644">
                  <a:moveTo>
                    <a:pt x="230677" y="12768"/>
                  </a:moveTo>
                  <a:cubicBezTo>
                    <a:pt x="234511" y="12768"/>
                    <a:pt x="237067" y="10214"/>
                    <a:pt x="237067" y="6384"/>
                  </a:cubicBezTo>
                  <a:cubicBezTo>
                    <a:pt x="237067" y="2553"/>
                    <a:pt x="234511" y="0"/>
                    <a:pt x="230677" y="0"/>
                  </a:cubicBezTo>
                  <a:lnTo>
                    <a:pt x="223009" y="0"/>
                  </a:lnTo>
                  <a:cubicBezTo>
                    <a:pt x="219175" y="0"/>
                    <a:pt x="216619" y="2553"/>
                    <a:pt x="216619" y="6384"/>
                  </a:cubicBezTo>
                  <a:lnTo>
                    <a:pt x="216619" y="24259"/>
                  </a:lnTo>
                  <a:lnTo>
                    <a:pt x="182752" y="24259"/>
                  </a:lnTo>
                  <a:lnTo>
                    <a:pt x="128438" y="7660"/>
                  </a:lnTo>
                  <a:cubicBezTo>
                    <a:pt x="126521" y="7022"/>
                    <a:pt x="125243" y="7022"/>
                    <a:pt x="123326" y="8299"/>
                  </a:cubicBezTo>
                  <a:cubicBezTo>
                    <a:pt x="122048" y="8937"/>
                    <a:pt x="109268" y="15960"/>
                    <a:pt x="95849" y="23620"/>
                  </a:cubicBezTo>
                  <a:lnTo>
                    <a:pt x="21087" y="23620"/>
                  </a:lnTo>
                  <a:lnTo>
                    <a:pt x="21087" y="6384"/>
                  </a:lnTo>
                  <a:cubicBezTo>
                    <a:pt x="21087" y="2553"/>
                    <a:pt x="18531" y="0"/>
                    <a:pt x="14697" y="0"/>
                  </a:cubicBezTo>
                  <a:lnTo>
                    <a:pt x="6390" y="0"/>
                  </a:lnTo>
                  <a:cubicBezTo>
                    <a:pt x="2556" y="0"/>
                    <a:pt x="0" y="2553"/>
                    <a:pt x="0" y="6384"/>
                  </a:cubicBezTo>
                  <a:cubicBezTo>
                    <a:pt x="0" y="10214"/>
                    <a:pt x="2556" y="12768"/>
                    <a:pt x="6390" y="12768"/>
                  </a:cubicBezTo>
                  <a:lnTo>
                    <a:pt x="8307" y="12768"/>
                  </a:lnTo>
                  <a:lnTo>
                    <a:pt x="8307" y="128318"/>
                  </a:lnTo>
                  <a:lnTo>
                    <a:pt x="6390" y="128318"/>
                  </a:lnTo>
                  <a:cubicBezTo>
                    <a:pt x="2556" y="128318"/>
                    <a:pt x="0" y="130872"/>
                    <a:pt x="0" y="134702"/>
                  </a:cubicBezTo>
                  <a:cubicBezTo>
                    <a:pt x="0" y="138532"/>
                    <a:pt x="2556" y="141086"/>
                    <a:pt x="6390" y="141086"/>
                  </a:cubicBezTo>
                  <a:lnTo>
                    <a:pt x="14697" y="141086"/>
                  </a:lnTo>
                  <a:cubicBezTo>
                    <a:pt x="18531" y="141086"/>
                    <a:pt x="21087" y="138532"/>
                    <a:pt x="21087" y="134702"/>
                  </a:cubicBezTo>
                  <a:lnTo>
                    <a:pt x="21087" y="124488"/>
                  </a:lnTo>
                  <a:lnTo>
                    <a:pt x="35784" y="124488"/>
                  </a:lnTo>
                  <a:cubicBezTo>
                    <a:pt x="40257" y="132787"/>
                    <a:pt x="53036" y="153854"/>
                    <a:pt x="58148" y="162153"/>
                  </a:cubicBezTo>
                  <a:cubicBezTo>
                    <a:pt x="63899" y="171091"/>
                    <a:pt x="71567" y="173644"/>
                    <a:pt x="77957" y="173644"/>
                  </a:cubicBezTo>
                  <a:cubicBezTo>
                    <a:pt x="81152" y="173644"/>
                    <a:pt x="84347" y="173006"/>
                    <a:pt x="86264" y="171729"/>
                  </a:cubicBezTo>
                  <a:cubicBezTo>
                    <a:pt x="91376" y="169176"/>
                    <a:pt x="94571" y="165984"/>
                    <a:pt x="96488" y="162792"/>
                  </a:cubicBezTo>
                  <a:cubicBezTo>
                    <a:pt x="102878" y="169814"/>
                    <a:pt x="112463" y="176198"/>
                    <a:pt x="125243" y="169814"/>
                  </a:cubicBezTo>
                  <a:cubicBezTo>
                    <a:pt x="129716" y="167260"/>
                    <a:pt x="132911" y="164707"/>
                    <a:pt x="134828" y="161515"/>
                  </a:cubicBezTo>
                  <a:cubicBezTo>
                    <a:pt x="141856" y="169176"/>
                    <a:pt x="151441" y="173644"/>
                    <a:pt x="163582" y="166622"/>
                  </a:cubicBezTo>
                  <a:cubicBezTo>
                    <a:pt x="169333" y="163430"/>
                    <a:pt x="172528" y="158323"/>
                    <a:pt x="173806" y="153216"/>
                  </a:cubicBezTo>
                  <a:cubicBezTo>
                    <a:pt x="180196" y="154492"/>
                    <a:pt x="186586" y="153216"/>
                    <a:pt x="193615" y="149385"/>
                  </a:cubicBezTo>
                  <a:cubicBezTo>
                    <a:pt x="205117" y="142363"/>
                    <a:pt x="205756" y="131510"/>
                    <a:pt x="203839" y="124488"/>
                  </a:cubicBezTo>
                  <a:lnTo>
                    <a:pt x="215980" y="124488"/>
                  </a:lnTo>
                  <a:lnTo>
                    <a:pt x="215980" y="134064"/>
                  </a:lnTo>
                  <a:cubicBezTo>
                    <a:pt x="215980" y="137894"/>
                    <a:pt x="218536" y="140448"/>
                    <a:pt x="222370" y="140448"/>
                  </a:cubicBezTo>
                  <a:lnTo>
                    <a:pt x="230038" y="140448"/>
                  </a:lnTo>
                  <a:cubicBezTo>
                    <a:pt x="233872" y="140448"/>
                    <a:pt x="236428" y="137894"/>
                    <a:pt x="236428" y="134064"/>
                  </a:cubicBezTo>
                  <a:cubicBezTo>
                    <a:pt x="236428" y="130233"/>
                    <a:pt x="233872" y="127680"/>
                    <a:pt x="230038" y="127680"/>
                  </a:cubicBezTo>
                  <a:lnTo>
                    <a:pt x="229399" y="127680"/>
                  </a:lnTo>
                  <a:lnTo>
                    <a:pt x="229399" y="12129"/>
                  </a:lnTo>
                  <a:lnTo>
                    <a:pt x="230677" y="12129"/>
                  </a:lnTo>
                  <a:close/>
                  <a:moveTo>
                    <a:pt x="187864" y="138532"/>
                  </a:moveTo>
                  <a:cubicBezTo>
                    <a:pt x="185308" y="140448"/>
                    <a:pt x="180835" y="141724"/>
                    <a:pt x="177640" y="141086"/>
                  </a:cubicBezTo>
                  <a:cubicBezTo>
                    <a:pt x="175723" y="140448"/>
                    <a:pt x="173806" y="139171"/>
                    <a:pt x="171889" y="135979"/>
                  </a:cubicBezTo>
                  <a:cubicBezTo>
                    <a:pt x="171889" y="135979"/>
                    <a:pt x="171889" y="135340"/>
                    <a:pt x="171250" y="135340"/>
                  </a:cubicBezTo>
                  <a:lnTo>
                    <a:pt x="146969" y="93844"/>
                  </a:lnTo>
                  <a:cubicBezTo>
                    <a:pt x="145051" y="90652"/>
                    <a:pt x="141218" y="90014"/>
                    <a:pt x="138023" y="91291"/>
                  </a:cubicBezTo>
                  <a:cubicBezTo>
                    <a:pt x="134828" y="93206"/>
                    <a:pt x="134189" y="97036"/>
                    <a:pt x="135467" y="100228"/>
                  </a:cubicBezTo>
                  <a:lnTo>
                    <a:pt x="160387" y="143001"/>
                  </a:lnTo>
                  <a:cubicBezTo>
                    <a:pt x="161665" y="145555"/>
                    <a:pt x="162943" y="151939"/>
                    <a:pt x="157192" y="155131"/>
                  </a:cubicBezTo>
                  <a:cubicBezTo>
                    <a:pt x="151441" y="158323"/>
                    <a:pt x="146969" y="157684"/>
                    <a:pt x="138662" y="145555"/>
                  </a:cubicBezTo>
                  <a:lnTo>
                    <a:pt x="118214" y="111720"/>
                  </a:lnTo>
                  <a:cubicBezTo>
                    <a:pt x="116297" y="108528"/>
                    <a:pt x="112463" y="107889"/>
                    <a:pt x="109268" y="109804"/>
                  </a:cubicBezTo>
                  <a:cubicBezTo>
                    <a:pt x="106073" y="111720"/>
                    <a:pt x="105434" y="115550"/>
                    <a:pt x="107351" y="118742"/>
                  </a:cubicBezTo>
                  <a:lnTo>
                    <a:pt x="123965" y="145555"/>
                  </a:lnTo>
                  <a:cubicBezTo>
                    <a:pt x="123965" y="145555"/>
                    <a:pt x="123965" y="146193"/>
                    <a:pt x="123965" y="146193"/>
                  </a:cubicBezTo>
                  <a:cubicBezTo>
                    <a:pt x="125243" y="148747"/>
                    <a:pt x="127160" y="154492"/>
                    <a:pt x="119492" y="158323"/>
                  </a:cubicBezTo>
                  <a:cubicBezTo>
                    <a:pt x="111824" y="162153"/>
                    <a:pt x="106073" y="156408"/>
                    <a:pt x="99044" y="144916"/>
                  </a:cubicBezTo>
                  <a:cubicBezTo>
                    <a:pt x="98405" y="143640"/>
                    <a:pt x="97127" y="142363"/>
                    <a:pt x="96488" y="141086"/>
                  </a:cubicBezTo>
                  <a:lnTo>
                    <a:pt x="90098" y="130233"/>
                  </a:lnTo>
                  <a:cubicBezTo>
                    <a:pt x="88181" y="127041"/>
                    <a:pt x="84347" y="126403"/>
                    <a:pt x="81152" y="127680"/>
                  </a:cubicBezTo>
                  <a:cubicBezTo>
                    <a:pt x="77957" y="129595"/>
                    <a:pt x="77318" y="133425"/>
                    <a:pt x="78596" y="136617"/>
                  </a:cubicBezTo>
                  <a:lnTo>
                    <a:pt x="84986" y="148108"/>
                  </a:lnTo>
                  <a:cubicBezTo>
                    <a:pt x="84986" y="148747"/>
                    <a:pt x="86264" y="151939"/>
                    <a:pt x="85625" y="154492"/>
                  </a:cubicBezTo>
                  <a:cubicBezTo>
                    <a:pt x="84986" y="156408"/>
                    <a:pt x="83069" y="158323"/>
                    <a:pt x="79874" y="159600"/>
                  </a:cubicBezTo>
                  <a:cubicBezTo>
                    <a:pt x="77957" y="160238"/>
                    <a:pt x="72206" y="162153"/>
                    <a:pt x="67733" y="154492"/>
                  </a:cubicBezTo>
                  <a:cubicBezTo>
                    <a:pt x="61343" y="144916"/>
                    <a:pt x="44091" y="114273"/>
                    <a:pt x="43451" y="114273"/>
                  </a:cubicBezTo>
                  <a:cubicBezTo>
                    <a:pt x="42174" y="112358"/>
                    <a:pt x="40257" y="111081"/>
                    <a:pt x="37701" y="111081"/>
                  </a:cubicBezTo>
                  <a:lnTo>
                    <a:pt x="19809" y="111081"/>
                  </a:lnTo>
                  <a:cubicBezTo>
                    <a:pt x="19809" y="84268"/>
                    <a:pt x="19809" y="49795"/>
                    <a:pt x="19809" y="35750"/>
                  </a:cubicBezTo>
                  <a:lnTo>
                    <a:pt x="71567" y="35750"/>
                  </a:lnTo>
                  <a:cubicBezTo>
                    <a:pt x="67733" y="38304"/>
                    <a:pt x="64538" y="40219"/>
                    <a:pt x="62621" y="40857"/>
                  </a:cubicBezTo>
                  <a:cubicBezTo>
                    <a:pt x="58148" y="44049"/>
                    <a:pt x="45368" y="52348"/>
                    <a:pt x="49841" y="68947"/>
                  </a:cubicBezTo>
                  <a:cubicBezTo>
                    <a:pt x="53036" y="81715"/>
                    <a:pt x="67094" y="82353"/>
                    <a:pt x="73484" y="81076"/>
                  </a:cubicBezTo>
                  <a:lnTo>
                    <a:pt x="157192" y="67032"/>
                  </a:lnTo>
                  <a:lnTo>
                    <a:pt x="189781" y="125764"/>
                  </a:lnTo>
                  <a:cubicBezTo>
                    <a:pt x="192976" y="128956"/>
                    <a:pt x="194254" y="134702"/>
                    <a:pt x="187864" y="138532"/>
                  </a:cubicBezTo>
                  <a:close/>
                </a:path>
              </a:pathLst>
            </a:custGeom>
            <a:solidFill>
              <a:srgbClr val="007CB0"/>
            </a:solidFill>
            <a:ln w="6390" cap="flat">
              <a:noFill/>
              <a:prstDash val="solid"/>
              <a:miter/>
            </a:ln>
          </p:spPr>
          <p:txBody>
            <a:bodyPr rtlCol="0" anchor="ctr"/>
            <a:lstStyle/>
            <a:p>
              <a:endParaRPr lang="en-US"/>
            </a:p>
          </p:txBody>
        </p:sp>
      </p:grpSp>
      <p:grpSp>
        <p:nvGrpSpPr>
          <p:cNvPr id="619" name="Graphic 4">
            <a:extLst>
              <a:ext uri="{FF2B5EF4-FFF2-40B4-BE49-F238E27FC236}">
                <a16:creationId xmlns:a16="http://schemas.microsoft.com/office/drawing/2014/main" id="{B97D8A38-07BF-734B-80C0-A169E1E7FDF9}"/>
              </a:ext>
            </a:extLst>
          </p:cNvPr>
          <p:cNvGrpSpPr/>
          <p:nvPr/>
        </p:nvGrpSpPr>
        <p:grpSpPr>
          <a:xfrm>
            <a:off x="905454" y="1402085"/>
            <a:ext cx="361670" cy="361333"/>
            <a:chOff x="905454" y="1402085"/>
            <a:chExt cx="361670" cy="361333"/>
          </a:xfrm>
          <a:solidFill>
            <a:srgbClr val="007CB0"/>
          </a:solidFill>
        </p:grpSpPr>
        <p:sp>
          <p:nvSpPr>
            <p:cNvPr id="620" name="Graphic 4">
              <a:extLst>
                <a:ext uri="{FF2B5EF4-FFF2-40B4-BE49-F238E27FC236}">
                  <a16:creationId xmlns:a16="http://schemas.microsoft.com/office/drawing/2014/main" id="{F2969490-B74B-7247-8F72-36C50D570870}"/>
                </a:ext>
              </a:extLst>
            </p:cNvPr>
            <p:cNvSpPr/>
            <p:nvPr/>
          </p:nvSpPr>
          <p:spPr>
            <a:xfrm>
              <a:off x="905454"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38023 w 361670"/>
                <a:gd name="connsiteY5" fmla="*/ 65755 h 361333"/>
                <a:gd name="connsiteX6" fmla="*/ 161665 w 361670"/>
                <a:gd name="connsiteY6" fmla="*/ 89376 h 361333"/>
                <a:gd name="connsiteX7" fmla="*/ 138023 w 361670"/>
                <a:gd name="connsiteY7" fmla="*/ 112996 h 361333"/>
                <a:gd name="connsiteX8" fmla="*/ 114380 w 361670"/>
                <a:gd name="connsiteY8" fmla="*/ 89376 h 361333"/>
                <a:gd name="connsiteX9" fmla="*/ 138023 w 361670"/>
                <a:gd name="connsiteY9" fmla="*/ 65755 h 361333"/>
                <a:gd name="connsiteX10" fmla="*/ 171889 w 361670"/>
                <a:gd name="connsiteY10" fmla="*/ 211948 h 361333"/>
                <a:gd name="connsiteX11" fmla="*/ 165499 w 361670"/>
                <a:gd name="connsiteY11" fmla="*/ 218332 h 361333"/>
                <a:gd name="connsiteX12" fmla="*/ 162304 w 361670"/>
                <a:gd name="connsiteY12" fmla="*/ 218332 h 361333"/>
                <a:gd name="connsiteX13" fmla="*/ 162304 w 361670"/>
                <a:gd name="connsiteY13" fmla="*/ 302601 h 361333"/>
                <a:gd name="connsiteX14" fmla="*/ 155915 w 361670"/>
                <a:gd name="connsiteY14" fmla="*/ 308985 h 361333"/>
                <a:gd name="connsiteX15" fmla="*/ 149525 w 361670"/>
                <a:gd name="connsiteY15" fmla="*/ 302601 h 361333"/>
                <a:gd name="connsiteX16" fmla="*/ 149525 w 361670"/>
                <a:gd name="connsiteY16" fmla="*/ 218332 h 361333"/>
                <a:gd name="connsiteX17" fmla="*/ 126521 w 361670"/>
                <a:gd name="connsiteY17" fmla="*/ 218332 h 361333"/>
                <a:gd name="connsiteX18" fmla="*/ 126521 w 361670"/>
                <a:gd name="connsiteY18" fmla="*/ 302601 h 361333"/>
                <a:gd name="connsiteX19" fmla="*/ 120131 w 361670"/>
                <a:gd name="connsiteY19" fmla="*/ 308985 h 361333"/>
                <a:gd name="connsiteX20" fmla="*/ 113741 w 361670"/>
                <a:gd name="connsiteY20" fmla="*/ 302601 h 361333"/>
                <a:gd name="connsiteX21" fmla="*/ 113741 w 361670"/>
                <a:gd name="connsiteY21" fmla="*/ 218332 h 361333"/>
                <a:gd name="connsiteX22" fmla="*/ 110546 w 361670"/>
                <a:gd name="connsiteY22" fmla="*/ 218332 h 361333"/>
                <a:gd name="connsiteX23" fmla="*/ 104156 w 361670"/>
                <a:gd name="connsiteY23" fmla="*/ 211948 h 361333"/>
                <a:gd name="connsiteX24" fmla="*/ 104156 w 361670"/>
                <a:gd name="connsiteY24" fmla="*/ 143001 h 361333"/>
                <a:gd name="connsiteX25" fmla="*/ 110546 w 361670"/>
                <a:gd name="connsiteY25" fmla="*/ 136617 h 361333"/>
                <a:gd name="connsiteX26" fmla="*/ 165499 w 361670"/>
                <a:gd name="connsiteY26" fmla="*/ 136617 h 361333"/>
                <a:gd name="connsiteX27" fmla="*/ 171889 w 361670"/>
                <a:gd name="connsiteY27" fmla="*/ 143001 h 361333"/>
                <a:gd name="connsiteX28" fmla="*/ 171889 w 361670"/>
                <a:gd name="connsiteY28" fmla="*/ 211948 h 361333"/>
                <a:gd name="connsiteX29" fmla="*/ 222370 w 361670"/>
                <a:gd name="connsiteY29" fmla="*/ 65755 h 361333"/>
                <a:gd name="connsiteX30" fmla="*/ 246013 w 361670"/>
                <a:gd name="connsiteY30" fmla="*/ 89376 h 361333"/>
                <a:gd name="connsiteX31" fmla="*/ 222370 w 361670"/>
                <a:gd name="connsiteY31" fmla="*/ 112996 h 361333"/>
                <a:gd name="connsiteX32" fmla="*/ 198727 w 361670"/>
                <a:gd name="connsiteY32" fmla="*/ 89376 h 361333"/>
                <a:gd name="connsiteX33" fmla="*/ 222370 w 361670"/>
                <a:gd name="connsiteY33" fmla="*/ 65755 h 361333"/>
                <a:gd name="connsiteX34" fmla="*/ 256237 w 361670"/>
                <a:gd name="connsiteY34" fmla="*/ 211948 h 361333"/>
                <a:gd name="connsiteX35" fmla="*/ 249847 w 361670"/>
                <a:gd name="connsiteY35" fmla="*/ 218332 h 361333"/>
                <a:gd name="connsiteX36" fmla="*/ 246652 w 361670"/>
                <a:gd name="connsiteY36" fmla="*/ 218332 h 361333"/>
                <a:gd name="connsiteX37" fmla="*/ 246652 w 361670"/>
                <a:gd name="connsiteY37" fmla="*/ 302601 h 361333"/>
                <a:gd name="connsiteX38" fmla="*/ 240262 w 361670"/>
                <a:gd name="connsiteY38" fmla="*/ 308985 h 361333"/>
                <a:gd name="connsiteX39" fmla="*/ 233872 w 361670"/>
                <a:gd name="connsiteY39" fmla="*/ 302601 h 361333"/>
                <a:gd name="connsiteX40" fmla="*/ 233872 w 361670"/>
                <a:gd name="connsiteY40" fmla="*/ 218332 h 361333"/>
                <a:gd name="connsiteX41" fmla="*/ 210868 w 361670"/>
                <a:gd name="connsiteY41" fmla="*/ 218332 h 361333"/>
                <a:gd name="connsiteX42" fmla="*/ 210868 w 361670"/>
                <a:gd name="connsiteY42" fmla="*/ 302601 h 361333"/>
                <a:gd name="connsiteX43" fmla="*/ 204478 w 361670"/>
                <a:gd name="connsiteY43" fmla="*/ 308985 h 361333"/>
                <a:gd name="connsiteX44" fmla="*/ 198088 w 361670"/>
                <a:gd name="connsiteY44" fmla="*/ 302601 h 361333"/>
                <a:gd name="connsiteX45" fmla="*/ 198088 w 361670"/>
                <a:gd name="connsiteY45" fmla="*/ 218332 h 361333"/>
                <a:gd name="connsiteX46" fmla="*/ 194893 w 361670"/>
                <a:gd name="connsiteY46" fmla="*/ 218332 h 361333"/>
                <a:gd name="connsiteX47" fmla="*/ 188503 w 361670"/>
                <a:gd name="connsiteY47" fmla="*/ 211948 h 361333"/>
                <a:gd name="connsiteX48" fmla="*/ 188503 w 361670"/>
                <a:gd name="connsiteY48" fmla="*/ 143001 h 361333"/>
                <a:gd name="connsiteX49" fmla="*/ 194893 w 361670"/>
                <a:gd name="connsiteY49" fmla="*/ 136617 h 361333"/>
                <a:gd name="connsiteX50" fmla="*/ 249847 w 361670"/>
                <a:gd name="connsiteY50" fmla="*/ 136617 h 361333"/>
                <a:gd name="connsiteX51" fmla="*/ 256237 w 361670"/>
                <a:gd name="connsiteY51" fmla="*/ 143001 h 361333"/>
                <a:gd name="connsiteX52" fmla="*/ 256237 w 361670"/>
                <a:gd name="connsiteY52" fmla="*/ 21194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38023" y="65755"/>
                  </a:moveTo>
                  <a:cubicBezTo>
                    <a:pt x="150803" y="65755"/>
                    <a:pt x="161665" y="75969"/>
                    <a:pt x="161665" y="89376"/>
                  </a:cubicBezTo>
                  <a:cubicBezTo>
                    <a:pt x="161665" y="102782"/>
                    <a:pt x="151441" y="112996"/>
                    <a:pt x="138023" y="112996"/>
                  </a:cubicBezTo>
                  <a:cubicBezTo>
                    <a:pt x="124604" y="112996"/>
                    <a:pt x="114380" y="102782"/>
                    <a:pt x="114380" y="89376"/>
                  </a:cubicBezTo>
                  <a:cubicBezTo>
                    <a:pt x="114380" y="75969"/>
                    <a:pt x="125243" y="65755"/>
                    <a:pt x="138023" y="65755"/>
                  </a:cubicBezTo>
                  <a:close/>
                  <a:moveTo>
                    <a:pt x="171889" y="211948"/>
                  </a:moveTo>
                  <a:cubicBezTo>
                    <a:pt x="171889" y="215779"/>
                    <a:pt x="169333" y="218332"/>
                    <a:pt x="165499" y="218332"/>
                  </a:cubicBezTo>
                  <a:lnTo>
                    <a:pt x="162304" y="218332"/>
                  </a:lnTo>
                  <a:lnTo>
                    <a:pt x="162304" y="302601"/>
                  </a:lnTo>
                  <a:cubicBezTo>
                    <a:pt x="162304" y="306431"/>
                    <a:pt x="159748" y="308985"/>
                    <a:pt x="155915" y="308985"/>
                  </a:cubicBezTo>
                  <a:cubicBezTo>
                    <a:pt x="152081" y="308985"/>
                    <a:pt x="149525" y="306431"/>
                    <a:pt x="149525" y="302601"/>
                  </a:cubicBezTo>
                  <a:lnTo>
                    <a:pt x="149525" y="218332"/>
                  </a:lnTo>
                  <a:lnTo>
                    <a:pt x="126521" y="218332"/>
                  </a:lnTo>
                  <a:lnTo>
                    <a:pt x="126521" y="302601"/>
                  </a:lnTo>
                  <a:cubicBezTo>
                    <a:pt x="126521" y="306431"/>
                    <a:pt x="123965" y="308985"/>
                    <a:pt x="120131" y="308985"/>
                  </a:cubicBezTo>
                  <a:cubicBezTo>
                    <a:pt x="116297" y="308985"/>
                    <a:pt x="113741" y="306431"/>
                    <a:pt x="113741" y="302601"/>
                  </a:cubicBezTo>
                  <a:lnTo>
                    <a:pt x="113741" y="218332"/>
                  </a:lnTo>
                  <a:lnTo>
                    <a:pt x="110546" y="218332"/>
                  </a:lnTo>
                  <a:cubicBezTo>
                    <a:pt x="106712" y="218332"/>
                    <a:pt x="104156" y="215779"/>
                    <a:pt x="104156" y="211948"/>
                  </a:cubicBezTo>
                  <a:lnTo>
                    <a:pt x="104156" y="143001"/>
                  </a:lnTo>
                  <a:cubicBezTo>
                    <a:pt x="104156" y="139171"/>
                    <a:pt x="106712" y="136617"/>
                    <a:pt x="110546" y="136617"/>
                  </a:cubicBezTo>
                  <a:lnTo>
                    <a:pt x="165499" y="136617"/>
                  </a:lnTo>
                  <a:cubicBezTo>
                    <a:pt x="169333" y="136617"/>
                    <a:pt x="171889" y="139171"/>
                    <a:pt x="171889" y="143001"/>
                  </a:cubicBezTo>
                  <a:lnTo>
                    <a:pt x="171889" y="211948"/>
                  </a:lnTo>
                  <a:close/>
                  <a:moveTo>
                    <a:pt x="222370" y="65755"/>
                  </a:moveTo>
                  <a:cubicBezTo>
                    <a:pt x="235150" y="65755"/>
                    <a:pt x="246013" y="75969"/>
                    <a:pt x="246013" y="89376"/>
                  </a:cubicBezTo>
                  <a:cubicBezTo>
                    <a:pt x="246013" y="102782"/>
                    <a:pt x="235789" y="112996"/>
                    <a:pt x="222370" y="112996"/>
                  </a:cubicBezTo>
                  <a:cubicBezTo>
                    <a:pt x="208951" y="112996"/>
                    <a:pt x="198727" y="102782"/>
                    <a:pt x="198727" y="89376"/>
                  </a:cubicBezTo>
                  <a:cubicBezTo>
                    <a:pt x="198727" y="75969"/>
                    <a:pt x="209590" y="65755"/>
                    <a:pt x="222370" y="65755"/>
                  </a:cubicBezTo>
                  <a:close/>
                  <a:moveTo>
                    <a:pt x="256237" y="211948"/>
                  </a:moveTo>
                  <a:cubicBezTo>
                    <a:pt x="256237" y="215779"/>
                    <a:pt x="253680" y="218332"/>
                    <a:pt x="249847" y="218332"/>
                  </a:cubicBezTo>
                  <a:lnTo>
                    <a:pt x="246652" y="218332"/>
                  </a:lnTo>
                  <a:lnTo>
                    <a:pt x="246652" y="302601"/>
                  </a:lnTo>
                  <a:cubicBezTo>
                    <a:pt x="246652" y="306431"/>
                    <a:pt x="244096" y="308985"/>
                    <a:pt x="240262" y="308985"/>
                  </a:cubicBezTo>
                  <a:cubicBezTo>
                    <a:pt x="236428" y="308985"/>
                    <a:pt x="233872" y="306431"/>
                    <a:pt x="233872" y="302601"/>
                  </a:cubicBezTo>
                  <a:lnTo>
                    <a:pt x="233872" y="218332"/>
                  </a:lnTo>
                  <a:lnTo>
                    <a:pt x="210868" y="218332"/>
                  </a:lnTo>
                  <a:lnTo>
                    <a:pt x="210868" y="302601"/>
                  </a:lnTo>
                  <a:cubicBezTo>
                    <a:pt x="210868" y="306431"/>
                    <a:pt x="208312" y="308985"/>
                    <a:pt x="204478" y="308985"/>
                  </a:cubicBezTo>
                  <a:cubicBezTo>
                    <a:pt x="200644" y="308985"/>
                    <a:pt x="198088" y="306431"/>
                    <a:pt x="198088" y="302601"/>
                  </a:cubicBezTo>
                  <a:lnTo>
                    <a:pt x="198088" y="218332"/>
                  </a:lnTo>
                  <a:lnTo>
                    <a:pt x="194893" y="218332"/>
                  </a:lnTo>
                  <a:cubicBezTo>
                    <a:pt x="191059" y="218332"/>
                    <a:pt x="188503" y="215779"/>
                    <a:pt x="188503" y="211948"/>
                  </a:cubicBezTo>
                  <a:lnTo>
                    <a:pt x="188503" y="143001"/>
                  </a:lnTo>
                  <a:cubicBezTo>
                    <a:pt x="188503" y="139171"/>
                    <a:pt x="191059" y="136617"/>
                    <a:pt x="194893" y="136617"/>
                  </a:cubicBezTo>
                  <a:lnTo>
                    <a:pt x="249847" y="136617"/>
                  </a:lnTo>
                  <a:cubicBezTo>
                    <a:pt x="253680" y="136617"/>
                    <a:pt x="256237" y="139171"/>
                    <a:pt x="256237" y="143001"/>
                  </a:cubicBezTo>
                  <a:lnTo>
                    <a:pt x="256237" y="211948"/>
                  </a:lnTo>
                  <a:close/>
                </a:path>
              </a:pathLst>
            </a:custGeom>
            <a:solidFill>
              <a:srgbClr val="007CB0"/>
            </a:solidFill>
            <a:ln w="6390" cap="flat">
              <a:noFill/>
              <a:prstDash val="solid"/>
              <a:miter/>
            </a:ln>
          </p:spPr>
          <p:txBody>
            <a:bodyPr rtlCol="0" anchor="ctr"/>
            <a:lstStyle/>
            <a:p>
              <a:endParaRPr lang="en-US"/>
            </a:p>
          </p:txBody>
        </p:sp>
        <p:sp>
          <p:nvSpPr>
            <p:cNvPr id="621" name="Graphic 4">
              <a:extLst>
                <a:ext uri="{FF2B5EF4-FFF2-40B4-BE49-F238E27FC236}">
                  <a16:creationId xmlns:a16="http://schemas.microsoft.com/office/drawing/2014/main" id="{5103E5C8-8F9F-E84E-AFAF-573D32DE7F61}"/>
                </a:ext>
              </a:extLst>
            </p:cNvPr>
            <p:cNvSpPr/>
            <p:nvPr/>
          </p:nvSpPr>
          <p:spPr>
            <a:xfrm>
              <a:off x="1022389" y="1550831"/>
              <a:ext cx="42173" cy="56179"/>
            </a:xfrm>
            <a:custGeom>
              <a:avLst/>
              <a:gdLst>
                <a:gd name="connsiteX0" fmla="*/ 0 w 42173"/>
                <a:gd name="connsiteY0" fmla="*/ 0 h 56179"/>
                <a:gd name="connsiteX1" fmla="*/ 42174 w 42173"/>
                <a:gd name="connsiteY1" fmla="*/ 0 h 56179"/>
                <a:gd name="connsiteX2" fmla="*/ 42174 w 42173"/>
                <a:gd name="connsiteY2" fmla="*/ 56179 h 56179"/>
                <a:gd name="connsiteX3" fmla="*/ 0 w 42173"/>
                <a:gd name="connsiteY3" fmla="*/ 56179 h 56179"/>
              </a:gdLst>
              <a:ahLst/>
              <a:cxnLst>
                <a:cxn ang="0">
                  <a:pos x="connsiteX0" y="connsiteY0"/>
                </a:cxn>
                <a:cxn ang="0">
                  <a:pos x="connsiteX1" y="connsiteY1"/>
                </a:cxn>
                <a:cxn ang="0">
                  <a:pos x="connsiteX2" y="connsiteY2"/>
                </a:cxn>
                <a:cxn ang="0">
                  <a:pos x="connsiteX3" y="connsiteY3"/>
                </a:cxn>
              </a:cxnLst>
              <a:rect l="l" t="t" r="r" b="b"/>
              <a:pathLst>
                <a:path w="42173" h="56179">
                  <a:moveTo>
                    <a:pt x="0" y="0"/>
                  </a:moveTo>
                  <a:lnTo>
                    <a:pt x="42174" y="0"/>
                  </a:lnTo>
                  <a:lnTo>
                    <a:pt x="42174" y="56179"/>
                  </a:lnTo>
                  <a:lnTo>
                    <a:pt x="0" y="56179"/>
                  </a:lnTo>
                  <a:close/>
                </a:path>
              </a:pathLst>
            </a:custGeom>
            <a:solidFill>
              <a:srgbClr val="007CB0"/>
            </a:solidFill>
            <a:ln w="6390" cap="flat">
              <a:noFill/>
              <a:prstDash val="solid"/>
              <a:miter/>
            </a:ln>
          </p:spPr>
          <p:txBody>
            <a:bodyPr rtlCol="0" anchor="ctr"/>
            <a:lstStyle/>
            <a:p>
              <a:endParaRPr lang="en-US"/>
            </a:p>
          </p:txBody>
        </p:sp>
        <p:sp>
          <p:nvSpPr>
            <p:cNvPr id="622" name="Graphic 4">
              <a:extLst>
                <a:ext uri="{FF2B5EF4-FFF2-40B4-BE49-F238E27FC236}">
                  <a16:creationId xmlns:a16="http://schemas.microsoft.com/office/drawing/2014/main" id="{7766ECAD-BD26-3944-9DB0-43D563FC5CD8}"/>
                </a:ext>
              </a:extLst>
            </p:cNvPr>
            <p:cNvSpPr/>
            <p:nvPr/>
          </p:nvSpPr>
          <p:spPr>
            <a:xfrm>
              <a:off x="1032613" y="1479969"/>
              <a:ext cx="21725" cy="21705"/>
            </a:xfrm>
            <a:custGeom>
              <a:avLst/>
              <a:gdLst>
                <a:gd name="connsiteX0" fmla="*/ 10863 w 21725"/>
                <a:gd name="connsiteY0" fmla="*/ 21706 h 21705"/>
                <a:gd name="connsiteX1" fmla="*/ 21726 w 21725"/>
                <a:gd name="connsiteY1" fmla="*/ 10853 h 21705"/>
                <a:gd name="connsiteX2" fmla="*/ 10863 w 21725"/>
                <a:gd name="connsiteY2" fmla="*/ 0 h 21705"/>
                <a:gd name="connsiteX3" fmla="*/ 0 w 21725"/>
                <a:gd name="connsiteY3" fmla="*/ 10853 h 21705"/>
                <a:gd name="connsiteX4" fmla="*/ 10863 w 21725"/>
                <a:gd name="connsiteY4" fmla="*/ 21706 h 21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25" h="21705">
                  <a:moveTo>
                    <a:pt x="10863" y="21706"/>
                  </a:moveTo>
                  <a:cubicBezTo>
                    <a:pt x="16614" y="21706"/>
                    <a:pt x="21726" y="17237"/>
                    <a:pt x="21726" y="10853"/>
                  </a:cubicBezTo>
                  <a:cubicBezTo>
                    <a:pt x="21726" y="5107"/>
                    <a:pt x="17253" y="0"/>
                    <a:pt x="10863" y="0"/>
                  </a:cubicBezTo>
                  <a:cubicBezTo>
                    <a:pt x="5112" y="0"/>
                    <a:pt x="0" y="4469"/>
                    <a:pt x="0" y="10853"/>
                  </a:cubicBezTo>
                  <a:cubicBezTo>
                    <a:pt x="0" y="17237"/>
                    <a:pt x="5112" y="21706"/>
                    <a:pt x="10863" y="21706"/>
                  </a:cubicBezTo>
                  <a:close/>
                </a:path>
              </a:pathLst>
            </a:custGeom>
            <a:solidFill>
              <a:srgbClr val="007CB0"/>
            </a:solidFill>
            <a:ln w="6390" cap="flat">
              <a:noFill/>
              <a:prstDash val="solid"/>
              <a:miter/>
            </a:ln>
          </p:spPr>
          <p:txBody>
            <a:bodyPr rtlCol="0" anchor="ctr"/>
            <a:lstStyle/>
            <a:p>
              <a:endParaRPr lang="en-US"/>
            </a:p>
          </p:txBody>
        </p:sp>
      </p:grpSp>
      <p:grpSp>
        <p:nvGrpSpPr>
          <p:cNvPr id="623" name="Graphic 4">
            <a:extLst>
              <a:ext uri="{FF2B5EF4-FFF2-40B4-BE49-F238E27FC236}">
                <a16:creationId xmlns:a16="http://schemas.microsoft.com/office/drawing/2014/main" id="{7F7BFE59-0E90-D946-AFCC-0AA0A38DAC29}"/>
              </a:ext>
            </a:extLst>
          </p:cNvPr>
          <p:cNvGrpSpPr/>
          <p:nvPr/>
        </p:nvGrpSpPr>
        <p:grpSpPr>
          <a:xfrm>
            <a:off x="2998797" y="1893013"/>
            <a:ext cx="361670" cy="361333"/>
            <a:chOff x="2998797" y="1893013"/>
            <a:chExt cx="361670" cy="361333"/>
          </a:xfrm>
          <a:solidFill>
            <a:srgbClr val="007CB0"/>
          </a:solidFill>
        </p:grpSpPr>
        <p:sp>
          <p:nvSpPr>
            <p:cNvPr id="624" name="Graphic 4">
              <a:extLst>
                <a:ext uri="{FF2B5EF4-FFF2-40B4-BE49-F238E27FC236}">
                  <a16:creationId xmlns:a16="http://schemas.microsoft.com/office/drawing/2014/main" id="{62C018AC-F39D-8A4C-BF76-310DBE5D6822}"/>
                </a:ext>
              </a:extLst>
            </p:cNvPr>
            <p:cNvSpPr/>
            <p:nvPr/>
          </p:nvSpPr>
          <p:spPr>
            <a:xfrm>
              <a:off x="3072920" y="2081340"/>
              <a:ext cx="15335" cy="22982"/>
            </a:xfrm>
            <a:custGeom>
              <a:avLst/>
              <a:gdLst>
                <a:gd name="connsiteX0" fmla="*/ 0 w 15335"/>
                <a:gd name="connsiteY0" fmla="*/ 0 h 22982"/>
                <a:gd name="connsiteX1" fmla="*/ 15336 w 15335"/>
                <a:gd name="connsiteY1" fmla="*/ 0 h 22982"/>
                <a:gd name="connsiteX2" fmla="*/ 15336 w 15335"/>
                <a:gd name="connsiteY2" fmla="*/ 22982 h 22982"/>
                <a:gd name="connsiteX3" fmla="*/ 0 w 15335"/>
                <a:gd name="connsiteY3" fmla="*/ 22982 h 22982"/>
              </a:gdLst>
              <a:ahLst/>
              <a:cxnLst>
                <a:cxn ang="0">
                  <a:pos x="connsiteX0" y="connsiteY0"/>
                </a:cxn>
                <a:cxn ang="0">
                  <a:pos x="connsiteX1" y="connsiteY1"/>
                </a:cxn>
                <a:cxn ang="0">
                  <a:pos x="connsiteX2" y="connsiteY2"/>
                </a:cxn>
                <a:cxn ang="0">
                  <a:pos x="connsiteX3" y="connsiteY3"/>
                </a:cxn>
              </a:cxnLst>
              <a:rect l="l" t="t" r="r" b="b"/>
              <a:pathLst>
                <a:path w="15335" h="22982">
                  <a:moveTo>
                    <a:pt x="0" y="0"/>
                  </a:moveTo>
                  <a:lnTo>
                    <a:pt x="15336" y="0"/>
                  </a:lnTo>
                  <a:lnTo>
                    <a:pt x="15336" y="22982"/>
                  </a:lnTo>
                  <a:lnTo>
                    <a:pt x="0" y="22982"/>
                  </a:lnTo>
                  <a:close/>
                </a:path>
              </a:pathLst>
            </a:custGeom>
            <a:solidFill>
              <a:srgbClr val="007CB0"/>
            </a:solidFill>
            <a:ln w="6390" cap="flat">
              <a:noFill/>
              <a:prstDash val="solid"/>
              <a:miter/>
            </a:ln>
          </p:spPr>
          <p:txBody>
            <a:bodyPr rtlCol="0" anchor="ctr"/>
            <a:lstStyle/>
            <a:p>
              <a:endParaRPr lang="en-US"/>
            </a:p>
          </p:txBody>
        </p:sp>
        <p:sp>
          <p:nvSpPr>
            <p:cNvPr id="625" name="Graphic 4">
              <a:extLst>
                <a:ext uri="{FF2B5EF4-FFF2-40B4-BE49-F238E27FC236}">
                  <a16:creationId xmlns:a16="http://schemas.microsoft.com/office/drawing/2014/main" id="{90A7B0AB-2111-7F4A-A227-E4D3246216F2}"/>
                </a:ext>
              </a:extLst>
            </p:cNvPr>
            <p:cNvSpPr/>
            <p:nvPr/>
          </p:nvSpPr>
          <p:spPr>
            <a:xfrm>
              <a:off x="3196885" y="2037929"/>
              <a:ext cx="30671" cy="41495"/>
            </a:xfrm>
            <a:custGeom>
              <a:avLst/>
              <a:gdLst>
                <a:gd name="connsiteX0" fmla="*/ 0 w 30671"/>
                <a:gd name="connsiteY0" fmla="*/ 0 h 41495"/>
                <a:gd name="connsiteX1" fmla="*/ 30672 w 30671"/>
                <a:gd name="connsiteY1" fmla="*/ 0 h 41495"/>
                <a:gd name="connsiteX2" fmla="*/ 30672 w 30671"/>
                <a:gd name="connsiteY2" fmla="*/ 41496 h 41495"/>
                <a:gd name="connsiteX3" fmla="*/ 0 w 30671"/>
                <a:gd name="connsiteY3" fmla="*/ 41496 h 41495"/>
              </a:gdLst>
              <a:ahLst/>
              <a:cxnLst>
                <a:cxn ang="0">
                  <a:pos x="connsiteX0" y="connsiteY0"/>
                </a:cxn>
                <a:cxn ang="0">
                  <a:pos x="connsiteX1" y="connsiteY1"/>
                </a:cxn>
                <a:cxn ang="0">
                  <a:pos x="connsiteX2" y="connsiteY2"/>
                </a:cxn>
                <a:cxn ang="0">
                  <a:pos x="connsiteX3" y="connsiteY3"/>
                </a:cxn>
              </a:cxnLst>
              <a:rect l="l" t="t" r="r" b="b"/>
              <a:pathLst>
                <a:path w="30671" h="41495">
                  <a:moveTo>
                    <a:pt x="0" y="0"/>
                  </a:moveTo>
                  <a:lnTo>
                    <a:pt x="30672" y="0"/>
                  </a:lnTo>
                  <a:lnTo>
                    <a:pt x="30672" y="41496"/>
                  </a:lnTo>
                  <a:lnTo>
                    <a:pt x="0" y="41496"/>
                  </a:lnTo>
                  <a:close/>
                </a:path>
              </a:pathLst>
            </a:custGeom>
            <a:solidFill>
              <a:srgbClr val="007CB0"/>
            </a:solidFill>
            <a:ln w="6390" cap="flat">
              <a:noFill/>
              <a:prstDash val="solid"/>
              <a:miter/>
            </a:ln>
          </p:spPr>
          <p:txBody>
            <a:bodyPr rtlCol="0" anchor="ctr"/>
            <a:lstStyle/>
            <a:p>
              <a:endParaRPr lang="en-US"/>
            </a:p>
          </p:txBody>
        </p:sp>
        <p:sp>
          <p:nvSpPr>
            <p:cNvPr id="626" name="Graphic 4">
              <a:extLst>
                <a:ext uri="{FF2B5EF4-FFF2-40B4-BE49-F238E27FC236}">
                  <a16:creationId xmlns:a16="http://schemas.microsoft.com/office/drawing/2014/main" id="{8AE0B920-D5DA-6B48-8533-9134CAF61399}"/>
                </a:ext>
              </a:extLst>
            </p:cNvPr>
            <p:cNvSpPr/>
            <p:nvPr/>
          </p:nvSpPr>
          <p:spPr>
            <a:xfrm>
              <a:off x="3205192" y="1983027"/>
              <a:ext cx="14057" cy="14044"/>
            </a:xfrm>
            <a:custGeom>
              <a:avLst/>
              <a:gdLst>
                <a:gd name="connsiteX0" fmla="*/ 7029 w 14057"/>
                <a:gd name="connsiteY0" fmla="*/ 14045 h 14044"/>
                <a:gd name="connsiteX1" fmla="*/ 14058 w 14057"/>
                <a:gd name="connsiteY1" fmla="*/ 7022 h 14044"/>
                <a:gd name="connsiteX2" fmla="*/ 7029 w 14057"/>
                <a:gd name="connsiteY2" fmla="*/ 0 h 14044"/>
                <a:gd name="connsiteX3" fmla="*/ 0 w 14057"/>
                <a:gd name="connsiteY3" fmla="*/ 7022 h 14044"/>
                <a:gd name="connsiteX4" fmla="*/ 7029 w 14057"/>
                <a:gd name="connsiteY4" fmla="*/ 14045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14045"/>
                  </a:moveTo>
                  <a:cubicBezTo>
                    <a:pt x="10863" y="14045"/>
                    <a:pt x="14058" y="10853"/>
                    <a:pt x="14058" y="7022"/>
                  </a:cubicBezTo>
                  <a:cubicBezTo>
                    <a:pt x="14058" y="3192"/>
                    <a:pt x="10863" y="0"/>
                    <a:pt x="7029" y="0"/>
                  </a:cubicBezTo>
                  <a:cubicBezTo>
                    <a:pt x="3195" y="0"/>
                    <a:pt x="0" y="3192"/>
                    <a:pt x="0" y="7022"/>
                  </a:cubicBezTo>
                  <a:cubicBezTo>
                    <a:pt x="0" y="10853"/>
                    <a:pt x="3195" y="14045"/>
                    <a:pt x="7029" y="14045"/>
                  </a:cubicBezTo>
                  <a:close/>
                </a:path>
              </a:pathLst>
            </a:custGeom>
            <a:solidFill>
              <a:srgbClr val="007CB0"/>
            </a:solidFill>
            <a:ln w="6390" cap="flat">
              <a:noFill/>
              <a:prstDash val="solid"/>
              <a:miter/>
            </a:ln>
          </p:spPr>
          <p:txBody>
            <a:bodyPr rtlCol="0" anchor="ctr"/>
            <a:lstStyle/>
            <a:p>
              <a:endParaRPr lang="en-US"/>
            </a:p>
          </p:txBody>
        </p:sp>
        <p:sp>
          <p:nvSpPr>
            <p:cNvPr id="627" name="Graphic 4">
              <a:extLst>
                <a:ext uri="{FF2B5EF4-FFF2-40B4-BE49-F238E27FC236}">
                  <a16:creationId xmlns:a16="http://schemas.microsoft.com/office/drawing/2014/main" id="{CFF3E3E8-0538-0D4F-A08C-6430F33137D9}"/>
                </a:ext>
              </a:extLst>
            </p:cNvPr>
            <p:cNvSpPr/>
            <p:nvPr/>
          </p:nvSpPr>
          <p:spPr>
            <a:xfrm>
              <a:off x="2998797"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143774 w 361670"/>
                <a:gd name="connsiteY5" fmla="*/ 77246 h 361333"/>
                <a:gd name="connsiteX6" fmla="*/ 163582 w 361670"/>
                <a:gd name="connsiteY6" fmla="*/ 97037 h 361333"/>
                <a:gd name="connsiteX7" fmla="*/ 143774 w 361670"/>
                <a:gd name="connsiteY7" fmla="*/ 116827 h 361333"/>
                <a:gd name="connsiteX8" fmla="*/ 123965 w 361670"/>
                <a:gd name="connsiteY8" fmla="*/ 97037 h 361333"/>
                <a:gd name="connsiteX9" fmla="*/ 143774 w 361670"/>
                <a:gd name="connsiteY9" fmla="*/ 77246 h 361333"/>
                <a:gd name="connsiteX10" fmla="*/ 81791 w 361670"/>
                <a:gd name="connsiteY10" fmla="*/ 139171 h 361333"/>
                <a:gd name="connsiteX11" fmla="*/ 97127 w 361670"/>
                <a:gd name="connsiteY11" fmla="*/ 154492 h 361333"/>
                <a:gd name="connsiteX12" fmla="*/ 81791 w 361670"/>
                <a:gd name="connsiteY12" fmla="*/ 169814 h 361333"/>
                <a:gd name="connsiteX13" fmla="*/ 66456 w 361670"/>
                <a:gd name="connsiteY13" fmla="*/ 154492 h 361333"/>
                <a:gd name="connsiteX14" fmla="*/ 81791 w 361670"/>
                <a:gd name="connsiteY14" fmla="*/ 139171 h 361333"/>
                <a:gd name="connsiteX15" fmla="*/ 102239 w 361670"/>
                <a:gd name="connsiteY15" fmla="*/ 217694 h 361333"/>
                <a:gd name="connsiteX16" fmla="*/ 97127 w 361670"/>
                <a:gd name="connsiteY16" fmla="*/ 224078 h 361333"/>
                <a:gd name="connsiteX17" fmla="*/ 97127 w 361670"/>
                <a:gd name="connsiteY17" fmla="*/ 264297 h 361333"/>
                <a:gd name="connsiteX18" fmla="*/ 90737 w 361670"/>
                <a:gd name="connsiteY18" fmla="*/ 270681 h 361333"/>
                <a:gd name="connsiteX19" fmla="*/ 84347 w 361670"/>
                <a:gd name="connsiteY19" fmla="*/ 264297 h 361333"/>
                <a:gd name="connsiteX20" fmla="*/ 84347 w 361670"/>
                <a:gd name="connsiteY20" fmla="*/ 224078 h 361333"/>
                <a:gd name="connsiteX21" fmla="*/ 78596 w 361670"/>
                <a:gd name="connsiteY21" fmla="*/ 224078 h 361333"/>
                <a:gd name="connsiteX22" fmla="*/ 78596 w 361670"/>
                <a:gd name="connsiteY22" fmla="*/ 264297 h 361333"/>
                <a:gd name="connsiteX23" fmla="*/ 72206 w 361670"/>
                <a:gd name="connsiteY23" fmla="*/ 270681 h 361333"/>
                <a:gd name="connsiteX24" fmla="*/ 65816 w 361670"/>
                <a:gd name="connsiteY24" fmla="*/ 264297 h 361333"/>
                <a:gd name="connsiteX25" fmla="*/ 65816 w 361670"/>
                <a:gd name="connsiteY25" fmla="*/ 224078 h 361333"/>
                <a:gd name="connsiteX26" fmla="*/ 60704 w 361670"/>
                <a:gd name="connsiteY26" fmla="*/ 217694 h 361333"/>
                <a:gd name="connsiteX27" fmla="*/ 60704 w 361670"/>
                <a:gd name="connsiteY27" fmla="*/ 181944 h 361333"/>
                <a:gd name="connsiteX28" fmla="*/ 67094 w 361670"/>
                <a:gd name="connsiteY28" fmla="*/ 175560 h 361333"/>
                <a:gd name="connsiteX29" fmla="*/ 95210 w 361670"/>
                <a:gd name="connsiteY29" fmla="*/ 175560 h 361333"/>
                <a:gd name="connsiteX30" fmla="*/ 101600 w 361670"/>
                <a:gd name="connsiteY30" fmla="*/ 181944 h 361333"/>
                <a:gd name="connsiteX31" fmla="*/ 101600 w 361670"/>
                <a:gd name="connsiteY31" fmla="*/ 217694 h 361333"/>
                <a:gd name="connsiteX32" fmla="*/ 169333 w 361670"/>
                <a:gd name="connsiteY32" fmla="*/ 209395 h 361333"/>
                <a:gd name="connsiteX33" fmla="*/ 164221 w 361670"/>
                <a:gd name="connsiteY33" fmla="*/ 211948 h 361333"/>
                <a:gd name="connsiteX34" fmla="*/ 164221 w 361670"/>
                <a:gd name="connsiteY34" fmla="*/ 211948 h 361333"/>
                <a:gd name="connsiteX35" fmla="*/ 164221 w 361670"/>
                <a:gd name="connsiteY35" fmla="*/ 264297 h 361333"/>
                <a:gd name="connsiteX36" fmla="*/ 157832 w 361670"/>
                <a:gd name="connsiteY36" fmla="*/ 270681 h 361333"/>
                <a:gd name="connsiteX37" fmla="*/ 151442 w 361670"/>
                <a:gd name="connsiteY37" fmla="*/ 264297 h 361333"/>
                <a:gd name="connsiteX38" fmla="*/ 151442 w 361670"/>
                <a:gd name="connsiteY38" fmla="*/ 211948 h 361333"/>
                <a:gd name="connsiteX39" fmla="*/ 136106 w 361670"/>
                <a:gd name="connsiteY39" fmla="*/ 211948 h 361333"/>
                <a:gd name="connsiteX40" fmla="*/ 136106 w 361670"/>
                <a:gd name="connsiteY40" fmla="*/ 264297 h 361333"/>
                <a:gd name="connsiteX41" fmla="*/ 129716 w 361670"/>
                <a:gd name="connsiteY41" fmla="*/ 270681 h 361333"/>
                <a:gd name="connsiteX42" fmla="*/ 123326 w 361670"/>
                <a:gd name="connsiteY42" fmla="*/ 264297 h 361333"/>
                <a:gd name="connsiteX43" fmla="*/ 123326 w 361670"/>
                <a:gd name="connsiteY43" fmla="*/ 211948 h 361333"/>
                <a:gd name="connsiteX44" fmla="*/ 122687 w 361670"/>
                <a:gd name="connsiteY44" fmla="*/ 211948 h 361333"/>
                <a:gd name="connsiteX45" fmla="*/ 117575 w 361670"/>
                <a:gd name="connsiteY45" fmla="*/ 209395 h 361333"/>
                <a:gd name="connsiteX46" fmla="*/ 116297 w 361670"/>
                <a:gd name="connsiteY46" fmla="*/ 204287 h 361333"/>
                <a:gd name="connsiteX47" fmla="*/ 130355 w 361670"/>
                <a:gd name="connsiteY47" fmla="*/ 135979 h 361333"/>
                <a:gd name="connsiteX48" fmla="*/ 136745 w 361670"/>
                <a:gd name="connsiteY48" fmla="*/ 130872 h 361333"/>
                <a:gd name="connsiteX49" fmla="*/ 150164 w 361670"/>
                <a:gd name="connsiteY49" fmla="*/ 130872 h 361333"/>
                <a:gd name="connsiteX50" fmla="*/ 156553 w 361670"/>
                <a:gd name="connsiteY50" fmla="*/ 135979 h 361333"/>
                <a:gd name="connsiteX51" fmla="*/ 170611 w 361670"/>
                <a:gd name="connsiteY51" fmla="*/ 204287 h 361333"/>
                <a:gd name="connsiteX52" fmla="*/ 169333 w 361670"/>
                <a:gd name="connsiteY52" fmla="*/ 209395 h 361333"/>
                <a:gd name="connsiteX53" fmla="*/ 277962 w 361670"/>
                <a:gd name="connsiteY53" fmla="*/ 139171 h 361333"/>
                <a:gd name="connsiteX54" fmla="*/ 293298 w 361670"/>
                <a:gd name="connsiteY54" fmla="*/ 154492 h 361333"/>
                <a:gd name="connsiteX55" fmla="*/ 277962 w 361670"/>
                <a:gd name="connsiteY55" fmla="*/ 169814 h 361333"/>
                <a:gd name="connsiteX56" fmla="*/ 262626 w 361670"/>
                <a:gd name="connsiteY56" fmla="*/ 154492 h 361333"/>
                <a:gd name="connsiteX57" fmla="*/ 277962 w 361670"/>
                <a:gd name="connsiteY57" fmla="*/ 139171 h 361333"/>
                <a:gd name="connsiteX58" fmla="*/ 213424 w 361670"/>
                <a:gd name="connsiteY58" fmla="*/ 77246 h 361333"/>
                <a:gd name="connsiteX59" fmla="*/ 233233 w 361670"/>
                <a:gd name="connsiteY59" fmla="*/ 97037 h 361333"/>
                <a:gd name="connsiteX60" fmla="*/ 213424 w 361670"/>
                <a:gd name="connsiteY60" fmla="*/ 116827 h 361333"/>
                <a:gd name="connsiteX61" fmla="*/ 193615 w 361670"/>
                <a:gd name="connsiteY61" fmla="*/ 97037 h 361333"/>
                <a:gd name="connsiteX62" fmla="*/ 213424 w 361670"/>
                <a:gd name="connsiteY62" fmla="*/ 77246 h 361333"/>
                <a:gd name="connsiteX63" fmla="*/ 241540 w 361670"/>
                <a:gd name="connsiteY63" fmla="*/ 192796 h 361333"/>
                <a:gd name="connsiteX64" fmla="*/ 235150 w 361670"/>
                <a:gd name="connsiteY64" fmla="*/ 199180 h 361333"/>
                <a:gd name="connsiteX65" fmla="*/ 233872 w 361670"/>
                <a:gd name="connsiteY65" fmla="*/ 199180 h 361333"/>
                <a:gd name="connsiteX66" fmla="*/ 233872 w 361670"/>
                <a:gd name="connsiteY66" fmla="*/ 263659 h 361333"/>
                <a:gd name="connsiteX67" fmla="*/ 227482 w 361670"/>
                <a:gd name="connsiteY67" fmla="*/ 270043 h 361333"/>
                <a:gd name="connsiteX68" fmla="*/ 221092 w 361670"/>
                <a:gd name="connsiteY68" fmla="*/ 263659 h 361333"/>
                <a:gd name="connsiteX69" fmla="*/ 221092 w 361670"/>
                <a:gd name="connsiteY69" fmla="*/ 199180 h 361333"/>
                <a:gd name="connsiteX70" fmla="*/ 205756 w 361670"/>
                <a:gd name="connsiteY70" fmla="*/ 199180 h 361333"/>
                <a:gd name="connsiteX71" fmla="*/ 205756 w 361670"/>
                <a:gd name="connsiteY71" fmla="*/ 263659 h 361333"/>
                <a:gd name="connsiteX72" fmla="*/ 199366 w 361670"/>
                <a:gd name="connsiteY72" fmla="*/ 270043 h 361333"/>
                <a:gd name="connsiteX73" fmla="*/ 192976 w 361670"/>
                <a:gd name="connsiteY73" fmla="*/ 263659 h 361333"/>
                <a:gd name="connsiteX74" fmla="*/ 192976 w 361670"/>
                <a:gd name="connsiteY74" fmla="*/ 199180 h 361333"/>
                <a:gd name="connsiteX75" fmla="*/ 191698 w 361670"/>
                <a:gd name="connsiteY75" fmla="*/ 199180 h 361333"/>
                <a:gd name="connsiteX76" fmla="*/ 185308 w 361670"/>
                <a:gd name="connsiteY76" fmla="*/ 192796 h 361333"/>
                <a:gd name="connsiteX77" fmla="*/ 185308 w 361670"/>
                <a:gd name="connsiteY77" fmla="*/ 138533 h 361333"/>
                <a:gd name="connsiteX78" fmla="*/ 191698 w 361670"/>
                <a:gd name="connsiteY78" fmla="*/ 132149 h 361333"/>
                <a:gd name="connsiteX79" fmla="*/ 235150 w 361670"/>
                <a:gd name="connsiteY79" fmla="*/ 132149 h 361333"/>
                <a:gd name="connsiteX80" fmla="*/ 241540 w 361670"/>
                <a:gd name="connsiteY80" fmla="*/ 138533 h 361333"/>
                <a:gd name="connsiteX81" fmla="*/ 241540 w 361670"/>
                <a:gd name="connsiteY81" fmla="*/ 192796 h 361333"/>
                <a:gd name="connsiteX82" fmla="*/ 296493 w 361670"/>
                <a:gd name="connsiteY82" fmla="*/ 229823 h 361333"/>
                <a:gd name="connsiteX83" fmla="*/ 293298 w 361670"/>
                <a:gd name="connsiteY83" fmla="*/ 231739 h 361333"/>
                <a:gd name="connsiteX84" fmla="*/ 293298 w 361670"/>
                <a:gd name="connsiteY84" fmla="*/ 264297 h 361333"/>
                <a:gd name="connsiteX85" fmla="*/ 286908 w 361670"/>
                <a:gd name="connsiteY85" fmla="*/ 270681 h 361333"/>
                <a:gd name="connsiteX86" fmla="*/ 280518 w 361670"/>
                <a:gd name="connsiteY86" fmla="*/ 264297 h 361333"/>
                <a:gd name="connsiteX87" fmla="*/ 280518 w 361670"/>
                <a:gd name="connsiteY87" fmla="*/ 232377 h 361333"/>
                <a:gd name="connsiteX88" fmla="*/ 274767 w 361670"/>
                <a:gd name="connsiteY88" fmla="*/ 232377 h 361333"/>
                <a:gd name="connsiteX89" fmla="*/ 274767 w 361670"/>
                <a:gd name="connsiteY89" fmla="*/ 264297 h 361333"/>
                <a:gd name="connsiteX90" fmla="*/ 268377 w 361670"/>
                <a:gd name="connsiteY90" fmla="*/ 270681 h 361333"/>
                <a:gd name="connsiteX91" fmla="*/ 261987 w 361670"/>
                <a:gd name="connsiteY91" fmla="*/ 264297 h 361333"/>
                <a:gd name="connsiteX92" fmla="*/ 261987 w 361670"/>
                <a:gd name="connsiteY92" fmla="*/ 231739 h 361333"/>
                <a:gd name="connsiteX93" fmla="*/ 258792 w 361670"/>
                <a:gd name="connsiteY93" fmla="*/ 229823 h 361333"/>
                <a:gd name="connsiteX94" fmla="*/ 257515 w 361670"/>
                <a:gd name="connsiteY94" fmla="*/ 224716 h 361333"/>
                <a:gd name="connsiteX95" fmla="*/ 266460 w 361670"/>
                <a:gd name="connsiteY95" fmla="*/ 180028 h 361333"/>
                <a:gd name="connsiteX96" fmla="*/ 272850 w 361670"/>
                <a:gd name="connsiteY96" fmla="*/ 174921 h 361333"/>
                <a:gd name="connsiteX97" fmla="*/ 281796 w 361670"/>
                <a:gd name="connsiteY97" fmla="*/ 174921 h 361333"/>
                <a:gd name="connsiteX98" fmla="*/ 288186 w 361670"/>
                <a:gd name="connsiteY98" fmla="*/ 180028 h 361333"/>
                <a:gd name="connsiteX99" fmla="*/ 297771 w 361670"/>
                <a:gd name="connsiteY99" fmla="*/ 224716 h 361333"/>
                <a:gd name="connsiteX100" fmla="*/ 296493 w 361670"/>
                <a:gd name="connsiteY100" fmla="*/ 22982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1" y="280257"/>
                    <a:pt x="361671" y="180667"/>
                  </a:cubicBezTo>
                  <a:cubicBezTo>
                    <a:pt x="361671" y="81077"/>
                    <a:pt x="281157" y="0"/>
                    <a:pt x="180835" y="0"/>
                  </a:cubicBezTo>
                  <a:close/>
                  <a:moveTo>
                    <a:pt x="143774" y="77246"/>
                  </a:moveTo>
                  <a:cubicBezTo>
                    <a:pt x="154637" y="77246"/>
                    <a:pt x="163582" y="86184"/>
                    <a:pt x="163582" y="97037"/>
                  </a:cubicBezTo>
                  <a:cubicBezTo>
                    <a:pt x="163582" y="107889"/>
                    <a:pt x="154637" y="116827"/>
                    <a:pt x="143774" y="116827"/>
                  </a:cubicBezTo>
                  <a:cubicBezTo>
                    <a:pt x="132911" y="116827"/>
                    <a:pt x="123965" y="107889"/>
                    <a:pt x="123965" y="97037"/>
                  </a:cubicBezTo>
                  <a:cubicBezTo>
                    <a:pt x="123965" y="86184"/>
                    <a:pt x="132911" y="77246"/>
                    <a:pt x="143774" y="77246"/>
                  </a:cubicBezTo>
                  <a:close/>
                  <a:moveTo>
                    <a:pt x="81791" y="139171"/>
                  </a:moveTo>
                  <a:cubicBezTo>
                    <a:pt x="90098" y="139171"/>
                    <a:pt x="97127" y="146193"/>
                    <a:pt x="97127" y="154492"/>
                  </a:cubicBezTo>
                  <a:cubicBezTo>
                    <a:pt x="97127" y="162792"/>
                    <a:pt x="90098" y="169814"/>
                    <a:pt x="81791" y="169814"/>
                  </a:cubicBezTo>
                  <a:cubicBezTo>
                    <a:pt x="73484" y="169814"/>
                    <a:pt x="66456" y="162792"/>
                    <a:pt x="66456" y="154492"/>
                  </a:cubicBezTo>
                  <a:cubicBezTo>
                    <a:pt x="66456" y="146193"/>
                    <a:pt x="73484" y="139171"/>
                    <a:pt x="81791" y="139171"/>
                  </a:cubicBezTo>
                  <a:close/>
                  <a:moveTo>
                    <a:pt x="102239" y="217694"/>
                  </a:moveTo>
                  <a:cubicBezTo>
                    <a:pt x="102239" y="220886"/>
                    <a:pt x="100322" y="223439"/>
                    <a:pt x="97127" y="224078"/>
                  </a:cubicBezTo>
                  <a:lnTo>
                    <a:pt x="97127" y="264297"/>
                  </a:lnTo>
                  <a:cubicBezTo>
                    <a:pt x="97127" y="268127"/>
                    <a:pt x="94571" y="270681"/>
                    <a:pt x="90737" y="270681"/>
                  </a:cubicBezTo>
                  <a:cubicBezTo>
                    <a:pt x="86903" y="270681"/>
                    <a:pt x="84347" y="268127"/>
                    <a:pt x="84347" y="264297"/>
                  </a:cubicBezTo>
                  <a:lnTo>
                    <a:pt x="84347" y="224078"/>
                  </a:lnTo>
                  <a:lnTo>
                    <a:pt x="78596" y="224078"/>
                  </a:lnTo>
                  <a:lnTo>
                    <a:pt x="78596" y="264297"/>
                  </a:lnTo>
                  <a:cubicBezTo>
                    <a:pt x="78596" y="268127"/>
                    <a:pt x="76040" y="270681"/>
                    <a:pt x="72206" y="270681"/>
                  </a:cubicBezTo>
                  <a:cubicBezTo>
                    <a:pt x="68372" y="270681"/>
                    <a:pt x="65816" y="268127"/>
                    <a:pt x="65816" y="264297"/>
                  </a:cubicBezTo>
                  <a:lnTo>
                    <a:pt x="65816" y="224078"/>
                  </a:lnTo>
                  <a:cubicBezTo>
                    <a:pt x="63261" y="223439"/>
                    <a:pt x="60704" y="220886"/>
                    <a:pt x="60704" y="217694"/>
                  </a:cubicBezTo>
                  <a:lnTo>
                    <a:pt x="60704" y="181944"/>
                  </a:lnTo>
                  <a:cubicBezTo>
                    <a:pt x="60704" y="178113"/>
                    <a:pt x="63261" y="175560"/>
                    <a:pt x="67094" y="175560"/>
                  </a:cubicBezTo>
                  <a:lnTo>
                    <a:pt x="95210" y="175560"/>
                  </a:lnTo>
                  <a:cubicBezTo>
                    <a:pt x="99044" y="175560"/>
                    <a:pt x="101600" y="178113"/>
                    <a:pt x="101600" y="181944"/>
                  </a:cubicBezTo>
                  <a:lnTo>
                    <a:pt x="101600" y="217694"/>
                  </a:lnTo>
                  <a:close/>
                  <a:moveTo>
                    <a:pt x="169333" y="209395"/>
                  </a:moveTo>
                  <a:cubicBezTo>
                    <a:pt x="168055" y="210671"/>
                    <a:pt x="166138" y="211948"/>
                    <a:pt x="164221" y="211948"/>
                  </a:cubicBezTo>
                  <a:lnTo>
                    <a:pt x="164221" y="211948"/>
                  </a:lnTo>
                  <a:lnTo>
                    <a:pt x="164221" y="264297"/>
                  </a:lnTo>
                  <a:cubicBezTo>
                    <a:pt x="164221" y="268127"/>
                    <a:pt x="161666" y="270681"/>
                    <a:pt x="157832" y="270681"/>
                  </a:cubicBezTo>
                  <a:cubicBezTo>
                    <a:pt x="153998" y="270681"/>
                    <a:pt x="151442" y="268127"/>
                    <a:pt x="151442" y="264297"/>
                  </a:cubicBezTo>
                  <a:lnTo>
                    <a:pt x="151442" y="211948"/>
                  </a:lnTo>
                  <a:lnTo>
                    <a:pt x="136106" y="211948"/>
                  </a:lnTo>
                  <a:lnTo>
                    <a:pt x="136106" y="264297"/>
                  </a:lnTo>
                  <a:cubicBezTo>
                    <a:pt x="136106" y="268127"/>
                    <a:pt x="133550" y="270681"/>
                    <a:pt x="129716" y="270681"/>
                  </a:cubicBezTo>
                  <a:cubicBezTo>
                    <a:pt x="125882" y="270681"/>
                    <a:pt x="123326" y="268127"/>
                    <a:pt x="123326" y="264297"/>
                  </a:cubicBezTo>
                  <a:lnTo>
                    <a:pt x="123326" y="211948"/>
                  </a:lnTo>
                  <a:lnTo>
                    <a:pt x="122687" y="211948"/>
                  </a:lnTo>
                  <a:cubicBezTo>
                    <a:pt x="120770" y="211948"/>
                    <a:pt x="118853" y="211310"/>
                    <a:pt x="117575" y="209395"/>
                  </a:cubicBezTo>
                  <a:cubicBezTo>
                    <a:pt x="116297" y="208118"/>
                    <a:pt x="115658" y="206203"/>
                    <a:pt x="116297" y="204287"/>
                  </a:cubicBezTo>
                  <a:lnTo>
                    <a:pt x="130355" y="135979"/>
                  </a:lnTo>
                  <a:cubicBezTo>
                    <a:pt x="130994" y="132787"/>
                    <a:pt x="133550" y="130872"/>
                    <a:pt x="136745" y="130872"/>
                  </a:cubicBezTo>
                  <a:lnTo>
                    <a:pt x="150164" y="130872"/>
                  </a:lnTo>
                  <a:cubicBezTo>
                    <a:pt x="153358" y="130872"/>
                    <a:pt x="155915" y="132787"/>
                    <a:pt x="156553" y="135979"/>
                  </a:cubicBezTo>
                  <a:lnTo>
                    <a:pt x="170611" y="204287"/>
                  </a:lnTo>
                  <a:cubicBezTo>
                    <a:pt x="171250" y="206203"/>
                    <a:pt x="170611" y="208118"/>
                    <a:pt x="169333" y="209395"/>
                  </a:cubicBezTo>
                  <a:close/>
                  <a:moveTo>
                    <a:pt x="277962" y="139171"/>
                  </a:moveTo>
                  <a:cubicBezTo>
                    <a:pt x="286269" y="139171"/>
                    <a:pt x="293298" y="146193"/>
                    <a:pt x="293298" y="154492"/>
                  </a:cubicBezTo>
                  <a:cubicBezTo>
                    <a:pt x="293298" y="162792"/>
                    <a:pt x="286269" y="169814"/>
                    <a:pt x="277962" y="169814"/>
                  </a:cubicBezTo>
                  <a:cubicBezTo>
                    <a:pt x="269655" y="169814"/>
                    <a:pt x="262626" y="162792"/>
                    <a:pt x="262626" y="154492"/>
                  </a:cubicBezTo>
                  <a:cubicBezTo>
                    <a:pt x="262626" y="146193"/>
                    <a:pt x="269655" y="139171"/>
                    <a:pt x="277962" y="139171"/>
                  </a:cubicBezTo>
                  <a:close/>
                  <a:moveTo>
                    <a:pt x="213424" y="77246"/>
                  </a:moveTo>
                  <a:cubicBezTo>
                    <a:pt x="224287" y="77246"/>
                    <a:pt x="233233" y="86184"/>
                    <a:pt x="233233" y="97037"/>
                  </a:cubicBezTo>
                  <a:cubicBezTo>
                    <a:pt x="233233" y="107889"/>
                    <a:pt x="224287" y="116827"/>
                    <a:pt x="213424" y="116827"/>
                  </a:cubicBezTo>
                  <a:cubicBezTo>
                    <a:pt x="202561" y="116827"/>
                    <a:pt x="193615" y="107889"/>
                    <a:pt x="193615" y="97037"/>
                  </a:cubicBezTo>
                  <a:cubicBezTo>
                    <a:pt x="193615" y="86184"/>
                    <a:pt x="202561" y="77246"/>
                    <a:pt x="213424" y="77246"/>
                  </a:cubicBezTo>
                  <a:close/>
                  <a:moveTo>
                    <a:pt x="241540" y="192796"/>
                  </a:moveTo>
                  <a:cubicBezTo>
                    <a:pt x="241540" y="196627"/>
                    <a:pt x="238984" y="199180"/>
                    <a:pt x="235150" y="199180"/>
                  </a:cubicBezTo>
                  <a:lnTo>
                    <a:pt x="233872" y="199180"/>
                  </a:lnTo>
                  <a:lnTo>
                    <a:pt x="233872" y="263659"/>
                  </a:lnTo>
                  <a:cubicBezTo>
                    <a:pt x="233872" y="267489"/>
                    <a:pt x="231316" y="270043"/>
                    <a:pt x="227482" y="270043"/>
                  </a:cubicBezTo>
                  <a:cubicBezTo>
                    <a:pt x="223648" y="270043"/>
                    <a:pt x="221092" y="267489"/>
                    <a:pt x="221092" y="263659"/>
                  </a:cubicBezTo>
                  <a:lnTo>
                    <a:pt x="221092" y="199180"/>
                  </a:lnTo>
                  <a:lnTo>
                    <a:pt x="205756" y="199180"/>
                  </a:lnTo>
                  <a:lnTo>
                    <a:pt x="205756" y="263659"/>
                  </a:lnTo>
                  <a:cubicBezTo>
                    <a:pt x="205756" y="267489"/>
                    <a:pt x="203200" y="270043"/>
                    <a:pt x="199366" y="270043"/>
                  </a:cubicBezTo>
                  <a:cubicBezTo>
                    <a:pt x="195532" y="270043"/>
                    <a:pt x="192976" y="267489"/>
                    <a:pt x="192976" y="263659"/>
                  </a:cubicBezTo>
                  <a:lnTo>
                    <a:pt x="192976" y="199180"/>
                  </a:lnTo>
                  <a:lnTo>
                    <a:pt x="191698" y="199180"/>
                  </a:lnTo>
                  <a:cubicBezTo>
                    <a:pt x="187864" y="199180"/>
                    <a:pt x="185308" y="196627"/>
                    <a:pt x="185308" y="192796"/>
                  </a:cubicBezTo>
                  <a:lnTo>
                    <a:pt x="185308" y="138533"/>
                  </a:lnTo>
                  <a:cubicBezTo>
                    <a:pt x="185308" y="134702"/>
                    <a:pt x="187864" y="132149"/>
                    <a:pt x="191698" y="132149"/>
                  </a:cubicBezTo>
                  <a:lnTo>
                    <a:pt x="235150" y="132149"/>
                  </a:lnTo>
                  <a:cubicBezTo>
                    <a:pt x="238984" y="132149"/>
                    <a:pt x="241540" y="134702"/>
                    <a:pt x="241540" y="138533"/>
                  </a:cubicBezTo>
                  <a:lnTo>
                    <a:pt x="241540" y="192796"/>
                  </a:lnTo>
                  <a:close/>
                  <a:moveTo>
                    <a:pt x="296493" y="229823"/>
                  </a:moveTo>
                  <a:cubicBezTo>
                    <a:pt x="295854" y="231100"/>
                    <a:pt x="294576" y="231100"/>
                    <a:pt x="293298" y="231739"/>
                  </a:cubicBezTo>
                  <a:lnTo>
                    <a:pt x="293298" y="264297"/>
                  </a:lnTo>
                  <a:cubicBezTo>
                    <a:pt x="293298" y="268127"/>
                    <a:pt x="290742" y="270681"/>
                    <a:pt x="286908" y="270681"/>
                  </a:cubicBezTo>
                  <a:cubicBezTo>
                    <a:pt x="283074" y="270681"/>
                    <a:pt x="280518" y="268127"/>
                    <a:pt x="280518" y="264297"/>
                  </a:cubicBezTo>
                  <a:lnTo>
                    <a:pt x="280518" y="232377"/>
                  </a:lnTo>
                  <a:lnTo>
                    <a:pt x="274767" y="232377"/>
                  </a:lnTo>
                  <a:lnTo>
                    <a:pt x="274767" y="264297"/>
                  </a:lnTo>
                  <a:cubicBezTo>
                    <a:pt x="274767" y="268127"/>
                    <a:pt x="272211" y="270681"/>
                    <a:pt x="268377" y="270681"/>
                  </a:cubicBezTo>
                  <a:cubicBezTo>
                    <a:pt x="264544" y="270681"/>
                    <a:pt x="261987" y="268127"/>
                    <a:pt x="261987" y="264297"/>
                  </a:cubicBezTo>
                  <a:lnTo>
                    <a:pt x="261987" y="231739"/>
                  </a:lnTo>
                  <a:cubicBezTo>
                    <a:pt x="260710" y="231100"/>
                    <a:pt x="259431" y="231100"/>
                    <a:pt x="258792" y="229823"/>
                  </a:cubicBezTo>
                  <a:cubicBezTo>
                    <a:pt x="257515" y="228547"/>
                    <a:pt x="256876" y="226631"/>
                    <a:pt x="257515" y="224716"/>
                  </a:cubicBezTo>
                  <a:lnTo>
                    <a:pt x="266460" y="180028"/>
                  </a:lnTo>
                  <a:cubicBezTo>
                    <a:pt x="267100" y="176836"/>
                    <a:pt x="269655" y="174921"/>
                    <a:pt x="272850" y="174921"/>
                  </a:cubicBezTo>
                  <a:lnTo>
                    <a:pt x="281796" y="174921"/>
                  </a:lnTo>
                  <a:cubicBezTo>
                    <a:pt x="284991" y="174921"/>
                    <a:pt x="287547" y="176836"/>
                    <a:pt x="288186" y="180028"/>
                  </a:cubicBezTo>
                  <a:lnTo>
                    <a:pt x="297771" y="224716"/>
                  </a:lnTo>
                  <a:cubicBezTo>
                    <a:pt x="298410" y="226631"/>
                    <a:pt x="297771" y="228547"/>
                    <a:pt x="296493" y="229823"/>
                  </a:cubicBezTo>
                  <a:close/>
                </a:path>
              </a:pathLst>
            </a:custGeom>
            <a:solidFill>
              <a:srgbClr val="007CB0"/>
            </a:solidFill>
            <a:ln w="6390" cap="flat">
              <a:noFill/>
              <a:prstDash val="solid"/>
              <a:miter/>
            </a:ln>
          </p:spPr>
          <p:txBody>
            <a:bodyPr rtlCol="0" anchor="ctr"/>
            <a:lstStyle/>
            <a:p>
              <a:endParaRPr lang="en-US"/>
            </a:p>
          </p:txBody>
        </p:sp>
        <p:sp>
          <p:nvSpPr>
            <p:cNvPr id="628" name="Graphic 4">
              <a:extLst>
                <a:ext uri="{FF2B5EF4-FFF2-40B4-BE49-F238E27FC236}">
                  <a16:creationId xmlns:a16="http://schemas.microsoft.com/office/drawing/2014/main" id="{938E6A0B-4A60-8B46-8393-EEC884F1AED9}"/>
                </a:ext>
              </a:extLst>
            </p:cNvPr>
            <p:cNvSpPr/>
            <p:nvPr/>
          </p:nvSpPr>
          <p:spPr>
            <a:xfrm>
              <a:off x="3078032" y="2044952"/>
              <a:ext cx="5111" cy="5107"/>
            </a:xfrm>
            <a:custGeom>
              <a:avLst/>
              <a:gdLst>
                <a:gd name="connsiteX0" fmla="*/ 5112 w 5111"/>
                <a:gd name="connsiteY0" fmla="*/ 2554 h 5107"/>
                <a:gd name="connsiteX1" fmla="*/ 2556 w 5111"/>
                <a:gd name="connsiteY1" fmla="*/ 5107 h 5107"/>
                <a:gd name="connsiteX2" fmla="*/ 0 w 5111"/>
                <a:gd name="connsiteY2" fmla="*/ 2554 h 5107"/>
                <a:gd name="connsiteX3" fmla="*/ 2556 w 5111"/>
                <a:gd name="connsiteY3" fmla="*/ 0 h 5107"/>
                <a:gd name="connsiteX4" fmla="*/ 5112 w 5111"/>
                <a:gd name="connsiteY4" fmla="*/ 2554 h 5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1" h="5107">
                  <a:moveTo>
                    <a:pt x="5112" y="2554"/>
                  </a:moveTo>
                  <a:cubicBezTo>
                    <a:pt x="5112" y="3964"/>
                    <a:pt x="3968" y="5107"/>
                    <a:pt x="2556" y="5107"/>
                  </a:cubicBezTo>
                  <a:cubicBezTo>
                    <a:pt x="1144" y="5107"/>
                    <a:pt x="0" y="3964"/>
                    <a:pt x="0" y="2554"/>
                  </a:cubicBezTo>
                  <a:cubicBezTo>
                    <a:pt x="0" y="1143"/>
                    <a:pt x="1144" y="0"/>
                    <a:pt x="2556" y="0"/>
                  </a:cubicBezTo>
                  <a:cubicBezTo>
                    <a:pt x="3968" y="0"/>
                    <a:pt x="5112" y="1143"/>
                    <a:pt x="5112" y="2554"/>
                  </a:cubicBezTo>
                  <a:close/>
                </a:path>
              </a:pathLst>
            </a:custGeom>
            <a:solidFill>
              <a:srgbClr val="007CB0"/>
            </a:solidFill>
            <a:ln w="6390" cap="flat">
              <a:noFill/>
              <a:prstDash val="solid"/>
              <a:miter/>
            </a:ln>
          </p:spPr>
          <p:txBody>
            <a:bodyPr rtlCol="0" anchor="ctr"/>
            <a:lstStyle/>
            <a:p>
              <a:endParaRPr lang="en-US"/>
            </a:p>
          </p:txBody>
        </p:sp>
      </p:grpSp>
      <p:grpSp>
        <p:nvGrpSpPr>
          <p:cNvPr id="629" name="Graphic 4">
            <a:extLst>
              <a:ext uri="{FF2B5EF4-FFF2-40B4-BE49-F238E27FC236}">
                <a16:creationId xmlns:a16="http://schemas.microsoft.com/office/drawing/2014/main" id="{5A6E5643-EBB2-3C42-991B-F7A2405C2707}"/>
              </a:ext>
            </a:extLst>
          </p:cNvPr>
          <p:cNvGrpSpPr/>
          <p:nvPr/>
        </p:nvGrpSpPr>
        <p:grpSpPr>
          <a:xfrm>
            <a:off x="1952764" y="1893013"/>
            <a:ext cx="361670" cy="361333"/>
            <a:chOff x="1952764" y="1893013"/>
            <a:chExt cx="361670" cy="361333"/>
          </a:xfrm>
          <a:solidFill>
            <a:srgbClr val="007CB0"/>
          </a:solidFill>
        </p:grpSpPr>
        <p:sp>
          <p:nvSpPr>
            <p:cNvPr id="630" name="Graphic 4">
              <a:extLst>
                <a:ext uri="{FF2B5EF4-FFF2-40B4-BE49-F238E27FC236}">
                  <a16:creationId xmlns:a16="http://schemas.microsoft.com/office/drawing/2014/main" id="{5AE17A78-7994-7E40-836C-365703ED6EDF}"/>
                </a:ext>
              </a:extLst>
            </p:cNvPr>
            <p:cNvSpPr/>
            <p:nvPr/>
          </p:nvSpPr>
          <p:spPr>
            <a:xfrm>
              <a:off x="2229449" y="2051974"/>
              <a:ext cx="5111" cy="5107"/>
            </a:xfrm>
            <a:custGeom>
              <a:avLst/>
              <a:gdLst>
                <a:gd name="connsiteX0" fmla="*/ 5112 w 5111"/>
                <a:gd name="connsiteY0" fmla="*/ 2554 h 5107"/>
                <a:gd name="connsiteX1" fmla="*/ 2556 w 5111"/>
                <a:gd name="connsiteY1" fmla="*/ 5107 h 5107"/>
                <a:gd name="connsiteX2" fmla="*/ 0 w 5111"/>
                <a:gd name="connsiteY2" fmla="*/ 2554 h 5107"/>
                <a:gd name="connsiteX3" fmla="*/ 2556 w 5111"/>
                <a:gd name="connsiteY3" fmla="*/ 0 h 5107"/>
                <a:gd name="connsiteX4" fmla="*/ 5112 w 5111"/>
                <a:gd name="connsiteY4" fmla="*/ 2554 h 5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1" h="5107">
                  <a:moveTo>
                    <a:pt x="5112" y="2554"/>
                  </a:moveTo>
                  <a:cubicBezTo>
                    <a:pt x="5112" y="3964"/>
                    <a:pt x="3968" y="5107"/>
                    <a:pt x="2556" y="5107"/>
                  </a:cubicBezTo>
                  <a:cubicBezTo>
                    <a:pt x="1144" y="5107"/>
                    <a:pt x="0" y="3964"/>
                    <a:pt x="0" y="2554"/>
                  </a:cubicBezTo>
                  <a:cubicBezTo>
                    <a:pt x="0" y="1143"/>
                    <a:pt x="1144" y="0"/>
                    <a:pt x="2556" y="0"/>
                  </a:cubicBezTo>
                  <a:cubicBezTo>
                    <a:pt x="3968" y="0"/>
                    <a:pt x="5112" y="1143"/>
                    <a:pt x="5112" y="2554"/>
                  </a:cubicBezTo>
                  <a:close/>
                </a:path>
              </a:pathLst>
            </a:custGeom>
            <a:solidFill>
              <a:srgbClr val="007CB0"/>
            </a:solidFill>
            <a:ln w="6390" cap="flat">
              <a:noFill/>
              <a:prstDash val="solid"/>
              <a:miter/>
            </a:ln>
          </p:spPr>
          <p:txBody>
            <a:bodyPr rtlCol="0" anchor="ctr"/>
            <a:lstStyle/>
            <a:p>
              <a:endParaRPr lang="en-US"/>
            </a:p>
          </p:txBody>
        </p:sp>
        <p:sp>
          <p:nvSpPr>
            <p:cNvPr id="631" name="Graphic 4">
              <a:extLst>
                <a:ext uri="{FF2B5EF4-FFF2-40B4-BE49-F238E27FC236}">
                  <a16:creationId xmlns:a16="http://schemas.microsoft.com/office/drawing/2014/main" id="{1FBE71D8-AF01-294E-971D-588E9431911F}"/>
                </a:ext>
              </a:extLst>
            </p:cNvPr>
            <p:cNvSpPr/>
            <p:nvPr/>
          </p:nvSpPr>
          <p:spPr>
            <a:xfrm>
              <a:off x="2085036" y="2044313"/>
              <a:ext cx="26198" cy="54902"/>
            </a:xfrm>
            <a:custGeom>
              <a:avLst/>
              <a:gdLst>
                <a:gd name="connsiteX0" fmla="*/ 11502 w 26198"/>
                <a:gd name="connsiteY0" fmla="*/ 0 h 54902"/>
                <a:gd name="connsiteX1" fmla="*/ 0 w 26198"/>
                <a:gd name="connsiteY1" fmla="*/ 54902 h 54902"/>
                <a:gd name="connsiteX2" fmla="*/ 26199 w 26198"/>
                <a:gd name="connsiteY2" fmla="*/ 54902 h 54902"/>
                <a:gd name="connsiteX3" fmla="*/ 14697 w 26198"/>
                <a:gd name="connsiteY3" fmla="*/ 0 h 54902"/>
              </a:gdLst>
              <a:ahLst/>
              <a:cxnLst>
                <a:cxn ang="0">
                  <a:pos x="connsiteX0" y="connsiteY0"/>
                </a:cxn>
                <a:cxn ang="0">
                  <a:pos x="connsiteX1" y="connsiteY1"/>
                </a:cxn>
                <a:cxn ang="0">
                  <a:pos x="connsiteX2" y="connsiteY2"/>
                </a:cxn>
                <a:cxn ang="0">
                  <a:pos x="connsiteX3" y="connsiteY3"/>
                </a:cxn>
              </a:cxnLst>
              <a:rect l="l" t="t" r="r" b="b"/>
              <a:pathLst>
                <a:path w="26198" h="54902">
                  <a:moveTo>
                    <a:pt x="11502" y="0"/>
                  </a:moveTo>
                  <a:lnTo>
                    <a:pt x="0" y="54902"/>
                  </a:lnTo>
                  <a:lnTo>
                    <a:pt x="26199" y="54902"/>
                  </a:lnTo>
                  <a:lnTo>
                    <a:pt x="14697" y="0"/>
                  </a:lnTo>
                  <a:close/>
                </a:path>
              </a:pathLst>
            </a:custGeom>
            <a:solidFill>
              <a:srgbClr val="007CB0"/>
            </a:solidFill>
            <a:ln w="6390" cap="flat">
              <a:noFill/>
              <a:prstDash val="solid"/>
              <a:miter/>
            </a:ln>
          </p:spPr>
          <p:txBody>
            <a:bodyPr rtlCol="0" anchor="ctr"/>
            <a:lstStyle/>
            <a:p>
              <a:endParaRPr lang="en-US"/>
            </a:p>
          </p:txBody>
        </p:sp>
        <p:sp>
          <p:nvSpPr>
            <p:cNvPr id="632" name="Graphic 4">
              <a:extLst>
                <a:ext uri="{FF2B5EF4-FFF2-40B4-BE49-F238E27FC236}">
                  <a16:creationId xmlns:a16="http://schemas.microsoft.com/office/drawing/2014/main" id="{9F57002F-F57C-A64B-AD04-770D52CECBB4}"/>
                </a:ext>
              </a:extLst>
            </p:cNvPr>
            <p:cNvSpPr/>
            <p:nvPr/>
          </p:nvSpPr>
          <p:spPr>
            <a:xfrm>
              <a:off x="2226254" y="2090916"/>
              <a:ext cx="12140" cy="28727"/>
            </a:xfrm>
            <a:custGeom>
              <a:avLst/>
              <a:gdLst>
                <a:gd name="connsiteX0" fmla="*/ 5751 w 12140"/>
                <a:gd name="connsiteY0" fmla="*/ 0 h 28727"/>
                <a:gd name="connsiteX1" fmla="*/ 0 w 12140"/>
                <a:gd name="connsiteY1" fmla="*/ 28728 h 28727"/>
                <a:gd name="connsiteX2" fmla="*/ 12141 w 12140"/>
                <a:gd name="connsiteY2" fmla="*/ 28728 h 28727"/>
              </a:gdLst>
              <a:ahLst/>
              <a:cxnLst>
                <a:cxn ang="0">
                  <a:pos x="connsiteX0" y="connsiteY0"/>
                </a:cxn>
                <a:cxn ang="0">
                  <a:pos x="connsiteX1" y="connsiteY1"/>
                </a:cxn>
                <a:cxn ang="0">
                  <a:pos x="connsiteX2" y="connsiteY2"/>
                </a:cxn>
              </a:cxnLst>
              <a:rect l="l" t="t" r="r" b="b"/>
              <a:pathLst>
                <a:path w="12140" h="28727">
                  <a:moveTo>
                    <a:pt x="5751" y="0"/>
                  </a:moveTo>
                  <a:lnTo>
                    <a:pt x="0" y="28728"/>
                  </a:lnTo>
                  <a:lnTo>
                    <a:pt x="12141" y="28728"/>
                  </a:lnTo>
                  <a:close/>
                </a:path>
              </a:pathLst>
            </a:custGeom>
            <a:solidFill>
              <a:srgbClr val="007CB0"/>
            </a:solidFill>
            <a:ln w="6390" cap="flat">
              <a:noFill/>
              <a:prstDash val="solid"/>
              <a:miter/>
            </a:ln>
          </p:spPr>
          <p:txBody>
            <a:bodyPr rtlCol="0" anchor="ctr"/>
            <a:lstStyle/>
            <a:p>
              <a:endParaRPr lang="en-US"/>
            </a:p>
          </p:txBody>
        </p:sp>
        <p:sp>
          <p:nvSpPr>
            <p:cNvPr id="633" name="Graphic 4">
              <a:extLst>
                <a:ext uri="{FF2B5EF4-FFF2-40B4-BE49-F238E27FC236}">
                  <a16:creationId xmlns:a16="http://schemas.microsoft.com/office/drawing/2014/main" id="{561CB112-FF98-464B-8C95-EA765571F04D}"/>
                </a:ext>
              </a:extLst>
            </p:cNvPr>
            <p:cNvSpPr/>
            <p:nvPr/>
          </p:nvSpPr>
          <p:spPr>
            <a:xfrm>
              <a:off x="1952764"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45051 w 361670"/>
                <a:gd name="connsiteY5" fmla="*/ 84269 h 361333"/>
                <a:gd name="connsiteX6" fmla="*/ 164860 w 361670"/>
                <a:gd name="connsiteY6" fmla="*/ 104059 h 361333"/>
                <a:gd name="connsiteX7" fmla="*/ 145051 w 361670"/>
                <a:gd name="connsiteY7" fmla="*/ 123849 h 361333"/>
                <a:gd name="connsiteX8" fmla="*/ 125243 w 361670"/>
                <a:gd name="connsiteY8" fmla="*/ 104059 h 361333"/>
                <a:gd name="connsiteX9" fmla="*/ 145051 w 361670"/>
                <a:gd name="connsiteY9" fmla="*/ 84269 h 361333"/>
                <a:gd name="connsiteX10" fmla="*/ 83708 w 361670"/>
                <a:gd name="connsiteY10" fmla="*/ 146193 h 361333"/>
                <a:gd name="connsiteX11" fmla="*/ 99044 w 361670"/>
                <a:gd name="connsiteY11" fmla="*/ 161515 h 361333"/>
                <a:gd name="connsiteX12" fmla="*/ 83708 w 361670"/>
                <a:gd name="connsiteY12" fmla="*/ 176836 h 361333"/>
                <a:gd name="connsiteX13" fmla="*/ 68372 w 361670"/>
                <a:gd name="connsiteY13" fmla="*/ 161515 h 361333"/>
                <a:gd name="connsiteX14" fmla="*/ 83708 w 361670"/>
                <a:gd name="connsiteY14" fmla="*/ 146193 h 361333"/>
                <a:gd name="connsiteX15" fmla="*/ 104156 w 361670"/>
                <a:gd name="connsiteY15" fmla="*/ 224716 h 361333"/>
                <a:gd name="connsiteX16" fmla="*/ 99044 w 361670"/>
                <a:gd name="connsiteY16" fmla="*/ 231100 h 361333"/>
                <a:gd name="connsiteX17" fmla="*/ 99044 w 361670"/>
                <a:gd name="connsiteY17" fmla="*/ 271319 h 361333"/>
                <a:gd name="connsiteX18" fmla="*/ 92654 w 361670"/>
                <a:gd name="connsiteY18" fmla="*/ 277703 h 361333"/>
                <a:gd name="connsiteX19" fmla="*/ 86264 w 361670"/>
                <a:gd name="connsiteY19" fmla="*/ 271319 h 361333"/>
                <a:gd name="connsiteX20" fmla="*/ 86264 w 361670"/>
                <a:gd name="connsiteY20" fmla="*/ 231100 h 361333"/>
                <a:gd name="connsiteX21" fmla="*/ 80513 w 361670"/>
                <a:gd name="connsiteY21" fmla="*/ 231100 h 361333"/>
                <a:gd name="connsiteX22" fmla="*/ 80513 w 361670"/>
                <a:gd name="connsiteY22" fmla="*/ 271319 h 361333"/>
                <a:gd name="connsiteX23" fmla="*/ 74123 w 361670"/>
                <a:gd name="connsiteY23" fmla="*/ 277703 h 361333"/>
                <a:gd name="connsiteX24" fmla="*/ 67733 w 361670"/>
                <a:gd name="connsiteY24" fmla="*/ 271319 h 361333"/>
                <a:gd name="connsiteX25" fmla="*/ 67733 w 361670"/>
                <a:gd name="connsiteY25" fmla="*/ 231100 h 361333"/>
                <a:gd name="connsiteX26" fmla="*/ 62621 w 361670"/>
                <a:gd name="connsiteY26" fmla="*/ 224716 h 361333"/>
                <a:gd name="connsiteX27" fmla="*/ 62621 w 361670"/>
                <a:gd name="connsiteY27" fmla="*/ 188966 h 361333"/>
                <a:gd name="connsiteX28" fmla="*/ 69011 w 361670"/>
                <a:gd name="connsiteY28" fmla="*/ 182582 h 361333"/>
                <a:gd name="connsiteX29" fmla="*/ 97127 w 361670"/>
                <a:gd name="connsiteY29" fmla="*/ 182582 h 361333"/>
                <a:gd name="connsiteX30" fmla="*/ 103517 w 361670"/>
                <a:gd name="connsiteY30" fmla="*/ 188966 h 361333"/>
                <a:gd name="connsiteX31" fmla="*/ 103517 w 361670"/>
                <a:gd name="connsiteY31" fmla="*/ 224716 h 361333"/>
                <a:gd name="connsiteX32" fmla="*/ 171250 w 361670"/>
                <a:gd name="connsiteY32" fmla="*/ 217055 h 361333"/>
                <a:gd name="connsiteX33" fmla="*/ 166138 w 361670"/>
                <a:gd name="connsiteY33" fmla="*/ 219609 h 361333"/>
                <a:gd name="connsiteX34" fmla="*/ 165499 w 361670"/>
                <a:gd name="connsiteY34" fmla="*/ 219609 h 361333"/>
                <a:gd name="connsiteX35" fmla="*/ 165499 w 361670"/>
                <a:gd name="connsiteY35" fmla="*/ 271958 h 361333"/>
                <a:gd name="connsiteX36" fmla="*/ 159109 w 361670"/>
                <a:gd name="connsiteY36" fmla="*/ 278342 h 361333"/>
                <a:gd name="connsiteX37" fmla="*/ 152719 w 361670"/>
                <a:gd name="connsiteY37" fmla="*/ 271958 h 361333"/>
                <a:gd name="connsiteX38" fmla="*/ 152719 w 361670"/>
                <a:gd name="connsiteY38" fmla="*/ 219609 h 361333"/>
                <a:gd name="connsiteX39" fmla="*/ 137384 w 361670"/>
                <a:gd name="connsiteY39" fmla="*/ 219609 h 361333"/>
                <a:gd name="connsiteX40" fmla="*/ 137384 w 361670"/>
                <a:gd name="connsiteY40" fmla="*/ 271958 h 361333"/>
                <a:gd name="connsiteX41" fmla="*/ 130994 w 361670"/>
                <a:gd name="connsiteY41" fmla="*/ 278342 h 361333"/>
                <a:gd name="connsiteX42" fmla="*/ 124604 w 361670"/>
                <a:gd name="connsiteY42" fmla="*/ 271958 h 361333"/>
                <a:gd name="connsiteX43" fmla="*/ 124604 w 361670"/>
                <a:gd name="connsiteY43" fmla="*/ 219609 h 361333"/>
                <a:gd name="connsiteX44" fmla="*/ 123965 w 361670"/>
                <a:gd name="connsiteY44" fmla="*/ 219609 h 361333"/>
                <a:gd name="connsiteX45" fmla="*/ 118853 w 361670"/>
                <a:gd name="connsiteY45" fmla="*/ 217055 h 361333"/>
                <a:gd name="connsiteX46" fmla="*/ 117575 w 361670"/>
                <a:gd name="connsiteY46" fmla="*/ 211948 h 361333"/>
                <a:gd name="connsiteX47" fmla="*/ 131633 w 361670"/>
                <a:gd name="connsiteY47" fmla="*/ 143640 h 361333"/>
                <a:gd name="connsiteX48" fmla="*/ 138023 w 361670"/>
                <a:gd name="connsiteY48" fmla="*/ 138533 h 361333"/>
                <a:gd name="connsiteX49" fmla="*/ 151441 w 361670"/>
                <a:gd name="connsiteY49" fmla="*/ 138533 h 361333"/>
                <a:gd name="connsiteX50" fmla="*/ 157831 w 361670"/>
                <a:gd name="connsiteY50" fmla="*/ 143640 h 361333"/>
                <a:gd name="connsiteX51" fmla="*/ 171889 w 361670"/>
                <a:gd name="connsiteY51" fmla="*/ 211948 h 361333"/>
                <a:gd name="connsiteX52" fmla="*/ 171250 w 361670"/>
                <a:gd name="connsiteY52" fmla="*/ 217055 h 361333"/>
                <a:gd name="connsiteX53" fmla="*/ 279240 w 361670"/>
                <a:gd name="connsiteY53" fmla="*/ 146193 h 361333"/>
                <a:gd name="connsiteX54" fmla="*/ 294576 w 361670"/>
                <a:gd name="connsiteY54" fmla="*/ 161515 h 361333"/>
                <a:gd name="connsiteX55" fmla="*/ 279240 w 361670"/>
                <a:gd name="connsiteY55" fmla="*/ 176836 h 361333"/>
                <a:gd name="connsiteX56" fmla="*/ 263904 w 361670"/>
                <a:gd name="connsiteY56" fmla="*/ 161515 h 361333"/>
                <a:gd name="connsiteX57" fmla="*/ 279240 w 361670"/>
                <a:gd name="connsiteY57" fmla="*/ 146193 h 361333"/>
                <a:gd name="connsiteX58" fmla="*/ 215341 w 361670"/>
                <a:gd name="connsiteY58" fmla="*/ 84269 h 361333"/>
                <a:gd name="connsiteX59" fmla="*/ 235150 w 361670"/>
                <a:gd name="connsiteY59" fmla="*/ 104059 h 361333"/>
                <a:gd name="connsiteX60" fmla="*/ 215341 w 361670"/>
                <a:gd name="connsiteY60" fmla="*/ 123849 h 361333"/>
                <a:gd name="connsiteX61" fmla="*/ 195532 w 361670"/>
                <a:gd name="connsiteY61" fmla="*/ 104059 h 361333"/>
                <a:gd name="connsiteX62" fmla="*/ 215341 w 361670"/>
                <a:gd name="connsiteY62" fmla="*/ 84269 h 361333"/>
                <a:gd name="connsiteX63" fmla="*/ 242818 w 361670"/>
                <a:gd name="connsiteY63" fmla="*/ 200457 h 361333"/>
                <a:gd name="connsiteX64" fmla="*/ 236428 w 361670"/>
                <a:gd name="connsiteY64" fmla="*/ 206841 h 361333"/>
                <a:gd name="connsiteX65" fmla="*/ 235150 w 361670"/>
                <a:gd name="connsiteY65" fmla="*/ 206841 h 361333"/>
                <a:gd name="connsiteX66" fmla="*/ 235150 w 361670"/>
                <a:gd name="connsiteY66" fmla="*/ 271319 h 361333"/>
                <a:gd name="connsiteX67" fmla="*/ 228760 w 361670"/>
                <a:gd name="connsiteY67" fmla="*/ 277703 h 361333"/>
                <a:gd name="connsiteX68" fmla="*/ 222370 w 361670"/>
                <a:gd name="connsiteY68" fmla="*/ 271319 h 361333"/>
                <a:gd name="connsiteX69" fmla="*/ 222370 w 361670"/>
                <a:gd name="connsiteY69" fmla="*/ 206841 h 361333"/>
                <a:gd name="connsiteX70" fmla="*/ 207034 w 361670"/>
                <a:gd name="connsiteY70" fmla="*/ 206841 h 361333"/>
                <a:gd name="connsiteX71" fmla="*/ 207034 w 361670"/>
                <a:gd name="connsiteY71" fmla="*/ 271319 h 361333"/>
                <a:gd name="connsiteX72" fmla="*/ 200644 w 361670"/>
                <a:gd name="connsiteY72" fmla="*/ 277703 h 361333"/>
                <a:gd name="connsiteX73" fmla="*/ 194254 w 361670"/>
                <a:gd name="connsiteY73" fmla="*/ 271319 h 361333"/>
                <a:gd name="connsiteX74" fmla="*/ 194254 w 361670"/>
                <a:gd name="connsiteY74" fmla="*/ 206841 h 361333"/>
                <a:gd name="connsiteX75" fmla="*/ 192976 w 361670"/>
                <a:gd name="connsiteY75" fmla="*/ 206841 h 361333"/>
                <a:gd name="connsiteX76" fmla="*/ 186586 w 361670"/>
                <a:gd name="connsiteY76" fmla="*/ 200457 h 361333"/>
                <a:gd name="connsiteX77" fmla="*/ 186586 w 361670"/>
                <a:gd name="connsiteY77" fmla="*/ 146193 h 361333"/>
                <a:gd name="connsiteX78" fmla="*/ 192976 w 361670"/>
                <a:gd name="connsiteY78" fmla="*/ 139809 h 361333"/>
                <a:gd name="connsiteX79" fmla="*/ 236428 w 361670"/>
                <a:gd name="connsiteY79" fmla="*/ 139809 h 361333"/>
                <a:gd name="connsiteX80" fmla="*/ 242818 w 361670"/>
                <a:gd name="connsiteY80" fmla="*/ 146193 h 361333"/>
                <a:gd name="connsiteX81" fmla="*/ 242818 w 361670"/>
                <a:gd name="connsiteY81" fmla="*/ 200457 h 361333"/>
                <a:gd name="connsiteX82" fmla="*/ 298410 w 361670"/>
                <a:gd name="connsiteY82" fmla="*/ 236846 h 361333"/>
                <a:gd name="connsiteX83" fmla="*/ 295215 w 361670"/>
                <a:gd name="connsiteY83" fmla="*/ 238761 h 361333"/>
                <a:gd name="connsiteX84" fmla="*/ 295215 w 361670"/>
                <a:gd name="connsiteY84" fmla="*/ 271319 h 361333"/>
                <a:gd name="connsiteX85" fmla="*/ 288825 w 361670"/>
                <a:gd name="connsiteY85" fmla="*/ 277703 h 361333"/>
                <a:gd name="connsiteX86" fmla="*/ 282435 w 361670"/>
                <a:gd name="connsiteY86" fmla="*/ 271319 h 361333"/>
                <a:gd name="connsiteX87" fmla="*/ 282435 w 361670"/>
                <a:gd name="connsiteY87" fmla="*/ 239399 h 361333"/>
                <a:gd name="connsiteX88" fmla="*/ 276684 w 361670"/>
                <a:gd name="connsiteY88" fmla="*/ 239399 h 361333"/>
                <a:gd name="connsiteX89" fmla="*/ 276684 w 361670"/>
                <a:gd name="connsiteY89" fmla="*/ 271319 h 361333"/>
                <a:gd name="connsiteX90" fmla="*/ 270294 w 361670"/>
                <a:gd name="connsiteY90" fmla="*/ 277703 h 361333"/>
                <a:gd name="connsiteX91" fmla="*/ 263904 w 361670"/>
                <a:gd name="connsiteY91" fmla="*/ 271319 h 361333"/>
                <a:gd name="connsiteX92" fmla="*/ 263904 w 361670"/>
                <a:gd name="connsiteY92" fmla="*/ 238761 h 361333"/>
                <a:gd name="connsiteX93" fmla="*/ 260709 w 361670"/>
                <a:gd name="connsiteY93" fmla="*/ 236846 h 361333"/>
                <a:gd name="connsiteX94" fmla="*/ 259431 w 361670"/>
                <a:gd name="connsiteY94" fmla="*/ 231739 h 361333"/>
                <a:gd name="connsiteX95" fmla="*/ 268377 w 361670"/>
                <a:gd name="connsiteY95" fmla="*/ 187051 h 361333"/>
                <a:gd name="connsiteX96" fmla="*/ 274767 w 361670"/>
                <a:gd name="connsiteY96" fmla="*/ 181944 h 361333"/>
                <a:gd name="connsiteX97" fmla="*/ 283713 w 361670"/>
                <a:gd name="connsiteY97" fmla="*/ 181944 h 361333"/>
                <a:gd name="connsiteX98" fmla="*/ 290103 w 361670"/>
                <a:gd name="connsiteY98" fmla="*/ 187051 h 361333"/>
                <a:gd name="connsiteX99" fmla="*/ 299688 w 361670"/>
                <a:gd name="connsiteY99" fmla="*/ 231739 h 361333"/>
                <a:gd name="connsiteX100" fmla="*/ 298410 w 361670"/>
                <a:gd name="connsiteY100" fmla="*/ 23684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45051" y="84269"/>
                  </a:moveTo>
                  <a:cubicBezTo>
                    <a:pt x="155914" y="84269"/>
                    <a:pt x="164860" y="93206"/>
                    <a:pt x="164860" y="104059"/>
                  </a:cubicBezTo>
                  <a:cubicBezTo>
                    <a:pt x="164860" y="114912"/>
                    <a:pt x="155914" y="123849"/>
                    <a:pt x="145051" y="123849"/>
                  </a:cubicBezTo>
                  <a:cubicBezTo>
                    <a:pt x="134189" y="123849"/>
                    <a:pt x="125243" y="114912"/>
                    <a:pt x="125243" y="104059"/>
                  </a:cubicBezTo>
                  <a:cubicBezTo>
                    <a:pt x="125243" y="93206"/>
                    <a:pt x="134189" y="84269"/>
                    <a:pt x="145051" y="84269"/>
                  </a:cubicBezTo>
                  <a:close/>
                  <a:moveTo>
                    <a:pt x="83708" y="146193"/>
                  </a:moveTo>
                  <a:cubicBezTo>
                    <a:pt x="92015" y="146193"/>
                    <a:pt x="99044" y="153216"/>
                    <a:pt x="99044" y="161515"/>
                  </a:cubicBezTo>
                  <a:cubicBezTo>
                    <a:pt x="99044" y="169814"/>
                    <a:pt x="92015" y="176836"/>
                    <a:pt x="83708" y="176836"/>
                  </a:cubicBezTo>
                  <a:cubicBezTo>
                    <a:pt x="75401" y="176836"/>
                    <a:pt x="68372" y="169814"/>
                    <a:pt x="68372" y="161515"/>
                  </a:cubicBezTo>
                  <a:cubicBezTo>
                    <a:pt x="68372" y="153216"/>
                    <a:pt x="75401" y="146193"/>
                    <a:pt x="83708" y="146193"/>
                  </a:cubicBezTo>
                  <a:close/>
                  <a:moveTo>
                    <a:pt x="104156" y="224716"/>
                  </a:moveTo>
                  <a:cubicBezTo>
                    <a:pt x="104156" y="227908"/>
                    <a:pt x="102239" y="230462"/>
                    <a:pt x="99044" y="231100"/>
                  </a:cubicBezTo>
                  <a:lnTo>
                    <a:pt x="99044" y="271319"/>
                  </a:lnTo>
                  <a:cubicBezTo>
                    <a:pt x="99044" y="275150"/>
                    <a:pt x="96488" y="277703"/>
                    <a:pt x="92654" y="277703"/>
                  </a:cubicBezTo>
                  <a:cubicBezTo>
                    <a:pt x="88820" y="277703"/>
                    <a:pt x="86264" y="275150"/>
                    <a:pt x="86264" y="271319"/>
                  </a:cubicBezTo>
                  <a:lnTo>
                    <a:pt x="86264" y="231100"/>
                  </a:lnTo>
                  <a:lnTo>
                    <a:pt x="80513" y="231100"/>
                  </a:lnTo>
                  <a:lnTo>
                    <a:pt x="80513" y="271319"/>
                  </a:lnTo>
                  <a:cubicBezTo>
                    <a:pt x="80513" y="275150"/>
                    <a:pt x="77957" y="277703"/>
                    <a:pt x="74123" y="277703"/>
                  </a:cubicBezTo>
                  <a:cubicBezTo>
                    <a:pt x="70289" y="277703"/>
                    <a:pt x="67733" y="275150"/>
                    <a:pt x="67733" y="271319"/>
                  </a:cubicBezTo>
                  <a:lnTo>
                    <a:pt x="67733" y="231100"/>
                  </a:lnTo>
                  <a:cubicBezTo>
                    <a:pt x="65177" y="230462"/>
                    <a:pt x="62621" y="227908"/>
                    <a:pt x="62621" y="224716"/>
                  </a:cubicBezTo>
                  <a:lnTo>
                    <a:pt x="62621" y="188966"/>
                  </a:lnTo>
                  <a:cubicBezTo>
                    <a:pt x="62621" y="185135"/>
                    <a:pt x="65177" y="182582"/>
                    <a:pt x="69011" y="182582"/>
                  </a:cubicBezTo>
                  <a:lnTo>
                    <a:pt x="97127" y="182582"/>
                  </a:lnTo>
                  <a:cubicBezTo>
                    <a:pt x="100961" y="182582"/>
                    <a:pt x="103517" y="185135"/>
                    <a:pt x="103517" y="188966"/>
                  </a:cubicBezTo>
                  <a:lnTo>
                    <a:pt x="103517" y="224716"/>
                  </a:lnTo>
                  <a:close/>
                  <a:moveTo>
                    <a:pt x="171250" y="217055"/>
                  </a:moveTo>
                  <a:cubicBezTo>
                    <a:pt x="169972" y="218332"/>
                    <a:pt x="168055" y="219609"/>
                    <a:pt x="166138" y="219609"/>
                  </a:cubicBezTo>
                  <a:lnTo>
                    <a:pt x="165499" y="219609"/>
                  </a:lnTo>
                  <a:lnTo>
                    <a:pt x="165499" y="271958"/>
                  </a:lnTo>
                  <a:cubicBezTo>
                    <a:pt x="165499" y="275788"/>
                    <a:pt x="162943" y="278342"/>
                    <a:pt x="159109" y="278342"/>
                  </a:cubicBezTo>
                  <a:cubicBezTo>
                    <a:pt x="155275" y="278342"/>
                    <a:pt x="152719" y="275788"/>
                    <a:pt x="152719" y="271958"/>
                  </a:cubicBezTo>
                  <a:lnTo>
                    <a:pt x="152719" y="219609"/>
                  </a:lnTo>
                  <a:lnTo>
                    <a:pt x="137384" y="219609"/>
                  </a:lnTo>
                  <a:lnTo>
                    <a:pt x="137384" y="271958"/>
                  </a:lnTo>
                  <a:cubicBezTo>
                    <a:pt x="137384" y="275788"/>
                    <a:pt x="134828" y="278342"/>
                    <a:pt x="130994" y="278342"/>
                  </a:cubicBezTo>
                  <a:cubicBezTo>
                    <a:pt x="127160" y="278342"/>
                    <a:pt x="124604" y="275788"/>
                    <a:pt x="124604" y="271958"/>
                  </a:cubicBezTo>
                  <a:lnTo>
                    <a:pt x="124604" y="219609"/>
                  </a:lnTo>
                  <a:lnTo>
                    <a:pt x="123965" y="219609"/>
                  </a:lnTo>
                  <a:cubicBezTo>
                    <a:pt x="122048" y="219609"/>
                    <a:pt x="120131" y="218971"/>
                    <a:pt x="118853" y="217055"/>
                  </a:cubicBezTo>
                  <a:cubicBezTo>
                    <a:pt x="117575" y="215779"/>
                    <a:pt x="116936" y="213863"/>
                    <a:pt x="117575" y="211948"/>
                  </a:cubicBezTo>
                  <a:lnTo>
                    <a:pt x="131633" y="143640"/>
                  </a:lnTo>
                  <a:cubicBezTo>
                    <a:pt x="132272" y="140448"/>
                    <a:pt x="134828" y="138533"/>
                    <a:pt x="138023" y="138533"/>
                  </a:cubicBezTo>
                  <a:lnTo>
                    <a:pt x="151441" y="138533"/>
                  </a:lnTo>
                  <a:cubicBezTo>
                    <a:pt x="154636" y="138533"/>
                    <a:pt x="157192" y="140448"/>
                    <a:pt x="157831" y="143640"/>
                  </a:cubicBezTo>
                  <a:lnTo>
                    <a:pt x="171889" y="211948"/>
                  </a:lnTo>
                  <a:cubicBezTo>
                    <a:pt x="173167" y="213225"/>
                    <a:pt x="172528" y="215140"/>
                    <a:pt x="171250" y="217055"/>
                  </a:cubicBezTo>
                  <a:close/>
                  <a:moveTo>
                    <a:pt x="279240" y="146193"/>
                  </a:moveTo>
                  <a:cubicBezTo>
                    <a:pt x="287547" y="146193"/>
                    <a:pt x="294576" y="153216"/>
                    <a:pt x="294576" y="161515"/>
                  </a:cubicBezTo>
                  <a:cubicBezTo>
                    <a:pt x="294576" y="169814"/>
                    <a:pt x="287547" y="176836"/>
                    <a:pt x="279240" y="176836"/>
                  </a:cubicBezTo>
                  <a:cubicBezTo>
                    <a:pt x="270933" y="176836"/>
                    <a:pt x="263904" y="169814"/>
                    <a:pt x="263904" y="161515"/>
                  </a:cubicBezTo>
                  <a:cubicBezTo>
                    <a:pt x="263904" y="153216"/>
                    <a:pt x="270933" y="146193"/>
                    <a:pt x="279240" y="146193"/>
                  </a:cubicBezTo>
                  <a:close/>
                  <a:moveTo>
                    <a:pt x="215341" y="84269"/>
                  </a:moveTo>
                  <a:cubicBezTo>
                    <a:pt x="226204" y="84269"/>
                    <a:pt x="235150" y="93206"/>
                    <a:pt x="235150" y="104059"/>
                  </a:cubicBezTo>
                  <a:cubicBezTo>
                    <a:pt x="235150" y="114912"/>
                    <a:pt x="226204" y="123849"/>
                    <a:pt x="215341" y="123849"/>
                  </a:cubicBezTo>
                  <a:cubicBezTo>
                    <a:pt x="204478" y="123849"/>
                    <a:pt x="195532" y="114912"/>
                    <a:pt x="195532" y="104059"/>
                  </a:cubicBezTo>
                  <a:cubicBezTo>
                    <a:pt x="195532" y="93206"/>
                    <a:pt x="204478" y="84269"/>
                    <a:pt x="215341" y="84269"/>
                  </a:cubicBezTo>
                  <a:close/>
                  <a:moveTo>
                    <a:pt x="242818" y="200457"/>
                  </a:moveTo>
                  <a:cubicBezTo>
                    <a:pt x="242818" y="204287"/>
                    <a:pt x="240262" y="206841"/>
                    <a:pt x="236428" y="206841"/>
                  </a:cubicBezTo>
                  <a:lnTo>
                    <a:pt x="235150" y="206841"/>
                  </a:lnTo>
                  <a:lnTo>
                    <a:pt x="235150" y="271319"/>
                  </a:lnTo>
                  <a:cubicBezTo>
                    <a:pt x="235150" y="275150"/>
                    <a:pt x="232594" y="277703"/>
                    <a:pt x="228760" y="277703"/>
                  </a:cubicBezTo>
                  <a:cubicBezTo>
                    <a:pt x="224926" y="277703"/>
                    <a:pt x="222370" y="275150"/>
                    <a:pt x="222370" y="271319"/>
                  </a:cubicBezTo>
                  <a:lnTo>
                    <a:pt x="222370" y="206841"/>
                  </a:lnTo>
                  <a:lnTo>
                    <a:pt x="207034" y="206841"/>
                  </a:lnTo>
                  <a:lnTo>
                    <a:pt x="207034" y="271319"/>
                  </a:lnTo>
                  <a:cubicBezTo>
                    <a:pt x="207034" y="275150"/>
                    <a:pt x="204478" y="277703"/>
                    <a:pt x="200644" y="277703"/>
                  </a:cubicBezTo>
                  <a:cubicBezTo>
                    <a:pt x="196810" y="277703"/>
                    <a:pt x="194254" y="275150"/>
                    <a:pt x="194254" y="271319"/>
                  </a:cubicBezTo>
                  <a:lnTo>
                    <a:pt x="194254" y="206841"/>
                  </a:lnTo>
                  <a:lnTo>
                    <a:pt x="192976" y="206841"/>
                  </a:lnTo>
                  <a:cubicBezTo>
                    <a:pt x="189142" y="206841"/>
                    <a:pt x="186586" y="204287"/>
                    <a:pt x="186586" y="200457"/>
                  </a:cubicBezTo>
                  <a:lnTo>
                    <a:pt x="186586" y="146193"/>
                  </a:lnTo>
                  <a:cubicBezTo>
                    <a:pt x="186586" y="142363"/>
                    <a:pt x="189142" y="139809"/>
                    <a:pt x="192976" y="139809"/>
                  </a:cubicBezTo>
                  <a:lnTo>
                    <a:pt x="236428" y="139809"/>
                  </a:lnTo>
                  <a:cubicBezTo>
                    <a:pt x="240262" y="139809"/>
                    <a:pt x="242818" y="142363"/>
                    <a:pt x="242818" y="146193"/>
                  </a:cubicBezTo>
                  <a:lnTo>
                    <a:pt x="242818" y="200457"/>
                  </a:lnTo>
                  <a:close/>
                  <a:moveTo>
                    <a:pt x="298410" y="236846"/>
                  </a:moveTo>
                  <a:cubicBezTo>
                    <a:pt x="297771" y="238123"/>
                    <a:pt x="296493" y="238123"/>
                    <a:pt x="295215" y="238761"/>
                  </a:cubicBezTo>
                  <a:lnTo>
                    <a:pt x="295215" y="271319"/>
                  </a:lnTo>
                  <a:cubicBezTo>
                    <a:pt x="295215" y="275150"/>
                    <a:pt x="292659" y="277703"/>
                    <a:pt x="288825" y="277703"/>
                  </a:cubicBezTo>
                  <a:cubicBezTo>
                    <a:pt x="284991" y="277703"/>
                    <a:pt x="282435" y="275150"/>
                    <a:pt x="282435" y="271319"/>
                  </a:cubicBezTo>
                  <a:lnTo>
                    <a:pt x="282435" y="239399"/>
                  </a:lnTo>
                  <a:lnTo>
                    <a:pt x="276684" y="239399"/>
                  </a:lnTo>
                  <a:lnTo>
                    <a:pt x="276684" y="271319"/>
                  </a:lnTo>
                  <a:cubicBezTo>
                    <a:pt x="276684" y="275150"/>
                    <a:pt x="274128" y="277703"/>
                    <a:pt x="270294" y="277703"/>
                  </a:cubicBezTo>
                  <a:cubicBezTo>
                    <a:pt x="266460" y="277703"/>
                    <a:pt x="263904" y="275150"/>
                    <a:pt x="263904" y="271319"/>
                  </a:cubicBezTo>
                  <a:lnTo>
                    <a:pt x="263904" y="238761"/>
                  </a:lnTo>
                  <a:cubicBezTo>
                    <a:pt x="262626" y="238123"/>
                    <a:pt x="261348" y="238123"/>
                    <a:pt x="260709" y="236846"/>
                  </a:cubicBezTo>
                  <a:cubicBezTo>
                    <a:pt x="259431" y="235569"/>
                    <a:pt x="258792" y="233654"/>
                    <a:pt x="259431" y="231739"/>
                  </a:cubicBezTo>
                  <a:lnTo>
                    <a:pt x="268377" y="187051"/>
                  </a:lnTo>
                  <a:cubicBezTo>
                    <a:pt x="269016" y="183859"/>
                    <a:pt x="271572" y="181944"/>
                    <a:pt x="274767" y="181944"/>
                  </a:cubicBezTo>
                  <a:lnTo>
                    <a:pt x="283713" y="181944"/>
                  </a:lnTo>
                  <a:cubicBezTo>
                    <a:pt x="286908" y="181944"/>
                    <a:pt x="289464" y="183859"/>
                    <a:pt x="290103" y="187051"/>
                  </a:cubicBezTo>
                  <a:lnTo>
                    <a:pt x="299688" y="231739"/>
                  </a:lnTo>
                  <a:cubicBezTo>
                    <a:pt x="299688" y="233654"/>
                    <a:pt x="299049" y="235569"/>
                    <a:pt x="298410" y="236846"/>
                  </a:cubicBezTo>
                  <a:close/>
                </a:path>
              </a:pathLst>
            </a:custGeom>
            <a:solidFill>
              <a:srgbClr val="007CB0"/>
            </a:solidFill>
            <a:ln w="6390" cap="flat">
              <a:noFill/>
              <a:prstDash val="solid"/>
              <a:miter/>
            </a:ln>
          </p:spPr>
          <p:txBody>
            <a:bodyPr rtlCol="0" anchor="ctr"/>
            <a:lstStyle/>
            <a:p>
              <a:endParaRPr lang="en-US"/>
            </a:p>
          </p:txBody>
        </p:sp>
        <p:sp>
          <p:nvSpPr>
            <p:cNvPr id="634" name="Graphic 4">
              <a:extLst>
                <a:ext uri="{FF2B5EF4-FFF2-40B4-BE49-F238E27FC236}">
                  <a16:creationId xmlns:a16="http://schemas.microsoft.com/office/drawing/2014/main" id="{C0609AA6-5B72-9746-8040-FD74F242CB28}"/>
                </a:ext>
              </a:extLst>
            </p:cNvPr>
            <p:cNvSpPr/>
            <p:nvPr/>
          </p:nvSpPr>
          <p:spPr>
            <a:xfrm>
              <a:off x="2090787" y="1990049"/>
              <a:ext cx="14057" cy="14044"/>
            </a:xfrm>
            <a:custGeom>
              <a:avLst/>
              <a:gdLst>
                <a:gd name="connsiteX0" fmla="*/ 7029 w 14057"/>
                <a:gd name="connsiteY0" fmla="*/ 14045 h 14044"/>
                <a:gd name="connsiteX1" fmla="*/ 14058 w 14057"/>
                <a:gd name="connsiteY1" fmla="*/ 7022 h 14044"/>
                <a:gd name="connsiteX2" fmla="*/ 7029 w 14057"/>
                <a:gd name="connsiteY2" fmla="*/ 0 h 14044"/>
                <a:gd name="connsiteX3" fmla="*/ 0 w 14057"/>
                <a:gd name="connsiteY3" fmla="*/ 7022 h 14044"/>
                <a:gd name="connsiteX4" fmla="*/ 7029 w 14057"/>
                <a:gd name="connsiteY4" fmla="*/ 14045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14045"/>
                  </a:moveTo>
                  <a:cubicBezTo>
                    <a:pt x="10863" y="14045"/>
                    <a:pt x="14058" y="10853"/>
                    <a:pt x="14058" y="7022"/>
                  </a:cubicBezTo>
                  <a:cubicBezTo>
                    <a:pt x="14058" y="3192"/>
                    <a:pt x="10863" y="0"/>
                    <a:pt x="7029" y="0"/>
                  </a:cubicBezTo>
                  <a:cubicBezTo>
                    <a:pt x="3195" y="0"/>
                    <a:pt x="0" y="3192"/>
                    <a:pt x="0" y="7022"/>
                  </a:cubicBezTo>
                  <a:cubicBezTo>
                    <a:pt x="0" y="10853"/>
                    <a:pt x="3195" y="14045"/>
                    <a:pt x="7029" y="14045"/>
                  </a:cubicBezTo>
                  <a:close/>
                </a:path>
              </a:pathLst>
            </a:custGeom>
            <a:solidFill>
              <a:srgbClr val="007CB0"/>
            </a:solidFill>
            <a:ln w="6390" cap="flat">
              <a:noFill/>
              <a:prstDash val="solid"/>
              <a:miter/>
            </a:ln>
          </p:spPr>
          <p:txBody>
            <a:bodyPr rtlCol="0" anchor="ctr"/>
            <a:lstStyle/>
            <a:p>
              <a:endParaRPr lang="en-US"/>
            </a:p>
          </p:txBody>
        </p:sp>
      </p:grpSp>
      <p:grpSp>
        <p:nvGrpSpPr>
          <p:cNvPr id="635" name="Graphic 4">
            <a:extLst>
              <a:ext uri="{FF2B5EF4-FFF2-40B4-BE49-F238E27FC236}">
                <a16:creationId xmlns:a16="http://schemas.microsoft.com/office/drawing/2014/main" id="{334FC801-450F-8A47-9A7F-28AEB8E6FBCF}"/>
              </a:ext>
            </a:extLst>
          </p:cNvPr>
          <p:cNvGrpSpPr/>
          <p:nvPr/>
        </p:nvGrpSpPr>
        <p:grpSpPr>
          <a:xfrm>
            <a:off x="4046108" y="1893013"/>
            <a:ext cx="361670" cy="361333"/>
            <a:chOff x="4046108" y="1893013"/>
            <a:chExt cx="361670" cy="361333"/>
          </a:xfrm>
          <a:solidFill>
            <a:srgbClr val="007CB0"/>
          </a:solidFill>
        </p:grpSpPr>
        <p:sp>
          <p:nvSpPr>
            <p:cNvPr id="636" name="Graphic 4">
              <a:extLst>
                <a:ext uri="{FF2B5EF4-FFF2-40B4-BE49-F238E27FC236}">
                  <a16:creationId xmlns:a16="http://schemas.microsoft.com/office/drawing/2014/main" id="{43E39F4D-682F-6045-AFF7-A1302231F02F}"/>
                </a:ext>
              </a:extLst>
            </p:cNvPr>
            <p:cNvSpPr/>
            <p:nvPr/>
          </p:nvSpPr>
          <p:spPr>
            <a:xfrm>
              <a:off x="4122787" y="2003456"/>
              <a:ext cx="11501" cy="11491"/>
            </a:xfrm>
            <a:custGeom>
              <a:avLst/>
              <a:gdLst>
                <a:gd name="connsiteX0" fmla="*/ 5751 w 11501"/>
                <a:gd name="connsiteY0" fmla="*/ 11491 h 11491"/>
                <a:gd name="connsiteX1" fmla="*/ 11502 w 11501"/>
                <a:gd name="connsiteY1" fmla="*/ 5746 h 11491"/>
                <a:gd name="connsiteX2" fmla="*/ 5751 w 11501"/>
                <a:gd name="connsiteY2" fmla="*/ 0 h 11491"/>
                <a:gd name="connsiteX3" fmla="*/ 0 w 11501"/>
                <a:gd name="connsiteY3" fmla="*/ 5746 h 11491"/>
                <a:gd name="connsiteX4" fmla="*/ 5751 w 11501"/>
                <a:gd name="connsiteY4" fmla="*/ 11491 h 11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1" h="11491">
                  <a:moveTo>
                    <a:pt x="5751" y="11491"/>
                  </a:moveTo>
                  <a:cubicBezTo>
                    <a:pt x="8946" y="11491"/>
                    <a:pt x="11502" y="8938"/>
                    <a:pt x="11502" y="5746"/>
                  </a:cubicBezTo>
                  <a:cubicBezTo>
                    <a:pt x="11502" y="2554"/>
                    <a:pt x="8946" y="0"/>
                    <a:pt x="5751" y="0"/>
                  </a:cubicBezTo>
                  <a:cubicBezTo>
                    <a:pt x="2556" y="0"/>
                    <a:pt x="0" y="2554"/>
                    <a:pt x="0" y="5746"/>
                  </a:cubicBezTo>
                  <a:cubicBezTo>
                    <a:pt x="0" y="8938"/>
                    <a:pt x="2556" y="11491"/>
                    <a:pt x="5751" y="11491"/>
                  </a:cubicBezTo>
                  <a:close/>
                </a:path>
              </a:pathLst>
            </a:custGeom>
            <a:solidFill>
              <a:srgbClr val="007CB0"/>
            </a:solidFill>
            <a:ln w="6390" cap="flat">
              <a:noFill/>
              <a:prstDash val="solid"/>
              <a:miter/>
            </a:ln>
          </p:spPr>
          <p:txBody>
            <a:bodyPr rtlCol="0" anchor="ctr"/>
            <a:lstStyle/>
            <a:p>
              <a:endParaRPr lang="en-US"/>
            </a:p>
          </p:txBody>
        </p:sp>
        <p:sp>
          <p:nvSpPr>
            <p:cNvPr id="637" name="Graphic 4">
              <a:extLst>
                <a:ext uri="{FF2B5EF4-FFF2-40B4-BE49-F238E27FC236}">
                  <a16:creationId xmlns:a16="http://schemas.microsoft.com/office/drawing/2014/main" id="{D00D72D8-9BC2-3D43-BCF7-70AF2CD72F05}"/>
                </a:ext>
              </a:extLst>
            </p:cNvPr>
            <p:cNvSpPr/>
            <p:nvPr/>
          </p:nvSpPr>
          <p:spPr>
            <a:xfrm>
              <a:off x="4117036" y="2051974"/>
              <a:ext cx="22364" cy="48518"/>
            </a:xfrm>
            <a:custGeom>
              <a:avLst/>
              <a:gdLst>
                <a:gd name="connsiteX0" fmla="*/ 12141 w 22364"/>
                <a:gd name="connsiteY0" fmla="*/ 0 h 48518"/>
                <a:gd name="connsiteX1" fmla="*/ 10224 w 22364"/>
                <a:gd name="connsiteY1" fmla="*/ 0 h 48518"/>
                <a:gd name="connsiteX2" fmla="*/ 0 w 22364"/>
                <a:gd name="connsiteY2" fmla="*/ 48518 h 48518"/>
                <a:gd name="connsiteX3" fmla="*/ 22365 w 22364"/>
                <a:gd name="connsiteY3" fmla="*/ 48518 h 48518"/>
              </a:gdLst>
              <a:ahLst/>
              <a:cxnLst>
                <a:cxn ang="0">
                  <a:pos x="connsiteX0" y="connsiteY0"/>
                </a:cxn>
                <a:cxn ang="0">
                  <a:pos x="connsiteX1" y="connsiteY1"/>
                </a:cxn>
                <a:cxn ang="0">
                  <a:pos x="connsiteX2" y="connsiteY2"/>
                </a:cxn>
                <a:cxn ang="0">
                  <a:pos x="connsiteX3" y="connsiteY3"/>
                </a:cxn>
              </a:cxnLst>
              <a:rect l="l" t="t" r="r" b="b"/>
              <a:pathLst>
                <a:path w="22364" h="48518">
                  <a:moveTo>
                    <a:pt x="12141" y="0"/>
                  </a:moveTo>
                  <a:lnTo>
                    <a:pt x="10224" y="0"/>
                  </a:lnTo>
                  <a:lnTo>
                    <a:pt x="0" y="48518"/>
                  </a:lnTo>
                  <a:lnTo>
                    <a:pt x="22365" y="48518"/>
                  </a:lnTo>
                  <a:close/>
                </a:path>
              </a:pathLst>
            </a:custGeom>
            <a:solidFill>
              <a:srgbClr val="007CB0"/>
            </a:solidFill>
            <a:ln w="6390" cap="flat">
              <a:noFill/>
              <a:prstDash val="solid"/>
              <a:miter/>
            </a:ln>
          </p:spPr>
          <p:txBody>
            <a:bodyPr rtlCol="0" anchor="ctr"/>
            <a:lstStyle/>
            <a:p>
              <a:endParaRPr lang="en-US"/>
            </a:p>
          </p:txBody>
        </p:sp>
        <p:sp>
          <p:nvSpPr>
            <p:cNvPr id="638" name="Graphic 4">
              <a:extLst>
                <a:ext uri="{FF2B5EF4-FFF2-40B4-BE49-F238E27FC236}">
                  <a16:creationId xmlns:a16="http://schemas.microsoft.com/office/drawing/2014/main" id="{8417E5EE-B3E4-2B4D-9203-D27128386F03}"/>
                </a:ext>
              </a:extLst>
            </p:cNvPr>
            <p:cNvSpPr/>
            <p:nvPr/>
          </p:nvSpPr>
          <p:spPr>
            <a:xfrm>
              <a:off x="4322792" y="2003456"/>
              <a:ext cx="11501" cy="11491"/>
            </a:xfrm>
            <a:custGeom>
              <a:avLst/>
              <a:gdLst>
                <a:gd name="connsiteX0" fmla="*/ 5751 w 11501"/>
                <a:gd name="connsiteY0" fmla="*/ 11491 h 11491"/>
                <a:gd name="connsiteX1" fmla="*/ 11502 w 11501"/>
                <a:gd name="connsiteY1" fmla="*/ 5746 h 11491"/>
                <a:gd name="connsiteX2" fmla="*/ 5751 w 11501"/>
                <a:gd name="connsiteY2" fmla="*/ 0 h 11491"/>
                <a:gd name="connsiteX3" fmla="*/ 0 w 11501"/>
                <a:gd name="connsiteY3" fmla="*/ 5746 h 11491"/>
                <a:gd name="connsiteX4" fmla="*/ 5751 w 11501"/>
                <a:gd name="connsiteY4" fmla="*/ 11491 h 11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1" h="11491">
                  <a:moveTo>
                    <a:pt x="5751" y="11491"/>
                  </a:moveTo>
                  <a:cubicBezTo>
                    <a:pt x="8946" y="11491"/>
                    <a:pt x="11502" y="8938"/>
                    <a:pt x="11502" y="5746"/>
                  </a:cubicBezTo>
                  <a:cubicBezTo>
                    <a:pt x="11502" y="2554"/>
                    <a:pt x="8946" y="0"/>
                    <a:pt x="5751" y="0"/>
                  </a:cubicBezTo>
                  <a:cubicBezTo>
                    <a:pt x="2556" y="0"/>
                    <a:pt x="0" y="2554"/>
                    <a:pt x="0" y="5746"/>
                  </a:cubicBezTo>
                  <a:cubicBezTo>
                    <a:pt x="0" y="8938"/>
                    <a:pt x="2556" y="11491"/>
                    <a:pt x="5751" y="11491"/>
                  </a:cubicBezTo>
                  <a:close/>
                </a:path>
              </a:pathLst>
            </a:custGeom>
            <a:solidFill>
              <a:srgbClr val="007CB0"/>
            </a:solidFill>
            <a:ln w="6390" cap="flat">
              <a:noFill/>
              <a:prstDash val="solid"/>
              <a:miter/>
            </a:ln>
          </p:spPr>
          <p:txBody>
            <a:bodyPr rtlCol="0" anchor="ctr"/>
            <a:lstStyle/>
            <a:p>
              <a:endParaRPr lang="en-US"/>
            </a:p>
          </p:txBody>
        </p:sp>
        <p:sp>
          <p:nvSpPr>
            <p:cNvPr id="639" name="Graphic 4">
              <a:extLst>
                <a:ext uri="{FF2B5EF4-FFF2-40B4-BE49-F238E27FC236}">
                  <a16:creationId xmlns:a16="http://schemas.microsoft.com/office/drawing/2014/main" id="{0295A741-7D50-1C4D-936D-3B88342139CF}"/>
                </a:ext>
              </a:extLst>
            </p:cNvPr>
            <p:cNvSpPr/>
            <p:nvPr/>
          </p:nvSpPr>
          <p:spPr>
            <a:xfrm>
              <a:off x="4317680" y="2051974"/>
              <a:ext cx="21725" cy="48518"/>
            </a:xfrm>
            <a:custGeom>
              <a:avLst/>
              <a:gdLst>
                <a:gd name="connsiteX0" fmla="*/ 12141 w 21725"/>
                <a:gd name="connsiteY0" fmla="*/ 0 h 48518"/>
                <a:gd name="connsiteX1" fmla="*/ 10224 w 21725"/>
                <a:gd name="connsiteY1" fmla="*/ 0 h 48518"/>
                <a:gd name="connsiteX2" fmla="*/ 0 w 21725"/>
                <a:gd name="connsiteY2" fmla="*/ 48518 h 48518"/>
                <a:gd name="connsiteX3" fmla="*/ 21726 w 21725"/>
                <a:gd name="connsiteY3" fmla="*/ 48518 h 48518"/>
              </a:gdLst>
              <a:ahLst/>
              <a:cxnLst>
                <a:cxn ang="0">
                  <a:pos x="connsiteX0" y="connsiteY0"/>
                </a:cxn>
                <a:cxn ang="0">
                  <a:pos x="connsiteX1" y="connsiteY1"/>
                </a:cxn>
                <a:cxn ang="0">
                  <a:pos x="connsiteX2" y="connsiteY2"/>
                </a:cxn>
                <a:cxn ang="0">
                  <a:pos x="connsiteX3" y="connsiteY3"/>
                </a:cxn>
              </a:cxnLst>
              <a:rect l="l" t="t" r="r" b="b"/>
              <a:pathLst>
                <a:path w="21725" h="48518">
                  <a:moveTo>
                    <a:pt x="12141" y="0"/>
                  </a:moveTo>
                  <a:lnTo>
                    <a:pt x="10224" y="0"/>
                  </a:lnTo>
                  <a:lnTo>
                    <a:pt x="0" y="48518"/>
                  </a:lnTo>
                  <a:lnTo>
                    <a:pt x="21726" y="48518"/>
                  </a:lnTo>
                  <a:close/>
                </a:path>
              </a:pathLst>
            </a:custGeom>
            <a:solidFill>
              <a:srgbClr val="007CB0"/>
            </a:solidFill>
            <a:ln w="6390" cap="flat">
              <a:noFill/>
              <a:prstDash val="solid"/>
              <a:miter/>
            </a:ln>
          </p:spPr>
          <p:txBody>
            <a:bodyPr rtlCol="0" anchor="ctr"/>
            <a:lstStyle/>
            <a:p>
              <a:endParaRPr lang="en-US"/>
            </a:p>
          </p:txBody>
        </p:sp>
        <p:sp>
          <p:nvSpPr>
            <p:cNvPr id="640" name="Graphic 4">
              <a:extLst>
                <a:ext uri="{FF2B5EF4-FFF2-40B4-BE49-F238E27FC236}">
                  <a16:creationId xmlns:a16="http://schemas.microsoft.com/office/drawing/2014/main" id="{7ECF1B61-094C-6C46-9A03-0FBCA46349A0}"/>
                </a:ext>
              </a:extLst>
            </p:cNvPr>
            <p:cNvSpPr/>
            <p:nvPr/>
          </p:nvSpPr>
          <p:spPr>
            <a:xfrm>
              <a:off x="4046108"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82435 w 361670"/>
                <a:gd name="connsiteY5" fmla="*/ 97675 h 361333"/>
                <a:gd name="connsiteX6" fmla="*/ 300966 w 361670"/>
                <a:gd name="connsiteY6" fmla="*/ 116189 h 361333"/>
                <a:gd name="connsiteX7" fmla="*/ 282435 w 361670"/>
                <a:gd name="connsiteY7" fmla="*/ 134702 h 361333"/>
                <a:gd name="connsiteX8" fmla="*/ 263904 w 361670"/>
                <a:gd name="connsiteY8" fmla="*/ 116189 h 361333"/>
                <a:gd name="connsiteX9" fmla="*/ 282435 w 361670"/>
                <a:gd name="connsiteY9" fmla="*/ 97675 h 361333"/>
                <a:gd name="connsiteX10" fmla="*/ 182752 w 361670"/>
                <a:gd name="connsiteY10" fmla="*/ 97675 h 361333"/>
                <a:gd name="connsiteX11" fmla="*/ 201283 w 361670"/>
                <a:gd name="connsiteY11" fmla="*/ 116189 h 361333"/>
                <a:gd name="connsiteX12" fmla="*/ 182752 w 361670"/>
                <a:gd name="connsiteY12" fmla="*/ 134702 h 361333"/>
                <a:gd name="connsiteX13" fmla="*/ 164221 w 361670"/>
                <a:gd name="connsiteY13" fmla="*/ 116189 h 361333"/>
                <a:gd name="connsiteX14" fmla="*/ 182752 w 361670"/>
                <a:gd name="connsiteY14" fmla="*/ 97675 h 361333"/>
                <a:gd name="connsiteX15" fmla="*/ 82430 w 361670"/>
                <a:gd name="connsiteY15" fmla="*/ 97675 h 361333"/>
                <a:gd name="connsiteX16" fmla="*/ 100961 w 361670"/>
                <a:gd name="connsiteY16" fmla="*/ 116189 h 361333"/>
                <a:gd name="connsiteX17" fmla="*/ 82430 w 361670"/>
                <a:gd name="connsiteY17" fmla="*/ 134702 h 361333"/>
                <a:gd name="connsiteX18" fmla="*/ 63899 w 361670"/>
                <a:gd name="connsiteY18" fmla="*/ 116189 h 361333"/>
                <a:gd name="connsiteX19" fmla="*/ 82430 w 361670"/>
                <a:gd name="connsiteY19" fmla="*/ 97675 h 361333"/>
                <a:gd name="connsiteX20" fmla="*/ 35145 w 361670"/>
                <a:gd name="connsiteY20" fmla="*/ 196627 h 361333"/>
                <a:gd name="connsiteX21" fmla="*/ 30033 w 361670"/>
                <a:gd name="connsiteY21" fmla="*/ 199180 h 361333"/>
                <a:gd name="connsiteX22" fmla="*/ 26199 w 361670"/>
                <a:gd name="connsiteY22" fmla="*/ 197903 h 361333"/>
                <a:gd name="connsiteX23" fmla="*/ 24921 w 361670"/>
                <a:gd name="connsiteY23" fmla="*/ 188966 h 361333"/>
                <a:gd name="connsiteX24" fmla="*/ 53036 w 361670"/>
                <a:gd name="connsiteY24" fmla="*/ 149385 h 361333"/>
                <a:gd name="connsiteX25" fmla="*/ 61982 w 361670"/>
                <a:gd name="connsiteY25" fmla="*/ 148108 h 361333"/>
                <a:gd name="connsiteX26" fmla="*/ 63260 w 361670"/>
                <a:gd name="connsiteY26" fmla="*/ 157046 h 361333"/>
                <a:gd name="connsiteX27" fmla="*/ 35145 w 361670"/>
                <a:gd name="connsiteY27" fmla="*/ 196627 h 361333"/>
                <a:gd name="connsiteX28" fmla="*/ 106073 w 361670"/>
                <a:gd name="connsiteY28" fmla="*/ 217694 h 361333"/>
                <a:gd name="connsiteX29" fmla="*/ 100961 w 361670"/>
                <a:gd name="connsiteY29" fmla="*/ 220247 h 361333"/>
                <a:gd name="connsiteX30" fmla="*/ 100961 w 361670"/>
                <a:gd name="connsiteY30" fmla="*/ 266851 h 361333"/>
                <a:gd name="connsiteX31" fmla="*/ 94571 w 361670"/>
                <a:gd name="connsiteY31" fmla="*/ 273235 h 361333"/>
                <a:gd name="connsiteX32" fmla="*/ 88181 w 361670"/>
                <a:gd name="connsiteY32" fmla="*/ 266851 h 361333"/>
                <a:gd name="connsiteX33" fmla="*/ 88181 w 361670"/>
                <a:gd name="connsiteY33" fmla="*/ 220247 h 361333"/>
                <a:gd name="connsiteX34" fmla="*/ 76040 w 361670"/>
                <a:gd name="connsiteY34" fmla="*/ 220247 h 361333"/>
                <a:gd name="connsiteX35" fmla="*/ 76040 w 361670"/>
                <a:gd name="connsiteY35" fmla="*/ 266851 h 361333"/>
                <a:gd name="connsiteX36" fmla="*/ 69650 w 361670"/>
                <a:gd name="connsiteY36" fmla="*/ 273235 h 361333"/>
                <a:gd name="connsiteX37" fmla="*/ 63260 w 361670"/>
                <a:gd name="connsiteY37" fmla="*/ 266851 h 361333"/>
                <a:gd name="connsiteX38" fmla="*/ 63260 w 361670"/>
                <a:gd name="connsiteY38" fmla="*/ 220247 h 361333"/>
                <a:gd name="connsiteX39" fmla="*/ 58148 w 361670"/>
                <a:gd name="connsiteY39" fmla="*/ 217694 h 361333"/>
                <a:gd name="connsiteX40" fmla="*/ 56870 w 361670"/>
                <a:gd name="connsiteY40" fmla="*/ 212587 h 361333"/>
                <a:gd name="connsiteX41" fmla="*/ 69650 w 361670"/>
                <a:gd name="connsiteY41" fmla="*/ 151300 h 361333"/>
                <a:gd name="connsiteX42" fmla="*/ 76040 w 361670"/>
                <a:gd name="connsiteY42" fmla="*/ 146193 h 361333"/>
                <a:gd name="connsiteX43" fmla="*/ 88181 w 361670"/>
                <a:gd name="connsiteY43" fmla="*/ 146193 h 361333"/>
                <a:gd name="connsiteX44" fmla="*/ 94571 w 361670"/>
                <a:gd name="connsiteY44" fmla="*/ 151300 h 361333"/>
                <a:gd name="connsiteX45" fmla="*/ 107351 w 361670"/>
                <a:gd name="connsiteY45" fmla="*/ 212587 h 361333"/>
                <a:gd name="connsiteX46" fmla="*/ 106073 w 361670"/>
                <a:gd name="connsiteY46" fmla="*/ 217694 h 361333"/>
                <a:gd name="connsiteX47" fmla="*/ 154637 w 361670"/>
                <a:gd name="connsiteY47" fmla="*/ 148108 h 361333"/>
                <a:gd name="connsiteX48" fmla="*/ 132911 w 361670"/>
                <a:gd name="connsiteY48" fmla="*/ 104697 h 361333"/>
                <a:gd name="connsiteX49" fmla="*/ 111185 w 361670"/>
                <a:gd name="connsiteY49" fmla="*/ 148108 h 361333"/>
                <a:gd name="connsiteX50" fmla="*/ 105434 w 361670"/>
                <a:gd name="connsiteY50" fmla="*/ 151939 h 361333"/>
                <a:gd name="connsiteX51" fmla="*/ 102878 w 361670"/>
                <a:gd name="connsiteY51" fmla="*/ 151300 h 361333"/>
                <a:gd name="connsiteX52" fmla="*/ 100322 w 361670"/>
                <a:gd name="connsiteY52" fmla="*/ 143001 h 361333"/>
                <a:gd name="connsiteX53" fmla="*/ 127799 w 361670"/>
                <a:gd name="connsiteY53" fmla="*/ 88099 h 361333"/>
                <a:gd name="connsiteX54" fmla="*/ 128438 w 361670"/>
                <a:gd name="connsiteY54" fmla="*/ 87461 h 361333"/>
                <a:gd name="connsiteX55" fmla="*/ 129077 w 361670"/>
                <a:gd name="connsiteY55" fmla="*/ 86184 h 361333"/>
                <a:gd name="connsiteX56" fmla="*/ 130354 w 361670"/>
                <a:gd name="connsiteY56" fmla="*/ 85545 h 361333"/>
                <a:gd name="connsiteX57" fmla="*/ 130994 w 361670"/>
                <a:gd name="connsiteY57" fmla="*/ 84907 h 361333"/>
                <a:gd name="connsiteX58" fmla="*/ 131633 w 361670"/>
                <a:gd name="connsiteY58" fmla="*/ 84907 h 361333"/>
                <a:gd name="connsiteX59" fmla="*/ 132911 w 361670"/>
                <a:gd name="connsiteY59" fmla="*/ 84269 h 361333"/>
                <a:gd name="connsiteX60" fmla="*/ 134189 w 361670"/>
                <a:gd name="connsiteY60" fmla="*/ 84269 h 361333"/>
                <a:gd name="connsiteX61" fmla="*/ 135467 w 361670"/>
                <a:gd name="connsiteY61" fmla="*/ 84269 h 361333"/>
                <a:gd name="connsiteX62" fmla="*/ 136744 w 361670"/>
                <a:gd name="connsiteY62" fmla="*/ 84907 h 361333"/>
                <a:gd name="connsiteX63" fmla="*/ 137384 w 361670"/>
                <a:gd name="connsiteY63" fmla="*/ 84907 h 361333"/>
                <a:gd name="connsiteX64" fmla="*/ 138022 w 361670"/>
                <a:gd name="connsiteY64" fmla="*/ 85545 h 361333"/>
                <a:gd name="connsiteX65" fmla="*/ 139301 w 361670"/>
                <a:gd name="connsiteY65" fmla="*/ 86184 h 361333"/>
                <a:gd name="connsiteX66" fmla="*/ 139939 w 361670"/>
                <a:gd name="connsiteY66" fmla="*/ 87461 h 361333"/>
                <a:gd name="connsiteX67" fmla="*/ 140579 w 361670"/>
                <a:gd name="connsiteY67" fmla="*/ 88099 h 361333"/>
                <a:gd name="connsiteX68" fmla="*/ 168055 w 361670"/>
                <a:gd name="connsiteY68" fmla="*/ 143001 h 361333"/>
                <a:gd name="connsiteX69" fmla="*/ 165499 w 361670"/>
                <a:gd name="connsiteY69" fmla="*/ 151300 h 361333"/>
                <a:gd name="connsiteX70" fmla="*/ 162943 w 361670"/>
                <a:gd name="connsiteY70" fmla="*/ 151939 h 361333"/>
                <a:gd name="connsiteX71" fmla="*/ 154637 w 361670"/>
                <a:gd name="connsiteY71" fmla="*/ 148108 h 361333"/>
                <a:gd name="connsiteX72" fmla="*/ 207034 w 361670"/>
                <a:gd name="connsiteY72" fmla="*/ 217694 h 361333"/>
                <a:gd name="connsiteX73" fmla="*/ 201922 w 361670"/>
                <a:gd name="connsiteY73" fmla="*/ 220247 h 361333"/>
                <a:gd name="connsiteX74" fmla="*/ 201922 w 361670"/>
                <a:gd name="connsiteY74" fmla="*/ 266851 h 361333"/>
                <a:gd name="connsiteX75" fmla="*/ 195532 w 361670"/>
                <a:gd name="connsiteY75" fmla="*/ 273235 h 361333"/>
                <a:gd name="connsiteX76" fmla="*/ 189142 w 361670"/>
                <a:gd name="connsiteY76" fmla="*/ 266851 h 361333"/>
                <a:gd name="connsiteX77" fmla="*/ 189142 w 361670"/>
                <a:gd name="connsiteY77" fmla="*/ 220247 h 361333"/>
                <a:gd name="connsiteX78" fmla="*/ 177001 w 361670"/>
                <a:gd name="connsiteY78" fmla="*/ 220247 h 361333"/>
                <a:gd name="connsiteX79" fmla="*/ 177001 w 361670"/>
                <a:gd name="connsiteY79" fmla="*/ 266851 h 361333"/>
                <a:gd name="connsiteX80" fmla="*/ 170611 w 361670"/>
                <a:gd name="connsiteY80" fmla="*/ 273235 h 361333"/>
                <a:gd name="connsiteX81" fmla="*/ 164221 w 361670"/>
                <a:gd name="connsiteY81" fmla="*/ 266851 h 361333"/>
                <a:gd name="connsiteX82" fmla="*/ 164221 w 361670"/>
                <a:gd name="connsiteY82" fmla="*/ 220247 h 361333"/>
                <a:gd name="connsiteX83" fmla="*/ 159109 w 361670"/>
                <a:gd name="connsiteY83" fmla="*/ 217694 h 361333"/>
                <a:gd name="connsiteX84" fmla="*/ 157832 w 361670"/>
                <a:gd name="connsiteY84" fmla="*/ 212587 h 361333"/>
                <a:gd name="connsiteX85" fmla="*/ 170611 w 361670"/>
                <a:gd name="connsiteY85" fmla="*/ 151300 h 361333"/>
                <a:gd name="connsiteX86" fmla="*/ 177001 w 361670"/>
                <a:gd name="connsiteY86" fmla="*/ 146193 h 361333"/>
                <a:gd name="connsiteX87" fmla="*/ 189142 w 361670"/>
                <a:gd name="connsiteY87" fmla="*/ 146193 h 361333"/>
                <a:gd name="connsiteX88" fmla="*/ 195532 w 361670"/>
                <a:gd name="connsiteY88" fmla="*/ 151300 h 361333"/>
                <a:gd name="connsiteX89" fmla="*/ 208312 w 361670"/>
                <a:gd name="connsiteY89" fmla="*/ 212587 h 361333"/>
                <a:gd name="connsiteX90" fmla="*/ 207034 w 361670"/>
                <a:gd name="connsiteY90" fmla="*/ 217694 h 361333"/>
                <a:gd name="connsiteX91" fmla="*/ 254958 w 361670"/>
                <a:gd name="connsiteY91" fmla="*/ 148108 h 361333"/>
                <a:gd name="connsiteX92" fmla="*/ 233233 w 361670"/>
                <a:gd name="connsiteY92" fmla="*/ 104697 h 361333"/>
                <a:gd name="connsiteX93" fmla="*/ 211507 w 361670"/>
                <a:gd name="connsiteY93" fmla="*/ 148108 h 361333"/>
                <a:gd name="connsiteX94" fmla="*/ 205756 w 361670"/>
                <a:gd name="connsiteY94" fmla="*/ 151939 h 361333"/>
                <a:gd name="connsiteX95" fmla="*/ 203200 w 361670"/>
                <a:gd name="connsiteY95" fmla="*/ 151300 h 361333"/>
                <a:gd name="connsiteX96" fmla="*/ 200644 w 361670"/>
                <a:gd name="connsiteY96" fmla="*/ 143001 h 361333"/>
                <a:gd name="connsiteX97" fmla="*/ 228121 w 361670"/>
                <a:gd name="connsiteY97" fmla="*/ 88099 h 361333"/>
                <a:gd name="connsiteX98" fmla="*/ 228760 w 361670"/>
                <a:gd name="connsiteY98" fmla="*/ 87461 h 361333"/>
                <a:gd name="connsiteX99" fmla="*/ 229399 w 361670"/>
                <a:gd name="connsiteY99" fmla="*/ 86184 h 361333"/>
                <a:gd name="connsiteX100" fmla="*/ 230677 w 361670"/>
                <a:gd name="connsiteY100" fmla="*/ 85545 h 361333"/>
                <a:gd name="connsiteX101" fmla="*/ 231316 w 361670"/>
                <a:gd name="connsiteY101" fmla="*/ 84907 h 361333"/>
                <a:gd name="connsiteX102" fmla="*/ 231955 w 361670"/>
                <a:gd name="connsiteY102" fmla="*/ 84907 h 361333"/>
                <a:gd name="connsiteX103" fmla="*/ 233233 w 361670"/>
                <a:gd name="connsiteY103" fmla="*/ 84269 h 361333"/>
                <a:gd name="connsiteX104" fmla="*/ 234511 w 361670"/>
                <a:gd name="connsiteY104" fmla="*/ 84269 h 361333"/>
                <a:gd name="connsiteX105" fmla="*/ 235788 w 361670"/>
                <a:gd name="connsiteY105" fmla="*/ 84269 h 361333"/>
                <a:gd name="connsiteX106" fmla="*/ 237067 w 361670"/>
                <a:gd name="connsiteY106" fmla="*/ 84907 h 361333"/>
                <a:gd name="connsiteX107" fmla="*/ 237706 w 361670"/>
                <a:gd name="connsiteY107" fmla="*/ 84907 h 361333"/>
                <a:gd name="connsiteX108" fmla="*/ 238345 w 361670"/>
                <a:gd name="connsiteY108" fmla="*/ 85545 h 361333"/>
                <a:gd name="connsiteX109" fmla="*/ 239623 w 361670"/>
                <a:gd name="connsiteY109" fmla="*/ 86184 h 361333"/>
                <a:gd name="connsiteX110" fmla="*/ 240261 w 361670"/>
                <a:gd name="connsiteY110" fmla="*/ 87461 h 361333"/>
                <a:gd name="connsiteX111" fmla="*/ 240901 w 361670"/>
                <a:gd name="connsiteY111" fmla="*/ 88099 h 361333"/>
                <a:gd name="connsiteX112" fmla="*/ 268377 w 361670"/>
                <a:gd name="connsiteY112" fmla="*/ 143001 h 361333"/>
                <a:gd name="connsiteX113" fmla="*/ 265821 w 361670"/>
                <a:gd name="connsiteY113" fmla="*/ 151300 h 361333"/>
                <a:gd name="connsiteX114" fmla="*/ 263266 w 361670"/>
                <a:gd name="connsiteY114" fmla="*/ 151939 h 361333"/>
                <a:gd name="connsiteX115" fmla="*/ 254958 w 361670"/>
                <a:gd name="connsiteY115" fmla="*/ 148108 h 361333"/>
                <a:gd name="connsiteX116" fmla="*/ 306078 w 361670"/>
                <a:gd name="connsiteY116" fmla="*/ 217694 h 361333"/>
                <a:gd name="connsiteX117" fmla="*/ 300966 w 361670"/>
                <a:gd name="connsiteY117" fmla="*/ 220247 h 361333"/>
                <a:gd name="connsiteX118" fmla="*/ 300966 w 361670"/>
                <a:gd name="connsiteY118" fmla="*/ 266851 h 361333"/>
                <a:gd name="connsiteX119" fmla="*/ 294576 w 361670"/>
                <a:gd name="connsiteY119" fmla="*/ 273235 h 361333"/>
                <a:gd name="connsiteX120" fmla="*/ 288186 w 361670"/>
                <a:gd name="connsiteY120" fmla="*/ 266851 h 361333"/>
                <a:gd name="connsiteX121" fmla="*/ 288186 w 361670"/>
                <a:gd name="connsiteY121" fmla="*/ 220247 h 361333"/>
                <a:gd name="connsiteX122" fmla="*/ 276045 w 361670"/>
                <a:gd name="connsiteY122" fmla="*/ 220247 h 361333"/>
                <a:gd name="connsiteX123" fmla="*/ 276045 w 361670"/>
                <a:gd name="connsiteY123" fmla="*/ 266851 h 361333"/>
                <a:gd name="connsiteX124" fmla="*/ 269655 w 361670"/>
                <a:gd name="connsiteY124" fmla="*/ 273235 h 361333"/>
                <a:gd name="connsiteX125" fmla="*/ 263266 w 361670"/>
                <a:gd name="connsiteY125" fmla="*/ 266851 h 361333"/>
                <a:gd name="connsiteX126" fmla="*/ 263266 w 361670"/>
                <a:gd name="connsiteY126" fmla="*/ 220247 h 361333"/>
                <a:gd name="connsiteX127" fmla="*/ 258153 w 361670"/>
                <a:gd name="connsiteY127" fmla="*/ 217694 h 361333"/>
                <a:gd name="connsiteX128" fmla="*/ 256876 w 361670"/>
                <a:gd name="connsiteY128" fmla="*/ 212587 h 361333"/>
                <a:gd name="connsiteX129" fmla="*/ 269655 w 361670"/>
                <a:gd name="connsiteY129" fmla="*/ 151300 h 361333"/>
                <a:gd name="connsiteX130" fmla="*/ 276045 w 361670"/>
                <a:gd name="connsiteY130" fmla="*/ 146193 h 361333"/>
                <a:gd name="connsiteX131" fmla="*/ 288186 w 361670"/>
                <a:gd name="connsiteY131" fmla="*/ 146193 h 361333"/>
                <a:gd name="connsiteX132" fmla="*/ 294576 w 361670"/>
                <a:gd name="connsiteY132" fmla="*/ 151300 h 361333"/>
                <a:gd name="connsiteX133" fmla="*/ 307356 w 361670"/>
                <a:gd name="connsiteY133" fmla="*/ 212587 h 361333"/>
                <a:gd name="connsiteX134" fmla="*/ 306078 w 361670"/>
                <a:gd name="connsiteY134" fmla="*/ 217694 h 361333"/>
                <a:gd name="connsiteX135" fmla="*/ 334832 w 361670"/>
                <a:gd name="connsiteY135" fmla="*/ 199180 h 361333"/>
                <a:gd name="connsiteX136" fmla="*/ 329721 w 361670"/>
                <a:gd name="connsiteY136" fmla="*/ 196627 h 361333"/>
                <a:gd name="connsiteX137" fmla="*/ 301605 w 361670"/>
                <a:gd name="connsiteY137" fmla="*/ 157046 h 361333"/>
                <a:gd name="connsiteX138" fmla="*/ 302883 w 361670"/>
                <a:gd name="connsiteY138" fmla="*/ 148108 h 361333"/>
                <a:gd name="connsiteX139" fmla="*/ 311829 w 361670"/>
                <a:gd name="connsiteY139" fmla="*/ 149385 h 361333"/>
                <a:gd name="connsiteX140" fmla="*/ 339945 w 361670"/>
                <a:gd name="connsiteY140" fmla="*/ 188966 h 361333"/>
                <a:gd name="connsiteX141" fmla="*/ 338667 w 361670"/>
                <a:gd name="connsiteY141" fmla="*/ 197903 h 361333"/>
                <a:gd name="connsiteX142" fmla="*/ 334832 w 361670"/>
                <a:gd name="connsiteY142" fmla="*/ 19918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282435" y="97675"/>
                  </a:moveTo>
                  <a:cubicBezTo>
                    <a:pt x="292659" y="97675"/>
                    <a:pt x="300966" y="105974"/>
                    <a:pt x="300966" y="116189"/>
                  </a:cubicBezTo>
                  <a:cubicBezTo>
                    <a:pt x="300966" y="126403"/>
                    <a:pt x="292659" y="134702"/>
                    <a:pt x="282435" y="134702"/>
                  </a:cubicBezTo>
                  <a:cubicBezTo>
                    <a:pt x="272211" y="134702"/>
                    <a:pt x="263904" y="126403"/>
                    <a:pt x="263904" y="116189"/>
                  </a:cubicBezTo>
                  <a:cubicBezTo>
                    <a:pt x="263904" y="105974"/>
                    <a:pt x="272211" y="97675"/>
                    <a:pt x="282435" y="97675"/>
                  </a:cubicBezTo>
                  <a:close/>
                  <a:moveTo>
                    <a:pt x="182752" y="97675"/>
                  </a:moveTo>
                  <a:cubicBezTo>
                    <a:pt x="192976" y="97675"/>
                    <a:pt x="201283" y="105974"/>
                    <a:pt x="201283" y="116189"/>
                  </a:cubicBezTo>
                  <a:cubicBezTo>
                    <a:pt x="201283" y="126403"/>
                    <a:pt x="192976" y="134702"/>
                    <a:pt x="182752" y="134702"/>
                  </a:cubicBezTo>
                  <a:cubicBezTo>
                    <a:pt x="172528" y="134702"/>
                    <a:pt x="164221" y="126403"/>
                    <a:pt x="164221" y="116189"/>
                  </a:cubicBezTo>
                  <a:cubicBezTo>
                    <a:pt x="164860" y="105974"/>
                    <a:pt x="172528" y="97675"/>
                    <a:pt x="182752" y="97675"/>
                  </a:cubicBezTo>
                  <a:close/>
                  <a:moveTo>
                    <a:pt x="82430" y="97675"/>
                  </a:moveTo>
                  <a:cubicBezTo>
                    <a:pt x="92654" y="97675"/>
                    <a:pt x="100961" y="105974"/>
                    <a:pt x="100961" y="116189"/>
                  </a:cubicBezTo>
                  <a:cubicBezTo>
                    <a:pt x="100961" y="126403"/>
                    <a:pt x="92654" y="134702"/>
                    <a:pt x="82430" y="134702"/>
                  </a:cubicBezTo>
                  <a:cubicBezTo>
                    <a:pt x="72206" y="134702"/>
                    <a:pt x="63899" y="126403"/>
                    <a:pt x="63899" y="116189"/>
                  </a:cubicBezTo>
                  <a:cubicBezTo>
                    <a:pt x="63899" y="105974"/>
                    <a:pt x="72206" y="97675"/>
                    <a:pt x="82430" y="97675"/>
                  </a:cubicBezTo>
                  <a:close/>
                  <a:moveTo>
                    <a:pt x="35145" y="196627"/>
                  </a:moveTo>
                  <a:cubicBezTo>
                    <a:pt x="33867" y="198542"/>
                    <a:pt x="31950" y="199180"/>
                    <a:pt x="30033" y="199180"/>
                  </a:cubicBezTo>
                  <a:cubicBezTo>
                    <a:pt x="28755" y="199180"/>
                    <a:pt x="27477" y="198542"/>
                    <a:pt x="26199" y="197903"/>
                  </a:cubicBezTo>
                  <a:cubicBezTo>
                    <a:pt x="23004" y="195988"/>
                    <a:pt x="22365" y="192158"/>
                    <a:pt x="24921" y="188966"/>
                  </a:cubicBezTo>
                  <a:lnTo>
                    <a:pt x="53036" y="149385"/>
                  </a:lnTo>
                  <a:cubicBezTo>
                    <a:pt x="54953" y="146193"/>
                    <a:pt x="58788" y="145555"/>
                    <a:pt x="61982" y="148108"/>
                  </a:cubicBezTo>
                  <a:cubicBezTo>
                    <a:pt x="65177" y="150024"/>
                    <a:pt x="65816" y="153854"/>
                    <a:pt x="63260" y="157046"/>
                  </a:cubicBezTo>
                  <a:lnTo>
                    <a:pt x="35145" y="196627"/>
                  </a:lnTo>
                  <a:close/>
                  <a:moveTo>
                    <a:pt x="106073" y="217694"/>
                  </a:moveTo>
                  <a:cubicBezTo>
                    <a:pt x="104795" y="218971"/>
                    <a:pt x="102878" y="220247"/>
                    <a:pt x="100961" y="220247"/>
                  </a:cubicBezTo>
                  <a:lnTo>
                    <a:pt x="100961" y="266851"/>
                  </a:lnTo>
                  <a:cubicBezTo>
                    <a:pt x="100961" y="270681"/>
                    <a:pt x="98405" y="273235"/>
                    <a:pt x="94571" y="273235"/>
                  </a:cubicBezTo>
                  <a:cubicBezTo>
                    <a:pt x="90737" y="273235"/>
                    <a:pt x="88181" y="270681"/>
                    <a:pt x="88181" y="266851"/>
                  </a:cubicBezTo>
                  <a:lnTo>
                    <a:pt x="88181" y="220247"/>
                  </a:lnTo>
                  <a:lnTo>
                    <a:pt x="76040" y="220247"/>
                  </a:lnTo>
                  <a:lnTo>
                    <a:pt x="76040" y="266851"/>
                  </a:lnTo>
                  <a:cubicBezTo>
                    <a:pt x="76040" y="270681"/>
                    <a:pt x="73484" y="273235"/>
                    <a:pt x="69650" y="273235"/>
                  </a:cubicBezTo>
                  <a:cubicBezTo>
                    <a:pt x="65816" y="273235"/>
                    <a:pt x="63260" y="270681"/>
                    <a:pt x="63260" y="266851"/>
                  </a:cubicBezTo>
                  <a:lnTo>
                    <a:pt x="63260" y="220247"/>
                  </a:lnTo>
                  <a:cubicBezTo>
                    <a:pt x="61343" y="220247"/>
                    <a:pt x="59426" y="219609"/>
                    <a:pt x="58148" y="217694"/>
                  </a:cubicBezTo>
                  <a:cubicBezTo>
                    <a:pt x="56870" y="216417"/>
                    <a:pt x="56231" y="214502"/>
                    <a:pt x="56870" y="212587"/>
                  </a:cubicBezTo>
                  <a:lnTo>
                    <a:pt x="69650" y="151300"/>
                  </a:lnTo>
                  <a:cubicBezTo>
                    <a:pt x="70289" y="148108"/>
                    <a:pt x="72845" y="146193"/>
                    <a:pt x="76040" y="146193"/>
                  </a:cubicBezTo>
                  <a:lnTo>
                    <a:pt x="88181" y="146193"/>
                  </a:lnTo>
                  <a:cubicBezTo>
                    <a:pt x="91376" y="146193"/>
                    <a:pt x="93932" y="148108"/>
                    <a:pt x="94571" y="151300"/>
                  </a:cubicBezTo>
                  <a:lnTo>
                    <a:pt x="107351" y="212587"/>
                  </a:lnTo>
                  <a:cubicBezTo>
                    <a:pt x="107990" y="214502"/>
                    <a:pt x="107351" y="216417"/>
                    <a:pt x="106073" y="217694"/>
                  </a:cubicBezTo>
                  <a:close/>
                  <a:moveTo>
                    <a:pt x="154637" y="148108"/>
                  </a:moveTo>
                  <a:lnTo>
                    <a:pt x="132911" y="104697"/>
                  </a:lnTo>
                  <a:lnTo>
                    <a:pt x="111185" y="148108"/>
                  </a:lnTo>
                  <a:cubicBezTo>
                    <a:pt x="109907" y="150662"/>
                    <a:pt x="107990" y="151939"/>
                    <a:pt x="105434" y="151939"/>
                  </a:cubicBezTo>
                  <a:cubicBezTo>
                    <a:pt x="104156" y="151939"/>
                    <a:pt x="103517" y="151939"/>
                    <a:pt x="102878" y="151300"/>
                  </a:cubicBezTo>
                  <a:cubicBezTo>
                    <a:pt x="99683" y="150024"/>
                    <a:pt x="98405" y="146193"/>
                    <a:pt x="100322" y="143001"/>
                  </a:cubicBezTo>
                  <a:lnTo>
                    <a:pt x="127799" y="88099"/>
                  </a:lnTo>
                  <a:cubicBezTo>
                    <a:pt x="127799" y="88099"/>
                    <a:pt x="127799" y="87461"/>
                    <a:pt x="128438" y="87461"/>
                  </a:cubicBezTo>
                  <a:cubicBezTo>
                    <a:pt x="128438" y="86822"/>
                    <a:pt x="129077" y="86822"/>
                    <a:pt x="129077" y="86184"/>
                  </a:cubicBezTo>
                  <a:cubicBezTo>
                    <a:pt x="129077" y="86184"/>
                    <a:pt x="129716" y="85545"/>
                    <a:pt x="130354" y="85545"/>
                  </a:cubicBezTo>
                  <a:cubicBezTo>
                    <a:pt x="130354" y="85545"/>
                    <a:pt x="130994" y="84907"/>
                    <a:pt x="130994" y="84907"/>
                  </a:cubicBezTo>
                  <a:cubicBezTo>
                    <a:pt x="130994" y="84907"/>
                    <a:pt x="130994" y="84907"/>
                    <a:pt x="131633" y="84907"/>
                  </a:cubicBezTo>
                  <a:cubicBezTo>
                    <a:pt x="132272" y="84907"/>
                    <a:pt x="132272" y="84907"/>
                    <a:pt x="132911" y="84269"/>
                  </a:cubicBezTo>
                  <a:cubicBezTo>
                    <a:pt x="133549" y="84269"/>
                    <a:pt x="133549" y="84269"/>
                    <a:pt x="134189" y="84269"/>
                  </a:cubicBezTo>
                  <a:cubicBezTo>
                    <a:pt x="134828" y="84269"/>
                    <a:pt x="134828" y="84269"/>
                    <a:pt x="135467" y="84269"/>
                  </a:cubicBezTo>
                  <a:cubicBezTo>
                    <a:pt x="136106" y="84269"/>
                    <a:pt x="136106" y="84269"/>
                    <a:pt x="136744" y="84907"/>
                  </a:cubicBezTo>
                  <a:cubicBezTo>
                    <a:pt x="136744" y="84907"/>
                    <a:pt x="136744" y="84907"/>
                    <a:pt x="137384" y="84907"/>
                  </a:cubicBezTo>
                  <a:cubicBezTo>
                    <a:pt x="137384" y="84907"/>
                    <a:pt x="138022" y="85545"/>
                    <a:pt x="138022" y="85545"/>
                  </a:cubicBezTo>
                  <a:cubicBezTo>
                    <a:pt x="138662" y="85545"/>
                    <a:pt x="138662" y="86184"/>
                    <a:pt x="139301" y="86184"/>
                  </a:cubicBezTo>
                  <a:cubicBezTo>
                    <a:pt x="139301" y="86184"/>
                    <a:pt x="139939" y="86822"/>
                    <a:pt x="139939" y="87461"/>
                  </a:cubicBezTo>
                  <a:cubicBezTo>
                    <a:pt x="139939" y="87461"/>
                    <a:pt x="140579" y="88099"/>
                    <a:pt x="140579" y="88099"/>
                  </a:cubicBezTo>
                  <a:lnTo>
                    <a:pt x="168055" y="143001"/>
                  </a:lnTo>
                  <a:cubicBezTo>
                    <a:pt x="169333" y="146193"/>
                    <a:pt x="168055" y="150024"/>
                    <a:pt x="165499" y="151300"/>
                  </a:cubicBezTo>
                  <a:cubicBezTo>
                    <a:pt x="164860" y="151939"/>
                    <a:pt x="163582" y="151939"/>
                    <a:pt x="162943" y="151939"/>
                  </a:cubicBezTo>
                  <a:cubicBezTo>
                    <a:pt x="157832" y="151939"/>
                    <a:pt x="155914" y="150662"/>
                    <a:pt x="154637" y="148108"/>
                  </a:cubicBezTo>
                  <a:close/>
                  <a:moveTo>
                    <a:pt x="207034" y="217694"/>
                  </a:moveTo>
                  <a:cubicBezTo>
                    <a:pt x="205756" y="218971"/>
                    <a:pt x="203839" y="220247"/>
                    <a:pt x="201922" y="220247"/>
                  </a:cubicBezTo>
                  <a:lnTo>
                    <a:pt x="201922" y="266851"/>
                  </a:lnTo>
                  <a:cubicBezTo>
                    <a:pt x="201922" y="270681"/>
                    <a:pt x="199366" y="273235"/>
                    <a:pt x="195532" y="273235"/>
                  </a:cubicBezTo>
                  <a:cubicBezTo>
                    <a:pt x="191698" y="273235"/>
                    <a:pt x="189142" y="270681"/>
                    <a:pt x="189142" y="266851"/>
                  </a:cubicBezTo>
                  <a:lnTo>
                    <a:pt x="189142" y="220247"/>
                  </a:lnTo>
                  <a:lnTo>
                    <a:pt x="177001" y="220247"/>
                  </a:lnTo>
                  <a:lnTo>
                    <a:pt x="177001" y="266851"/>
                  </a:lnTo>
                  <a:cubicBezTo>
                    <a:pt x="177001" y="270681"/>
                    <a:pt x="174445" y="273235"/>
                    <a:pt x="170611" y="273235"/>
                  </a:cubicBezTo>
                  <a:cubicBezTo>
                    <a:pt x="166777" y="273235"/>
                    <a:pt x="164221" y="270681"/>
                    <a:pt x="164221" y="266851"/>
                  </a:cubicBezTo>
                  <a:lnTo>
                    <a:pt x="164221" y="220247"/>
                  </a:lnTo>
                  <a:cubicBezTo>
                    <a:pt x="162304" y="220247"/>
                    <a:pt x="160387" y="219609"/>
                    <a:pt x="159109" y="217694"/>
                  </a:cubicBezTo>
                  <a:cubicBezTo>
                    <a:pt x="157832" y="216417"/>
                    <a:pt x="157192" y="214502"/>
                    <a:pt x="157832" y="212587"/>
                  </a:cubicBezTo>
                  <a:lnTo>
                    <a:pt x="170611" y="151300"/>
                  </a:lnTo>
                  <a:cubicBezTo>
                    <a:pt x="171250" y="148108"/>
                    <a:pt x="173806" y="146193"/>
                    <a:pt x="177001" y="146193"/>
                  </a:cubicBezTo>
                  <a:lnTo>
                    <a:pt x="189142" y="146193"/>
                  </a:lnTo>
                  <a:cubicBezTo>
                    <a:pt x="192337" y="146193"/>
                    <a:pt x="194893" y="148108"/>
                    <a:pt x="195532" y="151300"/>
                  </a:cubicBezTo>
                  <a:lnTo>
                    <a:pt x="208312" y="212587"/>
                  </a:lnTo>
                  <a:cubicBezTo>
                    <a:pt x="208312" y="214502"/>
                    <a:pt x="208312" y="216417"/>
                    <a:pt x="207034" y="217694"/>
                  </a:cubicBezTo>
                  <a:close/>
                  <a:moveTo>
                    <a:pt x="254958" y="148108"/>
                  </a:moveTo>
                  <a:lnTo>
                    <a:pt x="233233" y="104697"/>
                  </a:lnTo>
                  <a:lnTo>
                    <a:pt x="211507" y="148108"/>
                  </a:lnTo>
                  <a:cubicBezTo>
                    <a:pt x="210229" y="150662"/>
                    <a:pt x="208312" y="151939"/>
                    <a:pt x="205756" y="151939"/>
                  </a:cubicBezTo>
                  <a:cubicBezTo>
                    <a:pt x="205117" y="151939"/>
                    <a:pt x="203839" y="151939"/>
                    <a:pt x="203200" y="151300"/>
                  </a:cubicBezTo>
                  <a:cubicBezTo>
                    <a:pt x="200005" y="150024"/>
                    <a:pt x="198727" y="146193"/>
                    <a:pt x="200644" y="143001"/>
                  </a:cubicBezTo>
                  <a:lnTo>
                    <a:pt x="228121" y="88099"/>
                  </a:lnTo>
                  <a:cubicBezTo>
                    <a:pt x="228121" y="88099"/>
                    <a:pt x="228121" y="87461"/>
                    <a:pt x="228760" y="87461"/>
                  </a:cubicBezTo>
                  <a:cubicBezTo>
                    <a:pt x="228760" y="86822"/>
                    <a:pt x="229399" y="86822"/>
                    <a:pt x="229399" y="86184"/>
                  </a:cubicBezTo>
                  <a:cubicBezTo>
                    <a:pt x="229399" y="86184"/>
                    <a:pt x="230038" y="85545"/>
                    <a:pt x="230677" y="85545"/>
                  </a:cubicBezTo>
                  <a:cubicBezTo>
                    <a:pt x="230677" y="85545"/>
                    <a:pt x="231316" y="84907"/>
                    <a:pt x="231316" y="84907"/>
                  </a:cubicBezTo>
                  <a:cubicBezTo>
                    <a:pt x="231316" y="84907"/>
                    <a:pt x="231316" y="84907"/>
                    <a:pt x="231955" y="84907"/>
                  </a:cubicBezTo>
                  <a:cubicBezTo>
                    <a:pt x="232593" y="84907"/>
                    <a:pt x="232593" y="84907"/>
                    <a:pt x="233233" y="84269"/>
                  </a:cubicBezTo>
                  <a:cubicBezTo>
                    <a:pt x="233872" y="84269"/>
                    <a:pt x="233872" y="84269"/>
                    <a:pt x="234511" y="84269"/>
                  </a:cubicBezTo>
                  <a:cubicBezTo>
                    <a:pt x="235150" y="84269"/>
                    <a:pt x="235150" y="84269"/>
                    <a:pt x="235788" y="84269"/>
                  </a:cubicBezTo>
                  <a:cubicBezTo>
                    <a:pt x="236428" y="84269"/>
                    <a:pt x="236428" y="84269"/>
                    <a:pt x="237067" y="84907"/>
                  </a:cubicBezTo>
                  <a:cubicBezTo>
                    <a:pt x="237067" y="84907"/>
                    <a:pt x="237067" y="84907"/>
                    <a:pt x="237706" y="84907"/>
                  </a:cubicBezTo>
                  <a:cubicBezTo>
                    <a:pt x="237706" y="84907"/>
                    <a:pt x="238345" y="85545"/>
                    <a:pt x="238345" y="85545"/>
                  </a:cubicBezTo>
                  <a:cubicBezTo>
                    <a:pt x="238983" y="85545"/>
                    <a:pt x="238983" y="86184"/>
                    <a:pt x="239623" y="86184"/>
                  </a:cubicBezTo>
                  <a:cubicBezTo>
                    <a:pt x="239623" y="86184"/>
                    <a:pt x="240261" y="86822"/>
                    <a:pt x="240261" y="87461"/>
                  </a:cubicBezTo>
                  <a:cubicBezTo>
                    <a:pt x="240261" y="87461"/>
                    <a:pt x="240901" y="88099"/>
                    <a:pt x="240901" y="88099"/>
                  </a:cubicBezTo>
                  <a:lnTo>
                    <a:pt x="268377" y="143001"/>
                  </a:lnTo>
                  <a:cubicBezTo>
                    <a:pt x="269655" y="146193"/>
                    <a:pt x="268377" y="150024"/>
                    <a:pt x="265821" y="151300"/>
                  </a:cubicBezTo>
                  <a:cubicBezTo>
                    <a:pt x="265182" y="151939"/>
                    <a:pt x="263904" y="151939"/>
                    <a:pt x="263266" y="151939"/>
                  </a:cubicBezTo>
                  <a:cubicBezTo>
                    <a:pt x="258153" y="151939"/>
                    <a:pt x="256236" y="150662"/>
                    <a:pt x="254958" y="148108"/>
                  </a:cubicBezTo>
                  <a:close/>
                  <a:moveTo>
                    <a:pt x="306078" y="217694"/>
                  </a:moveTo>
                  <a:cubicBezTo>
                    <a:pt x="304800" y="218971"/>
                    <a:pt x="302883" y="220247"/>
                    <a:pt x="300966" y="220247"/>
                  </a:cubicBezTo>
                  <a:lnTo>
                    <a:pt x="300966" y="266851"/>
                  </a:lnTo>
                  <a:cubicBezTo>
                    <a:pt x="300966" y="270681"/>
                    <a:pt x="298410" y="273235"/>
                    <a:pt x="294576" y="273235"/>
                  </a:cubicBezTo>
                  <a:cubicBezTo>
                    <a:pt x="290742" y="273235"/>
                    <a:pt x="288186" y="270681"/>
                    <a:pt x="288186" y="266851"/>
                  </a:cubicBezTo>
                  <a:lnTo>
                    <a:pt x="288186" y="220247"/>
                  </a:lnTo>
                  <a:lnTo>
                    <a:pt x="276045" y="220247"/>
                  </a:lnTo>
                  <a:lnTo>
                    <a:pt x="276045" y="266851"/>
                  </a:lnTo>
                  <a:cubicBezTo>
                    <a:pt x="276045" y="270681"/>
                    <a:pt x="273489" y="273235"/>
                    <a:pt x="269655" y="273235"/>
                  </a:cubicBezTo>
                  <a:cubicBezTo>
                    <a:pt x="265821" y="273235"/>
                    <a:pt x="263266" y="270681"/>
                    <a:pt x="263266" y="266851"/>
                  </a:cubicBezTo>
                  <a:lnTo>
                    <a:pt x="263266" y="220247"/>
                  </a:lnTo>
                  <a:cubicBezTo>
                    <a:pt x="261348" y="220247"/>
                    <a:pt x="259431" y="219609"/>
                    <a:pt x="258153" y="217694"/>
                  </a:cubicBezTo>
                  <a:cubicBezTo>
                    <a:pt x="256876" y="216417"/>
                    <a:pt x="256236" y="214502"/>
                    <a:pt x="256876" y="212587"/>
                  </a:cubicBezTo>
                  <a:lnTo>
                    <a:pt x="269655" y="151300"/>
                  </a:lnTo>
                  <a:cubicBezTo>
                    <a:pt x="270294" y="148108"/>
                    <a:pt x="272850" y="146193"/>
                    <a:pt x="276045" y="146193"/>
                  </a:cubicBezTo>
                  <a:lnTo>
                    <a:pt x="288186" y="146193"/>
                  </a:lnTo>
                  <a:cubicBezTo>
                    <a:pt x="291381" y="146193"/>
                    <a:pt x="293937" y="148108"/>
                    <a:pt x="294576" y="151300"/>
                  </a:cubicBezTo>
                  <a:lnTo>
                    <a:pt x="307356" y="212587"/>
                  </a:lnTo>
                  <a:cubicBezTo>
                    <a:pt x="307995" y="214502"/>
                    <a:pt x="307356" y="216417"/>
                    <a:pt x="306078" y="217694"/>
                  </a:cubicBezTo>
                  <a:close/>
                  <a:moveTo>
                    <a:pt x="334832" y="199180"/>
                  </a:moveTo>
                  <a:cubicBezTo>
                    <a:pt x="332916" y="199180"/>
                    <a:pt x="330999" y="198542"/>
                    <a:pt x="329721" y="196627"/>
                  </a:cubicBezTo>
                  <a:lnTo>
                    <a:pt x="301605" y="157046"/>
                  </a:lnTo>
                  <a:cubicBezTo>
                    <a:pt x="299688" y="153854"/>
                    <a:pt x="300327" y="150024"/>
                    <a:pt x="302883" y="148108"/>
                  </a:cubicBezTo>
                  <a:cubicBezTo>
                    <a:pt x="306078" y="146193"/>
                    <a:pt x="309912" y="146832"/>
                    <a:pt x="311829" y="149385"/>
                  </a:cubicBezTo>
                  <a:lnTo>
                    <a:pt x="339945" y="188966"/>
                  </a:lnTo>
                  <a:cubicBezTo>
                    <a:pt x="341862" y="192158"/>
                    <a:pt x="341222" y="195988"/>
                    <a:pt x="338667" y="197903"/>
                  </a:cubicBezTo>
                  <a:cubicBezTo>
                    <a:pt x="337389" y="198542"/>
                    <a:pt x="336111" y="199180"/>
                    <a:pt x="334832" y="199180"/>
                  </a:cubicBezTo>
                  <a:close/>
                </a:path>
              </a:pathLst>
            </a:custGeom>
            <a:solidFill>
              <a:srgbClr val="007CB0"/>
            </a:solidFill>
            <a:ln w="6390" cap="flat">
              <a:noFill/>
              <a:prstDash val="solid"/>
              <a:miter/>
            </a:ln>
          </p:spPr>
          <p:txBody>
            <a:bodyPr rtlCol="0" anchor="ctr"/>
            <a:lstStyle/>
            <a:p>
              <a:endParaRPr lang="en-US"/>
            </a:p>
          </p:txBody>
        </p:sp>
      </p:grpSp>
      <p:grpSp>
        <p:nvGrpSpPr>
          <p:cNvPr id="641" name="Graphic 4">
            <a:extLst>
              <a:ext uri="{FF2B5EF4-FFF2-40B4-BE49-F238E27FC236}">
                <a16:creationId xmlns:a16="http://schemas.microsoft.com/office/drawing/2014/main" id="{97CABFAB-326E-724B-83C3-EA0E30B842B0}"/>
              </a:ext>
            </a:extLst>
          </p:cNvPr>
          <p:cNvGrpSpPr/>
          <p:nvPr/>
        </p:nvGrpSpPr>
        <p:grpSpPr>
          <a:xfrm>
            <a:off x="2998797" y="2855717"/>
            <a:ext cx="361670" cy="361333"/>
            <a:chOff x="2998797" y="2855717"/>
            <a:chExt cx="361670" cy="361333"/>
          </a:xfrm>
          <a:solidFill>
            <a:srgbClr val="007CB0"/>
          </a:solidFill>
        </p:grpSpPr>
        <p:sp>
          <p:nvSpPr>
            <p:cNvPr id="642" name="Graphic 4">
              <a:extLst>
                <a:ext uri="{FF2B5EF4-FFF2-40B4-BE49-F238E27FC236}">
                  <a16:creationId xmlns:a16="http://schemas.microsoft.com/office/drawing/2014/main" id="{4421A343-AB47-B945-A1D5-A0909C2CB806}"/>
                </a:ext>
              </a:extLst>
            </p:cNvPr>
            <p:cNvSpPr/>
            <p:nvPr/>
          </p:nvSpPr>
          <p:spPr>
            <a:xfrm>
              <a:off x="3176437" y="3135336"/>
              <a:ext cx="30671" cy="30643"/>
            </a:xfrm>
            <a:custGeom>
              <a:avLst/>
              <a:gdLst>
                <a:gd name="connsiteX0" fmla="*/ 30672 w 30671"/>
                <a:gd name="connsiteY0" fmla="*/ 7022 h 30643"/>
                <a:gd name="connsiteX1" fmla="*/ 7668 w 30671"/>
                <a:gd name="connsiteY1" fmla="*/ 0 h 30643"/>
                <a:gd name="connsiteX2" fmla="*/ 0 w 30671"/>
                <a:gd name="connsiteY2" fmla="*/ 30643 h 30643"/>
                <a:gd name="connsiteX3" fmla="*/ 30672 w 30671"/>
                <a:gd name="connsiteY3" fmla="*/ 7022 h 30643"/>
              </a:gdLst>
              <a:ahLst/>
              <a:cxnLst>
                <a:cxn ang="0">
                  <a:pos x="connsiteX0" y="connsiteY0"/>
                </a:cxn>
                <a:cxn ang="0">
                  <a:pos x="connsiteX1" y="connsiteY1"/>
                </a:cxn>
                <a:cxn ang="0">
                  <a:pos x="connsiteX2" y="connsiteY2"/>
                </a:cxn>
                <a:cxn ang="0">
                  <a:pos x="connsiteX3" y="connsiteY3"/>
                </a:cxn>
              </a:cxnLst>
              <a:rect l="l" t="t" r="r" b="b"/>
              <a:pathLst>
                <a:path w="30671" h="30643">
                  <a:moveTo>
                    <a:pt x="30672" y="7022"/>
                  </a:moveTo>
                  <a:cubicBezTo>
                    <a:pt x="23643" y="4469"/>
                    <a:pt x="15975" y="1915"/>
                    <a:pt x="7668" y="0"/>
                  </a:cubicBezTo>
                  <a:lnTo>
                    <a:pt x="0" y="30643"/>
                  </a:lnTo>
                  <a:cubicBezTo>
                    <a:pt x="12141" y="24897"/>
                    <a:pt x="22365" y="17237"/>
                    <a:pt x="30672" y="7022"/>
                  </a:cubicBezTo>
                  <a:close/>
                </a:path>
              </a:pathLst>
            </a:custGeom>
            <a:solidFill>
              <a:srgbClr val="007CB0"/>
            </a:solidFill>
            <a:ln w="6390" cap="flat">
              <a:noFill/>
              <a:prstDash val="solid"/>
              <a:miter/>
            </a:ln>
          </p:spPr>
          <p:txBody>
            <a:bodyPr rtlCol="0" anchor="ctr"/>
            <a:lstStyle/>
            <a:p>
              <a:endParaRPr lang="en-US"/>
            </a:p>
          </p:txBody>
        </p:sp>
        <p:sp>
          <p:nvSpPr>
            <p:cNvPr id="643" name="Graphic 4">
              <a:extLst>
                <a:ext uri="{FF2B5EF4-FFF2-40B4-BE49-F238E27FC236}">
                  <a16:creationId xmlns:a16="http://schemas.microsoft.com/office/drawing/2014/main" id="{E12F4668-462A-EA46-AF52-562FEA2C150E}"/>
                </a:ext>
              </a:extLst>
            </p:cNvPr>
            <p:cNvSpPr/>
            <p:nvPr/>
          </p:nvSpPr>
          <p:spPr>
            <a:xfrm>
              <a:off x="3145708" y="3086179"/>
              <a:ext cx="35202" cy="33196"/>
            </a:xfrm>
            <a:custGeom>
              <a:avLst/>
              <a:gdLst>
                <a:gd name="connsiteX0" fmla="*/ 697 w 35202"/>
                <a:gd name="connsiteY0" fmla="*/ 28728 h 33196"/>
                <a:gd name="connsiteX1" fmla="*/ 29451 w 35202"/>
                <a:gd name="connsiteY1" fmla="*/ 33197 h 33196"/>
                <a:gd name="connsiteX2" fmla="*/ 35202 w 35202"/>
                <a:gd name="connsiteY2" fmla="*/ 8299 h 33196"/>
                <a:gd name="connsiteX3" fmla="*/ 1336 w 35202"/>
                <a:gd name="connsiteY3" fmla="*/ 0 h 33196"/>
                <a:gd name="connsiteX4" fmla="*/ 697 w 35202"/>
                <a:gd name="connsiteY4" fmla="*/ 28728 h 33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02" h="33196">
                  <a:moveTo>
                    <a:pt x="697" y="28728"/>
                  </a:moveTo>
                  <a:cubicBezTo>
                    <a:pt x="10281" y="30005"/>
                    <a:pt x="19866" y="31282"/>
                    <a:pt x="29451" y="33197"/>
                  </a:cubicBezTo>
                  <a:lnTo>
                    <a:pt x="35202" y="8299"/>
                  </a:lnTo>
                  <a:lnTo>
                    <a:pt x="1336" y="0"/>
                  </a:lnTo>
                  <a:cubicBezTo>
                    <a:pt x="58" y="10214"/>
                    <a:pt x="-581" y="19152"/>
                    <a:pt x="697" y="28728"/>
                  </a:cubicBezTo>
                  <a:close/>
                </a:path>
              </a:pathLst>
            </a:custGeom>
            <a:solidFill>
              <a:srgbClr val="007CB0"/>
            </a:solidFill>
            <a:ln w="6390" cap="flat">
              <a:noFill/>
              <a:prstDash val="solid"/>
              <a:miter/>
            </a:ln>
          </p:spPr>
          <p:txBody>
            <a:bodyPr rtlCol="0" anchor="ctr"/>
            <a:lstStyle/>
            <a:p>
              <a:endParaRPr lang="en-US"/>
            </a:p>
          </p:txBody>
        </p:sp>
        <p:sp>
          <p:nvSpPr>
            <p:cNvPr id="644" name="Graphic 4">
              <a:extLst>
                <a:ext uri="{FF2B5EF4-FFF2-40B4-BE49-F238E27FC236}">
                  <a16:creationId xmlns:a16="http://schemas.microsoft.com/office/drawing/2014/main" id="{2F10C18B-B9B9-854F-B177-3FD4865035CA}"/>
                </a:ext>
              </a:extLst>
            </p:cNvPr>
            <p:cNvSpPr/>
            <p:nvPr/>
          </p:nvSpPr>
          <p:spPr>
            <a:xfrm>
              <a:off x="3108442" y="3078518"/>
              <a:ext cx="25821" cy="36388"/>
            </a:xfrm>
            <a:custGeom>
              <a:avLst/>
              <a:gdLst>
                <a:gd name="connsiteX0" fmla="*/ 24543 w 25821"/>
                <a:gd name="connsiteY0" fmla="*/ 35750 h 36388"/>
                <a:gd name="connsiteX1" fmla="*/ 25821 w 25821"/>
                <a:gd name="connsiteY1" fmla="*/ 5746 h 36388"/>
                <a:gd name="connsiteX2" fmla="*/ 901 w 25821"/>
                <a:gd name="connsiteY2" fmla="*/ 0 h 36388"/>
                <a:gd name="connsiteX3" fmla="*/ 3457 w 25821"/>
                <a:gd name="connsiteY3" fmla="*/ 36389 h 36388"/>
                <a:gd name="connsiteX4" fmla="*/ 24543 w 25821"/>
                <a:gd name="connsiteY4" fmla="*/ 35750 h 36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21" h="36388">
                  <a:moveTo>
                    <a:pt x="24543" y="35750"/>
                  </a:moveTo>
                  <a:cubicBezTo>
                    <a:pt x="23905" y="25536"/>
                    <a:pt x="23905" y="15322"/>
                    <a:pt x="25821" y="5746"/>
                  </a:cubicBezTo>
                  <a:lnTo>
                    <a:pt x="901" y="0"/>
                  </a:lnTo>
                  <a:cubicBezTo>
                    <a:pt x="-1016" y="12130"/>
                    <a:pt x="262" y="24259"/>
                    <a:pt x="3457" y="36389"/>
                  </a:cubicBezTo>
                  <a:cubicBezTo>
                    <a:pt x="9847" y="35112"/>
                    <a:pt x="16876" y="35112"/>
                    <a:pt x="24543" y="35750"/>
                  </a:cubicBezTo>
                  <a:close/>
                </a:path>
              </a:pathLst>
            </a:custGeom>
            <a:solidFill>
              <a:srgbClr val="007CB0"/>
            </a:solidFill>
            <a:ln w="6390" cap="flat">
              <a:noFill/>
              <a:prstDash val="solid"/>
              <a:miter/>
            </a:ln>
          </p:spPr>
          <p:txBody>
            <a:bodyPr rtlCol="0" anchor="ctr"/>
            <a:lstStyle/>
            <a:p>
              <a:endParaRPr lang="en-US"/>
            </a:p>
          </p:txBody>
        </p:sp>
        <p:sp>
          <p:nvSpPr>
            <p:cNvPr id="645" name="Graphic 4">
              <a:extLst>
                <a:ext uri="{FF2B5EF4-FFF2-40B4-BE49-F238E27FC236}">
                  <a16:creationId xmlns:a16="http://schemas.microsoft.com/office/drawing/2014/main" id="{93D2C403-3ADD-5F42-A657-8976E23F90F7}"/>
                </a:ext>
              </a:extLst>
            </p:cNvPr>
            <p:cNvSpPr/>
            <p:nvPr/>
          </p:nvSpPr>
          <p:spPr>
            <a:xfrm>
              <a:off x="3148322" y="3128313"/>
              <a:ext cx="23642" cy="35111"/>
            </a:xfrm>
            <a:custGeom>
              <a:avLst/>
              <a:gdLst>
                <a:gd name="connsiteX0" fmla="*/ 23643 w 23642"/>
                <a:gd name="connsiteY0" fmla="*/ 3830 h 35111"/>
                <a:gd name="connsiteX1" fmla="*/ 0 w 23642"/>
                <a:gd name="connsiteY1" fmla="*/ 0 h 35111"/>
                <a:gd name="connsiteX2" fmla="*/ 15975 w 23642"/>
                <a:gd name="connsiteY2" fmla="*/ 35112 h 35111"/>
                <a:gd name="connsiteX3" fmla="*/ 23643 w 23642"/>
                <a:gd name="connsiteY3" fmla="*/ 3830 h 35111"/>
              </a:gdLst>
              <a:ahLst/>
              <a:cxnLst>
                <a:cxn ang="0">
                  <a:pos x="connsiteX0" y="connsiteY0"/>
                </a:cxn>
                <a:cxn ang="0">
                  <a:pos x="connsiteX1" y="connsiteY1"/>
                </a:cxn>
                <a:cxn ang="0">
                  <a:pos x="connsiteX2" y="connsiteY2"/>
                </a:cxn>
                <a:cxn ang="0">
                  <a:pos x="connsiteX3" y="connsiteY3"/>
                </a:cxn>
              </a:cxnLst>
              <a:rect l="l" t="t" r="r" b="b"/>
              <a:pathLst>
                <a:path w="23642" h="35111">
                  <a:moveTo>
                    <a:pt x="23643" y="3830"/>
                  </a:moveTo>
                  <a:cubicBezTo>
                    <a:pt x="15336" y="1915"/>
                    <a:pt x="7668" y="638"/>
                    <a:pt x="0" y="0"/>
                  </a:cubicBezTo>
                  <a:cubicBezTo>
                    <a:pt x="3195" y="12768"/>
                    <a:pt x="8307" y="24897"/>
                    <a:pt x="15975" y="35112"/>
                  </a:cubicBezTo>
                  <a:lnTo>
                    <a:pt x="23643" y="3830"/>
                  </a:lnTo>
                  <a:close/>
                </a:path>
              </a:pathLst>
            </a:custGeom>
            <a:solidFill>
              <a:srgbClr val="007CB0"/>
            </a:solidFill>
            <a:ln w="6390" cap="flat">
              <a:noFill/>
              <a:prstDash val="solid"/>
              <a:miter/>
            </a:ln>
          </p:spPr>
          <p:txBody>
            <a:bodyPr rtlCol="0" anchor="ctr"/>
            <a:lstStyle/>
            <a:p>
              <a:endParaRPr lang="en-US"/>
            </a:p>
          </p:txBody>
        </p:sp>
        <p:sp>
          <p:nvSpPr>
            <p:cNvPr id="646" name="Graphic 4">
              <a:extLst>
                <a:ext uri="{FF2B5EF4-FFF2-40B4-BE49-F238E27FC236}">
                  <a16:creationId xmlns:a16="http://schemas.microsoft.com/office/drawing/2014/main" id="{844D43FA-8029-A74D-AEBA-E113DD0C2631}"/>
                </a:ext>
              </a:extLst>
            </p:cNvPr>
            <p:cNvSpPr/>
            <p:nvPr/>
          </p:nvSpPr>
          <p:spPr>
            <a:xfrm>
              <a:off x="3091451" y="2921472"/>
              <a:ext cx="97766" cy="73415"/>
            </a:xfrm>
            <a:custGeom>
              <a:avLst/>
              <a:gdLst>
                <a:gd name="connsiteX0" fmla="*/ 23004 w 97766"/>
                <a:gd name="connsiteY0" fmla="*/ 65755 h 73415"/>
                <a:gd name="connsiteX1" fmla="*/ 23004 w 97766"/>
                <a:gd name="connsiteY1" fmla="*/ 73416 h 73415"/>
                <a:gd name="connsiteX2" fmla="*/ 35784 w 97766"/>
                <a:gd name="connsiteY2" fmla="*/ 62563 h 73415"/>
                <a:gd name="connsiteX3" fmla="*/ 40257 w 97766"/>
                <a:gd name="connsiteY3" fmla="*/ 61286 h 73415"/>
                <a:gd name="connsiteX4" fmla="*/ 58148 w 97766"/>
                <a:gd name="connsiteY4" fmla="*/ 62563 h 73415"/>
                <a:gd name="connsiteX5" fmla="*/ 58148 w 97766"/>
                <a:gd name="connsiteY5" fmla="*/ 19152 h 73415"/>
                <a:gd name="connsiteX6" fmla="*/ 60704 w 97766"/>
                <a:gd name="connsiteY6" fmla="*/ 14045 h 73415"/>
                <a:gd name="connsiteX7" fmla="*/ 65816 w 97766"/>
                <a:gd name="connsiteY7" fmla="*/ 12768 h 73415"/>
                <a:gd name="connsiteX8" fmla="*/ 97766 w 97766"/>
                <a:gd name="connsiteY8" fmla="*/ 17875 h 73415"/>
                <a:gd name="connsiteX9" fmla="*/ 97766 w 97766"/>
                <a:gd name="connsiteY9" fmla="*/ 0 h 73415"/>
                <a:gd name="connsiteX10" fmla="*/ 0 w 97766"/>
                <a:gd name="connsiteY10" fmla="*/ 15322 h 73415"/>
                <a:gd name="connsiteX11" fmla="*/ 0 w 97766"/>
                <a:gd name="connsiteY11" fmla="*/ 58094 h 73415"/>
                <a:gd name="connsiteX12" fmla="*/ 17253 w 97766"/>
                <a:gd name="connsiteY12" fmla="*/ 59371 h 73415"/>
                <a:gd name="connsiteX13" fmla="*/ 23004 w 97766"/>
                <a:gd name="connsiteY13" fmla="*/ 65755 h 7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7766" h="73415">
                  <a:moveTo>
                    <a:pt x="23004" y="65755"/>
                  </a:moveTo>
                  <a:lnTo>
                    <a:pt x="23004" y="73416"/>
                  </a:lnTo>
                  <a:cubicBezTo>
                    <a:pt x="26838" y="70224"/>
                    <a:pt x="30672" y="67032"/>
                    <a:pt x="35784" y="62563"/>
                  </a:cubicBezTo>
                  <a:cubicBezTo>
                    <a:pt x="37062" y="61286"/>
                    <a:pt x="38979" y="60648"/>
                    <a:pt x="40257" y="61286"/>
                  </a:cubicBezTo>
                  <a:lnTo>
                    <a:pt x="58148" y="62563"/>
                  </a:lnTo>
                  <a:lnTo>
                    <a:pt x="58148" y="19152"/>
                  </a:lnTo>
                  <a:cubicBezTo>
                    <a:pt x="58148" y="17237"/>
                    <a:pt x="58788" y="15322"/>
                    <a:pt x="60704" y="14045"/>
                  </a:cubicBezTo>
                  <a:cubicBezTo>
                    <a:pt x="61982" y="12768"/>
                    <a:pt x="63899" y="12130"/>
                    <a:pt x="65816" y="12768"/>
                  </a:cubicBezTo>
                  <a:lnTo>
                    <a:pt x="97766" y="17875"/>
                  </a:lnTo>
                  <a:lnTo>
                    <a:pt x="97766" y="0"/>
                  </a:lnTo>
                  <a:lnTo>
                    <a:pt x="0" y="15322"/>
                  </a:lnTo>
                  <a:lnTo>
                    <a:pt x="0" y="58094"/>
                  </a:lnTo>
                  <a:lnTo>
                    <a:pt x="17253" y="59371"/>
                  </a:lnTo>
                  <a:cubicBezTo>
                    <a:pt x="20448" y="60009"/>
                    <a:pt x="23004" y="62563"/>
                    <a:pt x="23004" y="65755"/>
                  </a:cubicBezTo>
                  <a:close/>
                </a:path>
              </a:pathLst>
            </a:custGeom>
            <a:solidFill>
              <a:srgbClr val="007CB0"/>
            </a:solidFill>
            <a:ln w="6390" cap="flat">
              <a:noFill/>
              <a:prstDash val="solid"/>
              <a:miter/>
            </a:ln>
          </p:spPr>
          <p:txBody>
            <a:bodyPr rtlCol="0" anchor="ctr"/>
            <a:lstStyle/>
            <a:p>
              <a:endParaRPr lang="en-US"/>
            </a:p>
          </p:txBody>
        </p:sp>
        <p:sp>
          <p:nvSpPr>
            <p:cNvPr id="647" name="Graphic 4">
              <a:extLst>
                <a:ext uri="{FF2B5EF4-FFF2-40B4-BE49-F238E27FC236}">
                  <a16:creationId xmlns:a16="http://schemas.microsoft.com/office/drawing/2014/main" id="{F6CC0719-978E-EB46-AAF1-ACFDDF553AB4}"/>
                </a:ext>
              </a:extLst>
            </p:cNvPr>
            <p:cNvSpPr/>
            <p:nvPr/>
          </p:nvSpPr>
          <p:spPr>
            <a:xfrm>
              <a:off x="2998797"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79874 w 361670"/>
                <a:gd name="connsiteY5" fmla="*/ 130233 h 361333"/>
                <a:gd name="connsiteX6" fmla="*/ 79874 w 361670"/>
                <a:gd name="connsiteY6" fmla="*/ 76608 h 361333"/>
                <a:gd name="connsiteX7" fmla="*/ 84986 w 361670"/>
                <a:gd name="connsiteY7" fmla="*/ 70224 h 361333"/>
                <a:gd name="connsiteX8" fmla="*/ 195532 w 361670"/>
                <a:gd name="connsiteY8" fmla="*/ 52987 h 361333"/>
                <a:gd name="connsiteX9" fmla="*/ 200644 w 361670"/>
                <a:gd name="connsiteY9" fmla="*/ 54264 h 361333"/>
                <a:gd name="connsiteX10" fmla="*/ 203200 w 361670"/>
                <a:gd name="connsiteY10" fmla="*/ 59371 h 361333"/>
                <a:gd name="connsiteX11" fmla="*/ 203200 w 361670"/>
                <a:gd name="connsiteY11" fmla="*/ 86822 h 361333"/>
                <a:gd name="connsiteX12" fmla="*/ 269016 w 361670"/>
                <a:gd name="connsiteY12" fmla="*/ 97036 h 361333"/>
                <a:gd name="connsiteX13" fmla="*/ 274128 w 361670"/>
                <a:gd name="connsiteY13" fmla="*/ 103420 h 361333"/>
                <a:gd name="connsiteX14" fmla="*/ 274128 w 361670"/>
                <a:gd name="connsiteY14" fmla="*/ 157046 h 361333"/>
                <a:gd name="connsiteX15" fmla="*/ 268377 w 361670"/>
                <a:gd name="connsiteY15" fmla="*/ 163430 h 361333"/>
                <a:gd name="connsiteX16" fmla="*/ 251125 w 361670"/>
                <a:gd name="connsiteY16" fmla="*/ 164707 h 361333"/>
                <a:gd name="connsiteX17" fmla="*/ 251125 w 361670"/>
                <a:gd name="connsiteY17" fmla="*/ 179390 h 361333"/>
                <a:gd name="connsiteX18" fmla="*/ 247930 w 361670"/>
                <a:gd name="connsiteY18" fmla="*/ 185135 h 361333"/>
                <a:gd name="connsiteX19" fmla="*/ 244735 w 361670"/>
                <a:gd name="connsiteY19" fmla="*/ 185774 h 361333"/>
                <a:gd name="connsiteX20" fmla="*/ 240901 w 361670"/>
                <a:gd name="connsiteY20" fmla="*/ 184497 h 361333"/>
                <a:gd name="connsiteX21" fmla="*/ 219175 w 361670"/>
                <a:gd name="connsiteY21" fmla="*/ 167260 h 361333"/>
                <a:gd name="connsiteX22" fmla="*/ 157832 w 361670"/>
                <a:gd name="connsiteY22" fmla="*/ 171729 h 361333"/>
                <a:gd name="connsiteX23" fmla="*/ 152720 w 361670"/>
                <a:gd name="connsiteY23" fmla="*/ 169814 h 361333"/>
                <a:gd name="connsiteX24" fmla="*/ 150803 w 361670"/>
                <a:gd name="connsiteY24" fmla="*/ 165345 h 361333"/>
                <a:gd name="connsiteX25" fmla="*/ 150803 w 361670"/>
                <a:gd name="connsiteY25" fmla="*/ 141724 h 361333"/>
                <a:gd name="connsiteX26" fmla="*/ 134828 w 361670"/>
                <a:gd name="connsiteY26" fmla="*/ 140448 h 361333"/>
                <a:gd name="connsiteX27" fmla="*/ 113102 w 361670"/>
                <a:gd name="connsiteY27" fmla="*/ 157684 h 361333"/>
                <a:gd name="connsiteX28" fmla="*/ 109268 w 361670"/>
                <a:gd name="connsiteY28" fmla="*/ 158961 h 361333"/>
                <a:gd name="connsiteX29" fmla="*/ 106073 w 361670"/>
                <a:gd name="connsiteY29" fmla="*/ 158323 h 361333"/>
                <a:gd name="connsiteX30" fmla="*/ 102878 w 361670"/>
                <a:gd name="connsiteY30" fmla="*/ 152577 h 361333"/>
                <a:gd name="connsiteX31" fmla="*/ 102878 w 361670"/>
                <a:gd name="connsiteY31" fmla="*/ 137894 h 361333"/>
                <a:gd name="connsiteX32" fmla="*/ 85625 w 361670"/>
                <a:gd name="connsiteY32" fmla="*/ 136617 h 361333"/>
                <a:gd name="connsiteX33" fmla="*/ 79874 w 361670"/>
                <a:gd name="connsiteY33" fmla="*/ 130233 h 361333"/>
                <a:gd name="connsiteX34" fmla="*/ 279879 w 361670"/>
                <a:gd name="connsiteY34" fmla="*/ 255998 h 361333"/>
                <a:gd name="connsiteX35" fmla="*/ 252403 w 361670"/>
                <a:gd name="connsiteY35" fmla="*/ 302601 h 361333"/>
                <a:gd name="connsiteX36" fmla="*/ 252403 w 361670"/>
                <a:gd name="connsiteY36" fmla="*/ 302601 h 361333"/>
                <a:gd name="connsiteX37" fmla="*/ 252403 w 361670"/>
                <a:gd name="connsiteY37" fmla="*/ 302601 h 361333"/>
                <a:gd name="connsiteX38" fmla="*/ 252403 w 361670"/>
                <a:gd name="connsiteY38" fmla="*/ 302601 h 361333"/>
                <a:gd name="connsiteX39" fmla="*/ 190420 w 361670"/>
                <a:gd name="connsiteY39" fmla="*/ 326860 h 361333"/>
                <a:gd name="connsiteX40" fmla="*/ 168695 w 361670"/>
                <a:gd name="connsiteY40" fmla="*/ 324306 h 361333"/>
                <a:gd name="connsiteX41" fmla="*/ 103517 w 361670"/>
                <a:gd name="connsiteY41" fmla="*/ 267489 h 361333"/>
                <a:gd name="connsiteX42" fmla="*/ 99683 w 361670"/>
                <a:gd name="connsiteY42" fmla="*/ 212587 h 361333"/>
                <a:gd name="connsiteX43" fmla="*/ 99683 w 361670"/>
                <a:gd name="connsiteY43" fmla="*/ 212587 h 361333"/>
                <a:gd name="connsiteX44" fmla="*/ 127799 w 361670"/>
                <a:gd name="connsiteY44" fmla="*/ 165345 h 361333"/>
                <a:gd name="connsiteX45" fmla="*/ 127799 w 361670"/>
                <a:gd name="connsiteY45" fmla="*/ 165345 h 361333"/>
                <a:gd name="connsiteX46" fmla="*/ 132272 w 361670"/>
                <a:gd name="connsiteY46" fmla="*/ 163430 h 361333"/>
                <a:gd name="connsiteX47" fmla="*/ 132272 w 361670"/>
                <a:gd name="connsiteY47" fmla="*/ 163430 h 361333"/>
                <a:gd name="connsiteX48" fmla="*/ 133550 w 361670"/>
                <a:gd name="connsiteY48" fmla="*/ 163430 h 361333"/>
                <a:gd name="connsiteX49" fmla="*/ 134828 w 361670"/>
                <a:gd name="connsiteY49" fmla="*/ 164068 h 361333"/>
                <a:gd name="connsiteX50" fmla="*/ 134828 w 361670"/>
                <a:gd name="connsiteY50" fmla="*/ 164068 h 361333"/>
                <a:gd name="connsiteX51" fmla="*/ 136745 w 361670"/>
                <a:gd name="connsiteY51" fmla="*/ 165345 h 361333"/>
                <a:gd name="connsiteX52" fmla="*/ 136745 w 361670"/>
                <a:gd name="connsiteY52" fmla="*/ 165345 h 361333"/>
                <a:gd name="connsiteX53" fmla="*/ 136745 w 361670"/>
                <a:gd name="connsiteY53" fmla="*/ 165345 h 361333"/>
                <a:gd name="connsiteX54" fmla="*/ 137384 w 361670"/>
                <a:gd name="connsiteY54" fmla="*/ 165984 h 361333"/>
                <a:gd name="connsiteX55" fmla="*/ 138023 w 361670"/>
                <a:gd name="connsiteY55" fmla="*/ 167260 h 361333"/>
                <a:gd name="connsiteX56" fmla="*/ 138023 w 361670"/>
                <a:gd name="connsiteY56" fmla="*/ 168537 h 361333"/>
                <a:gd name="connsiteX57" fmla="*/ 138023 w 361670"/>
                <a:gd name="connsiteY57" fmla="*/ 169814 h 361333"/>
                <a:gd name="connsiteX58" fmla="*/ 138023 w 361670"/>
                <a:gd name="connsiteY58" fmla="*/ 171091 h 361333"/>
                <a:gd name="connsiteX59" fmla="*/ 138023 w 361670"/>
                <a:gd name="connsiteY59" fmla="*/ 172368 h 361333"/>
                <a:gd name="connsiteX60" fmla="*/ 137384 w 361670"/>
                <a:gd name="connsiteY60" fmla="*/ 173644 h 361333"/>
                <a:gd name="connsiteX61" fmla="*/ 136745 w 361670"/>
                <a:gd name="connsiteY61" fmla="*/ 174283 h 361333"/>
                <a:gd name="connsiteX62" fmla="*/ 136745 w 361670"/>
                <a:gd name="connsiteY62" fmla="*/ 174283 h 361333"/>
                <a:gd name="connsiteX63" fmla="*/ 136745 w 361670"/>
                <a:gd name="connsiteY63" fmla="*/ 174283 h 361333"/>
                <a:gd name="connsiteX64" fmla="*/ 114380 w 361670"/>
                <a:gd name="connsiteY64" fmla="*/ 208756 h 361333"/>
                <a:gd name="connsiteX65" fmla="*/ 139301 w 361670"/>
                <a:gd name="connsiteY65" fmla="*/ 214502 h 361333"/>
                <a:gd name="connsiteX66" fmla="*/ 150164 w 361670"/>
                <a:gd name="connsiteY66" fmla="*/ 189604 h 361333"/>
                <a:gd name="connsiteX67" fmla="*/ 159110 w 361670"/>
                <a:gd name="connsiteY67" fmla="*/ 187051 h 361333"/>
                <a:gd name="connsiteX68" fmla="*/ 161666 w 361670"/>
                <a:gd name="connsiteY68" fmla="*/ 195988 h 361333"/>
                <a:gd name="connsiteX69" fmla="*/ 152081 w 361670"/>
                <a:gd name="connsiteY69" fmla="*/ 217694 h 361333"/>
                <a:gd name="connsiteX70" fmla="*/ 185947 w 361670"/>
                <a:gd name="connsiteY70" fmla="*/ 225993 h 361333"/>
                <a:gd name="connsiteX71" fmla="*/ 197449 w 361670"/>
                <a:gd name="connsiteY71" fmla="*/ 178752 h 361333"/>
                <a:gd name="connsiteX72" fmla="*/ 205117 w 361670"/>
                <a:gd name="connsiteY72" fmla="*/ 174283 h 361333"/>
                <a:gd name="connsiteX73" fmla="*/ 209590 w 361670"/>
                <a:gd name="connsiteY73" fmla="*/ 181944 h 361333"/>
                <a:gd name="connsiteX74" fmla="*/ 198088 w 361670"/>
                <a:gd name="connsiteY74" fmla="*/ 229185 h 361333"/>
                <a:gd name="connsiteX75" fmla="*/ 231955 w 361670"/>
                <a:gd name="connsiteY75" fmla="*/ 237484 h 361333"/>
                <a:gd name="connsiteX76" fmla="*/ 232594 w 361670"/>
                <a:gd name="connsiteY76" fmla="*/ 204287 h 361333"/>
                <a:gd name="connsiteX77" fmla="*/ 237706 w 361670"/>
                <a:gd name="connsiteY77" fmla="*/ 197265 h 361333"/>
                <a:gd name="connsiteX78" fmla="*/ 244735 w 361670"/>
                <a:gd name="connsiteY78" fmla="*/ 202372 h 361333"/>
                <a:gd name="connsiteX79" fmla="*/ 244096 w 361670"/>
                <a:gd name="connsiteY79" fmla="*/ 240038 h 361333"/>
                <a:gd name="connsiteX80" fmla="*/ 269016 w 361670"/>
                <a:gd name="connsiteY80" fmla="*/ 245783 h 361333"/>
                <a:gd name="connsiteX81" fmla="*/ 264544 w 361670"/>
                <a:gd name="connsiteY81" fmla="*/ 204926 h 361333"/>
                <a:gd name="connsiteX82" fmla="*/ 264544 w 361670"/>
                <a:gd name="connsiteY82" fmla="*/ 204287 h 361333"/>
                <a:gd name="connsiteX83" fmla="*/ 264544 w 361670"/>
                <a:gd name="connsiteY83" fmla="*/ 203011 h 361333"/>
                <a:gd name="connsiteX84" fmla="*/ 264544 w 361670"/>
                <a:gd name="connsiteY84" fmla="*/ 201734 h 361333"/>
                <a:gd name="connsiteX85" fmla="*/ 264544 w 361670"/>
                <a:gd name="connsiteY85" fmla="*/ 200457 h 361333"/>
                <a:gd name="connsiteX86" fmla="*/ 265182 w 361670"/>
                <a:gd name="connsiteY86" fmla="*/ 199180 h 361333"/>
                <a:gd name="connsiteX87" fmla="*/ 265821 w 361670"/>
                <a:gd name="connsiteY87" fmla="*/ 197903 h 361333"/>
                <a:gd name="connsiteX88" fmla="*/ 267100 w 361670"/>
                <a:gd name="connsiteY88" fmla="*/ 197265 h 361333"/>
                <a:gd name="connsiteX89" fmla="*/ 267739 w 361670"/>
                <a:gd name="connsiteY89" fmla="*/ 196627 h 361333"/>
                <a:gd name="connsiteX90" fmla="*/ 267739 w 361670"/>
                <a:gd name="connsiteY90" fmla="*/ 196627 h 361333"/>
                <a:gd name="connsiteX91" fmla="*/ 267739 w 361670"/>
                <a:gd name="connsiteY91" fmla="*/ 196627 h 361333"/>
                <a:gd name="connsiteX92" fmla="*/ 269655 w 361670"/>
                <a:gd name="connsiteY92" fmla="*/ 196627 h 361333"/>
                <a:gd name="connsiteX93" fmla="*/ 270294 w 361670"/>
                <a:gd name="connsiteY93" fmla="*/ 196627 h 361333"/>
                <a:gd name="connsiteX94" fmla="*/ 270294 w 361670"/>
                <a:gd name="connsiteY94" fmla="*/ 196627 h 361333"/>
                <a:gd name="connsiteX95" fmla="*/ 271572 w 361670"/>
                <a:gd name="connsiteY95" fmla="*/ 196627 h 361333"/>
                <a:gd name="connsiteX96" fmla="*/ 276045 w 361670"/>
                <a:gd name="connsiteY96" fmla="*/ 200457 h 361333"/>
                <a:gd name="connsiteX97" fmla="*/ 276045 w 361670"/>
                <a:gd name="connsiteY97" fmla="*/ 200457 h 361333"/>
                <a:gd name="connsiteX98" fmla="*/ 279879 w 361670"/>
                <a:gd name="connsiteY98" fmla="*/ 25599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1" y="280257"/>
                    <a:pt x="361671" y="180667"/>
                  </a:cubicBezTo>
                  <a:cubicBezTo>
                    <a:pt x="361671" y="80438"/>
                    <a:pt x="281157" y="0"/>
                    <a:pt x="180835" y="0"/>
                  </a:cubicBezTo>
                  <a:close/>
                  <a:moveTo>
                    <a:pt x="79874" y="130233"/>
                  </a:moveTo>
                  <a:lnTo>
                    <a:pt x="79874" y="76608"/>
                  </a:lnTo>
                  <a:cubicBezTo>
                    <a:pt x="79874" y="73416"/>
                    <a:pt x="82430" y="70862"/>
                    <a:pt x="84986" y="70224"/>
                  </a:cubicBezTo>
                  <a:lnTo>
                    <a:pt x="195532" y="52987"/>
                  </a:lnTo>
                  <a:cubicBezTo>
                    <a:pt x="197449" y="52987"/>
                    <a:pt x="199366" y="52987"/>
                    <a:pt x="200644" y="54264"/>
                  </a:cubicBezTo>
                  <a:cubicBezTo>
                    <a:pt x="201922" y="55541"/>
                    <a:pt x="203200" y="57456"/>
                    <a:pt x="203200" y="59371"/>
                  </a:cubicBezTo>
                  <a:lnTo>
                    <a:pt x="203200" y="86822"/>
                  </a:lnTo>
                  <a:lnTo>
                    <a:pt x="269016" y="97036"/>
                  </a:lnTo>
                  <a:cubicBezTo>
                    <a:pt x="272211" y="97675"/>
                    <a:pt x="274128" y="100228"/>
                    <a:pt x="274128" y="103420"/>
                  </a:cubicBezTo>
                  <a:lnTo>
                    <a:pt x="274128" y="157046"/>
                  </a:lnTo>
                  <a:cubicBezTo>
                    <a:pt x="274128" y="160238"/>
                    <a:pt x="271572" y="163430"/>
                    <a:pt x="268377" y="163430"/>
                  </a:cubicBezTo>
                  <a:lnTo>
                    <a:pt x="251125" y="164707"/>
                  </a:lnTo>
                  <a:lnTo>
                    <a:pt x="251125" y="179390"/>
                  </a:lnTo>
                  <a:cubicBezTo>
                    <a:pt x="251125" y="181944"/>
                    <a:pt x="249847" y="183859"/>
                    <a:pt x="247930" y="185135"/>
                  </a:cubicBezTo>
                  <a:cubicBezTo>
                    <a:pt x="247291" y="185774"/>
                    <a:pt x="246013" y="185774"/>
                    <a:pt x="244735" y="185774"/>
                  </a:cubicBezTo>
                  <a:cubicBezTo>
                    <a:pt x="243457" y="185774"/>
                    <a:pt x="242179" y="185135"/>
                    <a:pt x="240901" y="184497"/>
                  </a:cubicBezTo>
                  <a:cubicBezTo>
                    <a:pt x="231955" y="178113"/>
                    <a:pt x="227482" y="174283"/>
                    <a:pt x="219175" y="167260"/>
                  </a:cubicBezTo>
                  <a:lnTo>
                    <a:pt x="157832" y="171729"/>
                  </a:lnTo>
                  <a:cubicBezTo>
                    <a:pt x="155915" y="171729"/>
                    <a:pt x="153998" y="171091"/>
                    <a:pt x="152720" y="169814"/>
                  </a:cubicBezTo>
                  <a:cubicBezTo>
                    <a:pt x="151442" y="168537"/>
                    <a:pt x="150803" y="166622"/>
                    <a:pt x="150803" y="165345"/>
                  </a:cubicBezTo>
                  <a:lnTo>
                    <a:pt x="150803" y="141724"/>
                  </a:lnTo>
                  <a:lnTo>
                    <a:pt x="134828" y="140448"/>
                  </a:lnTo>
                  <a:cubicBezTo>
                    <a:pt x="126521" y="147470"/>
                    <a:pt x="122048" y="151300"/>
                    <a:pt x="113102" y="157684"/>
                  </a:cubicBezTo>
                  <a:cubicBezTo>
                    <a:pt x="111824" y="158323"/>
                    <a:pt x="110546" y="158961"/>
                    <a:pt x="109268" y="158961"/>
                  </a:cubicBezTo>
                  <a:cubicBezTo>
                    <a:pt x="107990" y="158961"/>
                    <a:pt x="107351" y="158961"/>
                    <a:pt x="106073" y="158323"/>
                  </a:cubicBezTo>
                  <a:cubicBezTo>
                    <a:pt x="104156" y="157046"/>
                    <a:pt x="102878" y="155131"/>
                    <a:pt x="102878" y="152577"/>
                  </a:cubicBezTo>
                  <a:lnTo>
                    <a:pt x="102878" y="137894"/>
                  </a:lnTo>
                  <a:lnTo>
                    <a:pt x="85625" y="136617"/>
                  </a:lnTo>
                  <a:cubicBezTo>
                    <a:pt x="82430" y="135979"/>
                    <a:pt x="79874" y="133425"/>
                    <a:pt x="79874" y="130233"/>
                  </a:cubicBezTo>
                  <a:close/>
                  <a:moveTo>
                    <a:pt x="279879" y="255998"/>
                  </a:moveTo>
                  <a:cubicBezTo>
                    <a:pt x="275407" y="273873"/>
                    <a:pt x="265821" y="290471"/>
                    <a:pt x="252403" y="302601"/>
                  </a:cubicBezTo>
                  <a:cubicBezTo>
                    <a:pt x="252403" y="302601"/>
                    <a:pt x="252403" y="302601"/>
                    <a:pt x="252403" y="302601"/>
                  </a:cubicBezTo>
                  <a:cubicBezTo>
                    <a:pt x="252403" y="302601"/>
                    <a:pt x="252403" y="302601"/>
                    <a:pt x="252403" y="302601"/>
                  </a:cubicBezTo>
                  <a:cubicBezTo>
                    <a:pt x="252403" y="302601"/>
                    <a:pt x="252403" y="302601"/>
                    <a:pt x="252403" y="302601"/>
                  </a:cubicBezTo>
                  <a:cubicBezTo>
                    <a:pt x="235150" y="317922"/>
                    <a:pt x="212785" y="326860"/>
                    <a:pt x="190420" y="326860"/>
                  </a:cubicBezTo>
                  <a:cubicBezTo>
                    <a:pt x="183391" y="326860"/>
                    <a:pt x="176362" y="326221"/>
                    <a:pt x="168695" y="324306"/>
                  </a:cubicBezTo>
                  <a:cubicBezTo>
                    <a:pt x="138662" y="317284"/>
                    <a:pt x="114380" y="296217"/>
                    <a:pt x="103517" y="267489"/>
                  </a:cubicBezTo>
                  <a:cubicBezTo>
                    <a:pt x="96488" y="250252"/>
                    <a:pt x="95210" y="231100"/>
                    <a:pt x="99683" y="212587"/>
                  </a:cubicBezTo>
                  <a:cubicBezTo>
                    <a:pt x="99683" y="212587"/>
                    <a:pt x="99683" y="212587"/>
                    <a:pt x="99683" y="212587"/>
                  </a:cubicBezTo>
                  <a:cubicBezTo>
                    <a:pt x="104156" y="194073"/>
                    <a:pt x="113741" y="178113"/>
                    <a:pt x="127799" y="165345"/>
                  </a:cubicBezTo>
                  <a:cubicBezTo>
                    <a:pt x="127799" y="165345"/>
                    <a:pt x="127799" y="165345"/>
                    <a:pt x="127799" y="165345"/>
                  </a:cubicBezTo>
                  <a:cubicBezTo>
                    <a:pt x="129077" y="164068"/>
                    <a:pt x="130355" y="163430"/>
                    <a:pt x="132272" y="163430"/>
                  </a:cubicBezTo>
                  <a:cubicBezTo>
                    <a:pt x="132272" y="163430"/>
                    <a:pt x="132272" y="163430"/>
                    <a:pt x="132272" y="163430"/>
                  </a:cubicBezTo>
                  <a:cubicBezTo>
                    <a:pt x="132911" y="163430"/>
                    <a:pt x="132911" y="163430"/>
                    <a:pt x="133550" y="163430"/>
                  </a:cubicBezTo>
                  <a:cubicBezTo>
                    <a:pt x="134189" y="163430"/>
                    <a:pt x="134189" y="163430"/>
                    <a:pt x="134828" y="164068"/>
                  </a:cubicBezTo>
                  <a:cubicBezTo>
                    <a:pt x="134828" y="164068"/>
                    <a:pt x="134828" y="164068"/>
                    <a:pt x="134828" y="164068"/>
                  </a:cubicBezTo>
                  <a:cubicBezTo>
                    <a:pt x="135467" y="164068"/>
                    <a:pt x="136106" y="164707"/>
                    <a:pt x="136745" y="165345"/>
                  </a:cubicBezTo>
                  <a:cubicBezTo>
                    <a:pt x="136745" y="165345"/>
                    <a:pt x="136745" y="165345"/>
                    <a:pt x="136745" y="165345"/>
                  </a:cubicBezTo>
                  <a:cubicBezTo>
                    <a:pt x="136745" y="165345"/>
                    <a:pt x="136745" y="165345"/>
                    <a:pt x="136745" y="165345"/>
                  </a:cubicBezTo>
                  <a:cubicBezTo>
                    <a:pt x="136745" y="165345"/>
                    <a:pt x="137384" y="165984"/>
                    <a:pt x="137384" y="165984"/>
                  </a:cubicBezTo>
                  <a:cubicBezTo>
                    <a:pt x="137384" y="166622"/>
                    <a:pt x="138023" y="166622"/>
                    <a:pt x="138023" y="167260"/>
                  </a:cubicBezTo>
                  <a:cubicBezTo>
                    <a:pt x="138023" y="167899"/>
                    <a:pt x="138023" y="167899"/>
                    <a:pt x="138023" y="168537"/>
                  </a:cubicBezTo>
                  <a:cubicBezTo>
                    <a:pt x="138023" y="169176"/>
                    <a:pt x="138023" y="169176"/>
                    <a:pt x="138023" y="169814"/>
                  </a:cubicBezTo>
                  <a:cubicBezTo>
                    <a:pt x="138023" y="170452"/>
                    <a:pt x="138023" y="170452"/>
                    <a:pt x="138023" y="171091"/>
                  </a:cubicBezTo>
                  <a:cubicBezTo>
                    <a:pt x="138023" y="171729"/>
                    <a:pt x="138023" y="171729"/>
                    <a:pt x="138023" y="172368"/>
                  </a:cubicBezTo>
                  <a:cubicBezTo>
                    <a:pt x="138023" y="173006"/>
                    <a:pt x="137384" y="173006"/>
                    <a:pt x="137384" y="173644"/>
                  </a:cubicBezTo>
                  <a:cubicBezTo>
                    <a:pt x="137384" y="173644"/>
                    <a:pt x="136745" y="174283"/>
                    <a:pt x="136745" y="174283"/>
                  </a:cubicBezTo>
                  <a:cubicBezTo>
                    <a:pt x="136745" y="174283"/>
                    <a:pt x="136745" y="174283"/>
                    <a:pt x="136745" y="174283"/>
                  </a:cubicBezTo>
                  <a:cubicBezTo>
                    <a:pt x="136745" y="174283"/>
                    <a:pt x="136745" y="174283"/>
                    <a:pt x="136745" y="174283"/>
                  </a:cubicBezTo>
                  <a:cubicBezTo>
                    <a:pt x="126521" y="183859"/>
                    <a:pt x="118853" y="195350"/>
                    <a:pt x="114380" y="208756"/>
                  </a:cubicBezTo>
                  <a:lnTo>
                    <a:pt x="139301" y="214502"/>
                  </a:lnTo>
                  <a:cubicBezTo>
                    <a:pt x="141857" y="205564"/>
                    <a:pt x="145691" y="197265"/>
                    <a:pt x="150164" y="189604"/>
                  </a:cubicBezTo>
                  <a:cubicBezTo>
                    <a:pt x="152081" y="186412"/>
                    <a:pt x="155915" y="185774"/>
                    <a:pt x="159110" y="187051"/>
                  </a:cubicBezTo>
                  <a:cubicBezTo>
                    <a:pt x="162305" y="188966"/>
                    <a:pt x="162943" y="192796"/>
                    <a:pt x="161666" y="195988"/>
                  </a:cubicBezTo>
                  <a:cubicBezTo>
                    <a:pt x="157832" y="203011"/>
                    <a:pt x="154637" y="210033"/>
                    <a:pt x="152081" y="217694"/>
                  </a:cubicBezTo>
                  <a:lnTo>
                    <a:pt x="185947" y="225993"/>
                  </a:lnTo>
                  <a:lnTo>
                    <a:pt x="197449" y="178752"/>
                  </a:lnTo>
                  <a:cubicBezTo>
                    <a:pt x="198088" y="175560"/>
                    <a:pt x="201922" y="173006"/>
                    <a:pt x="205117" y="174283"/>
                  </a:cubicBezTo>
                  <a:cubicBezTo>
                    <a:pt x="208312" y="174921"/>
                    <a:pt x="210868" y="178752"/>
                    <a:pt x="209590" y="181944"/>
                  </a:cubicBezTo>
                  <a:lnTo>
                    <a:pt x="198088" y="229185"/>
                  </a:lnTo>
                  <a:lnTo>
                    <a:pt x="231955" y="237484"/>
                  </a:lnTo>
                  <a:cubicBezTo>
                    <a:pt x="233872" y="226631"/>
                    <a:pt x="233872" y="215779"/>
                    <a:pt x="232594" y="204287"/>
                  </a:cubicBezTo>
                  <a:cubicBezTo>
                    <a:pt x="231955" y="201095"/>
                    <a:pt x="234511" y="197265"/>
                    <a:pt x="237706" y="197265"/>
                  </a:cubicBezTo>
                  <a:cubicBezTo>
                    <a:pt x="240901" y="196627"/>
                    <a:pt x="244735" y="199180"/>
                    <a:pt x="244735" y="202372"/>
                  </a:cubicBezTo>
                  <a:cubicBezTo>
                    <a:pt x="246652" y="215140"/>
                    <a:pt x="246652" y="227908"/>
                    <a:pt x="244096" y="240038"/>
                  </a:cubicBezTo>
                  <a:lnTo>
                    <a:pt x="269016" y="245783"/>
                  </a:lnTo>
                  <a:cubicBezTo>
                    <a:pt x="270934" y="231738"/>
                    <a:pt x="269655" y="217694"/>
                    <a:pt x="264544" y="204926"/>
                  </a:cubicBezTo>
                  <a:cubicBezTo>
                    <a:pt x="264544" y="204926"/>
                    <a:pt x="264544" y="204287"/>
                    <a:pt x="264544" y="204287"/>
                  </a:cubicBezTo>
                  <a:cubicBezTo>
                    <a:pt x="264544" y="203649"/>
                    <a:pt x="264544" y="203649"/>
                    <a:pt x="264544" y="203011"/>
                  </a:cubicBezTo>
                  <a:cubicBezTo>
                    <a:pt x="264544" y="202372"/>
                    <a:pt x="264544" y="202372"/>
                    <a:pt x="264544" y="201734"/>
                  </a:cubicBezTo>
                  <a:cubicBezTo>
                    <a:pt x="264544" y="201095"/>
                    <a:pt x="264544" y="201095"/>
                    <a:pt x="264544" y="200457"/>
                  </a:cubicBezTo>
                  <a:cubicBezTo>
                    <a:pt x="264544" y="199819"/>
                    <a:pt x="265182" y="199819"/>
                    <a:pt x="265182" y="199180"/>
                  </a:cubicBezTo>
                  <a:cubicBezTo>
                    <a:pt x="265182" y="198542"/>
                    <a:pt x="265821" y="198542"/>
                    <a:pt x="265821" y="197903"/>
                  </a:cubicBezTo>
                  <a:cubicBezTo>
                    <a:pt x="265821" y="197903"/>
                    <a:pt x="266460" y="197265"/>
                    <a:pt x="267100" y="197265"/>
                  </a:cubicBezTo>
                  <a:cubicBezTo>
                    <a:pt x="267100" y="197265"/>
                    <a:pt x="267739" y="196627"/>
                    <a:pt x="267739" y="196627"/>
                  </a:cubicBezTo>
                  <a:cubicBezTo>
                    <a:pt x="267739" y="196627"/>
                    <a:pt x="267739" y="196627"/>
                    <a:pt x="267739" y="196627"/>
                  </a:cubicBezTo>
                  <a:cubicBezTo>
                    <a:pt x="267739" y="196627"/>
                    <a:pt x="267739" y="196627"/>
                    <a:pt x="267739" y="196627"/>
                  </a:cubicBezTo>
                  <a:cubicBezTo>
                    <a:pt x="268377" y="196627"/>
                    <a:pt x="269016" y="196627"/>
                    <a:pt x="269655" y="196627"/>
                  </a:cubicBezTo>
                  <a:cubicBezTo>
                    <a:pt x="269655" y="196627"/>
                    <a:pt x="270294" y="196627"/>
                    <a:pt x="270294" y="196627"/>
                  </a:cubicBezTo>
                  <a:cubicBezTo>
                    <a:pt x="270294" y="196627"/>
                    <a:pt x="270294" y="196627"/>
                    <a:pt x="270294" y="196627"/>
                  </a:cubicBezTo>
                  <a:cubicBezTo>
                    <a:pt x="270934" y="196627"/>
                    <a:pt x="270934" y="196627"/>
                    <a:pt x="271572" y="196627"/>
                  </a:cubicBezTo>
                  <a:cubicBezTo>
                    <a:pt x="273489" y="197265"/>
                    <a:pt x="275407" y="198542"/>
                    <a:pt x="276045" y="200457"/>
                  </a:cubicBezTo>
                  <a:cubicBezTo>
                    <a:pt x="276045" y="200457"/>
                    <a:pt x="276045" y="200457"/>
                    <a:pt x="276045" y="200457"/>
                  </a:cubicBezTo>
                  <a:cubicBezTo>
                    <a:pt x="283074" y="218971"/>
                    <a:pt x="284352" y="237484"/>
                    <a:pt x="279879" y="255998"/>
                  </a:cubicBezTo>
                  <a:close/>
                </a:path>
              </a:pathLst>
            </a:custGeom>
            <a:solidFill>
              <a:srgbClr val="007CB0"/>
            </a:solidFill>
            <a:ln w="6390" cap="flat">
              <a:noFill/>
              <a:prstDash val="solid"/>
              <a:miter/>
            </a:ln>
          </p:spPr>
          <p:txBody>
            <a:bodyPr rtlCol="0" anchor="ctr"/>
            <a:lstStyle/>
            <a:p>
              <a:endParaRPr lang="en-US"/>
            </a:p>
          </p:txBody>
        </p:sp>
        <p:sp>
          <p:nvSpPr>
            <p:cNvPr id="648" name="Graphic 4">
              <a:extLst>
                <a:ext uri="{FF2B5EF4-FFF2-40B4-BE49-F238E27FC236}">
                  <a16:creationId xmlns:a16="http://schemas.microsoft.com/office/drawing/2014/main" id="{7DBA0E90-4722-034E-876B-EF734D9BFB45}"/>
                </a:ext>
              </a:extLst>
            </p:cNvPr>
            <p:cNvSpPr/>
            <p:nvPr/>
          </p:nvSpPr>
          <p:spPr>
            <a:xfrm>
              <a:off x="3196246" y="3146827"/>
              <a:ext cx="39617" cy="22343"/>
            </a:xfrm>
            <a:custGeom>
              <a:avLst/>
              <a:gdLst>
                <a:gd name="connsiteX0" fmla="*/ 23643 w 39617"/>
                <a:gd name="connsiteY0" fmla="*/ 0 h 22343"/>
                <a:gd name="connsiteX1" fmla="*/ 0 w 39617"/>
                <a:gd name="connsiteY1" fmla="*/ 22344 h 22343"/>
                <a:gd name="connsiteX2" fmla="*/ 39617 w 39617"/>
                <a:gd name="connsiteY2" fmla="*/ 7661 h 22343"/>
                <a:gd name="connsiteX3" fmla="*/ 23643 w 39617"/>
                <a:gd name="connsiteY3" fmla="*/ 0 h 22343"/>
              </a:gdLst>
              <a:ahLst/>
              <a:cxnLst>
                <a:cxn ang="0">
                  <a:pos x="connsiteX0" y="connsiteY0"/>
                </a:cxn>
                <a:cxn ang="0">
                  <a:pos x="connsiteX1" y="connsiteY1"/>
                </a:cxn>
                <a:cxn ang="0">
                  <a:pos x="connsiteX2" y="connsiteY2"/>
                </a:cxn>
                <a:cxn ang="0">
                  <a:pos x="connsiteX3" y="connsiteY3"/>
                </a:cxn>
              </a:cxnLst>
              <a:rect l="l" t="t" r="r" b="b"/>
              <a:pathLst>
                <a:path w="39617" h="22343">
                  <a:moveTo>
                    <a:pt x="23643" y="0"/>
                  </a:moveTo>
                  <a:cubicBezTo>
                    <a:pt x="16614" y="8938"/>
                    <a:pt x="8946" y="16598"/>
                    <a:pt x="0" y="22344"/>
                  </a:cubicBezTo>
                  <a:cubicBezTo>
                    <a:pt x="14058" y="21067"/>
                    <a:pt x="27477" y="15960"/>
                    <a:pt x="39617" y="7661"/>
                  </a:cubicBezTo>
                  <a:cubicBezTo>
                    <a:pt x="34506" y="5107"/>
                    <a:pt x="29394" y="2554"/>
                    <a:pt x="23643" y="0"/>
                  </a:cubicBezTo>
                  <a:close/>
                </a:path>
              </a:pathLst>
            </a:custGeom>
            <a:solidFill>
              <a:srgbClr val="007CB0"/>
            </a:solidFill>
            <a:ln w="6390" cap="flat">
              <a:noFill/>
              <a:prstDash val="solid"/>
              <a:miter/>
            </a:ln>
          </p:spPr>
          <p:txBody>
            <a:bodyPr rtlCol="0" anchor="ctr"/>
            <a:lstStyle/>
            <a:p>
              <a:endParaRPr lang="en-US"/>
            </a:p>
          </p:txBody>
        </p:sp>
        <p:sp>
          <p:nvSpPr>
            <p:cNvPr id="649" name="Graphic 4">
              <a:extLst>
                <a:ext uri="{FF2B5EF4-FFF2-40B4-BE49-F238E27FC236}">
                  <a16:creationId xmlns:a16="http://schemas.microsoft.com/office/drawing/2014/main" id="{6040858C-8FB1-E349-8069-78901CDF7711}"/>
                </a:ext>
              </a:extLst>
            </p:cNvPr>
            <p:cNvSpPr/>
            <p:nvPr/>
          </p:nvSpPr>
          <p:spPr>
            <a:xfrm>
              <a:off x="3117650" y="3126558"/>
              <a:ext cx="28115" cy="31760"/>
            </a:xfrm>
            <a:custGeom>
              <a:avLst/>
              <a:gdLst>
                <a:gd name="connsiteX0" fmla="*/ 17253 w 28115"/>
                <a:gd name="connsiteY0" fmla="*/ 479 h 31760"/>
                <a:gd name="connsiteX1" fmla="*/ 0 w 28115"/>
                <a:gd name="connsiteY1" fmla="*/ 479 h 31760"/>
                <a:gd name="connsiteX2" fmla="*/ 28116 w 28115"/>
                <a:gd name="connsiteY2" fmla="*/ 31760 h 31760"/>
                <a:gd name="connsiteX3" fmla="*/ 17253 w 28115"/>
                <a:gd name="connsiteY3" fmla="*/ 479 h 31760"/>
              </a:gdLst>
              <a:ahLst/>
              <a:cxnLst>
                <a:cxn ang="0">
                  <a:pos x="connsiteX0" y="connsiteY0"/>
                </a:cxn>
                <a:cxn ang="0">
                  <a:pos x="connsiteX1" y="connsiteY1"/>
                </a:cxn>
                <a:cxn ang="0">
                  <a:pos x="connsiteX2" y="connsiteY2"/>
                </a:cxn>
                <a:cxn ang="0">
                  <a:pos x="connsiteX3" y="connsiteY3"/>
                </a:cxn>
              </a:cxnLst>
              <a:rect l="l" t="t" r="r" b="b"/>
              <a:pathLst>
                <a:path w="28115" h="31760">
                  <a:moveTo>
                    <a:pt x="17253" y="479"/>
                  </a:moveTo>
                  <a:cubicBezTo>
                    <a:pt x="10863" y="-160"/>
                    <a:pt x="5112" y="-160"/>
                    <a:pt x="0" y="479"/>
                  </a:cubicBezTo>
                  <a:cubicBezTo>
                    <a:pt x="6390" y="13247"/>
                    <a:pt x="16614" y="24099"/>
                    <a:pt x="28116" y="31760"/>
                  </a:cubicBezTo>
                  <a:cubicBezTo>
                    <a:pt x="23004" y="21546"/>
                    <a:pt x="19809" y="11331"/>
                    <a:pt x="17253" y="479"/>
                  </a:cubicBezTo>
                  <a:close/>
                </a:path>
              </a:pathLst>
            </a:custGeom>
            <a:solidFill>
              <a:srgbClr val="007CB0"/>
            </a:solidFill>
            <a:ln w="6390" cap="flat">
              <a:noFill/>
              <a:prstDash val="solid"/>
              <a:miter/>
            </a:ln>
          </p:spPr>
          <p:txBody>
            <a:bodyPr rtlCol="0" anchor="ctr"/>
            <a:lstStyle/>
            <a:p>
              <a:endParaRPr lang="en-US"/>
            </a:p>
          </p:txBody>
        </p:sp>
        <p:sp>
          <p:nvSpPr>
            <p:cNvPr id="650" name="Graphic 4">
              <a:extLst>
                <a:ext uri="{FF2B5EF4-FFF2-40B4-BE49-F238E27FC236}">
                  <a16:creationId xmlns:a16="http://schemas.microsoft.com/office/drawing/2014/main" id="{E59E47D4-B71E-2D4F-84D6-6E548237FFFD}"/>
                </a:ext>
              </a:extLst>
            </p:cNvPr>
            <p:cNvSpPr/>
            <p:nvPr/>
          </p:nvSpPr>
          <p:spPr>
            <a:xfrm>
              <a:off x="3227557" y="3109161"/>
              <a:ext cx="37700" cy="37027"/>
            </a:xfrm>
            <a:custGeom>
              <a:avLst/>
              <a:gdLst>
                <a:gd name="connsiteX0" fmla="*/ 12141 w 37700"/>
                <a:gd name="connsiteY0" fmla="*/ 0 h 37027"/>
                <a:gd name="connsiteX1" fmla="*/ 0 w 37700"/>
                <a:gd name="connsiteY1" fmla="*/ 27451 h 37027"/>
                <a:gd name="connsiteX2" fmla="*/ 18531 w 37700"/>
                <a:gd name="connsiteY2" fmla="*/ 37027 h 37027"/>
                <a:gd name="connsiteX3" fmla="*/ 37701 w 37700"/>
                <a:gd name="connsiteY3" fmla="*/ 5746 h 37027"/>
                <a:gd name="connsiteX4" fmla="*/ 12141 w 37700"/>
                <a:gd name="connsiteY4" fmla="*/ 0 h 37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00" h="37027">
                  <a:moveTo>
                    <a:pt x="12141" y="0"/>
                  </a:moveTo>
                  <a:cubicBezTo>
                    <a:pt x="8946" y="9576"/>
                    <a:pt x="5112" y="19152"/>
                    <a:pt x="0" y="27451"/>
                  </a:cubicBezTo>
                  <a:cubicBezTo>
                    <a:pt x="7029" y="30643"/>
                    <a:pt x="13419" y="33835"/>
                    <a:pt x="18531" y="37027"/>
                  </a:cubicBezTo>
                  <a:cubicBezTo>
                    <a:pt x="27477" y="28089"/>
                    <a:pt x="33867" y="17875"/>
                    <a:pt x="37701" y="5746"/>
                  </a:cubicBezTo>
                  <a:lnTo>
                    <a:pt x="12141" y="0"/>
                  </a:lnTo>
                  <a:close/>
                </a:path>
              </a:pathLst>
            </a:custGeom>
            <a:solidFill>
              <a:srgbClr val="007CB0"/>
            </a:solidFill>
            <a:ln w="6390" cap="flat">
              <a:noFill/>
              <a:prstDash val="solid"/>
              <a:miter/>
            </a:ln>
          </p:spPr>
          <p:txBody>
            <a:bodyPr rtlCol="0" anchor="ctr"/>
            <a:lstStyle/>
            <a:p>
              <a:endParaRPr lang="en-US"/>
            </a:p>
          </p:txBody>
        </p:sp>
        <p:sp>
          <p:nvSpPr>
            <p:cNvPr id="651" name="Graphic 4">
              <a:extLst>
                <a:ext uri="{FF2B5EF4-FFF2-40B4-BE49-F238E27FC236}">
                  <a16:creationId xmlns:a16="http://schemas.microsoft.com/office/drawing/2014/main" id="{B27F237D-41C1-B442-A39E-45E1CB18F719}"/>
                </a:ext>
              </a:extLst>
            </p:cNvPr>
            <p:cNvSpPr/>
            <p:nvPr/>
          </p:nvSpPr>
          <p:spPr>
            <a:xfrm>
              <a:off x="3187300" y="3097670"/>
              <a:ext cx="39617" cy="33835"/>
            </a:xfrm>
            <a:custGeom>
              <a:avLst/>
              <a:gdLst>
                <a:gd name="connsiteX0" fmla="*/ 5751 w 39617"/>
                <a:gd name="connsiteY0" fmla="*/ 0 h 33835"/>
                <a:gd name="connsiteX1" fmla="*/ 0 w 39617"/>
                <a:gd name="connsiteY1" fmla="*/ 24897 h 33835"/>
                <a:gd name="connsiteX2" fmla="*/ 27477 w 39617"/>
                <a:gd name="connsiteY2" fmla="*/ 33835 h 33835"/>
                <a:gd name="connsiteX3" fmla="*/ 39618 w 39617"/>
                <a:gd name="connsiteY3" fmla="*/ 8299 h 33835"/>
                <a:gd name="connsiteX4" fmla="*/ 5751 w 39617"/>
                <a:gd name="connsiteY4" fmla="*/ 0 h 33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17" h="33835">
                  <a:moveTo>
                    <a:pt x="5751" y="0"/>
                  </a:moveTo>
                  <a:lnTo>
                    <a:pt x="0" y="24897"/>
                  </a:lnTo>
                  <a:cubicBezTo>
                    <a:pt x="9585" y="27451"/>
                    <a:pt x="19170" y="30005"/>
                    <a:pt x="27477" y="33835"/>
                  </a:cubicBezTo>
                  <a:cubicBezTo>
                    <a:pt x="32589" y="25536"/>
                    <a:pt x="36423" y="17237"/>
                    <a:pt x="39618" y="8299"/>
                  </a:cubicBezTo>
                  <a:lnTo>
                    <a:pt x="5751" y="0"/>
                  </a:lnTo>
                  <a:close/>
                </a:path>
              </a:pathLst>
            </a:custGeom>
            <a:solidFill>
              <a:srgbClr val="007CB0"/>
            </a:solidFill>
            <a:ln w="6390" cap="flat">
              <a:noFill/>
              <a:prstDash val="solid"/>
              <a:miter/>
            </a:ln>
          </p:spPr>
          <p:txBody>
            <a:bodyPr rtlCol="0" anchor="ctr"/>
            <a:lstStyle/>
            <a:p>
              <a:endParaRPr lang="en-US"/>
            </a:p>
          </p:txBody>
        </p:sp>
      </p:grpSp>
      <p:sp>
        <p:nvSpPr>
          <p:cNvPr id="652" name="Graphic 4">
            <a:extLst>
              <a:ext uri="{FF2B5EF4-FFF2-40B4-BE49-F238E27FC236}">
                <a16:creationId xmlns:a16="http://schemas.microsoft.com/office/drawing/2014/main" id="{DFCB20CF-A238-CA4F-BF4F-09B35E3B8576}"/>
              </a:ext>
            </a:extLst>
          </p:cNvPr>
          <p:cNvSpPr/>
          <p:nvPr/>
        </p:nvSpPr>
        <p:spPr>
          <a:xfrm>
            <a:off x="905454" y="3824168"/>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23009 w 361674"/>
              <a:gd name="connsiteY5" fmla="*/ 245783 h 361333"/>
              <a:gd name="connsiteX6" fmla="*/ 216619 w 361674"/>
              <a:gd name="connsiteY6" fmla="*/ 268127 h 361333"/>
              <a:gd name="connsiteX7" fmla="*/ 210868 w 361674"/>
              <a:gd name="connsiteY7" fmla="*/ 287917 h 361333"/>
              <a:gd name="connsiteX8" fmla="*/ 210868 w 361674"/>
              <a:gd name="connsiteY8" fmla="*/ 311538 h 361333"/>
              <a:gd name="connsiteX9" fmla="*/ 204478 w 361674"/>
              <a:gd name="connsiteY9" fmla="*/ 317922 h 361333"/>
              <a:gd name="connsiteX10" fmla="*/ 198088 w 361674"/>
              <a:gd name="connsiteY10" fmla="*/ 311538 h 361333"/>
              <a:gd name="connsiteX11" fmla="*/ 198088 w 361674"/>
              <a:gd name="connsiteY11" fmla="*/ 287917 h 361333"/>
              <a:gd name="connsiteX12" fmla="*/ 205756 w 361674"/>
              <a:gd name="connsiteY12" fmla="*/ 261743 h 361333"/>
              <a:gd name="connsiteX13" fmla="*/ 210229 w 361674"/>
              <a:gd name="connsiteY13" fmla="*/ 245783 h 361333"/>
              <a:gd name="connsiteX14" fmla="*/ 210229 w 361674"/>
              <a:gd name="connsiteY14" fmla="*/ 194073 h 361333"/>
              <a:gd name="connsiteX15" fmla="*/ 205117 w 361674"/>
              <a:gd name="connsiteY15" fmla="*/ 188966 h 361333"/>
              <a:gd name="connsiteX16" fmla="*/ 201283 w 361674"/>
              <a:gd name="connsiteY16" fmla="*/ 190881 h 361333"/>
              <a:gd name="connsiteX17" fmla="*/ 200005 w 361674"/>
              <a:gd name="connsiteY17" fmla="*/ 194711 h 361333"/>
              <a:gd name="connsiteX18" fmla="*/ 200005 w 361674"/>
              <a:gd name="connsiteY18" fmla="*/ 210033 h 361333"/>
              <a:gd name="connsiteX19" fmla="*/ 193615 w 361674"/>
              <a:gd name="connsiteY19" fmla="*/ 216417 h 361333"/>
              <a:gd name="connsiteX20" fmla="*/ 187225 w 361674"/>
              <a:gd name="connsiteY20" fmla="*/ 210033 h 361333"/>
              <a:gd name="connsiteX21" fmla="*/ 187225 w 361674"/>
              <a:gd name="connsiteY21" fmla="*/ 182582 h 361333"/>
              <a:gd name="connsiteX22" fmla="*/ 182113 w 361674"/>
              <a:gd name="connsiteY22" fmla="*/ 177475 h 361333"/>
              <a:gd name="connsiteX23" fmla="*/ 178279 w 361674"/>
              <a:gd name="connsiteY23" fmla="*/ 179390 h 361333"/>
              <a:gd name="connsiteX24" fmla="*/ 177001 w 361674"/>
              <a:gd name="connsiteY24" fmla="*/ 183220 h 361333"/>
              <a:gd name="connsiteX25" fmla="*/ 177001 w 361674"/>
              <a:gd name="connsiteY25" fmla="*/ 201095 h 361333"/>
              <a:gd name="connsiteX26" fmla="*/ 170611 w 361674"/>
              <a:gd name="connsiteY26" fmla="*/ 207479 h 361333"/>
              <a:gd name="connsiteX27" fmla="*/ 164221 w 361674"/>
              <a:gd name="connsiteY27" fmla="*/ 201095 h 361333"/>
              <a:gd name="connsiteX28" fmla="*/ 164221 w 361674"/>
              <a:gd name="connsiteY28" fmla="*/ 183220 h 361333"/>
              <a:gd name="connsiteX29" fmla="*/ 164221 w 361674"/>
              <a:gd name="connsiteY29" fmla="*/ 183220 h 361333"/>
              <a:gd name="connsiteX30" fmla="*/ 164221 w 361674"/>
              <a:gd name="connsiteY30" fmla="*/ 183220 h 361333"/>
              <a:gd name="connsiteX31" fmla="*/ 164221 w 361674"/>
              <a:gd name="connsiteY31" fmla="*/ 171729 h 361333"/>
              <a:gd name="connsiteX32" fmla="*/ 159110 w 361674"/>
              <a:gd name="connsiteY32" fmla="*/ 166622 h 361333"/>
              <a:gd name="connsiteX33" fmla="*/ 155275 w 361674"/>
              <a:gd name="connsiteY33" fmla="*/ 168537 h 361333"/>
              <a:gd name="connsiteX34" fmla="*/ 153998 w 361674"/>
              <a:gd name="connsiteY34" fmla="*/ 172368 h 361333"/>
              <a:gd name="connsiteX35" fmla="*/ 153998 w 361674"/>
              <a:gd name="connsiteY35" fmla="*/ 195988 h 361333"/>
              <a:gd name="connsiteX36" fmla="*/ 147608 w 361674"/>
              <a:gd name="connsiteY36" fmla="*/ 202372 h 361333"/>
              <a:gd name="connsiteX37" fmla="*/ 141218 w 361674"/>
              <a:gd name="connsiteY37" fmla="*/ 195988 h 361333"/>
              <a:gd name="connsiteX38" fmla="*/ 141218 w 361674"/>
              <a:gd name="connsiteY38" fmla="*/ 172368 h 361333"/>
              <a:gd name="connsiteX39" fmla="*/ 141218 w 361674"/>
              <a:gd name="connsiteY39" fmla="*/ 172368 h 361333"/>
              <a:gd name="connsiteX40" fmla="*/ 141218 w 361674"/>
              <a:gd name="connsiteY40" fmla="*/ 137256 h 361333"/>
              <a:gd name="connsiteX41" fmla="*/ 136106 w 361674"/>
              <a:gd name="connsiteY41" fmla="*/ 132148 h 361333"/>
              <a:gd name="connsiteX42" fmla="*/ 132272 w 361674"/>
              <a:gd name="connsiteY42" fmla="*/ 134064 h 361333"/>
              <a:gd name="connsiteX43" fmla="*/ 130994 w 361674"/>
              <a:gd name="connsiteY43" fmla="*/ 137894 h 361333"/>
              <a:gd name="connsiteX44" fmla="*/ 130994 w 361674"/>
              <a:gd name="connsiteY44" fmla="*/ 220247 h 361333"/>
              <a:gd name="connsiteX45" fmla="*/ 124604 w 361674"/>
              <a:gd name="connsiteY45" fmla="*/ 226631 h 361333"/>
              <a:gd name="connsiteX46" fmla="*/ 118214 w 361674"/>
              <a:gd name="connsiteY46" fmla="*/ 220247 h 361333"/>
              <a:gd name="connsiteX47" fmla="*/ 118214 w 361674"/>
              <a:gd name="connsiteY47" fmla="*/ 208756 h 361333"/>
              <a:gd name="connsiteX48" fmla="*/ 110546 w 361674"/>
              <a:gd name="connsiteY48" fmla="*/ 193435 h 361333"/>
              <a:gd name="connsiteX49" fmla="*/ 108629 w 361674"/>
              <a:gd name="connsiteY49" fmla="*/ 193435 h 361333"/>
              <a:gd name="connsiteX50" fmla="*/ 107351 w 361674"/>
              <a:gd name="connsiteY50" fmla="*/ 195350 h 361333"/>
              <a:gd name="connsiteX51" fmla="*/ 107351 w 361674"/>
              <a:gd name="connsiteY51" fmla="*/ 238122 h 361333"/>
              <a:gd name="connsiteX52" fmla="*/ 119492 w 361674"/>
              <a:gd name="connsiteY52" fmla="*/ 264935 h 361333"/>
              <a:gd name="connsiteX53" fmla="*/ 136745 w 361674"/>
              <a:gd name="connsiteY53" fmla="*/ 296855 h 361333"/>
              <a:gd name="connsiteX54" fmla="*/ 136745 w 361674"/>
              <a:gd name="connsiteY54" fmla="*/ 314730 h 361333"/>
              <a:gd name="connsiteX55" fmla="*/ 130355 w 361674"/>
              <a:gd name="connsiteY55" fmla="*/ 321114 h 361333"/>
              <a:gd name="connsiteX56" fmla="*/ 123965 w 361674"/>
              <a:gd name="connsiteY56" fmla="*/ 314730 h 361333"/>
              <a:gd name="connsiteX57" fmla="*/ 123965 w 361674"/>
              <a:gd name="connsiteY57" fmla="*/ 296855 h 361333"/>
              <a:gd name="connsiteX58" fmla="*/ 110546 w 361674"/>
              <a:gd name="connsiteY58" fmla="*/ 274511 h 361333"/>
              <a:gd name="connsiteX59" fmla="*/ 94571 w 361674"/>
              <a:gd name="connsiteY59" fmla="*/ 238122 h 361333"/>
              <a:gd name="connsiteX60" fmla="*/ 94571 w 361674"/>
              <a:gd name="connsiteY60" fmla="*/ 195350 h 361333"/>
              <a:gd name="connsiteX61" fmla="*/ 101600 w 361674"/>
              <a:gd name="connsiteY61" fmla="*/ 182582 h 361333"/>
              <a:gd name="connsiteX62" fmla="*/ 116297 w 361674"/>
              <a:gd name="connsiteY62" fmla="*/ 181944 h 361333"/>
              <a:gd name="connsiteX63" fmla="*/ 118214 w 361674"/>
              <a:gd name="connsiteY63" fmla="*/ 183220 h 361333"/>
              <a:gd name="connsiteX64" fmla="*/ 118214 w 361674"/>
              <a:gd name="connsiteY64" fmla="*/ 138532 h 361333"/>
              <a:gd name="connsiteX65" fmla="*/ 123326 w 361674"/>
              <a:gd name="connsiteY65" fmla="*/ 125764 h 361333"/>
              <a:gd name="connsiteX66" fmla="*/ 136106 w 361674"/>
              <a:gd name="connsiteY66" fmla="*/ 120657 h 361333"/>
              <a:gd name="connsiteX67" fmla="*/ 153998 w 361674"/>
              <a:gd name="connsiteY67" fmla="*/ 138532 h 361333"/>
              <a:gd name="connsiteX68" fmla="*/ 153998 w 361674"/>
              <a:gd name="connsiteY68" fmla="*/ 156408 h 361333"/>
              <a:gd name="connsiteX69" fmla="*/ 159110 w 361674"/>
              <a:gd name="connsiteY69" fmla="*/ 155769 h 361333"/>
              <a:gd name="connsiteX70" fmla="*/ 176362 w 361674"/>
              <a:gd name="connsiteY70" fmla="*/ 168537 h 361333"/>
              <a:gd name="connsiteX71" fmla="*/ 182752 w 361674"/>
              <a:gd name="connsiteY71" fmla="*/ 167260 h 361333"/>
              <a:gd name="connsiteX72" fmla="*/ 200005 w 361674"/>
              <a:gd name="connsiteY72" fmla="*/ 180028 h 361333"/>
              <a:gd name="connsiteX73" fmla="*/ 206395 w 361674"/>
              <a:gd name="connsiteY73" fmla="*/ 178752 h 361333"/>
              <a:gd name="connsiteX74" fmla="*/ 224287 w 361674"/>
              <a:gd name="connsiteY74" fmla="*/ 196627 h 361333"/>
              <a:gd name="connsiteX75" fmla="*/ 224287 w 361674"/>
              <a:gd name="connsiteY75" fmla="*/ 245783 h 361333"/>
              <a:gd name="connsiteX76" fmla="*/ 260070 w 361674"/>
              <a:gd name="connsiteY76" fmla="*/ 112996 h 361333"/>
              <a:gd name="connsiteX77" fmla="*/ 225565 w 361674"/>
              <a:gd name="connsiteY77" fmla="*/ 149385 h 361333"/>
              <a:gd name="connsiteX78" fmla="*/ 212785 w 361674"/>
              <a:gd name="connsiteY78" fmla="*/ 155769 h 361333"/>
              <a:gd name="connsiteX79" fmla="*/ 212785 w 361674"/>
              <a:gd name="connsiteY79" fmla="*/ 155769 h 361333"/>
              <a:gd name="connsiteX80" fmla="*/ 200005 w 361674"/>
              <a:gd name="connsiteY80" fmla="*/ 148747 h 361333"/>
              <a:gd name="connsiteX81" fmla="*/ 166138 w 361674"/>
              <a:gd name="connsiteY81" fmla="*/ 112996 h 361333"/>
              <a:gd name="connsiteX82" fmla="*/ 166138 w 361674"/>
              <a:gd name="connsiteY82" fmla="*/ 62563 h 361333"/>
              <a:gd name="connsiteX83" fmla="*/ 166138 w 361674"/>
              <a:gd name="connsiteY83" fmla="*/ 62563 h 361333"/>
              <a:gd name="connsiteX84" fmla="*/ 190420 w 361674"/>
              <a:gd name="connsiteY84" fmla="*/ 51710 h 361333"/>
              <a:gd name="connsiteX85" fmla="*/ 213424 w 361674"/>
              <a:gd name="connsiteY85" fmla="*/ 60009 h 361333"/>
              <a:gd name="connsiteX86" fmla="*/ 236428 w 361674"/>
              <a:gd name="connsiteY86" fmla="*/ 51710 h 361333"/>
              <a:gd name="connsiteX87" fmla="*/ 260709 w 361674"/>
              <a:gd name="connsiteY87" fmla="*/ 62563 h 361333"/>
              <a:gd name="connsiteX88" fmla="*/ 260070 w 361674"/>
              <a:gd name="connsiteY88" fmla="*/ 11299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361674"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2309" y="81076"/>
                  <a:pt x="281157" y="0"/>
                  <a:pt x="180835" y="0"/>
                </a:cubicBezTo>
                <a:close/>
                <a:moveTo>
                  <a:pt x="223009" y="245783"/>
                </a:moveTo>
                <a:cubicBezTo>
                  <a:pt x="223009" y="254082"/>
                  <a:pt x="221092" y="261743"/>
                  <a:pt x="216619" y="268127"/>
                </a:cubicBezTo>
                <a:cubicBezTo>
                  <a:pt x="210868" y="277703"/>
                  <a:pt x="210868" y="279618"/>
                  <a:pt x="210868" y="287917"/>
                </a:cubicBezTo>
                <a:lnTo>
                  <a:pt x="210868" y="311538"/>
                </a:lnTo>
                <a:cubicBezTo>
                  <a:pt x="210868" y="315369"/>
                  <a:pt x="208312" y="317922"/>
                  <a:pt x="204478" y="317922"/>
                </a:cubicBezTo>
                <a:cubicBezTo>
                  <a:pt x="200644" y="317922"/>
                  <a:pt x="198088" y="315369"/>
                  <a:pt x="198088" y="311538"/>
                </a:cubicBezTo>
                <a:lnTo>
                  <a:pt x="198088" y="287917"/>
                </a:lnTo>
                <a:cubicBezTo>
                  <a:pt x="198088" y="277703"/>
                  <a:pt x="198727" y="273234"/>
                  <a:pt x="205756" y="261743"/>
                </a:cubicBezTo>
                <a:cubicBezTo>
                  <a:pt x="208312" y="257274"/>
                  <a:pt x="210229" y="251529"/>
                  <a:pt x="210229" y="245783"/>
                </a:cubicBezTo>
                <a:lnTo>
                  <a:pt x="210229" y="194073"/>
                </a:lnTo>
                <a:cubicBezTo>
                  <a:pt x="210229" y="190881"/>
                  <a:pt x="207673" y="188966"/>
                  <a:pt x="205117" y="188966"/>
                </a:cubicBezTo>
                <a:cubicBezTo>
                  <a:pt x="203839" y="188966"/>
                  <a:pt x="202561" y="189604"/>
                  <a:pt x="201283" y="190881"/>
                </a:cubicBezTo>
                <a:cubicBezTo>
                  <a:pt x="200644" y="191519"/>
                  <a:pt x="200005" y="192796"/>
                  <a:pt x="200005" y="194711"/>
                </a:cubicBezTo>
                <a:lnTo>
                  <a:pt x="200005" y="210033"/>
                </a:lnTo>
                <a:cubicBezTo>
                  <a:pt x="200005" y="213863"/>
                  <a:pt x="197449" y="216417"/>
                  <a:pt x="193615" y="216417"/>
                </a:cubicBezTo>
                <a:cubicBezTo>
                  <a:pt x="189781" y="216417"/>
                  <a:pt x="187225" y="213863"/>
                  <a:pt x="187225" y="210033"/>
                </a:cubicBezTo>
                <a:lnTo>
                  <a:pt x="187225" y="182582"/>
                </a:lnTo>
                <a:cubicBezTo>
                  <a:pt x="187225" y="179390"/>
                  <a:pt x="184669" y="177475"/>
                  <a:pt x="182113" y="177475"/>
                </a:cubicBezTo>
                <a:cubicBezTo>
                  <a:pt x="180835" y="177475"/>
                  <a:pt x="179557" y="178113"/>
                  <a:pt x="178279" y="179390"/>
                </a:cubicBezTo>
                <a:cubicBezTo>
                  <a:pt x="177640" y="180028"/>
                  <a:pt x="177001" y="181305"/>
                  <a:pt x="177001" y="183220"/>
                </a:cubicBezTo>
                <a:lnTo>
                  <a:pt x="177001" y="201095"/>
                </a:lnTo>
                <a:cubicBezTo>
                  <a:pt x="177001" y="204926"/>
                  <a:pt x="174445" y="207479"/>
                  <a:pt x="170611" y="207479"/>
                </a:cubicBezTo>
                <a:cubicBezTo>
                  <a:pt x="166777" y="207479"/>
                  <a:pt x="164221" y="204926"/>
                  <a:pt x="164221" y="201095"/>
                </a:cubicBezTo>
                <a:lnTo>
                  <a:pt x="164221" y="183220"/>
                </a:lnTo>
                <a:cubicBezTo>
                  <a:pt x="164221" y="183220"/>
                  <a:pt x="164221" y="183220"/>
                  <a:pt x="164221" y="183220"/>
                </a:cubicBezTo>
                <a:cubicBezTo>
                  <a:pt x="164221" y="183220"/>
                  <a:pt x="164221" y="183220"/>
                  <a:pt x="164221" y="183220"/>
                </a:cubicBezTo>
                <a:lnTo>
                  <a:pt x="164221" y="171729"/>
                </a:lnTo>
                <a:cubicBezTo>
                  <a:pt x="164221" y="168537"/>
                  <a:pt x="161665" y="166622"/>
                  <a:pt x="159110" y="166622"/>
                </a:cubicBezTo>
                <a:cubicBezTo>
                  <a:pt x="157831" y="166622"/>
                  <a:pt x="156553" y="167260"/>
                  <a:pt x="155275" y="168537"/>
                </a:cubicBezTo>
                <a:cubicBezTo>
                  <a:pt x="154636" y="169176"/>
                  <a:pt x="153998" y="170452"/>
                  <a:pt x="153998" y="172368"/>
                </a:cubicBezTo>
                <a:lnTo>
                  <a:pt x="153998" y="195988"/>
                </a:lnTo>
                <a:cubicBezTo>
                  <a:pt x="153998" y="199819"/>
                  <a:pt x="151441" y="202372"/>
                  <a:pt x="147608" y="202372"/>
                </a:cubicBezTo>
                <a:cubicBezTo>
                  <a:pt x="143774" y="202372"/>
                  <a:pt x="141218" y="199819"/>
                  <a:pt x="141218" y="195988"/>
                </a:cubicBezTo>
                <a:lnTo>
                  <a:pt x="141218" y="172368"/>
                </a:lnTo>
                <a:cubicBezTo>
                  <a:pt x="141218" y="172368"/>
                  <a:pt x="141218" y="172368"/>
                  <a:pt x="141218" y="172368"/>
                </a:cubicBezTo>
                <a:lnTo>
                  <a:pt x="141218" y="137256"/>
                </a:lnTo>
                <a:cubicBezTo>
                  <a:pt x="141218" y="134064"/>
                  <a:pt x="138662" y="132148"/>
                  <a:pt x="136106" y="132148"/>
                </a:cubicBezTo>
                <a:cubicBezTo>
                  <a:pt x="134828" y="132148"/>
                  <a:pt x="133550" y="132787"/>
                  <a:pt x="132272" y="134064"/>
                </a:cubicBezTo>
                <a:cubicBezTo>
                  <a:pt x="131633" y="134702"/>
                  <a:pt x="130994" y="135979"/>
                  <a:pt x="130994" y="137894"/>
                </a:cubicBezTo>
                <a:lnTo>
                  <a:pt x="130994" y="220247"/>
                </a:lnTo>
                <a:cubicBezTo>
                  <a:pt x="130994" y="224078"/>
                  <a:pt x="128438" y="226631"/>
                  <a:pt x="124604" y="226631"/>
                </a:cubicBezTo>
                <a:cubicBezTo>
                  <a:pt x="120770" y="226631"/>
                  <a:pt x="118214" y="224078"/>
                  <a:pt x="118214" y="220247"/>
                </a:cubicBezTo>
                <a:lnTo>
                  <a:pt x="118214" y="208756"/>
                </a:lnTo>
                <a:cubicBezTo>
                  <a:pt x="118214" y="201095"/>
                  <a:pt x="115658" y="195988"/>
                  <a:pt x="110546" y="193435"/>
                </a:cubicBezTo>
                <a:cubicBezTo>
                  <a:pt x="109907" y="192796"/>
                  <a:pt x="108629" y="193435"/>
                  <a:pt x="108629" y="193435"/>
                </a:cubicBezTo>
                <a:cubicBezTo>
                  <a:pt x="107990" y="193435"/>
                  <a:pt x="107351" y="194073"/>
                  <a:pt x="107351" y="195350"/>
                </a:cubicBezTo>
                <a:lnTo>
                  <a:pt x="107351" y="238122"/>
                </a:lnTo>
                <a:cubicBezTo>
                  <a:pt x="107351" y="253444"/>
                  <a:pt x="116297" y="262382"/>
                  <a:pt x="119492" y="264935"/>
                </a:cubicBezTo>
                <a:cubicBezTo>
                  <a:pt x="127160" y="271958"/>
                  <a:pt x="136745" y="280257"/>
                  <a:pt x="136745" y="296855"/>
                </a:cubicBezTo>
                <a:lnTo>
                  <a:pt x="136745" y="314730"/>
                </a:lnTo>
                <a:cubicBezTo>
                  <a:pt x="136745" y="318560"/>
                  <a:pt x="134189" y="321114"/>
                  <a:pt x="130355" y="321114"/>
                </a:cubicBezTo>
                <a:cubicBezTo>
                  <a:pt x="126521" y="321114"/>
                  <a:pt x="123965" y="318560"/>
                  <a:pt x="123965" y="314730"/>
                </a:cubicBezTo>
                <a:lnTo>
                  <a:pt x="123965" y="296855"/>
                </a:lnTo>
                <a:cubicBezTo>
                  <a:pt x="123965" y="286002"/>
                  <a:pt x="117575" y="280895"/>
                  <a:pt x="110546" y="274511"/>
                </a:cubicBezTo>
                <a:cubicBezTo>
                  <a:pt x="100322" y="265574"/>
                  <a:pt x="94571" y="252167"/>
                  <a:pt x="94571" y="238122"/>
                </a:cubicBezTo>
                <a:lnTo>
                  <a:pt x="94571" y="195350"/>
                </a:lnTo>
                <a:cubicBezTo>
                  <a:pt x="94571" y="190243"/>
                  <a:pt x="97127" y="185774"/>
                  <a:pt x="101600" y="182582"/>
                </a:cubicBezTo>
                <a:cubicBezTo>
                  <a:pt x="106073" y="180028"/>
                  <a:pt x="111185" y="179390"/>
                  <a:pt x="116297" y="181944"/>
                </a:cubicBezTo>
                <a:cubicBezTo>
                  <a:pt x="116936" y="181944"/>
                  <a:pt x="117575" y="182582"/>
                  <a:pt x="118214" y="183220"/>
                </a:cubicBezTo>
                <a:lnTo>
                  <a:pt x="118214" y="138532"/>
                </a:lnTo>
                <a:cubicBezTo>
                  <a:pt x="118214" y="134064"/>
                  <a:pt x="120131" y="128956"/>
                  <a:pt x="123326" y="125764"/>
                </a:cubicBezTo>
                <a:cubicBezTo>
                  <a:pt x="126521" y="122572"/>
                  <a:pt x="131633" y="120657"/>
                  <a:pt x="136106" y="120657"/>
                </a:cubicBezTo>
                <a:cubicBezTo>
                  <a:pt x="146330" y="120657"/>
                  <a:pt x="153998" y="128956"/>
                  <a:pt x="153998" y="138532"/>
                </a:cubicBezTo>
                <a:lnTo>
                  <a:pt x="153998" y="156408"/>
                </a:lnTo>
                <a:cubicBezTo>
                  <a:pt x="155915" y="155769"/>
                  <a:pt x="157831" y="155769"/>
                  <a:pt x="159110" y="155769"/>
                </a:cubicBezTo>
                <a:cubicBezTo>
                  <a:pt x="167416" y="155769"/>
                  <a:pt x="174445" y="161515"/>
                  <a:pt x="176362" y="168537"/>
                </a:cubicBezTo>
                <a:cubicBezTo>
                  <a:pt x="178279" y="167899"/>
                  <a:pt x="180196" y="167260"/>
                  <a:pt x="182752" y="167260"/>
                </a:cubicBezTo>
                <a:cubicBezTo>
                  <a:pt x="191059" y="167260"/>
                  <a:pt x="198088" y="173006"/>
                  <a:pt x="200005" y="180028"/>
                </a:cubicBezTo>
                <a:cubicBezTo>
                  <a:pt x="201922" y="179390"/>
                  <a:pt x="203839" y="178752"/>
                  <a:pt x="206395" y="178752"/>
                </a:cubicBezTo>
                <a:cubicBezTo>
                  <a:pt x="216619" y="178752"/>
                  <a:pt x="224287" y="187051"/>
                  <a:pt x="224287" y="196627"/>
                </a:cubicBezTo>
                <a:lnTo>
                  <a:pt x="224287" y="245783"/>
                </a:lnTo>
                <a:close/>
                <a:moveTo>
                  <a:pt x="260070" y="112996"/>
                </a:moveTo>
                <a:lnTo>
                  <a:pt x="225565" y="149385"/>
                </a:lnTo>
                <a:cubicBezTo>
                  <a:pt x="223648" y="151939"/>
                  <a:pt x="219175" y="155769"/>
                  <a:pt x="212785" y="155769"/>
                </a:cubicBezTo>
                <a:cubicBezTo>
                  <a:pt x="212785" y="155769"/>
                  <a:pt x="212785" y="155769"/>
                  <a:pt x="212785" y="155769"/>
                </a:cubicBezTo>
                <a:cubicBezTo>
                  <a:pt x="206395" y="155769"/>
                  <a:pt x="202561" y="151300"/>
                  <a:pt x="200005" y="148747"/>
                </a:cubicBezTo>
                <a:lnTo>
                  <a:pt x="166138" y="112996"/>
                </a:lnTo>
                <a:cubicBezTo>
                  <a:pt x="152720" y="98952"/>
                  <a:pt x="152720" y="76608"/>
                  <a:pt x="166138" y="62563"/>
                </a:cubicBezTo>
                <a:lnTo>
                  <a:pt x="166138" y="62563"/>
                </a:lnTo>
                <a:cubicBezTo>
                  <a:pt x="172528" y="55540"/>
                  <a:pt x="181474" y="51710"/>
                  <a:pt x="190420" y="51710"/>
                </a:cubicBezTo>
                <a:cubicBezTo>
                  <a:pt x="198727" y="51072"/>
                  <a:pt x="206395" y="54264"/>
                  <a:pt x="213424" y="60009"/>
                </a:cubicBezTo>
                <a:cubicBezTo>
                  <a:pt x="220453" y="54264"/>
                  <a:pt x="228121" y="51710"/>
                  <a:pt x="236428" y="51710"/>
                </a:cubicBezTo>
                <a:cubicBezTo>
                  <a:pt x="245374" y="51710"/>
                  <a:pt x="253680" y="55540"/>
                  <a:pt x="260709" y="62563"/>
                </a:cubicBezTo>
                <a:cubicBezTo>
                  <a:pt x="273489" y="76608"/>
                  <a:pt x="273489" y="98952"/>
                  <a:pt x="260070" y="112996"/>
                </a:cubicBezTo>
                <a:close/>
              </a:path>
            </a:pathLst>
          </a:custGeom>
          <a:solidFill>
            <a:srgbClr val="007CB0"/>
          </a:solidFill>
          <a:ln w="6390" cap="flat">
            <a:noFill/>
            <a:prstDash val="solid"/>
            <a:miter/>
          </a:ln>
        </p:spPr>
        <p:txBody>
          <a:bodyPr rtlCol="0" anchor="ctr"/>
          <a:lstStyle/>
          <a:p>
            <a:endParaRPr lang="en-US"/>
          </a:p>
        </p:txBody>
      </p:sp>
      <p:grpSp>
        <p:nvGrpSpPr>
          <p:cNvPr id="653" name="Graphic 4">
            <a:extLst>
              <a:ext uri="{FF2B5EF4-FFF2-40B4-BE49-F238E27FC236}">
                <a16:creationId xmlns:a16="http://schemas.microsoft.com/office/drawing/2014/main" id="{38D8E0DE-6345-BB44-B218-F1BEBE5260B5}"/>
              </a:ext>
            </a:extLst>
          </p:cNvPr>
          <p:cNvGrpSpPr/>
          <p:nvPr/>
        </p:nvGrpSpPr>
        <p:grpSpPr>
          <a:xfrm>
            <a:off x="2998797" y="1402085"/>
            <a:ext cx="361670" cy="361333"/>
            <a:chOff x="2998797" y="1402085"/>
            <a:chExt cx="361670" cy="361333"/>
          </a:xfrm>
          <a:solidFill>
            <a:srgbClr val="007CB0"/>
          </a:solidFill>
        </p:grpSpPr>
        <p:sp>
          <p:nvSpPr>
            <p:cNvPr id="654" name="Graphic 4">
              <a:extLst>
                <a:ext uri="{FF2B5EF4-FFF2-40B4-BE49-F238E27FC236}">
                  <a16:creationId xmlns:a16="http://schemas.microsoft.com/office/drawing/2014/main" id="{FA6DECE6-9733-8B44-9B9E-39C0B96F1782}"/>
                </a:ext>
              </a:extLst>
            </p:cNvPr>
            <p:cNvSpPr/>
            <p:nvPr/>
          </p:nvSpPr>
          <p:spPr>
            <a:xfrm>
              <a:off x="3124679" y="1478692"/>
              <a:ext cx="21725" cy="21705"/>
            </a:xfrm>
            <a:custGeom>
              <a:avLst/>
              <a:gdLst>
                <a:gd name="connsiteX0" fmla="*/ 10863 w 21725"/>
                <a:gd name="connsiteY0" fmla="*/ 21706 h 21705"/>
                <a:gd name="connsiteX1" fmla="*/ 21726 w 21725"/>
                <a:gd name="connsiteY1" fmla="*/ 10853 h 21705"/>
                <a:gd name="connsiteX2" fmla="*/ 10863 w 21725"/>
                <a:gd name="connsiteY2" fmla="*/ 0 h 21705"/>
                <a:gd name="connsiteX3" fmla="*/ 0 w 21725"/>
                <a:gd name="connsiteY3" fmla="*/ 10853 h 21705"/>
                <a:gd name="connsiteX4" fmla="*/ 10863 w 21725"/>
                <a:gd name="connsiteY4" fmla="*/ 21706 h 21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25" h="21705">
                  <a:moveTo>
                    <a:pt x="10863" y="21706"/>
                  </a:moveTo>
                  <a:cubicBezTo>
                    <a:pt x="16614" y="21706"/>
                    <a:pt x="21726" y="17237"/>
                    <a:pt x="21726" y="10853"/>
                  </a:cubicBezTo>
                  <a:cubicBezTo>
                    <a:pt x="21726" y="5107"/>
                    <a:pt x="17253" y="0"/>
                    <a:pt x="10863" y="0"/>
                  </a:cubicBezTo>
                  <a:cubicBezTo>
                    <a:pt x="5112" y="0"/>
                    <a:pt x="0" y="4469"/>
                    <a:pt x="0" y="10853"/>
                  </a:cubicBezTo>
                  <a:cubicBezTo>
                    <a:pt x="0" y="16598"/>
                    <a:pt x="4473" y="21706"/>
                    <a:pt x="10863" y="21706"/>
                  </a:cubicBezTo>
                  <a:close/>
                </a:path>
              </a:pathLst>
            </a:custGeom>
            <a:solidFill>
              <a:srgbClr val="007CB0"/>
            </a:solidFill>
            <a:ln w="6390" cap="flat">
              <a:noFill/>
              <a:prstDash val="solid"/>
              <a:miter/>
            </a:ln>
          </p:spPr>
          <p:txBody>
            <a:bodyPr rtlCol="0" anchor="ctr"/>
            <a:lstStyle/>
            <a:p>
              <a:endParaRPr lang="en-US"/>
            </a:p>
          </p:txBody>
        </p:sp>
        <p:sp>
          <p:nvSpPr>
            <p:cNvPr id="655" name="Graphic 4">
              <a:extLst>
                <a:ext uri="{FF2B5EF4-FFF2-40B4-BE49-F238E27FC236}">
                  <a16:creationId xmlns:a16="http://schemas.microsoft.com/office/drawing/2014/main" id="{DA0E6D2A-7872-B448-B553-3A85892E6C69}"/>
                </a:ext>
              </a:extLst>
            </p:cNvPr>
            <p:cNvSpPr/>
            <p:nvPr/>
          </p:nvSpPr>
          <p:spPr>
            <a:xfrm>
              <a:off x="3114455" y="1548278"/>
              <a:ext cx="42173" cy="56179"/>
            </a:xfrm>
            <a:custGeom>
              <a:avLst/>
              <a:gdLst>
                <a:gd name="connsiteX0" fmla="*/ 0 w 42173"/>
                <a:gd name="connsiteY0" fmla="*/ 0 h 56179"/>
                <a:gd name="connsiteX1" fmla="*/ 42174 w 42173"/>
                <a:gd name="connsiteY1" fmla="*/ 0 h 56179"/>
                <a:gd name="connsiteX2" fmla="*/ 42174 w 42173"/>
                <a:gd name="connsiteY2" fmla="*/ 56179 h 56179"/>
                <a:gd name="connsiteX3" fmla="*/ 0 w 42173"/>
                <a:gd name="connsiteY3" fmla="*/ 56179 h 56179"/>
              </a:gdLst>
              <a:ahLst/>
              <a:cxnLst>
                <a:cxn ang="0">
                  <a:pos x="connsiteX0" y="connsiteY0"/>
                </a:cxn>
                <a:cxn ang="0">
                  <a:pos x="connsiteX1" y="connsiteY1"/>
                </a:cxn>
                <a:cxn ang="0">
                  <a:pos x="connsiteX2" y="connsiteY2"/>
                </a:cxn>
                <a:cxn ang="0">
                  <a:pos x="connsiteX3" y="connsiteY3"/>
                </a:cxn>
              </a:cxnLst>
              <a:rect l="l" t="t" r="r" b="b"/>
              <a:pathLst>
                <a:path w="42173" h="56179">
                  <a:moveTo>
                    <a:pt x="0" y="0"/>
                  </a:moveTo>
                  <a:lnTo>
                    <a:pt x="42174" y="0"/>
                  </a:lnTo>
                  <a:lnTo>
                    <a:pt x="42174" y="56179"/>
                  </a:lnTo>
                  <a:lnTo>
                    <a:pt x="0" y="56179"/>
                  </a:lnTo>
                  <a:close/>
                </a:path>
              </a:pathLst>
            </a:custGeom>
            <a:solidFill>
              <a:srgbClr val="007CB0"/>
            </a:solidFill>
            <a:ln w="6390" cap="flat">
              <a:noFill/>
              <a:prstDash val="solid"/>
              <a:miter/>
            </a:ln>
          </p:spPr>
          <p:txBody>
            <a:bodyPr rtlCol="0" anchor="ctr"/>
            <a:lstStyle/>
            <a:p>
              <a:endParaRPr lang="en-US"/>
            </a:p>
          </p:txBody>
        </p:sp>
        <p:sp>
          <p:nvSpPr>
            <p:cNvPr id="656" name="Graphic 4">
              <a:extLst>
                <a:ext uri="{FF2B5EF4-FFF2-40B4-BE49-F238E27FC236}">
                  <a16:creationId xmlns:a16="http://schemas.microsoft.com/office/drawing/2014/main" id="{557CB912-5BA2-8942-91C0-7986949E7B72}"/>
                </a:ext>
              </a:extLst>
            </p:cNvPr>
            <p:cNvSpPr/>
            <p:nvPr/>
          </p:nvSpPr>
          <p:spPr>
            <a:xfrm>
              <a:off x="2998797"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136745 w 361670"/>
                <a:gd name="connsiteY5" fmla="*/ 63840 h 361333"/>
                <a:gd name="connsiteX6" fmla="*/ 160387 w 361670"/>
                <a:gd name="connsiteY6" fmla="*/ 87461 h 361333"/>
                <a:gd name="connsiteX7" fmla="*/ 136745 w 361670"/>
                <a:gd name="connsiteY7" fmla="*/ 111081 h 361333"/>
                <a:gd name="connsiteX8" fmla="*/ 113102 w 361670"/>
                <a:gd name="connsiteY8" fmla="*/ 87461 h 361333"/>
                <a:gd name="connsiteX9" fmla="*/ 136745 w 361670"/>
                <a:gd name="connsiteY9" fmla="*/ 63840 h 361333"/>
                <a:gd name="connsiteX10" fmla="*/ 170611 w 361670"/>
                <a:gd name="connsiteY10" fmla="*/ 209395 h 361333"/>
                <a:gd name="connsiteX11" fmla="*/ 164221 w 361670"/>
                <a:gd name="connsiteY11" fmla="*/ 215779 h 361333"/>
                <a:gd name="connsiteX12" fmla="*/ 161027 w 361670"/>
                <a:gd name="connsiteY12" fmla="*/ 215779 h 361333"/>
                <a:gd name="connsiteX13" fmla="*/ 161027 w 361670"/>
                <a:gd name="connsiteY13" fmla="*/ 300047 h 361333"/>
                <a:gd name="connsiteX14" fmla="*/ 154637 w 361670"/>
                <a:gd name="connsiteY14" fmla="*/ 306431 h 361333"/>
                <a:gd name="connsiteX15" fmla="*/ 148247 w 361670"/>
                <a:gd name="connsiteY15" fmla="*/ 300047 h 361333"/>
                <a:gd name="connsiteX16" fmla="*/ 148247 w 361670"/>
                <a:gd name="connsiteY16" fmla="*/ 215779 h 361333"/>
                <a:gd name="connsiteX17" fmla="*/ 125243 w 361670"/>
                <a:gd name="connsiteY17" fmla="*/ 215779 h 361333"/>
                <a:gd name="connsiteX18" fmla="*/ 125243 w 361670"/>
                <a:gd name="connsiteY18" fmla="*/ 300047 h 361333"/>
                <a:gd name="connsiteX19" fmla="*/ 118853 w 361670"/>
                <a:gd name="connsiteY19" fmla="*/ 306431 h 361333"/>
                <a:gd name="connsiteX20" fmla="*/ 112463 w 361670"/>
                <a:gd name="connsiteY20" fmla="*/ 300047 h 361333"/>
                <a:gd name="connsiteX21" fmla="*/ 112463 w 361670"/>
                <a:gd name="connsiteY21" fmla="*/ 215779 h 361333"/>
                <a:gd name="connsiteX22" fmla="*/ 109268 w 361670"/>
                <a:gd name="connsiteY22" fmla="*/ 215779 h 361333"/>
                <a:gd name="connsiteX23" fmla="*/ 102878 w 361670"/>
                <a:gd name="connsiteY23" fmla="*/ 209395 h 361333"/>
                <a:gd name="connsiteX24" fmla="*/ 102878 w 361670"/>
                <a:gd name="connsiteY24" fmla="*/ 140448 h 361333"/>
                <a:gd name="connsiteX25" fmla="*/ 109268 w 361670"/>
                <a:gd name="connsiteY25" fmla="*/ 134064 h 361333"/>
                <a:gd name="connsiteX26" fmla="*/ 164221 w 361670"/>
                <a:gd name="connsiteY26" fmla="*/ 134064 h 361333"/>
                <a:gd name="connsiteX27" fmla="*/ 170611 w 361670"/>
                <a:gd name="connsiteY27" fmla="*/ 140448 h 361333"/>
                <a:gd name="connsiteX28" fmla="*/ 170611 w 361670"/>
                <a:gd name="connsiteY28" fmla="*/ 209395 h 361333"/>
                <a:gd name="connsiteX29" fmla="*/ 234511 w 361670"/>
                <a:gd name="connsiteY29" fmla="*/ 65117 h 361333"/>
                <a:gd name="connsiteX30" fmla="*/ 256876 w 361670"/>
                <a:gd name="connsiteY30" fmla="*/ 87461 h 361333"/>
                <a:gd name="connsiteX31" fmla="*/ 234511 w 361670"/>
                <a:gd name="connsiteY31" fmla="*/ 109804 h 361333"/>
                <a:gd name="connsiteX32" fmla="*/ 212146 w 361670"/>
                <a:gd name="connsiteY32" fmla="*/ 87461 h 361333"/>
                <a:gd name="connsiteX33" fmla="*/ 234511 w 361670"/>
                <a:gd name="connsiteY33" fmla="*/ 65117 h 361333"/>
                <a:gd name="connsiteX34" fmla="*/ 266460 w 361670"/>
                <a:gd name="connsiteY34" fmla="*/ 229185 h 361333"/>
                <a:gd name="connsiteX35" fmla="*/ 261349 w 361670"/>
                <a:gd name="connsiteY35" fmla="*/ 231739 h 361333"/>
                <a:gd name="connsiteX36" fmla="*/ 258792 w 361670"/>
                <a:gd name="connsiteY36" fmla="*/ 231739 h 361333"/>
                <a:gd name="connsiteX37" fmla="*/ 258792 w 361670"/>
                <a:gd name="connsiteY37" fmla="*/ 300047 h 361333"/>
                <a:gd name="connsiteX38" fmla="*/ 252403 w 361670"/>
                <a:gd name="connsiteY38" fmla="*/ 306431 h 361333"/>
                <a:gd name="connsiteX39" fmla="*/ 246013 w 361670"/>
                <a:gd name="connsiteY39" fmla="*/ 300047 h 361333"/>
                <a:gd name="connsiteX40" fmla="*/ 246013 w 361670"/>
                <a:gd name="connsiteY40" fmla="*/ 231739 h 361333"/>
                <a:gd name="connsiteX41" fmla="*/ 223009 w 361670"/>
                <a:gd name="connsiteY41" fmla="*/ 231739 h 361333"/>
                <a:gd name="connsiteX42" fmla="*/ 223009 w 361670"/>
                <a:gd name="connsiteY42" fmla="*/ 300047 h 361333"/>
                <a:gd name="connsiteX43" fmla="*/ 216619 w 361670"/>
                <a:gd name="connsiteY43" fmla="*/ 306431 h 361333"/>
                <a:gd name="connsiteX44" fmla="*/ 210229 w 361670"/>
                <a:gd name="connsiteY44" fmla="*/ 300047 h 361333"/>
                <a:gd name="connsiteX45" fmla="*/ 210229 w 361670"/>
                <a:gd name="connsiteY45" fmla="*/ 231739 h 361333"/>
                <a:gd name="connsiteX46" fmla="*/ 207673 w 361670"/>
                <a:gd name="connsiteY46" fmla="*/ 231739 h 361333"/>
                <a:gd name="connsiteX47" fmla="*/ 202561 w 361670"/>
                <a:gd name="connsiteY47" fmla="*/ 229185 h 361333"/>
                <a:gd name="connsiteX48" fmla="*/ 201283 w 361670"/>
                <a:gd name="connsiteY48" fmla="*/ 224078 h 361333"/>
                <a:gd name="connsiteX49" fmla="*/ 219175 w 361670"/>
                <a:gd name="connsiteY49" fmla="*/ 137256 h 361333"/>
                <a:gd name="connsiteX50" fmla="*/ 225565 w 361670"/>
                <a:gd name="connsiteY50" fmla="*/ 132148 h 361333"/>
                <a:gd name="connsiteX51" fmla="*/ 242818 w 361670"/>
                <a:gd name="connsiteY51" fmla="*/ 132148 h 361333"/>
                <a:gd name="connsiteX52" fmla="*/ 249208 w 361670"/>
                <a:gd name="connsiteY52" fmla="*/ 137256 h 361333"/>
                <a:gd name="connsiteX53" fmla="*/ 267100 w 361670"/>
                <a:gd name="connsiteY53" fmla="*/ 224078 h 361333"/>
                <a:gd name="connsiteX54" fmla="*/ 266460 w 361670"/>
                <a:gd name="connsiteY54" fmla="*/ 22918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1" y="280257"/>
                    <a:pt x="361671" y="180667"/>
                  </a:cubicBezTo>
                  <a:cubicBezTo>
                    <a:pt x="361671" y="81077"/>
                    <a:pt x="281157" y="0"/>
                    <a:pt x="180835" y="0"/>
                  </a:cubicBezTo>
                  <a:close/>
                  <a:moveTo>
                    <a:pt x="136745" y="63840"/>
                  </a:moveTo>
                  <a:cubicBezTo>
                    <a:pt x="149525" y="63840"/>
                    <a:pt x="160387" y="74054"/>
                    <a:pt x="160387" y="87461"/>
                  </a:cubicBezTo>
                  <a:cubicBezTo>
                    <a:pt x="160387" y="100867"/>
                    <a:pt x="150164" y="111081"/>
                    <a:pt x="136745" y="111081"/>
                  </a:cubicBezTo>
                  <a:cubicBezTo>
                    <a:pt x="123326" y="111081"/>
                    <a:pt x="113102" y="100867"/>
                    <a:pt x="113102" y="87461"/>
                  </a:cubicBezTo>
                  <a:cubicBezTo>
                    <a:pt x="113102" y="74054"/>
                    <a:pt x="123326" y="63840"/>
                    <a:pt x="136745" y="63840"/>
                  </a:cubicBezTo>
                  <a:close/>
                  <a:moveTo>
                    <a:pt x="170611" y="209395"/>
                  </a:moveTo>
                  <a:cubicBezTo>
                    <a:pt x="170611" y="213225"/>
                    <a:pt x="168055" y="215779"/>
                    <a:pt x="164221" y="215779"/>
                  </a:cubicBezTo>
                  <a:lnTo>
                    <a:pt x="161027" y="215779"/>
                  </a:lnTo>
                  <a:lnTo>
                    <a:pt x="161027" y="300047"/>
                  </a:lnTo>
                  <a:cubicBezTo>
                    <a:pt x="161027" y="303878"/>
                    <a:pt x="158471" y="306431"/>
                    <a:pt x="154637" y="306431"/>
                  </a:cubicBezTo>
                  <a:cubicBezTo>
                    <a:pt x="150803" y="306431"/>
                    <a:pt x="148247" y="303878"/>
                    <a:pt x="148247" y="300047"/>
                  </a:cubicBezTo>
                  <a:lnTo>
                    <a:pt x="148247" y="215779"/>
                  </a:lnTo>
                  <a:lnTo>
                    <a:pt x="125243" y="215779"/>
                  </a:lnTo>
                  <a:lnTo>
                    <a:pt x="125243" y="300047"/>
                  </a:lnTo>
                  <a:cubicBezTo>
                    <a:pt x="125243" y="303878"/>
                    <a:pt x="122687" y="306431"/>
                    <a:pt x="118853" y="306431"/>
                  </a:cubicBezTo>
                  <a:cubicBezTo>
                    <a:pt x="115019" y="306431"/>
                    <a:pt x="112463" y="303878"/>
                    <a:pt x="112463" y="300047"/>
                  </a:cubicBezTo>
                  <a:lnTo>
                    <a:pt x="112463" y="215779"/>
                  </a:lnTo>
                  <a:lnTo>
                    <a:pt x="109268" y="215779"/>
                  </a:lnTo>
                  <a:cubicBezTo>
                    <a:pt x="105434" y="215779"/>
                    <a:pt x="102878" y="213225"/>
                    <a:pt x="102878" y="209395"/>
                  </a:cubicBezTo>
                  <a:lnTo>
                    <a:pt x="102878" y="140448"/>
                  </a:lnTo>
                  <a:cubicBezTo>
                    <a:pt x="102878" y="136617"/>
                    <a:pt x="105434" y="134064"/>
                    <a:pt x="109268" y="134064"/>
                  </a:cubicBezTo>
                  <a:lnTo>
                    <a:pt x="164221" y="134064"/>
                  </a:lnTo>
                  <a:cubicBezTo>
                    <a:pt x="168055" y="134064"/>
                    <a:pt x="170611" y="136617"/>
                    <a:pt x="170611" y="140448"/>
                  </a:cubicBezTo>
                  <a:lnTo>
                    <a:pt x="170611" y="209395"/>
                  </a:lnTo>
                  <a:close/>
                  <a:moveTo>
                    <a:pt x="234511" y="65117"/>
                  </a:moveTo>
                  <a:cubicBezTo>
                    <a:pt x="246652" y="65117"/>
                    <a:pt x="256876" y="75331"/>
                    <a:pt x="256876" y="87461"/>
                  </a:cubicBezTo>
                  <a:cubicBezTo>
                    <a:pt x="256876" y="99590"/>
                    <a:pt x="246652" y="109804"/>
                    <a:pt x="234511" y="109804"/>
                  </a:cubicBezTo>
                  <a:cubicBezTo>
                    <a:pt x="222370" y="109804"/>
                    <a:pt x="212146" y="99590"/>
                    <a:pt x="212146" y="87461"/>
                  </a:cubicBezTo>
                  <a:cubicBezTo>
                    <a:pt x="212785" y="75331"/>
                    <a:pt x="222370" y="65117"/>
                    <a:pt x="234511" y="65117"/>
                  </a:cubicBezTo>
                  <a:close/>
                  <a:moveTo>
                    <a:pt x="266460" y="229185"/>
                  </a:moveTo>
                  <a:cubicBezTo>
                    <a:pt x="265182" y="230462"/>
                    <a:pt x="263266" y="231739"/>
                    <a:pt x="261349" y="231739"/>
                  </a:cubicBezTo>
                  <a:lnTo>
                    <a:pt x="258792" y="231739"/>
                  </a:lnTo>
                  <a:lnTo>
                    <a:pt x="258792" y="300047"/>
                  </a:lnTo>
                  <a:cubicBezTo>
                    <a:pt x="258792" y="303878"/>
                    <a:pt x="256237" y="306431"/>
                    <a:pt x="252403" y="306431"/>
                  </a:cubicBezTo>
                  <a:cubicBezTo>
                    <a:pt x="248569" y="306431"/>
                    <a:pt x="246013" y="303878"/>
                    <a:pt x="246013" y="300047"/>
                  </a:cubicBezTo>
                  <a:lnTo>
                    <a:pt x="246013" y="231739"/>
                  </a:lnTo>
                  <a:lnTo>
                    <a:pt x="223009" y="231739"/>
                  </a:lnTo>
                  <a:lnTo>
                    <a:pt x="223009" y="300047"/>
                  </a:lnTo>
                  <a:cubicBezTo>
                    <a:pt x="223009" y="303878"/>
                    <a:pt x="220453" y="306431"/>
                    <a:pt x="216619" y="306431"/>
                  </a:cubicBezTo>
                  <a:cubicBezTo>
                    <a:pt x="212785" y="306431"/>
                    <a:pt x="210229" y="303878"/>
                    <a:pt x="210229" y="300047"/>
                  </a:cubicBezTo>
                  <a:lnTo>
                    <a:pt x="210229" y="231739"/>
                  </a:lnTo>
                  <a:lnTo>
                    <a:pt x="207673" y="231739"/>
                  </a:lnTo>
                  <a:cubicBezTo>
                    <a:pt x="205756" y="231739"/>
                    <a:pt x="203839" y="231100"/>
                    <a:pt x="202561" y="229185"/>
                  </a:cubicBezTo>
                  <a:cubicBezTo>
                    <a:pt x="201283" y="227908"/>
                    <a:pt x="200644" y="225993"/>
                    <a:pt x="201283" y="224078"/>
                  </a:cubicBezTo>
                  <a:lnTo>
                    <a:pt x="219175" y="137256"/>
                  </a:lnTo>
                  <a:cubicBezTo>
                    <a:pt x="219814" y="134064"/>
                    <a:pt x="222370" y="132148"/>
                    <a:pt x="225565" y="132148"/>
                  </a:cubicBezTo>
                  <a:lnTo>
                    <a:pt x="242818" y="132148"/>
                  </a:lnTo>
                  <a:cubicBezTo>
                    <a:pt x="246013" y="132148"/>
                    <a:pt x="248569" y="134064"/>
                    <a:pt x="249208" y="137256"/>
                  </a:cubicBezTo>
                  <a:lnTo>
                    <a:pt x="267100" y="224078"/>
                  </a:lnTo>
                  <a:cubicBezTo>
                    <a:pt x="268377" y="225355"/>
                    <a:pt x="267739" y="227270"/>
                    <a:pt x="266460" y="229185"/>
                  </a:cubicBezTo>
                  <a:close/>
                </a:path>
              </a:pathLst>
            </a:custGeom>
            <a:solidFill>
              <a:srgbClr val="007CB0"/>
            </a:solidFill>
            <a:ln w="6390" cap="flat">
              <a:noFill/>
              <a:prstDash val="solid"/>
              <a:miter/>
            </a:ln>
          </p:spPr>
          <p:txBody>
            <a:bodyPr rtlCol="0" anchor="ctr"/>
            <a:lstStyle/>
            <a:p>
              <a:endParaRPr lang="en-US"/>
            </a:p>
          </p:txBody>
        </p:sp>
      </p:grpSp>
      <p:grpSp>
        <p:nvGrpSpPr>
          <p:cNvPr id="657" name="Graphic 4">
            <a:extLst>
              <a:ext uri="{FF2B5EF4-FFF2-40B4-BE49-F238E27FC236}">
                <a16:creationId xmlns:a16="http://schemas.microsoft.com/office/drawing/2014/main" id="{3A2DAD3F-7F94-6F4E-A136-A6D85BC97C45}"/>
              </a:ext>
            </a:extLst>
          </p:cNvPr>
          <p:cNvGrpSpPr/>
          <p:nvPr/>
        </p:nvGrpSpPr>
        <p:grpSpPr>
          <a:xfrm>
            <a:off x="1952764" y="1402085"/>
            <a:ext cx="361670" cy="361333"/>
            <a:chOff x="1952764" y="1402085"/>
            <a:chExt cx="361670" cy="361333"/>
          </a:xfrm>
          <a:solidFill>
            <a:srgbClr val="007CB0"/>
          </a:solidFill>
        </p:grpSpPr>
        <p:sp>
          <p:nvSpPr>
            <p:cNvPr id="658" name="Graphic 4">
              <a:extLst>
                <a:ext uri="{FF2B5EF4-FFF2-40B4-BE49-F238E27FC236}">
                  <a16:creationId xmlns:a16="http://schemas.microsoft.com/office/drawing/2014/main" id="{948FE4E6-8C61-E649-96B3-21076FBDA35D}"/>
                </a:ext>
              </a:extLst>
            </p:cNvPr>
            <p:cNvSpPr/>
            <p:nvPr/>
          </p:nvSpPr>
          <p:spPr>
            <a:xfrm>
              <a:off x="2170022" y="1547639"/>
              <a:ext cx="37061" cy="74054"/>
            </a:xfrm>
            <a:custGeom>
              <a:avLst/>
              <a:gdLst>
                <a:gd name="connsiteX0" fmla="*/ 14697 w 37061"/>
                <a:gd name="connsiteY0" fmla="*/ 0 h 74054"/>
                <a:gd name="connsiteX1" fmla="*/ 0 w 37061"/>
                <a:gd name="connsiteY1" fmla="*/ 74054 h 74054"/>
                <a:gd name="connsiteX2" fmla="*/ 37062 w 37061"/>
                <a:gd name="connsiteY2" fmla="*/ 74054 h 74054"/>
                <a:gd name="connsiteX3" fmla="*/ 21726 w 37061"/>
                <a:gd name="connsiteY3" fmla="*/ 0 h 74054"/>
              </a:gdLst>
              <a:ahLst/>
              <a:cxnLst>
                <a:cxn ang="0">
                  <a:pos x="connsiteX0" y="connsiteY0"/>
                </a:cxn>
                <a:cxn ang="0">
                  <a:pos x="connsiteX1" y="connsiteY1"/>
                </a:cxn>
                <a:cxn ang="0">
                  <a:pos x="connsiteX2" y="connsiteY2"/>
                </a:cxn>
                <a:cxn ang="0">
                  <a:pos x="connsiteX3" y="connsiteY3"/>
                </a:cxn>
              </a:cxnLst>
              <a:rect l="l" t="t" r="r" b="b"/>
              <a:pathLst>
                <a:path w="37061" h="74054">
                  <a:moveTo>
                    <a:pt x="14697" y="0"/>
                  </a:moveTo>
                  <a:lnTo>
                    <a:pt x="0" y="74054"/>
                  </a:lnTo>
                  <a:lnTo>
                    <a:pt x="37062" y="74054"/>
                  </a:lnTo>
                  <a:lnTo>
                    <a:pt x="21726" y="0"/>
                  </a:lnTo>
                  <a:close/>
                </a:path>
              </a:pathLst>
            </a:custGeom>
            <a:solidFill>
              <a:srgbClr val="007CB0"/>
            </a:solidFill>
            <a:ln w="6390" cap="flat">
              <a:noFill/>
              <a:prstDash val="solid"/>
              <a:miter/>
            </a:ln>
          </p:spPr>
          <p:txBody>
            <a:bodyPr rtlCol="0" anchor="ctr"/>
            <a:lstStyle/>
            <a:p>
              <a:endParaRPr lang="en-US"/>
            </a:p>
          </p:txBody>
        </p:sp>
        <p:sp>
          <p:nvSpPr>
            <p:cNvPr id="659" name="Graphic 4">
              <a:extLst>
                <a:ext uri="{FF2B5EF4-FFF2-40B4-BE49-F238E27FC236}">
                  <a16:creationId xmlns:a16="http://schemas.microsoft.com/office/drawing/2014/main" id="{FBE500D4-F25F-AC43-8D9A-B775F54AA3A8}"/>
                </a:ext>
              </a:extLst>
            </p:cNvPr>
            <p:cNvSpPr/>
            <p:nvPr/>
          </p:nvSpPr>
          <p:spPr>
            <a:xfrm>
              <a:off x="2178968" y="1481246"/>
              <a:ext cx="19169" cy="19151"/>
            </a:xfrm>
            <a:custGeom>
              <a:avLst/>
              <a:gdLst>
                <a:gd name="connsiteX0" fmla="*/ 9585 w 19169"/>
                <a:gd name="connsiteY0" fmla="*/ 19152 h 19151"/>
                <a:gd name="connsiteX1" fmla="*/ 19170 w 19169"/>
                <a:gd name="connsiteY1" fmla="*/ 9576 h 19151"/>
                <a:gd name="connsiteX2" fmla="*/ 9585 w 19169"/>
                <a:gd name="connsiteY2" fmla="*/ 0 h 19151"/>
                <a:gd name="connsiteX3" fmla="*/ 0 w 19169"/>
                <a:gd name="connsiteY3" fmla="*/ 9576 h 19151"/>
                <a:gd name="connsiteX4" fmla="*/ 9585 w 19169"/>
                <a:gd name="connsiteY4" fmla="*/ 19152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9585" y="19152"/>
                  </a:moveTo>
                  <a:cubicBezTo>
                    <a:pt x="14697" y="19152"/>
                    <a:pt x="19170" y="14683"/>
                    <a:pt x="19170" y="9576"/>
                  </a:cubicBezTo>
                  <a:cubicBezTo>
                    <a:pt x="19170" y="4469"/>
                    <a:pt x="14697" y="0"/>
                    <a:pt x="9585" y="0"/>
                  </a:cubicBezTo>
                  <a:cubicBezTo>
                    <a:pt x="4473" y="0"/>
                    <a:pt x="0" y="4469"/>
                    <a:pt x="0" y="9576"/>
                  </a:cubicBezTo>
                  <a:cubicBezTo>
                    <a:pt x="0" y="14683"/>
                    <a:pt x="4473" y="19152"/>
                    <a:pt x="9585" y="19152"/>
                  </a:cubicBezTo>
                  <a:close/>
                </a:path>
              </a:pathLst>
            </a:custGeom>
            <a:solidFill>
              <a:srgbClr val="007CB0"/>
            </a:solidFill>
            <a:ln w="6390" cap="flat">
              <a:noFill/>
              <a:prstDash val="solid"/>
              <a:miter/>
            </a:ln>
          </p:spPr>
          <p:txBody>
            <a:bodyPr rtlCol="0" anchor="ctr"/>
            <a:lstStyle/>
            <a:p>
              <a:endParaRPr lang="en-US"/>
            </a:p>
          </p:txBody>
        </p:sp>
        <p:sp>
          <p:nvSpPr>
            <p:cNvPr id="660" name="Graphic 4">
              <a:extLst>
                <a:ext uri="{FF2B5EF4-FFF2-40B4-BE49-F238E27FC236}">
                  <a16:creationId xmlns:a16="http://schemas.microsoft.com/office/drawing/2014/main" id="{550FBA76-30BF-C84D-A517-82654F44BB67}"/>
                </a:ext>
              </a:extLst>
            </p:cNvPr>
            <p:cNvSpPr/>
            <p:nvPr/>
          </p:nvSpPr>
          <p:spPr>
            <a:xfrm>
              <a:off x="1952764"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37384 w 361670"/>
                <a:gd name="connsiteY5" fmla="*/ 63840 h 361333"/>
                <a:gd name="connsiteX6" fmla="*/ 161026 w 361670"/>
                <a:gd name="connsiteY6" fmla="*/ 87461 h 361333"/>
                <a:gd name="connsiteX7" fmla="*/ 137384 w 361670"/>
                <a:gd name="connsiteY7" fmla="*/ 111081 h 361333"/>
                <a:gd name="connsiteX8" fmla="*/ 113741 w 361670"/>
                <a:gd name="connsiteY8" fmla="*/ 87461 h 361333"/>
                <a:gd name="connsiteX9" fmla="*/ 137384 w 361670"/>
                <a:gd name="connsiteY9" fmla="*/ 63840 h 361333"/>
                <a:gd name="connsiteX10" fmla="*/ 171250 w 361670"/>
                <a:gd name="connsiteY10" fmla="*/ 210033 h 361333"/>
                <a:gd name="connsiteX11" fmla="*/ 164860 w 361670"/>
                <a:gd name="connsiteY11" fmla="*/ 216417 h 361333"/>
                <a:gd name="connsiteX12" fmla="*/ 161665 w 361670"/>
                <a:gd name="connsiteY12" fmla="*/ 216417 h 361333"/>
                <a:gd name="connsiteX13" fmla="*/ 161665 w 361670"/>
                <a:gd name="connsiteY13" fmla="*/ 300686 h 361333"/>
                <a:gd name="connsiteX14" fmla="*/ 155275 w 361670"/>
                <a:gd name="connsiteY14" fmla="*/ 307070 h 361333"/>
                <a:gd name="connsiteX15" fmla="*/ 148885 w 361670"/>
                <a:gd name="connsiteY15" fmla="*/ 300686 h 361333"/>
                <a:gd name="connsiteX16" fmla="*/ 148885 w 361670"/>
                <a:gd name="connsiteY16" fmla="*/ 216417 h 361333"/>
                <a:gd name="connsiteX17" fmla="*/ 125882 w 361670"/>
                <a:gd name="connsiteY17" fmla="*/ 216417 h 361333"/>
                <a:gd name="connsiteX18" fmla="*/ 125882 w 361670"/>
                <a:gd name="connsiteY18" fmla="*/ 300686 h 361333"/>
                <a:gd name="connsiteX19" fmla="*/ 119492 w 361670"/>
                <a:gd name="connsiteY19" fmla="*/ 307070 h 361333"/>
                <a:gd name="connsiteX20" fmla="*/ 113102 w 361670"/>
                <a:gd name="connsiteY20" fmla="*/ 300686 h 361333"/>
                <a:gd name="connsiteX21" fmla="*/ 113102 w 361670"/>
                <a:gd name="connsiteY21" fmla="*/ 216417 h 361333"/>
                <a:gd name="connsiteX22" fmla="*/ 109907 w 361670"/>
                <a:gd name="connsiteY22" fmla="*/ 216417 h 361333"/>
                <a:gd name="connsiteX23" fmla="*/ 103517 w 361670"/>
                <a:gd name="connsiteY23" fmla="*/ 210033 h 361333"/>
                <a:gd name="connsiteX24" fmla="*/ 103517 w 361670"/>
                <a:gd name="connsiteY24" fmla="*/ 141086 h 361333"/>
                <a:gd name="connsiteX25" fmla="*/ 109907 w 361670"/>
                <a:gd name="connsiteY25" fmla="*/ 134702 h 361333"/>
                <a:gd name="connsiteX26" fmla="*/ 164860 w 361670"/>
                <a:gd name="connsiteY26" fmla="*/ 134702 h 361333"/>
                <a:gd name="connsiteX27" fmla="*/ 171250 w 361670"/>
                <a:gd name="connsiteY27" fmla="*/ 141086 h 361333"/>
                <a:gd name="connsiteX28" fmla="*/ 171250 w 361670"/>
                <a:gd name="connsiteY28" fmla="*/ 210033 h 361333"/>
                <a:gd name="connsiteX29" fmla="*/ 235789 w 361670"/>
                <a:gd name="connsiteY29" fmla="*/ 67032 h 361333"/>
                <a:gd name="connsiteX30" fmla="*/ 258153 w 361670"/>
                <a:gd name="connsiteY30" fmla="*/ 89376 h 361333"/>
                <a:gd name="connsiteX31" fmla="*/ 235789 w 361670"/>
                <a:gd name="connsiteY31" fmla="*/ 111720 h 361333"/>
                <a:gd name="connsiteX32" fmla="*/ 213424 w 361670"/>
                <a:gd name="connsiteY32" fmla="*/ 89376 h 361333"/>
                <a:gd name="connsiteX33" fmla="*/ 235789 w 361670"/>
                <a:gd name="connsiteY33" fmla="*/ 67032 h 361333"/>
                <a:gd name="connsiteX34" fmla="*/ 267099 w 361670"/>
                <a:gd name="connsiteY34" fmla="*/ 229823 h 361333"/>
                <a:gd name="connsiteX35" fmla="*/ 261987 w 361670"/>
                <a:gd name="connsiteY35" fmla="*/ 232377 h 361333"/>
                <a:gd name="connsiteX36" fmla="*/ 259431 w 361670"/>
                <a:gd name="connsiteY36" fmla="*/ 232377 h 361333"/>
                <a:gd name="connsiteX37" fmla="*/ 259431 w 361670"/>
                <a:gd name="connsiteY37" fmla="*/ 300047 h 361333"/>
                <a:gd name="connsiteX38" fmla="*/ 253042 w 361670"/>
                <a:gd name="connsiteY38" fmla="*/ 306431 h 361333"/>
                <a:gd name="connsiteX39" fmla="*/ 246652 w 361670"/>
                <a:gd name="connsiteY39" fmla="*/ 300047 h 361333"/>
                <a:gd name="connsiteX40" fmla="*/ 246652 w 361670"/>
                <a:gd name="connsiteY40" fmla="*/ 231739 h 361333"/>
                <a:gd name="connsiteX41" fmla="*/ 223648 w 361670"/>
                <a:gd name="connsiteY41" fmla="*/ 231739 h 361333"/>
                <a:gd name="connsiteX42" fmla="*/ 223648 w 361670"/>
                <a:gd name="connsiteY42" fmla="*/ 300047 h 361333"/>
                <a:gd name="connsiteX43" fmla="*/ 217258 w 361670"/>
                <a:gd name="connsiteY43" fmla="*/ 306431 h 361333"/>
                <a:gd name="connsiteX44" fmla="*/ 210868 w 361670"/>
                <a:gd name="connsiteY44" fmla="*/ 300047 h 361333"/>
                <a:gd name="connsiteX45" fmla="*/ 210868 w 361670"/>
                <a:gd name="connsiteY45" fmla="*/ 231739 h 361333"/>
                <a:gd name="connsiteX46" fmla="*/ 208312 w 361670"/>
                <a:gd name="connsiteY46" fmla="*/ 231739 h 361333"/>
                <a:gd name="connsiteX47" fmla="*/ 203200 w 361670"/>
                <a:gd name="connsiteY47" fmla="*/ 229185 h 361333"/>
                <a:gd name="connsiteX48" fmla="*/ 201922 w 361670"/>
                <a:gd name="connsiteY48" fmla="*/ 224078 h 361333"/>
                <a:gd name="connsiteX49" fmla="*/ 219814 w 361670"/>
                <a:gd name="connsiteY49" fmla="*/ 137256 h 361333"/>
                <a:gd name="connsiteX50" fmla="*/ 226204 w 361670"/>
                <a:gd name="connsiteY50" fmla="*/ 132148 h 361333"/>
                <a:gd name="connsiteX51" fmla="*/ 243457 w 361670"/>
                <a:gd name="connsiteY51" fmla="*/ 132148 h 361333"/>
                <a:gd name="connsiteX52" fmla="*/ 249847 w 361670"/>
                <a:gd name="connsiteY52" fmla="*/ 137256 h 361333"/>
                <a:gd name="connsiteX53" fmla="*/ 267738 w 361670"/>
                <a:gd name="connsiteY53" fmla="*/ 224078 h 361333"/>
                <a:gd name="connsiteX54" fmla="*/ 267099 w 361670"/>
                <a:gd name="connsiteY54" fmla="*/ 22982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37384" y="63840"/>
                  </a:moveTo>
                  <a:cubicBezTo>
                    <a:pt x="150164" y="63840"/>
                    <a:pt x="161026" y="74054"/>
                    <a:pt x="161026" y="87461"/>
                  </a:cubicBezTo>
                  <a:cubicBezTo>
                    <a:pt x="161026" y="100867"/>
                    <a:pt x="150803" y="111081"/>
                    <a:pt x="137384" y="111081"/>
                  </a:cubicBezTo>
                  <a:cubicBezTo>
                    <a:pt x="123965" y="111081"/>
                    <a:pt x="113741" y="100867"/>
                    <a:pt x="113741" y="87461"/>
                  </a:cubicBezTo>
                  <a:cubicBezTo>
                    <a:pt x="113741" y="74054"/>
                    <a:pt x="124604" y="63840"/>
                    <a:pt x="137384" y="63840"/>
                  </a:cubicBezTo>
                  <a:close/>
                  <a:moveTo>
                    <a:pt x="171250" y="210033"/>
                  </a:moveTo>
                  <a:cubicBezTo>
                    <a:pt x="171250" y="213863"/>
                    <a:pt x="168694" y="216417"/>
                    <a:pt x="164860" y="216417"/>
                  </a:cubicBezTo>
                  <a:lnTo>
                    <a:pt x="161665" y="216417"/>
                  </a:lnTo>
                  <a:lnTo>
                    <a:pt x="161665" y="300686"/>
                  </a:lnTo>
                  <a:cubicBezTo>
                    <a:pt x="161665" y="304516"/>
                    <a:pt x="159109" y="307070"/>
                    <a:pt x="155275" y="307070"/>
                  </a:cubicBezTo>
                  <a:cubicBezTo>
                    <a:pt x="151441" y="307070"/>
                    <a:pt x="148885" y="304516"/>
                    <a:pt x="148885" y="300686"/>
                  </a:cubicBezTo>
                  <a:lnTo>
                    <a:pt x="148885" y="216417"/>
                  </a:lnTo>
                  <a:lnTo>
                    <a:pt x="125882" y="216417"/>
                  </a:lnTo>
                  <a:lnTo>
                    <a:pt x="125882" y="300686"/>
                  </a:lnTo>
                  <a:cubicBezTo>
                    <a:pt x="125882" y="304516"/>
                    <a:pt x="123326" y="307070"/>
                    <a:pt x="119492" y="307070"/>
                  </a:cubicBezTo>
                  <a:cubicBezTo>
                    <a:pt x="115658" y="307070"/>
                    <a:pt x="113102" y="304516"/>
                    <a:pt x="113102" y="300686"/>
                  </a:cubicBezTo>
                  <a:lnTo>
                    <a:pt x="113102" y="216417"/>
                  </a:lnTo>
                  <a:lnTo>
                    <a:pt x="109907" y="216417"/>
                  </a:lnTo>
                  <a:cubicBezTo>
                    <a:pt x="106073" y="216417"/>
                    <a:pt x="103517" y="213863"/>
                    <a:pt x="103517" y="210033"/>
                  </a:cubicBezTo>
                  <a:lnTo>
                    <a:pt x="103517" y="141086"/>
                  </a:lnTo>
                  <a:cubicBezTo>
                    <a:pt x="103517" y="137256"/>
                    <a:pt x="106073" y="134702"/>
                    <a:pt x="109907" y="134702"/>
                  </a:cubicBezTo>
                  <a:lnTo>
                    <a:pt x="164860" y="134702"/>
                  </a:lnTo>
                  <a:cubicBezTo>
                    <a:pt x="168694" y="134702"/>
                    <a:pt x="171250" y="137256"/>
                    <a:pt x="171250" y="141086"/>
                  </a:cubicBezTo>
                  <a:lnTo>
                    <a:pt x="171250" y="210033"/>
                  </a:lnTo>
                  <a:close/>
                  <a:moveTo>
                    <a:pt x="235789" y="67032"/>
                  </a:moveTo>
                  <a:cubicBezTo>
                    <a:pt x="247929" y="67032"/>
                    <a:pt x="258153" y="77246"/>
                    <a:pt x="258153" y="89376"/>
                  </a:cubicBezTo>
                  <a:cubicBezTo>
                    <a:pt x="258153" y="101505"/>
                    <a:pt x="247929" y="111720"/>
                    <a:pt x="235789" y="111720"/>
                  </a:cubicBezTo>
                  <a:cubicBezTo>
                    <a:pt x="223648" y="111720"/>
                    <a:pt x="213424" y="101505"/>
                    <a:pt x="213424" y="89376"/>
                  </a:cubicBezTo>
                  <a:cubicBezTo>
                    <a:pt x="213424" y="76608"/>
                    <a:pt x="223648" y="67032"/>
                    <a:pt x="235789" y="67032"/>
                  </a:cubicBezTo>
                  <a:close/>
                  <a:moveTo>
                    <a:pt x="267099" y="229823"/>
                  </a:moveTo>
                  <a:cubicBezTo>
                    <a:pt x="265821" y="231100"/>
                    <a:pt x="263904" y="232377"/>
                    <a:pt x="261987" y="232377"/>
                  </a:cubicBezTo>
                  <a:lnTo>
                    <a:pt x="259431" y="232377"/>
                  </a:lnTo>
                  <a:lnTo>
                    <a:pt x="259431" y="300047"/>
                  </a:lnTo>
                  <a:cubicBezTo>
                    <a:pt x="259431" y="303878"/>
                    <a:pt x="256875" y="306431"/>
                    <a:pt x="253042" y="306431"/>
                  </a:cubicBezTo>
                  <a:cubicBezTo>
                    <a:pt x="249208" y="306431"/>
                    <a:pt x="246652" y="303878"/>
                    <a:pt x="246652" y="300047"/>
                  </a:cubicBezTo>
                  <a:lnTo>
                    <a:pt x="246652" y="231739"/>
                  </a:lnTo>
                  <a:lnTo>
                    <a:pt x="223648" y="231739"/>
                  </a:lnTo>
                  <a:lnTo>
                    <a:pt x="223648" y="300047"/>
                  </a:lnTo>
                  <a:cubicBezTo>
                    <a:pt x="223648" y="303878"/>
                    <a:pt x="221092" y="306431"/>
                    <a:pt x="217258" y="306431"/>
                  </a:cubicBezTo>
                  <a:cubicBezTo>
                    <a:pt x="213424" y="306431"/>
                    <a:pt x="210868" y="303878"/>
                    <a:pt x="210868" y="300047"/>
                  </a:cubicBezTo>
                  <a:lnTo>
                    <a:pt x="210868" y="231739"/>
                  </a:lnTo>
                  <a:lnTo>
                    <a:pt x="208312" y="231739"/>
                  </a:lnTo>
                  <a:cubicBezTo>
                    <a:pt x="206395" y="231739"/>
                    <a:pt x="204478" y="231100"/>
                    <a:pt x="203200" y="229185"/>
                  </a:cubicBezTo>
                  <a:cubicBezTo>
                    <a:pt x="201922" y="227908"/>
                    <a:pt x="201283" y="225993"/>
                    <a:pt x="201922" y="224078"/>
                  </a:cubicBezTo>
                  <a:lnTo>
                    <a:pt x="219814" y="137256"/>
                  </a:lnTo>
                  <a:cubicBezTo>
                    <a:pt x="220453" y="134064"/>
                    <a:pt x="223009" y="132148"/>
                    <a:pt x="226204" y="132148"/>
                  </a:cubicBezTo>
                  <a:lnTo>
                    <a:pt x="243457" y="132148"/>
                  </a:lnTo>
                  <a:cubicBezTo>
                    <a:pt x="246652" y="132148"/>
                    <a:pt x="249208" y="134064"/>
                    <a:pt x="249847" y="137256"/>
                  </a:cubicBezTo>
                  <a:lnTo>
                    <a:pt x="267738" y="224078"/>
                  </a:lnTo>
                  <a:cubicBezTo>
                    <a:pt x="269016" y="226631"/>
                    <a:pt x="268377" y="228547"/>
                    <a:pt x="267099" y="229823"/>
                  </a:cubicBezTo>
                  <a:close/>
                </a:path>
              </a:pathLst>
            </a:custGeom>
            <a:solidFill>
              <a:srgbClr val="007CB0"/>
            </a:solidFill>
            <a:ln w="6390" cap="flat">
              <a:noFill/>
              <a:prstDash val="solid"/>
              <a:miter/>
            </a:ln>
          </p:spPr>
          <p:txBody>
            <a:bodyPr rtlCol="0" anchor="ctr"/>
            <a:lstStyle/>
            <a:p>
              <a:endParaRPr lang="en-US"/>
            </a:p>
          </p:txBody>
        </p:sp>
      </p:grpSp>
      <p:grpSp>
        <p:nvGrpSpPr>
          <p:cNvPr id="661" name="Graphic 4">
            <a:extLst>
              <a:ext uri="{FF2B5EF4-FFF2-40B4-BE49-F238E27FC236}">
                <a16:creationId xmlns:a16="http://schemas.microsoft.com/office/drawing/2014/main" id="{2E5400EC-367B-1C48-BB20-18787BC509FD}"/>
              </a:ext>
            </a:extLst>
          </p:cNvPr>
          <p:cNvGrpSpPr/>
          <p:nvPr/>
        </p:nvGrpSpPr>
        <p:grpSpPr>
          <a:xfrm>
            <a:off x="4046108" y="1402085"/>
            <a:ext cx="361670" cy="361333"/>
            <a:chOff x="4046108" y="1402085"/>
            <a:chExt cx="361670" cy="361333"/>
          </a:xfrm>
          <a:solidFill>
            <a:srgbClr val="007CB0"/>
          </a:solidFill>
        </p:grpSpPr>
        <p:sp>
          <p:nvSpPr>
            <p:cNvPr id="662" name="Graphic 4">
              <a:extLst>
                <a:ext uri="{FF2B5EF4-FFF2-40B4-BE49-F238E27FC236}">
                  <a16:creationId xmlns:a16="http://schemas.microsoft.com/office/drawing/2014/main" id="{E487F200-9E6C-AD4A-BF53-B1AC5A6A83DB}"/>
                </a:ext>
              </a:extLst>
            </p:cNvPr>
            <p:cNvSpPr/>
            <p:nvPr/>
          </p:nvSpPr>
          <p:spPr>
            <a:xfrm>
              <a:off x="4163682" y="1545724"/>
              <a:ext cx="37700" cy="73415"/>
            </a:xfrm>
            <a:custGeom>
              <a:avLst/>
              <a:gdLst>
                <a:gd name="connsiteX0" fmla="*/ 15336 w 37700"/>
                <a:gd name="connsiteY0" fmla="*/ 0 h 73415"/>
                <a:gd name="connsiteX1" fmla="*/ 0 w 37700"/>
                <a:gd name="connsiteY1" fmla="*/ 73416 h 73415"/>
                <a:gd name="connsiteX2" fmla="*/ 37701 w 37700"/>
                <a:gd name="connsiteY2" fmla="*/ 73416 h 73415"/>
                <a:gd name="connsiteX3" fmla="*/ 22365 w 37700"/>
                <a:gd name="connsiteY3" fmla="*/ 0 h 73415"/>
              </a:gdLst>
              <a:ahLst/>
              <a:cxnLst>
                <a:cxn ang="0">
                  <a:pos x="connsiteX0" y="connsiteY0"/>
                </a:cxn>
                <a:cxn ang="0">
                  <a:pos x="connsiteX1" y="connsiteY1"/>
                </a:cxn>
                <a:cxn ang="0">
                  <a:pos x="connsiteX2" y="connsiteY2"/>
                </a:cxn>
                <a:cxn ang="0">
                  <a:pos x="connsiteX3" y="connsiteY3"/>
                </a:cxn>
              </a:cxnLst>
              <a:rect l="l" t="t" r="r" b="b"/>
              <a:pathLst>
                <a:path w="37700" h="73415">
                  <a:moveTo>
                    <a:pt x="15336" y="0"/>
                  </a:moveTo>
                  <a:lnTo>
                    <a:pt x="0" y="73416"/>
                  </a:lnTo>
                  <a:lnTo>
                    <a:pt x="37701" y="73416"/>
                  </a:lnTo>
                  <a:lnTo>
                    <a:pt x="22365" y="0"/>
                  </a:lnTo>
                  <a:close/>
                </a:path>
              </a:pathLst>
            </a:custGeom>
            <a:solidFill>
              <a:srgbClr val="007CB0"/>
            </a:solidFill>
            <a:ln w="6390" cap="flat">
              <a:noFill/>
              <a:prstDash val="solid"/>
              <a:miter/>
            </a:ln>
          </p:spPr>
          <p:txBody>
            <a:bodyPr rtlCol="0" anchor="ctr"/>
            <a:lstStyle/>
            <a:p>
              <a:endParaRPr lang="en-US"/>
            </a:p>
          </p:txBody>
        </p:sp>
        <p:sp>
          <p:nvSpPr>
            <p:cNvPr id="663" name="Graphic 4">
              <a:extLst>
                <a:ext uri="{FF2B5EF4-FFF2-40B4-BE49-F238E27FC236}">
                  <a16:creationId xmlns:a16="http://schemas.microsoft.com/office/drawing/2014/main" id="{76AB1897-0983-7842-AC8C-C9AE32E19AE7}"/>
                </a:ext>
              </a:extLst>
            </p:cNvPr>
            <p:cNvSpPr/>
            <p:nvPr/>
          </p:nvSpPr>
          <p:spPr>
            <a:xfrm>
              <a:off x="4173267" y="1478692"/>
              <a:ext cx="19169" cy="19151"/>
            </a:xfrm>
            <a:custGeom>
              <a:avLst/>
              <a:gdLst>
                <a:gd name="connsiteX0" fmla="*/ 9585 w 19169"/>
                <a:gd name="connsiteY0" fmla="*/ 19152 h 19151"/>
                <a:gd name="connsiteX1" fmla="*/ 19170 w 19169"/>
                <a:gd name="connsiteY1" fmla="*/ 9576 h 19151"/>
                <a:gd name="connsiteX2" fmla="*/ 9585 w 19169"/>
                <a:gd name="connsiteY2" fmla="*/ 0 h 19151"/>
                <a:gd name="connsiteX3" fmla="*/ 0 w 19169"/>
                <a:gd name="connsiteY3" fmla="*/ 9576 h 19151"/>
                <a:gd name="connsiteX4" fmla="*/ 9585 w 19169"/>
                <a:gd name="connsiteY4" fmla="*/ 19152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9585" y="19152"/>
                  </a:moveTo>
                  <a:cubicBezTo>
                    <a:pt x="14697" y="19152"/>
                    <a:pt x="19170" y="14683"/>
                    <a:pt x="19170" y="9576"/>
                  </a:cubicBezTo>
                  <a:cubicBezTo>
                    <a:pt x="19170" y="4469"/>
                    <a:pt x="14697" y="0"/>
                    <a:pt x="9585" y="0"/>
                  </a:cubicBezTo>
                  <a:cubicBezTo>
                    <a:pt x="4473" y="0"/>
                    <a:pt x="0" y="4469"/>
                    <a:pt x="0" y="9576"/>
                  </a:cubicBezTo>
                  <a:cubicBezTo>
                    <a:pt x="0" y="14683"/>
                    <a:pt x="3834" y="19152"/>
                    <a:pt x="9585" y="19152"/>
                  </a:cubicBezTo>
                  <a:close/>
                </a:path>
              </a:pathLst>
            </a:custGeom>
            <a:solidFill>
              <a:srgbClr val="007CB0"/>
            </a:solidFill>
            <a:ln w="6390" cap="flat">
              <a:noFill/>
              <a:prstDash val="solid"/>
              <a:miter/>
            </a:ln>
          </p:spPr>
          <p:txBody>
            <a:bodyPr rtlCol="0" anchor="ctr"/>
            <a:lstStyle/>
            <a:p>
              <a:endParaRPr lang="en-US"/>
            </a:p>
          </p:txBody>
        </p:sp>
        <p:sp>
          <p:nvSpPr>
            <p:cNvPr id="664" name="Graphic 4">
              <a:extLst>
                <a:ext uri="{FF2B5EF4-FFF2-40B4-BE49-F238E27FC236}">
                  <a16:creationId xmlns:a16="http://schemas.microsoft.com/office/drawing/2014/main" id="{B6BFBB1A-395E-D946-BDE7-C1EF65B459C6}"/>
                </a:ext>
              </a:extLst>
            </p:cNvPr>
            <p:cNvSpPr/>
            <p:nvPr/>
          </p:nvSpPr>
          <p:spPr>
            <a:xfrm>
              <a:off x="4046108"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36744 w 361670"/>
                <a:gd name="connsiteY5" fmla="*/ 63840 h 361333"/>
                <a:gd name="connsiteX6" fmla="*/ 159109 w 361670"/>
                <a:gd name="connsiteY6" fmla="*/ 86184 h 361333"/>
                <a:gd name="connsiteX7" fmla="*/ 136744 w 361670"/>
                <a:gd name="connsiteY7" fmla="*/ 108528 h 361333"/>
                <a:gd name="connsiteX8" fmla="*/ 114380 w 361670"/>
                <a:gd name="connsiteY8" fmla="*/ 86184 h 361333"/>
                <a:gd name="connsiteX9" fmla="*/ 136744 w 361670"/>
                <a:gd name="connsiteY9" fmla="*/ 63840 h 361333"/>
                <a:gd name="connsiteX10" fmla="*/ 168055 w 361670"/>
                <a:gd name="connsiteY10" fmla="*/ 227908 h 361333"/>
                <a:gd name="connsiteX11" fmla="*/ 162943 w 361670"/>
                <a:gd name="connsiteY11" fmla="*/ 230462 h 361333"/>
                <a:gd name="connsiteX12" fmla="*/ 160387 w 361670"/>
                <a:gd name="connsiteY12" fmla="*/ 230462 h 361333"/>
                <a:gd name="connsiteX13" fmla="*/ 160387 w 361670"/>
                <a:gd name="connsiteY13" fmla="*/ 298770 h 361333"/>
                <a:gd name="connsiteX14" fmla="*/ 153997 w 361670"/>
                <a:gd name="connsiteY14" fmla="*/ 305154 h 361333"/>
                <a:gd name="connsiteX15" fmla="*/ 147607 w 361670"/>
                <a:gd name="connsiteY15" fmla="*/ 298770 h 361333"/>
                <a:gd name="connsiteX16" fmla="*/ 147607 w 361670"/>
                <a:gd name="connsiteY16" fmla="*/ 229823 h 361333"/>
                <a:gd name="connsiteX17" fmla="*/ 124604 w 361670"/>
                <a:gd name="connsiteY17" fmla="*/ 229823 h 361333"/>
                <a:gd name="connsiteX18" fmla="*/ 124604 w 361670"/>
                <a:gd name="connsiteY18" fmla="*/ 298132 h 361333"/>
                <a:gd name="connsiteX19" fmla="*/ 118214 w 361670"/>
                <a:gd name="connsiteY19" fmla="*/ 304516 h 361333"/>
                <a:gd name="connsiteX20" fmla="*/ 111824 w 361670"/>
                <a:gd name="connsiteY20" fmla="*/ 298132 h 361333"/>
                <a:gd name="connsiteX21" fmla="*/ 111824 w 361670"/>
                <a:gd name="connsiteY21" fmla="*/ 229823 h 361333"/>
                <a:gd name="connsiteX22" fmla="*/ 109268 w 361670"/>
                <a:gd name="connsiteY22" fmla="*/ 229823 h 361333"/>
                <a:gd name="connsiteX23" fmla="*/ 104156 w 361670"/>
                <a:gd name="connsiteY23" fmla="*/ 227270 h 361333"/>
                <a:gd name="connsiteX24" fmla="*/ 102878 w 361670"/>
                <a:gd name="connsiteY24" fmla="*/ 222163 h 361333"/>
                <a:gd name="connsiteX25" fmla="*/ 120770 w 361670"/>
                <a:gd name="connsiteY25" fmla="*/ 135340 h 361333"/>
                <a:gd name="connsiteX26" fmla="*/ 127160 w 361670"/>
                <a:gd name="connsiteY26" fmla="*/ 130233 h 361333"/>
                <a:gd name="connsiteX27" fmla="*/ 144412 w 361670"/>
                <a:gd name="connsiteY27" fmla="*/ 130233 h 361333"/>
                <a:gd name="connsiteX28" fmla="*/ 150802 w 361670"/>
                <a:gd name="connsiteY28" fmla="*/ 135340 h 361333"/>
                <a:gd name="connsiteX29" fmla="*/ 168694 w 361670"/>
                <a:gd name="connsiteY29" fmla="*/ 222163 h 361333"/>
                <a:gd name="connsiteX30" fmla="*/ 168055 w 361670"/>
                <a:gd name="connsiteY30" fmla="*/ 227908 h 361333"/>
                <a:gd name="connsiteX31" fmla="*/ 233872 w 361670"/>
                <a:gd name="connsiteY31" fmla="*/ 63840 h 361333"/>
                <a:gd name="connsiteX32" fmla="*/ 256236 w 361670"/>
                <a:gd name="connsiteY32" fmla="*/ 86184 h 361333"/>
                <a:gd name="connsiteX33" fmla="*/ 233872 w 361670"/>
                <a:gd name="connsiteY33" fmla="*/ 108528 h 361333"/>
                <a:gd name="connsiteX34" fmla="*/ 211507 w 361670"/>
                <a:gd name="connsiteY34" fmla="*/ 86184 h 361333"/>
                <a:gd name="connsiteX35" fmla="*/ 233872 w 361670"/>
                <a:gd name="connsiteY35" fmla="*/ 63840 h 361333"/>
                <a:gd name="connsiteX36" fmla="*/ 265821 w 361670"/>
                <a:gd name="connsiteY36" fmla="*/ 227908 h 361333"/>
                <a:gd name="connsiteX37" fmla="*/ 260709 w 361670"/>
                <a:gd name="connsiteY37" fmla="*/ 230462 h 361333"/>
                <a:gd name="connsiteX38" fmla="*/ 258153 w 361670"/>
                <a:gd name="connsiteY38" fmla="*/ 230462 h 361333"/>
                <a:gd name="connsiteX39" fmla="*/ 258153 w 361670"/>
                <a:gd name="connsiteY39" fmla="*/ 298770 h 361333"/>
                <a:gd name="connsiteX40" fmla="*/ 251763 w 361670"/>
                <a:gd name="connsiteY40" fmla="*/ 305154 h 361333"/>
                <a:gd name="connsiteX41" fmla="*/ 245373 w 361670"/>
                <a:gd name="connsiteY41" fmla="*/ 298770 h 361333"/>
                <a:gd name="connsiteX42" fmla="*/ 245373 w 361670"/>
                <a:gd name="connsiteY42" fmla="*/ 229823 h 361333"/>
                <a:gd name="connsiteX43" fmla="*/ 222370 w 361670"/>
                <a:gd name="connsiteY43" fmla="*/ 229823 h 361333"/>
                <a:gd name="connsiteX44" fmla="*/ 222370 w 361670"/>
                <a:gd name="connsiteY44" fmla="*/ 298132 h 361333"/>
                <a:gd name="connsiteX45" fmla="*/ 215980 w 361670"/>
                <a:gd name="connsiteY45" fmla="*/ 304516 h 361333"/>
                <a:gd name="connsiteX46" fmla="*/ 209590 w 361670"/>
                <a:gd name="connsiteY46" fmla="*/ 298132 h 361333"/>
                <a:gd name="connsiteX47" fmla="*/ 209590 w 361670"/>
                <a:gd name="connsiteY47" fmla="*/ 229823 h 361333"/>
                <a:gd name="connsiteX48" fmla="*/ 207034 w 361670"/>
                <a:gd name="connsiteY48" fmla="*/ 229823 h 361333"/>
                <a:gd name="connsiteX49" fmla="*/ 201922 w 361670"/>
                <a:gd name="connsiteY49" fmla="*/ 227270 h 361333"/>
                <a:gd name="connsiteX50" fmla="*/ 200644 w 361670"/>
                <a:gd name="connsiteY50" fmla="*/ 222163 h 361333"/>
                <a:gd name="connsiteX51" fmla="*/ 218536 w 361670"/>
                <a:gd name="connsiteY51" fmla="*/ 135340 h 361333"/>
                <a:gd name="connsiteX52" fmla="*/ 224926 w 361670"/>
                <a:gd name="connsiteY52" fmla="*/ 130233 h 361333"/>
                <a:gd name="connsiteX53" fmla="*/ 242178 w 361670"/>
                <a:gd name="connsiteY53" fmla="*/ 130233 h 361333"/>
                <a:gd name="connsiteX54" fmla="*/ 248568 w 361670"/>
                <a:gd name="connsiteY54" fmla="*/ 135340 h 361333"/>
                <a:gd name="connsiteX55" fmla="*/ 266460 w 361670"/>
                <a:gd name="connsiteY55" fmla="*/ 222163 h 361333"/>
                <a:gd name="connsiteX56" fmla="*/ 265821 w 361670"/>
                <a:gd name="connsiteY56" fmla="*/ 22790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136744" y="63840"/>
                  </a:moveTo>
                  <a:cubicBezTo>
                    <a:pt x="148885" y="63840"/>
                    <a:pt x="159109" y="74054"/>
                    <a:pt x="159109" y="86184"/>
                  </a:cubicBezTo>
                  <a:cubicBezTo>
                    <a:pt x="159109" y="98313"/>
                    <a:pt x="148885" y="108528"/>
                    <a:pt x="136744" y="108528"/>
                  </a:cubicBezTo>
                  <a:cubicBezTo>
                    <a:pt x="124604" y="108528"/>
                    <a:pt x="114380" y="98313"/>
                    <a:pt x="114380" y="86184"/>
                  </a:cubicBezTo>
                  <a:cubicBezTo>
                    <a:pt x="114380" y="74054"/>
                    <a:pt x="123965" y="63840"/>
                    <a:pt x="136744" y="63840"/>
                  </a:cubicBezTo>
                  <a:close/>
                  <a:moveTo>
                    <a:pt x="168055" y="227908"/>
                  </a:moveTo>
                  <a:cubicBezTo>
                    <a:pt x="166777" y="229185"/>
                    <a:pt x="164860" y="230462"/>
                    <a:pt x="162943" y="230462"/>
                  </a:cubicBezTo>
                  <a:lnTo>
                    <a:pt x="160387" y="230462"/>
                  </a:lnTo>
                  <a:lnTo>
                    <a:pt x="160387" y="298770"/>
                  </a:lnTo>
                  <a:cubicBezTo>
                    <a:pt x="160387" y="302601"/>
                    <a:pt x="157832" y="305154"/>
                    <a:pt x="153997" y="305154"/>
                  </a:cubicBezTo>
                  <a:cubicBezTo>
                    <a:pt x="150164" y="305154"/>
                    <a:pt x="147607" y="302601"/>
                    <a:pt x="147607" y="298770"/>
                  </a:cubicBezTo>
                  <a:lnTo>
                    <a:pt x="147607" y="229823"/>
                  </a:lnTo>
                  <a:lnTo>
                    <a:pt x="124604" y="229823"/>
                  </a:lnTo>
                  <a:lnTo>
                    <a:pt x="124604" y="298132"/>
                  </a:lnTo>
                  <a:cubicBezTo>
                    <a:pt x="124604" y="301962"/>
                    <a:pt x="122048" y="304516"/>
                    <a:pt x="118214" y="304516"/>
                  </a:cubicBezTo>
                  <a:cubicBezTo>
                    <a:pt x="114380" y="304516"/>
                    <a:pt x="111824" y="301962"/>
                    <a:pt x="111824" y="298132"/>
                  </a:cubicBezTo>
                  <a:lnTo>
                    <a:pt x="111824" y="229823"/>
                  </a:lnTo>
                  <a:lnTo>
                    <a:pt x="109268" y="229823"/>
                  </a:lnTo>
                  <a:cubicBezTo>
                    <a:pt x="107351" y="229823"/>
                    <a:pt x="105434" y="229185"/>
                    <a:pt x="104156" y="227270"/>
                  </a:cubicBezTo>
                  <a:cubicBezTo>
                    <a:pt x="102878" y="225993"/>
                    <a:pt x="102239" y="224078"/>
                    <a:pt x="102878" y="222163"/>
                  </a:cubicBezTo>
                  <a:lnTo>
                    <a:pt x="120770" y="135340"/>
                  </a:lnTo>
                  <a:cubicBezTo>
                    <a:pt x="121409" y="132148"/>
                    <a:pt x="123965" y="130233"/>
                    <a:pt x="127160" y="130233"/>
                  </a:cubicBezTo>
                  <a:lnTo>
                    <a:pt x="144412" y="130233"/>
                  </a:lnTo>
                  <a:cubicBezTo>
                    <a:pt x="147607" y="130233"/>
                    <a:pt x="150164" y="132148"/>
                    <a:pt x="150802" y="135340"/>
                  </a:cubicBezTo>
                  <a:lnTo>
                    <a:pt x="168694" y="222163"/>
                  </a:lnTo>
                  <a:cubicBezTo>
                    <a:pt x="169972" y="224078"/>
                    <a:pt x="169333" y="225993"/>
                    <a:pt x="168055" y="227908"/>
                  </a:cubicBezTo>
                  <a:close/>
                  <a:moveTo>
                    <a:pt x="233872" y="63840"/>
                  </a:moveTo>
                  <a:cubicBezTo>
                    <a:pt x="246013" y="63840"/>
                    <a:pt x="256236" y="74054"/>
                    <a:pt x="256236" y="86184"/>
                  </a:cubicBezTo>
                  <a:cubicBezTo>
                    <a:pt x="256236" y="98313"/>
                    <a:pt x="246013" y="108528"/>
                    <a:pt x="233872" y="108528"/>
                  </a:cubicBezTo>
                  <a:cubicBezTo>
                    <a:pt x="221731" y="108528"/>
                    <a:pt x="211507" y="98313"/>
                    <a:pt x="211507" y="86184"/>
                  </a:cubicBezTo>
                  <a:cubicBezTo>
                    <a:pt x="212146" y="74054"/>
                    <a:pt x="221731" y="63840"/>
                    <a:pt x="233872" y="63840"/>
                  </a:cubicBezTo>
                  <a:close/>
                  <a:moveTo>
                    <a:pt x="265821" y="227908"/>
                  </a:moveTo>
                  <a:cubicBezTo>
                    <a:pt x="264543" y="229185"/>
                    <a:pt x="262626" y="230462"/>
                    <a:pt x="260709" y="230462"/>
                  </a:cubicBezTo>
                  <a:lnTo>
                    <a:pt x="258153" y="230462"/>
                  </a:lnTo>
                  <a:lnTo>
                    <a:pt x="258153" y="298770"/>
                  </a:lnTo>
                  <a:cubicBezTo>
                    <a:pt x="258153" y="302601"/>
                    <a:pt x="255597" y="305154"/>
                    <a:pt x="251763" y="305154"/>
                  </a:cubicBezTo>
                  <a:cubicBezTo>
                    <a:pt x="247929" y="305154"/>
                    <a:pt x="245373" y="302601"/>
                    <a:pt x="245373" y="298770"/>
                  </a:cubicBezTo>
                  <a:lnTo>
                    <a:pt x="245373" y="229823"/>
                  </a:lnTo>
                  <a:lnTo>
                    <a:pt x="222370" y="229823"/>
                  </a:lnTo>
                  <a:lnTo>
                    <a:pt x="222370" y="298132"/>
                  </a:lnTo>
                  <a:cubicBezTo>
                    <a:pt x="222370" y="301962"/>
                    <a:pt x="219814" y="304516"/>
                    <a:pt x="215980" y="304516"/>
                  </a:cubicBezTo>
                  <a:cubicBezTo>
                    <a:pt x="212146" y="304516"/>
                    <a:pt x="209590" y="301962"/>
                    <a:pt x="209590" y="298132"/>
                  </a:cubicBezTo>
                  <a:lnTo>
                    <a:pt x="209590" y="229823"/>
                  </a:lnTo>
                  <a:lnTo>
                    <a:pt x="207034" y="229823"/>
                  </a:lnTo>
                  <a:cubicBezTo>
                    <a:pt x="205117" y="229823"/>
                    <a:pt x="203200" y="229185"/>
                    <a:pt x="201922" y="227270"/>
                  </a:cubicBezTo>
                  <a:cubicBezTo>
                    <a:pt x="200644" y="225993"/>
                    <a:pt x="200005" y="224078"/>
                    <a:pt x="200644" y="222163"/>
                  </a:cubicBezTo>
                  <a:lnTo>
                    <a:pt x="218536" y="135340"/>
                  </a:lnTo>
                  <a:cubicBezTo>
                    <a:pt x="219175" y="132148"/>
                    <a:pt x="221731" y="130233"/>
                    <a:pt x="224926" y="130233"/>
                  </a:cubicBezTo>
                  <a:lnTo>
                    <a:pt x="242178" y="130233"/>
                  </a:lnTo>
                  <a:cubicBezTo>
                    <a:pt x="245373" y="130233"/>
                    <a:pt x="247929" y="132148"/>
                    <a:pt x="248568" y="135340"/>
                  </a:cubicBezTo>
                  <a:lnTo>
                    <a:pt x="266460" y="222163"/>
                  </a:lnTo>
                  <a:cubicBezTo>
                    <a:pt x="267738" y="224078"/>
                    <a:pt x="267099" y="225993"/>
                    <a:pt x="265821" y="227908"/>
                  </a:cubicBezTo>
                  <a:close/>
                </a:path>
              </a:pathLst>
            </a:custGeom>
            <a:solidFill>
              <a:srgbClr val="007CB0"/>
            </a:solidFill>
            <a:ln w="6390" cap="flat">
              <a:noFill/>
              <a:prstDash val="solid"/>
              <a:miter/>
            </a:ln>
          </p:spPr>
          <p:txBody>
            <a:bodyPr rtlCol="0" anchor="ctr"/>
            <a:lstStyle/>
            <a:p>
              <a:endParaRPr lang="en-US"/>
            </a:p>
          </p:txBody>
        </p:sp>
      </p:grpSp>
      <p:grpSp>
        <p:nvGrpSpPr>
          <p:cNvPr id="665" name="Graphic 4">
            <a:extLst>
              <a:ext uri="{FF2B5EF4-FFF2-40B4-BE49-F238E27FC236}">
                <a16:creationId xmlns:a16="http://schemas.microsoft.com/office/drawing/2014/main" id="{42862FD5-5E72-2747-BD51-D4282F0A828E}"/>
              </a:ext>
            </a:extLst>
          </p:cNvPr>
          <p:cNvGrpSpPr/>
          <p:nvPr/>
        </p:nvGrpSpPr>
        <p:grpSpPr>
          <a:xfrm>
            <a:off x="4046108" y="3339623"/>
            <a:ext cx="361670" cy="361333"/>
            <a:chOff x="4046108" y="3339623"/>
            <a:chExt cx="361670" cy="361333"/>
          </a:xfrm>
          <a:solidFill>
            <a:srgbClr val="007CB0"/>
          </a:solidFill>
        </p:grpSpPr>
        <p:sp>
          <p:nvSpPr>
            <p:cNvPr id="666" name="Graphic 4">
              <a:extLst>
                <a:ext uri="{FF2B5EF4-FFF2-40B4-BE49-F238E27FC236}">
                  <a16:creationId xmlns:a16="http://schemas.microsoft.com/office/drawing/2014/main" id="{E66030DA-332A-A74F-991B-D48C5976FB60}"/>
                </a:ext>
              </a:extLst>
            </p:cNvPr>
            <p:cNvSpPr/>
            <p:nvPr/>
          </p:nvSpPr>
          <p:spPr>
            <a:xfrm>
              <a:off x="4160487" y="3493477"/>
              <a:ext cx="46007" cy="16598"/>
            </a:xfrm>
            <a:custGeom>
              <a:avLst/>
              <a:gdLst>
                <a:gd name="connsiteX0" fmla="*/ 40257 w 46007"/>
                <a:gd name="connsiteY0" fmla="*/ 639 h 16598"/>
                <a:gd name="connsiteX1" fmla="*/ 37062 w 46007"/>
                <a:gd name="connsiteY1" fmla="*/ 3192 h 16598"/>
                <a:gd name="connsiteX2" fmla="*/ 32589 w 46007"/>
                <a:gd name="connsiteY2" fmla="*/ 10215 h 16598"/>
                <a:gd name="connsiteX3" fmla="*/ 24282 w 46007"/>
                <a:gd name="connsiteY3" fmla="*/ 13407 h 16598"/>
                <a:gd name="connsiteX4" fmla="*/ 17253 w 46007"/>
                <a:gd name="connsiteY4" fmla="*/ 13407 h 16598"/>
                <a:gd name="connsiteX5" fmla="*/ 10863 w 46007"/>
                <a:gd name="connsiteY5" fmla="*/ 7661 h 16598"/>
                <a:gd name="connsiteX6" fmla="*/ 10224 w 46007"/>
                <a:gd name="connsiteY6" fmla="*/ 0 h 16598"/>
                <a:gd name="connsiteX7" fmla="*/ 8946 w 46007"/>
                <a:gd name="connsiteY7" fmla="*/ 1916 h 16598"/>
                <a:gd name="connsiteX8" fmla="*/ 0 w 46007"/>
                <a:gd name="connsiteY8" fmla="*/ 8938 h 16598"/>
                <a:gd name="connsiteX9" fmla="*/ 0 w 46007"/>
                <a:gd name="connsiteY9" fmla="*/ 16599 h 16598"/>
                <a:gd name="connsiteX10" fmla="*/ 28116 w 46007"/>
                <a:gd name="connsiteY10" fmla="*/ 16599 h 16598"/>
                <a:gd name="connsiteX11" fmla="*/ 35784 w 46007"/>
                <a:gd name="connsiteY11" fmla="*/ 12130 h 16598"/>
                <a:gd name="connsiteX12" fmla="*/ 38340 w 46007"/>
                <a:gd name="connsiteY12" fmla="*/ 7661 h 16598"/>
                <a:gd name="connsiteX13" fmla="*/ 46008 w 46007"/>
                <a:gd name="connsiteY13" fmla="*/ 0 h 16598"/>
                <a:gd name="connsiteX14" fmla="*/ 42174 w 46007"/>
                <a:gd name="connsiteY14" fmla="*/ 0 h 16598"/>
                <a:gd name="connsiteX15" fmla="*/ 40257 w 46007"/>
                <a:gd name="connsiteY15" fmla="*/ 639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007" h="16598">
                  <a:moveTo>
                    <a:pt x="40257" y="639"/>
                  </a:moveTo>
                  <a:cubicBezTo>
                    <a:pt x="38979" y="639"/>
                    <a:pt x="37701" y="1916"/>
                    <a:pt x="37062" y="3192"/>
                  </a:cubicBezTo>
                  <a:cubicBezTo>
                    <a:pt x="36423" y="5746"/>
                    <a:pt x="34506" y="8299"/>
                    <a:pt x="32589" y="10215"/>
                  </a:cubicBezTo>
                  <a:cubicBezTo>
                    <a:pt x="30033" y="12130"/>
                    <a:pt x="27477" y="13407"/>
                    <a:pt x="24282" y="13407"/>
                  </a:cubicBezTo>
                  <a:lnTo>
                    <a:pt x="17253" y="13407"/>
                  </a:lnTo>
                  <a:cubicBezTo>
                    <a:pt x="14058" y="13407"/>
                    <a:pt x="11502" y="10853"/>
                    <a:pt x="10863" y="7661"/>
                  </a:cubicBezTo>
                  <a:lnTo>
                    <a:pt x="10224" y="0"/>
                  </a:lnTo>
                  <a:cubicBezTo>
                    <a:pt x="10224" y="639"/>
                    <a:pt x="9585" y="1277"/>
                    <a:pt x="8946" y="1916"/>
                  </a:cubicBezTo>
                  <a:cubicBezTo>
                    <a:pt x="7029" y="5107"/>
                    <a:pt x="3834" y="7661"/>
                    <a:pt x="0" y="8938"/>
                  </a:cubicBezTo>
                  <a:lnTo>
                    <a:pt x="0" y="16599"/>
                  </a:lnTo>
                  <a:lnTo>
                    <a:pt x="28116" y="16599"/>
                  </a:lnTo>
                  <a:cubicBezTo>
                    <a:pt x="31311" y="16599"/>
                    <a:pt x="34506" y="14683"/>
                    <a:pt x="35784" y="12130"/>
                  </a:cubicBezTo>
                  <a:lnTo>
                    <a:pt x="38340" y="7661"/>
                  </a:lnTo>
                  <a:cubicBezTo>
                    <a:pt x="40257" y="4469"/>
                    <a:pt x="42813" y="1916"/>
                    <a:pt x="46008" y="0"/>
                  </a:cubicBezTo>
                  <a:lnTo>
                    <a:pt x="42174" y="0"/>
                  </a:lnTo>
                  <a:cubicBezTo>
                    <a:pt x="41535" y="639"/>
                    <a:pt x="40896" y="639"/>
                    <a:pt x="40257" y="639"/>
                  </a:cubicBezTo>
                  <a:close/>
                </a:path>
              </a:pathLst>
            </a:custGeom>
            <a:solidFill>
              <a:srgbClr val="007CB0"/>
            </a:solidFill>
            <a:ln w="6390" cap="flat">
              <a:noFill/>
              <a:prstDash val="solid"/>
              <a:miter/>
            </a:ln>
          </p:spPr>
          <p:txBody>
            <a:bodyPr rtlCol="0" anchor="ctr"/>
            <a:lstStyle/>
            <a:p>
              <a:endParaRPr lang="en-US"/>
            </a:p>
          </p:txBody>
        </p:sp>
        <p:sp>
          <p:nvSpPr>
            <p:cNvPr id="667" name="Graphic 4">
              <a:extLst>
                <a:ext uri="{FF2B5EF4-FFF2-40B4-BE49-F238E27FC236}">
                  <a16:creationId xmlns:a16="http://schemas.microsoft.com/office/drawing/2014/main" id="{75781ABD-F89F-4A4E-B1D1-D5178842F477}"/>
                </a:ext>
              </a:extLst>
            </p:cNvPr>
            <p:cNvSpPr/>
            <p:nvPr/>
          </p:nvSpPr>
          <p:spPr>
            <a:xfrm>
              <a:off x="4308734" y="3556679"/>
              <a:ext cx="11501" cy="70960"/>
            </a:xfrm>
            <a:custGeom>
              <a:avLst/>
              <a:gdLst>
                <a:gd name="connsiteX0" fmla="*/ 0 w 11501"/>
                <a:gd name="connsiteY0" fmla="*/ 70224 h 70960"/>
                <a:gd name="connsiteX1" fmla="*/ 1278 w 11501"/>
                <a:gd name="connsiteY1" fmla="*/ 70224 h 70960"/>
                <a:gd name="connsiteX2" fmla="*/ 11502 w 11501"/>
                <a:gd name="connsiteY2" fmla="*/ 0 h 70960"/>
                <a:gd name="connsiteX3" fmla="*/ 639 w 11501"/>
                <a:gd name="connsiteY3" fmla="*/ 4469 h 70960"/>
                <a:gd name="connsiteX4" fmla="*/ 0 w 11501"/>
                <a:gd name="connsiteY4" fmla="*/ 70224 h 7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1" h="70960">
                  <a:moveTo>
                    <a:pt x="0" y="70224"/>
                  </a:moveTo>
                  <a:cubicBezTo>
                    <a:pt x="0" y="70862"/>
                    <a:pt x="1278" y="71501"/>
                    <a:pt x="1278" y="70224"/>
                  </a:cubicBezTo>
                  <a:lnTo>
                    <a:pt x="11502" y="0"/>
                  </a:lnTo>
                  <a:lnTo>
                    <a:pt x="639" y="4469"/>
                  </a:lnTo>
                  <a:lnTo>
                    <a:pt x="0" y="70224"/>
                  </a:lnTo>
                  <a:close/>
                </a:path>
              </a:pathLst>
            </a:custGeom>
            <a:solidFill>
              <a:srgbClr val="007CB0"/>
            </a:solidFill>
            <a:ln w="6390" cap="flat">
              <a:noFill/>
              <a:prstDash val="solid"/>
              <a:miter/>
            </a:ln>
          </p:spPr>
          <p:txBody>
            <a:bodyPr rtlCol="0" anchor="ctr"/>
            <a:lstStyle/>
            <a:p>
              <a:endParaRPr lang="en-US"/>
            </a:p>
          </p:txBody>
        </p:sp>
        <p:sp>
          <p:nvSpPr>
            <p:cNvPr id="668" name="Graphic 4">
              <a:extLst>
                <a:ext uri="{FF2B5EF4-FFF2-40B4-BE49-F238E27FC236}">
                  <a16:creationId xmlns:a16="http://schemas.microsoft.com/office/drawing/2014/main" id="{2CC92EA2-062E-B443-A923-D63B63B2443B}"/>
                </a:ext>
              </a:extLst>
            </p:cNvPr>
            <p:cNvSpPr/>
            <p:nvPr/>
          </p:nvSpPr>
          <p:spPr>
            <a:xfrm>
              <a:off x="4211111" y="3409847"/>
              <a:ext cx="23357" cy="23478"/>
            </a:xfrm>
            <a:custGeom>
              <a:avLst/>
              <a:gdLst>
                <a:gd name="connsiteX0" fmla="*/ 20305 w 23357"/>
                <a:gd name="connsiteY0" fmla="*/ 20429 h 23478"/>
                <a:gd name="connsiteX1" fmla="*/ 19666 w 23357"/>
                <a:gd name="connsiteY1" fmla="*/ 3830 h 23478"/>
                <a:gd name="connsiteX2" fmla="*/ 11359 w 23357"/>
                <a:gd name="connsiteY2" fmla="*/ 0 h 23478"/>
                <a:gd name="connsiteX3" fmla="*/ 10720 w 23357"/>
                <a:gd name="connsiteY3" fmla="*/ 0 h 23478"/>
                <a:gd name="connsiteX4" fmla="*/ 3052 w 23357"/>
                <a:gd name="connsiteY4" fmla="*/ 3192 h 23478"/>
                <a:gd name="connsiteX5" fmla="*/ 3691 w 23357"/>
                <a:gd name="connsiteY5" fmla="*/ 19790 h 23478"/>
                <a:gd name="connsiteX6" fmla="*/ 20305 w 23357"/>
                <a:gd name="connsiteY6" fmla="*/ 20429 h 23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57" h="23478">
                  <a:moveTo>
                    <a:pt x="20305" y="20429"/>
                  </a:moveTo>
                  <a:cubicBezTo>
                    <a:pt x="24778" y="15960"/>
                    <a:pt x="24139" y="8938"/>
                    <a:pt x="19666" y="3830"/>
                  </a:cubicBezTo>
                  <a:cubicBezTo>
                    <a:pt x="17110" y="1277"/>
                    <a:pt x="14554" y="0"/>
                    <a:pt x="11359" y="0"/>
                  </a:cubicBezTo>
                  <a:cubicBezTo>
                    <a:pt x="11359" y="0"/>
                    <a:pt x="11359" y="0"/>
                    <a:pt x="10720" y="0"/>
                  </a:cubicBezTo>
                  <a:cubicBezTo>
                    <a:pt x="7525" y="0"/>
                    <a:pt x="4969" y="1277"/>
                    <a:pt x="3052" y="3192"/>
                  </a:cubicBezTo>
                  <a:cubicBezTo>
                    <a:pt x="-1421" y="7661"/>
                    <a:pt x="-782" y="14683"/>
                    <a:pt x="3691" y="19790"/>
                  </a:cubicBezTo>
                  <a:cubicBezTo>
                    <a:pt x="8803" y="24259"/>
                    <a:pt x="15832" y="24898"/>
                    <a:pt x="20305" y="20429"/>
                  </a:cubicBezTo>
                  <a:close/>
                </a:path>
              </a:pathLst>
            </a:custGeom>
            <a:solidFill>
              <a:srgbClr val="007CB0"/>
            </a:solidFill>
            <a:ln w="6390" cap="flat">
              <a:noFill/>
              <a:prstDash val="solid"/>
              <a:miter/>
            </a:ln>
          </p:spPr>
          <p:txBody>
            <a:bodyPr rtlCol="0" anchor="ctr"/>
            <a:lstStyle/>
            <a:p>
              <a:endParaRPr lang="en-US"/>
            </a:p>
          </p:txBody>
        </p:sp>
        <p:sp>
          <p:nvSpPr>
            <p:cNvPr id="669" name="Graphic 4">
              <a:extLst>
                <a:ext uri="{FF2B5EF4-FFF2-40B4-BE49-F238E27FC236}">
                  <a16:creationId xmlns:a16="http://schemas.microsoft.com/office/drawing/2014/main" id="{E7EAEA83-0611-AA4F-A891-4BB1F1F3AE94}"/>
                </a:ext>
              </a:extLst>
            </p:cNvPr>
            <p:cNvSpPr/>
            <p:nvPr/>
          </p:nvSpPr>
          <p:spPr>
            <a:xfrm>
              <a:off x="4123984" y="3495064"/>
              <a:ext cx="16776" cy="15978"/>
            </a:xfrm>
            <a:custGeom>
              <a:avLst/>
              <a:gdLst>
                <a:gd name="connsiteX0" fmla="*/ 7110 w 16776"/>
                <a:gd name="connsiteY0" fmla="*/ 329 h 15978"/>
                <a:gd name="connsiteX1" fmla="*/ 81 w 16776"/>
                <a:gd name="connsiteY1" fmla="*/ 9905 h 15978"/>
                <a:gd name="connsiteX2" fmla="*/ 9666 w 16776"/>
                <a:gd name="connsiteY2" fmla="*/ 15650 h 15978"/>
                <a:gd name="connsiteX3" fmla="*/ 16695 w 16776"/>
                <a:gd name="connsiteY3" fmla="*/ 6074 h 15978"/>
                <a:gd name="connsiteX4" fmla="*/ 7110 w 16776"/>
                <a:gd name="connsiteY4" fmla="*/ 329 h 15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76" h="15978">
                  <a:moveTo>
                    <a:pt x="7110" y="329"/>
                  </a:moveTo>
                  <a:cubicBezTo>
                    <a:pt x="2637" y="967"/>
                    <a:pt x="-558" y="5436"/>
                    <a:pt x="81" y="9905"/>
                  </a:cubicBezTo>
                  <a:cubicBezTo>
                    <a:pt x="720" y="14373"/>
                    <a:pt x="5193" y="16927"/>
                    <a:pt x="9666" y="15650"/>
                  </a:cubicBezTo>
                  <a:cubicBezTo>
                    <a:pt x="14139" y="15012"/>
                    <a:pt x="17334" y="10543"/>
                    <a:pt x="16695" y="6074"/>
                  </a:cubicBezTo>
                  <a:cubicBezTo>
                    <a:pt x="16056" y="1605"/>
                    <a:pt x="11583" y="-948"/>
                    <a:pt x="7110" y="329"/>
                  </a:cubicBezTo>
                  <a:close/>
                </a:path>
              </a:pathLst>
            </a:custGeom>
            <a:solidFill>
              <a:srgbClr val="007CB0"/>
            </a:solidFill>
            <a:ln w="6390" cap="flat">
              <a:noFill/>
              <a:prstDash val="solid"/>
              <a:miter/>
            </a:ln>
          </p:spPr>
          <p:txBody>
            <a:bodyPr rtlCol="0" anchor="ctr"/>
            <a:lstStyle/>
            <a:p>
              <a:endParaRPr lang="en-US"/>
            </a:p>
          </p:txBody>
        </p:sp>
        <p:sp>
          <p:nvSpPr>
            <p:cNvPr id="670" name="Graphic 4">
              <a:extLst>
                <a:ext uri="{FF2B5EF4-FFF2-40B4-BE49-F238E27FC236}">
                  <a16:creationId xmlns:a16="http://schemas.microsoft.com/office/drawing/2014/main" id="{7DB60590-32AC-3340-9BEC-3AD1B52BFBFA}"/>
                </a:ext>
              </a:extLst>
            </p:cNvPr>
            <p:cNvSpPr/>
            <p:nvPr/>
          </p:nvSpPr>
          <p:spPr>
            <a:xfrm>
              <a:off x="4046108"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59748 w 361670"/>
                <a:gd name="connsiteY5" fmla="*/ 64478 h 361333"/>
                <a:gd name="connsiteX6" fmla="*/ 177001 w 361670"/>
                <a:gd name="connsiteY6" fmla="*/ 57456 h 361333"/>
                <a:gd name="connsiteX7" fmla="*/ 194254 w 361670"/>
                <a:gd name="connsiteY7" fmla="*/ 65117 h 361333"/>
                <a:gd name="connsiteX8" fmla="*/ 194893 w 361670"/>
                <a:gd name="connsiteY8" fmla="*/ 99590 h 361333"/>
                <a:gd name="connsiteX9" fmla="*/ 178279 w 361670"/>
                <a:gd name="connsiteY9" fmla="*/ 106613 h 361333"/>
                <a:gd name="connsiteX10" fmla="*/ 160387 w 361670"/>
                <a:gd name="connsiteY10" fmla="*/ 98952 h 361333"/>
                <a:gd name="connsiteX11" fmla="*/ 159748 w 361670"/>
                <a:gd name="connsiteY11" fmla="*/ 64478 h 361333"/>
                <a:gd name="connsiteX12" fmla="*/ 176362 w 361670"/>
                <a:gd name="connsiteY12" fmla="*/ 260466 h 361333"/>
                <a:gd name="connsiteX13" fmla="*/ 169972 w 361670"/>
                <a:gd name="connsiteY13" fmla="*/ 266850 h 361333"/>
                <a:gd name="connsiteX14" fmla="*/ 163582 w 361670"/>
                <a:gd name="connsiteY14" fmla="*/ 260466 h 361333"/>
                <a:gd name="connsiteX15" fmla="*/ 163582 w 361670"/>
                <a:gd name="connsiteY15" fmla="*/ 220886 h 361333"/>
                <a:gd name="connsiteX16" fmla="*/ 150802 w 361670"/>
                <a:gd name="connsiteY16" fmla="*/ 208118 h 361333"/>
                <a:gd name="connsiteX17" fmla="*/ 68372 w 361670"/>
                <a:gd name="connsiteY17" fmla="*/ 208118 h 361333"/>
                <a:gd name="connsiteX18" fmla="*/ 42813 w 361670"/>
                <a:gd name="connsiteY18" fmla="*/ 182582 h 361333"/>
                <a:gd name="connsiteX19" fmla="*/ 42813 w 361670"/>
                <a:gd name="connsiteY19" fmla="*/ 162792 h 361333"/>
                <a:gd name="connsiteX20" fmla="*/ 49203 w 361670"/>
                <a:gd name="connsiteY20" fmla="*/ 156408 h 361333"/>
                <a:gd name="connsiteX21" fmla="*/ 55593 w 361670"/>
                <a:gd name="connsiteY21" fmla="*/ 162792 h 361333"/>
                <a:gd name="connsiteX22" fmla="*/ 55593 w 361670"/>
                <a:gd name="connsiteY22" fmla="*/ 182582 h 361333"/>
                <a:gd name="connsiteX23" fmla="*/ 68372 w 361670"/>
                <a:gd name="connsiteY23" fmla="*/ 195350 h 361333"/>
                <a:gd name="connsiteX24" fmla="*/ 150802 w 361670"/>
                <a:gd name="connsiteY24" fmla="*/ 195350 h 361333"/>
                <a:gd name="connsiteX25" fmla="*/ 176362 w 361670"/>
                <a:gd name="connsiteY25" fmla="*/ 220886 h 361333"/>
                <a:gd name="connsiteX26" fmla="*/ 176362 w 361670"/>
                <a:gd name="connsiteY26" fmla="*/ 260466 h 361333"/>
                <a:gd name="connsiteX27" fmla="*/ 178279 w 361670"/>
                <a:gd name="connsiteY27" fmla="*/ 164707 h 361333"/>
                <a:gd name="connsiteX28" fmla="*/ 170611 w 361670"/>
                <a:gd name="connsiteY28" fmla="*/ 164707 h 361333"/>
                <a:gd name="connsiteX29" fmla="*/ 163582 w 361670"/>
                <a:gd name="connsiteY29" fmla="*/ 169176 h 361333"/>
                <a:gd name="connsiteX30" fmla="*/ 161027 w 361670"/>
                <a:gd name="connsiteY30" fmla="*/ 173644 h 361333"/>
                <a:gd name="connsiteX31" fmla="*/ 142496 w 361670"/>
                <a:gd name="connsiteY31" fmla="*/ 184497 h 361333"/>
                <a:gd name="connsiteX32" fmla="*/ 113741 w 361670"/>
                <a:gd name="connsiteY32" fmla="*/ 184497 h 361333"/>
                <a:gd name="connsiteX33" fmla="*/ 102239 w 361670"/>
                <a:gd name="connsiteY33" fmla="*/ 177475 h 361333"/>
                <a:gd name="connsiteX34" fmla="*/ 90737 w 361670"/>
                <a:gd name="connsiteY34" fmla="*/ 184497 h 361333"/>
                <a:gd name="connsiteX35" fmla="*/ 86264 w 361670"/>
                <a:gd name="connsiteY35" fmla="*/ 185135 h 361333"/>
                <a:gd name="connsiteX36" fmla="*/ 65816 w 361670"/>
                <a:gd name="connsiteY36" fmla="*/ 168537 h 361333"/>
                <a:gd name="connsiteX37" fmla="*/ 82430 w 361670"/>
                <a:gd name="connsiteY37" fmla="*/ 144278 h 361333"/>
                <a:gd name="connsiteX38" fmla="*/ 82430 w 361670"/>
                <a:gd name="connsiteY38" fmla="*/ 144278 h 361333"/>
                <a:gd name="connsiteX39" fmla="*/ 105434 w 361670"/>
                <a:gd name="connsiteY39" fmla="*/ 155131 h 361333"/>
                <a:gd name="connsiteX40" fmla="*/ 109268 w 361670"/>
                <a:gd name="connsiteY40" fmla="*/ 152577 h 361333"/>
                <a:gd name="connsiteX41" fmla="*/ 112463 w 361670"/>
                <a:gd name="connsiteY41" fmla="*/ 150024 h 361333"/>
                <a:gd name="connsiteX42" fmla="*/ 112463 w 361670"/>
                <a:gd name="connsiteY42" fmla="*/ 147470 h 361333"/>
                <a:gd name="connsiteX43" fmla="*/ 108629 w 361670"/>
                <a:gd name="connsiteY43" fmla="*/ 141086 h 361333"/>
                <a:gd name="connsiteX44" fmla="*/ 109907 w 361670"/>
                <a:gd name="connsiteY44" fmla="*/ 129595 h 361333"/>
                <a:gd name="connsiteX45" fmla="*/ 122687 w 361670"/>
                <a:gd name="connsiteY45" fmla="*/ 129595 h 361333"/>
                <a:gd name="connsiteX46" fmla="*/ 130354 w 361670"/>
                <a:gd name="connsiteY46" fmla="*/ 137256 h 361333"/>
                <a:gd name="connsiteX47" fmla="*/ 135467 w 361670"/>
                <a:gd name="connsiteY47" fmla="*/ 146832 h 361333"/>
                <a:gd name="connsiteX48" fmla="*/ 136744 w 361670"/>
                <a:gd name="connsiteY48" fmla="*/ 156408 h 361333"/>
                <a:gd name="connsiteX49" fmla="*/ 138022 w 361670"/>
                <a:gd name="connsiteY49" fmla="*/ 156408 h 361333"/>
                <a:gd name="connsiteX50" fmla="*/ 138662 w 361670"/>
                <a:gd name="connsiteY50" fmla="*/ 155131 h 361333"/>
                <a:gd name="connsiteX51" fmla="*/ 153358 w 361670"/>
                <a:gd name="connsiteY51" fmla="*/ 143001 h 361333"/>
                <a:gd name="connsiteX52" fmla="*/ 156553 w 361670"/>
                <a:gd name="connsiteY52" fmla="*/ 143001 h 361333"/>
                <a:gd name="connsiteX53" fmla="*/ 178918 w 361670"/>
                <a:gd name="connsiteY53" fmla="*/ 143001 h 361333"/>
                <a:gd name="connsiteX54" fmla="*/ 190420 w 361670"/>
                <a:gd name="connsiteY54" fmla="*/ 154492 h 361333"/>
                <a:gd name="connsiteX55" fmla="*/ 178279 w 361670"/>
                <a:gd name="connsiteY55" fmla="*/ 164707 h 361333"/>
                <a:gd name="connsiteX56" fmla="*/ 305439 w 361670"/>
                <a:gd name="connsiteY56" fmla="*/ 204926 h 361333"/>
                <a:gd name="connsiteX57" fmla="*/ 288186 w 361670"/>
                <a:gd name="connsiteY57" fmla="*/ 211948 h 361333"/>
                <a:gd name="connsiteX58" fmla="*/ 276684 w 361670"/>
                <a:gd name="connsiteY58" fmla="*/ 289833 h 361333"/>
                <a:gd name="connsiteX59" fmla="*/ 263266 w 361670"/>
                <a:gd name="connsiteY59" fmla="*/ 301324 h 361333"/>
                <a:gd name="connsiteX60" fmla="*/ 249846 w 361670"/>
                <a:gd name="connsiteY60" fmla="*/ 287917 h 361333"/>
                <a:gd name="connsiteX61" fmla="*/ 251124 w 361670"/>
                <a:gd name="connsiteY61" fmla="*/ 227270 h 361333"/>
                <a:gd name="connsiteX62" fmla="*/ 240901 w 361670"/>
                <a:gd name="connsiteY62" fmla="*/ 231100 h 361333"/>
                <a:gd name="connsiteX63" fmla="*/ 238345 w 361670"/>
                <a:gd name="connsiteY63" fmla="*/ 231738 h 361333"/>
                <a:gd name="connsiteX64" fmla="*/ 235788 w 361670"/>
                <a:gd name="connsiteY64" fmla="*/ 231100 h 361333"/>
                <a:gd name="connsiteX65" fmla="*/ 232593 w 361670"/>
                <a:gd name="connsiteY65" fmla="*/ 227270 h 361333"/>
                <a:gd name="connsiteX66" fmla="*/ 219175 w 361670"/>
                <a:gd name="connsiteY66" fmla="*/ 175560 h 361333"/>
                <a:gd name="connsiteX67" fmla="*/ 215980 w 361670"/>
                <a:gd name="connsiteY67" fmla="*/ 178752 h 361333"/>
                <a:gd name="connsiteX68" fmla="*/ 194254 w 361670"/>
                <a:gd name="connsiteY68" fmla="*/ 181944 h 361333"/>
                <a:gd name="connsiteX69" fmla="*/ 190420 w 361670"/>
                <a:gd name="connsiteY69" fmla="*/ 174283 h 361333"/>
                <a:gd name="connsiteX70" fmla="*/ 198727 w 361670"/>
                <a:gd name="connsiteY70" fmla="*/ 158323 h 361333"/>
                <a:gd name="connsiteX71" fmla="*/ 207673 w 361670"/>
                <a:gd name="connsiteY71" fmla="*/ 148747 h 361333"/>
                <a:gd name="connsiteX72" fmla="*/ 194893 w 361670"/>
                <a:gd name="connsiteY72" fmla="*/ 135979 h 361333"/>
                <a:gd name="connsiteX73" fmla="*/ 194254 w 361670"/>
                <a:gd name="connsiteY73" fmla="*/ 109166 h 361333"/>
                <a:gd name="connsiteX74" fmla="*/ 203839 w 361670"/>
                <a:gd name="connsiteY74" fmla="*/ 98952 h 361333"/>
                <a:gd name="connsiteX75" fmla="*/ 229399 w 361670"/>
                <a:gd name="connsiteY75" fmla="*/ 97037 h 361333"/>
                <a:gd name="connsiteX76" fmla="*/ 230038 w 361670"/>
                <a:gd name="connsiteY76" fmla="*/ 97675 h 361333"/>
                <a:gd name="connsiteX77" fmla="*/ 282435 w 361670"/>
                <a:gd name="connsiteY77" fmla="*/ 150024 h 361333"/>
                <a:gd name="connsiteX78" fmla="*/ 293298 w 361670"/>
                <a:gd name="connsiteY78" fmla="*/ 164068 h 361333"/>
                <a:gd name="connsiteX79" fmla="*/ 309273 w 361670"/>
                <a:gd name="connsiteY79" fmla="*/ 196627 h 361333"/>
                <a:gd name="connsiteX80" fmla="*/ 309273 w 361670"/>
                <a:gd name="connsiteY80" fmla="*/ 201734 h 361333"/>
                <a:gd name="connsiteX81" fmla="*/ 305439 w 361670"/>
                <a:gd name="connsiteY81" fmla="*/ 20492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159748" y="64478"/>
                  </a:moveTo>
                  <a:cubicBezTo>
                    <a:pt x="164221" y="60010"/>
                    <a:pt x="170611" y="57456"/>
                    <a:pt x="177001" y="57456"/>
                  </a:cubicBezTo>
                  <a:cubicBezTo>
                    <a:pt x="183391" y="57456"/>
                    <a:pt x="189781" y="60010"/>
                    <a:pt x="194254" y="65117"/>
                  </a:cubicBezTo>
                  <a:cubicBezTo>
                    <a:pt x="203839" y="74693"/>
                    <a:pt x="203839" y="90014"/>
                    <a:pt x="194893" y="99590"/>
                  </a:cubicBezTo>
                  <a:cubicBezTo>
                    <a:pt x="190420" y="104059"/>
                    <a:pt x="184669" y="106613"/>
                    <a:pt x="178279" y="106613"/>
                  </a:cubicBezTo>
                  <a:cubicBezTo>
                    <a:pt x="171889" y="106613"/>
                    <a:pt x="165499" y="104059"/>
                    <a:pt x="160387" y="98952"/>
                  </a:cubicBezTo>
                  <a:cubicBezTo>
                    <a:pt x="150164" y="89376"/>
                    <a:pt x="150164" y="74054"/>
                    <a:pt x="159748" y="64478"/>
                  </a:cubicBezTo>
                  <a:close/>
                  <a:moveTo>
                    <a:pt x="176362" y="260466"/>
                  </a:moveTo>
                  <a:cubicBezTo>
                    <a:pt x="176362" y="264297"/>
                    <a:pt x="173806" y="266850"/>
                    <a:pt x="169972" y="266850"/>
                  </a:cubicBezTo>
                  <a:cubicBezTo>
                    <a:pt x="166138" y="266850"/>
                    <a:pt x="163582" y="264297"/>
                    <a:pt x="163582" y="260466"/>
                  </a:cubicBezTo>
                  <a:lnTo>
                    <a:pt x="163582" y="220886"/>
                  </a:lnTo>
                  <a:cubicBezTo>
                    <a:pt x="163582" y="213863"/>
                    <a:pt x="157832" y="208118"/>
                    <a:pt x="150802" y="208118"/>
                  </a:cubicBezTo>
                  <a:lnTo>
                    <a:pt x="68372" y="208118"/>
                  </a:lnTo>
                  <a:cubicBezTo>
                    <a:pt x="54314" y="208118"/>
                    <a:pt x="42813" y="196627"/>
                    <a:pt x="42813" y="182582"/>
                  </a:cubicBezTo>
                  <a:lnTo>
                    <a:pt x="42813" y="162792"/>
                  </a:lnTo>
                  <a:cubicBezTo>
                    <a:pt x="42813" y="158961"/>
                    <a:pt x="45368" y="156408"/>
                    <a:pt x="49203" y="156408"/>
                  </a:cubicBezTo>
                  <a:cubicBezTo>
                    <a:pt x="53036" y="156408"/>
                    <a:pt x="55593" y="158961"/>
                    <a:pt x="55593" y="162792"/>
                  </a:cubicBezTo>
                  <a:lnTo>
                    <a:pt x="55593" y="182582"/>
                  </a:lnTo>
                  <a:cubicBezTo>
                    <a:pt x="55593" y="189604"/>
                    <a:pt x="61343" y="195350"/>
                    <a:pt x="68372" y="195350"/>
                  </a:cubicBezTo>
                  <a:lnTo>
                    <a:pt x="150802" y="195350"/>
                  </a:lnTo>
                  <a:cubicBezTo>
                    <a:pt x="164860" y="195350"/>
                    <a:pt x="176362" y="206841"/>
                    <a:pt x="176362" y="220886"/>
                  </a:cubicBezTo>
                  <a:lnTo>
                    <a:pt x="176362" y="260466"/>
                  </a:lnTo>
                  <a:close/>
                  <a:moveTo>
                    <a:pt x="178279" y="164707"/>
                  </a:moveTo>
                  <a:lnTo>
                    <a:pt x="170611" y="164707"/>
                  </a:lnTo>
                  <a:cubicBezTo>
                    <a:pt x="167416" y="164707"/>
                    <a:pt x="164860" y="166622"/>
                    <a:pt x="163582" y="169176"/>
                  </a:cubicBezTo>
                  <a:lnTo>
                    <a:pt x="161027" y="173644"/>
                  </a:lnTo>
                  <a:cubicBezTo>
                    <a:pt x="157192" y="180667"/>
                    <a:pt x="150164" y="184497"/>
                    <a:pt x="142496" y="184497"/>
                  </a:cubicBezTo>
                  <a:lnTo>
                    <a:pt x="113741" y="184497"/>
                  </a:lnTo>
                  <a:cubicBezTo>
                    <a:pt x="108629" y="184497"/>
                    <a:pt x="104156" y="181305"/>
                    <a:pt x="102239" y="177475"/>
                  </a:cubicBezTo>
                  <a:cubicBezTo>
                    <a:pt x="99044" y="180667"/>
                    <a:pt x="95210" y="183220"/>
                    <a:pt x="90737" y="184497"/>
                  </a:cubicBezTo>
                  <a:cubicBezTo>
                    <a:pt x="89459" y="184497"/>
                    <a:pt x="87542" y="185135"/>
                    <a:pt x="86264" y="185135"/>
                  </a:cubicBezTo>
                  <a:cubicBezTo>
                    <a:pt x="76679" y="185135"/>
                    <a:pt x="67733" y="178752"/>
                    <a:pt x="65816" y="168537"/>
                  </a:cubicBezTo>
                  <a:cubicBezTo>
                    <a:pt x="63260" y="157684"/>
                    <a:pt x="70928" y="146193"/>
                    <a:pt x="82430" y="144278"/>
                  </a:cubicBezTo>
                  <a:lnTo>
                    <a:pt x="82430" y="144278"/>
                  </a:lnTo>
                  <a:cubicBezTo>
                    <a:pt x="92015" y="142363"/>
                    <a:pt x="100961" y="146832"/>
                    <a:pt x="105434" y="155131"/>
                  </a:cubicBezTo>
                  <a:cubicBezTo>
                    <a:pt x="106712" y="154492"/>
                    <a:pt x="107351" y="153216"/>
                    <a:pt x="109268" y="152577"/>
                  </a:cubicBezTo>
                  <a:cubicBezTo>
                    <a:pt x="110546" y="151939"/>
                    <a:pt x="111824" y="151300"/>
                    <a:pt x="112463" y="150024"/>
                  </a:cubicBezTo>
                  <a:cubicBezTo>
                    <a:pt x="113102" y="149385"/>
                    <a:pt x="113102" y="148108"/>
                    <a:pt x="112463" y="147470"/>
                  </a:cubicBezTo>
                  <a:lnTo>
                    <a:pt x="108629" y="141086"/>
                  </a:lnTo>
                  <a:cubicBezTo>
                    <a:pt x="106712" y="137256"/>
                    <a:pt x="107351" y="132787"/>
                    <a:pt x="109907" y="129595"/>
                  </a:cubicBezTo>
                  <a:cubicBezTo>
                    <a:pt x="113741" y="125765"/>
                    <a:pt x="119492" y="125765"/>
                    <a:pt x="122687" y="129595"/>
                  </a:cubicBezTo>
                  <a:lnTo>
                    <a:pt x="130354" y="137256"/>
                  </a:lnTo>
                  <a:cubicBezTo>
                    <a:pt x="132911" y="139809"/>
                    <a:pt x="134828" y="143001"/>
                    <a:pt x="135467" y="146832"/>
                  </a:cubicBezTo>
                  <a:lnTo>
                    <a:pt x="136744" y="156408"/>
                  </a:lnTo>
                  <a:lnTo>
                    <a:pt x="138022" y="156408"/>
                  </a:lnTo>
                  <a:cubicBezTo>
                    <a:pt x="138022" y="156408"/>
                    <a:pt x="138662" y="155769"/>
                    <a:pt x="138662" y="155131"/>
                  </a:cubicBezTo>
                  <a:cubicBezTo>
                    <a:pt x="140579" y="148108"/>
                    <a:pt x="146329" y="143640"/>
                    <a:pt x="153358" y="143001"/>
                  </a:cubicBezTo>
                  <a:cubicBezTo>
                    <a:pt x="154637" y="143001"/>
                    <a:pt x="155275" y="143001"/>
                    <a:pt x="156553" y="143001"/>
                  </a:cubicBezTo>
                  <a:lnTo>
                    <a:pt x="178918" y="143001"/>
                  </a:lnTo>
                  <a:cubicBezTo>
                    <a:pt x="185308" y="143001"/>
                    <a:pt x="190420" y="148108"/>
                    <a:pt x="190420" y="154492"/>
                  </a:cubicBezTo>
                  <a:cubicBezTo>
                    <a:pt x="190420" y="160876"/>
                    <a:pt x="184669" y="164707"/>
                    <a:pt x="178279" y="164707"/>
                  </a:cubicBezTo>
                  <a:close/>
                  <a:moveTo>
                    <a:pt x="305439" y="204926"/>
                  </a:moveTo>
                  <a:lnTo>
                    <a:pt x="288186" y="211948"/>
                  </a:lnTo>
                  <a:lnTo>
                    <a:pt x="276684" y="289833"/>
                  </a:lnTo>
                  <a:cubicBezTo>
                    <a:pt x="275406" y="296217"/>
                    <a:pt x="269655" y="301324"/>
                    <a:pt x="263266" y="301324"/>
                  </a:cubicBezTo>
                  <a:cubicBezTo>
                    <a:pt x="255597" y="301324"/>
                    <a:pt x="249846" y="294940"/>
                    <a:pt x="249846" y="287917"/>
                  </a:cubicBezTo>
                  <a:lnTo>
                    <a:pt x="251124" y="227270"/>
                  </a:lnTo>
                  <a:lnTo>
                    <a:pt x="240901" y="231100"/>
                  </a:lnTo>
                  <a:cubicBezTo>
                    <a:pt x="240261" y="231100"/>
                    <a:pt x="239623" y="231738"/>
                    <a:pt x="238345" y="231738"/>
                  </a:cubicBezTo>
                  <a:cubicBezTo>
                    <a:pt x="237067" y="231738"/>
                    <a:pt x="236428" y="231738"/>
                    <a:pt x="235788" y="231100"/>
                  </a:cubicBezTo>
                  <a:cubicBezTo>
                    <a:pt x="233872" y="230462"/>
                    <a:pt x="233233" y="228546"/>
                    <a:pt x="232593" y="227270"/>
                  </a:cubicBezTo>
                  <a:lnTo>
                    <a:pt x="219175" y="175560"/>
                  </a:lnTo>
                  <a:lnTo>
                    <a:pt x="215980" y="178752"/>
                  </a:lnTo>
                  <a:cubicBezTo>
                    <a:pt x="203839" y="188327"/>
                    <a:pt x="197449" y="185135"/>
                    <a:pt x="194254" y="181944"/>
                  </a:cubicBezTo>
                  <a:cubicBezTo>
                    <a:pt x="192337" y="180028"/>
                    <a:pt x="191059" y="176836"/>
                    <a:pt x="190420" y="174283"/>
                  </a:cubicBezTo>
                  <a:cubicBezTo>
                    <a:pt x="190420" y="169176"/>
                    <a:pt x="192976" y="164068"/>
                    <a:pt x="198727" y="158323"/>
                  </a:cubicBezTo>
                  <a:lnTo>
                    <a:pt x="207673" y="148747"/>
                  </a:lnTo>
                  <a:lnTo>
                    <a:pt x="194893" y="135979"/>
                  </a:lnTo>
                  <a:cubicBezTo>
                    <a:pt x="187225" y="128957"/>
                    <a:pt x="187225" y="116827"/>
                    <a:pt x="194254" y="109166"/>
                  </a:cubicBezTo>
                  <a:lnTo>
                    <a:pt x="203839" y="98952"/>
                  </a:lnTo>
                  <a:cubicBezTo>
                    <a:pt x="210868" y="91930"/>
                    <a:pt x="221731" y="91291"/>
                    <a:pt x="229399" y="97037"/>
                  </a:cubicBezTo>
                  <a:cubicBezTo>
                    <a:pt x="229399" y="97037"/>
                    <a:pt x="230038" y="97037"/>
                    <a:pt x="230038" y="97675"/>
                  </a:cubicBezTo>
                  <a:lnTo>
                    <a:pt x="282435" y="150024"/>
                  </a:lnTo>
                  <a:cubicBezTo>
                    <a:pt x="286269" y="153854"/>
                    <a:pt x="290103" y="158961"/>
                    <a:pt x="293298" y="164068"/>
                  </a:cubicBezTo>
                  <a:lnTo>
                    <a:pt x="309273" y="196627"/>
                  </a:lnTo>
                  <a:cubicBezTo>
                    <a:pt x="309912" y="197903"/>
                    <a:pt x="309912" y="199819"/>
                    <a:pt x="309273" y="201734"/>
                  </a:cubicBezTo>
                  <a:cubicBezTo>
                    <a:pt x="307995" y="203011"/>
                    <a:pt x="306717" y="204287"/>
                    <a:pt x="305439" y="204926"/>
                  </a:cubicBezTo>
                  <a:close/>
                </a:path>
              </a:pathLst>
            </a:custGeom>
            <a:solidFill>
              <a:srgbClr val="007CB0"/>
            </a:solidFill>
            <a:ln w="6390" cap="flat">
              <a:noFill/>
              <a:prstDash val="solid"/>
              <a:miter/>
            </a:ln>
          </p:spPr>
          <p:txBody>
            <a:bodyPr rtlCol="0" anchor="ctr"/>
            <a:lstStyle/>
            <a:p>
              <a:endParaRPr lang="en-US"/>
            </a:p>
          </p:txBody>
        </p:sp>
        <p:sp>
          <p:nvSpPr>
            <p:cNvPr id="671" name="Graphic 4">
              <a:extLst>
                <a:ext uri="{FF2B5EF4-FFF2-40B4-BE49-F238E27FC236}">
                  <a16:creationId xmlns:a16="http://schemas.microsoft.com/office/drawing/2014/main" id="{02ACF463-F834-BD49-B68D-78A3CEB751E6}"/>
                </a:ext>
              </a:extLst>
            </p:cNvPr>
            <p:cNvSpPr/>
            <p:nvPr/>
          </p:nvSpPr>
          <p:spPr>
            <a:xfrm>
              <a:off x="4247391" y="3445079"/>
              <a:ext cx="91376" cy="111599"/>
            </a:xfrm>
            <a:custGeom>
              <a:avLst/>
              <a:gdLst>
                <a:gd name="connsiteX0" fmla="*/ 72206 w 91376"/>
                <a:gd name="connsiteY0" fmla="*/ 53505 h 111599"/>
                <a:gd name="connsiteX1" fmla="*/ 19809 w 91376"/>
                <a:gd name="connsiteY1" fmla="*/ 1156 h 111599"/>
                <a:gd name="connsiteX2" fmla="*/ 11502 w 91376"/>
                <a:gd name="connsiteY2" fmla="*/ 1795 h 111599"/>
                <a:gd name="connsiteX3" fmla="*/ 1917 w 91376"/>
                <a:gd name="connsiteY3" fmla="*/ 12009 h 111599"/>
                <a:gd name="connsiteX4" fmla="*/ 1917 w 91376"/>
                <a:gd name="connsiteY4" fmla="*/ 20947 h 111599"/>
                <a:gd name="connsiteX5" fmla="*/ 17253 w 91376"/>
                <a:gd name="connsiteY5" fmla="*/ 36268 h 111599"/>
                <a:gd name="connsiteX6" fmla="*/ 19809 w 91376"/>
                <a:gd name="connsiteY6" fmla="*/ 43929 h 111599"/>
                <a:gd name="connsiteX7" fmla="*/ 16614 w 91376"/>
                <a:gd name="connsiteY7" fmla="*/ 50951 h 111599"/>
                <a:gd name="connsiteX8" fmla="*/ 6390 w 91376"/>
                <a:gd name="connsiteY8" fmla="*/ 62442 h 111599"/>
                <a:gd name="connsiteX9" fmla="*/ 3195 w 91376"/>
                <a:gd name="connsiteY9" fmla="*/ 65634 h 111599"/>
                <a:gd name="connsiteX10" fmla="*/ 5751 w 91376"/>
                <a:gd name="connsiteY10" fmla="*/ 63719 h 111599"/>
                <a:gd name="connsiteX11" fmla="*/ 16614 w 91376"/>
                <a:gd name="connsiteY11" fmla="*/ 54143 h 111599"/>
                <a:gd name="connsiteX12" fmla="*/ 16614 w 91376"/>
                <a:gd name="connsiteY12" fmla="*/ 54143 h 111599"/>
                <a:gd name="connsiteX13" fmla="*/ 23004 w 91376"/>
                <a:gd name="connsiteY13" fmla="*/ 48398 h 111599"/>
                <a:gd name="connsiteX14" fmla="*/ 21087 w 91376"/>
                <a:gd name="connsiteY14" fmla="*/ 36907 h 111599"/>
                <a:gd name="connsiteX15" fmla="*/ 7668 w 91376"/>
                <a:gd name="connsiteY15" fmla="*/ 22223 h 111599"/>
                <a:gd name="connsiteX16" fmla="*/ 8307 w 91376"/>
                <a:gd name="connsiteY16" fmla="*/ 13286 h 111599"/>
                <a:gd name="connsiteX17" fmla="*/ 17253 w 91376"/>
                <a:gd name="connsiteY17" fmla="*/ 13924 h 111599"/>
                <a:gd name="connsiteX18" fmla="*/ 30033 w 91376"/>
                <a:gd name="connsiteY18" fmla="*/ 28607 h 111599"/>
                <a:gd name="connsiteX19" fmla="*/ 31950 w 91376"/>
                <a:gd name="connsiteY19" fmla="*/ 57335 h 111599"/>
                <a:gd name="connsiteX20" fmla="*/ 31311 w 91376"/>
                <a:gd name="connsiteY20" fmla="*/ 57974 h 111599"/>
                <a:gd name="connsiteX21" fmla="*/ 27477 w 91376"/>
                <a:gd name="connsiteY21" fmla="*/ 61166 h 111599"/>
                <a:gd name="connsiteX22" fmla="*/ 40257 w 91376"/>
                <a:gd name="connsiteY22" fmla="*/ 111599 h 111599"/>
                <a:gd name="connsiteX23" fmla="*/ 91376 w 91376"/>
                <a:gd name="connsiteY23" fmla="*/ 90532 h 111599"/>
                <a:gd name="connsiteX24" fmla="*/ 78596 w 91376"/>
                <a:gd name="connsiteY24" fmla="*/ 64358 h 111599"/>
                <a:gd name="connsiteX25" fmla="*/ 72206 w 91376"/>
                <a:gd name="connsiteY25" fmla="*/ 53505 h 111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1376" h="111599">
                  <a:moveTo>
                    <a:pt x="72206" y="53505"/>
                  </a:moveTo>
                  <a:lnTo>
                    <a:pt x="19809" y="1156"/>
                  </a:lnTo>
                  <a:cubicBezTo>
                    <a:pt x="17253" y="-759"/>
                    <a:pt x="14058" y="-120"/>
                    <a:pt x="11502" y="1795"/>
                  </a:cubicBezTo>
                  <a:lnTo>
                    <a:pt x="1917" y="12009"/>
                  </a:lnTo>
                  <a:cubicBezTo>
                    <a:pt x="-639" y="14563"/>
                    <a:pt x="-639" y="18393"/>
                    <a:pt x="1917" y="20947"/>
                  </a:cubicBezTo>
                  <a:lnTo>
                    <a:pt x="17253" y="36268"/>
                  </a:lnTo>
                  <a:cubicBezTo>
                    <a:pt x="19170" y="38183"/>
                    <a:pt x="20448" y="40737"/>
                    <a:pt x="19809" y="43929"/>
                  </a:cubicBezTo>
                  <a:cubicBezTo>
                    <a:pt x="19809" y="46483"/>
                    <a:pt x="18531" y="49036"/>
                    <a:pt x="16614" y="50951"/>
                  </a:cubicBezTo>
                  <a:lnTo>
                    <a:pt x="6390" y="62442"/>
                  </a:lnTo>
                  <a:cubicBezTo>
                    <a:pt x="5112" y="63719"/>
                    <a:pt x="3834" y="64996"/>
                    <a:pt x="3195" y="65634"/>
                  </a:cubicBezTo>
                  <a:cubicBezTo>
                    <a:pt x="3834" y="64996"/>
                    <a:pt x="4473" y="64358"/>
                    <a:pt x="5751" y="63719"/>
                  </a:cubicBezTo>
                  <a:lnTo>
                    <a:pt x="16614" y="54143"/>
                  </a:lnTo>
                  <a:cubicBezTo>
                    <a:pt x="16614" y="54143"/>
                    <a:pt x="16614" y="54143"/>
                    <a:pt x="16614" y="54143"/>
                  </a:cubicBezTo>
                  <a:lnTo>
                    <a:pt x="23004" y="48398"/>
                  </a:lnTo>
                  <a:cubicBezTo>
                    <a:pt x="26199" y="44567"/>
                    <a:pt x="26838" y="42652"/>
                    <a:pt x="21087" y="36907"/>
                  </a:cubicBezTo>
                  <a:lnTo>
                    <a:pt x="7668" y="22223"/>
                  </a:lnTo>
                  <a:cubicBezTo>
                    <a:pt x="5112" y="19670"/>
                    <a:pt x="5751" y="15839"/>
                    <a:pt x="8307" y="13286"/>
                  </a:cubicBezTo>
                  <a:cubicBezTo>
                    <a:pt x="10863" y="10732"/>
                    <a:pt x="14697" y="11371"/>
                    <a:pt x="17253" y="13924"/>
                  </a:cubicBezTo>
                  <a:lnTo>
                    <a:pt x="30033" y="28607"/>
                  </a:lnTo>
                  <a:cubicBezTo>
                    <a:pt x="39618" y="38183"/>
                    <a:pt x="40896" y="47759"/>
                    <a:pt x="31950" y="57335"/>
                  </a:cubicBezTo>
                  <a:cubicBezTo>
                    <a:pt x="31950" y="57335"/>
                    <a:pt x="31311" y="57974"/>
                    <a:pt x="31311" y="57974"/>
                  </a:cubicBezTo>
                  <a:lnTo>
                    <a:pt x="27477" y="61166"/>
                  </a:lnTo>
                  <a:lnTo>
                    <a:pt x="40257" y="111599"/>
                  </a:lnTo>
                  <a:lnTo>
                    <a:pt x="91376" y="90532"/>
                  </a:lnTo>
                  <a:lnTo>
                    <a:pt x="78596" y="64358"/>
                  </a:lnTo>
                  <a:cubicBezTo>
                    <a:pt x="78596" y="60527"/>
                    <a:pt x="75401" y="56697"/>
                    <a:pt x="72206" y="53505"/>
                  </a:cubicBezTo>
                  <a:close/>
                </a:path>
              </a:pathLst>
            </a:custGeom>
            <a:solidFill>
              <a:srgbClr val="007CB0"/>
            </a:solidFill>
            <a:ln w="6390" cap="flat">
              <a:noFill/>
              <a:prstDash val="solid"/>
              <a:miter/>
            </a:ln>
          </p:spPr>
          <p:txBody>
            <a:bodyPr rtlCol="0" anchor="ctr"/>
            <a:lstStyle/>
            <a:p>
              <a:endParaRPr lang="en-US"/>
            </a:p>
          </p:txBody>
        </p:sp>
      </p:grpSp>
      <p:grpSp>
        <p:nvGrpSpPr>
          <p:cNvPr id="672" name="Graphic 4">
            <a:extLst>
              <a:ext uri="{FF2B5EF4-FFF2-40B4-BE49-F238E27FC236}">
                <a16:creationId xmlns:a16="http://schemas.microsoft.com/office/drawing/2014/main" id="{9C4A9DEF-188C-6345-9A35-38C4B50C6C9C}"/>
              </a:ext>
            </a:extLst>
          </p:cNvPr>
          <p:cNvGrpSpPr/>
          <p:nvPr/>
        </p:nvGrpSpPr>
        <p:grpSpPr>
          <a:xfrm>
            <a:off x="2998797" y="3824168"/>
            <a:ext cx="361670" cy="361333"/>
            <a:chOff x="2998797" y="3824168"/>
            <a:chExt cx="361670" cy="361333"/>
          </a:xfrm>
          <a:solidFill>
            <a:srgbClr val="007CB0"/>
          </a:solidFill>
        </p:grpSpPr>
        <p:sp>
          <p:nvSpPr>
            <p:cNvPr id="673" name="Graphic 4">
              <a:extLst>
                <a:ext uri="{FF2B5EF4-FFF2-40B4-BE49-F238E27FC236}">
                  <a16:creationId xmlns:a16="http://schemas.microsoft.com/office/drawing/2014/main" id="{6198A7A9-19DA-2647-869E-A92F11C397AC}"/>
                </a:ext>
              </a:extLst>
            </p:cNvPr>
            <p:cNvSpPr/>
            <p:nvPr/>
          </p:nvSpPr>
          <p:spPr>
            <a:xfrm>
              <a:off x="3119552" y="4022709"/>
              <a:ext cx="59237" cy="51071"/>
            </a:xfrm>
            <a:custGeom>
              <a:avLst/>
              <a:gdLst>
                <a:gd name="connsiteX0" fmla="*/ 47301 w 59237"/>
                <a:gd name="connsiteY0" fmla="*/ 0 h 51071"/>
                <a:gd name="connsiteX1" fmla="*/ 38994 w 59237"/>
                <a:gd name="connsiteY1" fmla="*/ 3192 h 51071"/>
                <a:gd name="connsiteX2" fmla="*/ 33882 w 59237"/>
                <a:gd name="connsiteY2" fmla="*/ 8299 h 51071"/>
                <a:gd name="connsiteX3" fmla="*/ 29409 w 59237"/>
                <a:gd name="connsiteY3" fmla="*/ 10214 h 51071"/>
                <a:gd name="connsiteX4" fmla="*/ 24936 w 59237"/>
                <a:gd name="connsiteY4" fmla="*/ 8299 h 51071"/>
                <a:gd name="connsiteX5" fmla="*/ 19824 w 59237"/>
                <a:gd name="connsiteY5" fmla="*/ 3192 h 51071"/>
                <a:gd name="connsiteX6" fmla="*/ 12156 w 59237"/>
                <a:gd name="connsiteY6" fmla="*/ 0 h 51071"/>
                <a:gd name="connsiteX7" fmla="*/ 11517 w 59237"/>
                <a:gd name="connsiteY7" fmla="*/ 0 h 51071"/>
                <a:gd name="connsiteX8" fmla="*/ 3210 w 59237"/>
                <a:gd name="connsiteY8" fmla="*/ 4469 h 51071"/>
                <a:gd name="connsiteX9" fmla="*/ 4488 w 59237"/>
                <a:gd name="connsiteY9" fmla="*/ 25536 h 51071"/>
                <a:gd name="connsiteX10" fmla="*/ 30048 w 59237"/>
                <a:gd name="connsiteY10" fmla="*/ 51072 h 51071"/>
                <a:gd name="connsiteX11" fmla="*/ 54968 w 59237"/>
                <a:gd name="connsiteY11" fmla="*/ 25536 h 51071"/>
                <a:gd name="connsiteX12" fmla="*/ 56246 w 59237"/>
                <a:gd name="connsiteY12" fmla="*/ 4469 h 51071"/>
                <a:gd name="connsiteX13" fmla="*/ 47301 w 59237"/>
                <a:gd name="connsiteY13" fmla="*/ 0 h 5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9237" h="51071">
                  <a:moveTo>
                    <a:pt x="47301" y="0"/>
                  </a:moveTo>
                  <a:cubicBezTo>
                    <a:pt x="44106" y="0"/>
                    <a:pt x="41550" y="1277"/>
                    <a:pt x="38994" y="3192"/>
                  </a:cubicBezTo>
                  <a:lnTo>
                    <a:pt x="33882" y="8299"/>
                  </a:lnTo>
                  <a:cubicBezTo>
                    <a:pt x="32604" y="9576"/>
                    <a:pt x="31326" y="10214"/>
                    <a:pt x="29409" y="10214"/>
                  </a:cubicBezTo>
                  <a:cubicBezTo>
                    <a:pt x="27492" y="10214"/>
                    <a:pt x="26214" y="9576"/>
                    <a:pt x="24936" y="8299"/>
                  </a:cubicBezTo>
                  <a:lnTo>
                    <a:pt x="19824" y="3192"/>
                  </a:lnTo>
                  <a:cubicBezTo>
                    <a:pt x="17907" y="1277"/>
                    <a:pt x="14712" y="0"/>
                    <a:pt x="12156" y="0"/>
                  </a:cubicBezTo>
                  <a:cubicBezTo>
                    <a:pt x="12156" y="0"/>
                    <a:pt x="11517" y="0"/>
                    <a:pt x="11517" y="0"/>
                  </a:cubicBezTo>
                  <a:cubicBezTo>
                    <a:pt x="8322" y="0"/>
                    <a:pt x="5766" y="1915"/>
                    <a:pt x="3210" y="4469"/>
                  </a:cubicBezTo>
                  <a:cubicBezTo>
                    <a:pt x="-1263" y="10853"/>
                    <a:pt x="-1263" y="20429"/>
                    <a:pt x="4488" y="25536"/>
                  </a:cubicBezTo>
                  <a:lnTo>
                    <a:pt x="30048" y="51072"/>
                  </a:lnTo>
                  <a:lnTo>
                    <a:pt x="54968" y="25536"/>
                  </a:lnTo>
                  <a:cubicBezTo>
                    <a:pt x="60080" y="20429"/>
                    <a:pt x="60719" y="10214"/>
                    <a:pt x="56246" y="4469"/>
                  </a:cubicBezTo>
                  <a:cubicBezTo>
                    <a:pt x="53691" y="1915"/>
                    <a:pt x="50496" y="0"/>
                    <a:pt x="47301" y="0"/>
                  </a:cubicBezTo>
                  <a:close/>
                </a:path>
              </a:pathLst>
            </a:custGeom>
            <a:solidFill>
              <a:srgbClr val="007CB0"/>
            </a:solidFill>
            <a:ln w="6390" cap="flat">
              <a:noFill/>
              <a:prstDash val="solid"/>
              <a:miter/>
            </a:ln>
          </p:spPr>
          <p:txBody>
            <a:bodyPr rtlCol="0" anchor="ctr"/>
            <a:lstStyle/>
            <a:p>
              <a:endParaRPr lang="en-US"/>
            </a:p>
          </p:txBody>
        </p:sp>
        <p:sp>
          <p:nvSpPr>
            <p:cNvPr id="674" name="Graphic 4">
              <a:extLst>
                <a:ext uri="{FF2B5EF4-FFF2-40B4-BE49-F238E27FC236}">
                  <a16:creationId xmlns:a16="http://schemas.microsoft.com/office/drawing/2014/main" id="{BB1C260E-5649-8941-8FF9-64905422152E}"/>
                </a:ext>
              </a:extLst>
            </p:cNvPr>
            <p:cNvSpPr/>
            <p:nvPr/>
          </p:nvSpPr>
          <p:spPr>
            <a:xfrm>
              <a:off x="2998797"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125243 w 361670"/>
                <a:gd name="connsiteY5" fmla="*/ 302601 h 361333"/>
                <a:gd name="connsiteX6" fmla="*/ 118853 w 361670"/>
                <a:gd name="connsiteY6" fmla="*/ 308985 h 361333"/>
                <a:gd name="connsiteX7" fmla="*/ 112463 w 361670"/>
                <a:gd name="connsiteY7" fmla="*/ 302601 h 361333"/>
                <a:gd name="connsiteX8" fmla="*/ 112463 w 361670"/>
                <a:gd name="connsiteY8" fmla="*/ 273234 h 361333"/>
                <a:gd name="connsiteX9" fmla="*/ 111824 w 361670"/>
                <a:gd name="connsiteY9" fmla="*/ 271958 h 361333"/>
                <a:gd name="connsiteX10" fmla="*/ 89459 w 361670"/>
                <a:gd name="connsiteY10" fmla="*/ 176198 h 361333"/>
                <a:gd name="connsiteX11" fmla="*/ 120770 w 361670"/>
                <a:gd name="connsiteY11" fmla="*/ 151939 h 361333"/>
                <a:gd name="connsiteX12" fmla="*/ 129077 w 361670"/>
                <a:gd name="connsiteY12" fmla="*/ 148108 h 361333"/>
                <a:gd name="connsiteX13" fmla="*/ 120770 w 361670"/>
                <a:gd name="connsiteY13" fmla="*/ 129595 h 361333"/>
                <a:gd name="connsiteX14" fmla="*/ 141218 w 361670"/>
                <a:gd name="connsiteY14" fmla="*/ 105974 h 361333"/>
                <a:gd name="connsiteX15" fmla="*/ 162305 w 361670"/>
                <a:gd name="connsiteY15" fmla="*/ 64478 h 361333"/>
                <a:gd name="connsiteX16" fmla="*/ 166138 w 361670"/>
                <a:gd name="connsiteY16" fmla="*/ 56179 h 361333"/>
                <a:gd name="connsiteX17" fmla="*/ 174445 w 361670"/>
                <a:gd name="connsiteY17" fmla="*/ 60009 h 361333"/>
                <a:gd name="connsiteX18" fmla="*/ 146969 w 361670"/>
                <a:gd name="connsiteY18" fmla="*/ 117465 h 361333"/>
                <a:gd name="connsiteX19" fmla="*/ 133550 w 361670"/>
                <a:gd name="connsiteY19" fmla="*/ 130233 h 361333"/>
                <a:gd name="connsiteX20" fmla="*/ 139301 w 361670"/>
                <a:gd name="connsiteY20" fmla="*/ 139809 h 361333"/>
                <a:gd name="connsiteX21" fmla="*/ 139940 w 361670"/>
                <a:gd name="connsiteY21" fmla="*/ 140448 h 361333"/>
                <a:gd name="connsiteX22" fmla="*/ 142496 w 361670"/>
                <a:gd name="connsiteY22" fmla="*/ 149385 h 361333"/>
                <a:gd name="connsiteX23" fmla="*/ 125243 w 361670"/>
                <a:gd name="connsiteY23" fmla="*/ 163430 h 361333"/>
                <a:gd name="connsiteX24" fmla="*/ 100322 w 361670"/>
                <a:gd name="connsiteY24" fmla="*/ 182582 h 361333"/>
                <a:gd name="connsiteX25" fmla="*/ 120131 w 361670"/>
                <a:gd name="connsiteY25" fmla="*/ 261105 h 361333"/>
                <a:gd name="connsiteX26" fmla="*/ 125243 w 361670"/>
                <a:gd name="connsiteY26" fmla="*/ 272596 h 361333"/>
                <a:gd name="connsiteX27" fmla="*/ 125243 w 361670"/>
                <a:gd name="connsiteY27" fmla="*/ 302601 h 361333"/>
                <a:gd name="connsiteX28" fmla="*/ 184669 w 361670"/>
                <a:gd name="connsiteY28" fmla="*/ 233015 h 361333"/>
                <a:gd name="connsiteX29" fmla="*/ 155276 w 361670"/>
                <a:gd name="connsiteY29" fmla="*/ 263020 h 361333"/>
                <a:gd name="connsiteX30" fmla="*/ 150803 w 361670"/>
                <a:gd name="connsiteY30" fmla="*/ 264935 h 361333"/>
                <a:gd name="connsiteX31" fmla="*/ 146330 w 361670"/>
                <a:gd name="connsiteY31" fmla="*/ 263020 h 361333"/>
                <a:gd name="connsiteX32" fmla="*/ 116297 w 361670"/>
                <a:gd name="connsiteY32" fmla="*/ 233015 h 361333"/>
                <a:gd name="connsiteX33" fmla="*/ 114380 w 361670"/>
                <a:gd name="connsiteY33" fmla="*/ 194711 h 361333"/>
                <a:gd name="connsiteX34" fmla="*/ 131633 w 361670"/>
                <a:gd name="connsiteY34" fmla="*/ 185135 h 361333"/>
                <a:gd name="connsiteX35" fmla="*/ 149525 w 361670"/>
                <a:gd name="connsiteY35" fmla="*/ 192158 h 361333"/>
                <a:gd name="connsiteX36" fmla="*/ 150164 w 361670"/>
                <a:gd name="connsiteY36" fmla="*/ 192796 h 361333"/>
                <a:gd name="connsiteX37" fmla="*/ 150803 w 361670"/>
                <a:gd name="connsiteY37" fmla="*/ 192158 h 361333"/>
                <a:gd name="connsiteX38" fmla="*/ 168695 w 361670"/>
                <a:gd name="connsiteY38" fmla="*/ 185135 h 361333"/>
                <a:gd name="connsiteX39" fmla="*/ 185947 w 361670"/>
                <a:gd name="connsiteY39" fmla="*/ 194711 h 361333"/>
                <a:gd name="connsiteX40" fmla="*/ 184669 w 361670"/>
                <a:gd name="connsiteY40" fmla="*/ 233015 h 361333"/>
                <a:gd name="connsiteX41" fmla="*/ 200005 w 361670"/>
                <a:gd name="connsiteY41" fmla="*/ 156408 h 361333"/>
                <a:gd name="connsiteX42" fmla="*/ 212146 w 361670"/>
                <a:gd name="connsiteY42" fmla="*/ 118742 h 361333"/>
                <a:gd name="connsiteX43" fmla="*/ 215980 w 361670"/>
                <a:gd name="connsiteY43" fmla="*/ 112996 h 361333"/>
                <a:gd name="connsiteX44" fmla="*/ 223009 w 361670"/>
                <a:gd name="connsiteY44" fmla="*/ 113635 h 361333"/>
                <a:gd name="connsiteX45" fmla="*/ 255597 w 361670"/>
                <a:gd name="connsiteY45" fmla="*/ 140448 h 361333"/>
                <a:gd name="connsiteX46" fmla="*/ 258154 w 361670"/>
                <a:gd name="connsiteY46" fmla="*/ 145555 h 361333"/>
                <a:gd name="connsiteX47" fmla="*/ 255597 w 361670"/>
                <a:gd name="connsiteY47" fmla="*/ 150662 h 361333"/>
                <a:gd name="connsiteX48" fmla="*/ 209590 w 361670"/>
                <a:gd name="connsiteY48" fmla="*/ 183859 h 361333"/>
                <a:gd name="connsiteX49" fmla="*/ 205756 w 361670"/>
                <a:gd name="connsiteY49" fmla="*/ 185135 h 361333"/>
                <a:gd name="connsiteX50" fmla="*/ 201283 w 361670"/>
                <a:gd name="connsiteY50" fmla="*/ 183220 h 361333"/>
                <a:gd name="connsiteX51" fmla="*/ 200005 w 361670"/>
                <a:gd name="connsiteY51" fmla="*/ 156408 h 361333"/>
                <a:gd name="connsiteX52" fmla="*/ 289464 w 361670"/>
                <a:gd name="connsiteY52" fmla="*/ 154492 h 361333"/>
                <a:gd name="connsiteX53" fmla="*/ 237067 w 361670"/>
                <a:gd name="connsiteY53" fmla="*/ 192796 h 361333"/>
                <a:gd name="connsiteX54" fmla="*/ 222370 w 361670"/>
                <a:gd name="connsiteY54" fmla="*/ 222163 h 361333"/>
                <a:gd name="connsiteX55" fmla="*/ 226204 w 361670"/>
                <a:gd name="connsiteY55" fmla="*/ 236846 h 361333"/>
                <a:gd name="connsiteX56" fmla="*/ 216619 w 361670"/>
                <a:gd name="connsiteY56" fmla="*/ 305154 h 361333"/>
                <a:gd name="connsiteX57" fmla="*/ 210868 w 361670"/>
                <a:gd name="connsiteY57" fmla="*/ 308985 h 361333"/>
                <a:gd name="connsiteX58" fmla="*/ 208312 w 361670"/>
                <a:gd name="connsiteY58" fmla="*/ 308346 h 361333"/>
                <a:gd name="connsiteX59" fmla="*/ 204478 w 361670"/>
                <a:gd name="connsiteY59" fmla="*/ 300047 h 361333"/>
                <a:gd name="connsiteX60" fmla="*/ 213424 w 361670"/>
                <a:gd name="connsiteY60" fmla="*/ 237484 h 361333"/>
                <a:gd name="connsiteX61" fmla="*/ 210868 w 361670"/>
                <a:gd name="connsiteY61" fmla="*/ 227270 h 361333"/>
                <a:gd name="connsiteX62" fmla="*/ 231955 w 361670"/>
                <a:gd name="connsiteY62" fmla="*/ 180667 h 361333"/>
                <a:gd name="connsiteX63" fmla="*/ 277323 w 361670"/>
                <a:gd name="connsiteY63" fmla="*/ 149385 h 361333"/>
                <a:gd name="connsiteX64" fmla="*/ 277323 w 361670"/>
                <a:gd name="connsiteY64" fmla="*/ 147470 h 361333"/>
                <a:gd name="connsiteX65" fmla="*/ 246013 w 361670"/>
                <a:gd name="connsiteY65" fmla="*/ 107889 h 361333"/>
                <a:gd name="connsiteX66" fmla="*/ 245374 w 361670"/>
                <a:gd name="connsiteY66" fmla="*/ 106612 h 361333"/>
                <a:gd name="connsiteX67" fmla="*/ 207034 w 361670"/>
                <a:gd name="connsiteY67" fmla="*/ 69585 h 361333"/>
                <a:gd name="connsiteX68" fmla="*/ 193615 w 361670"/>
                <a:gd name="connsiteY68" fmla="*/ 58094 h 361333"/>
                <a:gd name="connsiteX69" fmla="*/ 189142 w 361670"/>
                <a:gd name="connsiteY69" fmla="*/ 48518 h 361333"/>
                <a:gd name="connsiteX70" fmla="*/ 192337 w 361670"/>
                <a:gd name="connsiteY70" fmla="*/ 40219 h 361333"/>
                <a:gd name="connsiteX71" fmla="*/ 200644 w 361670"/>
                <a:gd name="connsiteY71" fmla="*/ 43411 h 361333"/>
                <a:gd name="connsiteX72" fmla="*/ 205117 w 361670"/>
                <a:gd name="connsiteY72" fmla="*/ 52987 h 361333"/>
                <a:gd name="connsiteX73" fmla="*/ 210868 w 361670"/>
                <a:gd name="connsiteY73" fmla="*/ 58094 h 361333"/>
                <a:gd name="connsiteX74" fmla="*/ 256237 w 361670"/>
                <a:gd name="connsiteY74" fmla="*/ 100228 h 361333"/>
                <a:gd name="connsiteX75" fmla="*/ 289464 w 361670"/>
                <a:gd name="connsiteY75" fmla="*/ 143001 h 361333"/>
                <a:gd name="connsiteX76" fmla="*/ 289464 w 361670"/>
                <a:gd name="connsiteY76" fmla="*/ 15449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1" y="280257"/>
                    <a:pt x="361671" y="180667"/>
                  </a:cubicBezTo>
                  <a:cubicBezTo>
                    <a:pt x="361671" y="81076"/>
                    <a:pt x="281157" y="0"/>
                    <a:pt x="180835" y="0"/>
                  </a:cubicBezTo>
                  <a:close/>
                  <a:moveTo>
                    <a:pt x="125243" y="302601"/>
                  </a:moveTo>
                  <a:cubicBezTo>
                    <a:pt x="125243" y="306431"/>
                    <a:pt x="122687" y="308985"/>
                    <a:pt x="118853" y="308985"/>
                  </a:cubicBezTo>
                  <a:cubicBezTo>
                    <a:pt x="115019" y="308985"/>
                    <a:pt x="112463" y="306431"/>
                    <a:pt x="112463" y="302601"/>
                  </a:cubicBezTo>
                  <a:lnTo>
                    <a:pt x="112463" y="273234"/>
                  </a:lnTo>
                  <a:cubicBezTo>
                    <a:pt x="112463" y="272596"/>
                    <a:pt x="112463" y="271958"/>
                    <a:pt x="111824" y="271958"/>
                  </a:cubicBezTo>
                  <a:cubicBezTo>
                    <a:pt x="63899" y="231738"/>
                    <a:pt x="77318" y="194711"/>
                    <a:pt x="89459" y="176198"/>
                  </a:cubicBezTo>
                  <a:cubicBezTo>
                    <a:pt x="96488" y="165345"/>
                    <a:pt x="107351" y="157046"/>
                    <a:pt x="120770" y="151939"/>
                  </a:cubicBezTo>
                  <a:cubicBezTo>
                    <a:pt x="125243" y="150024"/>
                    <a:pt x="127799" y="148747"/>
                    <a:pt x="129077" y="148108"/>
                  </a:cubicBezTo>
                  <a:cubicBezTo>
                    <a:pt x="125243" y="144916"/>
                    <a:pt x="120131" y="138532"/>
                    <a:pt x="120770" y="129595"/>
                  </a:cubicBezTo>
                  <a:cubicBezTo>
                    <a:pt x="121409" y="120657"/>
                    <a:pt x="128438" y="112996"/>
                    <a:pt x="141218" y="105974"/>
                  </a:cubicBezTo>
                  <a:cubicBezTo>
                    <a:pt x="171889" y="90652"/>
                    <a:pt x="162943" y="65116"/>
                    <a:pt x="162305" y="64478"/>
                  </a:cubicBezTo>
                  <a:cubicBezTo>
                    <a:pt x="161027" y="61286"/>
                    <a:pt x="162943" y="57456"/>
                    <a:pt x="166138" y="56179"/>
                  </a:cubicBezTo>
                  <a:cubicBezTo>
                    <a:pt x="169333" y="54902"/>
                    <a:pt x="173167" y="56817"/>
                    <a:pt x="174445" y="60009"/>
                  </a:cubicBezTo>
                  <a:cubicBezTo>
                    <a:pt x="179557" y="72777"/>
                    <a:pt x="179557" y="100867"/>
                    <a:pt x="146969" y="117465"/>
                  </a:cubicBezTo>
                  <a:cubicBezTo>
                    <a:pt x="138662" y="121934"/>
                    <a:pt x="134189" y="126403"/>
                    <a:pt x="133550" y="130233"/>
                  </a:cubicBezTo>
                  <a:cubicBezTo>
                    <a:pt x="133550" y="134064"/>
                    <a:pt x="138023" y="138532"/>
                    <a:pt x="139301" y="139809"/>
                  </a:cubicBezTo>
                  <a:cubicBezTo>
                    <a:pt x="139940" y="139809"/>
                    <a:pt x="139940" y="140448"/>
                    <a:pt x="139940" y="140448"/>
                  </a:cubicBezTo>
                  <a:cubicBezTo>
                    <a:pt x="141857" y="142363"/>
                    <a:pt x="143135" y="145555"/>
                    <a:pt x="142496" y="149385"/>
                  </a:cubicBezTo>
                  <a:cubicBezTo>
                    <a:pt x="141218" y="155131"/>
                    <a:pt x="135467" y="159600"/>
                    <a:pt x="125243" y="163430"/>
                  </a:cubicBezTo>
                  <a:cubicBezTo>
                    <a:pt x="114380" y="167260"/>
                    <a:pt x="106073" y="174283"/>
                    <a:pt x="100322" y="182582"/>
                  </a:cubicBezTo>
                  <a:cubicBezTo>
                    <a:pt x="88181" y="201095"/>
                    <a:pt x="81791" y="229185"/>
                    <a:pt x="120131" y="261105"/>
                  </a:cubicBezTo>
                  <a:cubicBezTo>
                    <a:pt x="123326" y="263658"/>
                    <a:pt x="125243" y="268127"/>
                    <a:pt x="125243" y="272596"/>
                  </a:cubicBezTo>
                  <a:lnTo>
                    <a:pt x="125243" y="302601"/>
                  </a:lnTo>
                  <a:close/>
                  <a:moveTo>
                    <a:pt x="184669" y="233015"/>
                  </a:moveTo>
                  <a:lnTo>
                    <a:pt x="155276" y="263020"/>
                  </a:lnTo>
                  <a:cubicBezTo>
                    <a:pt x="153998" y="264297"/>
                    <a:pt x="152081" y="264935"/>
                    <a:pt x="150803" y="264935"/>
                  </a:cubicBezTo>
                  <a:cubicBezTo>
                    <a:pt x="148886" y="264935"/>
                    <a:pt x="147608" y="264297"/>
                    <a:pt x="146330" y="263020"/>
                  </a:cubicBezTo>
                  <a:lnTo>
                    <a:pt x="116297" y="233015"/>
                  </a:lnTo>
                  <a:cubicBezTo>
                    <a:pt x="106073" y="222801"/>
                    <a:pt x="105434" y="206203"/>
                    <a:pt x="114380" y="194711"/>
                  </a:cubicBezTo>
                  <a:cubicBezTo>
                    <a:pt x="118853" y="188966"/>
                    <a:pt x="125243" y="185774"/>
                    <a:pt x="131633" y="185135"/>
                  </a:cubicBezTo>
                  <a:cubicBezTo>
                    <a:pt x="138662" y="184497"/>
                    <a:pt x="145052" y="187051"/>
                    <a:pt x="149525" y="192158"/>
                  </a:cubicBezTo>
                  <a:lnTo>
                    <a:pt x="150164" y="192796"/>
                  </a:lnTo>
                  <a:lnTo>
                    <a:pt x="150803" y="192158"/>
                  </a:lnTo>
                  <a:cubicBezTo>
                    <a:pt x="155915" y="187051"/>
                    <a:pt x="162305" y="184497"/>
                    <a:pt x="168695" y="185135"/>
                  </a:cubicBezTo>
                  <a:cubicBezTo>
                    <a:pt x="175723" y="185774"/>
                    <a:pt x="181474" y="188966"/>
                    <a:pt x="185947" y="194711"/>
                  </a:cubicBezTo>
                  <a:cubicBezTo>
                    <a:pt x="195532" y="206203"/>
                    <a:pt x="194893" y="222801"/>
                    <a:pt x="184669" y="233015"/>
                  </a:cubicBezTo>
                  <a:close/>
                  <a:moveTo>
                    <a:pt x="200005" y="156408"/>
                  </a:moveTo>
                  <a:cubicBezTo>
                    <a:pt x="212146" y="131510"/>
                    <a:pt x="212146" y="119380"/>
                    <a:pt x="212146" y="118742"/>
                  </a:cubicBezTo>
                  <a:cubicBezTo>
                    <a:pt x="212146" y="116188"/>
                    <a:pt x="213424" y="114273"/>
                    <a:pt x="215980" y="112996"/>
                  </a:cubicBezTo>
                  <a:cubicBezTo>
                    <a:pt x="217897" y="111720"/>
                    <a:pt x="221092" y="112358"/>
                    <a:pt x="223009" y="113635"/>
                  </a:cubicBezTo>
                  <a:lnTo>
                    <a:pt x="255597" y="140448"/>
                  </a:lnTo>
                  <a:cubicBezTo>
                    <a:pt x="256876" y="141724"/>
                    <a:pt x="258154" y="143640"/>
                    <a:pt x="258154" y="145555"/>
                  </a:cubicBezTo>
                  <a:cubicBezTo>
                    <a:pt x="258154" y="147470"/>
                    <a:pt x="256876" y="149385"/>
                    <a:pt x="255597" y="150662"/>
                  </a:cubicBezTo>
                  <a:lnTo>
                    <a:pt x="209590" y="183859"/>
                  </a:lnTo>
                  <a:cubicBezTo>
                    <a:pt x="208312" y="184497"/>
                    <a:pt x="207034" y="185135"/>
                    <a:pt x="205756" y="185135"/>
                  </a:cubicBezTo>
                  <a:cubicBezTo>
                    <a:pt x="203839" y="185135"/>
                    <a:pt x="202561" y="184497"/>
                    <a:pt x="201283" y="183220"/>
                  </a:cubicBezTo>
                  <a:cubicBezTo>
                    <a:pt x="191698" y="174283"/>
                    <a:pt x="199366" y="158323"/>
                    <a:pt x="200005" y="156408"/>
                  </a:cubicBezTo>
                  <a:close/>
                  <a:moveTo>
                    <a:pt x="289464" y="154492"/>
                  </a:moveTo>
                  <a:cubicBezTo>
                    <a:pt x="283074" y="171729"/>
                    <a:pt x="244735" y="189604"/>
                    <a:pt x="237067" y="192796"/>
                  </a:cubicBezTo>
                  <a:cubicBezTo>
                    <a:pt x="236428" y="193435"/>
                    <a:pt x="214063" y="204926"/>
                    <a:pt x="222370" y="222163"/>
                  </a:cubicBezTo>
                  <a:cubicBezTo>
                    <a:pt x="224287" y="226631"/>
                    <a:pt x="225565" y="231100"/>
                    <a:pt x="226204" y="236846"/>
                  </a:cubicBezTo>
                  <a:cubicBezTo>
                    <a:pt x="227482" y="249614"/>
                    <a:pt x="228121" y="275788"/>
                    <a:pt x="216619" y="305154"/>
                  </a:cubicBezTo>
                  <a:cubicBezTo>
                    <a:pt x="215341" y="307708"/>
                    <a:pt x="213424" y="308985"/>
                    <a:pt x="210868" y="308985"/>
                  </a:cubicBezTo>
                  <a:cubicBezTo>
                    <a:pt x="210229" y="308985"/>
                    <a:pt x="209590" y="308985"/>
                    <a:pt x="208312" y="308346"/>
                  </a:cubicBezTo>
                  <a:cubicBezTo>
                    <a:pt x="205117" y="307069"/>
                    <a:pt x="203200" y="303239"/>
                    <a:pt x="204478" y="300047"/>
                  </a:cubicBezTo>
                  <a:cubicBezTo>
                    <a:pt x="215341" y="272596"/>
                    <a:pt x="214702" y="248975"/>
                    <a:pt x="213424" y="237484"/>
                  </a:cubicBezTo>
                  <a:cubicBezTo>
                    <a:pt x="212785" y="233654"/>
                    <a:pt x="212146" y="229823"/>
                    <a:pt x="210868" y="227270"/>
                  </a:cubicBezTo>
                  <a:cubicBezTo>
                    <a:pt x="200005" y="204926"/>
                    <a:pt x="219814" y="187051"/>
                    <a:pt x="231955" y="180667"/>
                  </a:cubicBezTo>
                  <a:cubicBezTo>
                    <a:pt x="249208" y="173006"/>
                    <a:pt x="274128" y="158961"/>
                    <a:pt x="277323" y="149385"/>
                  </a:cubicBezTo>
                  <a:cubicBezTo>
                    <a:pt x="277962" y="148108"/>
                    <a:pt x="277323" y="148108"/>
                    <a:pt x="277323" y="147470"/>
                  </a:cubicBezTo>
                  <a:cubicBezTo>
                    <a:pt x="269655" y="132148"/>
                    <a:pt x="246652" y="107889"/>
                    <a:pt x="246013" y="107889"/>
                  </a:cubicBezTo>
                  <a:cubicBezTo>
                    <a:pt x="245374" y="107251"/>
                    <a:pt x="245374" y="107251"/>
                    <a:pt x="245374" y="106612"/>
                  </a:cubicBezTo>
                  <a:cubicBezTo>
                    <a:pt x="229399" y="79800"/>
                    <a:pt x="214702" y="71500"/>
                    <a:pt x="207034" y="69585"/>
                  </a:cubicBezTo>
                  <a:cubicBezTo>
                    <a:pt x="201283" y="67670"/>
                    <a:pt x="196171" y="63201"/>
                    <a:pt x="193615" y="58094"/>
                  </a:cubicBezTo>
                  <a:lnTo>
                    <a:pt x="189142" y="48518"/>
                  </a:lnTo>
                  <a:cubicBezTo>
                    <a:pt x="187864" y="45326"/>
                    <a:pt x="189142" y="41496"/>
                    <a:pt x="192337" y="40219"/>
                  </a:cubicBezTo>
                  <a:cubicBezTo>
                    <a:pt x="195532" y="38942"/>
                    <a:pt x="199366" y="40219"/>
                    <a:pt x="200644" y="43411"/>
                  </a:cubicBezTo>
                  <a:lnTo>
                    <a:pt x="205117" y="52987"/>
                  </a:lnTo>
                  <a:cubicBezTo>
                    <a:pt x="206395" y="55540"/>
                    <a:pt x="208312" y="57456"/>
                    <a:pt x="210868" y="58094"/>
                  </a:cubicBezTo>
                  <a:cubicBezTo>
                    <a:pt x="220453" y="61286"/>
                    <a:pt x="238345" y="70224"/>
                    <a:pt x="256237" y="100228"/>
                  </a:cubicBezTo>
                  <a:cubicBezTo>
                    <a:pt x="260071" y="104059"/>
                    <a:pt x="281157" y="126403"/>
                    <a:pt x="289464" y="143001"/>
                  </a:cubicBezTo>
                  <a:cubicBezTo>
                    <a:pt x="290742" y="146193"/>
                    <a:pt x="291381" y="150024"/>
                    <a:pt x="289464" y="154492"/>
                  </a:cubicBezTo>
                  <a:close/>
                </a:path>
              </a:pathLst>
            </a:custGeom>
            <a:solidFill>
              <a:srgbClr val="007CB0"/>
            </a:solidFill>
            <a:ln w="6390" cap="flat">
              <a:noFill/>
              <a:prstDash val="solid"/>
              <a:miter/>
            </a:ln>
          </p:spPr>
          <p:txBody>
            <a:bodyPr rtlCol="0" anchor="ctr"/>
            <a:lstStyle/>
            <a:p>
              <a:endParaRPr lang="en-US"/>
            </a:p>
          </p:txBody>
        </p:sp>
        <p:sp>
          <p:nvSpPr>
            <p:cNvPr id="675" name="Graphic 4">
              <a:extLst>
                <a:ext uri="{FF2B5EF4-FFF2-40B4-BE49-F238E27FC236}">
                  <a16:creationId xmlns:a16="http://schemas.microsoft.com/office/drawing/2014/main" id="{DC1B2DBC-D337-FA49-9378-AE31F3377FD3}"/>
                </a:ext>
              </a:extLst>
            </p:cNvPr>
            <p:cNvSpPr/>
            <p:nvPr/>
          </p:nvSpPr>
          <p:spPr>
            <a:xfrm>
              <a:off x="3209026" y="3955678"/>
              <a:ext cx="31310" cy="37665"/>
            </a:xfrm>
            <a:custGeom>
              <a:avLst/>
              <a:gdLst>
                <a:gd name="connsiteX0" fmla="*/ 13419 w 31310"/>
                <a:gd name="connsiteY0" fmla="*/ 0 h 37665"/>
                <a:gd name="connsiteX1" fmla="*/ 1917 w 31310"/>
                <a:gd name="connsiteY1" fmla="*/ 31282 h 37665"/>
                <a:gd name="connsiteX2" fmla="*/ 0 w 31310"/>
                <a:gd name="connsiteY2" fmla="*/ 37666 h 37665"/>
                <a:gd name="connsiteX3" fmla="*/ 31311 w 31310"/>
                <a:gd name="connsiteY3" fmla="*/ 14683 h 37665"/>
                <a:gd name="connsiteX4" fmla="*/ 13419 w 31310"/>
                <a:gd name="connsiteY4" fmla="*/ 0 h 37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10" h="37665">
                  <a:moveTo>
                    <a:pt x="13419" y="0"/>
                  </a:moveTo>
                  <a:cubicBezTo>
                    <a:pt x="11502" y="7022"/>
                    <a:pt x="8307" y="17237"/>
                    <a:pt x="1917" y="31282"/>
                  </a:cubicBezTo>
                  <a:cubicBezTo>
                    <a:pt x="1278" y="33197"/>
                    <a:pt x="0" y="35750"/>
                    <a:pt x="0" y="37666"/>
                  </a:cubicBezTo>
                  <a:lnTo>
                    <a:pt x="31311" y="14683"/>
                  </a:lnTo>
                  <a:lnTo>
                    <a:pt x="13419" y="0"/>
                  </a:lnTo>
                  <a:close/>
                </a:path>
              </a:pathLst>
            </a:custGeom>
            <a:solidFill>
              <a:srgbClr val="007CB0"/>
            </a:solidFill>
            <a:ln w="6390" cap="flat">
              <a:noFill/>
              <a:prstDash val="solid"/>
              <a:miter/>
            </a:ln>
          </p:spPr>
          <p:txBody>
            <a:bodyPr rtlCol="0" anchor="ctr"/>
            <a:lstStyle/>
            <a:p>
              <a:endParaRPr lang="en-US"/>
            </a:p>
          </p:txBody>
        </p:sp>
      </p:grpSp>
      <p:grpSp>
        <p:nvGrpSpPr>
          <p:cNvPr id="676" name="Graphic 4">
            <a:extLst>
              <a:ext uri="{FF2B5EF4-FFF2-40B4-BE49-F238E27FC236}">
                <a16:creationId xmlns:a16="http://schemas.microsoft.com/office/drawing/2014/main" id="{622138D8-D423-EF48-9633-AEE63B9E2A25}"/>
              </a:ext>
            </a:extLst>
          </p:cNvPr>
          <p:cNvGrpSpPr/>
          <p:nvPr/>
        </p:nvGrpSpPr>
        <p:grpSpPr>
          <a:xfrm>
            <a:off x="5099808" y="2371173"/>
            <a:ext cx="361670" cy="361333"/>
            <a:chOff x="5099808" y="2371173"/>
            <a:chExt cx="361670" cy="361333"/>
          </a:xfrm>
          <a:solidFill>
            <a:srgbClr val="007CB0"/>
          </a:solidFill>
        </p:grpSpPr>
        <p:sp>
          <p:nvSpPr>
            <p:cNvPr id="677" name="Graphic 4">
              <a:extLst>
                <a:ext uri="{FF2B5EF4-FFF2-40B4-BE49-F238E27FC236}">
                  <a16:creationId xmlns:a16="http://schemas.microsoft.com/office/drawing/2014/main" id="{7CC7DD47-8270-B540-BA25-39733CE6F154}"/>
                </a:ext>
              </a:extLst>
            </p:cNvPr>
            <p:cNvSpPr/>
            <p:nvPr/>
          </p:nvSpPr>
          <p:spPr>
            <a:xfrm>
              <a:off x="5159125" y="2484170"/>
              <a:ext cx="164853" cy="150662"/>
            </a:xfrm>
            <a:custGeom>
              <a:avLst/>
              <a:gdLst>
                <a:gd name="connsiteX0" fmla="*/ 122157 w 164853"/>
                <a:gd name="connsiteY0" fmla="*/ 0 h 150662"/>
                <a:gd name="connsiteX1" fmla="*/ 90846 w 164853"/>
                <a:gd name="connsiteY1" fmla="*/ 13406 h 150662"/>
                <a:gd name="connsiteX2" fmla="*/ 87012 w 164853"/>
                <a:gd name="connsiteY2" fmla="*/ 17875 h 150662"/>
                <a:gd name="connsiteX3" fmla="*/ 77428 w 164853"/>
                <a:gd name="connsiteY3" fmla="*/ 17875 h 150662"/>
                <a:gd name="connsiteX4" fmla="*/ 73594 w 164853"/>
                <a:gd name="connsiteY4" fmla="*/ 14045 h 150662"/>
                <a:gd name="connsiteX5" fmla="*/ 42922 w 164853"/>
                <a:gd name="connsiteY5" fmla="*/ 0 h 150662"/>
                <a:gd name="connsiteX6" fmla="*/ 42283 w 164853"/>
                <a:gd name="connsiteY6" fmla="*/ 0 h 150662"/>
                <a:gd name="connsiteX7" fmla="*/ 10972 w 164853"/>
                <a:gd name="connsiteY7" fmla="*/ 15322 h 150662"/>
                <a:gd name="connsiteX8" fmla="*/ 13528 w 164853"/>
                <a:gd name="connsiteY8" fmla="*/ 82353 h 150662"/>
                <a:gd name="connsiteX9" fmla="*/ 82539 w 164853"/>
                <a:gd name="connsiteY9" fmla="*/ 150662 h 150662"/>
                <a:gd name="connsiteX10" fmla="*/ 151551 w 164853"/>
                <a:gd name="connsiteY10" fmla="*/ 82353 h 150662"/>
                <a:gd name="connsiteX11" fmla="*/ 154107 w 164853"/>
                <a:gd name="connsiteY11" fmla="*/ 15960 h 150662"/>
                <a:gd name="connsiteX12" fmla="*/ 122157 w 164853"/>
                <a:gd name="connsiteY12" fmla="*/ 0 h 15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853" h="150662">
                  <a:moveTo>
                    <a:pt x="122157" y="0"/>
                  </a:moveTo>
                  <a:cubicBezTo>
                    <a:pt x="110655" y="0"/>
                    <a:pt x="99153" y="4469"/>
                    <a:pt x="90846" y="13406"/>
                  </a:cubicBezTo>
                  <a:lnTo>
                    <a:pt x="87012" y="17875"/>
                  </a:lnTo>
                  <a:cubicBezTo>
                    <a:pt x="84456" y="20429"/>
                    <a:pt x="79984" y="20429"/>
                    <a:pt x="77428" y="17875"/>
                  </a:cubicBezTo>
                  <a:lnTo>
                    <a:pt x="73594" y="14045"/>
                  </a:lnTo>
                  <a:cubicBezTo>
                    <a:pt x="65286" y="5107"/>
                    <a:pt x="54424" y="0"/>
                    <a:pt x="42922" y="0"/>
                  </a:cubicBezTo>
                  <a:cubicBezTo>
                    <a:pt x="42922" y="0"/>
                    <a:pt x="42283" y="0"/>
                    <a:pt x="42283" y="0"/>
                  </a:cubicBezTo>
                  <a:cubicBezTo>
                    <a:pt x="30142" y="0"/>
                    <a:pt x="19279" y="5746"/>
                    <a:pt x="10972" y="15322"/>
                  </a:cubicBezTo>
                  <a:cubicBezTo>
                    <a:pt x="-4364" y="33835"/>
                    <a:pt x="-3725" y="63840"/>
                    <a:pt x="13528" y="82353"/>
                  </a:cubicBezTo>
                  <a:lnTo>
                    <a:pt x="82539" y="150662"/>
                  </a:lnTo>
                  <a:lnTo>
                    <a:pt x="151551" y="82353"/>
                  </a:lnTo>
                  <a:cubicBezTo>
                    <a:pt x="168165" y="64478"/>
                    <a:pt x="169443" y="34473"/>
                    <a:pt x="154107" y="15960"/>
                  </a:cubicBezTo>
                  <a:cubicBezTo>
                    <a:pt x="145161" y="5746"/>
                    <a:pt x="134298" y="638"/>
                    <a:pt x="122157" y="0"/>
                  </a:cubicBezTo>
                  <a:close/>
                </a:path>
              </a:pathLst>
            </a:custGeom>
            <a:solidFill>
              <a:srgbClr val="007CB0"/>
            </a:solidFill>
            <a:ln w="6390" cap="flat">
              <a:noFill/>
              <a:prstDash val="solid"/>
              <a:miter/>
            </a:ln>
          </p:spPr>
          <p:txBody>
            <a:bodyPr rtlCol="0" anchor="ctr"/>
            <a:lstStyle/>
            <a:p>
              <a:endParaRPr lang="en-US"/>
            </a:p>
          </p:txBody>
        </p:sp>
        <p:sp>
          <p:nvSpPr>
            <p:cNvPr id="678" name="Graphic 4">
              <a:extLst>
                <a:ext uri="{FF2B5EF4-FFF2-40B4-BE49-F238E27FC236}">
                  <a16:creationId xmlns:a16="http://schemas.microsoft.com/office/drawing/2014/main" id="{722095D0-20CE-7C42-99B9-291F25632297}"/>
                </a:ext>
              </a:extLst>
            </p:cNvPr>
            <p:cNvSpPr/>
            <p:nvPr/>
          </p:nvSpPr>
          <p:spPr>
            <a:xfrm>
              <a:off x="5099808" y="237117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297771 w 361670"/>
                <a:gd name="connsiteY5" fmla="*/ 204287 h 361333"/>
                <a:gd name="connsiteX6" fmla="*/ 224287 w 361670"/>
                <a:gd name="connsiteY6" fmla="*/ 277065 h 361333"/>
                <a:gd name="connsiteX7" fmla="*/ 219814 w 361670"/>
                <a:gd name="connsiteY7" fmla="*/ 278980 h 361333"/>
                <a:gd name="connsiteX8" fmla="*/ 215341 w 361670"/>
                <a:gd name="connsiteY8" fmla="*/ 277065 h 361333"/>
                <a:gd name="connsiteX9" fmla="*/ 180836 w 361670"/>
                <a:gd name="connsiteY9" fmla="*/ 242591 h 361333"/>
                <a:gd name="connsiteX10" fmla="*/ 146330 w 361670"/>
                <a:gd name="connsiteY10" fmla="*/ 277065 h 361333"/>
                <a:gd name="connsiteX11" fmla="*/ 141857 w 361670"/>
                <a:gd name="connsiteY11" fmla="*/ 278980 h 361333"/>
                <a:gd name="connsiteX12" fmla="*/ 137384 w 361670"/>
                <a:gd name="connsiteY12" fmla="*/ 277065 h 361333"/>
                <a:gd name="connsiteX13" fmla="*/ 63261 w 361670"/>
                <a:gd name="connsiteY13" fmla="*/ 204287 h 361333"/>
                <a:gd name="connsiteX14" fmla="*/ 60066 w 361670"/>
                <a:gd name="connsiteY14" fmla="*/ 120657 h 361333"/>
                <a:gd name="connsiteX15" fmla="*/ 100322 w 361670"/>
                <a:gd name="connsiteY15" fmla="*/ 100867 h 361333"/>
                <a:gd name="connsiteX16" fmla="*/ 140579 w 361670"/>
                <a:gd name="connsiteY16" fmla="*/ 118104 h 361333"/>
                <a:gd name="connsiteX17" fmla="*/ 141218 w 361670"/>
                <a:gd name="connsiteY17" fmla="*/ 117465 h 361333"/>
                <a:gd name="connsiteX18" fmla="*/ 144413 w 361670"/>
                <a:gd name="connsiteY18" fmla="*/ 114912 h 361333"/>
                <a:gd name="connsiteX19" fmla="*/ 145691 w 361670"/>
                <a:gd name="connsiteY19" fmla="*/ 113635 h 361333"/>
                <a:gd name="connsiteX20" fmla="*/ 148247 w 361670"/>
                <a:gd name="connsiteY20" fmla="*/ 111720 h 361333"/>
                <a:gd name="connsiteX21" fmla="*/ 150164 w 361670"/>
                <a:gd name="connsiteY21" fmla="*/ 110443 h 361333"/>
                <a:gd name="connsiteX22" fmla="*/ 152720 w 361670"/>
                <a:gd name="connsiteY22" fmla="*/ 108528 h 361333"/>
                <a:gd name="connsiteX23" fmla="*/ 155276 w 361670"/>
                <a:gd name="connsiteY23" fmla="*/ 107251 h 361333"/>
                <a:gd name="connsiteX24" fmla="*/ 157832 w 361670"/>
                <a:gd name="connsiteY24" fmla="*/ 105974 h 361333"/>
                <a:gd name="connsiteX25" fmla="*/ 161027 w 361670"/>
                <a:gd name="connsiteY25" fmla="*/ 104697 h 361333"/>
                <a:gd name="connsiteX26" fmla="*/ 162943 w 361670"/>
                <a:gd name="connsiteY26" fmla="*/ 104059 h 361333"/>
                <a:gd name="connsiteX27" fmla="*/ 166138 w 361670"/>
                <a:gd name="connsiteY27" fmla="*/ 102782 h 361333"/>
                <a:gd name="connsiteX28" fmla="*/ 168056 w 361670"/>
                <a:gd name="connsiteY28" fmla="*/ 102144 h 361333"/>
                <a:gd name="connsiteX29" fmla="*/ 171889 w 361670"/>
                <a:gd name="connsiteY29" fmla="*/ 101505 h 361333"/>
                <a:gd name="connsiteX30" fmla="*/ 173806 w 361670"/>
                <a:gd name="connsiteY30" fmla="*/ 101505 h 361333"/>
                <a:gd name="connsiteX31" fmla="*/ 177001 w 361670"/>
                <a:gd name="connsiteY31" fmla="*/ 101505 h 361333"/>
                <a:gd name="connsiteX32" fmla="*/ 178279 w 361670"/>
                <a:gd name="connsiteY32" fmla="*/ 101505 h 361333"/>
                <a:gd name="connsiteX33" fmla="*/ 179557 w 361670"/>
                <a:gd name="connsiteY33" fmla="*/ 101505 h 361333"/>
                <a:gd name="connsiteX34" fmla="*/ 180836 w 361670"/>
                <a:gd name="connsiteY34" fmla="*/ 101505 h 361333"/>
                <a:gd name="connsiteX35" fmla="*/ 182113 w 361670"/>
                <a:gd name="connsiteY35" fmla="*/ 101505 h 361333"/>
                <a:gd name="connsiteX36" fmla="*/ 185947 w 361670"/>
                <a:gd name="connsiteY36" fmla="*/ 101505 h 361333"/>
                <a:gd name="connsiteX37" fmla="*/ 187864 w 361670"/>
                <a:gd name="connsiteY37" fmla="*/ 101505 h 361333"/>
                <a:gd name="connsiteX38" fmla="*/ 191698 w 361670"/>
                <a:gd name="connsiteY38" fmla="*/ 102144 h 361333"/>
                <a:gd name="connsiteX39" fmla="*/ 192976 w 361670"/>
                <a:gd name="connsiteY39" fmla="*/ 102782 h 361333"/>
                <a:gd name="connsiteX40" fmla="*/ 196810 w 361670"/>
                <a:gd name="connsiteY40" fmla="*/ 104059 h 361333"/>
                <a:gd name="connsiteX41" fmla="*/ 198727 w 361670"/>
                <a:gd name="connsiteY41" fmla="*/ 104697 h 361333"/>
                <a:gd name="connsiteX42" fmla="*/ 201922 w 361670"/>
                <a:gd name="connsiteY42" fmla="*/ 105974 h 361333"/>
                <a:gd name="connsiteX43" fmla="*/ 203839 w 361670"/>
                <a:gd name="connsiteY43" fmla="*/ 107251 h 361333"/>
                <a:gd name="connsiteX44" fmla="*/ 206395 w 361670"/>
                <a:gd name="connsiteY44" fmla="*/ 108528 h 361333"/>
                <a:gd name="connsiteX45" fmla="*/ 208951 w 361670"/>
                <a:gd name="connsiteY45" fmla="*/ 110443 h 361333"/>
                <a:gd name="connsiteX46" fmla="*/ 210868 w 361670"/>
                <a:gd name="connsiteY46" fmla="*/ 111720 h 361333"/>
                <a:gd name="connsiteX47" fmla="*/ 214063 w 361670"/>
                <a:gd name="connsiteY47" fmla="*/ 114273 h 361333"/>
                <a:gd name="connsiteX48" fmla="*/ 215341 w 361670"/>
                <a:gd name="connsiteY48" fmla="*/ 115550 h 361333"/>
                <a:gd name="connsiteX49" fmla="*/ 218536 w 361670"/>
                <a:gd name="connsiteY49" fmla="*/ 118742 h 361333"/>
                <a:gd name="connsiteX50" fmla="*/ 219175 w 361670"/>
                <a:gd name="connsiteY50" fmla="*/ 119381 h 361333"/>
                <a:gd name="connsiteX51" fmla="*/ 259432 w 361670"/>
                <a:gd name="connsiteY51" fmla="*/ 102144 h 361333"/>
                <a:gd name="connsiteX52" fmla="*/ 299688 w 361670"/>
                <a:gd name="connsiteY52" fmla="*/ 121934 h 361333"/>
                <a:gd name="connsiteX53" fmla="*/ 297771 w 361670"/>
                <a:gd name="connsiteY53" fmla="*/ 20428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61670" h="361333">
                  <a:moveTo>
                    <a:pt x="180836" y="0"/>
                  </a:moveTo>
                  <a:cubicBezTo>
                    <a:pt x="80513" y="0"/>
                    <a:pt x="0" y="81077"/>
                    <a:pt x="0" y="180667"/>
                  </a:cubicBezTo>
                  <a:cubicBezTo>
                    <a:pt x="0" y="280895"/>
                    <a:pt x="81152" y="361333"/>
                    <a:pt x="180836" y="361333"/>
                  </a:cubicBezTo>
                  <a:cubicBezTo>
                    <a:pt x="281157" y="361333"/>
                    <a:pt x="361671" y="280257"/>
                    <a:pt x="361671" y="180667"/>
                  </a:cubicBezTo>
                  <a:cubicBezTo>
                    <a:pt x="361671" y="81077"/>
                    <a:pt x="280518" y="0"/>
                    <a:pt x="180836" y="0"/>
                  </a:cubicBezTo>
                  <a:close/>
                  <a:moveTo>
                    <a:pt x="297771" y="204287"/>
                  </a:moveTo>
                  <a:lnTo>
                    <a:pt x="224287" y="277065"/>
                  </a:lnTo>
                  <a:cubicBezTo>
                    <a:pt x="223009" y="278342"/>
                    <a:pt x="221731" y="278980"/>
                    <a:pt x="219814" y="278980"/>
                  </a:cubicBezTo>
                  <a:cubicBezTo>
                    <a:pt x="217897" y="278980"/>
                    <a:pt x="216619" y="278342"/>
                    <a:pt x="215341" y="277065"/>
                  </a:cubicBezTo>
                  <a:lnTo>
                    <a:pt x="180836" y="242591"/>
                  </a:lnTo>
                  <a:lnTo>
                    <a:pt x="146330" y="277065"/>
                  </a:lnTo>
                  <a:cubicBezTo>
                    <a:pt x="145052" y="278342"/>
                    <a:pt x="143774" y="278980"/>
                    <a:pt x="141857" y="278980"/>
                  </a:cubicBezTo>
                  <a:cubicBezTo>
                    <a:pt x="139940" y="278980"/>
                    <a:pt x="138662" y="278342"/>
                    <a:pt x="137384" y="277065"/>
                  </a:cubicBezTo>
                  <a:lnTo>
                    <a:pt x="63261" y="204287"/>
                  </a:lnTo>
                  <a:cubicBezTo>
                    <a:pt x="41535" y="180667"/>
                    <a:pt x="40257" y="144278"/>
                    <a:pt x="60066" y="120657"/>
                  </a:cubicBezTo>
                  <a:cubicBezTo>
                    <a:pt x="70289" y="107889"/>
                    <a:pt x="84986" y="100867"/>
                    <a:pt x="100322" y="100867"/>
                  </a:cubicBezTo>
                  <a:cubicBezTo>
                    <a:pt x="115658" y="100229"/>
                    <a:pt x="129716" y="106613"/>
                    <a:pt x="140579" y="118104"/>
                  </a:cubicBezTo>
                  <a:cubicBezTo>
                    <a:pt x="140579" y="118104"/>
                    <a:pt x="140579" y="118104"/>
                    <a:pt x="141218" y="117465"/>
                  </a:cubicBezTo>
                  <a:cubicBezTo>
                    <a:pt x="141857" y="116189"/>
                    <a:pt x="143135" y="115550"/>
                    <a:pt x="144413" y="114912"/>
                  </a:cubicBezTo>
                  <a:cubicBezTo>
                    <a:pt x="145052" y="114273"/>
                    <a:pt x="145691" y="114273"/>
                    <a:pt x="145691" y="113635"/>
                  </a:cubicBezTo>
                  <a:cubicBezTo>
                    <a:pt x="146330" y="112997"/>
                    <a:pt x="147608" y="112358"/>
                    <a:pt x="148247" y="111720"/>
                  </a:cubicBezTo>
                  <a:cubicBezTo>
                    <a:pt x="148886" y="111081"/>
                    <a:pt x="149525" y="111081"/>
                    <a:pt x="150164" y="110443"/>
                  </a:cubicBezTo>
                  <a:cubicBezTo>
                    <a:pt x="150803" y="109805"/>
                    <a:pt x="152081" y="109166"/>
                    <a:pt x="152720" y="108528"/>
                  </a:cubicBezTo>
                  <a:cubicBezTo>
                    <a:pt x="153358" y="107889"/>
                    <a:pt x="154637" y="107889"/>
                    <a:pt x="155276" y="107251"/>
                  </a:cubicBezTo>
                  <a:cubicBezTo>
                    <a:pt x="155915" y="106613"/>
                    <a:pt x="157193" y="106613"/>
                    <a:pt x="157832" y="105974"/>
                  </a:cubicBezTo>
                  <a:cubicBezTo>
                    <a:pt x="158471" y="105336"/>
                    <a:pt x="159748" y="105336"/>
                    <a:pt x="161027" y="104697"/>
                  </a:cubicBezTo>
                  <a:cubicBezTo>
                    <a:pt x="161666" y="104697"/>
                    <a:pt x="162305" y="104059"/>
                    <a:pt x="162943" y="104059"/>
                  </a:cubicBezTo>
                  <a:cubicBezTo>
                    <a:pt x="164221" y="103421"/>
                    <a:pt x="164861" y="103421"/>
                    <a:pt x="166138" y="102782"/>
                  </a:cubicBezTo>
                  <a:cubicBezTo>
                    <a:pt x="166778" y="102782"/>
                    <a:pt x="167416" y="102144"/>
                    <a:pt x="168056" y="102144"/>
                  </a:cubicBezTo>
                  <a:cubicBezTo>
                    <a:pt x="169333" y="102144"/>
                    <a:pt x="170611" y="101505"/>
                    <a:pt x="171889" y="101505"/>
                  </a:cubicBezTo>
                  <a:cubicBezTo>
                    <a:pt x="172528" y="101505"/>
                    <a:pt x="173168" y="101505"/>
                    <a:pt x="173806" y="101505"/>
                  </a:cubicBezTo>
                  <a:cubicBezTo>
                    <a:pt x="175084" y="101505"/>
                    <a:pt x="176363" y="101505"/>
                    <a:pt x="177001" y="101505"/>
                  </a:cubicBezTo>
                  <a:cubicBezTo>
                    <a:pt x="177641" y="101505"/>
                    <a:pt x="177641" y="101505"/>
                    <a:pt x="178279" y="101505"/>
                  </a:cubicBezTo>
                  <a:cubicBezTo>
                    <a:pt x="178918" y="101505"/>
                    <a:pt x="178918" y="101505"/>
                    <a:pt x="179557" y="101505"/>
                  </a:cubicBezTo>
                  <a:cubicBezTo>
                    <a:pt x="180196" y="101505"/>
                    <a:pt x="180196" y="101505"/>
                    <a:pt x="180836" y="101505"/>
                  </a:cubicBezTo>
                  <a:cubicBezTo>
                    <a:pt x="181474" y="101505"/>
                    <a:pt x="181474" y="101505"/>
                    <a:pt x="182113" y="101505"/>
                  </a:cubicBezTo>
                  <a:cubicBezTo>
                    <a:pt x="183391" y="101505"/>
                    <a:pt x="184669" y="101505"/>
                    <a:pt x="185947" y="101505"/>
                  </a:cubicBezTo>
                  <a:cubicBezTo>
                    <a:pt x="186586" y="101505"/>
                    <a:pt x="187225" y="101505"/>
                    <a:pt x="187864" y="101505"/>
                  </a:cubicBezTo>
                  <a:cubicBezTo>
                    <a:pt x="189142" y="101505"/>
                    <a:pt x="190420" y="102144"/>
                    <a:pt x="191698" y="102144"/>
                  </a:cubicBezTo>
                  <a:cubicBezTo>
                    <a:pt x="192337" y="102144"/>
                    <a:pt x="192976" y="102144"/>
                    <a:pt x="192976" y="102782"/>
                  </a:cubicBezTo>
                  <a:cubicBezTo>
                    <a:pt x="194254" y="103421"/>
                    <a:pt x="195532" y="103421"/>
                    <a:pt x="196810" y="104059"/>
                  </a:cubicBezTo>
                  <a:cubicBezTo>
                    <a:pt x="197449" y="104059"/>
                    <a:pt x="198088" y="104697"/>
                    <a:pt x="198727" y="104697"/>
                  </a:cubicBezTo>
                  <a:cubicBezTo>
                    <a:pt x="200005" y="105336"/>
                    <a:pt x="200644" y="105336"/>
                    <a:pt x="201922" y="105974"/>
                  </a:cubicBezTo>
                  <a:cubicBezTo>
                    <a:pt x="202561" y="106613"/>
                    <a:pt x="203200" y="106613"/>
                    <a:pt x="203839" y="107251"/>
                  </a:cubicBezTo>
                  <a:cubicBezTo>
                    <a:pt x="204478" y="107889"/>
                    <a:pt x="205756" y="107889"/>
                    <a:pt x="206395" y="108528"/>
                  </a:cubicBezTo>
                  <a:cubicBezTo>
                    <a:pt x="207034" y="109166"/>
                    <a:pt x="208312" y="109805"/>
                    <a:pt x="208951" y="110443"/>
                  </a:cubicBezTo>
                  <a:cubicBezTo>
                    <a:pt x="209590" y="111081"/>
                    <a:pt x="210229" y="111081"/>
                    <a:pt x="210868" y="111720"/>
                  </a:cubicBezTo>
                  <a:cubicBezTo>
                    <a:pt x="212146" y="112358"/>
                    <a:pt x="212785" y="112997"/>
                    <a:pt x="214063" y="114273"/>
                  </a:cubicBezTo>
                  <a:cubicBezTo>
                    <a:pt x="214702" y="114912"/>
                    <a:pt x="214702" y="114912"/>
                    <a:pt x="215341" y="115550"/>
                  </a:cubicBezTo>
                  <a:cubicBezTo>
                    <a:pt x="216619" y="116189"/>
                    <a:pt x="217258" y="117465"/>
                    <a:pt x="218536" y="118742"/>
                  </a:cubicBezTo>
                  <a:cubicBezTo>
                    <a:pt x="218536" y="118742"/>
                    <a:pt x="218536" y="118742"/>
                    <a:pt x="219175" y="119381"/>
                  </a:cubicBezTo>
                  <a:cubicBezTo>
                    <a:pt x="230038" y="107889"/>
                    <a:pt x="244096" y="101505"/>
                    <a:pt x="259432" y="102144"/>
                  </a:cubicBezTo>
                  <a:cubicBezTo>
                    <a:pt x="274767" y="102782"/>
                    <a:pt x="289464" y="109805"/>
                    <a:pt x="299688" y="121934"/>
                  </a:cubicBezTo>
                  <a:cubicBezTo>
                    <a:pt x="320775" y="144278"/>
                    <a:pt x="319497" y="180667"/>
                    <a:pt x="297771" y="204287"/>
                  </a:cubicBezTo>
                  <a:close/>
                </a:path>
              </a:pathLst>
            </a:custGeom>
            <a:solidFill>
              <a:srgbClr val="007CB0"/>
            </a:solidFill>
            <a:ln w="6390" cap="flat">
              <a:noFill/>
              <a:prstDash val="solid"/>
              <a:miter/>
            </a:ln>
          </p:spPr>
          <p:txBody>
            <a:bodyPr rtlCol="0" anchor="ctr"/>
            <a:lstStyle/>
            <a:p>
              <a:endParaRPr lang="en-US"/>
            </a:p>
          </p:txBody>
        </p:sp>
      </p:grpSp>
      <p:grpSp>
        <p:nvGrpSpPr>
          <p:cNvPr id="679" name="Graphic 4">
            <a:extLst>
              <a:ext uri="{FF2B5EF4-FFF2-40B4-BE49-F238E27FC236}">
                <a16:creationId xmlns:a16="http://schemas.microsoft.com/office/drawing/2014/main" id="{2212B86E-15A1-984F-AB59-95FACE56AA83}"/>
              </a:ext>
            </a:extLst>
          </p:cNvPr>
          <p:cNvGrpSpPr/>
          <p:nvPr/>
        </p:nvGrpSpPr>
        <p:grpSpPr>
          <a:xfrm>
            <a:off x="4046108" y="2371173"/>
            <a:ext cx="361670" cy="361333"/>
            <a:chOff x="4046108" y="2371173"/>
            <a:chExt cx="361670" cy="361333"/>
          </a:xfrm>
          <a:solidFill>
            <a:srgbClr val="007CB0"/>
          </a:solidFill>
        </p:grpSpPr>
        <p:sp>
          <p:nvSpPr>
            <p:cNvPr id="680" name="Graphic 4">
              <a:extLst>
                <a:ext uri="{FF2B5EF4-FFF2-40B4-BE49-F238E27FC236}">
                  <a16:creationId xmlns:a16="http://schemas.microsoft.com/office/drawing/2014/main" id="{63535C2C-7D08-8A4D-A654-ECE12D2F0F41}"/>
                </a:ext>
              </a:extLst>
            </p:cNvPr>
            <p:cNvSpPr/>
            <p:nvPr/>
          </p:nvSpPr>
          <p:spPr>
            <a:xfrm>
              <a:off x="4235889" y="2484170"/>
              <a:ext cx="112823" cy="150023"/>
            </a:xfrm>
            <a:custGeom>
              <a:avLst/>
              <a:gdLst>
                <a:gd name="connsiteX0" fmla="*/ 101600 w 112823"/>
                <a:gd name="connsiteY0" fmla="*/ 15322 h 150023"/>
                <a:gd name="connsiteX1" fmla="*/ 70289 w 112823"/>
                <a:gd name="connsiteY1" fmla="*/ 0 h 150023"/>
                <a:gd name="connsiteX2" fmla="*/ 38978 w 112823"/>
                <a:gd name="connsiteY2" fmla="*/ 13406 h 150023"/>
                <a:gd name="connsiteX3" fmla="*/ 38340 w 112823"/>
                <a:gd name="connsiteY3" fmla="*/ 14683 h 150023"/>
                <a:gd name="connsiteX4" fmla="*/ 30032 w 112823"/>
                <a:gd name="connsiteY4" fmla="*/ 90653 h 150023"/>
                <a:gd name="connsiteX5" fmla="*/ 0 w 112823"/>
                <a:gd name="connsiteY5" fmla="*/ 120019 h 150023"/>
                <a:gd name="connsiteX6" fmla="*/ 30032 w 112823"/>
                <a:gd name="connsiteY6" fmla="*/ 150024 h 150023"/>
                <a:gd name="connsiteX7" fmla="*/ 99044 w 112823"/>
                <a:gd name="connsiteY7" fmla="*/ 81715 h 150023"/>
                <a:gd name="connsiteX8" fmla="*/ 101600 w 112823"/>
                <a:gd name="connsiteY8" fmla="*/ 15322 h 15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823" h="150023">
                  <a:moveTo>
                    <a:pt x="101600" y="15322"/>
                  </a:moveTo>
                  <a:cubicBezTo>
                    <a:pt x="93293" y="5746"/>
                    <a:pt x="82430" y="0"/>
                    <a:pt x="70289" y="0"/>
                  </a:cubicBezTo>
                  <a:cubicBezTo>
                    <a:pt x="58787" y="0"/>
                    <a:pt x="47285" y="4469"/>
                    <a:pt x="38978" y="13406"/>
                  </a:cubicBezTo>
                  <a:lnTo>
                    <a:pt x="38340" y="14683"/>
                  </a:lnTo>
                  <a:cubicBezTo>
                    <a:pt x="52397" y="38304"/>
                    <a:pt x="49841" y="69585"/>
                    <a:pt x="30032" y="90653"/>
                  </a:cubicBezTo>
                  <a:lnTo>
                    <a:pt x="0" y="120019"/>
                  </a:lnTo>
                  <a:lnTo>
                    <a:pt x="30032" y="150024"/>
                  </a:lnTo>
                  <a:lnTo>
                    <a:pt x="99044" y="81715"/>
                  </a:lnTo>
                  <a:cubicBezTo>
                    <a:pt x="116297" y="63840"/>
                    <a:pt x="117575" y="33835"/>
                    <a:pt x="101600" y="15322"/>
                  </a:cubicBezTo>
                  <a:close/>
                </a:path>
              </a:pathLst>
            </a:custGeom>
            <a:solidFill>
              <a:srgbClr val="007CB0"/>
            </a:solidFill>
            <a:ln w="6390" cap="flat">
              <a:noFill/>
              <a:prstDash val="solid"/>
              <a:miter/>
            </a:ln>
          </p:spPr>
          <p:txBody>
            <a:bodyPr rtlCol="0" anchor="ctr"/>
            <a:lstStyle/>
            <a:p>
              <a:endParaRPr lang="en-US"/>
            </a:p>
          </p:txBody>
        </p:sp>
        <p:sp>
          <p:nvSpPr>
            <p:cNvPr id="681" name="Graphic 4">
              <a:extLst>
                <a:ext uri="{FF2B5EF4-FFF2-40B4-BE49-F238E27FC236}">
                  <a16:creationId xmlns:a16="http://schemas.microsoft.com/office/drawing/2014/main" id="{A8BF0DFE-18D9-E249-948D-873729C311B6}"/>
                </a:ext>
              </a:extLst>
            </p:cNvPr>
            <p:cNvSpPr/>
            <p:nvPr/>
          </p:nvSpPr>
          <p:spPr>
            <a:xfrm>
              <a:off x="4046108"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98410 w 361670"/>
                <a:gd name="connsiteY5" fmla="*/ 204287 h 361333"/>
                <a:gd name="connsiteX6" fmla="*/ 224926 w 361670"/>
                <a:gd name="connsiteY6" fmla="*/ 277065 h 361333"/>
                <a:gd name="connsiteX7" fmla="*/ 220453 w 361670"/>
                <a:gd name="connsiteY7" fmla="*/ 278980 h 361333"/>
                <a:gd name="connsiteX8" fmla="*/ 215980 w 361670"/>
                <a:gd name="connsiteY8" fmla="*/ 277065 h 361333"/>
                <a:gd name="connsiteX9" fmla="*/ 181474 w 361670"/>
                <a:gd name="connsiteY9" fmla="*/ 242591 h 361333"/>
                <a:gd name="connsiteX10" fmla="*/ 146969 w 361670"/>
                <a:gd name="connsiteY10" fmla="*/ 277065 h 361333"/>
                <a:gd name="connsiteX11" fmla="*/ 142496 w 361670"/>
                <a:gd name="connsiteY11" fmla="*/ 278980 h 361333"/>
                <a:gd name="connsiteX12" fmla="*/ 138022 w 361670"/>
                <a:gd name="connsiteY12" fmla="*/ 277065 h 361333"/>
                <a:gd name="connsiteX13" fmla="*/ 64538 w 361670"/>
                <a:gd name="connsiteY13" fmla="*/ 204287 h 361333"/>
                <a:gd name="connsiteX14" fmla="*/ 61343 w 361670"/>
                <a:gd name="connsiteY14" fmla="*/ 120657 h 361333"/>
                <a:gd name="connsiteX15" fmla="*/ 101600 w 361670"/>
                <a:gd name="connsiteY15" fmla="*/ 100867 h 361333"/>
                <a:gd name="connsiteX16" fmla="*/ 141857 w 361670"/>
                <a:gd name="connsiteY16" fmla="*/ 118104 h 361333"/>
                <a:gd name="connsiteX17" fmla="*/ 142496 w 361670"/>
                <a:gd name="connsiteY17" fmla="*/ 117465 h 361333"/>
                <a:gd name="connsiteX18" fmla="*/ 145690 w 361670"/>
                <a:gd name="connsiteY18" fmla="*/ 114912 h 361333"/>
                <a:gd name="connsiteX19" fmla="*/ 146969 w 361670"/>
                <a:gd name="connsiteY19" fmla="*/ 113635 h 361333"/>
                <a:gd name="connsiteX20" fmla="*/ 149524 w 361670"/>
                <a:gd name="connsiteY20" fmla="*/ 111720 h 361333"/>
                <a:gd name="connsiteX21" fmla="*/ 151442 w 361670"/>
                <a:gd name="connsiteY21" fmla="*/ 110443 h 361333"/>
                <a:gd name="connsiteX22" fmla="*/ 153997 w 361670"/>
                <a:gd name="connsiteY22" fmla="*/ 108528 h 361333"/>
                <a:gd name="connsiteX23" fmla="*/ 156553 w 361670"/>
                <a:gd name="connsiteY23" fmla="*/ 107251 h 361333"/>
                <a:gd name="connsiteX24" fmla="*/ 159109 w 361670"/>
                <a:gd name="connsiteY24" fmla="*/ 105974 h 361333"/>
                <a:gd name="connsiteX25" fmla="*/ 161665 w 361670"/>
                <a:gd name="connsiteY25" fmla="*/ 104697 h 361333"/>
                <a:gd name="connsiteX26" fmla="*/ 164221 w 361670"/>
                <a:gd name="connsiteY26" fmla="*/ 104059 h 361333"/>
                <a:gd name="connsiteX27" fmla="*/ 167416 w 361670"/>
                <a:gd name="connsiteY27" fmla="*/ 102782 h 361333"/>
                <a:gd name="connsiteX28" fmla="*/ 169333 w 361670"/>
                <a:gd name="connsiteY28" fmla="*/ 102144 h 361333"/>
                <a:gd name="connsiteX29" fmla="*/ 172528 w 361670"/>
                <a:gd name="connsiteY29" fmla="*/ 101505 h 361333"/>
                <a:gd name="connsiteX30" fmla="*/ 174445 w 361670"/>
                <a:gd name="connsiteY30" fmla="*/ 101505 h 361333"/>
                <a:gd name="connsiteX31" fmla="*/ 177640 w 361670"/>
                <a:gd name="connsiteY31" fmla="*/ 101505 h 361333"/>
                <a:gd name="connsiteX32" fmla="*/ 178918 w 361670"/>
                <a:gd name="connsiteY32" fmla="*/ 101505 h 361333"/>
                <a:gd name="connsiteX33" fmla="*/ 180196 w 361670"/>
                <a:gd name="connsiteY33" fmla="*/ 101505 h 361333"/>
                <a:gd name="connsiteX34" fmla="*/ 181474 w 361670"/>
                <a:gd name="connsiteY34" fmla="*/ 101505 h 361333"/>
                <a:gd name="connsiteX35" fmla="*/ 182752 w 361670"/>
                <a:gd name="connsiteY35" fmla="*/ 101505 h 361333"/>
                <a:gd name="connsiteX36" fmla="*/ 186586 w 361670"/>
                <a:gd name="connsiteY36" fmla="*/ 101505 h 361333"/>
                <a:gd name="connsiteX37" fmla="*/ 188503 w 361670"/>
                <a:gd name="connsiteY37" fmla="*/ 101505 h 361333"/>
                <a:gd name="connsiteX38" fmla="*/ 192337 w 361670"/>
                <a:gd name="connsiteY38" fmla="*/ 102144 h 361333"/>
                <a:gd name="connsiteX39" fmla="*/ 193615 w 361670"/>
                <a:gd name="connsiteY39" fmla="*/ 102782 h 361333"/>
                <a:gd name="connsiteX40" fmla="*/ 197449 w 361670"/>
                <a:gd name="connsiteY40" fmla="*/ 104059 h 361333"/>
                <a:gd name="connsiteX41" fmla="*/ 199366 w 361670"/>
                <a:gd name="connsiteY41" fmla="*/ 104697 h 361333"/>
                <a:gd name="connsiteX42" fmla="*/ 202561 w 361670"/>
                <a:gd name="connsiteY42" fmla="*/ 105974 h 361333"/>
                <a:gd name="connsiteX43" fmla="*/ 204478 w 361670"/>
                <a:gd name="connsiteY43" fmla="*/ 107251 h 361333"/>
                <a:gd name="connsiteX44" fmla="*/ 207034 w 361670"/>
                <a:gd name="connsiteY44" fmla="*/ 108528 h 361333"/>
                <a:gd name="connsiteX45" fmla="*/ 209590 w 361670"/>
                <a:gd name="connsiteY45" fmla="*/ 109805 h 361333"/>
                <a:gd name="connsiteX46" fmla="*/ 211507 w 361670"/>
                <a:gd name="connsiteY46" fmla="*/ 111081 h 361333"/>
                <a:gd name="connsiteX47" fmla="*/ 214702 w 361670"/>
                <a:gd name="connsiteY47" fmla="*/ 113635 h 361333"/>
                <a:gd name="connsiteX48" fmla="*/ 215980 w 361670"/>
                <a:gd name="connsiteY48" fmla="*/ 114912 h 361333"/>
                <a:gd name="connsiteX49" fmla="*/ 219175 w 361670"/>
                <a:gd name="connsiteY49" fmla="*/ 117465 h 361333"/>
                <a:gd name="connsiteX50" fmla="*/ 219814 w 361670"/>
                <a:gd name="connsiteY50" fmla="*/ 118104 h 361333"/>
                <a:gd name="connsiteX51" fmla="*/ 260071 w 361670"/>
                <a:gd name="connsiteY51" fmla="*/ 100867 h 361333"/>
                <a:gd name="connsiteX52" fmla="*/ 300327 w 361670"/>
                <a:gd name="connsiteY52" fmla="*/ 120657 h 361333"/>
                <a:gd name="connsiteX53" fmla="*/ 298410 w 361670"/>
                <a:gd name="connsiteY53" fmla="*/ 20428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0518" y="0"/>
                    <a:pt x="180835" y="0"/>
                  </a:cubicBezTo>
                  <a:close/>
                  <a:moveTo>
                    <a:pt x="298410" y="204287"/>
                  </a:moveTo>
                  <a:lnTo>
                    <a:pt x="224926" y="277065"/>
                  </a:lnTo>
                  <a:cubicBezTo>
                    <a:pt x="223648" y="278342"/>
                    <a:pt x="222370" y="278980"/>
                    <a:pt x="220453" y="278980"/>
                  </a:cubicBezTo>
                  <a:cubicBezTo>
                    <a:pt x="218536" y="278980"/>
                    <a:pt x="217258" y="278342"/>
                    <a:pt x="215980" y="277065"/>
                  </a:cubicBezTo>
                  <a:lnTo>
                    <a:pt x="181474" y="242591"/>
                  </a:lnTo>
                  <a:lnTo>
                    <a:pt x="146969" y="277065"/>
                  </a:lnTo>
                  <a:cubicBezTo>
                    <a:pt x="145690" y="278342"/>
                    <a:pt x="144412" y="278980"/>
                    <a:pt x="142496" y="278980"/>
                  </a:cubicBezTo>
                  <a:cubicBezTo>
                    <a:pt x="140579" y="278980"/>
                    <a:pt x="139301" y="278342"/>
                    <a:pt x="138022" y="277065"/>
                  </a:cubicBezTo>
                  <a:lnTo>
                    <a:pt x="64538" y="204287"/>
                  </a:lnTo>
                  <a:cubicBezTo>
                    <a:pt x="42813" y="180667"/>
                    <a:pt x="41535" y="144278"/>
                    <a:pt x="61343" y="120657"/>
                  </a:cubicBezTo>
                  <a:cubicBezTo>
                    <a:pt x="71567" y="107889"/>
                    <a:pt x="86264" y="100867"/>
                    <a:pt x="101600" y="100867"/>
                  </a:cubicBezTo>
                  <a:cubicBezTo>
                    <a:pt x="116936" y="100229"/>
                    <a:pt x="130994" y="106613"/>
                    <a:pt x="141857" y="118104"/>
                  </a:cubicBezTo>
                  <a:cubicBezTo>
                    <a:pt x="141857" y="118104"/>
                    <a:pt x="141857" y="118104"/>
                    <a:pt x="142496" y="117465"/>
                  </a:cubicBezTo>
                  <a:cubicBezTo>
                    <a:pt x="143134" y="116189"/>
                    <a:pt x="144412" y="115550"/>
                    <a:pt x="145690" y="114912"/>
                  </a:cubicBezTo>
                  <a:cubicBezTo>
                    <a:pt x="146329" y="114273"/>
                    <a:pt x="146969" y="114273"/>
                    <a:pt x="146969" y="113635"/>
                  </a:cubicBezTo>
                  <a:cubicBezTo>
                    <a:pt x="147607" y="112997"/>
                    <a:pt x="148885" y="112358"/>
                    <a:pt x="149524" y="111720"/>
                  </a:cubicBezTo>
                  <a:cubicBezTo>
                    <a:pt x="150164" y="111081"/>
                    <a:pt x="150802" y="111081"/>
                    <a:pt x="151442" y="110443"/>
                  </a:cubicBezTo>
                  <a:cubicBezTo>
                    <a:pt x="152080" y="109805"/>
                    <a:pt x="153358" y="109166"/>
                    <a:pt x="153997" y="108528"/>
                  </a:cubicBezTo>
                  <a:cubicBezTo>
                    <a:pt x="154637" y="107889"/>
                    <a:pt x="155275" y="107889"/>
                    <a:pt x="156553" y="107251"/>
                  </a:cubicBezTo>
                  <a:cubicBezTo>
                    <a:pt x="157192" y="106613"/>
                    <a:pt x="158470" y="106613"/>
                    <a:pt x="159109" y="105974"/>
                  </a:cubicBezTo>
                  <a:cubicBezTo>
                    <a:pt x="159748" y="105336"/>
                    <a:pt x="161027" y="105336"/>
                    <a:pt x="161665" y="104697"/>
                  </a:cubicBezTo>
                  <a:cubicBezTo>
                    <a:pt x="162304" y="104697"/>
                    <a:pt x="162943" y="104059"/>
                    <a:pt x="164221" y="104059"/>
                  </a:cubicBezTo>
                  <a:cubicBezTo>
                    <a:pt x="165499" y="103421"/>
                    <a:pt x="166138" y="103421"/>
                    <a:pt x="167416" y="102782"/>
                  </a:cubicBezTo>
                  <a:cubicBezTo>
                    <a:pt x="168055" y="102782"/>
                    <a:pt x="168694" y="102144"/>
                    <a:pt x="169333" y="102144"/>
                  </a:cubicBezTo>
                  <a:cubicBezTo>
                    <a:pt x="170611" y="102144"/>
                    <a:pt x="171889" y="101505"/>
                    <a:pt x="172528" y="101505"/>
                  </a:cubicBezTo>
                  <a:cubicBezTo>
                    <a:pt x="173167" y="101505"/>
                    <a:pt x="173806" y="101505"/>
                    <a:pt x="174445" y="101505"/>
                  </a:cubicBezTo>
                  <a:cubicBezTo>
                    <a:pt x="175723" y="101505"/>
                    <a:pt x="177001" y="101505"/>
                    <a:pt x="177640" y="101505"/>
                  </a:cubicBezTo>
                  <a:cubicBezTo>
                    <a:pt x="178279" y="101505"/>
                    <a:pt x="178279" y="101505"/>
                    <a:pt x="178918" y="101505"/>
                  </a:cubicBezTo>
                  <a:cubicBezTo>
                    <a:pt x="179557" y="101505"/>
                    <a:pt x="179557" y="101505"/>
                    <a:pt x="180196" y="101505"/>
                  </a:cubicBezTo>
                  <a:cubicBezTo>
                    <a:pt x="180835" y="101505"/>
                    <a:pt x="180835" y="101505"/>
                    <a:pt x="181474" y="101505"/>
                  </a:cubicBezTo>
                  <a:cubicBezTo>
                    <a:pt x="182113" y="101505"/>
                    <a:pt x="182113" y="101505"/>
                    <a:pt x="182752" y="101505"/>
                  </a:cubicBezTo>
                  <a:cubicBezTo>
                    <a:pt x="184030" y="101505"/>
                    <a:pt x="185308" y="101505"/>
                    <a:pt x="186586" y="101505"/>
                  </a:cubicBezTo>
                  <a:cubicBezTo>
                    <a:pt x="187225" y="101505"/>
                    <a:pt x="187864" y="101505"/>
                    <a:pt x="188503" y="101505"/>
                  </a:cubicBezTo>
                  <a:cubicBezTo>
                    <a:pt x="189781" y="101505"/>
                    <a:pt x="191059" y="102144"/>
                    <a:pt x="192337" y="102144"/>
                  </a:cubicBezTo>
                  <a:cubicBezTo>
                    <a:pt x="192976" y="102144"/>
                    <a:pt x="193615" y="102144"/>
                    <a:pt x="193615" y="102782"/>
                  </a:cubicBezTo>
                  <a:cubicBezTo>
                    <a:pt x="194893" y="103421"/>
                    <a:pt x="196171" y="103421"/>
                    <a:pt x="197449" y="104059"/>
                  </a:cubicBezTo>
                  <a:cubicBezTo>
                    <a:pt x="198088" y="104059"/>
                    <a:pt x="198727" y="104697"/>
                    <a:pt x="199366" y="104697"/>
                  </a:cubicBezTo>
                  <a:cubicBezTo>
                    <a:pt x="200644" y="105336"/>
                    <a:pt x="201922" y="105336"/>
                    <a:pt x="202561" y="105974"/>
                  </a:cubicBezTo>
                  <a:cubicBezTo>
                    <a:pt x="203200" y="106613"/>
                    <a:pt x="203839" y="106613"/>
                    <a:pt x="204478" y="107251"/>
                  </a:cubicBezTo>
                  <a:cubicBezTo>
                    <a:pt x="205117" y="107889"/>
                    <a:pt x="206395" y="108528"/>
                    <a:pt x="207034" y="108528"/>
                  </a:cubicBezTo>
                  <a:cubicBezTo>
                    <a:pt x="207673" y="109166"/>
                    <a:pt x="208951" y="109805"/>
                    <a:pt x="209590" y="109805"/>
                  </a:cubicBezTo>
                  <a:cubicBezTo>
                    <a:pt x="210229" y="110443"/>
                    <a:pt x="210868" y="110443"/>
                    <a:pt x="211507" y="111081"/>
                  </a:cubicBezTo>
                  <a:cubicBezTo>
                    <a:pt x="212785" y="111720"/>
                    <a:pt x="213424" y="112358"/>
                    <a:pt x="214702" y="113635"/>
                  </a:cubicBezTo>
                  <a:cubicBezTo>
                    <a:pt x="215341" y="114273"/>
                    <a:pt x="215341" y="114273"/>
                    <a:pt x="215980" y="114912"/>
                  </a:cubicBezTo>
                  <a:cubicBezTo>
                    <a:pt x="217258" y="115550"/>
                    <a:pt x="217897" y="116827"/>
                    <a:pt x="219175" y="117465"/>
                  </a:cubicBezTo>
                  <a:cubicBezTo>
                    <a:pt x="219175" y="117465"/>
                    <a:pt x="219175" y="117465"/>
                    <a:pt x="219814" y="118104"/>
                  </a:cubicBezTo>
                  <a:cubicBezTo>
                    <a:pt x="230677" y="106613"/>
                    <a:pt x="245373" y="100867"/>
                    <a:pt x="260071" y="100867"/>
                  </a:cubicBezTo>
                  <a:cubicBezTo>
                    <a:pt x="275406" y="101505"/>
                    <a:pt x="290103" y="108528"/>
                    <a:pt x="300327" y="120657"/>
                  </a:cubicBezTo>
                  <a:cubicBezTo>
                    <a:pt x="321414" y="144278"/>
                    <a:pt x="320136" y="180667"/>
                    <a:pt x="298410" y="204287"/>
                  </a:cubicBezTo>
                  <a:close/>
                </a:path>
              </a:pathLst>
            </a:custGeom>
            <a:solidFill>
              <a:srgbClr val="007CB0"/>
            </a:solidFill>
            <a:ln w="6390" cap="flat">
              <a:noFill/>
              <a:prstDash val="solid"/>
              <a:miter/>
            </a:ln>
          </p:spPr>
          <p:txBody>
            <a:bodyPr rtlCol="0" anchor="ctr"/>
            <a:lstStyle/>
            <a:p>
              <a:endParaRPr lang="en-US"/>
            </a:p>
          </p:txBody>
        </p:sp>
      </p:grpSp>
      <p:grpSp>
        <p:nvGrpSpPr>
          <p:cNvPr id="682" name="Graphic 4">
            <a:extLst>
              <a:ext uri="{FF2B5EF4-FFF2-40B4-BE49-F238E27FC236}">
                <a16:creationId xmlns:a16="http://schemas.microsoft.com/office/drawing/2014/main" id="{EC0C06FE-3A8F-E245-9B89-AE255DCEBB63}"/>
              </a:ext>
            </a:extLst>
          </p:cNvPr>
          <p:cNvGrpSpPr/>
          <p:nvPr/>
        </p:nvGrpSpPr>
        <p:grpSpPr>
          <a:xfrm>
            <a:off x="1952764" y="2371173"/>
            <a:ext cx="361674" cy="361333"/>
            <a:chOff x="1952764" y="2371173"/>
            <a:chExt cx="361674" cy="361333"/>
          </a:xfrm>
          <a:solidFill>
            <a:srgbClr val="007CB0"/>
          </a:solidFill>
        </p:grpSpPr>
        <p:sp>
          <p:nvSpPr>
            <p:cNvPr id="683" name="Graphic 4">
              <a:extLst>
                <a:ext uri="{FF2B5EF4-FFF2-40B4-BE49-F238E27FC236}">
                  <a16:creationId xmlns:a16="http://schemas.microsoft.com/office/drawing/2014/main" id="{090BB073-0D81-244D-922A-A9254CC2D280}"/>
                </a:ext>
              </a:extLst>
            </p:cNvPr>
            <p:cNvSpPr/>
            <p:nvPr/>
          </p:nvSpPr>
          <p:spPr>
            <a:xfrm>
              <a:off x="1952764" y="237117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1474 w 361674"/>
                <a:gd name="connsiteY5" fmla="*/ 47880 h 361333"/>
                <a:gd name="connsiteX6" fmla="*/ 237706 w 361674"/>
                <a:gd name="connsiteY6" fmla="*/ 104059 h 361333"/>
                <a:gd name="connsiteX7" fmla="*/ 181474 w 361674"/>
                <a:gd name="connsiteY7" fmla="*/ 160238 h 361333"/>
                <a:gd name="connsiteX8" fmla="*/ 125243 w 361674"/>
                <a:gd name="connsiteY8" fmla="*/ 104059 h 361333"/>
                <a:gd name="connsiteX9" fmla="*/ 181474 w 361674"/>
                <a:gd name="connsiteY9" fmla="*/ 47880 h 361333"/>
                <a:gd name="connsiteX10" fmla="*/ 221731 w 361674"/>
                <a:gd name="connsiteY10" fmla="*/ 268766 h 361333"/>
                <a:gd name="connsiteX11" fmla="*/ 185947 w 361674"/>
                <a:gd name="connsiteY11" fmla="*/ 303878 h 361333"/>
                <a:gd name="connsiteX12" fmla="*/ 181474 w 361674"/>
                <a:gd name="connsiteY12" fmla="*/ 305793 h 361333"/>
                <a:gd name="connsiteX13" fmla="*/ 177001 w 361674"/>
                <a:gd name="connsiteY13" fmla="*/ 303878 h 361333"/>
                <a:gd name="connsiteX14" fmla="*/ 141218 w 361674"/>
                <a:gd name="connsiteY14" fmla="*/ 268766 h 361333"/>
                <a:gd name="connsiteX15" fmla="*/ 139301 w 361674"/>
                <a:gd name="connsiteY15" fmla="*/ 223439 h 361333"/>
                <a:gd name="connsiteX16" fmla="*/ 161026 w 361674"/>
                <a:gd name="connsiteY16" fmla="*/ 212587 h 361333"/>
                <a:gd name="connsiteX17" fmla="*/ 180835 w 361674"/>
                <a:gd name="connsiteY17" fmla="*/ 219609 h 361333"/>
                <a:gd name="connsiteX18" fmla="*/ 200644 w 361674"/>
                <a:gd name="connsiteY18" fmla="*/ 212587 h 361333"/>
                <a:gd name="connsiteX19" fmla="*/ 222370 w 361674"/>
                <a:gd name="connsiteY19" fmla="*/ 223439 h 361333"/>
                <a:gd name="connsiteX20" fmla="*/ 221731 w 361674"/>
                <a:gd name="connsiteY20" fmla="*/ 268766 h 361333"/>
                <a:gd name="connsiteX21" fmla="*/ 281157 w 361674"/>
                <a:gd name="connsiteY21" fmla="*/ 264935 h 361333"/>
                <a:gd name="connsiteX22" fmla="*/ 274767 w 361674"/>
                <a:gd name="connsiteY22" fmla="*/ 271319 h 361333"/>
                <a:gd name="connsiteX23" fmla="*/ 268377 w 361674"/>
                <a:gd name="connsiteY23" fmla="*/ 264935 h 361333"/>
                <a:gd name="connsiteX24" fmla="*/ 268377 w 361674"/>
                <a:gd name="connsiteY24" fmla="*/ 248975 h 361333"/>
                <a:gd name="connsiteX25" fmla="*/ 207034 w 361674"/>
                <a:gd name="connsiteY25" fmla="*/ 182582 h 361333"/>
                <a:gd name="connsiteX26" fmla="*/ 155275 w 361674"/>
                <a:gd name="connsiteY26" fmla="*/ 182582 h 361333"/>
                <a:gd name="connsiteX27" fmla="*/ 93932 w 361674"/>
                <a:gd name="connsiteY27" fmla="*/ 248975 h 361333"/>
                <a:gd name="connsiteX28" fmla="*/ 93932 w 361674"/>
                <a:gd name="connsiteY28" fmla="*/ 264935 h 361333"/>
                <a:gd name="connsiteX29" fmla="*/ 87542 w 361674"/>
                <a:gd name="connsiteY29" fmla="*/ 271319 h 361333"/>
                <a:gd name="connsiteX30" fmla="*/ 81152 w 361674"/>
                <a:gd name="connsiteY30" fmla="*/ 264935 h 361333"/>
                <a:gd name="connsiteX31" fmla="*/ 81152 w 361674"/>
                <a:gd name="connsiteY31" fmla="*/ 248975 h 361333"/>
                <a:gd name="connsiteX32" fmla="*/ 155275 w 361674"/>
                <a:gd name="connsiteY32" fmla="*/ 169814 h 361333"/>
                <a:gd name="connsiteX33" fmla="*/ 207034 w 361674"/>
                <a:gd name="connsiteY33" fmla="*/ 169814 h 361333"/>
                <a:gd name="connsiteX34" fmla="*/ 281157 w 361674"/>
                <a:gd name="connsiteY34" fmla="*/ 248975 h 361333"/>
                <a:gd name="connsiteX35" fmla="*/ 281157 w 361674"/>
                <a:gd name="connsiteY35" fmla="*/ 26493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1674"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09" y="81077"/>
                    <a:pt x="281157" y="0"/>
                    <a:pt x="180835" y="0"/>
                  </a:cubicBezTo>
                  <a:close/>
                  <a:moveTo>
                    <a:pt x="181474" y="47880"/>
                  </a:moveTo>
                  <a:cubicBezTo>
                    <a:pt x="212146" y="47880"/>
                    <a:pt x="237706" y="72778"/>
                    <a:pt x="237706" y="104059"/>
                  </a:cubicBezTo>
                  <a:cubicBezTo>
                    <a:pt x="237706" y="135341"/>
                    <a:pt x="212785" y="160238"/>
                    <a:pt x="181474" y="160238"/>
                  </a:cubicBezTo>
                  <a:cubicBezTo>
                    <a:pt x="150164" y="160238"/>
                    <a:pt x="125243" y="135341"/>
                    <a:pt x="125243" y="104059"/>
                  </a:cubicBezTo>
                  <a:cubicBezTo>
                    <a:pt x="125243" y="72778"/>
                    <a:pt x="150164" y="47880"/>
                    <a:pt x="181474" y="47880"/>
                  </a:cubicBezTo>
                  <a:close/>
                  <a:moveTo>
                    <a:pt x="221731" y="268766"/>
                  </a:moveTo>
                  <a:lnTo>
                    <a:pt x="185947" y="303878"/>
                  </a:lnTo>
                  <a:cubicBezTo>
                    <a:pt x="184669" y="305154"/>
                    <a:pt x="183391" y="305793"/>
                    <a:pt x="181474" y="305793"/>
                  </a:cubicBezTo>
                  <a:cubicBezTo>
                    <a:pt x="179557" y="305793"/>
                    <a:pt x="178279" y="305154"/>
                    <a:pt x="177001" y="303878"/>
                  </a:cubicBezTo>
                  <a:lnTo>
                    <a:pt x="141218" y="268766"/>
                  </a:lnTo>
                  <a:cubicBezTo>
                    <a:pt x="129716" y="255998"/>
                    <a:pt x="129077" y="236207"/>
                    <a:pt x="139301" y="223439"/>
                  </a:cubicBezTo>
                  <a:cubicBezTo>
                    <a:pt x="145051" y="216417"/>
                    <a:pt x="152719" y="212587"/>
                    <a:pt x="161026" y="212587"/>
                  </a:cubicBezTo>
                  <a:cubicBezTo>
                    <a:pt x="168055" y="212587"/>
                    <a:pt x="175084" y="215140"/>
                    <a:pt x="180835" y="219609"/>
                  </a:cubicBezTo>
                  <a:cubicBezTo>
                    <a:pt x="186586" y="215140"/>
                    <a:pt x="193615" y="212587"/>
                    <a:pt x="200644" y="212587"/>
                  </a:cubicBezTo>
                  <a:cubicBezTo>
                    <a:pt x="208951" y="212587"/>
                    <a:pt x="217258" y="216417"/>
                    <a:pt x="222370" y="223439"/>
                  </a:cubicBezTo>
                  <a:cubicBezTo>
                    <a:pt x="233872" y="236846"/>
                    <a:pt x="233233" y="256636"/>
                    <a:pt x="221731" y="268766"/>
                  </a:cubicBezTo>
                  <a:close/>
                  <a:moveTo>
                    <a:pt x="281157" y="264935"/>
                  </a:moveTo>
                  <a:cubicBezTo>
                    <a:pt x="281157" y="268766"/>
                    <a:pt x="278601" y="271319"/>
                    <a:pt x="274767" y="271319"/>
                  </a:cubicBezTo>
                  <a:cubicBezTo>
                    <a:pt x="270933" y="271319"/>
                    <a:pt x="268377" y="268766"/>
                    <a:pt x="268377" y="264935"/>
                  </a:cubicBezTo>
                  <a:lnTo>
                    <a:pt x="268377" y="248975"/>
                  </a:lnTo>
                  <a:cubicBezTo>
                    <a:pt x="268377" y="212587"/>
                    <a:pt x="240901" y="182582"/>
                    <a:pt x="207034" y="182582"/>
                  </a:cubicBezTo>
                  <a:lnTo>
                    <a:pt x="155275" y="182582"/>
                  </a:lnTo>
                  <a:cubicBezTo>
                    <a:pt x="121409" y="182582"/>
                    <a:pt x="93932" y="212587"/>
                    <a:pt x="93932" y="248975"/>
                  </a:cubicBezTo>
                  <a:lnTo>
                    <a:pt x="93932" y="264935"/>
                  </a:lnTo>
                  <a:cubicBezTo>
                    <a:pt x="93932" y="268766"/>
                    <a:pt x="91376" y="271319"/>
                    <a:pt x="87542" y="271319"/>
                  </a:cubicBezTo>
                  <a:cubicBezTo>
                    <a:pt x="83708" y="271319"/>
                    <a:pt x="81152" y="268766"/>
                    <a:pt x="81152" y="264935"/>
                  </a:cubicBezTo>
                  <a:lnTo>
                    <a:pt x="81152" y="248975"/>
                  </a:lnTo>
                  <a:cubicBezTo>
                    <a:pt x="81152" y="205564"/>
                    <a:pt x="114380" y="169814"/>
                    <a:pt x="155275" y="169814"/>
                  </a:cubicBezTo>
                  <a:lnTo>
                    <a:pt x="207034" y="169814"/>
                  </a:lnTo>
                  <a:cubicBezTo>
                    <a:pt x="247929" y="169814"/>
                    <a:pt x="281157" y="205564"/>
                    <a:pt x="281157" y="248975"/>
                  </a:cubicBezTo>
                  <a:lnTo>
                    <a:pt x="281157" y="264935"/>
                  </a:lnTo>
                  <a:close/>
                </a:path>
              </a:pathLst>
            </a:custGeom>
            <a:solidFill>
              <a:srgbClr val="007CB0"/>
            </a:solidFill>
            <a:ln w="6390" cap="flat">
              <a:noFill/>
              <a:prstDash val="solid"/>
              <a:miter/>
            </a:ln>
          </p:spPr>
          <p:txBody>
            <a:bodyPr rtlCol="0" anchor="ctr"/>
            <a:lstStyle/>
            <a:p>
              <a:endParaRPr lang="en-US"/>
            </a:p>
          </p:txBody>
        </p:sp>
        <p:sp>
          <p:nvSpPr>
            <p:cNvPr id="684" name="Graphic 4">
              <a:extLst>
                <a:ext uri="{FF2B5EF4-FFF2-40B4-BE49-F238E27FC236}">
                  <a16:creationId xmlns:a16="http://schemas.microsoft.com/office/drawing/2014/main" id="{13608388-7292-BA4D-97A4-B3908CA17EAF}"/>
                </a:ext>
              </a:extLst>
            </p:cNvPr>
            <p:cNvSpPr/>
            <p:nvPr/>
          </p:nvSpPr>
          <p:spPr>
            <a:xfrm>
              <a:off x="2097231" y="2597166"/>
              <a:ext cx="73281" cy="65116"/>
            </a:xfrm>
            <a:custGeom>
              <a:avLst/>
              <a:gdLst>
                <a:gd name="connsiteX0" fmla="*/ 56177 w 73281"/>
                <a:gd name="connsiteY0" fmla="*/ 0 h 65116"/>
                <a:gd name="connsiteX1" fmla="*/ 43397 w 73281"/>
                <a:gd name="connsiteY1" fmla="*/ 5746 h 65116"/>
                <a:gd name="connsiteX2" fmla="*/ 41480 w 73281"/>
                <a:gd name="connsiteY2" fmla="*/ 7661 h 65116"/>
                <a:gd name="connsiteX3" fmla="*/ 31896 w 73281"/>
                <a:gd name="connsiteY3" fmla="*/ 7661 h 65116"/>
                <a:gd name="connsiteX4" fmla="*/ 29978 w 73281"/>
                <a:gd name="connsiteY4" fmla="*/ 5746 h 65116"/>
                <a:gd name="connsiteX5" fmla="*/ 17838 w 73281"/>
                <a:gd name="connsiteY5" fmla="*/ 0 h 65116"/>
                <a:gd name="connsiteX6" fmla="*/ 17199 w 73281"/>
                <a:gd name="connsiteY6" fmla="*/ 0 h 65116"/>
                <a:gd name="connsiteX7" fmla="*/ 4419 w 73281"/>
                <a:gd name="connsiteY7" fmla="*/ 6384 h 65116"/>
                <a:gd name="connsiteX8" fmla="*/ 5697 w 73281"/>
                <a:gd name="connsiteY8" fmla="*/ 34473 h 65116"/>
                <a:gd name="connsiteX9" fmla="*/ 36368 w 73281"/>
                <a:gd name="connsiteY9" fmla="*/ 65117 h 65116"/>
                <a:gd name="connsiteX10" fmla="*/ 67679 w 73281"/>
                <a:gd name="connsiteY10" fmla="*/ 34473 h 65116"/>
                <a:gd name="connsiteX11" fmla="*/ 68318 w 73281"/>
                <a:gd name="connsiteY11" fmla="*/ 7022 h 65116"/>
                <a:gd name="connsiteX12" fmla="*/ 56177 w 73281"/>
                <a:gd name="connsiteY12" fmla="*/ 0 h 65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281" h="65116">
                  <a:moveTo>
                    <a:pt x="56177" y="0"/>
                  </a:moveTo>
                  <a:cubicBezTo>
                    <a:pt x="51704" y="0"/>
                    <a:pt x="46592" y="1915"/>
                    <a:pt x="43397" y="5746"/>
                  </a:cubicBezTo>
                  <a:lnTo>
                    <a:pt x="41480" y="7661"/>
                  </a:lnTo>
                  <a:cubicBezTo>
                    <a:pt x="38924" y="10214"/>
                    <a:pt x="34451" y="10214"/>
                    <a:pt x="31896" y="7661"/>
                  </a:cubicBezTo>
                  <a:lnTo>
                    <a:pt x="29978" y="5746"/>
                  </a:lnTo>
                  <a:cubicBezTo>
                    <a:pt x="26783" y="1915"/>
                    <a:pt x="22311" y="0"/>
                    <a:pt x="17838" y="0"/>
                  </a:cubicBezTo>
                  <a:cubicBezTo>
                    <a:pt x="17838" y="0"/>
                    <a:pt x="17838" y="0"/>
                    <a:pt x="17199" y="0"/>
                  </a:cubicBezTo>
                  <a:cubicBezTo>
                    <a:pt x="12087" y="0"/>
                    <a:pt x="8253" y="2554"/>
                    <a:pt x="4419" y="6384"/>
                  </a:cubicBezTo>
                  <a:cubicBezTo>
                    <a:pt x="-1971" y="14045"/>
                    <a:pt x="-1332" y="26813"/>
                    <a:pt x="5697" y="34473"/>
                  </a:cubicBezTo>
                  <a:lnTo>
                    <a:pt x="36368" y="65117"/>
                  </a:lnTo>
                  <a:lnTo>
                    <a:pt x="67679" y="34473"/>
                  </a:lnTo>
                  <a:cubicBezTo>
                    <a:pt x="74708" y="26813"/>
                    <a:pt x="75347" y="14683"/>
                    <a:pt x="68318" y="7022"/>
                  </a:cubicBezTo>
                  <a:cubicBezTo>
                    <a:pt x="65762" y="2554"/>
                    <a:pt x="61289" y="0"/>
                    <a:pt x="56177" y="0"/>
                  </a:cubicBezTo>
                  <a:close/>
                </a:path>
              </a:pathLst>
            </a:custGeom>
            <a:solidFill>
              <a:srgbClr val="007CB0"/>
            </a:solidFill>
            <a:ln w="6390" cap="flat">
              <a:noFill/>
              <a:prstDash val="solid"/>
              <a:miter/>
            </a:ln>
          </p:spPr>
          <p:txBody>
            <a:bodyPr rtlCol="0" anchor="ctr"/>
            <a:lstStyle/>
            <a:p>
              <a:endParaRPr lang="en-US"/>
            </a:p>
          </p:txBody>
        </p:sp>
      </p:grpSp>
      <p:grpSp>
        <p:nvGrpSpPr>
          <p:cNvPr id="685" name="Graphic 4">
            <a:extLst>
              <a:ext uri="{FF2B5EF4-FFF2-40B4-BE49-F238E27FC236}">
                <a16:creationId xmlns:a16="http://schemas.microsoft.com/office/drawing/2014/main" id="{4395D7A4-21B9-9A40-B758-6D0C0BC536BD}"/>
              </a:ext>
            </a:extLst>
          </p:cNvPr>
          <p:cNvGrpSpPr/>
          <p:nvPr/>
        </p:nvGrpSpPr>
        <p:grpSpPr>
          <a:xfrm>
            <a:off x="905454" y="2371173"/>
            <a:ext cx="361674" cy="361333"/>
            <a:chOff x="905454" y="2371173"/>
            <a:chExt cx="361674" cy="361333"/>
          </a:xfrm>
          <a:solidFill>
            <a:srgbClr val="007CB0"/>
          </a:solidFill>
        </p:grpSpPr>
        <p:sp>
          <p:nvSpPr>
            <p:cNvPr id="686" name="Graphic 4">
              <a:extLst>
                <a:ext uri="{FF2B5EF4-FFF2-40B4-BE49-F238E27FC236}">
                  <a16:creationId xmlns:a16="http://schemas.microsoft.com/office/drawing/2014/main" id="{614B8322-8E1C-F145-8D4B-1CF4B1B1DF12}"/>
                </a:ext>
              </a:extLst>
            </p:cNvPr>
            <p:cNvSpPr/>
            <p:nvPr/>
          </p:nvSpPr>
          <p:spPr>
            <a:xfrm>
              <a:off x="1040281" y="2431821"/>
              <a:ext cx="89459" cy="89375"/>
            </a:xfrm>
            <a:custGeom>
              <a:avLst/>
              <a:gdLst>
                <a:gd name="connsiteX0" fmla="*/ 89459 w 89459"/>
                <a:gd name="connsiteY0" fmla="*/ 44688 h 89375"/>
                <a:gd name="connsiteX1" fmla="*/ 44730 w 89459"/>
                <a:gd name="connsiteY1" fmla="*/ 89376 h 89375"/>
                <a:gd name="connsiteX2" fmla="*/ 0 w 89459"/>
                <a:gd name="connsiteY2" fmla="*/ 44688 h 89375"/>
                <a:gd name="connsiteX3" fmla="*/ 44730 w 89459"/>
                <a:gd name="connsiteY3" fmla="*/ 0 h 89375"/>
                <a:gd name="connsiteX4" fmla="*/ 89459 w 89459"/>
                <a:gd name="connsiteY4" fmla="*/ 44688 h 89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59" h="89375">
                  <a:moveTo>
                    <a:pt x="89459" y="44688"/>
                  </a:moveTo>
                  <a:cubicBezTo>
                    <a:pt x="89459" y="69368"/>
                    <a:pt x="69433" y="89376"/>
                    <a:pt x="44730" y="89376"/>
                  </a:cubicBezTo>
                  <a:cubicBezTo>
                    <a:pt x="20026" y="89376"/>
                    <a:pt x="0" y="69368"/>
                    <a:pt x="0" y="44688"/>
                  </a:cubicBezTo>
                  <a:cubicBezTo>
                    <a:pt x="0" y="20007"/>
                    <a:pt x="20026" y="0"/>
                    <a:pt x="44730" y="0"/>
                  </a:cubicBezTo>
                  <a:cubicBezTo>
                    <a:pt x="69433" y="0"/>
                    <a:pt x="89459" y="20007"/>
                    <a:pt x="89459" y="44688"/>
                  </a:cubicBezTo>
                  <a:close/>
                </a:path>
              </a:pathLst>
            </a:custGeom>
            <a:solidFill>
              <a:srgbClr val="007CB0"/>
            </a:solidFill>
            <a:ln w="6390" cap="flat">
              <a:noFill/>
              <a:prstDash val="solid"/>
              <a:miter/>
            </a:ln>
          </p:spPr>
          <p:txBody>
            <a:bodyPr rtlCol="0" anchor="ctr"/>
            <a:lstStyle/>
            <a:p>
              <a:endParaRPr lang="en-US"/>
            </a:p>
          </p:txBody>
        </p:sp>
        <p:sp>
          <p:nvSpPr>
            <p:cNvPr id="687" name="Graphic 4">
              <a:extLst>
                <a:ext uri="{FF2B5EF4-FFF2-40B4-BE49-F238E27FC236}">
                  <a16:creationId xmlns:a16="http://schemas.microsoft.com/office/drawing/2014/main" id="{096FA253-0EB2-7644-A4D9-824805B3843E}"/>
                </a:ext>
              </a:extLst>
            </p:cNvPr>
            <p:cNvSpPr/>
            <p:nvPr/>
          </p:nvSpPr>
          <p:spPr>
            <a:xfrm>
              <a:off x="905454" y="237117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79557 w 361674"/>
                <a:gd name="connsiteY5" fmla="*/ 47880 h 361333"/>
                <a:gd name="connsiteX6" fmla="*/ 237067 w 361674"/>
                <a:gd name="connsiteY6" fmla="*/ 105336 h 361333"/>
                <a:gd name="connsiteX7" fmla="*/ 179557 w 361674"/>
                <a:gd name="connsiteY7" fmla="*/ 162792 h 361333"/>
                <a:gd name="connsiteX8" fmla="*/ 122048 w 361674"/>
                <a:gd name="connsiteY8" fmla="*/ 105336 h 361333"/>
                <a:gd name="connsiteX9" fmla="*/ 179557 w 361674"/>
                <a:gd name="connsiteY9" fmla="*/ 47880 h 361333"/>
                <a:gd name="connsiteX10" fmla="*/ 221092 w 361674"/>
                <a:gd name="connsiteY10" fmla="*/ 275150 h 361333"/>
                <a:gd name="connsiteX11" fmla="*/ 184030 w 361674"/>
                <a:gd name="connsiteY11" fmla="*/ 311538 h 361333"/>
                <a:gd name="connsiteX12" fmla="*/ 179557 w 361674"/>
                <a:gd name="connsiteY12" fmla="*/ 313454 h 361333"/>
                <a:gd name="connsiteX13" fmla="*/ 175084 w 361674"/>
                <a:gd name="connsiteY13" fmla="*/ 311538 h 361333"/>
                <a:gd name="connsiteX14" fmla="*/ 138662 w 361674"/>
                <a:gd name="connsiteY14" fmla="*/ 275150 h 361333"/>
                <a:gd name="connsiteX15" fmla="*/ 136745 w 361674"/>
                <a:gd name="connsiteY15" fmla="*/ 229185 h 361333"/>
                <a:gd name="connsiteX16" fmla="*/ 159110 w 361674"/>
                <a:gd name="connsiteY16" fmla="*/ 218332 h 361333"/>
                <a:gd name="connsiteX17" fmla="*/ 179557 w 361674"/>
                <a:gd name="connsiteY17" fmla="*/ 225355 h 361333"/>
                <a:gd name="connsiteX18" fmla="*/ 200005 w 361674"/>
                <a:gd name="connsiteY18" fmla="*/ 218332 h 361333"/>
                <a:gd name="connsiteX19" fmla="*/ 222370 w 361674"/>
                <a:gd name="connsiteY19" fmla="*/ 229185 h 361333"/>
                <a:gd name="connsiteX20" fmla="*/ 221092 w 361674"/>
                <a:gd name="connsiteY20" fmla="*/ 275150 h 361333"/>
                <a:gd name="connsiteX21" fmla="*/ 282435 w 361674"/>
                <a:gd name="connsiteY21" fmla="*/ 271319 h 361333"/>
                <a:gd name="connsiteX22" fmla="*/ 276045 w 361674"/>
                <a:gd name="connsiteY22" fmla="*/ 277703 h 361333"/>
                <a:gd name="connsiteX23" fmla="*/ 269655 w 361674"/>
                <a:gd name="connsiteY23" fmla="*/ 271319 h 361333"/>
                <a:gd name="connsiteX24" fmla="*/ 269655 w 361674"/>
                <a:gd name="connsiteY24" fmla="*/ 255359 h 361333"/>
                <a:gd name="connsiteX25" fmla="*/ 206395 w 361674"/>
                <a:gd name="connsiteY25" fmla="*/ 186412 h 361333"/>
                <a:gd name="connsiteX26" fmla="*/ 152720 w 361674"/>
                <a:gd name="connsiteY26" fmla="*/ 186412 h 361333"/>
                <a:gd name="connsiteX27" fmla="*/ 89459 w 361674"/>
                <a:gd name="connsiteY27" fmla="*/ 255359 h 361333"/>
                <a:gd name="connsiteX28" fmla="*/ 89459 w 361674"/>
                <a:gd name="connsiteY28" fmla="*/ 271319 h 361333"/>
                <a:gd name="connsiteX29" fmla="*/ 83069 w 361674"/>
                <a:gd name="connsiteY29" fmla="*/ 277703 h 361333"/>
                <a:gd name="connsiteX30" fmla="*/ 76679 w 361674"/>
                <a:gd name="connsiteY30" fmla="*/ 271319 h 361333"/>
                <a:gd name="connsiteX31" fmla="*/ 76679 w 361674"/>
                <a:gd name="connsiteY31" fmla="*/ 255359 h 361333"/>
                <a:gd name="connsiteX32" fmla="*/ 152720 w 361674"/>
                <a:gd name="connsiteY32" fmla="*/ 173644 h 361333"/>
                <a:gd name="connsiteX33" fmla="*/ 206395 w 361674"/>
                <a:gd name="connsiteY33" fmla="*/ 173644 h 361333"/>
                <a:gd name="connsiteX34" fmla="*/ 282435 w 361674"/>
                <a:gd name="connsiteY34" fmla="*/ 255359 h 361333"/>
                <a:gd name="connsiteX35" fmla="*/ 282435 w 361674"/>
                <a:gd name="connsiteY35" fmla="*/ 27131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1674"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09" y="81077"/>
                    <a:pt x="281157" y="0"/>
                    <a:pt x="180835" y="0"/>
                  </a:cubicBezTo>
                  <a:close/>
                  <a:moveTo>
                    <a:pt x="179557" y="47880"/>
                  </a:moveTo>
                  <a:cubicBezTo>
                    <a:pt x="211507" y="47880"/>
                    <a:pt x="237067" y="73416"/>
                    <a:pt x="237067" y="105336"/>
                  </a:cubicBezTo>
                  <a:cubicBezTo>
                    <a:pt x="237067" y="137256"/>
                    <a:pt x="211507" y="162792"/>
                    <a:pt x="179557" y="162792"/>
                  </a:cubicBezTo>
                  <a:cubicBezTo>
                    <a:pt x="147608" y="162792"/>
                    <a:pt x="122048" y="137256"/>
                    <a:pt x="122048" y="105336"/>
                  </a:cubicBezTo>
                  <a:cubicBezTo>
                    <a:pt x="122048" y="73416"/>
                    <a:pt x="148247" y="47880"/>
                    <a:pt x="179557" y="47880"/>
                  </a:cubicBezTo>
                  <a:close/>
                  <a:moveTo>
                    <a:pt x="221092" y="275150"/>
                  </a:moveTo>
                  <a:lnTo>
                    <a:pt x="184030" y="311538"/>
                  </a:lnTo>
                  <a:cubicBezTo>
                    <a:pt x="182752" y="312815"/>
                    <a:pt x="181474" y="313454"/>
                    <a:pt x="179557" y="313454"/>
                  </a:cubicBezTo>
                  <a:cubicBezTo>
                    <a:pt x="177640" y="313454"/>
                    <a:pt x="176362" y="312815"/>
                    <a:pt x="175084" y="311538"/>
                  </a:cubicBezTo>
                  <a:lnTo>
                    <a:pt x="138662" y="275150"/>
                  </a:lnTo>
                  <a:cubicBezTo>
                    <a:pt x="126521" y="262382"/>
                    <a:pt x="125882" y="241953"/>
                    <a:pt x="136745" y="229185"/>
                  </a:cubicBezTo>
                  <a:cubicBezTo>
                    <a:pt x="142496" y="222163"/>
                    <a:pt x="150803" y="218332"/>
                    <a:pt x="159110" y="218332"/>
                  </a:cubicBezTo>
                  <a:cubicBezTo>
                    <a:pt x="166777" y="218332"/>
                    <a:pt x="173806" y="220886"/>
                    <a:pt x="179557" y="225355"/>
                  </a:cubicBezTo>
                  <a:cubicBezTo>
                    <a:pt x="185308" y="220247"/>
                    <a:pt x="192337" y="217694"/>
                    <a:pt x="200005" y="218332"/>
                  </a:cubicBezTo>
                  <a:cubicBezTo>
                    <a:pt x="208951" y="218332"/>
                    <a:pt x="216619" y="222163"/>
                    <a:pt x="222370" y="229185"/>
                  </a:cubicBezTo>
                  <a:cubicBezTo>
                    <a:pt x="233233" y="241953"/>
                    <a:pt x="232594" y="262382"/>
                    <a:pt x="221092" y="275150"/>
                  </a:cubicBezTo>
                  <a:close/>
                  <a:moveTo>
                    <a:pt x="282435" y="271319"/>
                  </a:moveTo>
                  <a:cubicBezTo>
                    <a:pt x="282435" y="275150"/>
                    <a:pt x="279879" y="277703"/>
                    <a:pt x="276045" y="277703"/>
                  </a:cubicBezTo>
                  <a:cubicBezTo>
                    <a:pt x="272211" y="277703"/>
                    <a:pt x="269655" y="275150"/>
                    <a:pt x="269655" y="271319"/>
                  </a:cubicBezTo>
                  <a:lnTo>
                    <a:pt x="269655" y="255359"/>
                  </a:lnTo>
                  <a:cubicBezTo>
                    <a:pt x="269655" y="217694"/>
                    <a:pt x="241540" y="186412"/>
                    <a:pt x="206395" y="186412"/>
                  </a:cubicBezTo>
                  <a:lnTo>
                    <a:pt x="152720" y="186412"/>
                  </a:lnTo>
                  <a:cubicBezTo>
                    <a:pt x="117575" y="186412"/>
                    <a:pt x="89459" y="217055"/>
                    <a:pt x="89459" y="255359"/>
                  </a:cubicBezTo>
                  <a:lnTo>
                    <a:pt x="89459" y="271319"/>
                  </a:lnTo>
                  <a:cubicBezTo>
                    <a:pt x="89459" y="275150"/>
                    <a:pt x="86903" y="277703"/>
                    <a:pt x="83069" y="277703"/>
                  </a:cubicBezTo>
                  <a:cubicBezTo>
                    <a:pt x="79235" y="277703"/>
                    <a:pt x="76679" y="275150"/>
                    <a:pt x="76679" y="271319"/>
                  </a:cubicBezTo>
                  <a:lnTo>
                    <a:pt x="76679" y="255359"/>
                  </a:lnTo>
                  <a:cubicBezTo>
                    <a:pt x="76679" y="210671"/>
                    <a:pt x="110546" y="173644"/>
                    <a:pt x="152720" y="173644"/>
                  </a:cubicBezTo>
                  <a:lnTo>
                    <a:pt x="206395" y="173644"/>
                  </a:lnTo>
                  <a:cubicBezTo>
                    <a:pt x="248569" y="173644"/>
                    <a:pt x="282435" y="210033"/>
                    <a:pt x="282435" y="255359"/>
                  </a:cubicBezTo>
                  <a:lnTo>
                    <a:pt x="282435" y="271319"/>
                  </a:lnTo>
                  <a:close/>
                </a:path>
              </a:pathLst>
            </a:custGeom>
            <a:solidFill>
              <a:srgbClr val="007CB0"/>
            </a:solidFill>
            <a:ln w="6390" cap="flat">
              <a:noFill/>
              <a:prstDash val="solid"/>
              <a:miter/>
            </a:ln>
          </p:spPr>
          <p:txBody>
            <a:bodyPr rtlCol="0" anchor="ctr"/>
            <a:lstStyle/>
            <a:p>
              <a:endParaRPr lang="en-US"/>
            </a:p>
          </p:txBody>
        </p:sp>
      </p:grpSp>
      <p:grpSp>
        <p:nvGrpSpPr>
          <p:cNvPr id="688" name="Graphic 4">
            <a:extLst>
              <a:ext uri="{FF2B5EF4-FFF2-40B4-BE49-F238E27FC236}">
                <a16:creationId xmlns:a16="http://schemas.microsoft.com/office/drawing/2014/main" id="{E5102951-196E-AD41-9EF4-B8C917743F8F}"/>
              </a:ext>
            </a:extLst>
          </p:cNvPr>
          <p:cNvGrpSpPr/>
          <p:nvPr/>
        </p:nvGrpSpPr>
        <p:grpSpPr>
          <a:xfrm>
            <a:off x="905454" y="2855717"/>
            <a:ext cx="361674" cy="361333"/>
            <a:chOff x="905454" y="2855717"/>
            <a:chExt cx="361674" cy="361333"/>
          </a:xfrm>
          <a:solidFill>
            <a:srgbClr val="007CB0"/>
          </a:solidFill>
        </p:grpSpPr>
        <p:sp>
          <p:nvSpPr>
            <p:cNvPr id="689" name="Graphic 4">
              <a:extLst>
                <a:ext uri="{FF2B5EF4-FFF2-40B4-BE49-F238E27FC236}">
                  <a16:creationId xmlns:a16="http://schemas.microsoft.com/office/drawing/2014/main" id="{31BD1123-05C8-B44C-9766-083D790CE6C7}"/>
                </a:ext>
              </a:extLst>
            </p:cNvPr>
            <p:cNvSpPr/>
            <p:nvPr/>
          </p:nvSpPr>
          <p:spPr>
            <a:xfrm>
              <a:off x="1149549" y="2979567"/>
              <a:ext cx="35783" cy="35750"/>
            </a:xfrm>
            <a:custGeom>
              <a:avLst/>
              <a:gdLst>
                <a:gd name="connsiteX0" fmla="*/ 35784 w 35783"/>
                <a:gd name="connsiteY0" fmla="*/ 17875 h 35750"/>
                <a:gd name="connsiteX1" fmla="*/ 17892 w 35783"/>
                <a:gd name="connsiteY1" fmla="*/ 35750 h 35750"/>
                <a:gd name="connsiteX2" fmla="*/ 0 w 35783"/>
                <a:gd name="connsiteY2" fmla="*/ 17875 h 35750"/>
                <a:gd name="connsiteX3" fmla="*/ 17892 w 35783"/>
                <a:gd name="connsiteY3" fmla="*/ 0 h 35750"/>
                <a:gd name="connsiteX4" fmla="*/ 35784 w 35783"/>
                <a:gd name="connsiteY4" fmla="*/ 17875 h 35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83" h="35750">
                  <a:moveTo>
                    <a:pt x="35784" y="17875"/>
                  </a:moveTo>
                  <a:cubicBezTo>
                    <a:pt x="35784" y="27747"/>
                    <a:pt x="27773" y="35750"/>
                    <a:pt x="17892" y="35750"/>
                  </a:cubicBezTo>
                  <a:cubicBezTo>
                    <a:pt x="8010" y="35750"/>
                    <a:pt x="0" y="27747"/>
                    <a:pt x="0" y="17875"/>
                  </a:cubicBezTo>
                  <a:cubicBezTo>
                    <a:pt x="0" y="8003"/>
                    <a:pt x="8010" y="0"/>
                    <a:pt x="17892" y="0"/>
                  </a:cubicBezTo>
                  <a:cubicBezTo>
                    <a:pt x="27773" y="0"/>
                    <a:pt x="35784" y="8003"/>
                    <a:pt x="35784" y="17875"/>
                  </a:cubicBezTo>
                  <a:close/>
                </a:path>
              </a:pathLst>
            </a:custGeom>
            <a:solidFill>
              <a:srgbClr val="007CB0"/>
            </a:solidFill>
            <a:ln w="6390" cap="flat">
              <a:noFill/>
              <a:prstDash val="solid"/>
              <a:miter/>
            </a:ln>
          </p:spPr>
          <p:txBody>
            <a:bodyPr rtlCol="0" anchor="ctr"/>
            <a:lstStyle/>
            <a:p>
              <a:endParaRPr lang="en-US"/>
            </a:p>
          </p:txBody>
        </p:sp>
        <p:sp>
          <p:nvSpPr>
            <p:cNvPr id="690" name="Graphic 4">
              <a:extLst>
                <a:ext uri="{FF2B5EF4-FFF2-40B4-BE49-F238E27FC236}">
                  <a16:creationId xmlns:a16="http://schemas.microsoft.com/office/drawing/2014/main" id="{91A5344B-AB36-2148-B06A-E3332C3D2B03}"/>
                </a:ext>
              </a:extLst>
            </p:cNvPr>
            <p:cNvSpPr/>
            <p:nvPr/>
          </p:nvSpPr>
          <p:spPr>
            <a:xfrm>
              <a:off x="991079" y="2979567"/>
              <a:ext cx="35783" cy="35750"/>
            </a:xfrm>
            <a:custGeom>
              <a:avLst/>
              <a:gdLst>
                <a:gd name="connsiteX0" fmla="*/ 35784 w 35783"/>
                <a:gd name="connsiteY0" fmla="*/ 17875 h 35750"/>
                <a:gd name="connsiteX1" fmla="*/ 17892 w 35783"/>
                <a:gd name="connsiteY1" fmla="*/ 35750 h 35750"/>
                <a:gd name="connsiteX2" fmla="*/ 0 w 35783"/>
                <a:gd name="connsiteY2" fmla="*/ 17875 h 35750"/>
                <a:gd name="connsiteX3" fmla="*/ 17892 w 35783"/>
                <a:gd name="connsiteY3" fmla="*/ 0 h 35750"/>
                <a:gd name="connsiteX4" fmla="*/ 35784 w 35783"/>
                <a:gd name="connsiteY4" fmla="*/ 17875 h 35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83" h="35750">
                  <a:moveTo>
                    <a:pt x="35784" y="17875"/>
                  </a:moveTo>
                  <a:cubicBezTo>
                    <a:pt x="35784" y="27747"/>
                    <a:pt x="27773" y="35750"/>
                    <a:pt x="17892" y="35750"/>
                  </a:cubicBezTo>
                  <a:cubicBezTo>
                    <a:pt x="8010" y="35750"/>
                    <a:pt x="0" y="27747"/>
                    <a:pt x="0" y="17875"/>
                  </a:cubicBezTo>
                  <a:cubicBezTo>
                    <a:pt x="0" y="8003"/>
                    <a:pt x="8010" y="0"/>
                    <a:pt x="17892" y="0"/>
                  </a:cubicBezTo>
                  <a:cubicBezTo>
                    <a:pt x="27773" y="0"/>
                    <a:pt x="35784" y="8003"/>
                    <a:pt x="35784" y="17875"/>
                  </a:cubicBezTo>
                  <a:close/>
                </a:path>
              </a:pathLst>
            </a:custGeom>
            <a:solidFill>
              <a:srgbClr val="007CB0"/>
            </a:solidFill>
            <a:ln w="6390" cap="flat">
              <a:noFill/>
              <a:prstDash val="solid"/>
              <a:miter/>
            </a:ln>
          </p:spPr>
          <p:txBody>
            <a:bodyPr rtlCol="0" anchor="ctr"/>
            <a:lstStyle/>
            <a:p>
              <a:endParaRPr lang="en-US"/>
            </a:p>
          </p:txBody>
        </p:sp>
        <p:sp>
          <p:nvSpPr>
            <p:cNvPr id="691" name="Graphic 4">
              <a:extLst>
                <a:ext uri="{FF2B5EF4-FFF2-40B4-BE49-F238E27FC236}">
                  <a16:creationId xmlns:a16="http://schemas.microsoft.com/office/drawing/2014/main" id="{822CB578-46F6-0148-9AC9-6BEF0D3D0819}"/>
                </a:ext>
              </a:extLst>
            </p:cNvPr>
            <p:cNvSpPr/>
            <p:nvPr/>
          </p:nvSpPr>
          <p:spPr>
            <a:xfrm>
              <a:off x="905454" y="2855717"/>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61987 w 361674"/>
                <a:gd name="connsiteY5" fmla="*/ 111081 h 361333"/>
                <a:gd name="connsiteX6" fmla="*/ 292659 w 361674"/>
                <a:gd name="connsiteY6" fmla="*/ 141724 h 361333"/>
                <a:gd name="connsiteX7" fmla="*/ 261987 w 361674"/>
                <a:gd name="connsiteY7" fmla="*/ 172368 h 361333"/>
                <a:gd name="connsiteX8" fmla="*/ 231316 w 361674"/>
                <a:gd name="connsiteY8" fmla="*/ 141724 h 361333"/>
                <a:gd name="connsiteX9" fmla="*/ 261987 w 361674"/>
                <a:gd name="connsiteY9" fmla="*/ 111081 h 361333"/>
                <a:gd name="connsiteX10" fmla="*/ 182752 w 361674"/>
                <a:gd name="connsiteY10" fmla="*/ 95760 h 361333"/>
                <a:gd name="connsiteX11" fmla="*/ 223648 w 361674"/>
                <a:gd name="connsiteY11" fmla="*/ 136617 h 361333"/>
                <a:gd name="connsiteX12" fmla="*/ 182752 w 361674"/>
                <a:gd name="connsiteY12" fmla="*/ 177475 h 361333"/>
                <a:gd name="connsiteX13" fmla="*/ 141857 w 361674"/>
                <a:gd name="connsiteY13" fmla="*/ 136617 h 361333"/>
                <a:gd name="connsiteX14" fmla="*/ 182752 w 361674"/>
                <a:gd name="connsiteY14" fmla="*/ 95760 h 361333"/>
                <a:gd name="connsiteX15" fmla="*/ 103517 w 361674"/>
                <a:gd name="connsiteY15" fmla="*/ 111081 h 361333"/>
                <a:gd name="connsiteX16" fmla="*/ 134189 w 361674"/>
                <a:gd name="connsiteY16" fmla="*/ 141724 h 361333"/>
                <a:gd name="connsiteX17" fmla="*/ 103517 w 361674"/>
                <a:gd name="connsiteY17" fmla="*/ 172368 h 361333"/>
                <a:gd name="connsiteX18" fmla="*/ 72845 w 361674"/>
                <a:gd name="connsiteY18" fmla="*/ 141724 h 361333"/>
                <a:gd name="connsiteX19" fmla="*/ 103517 w 361674"/>
                <a:gd name="connsiteY19" fmla="*/ 111081 h 361333"/>
                <a:gd name="connsiteX20" fmla="*/ 93293 w 361674"/>
                <a:gd name="connsiteY20" fmla="*/ 246422 h 361333"/>
                <a:gd name="connsiteX21" fmla="*/ 48564 w 361674"/>
                <a:gd name="connsiteY21" fmla="*/ 246422 h 361333"/>
                <a:gd name="connsiteX22" fmla="*/ 42174 w 361674"/>
                <a:gd name="connsiteY22" fmla="*/ 240038 h 361333"/>
                <a:gd name="connsiteX23" fmla="*/ 42174 w 361674"/>
                <a:gd name="connsiteY23" fmla="*/ 231100 h 361333"/>
                <a:gd name="connsiteX24" fmla="*/ 87542 w 361674"/>
                <a:gd name="connsiteY24" fmla="*/ 182582 h 361333"/>
                <a:gd name="connsiteX25" fmla="*/ 111824 w 361674"/>
                <a:gd name="connsiteY25" fmla="*/ 182582 h 361333"/>
                <a:gd name="connsiteX26" fmla="*/ 118214 w 361674"/>
                <a:gd name="connsiteY26" fmla="*/ 188966 h 361333"/>
                <a:gd name="connsiteX27" fmla="*/ 111824 w 361674"/>
                <a:gd name="connsiteY27" fmla="*/ 195350 h 361333"/>
                <a:gd name="connsiteX28" fmla="*/ 87542 w 361674"/>
                <a:gd name="connsiteY28" fmla="*/ 195350 h 361333"/>
                <a:gd name="connsiteX29" fmla="*/ 54954 w 361674"/>
                <a:gd name="connsiteY29" fmla="*/ 231100 h 361333"/>
                <a:gd name="connsiteX30" fmla="*/ 54954 w 361674"/>
                <a:gd name="connsiteY30" fmla="*/ 233654 h 361333"/>
                <a:gd name="connsiteX31" fmla="*/ 93293 w 361674"/>
                <a:gd name="connsiteY31" fmla="*/ 233654 h 361333"/>
                <a:gd name="connsiteX32" fmla="*/ 99683 w 361674"/>
                <a:gd name="connsiteY32" fmla="*/ 240038 h 361333"/>
                <a:gd name="connsiteX33" fmla="*/ 93293 w 361674"/>
                <a:gd name="connsiteY33" fmla="*/ 246422 h 361333"/>
                <a:gd name="connsiteX34" fmla="*/ 254320 w 361674"/>
                <a:gd name="connsiteY34" fmla="*/ 251529 h 361333"/>
                <a:gd name="connsiteX35" fmla="*/ 247930 w 361674"/>
                <a:gd name="connsiteY35" fmla="*/ 257913 h 361333"/>
                <a:gd name="connsiteX36" fmla="*/ 118214 w 361674"/>
                <a:gd name="connsiteY36" fmla="*/ 257913 h 361333"/>
                <a:gd name="connsiteX37" fmla="*/ 111824 w 361674"/>
                <a:gd name="connsiteY37" fmla="*/ 251529 h 361333"/>
                <a:gd name="connsiteX38" fmla="*/ 111824 w 361674"/>
                <a:gd name="connsiteY38" fmla="*/ 240676 h 361333"/>
                <a:gd name="connsiteX39" fmla="*/ 164860 w 361674"/>
                <a:gd name="connsiteY39" fmla="*/ 183859 h 361333"/>
                <a:gd name="connsiteX40" fmla="*/ 200644 w 361674"/>
                <a:gd name="connsiteY40" fmla="*/ 183859 h 361333"/>
                <a:gd name="connsiteX41" fmla="*/ 253680 w 361674"/>
                <a:gd name="connsiteY41" fmla="*/ 240676 h 361333"/>
                <a:gd name="connsiteX42" fmla="*/ 253680 w 361674"/>
                <a:gd name="connsiteY42" fmla="*/ 251529 h 361333"/>
                <a:gd name="connsiteX43" fmla="*/ 313746 w 361674"/>
                <a:gd name="connsiteY43" fmla="*/ 246422 h 361333"/>
                <a:gd name="connsiteX44" fmla="*/ 269016 w 361674"/>
                <a:gd name="connsiteY44" fmla="*/ 246422 h 361333"/>
                <a:gd name="connsiteX45" fmla="*/ 262626 w 361674"/>
                <a:gd name="connsiteY45" fmla="*/ 240038 h 361333"/>
                <a:gd name="connsiteX46" fmla="*/ 269016 w 361674"/>
                <a:gd name="connsiteY46" fmla="*/ 233654 h 361333"/>
                <a:gd name="connsiteX47" fmla="*/ 307356 w 361674"/>
                <a:gd name="connsiteY47" fmla="*/ 233654 h 361333"/>
                <a:gd name="connsiteX48" fmla="*/ 307356 w 361674"/>
                <a:gd name="connsiteY48" fmla="*/ 231100 h 361333"/>
                <a:gd name="connsiteX49" fmla="*/ 274767 w 361674"/>
                <a:gd name="connsiteY49" fmla="*/ 195350 h 361333"/>
                <a:gd name="connsiteX50" fmla="*/ 250486 w 361674"/>
                <a:gd name="connsiteY50" fmla="*/ 195350 h 361333"/>
                <a:gd name="connsiteX51" fmla="*/ 244096 w 361674"/>
                <a:gd name="connsiteY51" fmla="*/ 188966 h 361333"/>
                <a:gd name="connsiteX52" fmla="*/ 250486 w 361674"/>
                <a:gd name="connsiteY52" fmla="*/ 182582 h 361333"/>
                <a:gd name="connsiteX53" fmla="*/ 274767 w 361674"/>
                <a:gd name="connsiteY53" fmla="*/ 182582 h 361333"/>
                <a:gd name="connsiteX54" fmla="*/ 320136 w 361674"/>
                <a:gd name="connsiteY54" fmla="*/ 231100 h 361333"/>
                <a:gd name="connsiteX55" fmla="*/ 320136 w 361674"/>
                <a:gd name="connsiteY55" fmla="*/ 240038 h 361333"/>
                <a:gd name="connsiteX56" fmla="*/ 313746 w 361674"/>
                <a:gd name="connsiteY56" fmla="*/ 24642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61674"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2309" y="80438"/>
                    <a:pt x="281157" y="0"/>
                    <a:pt x="180835" y="0"/>
                  </a:cubicBezTo>
                  <a:close/>
                  <a:moveTo>
                    <a:pt x="261987" y="111081"/>
                  </a:moveTo>
                  <a:cubicBezTo>
                    <a:pt x="279240" y="111081"/>
                    <a:pt x="292659" y="125126"/>
                    <a:pt x="292659" y="141724"/>
                  </a:cubicBezTo>
                  <a:cubicBezTo>
                    <a:pt x="292659" y="158323"/>
                    <a:pt x="278601" y="172368"/>
                    <a:pt x="261987" y="172368"/>
                  </a:cubicBezTo>
                  <a:cubicBezTo>
                    <a:pt x="245374" y="172368"/>
                    <a:pt x="231316" y="158323"/>
                    <a:pt x="231316" y="141724"/>
                  </a:cubicBezTo>
                  <a:cubicBezTo>
                    <a:pt x="231316" y="125126"/>
                    <a:pt x="244735" y="111081"/>
                    <a:pt x="261987" y="111081"/>
                  </a:cubicBezTo>
                  <a:close/>
                  <a:moveTo>
                    <a:pt x="182752" y="95760"/>
                  </a:moveTo>
                  <a:cubicBezTo>
                    <a:pt x="205117" y="95760"/>
                    <a:pt x="223648" y="114273"/>
                    <a:pt x="223648" y="136617"/>
                  </a:cubicBezTo>
                  <a:cubicBezTo>
                    <a:pt x="223648" y="158961"/>
                    <a:pt x="205117" y="177475"/>
                    <a:pt x="182752" y="177475"/>
                  </a:cubicBezTo>
                  <a:cubicBezTo>
                    <a:pt x="160387" y="177475"/>
                    <a:pt x="141857" y="158961"/>
                    <a:pt x="141857" y="136617"/>
                  </a:cubicBezTo>
                  <a:cubicBezTo>
                    <a:pt x="141857" y="114273"/>
                    <a:pt x="160387" y="95760"/>
                    <a:pt x="182752" y="95760"/>
                  </a:cubicBezTo>
                  <a:close/>
                  <a:moveTo>
                    <a:pt x="103517" y="111081"/>
                  </a:moveTo>
                  <a:cubicBezTo>
                    <a:pt x="120770" y="111081"/>
                    <a:pt x="134189" y="125126"/>
                    <a:pt x="134189" y="141724"/>
                  </a:cubicBezTo>
                  <a:cubicBezTo>
                    <a:pt x="134189" y="158323"/>
                    <a:pt x="120131" y="172368"/>
                    <a:pt x="103517" y="172368"/>
                  </a:cubicBezTo>
                  <a:cubicBezTo>
                    <a:pt x="86903" y="172368"/>
                    <a:pt x="72845" y="158323"/>
                    <a:pt x="72845" y="141724"/>
                  </a:cubicBezTo>
                  <a:cubicBezTo>
                    <a:pt x="72845" y="125126"/>
                    <a:pt x="86264" y="111081"/>
                    <a:pt x="103517" y="111081"/>
                  </a:cubicBezTo>
                  <a:close/>
                  <a:moveTo>
                    <a:pt x="93293" y="246422"/>
                  </a:moveTo>
                  <a:lnTo>
                    <a:pt x="48564" y="246422"/>
                  </a:lnTo>
                  <a:cubicBezTo>
                    <a:pt x="44730" y="246422"/>
                    <a:pt x="42174" y="243868"/>
                    <a:pt x="42174" y="240038"/>
                  </a:cubicBezTo>
                  <a:lnTo>
                    <a:pt x="42174" y="231100"/>
                  </a:lnTo>
                  <a:cubicBezTo>
                    <a:pt x="42174" y="204287"/>
                    <a:pt x="62621" y="182582"/>
                    <a:pt x="87542" y="182582"/>
                  </a:cubicBezTo>
                  <a:lnTo>
                    <a:pt x="111824" y="182582"/>
                  </a:lnTo>
                  <a:cubicBezTo>
                    <a:pt x="115658" y="182582"/>
                    <a:pt x="118214" y="185135"/>
                    <a:pt x="118214" y="188966"/>
                  </a:cubicBezTo>
                  <a:cubicBezTo>
                    <a:pt x="118214" y="192796"/>
                    <a:pt x="115658" y="195350"/>
                    <a:pt x="111824" y="195350"/>
                  </a:cubicBezTo>
                  <a:lnTo>
                    <a:pt x="87542" y="195350"/>
                  </a:lnTo>
                  <a:cubicBezTo>
                    <a:pt x="69650" y="195350"/>
                    <a:pt x="54954" y="211310"/>
                    <a:pt x="54954" y="231100"/>
                  </a:cubicBezTo>
                  <a:lnTo>
                    <a:pt x="54954" y="233654"/>
                  </a:lnTo>
                  <a:lnTo>
                    <a:pt x="93293" y="233654"/>
                  </a:lnTo>
                  <a:cubicBezTo>
                    <a:pt x="97127" y="233654"/>
                    <a:pt x="99683" y="236207"/>
                    <a:pt x="99683" y="240038"/>
                  </a:cubicBezTo>
                  <a:cubicBezTo>
                    <a:pt x="99683" y="243868"/>
                    <a:pt x="97127" y="246422"/>
                    <a:pt x="93293" y="246422"/>
                  </a:cubicBezTo>
                  <a:close/>
                  <a:moveTo>
                    <a:pt x="254320" y="251529"/>
                  </a:moveTo>
                  <a:cubicBezTo>
                    <a:pt x="254320" y="255359"/>
                    <a:pt x="251764" y="257913"/>
                    <a:pt x="247930" y="257913"/>
                  </a:cubicBezTo>
                  <a:lnTo>
                    <a:pt x="118214" y="257913"/>
                  </a:lnTo>
                  <a:cubicBezTo>
                    <a:pt x="114380" y="257913"/>
                    <a:pt x="111824" y="255359"/>
                    <a:pt x="111824" y="251529"/>
                  </a:cubicBezTo>
                  <a:lnTo>
                    <a:pt x="111824" y="240676"/>
                  </a:lnTo>
                  <a:cubicBezTo>
                    <a:pt x="111824" y="209395"/>
                    <a:pt x="135467" y="183859"/>
                    <a:pt x="164860" y="183859"/>
                  </a:cubicBezTo>
                  <a:lnTo>
                    <a:pt x="200644" y="183859"/>
                  </a:lnTo>
                  <a:cubicBezTo>
                    <a:pt x="230038" y="183859"/>
                    <a:pt x="253680" y="209395"/>
                    <a:pt x="253680" y="240676"/>
                  </a:cubicBezTo>
                  <a:lnTo>
                    <a:pt x="253680" y="251529"/>
                  </a:lnTo>
                  <a:close/>
                  <a:moveTo>
                    <a:pt x="313746" y="246422"/>
                  </a:moveTo>
                  <a:lnTo>
                    <a:pt x="269016" y="246422"/>
                  </a:lnTo>
                  <a:cubicBezTo>
                    <a:pt x="265182" y="246422"/>
                    <a:pt x="262626" y="243868"/>
                    <a:pt x="262626" y="240038"/>
                  </a:cubicBezTo>
                  <a:cubicBezTo>
                    <a:pt x="262626" y="236207"/>
                    <a:pt x="265182" y="233654"/>
                    <a:pt x="269016" y="233654"/>
                  </a:cubicBezTo>
                  <a:lnTo>
                    <a:pt x="307356" y="233654"/>
                  </a:lnTo>
                  <a:lnTo>
                    <a:pt x="307356" y="231100"/>
                  </a:lnTo>
                  <a:cubicBezTo>
                    <a:pt x="307356" y="211310"/>
                    <a:pt x="292659" y="195350"/>
                    <a:pt x="274767" y="195350"/>
                  </a:cubicBezTo>
                  <a:lnTo>
                    <a:pt x="250486" y="195350"/>
                  </a:lnTo>
                  <a:cubicBezTo>
                    <a:pt x="246652" y="195350"/>
                    <a:pt x="244096" y="192796"/>
                    <a:pt x="244096" y="188966"/>
                  </a:cubicBezTo>
                  <a:cubicBezTo>
                    <a:pt x="244096" y="185135"/>
                    <a:pt x="246652" y="182582"/>
                    <a:pt x="250486" y="182582"/>
                  </a:cubicBezTo>
                  <a:lnTo>
                    <a:pt x="274767" y="182582"/>
                  </a:lnTo>
                  <a:cubicBezTo>
                    <a:pt x="299688" y="182582"/>
                    <a:pt x="320136" y="204287"/>
                    <a:pt x="320136" y="231100"/>
                  </a:cubicBezTo>
                  <a:lnTo>
                    <a:pt x="320136" y="240038"/>
                  </a:lnTo>
                  <a:cubicBezTo>
                    <a:pt x="320136" y="243868"/>
                    <a:pt x="317580" y="246422"/>
                    <a:pt x="313746" y="246422"/>
                  </a:cubicBezTo>
                  <a:close/>
                </a:path>
              </a:pathLst>
            </a:custGeom>
            <a:solidFill>
              <a:srgbClr val="007CB0"/>
            </a:solidFill>
            <a:ln w="6390" cap="flat">
              <a:noFill/>
              <a:prstDash val="solid"/>
              <a:miter/>
            </a:ln>
          </p:spPr>
          <p:txBody>
            <a:bodyPr rtlCol="0" anchor="ctr"/>
            <a:lstStyle/>
            <a:p>
              <a:endParaRPr lang="en-US"/>
            </a:p>
          </p:txBody>
        </p:sp>
      </p:grpSp>
      <p:grpSp>
        <p:nvGrpSpPr>
          <p:cNvPr id="692" name="Graphic 4">
            <a:extLst>
              <a:ext uri="{FF2B5EF4-FFF2-40B4-BE49-F238E27FC236}">
                <a16:creationId xmlns:a16="http://schemas.microsoft.com/office/drawing/2014/main" id="{63FB5B8A-F0C3-B946-AF9E-FA402660194D}"/>
              </a:ext>
            </a:extLst>
          </p:cNvPr>
          <p:cNvGrpSpPr/>
          <p:nvPr/>
        </p:nvGrpSpPr>
        <p:grpSpPr>
          <a:xfrm>
            <a:off x="1952764" y="2855717"/>
            <a:ext cx="361674" cy="361333"/>
            <a:chOff x="1952764" y="2855717"/>
            <a:chExt cx="361674" cy="361333"/>
          </a:xfrm>
          <a:solidFill>
            <a:srgbClr val="007CB0"/>
          </a:solidFill>
        </p:grpSpPr>
        <p:sp>
          <p:nvSpPr>
            <p:cNvPr id="693" name="Graphic 4">
              <a:extLst>
                <a:ext uri="{FF2B5EF4-FFF2-40B4-BE49-F238E27FC236}">
                  <a16:creationId xmlns:a16="http://schemas.microsoft.com/office/drawing/2014/main" id="{D1C505F2-43AE-3448-A713-941BDF217076}"/>
                </a:ext>
              </a:extLst>
            </p:cNvPr>
            <p:cNvSpPr/>
            <p:nvPr/>
          </p:nvSpPr>
          <p:spPr>
            <a:xfrm>
              <a:off x="2045418" y="2951477"/>
              <a:ext cx="37061" cy="37027"/>
            </a:xfrm>
            <a:custGeom>
              <a:avLst/>
              <a:gdLst>
                <a:gd name="connsiteX0" fmla="*/ 18531 w 37061"/>
                <a:gd name="connsiteY0" fmla="*/ 37027 h 37027"/>
                <a:gd name="connsiteX1" fmla="*/ 37062 w 37061"/>
                <a:gd name="connsiteY1" fmla="*/ 18514 h 37027"/>
                <a:gd name="connsiteX2" fmla="*/ 18531 w 37061"/>
                <a:gd name="connsiteY2" fmla="*/ 0 h 37027"/>
                <a:gd name="connsiteX3" fmla="*/ 0 w 37061"/>
                <a:gd name="connsiteY3" fmla="*/ 18514 h 37027"/>
                <a:gd name="connsiteX4" fmla="*/ 18531 w 37061"/>
                <a:gd name="connsiteY4" fmla="*/ 37027 h 37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61" h="37027">
                  <a:moveTo>
                    <a:pt x="18531" y="37027"/>
                  </a:moveTo>
                  <a:cubicBezTo>
                    <a:pt x="28755" y="37027"/>
                    <a:pt x="37062" y="28728"/>
                    <a:pt x="37062" y="18514"/>
                  </a:cubicBezTo>
                  <a:cubicBezTo>
                    <a:pt x="37062" y="8299"/>
                    <a:pt x="28755" y="0"/>
                    <a:pt x="18531" y="0"/>
                  </a:cubicBezTo>
                  <a:cubicBezTo>
                    <a:pt x="8307" y="0"/>
                    <a:pt x="0" y="8299"/>
                    <a:pt x="0" y="18514"/>
                  </a:cubicBezTo>
                  <a:cubicBezTo>
                    <a:pt x="0" y="28728"/>
                    <a:pt x="7668" y="37027"/>
                    <a:pt x="18531" y="37027"/>
                  </a:cubicBezTo>
                  <a:close/>
                </a:path>
              </a:pathLst>
            </a:custGeom>
            <a:solidFill>
              <a:srgbClr val="007CB0"/>
            </a:solidFill>
            <a:ln w="6390" cap="flat">
              <a:noFill/>
              <a:prstDash val="solid"/>
              <a:miter/>
            </a:ln>
          </p:spPr>
          <p:txBody>
            <a:bodyPr rtlCol="0" anchor="ctr"/>
            <a:lstStyle/>
            <a:p>
              <a:endParaRPr lang="en-US"/>
            </a:p>
          </p:txBody>
        </p:sp>
        <p:sp>
          <p:nvSpPr>
            <p:cNvPr id="694" name="Graphic 4">
              <a:extLst>
                <a:ext uri="{FF2B5EF4-FFF2-40B4-BE49-F238E27FC236}">
                  <a16:creationId xmlns:a16="http://schemas.microsoft.com/office/drawing/2014/main" id="{07A01D74-8C9C-6B49-A45F-DEA48ED65ED4}"/>
                </a:ext>
              </a:extLst>
            </p:cNvPr>
            <p:cNvSpPr/>
            <p:nvPr/>
          </p:nvSpPr>
          <p:spPr>
            <a:xfrm>
              <a:off x="1952764" y="2855717"/>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50485 w 361674"/>
                <a:gd name="connsiteY5" fmla="*/ 82353 h 361333"/>
                <a:gd name="connsiteX6" fmla="*/ 281796 w 361674"/>
                <a:gd name="connsiteY6" fmla="*/ 113635 h 361333"/>
                <a:gd name="connsiteX7" fmla="*/ 250485 w 361674"/>
                <a:gd name="connsiteY7" fmla="*/ 144916 h 361333"/>
                <a:gd name="connsiteX8" fmla="*/ 219175 w 361674"/>
                <a:gd name="connsiteY8" fmla="*/ 113635 h 361333"/>
                <a:gd name="connsiteX9" fmla="*/ 250485 w 361674"/>
                <a:gd name="connsiteY9" fmla="*/ 82353 h 361333"/>
                <a:gd name="connsiteX10" fmla="*/ 196810 w 361674"/>
                <a:gd name="connsiteY10" fmla="*/ 195350 h 361333"/>
                <a:gd name="connsiteX11" fmla="*/ 237706 w 361674"/>
                <a:gd name="connsiteY11" fmla="*/ 151939 h 361333"/>
                <a:gd name="connsiteX12" fmla="*/ 263904 w 361674"/>
                <a:gd name="connsiteY12" fmla="*/ 151939 h 361333"/>
                <a:gd name="connsiteX13" fmla="*/ 304800 w 361674"/>
                <a:gd name="connsiteY13" fmla="*/ 195350 h 361333"/>
                <a:gd name="connsiteX14" fmla="*/ 304800 w 361674"/>
                <a:gd name="connsiteY14" fmla="*/ 203011 h 361333"/>
                <a:gd name="connsiteX15" fmla="*/ 298410 w 361674"/>
                <a:gd name="connsiteY15" fmla="*/ 209395 h 361333"/>
                <a:gd name="connsiteX16" fmla="*/ 203200 w 361674"/>
                <a:gd name="connsiteY16" fmla="*/ 209395 h 361333"/>
                <a:gd name="connsiteX17" fmla="*/ 196810 w 361674"/>
                <a:gd name="connsiteY17" fmla="*/ 203011 h 361333"/>
                <a:gd name="connsiteX18" fmla="*/ 196810 w 361674"/>
                <a:gd name="connsiteY18" fmla="*/ 195350 h 361333"/>
                <a:gd name="connsiteX19" fmla="*/ 111185 w 361674"/>
                <a:gd name="connsiteY19" fmla="*/ 82353 h 361333"/>
                <a:gd name="connsiteX20" fmla="*/ 142496 w 361674"/>
                <a:gd name="connsiteY20" fmla="*/ 113635 h 361333"/>
                <a:gd name="connsiteX21" fmla="*/ 111185 w 361674"/>
                <a:gd name="connsiteY21" fmla="*/ 144916 h 361333"/>
                <a:gd name="connsiteX22" fmla="*/ 79874 w 361674"/>
                <a:gd name="connsiteY22" fmla="*/ 113635 h 361333"/>
                <a:gd name="connsiteX23" fmla="*/ 111185 w 361674"/>
                <a:gd name="connsiteY23" fmla="*/ 82353 h 361333"/>
                <a:gd name="connsiteX24" fmla="*/ 56870 w 361674"/>
                <a:gd name="connsiteY24" fmla="*/ 195350 h 361333"/>
                <a:gd name="connsiteX25" fmla="*/ 97766 w 361674"/>
                <a:gd name="connsiteY25" fmla="*/ 151939 h 361333"/>
                <a:gd name="connsiteX26" fmla="*/ 123965 w 361674"/>
                <a:gd name="connsiteY26" fmla="*/ 151939 h 361333"/>
                <a:gd name="connsiteX27" fmla="*/ 164860 w 361674"/>
                <a:gd name="connsiteY27" fmla="*/ 195350 h 361333"/>
                <a:gd name="connsiteX28" fmla="*/ 164860 w 361674"/>
                <a:gd name="connsiteY28" fmla="*/ 203011 h 361333"/>
                <a:gd name="connsiteX29" fmla="*/ 158470 w 361674"/>
                <a:gd name="connsiteY29" fmla="*/ 209395 h 361333"/>
                <a:gd name="connsiteX30" fmla="*/ 152080 w 361674"/>
                <a:gd name="connsiteY30" fmla="*/ 203011 h 361333"/>
                <a:gd name="connsiteX31" fmla="*/ 152080 w 361674"/>
                <a:gd name="connsiteY31" fmla="*/ 195350 h 361333"/>
                <a:gd name="connsiteX32" fmla="*/ 123965 w 361674"/>
                <a:gd name="connsiteY32" fmla="*/ 164707 h 361333"/>
                <a:gd name="connsiteX33" fmla="*/ 97766 w 361674"/>
                <a:gd name="connsiteY33" fmla="*/ 164707 h 361333"/>
                <a:gd name="connsiteX34" fmla="*/ 69650 w 361674"/>
                <a:gd name="connsiteY34" fmla="*/ 195350 h 361333"/>
                <a:gd name="connsiteX35" fmla="*/ 69650 w 361674"/>
                <a:gd name="connsiteY35" fmla="*/ 203011 h 361333"/>
                <a:gd name="connsiteX36" fmla="*/ 63260 w 361674"/>
                <a:gd name="connsiteY36" fmla="*/ 209395 h 361333"/>
                <a:gd name="connsiteX37" fmla="*/ 56870 w 361674"/>
                <a:gd name="connsiteY37" fmla="*/ 203011 h 361333"/>
                <a:gd name="connsiteX38" fmla="*/ 56870 w 361674"/>
                <a:gd name="connsiteY38" fmla="*/ 195350 h 361333"/>
                <a:gd name="connsiteX39" fmla="*/ 181474 w 361674"/>
                <a:gd name="connsiteY39" fmla="*/ 294940 h 361333"/>
                <a:gd name="connsiteX40" fmla="*/ 155275 w 361674"/>
                <a:gd name="connsiteY40" fmla="*/ 268766 h 361333"/>
                <a:gd name="connsiteX41" fmla="*/ 181474 w 361674"/>
                <a:gd name="connsiteY41" fmla="*/ 242591 h 361333"/>
                <a:gd name="connsiteX42" fmla="*/ 207673 w 361674"/>
                <a:gd name="connsiteY42" fmla="*/ 268766 h 361333"/>
                <a:gd name="connsiteX43" fmla="*/ 181474 w 361674"/>
                <a:gd name="connsiteY43" fmla="*/ 294940 h 361333"/>
                <a:gd name="connsiteX44" fmla="*/ 315024 w 361674"/>
                <a:gd name="connsiteY44" fmla="*/ 231738 h 361333"/>
                <a:gd name="connsiteX45" fmla="*/ 47285 w 361674"/>
                <a:gd name="connsiteY45" fmla="*/ 231738 h 361333"/>
                <a:gd name="connsiteX46" fmla="*/ 40896 w 361674"/>
                <a:gd name="connsiteY46" fmla="*/ 225355 h 361333"/>
                <a:gd name="connsiteX47" fmla="*/ 47285 w 361674"/>
                <a:gd name="connsiteY47" fmla="*/ 218971 h 361333"/>
                <a:gd name="connsiteX48" fmla="*/ 315024 w 361674"/>
                <a:gd name="connsiteY48" fmla="*/ 218971 h 361333"/>
                <a:gd name="connsiteX49" fmla="*/ 321414 w 361674"/>
                <a:gd name="connsiteY49" fmla="*/ 225355 h 361333"/>
                <a:gd name="connsiteX50" fmla="*/ 315024 w 361674"/>
                <a:gd name="connsiteY50" fmla="*/ 23173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61674"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2309" y="80438"/>
                    <a:pt x="281157" y="0"/>
                    <a:pt x="180835" y="0"/>
                  </a:cubicBezTo>
                  <a:close/>
                  <a:moveTo>
                    <a:pt x="250485" y="82353"/>
                  </a:moveTo>
                  <a:cubicBezTo>
                    <a:pt x="267738" y="82353"/>
                    <a:pt x="281796" y="96398"/>
                    <a:pt x="281796" y="113635"/>
                  </a:cubicBezTo>
                  <a:cubicBezTo>
                    <a:pt x="281796" y="130872"/>
                    <a:pt x="267738" y="144916"/>
                    <a:pt x="250485" y="144916"/>
                  </a:cubicBezTo>
                  <a:cubicBezTo>
                    <a:pt x="233233" y="144916"/>
                    <a:pt x="219175" y="130872"/>
                    <a:pt x="219175" y="113635"/>
                  </a:cubicBezTo>
                  <a:cubicBezTo>
                    <a:pt x="219175" y="96398"/>
                    <a:pt x="233233" y="82353"/>
                    <a:pt x="250485" y="82353"/>
                  </a:cubicBezTo>
                  <a:close/>
                  <a:moveTo>
                    <a:pt x="196810" y="195350"/>
                  </a:moveTo>
                  <a:cubicBezTo>
                    <a:pt x="196810" y="171091"/>
                    <a:pt x="215341" y="151939"/>
                    <a:pt x="237706" y="151939"/>
                  </a:cubicBezTo>
                  <a:lnTo>
                    <a:pt x="263904" y="151939"/>
                  </a:lnTo>
                  <a:cubicBezTo>
                    <a:pt x="286269" y="151939"/>
                    <a:pt x="304800" y="171729"/>
                    <a:pt x="304800" y="195350"/>
                  </a:cubicBezTo>
                  <a:lnTo>
                    <a:pt x="304800" y="203011"/>
                  </a:lnTo>
                  <a:cubicBezTo>
                    <a:pt x="304800" y="206841"/>
                    <a:pt x="302244" y="209395"/>
                    <a:pt x="298410" y="209395"/>
                  </a:cubicBezTo>
                  <a:lnTo>
                    <a:pt x="203200" y="209395"/>
                  </a:lnTo>
                  <a:cubicBezTo>
                    <a:pt x="199366" y="209395"/>
                    <a:pt x="196810" y="206841"/>
                    <a:pt x="196810" y="203011"/>
                  </a:cubicBezTo>
                  <a:lnTo>
                    <a:pt x="196810" y="195350"/>
                  </a:lnTo>
                  <a:close/>
                  <a:moveTo>
                    <a:pt x="111185" y="82353"/>
                  </a:moveTo>
                  <a:cubicBezTo>
                    <a:pt x="128438" y="82353"/>
                    <a:pt x="142496" y="96398"/>
                    <a:pt x="142496" y="113635"/>
                  </a:cubicBezTo>
                  <a:cubicBezTo>
                    <a:pt x="142496" y="130872"/>
                    <a:pt x="128438" y="144916"/>
                    <a:pt x="111185" y="144916"/>
                  </a:cubicBezTo>
                  <a:cubicBezTo>
                    <a:pt x="93932" y="144916"/>
                    <a:pt x="79874" y="130872"/>
                    <a:pt x="79874" y="113635"/>
                  </a:cubicBezTo>
                  <a:cubicBezTo>
                    <a:pt x="79874" y="96398"/>
                    <a:pt x="93293" y="82353"/>
                    <a:pt x="111185" y="82353"/>
                  </a:cubicBezTo>
                  <a:close/>
                  <a:moveTo>
                    <a:pt x="56870" y="195350"/>
                  </a:moveTo>
                  <a:cubicBezTo>
                    <a:pt x="56870" y="171091"/>
                    <a:pt x="75401" y="151939"/>
                    <a:pt x="97766" y="151939"/>
                  </a:cubicBezTo>
                  <a:lnTo>
                    <a:pt x="123965" y="151939"/>
                  </a:lnTo>
                  <a:cubicBezTo>
                    <a:pt x="146330" y="151939"/>
                    <a:pt x="164860" y="171729"/>
                    <a:pt x="164860" y="195350"/>
                  </a:cubicBezTo>
                  <a:lnTo>
                    <a:pt x="164860" y="203011"/>
                  </a:lnTo>
                  <a:cubicBezTo>
                    <a:pt x="164860" y="206841"/>
                    <a:pt x="162304" y="209395"/>
                    <a:pt x="158470" y="209395"/>
                  </a:cubicBezTo>
                  <a:cubicBezTo>
                    <a:pt x="154636" y="209395"/>
                    <a:pt x="152080" y="206841"/>
                    <a:pt x="152080" y="203011"/>
                  </a:cubicBezTo>
                  <a:lnTo>
                    <a:pt x="152080" y="195350"/>
                  </a:lnTo>
                  <a:cubicBezTo>
                    <a:pt x="152080" y="178113"/>
                    <a:pt x="139301" y="164707"/>
                    <a:pt x="123965" y="164707"/>
                  </a:cubicBezTo>
                  <a:lnTo>
                    <a:pt x="97766" y="164707"/>
                  </a:lnTo>
                  <a:cubicBezTo>
                    <a:pt x="82430" y="164707"/>
                    <a:pt x="69650" y="178752"/>
                    <a:pt x="69650" y="195350"/>
                  </a:cubicBezTo>
                  <a:lnTo>
                    <a:pt x="69650" y="203011"/>
                  </a:lnTo>
                  <a:cubicBezTo>
                    <a:pt x="69650" y="206841"/>
                    <a:pt x="67094" y="209395"/>
                    <a:pt x="63260" y="209395"/>
                  </a:cubicBezTo>
                  <a:cubicBezTo>
                    <a:pt x="59426" y="209395"/>
                    <a:pt x="56870" y="206841"/>
                    <a:pt x="56870" y="203011"/>
                  </a:cubicBezTo>
                  <a:lnTo>
                    <a:pt x="56870" y="195350"/>
                  </a:lnTo>
                  <a:close/>
                  <a:moveTo>
                    <a:pt x="181474" y="294940"/>
                  </a:moveTo>
                  <a:cubicBezTo>
                    <a:pt x="167416" y="294940"/>
                    <a:pt x="155275" y="283449"/>
                    <a:pt x="155275" y="268766"/>
                  </a:cubicBezTo>
                  <a:cubicBezTo>
                    <a:pt x="155275" y="254721"/>
                    <a:pt x="166777" y="242591"/>
                    <a:pt x="181474" y="242591"/>
                  </a:cubicBezTo>
                  <a:cubicBezTo>
                    <a:pt x="195532" y="242591"/>
                    <a:pt x="207673" y="254082"/>
                    <a:pt x="207673" y="268766"/>
                  </a:cubicBezTo>
                  <a:cubicBezTo>
                    <a:pt x="207673" y="283449"/>
                    <a:pt x="196171" y="294940"/>
                    <a:pt x="181474" y="294940"/>
                  </a:cubicBezTo>
                  <a:close/>
                  <a:moveTo>
                    <a:pt x="315024" y="231738"/>
                  </a:moveTo>
                  <a:lnTo>
                    <a:pt x="47285" y="231738"/>
                  </a:lnTo>
                  <a:cubicBezTo>
                    <a:pt x="43451" y="231738"/>
                    <a:pt x="40896" y="229185"/>
                    <a:pt x="40896" y="225355"/>
                  </a:cubicBezTo>
                  <a:cubicBezTo>
                    <a:pt x="40896" y="221524"/>
                    <a:pt x="43451" y="218971"/>
                    <a:pt x="47285" y="218971"/>
                  </a:cubicBezTo>
                  <a:lnTo>
                    <a:pt x="315024" y="218971"/>
                  </a:lnTo>
                  <a:cubicBezTo>
                    <a:pt x="318858" y="218971"/>
                    <a:pt x="321414" y="221524"/>
                    <a:pt x="321414" y="225355"/>
                  </a:cubicBezTo>
                  <a:cubicBezTo>
                    <a:pt x="321414" y="229185"/>
                    <a:pt x="318858" y="231738"/>
                    <a:pt x="315024" y="231738"/>
                  </a:cubicBezTo>
                  <a:close/>
                </a:path>
              </a:pathLst>
            </a:custGeom>
            <a:solidFill>
              <a:srgbClr val="007CB0"/>
            </a:solidFill>
            <a:ln w="6390" cap="flat">
              <a:noFill/>
              <a:prstDash val="solid"/>
              <a:miter/>
            </a:ln>
          </p:spPr>
          <p:txBody>
            <a:bodyPr rtlCol="0" anchor="ctr"/>
            <a:lstStyle/>
            <a:p>
              <a:endParaRPr lang="en-US"/>
            </a:p>
          </p:txBody>
        </p:sp>
      </p:grpSp>
      <p:grpSp>
        <p:nvGrpSpPr>
          <p:cNvPr id="695" name="Graphic 4">
            <a:extLst>
              <a:ext uri="{FF2B5EF4-FFF2-40B4-BE49-F238E27FC236}">
                <a16:creationId xmlns:a16="http://schemas.microsoft.com/office/drawing/2014/main" id="{F7293391-3169-AF4B-A8EA-8DE55F7C32B4}"/>
              </a:ext>
            </a:extLst>
          </p:cNvPr>
          <p:cNvGrpSpPr/>
          <p:nvPr/>
        </p:nvGrpSpPr>
        <p:grpSpPr>
          <a:xfrm>
            <a:off x="905454" y="918179"/>
            <a:ext cx="361674" cy="361333"/>
            <a:chOff x="905454" y="918179"/>
            <a:chExt cx="361674" cy="361333"/>
          </a:xfrm>
          <a:solidFill>
            <a:srgbClr val="007CB0"/>
          </a:solidFill>
        </p:grpSpPr>
        <p:sp>
          <p:nvSpPr>
            <p:cNvPr id="696" name="Graphic 4">
              <a:extLst>
                <a:ext uri="{FF2B5EF4-FFF2-40B4-BE49-F238E27FC236}">
                  <a16:creationId xmlns:a16="http://schemas.microsoft.com/office/drawing/2014/main" id="{9D8754B9-87C3-714B-A637-E6B7E913F151}"/>
                </a:ext>
              </a:extLst>
            </p:cNvPr>
            <p:cNvSpPr/>
            <p:nvPr/>
          </p:nvSpPr>
          <p:spPr>
            <a:xfrm>
              <a:off x="905454" y="918179"/>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29399 w 361674"/>
                <a:gd name="connsiteY5" fmla="*/ 91291 h 361333"/>
                <a:gd name="connsiteX6" fmla="*/ 272211 w 361674"/>
                <a:gd name="connsiteY6" fmla="*/ 134064 h 361333"/>
                <a:gd name="connsiteX7" fmla="*/ 229399 w 361674"/>
                <a:gd name="connsiteY7" fmla="*/ 176836 h 361333"/>
                <a:gd name="connsiteX8" fmla="*/ 186586 w 361674"/>
                <a:gd name="connsiteY8" fmla="*/ 134064 h 361333"/>
                <a:gd name="connsiteX9" fmla="*/ 229399 w 361674"/>
                <a:gd name="connsiteY9" fmla="*/ 91291 h 361333"/>
                <a:gd name="connsiteX10" fmla="*/ 130355 w 361674"/>
                <a:gd name="connsiteY10" fmla="*/ 91291 h 361333"/>
                <a:gd name="connsiteX11" fmla="*/ 173167 w 361674"/>
                <a:gd name="connsiteY11" fmla="*/ 134064 h 361333"/>
                <a:gd name="connsiteX12" fmla="*/ 130355 w 361674"/>
                <a:gd name="connsiteY12" fmla="*/ 176836 h 361333"/>
                <a:gd name="connsiteX13" fmla="*/ 87542 w 361674"/>
                <a:gd name="connsiteY13" fmla="*/ 134064 h 361333"/>
                <a:gd name="connsiteX14" fmla="*/ 130355 w 361674"/>
                <a:gd name="connsiteY14" fmla="*/ 91291 h 361333"/>
                <a:gd name="connsiteX15" fmla="*/ 305439 w 361674"/>
                <a:gd name="connsiteY15" fmla="*/ 253444 h 361333"/>
                <a:gd name="connsiteX16" fmla="*/ 299049 w 361674"/>
                <a:gd name="connsiteY16" fmla="*/ 259828 h 361333"/>
                <a:gd name="connsiteX17" fmla="*/ 160387 w 361674"/>
                <a:gd name="connsiteY17" fmla="*/ 259828 h 361333"/>
                <a:gd name="connsiteX18" fmla="*/ 153998 w 361674"/>
                <a:gd name="connsiteY18" fmla="*/ 253444 h 361333"/>
                <a:gd name="connsiteX19" fmla="*/ 153998 w 361674"/>
                <a:gd name="connsiteY19" fmla="*/ 241953 h 361333"/>
                <a:gd name="connsiteX20" fmla="*/ 170611 w 361674"/>
                <a:gd name="connsiteY20" fmla="*/ 199180 h 361333"/>
                <a:gd name="connsiteX21" fmla="*/ 149525 w 361674"/>
                <a:gd name="connsiteY21" fmla="*/ 194711 h 361333"/>
                <a:gd name="connsiteX22" fmla="*/ 111185 w 361674"/>
                <a:gd name="connsiteY22" fmla="*/ 194711 h 361333"/>
                <a:gd name="connsiteX23" fmla="*/ 67733 w 361674"/>
                <a:gd name="connsiteY23" fmla="*/ 236846 h 361333"/>
                <a:gd name="connsiteX24" fmla="*/ 67733 w 361674"/>
                <a:gd name="connsiteY24" fmla="*/ 254083 h 361333"/>
                <a:gd name="connsiteX25" fmla="*/ 61343 w 361674"/>
                <a:gd name="connsiteY25" fmla="*/ 260467 h 361333"/>
                <a:gd name="connsiteX26" fmla="*/ 54954 w 361674"/>
                <a:gd name="connsiteY26" fmla="*/ 254083 h 361333"/>
                <a:gd name="connsiteX27" fmla="*/ 54954 w 361674"/>
                <a:gd name="connsiteY27" fmla="*/ 236846 h 361333"/>
                <a:gd name="connsiteX28" fmla="*/ 111185 w 361674"/>
                <a:gd name="connsiteY28" fmla="*/ 181944 h 361333"/>
                <a:gd name="connsiteX29" fmla="*/ 149525 w 361674"/>
                <a:gd name="connsiteY29" fmla="*/ 181944 h 361333"/>
                <a:gd name="connsiteX30" fmla="*/ 180835 w 361674"/>
                <a:gd name="connsiteY30" fmla="*/ 190881 h 361333"/>
                <a:gd name="connsiteX31" fmla="*/ 210229 w 361674"/>
                <a:gd name="connsiteY31" fmla="*/ 181944 h 361333"/>
                <a:gd name="connsiteX32" fmla="*/ 248569 w 361674"/>
                <a:gd name="connsiteY32" fmla="*/ 181944 h 361333"/>
                <a:gd name="connsiteX33" fmla="*/ 304800 w 361674"/>
                <a:gd name="connsiteY33" fmla="*/ 242591 h 361333"/>
                <a:gd name="connsiteX34" fmla="*/ 304800 w 361674"/>
                <a:gd name="connsiteY34" fmla="*/ 25344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1674"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09" y="81077"/>
                    <a:pt x="281157" y="0"/>
                    <a:pt x="180835" y="0"/>
                  </a:cubicBezTo>
                  <a:close/>
                  <a:moveTo>
                    <a:pt x="229399" y="91291"/>
                  </a:moveTo>
                  <a:cubicBezTo>
                    <a:pt x="253042" y="91291"/>
                    <a:pt x="272211" y="110443"/>
                    <a:pt x="272211" y="134064"/>
                  </a:cubicBezTo>
                  <a:cubicBezTo>
                    <a:pt x="272211" y="157684"/>
                    <a:pt x="253042" y="176836"/>
                    <a:pt x="229399" y="176836"/>
                  </a:cubicBezTo>
                  <a:cubicBezTo>
                    <a:pt x="205756" y="176836"/>
                    <a:pt x="186586" y="157684"/>
                    <a:pt x="186586" y="134064"/>
                  </a:cubicBezTo>
                  <a:cubicBezTo>
                    <a:pt x="186586" y="111081"/>
                    <a:pt x="205756" y="91291"/>
                    <a:pt x="229399" y="91291"/>
                  </a:cubicBezTo>
                  <a:close/>
                  <a:moveTo>
                    <a:pt x="130355" y="91291"/>
                  </a:moveTo>
                  <a:cubicBezTo>
                    <a:pt x="153998" y="91291"/>
                    <a:pt x="173167" y="110443"/>
                    <a:pt x="173167" y="134064"/>
                  </a:cubicBezTo>
                  <a:cubicBezTo>
                    <a:pt x="173167" y="157684"/>
                    <a:pt x="153998" y="176836"/>
                    <a:pt x="130355" y="176836"/>
                  </a:cubicBezTo>
                  <a:cubicBezTo>
                    <a:pt x="106712" y="176836"/>
                    <a:pt x="87542" y="157684"/>
                    <a:pt x="87542" y="134064"/>
                  </a:cubicBezTo>
                  <a:cubicBezTo>
                    <a:pt x="87542" y="111081"/>
                    <a:pt x="106712" y="91291"/>
                    <a:pt x="130355" y="91291"/>
                  </a:cubicBezTo>
                  <a:close/>
                  <a:moveTo>
                    <a:pt x="305439" y="253444"/>
                  </a:moveTo>
                  <a:cubicBezTo>
                    <a:pt x="305439" y="257275"/>
                    <a:pt x="302883" y="259828"/>
                    <a:pt x="299049" y="259828"/>
                  </a:cubicBezTo>
                  <a:lnTo>
                    <a:pt x="160387" y="259828"/>
                  </a:lnTo>
                  <a:cubicBezTo>
                    <a:pt x="156553" y="259828"/>
                    <a:pt x="153998" y="257275"/>
                    <a:pt x="153998" y="253444"/>
                  </a:cubicBezTo>
                  <a:lnTo>
                    <a:pt x="153998" y="241953"/>
                  </a:lnTo>
                  <a:cubicBezTo>
                    <a:pt x="153998" y="225355"/>
                    <a:pt x="160387" y="210033"/>
                    <a:pt x="170611" y="199180"/>
                  </a:cubicBezTo>
                  <a:cubicBezTo>
                    <a:pt x="164221" y="195988"/>
                    <a:pt x="157192" y="194711"/>
                    <a:pt x="149525" y="194711"/>
                  </a:cubicBezTo>
                  <a:lnTo>
                    <a:pt x="111185" y="194711"/>
                  </a:lnTo>
                  <a:cubicBezTo>
                    <a:pt x="84347" y="194711"/>
                    <a:pt x="67733" y="211310"/>
                    <a:pt x="67733" y="236846"/>
                  </a:cubicBezTo>
                  <a:lnTo>
                    <a:pt x="67733" y="254083"/>
                  </a:lnTo>
                  <a:cubicBezTo>
                    <a:pt x="67733" y="257913"/>
                    <a:pt x="65177" y="260467"/>
                    <a:pt x="61343" y="260467"/>
                  </a:cubicBezTo>
                  <a:cubicBezTo>
                    <a:pt x="57509" y="260467"/>
                    <a:pt x="54954" y="257913"/>
                    <a:pt x="54954" y="254083"/>
                  </a:cubicBezTo>
                  <a:lnTo>
                    <a:pt x="54954" y="236846"/>
                  </a:lnTo>
                  <a:cubicBezTo>
                    <a:pt x="54954" y="204287"/>
                    <a:pt x="77957" y="181944"/>
                    <a:pt x="111185" y="181944"/>
                  </a:cubicBezTo>
                  <a:lnTo>
                    <a:pt x="149525" y="181944"/>
                  </a:lnTo>
                  <a:cubicBezTo>
                    <a:pt x="161665" y="181944"/>
                    <a:pt x="171889" y="185135"/>
                    <a:pt x="180835" y="190881"/>
                  </a:cubicBezTo>
                  <a:cubicBezTo>
                    <a:pt x="189142" y="185135"/>
                    <a:pt x="199366" y="181944"/>
                    <a:pt x="210229" y="181944"/>
                  </a:cubicBezTo>
                  <a:lnTo>
                    <a:pt x="248569" y="181944"/>
                  </a:lnTo>
                  <a:cubicBezTo>
                    <a:pt x="279879" y="181944"/>
                    <a:pt x="304800" y="208756"/>
                    <a:pt x="304800" y="242591"/>
                  </a:cubicBezTo>
                  <a:lnTo>
                    <a:pt x="304800" y="253444"/>
                  </a:lnTo>
                  <a:close/>
                </a:path>
              </a:pathLst>
            </a:custGeom>
            <a:solidFill>
              <a:srgbClr val="007CB0"/>
            </a:solidFill>
            <a:ln w="6390" cap="flat">
              <a:noFill/>
              <a:prstDash val="solid"/>
              <a:miter/>
            </a:ln>
          </p:spPr>
          <p:txBody>
            <a:bodyPr rtlCol="0" anchor="ctr"/>
            <a:lstStyle/>
            <a:p>
              <a:endParaRPr lang="en-US"/>
            </a:p>
          </p:txBody>
        </p:sp>
        <p:sp>
          <p:nvSpPr>
            <p:cNvPr id="697" name="Graphic 4">
              <a:extLst>
                <a:ext uri="{FF2B5EF4-FFF2-40B4-BE49-F238E27FC236}">
                  <a16:creationId xmlns:a16="http://schemas.microsoft.com/office/drawing/2014/main" id="{8305659A-2885-8346-915B-6A30E5AD017F}"/>
                </a:ext>
              </a:extLst>
            </p:cNvPr>
            <p:cNvSpPr/>
            <p:nvPr/>
          </p:nvSpPr>
          <p:spPr>
            <a:xfrm>
              <a:off x="1005776" y="1022876"/>
              <a:ext cx="60065" cy="60009"/>
            </a:xfrm>
            <a:custGeom>
              <a:avLst/>
              <a:gdLst>
                <a:gd name="connsiteX0" fmla="*/ 30033 w 60065"/>
                <a:gd name="connsiteY0" fmla="*/ 60009 h 60009"/>
                <a:gd name="connsiteX1" fmla="*/ 60065 w 60065"/>
                <a:gd name="connsiteY1" fmla="*/ 30005 h 60009"/>
                <a:gd name="connsiteX2" fmla="*/ 30033 w 60065"/>
                <a:gd name="connsiteY2" fmla="*/ 0 h 60009"/>
                <a:gd name="connsiteX3" fmla="*/ 0 w 60065"/>
                <a:gd name="connsiteY3" fmla="*/ 30005 h 60009"/>
                <a:gd name="connsiteX4" fmla="*/ 30033 w 60065"/>
                <a:gd name="connsiteY4" fmla="*/ 60009 h 60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65" h="60009">
                  <a:moveTo>
                    <a:pt x="30033" y="60009"/>
                  </a:moveTo>
                  <a:cubicBezTo>
                    <a:pt x="46647" y="60009"/>
                    <a:pt x="60065" y="46603"/>
                    <a:pt x="60065" y="30005"/>
                  </a:cubicBezTo>
                  <a:cubicBezTo>
                    <a:pt x="60065" y="13406"/>
                    <a:pt x="46647" y="0"/>
                    <a:pt x="30033" y="0"/>
                  </a:cubicBezTo>
                  <a:cubicBezTo>
                    <a:pt x="13419" y="0"/>
                    <a:pt x="0" y="13406"/>
                    <a:pt x="0" y="30005"/>
                  </a:cubicBezTo>
                  <a:cubicBezTo>
                    <a:pt x="0" y="46603"/>
                    <a:pt x="13419" y="60009"/>
                    <a:pt x="30033" y="60009"/>
                  </a:cubicBezTo>
                  <a:close/>
                </a:path>
              </a:pathLst>
            </a:custGeom>
            <a:solidFill>
              <a:srgbClr val="007CB0"/>
            </a:solidFill>
            <a:ln w="6390" cap="flat">
              <a:noFill/>
              <a:prstDash val="solid"/>
              <a:miter/>
            </a:ln>
          </p:spPr>
          <p:txBody>
            <a:bodyPr rtlCol="0" anchor="ctr"/>
            <a:lstStyle/>
            <a:p>
              <a:endParaRPr lang="en-US"/>
            </a:p>
          </p:txBody>
        </p:sp>
      </p:grpSp>
      <p:sp>
        <p:nvSpPr>
          <p:cNvPr id="698" name="Graphic 4">
            <a:extLst>
              <a:ext uri="{FF2B5EF4-FFF2-40B4-BE49-F238E27FC236}">
                <a16:creationId xmlns:a16="http://schemas.microsoft.com/office/drawing/2014/main" id="{2EAF98F3-CCB1-C443-B80E-840CB9C3B6CC}"/>
              </a:ext>
            </a:extLst>
          </p:cNvPr>
          <p:cNvSpPr/>
          <p:nvPr/>
        </p:nvSpPr>
        <p:spPr>
          <a:xfrm>
            <a:off x="1952764" y="918179"/>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304800 w 361674"/>
              <a:gd name="connsiteY5" fmla="*/ 173644 h 361333"/>
              <a:gd name="connsiteX6" fmla="*/ 297132 w 361674"/>
              <a:gd name="connsiteY6" fmla="*/ 192796 h 361333"/>
              <a:gd name="connsiteX7" fmla="*/ 289464 w 361674"/>
              <a:gd name="connsiteY7" fmla="*/ 217694 h 361333"/>
              <a:gd name="connsiteX8" fmla="*/ 293937 w 361674"/>
              <a:gd name="connsiteY8" fmla="*/ 280257 h 361333"/>
              <a:gd name="connsiteX9" fmla="*/ 292659 w 361674"/>
              <a:gd name="connsiteY9" fmla="*/ 284726 h 361333"/>
              <a:gd name="connsiteX10" fmla="*/ 288186 w 361674"/>
              <a:gd name="connsiteY10" fmla="*/ 286641 h 361333"/>
              <a:gd name="connsiteX11" fmla="*/ 207034 w 361674"/>
              <a:gd name="connsiteY11" fmla="*/ 286641 h 361333"/>
              <a:gd name="connsiteX12" fmla="*/ 201283 w 361674"/>
              <a:gd name="connsiteY12" fmla="*/ 281534 h 361333"/>
              <a:gd name="connsiteX13" fmla="*/ 200005 w 361674"/>
              <a:gd name="connsiteY13" fmla="*/ 270042 h 361333"/>
              <a:gd name="connsiteX14" fmla="*/ 199366 w 361674"/>
              <a:gd name="connsiteY14" fmla="*/ 261743 h 361333"/>
              <a:gd name="connsiteX15" fmla="*/ 199366 w 361674"/>
              <a:gd name="connsiteY15" fmla="*/ 258551 h 361333"/>
              <a:gd name="connsiteX16" fmla="*/ 166138 w 361674"/>
              <a:gd name="connsiteY16" fmla="*/ 260467 h 361333"/>
              <a:gd name="connsiteX17" fmla="*/ 154636 w 361674"/>
              <a:gd name="connsiteY17" fmla="*/ 250891 h 361333"/>
              <a:gd name="connsiteX18" fmla="*/ 153358 w 361674"/>
              <a:gd name="connsiteY18" fmla="*/ 237484 h 361333"/>
              <a:gd name="connsiteX19" fmla="*/ 150803 w 361674"/>
              <a:gd name="connsiteY19" fmla="*/ 235569 h 361333"/>
              <a:gd name="connsiteX20" fmla="*/ 148246 w 361674"/>
              <a:gd name="connsiteY20" fmla="*/ 229185 h 361333"/>
              <a:gd name="connsiteX21" fmla="*/ 149524 w 361674"/>
              <a:gd name="connsiteY21" fmla="*/ 225355 h 361333"/>
              <a:gd name="connsiteX22" fmla="*/ 146969 w 361674"/>
              <a:gd name="connsiteY22" fmla="*/ 221524 h 361333"/>
              <a:gd name="connsiteX23" fmla="*/ 148246 w 361674"/>
              <a:gd name="connsiteY23" fmla="*/ 213863 h 361333"/>
              <a:gd name="connsiteX24" fmla="*/ 150164 w 361674"/>
              <a:gd name="connsiteY24" fmla="*/ 211310 h 361333"/>
              <a:gd name="connsiteX25" fmla="*/ 146969 w 361674"/>
              <a:gd name="connsiteY25" fmla="*/ 210671 h 361333"/>
              <a:gd name="connsiteX26" fmla="*/ 143135 w 361674"/>
              <a:gd name="connsiteY26" fmla="*/ 210033 h 361333"/>
              <a:gd name="connsiteX27" fmla="*/ 134828 w 361674"/>
              <a:gd name="connsiteY27" fmla="*/ 203011 h 361333"/>
              <a:gd name="connsiteX28" fmla="*/ 134828 w 361674"/>
              <a:gd name="connsiteY28" fmla="*/ 192158 h 361333"/>
              <a:gd name="connsiteX29" fmla="*/ 135467 w 361674"/>
              <a:gd name="connsiteY29" fmla="*/ 190881 h 361333"/>
              <a:gd name="connsiteX30" fmla="*/ 151441 w 361674"/>
              <a:gd name="connsiteY30" fmla="*/ 171091 h 361333"/>
              <a:gd name="connsiteX31" fmla="*/ 150803 w 361674"/>
              <a:gd name="connsiteY31" fmla="*/ 168537 h 361333"/>
              <a:gd name="connsiteX32" fmla="*/ 147608 w 361674"/>
              <a:gd name="connsiteY32" fmla="*/ 144916 h 361333"/>
              <a:gd name="connsiteX33" fmla="*/ 147608 w 361674"/>
              <a:gd name="connsiteY33" fmla="*/ 144278 h 361333"/>
              <a:gd name="connsiteX34" fmla="*/ 178918 w 361674"/>
              <a:gd name="connsiteY34" fmla="*/ 90653 h 361333"/>
              <a:gd name="connsiteX35" fmla="*/ 161665 w 361674"/>
              <a:gd name="connsiteY35" fmla="*/ 84907 h 361333"/>
              <a:gd name="connsiteX36" fmla="*/ 77957 w 361674"/>
              <a:gd name="connsiteY36" fmla="*/ 146193 h 361333"/>
              <a:gd name="connsiteX37" fmla="*/ 77957 w 361674"/>
              <a:gd name="connsiteY37" fmla="*/ 147470 h 361333"/>
              <a:gd name="connsiteX38" fmla="*/ 79874 w 361674"/>
              <a:gd name="connsiteY38" fmla="*/ 163430 h 361333"/>
              <a:gd name="connsiteX39" fmla="*/ 81791 w 361674"/>
              <a:gd name="connsiteY39" fmla="*/ 171091 h 361333"/>
              <a:gd name="connsiteX40" fmla="*/ 79235 w 361674"/>
              <a:gd name="connsiteY40" fmla="*/ 178113 h 361333"/>
              <a:gd name="connsiteX41" fmla="*/ 63899 w 361674"/>
              <a:gd name="connsiteY41" fmla="*/ 197265 h 361333"/>
              <a:gd name="connsiteX42" fmla="*/ 65177 w 361674"/>
              <a:gd name="connsiteY42" fmla="*/ 199180 h 361333"/>
              <a:gd name="connsiteX43" fmla="*/ 69011 w 361674"/>
              <a:gd name="connsiteY43" fmla="*/ 199819 h 361333"/>
              <a:gd name="connsiteX44" fmla="*/ 75401 w 361674"/>
              <a:gd name="connsiteY44" fmla="*/ 201095 h 361333"/>
              <a:gd name="connsiteX45" fmla="*/ 80513 w 361674"/>
              <a:gd name="connsiteY45" fmla="*/ 204287 h 361333"/>
              <a:gd name="connsiteX46" fmla="*/ 81791 w 361674"/>
              <a:gd name="connsiteY46" fmla="*/ 210033 h 361333"/>
              <a:gd name="connsiteX47" fmla="*/ 81791 w 361674"/>
              <a:gd name="connsiteY47" fmla="*/ 210033 h 361333"/>
              <a:gd name="connsiteX48" fmla="*/ 81791 w 361674"/>
              <a:gd name="connsiteY48" fmla="*/ 210033 h 361333"/>
              <a:gd name="connsiteX49" fmla="*/ 81791 w 361674"/>
              <a:gd name="connsiteY49" fmla="*/ 210033 h 361333"/>
              <a:gd name="connsiteX50" fmla="*/ 81791 w 361674"/>
              <a:gd name="connsiteY50" fmla="*/ 210671 h 361333"/>
              <a:gd name="connsiteX51" fmla="*/ 79874 w 361674"/>
              <a:gd name="connsiteY51" fmla="*/ 218332 h 361333"/>
              <a:gd name="connsiteX52" fmla="*/ 79235 w 361674"/>
              <a:gd name="connsiteY52" fmla="*/ 219609 h 361333"/>
              <a:gd name="connsiteX53" fmla="*/ 80513 w 361674"/>
              <a:gd name="connsiteY53" fmla="*/ 220247 h 361333"/>
              <a:gd name="connsiteX54" fmla="*/ 83708 w 361674"/>
              <a:gd name="connsiteY54" fmla="*/ 224078 h 361333"/>
              <a:gd name="connsiteX55" fmla="*/ 82430 w 361674"/>
              <a:gd name="connsiteY55" fmla="*/ 229185 h 361333"/>
              <a:gd name="connsiteX56" fmla="*/ 81791 w 361674"/>
              <a:gd name="connsiteY56" fmla="*/ 229823 h 361333"/>
              <a:gd name="connsiteX57" fmla="*/ 81791 w 361674"/>
              <a:gd name="connsiteY57" fmla="*/ 229823 h 361333"/>
              <a:gd name="connsiteX58" fmla="*/ 81791 w 361674"/>
              <a:gd name="connsiteY58" fmla="*/ 229823 h 361333"/>
              <a:gd name="connsiteX59" fmla="*/ 84986 w 361674"/>
              <a:gd name="connsiteY59" fmla="*/ 241953 h 361333"/>
              <a:gd name="connsiteX60" fmla="*/ 85625 w 361674"/>
              <a:gd name="connsiteY60" fmla="*/ 247060 h 361333"/>
              <a:gd name="connsiteX61" fmla="*/ 90098 w 361674"/>
              <a:gd name="connsiteY61" fmla="*/ 250891 h 361333"/>
              <a:gd name="connsiteX62" fmla="*/ 125882 w 361674"/>
              <a:gd name="connsiteY62" fmla="*/ 247060 h 361333"/>
              <a:gd name="connsiteX63" fmla="*/ 130994 w 361674"/>
              <a:gd name="connsiteY63" fmla="*/ 247699 h 361333"/>
              <a:gd name="connsiteX64" fmla="*/ 133550 w 361674"/>
              <a:gd name="connsiteY64" fmla="*/ 252167 h 361333"/>
              <a:gd name="connsiteX65" fmla="*/ 134189 w 361674"/>
              <a:gd name="connsiteY65" fmla="*/ 281534 h 361333"/>
              <a:gd name="connsiteX66" fmla="*/ 129077 w 361674"/>
              <a:gd name="connsiteY66" fmla="*/ 287279 h 361333"/>
              <a:gd name="connsiteX67" fmla="*/ 123326 w 361674"/>
              <a:gd name="connsiteY67" fmla="*/ 282172 h 361333"/>
              <a:gd name="connsiteX68" fmla="*/ 122687 w 361674"/>
              <a:gd name="connsiteY68" fmla="*/ 259828 h 361333"/>
              <a:gd name="connsiteX69" fmla="*/ 87542 w 361674"/>
              <a:gd name="connsiteY69" fmla="*/ 262382 h 361333"/>
              <a:gd name="connsiteX70" fmla="*/ 76040 w 361674"/>
              <a:gd name="connsiteY70" fmla="*/ 252806 h 361333"/>
              <a:gd name="connsiteX71" fmla="*/ 74762 w 361674"/>
              <a:gd name="connsiteY71" fmla="*/ 239399 h 361333"/>
              <a:gd name="connsiteX72" fmla="*/ 72206 w 361674"/>
              <a:gd name="connsiteY72" fmla="*/ 237484 h 361333"/>
              <a:gd name="connsiteX73" fmla="*/ 69650 w 361674"/>
              <a:gd name="connsiteY73" fmla="*/ 231100 h 361333"/>
              <a:gd name="connsiteX74" fmla="*/ 70928 w 361674"/>
              <a:gd name="connsiteY74" fmla="*/ 227270 h 361333"/>
              <a:gd name="connsiteX75" fmla="*/ 68372 w 361674"/>
              <a:gd name="connsiteY75" fmla="*/ 223439 h 361333"/>
              <a:gd name="connsiteX76" fmla="*/ 69650 w 361674"/>
              <a:gd name="connsiteY76" fmla="*/ 215779 h 361333"/>
              <a:gd name="connsiteX77" fmla="*/ 71567 w 361674"/>
              <a:gd name="connsiteY77" fmla="*/ 213225 h 361333"/>
              <a:gd name="connsiteX78" fmla="*/ 68372 w 361674"/>
              <a:gd name="connsiteY78" fmla="*/ 212587 h 361333"/>
              <a:gd name="connsiteX79" fmla="*/ 64538 w 361674"/>
              <a:gd name="connsiteY79" fmla="*/ 211948 h 361333"/>
              <a:gd name="connsiteX80" fmla="*/ 56231 w 361674"/>
              <a:gd name="connsiteY80" fmla="*/ 204926 h 361333"/>
              <a:gd name="connsiteX81" fmla="*/ 56231 w 361674"/>
              <a:gd name="connsiteY81" fmla="*/ 194073 h 361333"/>
              <a:gd name="connsiteX82" fmla="*/ 56870 w 361674"/>
              <a:gd name="connsiteY82" fmla="*/ 192796 h 361333"/>
              <a:gd name="connsiteX83" fmla="*/ 72845 w 361674"/>
              <a:gd name="connsiteY83" fmla="*/ 173006 h 361333"/>
              <a:gd name="connsiteX84" fmla="*/ 72206 w 361674"/>
              <a:gd name="connsiteY84" fmla="*/ 170452 h 361333"/>
              <a:gd name="connsiteX85" fmla="*/ 69011 w 361674"/>
              <a:gd name="connsiteY85" fmla="*/ 146832 h 361333"/>
              <a:gd name="connsiteX86" fmla="*/ 69011 w 361674"/>
              <a:gd name="connsiteY86" fmla="*/ 146193 h 361333"/>
              <a:gd name="connsiteX87" fmla="*/ 166138 w 361674"/>
              <a:gd name="connsiteY87" fmla="*/ 75969 h 361333"/>
              <a:gd name="connsiteX88" fmla="*/ 191698 w 361674"/>
              <a:gd name="connsiteY88" fmla="*/ 85545 h 361333"/>
              <a:gd name="connsiteX89" fmla="*/ 246652 w 361674"/>
              <a:gd name="connsiteY89" fmla="*/ 75969 h 361333"/>
              <a:gd name="connsiteX90" fmla="*/ 304800 w 361674"/>
              <a:gd name="connsiteY90" fmla="*/ 17364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361674"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09" y="81077"/>
                  <a:pt x="281157" y="0"/>
                  <a:pt x="180835" y="0"/>
                </a:cubicBezTo>
                <a:close/>
                <a:moveTo>
                  <a:pt x="304800" y="173644"/>
                </a:moveTo>
                <a:cubicBezTo>
                  <a:pt x="303522" y="181305"/>
                  <a:pt x="300327" y="187051"/>
                  <a:pt x="297132" y="192796"/>
                </a:cubicBezTo>
                <a:cubicBezTo>
                  <a:pt x="293298" y="199819"/>
                  <a:pt x="289464" y="206841"/>
                  <a:pt x="289464" y="217694"/>
                </a:cubicBezTo>
                <a:cubicBezTo>
                  <a:pt x="289464" y="243868"/>
                  <a:pt x="293937" y="280257"/>
                  <a:pt x="293937" y="280257"/>
                </a:cubicBezTo>
                <a:cubicBezTo>
                  <a:pt x="293937" y="281534"/>
                  <a:pt x="293937" y="283449"/>
                  <a:pt x="292659" y="284726"/>
                </a:cubicBezTo>
                <a:cubicBezTo>
                  <a:pt x="291381" y="286002"/>
                  <a:pt x="290103" y="286641"/>
                  <a:pt x="288186" y="286641"/>
                </a:cubicBezTo>
                <a:lnTo>
                  <a:pt x="207034" y="286641"/>
                </a:lnTo>
                <a:cubicBezTo>
                  <a:pt x="204478" y="286641"/>
                  <a:pt x="201922" y="284726"/>
                  <a:pt x="201283" y="281534"/>
                </a:cubicBezTo>
                <a:lnTo>
                  <a:pt x="200005" y="270042"/>
                </a:lnTo>
                <a:cubicBezTo>
                  <a:pt x="200005" y="267489"/>
                  <a:pt x="199366" y="264935"/>
                  <a:pt x="199366" y="261743"/>
                </a:cubicBezTo>
                <a:lnTo>
                  <a:pt x="199366" y="258551"/>
                </a:lnTo>
                <a:cubicBezTo>
                  <a:pt x="190420" y="260467"/>
                  <a:pt x="175723" y="263020"/>
                  <a:pt x="166138" y="260467"/>
                </a:cubicBezTo>
                <a:cubicBezTo>
                  <a:pt x="159109" y="258551"/>
                  <a:pt x="155914" y="254083"/>
                  <a:pt x="154636" y="250891"/>
                </a:cubicBezTo>
                <a:cubicBezTo>
                  <a:pt x="152719" y="246422"/>
                  <a:pt x="152080" y="241315"/>
                  <a:pt x="153358" y="237484"/>
                </a:cubicBezTo>
                <a:lnTo>
                  <a:pt x="150803" y="235569"/>
                </a:lnTo>
                <a:cubicBezTo>
                  <a:pt x="148885" y="234292"/>
                  <a:pt x="147608" y="231739"/>
                  <a:pt x="148246" y="229185"/>
                </a:cubicBezTo>
                <a:cubicBezTo>
                  <a:pt x="148246" y="227908"/>
                  <a:pt x="148885" y="225993"/>
                  <a:pt x="149524" y="225355"/>
                </a:cubicBezTo>
                <a:cubicBezTo>
                  <a:pt x="148246" y="224078"/>
                  <a:pt x="147608" y="222801"/>
                  <a:pt x="146969" y="221524"/>
                </a:cubicBezTo>
                <a:cubicBezTo>
                  <a:pt x="145690" y="218971"/>
                  <a:pt x="146330" y="215779"/>
                  <a:pt x="148246" y="213863"/>
                </a:cubicBezTo>
                <a:lnTo>
                  <a:pt x="150164" y="211310"/>
                </a:lnTo>
                <a:cubicBezTo>
                  <a:pt x="148885" y="211310"/>
                  <a:pt x="148246" y="210671"/>
                  <a:pt x="146969" y="210671"/>
                </a:cubicBezTo>
                <a:cubicBezTo>
                  <a:pt x="145690" y="210671"/>
                  <a:pt x="144413" y="210033"/>
                  <a:pt x="143135" y="210033"/>
                </a:cubicBezTo>
                <a:cubicBezTo>
                  <a:pt x="139301" y="209395"/>
                  <a:pt x="136106" y="206841"/>
                  <a:pt x="134828" y="203011"/>
                </a:cubicBezTo>
                <a:cubicBezTo>
                  <a:pt x="132911" y="199180"/>
                  <a:pt x="132911" y="195350"/>
                  <a:pt x="134828" y="192158"/>
                </a:cubicBezTo>
                <a:cubicBezTo>
                  <a:pt x="134828" y="191519"/>
                  <a:pt x="135467" y="191519"/>
                  <a:pt x="135467" y="190881"/>
                </a:cubicBezTo>
                <a:lnTo>
                  <a:pt x="151441" y="171091"/>
                </a:lnTo>
                <a:cubicBezTo>
                  <a:pt x="151441" y="169814"/>
                  <a:pt x="151441" y="169176"/>
                  <a:pt x="150803" y="168537"/>
                </a:cubicBezTo>
                <a:cubicBezTo>
                  <a:pt x="145051" y="157684"/>
                  <a:pt x="146330" y="149385"/>
                  <a:pt x="147608" y="144916"/>
                </a:cubicBezTo>
                <a:lnTo>
                  <a:pt x="147608" y="144278"/>
                </a:lnTo>
                <a:cubicBezTo>
                  <a:pt x="152080" y="120657"/>
                  <a:pt x="164221" y="102782"/>
                  <a:pt x="178918" y="90653"/>
                </a:cubicBezTo>
                <a:cubicBezTo>
                  <a:pt x="173167" y="88099"/>
                  <a:pt x="167416" y="86184"/>
                  <a:pt x="161665" y="84907"/>
                </a:cubicBezTo>
                <a:cubicBezTo>
                  <a:pt x="127799" y="79161"/>
                  <a:pt x="86903" y="98313"/>
                  <a:pt x="77957" y="146193"/>
                </a:cubicBezTo>
                <a:lnTo>
                  <a:pt x="77957" y="147470"/>
                </a:lnTo>
                <a:cubicBezTo>
                  <a:pt x="77318" y="151300"/>
                  <a:pt x="76040" y="156408"/>
                  <a:pt x="79874" y="163430"/>
                </a:cubicBezTo>
                <a:cubicBezTo>
                  <a:pt x="81152" y="165984"/>
                  <a:pt x="81791" y="168537"/>
                  <a:pt x="81791" y="171091"/>
                </a:cubicBezTo>
                <a:cubicBezTo>
                  <a:pt x="81791" y="173644"/>
                  <a:pt x="81152" y="176198"/>
                  <a:pt x="79235" y="178113"/>
                </a:cubicBezTo>
                <a:lnTo>
                  <a:pt x="63899" y="197265"/>
                </a:lnTo>
                <a:cubicBezTo>
                  <a:pt x="63899" y="197903"/>
                  <a:pt x="64538" y="199180"/>
                  <a:pt x="65177" y="199180"/>
                </a:cubicBezTo>
                <a:cubicBezTo>
                  <a:pt x="65816" y="199180"/>
                  <a:pt x="67094" y="199819"/>
                  <a:pt x="69011" y="199819"/>
                </a:cubicBezTo>
                <a:cubicBezTo>
                  <a:pt x="70928" y="200457"/>
                  <a:pt x="73484" y="200457"/>
                  <a:pt x="75401" y="201095"/>
                </a:cubicBezTo>
                <a:cubicBezTo>
                  <a:pt x="77318" y="201095"/>
                  <a:pt x="79235" y="202372"/>
                  <a:pt x="80513" y="204287"/>
                </a:cubicBezTo>
                <a:cubicBezTo>
                  <a:pt x="81791" y="205564"/>
                  <a:pt x="82430" y="208118"/>
                  <a:pt x="81791" y="210033"/>
                </a:cubicBezTo>
                <a:lnTo>
                  <a:pt x="81791" y="210033"/>
                </a:lnTo>
                <a:cubicBezTo>
                  <a:pt x="81791" y="210033"/>
                  <a:pt x="81791" y="210033"/>
                  <a:pt x="81791" y="210033"/>
                </a:cubicBezTo>
                <a:lnTo>
                  <a:pt x="81791" y="210033"/>
                </a:lnTo>
                <a:cubicBezTo>
                  <a:pt x="81791" y="210033"/>
                  <a:pt x="81791" y="210033"/>
                  <a:pt x="81791" y="210671"/>
                </a:cubicBezTo>
                <a:cubicBezTo>
                  <a:pt x="81791" y="213863"/>
                  <a:pt x="80513" y="217694"/>
                  <a:pt x="79874" y="218332"/>
                </a:cubicBezTo>
                <a:lnTo>
                  <a:pt x="79235" y="219609"/>
                </a:lnTo>
                <a:cubicBezTo>
                  <a:pt x="79874" y="220247"/>
                  <a:pt x="80513" y="220247"/>
                  <a:pt x="80513" y="220247"/>
                </a:cubicBezTo>
                <a:cubicBezTo>
                  <a:pt x="82430" y="220886"/>
                  <a:pt x="83708" y="222801"/>
                  <a:pt x="83708" y="224078"/>
                </a:cubicBezTo>
                <a:cubicBezTo>
                  <a:pt x="84347" y="225993"/>
                  <a:pt x="83708" y="227908"/>
                  <a:pt x="82430" y="229185"/>
                </a:cubicBezTo>
                <a:lnTo>
                  <a:pt x="81791" y="229823"/>
                </a:lnTo>
                <a:cubicBezTo>
                  <a:pt x="81791" y="229823"/>
                  <a:pt x="81791" y="229823"/>
                  <a:pt x="81791" y="229823"/>
                </a:cubicBezTo>
                <a:lnTo>
                  <a:pt x="81791" y="229823"/>
                </a:lnTo>
                <a:cubicBezTo>
                  <a:pt x="85625" y="233015"/>
                  <a:pt x="86903" y="237484"/>
                  <a:pt x="84986" y="241953"/>
                </a:cubicBezTo>
                <a:cubicBezTo>
                  <a:pt x="84986" y="242591"/>
                  <a:pt x="84347" y="244507"/>
                  <a:pt x="85625" y="247060"/>
                </a:cubicBezTo>
                <a:cubicBezTo>
                  <a:pt x="86264" y="248975"/>
                  <a:pt x="88181" y="250252"/>
                  <a:pt x="90098" y="250891"/>
                </a:cubicBezTo>
                <a:cubicBezTo>
                  <a:pt x="98405" y="253444"/>
                  <a:pt x="118853" y="248975"/>
                  <a:pt x="125882" y="247060"/>
                </a:cubicBezTo>
                <a:cubicBezTo>
                  <a:pt x="127799" y="246422"/>
                  <a:pt x="129077" y="247060"/>
                  <a:pt x="130994" y="247699"/>
                </a:cubicBezTo>
                <a:cubicBezTo>
                  <a:pt x="132272" y="248975"/>
                  <a:pt x="132911" y="250252"/>
                  <a:pt x="133550" y="252167"/>
                </a:cubicBezTo>
                <a:lnTo>
                  <a:pt x="134189" y="281534"/>
                </a:lnTo>
                <a:cubicBezTo>
                  <a:pt x="134189" y="284726"/>
                  <a:pt x="131633" y="287279"/>
                  <a:pt x="129077" y="287279"/>
                </a:cubicBezTo>
                <a:cubicBezTo>
                  <a:pt x="125882" y="287279"/>
                  <a:pt x="123326" y="284726"/>
                  <a:pt x="123326" y="282172"/>
                </a:cubicBezTo>
                <a:lnTo>
                  <a:pt x="122687" y="259828"/>
                </a:lnTo>
                <a:cubicBezTo>
                  <a:pt x="113741" y="261743"/>
                  <a:pt x="97127" y="264935"/>
                  <a:pt x="87542" y="262382"/>
                </a:cubicBezTo>
                <a:cubicBezTo>
                  <a:pt x="80513" y="260467"/>
                  <a:pt x="77318" y="255998"/>
                  <a:pt x="76040" y="252806"/>
                </a:cubicBezTo>
                <a:cubicBezTo>
                  <a:pt x="74123" y="248337"/>
                  <a:pt x="73484" y="243230"/>
                  <a:pt x="74762" y="239399"/>
                </a:cubicBezTo>
                <a:lnTo>
                  <a:pt x="72206" y="237484"/>
                </a:lnTo>
                <a:cubicBezTo>
                  <a:pt x="70289" y="236207"/>
                  <a:pt x="69011" y="233654"/>
                  <a:pt x="69650" y="231100"/>
                </a:cubicBezTo>
                <a:cubicBezTo>
                  <a:pt x="69650" y="229823"/>
                  <a:pt x="70289" y="227908"/>
                  <a:pt x="70928" y="227270"/>
                </a:cubicBezTo>
                <a:cubicBezTo>
                  <a:pt x="69650" y="225993"/>
                  <a:pt x="69011" y="224716"/>
                  <a:pt x="68372" y="223439"/>
                </a:cubicBezTo>
                <a:cubicBezTo>
                  <a:pt x="67094" y="220886"/>
                  <a:pt x="67733" y="217694"/>
                  <a:pt x="69650" y="215779"/>
                </a:cubicBezTo>
                <a:lnTo>
                  <a:pt x="71567" y="213225"/>
                </a:lnTo>
                <a:cubicBezTo>
                  <a:pt x="70289" y="213225"/>
                  <a:pt x="69650" y="212587"/>
                  <a:pt x="68372" y="212587"/>
                </a:cubicBezTo>
                <a:cubicBezTo>
                  <a:pt x="67094" y="212587"/>
                  <a:pt x="65816" y="211948"/>
                  <a:pt x="64538" y="211948"/>
                </a:cubicBezTo>
                <a:cubicBezTo>
                  <a:pt x="60704" y="211310"/>
                  <a:pt x="57509" y="208756"/>
                  <a:pt x="56231" y="204926"/>
                </a:cubicBezTo>
                <a:cubicBezTo>
                  <a:pt x="54314" y="201095"/>
                  <a:pt x="54314" y="197265"/>
                  <a:pt x="56231" y="194073"/>
                </a:cubicBezTo>
                <a:cubicBezTo>
                  <a:pt x="56231" y="193435"/>
                  <a:pt x="56870" y="193435"/>
                  <a:pt x="56870" y="192796"/>
                </a:cubicBezTo>
                <a:lnTo>
                  <a:pt x="72845" y="173006"/>
                </a:lnTo>
                <a:cubicBezTo>
                  <a:pt x="72845" y="171729"/>
                  <a:pt x="72845" y="171091"/>
                  <a:pt x="72206" y="170452"/>
                </a:cubicBezTo>
                <a:cubicBezTo>
                  <a:pt x="66455" y="159600"/>
                  <a:pt x="67733" y="151300"/>
                  <a:pt x="69011" y="146832"/>
                </a:cubicBezTo>
                <a:lnTo>
                  <a:pt x="69011" y="146193"/>
                </a:lnTo>
                <a:cubicBezTo>
                  <a:pt x="79874" y="91291"/>
                  <a:pt x="127160" y="68947"/>
                  <a:pt x="166138" y="75969"/>
                </a:cubicBezTo>
                <a:cubicBezTo>
                  <a:pt x="175084" y="77885"/>
                  <a:pt x="184030" y="81077"/>
                  <a:pt x="191698" y="85545"/>
                </a:cubicBezTo>
                <a:cubicBezTo>
                  <a:pt x="208951" y="75969"/>
                  <a:pt x="228760" y="72777"/>
                  <a:pt x="246652" y="75969"/>
                </a:cubicBezTo>
                <a:cubicBezTo>
                  <a:pt x="281157" y="79800"/>
                  <a:pt x="314385" y="113635"/>
                  <a:pt x="304800" y="173644"/>
                </a:cubicBezTo>
                <a:close/>
              </a:path>
            </a:pathLst>
          </a:custGeom>
          <a:solidFill>
            <a:srgbClr val="007CB0"/>
          </a:solidFill>
          <a:ln w="6390" cap="flat">
            <a:noFill/>
            <a:prstDash val="solid"/>
            <a:miter/>
          </a:ln>
        </p:spPr>
        <p:txBody>
          <a:bodyPr rtlCol="0" anchor="ctr"/>
          <a:lstStyle/>
          <a:p>
            <a:endParaRPr lang="en-US"/>
          </a:p>
        </p:txBody>
      </p:sp>
      <p:sp>
        <p:nvSpPr>
          <p:cNvPr id="699" name="Graphic 4">
            <a:extLst>
              <a:ext uri="{FF2B5EF4-FFF2-40B4-BE49-F238E27FC236}">
                <a16:creationId xmlns:a16="http://schemas.microsoft.com/office/drawing/2014/main" id="{AA5A5638-97A4-B544-86B1-15C453DBA44A}"/>
              </a:ext>
            </a:extLst>
          </p:cNvPr>
          <p:cNvSpPr/>
          <p:nvPr/>
        </p:nvSpPr>
        <p:spPr>
          <a:xfrm>
            <a:off x="2998797"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81791 w 361670"/>
              <a:gd name="connsiteY5" fmla="*/ 100229 h 361333"/>
              <a:gd name="connsiteX6" fmla="*/ 108629 w 361670"/>
              <a:gd name="connsiteY6" fmla="*/ 87461 h 361333"/>
              <a:gd name="connsiteX7" fmla="*/ 133550 w 361670"/>
              <a:gd name="connsiteY7" fmla="*/ 97037 h 361333"/>
              <a:gd name="connsiteX8" fmla="*/ 158471 w 361670"/>
              <a:gd name="connsiteY8" fmla="*/ 87461 h 361333"/>
              <a:gd name="connsiteX9" fmla="*/ 185308 w 361670"/>
              <a:gd name="connsiteY9" fmla="*/ 100229 h 361333"/>
              <a:gd name="connsiteX10" fmla="*/ 183391 w 361670"/>
              <a:gd name="connsiteY10" fmla="*/ 154492 h 361333"/>
              <a:gd name="connsiteX11" fmla="*/ 138662 w 361670"/>
              <a:gd name="connsiteY11" fmla="*/ 199180 h 361333"/>
              <a:gd name="connsiteX12" fmla="*/ 134189 w 361670"/>
              <a:gd name="connsiteY12" fmla="*/ 201095 h 361333"/>
              <a:gd name="connsiteX13" fmla="*/ 129716 w 361670"/>
              <a:gd name="connsiteY13" fmla="*/ 199180 h 361333"/>
              <a:gd name="connsiteX14" fmla="*/ 84986 w 361670"/>
              <a:gd name="connsiteY14" fmla="*/ 155131 h 361333"/>
              <a:gd name="connsiteX15" fmla="*/ 81791 w 361670"/>
              <a:gd name="connsiteY15" fmla="*/ 100229 h 361333"/>
              <a:gd name="connsiteX16" fmla="*/ 299688 w 361670"/>
              <a:gd name="connsiteY16" fmla="*/ 238761 h 361333"/>
              <a:gd name="connsiteX17" fmla="*/ 297132 w 361670"/>
              <a:gd name="connsiteY17" fmla="*/ 238761 h 361333"/>
              <a:gd name="connsiteX18" fmla="*/ 275407 w 361670"/>
              <a:gd name="connsiteY18" fmla="*/ 245145 h 361333"/>
              <a:gd name="connsiteX19" fmla="*/ 229399 w 361670"/>
              <a:gd name="connsiteY19" fmla="*/ 275788 h 361333"/>
              <a:gd name="connsiteX20" fmla="*/ 200005 w 361670"/>
              <a:gd name="connsiteY20" fmla="*/ 284726 h 361333"/>
              <a:gd name="connsiteX21" fmla="*/ 145691 w 361670"/>
              <a:gd name="connsiteY21" fmla="*/ 284726 h 361333"/>
              <a:gd name="connsiteX22" fmla="*/ 127799 w 361670"/>
              <a:gd name="connsiteY22" fmla="*/ 280895 h 361333"/>
              <a:gd name="connsiteX23" fmla="*/ 64538 w 361670"/>
              <a:gd name="connsiteY23" fmla="*/ 252806 h 361333"/>
              <a:gd name="connsiteX24" fmla="*/ 56871 w 361670"/>
              <a:gd name="connsiteY24" fmla="*/ 236207 h 361333"/>
              <a:gd name="connsiteX25" fmla="*/ 81152 w 361670"/>
              <a:gd name="connsiteY25" fmla="*/ 221524 h 361333"/>
              <a:gd name="connsiteX26" fmla="*/ 81791 w 361670"/>
              <a:gd name="connsiteY26" fmla="*/ 221524 h 361333"/>
              <a:gd name="connsiteX27" fmla="*/ 139940 w 361670"/>
              <a:gd name="connsiteY27" fmla="*/ 235569 h 361333"/>
              <a:gd name="connsiteX28" fmla="*/ 148247 w 361670"/>
              <a:gd name="connsiteY28" fmla="*/ 225355 h 361333"/>
              <a:gd name="connsiteX29" fmla="*/ 178279 w 361670"/>
              <a:gd name="connsiteY29" fmla="*/ 210033 h 361333"/>
              <a:gd name="connsiteX30" fmla="*/ 233872 w 361670"/>
              <a:gd name="connsiteY30" fmla="*/ 166622 h 361333"/>
              <a:gd name="connsiteX31" fmla="*/ 297132 w 361670"/>
              <a:gd name="connsiteY31" fmla="*/ 166622 h 361333"/>
              <a:gd name="connsiteX32" fmla="*/ 303522 w 361670"/>
              <a:gd name="connsiteY32" fmla="*/ 173006 h 361333"/>
              <a:gd name="connsiteX33" fmla="*/ 297132 w 361670"/>
              <a:gd name="connsiteY33" fmla="*/ 179390 h 361333"/>
              <a:gd name="connsiteX34" fmla="*/ 234511 w 361670"/>
              <a:gd name="connsiteY34" fmla="*/ 179390 h 361333"/>
              <a:gd name="connsiteX35" fmla="*/ 189142 w 361670"/>
              <a:gd name="connsiteY35" fmla="*/ 218332 h 361333"/>
              <a:gd name="connsiteX36" fmla="*/ 185947 w 361670"/>
              <a:gd name="connsiteY36" fmla="*/ 221524 h 361333"/>
              <a:gd name="connsiteX37" fmla="*/ 156553 w 361670"/>
              <a:gd name="connsiteY37" fmla="*/ 236207 h 361333"/>
              <a:gd name="connsiteX38" fmla="*/ 149525 w 361670"/>
              <a:gd name="connsiteY38" fmla="*/ 248337 h 361333"/>
              <a:gd name="connsiteX39" fmla="*/ 150164 w 361670"/>
              <a:gd name="connsiteY39" fmla="*/ 251529 h 361333"/>
              <a:gd name="connsiteX40" fmla="*/ 154637 w 361670"/>
              <a:gd name="connsiteY40" fmla="*/ 250891 h 361333"/>
              <a:gd name="connsiteX41" fmla="*/ 189781 w 361670"/>
              <a:gd name="connsiteY41" fmla="*/ 243230 h 361333"/>
              <a:gd name="connsiteX42" fmla="*/ 202561 w 361670"/>
              <a:gd name="connsiteY42" fmla="*/ 236846 h 361333"/>
              <a:gd name="connsiteX43" fmla="*/ 224926 w 361670"/>
              <a:gd name="connsiteY43" fmla="*/ 219609 h 361333"/>
              <a:gd name="connsiteX44" fmla="*/ 233872 w 361670"/>
              <a:gd name="connsiteY44" fmla="*/ 220886 h 361333"/>
              <a:gd name="connsiteX45" fmla="*/ 232594 w 361670"/>
              <a:gd name="connsiteY45" fmla="*/ 229823 h 361333"/>
              <a:gd name="connsiteX46" fmla="*/ 210229 w 361670"/>
              <a:gd name="connsiteY46" fmla="*/ 247060 h 361333"/>
              <a:gd name="connsiteX47" fmla="*/ 192337 w 361670"/>
              <a:gd name="connsiteY47" fmla="*/ 255359 h 361333"/>
              <a:gd name="connsiteX48" fmla="*/ 157832 w 361670"/>
              <a:gd name="connsiteY48" fmla="*/ 263020 h 361333"/>
              <a:gd name="connsiteX49" fmla="*/ 150803 w 361670"/>
              <a:gd name="connsiteY49" fmla="*/ 264297 h 361333"/>
              <a:gd name="connsiteX50" fmla="*/ 138662 w 361670"/>
              <a:gd name="connsiteY50" fmla="*/ 257275 h 361333"/>
              <a:gd name="connsiteX51" fmla="*/ 136745 w 361670"/>
              <a:gd name="connsiteY51" fmla="*/ 248975 h 361333"/>
              <a:gd name="connsiteX52" fmla="*/ 79235 w 361670"/>
              <a:gd name="connsiteY52" fmla="*/ 234931 h 361333"/>
              <a:gd name="connsiteX53" fmla="*/ 69011 w 361670"/>
              <a:gd name="connsiteY53" fmla="*/ 240676 h 361333"/>
              <a:gd name="connsiteX54" fmla="*/ 70289 w 361670"/>
              <a:gd name="connsiteY54" fmla="*/ 241953 h 361333"/>
              <a:gd name="connsiteX55" fmla="*/ 132911 w 361670"/>
              <a:gd name="connsiteY55" fmla="*/ 270043 h 361333"/>
              <a:gd name="connsiteX56" fmla="*/ 145691 w 361670"/>
              <a:gd name="connsiteY56" fmla="*/ 272596 h 361333"/>
              <a:gd name="connsiteX57" fmla="*/ 200005 w 361670"/>
              <a:gd name="connsiteY57" fmla="*/ 272596 h 361333"/>
              <a:gd name="connsiteX58" fmla="*/ 222370 w 361670"/>
              <a:gd name="connsiteY58" fmla="*/ 265574 h 361333"/>
              <a:gd name="connsiteX59" fmla="*/ 268377 w 361670"/>
              <a:gd name="connsiteY59" fmla="*/ 234931 h 361333"/>
              <a:gd name="connsiteX60" fmla="*/ 297132 w 361670"/>
              <a:gd name="connsiteY60" fmla="*/ 225993 h 361333"/>
              <a:gd name="connsiteX61" fmla="*/ 299688 w 361670"/>
              <a:gd name="connsiteY61" fmla="*/ 225993 h 361333"/>
              <a:gd name="connsiteX62" fmla="*/ 306078 w 361670"/>
              <a:gd name="connsiteY62" fmla="*/ 232377 h 361333"/>
              <a:gd name="connsiteX63" fmla="*/ 299688 w 361670"/>
              <a:gd name="connsiteY63" fmla="*/ 23876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1" y="280257"/>
                  <a:pt x="361671" y="180667"/>
                </a:cubicBezTo>
                <a:cubicBezTo>
                  <a:pt x="361671" y="81077"/>
                  <a:pt x="281157" y="0"/>
                  <a:pt x="180835" y="0"/>
                </a:cubicBezTo>
                <a:close/>
                <a:moveTo>
                  <a:pt x="81791" y="100229"/>
                </a:moveTo>
                <a:cubicBezTo>
                  <a:pt x="88820" y="91930"/>
                  <a:pt x="97766" y="87461"/>
                  <a:pt x="108629" y="87461"/>
                </a:cubicBezTo>
                <a:cubicBezTo>
                  <a:pt x="117575" y="87461"/>
                  <a:pt x="126521" y="90653"/>
                  <a:pt x="133550" y="97037"/>
                </a:cubicBezTo>
                <a:cubicBezTo>
                  <a:pt x="140579" y="90653"/>
                  <a:pt x="149525" y="87461"/>
                  <a:pt x="158471" y="87461"/>
                </a:cubicBezTo>
                <a:cubicBezTo>
                  <a:pt x="168695" y="87461"/>
                  <a:pt x="178279" y="92568"/>
                  <a:pt x="185308" y="100229"/>
                </a:cubicBezTo>
                <a:cubicBezTo>
                  <a:pt x="198088" y="115550"/>
                  <a:pt x="197449" y="139171"/>
                  <a:pt x="183391" y="154492"/>
                </a:cubicBezTo>
                <a:lnTo>
                  <a:pt x="138662" y="199180"/>
                </a:lnTo>
                <a:cubicBezTo>
                  <a:pt x="137384" y="200457"/>
                  <a:pt x="136106" y="201095"/>
                  <a:pt x="134189" y="201095"/>
                </a:cubicBezTo>
                <a:cubicBezTo>
                  <a:pt x="132272" y="201095"/>
                  <a:pt x="130994" y="200457"/>
                  <a:pt x="129716" y="199180"/>
                </a:cubicBezTo>
                <a:lnTo>
                  <a:pt x="84986" y="155131"/>
                </a:lnTo>
                <a:cubicBezTo>
                  <a:pt x="69650" y="139171"/>
                  <a:pt x="68372" y="115550"/>
                  <a:pt x="81791" y="100229"/>
                </a:cubicBezTo>
                <a:close/>
                <a:moveTo>
                  <a:pt x="299688" y="238761"/>
                </a:moveTo>
                <a:lnTo>
                  <a:pt x="297132" y="238761"/>
                </a:lnTo>
                <a:cubicBezTo>
                  <a:pt x="289464" y="238761"/>
                  <a:pt x="281796" y="241315"/>
                  <a:pt x="275407" y="245145"/>
                </a:cubicBezTo>
                <a:lnTo>
                  <a:pt x="229399" y="275788"/>
                </a:lnTo>
                <a:cubicBezTo>
                  <a:pt x="220453" y="281534"/>
                  <a:pt x="210868" y="284726"/>
                  <a:pt x="200005" y="284726"/>
                </a:cubicBezTo>
                <a:lnTo>
                  <a:pt x="145691" y="284726"/>
                </a:lnTo>
                <a:cubicBezTo>
                  <a:pt x="139301" y="284726"/>
                  <a:pt x="133550" y="283449"/>
                  <a:pt x="127799" y="280895"/>
                </a:cubicBezTo>
                <a:lnTo>
                  <a:pt x="64538" y="252806"/>
                </a:lnTo>
                <a:cubicBezTo>
                  <a:pt x="57509" y="249614"/>
                  <a:pt x="54954" y="243230"/>
                  <a:pt x="56871" y="236207"/>
                </a:cubicBezTo>
                <a:cubicBezTo>
                  <a:pt x="59427" y="227908"/>
                  <a:pt x="68372" y="220247"/>
                  <a:pt x="81152" y="221524"/>
                </a:cubicBezTo>
                <a:cubicBezTo>
                  <a:pt x="81152" y="221524"/>
                  <a:pt x="81791" y="221524"/>
                  <a:pt x="81791" y="221524"/>
                </a:cubicBezTo>
                <a:lnTo>
                  <a:pt x="139940" y="235569"/>
                </a:lnTo>
                <a:cubicBezTo>
                  <a:pt x="141857" y="231739"/>
                  <a:pt x="145052" y="227908"/>
                  <a:pt x="148247" y="225355"/>
                </a:cubicBezTo>
                <a:cubicBezTo>
                  <a:pt x="155915" y="218971"/>
                  <a:pt x="166777" y="214502"/>
                  <a:pt x="178279" y="210033"/>
                </a:cubicBezTo>
                <a:cubicBezTo>
                  <a:pt x="183391" y="200457"/>
                  <a:pt x="202561" y="167260"/>
                  <a:pt x="233872" y="166622"/>
                </a:cubicBezTo>
                <a:lnTo>
                  <a:pt x="297132" y="166622"/>
                </a:lnTo>
                <a:cubicBezTo>
                  <a:pt x="300966" y="166622"/>
                  <a:pt x="303522" y="169176"/>
                  <a:pt x="303522" y="173006"/>
                </a:cubicBezTo>
                <a:cubicBezTo>
                  <a:pt x="303522" y="176836"/>
                  <a:pt x="300966" y="179390"/>
                  <a:pt x="297132" y="179390"/>
                </a:cubicBezTo>
                <a:lnTo>
                  <a:pt x="234511" y="179390"/>
                </a:lnTo>
                <a:cubicBezTo>
                  <a:pt x="207034" y="180667"/>
                  <a:pt x="189142" y="217694"/>
                  <a:pt x="189142" y="218332"/>
                </a:cubicBezTo>
                <a:cubicBezTo>
                  <a:pt x="188503" y="219609"/>
                  <a:pt x="187225" y="220886"/>
                  <a:pt x="185947" y="221524"/>
                </a:cubicBezTo>
                <a:cubicBezTo>
                  <a:pt x="174445" y="225993"/>
                  <a:pt x="163582" y="230462"/>
                  <a:pt x="156553" y="236207"/>
                </a:cubicBezTo>
                <a:cubicBezTo>
                  <a:pt x="152081" y="239399"/>
                  <a:pt x="150164" y="244507"/>
                  <a:pt x="149525" y="248337"/>
                </a:cubicBezTo>
                <a:cubicBezTo>
                  <a:pt x="149525" y="250252"/>
                  <a:pt x="149525" y="250891"/>
                  <a:pt x="150164" y="251529"/>
                </a:cubicBezTo>
                <a:cubicBezTo>
                  <a:pt x="150164" y="251529"/>
                  <a:pt x="151442" y="252167"/>
                  <a:pt x="154637" y="250891"/>
                </a:cubicBezTo>
                <a:lnTo>
                  <a:pt x="189781" y="243230"/>
                </a:lnTo>
                <a:cubicBezTo>
                  <a:pt x="194254" y="241953"/>
                  <a:pt x="198727" y="240038"/>
                  <a:pt x="202561" y="236846"/>
                </a:cubicBezTo>
                <a:lnTo>
                  <a:pt x="224926" y="219609"/>
                </a:lnTo>
                <a:cubicBezTo>
                  <a:pt x="227482" y="217694"/>
                  <a:pt x="231955" y="217694"/>
                  <a:pt x="233872" y="220886"/>
                </a:cubicBezTo>
                <a:cubicBezTo>
                  <a:pt x="235789" y="223439"/>
                  <a:pt x="235789" y="227908"/>
                  <a:pt x="232594" y="229823"/>
                </a:cubicBezTo>
                <a:lnTo>
                  <a:pt x="210229" y="247060"/>
                </a:lnTo>
                <a:cubicBezTo>
                  <a:pt x="205117" y="250891"/>
                  <a:pt x="198727" y="254083"/>
                  <a:pt x="192337" y="255359"/>
                </a:cubicBezTo>
                <a:lnTo>
                  <a:pt x="157832" y="263020"/>
                </a:lnTo>
                <a:cubicBezTo>
                  <a:pt x="155276" y="263659"/>
                  <a:pt x="152720" y="264297"/>
                  <a:pt x="150803" y="264297"/>
                </a:cubicBezTo>
                <a:cubicBezTo>
                  <a:pt x="143135" y="264297"/>
                  <a:pt x="139301" y="259190"/>
                  <a:pt x="138662" y="257275"/>
                </a:cubicBezTo>
                <a:cubicBezTo>
                  <a:pt x="137384" y="254721"/>
                  <a:pt x="136745" y="252167"/>
                  <a:pt x="136745" y="248975"/>
                </a:cubicBezTo>
                <a:lnTo>
                  <a:pt x="79235" y="234931"/>
                </a:lnTo>
                <a:cubicBezTo>
                  <a:pt x="73484" y="234292"/>
                  <a:pt x="69650" y="238123"/>
                  <a:pt x="69011" y="240676"/>
                </a:cubicBezTo>
                <a:cubicBezTo>
                  <a:pt x="69011" y="241315"/>
                  <a:pt x="69011" y="241315"/>
                  <a:pt x="70289" y="241953"/>
                </a:cubicBezTo>
                <a:lnTo>
                  <a:pt x="132911" y="270043"/>
                </a:lnTo>
                <a:cubicBezTo>
                  <a:pt x="136745" y="271958"/>
                  <a:pt x="141218" y="272596"/>
                  <a:pt x="145691" y="272596"/>
                </a:cubicBezTo>
                <a:lnTo>
                  <a:pt x="200005" y="272596"/>
                </a:lnTo>
                <a:cubicBezTo>
                  <a:pt x="207673" y="272596"/>
                  <a:pt x="215341" y="270043"/>
                  <a:pt x="222370" y="265574"/>
                </a:cubicBezTo>
                <a:lnTo>
                  <a:pt x="268377" y="234931"/>
                </a:lnTo>
                <a:cubicBezTo>
                  <a:pt x="276684" y="229185"/>
                  <a:pt x="286908" y="225993"/>
                  <a:pt x="297132" y="225993"/>
                </a:cubicBezTo>
                <a:lnTo>
                  <a:pt x="299688" y="225993"/>
                </a:lnTo>
                <a:cubicBezTo>
                  <a:pt x="303522" y="225993"/>
                  <a:pt x="306078" y="228547"/>
                  <a:pt x="306078" y="232377"/>
                </a:cubicBezTo>
                <a:cubicBezTo>
                  <a:pt x="306078" y="236207"/>
                  <a:pt x="303522" y="238761"/>
                  <a:pt x="299688" y="238761"/>
                </a:cubicBezTo>
                <a:close/>
              </a:path>
            </a:pathLst>
          </a:custGeom>
          <a:solidFill>
            <a:srgbClr val="007CB0"/>
          </a:solidFill>
          <a:ln w="6390" cap="flat">
            <a:noFill/>
            <a:prstDash val="solid"/>
            <a:miter/>
          </a:ln>
        </p:spPr>
        <p:txBody>
          <a:bodyPr rtlCol="0" anchor="ctr"/>
          <a:lstStyle/>
          <a:p>
            <a:endParaRPr lang="en-US"/>
          </a:p>
        </p:txBody>
      </p:sp>
      <p:sp>
        <p:nvSpPr>
          <p:cNvPr id="700" name="Graphic 4">
            <a:extLst>
              <a:ext uri="{FF2B5EF4-FFF2-40B4-BE49-F238E27FC236}">
                <a16:creationId xmlns:a16="http://schemas.microsoft.com/office/drawing/2014/main" id="{CE1D3025-EC7A-E643-8546-2832691A53B3}"/>
              </a:ext>
            </a:extLst>
          </p:cNvPr>
          <p:cNvSpPr/>
          <p:nvPr/>
        </p:nvSpPr>
        <p:spPr>
          <a:xfrm>
            <a:off x="4046108"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29716 w 361670"/>
              <a:gd name="connsiteY5" fmla="*/ 83630 h 361333"/>
              <a:gd name="connsiteX6" fmla="*/ 156553 w 361670"/>
              <a:gd name="connsiteY6" fmla="*/ 70224 h 361333"/>
              <a:gd name="connsiteX7" fmla="*/ 181474 w 361670"/>
              <a:gd name="connsiteY7" fmla="*/ 79800 h 361333"/>
              <a:gd name="connsiteX8" fmla="*/ 206395 w 361670"/>
              <a:gd name="connsiteY8" fmla="*/ 70224 h 361333"/>
              <a:gd name="connsiteX9" fmla="*/ 233233 w 361670"/>
              <a:gd name="connsiteY9" fmla="*/ 83630 h 361333"/>
              <a:gd name="connsiteX10" fmla="*/ 231316 w 361670"/>
              <a:gd name="connsiteY10" fmla="*/ 138532 h 361333"/>
              <a:gd name="connsiteX11" fmla="*/ 185947 w 361670"/>
              <a:gd name="connsiteY11" fmla="*/ 183220 h 361333"/>
              <a:gd name="connsiteX12" fmla="*/ 181474 w 361670"/>
              <a:gd name="connsiteY12" fmla="*/ 185135 h 361333"/>
              <a:gd name="connsiteX13" fmla="*/ 177001 w 361670"/>
              <a:gd name="connsiteY13" fmla="*/ 183220 h 361333"/>
              <a:gd name="connsiteX14" fmla="*/ 131633 w 361670"/>
              <a:gd name="connsiteY14" fmla="*/ 138532 h 361333"/>
              <a:gd name="connsiteX15" fmla="*/ 129716 w 361670"/>
              <a:gd name="connsiteY15" fmla="*/ 83630 h 361333"/>
              <a:gd name="connsiteX16" fmla="*/ 296493 w 361670"/>
              <a:gd name="connsiteY16" fmla="*/ 234930 h 361333"/>
              <a:gd name="connsiteX17" fmla="*/ 279879 w 361670"/>
              <a:gd name="connsiteY17" fmla="*/ 256636 h 361333"/>
              <a:gd name="connsiteX18" fmla="*/ 240901 w 361670"/>
              <a:gd name="connsiteY18" fmla="*/ 285364 h 361333"/>
              <a:gd name="connsiteX19" fmla="*/ 231316 w 361670"/>
              <a:gd name="connsiteY19" fmla="*/ 299409 h 361333"/>
              <a:gd name="connsiteX20" fmla="*/ 224926 w 361670"/>
              <a:gd name="connsiteY20" fmla="*/ 305154 h 361333"/>
              <a:gd name="connsiteX21" fmla="*/ 224287 w 361670"/>
              <a:gd name="connsiteY21" fmla="*/ 305154 h 361333"/>
              <a:gd name="connsiteX22" fmla="*/ 218536 w 361670"/>
              <a:gd name="connsiteY22" fmla="*/ 298132 h 361333"/>
              <a:gd name="connsiteX23" fmla="*/ 233233 w 361670"/>
              <a:gd name="connsiteY23" fmla="*/ 275149 h 361333"/>
              <a:gd name="connsiteX24" fmla="*/ 272211 w 361670"/>
              <a:gd name="connsiteY24" fmla="*/ 246422 h 361333"/>
              <a:gd name="connsiteX25" fmla="*/ 284352 w 361670"/>
              <a:gd name="connsiteY25" fmla="*/ 230462 h 361333"/>
              <a:gd name="connsiteX26" fmla="*/ 300327 w 361670"/>
              <a:gd name="connsiteY26" fmla="*/ 186412 h 361333"/>
              <a:gd name="connsiteX27" fmla="*/ 301605 w 361670"/>
              <a:gd name="connsiteY27" fmla="*/ 175560 h 361333"/>
              <a:gd name="connsiteX28" fmla="*/ 297132 w 361670"/>
              <a:gd name="connsiteY28" fmla="*/ 115550 h 361333"/>
              <a:gd name="connsiteX29" fmla="*/ 297132 w 361670"/>
              <a:gd name="connsiteY29" fmla="*/ 114912 h 361333"/>
              <a:gd name="connsiteX30" fmla="*/ 294576 w 361670"/>
              <a:gd name="connsiteY30" fmla="*/ 115550 h 361333"/>
              <a:gd name="connsiteX31" fmla="*/ 290103 w 361670"/>
              <a:gd name="connsiteY31" fmla="*/ 121296 h 361333"/>
              <a:gd name="connsiteX32" fmla="*/ 284352 w 361670"/>
              <a:gd name="connsiteY32" fmla="*/ 171091 h 361333"/>
              <a:gd name="connsiteX33" fmla="*/ 293937 w 361670"/>
              <a:gd name="connsiteY33" fmla="*/ 176836 h 361333"/>
              <a:gd name="connsiteX34" fmla="*/ 290742 w 361670"/>
              <a:gd name="connsiteY34" fmla="*/ 195350 h 361333"/>
              <a:gd name="connsiteX35" fmla="*/ 272211 w 361670"/>
              <a:gd name="connsiteY35" fmla="*/ 218971 h 361333"/>
              <a:gd name="connsiteX36" fmla="*/ 258153 w 361670"/>
              <a:gd name="connsiteY36" fmla="*/ 229823 h 361333"/>
              <a:gd name="connsiteX37" fmla="*/ 235788 w 361670"/>
              <a:gd name="connsiteY37" fmla="*/ 240676 h 361333"/>
              <a:gd name="connsiteX38" fmla="*/ 227482 w 361670"/>
              <a:gd name="connsiteY38" fmla="*/ 238122 h 361333"/>
              <a:gd name="connsiteX39" fmla="*/ 230038 w 361670"/>
              <a:gd name="connsiteY39" fmla="*/ 229823 h 361333"/>
              <a:gd name="connsiteX40" fmla="*/ 252403 w 361670"/>
              <a:gd name="connsiteY40" fmla="*/ 218971 h 361333"/>
              <a:gd name="connsiteX41" fmla="*/ 261987 w 361670"/>
              <a:gd name="connsiteY41" fmla="*/ 211310 h 361333"/>
              <a:gd name="connsiteX42" fmla="*/ 281157 w 361670"/>
              <a:gd name="connsiteY42" fmla="*/ 187051 h 361333"/>
              <a:gd name="connsiteX43" fmla="*/ 283713 w 361670"/>
              <a:gd name="connsiteY43" fmla="*/ 183859 h 361333"/>
              <a:gd name="connsiteX44" fmla="*/ 270294 w 361670"/>
              <a:gd name="connsiteY44" fmla="*/ 183859 h 361333"/>
              <a:gd name="connsiteX45" fmla="*/ 247929 w 361670"/>
              <a:gd name="connsiteY45" fmla="*/ 201095 h 361333"/>
              <a:gd name="connsiteX46" fmla="*/ 243456 w 361670"/>
              <a:gd name="connsiteY46" fmla="*/ 203011 h 361333"/>
              <a:gd name="connsiteX47" fmla="*/ 235788 w 361670"/>
              <a:gd name="connsiteY47" fmla="*/ 203649 h 361333"/>
              <a:gd name="connsiteX48" fmla="*/ 191059 w 361670"/>
              <a:gd name="connsiteY48" fmla="*/ 242591 h 361333"/>
              <a:gd name="connsiteX49" fmla="*/ 187864 w 361670"/>
              <a:gd name="connsiteY49" fmla="*/ 270681 h 361333"/>
              <a:gd name="connsiteX50" fmla="*/ 181474 w 361670"/>
              <a:gd name="connsiteY50" fmla="*/ 277065 h 361333"/>
              <a:gd name="connsiteX51" fmla="*/ 181474 w 361670"/>
              <a:gd name="connsiteY51" fmla="*/ 277065 h 361333"/>
              <a:gd name="connsiteX52" fmla="*/ 181474 w 361670"/>
              <a:gd name="connsiteY52" fmla="*/ 277065 h 361333"/>
              <a:gd name="connsiteX53" fmla="*/ 175084 w 361670"/>
              <a:gd name="connsiteY53" fmla="*/ 270681 h 361333"/>
              <a:gd name="connsiteX54" fmla="*/ 171889 w 361670"/>
              <a:gd name="connsiteY54" fmla="*/ 242591 h 361333"/>
              <a:gd name="connsiteX55" fmla="*/ 127160 w 361670"/>
              <a:gd name="connsiteY55" fmla="*/ 203649 h 361333"/>
              <a:gd name="connsiteX56" fmla="*/ 119492 w 361670"/>
              <a:gd name="connsiteY56" fmla="*/ 203011 h 361333"/>
              <a:gd name="connsiteX57" fmla="*/ 115019 w 361670"/>
              <a:gd name="connsiteY57" fmla="*/ 201095 h 361333"/>
              <a:gd name="connsiteX58" fmla="*/ 92654 w 361670"/>
              <a:gd name="connsiteY58" fmla="*/ 183859 h 361333"/>
              <a:gd name="connsiteX59" fmla="*/ 79235 w 361670"/>
              <a:gd name="connsiteY59" fmla="*/ 183859 h 361333"/>
              <a:gd name="connsiteX60" fmla="*/ 81152 w 361670"/>
              <a:gd name="connsiteY60" fmla="*/ 186412 h 361333"/>
              <a:gd name="connsiteX61" fmla="*/ 100961 w 361670"/>
              <a:gd name="connsiteY61" fmla="*/ 210671 h 361333"/>
              <a:gd name="connsiteX62" fmla="*/ 110546 w 361670"/>
              <a:gd name="connsiteY62" fmla="*/ 218332 h 361333"/>
              <a:gd name="connsiteX63" fmla="*/ 132911 w 361670"/>
              <a:gd name="connsiteY63" fmla="*/ 229185 h 361333"/>
              <a:gd name="connsiteX64" fmla="*/ 135467 w 361670"/>
              <a:gd name="connsiteY64" fmla="*/ 237484 h 361333"/>
              <a:gd name="connsiteX65" fmla="*/ 127160 w 361670"/>
              <a:gd name="connsiteY65" fmla="*/ 240038 h 361333"/>
              <a:gd name="connsiteX66" fmla="*/ 104795 w 361670"/>
              <a:gd name="connsiteY66" fmla="*/ 229185 h 361333"/>
              <a:gd name="connsiteX67" fmla="*/ 90737 w 361670"/>
              <a:gd name="connsiteY67" fmla="*/ 218332 h 361333"/>
              <a:gd name="connsiteX68" fmla="*/ 71567 w 361670"/>
              <a:gd name="connsiteY68" fmla="*/ 194073 h 361333"/>
              <a:gd name="connsiteX69" fmla="*/ 69011 w 361670"/>
              <a:gd name="connsiteY69" fmla="*/ 175560 h 361333"/>
              <a:gd name="connsiteX70" fmla="*/ 78596 w 361670"/>
              <a:gd name="connsiteY70" fmla="*/ 169814 h 361333"/>
              <a:gd name="connsiteX71" fmla="*/ 72845 w 361670"/>
              <a:gd name="connsiteY71" fmla="*/ 120019 h 361333"/>
              <a:gd name="connsiteX72" fmla="*/ 68372 w 361670"/>
              <a:gd name="connsiteY72" fmla="*/ 114273 h 361333"/>
              <a:gd name="connsiteX73" fmla="*/ 65816 w 361670"/>
              <a:gd name="connsiteY73" fmla="*/ 113635 h 361333"/>
              <a:gd name="connsiteX74" fmla="*/ 65816 w 361670"/>
              <a:gd name="connsiteY74" fmla="*/ 114273 h 361333"/>
              <a:gd name="connsiteX75" fmla="*/ 61343 w 361670"/>
              <a:gd name="connsiteY75" fmla="*/ 174283 h 361333"/>
              <a:gd name="connsiteX76" fmla="*/ 62621 w 361670"/>
              <a:gd name="connsiteY76" fmla="*/ 185135 h 361333"/>
              <a:gd name="connsiteX77" fmla="*/ 78596 w 361670"/>
              <a:gd name="connsiteY77" fmla="*/ 229185 h 361333"/>
              <a:gd name="connsiteX78" fmla="*/ 90737 w 361670"/>
              <a:gd name="connsiteY78" fmla="*/ 245145 h 361333"/>
              <a:gd name="connsiteX79" fmla="*/ 129716 w 361670"/>
              <a:gd name="connsiteY79" fmla="*/ 273873 h 361333"/>
              <a:gd name="connsiteX80" fmla="*/ 144412 w 361670"/>
              <a:gd name="connsiteY80" fmla="*/ 296855 h 361333"/>
              <a:gd name="connsiteX81" fmla="*/ 138662 w 361670"/>
              <a:gd name="connsiteY81" fmla="*/ 303877 h 361333"/>
              <a:gd name="connsiteX82" fmla="*/ 138022 w 361670"/>
              <a:gd name="connsiteY82" fmla="*/ 303877 h 361333"/>
              <a:gd name="connsiteX83" fmla="*/ 131633 w 361670"/>
              <a:gd name="connsiteY83" fmla="*/ 298132 h 361333"/>
              <a:gd name="connsiteX84" fmla="*/ 122048 w 361670"/>
              <a:gd name="connsiteY84" fmla="*/ 284087 h 361333"/>
              <a:gd name="connsiteX85" fmla="*/ 83069 w 361670"/>
              <a:gd name="connsiteY85" fmla="*/ 255359 h 361333"/>
              <a:gd name="connsiteX86" fmla="*/ 66455 w 361670"/>
              <a:gd name="connsiteY86" fmla="*/ 233654 h 361333"/>
              <a:gd name="connsiteX87" fmla="*/ 50480 w 361670"/>
              <a:gd name="connsiteY87" fmla="*/ 189604 h 361333"/>
              <a:gd name="connsiteX88" fmla="*/ 47925 w 361670"/>
              <a:gd name="connsiteY88" fmla="*/ 173006 h 361333"/>
              <a:gd name="connsiteX89" fmla="*/ 52398 w 361670"/>
              <a:gd name="connsiteY89" fmla="*/ 112996 h 361333"/>
              <a:gd name="connsiteX90" fmla="*/ 64538 w 361670"/>
              <a:gd name="connsiteY90" fmla="*/ 100867 h 361333"/>
              <a:gd name="connsiteX91" fmla="*/ 84986 w 361670"/>
              <a:gd name="connsiteY91" fmla="*/ 116827 h 361333"/>
              <a:gd name="connsiteX92" fmla="*/ 84986 w 361670"/>
              <a:gd name="connsiteY92" fmla="*/ 117465 h 361333"/>
              <a:gd name="connsiteX93" fmla="*/ 90737 w 361670"/>
              <a:gd name="connsiteY93" fmla="*/ 169176 h 361333"/>
              <a:gd name="connsiteX94" fmla="*/ 97766 w 361670"/>
              <a:gd name="connsiteY94" fmla="*/ 171729 h 361333"/>
              <a:gd name="connsiteX95" fmla="*/ 121409 w 361670"/>
              <a:gd name="connsiteY95" fmla="*/ 189604 h 361333"/>
              <a:gd name="connsiteX96" fmla="*/ 127799 w 361670"/>
              <a:gd name="connsiteY96" fmla="*/ 190243 h 361333"/>
              <a:gd name="connsiteX97" fmla="*/ 181474 w 361670"/>
              <a:gd name="connsiteY97" fmla="*/ 231738 h 361333"/>
              <a:gd name="connsiteX98" fmla="*/ 235150 w 361670"/>
              <a:gd name="connsiteY98" fmla="*/ 190243 h 361333"/>
              <a:gd name="connsiteX99" fmla="*/ 241540 w 361670"/>
              <a:gd name="connsiteY99" fmla="*/ 189604 h 361333"/>
              <a:gd name="connsiteX100" fmla="*/ 265821 w 361670"/>
              <a:gd name="connsiteY100" fmla="*/ 171729 h 361333"/>
              <a:gd name="connsiteX101" fmla="*/ 272850 w 361670"/>
              <a:gd name="connsiteY101" fmla="*/ 169814 h 361333"/>
              <a:gd name="connsiteX102" fmla="*/ 278601 w 361670"/>
              <a:gd name="connsiteY102" fmla="*/ 118104 h 361333"/>
              <a:gd name="connsiteX103" fmla="*/ 278601 w 361670"/>
              <a:gd name="connsiteY103" fmla="*/ 117465 h 361333"/>
              <a:gd name="connsiteX104" fmla="*/ 299049 w 361670"/>
              <a:gd name="connsiteY104" fmla="*/ 101505 h 361333"/>
              <a:gd name="connsiteX105" fmla="*/ 311190 w 361670"/>
              <a:gd name="connsiteY105" fmla="*/ 113635 h 361333"/>
              <a:gd name="connsiteX106" fmla="*/ 315663 w 361670"/>
              <a:gd name="connsiteY106" fmla="*/ 173644 h 361333"/>
              <a:gd name="connsiteX107" fmla="*/ 313107 w 361670"/>
              <a:gd name="connsiteY107" fmla="*/ 190243 h 361333"/>
              <a:gd name="connsiteX108" fmla="*/ 296493 w 361670"/>
              <a:gd name="connsiteY108" fmla="*/ 23493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0438"/>
                  <a:pt x="280518" y="0"/>
                  <a:pt x="180835" y="0"/>
                </a:cubicBezTo>
                <a:close/>
                <a:moveTo>
                  <a:pt x="129716" y="83630"/>
                </a:moveTo>
                <a:cubicBezTo>
                  <a:pt x="136744" y="75331"/>
                  <a:pt x="146329" y="70862"/>
                  <a:pt x="156553" y="70224"/>
                </a:cubicBezTo>
                <a:cubicBezTo>
                  <a:pt x="165499" y="70224"/>
                  <a:pt x="174445" y="73416"/>
                  <a:pt x="181474" y="79800"/>
                </a:cubicBezTo>
                <a:cubicBezTo>
                  <a:pt x="188503" y="73416"/>
                  <a:pt x="197449" y="70224"/>
                  <a:pt x="206395" y="70224"/>
                </a:cubicBezTo>
                <a:cubicBezTo>
                  <a:pt x="216619" y="70224"/>
                  <a:pt x="226204" y="75331"/>
                  <a:pt x="233233" y="83630"/>
                </a:cubicBezTo>
                <a:cubicBezTo>
                  <a:pt x="246013" y="98952"/>
                  <a:pt x="245373" y="123211"/>
                  <a:pt x="231316" y="138532"/>
                </a:cubicBezTo>
                <a:lnTo>
                  <a:pt x="185947" y="183220"/>
                </a:lnTo>
                <a:cubicBezTo>
                  <a:pt x="184669" y="184497"/>
                  <a:pt x="183391" y="185135"/>
                  <a:pt x="181474" y="185135"/>
                </a:cubicBezTo>
                <a:cubicBezTo>
                  <a:pt x="179557" y="185135"/>
                  <a:pt x="178279" y="184497"/>
                  <a:pt x="177001" y="183220"/>
                </a:cubicBezTo>
                <a:lnTo>
                  <a:pt x="131633" y="138532"/>
                </a:lnTo>
                <a:cubicBezTo>
                  <a:pt x="117575" y="123211"/>
                  <a:pt x="116936" y="98952"/>
                  <a:pt x="129716" y="83630"/>
                </a:cubicBezTo>
                <a:close/>
                <a:moveTo>
                  <a:pt x="296493" y="234930"/>
                </a:moveTo>
                <a:cubicBezTo>
                  <a:pt x="293298" y="243868"/>
                  <a:pt x="287547" y="250890"/>
                  <a:pt x="279879" y="256636"/>
                </a:cubicBezTo>
                <a:lnTo>
                  <a:pt x="240901" y="285364"/>
                </a:lnTo>
                <a:cubicBezTo>
                  <a:pt x="235150" y="289833"/>
                  <a:pt x="231955" y="294301"/>
                  <a:pt x="231316" y="299409"/>
                </a:cubicBezTo>
                <a:cubicBezTo>
                  <a:pt x="231316" y="302601"/>
                  <a:pt x="228121" y="305154"/>
                  <a:pt x="224926" y="305154"/>
                </a:cubicBezTo>
                <a:cubicBezTo>
                  <a:pt x="224926" y="305154"/>
                  <a:pt x="224287" y="305154"/>
                  <a:pt x="224287" y="305154"/>
                </a:cubicBezTo>
                <a:cubicBezTo>
                  <a:pt x="221092" y="304516"/>
                  <a:pt x="217897" y="301962"/>
                  <a:pt x="218536" y="298132"/>
                </a:cubicBezTo>
                <a:cubicBezTo>
                  <a:pt x="219175" y="289194"/>
                  <a:pt x="224287" y="281533"/>
                  <a:pt x="233233" y="275149"/>
                </a:cubicBezTo>
                <a:lnTo>
                  <a:pt x="272211" y="246422"/>
                </a:lnTo>
                <a:cubicBezTo>
                  <a:pt x="277962" y="242591"/>
                  <a:pt x="281796" y="236846"/>
                  <a:pt x="284352" y="230462"/>
                </a:cubicBezTo>
                <a:lnTo>
                  <a:pt x="300327" y="186412"/>
                </a:lnTo>
                <a:cubicBezTo>
                  <a:pt x="301605" y="182582"/>
                  <a:pt x="302244" y="179390"/>
                  <a:pt x="301605" y="175560"/>
                </a:cubicBezTo>
                <a:lnTo>
                  <a:pt x="297132" y="115550"/>
                </a:lnTo>
                <a:cubicBezTo>
                  <a:pt x="297132" y="115550"/>
                  <a:pt x="297132" y="114912"/>
                  <a:pt x="297132" y="114912"/>
                </a:cubicBezTo>
                <a:cubicBezTo>
                  <a:pt x="297132" y="114912"/>
                  <a:pt x="295854" y="114912"/>
                  <a:pt x="294576" y="115550"/>
                </a:cubicBezTo>
                <a:cubicBezTo>
                  <a:pt x="293298" y="116188"/>
                  <a:pt x="291381" y="117465"/>
                  <a:pt x="290103" y="121296"/>
                </a:cubicBezTo>
                <a:lnTo>
                  <a:pt x="284352" y="171091"/>
                </a:lnTo>
                <a:cubicBezTo>
                  <a:pt x="288186" y="172368"/>
                  <a:pt x="292020" y="174283"/>
                  <a:pt x="293937" y="176836"/>
                </a:cubicBezTo>
                <a:cubicBezTo>
                  <a:pt x="295215" y="178752"/>
                  <a:pt x="299688" y="186412"/>
                  <a:pt x="290742" y="195350"/>
                </a:cubicBezTo>
                <a:lnTo>
                  <a:pt x="272211" y="218971"/>
                </a:lnTo>
                <a:cubicBezTo>
                  <a:pt x="268377" y="223439"/>
                  <a:pt x="263904" y="227270"/>
                  <a:pt x="258153" y="229823"/>
                </a:cubicBezTo>
                <a:lnTo>
                  <a:pt x="235788" y="240676"/>
                </a:lnTo>
                <a:cubicBezTo>
                  <a:pt x="232593" y="241953"/>
                  <a:pt x="228760" y="240676"/>
                  <a:pt x="227482" y="238122"/>
                </a:cubicBezTo>
                <a:cubicBezTo>
                  <a:pt x="226204" y="234930"/>
                  <a:pt x="227482" y="231100"/>
                  <a:pt x="230038" y="229823"/>
                </a:cubicBezTo>
                <a:lnTo>
                  <a:pt x="252403" y="218971"/>
                </a:lnTo>
                <a:cubicBezTo>
                  <a:pt x="256236" y="217055"/>
                  <a:pt x="259431" y="214502"/>
                  <a:pt x="261987" y="211310"/>
                </a:cubicBezTo>
                <a:lnTo>
                  <a:pt x="281157" y="187051"/>
                </a:lnTo>
                <a:cubicBezTo>
                  <a:pt x="283074" y="184497"/>
                  <a:pt x="283713" y="183859"/>
                  <a:pt x="283713" y="183859"/>
                </a:cubicBezTo>
                <a:cubicBezTo>
                  <a:pt x="283074" y="182582"/>
                  <a:pt x="276045" y="181305"/>
                  <a:pt x="270294" y="183859"/>
                </a:cubicBezTo>
                <a:cubicBezTo>
                  <a:pt x="262626" y="187051"/>
                  <a:pt x="255597" y="194073"/>
                  <a:pt x="247929" y="201095"/>
                </a:cubicBezTo>
                <a:cubicBezTo>
                  <a:pt x="246651" y="202372"/>
                  <a:pt x="245373" y="203011"/>
                  <a:pt x="243456" y="203011"/>
                </a:cubicBezTo>
                <a:cubicBezTo>
                  <a:pt x="243456" y="203011"/>
                  <a:pt x="240261" y="203011"/>
                  <a:pt x="235788" y="203649"/>
                </a:cubicBezTo>
                <a:cubicBezTo>
                  <a:pt x="214702" y="205564"/>
                  <a:pt x="196810" y="221524"/>
                  <a:pt x="191059" y="242591"/>
                </a:cubicBezTo>
                <a:cubicBezTo>
                  <a:pt x="188503" y="252806"/>
                  <a:pt x="187864" y="258551"/>
                  <a:pt x="187864" y="270681"/>
                </a:cubicBezTo>
                <a:cubicBezTo>
                  <a:pt x="187864" y="274511"/>
                  <a:pt x="185308" y="277065"/>
                  <a:pt x="181474" y="277065"/>
                </a:cubicBezTo>
                <a:cubicBezTo>
                  <a:pt x="181474" y="277065"/>
                  <a:pt x="181474" y="277065"/>
                  <a:pt x="181474" y="277065"/>
                </a:cubicBezTo>
                <a:cubicBezTo>
                  <a:pt x="181474" y="277065"/>
                  <a:pt x="181474" y="277065"/>
                  <a:pt x="181474" y="277065"/>
                </a:cubicBezTo>
                <a:cubicBezTo>
                  <a:pt x="177640" y="277065"/>
                  <a:pt x="175084" y="274511"/>
                  <a:pt x="175084" y="270681"/>
                </a:cubicBezTo>
                <a:cubicBezTo>
                  <a:pt x="175084" y="258551"/>
                  <a:pt x="174445" y="252806"/>
                  <a:pt x="171889" y="242591"/>
                </a:cubicBezTo>
                <a:cubicBezTo>
                  <a:pt x="166138" y="221524"/>
                  <a:pt x="148247" y="206203"/>
                  <a:pt x="127160" y="203649"/>
                </a:cubicBezTo>
                <a:cubicBezTo>
                  <a:pt x="122687" y="203011"/>
                  <a:pt x="119492" y="203011"/>
                  <a:pt x="119492" y="203011"/>
                </a:cubicBezTo>
                <a:cubicBezTo>
                  <a:pt x="117575" y="203011"/>
                  <a:pt x="116297" y="202372"/>
                  <a:pt x="115019" y="201095"/>
                </a:cubicBezTo>
                <a:cubicBezTo>
                  <a:pt x="107351" y="194073"/>
                  <a:pt x="99683" y="187051"/>
                  <a:pt x="92654" y="183859"/>
                </a:cubicBezTo>
                <a:cubicBezTo>
                  <a:pt x="86903" y="181305"/>
                  <a:pt x="80513" y="182582"/>
                  <a:pt x="79235" y="183859"/>
                </a:cubicBezTo>
                <a:cubicBezTo>
                  <a:pt x="79235" y="183859"/>
                  <a:pt x="79874" y="185135"/>
                  <a:pt x="81152" y="186412"/>
                </a:cubicBezTo>
                <a:lnTo>
                  <a:pt x="100961" y="210671"/>
                </a:lnTo>
                <a:cubicBezTo>
                  <a:pt x="103517" y="213863"/>
                  <a:pt x="106712" y="216417"/>
                  <a:pt x="110546" y="218332"/>
                </a:cubicBezTo>
                <a:lnTo>
                  <a:pt x="132911" y="229185"/>
                </a:lnTo>
                <a:cubicBezTo>
                  <a:pt x="136106" y="230462"/>
                  <a:pt x="137384" y="234292"/>
                  <a:pt x="135467" y="237484"/>
                </a:cubicBezTo>
                <a:cubicBezTo>
                  <a:pt x="134189" y="240676"/>
                  <a:pt x="130354" y="241953"/>
                  <a:pt x="127160" y="240038"/>
                </a:cubicBezTo>
                <a:lnTo>
                  <a:pt x="104795" y="229185"/>
                </a:lnTo>
                <a:cubicBezTo>
                  <a:pt x="99683" y="226631"/>
                  <a:pt x="94571" y="222801"/>
                  <a:pt x="90737" y="218332"/>
                </a:cubicBezTo>
                <a:lnTo>
                  <a:pt x="71567" y="194073"/>
                </a:lnTo>
                <a:cubicBezTo>
                  <a:pt x="63260" y="185135"/>
                  <a:pt x="67094" y="178113"/>
                  <a:pt x="69011" y="175560"/>
                </a:cubicBezTo>
                <a:cubicBezTo>
                  <a:pt x="70928" y="172368"/>
                  <a:pt x="74762" y="170452"/>
                  <a:pt x="78596" y="169814"/>
                </a:cubicBezTo>
                <a:lnTo>
                  <a:pt x="72845" y="120019"/>
                </a:lnTo>
                <a:cubicBezTo>
                  <a:pt x="71567" y="116188"/>
                  <a:pt x="69011" y="114912"/>
                  <a:pt x="68372" y="114273"/>
                </a:cubicBezTo>
                <a:cubicBezTo>
                  <a:pt x="67094" y="113635"/>
                  <a:pt x="66455" y="113635"/>
                  <a:pt x="65816" y="113635"/>
                </a:cubicBezTo>
                <a:cubicBezTo>
                  <a:pt x="65816" y="113635"/>
                  <a:pt x="65816" y="113635"/>
                  <a:pt x="65816" y="114273"/>
                </a:cubicBezTo>
                <a:lnTo>
                  <a:pt x="61343" y="174283"/>
                </a:lnTo>
                <a:cubicBezTo>
                  <a:pt x="61343" y="178113"/>
                  <a:pt x="61343" y="181944"/>
                  <a:pt x="62621" y="185135"/>
                </a:cubicBezTo>
                <a:lnTo>
                  <a:pt x="78596" y="229185"/>
                </a:lnTo>
                <a:cubicBezTo>
                  <a:pt x="81152" y="235569"/>
                  <a:pt x="84986" y="240676"/>
                  <a:pt x="90737" y="245145"/>
                </a:cubicBezTo>
                <a:lnTo>
                  <a:pt x="129716" y="273873"/>
                </a:lnTo>
                <a:cubicBezTo>
                  <a:pt x="138662" y="280257"/>
                  <a:pt x="143774" y="287917"/>
                  <a:pt x="144412" y="296855"/>
                </a:cubicBezTo>
                <a:cubicBezTo>
                  <a:pt x="145052" y="300047"/>
                  <a:pt x="141857" y="303239"/>
                  <a:pt x="138662" y="303877"/>
                </a:cubicBezTo>
                <a:cubicBezTo>
                  <a:pt x="138662" y="303877"/>
                  <a:pt x="138022" y="303877"/>
                  <a:pt x="138022" y="303877"/>
                </a:cubicBezTo>
                <a:cubicBezTo>
                  <a:pt x="134828" y="303877"/>
                  <a:pt x="132272" y="301324"/>
                  <a:pt x="131633" y="298132"/>
                </a:cubicBezTo>
                <a:cubicBezTo>
                  <a:pt x="130994" y="293025"/>
                  <a:pt x="127799" y="288556"/>
                  <a:pt x="122048" y="284087"/>
                </a:cubicBezTo>
                <a:lnTo>
                  <a:pt x="83069" y="255359"/>
                </a:lnTo>
                <a:cubicBezTo>
                  <a:pt x="75401" y="249614"/>
                  <a:pt x="69650" y="242591"/>
                  <a:pt x="66455" y="233654"/>
                </a:cubicBezTo>
                <a:lnTo>
                  <a:pt x="50480" y="189604"/>
                </a:lnTo>
                <a:cubicBezTo>
                  <a:pt x="48563" y="184497"/>
                  <a:pt x="47925" y="178752"/>
                  <a:pt x="47925" y="173006"/>
                </a:cubicBezTo>
                <a:lnTo>
                  <a:pt x="52398" y="112996"/>
                </a:lnTo>
                <a:cubicBezTo>
                  <a:pt x="53036" y="105974"/>
                  <a:pt x="57509" y="101505"/>
                  <a:pt x="64538" y="100867"/>
                </a:cubicBezTo>
                <a:cubicBezTo>
                  <a:pt x="72206" y="100228"/>
                  <a:pt x="81791" y="105974"/>
                  <a:pt x="84986" y="116827"/>
                </a:cubicBezTo>
                <a:cubicBezTo>
                  <a:pt x="84986" y="116827"/>
                  <a:pt x="84986" y="117465"/>
                  <a:pt x="84986" y="117465"/>
                </a:cubicBezTo>
                <a:lnTo>
                  <a:pt x="90737" y="169176"/>
                </a:lnTo>
                <a:cubicBezTo>
                  <a:pt x="93293" y="169814"/>
                  <a:pt x="95210" y="170452"/>
                  <a:pt x="97766" y="171729"/>
                </a:cubicBezTo>
                <a:cubicBezTo>
                  <a:pt x="106073" y="175560"/>
                  <a:pt x="113741" y="181944"/>
                  <a:pt x="121409" y="189604"/>
                </a:cubicBezTo>
                <a:cubicBezTo>
                  <a:pt x="123326" y="189604"/>
                  <a:pt x="125243" y="189604"/>
                  <a:pt x="127799" y="190243"/>
                </a:cubicBezTo>
                <a:cubicBezTo>
                  <a:pt x="152080" y="192796"/>
                  <a:pt x="172528" y="208756"/>
                  <a:pt x="181474" y="231738"/>
                </a:cubicBezTo>
                <a:cubicBezTo>
                  <a:pt x="190420" y="209395"/>
                  <a:pt x="210868" y="192796"/>
                  <a:pt x="235150" y="190243"/>
                </a:cubicBezTo>
                <a:cubicBezTo>
                  <a:pt x="237706" y="190243"/>
                  <a:pt x="240261" y="189604"/>
                  <a:pt x="241540" y="189604"/>
                </a:cubicBezTo>
                <a:cubicBezTo>
                  <a:pt x="249208" y="182582"/>
                  <a:pt x="257514" y="175560"/>
                  <a:pt x="265821" y="171729"/>
                </a:cubicBezTo>
                <a:cubicBezTo>
                  <a:pt x="267738" y="170452"/>
                  <a:pt x="270294" y="169814"/>
                  <a:pt x="272850" y="169814"/>
                </a:cubicBezTo>
                <a:lnTo>
                  <a:pt x="278601" y="118104"/>
                </a:lnTo>
                <a:cubicBezTo>
                  <a:pt x="278601" y="118104"/>
                  <a:pt x="278601" y="117465"/>
                  <a:pt x="278601" y="117465"/>
                </a:cubicBezTo>
                <a:cubicBezTo>
                  <a:pt x="281796" y="105974"/>
                  <a:pt x="291381" y="100867"/>
                  <a:pt x="299049" y="101505"/>
                </a:cubicBezTo>
                <a:cubicBezTo>
                  <a:pt x="305439" y="102144"/>
                  <a:pt x="310551" y="106612"/>
                  <a:pt x="311190" y="113635"/>
                </a:cubicBezTo>
                <a:lnTo>
                  <a:pt x="315663" y="173644"/>
                </a:lnTo>
                <a:cubicBezTo>
                  <a:pt x="316302" y="179390"/>
                  <a:pt x="315024" y="184497"/>
                  <a:pt x="313107" y="190243"/>
                </a:cubicBezTo>
                <a:lnTo>
                  <a:pt x="296493" y="234930"/>
                </a:lnTo>
                <a:close/>
              </a:path>
            </a:pathLst>
          </a:custGeom>
          <a:solidFill>
            <a:srgbClr val="007CB0"/>
          </a:solidFill>
          <a:ln w="6390" cap="flat">
            <a:noFill/>
            <a:prstDash val="solid"/>
            <a:miter/>
          </a:ln>
        </p:spPr>
        <p:txBody>
          <a:bodyPr rtlCol="0" anchor="ctr"/>
          <a:lstStyle/>
          <a:p>
            <a:endParaRPr lang="en-US"/>
          </a:p>
        </p:txBody>
      </p:sp>
      <p:sp>
        <p:nvSpPr>
          <p:cNvPr id="701" name="Graphic 4">
            <a:extLst>
              <a:ext uri="{FF2B5EF4-FFF2-40B4-BE49-F238E27FC236}">
                <a16:creationId xmlns:a16="http://schemas.microsoft.com/office/drawing/2014/main" id="{E24BF668-1822-9A4E-B320-E661E34CF5C7}"/>
              </a:ext>
            </a:extLst>
          </p:cNvPr>
          <p:cNvSpPr/>
          <p:nvPr/>
        </p:nvSpPr>
        <p:spPr>
          <a:xfrm>
            <a:off x="2998797"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1 w 361670"/>
              <a:gd name="connsiteY3" fmla="*/ 180667 h 361333"/>
              <a:gd name="connsiteX4" fmla="*/ 180835 w 361670"/>
              <a:gd name="connsiteY4" fmla="*/ 0 h 361333"/>
              <a:gd name="connsiteX5" fmla="*/ 215980 w 361670"/>
              <a:gd name="connsiteY5" fmla="*/ 241953 h 361333"/>
              <a:gd name="connsiteX6" fmla="*/ 182752 w 361670"/>
              <a:gd name="connsiteY6" fmla="*/ 275149 h 361333"/>
              <a:gd name="connsiteX7" fmla="*/ 178279 w 361670"/>
              <a:gd name="connsiteY7" fmla="*/ 277065 h 361333"/>
              <a:gd name="connsiteX8" fmla="*/ 173806 w 361670"/>
              <a:gd name="connsiteY8" fmla="*/ 275149 h 361333"/>
              <a:gd name="connsiteX9" fmla="*/ 140579 w 361670"/>
              <a:gd name="connsiteY9" fmla="*/ 242591 h 361333"/>
              <a:gd name="connsiteX10" fmla="*/ 139301 w 361670"/>
              <a:gd name="connsiteY10" fmla="*/ 199819 h 361333"/>
              <a:gd name="connsiteX11" fmla="*/ 160387 w 361670"/>
              <a:gd name="connsiteY11" fmla="*/ 189604 h 361333"/>
              <a:gd name="connsiteX12" fmla="*/ 178918 w 361670"/>
              <a:gd name="connsiteY12" fmla="*/ 195988 h 361333"/>
              <a:gd name="connsiteX13" fmla="*/ 197449 w 361670"/>
              <a:gd name="connsiteY13" fmla="*/ 189604 h 361333"/>
              <a:gd name="connsiteX14" fmla="*/ 218536 w 361670"/>
              <a:gd name="connsiteY14" fmla="*/ 199819 h 361333"/>
              <a:gd name="connsiteX15" fmla="*/ 215980 w 361670"/>
              <a:gd name="connsiteY15" fmla="*/ 241953 h 361333"/>
              <a:gd name="connsiteX16" fmla="*/ 240262 w 361670"/>
              <a:gd name="connsiteY16" fmla="*/ 261743 h 361333"/>
              <a:gd name="connsiteX17" fmla="*/ 237706 w 361670"/>
              <a:gd name="connsiteY17" fmla="*/ 268766 h 361333"/>
              <a:gd name="connsiteX18" fmla="*/ 237706 w 361670"/>
              <a:gd name="connsiteY18" fmla="*/ 294301 h 361333"/>
              <a:gd name="connsiteX19" fmla="*/ 231316 w 361670"/>
              <a:gd name="connsiteY19" fmla="*/ 300685 h 361333"/>
              <a:gd name="connsiteX20" fmla="*/ 224926 w 361670"/>
              <a:gd name="connsiteY20" fmla="*/ 294301 h 361333"/>
              <a:gd name="connsiteX21" fmla="*/ 224926 w 361670"/>
              <a:gd name="connsiteY21" fmla="*/ 268766 h 361333"/>
              <a:gd name="connsiteX22" fmla="*/ 231316 w 361670"/>
              <a:gd name="connsiteY22" fmla="*/ 252806 h 361333"/>
              <a:gd name="connsiteX23" fmla="*/ 244096 w 361670"/>
              <a:gd name="connsiteY23" fmla="*/ 220247 h 361333"/>
              <a:gd name="connsiteX24" fmla="*/ 244096 w 361670"/>
              <a:gd name="connsiteY24" fmla="*/ 114273 h 361333"/>
              <a:gd name="connsiteX25" fmla="*/ 241540 w 361670"/>
              <a:gd name="connsiteY25" fmla="*/ 107889 h 361333"/>
              <a:gd name="connsiteX26" fmla="*/ 235150 w 361670"/>
              <a:gd name="connsiteY26" fmla="*/ 105336 h 361333"/>
              <a:gd name="connsiteX27" fmla="*/ 226204 w 361670"/>
              <a:gd name="connsiteY27" fmla="*/ 114273 h 361333"/>
              <a:gd name="connsiteX28" fmla="*/ 226204 w 361670"/>
              <a:gd name="connsiteY28" fmla="*/ 162153 h 361333"/>
              <a:gd name="connsiteX29" fmla="*/ 219814 w 361670"/>
              <a:gd name="connsiteY29" fmla="*/ 168537 h 361333"/>
              <a:gd name="connsiteX30" fmla="*/ 213424 w 361670"/>
              <a:gd name="connsiteY30" fmla="*/ 162153 h 361333"/>
              <a:gd name="connsiteX31" fmla="*/ 213424 w 361670"/>
              <a:gd name="connsiteY31" fmla="*/ 114273 h 361333"/>
              <a:gd name="connsiteX32" fmla="*/ 213424 w 361670"/>
              <a:gd name="connsiteY32" fmla="*/ 84269 h 361333"/>
              <a:gd name="connsiteX33" fmla="*/ 210868 w 361670"/>
              <a:gd name="connsiteY33" fmla="*/ 77885 h 361333"/>
              <a:gd name="connsiteX34" fmla="*/ 204478 w 361670"/>
              <a:gd name="connsiteY34" fmla="*/ 75331 h 361333"/>
              <a:gd name="connsiteX35" fmla="*/ 195532 w 361670"/>
              <a:gd name="connsiteY35" fmla="*/ 83630 h 361333"/>
              <a:gd name="connsiteX36" fmla="*/ 195532 w 361670"/>
              <a:gd name="connsiteY36" fmla="*/ 162792 h 361333"/>
              <a:gd name="connsiteX37" fmla="*/ 189142 w 361670"/>
              <a:gd name="connsiteY37" fmla="*/ 169176 h 361333"/>
              <a:gd name="connsiteX38" fmla="*/ 182752 w 361670"/>
              <a:gd name="connsiteY38" fmla="*/ 162792 h 361333"/>
              <a:gd name="connsiteX39" fmla="*/ 182752 w 361670"/>
              <a:gd name="connsiteY39" fmla="*/ 84907 h 361333"/>
              <a:gd name="connsiteX40" fmla="*/ 182752 w 361670"/>
              <a:gd name="connsiteY40" fmla="*/ 84907 h 361333"/>
              <a:gd name="connsiteX41" fmla="*/ 182752 w 361670"/>
              <a:gd name="connsiteY41" fmla="*/ 83630 h 361333"/>
              <a:gd name="connsiteX42" fmla="*/ 182752 w 361670"/>
              <a:gd name="connsiteY42" fmla="*/ 74054 h 361333"/>
              <a:gd name="connsiteX43" fmla="*/ 180196 w 361670"/>
              <a:gd name="connsiteY43" fmla="*/ 67670 h 361333"/>
              <a:gd name="connsiteX44" fmla="*/ 173806 w 361670"/>
              <a:gd name="connsiteY44" fmla="*/ 65117 h 361333"/>
              <a:gd name="connsiteX45" fmla="*/ 164861 w 361670"/>
              <a:gd name="connsiteY45" fmla="*/ 74054 h 361333"/>
              <a:gd name="connsiteX46" fmla="*/ 164861 w 361670"/>
              <a:gd name="connsiteY46" fmla="*/ 90014 h 361333"/>
              <a:gd name="connsiteX47" fmla="*/ 164861 w 361670"/>
              <a:gd name="connsiteY47" fmla="*/ 91291 h 361333"/>
              <a:gd name="connsiteX48" fmla="*/ 164861 w 361670"/>
              <a:gd name="connsiteY48" fmla="*/ 91291 h 361333"/>
              <a:gd name="connsiteX49" fmla="*/ 164861 w 361670"/>
              <a:gd name="connsiteY49" fmla="*/ 162792 h 361333"/>
              <a:gd name="connsiteX50" fmla="*/ 158471 w 361670"/>
              <a:gd name="connsiteY50" fmla="*/ 169176 h 361333"/>
              <a:gd name="connsiteX51" fmla="*/ 152081 w 361670"/>
              <a:gd name="connsiteY51" fmla="*/ 162792 h 361333"/>
              <a:gd name="connsiteX52" fmla="*/ 152081 w 361670"/>
              <a:gd name="connsiteY52" fmla="*/ 90653 h 361333"/>
              <a:gd name="connsiteX53" fmla="*/ 149525 w 361670"/>
              <a:gd name="connsiteY53" fmla="*/ 84907 h 361333"/>
              <a:gd name="connsiteX54" fmla="*/ 143135 w 361670"/>
              <a:gd name="connsiteY54" fmla="*/ 82354 h 361333"/>
              <a:gd name="connsiteX55" fmla="*/ 134189 w 361670"/>
              <a:gd name="connsiteY55" fmla="*/ 91291 h 361333"/>
              <a:gd name="connsiteX56" fmla="*/ 134189 w 361670"/>
              <a:gd name="connsiteY56" fmla="*/ 147470 h 361333"/>
              <a:gd name="connsiteX57" fmla="*/ 134189 w 361670"/>
              <a:gd name="connsiteY57" fmla="*/ 148108 h 361333"/>
              <a:gd name="connsiteX58" fmla="*/ 134189 w 361670"/>
              <a:gd name="connsiteY58" fmla="*/ 178752 h 361333"/>
              <a:gd name="connsiteX59" fmla="*/ 127799 w 361670"/>
              <a:gd name="connsiteY59" fmla="*/ 185135 h 361333"/>
              <a:gd name="connsiteX60" fmla="*/ 121409 w 361670"/>
              <a:gd name="connsiteY60" fmla="*/ 178752 h 361333"/>
              <a:gd name="connsiteX61" fmla="*/ 121409 w 361670"/>
              <a:gd name="connsiteY61" fmla="*/ 150662 h 361333"/>
              <a:gd name="connsiteX62" fmla="*/ 121409 w 361670"/>
              <a:gd name="connsiteY62" fmla="*/ 150662 h 361333"/>
              <a:gd name="connsiteX63" fmla="*/ 121409 w 361670"/>
              <a:gd name="connsiteY63" fmla="*/ 148108 h 361333"/>
              <a:gd name="connsiteX64" fmla="*/ 116936 w 361670"/>
              <a:gd name="connsiteY64" fmla="*/ 138533 h 361333"/>
              <a:gd name="connsiteX65" fmla="*/ 114380 w 361670"/>
              <a:gd name="connsiteY65" fmla="*/ 136617 h 361333"/>
              <a:gd name="connsiteX66" fmla="*/ 109268 w 361670"/>
              <a:gd name="connsiteY66" fmla="*/ 135341 h 361333"/>
              <a:gd name="connsiteX67" fmla="*/ 108629 w 361670"/>
              <a:gd name="connsiteY67" fmla="*/ 135341 h 361333"/>
              <a:gd name="connsiteX68" fmla="*/ 104156 w 361670"/>
              <a:gd name="connsiteY68" fmla="*/ 135979 h 361333"/>
              <a:gd name="connsiteX69" fmla="*/ 104156 w 361670"/>
              <a:gd name="connsiteY69" fmla="*/ 215779 h 361333"/>
              <a:gd name="connsiteX70" fmla="*/ 124604 w 361670"/>
              <a:gd name="connsiteY70" fmla="*/ 252806 h 361333"/>
              <a:gd name="connsiteX71" fmla="*/ 134828 w 361670"/>
              <a:gd name="connsiteY71" fmla="*/ 271958 h 361333"/>
              <a:gd name="connsiteX72" fmla="*/ 134828 w 361670"/>
              <a:gd name="connsiteY72" fmla="*/ 294940 h 361333"/>
              <a:gd name="connsiteX73" fmla="*/ 128438 w 361670"/>
              <a:gd name="connsiteY73" fmla="*/ 301324 h 361333"/>
              <a:gd name="connsiteX74" fmla="*/ 122048 w 361670"/>
              <a:gd name="connsiteY74" fmla="*/ 294940 h 361333"/>
              <a:gd name="connsiteX75" fmla="*/ 122048 w 361670"/>
              <a:gd name="connsiteY75" fmla="*/ 271319 h 361333"/>
              <a:gd name="connsiteX76" fmla="*/ 117575 w 361670"/>
              <a:gd name="connsiteY76" fmla="*/ 263020 h 361333"/>
              <a:gd name="connsiteX77" fmla="*/ 91376 w 361670"/>
              <a:gd name="connsiteY77" fmla="*/ 215779 h 361333"/>
              <a:gd name="connsiteX78" fmla="*/ 91376 w 361670"/>
              <a:gd name="connsiteY78" fmla="*/ 213863 h 361333"/>
              <a:gd name="connsiteX79" fmla="*/ 91376 w 361670"/>
              <a:gd name="connsiteY79" fmla="*/ 134064 h 361333"/>
              <a:gd name="connsiteX80" fmla="*/ 98405 w 361670"/>
              <a:gd name="connsiteY80" fmla="*/ 123849 h 361333"/>
              <a:gd name="connsiteX81" fmla="*/ 108629 w 361670"/>
              <a:gd name="connsiteY81" fmla="*/ 122573 h 361333"/>
              <a:gd name="connsiteX82" fmla="*/ 109268 w 361670"/>
              <a:gd name="connsiteY82" fmla="*/ 122573 h 361333"/>
              <a:gd name="connsiteX83" fmla="*/ 120131 w 361670"/>
              <a:gd name="connsiteY83" fmla="*/ 125126 h 361333"/>
              <a:gd name="connsiteX84" fmla="*/ 122048 w 361670"/>
              <a:gd name="connsiteY84" fmla="*/ 126403 h 361333"/>
              <a:gd name="connsiteX85" fmla="*/ 122048 w 361670"/>
              <a:gd name="connsiteY85" fmla="*/ 91291 h 361333"/>
              <a:gd name="connsiteX86" fmla="*/ 143774 w 361670"/>
              <a:gd name="connsiteY86" fmla="*/ 69586 h 361333"/>
              <a:gd name="connsiteX87" fmla="*/ 152720 w 361670"/>
              <a:gd name="connsiteY87" fmla="*/ 71501 h 361333"/>
              <a:gd name="connsiteX88" fmla="*/ 174445 w 361670"/>
              <a:gd name="connsiteY88" fmla="*/ 52349 h 361333"/>
              <a:gd name="connsiteX89" fmla="*/ 189781 w 361670"/>
              <a:gd name="connsiteY89" fmla="*/ 58733 h 361333"/>
              <a:gd name="connsiteX90" fmla="*/ 194254 w 361670"/>
              <a:gd name="connsiteY90" fmla="*/ 65755 h 361333"/>
              <a:gd name="connsiteX91" fmla="*/ 204478 w 361670"/>
              <a:gd name="connsiteY91" fmla="*/ 63202 h 361333"/>
              <a:gd name="connsiteX92" fmla="*/ 219814 w 361670"/>
              <a:gd name="connsiteY92" fmla="*/ 69586 h 361333"/>
              <a:gd name="connsiteX93" fmla="*/ 226204 w 361670"/>
              <a:gd name="connsiteY93" fmla="*/ 84907 h 361333"/>
              <a:gd name="connsiteX94" fmla="*/ 226204 w 361670"/>
              <a:gd name="connsiteY94" fmla="*/ 95121 h 361333"/>
              <a:gd name="connsiteX95" fmla="*/ 235150 w 361670"/>
              <a:gd name="connsiteY95" fmla="*/ 93206 h 361333"/>
              <a:gd name="connsiteX96" fmla="*/ 250486 w 361670"/>
              <a:gd name="connsiteY96" fmla="*/ 99590 h 361333"/>
              <a:gd name="connsiteX97" fmla="*/ 256876 w 361670"/>
              <a:gd name="connsiteY97" fmla="*/ 114912 h 361333"/>
              <a:gd name="connsiteX98" fmla="*/ 256876 w 361670"/>
              <a:gd name="connsiteY98" fmla="*/ 220886 h 361333"/>
              <a:gd name="connsiteX99" fmla="*/ 240262 w 361670"/>
              <a:gd name="connsiteY99" fmla="*/ 26174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1" y="280257"/>
                  <a:pt x="361671" y="180667"/>
                </a:cubicBezTo>
                <a:cubicBezTo>
                  <a:pt x="361671" y="81077"/>
                  <a:pt x="281157" y="0"/>
                  <a:pt x="180835" y="0"/>
                </a:cubicBezTo>
                <a:close/>
                <a:moveTo>
                  <a:pt x="215980" y="241953"/>
                </a:moveTo>
                <a:lnTo>
                  <a:pt x="182752" y="275149"/>
                </a:lnTo>
                <a:cubicBezTo>
                  <a:pt x="181474" y="276426"/>
                  <a:pt x="180196" y="277065"/>
                  <a:pt x="178279" y="277065"/>
                </a:cubicBezTo>
                <a:cubicBezTo>
                  <a:pt x="176362" y="277065"/>
                  <a:pt x="175084" y="276426"/>
                  <a:pt x="173806" y="275149"/>
                </a:cubicBezTo>
                <a:lnTo>
                  <a:pt x="140579" y="242591"/>
                </a:lnTo>
                <a:cubicBezTo>
                  <a:pt x="129716" y="230462"/>
                  <a:pt x="129077" y="211948"/>
                  <a:pt x="139301" y="199819"/>
                </a:cubicBezTo>
                <a:cubicBezTo>
                  <a:pt x="144413" y="193435"/>
                  <a:pt x="152081" y="189604"/>
                  <a:pt x="160387" y="189604"/>
                </a:cubicBezTo>
                <a:cubicBezTo>
                  <a:pt x="166777" y="189604"/>
                  <a:pt x="173167" y="191519"/>
                  <a:pt x="178918" y="195988"/>
                </a:cubicBezTo>
                <a:cubicBezTo>
                  <a:pt x="184030" y="191519"/>
                  <a:pt x="190420" y="189604"/>
                  <a:pt x="197449" y="189604"/>
                </a:cubicBezTo>
                <a:cubicBezTo>
                  <a:pt x="205756" y="189604"/>
                  <a:pt x="212785" y="193435"/>
                  <a:pt x="218536" y="199819"/>
                </a:cubicBezTo>
                <a:cubicBezTo>
                  <a:pt x="227482" y="211310"/>
                  <a:pt x="226843" y="230462"/>
                  <a:pt x="215980" y="241953"/>
                </a:cubicBezTo>
                <a:close/>
                <a:moveTo>
                  <a:pt x="240262" y="261743"/>
                </a:moveTo>
                <a:cubicBezTo>
                  <a:pt x="238345" y="263658"/>
                  <a:pt x="237706" y="266212"/>
                  <a:pt x="237706" y="268766"/>
                </a:cubicBezTo>
                <a:lnTo>
                  <a:pt x="237706" y="294301"/>
                </a:lnTo>
                <a:cubicBezTo>
                  <a:pt x="237706" y="298132"/>
                  <a:pt x="235150" y="300685"/>
                  <a:pt x="231316" y="300685"/>
                </a:cubicBezTo>
                <a:cubicBezTo>
                  <a:pt x="227482" y="300685"/>
                  <a:pt x="224926" y="298132"/>
                  <a:pt x="224926" y="294301"/>
                </a:cubicBezTo>
                <a:lnTo>
                  <a:pt x="224926" y="268766"/>
                </a:lnTo>
                <a:cubicBezTo>
                  <a:pt x="224926" y="263020"/>
                  <a:pt x="227482" y="257274"/>
                  <a:pt x="231316" y="252806"/>
                </a:cubicBezTo>
                <a:cubicBezTo>
                  <a:pt x="239623" y="243868"/>
                  <a:pt x="244096" y="232377"/>
                  <a:pt x="244096" y="220247"/>
                </a:cubicBezTo>
                <a:lnTo>
                  <a:pt x="244096" y="114273"/>
                </a:lnTo>
                <a:cubicBezTo>
                  <a:pt x="244096" y="111720"/>
                  <a:pt x="243457" y="109805"/>
                  <a:pt x="241540" y="107889"/>
                </a:cubicBezTo>
                <a:cubicBezTo>
                  <a:pt x="239623" y="105974"/>
                  <a:pt x="237706" y="105336"/>
                  <a:pt x="235150" y="105336"/>
                </a:cubicBezTo>
                <a:cubicBezTo>
                  <a:pt x="230038" y="105336"/>
                  <a:pt x="226204" y="109166"/>
                  <a:pt x="226204" y="114273"/>
                </a:cubicBezTo>
                <a:lnTo>
                  <a:pt x="226204" y="162153"/>
                </a:lnTo>
                <a:cubicBezTo>
                  <a:pt x="226204" y="165984"/>
                  <a:pt x="223648" y="168537"/>
                  <a:pt x="219814" y="168537"/>
                </a:cubicBezTo>
                <a:cubicBezTo>
                  <a:pt x="215980" y="168537"/>
                  <a:pt x="213424" y="165984"/>
                  <a:pt x="213424" y="162153"/>
                </a:cubicBezTo>
                <a:lnTo>
                  <a:pt x="213424" y="114273"/>
                </a:lnTo>
                <a:lnTo>
                  <a:pt x="213424" y="84269"/>
                </a:lnTo>
                <a:cubicBezTo>
                  <a:pt x="213424" y="81715"/>
                  <a:pt x="212785" y="79800"/>
                  <a:pt x="210868" y="77885"/>
                </a:cubicBezTo>
                <a:cubicBezTo>
                  <a:pt x="208951" y="75970"/>
                  <a:pt x="207034" y="75331"/>
                  <a:pt x="204478" y="75331"/>
                </a:cubicBezTo>
                <a:cubicBezTo>
                  <a:pt x="200005" y="75331"/>
                  <a:pt x="196171" y="79162"/>
                  <a:pt x="195532" y="83630"/>
                </a:cubicBezTo>
                <a:lnTo>
                  <a:pt x="195532" y="162792"/>
                </a:lnTo>
                <a:cubicBezTo>
                  <a:pt x="195532" y="166622"/>
                  <a:pt x="192976" y="169176"/>
                  <a:pt x="189142" y="169176"/>
                </a:cubicBezTo>
                <a:cubicBezTo>
                  <a:pt x="185308" y="169176"/>
                  <a:pt x="182752" y="166622"/>
                  <a:pt x="182752" y="162792"/>
                </a:cubicBezTo>
                <a:lnTo>
                  <a:pt x="182752" y="84907"/>
                </a:lnTo>
                <a:cubicBezTo>
                  <a:pt x="182752" y="84907"/>
                  <a:pt x="182752" y="84907"/>
                  <a:pt x="182752" y="84907"/>
                </a:cubicBezTo>
                <a:cubicBezTo>
                  <a:pt x="182752" y="84269"/>
                  <a:pt x="182752" y="84269"/>
                  <a:pt x="182752" y="83630"/>
                </a:cubicBezTo>
                <a:lnTo>
                  <a:pt x="182752" y="74054"/>
                </a:lnTo>
                <a:cubicBezTo>
                  <a:pt x="182752" y="71501"/>
                  <a:pt x="182113" y="69586"/>
                  <a:pt x="180196" y="67670"/>
                </a:cubicBezTo>
                <a:cubicBezTo>
                  <a:pt x="178279" y="65755"/>
                  <a:pt x="176362" y="65117"/>
                  <a:pt x="173806" y="65117"/>
                </a:cubicBezTo>
                <a:cubicBezTo>
                  <a:pt x="168695" y="65117"/>
                  <a:pt x="164861" y="68947"/>
                  <a:pt x="164861" y="74054"/>
                </a:cubicBezTo>
                <a:lnTo>
                  <a:pt x="164861" y="90014"/>
                </a:lnTo>
                <a:cubicBezTo>
                  <a:pt x="164861" y="90653"/>
                  <a:pt x="164861" y="90653"/>
                  <a:pt x="164861" y="91291"/>
                </a:cubicBezTo>
                <a:cubicBezTo>
                  <a:pt x="164861" y="91291"/>
                  <a:pt x="164861" y="91291"/>
                  <a:pt x="164861" y="91291"/>
                </a:cubicBezTo>
                <a:lnTo>
                  <a:pt x="164861" y="162792"/>
                </a:lnTo>
                <a:cubicBezTo>
                  <a:pt x="164861" y="166622"/>
                  <a:pt x="162305" y="169176"/>
                  <a:pt x="158471" y="169176"/>
                </a:cubicBezTo>
                <a:cubicBezTo>
                  <a:pt x="154637" y="169176"/>
                  <a:pt x="152081" y="166622"/>
                  <a:pt x="152081" y="162792"/>
                </a:cubicBezTo>
                <a:lnTo>
                  <a:pt x="152081" y="90653"/>
                </a:lnTo>
                <a:cubicBezTo>
                  <a:pt x="152081" y="88738"/>
                  <a:pt x="150803" y="86822"/>
                  <a:pt x="149525" y="84907"/>
                </a:cubicBezTo>
                <a:cubicBezTo>
                  <a:pt x="147608" y="82992"/>
                  <a:pt x="145691" y="82354"/>
                  <a:pt x="143135" y="82354"/>
                </a:cubicBezTo>
                <a:cubicBezTo>
                  <a:pt x="138023" y="82354"/>
                  <a:pt x="134189" y="86184"/>
                  <a:pt x="134189" y="91291"/>
                </a:cubicBezTo>
                <a:lnTo>
                  <a:pt x="134189" y="147470"/>
                </a:lnTo>
                <a:cubicBezTo>
                  <a:pt x="134189" y="147470"/>
                  <a:pt x="134189" y="148108"/>
                  <a:pt x="134189" y="148108"/>
                </a:cubicBezTo>
                <a:lnTo>
                  <a:pt x="134189" y="178752"/>
                </a:lnTo>
                <a:cubicBezTo>
                  <a:pt x="134189" y="182582"/>
                  <a:pt x="131633" y="185135"/>
                  <a:pt x="127799" y="185135"/>
                </a:cubicBezTo>
                <a:cubicBezTo>
                  <a:pt x="123965" y="185135"/>
                  <a:pt x="121409" y="182582"/>
                  <a:pt x="121409" y="178752"/>
                </a:cubicBezTo>
                <a:lnTo>
                  <a:pt x="121409" y="150662"/>
                </a:lnTo>
                <a:cubicBezTo>
                  <a:pt x="121409" y="150662"/>
                  <a:pt x="121409" y="150662"/>
                  <a:pt x="121409" y="150662"/>
                </a:cubicBezTo>
                <a:lnTo>
                  <a:pt x="121409" y="148108"/>
                </a:lnTo>
                <a:cubicBezTo>
                  <a:pt x="121409" y="144278"/>
                  <a:pt x="119492" y="140448"/>
                  <a:pt x="116936" y="138533"/>
                </a:cubicBezTo>
                <a:cubicBezTo>
                  <a:pt x="116297" y="137894"/>
                  <a:pt x="115019" y="137256"/>
                  <a:pt x="114380" y="136617"/>
                </a:cubicBezTo>
                <a:cubicBezTo>
                  <a:pt x="112463" y="135979"/>
                  <a:pt x="111185" y="135341"/>
                  <a:pt x="109268" y="135341"/>
                </a:cubicBezTo>
                <a:lnTo>
                  <a:pt x="108629" y="135341"/>
                </a:lnTo>
                <a:cubicBezTo>
                  <a:pt x="106712" y="135341"/>
                  <a:pt x="105434" y="135341"/>
                  <a:pt x="104156" y="135979"/>
                </a:cubicBezTo>
                <a:lnTo>
                  <a:pt x="104156" y="215779"/>
                </a:lnTo>
                <a:cubicBezTo>
                  <a:pt x="104795" y="230462"/>
                  <a:pt x="112463" y="244506"/>
                  <a:pt x="124604" y="252806"/>
                </a:cubicBezTo>
                <a:cubicBezTo>
                  <a:pt x="130994" y="257274"/>
                  <a:pt x="134828" y="264297"/>
                  <a:pt x="134828" y="271958"/>
                </a:cubicBezTo>
                <a:lnTo>
                  <a:pt x="134828" y="294940"/>
                </a:lnTo>
                <a:cubicBezTo>
                  <a:pt x="134828" y="298770"/>
                  <a:pt x="132272" y="301324"/>
                  <a:pt x="128438" y="301324"/>
                </a:cubicBezTo>
                <a:cubicBezTo>
                  <a:pt x="124604" y="301324"/>
                  <a:pt x="122048" y="298770"/>
                  <a:pt x="122048" y="294940"/>
                </a:cubicBezTo>
                <a:lnTo>
                  <a:pt x="122048" y="271319"/>
                </a:lnTo>
                <a:cubicBezTo>
                  <a:pt x="122048" y="268127"/>
                  <a:pt x="120131" y="264935"/>
                  <a:pt x="117575" y="263020"/>
                </a:cubicBezTo>
                <a:cubicBezTo>
                  <a:pt x="101600" y="252167"/>
                  <a:pt x="92015" y="234292"/>
                  <a:pt x="91376" y="215779"/>
                </a:cubicBezTo>
                <a:cubicBezTo>
                  <a:pt x="91376" y="215140"/>
                  <a:pt x="91376" y="214502"/>
                  <a:pt x="91376" y="213863"/>
                </a:cubicBezTo>
                <a:lnTo>
                  <a:pt x="91376" y="134064"/>
                </a:lnTo>
                <a:cubicBezTo>
                  <a:pt x="91376" y="129595"/>
                  <a:pt x="93932" y="125765"/>
                  <a:pt x="98405" y="123849"/>
                </a:cubicBezTo>
                <a:cubicBezTo>
                  <a:pt x="100961" y="122573"/>
                  <a:pt x="104795" y="122573"/>
                  <a:pt x="108629" y="122573"/>
                </a:cubicBezTo>
                <a:lnTo>
                  <a:pt x="109268" y="122573"/>
                </a:lnTo>
                <a:cubicBezTo>
                  <a:pt x="113102" y="122573"/>
                  <a:pt x="116297" y="123211"/>
                  <a:pt x="120131" y="125126"/>
                </a:cubicBezTo>
                <a:cubicBezTo>
                  <a:pt x="120770" y="125765"/>
                  <a:pt x="121409" y="125765"/>
                  <a:pt x="122048" y="126403"/>
                </a:cubicBezTo>
                <a:lnTo>
                  <a:pt x="122048" y="91291"/>
                </a:lnTo>
                <a:cubicBezTo>
                  <a:pt x="122048" y="79162"/>
                  <a:pt x="131633" y="69586"/>
                  <a:pt x="143774" y="69586"/>
                </a:cubicBezTo>
                <a:cubicBezTo>
                  <a:pt x="146969" y="69586"/>
                  <a:pt x="150164" y="70224"/>
                  <a:pt x="152720" y="71501"/>
                </a:cubicBezTo>
                <a:cubicBezTo>
                  <a:pt x="153998" y="60648"/>
                  <a:pt x="162943" y="52349"/>
                  <a:pt x="174445" y="52349"/>
                </a:cubicBezTo>
                <a:cubicBezTo>
                  <a:pt x="180196" y="52349"/>
                  <a:pt x="185947" y="54902"/>
                  <a:pt x="189781" y="58733"/>
                </a:cubicBezTo>
                <a:cubicBezTo>
                  <a:pt x="191698" y="60648"/>
                  <a:pt x="193615" y="63202"/>
                  <a:pt x="194254" y="65755"/>
                </a:cubicBezTo>
                <a:cubicBezTo>
                  <a:pt x="197449" y="63840"/>
                  <a:pt x="200644" y="63202"/>
                  <a:pt x="204478" y="63202"/>
                </a:cubicBezTo>
                <a:cubicBezTo>
                  <a:pt x="210229" y="63202"/>
                  <a:pt x="215980" y="65755"/>
                  <a:pt x="219814" y="69586"/>
                </a:cubicBezTo>
                <a:cubicBezTo>
                  <a:pt x="223648" y="73416"/>
                  <a:pt x="226204" y="79162"/>
                  <a:pt x="226204" y="84907"/>
                </a:cubicBezTo>
                <a:lnTo>
                  <a:pt x="226204" y="95121"/>
                </a:lnTo>
                <a:cubicBezTo>
                  <a:pt x="228760" y="93845"/>
                  <a:pt x="231955" y="93206"/>
                  <a:pt x="235150" y="93206"/>
                </a:cubicBezTo>
                <a:cubicBezTo>
                  <a:pt x="240901" y="93206"/>
                  <a:pt x="246652" y="95760"/>
                  <a:pt x="250486" y="99590"/>
                </a:cubicBezTo>
                <a:cubicBezTo>
                  <a:pt x="254320" y="103421"/>
                  <a:pt x="256876" y="109166"/>
                  <a:pt x="256876" y="114912"/>
                </a:cubicBezTo>
                <a:lnTo>
                  <a:pt x="256876" y="220886"/>
                </a:lnTo>
                <a:cubicBezTo>
                  <a:pt x="256876" y="236207"/>
                  <a:pt x="251125" y="250890"/>
                  <a:pt x="240262" y="261743"/>
                </a:cubicBezTo>
                <a:close/>
              </a:path>
            </a:pathLst>
          </a:custGeom>
          <a:solidFill>
            <a:srgbClr val="007CB0"/>
          </a:solidFill>
          <a:ln w="6390" cap="flat">
            <a:noFill/>
            <a:prstDash val="solid"/>
            <a:miter/>
          </a:ln>
        </p:spPr>
        <p:txBody>
          <a:bodyPr rtlCol="0" anchor="ctr"/>
          <a:lstStyle/>
          <a:p>
            <a:endParaRPr lang="en-US"/>
          </a:p>
        </p:txBody>
      </p:sp>
      <p:sp>
        <p:nvSpPr>
          <p:cNvPr id="702" name="Graphic 4">
            <a:extLst>
              <a:ext uri="{FF2B5EF4-FFF2-40B4-BE49-F238E27FC236}">
                <a16:creationId xmlns:a16="http://schemas.microsoft.com/office/drawing/2014/main" id="{B59A2930-43B3-9748-9FA9-5084BDA21934}"/>
              </a:ext>
            </a:extLst>
          </p:cNvPr>
          <p:cNvSpPr/>
          <p:nvPr/>
        </p:nvSpPr>
        <p:spPr>
          <a:xfrm>
            <a:off x="905454" y="333962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31955 w 361674"/>
              <a:gd name="connsiteY5" fmla="*/ 154492 h 361333"/>
              <a:gd name="connsiteX6" fmla="*/ 192976 w 361674"/>
              <a:gd name="connsiteY6" fmla="*/ 193435 h 361333"/>
              <a:gd name="connsiteX7" fmla="*/ 188503 w 361674"/>
              <a:gd name="connsiteY7" fmla="*/ 195350 h 361333"/>
              <a:gd name="connsiteX8" fmla="*/ 184030 w 361674"/>
              <a:gd name="connsiteY8" fmla="*/ 193435 h 361333"/>
              <a:gd name="connsiteX9" fmla="*/ 145052 w 361674"/>
              <a:gd name="connsiteY9" fmla="*/ 155131 h 361333"/>
              <a:gd name="connsiteX10" fmla="*/ 143135 w 361674"/>
              <a:gd name="connsiteY10" fmla="*/ 106613 h 361333"/>
              <a:gd name="connsiteX11" fmla="*/ 166777 w 361674"/>
              <a:gd name="connsiteY11" fmla="*/ 95121 h 361333"/>
              <a:gd name="connsiteX12" fmla="*/ 188503 w 361674"/>
              <a:gd name="connsiteY12" fmla="*/ 102782 h 361333"/>
              <a:gd name="connsiteX13" fmla="*/ 210229 w 361674"/>
              <a:gd name="connsiteY13" fmla="*/ 95121 h 361333"/>
              <a:gd name="connsiteX14" fmla="*/ 233872 w 361674"/>
              <a:gd name="connsiteY14" fmla="*/ 106613 h 361333"/>
              <a:gd name="connsiteX15" fmla="*/ 231955 w 361674"/>
              <a:gd name="connsiteY15" fmla="*/ 154492 h 361333"/>
              <a:gd name="connsiteX16" fmla="*/ 274767 w 361674"/>
              <a:gd name="connsiteY16" fmla="*/ 169176 h 361333"/>
              <a:gd name="connsiteX17" fmla="*/ 266460 w 361674"/>
              <a:gd name="connsiteY17" fmla="*/ 190243 h 361333"/>
              <a:gd name="connsiteX18" fmla="*/ 257514 w 361674"/>
              <a:gd name="connsiteY18" fmla="*/ 218332 h 361333"/>
              <a:gd name="connsiteX19" fmla="*/ 262626 w 361674"/>
              <a:gd name="connsiteY19" fmla="*/ 289194 h 361333"/>
              <a:gd name="connsiteX20" fmla="*/ 256875 w 361674"/>
              <a:gd name="connsiteY20" fmla="*/ 296217 h 361333"/>
              <a:gd name="connsiteX21" fmla="*/ 256237 w 361674"/>
              <a:gd name="connsiteY21" fmla="*/ 296217 h 361333"/>
              <a:gd name="connsiteX22" fmla="*/ 249847 w 361674"/>
              <a:gd name="connsiteY22" fmla="*/ 290471 h 361333"/>
              <a:gd name="connsiteX23" fmla="*/ 244735 w 361674"/>
              <a:gd name="connsiteY23" fmla="*/ 218332 h 361333"/>
              <a:gd name="connsiteX24" fmla="*/ 254959 w 361674"/>
              <a:gd name="connsiteY24" fmla="*/ 183859 h 361333"/>
              <a:gd name="connsiteX25" fmla="*/ 261987 w 361674"/>
              <a:gd name="connsiteY25" fmla="*/ 166622 h 361333"/>
              <a:gd name="connsiteX26" fmla="*/ 204478 w 361674"/>
              <a:gd name="connsiteY26" fmla="*/ 68309 h 361333"/>
              <a:gd name="connsiteX27" fmla="*/ 109907 w 361674"/>
              <a:gd name="connsiteY27" fmla="*/ 137256 h 361333"/>
              <a:gd name="connsiteX28" fmla="*/ 109907 w 361674"/>
              <a:gd name="connsiteY28" fmla="*/ 138533 h 361333"/>
              <a:gd name="connsiteX29" fmla="*/ 112463 w 361674"/>
              <a:gd name="connsiteY29" fmla="*/ 156408 h 361333"/>
              <a:gd name="connsiteX30" fmla="*/ 114380 w 361674"/>
              <a:gd name="connsiteY30" fmla="*/ 165345 h 361333"/>
              <a:gd name="connsiteX31" fmla="*/ 111824 w 361674"/>
              <a:gd name="connsiteY31" fmla="*/ 173006 h 361333"/>
              <a:gd name="connsiteX32" fmla="*/ 94571 w 361674"/>
              <a:gd name="connsiteY32" fmla="*/ 194711 h 361333"/>
              <a:gd name="connsiteX33" fmla="*/ 95849 w 361674"/>
              <a:gd name="connsiteY33" fmla="*/ 196627 h 361333"/>
              <a:gd name="connsiteX34" fmla="*/ 99683 w 361674"/>
              <a:gd name="connsiteY34" fmla="*/ 197265 h 361333"/>
              <a:gd name="connsiteX35" fmla="*/ 106712 w 361674"/>
              <a:gd name="connsiteY35" fmla="*/ 198542 h 361333"/>
              <a:gd name="connsiteX36" fmla="*/ 112463 w 361674"/>
              <a:gd name="connsiteY36" fmla="*/ 201734 h 361333"/>
              <a:gd name="connsiteX37" fmla="*/ 113741 w 361674"/>
              <a:gd name="connsiteY37" fmla="*/ 208118 h 361333"/>
              <a:gd name="connsiteX38" fmla="*/ 113741 w 361674"/>
              <a:gd name="connsiteY38" fmla="*/ 208118 h 361333"/>
              <a:gd name="connsiteX39" fmla="*/ 113741 w 361674"/>
              <a:gd name="connsiteY39" fmla="*/ 208118 h 361333"/>
              <a:gd name="connsiteX40" fmla="*/ 113741 w 361674"/>
              <a:gd name="connsiteY40" fmla="*/ 208118 h 361333"/>
              <a:gd name="connsiteX41" fmla="*/ 113741 w 361674"/>
              <a:gd name="connsiteY41" fmla="*/ 208118 h 361333"/>
              <a:gd name="connsiteX42" fmla="*/ 111185 w 361674"/>
              <a:gd name="connsiteY42" fmla="*/ 217055 h 361333"/>
              <a:gd name="connsiteX43" fmla="*/ 109907 w 361674"/>
              <a:gd name="connsiteY43" fmla="*/ 218332 h 361333"/>
              <a:gd name="connsiteX44" fmla="*/ 111824 w 361674"/>
              <a:gd name="connsiteY44" fmla="*/ 218971 h 361333"/>
              <a:gd name="connsiteX45" fmla="*/ 115658 w 361674"/>
              <a:gd name="connsiteY45" fmla="*/ 223439 h 361333"/>
              <a:gd name="connsiteX46" fmla="*/ 113741 w 361674"/>
              <a:gd name="connsiteY46" fmla="*/ 229185 h 361333"/>
              <a:gd name="connsiteX47" fmla="*/ 113102 w 361674"/>
              <a:gd name="connsiteY47" fmla="*/ 229823 h 361333"/>
              <a:gd name="connsiteX48" fmla="*/ 113102 w 361674"/>
              <a:gd name="connsiteY48" fmla="*/ 229823 h 361333"/>
              <a:gd name="connsiteX49" fmla="*/ 113102 w 361674"/>
              <a:gd name="connsiteY49" fmla="*/ 229823 h 361333"/>
              <a:gd name="connsiteX50" fmla="*/ 116936 w 361674"/>
              <a:gd name="connsiteY50" fmla="*/ 243230 h 361333"/>
              <a:gd name="connsiteX51" fmla="*/ 117575 w 361674"/>
              <a:gd name="connsiteY51" fmla="*/ 248337 h 361333"/>
              <a:gd name="connsiteX52" fmla="*/ 122687 w 361674"/>
              <a:gd name="connsiteY52" fmla="*/ 252167 h 361333"/>
              <a:gd name="connsiteX53" fmla="*/ 162943 w 361674"/>
              <a:gd name="connsiteY53" fmla="*/ 247698 h 361333"/>
              <a:gd name="connsiteX54" fmla="*/ 168694 w 361674"/>
              <a:gd name="connsiteY54" fmla="*/ 248975 h 361333"/>
              <a:gd name="connsiteX55" fmla="*/ 171250 w 361674"/>
              <a:gd name="connsiteY55" fmla="*/ 254082 h 361333"/>
              <a:gd name="connsiteX56" fmla="*/ 172528 w 361674"/>
              <a:gd name="connsiteY56" fmla="*/ 287279 h 361333"/>
              <a:gd name="connsiteX57" fmla="*/ 166138 w 361674"/>
              <a:gd name="connsiteY57" fmla="*/ 293663 h 361333"/>
              <a:gd name="connsiteX58" fmla="*/ 159748 w 361674"/>
              <a:gd name="connsiteY58" fmla="*/ 287279 h 361333"/>
              <a:gd name="connsiteX59" fmla="*/ 159110 w 361674"/>
              <a:gd name="connsiteY59" fmla="*/ 261743 h 361333"/>
              <a:gd name="connsiteX60" fmla="*/ 120131 w 361674"/>
              <a:gd name="connsiteY60" fmla="*/ 264297 h 361333"/>
              <a:gd name="connsiteX61" fmla="*/ 106712 w 361674"/>
              <a:gd name="connsiteY61" fmla="*/ 253444 h 361333"/>
              <a:gd name="connsiteX62" fmla="*/ 105434 w 361674"/>
              <a:gd name="connsiteY62" fmla="*/ 238122 h 361333"/>
              <a:gd name="connsiteX63" fmla="*/ 102239 w 361674"/>
              <a:gd name="connsiteY63" fmla="*/ 235569 h 361333"/>
              <a:gd name="connsiteX64" fmla="*/ 99044 w 361674"/>
              <a:gd name="connsiteY64" fmla="*/ 228546 h 361333"/>
              <a:gd name="connsiteX65" fmla="*/ 100961 w 361674"/>
              <a:gd name="connsiteY65" fmla="*/ 224078 h 361333"/>
              <a:gd name="connsiteX66" fmla="*/ 97766 w 361674"/>
              <a:gd name="connsiteY66" fmla="*/ 219609 h 361333"/>
              <a:gd name="connsiteX67" fmla="*/ 99044 w 361674"/>
              <a:gd name="connsiteY67" fmla="*/ 210671 h 361333"/>
              <a:gd name="connsiteX68" fmla="*/ 100961 w 361674"/>
              <a:gd name="connsiteY68" fmla="*/ 208118 h 361333"/>
              <a:gd name="connsiteX69" fmla="*/ 97766 w 361674"/>
              <a:gd name="connsiteY69" fmla="*/ 207479 h 361333"/>
              <a:gd name="connsiteX70" fmla="*/ 93932 w 361674"/>
              <a:gd name="connsiteY70" fmla="*/ 206841 h 361333"/>
              <a:gd name="connsiteX71" fmla="*/ 84347 w 361674"/>
              <a:gd name="connsiteY71" fmla="*/ 199180 h 361333"/>
              <a:gd name="connsiteX72" fmla="*/ 84347 w 361674"/>
              <a:gd name="connsiteY72" fmla="*/ 186412 h 361333"/>
              <a:gd name="connsiteX73" fmla="*/ 84986 w 361674"/>
              <a:gd name="connsiteY73" fmla="*/ 185135 h 361333"/>
              <a:gd name="connsiteX74" fmla="*/ 102878 w 361674"/>
              <a:gd name="connsiteY74" fmla="*/ 162792 h 361333"/>
              <a:gd name="connsiteX75" fmla="*/ 102239 w 361674"/>
              <a:gd name="connsiteY75" fmla="*/ 159600 h 361333"/>
              <a:gd name="connsiteX76" fmla="*/ 98405 w 361674"/>
              <a:gd name="connsiteY76" fmla="*/ 132787 h 361333"/>
              <a:gd name="connsiteX77" fmla="*/ 98405 w 361674"/>
              <a:gd name="connsiteY77" fmla="*/ 131510 h 361333"/>
              <a:gd name="connsiteX78" fmla="*/ 207673 w 361674"/>
              <a:gd name="connsiteY78" fmla="*/ 52349 h 361333"/>
              <a:gd name="connsiteX79" fmla="*/ 274767 w 361674"/>
              <a:gd name="connsiteY79" fmla="*/ 16917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361674"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09" y="81077"/>
                  <a:pt x="281157" y="0"/>
                  <a:pt x="180835" y="0"/>
                </a:cubicBezTo>
                <a:close/>
                <a:moveTo>
                  <a:pt x="231955" y="154492"/>
                </a:moveTo>
                <a:lnTo>
                  <a:pt x="192976" y="193435"/>
                </a:lnTo>
                <a:cubicBezTo>
                  <a:pt x="191698" y="194711"/>
                  <a:pt x="190420" y="195350"/>
                  <a:pt x="188503" y="195350"/>
                </a:cubicBezTo>
                <a:cubicBezTo>
                  <a:pt x="186586" y="195350"/>
                  <a:pt x="185308" y="194711"/>
                  <a:pt x="184030" y="193435"/>
                </a:cubicBezTo>
                <a:lnTo>
                  <a:pt x="145052" y="155131"/>
                </a:lnTo>
                <a:cubicBezTo>
                  <a:pt x="132272" y="141724"/>
                  <a:pt x="131633" y="120657"/>
                  <a:pt x="143135" y="106613"/>
                </a:cubicBezTo>
                <a:cubicBezTo>
                  <a:pt x="149525" y="99590"/>
                  <a:pt x="157831" y="95121"/>
                  <a:pt x="166777" y="95121"/>
                </a:cubicBezTo>
                <a:cubicBezTo>
                  <a:pt x="174445" y="95121"/>
                  <a:pt x="182113" y="97675"/>
                  <a:pt x="188503" y="102782"/>
                </a:cubicBezTo>
                <a:cubicBezTo>
                  <a:pt x="194254" y="97675"/>
                  <a:pt x="201922" y="94483"/>
                  <a:pt x="210229" y="95121"/>
                </a:cubicBezTo>
                <a:cubicBezTo>
                  <a:pt x="219175" y="95121"/>
                  <a:pt x="227482" y="99590"/>
                  <a:pt x="233872" y="106613"/>
                </a:cubicBezTo>
                <a:cubicBezTo>
                  <a:pt x="245374" y="120019"/>
                  <a:pt x="244735" y="141086"/>
                  <a:pt x="231955" y="154492"/>
                </a:cubicBezTo>
                <a:close/>
                <a:moveTo>
                  <a:pt x="274767" y="169176"/>
                </a:moveTo>
                <a:cubicBezTo>
                  <a:pt x="273489" y="177475"/>
                  <a:pt x="269655" y="183859"/>
                  <a:pt x="266460" y="190243"/>
                </a:cubicBezTo>
                <a:cubicBezTo>
                  <a:pt x="261987" y="198542"/>
                  <a:pt x="257514" y="206203"/>
                  <a:pt x="257514" y="218332"/>
                </a:cubicBezTo>
                <a:cubicBezTo>
                  <a:pt x="257514" y="247698"/>
                  <a:pt x="262626" y="288556"/>
                  <a:pt x="262626" y="289194"/>
                </a:cubicBezTo>
                <a:cubicBezTo>
                  <a:pt x="263265" y="292386"/>
                  <a:pt x="260709" y="295578"/>
                  <a:pt x="256875" y="296217"/>
                </a:cubicBezTo>
                <a:cubicBezTo>
                  <a:pt x="256875" y="296217"/>
                  <a:pt x="256237" y="296217"/>
                  <a:pt x="256237" y="296217"/>
                </a:cubicBezTo>
                <a:cubicBezTo>
                  <a:pt x="253042" y="296217"/>
                  <a:pt x="250486" y="293663"/>
                  <a:pt x="249847" y="290471"/>
                </a:cubicBezTo>
                <a:cubicBezTo>
                  <a:pt x="249847" y="288556"/>
                  <a:pt x="244735" y="248337"/>
                  <a:pt x="244735" y="218332"/>
                </a:cubicBezTo>
                <a:cubicBezTo>
                  <a:pt x="244735" y="203011"/>
                  <a:pt x="250486" y="192796"/>
                  <a:pt x="254959" y="183859"/>
                </a:cubicBezTo>
                <a:cubicBezTo>
                  <a:pt x="258154" y="178113"/>
                  <a:pt x="261348" y="173006"/>
                  <a:pt x="261987" y="166622"/>
                </a:cubicBezTo>
                <a:cubicBezTo>
                  <a:pt x="272211" y="103421"/>
                  <a:pt x="237067" y="74054"/>
                  <a:pt x="204478" y="68309"/>
                </a:cubicBezTo>
                <a:cubicBezTo>
                  <a:pt x="166777" y="61286"/>
                  <a:pt x="120131" y="83630"/>
                  <a:pt x="109907" y="137256"/>
                </a:cubicBezTo>
                <a:lnTo>
                  <a:pt x="109907" y="138533"/>
                </a:lnTo>
                <a:cubicBezTo>
                  <a:pt x="109268" y="143001"/>
                  <a:pt x="107990" y="148108"/>
                  <a:pt x="112463" y="156408"/>
                </a:cubicBezTo>
                <a:cubicBezTo>
                  <a:pt x="113741" y="158961"/>
                  <a:pt x="115019" y="162153"/>
                  <a:pt x="114380" y="165345"/>
                </a:cubicBezTo>
                <a:cubicBezTo>
                  <a:pt x="114380" y="167899"/>
                  <a:pt x="113102" y="171091"/>
                  <a:pt x="111824" y="173006"/>
                </a:cubicBezTo>
                <a:lnTo>
                  <a:pt x="94571" y="194711"/>
                </a:lnTo>
                <a:cubicBezTo>
                  <a:pt x="94571" y="195350"/>
                  <a:pt x="95210" y="196627"/>
                  <a:pt x="95849" y="196627"/>
                </a:cubicBezTo>
                <a:cubicBezTo>
                  <a:pt x="96488" y="196627"/>
                  <a:pt x="98405" y="197265"/>
                  <a:pt x="99683" y="197265"/>
                </a:cubicBezTo>
                <a:cubicBezTo>
                  <a:pt x="102239" y="197903"/>
                  <a:pt x="104795" y="198542"/>
                  <a:pt x="106712" y="198542"/>
                </a:cubicBezTo>
                <a:cubicBezTo>
                  <a:pt x="108629" y="198542"/>
                  <a:pt x="111185" y="199819"/>
                  <a:pt x="112463" y="201734"/>
                </a:cubicBezTo>
                <a:cubicBezTo>
                  <a:pt x="113741" y="203649"/>
                  <a:pt x="114380" y="205564"/>
                  <a:pt x="113741" y="208118"/>
                </a:cubicBezTo>
                <a:lnTo>
                  <a:pt x="113741" y="208118"/>
                </a:lnTo>
                <a:cubicBezTo>
                  <a:pt x="113741" y="208118"/>
                  <a:pt x="113741" y="208118"/>
                  <a:pt x="113741" y="208118"/>
                </a:cubicBezTo>
                <a:lnTo>
                  <a:pt x="113741" y="208118"/>
                </a:lnTo>
                <a:cubicBezTo>
                  <a:pt x="113741" y="208118"/>
                  <a:pt x="113741" y="208118"/>
                  <a:pt x="113741" y="208118"/>
                </a:cubicBezTo>
                <a:cubicBezTo>
                  <a:pt x="113741" y="211948"/>
                  <a:pt x="111824" y="215779"/>
                  <a:pt x="111185" y="217055"/>
                </a:cubicBezTo>
                <a:lnTo>
                  <a:pt x="109907" y="218332"/>
                </a:lnTo>
                <a:cubicBezTo>
                  <a:pt x="110546" y="218971"/>
                  <a:pt x="111185" y="218971"/>
                  <a:pt x="111824" y="218971"/>
                </a:cubicBezTo>
                <a:cubicBezTo>
                  <a:pt x="113741" y="219609"/>
                  <a:pt x="115019" y="221524"/>
                  <a:pt x="115658" y="223439"/>
                </a:cubicBezTo>
                <a:cubicBezTo>
                  <a:pt x="116297" y="225355"/>
                  <a:pt x="115658" y="227908"/>
                  <a:pt x="113741" y="229185"/>
                </a:cubicBezTo>
                <a:lnTo>
                  <a:pt x="113102" y="229823"/>
                </a:lnTo>
                <a:cubicBezTo>
                  <a:pt x="113102" y="229823"/>
                  <a:pt x="113102" y="229823"/>
                  <a:pt x="113102" y="229823"/>
                </a:cubicBezTo>
                <a:lnTo>
                  <a:pt x="113102" y="229823"/>
                </a:lnTo>
                <a:cubicBezTo>
                  <a:pt x="116936" y="233015"/>
                  <a:pt x="118853" y="238761"/>
                  <a:pt x="116936" y="243230"/>
                </a:cubicBezTo>
                <a:cubicBezTo>
                  <a:pt x="116936" y="243868"/>
                  <a:pt x="116297" y="246422"/>
                  <a:pt x="117575" y="248337"/>
                </a:cubicBezTo>
                <a:cubicBezTo>
                  <a:pt x="118853" y="250252"/>
                  <a:pt x="120131" y="251529"/>
                  <a:pt x="122687" y="252167"/>
                </a:cubicBezTo>
                <a:cubicBezTo>
                  <a:pt x="132272" y="254721"/>
                  <a:pt x="155275" y="249614"/>
                  <a:pt x="162943" y="247698"/>
                </a:cubicBezTo>
                <a:cubicBezTo>
                  <a:pt x="164860" y="247060"/>
                  <a:pt x="166777" y="247698"/>
                  <a:pt x="168694" y="248975"/>
                </a:cubicBezTo>
                <a:cubicBezTo>
                  <a:pt x="169972" y="250252"/>
                  <a:pt x="171250" y="252167"/>
                  <a:pt x="171250" y="254082"/>
                </a:cubicBezTo>
                <a:lnTo>
                  <a:pt x="172528" y="287279"/>
                </a:lnTo>
                <a:cubicBezTo>
                  <a:pt x="172528" y="291109"/>
                  <a:pt x="169972" y="293663"/>
                  <a:pt x="166138" y="293663"/>
                </a:cubicBezTo>
                <a:cubicBezTo>
                  <a:pt x="162943" y="293663"/>
                  <a:pt x="159748" y="291109"/>
                  <a:pt x="159748" y="287279"/>
                </a:cubicBezTo>
                <a:lnTo>
                  <a:pt x="159110" y="261743"/>
                </a:lnTo>
                <a:cubicBezTo>
                  <a:pt x="148886" y="264297"/>
                  <a:pt x="130355" y="267489"/>
                  <a:pt x="120131" y="264297"/>
                </a:cubicBezTo>
                <a:cubicBezTo>
                  <a:pt x="112463" y="262382"/>
                  <a:pt x="108629" y="257274"/>
                  <a:pt x="106712" y="253444"/>
                </a:cubicBezTo>
                <a:cubicBezTo>
                  <a:pt x="104156" y="248975"/>
                  <a:pt x="104156" y="242591"/>
                  <a:pt x="105434" y="238122"/>
                </a:cubicBezTo>
                <a:lnTo>
                  <a:pt x="102239" y="235569"/>
                </a:lnTo>
                <a:cubicBezTo>
                  <a:pt x="100322" y="233654"/>
                  <a:pt x="99044" y="231100"/>
                  <a:pt x="99044" y="228546"/>
                </a:cubicBezTo>
                <a:cubicBezTo>
                  <a:pt x="99044" y="226631"/>
                  <a:pt x="99683" y="225355"/>
                  <a:pt x="100961" y="224078"/>
                </a:cubicBezTo>
                <a:cubicBezTo>
                  <a:pt x="99683" y="222801"/>
                  <a:pt x="98405" y="221524"/>
                  <a:pt x="97766" y="219609"/>
                </a:cubicBezTo>
                <a:cubicBezTo>
                  <a:pt x="96488" y="216417"/>
                  <a:pt x="97127" y="213225"/>
                  <a:pt x="99044" y="210671"/>
                </a:cubicBezTo>
                <a:lnTo>
                  <a:pt x="100961" y="208118"/>
                </a:lnTo>
                <a:cubicBezTo>
                  <a:pt x="99683" y="208118"/>
                  <a:pt x="99044" y="207479"/>
                  <a:pt x="97766" y="207479"/>
                </a:cubicBezTo>
                <a:cubicBezTo>
                  <a:pt x="96488" y="207479"/>
                  <a:pt x="94571" y="206841"/>
                  <a:pt x="93932" y="206841"/>
                </a:cubicBezTo>
                <a:cubicBezTo>
                  <a:pt x="90098" y="206203"/>
                  <a:pt x="86264" y="203011"/>
                  <a:pt x="84347" y="199180"/>
                </a:cubicBezTo>
                <a:cubicBezTo>
                  <a:pt x="82430" y="195350"/>
                  <a:pt x="82430" y="190243"/>
                  <a:pt x="84347" y="186412"/>
                </a:cubicBezTo>
                <a:cubicBezTo>
                  <a:pt x="84347" y="185774"/>
                  <a:pt x="84986" y="185774"/>
                  <a:pt x="84986" y="185135"/>
                </a:cubicBezTo>
                <a:lnTo>
                  <a:pt x="102878" y="162792"/>
                </a:lnTo>
                <a:cubicBezTo>
                  <a:pt x="102878" y="161515"/>
                  <a:pt x="102878" y="160876"/>
                  <a:pt x="102239" y="159600"/>
                </a:cubicBezTo>
                <a:cubicBezTo>
                  <a:pt x="95849" y="147470"/>
                  <a:pt x="97127" y="138533"/>
                  <a:pt x="98405" y="132787"/>
                </a:cubicBezTo>
                <a:lnTo>
                  <a:pt x="98405" y="131510"/>
                </a:lnTo>
                <a:cubicBezTo>
                  <a:pt x="110546" y="69586"/>
                  <a:pt x="163582" y="44688"/>
                  <a:pt x="207673" y="52349"/>
                </a:cubicBezTo>
                <a:cubicBezTo>
                  <a:pt x="248569" y="63840"/>
                  <a:pt x="285630" y="101505"/>
                  <a:pt x="274767" y="169176"/>
                </a:cubicBezTo>
                <a:close/>
              </a:path>
            </a:pathLst>
          </a:custGeom>
          <a:solidFill>
            <a:srgbClr val="007CB0"/>
          </a:solidFill>
          <a:ln w="6390" cap="flat">
            <a:noFill/>
            <a:prstDash val="solid"/>
            <a:miter/>
          </a:ln>
        </p:spPr>
        <p:txBody>
          <a:bodyPr rtlCol="0" anchor="ctr"/>
          <a:lstStyle/>
          <a:p>
            <a:endParaRPr lang="en-US"/>
          </a:p>
        </p:txBody>
      </p:sp>
      <p:grpSp>
        <p:nvGrpSpPr>
          <p:cNvPr id="703" name="Graphic 4">
            <a:extLst>
              <a:ext uri="{FF2B5EF4-FFF2-40B4-BE49-F238E27FC236}">
                <a16:creationId xmlns:a16="http://schemas.microsoft.com/office/drawing/2014/main" id="{8D947E05-B0EF-F444-9C09-13112D93EB22}"/>
              </a:ext>
            </a:extLst>
          </p:cNvPr>
          <p:cNvGrpSpPr/>
          <p:nvPr/>
        </p:nvGrpSpPr>
        <p:grpSpPr>
          <a:xfrm>
            <a:off x="1952764" y="3339623"/>
            <a:ext cx="361674" cy="361333"/>
            <a:chOff x="1952764" y="3339623"/>
            <a:chExt cx="361674" cy="361333"/>
          </a:xfrm>
          <a:solidFill>
            <a:srgbClr val="007CB0"/>
          </a:solidFill>
        </p:grpSpPr>
        <p:sp>
          <p:nvSpPr>
            <p:cNvPr id="704" name="Graphic 4">
              <a:extLst>
                <a:ext uri="{FF2B5EF4-FFF2-40B4-BE49-F238E27FC236}">
                  <a16:creationId xmlns:a16="http://schemas.microsoft.com/office/drawing/2014/main" id="{A0F8321E-8C1F-464D-A292-2F7602F539AB}"/>
                </a:ext>
              </a:extLst>
            </p:cNvPr>
            <p:cNvSpPr/>
            <p:nvPr/>
          </p:nvSpPr>
          <p:spPr>
            <a:xfrm>
              <a:off x="1952764" y="333962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74128 w 361674"/>
                <a:gd name="connsiteY5" fmla="*/ 169176 h 361333"/>
                <a:gd name="connsiteX6" fmla="*/ 265821 w 361674"/>
                <a:gd name="connsiteY6" fmla="*/ 190243 h 361333"/>
                <a:gd name="connsiteX7" fmla="*/ 256875 w 361674"/>
                <a:gd name="connsiteY7" fmla="*/ 218332 h 361333"/>
                <a:gd name="connsiteX8" fmla="*/ 261987 w 361674"/>
                <a:gd name="connsiteY8" fmla="*/ 289194 h 361333"/>
                <a:gd name="connsiteX9" fmla="*/ 260709 w 361674"/>
                <a:gd name="connsiteY9" fmla="*/ 294301 h 361333"/>
                <a:gd name="connsiteX10" fmla="*/ 256237 w 361674"/>
                <a:gd name="connsiteY10" fmla="*/ 296217 h 361333"/>
                <a:gd name="connsiteX11" fmla="*/ 164860 w 361674"/>
                <a:gd name="connsiteY11" fmla="*/ 296217 h 361333"/>
                <a:gd name="connsiteX12" fmla="*/ 158470 w 361674"/>
                <a:gd name="connsiteY12" fmla="*/ 289833 h 361333"/>
                <a:gd name="connsiteX13" fmla="*/ 157831 w 361674"/>
                <a:gd name="connsiteY13" fmla="*/ 264297 h 361333"/>
                <a:gd name="connsiteX14" fmla="*/ 118853 w 361674"/>
                <a:gd name="connsiteY14" fmla="*/ 266850 h 361333"/>
                <a:gd name="connsiteX15" fmla="*/ 105434 w 361674"/>
                <a:gd name="connsiteY15" fmla="*/ 255998 h 361333"/>
                <a:gd name="connsiteX16" fmla="*/ 104156 w 361674"/>
                <a:gd name="connsiteY16" fmla="*/ 240676 h 361333"/>
                <a:gd name="connsiteX17" fmla="*/ 100961 w 361674"/>
                <a:gd name="connsiteY17" fmla="*/ 238122 h 361333"/>
                <a:gd name="connsiteX18" fmla="*/ 97766 w 361674"/>
                <a:gd name="connsiteY18" fmla="*/ 231100 h 361333"/>
                <a:gd name="connsiteX19" fmla="*/ 99683 w 361674"/>
                <a:gd name="connsiteY19" fmla="*/ 226631 h 361333"/>
                <a:gd name="connsiteX20" fmla="*/ 96488 w 361674"/>
                <a:gd name="connsiteY20" fmla="*/ 222163 h 361333"/>
                <a:gd name="connsiteX21" fmla="*/ 97766 w 361674"/>
                <a:gd name="connsiteY21" fmla="*/ 213225 h 361333"/>
                <a:gd name="connsiteX22" fmla="*/ 99683 w 361674"/>
                <a:gd name="connsiteY22" fmla="*/ 210671 h 361333"/>
                <a:gd name="connsiteX23" fmla="*/ 96488 w 361674"/>
                <a:gd name="connsiteY23" fmla="*/ 210033 h 361333"/>
                <a:gd name="connsiteX24" fmla="*/ 92654 w 361674"/>
                <a:gd name="connsiteY24" fmla="*/ 209395 h 361333"/>
                <a:gd name="connsiteX25" fmla="*/ 83069 w 361674"/>
                <a:gd name="connsiteY25" fmla="*/ 201734 h 361333"/>
                <a:gd name="connsiteX26" fmla="*/ 83069 w 361674"/>
                <a:gd name="connsiteY26" fmla="*/ 188966 h 361333"/>
                <a:gd name="connsiteX27" fmla="*/ 83708 w 361674"/>
                <a:gd name="connsiteY27" fmla="*/ 187689 h 361333"/>
                <a:gd name="connsiteX28" fmla="*/ 101600 w 361674"/>
                <a:gd name="connsiteY28" fmla="*/ 165345 h 361333"/>
                <a:gd name="connsiteX29" fmla="*/ 100961 w 361674"/>
                <a:gd name="connsiteY29" fmla="*/ 162153 h 361333"/>
                <a:gd name="connsiteX30" fmla="*/ 97127 w 361674"/>
                <a:gd name="connsiteY30" fmla="*/ 135341 h 361333"/>
                <a:gd name="connsiteX31" fmla="*/ 97127 w 361674"/>
                <a:gd name="connsiteY31" fmla="*/ 134064 h 361333"/>
                <a:gd name="connsiteX32" fmla="*/ 206395 w 361674"/>
                <a:gd name="connsiteY32" fmla="*/ 54902 h 361333"/>
                <a:gd name="connsiteX33" fmla="*/ 274128 w 361674"/>
                <a:gd name="connsiteY33" fmla="*/ 16917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1674"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09" y="81077"/>
                    <a:pt x="281157" y="0"/>
                    <a:pt x="180835" y="0"/>
                  </a:cubicBezTo>
                  <a:close/>
                  <a:moveTo>
                    <a:pt x="274128" y="169176"/>
                  </a:moveTo>
                  <a:cubicBezTo>
                    <a:pt x="272850" y="177475"/>
                    <a:pt x="269016" y="183859"/>
                    <a:pt x="265821" y="190243"/>
                  </a:cubicBezTo>
                  <a:cubicBezTo>
                    <a:pt x="261348" y="198542"/>
                    <a:pt x="256875" y="206203"/>
                    <a:pt x="256875" y="218332"/>
                  </a:cubicBezTo>
                  <a:cubicBezTo>
                    <a:pt x="256875" y="247698"/>
                    <a:pt x="261987" y="288556"/>
                    <a:pt x="261987" y="289194"/>
                  </a:cubicBezTo>
                  <a:cubicBezTo>
                    <a:pt x="261987" y="291109"/>
                    <a:pt x="261348" y="293025"/>
                    <a:pt x="260709" y="294301"/>
                  </a:cubicBezTo>
                  <a:cubicBezTo>
                    <a:pt x="260070" y="295578"/>
                    <a:pt x="257514" y="296217"/>
                    <a:pt x="256237" y="296217"/>
                  </a:cubicBezTo>
                  <a:lnTo>
                    <a:pt x="164860" y="296217"/>
                  </a:lnTo>
                  <a:cubicBezTo>
                    <a:pt x="161665" y="296217"/>
                    <a:pt x="158470" y="293663"/>
                    <a:pt x="158470" y="289833"/>
                  </a:cubicBezTo>
                  <a:lnTo>
                    <a:pt x="157831" y="264297"/>
                  </a:lnTo>
                  <a:cubicBezTo>
                    <a:pt x="147608" y="266850"/>
                    <a:pt x="129077" y="270042"/>
                    <a:pt x="118853" y="266850"/>
                  </a:cubicBezTo>
                  <a:cubicBezTo>
                    <a:pt x="111185" y="264935"/>
                    <a:pt x="107351" y="259828"/>
                    <a:pt x="105434" y="255998"/>
                  </a:cubicBezTo>
                  <a:cubicBezTo>
                    <a:pt x="102878" y="251529"/>
                    <a:pt x="102878" y="245145"/>
                    <a:pt x="104156" y="240676"/>
                  </a:cubicBezTo>
                  <a:lnTo>
                    <a:pt x="100961" y="238122"/>
                  </a:lnTo>
                  <a:cubicBezTo>
                    <a:pt x="99044" y="236207"/>
                    <a:pt x="97766" y="233654"/>
                    <a:pt x="97766" y="231100"/>
                  </a:cubicBezTo>
                  <a:cubicBezTo>
                    <a:pt x="97766" y="229185"/>
                    <a:pt x="98405" y="227908"/>
                    <a:pt x="99683" y="226631"/>
                  </a:cubicBezTo>
                  <a:cubicBezTo>
                    <a:pt x="98405" y="225355"/>
                    <a:pt x="97127" y="224078"/>
                    <a:pt x="96488" y="222163"/>
                  </a:cubicBezTo>
                  <a:cubicBezTo>
                    <a:pt x="95210" y="218971"/>
                    <a:pt x="95849" y="215779"/>
                    <a:pt x="97766" y="213225"/>
                  </a:cubicBezTo>
                  <a:lnTo>
                    <a:pt x="99683" y="210671"/>
                  </a:lnTo>
                  <a:cubicBezTo>
                    <a:pt x="98405" y="210671"/>
                    <a:pt x="97766" y="210033"/>
                    <a:pt x="96488" y="210033"/>
                  </a:cubicBezTo>
                  <a:cubicBezTo>
                    <a:pt x="95210" y="210033"/>
                    <a:pt x="93293" y="209395"/>
                    <a:pt x="92654" y="209395"/>
                  </a:cubicBezTo>
                  <a:cubicBezTo>
                    <a:pt x="88820" y="208756"/>
                    <a:pt x="84986" y="205564"/>
                    <a:pt x="83069" y="201734"/>
                  </a:cubicBezTo>
                  <a:cubicBezTo>
                    <a:pt x="81152" y="197903"/>
                    <a:pt x="81152" y="192796"/>
                    <a:pt x="83069" y="188966"/>
                  </a:cubicBezTo>
                  <a:cubicBezTo>
                    <a:pt x="83069" y="188327"/>
                    <a:pt x="83708" y="188327"/>
                    <a:pt x="83708" y="187689"/>
                  </a:cubicBezTo>
                  <a:lnTo>
                    <a:pt x="101600" y="165345"/>
                  </a:lnTo>
                  <a:cubicBezTo>
                    <a:pt x="101600" y="164068"/>
                    <a:pt x="101600" y="163430"/>
                    <a:pt x="100961" y="162153"/>
                  </a:cubicBezTo>
                  <a:cubicBezTo>
                    <a:pt x="94571" y="150024"/>
                    <a:pt x="95849" y="141086"/>
                    <a:pt x="97127" y="135341"/>
                  </a:cubicBezTo>
                  <a:lnTo>
                    <a:pt x="97127" y="134064"/>
                  </a:lnTo>
                  <a:cubicBezTo>
                    <a:pt x="109268" y="72139"/>
                    <a:pt x="162304" y="47242"/>
                    <a:pt x="206395" y="54902"/>
                  </a:cubicBezTo>
                  <a:cubicBezTo>
                    <a:pt x="247929" y="63840"/>
                    <a:pt x="284991" y="101505"/>
                    <a:pt x="274128" y="169176"/>
                  </a:cubicBezTo>
                  <a:close/>
                </a:path>
              </a:pathLst>
            </a:custGeom>
            <a:solidFill>
              <a:srgbClr val="007CB0"/>
            </a:solidFill>
            <a:ln w="6390" cap="flat">
              <a:noFill/>
              <a:prstDash val="solid"/>
              <a:miter/>
            </a:ln>
          </p:spPr>
          <p:txBody>
            <a:bodyPr rtlCol="0" anchor="ctr"/>
            <a:lstStyle/>
            <a:p>
              <a:endParaRPr lang="en-US"/>
            </a:p>
          </p:txBody>
        </p:sp>
        <p:sp>
          <p:nvSpPr>
            <p:cNvPr id="705" name="Graphic 4">
              <a:extLst>
                <a:ext uri="{FF2B5EF4-FFF2-40B4-BE49-F238E27FC236}">
                  <a16:creationId xmlns:a16="http://schemas.microsoft.com/office/drawing/2014/main" id="{7493512A-D5BD-B140-B52F-8A4A361C8C7E}"/>
                </a:ext>
              </a:extLst>
            </p:cNvPr>
            <p:cNvSpPr/>
            <p:nvPr/>
          </p:nvSpPr>
          <p:spPr>
            <a:xfrm>
              <a:off x="2088365" y="3434745"/>
              <a:ext cx="106512" cy="100228"/>
            </a:xfrm>
            <a:custGeom>
              <a:avLst/>
              <a:gdLst>
                <a:gd name="connsiteX0" fmla="*/ 73989 w 106512"/>
                <a:gd name="connsiteY0" fmla="*/ 0 h 100228"/>
                <a:gd name="connsiteX1" fmla="*/ 52902 w 106512"/>
                <a:gd name="connsiteY1" fmla="*/ 7660 h 100228"/>
                <a:gd name="connsiteX2" fmla="*/ 31815 w 106512"/>
                <a:gd name="connsiteY2" fmla="*/ 0 h 100228"/>
                <a:gd name="connsiteX3" fmla="*/ 8172 w 106512"/>
                <a:gd name="connsiteY3" fmla="*/ 11491 h 100228"/>
                <a:gd name="connsiteX4" fmla="*/ 10089 w 106512"/>
                <a:gd name="connsiteY4" fmla="*/ 60009 h 100228"/>
                <a:gd name="connsiteX5" fmla="*/ 49068 w 106512"/>
                <a:gd name="connsiteY5" fmla="*/ 98313 h 100228"/>
                <a:gd name="connsiteX6" fmla="*/ 53541 w 106512"/>
                <a:gd name="connsiteY6" fmla="*/ 100228 h 100228"/>
                <a:gd name="connsiteX7" fmla="*/ 58014 w 106512"/>
                <a:gd name="connsiteY7" fmla="*/ 98313 h 100228"/>
                <a:gd name="connsiteX8" fmla="*/ 96993 w 106512"/>
                <a:gd name="connsiteY8" fmla="*/ 60009 h 100228"/>
                <a:gd name="connsiteX9" fmla="*/ 98271 w 106512"/>
                <a:gd name="connsiteY9" fmla="*/ 12129 h 100228"/>
                <a:gd name="connsiteX10" fmla="*/ 73989 w 106512"/>
                <a:gd name="connsiteY10" fmla="*/ 0 h 100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512" h="100228">
                  <a:moveTo>
                    <a:pt x="73989" y="0"/>
                  </a:moveTo>
                  <a:cubicBezTo>
                    <a:pt x="66321" y="0"/>
                    <a:pt x="58653" y="2553"/>
                    <a:pt x="52902" y="7660"/>
                  </a:cubicBezTo>
                  <a:cubicBezTo>
                    <a:pt x="47151" y="2553"/>
                    <a:pt x="39483" y="0"/>
                    <a:pt x="31815" y="0"/>
                  </a:cubicBezTo>
                  <a:cubicBezTo>
                    <a:pt x="22869" y="0"/>
                    <a:pt x="14562" y="4468"/>
                    <a:pt x="8172" y="11491"/>
                  </a:cubicBezTo>
                  <a:cubicBezTo>
                    <a:pt x="-3330" y="24897"/>
                    <a:pt x="-2690" y="45964"/>
                    <a:pt x="10089" y="60009"/>
                  </a:cubicBezTo>
                  <a:lnTo>
                    <a:pt x="49068" y="98313"/>
                  </a:lnTo>
                  <a:cubicBezTo>
                    <a:pt x="50346" y="99590"/>
                    <a:pt x="51624" y="100228"/>
                    <a:pt x="53541" y="100228"/>
                  </a:cubicBezTo>
                  <a:cubicBezTo>
                    <a:pt x="55458" y="100228"/>
                    <a:pt x="56736" y="99590"/>
                    <a:pt x="58014" y="98313"/>
                  </a:cubicBezTo>
                  <a:lnTo>
                    <a:pt x="96993" y="60009"/>
                  </a:lnTo>
                  <a:cubicBezTo>
                    <a:pt x="109133" y="46603"/>
                    <a:pt x="109772" y="25536"/>
                    <a:pt x="98271" y="12129"/>
                  </a:cubicBezTo>
                  <a:cubicBezTo>
                    <a:pt x="91242" y="4468"/>
                    <a:pt x="82935" y="0"/>
                    <a:pt x="73989" y="0"/>
                  </a:cubicBezTo>
                  <a:close/>
                </a:path>
              </a:pathLst>
            </a:custGeom>
            <a:solidFill>
              <a:srgbClr val="007CB0"/>
            </a:solidFill>
            <a:ln w="6390" cap="flat">
              <a:noFill/>
              <a:prstDash val="solid"/>
              <a:miter/>
            </a:ln>
          </p:spPr>
          <p:txBody>
            <a:bodyPr rtlCol="0" anchor="ctr"/>
            <a:lstStyle/>
            <a:p>
              <a:endParaRPr lang="en-US"/>
            </a:p>
          </p:txBody>
        </p:sp>
      </p:grpSp>
      <p:grpSp>
        <p:nvGrpSpPr>
          <p:cNvPr id="706" name="Graphic 4">
            <a:extLst>
              <a:ext uri="{FF2B5EF4-FFF2-40B4-BE49-F238E27FC236}">
                <a16:creationId xmlns:a16="http://schemas.microsoft.com/office/drawing/2014/main" id="{DF3337EB-3E73-1646-846E-32BFD21E0010}"/>
              </a:ext>
            </a:extLst>
          </p:cNvPr>
          <p:cNvGrpSpPr/>
          <p:nvPr/>
        </p:nvGrpSpPr>
        <p:grpSpPr>
          <a:xfrm>
            <a:off x="905454" y="4308712"/>
            <a:ext cx="361670" cy="361971"/>
            <a:chOff x="905454" y="4308712"/>
            <a:chExt cx="361670" cy="361971"/>
          </a:xfrm>
          <a:solidFill>
            <a:srgbClr val="007CB0"/>
          </a:solidFill>
        </p:grpSpPr>
        <p:sp>
          <p:nvSpPr>
            <p:cNvPr id="707" name="Graphic 4">
              <a:extLst>
                <a:ext uri="{FF2B5EF4-FFF2-40B4-BE49-F238E27FC236}">
                  <a16:creationId xmlns:a16="http://schemas.microsoft.com/office/drawing/2014/main" id="{F0354299-31CB-8843-B658-0FE0D416E90E}"/>
                </a:ext>
              </a:extLst>
            </p:cNvPr>
            <p:cNvSpPr/>
            <p:nvPr/>
          </p:nvSpPr>
          <p:spPr>
            <a:xfrm>
              <a:off x="1178943" y="4501508"/>
              <a:ext cx="12140" cy="28727"/>
            </a:xfrm>
            <a:custGeom>
              <a:avLst/>
              <a:gdLst>
                <a:gd name="connsiteX0" fmla="*/ 5751 w 12140"/>
                <a:gd name="connsiteY0" fmla="*/ 0 h 28727"/>
                <a:gd name="connsiteX1" fmla="*/ 0 w 12140"/>
                <a:gd name="connsiteY1" fmla="*/ 28728 h 28727"/>
                <a:gd name="connsiteX2" fmla="*/ 12141 w 12140"/>
                <a:gd name="connsiteY2" fmla="*/ 28728 h 28727"/>
              </a:gdLst>
              <a:ahLst/>
              <a:cxnLst>
                <a:cxn ang="0">
                  <a:pos x="connsiteX0" y="connsiteY0"/>
                </a:cxn>
                <a:cxn ang="0">
                  <a:pos x="connsiteX1" y="connsiteY1"/>
                </a:cxn>
                <a:cxn ang="0">
                  <a:pos x="connsiteX2" y="connsiteY2"/>
                </a:cxn>
              </a:cxnLst>
              <a:rect l="l" t="t" r="r" b="b"/>
              <a:pathLst>
                <a:path w="12140" h="28727">
                  <a:moveTo>
                    <a:pt x="5751" y="0"/>
                  </a:moveTo>
                  <a:lnTo>
                    <a:pt x="0" y="28728"/>
                  </a:lnTo>
                  <a:lnTo>
                    <a:pt x="12141" y="28728"/>
                  </a:lnTo>
                  <a:close/>
                </a:path>
              </a:pathLst>
            </a:custGeom>
            <a:solidFill>
              <a:srgbClr val="007CB0"/>
            </a:solidFill>
            <a:ln w="6390" cap="flat">
              <a:noFill/>
              <a:prstDash val="solid"/>
              <a:miter/>
            </a:ln>
          </p:spPr>
          <p:txBody>
            <a:bodyPr rtlCol="0" anchor="ctr"/>
            <a:lstStyle/>
            <a:p>
              <a:endParaRPr lang="en-US"/>
            </a:p>
          </p:txBody>
        </p:sp>
        <p:sp>
          <p:nvSpPr>
            <p:cNvPr id="708" name="Graphic 4">
              <a:extLst>
                <a:ext uri="{FF2B5EF4-FFF2-40B4-BE49-F238E27FC236}">
                  <a16:creationId xmlns:a16="http://schemas.microsoft.com/office/drawing/2014/main" id="{4BEAFF1B-952F-9D40-BBF8-55B36C2F735D}"/>
                </a:ext>
              </a:extLst>
            </p:cNvPr>
            <p:cNvSpPr/>
            <p:nvPr/>
          </p:nvSpPr>
          <p:spPr>
            <a:xfrm>
              <a:off x="1182138" y="4462566"/>
              <a:ext cx="5111" cy="5107"/>
            </a:xfrm>
            <a:custGeom>
              <a:avLst/>
              <a:gdLst>
                <a:gd name="connsiteX0" fmla="*/ 5112 w 5111"/>
                <a:gd name="connsiteY0" fmla="*/ 2554 h 5107"/>
                <a:gd name="connsiteX1" fmla="*/ 2556 w 5111"/>
                <a:gd name="connsiteY1" fmla="*/ 5107 h 5107"/>
                <a:gd name="connsiteX2" fmla="*/ 0 w 5111"/>
                <a:gd name="connsiteY2" fmla="*/ 2554 h 5107"/>
                <a:gd name="connsiteX3" fmla="*/ 2556 w 5111"/>
                <a:gd name="connsiteY3" fmla="*/ 0 h 5107"/>
                <a:gd name="connsiteX4" fmla="*/ 5112 w 5111"/>
                <a:gd name="connsiteY4" fmla="*/ 2554 h 5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1" h="5107">
                  <a:moveTo>
                    <a:pt x="5112" y="2554"/>
                  </a:moveTo>
                  <a:cubicBezTo>
                    <a:pt x="5112" y="3964"/>
                    <a:pt x="3968" y="5107"/>
                    <a:pt x="2556" y="5107"/>
                  </a:cubicBezTo>
                  <a:cubicBezTo>
                    <a:pt x="1144" y="5107"/>
                    <a:pt x="0" y="3964"/>
                    <a:pt x="0" y="2554"/>
                  </a:cubicBezTo>
                  <a:cubicBezTo>
                    <a:pt x="0" y="1143"/>
                    <a:pt x="1144" y="0"/>
                    <a:pt x="2556" y="0"/>
                  </a:cubicBezTo>
                  <a:cubicBezTo>
                    <a:pt x="3968" y="0"/>
                    <a:pt x="5112" y="1143"/>
                    <a:pt x="5112" y="2554"/>
                  </a:cubicBezTo>
                  <a:close/>
                </a:path>
              </a:pathLst>
            </a:custGeom>
            <a:solidFill>
              <a:srgbClr val="007CB0"/>
            </a:solidFill>
            <a:ln w="6390" cap="flat">
              <a:noFill/>
              <a:prstDash val="solid"/>
              <a:miter/>
            </a:ln>
          </p:spPr>
          <p:txBody>
            <a:bodyPr rtlCol="0" anchor="ctr"/>
            <a:lstStyle/>
            <a:p>
              <a:endParaRPr lang="en-US"/>
            </a:p>
          </p:txBody>
        </p:sp>
        <p:sp>
          <p:nvSpPr>
            <p:cNvPr id="709" name="Graphic 4">
              <a:extLst>
                <a:ext uri="{FF2B5EF4-FFF2-40B4-BE49-F238E27FC236}">
                  <a16:creationId xmlns:a16="http://schemas.microsoft.com/office/drawing/2014/main" id="{219ECA93-EFC4-4745-BE3E-40B8396A699F}"/>
                </a:ext>
              </a:extLst>
            </p:cNvPr>
            <p:cNvSpPr/>
            <p:nvPr/>
          </p:nvSpPr>
          <p:spPr>
            <a:xfrm>
              <a:off x="1042837" y="4400641"/>
              <a:ext cx="14057" cy="14044"/>
            </a:xfrm>
            <a:custGeom>
              <a:avLst/>
              <a:gdLst>
                <a:gd name="connsiteX0" fmla="*/ 7029 w 14057"/>
                <a:gd name="connsiteY0" fmla="*/ 14045 h 14044"/>
                <a:gd name="connsiteX1" fmla="*/ 14058 w 14057"/>
                <a:gd name="connsiteY1" fmla="*/ 7022 h 14044"/>
                <a:gd name="connsiteX2" fmla="*/ 7029 w 14057"/>
                <a:gd name="connsiteY2" fmla="*/ 0 h 14044"/>
                <a:gd name="connsiteX3" fmla="*/ 0 w 14057"/>
                <a:gd name="connsiteY3" fmla="*/ 7022 h 14044"/>
                <a:gd name="connsiteX4" fmla="*/ 7029 w 14057"/>
                <a:gd name="connsiteY4" fmla="*/ 14045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14045"/>
                  </a:moveTo>
                  <a:cubicBezTo>
                    <a:pt x="10863" y="14045"/>
                    <a:pt x="14058" y="10853"/>
                    <a:pt x="14058" y="7022"/>
                  </a:cubicBezTo>
                  <a:cubicBezTo>
                    <a:pt x="14058" y="3192"/>
                    <a:pt x="10863" y="0"/>
                    <a:pt x="7029" y="0"/>
                  </a:cubicBezTo>
                  <a:cubicBezTo>
                    <a:pt x="3195" y="0"/>
                    <a:pt x="0" y="3192"/>
                    <a:pt x="0" y="7022"/>
                  </a:cubicBezTo>
                  <a:cubicBezTo>
                    <a:pt x="0" y="10853"/>
                    <a:pt x="3195" y="14045"/>
                    <a:pt x="7029" y="14045"/>
                  </a:cubicBezTo>
                  <a:close/>
                </a:path>
              </a:pathLst>
            </a:custGeom>
            <a:solidFill>
              <a:srgbClr val="007CB0"/>
            </a:solidFill>
            <a:ln w="6390" cap="flat">
              <a:noFill/>
              <a:prstDash val="solid"/>
              <a:miter/>
            </a:ln>
          </p:spPr>
          <p:txBody>
            <a:bodyPr rtlCol="0" anchor="ctr"/>
            <a:lstStyle/>
            <a:p>
              <a:endParaRPr lang="en-US"/>
            </a:p>
          </p:txBody>
        </p:sp>
        <p:sp>
          <p:nvSpPr>
            <p:cNvPr id="710" name="Graphic 4">
              <a:extLst>
                <a:ext uri="{FF2B5EF4-FFF2-40B4-BE49-F238E27FC236}">
                  <a16:creationId xmlns:a16="http://schemas.microsoft.com/office/drawing/2014/main" id="{5BEFE9A9-908A-2647-B5F0-E5998ECB7363}"/>
                </a:ext>
              </a:extLst>
            </p:cNvPr>
            <p:cNvSpPr/>
            <p:nvPr/>
          </p:nvSpPr>
          <p:spPr>
            <a:xfrm>
              <a:off x="1034530" y="4456182"/>
              <a:ext cx="30671" cy="41495"/>
            </a:xfrm>
            <a:custGeom>
              <a:avLst/>
              <a:gdLst>
                <a:gd name="connsiteX0" fmla="*/ 0 w 30671"/>
                <a:gd name="connsiteY0" fmla="*/ 0 h 41495"/>
                <a:gd name="connsiteX1" fmla="*/ 30672 w 30671"/>
                <a:gd name="connsiteY1" fmla="*/ 0 h 41495"/>
                <a:gd name="connsiteX2" fmla="*/ 30672 w 30671"/>
                <a:gd name="connsiteY2" fmla="*/ 41496 h 41495"/>
                <a:gd name="connsiteX3" fmla="*/ 0 w 30671"/>
                <a:gd name="connsiteY3" fmla="*/ 41496 h 41495"/>
              </a:gdLst>
              <a:ahLst/>
              <a:cxnLst>
                <a:cxn ang="0">
                  <a:pos x="connsiteX0" y="connsiteY0"/>
                </a:cxn>
                <a:cxn ang="0">
                  <a:pos x="connsiteX1" y="connsiteY1"/>
                </a:cxn>
                <a:cxn ang="0">
                  <a:pos x="connsiteX2" y="connsiteY2"/>
                </a:cxn>
                <a:cxn ang="0">
                  <a:pos x="connsiteX3" y="connsiteY3"/>
                </a:cxn>
              </a:cxnLst>
              <a:rect l="l" t="t" r="r" b="b"/>
              <a:pathLst>
                <a:path w="30671" h="41495">
                  <a:moveTo>
                    <a:pt x="0" y="0"/>
                  </a:moveTo>
                  <a:lnTo>
                    <a:pt x="30672" y="0"/>
                  </a:lnTo>
                  <a:lnTo>
                    <a:pt x="30672" y="41496"/>
                  </a:lnTo>
                  <a:lnTo>
                    <a:pt x="0" y="41496"/>
                  </a:lnTo>
                  <a:close/>
                </a:path>
              </a:pathLst>
            </a:custGeom>
            <a:solidFill>
              <a:srgbClr val="007CB0"/>
            </a:solidFill>
            <a:ln w="6390" cap="flat">
              <a:noFill/>
              <a:prstDash val="solid"/>
              <a:miter/>
            </a:ln>
          </p:spPr>
          <p:txBody>
            <a:bodyPr rtlCol="0" anchor="ctr"/>
            <a:lstStyle/>
            <a:p>
              <a:endParaRPr lang="en-US"/>
            </a:p>
          </p:txBody>
        </p:sp>
        <p:sp>
          <p:nvSpPr>
            <p:cNvPr id="711" name="Graphic 4">
              <a:extLst>
                <a:ext uri="{FF2B5EF4-FFF2-40B4-BE49-F238E27FC236}">
                  <a16:creationId xmlns:a16="http://schemas.microsoft.com/office/drawing/2014/main" id="{08A6CBD6-4A41-3C43-9E09-428213C682D9}"/>
                </a:ext>
              </a:extLst>
            </p:cNvPr>
            <p:cNvSpPr/>
            <p:nvPr/>
          </p:nvSpPr>
          <p:spPr>
            <a:xfrm>
              <a:off x="905454" y="4308712"/>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180835 w 361670"/>
                <a:gd name="connsiteY4" fmla="*/ 0 h 361971"/>
                <a:gd name="connsiteX5" fmla="*/ 144413 w 361670"/>
                <a:gd name="connsiteY5" fmla="*/ 79162 h 361971"/>
                <a:gd name="connsiteX6" fmla="*/ 164221 w 361670"/>
                <a:gd name="connsiteY6" fmla="*/ 98952 h 361971"/>
                <a:gd name="connsiteX7" fmla="*/ 144413 w 361670"/>
                <a:gd name="connsiteY7" fmla="*/ 118742 h 361971"/>
                <a:gd name="connsiteX8" fmla="*/ 124604 w 361670"/>
                <a:gd name="connsiteY8" fmla="*/ 98952 h 361971"/>
                <a:gd name="connsiteX9" fmla="*/ 144413 w 361670"/>
                <a:gd name="connsiteY9" fmla="*/ 79162 h 361971"/>
                <a:gd name="connsiteX10" fmla="*/ 83708 w 361670"/>
                <a:gd name="connsiteY10" fmla="*/ 141086 h 361971"/>
                <a:gd name="connsiteX11" fmla="*/ 99044 w 361670"/>
                <a:gd name="connsiteY11" fmla="*/ 156408 h 361971"/>
                <a:gd name="connsiteX12" fmla="*/ 83708 w 361670"/>
                <a:gd name="connsiteY12" fmla="*/ 171729 h 361971"/>
                <a:gd name="connsiteX13" fmla="*/ 68372 w 361670"/>
                <a:gd name="connsiteY13" fmla="*/ 156408 h 361971"/>
                <a:gd name="connsiteX14" fmla="*/ 83708 w 361670"/>
                <a:gd name="connsiteY14" fmla="*/ 141086 h 361971"/>
                <a:gd name="connsiteX15" fmla="*/ 104156 w 361670"/>
                <a:gd name="connsiteY15" fmla="*/ 219609 h 361971"/>
                <a:gd name="connsiteX16" fmla="*/ 99044 w 361670"/>
                <a:gd name="connsiteY16" fmla="*/ 225993 h 361971"/>
                <a:gd name="connsiteX17" fmla="*/ 99044 w 361670"/>
                <a:gd name="connsiteY17" fmla="*/ 266212 h 361971"/>
                <a:gd name="connsiteX18" fmla="*/ 92654 w 361670"/>
                <a:gd name="connsiteY18" fmla="*/ 272596 h 361971"/>
                <a:gd name="connsiteX19" fmla="*/ 86264 w 361670"/>
                <a:gd name="connsiteY19" fmla="*/ 266212 h 361971"/>
                <a:gd name="connsiteX20" fmla="*/ 86264 w 361670"/>
                <a:gd name="connsiteY20" fmla="*/ 225993 h 361971"/>
                <a:gd name="connsiteX21" fmla="*/ 80513 w 361670"/>
                <a:gd name="connsiteY21" fmla="*/ 225993 h 361971"/>
                <a:gd name="connsiteX22" fmla="*/ 80513 w 361670"/>
                <a:gd name="connsiteY22" fmla="*/ 266212 h 361971"/>
                <a:gd name="connsiteX23" fmla="*/ 74123 w 361670"/>
                <a:gd name="connsiteY23" fmla="*/ 272596 h 361971"/>
                <a:gd name="connsiteX24" fmla="*/ 67733 w 361670"/>
                <a:gd name="connsiteY24" fmla="*/ 266212 h 361971"/>
                <a:gd name="connsiteX25" fmla="*/ 67733 w 361670"/>
                <a:gd name="connsiteY25" fmla="*/ 225993 h 361971"/>
                <a:gd name="connsiteX26" fmla="*/ 62621 w 361670"/>
                <a:gd name="connsiteY26" fmla="*/ 219609 h 361971"/>
                <a:gd name="connsiteX27" fmla="*/ 62621 w 361670"/>
                <a:gd name="connsiteY27" fmla="*/ 183859 h 361971"/>
                <a:gd name="connsiteX28" fmla="*/ 69011 w 361670"/>
                <a:gd name="connsiteY28" fmla="*/ 177475 h 361971"/>
                <a:gd name="connsiteX29" fmla="*/ 97127 w 361670"/>
                <a:gd name="connsiteY29" fmla="*/ 177475 h 361971"/>
                <a:gd name="connsiteX30" fmla="*/ 103517 w 361670"/>
                <a:gd name="connsiteY30" fmla="*/ 183859 h 361971"/>
                <a:gd name="connsiteX31" fmla="*/ 103517 w 361670"/>
                <a:gd name="connsiteY31" fmla="*/ 219609 h 361971"/>
                <a:gd name="connsiteX32" fmla="*/ 172528 w 361670"/>
                <a:gd name="connsiteY32" fmla="*/ 195350 h 361971"/>
                <a:gd name="connsiteX33" fmla="*/ 166138 w 361670"/>
                <a:gd name="connsiteY33" fmla="*/ 201734 h 361971"/>
                <a:gd name="connsiteX34" fmla="*/ 164860 w 361670"/>
                <a:gd name="connsiteY34" fmla="*/ 201734 h 361971"/>
                <a:gd name="connsiteX35" fmla="*/ 164860 w 361670"/>
                <a:gd name="connsiteY35" fmla="*/ 266212 h 361971"/>
                <a:gd name="connsiteX36" fmla="*/ 158470 w 361670"/>
                <a:gd name="connsiteY36" fmla="*/ 272596 h 361971"/>
                <a:gd name="connsiteX37" fmla="*/ 152081 w 361670"/>
                <a:gd name="connsiteY37" fmla="*/ 266212 h 361971"/>
                <a:gd name="connsiteX38" fmla="*/ 152081 w 361670"/>
                <a:gd name="connsiteY38" fmla="*/ 201734 h 361971"/>
                <a:gd name="connsiteX39" fmla="*/ 136745 w 361670"/>
                <a:gd name="connsiteY39" fmla="*/ 201734 h 361971"/>
                <a:gd name="connsiteX40" fmla="*/ 136745 w 361670"/>
                <a:gd name="connsiteY40" fmla="*/ 266212 h 361971"/>
                <a:gd name="connsiteX41" fmla="*/ 130355 w 361670"/>
                <a:gd name="connsiteY41" fmla="*/ 272596 h 361971"/>
                <a:gd name="connsiteX42" fmla="*/ 123965 w 361670"/>
                <a:gd name="connsiteY42" fmla="*/ 266212 h 361971"/>
                <a:gd name="connsiteX43" fmla="*/ 123965 w 361670"/>
                <a:gd name="connsiteY43" fmla="*/ 201734 h 361971"/>
                <a:gd name="connsiteX44" fmla="*/ 122687 w 361670"/>
                <a:gd name="connsiteY44" fmla="*/ 201734 h 361971"/>
                <a:gd name="connsiteX45" fmla="*/ 116297 w 361670"/>
                <a:gd name="connsiteY45" fmla="*/ 195350 h 361971"/>
                <a:gd name="connsiteX46" fmla="*/ 116297 w 361670"/>
                <a:gd name="connsiteY46" fmla="*/ 141086 h 361971"/>
                <a:gd name="connsiteX47" fmla="*/ 122687 w 361670"/>
                <a:gd name="connsiteY47" fmla="*/ 134702 h 361971"/>
                <a:gd name="connsiteX48" fmla="*/ 166138 w 361670"/>
                <a:gd name="connsiteY48" fmla="*/ 134702 h 361971"/>
                <a:gd name="connsiteX49" fmla="*/ 172528 w 361670"/>
                <a:gd name="connsiteY49" fmla="*/ 141086 h 361971"/>
                <a:gd name="connsiteX50" fmla="*/ 172528 w 361670"/>
                <a:gd name="connsiteY50" fmla="*/ 195350 h 361971"/>
                <a:gd name="connsiteX51" fmla="*/ 279240 w 361670"/>
                <a:gd name="connsiteY51" fmla="*/ 141086 h 361971"/>
                <a:gd name="connsiteX52" fmla="*/ 294576 w 361670"/>
                <a:gd name="connsiteY52" fmla="*/ 156408 h 361971"/>
                <a:gd name="connsiteX53" fmla="*/ 279240 w 361670"/>
                <a:gd name="connsiteY53" fmla="*/ 171729 h 361971"/>
                <a:gd name="connsiteX54" fmla="*/ 263904 w 361670"/>
                <a:gd name="connsiteY54" fmla="*/ 156408 h 361971"/>
                <a:gd name="connsiteX55" fmla="*/ 279240 w 361670"/>
                <a:gd name="connsiteY55" fmla="*/ 141086 h 361971"/>
                <a:gd name="connsiteX56" fmla="*/ 215341 w 361670"/>
                <a:gd name="connsiteY56" fmla="*/ 79162 h 361971"/>
                <a:gd name="connsiteX57" fmla="*/ 235150 w 361670"/>
                <a:gd name="connsiteY57" fmla="*/ 98952 h 361971"/>
                <a:gd name="connsiteX58" fmla="*/ 215341 w 361670"/>
                <a:gd name="connsiteY58" fmla="*/ 118742 h 361971"/>
                <a:gd name="connsiteX59" fmla="*/ 195532 w 361670"/>
                <a:gd name="connsiteY59" fmla="*/ 98952 h 361971"/>
                <a:gd name="connsiteX60" fmla="*/ 215341 w 361670"/>
                <a:gd name="connsiteY60" fmla="*/ 79162 h 361971"/>
                <a:gd name="connsiteX61" fmla="*/ 242818 w 361670"/>
                <a:gd name="connsiteY61" fmla="*/ 195350 h 361971"/>
                <a:gd name="connsiteX62" fmla="*/ 236428 w 361670"/>
                <a:gd name="connsiteY62" fmla="*/ 201734 h 361971"/>
                <a:gd name="connsiteX63" fmla="*/ 235150 w 361670"/>
                <a:gd name="connsiteY63" fmla="*/ 201734 h 361971"/>
                <a:gd name="connsiteX64" fmla="*/ 235150 w 361670"/>
                <a:gd name="connsiteY64" fmla="*/ 266212 h 361971"/>
                <a:gd name="connsiteX65" fmla="*/ 228760 w 361670"/>
                <a:gd name="connsiteY65" fmla="*/ 272596 h 361971"/>
                <a:gd name="connsiteX66" fmla="*/ 222370 w 361670"/>
                <a:gd name="connsiteY66" fmla="*/ 266212 h 361971"/>
                <a:gd name="connsiteX67" fmla="*/ 222370 w 361670"/>
                <a:gd name="connsiteY67" fmla="*/ 201734 h 361971"/>
                <a:gd name="connsiteX68" fmla="*/ 207034 w 361670"/>
                <a:gd name="connsiteY68" fmla="*/ 201734 h 361971"/>
                <a:gd name="connsiteX69" fmla="*/ 207034 w 361670"/>
                <a:gd name="connsiteY69" fmla="*/ 266212 h 361971"/>
                <a:gd name="connsiteX70" fmla="*/ 200644 w 361670"/>
                <a:gd name="connsiteY70" fmla="*/ 272596 h 361971"/>
                <a:gd name="connsiteX71" fmla="*/ 194254 w 361670"/>
                <a:gd name="connsiteY71" fmla="*/ 266212 h 361971"/>
                <a:gd name="connsiteX72" fmla="*/ 194254 w 361670"/>
                <a:gd name="connsiteY72" fmla="*/ 201734 h 361971"/>
                <a:gd name="connsiteX73" fmla="*/ 193615 w 361670"/>
                <a:gd name="connsiteY73" fmla="*/ 201734 h 361971"/>
                <a:gd name="connsiteX74" fmla="*/ 187225 w 361670"/>
                <a:gd name="connsiteY74" fmla="*/ 195350 h 361971"/>
                <a:gd name="connsiteX75" fmla="*/ 187225 w 361670"/>
                <a:gd name="connsiteY75" fmla="*/ 141086 h 361971"/>
                <a:gd name="connsiteX76" fmla="*/ 193615 w 361670"/>
                <a:gd name="connsiteY76" fmla="*/ 134702 h 361971"/>
                <a:gd name="connsiteX77" fmla="*/ 237067 w 361670"/>
                <a:gd name="connsiteY77" fmla="*/ 134702 h 361971"/>
                <a:gd name="connsiteX78" fmla="*/ 243457 w 361670"/>
                <a:gd name="connsiteY78" fmla="*/ 141086 h 361971"/>
                <a:gd name="connsiteX79" fmla="*/ 243457 w 361670"/>
                <a:gd name="connsiteY79" fmla="*/ 195350 h 361971"/>
                <a:gd name="connsiteX80" fmla="*/ 298410 w 361670"/>
                <a:gd name="connsiteY80" fmla="*/ 231738 h 361971"/>
                <a:gd name="connsiteX81" fmla="*/ 295215 w 361670"/>
                <a:gd name="connsiteY81" fmla="*/ 233654 h 361971"/>
                <a:gd name="connsiteX82" fmla="*/ 295215 w 361670"/>
                <a:gd name="connsiteY82" fmla="*/ 266212 h 361971"/>
                <a:gd name="connsiteX83" fmla="*/ 288825 w 361670"/>
                <a:gd name="connsiteY83" fmla="*/ 272596 h 361971"/>
                <a:gd name="connsiteX84" fmla="*/ 282435 w 361670"/>
                <a:gd name="connsiteY84" fmla="*/ 266212 h 361971"/>
                <a:gd name="connsiteX85" fmla="*/ 282435 w 361670"/>
                <a:gd name="connsiteY85" fmla="*/ 234292 h 361971"/>
                <a:gd name="connsiteX86" fmla="*/ 276684 w 361670"/>
                <a:gd name="connsiteY86" fmla="*/ 234292 h 361971"/>
                <a:gd name="connsiteX87" fmla="*/ 276684 w 361670"/>
                <a:gd name="connsiteY87" fmla="*/ 266212 h 361971"/>
                <a:gd name="connsiteX88" fmla="*/ 270294 w 361670"/>
                <a:gd name="connsiteY88" fmla="*/ 272596 h 361971"/>
                <a:gd name="connsiteX89" fmla="*/ 263904 w 361670"/>
                <a:gd name="connsiteY89" fmla="*/ 266212 h 361971"/>
                <a:gd name="connsiteX90" fmla="*/ 263904 w 361670"/>
                <a:gd name="connsiteY90" fmla="*/ 233654 h 361971"/>
                <a:gd name="connsiteX91" fmla="*/ 260709 w 361670"/>
                <a:gd name="connsiteY91" fmla="*/ 231738 h 361971"/>
                <a:gd name="connsiteX92" fmla="*/ 259431 w 361670"/>
                <a:gd name="connsiteY92" fmla="*/ 226631 h 361971"/>
                <a:gd name="connsiteX93" fmla="*/ 268377 w 361670"/>
                <a:gd name="connsiteY93" fmla="*/ 181944 h 361971"/>
                <a:gd name="connsiteX94" fmla="*/ 274767 w 361670"/>
                <a:gd name="connsiteY94" fmla="*/ 176836 h 361971"/>
                <a:gd name="connsiteX95" fmla="*/ 283713 w 361670"/>
                <a:gd name="connsiteY95" fmla="*/ 176836 h 361971"/>
                <a:gd name="connsiteX96" fmla="*/ 290103 w 361670"/>
                <a:gd name="connsiteY96" fmla="*/ 181944 h 361971"/>
                <a:gd name="connsiteX97" fmla="*/ 299688 w 361670"/>
                <a:gd name="connsiteY97" fmla="*/ 226631 h 361971"/>
                <a:gd name="connsiteX98" fmla="*/ 298410 w 361670"/>
                <a:gd name="connsiteY98" fmla="*/ 23173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361670" h="361971">
                  <a:moveTo>
                    <a:pt x="180835" y="0"/>
                  </a:moveTo>
                  <a:cubicBezTo>
                    <a:pt x="80513" y="0"/>
                    <a:pt x="0" y="81077"/>
                    <a:pt x="0" y="180667"/>
                  </a:cubicBezTo>
                  <a:cubicBezTo>
                    <a:pt x="0" y="280257"/>
                    <a:pt x="81152" y="361972"/>
                    <a:pt x="180835" y="361972"/>
                  </a:cubicBezTo>
                  <a:cubicBezTo>
                    <a:pt x="280518" y="361972"/>
                    <a:pt x="361670" y="280895"/>
                    <a:pt x="361670" y="181305"/>
                  </a:cubicBezTo>
                  <a:cubicBezTo>
                    <a:pt x="361670" y="81715"/>
                    <a:pt x="281157" y="0"/>
                    <a:pt x="180835" y="0"/>
                  </a:cubicBezTo>
                  <a:close/>
                  <a:moveTo>
                    <a:pt x="144413" y="79162"/>
                  </a:moveTo>
                  <a:cubicBezTo>
                    <a:pt x="155275" y="79162"/>
                    <a:pt x="164221" y="88099"/>
                    <a:pt x="164221" y="98952"/>
                  </a:cubicBezTo>
                  <a:cubicBezTo>
                    <a:pt x="164221" y="109805"/>
                    <a:pt x="155275" y="118742"/>
                    <a:pt x="144413" y="118742"/>
                  </a:cubicBezTo>
                  <a:cubicBezTo>
                    <a:pt x="133550" y="118742"/>
                    <a:pt x="124604" y="109805"/>
                    <a:pt x="124604" y="98952"/>
                  </a:cubicBezTo>
                  <a:cubicBezTo>
                    <a:pt x="124604" y="88099"/>
                    <a:pt x="133550" y="79162"/>
                    <a:pt x="144413" y="79162"/>
                  </a:cubicBezTo>
                  <a:close/>
                  <a:moveTo>
                    <a:pt x="83708" y="141086"/>
                  </a:moveTo>
                  <a:cubicBezTo>
                    <a:pt x="92015" y="141086"/>
                    <a:pt x="99044" y="148108"/>
                    <a:pt x="99044" y="156408"/>
                  </a:cubicBezTo>
                  <a:cubicBezTo>
                    <a:pt x="99044" y="164707"/>
                    <a:pt x="92015" y="171729"/>
                    <a:pt x="83708" y="171729"/>
                  </a:cubicBezTo>
                  <a:cubicBezTo>
                    <a:pt x="75401" y="171729"/>
                    <a:pt x="68372" y="164707"/>
                    <a:pt x="68372" y="156408"/>
                  </a:cubicBezTo>
                  <a:cubicBezTo>
                    <a:pt x="68372" y="148108"/>
                    <a:pt x="75401" y="141086"/>
                    <a:pt x="83708" y="141086"/>
                  </a:cubicBezTo>
                  <a:close/>
                  <a:moveTo>
                    <a:pt x="104156" y="219609"/>
                  </a:moveTo>
                  <a:cubicBezTo>
                    <a:pt x="104156" y="222801"/>
                    <a:pt x="102239" y="225355"/>
                    <a:pt x="99044" y="225993"/>
                  </a:cubicBezTo>
                  <a:lnTo>
                    <a:pt x="99044" y="266212"/>
                  </a:lnTo>
                  <a:cubicBezTo>
                    <a:pt x="99044" y="270042"/>
                    <a:pt x="96488" y="272596"/>
                    <a:pt x="92654" y="272596"/>
                  </a:cubicBezTo>
                  <a:cubicBezTo>
                    <a:pt x="88820" y="272596"/>
                    <a:pt x="86264" y="270042"/>
                    <a:pt x="86264" y="266212"/>
                  </a:cubicBezTo>
                  <a:lnTo>
                    <a:pt x="86264" y="225993"/>
                  </a:lnTo>
                  <a:lnTo>
                    <a:pt x="80513" y="225993"/>
                  </a:lnTo>
                  <a:lnTo>
                    <a:pt x="80513" y="266212"/>
                  </a:lnTo>
                  <a:cubicBezTo>
                    <a:pt x="80513" y="270042"/>
                    <a:pt x="77957" y="272596"/>
                    <a:pt x="74123" y="272596"/>
                  </a:cubicBezTo>
                  <a:cubicBezTo>
                    <a:pt x="70289" y="272596"/>
                    <a:pt x="67733" y="270042"/>
                    <a:pt x="67733" y="266212"/>
                  </a:cubicBezTo>
                  <a:lnTo>
                    <a:pt x="67733" y="225993"/>
                  </a:lnTo>
                  <a:cubicBezTo>
                    <a:pt x="65177" y="225355"/>
                    <a:pt x="62621" y="222801"/>
                    <a:pt x="62621" y="219609"/>
                  </a:cubicBezTo>
                  <a:lnTo>
                    <a:pt x="62621" y="183859"/>
                  </a:lnTo>
                  <a:cubicBezTo>
                    <a:pt x="62621" y="180028"/>
                    <a:pt x="65177" y="177475"/>
                    <a:pt x="69011" y="177475"/>
                  </a:cubicBezTo>
                  <a:lnTo>
                    <a:pt x="97127" y="177475"/>
                  </a:lnTo>
                  <a:cubicBezTo>
                    <a:pt x="100961" y="177475"/>
                    <a:pt x="103517" y="180028"/>
                    <a:pt x="103517" y="183859"/>
                  </a:cubicBezTo>
                  <a:lnTo>
                    <a:pt x="103517" y="219609"/>
                  </a:lnTo>
                  <a:close/>
                  <a:moveTo>
                    <a:pt x="172528" y="195350"/>
                  </a:moveTo>
                  <a:cubicBezTo>
                    <a:pt x="172528" y="199180"/>
                    <a:pt x="169972" y="201734"/>
                    <a:pt x="166138" y="201734"/>
                  </a:cubicBezTo>
                  <a:lnTo>
                    <a:pt x="164860" y="201734"/>
                  </a:lnTo>
                  <a:lnTo>
                    <a:pt x="164860" y="266212"/>
                  </a:lnTo>
                  <a:cubicBezTo>
                    <a:pt x="164860" y="270042"/>
                    <a:pt x="162304" y="272596"/>
                    <a:pt x="158470" y="272596"/>
                  </a:cubicBezTo>
                  <a:cubicBezTo>
                    <a:pt x="154636" y="272596"/>
                    <a:pt x="152081" y="270042"/>
                    <a:pt x="152081" y="266212"/>
                  </a:cubicBezTo>
                  <a:lnTo>
                    <a:pt x="152081" y="201734"/>
                  </a:lnTo>
                  <a:lnTo>
                    <a:pt x="136745" y="201734"/>
                  </a:lnTo>
                  <a:lnTo>
                    <a:pt x="136745" y="266212"/>
                  </a:lnTo>
                  <a:cubicBezTo>
                    <a:pt x="136745" y="270042"/>
                    <a:pt x="134189" y="272596"/>
                    <a:pt x="130355" y="272596"/>
                  </a:cubicBezTo>
                  <a:cubicBezTo>
                    <a:pt x="126521" y="272596"/>
                    <a:pt x="123965" y="270042"/>
                    <a:pt x="123965" y="266212"/>
                  </a:cubicBezTo>
                  <a:lnTo>
                    <a:pt x="123965" y="201734"/>
                  </a:lnTo>
                  <a:lnTo>
                    <a:pt x="122687" y="201734"/>
                  </a:lnTo>
                  <a:cubicBezTo>
                    <a:pt x="118853" y="201734"/>
                    <a:pt x="116297" y="199180"/>
                    <a:pt x="116297" y="195350"/>
                  </a:cubicBezTo>
                  <a:lnTo>
                    <a:pt x="116297" y="141086"/>
                  </a:lnTo>
                  <a:cubicBezTo>
                    <a:pt x="116297" y="137256"/>
                    <a:pt x="118853" y="134702"/>
                    <a:pt x="122687" y="134702"/>
                  </a:cubicBezTo>
                  <a:lnTo>
                    <a:pt x="166138" y="134702"/>
                  </a:lnTo>
                  <a:cubicBezTo>
                    <a:pt x="169972" y="134702"/>
                    <a:pt x="172528" y="137256"/>
                    <a:pt x="172528" y="141086"/>
                  </a:cubicBezTo>
                  <a:lnTo>
                    <a:pt x="172528" y="195350"/>
                  </a:lnTo>
                  <a:close/>
                  <a:moveTo>
                    <a:pt x="279240" y="141086"/>
                  </a:moveTo>
                  <a:cubicBezTo>
                    <a:pt x="287547" y="141086"/>
                    <a:pt x="294576" y="148108"/>
                    <a:pt x="294576" y="156408"/>
                  </a:cubicBezTo>
                  <a:cubicBezTo>
                    <a:pt x="294576" y="164707"/>
                    <a:pt x="287547" y="171729"/>
                    <a:pt x="279240" y="171729"/>
                  </a:cubicBezTo>
                  <a:cubicBezTo>
                    <a:pt x="270933" y="171729"/>
                    <a:pt x="263904" y="164707"/>
                    <a:pt x="263904" y="156408"/>
                  </a:cubicBezTo>
                  <a:cubicBezTo>
                    <a:pt x="263904" y="148108"/>
                    <a:pt x="270933" y="141086"/>
                    <a:pt x="279240" y="141086"/>
                  </a:cubicBezTo>
                  <a:close/>
                  <a:moveTo>
                    <a:pt x="215341" y="79162"/>
                  </a:moveTo>
                  <a:cubicBezTo>
                    <a:pt x="226204" y="79162"/>
                    <a:pt x="235150" y="88099"/>
                    <a:pt x="235150" y="98952"/>
                  </a:cubicBezTo>
                  <a:cubicBezTo>
                    <a:pt x="235150" y="109805"/>
                    <a:pt x="226204" y="118742"/>
                    <a:pt x="215341" y="118742"/>
                  </a:cubicBezTo>
                  <a:cubicBezTo>
                    <a:pt x="204478" y="118742"/>
                    <a:pt x="195532" y="109805"/>
                    <a:pt x="195532" y="98952"/>
                  </a:cubicBezTo>
                  <a:cubicBezTo>
                    <a:pt x="195532" y="88099"/>
                    <a:pt x="204478" y="79162"/>
                    <a:pt x="215341" y="79162"/>
                  </a:cubicBezTo>
                  <a:close/>
                  <a:moveTo>
                    <a:pt x="242818" y="195350"/>
                  </a:moveTo>
                  <a:cubicBezTo>
                    <a:pt x="242818" y="199180"/>
                    <a:pt x="240262" y="201734"/>
                    <a:pt x="236428" y="201734"/>
                  </a:cubicBezTo>
                  <a:lnTo>
                    <a:pt x="235150" y="201734"/>
                  </a:lnTo>
                  <a:lnTo>
                    <a:pt x="235150" y="266212"/>
                  </a:lnTo>
                  <a:cubicBezTo>
                    <a:pt x="235150" y="270042"/>
                    <a:pt x="232594" y="272596"/>
                    <a:pt x="228760" y="272596"/>
                  </a:cubicBezTo>
                  <a:cubicBezTo>
                    <a:pt x="224926" y="272596"/>
                    <a:pt x="222370" y="270042"/>
                    <a:pt x="222370" y="266212"/>
                  </a:cubicBezTo>
                  <a:lnTo>
                    <a:pt x="222370" y="201734"/>
                  </a:lnTo>
                  <a:lnTo>
                    <a:pt x="207034" y="201734"/>
                  </a:lnTo>
                  <a:lnTo>
                    <a:pt x="207034" y="266212"/>
                  </a:lnTo>
                  <a:cubicBezTo>
                    <a:pt x="207034" y="270042"/>
                    <a:pt x="204478" y="272596"/>
                    <a:pt x="200644" y="272596"/>
                  </a:cubicBezTo>
                  <a:cubicBezTo>
                    <a:pt x="196810" y="272596"/>
                    <a:pt x="194254" y="270042"/>
                    <a:pt x="194254" y="266212"/>
                  </a:cubicBezTo>
                  <a:lnTo>
                    <a:pt x="194254" y="201734"/>
                  </a:lnTo>
                  <a:lnTo>
                    <a:pt x="193615" y="201734"/>
                  </a:lnTo>
                  <a:cubicBezTo>
                    <a:pt x="189781" y="201734"/>
                    <a:pt x="187225" y="199180"/>
                    <a:pt x="187225" y="195350"/>
                  </a:cubicBezTo>
                  <a:lnTo>
                    <a:pt x="187225" y="141086"/>
                  </a:lnTo>
                  <a:cubicBezTo>
                    <a:pt x="187225" y="137256"/>
                    <a:pt x="189781" y="134702"/>
                    <a:pt x="193615" y="134702"/>
                  </a:cubicBezTo>
                  <a:lnTo>
                    <a:pt x="237067" y="134702"/>
                  </a:lnTo>
                  <a:cubicBezTo>
                    <a:pt x="240901" y="134702"/>
                    <a:pt x="243457" y="137256"/>
                    <a:pt x="243457" y="141086"/>
                  </a:cubicBezTo>
                  <a:lnTo>
                    <a:pt x="243457" y="195350"/>
                  </a:lnTo>
                  <a:close/>
                  <a:moveTo>
                    <a:pt x="298410" y="231738"/>
                  </a:moveTo>
                  <a:cubicBezTo>
                    <a:pt x="297771" y="233015"/>
                    <a:pt x="296493" y="233015"/>
                    <a:pt x="295215" y="233654"/>
                  </a:cubicBezTo>
                  <a:lnTo>
                    <a:pt x="295215" y="266212"/>
                  </a:lnTo>
                  <a:cubicBezTo>
                    <a:pt x="295215" y="270042"/>
                    <a:pt x="292659" y="272596"/>
                    <a:pt x="288825" y="272596"/>
                  </a:cubicBezTo>
                  <a:cubicBezTo>
                    <a:pt x="284991" y="272596"/>
                    <a:pt x="282435" y="270042"/>
                    <a:pt x="282435" y="266212"/>
                  </a:cubicBezTo>
                  <a:lnTo>
                    <a:pt x="282435" y="234292"/>
                  </a:lnTo>
                  <a:lnTo>
                    <a:pt x="276684" y="234292"/>
                  </a:lnTo>
                  <a:lnTo>
                    <a:pt x="276684" y="266212"/>
                  </a:lnTo>
                  <a:cubicBezTo>
                    <a:pt x="276684" y="270042"/>
                    <a:pt x="274128" y="272596"/>
                    <a:pt x="270294" y="272596"/>
                  </a:cubicBezTo>
                  <a:cubicBezTo>
                    <a:pt x="266460" y="272596"/>
                    <a:pt x="263904" y="270042"/>
                    <a:pt x="263904" y="266212"/>
                  </a:cubicBezTo>
                  <a:lnTo>
                    <a:pt x="263904" y="233654"/>
                  </a:lnTo>
                  <a:cubicBezTo>
                    <a:pt x="262626" y="233015"/>
                    <a:pt x="261348" y="233015"/>
                    <a:pt x="260709" y="231738"/>
                  </a:cubicBezTo>
                  <a:cubicBezTo>
                    <a:pt x="259431" y="230462"/>
                    <a:pt x="258792" y="228546"/>
                    <a:pt x="259431" y="226631"/>
                  </a:cubicBezTo>
                  <a:lnTo>
                    <a:pt x="268377" y="181944"/>
                  </a:lnTo>
                  <a:cubicBezTo>
                    <a:pt x="269016" y="178752"/>
                    <a:pt x="271572" y="176836"/>
                    <a:pt x="274767" y="176836"/>
                  </a:cubicBezTo>
                  <a:lnTo>
                    <a:pt x="283713" y="176836"/>
                  </a:lnTo>
                  <a:cubicBezTo>
                    <a:pt x="286908" y="176836"/>
                    <a:pt x="289464" y="178752"/>
                    <a:pt x="290103" y="181944"/>
                  </a:cubicBezTo>
                  <a:lnTo>
                    <a:pt x="299688" y="226631"/>
                  </a:lnTo>
                  <a:cubicBezTo>
                    <a:pt x="299688" y="228546"/>
                    <a:pt x="299688" y="230462"/>
                    <a:pt x="298410" y="231738"/>
                  </a:cubicBezTo>
                  <a:close/>
                </a:path>
              </a:pathLst>
            </a:custGeom>
            <a:solidFill>
              <a:srgbClr val="007CB0"/>
            </a:solidFill>
            <a:ln w="6390" cap="flat">
              <a:noFill/>
              <a:prstDash val="solid"/>
              <a:miter/>
            </a:ln>
          </p:spPr>
          <p:txBody>
            <a:bodyPr rtlCol="0" anchor="ctr"/>
            <a:lstStyle/>
            <a:p>
              <a:endParaRPr lang="en-US"/>
            </a:p>
          </p:txBody>
        </p:sp>
      </p:grpSp>
      <p:grpSp>
        <p:nvGrpSpPr>
          <p:cNvPr id="712" name="Graphic 4">
            <a:extLst>
              <a:ext uri="{FF2B5EF4-FFF2-40B4-BE49-F238E27FC236}">
                <a16:creationId xmlns:a16="http://schemas.microsoft.com/office/drawing/2014/main" id="{E7A443C9-8870-9F4A-8D9F-5CA17097865F}"/>
              </a:ext>
            </a:extLst>
          </p:cNvPr>
          <p:cNvGrpSpPr/>
          <p:nvPr/>
        </p:nvGrpSpPr>
        <p:grpSpPr>
          <a:xfrm>
            <a:off x="905454" y="1893013"/>
            <a:ext cx="361670" cy="361333"/>
            <a:chOff x="905454" y="1893013"/>
            <a:chExt cx="361670" cy="361333"/>
          </a:xfrm>
          <a:solidFill>
            <a:srgbClr val="007CB0"/>
          </a:solidFill>
        </p:grpSpPr>
        <p:sp>
          <p:nvSpPr>
            <p:cNvPr id="713" name="Graphic 4">
              <a:extLst>
                <a:ext uri="{FF2B5EF4-FFF2-40B4-BE49-F238E27FC236}">
                  <a16:creationId xmlns:a16="http://schemas.microsoft.com/office/drawing/2014/main" id="{E5B86A64-7539-B543-A9A1-31EED85C0D37}"/>
                </a:ext>
              </a:extLst>
            </p:cNvPr>
            <p:cNvSpPr/>
            <p:nvPr/>
          </p:nvSpPr>
          <p:spPr>
            <a:xfrm>
              <a:off x="1114405" y="1990049"/>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7CB0"/>
            </a:solidFill>
            <a:ln w="6390" cap="flat">
              <a:noFill/>
              <a:prstDash val="solid"/>
              <a:miter/>
            </a:ln>
          </p:spPr>
          <p:txBody>
            <a:bodyPr rtlCol="0" anchor="ctr"/>
            <a:lstStyle/>
            <a:p>
              <a:endParaRPr lang="en-US"/>
            </a:p>
          </p:txBody>
        </p:sp>
        <p:sp>
          <p:nvSpPr>
            <p:cNvPr id="714" name="Graphic 4">
              <a:extLst>
                <a:ext uri="{FF2B5EF4-FFF2-40B4-BE49-F238E27FC236}">
                  <a16:creationId xmlns:a16="http://schemas.microsoft.com/office/drawing/2014/main" id="{727DA7D7-B7AC-094D-9DBB-54D142497085}"/>
                </a:ext>
              </a:extLst>
            </p:cNvPr>
            <p:cNvSpPr/>
            <p:nvPr/>
          </p:nvSpPr>
          <p:spPr>
            <a:xfrm>
              <a:off x="981494" y="2088363"/>
              <a:ext cx="15335" cy="22982"/>
            </a:xfrm>
            <a:custGeom>
              <a:avLst/>
              <a:gdLst>
                <a:gd name="connsiteX0" fmla="*/ 0 w 15335"/>
                <a:gd name="connsiteY0" fmla="*/ 0 h 22982"/>
                <a:gd name="connsiteX1" fmla="*/ 15336 w 15335"/>
                <a:gd name="connsiteY1" fmla="*/ 0 h 22982"/>
                <a:gd name="connsiteX2" fmla="*/ 15336 w 15335"/>
                <a:gd name="connsiteY2" fmla="*/ 22982 h 22982"/>
                <a:gd name="connsiteX3" fmla="*/ 0 w 15335"/>
                <a:gd name="connsiteY3" fmla="*/ 22982 h 22982"/>
              </a:gdLst>
              <a:ahLst/>
              <a:cxnLst>
                <a:cxn ang="0">
                  <a:pos x="connsiteX0" y="connsiteY0"/>
                </a:cxn>
                <a:cxn ang="0">
                  <a:pos x="connsiteX1" y="connsiteY1"/>
                </a:cxn>
                <a:cxn ang="0">
                  <a:pos x="connsiteX2" y="connsiteY2"/>
                </a:cxn>
                <a:cxn ang="0">
                  <a:pos x="connsiteX3" y="connsiteY3"/>
                </a:cxn>
              </a:cxnLst>
              <a:rect l="l" t="t" r="r" b="b"/>
              <a:pathLst>
                <a:path w="15335" h="22982">
                  <a:moveTo>
                    <a:pt x="0" y="0"/>
                  </a:moveTo>
                  <a:lnTo>
                    <a:pt x="15336" y="0"/>
                  </a:lnTo>
                  <a:lnTo>
                    <a:pt x="15336" y="22982"/>
                  </a:lnTo>
                  <a:lnTo>
                    <a:pt x="0" y="22982"/>
                  </a:lnTo>
                  <a:close/>
                </a:path>
              </a:pathLst>
            </a:custGeom>
            <a:solidFill>
              <a:srgbClr val="007CB0"/>
            </a:solidFill>
            <a:ln w="6390" cap="flat">
              <a:noFill/>
              <a:prstDash val="solid"/>
              <a:miter/>
            </a:ln>
          </p:spPr>
          <p:txBody>
            <a:bodyPr rtlCol="0" anchor="ctr"/>
            <a:lstStyle/>
            <a:p>
              <a:endParaRPr lang="en-US"/>
            </a:p>
          </p:txBody>
        </p:sp>
        <p:sp>
          <p:nvSpPr>
            <p:cNvPr id="715" name="Graphic 4">
              <a:extLst>
                <a:ext uri="{FF2B5EF4-FFF2-40B4-BE49-F238E27FC236}">
                  <a16:creationId xmlns:a16="http://schemas.microsoft.com/office/drawing/2014/main" id="{DBBF02DA-2CF0-5748-ADDA-D82EC055062A}"/>
                </a:ext>
              </a:extLst>
            </p:cNvPr>
            <p:cNvSpPr/>
            <p:nvPr/>
          </p:nvSpPr>
          <p:spPr>
            <a:xfrm>
              <a:off x="1108654" y="2044313"/>
              <a:ext cx="26198" cy="54902"/>
            </a:xfrm>
            <a:custGeom>
              <a:avLst/>
              <a:gdLst>
                <a:gd name="connsiteX0" fmla="*/ 11502 w 26198"/>
                <a:gd name="connsiteY0" fmla="*/ 0 h 54902"/>
                <a:gd name="connsiteX1" fmla="*/ 0 w 26198"/>
                <a:gd name="connsiteY1" fmla="*/ 54902 h 54902"/>
                <a:gd name="connsiteX2" fmla="*/ 26199 w 26198"/>
                <a:gd name="connsiteY2" fmla="*/ 54902 h 54902"/>
                <a:gd name="connsiteX3" fmla="*/ 14697 w 26198"/>
                <a:gd name="connsiteY3" fmla="*/ 0 h 54902"/>
              </a:gdLst>
              <a:ahLst/>
              <a:cxnLst>
                <a:cxn ang="0">
                  <a:pos x="connsiteX0" y="connsiteY0"/>
                </a:cxn>
                <a:cxn ang="0">
                  <a:pos x="connsiteX1" y="connsiteY1"/>
                </a:cxn>
                <a:cxn ang="0">
                  <a:pos x="connsiteX2" y="connsiteY2"/>
                </a:cxn>
                <a:cxn ang="0">
                  <a:pos x="connsiteX3" y="connsiteY3"/>
                </a:cxn>
              </a:cxnLst>
              <a:rect l="l" t="t" r="r" b="b"/>
              <a:pathLst>
                <a:path w="26198" h="54902">
                  <a:moveTo>
                    <a:pt x="11502" y="0"/>
                  </a:moveTo>
                  <a:lnTo>
                    <a:pt x="0" y="54902"/>
                  </a:lnTo>
                  <a:lnTo>
                    <a:pt x="26199" y="54902"/>
                  </a:lnTo>
                  <a:lnTo>
                    <a:pt x="14697" y="0"/>
                  </a:lnTo>
                  <a:close/>
                </a:path>
              </a:pathLst>
            </a:custGeom>
            <a:solidFill>
              <a:srgbClr val="007CB0"/>
            </a:solidFill>
            <a:ln w="6390" cap="flat">
              <a:noFill/>
              <a:prstDash val="solid"/>
              <a:miter/>
            </a:ln>
          </p:spPr>
          <p:txBody>
            <a:bodyPr rtlCol="0" anchor="ctr"/>
            <a:lstStyle/>
            <a:p>
              <a:endParaRPr lang="en-US"/>
            </a:p>
          </p:txBody>
        </p:sp>
        <p:sp>
          <p:nvSpPr>
            <p:cNvPr id="716" name="Graphic 4">
              <a:extLst>
                <a:ext uri="{FF2B5EF4-FFF2-40B4-BE49-F238E27FC236}">
                  <a16:creationId xmlns:a16="http://schemas.microsoft.com/office/drawing/2014/main" id="{88BC80B0-53DC-2B4E-82E0-36869CFC70D0}"/>
                </a:ext>
              </a:extLst>
            </p:cNvPr>
            <p:cNvSpPr/>
            <p:nvPr/>
          </p:nvSpPr>
          <p:spPr>
            <a:xfrm>
              <a:off x="986606" y="2051974"/>
              <a:ext cx="5111" cy="5107"/>
            </a:xfrm>
            <a:custGeom>
              <a:avLst/>
              <a:gdLst>
                <a:gd name="connsiteX0" fmla="*/ 2556 w 5111"/>
                <a:gd name="connsiteY0" fmla="*/ 5107 h 5107"/>
                <a:gd name="connsiteX1" fmla="*/ 5112 w 5111"/>
                <a:gd name="connsiteY1" fmla="*/ 2554 h 5107"/>
                <a:gd name="connsiteX2" fmla="*/ 2556 w 5111"/>
                <a:gd name="connsiteY2" fmla="*/ 0 h 5107"/>
                <a:gd name="connsiteX3" fmla="*/ 0 w 5111"/>
                <a:gd name="connsiteY3" fmla="*/ 2554 h 5107"/>
                <a:gd name="connsiteX4" fmla="*/ 2556 w 5111"/>
                <a:gd name="connsiteY4" fmla="*/ 5107 h 5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1" h="5107">
                  <a:moveTo>
                    <a:pt x="2556" y="5107"/>
                  </a:moveTo>
                  <a:cubicBezTo>
                    <a:pt x="3834" y="5107"/>
                    <a:pt x="5112" y="3830"/>
                    <a:pt x="5112" y="2554"/>
                  </a:cubicBezTo>
                  <a:cubicBezTo>
                    <a:pt x="5112" y="1277"/>
                    <a:pt x="3834" y="0"/>
                    <a:pt x="2556" y="0"/>
                  </a:cubicBezTo>
                  <a:cubicBezTo>
                    <a:pt x="1278" y="0"/>
                    <a:pt x="0" y="1277"/>
                    <a:pt x="0" y="2554"/>
                  </a:cubicBezTo>
                  <a:cubicBezTo>
                    <a:pt x="0" y="3830"/>
                    <a:pt x="1278" y="5107"/>
                    <a:pt x="2556" y="5107"/>
                  </a:cubicBezTo>
                  <a:close/>
                </a:path>
              </a:pathLst>
            </a:custGeom>
            <a:solidFill>
              <a:srgbClr val="007CB0"/>
            </a:solidFill>
            <a:ln w="6390" cap="flat">
              <a:noFill/>
              <a:prstDash val="solid"/>
              <a:miter/>
            </a:ln>
          </p:spPr>
          <p:txBody>
            <a:bodyPr rtlCol="0" anchor="ctr"/>
            <a:lstStyle/>
            <a:p>
              <a:endParaRPr lang="en-US"/>
            </a:p>
          </p:txBody>
        </p:sp>
        <p:sp>
          <p:nvSpPr>
            <p:cNvPr id="717" name="Graphic 4">
              <a:extLst>
                <a:ext uri="{FF2B5EF4-FFF2-40B4-BE49-F238E27FC236}">
                  <a16:creationId xmlns:a16="http://schemas.microsoft.com/office/drawing/2014/main" id="{54B0128F-84CA-9A44-864E-67BBE729EFED}"/>
                </a:ext>
              </a:extLst>
            </p:cNvPr>
            <p:cNvSpPr/>
            <p:nvPr/>
          </p:nvSpPr>
          <p:spPr>
            <a:xfrm>
              <a:off x="905454"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45052 w 361670"/>
                <a:gd name="connsiteY5" fmla="*/ 84269 h 361333"/>
                <a:gd name="connsiteX6" fmla="*/ 164860 w 361670"/>
                <a:gd name="connsiteY6" fmla="*/ 104059 h 361333"/>
                <a:gd name="connsiteX7" fmla="*/ 145052 w 361670"/>
                <a:gd name="connsiteY7" fmla="*/ 123849 h 361333"/>
                <a:gd name="connsiteX8" fmla="*/ 125243 w 361670"/>
                <a:gd name="connsiteY8" fmla="*/ 104059 h 361333"/>
                <a:gd name="connsiteX9" fmla="*/ 145052 w 361670"/>
                <a:gd name="connsiteY9" fmla="*/ 84269 h 361333"/>
                <a:gd name="connsiteX10" fmla="*/ 83708 w 361670"/>
                <a:gd name="connsiteY10" fmla="*/ 146193 h 361333"/>
                <a:gd name="connsiteX11" fmla="*/ 99044 w 361670"/>
                <a:gd name="connsiteY11" fmla="*/ 161515 h 361333"/>
                <a:gd name="connsiteX12" fmla="*/ 83708 w 361670"/>
                <a:gd name="connsiteY12" fmla="*/ 176836 h 361333"/>
                <a:gd name="connsiteX13" fmla="*/ 68372 w 361670"/>
                <a:gd name="connsiteY13" fmla="*/ 161515 h 361333"/>
                <a:gd name="connsiteX14" fmla="*/ 83708 w 361670"/>
                <a:gd name="connsiteY14" fmla="*/ 146193 h 361333"/>
                <a:gd name="connsiteX15" fmla="*/ 104156 w 361670"/>
                <a:gd name="connsiteY15" fmla="*/ 224716 h 361333"/>
                <a:gd name="connsiteX16" fmla="*/ 99044 w 361670"/>
                <a:gd name="connsiteY16" fmla="*/ 231100 h 361333"/>
                <a:gd name="connsiteX17" fmla="*/ 99044 w 361670"/>
                <a:gd name="connsiteY17" fmla="*/ 271319 h 361333"/>
                <a:gd name="connsiteX18" fmla="*/ 92654 w 361670"/>
                <a:gd name="connsiteY18" fmla="*/ 277703 h 361333"/>
                <a:gd name="connsiteX19" fmla="*/ 86264 w 361670"/>
                <a:gd name="connsiteY19" fmla="*/ 271319 h 361333"/>
                <a:gd name="connsiteX20" fmla="*/ 86264 w 361670"/>
                <a:gd name="connsiteY20" fmla="*/ 231100 h 361333"/>
                <a:gd name="connsiteX21" fmla="*/ 80513 w 361670"/>
                <a:gd name="connsiteY21" fmla="*/ 231100 h 361333"/>
                <a:gd name="connsiteX22" fmla="*/ 80513 w 361670"/>
                <a:gd name="connsiteY22" fmla="*/ 271319 h 361333"/>
                <a:gd name="connsiteX23" fmla="*/ 74123 w 361670"/>
                <a:gd name="connsiteY23" fmla="*/ 277703 h 361333"/>
                <a:gd name="connsiteX24" fmla="*/ 67733 w 361670"/>
                <a:gd name="connsiteY24" fmla="*/ 271319 h 361333"/>
                <a:gd name="connsiteX25" fmla="*/ 67733 w 361670"/>
                <a:gd name="connsiteY25" fmla="*/ 231100 h 361333"/>
                <a:gd name="connsiteX26" fmla="*/ 62621 w 361670"/>
                <a:gd name="connsiteY26" fmla="*/ 224716 h 361333"/>
                <a:gd name="connsiteX27" fmla="*/ 62621 w 361670"/>
                <a:gd name="connsiteY27" fmla="*/ 188966 h 361333"/>
                <a:gd name="connsiteX28" fmla="*/ 69011 w 361670"/>
                <a:gd name="connsiteY28" fmla="*/ 182582 h 361333"/>
                <a:gd name="connsiteX29" fmla="*/ 97127 w 361670"/>
                <a:gd name="connsiteY29" fmla="*/ 182582 h 361333"/>
                <a:gd name="connsiteX30" fmla="*/ 103517 w 361670"/>
                <a:gd name="connsiteY30" fmla="*/ 188966 h 361333"/>
                <a:gd name="connsiteX31" fmla="*/ 103517 w 361670"/>
                <a:gd name="connsiteY31" fmla="*/ 224716 h 361333"/>
                <a:gd name="connsiteX32" fmla="*/ 171250 w 361670"/>
                <a:gd name="connsiteY32" fmla="*/ 217055 h 361333"/>
                <a:gd name="connsiteX33" fmla="*/ 166138 w 361670"/>
                <a:gd name="connsiteY33" fmla="*/ 219609 h 361333"/>
                <a:gd name="connsiteX34" fmla="*/ 165499 w 361670"/>
                <a:gd name="connsiteY34" fmla="*/ 219609 h 361333"/>
                <a:gd name="connsiteX35" fmla="*/ 165499 w 361670"/>
                <a:gd name="connsiteY35" fmla="*/ 271958 h 361333"/>
                <a:gd name="connsiteX36" fmla="*/ 159110 w 361670"/>
                <a:gd name="connsiteY36" fmla="*/ 278342 h 361333"/>
                <a:gd name="connsiteX37" fmla="*/ 152720 w 361670"/>
                <a:gd name="connsiteY37" fmla="*/ 271958 h 361333"/>
                <a:gd name="connsiteX38" fmla="*/ 152720 w 361670"/>
                <a:gd name="connsiteY38" fmla="*/ 219609 h 361333"/>
                <a:gd name="connsiteX39" fmla="*/ 137384 w 361670"/>
                <a:gd name="connsiteY39" fmla="*/ 219609 h 361333"/>
                <a:gd name="connsiteX40" fmla="*/ 137384 w 361670"/>
                <a:gd name="connsiteY40" fmla="*/ 271958 h 361333"/>
                <a:gd name="connsiteX41" fmla="*/ 130994 w 361670"/>
                <a:gd name="connsiteY41" fmla="*/ 278342 h 361333"/>
                <a:gd name="connsiteX42" fmla="*/ 124604 w 361670"/>
                <a:gd name="connsiteY42" fmla="*/ 271958 h 361333"/>
                <a:gd name="connsiteX43" fmla="*/ 124604 w 361670"/>
                <a:gd name="connsiteY43" fmla="*/ 219609 h 361333"/>
                <a:gd name="connsiteX44" fmla="*/ 123965 w 361670"/>
                <a:gd name="connsiteY44" fmla="*/ 219609 h 361333"/>
                <a:gd name="connsiteX45" fmla="*/ 118853 w 361670"/>
                <a:gd name="connsiteY45" fmla="*/ 217055 h 361333"/>
                <a:gd name="connsiteX46" fmla="*/ 117575 w 361670"/>
                <a:gd name="connsiteY46" fmla="*/ 211948 h 361333"/>
                <a:gd name="connsiteX47" fmla="*/ 131633 w 361670"/>
                <a:gd name="connsiteY47" fmla="*/ 143640 h 361333"/>
                <a:gd name="connsiteX48" fmla="*/ 138023 w 361670"/>
                <a:gd name="connsiteY48" fmla="*/ 138533 h 361333"/>
                <a:gd name="connsiteX49" fmla="*/ 151441 w 361670"/>
                <a:gd name="connsiteY49" fmla="*/ 138533 h 361333"/>
                <a:gd name="connsiteX50" fmla="*/ 157831 w 361670"/>
                <a:gd name="connsiteY50" fmla="*/ 143640 h 361333"/>
                <a:gd name="connsiteX51" fmla="*/ 171889 w 361670"/>
                <a:gd name="connsiteY51" fmla="*/ 211948 h 361333"/>
                <a:gd name="connsiteX52" fmla="*/ 171250 w 361670"/>
                <a:gd name="connsiteY52" fmla="*/ 217055 h 361333"/>
                <a:gd name="connsiteX53" fmla="*/ 279240 w 361670"/>
                <a:gd name="connsiteY53" fmla="*/ 146193 h 361333"/>
                <a:gd name="connsiteX54" fmla="*/ 294576 w 361670"/>
                <a:gd name="connsiteY54" fmla="*/ 161515 h 361333"/>
                <a:gd name="connsiteX55" fmla="*/ 279240 w 361670"/>
                <a:gd name="connsiteY55" fmla="*/ 176836 h 361333"/>
                <a:gd name="connsiteX56" fmla="*/ 263904 w 361670"/>
                <a:gd name="connsiteY56" fmla="*/ 161515 h 361333"/>
                <a:gd name="connsiteX57" fmla="*/ 279240 w 361670"/>
                <a:gd name="connsiteY57" fmla="*/ 146193 h 361333"/>
                <a:gd name="connsiteX58" fmla="*/ 215980 w 361670"/>
                <a:gd name="connsiteY58" fmla="*/ 84269 h 361333"/>
                <a:gd name="connsiteX59" fmla="*/ 235789 w 361670"/>
                <a:gd name="connsiteY59" fmla="*/ 104059 h 361333"/>
                <a:gd name="connsiteX60" fmla="*/ 215980 w 361670"/>
                <a:gd name="connsiteY60" fmla="*/ 123849 h 361333"/>
                <a:gd name="connsiteX61" fmla="*/ 196171 w 361670"/>
                <a:gd name="connsiteY61" fmla="*/ 104059 h 361333"/>
                <a:gd name="connsiteX62" fmla="*/ 215980 w 361670"/>
                <a:gd name="connsiteY62" fmla="*/ 84269 h 361333"/>
                <a:gd name="connsiteX63" fmla="*/ 242179 w 361670"/>
                <a:gd name="connsiteY63" fmla="*/ 217055 h 361333"/>
                <a:gd name="connsiteX64" fmla="*/ 237067 w 361670"/>
                <a:gd name="connsiteY64" fmla="*/ 219609 h 361333"/>
                <a:gd name="connsiteX65" fmla="*/ 236428 w 361670"/>
                <a:gd name="connsiteY65" fmla="*/ 219609 h 361333"/>
                <a:gd name="connsiteX66" fmla="*/ 236428 w 361670"/>
                <a:gd name="connsiteY66" fmla="*/ 271958 h 361333"/>
                <a:gd name="connsiteX67" fmla="*/ 230038 w 361670"/>
                <a:gd name="connsiteY67" fmla="*/ 278342 h 361333"/>
                <a:gd name="connsiteX68" fmla="*/ 223648 w 361670"/>
                <a:gd name="connsiteY68" fmla="*/ 271958 h 361333"/>
                <a:gd name="connsiteX69" fmla="*/ 223648 w 361670"/>
                <a:gd name="connsiteY69" fmla="*/ 219609 h 361333"/>
                <a:gd name="connsiteX70" fmla="*/ 208312 w 361670"/>
                <a:gd name="connsiteY70" fmla="*/ 219609 h 361333"/>
                <a:gd name="connsiteX71" fmla="*/ 208312 w 361670"/>
                <a:gd name="connsiteY71" fmla="*/ 271958 h 361333"/>
                <a:gd name="connsiteX72" fmla="*/ 201922 w 361670"/>
                <a:gd name="connsiteY72" fmla="*/ 278342 h 361333"/>
                <a:gd name="connsiteX73" fmla="*/ 195532 w 361670"/>
                <a:gd name="connsiteY73" fmla="*/ 271958 h 361333"/>
                <a:gd name="connsiteX74" fmla="*/ 195532 w 361670"/>
                <a:gd name="connsiteY74" fmla="*/ 219609 h 361333"/>
                <a:gd name="connsiteX75" fmla="*/ 194893 w 361670"/>
                <a:gd name="connsiteY75" fmla="*/ 219609 h 361333"/>
                <a:gd name="connsiteX76" fmla="*/ 189781 w 361670"/>
                <a:gd name="connsiteY76" fmla="*/ 217055 h 361333"/>
                <a:gd name="connsiteX77" fmla="*/ 188503 w 361670"/>
                <a:gd name="connsiteY77" fmla="*/ 211948 h 361333"/>
                <a:gd name="connsiteX78" fmla="*/ 202561 w 361670"/>
                <a:gd name="connsiteY78" fmla="*/ 143640 h 361333"/>
                <a:gd name="connsiteX79" fmla="*/ 208951 w 361670"/>
                <a:gd name="connsiteY79" fmla="*/ 138533 h 361333"/>
                <a:gd name="connsiteX80" fmla="*/ 222370 w 361670"/>
                <a:gd name="connsiteY80" fmla="*/ 138533 h 361333"/>
                <a:gd name="connsiteX81" fmla="*/ 228760 w 361670"/>
                <a:gd name="connsiteY81" fmla="*/ 143640 h 361333"/>
                <a:gd name="connsiteX82" fmla="*/ 242818 w 361670"/>
                <a:gd name="connsiteY82" fmla="*/ 211948 h 361333"/>
                <a:gd name="connsiteX83" fmla="*/ 242179 w 361670"/>
                <a:gd name="connsiteY83" fmla="*/ 217055 h 361333"/>
                <a:gd name="connsiteX84" fmla="*/ 298410 w 361670"/>
                <a:gd name="connsiteY84" fmla="*/ 236846 h 361333"/>
                <a:gd name="connsiteX85" fmla="*/ 295215 w 361670"/>
                <a:gd name="connsiteY85" fmla="*/ 238761 h 361333"/>
                <a:gd name="connsiteX86" fmla="*/ 295215 w 361670"/>
                <a:gd name="connsiteY86" fmla="*/ 271319 h 361333"/>
                <a:gd name="connsiteX87" fmla="*/ 288825 w 361670"/>
                <a:gd name="connsiteY87" fmla="*/ 277703 h 361333"/>
                <a:gd name="connsiteX88" fmla="*/ 282435 w 361670"/>
                <a:gd name="connsiteY88" fmla="*/ 271319 h 361333"/>
                <a:gd name="connsiteX89" fmla="*/ 282435 w 361670"/>
                <a:gd name="connsiteY89" fmla="*/ 239399 h 361333"/>
                <a:gd name="connsiteX90" fmla="*/ 276684 w 361670"/>
                <a:gd name="connsiteY90" fmla="*/ 239399 h 361333"/>
                <a:gd name="connsiteX91" fmla="*/ 276684 w 361670"/>
                <a:gd name="connsiteY91" fmla="*/ 271319 h 361333"/>
                <a:gd name="connsiteX92" fmla="*/ 270294 w 361670"/>
                <a:gd name="connsiteY92" fmla="*/ 277703 h 361333"/>
                <a:gd name="connsiteX93" fmla="*/ 263904 w 361670"/>
                <a:gd name="connsiteY93" fmla="*/ 271319 h 361333"/>
                <a:gd name="connsiteX94" fmla="*/ 263904 w 361670"/>
                <a:gd name="connsiteY94" fmla="*/ 238761 h 361333"/>
                <a:gd name="connsiteX95" fmla="*/ 260709 w 361670"/>
                <a:gd name="connsiteY95" fmla="*/ 236846 h 361333"/>
                <a:gd name="connsiteX96" fmla="*/ 259431 w 361670"/>
                <a:gd name="connsiteY96" fmla="*/ 231739 h 361333"/>
                <a:gd name="connsiteX97" fmla="*/ 268377 w 361670"/>
                <a:gd name="connsiteY97" fmla="*/ 187051 h 361333"/>
                <a:gd name="connsiteX98" fmla="*/ 274767 w 361670"/>
                <a:gd name="connsiteY98" fmla="*/ 181944 h 361333"/>
                <a:gd name="connsiteX99" fmla="*/ 283713 w 361670"/>
                <a:gd name="connsiteY99" fmla="*/ 181944 h 361333"/>
                <a:gd name="connsiteX100" fmla="*/ 290103 w 361670"/>
                <a:gd name="connsiteY100" fmla="*/ 187051 h 361333"/>
                <a:gd name="connsiteX101" fmla="*/ 299688 w 361670"/>
                <a:gd name="connsiteY101" fmla="*/ 231739 h 361333"/>
                <a:gd name="connsiteX102" fmla="*/ 298410 w 361670"/>
                <a:gd name="connsiteY102" fmla="*/ 23684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145052" y="84269"/>
                  </a:moveTo>
                  <a:cubicBezTo>
                    <a:pt x="155915" y="84269"/>
                    <a:pt x="164860" y="93206"/>
                    <a:pt x="164860" y="104059"/>
                  </a:cubicBezTo>
                  <a:cubicBezTo>
                    <a:pt x="164860" y="114912"/>
                    <a:pt x="155915" y="123849"/>
                    <a:pt x="145052" y="123849"/>
                  </a:cubicBezTo>
                  <a:cubicBezTo>
                    <a:pt x="134189" y="123849"/>
                    <a:pt x="125243" y="114912"/>
                    <a:pt x="125243" y="104059"/>
                  </a:cubicBezTo>
                  <a:cubicBezTo>
                    <a:pt x="125243" y="93206"/>
                    <a:pt x="134189" y="84269"/>
                    <a:pt x="145052" y="84269"/>
                  </a:cubicBezTo>
                  <a:close/>
                  <a:moveTo>
                    <a:pt x="83708" y="146193"/>
                  </a:moveTo>
                  <a:cubicBezTo>
                    <a:pt x="92015" y="146193"/>
                    <a:pt x="99044" y="153216"/>
                    <a:pt x="99044" y="161515"/>
                  </a:cubicBezTo>
                  <a:cubicBezTo>
                    <a:pt x="99044" y="169814"/>
                    <a:pt x="92015" y="176836"/>
                    <a:pt x="83708" y="176836"/>
                  </a:cubicBezTo>
                  <a:cubicBezTo>
                    <a:pt x="75401" y="176836"/>
                    <a:pt x="68372" y="169814"/>
                    <a:pt x="68372" y="161515"/>
                  </a:cubicBezTo>
                  <a:cubicBezTo>
                    <a:pt x="68372" y="153216"/>
                    <a:pt x="75401" y="146193"/>
                    <a:pt x="83708" y="146193"/>
                  </a:cubicBezTo>
                  <a:close/>
                  <a:moveTo>
                    <a:pt x="104156" y="224716"/>
                  </a:moveTo>
                  <a:cubicBezTo>
                    <a:pt x="104156" y="227908"/>
                    <a:pt x="102239" y="230462"/>
                    <a:pt x="99044" y="231100"/>
                  </a:cubicBezTo>
                  <a:lnTo>
                    <a:pt x="99044" y="271319"/>
                  </a:lnTo>
                  <a:cubicBezTo>
                    <a:pt x="99044" y="275150"/>
                    <a:pt x="96488" y="277703"/>
                    <a:pt x="92654" y="277703"/>
                  </a:cubicBezTo>
                  <a:cubicBezTo>
                    <a:pt x="88820" y="277703"/>
                    <a:pt x="86264" y="275150"/>
                    <a:pt x="86264" y="271319"/>
                  </a:cubicBezTo>
                  <a:lnTo>
                    <a:pt x="86264" y="231100"/>
                  </a:lnTo>
                  <a:lnTo>
                    <a:pt x="80513" y="231100"/>
                  </a:lnTo>
                  <a:lnTo>
                    <a:pt x="80513" y="271319"/>
                  </a:lnTo>
                  <a:cubicBezTo>
                    <a:pt x="80513" y="275150"/>
                    <a:pt x="77957" y="277703"/>
                    <a:pt x="74123" y="277703"/>
                  </a:cubicBezTo>
                  <a:cubicBezTo>
                    <a:pt x="70289" y="277703"/>
                    <a:pt x="67733" y="275150"/>
                    <a:pt x="67733" y="271319"/>
                  </a:cubicBezTo>
                  <a:lnTo>
                    <a:pt x="67733" y="231100"/>
                  </a:lnTo>
                  <a:cubicBezTo>
                    <a:pt x="65177" y="230462"/>
                    <a:pt x="62621" y="227908"/>
                    <a:pt x="62621" y="224716"/>
                  </a:cubicBezTo>
                  <a:lnTo>
                    <a:pt x="62621" y="188966"/>
                  </a:lnTo>
                  <a:cubicBezTo>
                    <a:pt x="62621" y="185135"/>
                    <a:pt x="65177" y="182582"/>
                    <a:pt x="69011" y="182582"/>
                  </a:cubicBezTo>
                  <a:lnTo>
                    <a:pt x="97127" y="182582"/>
                  </a:lnTo>
                  <a:cubicBezTo>
                    <a:pt x="100961" y="182582"/>
                    <a:pt x="103517" y="185135"/>
                    <a:pt x="103517" y="188966"/>
                  </a:cubicBezTo>
                  <a:lnTo>
                    <a:pt x="103517" y="224716"/>
                  </a:lnTo>
                  <a:close/>
                  <a:moveTo>
                    <a:pt x="171250" y="217055"/>
                  </a:moveTo>
                  <a:cubicBezTo>
                    <a:pt x="169972" y="218332"/>
                    <a:pt x="168055" y="219609"/>
                    <a:pt x="166138" y="219609"/>
                  </a:cubicBezTo>
                  <a:lnTo>
                    <a:pt x="165499" y="219609"/>
                  </a:lnTo>
                  <a:lnTo>
                    <a:pt x="165499" y="271958"/>
                  </a:lnTo>
                  <a:cubicBezTo>
                    <a:pt x="165499" y="275788"/>
                    <a:pt x="162943" y="278342"/>
                    <a:pt x="159110" y="278342"/>
                  </a:cubicBezTo>
                  <a:cubicBezTo>
                    <a:pt x="155275" y="278342"/>
                    <a:pt x="152720" y="275788"/>
                    <a:pt x="152720" y="271958"/>
                  </a:cubicBezTo>
                  <a:lnTo>
                    <a:pt x="152720" y="219609"/>
                  </a:lnTo>
                  <a:lnTo>
                    <a:pt x="137384" y="219609"/>
                  </a:lnTo>
                  <a:lnTo>
                    <a:pt x="137384" y="271958"/>
                  </a:lnTo>
                  <a:cubicBezTo>
                    <a:pt x="137384" y="275788"/>
                    <a:pt x="134828" y="278342"/>
                    <a:pt x="130994" y="278342"/>
                  </a:cubicBezTo>
                  <a:cubicBezTo>
                    <a:pt x="127160" y="278342"/>
                    <a:pt x="124604" y="275788"/>
                    <a:pt x="124604" y="271958"/>
                  </a:cubicBezTo>
                  <a:lnTo>
                    <a:pt x="124604" y="219609"/>
                  </a:lnTo>
                  <a:lnTo>
                    <a:pt x="123965" y="219609"/>
                  </a:lnTo>
                  <a:cubicBezTo>
                    <a:pt x="122048" y="219609"/>
                    <a:pt x="120131" y="218971"/>
                    <a:pt x="118853" y="217055"/>
                  </a:cubicBezTo>
                  <a:cubicBezTo>
                    <a:pt x="117575" y="215779"/>
                    <a:pt x="116936" y="213863"/>
                    <a:pt x="117575" y="211948"/>
                  </a:cubicBezTo>
                  <a:lnTo>
                    <a:pt x="131633" y="143640"/>
                  </a:lnTo>
                  <a:cubicBezTo>
                    <a:pt x="132272" y="140448"/>
                    <a:pt x="134828" y="138533"/>
                    <a:pt x="138023" y="138533"/>
                  </a:cubicBezTo>
                  <a:lnTo>
                    <a:pt x="151441" y="138533"/>
                  </a:lnTo>
                  <a:cubicBezTo>
                    <a:pt x="154636" y="138533"/>
                    <a:pt x="157192" y="140448"/>
                    <a:pt x="157831" y="143640"/>
                  </a:cubicBezTo>
                  <a:lnTo>
                    <a:pt x="171889" y="211948"/>
                  </a:lnTo>
                  <a:cubicBezTo>
                    <a:pt x="173167" y="213225"/>
                    <a:pt x="172528" y="215140"/>
                    <a:pt x="171250" y="217055"/>
                  </a:cubicBezTo>
                  <a:close/>
                  <a:moveTo>
                    <a:pt x="279240" y="146193"/>
                  </a:moveTo>
                  <a:cubicBezTo>
                    <a:pt x="287547" y="146193"/>
                    <a:pt x="294576" y="153216"/>
                    <a:pt x="294576" y="161515"/>
                  </a:cubicBezTo>
                  <a:cubicBezTo>
                    <a:pt x="294576" y="169814"/>
                    <a:pt x="287547" y="176836"/>
                    <a:pt x="279240" y="176836"/>
                  </a:cubicBezTo>
                  <a:cubicBezTo>
                    <a:pt x="270933" y="176836"/>
                    <a:pt x="263904" y="169814"/>
                    <a:pt x="263904" y="161515"/>
                  </a:cubicBezTo>
                  <a:cubicBezTo>
                    <a:pt x="264543" y="153216"/>
                    <a:pt x="270933" y="146193"/>
                    <a:pt x="279240" y="146193"/>
                  </a:cubicBezTo>
                  <a:close/>
                  <a:moveTo>
                    <a:pt x="215980" y="84269"/>
                  </a:moveTo>
                  <a:cubicBezTo>
                    <a:pt x="226843" y="84269"/>
                    <a:pt x="235789" y="93206"/>
                    <a:pt x="235789" y="104059"/>
                  </a:cubicBezTo>
                  <a:cubicBezTo>
                    <a:pt x="235789" y="114912"/>
                    <a:pt x="226843" y="123849"/>
                    <a:pt x="215980" y="123849"/>
                  </a:cubicBezTo>
                  <a:cubicBezTo>
                    <a:pt x="205117" y="123849"/>
                    <a:pt x="196171" y="114912"/>
                    <a:pt x="196171" y="104059"/>
                  </a:cubicBezTo>
                  <a:cubicBezTo>
                    <a:pt x="196171" y="93206"/>
                    <a:pt x="205117" y="84269"/>
                    <a:pt x="215980" y="84269"/>
                  </a:cubicBezTo>
                  <a:close/>
                  <a:moveTo>
                    <a:pt x="242179" y="217055"/>
                  </a:moveTo>
                  <a:cubicBezTo>
                    <a:pt x="240901" y="218332"/>
                    <a:pt x="238984" y="219609"/>
                    <a:pt x="237067" y="219609"/>
                  </a:cubicBezTo>
                  <a:lnTo>
                    <a:pt x="236428" y="219609"/>
                  </a:lnTo>
                  <a:lnTo>
                    <a:pt x="236428" y="271958"/>
                  </a:lnTo>
                  <a:cubicBezTo>
                    <a:pt x="236428" y="275788"/>
                    <a:pt x="233872" y="278342"/>
                    <a:pt x="230038" y="278342"/>
                  </a:cubicBezTo>
                  <a:cubicBezTo>
                    <a:pt x="226204" y="278342"/>
                    <a:pt x="223648" y="275788"/>
                    <a:pt x="223648" y="271958"/>
                  </a:cubicBezTo>
                  <a:lnTo>
                    <a:pt x="223648" y="219609"/>
                  </a:lnTo>
                  <a:lnTo>
                    <a:pt x="208312" y="219609"/>
                  </a:lnTo>
                  <a:lnTo>
                    <a:pt x="208312" y="271958"/>
                  </a:lnTo>
                  <a:cubicBezTo>
                    <a:pt x="208312" y="275788"/>
                    <a:pt x="205756" y="278342"/>
                    <a:pt x="201922" y="278342"/>
                  </a:cubicBezTo>
                  <a:cubicBezTo>
                    <a:pt x="198088" y="278342"/>
                    <a:pt x="195532" y="275788"/>
                    <a:pt x="195532" y="271958"/>
                  </a:cubicBezTo>
                  <a:lnTo>
                    <a:pt x="195532" y="219609"/>
                  </a:lnTo>
                  <a:lnTo>
                    <a:pt x="194893" y="219609"/>
                  </a:lnTo>
                  <a:cubicBezTo>
                    <a:pt x="192976" y="219609"/>
                    <a:pt x="191059" y="218971"/>
                    <a:pt x="189781" y="217055"/>
                  </a:cubicBezTo>
                  <a:cubicBezTo>
                    <a:pt x="188503" y="215779"/>
                    <a:pt x="187864" y="213863"/>
                    <a:pt x="188503" y="211948"/>
                  </a:cubicBezTo>
                  <a:lnTo>
                    <a:pt x="202561" y="143640"/>
                  </a:lnTo>
                  <a:cubicBezTo>
                    <a:pt x="203200" y="140448"/>
                    <a:pt x="205756" y="138533"/>
                    <a:pt x="208951" y="138533"/>
                  </a:cubicBezTo>
                  <a:lnTo>
                    <a:pt x="222370" y="138533"/>
                  </a:lnTo>
                  <a:cubicBezTo>
                    <a:pt x="225565" y="138533"/>
                    <a:pt x="228121" y="140448"/>
                    <a:pt x="228760" y="143640"/>
                  </a:cubicBezTo>
                  <a:lnTo>
                    <a:pt x="242818" y="211948"/>
                  </a:lnTo>
                  <a:cubicBezTo>
                    <a:pt x="244096" y="213225"/>
                    <a:pt x="243457" y="215140"/>
                    <a:pt x="242179" y="217055"/>
                  </a:cubicBezTo>
                  <a:close/>
                  <a:moveTo>
                    <a:pt x="298410" y="236846"/>
                  </a:moveTo>
                  <a:cubicBezTo>
                    <a:pt x="297771" y="238123"/>
                    <a:pt x="296493" y="238123"/>
                    <a:pt x="295215" y="238761"/>
                  </a:cubicBezTo>
                  <a:lnTo>
                    <a:pt x="295215" y="271319"/>
                  </a:lnTo>
                  <a:cubicBezTo>
                    <a:pt x="295215" y="275150"/>
                    <a:pt x="292659" y="277703"/>
                    <a:pt x="288825" y="277703"/>
                  </a:cubicBezTo>
                  <a:cubicBezTo>
                    <a:pt x="284991" y="277703"/>
                    <a:pt x="282435" y="275150"/>
                    <a:pt x="282435" y="271319"/>
                  </a:cubicBezTo>
                  <a:lnTo>
                    <a:pt x="282435" y="239399"/>
                  </a:lnTo>
                  <a:lnTo>
                    <a:pt x="276684" y="239399"/>
                  </a:lnTo>
                  <a:lnTo>
                    <a:pt x="276684" y="271319"/>
                  </a:lnTo>
                  <a:cubicBezTo>
                    <a:pt x="276684" y="275150"/>
                    <a:pt x="274128" y="277703"/>
                    <a:pt x="270294" y="277703"/>
                  </a:cubicBezTo>
                  <a:cubicBezTo>
                    <a:pt x="266460" y="277703"/>
                    <a:pt x="263904" y="275150"/>
                    <a:pt x="263904" y="271319"/>
                  </a:cubicBezTo>
                  <a:lnTo>
                    <a:pt x="263904" y="238761"/>
                  </a:lnTo>
                  <a:cubicBezTo>
                    <a:pt x="262626" y="238123"/>
                    <a:pt x="261348" y="238123"/>
                    <a:pt x="260709" y="236846"/>
                  </a:cubicBezTo>
                  <a:cubicBezTo>
                    <a:pt x="259431" y="235569"/>
                    <a:pt x="258792" y="233654"/>
                    <a:pt x="259431" y="231739"/>
                  </a:cubicBezTo>
                  <a:lnTo>
                    <a:pt x="268377" y="187051"/>
                  </a:lnTo>
                  <a:cubicBezTo>
                    <a:pt x="269016" y="183859"/>
                    <a:pt x="271572" y="181944"/>
                    <a:pt x="274767" y="181944"/>
                  </a:cubicBezTo>
                  <a:lnTo>
                    <a:pt x="283713" y="181944"/>
                  </a:lnTo>
                  <a:cubicBezTo>
                    <a:pt x="286908" y="181944"/>
                    <a:pt x="289464" y="183859"/>
                    <a:pt x="290103" y="187051"/>
                  </a:cubicBezTo>
                  <a:lnTo>
                    <a:pt x="299688" y="231739"/>
                  </a:lnTo>
                  <a:cubicBezTo>
                    <a:pt x="299688" y="233654"/>
                    <a:pt x="299688" y="235569"/>
                    <a:pt x="298410" y="236846"/>
                  </a:cubicBezTo>
                  <a:close/>
                </a:path>
              </a:pathLst>
            </a:custGeom>
            <a:solidFill>
              <a:srgbClr val="007CB0"/>
            </a:solidFill>
            <a:ln w="6390" cap="flat">
              <a:noFill/>
              <a:prstDash val="solid"/>
              <a:miter/>
            </a:ln>
          </p:spPr>
          <p:txBody>
            <a:bodyPr rtlCol="0" anchor="ctr"/>
            <a:lstStyle/>
            <a:p>
              <a:endParaRPr lang="en-US"/>
            </a:p>
          </p:txBody>
        </p:sp>
      </p:grpSp>
      <p:grpSp>
        <p:nvGrpSpPr>
          <p:cNvPr id="718" name="Graphic 4">
            <a:extLst>
              <a:ext uri="{FF2B5EF4-FFF2-40B4-BE49-F238E27FC236}">
                <a16:creationId xmlns:a16="http://schemas.microsoft.com/office/drawing/2014/main" id="{8EA2E6EA-7580-CE4D-86EB-60AEAA65280D}"/>
              </a:ext>
            </a:extLst>
          </p:cNvPr>
          <p:cNvGrpSpPr/>
          <p:nvPr/>
        </p:nvGrpSpPr>
        <p:grpSpPr>
          <a:xfrm>
            <a:off x="7192513" y="2855717"/>
            <a:ext cx="361674" cy="361333"/>
            <a:chOff x="7192513" y="2855717"/>
            <a:chExt cx="361674" cy="361333"/>
          </a:xfrm>
          <a:solidFill>
            <a:srgbClr val="007CB0"/>
          </a:solidFill>
        </p:grpSpPr>
        <p:sp>
          <p:nvSpPr>
            <p:cNvPr id="719" name="Graphic 4">
              <a:extLst>
                <a:ext uri="{FF2B5EF4-FFF2-40B4-BE49-F238E27FC236}">
                  <a16:creationId xmlns:a16="http://schemas.microsoft.com/office/drawing/2014/main" id="{D18AE7A8-A184-7A49-BF7F-94A841AC91E3}"/>
                </a:ext>
              </a:extLst>
            </p:cNvPr>
            <p:cNvSpPr/>
            <p:nvPr/>
          </p:nvSpPr>
          <p:spPr>
            <a:xfrm>
              <a:off x="7253217" y="2978290"/>
              <a:ext cx="203839" cy="111081"/>
            </a:xfrm>
            <a:custGeom>
              <a:avLst/>
              <a:gdLst>
                <a:gd name="connsiteX0" fmla="*/ 148247 w 203839"/>
                <a:gd name="connsiteY0" fmla="*/ 0 h 111081"/>
                <a:gd name="connsiteX1" fmla="*/ 107351 w 203839"/>
                <a:gd name="connsiteY1" fmla="*/ 17875 h 111081"/>
                <a:gd name="connsiteX2" fmla="*/ 106712 w 203839"/>
                <a:gd name="connsiteY2" fmla="*/ 18514 h 111081"/>
                <a:gd name="connsiteX3" fmla="*/ 106073 w 203839"/>
                <a:gd name="connsiteY3" fmla="*/ 19152 h 111081"/>
                <a:gd name="connsiteX4" fmla="*/ 97128 w 203839"/>
                <a:gd name="connsiteY4" fmla="*/ 18514 h 111081"/>
                <a:gd name="connsiteX5" fmla="*/ 55593 w 203839"/>
                <a:gd name="connsiteY5" fmla="*/ 0 h 111081"/>
                <a:gd name="connsiteX6" fmla="*/ 0 w 203839"/>
                <a:gd name="connsiteY6" fmla="*/ 55541 h 111081"/>
                <a:gd name="connsiteX7" fmla="*/ 55593 w 203839"/>
                <a:gd name="connsiteY7" fmla="*/ 111081 h 111081"/>
                <a:gd name="connsiteX8" fmla="*/ 96488 w 203839"/>
                <a:gd name="connsiteY8" fmla="*/ 93206 h 111081"/>
                <a:gd name="connsiteX9" fmla="*/ 99683 w 203839"/>
                <a:gd name="connsiteY9" fmla="*/ 91291 h 111081"/>
                <a:gd name="connsiteX10" fmla="*/ 107351 w 203839"/>
                <a:gd name="connsiteY10" fmla="*/ 92568 h 111081"/>
                <a:gd name="connsiteX11" fmla="*/ 148247 w 203839"/>
                <a:gd name="connsiteY11" fmla="*/ 110443 h 111081"/>
                <a:gd name="connsiteX12" fmla="*/ 203839 w 203839"/>
                <a:gd name="connsiteY12" fmla="*/ 54902 h 111081"/>
                <a:gd name="connsiteX13" fmla="*/ 148247 w 203839"/>
                <a:gd name="connsiteY13" fmla="*/ 0 h 111081"/>
                <a:gd name="connsiteX14" fmla="*/ 132272 w 203839"/>
                <a:gd name="connsiteY14" fmla="*/ 75331 h 111081"/>
                <a:gd name="connsiteX15" fmla="*/ 72207 w 203839"/>
                <a:gd name="connsiteY15" fmla="*/ 75331 h 111081"/>
                <a:gd name="connsiteX16" fmla="*/ 65817 w 203839"/>
                <a:gd name="connsiteY16" fmla="*/ 68947 h 111081"/>
                <a:gd name="connsiteX17" fmla="*/ 72207 w 203839"/>
                <a:gd name="connsiteY17" fmla="*/ 62563 h 111081"/>
                <a:gd name="connsiteX18" fmla="*/ 132272 w 203839"/>
                <a:gd name="connsiteY18" fmla="*/ 62563 h 111081"/>
                <a:gd name="connsiteX19" fmla="*/ 138662 w 203839"/>
                <a:gd name="connsiteY19" fmla="*/ 68947 h 111081"/>
                <a:gd name="connsiteX20" fmla="*/ 132272 w 203839"/>
                <a:gd name="connsiteY20" fmla="*/ 75331 h 111081"/>
                <a:gd name="connsiteX21" fmla="*/ 132272 w 203839"/>
                <a:gd name="connsiteY21" fmla="*/ 49157 h 111081"/>
                <a:gd name="connsiteX22" fmla="*/ 72207 w 203839"/>
                <a:gd name="connsiteY22" fmla="*/ 49157 h 111081"/>
                <a:gd name="connsiteX23" fmla="*/ 65817 w 203839"/>
                <a:gd name="connsiteY23" fmla="*/ 42773 h 111081"/>
                <a:gd name="connsiteX24" fmla="*/ 72207 w 203839"/>
                <a:gd name="connsiteY24" fmla="*/ 36389 h 111081"/>
                <a:gd name="connsiteX25" fmla="*/ 132272 w 203839"/>
                <a:gd name="connsiteY25" fmla="*/ 36389 h 111081"/>
                <a:gd name="connsiteX26" fmla="*/ 138662 w 203839"/>
                <a:gd name="connsiteY26" fmla="*/ 42773 h 111081"/>
                <a:gd name="connsiteX27" fmla="*/ 132272 w 203839"/>
                <a:gd name="connsiteY27" fmla="*/ 49157 h 111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839" h="111081">
                  <a:moveTo>
                    <a:pt x="148247" y="0"/>
                  </a:moveTo>
                  <a:cubicBezTo>
                    <a:pt x="132911" y="0"/>
                    <a:pt x="117575" y="6384"/>
                    <a:pt x="107351" y="17875"/>
                  </a:cubicBezTo>
                  <a:cubicBezTo>
                    <a:pt x="107351" y="17875"/>
                    <a:pt x="106712" y="18514"/>
                    <a:pt x="106712" y="18514"/>
                  </a:cubicBezTo>
                  <a:cubicBezTo>
                    <a:pt x="106712" y="18514"/>
                    <a:pt x="106073" y="19152"/>
                    <a:pt x="106073" y="19152"/>
                  </a:cubicBezTo>
                  <a:cubicBezTo>
                    <a:pt x="103517" y="21706"/>
                    <a:pt x="99683" y="21067"/>
                    <a:pt x="97128" y="18514"/>
                  </a:cubicBezTo>
                  <a:cubicBezTo>
                    <a:pt x="86903" y="7022"/>
                    <a:pt x="71568" y="0"/>
                    <a:pt x="55593" y="0"/>
                  </a:cubicBezTo>
                  <a:cubicBezTo>
                    <a:pt x="24921" y="0"/>
                    <a:pt x="0" y="24897"/>
                    <a:pt x="0" y="55541"/>
                  </a:cubicBezTo>
                  <a:cubicBezTo>
                    <a:pt x="0" y="86184"/>
                    <a:pt x="24921" y="111081"/>
                    <a:pt x="55593" y="111081"/>
                  </a:cubicBezTo>
                  <a:cubicBezTo>
                    <a:pt x="70928" y="111081"/>
                    <a:pt x="85625" y="104697"/>
                    <a:pt x="96488" y="93206"/>
                  </a:cubicBezTo>
                  <a:cubicBezTo>
                    <a:pt x="97128" y="91929"/>
                    <a:pt x="98405" y="91929"/>
                    <a:pt x="99683" y="91291"/>
                  </a:cubicBezTo>
                  <a:cubicBezTo>
                    <a:pt x="102239" y="90014"/>
                    <a:pt x="105434" y="90014"/>
                    <a:pt x="107351" y="92568"/>
                  </a:cubicBezTo>
                  <a:cubicBezTo>
                    <a:pt x="117575" y="104059"/>
                    <a:pt x="132911" y="110443"/>
                    <a:pt x="148247" y="110443"/>
                  </a:cubicBezTo>
                  <a:cubicBezTo>
                    <a:pt x="178918" y="110443"/>
                    <a:pt x="203839" y="85545"/>
                    <a:pt x="203839" y="54902"/>
                  </a:cubicBezTo>
                  <a:cubicBezTo>
                    <a:pt x="203839" y="24897"/>
                    <a:pt x="178918" y="0"/>
                    <a:pt x="148247" y="0"/>
                  </a:cubicBezTo>
                  <a:close/>
                  <a:moveTo>
                    <a:pt x="132272" y="75331"/>
                  </a:moveTo>
                  <a:lnTo>
                    <a:pt x="72207" y="75331"/>
                  </a:lnTo>
                  <a:cubicBezTo>
                    <a:pt x="68373" y="75331"/>
                    <a:pt x="65817" y="72777"/>
                    <a:pt x="65817" y="68947"/>
                  </a:cubicBezTo>
                  <a:cubicBezTo>
                    <a:pt x="65817" y="65117"/>
                    <a:pt x="68373" y="62563"/>
                    <a:pt x="72207" y="62563"/>
                  </a:cubicBezTo>
                  <a:lnTo>
                    <a:pt x="132272" y="62563"/>
                  </a:lnTo>
                  <a:cubicBezTo>
                    <a:pt x="136106" y="62563"/>
                    <a:pt x="138662" y="65117"/>
                    <a:pt x="138662" y="68947"/>
                  </a:cubicBezTo>
                  <a:cubicBezTo>
                    <a:pt x="138662" y="72777"/>
                    <a:pt x="135467" y="75331"/>
                    <a:pt x="132272" y="75331"/>
                  </a:cubicBezTo>
                  <a:close/>
                  <a:moveTo>
                    <a:pt x="132272" y="49157"/>
                  </a:moveTo>
                  <a:lnTo>
                    <a:pt x="72207" y="49157"/>
                  </a:lnTo>
                  <a:cubicBezTo>
                    <a:pt x="68373" y="49157"/>
                    <a:pt x="65817" y="46603"/>
                    <a:pt x="65817" y="42773"/>
                  </a:cubicBezTo>
                  <a:cubicBezTo>
                    <a:pt x="65817" y="38942"/>
                    <a:pt x="68373" y="36389"/>
                    <a:pt x="72207" y="36389"/>
                  </a:cubicBezTo>
                  <a:lnTo>
                    <a:pt x="132272" y="36389"/>
                  </a:lnTo>
                  <a:cubicBezTo>
                    <a:pt x="136106" y="36389"/>
                    <a:pt x="138662" y="38942"/>
                    <a:pt x="138662" y="42773"/>
                  </a:cubicBezTo>
                  <a:cubicBezTo>
                    <a:pt x="138662" y="46603"/>
                    <a:pt x="135467" y="49157"/>
                    <a:pt x="132272" y="49157"/>
                  </a:cubicBezTo>
                  <a:close/>
                </a:path>
              </a:pathLst>
            </a:custGeom>
            <a:solidFill>
              <a:srgbClr val="007CB0"/>
            </a:solidFill>
            <a:ln w="6390" cap="flat">
              <a:noFill/>
              <a:prstDash val="solid"/>
              <a:miter/>
            </a:ln>
          </p:spPr>
          <p:txBody>
            <a:bodyPr rtlCol="0" anchor="ctr"/>
            <a:lstStyle/>
            <a:p>
              <a:endParaRPr lang="en-US"/>
            </a:p>
          </p:txBody>
        </p:sp>
        <p:sp>
          <p:nvSpPr>
            <p:cNvPr id="720" name="Graphic 4">
              <a:extLst>
                <a:ext uri="{FF2B5EF4-FFF2-40B4-BE49-F238E27FC236}">
                  <a16:creationId xmlns:a16="http://schemas.microsoft.com/office/drawing/2014/main" id="{D83F3E93-BF6D-224C-BE69-D664AF0656A6}"/>
                </a:ext>
              </a:extLst>
            </p:cNvPr>
            <p:cNvSpPr/>
            <p:nvPr/>
          </p:nvSpPr>
          <p:spPr>
            <a:xfrm>
              <a:off x="7192513" y="2855717"/>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297771 w 361674"/>
                <a:gd name="connsiteY5" fmla="*/ 135979 h 361333"/>
                <a:gd name="connsiteX6" fmla="*/ 291381 w 361674"/>
                <a:gd name="connsiteY6" fmla="*/ 142363 h 361333"/>
                <a:gd name="connsiteX7" fmla="*/ 284991 w 361674"/>
                <a:gd name="connsiteY7" fmla="*/ 135979 h 361333"/>
                <a:gd name="connsiteX8" fmla="*/ 284991 w 361674"/>
                <a:gd name="connsiteY8" fmla="*/ 110443 h 361333"/>
                <a:gd name="connsiteX9" fmla="*/ 260710 w 361674"/>
                <a:gd name="connsiteY9" fmla="*/ 134064 h 361333"/>
                <a:gd name="connsiteX10" fmla="*/ 277323 w 361674"/>
                <a:gd name="connsiteY10" fmla="*/ 178752 h 361333"/>
                <a:gd name="connsiteX11" fmla="*/ 208951 w 361674"/>
                <a:gd name="connsiteY11" fmla="*/ 247060 h 361333"/>
                <a:gd name="connsiteX12" fmla="*/ 162943 w 361674"/>
                <a:gd name="connsiteY12" fmla="*/ 229185 h 361333"/>
                <a:gd name="connsiteX13" fmla="*/ 122687 w 361674"/>
                <a:gd name="connsiteY13" fmla="*/ 247060 h 361333"/>
                <a:gd name="connsiteX14" fmla="*/ 122687 w 361674"/>
                <a:gd name="connsiteY14" fmla="*/ 265574 h 361333"/>
                <a:gd name="connsiteX15" fmla="*/ 139940 w 361674"/>
                <a:gd name="connsiteY15" fmla="*/ 265574 h 361333"/>
                <a:gd name="connsiteX16" fmla="*/ 146330 w 361674"/>
                <a:gd name="connsiteY16" fmla="*/ 271958 h 361333"/>
                <a:gd name="connsiteX17" fmla="*/ 139940 w 361674"/>
                <a:gd name="connsiteY17" fmla="*/ 278341 h 361333"/>
                <a:gd name="connsiteX18" fmla="*/ 122687 w 361674"/>
                <a:gd name="connsiteY18" fmla="*/ 278341 h 361333"/>
                <a:gd name="connsiteX19" fmla="*/ 122687 w 361674"/>
                <a:gd name="connsiteY19" fmla="*/ 296217 h 361333"/>
                <a:gd name="connsiteX20" fmla="*/ 116297 w 361674"/>
                <a:gd name="connsiteY20" fmla="*/ 302601 h 361333"/>
                <a:gd name="connsiteX21" fmla="*/ 109907 w 361674"/>
                <a:gd name="connsiteY21" fmla="*/ 296217 h 361333"/>
                <a:gd name="connsiteX22" fmla="*/ 109907 w 361674"/>
                <a:gd name="connsiteY22" fmla="*/ 278341 h 361333"/>
                <a:gd name="connsiteX23" fmla="*/ 92654 w 361674"/>
                <a:gd name="connsiteY23" fmla="*/ 278341 h 361333"/>
                <a:gd name="connsiteX24" fmla="*/ 86264 w 361674"/>
                <a:gd name="connsiteY24" fmla="*/ 271958 h 361333"/>
                <a:gd name="connsiteX25" fmla="*/ 92654 w 361674"/>
                <a:gd name="connsiteY25" fmla="*/ 265574 h 361333"/>
                <a:gd name="connsiteX26" fmla="*/ 109907 w 361674"/>
                <a:gd name="connsiteY26" fmla="*/ 265574 h 361333"/>
                <a:gd name="connsiteX27" fmla="*/ 109907 w 361674"/>
                <a:gd name="connsiteY27" fmla="*/ 247060 h 361333"/>
                <a:gd name="connsiteX28" fmla="*/ 47925 w 361674"/>
                <a:gd name="connsiteY28" fmla="*/ 179390 h 361333"/>
                <a:gd name="connsiteX29" fmla="*/ 116297 w 361674"/>
                <a:gd name="connsiteY29" fmla="*/ 111081 h 361333"/>
                <a:gd name="connsiteX30" fmla="*/ 162305 w 361674"/>
                <a:gd name="connsiteY30" fmla="*/ 128956 h 361333"/>
                <a:gd name="connsiteX31" fmla="*/ 208951 w 361674"/>
                <a:gd name="connsiteY31" fmla="*/ 110443 h 361333"/>
                <a:gd name="connsiteX32" fmla="*/ 251125 w 361674"/>
                <a:gd name="connsiteY32" fmla="*/ 125126 h 361333"/>
                <a:gd name="connsiteX33" fmla="*/ 275406 w 361674"/>
                <a:gd name="connsiteY33" fmla="*/ 102144 h 361333"/>
                <a:gd name="connsiteX34" fmla="*/ 251125 w 361674"/>
                <a:gd name="connsiteY34" fmla="*/ 102144 h 361333"/>
                <a:gd name="connsiteX35" fmla="*/ 244735 w 361674"/>
                <a:gd name="connsiteY35" fmla="*/ 95760 h 361333"/>
                <a:gd name="connsiteX36" fmla="*/ 251125 w 361674"/>
                <a:gd name="connsiteY36" fmla="*/ 89376 h 361333"/>
                <a:gd name="connsiteX37" fmla="*/ 291381 w 361674"/>
                <a:gd name="connsiteY37" fmla="*/ 89376 h 361333"/>
                <a:gd name="connsiteX38" fmla="*/ 295854 w 361674"/>
                <a:gd name="connsiteY38" fmla="*/ 91291 h 361333"/>
                <a:gd name="connsiteX39" fmla="*/ 297771 w 361674"/>
                <a:gd name="connsiteY39" fmla="*/ 95760 h 361333"/>
                <a:gd name="connsiteX40" fmla="*/ 297771 w 361674"/>
                <a:gd name="connsiteY40" fmla="*/ 13597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1674" h="361333">
                  <a:moveTo>
                    <a:pt x="180836" y="0"/>
                  </a:moveTo>
                  <a:cubicBezTo>
                    <a:pt x="80513" y="0"/>
                    <a:pt x="0" y="81076"/>
                    <a:pt x="0" y="180667"/>
                  </a:cubicBezTo>
                  <a:cubicBezTo>
                    <a:pt x="0" y="280895"/>
                    <a:pt x="81153" y="361333"/>
                    <a:pt x="180836" y="361333"/>
                  </a:cubicBezTo>
                  <a:cubicBezTo>
                    <a:pt x="281157" y="361333"/>
                    <a:pt x="361670" y="280257"/>
                    <a:pt x="361670" y="180667"/>
                  </a:cubicBezTo>
                  <a:cubicBezTo>
                    <a:pt x="362310" y="80438"/>
                    <a:pt x="281157" y="0"/>
                    <a:pt x="180836" y="0"/>
                  </a:cubicBezTo>
                  <a:close/>
                  <a:moveTo>
                    <a:pt x="297771" y="135979"/>
                  </a:moveTo>
                  <a:cubicBezTo>
                    <a:pt x="297771" y="139809"/>
                    <a:pt x="295216" y="142363"/>
                    <a:pt x="291381" y="142363"/>
                  </a:cubicBezTo>
                  <a:cubicBezTo>
                    <a:pt x="287547" y="142363"/>
                    <a:pt x="284991" y="139809"/>
                    <a:pt x="284991" y="135979"/>
                  </a:cubicBezTo>
                  <a:lnTo>
                    <a:pt x="284991" y="110443"/>
                  </a:lnTo>
                  <a:lnTo>
                    <a:pt x="260710" y="134064"/>
                  </a:lnTo>
                  <a:cubicBezTo>
                    <a:pt x="270934" y="146193"/>
                    <a:pt x="277323" y="161515"/>
                    <a:pt x="277323" y="178752"/>
                  </a:cubicBezTo>
                  <a:cubicBezTo>
                    <a:pt x="277323" y="216417"/>
                    <a:pt x="246651" y="247060"/>
                    <a:pt x="208951" y="247060"/>
                  </a:cubicBezTo>
                  <a:cubicBezTo>
                    <a:pt x="191698" y="247060"/>
                    <a:pt x="175084" y="240676"/>
                    <a:pt x="162943" y="229185"/>
                  </a:cubicBezTo>
                  <a:cubicBezTo>
                    <a:pt x="152081" y="239399"/>
                    <a:pt x="138022" y="245783"/>
                    <a:pt x="122687" y="247060"/>
                  </a:cubicBezTo>
                  <a:lnTo>
                    <a:pt x="122687" y="265574"/>
                  </a:lnTo>
                  <a:lnTo>
                    <a:pt x="139940" y="265574"/>
                  </a:lnTo>
                  <a:cubicBezTo>
                    <a:pt x="143774" y="265574"/>
                    <a:pt x="146330" y="268127"/>
                    <a:pt x="146330" y="271958"/>
                  </a:cubicBezTo>
                  <a:cubicBezTo>
                    <a:pt x="146330" y="275788"/>
                    <a:pt x="143774" y="278341"/>
                    <a:pt x="139940" y="278341"/>
                  </a:cubicBezTo>
                  <a:lnTo>
                    <a:pt x="122687" y="278341"/>
                  </a:lnTo>
                  <a:lnTo>
                    <a:pt x="122687" y="296217"/>
                  </a:lnTo>
                  <a:cubicBezTo>
                    <a:pt x="122687" y="300047"/>
                    <a:pt x="120131" y="302601"/>
                    <a:pt x="116297" y="302601"/>
                  </a:cubicBezTo>
                  <a:cubicBezTo>
                    <a:pt x="112463" y="302601"/>
                    <a:pt x="109907" y="300047"/>
                    <a:pt x="109907" y="296217"/>
                  </a:cubicBezTo>
                  <a:lnTo>
                    <a:pt x="109907" y="278341"/>
                  </a:lnTo>
                  <a:lnTo>
                    <a:pt x="92654" y="278341"/>
                  </a:lnTo>
                  <a:cubicBezTo>
                    <a:pt x="88820" y="278341"/>
                    <a:pt x="86264" y="275788"/>
                    <a:pt x="86264" y="271958"/>
                  </a:cubicBezTo>
                  <a:cubicBezTo>
                    <a:pt x="86264" y="268127"/>
                    <a:pt x="88820" y="265574"/>
                    <a:pt x="92654" y="265574"/>
                  </a:cubicBezTo>
                  <a:lnTo>
                    <a:pt x="109907" y="265574"/>
                  </a:lnTo>
                  <a:lnTo>
                    <a:pt x="109907" y="247060"/>
                  </a:lnTo>
                  <a:cubicBezTo>
                    <a:pt x="75402" y="243868"/>
                    <a:pt x="47925" y="214502"/>
                    <a:pt x="47925" y="179390"/>
                  </a:cubicBezTo>
                  <a:cubicBezTo>
                    <a:pt x="47925" y="141724"/>
                    <a:pt x="78597" y="111081"/>
                    <a:pt x="116297" y="111081"/>
                  </a:cubicBezTo>
                  <a:cubicBezTo>
                    <a:pt x="133550" y="111081"/>
                    <a:pt x="150164" y="117465"/>
                    <a:pt x="162305" y="128956"/>
                  </a:cubicBezTo>
                  <a:cubicBezTo>
                    <a:pt x="175084" y="117465"/>
                    <a:pt x="191698" y="110443"/>
                    <a:pt x="208951" y="110443"/>
                  </a:cubicBezTo>
                  <a:cubicBezTo>
                    <a:pt x="224926" y="110443"/>
                    <a:pt x="239623" y="116188"/>
                    <a:pt x="251125" y="125126"/>
                  </a:cubicBezTo>
                  <a:lnTo>
                    <a:pt x="275406" y="102144"/>
                  </a:lnTo>
                  <a:lnTo>
                    <a:pt x="251125" y="102144"/>
                  </a:lnTo>
                  <a:cubicBezTo>
                    <a:pt x="247291" y="102144"/>
                    <a:pt x="244735" y="99590"/>
                    <a:pt x="244735" y="95760"/>
                  </a:cubicBezTo>
                  <a:cubicBezTo>
                    <a:pt x="244735" y="91929"/>
                    <a:pt x="247291" y="89376"/>
                    <a:pt x="251125" y="89376"/>
                  </a:cubicBezTo>
                  <a:lnTo>
                    <a:pt x="291381" y="89376"/>
                  </a:lnTo>
                  <a:cubicBezTo>
                    <a:pt x="293298" y="89376"/>
                    <a:pt x="294576" y="90014"/>
                    <a:pt x="295854" y="91291"/>
                  </a:cubicBezTo>
                  <a:cubicBezTo>
                    <a:pt x="297132" y="92568"/>
                    <a:pt x="297771" y="93844"/>
                    <a:pt x="297771" y="95760"/>
                  </a:cubicBezTo>
                  <a:lnTo>
                    <a:pt x="297771" y="135979"/>
                  </a:lnTo>
                  <a:close/>
                </a:path>
              </a:pathLst>
            </a:custGeom>
            <a:solidFill>
              <a:srgbClr val="007CB0"/>
            </a:solidFill>
            <a:ln w="6390" cap="flat">
              <a:noFill/>
              <a:prstDash val="solid"/>
              <a:miter/>
            </a:ln>
          </p:spPr>
          <p:txBody>
            <a:bodyPr rtlCol="0" anchor="ctr"/>
            <a:lstStyle/>
            <a:p>
              <a:endParaRPr lang="en-US"/>
            </a:p>
          </p:txBody>
        </p:sp>
      </p:grpSp>
      <p:grpSp>
        <p:nvGrpSpPr>
          <p:cNvPr id="721" name="Graphic 4">
            <a:extLst>
              <a:ext uri="{FF2B5EF4-FFF2-40B4-BE49-F238E27FC236}">
                <a16:creationId xmlns:a16="http://schemas.microsoft.com/office/drawing/2014/main" id="{153B4BB2-3FBB-2B4E-AFE7-C042E40CA216}"/>
              </a:ext>
            </a:extLst>
          </p:cNvPr>
          <p:cNvGrpSpPr/>
          <p:nvPr/>
        </p:nvGrpSpPr>
        <p:grpSpPr>
          <a:xfrm>
            <a:off x="1952764" y="3824168"/>
            <a:ext cx="361674" cy="361333"/>
            <a:chOff x="1952764" y="3824168"/>
            <a:chExt cx="361674" cy="361333"/>
          </a:xfrm>
          <a:solidFill>
            <a:srgbClr val="007CB0"/>
          </a:solidFill>
        </p:grpSpPr>
        <p:sp>
          <p:nvSpPr>
            <p:cNvPr id="722" name="Graphic 4">
              <a:extLst>
                <a:ext uri="{FF2B5EF4-FFF2-40B4-BE49-F238E27FC236}">
                  <a16:creationId xmlns:a16="http://schemas.microsoft.com/office/drawing/2014/main" id="{4B17A0A4-B0B2-3342-A701-CBE9E5A848AD}"/>
                </a:ext>
              </a:extLst>
            </p:cNvPr>
            <p:cNvSpPr/>
            <p:nvPr/>
          </p:nvSpPr>
          <p:spPr>
            <a:xfrm>
              <a:off x="2032639" y="3966530"/>
              <a:ext cx="173254" cy="124370"/>
            </a:xfrm>
            <a:custGeom>
              <a:avLst/>
              <a:gdLst>
                <a:gd name="connsiteX0" fmla="*/ 137384 w 173254"/>
                <a:gd name="connsiteY0" fmla="*/ 31281 h 124370"/>
                <a:gd name="connsiteX1" fmla="*/ 53675 w 173254"/>
                <a:gd name="connsiteY1" fmla="*/ 45326 h 124370"/>
                <a:gd name="connsiteX2" fmla="*/ 30033 w 173254"/>
                <a:gd name="connsiteY2" fmla="*/ 33197 h 124370"/>
                <a:gd name="connsiteX3" fmla="*/ 42812 w 173254"/>
                <a:gd name="connsiteY3" fmla="*/ 5107 h 124370"/>
                <a:gd name="connsiteX4" fmla="*/ 51759 w 173254"/>
                <a:gd name="connsiteY4" fmla="*/ 0 h 124370"/>
                <a:gd name="connsiteX5" fmla="*/ 0 w 173254"/>
                <a:gd name="connsiteY5" fmla="*/ 0 h 124370"/>
                <a:gd name="connsiteX6" fmla="*/ 0 w 173254"/>
                <a:gd name="connsiteY6" fmla="*/ 75331 h 124370"/>
                <a:gd name="connsiteX7" fmla="*/ 17892 w 173254"/>
                <a:gd name="connsiteY7" fmla="*/ 75331 h 124370"/>
                <a:gd name="connsiteX8" fmla="*/ 23643 w 173254"/>
                <a:gd name="connsiteY8" fmla="*/ 78523 h 124370"/>
                <a:gd name="connsiteX9" fmla="*/ 47925 w 173254"/>
                <a:gd name="connsiteY9" fmla="*/ 118742 h 124370"/>
                <a:gd name="connsiteX10" fmla="*/ 60065 w 173254"/>
                <a:gd name="connsiteY10" fmla="*/ 123849 h 124370"/>
                <a:gd name="connsiteX11" fmla="*/ 65177 w 173254"/>
                <a:gd name="connsiteY11" fmla="*/ 111720 h 124370"/>
                <a:gd name="connsiteX12" fmla="*/ 58787 w 173254"/>
                <a:gd name="connsiteY12" fmla="*/ 100229 h 124370"/>
                <a:gd name="connsiteX13" fmla="*/ 61343 w 173254"/>
                <a:gd name="connsiteY13" fmla="*/ 91291 h 124370"/>
                <a:gd name="connsiteX14" fmla="*/ 70289 w 173254"/>
                <a:gd name="connsiteY14" fmla="*/ 93845 h 124370"/>
                <a:gd name="connsiteX15" fmla="*/ 76679 w 173254"/>
                <a:gd name="connsiteY15" fmla="*/ 104697 h 124370"/>
                <a:gd name="connsiteX16" fmla="*/ 79235 w 173254"/>
                <a:gd name="connsiteY16" fmla="*/ 108528 h 124370"/>
                <a:gd name="connsiteX17" fmla="*/ 99683 w 173254"/>
                <a:gd name="connsiteY17" fmla="*/ 121934 h 124370"/>
                <a:gd name="connsiteX18" fmla="*/ 104156 w 173254"/>
                <a:gd name="connsiteY18" fmla="*/ 109805 h 124370"/>
                <a:gd name="connsiteX19" fmla="*/ 104156 w 173254"/>
                <a:gd name="connsiteY19" fmla="*/ 109166 h 124370"/>
                <a:gd name="connsiteX20" fmla="*/ 87542 w 173254"/>
                <a:gd name="connsiteY20" fmla="*/ 82353 h 124370"/>
                <a:gd name="connsiteX21" fmla="*/ 89459 w 173254"/>
                <a:gd name="connsiteY21" fmla="*/ 73416 h 124370"/>
                <a:gd name="connsiteX22" fmla="*/ 98405 w 173254"/>
                <a:gd name="connsiteY22" fmla="*/ 75331 h 124370"/>
                <a:gd name="connsiteX23" fmla="*/ 118853 w 173254"/>
                <a:gd name="connsiteY23" fmla="*/ 109166 h 124370"/>
                <a:gd name="connsiteX24" fmla="*/ 137384 w 173254"/>
                <a:gd name="connsiteY24" fmla="*/ 118742 h 124370"/>
                <a:gd name="connsiteX25" fmla="*/ 140579 w 173254"/>
                <a:gd name="connsiteY25" fmla="*/ 106613 h 124370"/>
                <a:gd name="connsiteX26" fmla="*/ 115658 w 173254"/>
                <a:gd name="connsiteY26" fmla="*/ 63840 h 124370"/>
                <a:gd name="connsiteX27" fmla="*/ 118214 w 173254"/>
                <a:gd name="connsiteY27" fmla="*/ 54902 h 124370"/>
                <a:gd name="connsiteX28" fmla="*/ 127160 w 173254"/>
                <a:gd name="connsiteY28" fmla="*/ 57456 h 124370"/>
                <a:gd name="connsiteX29" fmla="*/ 151441 w 173254"/>
                <a:gd name="connsiteY29" fmla="*/ 98952 h 124370"/>
                <a:gd name="connsiteX30" fmla="*/ 152080 w 173254"/>
                <a:gd name="connsiteY30" fmla="*/ 99590 h 124370"/>
                <a:gd name="connsiteX31" fmla="*/ 157831 w 173254"/>
                <a:gd name="connsiteY31" fmla="*/ 104697 h 124370"/>
                <a:gd name="connsiteX32" fmla="*/ 168055 w 173254"/>
                <a:gd name="connsiteY32" fmla="*/ 102144 h 124370"/>
                <a:gd name="connsiteX33" fmla="*/ 172528 w 173254"/>
                <a:gd name="connsiteY33" fmla="*/ 90653 h 124370"/>
                <a:gd name="connsiteX34" fmla="*/ 137384 w 173254"/>
                <a:gd name="connsiteY34" fmla="*/ 31281 h 124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73254" h="124370">
                  <a:moveTo>
                    <a:pt x="137384" y="31281"/>
                  </a:moveTo>
                  <a:lnTo>
                    <a:pt x="53675" y="45326"/>
                  </a:lnTo>
                  <a:cubicBezTo>
                    <a:pt x="46646" y="46603"/>
                    <a:pt x="33228" y="45965"/>
                    <a:pt x="30033" y="33197"/>
                  </a:cubicBezTo>
                  <a:cubicBezTo>
                    <a:pt x="25560" y="16598"/>
                    <a:pt x="38340" y="8299"/>
                    <a:pt x="42812" y="5107"/>
                  </a:cubicBezTo>
                  <a:cubicBezTo>
                    <a:pt x="44091" y="3830"/>
                    <a:pt x="47285" y="1915"/>
                    <a:pt x="51759" y="0"/>
                  </a:cubicBezTo>
                  <a:lnTo>
                    <a:pt x="0" y="0"/>
                  </a:lnTo>
                  <a:cubicBezTo>
                    <a:pt x="0" y="14045"/>
                    <a:pt x="0" y="48518"/>
                    <a:pt x="0" y="75331"/>
                  </a:cubicBezTo>
                  <a:lnTo>
                    <a:pt x="17892" y="75331"/>
                  </a:lnTo>
                  <a:cubicBezTo>
                    <a:pt x="20448" y="75331"/>
                    <a:pt x="22365" y="76608"/>
                    <a:pt x="23643" y="78523"/>
                  </a:cubicBezTo>
                  <a:cubicBezTo>
                    <a:pt x="23643" y="78523"/>
                    <a:pt x="41535" y="109166"/>
                    <a:pt x="47925" y="118742"/>
                  </a:cubicBezTo>
                  <a:cubicBezTo>
                    <a:pt x="52397" y="125765"/>
                    <a:pt x="58148" y="124488"/>
                    <a:pt x="60065" y="123849"/>
                  </a:cubicBezTo>
                  <a:cubicBezTo>
                    <a:pt x="67733" y="120019"/>
                    <a:pt x="66455" y="114273"/>
                    <a:pt x="65177" y="111720"/>
                  </a:cubicBezTo>
                  <a:lnTo>
                    <a:pt x="58787" y="100229"/>
                  </a:lnTo>
                  <a:cubicBezTo>
                    <a:pt x="56870" y="97037"/>
                    <a:pt x="58148" y="93206"/>
                    <a:pt x="61343" y="91291"/>
                  </a:cubicBezTo>
                  <a:cubicBezTo>
                    <a:pt x="64538" y="89376"/>
                    <a:pt x="68372" y="90653"/>
                    <a:pt x="70289" y="93845"/>
                  </a:cubicBezTo>
                  <a:lnTo>
                    <a:pt x="76679" y="104697"/>
                  </a:lnTo>
                  <a:cubicBezTo>
                    <a:pt x="77318" y="105336"/>
                    <a:pt x="77957" y="106613"/>
                    <a:pt x="79235" y="108528"/>
                  </a:cubicBezTo>
                  <a:cubicBezTo>
                    <a:pt x="86264" y="120019"/>
                    <a:pt x="92015" y="125765"/>
                    <a:pt x="99683" y="121934"/>
                  </a:cubicBezTo>
                  <a:cubicBezTo>
                    <a:pt x="106712" y="118104"/>
                    <a:pt x="105434" y="112358"/>
                    <a:pt x="104156" y="109805"/>
                  </a:cubicBezTo>
                  <a:cubicBezTo>
                    <a:pt x="104156" y="109805"/>
                    <a:pt x="104156" y="109166"/>
                    <a:pt x="104156" y="109166"/>
                  </a:cubicBezTo>
                  <a:lnTo>
                    <a:pt x="87542" y="82353"/>
                  </a:lnTo>
                  <a:cubicBezTo>
                    <a:pt x="85625" y="79161"/>
                    <a:pt x="86903" y="75331"/>
                    <a:pt x="89459" y="73416"/>
                  </a:cubicBezTo>
                  <a:cubicBezTo>
                    <a:pt x="92654" y="71501"/>
                    <a:pt x="96488" y="72777"/>
                    <a:pt x="98405" y="75331"/>
                  </a:cubicBezTo>
                  <a:lnTo>
                    <a:pt x="118853" y="109166"/>
                  </a:lnTo>
                  <a:cubicBezTo>
                    <a:pt x="127160" y="121296"/>
                    <a:pt x="131633" y="121934"/>
                    <a:pt x="137384" y="118742"/>
                  </a:cubicBezTo>
                  <a:cubicBezTo>
                    <a:pt x="143135" y="115550"/>
                    <a:pt x="141856" y="109166"/>
                    <a:pt x="140579" y="106613"/>
                  </a:cubicBezTo>
                  <a:lnTo>
                    <a:pt x="115658" y="63840"/>
                  </a:lnTo>
                  <a:cubicBezTo>
                    <a:pt x="113741" y="60648"/>
                    <a:pt x="115019" y="56817"/>
                    <a:pt x="118214" y="54902"/>
                  </a:cubicBezTo>
                  <a:cubicBezTo>
                    <a:pt x="121409" y="52987"/>
                    <a:pt x="125243" y="54264"/>
                    <a:pt x="127160" y="57456"/>
                  </a:cubicBezTo>
                  <a:lnTo>
                    <a:pt x="151441" y="98952"/>
                  </a:lnTo>
                  <a:cubicBezTo>
                    <a:pt x="151441" y="98952"/>
                    <a:pt x="152080" y="98952"/>
                    <a:pt x="152080" y="99590"/>
                  </a:cubicBezTo>
                  <a:cubicBezTo>
                    <a:pt x="153358" y="102144"/>
                    <a:pt x="155275" y="104059"/>
                    <a:pt x="157831" y="104697"/>
                  </a:cubicBezTo>
                  <a:cubicBezTo>
                    <a:pt x="161026" y="105336"/>
                    <a:pt x="165499" y="104059"/>
                    <a:pt x="168055" y="102144"/>
                  </a:cubicBezTo>
                  <a:cubicBezTo>
                    <a:pt x="175084" y="98313"/>
                    <a:pt x="173167" y="92568"/>
                    <a:pt x="172528" y="90653"/>
                  </a:cubicBezTo>
                  <a:lnTo>
                    <a:pt x="137384" y="31281"/>
                  </a:lnTo>
                  <a:close/>
                </a:path>
              </a:pathLst>
            </a:custGeom>
            <a:solidFill>
              <a:srgbClr val="007CB0"/>
            </a:solidFill>
            <a:ln w="6390" cap="flat">
              <a:noFill/>
              <a:prstDash val="solid"/>
              <a:miter/>
            </a:ln>
          </p:spPr>
          <p:txBody>
            <a:bodyPr rtlCol="0" anchor="ctr"/>
            <a:lstStyle/>
            <a:p>
              <a:endParaRPr lang="en-US"/>
            </a:p>
          </p:txBody>
        </p:sp>
        <p:sp>
          <p:nvSpPr>
            <p:cNvPr id="723" name="Graphic 4">
              <a:extLst>
                <a:ext uri="{FF2B5EF4-FFF2-40B4-BE49-F238E27FC236}">
                  <a16:creationId xmlns:a16="http://schemas.microsoft.com/office/drawing/2014/main" id="{F98A16BE-31AF-214A-8070-8E9FC011CB86}"/>
                </a:ext>
              </a:extLst>
            </p:cNvPr>
            <p:cNvSpPr/>
            <p:nvPr/>
          </p:nvSpPr>
          <p:spPr>
            <a:xfrm>
              <a:off x="1952764" y="3824168"/>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88825 w 361674"/>
                <a:gd name="connsiteY5" fmla="*/ 233654 h 361333"/>
                <a:gd name="connsiteX6" fmla="*/ 295215 w 361674"/>
                <a:gd name="connsiteY6" fmla="*/ 240038 h 361333"/>
                <a:gd name="connsiteX7" fmla="*/ 288825 w 361674"/>
                <a:gd name="connsiteY7" fmla="*/ 246422 h 361333"/>
                <a:gd name="connsiteX8" fmla="*/ 281157 w 361674"/>
                <a:gd name="connsiteY8" fmla="*/ 246422 h 361333"/>
                <a:gd name="connsiteX9" fmla="*/ 274767 w 361674"/>
                <a:gd name="connsiteY9" fmla="*/ 240038 h 361333"/>
                <a:gd name="connsiteX10" fmla="*/ 274767 w 361674"/>
                <a:gd name="connsiteY10" fmla="*/ 230462 h 361333"/>
                <a:gd name="connsiteX11" fmla="*/ 262626 w 361674"/>
                <a:gd name="connsiteY11" fmla="*/ 230462 h 361333"/>
                <a:gd name="connsiteX12" fmla="*/ 252403 w 361674"/>
                <a:gd name="connsiteY12" fmla="*/ 255359 h 361333"/>
                <a:gd name="connsiteX13" fmla="*/ 232594 w 361674"/>
                <a:gd name="connsiteY13" fmla="*/ 259190 h 361333"/>
                <a:gd name="connsiteX14" fmla="*/ 222370 w 361674"/>
                <a:gd name="connsiteY14" fmla="*/ 272596 h 361333"/>
                <a:gd name="connsiteX15" fmla="*/ 193615 w 361674"/>
                <a:gd name="connsiteY15" fmla="*/ 267489 h 361333"/>
                <a:gd name="connsiteX16" fmla="*/ 184030 w 361674"/>
                <a:gd name="connsiteY16" fmla="*/ 275788 h 361333"/>
                <a:gd name="connsiteX17" fmla="*/ 155275 w 361674"/>
                <a:gd name="connsiteY17" fmla="*/ 268766 h 361333"/>
                <a:gd name="connsiteX18" fmla="*/ 145051 w 361674"/>
                <a:gd name="connsiteY18" fmla="*/ 277703 h 361333"/>
                <a:gd name="connsiteX19" fmla="*/ 136745 w 361674"/>
                <a:gd name="connsiteY19" fmla="*/ 279618 h 361333"/>
                <a:gd name="connsiteX20" fmla="*/ 116936 w 361674"/>
                <a:gd name="connsiteY20" fmla="*/ 268127 h 361333"/>
                <a:gd name="connsiteX21" fmla="*/ 94571 w 361674"/>
                <a:gd name="connsiteY21" fmla="*/ 230462 h 361333"/>
                <a:gd name="connsiteX22" fmla="*/ 79874 w 361674"/>
                <a:gd name="connsiteY22" fmla="*/ 230462 h 361333"/>
                <a:gd name="connsiteX23" fmla="*/ 79874 w 361674"/>
                <a:gd name="connsiteY23" fmla="*/ 240676 h 361333"/>
                <a:gd name="connsiteX24" fmla="*/ 73484 w 361674"/>
                <a:gd name="connsiteY24" fmla="*/ 247060 h 361333"/>
                <a:gd name="connsiteX25" fmla="*/ 65177 w 361674"/>
                <a:gd name="connsiteY25" fmla="*/ 247060 h 361333"/>
                <a:gd name="connsiteX26" fmla="*/ 58787 w 361674"/>
                <a:gd name="connsiteY26" fmla="*/ 240676 h 361333"/>
                <a:gd name="connsiteX27" fmla="*/ 65177 w 361674"/>
                <a:gd name="connsiteY27" fmla="*/ 234292 h 361333"/>
                <a:gd name="connsiteX28" fmla="*/ 67094 w 361674"/>
                <a:gd name="connsiteY28" fmla="*/ 234292 h 361333"/>
                <a:gd name="connsiteX29" fmla="*/ 67094 w 361674"/>
                <a:gd name="connsiteY29" fmla="*/ 118742 h 361333"/>
                <a:gd name="connsiteX30" fmla="*/ 65177 w 361674"/>
                <a:gd name="connsiteY30" fmla="*/ 118742 h 361333"/>
                <a:gd name="connsiteX31" fmla="*/ 58787 w 361674"/>
                <a:gd name="connsiteY31" fmla="*/ 112358 h 361333"/>
                <a:gd name="connsiteX32" fmla="*/ 65177 w 361674"/>
                <a:gd name="connsiteY32" fmla="*/ 105974 h 361333"/>
                <a:gd name="connsiteX33" fmla="*/ 73484 w 361674"/>
                <a:gd name="connsiteY33" fmla="*/ 105974 h 361333"/>
                <a:gd name="connsiteX34" fmla="*/ 79874 w 361674"/>
                <a:gd name="connsiteY34" fmla="*/ 112358 h 361333"/>
                <a:gd name="connsiteX35" fmla="*/ 79874 w 361674"/>
                <a:gd name="connsiteY35" fmla="*/ 129595 h 361333"/>
                <a:gd name="connsiteX36" fmla="*/ 154636 w 361674"/>
                <a:gd name="connsiteY36" fmla="*/ 129595 h 361333"/>
                <a:gd name="connsiteX37" fmla="*/ 182113 w 361674"/>
                <a:gd name="connsiteY37" fmla="*/ 114273 h 361333"/>
                <a:gd name="connsiteX38" fmla="*/ 187225 w 361674"/>
                <a:gd name="connsiteY38" fmla="*/ 113635 h 361333"/>
                <a:gd name="connsiteX39" fmla="*/ 241540 w 361674"/>
                <a:gd name="connsiteY39" fmla="*/ 130233 h 361333"/>
                <a:gd name="connsiteX40" fmla="*/ 275406 w 361674"/>
                <a:gd name="connsiteY40" fmla="*/ 130233 h 361333"/>
                <a:gd name="connsiteX41" fmla="*/ 275406 w 361674"/>
                <a:gd name="connsiteY41" fmla="*/ 112358 h 361333"/>
                <a:gd name="connsiteX42" fmla="*/ 281796 w 361674"/>
                <a:gd name="connsiteY42" fmla="*/ 105974 h 361333"/>
                <a:gd name="connsiteX43" fmla="*/ 289464 w 361674"/>
                <a:gd name="connsiteY43" fmla="*/ 105974 h 361333"/>
                <a:gd name="connsiteX44" fmla="*/ 295854 w 361674"/>
                <a:gd name="connsiteY44" fmla="*/ 112358 h 361333"/>
                <a:gd name="connsiteX45" fmla="*/ 289464 w 361674"/>
                <a:gd name="connsiteY45" fmla="*/ 118742 h 361333"/>
                <a:gd name="connsiteX46" fmla="*/ 288186 w 361674"/>
                <a:gd name="connsiteY46" fmla="*/ 118742 h 361333"/>
                <a:gd name="connsiteX47" fmla="*/ 288186 w 361674"/>
                <a:gd name="connsiteY47" fmla="*/ 233654 h 361333"/>
                <a:gd name="connsiteX48" fmla="*/ 288825 w 361674"/>
                <a:gd name="connsiteY48" fmla="*/ 23365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61674"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2309" y="81076"/>
                    <a:pt x="281157" y="0"/>
                    <a:pt x="180835" y="0"/>
                  </a:cubicBezTo>
                  <a:close/>
                  <a:moveTo>
                    <a:pt x="288825" y="233654"/>
                  </a:moveTo>
                  <a:cubicBezTo>
                    <a:pt x="292659" y="233654"/>
                    <a:pt x="295215" y="236207"/>
                    <a:pt x="295215" y="240038"/>
                  </a:cubicBezTo>
                  <a:cubicBezTo>
                    <a:pt x="295215" y="243868"/>
                    <a:pt x="292659" y="246422"/>
                    <a:pt x="288825" y="246422"/>
                  </a:cubicBezTo>
                  <a:lnTo>
                    <a:pt x="281157" y="246422"/>
                  </a:lnTo>
                  <a:cubicBezTo>
                    <a:pt x="277323" y="246422"/>
                    <a:pt x="274767" y="243868"/>
                    <a:pt x="274767" y="240038"/>
                  </a:cubicBezTo>
                  <a:lnTo>
                    <a:pt x="274767" y="230462"/>
                  </a:lnTo>
                  <a:lnTo>
                    <a:pt x="262626" y="230462"/>
                  </a:lnTo>
                  <a:cubicBezTo>
                    <a:pt x="264543" y="237484"/>
                    <a:pt x="263904" y="248337"/>
                    <a:pt x="252403" y="255359"/>
                  </a:cubicBezTo>
                  <a:cubicBezTo>
                    <a:pt x="245374" y="259828"/>
                    <a:pt x="238345" y="261105"/>
                    <a:pt x="232594" y="259190"/>
                  </a:cubicBezTo>
                  <a:cubicBezTo>
                    <a:pt x="231316" y="264297"/>
                    <a:pt x="228760" y="269404"/>
                    <a:pt x="222370" y="272596"/>
                  </a:cubicBezTo>
                  <a:cubicBezTo>
                    <a:pt x="209590" y="279618"/>
                    <a:pt x="200644" y="274511"/>
                    <a:pt x="193615" y="267489"/>
                  </a:cubicBezTo>
                  <a:cubicBezTo>
                    <a:pt x="191698" y="270681"/>
                    <a:pt x="188503" y="273873"/>
                    <a:pt x="184030" y="275788"/>
                  </a:cubicBezTo>
                  <a:cubicBezTo>
                    <a:pt x="171250" y="282172"/>
                    <a:pt x="161665" y="275788"/>
                    <a:pt x="155275" y="268766"/>
                  </a:cubicBezTo>
                  <a:cubicBezTo>
                    <a:pt x="153358" y="271958"/>
                    <a:pt x="150164" y="275149"/>
                    <a:pt x="145051" y="277703"/>
                  </a:cubicBezTo>
                  <a:cubicBezTo>
                    <a:pt x="143135" y="278341"/>
                    <a:pt x="139940" y="279618"/>
                    <a:pt x="136745" y="279618"/>
                  </a:cubicBezTo>
                  <a:cubicBezTo>
                    <a:pt x="130355" y="279618"/>
                    <a:pt x="122687" y="277065"/>
                    <a:pt x="116936" y="268127"/>
                  </a:cubicBezTo>
                  <a:cubicBezTo>
                    <a:pt x="111824" y="259828"/>
                    <a:pt x="99044" y="238761"/>
                    <a:pt x="94571" y="230462"/>
                  </a:cubicBezTo>
                  <a:lnTo>
                    <a:pt x="79874" y="230462"/>
                  </a:lnTo>
                  <a:lnTo>
                    <a:pt x="79874" y="240676"/>
                  </a:lnTo>
                  <a:cubicBezTo>
                    <a:pt x="79874" y="244506"/>
                    <a:pt x="77318" y="247060"/>
                    <a:pt x="73484" y="247060"/>
                  </a:cubicBezTo>
                  <a:lnTo>
                    <a:pt x="65177" y="247060"/>
                  </a:lnTo>
                  <a:cubicBezTo>
                    <a:pt x="61343" y="247060"/>
                    <a:pt x="58787" y="244506"/>
                    <a:pt x="58787" y="240676"/>
                  </a:cubicBezTo>
                  <a:cubicBezTo>
                    <a:pt x="58787" y="236846"/>
                    <a:pt x="61343" y="234292"/>
                    <a:pt x="65177" y="234292"/>
                  </a:cubicBezTo>
                  <a:lnTo>
                    <a:pt x="67094" y="234292"/>
                  </a:lnTo>
                  <a:lnTo>
                    <a:pt x="67094" y="118742"/>
                  </a:lnTo>
                  <a:lnTo>
                    <a:pt x="65177" y="118742"/>
                  </a:lnTo>
                  <a:cubicBezTo>
                    <a:pt x="61343" y="118742"/>
                    <a:pt x="58787" y="116188"/>
                    <a:pt x="58787" y="112358"/>
                  </a:cubicBezTo>
                  <a:cubicBezTo>
                    <a:pt x="58787" y="108528"/>
                    <a:pt x="61343" y="105974"/>
                    <a:pt x="65177" y="105974"/>
                  </a:cubicBezTo>
                  <a:lnTo>
                    <a:pt x="73484" y="105974"/>
                  </a:lnTo>
                  <a:cubicBezTo>
                    <a:pt x="77318" y="105974"/>
                    <a:pt x="79874" y="108528"/>
                    <a:pt x="79874" y="112358"/>
                  </a:cubicBezTo>
                  <a:lnTo>
                    <a:pt x="79874" y="129595"/>
                  </a:lnTo>
                  <a:lnTo>
                    <a:pt x="154636" y="129595"/>
                  </a:lnTo>
                  <a:cubicBezTo>
                    <a:pt x="168055" y="121934"/>
                    <a:pt x="180835" y="114273"/>
                    <a:pt x="182113" y="114273"/>
                  </a:cubicBezTo>
                  <a:cubicBezTo>
                    <a:pt x="183391" y="113635"/>
                    <a:pt x="185308" y="112996"/>
                    <a:pt x="187225" y="113635"/>
                  </a:cubicBezTo>
                  <a:lnTo>
                    <a:pt x="241540" y="130233"/>
                  </a:lnTo>
                  <a:lnTo>
                    <a:pt x="275406" y="130233"/>
                  </a:lnTo>
                  <a:lnTo>
                    <a:pt x="275406" y="112358"/>
                  </a:lnTo>
                  <a:cubicBezTo>
                    <a:pt x="275406" y="108528"/>
                    <a:pt x="277962" y="105974"/>
                    <a:pt x="281796" y="105974"/>
                  </a:cubicBezTo>
                  <a:lnTo>
                    <a:pt x="289464" y="105974"/>
                  </a:lnTo>
                  <a:cubicBezTo>
                    <a:pt x="293298" y="105974"/>
                    <a:pt x="295854" y="108528"/>
                    <a:pt x="295854" y="112358"/>
                  </a:cubicBezTo>
                  <a:cubicBezTo>
                    <a:pt x="295854" y="116188"/>
                    <a:pt x="293298" y="118742"/>
                    <a:pt x="289464" y="118742"/>
                  </a:cubicBezTo>
                  <a:lnTo>
                    <a:pt x="288186" y="118742"/>
                  </a:lnTo>
                  <a:lnTo>
                    <a:pt x="288186" y="233654"/>
                  </a:lnTo>
                  <a:lnTo>
                    <a:pt x="288825" y="233654"/>
                  </a:lnTo>
                  <a:close/>
                </a:path>
              </a:pathLst>
            </a:custGeom>
            <a:solidFill>
              <a:srgbClr val="007CB0"/>
            </a:solidFill>
            <a:ln w="6390" cap="flat">
              <a:noFill/>
              <a:prstDash val="solid"/>
              <a:miter/>
            </a:ln>
          </p:spPr>
          <p:txBody>
            <a:bodyPr rtlCol="0" anchor="ctr"/>
            <a:lstStyle/>
            <a:p>
              <a:endParaRPr lang="en-US"/>
            </a:p>
          </p:txBody>
        </p:sp>
      </p:grpSp>
      <p:grpSp>
        <p:nvGrpSpPr>
          <p:cNvPr id="724" name="Graphic 4">
            <a:extLst>
              <a:ext uri="{FF2B5EF4-FFF2-40B4-BE49-F238E27FC236}">
                <a16:creationId xmlns:a16="http://schemas.microsoft.com/office/drawing/2014/main" id="{F842E6AF-A8DC-A14A-9608-0D4D5CA2D312}"/>
              </a:ext>
            </a:extLst>
          </p:cNvPr>
          <p:cNvGrpSpPr/>
          <p:nvPr/>
        </p:nvGrpSpPr>
        <p:grpSpPr>
          <a:xfrm>
            <a:off x="467743" y="4792617"/>
            <a:ext cx="361670" cy="361333"/>
            <a:chOff x="467743" y="4792617"/>
            <a:chExt cx="361670" cy="361333"/>
          </a:xfrm>
          <a:solidFill>
            <a:srgbClr val="007CB0"/>
          </a:solidFill>
        </p:grpSpPr>
        <p:sp>
          <p:nvSpPr>
            <p:cNvPr id="725" name="Graphic 4">
              <a:extLst>
                <a:ext uri="{FF2B5EF4-FFF2-40B4-BE49-F238E27FC236}">
                  <a16:creationId xmlns:a16="http://schemas.microsoft.com/office/drawing/2014/main" id="{0F7D0A22-94C1-334B-8872-8C8976632762}"/>
                </a:ext>
              </a:extLst>
            </p:cNvPr>
            <p:cNvSpPr/>
            <p:nvPr/>
          </p:nvSpPr>
          <p:spPr>
            <a:xfrm>
              <a:off x="467743"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4"/>
                    <a:pt x="180835" y="361334"/>
                  </a:cubicBezTo>
                  <a:cubicBezTo>
                    <a:pt x="280518" y="361334"/>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726" name="Graphic 4">
              <a:extLst>
                <a:ext uri="{FF2B5EF4-FFF2-40B4-BE49-F238E27FC236}">
                  <a16:creationId xmlns:a16="http://schemas.microsoft.com/office/drawing/2014/main" id="{3F8B6A2E-1F4B-1246-9F52-0241226B05FC}"/>
                </a:ext>
              </a:extLst>
            </p:cNvPr>
            <p:cNvSpPr/>
            <p:nvPr/>
          </p:nvSpPr>
          <p:spPr>
            <a:xfrm>
              <a:off x="586596" y="4920297"/>
              <a:ext cx="12779" cy="81076"/>
            </a:xfrm>
            <a:custGeom>
              <a:avLst/>
              <a:gdLst>
                <a:gd name="connsiteX0" fmla="*/ 6390 w 12779"/>
                <a:gd name="connsiteY0" fmla="*/ 0 h 81076"/>
                <a:gd name="connsiteX1" fmla="*/ 0 w 12779"/>
                <a:gd name="connsiteY1" fmla="*/ 6384 h 81076"/>
                <a:gd name="connsiteX2" fmla="*/ 0 w 12779"/>
                <a:gd name="connsiteY2" fmla="*/ 74693 h 81076"/>
                <a:gd name="connsiteX3" fmla="*/ 6390 w 12779"/>
                <a:gd name="connsiteY3" fmla="*/ 81077 h 81076"/>
                <a:gd name="connsiteX4" fmla="*/ 12780 w 12779"/>
                <a:gd name="connsiteY4" fmla="*/ 74693 h 81076"/>
                <a:gd name="connsiteX5" fmla="*/ 12780 w 12779"/>
                <a:gd name="connsiteY5" fmla="*/ 6384 h 81076"/>
                <a:gd name="connsiteX6" fmla="*/ 6390 w 12779"/>
                <a:gd name="connsiteY6" fmla="*/ 0 h 81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81076">
                  <a:moveTo>
                    <a:pt x="6390" y="0"/>
                  </a:moveTo>
                  <a:cubicBezTo>
                    <a:pt x="2556" y="0"/>
                    <a:pt x="0" y="2554"/>
                    <a:pt x="0" y="6384"/>
                  </a:cubicBezTo>
                  <a:lnTo>
                    <a:pt x="0" y="74693"/>
                  </a:lnTo>
                  <a:cubicBezTo>
                    <a:pt x="0" y="78523"/>
                    <a:pt x="2556" y="81077"/>
                    <a:pt x="6390" y="81077"/>
                  </a:cubicBezTo>
                  <a:cubicBezTo>
                    <a:pt x="10224" y="81077"/>
                    <a:pt x="12780" y="78523"/>
                    <a:pt x="12780" y="74693"/>
                  </a:cubicBezTo>
                  <a:lnTo>
                    <a:pt x="12780" y="6384"/>
                  </a:lnTo>
                  <a:cubicBezTo>
                    <a:pt x="12780" y="3192"/>
                    <a:pt x="10224" y="0"/>
                    <a:pt x="6390" y="0"/>
                  </a:cubicBezTo>
                  <a:close/>
                </a:path>
              </a:pathLst>
            </a:custGeom>
            <a:solidFill>
              <a:srgbClr val="007CB0"/>
            </a:solidFill>
            <a:ln w="6390" cap="flat">
              <a:noFill/>
              <a:prstDash val="solid"/>
              <a:miter/>
            </a:ln>
          </p:spPr>
          <p:txBody>
            <a:bodyPr rtlCol="0" anchor="ctr"/>
            <a:lstStyle/>
            <a:p>
              <a:endParaRPr lang="en-US"/>
            </a:p>
          </p:txBody>
        </p:sp>
        <p:sp>
          <p:nvSpPr>
            <p:cNvPr id="727" name="Graphic 4">
              <a:extLst>
                <a:ext uri="{FF2B5EF4-FFF2-40B4-BE49-F238E27FC236}">
                  <a16:creationId xmlns:a16="http://schemas.microsoft.com/office/drawing/2014/main" id="{6CD82566-B024-4545-8552-5E160719F83A}"/>
                </a:ext>
              </a:extLst>
            </p:cNvPr>
            <p:cNvSpPr/>
            <p:nvPr/>
          </p:nvSpPr>
          <p:spPr>
            <a:xfrm>
              <a:off x="679766" y="4918260"/>
              <a:ext cx="31555" cy="78006"/>
            </a:xfrm>
            <a:custGeom>
              <a:avLst/>
              <a:gdLst>
                <a:gd name="connsiteX0" fmla="*/ 12263 w 31555"/>
                <a:gd name="connsiteY0" fmla="*/ 4591 h 78006"/>
                <a:gd name="connsiteX1" fmla="*/ 4595 w 31555"/>
                <a:gd name="connsiteY1" fmla="*/ 122 h 78006"/>
                <a:gd name="connsiteX2" fmla="*/ 122 w 31555"/>
                <a:gd name="connsiteY2" fmla="*/ 7783 h 78006"/>
                <a:gd name="connsiteX3" fmla="*/ 18653 w 31555"/>
                <a:gd name="connsiteY3" fmla="*/ 73538 h 78006"/>
                <a:gd name="connsiteX4" fmla="*/ 25043 w 31555"/>
                <a:gd name="connsiteY4" fmla="*/ 78007 h 78006"/>
                <a:gd name="connsiteX5" fmla="*/ 26960 w 31555"/>
                <a:gd name="connsiteY5" fmla="*/ 78007 h 78006"/>
                <a:gd name="connsiteX6" fmla="*/ 31433 w 31555"/>
                <a:gd name="connsiteY6" fmla="*/ 70346 h 78006"/>
                <a:gd name="connsiteX7" fmla="*/ 12263 w 31555"/>
                <a:gd name="connsiteY7" fmla="*/ 4591 h 7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555" h="78006">
                  <a:moveTo>
                    <a:pt x="12263" y="4591"/>
                  </a:moveTo>
                  <a:cubicBezTo>
                    <a:pt x="11624" y="1399"/>
                    <a:pt x="7790" y="-516"/>
                    <a:pt x="4595" y="122"/>
                  </a:cubicBezTo>
                  <a:cubicBezTo>
                    <a:pt x="1400" y="761"/>
                    <a:pt x="-517" y="4591"/>
                    <a:pt x="122" y="7783"/>
                  </a:cubicBezTo>
                  <a:lnTo>
                    <a:pt x="18653" y="73538"/>
                  </a:lnTo>
                  <a:cubicBezTo>
                    <a:pt x="19292" y="76092"/>
                    <a:pt x="21848" y="78007"/>
                    <a:pt x="25043" y="78007"/>
                  </a:cubicBezTo>
                  <a:cubicBezTo>
                    <a:pt x="25682" y="78007"/>
                    <a:pt x="26321" y="78007"/>
                    <a:pt x="26960" y="78007"/>
                  </a:cubicBezTo>
                  <a:cubicBezTo>
                    <a:pt x="30155" y="77369"/>
                    <a:pt x="32072" y="73538"/>
                    <a:pt x="31433" y="70346"/>
                  </a:cubicBezTo>
                  <a:lnTo>
                    <a:pt x="12263" y="4591"/>
                  </a:lnTo>
                  <a:close/>
                </a:path>
              </a:pathLst>
            </a:custGeom>
            <a:solidFill>
              <a:srgbClr val="007CB0"/>
            </a:solidFill>
            <a:ln w="6390" cap="flat">
              <a:noFill/>
              <a:prstDash val="solid"/>
              <a:miter/>
            </a:ln>
          </p:spPr>
          <p:txBody>
            <a:bodyPr rtlCol="0" anchor="ctr"/>
            <a:lstStyle/>
            <a:p>
              <a:endParaRPr lang="en-US"/>
            </a:p>
          </p:txBody>
        </p:sp>
        <p:sp>
          <p:nvSpPr>
            <p:cNvPr id="728" name="Graphic 4">
              <a:extLst>
                <a:ext uri="{FF2B5EF4-FFF2-40B4-BE49-F238E27FC236}">
                  <a16:creationId xmlns:a16="http://schemas.microsoft.com/office/drawing/2014/main" id="{E2B02FF7-BD58-4F4B-B4F1-F8067592F387}"/>
                </a:ext>
              </a:extLst>
            </p:cNvPr>
            <p:cNvSpPr/>
            <p:nvPr/>
          </p:nvSpPr>
          <p:spPr>
            <a:xfrm>
              <a:off x="615350" y="4857734"/>
              <a:ext cx="44729" cy="44687"/>
            </a:xfrm>
            <a:custGeom>
              <a:avLst/>
              <a:gdLst>
                <a:gd name="connsiteX0" fmla="*/ 22365 w 44729"/>
                <a:gd name="connsiteY0" fmla="*/ 44688 h 44687"/>
                <a:gd name="connsiteX1" fmla="*/ 44730 w 44729"/>
                <a:gd name="connsiteY1" fmla="*/ 22344 h 44687"/>
                <a:gd name="connsiteX2" fmla="*/ 22365 w 44729"/>
                <a:gd name="connsiteY2" fmla="*/ 0 h 44687"/>
                <a:gd name="connsiteX3" fmla="*/ 0 w 44729"/>
                <a:gd name="connsiteY3" fmla="*/ 22344 h 44687"/>
                <a:gd name="connsiteX4" fmla="*/ 22365 w 44729"/>
                <a:gd name="connsiteY4" fmla="*/ 44688 h 44687"/>
                <a:gd name="connsiteX5" fmla="*/ 22365 w 44729"/>
                <a:gd name="connsiteY5" fmla="*/ 12768 h 44687"/>
                <a:gd name="connsiteX6" fmla="*/ 31950 w 44729"/>
                <a:gd name="connsiteY6" fmla="*/ 22344 h 44687"/>
                <a:gd name="connsiteX7" fmla="*/ 22365 w 44729"/>
                <a:gd name="connsiteY7" fmla="*/ 31920 h 44687"/>
                <a:gd name="connsiteX8" fmla="*/ 12780 w 44729"/>
                <a:gd name="connsiteY8" fmla="*/ 22344 h 44687"/>
                <a:gd name="connsiteX9" fmla="*/ 22365 w 44729"/>
                <a:gd name="connsiteY9" fmla="*/ 12768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29" h="44687">
                  <a:moveTo>
                    <a:pt x="22365" y="44688"/>
                  </a:moveTo>
                  <a:cubicBezTo>
                    <a:pt x="34506" y="44688"/>
                    <a:pt x="44730" y="34474"/>
                    <a:pt x="44730" y="22344"/>
                  </a:cubicBezTo>
                  <a:cubicBezTo>
                    <a:pt x="44730" y="10215"/>
                    <a:pt x="34506" y="0"/>
                    <a:pt x="22365" y="0"/>
                  </a:cubicBezTo>
                  <a:cubicBezTo>
                    <a:pt x="10224" y="0"/>
                    <a:pt x="0" y="10215"/>
                    <a:pt x="0" y="22344"/>
                  </a:cubicBezTo>
                  <a:cubicBezTo>
                    <a:pt x="0" y="34474"/>
                    <a:pt x="10224" y="44688"/>
                    <a:pt x="22365" y="44688"/>
                  </a:cubicBezTo>
                  <a:close/>
                  <a:moveTo>
                    <a:pt x="22365" y="12768"/>
                  </a:moveTo>
                  <a:cubicBezTo>
                    <a:pt x="27477" y="12768"/>
                    <a:pt x="31950" y="17237"/>
                    <a:pt x="31950" y="22344"/>
                  </a:cubicBezTo>
                  <a:cubicBezTo>
                    <a:pt x="31950" y="27451"/>
                    <a:pt x="27477" y="31920"/>
                    <a:pt x="22365" y="31920"/>
                  </a:cubicBezTo>
                  <a:cubicBezTo>
                    <a:pt x="17253" y="31920"/>
                    <a:pt x="12780" y="27451"/>
                    <a:pt x="12780" y="22344"/>
                  </a:cubicBezTo>
                  <a:cubicBezTo>
                    <a:pt x="12780" y="17237"/>
                    <a:pt x="17253" y="12768"/>
                    <a:pt x="22365" y="12768"/>
                  </a:cubicBezTo>
                  <a:close/>
                </a:path>
              </a:pathLst>
            </a:custGeom>
            <a:solidFill>
              <a:srgbClr val="007CB0"/>
            </a:solidFill>
            <a:ln w="6390" cap="flat">
              <a:noFill/>
              <a:prstDash val="solid"/>
              <a:miter/>
            </a:ln>
          </p:spPr>
          <p:txBody>
            <a:bodyPr rtlCol="0" anchor="ctr"/>
            <a:lstStyle/>
            <a:p>
              <a:endParaRPr lang="en-US"/>
            </a:p>
          </p:txBody>
        </p:sp>
        <p:sp>
          <p:nvSpPr>
            <p:cNvPr id="729" name="Graphic 4">
              <a:extLst>
                <a:ext uri="{FF2B5EF4-FFF2-40B4-BE49-F238E27FC236}">
                  <a16:creationId xmlns:a16="http://schemas.microsoft.com/office/drawing/2014/main" id="{506F4D49-A52F-D340-A30C-C7C74D6F07C6}"/>
                </a:ext>
              </a:extLst>
            </p:cNvPr>
            <p:cNvSpPr/>
            <p:nvPr/>
          </p:nvSpPr>
          <p:spPr>
            <a:xfrm>
              <a:off x="613433" y="4911998"/>
              <a:ext cx="75012" cy="178113"/>
            </a:xfrm>
            <a:custGeom>
              <a:avLst/>
              <a:gdLst>
                <a:gd name="connsiteX0" fmla="*/ 49842 w 75012"/>
                <a:gd name="connsiteY0" fmla="*/ 4469 h 178113"/>
                <a:gd name="connsiteX1" fmla="*/ 43452 w 75012"/>
                <a:gd name="connsiteY1" fmla="*/ 0 h 178113"/>
                <a:gd name="connsiteX2" fmla="*/ 6390 w 75012"/>
                <a:gd name="connsiteY2" fmla="*/ 0 h 178113"/>
                <a:gd name="connsiteX3" fmla="*/ 0 w 75012"/>
                <a:gd name="connsiteY3" fmla="*/ 6384 h 178113"/>
                <a:gd name="connsiteX4" fmla="*/ 0 w 75012"/>
                <a:gd name="connsiteY4" fmla="*/ 94483 h 178113"/>
                <a:gd name="connsiteX5" fmla="*/ 6390 w 75012"/>
                <a:gd name="connsiteY5" fmla="*/ 100867 h 178113"/>
                <a:gd name="connsiteX6" fmla="*/ 15975 w 75012"/>
                <a:gd name="connsiteY6" fmla="*/ 100867 h 178113"/>
                <a:gd name="connsiteX7" fmla="*/ 15975 w 75012"/>
                <a:gd name="connsiteY7" fmla="*/ 171729 h 178113"/>
                <a:gd name="connsiteX8" fmla="*/ 22365 w 75012"/>
                <a:gd name="connsiteY8" fmla="*/ 178113 h 178113"/>
                <a:gd name="connsiteX9" fmla="*/ 28755 w 75012"/>
                <a:gd name="connsiteY9" fmla="*/ 171729 h 178113"/>
                <a:gd name="connsiteX10" fmla="*/ 28755 w 75012"/>
                <a:gd name="connsiteY10" fmla="*/ 100867 h 178113"/>
                <a:gd name="connsiteX11" fmla="*/ 47925 w 75012"/>
                <a:gd name="connsiteY11" fmla="*/ 100867 h 178113"/>
                <a:gd name="connsiteX12" fmla="*/ 47925 w 75012"/>
                <a:gd name="connsiteY12" fmla="*/ 171729 h 178113"/>
                <a:gd name="connsiteX13" fmla="*/ 54314 w 75012"/>
                <a:gd name="connsiteY13" fmla="*/ 178113 h 178113"/>
                <a:gd name="connsiteX14" fmla="*/ 60704 w 75012"/>
                <a:gd name="connsiteY14" fmla="*/ 171729 h 178113"/>
                <a:gd name="connsiteX15" fmla="*/ 60704 w 75012"/>
                <a:gd name="connsiteY15" fmla="*/ 100867 h 178113"/>
                <a:gd name="connsiteX16" fmla="*/ 68372 w 75012"/>
                <a:gd name="connsiteY16" fmla="*/ 100867 h 178113"/>
                <a:gd name="connsiteX17" fmla="*/ 73484 w 75012"/>
                <a:gd name="connsiteY17" fmla="*/ 98313 h 178113"/>
                <a:gd name="connsiteX18" fmla="*/ 74762 w 75012"/>
                <a:gd name="connsiteY18" fmla="*/ 92568 h 178113"/>
                <a:gd name="connsiteX19" fmla="*/ 49842 w 75012"/>
                <a:gd name="connsiteY19" fmla="*/ 4469 h 178113"/>
                <a:gd name="connsiteX20" fmla="*/ 12780 w 75012"/>
                <a:gd name="connsiteY20" fmla="*/ 12768 h 178113"/>
                <a:gd name="connsiteX21" fmla="*/ 38979 w 75012"/>
                <a:gd name="connsiteY21" fmla="*/ 12768 h 178113"/>
                <a:gd name="connsiteX22" fmla="*/ 59426 w 75012"/>
                <a:gd name="connsiteY22" fmla="*/ 88099 h 178113"/>
                <a:gd name="connsiteX23" fmla="*/ 12780 w 75012"/>
                <a:gd name="connsiteY23" fmla="*/ 88099 h 178113"/>
                <a:gd name="connsiteX24" fmla="*/ 12780 w 75012"/>
                <a:gd name="connsiteY24" fmla="*/ 12768 h 178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5012" h="178113">
                  <a:moveTo>
                    <a:pt x="49842" y="4469"/>
                  </a:moveTo>
                  <a:cubicBezTo>
                    <a:pt x="49202" y="1915"/>
                    <a:pt x="46647" y="0"/>
                    <a:pt x="43452" y="0"/>
                  </a:cubicBezTo>
                  <a:lnTo>
                    <a:pt x="6390" y="0"/>
                  </a:lnTo>
                  <a:cubicBezTo>
                    <a:pt x="2556" y="0"/>
                    <a:pt x="0" y="2554"/>
                    <a:pt x="0" y="6384"/>
                  </a:cubicBezTo>
                  <a:lnTo>
                    <a:pt x="0" y="94483"/>
                  </a:lnTo>
                  <a:cubicBezTo>
                    <a:pt x="0" y="98313"/>
                    <a:pt x="2556" y="100867"/>
                    <a:pt x="6390" y="100867"/>
                  </a:cubicBezTo>
                  <a:lnTo>
                    <a:pt x="15975" y="100867"/>
                  </a:lnTo>
                  <a:lnTo>
                    <a:pt x="15975" y="171729"/>
                  </a:lnTo>
                  <a:cubicBezTo>
                    <a:pt x="15975" y="175560"/>
                    <a:pt x="18531" y="178113"/>
                    <a:pt x="22365" y="178113"/>
                  </a:cubicBezTo>
                  <a:cubicBezTo>
                    <a:pt x="26199" y="178113"/>
                    <a:pt x="28755" y="175560"/>
                    <a:pt x="28755" y="171729"/>
                  </a:cubicBezTo>
                  <a:lnTo>
                    <a:pt x="28755" y="100867"/>
                  </a:lnTo>
                  <a:lnTo>
                    <a:pt x="47925" y="100867"/>
                  </a:lnTo>
                  <a:lnTo>
                    <a:pt x="47925" y="171729"/>
                  </a:lnTo>
                  <a:cubicBezTo>
                    <a:pt x="47925" y="175560"/>
                    <a:pt x="50481" y="178113"/>
                    <a:pt x="54314" y="178113"/>
                  </a:cubicBezTo>
                  <a:cubicBezTo>
                    <a:pt x="58148" y="178113"/>
                    <a:pt x="60704" y="175560"/>
                    <a:pt x="60704" y="171729"/>
                  </a:cubicBezTo>
                  <a:lnTo>
                    <a:pt x="60704" y="100867"/>
                  </a:lnTo>
                  <a:lnTo>
                    <a:pt x="68372" y="100867"/>
                  </a:lnTo>
                  <a:cubicBezTo>
                    <a:pt x="70289" y="100867"/>
                    <a:pt x="72206" y="100229"/>
                    <a:pt x="73484" y="98313"/>
                  </a:cubicBezTo>
                  <a:cubicBezTo>
                    <a:pt x="74762" y="96398"/>
                    <a:pt x="75401" y="94483"/>
                    <a:pt x="74762" y="92568"/>
                  </a:cubicBezTo>
                  <a:lnTo>
                    <a:pt x="49842" y="4469"/>
                  </a:lnTo>
                  <a:close/>
                  <a:moveTo>
                    <a:pt x="12780" y="12768"/>
                  </a:moveTo>
                  <a:lnTo>
                    <a:pt x="38979" y="12768"/>
                  </a:lnTo>
                  <a:lnTo>
                    <a:pt x="59426" y="88099"/>
                  </a:lnTo>
                  <a:lnTo>
                    <a:pt x="12780" y="88099"/>
                  </a:lnTo>
                  <a:lnTo>
                    <a:pt x="12780" y="12768"/>
                  </a:lnTo>
                  <a:close/>
                </a:path>
              </a:pathLst>
            </a:custGeom>
            <a:solidFill>
              <a:srgbClr val="007CB0"/>
            </a:solidFill>
            <a:ln w="6390" cap="flat">
              <a:noFill/>
              <a:prstDash val="solid"/>
              <a:miter/>
            </a:ln>
          </p:spPr>
          <p:txBody>
            <a:bodyPr rtlCol="0" anchor="ctr"/>
            <a:lstStyle/>
            <a:p>
              <a:endParaRPr lang="en-US"/>
            </a:p>
          </p:txBody>
        </p:sp>
      </p:grpSp>
      <p:grpSp>
        <p:nvGrpSpPr>
          <p:cNvPr id="730" name="Graphic 4">
            <a:extLst>
              <a:ext uri="{FF2B5EF4-FFF2-40B4-BE49-F238E27FC236}">
                <a16:creationId xmlns:a16="http://schemas.microsoft.com/office/drawing/2014/main" id="{9B9BC19B-5474-A247-A849-C48100A47771}"/>
              </a:ext>
            </a:extLst>
          </p:cNvPr>
          <p:cNvGrpSpPr/>
          <p:nvPr/>
        </p:nvGrpSpPr>
        <p:grpSpPr>
          <a:xfrm>
            <a:off x="4661459" y="3824168"/>
            <a:ext cx="361674" cy="361333"/>
            <a:chOff x="4661459" y="3824168"/>
            <a:chExt cx="361674" cy="361333"/>
          </a:xfrm>
          <a:solidFill>
            <a:srgbClr val="007CB0"/>
          </a:solidFill>
        </p:grpSpPr>
        <p:sp>
          <p:nvSpPr>
            <p:cNvPr id="731" name="Graphic 4">
              <a:extLst>
                <a:ext uri="{FF2B5EF4-FFF2-40B4-BE49-F238E27FC236}">
                  <a16:creationId xmlns:a16="http://schemas.microsoft.com/office/drawing/2014/main" id="{AA56A1E8-5D75-0442-986F-2DB7750FC19A}"/>
                </a:ext>
              </a:extLst>
            </p:cNvPr>
            <p:cNvSpPr/>
            <p:nvPr/>
          </p:nvSpPr>
          <p:spPr>
            <a:xfrm>
              <a:off x="4661459" y="3824168"/>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6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2310" y="81076"/>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732" name="Graphic 4">
              <a:extLst>
                <a:ext uri="{FF2B5EF4-FFF2-40B4-BE49-F238E27FC236}">
                  <a16:creationId xmlns:a16="http://schemas.microsoft.com/office/drawing/2014/main" id="{AAB588BE-CDEF-D446-B8BF-0631F66FCF7E}"/>
                </a:ext>
              </a:extLst>
            </p:cNvPr>
            <p:cNvSpPr/>
            <p:nvPr/>
          </p:nvSpPr>
          <p:spPr>
            <a:xfrm>
              <a:off x="4688383" y="3942910"/>
              <a:ext cx="98318" cy="153853"/>
            </a:xfrm>
            <a:custGeom>
              <a:avLst/>
              <a:gdLst>
                <a:gd name="connsiteX0" fmla="*/ 94485 w 98318"/>
                <a:gd name="connsiteY0" fmla="*/ 30643 h 153853"/>
                <a:gd name="connsiteX1" fmla="*/ 84900 w 98318"/>
                <a:gd name="connsiteY1" fmla="*/ 26813 h 153853"/>
                <a:gd name="connsiteX2" fmla="*/ 82344 w 98318"/>
                <a:gd name="connsiteY2" fmla="*/ 26813 h 153853"/>
                <a:gd name="connsiteX3" fmla="*/ 82344 w 98318"/>
                <a:gd name="connsiteY3" fmla="*/ 20429 h 153853"/>
                <a:gd name="connsiteX4" fmla="*/ 68925 w 98318"/>
                <a:gd name="connsiteY4" fmla="*/ 7022 h 153853"/>
                <a:gd name="connsiteX5" fmla="*/ 65730 w 98318"/>
                <a:gd name="connsiteY5" fmla="*/ 7661 h 153853"/>
                <a:gd name="connsiteX6" fmla="*/ 53589 w 98318"/>
                <a:gd name="connsiteY6" fmla="*/ 0 h 153853"/>
                <a:gd name="connsiteX7" fmla="*/ 41448 w 98318"/>
                <a:gd name="connsiteY7" fmla="*/ 7661 h 153853"/>
                <a:gd name="connsiteX8" fmla="*/ 38253 w 98318"/>
                <a:gd name="connsiteY8" fmla="*/ 7022 h 153853"/>
                <a:gd name="connsiteX9" fmla="*/ 24834 w 98318"/>
                <a:gd name="connsiteY9" fmla="*/ 19790 h 153853"/>
                <a:gd name="connsiteX10" fmla="*/ 24834 w 98318"/>
                <a:gd name="connsiteY10" fmla="*/ 20429 h 153853"/>
                <a:gd name="connsiteX11" fmla="*/ 24834 w 98318"/>
                <a:gd name="connsiteY11" fmla="*/ 52349 h 153853"/>
                <a:gd name="connsiteX12" fmla="*/ 8220 w 98318"/>
                <a:gd name="connsiteY12" fmla="*/ 47242 h 153853"/>
                <a:gd name="connsiteX13" fmla="*/ 552 w 98318"/>
                <a:gd name="connsiteY13" fmla="*/ 63840 h 153853"/>
                <a:gd name="connsiteX14" fmla="*/ 552 w 98318"/>
                <a:gd name="connsiteY14" fmla="*/ 64478 h 153853"/>
                <a:gd name="connsiteX15" fmla="*/ 8859 w 98318"/>
                <a:gd name="connsiteY15" fmla="*/ 81715 h 153853"/>
                <a:gd name="connsiteX16" fmla="*/ 25473 w 98318"/>
                <a:gd name="connsiteY16" fmla="*/ 105336 h 153853"/>
                <a:gd name="connsiteX17" fmla="*/ 28668 w 98318"/>
                <a:gd name="connsiteY17" fmla="*/ 114912 h 153853"/>
                <a:gd name="connsiteX18" fmla="*/ 28668 w 98318"/>
                <a:gd name="connsiteY18" fmla="*/ 146193 h 153853"/>
                <a:gd name="connsiteX19" fmla="*/ 34419 w 98318"/>
                <a:gd name="connsiteY19" fmla="*/ 151939 h 153853"/>
                <a:gd name="connsiteX20" fmla="*/ 40170 w 98318"/>
                <a:gd name="connsiteY20" fmla="*/ 146193 h 153853"/>
                <a:gd name="connsiteX21" fmla="*/ 40170 w 98318"/>
                <a:gd name="connsiteY21" fmla="*/ 114912 h 153853"/>
                <a:gd name="connsiteX22" fmla="*/ 34419 w 98318"/>
                <a:gd name="connsiteY22" fmla="*/ 98952 h 153853"/>
                <a:gd name="connsiteX23" fmla="*/ 19083 w 98318"/>
                <a:gd name="connsiteY23" fmla="*/ 76608 h 153853"/>
                <a:gd name="connsiteX24" fmla="*/ 12054 w 98318"/>
                <a:gd name="connsiteY24" fmla="*/ 61286 h 153853"/>
                <a:gd name="connsiteX25" fmla="*/ 13332 w 98318"/>
                <a:gd name="connsiteY25" fmla="*/ 58094 h 153853"/>
                <a:gd name="connsiteX26" fmla="*/ 15888 w 98318"/>
                <a:gd name="connsiteY26" fmla="*/ 58733 h 153853"/>
                <a:gd name="connsiteX27" fmla="*/ 26112 w 98318"/>
                <a:gd name="connsiteY27" fmla="*/ 78523 h 153853"/>
                <a:gd name="connsiteX28" fmla="*/ 28668 w 98318"/>
                <a:gd name="connsiteY28" fmla="*/ 81077 h 153853"/>
                <a:gd name="connsiteX29" fmla="*/ 33780 w 98318"/>
                <a:gd name="connsiteY29" fmla="*/ 80438 h 153853"/>
                <a:gd name="connsiteX30" fmla="*/ 36336 w 98318"/>
                <a:gd name="connsiteY30" fmla="*/ 75970 h 153853"/>
                <a:gd name="connsiteX31" fmla="*/ 36336 w 98318"/>
                <a:gd name="connsiteY31" fmla="*/ 21706 h 153853"/>
                <a:gd name="connsiteX32" fmla="*/ 36336 w 98318"/>
                <a:gd name="connsiteY32" fmla="*/ 21067 h 153853"/>
                <a:gd name="connsiteX33" fmla="*/ 38253 w 98318"/>
                <a:gd name="connsiteY33" fmla="*/ 19152 h 153853"/>
                <a:gd name="connsiteX34" fmla="*/ 38253 w 98318"/>
                <a:gd name="connsiteY34" fmla="*/ 19152 h 153853"/>
                <a:gd name="connsiteX35" fmla="*/ 39531 w 98318"/>
                <a:gd name="connsiteY35" fmla="*/ 19790 h 153853"/>
                <a:gd name="connsiteX36" fmla="*/ 40170 w 98318"/>
                <a:gd name="connsiteY36" fmla="*/ 21067 h 153853"/>
                <a:gd name="connsiteX37" fmla="*/ 40170 w 98318"/>
                <a:gd name="connsiteY37" fmla="*/ 58733 h 153853"/>
                <a:gd name="connsiteX38" fmla="*/ 45921 w 98318"/>
                <a:gd name="connsiteY38" fmla="*/ 64478 h 153853"/>
                <a:gd name="connsiteX39" fmla="*/ 45921 w 98318"/>
                <a:gd name="connsiteY39" fmla="*/ 64478 h 153853"/>
                <a:gd name="connsiteX40" fmla="*/ 51672 w 98318"/>
                <a:gd name="connsiteY40" fmla="*/ 58733 h 153853"/>
                <a:gd name="connsiteX41" fmla="*/ 51672 w 98318"/>
                <a:gd name="connsiteY41" fmla="*/ 21706 h 153853"/>
                <a:gd name="connsiteX42" fmla="*/ 51672 w 98318"/>
                <a:gd name="connsiteY42" fmla="*/ 21067 h 153853"/>
                <a:gd name="connsiteX43" fmla="*/ 51672 w 98318"/>
                <a:gd name="connsiteY43" fmla="*/ 19790 h 153853"/>
                <a:gd name="connsiteX44" fmla="*/ 51672 w 98318"/>
                <a:gd name="connsiteY44" fmla="*/ 14683 h 153853"/>
                <a:gd name="connsiteX45" fmla="*/ 51672 w 98318"/>
                <a:gd name="connsiteY45" fmla="*/ 14045 h 153853"/>
                <a:gd name="connsiteX46" fmla="*/ 53589 w 98318"/>
                <a:gd name="connsiteY46" fmla="*/ 12130 h 153853"/>
                <a:gd name="connsiteX47" fmla="*/ 55506 w 98318"/>
                <a:gd name="connsiteY47" fmla="*/ 14683 h 153853"/>
                <a:gd name="connsiteX48" fmla="*/ 55506 w 98318"/>
                <a:gd name="connsiteY48" fmla="*/ 59371 h 153853"/>
                <a:gd name="connsiteX49" fmla="*/ 61257 w 98318"/>
                <a:gd name="connsiteY49" fmla="*/ 65117 h 153853"/>
                <a:gd name="connsiteX50" fmla="*/ 61257 w 98318"/>
                <a:gd name="connsiteY50" fmla="*/ 65117 h 153853"/>
                <a:gd name="connsiteX51" fmla="*/ 67008 w 98318"/>
                <a:gd name="connsiteY51" fmla="*/ 59371 h 153853"/>
                <a:gd name="connsiteX52" fmla="*/ 67008 w 98318"/>
                <a:gd name="connsiteY52" fmla="*/ 22344 h 153853"/>
                <a:gd name="connsiteX53" fmla="*/ 67008 w 98318"/>
                <a:gd name="connsiteY53" fmla="*/ 21706 h 153853"/>
                <a:gd name="connsiteX54" fmla="*/ 68925 w 98318"/>
                <a:gd name="connsiteY54" fmla="*/ 19790 h 153853"/>
                <a:gd name="connsiteX55" fmla="*/ 68925 w 98318"/>
                <a:gd name="connsiteY55" fmla="*/ 19790 h 153853"/>
                <a:gd name="connsiteX56" fmla="*/ 70842 w 98318"/>
                <a:gd name="connsiteY56" fmla="*/ 21706 h 153853"/>
                <a:gd name="connsiteX57" fmla="*/ 70842 w 98318"/>
                <a:gd name="connsiteY57" fmla="*/ 31920 h 153853"/>
                <a:gd name="connsiteX58" fmla="*/ 70842 w 98318"/>
                <a:gd name="connsiteY58" fmla="*/ 65117 h 153853"/>
                <a:gd name="connsiteX59" fmla="*/ 70842 w 98318"/>
                <a:gd name="connsiteY59" fmla="*/ 65755 h 153853"/>
                <a:gd name="connsiteX60" fmla="*/ 76593 w 98318"/>
                <a:gd name="connsiteY60" fmla="*/ 71501 h 153853"/>
                <a:gd name="connsiteX61" fmla="*/ 76593 w 98318"/>
                <a:gd name="connsiteY61" fmla="*/ 71501 h 153853"/>
                <a:gd name="connsiteX62" fmla="*/ 82344 w 98318"/>
                <a:gd name="connsiteY62" fmla="*/ 65755 h 153853"/>
                <a:gd name="connsiteX63" fmla="*/ 82983 w 98318"/>
                <a:gd name="connsiteY63" fmla="*/ 41496 h 153853"/>
                <a:gd name="connsiteX64" fmla="*/ 82983 w 98318"/>
                <a:gd name="connsiteY64" fmla="*/ 40858 h 153853"/>
                <a:gd name="connsiteX65" fmla="*/ 83622 w 98318"/>
                <a:gd name="connsiteY65" fmla="*/ 39581 h 153853"/>
                <a:gd name="connsiteX66" fmla="*/ 84900 w 98318"/>
                <a:gd name="connsiteY66" fmla="*/ 38942 h 153853"/>
                <a:gd name="connsiteX67" fmla="*/ 84900 w 98318"/>
                <a:gd name="connsiteY67" fmla="*/ 38942 h 153853"/>
                <a:gd name="connsiteX68" fmla="*/ 86178 w 98318"/>
                <a:gd name="connsiteY68" fmla="*/ 39581 h 153853"/>
                <a:gd name="connsiteX69" fmla="*/ 86817 w 98318"/>
                <a:gd name="connsiteY69" fmla="*/ 41496 h 153853"/>
                <a:gd name="connsiteX70" fmla="*/ 86817 w 98318"/>
                <a:gd name="connsiteY70" fmla="*/ 82992 h 153853"/>
                <a:gd name="connsiteX71" fmla="*/ 82344 w 98318"/>
                <a:gd name="connsiteY71" fmla="*/ 100867 h 153853"/>
                <a:gd name="connsiteX72" fmla="*/ 78510 w 98318"/>
                <a:gd name="connsiteY72" fmla="*/ 116189 h 153853"/>
                <a:gd name="connsiteX73" fmla="*/ 78510 w 98318"/>
                <a:gd name="connsiteY73" fmla="*/ 148108 h 153853"/>
                <a:gd name="connsiteX74" fmla="*/ 84261 w 98318"/>
                <a:gd name="connsiteY74" fmla="*/ 153854 h 153853"/>
                <a:gd name="connsiteX75" fmla="*/ 90012 w 98318"/>
                <a:gd name="connsiteY75" fmla="*/ 148108 h 153853"/>
                <a:gd name="connsiteX76" fmla="*/ 90012 w 98318"/>
                <a:gd name="connsiteY76" fmla="*/ 116827 h 153853"/>
                <a:gd name="connsiteX77" fmla="*/ 93207 w 98318"/>
                <a:gd name="connsiteY77" fmla="*/ 105336 h 153853"/>
                <a:gd name="connsiteX78" fmla="*/ 98318 w 98318"/>
                <a:gd name="connsiteY78" fmla="*/ 83630 h 153853"/>
                <a:gd name="connsiteX79" fmla="*/ 98318 w 98318"/>
                <a:gd name="connsiteY79" fmla="*/ 41496 h 153853"/>
                <a:gd name="connsiteX80" fmla="*/ 94485 w 98318"/>
                <a:gd name="connsiteY80" fmla="*/ 30643 h 153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98318" h="153853">
                  <a:moveTo>
                    <a:pt x="94485" y="30643"/>
                  </a:moveTo>
                  <a:cubicBezTo>
                    <a:pt x="91928" y="28090"/>
                    <a:pt x="88734" y="26813"/>
                    <a:pt x="84900" y="26813"/>
                  </a:cubicBezTo>
                  <a:cubicBezTo>
                    <a:pt x="84261" y="26813"/>
                    <a:pt x="83622" y="26813"/>
                    <a:pt x="82344" y="26813"/>
                  </a:cubicBezTo>
                  <a:lnTo>
                    <a:pt x="82344" y="20429"/>
                  </a:lnTo>
                  <a:cubicBezTo>
                    <a:pt x="82344" y="13406"/>
                    <a:pt x="76593" y="7022"/>
                    <a:pt x="68925" y="7022"/>
                  </a:cubicBezTo>
                  <a:cubicBezTo>
                    <a:pt x="67647" y="7022"/>
                    <a:pt x="66369" y="7022"/>
                    <a:pt x="65730" y="7661"/>
                  </a:cubicBezTo>
                  <a:cubicBezTo>
                    <a:pt x="63813" y="3192"/>
                    <a:pt x="59340" y="0"/>
                    <a:pt x="53589" y="0"/>
                  </a:cubicBezTo>
                  <a:cubicBezTo>
                    <a:pt x="48477" y="0"/>
                    <a:pt x="43365" y="3192"/>
                    <a:pt x="41448" y="7661"/>
                  </a:cubicBezTo>
                  <a:cubicBezTo>
                    <a:pt x="40170" y="7661"/>
                    <a:pt x="39531" y="7661"/>
                    <a:pt x="38253" y="7022"/>
                  </a:cubicBezTo>
                  <a:cubicBezTo>
                    <a:pt x="30585" y="7022"/>
                    <a:pt x="24834" y="12768"/>
                    <a:pt x="24834" y="19790"/>
                  </a:cubicBezTo>
                  <a:cubicBezTo>
                    <a:pt x="24834" y="19790"/>
                    <a:pt x="24834" y="20429"/>
                    <a:pt x="24834" y="20429"/>
                  </a:cubicBezTo>
                  <a:lnTo>
                    <a:pt x="24834" y="52349"/>
                  </a:lnTo>
                  <a:cubicBezTo>
                    <a:pt x="21639" y="47242"/>
                    <a:pt x="14610" y="44688"/>
                    <a:pt x="8220" y="47242"/>
                  </a:cubicBezTo>
                  <a:cubicBezTo>
                    <a:pt x="1831" y="49795"/>
                    <a:pt x="-1364" y="56179"/>
                    <a:pt x="552" y="63840"/>
                  </a:cubicBezTo>
                  <a:cubicBezTo>
                    <a:pt x="552" y="63840"/>
                    <a:pt x="552" y="64478"/>
                    <a:pt x="552" y="64478"/>
                  </a:cubicBezTo>
                  <a:cubicBezTo>
                    <a:pt x="2469" y="70224"/>
                    <a:pt x="5664" y="75970"/>
                    <a:pt x="8859" y="81715"/>
                  </a:cubicBezTo>
                  <a:cubicBezTo>
                    <a:pt x="12694" y="88738"/>
                    <a:pt x="19722" y="98313"/>
                    <a:pt x="25473" y="105336"/>
                  </a:cubicBezTo>
                  <a:cubicBezTo>
                    <a:pt x="27390" y="107889"/>
                    <a:pt x="28668" y="111081"/>
                    <a:pt x="28668" y="114912"/>
                  </a:cubicBezTo>
                  <a:lnTo>
                    <a:pt x="28668" y="146193"/>
                  </a:lnTo>
                  <a:cubicBezTo>
                    <a:pt x="28668" y="149385"/>
                    <a:pt x="31224" y="151939"/>
                    <a:pt x="34419" y="151939"/>
                  </a:cubicBezTo>
                  <a:cubicBezTo>
                    <a:pt x="37614" y="151939"/>
                    <a:pt x="40170" y="149385"/>
                    <a:pt x="40170" y="146193"/>
                  </a:cubicBezTo>
                  <a:lnTo>
                    <a:pt x="40170" y="114912"/>
                  </a:lnTo>
                  <a:cubicBezTo>
                    <a:pt x="40170" y="109166"/>
                    <a:pt x="38253" y="103421"/>
                    <a:pt x="34419" y="98952"/>
                  </a:cubicBezTo>
                  <a:cubicBezTo>
                    <a:pt x="30585" y="93845"/>
                    <a:pt x="22917" y="83630"/>
                    <a:pt x="19083" y="76608"/>
                  </a:cubicBezTo>
                  <a:cubicBezTo>
                    <a:pt x="16527" y="72139"/>
                    <a:pt x="13972" y="67032"/>
                    <a:pt x="12054" y="61286"/>
                  </a:cubicBezTo>
                  <a:cubicBezTo>
                    <a:pt x="11415" y="58733"/>
                    <a:pt x="12694" y="58094"/>
                    <a:pt x="13332" y="58094"/>
                  </a:cubicBezTo>
                  <a:cubicBezTo>
                    <a:pt x="14610" y="57456"/>
                    <a:pt x="15888" y="58094"/>
                    <a:pt x="15888" y="58733"/>
                  </a:cubicBezTo>
                  <a:cubicBezTo>
                    <a:pt x="15888" y="59371"/>
                    <a:pt x="17805" y="65755"/>
                    <a:pt x="26112" y="78523"/>
                  </a:cubicBezTo>
                  <a:cubicBezTo>
                    <a:pt x="26751" y="79800"/>
                    <a:pt x="28029" y="80438"/>
                    <a:pt x="28668" y="81077"/>
                  </a:cubicBezTo>
                  <a:cubicBezTo>
                    <a:pt x="30585" y="81715"/>
                    <a:pt x="32502" y="81715"/>
                    <a:pt x="33780" y="80438"/>
                  </a:cubicBezTo>
                  <a:cubicBezTo>
                    <a:pt x="35058" y="79162"/>
                    <a:pt x="36336" y="77885"/>
                    <a:pt x="36336" y="75970"/>
                  </a:cubicBezTo>
                  <a:lnTo>
                    <a:pt x="36336" y="21706"/>
                  </a:lnTo>
                  <a:cubicBezTo>
                    <a:pt x="36336" y="21706"/>
                    <a:pt x="36336" y="21067"/>
                    <a:pt x="36336" y="21067"/>
                  </a:cubicBezTo>
                  <a:cubicBezTo>
                    <a:pt x="36336" y="19790"/>
                    <a:pt x="37614" y="19152"/>
                    <a:pt x="38253" y="19152"/>
                  </a:cubicBezTo>
                  <a:cubicBezTo>
                    <a:pt x="38253" y="19152"/>
                    <a:pt x="38253" y="19152"/>
                    <a:pt x="38253" y="19152"/>
                  </a:cubicBezTo>
                  <a:cubicBezTo>
                    <a:pt x="38892" y="19152"/>
                    <a:pt x="39531" y="19790"/>
                    <a:pt x="39531" y="19790"/>
                  </a:cubicBezTo>
                  <a:cubicBezTo>
                    <a:pt x="39531" y="19790"/>
                    <a:pt x="40170" y="20429"/>
                    <a:pt x="40170" y="21067"/>
                  </a:cubicBezTo>
                  <a:lnTo>
                    <a:pt x="40170" y="58733"/>
                  </a:lnTo>
                  <a:cubicBezTo>
                    <a:pt x="40170" y="61925"/>
                    <a:pt x="42726" y="64478"/>
                    <a:pt x="45921" y="64478"/>
                  </a:cubicBezTo>
                  <a:cubicBezTo>
                    <a:pt x="45921" y="64478"/>
                    <a:pt x="45921" y="64478"/>
                    <a:pt x="45921" y="64478"/>
                  </a:cubicBezTo>
                  <a:cubicBezTo>
                    <a:pt x="49116" y="64478"/>
                    <a:pt x="51672" y="61925"/>
                    <a:pt x="51672" y="58733"/>
                  </a:cubicBezTo>
                  <a:lnTo>
                    <a:pt x="51672" y="21706"/>
                  </a:lnTo>
                  <a:cubicBezTo>
                    <a:pt x="51672" y="21706"/>
                    <a:pt x="51672" y="21067"/>
                    <a:pt x="51672" y="21067"/>
                  </a:cubicBezTo>
                  <a:cubicBezTo>
                    <a:pt x="51672" y="20429"/>
                    <a:pt x="51672" y="20429"/>
                    <a:pt x="51672" y="19790"/>
                  </a:cubicBezTo>
                  <a:lnTo>
                    <a:pt x="51672" y="14683"/>
                  </a:lnTo>
                  <a:cubicBezTo>
                    <a:pt x="51672" y="14683"/>
                    <a:pt x="51672" y="14045"/>
                    <a:pt x="51672" y="14045"/>
                  </a:cubicBezTo>
                  <a:cubicBezTo>
                    <a:pt x="51672" y="12768"/>
                    <a:pt x="52950" y="12130"/>
                    <a:pt x="53589" y="12130"/>
                  </a:cubicBezTo>
                  <a:cubicBezTo>
                    <a:pt x="54867" y="12130"/>
                    <a:pt x="55506" y="13406"/>
                    <a:pt x="55506" y="14683"/>
                  </a:cubicBezTo>
                  <a:lnTo>
                    <a:pt x="55506" y="59371"/>
                  </a:lnTo>
                  <a:cubicBezTo>
                    <a:pt x="55506" y="62563"/>
                    <a:pt x="58062" y="65117"/>
                    <a:pt x="61257" y="65117"/>
                  </a:cubicBezTo>
                  <a:cubicBezTo>
                    <a:pt x="61257" y="65117"/>
                    <a:pt x="61257" y="65117"/>
                    <a:pt x="61257" y="65117"/>
                  </a:cubicBezTo>
                  <a:cubicBezTo>
                    <a:pt x="64452" y="65117"/>
                    <a:pt x="67008" y="62563"/>
                    <a:pt x="67008" y="59371"/>
                  </a:cubicBezTo>
                  <a:lnTo>
                    <a:pt x="67008" y="22344"/>
                  </a:lnTo>
                  <a:cubicBezTo>
                    <a:pt x="67008" y="22344"/>
                    <a:pt x="67008" y="21706"/>
                    <a:pt x="67008" y="21706"/>
                  </a:cubicBezTo>
                  <a:cubicBezTo>
                    <a:pt x="67008" y="20429"/>
                    <a:pt x="68286" y="19790"/>
                    <a:pt x="68925" y="19790"/>
                  </a:cubicBezTo>
                  <a:cubicBezTo>
                    <a:pt x="68925" y="19790"/>
                    <a:pt x="68925" y="19790"/>
                    <a:pt x="68925" y="19790"/>
                  </a:cubicBezTo>
                  <a:cubicBezTo>
                    <a:pt x="70203" y="19790"/>
                    <a:pt x="70842" y="21067"/>
                    <a:pt x="70842" y="21706"/>
                  </a:cubicBezTo>
                  <a:lnTo>
                    <a:pt x="70842" y="31920"/>
                  </a:lnTo>
                  <a:lnTo>
                    <a:pt x="70842" y="65117"/>
                  </a:lnTo>
                  <a:lnTo>
                    <a:pt x="70842" y="65755"/>
                  </a:lnTo>
                  <a:cubicBezTo>
                    <a:pt x="70842" y="68947"/>
                    <a:pt x="73398" y="71501"/>
                    <a:pt x="76593" y="71501"/>
                  </a:cubicBezTo>
                  <a:cubicBezTo>
                    <a:pt x="76593" y="71501"/>
                    <a:pt x="76593" y="71501"/>
                    <a:pt x="76593" y="71501"/>
                  </a:cubicBezTo>
                  <a:cubicBezTo>
                    <a:pt x="79788" y="71501"/>
                    <a:pt x="82344" y="68947"/>
                    <a:pt x="82344" y="65755"/>
                  </a:cubicBezTo>
                  <a:lnTo>
                    <a:pt x="82983" y="41496"/>
                  </a:lnTo>
                  <a:cubicBezTo>
                    <a:pt x="82983" y="41496"/>
                    <a:pt x="82983" y="40858"/>
                    <a:pt x="82983" y="40858"/>
                  </a:cubicBezTo>
                  <a:cubicBezTo>
                    <a:pt x="82983" y="40219"/>
                    <a:pt x="83622" y="39581"/>
                    <a:pt x="83622" y="39581"/>
                  </a:cubicBezTo>
                  <a:cubicBezTo>
                    <a:pt x="83622" y="39581"/>
                    <a:pt x="84261" y="38942"/>
                    <a:pt x="84900" y="38942"/>
                  </a:cubicBezTo>
                  <a:cubicBezTo>
                    <a:pt x="84900" y="38942"/>
                    <a:pt x="84900" y="38942"/>
                    <a:pt x="84900" y="38942"/>
                  </a:cubicBezTo>
                  <a:cubicBezTo>
                    <a:pt x="85539" y="38942"/>
                    <a:pt x="86178" y="39581"/>
                    <a:pt x="86178" y="39581"/>
                  </a:cubicBezTo>
                  <a:cubicBezTo>
                    <a:pt x="86178" y="39581"/>
                    <a:pt x="86817" y="40219"/>
                    <a:pt x="86817" y="41496"/>
                  </a:cubicBezTo>
                  <a:lnTo>
                    <a:pt x="86817" y="82992"/>
                  </a:lnTo>
                  <a:cubicBezTo>
                    <a:pt x="86178" y="91291"/>
                    <a:pt x="84261" y="95760"/>
                    <a:pt x="82344" y="100867"/>
                  </a:cubicBezTo>
                  <a:cubicBezTo>
                    <a:pt x="80427" y="105336"/>
                    <a:pt x="79149" y="109805"/>
                    <a:pt x="78510" y="116189"/>
                  </a:cubicBezTo>
                  <a:lnTo>
                    <a:pt x="78510" y="148108"/>
                  </a:lnTo>
                  <a:cubicBezTo>
                    <a:pt x="78510" y="151300"/>
                    <a:pt x="81066" y="153854"/>
                    <a:pt x="84261" y="153854"/>
                  </a:cubicBezTo>
                  <a:cubicBezTo>
                    <a:pt x="87456" y="153854"/>
                    <a:pt x="90012" y="151300"/>
                    <a:pt x="90012" y="148108"/>
                  </a:cubicBezTo>
                  <a:lnTo>
                    <a:pt x="90012" y="116827"/>
                  </a:lnTo>
                  <a:cubicBezTo>
                    <a:pt x="90012" y="112997"/>
                    <a:pt x="91290" y="109805"/>
                    <a:pt x="93207" y="105336"/>
                  </a:cubicBezTo>
                  <a:cubicBezTo>
                    <a:pt x="95123" y="99590"/>
                    <a:pt x="97680" y="93845"/>
                    <a:pt x="98318" y="83630"/>
                  </a:cubicBezTo>
                  <a:lnTo>
                    <a:pt x="98318" y="41496"/>
                  </a:lnTo>
                  <a:cubicBezTo>
                    <a:pt x="98318" y="36389"/>
                    <a:pt x="97041" y="33197"/>
                    <a:pt x="94485" y="30643"/>
                  </a:cubicBezTo>
                  <a:close/>
                </a:path>
              </a:pathLst>
            </a:custGeom>
            <a:solidFill>
              <a:srgbClr val="007CB0"/>
            </a:solidFill>
            <a:ln w="6390" cap="flat">
              <a:noFill/>
              <a:prstDash val="solid"/>
              <a:miter/>
            </a:ln>
          </p:spPr>
          <p:txBody>
            <a:bodyPr rtlCol="0" anchor="ctr"/>
            <a:lstStyle/>
            <a:p>
              <a:endParaRPr lang="en-US"/>
            </a:p>
          </p:txBody>
        </p:sp>
        <p:sp>
          <p:nvSpPr>
            <p:cNvPr id="733" name="Graphic 4">
              <a:extLst>
                <a:ext uri="{FF2B5EF4-FFF2-40B4-BE49-F238E27FC236}">
                  <a16:creationId xmlns:a16="http://schemas.microsoft.com/office/drawing/2014/main" id="{60CA86FB-F3C0-7341-A1F4-0369F352A76C}"/>
                </a:ext>
              </a:extLst>
            </p:cNvPr>
            <p:cNvSpPr/>
            <p:nvPr/>
          </p:nvSpPr>
          <p:spPr>
            <a:xfrm>
              <a:off x="4885832" y="3942910"/>
              <a:ext cx="98318" cy="153853"/>
            </a:xfrm>
            <a:custGeom>
              <a:avLst/>
              <a:gdLst>
                <a:gd name="connsiteX0" fmla="*/ 98318 w 98318"/>
                <a:gd name="connsiteY0" fmla="*/ 82354 h 153853"/>
                <a:gd name="connsiteX1" fmla="*/ 98318 w 98318"/>
                <a:gd name="connsiteY1" fmla="*/ 40219 h 153853"/>
                <a:gd name="connsiteX2" fmla="*/ 94485 w 98318"/>
                <a:gd name="connsiteY2" fmla="*/ 30643 h 153853"/>
                <a:gd name="connsiteX3" fmla="*/ 84900 w 98318"/>
                <a:gd name="connsiteY3" fmla="*/ 26813 h 153853"/>
                <a:gd name="connsiteX4" fmla="*/ 82344 w 98318"/>
                <a:gd name="connsiteY4" fmla="*/ 26813 h 153853"/>
                <a:gd name="connsiteX5" fmla="*/ 82344 w 98318"/>
                <a:gd name="connsiteY5" fmla="*/ 20429 h 153853"/>
                <a:gd name="connsiteX6" fmla="*/ 68925 w 98318"/>
                <a:gd name="connsiteY6" fmla="*/ 7022 h 153853"/>
                <a:gd name="connsiteX7" fmla="*/ 65730 w 98318"/>
                <a:gd name="connsiteY7" fmla="*/ 7661 h 153853"/>
                <a:gd name="connsiteX8" fmla="*/ 63174 w 98318"/>
                <a:gd name="connsiteY8" fmla="*/ 3830 h 153853"/>
                <a:gd name="connsiteX9" fmla="*/ 53589 w 98318"/>
                <a:gd name="connsiteY9" fmla="*/ 0 h 153853"/>
                <a:gd name="connsiteX10" fmla="*/ 53589 w 98318"/>
                <a:gd name="connsiteY10" fmla="*/ 0 h 153853"/>
                <a:gd name="connsiteX11" fmla="*/ 44004 w 98318"/>
                <a:gd name="connsiteY11" fmla="*/ 3830 h 153853"/>
                <a:gd name="connsiteX12" fmla="*/ 41448 w 98318"/>
                <a:gd name="connsiteY12" fmla="*/ 7661 h 153853"/>
                <a:gd name="connsiteX13" fmla="*/ 38253 w 98318"/>
                <a:gd name="connsiteY13" fmla="*/ 7022 h 153853"/>
                <a:gd name="connsiteX14" fmla="*/ 24834 w 98318"/>
                <a:gd name="connsiteY14" fmla="*/ 19790 h 153853"/>
                <a:gd name="connsiteX15" fmla="*/ 24834 w 98318"/>
                <a:gd name="connsiteY15" fmla="*/ 20429 h 153853"/>
                <a:gd name="connsiteX16" fmla="*/ 24834 w 98318"/>
                <a:gd name="connsiteY16" fmla="*/ 52349 h 153853"/>
                <a:gd name="connsiteX17" fmla="*/ 8220 w 98318"/>
                <a:gd name="connsiteY17" fmla="*/ 47242 h 153853"/>
                <a:gd name="connsiteX18" fmla="*/ 552 w 98318"/>
                <a:gd name="connsiteY18" fmla="*/ 64478 h 153853"/>
                <a:gd name="connsiteX19" fmla="*/ 8859 w 98318"/>
                <a:gd name="connsiteY19" fmla="*/ 81715 h 153853"/>
                <a:gd name="connsiteX20" fmla="*/ 25473 w 98318"/>
                <a:gd name="connsiteY20" fmla="*/ 105336 h 153853"/>
                <a:gd name="connsiteX21" fmla="*/ 28668 w 98318"/>
                <a:gd name="connsiteY21" fmla="*/ 114912 h 153853"/>
                <a:gd name="connsiteX22" fmla="*/ 28668 w 98318"/>
                <a:gd name="connsiteY22" fmla="*/ 146193 h 153853"/>
                <a:gd name="connsiteX23" fmla="*/ 34419 w 98318"/>
                <a:gd name="connsiteY23" fmla="*/ 151939 h 153853"/>
                <a:gd name="connsiteX24" fmla="*/ 40170 w 98318"/>
                <a:gd name="connsiteY24" fmla="*/ 146193 h 153853"/>
                <a:gd name="connsiteX25" fmla="*/ 40170 w 98318"/>
                <a:gd name="connsiteY25" fmla="*/ 114912 h 153853"/>
                <a:gd name="connsiteX26" fmla="*/ 34419 w 98318"/>
                <a:gd name="connsiteY26" fmla="*/ 98952 h 153853"/>
                <a:gd name="connsiteX27" fmla="*/ 19083 w 98318"/>
                <a:gd name="connsiteY27" fmla="*/ 76608 h 153853"/>
                <a:gd name="connsiteX28" fmla="*/ 12054 w 98318"/>
                <a:gd name="connsiteY28" fmla="*/ 61925 h 153853"/>
                <a:gd name="connsiteX29" fmla="*/ 12693 w 98318"/>
                <a:gd name="connsiteY29" fmla="*/ 58094 h 153853"/>
                <a:gd name="connsiteX30" fmla="*/ 15249 w 98318"/>
                <a:gd name="connsiteY30" fmla="*/ 58733 h 153853"/>
                <a:gd name="connsiteX31" fmla="*/ 25473 w 98318"/>
                <a:gd name="connsiteY31" fmla="*/ 78523 h 153853"/>
                <a:gd name="connsiteX32" fmla="*/ 28029 w 98318"/>
                <a:gd name="connsiteY32" fmla="*/ 81077 h 153853"/>
                <a:gd name="connsiteX33" fmla="*/ 33141 w 98318"/>
                <a:gd name="connsiteY33" fmla="*/ 80438 h 153853"/>
                <a:gd name="connsiteX34" fmla="*/ 35697 w 98318"/>
                <a:gd name="connsiteY34" fmla="*/ 75970 h 153853"/>
                <a:gd name="connsiteX35" fmla="*/ 35697 w 98318"/>
                <a:gd name="connsiteY35" fmla="*/ 21706 h 153853"/>
                <a:gd name="connsiteX36" fmla="*/ 35697 w 98318"/>
                <a:gd name="connsiteY36" fmla="*/ 21067 h 153853"/>
                <a:gd name="connsiteX37" fmla="*/ 37614 w 98318"/>
                <a:gd name="connsiteY37" fmla="*/ 19152 h 153853"/>
                <a:gd name="connsiteX38" fmla="*/ 37614 w 98318"/>
                <a:gd name="connsiteY38" fmla="*/ 19152 h 153853"/>
                <a:gd name="connsiteX39" fmla="*/ 38892 w 98318"/>
                <a:gd name="connsiteY39" fmla="*/ 19790 h 153853"/>
                <a:gd name="connsiteX40" fmla="*/ 39531 w 98318"/>
                <a:gd name="connsiteY40" fmla="*/ 21067 h 153853"/>
                <a:gd name="connsiteX41" fmla="*/ 39531 w 98318"/>
                <a:gd name="connsiteY41" fmla="*/ 58733 h 153853"/>
                <a:gd name="connsiteX42" fmla="*/ 45282 w 98318"/>
                <a:gd name="connsiteY42" fmla="*/ 64478 h 153853"/>
                <a:gd name="connsiteX43" fmla="*/ 45282 w 98318"/>
                <a:gd name="connsiteY43" fmla="*/ 64478 h 153853"/>
                <a:gd name="connsiteX44" fmla="*/ 51033 w 98318"/>
                <a:gd name="connsiteY44" fmla="*/ 58733 h 153853"/>
                <a:gd name="connsiteX45" fmla="*/ 51033 w 98318"/>
                <a:gd name="connsiteY45" fmla="*/ 21706 h 153853"/>
                <a:gd name="connsiteX46" fmla="*/ 51033 w 98318"/>
                <a:gd name="connsiteY46" fmla="*/ 21067 h 153853"/>
                <a:gd name="connsiteX47" fmla="*/ 51033 w 98318"/>
                <a:gd name="connsiteY47" fmla="*/ 20429 h 153853"/>
                <a:gd name="connsiteX48" fmla="*/ 51033 w 98318"/>
                <a:gd name="connsiteY48" fmla="*/ 14683 h 153853"/>
                <a:gd name="connsiteX49" fmla="*/ 51033 w 98318"/>
                <a:gd name="connsiteY49" fmla="*/ 14045 h 153853"/>
                <a:gd name="connsiteX50" fmla="*/ 51672 w 98318"/>
                <a:gd name="connsiteY50" fmla="*/ 12768 h 153853"/>
                <a:gd name="connsiteX51" fmla="*/ 52950 w 98318"/>
                <a:gd name="connsiteY51" fmla="*/ 12130 h 153853"/>
                <a:gd name="connsiteX52" fmla="*/ 52950 w 98318"/>
                <a:gd name="connsiteY52" fmla="*/ 12130 h 153853"/>
                <a:gd name="connsiteX53" fmla="*/ 54228 w 98318"/>
                <a:gd name="connsiteY53" fmla="*/ 12768 h 153853"/>
                <a:gd name="connsiteX54" fmla="*/ 54867 w 98318"/>
                <a:gd name="connsiteY54" fmla="*/ 14683 h 153853"/>
                <a:gd name="connsiteX55" fmla="*/ 54867 w 98318"/>
                <a:gd name="connsiteY55" fmla="*/ 59371 h 153853"/>
                <a:gd name="connsiteX56" fmla="*/ 60618 w 98318"/>
                <a:gd name="connsiteY56" fmla="*/ 65117 h 153853"/>
                <a:gd name="connsiteX57" fmla="*/ 60618 w 98318"/>
                <a:gd name="connsiteY57" fmla="*/ 65117 h 153853"/>
                <a:gd name="connsiteX58" fmla="*/ 66369 w 98318"/>
                <a:gd name="connsiteY58" fmla="*/ 59371 h 153853"/>
                <a:gd name="connsiteX59" fmla="*/ 66369 w 98318"/>
                <a:gd name="connsiteY59" fmla="*/ 22344 h 153853"/>
                <a:gd name="connsiteX60" fmla="*/ 66369 w 98318"/>
                <a:gd name="connsiteY60" fmla="*/ 21706 h 153853"/>
                <a:gd name="connsiteX61" fmla="*/ 67008 w 98318"/>
                <a:gd name="connsiteY61" fmla="*/ 20429 h 153853"/>
                <a:gd name="connsiteX62" fmla="*/ 68286 w 98318"/>
                <a:gd name="connsiteY62" fmla="*/ 19790 h 153853"/>
                <a:gd name="connsiteX63" fmla="*/ 68286 w 98318"/>
                <a:gd name="connsiteY63" fmla="*/ 19790 h 153853"/>
                <a:gd name="connsiteX64" fmla="*/ 70203 w 98318"/>
                <a:gd name="connsiteY64" fmla="*/ 21706 h 153853"/>
                <a:gd name="connsiteX65" fmla="*/ 70203 w 98318"/>
                <a:gd name="connsiteY65" fmla="*/ 31920 h 153853"/>
                <a:gd name="connsiteX66" fmla="*/ 70203 w 98318"/>
                <a:gd name="connsiteY66" fmla="*/ 65117 h 153853"/>
                <a:gd name="connsiteX67" fmla="*/ 70203 w 98318"/>
                <a:gd name="connsiteY67" fmla="*/ 65755 h 153853"/>
                <a:gd name="connsiteX68" fmla="*/ 75954 w 98318"/>
                <a:gd name="connsiteY68" fmla="*/ 71501 h 153853"/>
                <a:gd name="connsiteX69" fmla="*/ 75954 w 98318"/>
                <a:gd name="connsiteY69" fmla="*/ 71501 h 153853"/>
                <a:gd name="connsiteX70" fmla="*/ 81705 w 98318"/>
                <a:gd name="connsiteY70" fmla="*/ 65755 h 153853"/>
                <a:gd name="connsiteX71" fmla="*/ 82344 w 98318"/>
                <a:gd name="connsiteY71" fmla="*/ 41496 h 153853"/>
                <a:gd name="connsiteX72" fmla="*/ 82344 w 98318"/>
                <a:gd name="connsiteY72" fmla="*/ 40858 h 153853"/>
                <a:gd name="connsiteX73" fmla="*/ 82982 w 98318"/>
                <a:gd name="connsiteY73" fmla="*/ 39581 h 153853"/>
                <a:gd name="connsiteX74" fmla="*/ 84260 w 98318"/>
                <a:gd name="connsiteY74" fmla="*/ 38942 h 153853"/>
                <a:gd name="connsiteX75" fmla="*/ 84260 w 98318"/>
                <a:gd name="connsiteY75" fmla="*/ 38942 h 153853"/>
                <a:gd name="connsiteX76" fmla="*/ 85539 w 98318"/>
                <a:gd name="connsiteY76" fmla="*/ 39581 h 153853"/>
                <a:gd name="connsiteX77" fmla="*/ 86177 w 98318"/>
                <a:gd name="connsiteY77" fmla="*/ 41496 h 153853"/>
                <a:gd name="connsiteX78" fmla="*/ 86177 w 98318"/>
                <a:gd name="connsiteY78" fmla="*/ 82992 h 153853"/>
                <a:gd name="connsiteX79" fmla="*/ 81705 w 98318"/>
                <a:gd name="connsiteY79" fmla="*/ 100867 h 153853"/>
                <a:gd name="connsiteX80" fmla="*/ 77871 w 98318"/>
                <a:gd name="connsiteY80" fmla="*/ 116189 h 153853"/>
                <a:gd name="connsiteX81" fmla="*/ 77871 w 98318"/>
                <a:gd name="connsiteY81" fmla="*/ 148108 h 153853"/>
                <a:gd name="connsiteX82" fmla="*/ 83622 w 98318"/>
                <a:gd name="connsiteY82" fmla="*/ 153854 h 153853"/>
                <a:gd name="connsiteX83" fmla="*/ 89372 w 98318"/>
                <a:gd name="connsiteY83" fmla="*/ 148108 h 153853"/>
                <a:gd name="connsiteX84" fmla="*/ 89372 w 98318"/>
                <a:gd name="connsiteY84" fmla="*/ 116827 h 153853"/>
                <a:gd name="connsiteX85" fmla="*/ 92567 w 98318"/>
                <a:gd name="connsiteY85" fmla="*/ 105336 h 153853"/>
                <a:gd name="connsiteX86" fmla="*/ 98318 w 98318"/>
                <a:gd name="connsiteY86" fmla="*/ 82354 h 153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98318" h="153853">
                  <a:moveTo>
                    <a:pt x="98318" y="82354"/>
                  </a:moveTo>
                  <a:lnTo>
                    <a:pt x="98318" y="40219"/>
                  </a:lnTo>
                  <a:cubicBezTo>
                    <a:pt x="98318" y="36389"/>
                    <a:pt x="97040" y="33197"/>
                    <a:pt x="94485" y="30643"/>
                  </a:cubicBezTo>
                  <a:cubicBezTo>
                    <a:pt x="91928" y="28090"/>
                    <a:pt x="88734" y="26813"/>
                    <a:pt x="84900" y="26813"/>
                  </a:cubicBezTo>
                  <a:cubicBezTo>
                    <a:pt x="84260" y="26813"/>
                    <a:pt x="83622" y="26813"/>
                    <a:pt x="82344" y="26813"/>
                  </a:cubicBezTo>
                  <a:lnTo>
                    <a:pt x="82344" y="20429"/>
                  </a:lnTo>
                  <a:cubicBezTo>
                    <a:pt x="82344" y="13406"/>
                    <a:pt x="76592" y="7022"/>
                    <a:pt x="68925" y="7022"/>
                  </a:cubicBezTo>
                  <a:cubicBezTo>
                    <a:pt x="67647" y="7022"/>
                    <a:pt x="66369" y="7022"/>
                    <a:pt x="65730" y="7661"/>
                  </a:cubicBezTo>
                  <a:cubicBezTo>
                    <a:pt x="65091" y="6384"/>
                    <a:pt x="64452" y="5107"/>
                    <a:pt x="63174" y="3830"/>
                  </a:cubicBezTo>
                  <a:cubicBezTo>
                    <a:pt x="60618" y="1277"/>
                    <a:pt x="57423" y="0"/>
                    <a:pt x="53589" y="0"/>
                  </a:cubicBezTo>
                  <a:cubicBezTo>
                    <a:pt x="53589" y="0"/>
                    <a:pt x="53589" y="0"/>
                    <a:pt x="53589" y="0"/>
                  </a:cubicBezTo>
                  <a:cubicBezTo>
                    <a:pt x="49755" y="0"/>
                    <a:pt x="46560" y="1277"/>
                    <a:pt x="44004" y="3830"/>
                  </a:cubicBezTo>
                  <a:cubicBezTo>
                    <a:pt x="42726" y="5107"/>
                    <a:pt x="42087" y="6384"/>
                    <a:pt x="41448" y="7661"/>
                  </a:cubicBezTo>
                  <a:cubicBezTo>
                    <a:pt x="40170" y="7661"/>
                    <a:pt x="39531" y="7661"/>
                    <a:pt x="38253" y="7022"/>
                  </a:cubicBezTo>
                  <a:cubicBezTo>
                    <a:pt x="30585" y="7022"/>
                    <a:pt x="24834" y="12768"/>
                    <a:pt x="24834" y="19790"/>
                  </a:cubicBezTo>
                  <a:cubicBezTo>
                    <a:pt x="24834" y="19790"/>
                    <a:pt x="24834" y="20429"/>
                    <a:pt x="24834" y="20429"/>
                  </a:cubicBezTo>
                  <a:lnTo>
                    <a:pt x="24834" y="52349"/>
                  </a:lnTo>
                  <a:cubicBezTo>
                    <a:pt x="21639" y="47242"/>
                    <a:pt x="14610" y="44688"/>
                    <a:pt x="8220" y="47242"/>
                  </a:cubicBezTo>
                  <a:cubicBezTo>
                    <a:pt x="1831" y="49795"/>
                    <a:pt x="-1364" y="56179"/>
                    <a:pt x="552" y="64478"/>
                  </a:cubicBezTo>
                  <a:cubicBezTo>
                    <a:pt x="2469" y="70224"/>
                    <a:pt x="5664" y="75970"/>
                    <a:pt x="8859" y="81715"/>
                  </a:cubicBezTo>
                  <a:cubicBezTo>
                    <a:pt x="12693" y="88738"/>
                    <a:pt x="19722" y="98313"/>
                    <a:pt x="25473" y="105336"/>
                  </a:cubicBezTo>
                  <a:cubicBezTo>
                    <a:pt x="27390" y="107889"/>
                    <a:pt x="28668" y="111081"/>
                    <a:pt x="28668" y="114912"/>
                  </a:cubicBezTo>
                  <a:lnTo>
                    <a:pt x="28668" y="146193"/>
                  </a:lnTo>
                  <a:cubicBezTo>
                    <a:pt x="28668" y="149385"/>
                    <a:pt x="31224" y="151939"/>
                    <a:pt x="34419" y="151939"/>
                  </a:cubicBezTo>
                  <a:cubicBezTo>
                    <a:pt x="37614" y="151939"/>
                    <a:pt x="40170" y="149385"/>
                    <a:pt x="40170" y="146193"/>
                  </a:cubicBezTo>
                  <a:lnTo>
                    <a:pt x="40170" y="114912"/>
                  </a:lnTo>
                  <a:cubicBezTo>
                    <a:pt x="40170" y="109166"/>
                    <a:pt x="38253" y="103421"/>
                    <a:pt x="34419" y="98952"/>
                  </a:cubicBezTo>
                  <a:cubicBezTo>
                    <a:pt x="27390" y="89376"/>
                    <a:pt x="21639" y="81715"/>
                    <a:pt x="19083" y="76608"/>
                  </a:cubicBezTo>
                  <a:cubicBezTo>
                    <a:pt x="16527" y="71501"/>
                    <a:pt x="13971" y="66394"/>
                    <a:pt x="12054" y="61925"/>
                  </a:cubicBezTo>
                  <a:cubicBezTo>
                    <a:pt x="11415" y="58733"/>
                    <a:pt x="12693" y="58733"/>
                    <a:pt x="12693" y="58094"/>
                  </a:cubicBezTo>
                  <a:cubicBezTo>
                    <a:pt x="13971" y="57456"/>
                    <a:pt x="15249" y="58094"/>
                    <a:pt x="15249" y="58733"/>
                  </a:cubicBezTo>
                  <a:cubicBezTo>
                    <a:pt x="15249" y="59371"/>
                    <a:pt x="17166" y="65755"/>
                    <a:pt x="25473" y="78523"/>
                  </a:cubicBezTo>
                  <a:cubicBezTo>
                    <a:pt x="26112" y="79800"/>
                    <a:pt x="27390" y="80438"/>
                    <a:pt x="28029" y="81077"/>
                  </a:cubicBezTo>
                  <a:cubicBezTo>
                    <a:pt x="29946" y="81715"/>
                    <a:pt x="31863" y="81715"/>
                    <a:pt x="33141" y="80438"/>
                  </a:cubicBezTo>
                  <a:cubicBezTo>
                    <a:pt x="34419" y="79162"/>
                    <a:pt x="35697" y="77885"/>
                    <a:pt x="35697" y="75970"/>
                  </a:cubicBezTo>
                  <a:lnTo>
                    <a:pt x="35697" y="21706"/>
                  </a:lnTo>
                  <a:cubicBezTo>
                    <a:pt x="35697" y="21706"/>
                    <a:pt x="35697" y="21067"/>
                    <a:pt x="35697" y="21067"/>
                  </a:cubicBezTo>
                  <a:cubicBezTo>
                    <a:pt x="35697" y="19790"/>
                    <a:pt x="36975" y="19152"/>
                    <a:pt x="37614" y="19152"/>
                  </a:cubicBezTo>
                  <a:cubicBezTo>
                    <a:pt x="37614" y="19152"/>
                    <a:pt x="37614" y="19152"/>
                    <a:pt x="37614" y="19152"/>
                  </a:cubicBezTo>
                  <a:cubicBezTo>
                    <a:pt x="38253" y="19152"/>
                    <a:pt x="38892" y="19790"/>
                    <a:pt x="38892" y="19790"/>
                  </a:cubicBezTo>
                  <a:cubicBezTo>
                    <a:pt x="38892" y="19790"/>
                    <a:pt x="39531" y="20429"/>
                    <a:pt x="39531" y="21067"/>
                  </a:cubicBezTo>
                  <a:lnTo>
                    <a:pt x="39531" y="58733"/>
                  </a:lnTo>
                  <a:cubicBezTo>
                    <a:pt x="39531" y="61925"/>
                    <a:pt x="42087" y="64478"/>
                    <a:pt x="45282" y="64478"/>
                  </a:cubicBezTo>
                  <a:cubicBezTo>
                    <a:pt x="45282" y="64478"/>
                    <a:pt x="45282" y="64478"/>
                    <a:pt x="45282" y="64478"/>
                  </a:cubicBezTo>
                  <a:cubicBezTo>
                    <a:pt x="48477" y="64478"/>
                    <a:pt x="51033" y="61925"/>
                    <a:pt x="51033" y="58733"/>
                  </a:cubicBezTo>
                  <a:lnTo>
                    <a:pt x="51033" y="21706"/>
                  </a:lnTo>
                  <a:cubicBezTo>
                    <a:pt x="51033" y="21706"/>
                    <a:pt x="51033" y="21067"/>
                    <a:pt x="51033" y="21067"/>
                  </a:cubicBezTo>
                  <a:cubicBezTo>
                    <a:pt x="51033" y="21067"/>
                    <a:pt x="51033" y="20429"/>
                    <a:pt x="51033" y="20429"/>
                  </a:cubicBezTo>
                  <a:lnTo>
                    <a:pt x="51033" y="14683"/>
                  </a:lnTo>
                  <a:cubicBezTo>
                    <a:pt x="51033" y="14683"/>
                    <a:pt x="51033" y="14045"/>
                    <a:pt x="51033" y="14045"/>
                  </a:cubicBezTo>
                  <a:cubicBezTo>
                    <a:pt x="51033" y="13406"/>
                    <a:pt x="51672" y="12768"/>
                    <a:pt x="51672" y="12768"/>
                  </a:cubicBezTo>
                  <a:cubicBezTo>
                    <a:pt x="51672" y="12768"/>
                    <a:pt x="52311" y="12130"/>
                    <a:pt x="52950" y="12130"/>
                  </a:cubicBezTo>
                  <a:cubicBezTo>
                    <a:pt x="52950" y="12130"/>
                    <a:pt x="52950" y="12130"/>
                    <a:pt x="52950" y="12130"/>
                  </a:cubicBezTo>
                  <a:cubicBezTo>
                    <a:pt x="53589" y="12130"/>
                    <a:pt x="54228" y="12768"/>
                    <a:pt x="54228" y="12768"/>
                  </a:cubicBezTo>
                  <a:cubicBezTo>
                    <a:pt x="54228" y="12768"/>
                    <a:pt x="54867" y="13406"/>
                    <a:pt x="54867" y="14683"/>
                  </a:cubicBezTo>
                  <a:lnTo>
                    <a:pt x="54867" y="59371"/>
                  </a:lnTo>
                  <a:cubicBezTo>
                    <a:pt x="54867" y="62563"/>
                    <a:pt x="57423" y="65117"/>
                    <a:pt x="60618" y="65117"/>
                  </a:cubicBezTo>
                  <a:cubicBezTo>
                    <a:pt x="60618" y="65117"/>
                    <a:pt x="60618" y="65117"/>
                    <a:pt x="60618" y="65117"/>
                  </a:cubicBezTo>
                  <a:cubicBezTo>
                    <a:pt x="63813" y="65117"/>
                    <a:pt x="66369" y="62563"/>
                    <a:pt x="66369" y="59371"/>
                  </a:cubicBezTo>
                  <a:lnTo>
                    <a:pt x="66369" y="22344"/>
                  </a:lnTo>
                  <a:cubicBezTo>
                    <a:pt x="66369" y="22344"/>
                    <a:pt x="66369" y="21706"/>
                    <a:pt x="66369" y="21706"/>
                  </a:cubicBezTo>
                  <a:cubicBezTo>
                    <a:pt x="66369" y="21067"/>
                    <a:pt x="67008" y="20429"/>
                    <a:pt x="67008" y="20429"/>
                  </a:cubicBezTo>
                  <a:cubicBezTo>
                    <a:pt x="67008" y="20429"/>
                    <a:pt x="67647" y="19790"/>
                    <a:pt x="68286" y="19790"/>
                  </a:cubicBezTo>
                  <a:cubicBezTo>
                    <a:pt x="68286" y="19790"/>
                    <a:pt x="68286" y="19790"/>
                    <a:pt x="68286" y="19790"/>
                  </a:cubicBezTo>
                  <a:cubicBezTo>
                    <a:pt x="69564" y="19790"/>
                    <a:pt x="70203" y="21067"/>
                    <a:pt x="70203" y="21706"/>
                  </a:cubicBezTo>
                  <a:lnTo>
                    <a:pt x="70203" y="31920"/>
                  </a:lnTo>
                  <a:lnTo>
                    <a:pt x="70203" y="65117"/>
                  </a:lnTo>
                  <a:lnTo>
                    <a:pt x="70203" y="65755"/>
                  </a:lnTo>
                  <a:cubicBezTo>
                    <a:pt x="70203" y="68947"/>
                    <a:pt x="72759" y="71501"/>
                    <a:pt x="75954" y="71501"/>
                  </a:cubicBezTo>
                  <a:cubicBezTo>
                    <a:pt x="75954" y="71501"/>
                    <a:pt x="75954" y="71501"/>
                    <a:pt x="75954" y="71501"/>
                  </a:cubicBezTo>
                  <a:cubicBezTo>
                    <a:pt x="79149" y="71501"/>
                    <a:pt x="81705" y="68947"/>
                    <a:pt x="81705" y="65755"/>
                  </a:cubicBezTo>
                  <a:lnTo>
                    <a:pt x="82344" y="41496"/>
                  </a:lnTo>
                  <a:cubicBezTo>
                    <a:pt x="82344" y="41496"/>
                    <a:pt x="82344" y="40858"/>
                    <a:pt x="82344" y="40858"/>
                  </a:cubicBezTo>
                  <a:cubicBezTo>
                    <a:pt x="82344" y="40219"/>
                    <a:pt x="82982" y="39581"/>
                    <a:pt x="82982" y="39581"/>
                  </a:cubicBezTo>
                  <a:cubicBezTo>
                    <a:pt x="82982" y="39581"/>
                    <a:pt x="83622" y="38942"/>
                    <a:pt x="84260" y="38942"/>
                  </a:cubicBezTo>
                  <a:cubicBezTo>
                    <a:pt x="84260" y="38942"/>
                    <a:pt x="84260" y="38942"/>
                    <a:pt x="84260" y="38942"/>
                  </a:cubicBezTo>
                  <a:cubicBezTo>
                    <a:pt x="84900" y="38942"/>
                    <a:pt x="85539" y="39581"/>
                    <a:pt x="85539" y="39581"/>
                  </a:cubicBezTo>
                  <a:cubicBezTo>
                    <a:pt x="85539" y="39581"/>
                    <a:pt x="86177" y="40219"/>
                    <a:pt x="86177" y="41496"/>
                  </a:cubicBezTo>
                  <a:lnTo>
                    <a:pt x="86177" y="82992"/>
                  </a:lnTo>
                  <a:cubicBezTo>
                    <a:pt x="85539" y="91291"/>
                    <a:pt x="83622" y="95760"/>
                    <a:pt x="81705" y="100867"/>
                  </a:cubicBezTo>
                  <a:cubicBezTo>
                    <a:pt x="79787" y="105336"/>
                    <a:pt x="78510" y="109805"/>
                    <a:pt x="77871" y="116189"/>
                  </a:cubicBezTo>
                  <a:lnTo>
                    <a:pt x="77871" y="148108"/>
                  </a:lnTo>
                  <a:cubicBezTo>
                    <a:pt x="77871" y="151300"/>
                    <a:pt x="80427" y="153854"/>
                    <a:pt x="83622" y="153854"/>
                  </a:cubicBezTo>
                  <a:cubicBezTo>
                    <a:pt x="86817" y="153854"/>
                    <a:pt x="89372" y="151300"/>
                    <a:pt x="89372" y="148108"/>
                  </a:cubicBezTo>
                  <a:lnTo>
                    <a:pt x="89372" y="116827"/>
                  </a:lnTo>
                  <a:cubicBezTo>
                    <a:pt x="89372" y="112997"/>
                    <a:pt x="90650" y="109805"/>
                    <a:pt x="92567" y="105336"/>
                  </a:cubicBezTo>
                  <a:cubicBezTo>
                    <a:pt x="95123" y="98313"/>
                    <a:pt x="97680" y="92568"/>
                    <a:pt x="98318" y="82354"/>
                  </a:cubicBezTo>
                  <a:close/>
                </a:path>
              </a:pathLst>
            </a:custGeom>
            <a:solidFill>
              <a:srgbClr val="007CB0"/>
            </a:solidFill>
            <a:ln w="6390" cap="flat">
              <a:noFill/>
              <a:prstDash val="solid"/>
              <a:miter/>
            </a:ln>
          </p:spPr>
          <p:txBody>
            <a:bodyPr rtlCol="0" anchor="ctr"/>
            <a:lstStyle/>
            <a:p>
              <a:endParaRPr lang="en-US"/>
            </a:p>
          </p:txBody>
        </p:sp>
        <p:sp>
          <p:nvSpPr>
            <p:cNvPr id="734" name="Graphic 4">
              <a:extLst>
                <a:ext uri="{FF2B5EF4-FFF2-40B4-BE49-F238E27FC236}">
                  <a16:creationId xmlns:a16="http://schemas.microsoft.com/office/drawing/2014/main" id="{49AA07FE-40E1-C344-AD68-B7101321E80E}"/>
                </a:ext>
              </a:extLst>
            </p:cNvPr>
            <p:cNvSpPr/>
            <p:nvPr/>
          </p:nvSpPr>
          <p:spPr>
            <a:xfrm>
              <a:off x="4787427" y="3903967"/>
              <a:ext cx="97723" cy="192157"/>
            </a:xfrm>
            <a:custGeom>
              <a:avLst/>
              <a:gdLst>
                <a:gd name="connsiteX0" fmla="*/ 84900 w 97723"/>
                <a:gd name="connsiteY0" fmla="*/ 26812 h 192157"/>
                <a:gd name="connsiteX1" fmla="*/ 82344 w 97723"/>
                <a:gd name="connsiteY1" fmla="*/ 26812 h 192157"/>
                <a:gd name="connsiteX2" fmla="*/ 82344 w 97723"/>
                <a:gd name="connsiteY2" fmla="*/ 20428 h 192157"/>
                <a:gd name="connsiteX3" fmla="*/ 68925 w 97723"/>
                <a:gd name="connsiteY3" fmla="*/ 7022 h 192157"/>
                <a:gd name="connsiteX4" fmla="*/ 65730 w 97723"/>
                <a:gd name="connsiteY4" fmla="*/ 7660 h 192157"/>
                <a:gd name="connsiteX5" fmla="*/ 63174 w 97723"/>
                <a:gd name="connsiteY5" fmla="*/ 3830 h 192157"/>
                <a:gd name="connsiteX6" fmla="*/ 53589 w 97723"/>
                <a:gd name="connsiteY6" fmla="*/ 0 h 192157"/>
                <a:gd name="connsiteX7" fmla="*/ 44004 w 97723"/>
                <a:gd name="connsiteY7" fmla="*/ 3830 h 192157"/>
                <a:gd name="connsiteX8" fmla="*/ 41448 w 97723"/>
                <a:gd name="connsiteY8" fmla="*/ 7660 h 192157"/>
                <a:gd name="connsiteX9" fmla="*/ 38253 w 97723"/>
                <a:gd name="connsiteY9" fmla="*/ 7022 h 192157"/>
                <a:gd name="connsiteX10" fmla="*/ 28668 w 97723"/>
                <a:gd name="connsiteY10" fmla="*/ 10852 h 192157"/>
                <a:gd name="connsiteX11" fmla="*/ 24834 w 97723"/>
                <a:gd name="connsiteY11" fmla="*/ 19790 h 192157"/>
                <a:gd name="connsiteX12" fmla="*/ 24834 w 97723"/>
                <a:gd name="connsiteY12" fmla="*/ 20428 h 192157"/>
                <a:gd name="connsiteX13" fmla="*/ 24834 w 97723"/>
                <a:gd name="connsiteY13" fmla="*/ 61924 h 192157"/>
                <a:gd name="connsiteX14" fmla="*/ 8220 w 97723"/>
                <a:gd name="connsiteY14" fmla="*/ 56817 h 192157"/>
                <a:gd name="connsiteX15" fmla="*/ 552 w 97723"/>
                <a:gd name="connsiteY15" fmla="*/ 74054 h 192157"/>
                <a:gd name="connsiteX16" fmla="*/ 8859 w 97723"/>
                <a:gd name="connsiteY16" fmla="*/ 91291 h 192157"/>
                <a:gd name="connsiteX17" fmla="*/ 25473 w 97723"/>
                <a:gd name="connsiteY17" fmla="*/ 114912 h 192157"/>
                <a:gd name="connsiteX18" fmla="*/ 28668 w 97723"/>
                <a:gd name="connsiteY18" fmla="*/ 124488 h 192157"/>
                <a:gd name="connsiteX19" fmla="*/ 28668 w 97723"/>
                <a:gd name="connsiteY19" fmla="*/ 185135 h 192157"/>
                <a:gd name="connsiteX20" fmla="*/ 34419 w 97723"/>
                <a:gd name="connsiteY20" fmla="*/ 190881 h 192157"/>
                <a:gd name="connsiteX21" fmla="*/ 40170 w 97723"/>
                <a:gd name="connsiteY21" fmla="*/ 185135 h 192157"/>
                <a:gd name="connsiteX22" fmla="*/ 40170 w 97723"/>
                <a:gd name="connsiteY22" fmla="*/ 124488 h 192157"/>
                <a:gd name="connsiteX23" fmla="*/ 34419 w 97723"/>
                <a:gd name="connsiteY23" fmla="*/ 108528 h 192157"/>
                <a:gd name="connsiteX24" fmla="*/ 19083 w 97723"/>
                <a:gd name="connsiteY24" fmla="*/ 86184 h 192157"/>
                <a:gd name="connsiteX25" fmla="*/ 12054 w 97723"/>
                <a:gd name="connsiteY25" fmla="*/ 71500 h 192157"/>
                <a:gd name="connsiteX26" fmla="*/ 12694 w 97723"/>
                <a:gd name="connsiteY26" fmla="*/ 67670 h 192157"/>
                <a:gd name="connsiteX27" fmla="*/ 15249 w 97723"/>
                <a:gd name="connsiteY27" fmla="*/ 68308 h 192157"/>
                <a:gd name="connsiteX28" fmla="*/ 25473 w 97723"/>
                <a:gd name="connsiteY28" fmla="*/ 88099 h 192157"/>
                <a:gd name="connsiteX29" fmla="*/ 28029 w 97723"/>
                <a:gd name="connsiteY29" fmla="*/ 90652 h 192157"/>
                <a:gd name="connsiteX30" fmla="*/ 33141 w 97723"/>
                <a:gd name="connsiteY30" fmla="*/ 90014 h 192157"/>
                <a:gd name="connsiteX31" fmla="*/ 35697 w 97723"/>
                <a:gd name="connsiteY31" fmla="*/ 85545 h 192157"/>
                <a:gd name="connsiteX32" fmla="*/ 35697 w 97723"/>
                <a:gd name="connsiteY32" fmla="*/ 21705 h 192157"/>
                <a:gd name="connsiteX33" fmla="*/ 35697 w 97723"/>
                <a:gd name="connsiteY33" fmla="*/ 21067 h 192157"/>
                <a:gd name="connsiteX34" fmla="*/ 36336 w 97723"/>
                <a:gd name="connsiteY34" fmla="*/ 19790 h 192157"/>
                <a:gd name="connsiteX35" fmla="*/ 37614 w 97723"/>
                <a:gd name="connsiteY35" fmla="*/ 19152 h 192157"/>
                <a:gd name="connsiteX36" fmla="*/ 38892 w 97723"/>
                <a:gd name="connsiteY36" fmla="*/ 19790 h 192157"/>
                <a:gd name="connsiteX37" fmla="*/ 39531 w 97723"/>
                <a:gd name="connsiteY37" fmla="*/ 21067 h 192157"/>
                <a:gd name="connsiteX38" fmla="*/ 39531 w 97723"/>
                <a:gd name="connsiteY38" fmla="*/ 68947 h 192157"/>
                <a:gd name="connsiteX39" fmla="*/ 45282 w 97723"/>
                <a:gd name="connsiteY39" fmla="*/ 74692 h 192157"/>
                <a:gd name="connsiteX40" fmla="*/ 45282 w 97723"/>
                <a:gd name="connsiteY40" fmla="*/ 74692 h 192157"/>
                <a:gd name="connsiteX41" fmla="*/ 51033 w 97723"/>
                <a:gd name="connsiteY41" fmla="*/ 68947 h 192157"/>
                <a:gd name="connsiteX42" fmla="*/ 51033 w 97723"/>
                <a:gd name="connsiteY42" fmla="*/ 21067 h 192157"/>
                <a:gd name="connsiteX43" fmla="*/ 51033 w 97723"/>
                <a:gd name="connsiteY43" fmla="*/ 20428 h 192157"/>
                <a:gd name="connsiteX44" fmla="*/ 51033 w 97723"/>
                <a:gd name="connsiteY44" fmla="*/ 14683 h 192157"/>
                <a:gd name="connsiteX45" fmla="*/ 51033 w 97723"/>
                <a:gd name="connsiteY45" fmla="*/ 14044 h 192157"/>
                <a:gd name="connsiteX46" fmla="*/ 51672 w 97723"/>
                <a:gd name="connsiteY46" fmla="*/ 12768 h 192157"/>
                <a:gd name="connsiteX47" fmla="*/ 52950 w 97723"/>
                <a:gd name="connsiteY47" fmla="*/ 12129 h 192157"/>
                <a:gd name="connsiteX48" fmla="*/ 52950 w 97723"/>
                <a:gd name="connsiteY48" fmla="*/ 12129 h 192157"/>
                <a:gd name="connsiteX49" fmla="*/ 54228 w 97723"/>
                <a:gd name="connsiteY49" fmla="*/ 12768 h 192157"/>
                <a:gd name="connsiteX50" fmla="*/ 54867 w 97723"/>
                <a:gd name="connsiteY50" fmla="*/ 14683 h 192157"/>
                <a:gd name="connsiteX51" fmla="*/ 54867 w 97723"/>
                <a:gd name="connsiteY51" fmla="*/ 68947 h 192157"/>
                <a:gd name="connsiteX52" fmla="*/ 60618 w 97723"/>
                <a:gd name="connsiteY52" fmla="*/ 74692 h 192157"/>
                <a:gd name="connsiteX53" fmla="*/ 60618 w 97723"/>
                <a:gd name="connsiteY53" fmla="*/ 74692 h 192157"/>
                <a:gd name="connsiteX54" fmla="*/ 66369 w 97723"/>
                <a:gd name="connsiteY54" fmla="*/ 68947 h 192157"/>
                <a:gd name="connsiteX55" fmla="*/ 66369 w 97723"/>
                <a:gd name="connsiteY55" fmla="*/ 22344 h 192157"/>
                <a:gd name="connsiteX56" fmla="*/ 66369 w 97723"/>
                <a:gd name="connsiteY56" fmla="*/ 21705 h 192157"/>
                <a:gd name="connsiteX57" fmla="*/ 67008 w 97723"/>
                <a:gd name="connsiteY57" fmla="*/ 20428 h 192157"/>
                <a:gd name="connsiteX58" fmla="*/ 68286 w 97723"/>
                <a:gd name="connsiteY58" fmla="*/ 19790 h 192157"/>
                <a:gd name="connsiteX59" fmla="*/ 68286 w 97723"/>
                <a:gd name="connsiteY59" fmla="*/ 19790 h 192157"/>
                <a:gd name="connsiteX60" fmla="*/ 70203 w 97723"/>
                <a:gd name="connsiteY60" fmla="*/ 21705 h 192157"/>
                <a:gd name="connsiteX61" fmla="*/ 70203 w 97723"/>
                <a:gd name="connsiteY61" fmla="*/ 31920 h 192157"/>
                <a:gd name="connsiteX62" fmla="*/ 70203 w 97723"/>
                <a:gd name="connsiteY62" fmla="*/ 74692 h 192157"/>
                <a:gd name="connsiteX63" fmla="*/ 70203 w 97723"/>
                <a:gd name="connsiteY63" fmla="*/ 75331 h 192157"/>
                <a:gd name="connsiteX64" fmla="*/ 75954 w 97723"/>
                <a:gd name="connsiteY64" fmla="*/ 81076 h 192157"/>
                <a:gd name="connsiteX65" fmla="*/ 75954 w 97723"/>
                <a:gd name="connsiteY65" fmla="*/ 81076 h 192157"/>
                <a:gd name="connsiteX66" fmla="*/ 81705 w 97723"/>
                <a:gd name="connsiteY66" fmla="*/ 75331 h 192157"/>
                <a:gd name="connsiteX67" fmla="*/ 82344 w 97723"/>
                <a:gd name="connsiteY67" fmla="*/ 40857 h 192157"/>
                <a:gd name="connsiteX68" fmla="*/ 82344 w 97723"/>
                <a:gd name="connsiteY68" fmla="*/ 40219 h 192157"/>
                <a:gd name="connsiteX69" fmla="*/ 84261 w 97723"/>
                <a:gd name="connsiteY69" fmla="*/ 38304 h 192157"/>
                <a:gd name="connsiteX70" fmla="*/ 84261 w 97723"/>
                <a:gd name="connsiteY70" fmla="*/ 38304 h 192157"/>
                <a:gd name="connsiteX71" fmla="*/ 86178 w 97723"/>
                <a:gd name="connsiteY71" fmla="*/ 40857 h 192157"/>
                <a:gd name="connsiteX72" fmla="*/ 86178 w 97723"/>
                <a:gd name="connsiteY72" fmla="*/ 91929 h 192157"/>
                <a:gd name="connsiteX73" fmla="*/ 81705 w 97723"/>
                <a:gd name="connsiteY73" fmla="*/ 109804 h 192157"/>
                <a:gd name="connsiteX74" fmla="*/ 77871 w 97723"/>
                <a:gd name="connsiteY74" fmla="*/ 125126 h 192157"/>
                <a:gd name="connsiteX75" fmla="*/ 77871 w 97723"/>
                <a:gd name="connsiteY75" fmla="*/ 186412 h 192157"/>
                <a:gd name="connsiteX76" fmla="*/ 83622 w 97723"/>
                <a:gd name="connsiteY76" fmla="*/ 192158 h 192157"/>
                <a:gd name="connsiteX77" fmla="*/ 89373 w 97723"/>
                <a:gd name="connsiteY77" fmla="*/ 186412 h 192157"/>
                <a:gd name="connsiteX78" fmla="*/ 89373 w 97723"/>
                <a:gd name="connsiteY78" fmla="*/ 125764 h 192157"/>
                <a:gd name="connsiteX79" fmla="*/ 92568 w 97723"/>
                <a:gd name="connsiteY79" fmla="*/ 114273 h 192157"/>
                <a:gd name="connsiteX80" fmla="*/ 97680 w 97723"/>
                <a:gd name="connsiteY80" fmla="*/ 92568 h 192157"/>
                <a:gd name="connsiteX81" fmla="*/ 97680 w 97723"/>
                <a:gd name="connsiteY81" fmla="*/ 40857 h 192157"/>
                <a:gd name="connsiteX82" fmla="*/ 84900 w 97723"/>
                <a:gd name="connsiteY82" fmla="*/ 26812 h 192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97723" h="192157">
                  <a:moveTo>
                    <a:pt x="84900" y="26812"/>
                  </a:moveTo>
                  <a:cubicBezTo>
                    <a:pt x="84261" y="26812"/>
                    <a:pt x="83622" y="26812"/>
                    <a:pt x="82344" y="26812"/>
                  </a:cubicBezTo>
                  <a:lnTo>
                    <a:pt x="82344" y="20428"/>
                  </a:lnTo>
                  <a:cubicBezTo>
                    <a:pt x="82344" y="13406"/>
                    <a:pt x="76593" y="7022"/>
                    <a:pt x="68925" y="7022"/>
                  </a:cubicBezTo>
                  <a:cubicBezTo>
                    <a:pt x="67647" y="7022"/>
                    <a:pt x="66369" y="7022"/>
                    <a:pt x="65730" y="7660"/>
                  </a:cubicBezTo>
                  <a:cubicBezTo>
                    <a:pt x="65091" y="6384"/>
                    <a:pt x="64452" y="5107"/>
                    <a:pt x="63174" y="3830"/>
                  </a:cubicBezTo>
                  <a:cubicBezTo>
                    <a:pt x="60618" y="1276"/>
                    <a:pt x="57423" y="0"/>
                    <a:pt x="53589" y="0"/>
                  </a:cubicBezTo>
                  <a:cubicBezTo>
                    <a:pt x="49755" y="0"/>
                    <a:pt x="46560" y="1276"/>
                    <a:pt x="44004" y="3830"/>
                  </a:cubicBezTo>
                  <a:cubicBezTo>
                    <a:pt x="42726" y="5107"/>
                    <a:pt x="42087" y="6384"/>
                    <a:pt x="41448" y="7660"/>
                  </a:cubicBezTo>
                  <a:cubicBezTo>
                    <a:pt x="40170" y="7660"/>
                    <a:pt x="39531" y="7022"/>
                    <a:pt x="38253" y="7022"/>
                  </a:cubicBezTo>
                  <a:cubicBezTo>
                    <a:pt x="34419" y="7022"/>
                    <a:pt x="31224" y="8299"/>
                    <a:pt x="28668" y="10852"/>
                  </a:cubicBezTo>
                  <a:cubicBezTo>
                    <a:pt x="26112" y="13406"/>
                    <a:pt x="24834" y="16598"/>
                    <a:pt x="24834" y="19790"/>
                  </a:cubicBezTo>
                  <a:cubicBezTo>
                    <a:pt x="24834" y="19790"/>
                    <a:pt x="24834" y="20428"/>
                    <a:pt x="24834" y="20428"/>
                  </a:cubicBezTo>
                  <a:lnTo>
                    <a:pt x="24834" y="61924"/>
                  </a:lnTo>
                  <a:cubicBezTo>
                    <a:pt x="21639" y="56817"/>
                    <a:pt x="14610" y="54264"/>
                    <a:pt x="8220" y="56817"/>
                  </a:cubicBezTo>
                  <a:cubicBezTo>
                    <a:pt x="1831" y="59371"/>
                    <a:pt x="-1364" y="65755"/>
                    <a:pt x="552" y="74054"/>
                  </a:cubicBezTo>
                  <a:cubicBezTo>
                    <a:pt x="2469" y="79800"/>
                    <a:pt x="5664" y="85545"/>
                    <a:pt x="8859" y="91291"/>
                  </a:cubicBezTo>
                  <a:cubicBezTo>
                    <a:pt x="12694" y="98313"/>
                    <a:pt x="19722" y="107889"/>
                    <a:pt x="25473" y="114912"/>
                  </a:cubicBezTo>
                  <a:cubicBezTo>
                    <a:pt x="27390" y="117465"/>
                    <a:pt x="28668" y="120657"/>
                    <a:pt x="28668" y="124488"/>
                  </a:cubicBezTo>
                  <a:lnTo>
                    <a:pt x="28668" y="185135"/>
                  </a:lnTo>
                  <a:cubicBezTo>
                    <a:pt x="28668" y="188327"/>
                    <a:pt x="31224" y="190881"/>
                    <a:pt x="34419" y="190881"/>
                  </a:cubicBezTo>
                  <a:cubicBezTo>
                    <a:pt x="37614" y="190881"/>
                    <a:pt x="40170" y="188327"/>
                    <a:pt x="40170" y="185135"/>
                  </a:cubicBezTo>
                  <a:lnTo>
                    <a:pt x="40170" y="124488"/>
                  </a:lnTo>
                  <a:cubicBezTo>
                    <a:pt x="40170" y="118742"/>
                    <a:pt x="38253" y="112996"/>
                    <a:pt x="34419" y="108528"/>
                  </a:cubicBezTo>
                  <a:cubicBezTo>
                    <a:pt x="30585" y="103420"/>
                    <a:pt x="22917" y="93206"/>
                    <a:pt x="19083" y="86184"/>
                  </a:cubicBezTo>
                  <a:cubicBezTo>
                    <a:pt x="16527" y="81076"/>
                    <a:pt x="13972" y="75969"/>
                    <a:pt x="12054" y="71500"/>
                  </a:cubicBezTo>
                  <a:cubicBezTo>
                    <a:pt x="11415" y="68308"/>
                    <a:pt x="12694" y="68308"/>
                    <a:pt x="12694" y="67670"/>
                  </a:cubicBezTo>
                  <a:cubicBezTo>
                    <a:pt x="13972" y="67032"/>
                    <a:pt x="15249" y="67670"/>
                    <a:pt x="15249" y="68308"/>
                  </a:cubicBezTo>
                  <a:cubicBezTo>
                    <a:pt x="15249" y="68947"/>
                    <a:pt x="17167" y="75331"/>
                    <a:pt x="25473" y="88099"/>
                  </a:cubicBezTo>
                  <a:cubicBezTo>
                    <a:pt x="26112" y="89376"/>
                    <a:pt x="27390" y="90014"/>
                    <a:pt x="28029" y="90652"/>
                  </a:cubicBezTo>
                  <a:cubicBezTo>
                    <a:pt x="29946" y="91291"/>
                    <a:pt x="31863" y="91291"/>
                    <a:pt x="33141" y="90014"/>
                  </a:cubicBezTo>
                  <a:cubicBezTo>
                    <a:pt x="34419" y="88737"/>
                    <a:pt x="35697" y="87460"/>
                    <a:pt x="35697" y="85545"/>
                  </a:cubicBezTo>
                  <a:lnTo>
                    <a:pt x="35697" y="21705"/>
                  </a:lnTo>
                  <a:cubicBezTo>
                    <a:pt x="35697" y="21705"/>
                    <a:pt x="35697" y="21067"/>
                    <a:pt x="35697" y="21067"/>
                  </a:cubicBezTo>
                  <a:cubicBezTo>
                    <a:pt x="35697" y="20428"/>
                    <a:pt x="36336" y="19790"/>
                    <a:pt x="36336" y="19790"/>
                  </a:cubicBezTo>
                  <a:cubicBezTo>
                    <a:pt x="36336" y="19790"/>
                    <a:pt x="36975" y="19152"/>
                    <a:pt x="37614" y="19152"/>
                  </a:cubicBezTo>
                  <a:cubicBezTo>
                    <a:pt x="38253" y="19152"/>
                    <a:pt x="38892" y="19790"/>
                    <a:pt x="38892" y="19790"/>
                  </a:cubicBezTo>
                  <a:cubicBezTo>
                    <a:pt x="38892" y="19790"/>
                    <a:pt x="39531" y="20428"/>
                    <a:pt x="39531" y="21067"/>
                  </a:cubicBezTo>
                  <a:lnTo>
                    <a:pt x="39531" y="68947"/>
                  </a:lnTo>
                  <a:cubicBezTo>
                    <a:pt x="39531" y="72139"/>
                    <a:pt x="42087" y="74692"/>
                    <a:pt x="45282" y="74692"/>
                  </a:cubicBezTo>
                  <a:cubicBezTo>
                    <a:pt x="45282" y="74692"/>
                    <a:pt x="45282" y="74692"/>
                    <a:pt x="45282" y="74692"/>
                  </a:cubicBezTo>
                  <a:cubicBezTo>
                    <a:pt x="48477" y="74692"/>
                    <a:pt x="51033" y="72139"/>
                    <a:pt x="51033" y="68947"/>
                  </a:cubicBezTo>
                  <a:lnTo>
                    <a:pt x="51033" y="21067"/>
                  </a:lnTo>
                  <a:cubicBezTo>
                    <a:pt x="51033" y="21067"/>
                    <a:pt x="51033" y="20428"/>
                    <a:pt x="51033" y="20428"/>
                  </a:cubicBezTo>
                  <a:lnTo>
                    <a:pt x="51033" y="14683"/>
                  </a:lnTo>
                  <a:cubicBezTo>
                    <a:pt x="51033" y="14683"/>
                    <a:pt x="51033" y="14044"/>
                    <a:pt x="51033" y="14044"/>
                  </a:cubicBezTo>
                  <a:cubicBezTo>
                    <a:pt x="51033" y="13406"/>
                    <a:pt x="51672" y="12768"/>
                    <a:pt x="51672" y="12768"/>
                  </a:cubicBezTo>
                  <a:cubicBezTo>
                    <a:pt x="51672" y="12768"/>
                    <a:pt x="52311" y="12129"/>
                    <a:pt x="52950" y="12129"/>
                  </a:cubicBezTo>
                  <a:cubicBezTo>
                    <a:pt x="52950" y="12129"/>
                    <a:pt x="52950" y="12129"/>
                    <a:pt x="52950" y="12129"/>
                  </a:cubicBezTo>
                  <a:cubicBezTo>
                    <a:pt x="53589" y="12129"/>
                    <a:pt x="54228" y="12768"/>
                    <a:pt x="54228" y="12768"/>
                  </a:cubicBezTo>
                  <a:cubicBezTo>
                    <a:pt x="54228" y="12768"/>
                    <a:pt x="54867" y="13406"/>
                    <a:pt x="54867" y="14683"/>
                  </a:cubicBezTo>
                  <a:lnTo>
                    <a:pt x="54867" y="68947"/>
                  </a:lnTo>
                  <a:cubicBezTo>
                    <a:pt x="54867" y="72139"/>
                    <a:pt x="57423" y="74692"/>
                    <a:pt x="60618" y="74692"/>
                  </a:cubicBezTo>
                  <a:cubicBezTo>
                    <a:pt x="60618" y="74692"/>
                    <a:pt x="60618" y="74692"/>
                    <a:pt x="60618" y="74692"/>
                  </a:cubicBezTo>
                  <a:cubicBezTo>
                    <a:pt x="63813" y="74692"/>
                    <a:pt x="66369" y="72139"/>
                    <a:pt x="66369" y="68947"/>
                  </a:cubicBezTo>
                  <a:lnTo>
                    <a:pt x="66369" y="22344"/>
                  </a:lnTo>
                  <a:cubicBezTo>
                    <a:pt x="66369" y="22344"/>
                    <a:pt x="66369" y="21705"/>
                    <a:pt x="66369" y="21705"/>
                  </a:cubicBezTo>
                  <a:cubicBezTo>
                    <a:pt x="66369" y="21067"/>
                    <a:pt x="67008" y="20428"/>
                    <a:pt x="67008" y="20428"/>
                  </a:cubicBezTo>
                  <a:cubicBezTo>
                    <a:pt x="67008" y="20428"/>
                    <a:pt x="67647" y="19790"/>
                    <a:pt x="68286" y="19790"/>
                  </a:cubicBezTo>
                  <a:cubicBezTo>
                    <a:pt x="68286" y="19790"/>
                    <a:pt x="68286" y="19790"/>
                    <a:pt x="68286" y="19790"/>
                  </a:cubicBezTo>
                  <a:cubicBezTo>
                    <a:pt x="69564" y="19790"/>
                    <a:pt x="70203" y="21067"/>
                    <a:pt x="70203" y="21705"/>
                  </a:cubicBezTo>
                  <a:lnTo>
                    <a:pt x="70203" y="31920"/>
                  </a:lnTo>
                  <a:lnTo>
                    <a:pt x="70203" y="74692"/>
                  </a:lnTo>
                  <a:lnTo>
                    <a:pt x="70203" y="75331"/>
                  </a:lnTo>
                  <a:cubicBezTo>
                    <a:pt x="70203" y="78523"/>
                    <a:pt x="72759" y="81076"/>
                    <a:pt x="75954" y="81076"/>
                  </a:cubicBezTo>
                  <a:cubicBezTo>
                    <a:pt x="75954" y="81076"/>
                    <a:pt x="75954" y="81076"/>
                    <a:pt x="75954" y="81076"/>
                  </a:cubicBezTo>
                  <a:cubicBezTo>
                    <a:pt x="79149" y="81076"/>
                    <a:pt x="81705" y="78523"/>
                    <a:pt x="81705" y="75331"/>
                  </a:cubicBezTo>
                  <a:lnTo>
                    <a:pt x="82344" y="40857"/>
                  </a:lnTo>
                  <a:cubicBezTo>
                    <a:pt x="82344" y="40857"/>
                    <a:pt x="82344" y="40219"/>
                    <a:pt x="82344" y="40219"/>
                  </a:cubicBezTo>
                  <a:cubicBezTo>
                    <a:pt x="82344" y="38942"/>
                    <a:pt x="83622" y="38304"/>
                    <a:pt x="84261" y="38304"/>
                  </a:cubicBezTo>
                  <a:cubicBezTo>
                    <a:pt x="84261" y="38304"/>
                    <a:pt x="84261" y="38304"/>
                    <a:pt x="84261" y="38304"/>
                  </a:cubicBezTo>
                  <a:cubicBezTo>
                    <a:pt x="85539" y="38304"/>
                    <a:pt x="86178" y="39580"/>
                    <a:pt x="86178" y="40857"/>
                  </a:cubicBezTo>
                  <a:lnTo>
                    <a:pt x="86178" y="91929"/>
                  </a:lnTo>
                  <a:cubicBezTo>
                    <a:pt x="85539" y="100228"/>
                    <a:pt x="83622" y="104697"/>
                    <a:pt x="81705" y="109804"/>
                  </a:cubicBezTo>
                  <a:cubicBezTo>
                    <a:pt x="79788" y="114273"/>
                    <a:pt x="78510" y="118742"/>
                    <a:pt x="77871" y="125126"/>
                  </a:cubicBezTo>
                  <a:lnTo>
                    <a:pt x="77871" y="186412"/>
                  </a:lnTo>
                  <a:cubicBezTo>
                    <a:pt x="77871" y="189604"/>
                    <a:pt x="80427" y="192158"/>
                    <a:pt x="83622" y="192158"/>
                  </a:cubicBezTo>
                  <a:cubicBezTo>
                    <a:pt x="86817" y="192158"/>
                    <a:pt x="89373" y="189604"/>
                    <a:pt x="89373" y="186412"/>
                  </a:cubicBezTo>
                  <a:lnTo>
                    <a:pt x="89373" y="125764"/>
                  </a:lnTo>
                  <a:cubicBezTo>
                    <a:pt x="89373" y="121934"/>
                    <a:pt x="90651" y="118742"/>
                    <a:pt x="92568" y="114273"/>
                  </a:cubicBezTo>
                  <a:cubicBezTo>
                    <a:pt x="94485" y="108528"/>
                    <a:pt x="97041" y="102782"/>
                    <a:pt x="97680" y="92568"/>
                  </a:cubicBezTo>
                  <a:lnTo>
                    <a:pt x="97680" y="40857"/>
                  </a:lnTo>
                  <a:cubicBezTo>
                    <a:pt x="98318" y="32558"/>
                    <a:pt x="91928" y="26812"/>
                    <a:pt x="84900" y="26812"/>
                  </a:cubicBezTo>
                  <a:close/>
                </a:path>
              </a:pathLst>
            </a:custGeom>
            <a:solidFill>
              <a:srgbClr val="007CB0"/>
            </a:solidFill>
            <a:ln w="6390" cap="flat">
              <a:noFill/>
              <a:prstDash val="solid"/>
              <a:miter/>
            </a:ln>
          </p:spPr>
          <p:txBody>
            <a:bodyPr rtlCol="0" anchor="ctr"/>
            <a:lstStyle/>
            <a:p>
              <a:endParaRPr lang="en-US"/>
            </a:p>
          </p:txBody>
        </p:sp>
        <p:sp>
          <p:nvSpPr>
            <p:cNvPr id="735" name="Graphic 4">
              <a:extLst>
                <a:ext uri="{FF2B5EF4-FFF2-40B4-BE49-F238E27FC236}">
                  <a16:creationId xmlns:a16="http://schemas.microsoft.com/office/drawing/2014/main" id="{ECCF18FC-3793-7E47-A8EE-F85493239734}"/>
                </a:ext>
              </a:extLst>
            </p:cNvPr>
            <p:cNvSpPr/>
            <p:nvPr/>
          </p:nvSpPr>
          <p:spPr>
            <a:xfrm>
              <a:off x="4731748" y="4020794"/>
              <a:ext cx="26837" cy="23620"/>
            </a:xfrm>
            <a:custGeom>
              <a:avLst/>
              <a:gdLst>
                <a:gd name="connsiteX0" fmla="*/ 21087 w 26837"/>
                <a:gd name="connsiteY0" fmla="*/ 0 h 23620"/>
                <a:gd name="connsiteX1" fmla="*/ 15975 w 26837"/>
                <a:gd name="connsiteY1" fmla="*/ 1915 h 23620"/>
                <a:gd name="connsiteX2" fmla="*/ 14058 w 26837"/>
                <a:gd name="connsiteY2" fmla="*/ 3830 h 23620"/>
                <a:gd name="connsiteX3" fmla="*/ 12141 w 26837"/>
                <a:gd name="connsiteY3" fmla="*/ 1915 h 23620"/>
                <a:gd name="connsiteX4" fmla="*/ 7029 w 26837"/>
                <a:gd name="connsiteY4" fmla="*/ 0 h 23620"/>
                <a:gd name="connsiteX5" fmla="*/ 1917 w 26837"/>
                <a:gd name="connsiteY5" fmla="*/ 1915 h 23620"/>
                <a:gd name="connsiteX6" fmla="*/ 1917 w 26837"/>
                <a:gd name="connsiteY6" fmla="*/ 12129 h 23620"/>
                <a:gd name="connsiteX7" fmla="*/ 12780 w 26837"/>
                <a:gd name="connsiteY7" fmla="*/ 23621 h 23620"/>
                <a:gd name="connsiteX8" fmla="*/ 13419 w 26837"/>
                <a:gd name="connsiteY8" fmla="*/ 23621 h 23620"/>
                <a:gd name="connsiteX9" fmla="*/ 13419 w 26837"/>
                <a:gd name="connsiteY9" fmla="*/ 23621 h 23620"/>
                <a:gd name="connsiteX10" fmla="*/ 13419 w 26837"/>
                <a:gd name="connsiteY10" fmla="*/ 23621 h 23620"/>
                <a:gd name="connsiteX11" fmla="*/ 14058 w 26837"/>
                <a:gd name="connsiteY11" fmla="*/ 23621 h 23620"/>
                <a:gd name="connsiteX12" fmla="*/ 22365 w 26837"/>
                <a:gd name="connsiteY12" fmla="*/ 14683 h 23620"/>
                <a:gd name="connsiteX13" fmla="*/ 24921 w 26837"/>
                <a:gd name="connsiteY13" fmla="*/ 12129 h 23620"/>
                <a:gd name="connsiteX14" fmla="*/ 24921 w 26837"/>
                <a:gd name="connsiteY14" fmla="*/ 1915 h 23620"/>
                <a:gd name="connsiteX15" fmla="*/ 21087 w 26837"/>
                <a:gd name="connsiteY15" fmla="*/ 0 h 2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837" h="23620">
                  <a:moveTo>
                    <a:pt x="21087" y="0"/>
                  </a:moveTo>
                  <a:cubicBezTo>
                    <a:pt x="19170" y="0"/>
                    <a:pt x="17253" y="638"/>
                    <a:pt x="15975" y="1915"/>
                  </a:cubicBezTo>
                  <a:lnTo>
                    <a:pt x="14058" y="3830"/>
                  </a:lnTo>
                  <a:lnTo>
                    <a:pt x="12141" y="1915"/>
                  </a:lnTo>
                  <a:cubicBezTo>
                    <a:pt x="10863" y="638"/>
                    <a:pt x="8946" y="0"/>
                    <a:pt x="7029" y="0"/>
                  </a:cubicBezTo>
                  <a:cubicBezTo>
                    <a:pt x="5112" y="0"/>
                    <a:pt x="3195" y="638"/>
                    <a:pt x="1917" y="1915"/>
                  </a:cubicBezTo>
                  <a:cubicBezTo>
                    <a:pt x="-639" y="4469"/>
                    <a:pt x="-639" y="8937"/>
                    <a:pt x="1917" y="12129"/>
                  </a:cubicBezTo>
                  <a:lnTo>
                    <a:pt x="12780" y="23621"/>
                  </a:lnTo>
                  <a:cubicBezTo>
                    <a:pt x="12780" y="23621"/>
                    <a:pt x="13419" y="23621"/>
                    <a:pt x="13419" y="23621"/>
                  </a:cubicBezTo>
                  <a:cubicBezTo>
                    <a:pt x="13419" y="23621"/>
                    <a:pt x="13419" y="23621"/>
                    <a:pt x="13419" y="23621"/>
                  </a:cubicBezTo>
                  <a:cubicBezTo>
                    <a:pt x="13419" y="23621"/>
                    <a:pt x="13419" y="23621"/>
                    <a:pt x="13419" y="23621"/>
                  </a:cubicBezTo>
                  <a:cubicBezTo>
                    <a:pt x="13419" y="23621"/>
                    <a:pt x="14058" y="23621"/>
                    <a:pt x="14058" y="23621"/>
                  </a:cubicBezTo>
                  <a:lnTo>
                    <a:pt x="22365" y="14683"/>
                  </a:lnTo>
                  <a:lnTo>
                    <a:pt x="24921" y="12129"/>
                  </a:lnTo>
                  <a:cubicBezTo>
                    <a:pt x="27477" y="9576"/>
                    <a:pt x="27477" y="5107"/>
                    <a:pt x="24921" y="1915"/>
                  </a:cubicBezTo>
                  <a:cubicBezTo>
                    <a:pt x="24282" y="638"/>
                    <a:pt x="22365" y="0"/>
                    <a:pt x="21087" y="0"/>
                  </a:cubicBezTo>
                  <a:close/>
                </a:path>
              </a:pathLst>
            </a:custGeom>
            <a:solidFill>
              <a:srgbClr val="007CB0"/>
            </a:solidFill>
            <a:ln w="6390" cap="flat">
              <a:noFill/>
              <a:prstDash val="solid"/>
              <a:miter/>
            </a:ln>
          </p:spPr>
          <p:txBody>
            <a:bodyPr rtlCol="0" anchor="ctr"/>
            <a:lstStyle/>
            <a:p>
              <a:endParaRPr lang="en-US"/>
            </a:p>
          </p:txBody>
        </p:sp>
        <p:sp>
          <p:nvSpPr>
            <p:cNvPr id="736" name="Graphic 4">
              <a:extLst>
                <a:ext uri="{FF2B5EF4-FFF2-40B4-BE49-F238E27FC236}">
                  <a16:creationId xmlns:a16="http://schemas.microsoft.com/office/drawing/2014/main" id="{23CD85FB-57F1-2340-B3A6-DA508BC609BC}"/>
                </a:ext>
              </a:extLst>
            </p:cNvPr>
            <p:cNvSpPr/>
            <p:nvPr/>
          </p:nvSpPr>
          <p:spPr>
            <a:xfrm>
              <a:off x="4929836" y="4020794"/>
              <a:ext cx="26837" cy="23620"/>
            </a:xfrm>
            <a:custGeom>
              <a:avLst/>
              <a:gdLst>
                <a:gd name="connsiteX0" fmla="*/ 21087 w 26837"/>
                <a:gd name="connsiteY0" fmla="*/ 0 h 23620"/>
                <a:gd name="connsiteX1" fmla="*/ 15975 w 26837"/>
                <a:gd name="connsiteY1" fmla="*/ 1915 h 23620"/>
                <a:gd name="connsiteX2" fmla="*/ 14058 w 26837"/>
                <a:gd name="connsiteY2" fmla="*/ 3830 h 23620"/>
                <a:gd name="connsiteX3" fmla="*/ 12141 w 26837"/>
                <a:gd name="connsiteY3" fmla="*/ 1915 h 23620"/>
                <a:gd name="connsiteX4" fmla="*/ 7029 w 26837"/>
                <a:gd name="connsiteY4" fmla="*/ 0 h 23620"/>
                <a:gd name="connsiteX5" fmla="*/ 1917 w 26837"/>
                <a:gd name="connsiteY5" fmla="*/ 1915 h 23620"/>
                <a:gd name="connsiteX6" fmla="*/ 1917 w 26837"/>
                <a:gd name="connsiteY6" fmla="*/ 12129 h 23620"/>
                <a:gd name="connsiteX7" fmla="*/ 12780 w 26837"/>
                <a:gd name="connsiteY7" fmla="*/ 23621 h 23620"/>
                <a:gd name="connsiteX8" fmla="*/ 13419 w 26837"/>
                <a:gd name="connsiteY8" fmla="*/ 23621 h 23620"/>
                <a:gd name="connsiteX9" fmla="*/ 13419 w 26837"/>
                <a:gd name="connsiteY9" fmla="*/ 23621 h 23620"/>
                <a:gd name="connsiteX10" fmla="*/ 13419 w 26837"/>
                <a:gd name="connsiteY10" fmla="*/ 23621 h 23620"/>
                <a:gd name="connsiteX11" fmla="*/ 14058 w 26837"/>
                <a:gd name="connsiteY11" fmla="*/ 23621 h 23620"/>
                <a:gd name="connsiteX12" fmla="*/ 22365 w 26837"/>
                <a:gd name="connsiteY12" fmla="*/ 14683 h 23620"/>
                <a:gd name="connsiteX13" fmla="*/ 24921 w 26837"/>
                <a:gd name="connsiteY13" fmla="*/ 12129 h 23620"/>
                <a:gd name="connsiteX14" fmla="*/ 24921 w 26837"/>
                <a:gd name="connsiteY14" fmla="*/ 1915 h 23620"/>
                <a:gd name="connsiteX15" fmla="*/ 21087 w 26837"/>
                <a:gd name="connsiteY15" fmla="*/ 0 h 2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837" h="23620">
                  <a:moveTo>
                    <a:pt x="21087" y="0"/>
                  </a:moveTo>
                  <a:cubicBezTo>
                    <a:pt x="19170" y="0"/>
                    <a:pt x="17253" y="638"/>
                    <a:pt x="15975" y="1915"/>
                  </a:cubicBezTo>
                  <a:lnTo>
                    <a:pt x="14058" y="3830"/>
                  </a:lnTo>
                  <a:lnTo>
                    <a:pt x="12141" y="1915"/>
                  </a:lnTo>
                  <a:cubicBezTo>
                    <a:pt x="10863" y="638"/>
                    <a:pt x="8946" y="0"/>
                    <a:pt x="7029" y="0"/>
                  </a:cubicBezTo>
                  <a:cubicBezTo>
                    <a:pt x="5112" y="0"/>
                    <a:pt x="3195" y="638"/>
                    <a:pt x="1917" y="1915"/>
                  </a:cubicBezTo>
                  <a:cubicBezTo>
                    <a:pt x="-639" y="4469"/>
                    <a:pt x="-639" y="8937"/>
                    <a:pt x="1917" y="12129"/>
                  </a:cubicBezTo>
                  <a:lnTo>
                    <a:pt x="12780" y="23621"/>
                  </a:lnTo>
                  <a:cubicBezTo>
                    <a:pt x="12780" y="23621"/>
                    <a:pt x="13419" y="23621"/>
                    <a:pt x="13419" y="23621"/>
                  </a:cubicBezTo>
                  <a:cubicBezTo>
                    <a:pt x="13419" y="23621"/>
                    <a:pt x="13419" y="23621"/>
                    <a:pt x="13419" y="23621"/>
                  </a:cubicBezTo>
                  <a:cubicBezTo>
                    <a:pt x="13419" y="23621"/>
                    <a:pt x="13419" y="23621"/>
                    <a:pt x="13419" y="23621"/>
                  </a:cubicBezTo>
                  <a:cubicBezTo>
                    <a:pt x="13419" y="23621"/>
                    <a:pt x="14058" y="23621"/>
                    <a:pt x="14058" y="23621"/>
                  </a:cubicBezTo>
                  <a:lnTo>
                    <a:pt x="22365" y="14683"/>
                  </a:lnTo>
                  <a:lnTo>
                    <a:pt x="24921" y="12129"/>
                  </a:lnTo>
                  <a:cubicBezTo>
                    <a:pt x="27477" y="9576"/>
                    <a:pt x="27477" y="5107"/>
                    <a:pt x="24921" y="1915"/>
                  </a:cubicBezTo>
                  <a:cubicBezTo>
                    <a:pt x="24921" y="638"/>
                    <a:pt x="23004" y="0"/>
                    <a:pt x="21087" y="0"/>
                  </a:cubicBezTo>
                  <a:close/>
                </a:path>
              </a:pathLst>
            </a:custGeom>
            <a:solidFill>
              <a:srgbClr val="007CB0"/>
            </a:solidFill>
            <a:ln w="6390" cap="flat">
              <a:noFill/>
              <a:prstDash val="solid"/>
              <a:miter/>
            </a:ln>
          </p:spPr>
          <p:txBody>
            <a:bodyPr rtlCol="0" anchor="ctr"/>
            <a:lstStyle/>
            <a:p>
              <a:endParaRPr lang="en-US"/>
            </a:p>
          </p:txBody>
        </p:sp>
        <p:sp>
          <p:nvSpPr>
            <p:cNvPr id="737" name="Graphic 4">
              <a:extLst>
                <a:ext uri="{FF2B5EF4-FFF2-40B4-BE49-F238E27FC236}">
                  <a16:creationId xmlns:a16="http://schemas.microsoft.com/office/drawing/2014/main" id="{090F71B0-509E-FF47-BF8C-C2D736ADCC86}"/>
                </a:ext>
              </a:extLst>
            </p:cNvPr>
            <p:cNvSpPr/>
            <p:nvPr/>
          </p:nvSpPr>
          <p:spPr>
            <a:xfrm>
              <a:off x="4830313" y="3992705"/>
              <a:ext cx="31630" cy="28727"/>
            </a:xfrm>
            <a:custGeom>
              <a:avLst/>
              <a:gdLst>
                <a:gd name="connsiteX0" fmla="*/ 23483 w 31630"/>
                <a:gd name="connsiteY0" fmla="*/ 0 h 28727"/>
                <a:gd name="connsiteX1" fmla="*/ 17732 w 31630"/>
                <a:gd name="connsiteY1" fmla="*/ 2554 h 28727"/>
                <a:gd name="connsiteX2" fmla="*/ 15815 w 31630"/>
                <a:gd name="connsiteY2" fmla="*/ 4469 h 28727"/>
                <a:gd name="connsiteX3" fmla="*/ 13898 w 31630"/>
                <a:gd name="connsiteY3" fmla="*/ 2554 h 28727"/>
                <a:gd name="connsiteX4" fmla="*/ 8147 w 31630"/>
                <a:gd name="connsiteY4" fmla="*/ 0 h 28727"/>
                <a:gd name="connsiteX5" fmla="*/ 2396 w 31630"/>
                <a:gd name="connsiteY5" fmla="*/ 2554 h 28727"/>
                <a:gd name="connsiteX6" fmla="*/ 2396 w 31630"/>
                <a:gd name="connsiteY6" fmla="*/ 14683 h 28727"/>
                <a:gd name="connsiteX7" fmla="*/ 15176 w 31630"/>
                <a:gd name="connsiteY7" fmla="*/ 28090 h 28727"/>
                <a:gd name="connsiteX8" fmla="*/ 15815 w 31630"/>
                <a:gd name="connsiteY8" fmla="*/ 28728 h 28727"/>
                <a:gd name="connsiteX9" fmla="*/ 15815 w 31630"/>
                <a:gd name="connsiteY9" fmla="*/ 28728 h 28727"/>
                <a:gd name="connsiteX10" fmla="*/ 15815 w 31630"/>
                <a:gd name="connsiteY10" fmla="*/ 28728 h 28727"/>
                <a:gd name="connsiteX11" fmla="*/ 16454 w 31630"/>
                <a:gd name="connsiteY11" fmla="*/ 28090 h 28727"/>
                <a:gd name="connsiteX12" fmla="*/ 26039 w 31630"/>
                <a:gd name="connsiteY12" fmla="*/ 17875 h 28727"/>
                <a:gd name="connsiteX13" fmla="*/ 29234 w 31630"/>
                <a:gd name="connsiteY13" fmla="*/ 14683 h 28727"/>
                <a:gd name="connsiteX14" fmla="*/ 29234 w 31630"/>
                <a:gd name="connsiteY14" fmla="*/ 2554 h 28727"/>
                <a:gd name="connsiteX15" fmla="*/ 23483 w 31630"/>
                <a:gd name="connsiteY15" fmla="*/ 0 h 28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630" h="28727">
                  <a:moveTo>
                    <a:pt x="23483" y="0"/>
                  </a:moveTo>
                  <a:cubicBezTo>
                    <a:pt x="21566" y="0"/>
                    <a:pt x="19010" y="639"/>
                    <a:pt x="17732" y="2554"/>
                  </a:cubicBezTo>
                  <a:lnTo>
                    <a:pt x="15815" y="4469"/>
                  </a:lnTo>
                  <a:lnTo>
                    <a:pt x="13898" y="2554"/>
                  </a:lnTo>
                  <a:cubicBezTo>
                    <a:pt x="12620" y="1277"/>
                    <a:pt x="10064" y="0"/>
                    <a:pt x="8147" y="0"/>
                  </a:cubicBezTo>
                  <a:cubicBezTo>
                    <a:pt x="6230" y="0"/>
                    <a:pt x="3674" y="639"/>
                    <a:pt x="2396" y="2554"/>
                  </a:cubicBezTo>
                  <a:cubicBezTo>
                    <a:pt x="-799" y="5746"/>
                    <a:pt x="-799" y="10853"/>
                    <a:pt x="2396" y="14683"/>
                  </a:cubicBezTo>
                  <a:lnTo>
                    <a:pt x="15176" y="28090"/>
                  </a:lnTo>
                  <a:cubicBezTo>
                    <a:pt x="15176" y="28090"/>
                    <a:pt x="15815" y="28728"/>
                    <a:pt x="15815" y="28728"/>
                  </a:cubicBezTo>
                  <a:cubicBezTo>
                    <a:pt x="15815" y="28728"/>
                    <a:pt x="15815" y="28728"/>
                    <a:pt x="15815" y="28728"/>
                  </a:cubicBezTo>
                  <a:cubicBezTo>
                    <a:pt x="15815" y="28728"/>
                    <a:pt x="15815" y="28728"/>
                    <a:pt x="15815" y="28728"/>
                  </a:cubicBezTo>
                  <a:cubicBezTo>
                    <a:pt x="15815" y="28728"/>
                    <a:pt x="16454" y="28728"/>
                    <a:pt x="16454" y="28090"/>
                  </a:cubicBezTo>
                  <a:lnTo>
                    <a:pt x="26039" y="17875"/>
                  </a:lnTo>
                  <a:lnTo>
                    <a:pt x="29234" y="14683"/>
                  </a:lnTo>
                  <a:cubicBezTo>
                    <a:pt x="32429" y="11491"/>
                    <a:pt x="32429" y="6384"/>
                    <a:pt x="29234" y="2554"/>
                  </a:cubicBezTo>
                  <a:cubicBezTo>
                    <a:pt x="27956" y="639"/>
                    <a:pt x="25400" y="0"/>
                    <a:pt x="23483" y="0"/>
                  </a:cubicBezTo>
                  <a:close/>
                </a:path>
              </a:pathLst>
            </a:custGeom>
            <a:solidFill>
              <a:srgbClr val="007CB0"/>
            </a:solidFill>
            <a:ln w="6390" cap="flat">
              <a:noFill/>
              <a:prstDash val="solid"/>
              <a:miter/>
            </a:ln>
          </p:spPr>
          <p:txBody>
            <a:bodyPr rtlCol="0" anchor="ctr"/>
            <a:lstStyle/>
            <a:p>
              <a:endParaRPr lang="en-US"/>
            </a:p>
          </p:txBody>
        </p:sp>
      </p:grpSp>
      <p:grpSp>
        <p:nvGrpSpPr>
          <p:cNvPr id="738" name="Graphic 4">
            <a:extLst>
              <a:ext uri="{FF2B5EF4-FFF2-40B4-BE49-F238E27FC236}">
                <a16:creationId xmlns:a16="http://schemas.microsoft.com/office/drawing/2014/main" id="{9C645E34-D120-C941-933E-1850DE9206A6}"/>
              </a:ext>
            </a:extLst>
          </p:cNvPr>
          <p:cNvGrpSpPr/>
          <p:nvPr/>
        </p:nvGrpSpPr>
        <p:grpSpPr>
          <a:xfrm>
            <a:off x="3607758" y="4792617"/>
            <a:ext cx="361674" cy="361333"/>
            <a:chOff x="3607758" y="4792617"/>
            <a:chExt cx="361674" cy="361333"/>
          </a:xfrm>
          <a:solidFill>
            <a:srgbClr val="007CB0"/>
          </a:solidFill>
        </p:grpSpPr>
        <p:sp>
          <p:nvSpPr>
            <p:cNvPr id="739" name="Graphic 4">
              <a:extLst>
                <a:ext uri="{FF2B5EF4-FFF2-40B4-BE49-F238E27FC236}">
                  <a16:creationId xmlns:a16="http://schemas.microsoft.com/office/drawing/2014/main" id="{1A8A6DF3-4A37-9946-A54B-68B9E945FA32}"/>
                </a:ext>
              </a:extLst>
            </p:cNvPr>
            <p:cNvSpPr/>
            <p:nvPr/>
          </p:nvSpPr>
          <p:spPr>
            <a:xfrm>
              <a:off x="3607758" y="4792617"/>
              <a:ext cx="361674" cy="361333"/>
            </a:xfrm>
            <a:custGeom>
              <a:avLst/>
              <a:gdLst>
                <a:gd name="connsiteX0" fmla="*/ 180836 w 361674"/>
                <a:gd name="connsiteY0" fmla="*/ 0 h 361333"/>
                <a:gd name="connsiteX1" fmla="*/ 0 w 361674"/>
                <a:gd name="connsiteY1" fmla="*/ 180667 h 361333"/>
                <a:gd name="connsiteX2" fmla="*/ 180836 w 361674"/>
                <a:gd name="connsiteY2" fmla="*/ 361334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7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2" y="361334"/>
                    <a:pt x="180836" y="361334"/>
                  </a:cubicBezTo>
                  <a:cubicBezTo>
                    <a:pt x="280518" y="361334"/>
                    <a:pt x="361671" y="280257"/>
                    <a:pt x="361671" y="180667"/>
                  </a:cubicBezTo>
                  <a:cubicBezTo>
                    <a:pt x="362310" y="81077"/>
                    <a:pt x="281157" y="0"/>
                    <a:pt x="180836" y="0"/>
                  </a:cubicBezTo>
                  <a:close/>
                  <a:moveTo>
                    <a:pt x="180836" y="349204"/>
                  </a:moveTo>
                  <a:cubicBezTo>
                    <a:pt x="88181" y="349204"/>
                    <a:pt x="12780" y="273873"/>
                    <a:pt x="12780" y="181305"/>
                  </a:cubicBezTo>
                  <a:cubicBezTo>
                    <a:pt x="12780" y="88738"/>
                    <a:pt x="88181" y="13407"/>
                    <a:pt x="180836" y="13407"/>
                  </a:cubicBezTo>
                  <a:cubicBezTo>
                    <a:pt x="273490" y="13407"/>
                    <a:pt x="348891" y="88738"/>
                    <a:pt x="348891" y="181305"/>
                  </a:cubicBezTo>
                  <a:cubicBezTo>
                    <a:pt x="349530" y="273873"/>
                    <a:pt x="274128" y="349204"/>
                    <a:pt x="180836" y="349204"/>
                  </a:cubicBezTo>
                  <a:close/>
                </a:path>
              </a:pathLst>
            </a:custGeom>
            <a:solidFill>
              <a:srgbClr val="007CB0"/>
            </a:solidFill>
            <a:ln w="6390" cap="flat">
              <a:noFill/>
              <a:prstDash val="solid"/>
              <a:miter/>
            </a:ln>
          </p:spPr>
          <p:txBody>
            <a:bodyPr rtlCol="0" anchor="ctr"/>
            <a:lstStyle/>
            <a:p>
              <a:endParaRPr lang="en-US"/>
            </a:p>
          </p:txBody>
        </p:sp>
        <p:sp>
          <p:nvSpPr>
            <p:cNvPr id="740" name="Graphic 4">
              <a:extLst>
                <a:ext uri="{FF2B5EF4-FFF2-40B4-BE49-F238E27FC236}">
                  <a16:creationId xmlns:a16="http://schemas.microsoft.com/office/drawing/2014/main" id="{341B84DC-CDBB-A847-8325-149863A2F4D7}"/>
                </a:ext>
              </a:extLst>
            </p:cNvPr>
            <p:cNvSpPr/>
            <p:nvPr/>
          </p:nvSpPr>
          <p:spPr>
            <a:xfrm>
              <a:off x="3711275" y="4881355"/>
              <a:ext cx="40895" cy="40857"/>
            </a:xfrm>
            <a:custGeom>
              <a:avLst/>
              <a:gdLst>
                <a:gd name="connsiteX0" fmla="*/ 20448 w 40895"/>
                <a:gd name="connsiteY0" fmla="*/ 40858 h 40857"/>
                <a:gd name="connsiteX1" fmla="*/ 40896 w 40895"/>
                <a:gd name="connsiteY1" fmla="*/ 20429 h 40857"/>
                <a:gd name="connsiteX2" fmla="*/ 20448 w 40895"/>
                <a:gd name="connsiteY2" fmla="*/ 0 h 40857"/>
                <a:gd name="connsiteX3" fmla="*/ 0 w 40895"/>
                <a:gd name="connsiteY3" fmla="*/ 20429 h 40857"/>
                <a:gd name="connsiteX4" fmla="*/ 20448 w 40895"/>
                <a:gd name="connsiteY4" fmla="*/ 40858 h 40857"/>
                <a:gd name="connsiteX5" fmla="*/ 20448 w 40895"/>
                <a:gd name="connsiteY5" fmla="*/ 12768 h 40857"/>
                <a:gd name="connsiteX6" fmla="*/ 28116 w 40895"/>
                <a:gd name="connsiteY6" fmla="*/ 20429 h 40857"/>
                <a:gd name="connsiteX7" fmla="*/ 20448 w 40895"/>
                <a:gd name="connsiteY7" fmla="*/ 28090 h 40857"/>
                <a:gd name="connsiteX8" fmla="*/ 12780 w 40895"/>
                <a:gd name="connsiteY8" fmla="*/ 20429 h 40857"/>
                <a:gd name="connsiteX9" fmla="*/ 20448 w 40895"/>
                <a:gd name="connsiteY9" fmla="*/ 12768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95" h="40857">
                  <a:moveTo>
                    <a:pt x="20448" y="40858"/>
                  </a:moveTo>
                  <a:cubicBezTo>
                    <a:pt x="31950" y="40858"/>
                    <a:pt x="40896" y="31920"/>
                    <a:pt x="40896" y="20429"/>
                  </a:cubicBezTo>
                  <a:cubicBezTo>
                    <a:pt x="40896" y="8938"/>
                    <a:pt x="31950" y="0"/>
                    <a:pt x="20448" y="0"/>
                  </a:cubicBezTo>
                  <a:cubicBezTo>
                    <a:pt x="8946" y="0"/>
                    <a:pt x="0" y="8938"/>
                    <a:pt x="0" y="20429"/>
                  </a:cubicBezTo>
                  <a:cubicBezTo>
                    <a:pt x="0" y="31920"/>
                    <a:pt x="8946" y="40858"/>
                    <a:pt x="20448" y="40858"/>
                  </a:cubicBezTo>
                  <a:close/>
                  <a:moveTo>
                    <a:pt x="20448" y="12768"/>
                  </a:moveTo>
                  <a:cubicBezTo>
                    <a:pt x="24921" y="12768"/>
                    <a:pt x="28116" y="16598"/>
                    <a:pt x="28116" y="20429"/>
                  </a:cubicBezTo>
                  <a:cubicBezTo>
                    <a:pt x="28116" y="24259"/>
                    <a:pt x="24282" y="28090"/>
                    <a:pt x="20448" y="28090"/>
                  </a:cubicBezTo>
                  <a:cubicBezTo>
                    <a:pt x="15975" y="28090"/>
                    <a:pt x="12780" y="24259"/>
                    <a:pt x="12780" y="20429"/>
                  </a:cubicBezTo>
                  <a:cubicBezTo>
                    <a:pt x="12780" y="16598"/>
                    <a:pt x="15975" y="12768"/>
                    <a:pt x="20448" y="12768"/>
                  </a:cubicBezTo>
                  <a:close/>
                </a:path>
              </a:pathLst>
            </a:custGeom>
            <a:solidFill>
              <a:srgbClr val="007CB0"/>
            </a:solidFill>
            <a:ln w="6390" cap="flat">
              <a:noFill/>
              <a:prstDash val="solid"/>
              <a:miter/>
            </a:ln>
          </p:spPr>
          <p:txBody>
            <a:bodyPr rtlCol="0" anchor="ctr"/>
            <a:lstStyle/>
            <a:p>
              <a:endParaRPr lang="en-US"/>
            </a:p>
          </p:txBody>
        </p:sp>
        <p:sp>
          <p:nvSpPr>
            <p:cNvPr id="741" name="Graphic 4">
              <a:extLst>
                <a:ext uri="{FF2B5EF4-FFF2-40B4-BE49-F238E27FC236}">
                  <a16:creationId xmlns:a16="http://schemas.microsoft.com/office/drawing/2014/main" id="{35457DE1-CF90-0647-99F7-400E022DEF3A}"/>
                </a:ext>
              </a:extLst>
            </p:cNvPr>
            <p:cNvSpPr/>
            <p:nvPr/>
          </p:nvSpPr>
          <p:spPr>
            <a:xfrm>
              <a:off x="3702717" y="4938811"/>
              <a:ext cx="58010" cy="148108"/>
            </a:xfrm>
            <a:custGeom>
              <a:avLst/>
              <a:gdLst>
                <a:gd name="connsiteX0" fmla="*/ 36034 w 58010"/>
                <a:gd name="connsiteY0" fmla="*/ 0 h 148108"/>
                <a:gd name="connsiteX1" fmla="*/ 21337 w 58010"/>
                <a:gd name="connsiteY1" fmla="*/ 0 h 148108"/>
                <a:gd name="connsiteX2" fmla="*/ 14947 w 58010"/>
                <a:gd name="connsiteY2" fmla="*/ 5107 h 148108"/>
                <a:gd name="connsiteX3" fmla="*/ 251 w 58010"/>
                <a:gd name="connsiteY3" fmla="*/ 77885 h 148108"/>
                <a:gd name="connsiteX4" fmla="*/ 1529 w 58010"/>
                <a:gd name="connsiteY4" fmla="*/ 82992 h 148108"/>
                <a:gd name="connsiteX5" fmla="*/ 6641 w 58010"/>
                <a:gd name="connsiteY5" fmla="*/ 85546 h 148108"/>
                <a:gd name="connsiteX6" fmla="*/ 7919 w 58010"/>
                <a:gd name="connsiteY6" fmla="*/ 85546 h 148108"/>
                <a:gd name="connsiteX7" fmla="*/ 7919 w 58010"/>
                <a:gd name="connsiteY7" fmla="*/ 141724 h 148108"/>
                <a:gd name="connsiteX8" fmla="*/ 14309 w 58010"/>
                <a:gd name="connsiteY8" fmla="*/ 148108 h 148108"/>
                <a:gd name="connsiteX9" fmla="*/ 20698 w 58010"/>
                <a:gd name="connsiteY9" fmla="*/ 141724 h 148108"/>
                <a:gd name="connsiteX10" fmla="*/ 20698 w 58010"/>
                <a:gd name="connsiteY10" fmla="*/ 85546 h 148108"/>
                <a:gd name="connsiteX11" fmla="*/ 37312 w 58010"/>
                <a:gd name="connsiteY11" fmla="*/ 85546 h 148108"/>
                <a:gd name="connsiteX12" fmla="*/ 37312 w 58010"/>
                <a:gd name="connsiteY12" fmla="*/ 141724 h 148108"/>
                <a:gd name="connsiteX13" fmla="*/ 43702 w 58010"/>
                <a:gd name="connsiteY13" fmla="*/ 148108 h 148108"/>
                <a:gd name="connsiteX14" fmla="*/ 50092 w 58010"/>
                <a:gd name="connsiteY14" fmla="*/ 141724 h 148108"/>
                <a:gd name="connsiteX15" fmla="*/ 50092 w 58010"/>
                <a:gd name="connsiteY15" fmla="*/ 85546 h 148108"/>
                <a:gd name="connsiteX16" fmla="*/ 51370 w 58010"/>
                <a:gd name="connsiteY16" fmla="*/ 85546 h 148108"/>
                <a:gd name="connsiteX17" fmla="*/ 56482 w 58010"/>
                <a:gd name="connsiteY17" fmla="*/ 82992 h 148108"/>
                <a:gd name="connsiteX18" fmla="*/ 57760 w 58010"/>
                <a:gd name="connsiteY18" fmla="*/ 77885 h 148108"/>
                <a:gd name="connsiteX19" fmla="*/ 42424 w 58010"/>
                <a:gd name="connsiteY19" fmla="*/ 5107 h 148108"/>
                <a:gd name="connsiteX20" fmla="*/ 36034 w 58010"/>
                <a:gd name="connsiteY20" fmla="*/ 0 h 148108"/>
                <a:gd name="connsiteX21" fmla="*/ 14309 w 58010"/>
                <a:gd name="connsiteY21" fmla="*/ 72778 h 148108"/>
                <a:gd name="connsiteX22" fmla="*/ 26449 w 58010"/>
                <a:gd name="connsiteY22" fmla="*/ 12768 h 148108"/>
                <a:gd name="connsiteX23" fmla="*/ 30283 w 58010"/>
                <a:gd name="connsiteY23" fmla="*/ 12768 h 148108"/>
                <a:gd name="connsiteX24" fmla="*/ 43063 w 58010"/>
                <a:gd name="connsiteY24" fmla="*/ 72778 h 148108"/>
                <a:gd name="connsiteX25" fmla="*/ 14309 w 58010"/>
                <a:gd name="connsiteY25" fmla="*/ 72778 h 148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8010" h="148108">
                  <a:moveTo>
                    <a:pt x="36034" y="0"/>
                  </a:moveTo>
                  <a:lnTo>
                    <a:pt x="21337" y="0"/>
                  </a:lnTo>
                  <a:cubicBezTo>
                    <a:pt x="18142" y="0"/>
                    <a:pt x="15587" y="1915"/>
                    <a:pt x="14947" y="5107"/>
                  </a:cubicBezTo>
                  <a:lnTo>
                    <a:pt x="251" y="77885"/>
                  </a:lnTo>
                  <a:cubicBezTo>
                    <a:pt x="-388" y="79800"/>
                    <a:pt x="251" y="81715"/>
                    <a:pt x="1529" y="82992"/>
                  </a:cubicBezTo>
                  <a:cubicBezTo>
                    <a:pt x="2807" y="84269"/>
                    <a:pt x="4724" y="85546"/>
                    <a:pt x="6641" y="85546"/>
                  </a:cubicBezTo>
                  <a:lnTo>
                    <a:pt x="7919" y="85546"/>
                  </a:lnTo>
                  <a:lnTo>
                    <a:pt x="7919" y="141724"/>
                  </a:lnTo>
                  <a:cubicBezTo>
                    <a:pt x="7919" y="145555"/>
                    <a:pt x="10474" y="148108"/>
                    <a:pt x="14309" y="148108"/>
                  </a:cubicBezTo>
                  <a:cubicBezTo>
                    <a:pt x="18142" y="148108"/>
                    <a:pt x="20698" y="145555"/>
                    <a:pt x="20698" y="141724"/>
                  </a:cubicBezTo>
                  <a:lnTo>
                    <a:pt x="20698" y="85546"/>
                  </a:lnTo>
                  <a:lnTo>
                    <a:pt x="37312" y="85546"/>
                  </a:lnTo>
                  <a:lnTo>
                    <a:pt x="37312" y="141724"/>
                  </a:lnTo>
                  <a:cubicBezTo>
                    <a:pt x="37312" y="145555"/>
                    <a:pt x="39868" y="148108"/>
                    <a:pt x="43702" y="148108"/>
                  </a:cubicBezTo>
                  <a:cubicBezTo>
                    <a:pt x="47536" y="148108"/>
                    <a:pt x="50092" y="145555"/>
                    <a:pt x="50092" y="141724"/>
                  </a:cubicBezTo>
                  <a:lnTo>
                    <a:pt x="50092" y="85546"/>
                  </a:lnTo>
                  <a:lnTo>
                    <a:pt x="51370" y="85546"/>
                  </a:lnTo>
                  <a:cubicBezTo>
                    <a:pt x="53287" y="85546"/>
                    <a:pt x="55204" y="84907"/>
                    <a:pt x="56482" y="82992"/>
                  </a:cubicBezTo>
                  <a:cubicBezTo>
                    <a:pt x="57760" y="81715"/>
                    <a:pt x="58399" y="79800"/>
                    <a:pt x="57760" y="77885"/>
                  </a:cubicBezTo>
                  <a:lnTo>
                    <a:pt x="42424" y="5107"/>
                  </a:lnTo>
                  <a:cubicBezTo>
                    <a:pt x="41785" y="1915"/>
                    <a:pt x="39229" y="0"/>
                    <a:pt x="36034" y="0"/>
                  </a:cubicBezTo>
                  <a:close/>
                  <a:moveTo>
                    <a:pt x="14309" y="72778"/>
                  </a:moveTo>
                  <a:lnTo>
                    <a:pt x="26449" y="12768"/>
                  </a:lnTo>
                  <a:lnTo>
                    <a:pt x="30283" y="12768"/>
                  </a:lnTo>
                  <a:lnTo>
                    <a:pt x="43063" y="72778"/>
                  </a:lnTo>
                  <a:lnTo>
                    <a:pt x="14309" y="72778"/>
                  </a:lnTo>
                  <a:close/>
                </a:path>
              </a:pathLst>
            </a:custGeom>
            <a:solidFill>
              <a:srgbClr val="007CB0"/>
            </a:solidFill>
            <a:ln w="6390" cap="flat">
              <a:noFill/>
              <a:prstDash val="solid"/>
              <a:miter/>
            </a:ln>
          </p:spPr>
          <p:txBody>
            <a:bodyPr rtlCol="0" anchor="ctr"/>
            <a:lstStyle/>
            <a:p>
              <a:endParaRPr lang="en-US"/>
            </a:p>
          </p:txBody>
        </p:sp>
        <p:sp>
          <p:nvSpPr>
            <p:cNvPr id="742" name="Graphic 4">
              <a:extLst>
                <a:ext uri="{FF2B5EF4-FFF2-40B4-BE49-F238E27FC236}">
                  <a16:creationId xmlns:a16="http://schemas.microsoft.com/office/drawing/2014/main" id="{09850472-646F-D640-A17C-2B37F5AB6867}"/>
                </a:ext>
              </a:extLst>
            </p:cNvPr>
            <p:cNvSpPr/>
            <p:nvPr/>
          </p:nvSpPr>
          <p:spPr>
            <a:xfrm>
              <a:off x="3654404" y="4942003"/>
              <a:ext cx="53675" cy="53625"/>
            </a:xfrm>
            <a:custGeom>
              <a:avLst/>
              <a:gdLst>
                <a:gd name="connsiteX0" fmla="*/ 51759 w 53675"/>
                <a:gd name="connsiteY0" fmla="*/ 1915 h 53625"/>
                <a:gd name="connsiteX1" fmla="*/ 42812 w 53675"/>
                <a:gd name="connsiteY1" fmla="*/ 1915 h 53625"/>
                <a:gd name="connsiteX2" fmla="*/ 1917 w 53675"/>
                <a:gd name="connsiteY2" fmla="*/ 42773 h 53625"/>
                <a:gd name="connsiteX3" fmla="*/ 1917 w 53675"/>
                <a:gd name="connsiteY3" fmla="*/ 51710 h 53625"/>
                <a:gd name="connsiteX4" fmla="*/ 6390 w 53675"/>
                <a:gd name="connsiteY4" fmla="*/ 53626 h 53625"/>
                <a:gd name="connsiteX5" fmla="*/ 10863 w 53675"/>
                <a:gd name="connsiteY5" fmla="*/ 51710 h 53625"/>
                <a:gd name="connsiteX6" fmla="*/ 51759 w 53675"/>
                <a:gd name="connsiteY6" fmla="*/ 10853 h 53625"/>
                <a:gd name="connsiteX7" fmla="*/ 51759 w 53675"/>
                <a:gd name="connsiteY7" fmla="*/ 1915 h 5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675" h="53625">
                  <a:moveTo>
                    <a:pt x="51759" y="1915"/>
                  </a:moveTo>
                  <a:cubicBezTo>
                    <a:pt x="49202" y="-638"/>
                    <a:pt x="45369" y="-638"/>
                    <a:pt x="42812" y="1915"/>
                  </a:cubicBezTo>
                  <a:lnTo>
                    <a:pt x="1917" y="42773"/>
                  </a:lnTo>
                  <a:cubicBezTo>
                    <a:pt x="-639" y="45326"/>
                    <a:pt x="-639" y="49157"/>
                    <a:pt x="1917" y="51710"/>
                  </a:cubicBezTo>
                  <a:cubicBezTo>
                    <a:pt x="3195" y="52987"/>
                    <a:pt x="5112" y="53626"/>
                    <a:pt x="6390" y="53626"/>
                  </a:cubicBezTo>
                  <a:cubicBezTo>
                    <a:pt x="7668" y="53626"/>
                    <a:pt x="9585" y="52987"/>
                    <a:pt x="10863" y="51710"/>
                  </a:cubicBezTo>
                  <a:lnTo>
                    <a:pt x="51759" y="10853"/>
                  </a:lnTo>
                  <a:cubicBezTo>
                    <a:pt x="54315" y="8938"/>
                    <a:pt x="54315" y="4469"/>
                    <a:pt x="51759" y="1915"/>
                  </a:cubicBezTo>
                  <a:close/>
                </a:path>
              </a:pathLst>
            </a:custGeom>
            <a:solidFill>
              <a:srgbClr val="007CB0"/>
            </a:solidFill>
            <a:ln w="6390" cap="flat">
              <a:noFill/>
              <a:prstDash val="solid"/>
              <a:miter/>
            </a:ln>
          </p:spPr>
          <p:txBody>
            <a:bodyPr rtlCol="0" anchor="ctr"/>
            <a:lstStyle/>
            <a:p>
              <a:endParaRPr lang="en-US"/>
            </a:p>
          </p:txBody>
        </p:sp>
        <p:sp>
          <p:nvSpPr>
            <p:cNvPr id="743" name="Graphic 4">
              <a:extLst>
                <a:ext uri="{FF2B5EF4-FFF2-40B4-BE49-F238E27FC236}">
                  <a16:creationId xmlns:a16="http://schemas.microsoft.com/office/drawing/2014/main" id="{8ED78E85-2C5C-414D-BBCD-B040FAF58782}"/>
                </a:ext>
              </a:extLst>
            </p:cNvPr>
            <p:cNvSpPr/>
            <p:nvPr/>
          </p:nvSpPr>
          <p:spPr>
            <a:xfrm>
              <a:off x="3831406" y="4881355"/>
              <a:ext cx="40895" cy="40857"/>
            </a:xfrm>
            <a:custGeom>
              <a:avLst/>
              <a:gdLst>
                <a:gd name="connsiteX0" fmla="*/ 20448 w 40895"/>
                <a:gd name="connsiteY0" fmla="*/ 40858 h 40857"/>
                <a:gd name="connsiteX1" fmla="*/ 40896 w 40895"/>
                <a:gd name="connsiteY1" fmla="*/ 20429 h 40857"/>
                <a:gd name="connsiteX2" fmla="*/ 20448 w 40895"/>
                <a:gd name="connsiteY2" fmla="*/ 0 h 40857"/>
                <a:gd name="connsiteX3" fmla="*/ 0 w 40895"/>
                <a:gd name="connsiteY3" fmla="*/ 20429 h 40857"/>
                <a:gd name="connsiteX4" fmla="*/ 20448 w 40895"/>
                <a:gd name="connsiteY4" fmla="*/ 40858 h 40857"/>
                <a:gd name="connsiteX5" fmla="*/ 20448 w 40895"/>
                <a:gd name="connsiteY5" fmla="*/ 12768 h 40857"/>
                <a:gd name="connsiteX6" fmla="*/ 28116 w 40895"/>
                <a:gd name="connsiteY6" fmla="*/ 20429 h 40857"/>
                <a:gd name="connsiteX7" fmla="*/ 20448 w 40895"/>
                <a:gd name="connsiteY7" fmla="*/ 28090 h 40857"/>
                <a:gd name="connsiteX8" fmla="*/ 12780 w 40895"/>
                <a:gd name="connsiteY8" fmla="*/ 20429 h 40857"/>
                <a:gd name="connsiteX9" fmla="*/ 20448 w 40895"/>
                <a:gd name="connsiteY9" fmla="*/ 12768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95" h="40857">
                  <a:moveTo>
                    <a:pt x="20448" y="40858"/>
                  </a:moveTo>
                  <a:cubicBezTo>
                    <a:pt x="31950" y="40858"/>
                    <a:pt x="40896" y="31920"/>
                    <a:pt x="40896" y="20429"/>
                  </a:cubicBezTo>
                  <a:cubicBezTo>
                    <a:pt x="40896" y="8938"/>
                    <a:pt x="31950" y="0"/>
                    <a:pt x="20448" y="0"/>
                  </a:cubicBezTo>
                  <a:cubicBezTo>
                    <a:pt x="8946" y="0"/>
                    <a:pt x="0" y="8938"/>
                    <a:pt x="0" y="20429"/>
                  </a:cubicBezTo>
                  <a:cubicBezTo>
                    <a:pt x="0" y="31920"/>
                    <a:pt x="8946" y="40858"/>
                    <a:pt x="20448" y="40858"/>
                  </a:cubicBezTo>
                  <a:close/>
                  <a:moveTo>
                    <a:pt x="20448" y="12768"/>
                  </a:moveTo>
                  <a:cubicBezTo>
                    <a:pt x="24921" y="12768"/>
                    <a:pt x="28116" y="16598"/>
                    <a:pt x="28116" y="20429"/>
                  </a:cubicBezTo>
                  <a:cubicBezTo>
                    <a:pt x="28116" y="24259"/>
                    <a:pt x="24282" y="28090"/>
                    <a:pt x="20448" y="28090"/>
                  </a:cubicBezTo>
                  <a:cubicBezTo>
                    <a:pt x="15975" y="28090"/>
                    <a:pt x="12780" y="24259"/>
                    <a:pt x="12780" y="20429"/>
                  </a:cubicBezTo>
                  <a:cubicBezTo>
                    <a:pt x="12780" y="16598"/>
                    <a:pt x="16614" y="12768"/>
                    <a:pt x="20448" y="12768"/>
                  </a:cubicBezTo>
                  <a:close/>
                </a:path>
              </a:pathLst>
            </a:custGeom>
            <a:solidFill>
              <a:srgbClr val="007CB0"/>
            </a:solidFill>
            <a:ln w="6390" cap="flat">
              <a:noFill/>
              <a:prstDash val="solid"/>
              <a:miter/>
            </a:ln>
          </p:spPr>
          <p:txBody>
            <a:bodyPr rtlCol="0" anchor="ctr"/>
            <a:lstStyle/>
            <a:p>
              <a:endParaRPr lang="en-US"/>
            </a:p>
          </p:txBody>
        </p:sp>
        <p:sp>
          <p:nvSpPr>
            <p:cNvPr id="744" name="Graphic 4">
              <a:extLst>
                <a:ext uri="{FF2B5EF4-FFF2-40B4-BE49-F238E27FC236}">
                  <a16:creationId xmlns:a16="http://schemas.microsoft.com/office/drawing/2014/main" id="{8C4CB53C-7474-B44D-AC47-4A6520E4E201}"/>
                </a:ext>
              </a:extLst>
            </p:cNvPr>
            <p:cNvSpPr/>
            <p:nvPr/>
          </p:nvSpPr>
          <p:spPr>
            <a:xfrm>
              <a:off x="3822848" y="4938811"/>
              <a:ext cx="58010" cy="148108"/>
            </a:xfrm>
            <a:custGeom>
              <a:avLst/>
              <a:gdLst>
                <a:gd name="connsiteX0" fmla="*/ 36673 w 58010"/>
                <a:gd name="connsiteY0" fmla="*/ 0 h 148108"/>
                <a:gd name="connsiteX1" fmla="*/ 21977 w 58010"/>
                <a:gd name="connsiteY1" fmla="*/ 0 h 148108"/>
                <a:gd name="connsiteX2" fmla="*/ 15587 w 58010"/>
                <a:gd name="connsiteY2" fmla="*/ 5107 h 148108"/>
                <a:gd name="connsiteX3" fmla="*/ 251 w 58010"/>
                <a:gd name="connsiteY3" fmla="*/ 77885 h 148108"/>
                <a:gd name="connsiteX4" fmla="*/ 1529 w 58010"/>
                <a:gd name="connsiteY4" fmla="*/ 82992 h 148108"/>
                <a:gd name="connsiteX5" fmla="*/ 6641 w 58010"/>
                <a:gd name="connsiteY5" fmla="*/ 85546 h 148108"/>
                <a:gd name="connsiteX6" fmla="*/ 7919 w 58010"/>
                <a:gd name="connsiteY6" fmla="*/ 85546 h 148108"/>
                <a:gd name="connsiteX7" fmla="*/ 7919 w 58010"/>
                <a:gd name="connsiteY7" fmla="*/ 141724 h 148108"/>
                <a:gd name="connsiteX8" fmla="*/ 14309 w 58010"/>
                <a:gd name="connsiteY8" fmla="*/ 148108 h 148108"/>
                <a:gd name="connsiteX9" fmla="*/ 20698 w 58010"/>
                <a:gd name="connsiteY9" fmla="*/ 141724 h 148108"/>
                <a:gd name="connsiteX10" fmla="*/ 20698 w 58010"/>
                <a:gd name="connsiteY10" fmla="*/ 85546 h 148108"/>
                <a:gd name="connsiteX11" fmla="*/ 37312 w 58010"/>
                <a:gd name="connsiteY11" fmla="*/ 85546 h 148108"/>
                <a:gd name="connsiteX12" fmla="*/ 37312 w 58010"/>
                <a:gd name="connsiteY12" fmla="*/ 141724 h 148108"/>
                <a:gd name="connsiteX13" fmla="*/ 43702 w 58010"/>
                <a:gd name="connsiteY13" fmla="*/ 148108 h 148108"/>
                <a:gd name="connsiteX14" fmla="*/ 50092 w 58010"/>
                <a:gd name="connsiteY14" fmla="*/ 141724 h 148108"/>
                <a:gd name="connsiteX15" fmla="*/ 50092 w 58010"/>
                <a:gd name="connsiteY15" fmla="*/ 85546 h 148108"/>
                <a:gd name="connsiteX16" fmla="*/ 51370 w 58010"/>
                <a:gd name="connsiteY16" fmla="*/ 85546 h 148108"/>
                <a:gd name="connsiteX17" fmla="*/ 56482 w 58010"/>
                <a:gd name="connsiteY17" fmla="*/ 82992 h 148108"/>
                <a:gd name="connsiteX18" fmla="*/ 57760 w 58010"/>
                <a:gd name="connsiteY18" fmla="*/ 77885 h 148108"/>
                <a:gd name="connsiteX19" fmla="*/ 43063 w 58010"/>
                <a:gd name="connsiteY19" fmla="*/ 5107 h 148108"/>
                <a:gd name="connsiteX20" fmla="*/ 36673 w 58010"/>
                <a:gd name="connsiteY20" fmla="*/ 0 h 148108"/>
                <a:gd name="connsiteX21" fmla="*/ 14947 w 58010"/>
                <a:gd name="connsiteY21" fmla="*/ 72778 h 148108"/>
                <a:gd name="connsiteX22" fmla="*/ 27727 w 58010"/>
                <a:gd name="connsiteY22" fmla="*/ 12768 h 148108"/>
                <a:gd name="connsiteX23" fmla="*/ 31561 w 58010"/>
                <a:gd name="connsiteY23" fmla="*/ 12768 h 148108"/>
                <a:gd name="connsiteX24" fmla="*/ 43702 w 58010"/>
                <a:gd name="connsiteY24" fmla="*/ 72778 h 148108"/>
                <a:gd name="connsiteX25" fmla="*/ 14947 w 58010"/>
                <a:gd name="connsiteY25" fmla="*/ 72778 h 148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8010" h="148108">
                  <a:moveTo>
                    <a:pt x="36673" y="0"/>
                  </a:moveTo>
                  <a:lnTo>
                    <a:pt x="21977" y="0"/>
                  </a:lnTo>
                  <a:cubicBezTo>
                    <a:pt x="18782" y="0"/>
                    <a:pt x="16225" y="1915"/>
                    <a:pt x="15587" y="5107"/>
                  </a:cubicBezTo>
                  <a:lnTo>
                    <a:pt x="251" y="77885"/>
                  </a:lnTo>
                  <a:cubicBezTo>
                    <a:pt x="-388" y="79800"/>
                    <a:pt x="251" y="81715"/>
                    <a:pt x="1529" y="82992"/>
                  </a:cubicBezTo>
                  <a:cubicBezTo>
                    <a:pt x="2807" y="84269"/>
                    <a:pt x="4724" y="85546"/>
                    <a:pt x="6641" y="85546"/>
                  </a:cubicBezTo>
                  <a:lnTo>
                    <a:pt x="7919" y="85546"/>
                  </a:lnTo>
                  <a:lnTo>
                    <a:pt x="7919" y="141724"/>
                  </a:lnTo>
                  <a:cubicBezTo>
                    <a:pt x="7919" y="145555"/>
                    <a:pt x="10475" y="148108"/>
                    <a:pt x="14309" y="148108"/>
                  </a:cubicBezTo>
                  <a:cubicBezTo>
                    <a:pt x="18142" y="148108"/>
                    <a:pt x="20698" y="145555"/>
                    <a:pt x="20698" y="141724"/>
                  </a:cubicBezTo>
                  <a:lnTo>
                    <a:pt x="20698" y="85546"/>
                  </a:lnTo>
                  <a:lnTo>
                    <a:pt x="37312" y="85546"/>
                  </a:lnTo>
                  <a:lnTo>
                    <a:pt x="37312" y="141724"/>
                  </a:lnTo>
                  <a:cubicBezTo>
                    <a:pt x="37312" y="145555"/>
                    <a:pt x="39868" y="148108"/>
                    <a:pt x="43702" y="148108"/>
                  </a:cubicBezTo>
                  <a:cubicBezTo>
                    <a:pt x="47536" y="148108"/>
                    <a:pt x="50092" y="145555"/>
                    <a:pt x="50092" y="141724"/>
                  </a:cubicBezTo>
                  <a:lnTo>
                    <a:pt x="50092" y="85546"/>
                  </a:lnTo>
                  <a:lnTo>
                    <a:pt x="51370" y="85546"/>
                  </a:lnTo>
                  <a:cubicBezTo>
                    <a:pt x="53287" y="85546"/>
                    <a:pt x="55204" y="84907"/>
                    <a:pt x="56482" y="82992"/>
                  </a:cubicBezTo>
                  <a:cubicBezTo>
                    <a:pt x="57760" y="81077"/>
                    <a:pt x="58399" y="79800"/>
                    <a:pt x="57760" y="77885"/>
                  </a:cubicBezTo>
                  <a:lnTo>
                    <a:pt x="43063" y="5107"/>
                  </a:lnTo>
                  <a:cubicBezTo>
                    <a:pt x="42424" y="1915"/>
                    <a:pt x="39868" y="0"/>
                    <a:pt x="36673" y="0"/>
                  </a:cubicBezTo>
                  <a:close/>
                  <a:moveTo>
                    <a:pt x="14947" y="72778"/>
                  </a:moveTo>
                  <a:lnTo>
                    <a:pt x="27727" y="12768"/>
                  </a:lnTo>
                  <a:lnTo>
                    <a:pt x="31561" y="12768"/>
                  </a:lnTo>
                  <a:lnTo>
                    <a:pt x="43702" y="72778"/>
                  </a:lnTo>
                  <a:lnTo>
                    <a:pt x="14947" y="72778"/>
                  </a:lnTo>
                  <a:close/>
                </a:path>
              </a:pathLst>
            </a:custGeom>
            <a:solidFill>
              <a:srgbClr val="007CB0"/>
            </a:solidFill>
            <a:ln w="6390" cap="flat">
              <a:noFill/>
              <a:prstDash val="solid"/>
              <a:miter/>
            </a:ln>
          </p:spPr>
          <p:txBody>
            <a:bodyPr rtlCol="0" anchor="ctr"/>
            <a:lstStyle/>
            <a:p>
              <a:endParaRPr lang="en-US"/>
            </a:p>
          </p:txBody>
        </p:sp>
        <p:sp>
          <p:nvSpPr>
            <p:cNvPr id="745" name="Graphic 4">
              <a:extLst>
                <a:ext uri="{FF2B5EF4-FFF2-40B4-BE49-F238E27FC236}">
                  <a16:creationId xmlns:a16="http://schemas.microsoft.com/office/drawing/2014/main" id="{89D9A3F7-54C3-2248-AF04-5D6CDD38229B}"/>
                </a:ext>
              </a:extLst>
            </p:cNvPr>
            <p:cNvSpPr/>
            <p:nvPr/>
          </p:nvSpPr>
          <p:spPr>
            <a:xfrm>
              <a:off x="3871662" y="4942003"/>
              <a:ext cx="53675" cy="53625"/>
            </a:xfrm>
            <a:custGeom>
              <a:avLst/>
              <a:gdLst>
                <a:gd name="connsiteX0" fmla="*/ 51759 w 53675"/>
                <a:gd name="connsiteY0" fmla="*/ 42773 h 53625"/>
                <a:gd name="connsiteX1" fmla="*/ 10863 w 53675"/>
                <a:gd name="connsiteY1" fmla="*/ 1915 h 53625"/>
                <a:gd name="connsiteX2" fmla="*/ 1917 w 53675"/>
                <a:gd name="connsiteY2" fmla="*/ 1915 h 53625"/>
                <a:gd name="connsiteX3" fmla="*/ 1917 w 53675"/>
                <a:gd name="connsiteY3" fmla="*/ 10853 h 53625"/>
                <a:gd name="connsiteX4" fmla="*/ 42812 w 53675"/>
                <a:gd name="connsiteY4" fmla="*/ 51710 h 53625"/>
                <a:gd name="connsiteX5" fmla="*/ 47285 w 53675"/>
                <a:gd name="connsiteY5" fmla="*/ 53626 h 53625"/>
                <a:gd name="connsiteX6" fmla="*/ 51759 w 53675"/>
                <a:gd name="connsiteY6" fmla="*/ 51710 h 53625"/>
                <a:gd name="connsiteX7" fmla="*/ 51759 w 53675"/>
                <a:gd name="connsiteY7" fmla="*/ 42773 h 5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675" h="53625">
                  <a:moveTo>
                    <a:pt x="51759" y="42773"/>
                  </a:moveTo>
                  <a:lnTo>
                    <a:pt x="10863" y="1915"/>
                  </a:lnTo>
                  <a:cubicBezTo>
                    <a:pt x="8307" y="-638"/>
                    <a:pt x="4473" y="-638"/>
                    <a:pt x="1917" y="1915"/>
                  </a:cubicBezTo>
                  <a:cubicBezTo>
                    <a:pt x="-639" y="4469"/>
                    <a:pt x="-639" y="8299"/>
                    <a:pt x="1917" y="10853"/>
                  </a:cubicBezTo>
                  <a:lnTo>
                    <a:pt x="42812" y="51710"/>
                  </a:lnTo>
                  <a:cubicBezTo>
                    <a:pt x="44091" y="52987"/>
                    <a:pt x="46007" y="53626"/>
                    <a:pt x="47285" y="53626"/>
                  </a:cubicBezTo>
                  <a:cubicBezTo>
                    <a:pt x="48564" y="53626"/>
                    <a:pt x="50480" y="52987"/>
                    <a:pt x="51759" y="51710"/>
                  </a:cubicBezTo>
                  <a:cubicBezTo>
                    <a:pt x="54315" y="49157"/>
                    <a:pt x="54315" y="45326"/>
                    <a:pt x="51759" y="42773"/>
                  </a:cubicBezTo>
                  <a:close/>
                </a:path>
              </a:pathLst>
            </a:custGeom>
            <a:solidFill>
              <a:srgbClr val="007CB0"/>
            </a:solidFill>
            <a:ln w="6390" cap="flat">
              <a:noFill/>
              <a:prstDash val="solid"/>
              <a:miter/>
            </a:ln>
          </p:spPr>
          <p:txBody>
            <a:bodyPr rtlCol="0" anchor="ctr"/>
            <a:lstStyle/>
            <a:p>
              <a:endParaRPr lang="en-US"/>
            </a:p>
          </p:txBody>
        </p:sp>
        <p:sp>
          <p:nvSpPr>
            <p:cNvPr id="746" name="Graphic 4">
              <a:extLst>
                <a:ext uri="{FF2B5EF4-FFF2-40B4-BE49-F238E27FC236}">
                  <a16:creationId xmlns:a16="http://schemas.microsoft.com/office/drawing/2014/main" id="{A687756E-221C-2F49-805F-1ECF48D79558}"/>
                </a:ext>
              </a:extLst>
            </p:cNvPr>
            <p:cNvSpPr/>
            <p:nvPr/>
          </p:nvSpPr>
          <p:spPr>
            <a:xfrm>
              <a:off x="3751669" y="4865232"/>
              <a:ext cx="79359" cy="77408"/>
            </a:xfrm>
            <a:custGeom>
              <a:avLst/>
              <a:gdLst>
                <a:gd name="connsiteX0" fmla="*/ 75903 w 79359"/>
                <a:gd name="connsiteY0" fmla="*/ 76770 h 77408"/>
                <a:gd name="connsiteX1" fmla="*/ 78459 w 79359"/>
                <a:gd name="connsiteY1" fmla="*/ 68471 h 77408"/>
                <a:gd name="connsiteX2" fmla="*/ 45870 w 79359"/>
                <a:gd name="connsiteY2" fmla="*/ 3355 h 77408"/>
                <a:gd name="connsiteX3" fmla="*/ 39480 w 79359"/>
                <a:gd name="connsiteY3" fmla="*/ 163 h 77408"/>
                <a:gd name="connsiteX4" fmla="*/ 33090 w 79359"/>
                <a:gd name="connsiteY4" fmla="*/ 3355 h 77408"/>
                <a:gd name="connsiteX5" fmla="*/ 501 w 79359"/>
                <a:gd name="connsiteY5" fmla="*/ 68471 h 77408"/>
                <a:gd name="connsiteX6" fmla="*/ 3057 w 79359"/>
                <a:gd name="connsiteY6" fmla="*/ 76770 h 77408"/>
                <a:gd name="connsiteX7" fmla="*/ 5613 w 79359"/>
                <a:gd name="connsiteY7" fmla="*/ 77409 h 77408"/>
                <a:gd name="connsiteX8" fmla="*/ 11364 w 79359"/>
                <a:gd name="connsiteY8" fmla="*/ 73578 h 77408"/>
                <a:gd name="connsiteX9" fmla="*/ 38841 w 79359"/>
                <a:gd name="connsiteY9" fmla="*/ 18676 h 77408"/>
                <a:gd name="connsiteX10" fmla="*/ 66318 w 79359"/>
                <a:gd name="connsiteY10" fmla="*/ 73578 h 77408"/>
                <a:gd name="connsiteX11" fmla="*/ 72069 w 79359"/>
                <a:gd name="connsiteY11" fmla="*/ 77409 h 77408"/>
                <a:gd name="connsiteX12" fmla="*/ 75903 w 79359"/>
                <a:gd name="connsiteY12" fmla="*/ 76770 h 77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359" h="77408">
                  <a:moveTo>
                    <a:pt x="75903" y="76770"/>
                  </a:moveTo>
                  <a:cubicBezTo>
                    <a:pt x="79098" y="75494"/>
                    <a:pt x="80376" y="71663"/>
                    <a:pt x="78459" y="68471"/>
                  </a:cubicBezTo>
                  <a:lnTo>
                    <a:pt x="45870" y="3355"/>
                  </a:lnTo>
                  <a:cubicBezTo>
                    <a:pt x="44592" y="801"/>
                    <a:pt x="42036" y="-476"/>
                    <a:pt x="39480" y="163"/>
                  </a:cubicBezTo>
                  <a:cubicBezTo>
                    <a:pt x="36924" y="163"/>
                    <a:pt x="34368" y="1440"/>
                    <a:pt x="33090" y="3355"/>
                  </a:cubicBezTo>
                  <a:lnTo>
                    <a:pt x="501" y="68471"/>
                  </a:lnTo>
                  <a:cubicBezTo>
                    <a:pt x="-777" y="71663"/>
                    <a:pt x="501" y="75494"/>
                    <a:pt x="3057" y="76770"/>
                  </a:cubicBezTo>
                  <a:cubicBezTo>
                    <a:pt x="3696" y="77409"/>
                    <a:pt x="4974" y="77409"/>
                    <a:pt x="5613" y="77409"/>
                  </a:cubicBezTo>
                  <a:cubicBezTo>
                    <a:pt x="8169" y="77409"/>
                    <a:pt x="10086" y="76132"/>
                    <a:pt x="11364" y="73578"/>
                  </a:cubicBezTo>
                  <a:lnTo>
                    <a:pt x="38841" y="18676"/>
                  </a:lnTo>
                  <a:lnTo>
                    <a:pt x="66318" y="73578"/>
                  </a:lnTo>
                  <a:cubicBezTo>
                    <a:pt x="67596" y="76132"/>
                    <a:pt x="69513" y="77409"/>
                    <a:pt x="72069" y="77409"/>
                  </a:cubicBezTo>
                  <a:cubicBezTo>
                    <a:pt x="73986" y="77409"/>
                    <a:pt x="75264" y="77409"/>
                    <a:pt x="75903" y="76770"/>
                  </a:cubicBezTo>
                  <a:close/>
                </a:path>
              </a:pathLst>
            </a:custGeom>
            <a:solidFill>
              <a:srgbClr val="007CB0"/>
            </a:solidFill>
            <a:ln w="6390" cap="flat">
              <a:noFill/>
              <a:prstDash val="solid"/>
              <a:miter/>
            </a:ln>
          </p:spPr>
          <p:txBody>
            <a:bodyPr rtlCol="0" anchor="ctr"/>
            <a:lstStyle/>
            <a:p>
              <a:endParaRPr lang="en-US"/>
            </a:p>
          </p:txBody>
        </p:sp>
      </p:grpSp>
      <p:grpSp>
        <p:nvGrpSpPr>
          <p:cNvPr id="747" name="Graphic 4">
            <a:extLst>
              <a:ext uri="{FF2B5EF4-FFF2-40B4-BE49-F238E27FC236}">
                <a16:creationId xmlns:a16="http://schemas.microsoft.com/office/drawing/2014/main" id="{C567F24A-EFB5-6B4D-9F1E-19CF19F5AD82}"/>
              </a:ext>
            </a:extLst>
          </p:cNvPr>
          <p:cNvGrpSpPr/>
          <p:nvPr/>
        </p:nvGrpSpPr>
        <p:grpSpPr>
          <a:xfrm>
            <a:off x="4661459" y="4792617"/>
            <a:ext cx="361674" cy="361333"/>
            <a:chOff x="4661459" y="4792617"/>
            <a:chExt cx="361674" cy="361333"/>
          </a:xfrm>
          <a:solidFill>
            <a:srgbClr val="007CB0"/>
          </a:solidFill>
        </p:grpSpPr>
        <p:sp>
          <p:nvSpPr>
            <p:cNvPr id="748" name="Graphic 4">
              <a:extLst>
                <a:ext uri="{FF2B5EF4-FFF2-40B4-BE49-F238E27FC236}">
                  <a16:creationId xmlns:a16="http://schemas.microsoft.com/office/drawing/2014/main" id="{9D2FC2EF-83E2-E34D-B6F0-8F8CDC02358E}"/>
                </a:ext>
              </a:extLst>
            </p:cNvPr>
            <p:cNvSpPr/>
            <p:nvPr/>
          </p:nvSpPr>
          <p:spPr>
            <a:xfrm>
              <a:off x="4661459" y="4792617"/>
              <a:ext cx="361674" cy="361333"/>
            </a:xfrm>
            <a:custGeom>
              <a:avLst/>
              <a:gdLst>
                <a:gd name="connsiteX0" fmla="*/ 180835 w 361674"/>
                <a:gd name="connsiteY0" fmla="*/ 0 h 361333"/>
                <a:gd name="connsiteX1" fmla="*/ 0 w 361674"/>
                <a:gd name="connsiteY1" fmla="*/ 180667 h 361333"/>
                <a:gd name="connsiteX2" fmla="*/ 180835 w 361674"/>
                <a:gd name="connsiteY2" fmla="*/ 361334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7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2310" y="81077"/>
                    <a:pt x="281157" y="0"/>
                    <a:pt x="180835" y="0"/>
                  </a:cubicBezTo>
                  <a:close/>
                  <a:moveTo>
                    <a:pt x="180835" y="349204"/>
                  </a:moveTo>
                  <a:cubicBezTo>
                    <a:pt x="88181" y="349204"/>
                    <a:pt x="12780" y="273873"/>
                    <a:pt x="12780" y="181305"/>
                  </a:cubicBezTo>
                  <a:cubicBezTo>
                    <a:pt x="12780" y="88738"/>
                    <a:pt x="88181" y="13407"/>
                    <a:pt x="180835" y="13407"/>
                  </a:cubicBezTo>
                  <a:cubicBezTo>
                    <a:pt x="273489" y="13407"/>
                    <a:pt x="348890" y="88738"/>
                    <a:pt x="348890" y="181305"/>
                  </a:cubicBezTo>
                  <a:cubicBezTo>
                    <a:pt x="349530"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749" name="Graphic 4">
              <a:extLst>
                <a:ext uri="{FF2B5EF4-FFF2-40B4-BE49-F238E27FC236}">
                  <a16:creationId xmlns:a16="http://schemas.microsoft.com/office/drawing/2014/main" id="{A8115555-2359-2C47-B4C4-2A8047919D05}"/>
                </a:ext>
              </a:extLst>
            </p:cNvPr>
            <p:cNvSpPr/>
            <p:nvPr/>
          </p:nvSpPr>
          <p:spPr>
            <a:xfrm>
              <a:off x="4749640" y="4880078"/>
              <a:ext cx="39617" cy="39580"/>
            </a:xfrm>
            <a:custGeom>
              <a:avLst/>
              <a:gdLst>
                <a:gd name="connsiteX0" fmla="*/ 19809 w 39617"/>
                <a:gd name="connsiteY0" fmla="*/ 39581 h 39580"/>
                <a:gd name="connsiteX1" fmla="*/ 39618 w 39617"/>
                <a:gd name="connsiteY1" fmla="*/ 19791 h 39580"/>
                <a:gd name="connsiteX2" fmla="*/ 19809 w 39617"/>
                <a:gd name="connsiteY2" fmla="*/ 0 h 39580"/>
                <a:gd name="connsiteX3" fmla="*/ 0 w 39617"/>
                <a:gd name="connsiteY3" fmla="*/ 19791 h 39580"/>
                <a:gd name="connsiteX4" fmla="*/ 19809 w 39617"/>
                <a:gd name="connsiteY4" fmla="*/ 39581 h 39580"/>
                <a:gd name="connsiteX5" fmla="*/ 19809 w 39617"/>
                <a:gd name="connsiteY5" fmla="*/ 12768 h 39580"/>
                <a:gd name="connsiteX6" fmla="*/ 26838 w 39617"/>
                <a:gd name="connsiteY6" fmla="*/ 19791 h 39580"/>
                <a:gd name="connsiteX7" fmla="*/ 19809 w 39617"/>
                <a:gd name="connsiteY7" fmla="*/ 26813 h 39580"/>
                <a:gd name="connsiteX8" fmla="*/ 12780 w 39617"/>
                <a:gd name="connsiteY8" fmla="*/ 19791 h 39580"/>
                <a:gd name="connsiteX9" fmla="*/ 19809 w 39617"/>
                <a:gd name="connsiteY9" fmla="*/ 12768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17" h="39580">
                  <a:moveTo>
                    <a:pt x="19809" y="39581"/>
                  </a:moveTo>
                  <a:cubicBezTo>
                    <a:pt x="30672" y="39581"/>
                    <a:pt x="39618" y="30643"/>
                    <a:pt x="39618" y="19791"/>
                  </a:cubicBezTo>
                  <a:cubicBezTo>
                    <a:pt x="39618" y="8938"/>
                    <a:pt x="30672" y="0"/>
                    <a:pt x="19809" y="0"/>
                  </a:cubicBezTo>
                  <a:cubicBezTo>
                    <a:pt x="8946" y="0"/>
                    <a:pt x="0" y="8938"/>
                    <a:pt x="0" y="19791"/>
                  </a:cubicBezTo>
                  <a:cubicBezTo>
                    <a:pt x="0" y="30643"/>
                    <a:pt x="8946" y="39581"/>
                    <a:pt x="19809" y="39581"/>
                  </a:cubicBezTo>
                  <a:close/>
                  <a:moveTo>
                    <a:pt x="19809" y="12768"/>
                  </a:moveTo>
                  <a:cubicBezTo>
                    <a:pt x="23643" y="12768"/>
                    <a:pt x="26838" y="15960"/>
                    <a:pt x="26838" y="19791"/>
                  </a:cubicBezTo>
                  <a:cubicBezTo>
                    <a:pt x="26838" y="23621"/>
                    <a:pt x="23643" y="26813"/>
                    <a:pt x="19809" y="26813"/>
                  </a:cubicBezTo>
                  <a:cubicBezTo>
                    <a:pt x="15975" y="26813"/>
                    <a:pt x="12780" y="23621"/>
                    <a:pt x="12780" y="19791"/>
                  </a:cubicBezTo>
                  <a:cubicBezTo>
                    <a:pt x="12780" y="15960"/>
                    <a:pt x="15975" y="12768"/>
                    <a:pt x="19809" y="12768"/>
                  </a:cubicBezTo>
                  <a:close/>
                </a:path>
              </a:pathLst>
            </a:custGeom>
            <a:solidFill>
              <a:srgbClr val="007CB0"/>
            </a:solidFill>
            <a:ln w="6390" cap="flat">
              <a:noFill/>
              <a:prstDash val="solid"/>
              <a:miter/>
            </a:ln>
          </p:spPr>
          <p:txBody>
            <a:bodyPr rtlCol="0" anchor="ctr"/>
            <a:lstStyle/>
            <a:p>
              <a:endParaRPr lang="en-US"/>
            </a:p>
          </p:txBody>
        </p:sp>
        <p:sp>
          <p:nvSpPr>
            <p:cNvPr id="750" name="Graphic 4">
              <a:extLst>
                <a:ext uri="{FF2B5EF4-FFF2-40B4-BE49-F238E27FC236}">
                  <a16:creationId xmlns:a16="http://schemas.microsoft.com/office/drawing/2014/main" id="{7CE0BC52-67AF-DF4B-A09D-0BFE4F3934A5}"/>
                </a:ext>
              </a:extLst>
            </p:cNvPr>
            <p:cNvSpPr/>
            <p:nvPr/>
          </p:nvSpPr>
          <p:spPr>
            <a:xfrm>
              <a:off x="4881273" y="4880078"/>
              <a:ext cx="39617" cy="39580"/>
            </a:xfrm>
            <a:custGeom>
              <a:avLst/>
              <a:gdLst>
                <a:gd name="connsiteX0" fmla="*/ 19809 w 39617"/>
                <a:gd name="connsiteY0" fmla="*/ 39581 h 39580"/>
                <a:gd name="connsiteX1" fmla="*/ 39617 w 39617"/>
                <a:gd name="connsiteY1" fmla="*/ 19791 h 39580"/>
                <a:gd name="connsiteX2" fmla="*/ 19809 w 39617"/>
                <a:gd name="connsiteY2" fmla="*/ 0 h 39580"/>
                <a:gd name="connsiteX3" fmla="*/ 0 w 39617"/>
                <a:gd name="connsiteY3" fmla="*/ 19791 h 39580"/>
                <a:gd name="connsiteX4" fmla="*/ 19809 w 39617"/>
                <a:gd name="connsiteY4" fmla="*/ 39581 h 39580"/>
                <a:gd name="connsiteX5" fmla="*/ 19809 w 39617"/>
                <a:gd name="connsiteY5" fmla="*/ 12768 h 39580"/>
                <a:gd name="connsiteX6" fmla="*/ 26837 w 39617"/>
                <a:gd name="connsiteY6" fmla="*/ 19791 h 39580"/>
                <a:gd name="connsiteX7" fmla="*/ 19809 w 39617"/>
                <a:gd name="connsiteY7" fmla="*/ 26813 h 39580"/>
                <a:gd name="connsiteX8" fmla="*/ 12780 w 39617"/>
                <a:gd name="connsiteY8" fmla="*/ 19791 h 39580"/>
                <a:gd name="connsiteX9" fmla="*/ 19809 w 39617"/>
                <a:gd name="connsiteY9" fmla="*/ 12768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17" h="39580">
                  <a:moveTo>
                    <a:pt x="19809" y="39581"/>
                  </a:moveTo>
                  <a:cubicBezTo>
                    <a:pt x="30672" y="39581"/>
                    <a:pt x="39617" y="30643"/>
                    <a:pt x="39617" y="19791"/>
                  </a:cubicBezTo>
                  <a:cubicBezTo>
                    <a:pt x="39617" y="8938"/>
                    <a:pt x="30672" y="0"/>
                    <a:pt x="19809" y="0"/>
                  </a:cubicBezTo>
                  <a:cubicBezTo>
                    <a:pt x="8946" y="0"/>
                    <a:pt x="0" y="8938"/>
                    <a:pt x="0" y="19791"/>
                  </a:cubicBezTo>
                  <a:cubicBezTo>
                    <a:pt x="0" y="30643"/>
                    <a:pt x="8946" y="39581"/>
                    <a:pt x="19809" y="39581"/>
                  </a:cubicBezTo>
                  <a:close/>
                  <a:moveTo>
                    <a:pt x="19809" y="12768"/>
                  </a:moveTo>
                  <a:cubicBezTo>
                    <a:pt x="23642" y="12768"/>
                    <a:pt x="26837" y="15960"/>
                    <a:pt x="26837" y="19791"/>
                  </a:cubicBezTo>
                  <a:cubicBezTo>
                    <a:pt x="26837" y="23621"/>
                    <a:pt x="23642" y="26813"/>
                    <a:pt x="19809" y="26813"/>
                  </a:cubicBezTo>
                  <a:cubicBezTo>
                    <a:pt x="15975" y="26813"/>
                    <a:pt x="12780" y="23621"/>
                    <a:pt x="12780" y="19791"/>
                  </a:cubicBezTo>
                  <a:cubicBezTo>
                    <a:pt x="12780" y="15960"/>
                    <a:pt x="15975" y="12768"/>
                    <a:pt x="19809" y="12768"/>
                  </a:cubicBezTo>
                  <a:close/>
                </a:path>
              </a:pathLst>
            </a:custGeom>
            <a:solidFill>
              <a:srgbClr val="007CB0"/>
            </a:solidFill>
            <a:ln w="6390" cap="flat">
              <a:noFill/>
              <a:prstDash val="solid"/>
              <a:miter/>
            </a:ln>
          </p:spPr>
          <p:txBody>
            <a:bodyPr rtlCol="0" anchor="ctr"/>
            <a:lstStyle/>
            <a:p>
              <a:endParaRPr lang="en-US"/>
            </a:p>
          </p:txBody>
        </p:sp>
        <p:sp>
          <p:nvSpPr>
            <p:cNvPr id="751" name="Graphic 4">
              <a:extLst>
                <a:ext uri="{FF2B5EF4-FFF2-40B4-BE49-F238E27FC236}">
                  <a16:creationId xmlns:a16="http://schemas.microsoft.com/office/drawing/2014/main" id="{DA6963BA-7492-2945-8223-8CA1229D103A}"/>
                </a:ext>
              </a:extLst>
            </p:cNvPr>
            <p:cNvSpPr/>
            <p:nvPr/>
          </p:nvSpPr>
          <p:spPr>
            <a:xfrm>
              <a:off x="4741082" y="4934342"/>
              <a:ext cx="55454" cy="139809"/>
            </a:xfrm>
            <a:custGeom>
              <a:avLst/>
              <a:gdLst>
                <a:gd name="connsiteX0" fmla="*/ 34756 w 55454"/>
                <a:gd name="connsiteY0" fmla="*/ 0 h 139809"/>
                <a:gd name="connsiteX1" fmla="*/ 20698 w 55454"/>
                <a:gd name="connsiteY1" fmla="*/ 0 h 139809"/>
                <a:gd name="connsiteX2" fmla="*/ 14309 w 55454"/>
                <a:gd name="connsiteY2" fmla="*/ 5107 h 139809"/>
                <a:gd name="connsiteX3" fmla="*/ 251 w 55454"/>
                <a:gd name="connsiteY3" fmla="*/ 73416 h 139809"/>
                <a:gd name="connsiteX4" fmla="*/ 1529 w 55454"/>
                <a:gd name="connsiteY4" fmla="*/ 78523 h 139809"/>
                <a:gd name="connsiteX5" fmla="*/ 6641 w 55454"/>
                <a:gd name="connsiteY5" fmla="*/ 81077 h 139809"/>
                <a:gd name="connsiteX6" fmla="*/ 7279 w 55454"/>
                <a:gd name="connsiteY6" fmla="*/ 81077 h 139809"/>
                <a:gd name="connsiteX7" fmla="*/ 7279 w 55454"/>
                <a:gd name="connsiteY7" fmla="*/ 133425 h 139809"/>
                <a:gd name="connsiteX8" fmla="*/ 13669 w 55454"/>
                <a:gd name="connsiteY8" fmla="*/ 139809 h 139809"/>
                <a:gd name="connsiteX9" fmla="*/ 20059 w 55454"/>
                <a:gd name="connsiteY9" fmla="*/ 133425 h 139809"/>
                <a:gd name="connsiteX10" fmla="*/ 20059 w 55454"/>
                <a:gd name="connsiteY10" fmla="*/ 81077 h 139809"/>
                <a:gd name="connsiteX11" fmla="*/ 35395 w 55454"/>
                <a:gd name="connsiteY11" fmla="*/ 81077 h 139809"/>
                <a:gd name="connsiteX12" fmla="*/ 35395 w 55454"/>
                <a:gd name="connsiteY12" fmla="*/ 133425 h 139809"/>
                <a:gd name="connsiteX13" fmla="*/ 41785 w 55454"/>
                <a:gd name="connsiteY13" fmla="*/ 139809 h 139809"/>
                <a:gd name="connsiteX14" fmla="*/ 48175 w 55454"/>
                <a:gd name="connsiteY14" fmla="*/ 133425 h 139809"/>
                <a:gd name="connsiteX15" fmla="*/ 48175 w 55454"/>
                <a:gd name="connsiteY15" fmla="*/ 81077 h 139809"/>
                <a:gd name="connsiteX16" fmla="*/ 48814 w 55454"/>
                <a:gd name="connsiteY16" fmla="*/ 81077 h 139809"/>
                <a:gd name="connsiteX17" fmla="*/ 53926 w 55454"/>
                <a:gd name="connsiteY17" fmla="*/ 78523 h 139809"/>
                <a:gd name="connsiteX18" fmla="*/ 55204 w 55454"/>
                <a:gd name="connsiteY18" fmla="*/ 73416 h 139809"/>
                <a:gd name="connsiteX19" fmla="*/ 41146 w 55454"/>
                <a:gd name="connsiteY19" fmla="*/ 5107 h 139809"/>
                <a:gd name="connsiteX20" fmla="*/ 34756 w 55454"/>
                <a:gd name="connsiteY20" fmla="*/ 0 h 139809"/>
                <a:gd name="connsiteX21" fmla="*/ 14947 w 55454"/>
                <a:gd name="connsiteY21" fmla="*/ 68309 h 139809"/>
                <a:gd name="connsiteX22" fmla="*/ 26449 w 55454"/>
                <a:gd name="connsiteY22" fmla="*/ 12768 h 139809"/>
                <a:gd name="connsiteX23" fmla="*/ 29644 w 55454"/>
                <a:gd name="connsiteY23" fmla="*/ 12768 h 139809"/>
                <a:gd name="connsiteX24" fmla="*/ 41146 w 55454"/>
                <a:gd name="connsiteY24" fmla="*/ 68309 h 139809"/>
                <a:gd name="connsiteX25" fmla="*/ 14947 w 55454"/>
                <a:gd name="connsiteY25" fmla="*/ 68309 h 13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5454" h="139809">
                  <a:moveTo>
                    <a:pt x="34756" y="0"/>
                  </a:moveTo>
                  <a:lnTo>
                    <a:pt x="20698" y="0"/>
                  </a:lnTo>
                  <a:cubicBezTo>
                    <a:pt x="17504" y="0"/>
                    <a:pt x="14947" y="1915"/>
                    <a:pt x="14309" y="5107"/>
                  </a:cubicBezTo>
                  <a:lnTo>
                    <a:pt x="251" y="73416"/>
                  </a:lnTo>
                  <a:cubicBezTo>
                    <a:pt x="-388" y="75331"/>
                    <a:pt x="251" y="77246"/>
                    <a:pt x="1529" y="78523"/>
                  </a:cubicBezTo>
                  <a:cubicBezTo>
                    <a:pt x="2807" y="79800"/>
                    <a:pt x="4724" y="81077"/>
                    <a:pt x="6641" y="81077"/>
                  </a:cubicBezTo>
                  <a:lnTo>
                    <a:pt x="7279" y="81077"/>
                  </a:lnTo>
                  <a:lnTo>
                    <a:pt x="7279" y="133425"/>
                  </a:lnTo>
                  <a:cubicBezTo>
                    <a:pt x="7279" y="137256"/>
                    <a:pt x="9836" y="139809"/>
                    <a:pt x="13669" y="139809"/>
                  </a:cubicBezTo>
                  <a:cubicBezTo>
                    <a:pt x="17504" y="139809"/>
                    <a:pt x="20059" y="137256"/>
                    <a:pt x="20059" y="133425"/>
                  </a:cubicBezTo>
                  <a:lnTo>
                    <a:pt x="20059" y="81077"/>
                  </a:lnTo>
                  <a:lnTo>
                    <a:pt x="35395" y="81077"/>
                  </a:lnTo>
                  <a:lnTo>
                    <a:pt x="35395" y="133425"/>
                  </a:lnTo>
                  <a:cubicBezTo>
                    <a:pt x="35395" y="137256"/>
                    <a:pt x="37951" y="139809"/>
                    <a:pt x="41785" y="139809"/>
                  </a:cubicBezTo>
                  <a:cubicBezTo>
                    <a:pt x="45619" y="139809"/>
                    <a:pt x="48175" y="137256"/>
                    <a:pt x="48175" y="133425"/>
                  </a:cubicBezTo>
                  <a:lnTo>
                    <a:pt x="48175" y="81077"/>
                  </a:lnTo>
                  <a:lnTo>
                    <a:pt x="48814" y="81077"/>
                  </a:lnTo>
                  <a:cubicBezTo>
                    <a:pt x="50731" y="81077"/>
                    <a:pt x="52648" y="80438"/>
                    <a:pt x="53926" y="78523"/>
                  </a:cubicBezTo>
                  <a:cubicBezTo>
                    <a:pt x="55204" y="77246"/>
                    <a:pt x="55843" y="75331"/>
                    <a:pt x="55204" y="73416"/>
                  </a:cubicBezTo>
                  <a:lnTo>
                    <a:pt x="41146" y="5107"/>
                  </a:lnTo>
                  <a:cubicBezTo>
                    <a:pt x="40507" y="1915"/>
                    <a:pt x="37951" y="0"/>
                    <a:pt x="34756" y="0"/>
                  </a:cubicBezTo>
                  <a:close/>
                  <a:moveTo>
                    <a:pt x="14947" y="68309"/>
                  </a:moveTo>
                  <a:lnTo>
                    <a:pt x="26449" y="12768"/>
                  </a:lnTo>
                  <a:lnTo>
                    <a:pt x="29644" y="12768"/>
                  </a:lnTo>
                  <a:lnTo>
                    <a:pt x="41146" y="68309"/>
                  </a:lnTo>
                  <a:lnTo>
                    <a:pt x="14947" y="68309"/>
                  </a:lnTo>
                  <a:close/>
                </a:path>
              </a:pathLst>
            </a:custGeom>
            <a:solidFill>
              <a:srgbClr val="007CB0"/>
            </a:solidFill>
            <a:ln w="6390" cap="flat">
              <a:noFill/>
              <a:prstDash val="solid"/>
              <a:miter/>
            </a:ln>
          </p:spPr>
          <p:txBody>
            <a:bodyPr rtlCol="0" anchor="ctr"/>
            <a:lstStyle/>
            <a:p>
              <a:endParaRPr lang="en-US"/>
            </a:p>
          </p:txBody>
        </p:sp>
        <p:sp>
          <p:nvSpPr>
            <p:cNvPr id="752" name="Graphic 4">
              <a:extLst>
                <a:ext uri="{FF2B5EF4-FFF2-40B4-BE49-F238E27FC236}">
                  <a16:creationId xmlns:a16="http://schemas.microsoft.com/office/drawing/2014/main" id="{B0F98FBC-C177-BB41-A667-7AC320CF8620}"/>
                </a:ext>
              </a:extLst>
            </p:cNvPr>
            <p:cNvSpPr/>
            <p:nvPr/>
          </p:nvSpPr>
          <p:spPr>
            <a:xfrm>
              <a:off x="4696603" y="4937534"/>
              <a:ext cx="50640" cy="51071"/>
            </a:xfrm>
            <a:custGeom>
              <a:avLst/>
              <a:gdLst>
                <a:gd name="connsiteX0" fmla="*/ 49202 w 50640"/>
                <a:gd name="connsiteY0" fmla="*/ 1915 h 51071"/>
                <a:gd name="connsiteX1" fmla="*/ 40256 w 50640"/>
                <a:gd name="connsiteY1" fmla="*/ 1915 h 51071"/>
                <a:gd name="connsiteX2" fmla="*/ 1917 w 50640"/>
                <a:gd name="connsiteY2" fmla="*/ 40219 h 51071"/>
                <a:gd name="connsiteX3" fmla="*/ 1917 w 50640"/>
                <a:gd name="connsiteY3" fmla="*/ 49157 h 51071"/>
                <a:gd name="connsiteX4" fmla="*/ 6390 w 50640"/>
                <a:gd name="connsiteY4" fmla="*/ 51072 h 51071"/>
                <a:gd name="connsiteX5" fmla="*/ 10863 w 50640"/>
                <a:gd name="connsiteY5" fmla="*/ 49157 h 51071"/>
                <a:gd name="connsiteX6" fmla="*/ 49202 w 50640"/>
                <a:gd name="connsiteY6" fmla="*/ 10853 h 51071"/>
                <a:gd name="connsiteX7" fmla="*/ 49202 w 50640"/>
                <a:gd name="connsiteY7" fmla="*/ 1915 h 5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640" h="51071">
                  <a:moveTo>
                    <a:pt x="49202" y="1915"/>
                  </a:moveTo>
                  <a:cubicBezTo>
                    <a:pt x="46646" y="-638"/>
                    <a:pt x="42813" y="-638"/>
                    <a:pt x="40256" y="1915"/>
                  </a:cubicBezTo>
                  <a:lnTo>
                    <a:pt x="1917" y="40219"/>
                  </a:lnTo>
                  <a:cubicBezTo>
                    <a:pt x="-639" y="42773"/>
                    <a:pt x="-639" y="46603"/>
                    <a:pt x="1917" y="49157"/>
                  </a:cubicBezTo>
                  <a:cubicBezTo>
                    <a:pt x="3195" y="50434"/>
                    <a:pt x="5112" y="51072"/>
                    <a:pt x="6390" y="51072"/>
                  </a:cubicBezTo>
                  <a:cubicBezTo>
                    <a:pt x="7668" y="51072"/>
                    <a:pt x="9585" y="50434"/>
                    <a:pt x="10863" y="49157"/>
                  </a:cubicBezTo>
                  <a:lnTo>
                    <a:pt x="49202" y="10853"/>
                  </a:lnTo>
                  <a:cubicBezTo>
                    <a:pt x="51119" y="8299"/>
                    <a:pt x="51119" y="4469"/>
                    <a:pt x="49202" y="1915"/>
                  </a:cubicBezTo>
                  <a:close/>
                </a:path>
              </a:pathLst>
            </a:custGeom>
            <a:solidFill>
              <a:srgbClr val="007CB0"/>
            </a:solidFill>
            <a:ln w="6390" cap="flat">
              <a:noFill/>
              <a:prstDash val="solid"/>
              <a:miter/>
            </a:ln>
          </p:spPr>
          <p:txBody>
            <a:bodyPr rtlCol="0" anchor="ctr"/>
            <a:lstStyle/>
            <a:p>
              <a:endParaRPr lang="en-US"/>
            </a:p>
          </p:txBody>
        </p:sp>
        <p:sp>
          <p:nvSpPr>
            <p:cNvPr id="753" name="Graphic 4">
              <a:extLst>
                <a:ext uri="{FF2B5EF4-FFF2-40B4-BE49-F238E27FC236}">
                  <a16:creationId xmlns:a16="http://schemas.microsoft.com/office/drawing/2014/main" id="{BDC90911-EE79-6946-9911-D8DF743CB2A0}"/>
                </a:ext>
              </a:extLst>
            </p:cNvPr>
            <p:cNvSpPr/>
            <p:nvPr/>
          </p:nvSpPr>
          <p:spPr>
            <a:xfrm>
              <a:off x="4936865" y="4937534"/>
              <a:ext cx="51119" cy="51071"/>
            </a:xfrm>
            <a:custGeom>
              <a:avLst/>
              <a:gdLst>
                <a:gd name="connsiteX0" fmla="*/ 49202 w 51119"/>
                <a:gd name="connsiteY0" fmla="*/ 40219 h 51071"/>
                <a:gd name="connsiteX1" fmla="*/ 10863 w 51119"/>
                <a:gd name="connsiteY1" fmla="*/ 1915 h 51071"/>
                <a:gd name="connsiteX2" fmla="*/ 1917 w 51119"/>
                <a:gd name="connsiteY2" fmla="*/ 1915 h 51071"/>
                <a:gd name="connsiteX3" fmla="*/ 1917 w 51119"/>
                <a:gd name="connsiteY3" fmla="*/ 10853 h 51071"/>
                <a:gd name="connsiteX4" fmla="*/ 40257 w 51119"/>
                <a:gd name="connsiteY4" fmla="*/ 49157 h 51071"/>
                <a:gd name="connsiteX5" fmla="*/ 44729 w 51119"/>
                <a:gd name="connsiteY5" fmla="*/ 51072 h 51071"/>
                <a:gd name="connsiteX6" fmla="*/ 49202 w 51119"/>
                <a:gd name="connsiteY6" fmla="*/ 49157 h 51071"/>
                <a:gd name="connsiteX7" fmla="*/ 49202 w 51119"/>
                <a:gd name="connsiteY7" fmla="*/ 40219 h 5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119" h="51071">
                  <a:moveTo>
                    <a:pt x="49202" y="40219"/>
                  </a:moveTo>
                  <a:lnTo>
                    <a:pt x="10863" y="1915"/>
                  </a:lnTo>
                  <a:cubicBezTo>
                    <a:pt x="8307" y="-638"/>
                    <a:pt x="4473" y="-638"/>
                    <a:pt x="1917" y="1915"/>
                  </a:cubicBezTo>
                  <a:cubicBezTo>
                    <a:pt x="-639" y="4469"/>
                    <a:pt x="-639" y="8299"/>
                    <a:pt x="1917" y="10853"/>
                  </a:cubicBezTo>
                  <a:lnTo>
                    <a:pt x="40257" y="49157"/>
                  </a:lnTo>
                  <a:cubicBezTo>
                    <a:pt x="41534" y="50434"/>
                    <a:pt x="43452" y="51072"/>
                    <a:pt x="44729" y="51072"/>
                  </a:cubicBezTo>
                  <a:cubicBezTo>
                    <a:pt x="46007" y="51072"/>
                    <a:pt x="47924" y="50434"/>
                    <a:pt x="49202" y="49157"/>
                  </a:cubicBezTo>
                  <a:cubicBezTo>
                    <a:pt x="51759" y="46603"/>
                    <a:pt x="51759" y="42773"/>
                    <a:pt x="49202" y="40219"/>
                  </a:cubicBezTo>
                  <a:close/>
                </a:path>
              </a:pathLst>
            </a:custGeom>
            <a:solidFill>
              <a:srgbClr val="007CB0"/>
            </a:solidFill>
            <a:ln w="6390" cap="flat">
              <a:noFill/>
              <a:prstDash val="solid"/>
              <a:miter/>
            </a:ln>
          </p:spPr>
          <p:txBody>
            <a:bodyPr rtlCol="0" anchor="ctr"/>
            <a:lstStyle/>
            <a:p>
              <a:endParaRPr lang="en-US"/>
            </a:p>
          </p:txBody>
        </p:sp>
        <p:sp>
          <p:nvSpPr>
            <p:cNvPr id="754" name="Graphic 4">
              <a:extLst>
                <a:ext uri="{FF2B5EF4-FFF2-40B4-BE49-F238E27FC236}">
                  <a16:creationId xmlns:a16="http://schemas.microsoft.com/office/drawing/2014/main" id="{A3666FF7-E652-8347-90A0-4C88204493AD}"/>
                </a:ext>
              </a:extLst>
            </p:cNvPr>
            <p:cNvSpPr/>
            <p:nvPr/>
          </p:nvSpPr>
          <p:spPr>
            <a:xfrm>
              <a:off x="4788117" y="4864118"/>
              <a:ext cx="74247" cy="74054"/>
            </a:xfrm>
            <a:custGeom>
              <a:avLst/>
              <a:gdLst>
                <a:gd name="connsiteX0" fmla="*/ 43953 w 74247"/>
                <a:gd name="connsiteY0" fmla="*/ 3831 h 74054"/>
                <a:gd name="connsiteX1" fmla="*/ 37563 w 74247"/>
                <a:gd name="connsiteY1" fmla="*/ 0 h 74054"/>
                <a:gd name="connsiteX2" fmla="*/ 31173 w 74247"/>
                <a:gd name="connsiteY2" fmla="*/ 3831 h 74054"/>
                <a:gd name="connsiteX3" fmla="*/ 501 w 74247"/>
                <a:gd name="connsiteY3" fmla="*/ 65117 h 74054"/>
                <a:gd name="connsiteX4" fmla="*/ 3057 w 74247"/>
                <a:gd name="connsiteY4" fmla="*/ 73416 h 74054"/>
                <a:gd name="connsiteX5" fmla="*/ 5613 w 74247"/>
                <a:gd name="connsiteY5" fmla="*/ 74054 h 74054"/>
                <a:gd name="connsiteX6" fmla="*/ 11364 w 74247"/>
                <a:gd name="connsiteY6" fmla="*/ 70224 h 74054"/>
                <a:gd name="connsiteX7" fmla="*/ 36924 w 74247"/>
                <a:gd name="connsiteY7" fmla="*/ 19152 h 74054"/>
                <a:gd name="connsiteX8" fmla="*/ 62483 w 74247"/>
                <a:gd name="connsiteY8" fmla="*/ 70224 h 74054"/>
                <a:gd name="connsiteX9" fmla="*/ 68235 w 74247"/>
                <a:gd name="connsiteY9" fmla="*/ 74054 h 74054"/>
                <a:gd name="connsiteX10" fmla="*/ 70791 w 74247"/>
                <a:gd name="connsiteY10" fmla="*/ 73416 h 74054"/>
                <a:gd name="connsiteX11" fmla="*/ 73346 w 74247"/>
                <a:gd name="connsiteY11" fmla="*/ 65117 h 74054"/>
                <a:gd name="connsiteX12" fmla="*/ 43953 w 74247"/>
                <a:gd name="connsiteY12" fmla="*/ 3831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4247" h="74054">
                  <a:moveTo>
                    <a:pt x="43953" y="3831"/>
                  </a:moveTo>
                  <a:cubicBezTo>
                    <a:pt x="42675" y="1277"/>
                    <a:pt x="40119" y="0"/>
                    <a:pt x="37563" y="0"/>
                  </a:cubicBezTo>
                  <a:cubicBezTo>
                    <a:pt x="35007" y="0"/>
                    <a:pt x="32451" y="1277"/>
                    <a:pt x="31173" y="3831"/>
                  </a:cubicBezTo>
                  <a:lnTo>
                    <a:pt x="501" y="65117"/>
                  </a:lnTo>
                  <a:cubicBezTo>
                    <a:pt x="-777" y="68309"/>
                    <a:pt x="501" y="72139"/>
                    <a:pt x="3057" y="73416"/>
                  </a:cubicBezTo>
                  <a:cubicBezTo>
                    <a:pt x="3696" y="74054"/>
                    <a:pt x="4974" y="74054"/>
                    <a:pt x="5613" y="74054"/>
                  </a:cubicBezTo>
                  <a:cubicBezTo>
                    <a:pt x="8169" y="74054"/>
                    <a:pt x="10086" y="72778"/>
                    <a:pt x="11364" y="70224"/>
                  </a:cubicBezTo>
                  <a:lnTo>
                    <a:pt x="36924" y="19152"/>
                  </a:lnTo>
                  <a:lnTo>
                    <a:pt x="62483" y="70224"/>
                  </a:lnTo>
                  <a:cubicBezTo>
                    <a:pt x="63762" y="72778"/>
                    <a:pt x="65678" y="74054"/>
                    <a:pt x="68235" y="74054"/>
                  </a:cubicBezTo>
                  <a:cubicBezTo>
                    <a:pt x="68873" y="74054"/>
                    <a:pt x="70151" y="74054"/>
                    <a:pt x="70791" y="73416"/>
                  </a:cubicBezTo>
                  <a:cubicBezTo>
                    <a:pt x="73986" y="72139"/>
                    <a:pt x="75263" y="68309"/>
                    <a:pt x="73346" y="65117"/>
                  </a:cubicBezTo>
                  <a:lnTo>
                    <a:pt x="43953" y="3831"/>
                  </a:lnTo>
                  <a:close/>
                </a:path>
              </a:pathLst>
            </a:custGeom>
            <a:solidFill>
              <a:srgbClr val="007CB0"/>
            </a:solidFill>
            <a:ln w="6390" cap="flat">
              <a:noFill/>
              <a:prstDash val="solid"/>
              <a:miter/>
            </a:ln>
          </p:spPr>
          <p:txBody>
            <a:bodyPr rtlCol="0" anchor="ctr"/>
            <a:lstStyle/>
            <a:p>
              <a:endParaRPr lang="en-US"/>
            </a:p>
          </p:txBody>
        </p:sp>
        <p:sp>
          <p:nvSpPr>
            <p:cNvPr id="755" name="Graphic 4">
              <a:extLst>
                <a:ext uri="{FF2B5EF4-FFF2-40B4-BE49-F238E27FC236}">
                  <a16:creationId xmlns:a16="http://schemas.microsoft.com/office/drawing/2014/main" id="{40F67F0E-9118-6646-B536-7576B6F1F1C3}"/>
                </a:ext>
              </a:extLst>
            </p:cNvPr>
            <p:cNvSpPr/>
            <p:nvPr/>
          </p:nvSpPr>
          <p:spPr>
            <a:xfrm>
              <a:off x="4868493" y="4930512"/>
              <a:ext cx="64620" cy="143639"/>
            </a:xfrm>
            <a:custGeom>
              <a:avLst/>
              <a:gdLst>
                <a:gd name="connsiteX0" fmla="*/ 58787 w 64620"/>
                <a:gd name="connsiteY0" fmla="*/ 0 h 143639"/>
                <a:gd name="connsiteX1" fmla="*/ 6390 w 64620"/>
                <a:gd name="connsiteY1" fmla="*/ 0 h 143639"/>
                <a:gd name="connsiteX2" fmla="*/ 0 w 64620"/>
                <a:gd name="connsiteY2" fmla="*/ 6384 h 143639"/>
                <a:gd name="connsiteX3" fmla="*/ 0 w 64620"/>
                <a:gd name="connsiteY3" fmla="*/ 71501 h 143639"/>
                <a:gd name="connsiteX4" fmla="*/ 6390 w 64620"/>
                <a:gd name="connsiteY4" fmla="*/ 77885 h 143639"/>
                <a:gd name="connsiteX5" fmla="*/ 13419 w 64620"/>
                <a:gd name="connsiteY5" fmla="*/ 77885 h 143639"/>
                <a:gd name="connsiteX6" fmla="*/ 13419 w 64620"/>
                <a:gd name="connsiteY6" fmla="*/ 137256 h 143639"/>
                <a:gd name="connsiteX7" fmla="*/ 19809 w 64620"/>
                <a:gd name="connsiteY7" fmla="*/ 143640 h 143639"/>
                <a:gd name="connsiteX8" fmla="*/ 26199 w 64620"/>
                <a:gd name="connsiteY8" fmla="*/ 137256 h 143639"/>
                <a:gd name="connsiteX9" fmla="*/ 26199 w 64620"/>
                <a:gd name="connsiteY9" fmla="*/ 77885 h 143639"/>
                <a:gd name="connsiteX10" fmla="*/ 40257 w 64620"/>
                <a:gd name="connsiteY10" fmla="*/ 77885 h 143639"/>
                <a:gd name="connsiteX11" fmla="*/ 40257 w 64620"/>
                <a:gd name="connsiteY11" fmla="*/ 137256 h 143639"/>
                <a:gd name="connsiteX12" fmla="*/ 46646 w 64620"/>
                <a:gd name="connsiteY12" fmla="*/ 143640 h 143639"/>
                <a:gd name="connsiteX13" fmla="*/ 53036 w 64620"/>
                <a:gd name="connsiteY13" fmla="*/ 137256 h 143639"/>
                <a:gd name="connsiteX14" fmla="*/ 53036 w 64620"/>
                <a:gd name="connsiteY14" fmla="*/ 77885 h 143639"/>
                <a:gd name="connsiteX15" fmla="*/ 58148 w 64620"/>
                <a:gd name="connsiteY15" fmla="*/ 77885 h 143639"/>
                <a:gd name="connsiteX16" fmla="*/ 64538 w 64620"/>
                <a:gd name="connsiteY16" fmla="*/ 71501 h 143639"/>
                <a:gd name="connsiteX17" fmla="*/ 64538 w 64620"/>
                <a:gd name="connsiteY17" fmla="*/ 6384 h 143639"/>
                <a:gd name="connsiteX18" fmla="*/ 58787 w 64620"/>
                <a:gd name="connsiteY18" fmla="*/ 0 h 143639"/>
                <a:gd name="connsiteX19" fmla="*/ 12780 w 64620"/>
                <a:gd name="connsiteY19" fmla="*/ 12768 h 143639"/>
                <a:gd name="connsiteX20" fmla="*/ 52397 w 64620"/>
                <a:gd name="connsiteY20" fmla="*/ 12768 h 143639"/>
                <a:gd name="connsiteX21" fmla="*/ 52397 w 64620"/>
                <a:gd name="connsiteY21" fmla="*/ 65117 h 143639"/>
                <a:gd name="connsiteX22" fmla="*/ 12780 w 64620"/>
                <a:gd name="connsiteY22" fmla="*/ 65117 h 143639"/>
                <a:gd name="connsiteX23" fmla="*/ 12780 w 64620"/>
                <a:gd name="connsiteY23" fmla="*/ 12768 h 143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4620" h="143639">
                  <a:moveTo>
                    <a:pt x="58787" y="0"/>
                  </a:moveTo>
                  <a:lnTo>
                    <a:pt x="6390" y="0"/>
                  </a:lnTo>
                  <a:cubicBezTo>
                    <a:pt x="2556" y="0"/>
                    <a:pt x="0" y="2553"/>
                    <a:pt x="0" y="6384"/>
                  </a:cubicBezTo>
                  <a:lnTo>
                    <a:pt x="0" y="71501"/>
                  </a:lnTo>
                  <a:cubicBezTo>
                    <a:pt x="0" y="75331"/>
                    <a:pt x="2556" y="77885"/>
                    <a:pt x="6390" y="77885"/>
                  </a:cubicBezTo>
                  <a:lnTo>
                    <a:pt x="13419" y="77885"/>
                  </a:lnTo>
                  <a:lnTo>
                    <a:pt x="13419" y="137256"/>
                  </a:lnTo>
                  <a:cubicBezTo>
                    <a:pt x="13419" y="141086"/>
                    <a:pt x="15975" y="143640"/>
                    <a:pt x="19809" y="143640"/>
                  </a:cubicBezTo>
                  <a:cubicBezTo>
                    <a:pt x="23642" y="143640"/>
                    <a:pt x="26199" y="141086"/>
                    <a:pt x="26199" y="137256"/>
                  </a:cubicBezTo>
                  <a:lnTo>
                    <a:pt x="26199" y="77885"/>
                  </a:lnTo>
                  <a:lnTo>
                    <a:pt x="40257" y="77885"/>
                  </a:lnTo>
                  <a:lnTo>
                    <a:pt x="40257" y="137256"/>
                  </a:lnTo>
                  <a:cubicBezTo>
                    <a:pt x="40257" y="141086"/>
                    <a:pt x="42812" y="143640"/>
                    <a:pt x="46646" y="143640"/>
                  </a:cubicBezTo>
                  <a:cubicBezTo>
                    <a:pt x="50480" y="143640"/>
                    <a:pt x="53036" y="141086"/>
                    <a:pt x="53036" y="137256"/>
                  </a:cubicBezTo>
                  <a:lnTo>
                    <a:pt x="53036" y="77885"/>
                  </a:lnTo>
                  <a:lnTo>
                    <a:pt x="58148" y="77885"/>
                  </a:lnTo>
                  <a:cubicBezTo>
                    <a:pt x="61982" y="77885"/>
                    <a:pt x="64538" y="75331"/>
                    <a:pt x="64538" y="71501"/>
                  </a:cubicBezTo>
                  <a:lnTo>
                    <a:pt x="64538" y="6384"/>
                  </a:lnTo>
                  <a:cubicBezTo>
                    <a:pt x="65177" y="2553"/>
                    <a:pt x="61982" y="0"/>
                    <a:pt x="58787" y="0"/>
                  </a:cubicBezTo>
                  <a:close/>
                  <a:moveTo>
                    <a:pt x="12780" y="12768"/>
                  </a:moveTo>
                  <a:lnTo>
                    <a:pt x="52397" y="12768"/>
                  </a:lnTo>
                  <a:lnTo>
                    <a:pt x="52397" y="65117"/>
                  </a:lnTo>
                  <a:lnTo>
                    <a:pt x="12780" y="65117"/>
                  </a:lnTo>
                  <a:lnTo>
                    <a:pt x="12780" y="12768"/>
                  </a:lnTo>
                  <a:close/>
                </a:path>
              </a:pathLst>
            </a:custGeom>
            <a:solidFill>
              <a:srgbClr val="007CB0"/>
            </a:solidFill>
            <a:ln w="6390" cap="flat">
              <a:noFill/>
              <a:prstDash val="solid"/>
              <a:miter/>
            </a:ln>
          </p:spPr>
          <p:txBody>
            <a:bodyPr rtlCol="0" anchor="ctr"/>
            <a:lstStyle/>
            <a:p>
              <a:endParaRPr lang="en-US"/>
            </a:p>
          </p:txBody>
        </p:sp>
      </p:grpSp>
      <p:grpSp>
        <p:nvGrpSpPr>
          <p:cNvPr id="756" name="Graphic 4">
            <a:extLst>
              <a:ext uri="{FF2B5EF4-FFF2-40B4-BE49-F238E27FC236}">
                <a16:creationId xmlns:a16="http://schemas.microsoft.com/office/drawing/2014/main" id="{B355A925-E887-E14D-8C65-91058357C0BA}"/>
              </a:ext>
            </a:extLst>
          </p:cNvPr>
          <p:cNvGrpSpPr/>
          <p:nvPr/>
        </p:nvGrpSpPr>
        <p:grpSpPr>
          <a:xfrm>
            <a:off x="5708769" y="4792617"/>
            <a:ext cx="361670" cy="361333"/>
            <a:chOff x="5708769" y="4792617"/>
            <a:chExt cx="361670" cy="361333"/>
          </a:xfrm>
          <a:solidFill>
            <a:srgbClr val="007CB0"/>
          </a:solidFill>
        </p:grpSpPr>
        <p:sp>
          <p:nvSpPr>
            <p:cNvPr id="757" name="Graphic 4">
              <a:extLst>
                <a:ext uri="{FF2B5EF4-FFF2-40B4-BE49-F238E27FC236}">
                  <a16:creationId xmlns:a16="http://schemas.microsoft.com/office/drawing/2014/main" id="{7D97933C-024B-9941-943A-563DD5301F82}"/>
                </a:ext>
              </a:extLst>
            </p:cNvPr>
            <p:cNvSpPr/>
            <p:nvPr/>
          </p:nvSpPr>
          <p:spPr>
            <a:xfrm>
              <a:off x="5708769"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7"/>
                    <a:pt x="180835" y="13407"/>
                  </a:cubicBezTo>
                  <a:cubicBezTo>
                    <a:pt x="273489" y="13407"/>
                    <a:pt x="348890" y="88738"/>
                    <a:pt x="348890" y="181305"/>
                  </a:cubicBezTo>
                  <a:cubicBezTo>
                    <a:pt x="348890"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758" name="Graphic 4">
              <a:extLst>
                <a:ext uri="{FF2B5EF4-FFF2-40B4-BE49-F238E27FC236}">
                  <a16:creationId xmlns:a16="http://schemas.microsoft.com/office/drawing/2014/main" id="{68E8324A-3481-334B-9E48-501058F925DD}"/>
                </a:ext>
              </a:extLst>
            </p:cNvPr>
            <p:cNvSpPr/>
            <p:nvPr/>
          </p:nvSpPr>
          <p:spPr>
            <a:xfrm>
              <a:off x="5943280" y="4883270"/>
              <a:ext cx="39617" cy="39580"/>
            </a:xfrm>
            <a:custGeom>
              <a:avLst/>
              <a:gdLst>
                <a:gd name="connsiteX0" fmla="*/ 19809 w 39617"/>
                <a:gd name="connsiteY0" fmla="*/ 39581 h 39580"/>
                <a:gd name="connsiteX1" fmla="*/ 39618 w 39617"/>
                <a:gd name="connsiteY1" fmla="*/ 19791 h 39580"/>
                <a:gd name="connsiteX2" fmla="*/ 19809 w 39617"/>
                <a:gd name="connsiteY2" fmla="*/ 0 h 39580"/>
                <a:gd name="connsiteX3" fmla="*/ 0 w 39617"/>
                <a:gd name="connsiteY3" fmla="*/ 19791 h 39580"/>
                <a:gd name="connsiteX4" fmla="*/ 19809 w 39617"/>
                <a:gd name="connsiteY4" fmla="*/ 39581 h 39580"/>
                <a:gd name="connsiteX5" fmla="*/ 19809 w 39617"/>
                <a:gd name="connsiteY5" fmla="*/ 12768 h 39580"/>
                <a:gd name="connsiteX6" fmla="*/ 26838 w 39617"/>
                <a:gd name="connsiteY6" fmla="*/ 19791 h 39580"/>
                <a:gd name="connsiteX7" fmla="*/ 19809 w 39617"/>
                <a:gd name="connsiteY7" fmla="*/ 26813 h 39580"/>
                <a:gd name="connsiteX8" fmla="*/ 12780 w 39617"/>
                <a:gd name="connsiteY8" fmla="*/ 19791 h 39580"/>
                <a:gd name="connsiteX9" fmla="*/ 19809 w 39617"/>
                <a:gd name="connsiteY9" fmla="*/ 12768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17" h="39580">
                  <a:moveTo>
                    <a:pt x="19809" y="39581"/>
                  </a:moveTo>
                  <a:cubicBezTo>
                    <a:pt x="30672" y="39581"/>
                    <a:pt x="39618" y="30643"/>
                    <a:pt x="39618" y="19791"/>
                  </a:cubicBezTo>
                  <a:cubicBezTo>
                    <a:pt x="39618" y="8938"/>
                    <a:pt x="30672" y="0"/>
                    <a:pt x="19809" y="0"/>
                  </a:cubicBezTo>
                  <a:cubicBezTo>
                    <a:pt x="8946" y="0"/>
                    <a:pt x="0" y="8938"/>
                    <a:pt x="0" y="19791"/>
                  </a:cubicBezTo>
                  <a:cubicBezTo>
                    <a:pt x="0" y="30643"/>
                    <a:pt x="8946" y="39581"/>
                    <a:pt x="19809" y="39581"/>
                  </a:cubicBezTo>
                  <a:close/>
                  <a:moveTo>
                    <a:pt x="19809" y="12768"/>
                  </a:moveTo>
                  <a:cubicBezTo>
                    <a:pt x="23643" y="12768"/>
                    <a:pt x="26838" y="15960"/>
                    <a:pt x="26838" y="19791"/>
                  </a:cubicBezTo>
                  <a:cubicBezTo>
                    <a:pt x="26838" y="23621"/>
                    <a:pt x="23643" y="26813"/>
                    <a:pt x="19809" y="26813"/>
                  </a:cubicBezTo>
                  <a:cubicBezTo>
                    <a:pt x="15975" y="26813"/>
                    <a:pt x="12780" y="23621"/>
                    <a:pt x="12780" y="19791"/>
                  </a:cubicBezTo>
                  <a:cubicBezTo>
                    <a:pt x="12780" y="15960"/>
                    <a:pt x="15975" y="12768"/>
                    <a:pt x="19809" y="12768"/>
                  </a:cubicBezTo>
                  <a:close/>
                </a:path>
              </a:pathLst>
            </a:custGeom>
            <a:solidFill>
              <a:srgbClr val="007CB0"/>
            </a:solidFill>
            <a:ln w="6390" cap="flat">
              <a:noFill/>
              <a:prstDash val="solid"/>
              <a:miter/>
            </a:ln>
          </p:spPr>
          <p:txBody>
            <a:bodyPr rtlCol="0" anchor="ctr"/>
            <a:lstStyle/>
            <a:p>
              <a:endParaRPr lang="en-US"/>
            </a:p>
          </p:txBody>
        </p:sp>
        <p:sp>
          <p:nvSpPr>
            <p:cNvPr id="759" name="Graphic 4">
              <a:extLst>
                <a:ext uri="{FF2B5EF4-FFF2-40B4-BE49-F238E27FC236}">
                  <a16:creationId xmlns:a16="http://schemas.microsoft.com/office/drawing/2014/main" id="{681F8543-692B-F34E-AEF8-B997438F7065}"/>
                </a:ext>
              </a:extLst>
            </p:cNvPr>
            <p:cNvSpPr/>
            <p:nvPr/>
          </p:nvSpPr>
          <p:spPr>
            <a:xfrm>
              <a:off x="5999711" y="4934542"/>
              <a:ext cx="43052" cy="57256"/>
            </a:xfrm>
            <a:custGeom>
              <a:avLst/>
              <a:gdLst>
                <a:gd name="connsiteX0" fmla="*/ 41974 w 43052"/>
                <a:gd name="connsiteY0" fmla="*/ 47680 h 57256"/>
                <a:gd name="connsiteX1" fmla="*/ 11941 w 43052"/>
                <a:gd name="connsiteY1" fmla="*/ 2992 h 57256"/>
                <a:gd name="connsiteX2" fmla="*/ 2995 w 43052"/>
                <a:gd name="connsiteY2" fmla="*/ 1077 h 57256"/>
                <a:gd name="connsiteX3" fmla="*/ 1078 w 43052"/>
                <a:gd name="connsiteY3" fmla="*/ 10015 h 57256"/>
                <a:gd name="connsiteX4" fmla="*/ 31111 w 43052"/>
                <a:gd name="connsiteY4" fmla="*/ 54703 h 57256"/>
                <a:gd name="connsiteX5" fmla="*/ 36223 w 43052"/>
                <a:gd name="connsiteY5" fmla="*/ 57256 h 57256"/>
                <a:gd name="connsiteX6" fmla="*/ 40057 w 43052"/>
                <a:gd name="connsiteY6" fmla="*/ 55979 h 57256"/>
                <a:gd name="connsiteX7" fmla="*/ 41974 w 43052"/>
                <a:gd name="connsiteY7" fmla="*/ 47680 h 57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052" h="57256">
                  <a:moveTo>
                    <a:pt x="41974" y="47680"/>
                  </a:moveTo>
                  <a:lnTo>
                    <a:pt x="11941" y="2992"/>
                  </a:lnTo>
                  <a:cubicBezTo>
                    <a:pt x="10024" y="-200"/>
                    <a:pt x="6190" y="-838"/>
                    <a:pt x="2995" y="1077"/>
                  </a:cubicBezTo>
                  <a:cubicBezTo>
                    <a:pt x="-200" y="2992"/>
                    <a:pt x="-839" y="6823"/>
                    <a:pt x="1078" y="10015"/>
                  </a:cubicBezTo>
                  <a:lnTo>
                    <a:pt x="31111" y="54703"/>
                  </a:lnTo>
                  <a:cubicBezTo>
                    <a:pt x="32389" y="56618"/>
                    <a:pt x="34306" y="57256"/>
                    <a:pt x="36223" y="57256"/>
                  </a:cubicBezTo>
                  <a:cubicBezTo>
                    <a:pt x="37501" y="57256"/>
                    <a:pt x="38779" y="56618"/>
                    <a:pt x="40057" y="55979"/>
                  </a:cubicBezTo>
                  <a:cubicBezTo>
                    <a:pt x="43252" y="54703"/>
                    <a:pt x="43891" y="50872"/>
                    <a:pt x="41974" y="47680"/>
                  </a:cubicBezTo>
                  <a:close/>
                </a:path>
              </a:pathLst>
            </a:custGeom>
            <a:solidFill>
              <a:srgbClr val="007CB0"/>
            </a:solidFill>
            <a:ln w="6390" cap="flat">
              <a:noFill/>
              <a:prstDash val="solid"/>
              <a:miter/>
            </a:ln>
          </p:spPr>
          <p:txBody>
            <a:bodyPr rtlCol="0" anchor="ctr"/>
            <a:lstStyle/>
            <a:p>
              <a:endParaRPr lang="en-US"/>
            </a:p>
          </p:txBody>
        </p:sp>
        <p:sp>
          <p:nvSpPr>
            <p:cNvPr id="760" name="Graphic 4">
              <a:extLst>
                <a:ext uri="{FF2B5EF4-FFF2-40B4-BE49-F238E27FC236}">
                  <a16:creationId xmlns:a16="http://schemas.microsoft.com/office/drawing/2014/main" id="{7849F785-380A-F54F-A9F6-43DA0DF2E6C5}"/>
                </a:ext>
              </a:extLst>
            </p:cNvPr>
            <p:cNvSpPr/>
            <p:nvPr/>
          </p:nvSpPr>
          <p:spPr>
            <a:xfrm>
              <a:off x="5736446" y="4935320"/>
              <a:ext cx="43052" cy="57754"/>
            </a:xfrm>
            <a:custGeom>
              <a:avLst/>
              <a:gdLst>
                <a:gd name="connsiteX0" fmla="*/ 31111 w 43052"/>
                <a:gd name="connsiteY0" fmla="*/ 2853 h 57754"/>
                <a:gd name="connsiteX1" fmla="*/ 1078 w 43052"/>
                <a:gd name="connsiteY1" fmla="*/ 47540 h 57754"/>
                <a:gd name="connsiteX2" fmla="*/ 2995 w 43052"/>
                <a:gd name="connsiteY2" fmla="*/ 56478 h 57754"/>
                <a:gd name="connsiteX3" fmla="*/ 6829 w 43052"/>
                <a:gd name="connsiteY3" fmla="*/ 57755 h 57754"/>
                <a:gd name="connsiteX4" fmla="*/ 11941 w 43052"/>
                <a:gd name="connsiteY4" fmla="*/ 55201 h 57754"/>
                <a:gd name="connsiteX5" fmla="*/ 41974 w 43052"/>
                <a:gd name="connsiteY5" fmla="*/ 10513 h 57754"/>
                <a:gd name="connsiteX6" fmla="*/ 40057 w 43052"/>
                <a:gd name="connsiteY6" fmla="*/ 1576 h 57754"/>
                <a:gd name="connsiteX7" fmla="*/ 31111 w 43052"/>
                <a:gd name="connsiteY7" fmla="*/ 2853 h 57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052" h="57754">
                  <a:moveTo>
                    <a:pt x="31111" y="2853"/>
                  </a:moveTo>
                  <a:lnTo>
                    <a:pt x="1078" y="47540"/>
                  </a:lnTo>
                  <a:cubicBezTo>
                    <a:pt x="-839" y="50732"/>
                    <a:pt x="-200" y="54563"/>
                    <a:pt x="2995" y="56478"/>
                  </a:cubicBezTo>
                  <a:cubicBezTo>
                    <a:pt x="4273" y="57116"/>
                    <a:pt x="5551" y="57755"/>
                    <a:pt x="6829" y="57755"/>
                  </a:cubicBezTo>
                  <a:cubicBezTo>
                    <a:pt x="8746" y="57755"/>
                    <a:pt x="10663" y="56478"/>
                    <a:pt x="11941" y="55201"/>
                  </a:cubicBezTo>
                  <a:lnTo>
                    <a:pt x="41974" y="10513"/>
                  </a:lnTo>
                  <a:cubicBezTo>
                    <a:pt x="43891" y="7321"/>
                    <a:pt x="43252" y="3491"/>
                    <a:pt x="40057" y="1576"/>
                  </a:cubicBezTo>
                  <a:cubicBezTo>
                    <a:pt x="36862" y="-978"/>
                    <a:pt x="33028" y="-339"/>
                    <a:pt x="31111" y="2853"/>
                  </a:cubicBezTo>
                  <a:close/>
                </a:path>
              </a:pathLst>
            </a:custGeom>
            <a:solidFill>
              <a:srgbClr val="007CB0"/>
            </a:solidFill>
            <a:ln w="6390" cap="flat">
              <a:noFill/>
              <a:prstDash val="solid"/>
              <a:miter/>
            </a:ln>
          </p:spPr>
          <p:txBody>
            <a:bodyPr rtlCol="0" anchor="ctr"/>
            <a:lstStyle/>
            <a:p>
              <a:endParaRPr lang="en-US"/>
            </a:p>
          </p:txBody>
        </p:sp>
        <p:sp>
          <p:nvSpPr>
            <p:cNvPr id="761" name="Graphic 4">
              <a:extLst>
                <a:ext uri="{FF2B5EF4-FFF2-40B4-BE49-F238E27FC236}">
                  <a16:creationId xmlns:a16="http://schemas.microsoft.com/office/drawing/2014/main" id="{19ED01F5-C027-EE47-AD84-C634C4FD56AE}"/>
                </a:ext>
              </a:extLst>
            </p:cNvPr>
            <p:cNvSpPr/>
            <p:nvPr/>
          </p:nvSpPr>
          <p:spPr>
            <a:xfrm>
              <a:off x="5851402" y="4867949"/>
              <a:ext cx="72969" cy="73415"/>
            </a:xfrm>
            <a:custGeom>
              <a:avLst/>
              <a:gdLst>
                <a:gd name="connsiteX0" fmla="*/ 43953 w 72969"/>
                <a:gd name="connsiteY0" fmla="*/ 3830 h 73415"/>
                <a:gd name="connsiteX1" fmla="*/ 37563 w 72969"/>
                <a:gd name="connsiteY1" fmla="*/ 0 h 73415"/>
                <a:gd name="connsiteX2" fmla="*/ 31173 w 72969"/>
                <a:gd name="connsiteY2" fmla="*/ 3830 h 73415"/>
                <a:gd name="connsiteX3" fmla="*/ 501 w 72969"/>
                <a:gd name="connsiteY3" fmla="*/ 64478 h 73415"/>
                <a:gd name="connsiteX4" fmla="*/ 3058 w 72969"/>
                <a:gd name="connsiteY4" fmla="*/ 72777 h 73415"/>
                <a:gd name="connsiteX5" fmla="*/ 5613 w 72969"/>
                <a:gd name="connsiteY5" fmla="*/ 73416 h 73415"/>
                <a:gd name="connsiteX6" fmla="*/ 11364 w 72969"/>
                <a:gd name="connsiteY6" fmla="*/ 69585 h 73415"/>
                <a:gd name="connsiteX7" fmla="*/ 36285 w 72969"/>
                <a:gd name="connsiteY7" fmla="*/ 19152 h 73415"/>
                <a:gd name="connsiteX8" fmla="*/ 61206 w 72969"/>
                <a:gd name="connsiteY8" fmla="*/ 69585 h 73415"/>
                <a:gd name="connsiteX9" fmla="*/ 66957 w 72969"/>
                <a:gd name="connsiteY9" fmla="*/ 73416 h 73415"/>
                <a:gd name="connsiteX10" fmla="*/ 69513 w 72969"/>
                <a:gd name="connsiteY10" fmla="*/ 72777 h 73415"/>
                <a:gd name="connsiteX11" fmla="*/ 72069 w 72969"/>
                <a:gd name="connsiteY11" fmla="*/ 64478 h 73415"/>
                <a:gd name="connsiteX12" fmla="*/ 43953 w 72969"/>
                <a:gd name="connsiteY12" fmla="*/ 3830 h 7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2969" h="73415">
                  <a:moveTo>
                    <a:pt x="43953" y="3830"/>
                  </a:moveTo>
                  <a:cubicBezTo>
                    <a:pt x="42675" y="1276"/>
                    <a:pt x="40119" y="0"/>
                    <a:pt x="37563" y="0"/>
                  </a:cubicBezTo>
                  <a:cubicBezTo>
                    <a:pt x="35007" y="0"/>
                    <a:pt x="32451" y="1276"/>
                    <a:pt x="31173" y="3830"/>
                  </a:cubicBezTo>
                  <a:lnTo>
                    <a:pt x="501" y="64478"/>
                  </a:lnTo>
                  <a:cubicBezTo>
                    <a:pt x="-777" y="67670"/>
                    <a:pt x="501" y="71500"/>
                    <a:pt x="3058" y="72777"/>
                  </a:cubicBezTo>
                  <a:cubicBezTo>
                    <a:pt x="3696" y="73416"/>
                    <a:pt x="4974" y="73416"/>
                    <a:pt x="5613" y="73416"/>
                  </a:cubicBezTo>
                  <a:cubicBezTo>
                    <a:pt x="8169" y="73416"/>
                    <a:pt x="10086" y="72139"/>
                    <a:pt x="11364" y="69585"/>
                  </a:cubicBezTo>
                  <a:lnTo>
                    <a:pt x="36285" y="19152"/>
                  </a:lnTo>
                  <a:lnTo>
                    <a:pt x="61206" y="69585"/>
                  </a:lnTo>
                  <a:cubicBezTo>
                    <a:pt x="62484" y="72139"/>
                    <a:pt x="64401" y="73416"/>
                    <a:pt x="66957" y="73416"/>
                  </a:cubicBezTo>
                  <a:cubicBezTo>
                    <a:pt x="67596" y="73416"/>
                    <a:pt x="68874" y="73416"/>
                    <a:pt x="69513" y="72777"/>
                  </a:cubicBezTo>
                  <a:cubicBezTo>
                    <a:pt x="72708" y="71500"/>
                    <a:pt x="73986" y="67670"/>
                    <a:pt x="72069" y="64478"/>
                  </a:cubicBezTo>
                  <a:lnTo>
                    <a:pt x="43953" y="3830"/>
                  </a:lnTo>
                  <a:close/>
                </a:path>
              </a:pathLst>
            </a:custGeom>
            <a:solidFill>
              <a:srgbClr val="007CB0"/>
            </a:solidFill>
            <a:ln w="6390" cap="flat">
              <a:noFill/>
              <a:prstDash val="solid"/>
              <a:miter/>
            </a:ln>
          </p:spPr>
          <p:txBody>
            <a:bodyPr rtlCol="0" anchor="ctr"/>
            <a:lstStyle/>
            <a:p>
              <a:endParaRPr lang="en-US"/>
            </a:p>
          </p:txBody>
        </p:sp>
        <p:sp>
          <p:nvSpPr>
            <p:cNvPr id="762" name="Graphic 4">
              <a:extLst>
                <a:ext uri="{FF2B5EF4-FFF2-40B4-BE49-F238E27FC236}">
                  <a16:creationId xmlns:a16="http://schemas.microsoft.com/office/drawing/2014/main" id="{1362E2A0-6581-344A-81E8-3D4F15AA5623}"/>
                </a:ext>
              </a:extLst>
            </p:cNvPr>
            <p:cNvSpPr/>
            <p:nvPr/>
          </p:nvSpPr>
          <p:spPr>
            <a:xfrm>
              <a:off x="5930500" y="4933704"/>
              <a:ext cx="64538" cy="142362"/>
            </a:xfrm>
            <a:custGeom>
              <a:avLst/>
              <a:gdLst>
                <a:gd name="connsiteX0" fmla="*/ 58149 w 64538"/>
                <a:gd name="connsiteY0" fmla="*/ 0 h 142362"/>
                <a:gd name="connsiteX1" fmla="*/ 6390 w 64538"/>
                <a:gd name="connsiteY1" fmla="*/ 0 h 142362"/>
                <a:gd name="connsiteX2" fmla="*/ 0 w 64538"/>
                <a:gd name="connsiteY2" fmla="*/ 6384 h 142362"/>
                <a:gd name="connsiteX3" fmla="*/ 0 w 64538"/>
                <a:gd name="connsiteY3" fmla="*/ 70862 h 142362"/>
                <a:gd name="connsiteX4" fmla="*/ 6390 w 64538"/>
                <a:gd name="connsiteY4" fmla="*/ 77246 h 142362"/>
                <a:gd name="connsiteX5" fmla="*/ 13419 w 64538"/>
                <a:gd name="connsiteY5" fmla="*/ 77246 h 142362"/>
                <a:gd name="connsiteX6" fmla="*/ 13419 w 64538"/>
                <a:gd name="connsiteY6" fmla="*/ 135979 h 142362"/>
                <a:gd name="connsiteX7" fmla="*/ 19809 w 64538"/>
                <a:gd name="connsiteY7" fmla="*/ 142363 h 142362"/>
                <a:gd name="connsiteX8" fmla="*/ 26199 w 64538"/>
                <a:gd name="connsiteY8" fmla="*/ 135979 h 142362"/>
                <a:gd name="connsiteX9" fmla="*/ 26199 w 64538"/>
                <a:gd name="connsiteY9" fmla="*/ 77246 h 142362"/>
                <a:gd name="connsiteX10" fmla="*/ 40257 w 64538"/>
                <a:gd name="connsiteY10" fmla="*/ 77246 h 142362"/>
                <a:gd name="connsiteX11" fmla="*/ 40257 w 64538"/>
                <a:gd name="connsiteY11" fmla="*/ 135979 h 142362"/>
                <a:gd name="connsiteX12" fmla="*/ 46647 w 64538"/>
                <a:gd name="connsiteY12" fmla="*/ 142363 h 142362"/>
                <a:gd name="connsiteX13" fmla="*/ 53037 w 64538"/>
                <a:gd name="connsiteY13" fmla="*/ 135979 h 142362"/>
                <a:gd name="connsiteX14" fmla="*/ 53037 w 64538"/>
                <a:gd name="connsiteY14" fmla="*/ 77246 h 142362"/>
                <a:gd name="connsiteX15" fmla="*/ 58149 w 64538"/>
                <a:gd name="connsiteY15" fmla="*/ 77246 h 142362"/>
                <a:gd name="connsiteX16" fmla="*/ 64539 w 64538"/>
                <a:gd name="connsiteY16" fmla="*/ 70862 h 142362"/>
                <a:gd name="connsiteX17" fmla="*/ 64539 w 64538"/>
                <a:gd name="connsiteY17" fmla="*/ 6384 h 142362"/>
                <a:gd name="connsiteX18" fmla="*/ 58149 w 64538"/>
                <a:gd name="connsiteY18" fmla="*/ 0 h 142362"/>
                <a:gd name="connsiteX19" fmla="*/ 12780 w 64538"/>
                <a:gd name="connsiteY19" fmla="*/ 12768 h 142362"/>
                <a:gd name="connsiteX20" fmla="*/ 51759 w 64538"/>
                <a:gd name="connsiteY20" fmla="*/ 12768 h 142362"/>
                <a:gd name="connsiteX21" fmla="*/ 51759 w 64538"/>
                <a:gd name="connsiteY21" fmla="*/ 64478 h 142362"/>
                <a:gd name="connsiteX22" fmla="*/ 12780 w 64538"/>
                <a:gd name="connsiteY22" fmla="*/ 64478 h 142362"/>
                <a:gd name="connsiteX23" fmla="*/ 12780 w 64538"/>
                <a:gd name="connsiteY23" fmla="*/ 12768 h 142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4538" h="142362">
                  <a:moveTo>
                    <a:pt x="58149" y="0"/>
                  </a:moveTo>
                  <a:lnTo>
                    <a:pt x="6390" y="0"/>
                  </a:lnTo>
                  <a:cubicBezTo>
                    <a:pt x="2556" y="0"/>
                    <a:pt x="0" y="2553"/>
                    <a:pt x="0" y="6384"/>
                  </a:cubicBezTo>
                  <a:lnTo>
                    <a:pt x="0" y="70862"/>
                  </a:lnTo>
                  <a:cubicBezTo>
                    <a:pt x="0" y="74693"/>
                    <a:pt x="2556" y="77246"/>
                    <a:pt x="6390" y="77246"/>
                  </a:cubicBezTo>
                  <a:lnTo>
                    <a:pt x="13419" y="77246"/>
                  </a:lnTo>
                  <a:lnTo>
                    <a:pt x="13419" y="135979"/>
                  </a:lnTo>
                  <a:cubicBezTo>
                    <a:pt x="13419" y="139809"/>
                    <a:pt x="15975" y="142363"/>
                    <a:pt x="19809" y="142363"/>
                  </a:cubicBezTo>
                  <a:cubicBezTo>
                    <a:pt x="23643" y="142363"/>
                    <a:pt x="26199" y="139809"/>
                    <a:pt x="26199" y="135979"/>
                  </a:cubicBezTo>
                  <a:lnTo>
                    <a:pt x="26199" y="77246"/>
                  </a:lnTo>
                  <a:lnTo>
                    <a:pt x="40257" y="77246"/>
                  </a:lnTo>
                  <a:lnTo>
                    <a:pt x="40257" y="135979"/>
                  </a:lnTo>
                  <a:cubicBezTo>
                    <a:pt x="40257" y="139809"/>
                    <a:pt x="42813" y="142363"/>
                    <a:pt x="46647" y="142363"/>
                  </a:cubicBezTo>
                  <a:cubicBezTo>
                    <a:pt x="50481" y="142363"/>
                    <a:pt x="53037" y="139809"/>
                    <a:pt x="53037" y="135979"/>
                  </a:cubicBezTo>
                  <a:lnTo>
                    <a:pt x="53037" y="77246"/>
                  </a:lnTo>
                  <a:lnTo>
                    <a:pt x="58149" y="77246"/>
                  </a:lnTo>
                  <a:cubicBezTo>
                    <a:pt x="61982" y="77246"/>
                    <a:pt x="64539" y="74693"/>
                    <a:pt x="64539" y="70862"/>
                  </a:cubicBezTo>
                  <a:lnTo>
                    <a:pt x="64539" y="6384"/>
                  </a:lnTo>
                  <a:cubicBezTo>
                    <a:pt x="64539" y="2553"/>
                    <a:pt x="61982" y="0"/>
                    <a:pt x="58149" y="0"/>
                  </a:cubicBezTo>
                  <a:close/>
                  <a:moveTo>
                    <a:pt x="12780" y="12768"/>
                  </a:moveTo>
                  <a:lnTo>
                    <a:pt x="51759" y="12768"/>
                  </a:lnTo>
                  <a:lnTo>
                    <a:pt x="51759" y="64478"/>
                  </a:lnTo>
                  <a:lnTo>
                    <a:pt x="12780" y="64478"/>
                  </a:lnTo>
                  <a:lnTo>
                    <a:pt x="12780" y="12768"/>
                  </a:lnTo>
                  <a:close/>
                </a:path>
              </a:pathLst>
            </a:custGeom>
            <a:solidFill>
              <a:srgbClr val="007CB0"/>
            </a:solidFill>
            <a:ln w="6390" cap="flat">
              <a:noFill/>
              <a:prstDash val="solid"/>
              <a:miter/>
            </a:ln>
          </p:spPr>
          <p:txBody>
            <a:bodyPr rtlCol="0" anchor="ctr"/>
            <a:lstStyle/>
            <a:p>
              <a:endParaRPr lang="en-US"/>
            </a:p>
          </p:txBody>
        </p:sp>
        <p:sp>
          <p:nvSpPr>
            <p:cNvPr id="763" name="Graphic 4">
              <a:extLst>
                <a:ext uri="{FF2B5EF4-FFF2-40B4-BE49-F238E27FC236}">
                  <a16:creationId xmlns:a16="http://schemas.microsoft.com/office/drawing/2014/main" id="{A338A90E-6F55-6C48-BA99-3B6FB19EFEAB}"/>
                </a:ext>
              </a:extLst>
            </p:cNvPr>
            <p:cNvSpPr/>
            <p:nvPr/>
          </p:nvSpPr>
          <p:spPr>
            <a:xfrm>
              <a:off x="5783531" y="4933704"/>
              <a:ext cx="64538" cy="142362"/>
            </a:xfrm>
            <a:custGeom>
              <a:avLst/>
              <a:gdLst>
                <a:gd name="connsiteX0" fmla="*/ 58149 w 64538"/>
                <a:gd name="connsiteY0" fmla="*/ 0 h 142362"/>
                <a:gd name="connsiteX1" fmla="*/ 6390 w 64538"/>
                <a:gd name="connsiteY1" fmla="*/ 0 h 142362"/>
                <a:gd name="connsiteX2" fmla="*/ 0 w 64538"/>
                <a:gd name="connsiteY2" fmla="*/ 6384 h 142362"/>
                <a:gd name="connsiteX3" fmla="*/ 0 w 64538"/>
                <a:gd name="connsiteY3" fmla="*/ 70862 h 142362"/>
                <a:gd name="connsiteX4" fmla="*/ 6390 w 64538"/>
                <a:gd name="connsiteY4" fmla="*/ 77246 h 142362"/>
                <a:gd name="connsiteX5" fmla="*/ 13419 w 64538"/>
                <a:gd name="connsiteY5" fmla="*/ 77246 h 142362"/>
                <a:gd name="connsiteX6" fmla="*/ 13419 w 64538"/>
                <a:gd name="connsiteY6" fmla="*/ 135979 h 142362"/>
                <a:gd name="connsiteX7" fmla="*/ 19809 w 64538"/>
                <a:gd name="connsiteY7" fmla="*/ 142363 h 142362"/>
                <a:gd name="connsiteX8" fmla="*/ 26199 w 64538"/>
                <a:gd name="connsiteY8" fmla="*/ 135979 h 142362"/>
                <a:gd name="connsiteX9" fmla="*/ 26199 w 64538"/>
                <a:gd name="connsiteY9" fmla="*/ 77246 h 142362"/>
                <a:gd name="connsiteX10" fmla="*/ 40257 w 64538"/>
                <a:gd name="connsiteY10" fmla="*/ 77246 h 142362"/>
                <a:gd name="connsiteX11" fmla="*/ 40257 w 64538"/>
                <a:gd name="connsiteY11" fmla="*/ 135979 h 142362"/>
                <a:gd name="connsiteX12" fmla="*/ 46647 w 64538"/>
                <a:gd name="connsiteY12" fmla="*/ 142363 h 142362"/>
                <a:gd name="connsiteX13" fmla="*/ 53037 w 64538"/>
                <a:gd name="connsiteY13" fmla="*/ 135979 h 142362"/>
                <a:gd name="connsiteX14" fmla="*/ 53037 w 64538"/>
                <a:gd name="connsiteY14" fmla="*/ 77246 h 142362"/>
                <a:gd name="connsiteX15" fmla="*/ 58149 w 64538"/>
                <a:gd name="connsiteY15" fmla="*/ 77246 h 142362"/>
                <a:gd name="connsiteX16" fmla="*/ 64539 w 64538"/>
                <a:gd name="connsiteY16" fmla="*/ 70862 h 142362"/>
                <a:gd name="connsiteX17" fmla="*/ 64539 w 64538"/>
                <a:gd name="connsiteY17" fmla="*/ 6384 h 142362"/>
                <a:gd name="connsiteX18" fmla="*/ 58149 w 64538"/>
                <a:gd name="connsiteY18" fmla="*/ 0 h 142362"/>
                <a:gd name="connsiteX19" fmla="*/ 13419 w 64538"/>
                <a:gd name="connsiteY19" fmla="*/ 12768 h 142362"/>
                <a:gd name="connsiteX20" fmla="*/ 52398 w 64538"/>
                <a:gd name="connsiteY20" fmla="*/ 12768 h 142362"/>
                <a:gd name="connsiteX21" fmla="*/ 52398 w 64538"/>
                <a:gd name="connsiteY21" fmla="*/ 64478 h 142362"/>
                <a:gd name="connsiteX22" fmla="*/ 13419 w 64538"/>
                <a:gd name="connsiteY22" fmla="*/ 64478 h 142362"/>
                <a:gd name="connsiteX23" fmla="*/ 13419 w 64538"/>
                <a:gd name="connsiteY23" fmla="*/ 12768 h 142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4538" h="142362">
                  <a:moveTo>
                    <a:pt x="58149" y="0"/>
                  </a:moveTo>
                  <a:lnTo>
                    <a:pt x="6390" y="0"/>
                  </a:lnTo>
                  <a:cubicBezTo>
                    <a:pt x="2556" y="0"/>
                    <a:pt x="0" y="2553"/>
                    <a:pt x="0" y="6384"/>
                  </a:cubicBezTo>
                  <a:lnTo>
                    <a:pt x="0" y="70862"/>
                  </a:lnTo>
                  <a:cubicBezTo>
                    <a:pt x="0" y="74693"/>
                    <a:pt x="2556" y="77246"/>
                    <a:pt x="6390" y="77246"/>
                  </a:cubicBezTo>
                  <a:lnTo>
                    <a:pt x="13419" y="77246"/>
                  </a:lnTo>
                  <a:lnTo>
                    <a:pt x="13419" y="135979"/>
                  </a:lnTo>
                  <a:cubicBezTo>
                    <a:pt x="13419" y="139809"/>
                    <a:pt x="15975" y="142363"/>
                    <a:pt x="19809" y="142363"/>
                  </a:cubicBezTo>
                  <a:cubicBezTo>
                    <a:pt x="23643" y="142363"/>
                    <a:pt x="26199" y="139809"/>
                    <a:pt x="26199" y="135979"/>
                  </a:cubicBezTo>
                  <a:lnTo>
                    <a:pt x="26199" y="77246"/>
                  </a:lnTo>
                  <a:lnTo>
                    <a:pt x="40257" y="77246"/>
                  </a:lnTo>
                  <a:lnTo>
                    <a:pt x="40257" y="135979"/>
                  </a:lnTo>
                  <a:cubicBezTo>
                    <a:pt x="40257" y="139809"/>
                    <a:pt x="42813" y="142363"/>
                    <a:pt x="46647" y="142363"/>
                  </a:cubicBezTo>
                  <a:cubicBezTo>
                    <a:pt x="50481" y="142363"/>
                    <a:pt x="53037" y="139809"/>
                    <a:pt x="53037" y="135979"/>
                  </a:cubicBezTo>
                  <a:lnTo>
                    <a:pt x="53037" y="77246"/>
                  </a:lnTo>
                  <a:lnTo>
                    <a:pt x="58149" y="77246"/>
                  </a:lnTo>
                  <a:cubicBezTo>
                    <a:pt x="61982" y="77246"/>
                    <a:pt x="64539" y="74693"/>
                    <a:pt x="64539" y="70862"/>
                  </a:cubicBezTo>
                  <a:lnTo>
                    <a:pt x="64539" y="6384"/>
                  </a:lnTo>
                  <a:cubicBezTo>
                    <a:pt x="64539" y="2553"/>
                    <a:pt x="61982" y="0"/>
                    <a:pt x="58149" y="0"/>
                  </a:cubicBezTo>
                  <a:close/>
                  <a:moveTo>
                    <a:pt x="13419" y="12768"/>
                  </a:moveTo>
                  <a:lnTo>
                    <a:pt x="52398" y="12768"/>
                  </a:lnTo>
                  <a:lnTo>
                    <a:pt x="52398" y="64478"/>
                  </a:lnTo>
                  <a:lnTo>
                    <a:pt x="13419" y="64478"/>
                  </a:lnTo>
                  <a:lnTo>
                    <a:pt x="13419" y="12768"/>
                  </a:lnTo>
                  <a:close/>
                </a:path>
              </a:pathLst>
            </a:custGeom>
            <a:solidFill>
              <a:srgbClr val="007CB0"/>
            </a:solidFill>
            <a:ln w="6390" cap="flat">
              <a:noFill/>
              <a:prstDash val="solid"/>
              <a:miter/>
            </a:ln>
          </p:spPr>
          <p:txBody>
            <a:bodyPr rtlCol="0" anchor="ctr"/>
            <a:lstStyle/>
            <a:p>
              <a:endParaRPr lang="en-US"/>
            </a:p>
          </p:txBody>
        </p:sp>
        <p:sp>
          <p:nvSpPr>
            <p:cNvPr id="764" name="Graphic 4">
              <a:extLst>
                <a:ext uri="{FF2B5EF4-FFF2-40B4-BE49-F238E27FC236}">
                  <a16:creationId xmlns:a16="http://schemas.microsoft.com/office/drawing/2014/main" id="{51AA4CF4-927F-9847-9F73-26807DD29FAB}"/>
                </a:ext>
              </a:extLst>
            </p:cNvPr>
            <p:cNvSpPr/>
            <p:nvPr/>
          </p:nvSpPr>
          <p:spPr>
            <a:xfrm>
              <a:off x="5796311" y="4883270"/>
              <a:ext cx="39617" cy="39580"/>
            </a:xfrm>
            <a:custGeom>
              <a:avLst/>
              <a:gdLst>
                <a:gd name="connsiteX0" fmla="*/ 19809 w 39617"/>
                <a:gd name="connsiteY0" fmla="*/ 39581 h 39580"/>
                <a:gd name="connsiteX1" fmla="*/ 39618 w 39617"/>
                <a:gd name="connsiteY1" fmla="*/ 19791 h 39580"/>
                <a:gd name="connsiteX2" fmla="*/ 19809 w 39617"/>
                <a:gd name="connsiteY2" fmla="*/ 0 h 39580"/>
                <a:gd name="connsiteX3" fmla="*/ 0 w 39617"/>
                <a:gd name="connsiteY3" fmla="*/ 19791 h 39580"/>
                <a:gd name="connsiteX4" fmla="*/ 19809 w 39617"/>
                <a:gd name="connsiteY4" fmla="*/ 39581 h 39580"/>
                <a:gd name="connsiteX5" fmla="*/ 19809 w 39617"/>
                <a:gd name="connsiteY5" fmla="*/ 12768 h 39580"/>
                <a:gd name="connsiteX6" fmla="*/ 26838 w 39617"/>
                <a:gd name="connsiteY6" fmla="*/ 19791 h 39580"/>
                <a:gd name="connsiteX7" fmla="*/ 19809 w 39617"/>
                <a:gd name="connsiteY7" fmla="*/ 26813 h 39580"/>
                <a:gd name="connsiteX8" fmla="*/ 12780 w 39617"/>
                <a:gd name="connsiteY8" fmla="*/ 19791 h 39580"/>
                <a:gd name="connsiteX9" fmla="*/ 19809 w 39617"/>
                <a:gd name="connsiteY9" fmla="*/ 12768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17" h="39580">
                  <a:moveTo>
                    <a:pt x="19809" y="39581"/>
                  </a:moveTo>
                  <a:cubicBezTo>
                    <a:pt x="30672" y="39581"/>
                    <a:pt x="39618" y="30643"/>
                    <a:pt x="39618" y="19791"/>
                  </a:cubicBezTo>
                  <a:cubicBezTo>
                    <a:pt x="39618" y="8938"/>
                    <a:pt x="30672" y="0"/>
                    <a:pt x="19809" y="0"/>
                  </a:cubicBezTo>
                  <a:cubicBezTo>
                    <a:pt x="8946" y="0"/>
                    <a:pt x="0" y="8938"/>
                    <a:pt x="0" y="19791"/>
                  </a:cubicBezTo>
                  <a:cubicBezTo>
                    <a:pt x="0" y="30643"/>
                    <a:pt x="8946" y="39581"/>
                    <a:pt x="19809" y="39581"/>
                  </a:cubicBezTo>
                  <a:close/>
                  <a:moveTo>
                    <a:pt x="19809" y="12768"/>
                  </a:moveTo>
                  <a:cubicBezTo>
                    <a:pt x="23643" y="12768"/>
                    <a:pt x="26838" y="15960"/>
                    <a:pt x="26838" y="19791"/>
                  </a:cubicBezTo>
                  <a:cubicBezTo>
                    <a:pt x="26838" y="23621"/>
                    <a:pt x="23643" y="26813"/>
                    <a:pt x="19809" y="26813"/>
                  </a:cubicBezTo>
                  <a:cubicBezTo>
                    <a:pt x="15975" y="26813"/>
                    <a:pt x="12780" y="23621"/>
                    <a:pt x="12780" y="19791"/>
                  </a:cubicBezTo>
                  <a:cubicBezTo>
                    <a:pt x="12780" y="15960"/>
                    <a:pt x="15975" y="12768"/>
                    <a:pt x="19809" y="12768"/>
                  </a:cubicBezTo>
                  <a:close/>
                </a:path>
              </a:pathLst>
            </a:custGeom>
            <a:solidFill>
              <a:srgbClr val="007CB0"/>
            </a:solidFill>
            <a:ln w="6390" cap="flat">
              <a:noFill/>
              <a:prstDash val="solid"/>
              <a:miter/>
            </a:ln>
          </p:spPr>
          <p:txBody>
            <a:bodyPr rtlCol="0" anchor="ctr"/>
            <a:lstStyle/>
            <a:p>
              <a:endParaRPr lang="en-US"/>
            </a:p>
          </p:txBody>
        </p:sp>
      </p:grpSp>
      <p:grpSp>
        <p:nvGrpSpPr>
          <p:cNvPr id="765" name="Graphic 4">
            <a:extLst>
              <a:ext uri="{FF2B5EF4-FFF2-40B4-BE49-F238E27FC236}">
                <a16:creationId xmlns:a16="http://schemas.microsoft.com/office/drawing/2014/main" id="{940AA10A-9DE4-7A4F-83D4-02CE84282E1D}"/>
              </a:ext>
            </a:extLst>
          </p:cNvPr>
          <p:cNvGrpSpPr/>
          <p:nvPr/>
        </p:nvGrpSpPr>
        <p:grpSpPr>
          <a:xfrm>
            <a:off x="6147119" y="4792617"/>
            <a:ext cx="361670" cy="361333"/>
            <a:chOff x="6147119" y="4792617"/>
            <a:chExt cx="361670" cy="361333"/>
          </a:xfrm>
          <a:solidFill>
            <a:srgbClr val="007CB0"/>
          </a:solidFill>
        </p:grpSpPr>
        <p:sp>
          <p:nvSpPr>
            <p:cNvPr id="766" name="Graphic 4">
              <a:extLst>
                <a:ext uri="{FF2B5EF4-FFF2-40B4-BE49-F238E27FC236}">
                  <a16:creationId xmlns:a16="http://schemas.microsoft.com/office/drawing/2014/main" id="{9F5A0260-DFD6-A74F-95E4-06CCA727B643}"/>
                </a:ext>
              </a:extLst>
            </p:cNvPr>
            <p:cNvSpPr/>
            <p:nvPr/>
          </p:nvSpPr>
          <p:spPr>
            <a:xfrm>
              <a:off x="6247441" y="4896038"/>
              <a:ext cx="14057" cy="14044"/>
            </a:xfrm>
            <a:custGeom>
              <a:avLst/>
              <a:gdLst>
                <a:gd name="connsiteX0" fmla="*/ 7029 w 14057"/>
                <a:gd name="connsiteY0" fmla="*/ 14045 h 14044"/>
                <a:gd name="connsiteX1" fmla="*/ 14058 w 14057"/>
                <a:gd name="connsiteY1" fmla="*/ 7023 h 14044"/>
                <a:gd name="connsiteX2" fmla="*/ 7029 w 14057"/>
                <a:gd name="connsiteY2" fmla="*/ 0 h 14044"/>
                <a:gd name="connsiteX3" fmla="*/ 0 w 14057"/>
                <a:gd name="connsiteY3" fmla="*/ 7023 h 14044"/>
                <a:gd name="connsiteX4" fmla="*/ 7029 w 14057"/>
                <a:gd name="connsiteY4" fmla="*/ 14045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14045"/>
                  </a:moveTo>
                  <a:cubicBezTo>
                    <a:pt x="10863" y="14045"/>
                    <a:pt x="14058" y="10853"/>
                    <a:pt x="14058" y="7023"/>
                  </a:cubicBezTo>
                  <a:cubicBezTo>
                    <a:pt x="14058" y="3192"/>
                    <a:pt x="10863" y="0"/>
                    <a:pt x="7029" y="0"/>
                  </a:cubicBezTo>
                  <a:cubicBezTo>
                    <a:pt x="3195" y="0"/>
                    <a:pt x="0" y="3192"/>
                    <a:pt x="0" y="7023"/>
                  </a:cubicBezTo>
                  <a:cubicBezTo>
                    <a:pt x="0" y="10853"/>
                    <a:pt x="3195" y="14045"/>
                    <a:pt x="7029" y="14045"/>
                  </a:cubicBezTo>
                  <a:close/>
                </a:path>
              </a:pathLst>
            </a:custGeom>
            <a:solidFill>
              <a:srgbClr val="007CB0"/>
            </a:solidFill>
            <a:ln w="6390" cap="flat">
              <a:noFill/>
              <a:prstDash val="solid"/>
              <a:miter/>
            </a:ln>
          </p:spPr>
          <p:txBody>
            <a:bodyPr rtlCol="0" anchor="ctr"/>
            <a:lstStyle/>
            <a:p>
              <a:endParaRPr lang="en-US"/>
            </a:p>
          </p:txBody>
        </p:sp>
        <p:sp>
          <p:nvSpPr>
            <p:cNvPr id="767" name="Graphic 4">
              <a:extLst>
                <a:ext uri="{FF2B5EF4-FFF2-40B4-BE49-F238E27FC236}">
                  <a16:creationId xmlns:a16="http://schemas.microsoft.com/office/drawing/2014/main" id="{4BC108EA-8270-4C4B-AD61-B61158B2E898}"/>
                </a:ext>
              </a:extLst>
            </p:cNvPr>
            <p:cNvSpPr/>
            <p:nvPr/>
          </p:nvSpPr>
          <p:spPr>
            <a:xfrm>
              <a:off x="6234661" y="4946472"/>
              <a:ext cx="38978" cy="51710"/>
            </a:xfrm>
            <a:custGeom>
              <a:avLst/>
              <a:gdLst>
                <a:gd name="connsiteX0" fmla="*/ 0 w 38978"/>
                <a:gd name="connsiteY0" fmla="*/ 0 h 51710"/>
                <a:gd name="connsiteX1" fmla="*/ 38979 w 38978"/>
                <a:gd name="connsiteY1" fmla="*/ 0 h 51710"/>
                <a:gd name="connsiteX2" fmla="*/ 38979 w 38978"/>
                <a:gd name="connsiteY2" fmla="*/ 51710 h 51710"/>
                <a:gd name="connsiteX3" fmla="*/ 0 w 38978"/>
                <a:gd name="connsiteY3" fmla="*/ 51710 h 51710"/>
              </a:gdLst>
              <a:ahLst/>
              <a:cxnLst>
                <a:cxn ang="0">
                  <a:pos x="connsiteX0" y="connsiteY0"/>
                </a:cxn>
                <a:cxn ang="0">
                  <a:pos x="connsiteX1" y="connsiteY1"/>
                </a:cxn>
                <a:cxn ang="0">
                  <a:pos x="connsiteX2" y="connsiteY2"/>
                </a:cxn>
                <a:cxn ang="0">
                  <a:pos x="connsiteX3" y="connsiteY3"/>
                </a:cxn>
              </a:cxnLst>
              <a:rect l="l" t="t" r="r" b="b"/>
              <a:pathLst>
                <a:path w="38978" h="51710">
                  <a:moveTo>
                    <a:pt x="0" y="0"/>
                  </a:moveTo>
                  <a:lnTo>
                    <a:pt x="38979" y="0"/>
                  </a:lnTo>
                  <a:lnTo>
                    <a:pt x="38979" y="51710"/>
                  </a:lnTo>
                  <a:lnTo>
                    <a:pt x="0" y="51710"/>
                  </a:lnTo>
                  <a:close/>
                </a:path>
              </a:pathLst>
            </a:custGeom>
            <a:solidFill>
              <a:srgbClr val="007CB0"/>
            </a:solidFill>
            <a:ln w="6390" cap="flat">
              <a:noFill/>
              <a:prstDash val="solid"/>
              <a:miter/>
            </a:ln>
          </p:spPr>
          <p:txBody>
            <a:bodyPr rtlCol="0" anchor="ctr"/>
            <a:lstStyle/>
            <a:p>
              <a:endParaRPr lang="en-US"/>
            </a:p>
          </p:txBody>
        </p:sp>
        <p:sp>
          <p:nvSpPr>
            <p:cNvPr id="768" name="Graphic 4">
              <a:extLst>
                <a:ext uri="{FF2B5EF4-FFF2-40B4-BE49-F238E27FC236}">
                  <a16:creationId xmlns:a16="http://schemas.microsoft.com/office/drawing/2014/main" id="{A401785D-FC7E-7246-A226-DE99DAAF96B9}"/>
                </a:ext>
              </a:extLst>
            </p:cNvPr>
            <p:cNvSpPr/>
            <p:nvPr/>
          </p:nvSpPr>
          <p:spPr>
            <a:xfrm>
              <a:off x="6393770" y="4896038"/>
              <a:ext cx="14057" cy="14044"/>
            </a:xfrm>
            <a:custGeom>
              <a:avLst/>
              <a:gdLst>
                <a:gd name="connsiteX0" fmla="*/ 7029 w 14057"/>
                <a:gd name="connsiteY0" fmla="*/ 14045 h 14044"/>
                <a:gd name="connsiteX1" fmla="*/ 14058 w 14057"/>
                <a:gd name="connsiteY1" fmla="*/ 7023 h 14044"/>
                <a:gd name="connsiteX2" fmla="*/ 7029 w 14057"/>
                <a:gd name="connsiteY2" fmla="*/ 0 h 14044"/>
                <a:gd name="connsiteX3" fmla="*/ 0 w 14057"/>
                <a:gd name="connsiteY3" fmla="*/ 7023 h 14044"/>
                <a:gd name="connsiteX4" fmla="*/ 7029 w 14057"/>
                <a:gd name="connsiteY4" fmla="*/ 14045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14045"/>
                  </a:moveTo>
                  <a:cubicBezTo>
                    <a:pt x="10863" y="14045"/>
                    <a:pt x="14058" y="10853"/>
                    <a:pt x="14058" y="7023"/>
                  </a:cubicBezTo>
                  <a:cubicBezTo>
                    <a:pt x="14058" y="3192"/>
                    <a:pt x="10863" y="0"/>
                    <a:pt x="7029" y="0"/>
                  </a:cubicBezTo>
                  <a:cubicBezTo>
                    <a:pt x="3195" y="0"/>
                    <a:pt x="0" y="3192"/>
                    <a:pt x="0" y="7023"/>
                  </a:cubicBezTo>
                  <a:cubicBezTo>
                    <a:pt x="0" y="10853"/>
                    <a:pt x="3195" y="14045"/>
                    <a:pt x="7029" y="14045"/>
                  </a:cubicBezTo>
                  <a:close/>
                </a:path>
              </a:pathLst>
            </a:custGeom>
            <a:solidFill>
              <a:srgbClr val="007CB0"/>
            </a:solidFill>
            <a:ln w="6390" cap="flat">
              <a:noFill/>
              <a:prstDash val="solid"/>
              <a:miter/>
            </a:ln>
          </p:spPr>
          <p:txBody>
            <a:bodyPr rtlCol="0" anchor="ctr"/>
            <a:lstStyle/>
            <a:p>
              <a:endParaRPr lang="en-US"/>
            </a:p>
          </p:txBody>
        </p:sp>
        <p:sp>
          <p:nvSpPr>
            <p:cNvPr id="769" name="Graphic 4">
              <a:extLst>
                <a:ext uri="{FF2B5EF4-FFF2-40B4-BE49-F238E27FC236}">
                  <a16:creationId xmlns:a16="http://schemas.microsoft.com/office/drawing/2014/main" id="{0C112D88-E36C-4A43-990D-C27AECA41C7E}"/>
                </a:ext>
              </a:extLst>
            </p:cNvPr>
            <p:cNvSpPr/>
            <p:nvPr/>
          </p:nvSpPr>
          <p:spPr>
            <a:xfrm>
              <a:off x="6147119"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253681 w 361670"/>
                <a:gd name="connsiteY5" fmla="*/ 90653 h 361333"/>
                <a:gd name="connsiteX6" fmla="*/ 273489 w 361670"/>
                <a:gd name="connsiteY6" fmla="*/ 110443 h 361333"/>
                <a:gd name="connsiteX7" fmla="*/ 253681 w 361670"/>
                <a:gd name="connsiteY7" fmla="*/ 130233 h 361333"/>
                <a:gd name="connsiteX8" fmla="*/ 233872 w 361670"/>
                <a:gd name="connsiteY8" fmla="*/ 110443 h 361333"/>
                <a:gd name="connsiteX9" fmla="*/ 253681 w 361670"/>
                <a:gd name="connsiteY9" fmla="*/ 90653 h 361333"/>
                <a:gd name="connsiteX10" fmla="*/ 107351 w 361670"/>
                <a:gd name="connsiteY10" fmla="*/ 90653 h 361333"/>
                <a:gd name="connsiteX11" fmla="*/ 127160 w 361670"/>
                <a:gd name="connsiteY11" fmla="*/ 110443 h 361333"/>
                <a:gd name="connsiteX12" fmla="*/ 107351 w 361670"/>
                <a:gd name="connsiteY12" fmla="*/ 130233 h 361333"/>
                <a:gd name="connsiteX13" fmla="*/ 87542 w 361670"/>
                <a:gd name="connsiteY13" fmla="*/ 110443 h 361333"/>
                <a:gd name="connsiteX14" fmla="*/ 107351 w 361670"/>
                <a:gd name="connsiteY14" fmla="*/ 90653 h 361333"/>
                <a:gd name="connsiteX15" fmla="*/ 69011 w 361670"/>
                <a:gd name="connsiteY15" fmla="*/ 152577 h 361333"/>
                <a:gd name="connsiteX16" fmla="*/ 38978 w 361670"/>
                <a:gd name="connsiteY16" fmla="*/ 197265 h 361333"/>
                <a:gd name="connsiteX17" fmla="*/ 33867 w 361670"/>
                <a:gd name="connsiteY17" fmla="*/ 199819 h 361333"/>
                <a:gd name="connsiteX18" fmla="*/ 30033 w 361670"/>
                <a:gd name="connsiteY18" fmla="*/ 198542 h 361333"/>
                <a:gd name="connsiteX19" fmla="*/ 28116 w 361670"/>
                <a:gd name="connsiteY19" fmla="*/ 189604 h 361333"/>
                <a:gd name="connsiteX20" fmla="*/ 58148 w 361670"/>
                <a:gd name="connsiteY20" fmla="*/ 144916 h 361333"/>
                <a:gd name="connsiteX21" fmla="*/ 67094 w 361670"/>
                <a:gd name="connsiteY21" fmla="*/ 143001 h 361333"/>
                <a:gd name="connsiteX22" fmla="*/ 69011 w 361670"/>
                <a:gd name="connsiteY22" fmla="*/ 152577 h 361333"/>
                <a:gd name="connsiteX23" fmla="*/ 139301 w 361670"/>
                <a:gd name="connsiteY23" fmla="*/ 211310 h 361333"/>
                <a:gd name="connsiteX24" fmla="*/ 132911 w 361670"/>
                <a:gd name="connsiteY24" fmla="*/ 217694 h 361333"/>
                <a:gd name="connsiteX25" fmla="*/ 127799 w 361670"/>
                <a:gd name="connsiteY25" fmla="*/ 217694 h 361333"/>
                <a:gd name="connsiteX26" fmla="*/ 127799 w 361670"/>
                <a:gd name="connsiteY26" fmla="*/ 276427 h 361333"/>
                <a:gd name="connsiteX27" fmla="*/ 121409 w 361670"/>
                <a:gd name="connsiteY27" fmla="*/ 282811 h 361333"/>
                <a:gd name="connsiteX28" fmla="*/ 115019 w 361670"/>
                <a:gd name="connsiteY28" fmla="*/ 276427 h 361333"/>
                <a:gd name="connsiteX29" fmla="*/ 115019 w 361670"/>
                <a:gd name="connsiteY29" fmla="*/ 217694 h 361333"/>
                <a:gd name="connsiteX30" fmla="*/ 100961 w 361670"/>
                <a:gd name="connsiteY30" fmla="*/ 217694 h 361333"/>
                <a:gd name="connsiteX31" fmla="*/ 100961 w 361670"/>
                <a:gd name="connsiteY31" fmla="*/ 276427 h 361333"/>
                <a:gd name="connsiteX32" fmla="*/ 94571 w 361670"/>
                <a:gd name="connsiteY32" fmla="*/ 282811 h 361333"/>
                <a:gd name="connsiteX33" fmla="*/ 88181 w 361670"/>
                <a:gd name="connsiteY33" fmla="*/ 276427 h 361333"/>
                <a:gd name="connsiteX34" fmla="*/ 88181 w 361670"/>
                <a:gd name="connsiteY34" fmla="*/ 217694 h 361333"/>
                <a:gd name="connsiteX35" fmla="*/ 81152 w 361670"/>
                <a:gd name="connsiteY35" fmla="*/ 217694 h 361333"/>
                <a:gd name="connsiteX36" fmla="*/ 74762 w 361670"/>
                <a:gd name="connsiteY36" fmla="*/ 211310 h 361333"/>
                <a:gd name="connsiteX37" fmla="*/ 74762 w 361670"/>
                <a:gd name="connsiteY37" fmla="*/ 146832 h 361333"/>
                <a:gd name="connsiteX38" fmla="*/ 81152 w 361670"/>
                <a:gd name="connsiteY38" fmla="*/ 140448 h 361333"/>
                <a:gd name="connsiteX39" fmla="*/ 132911 w 361670"/>
                <a:gd name="connsiteY39" fmla="*/ 140448 h 361333"/>
                <a:gd name="connsiteX40" fmla="*/ 139301 w 361670"/>
                <a:gd name="connsiteY40" fmla="*/ 146832 h 361333"/>
                <a:gd name="connsiteX41" fmla="*/ 139301 w 361670"/>
                <a:gd name="connsiteY41" fmla="*/ 211310 h 361333"/>
                <a:gd name="connsiteX42" fmla="*/ 213424 w 361670"/>
                <a:gd name="connsiteY42" fmla="*/ 148108 h 361333"/>
                <a:gd name="connsiteX43" fmla="*/ 210868 w 361670"/>
                <a:gd name="connsiteY43" fmla="*/ 148747 h 361333"/>
                <a:gd name="connsiteX44" fmla="*/ 205117 w 361670"/>
                <a:gd name="connsiteY44" fmla="*/ 144916 h 361333"/>
                <a:gd name="connsiteX45" fmla="*/ 180196 w 361670"/>
                <a:gd name="connsiteY45" fmla="*/ 94483 h 361333"/>
                <a:gd name="connsiteX46" fmla="*/ 155275 w 361670"/>
                <a:gd name="connsiteY46" fmla="*/ 144916 h 361333"/>
                <a:gd name="connsiteX47" fmla="*/ 149525 w 361670"/>
                <a:gd name="connsiteY47" fmla="*/ 148747 h 361333"/>
                <a:gd name="connsiteX48" fmla="*/ 146969 w 361670"/>
                <a:gd name="connsiteY48" fmla="*/ 148108 h 361333"/>
                <a:gd name="connsiteX49" fmla="*/ 144412 w 361670"/>
                <a:gd name="connsiteY49" fmla="*/ 139809 h 361333"/>
                <a:gd name="connsiteX50" fmla="*/ 175084 w 361670"/>
                <a:gd name="connsiteY50" fmla="*/ 79162 h 361333"/>
                <a:gd name="connsiteX51" fmla="*/ 181474 w 361670"/>
                <a:gd name="connsiteY51" fmla="*/ 75331 h 361333"/>
                <a:gd name="connsiteX52" fmla="*/ 187864 w 361670"/>
                <a:gd name="connsiteY52" fmla="*/ 79162 h 361333"/>
                <a:gd name="connsiteX53" fmla="*/ 218536 w 361670"/>
                <a:gd name="connsiteY53" fmla="*/ 139809 h 361333"/>
                <a:gd name="connsiteX54" fmla="*/ 213424 w 361670"/>
                <a:gd name="connsiteY54" fmla="*/ 148108 h 361333"/>
                <a:gd name="connsiteX55" fmla="*/ 286269 w 361670"/>
                <a:gd name="connsiteY55" fmla="*/ 211310 h 361333"/>
                <a:gd name="connsiteX56" fmla="*/ 279879 w 361670"/>
                <a:gd name="connsiteY56" fmla="*/ 217694 h 361333"/>
                <a:gd name="connsiteX57" fmla="*/ 274767 w 361670"/>
                <a:gd name="connsiteY57" fmla="*/ 217694 h 361333"/>
                <a:gd name="connsiteX58" fmla="*/ 274767 w 361670"/>
                <a:gd name="connsiteY58" fmla="*/ 276427 h 361333"/>
                <a:gd name="connsiteX59" fmla="*/ 268377 w 361670"/>
                <a:gd name="connsiteY59" fmla="*/ 282811 h 361333"/>
                <a:gd name="connsiteX60" fmla="*/ 261987 w 361670"/>
                <a:gd name="connsiteY60" fmla="*/ 276427 h 361333"/>
                <a:gd name="connsiteX61" fmla="*/ 261987 w 361670"/>
                <a:gd name="connsiteY61" fmla="*/ 217694 h 361333"/>
                <a:gd name="connsiteX62" fmla="*/ 247929 w 361670"/>
                <a:gd name="connsiteY62" fmla="*/ 217694 h 361333"/>
                <a:gd name="connsiteX63" fmla="*/ 247929 w 361670"/>
                <a:gd name="connsiteY63" fmla="*/ 276427 h 361333"/>
                <a:gd name="connsiteX64" fmla="*/ 241540 w 361670"/>
                <a:gd name="connsiteY64" fmla="*/ 282811 h 361333"/>
                <a:gd name="connsiteX65" fmla="*/ 235150 w 361670"/>
                <a:gd name="connsiteY65" fmla="*/ 276427 h 361333"/>
                <a:gd name="connsiteX66" fmla="*/ 235150 w 361670"/>
                <a:gd name="connsiteY66" fmla="*/ 217694 h 361333"/>
                <a:gd name="connsiteX67" fmla="*/ 228121 w 361670"/>
                <a:gd name="connsiteY67" fmla="*/ 217694 h 361333"/>
                <a:gd name="connsiteX68" fmla="*/ 221731 w 361670"/>
                <a:gd name="connsiteY68" fmla="*/ 211310 h 361333"/>
                <a:gd name="connsiteX69" fmla="*/ 221731 w 361670"/>
                <a:gd name="connsiteY69" fmla="*/ 146832 h 361333"/>
                <a:gd name="connsiteX70" fmla="*/ 228121 w 361670"/>
                <a:gd name="connsiteY70" fmla="*/ 140448 h 361333"/>
                <a:gd name="connsiteX71" fmla="*/ 279879 w 361670"/>
                <a:gd name="connsiteY71" fmla="*/ 140448 h 361333"/>
                <a:gd name="connsiteX72" fmla="*/ 286269 w 361670"/>
                <a:gd name="connsiteY72" fmla="*/ 146832 h 361333"/>
                <a:gd name="connsiteX73" fmla="*/ 286269 w 361670"/>
                <a:gd name="connsiteY73" fmla="*/ 211310 h 361333"/>
                <a:gd name="connsiteX74" fmla="*/ 327804 w 361670"/>
                <a:gd name="connsiteY74" fmla="*/ 199819 h 361333"/>
                <a:gd name="connsiteX75" fmla="*/ 322692 w 361670"/>
                <a:gd name="connsiteY75" fmla="*/ 197265 h 361333"/>
                <a:gd name="connsiteX76" fmla="*/ 292659 w 361670"/>
                <a:gd name="connsiteY76" fmla="*/ 152577 h 361333"/>
                <a:gd name="connsiteX77" fmla="*/ 294576 w 361670"/>
                <a:gd name="connsiteY77" fmla="*/ 143640 h 361333"/>
                <a:gd name="connsiteX78" fmla="*/ 303522 w 361670"/>
                <a:gd name="connsiteY78" fmla="*/ 145555 h 361333"/>
                <a:gd name="connsiteX79" fmla="*/ 333555 w 361670"/>
                <a:gd name="connsiteY79" fmla="*/ 190243 h 361333"/>
                <a:gd name="connsiteX80" fmla="*/ 331638 w 361670"/>
                <a:gd name="connsiteY80" fmla="*/ 199180 h 361333"/>
                <a:gd name="connsiteX81" fmla="*/ 327804 w 361670"/>
                <a:gd name="connsiteY81" fmla="*/ 19981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61670" h="361333">
                  <a:moveTo>
                    <a:pt x="180835" y="0"/>
                  </a:moveTo>
                  <a:cubicBezTo>
                    <a:pt x="80513" y="0"/>
                    <a:pt x="0" y="81077"/>
                    <a:pt x="0" y="180667"/>
                  </a:cubicBezTo>
                  <a:cubicBezTo>
                    <a:pt x="0" y="280257"/>
                    <a:pt x="81152" y="361334"/>
                    <a:pt x="180835" y="361334"/>
                  </a:cubicBezTo>
                  <a:cubicBezTo>
                    <a:pt x="280518" y="361334"/>
                    <a:pt x="361670" y="280257"/>
                    <a:pt x="361670" y="180667"/>
                  </a:cubicBezTo>
                  <a:cubicBezTo>
                    <a:pt x="361670" y="81077"/>
                    <a:pt x="280518" y="0"/>
                    <a:pt x="180835" y="0"/>
                  </a:cubicBezTo>
                  <a:close/>
                  <a:moveTo>
                    <a:pt x="253681" y="90653"/>
                  </a:moveTo>
                  <a:cubicBezTo>
                    <a:pt x="264544" y="90653"/>
                    <a:pt x="273489" y="99590"/>
                    <a:pt x="273489" y="110443"/>
                  </a:cubicBezTo>
                  <a:cubicBezTo>
                    <a:pt x="273489" y="121296"/>
                    <a:pt x="264544" y="130233"/>
                    <a:pt x="253681" y="130233"/>
                  </a:cubicBezTo>
                  <a:cubicBezTo>
                    <a:pt x="242818" y="130233"/>
                    <a:pt x="233872" y="121296"/>
                    <a:pt x="233872" y="110443"/>
                  </a:cubicBezTo>
                  <a:cubicBezTo>
                    <a:pt x="233872" y="99590"/>
                    <a:pt x="242818" y="90653"/>
                    <a:pt x="253681" y="90653"/>
                  </a:cubicBezTo>
                  <a:close/>
                  <a:moveTo>
                    <a:pt x="107351" y="90653"/>
                  </a:moveTo>
                  <a:cubicBezTo>
                    <a:pt x="118214" y="90653"/>
                    <a:pt x="127160" y="99590"/>
                    <a:pt x="127160" y="110443"/>
                  </a:cubicBezTo>
                  <a:cubicBezTo>
                    <a:pt x="127160" y="121296"/>
                    <a:pt x="118214" y="130233"/>
                    <a:pt x="107351" y="130233"/>
                  </a:cubicBezTo>
                  <a:cubicBezTo>
                    <a:pt x="96488" y="130233"/>
                    <a:pt x="87542" y="121296"/>
                    <a:pt x="87542" y="110443"/>
                  </a:cubicBezTo>
                  <a:cubicBezTo>
                    <a:pt x="87542" y="99590"/>
                    <a:pt x="96488" y="90653"/>
                    <a:pt x="107351" y="90653"/>
                  </a:cubicBezTo>
                  <a:close/>
                  <a:moveTo>
                    <a:pt x="69011" y="152577"/>
                  </a:moveTo>
                  <a:lnTo>
                    <a:pt x="38978" y="197265"/>
                  </a:lnTo>
                  <a:cubicBezTo>
                    <a:pt x="37701" y="199180"/>
                    <a:pt x="35783" y="199819"/>
                    <a:pt x="33867" y="199819"/>
                  </a:cubicBezTo>
                  <a:cubicBezTo>
                    <a:pt x="32589" y="199819"/>
                    <a:pt x="31311" y="199180"/>
                    <a:pt x="30033" y="198542"/>
                  </a:cubicBezTo>
                  <a:cubicBezTo>
                    <a:pt x="26838" y="196627"/>
                    <a:pt x="26199" y="192796"/>
                    <a:pt x="28116" y="189604"/>
                  </a:cubicBezTo>
                  <a:lnTo>
                    <a:pt x="58148" y="144916"/>
                  </a:lnTo>
                  <a:cubicBezTo>
                    <a:pt x="60066" y="141724"/>
                    <a:pt x="63899" y="141086"/>
                    <a:pt x="67094" y="143001"/>
                  </a:cubicBezTo>
                  <a:cubicBezTo>
                    <a:pt x="70289" y="145555"/>
                    <a:pt x="70928" y="149385"/>
                    <a:pt x="69011" y="152577"/>
                  </a:cubicBezTo>
                  <a:close/>
                  <a:moveTo>
                    <a:pt x="139301" y="211310"/>
                  </a:moveTo>
                  <a:cubicBezTo>
                    <a:pt x="139301" y="215140"/>
                    <a:pt x="136745" y="217694"/>
                    <a:pt x="132911" y="217694"/>
                  </a:cubicBezTo>
                  <a:lnTo>
                    <a:pt x="127799" y="217694"/>
                  </a:lnTo>
                  <a:lnTo>
                    <a:pt x="127799" y="276427"/>
                  </a:lnTo>
                  <a:cubicBezTo>
                    <a:pt x="127799" y="280257"/>
                    <a:pt x="125243" y="282811"/>
                    <a:pt x="121409" y="282811"/>
                  </a:cubicBezTo>
                  <a:cubicBezTo>
                    <a:pt x="117575" y="282811"/>
                    <a:pt x="115019" y="280257"/>
                    <a:pt x="115019" y="276427"/>
                  </a:cubicBezTo>
                  <a:lnTo>
                    <a:pt x="115019" y="217694"/>
                  </a:lnTo>
                  <a:lnTo>
                    <a:pt x="100961" y="217694"/>
                  </a:lnTo>
                  <a:lnTo>
                    <a:pt x="100961" y="276427"/>
                  </a:lnTo>
                  <a:cubicBezTo>
                    <a:pt x="100961" y="280257"/>
                    <a:pt x="98405" y="282811"/>
                    <a:pt x="94571" y="282811"/>
                  </a:cubicBezTo>
                  <a:cubicBezTo>
                    <a:pt x="90737" y="282811"/>
                    <a:pt x="88181" y="280257"/>
                    <a:pt x="88181" y="276427"/>
                  </a:cubicBezTo>
                  <a:lnTo>
                    <a:pt x="88181" y="217694"/>
                  </a:lnTo>
                  <a:lnTo>
                    <a:pt x="81152" y="217694"/>
                  </a:lnTo>
                  <a:cubicBezTo>
                    <a:pt x="77318" y="217694"/>
                    <a:pt x="74762" y="215140"/>
                    <a:pt x="74762" y="211310"/>
                  </a:cubicBezTo>
                  <a:lnTo>
                    <a:pt x="74762" y="146832"/>
                  </a:lnTo>
                  <a:cubicBezTo>
                    <a:pt x="74762" y="143001"/>
                    <a:pt x="77318" y="140448"/>
                    <a:pt x="81152" y="140448"/>
                  </a:cubicBezTo>
                  <a:lnTo>
                    <a:pt x="132911" y="140448"/>
                  </a:lnTo>
                  <a:cubicBezTo>
                    <a:pt x="136745" y="140448"/>
                    <a:pt x="139301" y="143001"/>
                    <a:pt x="139301" y="146832"/>
                  </a:cubicBezTo>
                  <a:lnTo>
                    <a:pt x="139301" y="211310"/>
                  </a:lnTo>
                  <a:close/>
                  <a:moveTo>
                    <a:pt x="213424" y="148108"/>
                  </a:moveTo>
                  <a:cubicBezTo>
                    <a:pt x="212785" y="148747"/>
                    <a:pt x="211507" y="148747"/>
                    <a:pt x="210868" y="148747"/>
                  </a:cubicBezTo>
                  <a:cubicBezTo>
                    <a:pt x="208312" y="148747"/>
                    <a:pt x="206395" y="147470"/>
                    <a:pt x="205117" y="144916"/>
                  </a:cubicBezTo>
                  <a:lnTo>
                    <a:pt x="180196" y="94483"/>
                  </a:lnTo>
                  <a:lnTo>
                    <a:pt x="155275" y="144916"/>
                  </a:lnTo>
                  <a:cubicBezTo>
                    <a:pt x="153997" y="147470"/>
                    <a:pt x="152080" y="148747"/>
                    <a:pt x="149525" y="148747"/>
                  </a:cubicBezTo>
                  <a:cubicBezTo>
                    <a:pt x="148885" y="148747"/>
                    <a:pt x="147607" y="148747"/>
                    <a:pt x="146969" y="148108"/>
                  </a:cubicBezTo>
                  <a:cubicBezTo>
                    <a:pt x="143774" y="146832"/>
                    <a:pt x="142496" y="143001"/>
                    <a:pt x="144412" y="139809"/>
                  </a:cubicBezTo>
                  <a:lnTo>
                    <a:pt x="175084" y="79162"/>
                  </a:lnTo>
                  <a:cubicBezTo>
                    <a:pt x="176362" y="76608"/>
                    <a:pt x="178918" y="75331"/>
                    <a:pt x="181474" y="75331"/>
                  </a:cubicBezTo>
                  <a:cubicBezTo>
                    <a:pt x="184030" y="75331"/>
                    <a:pt x="186586" y="76608"/>
                    <a:pt x="187864" y="79162"/>
                  </a:cubicBezTo>
                  <a:lnTo>
                    <a:pt x="218536" y="139809"/>
                  </a:lnTo>
                  <a:cubicBezTo>
                    <a:pt x="217897" y="143001"/>
                    <a:pt x="216619" y="146832"/>
                    <a:pt x="213424" y="148108"/>
                  </a:cubicBezTo>
                  <a:close/>
                  <a:moveTo>
                    <a:pt x="286269" y="211310"/>
                  </a:moveTo>
                  <a:cubicBezTo>
                    <a:pt x="286269" y="215140"/>
                    <a:pt x="283713" y="217694"/>
                    <a:pt x="279879" y="217694"/>
                  </a:cubicBezTo>
                  <a:lnTo>
                    <a:pt x="274767" y="217694"/>
                  </a:lnTo>
                  <a:lnTo>
                    <a:pt x="274767" y="276427"/>
                  </a:lnTo>
                  <a:cubicBezTo>
                    <a:pt x="274767" y="280257"/>
                    <a:pt x="272211" y="282811"/>
                    <a:pt x="268377" y="282811"/>
                  </a:cubicBezTo>
                  <a:cubicBezTo>
                    <a:pt x="264544" y="282811"/>
                    <a:pt x="261987" y="280257"/>
                    <a:pt x="261987" y="276427"/>
                  </a:cubicBezTo>
                  <a:lnTo>
                    <a:pt x="261987" y="217694"/>
                  </a:lnTo>
                  <a:lnTo>
                    <a:pt x="247929" y="217694"/>
                  </a:lnTo>
                  <a:lnTo>
                    <a:pt x="247929" y="276427"/>
                  </a:lnTo>
                  <a:cubicBezTo>
                    <a:pt x="247929" y="280257"/>
                    <a:pt x="245374" y="282811"/>
                    <a:pt x="241540" y="282811"/>
                  </a:cubicBezTo>
                  <a:cubicBezTo>
                    <a:pt x="237706" y="282811"/>
                    <a:pt x="235150" y="280257"/>
                    <a:pt x="235150" y="276427"/>
                  </a:cubicBezTo>
                  <a:lnTo>
                    <a:pt x="235150" y="217694"/>
                  </a:lnTo>
                  <a:lnTo>
                    <a:pt x="228121" y="217694"/>
                  </a:lnTo>
                  <a:cubicBezTo>
                    <a:pt x="224287" y="217694"/>
                    <a:pt x="221731" y="215140"/>
                    <a:pt x="221731" y="211310"/>
                  </a:cubicBezTo>
                  <a:lnTo>
                    <a:pt x="221731" y="146832"/>
                  </a:lnTo>
                  <a:cubicBezTo>
                    <a:pt x="221731" y="143001"/>
                    <a:pt x="224287" y="140448"/>
                    <a:pt x="228121" y="140448"/>
                  </a:cubicBezTo>
                  <a:lnTo>
                    <a:pt x="279879" y="140448"/>
                  </a:lnTo>
                  <a:cubicBezTo>
                    <a:pt x="283713" y="140448"/>
                    <a:pt x="286269" y="143001"/>
                    <a:pt x="286269" y="146832"/>
                  </a:cubicBezTo>
                  <a:lnTo>
                    <a:pt x="286269" y="211310"/>
                  </a:lnTo>
                  <a:close/>
                  <a:moveTo>
                    <a:pt x="327804" y="199819"/>
                  </a:moveTo>
                  <a:cubicBezTo>
                    <a:pt x="325887" y="199819"/>
                    <a:pt x="323970" y="198542"/>
                    <a:pt x="322692" y="197265"/>
                  </a:cubicBezTo>
                  <a:lnTo>
                    <a:pt x="292659" y="152577"/>
                  </a:lnTo>
                  <a:cubicBezTo>
                    <a:pt x="290742" y="149385"/>
                    <a:pt x="291381" y="145555"/>
                    <a:pt x="294576" y="143640"/>
                  </a:cubicBezTo>
                  <a:cubicBezTo>
                    <a:pt x="297771" y="141724"/>
                    <a:pt x="301605" y="142363"/>
                    <a:pt x="303522" y="145555"/>
                  </a:cubicBezTo>
                  <a:lnTo>
                    <a:pt x="333555" y="190243"/>
                  </a:lnTo>
                  <a:cubicBezTo>
                    <a:pt x="335472" y="193435"/>
                    <a:pt x="334833" y="197265"/>
                    <a:pt x="331638" y="199180"/>
                  </a:cubicBezTo>
                  <a:cubicBezTo>
                    <a:pt x="329721" y="199180"/>
                    <a:pt x="328443" y="199819"/>
                    <a:pt x="327804" y="199819"/>
                  </a:cubicBezTo>
                  <a:close/>
                </a:path>
              </a:pathLst>
            </a:custGeom>
            <a:solidFill>
              <a:srgbClr val="007CB0"/>
            </a:solidFill>
            <a:ln w="6390" cap="flat">
              <a:noFill/>
              <a:prstDash val="solid"/>
              <a:miter/>
            </a:ln>
          </p:spPr>
          <p:txBody>
            <a:bodyPr rtlCol="0" anchor="ctr"/>
            <a:lstStyle/>
            <a:p>
              <a:endParaRPr lang="en-US"/>
            </a:p>
          </p:txBody>
        </p:sp>
        <p:sp>
          <p:nvSpPr>
            <p:cNvPr id="770" name="Graphic 4">
              <a:extLst>
                <a:ext uri="{FF2B5EF4-FFF2-40B4-BE49-F238E27FC236}">
                  <a16:creationId xmlns:a16="http://schemas.microsoft.com/office/drawing/2014/main" id="{8AACFCAA-2645-F14D-903D-EAE0F17BC8DA}"/>
                </a:ext>
              </a:extLst>
            </p:cNvPr>
            <p:cNvSpPr/>
            <p:nvPr/>
          </p:nvSpPr>
          <p:spPr>
            <a:xfrm>
              <a:off x="6381630" y="4946472"/>
              <a:ext cx="38978" cy="51710"/>
            </a:xfrm>
            <a:custGeom>
              <a:avLst/>
              <a:gdLst>
                <a:gd name="connsiteX0" fmla="*/ 0 w 38978"/>
                <a:gd name="connsiteY0" fmla="*/ 0 h 51710"/>
                <a:gd name="connsiteX1" fmla="*/ 38979 w 38978"/>
                <a:gd name="connsiteY1" fmla="*/ 0 h 51710"/>
                <a:gd name="connsiteX2" fmla="*/ 38979 w 38978"/>
                <a:gd name="connsiteY2" fmla="*/ 51710 h 51710"/>
                <a:gd name="connsiteX3" fmla="*/ 0 w 38978"/>
                <a:gd name="connsiteY3" fmla="*/ 51710 h 51710"/>
              </a:gdLst>
              <a:ahLst/>
              <a:cxnLst>
                <a:cxn ang="0">
                  <a:pos x="connsiteX0" y="connsiteY0"/>
                </a:cxn>
                <a:cxn ang="0">
                  <a:pos x="connsiteX1" y="connsiteY1"/>
                </a:cxn>
                <a:cxn ang="0">
                  <a:pos x="connsiteX2" y="connsiteY2"/>
                </a:cxn>
                <a:cxn ang="0">
                  <a:pos x="connsiteX3" y="connsiteY3"/>
                </a:cxn>
              </a:cxnLst>
              <a:rect l="l" t="t" r="r" b="b"/>
              <a:pathLst>
                <a:path w="38978" h="51710">
                  <a:moveTo>
                    <a:pt x="0" y="0"/>
                  </a:moveTo>
                  <a:lnTo>
                    <a:pt x="38979" y="0"/>
                  </a:lnTo>
                  <a:lnTo>
                    <a:pt x="38979" y="51710"/>
                  </a:lnTo>
                  <a:lnTo>
                    <a:pt x="0" y="51710"/>
                  </a:lnTo>
                  <a:close/>
                </a:path>
              </a:pathLst>
            </a:custGeom>
            <a:solidFill>
              <a:srgbClr val="007CB0"/>
            </a:solidFill>
            <a:ln w="6390" cap="flat">
              <a:noFill/>
              <a:prstDash val="solid"/>
              <a:miter/>
            </a:ln>
          </p:spPr>
          <p:txBody>
            <a:bodyPr rtlCol="0" anchor="ctr"/>
            <a:lstStyle/>
            <a:p>
              <a:endParaRPr lang="en-US"/>
            </a:p>
          </p:txBody>
        </p:sp>
      </p:grpSp>
      <p:grpSp>
        <p:nvGrpSpPr>
          <p:cNvPr id="771" name="Graphic 4">
            <a:extLst>
              <a:ext uri="{FF2B5EF4-FFF2-40B4-BE49-F238E27FC236}">
                <a16:creationId xmlns:a16="http://schemas.microsoft.com/office/drawing/2014/main" id="{77D395E1-5201-3748-AF53-BA73C476DECE}"/>
              </a:ext>
            </a:extLst>
          </p:cNvPr>
          <p:cNvGrpSpPr/>
          <p:nvPr/>
        </p:nvGrpSpPr>
        <p:grpSpPr>
          <a:xfrm>
            <a:off x="6754802" y="4792617"/>
            <a:ext cx="361670" cy="361333"/>
            <a:chOff x="6754802" y="4792617"/>
            <a:chExt cx="361670" cy="361333"/>
          </a:xfrm>
          <a:solidFill>
            <a:srgbClr val="007CB0"/>
          </a:solidFill>
        </p:grpSpPr>
        <p:sp>
          <p:nvSpPr>
            <p:cNvPr id="772" name="Graphic 4">
              <a:extLst>
                <a:ext uri="{FF2B5EF4-FFF2-40B4-BE49-F238E27FC236}">
                  <a16:creationId xmlns:a16="http://schemas.microsoft.com/office/drawing/2014/main" id="{08F9ECED-DDC6-A344-97A4-CAFF586A562D}"/>
                </a:ext>
              </a:extLst>
            </p:cNvPr>
            <p:cNvSpPr/>
            <p:nvPr/>
          </p:nvSpPr>
          <p:spPr>
            <a:xfrm>
              <a:off x="6754802" y="4792617"/>
              <a:ext cx="361670" cy="361333"/>
            </a:xfrm>
            <a:custGeom>
              <a:avLst/>
              <a:gdLst>
                <a:gd name="connsiteX0" fmla="*/ 180836 w 361670"/>
                <a:gd name="connsiteY0" fmla="*/ 0 h 361333"/>
                <a:gd name="connsiteX1" fmla="*/ 0 w 361670"/>
                <a:gd name="connsiteY1" fmla="*/ 180667 h 361333"/>
                <a:gd name="connsiteX2" fmla="*/ 180836 w 361670"/>
                <a:gd name="connsiteY2" fmla="*/ 361334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7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895"/>
                    <a:pt x="81153" y="361334"/>
                    <a:pt x="180836" y="361334"/>
                  </a:cubicBezTo>
                  <a:cubicBezTo>
                    <a:pt x="280518" y="361334"/>
                    <a:pt x="361670" y="280257"/>
                    <a:pt x="361670" y="180667"/>
                  </a:cubicBezTo>
                  <a:cubicBezTo>
                    <a:pt x="361670" y="81077"/>
                    <a:pt x="280518" y="0"/>
                    <a:pt x="180836" y="0"/>
                  </a:cubicBezTo>
                  <a:close/>
                  <a:moveTo>
                    <a:pt x="180836" y="349204"/>
                  </a:moveTo>
                  <a:cubicBezTo>
                    <a:pt x="88181" y="349204"/>
                    <a:pt x="12780" y="273873"/>
                    <a:pt x="12780" y="181305"/>
                  </a:cubicBezTo>
                  <a:cubicBezTo>
                    <a:pt x="12780" y="88738"/>
                    <a:pt x="88181" y="13407"/>
                    <a:pt x="180836" y="13407"/>
                  </a:cubicBezTo>
                  <a:cubicBezTo>
                    <a:pt x="273490" y="13407"/>
                    <a:pt x="348890" y="88738"/>
                    <a:pt x="348890" y="181305"/>
                  </a:cubicBezTo>
                  <a:cubicBezTo>
                    <a:pt x="348890" y="273873"/>
                    <a:pt x="273490" y="349204"/>
                    <a:pt x="180836" y="349204"/>
                  </a:cubicBezTo>
                  <a:close/>
                </a:path>
              </a:pathLst>
            </a:custGeom>
            <a:solidFill>
              <a:srgbClr val="007CB0"/>
            </a:solidFill>
            <a:ln w="6390" cap="flat">
              <a:noFill/>
              <a:prstDash val="solid"/>
              <a:miter/>
            </a:ln>
          </p:spPr>
          <p:txBody>
            <a:bodyPr rtlCol="0" anchor="ctr"/>
            <a:lstStyle/>
            <a:p>
              <a:endParaRPr lang="en-US"/>
            </a:p>
          </p:txBody>
        </p:sp>
        <p:sp>
          <p:nvSpPr>
            <p:cNvPr id="773" name="Graphic 4">
              <a:extLst>
                <a:ext uri="{FF2B5EF4-FFF2-40B4-BE49-F238E27FC236}">
                  <a16:creationId xmlns:a16="http://schemas.microsoft.com/office/drawing/2014/main" id="{1C3EBA57-DEB9-B846-817B-F4901384F3EA}"/>
                </a:ext>
              </a:extLst>
            </p:cNvPr>
            <p:cNvSpPr/>
            <p:nvPr/>
          </p:nvSpPr>
          <p:spPr>
            <a:xfrm>
              <a:off x="6957363" y="4893485"/>
              <a:ext cx="39617" cy="39580"/>
            </a:xfrm>
            <a:custGeom>
              <a:avLst/>
              <a:gdLst>
                <a:gd name="connsiteX0" fmla="*/ 19809 w 39617"/>
                <a:gd name="connsiteY0" fmla="*/ 39580 h 39580"/>
                <a:gd name="connsiteX1" fmla="*/ 39617 w 39617"/>
                <a:gd name="connsiteY1" fmla="*/ 19790 h 39580"/>
                <a:gd name="connsiteX2" fmla="*/ 19809 w 39617"/>
                <a:gd name="connsiteY2" fmla="*/ 0 h 39580"/>
                <a:gd name="connsiteX3" fmla="*/ 0 w 39617"/>
                <a:gd name="connsiteY3" fmla="*/ 19790 h 39580"/>
                <a:gd name="connsiteX4" fmla="*/ 19809 w 39617"/>
                <a:gd name="connsiteY4" fmla="*/ 39580 h 39580"/>
                <a:gd name="connsiteX5" fmla="*/ 19809 w 39617"/>
                <a:gd name="connsiteY5" fmla="*/ 12768 h 39580"/>
                <a:gd name="connsiteX6" fmla="*/ 26837 w 39617"/>
                <a:gd name="connsiteY6" fmla="*/ 19790 h 39580"/>
                <a:gd name="connsiteX7" fmla="*/ 19809 w 39617"/>
                <a:gd name="connsiteY7" fmla="*/ 26812 h 39580"/>
                <a:gd name="connsiteX8" fmla="*/ 12780 w 39617"/>
                <a:gd name="connsiteY8" fmla="*/ 19790 h 39580"/>
                <a:gd name="connsiteX9" fmla="*/ 19809 w 39617"/>
                <a:gd name="connsiteY9" fmla="*/ 12768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17" h="39580">
                  <a:moveTo>
                    <a:pt x="19809" y="39580"/>
                  </a:moveTo>
                  <a:cubicBezTo>
                    <a:pt x="30671" y="39580"/>
                    <a:pt x="39617" y="30643"/>
                    <a:pt x="39617" y="19790"/>
                  </a:cubicBezTo>
                  <a:cubicBezTo>
                    <a:pt x="39617" y="8937"/>
                    <a:pt x="30671" y="0"/>
                    <a:pt x="19809" y="0"/>
                  </a:cubicBezTo>
                  <a:cubicBezTo>
                    <a:pt x="8945" y="0"/>
                    <a:pt x="0" y="8937"/>
                    <a:pt x="0" y="19790"/>
                  </a:cubicBezTo>
                  <a:cubicBezTo>
                    <a:pt x="0" y="30643"/>
                    <a:pt x="8945" y="39580"/>
                    <a:pt x="19809" y="39580"/>
                  </a:cubicBezTo>
                  <a:close/>
                  <a:moveTo>
                    <a:pt x="19809" y="12768"/>
                  </a:moveTo>
                  <a:cubicBezTo>
                    <a:pt x="23642" y="12768"/>
                    <a:pt x="26837" y="15960"/>
                    <a:pt x="26837" y="19790"/>
                  </a:cubicBezTo>
                  <a:cubicBezTo>
                    <a:pt x="26837" y="23620"/>
                    <a:pt x="23642" y="26812"/>
                    <a:pt x="19809" y="26812"/>
                  </a:cubicBezTo>
                  <a:cubicBezTo>
                    <a:pt x="15975" y="26812"/>
                    <a:pt x="12780" y="23620"/>
                    <a:pt x="12780" y="19790"/>
                  </a:cubicBezTo>
                  <a:cubicBezTo>
                    <a:pt x="12780" y="15960"/>
                    <a:pt x="15975" y="12768"/>
                    <a:pt x="19809" y="12768"/>
                  </a:cubicBezTo>
                  <a:close/>
                </a:path>
              </a:pathLst>
            </a:custGeom>
            <a:solidFill>
              <a:srgbClr val="007CB0"/>
            </a:solidFill>
            <a:ln w="6390" cap="flat">
              <a:noFill/>
              <a:prstDash val="solid"/>
              <a:miter/>
            </a:ln>
          </p:spPr>
          <p:txBody>
            <a:bodyPr rtlCol="0" anchor="ctr"/>
            <a:lstStyle/>
            <a:p>
              <a:endParaRPr lang="en-US"/>
            </a:p>
          </p:txBody>
        </p:sp>
        <p:sp>
          <p:nvSpPr>
            <p:cNvPr id="774" name="Graphic 4">
              <a:extLst>
                <a:ext uri="{FF2B5EF4-FFF2-40B4-BE49-F238E27FC236}">
                  <a16:creationId xmlns:a16="http://schemas.microsoft.com/office/drawing/2014/main" id="{2523A84C-B29E-1448-9819-FB2BB38823E1}"/>
                </a:ext>
              </a:extLst>
            </p:cNvPr>
            <p:cNvSpPr/>
            <p:nvPr/>
          </p:nvSpPr>
          <p:spPr>
            <a:xfrm>
              <a:off x="7017566" y="4878300"/>
              <a:ext cx="42936" cy="73278"/>
            </a:xfrm>
            <a:custGeom>
              <a:avLst/>
              <a:gdLst>
                <a:gd name="connsiteX0" fmla="*/ 39480 w 42936"/>
                <a:gd name="connsiteY0" fmla="*/ 501 h 73278"/>
                <a:gd name="connsiteX1" fmla="*/ 31173 w 42936"/>
                <a:gd name="connsiteY1" fmla="*/ 3055 h 73278"/>
                <a:gd name="connsiteX2" fmla="*/ 502 w 42936"/>
                <a:gd name="connsiteY2" fmla="*/ 64341 h 73278"/>
                <a:gd name="connsiteX3" fmla="*/ 3057 w 42936"/>
                <a:gd name="connsiteY3" fmla="*/ 72640 h 73278"/>
                <a:gd name="connsiteX4" fmla="*/ 5613 w 42936"/>
                <a:gd name="connsiteY4" fmla="*/ 73278 h 73278"/>
                <a:gd name="connsiteX5" fmla="*/ 11364 w 42936"/>
                <a:gd name="connsiteY5" fmla="*/ 69448 h 73278"/>
                <a:gd name="connsiteX6" fmla="*/ 42036 w 42936"/>
                <a:gd name="connsiteY6" fmla="*/ 8162 h 73278"/>
                <a:gd name="connsiteX7" fmla="*/ 39480 w 42936"/>
                <a:gd name="connsiteY7" fmla="*/ 501 h 73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936" h="73278">
                  <a:moveTo>
                    <a:pt x="39480" y="501"/>
                  </a:moveTo>
                  <a:cubicBezTo>
                    <a:pt x="36285" y="-776"/>
                    <a:pt x="32451" y="501"/>
                    <a:pt x="31173" y="3055"/>
                  </a:cubicBezTo>
                  <a:lnTo>
                    <a:pt x="502" y="64341"/>
                  </a:lnTo>
                  <a:cubicBezTo>
                    <a:pt x="-777" y="67533"/>
                    <a:pt x="502" y="71363"/>
                    <a:pt x="3057" y="72640"/>
                  </a:cubicBezTo>
                  <a:cubicBezTo>
                    <a:pt x="3697" y="73278"/>
                    <a:pt x="4974" y="73278"/>
                    <a:pt x="5613" y="73278"/>
                  </a:cubicBezTo>
                  <a:cubicBezTo>
                    <a:pt x="8169" y="73278"/>
                    <a:pt x="10086" y="72001"/>
                    <a:pt x="11364" y="69448"/>
                  </a:cubicBezTo>
                  <a:lnTo>
                    <a:pt x="42036" y="8162"/>
                  </a:lnTo>
                  <a:cubicBezTo>
                    <a:pt x="43953" y="5608"/>
                    <a:pt x="42675" y="1778"/>
                    <a:pt x="39480" y="501"/>
                  </a:cubicBezTo>
                  <a:close/>
                </a:path>
              </a:pathLst>
            </a:custGeom>
            <a:solidFill>
              <a:srgbClr val="007CB0"/>
            </a:solidFill>
            <a:ln w="6390" cap="flat">
              <a:noFill/>
              <a:prstDash val="solid"/>
              <a:miter/>
            </a:ln>
          </p:spPr>
          <p:txBody>
            <a:bodyPr rtlCol="0" anchor="ctr"/>
            <a:lstStyle/>
            <a:p>
              <a:endParaRPr lang="en-US"/>
            </a:p>
          </p:txBody>
        </p:sp>
        <p:sp>
          <p:nvSpPr>
            <p:cNvPr id="775" name="Graphic 4">
              <a:extLst>
                <a:ext uri="{FF2B5EF4-FFF2-40B4-BE49-F238E27FC236}">
                  <a16:creationId xmlns:a16="http://schemas.microsoft.com/office/drawing/2014/main" id="{936CECE0-0A59-804D-B2A3-0A6E5456FEDD}"/>
                </a:ext>
              </a:extLst>
            </p:cNvPr>
            <p:cNvSpPr/>
            <p:nvPr/>
          </p:nvSpPr>
          <p:spPr>
            <a:xfrm>
              <a:off x="6861514" y="4943918"/>
              <a:ext cx="147689" cy="143639"/>
            </a:xfrm>
            <a:custGeom>
              <a:avLst/>
              <a:gdLst>
                <a:gd name="connsiteX0" fmla="*/ 141856 w 147689"/>
                <a:gd name="connsiteY0" fmla="*/ 0 h 143639"/>
                <a:gd name="connsiteX1" fmla="*/ 109907 w 147689"/>
                <a:gd name="connsiteY1" fmla="*/ 0 h 143639"/>
                <a:gd name="connsiteX2" fmla="*/ 108629 w 147689"/>
                <a:gd name="connsiteY2" fmla="*/ 0 h 143639"/>
                <a:gd name="connsiteX3" fmla="*/ 58787 w 147689"/>
                <a:gd name="connsiteY3" fmla="*/ 0 h 143639"/>
                <a:gd name="connsiteX4" fmla="*/ 58148 w 147689"/>
                <a:gd name="connsiteY4" fmla="*/ 0 h 143639"/>
                <a:gd name="connsiteX5" fmla="*/ 6390 w 147689"/>
                <a:gd name="connsiteY5" fmla="*/ 0 h 143639"/>
                <a:gd name="connsiteX6" fmla="*/ 0 w 147689"/>
                <a:gd name="connsiteY6" fmla="*/ 6384 h 143639"/>
                <a:gd name="connsiteX7" fmla="*/ 0 w 147689"/>
                <a:gd name="connsiteY7" fmla="*/ 70862 h 143639"/>
                <a:gd name="connsiteX8" fmla="*/ 6390 w 147689"/>
                <a:gd name="connsiteY8" fmla="*/ 77246 h 143639"/>
                <a:gd name="connsiteX9" fmla="*/ 11501 w 147689"/>
                <a:gd name="connsiteY9" fmla="*/ 77246 h 143639"/>
                <a:gd name="connsiteX10" fmla="*/ 11501 w 147689"/>
                <a:gd name="connsiteY10" fmla="*/ 136617 h 143639"/>
                <a:gd name="connsiteX11" fmla="*/ 17891 w 147689"/>
                <a:gd name="connsiteY11" fmla="*/ 143001 h 143639"/>
                <a:gd name="connsiteX12" fmla="*/ 24281 w 147689"/>
                <a:gd name="connsiteY12" fmla="*/ 136617 h 143639"/>
                <a:gd name="connsiteX13" fmla="*/ 24281 w 147689"/>
                <a:gd name="connsiteY13" fmla="*/ 77246 h 143639"/>
                <a:gd name="connsiteX14" fmla="*/ 38340 w 147689"/>
                <a:gd name="connsiteY14" fmla="*/ 77246 h 143639"/>
                <a:gd name="connsiteX15" fmla="*/ 38340 w 147689"/>
                <a:gd name="connsiteY15" fmla="*/ 136617 h 143639"/>
                <a:gd name="connsiteX16" fmla="*/ 44730 w 147689"/>
                <a:gd name="connsiteY16" fmla="*/ 143001 h 143639"/>
                <a:gd name="connsiteX17" fmla="*/ 51119 w 147689"/>
                <a:gd name="connsiteY17" fmla="*/ 136617 h 143639"/>
                <a:gd name="connsiteX18" fmla="*/ 51119 w 147689"/>
                <a:gd name="connsiteY18" fmla="*/ 77246 h 143639"/>
                <a:gd name="connsiteX19" fmla="*/ 58148 w 147689"/>
                <a:gd name="connsiteY19" fmla="*/ 77246 h 143639"/>
                <a:gd name="connsiteX20" fmla="*/ 64538 w 147689"/>
                <a:gd name="connsiteY20" fmla="*/ 70862 h 143639"/>
                <a:gd name="connsiteX21" fmla="*/ 64538 w 147689"/>
                <a:gd name="connsiteY21" fmla="*/ 12768 h 143639"/>
                <a:gd name="connsiteX22" fmla="*/ 83069 w 147689"/>
                <a:gd name="connsiteY22" fmla="*/ 12768 h 143639"/>
                <a:gd name="connsiteX23" fmla="*/ 83069 w 147689"/>
                <a:gd name="connsiteY23" fmla="*/ 71501 h 143639"/>
                <a:gd name="connsiteX24" fmla="*/ 89459 w 147689"/>
                <a:gd name="connsiteY24" fmla="*/ 77885 h 143639"/>
                <a:gd name="connsiteX25" fmla="*/ 96488 w 147689"/>
                <a:gd name="connsiteY25" fmla="*/ 77885 h 143639"/>
                <a:gd name="connsiteX26" fmla="*/ 96488 w 147689"/>
                <a:gd name="connsiteY26" fmla="*/ 137256 h 143639"/>
                <a:gd name="connsiteX27" fmla="*/ 102878 w 147689"/>
                <a:gd name="connsiteY27" fmla="*/ 143640 h 143639"/>
                <a:gd name="connsiteX28" fmla="*/ 109268 w 147689"/>
                <a:gd name="connsiteY28" fmla="*/ 137256 h 143639"/>
                <a:gd name="connsiteX29" fmla="*/ 109268 w 147689"/>
                <a:gd name="connsiteY29" fmla="*/ 77885 h 143639"/>
                <a:gd name="connsiteX30" fmla="*/ 123325 w 147689"/>
                <a:gd name="connsiteY30" fmla="*/ 77885 h 143639"/>
                <a:gd name="connsiteX31" fmla="*/ 123325 w 147689"/>
                <a:gd name="connsiteY31" fmla="*/ 137256 h 143639"/>
                <a:gd name="connsiteX32" fmla="*/ 129715 w 147689"/>
                <a:gd name="connsiteY32" fmla="*/ 143640 h 143639"/>
                <a:gd name="connsiteX33" fmla="*/ 136105 w 147689"/>
                <a:gd name="connsiteY33" fmla="*/ 137256 h 143639"/>
                <a:gd name="connsiteX34" fmla="*/ 136105 w 147689"/>
                <a:gd name="connsiteY34" fmla="*/ 77885 h 143639"/>
                <a:gd name="connsiteX35" fmla="*/ 141217 w 147689"/>
                <a:gd name="connsiteY35" fmla="*/ 77885 h 143639"/>
                <a:gd name="connsiteX36" fmla="*/ 147607 w 147689"/>
                <a:gd name="connsiteY36" fmla="*/ 71501 h 143639"/>
                <a:gd name="connsiteX37" fmla="*/ 147607 w 147689"/>
                <a:gd name="connsiteY37" fmla="*/ 7023 h 143639"/>
                <a:gd name="connsiteX38" fmla="*/ 141856 w 147689"/>
                <a:gd name="connsiteY38" fmla="*/ 0 h 143639"/>
                <a:gd name="connsiteX39" fmla="*/ 51758 w 147689"/>
                <a:gd name="connsiteY39" fmla="*/ 63840 h 143639"/>
                <a:gd name="connsiteX40" fmla="*/ 12780 w 147689"/>
                <a:gd name="connsiteY40" fmla="*/ 63840 h 143639"/>
                <a:gd name="connsiteX41" fmla="*/ 12780 w 147689"/>
                <a:gd name="connsiteY41" fmla="*/ 12130 h 143639"/>
                <a:gd name="connsiteX42" fmla="*/ 40895 w 147689"/>
                <a:gd name="connsiteY42" fmla="*/ 12130 h 143639"/>
                <a:gd name="connsiteX43" fmla="*/ 41535 w 147689"/>
                <a:gd name="connsiteY43" fmla="*/ 12130 h 143639"/>
                <a:gd name="connsiteX44" fmla="*/ 52397 w 147689"/>
                <a:gd name="connsiteY44" fmla="*/ 12130 h 143639"/>
                <a:gd name="connsiteX45" fmla="*/ 52397 w 147689"/>
                <a:gd name="connsiteY45" fmla="*/ 63840 h 143639"/>
                <a:gd name="connsiteX46" fmla="*/ 95849 w 147689"/>
                <a:gd name="connsiteY46" fmla="*/ 12768 h 143639"/>
                <a:gd name="connsiteX47" fmla="*/ 134828 w 147689"/>
                <a:gd name="connsiteY47" fmla="*/ 12768 h 143639"/>
                <a:gd name="connsiteX48" fmla="*/ 134828 w 147689"/>
                <a:gd name="connsiteY48" fmla="*/ 64478 h 143639"/>
                <a:gd name="connsiteX49" fmla="*/ 95849 w 147689"/>
                <a:gd name="connsiteY49" fmla="*/ 64478 h 143639"/>
                <a:gd name="connsiteX50" fmla="*/ 95849 w 147689"/>
                <a:gd name="connsiteY50" fmla="*/ 12768 h 143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47689" h="143639">
                  <a:moveTo>
                    <a:pt x="141856" y="0"/>
                  </a:moveTo>
                  <a:lnTo>
                    <a:pt x="109907" y="0"/>
                  </a:lnTo>
                  <a:cubicBezTo>
                    <a:pt x="109268" y="0"/>
                    <a:pt x="108629" y="0"/>
                    <a:pt x="108629" y="0"/>
                  </a:cubicBezTo>
                  <a:lnTo>
                    <a:pt x="58787" y="0"/>
                  </a:lnTo>
                  <a:cubicBezTo>
                    <a:pt x="58787" y="0"/>
                    <a:pt x="58787" y="0"/>
                    <a:pt x="58148" y="0"/>
                  </a:cubicBezTo>
                  <a:lnTo>
                    <a:pt x="6390" y="0"/>
                  </a:lnTo>
                  <a:cubicBezTo>
                    <a:pt x="2555" y="0"/>
                    <a:pt x="0" y="2554"/>
                    <a:pt x="0" y="6384"/>
                  </a:cubicBezTo>
                  <a:lnTo>
                    <a:pt x="0" y="70862"/>
                  </a:lnTo>
                  <a:cubicBezTo>
                    <a:pt x="0" y="74693"/>
                    <a:pt x="2555" y="77246"/>
                    <a:pt x="6390" y="77246"/>
                  </a:cubicBezTo>
                  <a:lnTo>
                    <a:pt x="11501" y="77246"/>
                  </a:lnTo>
                  <a:lnTo>
                    <a:pt x="11501" y="136617"/>
                  </a:lnTo>
                  <a:cubicBezTo>
                    <a:pt x="11501" y="140448"/>
                    <a:pt x="14058" y="143001"/>
                    <a:pt x="17891" y="143001"/>
                  </a:cubicBezTo>
                  <a:cubicBezTo>
                    <a:pt x="21725" y="143001"/>
                    <a:pt x="24281" y="140448"/>
                    <a:pt x="24281" y="136617"/>
                  </a:cubicBezTo>
                  <a:lnTo>
                    <a:pt x="24281" y="77246"/>
                  </a:lnTo>
                  <a:lnTo>
                    <a:pt x="38340" y="77246"/>
                  </a:lnTo>
                  <a:lnTo>
                    <a:pt x="38340" y="136617"/>
                  </a:lnTo>
                  <a:cubicBezTo>
                    <a:pt x="38340" y="140448"/>
                    <a:pt x="40895" y="143001"/>
                    <a:pt x="44730" y="143001"/>
                  </a:cubicBezTo>
                  <a:cubicBezTo>
                    <a:pt x="48563" y="143001"/>
                    <a:pt x="51119" y="140448"/>
                    <a:pt x="51119" y="136617"/>
                  </a:cubicBezTo>
                  <a:lnTo>
                    <a:pt x="51119" y="77246"/>
                  </a:lnTo>
                  <a:lnTo>
                    <a:pt x="58148" y="77246"/>
                  </a:lnTo>
                  <a:cubicBezTo>
                    <a:pt x="61982" y="77246"/>
                    <a:pt x="64538" y="74693"/>
                    <a:pt x="64538" y="70862"/>
                  </a:cubicBezTo>
                  <a:lnTo>
                    <a:pt x="64538" y="12768"/>
                  </a:lnTo>
                  <a:lnTo>
                    <a:pt x="83069" y="12768"/>
                  </a:lnTo>
                  <a:lnTo>
                    <a:pt x="83069" y="71501"/>
                  </a:lnTo>
                  <a:cubicBezTo>
                    <a:pt x="83069" y="75331"/>
                    <a:pt x="85625" y="77885"/>
                    <a:pt x="89459" y="77885"/>
                  </a:cubicBezTo>
                  <a:lnTo>
                    <a:pt x="96488" y="77885"/>
                  </a:lnTo>
                  <a:lnTo>
                    <a:pt x="96488" y="137256"/>
                  </a:lnTo>
                  <a:cubicBezTo>
                    <a:pt x="96488" y="141086"/>
                    <a:pt x="99044" y="143640"/>
                    <a:pt x="102878" y="143640"/>
                  </a:cubicBezTo>
                  <a:cubicBezTo>
                    <a:pt x="106712" y="143640"/>
                    <a:pt x="109268" y="141086"/>
                    <a:pt x="109268" y="137256"/>
                  </a:cubicBezTo>
                  <a:lnTo>
                    <a:pt x="109268" y="77885"/>
                  </a:lnTo>
                  <a:lnTo>
                    <a:pt x="123325" y="77885"/>
                  </a:lnTo>
                  <a:lnTo>
                    <a:pt x="123325" y="137256"/>
                  </a:lnTo>
                  <a:cubicBezTo>
                    <a:pt x="123325" y="141086"/>
                    <a:pt x="125881" y="143640"/>
                    <a:pt x="129715" y="143640"/>
                  </a:cubicBezTo>
                  <a:cubicBezTo>
                    <a:pt x="133549" y="143640"/>
                    <a:pt x="136105" y="141086"/>
                    <a:pt x="136105" y="137256"/>
                  </a:cubicBezTo>
                  <a:lnTo>
                    <a:pt x="136105" y="77885"/>
                  </a:lnTo>
                  <a:lnTo>
                    <a:pt x="141217" y="77885"/>
                  </a:lnTo>
                  <a:cubicBezTo>
                    <a:pt x="145051" y="77885"/>
                    <a:pt x="147607" y="75331"/>
                    <a:pt x="147607" y="71501"/>
                  </a:cubicBezTo>
                  <a:lnTo>
                    <a:pt x="147607" y="7023"/>
                  </a:lnTo>
                  <a:cubicBezTo>
                    <a:pt x="148246" y="2554"/>
                    <a:pt x="145051" y="0"/>
                    <a:pt x="141856" y="0"/>
                  </a:cubicBezTo>
                  <a:close/>
                  <a:moveTo>
                    <a:pt x="51758" y="63840"/>
                  </a:moveTo>
                  <a:lnTo>
                    <a:pt x="12780" y="63840"/>
                  </a:lnTo>
                  <a:lnTo>
                    <a:pt x="12780" y="12130"/>
                  </a:lnTo>
                  <a:lnTo>
                    <a:pt x="40895" y="12130"/>
                  </a:lnTo>
                  <a:cubicBezTo>
                    <a:pt x="40895" y="12130"/>
                    <a:pt x="40895" y="12130"/>
                    <a:pt x="41535" y="12130"/>
                  </a:cubicBezTo>
                  <a:lnTo>
                    <a:pt x="52397" y="12130"/>
                  </a:lnTo>
                  <a:lnTo>
                    <a:pt x="52397" y="63840"/>
                  </a:lnTo>
                  <a:close/>
                  <a:moveTo>
                    <a:pt x="95849" y="12768"/>
                  </a:moveTo>
                  <a:lnTo>
                    <a:pt x="134828" y="12768"/>
                  </a:lnTo>
                  <a:lnTo>
                    <a:pt x="134828" y="64478"/>
                  </a:lnTo>
                  <a:lnTo>
                    <a:pt x="95849" y="64478"/>
                  </a:lnTo>
                  <a:lnTo>
                    <a:pt x="95849" y="12768"/>
                  </a:lnTo>
                  <a:close/>
                </a:path>
              </a:pathLst>
            </a:custGeom>
            <a:solidFill>
              <a:srgbClr val="007CB0"/>
            </a:solidFill>
            <a:ln w="6390" cap="flat">
              <a:noFill/>
              <a:prstDash val="solid"/>
              <a:miter/>
            </a:ln>
          </p:spPr>
          <p:txBody>
            <a:bodyPr rtlCol="0" anchor="ctr"/>
            <a:lstStyle/>
            <a:p>
              <a:endParaRPr lang="en-US"/>
            </a:p>
          </p:txBody>
        </p:sp>
        <p:sp>
          <p:nvSpPr>
            <p:cNvPr id="776" name="Graphic 4">
              <a:extLst>
                <a:ext uri="{FF2B5EF4-FFF2-40B4-BE49-F238E27FC236}">
                  <a16:creationId xmlns:a16="http://schemas.microsoft.com/office/drawing/2014/main" id="{97085D86-BC95-E343-A2B7-7D865EC44CFC}"/>
                </a:ext>
              </a:extLst>
            </p:cNvPr>
            <p:cNvSpPr/>
            <p:nvPr/>
          </p:nvSpPr>
          <p:spPr>
            <a:xfrm>
              <a:off x="6873655" y="4892846"/>
              <a:ext cx="39618" cy="39580"/>
            </a:xfrm>
            <a:custGeom>
              <a:avLst/>
              <a:gdLst>
                <a:gd name="connsiteX0" fmla="*/ 19809 w 39618"/>
                <a:gd name="connsiteY0" fmla="*/ 39581 h 39580"/>
                <a:gd name="connsiteX1" fmla="*/ 39618 w 39618"/>
                <a:gd name="connsiteY1" fmla="*/ 19791 h 39580"/>
                <a:gd name="connsiteX2" fmla="*/ 19809 w 39618"/>
                <a:gd name="connsiteY2" fmla="*/ 0 h 39580"/>
                <a:gd name="connsiteX3" fmla="*/ 0 w 39618"/>
                <a:gd name="connsiteY3" fmla="*/ 19791 h 39580"/>
                <a:gd name="connsiteX4" fmla="*/ 19809 w 39618"/>
                <a:gd name="connsiteY4" fmla="*/ 39581 h 39580"/>
                <a:gd name="connsiteX5" fmla="*/ 19809 w 39618"/>
                <a:gd name="connsiteY5" fmla="*/ 12768 h 39580"/>
                <a:gd name="connsiteX6" fmla="*/ 26838 w 39618"/>
                <a:gd name="connsiteY6" fmla="*/ 19791 h 39580"/>
                <a:gd name="connsiteX7" fmla="*/ 19809 w 39618"/>
                <a:gd name="connsiteY7" fmla="*/ 26813 h 39580"/>
                <a:gd name="connsiteX8" fmla="*/ 12780 w 39618"/>
                <a:gd name="connsiteY8" fmla="*/ 19791 h 39580"/>
                <a:gd name="connsiteX9" fmla="*/ 19809 w 39618"/>
                <a:gd name="connsiteY9" fmla="*/ 12768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18" h="39580">
                  <a:moveTo>
                    <a:pt x="19809" y="39581"/>
                  </a:moveTo>
                  <a:cubicBezTo>
                    <a:pt x="30672" y="39581"/>
                    <a:pt x="39618" y="30643"/>
                    <a:pt x="39618" y="19791"/>
                  </a:cubicBezTo>
                  <a:cubicBezTo>
                    <a:pt x="39618" y="8938"/>
                    <a:pt x="30672" y="0"/>
                    <a:pt x="19809" y="0"/>
                  </a:cubicBezTo>
                  <a:cubicBezTo>
                    <a:pt x="8946" y="0"/>
                    <a:pt x="0" y="8938"/>
                    <a:pt x="0" y="19791"/>
                  </a:cubicBezTo>
                  <a:cubicBezTo>
                    <a:pt x="0" y="30643"/>
                    <a:pt x="8946" y="39581"/>
                    <a:pt x="19809" y="39581"/>
                  </a:cubicBezTo>
                  <a:close/>
                  <a:moveTo>
                    <a:pt x="19809" y="12768"/>
                  </a:moveTo>
                  <a:cubicBezTo>
                    <a:pt x="23643" y="12768"/>
                    <a:pt x="26838" y="15960"/>
                    <a:pt x="26838" y="19791"/>
                  </a:cubicBezTo>
                  <a:cubicBezTo>
                    <a:pt x="26838" y="23621"/>
                    <a:pt x="23643" y="26813"/>
                    <a:pt x="19809" y="26813"/>
                  </a:cubicBezTo>
                  <a:cubicBezTo>
                    <a:pt x="15975" y="26813"/>
                    <a:pt x="12780" y="23621"/>
                    <a:pt x="12780" y="19791"/>
                  </a:cubicBezTo>
                  <a:cubicBezTo>
                    <a:pt x="12780" y="15960"/>
                    <a:pt x="15975" y="12768"/>
                    <a:pt x="19809" y="12768"/>
                  </a:cubicBezTo>
                  <a:close/>
                </a:path>
              </a:pathLst>
            </a:custGeom>
            <a:solidFill>
              <a:srgbClr val="007CB0"/>
            </a:solidFill>
            <a:ln w="6390" cap="flat">
              <a:noFill/>
              <a:prstDash val="solid"/>
              <a:miter/>
            </a:ln>
          </p:spPr>
          <p:txBody>
            <a:bodyPr rtlCol="0" anchor="ctr"/>
            <a:lstStyle/>
            <a:p>
              <a:endParaRPr lang="en-US"/>
            </a:p>
          </p:txBody>
        </p:sp>
        <p:sp>
          <p:nvSpPr>
            <p:cNvPr id="777" name="Graphic 4">
              <a:extLst>
                <a:ext uri="{FF2B5EF4-FFF2-40B4-BE49-F238E27FC236}">
                  <a16:creationId xmlns:a16="http://schemas.microsoft.com/office/drawing/2014/main" id="{449B7BCC-AB72-4D40-AABC-E655F56980C9}"/>
                </a:ext>
              </a:extLst>
            </p:cNvPr>
            <p:cNvSpPr/>
            <p:nvPr/>
          </p:nvSpPr>
          <p:spPr>
            <a:xfrm>
              <a:off x="6810772" y="4877901"/>
              <a:ext cx="43336" cy="74315"/>
            </a:xfrm>
            <a:custGeom>
              <a:avLst/>
              <a:gdLst>
                <a:gd name="connsiteX0" fmla="*/ 11763 w 43336"/>
                <a:gd name="connsiteY0" fmla="*/ 3454 h 74315"/>
                <a:gd name="connsiteX1" fmla="*/ 3457 w 43336"/>
                <a:gd name="connsiteY1" fmla="*/ 900 h 74315"/>
                <a:gd name="connsiteX2" fmla="*/ 901 w 43336"/>
                <a:gd name="connsiteY2" fmla="*/ 9199 h 74315"/>
                <a:gd name="connsiteX3" fmla="*/ 31573 w 43336"/>
                <a:gd name="connsiteY3" fmla="*/ 70485 h 74315"/>
                <a:gd name="connsiteX4" fmla="*/ 37323 w 43336"/>
                <a:gd name="connsiteY4" fmla="*/ 74316 h 74315"/>
                <a:gd name="connsiteX5" fmla="*/ 39879 w 43336"/>
                <a:gd name="connsiteY5" fmla="*/ 73677 h 74315"/>
                <a:gd name="connsiteX6" fmla="*/ 42435 w 43336"/>
                <a:gd name="connsiteY6" fmla="*/ 65378 h 74315"/>
                <a:gd name="connsiteX7" fmla="*/ 11763 w 43336"/>
                <a:gd name="connsiteY7" fmla="*/ 3454 h 7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336" h="74315">
                  <a:moveTo>
                    <a:pt x="11763" y="3454"/>
                  </a:moveTo>
                  <a:cubicBezTo>
                    <a:pt x="10486" y="262"/>
                    <a:pt x="6652" y="-1015"/>
                    <a:pt x="3457" y="900"/>
                  </a:cubicBezTo>
                  <a:cubicBezTo>
                    <a:pt x="262" y="2177"/>
                    <a:pt x="-1017" y="6007"/>
                    <a:pt x="901" y="9199"/>
                  </a:cubicBezTo>
                  <a:lnTo>
                    <a:pt x="31573" y="70485"/>
                  </a:lnTo>
                  <a:cubicBezTo>
                    <a:pt x="32850" y="73039"/>
                    <a:pt x="34768" y="74316"/>
                    <a:pt x="37323" y="74316"/>
                  </a:cubicBezTo>
                  <a:cubicBezTo>
                    <a:pt x="37963" y="74316"/>
                    <a:pt x="39240" y="74316"/>
                    <a:pt x="39879" y="73677"/>
                  </a:cubicBezTo>
                  <a:cubicBezTo>
                    <a:pt x="43074" y="72400"/>
                    <a:pt x="44353" y="68570"/>
                    <a:pt x="42435" y="65378"/>
                  </a:cubicBezTo>
                  <a:lnTo>
                    <a:pt x="11763" y="3454"/>
                  </a:lnTo>
                  <a:close/>
                </a:path>
              </a:pathLst>
            </a:custGeom>
            <a:solidFill>
              <a:srgbClr val="007CB0"/>
            </a:solidFill>
            <a:ln w="6390" cap="flat">
              <a:noFill/>
              <a:prstDash val="solid"/>
              <a:miter/>
            </a:ln>
          </p:spPr>
          <p:txBody>
            <a:bodyPr rtlCol="0" anchor="ctr"/>
            <a:lstStyle/>
            <a:p>
              <a:endParaRPr lang="en-US"/>
            </a:p>
          </p:txBody>
        </p:sp>
      </p:grpSp>
      <p:grpSp>
        <p:nvGrpSpPr>
          <p:cNvPr id="778" name="Graphic 4">
            <a:extLst>
              <a:ext uri="{FF2B5EF4-FFF2-40B4-BE49-F238E27FC236}">
                <a16:creationId xmlns:a16="http://schemas.microsoft.com/office/drawing/2014/main" id="{47D213BB-B5A7-6642-AFE8-D73E45D394EA}"/>
              </a:ext>
            </a:extLst>
          </p:cNvPr>
          <p:cNvGrpSpPr/>
          <p:nvPr/>
        </p:nvGrpSpPr>
        <p:grpSpPr>
          <a:xfrm>
            <a:off x="4661459" y="1402085"/>
            <a:ext cx="361674" cy="361333"/>
            <a:chOff x="4661459" y="1402085"/>
            <a:chExt cx="361674" cy="361333"/>
          </a:xfrm>
          <a:solidFill>
            <a:srgbClr val="007CB0"/>
          </a:solidFill>
        </p:grpSpPr>
        <p:sp>
          <p:nvSpPr>
            <p:cNvPr id="779" name="Graphic 4">
              <a:extLst>
                <a:ext uri="{FF2B5EF4-FFF2-40B4-BE49-F238E27FC236}">
                  <a16:creationId xmlns:a16="http://schemas.microsoft.com/office/drawing/2014/main" id="{6DB8B053-11C5-7340-A3C7-27BC163A1DC9}"/>
                </a:ext>
              </a:extLst>
            </p:cNvPr>
            <p:cNvSpPr/>
            <p:nvPr/>
          </p:nvSpPr>
          <p:spPr>
            <a:xfrm>
              <a:off x="4661459" y="1402085"/>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6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1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30"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780" name="Graphic 4">
              <a:extLst>
                <a:ext uri="{FF2B5EF4-FFF2-40B4-BE49-F238E27FC236}">
                  <a16:creationId xmlns:a16="http://schemas.microsoft.com/office/drawing/2014/main" id="{64074AD2-FF21-EC42-B2A2-67A7F431A17F}"/>
                </a:ext>
              </a:extLst>
            </p:cNvPr>
            <p:cNvSpPr/>
            <p:nvPr/>
          </p:nvSpPr>
          <p:spPr>
            <a:xfrm>
              <a:off x="4873572" y="1503590"/>
              <a:ext cx="39649" cy="39580"/>
            </a:xfrm>
            <a:custGeom>
              <a:avLst/>
              <a:gdLst>
                <a:gd name="connsiteX0" fmla="*/ 19841 w 39649"/>
                <a:gd name="connsiteY0" fmla="*/ 39581 h 39580"/>
                <a:gd name="connsiteX1" fmla="*/ 39650 w 39649"/>
                <a:gd name="connsiteY1" fmla="*/ 19790 h 39580"/>
                <a:gd name="connsiteX2" fmla="*/ 19841 w 39649"/>
                <a:gd name="connsiteY2" fmla="*/ 0 h 39580"/>
                <a:gd name="connsiteX3" fmla="*/ 32 w 39649"/>
                <a:gd name="connsiteY3" fmla="*/ 19790 h 39580"/>
                <a:gd name="connsiteX4" fmla="*/ 19841 w 39649"/>
                <a:gd name="connsiteY4" fmla="*/ 39581 h 39580"/>
                <a:gd name="connsiteX5" fmla="*/ 19841 w 39649"/>
                <a:gd name="connsiteY5" fmla="*/ 12768 h 39580"/>
                <a:gd name="connsiteX6" fmla="*/ 26870 w 39649"/>
                <a:gd name="connsiteY6" fmla="*/ 19790 h 39580"/>
                <a:gd name="connsiteX7" fmla="*/ 19841 w 39649"/>
                <a:gd name="connsiteY7" fmla="*/ 26813 h 39580"/>
                <a:gd name="connsiteX8" fmla="*/ 12812 w 39649"/>
                <a:gd name="connsiteY8" fmla="*/ 19790 h 39580"/>
                <a:gd name="connsiteX9" fmla="*/ 19841 w 39649"/>
                <a:gd name="connsiteY9" fmla="*/ 12768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49" h="39580">
                  <a:moveTo>
                    <a:pt x="19841" y="39581"/>
                  </a:moveTo>
                  <a:cubicBezTo>
                    <a:pt x="30704" y="39581"/>
                    <a:pt x="39650" y="30643"/>
                    <a:pt x="39650" y="19790"/>
                  </a:cubicBezTo>
                  <a:cubicBezTo>
                    <a:pt x="39650" y="8938"/>
                    <a:pt x="30704" y="0"/>
                    <a:pt x="19841" y="0"/>
                  </a:cubicBezTo>
                  <a:cubicBezTo>
                    <a:pt x="8978" y="0"/>
                    <a:pt x="32" y="8938"/>
                    <a:pt x="32" y="19790"/>
                  </a:cubicBezTo>
                  <a:cubicBezTo>
                    <a:pt x="-607" y="30643"/>
                    <a:pt x="8339" y="39581"/>
                    <a:pt x="19841" y="39581"/>
                  </a:cubicBezTo>
                  <a:close/>
                  <a:moveTo>
                    <a:pt x="19841" y="12768"/>
                  </a:moveTo>
                  <a:cubicBezTo>
                    <a:pt x="23675" y="12768"/>
                    <a:pt x="26870" y="15960"/>
                    <a:pt x="26870" y="19790"/>
                  </a:cubicBezTo>
                  <a:cubicBezTo>
                    <a:pt x="26870" y="23621"/>
                    <a:pt x="23675" y="26813"/>
                    <a:pt x="19841" y="26813"/>
                  </a:cubicBezTo>
                  <a:cubicBezTo>
                    <a:pt x="16007" y="26813"/>
                    <a:pt x="12812" y="23621"/>
                    <a:pt x="12812" y="19790"/>
                  </a:cubicBezTo>
                  <a:cubicBezTo>
                    <a:pt x="12173" y="15960"/>
                    <a:pt x="15368" y="12768"/>
                    <a:pt x="19841" y="12768"/>
                  </a:cubicBezTo>
                  <a:close/>
                </a:path>
              </a:pathLst>
            </a:custGeom>
            <a:solidFill>
              <a:srgbClr val="007CB0"/>
            </a:solidFill>
            <a:ln w="6390" cap="flat">
              <a:noFill/>
              <a:prstDash val="solid"/>
              <a:miter/>
            </a:ln>
          </p:spPr>
          <p:txBody>
            <a:bodyPr rtlCol="0" anchor="ctr"/>
            <a:lstStyle/>
            <a:p>
              <a:endParaRPr lang="en-US"/>
            </a:p>
          </p:txBody>
        </p:sp>
        <p:sp>
          <p:nvSpPr>
            <p:cNvPr id="781" name="Graphic 4">
              <a:extLst>
                <a:ext uri="{FF2B5EF4-FFF2-40B4-BE49-F238E27FC236}">
                  <a16:creationId xmlns:a16="http://schemas.microsoft.com/office/drawing/2014/main" id="{A869B164-1948-8743-8C07-29C880845A6A}"/>
                </a:ext>
              </a:extLst>
            </p:cNvPr>
            <p:cNvSpPr/>
            <p:nvPr/>
          </p:nvSpPr>
          <p:spPr>
            <a:xfrm>
              <a:off x="4916555" y="1487767"/>
              <a:ext cx="43575" cy="73916"/>
            </a:xfrm>
            <a:custGeom>
              <a:avLst/>
              <a:gdLst>
                <a:gd name="connsiteX0" fmla="*/ 40119 w 43575"/>
                <a:gd name="connsiteY0" fmla="*/ 501 h 73916"/>
                <a:gd name="connsiteX1" fmla="*/ 31812 w 43575"/>
                <a:gd name="connsiteY1" fmla="*/ 3054 h 73916"/>
                <a:gd name="connsiteX2" fmla="*/ 501 w 43575"/>
                <a:gd name="connsiteY2" fmla="*/ 64979 h 73916"/>
                <a:gd name="connsiteX3" fmla="*/ 3058 w 43575"/>
                <a:gd name="connsiteY3" fmla="*/ 73278 h 73916"/>
                <a:gd name="connsiteX4" fmla="*/ 5613 w 43575"/>
                <a:gd name="connsiteY4" fmla="*/ 73917 h 73916"/>
                <a:gd name="connsiteX5" fmla="*/ 11364 w 43575"/>
                <a:gd name="connsiteY5" fmla="*/ 70086 h 73916"/>
                <a:gd name="connsiteX6" fmla="*/ 42675 w 43575"/>
                <a:gd name="connsiteY6" fmla="*/ 8162 h 73916"/>
                <a:gd name="connsiteX7" fmla="*/ 40119 w 43575"/>
                <a:gd name="connsiteY7" fmla="*/ 501 h 7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575" h="73916">
                  <a:moveTo>
                    <a:pt x="40119" y="501"/>
                  </a:moveTo>
                  <a:cubicBezTo>
                    <a:pt x="36924" y="-776"/>
                    <a:pt x="33090" y="501"/>
                    <a:pt x="31812" y="3054"/>
                  </a:cubicBezTo>
                  <a:lnTo>
                    <a:pt x="501" y="64979"/>
                  </a:lnTo>
                  <a:cubicBezTo>
                    <a:pt x="-777" y="68171"/>
                    <a:pt x="501" y="72001"/>
                    <a:pt x="3058" y="73278"/>
                  </a:cubicBezTo>
                  <a:cubicBezTo>
                    <a:pt x="3696" y="73917"/>
                    <a:pt x="4974" y="73917"/>
                    <a:pt x="5613" y="73917"/>
                  </a:cubicBezTo>
                  <a:cubicBezTo>
                    <a:pt x="8169" y="73917"/>
                    <a:pt x="10086" y="72640"/>
                    <a:pt x="11364" y="70086"/>
                  </a:cubicBezTo>
                  <a:lnTo>
                    <a:pt x="42675" y="8162"/>
                  </a:lnTo>
                  <a:cubicBezTo>
                    <a:pt x="44592" y="6246"/>
                    <a:pt x="43314" y="2416"/>
                    <a:pt x="40119" y="501"/>
                  </a:cubicBezTo>
                  <a:close/>
                </a:path>
              </a:pathLst>
            </a:custGeom>
            <a:solidFill>
              <a:srgbClr val="007CB0"/>
            </a:solidFill>
            <a:ln w="6390" cap="flat">
              <a:noFill/>
              <a:prstDash val="solid"/>
              <a:miter/>
            </a:ln>
          </p:spPr>
          <p:txBody>
            <a:bodyPr rtlCol="0" anchor="ctr"/>
            <a:lstStyle/>
            <a:p>
              <a:endParaRPr lang="en-US"/>
            </a:p>
          </p:txBody>
        </p:sp>
        <p:sp>
          <p:nvSpPr>
            <p:cNvPr id="782" name="Graphic 4">
              <a:extLst>
                <a:ext uri="{FF2B5EF4-FFF2-40B4-BE49-F238E27FC236}">
                  <a16:creationId xmlns:a16="http://schemas.microsoft.com/office/drawing/2014/main" id="{0B618F08-E3EC-E441-BB52-95CEC83DF782}"/>
                </a:ext>
              </a:extLst>
            </p:cNvPr>
            <p:cNvSpPr/>
            <p:nvPr/>
          </p:nvSpPr>
          <p:spPr>
            <a:xfrm>
              <a:off x="4788619" y="1502952"/>
              <a:ext cx="39617" cy="39580"/>
            </a:xfrm>
            <a:custGeom>
              <a:avLst/>
              <a:gdLst>
                <a:gd name="connsiteX0" fmla="*/ 19809 w 39617"/>
                <a:gd name="connsiteY0" fmla="*/ 39581 h 39580"/>
                <a:gd name="connsiteX1" fmla="*/ 39617 w 39617"/>
                <a:gd name="connsiteY1" fmla="*/ 19790 h 39580"/>
                <a:gd name="connsiteX2" fmla="*/ 19809 w 39617"/>
                <a:gd name="connsiteY2" fmla="*/ 0 h 39580"/>
                <a:gd name="connsiteX3" fmla="*/ 0 w 39617"/>
                <a:gd name="connsiteY3" fmla="*/ 19790 h 39580"/>
                <a:gd name="connsiteX4" fmla="*/ 19809 w 39617"/>
                <a:gd name="connsiteY4" fmla="*/ 39581 h 39580"/>
                <a:gd name="connsiteX5" fmla="*/ 19809 w 39617"/>
                <a:gd name="connsiteY5" fmla="*/ 12768 h 39580"/>
                <a:gd name="connsiteX6" fmla="*/ 26837 w 39617"/>
                <a:gd name="connsiteY6" fmla="*/ 19790 h 39580"/>
                <a:gd name="connsiteX7" fmla="*/ 19809 w 39617"/>
                <a:gd name="connsiteY7" fmla="*/ 26813 h 39580"/>
                <a:gd name="connsiteX8" fmla="*/ 12780 w 39617"/>
                <a:gd name="connsiteY8" fmla="*/ 19790 h 39580"/>
                <a:gd name="connsiteX9" fmla="*/ 19809 w 39617"/>
                <a:gd name="connsiteY9" fmla="*/ 12768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17" h="39580">
                  <a:moveTo>
                    <a:pt x="19809" y="39581"/>
                  </a:moveTo>
                  <a:cubicBezTo>
                    <a:pt x="30672" y="39581"/>
                    <a:pt x="39617" y="30643"/>
                    <a:pt x="39617" y="19790"/>
                  </a:cubicBezTo>
                  <a:cubicBezTo>
                    <a:pt x="39617" y="8938"/>
                    <a:pt x="30672" y="0"/>
                    <a:pt x="19809" y="0"/>
                  </a:cubicBezTo>
                  <a:cubicBezTo>
                    <a:pt x="8946" y="0"/>
                    <a:pt x="0" y="8938"/>
                    <a:pt x="0" y="19790"/>
                  </a:cubicBezTo>
                  <a:cubicBezTo>
                    <a:pt x="0" y="30643"/>
                    <a:pt x="8946" y="39581"/>
                    <a:pt x="19809" y="39581"/>
                  </a:cubicBezTo>
                  <a:close/>
                  <a:moveTo>
                    <a:pt x="19809" y="12768"/>
                  </a:moveTo>
                  <a:cubicBezTo>
                    <a:pt x="23642" y="12768"/>
                    <a:pt x="26837" y="15960"/>
                    <a:pt x="26837" y="19790"/>
                  </a:cubicBezTo>
                  <a:cubicBezTo>
                    <a:pt x="26837" y="23621"/>
                    <a:pt x="23642" y="26813"/>
                    <a:pt x="19809" y="26813"/>
                  </a:cubicBezTo>
                  <a:cubicBezTo>
                    <a:pt x="15975" y="26813"/>
                    <a:pt x="12780" y="23621"/>
                    <a:pt x="12780" y="19790"/>
                  </a:cubicBezTo>
                  <a:cubicBezTo>
                    <a:pt x="12780" y="15960"/>
                    <a:pt x="15975" y="12768"/>
                    <a:pt x="19809" y="12768"/>
                  </a:cubicBezTo>
                  <a:close/>
                </a:path>
              </a:pathLst>
            </a:custGeom>
            <a:solidFill>
              <a:srgbClr val="007CB0"/>
            </a:solidFill>
            <a:ln w="6390" cap="flat">
              <a:noFill/>
              <a:prstDash val="solid"/>
              <a:miter/>
            </a:ln>
          </p:spPr>
          <p:txBody>
            <a:bodyPr rtlCol="0" anchor="ctr"/>
            <a:lstStyle/>
            <a:p>
              <a:endParaRPr lang="en-US"/>
            </a:p>
          </p:txBody>
        </p:sp>
        <p:sp>
          <p:nvSpPr>
            <p:cNvPr id="783" name="Graphic 4">
              <a:extLst>
                <a:ext uri="{FF2B5EF4-FFF2-40B4-BE49-F238E27FC236}">
                  <a16:creationId xmlns:a16="http://schemas.microsoft.com/office/drawing/2014/main" id="{93E29B7B-9707-EA47-9921-4C38039FCE3D}"/>
                </a:ext>
              </a:extLst>
            </p:cNvPr>
            <p:cNvSpPr/>
            <p:nvPr/>
          </p:nvSpPr>
          <p:spPr>
            <a:xfrm>
              <a:off x="4724457" y="1487369"/>
              <a:ext cx="43974" cy="74954"/>
            </a:xfrm>
            <a:custGeom>
              <a:avLst/>
              <a:gdLst>
                <a:gd name="connsiteX0" fmla="*/ 11764 w 43974"/>
                <a:gd name="connsiteY0" fmla="*/ 3453 h 74954"/>
                <a:gd name="connsiteX1" fmla="*/ 3457 w 43974"/>
                <a:gd name="connsiteY1" fmla="*/ 900 h 74954"/>
                <a:gd name="connsiteX2" fmla="*/ 901 w 43974"/>
                <a:gd name="connsiteY2" fmla="*/ 9199 h 74954"/>
                <a:gd name="connsiteX3" fmla="*/ 32211 w 43974"/>
                <a:gd name="connsiteY3" fmla="*/ 71124 h 74954"/>
                <a:gd name="connsiteX4" fmla="*/ 37962 w 43974"/>
                <a:gd name="connsiteY4" fmla="*/ 74954 h 74954"/>
                <a:gd name="connsiteX5" fmla="*/ 40518 w 43974"/>
                <a:gd name="connsiteY5" fmla="*/ 74316 h 74954"/>
                <a:gd name="connsiteX6" fmla="*/ 43074 w 43974"/>
                <a:gd name="connsiteY6" fmla="*/ 66016 h 74954"/>
                <a:gd name="connsiteX7" fmla="*/ 11764 w 43974"/>
                <a:gd name="connsiteY7" fmla="*/ 3453 h 7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974" h="74954">
                  <a:moveTo>
                    <a:pt x="11764" y="3453"/>
                  </a:moveTo>
                  <a:cubicBezTo>
                    <a:pt x="10486" y="261"/>
                    <a:pt x="6652" y="-1015"/>
                    <a:pt x="3457" y="900"/>
                  </a:cubicBezTo>
                  <a:cubicBezTo>
                    <a:pt x="262" y="2177"/>
                    <a:pt x="-1016" y="6007"/>
                    <a:pt x="901" y="9199"/>
                  </a:cubicBezTo>
                  <a:lnTo>
                    <a:pt x="32211" y="71124"/>
                  </a:lnTo>
                  <a:cubicBezTo>
                    <a:pt x="33489" y="73677"/>
                    <a:pt x="35406" y="74954"/>
                    <a:pt x="37962" y="74954"/>
                  </a:cubicBezTo>
                  <a:cubicBezTo>
                    <a:pt x="38601" y="74954"/>
                    <a:pt x="39879" y="74954"/>
                    <a:pt x="40518" y="74316"/>
                  </a:cubicBezTo>
                  <a:cubicBezTo>
                    <a:pt x="43713" y="73039"/>
                    <a:pt x="44991" y="69208"/>
                    <a:pt x="43074" y="66016"/>
                  </a:cubicBezTo>
                  <a:lnTo>
                    <a:pt x="11764" y="3453"/>
                  </a:lnTo>
                  <a:close/>
                </a:path>
              </a:pathLst>
            </a:custGeom>
            <a:solidFill>
              <a:srgbClr val="007CB0"/>
            </a:solidFill>
            <a:ln w="6390" cap="flat">
              <a:noFill/>
              <a:prstDash val="solid"/>
              <a:miter/>
            </a:ln>
          </p:spPr>
          <p:txBody>
            <a:bodyPr rtlCol="0" anchor="ctr"/>
            <a:lstStyle/>
            <a:p>
              <a:endParaRPr lang="en-US"/>
            </a:p>
          </p:txBody>
        </p:sp>
        <p:sp>
          <p:nvSpPr>
            <p:cNvPr id="784" name="Graphic 4">
              <a:extLst>
                <a:ext uri="{FF2B5EF4-FFF2-40B4-BE49-F238E27FC236}">
                  <a16:creationId xmlns:a16="http://schemas.microsoft.com/office/drawing/2014/main" id="{0A3F249B-7A90-7346-AC15-C8956D89F749}"/>
                </a:ext>
              </a:extLst>
            </p:cNvPr>
            <p:cNvSpPr/>
            <p:nvPr/>
          </p:nvSpPr>
          <p:spPr>
            <a:xfrm>
              <a:off x="4775839" y="1553385"/>
              <a:ext cx="145941" cy="145554"/>
            </a:xfrm>
            <a:custGeom>
              <a:avLst/>
              <a:gdLst>
                <a:gd name="connsiteX0" fmla="*/ 125243 w 145941"/>
                <a:gd name="connsiteY0" fmla="*/ 0 h 145554"/>
                <a:gd name="connsiteX1" fmla="*/ 111185 w 145941"/>
                <a:gd name="connsiteY1" fmla="*/ 0 h 145554"/>
                <a:gd name="connsiteX2" fmla="*/ 108629 w 145941"/>
                <a:gd name="connsiteY2" fmla="*/ 638 h 145554"/>
                <a:gd name="connsiteX3" fmla="*/ 59426 w 145941"/>
                <a:gd name="connsiteY3" fmla="*/ 638 h 145554"/>
                <a:gd name="connsiteX4" fmla="*/ 58787 w 145941"/>
                <a:gd name="connsiteY4" fmla="*/ 638 h 145554"/>
                <a:gd name="connsiteX5" fmla="*/ 6390 w 145941"/>
                <a:gd name="connsiteY5" fmla="*/ 638 h 145554"/>
                <a:gd name="connsiteX6" fmla="*/ 0 w 145941"/>
                <a:gd name="connsiteY6" fmla="*/ 7022 h 145554"/>
                <a:gd name="connsiteX7" fmla="*/ 0 w 145941"/>
                <a:gd name="connsiteY7" fmla="*/ 72777 h 145554"/>
                <a:gd name="connsiteX8" fmla="*/ 6390 w 145941"/>
                <a:gd name="connsiteY8" fmla="*/ 79161 h 145554"/>
                <a:gd name="connsiteX9" fmla="*/ 11502 w 145941"/>
                <a:gd name="connsiteY9" fmla="*/ 79161 h 145554"/>
                <a:gd name="connsiteX10" fmla="*/ 11502 w 145941"/>
                <a:gd name="connsiteY10" fmla="*/ 139171 h 145554"/>
                <a:gd name="connsiteX11" fmla="*/ 17892 w 145941"/>
                <a:gd name="connsiteY11" fmla="*/ 145555 h 145554"/>
                <a:gd name="connsiteX12" fmla="*/ 24282 w 145941"/>
                <a:gd name="connsiteY12" fmla="*/ 139171 h 145554"/>
                <a:gd name="connsiteX13" fmla="*/ 24282 w 145941"/>
                <a:gd name="connsiteY13" fmla="*/ 79161 h 145554"/>
                <a:gd name="connsiteX14" fmla="*/ 38978 w 145941"/>
                <a:gd name="connsiteY14" fmla="*/ 79161 h 145554"/>
                <a:gd name="connsiteX15" fmla="*/ 38978 w 145941"/>
                <a:gd name="connsiteY15" fmla="*/ 139171 h 145554"/>
                <a:gd name="connsiteX16" fmla="*/ 45368 w 145941"/>
                <a:gd name="connsiteY16" fmla="*/ 145555 h 145554"/>
                <a:gd name="connsiteX17" fmla="*/ 51758 w 145941"/>
                <a:gd name="connsiteY17" fmla="*/ 139171 h 145554"/>
                <a:gd name="connsiteX18" fmla="*/ 51758 w 145941"/>
                <a:gd name="connsiteY18" fmla="*/ 79161 h 145554"/>
                <a:gd name="connsiteX19" fmla="*/ 58787 w 145941"/>
                <a:gd name="connsiteY19" fmla="*/ 79161 h 145554"/>
                <a:gd name="connsiteX20" fmla="*/ 65177 w 145941"/>
                <a:gd name="connsiteY20" fmla="*/ 72777 h 145554"/>
                <a:gd name="connsiteX21" fmla="*/ 65177 w 145941"/>
                <a:gd name="connsiteY21" fmla="*/ 13406 h 145554"/>
                <a:gd name="connsiteX22" fmla="*/ 102878 w 145941"/>
                <a:gd name="connsiteY22" fmla="*/ 13406 h 145554"/>
                <a:gd name="connsiteX23" fmla="*/ 90098 w 145941"/>
                <a:gd name="connsiteY23" fmla="*/ 75969 h 145554"/>
                <a:gd name="connsiteX24" fmla="*/ 91376 w 145941"/>
                <a:gd name="connsiteY24" fmla="*/ 81077 h 145554"/>
                <a:gd name="connsiteX25" fmla="*/ 96488 w 145941"/>
                <a:gd name="connsiteY25" fmla="*/ 83630 h 145554"/>
                <a:gd name="connsiteX26" fmla="*/ 97127 w 145941"/>
                <a:gd name="connsiteY26" fmla="*/ 83630 h 145554"/>
                <a:gd name="connsiteX27" fmla="*/ 97127 w 145941"/>
                <a:gd name="connsiteY27" fmla="*/ 137894 h 145554"/>
                <a:gd name="connsiteX28" fmla="*/ 103517 w 145941"/>
                <a:gd name="connsiteY28" fmla="*/ 144278 h 145554"/>
                <a:gd name="connsiteX29" fmla="*/ 109907 w 145941"/>
                <a:gd name="connsiteY29" fmla="*/ 137894 h 145554"/>
                <a:gd name="connsiteX30" fmla="*/ 109907 w 145941"/>
                <a:gd name="connsiteY30" fmla="*/ 83630 h 145554"/>
                <a:gd name="connsiteX31" fmla="*/ 125881 w 145941"/>
                <a:gd name="connsiteY31" fmla="*/ 83630 h 145554"/>
                <a:gd name="connsiteX32" fmla="*/ 125881 w 145941"/>
                <a:gd name="connsiteY32" fmla="*/ 137894 h 145554"/>
                <a:gd name="connsiteX33" fmla="*/ 132271 w 145941"/>
                <a:gd name="connsiteY33" fmla="*/ 144278 h 145554"/>
                <a:gd name="connsiteX34" fmla="*/ 138661 w 145941"/>
                <a:gd name="connsiteY34" fmla="*/ 137894 h 145554"/>
                <a:gd name="connsiteX35" fmla="*/ 138661 w 145941"/>
                <a:gd name="connsiteY35" fmla="*/ 83630 h 145554"/>
                <a:gd name="connsiteX36" fmla="*/ 139301 w 145941"/>
                <a:gd name="connsiteY36" fmla="*/ 83630 h 145554"/>
                <a:gd name="connsiteX37" fmla="*/ 144412 w 145941"/>
                <a:gd name="connsiteY37" fmla="*/ 81077 h 145554"/>
                <a:gd name="connsiteX38" fmla="*/ 145690 w 145941"/>
                <a:gd name="connsiteY38" fmla="*/ 75969 h 145554"/>
                <a:gd name="connsiteX39" fmla="*/ 130994 w 145941"/>
                <a:gd name="connsiteY39" fmla="*/ 5107 h 145554"/>
                <a:gd name="connsiteX40" fmla="*/ 125243 w 145941"/>
                <a:gd name="connsiteY40" fmla="*/ 0 h 145554"/>
                <a:gd name="connsiteX41" fmla="*/ 52397 w 145941"/>
                <a:gd name="connsiteY41" fmla="*/ 66393 h 145554"/>
                <a:gd name="connsiteX42" fmla="*/ 12780 w 145941"/>
                <a:gd name="connsiteY42" fmla="*/ 66393 h 145554"/>
                <a:gd name="connsiteX43" fmla="*/ 12780 w 145941"/>
                <a:gd name="connsiteY43" fmla="*/ 13406 h 145554"/>
                <a:gd name="connsiteX44" fmla="*/ 41535 w 145941"/>
                <a:gd name="connsiteY44" fmla="*/ 13406 h 145554"/>
                <a:gd name="connsiteX45" fmla="*/ 42173 w 145941"/>
                <a:gd name="connsiteY45" fmla="*/ 13406 h 145554"/>
                <a:gd name="connsiteX46" fmla="*/ 53036 w 145941"/>
                <a:gd name="connsiteY46" fmla="*/ 13406 h 145554"/>
                <a:gd name="connsiteX47" fmla="*/ 53036 w 145941"/>
                <a:gd name="connsiteY47" fmla="*/ 66393 h 145554"/>
                <a:gd name="connsiteX48" fmla="*/ 104795 w 145941"/>
                <a:gd name="connsiteY48" fmla="*/ 70862 h 145554"/>
                <a:gd name="connsiteX49" fmla="*/ 116936 w 145941"/>
                <a:gd name="connsiteY49" fmla="*/ 12768 h 145554"/>
                <a:gd name="connsiteX50" fmla="*/ 120770 w 145941"/>
                <a:gd name="connsiteY50" fmla="*/ 12768 h 145554"/>
                <a:gd name="connsiteX51" fmla="*/ 132911 w 145941"/>
                <a:gd name="connsiteY51" fmla="*/ 70862 h 145554"/>
                <a:gd name="connsiteX52" fmla="*/ 104795 w 145941"/>
                <a:gd name="connsiteY52" fmla="*/ 70862 h 145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45941" h="145554">
                  <a:moveTo>
                    <a:pt x="125243" y="0"/>
                  </a:moveTo>
                  <a:lnTo>
                    <a:pt x="111185" y="0"/>
                  </a:lnTo>
                  <a:cubicBezTo>
                    <a:pt x="110546" y="0"/>
                    <a:pt x="109268" y="0"/>
                    <a:pt x="108629" y="638"/>
                  </a:cubicBezTo>
                  <a:lnTo>
                    <a:pt x="59426" y="638"/>
                  </a:lnTo>
                  <a:cubicBezTo>
                    <a:pt x="59426" y="638"/>
                    <a:pt x="59426" y="638"/>
                    <a:pt x="58787" y="638"/>
                  </a:cubicBezTo>
                  <a:lnTo>
                    <a:pt x="6390" y="638"/>
                  </a:lnTo>
                  <a:cubicBezTo>
                    <a:pt x="2556" y="638"/>
                    <a:pt x="0" y="3192"/>
                    <a:pt x="0" y="7022"/>
                  </a:cubicBezTo>
                  <a:lnTo>
                    <a:pt x="0" y="72777"/>
                  </a:lnTo>
                  <a:cubicBezTo>
                    <a:pt x="0" y="76608"/>
                    <a:pt x="2556" y="79161"/>
                    <a:pt x="6390" y="79161"/>
                  </a:cubicBezTo>
                  <a:lnTo>
                    <a:pt x="11502" y="79161"/>
                  </a:lnTo>
                  <a:lnTo>
                    <a:pt x="11502" y="139171"/>
                  </a:lnTo>
                  <a:cubicBezTo>
                    <a:pt x="11502" y="143001"/>
                    <a:pt x="14058" y="145555"/>
                    <a:pt x="17892" y="145555"/>
                  </a:cubicBezTo>
                  <a:cubicBezTo>
                    <a:pt x="21726" y="145555"/>
                    <a:pt x="24282" y="143001"/>
                    <a:pt x="24282" y="139171"/>
                  </a:cubicBezTo>
                  <a:lnTo>
                    <a:pt x="24282" y="79161"/>
                  </a:lnTo>
                  <a:lnTo>
                    <a:pt x="38978" y="79161"/>
                  </a:lnTo>
                  <a:lnTo>
                    <a:pt x="38978" y="139171"/>
                  </a:lnTo>
                  <a:cubicBezTo>
                    <a:pt x="38978" y="143001"/>
                    <a:pt x="41535" y="145555"/>
                    <a:pt x="45368" y="145555"/>
                  </a:cubicBezTo>
                  <a:cubicBezTo>
                    <a:pt x="49202" y="145555"/>
                    <a:pt x="51758" y="143001"/>
                    <a:pt x="51758" y="139171"/>
                  </a:cubicBezTo>
                  <a:lnTo>
                    <a:pt x="51758" y="79161"/>
                  </a:lnTo>
                  <a:lnTo>
                    <a:pt x="58787" y="79161"/>
                  </a:lnTo>
                  <a:cubicBezTo>
                    <a:pt x="62621" y="79161"/>
                    <a:pt x="65177" y="76608"/>
                    <a:pt x="65177" y="72777"/>
                  </a:cubicBezTo>
                  <a:lnTo>
                    <a:pt x="65177" y="13406"/>
                  </a:lnTo>
                  <a:lnTo>
                    <a:pt x="102878" y="13406"/>
                  </a:lnTo>
                  <a:lnTo>
                    <a:pt x="90098" y="75969"/>
                  </a:lnTo>
                  <a:cubicBezTo>
                    <a:pt x="89459" y="77885"/>
                    <a:pt x="90098" y="79800"/>
                    <a:pt x="91376" y="81077"/>
                  </a:cubicBezTo>
                  <a:cubicBezTo>
                    <a:pt x="92654" y="82353"/>
                    <a:pt x="94571" y="83630"/>
                    <a:pt x="96488" y="83630"/>
                  </a:cubicBezTo>
                  <a:lnTo>
                    <a:pt x="97127" y="83630"/>
                  </a:lnTo>
                  <a:lnTo>
                    <a:pt x="97127" y="137894"/>
                  </a:lnTo>
                  <a:cubicBezTo>
                    <a:pt x="97127" y="141724"/>
                    <a:pt x="99683" y="144278"/>
                    <a:pt x="103517" y="144278"/>
                  </a:cubicBezTo>
                  <a:cubicBezTo>
                    <a:pt x="107351" y="144278"/>
                    <a:pt x="109907" y="141724"/>
                    <a:pt x="109907" y="137894"/>
                  </a:cubicBezTo>
                  <a:lnTo>
                    <a:pt x="109907" y="83630"/>
                  </a:lnTo>
                  <a:lnTo>
                    <a:pt x="125881" y="83630"/>
                  </a:lnTo>
                  <a:lnTo>
                    <a:pt x="125881" y="137894"/>
                  </a:lnTo>
                  <a:cubicBezTo>
                    <a:pt x="125881" y="141724"/>
                    <a:pt x="128438" y="144278"/>
                    <a:pt x="132271" y="144278"/>
                  </a:cubicBezTo>
                  <a:cubicBezTo>
                    <a:pt x="136106" y="144278"/>
                    <a:pt x="138661" y="141724"/>
                    <a:pt x="138661" y="137894"/>
                  </a:cubicBezTo>
                  <a:lnTo>
                    <a:pt x="138661" y="83630"/>
                  </a:lnTo>
                  <a:lnTo>
                    <a:pt x="139301" y="83630"/>
                  </a:lnTo>
                  <a:cubicBezTo>
                    <a:pt x="141217" y="83630"/>
                    <a:pt x="143134" y="82992"/>
                    <a:pt x="144412" y="81077"/>
                  </a:cubicBezTo>
                  <a:cubicBezTo>
                    <a:pt x="145690" y="79800"/>
                    <a:pt x="146329" y="77885"/>
                    <a:pt x="145690" y="75969"/>
                  </a:cubicBezTo>
                  <a:lnTo>
                    <a:pt x="130994" y="5107"/>
                  </a:lnTo>
                  <a:cubicBezTo>
                    <a:pt x="130994" y="1915"/>
                    <a:pt x="128438" y="0"/>
                    <a:pt x="125243" y="0"/>
                  </a:cubicBezTo>
                  <a:close/>
                  <a:moveTo>
                    <a:pt x="52397" y="66393"/>
                  </a:moveTo>
                  <a:lnTo>
                    <a:pt x="12780" y="66393"/>
                  </a:lnTo>
                  <a:lnTo>
                    <a:pt x="12780" y="13406"/>
                  </a:lnTo>
                  <a:lnTo>
                    <a:pt x="41535" y="13406"/>
                  </a:lnTo>
                  <a:cubicBezTo>
                    <a:pt x="41535" y="13406"/>
                    <a:pt x="41535" y="13406"/>
                    <a:pt x="42173" y="13406"/>
                  </a:cubicBezTo>
                  <a:lnTo>
                    <a:pt x="53036" y="13406"/>
                  </a:lnTo>
                  <a:lnTo>
                    <a:pt x="53036" y="66393"/>
                  </a:lnTo>
                  <a:close/>
                  <a:moveTo>
                    <a:pt x="104795" y="70862"/>
                  </a:moveTo>
                  <a:lnTo>
                    <a:pt x="116936" y="12768"/>
                  </a:lnTo>
                  <a:lnTo>
                    <a:pt x="120770" y="12768"/>
                  </a:lnTo>
                  <a:lnTo>
                    <a:pt x="132911" y="70862"/>
                  </a:lnTo>
                  <a:lnTo>
                    <a:pt x="104795" y="70862"/>
                  </a:lnTo>
                  <a:close/>
                </a:path>
              </a:pathLst>
            </a:custGeom>
            <a:solidFill>
              <a:srgbClr val="007CB0"/>
            </a:solidFill>
            <a:ln w="6390" cap="flat">
              <a:noFill/>
              <a:prstDash val="solid"/>
              <a:miter/>
            </a:ln>
          </p:spPr>
          <p:txBody>
            <a:bodyPr rtlCol="0" anchor="ctr"/>
            <a:lstStyle/>
            <a:p>
              <a:endParaRPr lang="en-US"/>
            </a:p>
          </p:txBody>
        </p:sp>
      </p:grpSp>
      <p:grpSp>
        <p:nvGrpSpPr>
          <p:cNvPr id="785" name="Graphic 4">
            <a:extLst>
              <a:ext uri="{FF2B5EF4-FFF2-40B4-BE49-F238E27FC236}">
                <a16:creationId xmlns:a16="http://schemas.microsoft.com/office/drawing/2014/main" id="{5CC27A0B-1651-564C-9FF0-A6C265353757}"/>
              </a:ext>
            </a:extLst>
          </p:cNvPr>
          <p:cNvGrpSpPr/>
          <p:nvPr/>
        </p:nvGrpSpPr>
        <p:grpSpPr>
          <a:xfrm>
            <a:off x="4661459" y="1893013"/>
            <a:ext cx="361674" cy="361333"/>
            <a:chOff x="4661459" y="1893013"/>
            <a:chExt cx="361674" cy="361333"/>
          </a:xfrm>
          <a:solidFill>
            <a:srgbClr val="007CB0"/>
          </a:solidFill>
        </p:grpSpPr>
        <p:sp>
          <p:nvSpPr>
            <p:cNvPr id="786" name="Graphic 4">
              <a:extLst>
                <a:ext uri="{FF2B5EF4-FFF2-40B4-BE49-F238E27FC236}">
                  <a16:creationId xmlns:a16="http://schemas.microsoft.com/office/drawing/2014/main" id="{3D45698F-B4CF-0D4A-A825-A8D44A3F6A73}"/>
                </a:ext>
              </a:extLst>
            </p:cNvPr>
            <p:cNvSpPr/>
            <p:nvPr/>
          </p:nvSpPr>
          <p:spPr>
            <a:xfrm>
              <a:off x="4661459" y="189301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6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1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30"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787" name="Graphic 4">
              <a:extLst>
                <a:ext uri="{FF2B5EF4-FFF2-40B4-BE49-F238E27FC236}">
                  <a16:creationId xmlns:a16="http://schemas.microsoft.com/office/drawing/2014/main" id="{BC87E60A-5EB7-384A-87EA-4037218E1A1D}"/>
                </a:ext>
              </a:extLst>
            </p:cNvPr>
            <p:cNvSpPr/>
            <p:nvPr/>
          </p:nvSpPr>
          <p:spPr>
            <a:xfrm>
              <a:off x="4867854" y="1997072"/>
              <a:ext cx="39617" cy="39580"/>
            </a:xfrm>
            <a:custGeom>
              <a:avLst/>
              <a:gdLst>
                <a:gd name="connsiteX0" fmla="*/ 19809 w 39617"/>
                <a:gd name="connsiteY0" fmla="*/ 39581 h 39580"/>
                <a:gd name="connsiteX1" fmla="*/ 39618 w 39617"/>
                <a:gd name="connsiteY1" fmla="*/ 19790 h 39580"/>
                <a:gd name="connsiteX2" fmla="*/ 19809 w 39617"/>
                <a:gd name="connsiteY2" fmla="*/ 0 h 39580"/>
                <a:gd name="connsiteX3" fmla="*/ 0 w 39617"/>
                <a:gd name="connsiteY3" fmla="*/ 19790 h 39580"/>
                <a:gd name="connsiteX4" fmla="*/ 19809 w 39617"/>
                <a:gd name="connsiteY4" fmla="*/ 39581 h 39580"/>
                <a:gd name="connsiteX5" fmla="*/ 19809 w 39617"/>
                <a:gd name="connsiteY5" fmla="*/ 12130 h 39580"/>
                <a:gd name="connsiteX6" fmla="*/ 26838 w 39617"/>
                <a:gd name="connsiteY6" fmla="*/ 19152 h 39580"/>
                <a:gd name="connsiteX7" fmla="*/ 19809 w 39617"/>
                <a:gd name="connsiteY7" fmla="*/ 26174 h 39580"/>
                <a:gd name="connsiteX8" fmla="*/ 12780 w 39617"/>
                <a:gd name="connsiteY8" fmla="*/ 19152 h 39580"/>
                <a:gd name="connsiteX9" fmla="*/ 19809 w 39617"/>
                <a:gd name="connsiteY9" fmla="*/ 12130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17" h="39580">
                  <a:moveTo>
                    <a:pt x="19809" y="39581"/>
                  </a:moveTo>
                  <a:cubicBezTo>
                    <a:pt x="30672" y="39581"/>
                    <a:pt x="39618" y="30643"/>
                    <a:pt x="39618" y="19790"/>
                  </a:cubicBezTo>
                  <a:cubicBezTo>
                    <a:pt x="39618" y="8938"/>
                    <a:pt x="30672" y="0"/>
                    <a:pt x="19809" y="0"/>
                  </a:cubicBezTo>
                  <a:cubicBezTo>
                    <a:pt x="8946" y="0"/>
                    <a:pt x="0" y="8938"/>
                    <a:pt x="0" y="19790"/>
                  </a:cubicBezTo>
                  <a:cubicBezTo>
                    <a:pt x="0" y="30643"/>
                    <a:pt x="8946" y="39581"/>
                    <a:pt x="19809" y="39581"/>
                  </a:cubicBezTo>
                  <a:close/>
                  <a:moveTo>
                    <a:pt x="19809" y="12130"/>
                  </a:moveTo>
                  <a:cubicBezTo>
                    <a:pt x="23643" y="12130"/>
                    <a:pt x="26838" y="15322"/>
                    <a:pt x="26838" y="19152"/>
                  </a:cubicBezTo>
                  <a:cubicBezTo>
                    <a:pt x="26838" y="22982"/>
                    <a:pt x="23643" y="26174"/>
                    <a:pt x="19809" y="26174"/>
                  </a:cubicBezTo>
                  <a:cubicBezTo>
                    <a:pt x="15975" y="26174"/>
                    <a:pt x="12780" y="22982"/>
                    <a:pt x="12780" y="19152"/>
                  </a:cubicBezTo>
                  <a:cubicBezTo>
                    <a:pt x="12780" y="15322"/>
                    <a:pt x="15975" y="12130"/>
                    <a:pt x="19809" y="12130"/>
                  </a:cubicBezTo>
                  <a:close/>
                </a:path>
              </a:pathLst>
            </a:custGeom>
            <a:solidFill>
              <a:srgbClr val="007CB0"/>
            </a:solidFill>
            <a:ln w="6390" cap="flat">
              <a:noFill/>
              <a:prstDash val="solid"/>
              <a:miter/>
            </a:ln>
          </p:spPr>
          <p:txBody>
            <a:bodyPr rtlCol="0" anchor="ctr"/>
            <a:lstStyle/>
            <a:p>
              <a:endParaRPr lang="en-US"/>
            </a:p>
          </p:txBody>
        </p:sp>
        <p:sp>
          <p:nvSpPr>
            <p:cNvPr id="788" name="Graphic 4">
              <a:extLst>
                <a:ext uri="{FF2B5EF4-FFF2-40B4-BE49-F238E27FC236}">
                  <a16:creationId xmlns:a16="http://schemas.microsoft.com/office/drawing/2014/main" id="{BB9F091D-2868-2C43-B5E2-C20AEDF01286}"/>
                </a:ext>
              </a:extLst>
            </p:cNvPr>
            <p:cNvSpPr/>
            <p:nvPr/>
          </p:nvSpPr>
          <p:spPr>
            <a:xfrm>
              <a:off x="4911443" y="1981249"/>
              <a:ext cx="43575" cy="73916"/>
            </a:xfrm>
            <a:custGeom>
              <a:avLst/>
              <a:gdLst>
                <a:gd name="connsiteX0" fmla="*/ 40119 w 43575"/>
                <a:gd name="connsiteY0" fmla="*/ 501 h 73916"/>
                <a:gd name="connsiteX1" fmla="*/ 31812 w 43575"/>
                <a:gd name="connsiteY1" fmla="*/ 3055 h 73916"/>
                <a:gd name="connsiteX2" fmla="*/ 501 w 43575"/>
                <a:gd name="connsiteY2" fmla="*/ 64979 h 73916"/>
                <a:gd name="connsiteX3" fmla="*/ 3057 w 43575"/>
                <a:gd name="connsiteY3" fmla="*/ 73278 h 73916"/>
                <a:gd name="connsiteX4" fmla="*/ 5613 w 43575"/>
                <a:gd name="connsiteY4" fmla="*/ 73917 h 73916"/>
                <a:gd name="connsiteX5" fmla="*/ 11364 w 43575"/>
                <a:gd name="connsiteY5" fmla="*/ 70086 h 73916"/>
                <a:gd name="connsiteX6" fmla="*/ 42675 w 43575"/>
                <a:gd name="connsiteY6" fmla="*/ 8162 h 73916"/>
                <a:gd name="connsiteX7" fmla="*/ 40119 w 43575"/>
                <a:gd name="connsiteY7" fmla="*/ 501 h 7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575" h="73916">
                  <a:moveTo>
                    <a:pt x="40119" y="501"/>
                  </a:moveTo>
                  <a:cubicBezTo>
                    <a:pt x="36924" y="-776"/>
                    <a:pt x="33090" y="501"/>
                    <a:pt x="31812" y="3055"/>
                  </a:cubicBezTo>
                  <a:lnTo>
                    <a:pt x="501" y="64979"/>
                  </a:lnTo>
                  <a:cubicBezTo>
                    <a:pt x="-777" y="68171"/>
                    <a:pt x="501" y="72002"/>
                    <a:pt x="3057" y="73278"/>
                  </a:cubicBezTo>
                  <a:cubicBezTo>
                    <a:pt x="3696" y="73917"/>
                    <a:pt x="4974" y="73917"/>
                    <a:pt x="5613" y="73917"/>
                  </a:cubicBezTo>
                  <a:cubicBezTo>
                    <a:pt x="8169" y="73917"/>
                    <a:pt x="10086" y="72640"/>
                    <a:pt x="11364" y="70086"/>
                  </a:cubicBezTo>
                  <a:lnTo>
                    <a:pt x="42675" y="8162"/>
                  </a:lnTo>
                  <a:cubicBezTo>
                    <a:pt x="44592" y="5608"/>
                    <a:pt x="43314" y="1778"/>
                    <a:pt x="40119" y="501"/>
                  </a:cubicBezTo>
                  <a:close/>
                </a:path>
              </a:pathLst>
            </a:custGeom>
            <a:solidFill>
              <a:srgbClr val="007CB0"/>
            </a:solidFill>
            <a:ln w="6390" cap="flat">
              <a:noFill/>
              <a:prstDash val="solid"/>
              <a:miter/>
            </a:ln>
          </p:spPr>
          <p:txBody>
            <a:bodyPr rtlCol="0" anchor="ctr"/>
            <a:lstStyle/>
            <a:p>
              <a:endParaRPr lang="en-US"/>
            </a:p>
          </p:txBody>
        </p:sp>
        <p:sp>
          <p:nvSpPr>
            <p:cNvPr id="789" name="Graphic 4">
              <a:extLst>
                <a:ext uri="{FF2B5EF4-FFF2-40B4-BE49-F238E27FC236}">
                  <a16:creationId xmlns:a16="http://schemas.microsoft.com/office/drawing/2014/main" id="{2507485C-FC36-D648-B872-4F7C486B5A9D}"/>
                </a:ext>
              </a:extLst>
            </p:cNvPr>
            <p:cNvSpPr/>
            <p:nvPr/>
          </p:nvSpPr>
          <p:spPr>
            <a:xfrm>
              <a:off x="4783506" y="1996433"/>
              <a:ext cx="39617" cy="39580"/>
            </a:xfrm>
            <a:custGeom>
              <a:avLst/>
              <a:gdLst>
                <a:gd name="connsiteX0" fmla="*/ 19809 w 39617"/>
                <a:gd name="connsiteY0" fmla="*/ 39581 h 39580"/>
                <a:gd name="connsiteX1" fmla="*/ 39618 w 39617"/>
                <a:gd name="connsiteY1" fmla="*/ 19790 h 39580"/>
                <a:gd name="connsiteX2" fmla="*/ 19809 w 39617"/>
                <a:gd name="connsiteY2" fmla="*/ 0 h 39580"/>
                <a:gd name="connsiteX3" fmla="*/ 0 w 39617"/>
                <a:gd name="connsiteY3" fmla="*/ 19790 h 39580"/>
                <a:gd name="connsiteX4" fmla="*/ 19809 w 39617"/>
                <a:gd name="connsiteY4" fmla="*/ 39581 h 39580"/>
                <a:gd name="connsiteX5" fmla="*/ 19809 w 39617"/>
                <a:gd name="connsiteY5" fmla="*/ 12768 h 39580"/>
                <a:gd name="connsiteX6" fmla="*/ 26838 w 39617"/>
                <a:gd name="connsiteY6" fmla="*/ 19790 h 39580"/>
                <a:gd name="connsiteX7" fmla="*/ 19809 w 39617"/>
                <a:gd name="connsiteY7" fmla="*/ 26813 h 39580"/>
                <a:gd name="connsiteX8" fmla="*/ 12780 w 39617"/>
                <a:gd name="connsiteY8" fmla="*/ 19790 h 39580"/>
                <a:gd name="connsiteX9" fmla="*/ 19809 w 39617"/>
                <a:gd name="connsiteY9" fmla="*/ 12768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17" h="39580">
                  <a:moveTo>
                    <a:pt x="19809" y="39581"/>
                  </a:moveTo>
                  <a:cubicBezTo>
                    <a:pt x="30672" y="39581"/>
                    <a:pt x="39618" y="30643"/>
                    <a:pt x="39618" y="19790"/>
                  </a:cubicBezTo>
                  <a:cubicBezTo>
                    <a:pt x="39618" y="8938"/>
                    <a:pt x="30672" y="0"/>
                    <a:pt x="19809" y="0"/>
                  </a:cubicBezTo>
                  <a:cubicBezTo>
                    <a:pt x="8946" y="0"/>
                    <a:pt x="0" y="8938"/>
                    <a:pt x="0" y="19790"/>
                  </a:cubicBezTo>
                  <a:cubicBezTo>
                    <a:pt x="0" y="30643"/>
                    <a:pt x="8307" y="39581"/>
                    <a:pt x="19809" y="39581"/>
                  </a:cubicBezTo>
                  <a:close/>
                  <a:moveTo>
                    <a:pt x="19809" y="12768"/>
                  </a:moveTo>
                  <a:cubicBezTo>
                    <a:pt x="23643" y="12768"/>
                    <a:pt x="26838" y="15960"/>
                    <a:pt x="26838" y="19790"/>
                  </a:cubicBezTo>
                  <a:cubicBezTo>
                    <a:pt x="26838" y="23621"/>
                    <a:pt x="23643" y="26813"/>
                    <a:pt x="19809" y="26813"/>
                  </a:cubicBezTo>
                  <a:cubicBezTo>
                    <a:pt x="15975" y="26813"/>
                    <a:pt x="12780" y="23621"/>
                    <a:pt x="12780" y="19790"/>
                  </a:cubicBezTo>
                  <a:cubicBezTo>
                    <a:pt x="12780" y="15960"/>
                    <a:pt x="15336" y="12768"/>
                    <a:pt x="19809" y="12768"/>
                  </a:cubicBezTo>
                  <a:close/>
                </a:path>
              </a:pathLst>
            </a:custGeom>
            <a:solidFill>
              <a:srgbClr val="007CB0"/>
            </a:solidFill>
            <a:ln w="6390" cap="flat">
              <a:noFill/>
              <a:prstDash val="solid"/>
              <a:miter/>
            </a:ln>
          </p:spPr>
          <p:txBody>
            <a:bodyPr rtlCol="0" anchor="ctr"/>
            <a:lstStyle/>
            <a:p>
              <a:endParaRPr lang="en-US"/>
            </a:p>
          </p:txBody>
        </p:sp>
        <p:sp>
          <p:nvSpPr>
            <p:cNvPr id="790" name="Graphic 4">
              <a:extLst>
                <a:ext uri="{FF2B5EF4-FFF2-40B4-BE49-F238E27FC236}">
                  <a16:creationId xmlns:a16="http://schemas.microsoft.com/office/drawing/2014/main" id="{9D88B32F-C2FD-9E48-9A70-97A546E99165}"/>
                </a:ext>
              </a:extLst>
            </p:cNvPr>
            <p:cNvSpPr/>
            <p:nvPr/>
          </p:nvSpPr>
          <p:spPr>
            <a:xfrm>
              <a:off x="4737237" y="1980850"/>
              <a:ext cx="43974" cy="74954"/>
            </a:xfrm>
            <a:custGeom>
              <a:avLst/>
              <a:gdLst>
                <a:gd name="connsiteX0" fmla="*/ 43074 w 43974"/>
                <a:gd name="connsiteY0" fmla="*/ 65378 h 74954"/>
                <a:gd name="connsiteX1" fmla="*/ 11764 w 43974"/>
                <a:gd name="connsiteY1" fmla="*/ 3454 h 74954"/>
                <a:gd name="connsiteX2" fmla="*/ 3457 w 43974"/>
                <a:gd name="connsiteY2" fmla="*/ 900 h 74954"/>
                <a:gd name="connsiteX3" fmla="*/ 901 w 43974"/>
                <a:gd name="connsiteY3" fmla="*/ 9199 h 74954"/>
                <a:gd name="connsiteX4" fmla="*/ 32211 w 43974"/>
                <a:gd name="connsiteY4" fmla="*/ 71124 h 74954"/>
                <a:gd name="connsiteX5" fmla="*/ 37962 w 43974"/>
                <a:gd name="connsiteY5" fmla="*/ 74954 h 74954"/>
                <a:gd name="connsiteX6" fmla="*/ 40518 w 43974"/>
                <a:gd name="connsiteY6" fmla="*/ 74316 h 74954"/>
                <a:gd name="connsiteX7" fmla="*/ 43074 w 43974"/>
                <a:gd name="connsiteY7" fmla="*/ 65378 h 7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974" h="74954">
                  <a:moveTo>
                    <a:pt x="43074" y="65378"/>
                  </a:moveTo>
                  <a:lnTo>
                    <a:pt x="11764" y="3454"/>
                  </a:lnTo>
                  <a:cubicBezTo>
                    <a:pt x="10486" y="262"/>
                    <a:pt x="6652" y="-1015"/>
                    <a:pt x="3457" y="900"/>
                  </a:cubicBezTo>
                  <a:cubicBezTo>
                    <a:pt x="262" y="2177"/>
                    <a:pt x="-1016" y="6007"/>
                    <a:pt x="901" y="9199"/>
                  </a:cubicBezTo>
                  <a:lnTo>
                    <a:pt x="32211" y="71124"/>
                  </a:lnTo>
                  <a:cubicBezTo>
                    <a:pt x="33489" y="73677"/>
                    <a:pt x="35406" y="74954"/>
                    <a:pt x="37962" y="74954"/>
                  </a:cubicBezTo>
                  <a:cubicBezTo>
                    <a:pt x="38601" y="74954"/>
                    <a:pt x="39879" y="74954"/>
                    <a:pt x="40518" y="74316"/>
                  </a:cubicBezTo>
                  <a:cubicBezTo>
                    <a:pt x="43713" y="72400"/>
                    <a:pt x="44991" y="68570"/>
                    <a:pt x="43074" y="65378"/>
                  </a:cubicBezTo>
                  <a:close/>
                </a:path>
              </a:pathLst>
            </a:custGeom>
            <a:solidFill>
              <a:srgbClr val="007CB0"/>
            </a:solidFill>
            <a:ln w="6390" cap="flat">
              <a:noFill/>
              <a:prstDash val="solid"/>
              <a:miter/>
            </a:ln>
          </p:spPr>
          <p:txBody>
            <a:bodyPr rtlCol="0" anchor="ctr"/>
            <a:lstStyle/>
            <a:p>
              <a:endParaRPr lang="en-US"/>
            </a:p>
          </p:txBody>
        </p:sp>
        <p:sp>
          <p:nvSpPr>
            <p:cNvPr id="791" name="Graphic 4">
              <a:extLst>
                <a:ext uri="{FF2B5EF4-FFF2-40B4-BE49-F238E27FC236}">
                  <a16:creationId xmlns:a16="http://schemas.microsoft.com/office/drawing/2014/main" id="{6B2FE2FC-1E88-2F40-BE37-9B74CED707BB}"/>
                </a:ext>
              </a:extLst>
            </p:cNvPr>
            <p:cNvSpPr/>
            <p:nvPr/>
          </p:nvSpPr>
          <p:spPr>
            <a:xfrm>
              <a:off x="4776227" y="2046867"/>
              <a:ext cx="141079" cy="144278"/>
            </a:xfrm>
            <a:custGeom>
              <a:avLst/>
              <a:gdLst>
                <a:gd name="connsiteX0" fmla="*/ 119743 w 141079"/>
                <a:gd name="connsiteY0" fmla="*/ 0 h 144278"/>
                <a:gd name="connsiteX1" fmla="*/ 105685 w 141079"/>
                <a:gd name="connsiteY1" fmla="*/ 0 h 144278"/>
                <a:gd name="connsiteX2" fmla="*/ 103128 w 141079"/>
                <a:gd name="connsiteY2" fmla="*/ 638 h 144278"/>
                <a:gd name="connsiteX3" fmla="*/ 37951 w 141079"/>
                <a:gd name="connsiteY3" fmla="*/ 638 h 144278"/>
                <a:gd name="connsiteX4" fmla="*/ 35395 w 141079"/>
                <a:gd name="connsiteY4" fmla="*/ 0 h 144278"/>
                <a:gd name="connsiteX5" fmla="*/ 21337 w 141079"/>
                <a:gd name="connsiteY5" fmla="*/ 0 h 144278"/>
                <a:gd name="connsiteX6" fmla="*/ 14947 w 141079"/>
                <a:gd name="connsiteY6" fmla="*/ 5107 h 144278"/>
                <a:gd name="connsiteX7" fmla="*/ 251 w 141079"/>
                <a:gd name="connsiteY7" fmla="*/ 75969 h 144278"/>
                <a:gd name="connsiteX8" fmla="*/ 1529 w 141079"/>
                <a:gd name="connsiteY8" fmla="*/ 81077 h 144278"/>
                <a:gd name="connsiteX9" fmla="*/ 6641 w 141079"/>
                <a:gd name="connsiteY9" fmla="*/ 83630 h 144278"/>
                <a:gd name="connsiteX10" fmla="*/ 7279 w 141079"/>
                <a:gd name="connsiteY10" fmla="*/ 83630 h 144278"/>
                <a:gd name="connsiteX11" fmla="*/ 7279 w 141079"/>
                <a:gd name="connsiteY11" fmla="*/ 137894 h 144278"/>
                <a:gd name="connsiteX12" fmla="*/ 13669 w 141079"/>
                <a:gd name="connsiteY12" fmla="*/ 144278 h 144278"/>
                <a:gd name="connsiteX13" fmla="*/ 20059 w 141079"/>
                <a:gd name="connsiteY13" fmla="*/ 137894 h 144278"/>
                <a:gd name="connsiteX14" fmla="*/ 20059 w 141079"/>
                <a:gd name="connsiteY14" fmla="*/ 82992 h 144278"/>
                <a:gd name="connsiteX15" fmla="*/ 36034 w 141079"/>
                <a:gd name="connsiteY15" fmla="*/ 82992 h 144278"/>
                <a:gd name="connsiteX16" fmla="*/ 36034 w 141079"/>
                <a:gd name="connsiteY16" fmla="*/ 137256 h 144278"/>
                <a:gd name="connsiteX17" fmla="*/ 42424 w 141079"/>
                <a:gd name="connsiteY17" fmla="*/ 143640 h 144278"/>
                <a:gd name="connsiteX18" fmla="*/ 48814 w 141079"/>
                <a:gd name="connsiteY18" fmla="*/ 137256 h 144278"/>
                <a:gd name="connsiteX19" fmla="*/ 48814 w 141079"/>
                <a:gd name="connsiteY19" fmla="*/ 82992 h 144278"/>
                <a:gd name="connsiteX20" fmla="*/ 49453 w 141079"/>
                <a:gd name="connsiteY20" fmla="*/ 82992 h 144278"/>
                <a:gd name="connsiteX21" fmla="*/ 54565 w 141079"/>
                <a:gd name="connsiteY21" fmla="*/ 80438 h 144278"/>
                <a:gd name="connsiteX22" fmla="*/ 55843 w 141079"/>
                <a:gd name="connsiteY22" fmla="*/ 75331 h 144278"/>
                <a:gd name="connsiteX23" fmla="*/ 43063 w 141079"/>
                <a:gd name="connsiteY23" fmla="*/ 12768 h 144278"/>
                <a:gd name="connsiteX24" fmla="*/ 98017 w 141079"/>
                <a:gd name="connsiteY24" fmla="*/ 12768 h 144278"/>
                <a:gd name="connsiteX25" fmla="*/ 85237 w 141079"/>
                <a:gd name="connsiteY25" fmla="*/ 75331 h 144278"/>
                <a:gd name="connsiteX26" fmla="*/ 86515 w 141079"/>
                <a:gd name="connsiteY26" fmla="*/ 80438 h 144278"/>
                <a:gd name="connsiteX27" fmla="*/ 91627 w 141079"/>
                <a:gd name="connsiteY27" fmla="*/ 82992 h 144278"/>
                <a:gd name="connsiteX28" fmla="*/ 92266 w 141079"/>
                <a:gd name="connsiteY28" fmla="*/ 82992 h 144278"/>
                <a:gd name="connsiteX29" fmla="*/ 92266 w 141079"/>
                <a:gd name="connsiteY29" fmla="*/ 137256 h 144278"/>
                <a:gd name="connsiteX30" fmla="*/ 98656 w 141079"/>
                <a:gd name="connsiteY30" fmla="*/ 143640 h 144278"/>
                <a:gd name="connsiteX31" fmla="*/ 105046 w 141079"/>
                <a:gd name="connsiteY31" fmla="*/ 137256 h 144278"/>
                <a:gd name="connsiteX32" fmla="*/ 105046 w 141079"/>
                <a:gd name="connsiteY32" fmla="*/ 82992 h 144278"/>
                <a:gd name="connsiteX33" fmla="*/ 121021 w 141079"/>
                <a:gd name="connsiteY33" fmla="*/ 82992 h 144278"/>
                <a:gd name="connsiteX34" fmla="*/ 121021 w 141079"/>
                <a:gd name="connsiteY34" fmla="*/ 137256 h 144278"/>
                <a:gd name="connsiteX35" fmla="*/ 127411 w 141079"/>
                <a:gd name="connsiteY35" fmla="*/ 143640 h 144278"/>
                <a:gd name="connsiteX36" fmla="*/ 133800 w 141079"/>
                <a:gd name="connsiteY36" fmla="*/ 137256 h 144278"/>
                <a:gd name="connsiteX37" fmla="*/ 133800 w 141079"/>
                <a:gd name="connsiteY37" fmla="*/ 82992 h 144278"/>
                <a:gd name="connsiteX38" fmla="*/ 134439 w 141079"/>
                <a:gd name="connsiteY38" fmla="*/ 82992 h 144278"/>
                <a:gd name="connsiteX39" fmla="*/ 139551 w 141079"/>
                <a:gd name="connsiteY39" fmla="*/ 80438 h 144278"/>
                <a:gd name="connsiteX40" fmla="*/ 140829 w 141079"/>
                <a:gd name="connsiteY40" fmla="*/ 75331 h 144278"/>
                <a:gd name="connsiteX41" fmla="*/ 126132 w 141079"/>
                <a:gd name="connsiteY41" fmla="*/ 4469 h 144278"/>
                <a:gd name="connsiteX42" fmla="*/ 119743 w 141079"/>
                <a:gd name="connsiteY42" fmla="*/ 0 h 144278"/>
                <a:gd name="connsiteX43" fmla="*/ 25810 w 141079"/>
                <a:gd name="connsiteY43" fmla="*/ 12768 h 144278"/>
                <a:gd name="connsiteX44" fmla="*/ 29644 w 141079"/>
                <a:gd name="connsiteY44" fmla="*/ 12768 h 144278"/>
                <a:gd name="connsiteX45" fmla="*/ 41785 w 141079"/>
                <a:gd name="connsiteY45" fmla="*/ 70862 h 144278"/>
                <a:gd name="connsiteX46" fmla="*/ 14309 w 141079"/>
                <a:gd name="connsiteY46" fmla="*/ 70862 h 144278"/>
                <a:gd name="connsiteX47" fmla="*/ 25810 w 141079"/>
                <a:gd name="connsiteY47" fmla="*/ 12768 h 144278"/>
                <a:gd name="connsiteX48" fmla="*/ 98656 w 141079"/>
                <a:gd name="connsiteY48" fmla="*/ 70224 h 144278"/>
                <a:gd name="connsiteX49" fmla="*/ 110796 w 141079"/>
                <a:gd name="connsiteY49" fmla="*/ 12130 h 144278"/>
                <a:gd name="connsiteX50" fmla="*/ 114631 w 141079"/>
                <a:gd name="connsiteY50" fmla="*/ 12130 h 144278"/>
                <a:gd name="connsiteX51" fmla="*/ 126771 w 141079"/>
                <a:gd name="connsiteY51" fmla="*/ 70224 h 144278"/>
                <a:gd name="connsiteX52" fmla="*/ 98656 w 141079"/>
                <a:gd name="connsiteY52" fmla="*/ 70224 h 14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41079" h="144278">
                  <a:moveTo>
                    <a:pt x="119743" y="0"/>
                  </a:moveTo>
                  <a:lnTo>
                    <a:pt x="105685" y="0"/>
                  </a:lnTo>
                  <a:cubicBezTo>
                    <a:pt x="105046" y="0"/>
                    <a:pt x="103768" y="0"/>
                    <a:pt x="103128" y="638"/>
                  </a:cubicBezTo>
                  <a:lnTo>
                    <a:pt x="37951" y="638"/>
                  </a:lnTo>
                  <a:cubicBezTo>
                    <a:pt x="37312" y="0"/>
                    <a:pt x="36034" y="0"/>
                    <a:pt x="35395" y="0"/>
                  </a:cubicBezTo>
                  <a:lnTo>
                    <a:pt x="21337" y="0"/>
                  </a:lnTo>
                  <a:cubicBezTo>
                    <a:pt x="18142" y="0"/>
                    <a:pt x="15587" y="1915"/>
                    <a:pt x="14947" y="5107"/>
                  </a:cubicBezTo>
                  <a:lnTo>
                    <a:pt x="251" y="75969"/>
                  </a:lnTo>
                  <a:cubicBezTo>
                    <a:pt x="-388" y="77885"/>
                    <a:pt x="251" y="79800"/>
                    <a:pt x="1529" y="81077"/>
                  </a:cubicBezTo>
                  <a:cubicBezTo>
                    <a:pt x="2807" y="82353"/>
                    <a:pt x="4724" y="83630"/>
                    <a:pt x="6641" y="83630"/>
                  </a:cubicBezTo>
                  <a:lnTo>
                    <a:pt x="7279" y="83630"/>
                  </a:lnTo>
                  <a:lnTo>
                    <a:pt x="7279" y="137894"/>
                  </a:lnTo>
                  <a:cubicBezTo>
                    <a:pt x="7279" y="141724"/>
                    <a:pt x="9836" y="144278"/>
                    <a:pt x="13669" y="144278"/>
                  </a:cubicBezTo>
                  <a:cubicBezTo>
                    <a:pt x="17504" y="144278"/>
                    <a:pt x="20059" y="141724"/>
                    <a:pt x="20059" y="137894"/>
                  </a:cubicBezTo>
                  <a:lnTo>
                    <a:pt x="20059" y="82992"/>
                  </a:lnTo>
                  <a:lnTo>
                    <a:pt x="36034" y="82992"/>
                  </a:lnTo>
                  <a:lnTo>
                    <a:pt x="36034" y="137256"/>
                  </a:lnTo>
                  <a:cubicBezTo>
                    <a:pt x="36034" y="141086"/>
                    <a:pt x="38590" y="143640"/>
                    <a:pt x="42424" y="143640"/>
                  </a:cubicBezTo>
                  <a:cubicBezTo>
                    <a:pt x="46258" y="143640"/>
                    <a:pt x="48814" y="141086"/>
                    <a:pt x="48814" y="137256"/>
                  </a:cubicBezTo>
                  <a:lnTo>
                    <a:pt x="48814" y="82992"/>
                  </a:lnTo>
                  <a:lnTo>
                    <a:pt x="49453" y="82992"/>
                  </a:lnTo>
                  <a:cubicBezTo>
                    <a:pt x="51370" y="82992"/>
                    <a:pt x="53287" y="82353"/>
                    <a:pt x="54565" y="80438"/>
                  </a:cubicBezTo>
                  <a:cubicBezTo>
                    <a:pt x="55843" y="79161"/>
                    <a:pt x="56482" y="77246"/>
                    <a:pt x="55843" y="75331"/>
                  </a:cubicBezTo>
                  <a:lnTo>
                    <a:pt x="43063" y="12768"/>
                  </a:lnTo>
                  <a:lnTo>
                    <a:pt x="98017" y="12768"/>
                  </a:lnTo>
                  <a:lnTo>
                    <a:pt x="85237" y="75331"/>
                  </a:lnTo>
                  <a:cubicBezTo>
                    <a:pt x="84598" y="77246"/>
                    <a:pt x="85237" y="79161"/>
                    <a:pt x="86515" y="80438"/>
                  </a:cubicBezTo>
                  <a:cubicBezTo>
                    <a:pt x="87793" y="81715"/>
                    <a:pt x="89710" y="82992"/>
                    <a:pt x="91627" y="82992"/>
                  </a:cubicBezTo>
                  <a:lnTo>
                    <a:pt x="92266" y="82992"/>
                  </a:lnTo>
                  <a:lnTo>
                    <a:pt x="92266" y="137256"/>
                  </a:lnTo>
                  <a:cubicBezTo>
                    <a:pt x="92266" y="141086"/>
                    <a:pt x="94822" y="143640"/>
                    <a:pt x="98656" y="143640"/>
                  </a:cubicBezTo>
                  <a:cubicBezTo>
                    <a:pt x="102490" y="143640"/>
                    <a:pt x="105046" y="141086"/>
                    <a:pt x="105046" y="137256"/>
                  </a:cubicBezTo>
                  <a:lnTo>
                    <a:pt x="105046" y="82992"/>
                  </a:lnTo>
                  <a:lnTo>
                    <a:pt x="121021" y="82992"/>
                  </a:lnTo>
                  <a:lnTo>
                    <a:pt x="121021" y="137256"/>
                  </a:lnTo>
                  <a:cubicBezTo>
                    <a:pt x="121021" y="141086"/>
                    <a:pt x="123576" y="143640"/>
                    <a:pt x="127411" y="143640"/>
                  </a:cubicBezTo>
                  <a:cubicBezTo>
                    <a:pt x="131244" y="143640"/>
                    <a:pt x="133800" y="141086"/>
                    <a:pt x="133800" y="137256"/>
                  </a:cubicBezTo>
                  <a:lnTo>
                    <a:pt x="133800" y="82992"/>
                  </a:lnTo>
                  <a:lnTo>
                    <a:pt x="134439" y="82992"/>
                  </a:lnTo>
                  <a:cubicBezTo>
                    <a:pt x="136356" y="82992"/>
                    <a:pt x="138273" y="82353"/>
                    <a:pt x="139551" y="80438"/>
                  </a:cubicBezTo>
                  <a:cubicBezTo>
                    <a:pt x="140829" y="79161"/>
                    <a:pt x="141468" y="77246"/>
                    <a:pt x="140829" y="75331"/>
                  </a:cubicBezTo>
                  <a:lnTo>
                    <a:pt x="126132" y="4469"/>
                  </a:lnTo>
                  <a:cubicBezTo>
                    <a:pt x="125493" y="1915"/>
                    <a:pt x="122298" y="0"/>
                    <a:pt x="119743" y="0"/>
                  </a:cubicBezTo>
                  <a:close/>
                  <a:moveTo>
                    <a:pt x="25810" y="12768"/>
                  </a:moveTo>
                  <a:lnTo>
                    <a:pt x="29644" y="12768"/>
                  </a:lnTo>
                  <a:lnTo>
                    <a:pt x="41785" y="70862"/>
                  </a:lnTo>
                  <a:lnTo>
                    <a:pt x="14309" y="70862"/>
                  </a:lnTo>
                  <a:lnTo>
                    <a:pt x="25810" y="12768"/>
                  </a:lnTo>
                  <a:close/>
                  <a:moveTo>
                    <a:pt x="98656" y="70224"/>
                  </a:moveTo>
                  <a:lnTo>
                    <a:pt x="110796" y="12130"/>
                  </a:lnTo>
                  <a:lnTo>
                    <a:pt x="114631" y="12130"/>
                  </a:lnTo>
                  <a:lnTo>
                    <a:pt x="126771" y="70224"/>
                  </a:lnTo>
                  <a:lnTo>
                    <a:pt x="98656" y="70224"/>
                  </a:lnTo>
                  <a:close/>
                </a:path>
              </a:pathLst>
            </a:custGeom>
            <a:solidFill>
              <a:srgbClr val="007CB0"/>
            </a:solidFill>
            <a:ln w="6390" cap="flat">
              <a:noFill/>
              <a:prstDash val="solid"/>
              <a:miter/>
            </a:ln>
          </p:spPr>
          <p:txBody>
            <a:bodyPr rtlCol="0" anchor="ctr"/>
            <a:lstStyle/>
            <a:p>
              <a:endParaRPr lang="en-US"/>
            </a:p>
          </p:txBody>
        </p:sp>
      </p:grpSp>
      <p:grpSp>
        <p:nvGrpSpPr>
          <p:cNvPr id="792" name="Graphic 4">
            <a:extLst>
              <a:ext uri="{FF2B5EF4-FFF2-40B4-BE49-F238E27FC236}">
                <a16:creationId xmlns:a16="http://schemas.microsoft.com/office/drawing/2014/main" id="{B1FFBDEC-33E2-DE4F-BD3A-630357AC77ED}"/>
              </a:ext>
            </a:extLst>
          </p:cNvPr>
          <p:cNvGrpSpPr/>
          <p:nvPr/>
        </p:nvGrpSpPr>
        <p:grpSpPr>
          <a:xfrm>
            <a:off x="5708769" y="918179"/>
            <a:ext cx="361670" cy="361333"/>
            <a:chOff x="5708769" y="918179"/>
            <a:chExt cx="361670" cy="361333"/>
          </a:xfrm>
          <a:solidFill>
            <a:srgbClr val="007CB0"/>
          </a:solidFill>
        </p:grpSpPr>
        <p:sp>
          <p:nvSpPr>
            <p:cNvPr id="793" name="Graphic 4">
              <a:extLst>
                <a:ext uri="{FF2B5EF4-FFF2-40B4-BE49-F238E27FC236}">
                  <a16:creationId xmlns:a16="http://schemas.microsoft.com/office/drawing/2014/main" id="{DE18421E-A358-E446-B41F-BCB108EC8CCF}"/>
                </a:ext>
              </a:extLst>
            </p:cNvPr>
            <p:cNvSpPr/>
            <p:nvPr/>
          </p:nvSpPr>
          <p:spPr>
            <a:xfrm>
              <a:off x="5708769"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0667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099"/>
                    <a:pt x="348890" y="180667"/>
                  </a:cubicBezTo>
                  <a:cubicBezTo>
                    <a:pt x="348890" y="273234"/>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794" name="Graphic 4">
              <a:extLst>
                <a:ext uri="{FF2B5EF4-FFF2-40B4-BE49-F238E27FC236}">
                  <a16:creationId xmlns:a16="http://schemas.microsoft.com/office/drawing/2014/main" id="{B6148205-0263-AA44-B2FF-3502B3CC07BF}"/>
                </a:ext>
              </a:extLst>
            </p:cNvPr>
            <p:cNvSpPr/>
            <p:nvPr/>
          </p:nvSpPr>
          <p:spPr>
            <a:xfrm>
              <a:off x="5756570" y="1012023"/>
              <a:ext cx="265306" cy="146831"/>
            </a:xfrm>
            <a:custGeom>
              <a:avLst/>
              <a:gdLst>
                <a:gd name="connsiteX0" fmla="*/ 154760 w 265306"/>
                <a:gd name="connsiteY0" fmla="*/ 132787 h 146831"/>
                <a:gd name="connsiteX1" fmla="*/ 83193 w 265306"/>
                <a:gd name="connsiteY1" fmla="*/ 124488 h 146831"/>
                <a:gd name="connsiteX2" fmla="*/ 83193 w 265306"/>
                <a:gd name="connsiteY2" fmla="*/ 68947 h 146831"/>
                <a:gd name="connsiteX3" fmla="*/ 133035 w 265306"/>
                <a:gd name="connsiteY3" fmla="*/ 82992 h 146831"/>
                <a:gd name="connsiteX4" fmla="*/ 134951 w 265306"/>
                <a:gd name="connsiteY4" fmla="*/ 82992 h 146831"/>
                <a:gd name="connsiteX5" fmla="*/ 136868 w 265306"/>
                <a:gd name="connsiteY5" fmla="*/ 82992 h 146831"/>
                <a:gd name="connsiteX6" fmla="*/ 195017 w 265306"/>
                <a:gd name="connsiteY6" fmla="*/ 65117 h 146831"/>
                <a:gd name="connsiteX7" fmla="*/ 195017 w 265306"/>
                <a:gd name="connsiteY7" fmla="*/ 82992 h 146831"/>
                <a:gd name="connsiteX8" fmla="*/ 201407 w 265306"/>
                <a:gd name="connsiteY8" fmla="*/ 89376 h 146831"/>
                <a:gd name="connsiteX9" fmla="*/ 207797 w 265306"/>
                <a:gd name="connsiteY9" fmla="*/ 82992 h 146831"/>
                <a:gd name="connsiteX10" fmla="*/ 207797 w 265306"/>
                <a:gd name="connsiteY10" fmla="*/ 60648 h 146831"/>
                <a:gd name="connsiteX11" fmla="*/ 260833 w 265306"/>
                <a:gd name="connsiteY11" fmla="*/ 44050 h 146831"/>
                <a:gd name="connsiteX12" fmla="*/ 265306 w 265306"/>
                <a:gd name="connsiteY12" fmla="*/ 37666 h 146831"/>
                <a:gd name="connsiteX13" fmla="*/ 260194 w 265306"/>
                <a:gd name="connsiteY13" fmla="*/ 31920 h 146831"/>
                <a:gd name="connsiteX14" fmla="*/ 135590 w 265306"/>
                <a:gd name="connsiteY14" fmla="*/ 0 h 146831"/>
                <a:gd name="connsiteX15" fmla="*/ 132395 w 265306"/>
                <a:gd name="connsiteY15" fmla="*/ 0 h 146831"/>
                <a:gd name="connsiteX16" fmla="*/ 5236 w 265306"/>
                <a:gd name="connsiteY16" fmla="*/ 30643 h 146831"/>
                <a:gd name="connsiteX17" fmla="*/ 124 w 265306"/>
                <a:gd name="connsiteY17" fmla="*/ 36389 h 146831"/>
                <a:gd name="connsiteX18" fmla="*/ 3958 w 265306"/>
                <a:gd name="connsiteY18" fmla="*/ 42773 h 146831"/>
                <a:gd name="connsiteX19" fmla="*/ 33991 w 265306"/>
                <a:gd name="connsiteY19" fmla="*/ 54264 h 146831"/>
                <a:gd name="connsiteX20" fmla="*/ 42297 w 265306"/>
                <a:gd name="connsiteY20" fmla="*/ 50434 h 146831"/>
                <a:gd name="connsiteX21" fmla="*/ 38464 w 265306"/>
                <a:gd name="connsiteY21" fmla="*/ 42134 h 146831"/>
                <a:gd name="connsiteX22" fmla="*/ 27601 w 265306"/>
                <a:gd name="connsiteY22" fmla="*/ 37666 h 146831"/>
                <a:gd name="connsiteX23" fmla="*/ 133035 w 265306"/>
                <a:gd name="connsiteY23" fmla="*/ 12130 h 146831"/>
                <a:gd name="connsiteX24" fmla="*/ 233995 w 265306"/>
                <a:gd name="connsiteY24" fmla="*/ 38304 h 146831"/>
                <a:gd name="connsiteX25" fmla="*/ 133035 w 265306"/>
                <a:gd name="connsiteY25" fmla="*/ 69585 h 146831"/>
                <a:gd name="connsiteX26" fmla="*/ 82554 w 265306"/>
                <a:gd name="connsiteY26" fmla="*/ 55541 h 146831"/>
                <a:gd name="connsiteX27" fmla="*/ 136230 w 265306"/>
                <a:gd name="connsiteY27" fmla="*/ 43411 h 146831"/>
                <a:gd name="connsiteX28" fmla="*/ 141341 w 265306"/>
                <a:gd name="connsiteY28" fmla="*/ 35750 h 146831"/>
                <a:gd name="connsiteX29" fmla="*/ 133673 w 265306"/>
                <a:gd name="connsiteY29" fmla="*/ 30643 h 146831"/>
                <a:gd name="connsiteX30" fmla="*/ 48048 w 265306"/>
                <a:gd name="connsiteY30" fmla="*/ 49795 h 146831"/>
                <a:gd name="connsiteX31" fmla="*/ 42936 w 265306"/>
                <a:gd name="connsiteY31" fmla="*/ 56179 h 146831"/>
                <a:gd name="connsiteX32" fmla="*/ 42936 w 265306"/>
                <a:gd name="connsiteY32" fmla="*/ 137894 h 146831"/>
                <a:gd name="connsiteX33" fmla="*/ 49326 w 265306"/>
                <a:gd name="connsiteY33" fmla="*/ 144278 h 146831"/>
                <a:gd name="connsiteX34" fmla="*/ 55716 w 265306"/>
                <a:gd name="connsiteY34" fmla="*/ 137894 h 146831"/>
                <a:gd name="connsiteX35" fmla="*/ 55716 w 265306"/>
                <a:gd name="connsiteY35" fmla="*/ 61286 h 146831"/>
                <a:gd name="connsiteX36" fmla="*/ 56355 w 265306"/>
                <a:gd name="connsiteY36" fmla="*/ 61286 h 146831"/>
                <a:gd name="connsiteX37" fmla="*/ 56994 w 265306"/>
                <a:gd name="connsiteY37" fmla="*/ 61286 h 146831"/>
                <a:gd name="connsiteX38" fmla="*/ 68496 w 265306"/>
                <a:gd name="connsiteY38" fmla="*/ 64478 h 146831"/>
                <a:gd name="connsiteX39" fmla="*/ 68496 w 265306"/>
                <a:gd name="connsiteY39" fmla="*/ 127041 h 146831"/>
                <a:gd name="connsiteX40" fmla="*/ 71052 w 265306"/>
                <a:gd name="connsiteY40" fmla="*/ 132149 h 146831"/>
                <a:gd name="connsiteX41" fmla="*/ 129200 w 265306"/>
                <a:gd name="connsiteY41" fmla="*/ 146832 h 146831"/>
                <a:gd name="connsiteX42" fmla="*/ 155399 w 265306"/>
                <a:gd name="connsiteY42" fmla="*/ 144916 h 146831"/>
                <a:gd name="connsiteX43" fmla="*/ 161150 w 265306"/>
                <a:gd name="connsiteY43" fmla="*/ 137894 h 146831"/>
                <a:gd name="connsiteX44" fmla="*/ 154760 w 265306"/>
                <a:gd name="connsiteY44" fmla="*/ 132787 h 146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65306" h="146831">
                  <a:moveTo>
                    <a:pt x="154760" y="132787"/>
                  </a:moveTo>
                  <a:cubicBezTo>
                    <a:pt x="111948" y="138533"/>
                    <a:pt x="89583" y="128318"/>
                    <a:pt x="83193" y="124488"/>
                  </a:cubicBezTo>
                  <a:lnTo>
                    <a:pt x="83193" y="68947"/>
                  </a:lnTo>
                  <a:lnTo>
                    <a:pt x="133035" y="82992"/>
                  </a:lnTo>
                  <a:cubicBezTo>
                    <a:pt x="133673" y="82992"/>
                    <a:pt x="134313" y="82992"/>
                    <a:pt x="134951" y="82992"/>
                  </a:cubicBezTo>
                  <a:cubicBezTo>
                    <a:pt x="135590" y="82992"/>
                    <a:pt x="136230" y="82992"/>
                    <a:pt x="136868" y="82992"/>
                  </a:cubicBezTo>
                  <a:lnTo>
                    <a:pt x="195017" y="65117"/>
                  </a:lnTo>
                  <a:lnTo>
                    <a:pt x="195017" y="82992"/>
                  </a:lnTo>
                  <a:cubicBezTo>
                    <a:pt x="195017" y="86822"/>
                    <a:pt x="197573" y="89376"/>
                    <a:pt x="201407" y="89376"/>
                  </a:cubicBezTo>
                  <a:cubicBezTo>
                    <a:pt x="205241" y="89376"/>
                    <a:pt x="207797" y="86822"/>
                    <a:pt x="207797" y="82992"/>
                  </a:cubicBezTo>
                  <a:lnTo>
                    <a:pt x="207797" y="60648"/>
                  </a:lnTo>
                  <a:lnTo>
                    <a:pt x="260833" y="44050"/>
                  </a:lnTo>
                  <a:cubicBezTo>
                    <a:pt x="263389" y="43411"/>
                    <a:pt x="265306" y="40858"/>
                    <a:pt x="265306" y="37666"/>
                  </a:cubicBezTo>
                  <a:cubicBezTo>
                    <a:pt x="265306" y="35112"/>
                    <a:pt x="263389" y="32558"/>
                    <a:pt x="260194" y="31920"/>
                  </a:cubicBezTo>
                  <a:lnTo>
                    <a:pt x="135590" y="0"/>
                  </a:lnTo>
                  <a:cubicBezTo>
                    <a:pt x="134313" y="0"/>
                    <a:pt x="133673" y="0"/>
                    <a:pt x="132395" y="0"/>
                  </a:cubicBezTo>
                  <a:lnTo>
                    <a:pt x="5236" y="30643"/>
                  </a:lnTo>
                  <a:cubicBezTo>
                    <a:pt x="2680" y="31282"/>
                    <a:pt x="763" y="33835"/>
                    <a:pt x="124" y="36389"/>
                  </a:cubicBezTo>
                  <a:cubicBezTo>
                    <a:pt x="-515" y="38942"/>
                    <a:pt x="1402" y="41496"/>
                    <a:pt x="3958" y="42773"/>
                  </a:cubicBezTo>
                  <a:lnTo>
                    <a:pt x="33991" y="54264"/>
                  </a:lnTo>
                  <a:cubicBezTo>
                    <a:pt x="37185" y="55541"/>
                    <a:pt x="41019" y="53626"/>
                    <a:pt x="42297" y="50434"/>
                  </a:cubicBezTo>
                  <a:cubicBezTo>
                    <a:pt x="43575" y="47242"/>
                    <a:pt x="41659" y="43411"/>
                    <a:pt x="38464" y="42134"/>
                  </a:cubicBezTo>
                  <a:lnTo>
                    <a:pt x="27601" y="37666"/>
                  </a:lnTo>
                  <a:lnTo>
                    <a:pt x="133035" y="12130"/>
                  </a:lnTo>
                  <a:lnTo>
                    <a:pt x="233995" y="38304"/>
                  </a:lnTo>
                  <a:lnTo>
                    <a:pt x="133035" y="69585"/>
                  </a:lnTo>
                  <a:lnTo>
                    <a:pt x="82554" y="55541"/>
                  </a:lnTo>
                  <a:lnTo>
                    <a:pt x="136230" y="43411"/>
                  </a:lnTo>
                  <a:cubicBezTo>
                    <a:pt x="139424" y="42773"/>
                    <a:pt x="141980" y="38942"/>
                    <a:pt x="141341" y="35750"/>
                  </a:cubicBezTo>
                  <a:cubicBezTo>
                    <a:pt x="140703" y="32558"/>
                    <a:pt x="136868" y="30005"/>
                    <a:pt x="133673" y="30643"/>
                  </a:cubicBezTo>
                  <a:lnTo>
                    <a:pt x="48048" y="49795"/>
                  </a:lnTo>
                  <a:cubicBezTo>
                    <a:pt x="44853" y="50434"/>
                    <a:pt x="42936" y="52987"/>
                    <a:pt x="42936" y="56179"/>
                  </a:cubicBezTo>
                  <a:lnTo>
                    <a:pt x="42936" y="137894"/>
                  </a:lnTo>
                  <a:cubicBezTo>
                    <a:pt x="42936" y="141724"/>
                    <a:pt x="45492" y="144278"/>
                    <a:pt x="49326" y="144278"/>
                  </a:cubicBezTo>
                  <a:cubicBezTo>
                    <a:pt x="53160" y="144278"/>
                    <a:pt x="55716" y="141724"/>
                    <a:pt x="55716" y="137894"/>
                  </a:cubicBezTo>
                  <a:lnTo>
                    <a:pt x="55716" y="61286"/>
                  </a:lnTo>
                  <a:lnTo>
                    <a:pt x="56355" y="61286"/>
                  </a:lnTo>
                  <a:cubicBezTo>
                    <a:pt x="56355" y="61286"/>
                    <a:pt x="56994" y="61286"/>
                    <a:pt x="56994" y="61286"/>
                  </a:cubicBezTo>
                  <a:lnTo>
                    <a:pt x="68496" y="64478"/>
                  </a:lnTo>
                  <a:lnTo>
                    <a:pt x="68496" y="127041"/>
                  </a:lnTo>
                  <a:cubicBezTo>
                    <a:pt x="68496" y="128957"/>
                    <a:pt x="69135" y="130872"/>
                    <a:pt x="71052" y="132149"/>
                  </a:cubicBezTo>
                  <a:cubicBezTo>
                    <a:pt x="71691" y="132787"/>
                    <a:pt x="88944" y="146832"/>
                    <a:pt x="129200" y="146832"/>
                  </a:cubicBezTo>
                  <a:cubicBezTo>
                    <a:pt x="136868" y="146832"/>
                    <a:pt x="145814" y="146193"/>
                    <a:pt x="155399" y="144916"/>
                  </a:cubicBezTo>
                  <a:cubicBezTo>
                    <a:pt x="158594" y="144278"/>
                    <a:pt x="161150" y="141086"/>
                    <a:pt x="161150" y="137894"/>
                  </a:cubicBezTo>
                  <a:cubicBezTo>
                    <a:pt x="161150" y="134702"/>
                    <a:pt x="157955" y="132149"/>
                    <a:pt x="154760" y="132787"/>
                  </a:cubicBezTo>
                  <a:close/>
                </a:path>
              </a:pathLst>
            </a:custGeom>
            <a:solidFill>
              <a:srgbClr val="007CB0"/>
            </a:solidFill>
            <a:ln w="6390" cap="flat">
              <a:noFill/>
              <a:prstDash val="solid"/>
              <a:miter/>
            </a:ln>
          </p:spPr>
          <p:txBody>
            <a:bodyPr rtlCol="0" anchor="ctr"/>
            <a:lstStyle/>
            <a:p>
              <a:endParaRPr lang="en-US"/>
            </a:p>
          </p:txBody>
        </p:sp>
        <p:sp>
          <p:nvSpPr>
            <p:cNvPr id="795" name="Graphic 4">
              <a:extLst>
                <a:ext uri="{FF2B5EF4-FFF2-40B4-BE49-F238E27FC236}">
                  <a16:creationId xmlns:a16="http://schemas.microsoft.com/office/drawing/2014/main" id="{EEA58EC5-1607-0E42-BDEE-4A99C3260DB4}"/>
                </a:ext>
              </a:extLst>
            </p:cNvPr>
            <p:cNvSpPr/>
            <p:nvPr/>
          </p:nvSpPr>
          <p:spPr>
            <a:xfrm>
              <a:off x="5926027" y="1101399"/>
              <a:ext cx="93292" cy="111081"/>
            </a:xfrm>
            <a:custGeom>
              <a:avLst/>
              <a:gdLst>
                <a:gd name="connsiteX0" fmla="*/ 86264 w 93292"/>
                <a:gd name="connsiteY0" fmla="*/ 15322 h 111081"/>
                <a:gd name="connsiteX1" fmla="*/ 66455 w 93292"/>
                <a:gd name="connsiteY1" fmla="*/ 12130 h 111081"/>
                <a:gd name="connsiteX2" fmla="*/ 51119 w 93292"/>
                <a:gd name="connsiteY2" fmla="*/ 1915 h 111081"/>
                <a:gd name="connsiteX3" fmla="*/ 46646 w 93292"/>
                <a:gd name="connsiteY3" fmla="*/ 0 h 111081"/>
                <a:gd name="connsiteX4" fmla="*/ 42173 w 93292"/>
                <a:gd name="connsiteY4" fmla="*/ 1915 h 111081"/>
                <a:gd name="connsiteX5" fmla="*/ 26199 w 93292"/>
                <a:gd name="connsiteY5" fmla="*/ 12768 h 111081"/>
                <a:gd name="connsiteX6" fmla="*/ 7029 w 93292"/>
                <a:gd name="connsiteY6" fmla="*/ 15322 h 111081"/>
                <a:gd name="connsiteX7" fmla="*/ 1917 w 93292"/>
                <a:gd name="connsiteY7" fmla="*/ 17237 h 111081"/>
                <a:gd name="connsiteX8" fmla="*/ 0 w 93292"/>
                <a:gd name="connsiteY8" fmla="*/ 22344 h 111081"/>
                <a:gd name="connsiteX9" fmla="*/ 639 w 93292"/>
                <a:gd name="connsiteY9" fmla="*/ 51710 h 111081"/>
                <a:gd name="connsiteX10" fmla="*/ 18531 w 93292"/>
                <a:gd name="connsiteY10" fmla="*/ 92568 h 111081"/>
                <a:gd name="connsiteX11" fmla="*/ 19170 w 93292"/>
                <a:gd name="connsiteY11" fmla="*/ 93206 h 111081"/>
                <a:gd name="connsiteX12" fmla="*/ 45368 w 93292"/>
                <a:gd name="connsiteY12" fmla="*/ 110443 h 111081"/>
                <a:gd name="connsiteX13" fmla="*/ 47925 w 93292"/>
                <a:gd name="connsiteY13" fmla="*/ 111081 h 111081"/>
                <a:gd name="connsiteX14" fmla="*/ 50480 w 93292"/>
                <a:gd name="connsiteY14" fmla="*/ 110443 h 111081"/>
                <a:gd name="connsiteX15" fmla="*/ 74762 w 93292"/>
                <a:gd name="connsiteY15" fmla="*/ 93206 h 111081"/>
                <a:gd name="connsiteX16" fmla="*/ 78596 w 93292"/>
                <a:gd name="connsiteY16" fmla="*/ 89376 h 111081"/>
                <a:gd name="connsiteX17" fmla="*/ 93293 w 93292"/>
                <a:gd name="connsiteY17" fmla="*/ 51072 h 111081"/>
                <a:gd name="connsiteX18" fmla="*/ 93293 w 93292"/>
                <a:gd name="connsiteY18" fmla="*/ 22344 h 111081"/>
                <a:gd name="connsiteX19" fmla="*/ 91376 w 93292"/>
                <a:gd name="connsiteY19" fmla="*/ 17875 h 111081"/>
                <a:gd name="connsiteX20" fmla="*/ 86264 w 93292"/>
                <a:gd name="connsiteY20" fmla="*/ 15322 h 111081"/>
                <a:gd name="connsiteX21" fmla="*/ 80513 w 93292"/>
                <a:gd name="connsiteY21" fmla="*/ 51072 h 111081"/>
                <a:gd name="connsiteX22" fmla="*/ 69011 w 93292"/>
                <a:gd name="connsiteY22" fmla="*/ 81077 h 111081"/>
                <a:gd name="connsiteX23" fmla="*/ 65816 w 93292"/>
                <a:gd name="connsiteY23" fmla="*/ 84269 h 111081"/>
                <a:gd name="connsiteX24" fmla="*/ 47285 w 93292"/>
                <a:gd name="connsiteY24" fmla="*/ 97675 h 111081"/>
                <a:gd name="connsiteX25" fmla="*/ 27477 w 93292"/>
                <a:gd name="connsiteY25" fmla="*/ 84269 h 111081"/>
                <a:gd name="connsiteX26" fmla="*/ 26837 w 93292"/>
                <a:gd name="connsiteY26" fmla="*/ 83630 h 111081"/>
                <a:gd name="connsiteX27" fmla="*/ 12780 w 93292"/>
                <a:gd name="connsiteY27" fmla="*/ 51710 h 111081"/>
                <a:gd name="connsiteX28" fmla="*/ 12141 w 93292"/>
                <a:gd name="connsiteY28" fmla="*/ 29366 h 111081"/>
                <a:gd name="connsiteX29" fmla="*/ 30032 w 93292"/>
                <a:gd name="connsiteY29" fmla="*/ 26174 h 111081"/>
                <a:gd name="connsiteX30" fmla="*/ 46646 w 93292"/>
                <a:gd name="connsiteY30" fmla="*/ 16598 h 111081"/>
                <a:gd name="connsiteX31" fmla="*/ 61343 w 93292"/>
                <a:gd name="connsiteY31" fmla="*/ 24898 h 111081"/>
                <a:gd name="connsiteX32" fmla="*/ 79874 w 93292"/>
                <a:gd name="connsiteY32" fmla="*/ 28728 h 111081"/>
                <a:gd name="connsiteX33" fmla="*/ 79874 w 93292"/>
                <a:gd name="connsiteY33" fmla="*/ 51072 h 111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93292" h="111081">
                  <a:moveTo>
                    <a:pt x="86264" y="15322"/>
                  </a:moveTo>
                  <a:cubicBezTo>
                    <a:pt x="79874" y="15960"/>
                    <a:pt x="72845" y="14683"/>
                    <a:pt x="66455" y="12130"/>
                  </a:cubicBezTo>
                  <a:cubicBezTo>
                    <a:pt x="60704" y="9576"/>
                    <a:pt x="55592" y="6384"/>
                    <a:pt x="51119" y="1915"/>
                  </a:cubicBezTo>
                  <a:cubicBezTo>
                    <a:pt x="49841" y="638"/>
                    <a:pt x="48563" y="0"/>
                    <a:pt x="46646" y="0"/>
                  </a:cubicBezTo>
                  <a:cubicBezTo>
                    <a:pt x="44730" y="0"/>
                    <a:pt x="43451" y="638"/>
                    <a:pt x="42173" y="1915"/>
                  </a:cubicBezTo>
                  <a:cubicBezTo>
                    <a:pt x="38978" y="5107"/>
                    <a:pt x="33867" y="10214"/>
                    <a:pt x="26199" y="12768"/>
                  </a:cubicBezTo>
                  <a:cubicBezTo>
                    <a:pt x="18531" y="15322"/>
                    <a:pt x="11502" y="15960"/>
                    <a:pt x="7029" y="15322"/>
                  </a:cubicBezTo>
                  <a:cubicBezTo>
                    <a:pt x="5112" y="15322"/>
                    <a:pt x="3195" y="15960"/>
                    <a:pt x="1917" y="17237"/>
                  </a:cubicBezTo>
                  <a:cubicBezTo>
                    <a:pt x="639" y="18514"/>
                    <a:pt x="0" y="20429"/>
                    <a:pt x="0" y="22344"/>
                  </a:cubicBezTo>
                  <a:lnTo>
                    <a:pt x="639" y="51710"/>
                  </a:lnTo>
                  <a:cubicBezTo>
                    <a:pt x="639" y="67032"/>
                    <a:pt x="7668" y="82353"/>
                    <a:pt x="18531" y="92568"/>
                  </a:cubicBezTo>
                  <a:lnTo>
                    <a:pt x="19170" y="93206"/>
                  </a:lnTo>
                  <a:cubicBezTo>
                    <a:pt x="26837" y="100229"/>
                    <a:pt x="35783" y="105974"/>
                    <a:pt x="45368" y="110443"/>
                  </a:cubicBezTo>
                  <a:cubicBezTo>
                    <a:pt x="46007" y="111081"/>
                    <a:pt x="47285" y="111081"/>
                    <a:pt x="47925" y="111081"/>
                  </a:cubicBezTo>
                  <a:cubicBezTo>
                    <a:pt x="49202" y="111081"/>
                    <a:pt x="49841" y="111081"/>
                    <a:pt x="50480" y="110443"/>
                  </a:cubicBezTo>
                  <a:cubicBezTo>
                    <a:pt x="59426" y="105974"/>
                    <a:pt x="67733" y="100229"/>
                    <a:pt x="74762" y="93206"/>
                  </a:cubicBezTo>
                  <a:cubicBezTo>
                    <a:pt x="76040" y="91929"/>
                    <a:pt x="77318" y="90653"/>
                    <a:pt x="78596" y="89376"/>
                  </a:cubicBezTo>
                  <a:cubicBezTo>
                    <a:pt x="88181" y="79161"/>
                    <a:pt x="93293" y="65117"/>
                    <a:pt x="93293" y="51072"/>
                  </a:cubicBezTo>
                  <a:lnTo>
                    <a:pt x="93293" y="22344"/>
                  </a:lnTo>
                  <a:cubicBezTo>
                    <a:pt x="93293" y="20429"/>
                    <a:pt x="92654" y="19152"/>
                    <a:pt x="91376" y="17875"/>
                  </a:cubicBezTo>
                  <a:cubicBezTo>
                    <a:pt x="90098" y="15960"/>
                    <a:pt x="88181" y="15322"/>
                    <a:pt x="86264" y="15322"/>
                  </a:cubicBezTo>
                  <a:close/>
                  <a:moveTo>
                    <a:pt x="80513" y="51072"/>
                  </a:moveTo>
                  <a:cubicBezTo>
                    <a:pt x="80513" y="62563"/>
                    <a:pt x="76679" y="72777"/>
                    <a:pt x="69011" y="81077"/>
                  </a:cubicBezTo>
                  <a:cubicBezTo>
                    <a:pt x="67733" y="82353"/>
                    <a:pt x="67094" y="82992"/>
                    <a:pt x="65816" y="84269"/>
                  </a:cubicBezTo>
                  <a:cubicBezTo>
                    <a:pt x="60704" y="89376"/>
                    <a:pt x="54314" y="94483"/>
                    <a:pt x="47285" y="97675"/>
                  </a:cubicBezTo>
                  <a:cubicBezTo>
                    <a:pt x="40257" y="93845"/>
                    <a:pt x="33227" y="89376"/>
                    <a:pt x="27477" y="84269"/>
                  </a:cubicBezTo>
                  <a:lnTo>
                    <a:pt x="26837" y="83630"/>
                  </a:lnTo>
                  <a:cubicBezTo>
                    <a:pt x="18531" y="75331"/>
                    <a:pt x="13419" y="63840"/>
                    <a:pt x="12780" y="51710"/>
                  </a:cubicBezTo>
                  <a:lnTo>
                    <a:pt x="12141" y="29366"/>
                  </a:lnTo>
                  <a:cubicBezTo>
                    <a:pt x="17892" y="29366"/>
                    <a:pt x="24282" y="28090"/>
                    <a:pt x="30032" y="26174"/>
                  </a:cubicBezTo>
                  <a:cubicBezTo>
                    <a:pt x="35783" y="23621"/>
                    <a:pt x="41535" y="20429"/>
                    <a:pt x="46646" y="16598"/>
                  </a:cubicBezTo>
                  <a:cubicBezTo>
                    <a:pt x="51119" y="20429"/>
                    <a:pt x="56231" y="22982"/>
                    <a:pt x="61343" y="24898"/>
                  </a:cubicBezTo>
                  <a:cubicBezTo>
                    <a:pt x="67094" y="27451"/>
                    <a:pt x="73484" y="28728"/>
                    <a:pt x="79874" y="28728"/>
                  </a:cubicBezTo>
                  <a:lnTo>
                    <a:pt x="79874" y="51072"/>
                  </a:lnTo>
                  <a:close/>
                </a:path>
              </a:pathLst>
            </a:custGeom>
            <a:solidFill>
              <a:srgbClr val="007CB0"/>
            </a:solidFill>
            <a:ln w="6390" cap="flat">
              <a:noFill/>
              <a:prstDash val="solid"/>
              <a:miter/>
            </a:ln>
          </p:spPr>
          <p:txBody>
            <a:bodyPr rtlCol="0" anchor="ctr"/>
            <a:lstStyle/>
            <a:p>
              <a:endParaRPr lang="en-US"/>
            </a:p>
          </p:txBody>
        </p:sp>
        <p:sp>
          <p:nvSpPr>
            <p:cNvPr id="796" name="Graphic 4">
              <a:extLst>
                <a:ext uri="{FF2B5EF4-FFF2-40B4-BE49-F238E27FC236}">
                  <a16:creationId xmlns:a16="http://schemas.microsoft.com/office/drawing/2014/main" id="{F447FD88-2527-F146-9AD3-1EB261F6DC21}"/>
                </a:ext>
              </a:extLst>
            </p:cNvPr>
            <p:cNvSpPr/>
            <p:nvPr/>
          </p:nvSpPr>
          <p:spPr>
            <a:xfrm>
              <a:off x="5949510" y="1139065"/>
              <a:ext cx="45688" cy="40857"/>
            </a:xfrm>
            <a:custGeom>
              <a:avLst/>
              <a:gdLst>
                <a:gd name="connsiteX0" fmla="*/ 26358 w 45688"/>
                <a:gd name="connsiteY0" fmla="*/ 3830 h 40857"/>
                <a:gd name="connsiteX1" fmla="*/ 23164 w 45688"/>
                <a:gd name="connsiteY1" fmla="*/ 7022 h 40857"/>
                <a:gd name="connsiteX2" fmla="*/ 19969 w 45688"/>
                <a:gd name="connsiteY2" fmla="*/ 3830 h 40857"/>
                <a:gd name="connsiteX3" fmla="*/ 11662 w 45688"/>
                <a:gd name="connsiteY3" fmla="*/ 0 h 40857"/>
                <a:gd name="connsiteX4" fmla="*/ 3354 w 45688"/>
                <a:gd name="connsiteY4" fmla="*/ 3830 h 40857"/>
                <a:gd name="connsiteX5" fmla="*/ 3354 w 45688"/>
                <a:gd name="connsiteY5" fmla="*/ 21067 h 40857"/>
                <a:gd name="connsiteX6" fmla="*/ 21885 w 45688"/>
                <a:gd name="connsiteY6" fmla="*/ 40219 h 40857"/>
                <a:gd name="connsiteX7" fmla="*/ 23164 w 45688"/>
                <a:gd name="connsiteY7" fmla="*/ 40857 h 40857"/>
                <a:gd name="connsiteX8" fmla="*/ 23164 w 45688"/>
                <a:gd name="connsiteY8" fmla="*/ 40857 h 40857"/>
                <a:gd name="connsiteX9" fmla="*/ 23164 w 45688"/>
                <a:gd name="connsiteY9" fmla="*/ 40857 h 40857"/>
                <a:gd name="connsiteX10" fmla="*/ 24442 w 45688"/>
                <a:gd name="connsiteY10" fmla="*/ 40219 h 40857"/>
                <a:gd name="connsiteX11" fmla="*/ 38499 w 45688"/>
                <a:gd name="connsiteY11" fmla="*/ 25536 h 40857"/>
                <a:gd name="connsiteX12" fmla="*/ 42333 w 45688"/>
                <a:gd name="connsiteY12" fmla="*/ 21067 h 40857"/>
                <a:gd name="connsiteX13" fmla="*/ 42333 w 45688"/>
                <a:gd name="connsiteY13" fmla="*/ 3830 h 40857"/>
                <a:gd name="connsiteX14" fmla="*/ 34026 w 45688"/>
                <a:gd name="connsiteY14" fmla="*/ 0 h 40857"/>
                <a:gd name="connsiteX15" fmla="*/ 26358 w 45688"/>
                <a:gd name="connsiteY15" fmla="*/ 3830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688" h="40857">
                  <a:moveTo>
                    <a:pt x="26358" y="3830"/>
                  </a:moveTo>
                  <a:lnTo>
                    <a:pt x="23164" y="7022"/>
                  </a:lnTo>
                  <a:lnTo>
                    <a:pt x="19969" y="3830"/>
                  </a:lnTo>
                  <a:cubicBezTo>
                    <a:pt x="18052" y="1277"/>
                    <a:pt x="14857" y="0"/>
                    <a:pt x="11662" y="0"/>
                  </a:cubicBezTo>
                  <a:cubicBezTo>
                    <a:pt x="8467" y="0"/>
                    <a:pt x="5911" y="1277"/>
                    <a:pt x="3354" y="3830"/>
                  </a:cubicBezTo>
                  <a:cubicBezTo>
                    <a:pt x="-1118" y="8299"/>
                    <a:pt x="-1118" y="15960"/>
                    <a:pt x="3354" y="21067"/>
                  </a:cubicBezTo>
                  <a:lnTo>
                    <a:pt x="21885" y="40219"/>
                  </a:lnTo>
                  <a:cubicBezTo>
                    <a:pt x="21885" y="40219"/>
                    <a:pt x="22524" y="40857"/>
                    <a:pt x="23164" y="40857"/>
                  </a:cubicBezTo>
                  <a:cubicBezTo>
                    <a:pt x="23164" y="40857"/>
                    <a:pt x="23164" y="40857"/>
                    <a:pt x="23164" y="40857"/>
                  </a:cubicBezTo>
                  <a:cubicBezTo>
                    <a:pt x="23164" y="40857"/>
                    <a:pt x="23164" y="40857"/>
                    <a:pt x="23164" y="40857"/>
                  </a:cubicBezTo>
                  <a:cubicBezTo>
                    <a:pt x="23802" y="40857"/>
                    <a:pt x="23802" y="40857"/>
                    <a:pt x="24442" y="40219"/>
                  </a:cubicBezTo>
                  <a:lnTo>
                    <a:pt x="38499" y="25536"/>
                  </a:lnTo>
                  <a:lnTo>
                    <a:pt x="42333" y="21067"/>
                  </a:lnTo>
                  <a:cubicBezTo>
                    <a:pt x="46806" y="16598"/>
                    <a:pt x="46806" y="8938"/>
                    <a:pt x="42333" y="3830"/>
                  </a:cubicBezTo>
                  <a:cubicBezTo>
                    <a:pt x="40416" y="1277"/>
                    <a:pt x="37221" y="0"/>
                    <a:pt x="34026" y="0"/>
                  </a:cubicBezTo>
                  <a:cubicBezTo>
                    <a:pt x="31470" y="0"/>
                    <a:pt x="28275" y="1277"/>
                    <a:pt x="26358" y="3830"/>
                  </a:cubicBezTo>
                  <a:close/>
                </a:path>
              </a:pathLst>
            </a:custGeom>
            <a:solidFill>
              <a:srgbClr val="007CB0"/>
            </a:solidFill>
            <a:ln w="6390" cap="flat">
              <a:noFill/>
              <a:prstDash val="solid"/>
              <a:miter/>
            </a:ln>
          </p:spPr>
          <p:txBody>
            <a:bodyPr rtlCol="0" anchor="ctr"/>
            <a:lstStyle/>
            <a:p>
              <a:endParaRPr lang="en-US"/>
            </a:p>
          </p:txBody>
        </p:sp>
      </p:grpSp>
      <p:grpSp>
        <p:nvGrpSpPr>
          <p:cNvPr id="797" name="Graphic 4">
            <a:extLst>
              <a:ext uri="{FF2B5EF4-FFF2-40B4-BE49-F238E27FC236}">
                <a16:creationId xmlns:a16="http://schemas.microsoft.com/office/drawing/2014/main" id="{BB80C295-9AAA-A741-9B06-F392D38E9DE5}"/>
              </a:ext>
            </a:extLst>
          </p:cNvPr>
          <p:cNvGrpSpPr/>
          <p:nvPr/>
        </p:nvGrpSpPr>
        <p:grpSpPr>
          <a:xfrm>
            <a:off x="4661459" y="2855717"/>
            <a:ext cx="361674" cy="361333"/>
            <a:chOff x="4661459" y="2855717"/>
            <a:chExt cx="361674" cy="361333"/>
          </a:xfrm>
          <a:solidFill>
            <a:srgbClr val="007CB0"/>
          </a:solidFill>
        </p:grpSpPr>
        <p:sp>
          <p:nvSpPr>
            <p:cNvPr id="798" name="Graphic 4">
              <a:extLst>
                <a:ext uri="{FF2B5EF4-FFF2-40B4-BE49-F238E27FC236}">
                  <a16:creationId xmlns:a16="http://schemas.microsoft.com/office/drawing/2014/main" id="{CD43C521-8229-6E48-A4B7-47D15D13E359}"/>
                </a:ext>
              </a:extLst>
            </p:cNvPr>
            <p:cNvSpPr/>
            <p:nvPr/>
          </p:nvSpPr>
          <p:spPr>
            <a:xfrm>
              <a:off x="4661459" y="2855717"/>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6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2310" y="80438"/>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30" y="273234"/>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799" name="Graphic 4">
              <a:extLst>
                <a:ext uri="{FF2B5EF4-FFF2-40B4-BE49-F238E27FC236}">
                  <a16:creationId xmlns:a16="http://schemas.microsoft.com/office/drawing/2014/main" id="{B02AC268-DFE3-6245-8887-4BB493E49CFD}"/>
                </a:ext>
              </a:extLst>
            </p:cNvPr>
            <p:cNvSpPr/>
            <p:nvPr/>
          </p:nvSpPr>
          <p:spPr>
            <a:xfrm>
              <a:off x="4796286" y="2999995"/>
              <a:ext cx="124063" cy="132148"/>
            </a:xfrm>
            <a:custGeom>
              <a:avLst/>
              <a:gdLst>
                <a:gd name="connsiteX0" fmla="*/ 115658 w 124063"/>
                <a:gd name="connsiteY0" fmla="*/ 114912 h 132148"/>
                <a:gd name="connsiteX1" fmla="*/ 99044 w 124063"/>
                <a:gd name="connsiteY1" fmla="*/ 118742 h 132148"/>
                <a:gd name="connsiteX2" fmla="*/ 77957 w 124063"/>
                <a:gd name="connsiteY2" fmla="*/ 51072 h 132148"/>
                <a:gd name="connsiteX3" fmla="*/ 72207 w 124063"/>
                <a:gd name="connsiteY3" fmla="*/ 46603 h 132148"/>
                <a:gd name="connsiteX4" fmla="*/ 12780 w 124063"/>
                <a:gd name="connsiteY4" fmla="*/ 44688 h 132148"/>
                <a:gd name="connsiteX5" fmla="*/ 12780 w 124063"/>
                <a:gd name="connsiteY5" fmla="*/ 25536 h 132148"/>
                <a:gd name="connsiteX6" fmla="*/ 58788 w 124063"/>
                <a:gd name="connsiteY6" fmla="*/ 26813 h 132148"/>
                <a:gd name="connsiteX7" fmla="*/ 58788 w 124063"/>
                <a:gd name="connsiteY7" fmla="*/ 26813 h 132148"/>
                <a:gd name="connsiteX8" fmla="*/ 65177 w 124063"/>
                <a:gd name="connsiteY8" fmla="*/ 20429 h 132148"/>
                <a:gd name="connsiteX9" fmla="*/ 58788 w 124063"/>
                <a:gd name="connsiteY9" fmla="*/ 14045 h 132148"/>
                <a:gd name="connsiteX10" fmla="*/ 12780 w 124063"/>
                <a:gd name="connsiteY10" fmla="*/ 12768 h 132148"/>
                <a:gd name="connsiteX11" fmla="*/ 12780 w 124063"/>
                <a:gd name="connsiteY11" fmla="*/ 6384 h 132148"/>
                <a:gd name="connsiteX12" fmla="*/ 6390 w 124063"/>
                <a:gd name="connsiteY12" fmla="*/ 0 h 132148"/>
                <a:gd name="connsiteX13" fmla="*/ 6390 w 124063"/>
                <a:gd name="connsiteY13" fmla="*/ 0 h 132148"/>
                <a:gd name="connsiteX14" fmla="*/ 0 w 124063"/>
                <a:gd name="connsiteY14" fmla="*/ 6384 h 132148"/>
                <a:gd name="connsiteX15" fmla="*/ 0 w 124063"/>
                <a:gd name="connsiteY15" fmla="*/ 50434 h 132148"/>
                <a:gd name="connsiteX16" fmla="*/ 6390 w 124063"/>
                <a:gd name="connsiteY16" fmla="*/ 56818 h 132148"/>
                <a:gd name="connsiteX17" fmla="*/ 67094 w 124063"/>
                <a:gd name="connsiteY17" fmla="*/ 58733 h 132148"/>
                <a:gd name="connsiteX18" fmla="*/ 88820 w 124063"/>
                <a:gd name="connsiteY18" fmla="*/ 127680 h 132148"/>
                <a:gd name="connsiteX19" fmla="*/ 95210 w 124063"/>
                <a:gd name="connsiteY19" fmla="*/ 132149 h 132148"/>
                <a:gd name="connsiteX20" fmla="*/ 96488 w 124063"/>
                <a:gd name="connsiteY20" fmla="*/ 132149 h 132148"/>
                <a:gd name="connsiteX21" fmla="*/ 118853 w 124063"/>
                <a:gd name="connsiteY21" fmla="*/ 127041 h 132148"/>
                <a:gd name="connsiteX22" fmla="*/ 123965 w 124063"/>
                <a:gd name="connsiteY22" fmla="*/ 119381 h 132148"/>
                <a:gd name="connsiteX23" fmla="*/ 115658 w 124063"/>
                <a:gd name="connsiteY23" fmla="*/ 114912 h 132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4063" h="132148">
                  <a:moveTo>
                    <a:pt x="115658" y="114912"/>
                  </a:moveTo>
                  <a:lnTo>
                    <a:pt x="99044" y="118742"/>
                  </a:lnTo>
                  <a:lnTo>
                    <a:pt x="77957" y="51072"/>
                  </a:lnTo>
                  <a:cubicBezTo>
                    <a:pt x="77318" y="48518"/>
                    <a:pt x="74762" y="46603"/>
                    <a:pt x="72207" y="46603"/>
                  </a:cubicBezTo>
                  <a:lnTo>
                    <a:pt x="12780" y="44688"/>
                  </a:lnTo>
                  <a:lnTo>
                    <a:pt x="12780" y="25536"/>
                  </a:lnTo>
                  <a:lnTo>
                    <a:pt x="58788" y="26813"/>
                  </a:lnTo>
                  <a:cubicBezTo>
                    <a:pt x="58788" y="26813"/>
                    <a:pt x="58788" y="26813"/>
                    <a:pt x="58788" y="26813"/>
                  </a:cubicBezTo>
                  <a:cubicBezTo>
                    <a:pt x="61982" y="26813"/>
                    <a:pt x="65177" y="24259"/>
                    <a:pt x="65177" y="20429"/>
                  </a:cubicBezTo>
                  <a:cubicBezTo>
                    <a:pt x="65177" y="16598"/>
                    <a:pt x="62622" y="14045"/>
                    <a:pt x="58788" y="14045"/>
                  </a:cubicBezTo>
                  <a:lnTo>
                    <a:pt x="12780" y="12768"/>
                  </a:lnTo>
                  <a:lnTo>
                    <a:pt x="12780" y="6384"/>
                  </a:lnTo>
                  <a:cubicBezTo>
                    <a:pt x="12780" y="2554"/>
                    <a:pt x="10224" y="0"/>
                    <a:pt x="6390" y="0"/>
                  </a:cubicBezTo>
                  <a:cubicBezTo>
                    <a:pt x="6390" y="0"/>
                    <a:pt x="6390" y="0"/>
                    <a:pt x="6390" y="0"/>
                  </a:cubicBezTo>
                  <a:cubicBezTo>
                    <a:pt x="2556" y="0"/>
                    <a:pt x="0" y="2554"/>
                    <a:pt x="0" y="6384"/>
                  </a:cubicBezTo>
                  <a:lnTo>
                    <a:pt x="0" y="50434"/>
                  </a:lnTo>
                  <a:cubicBezTo>
                    <a:pt x="0" y="53626"/>
                    <a:pt x="2556" y="56818"/>
                    <a:pt x="6390" y="56818"/>
                  </a:cubicBezTo>
                  <a:lnTo>
                    <a:pt x="67094" y="58733"/>
                  </a:lnTo>
                  <a:lnTo>
                    <a:pt x="88820" y="127680"/>
                  </a:lnTo>
                  <a:cubicBezTo>
                    <a:pt x="89459" y="130233"/>
                    <a:pt x="92015" y="132149"/>
                    <a:pt x="95210" y="132149"/>
                  </a:cubicBezTo>
                  <a:cubicBezTo>
                    <a:pt x="95849" y="132149"/>
                    <a:pt x="95849" y="132149"/>
                    <a:pt x="96488" y="132149"/>
                  </a:cubicBezTo>
                  <a:lnTo>
                    <a:pt x="118853" y="127041"/>
                  </a:lnTo>
                  <a:cubicBezTo>
                    <a:pt x="122048" y="126403"/>
                    <a:pt x="124604" y="122573"/>
                    <a:pt x="123965" y="119381"/>
                  </a:cubicBezTo>
                  <a:cubicBezTo>
                    <a:pt x="122687" y="116827"/>
                    <a:pt x="119492" y="114273"/>
                    <a:pt x="115658" y="114912"/>
                  </a:cubicBezTo>
                  <a:close/>
                </a:path>
              </a:pathLst>
            </a:custGeom>
            <a:solidFill>
              <a:srgbClr val="007CB0"/>
            </a:solidFill>
            <a:ln w="6390" cap="flat">
              <a:noFill/>
              <a:prstDash val="solid"/>
              <a:miter/>
            </a:ln>
          </p:spPr>
          <p:txBody>
            <a:bodyPr rtlCol="0" anchor="ctr"/>
            <a:lstStyle/>
            <a:p>
              <a:endParaRPr lang="en-US"/>
            </a:p>
          </p:txBody>
        </p:sp>
        <p:sp>
          <p:nvSpPr>
            <p:cNvPr id="800" name="Graphic 4">
              <a:extLst>
                <a:ext uri="{FF2B5EF4-FFF2-40B4-BE49-F238E27FC236}">
                  <a16:creationId xmlns:a16="http://schemas.microsoft.com/office/drawing/2014/main" id="{27BE9958-544F-844D-94D5-34AF91B1ED93}"/>
                </a:ext>
              </a:extLst>
            </p:cNvPr>
            <p:cNvSpPr/>
            <p:nvPr/>
          </p:nvSpPr>
          <p:spPr>
            <a:xfrm>
              <a:off x="4782592" y="2939711"/>
              <a:ext cx="43363" cy="43686"/>
            </a:xfrm>
            <a:custGeom>
              <a:avLst/>
              <a:gdLst>
                <a:gd name="connsiteX0" fmla="*/ 18167 w 43363"/>
                <a:gd name="connsiteY0" fmla="*/ 43687 h 43686"/>
                <a:gd name="connsiteX1" fmla="*/ 18167 w 43363"/>
                <a:gd name="connsiteY1" fmla="*/ 43687 h 43686"/>
                <a:gd name="connsiteX2" fmla="*/ 21362 w 43363"/>
                <a:gd name="connsiteY2" fmla="*/ 43687 h 43686"/>
                <a:gd name="connsiteX3" fmla="*/ 43088 w 43363"/>
                <a:gd name="connsiteY3" fmla="*/ 25173 h 43686"/>
                <a:gd name="connsiteX4" fmla="*/ 25197 w 43363"/>
                <a:gd name="connsiteY4" fmla="*/ 275 h 43686"/>
                <a:gd name="connsiteX5" fmla="*/ 276 w 43363"/>
                <a:gd name="connsiteY5" fmla="*/ 18151 h 43686"/>
                <a:gd name="connsiteX6" fmla="*/ 18167 w 43363"/>
                <a:gd name="connsiteY6" fmla="*/ 43687 h 43686"/>
                <a:gd name="connsiteX7" fmla="*/ 13056 w 43363"/>
                <a:gd name="connsiteY7" fmla="*/ 20704 h 43686"/>
                <a:gd name="connsiteX8" fmla="*/ 16889 w 43363"/>
                <a:gd name="connsiteY8" fmla="*/ 14959 h 43686"/>
                <a:gd name="connsiteX9" fmla="*/ 23279 w 43363"/>
                <a:gd name="connsiteY9" fmla="*/ 13682 h 43686"/>
                <a:gd name="connsiteX10" fmla="*/ 30947 w 43363"/>
                <a:gd name="connsiteY10" fmla="*/ 23896 h 43686"/>
                <a:gd name="connsiteX11" fmla="*/ 20724 w 43363"/>
                <a:gd name="connsiteY11" fmla="*/ 31557 h 43686"/>
                <a:gd name="connsiteX12" fmla="*/ 13056 w 43363"/>
                <a:gd name="connsiteY12" fmla="*/ 20704 h 43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363" h="43686">
                  <a:moveTo>
                    <a:pt x="18167" y="43687"/>
                  </a:moveTo>
                  <a:lnTo>
                    <a:pt x="18167" y="43687"/>
                  </a:lnTo>
                  <a:cubicBezTo>
                    <a:pt x="19445" y="43687"/>
                    <a:pt x="20724" y="43687"/>
                    <a:pt x="21362" y="43687"/>
                  </a:cubicBezTo>
                  <a:cubicBezTo>
                    <a:pt x="31586" y="43687"/>
                    <a:pt x="41171" y="36026"/>
                    <a:pt x="43088" y="25173"/>
                  </a:cubicBezTo>
                  <a:cubicBezTo>
                    <a:pt x="45005" y="13043"/>
                    <a:pt x="36698" y="2191"/>
                    <a:pt x="25197" y="275"/>
                  </a:cubicBezTo>
                  <a:cubicBezTo>
                    <a:pt x="13056" y="-1640"/>
                    <a:pt x="2193" y="6659"/>
                    <a:pt x="276" y="18151"/>
                  </a:cubicBezTo>
                  <a:cubicBezTo>
                    <a:pt x="-1641" y="30919"/>
                    <a:pt x="6666" y="41771"/>
                    <a:pt x="18167" y="43687"/>
                  </a:cubicBezTo>
                  <a:close/>
                  <a:moveTo>
                    <a:pt x="13056" y="20704"/>
                  </a:moveTo>
                  <a:cubicBezTo>
                    <a:pt x="13694" y="18151"/>
                    <a:pt x="14972" y="16235"/>
                    <a:pt x="16889" y="14959"/>
                  </a:cubicBezTo>
                  <a:cubicBezTo>
                    <a:pt x="18807" y="13682"/>
                    <a:pt x="21362" y="13043"/>
                    <a:pt x="23279" y="13682"/>
                  </a:cubicBezTo>
                  <a:cubicBezTo>
                    <a:pt x="28392" y="14320"/>
                    <a:pt x="31586" y="18789"/>
                    <a:pt x="30947" y="23896"/>
                  </a:cubicBezTo>
                  <a:cubicBezTo>
                    <a:pt x="30308" y="29003"/>
                    <a:pt x="25835" y="32195"/>
                    <a:pt x="20724" y="31557"/>
                  </a:cubicBezTo>
                  <a:cubicBezTo>
                    <a:pt x="15612" y="30280"/>
                    <a:pt x="12417" y="25811"/>
                    <a:pt x="13056" y="20704"/>
                  </a:cubicBezTo>
                  <a:close/>
                </a:path>
              </a:pathLst>
            </a:custGeom>
            <a:solidFill>
              <a:srgbClr val="007CB0"/>
            </a:solidFill>
            <a:ln w="6390" cap="flat">
              <a:noFill/>
              <a:prstDash val="solid"/>
              <a:miter/>
            </a:ln>
          </p:spPr>
          <p:txBody>
            <a:bodyPr rtlCol="0" anchor="ctr"/>
            <a:lstStyle/>
            <a:p>
              <a:endParaRPr lang="en-US"/>
            </a:p>
          </p:txBody>
        </p:sp>
        <p:sp>
          <p:nvSpPr>
            <p:cNvPr id="801" name="Graphic 4">
              <a:extLst>
                <a:ext uri="{FF2B5EF4-FFF2-40B4-BE49-F238E27FC236}">
                  <a16:creationId xmlns:a16="http://schemas.microsoft.com/office/drawing/2014/main" id="{61628ECA-A059-0449-BCC7-F3A2F56602E4}"/>
                </a:ext>
              </a:extLst>
            </p:cNvPr>
            <p:cNvSpPr/>
            <p:nvPr/>
          </p:nvSpPr>
          <p:spPr>
            <a:xfrm>
              <a:off x="4733944" y="3018020"/>
              <a:ext cx="137743" cy="142852"/>
            </a:xfrm>
            <a:custGeom>
              <a:avLst/>
              <a:gdLst>
                <a:gd name="connsiteX0" fmla="*/ 134548 w 137743"/>
                <a:gd name="connsiteY0" fmla="*/ 100079 h 142852"/>
                <a:gd name="connsiteX1" fmla="*/ 125602 w 137743"/>
                <a:gd name="connsiteY1" fmla="*/ 101995 h 142852"/>
                <a:gd name="connsiteX2" fmla="*/ 64259 w 137743"/>
                <a:gd name="connsiteY2" fmla="*/ 129446 h 142852"/>
                <a:gd name="connsiteX3" fmla="*/ 24002 w 137743"/>
                <a:gd name="connsiteY3" fmla="*/ 104548 h 142852"/>
                <a:gd name="connsiteX4" fmla="*/ 13139 w 137743"/>
                <a:gd name="connsiteY4" fmla="*/ 58583 h 142852"/>
                <a:gd name="connsiteX5" fmla="*/ 49562 w 137743"/>
                <a:gd name="connsiteY5" fmla="*/ 11980 h 142852"/>
                <a:gd name="connsiteX6" fmla="*/ 52757 w 137743"/>
                <a:gd name="connsiteY6" fmla="*/ 3681 h 142852"/>
                <a:gd name="connsiteX7" fmla="*/ 44450 w 137743"/>
                <a:gd name="connsiteY7" fmla="*/ 489 h 142852"/>
                <a:gd name="connsiteX8" fmla="*/ 998 w 137743"/>
                <a:gd name="connsiteY8" fmla="*/ 56668 h 142852"/>
                <a:gd name="connsiteX9" fmla="*/ 14417 w 137743"/>
                <a:gd name="connsiteY9" fmla="*/ 112209 h 142852"/>
                <a:gd name="connsiteX10" fmla="*/ 62981 w 137743"/>
                <a:gd name="connsiteY10" fmla="*/ 142214 h 142852"/>
                <a:gd name="connsiteX11" fmla="*/ 75122 w 137743"/>
                <a:gd name="connsiteY11" fmla="*/ 142852 h 142852"/>
                <a:gd name="connsiteX12" fmla="*/ 137743 w 137743"/>
                <a:gd name="connsiteY12" fmla="*/ 109017 h 142852"/>
                <a:gd name="connsiteX13" fmla="*/ 134548 w 137743"/>
                <a:gd name="connsiteY13" fmla="*/ 100079 h 142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743" h="142852">
                  <a:moveTo>
                    <a:pt x="134548" y="100079"/>
                  </a:moveTo>
                  <a:cubicBezTo>
                    <a:pt x="131353" y="98164"/>
                    <a:pt x="127519" y="98803"/>
                    <a:pt x="125602" y="101995"/>
                  </a:cubicBezTo>
                  <a:cubicBezTo>
                    <a:pt x="112183" y="122423"/>
                    <a:pt x="87901" y="133276"/>
                    <a:pt x="64259" y="129446"/>
                  </a:cubicBezTo>
                  <a:cubicBezTo>
                    <a:pt x="47645" y="126892"/>
                    <a:pt x="33587" y="117955"/>
                    <a:pt x="24002" y="104548"/>
                  </a:cubicBezTo>
                  <a:cubicBezTo>
                    <a:pt x="14417" y="91142"/>
                    <a:pt x="10583" y="74543"/>
                    <a:pt x="13139" y="58583"/>
                  </a:cubicBezTo>
                  <a:cubicBezTo>
                    <a:pt x="16334" y="37516"/>
                    <a:pt x="29753" y="20279"/>
                    <a:pt x="49562" y="11980"/>
                  </a:cubicBezTo>
                  <a:cubicBezTo>
                    <a:pt x="52757" y="10704"/>
                    <a:pt x="54035" y="6873"/>
                    <a:pt x="52757" y="3681"/>
                  </a:cubicBezTo>
                  <a:cubicBezTo>
                    <a:pt x="51479" y="489"/>
                    <a:pt x="47645" y="-788"/>
                    <a:pt x="44450" y="489"/>
                  </a:cubicBezTo>
                  <a:cubicBezTo>
                    <a:pt x="20807" y="10704"/>
                    <a:pt x="4832" y="31771"/>
                    <a:pt x="998" y="56668"/>
                  </a:cubicBezTo>
                  <a:cubicBezTo>
                    <a:pt x="-2197" y="76459"/>
                    <a:pt x="2276" y="96249"/>
                    <a:pt x="14417" y="112209"/>
                  </a:cubicBezTo>
                  <a:cubicBezTo>
                    <a:pt x="25919" y="128169"/>
                    <a:pt x="43172" y="139022"/>
                    <a:pt x="62981" y="142214"/>
                  </a:cubicBezTo>
                  <a:cubicBezTo>
                    <a:pt x="66815" y="142852"/>
                    <a:pt x="70649" y="142852"/>
                    <a:pt x="75122" y="142852"/>
                  </a:cubicBezTo>
                  <a:cubicBezTo>
                    <a:pt x="100042" y="142852"/>
                    <a:pt x="123685" y="130084"/>
                    <a:pt x="137743" y="109017"/>
                  </a:cubicBezTo>
                  <a:cubicBezTo>
                    <a:pt x="137743" y="105825"/>
                    <a:pt x="137104" y="101995"/>
                    <a:pt x="134548" y="100079"/>
                  </a:cubicBezTo>
                  <a:close/>
                </a:path>
              </a:pathLst>
            </a:custGeom>
            <a:solidFill>
              <a:srgbClr val="007CB0"/>
            </a:solidFill>
            <a:ln w="6390" cap="flat">
              <a:noFill/>
              <a:prstDash val="solid"/>
              <a:miter/>
            </a:ln>
          </p:spPr>
          <p:txBody>
            <a:bodyPr rtlCol="0" anchor="ctr"/>
            <a:lstStyle/>
            <a:p>
              <a:endParaRPr lang="en-US"/>
            </a:p>
          </p:txBody>
        </p:sp>
        <p:sp>
          <p:nvSpPr>
            <p:cNvPr id="802" name="Graphic 4">
              <a:extLst>
                <a:ext uri="{FF2B5EF4-FFF2-40B4-BE49-F238E27FC236}">
                  <a16:creationId xmlns:a16="http://schemas.microsoft.com/office/drawing/2014/main" id="{8856A13D-4C53-1A46-8361-5F537FF2AE64}"/>
                </a:ext>
              </a:extLst>
            </p:cNvPr>
            <p:cNvSpPr/>
            <p:nvPr/>
          </p:nvSpPr>
          <p:spPr>
            <a:xfrm>
              <a:off x="4862742" y="2929133"/>
              <a:ext cx="89459" cy="107250"/>
            </a:xfrm>
            <a:custGeom>
              <a:avLst/>
              <a:gdLst>
                <a:gd name="connsiteX0" fmla="*/ 82430 w 89459"/>
                <a:gd name="connsiteY0" fmla="*/ 14683 h 107250"/>
                <a:gd name="connsiteX1" fmla="*/ 63899 w 89459"/>
                <a:gd name="connsiteY1" fmla="*/ 11491 h 107250"/>
                <a:gd name="connsiteX2" fmla="*/ 49203 w 89459"/>
                <a:gd name="connsiteY2" fmla="*/ 1915 h 107250"/>
                <a:gd name="connsiteX3" fmla="*/ 44730 w 89459"/>
                <a:gd name="connsiteY3" fmla="*/ 0 h 107250"/>
                <a:gd name="connsiteX4" fmla="*/ 40257 w 89459"/>
                <a:gd name="connsiteY4" fmla="*/ 1915 h 107250"/>
                <a:gd name="connsiteX5" fmla="*/ 24921 w 89459"/>
                <a:gd name="connsiteY5" fmla="*/ 12130 h 107250"/>
                <a:gd name="connsiteX6" fmla="*/ 7029 w 89459"/>
                <a:gd name="connsiteY6" fmla="*/ 14683 h 107250"/>
                <a:gd name="connsiteX7" fmla="*/ 1917 w 89459"/>
                <a:gd name="connsiteY7" fmla="*/ 16598 h 107250"/>
                <a:gd name="connsiteX8" fmla="*/ 0 w 89459"/>
                <a:gd name="connsiteY8" fmla="*/ 21706 h 107250"/>
                <a:gd name="connsiteX9" fmla="*/ 639 w 89459"/>
                <a:gd name="connsiteY9" fmla="*/ 49795 h 107250"/>
                <a:gd name="connsiteX10" fmla="*/ 17892 w 89459"/>
                <a:gd name="connsiteY10" fmla="*/ 89376 h 107250"/>
                <a:gd name="connsiteX11" fmla="*/ 18531 w 89459"/>
                <a:gd name="connsiteY11" fmla="*/ 90014 h 107250"/>
                <a:gd name="connsiteX12" fmla="*/ 43451 w 89459"/>
                <a:gd name="connsiteY12" fmla="*/ 106612 h 107250"/>
                <a:gd name="connsiteX13" fmla="*/ 46008 w 89459"/>
                <a:gd name="connsiteY13" fmla="*/ 107251 h 107250"/>
                <a:gd name="connsiteX14" fmla="*/ 48563 w 89459"/>
                <a:gd name="connsiteY14" fmla="*/ 106612 h 107250"/>
                <a:gd name="connsiteX15" fmla="*/ 72206 w 89459"/>
                <a:gd name="connsiteY15" fmla="*/ 90014 h 107250"/>
                <a:gd name="connsiteX16" fmla="*/ 75401 w 89459"/>
                <a:gd name="connsiteY16" fmla="*/ 86184 h 107250"/>
                <a:gd name="connsiteX17" fmla="*/ 89459 w 89459"/>
                <a:gd name="connsiteY17" fmla="*/ 49157 h 107250"/>
                <a:gd name="connsiteX18" fmla="*/ 89459 w 89459"/>
                <a:gd name="connsiteY18" fmla="*/ 21067 h 107250"/>
                <a:gd name="connsiteX19" fmla="*/ 87542 w 89459"/>
                <a:gd name="connsiteY19" fmla="*/ 16598 h 107250"/>
                <a:gd name="connsiteX20" fmla="*/ 82430 w 89459"/>
                <a:gd name="connsiteY20" fmla="*/ 14683 h 107250"/>
                <a:gd name="connsiteX21" fmla="*/ 76040 w 89459"/>
                <a:gd name="connsiteY21" fmla="*/ 48518 h 107250"/>
                <a:gd name="connsiteX22" fmla="*/ 65177 w 89459"/>
                <a:gd name="connsiteY22" fmla="*/ 77246 h 107250"/>
                <a:gd name="connsiteX23" fmla="*/ 61982 w 89459"/>
                <a:gd name="connsiteY23" fmla="*/ 80438 h 107250"/>
                <a:gd name="connsiteX24" fmla="*/ 44730 w 89459"/>
                <a:gd name="connsiteY24" fmla="*/ 93206 h 107250"/>
                <a:gd name="connsiteX25" fmla="*/ 25560 w 89459"/>
                <a:gd name="connsiteY25" fmla="*/ 79800 h 107250"/>
                <a:gd name="connsiteX26" fmla="*/ 24921 w 89459"/>
                <a:gd name="connsiteY26" fmla="*/ 79161 h 107250"/>
                <a:gd name="connsiteX27" fmla="*/ 11502 w 89459"/>
                <a:gd name="connsiteY27" fmla="*/ 48518 h 107250"/>
                <a:gd name="connsiteX28" fmla="*/ 10863 w 89459"/>
                <a:gd name="connsiteY28" fmla="*/ 26813 h 107250"/>
                <a:gd name="connsiteX29" fmla="*/ 27477 w 89459"/>
                <a:gd name="connsiteY29" fmla="*/ 23621 h 107250"/>
                <a:gd name="connsiteX30" fmla="*/ 43451 w 89459"/>
                <a:gd name="connsiteY30" fmla="*/ 14045 h 107250"/>
                <a:gd name="connsiteX31" fmla="*/ 57509 w 89459"/>
                <a:gd name="connsiteY31" fmla="*/ 22344 h 107250"/>
                <a:gd name="connsiteX32" fmla="*/ 74762 w 89459"/>
                <a:gd name="connsiteY32" fmla="*/ 26174 h 107250"/>
                <a:gd name="connsiteX33" fmla="*/ 74762 w 89459"/>
                <a:gd name="connsiteY33" fmla="*/ 48518 h 1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89459" h="107250">
                  <a:moveTo>
                    <a:pt x="82430" y="14683"/>
                  </a:moveTo>
                  <a:cubicBezTo>
                    <a:pt x="76040" y="15322"/>
                    <a:pt x="69650" y="14045"/>
                    <a:pt x="63899" y="11491"/>
                  </a:cubicBezTo>
                  <a:cubicBezTo>
                    <a:pt x="58788" y="9576"/>
                    <a:pt x="53676" y="5746"/>
                    <a:pt x="49203" y="1915"/>
                  </a:cubicBezTo>
                  <a:cubicBezTo>
                    <a:pt x="47925" y="638"/>
                    <a:pt x="46008" y="0"/>
                    <a:pt x="44730" y="0"/>
                  </a:cubicBezTo>
                  <a:cubicBezTo>
                    <a:pt x="42813" y="0"/>
                    <a:pt x="41535" y="638"/>
                    <a:pt x="40257" y="1915"/>
                  </a:cubicBezTo>
                  <a:cubicBezTo>
                    <a:pt x="35783" y="6384"/>
                    <a:pt x="30672" y="10214"/>
                    <a:pt x="24921" y="12130"/>
                  </a:cubicBezTo>
                  <a:cubicBezTo>
                    <a:pt x="17892" y="14683"/>
                    <a:pt x="10863" y="14683"/>
                    <a:pt x="7029" y="14683"/>
                  </a:cubicBezTo>
                  <a:cubicBezTo>
                    <a:pt x="5112" y="14683"/>
                    <a:pt x="3195" y="15322"/>
                    <a:pt x="1917" y="16598"/>
                  </a:cubicBezTo>
                  <a:cubicBezTo>
                    <a:pt x="639" y="17875"/>
                    <a:pt x="0" y="19790"/>
                    <a:pt x="0" y="21706"/>
                  </a:cubicBezTo>
                  <a:lnTo>
                    <a:pt x="639" y="49795"/>
                  </a:lnTo>
                  <a:cubicBezTo>
                    <a:pt x="639" y="65117"/>
                    <a:pt x="7029" y="79161"/>
                    <a:pt x="17892" y="89376"/>
                  </a:cubicBezTo>
                  <a:lnTo>
                    <a:pt x="18531" y="90014"/>
                  </a:lnTo>
                  <a:cubicBezTo>
                    <a:pt x="26199" y="97036"/>
                    <a:pt x="34506" y="102782"/>
                    <a:pt x="43451" y="106612"/>
                  </a:cubicBezTo>
                  <a:cubicBezTo>
                    <a:pt x="44091" y="107251"/>
                    <a:pt x="45368" y="107251"/>
                    <a:pt x="46008" y="107251"/>
                  </a:cubicBezTo>
                  <a:cubicBezTo>
                    <a:pt x="47286" y="107251"/>
                    <a:pt x="47925" y="107251"/>
                    <a:pt x="48563" y="106612"/>
                  </a:cubicBezTo>
                  <a:cubicBezTo>
                    <a:pt x="57509" y="102144"/>
                    <a:pt x="65177" y="96398"/>
                    <a:pt x="72206" y="90014"/>
                  </a:cubicBezTo>
                  <a:cubicBezTo>
                    <a:pt x="73484" y="88737"/>
                    <a:pt x="74762" y="87460"/>
                    <a:pt x="75401" y="86184"/>
                  </a:cubicBezTo>
                  <a:cubicBezTo>
                    <a:pt x="84347" y="75969"/>
                    <a:pt x="89459" y="62563"/>
                    <a:pt x="89459" y="49157"/>
                  </a:cubicBezTo>
                  <a:lnTo>
                    <a:pt x="89459" y="21067"/>
                  </a:lnTo>
                  <a:cubicBezTo>
                    <a:pt x="89459" y="19152"/>
                    <a:pt x="88820" y="17875"/>
                    <a:pt x="87542" y="16598"/>
                  </a:cubicBezTo>
                  <a:cubicBezTo>
                    <a:pt x="85625" y="15322"/>
                    <a:pt x="83708" y="14683"/>
                    <a:pt x="82430" y="14683"/>
                  </a:cubicBezTo>
                  <a:close/>
                  <a:moveTo>
                    <a:pt x="76040" y="48518"/>
                  </a:moveTo>
                  <a:cubicBezTo>
                    <a:pt x="76040" y="59371"/>
                    <a:pt x="72206" y="69585"/>
                    <a:pt x="65177" y="77246"/>
                  </a:cubicBezTo>
                  <a:cubicBezTo>
                    <a:pt x="64538" y="78523"/>
                    <a:pt x="63261" y="79161"/>
                    <a:pt x="61982" y="80438"/>
                  </a:cubicBezTo>
                  <a:cubicBezTo>
                    <a:pt x="56871" y="85545"/>
                    <a:pt x="51119" y="90014"/>
                    <a:pt x="44730" y="93206"/>
                  </a:cubicBezTo>
                  <a:cubicBezTo>
                    <a:pt x="37701" y="90014"/>
                    <a:pt x="31311" y="85545"/>
                    <a:pt x="25560" y="79800"/>
                  </a:cubicBezTo>
                  <a:lnTo>
                    <a:pt x="24921" y="79161"/>
                  </a:lnTo>
                  <a:cubicBezTo>
                    <a:pt x="16614" y="71500"/>
                    <a:pt x="12141" y="60009"/>
                    <a:pt x="11502" y="48518"/>
                  </a:cubicBezTo>
                  <a:lnTo>
                    <a:pt x="10863" y="26813"/>
                  </a:lnTo>
                  <a:cubicBezTo>
                    <a:pt x="15975" y="26813"/>
                    <a:pt x="21726" y="25536"/>
                    <a:pt x="27477" y="23621"/>
                  </a:cubicBezTo>
                  <a:cubicBezTo>
                    <a:pt x="33228" y="21706"/>
                    <a:pt x="38978" y="18514"/>
                    <a:pt x="43451" y="14045"/>
                  </a:cubicBezTo>
                  <a:cubicBezTo>
                    <a:pt x="47925" y="17237"/>
                    <a:pt x="52398" y="20429"/>
                    <a:pt x="57509" y="22344"/>
                  </a:cubicBezTo>
                  <a:cubicBezTo>
                    <a:pt x="63261" y="24259"/>
                    <a:pt x="69011" y="26174"/>
                    <a:pt x="74762" y="26174"/>
                  </a:cubicBezTo>
                  <a:lnTo>
                    <a:pt x="74762" y="48518"/>
                  </a:lnTo>
                  <a:close/>
                </a:path>
              </a:pathLst>
            </a:custGeom>
            <a:solidFill>
              <a:srgbClr val="007CB0"/>
            </a:solidFill>
            <a:ln w="6390" cap="flat">
              <a:noFill/>
              <a:prstDash val="solid"/>
              <a:miter/>
            </a:ln>
          </p:spPr>
          <p:txBody>
            <a:bodyPr rtlCol="0" anchor="ctr"/>
            <a:lstStyle/>
            <a:p>
              <a:endParaRPr lang="en-US"/>
            </a:p>
          </p:txBody>
        </p:sp>
        <p:sp>
          <p:nvSpPr>
            <p:cNvPr id="803" name="Graphic 4">
              <a:extLst>
                <a:ext uri="{FF2B5EF4-FFF2-40B4-BE49-F238E27FC236}">
                  <a16:creationId xmlns:a16="http://schemas.microsoft.com/office/drawing/2014/main" id="{180F1D4C-AD3B-6D4D-A530-ACE49064E222}"/>
                </a:ext>
              </a:extLst>
            </p:cNvPr>
            <p:cNvSpPr/>
            <p:nvPr/>
          </p:nvSpPr>
          <p:spPr>
            <a:xfrm>
              <a:off x="4884308" y="2965522"/>
              <a:ext cx="43771" cy="38942"/>
            </a:xfrm>
            <a:custGeom>
              <a:avLst/>
              <a:gdLst>
                <a:gd name="connsiteX0" fmla="*/ 25080 w 43771"/>
                <a:gd name="connsiteY0" fmla="*/ 3192 h 38942"/>
                <a:gd name="connsiteX1" fmla="*/ 21885 w 43771"/>
                <a:gd name="connsiteY1" fmla="*/ 6384 h 38942"/>
                <a:gd name="connsiteX2" fmla="*/ 18690 w 43771"/>
                <a:gd name="connsiteY2" fmla="*/ 3192 h 38942"/>
                <a:gd name="connsiteX3" fmla="*/ 11022 w 43771"/>
                <a:gd name="connsiteY3" fmla="*/ 0 h 38942"/>
                <a:gd name="connsiteX4" fmla="*/ 3355 w 43771"/>
                <a:gd name="connsiteY4" fmla="*/ 3192 h 38942"/>
                <a:gd name="connsiteX5" fmla="*/ 3355 w 43771"/>
                <a:gd name="connsiteY5" fmla="*/ 19790 h 38942"/>
                <a:gd name="connsiteX6" fmla="*/ 20607 w 43771"/>
                <a:gd name="connsiteY6" fmla="*/ 38304 h 38942"/>
                <a:gd name="connsiteX7" fmla="*/ 21885 w 43771"/>
                <a:gd name="connsiteY7" fmla="*/ 38942 h 38942"/>
                <a:gd name="connsiteX8" fmla="*/ 21885 w 43771"/>
                <a:gd name="connsiteY8" fmla="*/ 38942 h 38942"/>
                <a:gd name="connsiteX9" fmla="*/ 21885 w 43771"/>
                <a:gd name="connsiteY9" fmla="*/ 38942 h 38942"/>
                <a:gd name="connsiteX10" fmla="*/ 23163 w 43771"/>
                <a:gd name="connsiteY10" fmla="*/ 38304 h 38942"/>
                <a:gd name="connsiteX11" fmla="*/ 36582 w 43771"/>
                <a:gd name="connsiteY11" fmla="*/ 23621 h 38942"/>
                <a:gd name="connsiteX12" fmla="*/ 40416 w 43771"/>
                <a:gd name="connsiteY12" fmla="*/ 19790 h 38942"/>
                <a:gd name="connsiteX13" fmla="*/ 40416 w 43771"/>
                <a:gd name="connsiteY13" fmla="*/ 3192 h 38942"/>
                <a:gd name="connsiteX14" fmla="*/ 32748 w 43771"/>
                <a:gd name="connsiteY14" fmla="*/ 0 h 38942"/>
                <a:gd name="connsiteX15" fmla="*/ 25080 w 43771"/>
                <a:gd name="connsiteY15" fmla="*/ 3192 h 3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771" h="38942">
                  <a:moveTo>
                    <a:pt x="25080" y="3192"/>
                  </a:moveTo>
                  <a:lnTo>
                    <a:pt x="21885" y="6384"/>
                  </a:lnTo>
                  <a:lnTo>
                    <a:pt x="18690" y="3192"/>
                  </a:lnTo>
                  <a:cubicBezTo>
                    <a:pt x="16773" y="1277"/>
                    <a:pt x="13579" y="0"/>
                    <a:pt x="11022" y="0"/>
                  </a:cubicBezTo>
                  <a:cubicBezTo>
                    <a:pt x="8467" y="0"/>
                    <a:pt x="5272" y="1277"/>
                    <a:pt x="3355" y="3192"/>
                  </a:cubicBezTo>
                  <a:cubicBezTo>
                    <a:pt x="-1118" y="7661"/>
                    <a:pt x="-1118" y="15322"/>
                    <a:pt x="3355" y="19790"/>
                  </a:cubicBezTo>
                  <a:lnTo>
                    <a:pt x="20607" y="38304"/>
                  </a:lnTo>
                  <a:cubicBezTo>
                    <a:pt x="20607" y="38304"/>
                    <a:pt x="21247" y="38942"/>
                    <a:pt x="21885" y="38942"/>
                  </a:cubicBezTo>
                  <a:cubicBezTo>
                    <a:pt x="21885" y="38942"/>
                    <a:pt x="21885" y="38942"/>
                    <a:pt x="21885" y="38942"/>
                  </a:cubicBezTo>
                  <a:cubicBezTo>
                    <a:pt x="21885" y="38942"/>
                    <a:pt x="21885" y="38942"/>
                    <a:pt x="21885" y="38942"/>
                  </a:cubicBezTo>
                  <a:cubicBezTo>
                    <a:pt x="22525" y="38942"/>
                    <a:pt x="22525" y="38942"/>
                    <a:pt x="23163" y="38304"/>
                  </a:cubicBezTo>
                  <a:lnTo>
                    <a:pt x="36582" y="23621"/>
                  </a:lnTo>
                  <a:lnTo>
                    <a:pt x="40416" y="19790"/>
                  </a:lnTo>
                  <a:cubicBezTo>
                    <a:pt x="44889" y="15322"/>
                    <a:pt x="44889" y="7661"/>
                    <a:pt x="40416" y="3192"/>
                  </a:cubicBezTo>
                  <a:cubicBezTo>
                    <a:pt x="38499" y="1277"/>
                    <a:pt x="35304" y="0"/>
                    <a:pt x="32748" y="0"/>
                  </a:cubicBezTo>
                  <a:cubicBezTo>
                    <a:pt x="30192" y="0"/>
                    <a:pt x="27636" y="1277"/>
                    <a:pt x="25080" y="3192"/>
                  </a:cubicBezTo>
                  <a:close/>
                </a:path>
              </a:pathLst>
            </a:custGeom>
            <a:solidFill>
              <a:srgbClr val="007CB0"/>
            </a:solidFill>
            <a:ln w="6390" cap="flat">
              <a:noFill/>
              <a:prstDash val="solid"/>
              <a:miter/>
            </a:ln>
          </p:spPr>
          <p:txBody>
            <a:bodyPr rtlCol="0" anchor="ctr"/>
            <a:lstStyle/>
            <a:p>
              <a:endParaRPr lang="en-US"/>
            </a:p>
          </p:txBody>
        </p:sp>
      </p:grpSp>
      <p:grpSp>
        <p:nvGrpSpPr>
          <p:cNvPr id="804" name="Graphic 4">
            <a:extLst>
              <a:ext uri="{FF2B5EF4-FFF2-40B4-BE49-F238E27FC236}">
                <a16:creationId xmlns:a16="http://schemas.microsoft.com/office/drawing/2014/main" id="{26F33AA9-7A08-C54D-8339-90FDFB099131}"/>
              </a:ext>
            </a:extLst>
          </p:cNvPr>
          <p:cNvGrpSpPr/>
          <p:nvPr/>
        </p:nvGrpSpPr>
        <p:grpSpPr>
          <a:xfrm>
            <a:off x="3607758" y="3824168"/>
            <a:ext cx="361674" cy="361333"/>
            <a:chOff x="3607758" y="3824168"/>
            <a:chExt cx="361674" cy="361333"/>
          </a:xfrm>
          <a:solidFill>
            <a:srgbClr val="007CB0"/>
          </a:solidFill>
        </p:grpSpPr>
        <p:sp>
          <p:nvSpPr>
            <p:cNvPr id="805" name="Graphic 4">
              <a:extLst>
                <a:ext uri="{FF2B5EF4-FFF2-40B4-BE49-F238E27FC236}">
                  <a16:creationId xmlns:a16="http://schemas.microsoft.com/office/drawing/2014/main" id="{A28C294F-F624-6542-B6A3-955FCB021CAD}"/>
                </a:ext>
              </a:extLst>
            </p:cNvPr>
            <p:cNvSpPr/>
            <p:nvPr/>
          </p:nvSpPr>
          <p:spPr>
            <a:xfrm>
              <a:off x="3607758" y="3824168"/>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6"/>
                    <a:pt x="0" y="180667"/>
                  </a:cubicBezTo>
                  <a:cubicBezTo>
                    <a:pt x="0" y="280895"/>
                    <a:pt x="81152" y="361333"/>
                    <a:pt x="180836" y="361333"/>
                  </a:cubicBezTo>
                  <a:cubicBezTo>
                    <a:pt x="280518" y="361333"/>
                    <a:pt x="361671" y="280257"/>
                    <a:pt x="361671" y="180667"/>
                  </a:cubicBezTo>
                  <a:cubicBezTo>
                    <a:pt x="362310" y="81076"/>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8891" y="273873"/>
                    <a:pt x="274128" y="349204"/>
                    <a:pt x="180836" y="349204"/>
                  </a:cubicBezTo>
                  <a:close/>
                </a:path>
              </a:pathLst>
            </a:custGeom>
            <a:solidFill>
              <a:srgbClr val="007CB0"/>
            </a:solidFill>
            <a:ln w="6390" cap="flat">
              <a:noFill/>
              <a:prstDash val="solid"/>
              <a:miter/>
            </a:ln>
          </p:spPr>
          <p:txBody>
            <a:bodyPr rtlCol="0" anchor="ctr"/>
            <a:lstStyle/>
            <a:p>
              <a:endParaRPr lang="en-US"/>
            </a:p>
          </p:txBody>
        </p:sp>
        <p:sp>
          <p:nvSpPr>
            <p:cNvPr id="806" name="Graphic 4">
              <a:extLst>
                <a:ext uri="{FF2B5EF4-FFF2-40B4-BE49-F238E27FC236}">
                  <a16:creationId xmlns:a16="http://schemas.microsoft.com/office/drawing/2014/main" id="{581FF08E-B222-6B41-A279-BBC79AF980F0}"/>
                </a:ext>
              </a:extLst>
            </p:cNvPr>
            <p:cNvSpPr/>
            <p:nvPr/>
          </p:nvSpPr>
          <p:spPr>
            <a:xfrm>
              <a:off x="3759199" y="3867284"/>
              <a:ext cx="56969" cy="62219"/>
            </a:xfrm>
            <a:custGeom>
              <a:avLst/>
              <a:gdLst>
                <a:gd name="connsiteX0" fmla="*/ 5751 w 56969"/>
                <a:gd name="connsiteY0" fmla="*/ 61581 h 62219"/>
                <a:gd name="connsiteX1" fmla="*/ 12780 w 56969"/>
                <a:gd name="connsiteY1" fmla="*/ 56474 h 62219"/>
                <a:gd name="connsiteX2" fmla="*/ 26838 w 56969"/>
                <a:gd name="connsiteY2" fmla="*/ 50728 h 62219"/>
                <a:gd name="connsiteX3" fmla="*/ 44091 w 56969"/>
                <a:gd name="connsiteY3" fmla="*/ 57112 h 62219"/>
                <a:gd name="connsiteX4" fmla="*/ 50481 w 56969"/>
                <a:gd name="connsiteY4" fmla="*/ 62219 h 62219"/>
                <a:gd name="connsiteX5" fmla="*/ 51759 w 56969"/>
                <a:gd name="connsiteY5" fmla="*/ 62219 h 62219"/>
                <a:gd name="connsiteX6" fmla="*/ 56871 w 56969"/>
                <a:gd name="connsiteY6" fmla="*/ 54559 h 62219"/>
                <a:gd name="connsiteX7" fmla="*/ 33867 w 56969"/>
                <a:gd name="connsiteY7" fmla="*/ 38599 h 62219"/>
                <a:gd name="connsiteX8" fmla="*/ 40896 w 56969"/>
                <a:gd name="connsiteY8" fmla="*/ 35407 h 62219"/>
                <a:gd name="connsiteX9" fmla="*/ 48564 w 56969"/>
                <a:gd name="connsiteY9" fmla="*/ 22639 h 62219"/>
                <a:gd name="connsiteX10" fmla="*/ 32589 w 56969"/>
                <a:gd name="connsiteY10" fmla="*/ 295 h 62219"/>
                <a:gd name="connsiteX11" fmla="*/ 10224 w 56969"/>
                <a:gd name="connsiteY11" fmla="*/ 16255 h 62219"/>
                <a:gd name="connsiteX12" fmla="*/ 24282 w 56969"/>
                <a:gd name="connsiteY12" fmla="*/ 37960 h 62219"/>
                <a:gd name="connsiteX13" fmla="*/ 0 w 56969"/>
                <a:gd name="connsiteY13" fmla="*/ 54559 h 62219"/>
                <a:gd name="connsiteX14" fmla="*/ 5751 w 56969"/>
                <a:gd name="connsiteY14" fmla="*/ 61581 h 62219"/>
                <a:gd name="connsiteX15" fmla="*/ 23004 w 56969"/>
                <a:gd name="connsiteY15" fmla="*/ 18170 h 62219"/>
                <a:gd name="connsiteX16" fmla="*/ 29394 w 56969"/>
                <a:gd name="connsiteY16" fmla="*/ 12424 h 62219"/>
                <a:gd name="connsiteX17" fmla="*/ 30672 w 56969"/>
                <a:gd name="connsiteY17" fmla="*/ 12424 h 62219"/>
                <a:gd name="connsiteX18" fmla="*/ 36423 w 56969"/>
                <a:gd name="connsiteY18" fmla="*/ 20085 h 62219"/>
                <a:gd name="connsiteX19" fmla="*/ 33867 w 56969"/>
                <a:gd name="connsiteY19" fmla="*/ 24554 h 62219"/>
                <a:gd name="connsiteX20" fmla="*/ 28755 w 56969"/>
                <a:gd name="connsiteY20" fmla="*/ 25831 h 62219"/>
                <a:gd name="connsiteX21" fmla="*/ 23004 w 56969"/>
                <a:gd name="connsiteY21" fmla="*/ 18170 h 6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6969" h="62219">
                  <a:moveTo>
                    <a:pt x="5751" y="61581"/>
                  </a:moveTo>
                  <a:cubicBezTo>
                    <a:pt x="8946" y="62219"/>
                    <a:pt x="12780" y="59666"/>
                    <a:pt x="12780" y="56474"/>
                  </a:cubicBezTo>
                  <a:cubicBezTo>
                    <a:pt x="13419" y="53920"/>
                    <a:pt x="19170" y="50728"/>
                    <a:pt x="26838" y="50728"/>
                  </a:cubicBezTo>
                  <a:cubicBezTo>
                    <a:pt x="35784" y="50090"/>
                    <a:pt x="43451" y="53282"/>
                    <a:pt x="44091" y="57112"/>
                  </a:cubicBezTo>
                  <a:cubicBezTo>
                    <a:pt x="44730" y="60304"/>
                    <a:pt x="47286" y="62219"/>
                    <a:pt x="50481" y="62219"/>
                  </a:cubicBezTo>
                  <a:cubicBezTo>
                    <a:pt x="51119" y="62219"/>
                    <a:pt x="51119" y="62219"/>
                    <a:pt x="51759" y="62219"/>
                  </a:cubicBezTo>
                  <a:cubicBezTo>
                    <a:pt x="54954" y="61581"/>
                    <a:pt x="57509" y="57751"/>
                    <a:pt x="56871" y="54559"/>
                  </a:cubicBezTo>
                  <a:cubicBezTo>
                    <a:pt x="54954" y="44983"/>
                    <a:pt x="44730" y="39875"/>
                    <a:pt x="33867" y="38599"/>
                  </a:cubicBezTo>
                  <a:cubicBezTo>
                    <a:pt x="36423" y="37960"/>
                    <a:pt x="38340" y="37322"/>
                    <a:pt x="40896" y="35407"/>
                  </a:cubicBezTo>
                  <a:cubicBezTo>
                    <a:pt x="45369" y="32215"/>
                    <a:pt x="47925" y="27746"/>
                    <a:pt x="48564" y="22639"/>
                  </a:cubicBezTo>
                  <a:cubicBezTo>
                    <a:pt x="50481" y="11786"/>
                    <a:pt x="42813" y="2210"/>
                    <a:pt x="32589" y="295"/>
                  </a:cubicBezTo>
                  <a:cubicBezTo>
                    <a:pt x="21726" y="-1620"/>
                    <a:pt x="12141" y="6040"/>
                    <a:pt x="10224" y="16255"/>
                  </a:cubicBezTo>
                  <a:cubicBezTo>
                    <a:pt x="8307" y="25831"/>
                    <a:pt x="14697" y="35407"/>
                    <a:pt x="24282" y="37960"/>
                  </a:cubicBezTo>
                  <a:cubicBezTo>
                    <a:pt x="10863" y="39237"/>
                    <a:pt x="1278" y="45621"/>
                    <a:pt x="0" y="54559"/>
                  </a:cubicBezTo>
                  <a:cubicBezTo>
                    <a:pt x="0" y="57751"/>
                    <a:pt x="2556" y="61581"/>
                    <a:pt x="5751" y="61581"/>
                  </a:cubicBezTo>
                  <a:close/>
                  <a:moveTo>
                    <a:pt x="23004" y="18170"/>
                  </a:moveTo>
                  <a:cubicBezTo>
                    <a:pt x="23643" y="14978"/>
                    <a:pt x="26199" y="12424"/>
                    <a:pt x="29394" y="12424"/>
                  </a:cubicBezTo>
                  <a:cubicBezTo>
                    <a:pt x="30033" y="12424"/>
                    <a:pt x="30033" y="12424"/>
                    <a:pt x="30672" y="12424"/>
                  </a:cubicBezTo>
                  <a:cubicBezTo>
                    <a:pt x="34506" y="13063"/>
                    <a:pt x="37062" y="16255"/>
                    <a:pt x="36423" y="20085"/>
                  </a:cubicBezTo>
                  <a:cubicBezTo>
                    <a:pt x="36423" y="22000"/>
                    <a:pt x="35145" y="23277"/>
                    <a:pt x="33867" y="24554"/>
                  </a:cubicBezTo>
                  <a:cubicBezTo>
                    <a:pt x="32589" y="25831"/>
                    <a:pt x="30672" y="25831"/>
                    <a:pt x="28755" y="25831"/>
                  </a:cubicBezTo>
                  <a:cubicBezTo>
                    <a:pt x="24921" y="25192"/>
                    <a:pt x="23004" y="22000"/>
                    <a:pt x="23004" y="18170"/>
                  </a:cubicBezTo>
                  <a:close/>
                </a:path>
              </a:pathLst>
            </a:custGeom>
            <a:solidFill>
              <a:srgbClr val="007CB0"/>
            </a:solidFill>
            <a:ln w="6390" cap="flat">
              <a:noFill/>
              <a:prstDash val="solid"/>
              <a:miter/>
            </a:ln>
          </p:spPr>
          <p:txBody>
            <a:bodyPr rtlCol="0" anchor="ctr"/>
            <a:lstStyle/>
            <a:p>
              <a:endParaRPr lang="en-US"/>
            </a:p>
          </p:txBody>
        </p:sp>
        <p:sp>
          <p:nvSpPr>
            <p:cNvPr id="807" name="Graphic 4">
              <a:extLst>
                <a:ext uri="{FF2B5EF4-FFF2-40B4-BE49-F238E27FC236}">
                  <a16:creationId xmlns:a16="http://schemas.microsoft.com/office/drawing/2014/main" id="{B129ECEA-6E19-614B-9452-4A389E482ECC}"/>
                </a:ext>
              </a:extLst>
            </p:cNvPr>
            <p:cNvSpPr/>
            <p:nvPr/>
          </p:nvSpPr>
          <p:spPr>
            <a:xfrm>
              <a:off x="3760379" y="4081321"/>
              <a:ext cx="56428" cy="62683"/>
            </a:xfrm>
            <a:custGeom>
              <a:avLst/>
              <a:gdLst>
                <a:gd name="connsiteX0" fmla="*/ 51218 w 56428"/>
                <a:gd name="connsiteY0" fmla="*/ 121 h 62683"/>
                <a:gd name="connsiteX1" fmla="*/ 43550 w 56428"/>
                <a:gd name="connsiteY1" fmla="*/ 5228 h 62683"/>
                <a:gd name="connsiteX2" fmla="*/ 26297 w 56428"/>
                <a:gd name="connsiteY2" fmla="*/ 11612 h 62683"/>
                <a:gd name="connsiteX3" fmla="*/ 12240 w 56428"/>
                <a:gd name="connsiteY3" fmla="*/ 5866 h 62683"/>
                <a:gd name="connsiteX4" fmla="*/ 5210 w 56428"/>
                <a:gd name="connsiteY4" fmla="*/ 759 h 62683"/>
                <a:gd name="connsiteX5" fmla="*/ 99 w 56428"/>
                <a:gd name="connsiteY5" fmla="*/ 7782 h 62683"/>
                <a:gd name="connsiteX6" fmla="*/ 24380 w 56428"/>
                <a:gd name="connsiteY6" fmla="*/ 24380 h 62683"/>
                <a:gd name="connsiteX7" fmla="*/ 10322 w 56428"/>
                <a:gd name="connsiteY7" fmla="*/ 46086 h 62683"/>
                <a:gd name="connsiteX8" fmla="*/ 29492 w 56428"/>
                <a:gd name="connsiteY8" fmla="*/ 62684 h 62683"/>
                <a:gd name="connsiteX9" fmla="*/ 32687 w 56428"/>
                <a:gd name="connsiteY9" fmla="*/ 62684 h 62683"/>
                <a:gd name="connsiteX10" fmla="*/ 48662 w 56428"/>
                <a:gd name="connsiteY10" fmla="*/ 40340 h 62683"/>
                <a:gd name="connsiteX11" fmla="*/ 33965 w 56428"/>
                <a:gd name="connsiteY11" fmla="*/ 24380 h 62683"/>
                <a:gd name="connsiteX12" fmla="*/ 56330 w 56428"/>
                <a:gd name="connsiteY12" fmla="*/ 8420 h 62683"/>
                <a:gd name="connsiteX13" fmla="*/ 51218 w 56428"/>
                <a:gd name="connsiteY13" fmla="*/ 121 h 62683"/>
                <a:gd name="connsiteX14" fmla="*/ 29492 w 56428"/>
                <a:gd name="connsiteY14" fmla="*/ 49278 h 62683"/>
                <a:gd name="connsiteX15" fmla="*/ 21824 w 56428"/>
                <a:gd name="connsiteY15" fmla="*/ 43532 h 62683"/>
                <a:gd name="connsiteX16" fmla="*/ 27575 w 56428"/>
                <a:gd name="connsiteY16" fmla="*/ 35871 h 62683"/>
                <a:gd name="connsiteX17" fmla="*/ 35243 w 56428"/>
                <a:gd name="connsiteY17" fmla="*/ 41617 h 62683"/>
                <a:gd name="connsiteX18" fmla="*/ 29492 w 56428"/>
                <a:gd name="connsiteY18" fmla="*/ 49278 h 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6428" h="62683">
                  <a:moveTo>
                    <a:pt x="51218" y="121"/>
                  </a:moveTo>
                  <a:cubicBezTo>
                    <a:pt x="48023" y="-518"/>
                    <a:pt x="44189" y="1398"/>
                    <a:pt x="43550" y="5228"/>
                  </a:cubicBezTo>
                  <a:cubicBezTo>
                    <a:pt x="42911" y="9058"/>
                    <a:pt x="34604" y="12250"/>
                    <a:pt x="26297" y="11612"/>
                  </a:cubicBezTo>
                  <a:cubicBezTo>
                    <a:pt x="17990" y="11612"/>
                    <a:pt x="12240" y="8420"/>
                    <a:pt x="12240" y="5866"/>
                  </a:cubicBezTo>
                  <a:cubicBezTo>
                    <a:pt x="11600" y="2674"/>
                    <a:pt x="8405" y="121"/>
                    <a:pt x="5210" y="759"/>
                  </a:cubicBezTo>
                  <a:cubicBezTo>
                    <a:pt x="2015" y="1398"/>
                    <a:pt x="-540" y="4590"/>
                    <a:pt x="99" y="7782"/>
                  </a:cubicBezTo>
                  <a:cubicBezTo>
                    <a:pt x="1377" y="16719"/>
                    <a:pt x="10962" y="23103"/>
                    <a:pt x="24380" y="24380"/>
                  </a:cubicBezTo>
                  <a:cubicBezTo>
                    <a:pt x="14795" y="26934"/>
                    <a:pt x="8405" y="36510"/>
                    <a:pt x="10322" y="46086"/>
                  </a:cubicBezTo>
                  <a:cubicBezTo>
                    <a:pt x="11600" y="55662"/>
                    <a:pt x="19907" y="62684"/>
                    <a:pt x="29492" y="62684"/>
                  </a:cubicBezTo>
                  <a:cubicBezTo>
                    <a:pt x="30770" y="62684"/>
                    <a:pt x="31409" y="62684"/>
                    <a:pt x="32687" y="62684"/>
                  </a:cubicBezTo>
                  <a:cubicBezTo>
                    <a:pt x="43550" y="60769"/>
                    <a:pt x="50579" y="51193"/>
                    <a:pt x="48662" y="40340"/>
                  </a:cubicBezTo>
                  <a:cubicBezTo>
                    <a:pt x="47384" y="32679"/>
                    <a:pt x="41633" y="26295"/>
                    <a:pt x="33965" y="24380"/>
                  </a:cubicBezTo>
                  <a:cubicBezTo>
                    <a:pt x="44828" y="23103"/>
                    <a:pt x="54413" y="17996"/>
                    <a:pt x="56330" y="8420"/>
                  </a:cubicBezTo>
                  <a:cubicBezTo>
                    <a:pt x="56969" y="3951"/>
                    <a:pt x="54413" y="759"/>
                    <a:pt x="51218" y="121"/>
                  </a:cubicBezTo>
                  <a:close/>
                  <a:moveTo>
                    <a:pt x="29492" y="49278"/>
                  </a:moveTo>
                  <a:cubicBezTo>
                    <a:pt x="25658" y="49916"/>
                    <a:pt x="22463" y="47362"/>
                    <a:pt x="21824" y="43532"/>
                  </a:cubicBezTo>
                  <a:cubicBezTo>
                    <a:pt x="21185" y="39702"/>
                    <a:pt x="23741" y="36510"/>
                    <a:pt x="27575" y="35871"/>
                  </a:cubicBezTo>
                  <a:cubicBezTo>
                    <a:pt x="31409" y="35233"/>
                    <a:pt x="34604" y="37786"/>
                    <a:pt x="35243" y="41617"/>
                  </a:cubicBezTo>
                  <a:cubicBezTo>
                    <a:pt x="35882" y="44809"/>
                    <a:pt x="33326" y="48639"/>
                    <a:pt x="29492" y="49278"/>
                  </a:cubicBezTo>
                  <a:close/>
                </a:path>
              </a:pathLst>
            </a:custGeom>
            <a:solidFill>
              <a:srgbClr val="007CB0"/>
            </a:solidFill>
            <a:ln w="6390" cap="flat">
              <a:noFill/>
              <a:prstDash val="solid"/>
              <a:miter/>
            </a:ln>
          </p:spPr>
          <p:txBody>
            <a:bodyPr rtlCol="0" anchor="ctr"/>
            <a:lstStyle/>
            <a:p>
              <a:endParaRPr lang="en-US"/>
            </a:p>
          </p:txBody>
        </p:sp>
        <p:sp>
          <p:nvSpPr>
            <p:cNvPr id="808" name="Graphic 4">
              <a:extLst>
                <a:ext uri="{FF2B5EF4-FFF2-40B4-BE49-F238E27FC236}">
                  <a16:creationId xmlns:a16="http://schemas.microsoft.com/office/drawing/2014/main" id="{9A4123C0-DB7F-F043-8B20-6482B73AE3A8}"/>
                </a:ext>
              </a:extLst>
            </p:cNvPr>
            <p:cNvSpPr/>
            <p:nvPr/>
          </p:nvSpPr>
          <p:spPr>
            <a:xfrm>
              <a:off x="3864512" y="3977262"/>
              <a:ext cx="62418" cy="56938"/>
            </a:xfrm>
            <a:custGeom>
              <a:avLst/>
              <a:gdLst>
                <a:gd name="connsiteX0" fmla="*/ 62104 w 62418"/>
                <a:gd name="connsiteY0" fmla="*/ 24380 h 56938"/>
                <a:gd name="connsiteX1" fmla="*/ 54436 w 62418"/>
                <a:gd name="connsiteY1" fmla="*/ 11612 h 56938"/>
                <a:gd name="connsiteX2" fmla="*/ 39739 w 62418"/>
                <a:gd name="connsiteY2" fmla="*/ 8420 h 56938"/>
                <a:gd name="connsiteX3" fmla="*/ 23764 w 62418"/>
                <a:gd name="connsiteY3" fmla="*/ 23103 h 56938"/>
                <a:gd name="connsiteX4" fmla="*/ 7789 w 62418"/>
                <a:gd name="connsiteY4" fmla="*/ 121 h 56938"/>
                <a:gd name="connsiteX5" fmla="*/ 121 w 62418"/>
                <a:gd name="connsiteY5" fmla="*/ 5228 h 56938"/>
                <a:gd name="connsiteX6" fmla="*/ 5233 w 62418"/>
                <a:gd name="connsiteY6" fmla="*/ 12889 h 56938"/>
                <a:gd name="connsiteX7" fmla="*/ 11623 w 62418"/>
                <a:gd name="connsiteY7" fmla="*/ 30125 h 56938"/>
                <a:gd name="connsiteX8" fmla="*/ 5872 w 62418"/>
                <a:gd name="connsiteY8" fmla="*/ 44170 h 56938"/>
                <a:gd name="connsiteX9" fmla="*/ 760 w 62418"/>
                <a:gd name="connsiteY9" fmla="*/ 51193 h 56938"/>
                <a:gd name="connsiteX10" fmla="*/ 7150 w 62418"/>
                <a:gd name="connsiteY10" fmla="*/ 56938 h 56938"/>
                <a:gd name="connsiteX11" fmla="*/ 7789 w 62418"/>
                <a:gd name="connsiteY11" fmla="*/ 56938 h 56938"/>
                <a:gd name="connsiteX12" fmla="*/ 24403 w 62418"/>
                <a:gd name="connsiteY12" fmla="*/ 32679 h 56938"/>
                <a:gd name="connsiteX13" fmla="*/ 42934 w 62418"/>
                <a:gd name="connsiteY13" fmla="*/ 46724 h 56938"/>
                <a:gd name="connsiteX14" fmla="*/ 46129 w 62418"/>
                <a:gd name="connsiteY14" fmla="*/ 46724 h 56938"/>
                <a:gd name="connsiteX15" fmla="*/ 62104 w 62418"/>
                <a:gd name="connsiteY15" fmla="*/ 24380 h 56938"/>
                <a:gd name="connsiteX16" fmla="*/ 44212 w 62418"/>
                <a:gd name="connsiteY16" fmla="*/ 33956 h 56938"/>
                <a:gd name="connsiteX17" fmla="*/ 36544 w 62418"/>
                <a:gd name="connsiteY17" fmla="*/ 28210 h 56938"/>
                <a:gd name="connsiteX18" fmla="*/ 42295 w 62418"/>
                <a:gd name="connsiteY18" fmla="*/ 20549 h 56938"/>
                <a:gd name="connsiteX19" fmla="*/ 43573 w 62418"/>
                <a:gd name="connsiteY19" fmla="*/ 20549 h 56938"/>
                <a:gd name="connsiteX20" fmla="*/ 47407 w 62418"/>
                <a:gd name="connsiteY20" fmla="*/ 21826 h 56938"/>
                <a:gd name="connsiteX21" fmla="*/ 49962 w 62418"/>
                <a:gd name="connsiteY21" fmla="*/ 26295 h 56938"/>
                <a:gd name="connsiteX22" fmla="*/ 44212 w 62418"/>
                <a:gd name="connsiteY22" fmla="*/ 33956 h 56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2418" h="56938">
                  <a:moveTo>
                    <a:pt x="62104" y="24380"/>
                  </a:moveTo>
                  <a:cubicBezTo>
                    <a:pt x="61465" y="19273"/>
                    <a:pt x="58270" y="14804"/>
                    <a:pt x="54436" y="11612"/>
                  </a:cubicBezTo>
                  <a:cubicBezTo>
                    <a:pt x="49962" y="8420"/>
                    <a:pt x="44851" y="7143"/>
                    <a:pt x="39739" y="8420"/>
                  </a:cubicBezTo>
                  <a:cubicBezTo>
                    <a:pt x="32071" y="9697"/>
                    <a:pt x="25681" y="15442"/>
                    <a:pt x="23764" y="23103"/>
                  </a:cubicBezTo>
                  <a:cubicBezTo>
                    <a:pt x="22486" y="12250"/>
                    <a:pt x="17374" y="2674"/>
                    <a:pt x="7789" y="121"/>
                  </a:cubicBezTo>
                  <a:cubicBezTo>
                    <a:pt x="4594" y="-518"/>
                    <a:pt x="760" y="1398"/>
                    <a:pt x="121" y="5228"/>
                  </a:cubicBezTo>
                  <a:cubicBezTo>
                    <a:pt x="-518" y="8420"/>
                    <a:pt x="1399" y="12250"/>
                    <a:pt x="5233" y="12889"/>
                  </a:cubicBezTo>
                  <a:cubicBezTo>
                    <a:pt x="9067" y="13527"/>
                    <a:pt x="12262" y="21826"/>
                    <a:pt x="11623" y="30125"/>
                  </a:cubicBezTo>
                  <a:cubicBezTo>
                    <a:pt x="10984" y="38425"/>
                    <a:pt x="8428" y="44170"/>
                    <a:pt x="5872" y="44170"/>
                  </a:cubicBezTo>
                  <a:cubicBezTo>
                    <a:pt x="2677" y="44809"/>
                    <a:pt x="121" y="48001"/>
                    <a:pt x="760" y="51193"/>
                  </a:cubicBezTo>
                  <a:cubicBezTo>
                    <a:pt x="1399" y="54385"/>
                    <a:pt x="3955" y="56938"/>
                    <a:pt x="7150" y="56938"/>
                  </a:cubicBezTo>
                  <a:cubicBezTo>
                    <a:pt x="7150" y="56938"/>
                    <a:pt x="7789" y="56938"/>
                    <a:pt x="7789" y="56938"/>
                  </a:cubicBezTo>
                  <a:cubicBezTo>
                    <a:pt x="16735" y="55661"/>
                    <a:pt x="23125" y="46085"/>
                    <a:pt x="24403" y="32679"/>
                  </a:cubicBezTo>
                  <a:cubicBezTo>
                    <a:pt x="26959" y="40978"/>
                    <a:pt x="34627" y="46724"/>
                    <a:pt x="42934" y="46724"/>
                  </a:cubicBezTo>
                  <a:cubicBezTo>
                    <a:pt x="44212" y="46724"/>
                    <a:pt x="44851" y="46724"/>
                    <a:pt x="46129" y="46724"/>
                  </a:cubicBezTo>
                  <a:cubicBezTo>
                    <a:pt x="56992" y="45447"/>
                    <a:pt x="64020" y="35233"/>
                    <a:pt x="62104" y="24380"/>
                  </a:cubicBezTo>
                  <a:close/>
                  <a:moveTo>
                    <a:pt x="44212" y="33956"/>
                  </a:moveTo>
                  <a:cubicBezTo>
                    <a:pt x="40378" y="34594"/>
                    <a:pt x="37183" y="32041"/>
                    <a:pt x="36544" y="28210"/>
                  </a:cubicBezTo>
                  <a:cubicBezTo>
                    <a:pt x="35905" y="24380"/>
                    <a:pt x="38461" y="21188"/>
                    <a:pt x="42295" y="20549"/>
                  </a:cubicBezTo>
                  <a:cubicBezTo>
                    <a:pt x="42934" y="20549"/>
                    <a:pt x="42934" y="20549"/>
                    <a:pt x="43573" y="20549"/>
                  </a:cubicBezTo>
                  <a:cubicBezTo>
                    <a:pt x="44851" y="20549"/>
                    <a:pt x="46129" y="21188"/>
                    <a:pt x="47407" y="21826"/>
                  </a:cubicBezTo>
                  <a:cubicBezTo>
                    <a:pt x="48685" y="23103"/>
                    <a:pt x="49962" y="24380"/>
                    <a:pt x="49962" y="26295"/>
                  </a:cubicBezTo>
                  <a:cubicBezTo>
                    <a:pt x="50602" y="30125"/>
                    <a:pt x="48046" y="33956"/>
                    <a:pt x="44212" y="33956"/>
                  </a:cubicBezTo>
                  <a:close/>
                </a:path>
              </a:pathLst>
            </a:custGeom>
            <a:solidFill>
              <a:srgbClr val="007CB0"/>
            </a:solidFill>
            <a:ln w="6390" cap="flat">
              <a:noFill/>
              <a:prstDash val="solid"/>
              <a:miter/>
            </a:ln>
          </p:spPr>
          <p:txBody>
            <a:bodyPr rtlCol="0" anchor="ctr"/>
            <a:lstStyle/>
            <a:p>
              <a:endParaRPr lang="en-US"/>
            </a:p>
          </p:txBody>
        </p:sp>
        <p:sp>
          <p:nvSpPr>
            <p:cNvPr id="809" name="Graphic 4">
              <a:extLst>
                <a:ext uri="{FF2B5EF4-FFF2-40B4-BE49-F238E27FC236}">
                  <a16:creationId xmlns:a16="http://schemas.microsoft.com/office/drawing/2014/main" id="{4F21F1B5-88E3-284A-BD87-0CEB1FF47CE8}"/>
                </a:ext>
              </a:extLst>
            </p:cNvPr>
            <p:cNvSpPr/>
            <p:nvPr/>
          </p:nvSpPr>
          <p:spPr>
            <a:xfrm>
              <a:off x="3650915" y="3977285"/>
              <a:ext cx="62375" cy="56915"/>
            </a:xfrm>
            <a:custGeom>
              <a:avLst/>
              <a:gdLst>
                <a:gd name="connsiteX0" fmla="*/ 54610 w 62375"/>
                <a:gd name="connsiteY0" fmla="*/ 56916 h 56915"/>
                <a:gd name="connsiteX1" fmla="*/ 55248 w 62375"/>
                <a:gd name="connsiteY1" fmla="*/ 56916 h 56915"/>
                <a:gd name="connsiteX2" fmla="*/ 61638 w 62375"/>
                <a:gd name="connsiteY2" fmla="*/ 51170 h 56915"/>
                <a:gd name="connsiteX3" fmla="*/ 56526 w 62375"/>
                <a:gd name="connsiteY3" fmla="*/ 44148 h 56915"/>
                <a:gd name="connsiteX4" fmla="*/ 50775 w 62375"/>
                <a:gd name="connsiteY4" fmla="*/ 30103 h 56915"/>
                <a:gd name="connsiteX5" fmla="*/ 57165 w 62375"/>
                <a:gd name="connsiteY5" fmla="*/ 12867 h 56915"/>
                <a:gd name="connsiteX6" fmla="*/ 62277 w 62375"/>
                <a:gd name="connsiteY6" fmla="*/ 5206 h 56915"/>
                <a:gd name="connsiteX7" fmla="*/ 54610 w 62375"/>
                <a:gd name="connsiteY7" fmla="*/ 99 h 56915"/>
                <a:gd name="connsiteX8" fmla="*/ 38635 w 62375"/>
                <a:gd name="connsiteY8" fmla="*/ 23081 h 56915"/>
                <a:gd name="connsiteX9" fmla="*/ 22660 w 62375"/>
                <a:gd name="connsiteY9" fmla="*/ 8398 h 56915"/>
                <a:gd name="connsiteX10" fmla="*/ 7963 w 62375"/>
                <a:gd name="connsiteY10" fmla="*/ 11590 h 56915"/>
                <a:gd name="connsiteX11" fmla="*/ 295 w 62375"/>
                <a:gd name="connsiteY11" fmla="*/ 24358 h 56915"/>
                <a:gd name="connsiteX12" fmla="*/ 16270 w 62375"/>
                <a:gd name="connsiteY12" fmla="*/ 46702 h 56915"/>
                <a:gd name="connsiteX13" fmla="*/ 19465 w 62375"/>
                <a:gd name="connsiteY13" fmla="*/ 46702 h 56915"/>
                <a:gd name="connsiteX14" fmla="*/ 37995 w 62375"/>
                <a:gd name="connsiteY14" fmla="*/ 32657 h 56915"/>
                <a:gd name="connsiteX15" fmla="*/ 54610 w 62375"/>
                <a:gd name="connsiteY15" fmla="*/ 56916 h 56915"/>
                <a:gd name="connsiteX16" fmla="*/ 18187 w 62375"/>
                <a:gd name="connsiteY16" fmla="*/ 33934 h 56915"/>
                <a:gd name="connsiteX17" fmla="*/ 12436 w 62375"/>
                <a:gd name="connsiteY17" fmla="*/ 26273 h 56915"/>
                <a:gd name="connsiteX18" fmla="*/ 14992 w 62375"/>
                <a:gd name="connsiteY18" fmla="*/ 21804 h 56915"/>
                <a:gd name="connsiteX19" fmla="*/ 18826 w 62375"/>
                <a:gd name="connsiteY19" fmla="*/ 20527 h 56915"/>
                <a:gd name="connsiteX20" fmla="*/ 20104 w 62375"/>
                <a:gd name="connsiteY20" fmla="*/ 20527 h 56915"/>
                <a:gd name="connsiteX21" fmla="*/ 25855 w 62375"/>
                <a:gd name="connsiteY21" fmla="*/ 28188 h 56915"/>
                <a:gd name="connsiteX22" fmla="*/ 18187 w 62375"/>
                <a:gd name="connsiteY22" fmla="*/ 33934 h 5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2375" h="56915">
                  <a:moveTo>
                    <a:pt x="54610" y="56916"/>
                  </a:moveTo>
                  <a:cubicBezTo>
                    <a:pt x="54610" y="56916"/>
                    <a:pt x="55248" y="56916"/>
                    <a:pt x="55248" y="56916"/>
                  </a:cubicBezTo>
                  <a:cubicBezTo>
                    <a:pt x="58443" y="56916"/>
                    <a:pt x="60999" y="54362"/>
                    <a:pt x="61638" y="51170"/>
                  </a:cubicBezTo>
                  <a:cubicBezTo>
                    <a:pt x="62277" y="47978"/>
                    <a:pt x="59721" y="44148"/>
                    <a:pt x="56526" y="44148"/>
                  </a:cubicBezTo>
                  <a:cubicBezTo>
                    <a:pt x="53970" y="43510"/>
                    <a:pt x="50775" y="37764"/>
                    <a:pt x="50775" y="30103"/>
                  </a:cubicBezTo>
                  <a:cubicBezTo>
                    <a:pt x="50137" y="21166"/>
                    <a:pt x="53331" y="13505"/>
                    <a:pt x="57165" y="12867"/>
                  </a:cubicBezTo>
                  <a:cubicBezTo>
                    <a:pt x="60360" y="12228"/>
                    <a:pt x="62916" y="8398"/>
                    <a:pt x="62277" y="5206"/>
                  </a:cubicBezTo>
                  <a:cubicBezTo>
                    <a:pt x="61638" y="2014"/>
                    <a:pt x="57805" y="-540"/>
                    <a:pt x="54610" y="99"/>
                  </a:cubicBezTo>
                  <a:cubicBezTo>
                    <a:pt x="45025" y="2014"/>
                    <a:pt x="39912" y="12228"/>
                    <a:pt x="38635" y="23081"/>
                  </a:cubicBezTo>
                  <a:cubicBezTo>
                    <a:pt x="36717" y="16058"/>
                    <a:pt x="30967" y="9675"/>
                    <a:pt x="22660" y="8398"/>
                  </a:cubicBezTo>
                  <a:cubicBezTo>
                    <a:pt x="17548" y="7759"/>
                    <a:pt x="12436" y="9036"/>
                    <a:pt x="7963" y="11590"/>
                  </a:cubicBezTo>
                  <a:cubicBezTo>
                    <a:pt x="3490" y="14782"/>
                    <a:pt x="934" y="19250"/>
                    <a:pt x="295" y="24358"/>
                  </a:cubicBezTo>
                  <a:cubicBezTo>
                    <a:pt x="-1622" y="35210"/>
                    <a:pt x="6046" y="44786"/>
                    <a:pt x="16270" y="46702"/>
                  </a:cubicBezTo>
                  <a:cubicBezTo>
                    <a:pt x="17548" y="46702"/>
                    <a:pt x="18187" y="46702"/>
                    <a:pt x="19465" y="46702"/>
                  </a:cubicBezTo>
                  <a:cubicBezTo>
                    <a:pt x="28411" y="46702"/>
                    <a:pt x="36079" y="40956"/>
                    <a:pt x="37995" y="32657"/>
                  </a:cubicBezTo>
                  <a:cubicBezTo>
                    <a:pt x="39274" y="46063"/>
                    <a:pt x="45663" y="55639"/>
                    <a:pt x="54610" y="56916"/>
                  </a:cubicBezTo>
                  <a:close/>
                  <a:moveTo>
                    <a:pt x="18187" y="33934"/>
                  </a:moveTo>
                  <a:cubicBezTo>
                    <a:pt x="14353" y="33295"/>
                    <a:pt x="11797" y="30103"/>
                    <a:pt x="12436" y="26273"/>
                  </a:cubicBezTo>
                  <a:cubicBezTo>
                    <a:pt x="12436" y="24358"/>
                    <a:pt x="13714" y="23081"/>
                    <a:pt x="14992" y="21804"/>
                  </a:cubicBezTo>
                  <a:cubicBezTo>
                    <a:pt x="16270" y="21166"/>
                    <a:pt x="17548" y="20527"/>
                    <a:pt x="18826" y="20527"/>
                  </a:cubicBezTo>
                  <a:cubicBezTo>
                    <a:pt x="19465" y="20527"/>
                    <a:pt x="19465" y="20527"/>
                    <a:pt x="20104" y="20527"/>
                  </a:cubicBezTo>
                  <a:cubicBezTo>
                    <a:pt x="23938" y="21166"/>
                    <a:pt x="26494" y="24358"/>
                    <a:pt x="25855" y="28188"/>
                  </a:cubicBezTo>
                  <a:cubicBezTo>
                    <a:pt x="25216" y="32657"/>
                    <a:pt x="22021" y="34572"/>
                    <a:pt x="18187" y="33934"/>
                  </a:cubicBezTo>
                  <a:close/>
                </a:path>
              </a:pathLst>
            </a:custGeom>
            <a:solidFill>
              <a:srgbClr val="007CB0"/>
            </a:solidFill>
            <a:ln w="6390" cap="flat">
              <a:noFill/>
              <a:prstDash val="solid"/>
              <a:miter/>
            </a:ln>
          </p:spPr>
          <p:txBody>
            <a:bodyPr rtlCol="0" anchor="ctr"/>
            <a:lstStyle/>
            <a:p>
              <a:endParaRPr lang="en-US"/>
            </a:p>
          </p:txBody>
        </p:sp>
        <p:sp>
          <p:nvSpPr>
            <p:cNvPr id="810" name="Graphic 4">
              <a:extLst>
                <a:ext uri="{FF2B5EF4-FFF2-40B4-BE49-F238E27FC236}">
                  <a16:creationId xmlns:a16="http://schemas.microsoft.com/office/drawing/2014/main" id="{CFDAF985-5E0B-444A-80C2-A8C824CA933E}"/>
                </a:ext>
              </a:extLst>
            </p:cNvPr>
            <p:cNvSpPr/>
            <p:nvPr/>
          </p:nvSpPr>
          <p:spPr>
            <a:xfrm>
              <a:off x="3685552" y="4042699"/>
              <a:ext cx="67732" cy="66193"/>
            </a:xfrm>
            <a:custGeom>
              <a:avLst/>
              <a:gdLst>
                <a:gd name="connsiteX0" fmla="*/ 57672 w 67732"/>
                <a:gd name="connsiteY0" fmla="*/ 32359 h 66193"/>
                <a:gd name="connsiteX1" fmla="*/ 43614 w 67732"/>
                <a:gd name="connsiteY1" fmla="*/ 26613 h 66193"/>
                <a:gd name="connsiteX2" fmla="*/ 35947 w 67732"/>
                <a:gd name="connsiteY2" fmla="*/ 10015 h 66193"/>
                <a:gd name="connsiteX3" fmla="*/ 34029 w 67732"/>
                <a:gd name="connsiteY3" fmla="*/ 1077 h 66193"/>
                <a:gd name="connsiteX4" fmla="*/ 25084 w 67732"/>
                <a:gd name="connsiteY4" fmla="*/ 2992 h 66193"/>
                <a:gd name="connsiteX5" fmla="*/ 29557 w 67732"/>
                <a:gd name="connsiteY5" fmla="*/ 30444 h 66193"/>
                <a:gd name="connsiteX6" fmla="*/ 7831 w 67732"/>
                <a:gd name="connsiteY6" fmla="*/ 31082 h 66193"/>
                <a:gd name="connsiteX7" fmla="*/ 163 w 67732"/>
                <a:gd name="connsiteY7" fmla="*/ 43850 h 66193"/>
                <a:gd name="connsiteX8" fmla="*/ 3358 w 67732"/>
                <a:gd name="connsiteY8" fmla="*/ 58533 h 66193"/>
                <a:gd name="connsiteX9" fmla="*/ 16138 w 67732"/>
                <a:gd name="connsiteY9" fmla="*/ 66194 h 66193"/>
                <a:gd name="connsiteX10" fmla="*/ 19333 w 67732"/>
                <a:gd name="connsiteY10" fmla="*/ 66194 h 66193"/>
                <a:gd name="connsiteX11" fmla="*/ 30834 w 67732"/>
                <a:gd name="connsiteY11" fmla="*/ 62364 h 66193"/>
                <a:gd name="connsiteX12" fmla="*/ 35947 w 67732"/>
                <a:gd name="connsiteY12" fmla="*/ 36828 h 66193"/>
                <a:gd name="connsiteX13" fmla="*/ 55755 w 67732"/>
                <a:gd name="connsiteY13" fmla="*/ 45127 h 66193"/>
                <a:gd name="connsiteX14" fmla="*/ 65340 w 67732"/>
                <a:gd name="connsiteY14" fmla="*/ 41935 h 66193"/>
                <a:gd name="connsiteX15" fmla="*/ 66618 w 67732"/>
                <a:gd name="connsiteY15" fmla="*/ 32997 h 66193"/>
                <a:gd name="connsiteX16" fmla="*/ 57672 w 67732"/>
                <a:gd name="connsiteY16" fmla="*/ 32359 h 66193"/>
                <a:gd name="connsiteX17" fmla="*/ 23167 w 67732"/>
                <a:gd name="connsiteY17" fmla="*/ 52149 h 66193"/>
                <a:gd name="connsiteX18" fmla="*/ 18055 w 67732"/>
                <a:gd name="connsiteY18" fmla="*/ 53426 h 66193"/>
                <a:gd name="connsiteX19" fmla="*/ 13582 w 67732"/>
                <a:gd name="connsiteY19" fmla="*/ 50872 h 66193"/>
                <a:gd name="connsiteX20" fmla="*/ 12304 w 67732"/>
                <a:gd name="connsiteY20" fmla="*/ 45765 h 66193"/>
                <a:gd name="connsiteX21" fmla="*/ 14860 w 67732"/>
                <a:gd name="connsiteY21" fmla="*/ 41296 h 66193"/>
                <a:gd name="connsiteX22" fmla="*/ 18694 w 67732"/>
                <a:gd name="connsiteY22" fmla="*/ 40020 h 66193"/>
                <a:gd name="connsiteX23" fmla="*/ 23806 w 67732"/>
                <a:gd name="connsiteY23" fmla="*/ 42573 h 66193"/>
                <a:gd name="connsiteX24" fmla="*/ 23167 w 67732"/>
                <a:gd name="connsiteY24" fmla="*/ 52149 h 6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7732" h="66193">
                  <a:moveTo>
                    <a:pt x="57672" y="32359"/>
                  </a:moveTo>
                  <a:cubicBezTo>
                    <a:pt x="55755" y="33636"/>
                    <a:pt x="49365" y="31720"/>
                    <a:pt x="43614" y="26613"/>
                  </a:cubicBezTo>
                  <a:cubicBezTo>
                    <a:pt x="37224" y="20868"/>
                    <a:pt x="34029" y="13207"/>
                    <a:pt x="35947" y="10015"/>
                  </a:cubicBezTo>
                  <a:cubicBezTo>
                    <a:pt x="37864" y="6823"/>
                    <a:pt x="37224" y="2992"/>
                    <a:pt x="34029" y="1077"/>
                  </a:cubicBezTo>
                  <a:cubicBezTo>
                    <a:pt x="30834" y="-838"/>
                    <a:pt x="27001" y="-200"/>
                    <a:pt x="25084" y="2992"/>
                  </a:cubicBezTo>
                  <a:cubicBezTo>
                    <a:pt x="19972" y="11292"/>
                    <a:pt x="23167" y="22144"/>
                    <a:pt x="29557" y="30444"/>
                  </a:cubicBezTo>
                  <a:cubicBezTo>
                    <a:pt x="23167" y="26613"/>
                    <a:pt x="14860" y="26613"/>
                    <a:pt x="7831" y="31082"/>
                  </a:cubicBezTo>
                  <a:cubicBezTo>
                    <a:pt x="3358" y="34274"/>
                    <a:pt x="802" y="38743"/>
                    <a:pt x="163" y="43850"/>
                  </a:cubicBezTo>
                  <a:cubicBezTo>
                    <a:pt x="-476" y="48957"/>
                    <a:pt x="802" y="54064"/>
                    <a:pt x="3358" y="58533"/>
                  </a:cubicBezTo>
                  <a:cubicBezTo>
                    <a:pt x="6553" y="63002"/>
                    <a:pt x="11026" y="65556"/>
                    <a:pt x="16138" y="66194"/>
                  </a:cubicBezTo>
                  <a:cubicBezTo>
                    <a:pt x="17416" y="66194"/>
                    <a:pt x="18055" y="66194"/>
                    <a:pt x="19333" y="66194"/>
                  </a:cubicBezTo>
                  <a:cubicBezTo>
                    <a:pt x="23167" y="66194"/>
                    <a:pt x="27001" y="64917"/>
                    <a:pt x="30834" y="62364"/>
                  </a:cubicBezTo>
                  <a:cubicBezTo>
                    <a:pt x="39142" y="56618"/>
                    <a:pt x="41059" y="45127"/>
                    <a:pt x="35947" y="36828"/>
                  </a:cubicBezTo>
                  <a:cubicBezTo>
                    <a:pt x="42337" y="42573"/>
                    <a:pt x="49365" y="45127"/>
                    <a:pt x="55755" y="45127"/>
                  </a:cubicBezTo>
                  <a:cubicBezTo>
                    <a:pt x="59589" y="45127"/>
                    <a:pt x="62784" y="43850"/>
                    <a:pt x="65340" y="41935"/>
                  </a:cubicBezTo>
                  <a:cubicBezTo>
                    <a:pt x="67896" y="40020"/>
                    <a:pt x="68535" y="35551"/>
                    <a:pt x="66618" y="32997"/>
                  </a:cubicBezTo>
                  <a:cubicBezTo>
                    <a:pt x="64062" y="30444"/>
                    <a:pt x="60228" y="29805"/>
                    <a:pt x="57672" y="32359"/>
                  </a:cubicBezTo>
                  <a:close/>
                  <a:moveTo>
                    <a:pt x="23167" y="52149"/>
                  </a:moveTo>
                  <a:cubicBezTo>
                    <a:pt x="21889" y="53426"/>
                    <a:pt x="19972" y="53426"/>
                    <a:pt x="18055" y="53426"/>
                  </a:cubicBezTo>
                  <a:cubicBezTo>
                    <a:pt x="16138" y="53426"/>
                    <a:pt x="14860" y="52149"/>
                    <a:pt x="13582" y="50872"/>
                  </a:cubicBezTo>
                  <a:cubicBezTo>
                    <a:pt x="12304" y="49596"/>
                    <a:pt x="12304" y="47680"/>
                    <a:pt x="12304" y="45765"/>
                  </a:cubicBezTo>
                  <a:cubicBezTo>
                    <a:pt x="12304" y="43850"/>
                    <a:pt x="13582" y="42573"/>
                    <a:pt x="14860" y="41296"/>
                  </a:cubicBezTo>
                  <a:cubicBezTo>
                    <a:pt x="16138" y="40658"/>
                    <a:pt x="17416" y="40020"/>
                    <a:pt x="18694" y="40020"/>
                  </a:cubicBezTo>
                  <a:cubicBezTo>
                    <a:pt x="20611" y="40020"/>
                    <a:pt x="22528" y="40658"/>
                    <a:pt x="23806" y="42573"/>
                  </a:cubicBezTo>
                  <a:cubicBezTo>
                    <a:pt x="27001" y="45765"/>
                    <a:pt x="26362" y="49596"/>
                    <a:pt x="23167" y="52149"/>
                  </a:cubicBezTo>
                  <a:close/>
                </a:path>
              </a:pathLst>
            </a:custGeom>
            <a:solidFill>
              <a:srgbClr val="007CB0"/>
            </a:solidFill>
            <a:ln w="6390" cap="flat">
              <a:noFill/>
              <a:prstDash val="solid"/>
              <a:miter/>
            </a:ln>
          </p:spPr>
          <p:txBody>
            <a:bodyPr rtlCol="0" anchor="ctr"/>
            <a:lstStyle/>
            <a:p>
              <a:endParaRPr lang="en-US"/>
            </a:p>
          </p:txBody>
        </p:sp>
        <p:sp>
          <p:nvSpPr>
            <p:cNvPr id="811" name="Graphic 4">
              <a:extLst>
                <a:ext uri="{FF2B5EF4-FFF2-40B4-BE49-F238E27FC236}">
                  <a16:creationId xmlns:a16="http://schemas.microsoft.com/office/drawing/2014/main" id="{C6F023C1-51DE-DD48-A8BC-F0CAE63F2281}"/>
                </a:ext>
              </a:extLst>
            </p:cNvPr>
            <p:cNvSpPr/>
            <p:nvPr/>
          </p:nvSpPr>
          <p:spPr>
            <a:xfrm>
              <a:off x="3825179" y="4042699"/>
              <a:ext cx="68059" cy="66193"/>
            </a:xfrm>
            <a:custGeom>
              <a:avLst/>
              <a:gdLst>
                <a:gd name="connsiteX0" fmla="*/ 59902 w 68059"/>
                <a:gd name="connsiteY0" fmla="*/ 31082 h 66193"/>
                <a:gd name="connsiteX1" fmla="*/ 38176 w 68059"/>
                <a:gd name="connsiteY1" fmla="*/ 30444 h 66193"/>
                <a:gd name="connsiteX2" fmla="*/ 42649 w 68059"/>
                <a:gd name="connsiteY2" fmla="*/ 2992 h 66193"/>
                <a:gd name="connsiteX3" fmla="*/ 33704 w 68059"/>
                <a:gd name="connsiteY3" fmla="*/ 1077 h 66193"/>
                <a:gd name="connsiteX4" fmla="*/ 31786 w 68059"/>
                <a:gd name="connsiteY4" fmla="*/ 10015 h 66193"/>
                <a:gd name="connsiteX5" fmla="*/ 24119 w 68059"/>
                <a:gd name="connsiteY5" fmla="*/ 26613 h 66193"/>
                <a:gd name="connsiteX6" fmla="*/ 10061 w 68059"/>
                <a:gd name="connsiteY6" fmla="*/ 32359 h 66193"/>
                <a:gd name="connsiteX7" fmla="*/ 1115 w 68059"/>
                <a:gd name="connsiteY7" fmla="*/ 33636 h 66193"/>
                <a:gd name="connsiteX8" fmla="*/ 2393 w 68059"/>
                <a:gd name="connsiteY8" fmla="*/ 42573 h 66193"/>
                <a:gd name="connsiteX9" fmla="*/ 11978 w 68059"/>
                <a:gd name="connsiteY9" fmla="*/ 45765 h 66193"/>
                <a:gd name="connsiteX10" fmla="*/ 31786 w 68059"/>
                <a:gd name="connsiteY10" fmla="*/ 36828 h 66193"/>
                <a:gd name="connsiteX11" fmla="*/ 36898 w 68059"/>
                <a:gd name="connsiteY11" fmla="*/ 62364 h 66193"/>
                <a:gd name="connsiteX12" fmla="*/ 48400 w 68059"/>
                <a:gd name="connsiteY12" fmla="*/ 66194 h 66193"/>
                <a:gd name="connsiteX13" fmla="*/ 51595 w 68059"/>
                <a:gd name="connsiteY13" fmla="*/ 66194 h 66193"/>
                <a:gd name="connsiteX14" fmla="*/ 64375 w 68059"/>
                <a:gd name="connsiteY14" fmla="*/ 58533 h 66193"/>
                <a:gd name="connsiteX15" fmla="*/ 67570 w 68059"/>
                <a:gd name="connsiteY15" fmla="*/ 43850 h 66193"/>
                <a:gd name="connsiteX16" fmla="*/ 59902 w 68059"/>
                <a:gd name="connsiteY16" fmla="*/ 31082 h 66193"/>
                <a:gd name="connsiteX17" fmla="*/ 54151 w 68059"/>
                <a:gd name="connsiteY17" fmla="*/ 50234 h 66193"/>
                <a:gd name="connsiteX18" fmla="*/ 49678 w 68059"/>
                <a:gd name="connsiteY18" fmla="*/ 52788 h 66193"/>
                <a:gd name="connsiteX19" fmla="*/ 44566 w 68059"/>
                <a:gd name="connsiteY19" fmla="*/ 51511 h 66193"/>
                <a:gd name="connsiteX20" fmla="*/ 43288 w 68059"/>
                <a:gd name="connsiteY20" fmla="*/ 41935 h 66193"/>
                <a:gd name="connsiteX21" fmla="*/ 52873 w 68059"/>
                <a:gd name="connsiteY21" fmla="*/ 40658 h 66193"/>
                <a:gd name="connsiteX22" fmla="*/ 55429 w 68059"/>
                <a:gd name="connsiteY22" fmla="*/ 45127 h 66193"/>
                <a:gd name="connsiteX23" fmla="*/ 54151 w 68059"/>
                <a:gd name="connsiteY23" fmla="*/ 50234 h 6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8059" h="66193">
                  <a:moveTo>
                    <a:pt x="59902" y="31082"/>
                  </a:moveTo>
                  <a:cubicBezTo>
                    <a:pt x="53512" y="26613"/>
                    <a:pt x="45205" y="26613"/>
                    <a:pt x="38176" y="30444"/>
                  </a:cubicBezTo>
                  <a:cubicBezTo>
                    <a:pt x="44566" y="22144"/>
                    <a:pt x="48400" y="11292"/>
                    <a:pt x="42649" y="2992"/>
                  </a:cubicBezTo>
                  <a:cubicBezTo>
                    <a:pt x="40732" y="-200"/>
                    <a:pt x="36898" y="-838"/>
                    <a:pt x="33704" y="1077"/>
                  </a:cubicBezTo>
                  <a:cubicBezTo>
                    <a:pt x="30509" y="2992"/>
                    <a:pt x="29869" y="6823"/>
                    <a:pt x="31786" y="10015"/>
                  </a:cubicBezTo>
                  <a:cubicBezTo>
                    <a:pt x="33704" y="13207"/>
                    <a:pt x="30509" y="20868"/>
                    <a:pt x="24119" y="26613"/>
                  </a:cubicBezTo>
                  <a:cubicBezTo>
                    <a:pt x="18368" y="32359"/>
                    <a:pt x="11978" y="34274"/>
                    <a:pt x="10061" y="32359"/>
                  </a:cubicBezTo>
                  <a:cubicBezTo>
                    <a:pt x="7505" y="30444"/>
                    <a:pt x="3032" y="31082"/>
                    <a:pt x="1115" y="33636"/>
                  </a:cubicBezTo>
                  <a:cubicBezTo>
                    <a:pt x="-802" y="36189"/>
                    <a:pt x="-163" y="40658"/>
                    <a:pt x="2393" y="42573"/>
                  </a:cubicBezTo>
                  <a:cubicBezTo>
                    <a:pt x="4949" y="44488"/>
                    <a:pt x="8144" y="45765"/>
                    <a:pt x="11978" y="45765"/>
                  </a:cubicBezTo>
                  <a:cubicBezTo>
                    <a:pt x="18368" y="45765"/>
                    <a:pt x="24757" y="42573"/>
                    <a:pt x="31786" y="36828"/>
                  </a:cubicBezTo>
                  <a:cubicBezTo>
                    <a:pt x="26674" y="45127"/>
                    <a:pt x="29230" y="56618"/>
                    <a:pt x="36898" y="62364"/>
                  </a:cubicBezTo>
                  <a:cubicBezTo>
                    <a:pt x="40093" y="64917"/>
                    <a:pt x="43927" y="66194"/>
                    <a:pt x="48400" y="66194"/>
                  </a:cubicBezTo>
                  <a:cubicBezTo>
                    <a:pt x="49678" y="66194"/>
                    <a:pt x="50317" y="66194"/>
                    <a:pt x="51595" y="66194"/>
                  </a:cubicBezTo>
                  <a:cubicBezTo>
                    <a:pt x="56707" y="65556"/>
                    <a:pt x="61180" y="62364"/>
                    <a:pt x="64375" y="58533"/>
                  </a:cubicBezTo>
                  <a:cubicBezTo>
                    <a:pt x="67570" y="54064"/>
                    <a:pt x="68848" y="48957"/>
                    <a:pt x="67570" y="43850"/>
                  </a:cubicBezTo>
                  <a:cubicBezTo>
                    <a:pt x="66931" y="38743"/>
                    <a:pt x="64375" y="33636"/>
                    <a:pt x="59902" y="31082"/>
                  </a:cubicBezTo>
                  <a:close/>
                  <a:moveTo>
                    <a:pt x="54151" y="50234"/>
                  </a:moveTo>
                  <a:cubicBezTo>
                    <a:pt x="52873" y="51511"/>
                    <a:pt x="51595" y="52788"/>
                    <a:pt x="49678" y="52788"/>
                  </a:cubicBezTo>
                  <a:cubicBezTo>
                    <a:pt x="47761" y="52788"/>
                    <a:pt x="46483" y="52788"/>
                    <a:pt x="44566" y="51511"/>
                  </a:cubicBezTo>
                  <a:cubicBezTo>
                    <a:pt x="41371" y="49596"/>
                    <a:pt x="40732" y="45127"/>
                    <a:pt x="43288" y="41935"/>
                  </a:cubicBezTo>
                  <a:cubicBezTo>
                    <a:pt x="45205" y="38743"/>
                    <a:pt x="49678" y="38104"/>
                    <a:pt x="52873" y="40658"/>
                  </a:cubicBezTo>
                  <a:cubicBezTo>
                    <a:pt x="54151" y="41935"/>
                    <a:pt x="55429" y="43212"/>
                    <a:pt x="55429" y="45127"/>
                  </a:cubicBezTo>
                  <a:cubicBezTo>
                    <a:pt x="55429" y="47042"/>
                    <a:pt x="55429" y="48957"/>
                    <a:pt x="54151" y="50234"/>
                  </a:cubicBezTo>
                  <a:close/>
                </a:path>
              </a:pathLst>
            </a:custGeom>
            <a:solidFill>
              <a:srgbClr val="007CB0"/>
            </a:solidFill>
            <a:ln w="6390" cap="flat">
              <a:noFill/>
              <a:prstDash val="solid"/>
              <a:miter/>
            </a:ln>
          </p:spPr>
          <p:txBody>
            <a:bodyPr rtlCol="0" anchor="ctr"/>
            <a:lstStyle/>
            <a:p>
              <a:endParaRPr lang="en-US"/>
            </a:p>
          </p:txBody>
        </p:sp>
        <p:sp>
          <p:nvSpPr>
            <p:cNvPr id="812" name="Graphic 4">
              <a:extLst>
                <a:ext uri="{FF2B5EF4-FFF2-40B4-BE49-F238E27FC236}">
                  <a16:creationId xmlns:a16="http://schemas.microsoft.com/office/drawing/2014/main" id="{B2433234-E62A-D945-AE95-2916542749F5}"/>
                </a:ext>
              </a:extLst>
            </p:cNvPr>
            <p:cNvSpPr/>
            <p:nvPr/>
          </p:nvSpPr>
          <p:spPr>
            <a:xfrm>
              <a:off x="3684587" y="3902762"/>
              <a:ext cx="67420" cy="66322"/>
            </a:xfrm>
            <a:custGeom>
              <a:avLst/>
              <a:gdLst>
                <a:gd name="connsiteX0" fmla="*/ 8797 w 67420"/>
                <a:gd name="connsiteY0" fmla="*/ 35041 h 66322"/>
                <a:gd name="connsiteX1" fmla="*/ 20298 w 67420"/>
                <a:gd name="connsiteY1" fmla="*/ 38871 h 66322"/>
                <a:gd name="connsiteX2" fmla="*/ 30523 w 67420"/>
                <a:gd name="connsiteY2" fmla="*/ 35679 h 66322"/>
                <a:gd name="connsiteX3" fmla="*/ 25410 w 67420"/>
                <a:gd name="connsiteY3" fmla="*/ 63130 h 66322"/>
                <a:gd name="connsiteX4" fmla="*/ 30523 w 67420"/>
                <a:gd name="connsiteY4" fmla="*/ 66322 h 66322"/>
                <a:gd name="connsiteX5" fmla="*/ 33718 w 67420"/>
                <a:gd name="connsiteY5" fmla="*/ 65046 h 66322"/>
                <a:gd name="connsiteX6" fmla="*/ 35634 w 67420"/>
                <a:gd name="connsiteY6" fmla="*/ 56108 h 66322"/>
                <a:gd name="connsiteX7" fmla="*/ 43302 w 67420"/>
                <a:gd name="connsiteY7" fmla="*/ 39510 h 66322"/>
                <a:gd name="connsiteX8" fmla="*/ 57360 w 67420"/>
                <a:gd name="connsiteY8" fmla="*/ 33764 h 66322"/>
                <a:gd name="connsiteX9" fmla="*/ 66306 w 67420"/>
                <a:gd name="connsiteY9" fmla="*/ 32487 h 66322"/>
                <a:gd name="connsiteX10" fmla="*/ 65028 w 67420"/>
                <a:gd name="connsiteY10" fmla="*/ 23550 h 66322"/>
                <a:gd name="connsiteX11" fmla="*/ 35634 w 67420"/>
                <a:gd name="connsiteY11" fmla="*/ 29295 h 66322"/>
                <a:gd name="connsiteX12" fmla="*/ 38190 w 67420"/>
                <a:gd name="connsiteY12" fmla="*/ 16527 h 66322"/>
                <a:gd name="connsiteX13" fmla="*/ 30523 w 67420"/>
                <a:gd name="connsiteY13" fmla="*/ 3759 h 66322"/>
                <a:gd name="connsiteX14" fmla="*/ 3685 w 67420"/>
                <a:gd name="connsiteY14" fmla="*/ 8228 h 66322"/>
                <a:gd name="connsiteX15" fmla="*/ 490 w 67420"/>
                <a:gd name="connsiteY15" fmla="*/ 22911 h 66322"/>
                <a:gd name="connsiteX16" fmla="*/ 8797 w 67420"/>
                <a:gd name="connsiteY16" fmla="*/ 35041 h 66322"/>
                <a:gd name="connsiteX17" fmla="*/ 15187 w 67420"/>
                <a:gd name="connsiteY17" fmla="*/ 15250 h 66322"/>
                <a:gd name="connsiteX18" fmla="*/ 20298 w 67420"/>
                <a:gd name="connsiteY18" fmla="*/ 12697 h 66322"/>
                <a:gd name="connsiteX19" fmla="*/ 24133 w 67420"/>
                <a:gd name="connsiteY19" fmla="*/ 13974 h 66322"/>
                <a:gd name="connsiteX20" fmla="*/ 26688 w 67420"/>
                <a:gd name="connsiteY20" fmla="*/ 18442 h 66322"/>
                <a:gd name="connsiteX21" fmla="*/ 25410 w 67420"/>
                <a:gd name="connsiteY21" fmla="*/ 23550 h 66322"/>
                <a:gd name="connsiteX22" fmla="*/ 15825 w 67420"/>
                <a:gd name="connsiteY22" fmla="*/ 24826 h 66322"/>
                <a:gd name="connsiteX23" fmla="*/ 13270 w 67420"/>
                <a:gd name="connsiteY23" fmla="*/ 20358 h 66322"/>
                <a:gd name="connsiteX24" fmla="*/ 15187 w 67420"/>
                <a:gd name="connsiteY24" fmla="*/ 15250 h 66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7420" h="66322">
                  <a:moveTo>
                    <a:pt x="8797" y="35041"/>
                  </a:moveTo>
                  <a:cubicBezTo>
                    <a:pt x="11992" y="37594"/>
                    <a:pt x="16465" y="38871"/>
                    <a:pt x="20298" y="38871"/>
                  </a:cubicBezTo>
                  <a:cubicBezTo>
                    <a:pt x="24133" y="38871"/>
                    <a:pt x="27328" y="37594"/>
                    <a:pt x="30523" y="35679"/>
                  </a:cubicBezTo>
                  <a:cubicBezTo>
                    <a:pt x="23493" y="43978"/>
                    <a:pt x="20298" y="54831"/>
                    <a:pt x="25410" y="63130"/>
                  </a:cubicBezTo>
                  <a:cubicBezTo>
                    <a:pt x="26688" y="65046"/>
                    <a:pt x="28605" y="66322"/>
                    <a:pt x="30523" y="66322"/>
                  </a:cubicBezTo>
                  <a:cubicBezTo>
                    <a:pt x="31800" y="66322"/>
                    <a:pt x="33078" y="66322"/>
                    <a:pt x="33718" y="65046"/>
                  </a:cubicBezTo>
                  <a:cubicBezTo>
                    <a:pt x="36912" y="63130"/>
                    <a:pt x="37551" y="59300"/>
                    <a:pt x="35634" y="56108"/>
                  </a:cubicBezTo>
                  <a:cubicBezTo>
                    <a:pt x="33718" y="52916"/>
                    <a:pt x="36912" y="45255"/>
                    <a:pt x="43302" y="39510"/>
                  </a:cubicBezTo>
                  <a:cubicBezTo>
                    <a:pt x="49053" y="33764"/>
                    <a:pt x="55443" y="31849"/>
                    <a:pt x="57360" y="33764"/>
                  </a:cubicBezTo>
                  <a:cubicBezTo>
                    <a:pt x="59916" y="35679"/>
                    <a:pt x="64389" y="35041"/>
                    <a:pt x="66306" y="32487"/>
                  </a:cubicBezTo>
                  <a:cubicBezTo>
                    <a:pt x="68223" y="29934"/>
                    <a:pt x="67584" y="25465"/>
                    <a:pt x="65028" y="23550"/>
                  </a:cubicBezTo>
                  <a:cubicBezTo>
                    <a:pt x="57360" y="17804"/>
                    <a:pt x="46497" y="20358"/>
                    <a:pt x="35634" y="29295"/>
                  </a:cubicBezTo>
                  <a:cubicBezTo>
                    <a:pt x="37551" y="25465"/>
                    <a:pt x="38829" y="20996"/>
                    <a:pt x="38190" y="16527"/>
                  </a:cubicBezTo>
                  <a:cubicBezTo>
                    <a:pt x="37551" y="11420"/>
                    <a:pt x="34356" y="6951"/>
                    <a:pt x="30523" y="3759"/>
                  </a:cubicBezTo>
                  <a:cubicBezTo>
                    <a:pt x="21576" y="-2625"/>
                    <a:pt x="9435" y="-710"/>
                    <a:pt x="3685" y="8228"/>
                  </a:cubicBezTo>
                  <a:cubicBezTo>
                    <a:pt x="490" y="12697"/>
                    <a:pt x="-788" y="17804"/>
                    <a:pt x="490" y="22911"/>
                  </a:cubicBezTo>
                  <a:cubicBezTo>
                    <a:pt x="1768" y="28018"/>
                    <a:pt x="4963" y="31849"/>
                    <a:pt x="8797" y="35041"/>
                  </a:cubicBezTo>
                  <a:close/>
                  <a:moveTo>
                    <a:pt x="15187" y="15250"/>
                  </a:moveTo>
                  <a:cubicBezTo>
                    <a:pt x="16465" y="13335"/>
                    <a:pt x="18382" y="12697"/>
                    <a:pt x="20298" y="12697"/>
                  </a:cubicBezTo>
                  <a:cubicBezTo>
                    <a:pt x="21576" y="12697"/>
                    <a:pt x="22855" y="13335"/>
                    <a:pt x="24133" y="13974"/>
                  </a:cubicBezTo>
                  <a:cubicBezTo>
                    <a:pt x="25410" y="15250"/>
                    <a:pt x="26688" y="16527"/>
                    <a:pt x="26688" y="18442"/>
                  </a:cubicBezTo>
                  <a:cubicBezTo>
                    <a:pt x="26688" y="20358"/>
                    <a:pt x="26688" y="21634"/>
                    <a:pt x="25410" y="23550"/>
                  </a:cubicBezTo>
                  <a:cubicBezTo>
                    <a:pt x="23493" y="26742"/>
                    <a:pt x="19020" y="27380"/>
                    <a:pt x="15825" y="24826"/>
                  </a:cubicBezTo>
                  <a:cubicBezTo>
                    <a:pt x="14548" y="23550"/>
                    <a:pt x="13270" y="22273"/>
                    <a:pt x="13270" y="20358"/>
                  </a:cubicBezTo>
                  <a:cubicBezTo>
                    <a:pt x="13270" y="18442"/>
                    <a:pt x="13908" y="16527"/>
                    <a:pt x="15187" y="15250"/>
                  </a:cubicBezTo>
                  <a:close/>
                </a:path>
              </a:pathLst>
            </a:custGeom>
            <a:solidFill>
              <a:srgbClr val="007CB0"/>
            </a:solidFill>
            <a:ln w="6390" cap="flat">
              <a:noFill/>
              <a:prstDash val="solid"/>
              <a:miter/>
            </a:ln>
          </p:spPr>
          <p:txBody>
            <a:bodyPr rtlCol="0" anchor="ctr"/>
            <a:lstStyle/>
            <a:p>
              <a:endParaRPr lang="en-US"/>
            </a:p>
          </p:txBody>
        </p:sp>
        <p:sp>
          <p:nvSpPr>
            <p:cNvPr id="813" name="Graphic 4">
              <a:extLst>
                <a:ext uri="{FF2B5EF4-FFF2-40B4-BE49-F238E27FC236}">
                  <a16:creationId xmlns:a16="http://schemas.microsoft.com/office/drawing/2014/main" id="{07EE1379-D68E-A94A-9CF0-D29E1D476163}"/>
                </a:ext>
              </a:extLst>
            </p:cNvPr>
            <p:cNvSpPr/>
            <p:nvPr/>
          </p:nvSpPr>
          <p:spPr>
            <a:xfrm>
              <a:off x="3825179" y="3902123"/>
              <a:ext cx="67093" cy="66960"/>
            </a:xfrm>
            <a:custGeom>
              <a:avLst/>
              <a:gdLst>
                <a:gd name="connsiteX0" fmla="*/ 10700 w 67093"/>
                <a:gd name="connsiteY0" fmla="*/ 34402 h 66960"/>
                <a:gd name="connsiteX1" fmla="*/ 24757 w 67093"/>
                <a:gd name="connsiteY1" fmla="*/ 40148 h 66960"/>
                <a:gd name="connsiteX2" fmla="*/ 32425 w 67093"/>
                <a:gd name="connsiteY2" fmla="*/ 56746 h 66960"/>
                <a:gd name="connsiteX3" fmla="*/ 34342 w 67093"/>
                <a:gd name="connsiteY3" fmla="*/ 65684 h 66960"/>
                <a:gd name="connsiteX4" fmla="*/ 37537 w 67093"/>
                <a:gd name="connsiteY4" fmla="*/ 66960 h 66960"/>
                <a:gd name="connsiteX5" fmla="*/ 42649 w 67093"/>
                <a:gd name="connsiteY5" fmla="*/ 63768 h 66960"/>
                <a:gd name="connsiteX6" fmla="*/ 37537 w 67093"/>
                <a:gd name="connsiteY6" fmla="*/ 36317 h 66960"/>
                <a:gd name="connsiteX7" fmla="*/ 47761 w 67093"/>
                <a:gd name="connsiteY7" fmla="*/ 39509 h 66960"/>
                <a:gd name="connsiteX8" fmla="*/ 59263 w 67093"/>
                <a:gd name="connsiteY8" fmla="*/ 35679 h 66960"/>
                <a:gd name="connsiteX9" fmla="*/ 66931 w 67093"/>
                <a:gd name="connsiteY9" fmla="*/ 22911 h 66960"/>
                <a:gd name="connsiteX10" fmla="*/ 63736 w 67093"/>
                <a:gd name="connsiteY10" fmla="*/ 8228 h 66960"/>
                <a:gd name="connsiteX11" fmla="*/ 36898 w 67093"/>
                <a:gd name="connsiteY11" fmla="*/ 3759 h 66960"/>
                <a:gd name="connsiteX12" fmla="*/ 29230 w 67093"/>
                <a:gd name="connsiteY12" fmla="*/ 16527 h 66960"/>
                <a:gd name="connsiteX13" fmla="*/ 31786 w 67093"/>
                <a:gd name="connsiteY13" fmla="*/ 29295 h 66960"/>
                <a:gd name="connsiteX14" fmla="*/ 2393 w 67093"/>
                <a:gd name="connsiteY14" fmla="*/ 23549 h 66960"/>
                <a:gd name="connsiteX15" fmla="*/ 1115 w 67093"/>
                <a:gd name="connsiteY15" fmla="*/ 32487 h 66960"/>
                <a:gd name="connsiteX16" fmla="*/ 10700 w 67093"/>
                <a:gd name="connsiteY16" fmla="*/ 34402 h 66960"/>
                <a:gd name="connsiteX17" fmla="*/ 44566 w 67093"/>
                <a:gd name="connsiteY17" fmla="*/ 14612 h 66960"/>
                <a:gd name="connsiteX18" fmla="*/ 48400 w 67093"/>
                <a:gd name="connsiteY18" fmla="*/ 13335 h 66960"/>
                <a:gd name="connsiteX19" fmla="*/ 53512 w 67093"/>
                <a:gd name="connsiteY19" fmla="*/ 15888 h 66960"/>
                <a:gd name="connsiteX20" fmla="*/ 54790 w 67093"/>
                <a:gd name="connsiteY20" fmla="*/ 20996 h 66960"/>
                <a:gd name="connsiteX21" fmla="*/ 52234 w 67093"/>
                <a:gd name="connsiteY21" fmla="*/ 25464 h 66960"/>
                <a:gd name="connsiteX22" fmla="*/ 42649 w 67093"/>
                <a:gd name="connsiteY22" fmla="*/ 24188 h 66960"/>
                <a:gd name="connsiteX23" fmla="*/ 42649 w 67093"/>
                <a:gd name="connsiteY23" fmla="*/ 24188 h 66960"/>
                <a:gd name="connsiteX24" fmla="*/ 41371 w 67093"/>
                <a:gd name="connsiteY24" fmla="*/ 19080 h 66960"/>
                <a:gd name="connsiteX25" fmla="*/ 44566 w 67093"/>
                <a:gd name="connsiteY25" fmla="*/ 14612 h 66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7093" h="66960">
                  <a:moveTo>
                    <a:pt x="10700" y="34402"/>
                  </a:moveTo>
                  <a:cubicBezTo>
                    <a:pt x="12616" y="33125"/>
                    <a:pt x="19006" y="35040"/>
                    <a:pt x="24757" y="40148"/>
                  </a:cubicBezTo>
                  <a:cubicBezTo>
                    <a:pt x="31147" y="45893"/>
                    <a:pt x="34342" y="53554"/>
                    <a:pt x="32425" y="56746"/>
                  </a:cubicBezTo>
                  <a:cubicBezTo>
                    <a:pt x="30509" y="59938"/>
                    <a:pt x="31147" y="63768"/>
                    <a:pt x="34342" y="65684"/>
                  </a:cubicBezTo>
                  <a:cubicBezTo>
                    <a:pt x="35620" y="66322"/>
                    <a:pt x="36898" y="66960"/>
                    <a:pt x="37537" y="66960"/>
                  </a:cubicBezTo>
                  <a:cubicBezTo>
                    <a:pt x="39454" y="66960"/>
                    <a:pt x="42010" y="65684"/>
                    <a:pt x="42649" y="63768"/>
                  </a:cubicBezTo>
                  <a:cubicBezTo>
                    <a:pt x="47761" y="55469"/>
                    <a:pt x="44566" y="44616"/>
                    <a:pt x="37537" y="36317"/>
                  </a:cubicBezTo>
                  <a:cubicBezTo>
                    <a:pt x="40732" y="38232"/>
                    <a:pt x="43927" y="39509"/>
                    <a:pt x="47761" y="39509"/>
                  </a:cubicBezTo>
                  <a:cubicBezTo>
                    <a:pt x="51595" y="39509"/>
                    <a:pt x="55429" y="38232"/>
                    <a:pt x="59263" y="35679"/>
                  </a:cubicBezTo>
                  <a:cubicBezTo>
                    <a:pt x="63736" y="32487"/>
                    <a:pt x="66292" y="28018"/>
                    <a:pt x="66931" y="22911"/>
                  </a:cubicBezTo>
                  <a:cubicBezTo>
                    <a:pt x="67570" y="17804"/>
                    <a:pt x="66292" y="12696"/>
                    <a:pt x="63736" y="8228"/>
                  </a:cubicBezTo>
                  <a:cubicBezTo>
                    <a:pt x="57346" y="-710"/>
                    <a:pt x="45205" y="-2625"/>
                    <a:pt x="36898" y="3759"/>
                  </a:cubicBezTo>
                  <a:cubicBezTo>
                    <a:pt x="32425" y="6951"/>
                    <a:pt x="29869" y="11420"/>
                    <a:pt x="29230" y="16527"/>
                  </a:cubicBezTo>
                  <a:cubicBezTo>
                    <a:pt x="28591" y="20996"/>
                    <a:pt x="29230" y="25464"/>
                    <a:pt x="31786" y="29295"/>
                  </a:cubicBezTo>
                  <a:cubicBezTo>
                    <a:pt x="21562" y="20357"/>
                    <a:pt x="10061" y="18442"/>
                    <a:pt x="2393" y="23549"/>
                  </a:cubicBezTo>
                  <a:cubicBezTo>
                    <a:pt x="-163" y="25464"/>
                    <a:pt x="-802" y="29933"/>
                    <a:pt x="1115" y="32487"/>
                  </a:cubicBezTo>
                  <a:cubicBezTo>
                    <a:pt x="3671" y="35679"/>
                    <a:pt x="7505" y="36317"/>
                    <a:pt x="10700" y="34402"/>
                  </a:cubicBezTo>
                  <a:close/>
                  <a:moveTo>
                    <a:pt x="44566" y="14612"/>
                  </a:moveTo>
                  <a:cubicBezTo>
                    <a:pt x="45844" y="13973"/>
                    <a:pt x="47122" y="13335"/>
                    <a:pt x="48400" y="13335"/>
                  </a:cubicBezTo>
                  <a:cubicBezTo>
                    <a:pt x="50317" y="13335"/>
                    <a:pt x="52234" y="13973"/>
                    <a:pt x="53512" y="15888"/>
                  </a:cubicBezTo>
                  <a:cubicBezTo>
                    <a:pt x="54790" y="17165"/>
                    <a:pt x="54790" y="19080"/>
                    <a:pt x="54790" y="20996"/>
                  </a:cubicBezTo>
                  <a:cubicBezTo>
                    <a:pt x="54790" y="22911"/>
                    <a:pt x="53512" y="24188"/>
                    <a:pt x="52234" y="25464"/>
                  </a:cubicBezTo>
                  <a:cubicBezTo>
                    <a:pt x="49039" y="27380"/>
                    <a:pt x="45205" y="26741"/>
                    <a:pt x="42649" y="24188"/>
                  </a:cubicBezTo>
                  <a:lnTo>
                    <a:pt x="42649" y="24188"/>
                  </a:lnTo>
                  <a:cubicBezTo>
                    <a:pt x="41371" y="22911"/>
                    <a:pt x="41371" y="20996"/>
                    <a:pt x="41371" y="19080"/>
                  </a:cubicBezTo>
                  <a:cubicBezTo>
                    <a:pt x="42649" y="17165"/>
                    <a:pt x="43288" y="15250"/>
                    <a:pt x="44566" y="14612"/>
                  </a:cubicBezTo>
                  <a:close/>
                </a:path>
              </a:pathLst>
            </a:custGeom>
            <a:solidFill>
              <a:srgbClr val="007CB0"/>
            </a:solidFill>
            <a:ln w="6390" cap="flat">
              <a:noFill/>
              <a:prstDash val="solid"/>
              <a:miter/>
            </a:ln>
          </p:spPr>
          <p:txBody>
            <a:bodyPr rtlCol="0" anchor="ctr"/>
            <a:lstStyle/>
            <a:p>
              <a:endParaRPr lang="en-US"/>
            </a:p>
          </p:txBody>
        </p:sp>
        <p:sp>
          <p:nvSpPr>
            <p:cNvPr id="814" name="Graphic 4">
              <a:extLst>
                <a:ext uri="{FF2B5EF4-FFF2-40B4-BE49-F238E27FC236}">
                  <a16:creationId xmlns:a16="http://schemas.microsoft.com/office/drawing/2014/main" id="{0AB8B6EA-30C4-2D46-9D56-3B367B5EFA67}"/>
                </a:ext>
              </a:extLst>
            </p:cNvPr>
            <p:cNvSpPr/>
            <p:nvPr/>
          </p:nvSpPr>
          <p:spPr>
            <a:xfrm>
              <a:off x="3735557" y="3944825"/>
              <a:ext cx="102238" cy="121934"/>
            </a:xfrm>
            <a:custGeom>
              <a:avLst/>
              <a:gdLst>
                <a:gd name="connsiteX0" fmla="*/ 102239 w 102238"/>
                <a:gd name="connsiteY0" fmla="*/ 23621 h 121934"/>
                <a:gd name="connsiteX1" fmla="*/ 100322 w 102238"/>
                <a:gd name="connsiteY1" fmla="*/ 19152 h 121934"/>
                <a:gd name="connsiteX2" fmla="*/ 95849 w 102238"/>
                <a:gd name="connsiteY2" fmla="*/ 17237 h 121934"/>
                <a:gd name="connsiteX3" fmla="*/ 73484 w 102238"/>
                <a:gd name="connsiteY3" fmla="*/ 13407 h 121934"/>
                <a:gd name="connsiteX4" fmla="*/ 56232 w 102238"/>
                <a:gd name="connsiteY4" fmla="*/ 1915 h 121934"/>
                <a:gd name="connsiteX5" fmla="*/ 51759 w 102238"/>
                <a:gd name="connsiteY5" fmla="*/ 0 h 121934"/>
                <a:gd name="connsiteX6" fmla="*/ 47286 w 102238"/>
                <a:gd name="connsiteY6" fmla="*/ 1915 h 121934"/>
                <a:gd name="connsiteX7" fmla="*/ 28755 w 102238"/>
                <a:gd name="connsiteY7" fmla="*/ 14045 h 121934"/>
                <a:gd name="connsiteX8" fmla="*/ 7029 w 102238"/>
                <a:gd name="connsiteY8" fmla="*/ 16599 h 121934"/>
                <a:gd name="connsiteX9" fmla="*/ 1917 w 102238"/>
                <a:gd name="connsiteY9" fmla="*/ 18514 h 121934"/>
                <a:gd name="connsiteX10" fmla="*/ 0 w 102238"/>
                <a:gd name="connsiteY10" fmla="*/ 23621 h 121934"/>
                <a:gd name="connsiteX11" fmla="*/ 639 w 102238"/>
                <a:gd name="connsiteY11" fmla="*/ 56179 h 121934"/>
                <a:gd name="connsiteX12" fmla="*/ 20448 w 102238"/>
                <a:gd name="connsiteY12" fmla="*/ 101505 h 121934"/>
                <a:gd name="connsiteX13" fmla="*/ 21087 w 102238"/>
                <a:gd name="connsiteY13" fmla="*/ 102144 h 121934"/>
                <a:gd name="connsiteX14" fmla="*/ 49842 w 102238"/>
                <a:gd name="connsiteY14" fmla="*/ 121296 h 121934"/>
                <a:gd name="connsiteX15" fmla="*/ 52398 w 102238"/>
                <a:gd name="connsiteY15" fmla="*/ 121934 h 121934"/>
                <a:gd name="connsiteX16" fmla="*/ 54954 w 102238"/>
                <a:gd name="connsiteY16" fmla="*/ 121296 h 121934"/>
                <a:gd name="connsiteX17" fmla="*/ 81792 w 102238"/>
                <a:gd name="connsiteY17" fmla="*/ 102144 h 121934"/>
                <a:gd name="connsiteX18" fmla="*/ 85625 w 102238"/>
                <a:gd name="connsiteY18" fmla="*/ 97675 h 121934"/>
                <a:gd name="connsiteX19" fmla="*/ 101600 w 102238"/>
                <a:gd name="connsiteY19" fmla="*/ 54902 h 121934"/>
                <a:gd name="connsiteX20" fmla="*/ 101600 w 102238"/>
                <a:gd name="connsiteY20" fmla="*/ 23621 h 121934"/>
                <a:gd name="connsiteX21" fmla="*/ 89459 w 102238"/>
                <a:gd name="connsiteY21" fmla="*/ 56179 h 121934"/>
                <a:gd name="connsiteX22" fmla="*/ 76679 w 102238"/>
                <a:gd name="connsiteY22" fmla="*/ 90014 h 121934"/>
                <a:gd name="connsiteX23" fmla="*/ 73484 w 102238"/>
                <a:gd name="connsiteY23" fmla="*/ 93845 h 121934"/>
                <a:gd name="connsiteX24" fmla="*/ 52398 w 102238"/>
                <a:gd name="connsiteY24" fmla="*/ 109166 h 121934"/>
                <a:gd name="connsiteX25" fmla="*/ 29394 w 102238"/>
                <a:gd name="connsiteY25" fmla="*/ 93206 h 121934"/>
                <a:gd name="connsiteX26" fmla="*/ 28755 w 102238"/>
                <a:gd name="connsiteY26" fmla="*/ 92568 h 121934"/>
                <a:gd name="connsiteX27" fmla="*/ 13419 w 102238"/>
                <a:gd name="connsiteY27" fmla="*/ 56179 h 121934"/>
                <a:gd name="connsiteX28" fmla="*/ 12780 w 102238"/>
                <a:gd name="connsiteY28" fmla="*/ 30005 h 121934"/>
                <a:gd name="connsiteX29" fmla="*/ 33228 w 102238"/>
                <a:gd name="connsiteY29" fmla="*/ 26175 h 121934"/>
                <a:gd name="connsiteX30" fmla="*/ 51759 w 102238"/>
                <a:gd name="connsiteY30" fmla="*/ 14683 h 121934"/>
                <a:gd name="connsiteX31" fmla="*/ 68372 w 102238"/>
                <a:gd name="connsiteY31" fmla="*/ 24259 h 121934"/>
                <a:gd name="connsiteX32" fmla="*/ 89459 w 102238"/>
                <a:gd name="connsiteY32" fmla="*/ 28728 h 121934"/>
                <a:gd name="connsiteX33" fmla="*/ 89459 w 102238"/>
                <a:gd name="connsiteY33" fmla="*/ 56179 h 12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2238" h="121934">
                  <a:moveTo>
                    <a:pt x="102239" y="23621"/>
                  </a:moveTo>
                  <a:cubicBezTo>
                    <a:pt x="102239" y="21706"/>
                    <a:pt x="101600" y="20429"/>
                    <a:pt x="100322" y="19152"/>
                  </a:cubicBezTo>
                  <a:cubicBezTo>
                    <a:pt x="99044" y="17875"/>
                    <a:pt x="97127" y="17237"/>
                    <a:pt x="95849" y="17237"/>
                  </a:cubicBezTo>
                  <a:cubicBezTo>
                    <a:pt x="88181" y="17875"/>
                    <a:pt x="80513" y="16599"/>
                    <a:pt x="73484" y="13407"/>
                  </a:cubicBezTo>
                  <a:cubicBezTo>
                    <a:pt x="67094" y="10853"/>
                    <a:pt x="61344" y="7023"/>
                    <a:pt x="56232" y="1915"/>
                  </a:cubicBezTo>
                  <a:cubicBezTo>
                    <a:pt x="54954" y="639"/>
                    <a:pt x="53676" y="0"/>
                    <a:pt x="51759" y="0"/>
                  </a:cubicBezTo>
                  <a:cubicBezTo>
                    <a:pt x="49842" y="0"/>
                    <a:pt x="48564" y="639"/>
                    <a:pt x="47286" y="1915"/>
                  </a:cubicBezTo>
                  <a:cubicBezTo>
                    <a:pt x="43452" y="5746"/>
                    <a:pt x="37701" y="10853"/>
                    <a:pt x="28755" y="14045"/>
                  </a:cubicBezTo>
                  <a:cubicBezTo>
                    <a:pt x="19809" y="17237"/>
                    <a:pt x="12141" y="17237"/>
                    <a:pt x="7029" y="16599"/>
                  </a:cubicBezTo>
                  <a:cubicBezTo>
                    <a:pt x="5112" y="16599"/>
                    <a:pt x="3195" y="17237"/>
                    <a:pt x="1917" y="18514"/>
                  </a:cubicBezTo>
                  <a:cubicBezTo>
                    <a:pt x="639" y="19791"/>
                    <a:pt x="0" y="21706"/>
                    <a:pt x="0" y="23621"/>
                  </a:cubicBezTo>
                  <a:lnTo>
                    <a:pt x="639" y="56179"/>
                  </a:lnTo>
                  <a:cubicBezTo>
                    <a:pt x="639" y="73416"/>
                    <a:pt x="8307" y="90014"/>
                    <a:pt x="20448" y="101505"/>
                  </a:cubicBezTo>
                  <a:lnTo>
                    <a:pt x="21087" y="102144"/>
                  </a:lnTo>
                  <a:cubicBezTo>
                    <a:pt x="29394" y="109805"/>
                    <a:pt x="39618" y="116827"/>
                    <a:pt x="49842" y="121296"/>
                  </a:cubicBezTo>
                  <a:cubicBezTo>
                    <a:pt x="50481" y="121934"/>
                    <a:pt x="51759" y="121934"/>
                    <a:pt x="52398" y="121934"/>
                  </a:cubicBezTo>
                  <a:cubicBezTo>
                    <a:pt x="53676" y="121934"/>
                    <a:pt x="54314" y="121934"/>
                    <a:pt x="54954" y="121296"/>
                  </a:cubicBezTo>
                  <a:cubicBezTo>
                    <a:pt x="65177" y="116189"/>
                    <a:pt x="74124" y="109805"/>
                    <a:pt x="81792" y="102144"/>
                  </a:cubicBezTo>
                  <a:cubicBezTo>
                    <a:pt x="83069" y="100867"/>
                    <a:pt x="84347" y="99590"/>
                    <a:pt x="85625" y="97675"/>
                  </a:cubicBezTo>
                  <a:cubicBezTo>
                    <a:pt x="95849" y="86184"/>
                    <a:pt x="101600" y="70862"/>
                    <a:pt x="101600" y="54902"/>
                  </a:cubicBezTo>
                  <a:lnTo>
                    <a:pt x="101600" y="23621"/>
                  </a:lnTo>
                  <a:close/>
                  <a:moveTo>
                    <a:pt x="89459" y="56179"/>
                  </a:moveTo>
                  <a:cubicBezTo>
                    <a:pt x="89459" y="68947"/>
                    <a:pt x="84986" y="81077"/>
                    <a:pt x="76679" y="90014"/>
                  </a:cubicBezTo>
                  <a:cubicBezTo>
                    <a:pt x="75402" y="91291"/>
                    <a:pt x="74762" y="92568"/>
                    <a:pt x="73484" y="93845"/>
                  </a:cubicBezTo>
                  <a:cubicBezTo>
                    <a:pt x="67094" y="100229"/>
                    <a:pt x="60066" y="105336"/>
                    <a:pt x="52398" y="109166"/>
                  </a:cubicBezTo>
                  <a:cubicBezTo>
                    <a:pt x="44091" y="105336"/>
                    <a:pt x="36423" y="99590"/>
                    <a:pt x="29394" y="93206"/>
                  </a:cubicBezTo>
                  <a:lnTo>
                    <a:pt x="28755" y="92568"/>
                  </a:lnTo>
                  <a:cubicBezTo>
                    <a:pt x="19170" y="83630"/>
                    <a:pt x="13419" y="70224"/>
                    <a:pt x="13419" y="56179"/>
                  </a:cubicBezTo>
                  <a:lnTo>
                    <a:pt x="12780" y="30005"/>
                  </a:lnTo>
                  <a:cubicBezTo>
                    <a:pt x="19809" y="30005"/>
                    <a:pt x="26838" y="28728"/>
                    <a:pt x="33228" y="26175"/>
                  </a:cubicBezTo>
                  <a:cubicBezTo>
                    <a:pt x="40257" y="23621"/>
                    <a:pt x="46647" y="19791"/>
                    <a:pt x="51759" y="14683"/>
                  </a:cubicBezTo>
                  <a:cubicBezTo>
                    <a:pt x="56871" y="18514"/>
                    <a:pt x="62622" y="22344"/>
                    <a:pt x="68372" y="24259"/>
                  </a:cubicBezTo>
                  <a:cubicBezTo>
                    <a:pt x="74762" y="26813"/>
                    <a:pt x="81792" y="28728"/>
                    <a:pt x="89459" y="28728"/>
                  </a:cubicBezTo>
                  <a:lnTo>
                    <a:pt x="89459" y="56179"/>
                  </a:lnTo>
                  <a:close/>
                </a:path>
              </a:pathLst>
            </a:custGeom>
            <a:solidFill>
              <a:srgbClr val="007CB0"/>
            </a:solidFill>
            <a:ln w="6390" cap="flat">
              <a:noFill/>
              <a:prstDash val="solid"/>
              <a:miter/>
            </a:ln>
          </p:spPr>
          <p:txBody>
            <a:bodyPr rtlCol="0" anchor="ctr"/>
            <a:lstStyle/>
            <a:p>
              <a:endParaRPr lang="en-US"/>
            </a:p>
          </p:txBody>
        </p:sp>
        <p:sp>
          <p:nvSpPr>
            <p:cNvPr id="815" name="Graphic 4">
              <a:extLst>
                <a:ext uri="{FF2B5EF4-FFF2-40B4-BE49-F238E27FC236}">
                  <a16:creationId xmlns:a16="http://schemas.microsoft.com/office/drawing/2014/main" id="{4C86B9F2-4A0C-5B45-AC3B-CA432A4102E1}"/>
                </a:ext>
              </a:extLst>
            </p:cNvPr>
            <p:cNvSpPr/>
            <p:nvPr/>
          </p:nvSpPr>
          <p:spPr>
            <a:xfrm>
              <a:off x="3762874" y="3988236"/>
              <a:ext cx="46966" cy="41495"/>
            </a:xfrm>
            <a:custGeom>
              <a:avLst/>
              <a:gdLst>
                <a:gd name="connsiteX0" fmla="*/ 26358 w 46966"/>
                <a:gd name="connsiteY0" fmla="*/ 3831 h 41495"/>
                <a:gd name="connsiteX1" fmla="*/ 23163 w 46966"/>
                <a:gd name="connsiteY1" fmla="*/ 7023 h 41495"/>
                <a:gd name="connsiteX2" fmla="*/ 19968 w 46966"/>
                <a:gd name="connsiteY2" fmla="*/ 3831 h 41495"/>
                <a:gd name="connsiteX3" fmla="*/ 11662 w 46966"/>
                <a:gd name="connsiteY3" fmla="*/ 0 h 41495"/>
                <a:gd name="connsiteX4" fmla="*/ 3355 w 46966"/>
                <a:gd name="connsiteY4" fmla="*/ 3831 h 41495"/>
                <a:gd name="connsiteX5" fmla="*/ 3355 w 46966"/>
                <a:gd name="connsiteY5" fmla="*/ 21067 h 41495"/>
                <a:gd name="connsiteX6" fmla="*/ 21885 w 46966"/>
                <a:gd name="connsiteY6" fmla="*/ 40858 h 41495"/>
                <a:gd name="connsiteX7" fmla="*/ 23163 w 46966"/>
                <a:gd name="connsiteY7" fmla="*/ 41496 h 41495"/>
                <a:gd name="connsiteX8" fmla="*/ 23163 w 46966"/>
                <a:gd name="connsiteY8" fmla="*/ 41496 h 41495"/>
                <a:gd name="connsiteX9" fmla="*/ 23163 w 46966"/>
                <a:gd name="connsiteY9" fmla="*/ 41496 h 41495"/>
                <a:gd name="connsiteX10" fmla="*/ 24441 w 46966"/>
                <a:gd name="connsiteY10" fmla="*/ 40858 h 41495"/>
                <a:gd name="connsiteX11" fmla="*/ 39138 w 46966"/>
                <a:gd name="connsiteY11" fmla="*/ 25536 h 41495"/>
                <a:gd name="connsiteX12" fmla="*/ 43611 w 46966"/>
                <a:gd name="connsiteY12" fmla="*/ 21067 h 41495"/>
                <a:gd name="connsiteX13" fmla="*/ 43611 w 46966"/>
                <a:gd name="connsiteY13" fmla="*/ 3831 h 41495"/>
                <a:gd name="connsiteX14" fmla="*/ 35304 w 46966"/>
                <a:gd name="connsiteY14" fmla="*/ 0 h 41495"/>
                <a:gd name="connsiteX15" fmla="*/ 26358 w 46966"/>
                <a:gd name="connsiteY15" fmla="*/ 3831 h 41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966" h="41495">
                  <a:moveTo>
                    <a:pt x="26358" y="3831"/>
                  </a:moveTo>
                  <a:lnTo>
                    <a:pt x="23163" y="7023"/>
                  </a:lnTo>
                  <a:lnTo>
                    <a:pt x="19968" y="3831"/>
                  </a:lnTo>
                  <a:cubicBezTo>
                    <a:pt x="17412" y="1277"/>
                    <a:pt x="14857" y="0"/>
                    <a:pt x="11662" y="0"/>
                  </a:cubicBezTo>
                  <a:cubicBezTo>
                    <a:pt x="8467" y="0"/>
                    <a:pt x="5272" y="1277"/>
                    <a:pt x="3355" y="3831"/>
                  </a:cubicBezTo>
                  <a:cubicBezTo>
                    <a:pt x="-1118" y="8938"/>
                    <a:pt x="-1118" y="16599"/>
                    <a:pt x="3355" y="21067"/>
                  </a:cubicBezTo>
                  <a:lnTo>
                    <a:pt x="21885" y="40858"/>
                  </a:lnTo>
                  <a:cubicBezTo>
                    <a:pt x="21885" y="41496"/>
                    <a:pt x="22525" y="41496"/>
                    <a:pt x="23163" y="41496"/>
                  </a:cubicBezTo>
                  <a:cubicBezTo>
                    <a:pt x="23163" y="41496"/>
                    <a:pt x="23163" y="41496"/>
                    <a:pt x="23163" y="41496"/>
                  </a:cubicBezTo>
                  <a:cubicBezTo>
                    <a:pt x="23163" y="41496"/>
                    <a:pt x="23163" y="41496"/>
                    <a:pt x="23163" y="41496"/>
                  </a:cubicBezTo>
                  <a:cubicBezTo>
                    <a:pt x="23802" y="41496"/>
                    <a:pt x="23802" y="41496"/>
                    <a:pt x="24441" y="40858"/>
                  </a:cubicBezTo>
                  <a:lnTo>
                    <a:pt x="39138" y="25536"/>
                  </a:lnTo>
                  <a:lnTo>
                    <a:pt x="43611" y="21067"/>
                  </a:lnTo>
                  <a:cubicBezTo>
                    <a:pt x="48084" y="15960"/>
                    <a:pt x="48084" y="8299"/>
                    <a:pt x="43611" y="3831"/>
                  </a:cubicBezTo>
                  <a:cubicBezTo>
                    <a:pt x="41055" y="1277"/>
                    <a:pt x="38499" y="0"/>
                    <a:pt x="35304" y="0"/>
                  </a:cubicBezTo>
                  <a:cubicBezTo>
                    <a:pt x="32109" y="0"/>
                    <a:pt x="28915" y="1277"/>
                    <a:pt x="26358" y="3831"/>
                  </a:cubicBezTo>
                  <a:close/>
                </a:path>
              </a:pathLst>
            </a:custGeom>
            <a:solidFill>
              <a:srgbClr val="007CB0"/>
            </a:solidFill>
            <a:ln w="6390" cap="flat">
              <a:noFill/>
              <a:prstDash val="solid"/>
              <a:miter/>
            </a:ln>
          </p:spPr>
          <p:txBody>
            <a:bodyPr rtlCol="0" anchor="ctr"/>
            <a:lstStyle/>
            <a:p>
              <a:endParaRPr lang="en-US"/>
            </a:p>
          </p:txBody>
        </p:sp>
      </p:grpSp>
      <p:grpSp>
        <p:nvGrpSpPr>
          <p:cNvPr id="816" name="Graphic 4">
            <a:extLst>
              <a:ext uri="{FF2B5EF4-FFF2-40B4-BE49-F238E27FC236}">
                <a16:creationId xmlns:a16="http://schemas.microsoft.com/office/drawing/2014/main" id="{51B653CA-622E-6C49-B89C-20C91BE2D10D}"/>
              </a:ext>
            </a:extLst>
          </p:cNvPr>
          <p:cNvGrpSpPr/>
          <p:nvPr/>
        </p:nvGrpSpPr>
        <p:grpSpPr>
          <a:xfrm>
            <a:off x="4661459" y="918179"/>
            <a:ext cx="361670" cy="361333"/>
            <a:chOff x="4661459" y="918179"/>
            <a:chExt cx="361670" cy="361333"/>
          </a:xfrm>
          <a:solidFill>
            <a:srgbClr val="007CB0"/>
          </a:solidFill>
        </p:grpSpPr>
        <p:sp>
          <p:nvSpPr>
            <p:cNvPr id="817" name="Graphic 4">
              <a:extLst>
                <a:ext uri="{FF2B5EF4-FFF2-40B4-BE49-F238E27FC236}">
                  <a16:creationId xmlns:a16="http://schemas.microsoft.com/office/drawing/2014/main" id="{A446F119-4AC1-2C4D-A781-1E85DCF403FA}"/>
                </a:ext>
              </a:extLst>
            </p:cNvPr>
            <p:cNvSpPr/>
            <p:nvPr/>
          </p:nvSpPr>
          <p:spPr>
            <a:xfrm>
              <a:off x="4661459"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818" name="Graphic 4">
              <a:extLst>
                <a:ext uri="{FF2B5EF4-FFF2-40B4-BE49-F238E27FC236}">
                  <a16:creationId xmlns:a16="http://schemas.microsoft.com/office/drawing/2014/main" id="{B1BB4D30-9756-9246-972C-D34ACBA73A8A}"/>
                </a:ext>
              </a:extLst>
            </p:cNvPr>
            <p:cNvSpPr/>
            <p:nvPr/>
          </p:nvSpPr>
          <p:spPr>
            <a:xfrm>
              <a:off x="4709217" y="1026653"/>
              <a:ext cx="265571" cy="200510"/>
            </a:xfrm>
            <a:custGeom>
              <a:avLst/>
              <a:gdLst>
                <a:gd name="connsiteX0" fmla="*/ 265349 w 265571"/>
                <a:gd name="connsiteY0" fmla="*/ 71554 h 200510"/>
                <a:gd name="connsiteX1" fmla="*/ 260876 w 265571"/>
                <a:gd name="connsiteY1" fmla="*/ 12183 h 200510"/>
                <a:gd name="connsiteX2" fmla="*/ 248735 w 265571"/>
                <a:gd name="connsiteY2" fmla="*/ 53 h 200510"/>
                <a:gd name="connsiteX3" fmla="*/ 228287 w 265571"/>
                <a:gd name="connsiteY3" fmla="*/ 16013 h 200510"/>
                <a:gd name="connsiteX4" fmla="*/ 228287 w 265571"/>
                <a:gd name="connsiteY4" fmla="*/ 16651 h 200510"/>
                <a:gd name="connsiteX5" fmla="*/ 222536 w 265571"/>
                <a:gd name="connsiteY5" fmla="*/ 67723 h 200510"/>
                <a:gd name="connsiteX6" fmla="*/ 216146 w 265571"/>
                <a:gd name="connsiteY6" fmla="*/ 69639 h 200510"/>
                <a:gd name="connsiteX7" fmla="*/ 192503 w 265571"/>
                <a:gd name="connsiteY7" fmla="*/ 87514 h 200510"/>
                <a:gd name="connsiteX8" fmla="*/ 186113 w 265571"/>
                <a:gd name="connsiteY8" fmla="*/ 88152 h 200510"/>
                <a:gd name="connsiteX9" fmla="*/ 133077 w 265571"/>
                <a:gd name="connsiteY9" fmla="*/ 129010 h 200510"/>
                <a:gd name="connsiteX10" fmla="*/ 80040 w 265571"/>
                <a:gd name="connsiteY10" fmla="*/ 88152 h 200510"/>
                <a:gd name="connsiteX11" fmla="*/ 73650 w 265571"/>
                <a:gd name="connsiteY11" fmla="*/ 87514 h 200510"/>
                <a:gd name="connsiteX12" fmla="*/ 50008 w 265571"/>
                <a:gd name="connsiteY12" fmla="*/ 70277 h 200510"/>
                <a:gd name="connsiteX13" fmla="*/ 42979 w 265571"/>
                <a:gd name="connsiteY13" fmla="*/ 67723 h 200510"/>
                <a:gd name="connsiteX14" fmla="*/ 37228 w 265571"/>
                <a:gd name="connsiteY14" fmla="*/ 16651 h 200510"/>
                <a:gd name="connsiteX15" fmla="*/ 37228 w 265571"/>
                <a:gd name="connsiteY15" fmla="*/ 16013 h 200510"/>
                <a:gd name="connsiteX16" fmla="*/ 16780 w 265571"/>
                <a:gd name="connsiteY16" fmla="*/ 53 h 200510"/>
                <a:gd name="connsiteX17" fmla="*/ 4639 w 265571"/>
                <a:gd name="connsiteY17" fmla="*/ 12183 h 200510"/>
                <a:gd name="connsiteX18" fmla="*/ 166 w 265571"/>
                <a:gd name="connsiteY18" fmla="*/ 71554 h 200510"/>
                <a:gd name="connsiteX19" fmla="*/ 2722 w 265571"/>
                <a:gd name="connsiteY19" fmla="*/ 87514 h 200510"/>
                <a:gd name="connsiteX20" fmla="*/ 18697 w 265571"/>
                <a:gd name="connsiteY20" fmla="*/ 131563 h 200510"/>
                <a:gd name="connsiteX21" fmla="*/ 34672 w 265571"/>
                <a:gd name="connsiteY21" fmla="*/ 153269 h 200510"/>
                <a:gd name="connsiteX22" fmla="*/ 73650 w 265571"/>
                <a:gd name="connsiteY22" fmla="*/ 181358 h 200510"/>
                <a:gd name="connsiteX23" fmla="*/ 83235 w 265571"/>
                <a:gd name="connsiteY23" fmla="*/ 194765 h 200510"/>
                <a:gd name="connsiteX24" fmla="*/ 89625 w 265571"/>
                <a:gd name="connsiteY24" fmla="*/ 200510 h 200510"/>
                <a:gd name="connsiteX25" fmla="*/ 90264 w 265571"/>
                <a:gd name="connsiteY25" fmla="*/ 200510 h 200510"/>
                <a:gd name="connsiteX26" fmla="*/ 96015 w 265571"/>
                <a:gd name="connsiteY26" fmla="*/ 193488 h 200510"/>
                <a:gd name="connsiteX27" fmla="*/ 81318 w 265571"/>
                <a:gd name="connsiteY27" fmla="*/ 170505 h 200510"/>
                <a:gd name="connsiteX28" fmla="*/ 42340 w 265571"/>
                <a:gd name="connsiteY28" fmla="*/ 142416 h 200510"/>
                <a:gd name="connsiteX29" fmla="*/ 30838 w 265571"/>
                <a:gd name="connsiteY29" fmla="*/ 127094 h 200510"/>
                <a:gd name="connsiteX30" fmla="*/ 14863 w 265571"/>
                <a:gd name="connsiteY30" fmla="*/ 83045 h 200510"/>
                <a:gd name="connsiteX31" fmla="*/ 13585 w 265571"/>
                <a:gd name="connsiteY31" fmla="*/ 72192 h 200510"/>
                <a:gd name="connsiteX32" fmla="*/ 18058 w 265571"/>
                <a:gd name="connsiteY32" fmla="*/ 12183 h 200510"/>
                <a:gd name="connsiteX33" fmla="*/ 20614 w 265571"/>
                <a:gd name="connsiteY33" fmla="*/ 12821 h 200510"/>
                <a:gd name="connsiteX34" fmla="*/ 25087 w 265571"/>
                <a:gd name="connsiteY34" fmla="*/ 18567 h 200510"/>
                <a:gd name="connsiteX35" fmla="*/ 30838 w 265571"/>
                <a:gd name="connsiteY35" fmla="*/ 67723 h 200510"/>
                <a:gd name="connsiteX36" fmla="*/ 21253 w 265571"/>
                <a:gd name="connsiteY36" fmla="*/ 73469 h 200510"/>
                <a:gd name="connsiteX37" fmla="*/ 23809 w 265571"/>
                <a:gd name="connsiteY37" fmla="*/ 91982 h 200510"/>
                <a:gd name="connsiteX38" fmla="*/ 42979 w 265571"/>
                <a:gd name="connsiteY38" fmla="*/ 115603 h 200510"/>
                <a:gd name="connsiteX39" fmla="*/ 56398 w 265571"/>
                <a:gd name="connsiteY39" fmla="*/ 126456 h 200510"/>
                <a:gd name="connsiteX40" fmla="*/ 78762 w 265571"/>
                <a:gd name="connsiteY40" fmla="*/ 137309 h 200510"/>
                <a:gd name="connsiteX41" fmla="*/ 87069 w 265571"/>
                <a:gd name="connsiteY41" fmla="*/ 134755 h 200510"/>
                <a:gd name="connsiteX42" fmla="*/ 84513 w 265571"/>
                <a:gd name="connsiteY42" fmla="*/ 126456 h 200510"/>
                <a:gd name="connsiteX43" fmla="*/ 62149 w 265571"/>
                <a:gd name="connsiteY43" fmla="*/ 115603 h 200510"/>
                <a:gd name="connsiteX44" fmla="*/ 52564 w 265571"/>
                <a:gd name="connsiteY44" fmla="*/ 107942 h 200510"/>
                <a:gd name="connsiteX45" fmla="*/ 33394 w 265571"/>
                <a:gd name="connsiteY45" fmla="*/ 83683 h 200510"/>
                <a:gd name="connsiteX46" fmla="*/ 31477 w 265571"/>
                <a:gd name="connsiteY46" fmla="*/ 81130 h 200510"/>
                <a:gd name="connsiteX47" fmla="*/ 44896 w 265571"/>
                <a:gd name="connsiteY47" fmla="*/ 81130 h 200510"/>
                <a:gd name="connsiteX48" fmla="*/ 67261 w 265571"/>
                <a:gd name="connsiteY48" fmla="*/ 98366 h 200510"/>
                <a:gd name="connsiteX49" fmla="*/ 71734 w 265571"/>
                <a:gd name="connsiteY49" fmla="*/ 100282 h 200510"/>
                <a:gd name="connsiteX50" fmla="*/ 79402 w 265571"/>
                <a:gd name="connsiteY50" fmla="*/ 100920 h 200510"/>
                <a:gd name="connsiteX51" fmla="*/ 123492 w 265571"/>
                <a:gd name="connsiteY51" fmla="*/ 139224 h 200510"/>
                <a:gd name="connsiteX52" fmla="*/ 126687 w 265571"/>
                <a:gd name="connsiteY52" fmla="*/ 166675 h 200510"/>
                <a:gd name="connsiteX53" fmla="*/ 133077 w 265571"/>
                <a:gd name="connsiteY53" fmla="*/ 173059 h 200510"/>
                <a:gd name="connsiteX54" fmla="*/ 133077 w 265571"/>
                <a:gd name="connsiteY54" fmla="*/ 173059 h 200510"/>
                <a:gd name="connsiteX55" fmla="*/ 133077 w 265571"/>
                <a:gd name="connsiteY55" fmla="*/ 173059 h 200510"/>
                <a:gd name="connsiteX56" fmla="*/ 139467 w 265571"/>
                <a:gd name="connsiteY56" fmla="*/ 166675 h 200510"/>
                <a:gd name="connsiteX57" fmla="*/ 142662 w 265571"/>
                <a:gd name="connsiteY57" fmla="*/ 139224 h 200510"/>
                <a:gd name="connsiteX58" fmla="*/ 186752 w 265571"/>
                <a:gd name="connsiteY58" fmla="*/ 100920 h 200510"/>
                <a:gd name="connsiteX59" fmla="*/ 194420 w 265571"/>
                <a:gd name="connsiteY59" fmla="*/ 100282 h 200510"/>
                <a:gd name="connsiteX60" fmla="*/ 198893 w 265571"/>
                <a:gd name="connsiteY60" fmla="*/ 98366 h 200510"/>
                <a:gd name="connsiteX61" fmla="*/ 221258 w 265571"/>
                <a:gd name="connsiteY61" fmla="*/ 81130 h 200510"/>
                <a:gd name="connsiteX62" fmla="*/ 234038 w 265571"/>
                <a:gd name="connsiteY62" fmla="*/ 81130 h 200510"/>
                <a:gd name="connsiteX63" fmla="*/ 231482 w 265571"/>
                <a:gd name="connsiteY63" fmla="*/ 84322 h 200510"/>
                <a:gd name="connsiteX64" fmla="*/ 212312 w 265571"/>
                <a:gd name="connsiteY64" fmla="*/ 107942 h 200510"/>
                <a:gd name="connsiteX65" fmla="*/ 202727 w 265571"/>
                <a:gd name="connsiteY65" fmla="*/ 115603 h 200510"/>
                <a:gd name="connsiteX66" fmla="*/ 180362 w 265571"/>
                <a:gd name="connsiteY66" fmla="*/ 126456 h 200510"/>
                <a:gd name="connsiteX67" fmla="*/ 177806 w 265571"/>
                <a:gd name="connsiteY67" fmla="*/ 134755 h 200510"/>
                <a:gd name="connsiteX68" fmla="*/ 186113 w 265571"/>
                <a:gd name="connsiteY68" fmla="*/ 137309 h 200510"/>
                <a:gd name="connsiteX69" fmla="*/ 208478 w 265571"/>
                <a:gd name="connsiteY69" fmla="*/ 126456 h 200510"/>
                <a:gd name="connsiteX70" fmla="*/ 221897 w 265571"/>
                <a:gd name="connsiteY70" fmla="*/ 115603 h 200510"/>
                <a:gd name="connsiteX71" fmla="*/ 240428 w 265571"/>
                <a:gd name="connsiteY71" fmla="*/ 91982 h 200510"/>
                <a:gd name="connsiteX72" fmla="*/ 243623 w 265571"/>
                <a:gd name="connsiteY72" fmla="*/ 73469 h 200510"/>
                <a:gd name="connsiteX73" fmla="*/ 234038 w 265571"/>
                <a:gd name="connsiteY73" fmla="*/ 67723 h 200510"/>
                <a:gd name="connsiteX74" fmla="*/ 239789 w 265571"/>
                <a:gd name="connsiteY74" fmla="*/ 18567 h 200510"/>
                <a:gd name="connsiteX75" fmla="*/ 244262 w 265571"/>
                <a:gd name="connsiteY75" fmla="*/ 12821 h 200510"/>
                <a:gd name="connsiteX76" fmla="*/ 246818 w 265571"/>
                <a:gd name="connsiteY76" fmla="*/ 12821 h 200510"/>
                <a:gd name="connsiteX77" fmla="*/ 251291 w 265571"/>
                <a:gd name="connsiteY77" fmla="*/ 72192 h 200510"/>
                <a:gd name="connsiteX78" fmla="*/ 250013 w 265571"/>
                <a:gd name="connsiteY78" fmla="*/ 83045 h 200510"/>
                <a:gd name="connsiteX79" fmla="*/ 234038 w 265571"/>
                <a:gd name="connsiteY79" fmla="*/ 127094 h 200510"/>
                <a:gd name="connsiteX80" fmla="*/ 222536 w 265571"/>
                <a:gd name="connsiteY80" fmla="*/ 142416 h 200510"/>
                <a:gd name="connsiteX81" fmla="*/ 183557 w 265571"/>
                <a:gd name="connsiteY81" fmla="*/ 170505 h 200510"/>
                <a:gd name="connsiteX82" fmla="*/ 168861 w 265571"/>
                <a:gd name="connsiteY82" fmla="*/ 193488 h 200510"/>
                <a:gd name="connsiteX83" fmla="*/ 174611 w 265571"/>
                <a:gd name="connsiteY83" fmla="*/ 200510 h 200510"/>
                <a:gd name="connsiteX84" fmla="*/ 175251 w 265571"/>
                <a:gd name="connsiteY84" fmla="*/ 200510 h 200510"/>
                <a:gd name="connsiteX85" fmla="*/ 181641 w 265571"/>
                <a:gd name="connsiteY85" fmla="*/ 194765 h 200510"/>
                <a:gd name="connsiteX86" fmla="*/ 191225 w 265571"/>
                <a:gd name="connsiteY86" fmla="*/ 181358 h 200510"/>
                <a:gd name="connsiteX87" fmla="*/ 230204 w 265571"/>
                <a:gd name="connsiteY87" fmla="*/ 153269 h 200510"/>
                <a:gd name="connsiteX88" fmla="*/ 246179 w 265571"/>
                <a:gd name="connsiteY88" fmla="*/ 131563 h 200510"/>
                <a:gd name="connsiteX89" fmla="*/ 262154 w 265571"/>
                <a:gd name="connsiteY89" fmla="*/ 87514 h 200510"/>
                <a:gd name="connsiteX90" fmla="*/ 265349 w 265571"/>
                <a:gd name="connsiteY90" fmla="*/ 71554 h 20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265571" h="200510">
                  <a:moveTo>
                    <a:pt x="265349" y="71554"/>
                  </a:moveTo>
                  <a:lnTo>
                    <a:pt x="260876" y="12183"/>
                  </a:lnTo>
                  <a:cubicBezTo>
                    <a:pt x="260237" y="5160"/>
                    <a:pt x="255764" y="692"/>
                    <a:pt x="248735" y="53"/>
                  </a:cubicBezTo>
                  <a:cubicBezTo>
                    <a:pt x="241067" y="-585"/>
                    <a:pt x="231482" y="5160"/>
                    <a:pt x="228287" y="16013"/>
                  </a:cubicBezTo>
                  <a:cubicBezTo>
                    <a:pt x="228287" y="16013"/>
                    <a:pt x="228287" y="16651"/>
                    <a:pt x="228287" y="16651"/>
                  </a:cubicBezTo>
                  <a:lnTo>
                    <a:pt x="222536" y="67723"/>
                  </a:lnTo>
                  <a:cubicBezTo>
                    <a:pt x="219980" y="68362"/>
                    <a:pt x="218063" y="69000"/>
                    <a:pt x="216146" y="69639"/>
                  </a:cubicBezTo>
                  <a:cubicBezTo>
                    <a:pt x="207839" y="73469"/>
                    <a:pt x="200171" y="79853"/>
                    <a:pt x="192503" y="87514"/>
                  </a:cubicBezTo>
                  <a:cubicBezTo>
                    <a:pt x="191225" y="87514"/>
                    <a:pt x="188669" y="87514"/>
                    <a:pt x="186113" y="88152"/>
                  </a:cubicBezTo>
                  <a:cubicBezTo>
                    <a:pt x="162471" y="90706"/>
                    <a:pt x="142023" y="106666"/>
                    <a:pt x="133077" y="129010"/>
                  </a:cubicBezTo>
                  <a:cubicBezTo>
                    <a:pt x="124131" y="106666"/>
                    <a:pt x="103683" y="90706"/>
                    <a:pt x="80040" y="88152"/>
                  </a:cubicBezTo>
                  <a:cubicBezTo>
                    <a:pt x="77484" y="88152"/>
                    <a:pt x="74929" y="87514"/>
                    <a:pt x="73650" y="87514"/>
                  </a:cubicBezTo>
                  <a:cubicBezTo>
                    <a:pt x="65982" y="80491"/>
                    <a:pt x="58314" y="73469"/>
                    <a:pt x="50008" y="70277"/>
                  </a:cubicBezTo>
                  <a:cubicBezTo>
                    <a:pt x="48091" y="69000"/>
                    <a:pt x="45535" y="68362"/>
                    <a:pt x="42979" y="67723"/>
                  </a:cubicBezTo>
                  <a:lnTo>
                    <a:pt x="37228" y="16651"/>
                  </a:lnTo>
                  <a:cubicBezTo>
                    <a:pt x="37228" y="16651"/>
                    <a:pt x="37228" y="16013"/>
                    <a:pt x="37228" y="16013"/>
                  </a:cubicBezTo>
                  <a:cubicBezTo>
                    <a:pt x="34033" y="4522"/>
                    <a:pt x="24448" y="-585"/>
                    <a:pt x="16780" y="53"/>
                  </a:cubicBezTo>
                  <a:cubicBezTo>
                    <a:pt x="10390" y="692"/>
                    <a:pt x="5917" y="5160"/>
                    <a:pt x="4639" y="12183"/>
                  </a:cubicBezTo>
                  <a:lnTo>
                    <a:pt x="166" y="71554"/>
                  </a:lnTo>
                  <a:cubicBezTo>
                    <a:pt x="-473" y="77299"/>
                    <a:pt x="805" y="82407"/>
                    <a:pt x="2722" y="87514"/>
                  </a:cubicBezTo>
                  <a:lnTo>
                    <a:pt x="18697" y="131563"/>
                  </a:lnTo>
                  <a:cubicBezTo>
                    <a:pt x="21892" y="140501"/>
                    <a:pt x="27643" y="147523"/>
                    <a:pt x="34672" y="153269"/>
                  </a:cubicBezTo>
                  <a:lnTo>
                    <a:pt x="73650" y="181358"/>
                  </a:lnTo>
                  <a:cubicBezTo>
                    <a:pt x="79402" y="185827"/>
                    <a:pt x="82597" y="190296"/>
                    <a:pt x="83235" y="194765"/>
                  </a:cubicBezTo>
                  <a:cubicBezTo>
                    <a:pt x="83235" y="197957"/>
                    <a:pt x="86430" y="200510"/>
                    <a:pt x="89625" y="200510"/>
                  </a:cubicBezTo>
                  <a:cubicBezTo>
                    <a:pt x="89625" y="200510"/>
                    <a:pt x="90264" y="200510"/>
                    <a:pt x="90264" y="200510"/>
                  </a:cubicBezTo>
                  <a:cubicBezTo>
                    <a:pt x="93459" y="199872"/>
                    <a:pt x="96654" y="197318"/>
                    <a:pt x="96015" y="193488"/>
                  </a:cubicBezTo>
                  <a:cubicBezTo>
                    <a:pt x="95376" y="184550"/>
                    <a:pt x="90264" y="176889"/>
                    <a:pt x="81318" y="170505"/>
                  </a:cubicBezTo>
                  <a:lnTo>
                    <a:pt x="42340" y="142416"/>
                  </a:lnTo>
                  <a:cubicBezTo>
                    <a:pt x="37228" y="138585"/>
                    <a:pt x="32755" y="132840"/>
                    <a:pt x="30838" y="127094"/>
                  </a:cubicBezTo>
                  <a:lnTo>
                    <a:pt x="14863" y="83045"/>
                  </a:lnTo>
                  <a:cubicBezTo>
                    <a:pt x="13585" y="79215"/>
                    <a:pt x="12946" y="76023"/>
                    <a:pt x="13585" y="72192"/>
                  </a:cubicBezTo>
                  <a:lnTo>
                    <a:pt x="18058" y="12183"/>
                  </a:lnTo>
                  <a:cubicBezTo>
                    <a:pt x="18058" y="12183"/>
                    <a:pt x="19336" y="12183"/>
                    <a:pt x="20614" y="12821"/>
                  </a:cubicBezTo>
                  <a:cubicBezTo>
                    <a:pt x="21892" y="13459"/>
                    <a:pt x="23809" y="14736"/>
                    <a:pt x="25087" y="18567"/>
                  </a:cubicBezTo>
                  <a:lnTo>
                    <a:pt x="30838" y="67723"/>
                  </a:lnTo>
                  <a:cubicBezTo>
                    <a:pt x="27004" y="69000"/>
                    <a:pt x="23170" y="70915"/>
                    <a:pt x="21253" y="73469"/>
                  </a:cubicBezTo>
                  <a:cubicBezTo>
                    <a:pt x="19975" y="75384"/>
                    <a:pt x="15502" y="83045"/>
                    <a:pt x="23809" y="91982"/>
                  </a:cubicBezTo>
                  <a:lnTo>
                    <a:pt x="42979" y="115603"/>
                  </a:lnTo>
                  <a:cubicBezTo>
                    <a:pt x="46813" y="120072"/>
                    <a:pt x="51286" y="123902"/>
                    <a:pt x="56398" y="126456"/>
                  </a:cubicBezTo>
                  <a:lnTo>
                    <a:pt x="78762" y="137309"/>
                  </a:lnTo>
                  <a:cubicBezTo>
                    <a:pt x="81957" y="139224"/>
                    <a:pt x="85791" y="137309"/>
                    <a:pt x="87069" y="134755"/>
                  </a:cubicBezTo>
                  <a:cubicBezTo>
                    <a:pt x="88347" y="131563"/>
                    <a:pt x="87069" y="127733"/>
                    <a:pt x="84513" y="126456"/>
                  </a:cubicBezTo>
                  <a:lnTo>
                    <a:pt x="62149" y="115603"/>
                  </a:lnTo>
                  <a:cubicBezTo>
                    <a:pt x="58314" y="113688"/>
                    <a:pt x="55119" y="111134"/>
                    <a:pt x="52564" y="107942"/>
                  </a:cubicBezTo>
                  <a:lnTo>
                    <a:pt x="33394" y="83683"/>
                  </a:lnTo>
                  <a:cubicBezTo>
                    <a:pt x="32116" y="82407"/>
                    <a:pt x="31477" y="81130"/>
                    <a:pt x="31477" y="81130"/>
                  </a:cubicBezTo>
                  <a:cubicBezTo>
                    <a:pt x="32755" y="79853"/>
                    <a:pt x="39145" y="77938"/>
                    <a:pt x="44896" y="81130"/>
                  </a:cubicBezTo>
                  <a:cubicBezTo>
                    <a:pt x="51925" y="84322"/>
                    <a:pt x="59593" y="91344"/>
                    <a:pt x="67261" y="98366"/>
                  </a:cubicBezTo>
                  <a:cubicBezTo>
                    <a:pt x="68539" y="99643"/>
                    <a:pt x="70455" y="100282"/>
                    <a:pt x="71734" y="100282"/>
                  </a:cubicBezTo>
                  <a:cubicBezTo>
                    <a:pt x="71734" y="100282"/>
                    <a:pt x="74929" y="100282"/>
                    <a:pt x="79402" y="100920"/>
                  </a:cubicBezTo>
                  <a:cubicBezTo>
                    <a:pt x="100488" y="102835"/>
                    <a:pt x="118380" y="118157"/>
                    <a:pt x="123492" y="139224"/>
                  </a:cubicBezTo>
                  <a:cubicBezTo>
                    <a:pt x="126048" y="148800"/>
                    <a:pt x="126687" y="155184"/>
                    <a:pt x="126687" y="166675"/>
                  </a:cubicBezTo>
                  <a:cubicBezTo>
                    <a:pt x="126687" y="170505"/>
                    <a:pt x="129243" y="173059"/>
                    <a:pt x="133077" y="173059"/>
                  </a:cubicBezTo>
                  <a:cubicBezTo>
                    <a:pt x="133077" y="173059"/>
                    <a:pt x="133077" y="173059"/>
                    <a:pt x="133077" y="173059"/>
                  </a:cubicBezTo>
                  <a:cubicBezTo>
                    <a:pt x="133077" y="173059"/>
                    <a:pt x="133077" y="173059"/>
                    <a:pt x="133077" y="173059"/>
                  </a:cubicBezTo>
                  <a:cubicBezTo>
                    <a:pt x="136911" y="173059"/>
                    <a:pt x="139467" y="170505"/>
                    <a:pt x="139467" y="166675"/>
                  </a:cubicBezTo>
                  <a:cubicBezTo>
                    <a:pt x="139467" y="154545"/>
                    <a:pt x="140106" y="148800"/>
                    <a:pt x="142662" y="139224"/>
                  </a:cubicBezTo>
                  <a:cubicBezTo>
                    <a:pt x="148413" y="118795"/>
                    <a:pt x="166305" y="103474"/>
                    <a:pt x="186752" y="100920"/>
                  </a:cubicBezTo>
                  <a:cubicBezTo>
                    <a:pt x="191225" y="100282"/>
                    <a:pt x="194420" y="100282"/>
                    <a:pt x="194420" y="100282"/>
                  </a:cubicBezTo>
                  <a:cubicBezTo>
                    <a:pt x="196337" y="100282"/>
                    <a:pt x="197615" y="99643"/>
                    <a:pt x="198893" y="98366"/>
                  </a:cubicBezTo>
                  <a:cubicBezTo>
                    <a:pt x="206561" y="91344"/>
                    <a:pt x="214229" y="84322"/>
                    <a:pt x="221258" y="81130"/>
                  </a:cubicBezTo>
                  <a:cubicBezTo>
                    <a:pt x="226370" y="78576"/>
                    <a:pt x="233399" y="79853"/>
                    <a:pt x="234038" y="81130"/>
                  </a:cubicBezTo>
                  <a:cubicBezTo>
                    <a:pt x="234038" y="81130"/>
                    <a:pt x="233399" y="82407"/>
                    <a:pt x="231482" y="84322"/>
                  </a:cubicBezTo>
                  <a:lnTo>
                    <a:pt x="212312" y="107942"/>
                  </a:lnTo>
                  <a:cubicBezTo>
                    <a:pt x="209756" y="111134"/>
                    <a:pt x="206561" y="113688"/>
                    <a:pt x="202727" y="115603"/>
                  </a:cubicBezTo>
                  <a:lnTo>
                    <a:pt x="180362" y="126456"/>
                  </a:lnTo>
                  <a:cubicBezTo>
                    <a:pt x="177168" y="127733"/>
                    <a:pt x="175889" y="131563"/>
                    <a:pt x="177806" y="134755"/>
                  </a:cubicBezTo>
                  <a:cubicBezTo>
                    <a:pt x="179084" y="137947"/>
                    <a:pt x="182918" y="139224"/>
                    <a:pt x="186113" y="137309"/>
                  </a:cubicBezTo>
                  <a:lnTo>
                    <a:pt x="208478" y="126456"/>
                  </a:lnTo>
                  <a:cubicBezTo>
                    <a:pt x="213590" y="123902"/>
                    <a:pt x="218702" y="120072"/>
                    <a:pt x="221897" y="115603"/>
                  </a:cubicBezTo>
                  <a:lnTo>
                    <a:pt x="240428" y="91982"/>
                  </a:lnTo>
                  <a:cubicBezTo>
                    <a:pt x="249374" y="83045"/>
                    <a:pt x="244901" y="75384"/>
                    <a:pt x="243623" y="73469"/>
                  </a:cubicBezTo>
                  <a:cubicBezTo>
                    <a:pt x="241706" y="70277"/>
                    <a:pt x="237872" y="68362"/>
                    <a:pt x="234038" y="67723"/>
                  </a:cubicBezTo>
                  <a:lnTo>
                    <a:pt x="239789" y="18567"/>
                  </a:lnTo>
                  <a:cubicBezTo>
                    <a:pt x="241067" y="14736"/>
                    <a:pt x="242984" y="13459"/>
                    <a:pt x="244262" y="12821"/>
                  </a:cubicBezTo>
                  <a:cubicBezTo>
                    <a:pt x="245540" y="12183"/>
                    <a:pt x="246179" y="12183"/>
                    <a:pt x="246818" y="12821"/>
                  </a:cubicBezTo>
                  <a:lnTo>
                    <a:pt x="251291" y="72192"/>
                  </a:lnTo>
                  <a:cubicBezTo>
                    <a:pt x="251291" y="76023"/>
                    <a:pt x="251291" y="79853"/>
                    <a:pt x="250013" y="83045"/>
                  </a:cubicBezTo>
                  <a:lnTo>
                    <a:pt x="234038" y="127094"/>
                  </a:lnTo>
                  <a:cubicBezTo>
                    <a:pt x="231482" y="133478"/>
                    <a:pt x="227648" y="138585"/>
                    <a:pt x="222536" y="142416"/>
                  </a:cubicBezTo>
                  <a:lnTo>
                    <a:pt x="183557" y="170505"/>
                  </a:lnTo>
                  <a:cubicBezTo>
                    <a:pt x="174611" y="176889"/>
                    <a:pt x="170138" y="184550"/>
                    <a:pt x="168861" y="193488"/>
                  </a:cubicBezTo>
                  <a:cubicBezTo>
                    <a:pt x="168221" y="196680"/>
                    <a:pt x="171416" y="199872"/>
                    <a:pt x="174611" y="200510"/>
                  </a:cubicBezTo>
                  <a:cubicBezTo>
                    <a:pt x="174611" y="200510"/>
                    <a:pt x="175251" y="200510"/>
                    <a:pt x="175251" y="200510"/>
                  </a:cubicBezTo>
                  <a:cubicBezTo>
                    <a:pt x="178446" y="200510"/>
                    <a:pt x="181001" y="197957"/>
                    <a:pt x="181641" y="194765"/>
                  </a:cubicBezTo>
                  <a:cubicBezTo>
                    <a:pt x="182279" y="189657"/>
                    <a:pt x="185474" y="185189"/>
                    <a:pt x="191225" y="181358"/>
                  </a:cubicBezTo>
                  <a:lnTo>
                    <a:pt x="230204" y="153269"/>
                  </a:lnTo>
                  <a:cubicBezTo>
                    <a:pt x="237872" y="148161"/>
                    <a:pt x="242984" y="140501"/>
                    <a:pt x="246179" y="131563"/>
                  </a:cubicBezTo>
                  <a:lnTo>
                    <a:pt x="262154" y="87514"/>
                  </a:lnTo>
                  <a:cubicBezTo>
                    <a:pt x="265349" y="82407"/>
                    <a:pt x="265987" y="77299"/>
                    <a:pt x="265349" y="71554"/>
                  </a:cubicBezTo>
                  <a:close/>
                </a:path>
              </a:pathLst>
            </a:custGeom>
            <a:solidFill>
              <a:srgbClr val="007CB0"/>
            </a:solidFill>
            <a:ln w="6390" cap="flat">
              <a:noFill/>
              <a:prstDash val="solid"/>
              <a:miter/>
            </a:ln>
          </p:spPr>
          <p:txBody>
            <a:bodyPr rtlCol="0" anchor="ctr"/>
            <a:lstStyle/>
            <a:p>
              <a:endParaRPr lang="en-US"/>
            </a:p>
          </p:txBody>
        </p:sp>
        <p:sp>
          <p:nvSpPr>
            <p:cNvPr id="819" name="Graphic 4">
              <a:extLst>
                <a:ext uri="{FF2B5EF4-FFF2-40B4-BE49-F238E27FC236}">
                  <a16:creationId xmlns:a16="http://schemas.microsoft.com/office/drawing/2014/main" id="{7DFBF6AE-6D1C-0649-98DF-8EC019059035}"/>
                </a:ext>
              </a:extLst>
            </p:cNvPr>
            <p:cNvSpPr/>
            <p:nvPr/>
          </p:nvSpPr>
          <p:spPr>
            <a:xfrm>
              <a:off x="4790376" y="1010650"/>
              <a:ext cx="103197" cy="93940"/>
            </a:xfrm>
            <a:custGeom>
              <a:avLst/>
              <a:gdLst>
                <a:gd name="connsiteX0" fmla="*/ 40416 w 103197"/>
                <a:gd name="connsiteY0" fmla="*/ 87557 h 93940"/>
                <a:gd name="connsiteX1" fmla="*/ 51918 w 103197"/>
                <a:gd name="connsiteY1" fmla="*/ 93941 h 93940"/>
                <a:gd name="connsiteX2" fmla="*/ 51918 w 103197"/>
                <a:gd name="connsiteY2" fmla="*/ 93941 h 93940"/>
                <a:gd name="connsiteX3" fmla="*/ 64059 w 103197"/>
                <a:gd name="connsiteY3" fmla="*/ 86919 h 93940"/>
                <a:gd name="connsiteX4" fmla="*/ 94092 w 103197"/>
                <a:gd name="connsiteY4" fmla="*/ 55637 h 93940"/>
                <a:gd name="connsiteX5" fmla="*/ 94092 w 103197"/>
                <a:gd name="connsiteY5" fmla="*/ 9672 h 93940"/>
                <a:gd name="connsiteX6" fmla="*/ 94092 w 103197"/>
                <a:gd name="connsiteY6" fmla="*/ 9672 h 93940"/>
                <a:gd name="connsiteX7" fmla="*/ 72366 w 103197"/>
                <a:gd name="connsiteY7" fmla="*/ 96 h 93940"/>
                <a:gd name="connsiteX8" fmla="*/ 51918 w 103197"/>
                <a:gd name="connsiteY8" fmla="*/ 7119 h 93940"/>
                <a:gd name="connsiteX9" fmla="*/ 31470 w 103197"/>
                <a:gd name="connsiteY9" fmla="*/ 96 h 93940"/>
                <a:gd name="connsiteX10" fmla="*/ 9105 w 103197"/>
                <a:gd name="connsiteY10" fmla="*/ 9672 h 93940"/>
                <a:gd name="connsiteX11" fmla="*/ 9105 w 103197"/>
                <a:gd name="connsiteY11" fmla="*/ 55637 h 93940"/>
                <a:gd name="connsiteX12" fmla="*/ 40416 w 103197"/>
                <a:gd name="connsiteY12" fmla="*/ 87557 h 93940"/>
                <a:gd name="connsiteX13" fmla="*/ 19330 w 103197"/>
                <a:gd name="connsiteY13" fmla="*/ 18610 h 93940"/>
                <a:gd name="connsiteX14" fmla="*/ 32748 w 103197"/>
                <a:gd name="connsiteY14" fmla="*/ 12864 h 93940"/>
                <a:gd name="connsiteX15" fmla="*/ 33388 w 103197"/>
                <a:gd name="connsiteY15" fmla="*/ 12864 h 93940"/>
                <a:gd name="connsiteX16" fmla="*/ 46806 w 103197"/>
                <a:gd name="connsiteY16" fmla="*/ 18610 h 93940"/>
                <a:gd name="connsiteX17" fmla="*/ 53196 w 103197"/>
                <a:gd name="connsiteY17" fmla="*/ 24356 h 93940"/>
                <a:gd name="connsiteX18" fmla="*/ 59586 w 103197"/>
                <a:gd name="connsiteY18" fmla="*/ 18610 h 93940"/>
                <a:gd name="connsiteX19" fmla="*/ 73644 w 103197"/>
                <a:gd name="connsiteY19" fmla="*/ 12864 h 93940"/>
                <a:gd name="connsiteX20" fmla="*/ 86424 w 103197"/>
                <a:gd name="connsiteY20" fmla="*/ 18610 h 93940"/>
                <a:gd name="connsiteX21" fmla="*/ 86424 w 103197"/>
                <a:gd name="connsiteY21" fmla="*/ 46699 h 93940"/>
                <a:gd name="connsiteX22" fmla="*/ 55752 w 103197"/>
                <a:gd name="connsiteY22" fmla="*/ 78619 h 93940"/>
                <a:gd name="connsiteX23" fmla="*/ 53196 w 103197"/>
                <a:gd name="connsiteY23" fmla="*/ 81173 h 93940"/>
                <a:gd name="connsiteX24" fmla="*/ 53196 w 103197"/>
                <a:gd name="connsiteY24" fmla="*/ 81173 h 93940"/>
                <a:gd name="connsiteX25" fmla="*/ 50640 w 103197"/>
                <a:gd name="connsiteY25" fmla="*/ 79258 h 93940"/>
                <a:gd name="connsiteX26" fmla="*/ 19968 w 103197"/>
                <a:gd name="connsiteY26" fmla="*/ 46699 h 93940"/>
                <a:gd name="connsiteX27" fmla="*/ 19330 w 103197"/>
                <a:gd name="connsiteY27" fmla="*/ 18610 h 9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3197" h="93940">
                  <a:moveTo>
                    <a:pt x="40416" y="87557"/>
                  </a:moveTo>
                  <a:cubicBezTo>
                    <a:pt x="42333" y="89472"/>
                    <a:pt x="46167" y="93941"/>
                    <a:pt x="51918" y="93941"/>
                  </a:cubicBezTo>
                  <a:cubicBezTo>
                    <a:pt x="51918" y="93941"/>
                    <a:pt x="51918" y="93941"/>
                    <a:pt x="51918" y="93941"/>
                  </a:cubicBezTo>
                  <a:cubicBezTo>
                    <a:pt x="57669" y="93941"/>
                    <a:pt x="61503" y="90111"/>
                    <a:pt x="64059" y="86919"/>
                  </a:cubicBezTo>
                  <a:lnTo>
                    <a:pt x="94092" y="55637"/>
                  </a:lnTo>
                  <a:cubicBezTo>
                    <a:pt x="106233" y="42869"/>
                    <a:pt x="106233" y="22440"/>
                    <a:pt x="94092" y="9672"/>
                  </a:cubicBezTo>
                  <a:lnTo>
                    <a:pt x="94092" y="9672"/>
                  </a:lnTo>
                  <a:cubicBezTo>
                    <a:pt x="88341" y="3288"/>
                    <a:pt x="80034" y="96"/>
                    <a:pt x="72366" y="96"/>
                  </a:cubicBezTo>
                  <a:cubicBezTo>
                    <a:pt x="65337" y="-542"/>
                    <a:pt x="57669" y="2012"/>
                    <a:pt x="51918" y="7119"/>
                  </a:cubicBezTo>
                  <a:cubicBezTo>
                    <a:pt x="46167" y="2012"/>
                    <a:pt x="38499" y="96"/>
                    <a:pt x="31470" y="96"/>
                  </a:cubicBezTo>
                  <a:cubicBezTo>
                    <a:pt x="23163" y="96"/>
                    <a:pt x="15495" y="3927"/>
                    <a:pt x="9105" y="9672"/>
                  </a:cubicBezTo>
                  <a:cubicBezTo>
                    <a:pt x="-3035" y="22440"/>
                    <a:pt x="-3035" y="42869"/>
                    <a:pt x="9105" y="55637"/>
                  </a:cubicBezTo>
                  <a:lnTo>
                    <a:pt x="40416" y="87557"/>
                  </a:lnTo>
                  <a:close/>
                  <a:moveTo>
                    <a:pt x="19330" y="18610"/>
                  </a:moveTo>
                  <a:cubicBezTo>
                    <a:pt x="23163" y="14780"/>
                    <a:pt x="27636" y="12864"/>
                    <a:pt x="32748" y="12864"/>
                  </a:cubicBezTo>
                  <a:cubicBezTo>
                    <a:pt x="32748" y="12864"/>
                    <a:pt x="33388" y="12864"/>
                    <a:pt x="33388" y="12864"/>
                  </a:cubicBezTo>
                  <a:cubicBezTo>
                    <a:pt x="37860" y="12864"/>
                    <a:pt x="42972" y="14780"/>
                    <a:pt x="46806" y="18610"/>
                  </a:cubicBezTo>
                  <a:lnTo>
                    <a:pt x="53196" y="24356"/>
                  </a:lnTo>
                  <a:lnTo>
                    <a:pt x="59586" y="18610"/>
                  </a:lnTo>
                  <a:cubicBezTo>
                    <a:pt x="63420" y="14780"/>
                    <a:pt x="68532" y="12864"/>
                    <a:pt x="73644" y="12864"/>
                  </a:cubicBezTo>
                  <a:cubicBezTo>
                    <a:pt x="78756" y="12864"/>
                    <a:pt x="83229" y="14780"/>
                    <a:pt x="86424" y="18610"/>
                  </a:cubicBezTo>
                  <a:cubicBezTo>
                    <a:pt x="94092" y="26271"/>
                    <a:pt x="94092" y="39039"/>
                    <a:pt x="86424" y="46699"/>
                  </a:cubicBezTo>
                  <a:lnTo>
                    <a:pt x="55752" y="78619"/>
                  </a:lnTo>
                  <a:cubicBezTo>
                    <a:pt x="54474" y="79896"/>
                    <a:pt x="53196" y="81173"/>
                    <a:pt x="53196" y="81173"/>
                  </a:cubicBezTo>
                  <a:lnTo>
                    <a:pt x="53196" y="81173"/>
                  </a:lnTo>
                  <a:cubicBezTo>
                    <a:pt x="52557" y="81173"/>
                    <a:pt x="51918" y="80535"/>
                    <a:pt x="50640" y="79258"/>
                  </a:cubicBezTo>
                  <a:lnTo>
                    <a:pt x="19968" y="46699"/>
                  </a:lnTo>
                  <a:cubicBezTo>
                    <a:pt x="11662" y="39039"/>
                    <a:pt x="11662" y="26271"/>
                    <a:pt x="19330" y="18610"/>
                  </a:cubicBezTo>
                  <a:close/>
                </a:path>
              </a:pathLst>
            </a:custGeom>
            <a:solidFill>
              <a:srgbClr val="007CB0"/>
            </a:solidFill>
            <a:ln w="6390" cap="flat">
              <a:noFill/>
              <a:prstDash val="solid"/>
              <a:miter/>
            </a:ln>
          </p:spPr>
          <p:txBody>
            <a:bodyPr rtlCol="0" anchor="ctr"/>
            <a:lstStyle/>
            <a:p>
              <a:endParaRPr lang="en-US"/>
            </a:p>
          </p:txBody>
        </p:sp>
      </p:grpSp>
      <p:grpSp>
        <p:nvGrpSpPr>
          <p:cNvPr id="820" name="Graphic 4">
            <a:extLst>
              <a:ext uri="{FF2B5EF4-FFF2-40B4-BE49-F238E27FC236}">
                <a16:creationId xmlns:a16="http://schemas.microsoft.com/office/drawing/2014/main" id="{30A55546-D500-C44C-B42E-5934C947409B}"/>
              </a:ext>
            </a:extLst>
          </p:cNvPr>
          <p:cNvGrpSpPr/>
          <p:nvPr/>
        </p:nvGrpSpPr>
        <p:grpSpPr>
          <a:xfrm>
            <a:off x="6754802" y="2371173"/>
            <a:ext cx="361670" cy="361333"/>
            <a:chOff x="6754802" y="2371173"/>
            <a:chExt cx="361670" cy="361333"/>
          </a:xfrm>
          <a:solidFill>
            <a:srgbClr val="007CB0"/>
          </a:solidFill>
        </p:grpSpPr>
        <p:sp>
          <p:nvSpPr>
            <p:cNvPr id="821" name="Graphic 4">
              <a:extLst>
                <a:ext uri="{FF2B5EF4-FFF2-40B4-BE49-F238E27FC236}">
                  <a16:creationId xmlns:a16="http://schemas.microsoft.com/office/drawing/2014/main" id="{428FF42A-9922-BF4E-98D9-E741D9831674}"/>
                </a:ext>
              </a:extLst>
            </p:cNvPr>
            <p:cNvSpPr/>
            <p:nvPr/>
          </p:nvSpPr>
          <p:spPr>
            <a:xfrm>
              <a:off x="6754802" y="237117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3" y="361333"/>
                    <a:pt x="180836" y="361333"/>
                  </a:cubicBezTo>
                  <a:cubicBezTo>
                    <a:pt x="281157" y="361333"/>
                    <a:pt x="361670" y="280257"/>
                    <a:pt x="361670" y="180667"/>
                  </a:cubicBezTo>
                  <a:cubicBezTo>
                    <a:pt x="361670" y="81077"/>
                    <a:pt x="280518" y="0"/>
                    <a:pt x="180836" y="0"/>
                  </a:cubicBezTo>
                  <a:close/>
                  <a:moveTo>
                    <a:pt x="180836" y="349204"/>
                  </a:moveTo>
                  <a:cubicBezTo>
                    <a:pt x="88181" y="349204"/>
                    <a:pt x="12780" y="273873"/>
                    <a:pt x="12780" y="181305"/>
                  </a:cubicBezTo>
                  <a:cubicBezTo>
                    <a:pt x="12780" y="88738"/>
                    <a:pt x="88181" y="13406"/>
                    <a:pt x="180836" y="13406"/>
                  </a:cubicBezTo>
                  <a:cubicBezTo>
                    <a:pt x="273490" y="13406"/>
                    <a:pt x="348890" y="88738"/>
                    <a:pt x="348890" y="181305"/>
                  </a:cubicBezTo>
                  <a:cubicBezTo>
                    <a:pt x="348890" y="273873"/>
                    <a:pt x="273490" y="349204"/>
                    <a:pt x="180836" y="349204"/>
                  </a:cubicBezTo>
                  <a:close/>
                </a:path>
              </a:pathLst>
            </a:custGeom>
            <a:solidFill>
              <a:srgbClr val="007CB0"/>
            </a:solidFill>
            <a:ln w="6390" cap="flat">
              <a:noFill/>
              <a:prstDash val="solid"/>
              <a:miter/>
            </a:ln>
          </p:spPr>
          <p:txBody>
            <a:bodyPr rtlCol="0" anchor="ctr"/>
            <a:lstStyle/>
            <a:p>
              <a:endParaRPr lang="en-US"/>
            </a:p>
          </p:txBody>
        </p:sp>
        <p:sp>
          <p:nvSpPr>
            <p:cNvPr id="822" name="Graphic 4">
              <a:extLst>
                <a:ext uri="{FF2B5EF4-FFF2-40B4-BE49-F238E27FC236}">
                  <a16:creationId xmlns:a16="http://schemas.microsoft.com/office/drawing/2014/main" id="{C3212252-6B9D-A144-BB4F-92C001ECFB85}"/>
                </a:ext>
              </a:extLst>
            </p:cNvPr>
            <p:cNvSpPr/>
            <p:nvPr/>
          </p:nvSpPr>
          <p:spPr>
            <a:xfrm>
              <a:off x="6873016" y="2533326"/>
              <a:ext cx="125242" cy="109804"/>
            </a:xfrm>
            <a:custGeom>
              <a:avLst/>
              <a:gdLst>
                <a:gd name="connsiteX0" fmla="*/ 62622 w 125242"/>
                <a:gd name="connsiteY0" fmla="*/ 0 h 109804"/>
                <a:gd name="connsiteX1" fmla="*/ 0 w 125242"/>
                <a:gd name="connsiteY1" fmla="*/ 37027 h 109804"/>
                <a:gd name="connsiteX2" fmla="*/ 0 w 125242"/>
                <a:gd name="connsiteY2" fmla="*/ 103420 h 109804"/>
                <a:gd name="connsiteX3" fmla="*/ 6390 w 125242"/>
                <a:gd name="connsiteY3" fmla="*/ 109804 h 109804"/>
                <a:gd name="connsiteX4" fmla="*/ 12780 w 125242"/>
                <a:gd name="connsiteY4" fmla="*/ 103420 h 109804"/>
                <a:gd name="connsiteX5" fmla="*/ 12780 w 125242"/>
                <a:gd name="connsiteY5" fmla="*/ 37027 h 109804"/>
                <a:gd name="connsiteX6" fmla="*/ 62622 w 125242"/>
                <a:gd name="connsiteY6" fmla="*/ 12768 h 109804"/>
                <a:gd name="connsiteX7" fmla="*/ 112463 w 125242"/>
                <a:gd name="connsiteY7" fmla="*/ 37027 h 109804"/>
                <a:gd name="connsiteX8" fmla="*/ 112463 w 125242"/>
                <a:gd name="connsiteY8" fmla="*/ 103420 h 109804"/>
                <a:gd name="connsiteX9" fmla="*/ 118853 w 125242"/>
                <a:gd name="connsiteY9" fmla="*/ 109804 h 109804"/>
                <a:gd name="connsiteX10" fmla="*/ 125243 w 125242"/>
                <a:gd name="connsiteY10" fmla="*/ 103420 h 109804"/>
                <a:gd name="connsiteX11" fmla="*/ 125243 w 125242"/>
                <a:gd name="connsiteY11" fmla="*/ 37027 h 109804"/>
                <a:gd name="connsiteX12" fmla="*/ 62622 w 125242"/>
                <a:gd name="connsiteY12" fmla="*/ 0 h 10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5242" h="109804">
                  <a:moveTo>
                    <a:pt x="62622" y="0"/>
                  </a:moveTo>
                  <a:cubicBezTo>
                    <a:pt x="40257" y="0"/>
                    <a:pt x="0" y="14045"/>
                    <a:pt x="0" y="37027"/>
                  </a:cubicBezTo>
                  <a:lnTo>
                    <a:pt x="0" y="103420"/>
                  </a:lnTo>
                  <a:cubicBezTo>
                    <a:pt x="0" y="107251"/>
                    <a:pt x="2556" y="109804"/>
                    <a:pt x="6390" y="109804"/>
                  </a:cubicBezTo>
                  <a:cubicBezTo>
                    <a:pt x="10224" y="109804"/>
                    <a:pt x="12780" y="107251"/>
                    <a:pt x="12780" y="103420"/>
                  </a:cubicBezTo>
                  <a:lnTo>
                    <a:pt x="12780" y="37027"/>
                  </a:lnTo>
                  <a:cubicBezTo>
                    <a:pt x="12780" y="24897"/>
                    <a:pt x="44091" y="12768"/>
                    <a:pt x="62622" y="12768"/>
                  </a:cubicBezTo>
                  <a:cubicBezTo>
                    <a:pt x="81153" y="12768"/>
                    <a:pt x="112463" y="24897"/>
                    <a:pt x="112463" y="37027"/>
                  </a:cubicBezTo>
                  <a:lnTo>
                    <a:pt x="112463" y="103420"/>
                  </a:lnTo>
                  <a:cubicBezTo>
                    <a:pt x="112463" y="107251"/>
                    <a:pt x="115019" y="109804"/>
                    <a:pt x="118853" y="109804"/>
                  </a:cubicBezTo>
                  <a:cubicBezTo>
                    <a:pt x="122687" y="109804"/>
                    <a:pt x="125243" y="107251"/>
                    <a:pt x="125243" y="103420"/>
                  </a:cubicBezTo>
                  <a:lnTo>
                    <a:pt x="125243" y="37027"/>
                  </a:lnTo>
                  <a:cubicBezTo>
                    <a:pt x="125243" y="14045"/>
                    <a:pt x="84986" y="0"/>
                    <a:pt x="62622" y="0"/>
                  </a:cubicBezTo>
                  <a:close/>
                </a:path>
              </a:pathLst>
            </a:custGeom>
            <a:solidFill>
              <a:srgbClr val="007CB0"/>
            </a:solidFill>
            <a:ln w="6390" cap="flat">
              <a:noFill/>
              <a:prstDash val="solid"/>
              <a:miter/>
            </a:ln>
          </p:spPr>
          <p:txBody>
            <a:bodyPr rtlCol="0" anchor="ctr"/>
            <a:lstStyle/>
            <a:p>
              <a:endParaRPr lang="en-US"/>
            </a:p>
          </p:txBody>
        </p:sp>
        <p:sp>
          <p:nvSpPr>
            <p:cNvPr id="823" name="Graphic 4">
              <a:extLst>
                <a:ext uri="{FF2B5EF4-FFF2-40B4-BE49-F238E27FC236}">
                  <a16:creationId xmlns:a16="http://schemas.microsoft.com/office/drawing/2014/main" id="{196B9A80-49F0-094C-8178-69CC58505B51}"/>
                </a:ext>
              </a:extLst>
            </p:cNvPr>
            <p:cNvSpPr/>
            <p:nvPr/>
          </p:nvSpPr>
          <p:spPr>
            <a:xfrm>
              <a:off x="6990591" y="2543541"/>
              <a:ext cx="69011" cy="94483"/>
            </a:xfrm>
            <a:custGeom>
              <a:avLst/>
              <a:gdLst>
                <a:gd name="connsiteX0" fmla="*/ 11502 w 69011"/>
                <a:gd name="connsiteY0" fmla="*/ 0 h 94483"/>
                <a:gd name="connsiteX1" fmla="*/ 6390 w 69011"/>
                <a:gd name="connsiteY1" fmla="*/ 0 h 94483"/>
                <a:gd name="connsiteX2" fmla="*/ 0 w 69011"/>
                <a:gd name="connsiteY2" fmla="*/ 6384 h 94483"/>
                <a:gd name="connsiteX3" fmla="*/ 6390 w 69011"/>
                <a:gd name="connsiteY3" fmla="*/ 12768 h 94483"/>
                <a:gd name="connsiteX4" fmla="*/ 11502 w 69011"/>
                <a:gd name="connsiteY4" fmla="*/ 12768 h 94483"/>
                <a:gd name="connsiteX5" fmla="*/ 56232 w 69011"/>
                <a:gd name="connsiteY5" fmla="*/ 37027 h 94483"/>
                <a:gd name="connsiteX6" fmla="*/ 56232 w 69011"/>
                <a:gd name="connsiteY6" fmla="*/ 88099 h 94483"/>
                <a:gd name="connsiteX7" fmla="*/ 62622 w 69011"/>
                <a:gd name="connsiteY7" fmla="*/ 94483 h 94483"/>
                <a:gd name="connsiteX8" fmla="*/ 69012 w 69011"/>
                <a:gd name="connsiteY8" fmla="*/ 88099 h 94483"/>
                <a:gd name="connsiteX9" fmla="*/ 69012 w 69011"/>
                <a:gd name="connsiteY9" fmla="*/ 37027 h 94483"/>
                <a:gd name="connsiteX10" fmla="*/ 11502 w 69011"/>
                <a:gd name="connsiteY10" fmla="*/ 0 h 94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011" h="94483">
                  <a:moveTo>
                    <a:pt x="11502" y="0"/>
                  </a:moveTo>
                  <a:lnTo>
                    <a:pt x="6390" y="0"/>
                  </a:lnTo>
                  <a:cubicBezTo>
                    <a:pt x="2556" y="0"/>
                    <a:pt x="0" y="2554"/>
                    <a:pt x="0" y="6384"/>
                  </a:cubicBezTo>
                  <a:cubicBezTo>
                    <a:pt x="0" y="10214"/>
                    <a:pt x="2556" y="12768"/>
                    <a:pt x="6390" y="12768"/>
                  </a:cubicBezTo>
                  <a:lnTo>
                    <a:pt x="11502" y="12768"/>
                  </a:lnTo>
                  <a:cubicBezTo>
                    <a:pt x="28755" y="12768"/>
                    <a:pt x="56232" y="26174"/>
                    <a:pt x="56232" y="37027"/>
                  </a:cubicBezTo>
                  <a:lnTo>
                    <a:pt x="56232" y="88099"/>
                  </a:lnTo>
                  <a:cubicBezTo>
                    <a:pt x="56232" y="91930"/>
                    <a:pt x="58787" y="94483"/>
                    <a:pt x="62622" y="94483"/>
                  </a:cubicBezTo>
                  <a:cubicBezTo>
                    <a:pt x="66456" y="94483"/>
                    <a:pt x="69012" y="91930"/>
                    <a:pt x="69012" y="88099"/>
                  </a:cubicBezTo>
                  <a:lnTo>
                    <a:pt x="69012" y="37027"/>
                  </a:lnTo>
                  <a:cubicBezTo>
                    <a:pt x="69012" y="15322"/>
                    <a:pt x="31950" y="0"/>
                    <a:pt x="11502" y="0"/>
                  </a:cubicBezTo>
                  <a:close/>
                </a:path>
              </a:pathLst>
            </a:custGeom>
            <a:solidFill>
              <a:srgbClr val="007CB0"/>
            </a:solidFill>
            <a:ln w="6390" cap="flat">
              <a:noFill/>
              <a:prstDash val="solid"/>
              <a:miter/>
            </a:ln>
          </p:spPr>
          <p:txBody>
            <a:bodyPr rtlCol="0" anchor="ctr"/>
            <a:lstStyle/>
            <a:p>
              <a:endParaRPr lang="en-US"/>
            </a:p>
          </p:txBody>
        </p:sp>
        <p:sp>
          <p:nvSpPr>
            <p:cNvPr id="824" name="Graphic 4">
              <a:extLst>
                <a:ext uri="{FF2B5EF4-FFF2-40B4-BE49-F238E27FC236}">
                  <a16:creationId xmlns:a16="http://schemas.microsoft.com/office/drawing/2014/main" id="{214C7C6C-ED56-854B-A150-27B5703E974A}"/>
                </a:ext>
              </a:extLst>
            </p:cNvPr>
            <p:cNvSpPr/>
            <p:nvPr/>
          </p:nvSpPr>
          <p:spPr>
            <a:xfrm>
              <a:off x="6811672" y="2543541"/>
              <a:ext cx="69011" cy="94483"/>
            </a:xfrm>
            <a:custGeom>
              <a:avLst/>
              <a:gdLst>
                <a:gd name="connsiteX0" fmla="*/ 69012 w 69011"/>
                <a:gd name="connsiteY0" fmla="*/ 6384 h 94483"/>
                <a:gd name="connsiteX1" fmla="*/ 62622 w 69011"/>
                <a:gd name="connsiteY1" fmla="*/ 0 h 94483"/>
                <a:gd name="connsiteX2" fmla="*/ 57509 w 69011"/>
                <a:gd name="connsiteY2" fmla="*/ 0 h 94483"/>
                <a:gd name="connsiteX3" fmla="*/ 0 w 69011"/>
                <a:gd name="connsiteY3" fmla="*/ 37027 h 94483"/>
                <a:gd name="connsiteX4" fmla="*/ 0 w 69011"/>
                <a:gd name="connsiteY4" fmla="*/ 88099 h 94483"/>
                <a:gd name="connsiteX5" fmla="*/ 6390 w 69011"/>
                <a:gd name="connsiteY5" fmla="*/ 94483 h 94483"/>
                <a:gd name="connsiteX6" fmla="*/ 12780 w 69011"/>
                <a:gd name="connsiteY6" fmla="*/ 88099 h 94483"/>
                <a:gd name="connsiteX7" fmla="*/ 12780 w 69011"/>
                <a:gd name="connsiteY7" fmla="*/ 37027 h 94483"/>
                <a:gd name="connsiteX8" fmla="*/ 57509 w 69011"/>
                <a:gd name="connsiteY8" fmla="*/ 12768 h 94483"/>
                <a:gd name="connsiteX9" fmla="*/ 62622 w 69011"/>
                <a:gd name="connsiteY9" fmla="*/ 12768 h 94483"/>
                <a:gd name="connsiteX10" fmla="*/ 69012 w 69011"/>
                <a:gd name="connsiteY10" fmla="*/ 6384 h 94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011" h="94483">
                  <a:moveTo>
                    <a:pt x="69012" y="6384"/>
                  </a:moveTo>
                  <a:cubicBezTo>
                    <a:pt x="69012" y="2554"/>
                    <a:pt x="66456" y="0"/>
                    <a:pt x="62622" y="0"/>
                  </a:cubicBezTo>
                  <a:lnTo>
                    <a:pt x="57509" y="0"/>
                  </a:lnTo>
                  <a:cubicBezTo>
                    <a:pt x="37062" y="0"/>
                    <a:pt x="0" y="15322"/>
                    <a:pt x="0" y="37027"/>
                  </a:cubicBezTo>
                  <a:lnTo>
                    <a:pt x="0" y="88099"/>
                  </a:lnTo>
                  <a:cubicBezTo>
                    <a:pt x="0" y="91930"/>
                    <a:pt x="2556" y="94483"/>
                    <a:pt x="6390" y="94483"/>
                  </a:cubicBezTo>
                  <a:cubicBezTo>
                    <a:pt x="10224" y="94483"/>
                    <a:pt x="12780" y="91930"/>
                    <a:pt x="12780" y="88099"/>
                  </a:cubicBezTo>
                  <a:lnTo>
                    <a:pt x="12780" y="37027"/>
                  </a:lnTo>
                  <a:cubicBezTo>
                    <a:pt x="12780" y="26174"/>
                    <a:pt x="40257" y="12768"/>
                    <a:pt x="57509" y="12768"/>
                  </a:cubicBezTo>
                  <a:lnTo>
                    <a:pt x="62622" y="12768"/>
                  </a:lnTo>
                  <a:cubicBezTo>
                    <a:pt x="65817" y="12768"/>
                    <a:pt x="69012" y="10214"/>
                    <a:pt x="69012" y="6384"/>
                  </a:cubicBezTo>
                  <a:close/>
                </a:path>
              </a:pathLst>
            </a:custGeom>
            <a:solidFill>
              <a:srgbClr val="007CB0"/>
            </a:solidFill>
            <a:ln w="6390" cap="flat">
              <a:noFill/>
              <a:prstDash val="solid"/>
              <a:miter/>
            </a:ln>
          </p:spPr>
          <p:txBody>
            <a:bodyPr rtlCol="0" anchor="ctr"/>
            <a:lstStyle/>
            <a:p>
              <a:endParaRPr lang="en-US"/>
            </a:p>
          </p:txBody>
        </p:sp>
        <p:sp>
          <p:nvSpPr>
            <p:cNvPr id="825" name="Graphic 4">
              <a:extLst>
                <a:ext uri="{FF2B5EF4-FFF2-40B4-BE49-F238E27FC236}">
                  <a16:creationId xmlns:a16="http://schemas.microsoft.com/office/drawing/2014/main" id="{EB2204EB-D94E-C84F-908F-06F60DD6640D}"/>
                </a:ext>
              </a:extLst>
            </p:cNvPr>
            <p:cNvSpPr/>
            <p:nvPr/>
          </p:nvSpPr>
          <p:spPr>
            <a:xfrm>
              <a:off x="6896019" y="2447781"/>
              <a:ext cx="79235" cy="79161"/>
            </a:xfrm>
            <a:custGeom>
              <a:avLst/>
              <a:gdLst>
                <a:gd name="connsiteX0" fmla="*/ 39618 w 79235"/>
                <a:gd name="connsiteY0" fmla="*/ 79162 h 79161"/>
                <a:gd name="connsiteX1" fmla="*/ 79235 w 79235"/>
                <a:gd name="connsiteY1" fmla="*/ 39581 h 79161"/>
                <a:gd name="connsiteX2" fmla="*/ 39618 w 79235"/>
                <a:gd name="connsiteY2" fmla="*/ 0 h 79161"/>
                <a:gd name="connsiteX3" fmla="*/ 0 w 79235"/>
                <a:gd name="connsiteY3" fmla="*/ 39581 h 79161"/>
                <a:gd name="connsiteX4" fmla="*/ 39618 w 79235"/>
                <a:gd name="connsiteY4" fmla="*/ 79162 h 79161"/>
                <a:gd name="connsiteX5" fmla="*/ 39618 w 79235"/>
                <a:gd name="connsiteY5" fmla="*/ 12130 h 79161"/>
                <a:gd name="connsiteX6" fmla="*/ 66456 w 79235"/>
                <a:gd name="connsiteY6" fmla="*/ 38942 h 79161"/>
                <a:gd name="connsiteX7" fmla="*/ 39618 w 79235"/>
                <a:gd name="connsiteY7" fmla="*/ 65755 h 79161"/>
                <a:gd name="connsiteX8" fmla="*/ 12780 w 79235"/>
                <a:gd name="connsiteY8" fmla="*/ 38942 h 79161"/>
                <a:gd name="connsiteX9" fmla="*/ 39618 w 79235"/>
                <a:gd name="connsiteY9" fmla="*/ 12130 h 7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235" h="79161">
                  <a:moveTo>
                    <a:pt x="39618" y="79162"/>
                  </a:moveTo>
                  <a:cubicBezTo>
                    <a:pt x="61344" y="79162"/>
                    <a:pt x="79235" y="61286"/>
                    <a:pt x="79235" y="39581"/>
                  </a:cubicBezTo>
                  <a:cubicBezTo>
                    <a:pt x="79235" y="17875"/>
                    <a:pt x="61344" y="0"/>
                    <a:pt x="39618" y="0"/>
                  </a:cubicBezTo>
                  <a:cubicBezTo>
                    <a:pt x="17892" y="0"/>
                    <a:pt x="0" y="17875"/>
                    <a:pt x="0" y="39581"/>
                  </a:cubicBezTo>
                  <a:cubicBezTo>
                    <a:pt x="0" y="61286"/>
                    <a:pt x="17892" y="79162"/>
                    <a:pt x="39618" y="79162"/>
                  </a:cubicBezTo>
                  <a:close/>
                  <a:moveTo>
                    <a:pt x="39618" y="12130"/>
                  </a:moveTo>
                  <a:cubicBezTo>
                    <a:pt x="54314" y="12130"/>
                    <a:pt x="66456" y="24259"/>
                    <a:pt x="66456" y="38942"/>
                  </a:cubicBezTo>
                  <a:cubicBezTo>
                    <a:pt x="66456" y="53626"/>
                    <a:pt x="54314" y="65755"/>
                    <a:pt x="39618" y="65755"/>
                  </a:cubicBezTo>
                  <a:cubicBezTo>
                    <a:pt x="24921" y="65755"/>
                    <a:pt x="12780" y="53626"/>
                    <a:pt x="12780" y="38942"/>
                  </a:cubicBezTo>
                  <a:cubicBezTo>
                    <a:pt x="12780" y="24259"/>
                    <a:pt x="24921" y="12130"/>
                    <a:pt x="39618" y="12130"/>
                  </a:cubicBezTo>
                  <a:close/>
                </a:path>
              </a:pathLst>
            </a:custGeom>
            <a:solidFill>
              <a:srgbClr val="007CB0"/>
            </a:solidFill>
            <a:ln w="6390" cap="flat">
              <a:noFill/>
              <a:prstDash val="solid"/>
              <a:miter/>
            </a:ln>
          </p:spPr>
          <p:txBody>
            <a:bodyPr rtlCol="0" anchor="ctr"/>
            <a:lstStyle/>
            <a:p>
              <a:endParaRPr lang="en-US"/>
            </a:p>
          </p:txBody>
        </p:sp>
        <p:sp>
          <p:nvSpPr>
            <p:cNvPr id="826" name="Graphic 4">
              <a:extLst>
                <a:ext uri="{FF2B5EF4-FFF2-40B4-BE49-F238E27FC236}">
                  <a16:creationId xmlns:a16="http://schemas.microsoft.com/office/drawing/2014/main" id="{C62A5FD6-8132-584B-ACBC-A0DCBEDE93C7}"/>
                </a:ext>
              </a:extLst>
            </p:cNvPr>
            <p:cNvSpPr/>
            <p:nvPr/>
          </p:nvSpPr>
          <p:spPr>
            <a:xfrm>
              <a:off x="6825730" y="2469487"/>
              <a:ext cx="65177" cy="65116"/>
            </a:xfrm>
            <a:custGeom>
              <a:avLst/>
              <a:gdLst>
                <a:gd name="connsiteX0" fmla="*/ 32589 w 65177"/>
                <a:gd name="connsiteY0" fmla="*/ 65117 h 65116"/>
                <a:gd name="connsiteX1" fmla="*/ 65178 w 65177"/>
                <a:gd name="connsiteY1" fmla="*/ 32558 h 65116"/>
                <a:gd name="connsiteX2" fmla="*/ 32589 w 65177"/>
                <a:gd name="connsiteY2" fmla="*/ 0 h 65116"/>
                <a:gd name="connsiteX3" fmla="*/ 0 w 65177"/>
                <a:gd name="connsiteY3" fmla="*/ 32558 h 65116"/>
                <a:gd name="connsiteX4" fmla="*/ 32589 w 65177"/>
                <a:gd name="connsiteY4" fmla="*/ 65117 h 65116"/>
                <a:gd name="connsiteX5" fmla="*/ 32589 w 65177"/>
                <a:gd name="connsiteY5" fmla="*/ 12768 h 65116"/>
                <a:gd name="connsiteX6" fmla="*/ 52398 w 65177"/>
                <a:gd name="connsiteY6" fmla="*/ 32558 h 65116"/>
                <a:gd name="connsiteX7" fmla="*/ 32589 w 65177"/>
                <a:gd name="connsiteY7" fmla="*/ 52349 h 65116"/>
                <a:gd name="connsiteX8" fmla="*/ 12780 w 65177"/>
                <a:gd name="connsiteY8" fmla="*/ 32558 h 65116"/>
                <a:gd name="connsiteX9" fmla="*/ 32589 w 65177"/>
                <a:gd name="connsiteY9" fmla="*/ 12768 h 65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177" h="65116">
                  <a:moveTo>
                    <a:pt x="32589" y="65117"/>
                  </a:moveTo>
                  <a:cubicBezTo>
                    <a:pt x="50481" y="65117"/>
                    <a:pt x="65178" y="50433"/>
                    <a:pt x="65178" y="32558"/>
                  </a:cubicBezTo>
                  <a:cubicBezTo>
                    <a:pt x="65178" y="14683"/>
                    <a:pt x="50481" y="0"/>
                    <a:pt x="32589" y="0"/>
                  </a:cubicBezTo>
                  <a:cubicBezTo>
                    <a:pt x="14697" y="0"/>
                    <a:pt x="0" y="14683"/>
                    <a:pt x="0" y="32558"/>
                  </a:cubicBezTo>
                  <a:cubicBezTo>
                    <a:pt x="0" y="50433"/>
                    <a:pt x="14697" y="65117"/>
                    <a:pt x="32589" y="65117"/>
                  </a:cubicBezTo>
                  <a:close/>
                  <a:moveTo>
                    <a:pt x="32589" y="12768"/>
                  </a:moveTo>
                  <a:cubicBezTo>
                    <a:pt x="43452" y="12768"/>
                    <a:pt x="52398" y="21706"/>
                    <a:pt x="52398" y="32558"/>
                  </a:cubicBezTo>
                  <a:cubicBezTo>
                    <a:pt x="52398" y="43411"/>
                    <a:pt x="43452" y="52349"/>
                    <a:pt x="32589" y="52349"/>
                  </a:cubicBezTo>
                  <a:cubicBezTo>
                    <a:pt x="21726" y="52349"/>
                    <a:pt x="12780" y="43411"/>
                    <a:pt x="12780" y="32558"/>
                  </a:cubicBezTo>
                  <a:cubicBezTo>
                    <a:pt x="12780" y="21706"/>
                    <a:pt x="21726" y="12768"/>
                    <a:pt x="32589" y="12768"/>
                  </a:cubicBezTo>
                  <a:close/>
                </a:path>
              </a:pathLst>
            </a:custGeom>
            <a:solidFill>
              <a:srgbClr val="007CB0"/>
            </a:solidFill>
            <a:ln w="6390" cap="flat">
              <a:noFill/>
              <a:prstDash val="solid"/>
              <a:miter/>
            </a:ln>
          </p:spPr>
          <p:txBody>
            <a:bodyPr rtlCol="0" anchor="ctr"/>
            <a:lstStyle/>
            <a:p>
              <a:endParaRPr lang="en-US"/>
            </a:p>
          </p:txBody>
        </p:sp>
        <p:sp>
          <p:nvSpPr>
            <p:cNvPr id="827" name="Graphic 4">
              <a:extLst>
                <a:ext uri="{FF2B5EF4-FFF2-40B4-BE49-F238E27FC236}">
                  <a16:creationId xmlns:a16="http://schemas.microsoft.com/office/drawing/2014/main" id="{0C73EE56-962A-1D48-A922-86364392855B}"/>
                </a:ext>
              </a:extLst>
            </p:cNvPr>
            <p:cNvSpPr/>
            <p:nvPr/>
          </p:nvSpPr>
          <p:spPr>
            <a:xfrm>
              <a:off x="6980986" y="2469487"/>
              <a:ext cx="65197" cy="65116"/>
            </a:xfrm>
            <a:custGeom>
              <a:avLst/>
              <a:gdLst>
                <a:gd name="connsiteX0" fmla="*/ 32609 w 65197"/>
                <a:gd name="connsiteY0" fmla="*/ 65117 h 65116"/>
                <a:gd name="connsiteX1" fmla="*/ 65197 w 65197"/>
                <a:gd name="connsiteY1" fmla="*/ 32558 h 65116"/>
                <a:gd name="connsiteX2" fmla="*/ 32609 w 65197"/>
                <a:gd name="connsiteY2" fmla="*/ 0 h 65116"/>
                <a:gd name="connsiteX3" fmla="*/ 20 w 65197"/>
                <a:gd name="connsiteY3" fmla="*/ 32558 h 65116"/>
                <a:gd name="connsiteX4" fmla="*/ 32609 w 65197"/>
                <a:gd name="connsiteY4" fmla="*/ 65117 h 65116"/>
                <a:gd name="connsiteX5" fmla="*/ 32609 w 65197"/>
                <a:gd name="connsiteY5" fmla="*/ 12768 h 65116"/>
                <a:gd name="connsiteX6" fmla="*/ 52417 w 65197"/>
                <a:gd name="connsiteY6" fmla="*/ 32558 h 65116"/>
                <a:gd name="connsiteX7" fmla="*/ 32609 w 65197"/>
                <a:gd name="connsiteY7" fmla="*/ 52349 h 65116"/>
                <a:gd name="connsiteX8" fmla="*/ 12800 w 65197"/>
                <a:gd name="connsiteY8" fmla="*/ 32558 h 65116"/>
                <a:gd name="connsiteX9" fmla="*/ 32609 w 65197"/>
                <a:gd name="connsiteY9" fmla="*/ 12768 h 65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197" h="65116">
                  <a:moveTo>
                    <a:pt x="32609" y="65117"/>
                  </a:moveTo>
                  <a:cubicBezTo>
                    <a:pt x="50501" y="65117"/>
                    <a:pt x="65197" y="50433"/>
                    <a:pt x="65197" y="32558"/>
                  </a:cubicBezTo>
                  <a:cubicBezTo>
                    <a:pt x="65197" y="14683"/>
                    <a:pt x="50501" y="0"/>
                    <a:pt x="32609" y="0"/>
                  </a:cubicBezTo>
                  <a:cubicBezTo>
                    <a:pt x="14717" y="0"/>
                    <a:pt x="20" y="14683"/>
                    <a:pt x="20" y="32558"/>
                  </a:cubicBezTo>
                  <a:cubicBezTo>
                    <a:pt x="-619" y="50433"/>
                    <a:pt x="14078" y="65117"/>
                    <a:pt x="32609" y="65117"/>
                  </a:cubicBezTo>
                  <a:close/>
                  <a:moveTo>
                    <a:pt x="32609" y="12768"/>
                  </a:moveTo>
                  <a:cubicBezTo>
                    <a:pt x="43472" y="12768"/>
                    <a:pt x="52417" y="21706"/>
                    <a:pt x="52417" y="32558"/>
                  </a:cubicBezTo>
                  <a:cubicBezTo>
                    <a:pt x="52417" y="43411"/>
                    <a:pt x="43472" y="52349"/>
                    <a:pt x="32609" y="52349"/>
                  </a:cubicBezTo>
                  <a:cubicBezTo>
                    <a:pt x="21746" y="52349"/>
                    <a:pt x="12800" y="43411"/>
                    <a:pt x="12800" y="32558"/>
                  </a:cubicBezTo>
                  <a:cubicBezTo>
                    <a:pt x="12800" y="21706"/>
                    <a:pt x="21107" y="12768"/>
                    <a:pt x="32609" y="12768"/>
                  </a:cubicBezTo>
                  <a:close/>
                </a:path>
              </a:pathLst>
            </a:custGeom>
            <a:solidFill>
              <a:srgbClr val="007CB0"/>
            </a:solidFill>
            <a:ln w="6390" cap="flat">
              <a:noFill/>
              <a:prstDash val="solid"/>
              <a:miter/>
            </a:ln>
          </p:spPr>
          <p:txBody>
            <a:bodyPr rtlCol="0" anchor="ctr"/>
            <a:lstStyle/>
            <a:p>
              <a:endParaRPr lang="en-US"/>
            </a:p>
          </p:txBody>
        </p:sp>
      </p:grpSp>
      <p:grpSp>
        <p:nvGrpSpPr>
          <p:cNvPr id="828" name="Graphic 4">
            <a:extLst>
              <a:ext uri="{FF2B5EF4-FFF2-40B4-BE49-F238E27FC236}">
                <a16:creationId xmlns:a16="http://schemas.microsoft.com/office/drawing/2014/main" id="{A6399008-4154-6748-8ABA-F7B0E8845F89}"/>
              </a:ext>
            </a:extLst>
          </p:cNvPr>
          <p:cNvGrpSpPr/>
          <p:nvPr/>
        </p:nvGrpSpPr>
        <p:grpSpPr>
          <a:xfrm>
            <a:off x="6754802" y="3824168"/>
            <a:ext cx="361670" cy="361333"/>
            <a:chOff x="6754802" y="3824168"/>
            <a:chExt cx="361670" cy="361333"/>
          </a:xfrm>
          <a:solidFill>
            <a:srgbClr val="007CB0"/>
          </a:solidFill>
        </p:grpSpPr>
        <p:sp>
          <p:nvSpPr>
            <p:cNvPr id="829" name="Graphic 4">
              <a:extLst>
                <a:ext uri="{FF2B5EF4-FFF2-40B4-BE49-F238E27FC236}">
                  <a16:creationId xmlns:a16="http://schemas.microsoft.com/office/drawing/2014/main" id="{2B9DD83D-DE7A-B04F-9917-A2222DBFCCED}"/>
                </a:ext>
              </a:extLst>
            </p:cNvPr>
            <p:cNvSpPr/>
            <p:nvPr/>
          </p:nvSpPr>
          <p:spPr>
            <a:xfrm>
              <a:off x="6754802" y="3824168"/>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6"/>
                    <a:pt x="0" y="180667"/>
                  </a:cubicBezTo>
                  <a:cubicBezTo>
                    <a:pt x="0" y="280895"/>
                    <a:pt x="81153" y="361333"/>
                    <a:pt x="180836" y="361333"/>
                  </a:cubicBezTo>
                  <a:cubicBezTo>
                    <a:pt x="281157" y="361333"/>
                    <a:pt x="361670" y="280257"/>
                    <a:pt x="361670" y="180667"/>
                  </a:cubicBezTo>
                  <a:cubicBezTo>
                    <a:pt x="361670" y="81076"/>
                    <a:pt x="280518"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873"/>
                    <a:pt x="273490" y="349204"/>
                    <a:pt x="180836" y="349204"/>
                  </a:cubicBezTo>
                  <a:close/>
                </a:path>
              </a:pathLst>
            </a:custGeom>
            <a:solidFill>
              <a:srgbClr val="007CB0"/>
            </a:solidFill>
            <a:ln w="6390" cap="flat">
              <a:noFill/>
              <a:prstDash val="solid"/>
              <a:miter/>
            </a:ln>
          </p:spPr>
          <p:txBody>
            <a:bodyPr rtlCol="0" anchor="ctr"/>
            <a:lstStyle/>
            <a:p>
              <a:endParaRPr lang="en-US"/>
            </a:p>
          </p:txBody>
        </p:sp>
        <p:sp>
          <p:nvSpPr>
            <p:cNvPr id="830" name="Graphic 4">
              <a:extLst>
                <a:ext uri="{FF2B5EF4-FFF2-40B4-BE49-F238E27FC236}">
                  <a16:creationId xmlns:a16="http://schemas.microsoft.com/office/drawing/2014/main" id="{E7EFA61D-CAE9-414E-86C9-826A58C6266D}"/>
                </a:ext>
              </a:extLst>
            </p:cNvPr>
            <p:cNvSpPr/>
            <p:nvPr/>
          </p:nvSpPr>
          <p:spPr>
            <a:xfrm>
              <a:off x="6810225" y="3871409"/>
              <a:ext cx="250655" cy="269404"/>
            </a:xfrm>
            <a:custGeom>
              <a:avLst/>
              <a:gdLst>
                <a:gd name="connsiteX0" fmla="*/ 250655 w 250655"/>
                <a:gd name="connsiteY0" fmla="*/ 146193 h 269404"/>
                <a:gd name="connsiteX1" fmla="*/ 246822 w 250655"/>
                <a:gd name="connsiteY1" fmla="*/ 90014 h 269404"/>
                <a:gd name="connsiteX2" fmla="*/ 235319 w 250655"/>
                <a:gd name="connsiteY2" fmla="*/ 78523 h 269404"/>
                <a:gd name="connsiteX3" fmla="*/ 227013 w 250655"/>
                <a:gd name="connsiteY3" fmla="*/ 80438 h 269404"/>
                <a:gd name="connsiteX4" fmla="*/ 125413 w 250655"/>
                <a:gd name="connsiteY4" fmla="*/ 0 h 269404"/>
                <a:gd name="connsiteX5" fmla="*/ 23813 w 250655"/>
                <a:gd name="connsiteY5" fmla="*/ 80438 h 269404"/>
                <a:gd name="connsiteX6" fmla="*/ 15505 w 250655"/>
                <a:gd name="connsiteY6" fmla="*/ 78523 h 269404"/>
                <a:gd name="connsiteX7" fmla="*/ 4004 w 250655"/>
                <a:gd name="connsiteY7" fmla="*/ 90014 h 269404"/>
                <a:gd name="connsiteX8" fmla="*/ 170 w 250655"/>
                <a:gd name="connsiteY8" fmla="*/ 146193 h 269404"/>
                <a:gd name="connsiteX9" fmla="*/ 2087 w 250655"/>
                <a:gd name="connsiteY9" fmla="*/ 161515 h 269404"/>
                <a:gd name="connsiteX10" fmla="*/ 17423 w 250655"/>
                <a:gd name="connsiteY10" fmla="*/ 203011 h 269404"/>
                <a:gd name="connsiteX11" fmla="*/ 32759 w 250655"/>
                <a:gd name="connsiteY11" fmla="*/ 223439 h 269404"/>
                <a:gd name="connsiteX12" fmla="*/ 69181 w 250655"/>
                <a:gd name="connsiteY12" fmla="*/ 250252 h 269404"/>
                <a:gd name="connsiteX13" fmla="*/ 78127 w 250655"/>
                <a:gd name="connsiteY13" fmla="*/ 263020 h 269404"/>
                <a:gd name="connsiteX14" fmla="*/ 84517 w 250655"/>
                <a:gd name="connsiteY14" fmla="*/ 268766 h 269404"/>
                <a:gd name="connsiteX15" fmla="*/ 85156 w 250655"/>
                <a:gd name="connsiteY15" fmla="*/ 268766 h 269404"/>
                <a:gd name="connsiteX16" fmla="*/ 90907 w 250655"/>
                <a:gd name="connsiteY16" fmla="*/ 261743 h 269404"/>
                <a:gd name="connsiteX17" fmla="*/ 76849 w 250655"/>
                <a:gd name="connsiteY17" fmla="*/ 240038 h 269404"/>
                <a:gd name="connsiteX18" fmla="*/ 40426 w 250655"/>
                <a:gd name="connsiteY18" fmla="*/ 213225 h 269404"/>
                <a:gd name="connsiteX19" fmla="*/ 29564 w 250655"/>
                <a:gd name="connsiteY19" fmla="*/ 198542 h 269404"/>
                <a:gd name="connsiteX20" fmla="*/ 14228 w 250655"/>
                <a:gd name="connsiteY20" fmla="*/ 157046 h 269404"/>
                <a:gd name="connsiteX21" fmla="*/ 12950 w 250655"/>
                <a:gd name="connsiteY21" fmla="*/ 146832 h 269404"/>
                <a:gd name="connsiteX22" fmla="*/ 16784 w 250655"/>
                <a:gd name="connsiteY22" fmla="*/ 90653 h 269404"/>
                <a:gd name="connsiteX23" fmla="*/ 19340 w 250655"/>
                <a:gd name="connsiteY23" fmla="*/ 91291 h 269404"/>
                <a:gd name="connsiteX24" fmla="*/ 23174 w 250655"/>
                <a:gd name="connsiteY24" fmla="*/ 96398 h 269404"/>
                <a:gd name="connsiteX25" fmla="*/ 28285 w 250655"/>
                <a:gd name="connsiteY25" fmla="*/ 143001 h 269404"/>
                <a:gd name="connsiteX26" fmla="*/ 19340 w 250655"/>
                <a:gd name="connsiteY26" fmla="*/ 148747 h 269404"/>
                <a:gd name="connsiteX27" fmla="*/ 21895 w 250655"/>
                <a:gd name="connsiteY27" fmla="*/ 166622 h 269404"/>
                <a:gd name="connsiteX28" fmla="*/ 39788 w 250655"/>
                <a:gd name="connsiteY28" fmla="*/ 188966 h 269404"/>
                <a:gd name="connsiteX29" fmla="*/ 52567 w 250655"/>
                <a:gd name="connsiteY29" fmla="*/ 199180 h 269404"/>
                <a:gd name="connsiteX30" fmla="*/ 73654 w 250655"/>
                <a:gd name="connsiteY30" fmla="*/ 209395 h 269404"/>
                <a:gd name="connsiteX31" fmla="*/ 81961 w 250655"/>
                <a:gd name="connsiteY31" fmla="*/ 206841 h 269404"/>
                <a:gd name="connsiteX32" fmla="*/ 79405 w 250655"/>
                <a:gd name="connsiteY32" fmla="*/ 198542 h 269404"/>
                <a:gd name="connsiteX33" fmla="*/ 58318 w 250655"/>
                <a:gd name="connsiteY33" fmla="*/ 188327 h 269404"/>
                <a:gd name="connsiteX34" fmla="*/ 49372 w 250655"/>
                <a:gd name="connsiteY34" fmla="*/ 181305 h 269404"/>
                <a:gd name="connsiteX35" fmla="*/ 30841 w 250655"/>
                <a:gd name="connsiteY35" fmla="*/ 158323 h 269404"/>
                <a:gd name="connsiteX36" fmla="*/ 29564 w 250655"/>
                <a:gd name="connsiteY36" fmla="*/ 156408 h 269404"/>
                <a:gd name="connsiteX37" fmla="*/ 41065 w 250655"/>
                <a:gd name="connsiteY37" fmla="*/ 156408 h 269404"/>
                <a:gd name="connsiteX38" fmla="*/ 62152 w 250655"/>
                <a:gd name="connsiteY38" fmla="*/ 172368 h 269404"/>
                <a:gd name="connsiteX39" fmla="*/ 66625 w 250655"/>
                <a:gd name="connsiteY39" fmla="*/ 174283 h 269404"/>
                <a:gd name="connsiteX40" fmla="*/ 73654 w 250655"/>
                <a:gd name="connsiteY40" fmla="*/ 174921 h 269404"/>
                <a:gd name="connsiteX41" fmla="*/ 115189 w 250655"/>
                <a:gd name="connsiteY41" fmla="*/ 210671 h 269404"/>
                <a:gd name="connsiteX42" fmla="*/ 118384 w 250655"/>
                <a:gd name="connsiteY42" fmla="*/ 236846 h 269404"/>
                <a:gd name="connsiteX43" fmla="*/ 124774 w 250655"/>
                <a:gd name="connsiteY43" fmla="*/ 243230 h 269404"/>
                <a:gd name="connsiteX44" fmla="*/ 124774 w 250655"/>
                <a:gd name="connsiteY44" fmla="*/ 243230 h 269404"/>
                <a:gd name="connsiteX45" fmla="*/ 124774 w 250655"/>
                <a:gd name="connsiteY45" fmla="*/ 243230 h 269404"/>
                <a:gd name="connsiteX46" fmla="*/ 131164 w 250655"/>
                <a:gd name="connsiteY46" fmla="*/ 236846 h 269404"/>
                <a:gd name="connsiteX47" fmla="*/ 134359 w 250655"/>
                <a:gd name="connsiteY47" fmla="*/ 210671 h 269404"/>
                <a:gd name="connsiteX48" fmla="*/ 175893 w 250655"/>
                <a:gd name="connsiteY48" fmla="*/ 174921 h 269404"/>
                <a:gd name="connsiteX49" fmla="*/ 182922 w 250655"/>
                <a:gd name="connsiteY49" fmla="*/ 174283 h 269404"/>
                <a:gd name="connsiteX50" fmla="*/ 187395 w 250655"/>
                <a:gd name="connsiteY50" fmla="*/ 172368 h 269404"/>
                <a:gd name="connsiteX51" fmla="*/ 208482 w 250655"/>
                <a:gd name="connsiteY51" fmla="*/ 156408 h 269404"/>
                <a:gd name="connsiteX52" fmla="*/ 219983 w 250655"/>
                <a:gd name="connsiteY52" fmla="*/ 156408 h 269404"/>
                <a:gd name="connsiteX53" fmla="*/ 218067 w 250655"/>
                <a:gd name="connsiteY53" fmla="*/ 158961 h 269404"/>
                <a:gd name="connsiteX54" fmla="*/ 200175 w 250655"/>
                <a:gd name="connsiteY54" fmla="*/ 181305 h 269404"/>
                <a:gd name="connsiteX55" fmla="*/ 191229 w 250655"/>
                <a:gd name="connsiteY55" fmla="*/ 188327 h 269404"/>
                <a:gd name="connsiteX56" fmla="*/ 170142 w 250655"/>
                <a:gd name="connsiteY56" fmla="*/ 198542 h 269404"/>
                <a:gd name="connsiteX57" fmla="*/ 167586 w 250655"/>
                <a:gd name="connsiteY57" fmla="*/ 206841 h 269404"/>
                <a:gd name="connsiteX58" fmla="*/ 175893 w 250655"/>
                <a:gd name="connsiteY58" fmla="*/ 209395 h 269404"/>
                <a:gd name="connsiteX59" fmla="*/ 196980 w 250655"/>
                <a:gd name="connsiteY59" fmla="*/ 199180 h 269404"/>
                <a:gd name="connsiteX60" fmla="*/ 209760 w 250655"/>
                <a:gd name="connsiteY60" fmla="*/ 188966 h 269404"/>
                <a:gd name="connsiteX61" fmla="*/ 227652 w 250655"/>
                <a:gd name="connsiteY61" fmla="*/ 167260 h 269404"/>
                <a:gd name="connsiteX62" fmla="*/ 230847 w 250655"/>
                <a:gd name="connsiteY62" fmla="*/ 149385 h 269404"/>
                <a:gd name="connsiteX63" fmla="*/ 221901 w 250655"/>
                <a:gd name="connsiteY63" fmla="*/ 143640 h 269404"/>
                <a:gd name="connsiteX64" fmla="*/ 227013 w 250655"/>
                <a:gd name="connsiteY64" fmla="*/ 97037 h 269404"/>
                <a:gd name="connsiteX65" fmla="*/ 230847 w 250655"/>
                <a:gd name="connsiteY65" fmla="*/ 91930 h 269404"/>
                <a:gd name="connsiteX66" fmla="*/ 232763 w 250655"/>
                <a:gd name="connsiteY66" fmla="*/ 91291 h 269404"/>
                <a:gd name="connsiteX67" fmla="*/ 236598 w 250655"/>
                <a:gd name="connsiteY67" fmla="*/ 147470 h 269404"/>
                <a:gd name="connsiteX68" fmla="*/ 235319 w 250655"/>
                <a:gd name="connsiteY68" fmla="*/ 157684 h 269404"/>
                <a:gd name="connsiteX69" fmla="*/ 219983 w 250655"/>
                <a:gd name="connsiteY69" fmla="*/ 199180 h 269404"/>
                <a:gd name="connsiteX70" fmla="*/ 209121 w 250655"/>
                <a:gd name="connsiteY70" fmla="*/ 213863 h 269404"/>
                <a:gd name="connsiteX71" fmla="*/ 172699 w 250655"/>
                <a:gd name="connsiteY71" fmla="*/ 240676 h 269404"/>
                <a:gd name="connsiteX72" fmla="*/ 158640 w 250655"/>
                <a:gd name="connsiteY72" fmla="*/ 262382 h 269404"/>
                <a:gd name="connsiteX73" fmla="*/ 164391 w 250655"/>
                <a:gd name="connsiteY73" fmla="*/ 269404 h 269404"/>
                <a:gd name="connsiteX74" fmla="*/ 165030 w 250655"/>
                <a:gd name="connsiteY74" fmla="*/ 269404 h 269404"/>
                <a:gd name="connsiteX75" fmla="*/ 171420 w 250655"/>
                <a:gd name="connsiteY75" fmla="*/ 263658 h 269404"/>
                <a:gd name="connsiteX76" fmla="*/ 180366 w 250655"/>
                <a:gd name="connsiteY76" fmla="*/ 250890 h 269404"/>
                <a:gd name="connsiteX77" fmla="*/ 216788 w 250655"/>
                <a:gd name="connsiteY77" fmla="*/ 224078 h 269404"/>
                <a:gd name="connsiteX78" fmla="*/ 232124 w 250655"/>
                <a:gd name="connsiteY78" fmla="*/ 203649 h 269404"/>
                <a:gd name="connsiteX79" fmla="*/ 247460 w 250655"/>
                <a:gd name="connsiteY79" fmla="*/ 162153 h 269404"/>
                <a:gd name="connsiteX80" fmla="*/ 250655 w 250655"/>
                <a:gd name="connsiteY80" fmla="*/ 146193 h 269404"/>
                <a:gd name="connsiteX81" fmla="*/ 125413 w 250655"/>
                <a:gd name="connsiteY81" fmla="*/ 11491 h 269404"/>
                <a:gd name="connsiteX82" fmla="*/ 216150 w 250655"/>
                <a:gd name="connsiteY82" fmla="*/ 91291 h 269404"/>
                <a:gd name="connsiteX83" fmla="*/ 215511 w 250655"/>
                <a:gd name="connsiteY83" fmla="*/ 93206 h 269404"/>
                <a:gd name="connsiteX84" fmla="*/ 215511 w 250655"/>
                <a:gd name="connsiteY84" fmla="*/ 93845 h 269404"/>
                <a:gd name="connsiteX85" fmla="*/ 209760 w 250655"/>
                <a:gd name="connsiteY85" fmla="*/ 141724 h 269404"/>
                <a:gd name="connsiteX86" fmla="*/ 209760 w 250655"/>
                <a:gd name="connsiteY86" fmla="*/ 141724 h 269404"/>
                <a:gd name="connsiteX87" fmla="*/ 209760 w 250655"/>
                <a:gd name="connsiteY87" fmla="*/ 109805 h 269404"/>
                <a:gd name="connsiteX88" fmla="*/ 125413 w 250655"/>
                <a:gd name="connsiteY88" fmla="*/ 22983 h 269404"/>
                <a:gd name="connsiteX89" fmla="*/ 41065 w 250655"/>
                <a:gd name="connsiteY89" fmla="*/ 109805 h 269404"/>
                <a:gd name="connsiteX90" fmla="*/ 41065 w 250655"/>
                <a:gd name="connsiteY90" fmla="*/ 142363 h 269404"/>
                <a:gd name="connsiteX91" fmla="*/ 41065 w 250655"/>
                <a:gd name="connsiteY91" fmla="*/ 142363 h 269404"/>
                <a:gd name="connsiteX92" fmla="*/ 35315 w 250655"/>
                <a:gd name="connsiteY92" fmla="*/ 94483 h 269404"/>
                <a:gd name="connsiteX93" fmla="*/ 35315 w 250655"/>
                <a:gd name="connsiteY93" fmla="*/ 93845 h 269404"/>
                <a:gd name="connsiteX94" fmla="*/ 34675 w 250655"/>
                <a:gd name="connsiteY94" fmla="*/ 91930 h 269404"/>
                <a:gd name="connsiteX95" fmla="*/ 125413 w 250655"/>
                <a:gd name="connsiteY95" fmla="*/ 11491 h 269404"/>
                <a:gd name="connsiteX96" fmla="*/ 125413 w 250655"/>
                <a:gd name="connsiteY96" fmla="*/ 46603 h 269404"/>
                <a:gd name="connsiteX97" fmla="*/ 61513 w 250655"/>
                <a:gd name="connsiteY97" fmla="*/ 111720 h 269404"/>
                <a:gd name="connsiteX98" fmla="*/ 61513 w 250655"/>
                <a:gd name="connsiteY98" fmla="*/ 154492 h 269404"/>
                <a:gd name="connsiteX99" fmla="*/ 53845 w 250655"/>
                <a:gd name="connsiteY99" fmla="*/ 148747 h 269404"/>
                <a:gd name="connsiteX100" fmla="*/ 53845 w 250655"/>
                <a:gd name="connsiteY100" fmla="*/ 110443 h 269404"/>
                <a:gd name="connsiteX101" fmla="*/ 125413 w 250655"/>
                <a:gd name="connsiteY101" fmla="*/ 36389 h 269404"/>
                <a:gd name="connsiteX102" fmla="*/ 196980 w 250655"/>
                <a:gd name="connsiteY102" fmla="*/ 110443 h 269404"/>
                <a:gd name="connsiteX103" fmla="*/ 196980 w 250655"/>
                <a:gd name="connsiteY103" fmla="*/ 149385 h 269404"/>
                <a:gd name="connsiteX104" fmla="*/ 189312 w 250655"/>
                <a:gd name="connsiteY104" fmla="*/ 155131 h 269404"/>
                <a:gd name="connsiteX105" fmla="*/ 189312 w 250655"/>
                <a:gd name="connsiteY105" fmla="*/ 112358 h 269404"/>
                <a:gd name="connsiteX106" fmla="*/ 125413 w 250655"/>
                <a:gd name="connsiteY106" fmla="*/ 46603 h 269404"/>
                <a:gd name="connsiteX107" fmla="*/ 125413 w 250655"/>
                <a:gd name="connsiteY107" fmla="*/ 199180 h 269404"/>
                <a:gd name="connsiteX108" fmla="*/ 95380 w 250655"/>
                <a:gd name="connsiteY108" fmla="*/ 167260 h 269404"/>
                <a:gd name="connsiteX109" fmla="*/ 95380 w 250655"/>
                <a:gd name="connsiteY109" fmla="*/ 113635 h 269404"/>
                <a:gd name="connsiteX110" fmla="*/ 125413 w 250655"/>
                <a:gd name="connsiteY110" fmla="*/ 83630 h 269404"/>
                <a:gd name="connsiteX111" fmla="*/ 155445 w 250655"/>
                <a:gd name="connsiteY111" fmla="*/ 113635 h 269404"/>
                <a:gd name="connsiteX112" fmla="*/ 155445 w 250655"/>
                <a:gd name="connsiteY112" fmla="*/ 167260 h 269404"/>
                <a:gd name="connsiteX113" fmla="*/ 125413 w 250655"/>
                <a:gd name="connsiteY113" fmla="*/ 199180 h 269404"/>
                <a:gd name="connsiteX114" fmla="*/ 168225 w 250655"/>
                <a:gd name="connsiteY114" fmla="*/ 162792 h 269404"/>
                <a:gd name="connsiteX115" fmla="*/ 168225 w 250655"/>
                <a:gd name="connsiteY115" fmla="*/ 113635 h 269404"/>
                <a:gd name="connsiteX116" fmla="*/ 125413 w 250655"/>
                <a:gd name="connsiteY116" fmla="*/ 70862 h 269404"/>
                <a:gd name="connsiteX117" fmla="*/ 82600 w 250655"/>
                <a:gd name="connsiteY117" fmla="*/ 113635 h 269404"/>
                <a:gd name="connsiteX118" fmla="*/ 82600 w 250655"/>
                <a:gd name="connsiteY118" fmla="*/ 162792 h 269404"/>
                <a:gd name="connsiteX119" fmla="*/ 75571 w 250655"/>
                <a:gd name="connsiteY119" fmla="*/ 161515 h 269404"/>
                <a:gd name="connsiteX120" fmla="*/ 74932 w 250655"/>
                <a:gd name="connsiteY120" fmla="*/ 161515 h 269404"/>
                <a:gd name="connsiteX121" fmla="*/ 74932 w 250655"/>
                <a:gd name="connsiteY121" fmla="*/ 111720 h 269404"/>
                <a:gd name="connsiteX122" fmla="*/ 126052 w 250655"/>
                <a:gd name="connsiteY122" fmla="*/ 59371 h 269404"/>
                <a:gd name="connsiteX123" fmla="*/ 177171 w 250655"/>
                <a:gd name="connsiteY123" fmla="*/ 111720 h 269404"/>
                <a:gd name="connsiteX124" fmla="*/ 177171 w 250655"/>
                <a:gd name="connsiteY124" fmla="*/ 161515 h 269404"/>
                <a:gd name="connsiteX125" fmla="*/ 176532 w 250655"/>
                <a:gd name="connsiteY125" fmla="*/ 161515 h 269404"/>
                <a:gd name="connsiteX126" fmla="*/ 168225 w 250655"/>
                <a:gd name="connsiteY126" fmla="*/ 162792 h 269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250655" h="269404">
                  <a:moveTo>
                    <a:pt x="250655" y="146193"/>
                  </a:moveTo>
                  <a:lnTo>
                    <a:pt x="246822" y="90014"/>
                  </a:lnTo>
                  <a:cubicBezTo>
                    <a:pt x="246183" y="83630"/>
                    <a:pt x="241709" y="79162"/>
                    <a:pt x="235319" y="78523"/>
                  </a:cubicBezTo>
                  <a:cubicBezTo>
                    <a:pt x="232763" y="78523"/>
                    <a:pt x="229568" y="79162"/>
                    <a:pt x="227013" y="80438"/>
                  </a:cubicBezTo>
                  <a:cubicBezTo>
                    <a:pt x="214872" y="33835"/>
                    <a:pt x="173337" y="0"/>
                    <a:pt x="125413" y="0"/>
                  </a:cubicBezTo>
                  <a:cubicBezTo>
                    <a:pt x="77488" y="0"/>
                    <a:pt x="35954" y="33197"/>
                    <a:pt x="23813" y="80438"/>
                  </a:cubicBezTo>
                  <a:cubicBezTo>
                    <a:pt x="21257" y="79162"/>
                    <a:pt x="18062" y="78523"/>
                    <a:pt x="15505" y="78523"/>
                  </a:cubicBezTo>
                  <a:cubicBezTo>
                    <a:pt x="9115" y="79162"/>
                    <a:pt x="4643" y="83630"/>
                    <a:pt x="4004" y="90014"/>
                  </a:cubicBezTo>
                  <a:lnTo>
                    <a:pt x="170" y="146193"/>
                  </a:lnTo>
                  <a:cubicBezTo>
                    <a:pt x="-469" y="151300"/>
                    <a:pt x="809" y="156408"/>
                    <a:pt x="2087" y="161515"/>
                  </a:cubicBezTo>
                  <a:lnTo>
                    <a:pt x="17423" y="203011"/>
                  </a:lnTo>
                  <a:cubicBezTo>
                    <a:pt x="20618" y="211310"/>
                    <a:pt x="25730" y="218332"/>
                    <a:pt x="32759" y="223439"/>
                  </a:cubicBezTo>
                  <a:lnTo>
                    <a:pt x="69181" y="250252"/>
                  </a:lnTo>
                  <a:cubicBezTo>
                    <a:pt x="74293" y="254082"/>
                    <a:pt x="77488" y="258551"/>
                    <a:pt x="78127" y="263020"/>
                  </a:cubicBezTo>
                  <a:cubicBezTo>
                    <a:pt x="78127" y="266212"/>
                    <a:pt x="81322" y="268766"/>
                    <a:pt x="84517" y="268766"/>
                  </a:cubicBezTo>
                  <a:cubicBezTo>
                    <a:pt x="84517" y="268766"/>
                    <a:pt x="85156" y="268766"/>
                    <a:pt x="85156" y="268766"/>
                  </a:cubicBezTo>
                  <a:cubicBezTo>
                    <a:pt x="88351" y="268127"/>
                    <a:pt x="91546" y="265574"/>
                    <a:pt x="90907" y="261743"/>
                  </a:cubicBezTo>
                  <a:cubicBezTo>
                    <a:pt x="90268" y="253444"/>
                    <a:pt x="85156" y="246422"/>
                    <a:pt x="76849" y="240038"/>
                  </a:cubicBezTo>
                  <a:lnTo>
                    <a:pt x="40426" y="213225"/>
                  </a:lnTo>
                  <a:cubicBezTo>
                    <a:pt x="35315" y="209395"/>
                    <a:pt x="31480" y="204287"/>
                    <a:pt x="29564" y="198542"/>
                  </a:cubicBezTo>
                  <a:lnTo>
                    <a:pt x="14228" y="157046"/>
                  </a:lnTo>
                  <a:cubicBezTo>
                    <a:pt x="12950" y="153854"/>
                    <a:pt x="12310" y="150662"/>
                    <a:pt x="12950" y="146832"/>
                  </a:cubicBezTo>
                  <a:lnTo>
                    <a:pt x="16784" y="90653"/>
                  </a:lnTo>
                  <a:cubicBezTo>
                    <a:pt x="16784" y="90653"/>
                    <a:pt x="18062" y="90653"/>
                    <a:pt x="19340" y="91291"/>
                  </a:cubicBezTo>
                  <a:cubicBezTo>
                    <a:pt x="19979" y="91930"/>
                    <a:pt x="21895" y="93206"/>
                    <a:pt x="23174" y="96398"/>
                  </a:cubicBezTo>
                  <a:lnTo>
                    <a:pt x="28285" y="143001"/>
                  </a:lnTo>
                  <a:cubicBezTo>
                    <a:pt x="24452" y="144278"/>
                    <a:pt x="21257" y="146193"/>
                    <a:pt x="19340" y="148747"/>
                  </a:cubicBezTo>
                  <a:cubicBezTo>
                    <a:pt x="18062" y="150662"/>
                    <a:pt x="13589" y="157684"/>
                    <a:pt x="21895" y="166622"/>
                  </a:cubicBezTo>
                  <a:lnTo>
                    <a:pt x="39788" y="188966"/>
                  </a:lnTo>
                  <a:cubicBezTo>
                    <a:pt x="42982" y="193435"/>
                    <a:pt x="48095" y="197265"/>
                    <a:pt x="52567" y="199180"/>
                  </a:cubicBezTo>
                  <a:lnTo>
                    <a:pt x="73654" y="209395"/>
                  </a:lnTo>
                  <a:cubicBezTo>
                    <a:pt x="76849" y="210671"/>
                    <a:pt x="80683" y="209395"/>
                    <a:pt x="81961" y="206841"/>
                  </a:cubicBezTo>
                  <a:cubicBezTo>
                    <a:pt x="83239" y="203649"/>
                    <a:pt x="81961" y="199819"/>
                    <a:pt x="79405" y="198542"/>
                  </a:cubicBezTo>
                  <a:lnTo>
                    <a:pt x="58318" y="188327"/>
                  </a:lnTo>
                  <a:cubicBezTo>
                    <a:pt x="55124" y="186412"/>
                    <a:pt x="51929" y="184497"/>
                    <a:pt x="49372" y="181305"/>
                  </a:cubicBezTo>
                  <a:lnTo>
                    <a:pt x="30841" y="158323"/>
                  </a:lnTo>
                  <a:cubicBezTo>
                    <a:pt x="30203" y="157684"/>
                    <a:pt x="29564" y="157046"/>
                    <a:pt x="29564" y="156408"/>
                  </a:cubicBezTo>
                  <a:cubicBezTo>
                    <a:pt x="31480" y="155131"/>
                    <a:pt x="36593" y="154492"/>
                    <a:pt x="41065" y="156408"/>
                  </a:cubicBezTo>
                  <a:cubicBezTo>
                    <a:pt x="47455" y="159600"/>
                    <a:pt x="54485" y="165984"/>
                    <a:pt x="62152" y="172368"/>
                  </a:cubicBezTo>
                  <a:cubicBezTo>
                    <a:pt x="63430" y="173644"/>
                    <a:pt x="65347" y="174283"/>
                    <a:pt x="66625" y="174283"/>
                  </a:cubicBezTo>
                  <a:cubicBezTo>
                    <a:pt x="66625" y="174283"/>
                    <a:pt x="69820" y="174283"/>
                    <a:pt x="73654" y="174921"/>
                  </a:cubicBezTo>
                  <a:cubicBezTo>
                    <a:pt x="93463" y="176836"/>
                    <a:pt x="110077" y="191519"/>
                    <a:pt x="115189" y="210671"/>
                  </a:cubicBezTo>
                  <a:cubicBezTo>
                    <a:pt x="117744" y="219609"/>
                    <a:pt x="118384" y="225355"/>
                    <a:pt x="118384" y="236846"/>
                  </a:cubicBezTo>
                  <a:cubicBezTo>
                    <a:pt x="118384" y="240676"/>
                    <a:pt x="120939" y="243230"/>
                    <a:pt x="124774" y="243230"/>
                  </a:cubicBezTo>
                  <a:cubicBezTo>
                    <a:pt x="124774" y="243230"/>
                    <a:pt x="124774" y="243230"/>
                    <a:pt x="124774" y="243230"/>
                  </a:cubicBezTo>
                  <a:cubicBezTo>
                    <a:pt x="124774" y="243230"/>
                    <a:pt x="124774" y="243230"/>
                    <a:pt x="124774" y="243230"/>
                  </a:cubicBezTo>
                  <a:cubicBezTo>
                    <a:pt x="128608" y="243230"/>
                    <a:pt x="131164" y="240676"/>
                    <a:pt x="131164" y="236846"/>
                  </a:cubicBezTo>
                  <a:cubicBezTo>
                    <a:pt x="131164" y="225355"/>
                    <a:pt x="131803" y="220247"/>
                    <a:pt x="134359" y="210671"/>
                  </a:cubicBezTo>
                  <a:cubicBezTo>
                    <a:pt x="139470" y="191519"/>
                    <a:pt x="156084" y="176836"/>
                    <a:pt x="175893" y="174921"/>
                  </a:cubicBezTo>
                  <a:cubicBezTo>
                    <a:pt x="180366" y="174283"/>
                    <a:pt x="182922" y="174283"/>
                    <a:pt x="182922" y="174283"/>
                  </a:cubicBezTo>
                  <a:cubicBezTo>
                    <a:pt x="184839" y="174283"/>
                    <a:pt x="186117" y="173644"/>
                    <a:pt x="187395" y="172368"/>
                  </a:cubicBezTo>
                  <a:cubicBezTo>
                    <a:pt x="194424" y="165984"/>
                    <a:pt x="201453" y="159600"/>
                    <a:pt x="208482" y="156408"/>
                  </a:cubicBezTo>
                  <a:cubicBezTo>
                    <a:pt x="212955" y="154492"/>
                    <a:pt x="218067" y="155131"/>
                    <a:pt x="219983" y="156408"/>
                  </a:cubicBezTo>
                  <a:cubicBezTo>
                    <a:pt x="219983" y="157046"/>
                    <a:pt x="219345" y="157684"/>
                    <a:pt x="218067" y="158961"/>
                  </a:cubicBezTo>
                  <a:lnTo>
                    <a:pt x="200175" y="181305"/>
                  </a:lnTo>
                  <a:cubicBezTo>
                    <a:pt x="197619" y="184497"/>
                    <a:pt x="195063" y="186412"/>
                    <a:pt x="191229" y="188327"/>
                  </a:cubicBezTo>
                  <a:lnTo>
                    <a:pt x="170142" y="198542"/>
                  </a:lnTo>
                  <a:cubicBezTo>
                    <a:pt x="166947" y="199819"/>
                    <a:pt x="165669" y="203649"/>
                    <a:pt x="167586" y="206841"/>
                  </a:cubicBezTo>
                  <a:cubicBezTo>
                    <a:pt x="168864" y="210033"/>
                    <a:pt x="172699" y="211310"/>
                    <a:pt x="175893" y="209395"/>
                  </a:cubicBezTo>
                  <a:lnTo>
                    <a:pt x="196980" y="199180"/>
                  </a:lnTo>
                  <a:cubicBezTo>
                    <a:pt x="202092" y="196627"/>
                    <a:pt x="206565" y="192796"/>
                    <a:pt x="209760" y="188966"/>
                  </a:cubicBezTo>
                  <a:lnTo>
                    <a:pt x="227652" y="167260"/>
                  </a:lnTo>
                  <a:cubicBezTo>
                    <a:pt x="235958" y="158323"/>
                    <a:pt x="232124" y="151300"/>
                    <a:pt x="230847" y="149385"/>
                  </a:cubicBezTo>
                  <a:cubicBezTo>
                    <a:pt x="228929" y="146832"/>
                    <a:pt x="225735" y="144916"/>
                    <a:pt x="221901" y="143640"/>
                  </a:cubicBezTo>
                  <a:lnTo>
                    <a:pt x="227013" y="97037"/>
                  </a:lnTo>
                  <a:cubicBezTo>
                    <a:pt x="227652" y="93845"/>
                    <a:pt x="230208" y="92568"/>
                    <a:pt x="230847" y="91930"/>
                  </a:cubicBezTo>
                  <a:cubicBezTo>
                    <a:pt x="232124" y="91291"/>
                    <a:pt x="232763" y="91291"/>
                    <a:pt x="232763" y="91291"/>
                  </a:cubicBezTo>
                  <a:lnTo>
                    <a:pt x="236598" y="147470"/>
                  </a:lnTo>
                  <a:cubicBezTo>
                    <a:pt x="236598" y="150662"/>
                    <a:pt x="236598" y="154492"/>
                    <a:pt x="235319" y="157684"/>
                  </a:cubicBezTo>
                  <a:lnTo>
                    <a:pt x="219983" y="199180"/>
                  </a:lnTo>
                  <a:cubicBezTo>
                    <a:pt x="218067" y="204926"/>
                    <a:pt x="214233" y="210033"/>
                    <a:pt x="209121" y="213863"/>
                  </a:cubicBezTo>
                  <a:lnTo>
                    <a:pt x="172699" y="240676"/>
                  </a:lnTo>
                  <a:cubicBezTo>
                    <a:pt x="164391" y="247060"/>
                    <a:pt x="159279" y="254082"/>
                    <a:pt x="158640" y="262382"/>
                  </a:cubicBezTo>
                  <a:cubicBezTo>
                    <a:pt x="158001" y="265574"/>
                    <a:pt x="161196" y="268766"/>
                    <a:pt x="164391" y="269404"/>
                  </a:cubicBezTo>
                  <a:cubicBezTo>
                    <a:pt x="164391" y="269404"/>
                    <a:pt x="165030" y="269404"/>
                    <a:pt x="165030" y="269404"/>
                  </a:cubicBezTo>
                  <a:cubicBezTo>
                    <a:pt x="168225" y="269404"/>
                    <a:pt x="170781" y="266850"/>
                    <a:pt x="171420" y="263658"/>
                  </a:cubicBezTo>
                  <a:cubicBezTo>
                    <a:pt x="172059" y="259190"/>
                    <a:pt x="174615" y="254721"/>
                    <a:pt x="180366" y="250890"/>
                  </a:cubicBezTo>
                  <a:lnTo>
                    <a:pt x="216788" y="224078"/>
                  </a:lnTo>
                  <a:cubicBezTo>
                    <a:pt x="223818" y="218971"/>
                    <a:pt x="228929" y="211948"/>
                    <a:pt x="232124" y="203649"/>
                  </a:cubicBezTo>
                  <a:lnTo>
                    <a:pt x="247460" y="162153"/>
                  </a:lnTo>
                  <a:cubicBezTo>
                    <a:pt x="250017" y="156408"/>
                    <a:pt x="250655" y="151300"/>
                    <a:pt x="250655" y="146193"/>
                  </a:cubicBezTo>
                  <a:close/>
                  <a:moveTo>
                    <a:pt x="125413" y="11491"/>
                  </a:moveTo>
                  <a:cubicBezTo>
                    <a:pt x="170142" y="11491"/>
                    <a:pt x="209121" y="45965"/>
                    <a:pt x="216150" y="91291"/>
                  </a:cubicBezTo>
                  <a:cubicBezTo>
                    <a:pt x="216150" y="91930"/>
                    <a:pt x="215511" y="92568"/>
                    <a:pt x="215511" y="93206"/>
                  </a:cubicBezTo>
                  <a:cubicBezTo>
                    <a:pt x="215511" y="93206"/>
                    <a:pt x="215511" y="93845"/>
                    <a:pt x="215511" y="93845"/>
                  </a:cubicBezTo>
                  <a:lnTo>
                    <a:pt x="209760" y="141724"/>
                  </a:lnTo>
                  <a:cubicBezTo>
                    <a:pt x="209760" y="141724"/>
                    <a:pt x="209760" y="141724"/>
                    <a:pt x="209760" y="141724"/>
                  </a:cubicBezTo>
                  <a:lnTo>
                    <a:pt x="209760" y="109805"/>
                  </a:lnTo>
                  <a:cubicBezTo>
                    <a:pt x="209760" y="61925"/>
                    <a:pt x="172059" y="22983"/>
                    <a:pt x="125413" y="22983"/>
                  </a:cubicBezTo>
                  <a:cubicBezTo>
                    <a:pt x="78766" y="22983"/>
                    <a:pt x="41065" y="61925"/>
                    <a:pt x="41065" y="109805"/>
                  </a:cubicBezTo>
                  <a:lnTo>
                    <a:pt x="41065" y="142363"/>
                  </a:lnTo>
                  <a:cubicBezTo>
                    <a:pt x="41065" y="142363"/>
                    <a:pt x="41065" y="142363"/>
                    <a:pt x="41065" y="142363"/>
                  </a:cubicBezTo>
                  <a:lnTo>
                    <a:pt x="35315" y="94483"/>
                  </a:lnTo>
                  <a:cubicBezTo>
                    <a:pt x="35315" y="94483"/>
                    <a:pt x="35315" y="93845"/>
                    <a:pt x="35315" y="93845"/>
                  </a:cubicBezTo>
                  <a:cubicBezTo>
                    <a:pt x="35315" y="93206"/>
                    <a:pt x="34675" y="92568"/>
                    <a:pt x="34675" y="91930"/>
                  </a:cubicBezTo>
                  <a:cubicBezTo>
                    <a:pt x="41705" y="45327"/>
                    <a:pt x="80044" y="11491"/>
                    <a:pt x="125413" y="11491"/>
                  </a:cubicBezTo>
                  <a:close/>
                  <a:moveTo>
                    <a:pt x="125413" y="46603"/>
                  </a:moveTo>
                  <a:cubicBezTo>
                    <a:pt x="90268" y="46603"/>
                    <a:pt x="61513" y="75970"/>
                    <a:pt x="61513" y="111720"/>
                  </a:cubicBezTo>
                  <a:lnTo>
                    <a:pt x="61513" y="154492"/>
                  </a:lnTo>
                  <a:cubicBezTo>
                    <a:pt x="58957" y="152577"/>
                    <a:pt x="56401" y="150024"/>
                    <a:pt x="53845" y="148747"/>
                  </a:cubicBezTo>
                  <a:lnTo>
                    <a:pt x="53845" y="110443"/>
                  </a:lnTo>
                  <a:cubicBezTo>
                    <a:pt x="53845" y="69586"/>
                    <a:pt x="85795" y="36389"/>
                    <a:pt x="125413" y="36389"/>
                  </a:cubicBezTo>
                  <a:cubicBezTo>
                    <a:pt x="165030" y="36389"/>
                    <a:pt x="196980" y="69586"/>
                    <a:pt x="196980" y="110443"/>
                  </a:cubicBezTo>
                  <a:lnTo>
                    <a:pt x="196980" y="149385"/>
                  </a:lnTo>
                  <a:cubicBezTo>
                    <a:pt x="194424" y="151300"/>
                    <a:pt x="191868" y="153216"/>
                    <a:pt x="189312" y="155131"/>
                  </a:cubicBezTo>
                  <a:lnTo>
                    <a:pt x="189312" y="112358"/>
                  </a:lnTo>
                  <a:cubicBezTo>
                    <a:pt x="188673" y="75331"/>
                    <a:pt x="160557" y="46603"/>
                    <a:pt x="125413" y="46603"/>
                  </a:cubicBezTo>
                  <a:close/>
                  <a:moveTo>
                    <a:pt x="125413" y="199180"/>
                  </a:moveTo>
                  <a:cubicBezTo>
                    <a:pt x="119662" y="185135"/>
                    <a:pt x="108799" y="173644"/>
                    <a:pt x="95380" y="167260"/>
                  </a:cubicBezTo>
                  <a:lnTo>
                    <a:pt x="95380" y="113635"/>
                  </a:lnTo>
                  <a:cubicBezTo>
                    <a:pt x="95380" y="97037"/>
                    <a:pt x="108799" y="83630"/>
                    <a:pt x="125413" y="83630"/>
                  </a:cubicBezTo>
                  <a:cubicBezTo>
                    <a:pt x="142027" y="83630"/>
                    <a:pt x="155445" y="97037"/>
                    <a:pt x="155445" y="113635"/>
                  </a:cubicBezTo>
                  <a:lnTo>
                    <a:pt x="155445" y="167260"/>
                  </a:lnTo>
                  <a:cubicBezTo>
                    <a:pt x="142027" y="173644"/>
                    <a:pt x="131164" y="185135"/>
                    <a:pt x="125413" y="199180"/>
                  </a:cubicBezTo>
                  <a:close/>
                  <a:moveTo>
                    <a:pt x="168225" y="162792"/>
                  </a:moveTo>
                  <a:lnTo>
                    <a:pt x="168225" y="113635"/>
                  </a:lnTo>
                  <a:cubicBezTo>
                    <a:pt x="168225" y="90014"/>
                    <a:pt x="149055" y="70862"/>
                    <a:pt x="125413" y="70862"/>
                  </a:cubicBezTo>
                  <a:cubicBezTo>
                    <a:pt x="101770" y="70862"/>
                    <a:pt x="82600" y="90014"/>
                    <a:pt x="82600" y="113635"/>
                  </a:cubicBezTo>
                  <a:lnTo>
                    <a:pt x="82600" y="162792"/>
                  </a:lnTo>
                  <a:cubicBezTo>
                    <a:pt x="80044" y="162153"/>
                    <a:pt x="78127" y="161515"/>
                    <a:pt x="75571" y="161515"/>
                  </a:cubicBezTo>
                  <a:cubicBezTo>
                    <a:pt x="75571" y="161515"/>
                    <a:pt x="74932" y="161515"/>
                    <a:pt x="74932" y="161515"/>
                  </a:cubicBezTo>
                  <a:lnTo>
                    <a:pt x="74932" y="111720"/>
                  </a:lnTo>
                  <a:cubicBezTo>
                    <a:pt x="74932" y="82992"/>
                    <a:pt x="97936" y="59371"/>
                    <a:pt x="126052" y="59371"/>
                  </a:cubicBezTo>
                  <a:cubicBezTo>
                    <a:pt x="154168" y="59371"/>
                    <a:pt x="177171" y="82992"/>
                    <a:pt x="177171" y="111720"/>
                  </a:cubicBezTo>
                  <a:lnTo>
                    <a:pt x="177171" y="161515"/>
                  </a:lnTo>
                  <a:cubicBezTo>
                    <a:pt x="177171" y="161515"/>
                    <a:pt x="176532" y="161515"/>
                    <a:pt x="176532" y="161515"/>
                  </a:cubicBezTo>
                  <a:cubicBezTo>
                    <a:pt x="172699" y="161515"/>
                    <a:pt x="170781" y="162153"/>
                    <a:pt x="168225" y="162792"/>
                  </a:cubicBezTo>
                  <a:close/>
                </a:path>
              </a:pathLst>
            </a:custGeom>
            <a:solidFill>
              <a:srgbClr val="007CB0"/>
            </a:solidFill>
            <a:ln w="6390" cap="flat">
              <a:noFill/>
              <a:prstDash val="solid"/>
              <a:miter/>
            </a:ln>
          </p:spPr>
          <p:txBody>
            <a:bodyPr rtlCol="0" anchor="ctr"/>
            <a:lstStyle/>
            <a:p>
              <a:endParaRPr lang="en-US"/>
            </a:p>
          </p:txBody>
        </p:sp>
      </p:grpSp>
      <p:grpSp>
        <p:nvGrpSpPr>
          <p:cNvPr id="831" name="Graphic 4">
            <a:extLst>
              <a:ext uri="{FF2B5EF4-FFF2-40B4-BE49-F238E27FC236}">
                <a16:creationId xmlns:a16="http://schemas.microsoft.com/office/drawing/2014/main" id="{6881633C-72E4-3C4F-AD43-21796903D507}"/>
              </a:ext>
            </a:extLst>
          </p:cNvPr>
          <p:cNvGrpSpPr/>
          <p:nvPr/>
        </p:nvGrpSpPr>
        <p:grpSpPr>
          <a:xfrm>
            <a:off x="1515054" y="4792617"/>
            <a:ext cx="361670" cy="361333"/>
            <a:chOff x="1515054" y="4792617"/>
            <a:chExt cx="361670" cy="361333"/>
          </a:xfrm>
          <a:solidFill>
            <a:srgbClr val="007CB0"/>
          </a:solidFill>
        </p:grpSpPr>
        <p:sp>
          <p:nvSpPr>
            <p:cNvPr id="832" name="Graphic 4">
              <a:extLst>
                <a:ext uri="{FF2B5EF4-FFF2-40B4-BE49-F238E27FC236}">
                  <a16:creationId xmlns:a16="http://schemas.microsoft.com/office/drawing/2014/main" id="{B35CCAA1-0BFE-1C47-8378-D2E94749D31E}"/>
                </a:ext>
              </a:extLst>
            </p:cNvPr>
            <p:cNvSpPr/>
            <p:nvPr/>
          </p:nvSpPr>
          <p:spPr>
            <a:xfrm>
              <a:off x="1515054"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4"/>
                    <a:pt x="180835" y="361334"/>
                  </a:cubicBezTo>
                  <a:cubicBezTo>
                    <a:pt x="280518" y="361334"/>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833" name="Graphic 4">
              <a:extLst>
                <a:ext uri="{FF2B5EF4-FFF2-40B4-BE49-F238E27FC236}">
                  <a16:creationId xmlns:a16="http://schemas.microsoft.com/office/drawing/2014/main" id="{798B7174-04A9-D347-A2E3-36A29145E188}"/>
                </a:ext>
              </a:extLst>
            </p:cNvPr>
            <p:cNvSpPr/>
            <p:nvPr/>
          </p:nvSpPr>
          <p:spPr>
            <a:xfrm>
              <a:off x="1608347" y="4949664"/>
              <a:ext cx="64789" cy="151300"/>
            </a:xfrm>
            <a:custGeom>
              <a:avLst/>
              <a:gdLst>
                <a:gd name="connsiteX0" fmla="*/ 44091 w 64789"/>
                <a:gd name="connsiteY0" fmla="*/ 4469 h 151300"/>
                <a:gd name="connsiteX1" fmla="*/ 37701 w 64789"/>
                <a:gd name="connsiteY1" fmla="*/ 0 h 151300"/>
                <a:gd name="connsiteX2" fmla="*/ 6390 w 64789"/>
                <a:gd name="connsiteY2" fmla="*/ 0 h 151300"/>
                <a:gd name="connsiteX3" fmla="*/ 0 w 64789"/>
                <a:gd name="connsiteY3" fmla="*/ 6384 h 151300"/>
                <a:gd name="connsiteX4" fmla="*/ 0 w 64789"/>
                <a:gd name="connsiteY4" fmla="*/ 80438 h 151300"/>
                <a:gd name="connsiteX5" fmla="*/ 6390 w 64789"/>
                <a:gd name="connsiteY5" fmla="*/ 86822 h 151300"/>
                <a:gd name="connsiteX6" fmla="*/ 13419 w 64789"/>
                <a:gd name="connsiteY6" fmla="*/ 86822 h 151300"/>
                <a:gd name="connsiteX7" fmla="*/ 13419 w 64789"/>
                <a:gd name="connsiteY7" fmla="*/ 144916 h 151300"/>
                <a:gd name="connsiteX8" fmla="*/ 19809 w 64789"/>
                <a:gd name="connsiteY8" fmla="*/ 151300 h 151300"/>
                <a:gd name="connsiteX9" fmla="*/ 26199 w 64789"/>
                <a:gd name="connsiteY9" fmla="*/ 144916 h 151300"/>
                <a:gd name="connsiteX10" fmla="*/ 26199 w 64789"/>
                <a:gd name="connsiteY10" fmla="*/ 86822 h 151300"/>
                <a:gd name="connsiteX11" fmla="*/ 40257 w 64789"/>
                <a:gd name="connsiteY11" fmla="*/ 86822 h 151300"/>
                <a:gd name="connsiteX12" fmla="*/ 40257 w 64789"/>
                <a:gd name="connsiteY12" fmla="*/ 144916 h 151300"/>
                <a:gd name="connsiteX13" fmla="*/ 46647 w 64789"/>
                <a:gd name="connsiteY13" fmla="*/ 151300 h 151300"/>
                <a:gd name="connsiteX14" fmla="*/ 53036 w 64789"/>
                <a:gd name="connsiteY14" fmla="*/ 144916 h 151300"/>
                <a:gd name="connsiteX15" fmla="*/ 53036 w 64789"/>
                <a:gd name="connsiteY15" fmla="*/ 86822 h 151300"/>
                <a:gd name="connsiteX16" fmla="*/ 58148 w 64789"/>
                <a:gd name="connsiteY16" fmla="*/ 86822 h 151300"/>
                <a:gd name="connsiteX17" fmla="*/ 63260 w 64789"/>
                <a:gd name="connsiteY17" fmla="*/ 84269 h 151300"/>
                <a:gd name="connsiteX18" fmla="*/ 64538 w 64789"/>
                <a:gd name="connsiteY18" fmla="*/ 78523 h 151300"/>
                <a:gd name="connsiteX19" fmla="*/ 44091 w 64789"/>
                <a:gd name="connsiteY19" fmla="*/ 4469 h 151300"/>
                <a:gd name="connsiteX20" fmla="*/ 12780 w 64789"/>
                <a:gd name="connsiteY20" fmla="*/ 12129 h 151300"/>
                <a:gd name="connsiteX21" fmla="*/ 33228 w 64789"/>
                <a:gd name="connsiteY21" fmla="*/ 12129 h 151300"/>
                <a:gd name="connsiteX22" fmla="*/ 49842 w 64789"/>
                <a:gd name="connsiteY22" fmla="*/ 73416 h 151300"/>
                <a:gd name="connsiteX23" fmla="*/ 12780 w 64789"/>
                <a:gd name="connsiteY23" fmla="*/ 73416 h 151300"/>
                <a:gd name="connsiteX24" fmla="*/ 12780 w 64789"/>
                <a:gd name="connsiteY24" fmla="*/ 12129 h 151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789" h="151300">
                  <a:moveTo>
                    <a:pt x="44091" y="4469"/>
                  </a:moveTo>
                  <a:cubicBezTo>
                    <a:pt x="43452" y="1915"/>
                    <a:pt x="40896" y="0"/>
                    <a:pt x="37701" y="0"/>
                  </a:cubicBezTo>
                  <a:lnTo>
                    <a:pt x="6390" y="0"/>
                  </a:lnTo>
                  <a:cubicBezTo>
                    <a:pt x="2556" y="0"/>
                    <a:pt x="0" y="2553"/>
                    <a:pt x="0" y="6384"/>
                  </a:cubicBezTo>
                  <a:lnTo>
                    <a:pt x="0" y="80438"/>
                  </a:lnTo>
                  <a:cubicBezTo>
                    <a:pt x="0" y="84269"/>
                    <a:pt x="2556" y="86822"/>
                    <a:pt x="6390" y="86822"/>
                  </a:cubicBezTo>
                  <a:lnTo>
                    <a:pt x="13419" y="86822"/>
                  </a:lnTo>
                  <a:lnTo>
                    <a:pt x="13419" y="144916"/>
                  </a:lnTo>
                  <a:cubicBezTo>
                    <a:pt x="13419" y="148747"/>
                    <a:pt x="15975" y="151300"/>
                    <a:pt x="19809" y="151300"/>
                  </a:cubicBezTo>
                  <a:cubicBezTo>
                    <a:pt x="23643" y="151300"/>
                    <a:pt x="26199" y="148747"/>
                    <a:pt x="26199" y="144916"/>
                  </a:cubicBezTo>
                  <a:lnTo>
                    <a:pt x="26199" y="86822"/>
                  </a:lnTo>
                  <a:lnTo>
                    <a:pt x="40257" y="86822"/>
                  </a:lnTo>
                  <a:lnTo>
                    <a:pt x="40257" y="144916"/>
                  </a:lnTo>
                  <a:cubicBezTo>
                    <a:pt x="40257" y="148747"/>
                    <a:pt x="42813" y="151300"/>
                    <a:pt x="46647" y="151300"/>
                  </a:cubicBezTo>
                  <a:cubicBezTo>
                    <a:pt x="50481" y="151300"/>
                    <a:pt x="53036" y="148747"/>
                    <a:pt x="53036" y="144916"/>
                  </a:cubicBezTo>
                  <a:lnTo>
                    <a:pt x="53036" y="86822"/>
                  </a:lnTo>
                  <a:lnTo>
                    <a:pt x="58148" y="86822"/>
                  </a:lnTo>
                  <a:cubicBezTo>
                    <a:pt x="60065" y="86822"/>
                    <a:pt x="61982" y="86184"/>
                    <a:pt x="63260" y="84269"/>
                  </a:cubicBezTo>
                  <a:cubicBezTo>
                    <a:pt x="64538" y="82992"/>
                    <a:pt x="65177" y="80438"/>
                    <a:pt x="64538" y="78523"/>
                  </a:cubicBezTo>
                  <a:lnTo>
                    <a:pt x="44091" y="4469"/>
                  </a:lnTo>
                  <a:close/>
                  <a:moveTo>
                    <a:pt x="12780" y="12129"/>
                  </a:moveTo>
                  <a:lnTo>
                    <a:pt x="33228" y="12129"/>
                  </a:lnTo>
                  <a:lnTo>
                    <a:pt x="49842" y="73416"/>
                  </a:lnTo>
                  <a:lnTo>
                    <a:pt x="12780" y="73416"/>
                  </a:lnTo>
                  <a:lnTo>
                    <a:pt x="12780" y="12129"/>
                  </a:lnTo>
                  <a:close/>
                </a:path>
              </a:pathLst>
            </a:custGeom>
            <a:solidFill>
              <a:srgbClr val="007CB0"/>
            </a:solidFill>
            <a:ln w="6390" cap="flat">
              <a:noFill/>
              <a:prstDash val="solid"/>
              <a:miter/>
            </a:ln>
          </p:spPr>
          <p:txBody>
            <a:bodyPr rtlCol="0" anchor="ctr"/>
            <a:lstStyle/>
            <a:p>
              <a:endParaRPr lang="en-US"/>
            </a:p>
          </p:txBody>
        </p:sp>
        <p:sp>
          <p:nvSpPr>
            <p:cNvPr id="834" name="Graphic 4">
              <a:extLst>
                <a:ext uri="{FF2B5EF4-FFF2-40B4-BE49-F238E27FC236}">
                  <a16:creationId xmlns:a16="http://schemas.microsoft.com/office/drawing/2014/main" id="{4869644E-9890-AE44-B852-B4D34B9B3B04}"/>
                </a:ext>
              </a:extLst>
            </p:cNvPr>
            <p:cNvSpPr/>
            <p:nvPr/>
          </p:nvSpPr>
          <p:spPr>
            <a:xfrm>
              <a:off x="1644769" y="4845605"/>
              <a:ext cx="93214" cy="83630"/>
            </a:xfrm>
            <a:custGeom>
              <a:avLst/>
              <a:gdLst>
                <a:gd name="connsiteX0" fmla="*/ 85625 w 93214"/>
                <a:gd name="connsiteY0" fmla="*/ 8299 h 83630"/>
                <a:gd name="connsiteX1" fmla="*/ 66455 w 93214"/>
                <a:gd name="connsiteY1" fmla="*/ 0 h 83630"/>
                <a:gd name="connsiteX2" fmla="*/ 47285 w 93214"/>
                <a:gd name="connsiteY2" fmla="*/ 8299 h 83630"/>
                <a:gd name="connsiteX3" fmla="*/ 46647 w 93214"/>
                <a:gd name="connsiteY3" fmla="*/ 8937 h 83630"/>
                <a:gd name="connsiteX4" fmla="*/ 46008 w 93214"/>
                <a:gd name="connsiteY4" fmla="*/ 8299 h 83630"/>
                <a:gd name="connsiteX5" fmla="*/ 26838 w 93214"/>
                <a:gd name="connsiteY5" fmla="*/ 0 h 83630"/>
                <a:gd name="connsiteX6" fmla="*/ 7668 w 93214"/>
                <a:gd name="connsiteY6" fmla="*/ 8299 h 83630"/>
                <a:gd name="connsiteX7" fmla="*/ 7668 w 93214"/>
                <a:gd name="connsiteY7" fmla="*/ 47241 h 83630"/>
                <a:gd name="connsiteX8" fmla="*/ 39618 w 93214"/>
                <a:gd name="connsiteY8" fmla="*/ 81076 h 83630"/>
                <a:gd name="connsiteX9" fmla="*/ 46008 w 93214"/>
                <a:gd name="connsiteY9" fmla="*/ 83630 h 83630"/>
                <a:gd name="connsiteX10" fmla="*/ 46647 w 93214"/>
                <a:gd name="connsiteY10" fmla="*/ 83630 h 83630"/>
                <a:gd name="connsiteX11" fmla="*/ 53037 w 93214"/>
                <a:gd name="connsiteY11" fmla="*/ 81076 h 83630"/>
                <a:gd name="connsiteX12" fmla="*/ 84986 w 93214"/>
                <a:gd name="connsiteY12" fmla="*/ 47241 h 83630"/>
                <a:gd name="connsiteX13" fmla="*/ 85625 w 93214"/>
                <a:gd name="connsiteY13" fmla="*/ 8299 h 83630"/>
                <a:gd name="connsiteX14" fmla="*/ 76040 w 93214"/>
                <a:gd name="connsiteY14" fmla="*/ 38304 h 83630"/>
                <a:gd name="connsiteX15" fmla="*/ 46008 w 93214"/>
                <a:gd name="connsiteY15" fmla="*/ 69585 h 83630"/>
                <a:gd name="connsiteX16" fmla="*/ 15975 w 93214"/>
                <a:gd name="connsiteY16" fmla="*/ 38304 h 83630"/>
                <a:gd name="connsiteX17" fmla="*/ 15975 w 93214"/>
                <a:gd name="connsiteY17" fmla="*/ 17236 h 83630"/>
                <a:gd name="connsiteX18" fmla="*/ 25560 w 93214"/>
                <a:gd name="connsiteY18" fmla="*/ 12768 h 83630"/>
                <a:gd name="connsiteX19" fmla="*/ 35145 w 93214"/>
                <a:gd name="connsiteY19" fmla="*/ 17236 h 83630"/>
                <a:gd name="connsiteX20" fmla="*/ 45369 w 93214"/>
                <a:gd name="connsiteY20" fmla="*/ 27451 h 83630"/>
                <a:gd name="connsiteX21" fmla="*/ 55592 w 93214"/>
                <a:gd name="connsiteY21" fmla="*/ 17236 h 83630"/>
                <a:gd name="connsiteX22" fmla="*/ 75401 w 93214"/>
                <a:gd name="connsiteY22" fmla="*/ 17236 h 83630"/>
                <a:gd name="connsiteX23" fmla="*/ 76040 w 93214"/>
                <a:gd name="connsiteY23" fmla="*/ 38304 h 83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214" h="83630">
                  <a:moveTo>
                    <a:pt x="85625" y="8299"/>
                  </a:moveTo>
                  <a:cubicBezTo>
                    <a:pt x="80513" y="3192"/>
                    <a:pt x="73484" y="0"/>
                    <a:pt x="66455" y="0"/>
                  </a:cubicBezTo>
                  <a:cubicBezTo>
                    <a:pt x="59426" y="0"/>
                    <a:pt x="52398" y="3192"/>
                    <a:pt x="47285" y="8299"/>
                  </a:cubicBezTo>
                  <a:lnTo>
                    <a:pt x="46647" y="8937"/>
                  </a:lnTo>
                  <a:lnTo>
                    <a:pt x="46008" y="8299"/>
                  </a:lnTo>
                  <a:cubicBezTo>
                    <a:pt x="40896" y="3192"/>
                    <a:pt x="33867" y="0"/>
                    <a:pt x="26838" y="0"/>
                  </a:cubicBezTo>
                  <a:cubicBezTo>
                    <a:pt x="19809" y="0"/>
                    <a:pt x="12780" y="3192"/>
                    <a:pt x="7668" y="8299"/>
                  </a:cubicBezTo>
                  <a:cubicBezTo>
                    <a:pt x="-2556" y="19152"/>
                    <a:pt x="-2556" y="36388"/>
                    <a:pt x="7668" y="47241"/>
                  </a:cubicBezTo>
                  <a:lnTo>
                    <a:pt x="39618" y="81076"/>
                  </a:lnTo>
                  <a:cubicBezTo>
                    <a:pt x="40896" y="82992"/>
                    <a:pt x="43452" y="83630"/>
                    <a:pt x="46008" y="83630"/>
                  </a:cubicBezTo>
                  <a:lnTo>
                    <a:pt x="46647" y="83630"/>
                  </a:lnTo>
                  <a:cubicBezTo>
                    <a:pt x="49203" y="83630"/>
                    <a:pt x="51758" y="82353"/>
                    <a:pt x="53037" y="81076"/>
                  </a:cubicBezTo>
                  <a:lnTo>
                    <a:pt x="84986" y="47241"/>
                  </a:lnTo>
                  <a:cubicBezTo>
                    <a:pt x="95849" y="36388"/>
                    <a:pt x="95849" y="19152"/>
                    <a:pt x="85625" y="8299"/>
                  </a:cubicBezTo>
                  <a:close/>
                  <a:moveTo>
                    <a:pt x="76040" y="38304"/>
                  </a:moveTo>
                  <a:lnTo>
                    <a:pt x="46008" y="69585"/>
                  </a:lnTo>
                  <a:lnTo>
                    <a:pt x="15975" y="38304"/>
                  </a:lnTo>
                  <a:cubicBezTo>
                    <a:pt x="10224" y="32558"/>
                    <a:pt x="10224" y="22982"/>
                    <a:pt x="15975" y="17236"/>
                  </a:cubicBezTo>
                  <a:cubicBezTo>
                    <a:pt x="18531" y="14683"/>
                    <a:pt x="22365" y="12768"/>
                    <a:pt x="25560" y="12768"/>
                  </a:cubicBezTo>
                  <a:cubicBezTo>
                    <a:pt x="28755" y="12768"/>
                    <a:pt x="32589" y="14044"/>
                    <a:pt x="35145" y="17236"/>
                  </a:cubicBezTo>
                  <a:lnTo>
                    <a:pt x="45369" y="27451"/>
                  </a:lnTo>
                  <a:lnTo>
                    <a:pt x="55592" y="17236"/>
                  </a:lnTo>
                  <a:cubicBezTo>
                    <a:pt x="60704" y="11491"/>
                    <a:pt x="70289" y="11491"/>
                    <a:pt x="75401" y="17236"/>
                  </a:cubicBezTo>
                  <a:cubicBezTo>
                    <a:pt x="81791" y="22982"/>
                    <a:pt x="81791" y="32558"/>
                    <a:pt x="76040" y="38304"/>
                  </a:cubicBezTo>
                  <a:close/>
                </a:path>
              </a:pathLst>
            </a:custGeom>
            <a:solidFill>
              <a:srgbClr val="007CB0"/>
            </a:solidFill>
            <a:ln w="6390" cap="flat">
              <a:noFill/>
              <a:prstDash val="solid"/>
              <a:miter/>
            </a:ln>
          </p:spPr>
          <p:txBody>
            <a:bodyPr rtlCol="0" anchor="ctr"/>
            <a:lstStyle/>
            <a:p>
              <a:endParaRPr lang="en-US"/>
            </a:p>
          </p:txBody>
        </p:sp>
        <p:sp>
          <p:nvSpPr>
            <p:cNvPr id="835" name="Graphic 4">
              <a:extLst>
                <a:ext uri="{FF2B5EF4-FFF2-40B4-BE49-F238E27FC236}">
                  <a16:creationId xmlns:a16="http://schemas.microsoft.com/office/drawing/2014/main" id="{2458245B-BEDF-4B45-950A-2741406FBFE2}"/>
                </a:ext>
              </a:extLst>
            </p:cNvPr>
            <p:cNvSpPr/>
            <p:nvPr/>
          </p:nvSpPr>
          <p:spPr>
            <a:xfrm>
              <a:off x="1714420" y="4948387"/>
              <a:ext cx="69011" cy="153215"/>
            </a:xfrm>
            <a:custGeom>
              <a:avLst/>
              <a:gdLst>
                <a:gd name="connsiteX0" fmla="*/ 62622 w 69011"/>
                <a:gd name="connsiteY0" fmla="*/ 0 h 153215"/>
                <a:gd name="connsiteX1" fmla="*/ 6390 w 69011"/>
                <a:gd name="connsiteY1" fmla="*/ 0 h 153215"/>
                <a:gd name="connsiteX2" fmla="*/ 0 w 69011"/>
                <a:gd name="connsiteY2" fmla="*/ 6384 h 153215"/>
                <a:gd name="connsiteX3" fmla="*/ 0 w 69011"/>
                <a:gd name="connsiteY3" fmla="*/ 75970 h 153215"/>
                <a:gd name="connsiteX4" fmla="*/ 6390 w 69011"/>
                <a:gd name="connsiteY4" fmla="*/ 82354 h 153215"/>
                <a:gd name="connsiteX5" fmla="*/ 14697 w 69011"/>
                <a:gd name="connsiteY5" fmla="*/ 82354 h 153215"/>
                <a:gd name="connsiteX6" fmla="*/ 14697 w 69011"/>
                <a:gd name="connsiteY6" fmla="*/ 146832 h 153215"/>
                <a:gd name="connsiteX7" fmla="*/ 21087 w 69011"/>
                <a:gd name="connsiteY7" fmla="*/ 153216 h 153215"/>
                <a:gd name="connsiteX8" fmla="*/ 27477 w 69011"/>
                <a:gd name="connsiteY8" fmla="*/ 146832 h 153215"/>
                <a:gd name="connsiteX9" fmla="*/ 27477 w 69011"/>
                <a:gd name="connsiteY9" fmla="*/ 82354 h 153215"/>
                <a:gd name="connsiteX10" fmla="*/ 43452 w 69011"/>
                <a:gd name="connsiteY10" fmla="*/ 82354 h 153215"/>
                <a:gd name="connsiteX11" fmla="*/ 43452 w 69011"/>
                <a:gd name="connsiteY11" fmla="*/ 146832 h 153215"/>
                <a:gd name="connsiteX12" fmla="*/ 49842 w 69011"/>
                <a:gd name="connsiteY12" fmla="*/ 153216 h 153215"/>
                <a:gd name="connsiteX13" fmla="*/ 56232 w 69011"/>
                <a:gd name="connsiteY13" fmla="*/ 146832 h 153215"/>
                <a:gd name="connsiteX14" fmla="*/ 56232 w 69011"/>
                <a:gd name="connsiteY14" fmla="*/ 82354 h 153215"/>
                <a:gd name="connsiteX15" fmla="*/ 62622 w 69011"/>
                <a:gd name="connsiteY15" fmla="*/ 82354 h 153215"/>
                <a:gd name="connsiteX16" fmla="*/ 69011 w 69011"/>
                <a:gd name="connsiteY16" fmla="*/ 75970 h 153215"/>
                <a:gd name="connsiteX17" fmla="*/ 69011 w 69011"/>
                <a:gd name="connsiteY17" fmla="*/ 6384 h 153215"/>
                <a:gd name="connsiteX18" fmla="*/ 62622 w 69011"/>
                <a:gd name="connsiteY18" fmla="*/ 0 h 153215"/>
                <a:gd name="connsiteX19" fmla="*/ 12780 w 69011"/>
                <a:gd name="connsiteY19" fmla="*/ 12768 h 153215"/>
                <a:gd name="connsiteX20" fmla="*/ 56232 w 69011"/>
                <a:gd name="connsiteY20" fmla="*/ 12768 h 153215"/>
                <a:gd name="connsiteX21" fmla="*/ 56232 w 69011"/>
                <a:gd name="connsiteY21" fmla="*/ 69586 h 153215"/>
                <a:gd name="connsiteX22" fmla="*/ 12780 w 69011"/>
                <a:gd name="connsiteY22" fmla="*/ 69586 h 153215"/>
                <a:gd name="connsiteX23" fmla="*/ 12780 w 69011"/>
                <a:gd name="connsiteY23" fmla="*/ 12768 h 153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9011" h="153215">
                  <a:moveTo>
                    <a:pt x="62622" y="0"/>
                  </a:moveTo>
                  <a:lnTo>
                    <a:pt x="6390" y="0"/>
                  </a:lnTo>
                  <a:cubicBezTo>
                    <a:pt x="2556" y="0"/>
                    <a:pt x="0" y="2554"/>
                    <a:pt x="0" y="6384"/>
                  </a:cubicBezTo>
                  <a:lnTo>
                    <a:pt x="0" y="75970"/>
                  </a:lnTo>
                  <a:cubicBezTo>
                    <a:pt x="0" y="79800"/>
                    <a:pt x="2556" y="82354"/>
                    <a:pt x="6390" y="82354"/>
                  </a:cubicBezTo>
                  <a:lnTo>
                    <a:pt x="14697" y="82354"/>
                  </a:lnTo>
                  <a:lnTo>
                    <a:pt x="14697" y="146832"/>
                  </a:lnTo>
                  <a:cubicBezTo>
                    <a:pt x="14697" y="150662"/>
                    <a:pt x="17253" y="153216"/>
                    <a:pt x="21087" y="153216"/>
                  </a:cubicBezTo>
                  <a:cubicBezTo>
                    <a:pt x="24921" y="153216"/>
                    <a:pt x="27477" y="150662"/>
                    <a:pt x="27477" y="146832"/>
                  </a:cubicBezTo>
                  <a:lnTo>
                    <a:pt x="27477" y="82354"/>
                  </a:lnTo>
                  <a:lnTo>
                    <a:pt x="43452" y="82354"/>
                  </a:lnTo>
                  <a:lnTo>
                    <a:pt x="43452" y="146832"/>
                  </a:lnTo>
                  <a:cubicBezTo>
                    <a:pt x="43452" y="150662"/>
                    <a:pt x="46008" y="153216"/>
                    <a:pt x="49842" y="153216"/>
                  </a:cubicBezTo>
                  <a:cubicBezTo>
                    <a:pt x="53676" y="153216"/>
                    <a:pt x="56232" y="150662"/>
                    <a:pt x="56232" y="146832"/>
                  </a:cubicBezTo>
                  <a:lnTo>
                    <a:pt x="56232" y="82354"/>
                  </a:lnTo>
                  <a:lnTo>
                    <a:pt x="62622" y="82354"/>
                  </a:lnTo>
                  <a:cubicBezTo>
                    <a:pt x="66456" y="82354"/>
                    <a:pt x="69011" y="79800"/>
                    <a:pt x="69011" y="75970"/>
                  </a:cubicBezTo>
                  <a:lnTo>
                    <a:pt x="69011" y="6384"/>
                  </a:lnTo>
                  <a:cubicBezTo>
                    <a:pt x="69011" y="3192"/>
                    <a:pt x="65816" y="0"/>
                    <a:pt x="62622" y="0"/>
                  </a:cubicBezTo>
                  <a:close/>
                  <a:moveTo>
                    <a:pt x="12780" y="12768"/>
                  </a:moveTo>
                  <a:lnTo>
                    <a:pt x="56232" y="12768"/>
                  </a:lnTo>
                  <a:lnTo>
                    <a:pt x="56232" y="69586"/>
                  </a:lnTo>
                  <a:lnTo>
                    <a:pt x="12780" y="69586"/>
                  </a:lnTo>
                  <a:lnTo>
                    <a:pt x="12780" y="12768"/>
                  </a:lnTo>
                  <a:close/>
                </a:path>
              </a:pathLst>
            </a:custGeom>
            <a:solidFill>
              <a:srgbClr val="007CB0"/>
            </a:solidFill>
            <a:ln w="6390" cap="flat">
              <a:noFill/>
              <a:prstDash val="solid"/>
              <a:miter/>
            </a:ln>
          </p:spPr>
          <p:txBody>
            <a:bodyPr rtlCol="0" anchor="ctr"/>
            <a:lstStyle/>
            <a:p>
              <a:endParaRPr lang="en-US"/>
            </a:p>
          </p:txBody>
        </p:sp>
        <p:sp>
          <p:nvSpPr>
            <p:cNvPr id="836" name="Graphic 4">
              <a:extLst>
                <a:ext uri="{FF2B5EF4-FFF2-40B4-BE49-F238E27FC236}">
                  <a16:creationId xmlns:a16="http://schemas.microsoft.com/office/drawing/2014/main" id="{890DA445-87F9-7948-80B9-93810BAF8756}"/>
                </a:ext>
              </a:extLst>
            </p:cNvPr>
            <p:cNvSpPr/>
            <p:nvPr/>
          </p:nvSpPr>
          <p:spPr>
            <a:xfrm>
              <a:off x="1727838" y="4899869"/>
              <a:ext cx="40895" cy="40857"/>
            </a:xfrm>
            <a:custGeom>
              <a:avLst/>
              <a:gdLst>
                <a:gd name="connsiteX0" fmla="*/ 0 w 40895"/>
                <a:gd name="connsiteY0" fmla="*/ 20428 h 40857"/>
                <a:gd name="connsiteX1" fmla="*/ 20448 w 40895"/>
                <a:gd name="connsiteY1" fmla="*/ 40857 h 40857"/>
                <a:gd name="connsiteX2" fmla="*/ 40896 w 40895"/>
                <a:gd name="connsiteY2" fmla="*/ 20428 h 40857"/>
                <a:gd name="connsiteX3" fmla="*/ 20448 w 40895"/>
                <a:gd name="connsiteY3" fmla="*/ 0 h 40857"/>
                <a:gd name="connsiteX4" fmla="*/ 0 w 40895"/>
                <a:gd name="connsiteY4" fmla="*/ 20428 h 40857"/>
                <a:gd name="connsiteX5" fmla="*/ 20448 w 40895"/>
                <a:gd name="connsiteY5" fmla="*/ 12768 h 40857"/>
                <a:gd name="connsiteX6" fmla="*/ 28116 w 40895"/>
                <a:gd name="connsiteY6" fmla="*/ 20428 h 40857"/>
                <a:gd name="connsiteX7" fmla="*/ 20448 w 40895"/>
                <a:gd name="connsiteY7" fmla="*/ 28089 h 40857"/>
                <a:gd name="connsiteX8" fmla="*/ 12780 w 40895"/>
                <a:gd name="connsiteY8" fmla="*/ 20428 h 40857"/>
                <a:gd name="connsiteX9" fmla="*/ 20448 w 40895"/>
                <a:gd name="connsiteY9" fmla="*/ 12768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95" h="40857">
                  <a:moveTo>
                    <a:pt x="0" y="20428"/>
                  </a:moveTo>
                  <a:cubicBezTo>
                    <a:pt x="0" y="31920"/>
                    <a:pt x="8946" y="40857"/>
                    <a:pt x="20448" y="40857"/>
                  </a:cubicBezTo>
                  <a:cubicBezTo>
                    <a:pt x="31950" y="40857"/>
                    <a:pt x="40896" y="31920"/>
                    <a:pt x="40896" y="20428"/>
                  </a:cubicBezTo>
                  <a:cubicBezTo>
                    <a:pt x="40896" y="8937"/>
                    <a:pt x="31950" y="0"/>
                    <a:pt x="20448" y="0"/>
                  </a:cubicBezTo>
                  <a:cubicBezTo>
                    <a:pt x="8946" y="0"/>
                    <a:pt x="0" y="8937"/>
                    <a:pt x="0" y="20428"/>
                  </a:cubicBezTo>
                  <a:close/>
                  <a:moveTo>
                    <a:pt x="20448" y="12768"/>
                  </a:moveTo>
                  <a:cubicBezTo>
                    <a:pt x="24921" y="12768"/>
                    <a:pt x="28116" y="15960"/>
                    <a:pt x="28116" y="20428"/>
                  </a:cubicBezTo>
                  <a:cubicBezTo>
                    <a:pt x="28116" y="24897"/>
                    <a:pt x="24921" y="28089"/>
                    <a:pt x="20448" y="28089"/>
                  </a:cubicBezTo>
                  <a:cubicBezTo>
                    <a:pt x="15975" y="28089"/>
                    <a:pt x="12780" y="24897"/>
                    <a:pt x="12780" y="20428"/>
                  </a:cubicBezTo>
                  <a:cubicBezTo>
                    <a:pt x="12780" y="15960"/>
                    <a:pt x="15975" y="12768"/>
                    <a:pt x="20448" y="12768"/>
                  </a:cubicBezTo>
                  <a:close/>
                </a:path>
              </a:pathLst>
            </a:custGeom>
            <a:solidFill>
              <a:srgbClr val="007CB0"/>
            </a:solidFill>
            <a:ln w="6390" cap="flat">
              <a:noFill/>
              <a:prstDash val="solid"/>
              <a:miter/>
            </a:ln>
          </p:spPr>
          <p:txBody>
            <a:bodyPr rtlCol="0" anchor="ctr"/>
            <a:lstStyle/>
            <a:p>
              <a:endParaRPr lang="en-US"/>
            </a:p>
          </p:txBody>
        </p:sp>
        <p:sp>
          <p:nvSpPr>
            <p:cNvPr id="837" name="Graphic 4">
              <a:extLst>
                <a:ext uri="{FF2B5EF4-FFF2-40B4-BE49-F238E27FC236}">
                  <a16:creationId xmlns:a16="http://schemas.microsoft.com/office/drawing/2014/main" id="{504D90C1-8BF1-1848-9B6C-415624879654}"/>
                </a:ext>
              </a:extLst>
            </p:cNvPr>
            <p:cNvSpPr/>
            <p:nvPr/>
          </p:nvSpPr>
          <p:spPr>
            <a:xfrm>
              <a:off x="1610264" y="4899230"/>
              <a:ext cx="40895" cy="40857"/>
            </a:xfrm>
            <a:custGeom>
              <a:avLst/>
              <a:gdLst>
                <a:gd name="connsiteX0" fmla="*/ 20448 w 40895"/>
                <a:gd name="connsiteY0" fmla="*/ 40858 h 40857"/>
                <a:gd name="connsiteX1" fmla="*/ 40896 w 40895"/>
                <a:gd name="connsiteY1" fmla="*/ 20429 h 40857"/>
                <a:gd name="connsiteX2" fmla="*/ 20448 w 40895"/>
                <a:gd name="connsiteY2" fmla="*/ 0 h 40857"/>
                <a:gd name="connsiteX3" fmla="*/ 0 w 40895"/>
                <a:gd name="connsiteY3" fmla="*/ 20429 h 40857"/>
                <a:gd name="connsiteX4" fmla="*/ 20448 w 40895"/>
                <a:gd name="connsiteY4" fmla="*/ 40858 h 40857"/>
                <a:gd name="connsiteX5" fmla="*/ 20448 w 40895"/>
                <a:gd name="connsiteY5" fmla="*/ 13407 h 40857"/>
                <a:gd name="connsiteX6" fmla="*/ 28116 w 40895"/>
                <a:gd name="connsiteY6" fmla="*/ 21067 h 40857"/>
                <a:gd name="connsiteX7" fmla="*/ 20448 w 40895"/>
                <a:gd name="connsiteY7" fmla="*/ 28728 h 40857"/>
                <a:gd name="connsiteX8" fmla="*/ 12780 w 40895"/>
                <a:gd name="connsiteY8" fmla="*/ 21067 h 40857"/>
                <a:gd name="connsiteX9" fmla="*/ 20448 w 40895"/>
                <a:gd name="connsiteY9" fmla="*/ 13407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95" h="40857">
                  <a:moveTo>
                    <a:pt x="20448" y="40858"/>
                  </a:moveTo>
                  <a:cubicBezTo>
                    <a:pt x="31950" y="40858"/>
                    <a:pt x="40896" y="31920"/>
                    <a:pt x="40896" y="20429"/>
                  </a:cubicBezTo>
                  <a:cubicBezTo>
                    <a:pt x="40896" y="8938"/>
                    <a:pt x="31950" y="0"/>
                    <a:pt x="20448" y="0"/>
                  </a:cubicBezTo>
                  <a:cubicBezTo>
                    <a:pt x="8946" y="0"/>
                    <a:pt x="0" y="8938"/>
                    <a:pt x="0" y="20429"/>
                  </a:cubicBezTo>
                  <a:cubicBezTo>
                    <a:pt x="0" y="31920"/>
                    <a:pt x="8946" y="40858"/>
                    <a:pt x="20448" y="40858"/>
                  </a:cubicBezTo>
                  <a:close/>
                  <a:moveTo>
                    <a:pt x="20448" y="13407"/>
                  </a:moveTo>
                  <a:cubicBezTo>
                    <a:pt x="24921" y="13407"/>
                    <a:pt x="28116" y="16599"/>
                    <a:pt x="28116" y="21067"/>
                  </a:cubicBezTo>
                  <a:cubicBezTo>
                    <a:pt x="28116" y="25536"/>
                    <a:pt x="24921" y="28728"/>
                    <a:pt x="20448" y="28728"/>
                  </a:cubicBezTo>
                  <a:cubicBezTo>
                    <a:pt x="15975" y="28728"/>
                    <a:pt x="12780" y="25536"/>
                    <a:pt x="12780" y="21067"/>
                  </a:cubicBezTo>
                  <a:cubicBezTo>
                    <a:pt x="12780" y="16599"/>
                    <a:pt x="15975" y="13407"/>
                    <a:pt x="20448" y="13407"/>
                  </a:cubicBezTo>
                  <a:close/>
                </a:path>
              </a:pathLst>
            </a:custGeom>
            <a:solidFill>
              <a:srgbClr val="007CB0"/>
            </a:solidFill>
            <a:ln w="6390" cap="flat">
              <a:noFill/>
              <a:prstDash val="solid"/>
              <a:miter/>
            </a:ln>
          </p:spPr>
          <p:txBody>
            <a:bodyPr rtlCol="0" anchor="ctr"/>
            <a:lstStyle/>
            <a:p>
              <a:endParaRPr lang="en-US"/>
            </a:p>
          </p:txBody>
        </p:sp>
      </p:grpSp>
      <p:grpSp>
        <p:nvGrpSpPr>
          <p:cNvPr id="838" name="Graphic 4">
            <a:extLst>
              <a:ext uri="{FF2B5EF4-FFF2-40B4-BE49-F238E27FC236}">
                <a16:creationId xmlns:a16="http://schemas.microsoft.com/office/drawing/2014/main" id="{CDCBDD6A-32C6-B44D-B950-EE8F4907B134}"/>
              </a:ext>
            </a:extLst>
          </p:cNvPr>
          <p:cNvGrpSpPr/>
          <p:nvPr/>
        </p:nvGrpSpPr>
        <p:grpSpPr>
          <a:xfrm>
            <a:off x="2561086" y="4792617"/>
            <a:ext cx="361670" cy="361333"/>
            <a:chOff x="2561086" y="4792617"/>
            <a:chExt cx="361670" cy="361333"/>
          </a:xfrm>
          <a:solidFill>
            <a:srgbClr val="007CB0"/>
          </a:solidFill>
        </p:grpSpPr>
        <p:sp>
          <p:nvSpPr>
            <p:cNvPr id="839" name="Graphic 4">
              <a:extLst>
                <a:ext uri="{FF2B5EF4-FFF2-40B4-BE49-F238E27FC236}">
                  <a16:creationId xmlns:a16="http://schemas.microsoft.com/office/drawing/2014/main" id="{404F0A82-337E-C749-B223-97A6474CEDFB}"/>
                </a:ext>
              </a:extLst>
            </p:cNvPr>
            <p:cNvSpPr/>
            <p:nvPr/>
          </p:nvSpPr>
          <p:spPr>
            <a:xfrm>
              <a:off x="2561086"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4"/>
                    <a:pt x="180835" y="361334"/>
                  </a:cubicBezTo>
                  <a:cubicBezTo>
                    <a:pt x="280518" y="361334"/>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840" name="Graphic 4">
              <a:extLst>
                <a:ext uri="{FF2B5EF4-FFF2-40B4-BE49-F238E27FC236}">
                  <a16:creationId xmlns:a16="http://schemas.microsoft.com/office/drawing/2014/main" id="{57EE0AC5-5EF3-2F45-82BC-B1CFE9EB034D}"/>
                </a:ext>
              </a:extLst>
            </p:cNvPr>
            <p:cNvSpPr/>
            <p:nvPr/>
          </p:nvSpPr>
          <p:spPr>
            <a:xfrm>
              <a:off x="2655018" y="4950302"/>
              <a:ext cx="64789" cy="152577"/>
            </a:xfrm>
            <a:custGeom>
              <a:avLst/>
              <a:gdLst>
                <a:gd name="connsiteX0" fmla="*/ 44730 w 64789"/>
                <a:gd name="connsiteY0" fmla="*/ 4469 h 152577"/>
                <a:gd name="connsiteX1" fmla="*/ 38340 w 64789"/>
                <a:gd name="connsiteY1" fmla="*/ 0 h 152577"/>
                <a:gd name="connsiteX2" fmla="*/ 6390 w 64789"/>
                <a:gd name="connsiteY2" fmla="*/ 0 h 152577"/>
                <a:gd name="connsiteX3" fmla="*/ 0 w 64789"/>
                <a:gd name="connsiteY3" fmla="*/ 6384 h 152577"/>
                <a:gd name="connsiteX4" fmla="*/ 0 w 64789"/>
                <a:gd name="connsiteY4" fmla="*/ 81077 h 152577"/>
                <a:gd name="connsiteX5" fmla="*/ 6390 w 64789"/>
                <a:gd name="connsiteY5" fmla="*/ 87461 h 152577"/>
                <a:gd name="connsiteX6" fmla="*/ 13419 w 64789"/>
                <a:gd name="connsiteY6" fmla="*/ 87461 h 152577"/>
                <a:gd name="connsiteX7" fmla="*/ 13419 w 64789"/>
                <a:gd name="connsiteY7" fmla="*/ 146193 h 152577"/>
                <a:gd name="connsiteX8" fmla="*/ 19809 w 64789"/>
                <a:gd name="connsiteY8" fmla="*/ 152577 h 152577"/>
                <a:gd name="connsiteX9" fmla="*/ 26199 w 64789"/>
                <a:gd name="connsiteY9" fmla="*/ 146193 h 152577"/>
                <a:gd name="connsiteX10" fmla="*/ 26199 w 64789"/>
                <a:gd name="connsiteY10" fmla="*/ 87461 h 152577"/>
                <a:gd name="connsiteX11" fmla="*/ 40257 w 64789"/>
                <a:gd name="connsiteY11" fmla="*/ 87461 h 152577"/>
                <a:gd name="connsiteX12" fmla="*/ 40257 w 64789"/>
                <a:gd name="connsiteY12" fmla="*/ 146193 h 152577"/>
                <a:gd name="connsiteX13" fmla="*/ 46646 w 64789"/>
                <a:gd name="connsiteY13" fmla="*/ 152577 h 152577"/>
                <a:gd name="connsiteX14" fmla="*/ 53036 w 64789"/>
                <a:gd name="connsiteY14" fmla="*/ 146193 h 152577"/>
                <a:gd name="connsiteX15" fmla="*/ 53036 w 64789"/>
                <a:gd name="connsiteY15" fmla="*/ 87461 h 152577"/>
                <a:gd name="connsiteX16" fmla="*/ 58148 w 64789"/>
                <a:gd name="connsiteY16" fmla="*/ 87461 h 152577"/>
                <a:gd name="connsiteX17" fmla="*/ 63260 w 64789"/>
                <a:gd name="connsiteY17" fmla="*/ 84907 h 152577"/>
                <a:gd name="connsiteX18" fmla="*/ 64538 w 64789"/>
                <a:gd name="connsiteY18" fmla="*/ 79162 h 152577"/>
                <a:gd name="connsiteX19" fmla="*/ 44730 w 64789"/>
                <a:gd name="connsiteY19" fmla="*/ 4469 h 152577"/>
                <a:gd name="connsiteX20" fmla="*/ 13419 w 64789"/>
                <a:gd name="connsiteY20" fmla="*/ 12130 h 152577"/>
                <a:gd name="connsiteX21" fmla="*/ 33867 w 64789"/>
                <a:gd name="connsiteY21" fmla="*/ 12130 h 152577"/>
                <a:gd name="connsiteX22" fmla="*/ 50480 w 64789"/>
                <a:gd name="connsiteY22" fmla="*/ 74054 h 152577"/>
                <a:gd name="connsiteX23" fmla="*/ 13419 w 64789"/>
                <a:gd name="connsiteY23" fmla="*/ 74054 h 152577"/>
                <a:gd name="connsiteX24" fmla="*/ 13419 w 64789"/>
                <a:gd name="connsiteY24" fmla="*/ 12130 h 15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789" h="152577">
                  <a:moveTo>
                    <a:pt x="44730" y="4469"/>
                  </a:moveTo>
                  <a:cubicBezTo>
                    <a:pt x="44091" y="1915"/>
                    <a:pt x="41535" y="0"/>
                    <a:pt x="38340" y="0"/>
                  </a:cubicBezTo>
                  <a:lnTo>
                    <a:pt x="6390" y="0"/>
                  </a:lnTo>
                  <a:cubicBezTo>
                    <a:pt x="2556" y="0"/>
                    <a:pt x="0" y="2554"/>
                    <a:pt x="0" y="6384"/>
                  </a:cubicBezTo>
                  <a:lnTo>
                    <a:pt x="0" y="81077"/>
                  </a:lnTo>
                  <a:cubicBezTo>
                    <a:pt x="0" y="84907"/>
                    <a:pt x="2556" y="87461"/>
                    <a:pt x="6390" y="87461"/>
                  </a:cubicBezTo>
                  <a:lnTo>
                    <a:pt x="13419" y="87461"/>
                  </a:lnTo>
                  <a:lnTo>
                    <a:pt x="13419" y="146193"/>
                  </a:lnTo>
                  <a:cubicBezTo>
                    <a:pt x="13419" y="150024"/>
                    <a:pt x="15975" y="152577"/>
                    <a:pt x="19809" y="152577"/>
                  </a:cubicBezTo>
                  <a:cubicBezTo>
                    <a:pt x="23643" y="152577"/>
                    <a:pt x="26199" y="150024"/>
                    <a:pt x="26199" y="146193"/>
                  </a:cubicBezTo>
                  <a:lnTo>
                    <a:pt x="26199" y="87461"/>
                  </a:lnTo>
                  <a:lnTo>
                    <a:pt x="40257" y="87461"/>
                  </a:lnTo>
                  <a:lnTo>
                    <a:pt x="40257" y="146193"/>
                  </a:lnTo>
                  <a:cubicBezTo>
                    <a:pt x="40257" y="150024"/>
                    <a:pt x="42813" y="152577"/>
                    <a:pt x="46646" y="152577"/>
                  </a:cubicBezTo>
                  <a:cubicBezTo>
                    <a:pt x="50480" y="152577"/>
                    <a:pt x="53036" y="150024"/>
                    <a:pt x="53036" y="146193"/>
                  </a:cubicBezTo>
                  <a:lnTo>
                    <a:pt x="53036" y="87461"/>
                  </a:lnTo>
                  <a:lnTo>
                    <a:pt x="58148" y="87461"/>
                  </a:lnTo>
                  <a:cubicBezTo>
                    <a:pt x="60065" y="87461"/>
                    <a:pt x="61982" y="86822"/>
                    <a:pt x="63260" y="84907"/>
                  </a:cubicBezTo>
                  <a:cubicBezTo>
                    <a:pt x="64538" y="83630"/>
                    <a:pt x="65177" y="81077"/>
                    <a:pt x="64538" y="79162"/>
                  </a:cubicBezTo>
                  <a:lnTo>
                    <a:pt x="44730" y="4469"/>
                  </a:lnTo>
                  <a:close/>
                  <a:moveTo>
                    <a:pt x="13419" y="12130"/>
                  </a:moveTo>
                  <a:lnTo>
                    <a:pt x="33867" y="12130"/>
                  </a:lnTo>
                  <a:lnTo>
                    <a:pt x="50480" y="74054"/>
                  </a:lnTo>
                  <a:lnTo>
                    <a:pt x="13419" y="74054"/>
                  </a:lnTo>
                  <a:lnTo>
                    <a:pt x="13419" y="12130"/>
                  </a:lnTo>
                  <a:close/>
                </a:path>
              </a:pathLst>
            </a:custGeom>
            <a:solidFill>
              <a:srgbClr val="007CB0"/>
            </a:solidFill>
            <a:ln w="6390" cap="flat">
              <a:noFill/>
              <a:prstDash val="solid"/>
              <a:miter/>
            </a:ln>
          </p:spPr>
          <p:txBody>
            <a:bodyPr rtlCol="0" anchor="ctr"/>
            <a:lstStyle/>
            <a:p>
              <a:endParaRPr lang="en-US"/>
            </a:p>
          </p:txBody>
        </p:sp>
        <p:sp>
          <p:nvSpPr>
            <p:cNvPr id="841" name="Graphic 4">
              <a:extLst>
                <a:ext uri="{FF2B5EF4-FFF2-40B4-BE49-F238E27FC236}">
                  <a16:creationId xmlns:a16="http://schemas.microsoft.com/office/drawing/2014/main" id="{9D4DE1AE-D002-604E-9608-ED5B992B3A7F}"/>
                </a:ext>
              </a:extLst>
            </p:cNvPr>
            <p:cNvSpPr/>
            <p:nvPr/>
          </p:nvSpPr>
          <p:spPr>
            <a:xfrm>
              <a:off x="2693997" y="4845605"/>
              <a:ext cx="93374" cy="83630"/>
            </a:xfrm>
            <a:custGeom>
              <a:avLst/>
              <a:gdLst>
                <a:gd name="connsiteX0" fmla="*/ 85625 w 93374"/>
                <a:gd name="connsiteY0" fmla="*/ 8299 h 83630"/>
                <a:gd name="connsiteX1" fmla="*/ 66455 w 93374"/>
                <a:gd name="connsiteY1" fmla="*/ 0 h 83630"/>
                <a:gd name="connsiteX2" fmla="*/ 47285 w 93374"/>
                <a:gd name="connsiteY2" fmla="*/ 8299 h 83630"/>
                <a:gd name="connsiteX3" fmla="*/ 46646 w 93374"/>
                <a:gd name="connsiteY3" fmla="*/ 8937 h 83630"/>
                <a:gd name="connsiteX4" fmla="*/ 46007 w 93374"/>
                <a:gd name="connsiteY4" fmla="*/ 8299 h 83630"/>
                <a:gd name="connsiteX5" fmla="*/ 26838 w 93374"/>
                <a:gd name="connsiteY5" fmla="*/ 0 h 83630"/>
                <a:gd name="connsiteX6" fmla="*/ 7668 w 93374"/>
                <a:gd name="connsiteY6" fmla="*/ 8299 h 83630"/>
                <a:gd name="connsiteX7" fmla="*/ 7668 w 93374"/>
                <a:gd name="connsiteY7" fmla="*/ 47241 h 83630"/>
                <a:gd name="connsiteX8" fmla="*/ 40257 w 93374"/>
                <a:gd name="connsiteY8" fmla="*/ 81076 h 83630"/>
                <a:gd name="connsiteX9" fmla="*/ 46646 w 93374"/>
                <a:gd name="connsiteY9" fmla="*/ 83630 h 83630"/>
                <a:gd name="connsiteX10" fmla="*/ 47285 w 93374"/>
                <a:gd name="connsiteY10" fmla="*/ 83630 h 83630"/>
                <a:gd name="connsiteX11" fmla="*/ 53675 w 93374"/>
                <a:gd name="connsiteY11" fmla="*/ 81076 h 83630"/>
                <a:gd name="connsiteX12" fmla="*/ 86264 w 93374"/>
                <a:gd name="connsiteY12" fmla="*/ 47241 h 83630"/>
                <a:gd name="connsiteX13" fmla="*/ 85625 w 93374"/>
                <a:gd name="connsiteY13" fmla="*/ 8299 h 83630"/>
                <a:gd name="connsiteX14" fmla="*/ 76679 w 93374"/>
                <a:gd name="connsiteY14" fmla="*/ 38942 h 83630"/>
                <a:gd name="connsiteX15" fmla="*/ 46646 w 93374"/>
                <a:gd name="connsiteY15" fmla="*/ 70224 h 83630"/>
                <a:gd name="connsiteX16" fmla="*/ 16614 w 93374"/>
                <a:gd name="connsiteY16" fmla="*/ 38942 h 83630"/>
                <a:gd name="connsiteX17" fmla="*/ 16614 w 93374"/>
                <a:gd name="connsiteY17" fmla="*/ 17875 h 83630"/>
                <a:gd name="connsiteX18" fmla="*/ 26838 w 93374"/>
                <a:gd name="connsiteY18" fmla="*/ 13406 h 83630"/>
                <a:gd name="connsiteX19" fmla="*/ 37062 w 93374"/>
                <a:gd name="connsiteY19" fmla="*/ 17875 h 83630"/>
                <a:gd name="connsiteX20" fmla="*/ 47285 w 93374"/>
                <a:gd name="connsiteY20" fmla="*/ 28089 h 83630"/>
                <a:gd name="connsiteX21" fmla="*/ 57509 w 93374"/>
                <a:gd name="connsiteY21" fmla="*/ 17875 h 83630"/>
                <a:gd name="connsiteX22" fmla="*/ 77318 w 93374"/>
                <a:gd name="connsiteY22" fmla="*/ 17875 h 83630"/>
                <a:gd name="connsiteX23" fmla="*/ 76679 w 93374"/>
                <a:gd name="connsiteY23" fmla="*/ 38942 h 83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374" h="83630">
                  <a:moveTo>
                    <a:pt x="85625" y="8299"/>
                  </a:moveTo>
                  <a:cubicBezTo>
                    <a:pt x="80513" y="3192"/>
                    <a:pt x="73484" y="0"/>
                    <a:pt x="66455" y="0"/>
                  </a:cubicBezTo>
                  <a:cubicBezTo>
                    <a:pt x="59426" y="0"/>
                    <a:pt x="52397" y="3192"/>
                    <a:pt x="47285" y="8299"/>
                  </a:cubicBezTo>
                  <a:lnTo>
                    <a:pt x="46646" y="8937"/>
                  </a:lnTo>
                  <a:lnTo>
                    <a:pt x="46007" y="8299"/>
                  </a:lnTo>
                  <a:cubicBezTo>
                    <a:pt x="40896" y="3192"/>
                    <a:pt x="33867" y="0"/>
                    <a:pt x="26838" y="0"/>
                  </a:cubicBezTo>
                  <a:cubicBezTo>
                    <a:pt x="19809" y="0"/>
                    <a:pt x="12780" y="3192"/>
                    <a:pt x="7668" y="8299"/>
                  </a:cubicBezTo>
                  <a:cubicBezTo>
                    <a:pt x="-2556" y="19152"/>
                    <a:pt x="-2556" y="36388"/>
                    <a:pt x="7668" y="47241"/>
                  </a:cubicBezTo>
                  <a:lnTo>
                    <a:pt x="40257" y="81076"/>
                  </a:lnTo>
                  <a:cubicBezTo>
                    <a:pt x="42174" y="82992"/>
                    <a:pt x="44091" y="83630"/>
                    <a:pt x="46646" y="83630"/>
                  </a:cubicBezTo>
                  <a:lnTo>
                    <a:pt x="47285" y="83630"/>
                  </a:lnTo>
                  <a:cubicBezTo>
                    <a:pt x="49841" y="83630"/>
                    <a:pt x="52397" y="82353"/>
                    <a:pt x="53675" y="81076"/>
                  </a:cubicBezTo>
                  <a:lnTo>
                    <a:pt x="86264" y="47241"/>
                  </a:lnTo>
                  <a:cubicBezTo>
                    <a:pt x="95849" y="37027"/>
                    <a:pt x="95849" y="19152"/>
                    <a:pt x="85625" y="8299"/>
                  </a:cubicBezTo>
                  <a:close/>
                  <a:moveTo>
                    <a:pt x="76679" y="38942"/>
                  </a:moveTo>
                  <a:lnTo>
                    <a:pt x="46646" y="70224"/>
                  </a:lnTo>
                  <a:lnTo>
                    <a:pt x="16614" y="38942"/>
                  </a:lnTo>
                  <a:cubicBezTo>
                    <a:pt x="10863" y="33196"/>
                    <a:pt x="10863" y="23620"/>
                    <a:pt x="16614" y="17875"/>
                  </a:cubicBezTo>
                  <a:cubicBezTo>
                    <a:pt x="19170" y="15321"/>
                    <a:pt x="23004" y="13406"/>
                    <a:pt x="26838" y="13406"/>
                  </a:cubicBezTo>
                  <a:cubicBezTo>
                    <a:pt x="30672" y="13406"/>
                    <a:pt x="33867" y="14683"/>
                    <a:pt x="37062" y="17875"/>
                  </a:cubicBezTo>
                  <a:lnTo>
                    <a:pt x="47285" y="28089"/>
                  </a:lnTo>
                  <a:lnTo>
                    <a:pt x="57509" y="17875"/>
                  </a:lnTo>
                  <a:cubicBezTo>
                    <a:pt x="62621" y="12129"/>
                    <a:pt x="72206" y="12129"/>
                    <a:pt x="77318" y="17875"/>
                  </a:cubicBezTo>
                  <a:cubicBezTo>
                    <a:pt x="82430" y="22982"/>
                    <a:pt x="82430" y="32558"/>
                    <a:pt x="76679" y="38942"/>
                  </a:cubicBezTo>
                  <a:close/>
                </a:path>
              </a:pathLst>
            </a:custGeom>
            <a:solidFill>
              <a:srgbClr val="007CB0"/>
            </a:solidFill>
            <a:ln w="6390" cap="flat">
              <a:noFill/>
              <a:prstDash val="solid"/>
              <a:miter/>
            </a:ln>
          </p:spPr>
          <p:txBody>
            <a:bodyPr rtlCol="0" anchor="ctr"/>
            <a:lstStyle/>
            <a:p>
              <a:endParaRPr lang="en-US"/>
            </a:p>
          </p:txBody>
        </p:sp>
        <p:sp>
          <p:nvSpPr>
            <p:cNvPr id="842" name="Graphic 4">
              <a:extLst>
                <a:ext uri="{FF2B5EF4-FFF2-40B4-BE49-F238E27FC236}">
                  <a16:creationId xmlns:a16="http://schemas.microsoft.com/office/drawing/2014/main" id="{632BC37C-7F10-CA46-BB07-E94DBA0CA35A}"/>
                </a:ext>
              </a:extLst>
            </p:cNvPr>
            <p:cNvSpPr/>
            <p:nvPr/>
          </p:nvSpPr>
          <p:spPr>
            <a:xfrm>
              <a:off x="2657574" y="4899869"/>
              <a:ext cx="40895" cy="40857"/>
            </a:xfrm>
            <a:custGeom>
              <a:avLst/>
              <a:gdLst>
                <a:gd name="connsiteX0" fmla="*/ 20448 w 40895"/>
                <a:gd name="connsiteY0" fmla="*/ 40857 h 40857"/>
                <a:gd name="connsiteX1" fmla="*/ 40896 w 40895"/>
                <a:gd name="connsiteY1" fmla="*/ 20428 h 40857"/>
                <a:gd name="connsiteX2" fmla="*/ 20448 w 40895"/>
                <a:gd name="connsiteY2" fmla="*/ 0 h 40857"/>
                <a:gd name="connsiteX3" fmla="*/ 0 w 40895"/>
                <a:gd name="connsiteY3" fmla="*/ 20428 h 40857"/>
                <a:gd name="connsiteX4" fmla="*/ 20448 w 40895"/>
                <a:gd name="connsiteY4" fmla="*/ 40857 h 40857"/>
                <a:gd name="connsiteX5" fmla="*/ 20448 w 40895"/>
                <a:gd name="connsiteY5" fmla="*/ 12768 h 40857"/>
                <a:gd name="connsiteX6" fmla="*/ 28116 w 40895"/>
                <a:gd name="connsiteY6" fmla="*/ 20428 h 40857"/>
                <a:gd name="connsiteX7" fmla="*/ 20448 w 40895"/>
                <a:gd name="connsiteY7" fmla="*/ 28089 h 40857"/>
                <a:gd name="connsiteX8" fmla="*/ 12780 w 40895"/>
                <a:gd name="connsiteY8" fmla="*/ 20428 h 40857"/>
                <a:gd name="connsiteX9" fmla="*/ 20448 w 40895"/>
                <a:gd name="connsiteY9" fmla="*/ 12768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95" h="40857">
                  <a:moveTo>
                    <a:pt x="20448" y="40857"/>
                  </a:moveTo>
                  <a:cubicBezTo>
                    <a:pt x="31950" y="40857"/>
                    <a:pt x="40896" y="31920"/>
                    <a:pt x="40896" y="20428"/>
                  </a:cubicBezTo>
                  <a:cubicBezTo>
                    <a:pt x="40896" y="8937"/>
                    <a:pt x="31950" y="0"/>
                    <a:pt x="20448" y="0"/>
                  </a:cubicBezTo>
                  <a:cubicBezTo>
                    <a:pt x="8946" y="0"/>
                    <a:pt x="0" y="8937"/>
                    <a:pt x="0" y="20428"/>
                  </a:cubicBezTo>
                  <a:cubicBezTo>
                    <a:pt x="0" y="31920"/>
                    <a:pt x="8946" y="40857"/>
                    <a:pt x="20448" y="40857"/>
                  </a:cubicBezTo>
                  <a:close/>
                  <a:moveTo>
                    <a:pt x="20448" y="12768"/>
                  </a:moveTo>
                  <a:cubicBezTo>
                    <a:pt x="24921" y="12768"/>
                    <a:pt x="28116" y="15960"/>
                    <a:pt x="28116" y="20428"/>
                  </a:cubicBezTo>
                  <a:cubicBezTo>
                    <a:pt x="28116" y="24897"/>
                    <a:pt x="24921" y="28089"/>
                    <a:pt x="20448" y="28089"/>
                  </a:cubicBezTo>
                  <a:cubicBezTo>
                    <a:pt x="15975" y="28089"/>
                    <a:pt x="12780" y="24897"/>
                    <a:pt x="12780" y="20428"/>
                  </a:cubicBezTo>
                  <a:cubicBezTo>
                    <a:pt x="12780" y="15960"/>
                    <a:pt x="15975" y="12768"/>
                    <a:pt x="20448" y="12768"/>
                  </a:cubicBezTo>
                  <a:close/>
                </a:path>
              </a:pathLst>
            </a:custGeom>
            <a:solidFill>
              <a:srgbClr val="007CB0"/>
            </a:solidFill>
            <a:ln w="6390" cap="flat">
              <a:noFill/>
              <a:prstDash val="solid"/>
              <a:miter/>
            </a:ln>
          </p:spPr>
          <p:txBody>
            <a:bodyPr rtlCol="0" anchor="ctr"/>
            <a:lstStyle/>
            <a:p>
              <a:endParaRPr lang="en-US"/>
            </a:p>
          </p:txBody>
        </p:sp>
        <p:sp>
          <p:nvSpPr>
            <p:cNvPr id="843" name="Graphic 4">
              <a:extLst>
                <a:ext uri="{FF2B5EF4-FFF2-40B4-BE49-F238E27FC236}">
                  <a16:creationId xmlns:a16="http://schemas.microsoft.com/office/drawing/2014/main" id="{E16BBB1E-B807-834D-A3F6-63D49939EBDE}"/>
                </a:ext>
              </a:extLst>
            </p:cNvPr>
            <p:cNvSpPr/>
            <p:nvPr/>
          </p:nvSpPr>
          <p:spPr>
            <a:xfrm>
              <a:off x="2777066" y="4899230"/>
              <a:ext cx="40895" cy="40857"/>
            </a:xfrm>
            <a:custGeom>
              <a:avLst/>
              <a:gdLst>
                <a:gd name="connsiteX0" fmla="*/ 0 w 40895"/>
                <a:gd name="connsiteY0" fmla="*/ 20429 h 40857"/>
                <a:gd name="connsiteX1" fmla="*/ 20448 w 40895"/>
                <a:gd name="connsiteY1" fmla="*/ 40858 h 40857"/>
                <a:gd name="connsiteX2" fmla="*/ 40896 w 40895"/>
                <a:gd name="connsiteY2" fmla="*/ 20429 h 40857"/>
                <a:gd name="connsiteX3" fmla="*/ 20448 w 40895"/>
                <a:gd name="connsiteY3" fmla="*/ 0 h 40857"/>
                <a:gd name="connsiteX4" fmla="*/ 0 w 40895"/>
                <a:gd name="connsiteY4" fmla="*/ 20429 h 40857"/>
                <a:gd name="connsiteX5" fmla="*/ 21087 w 40895"/>
                <a:gd name="connsiteY5" fmla="*/ 12768 h 40857"/>
                <a:gd name="connsiteX6" fmla="*/ 28755 w 40895"/>
                <a:gd name="connsiteY6" fmla="*/ 20429 h 40857"/>
                <a:gd name="connsiteX7" fmla="*/ 21087 w 40895"/>
                <a:gd name="connsiteY7" fmla="*/ 28090 h 40857"/>
                <a:gd name="connsiteX8" fmla="*/ 13419 w 40895"/>
                <a:gd name="connsiteY8" fmla="*/ 20429 h 40857"/>
                <a:gd name="connsiteX9" fmla="*/ 21087 w 40895"/>
                <a:gd name="connsiteY9" fmla="*/ 12768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95" h="40857">
                  <a:moveTo>
                    <a:pt x="0" y="20429"/>
                  </a:moveTo>
                  <a:cubicBezTo>
                    <a:pt x="0" y="31920"/>
                    <a:pt x="8946" y="40858"/>
                    <a:pt x="20448" y="40858"/>
                  </a:cubicBezTo>
                  <a:cubicBezTo>
                    <a:pt x="31950" y="40858"/>
                    <a:pt x="40896" y="31920"/>
                    <a:pt x="40896" y="20429"/>
                  </a:cubicBezTo>
                  <a:cubicBezTo>
                    <a:pt x="40896" y="8938"/>
                    <a:pt x="31950" y="0"/>
                    <a:pt x="20448" y="0"/>
                  </a:cubicBezTo>
                  <a:cubicBezTo>
                    <a:pt x="8946" y="0"/>
                    <a:pt x="0" y="8938"/>
                    <a:pt x="0" y="20429"/>
                  </a:cubicBezTo>
                  <a:close/>
                  <a:moveTo>
                    <a:pt x="21087" y="12768"/>
                  </a:moveTo>
                  <a:cubicBezTo>
                    <a:pt x="25560" y="12768"/>
                    <a:pt x="28755" y="15960"/>
                    <a:pt x="28755" y="20429"/>
                  </a:cubicBezTo>
                  <a:cubicBezTo>
                    <a:pt x="28755" y="24898"/>
                    <a:pt x="25560" y="28090"/>
                    <a:pt x="21087" y="28090"/>
                  </a:cubicBezTo>
                  <a:cubicBezTo>
                    <a:pt x="16614" y="28090"/>
                    <a:pt x="13419" y="24898"/>
                    <a:pt x="13419" y="20429"/>
                  </a:cubicBezTo>
                  <a:cubicBezTo>
                    <a:pt x="13419" y="15960"/>
                    <a:pt x="16614" y="12768"/>
                    <a:pt x="21087" y="12768"/>
                  </a:cubicBezTo>
                  <a:close/>
                </a:path>
              </a:pathLst>
            </a:custGeom>
            <a:solidFill>
              <a:srgbClr val="007CB0"/>
            </a:solidFill>
            <a:ln w="6390" cap="flat">
              <a:noFill/>
              <a:prstDash val="solid"/>
              <a:miter/>
            </a:ln>
          </p:spPr>
          <p:txBody>
            <a:bodyPr rtlCol="0" anchor="ctr"/>
            <a:lstStyle/>
            <a:p>
              <a:endParaRPr lang="en-US"/>
            </a:p>
          </p:txBody>
        </p:sp>
        <p:sp>
          <p:nvSpPr>
            <p:cNvPr id="844" name="Graphic 4">
              <a:extLst>
                <a:ext uri="{FF2B5EF4-FFF2-40B4-BE49-F238E27FC236}">
                  <a16:creationId xmlns:a16="http://schemas.microsoft.com/office/drawing/2014/main" id="{2E531775-A58D-0C4A-84A4-5B458F9E5DFA}"/>
                </a:ext>
              </a:extLst>
            </p:cNvPr>
            <p:cNvSpPr/>
            <p:nvPr/>
          </p:nvSpPr>
          <p:spPr>
            <a:xfrm>
              <a:off x="2767231" y="4947749"/>
              <a:ext cx="60566" cy="156407"/>
            </a:xfrm>
            <a:custGeom>
              <a:avLst/>
              <a:gdLst>
                <a:gd name="connsiteX0" fmla="*/ 37951 w 60566"/>
                <a:gd name="connsiteY0" fmla="*/ 0 h 156407"/>
                <a:gd name="connsiteX1" fmla="*/ 22615 w 60566"/>
                <a:gd name="connsiteY1" fmla="*/ 0 h 156407"/>
                <a:gd name="connsiteX2" fmla="*/ 16226 w 60566"/>
                <a:gd name="connsiteY2" fmla="*/ 5107 h 156407"/>
                <a:gd name="connsiteX3" fmla="*/ 251 w 60566"/>
                <a:gd name="connsiteY3" fmla="*/ 82353 h 156407"/>
                <a:gd name="connsiteX4" fmla="*/ 1529 w 60566"/>
                <a:gd name="connsiteY4" fmla="*/ 87460 h 156407"/>
                <a:gd name="connsiteX5" fmla="*/ 6641 w 60566"/>
                <a:gd name="connsiteY5" fmla="*/ 90014 h 156407"/>
                <a:gd name="connsiteX6" fmla="*/ 7919 w 60566"/>
                <a:gd name="connsiteY6" fmla="*/ 90014 h 156407"/>
                <a:gd name="connsiteX7" fmla="*/ 7919 w 60566"/>
                <a:gd name="connsiteY7" fmla="*/ 150024 h 156407"/>
                <a:gd name="connsiteX8" fmla="*/ 14308 w 60566"/>
                <a:gd name="connsiteY8" fmla="*/ 156408 h 156407"/>
                <a:gd name="connsiteX9" fmla="*/ 20698 w 60566"/>
                <a:gd name="connsiteY9" fmla="*/ 150024 h 156407"/>
                <a:gd name="connsiteX10" fmla="*/ 20698 w 60566"/>
                <a:gd name="connsiteY10" fmla="*/ 90014 h 156407"/>
                <a:gd name="connsiteX11" fmla="*/ 39868 w 60566"/>
                <a:gd name="connsiteY11" fmla="*/ 90014 h 156407"/>
                <a:gd name="connsiteX12" fmla="*/ 39868 w 60566"/>
                <a:gd name="connsiteY12" fmla="*/ 150024 h 156407"/>
                <a:gd name="connsiteX13" fmla="*/ 46258 w 60566"/>
                <a:gd name="connsiteY13" fmla="*/ 156408 h 156407"/>
                <a:gd name="connsiteX14" fmla="*/ 52648 w 60566"/>
                <a:gd name="connsiteY14" fmla="*/ 150024 h 156407"/>
                <a:gd name="connsiteX15" fmla="*/ 52648 w 60566"/>
                <a:gd name="connsiteY15" fmla="*/ 90014 h 156407"/>
                <a:gd name="connsiteX16" fmla="*/ 53926 w 60566"/>
                <a:gd name="connsiteY16" fmla="*/ 90014 h 156407"/>
                <a:gd name="connsiteX17" fmla="*/ 59038 w 60566"/>
                <a:gd name="connsiteY17" fmla="*/ 87460 h 156407"/>
                <a:gd name="connsiteX18" fmla="*/ 60316 w 60566"/>
                <a:gd name="connsiteY18" fmla="*/ 82353 h 156407"/>
                <a:gd name="connsiteX19" fmla="*/ 44341 w 60566"/>
                <a:gd name="connsiteY19" fmla="*/ 5107 h 156407"/>
                <a:gd name="connsiteX20" fmla="*/ 37951 w 60566"/>
                <a:gd name="connsiteY20" fmla="*/ 0 h 156407"/>
                <a:gd name="connsiteX21" fmla="*/ 14947 w 60566"/>
                <a:gd name="connsiteY21" fmla="*/ 77246 h 156407"/>
                <a:gd name="connsiteX22" fmla="*/ 28366 w 60566"/>
                <a:gd name="connsiteY22" fmla="*/ 12768 h 156407"/>
                <a:gd name="connsiteX23" fmla="*/ 33478 w 60566"/>
                <a:gd name="connsiteY23" fmla="*/ 12768 h 156407"/>
                <a:gd name="connsiteX24" fmla="*/ 46897 w 60566"/>
                <a:gd name="connsiteY24" fmla="*/ 77246 h 156407"/>
                <a:gd name="connsiteX25" fmla="*/ 14947 w 60566"/>
                <a:gd name="connsiteY25" fmla="*/ 77246 h 156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0566" h="156407">
                  <a:moveTo>
                    <a:pt x="37951" y="0"/>
                  </a:moveTo>
                  <a:lnTo>
                    <a:pt x="22615" y="0"/>
                  </a:lnTo>
                  <a:cubicBezTo>
                    <a:pt x="19421" y="0"/>
                    <a:pt x="16865" y="1915"/>
                    <a:pt x="16226" y="5107"/>
                  </a:cubicBezTo>
                  <a:lnTo>
                    <a:pt x="251" y="82353"/>
                  </a:lnTo>
                  <a:cubicBezTo>
                    <a:pt x="-388" y="84268"/>
                    <a:pt x="251" y="86184"/>
                    <a:pt x="1529" y="87460"/>
                  </a:cubicBezTo>
                  <a:cubicBezTo>
                    <a:pt x="2807" y="88737"/>
                    <a:pt x="4724" y="90014"/>
                    <a:pt x="6641" y="90014"/>
                  </a:cubicBezTo>
                  <a:lnTo>
                    <a:pt x="7919" y="90014"/>
                  </a:lnTo>
                  <a:lnTo>
                    <a:pt x="7919" y="150024"/>
                  </a:lnTo>
                  <a:cubicBezTo>
                    <a:pt x="7919" y="153854"/>
                    <a:pt x="10475" y="156408"/>
                    <a:pt x="14308" y="156408"/>
                  </a:cubicBezTo>
                  <a:cubicBezTo>
                    <a:pt x="18142" y="156408"/>
                    <a:pt x="20698" y="153854"/>
                    <a:pt x="20698" y="150024"/>
                  </a:cubicBezTo>
                  <a:lnTo>
                    <a:pt x="20698" y="90014"/>
                  </a:lnTo>
                  <a:lnTo>
                    <a:pt x="39868" y="90014"/>
                  </a:lnTo>
                  <a:lnTo>
                    <a:pt x="39868" y="150024"/>
                  </a:lnTo>
                  <a:cubicBezTo>
                    <a:pt x="39868" y="153854"/>
                    <a:pt x="42424" y="156408"/>
                    <a:pt x="46258" y="156408"/>
                  </a:cubicBezTo>
                  <a:cubicBezTo>
                    <a:pt x="50092" y="156408"/>
                    <a:pt x="52648" y="153854"/>
                    <a:pt x="52648" y="150024"/>
                  </a:cubicBezTo>
                  <a:lnTo>
                    <a:pt x="52648" y="90014"/>
                  </a:lnTo>
                  <a:lnTo>
                    <a:pt x="53926" y="90014"/>
                  </a:lnTo>
                  <a:cubicBezTo>
                    <a:pt x="55843" y="90014"/>
                    <a:pt x="57760" y="89376"/>
                    <a:pt x="59038" y="87460"/>
                  </a:cubicBezTo>
                  <a:cubicBezTo>
                    <a:pt x="60316" y="86184"/>
                    <a:pt x="60955" y="84268"/>
                    <a:pt x="60316" y="82353"/>
                  </a:cubicBezTo>
                  <a:lnTo>
                    <a:pt x="44341" y="5107"/>
                  </a:lnTo>
                  <a:cubicBezTo>
                    <a:pt x="43702" y="1915"/>
                    <a:pt x="41146" y="0"/>
                    <a:pt x="37951" y="0"/>
                  </a:cubicBezTo>
                  <a:close/>
                  <a:moveTo>
                    <a:pt x="14947" y="77246"/>
                  </a:moveTo>
                  <a:lnTo>
                    <a:pt x="28366" y="12768"/>
                  </a:lnTo>
                  <a:lnTo>
                    <a:pt x="33478" y="12768"/>
                  </a:lnTo>
                  <a:lnTo>
                    <a:pt x="46897" y="77246"/>
                  </a:lnTo>
                  <a:lnTo>
                    <a:pt x="14947" y="77246"/>
                  </a:lnTo>
                  <a:close/>
                </a:path>
              </a:pathLst>
            </a:custGeom>
            <a:solidFill>
              <a:srgbClr val="007CB0"/>
            </a:solidFill>
            <a:ln w="6390" cap="flat">
              <a:noFill/>
              <a:prstDash val="solid"/>
              <a:miter/>
            </a:ln>
          </p:spPr>
          <p:txBody>
            <a:bodyPr rtlCol="0" anchor="ctr"/>
            <a:lstStyle/>
            <a:p>
              <a:endParaRPr lang="en-US"/>
            </a:p>
          </p:txBody>
        </p:sp>
      </p:grpSp>
      <p:grpSp>
        <p:nvGrpSpPr>
          <p:cNvPr id="845" name="Graphic 4">
            <a:extLst>
              <a:ext uri="{FF2B5EF4-FFF2-40B4-BE49-F238E27FC236}">
                <a16:creationId xmlns:a16="http://schemas.microsoft.com/office/drawing/2014/main" id="{D0F38DC9-8344-8E46-9C00-A1045D43A1A3}"/>
              </a:ext>
            </a:extLst>
          </p:cNvPr>
          <p:cNvGrpSpPr/>
          <p:nvPr/>
        </p:nvGrpSpPr>
        <p:grpSpPr>
          <a:xfrm>
            <a:off x="6754802" y="3339623"/>
            <a:ext cx="361670" cy="361333"/>
            <a:chOff x="6754802" y="3339623"/>
            <a:chExt cx="361670" cy="361333"/>
          </a:xfrm>
          <a:solidFill>
            <a:srgbClr val="007CB0"/>
          </a:solidFill>
        </p:grpSpPr>
        <p:sp>
          <p:nvSpPr>
            <p:cNvPr id="846" name="Graphic 4">
              <a:extLst>
                <a:ext uri="{FF2B5EF4-FFF2-40B4-BE49-F238E27FC236}">
                  <a16:creationId xmlns:a16="http://schemas.microsoft.com/office/drawing/2014/main" id="{859426B0-E930-BF4E-8CB9-B4A8A8233E54}"/>
                </a:ext>
              </a:extLst>
            </p:cNvPr>
            <p:cNvSpPr/>
            <p:nvPr/>
          </p:nvSpPr>
          <p:spPr>
            <a:xfrm>
              <a:off x="6754802" y="333962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3" y="361333"/>
                    <a:pt x="180836" y="361333"/>
                  </a:cubicBezTo>
                  <a:cubicBezTo>
                    <a:pt x="280518" y="361333"/>
                    <a:pt x="361670" y="280257"/>
                    <a:pt x="361670" y="180667"/>
                  </a:cubicBezTo>
                  <a:cubicBezTo>
                    <a:pt x="361670" y="81077"/>
                    <a:pt x="280518" y="0"/>
                    <a:pt x="180836" y="0"/>
                  </a:cubicBezTo>
                  <a:close/>
                  <a:moveTo>
                    <a:pt x="180836" y="349204"/>
                  </a:moveTo>
                  <a:cubicBezTo>
                    <a:pt x="88181" y="349204"/>
                    <a:pt x="12780" y="273873"/>
                    <a:pt x="12780" y="181305"/>
                  </a:cubicBezTo>
                  <a:cubicBezTo>
                    <a:pt x="12780" y="88738"/>
                    <a:pt x="88181" y="13406"/>
                    <a:pt x="180836" y="13406"/>
                  </a:cubicBezTo>
                  <a:cubicBezTo>
                    <a:pt x="273490" y="13406"/>
                    <a:pt x="348890" y="88738"/>
                    <a:pt x="348890" y="181305"/>
                  </a:cubicBezTo>
                  <a:cubicBezTo>
                    <a:pt x="348890" y="273873"/>
                    <a:pt x="273490" y="349204"/>
                    <a:pt x="180836" y="349204"/>
                  </a:cubicBezTo>
                  <a:close/>
                </a:path>
              </a:pathLst>
            </a:custGeom>
            <a:solidFill>
              <a:srgbClr val="007CB0"/>
            </a:solidFill>
            <a:ln w="6390" cap="flat">
              <a:noFill/>
              <a:prstDash val="solid"/>
              <a:miter/>
            </a:ln>
          </p:spPr>
          <p:txBody>
            <a:bodyPr rtlCol="0" anchor="ctr"/>
            <a:lstStyle/>
            <a:p>
              <a:endParaRPr lang="en-US"/>
            </a:p>
          </p:txBody>
        </p:sp>
        <p:sp>
          <p:nvSpPr>
            <p:cNvPr id="847" name="Graphic 4">
              <a:extLst>
                <a:ext uri="{FF2B5EF4-FFF2-40B4-BE49-F238E27FC236}">
                  <a16:creationId xmlns:a16="http://schemas.microsoft.com/office/drawing/2014/main" id="{B39A0CDC-4700-C444-A0BB-5D43164EA2E1}"/>
                </a:ext>
              </a:extLst>
            </p:cNvPr>
            <p:cNvSpPr/>
            <p:nvPr/>
          </p:nvSpPr>
          <p:spPr>
            <a:xfrm>
              <a:off x="6806560" y="3419423"/>
              <a:ext cx="260070" cy="217055"/>
            </a:xfrm>
            <a:custGeom>
              <a:avLst/>
              <a:gdLst>
                <a:gd name="connsiteX0" fmla="*/ 258154 w 260070"/>
                <a:gd name="connsiteY0" fmla="*/ 130233 h 217055"/>
                <a:gd name="connsiteX1" fmla="*/ 258154 w 260070"/>
                <a:gd name="connsiteY1" fmla="*/ 66394 h 217055"/>
                <a:gd name="connsiteX2" fmla="*/ 251764 w 260070"/>
                <a:gd name="connsiteY2" fmla="*/ 57456 h 217055"/>
                <a:gd name="connsiteX3" fmla="*/ 243457 w 260070"/>
                <a:gd name="connsiteY3" fmla="*/ 56179 h 217055"/>
                <a:gd name="connsiteX4" fmla="*/ 242818 w 260070"/>
                <a:gd name="connsiteY4" fmla="*/ 56179 h 217055"/>
                <a:gd name="connsiteX5" fmla="*/ 233872 w 260070"/>
                <a:gd name="connsiteY5" fmla="*/ 58094 h 217055"/>
                <a:gd name="connsiteX6" fmla="*/ 233872 w 260070"/>
                <a:gd name="connsiteY6" fmla="*/ 31920 h 217055"/>
                <a:gd name="connsiteX7" fmla="*/ 215341 w 260070"/>
                <a:gd name="connsiteY7" fmla="*/ 13406 h 217055"/>
                <a:gd name="connsiteX8" fmla="*/ 208951 w 260070"/>
                <a:gd name="connsiteY8" fmla="*/ 14683 h 217055"/>
                <a:gd name="connsiteX9" fmla="*/ 190420 w 260070"/>
                <a:gd name="connsiteY9" fmla="*/ 0 h 217055"/>
                <a:gd name="connsiteX10" fmla="*/ 177002 w 260070"/>
                <a:gd name="connsiteY10" fmla="*/ 5746 h 217055"/>
                <a:gd name="connsiteX11" fmla="*/ 173807 w 260070"/>
                <a:gd name="connsiteY11" fmla="*/ 10853 h 217055"/>
                <a:gd name="connsiteX12" fmla="*/ 166138 w 260070"/>
                <a:gd name="connsiteY12" fmla="*/ 8938 h 217055"/>
                <a:gd name="connsiteX13" fmla="*/ 152720 w 260070"/>
                <a:gd name="connsiteY13" fmla="*/ 14683 h 217055"/>
                <a:gd name="connsiteX14" fmla="*/ 146969 w 260070"/>
                <a:gd name="connsiteY14" fmla="*/ 28090 h 217055"/>
                <a:gd name="connsiteX15" fmla="*/ 146969 w 260070"/>
                <a:gd name="connsiteY15" fmla="*/ 34474 h 217055"/>
                <a:gd name="connsiteX16" fmla="*/ 141218 w 260070"/>
                <a:gd name="connsiteY16" fmla="*/ 33197 h 217055"/>
                <a:gd name="connsiteX17" fmla="*/ 129077 w 260070"/>
                <a:gd name="connsiteY17" fmla="*/ 37666 h 217055"/>
                <a:gd name="connsiteX18" fmla="*/ 116936 w 260070"/>
                <a:gd name="connsiteY18" fmla="*/ 33197 h 217055"/>
                <a:gd name="connsiteX19" fmla="*/ 111185 w 260070"/>
                <a:gd name="connsiteY19" fmla="*/ 34474 h 217055"/>
                <a:gd name="connsiteX20" fmla="*/ 111185 w 260070"/>
                <a:gd name="connsiteY20" fmla="*/ 28090 h 217055"/>
                <a:gd name="connsiteX21" fmla="*/ 105434 w 260070"/>
                <a:gd name="connsiteY21" fmla="*/ 14683 h 217055"/>
                <a:gd name="connsiteX22" fmla="*/ 92015 w 260070"/>
                <a:gd name="connsiteY22" fmla="*/ 8938 h 217055"/>
                <a:gd name="connsiteX23" fmla="*/ 84348 w 260070"/>
                <a:gd name="connsiteY23" fmla="*/ 10853 h 217055"/>
                <a:gd name="connsiteX24" fmla="*/ 81153 w 260070"/>
                <a:gd name="connsiteY24" fmla="*/ 5746 h 217055"/>
                <a:gd name="connsiteX25" fmla="*/ 67734 w 260070"/>
                <a:gd name="connsiteY25" fmla="*/ 0 h 217055"/>
                <a:gd name="connsiteX26" fmla="*/ 49203 w 260070"/>
                <a:gd name="connsiteY26" fmla="*/ 14683 h 217055"/>
                <a:gd name="connsiteX27" fmla="*/ 42813 w 260070"/>
                <a:gd name="connsiteY27" fmla="*/ 13406 h 217055"/>
                <a:gd name="connsiteX28" fmla="*/ 24282 w 260070"/>
                <a:gd name="connsiteY28" fmla="*/ 31920 h 217055"/>
                <a:gd name="connsiteX29" fmla="*/ 24282 w 260070"/>
                <a:gd name="connsiteY29" fmla="*/ 58094 h 217055"/>
                <a:gd name="connsiteX30" fmla="*/ 15336 w 260070"/>
                <a:gd name="connsiteY30" fmla="*/ 56179 h 217055"/>
                <a:gd name="connsiteX31" fmla="*/ 14697 w 260070"/>
                <a:gd name="connsiteY31" fmla="*/ 56179 h 217055"/>
                <a:gd name="connsiteX32" fmla="*/ 6390 w 260070"/>
                <a:gd name="connsiteY32" fmla="*/ 57456 h 217055"/>
                <a:gd name="connsiteX33" fmla="*/ 0 w 260070"/>
                <a:gd name="connsiteY33" fmla="*/ 66394 h 217055"/>
                <a:gd name="connsiteX34" fmla="*/ 0 w 260070"/>
                <a:gd name="connsiteY34" fmla="*/ 130233 h 217055"/>
                <a:gd name="connsiteX35" fmla="*/ 0 w 260070"/>
                <a:gd name="connsiteY35" fmla="*/ 130233 h 217055"/>
                <a:gd name="connsiteX36" fmla="*/ 0 w 260070"/>
                <a:gd name="connsiteY36" fmla="*/ 130233 h 217055"/>
                <a:gd name="connsiteX37" fmla="*/ 0 w 260070"/>
                <a:gd name="connsiteY37" fmla="*/ 132149 h 217055"/>
                <a:gd name="connsiteX38" fmla="*/ 21726 w 260070"/>
                <a:gd name="connsiteY38" fmla="*/ 171091 h 217055"/>
                <a:gd name="connsiteX39" fmla="*/ 24921 w 260070"/>
                <a:gd name="connsiteY39" fmla="*/ 176836 h 217055"/>
                <a:gd name="connsiteX40" fmla="*/ 24921 w 260070"/>
                <a:gd name="connsiteY40" fmla="*/ 195350 h 217055"/>
                <a:gd name="connsiteX41" fmla="*/ 31311 w 260070"/>
                <a:gd name="connsiteY41" fmla="*/ 201734 h 217055"/>
                <a:gd name="connsiteX42" fmla="*/ 37701 w 260070"/>
                <a:gd name="connsiteY42" fmla="*/ 195350 h 217055"/>
                <a:gd name="connsiteX43" fmla="*/ 37701 w 260070"/>
                <a:gd name="connsiteY43" fmla="*/ 176836 h 217055"/>
                <a:gd name="connsiteX44" fmla="*/ 29394 w 260070"/>
                <a:gd name="connsiteY44" fmla="*/ 160876 h 217055"/>
                <a:gd name="connsiteX45" fmla="*/ 13419 w 260070"/>
                <a:gd name="connsiteY45" fmla="*/ 132149 h 217055"/>
                <a:gd name="connsiteX46" fmla="*/ 13419 w 260070"/>
                <a:gd name="connsiteY46" fmla="*/ 130872 h 217055"/>
                <a:gd name="connsiteX47" fmla="*/ 13419 w 260070"/>
                <a:gd name="connsiteY47" fmla="*/ 130872 h 217055"/>
                <a:gd name="connsiteX48" fmla="*/ 13419 w 260070"/>
                <a:gd name="connsiteY48" fmla="*/ 130872 h 217055"/>
                <a:gd name="connsiteX49" fmla="*/ 13419 w 260070"/>
                <a:gd name="connsiteY49" fmla="*/ 69586 h 217055"/>
                <a:gd name="connsiteX50" fmla="*/ 15975 w 260070"/>
                <a:gd name="connsiteY50" fmla="*/ 69586 h 217055"/>
                <a:gd name="connsiteX51" fmla="*/ 16614 w 260070"/>
                <a:gd name="connsiteY51" fmla="*/ 69586 h 217055"/>
                <a:gd name="connsiteX52" fmla="*/ 20448 w 260070"/>
                <a:gd name="connsiteY52" fmla="*/ 70224 h 217055"/>
                <a:gd name="connsiteX53" fmla="*/ 22365 w 260070"/>
                <a:gd name="connsiteY53" fmla="*/ 71501 h 217055"/>
                <a:gd name="connsiteX54" fmla="*/ 25560 w 260070"/>
                <a:gd name="connsiteY54" fmla="*/ 78523 h 217055"/>
                <a:gd name="connsiteX55" fmla="*/ 25560 w 260070"/>
                <a:gd name="connsiteY55" fmla="*/ 80438 h 217055"/>
                <a:gd name="connsiteX56" fmla="*/ 25560 w 260070"/>
                <a:gd name="connsiteY56" fmla="*/ 80438 h 217055"/>
                <a:gd name="connsiteX57" fmla="*/ 25560 w 260070"/>
                <a:gd name="connsiteY57" fmla="*/ 117465 h 217055"/>
                <a:gd name="connsiteX58" fmla="*/ 25560 w 260070"/>
                <a:gd name="connsiteY58" fmla="*/ 118104 h 217055"/>
                <a:gd name="connsiteX59" fmla="*/ 25560 w 260070"/>
                <a:gd name="connsiteY59" fmla="*/ 118742 h 217055"/>
                <a:gd name="connsiteX60" fmla="*/ 25560 w 260070"/>
                <a:gd name="connsiteY60" fmla="*/ 119381 h 217055"/>
                <a:gd name="connsiteX61" fmla="*/ 26199 w 260070"/>
                <a:gd name="connsiteY61" fmla="*/ 120657 h 217055"/>
                <a:gd name="connsiteX62" fmla="*/ 26838 w 260070"/>
                <a:gd name="connsiteY62" fmla="*/ 121296 h 217055"/>
                <a:gd name="connsiteX63" fmla="*/ 27477 w 260070"/>
                <a:gd name="connsiteY63" fmla="*/ 122573 h 217055"/>
                <a:gd name="connsiteX64" fmla="*/ 28116 w 260070"/>
                <a:gd name="connsiteY64" fmla="*/ 123211 h 217055"/>
                <a:gd name="connsiteX65" fmla="*/ 29394 w 260070"/>
                <a:gd name="connsiteY65" fmla="*/ 123849 h 217055"/>
                <a:gd name="connsiteX66" fmla="*/ 30033 w 260070"/>
                <a:gd name="connsiteY66" fmla="*/ 123849 h 217055"/>
                <a:gd name="connsiteX67" fmla="*/ 31311 w 260070"/>
                <a:gd name="connsiteY67" fmla="*/ 123849 h 217055"/>
                <a:gd name="connsiteX68" fmla="*/ 31950 w 260070"/>
                <a:gd name="connsiteY68" fmla="*/ 123849 h 217055"/>
                <a:gd name="connsiteX69" fmla="*/ 32589 w 260070"/>
                <a:gd name="connsiteY69" fmla="*/ 123849 h 217055"/>
                <a:gd name="connsiteX70" fmla="*/ 51119 w 260070"/>
                <a:gd name="connsiteY70" fmla="*/ 126403 h 217055"/>
                <a:gd name="connsiteX71" fmla="*/ 64539 w 260070"/>
                <a:gd name="connsiteY71" fmla="*/ 156408 h 217055"/>
                <a:gd name="connsiteX72" fmla="*/ 114380 w 260070"/>
                <a:gd name="connsiteY72" fmla="*/ 208756 h 217055"/>
                <a:gd name="connsiteX73" fmla="*/ 130355 w 260070"/>
                <a:gd name="connsiteY73" fmla="*/ 217055 h 217055"/>
                <a:gd name="connsiteX74" fmla="*/ 130355 w 260070"/>
                <a:gd name="connsiteY74" fmla="*/ 217055 h 217055"/>
                <a:gd name="connsiteX75" fmla="*/ 146969 w 260070"/>
                <a:gd name="connsiteY75" fmla="*/ 208118 h 217055"/>
                <a:gd name="connsiteX76" fmla="*/ 196172 w 260070"/>
                <a:gd name="connsiteY76" fmla="*/ 156408 h 217055"/>
                <a:gd name="connsiteX77" fmla="*/ 209590 w 260070"/>
                <a:gd name="connsiteY77" fmla="*/ 127041 h 217055"/>
                <a:gd name="connsiteX78" fmla="*/ 228121 w 260070"/>
                <a:gd name="connsiteY78" fmla="*/ 124488 h 217055"/>
                <a:gd name="connsiteX79" fmla="*/ 228121 w 260070"/>
                <a:gd name="connsiteY79" fmla="*/ 124488 h 217055"/>
                <a:gd name="connsiteX80" fmla="*/ 228760 w 260070"/>
                <a:gd name="connsiteY80" fmla="*/ 124488 h 217055"/>
                <a:gd name="connsiteX81" fmla="*/ 230038 w 260070"/>
                <a:gd name="connsiteY81" fmla="*/ 124488 h 217055"/>
                <a:gd name="connsiteX82" fmla="*/ 230677 w 260070"/>
                <a:gd name="connsiteY82" fmla="*/ 124488 h 217055"/>
                <a:gd name="connsiteX83" fmla="*/ 231955 w 260070"/>
                <a:gd name="connsiteY83" fmla="*/ 123849 h 217055"/>
                <a:gd name="connsiteX84" fmla="*/ 232594 w 260070"/>
                <a:gd name="connsiteY84" fmla="*/ 123211 h 217055"/>
                <a:gd name="connsiteX85" fmla="*/ 233233 w 260070"/>
                <a:gd name="connsiteY85" fmla="*/ 121934 h 217055"/>
                <a:gd name="connsiteX86" fmla="*/ 233872 w 260070"/>
                <a:gd name="connsiteY86" fmla="*/ 121296 h 217055"/>
                <a:gd name="connsiteX87" fmla="*/ 234511 w 260070"/>
                <a:gd name="connsiteY87" fmla="*/ 120019 h 217055"/>
                <a:gd name="connsiteX88" fmla="*/ 234511 w 260070"/>
                <a:gd name="connsiteY88" fmla="*/ 119381 h 217055"/>
                <a:gd name="connsiteX89" fmla="*/ 234511 w 260070"/>
                <a:gd name="connsiteY89" fmla="*/ 118742 h 217055"/>
                <a:gd name="connsiteX90" fmla="*/ 234511 w 260070"/>
                <a:gd name="connsiteY90" fmla="*/ 118104 h 217055"/>
                <a:gd name="connsiteX91" fmla="*/ 234511 w 260070"/>
                <a:gd name="connsiteY91" fmla="*/ 81077 h 217055"/>
                <a:gd name="connsiteX92" fmla="*/ 234511 w 260070"/>
                <a:gd name="connsiteY92" fmla="*/ 81077 h 217055"/>
                <a:gd name="connsiteX93" fmla="*/ 234511 w 260070"/>
                <a:gd name="connsiteY93" fmla="*/ 76608 h 217055"/>
                <a:gd name="connsiteX94" fmla="*/ 237706 w 260070"/>
                <a:gd name="connsiteY94" fmla="*/ 70224 h 217055"/>
                <a:gd name="connsiteX95" fmla="*/ 239623 w 260070"/>
                <a:gd name="connsiteY95" fmla="*/ 68947 h 217055"/>
                <a:gd name="connsiteX96" fmla="*/ 243457 w 260070"/>
                <a:gd name="connsiteY96" fmla="*/ 68309 h 217055"/>
                <a:gd name="connsiteX97" fmla="*/ 244096 w 260070"/>
                <a:gd name="connsiteY97" fmla="*/ 68309 h 217055"/>
                <a:gd name="connsiteX98" fmla="*/ 246652 w 260070"/>
                <a:gd name="connsiteY98" fmla="*/ 68309 h 217055"/>
                <a:gd name="connsiteX99" fmla="*/ 246652 w 260070"/>
                <a:gd name="connsiteY99" fmla="*/ 129595 h 217055"/>
                <a:gd name="connsiteX100" fmla="*/ 246652 w 260070"/>
                <a:gd name="connsiteY100" fmla="*/ 129595 h 217055"/>
                <a:gd name="connsiteX101" fmla="*/ 246652 w 260070"/>
                <a:gd name="connsiteY101" fmla="*/ 130872 h 217055"/>
                <a:gd name="connsiteX102" fmla="*/ 230677 w 260070"/>
                <a:gd name="connsiteY102" fmla="*/ 159600 h 217055"/>
                <a:gd name="connsiteX103" fmla="*/ 222370 w 260070"/>
                <a:gd name="connsiteY103" fmla="*/ 175560 h 217055"/>
                <a:gd name="connsiteX104" fmla="*/ 222370 w 260070"/>
                <a:gd name="connsiteY104" fmla="*/ 194073 h 217055"/>
                <a:gd name="connsiteX105" fmla="*/ 228760 w 260070"/>
                <a:gd name="connsiteY105" fmla="*/ 200457 h 217055"/>
                <a:gd name="connsiteX106" fmla="*/ 235150 w 260070"/>
                <a:gd name="connsiteY106" fmla="*/ 194073 h 217055"/>
                <a:gd name="connsiteX107" fmla="*/ 235150 w 260070"/>
                <a:gd name="connsiteY107" fmla="*/ 175560 h 217055"/>
                <a:gd name="connsiteX108" fmla="*/ 238345 w 260070"/>
                <a:gd name="connsiteY108" fmla="*/ 169814 h 217055"/>
                <a:gd name="connsiteX109" fmla="*/ 260071 w 260070"/>
                <a:gd name="connsiteY109" fmla="*/ 130872 h 217055"/>
                <a:gd name="connsiteX110" fmla="*/ 258154 w 260070"/>
                <a:gd name="connsiteY110" fmla="*/ 130233 h 217055"/>
                <a:gd name="connsiteX111" fmla="*/ 258154 w 260070"/>
                <a:gd name="connsiteY111" fmla="*/ 130233 h 217055"/>
                <a:gd name="connsiteX112" fmla="*/ 214703 w 260070"/>
                <a:gd name="connsiteY112" fmla="*/ 25536 h 217055"/>
                <a:gd name="connsiteX113" fmla="*/ 220453 w 260070"/>
                <a:gd name="connsiteY113" fmla="*/ 31282 h 217055"/>
                <a:gd name="connsiteX114" fmla="*/ 220453 w 260070"/>
                <a:gd name="connsiteY114" fmla="*/ 76608 h 217055"/>
                <a:gd name="connsiteX115" fmla="*/ 220453 w 260070"/>
                <a:gd name="connsiteY115" fmla="*/ 77246 h 217055"/>
                <a:gd name="connsiteX116" fmla="*/ 220453 w 260070"/>
                <a:gd name="connsiteY116" fmla="*/ 109805 h 217055"/>
                <a:gd name="connsiteX117" fmla="*/ 207034 w 260070"/>
                <a:gd name="connsiteY117" fmla="*/ 111720 h 217055"/>
                <a:gd name="connsiteX118" fmla="*/ 201283 w 260070"/>
                <a:gd name="connsiteY118" fmla="*/ 95121 h 217055"/>
                <a:gd name="connsiteX119" fmla="*/ 202561 w 260070"/>
                <a:gd name="connsiteY119" fmla="*/ 95121 h 217055"/>
                <a:gd name="connsiteX120" fmla="*/ 208951 w 260070"/>
                <a:gd name="connsiteY120" fmla="*/ 88738 h 217055"/>
                <a:gd name="connsiteX121" fmla="*/ 208951 w 260070"/>
                <a:gd name="connsiteY121" fmla="*/ 30643 h 217055"/>
                <a:gd name="connsiteX122" fmla="*/ 210868 w 260070"/>
                <a:gd name="connsiteY122" fmla="*/ 26813 h 217055"/>
                <a:gd name="connsiteX123" fmla="*/ 214703 w 260070"/>
                <a:gd name="connsiteY123" fmla="*/ 25536 h 217055"/>
                <a:gd name="connsiteX124" fmla="*/ 185948 w 260070"/>
                <a:gd name="connsiteY124" fmla="*/ 14045 h 217055"/>
                <a:gd name="connsiteX125" fmla="*/ 190420 w 260070"/>
                <a:gd name="connsiteY125" fmla="*/ 12130 h 217055"/>
                <a:gd name="connsiteX126" fmla="*/ 196172 w 260070"/>
                <a:gd name="connsiteY126" fmla="*/ 17875 h 217055"/>
                <a:gd name="connsiteX127" fmla="*/ 196172 w 260070"/>
                <a:gd name="connsiteY127" fmla="*/ 30643 h 217055"/>
                <a:gd name="connsiteX128" fmla="*/ 196172 w 260070"/>
                <a:gd name="connsiteY128" fmla="*/ 31282 h 217055"/>
                <a:gd name="connsiteX129" fmla="*/ 196172 w 260070"/>
                <a:gd name="connsiteY129" fmla="*/ 31282 h 217055"/>
                <a:gd name="connsiteX130" fmla="*/ 196172 w 260070"/>
                <a:gd name="connsiteY130" fmla="*/ 87461 h 217055"/>
                <a:gd name="connsiteX131" fmla="*/ 194254 w 260070"/>
                <a:gd name="connsiteY131" fmla="*/ 85546 h 217055"/>
                <a:gd name="connsiteX132" fmla="*/ 194254 w 260070"/>
                <a:gd name="connsiteY132" fmla="*/ 85546 h 217055"/>
                <a:gd name="connsiteX133" fmla="*/ 184031 w 260070"/>
                <a:gd name="connsiteY133" fmla="*/ 77885 h 217055"/>
                <a:gd name="connsiteX134" fmla="*/ 184031 w 260070"/>
                <a:gd name="connsiteY134" fmla="*/ 26174 h 217055"/>
                <a:gd name="connsiteX135" fmla="*/ 184031 w 260070"/>
                <a:gd name="connsiteY135" fmla="*/ 26174 h 217055"/>
                <a:gd name="connsiteX136" fmla="*/ 184031 w 260070"/>
                <a:gd name="connsiteY136" fmla="*/ 25536 h 217055"/>
                <a:gd name="connsiteX137" fmla="*/ 184031 w 260070"/>
                <a:gd name="connsiteY137" fmla="*/ 17875 h 217055"/>
                <a:gd name="connsiteX138" fmla="*/ 185948 w 260070"/>
                <a:gd name="connsiteY138" fmla="*/ 14045 h 217055"/>
                <a:gd name="connsiteX139" fmla="*/ 159748 w 260070"/>
                <a:gd name="connsiteY139" fmla="*/ 26174 h 217055"/>
                <a:gd name="connsiteX140" fmla="*/ 161666 w 260070"/>
                <a:gd name="connsiteY140" fmla="*/ 21706 h 217055"/>
                <a:gd name="connsiteX141" fmla="*/ 166138 w 260070"/>
                <a:gd name="connsiteY141" fmla="*/ 19790 h 217055"/>
                <a:gd name="connsiteX142" fmla="*/ 171889 w 260070"/>
                <a:gd name="connsiteY142" fmla="*/ 24898 h 217055"/>
                <a:gd name="connsiteX143" fmla="*/ 171889 w 260070"/>
                <a:gd name="connsiteY143" fmla="*/ 71501 h 217055"/>
                <a:gd name="connsiteX144" fmla="*/ 161666 w 260070"/>
                <a:gd name="connsiteY144" fmla="*/ 70224 h 217055"/>
                <a:gd name="connsiteX145" fmla="*/ 159748 w 260070"/>
                <a:gd name="connsiteY145" fmla="*/ 70224 h 217055"/>
                <a:gd name="connsiteX146" fmla="*/ 159748 w 260070"/>
                <a:gd name="connsiteY146" fmla="*/ 49157 h 217055"/>
                <a:gd name="connsiteX147" fmla="*/ 159748 w 260070"/>
                <a:gd name="connsiteY147" fmla="*/ 26174 h 217055"/>
                <a:gd name="connsiteX148" fmla="*/ 137384 w 260070"/>
                <a:gd name="connsiteY148" fmla="*/ 46603 h 217055"/>
                <a:gd name="connsiteX149" fmla="*/ 141857 w 260070"/>
                <a:gd name="connsiteY149" fmla="*/ 44688 h 217055"/>
                <a:gd name="connsiteX150" fmla="*/ 147608 w 260070"/>
                <a:gd name="connsiteY150" fmla="*/ 50434 h 217055"/>
                <a:gd name="connsiteX151" fmla="*/ 147608 w 260070"/>
                <a:gd name="connsiteY151" fmla="*/ 73416 h 217055"/>
                <a:gd name="connsiteX152" fmla="*/ 136106 w 260070"/>
                <a:gd name="connsiteY152" fmla="*/ 79162 h 217055"/>
                <a:gd name="connsiteX153" fmla="*/ 136106 w 260070"/>
                <a:gd name="connsiteY153" fmla="*/ 51072 h 217055"/>
                <a:gd name="connsiteX154" fmla="*/ 137384 w 260070"/>
                <a:gd name="connsiteY154" fmla="*/ 46603 h 217055"/>
                <a:gd name="connsiteX155" fmla="*/ 116297 w 260070"/>
                <a:gd name="connsiteY155" fmla="*/ 44688 h 217055"/>
                <a:gd name="connsiteX156" fmla="*/ 120770 w 260070"/>
                <a:gd name="connsiteY156" fmla="*/ 46603 h 217055"/>
                <a:gd name="connsiteX157" fmla="*/ 122687 w 260070"/>
                <a:gd name="connsiteY157" fmla="*/ 50434 h 217055"/>
                <a:gd name="connsiteX158" fmla="*/ 122687 w 260070"/>
                <a:gd name="connsiteY158" fmla="*/ 72778 h 217055"/>
                <a:gd name="connsiteX159" fmla="*/ 122687 w 260070"/>
                <a:gd name="connsiteY159" fmla="*/ 73416 h 217055"/>
                <a:gd name="connsiteX160" fmla="*/ 122687 w 260070"/>
                <a:gd name="connsiteY160" fmla="*/ 79162 h 217055"/>
                <a:gd name="connsiteX161" fmla="*/ 110546 w 260070"/>
                <a:gd name="connsiteY161" fmla="*/ 73416 h 217055"/>
                <a:gd name="connsiteX162" fmla="*/ 110546 w 260070"/>
                <a:gd name="connsiteY162" fmla="*/ 50434 h 217055"/>
                <a:gd name="connsiteX163" fmla="*/ 116297 w 260070"/>
                <a:gd name="connsiteY163" fmla="*/ 44688 h 217055"/>
                <a:gd name="connsiteX164" fmla="*/ 92015 w 260070"/>
                <a:gd name="connsiteY164" fmla="*/ 20429 h 217055"/>
                <a:gd name="connsiteX165" fmla="*/ 96489 w 260070"/>
                <a:gd name="connsiteY165" fmla="*/ 22344 h 217055"/>
                <a:gd name="connsiteX166" fmla="*/ 98405 w 260070"/>
                <a:gd name="connsiteY166" fmla="*/ 26174 h 217055"/>
                <a:gd name="connsiteX167" fmla="*/ 98405 w 260070"/>
                <a:gd name="connsiteY167" fmla="*/ 50434 h 217055"/>
                <a:gd name="connsiteX168" fmla="*/ 98405 w 260070"/>
                <a:gd name="connsiteY168" fmla="*/ 71501 h 217055"/>
                <a:gd name="connsiteX169" fmla="*/ 96489 w 260070"/>
                <a:gd name="connsiteY169" fmla="*/ 71501 h 217055"/>
                <a:gd name="connsiteX170" fmla="*/ 86904 w 260070"/>
                <a:gd name="connsiteY170" fmla="*/ 72778 h 217055"/>
                <a:gd name="connsiteX171" fmla="*/ 86904 w 260070"/>
                <a:gd name="connsiteY171" fmla="*/ 26174 h 217055"/>
                <a:gd name="connsiteX172" fmla="*/ 92015 w 260070"/>
                <a:gd name="connsiteY172" fmla="*/ 20429 h 217055"/>
                <a:gd name="connsiteX173" fmla="*/ 67094 w 260070"/>
                <a:gd name="connsiteY173" fmla="*/ 12130 h 217055"/>
                <a:gd name="connsiteX174" fmla="*/ 71568 w 260070"/>
                <a:gd name="connsiteY174" fmla="*/ 14045 h 217055"/>
                <a:gd name="connsiteX175" fmla="*/ 73484 w 260070"/>
                <a:gd name="connsiteY175" fmla="*/ 17875 h 217055"/>
                <a:gd name="connsiteX176" fmla="*/ 73484 w 260070"/>
                <a:gd name="connsiteY176" fmla="*/ 25536 h 217055"/>
                <a:gd name="connsiteX177" fmla="*/ 73484 w 260070"/>
                <a:gd name="connsiteY177" fmla="*/ 26813 h 217055"/>
                <a:gd name="connsiteX178" fmla="*/ 73484 w 260070"/>
                <a:gd name="connsiteY178" fmla="*/ 26813 h 217055"/>
                <a:gd name="connsiteX179" fmla="*/ 73484 w 260070"/>
                <a:gd name="connsiteY179" fmla="*/ 77885 h 217055"/>
                <a:gd name="connsiteX180" fmla="*/ 63261 w 260070"/>
                <a:gd name="connsiteY180" fmla="*/ 86184 h 217055"/>
                <a:gd name="connsiteX181" fmla="*/ 61983 w 260070"/>
                <a:gd name="connsiteY181" fmla="*/ 88099 h 217055"/>
                <a:gd name="connsiteX182" fmla="*/ 61983 w 260070"/>
                <a:gd name="connsiteY182" fmla="*/ 31920 h 217055"/>
                <a:gd name="connsiteX183" fmla="*/ 61983 w 260070"/>
                <a:gd name="connsiteY183" fmla="*/ 31920 h 217055"/>
                <a:gd name="connsiteX184" fmla="*/ 61983 w 260070"/>
                <a:gd name="connsiteY184" fmla="*/ 31282 h 217055"/>
                <a:gd name="connsiteX185" fmla="*/ 61983 w 260070"/>
                <a:gd name="connsiteY185" fmla="*/ 18514 h 217055"/>
                <a:gd name="connsiteX186" fmla="*/ 67094 w 260070"/>
                <a:gd name="connsiteY186" fmla="*/ 12130 h 217055"/>
                <a:gd name="connsiteX187" fmla="*/ 42813 w 260070"/>
                <a:gd name="connsiteY187" fmla="*/ 25536 h 217055"/>
                <a:gd name="connsiteX188" fmla="*/ 47286 w 260070"/>
                <a:gd name="connsiteY188" fmla="*/ 27451 h 217055"/>
                <a:gd name="connsiteX189" fmla="*/ 49203 w 260070"/>
                <a:gd name="connsiteY189" fmla="*/ 31282 h 217055"/>
                <a:gd name="connsiteX190" fmla="*/ 49203 w 260070"/>
                <a:gd name="connsiteY190" fmla="*/ 88738 h 217055"/>
                <a:gd name="connsiteX191" fmla="*/ 55593 w 260070"/>
                <a:gd name="connsiteY191" fmla="*/ 95121 h 217055"/>
                <a:gd name="connsiteX192" fmla="*/ 56871 w 260070"/>
                <a:gd name="connsiteY192" fmla="*/ 95121 h 217055"/>
                <a:gd name="connsiteX193" fmla="*/ 51119 w 260070"/>
                <a:gd name="connsiteY193" fmla="*/ 111081 h 217055"/>
                <a:gd name="connsiteX194" fmla="*/ 37701 w 260070"/>
                <a:gd name="connsiteY194" fmla="*/ 109166 h 217055"/>
                <a:gd name="connsiteX195" fmla="*/ 37701 w 260070"/>
                <a:gd name="connsiteY195" fmla="*/ 76608 h 217055"/>
                <a:gd name="connsiteX196" fmla="*/ 37701 w 260070"/>
                <a:gd name="connsiteY196" fmla="*/ 75970 h 217055"/>
                <a:gd name="connsiteX197" fmla="*/ 37701 w 260070"/>
                <a:gd name="connsiteY197" fmla="*/ 31282 h 217055"/>
                <a:gd name="connsiteX198" fmla="*/ 42813 w 260070"/>
                <a:gd name="connsiteY198" fmla="*/ 25536 h 217055"/>
                <a:gd name="connsiteX199" fmla="*/ 185308 w 260070"/>
                <a:gd name="connsiteY199" fmla="*/ 145555 h 217055"/>
                <a:gd name="connsiteX200" fmla="*/ 136106 w 260070"/>
                <a:gd name="connsiteY200" fmla="*/ 197265 h 217055"/>
                <a:gd name="connsiteX201" fmla="*/ 129077 w 260070"/>
                <a:gd name="connsiteY201" fmla="*/ 202372 h 217055"/>
                <a:gd name="connsiteX202" fmla="*/ 122048 w 260070"/>
                <a:gd name="connsiteY202" fmla="*/ 197903 h 217055"/>
                <a:gd name="connsiteX203" fmla="*/ 72207 w 260070"/>
                <a:gd name="connsiteY203" fmla="*/ 145555 h 217055"/>
                <a:gd name="connsiteX204" fmla="*/ 72207 w 260070"/>
                <a:gd name="connsiteY204" fmla="*/ 95121 h 217055"/>
                <a:gd name="connsiteX205" fmla="*/ 96489 w 260070"/>
                <a:gd name="connsiteY205" fmla="*/ 84269 h 217055"/>
                <a:gd name="connsiteX206" fmla="*/ 97766 w 260070"/>
                <a:gd name="connsiteY206" fmla="*/ 84269 h 217055"/>
                <a:gd name="connsiteX207" fmla="*/ 122048 w 260070"/>
                <a:gd name="connsiteY207" fmla="*/ 95121 h 217055"/>
                <a:gd name="connsiteX208" fmla="*/ 129077 w 260070"/>
                <a:gd name="connsiteY208" fmla="*/ 102144 h 217055"/>
                <a:gd name="connsiteX209" fmla="*/ 136106 w 260070"/>
                <a:gd name="connsiteY209" fmla="*/ 95121 h 217055"/>
                <a:gd name="connsiteX210" fmla="*/ 161666 w 260070"/>
                <a:gd name="connsiteY210" fmla="*/ 84907 h 217055"/>
                <a:gd name="connsiteX211" fmla="*/ 185308 w 260070"/>
                <a:gd name="connsiteY211" fmla="*/ 95760 h 217055"/>
                <a:gd name="connsiteX212" fmla="*/ 185308 w 260070"/>
                <a:gd name="connsiteY212" fmla="*/ 145555 h 217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260070" h="217055">
                  <a:moveTo>
                    <a:pt x="258154" y="130233"/>
                  </a:moveTo>
                  <a:lnTo>
                    <a:pt x="258154" y="66394"/>
                  </a:lnTo>
                  <a:cubicBezTo>
                    <a:pt x="258154" y="61925"/>
                    <a:pt x="255597" y="58733"/>
                    <a:pt x="251764" y="57456"/>
                  </a:cubicBezTo>
                  <a:cubicBezTo>
                    <a:pt x="249208" y="56818"/>
                    <a:pt x="246652" y="56179"/>
                    <a:pt x="243457" y="56179"/>
                  </a:cubicBezTo>
                  <a:lnTo>
                    <a:pt x="242818" y="56179"/>
                  </a:lnTo>
                  <a:cubicBezTo>
                    <a:pt x="239623" y="56179"/>
                    <a:pt x="237067" y="56818"/>
                    <a:pt x="233872" y="58094"/>
                  </a:cubicBezTo>
                  <a:lnTo>
                    <a:pt x="233872" y="31920"/>
                  </a:lnTo>
                  <a:cubicBezTo>
                    <a:pt x="233872" y="21706"/>
                    <a:pt x="225565" y="13406"/>
                    <a:pt x="215341" y="13406"/>
                  </a:cubicBezTo>
                  <a:cubicBezTo>
                    <a:pt x="213424" y="13406"/>
                    <a:pt x="210868" y="14045"/>
                    <a:pt x="208951" y="14683"/>
                  </a:cubicBezTo>
                  <a:cubicBezTo>
                    <a:pt x="207034" y="6384"/>
                    <a:pt x="199367" y="0"/>
                    <a:pt x="190420" y="0"/>
                  </a:cubicBezTo>
                  <a:cubicBezTo>
                    <a:pt x="185308" y="0"/>
                    <a:pt x="180836" y="1915"/>
                    <a:pt x="177002" y="5746"/>
                  </a:cubicBezTo>
                  <a:cubicBezTo>
                    <a:pt x="175723" y="7022"/>
                    <a:pt x="174446" y="8938"/>
                    <a:pt x="173807" y="10853"/>
                  </a:cubicBezTo>
                  <a:cubicBezTo>
                    <a:pt x="171251" y="9576"/>
                    <a:pt x="168695" y="8938"/>
                    <a:pt x="166138" y="8938"/>
                  </a:cubicBezTo>
                  <a:cubicBezTo>
                    <a:pt x="161027" y="8938"/>
                    <a:pt x="156553" y="10853"/>
                    <a:pt x="152720" y="14683"/>
                  </a:cubicBezTo>
                  <a:cubicBezTo>
                    <a:pt x="148886" y="18514"/>
                    <a:pt x="146969" y="22982"/>
                    <a:pt x="146969" y="28090"/>
                  </a:cubicBezTo>
                  <a:lnTo>
                    <a:pt x="146969" y="34474"/>
                  </a:lnTo>
                  <a:cubicBezTo>
                    <a:pt x="145052" y="33835"/>
                    <a:pt x="143135" y="33197"/>
                    <a:pt x="141218" y="33197"/>
                  </a:cubicBezTo>
                  <a:cubicBezTo>
                    <a:pt x="136745" y="33197"/>
                    <a:pt x="132272" y="35112"/>
                    <a:pt x="129077" y="37666"/>
                  </a:cubicBezTo>
                  <a:cubicBezTo>
                    <a:pt x="125882" y="34474"/>
                    <a:pt x="121409" y="33197"/>
                    <a:pt x="116936" y="33197"/>
                  </a:cubicBezTo>
                  <a:cubicBezTo>
                    <a:pt x="115019" y="33197"/>
                    <a:pt x="113102" y="33835"/>
                    <a:pt x="111185" y="34474"/>
                  </a:cubicBezTo>
                  <a:lnTo>
                    <a:pt x="111185" y="28090"/>
                  </a:lnTo>
                  <a:cubicBezTo>
                    <a:pt x="111185" y="22982"/>
                    <a:pt x="109269" y="18514"/>
                    <a:pt x="105434" y="14683"/>
                  </a:cubicBezTo>
                  <a:cubicBezTo>
                    <a:pt x="101600" y="10853"/>
                    <a:pt x="97128" y="8938"/>
                    <a:pt x="92015" y="8938"/>
                  </a:cubicBezTo>
                  <a:cubicBezTo>
                    <a:pt x="89459" y="8938"/>
                    <a:pt x="86264" y="9576"/>
                    <a:pt x="84348" y="10853"/>
                  </a:cubicBezTo>
                  <a:cubicBezTo>
                    <a:pt x="83709" y="8938"/>
                    <a:pt x="82430" y="7661"/>
                    <a:pt x="81153" y="5746"/>
                  </a:cubicBezTo>
                  <a:cubicBezTo>
                    <a:pt x="77319" y="1915"/>
                    <a:pt x="72845" y="0"/>
                    <a:pt x="67734" y="0"/>
                  </a:cubicBezTo>
                  <a:cubicBezTo>
                    <a:pt x="58788" y="0"/>
                    <a:pt x="51119" y="6384"/>
                    <a:pt x="49203" y="14683"/>
                  </a:cubicBezTo>
                  <a:cubicBezTo>
                    <a:pt x="47286" y="14045"/>
                    <a:pt x="45369" y="13406"/>
                    <a:pt x="42813" y="13406"/>
                  </a:cubicBezTo>
                  <a:cubicBezTo>
                    <a:pt x="32589" y="13406"/>
                    <a:pt x="24282" y="21706"/>
                    <a:pt x="24282" y="31920"/>
                  </a:cubicBezTo>
                  <a:lnTo>
                    <a:pt x="24282" y="58094"/>
                  </a:lnTo>
                  <a:cubicBezTo>
                    <a:pt x="21726" y="56818"/>
                    <a:pt x="18531" y="56179"/>
                    <a:pt x="15336" y="56179"/>
                  </a:cubicBezTo>
                  <a:lnTo>
                    <a:pt x="14697" y="56179"/>
                  </a:lnTo>
                  <a:cubicBezTo>
                    <a:pt x="11502" y="56179"/>
                    <a:pt x="8307" y="56818"/>
                    <a:pt x="6390" y="57456"/>
                  </a:cubicBezTo>
                  <a:cubicBezTo>
                    <a:pt x="2556" y="58733"/>
                    <a:pt x="0" y="62563"/>
                    <a:pt x="0" y="66394"/>
                  </a:cubicBezTo>
                  <a:lnTo>
                    <a:pt x="0" y="130233"/>
                  </a:lnTo>
                  <a:cubicBezTo>
                    <a:pt x="0" y="130233"/>
                    <a:pt x="0" y="130233"/>
                    <a:pt x="0" y="130233"/>
                  </a:cubicBezTo>
                  <a:cubicBezTo>
                    <a:pt x="0" y="130233"/>
                    <a:pt x="0" y="130233"/>
                    <a:pt x="0" y="130233"/>
                  </a:cubicBezTo>
                  <a:cubicBezTo>
                    <a:pt x="0" y="130872"/>
                    <a:pt x="0" y="131510"/>
                    <a:pt x="0" y="132149"/>
                  </a:cubicBezTo>
                  <a:cubicBezTo>
                    <a:pt x="640" y="147470"/>
                    <a:pt x="8307" y="162153"/>
                    <a:pt x="21726" y="171091"/>
                  </a:cubicBezTo>
                  <a:cubicBezTo>
                    <a:pt x="23643" y="172368"/>
                    <a:pt x="24921" y="174283"/>
                    <a:pt x="24921" y="176836"/>
                  </a:cubicBezTo>
                  <a:lnTo>
                    <a:pt x="24921" y="195350"/>
                  </a:lnTo>
                  <a:cubicBezTo>
                    <a:pt x="24921" y="199180"/>
                    <a:pt x="27477" y="201734"/>
                    <a:pt x="31311" y="201734"/>
                  </a:cubicBezTo>
                  <a:cubicBezTo>
                    <a:pt x="35145" y="201734"/>
                    <a:pt x="37701" y="199180"/>
                    <a:pt x="37701" y="195350"/>
                  </a:cubicBezTo>
                  <a:lnTo>
                    <a:pt x="37701" y="176836"/>
                  </a:lnTo>
                  <a:cubicBezTo>
                    <a:pt x="37701" y="170452"/>
                    <a:pt x="34506" y="164068"/>
                    <a:pt x="29394" y="160876"/>
                  </a:cubicBezTo>
                  <a:cubicBezTo>
                    <a:pt x="19809" y="154492"/>
                    <a:pt x="14058" y="143640"/>
                    <a:pt x="13419" y="132149"/>
                  </a:cubicBezTo>
                  <a:lnTo>
                    <a:pt x="13419" y="130872"/>
                  </a:lnTo>
                  <a:cubicBezTo>
                    <a:pt x="13419" y="130872"/>
                    <a:pt x="13419" y="130872"/>
                    <a:pt x="13419" y="130872"/>
                  </a:cubicBezTo>
                  <a:cubicBezTo>
                    <a:pt x="13419" y="130872"/>
                    <a:pt x="13419" y="130872"/>
                    <a:pt x="13419" y="130872"/>
                  </a:cubicBezTo>
                  <a:lnTo>
                    <a:pt x="13419" y="69586"/>
                  </a:lnTo>
                  <a:cubicBezTo>
                    <a:pt x="14058" y="69586"/>
                    <a:pt x="14697" y="69586"/>
                    <a:pt x="15975" y="69586"/>
                  </a:cubicBezTo>
                  <a:lnTo>
                    <a:pt x="16614" y="69586"/>
                  </a:lnTo>
                  <a:cubicBezTo>
                    <a:pt x="17892" y="69586"/>
                    <a:pt x="19170" y="69586"/>
                    <a:pt x="20448" y="70224"/>
                  </a:cubicBezTo>
                  <a:cubicBezTo>
                    <a:pt x="21087" y="70224"/>
                    <a:pt x="21726" y="70862"/>
                    <a:pt x="22365" y="71501"/>
                  </a:cubicBezTo>
                  <a:cubicBezTo>
                    <a:pt x="24282" y="72778"/>
                    <a:pt x="25560" y="75331"/>
                    <a:pt x="25560" y="78523"/>
                  </a:cubicBezTo>
                  <a:lnTo>
                    <a:pt x="25560" y="80438"/>
                  </a:lnTo>
                  <a:cubicBezTo>
                    <a:pt x="25560" y="80438"/>
                    <a:pt x="25560" y="80438"/>
                    <a:pt x="25560" y="80438"/>
                  </a:cubicBezTo>
                  <a:lnTo>
                    <a:pt x="25560" y="117465"/>
                  </a:lnTo>
                  <a:cubicBezTo>
                    <a:pt x="25560" y="117465"/>
                    <a:pt x="25560" y="117465"/>
                    <a:pt x="25560" y="118104"/>
                  </a:cubicBezTo>
                  <a:cubicBezTo>
                    <a:pt x="25560" y="118104"/>
                    <a:pt x="25560" y="118104"/>
                    <a:pt x="25560" y="118742"/>
                  </a:cubicBezTo>
                  <a:cubicBezTo>
                    <a:pt x="25560" y="119381"/>
                    <a:pt x="25560" y="119381"/>
                    <a:pt x="25560" y="119381"/>
                  </a:cubicBezTo>
                  <a:cubicBezTo>
                    <a:pt x="25560" y="120019"/>
                    <a:pt x="25560" y="120019"/>
                    <a:pt x="26199" y="120657"/>
                  </a:cubicBezTo>
                  <a:cubicBezTo>
                    <a:pt x="26199" y="121296"/>
                    <a:pt x="26838" y="121296"/>
                    <a:pt x="26838" y="121296"/>
                  </a:cubicBezTo>
                  <a:cubicBezTo>
                    <a:pt x="26838" y="121934"/>
                    <a:pt x="27477" y="121934"/>
                    <a:pt x="27477" y="122573"/>
                  </a:cubicBezTo>
                  <a:cubicBezTo>
                    <a:pt x="27477" y="122573"/>
                    <a:pt x="28116" y="122573"/>
                    <a:pt x="28116" y="123211"/>
                  </a:cubicBezTo>
                  <a:cubicBezTo>
                    <a:pt x="28755" y="123211"/>
                    <a:pt x="28755" y="123849"/>
                    <a:pt x="29394" y="123849"/>
                  </a:cubicBezTo>
                  <a:cubicBezTo>
                    <a:pt x="29394" y="123849"/>
                    <a:pt x="30033" y="123849"/>
                    <a:pt x="30033" y="123849"/>
                  </a:cubicBezTo>
                  <a:cubicBezTo>
                    <a:pt x="30672" y="123849"/>
                    <a:pt x="30672" y="123849"/>
                    <a:pt x="31311" y="123849"/>
                  </a:cubicBezTo>
                  <a:cubicBezTo>
                    <a:pt x="31311" y="123849"/>
                    <a:pt x="31311" y="123849"/>
                    <a:pt x="31950" y="123849"/>
                  </a:cubicBezTo>
                  <a:cubicBezTo>
                    <a:pt x="31950" y="123849"/>
                    <a:pt x="31950" y="123849"/>
                    <a:pt x="32589" y="123849"/>
                  </a:cubicBezTo>
                  <a:cubicBezTo>
                    <a:pt x="38979" y="123211"/>
                    <a:pt x="45369" y="123849"/>
                    <a:pt x="51119" y="126403"/>
                  </a:cubicBezTo>
                  <a:cubicBezTo>
                    <a:pt x="51759" y="137256"/>
                    <a:pt x="56232" y="148108"/>
                    <a:pt x="64539" y="156408"/>
                  </a:cubicBezTo>
                  <a:lnTo>
                    <a:pt x="114380" y="208756"/>
                  </a:lnTo>
                  <a:cubicBezTo>
                    <a:pt x="117575" y="211948"/>
                    <a:pt x="122687" y="217055"/>
                    <a:pt x="130355" y="217055"/>
                  </a:cubicBezTo>
                  <a:cubicBezTo>
                    <a:pt x="130355" y="217055"/>
                    <a:pt x="130355" y="217055"/>
                    <a:pt x="130355" y="217055"/>
                  </a:cubicBezTo>
                  <a:cubicBezTo>
                    <a:pt x="138023" y="217055"/>
                    <a:pt x="143135" y="211948"/>
                    <a:pt x="146969" y="208118"/>
                  </a:cubicBezTo>
                  <a:lnTo>
                    <a:pt x="196172" y="156408"/>
                  </a:lnTo>
                  <a:cubicBezTo>
                    <a:pt x="203839" y="148108"/>
                    <a:pt x="208313" y="137256"/>
                    <a:pt x="209590" y="127041"/>
                  </a:cubicBezTo>
                  <a:cubicBezTo>
                    <a:pt x="215341" y="125126"/>
                    <a:pt x="222370" y="123849"/>
                    <a:pt x="228121" y="124488"/>
                  </a:cubicBezTo>
                  <a:cubicBezTo>
                    <a:pt x="228121" y="124488"/>
                    <a:pt x="228121" y="124488"/>
                    <a:pt x="228121" y="124488"/>
                  </a:cubicBezTo>
                  <a:cubicBezTo>
                    <a:pt x="228121" y="124488"/>
                    <a:pt x="228121" y="124488"/>
                    <a:pt x="228760" y="124488"/>
                  </a:cubicBezTo>
                  <a:cubicBezTo>
                    <a:pt x="229399" y="124488"/>
                    <a:pt x="229399" y="124488"/>
                    <a:pt x="230038" y="124488"/>
                  </a:cubicBezTo>
                  <a:cubicBezTo>
                    <a:pt x="230038" y="124488"/>
                    <a:pt x="230677" y="124488"/>
                    <a:pt x="230677" y="124488"/>
                  </a:cubicBezTo>
                  <a:cubicBezTo>
                    <a:pt x="231316" y="124488"/>
                    <a:pt x="231955" y="123849"/>
                    <a:pt x="231955" y="123849"/>
                  </a:cubicBezTo>
                  <a:cubicBezTo>
                    <a:pt x="231955" y="123849"/>
                    <a:pt x="232594" y="123849"/>
                    <a:pt x="232594" y="123211"/>
                  </a:cubicBezTo>
                  <a:cubicBezTo>
                    <a:pt x="233233" y="122573"/>
                    <a:pt x="233233" y="122573"/>
                    <a:pt x="233233" y="121934"/>
                  </a:cubicBezTo>
                  <a:cubicBezTo>
                    <a:pt x="233233" y="121934"/>
                    <a:pt x="233872" y="121296"/>
                    <a:pt x="233872" y="121296"/>
                  </a:cubicBezTo>
                  <a:cubicBezTo>
                    <a:pt x="233872" y="120657"/>
                    <a:pt x="233872" y="120657"/>
                    <a:pt x="234511" y="120019"/>
                  </a:cubicBezTo>
                  <a:cubicBezTo>
                    <a:pt x="234511" y="120019"/>
                    <a:pt x="234511" y="119381"/>
                    <a:pt x="234511" y="119381"/>
                  </a:cubicBezTo>
                  <a:cubicBezTo>
                    <a:pt x="234511" y="119381"/>
                    <a:pt x="234511" y="119381"/>
                    <a:pt x="234511" y="118742"/>
                  </a:cubicBezTo>
                  <a:cubicBezTo>
                    <a:pt x="234511" y="118742"/>
                    <a:pt x="234511" y="118742"/>
                    <a:pt x="234511" y="118104"/>
                  </a:cubicBezTo>
                  <a:lnTo>
                    <a:pt x="234511" y="81077"/>
                  </a:lnTo>
                  <a:cubicBezTo>
                    <a:pt x="234511" y="81077"/>
                    <a:pt x="234511" y="81077"/>
                    <a:pt x="234511" y="81077"/>
                  </a:cubicBezTo>
                  <a:lnTo>
                    <a:pt x="234511" y="76608"/>
                  </a:lnTo>
                  <a:cubicBezTo>
                    <a:pt x="234511" y="74054"/>
                    <a:pt x="235789" y="71501"/>
                    <a:pt x="237706" y="70224"/>
                  </a:cubicBezTo>
                  <a:cubicBezTo>
                    <a:pt x="238345" y="69586"/>
                    <a:pt x="238984" y="69586"/>
                    <a:pt x="239623" y="68947"/>
                  </a:cubicBezTo>
                  <a:cubicBezTo>
                    <a:pt x="240901" y="68309"/>
                    <a:pt x="242179" y="68309"/>
                    <a:pt x="243457" y="68309"/>
                  </a:cubicBezTo>
                  <a:lnTo>
                    <a:pt x="244096" y="68309"/>
                  </a:lnTo>
                  <a:cubicBezTo>
                    <a:pt x="244735" y="68309"/>
                    <a:pt x="246013" y="68309"/>
                    <a:pt x="246652" y="68309"/>
                  </a:cubicBezTo>
                  <a:lnTo>
                    <a:pt x="246652" y="129595"/>
                  </a:lnTo>
                  <a:cubicBezTo>
                    <a:pt x="246652" y="129595"/>
                    <a:pt x="246652" y="129595"/>
                    <a:pt x="246652" y="129595"/>
                  </a:cubicBezTo>
                  <a:lnTo>
                    <a:pt x="246652" y="130872"/>
                  </a:lnTo>
                  <a:cubicBezTo>
                    <a:pt x="246013" y="142363"/>
                    <a:pt x="240262" y="153216"/>
                    <a:pt x="230677" y="159600"/>
                  </a:cubicBezTo>
                  <a:cubicBezTo>
                    <a:pt x="225565" y="163430"/>
                    <a:pt x="222370" y="169176"/>
                    <a:pt x="222370" y="175560"/>
                  </a:cubicBezTo>
                  <a:lnTo>
                    <a:pt x="222370" y="194073"/>
                  </a:lnTo>
                  <a:cubicBezTo>
                    <a:pt x="222370" y="197903"/>
                    <a:pt x="224926" y="200457"/>
                    <a:pt x="228760" y="200457"/>
                  </a:cubicBezTo>
                  <a:cubicBezTo>
                    <a:pt x="232594" y="200457"/>
                    <a:pt x="235150" y="197903"/>
                    <a:pt x="235150" y="194073"/>
                  </a:cubicBezTo>
                  <a:lnTo>
                    <a:pt x="235150" y="175560"/>
                  </a:lnTo>
                  <a:cubicBezTo>
                    <a:pt x="235150" y="173006"/>
                    <a:pt x="236428" y="171091"/>
                    <a:pt x="238345" y="169814"/>
                  </a:cubicBezTo>
                  <a:cubicBezTo>
                    <a:pt x="251125" y="160876"/>
                    <a:pt x="259432" y="146193"/>
                    <a:pt x="260071" y="130872"/>
                  </a:cubicBezTo>
                  <a:lnTo>
                    <a:pt x="258154" y="130233"/>
                  </a:lnTo>
                  <a:cubicBezTo>
                    <a:pt x="258154" y="130233"/>
                    <a:pt x="258154" y="130233"/>
                    <a:pt x="258154" y="130233"/>
                  </a:cubicBezTo>
                  <a:close/>
                  <a:moveTo>
                    <a:pt x="214703" y="25536"/>
                  </a:moveTo>
                  <a:cubicBezTo>
                    <a:pt x="217897" y="25536"/>
                    <a:pt x="220453" y="28090"/>
                    <a:pt x="220453" y="31282"/>
                  </a:cubicBezTo>
                  <a:lnTo>
                    <a:pt x="220453" y="76608"/>
                  </a:lnTo>
                  <a:cubicBezTo>
                    <a:pt x="220453" y="76608"/>
                    <a:pt x="220453" y="77246"/>
                    <a:pt x="220453" y="77246"/>
                  </a:cubicBezTo>
                  <a:lnTo>
                    <a:pt x="220453" y="109805"/>
                  </a:lnTo>
                  <a:cubicBezTo>
                    <a:pt x="215980" y="109805"/>
                    <a:pt x="211508" y="110443"/>
                    <a:pt x="207034" y="111720"/>
                  </a:cubicBezTo>
                  <a:cubicBezTo>
                    <a:pt x="205756" y="105974"/>
                    <a:pt x="203839" y="100229"/>
                    <a:pt x="201283" y="95121"/>
                  </a:cubicBezTo>
                  <a:cubicBezTo>
                    <a:pt x="201923" y="95121"/>
                    <a:pt x="201923" y="95121"/>
                    <a:pt x="202561" y="95121"/>
                  </a:cubicBezTo>
                  <a:cubicBezTo>
                    <a:pt x="206395" y="95121"/>
                    <a:pt x="208951" y="92568"/>
                    <a:pt x="208951" y="88738"/>
                  </a:cubicBezTo>
                  <a:lnTo>
                    <a:pt x="208951" y="30643"/>
                  </a:lnTo>
                  <a:cubicBezTo>
                    <a:pt x="208951" y="29366"/>
                    <a:pt x="209590" y="28090"/>
                    <a:pt x="210868" y="26813"/>
                  </a:cubicBezTo>
                  <a:cubicBezTo>
                    <a:pt x="212146" y="26174"/>
                    <a:pt x="213424" y="25536"/>
                    <a:pt x="214703" y="25536"/>
                  </a:cubicBezTo>
                  <a:close/>
                  <a:moveTo>
                    <a:pt x="185948" y="14045"/>
                  </a:moveTo>
                  <a:cubicBezTo>
                    <a:pt x="187225" y="12768"/>
                    <a:pt x="188503" y="12130"/>
                    <a:pt x="190420" y="12130"/>
                  </a:cubicBezTo>
                  <a:cubicBezTo>
                    <a:pt x="193615" y="12130"/>
                    <a:pt x="196172" y="14683"/>
                    <a:pt x="196172" y="17875"/>
                  </a:cubicBezTo>
                  <a:lnTo>
                    <a:pt x="196172" y="30643"/>
                  </a:lnTo>
                  <a:cubicBezTo>
                    <a:pt x="196172" y="30643"/>
                    <a:pt x="196172" y="31282"/>
                    <a:pt x="196172" y="31282"/>
                  </a:cubicBezTo>
                  <a:cubicBezTo>
                    <a:pt x="196172" y="31282"/>
                    <a:pt x="196172" y="31282"/>
                    <a:pt x="196172" y="31282"/>
                  </a:cubicBezTo>
                  <a:lnTo>
                    <a:pt x="196172" y="87461"/>
                  </a:lnTo>
                  <a:cubicBezTo>
                    <a:pt x="195533" y="86822"/>
                    <a:pt x="194893" y="86184"/>
                    <a:pt x="194254" y="85546"/>
                  </a:cubicBezTo>
                  <a:lnTo>
                    <a:pt x="194254" y="85546"/>
                  </a:lnTo>
                  <a:cubicBezTo>
                    <a:pt x="191059" y="82354"/>
                    <a:pt x="187864" y="79800"/>
                    <a:pt x="184031" y="77885"/>
                  </a:cubicBezTo>
                  <a:lnTo>
                    <a:pt x="184031" y="26174"/>
                  </a:lnTo>
                  <a:cubicBezTo>
                    <a:pt x="184031" y="26174"/>
                    <a:pt x="184031" y="26174"/>
                    <a:pt x="184031" y="26174"/>
                  </a:cubicBezTo>
                  <a:cubicBezTo>
                    <a:pt x="184031" y="25536"/>
                    <a:pt x="184031" y="25536"/>
                    <a:pt x="184031" y="25536"/>
                  </a:cubicBezTo>
                  <a:lnTo>
                    <a:pt x="184031" y="17875"/>
                  </a:lnTo>
                  <a:cubicBezTo>
                    <a:pt x="184669" y="16598"/>
                    <a:pt x="185308" y="14683"/>
                    <a:pt x="185948" y="14045"/>
                  </a:cubicBezTo>
                  <a:close/>
                  <a:moveTo>
                    <a:pt x="159748" y="26174"/>
                  </a:moveTo>
                  <a:cubicBezTo>
                    <a:pt x="159748" y="24898"/>
                    <a:pt x="160388" y="22982"/>
                    <a:pt x="161666" y="21706"/>
                  </a:cubicBezTo>
                  <a:cubicBezTo>
                    <a:pt x="162943" y="20429"/>
                    <a:pt x="164222" y="19790"/>
                    <a:pt x="166138" y="19790"/>
                  </a:cubicBezTo>
                  <a:cubicBezTo>
                    <a:pt x="169333" y="19790"/>
                    <a:pt x="171889" y="22344"/>
                    <a:pt x="171889" y="24898"/>
                  </a:cubicBezTo>
                  <a:lnTo>
                    <a:pt x="171889" y="71501"/>
                  </a:lnTo>
                  <a:cubicBezTo>
                    <a:pt x="168695" y="70862"/>
                    <a:pt x="165500" y="70224"/>
                    <a:pt x="161666" y="70224"/>
                  </a:cubicBezTo>
                  <a:cubicBezTo>
                    <a:pt x="161027" y="70224"/>
                    <a:pt x="160388" y="70224"/>
                    <a:pt x="159748" y="70224"/>
                  </a:cubicBezTo>
                  <a:lnTo>
                    <a:pt x="159748" y="49157"/>
                  </a:lnTo>
                  <a:lnTo>
                    <a:pt x="159748" y="26174"/>
                  </a:lnTo>
                  <a:close/>
                  <a:moveTo>
                    <a:pt x="137384" y="46603"/>
                  </a:moveTo>
                  <a:cubicBezTo>
                    <a:pt x="138662" y="45326"/>
                    <a:pt x="139940" y="44688"/>
                    <a:pt x="141857" y="44688"/>
                  </a:cubicBezTo>
                  <a:cubicBezTo>
                    <a:pt x="145052" y="44688"/>
                    <a:pt x="147608" y="47242"/>
                    <a:pt x="147608" y="50434"/>
                  </a:cubicBezTo>
                  <a:lnTo>
                    <a:pt x="147608" y="73416"/>
                  </a:lnTo>
                  <a:cubicBezTo>
                    <a:pt x="143774" y="74693"/>
                    <a:pt x="139301" y="76608"/>
                    <a:pt x="136106" y="79162"/>
                  </a:cubicBezTo>
                  <a:lnTo>
                    <a:pt x="136106" y="51072"/>
                  </a:lnTo>
                  <a:cubicBezTo>
                    <a:pt x="135467" y="49157"/>
                    <a:pt x="136106" y="47242"/>
                    <a:pt x="137384" y="46603"/>
                  </a:cubicBezTo>
                  <a:close/>
                  <a:moveTo>
                    <a:pt x="116297" y="44688"/>
                  </a:moveTo>
                  <a:cubicBezTo>
                    <a:pt x="117575" y="44688"/>
                    <a:pt x="119492" y="45326"/>
                    <a:pt x="120770" y="46603"/>
                  </a:cubicBezTo>
                  <a:cubicBezTo>
                    <a:pt x="122048" y="47880"/>
                    <a:pt x="122687" y="49157"/>
                    <a:pt x="122687" y="50434"/>
                  </a:cubicBezTo>
                  <a:lnTo>
                    <a:pt x="122687" y="72778"/>
                  </a:lnTo>
                  <a:cubicBezTo>
                    <a:pt x="122687" y="72778"/>
                    <a:pt x="122687" y="73416"/>
                    <a:pt x="122687" y="73416"/>
                  </a:cubicBezTo>
                  <a:lnTo>
                    <a:pt x="122687" y="79162"/>
                  </a:lnTo>
                  <a:cubicBezTo>
                    <a:pt x="118853" y="76608"/>
                    <a:pt x="115019" y="74693"/>
                    <a:pt x="110546" y="73416"/>
                  </a:cubicBezTo>
                  <a:lnTo>
                    <a:pt x="110546" y="50434"/>
                  </a:lnTo>
                  <a:cubicBezTo>
                    <a:pt x="110546" y="47242"/>
                    <a:pt x="113102" y="44688"/>
                    <a:pt x="116297" y="44688"/>
                  </a:cubicBezTo>
                  <a:close/>
                  <a:moveTo>
                    <a:pt x="92015" y="20429"/>
                  </a:moveTo>
                  <a:cubicBezTo>
                    <a:pt x="93294" y="20429"/>
                    <a:pt x="95210" y="21067"/>
                    <a:pt x="96489" y="22344"/>
                  </a:cubicBezTo>
                  <a:cubicBezTo>
                    <a:pt x="97766" y="23621"/>
                    <a:pt x="98405" y="24898"/>
                    <a:pt x="98405" y="26174"/>
                  </a:cubicBezTo>
                  <a:lnTo>
                    <a:pt x="98405" y="50434"/>
                  </a:lnTo>
                  <a:lnTo>
                    <a:pt x="98405" y="71501"/>
                  </a:lnTo>
                  <a:cubicBezTo>
                    <a:pt x="97766" y="71501"/>
                    <a:pt x="97128" y="71501"/>
                    <a:pt x="96489" y="71501"/>
                  </a:cubicBezTo>
                  <a:cubicBezTo>
                    <a:pt x="93294" y="71501"/>
                    <a:pt x="90099" y="72139"/>
                    <a:pt x="86904" y="72778"/>
                  </a:cubicBezTo>
                  <a:lnTo>
                    <a:pt x="86904" y="26174"/>
                  </a:lnTo>
                  <a:cubicBezTo>
                    <a:pt x="86264" y="22982"/>
                    <a:pt x="88820" y="20429"/>
                    <a:pt x="92015" y="20429"/>
                  </a:cubicBezTo>
                  <a:close/>
                  <a:moveTo>
                    <a:pt x="67094" y="12130"/>
                  </a:moveTo>
                  <a:cubicBezTo>
                    <a:pt x="68373" y="12130"/>
                    <a:pt x="70289" y="12768"/>
                    <a:pt x="71568" y="14045"/>
                  </a:cubicBezTo>
                  <a:cubicBezTo>
                    <a:pt x="72845" y="15322"/>
                    <a:pt x="73484" y="16598"/>
                    <a:pt x="73484" y="17875"/>
                  </a:cubicBezTo>
                  <a:lnTo>
                    <a:pt x="73484" y="25536"/>
                  </a:lnTo>
                  <a:cubicBezTo>
                    <a:pt x="73484" y="26174"/>
                    <a:pt x="73484" y="26174"/>
                    <a:pt x="73484" y="26813"/>
                  </a:cubicBezTo>
                  <a:cubicBezTo>
                    <a:pt x="73484" y="26813"/>
                    <a:pt x="73484" y="26813"/>
                    <a:pt x="73484" y="26813"/>
                  </a:cubicBezTo>
                  <a:lnTo>
                    <a:pt x="73484" y="77885"/>
                  </a:lnTo>
                  <a:cubicBezTo>
                    <a:pt x="69650" y="79800"/>
                    <a:pt x="66456" y="82992"/>
                    <a:pt x="63261" y="86184"/>
                  </a:cubicBezTo>
                  <a:cubicBezTo>
                    <a:pt x="62622" y="86822"/>
                    <a:pt x="61983" y="87461"/>
                    <a:pt x="61983" y="88099"/>
                  </a:cubicBezTo>
                  <a:lnTo>
                    <a:pt x="61983" y="31920"/>
                  </a:lnTo>
                  <a:cubicBezTo>
                    <a:pt x="61983" y="31920"/>
                    <a:pt x="61983" y="31920"/>
                    <a:pt x="61983" y="31920"/>
                  </a:cubicBezTo>
                  <a:cubicBezTo>
                    <a:pt x="61983" y="31920"/>
                    <a:pt x="61983" y="31282"/>
                    <a:pt x="61983" y="31282"/>
                  </a:cubicBezTo>
                  <a:lnTo>
                    <a:pt x="61983" y="18514"/>
                  </a:lnTo>
                  <a:cubicBezTo>
                    <a:pt x="61344" y="14683"/>
                    <a:pt x="63899" y="12130"/>
                    <a:pt x="67094" y="12130"/>
                  </a:cubicBezTo>
                  <a:close/>
                  <a:moveTo>
                    <a:pt x="42813" y="25536"/>
                  </a:moveTo>
                  <a:cubicBezTo>
                    <a:pt x="44091" y="25536"/>
                    <a:pt x="46008" y="26174"/>
                    <a:pt x="47286" y="27451"/>
                  </a:cubicBezTo>
                  <a:cubicBezTo>
                    <a:pt x="48564" y="28728"/>
                    <a:pt x="48564" y="30005"/>
                    <a:pt x="49203" y="31282"/>
                  </a:cubicBezTo>
                  <a:lnTo>
                    <a:pt x="49203" y="88738"/>
                  </a:lnTo>
                  <a:cubicBezTo>
                    <a:pt x="49203" y="92568"/>
                    <a:pt x="51759" y="95121"/>
                    <a:pt x="55593" y="95121"/>
                  </a:cubicBezTo>
                  <a:cubicBezTo>
                    <a:pt x="56232" y="95121"/>
                    <a:pt x="56232" y="95121"/>
                    <a:pt x="56871" y="95121"/>
                  </a:cubicBezTo>
                  <a:cubicBezTo>
                    <a:pt x="53676" y="100229"/>
                    <a:pt x="51759" y="105974"/>
                    <a:pt x="51119" y="111081"/>
                  </a:cubicBezTo>
                  <a:cubicBezTo>
                    <a:pt x="46647" y="109805"/>
                    <a:pt x="42174" y="109166"/>
                    <a:pt x="37701" y="109166"/>
                  </a:cubicBezTo>
                  <a:lnTo>
                    <a:pt x="37701" y="76608"/>
                  </a:lnTo>
                  <a:cubicBezTo>
                    <a:pt x="37701" y="76608"/>
                    <a:pt x="37701" y="76608"/>
                    <a:pt x="37701" y="75970"/>
                  </a:cubicBezTo>
                  <a:lnTo>
                    <a:pt x="37701" y="31282"/>
                  </a:lnTo>
                  <a:cubicBezTo>
                    <a:pt x="37062" y="28728"/>
                    <a:pt x="39618" y="25536"/>
                    <a:pt x="42813" y="25536"/>
                  </a:cubicBezTo>
                  <a:close/>
                  <a:moveTo>
                    <a:pt x="185308" y="145555"/>
                  </a:moveTo>
                  <a:lnTo>
                    <a:pt x="136106" y="197265"/>
                  </a:lnTo>
                  <a:cubicBezTo>
                    <a:pt x="132911" y="200457"/>
                    <a:pt x="130994" y="202372"/>
                    <a:pt x="129077" y="202372"/>
                  </a:cubicBezTo>
                  <a:cubicBezTo>
                    <a:pt x="126521" y="202372"/>
                    <a:pt x="124604" y="200457"/>
                    <a:pt x="122048" y="197903"/>
                  </a:cubicBezTo>
                  <a:lnTo>
                    <a:pt x="72207" y="145555"/>
                  </a:lnTo>
                  <a:cubicBezTo>
                    <a:pt x="58788" y="131510"/>
                    <a:pt x="58788" y="109166"/>
                    <a:pt x="72207" y="95121"/>
                  </a:cubicBezTo>
                  <a:cubicBezTo>
                    <a:pt x="78597" y="88738"/>
                    <a:pt x="86904" y="84907"/>
                    <a:pt x="96489" y="84269"/>
                  </a:cubicBezTo>
                  <a:cubicBezTo>
                    <a:pt x="97128" y="84269"/>
                    <a:pt x="97128" y="84269"/>
                    <a:pt x="97766" y="84269"/>
                  </a:cubicBezTo>
                  <a:cubicBezTo>
                    <a:pt x="106074" y="84269"/>
                    <a:pt x="115019" y="88099"/>
                    <a:pt x="122048" y="95121"/>
                  </a:cubicBezTo>
                  <a:lnTo>
                    <a:pt x="129077" y="102144"/>
                  </a:lnTo>
                  <a:lnTo>
                    <a:pt x="136106" y="95121"/>
                  </a:lnTo>
                  <a:cubicBezTo>
                    <a:pt x="143135" y="88099"/>
                    <a:pt x="152081" y="84269"/>
                    <a:pt x="161666" y="84907"/>
                  </a:cubicBezTo>
                  <a:cubicBezTo>
                    <a:pt x="170612" y="84907"/>
                    <a:pt x="178918" y="88738"/>
                    <a:pt x="185308" y="95760"/>
                  </a:cubicBezTo>
                  <a:cubicBezTo>
                    <a:pt x="198728" y="108528"/>
                    <a:pt x="198728" y="131510"/>
                    <a:pt x="185308" y="145555"/>
                  </a:cubicBezTo>
                  <a:close/>
                </a:path>
              </a:pathLst>
            </a:custGeom>
            <a:solidFill>
              <a:srgbClr val="007CB0"/>
            </a:solidFill>
            <a:ln w="6390" cap="flat">
              <a:noFill/>
              <a:prstDash val="solid"/>
              <a:miter/>
            </a:ln>
          </p:spPr>
          <p:txBody>
            <a:bodyPr rtlCol="0" anchor="ctr"/>
            <a:lstStyle/>
            <a:p>
              <a:endParaRPr lang="en-US"/>
            </a:p>
          </p:txBody>
        </p:sp>
      </p:grpSp>
      <p:grpSp>
        <p:nvGrpSpPr>
          <p:cNvPr id="848" name="Graphic 4">
            <a:extLst>
              <a:ext uri="{FF2B5EF4-FFF2-40B4-BE49-F238E27FC236}">
                <a16:creationId xmlns:a16="http://schemas.microsoft.com/office/drawing/2014/main" id="{F96EC55E-A78A-3C4A-B500-48533D7FE7B8}"/>
              </a:ext>
            </a:extLst>
          </p:cNvPr>
          <p:cNvGrpSpPr/>
          <p:nvPr/>
        </p:nvGrpSpPr>
        <p:grpSpPr>
          <a:xfrm>
            <a:off x="5708769" y="1402085"/>
            <a:ext cx="361670" cy="361333"/>
            <a:chOff x="5708769" y="1402085"/>
            <a:chExt cx="361670" cy="361333"/>
          </a:xfrm>
          <a:solidFill>
            <a:srgbClr val="007CB0"/>
          </a:solidFill>
        </p:grpSpPr>
        <p:sp>
          <p:nvSpPr>
            <p:cNvPr id="849" name="Graphic 4">
              <a:extLst>
                <a:ext uri="{FF2B5EF4-FFF2-40B4-BE49-F238E27FC236}">
                  <a16:creationId xmlns:a16="http://schemas.microsoft.com/office/drawing/2014/main" id="{0B2197A9-E02C-F24E-945F-BC0A1C543E79}"/>
                </a:ext>
              </a:extLst>
            </p:cNvPr>
            <p:cNvSpPr/>
            <p:nvPr/>
          </p:nvSpPr>
          <p:spPr>
            <a:xfrm>
              <a:off x="5708769"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1305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895"/>
                    <a:pt x="361670" y="181305"/>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850" name="Graphic 4">
              <a:extLst>
                <a:ext uri="{FF2B5EF4-FFF2-40B4-BE49-F238E27FC236}">
                  <a16:creationId xmlns:a16="http://schemas.microsoft.com/office/drawing/2014/main" id="{77C08E03-282A-C343-92C0-E5E207DF6087}"/>
                </a:ext>
              </a:extLst>
            </p:cNvPr>
            <p:cNvSpPr/>
            <p:nvPr/>
          </p:nvSpPr>
          <p:spPr>
            <a:xfrm>
              <a:off x="5760997" y="1451880"/>
              <a:ext cx="256007" cy="264935"/>
            </a:xfrm>
            <a:custGeom>
              <a:avLst/>
              <a:gdLst>
                <a:gd name="connsiteX0" fmla="*/ 255767 w 256007"/>
                <a:gd name="connsiteY0" fmla="*/ 139809 h 264935"/>
                <a:gd name="connsiteX1" fmla="*/ 251295 w 256007"/>
                <a:gd name="connsiteY1" fmla="*/ 82353 h 264935"/>
                <a:gd name="connsiteX2" fmla="*/ 239793 w 256007"/>
                <a:gd name="connsiteY2" fmla="*/ 70862 h 264935"/>
                <a:gd name="connsiteX3" fmla="*/ 225096 w 256007"/>
                <a:gd name="connsiteY3" fmla="*/ 77246 h 264935"/>
                <a:gd name="connsiteX4" fmla="*/ 128608 w 256007"/>
                <a:gd name="connsiteY4" fmla="*/ 0 h 264935"/>
                <a:gd name="connsiteX5" fmla="*/ 32120 w 256007"/>
                <a:gd name="connsiteY5" fmla="*/ 79161 h 264935"/>
                <a:gd name="connsiteX6" fmla="*/ 16145 w 256007"/>
                <a:gd name="connsiteY6" fmla="*/ 71501 h 264935"/>
                <a:gd name="connsiteX7" fmla="*/ 4643 w 256007"/>
                <a:gd name="connsiteY7" fmla="*/ 83630 h 264935"/>
                <a:gd name="connsiteX8" fmla="*/ 170 w 256007"/>
                <a:gd name="connsiteY8" fmla="*/ 140448 h 264935"/>
                <a:gd name="connsiteX9" fmla="*/ 2087 w 256007"/>
                <a:gd name="connsiteY9" fmla="*/ 156408 h 264935"/>
                <a:gd name="connsiteX10" fmla="*/ 17423 w 256007"/>
                <a:gd name="connsiteY10" fmla="*/ 198542 h 264935"/>
                <a:gd name="connsiteX11" fmla="*/ 32759 w 256007"/>
                <a:gd name="connsiteY11" fmla="*/ 218971 h 264935"/>
                <a:gd name="connsiteX12" fmla="*/ 69820 w 256007"/>
                <a:gd name="connsiteY12" fmla="*/ 246422 h 264935"/>
                <a:gd name="connsiteX13" fmla="*/ 78766 w 256007"/>
                <a:gd name="connsiteY13" fmla="*/ 259190 h 264935"/>
                <a:gd name="connsiteX14" fmla="*/ 85156 w 256007"/>
                <a:gd name="connsiteY14" fmla="*/ 264935 h 264935"/>
                <a:gd name="connsiteX15" fmla="*/ 85795 w 256007"/>
                <a:gd name="connsiteY15" fmla="*/ 264935 h 264935"/>
                <a:gd name="connsiteX16" fmla="*/ 91546 w 256007"/>
                <a:gd name="connsiteY16" fmla="*/ 257913 h 264935"/>
                <a:gd name="connsiteX17" fmla="*/ 77488 w 256007"/>
                <a:gd name="connsiteY17" fmla="*/ 235569 h 264935"/>
                <a:gd name="connsiteX18" fmla="*/ 40427 w 256007"/>
                <a:gd name="connsiteY18" fmla="*/ 208118 h 264935"/>
                <a:gd name="connsiteX19" fmla="*/ 29564 w 256007"/>
                <a:gd name="connsiteY19" fmla="*/ 193435 h 264935"/>
                <a:gd name="connsiteX20" fmla="*/ 14228 w 256007"/>
                <a:gd name="connsiteY20" fmla="*/ 151300 h 264935"/>
                <a:gd name="connsiteX21" fmla="*/ 12950 w 256007"/>
                <a:gd name="connsiteY21" fmla="*/ 141086 h 264935"/>
                <a:gd name="connsiteX22" fmla="*/ 16784 w 256007"/>
                <a:gd name="connsiteY22" fmla="*/ 84269 h 264935"/>
                <a:gd name="connsiteX23" fmla="*/ 19340 w 256007"/>
                <a:gd name="connsiteY23" fmla="*/ 84907 h 264935"/>
                <a:gd name="connsiteX24" fmla="*/ 23174 w 256007"/>
                <a:gd name="connsiteY24" fmla="*/ 90014 h 264935"/>
                <a:gd name="connsiteX25" fmla="*/ 28286 w 256007"/>
                <a:gd name="connsiteY25" fmla="*/ 137256 h 264935"/>
                <a:gd name="connsiteX26" fmla="*/ 19340 w 256007"/>
                <a:gd name="connsiteY26" fmla="*/ 143001 h 264935"/>
                <a:gd name="connsiteX27" fmla="*/ 21896 w 256007"/>
                <a:gd name="connsiteY27" fmla="*/ 160876 h 264935"/>
                <a:gd name="connsiteX28" fmla="*/ 40427 w 256007"/>
                <a:gd name="connsiteY28" fmla="*/ 183859 h 264935"/>
                <a:gd name="connsiteX29" fmla="*/ 53846 w 256007"/>
                <a:gd name="connsiteY29" fmla="*/ 194711 h 264935"/>
                <a:gd name="connsiteX30" fmla="*/ 74932 w 256007"/>
                <a:gd name="connsiteY30" fmla="*/ 205564 h 264935"/>
                <a:gd name="connsiteX31" fmla="*/ 83239 w 256007"/>
                <a:gd name="connsiteY31" fmla="*/ 203011 h 264935"/>
                <a:gd name="connsiteX32" fmla="*/ 80683 w 256007"/>
                <a:gd name="connsiteY32" fmla="*/ 194711 h 264935"/>
                <a:gd name="connsiteX33" fmla="*/ 59597 w 256007"/>
                <a:gd name="connsiteY33" fmla="*/ 183859 h 264935"/>
                <a:gd name="connsiteX34" fmla="*/ 50651 w 256007"/>
                <a:gd name="connsiteY34" fmla="*/ 176836 h 264935"/>
                <a:gd name="connsiteX35" fmla="*/ 32120 w 256007"/>
                <a:gd name="connsiteY35" fmla="*/ 153854 h 264935"/>
                <a:gd name="connsiteX36" fmla="*/ 30842 w 256007"/>
                <a:gd name="connsiteY36" fmla="*/ 151939 h 264935"/>
                <a:gd name="connsiteX37" fmla="*/ 42983 w 256007"/>
                <a:gd name="connsiteY37" fmla="*/ 151939 h 264935"/>
                <a:gd name="connsiteX38" fmla="*/ 64069 w 256007"/>
                <a:gd name="connsiteY38" fmla="*/ 168537 h 264935"/>
                <a:gd name="connsiteX39" fmla="*/ 68542 w 256007"/>
                <a:gd name="connsiteY39" fmla="*/ 170452 h 264935"/>
                <a:gd name="connsiteX40" fmla="*/ 75571 w 256007"/>
                <a:gd name="connsiteY40" fmla="*/ 171091 h 264935"/>
                <a:gd name="connsiteX41" fmla="*/ 117745 w 256007"/>
                <a:gd name="connsiteY41" fmla="*/ 207479 h 264935"/>
                <a:gd name="connsiteX42" fmla="*/ 120940 w 256007"/>
                <a:gd name="connsiteY42" fmla="*/ 233654 h 264935"/>
                <a:gd name="connsiteX43" fmla="*/ 127330 w 256007"/>
                <a:gd name="connsiteY43" fmla="*/ 240038 h 264935"/>
                <a:gd name="connsiteX44" fmla="*/ 127330 w 256007"/>
                <a:gd name="connsiteY44" fmla="*/ 240038 h 264935"/>
                <a:gd name="connsiteX45" fmla="*/ 127330 w 256007"/>
                <a:gd name="connsiteY45" fmla="*/ 240038 h 264935"/>
                <a:gd name="connsiteX46" fmla="*/ 133720 w 256007"/>
                <a:gd name="connsiteY46" fmla="*/ 233654 h 264935"/>
                <a:gd name="connsiteX47" fmla="*/ 136915 w 256007"/>
                <a:gd name="connsiteY47" fmla="*/ 207479 h 264935"/>
                <a:gd name="connsiteX48" fmla="*/ 179088 w 256007"/>
                <a:gd name="connsiteY48" fmla="*/ 171091 h 264935"/>
                <a:gd name="connsiteX49" fmla="*/ 186117 w 256007"/>
                <a:gd name="connsiteY49" fmla="*/ 170452 h 264935"/>
                <a:gd name="connsiteX50" fmla="*/ 190590 w 256007"/>
                <a:gd name="connsiteY50" fmla="*/ 168537 h 264935"/>
                <a:gd name="connsiteX51" fmla="*/ 212316 w 256007"/>
                <a:gd name="connsiteY51" fmla="*/ 151939 h 264935"/>
                <a:gd name="connsiteX52" fmla="*/ 224457 w 256007"/>
                <a:gd name="connsiteY52" fmla="*/ 151939 h 264935"/>
                <a:gd name="connsiteX53" fmla="*/ 222540 w 256007"/>
                <a:gd name="connsiteY53" fmla="*/ 154492 h 264935"/>
                <a:gd name="connsiteX54" fmla="*/ 204009 w 256007"/>
                <a:gd name="connsiteY54" fmla="*/ 177475 h 264935"/>
                <a:gd name="connsiteX55" fmla="*/ 195063 w 256007"/>
                <a:gd name="connsiteY55" fmla="*/ 184497 h 264935"/>
                <a:gd name="connsiteX56" fmla="*/ 175254 w 256007"/>
                <a:gd name="connsiteY56" fmla="*/ 192796 h 264935"/>
                <a:gd name="connsiteX57" fmla="*/ 172698 w 256007"/>
                <a:gd name="connsiteY57" fmla="*/ 201095 h 264935"/>
                <a:gd name="connsiteX58" fmla="*/ 181005 w 256007"/>
                <a:gd name="connsiteY58" fmla="*/ 203649 h 264935"/>
                <a:gd name="connsiteX59" fmla="*/ 202092 w 256007"/>
                <a:gd name="connsiteY59" fmla="*/ 192796 h 264935"/>
                <a:gd name="connsiteX60" fmla="*/ 215511 w 256007"/>
                <a:gd name="connsiteY60" fmla="*/ 181944 h 264935"/>
                <a:gd name="connsiteX61" fmla="*/ 233403 w 256007"/>
                <a:gd name="connsiteY61" fmla="*/ 159600 h 264935"/>
                <a:gd name="connsiteX62" fmla="*/ 236598 w 256007"/>
                <a:gd name="connsiteY62" fmla="*/ 141086 h 264935"/>
                <a:gd name="connsiteX63" fmla="*/ 227652 w 256007"/>
                <a:gd name="connsiteY63" fmla="*/ 135340 h 264935"/>
                <a:gd name="connsiteX64" fmla="*/ 232764 w 256007"/>
                <a:gd name="connsiteY64" fmla="*/ 88099 h 264935"/>
                <a:gd name="connsiteX65" fmla="*/ 236598 w 256007"/>
                <a:gd name="connsiteY65" fmla="*/ 82992 h 264935"/>
                <a:gd name="connsiteX66" fmla="*/ 238515 w 256007"/>
                <a:gd name="connsiteY66" fmla="*/ 82353 h 264935"/>
                <a:gd name="connsiteX67" fmla="*/ 242988 w 256007"/>
                <a:gd name="connsiteY67" fmla="*/ 139171 h 264935"/>
                <a:gd name="connsiteX68" fmla="*/ 241710 w 256007"/>
                <a:gd name="connsiteY68" fmla="*/ 149385 h 264935"/>
                <a:gd name="connsiteX69" fmla="*/ 226374 w 256007"/>
                <a:gd name="connsiteY69" fmla="*/ 191519 h 264935"/>
                <a:gd name="connsiteX70" fmla="*/ 215511 w 256007"/>
                <a:gd name="connsiteY70" fmla="*/ 206203 h 264935"/>
                <a:gd name="connsiteX71" fmla="*/ 178449 w 256007"/>
                <a:gd name="connsiteY71" fmla="*/ 233654 h 264935"/>
                <a:gd name="connsiteX72" fmla="*/ 164391 w 256007"/>
                <a:gd name="connsiteY72" fmla="*/ 255998 h 264935"/>
                <a:gd name="connsiteX73" fmla="*/ 170142 w 256007"/>
                <a:gd name="connsiteY73" fmla="*/ 263020 h 264935"/>
                <a:gd name="connsiteX74" fmla="*/ 170781 w 256007"/>
                <a:gd name="connsiteY74" fmla="*/ 263020 h 264935"/>
                <a:gd name="connsiteX75" fmla="*/ 177171 w 256007"/>
                <a:gd name="connsiteY75" fmla="*/ 257275 h 264935"/>
                <a:gd name="connsiteX76" fmla="*/ 186117 w 256007"/>
                <a:gd name="connsiteY76" fmla="*/ 244507 h 264935"/>
                <a:gd name="connsiteX77" fmla="*/ 223179 w 256007"/>
                <a:gd name="connsiteY77" fmla="*/ 217055 h 264935"/>
                <a:gd name="connsiteX78" fmla="*/ 238515 w 256007"/>
                <a:gd name="connsiteY78" fmla="*/ 196627 h 264935"/>
                <a:gd name="connsiteX79" fmla="*/ 253850 w 256007"/>
                <a:gd name="connsiteY79" fmla="*/ 154492 h 264935"/>
                <a:gd name="connsiteX80" fmla="*/ 255767 w 256007"/>
                <a:gd name="connsiteY80" fmla="*/ 139809 h 264935"/>
                <a:gd name="connsiteX81" fmla="*/ 195063 w 256007"/>
                <a:gd name="connsiteY81" fmla="*/ 68947 h 264935"/>
                <a:gd name="connsiteX82" fmla="*/ 202092 w 256007"/>
                <a:gd name="connsiteY82" fmla="*/ 54264 h 264935"/>
                <a:gd name="connsiteX83" fmla="*/ 211038 w 256007"/>
                <a:gd name="connsiteY83" fmla="*/ 75331 h 264935"/>
                <a:gd name="connsiteX84" fmla="*/ 188034 w 256007"/>
                <a:gd name="connsiteY84" fmla="*/ 118742 h 264935"/>
                <a:gd name="connsiteX85" fmla="*/ 186756 w 256007"/>
                <a:gd name="connsiteY85" fmla="*/ 120657 h 264935"/>
                <a:gd name="connsiteX86" fmla="*/ 181644 w 256007"/>
                <a:gd name="connsiteY86" fmla="*/ 96398 h 264935"/>
                <a:gd name="connsiteX87" fmla="*/ 175893 w 256007"/>
                <a:gd name="connsiteY87" fmla="*/ 91291 h 264935"/>
                <a:gd name="connsiteX88" fmla="*/ 167586 w 256007"/>
                <a:gd name="connsiteY88" fmla="*/ 90653 h 264935"/>
                <a:gd name="connsiteX89" fmla="*/ 159918 w 256007"/>
                <a:gd name="connsiteY89" fmla="*/ 83630 h 264935"/>
                <a:gd name="connsiteX90" fmla="*/ 165031 w 256007"/>
                <a:gd name="connsiteY90" fmla="*/ 75331 h 264935"/>
                <a:gd name="connsiteX91" fmla="*/ 189951 w 256007"/>
                <a:gd name="connsiteY91" fmla="*/ 72139 h 264935"/>
                <a:gd name="connsiteX92" fmla="*/ 195063 w 256007"/>
                <a:gd name="connsiteY92" fmla="*/ 68947 h 264935"/>
                <a:gd name="connsiteX93" fmla="*/ 190590 w 256007"/>
                <a:gd name="connsiteY93" fmla="*/ 38942 h 264935"/>
                <a:gd name="connsiteX94" fmla="*/ 165031 w 256007"/>
                <a:gd name="connsiteY94" fmla="*/ 40219 h 264935"/>
                <a:gd name="connsiteX95" fmla="*/ 163753 w 256007"/>
                <a:gd name="connsiteY95" fmla="*/ 38942 h 264935"/>
                <a:gd name="connsiteX96" fmla="*/ 170781 w 256007"/>
                <a:gd name="connsiteY96" fmla="*/ 23621 h 264935"/>
                <a:gd name="connsiteX97" fmla="*/ 190590 w 256007"/>
                <a:gd name="connsiteY97" fmla="*/ 38942 h 264935"/>
                <a:gd name="connsiteX98" fmla="*/ 88351 w 256007"/>
                <a:gd name="connsiteY98" fmla="*/ 22982 h 264935"/>
                <a:gd name="connsiteX99" fmla="*/ 88990 w 256007"/>
                <a:gd name="connsiteY99" fmla="*/ 46603 h 264935"/>
                <a:gd name="connsiteX100" fmla="*/ 65347 w 256007"/>
                <a:gd name="connsiteY100" fmla="*/ 62563 h 264935"/>
                <a:gd name="connsiteX101" fmla="*/ 62792 w 256007"/>
                <a:gd name="connsiteY101" fmla="*/ 68947 h 264935"/>
                <a:gd name="connsiteX102" fmla="*/ 62792 w 256007"/>
                <a:gd name="connsiteY102" fmla="*/ 68947 h 264935"/>
                <a:gd name="connsiteX103" fmla="*/ 53207 w 256007"/>
                <a:gd name="connsiteY103" fmla="*/ 59371 h 264935"/>
                <a:gd name="connsiteX104" fmla="*/ 88351 w 256007"/>
                <a:gd name="connsiteY104" fmla="*/ 22982 h 264935"/>
                <a:gd name="connsiteX105" fmla="*/ 88351 w 256007"/>
                <a:gd name="connsiteY105" fmla="*/ 115550 h 264935"/>
                <a:gd name="connsiteX106" fmla="*/ 85156 w 256007"/>
                <a:gd name="connsiteY106" fmla="*/ 111720 h 264935"/>
                <a:gd name="connsiteX107" fmla="*/ 73654 w 256007"/>
                <a:gd name="connsiteY107" fmla="*/ 105336 h 264935"/>
                <a:gd name="connsiteX108" fmla="*/ 76210 w 256007"/>
                <a:gd name="connsiteY108" fmla="*/ 90653 h 264935"/>
                <a:gd name="connsiteX109" fmla="*/ 89629 w 256007"/>
                <a:gd name="connsiteY109" fmla="*/ 89376 h 264935"/>
                <a:gd name="connsiteX110" fmla="*/ 113911 w 256007"/>
                <a:gd name="connsiteY110" fmla="*/ 102144 h 264935"/>
                <a:gd name="connsiteX111" fmla="*/ 94102 w 256007"/>
                <a:gd name="connsiteY111" fmla="*/ 138532 h 264935"/>
                <a:gd name="connsiteX112" fmla="*/ 88351 w 256007"/>
                <a:gd name="connsiteY112" fmla="*/ 115550 h 264935"/>
                <a:gd name="connsiteX113" fmla="*/ 71737 w 256007"/>
                <a:gd name="connsiteY113" fmla="*/ 155131 h 264935"/>
                <a:gd name="connsiteX114" fmla="*/ 55124 w 256007"/>
                <a:gd name="connsiteY114" fmla="*/ 141724 h 264935"/>
                <a:gd name="connsiteX115" fmla="*/ 54484 w 256007"/>
                <a:gd name="connsiteY115" fmla="*/ 139171 h 264935"/>
                <a:gd name="connsiteX116" fmla="*/ 44261 w 256007"/>
                <a:gd name="connsiteY116" fmla="*/ 98313 h 264935"/>
                <a:gd name="connsiteX117" fmla="*/ 48734 w 256007"/>
                <a:gd name="connsiteY117" fmla="*/ 71501 h 264935"/>
                <a:gd name="connsiteX118" fmla="*/ 65347 w 256007"/>
                <a:gd name="connsiteY118" fmla="*/ 88099 h 264935"/>
                <a:gd name="connsiteX119" fmla="*/ 61514 w 256007"/>
                <a:gd name="connsiteY119" fmla="*/ 107251 h 264935"/>
                <a:gd name="connsiteX120" fmla="*/ 64708 w 256007"/>
                <a:gd name="connsiteY120" fmla="*/ 113635 h 264935"/>
                <a:gd name="connsiteX121" fmla="*/ 77488 w 256007"/>
                <a:gd name="connsiteY121" fmla="*/ 121296 h 264935"/>
                <a:gd name="connsiteX122" fmla="*/ 87712 w 256007"/>
                <a:gd name="connsiteY122" fmla="*/ 156408 h 264935"/>
                <a:gd name="connsiteX123" fmla="*/ 88351 w 256007"/>
                <a:gd name="connsiteY123" fmla="*/ 157046 h 264935"/>
                <a:gd name="connsiteX124" fmla="*/ 78766 w 256007"/>
                <a:gd name="connsiteY124" fmla="*/ 155131 h 264935"/>
                <a:gd name="connsiteX125" fmla="*/ 71737 w 256007"/>
                <a:gd name="connsiteY125" fmla="*/ 155131 h 264935"/>
                <a:gd name="connsiteX126" fmla="*/ 185478 w 256007"/>
                <a:gd name="connsiteY126" fmla="*/ 155131 h 264935"/>
                <a:gd name="connsiteX127" fmla="*/ 179088 w 256007"/>
                <a:gd name="connsiteY127" fmla="*/ 155769 h 264935"/>
                <a:gd name="connsiteX128" fmla="*/ 127969 w 256007"/>
                <a:gd name="connsiteY128" fmla="*/ 194073 h 264935"/>
                <a:gd name="connsiteX129" fmla="*/ 95380 w 256007"/>
                <a:gd name="connsiteY129" fmla="*/ 160238 h 264935"/>
                <a:gd name="connsiteX130" fmla="*/ 97936 w 256007"/>
                <a:gd name="connsiteY130" fmla="*/ 157684 h 264935"/>
                <a:gd name="connsiteX131" fmla="*/ 128608 w 256007"/>
                <a:gd name="connsiteY131" fmla="*/ 102144 h 264935"/>
                <a:gd name="connsiteX132" fmla="*/ 129247 w 256007"/>
                <a:gd name="connsiteY132" fmla="*/ 97037 h 264935"/>
                <a:gd name="connsiteX133" fmla="*/ 126052 w 256007"/>
                <a:gd name="connsiteY133" fmla="*/ 93206 h 264935"/>
                <a:gd name="connsiteX134" fmla="*/ 94102 w 256007"/>
                <a:gd name="connsiteY134" fmla="*/ 76608 h 264935"/>
                <a:gd name="connsiteX135" fmla="*/ 90907 w 256007"/>
                <a:gd name="connsiteY135" fmla="*/ 75969 h 264935"/>
                <a:gd name="connsiteX136" fmla="*/ 76210 w 256007"/>
                <a:gd name="connsiteY136" fmla="*/ 77246 h 264935"/>
                <a:gd name="connsiteX137" fmla="*/ 75571 w 256007"/>
                <a:gd name="connsiteY137" fmla="*/ 70224 h 264935"/>
                <a:gd name="connsiteX138" fmla="*/ 98575 w 256007"/>
                <a:gd name="connsiteY138" fmla="*/ 54264 h 264935"/>
                <a:gd name="connsiteX139" fmla="*/ 101131 w 256007"/>
                <a:gd name="connsiteY139" fmla="*/ 48518 h 264935"/>
                <a:gd name="connsiteX140" fmla="*/ 99853 w 256007"/>
                <a:gd name="connsiteY140" fmla="*/ 16598 h 264935"/>
                <a:gd name="connsiteX141" fmla="*/ 127969 w 256007"/>
                <a:gd name="connsiteY141" fmla="*/ 11491 h 264935"/>
                <a:gd name="connsiteX142" fmla="*/ 158001 w 256007"/>
                <a:gd name="connsiteY142" fmla="*/ 17237 h 264935"/>
                <a:gd name="connsiteX143" fmla="*/ 149056 w 256007"/>
                <a:gd name="connsiteY143" fmla="*/ 37027 h 264935"/>
                <a:gd name="connsiteX144" fmla="*/ 150333 w 256007"/>
                <a:gd name="connsiteY144" fmla="*/ 44049 h 264935"/>
                <a:gd name="connsiteX145" fmla="*/ 156723 w 256007"/>
                <a:gd name="connsiteY145" fmla="*/ 49795 h 264935"/>
                <a:gd name="connsiteX146" fmla="*/ 161196 w 256007"/>
                <a:gd name="connsiteY146" fmla="*/ 51710 h 264935"/>
                <a:gd name="connsiteX147" fmla="*/ 188034 w 256007"/>
                <a:gd name="connsiteY147" fmla="*/ 50433 h 264935"/>
                <a:gd name="connsiteX148" fmla="*/ 184200 w 256007"/>
                <a:gd name="connsiteY148" fmla="*/ 58733 h 264935"/>
                <a:gd name="connsiteX149" fmla="*/ 160558 w 256007"/>
                <a:gd name="connsiteY149" fmla="*/ 61286 h 264935"/>
                <a:gd name="connsiteX150" fmla="*/ 157363 w 256007"/>
                <a:gd name="connsiteY150" fmla="*/ 62563 h 264935"/>
                <a:gd name="connsiteX151" fmla="*/ 146500 w 256007"/>
                <a:gd name="connsiteY151" fmla="*/ 84269 h 264935"/>
                <a:gd name="connsiteX152" fmla="*/ 163113 w 256007"/>
                <a:gd name="connsiteY152" fmla="*/ 101505 h 264935"/>
                <a:gd name="connsiteX153" fmla="*/ 165031 w 256007"/>
                <a:gd name="connsiteY153" fmla="*/ 102144 h 264935"/>
                <a:gd name="connsiteX154" fmla="*/ 169503 w 256007"/>
                <a:gd name="connsiteY154" fmla="*/ 102144 h 264935"/>
                <a:gd name="connsiteX155" fmla="*/ 176532 w 256007"/>
                <a:gd name="connsiteY155" fmla="*/ 135979 h 264935"/>
                <a:gd name="connsiteX156" fmla="*/ 181644 w 256007"/>
                <a:gd name="connsiteY156" fmla="*/ 141086 h 264935"/>
                <a:gd name="connsiteX157" fmla="*/ 182922 w 256007"/>
                <a:gd name="connsiteY157" fmla="*/ 141086 h 264935"/>
                <a:gd name="connsiteX158" fmla="*/ 188034 w 256007"/>
                <a:gd name="connsiteY158" fmla="*/ 138532 h 264935"/>
                <a:gd name="connsiteX159" fmla="*/ 198258 w 256007"/>
                <a:gd name="connsiteY159" fmla="*/ 124488 h 264935"/>
                <a:gd name="connsiteX160" fmla="*/ 198897 w 256007"/>
                <a:gd name="connsiteY160" fmla="*/ 123849 h 264935"/>
                <a:gd name="connsiteX161" fmla="*/ 214233 w 256007"/>
                <a:gd name="connsiteY161" fmla="*/ 95121 h 264935"/>
                <a:gd name="connsiteX162" fmla="*/ 214233 w 256007"/>
                <a:gd name="connsiteY162" fmla="*/ 97037 h 264935"/>
                <a:gd name="connsiteX163" fmla="*/ 202731 w 256007"/>
                <a:gd name="connsiteY163" fmla="*/ 139809 h 264935"/>
                <a:gd name="connsiteX164" fmla="*/ 202731 w 256007"/>
                <a:gd name="connsiteY164" fmla="*/ 140448 h 264935"/>
                <a:gd name="connsiteX165" fmla="*/ 185478 w 256007"/>
                <a:gd name="connsiteY165" fmla="*/ 155131 h 264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256007" h="264935">
                  <a:moveTo>
                    <a:pt x="255767" y="139809"/>
                  </a:moveTo>
                  <a:lnTo>
                    <a:pt x="251295" y="82353"/>
                  </a:lnTo>
                  <a:cubicBezTo>
                    <a:pt x="250656" y="75969"/>
                    <a:pt x="246182" y="71501"/>
                    <a:pt x="239793" y="70862"/>
                  </a:cubicBezTo>
                  <a:cubicBezTo>
                    <a:pt x="235320" y="70224"/>
                    <a:pt x="229569" y="72777"/>
                    <a:pt x="225096" y="77246"/>
                  </a:cubicBezTo>
                  <a:cubicBezTo>
                    <a:pt x="215511" y="33197"/>
                    <a:pt x="175893" y="0"/>
                    <a:pt x="128608" y="0"/>
                  </a:cubicBezTo>
                  <a:cubicBezTo>
                    <a:pt x="81322" y="0"/>
                    <a:pt x="41066" y="33835"/>
                    <a:pt x="32120" y="79161"/>
                  </a:cubicBezTo>
                  <a:cubicBezTo>
                    <a:pt x="27647" y="73416"/>
                    <a:pt x="21896" y="70862"/>
                    <a:pt x="16145" y="71501"/>
                  </a:cubicBezTo>
                  <a:cubicBezTo>
                    <a:pt x="9755" y="72139"/>
                    <a:pt x="5282" y="76608"/>
                    <a:pt x="4643" y="83630"/>
                  </a:cubicBezTo>
                  <a:lnTo>
                    <a:pt x="170" y="140448"/>
                  </a:lnTo>
                  <a:cubicBezTo>
                    <a:pt x="-469" y="145555"/>
                    <a:pt x="809" y="151300"/>
                    <a:pt x="2087" y="156408"/>
                  </a:cubicBezTo>
                  <a:lnTo>
                    <a:pt x="17423" y="198542"/>
                  </a:lnTo>
                  <a:cubicBezTo>
                    <a:pt x="20618" y="206841"/>
                    <a:pt x="25730" y="213863"/>
                    <a:pt x="32759" y="218971"/>
                  </a:cubicBezTo>
                  <a:lnTo>
                    <a:pt x="69820" y="246422"/>
                  </a:lnTo>
                  <a:cubicBezTo>
                    <a:pt x="75571" y="250252"/>
                    <a:pt x="78127" y="254721"/>
                    <a:pt x="78766" y="259190"/>
                  </a:cubicBezTo>
                  <a:cubicBezTo>
                    <a:pt x="78766" y="262382"/>
                    <a:pt x="81961" y="264935"/>
                    <a:pt x="85156" y="264935"/>
                  </a:cubicBezTo>
                  <a:cubicBezTo>
                    <a:pt x="85156" y="264935"/>
                    <a:pt x="85795" y="264935"/>
                    <a:pt x="85795" y="264935"/>
                  </a:cubicBezTo>
                  <a:cubicBezTo>
                    <a:pt x="88990" y="264297"/>
                    <a:pt x="92185" y="261743"/>
                    <a:pt x="91546" y="257913"/>
                  </a:cubicBezTo>
                  <a:cubicBezTo>
                    <a:pt x="90907" y="249614"/>
                    <a:pt x="85795" y="241953"/>
                    <a:pt x="77488" y="235569"/>
                  </a:cubicBezTo>
                  <a:lnTo>
                    <a:pt x="40427" y="208118"/>
                  </a:lnTo>
                  <a:cubicBezTo>
                    <a:pt x="35315" y="204287"/>
                    <a:pt x="31481" y="199180"/>
                    <a:pt x="29564" y="193435"/>
                  </a:cubicBezTo>
                  <a:lnTo>
                    <a:pt x="14228" y="151300"/>
                  </a:lnTo>
                  <a:cubicBezTo>
                    <a:pt x="12950" y="148108"/>
                    <a:pt x="12311" y="144278"/>
                    <a:pt x="12950" y="141086"/>
                  </a:cubicBezTo>
                  <a:lnTo>
                    <a:pt x="16784" y="84269"/>
                  </a:lnTo>
                  <a:cubicBezTo>
                    <a:pt x="16784" y="84269"/>
                    <a:pt x="18062" y="84269"/>
                    <a:pt x="19340" y="84907"/>
                  </a:cubicBezTo>
                  <a:cubicBezTo>
                    <a:pt x="19979" y="85545"/>
                    <a:pt x="22535" y="86822"/>
                    <a:pt x="23174" y="90014"/>
                  </a:cubicBezTo>
                  <a:lnTo>
                    <a:pt x="28286" y="137256"/>
                  </a:lnTo>
                  <a:cubicBezTo>
                    <a:pt x="24452" y="138532"/>
                    <a:pt x="21257" y="140448"/>
                    <a:pt x="19340" y="143001"/>
                  </a:cubicBezTo>
                  <a:cubicBezTo>
                    <a:pt x="18062" y="144916"/>
                    <a:pt x="13589" y="152577"/>
                    <a:pt x="21896" y="160876"/>
                  </a:cubicBezTo>
                  <a:lnTo>
                    <a:pt x="40427" y="183859"/>
                  </a:lnTo>
                  <a:cubicBezTo>
                    <a:pt x="44261" y="188327"/>
                    <a:pt x="48734" y="192158"/>
                    <a:pt x="53846" y="194711"/>
                  </a:cubicBezTo>
                  <a:lnTo>
                    <a:pt x="74932" y="205564"/>
                  </a:lnTo>
                  <a:cubicBezTo>
                    <a:pt x="78127" y="206841"/>
                    <a:pt x="81961" y="205564"/>
                    <a:pt x="83239" y="203011"/>
                  </a:cubicBezTo>
                  <a:cubicBezTo>
                    <a:pt x="84517" y="199819"/>
                    <a:pt x="83239" y="195988"/>
                    <a:pt x="80683" y="194711"/>
                  </a:cubicBezTo>
                  <a:lnTo>
                    <a:pt x="59597" y="183859"/>
                  </a:lnTo>
                  <a:cubicBezTo>
                    <a:pt x="56402" y="181944"/>
                    <a:pt x="53207" y="179390"/>
                    <a:pt x="50651" y="176836"/>
                  </a:cubicBezTo>
                  <a:lnTo>
                    <a:pt x="32120" y="153854"/>
                  </a:lnTo>
                  <a:cubicBezTo>
                    <a:pt x="31481" y="153216"/>
                    <a:pt x="30842" y="151939"/>
                    <a:pt x="30842" y="151939"/>
                  </a:cubicBezTo>
                  <a:cubicBezTo>
                    <a:pt x="32759" y="150662"/>
                    <a:pt x="38510" y="150024"/>
                    <a:pt x="42983" y="151939"/>
                  </a:cubicBezTo>
                  <a:cubicBezTo>
                    <a:pt x="50012" y="155131"/>
                    <a:pt x="57040" y="161515"/>
                    <a:pt x="64069" y="168537"/>
                  </a:cubicBezTo>
                  <a:cubicBezTo>
                    <a:pt x="65347" y="169814"/>
                    <a:pt x="67264" y="170452"/>
                    <a:pt x="68542" y="170452"/>
                  </a:cubicBezTo>
                  <a:cubicBezTo>
                    <a:pt x="68542" y="170452"/>
                    <a:pt x="71737" y="170452"/>
                    <a:pt x="75571" y="171091"/>
                  </a:cubicBezTo>
                  <a:cubicBezTo>
                    <a:pt x="95380" y="173006"/>
                    <a:pt x="112633" y="187689"/>
                    <a:pt x="117745" y="207479"/>
                  </a:cubicBezTo>
                  <a:cubicBezTo>
                    <a:pt x="120301" y="217055"/>
                    <a:pt x="120940" y="222801"/>
                    <a:pt x="120940" y="233654"/>
                  </a:cubicBezTo>
                  <a:cubicBezTo>
                    <a:pt x="120940" y="237484"/>
                    <a:pt x="123496" y="240038"/>
                    <a:pt x="127330" y="240038"/>
                  </a:cubicBezTo>
                  <a:cubicBezTo>
                    <a:pt x="127330" y="240038"/>
                    <a:pt x="127330" y="240038"/>
                    <a:pt x="127330" y="240038"/>
                  </a:cubicBezTo>
                  <a:cubicBezTo>
                    <a:pt x="127330" y="240038"/>
                    <a:pt x="127330" y="240038"/>
                    <a:pt x="127330" y="240038"/>
                  </a:cubicBezTo>
                  <a:cubicBezTo>
                    <a:pt x="131164" y="240038"/>
                    <a:pt x="133720" y="237484"/>
                    <a:pt x="133720" y="233654"/>
                  </a:cubicBezTo>
                  <a:cubicBezTo>
                    <a:pt x="133720" y="222163"/>
                    <a:pt x="134359" y="216417"/>
                    <a:pt x="136915" y="207479"/>
                  </a:cubicBezTo>
                  <a:cubicBezTo>
                    <a:pt x="142027" y="187689"/>
                    <a:pt x="159279" y="173006"/>
                    <a:pt x="179088" y="171091"/>
                  </a:cubicBezTo>
                  <a:cubicBezTo>
                    <a:pt x="183561" y="170452"/>
                    <a:pt x="186117" y="170452"/>
                    <a:pt x="186117" y="170452"/>
                  </a:cubicBezTo>
                  <a:cubicBezTo>
                    <a:pt x="187395" y="170452"/>
                    <a:pt x="189312" y="169814"/>
                    <a:pt x="190590" y="168537"/>
                  </a:cubicBezTo>
                  <a:cubicBezTo>
                    <a:pt x="197619" y="161515"/>
                    <a:pt x="205287" y="155131"/>
                    <a:pt x="212316" y="151939"/>
                  </a:cubicBezTo>
                  <a:cubicBezTo>
                    <a:pt x="216789" y="149385"/>
                    <a:pt x="222540" y="150662"/>
                    <a:pt x="224457" y="151939"/>
                  </a:cubicBezTo>
                  <a:cubicBezTo>
                    <a:pt x="224457" y="152577"/>
                    <a:pt x="223818" y="153216"/>
                    <a:pt x="222540" y="154492"/>
                  </a:cubicBezTo>
                  <a:lnTo>
                    <a:pt x="204009" y="177475"/>
                  </a:lnTo>
                  <a:cubicBezTo>
                    <a:pt x="201453" y="180667"/>
                    <a:pt x="198258" y="183220"/>
                    <a:pt x="195063" y="184497"/>
                  </a:cubicBezTo>
                  <a:lnTo>
                    <a:pt x="175254" y="192796"/>
                  </a:lnTo>
                  <a:cubicBezTo>
                    <a:pt x="172059" y="194073"/>
                    <a:pt x="170781" y="197903"/>
                    <a:pt x="172698" y="201095"/>
                  </a:cubicBezTo>
                  <a:cubicBezTo>
                    <a:pt x="173976" y="204287"/>
                    <a:pt x="177810" y="205564"/>
                    <a:pt x="181005" y="203649"/>
                  </a:cubicBezTo>
                  <a:lnTo>
                    <a:pt x="202092" y="192796"/>
                  </a:lnTo>
                  <a:cubicBezTo>
                    <a:pt x="207204" y="190243"/>
                    <a:pt x="211677" y="186412"/>
                    <a:pt x="215511" y="181944"/>
                  </a:cubicBezTo>
                  <a:lnTo>
                    <a:pt x="233403" y="159600"/>
                  </a:lnTo>
                  <a:cubicBezTo>
                    <a:pt x="242349" y="150662"/>
                    <a:pt x="237876" y="143640"/>
                    <a:pt x="236598" y="141086"/>
                  </a:cubicBezTo>
                  <a:cubicBezTo>
                    <a:pt x="234681" y="138532"/>
                    <a:pt x="231486" y="136617"/>
                    <a:pt x="227652" y="135340"/>
                  </a:cubicBezTo>
                  <a:lnTo>
                    <a:pt x="232764" y="88099"/>
                  </a:lnTo>
                  <a:cubicBezTo>
                    <a:pt x="234042" y="84907"/>
                    <a:pt x="235959" y="83630"/>
                    <a:pt x="236598" y="82992"/>
                  </a:cubicBezTo>
                  <a:cubicBezTo>
                    <a:pt x="237876" y="82353"/>
                    <a:pt x="238515" y="82353"/>
                    <a:pt x="238515" y="82353"/>
                  </a:cubicBezTo>
                  <a:lnTo>
                    <a:pt x="242988" y="139171"/>
                  </a:lnTo>
                  <a:cubicBezTo>
                    <a:pt x="242988" y="143001"/>
                    <a:pt x="242988" y="146193"/>
                    <a:pt x="241710" y="149385"/>
                  </a:cubicBezTo>
                  <a:lnTo>
                    <a:pt x="226374" y="191519"/>
                  </a:lnTo>
                  <a:cubicBezTo>
                    <a:pt x="224457" y="197265"/>
                    <a:pt x="220623" y="202372"/>
                    <a:pt x="215511" y="206203"/>
                  </a:cubicBezTo>
                  <a:lnTo>
                    <a:pt x="178449" y="233654"/>
                  </a:lnTo>
                  <a:cubicBezTo>
                    <a:pt x="170142" y="240038"/>
                    <a:pt x="165031" y="247060"/>
                    <a:pt x="164391" y="255998"/>
                  </a:cubicBezTo>
                  <a:cubicBezTo>
                    <a:pt x="163753" y="259190"/>
                    <a:pt x="166947" y="262382"/>
                    <a:pt x="170142" y="263020"/>
                  </a:cubicBezTo>
                  <a:cubicBezTo>
                    <a:pt x="170142" y="263020"/>
                    <a:pt x="170781" y="263020"/>
                    <a:pt x="170781" y="263020"/>
                  </a:cubicBezTo>
                  <a:cubicBezTo>
                    <a:pt x="173976" y="263020"/>
                    <a:pt x="176532" y="260467"/>
                    <a:pt x="177171" y="257275"/>
                  </a:cubicBezTo>
                  <a:cubicBezTo>
                    <a:pt x="177810" y="252806"/>
                    <a:pt x="180366" y="248337"/>
                    <a:pt x="186117" y="244507"/>
                  </a:cubicBezTo>
                  <a:lnTo>
                    <a:pt x="223179" y="217055"/>
                  </a:lnTo>
                  <a:cubicBezTo>
                    <a:pt x="230208" y="211948"/>
                    <a:pt x="235959" y="204926"/>
                    <a:pt x="238515" y="196627"/>
                  </a:cubicBezTo>
                  <a:lnTo>
                    <a:pt x="253850" y="154492"/>
                  </a:lnTo>
                  <a:cubicBezTo>
                    <a:pt x="255767" y="150662"/>
                    <a:pt x="256407" y="145555"/>
                    <a:pt x="255767" y="139809"/>
                  </a:cubicBezTo>
                  <a:close/>
                  <a:moveTo>
                    <a:pt x="195063" y="68947"/>
                  </a:moveTo>
                  <a:lnTo>
                    <a:pt x="202092" y="54264"/>
                  </a:lnTo>
                  <a:cubicBezTo>
                    <a:pt x="205926" y="60648"/>
                    <a:pt x="209121" y="67670"/>
                    <a:pt x="211038" y="75331"/>
                  </a:cubicBezTo>
                  <a:lnTo>
                    <a:pt x="188034" y="118742"/>
                  </a:lnTo>
                  <a:lnTo>
                    <a:pt x="186756" y="120657"/>
                  </a:lnTo>
                  <a:lnTo>
                    <a:pt x="181644" y="96398"/>
                  </a:lnTo>
                  <a:cubicBezTo>
                    <a:pt x="181005" y="93845"/>
                    <a:pt x="178449" y="91291"/>
                    <a:pt x="175893" y="91291"/>
                  </a:cubicBezTo>
                  <a:lnTo>
                    <a:pt x="167586" y="90653"/>
                  </a:lnTo>
                  <a:cubicBezTo>
                    <a:pt x="165031" y="89376"/>
                    <a:pt x="160558" y="86822"/>
                    <a:pt x="159918" y="83630"/>
                  </a:cubicBezTo>
                  <a:cubicBezTo>
                    <a:pt x="159279" y="81715"/>
                    <a:pt x="161196" y="78523"/>
                    <a:pt x="165031" y="75331"/>
                  </a:cubicBezTo>
                  <a:lnTo>
                    <a:pt x="189951" y="72139"/>
                  </a:lnTo>
                  <a:cubicBezTo>
                    <a:pt x="192507" y="72139"/>
                    <a:pt x="194424" y="70862"/>
                    <a:pt x="195063" y="68947"/>
                  </a:cubicBezTo>
                  <a:close/>
                  <a:moveTo>
                    <a:pt x="190590" y="38942"/>
                  </a:moveTo>
                  <a:lnTo>
                    <a:pt x="165031" y="40219"/>
                  </a:lnTo>
                  <a:lnTo>
                    <a:pt x="163753" y="38942"/>
                  </a:lnTo>
                  <a:lnTo>
                    <a:pt x="170781" y="23621"/>
                  </a:lnTo>
                  <a:cubicBezTo>
                    <a:pt x="178449" y="28089"/>
                    <a:pt x="184839" y="33197"/>
                    <a:pt x="190590" y="38942"/>
                  </a:cubicBezTo>
                  <a:close/>
                  <a:moveTo>
                    <a:pt x="88351" y="22982"/>
                  </a:moveTo>
                  <a:lnTo>
                    <a:pt x="88990" y="46603"/>
                  </a:lnTo>
                  <a:lnTo>
                    <a:pt x="65347" y="62563"/>
                  </a:lnTo>
                  <a:cubicBezTo>
                    <a:pt x="63430" y="63840"/>
                    <a:pt x="62152" y="66393"/>
                    <a:pt x="62792" y="68947"/>
                  </a:cubicBezTo>
                  <a:lnTo>
                    <a:pt x="62792" y="68947"/>
                  </a:lnTo>
                  <a:lnTo>
                    <a:pt x="53207" y="59371"/>
                  </a:lnTo>
                  <a:cubicBezTo>
                    <a:pt x="60874" y="44049"/>
                    <a:pt x="73654" y="31281"/>
                    <a:pt x="88351" y="22982"/>
                  </a:cubicBezTo>
                  <a:close/>
                  <a:moveTo>
                    <a:pt x="88351" y="115550"/>
                  </a:moveTo>
                  <a:cubicBezTo>
                    <a:pt x="87712" y="114273"/>
                    <a:pt x="87073" y="112358"/>
                    <a:pt x="85156" y="111720"/>
                  </a:cubicBezTo>
                  <a:lnTo>
                    <a:pt x="73654" y="105336"/>
                  </a:lnTo>
                  <a:lnTo>
                    <a:pt x="76210" y="90653"/>
                  </a:lnTo>
                  <a:lnTo>
                    <a:pt x="89629" y="89376"/>
                  </a:lnTo>
                  <a:lnTo>
                    <a:pt x="113911" y="102144"/>
                  </a:lnTo>
                  <a:lnTo>
                    <a:pt x="94102" y="138532"/>
                  </a:lnTo>
                  <a:lnTo>
                    <a:pt x="88351" y="115550"/>
                  </a:lnTo>
                  <a:close/>
                  <a:moveTo>
                    <a:pt x="71737" y="155131"/>
                  </a:moveTo>
                  <a:cubicBezTo>
                    <a:pt x="65987" y="150024"/>
                    <a:pt x="60874" y="144916"/>
                    <a:pt x="55124" y="141724"/>
                  </a:cubicBezTo>
                  <a:cubicBezTo>
                    <a:pt x="55124" y="141086"/>
                    <a:pt x="55124" y="139809"/>
                    <a:pt x="54484" y="139171"/>
                  </a:cubicBezTo>
                  <a:cubicBezTo>
                    <a:pt x="47456" y="126403"/>
                    <a:pt x="44261" y="112358"/>
                    <a:pt x="44261" y="98313"/>
                  </a:cubicBezTo>
                  <a:cubicBezTo>
                    <a:pt x="44261" y="88737"/>
                    <a:pt x="45539" y="80438"/>
                    <a:pt x="48734" y="71501"/>
                  </a:cubicBezTo>
                  <a:lnTo>
                    <a:pt x="65347" y="88099"/>
                  </a:lnTo>
                  <a:lnTo>
                    <a:pt x="61514" y="107251"/>
                  </a:lnTo>
                  <a:cubicBezTo>
                    <a:pt x="60874" y="109804"/>
                    <a:pt x="62152" y="112358"/>
                    <a:pt x="64708" y="113635"/>
                  </a:cubicBezTo>
                  <a:lnTo>
                    <a:pt x="77488" y="121296"/>
                  </a:lnTo>
                  <a:lnTo>
                    <a:pt x="87712" y="156408"/>
                  </a:lnTo>
                  <a:cubicBezTo>
                    <a:pt x="87712" y="157046"/>
                    <a:pt x="87712" y="157046"/>
                    <a:pt x="88351" y="157046"/>
                  </a:cubicBezTo>
                  <a:cubicBezTo>
                    <a:pt x="85156" y="156408"/>
                    <a:pt x="81961" y="155769"/>
                    <a:pt x="78766" y="155131"/>
                  </a:cubicBezTo>
                  <a:cubicBezTo>
                    <a:pt x="74932" y="155769"/>
                    <a:pt x="73015" y="155131"/>
                    <a:pt x="71737" y="155131"/>
                  </a:cubicBezTo>
                  <a:close/>
                  <a:moveTo>
                    <a:pt x="185478" y="155131"/>
                  </a:moveTo>
                  <a:cubicBezTo>
                    <a:pt x="184200" y="155131"/>
                    <a:pt x="181644" y="155131"/>
                    <a:pt x="179088" y="155769"/>
                  </a:cubicBezTo>
                  <a:cubicBezTo>
                    <a:pt x="156723" y="158323"/>
                    <a:pt x="136915" y="173006"/>
                    <a:pt x="127969" y="194073"/>
                  </a:cubicBezTo>
                  <a:cubicBezTo>
                    <a:pt x="121579" y="178752"/>
                    <a:pt x="110077" y="166622"/>
                    <a:pt x="95380" y="160238"/>
                  </a:cubicBezTo>
                  <a:cubicBezTo>
                    <a:pt x="96658" y="159600"/>
                    <a:pt x="97297" y="158961"/>
                    <a:pt x="97936" y="157684"/>
                  </a:cubicBezTo>
                  <a:lnTo>
                    <a:pt x="128608" y="102144"/>
                  </a:lnTo>
                  <a:cubicBezTo>
                    <a:pt x="129247" y="100867"/>
                    <a:pt x="129886" y="98952"/>
                    <a:pt x="129247" y="97037"/>
                  </a:cubicBezTo>
                  <a:cubicBezTo>
                    <a:pt x="128608" y="95121"/>
                    <a:pt x="127330" y="93845"/>
                    <a:pt x="126052" y="93206"/>
                  </a:cubicBezTo>
                  <a:lnTo>
                    <a:pt x="94102" y="76608"/>
                  </a:lnTo>
                  <a:cubicBezTo>
                    <a:pt x="92824" y="75969"/>
                    <a:pt x="92185" y="75969"/>
                    <a:pt x="90907" y="75969"/>
                  </a:cubicBezTo>
                  <a:lnTo>
                    <a:pt x="76210" y="77246"/>
                  </a:lnTo>
                  <a:lnTo>
                    <a:pt x="75571" y="70224"/>
                  </a:lnTo>
                  <a:lnTo>
                    <a:pt x="98575" y="54264"/>
                  </a:lnTo>
                  <a:cubicBezTo>
                    <a:pt x="100492" y="52987"/>
                    <a:pt x="101131" y="51072"/>
                    <a:pt x="101131" y="48518"/>
                  </a:cubicBezTo>
                  <a:lnTo>
                    <a:pt x="99853" y="16598"/>
                  </a:lnTo>
                  <a:cubicBezTo>
                    <a:pt x="108799" y="13406"/>
                    <a:pt x="118384" y="11491"/>
                    <a:pt x="127969" y="11491"/>
                  </a:cubicBezTo>
                  <a:cubicBezTo>
                    <a:pt x="138832" y="11491"/>
                    <a:pt x="149056" y="13406"/>
                    <a:pt x="158001" y="17237"/>
                  </a:cubicBezTo>
                  <a:lnTo>
                    <a:pt x="149056" y="37027"/>
                  </a:lnTo>
                  <a:cubicBezTo>
                    <a:pt x="147778" y="39581"/>
                    <a:pt x="148417" y="42134"/>
                    <a:pt x="150333" y="44049"/>
                  </a:cubicBezTo>
                  <a:lnTo>
                    <a:pt x="156723" y="49795"/>
                  </a:lnTo>
                  <a:cubicBezTo>
                    <a:pt x="158001" y="51072"/>
                    <a:pt x="159918" y="51710"/>
                    <a:pt x="161196" y="51710"/>
                  </a:cubicBezTo>
                  <a:lnTo>
                    <a:pt x="188034" y="50433"/>
                  </a:lnTo>
                  <a:lnTo>
                    <a:pt x="184200" y="58733"/>
                  </a:lnTo>
                  <a:lnTo>
                    <a:pt x="160558" y="61286"/>
                  </a:lnTo>
                  <a:cubicBezTo>
                    <a:pt x="159279" y="61286"/>
                    <a:pt x="158001" y="61925"/>
                    <a:pt x="157363" y="62563"/>
                  </a:cubicBezTo>
                  <a:cubicBezTo>
                    <a:pt x="149056" y="69585"/>
                    <a:pt x="145222" y="77246"/>
                    <a:pt x="146500" y="84269"/>
                  </a:cubicBezTo>
                  <a:cubicBezTo>
                    <a:pt x="148417" y="95760"/>
                    <a:pt x="161836" y="100867"/>
                    <a:pt x="163113" y="101505"/>
                  </a:cubicBezTo>
                  <a:cubicBezTo>
                    <a:pt x="163753" y="101505"/>
                    <a:pt x="164391" y="102144"/>
                    <a:pt x="165031" y="102144"/>
                  </a:cubicBezTo>
                  <a:lnTo>
                    <a:pt x="169503" y="102144"/>
                  </a:lnTo>
                  <a:lnTo>
                    <a:pt x="176532" y="135979"/>
                  </a:lnTo>
                  <a:cubicBezTo>
                    <a:pt x="177171" y="138532"/>
                    <a:pt x="179088" y="140448"/>
                    <a:pt x="181644" y="141086"/>
                  </a:cubicBezTo>
                  <a:cubicBezTo>
                    <a:pt x="182283" y="141086"/>
                    <a:pt x="182283" y="141086"/>
                    <a:pt x="182922" y="141086"/>
                  </a:cubicBezTo>
                  <a:cubicBezTo>
                    <a:pt x="184839" y="141086"/>
                    <a:pt x="186756" y="139809"/>
                    <a:pt x="188034" y="138532"/>
                  </a:cubicBezTo>
                  <a:lnTo>
                    <a:pt x="198258" y="124488"/>
                  </a:lnTo>
                  <a:cubicBezTo>
                    <a:pt x="198258" y="124488"/>
                    <a:pt x="198897" y="123849"/>
                    <a:pt x="198897" y="123849"/>
                  </a:cubicBezTo>
                  <a:lnTo>
                    <a:pt x="214233" y="95121"/>
                  </a:lnTo>
                  <a:cubicBezTo>
                    <a:pt x="214233" y="95760"/>
                    <a:pt x="214233" y="96398"/>
                    <a:pt x="214233" y="97037"/>
                  </a:cubicBezTo>
                  <a:cubicBezTo>
                    <a:pt x="214233" y="111720"/>
                    <a:pt x="210399" y="126403"/>
                    <a:pt x="202731" y="139809"/>
                  </a:cubicBezTo>
                  <a:cubicBezTo>
                    <a:pt x="202731" y="139809"/>
                    <a:pt x="202731" y="139809"/>
                    <a:pt x="202731" y="140448"/>
                  </a:cubicBezTo>
                  <a:cubicBezTo>
                    <a:pt x="197619" y="144916"/>
                    <a:pt x="191868" y="150024"/>
                    <a:pt x="185478" y="155131"/>
                  </a:cubicBezTo>
                  <a:close/>
                </a:path>
              </a:pathLst>
            </a:custGeom>
            <a:solidFill>
              <a:srgbClr val="007CB0"/>
            </a:solidFill>
            <a:ln w="6390" cap="flat">
              <a:noFill/>
              <a:prstDash val="solid"/>
              <a:miter/>
            </a:ln>
          </p:spPr>
          <p:txBody>
            <a:bodyPr rtlCol="0" anchor="ctr"/>
            <a:lstStyle/>
            <a:p>
              <a:endParaRPr lang="en-US"/>
            </a:p>
          </p:txBody>
        </p:sp>
      </p:grpSp>
      <p:grpSp>
        <p:nvGrpSpPr>
          <p:cNvPr id="851" name="Graphic 4">
            <a:extLst>
              <a:ext uri="{FF2B5EF4-FFF2-40B4-BE49-F238E27FC236}">
                <a16:creationId xmlns:a16="http://schemas.microsoft.com/office/drawing/2014/main" id="{9ED2CF94-905E-DE45-B944-08A611A16F9B}"/>
              </a:ext>
            </a:extLst>
          </p:cNvPr>
          <p:cNvGrpSpPr/>
          <p:nvPr/>
        </p:nvGrpSpPr>
        <p:grpSpPr>
          <a:xfrm>
            <a:off x="5708769" y="3824168"/>
            <a:ext cx="361670" cy="361333"/>
            <a:chOff x="5708769" y="3824168"/>
            <a:chExt cx="361670" cy="361333"/>
          </a:xfrm>
          <a:solidFill>
            <a:srgbClr val="007CB0"/>
          </a:solidFill>
        </p:grpSpPr>
        <p:sp>
          <p:nvSpPr>
            <p:cNvPr id="852" name="Graphic 4">
              <a:extLst>
                <a:ext uri="{FF2B5EF4-FFF2-40B4-BE49-F238E27FC236}">
                  <a16:creationId xmlns:a16="http://schemas.microsoft.com/office/drawing/2014/main" id="{8E5FC705-9D62-A24E-8332-94377E132597}"/>
                </a:ext>
              </a:extLst>
            </p:cNvPr>
            <p:cNvSpPr/>
            <p:nvPr/>
          </p:nvSpPr>
          <p:spPr>
            <a:xfrm>
              <a:off x="5708769"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1076"/>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853" name="Graphic 4">
              <a:extLst>
                <a:ext uri="{FF2B5EF4-FFF2-40B4-BE49-F238E27FC236}">
                  <a16:creationId xmlns:a16="http://schemas.microsoft.com/office/drawing/2014/main" id="{E01B0B7A-09C7-1941-8072-A2589AF5DB0E}"/>
                </a:ext>
              </a:extLst>
            </p:cNvPr>
            <p:cNvSpPr/>
            <p:nvPr/>
          </p:nvSpPr>
          <p:spPr>
            <a:xfrm>
              <a:off x="5763084" y="3903329"/>
              <a:ext cx="258153" cy="197265"/>
            </a:xfrm>
            <a:custGeom>
              <a:avLst/>
              <a:gdLst>
                <a:gd name="connsiteX0" fmla="*/ 250485 w 258153"/>
                <a:gd name="connsiteY0" fmla="*/ 48519 h 197265"/>
                <a:gd name="connsiteX1" fmla="*/ 236428 w 258153"/>
                <a:gd name="connsiteY1" fmla="*/ 42773 h 197265"/>
                <a:gd name="connsiteX2" fmla="*/ 228120 w 258153"/>
                <a:gd name="connsiteY2" fmla="*/ 44688 h 197265"/>
                <a:gd name="connsiteX3" fmla="*/ 223648 w 258153"/>
                <a:gd name="connsiteY3" fmla="*/ 38304 h 197265"/>
                <a:gd name="connsiteX4" fmla="*/ 209590 w 258153"/>
                <a:gd name="connsiteY4" fmla="*/ 32559 h 197265"/>
                <a:gd name="connsiteX5" fmla="*/ 199366 w 258153"/>
                <a:gd name="connsiteY5" fmla="*/ 35112 h 197265"/>
                <a:gd name="connsiteX6" fmla="*/ 196810 w 258153"/>
                <a:gd name="connsiteY6" fmla="*/ 31920 h 197265"/>
                <a:gd name="connsiteX7" fmla="*/ 182752 w 258153"/>
                <a:gd name="connsiteY7" fmla="*/ 26175 h 197265"/>
                <a:gd name="connsiteX8" fmla="*/ 166138 w 258153"/>
                <a:gd name="connsiteY8" fmla="*/ 35751 h 197265"/>
                <a:gd name="connsiteX9" fmla="*/ 156553 w 258153"/>
                <a:gd name="connsiteY9" fmla="*/ 33197 h 197265"/>
                <a:gd name="connsiteX10" fmla="*/ 136744 w 258153"/>
                <a:gd name="connsiteY10" fmla="*/ 52987 h 197265"/>
                <a:gd name="connsiteX11" fmla="*/ 136744 w 258153"/>
                <a:gd name="connsiteY11" fmla="*/ 63202 h 197265"/>
                <a:gd name="connsiteX12" fmla="*/ 130994 w 258153"/>
                <a:gd name="connsiteY12" fmla="*/ 64478 h 197265"/>
                <a:gd name="connsiteX13" fmla="*/ 130994 w 258153"/>
                <a:gd name="connsiteY13" fmla="*/ 47880 h 197265"/>
                <a:gd name="connsiteX14" fmla="*/ 125881 w 258153"/>
                <a:gd name="connsiteY14" fmla="*/ 35112 h 197265"/>
                <a:gd name="connsiteX15" fmla="*/ 113102 w 258153"/>
                <a:gd name="connsiteY15" fmla="*/ 30005 h 197265"/>
                <a:gd name="connsiteX16" fmla="*/ 107351 w 258153"/>
                <a:gd name="connsiteY16" fmla="*/ 31282 h 197265"/>
                <a:gd name="connsiteX17" fmla="*/ 107351 w 258153"/>
                <a:gd name="connsiteY17" fmla="*/ 25536 h 197265"/>
                <a:gd name="connsiteX18" fmla="*/ 102239 w 258153"/>
                <a:gd name="connsiteY18" fmla="*/ 12768 h 197265"/>
                <a:gd name="connsiteX19" fmla="*/ 89459 w 258153"/>
                <a:gd name="connsiteY19" fmla="*/ 7661 h 197265"/>
                <a:gd name="connsiteX20" fmla="*/ 81791 w 258153"/>
                <a:gd name="connsiteY20" fmla="*/ 9576 h 197265"/>
                <a:gd name="connsiteX21" fmla="*/ 78596 w 258153"/>
                <a:gd name="connsiteY21" fmla="*/ 5107 h 197265"/>
                <a:gd name="connsiteX22" fmla="*/ 65816 w 258153"/>
                <a:gd name="connsiteY22" fmla="*/ 0 h 197265"/>
                <a:gd name="connsiteX23" fmla="*/ 47925 w 258153"/>
                <a:gd name="connsiteY23" fmla="*/ 14683 h 197265"/>
                <a:gd name="connsiteX24" fmla="*/ 42173 w 258153"/>
                <a:gd name="connsiteY24" fmla="*/ 13407 h 197265"/>
                <a:gd name="connsiteX25" fmla="*/ 23642 w 258153"/>
                <a:gd name="connsiteY25" fmla="*/ 31920 h 197265"/>
                <a:gd name="connsiteX26" fmla="*/ 23642 w 258153"/>
                <a:gd name="connsiteY26" fmla="*/ 56818 h 197265"/>
                <a:gd name="connsiteX27" fmla="*/ 15336 w 258153"/>
                <a:gd name="connsiteY27" fmla="*/ 54902 h 197265"/>
                <a:gd name="connsiteX28" fmla="*/ 14697 w 258153"/>
                <a:gd name="connsiteY28" fmla="*/ 54902 h 197265"/>
                <a:gd name="connsiteX29" fmla="*/ 6390 w 258153"/>
                <a:gd name="connsiteY29" fmla="*/ 56179 h 197265"/>
                <a:gd name="connsiteX30" fmla="*/ 0 w 258153"/>
                <a:gd name="connsiteY30" fmla="*/ 65117 h 197265"/>
                <a:gd name="connsiteX31" fmla="*/ 0 w 258153"/>
                <a:gd name="connsiteY31" fmla="*/ 127680 h 197265"/>
                <a:gd name="connsiteX32" fmla="*/ 0 w 258153"/>
                <a:gd name="connsiteY32" fmla="*/ 127680 h 197265"/>
                <a:gd name="connsiteX33" fmla="*/ 0 w 258153"/>
                <a:gd name="connsiteY33" fmla="*/ 128957 h 197265"/>
                <a:gd name="connsiteX34" fmla="*/ 21087 w 258153"/>
                <a:gd name="connsiteY34" fmla="*/ 167260 h 197265"/>
                <a:gd name="connsiteX35" fmla="*/ 23642 w 258153"/>
                <a:gd name="connsiteY35" fmla="*/ 172368 h 197265"/>
                <a:gd name="connsiteX36" fmla="*/ 23642 w 258153"/>
                <a:gd name="connsiteY36" fmla="*/ 190243 h 197265"/>
                <a:gd name="connsiteX37" fmla="*/ 30032 w 258153"/>
                <a:gd name="connsiteY37" fmla="*/ 196627 h 197265"/>
                <a:gd name="connsiteX38" fmla="*/ 36422 w 258153"/>
                <a:gd name="connsiteY38" fmla="*/ 190243 h 197265"/>
                <a:gd name="connsiteX39" fmla="*/ 36422 w 258153"/>
                <a:gd name="connsiteY39" fmla="*/ 172368 h 197265"/>
                <a:gd name="connsiteX40" fmla="*/ 28115 w 258153"/>
                <a:gd name="connsiteY40" fmla="*/ 156408 h 197265"/>
                <a:gd name="connsiteX41" fmla="*/ 12780 w 258153"/>
                <a:gd name="connsiteY41" fmla="*/ 128318 h 197265"/>
                <a:gd name="connsiteX42" fmla="*/ 12780 w 258153"/>
                <a:gd name="connsiteY42" fmla="*/ 127041 h 197265"/>
                <a:gd name="connsiteX43" fmla="*/ 12780 w 258153"/>
                <a:gd name="connsiteY43" fmla="*/ 127041 h 197265"/>
                <a:gd name="connsiteX44" fmla="*/ 12780 w 258153"/>
                <a:gd name="connsiteY44" fmla="*/ 67032 h 197265"/>
                <a:gd name="connsiteX45" fmla="*/ 14697 w 258153"/>
                <a:gd name="connsiteY45" fmla="*/ 67032 h 197265"/>
                <a:gd name="connsiteX46" fmla="*/ 15336 w 258153"/>
                <a:gd name="connsiteY46" fmla="*/ 67032 h 197265"/>
                <a:gd name="connsiteX47" fmla="*/ 18531 w 258153"/>
                <a:gd name="connsiteY47" fmla="*/ 67670 h 197265"/>
                <a:gd name="connsiteX48" fmla="*/ 20447 w 258153"/>
                <a:gd name="connsiteY48" fmla="*/ 68947 h 197265"/>
                <a:gd name="connsiteX49" fmla="*/ 23642 w 258153"/>
                <a:gd name="connsiteY49" fmla="*/ 75331 h 197265"/>
                <a:gd name="connsiteX50" fmla="*/ 23642 w 258153"/>
                <a:gd name="connsiteY50" fmla="*/ 77246 h 197265"/>
                <a:gd name="connsiteX51" fmla="*/ 23642 w 258153"/>
                <a:gd name="connsiteY51" fmla="*/ 77246 h 197265"/>
                <a:gd name="connsiteX52" fmla="*/ 23642 w 258153"/>
                <a:gd name="connsiteY52" fmla="*/ 112997 h 197265"/>
                <a:gd name="connsiteX53" fmla="*/ 23642 w 258153"/>
                <a:gd name="connsiteY53" fmla="*/ 113635 h 197265"/>
                <a:gd name="connsiteX54" fmla="*/ 23642 w 258153"/>
                <a:gd name="connsiteY54" fmla="*/ 114273 h 197265"/>
                <a:gd name="connsiteX55" fmla="*/ 23642 w 258153"/>
                <a:gd name="connsiteY55" fmla="*/ 114912 h 197265"/>
                <a:gd name="connsiteX56" fmla="*/ 24282 w 258153"/>
                <a:gd name="connsiteY56" fmla="*/ 116189 h 197265"/>
                <a:gd name="connsiteX57" fmla="*/ 24921 w 258153"/>
                <a:gd name="connsiteY57" fmla="*/ 116827 h 197265"/>
                <a:gd name="connsiteX58" fmla="*/ 25560 w 258153"/>
                <a:gd name="connsiteY58" fmla="*/ 118104 h 197265"/>
                <a:gd name="connsiteX59" fmla="*/ 26199 w 258153"/>
                <a:gd name="connsiteY59" fmla="*/ 118742 h 197265"/>
                <a:gd name="connsiteX60" fmla="*/ 27477 w 258153"/>
                <a:gd name="connsiteY60" fmla="*/ 119381 h 197265"/>
                <a:gd name="connsiteX61" fmla="*/ 28115 w 258153"/>
                <a:gd name="connsiteY61" fmla="*/ 119381 h 197265"/>
                <a:gd name="connsiteX62" fmla="*/ 29394 w 258153"/>
                <a:gd name="connsiteY62" fmla="*/ 119381 h 197265"/>
                <a:gd name="connsiteX63" fmla="*/ 30032 w 258153"/>
                <a:gd name="connsiteY63" fmla="*/ 119381 h 197265"/>
                <a:gd name="connsiteX64" fmla="*/ 30032 w 258153"/>
                <a:gd name="connsiteY64" fmla="*/ 119381 h 197265"/>
                <a:gd name="connsiteX65" fmla="*/ 34505 w 258153"/>
                <a:gd name="connsiteY65" fmla="*/ 119381 h 197265"/>
                <a:gd name="connsiteX66" fmla="*/ 65177 w 258153"/>
                <a:gd name="connsiteY66" fmla="*/ 133425 h 197265"/>
                <a:gd name="connsiteX67" fmla="*/ 70289 w 258153"/>
                <a:gd name="connsiteY67" fmla="*/ 135341 h 197265"/>
                <a:gd name="connsiteX68" fmla="*/ 74762 w 258153"/>
                <a:gd name="connsiteY68" fmla="*/ 134064 h 197265"/>
                <a:gd name="connsiteX69" fmla="*/ 75401 w 258153"/>
                <a:gd name="connsiteY69" fmla="*/ 125126 h 197265"/>
                <a:gd name="connsiteX70" fmla="*/ 36422 w 258153"/>
                <a:gd name="connsiteY70" fmla="*/ 106613 h 197265"/>
                <a:gd name="connsiteX71" fmla="*/ 36422 w 258153"/>
                <a:gd name="connsiteY71" fmla="*/ 75331 h 197265"/>
                <a:gd name="connsiteX72" fmla="*/ 36422 w 258153"/>
                <a:gd name="connsiteY72" fmla="*/ 74693 h 197265"/>
                <a:gd name="connsiteX73" fmla="*/ 36422 w 258153"/>
                <a:gd name="connsiteY73" fmla="*/ 30643 h 197265"/>
                <a:gd name="connsiteX74" fmla="*/ 42173 w 258153"/>
                <a:gd name="connsiteY74" fmla="*/ 24898 h 197265"/>
                <a:gd name="connsiteX75" fmla="*/ 46007 w 258153"/>
                <a:gd name="connsiteY75" fmla="*/ 26813 h 197265"/>
                <a:gd name="connsiteX76" fmla="*/ 47285 w 258153"/>
                <a:gd name="connsiteY76" fmla="*/ 30643 h 197265"/>
                <a:gd name="connsiteX77" fmla="*/ 47285 w 258153"/>
                <a:gd name="connsiteY77" fmla="*/ 86822 h 197265"/>
                <a:gd name="connsiteX78" fmla="*/ 53675 w 258153"/>
                <a:gd name="connsiteY78" fmla="*/ 93206 h 197265"/>
                <a:gd name="connsiteX79" fmla="*/ 60065 w 258153"/>
                <a:gd name="connsiteY79" fmla="*/ 86822 h 197265"/>
                <a:gd name="connsiteX80" fmla="*/ 60065 w 258153"/>
                <a:gd name="connsiteY80" fmla="*/ 31282 h 197265"/>
                <a:gd name="connsiteX81" fmla="*/ 60065 w 258153"/>
                <a:gd name="connsiteY81" fmla="*/ 31282 h 197265"/>
                <a:gd name="connsiteX82" fmla="*/ 60065 w 258153"/>
                <a:gd name="connsiteY82" fmla="*/ 30643 h 197265"/>
                <a:gd name="connsiteX83" fmla="*/ 60065 w 258153"/>
                <a:gd name="connsiteY83" fmla="*/ 18514 h 197265"/>
                <a:gd name="connsiteX84" fmla="*/ 65816 w 258153"/>
                <a:gd name="connsiteY84" fmla="*/ 12768 h 197265"/>
                <a:gd name="connsiteX85" fmla="*/ 69650 w 258153"/>
                <a:gd name="connsiteY85" fmla="*/ 14683 h 197265"/>
                <a:gd name="connsiteX86" fmla="*/ 71567 w 258153"/>
                <a:gd name="connsiteY86" fmla="*/ 18514 h 197265"/>
                <a:gd name="connsiteX87" fmla="*/ 71567 w 258153"/>
                <a:gd name="connsiteY87" fmla="*/ 26175 h 197265"/>
                <a:gd name="connsiteX88" fmla="*/ 71567 w 258153"/>
                <a:gd name="connsiteY88" fmla="*/ 26813 h 197265"/>
                <a:gd name="connsiteX89" fmla="*/ 71567 w 258153"/>
                <a:gd name="connsiteY89" fmla="*/ 26813 h 197265"/>
                <a:gd name="connsiteX90" fmla="*/ 71567 w 258153"/>
                <a:gd name="connsiteY90" fmla="*/ 87461 h 197265"/>
                <a:gd name="connsiteX91" fmla="*/ 77957 w 258153"/>
                <a:gd name="connsiteY91" fmla="*/ 93845 h 197265"/>
                <a:gd name="connsiteX92" fmla="*/ 84347 w 258153"/>
                <a:gd name="connsiteY92" fmla="*/ 87461 h 197265"/>
                <a:gd name="connsiteX93" fmla="*/ 84347 w 258153"/>
                <a:gd name="connsiteY93" fmla="*/ 26175 h 197265"/>
                <a:gd name="connsiteX94" fmla="*/ 90098 w 258153"/>
                <a:gd name="connsiteY94" fmla="*/ 21067 h 197265"/>
                <a:gd name="connsiteX95" fmla="*/ 93932 w 258153"/>
                <a:gd name="connsiteY95" fmla="*/ 22983 h 197265"/>
                <a:gd name="connsiteX96" fmla="*/ 95849 w 258153"/>
                <a:gd name="connsiteY96" fmla="*/ 26813 h 197265"/>
                <a:gd name="connsiteX97" fmla="*/ 95849 w 258153"/>
                <a:gd name="connsiteY97" fmla="*/ 50434 h 197265"/>
                <a:gd name="connsiteX98" fmla="*/ 95849 w 258153"/>
                <a:gd name="connsiteY98" fmla="*/ 88099 h 197265"/>
                <a:gd name="connsiteX99" fmla="*/ 102239 w 258153"/>
                <a:gd name="connsiteY99" fmla="*/ 94483 h 197265"/>
                <a:gd name="connsiteX100" fmla="*/ 108629 w 258153"/>
                <a:gd name="connsiteY100" fmla="*/ 88099 h 197265"/>
                <a:gd name="connsiteX101" fmla="*/ 108629 w 258153"/>
                <a:gd name="connsiteY101" fmla="*/ 50434 h 197265"/>
                <a:gd name="connsiteX102" fmla="*/ 114380 w 258153"/>
                <a:gd name="connsiteY102" fmla="*/ 44688 h 197265"/>
                <a:gd name="connsiteX103" fmla="*/ 118214 w 258153"/>
                <a:gd name="connsiteY103" fmla="*/ 46603 h 197265"/>
                <a:gd name="connsiteX104" fmla="*/ 120131 w 258153"/>
                <a:gd name="connsiteY104" fmla="*/ 50434 h 197265"/>
                <a:gd name="connsiteX105" fmla="*/ 120131 w 258153"/>
                <a:gd name="connsiteY105" fmla="*/ 133425 h 197265"/>
                <a:gd name="connsiteX106" fmla="*/ 110546 w 258153"/>
                <a:gd name="connsiteY106" fmla="*/ 157684 h 197265"/>
                <a:gd name="connsiteX107" fmla="*/ 105434 w 258153"/>
                <a:gd name="connsiteY107" fmla="*/ 171091 h 197265"/>
                <a:gd name="connsiteX108" fmla="*/ 105434 w 258153"/>
                <a:gd name="connsiteY108" fmla="*/ 190881 h 197265"/>
                <a:gd name="connsiteX109" fmla="*/ 111824 w 258153"/>
                <a:gd name="connsiteY109" fmla="*/ 197265 h 197265"/>
                <a:gd name="connsiteX110" fmla="*/ 118214 w 258153"/>
                <a:gd name="connsiteY110" fmla="*/ 190881 h 197265"/>
                <a:gd name="connsiteX111" fmla="*/ 118214 w 258153"/>
                <a:gd name="connsiteY111" fmla="*/ 171091 h 197265"/>
                <a:gd name="connsiteX112" fmla="*/ 120131 w 258153"/>
                <a:gd name="connsiteY112" fmla="*/ 166622 h 197265"/>
                <a:gd name="connsiteX113" fmla="*/ 130994 w 258153"/>
                <a:gd name="connsiteY113" fmla="*/ 149385 h 197265"/>
                <a:gd name="connsiteX114" fmla="*/ 145051 w 258153"/>
                <a:gd name="connsiteY114" fmla="*/ 163430 h 197265"/>
                <a:gd name="connsiteX115" fmla="*/ 148246 w 258153"/>
                <a:gd name="connsiteY115" fmla="*/ 169814 h 197265"/>
                <a:gd name="connsiteX116" fmla="*/ 148246 w 258153"/>
                <a:gd name="connsiteY116" fmla="*/ 189604 h 197265"/>
                <a:gd name="connsiteX117" fmla="*/ 154636 w 258153"/>
                <a:gd name="connsiteY117" fmla="*/ 195988 h 197265"/>
                <a:gd name="connsiteX118" fmla="*/ 161026 w 258153"/>
                <a:gd name="connsiteY118" fmla="*/ 189604 h 197265"/>
                <a:gd name="connsiteX119" fmla="*/ 161026 w 258153"/>
                <a:gd name="connsiteY119" fmla="*/ 169814 h 197265"/>
                <a:gd name="connsiteX120" fmla="*/ 152080 w 258153"/>
                <a:gd name="connsiteY120" fmla="*/ 152577 h 197265"/>
                <a:gd name="connsiteX121" fmla="*/ 134828 w 258153"/>
                <a:gd name="connsiteY121" fmla="*/ 120657 h 197265"/>
                <a:gd name="connsiteX122" fmla="*/ 134828 w 258153"/>
                <a:gd name="connsiteY122" fmla="*/ 83630 h 197265"/>
                <a:gd name="connsiteX123" fmla="*/ 139939 w 258153"/>
                <a:gd name="connsiteY123" fmla="*/ 78523 h 197265"/>
                <a:gd name="connsiteX124" fmla="*/ 192337 w 258153"/>
                <a:gd name="connsiteY124" fmla="*/ 78523 h 197265"/>
                <a:gd name="connsiteX125" fmla="*/ 192337 w 258153"/>
                <a:gd name="connsiteY125" fmla="*/ 79800 h 197265"/>
                <a:gd name="connsiteX126" fmla="*/ 192337 w 258153"/>
                <a:gd name="connsiteY126" fmla="*/ 82992 h 197265"/>
                <a:gd name="connsiteX127" fmla="*/ 192337 w 258153"/>
                <a:gd name="connsiteY127" fmla="*/ 82992 h 197265"/>
                <a:gd name="connsiteX128" fmla="*/ 191698 w 258153"/>
                <a:gd name="connsiteY128" fmla="*/ 86184 h 197265"/>
                <a:gd name="connsiteX129" fmla="*/ 190420 w 258153"/>
                <a:gd name="connsiteY129" fmla="*/ 88099 h 197265"/>
                <a:gd name="connsiteX130" fmla="*/ 182752 w 258153"/>
                <a:gd name="connsiteY130" fmla="*/ 91930 h 197265"/>
                <a:gd name="connsiteX131" fmla="*/ 154636 w 258153"/>
                <a:gd name="connsiteY131" fmla="*/ 91930 h 197265"/>
                <a:gd name="connsiteX132" fmla="*/ 148246 w 258153"/>
                <a:gd name="connsiteY132" fmla="*/ 98313 h 197265"/>
                <a:gd name="connsiteX133" fmla="*/ 154636 w 258153"/>
                <a:gd name="connsiteY133" fmla="*/ 104697 h 197265"/>
                <a:gd name="connsiteX134" fmla="*/ 191059 w 258153"/>
                <a:gd name="connsiteY134" fmla="*/ 141086 h 197265"/>
                <a:gd name="connsiteX135" fmla="*/ 197449 w 258153"/>
                <a:gd name="connsiteY135" fmla="*/ 147470 h 197265"/>
                <a:gd name="connsiteX136" fmla="*/ 203839 w 258153"/>
                <a:gd name="connsiteY136" fmla="*/ 141086 h 197265"/>
                <a:gd name="connsiteX137" fmla="*/ 217897 w 258153"/>
                <a:gd name="connsiteY137" fmla="*/ 123849 h 197265"/>
                <a:gd name="connsiteX138" fmla="*/ 223009 w 258153"/>
                <a:gd name="connsiteY138" fmla="*/ 116189 h 197265"/>
                <a:gd name="connsiteX139" fmla="*/ 215341 w 258153"/>
                <a:gd name="connsiteY139" fmla="*/ 111081 h 197265"/>
                <a:gd name="connsiteX140" fmla="*/ 198727 w 258153"/>
                <a:gd name="connsiteY140" fmla="*/ 120019 h 197265"/>
                <a:gd name="connsiteX141" fmla="*/ 186586 w 258153"/>
                <a:gd name="connsiteY141" fmla="*/ 103421 h 197265"/>
                <a:gd name="connsiteX142" fmla="*/ 198727 w 258153"/>
                <a:gd name="connsiteY142" fmla="*/ 96398 h 197265"/>
                <a:gd name="connsiteX143" fmla="*/ 211507 w 258153"/>
                <a:gd name="connsiteY143" fmla="*/ 101505 h 197265"/>
                <a:gd name="connsiteX144" fmla="*/ 224925 w 258153"/>
                <a:gd name="connsiteY144" fmla="*/ 96398 h 197265"/>
                <a:gd name="connsiteX145" fmla="*/ 238345 w 258153"/>
                <a:gd name="connsiteY145" fmla="*/ 101505 h 197265"/>
                <a:gd name="connsiteX146" fmla="*/ 245373 w 258153"/>
                <a:gd name="connsiteY146" fmla="*/ 100229 h 197265"/>
                <a:gd name="connsiteX147" fmla="*/ 245373 w 258153"/>
                <a:gd name="connsiteY147" fmla="*/ 124488 h 197265"/>
                <a:gd name="connsiteX148" fmla="*/ 234510 w 258153"/>
                <a:gd name="connsiteY148" fmla="*/ 151939 h 197265"/>
                <a:gd name="connsiteX149" fmla="*/ 228760 w 258153"/>
                <a:gd name="connsiteY149" fmla="*/ 165984 h 197265"/>
                <a:gd name="connsiteX150" fmla="*/ 228760 w 258153"/>
                <a:gd name="connsiteY150" fmla="*/ 188327 h 197265"/>
                <a:gd name="connsiteX151" fmla="*/ 235150 w 258153"/>
                <a:gd name="connsiteY151" fmla="*/ 194711 h 197265"/>
                <a:gd name="connsiteX152" fmla="*/ 241540 w 258153"/>
                <a:gd name="connsiteY152" fmla="*/ 188327 h 197265"/>
                <a:gd name="connsiteX153" fmla="*/ 241540 w 258153"/>
                <a:gd name="connsiteY153" fmla="*/ 165984 h 197265"/>
                <a:gd name="connsiteX154" fmla="*/ 243456 w 258153"/>
                <a:gd name="connsiteY154" fmla="*/ 160238 h 197265"/>
                <a:gd name="connsiteX155" fmla="*/ 258153 w 258153"/>
                <a:gd name="connsiteY155" fmla="*/ 123849 h 197265"/>
                <a:gd name="connsiteX156" fmla="*/ 258153 w 258153"/>
                <a:gd name="connsiteY156" fmla="*/ 81077 h 197265"/>
                <a:gd name="connsiteX157" fmla="*/ 258153 w 258153"/>
                <a:gd name="connsiteY157" fmla="*/ 63840 h 197265"/>
                <a:gd name="connsiteX158" fmla="*/ 258153 w 258153"/>
                <a:gd name="connsiteY158" fmla="*/ 62563 h 197265"/>
                <a:gd name="connsiteX159" fmla="*/ 250485 w 258153"/>
                <a:gd name="connsiteY159" fmla="*/ 48519 h 197265"/>
                <a:gd name="connsiteX160" fmla="*/ 157192 w 258153"/>
                <a:gd name="connsiteY160" fmla="*/ 46603 h 197265"/>
                <a:gd name="connsiteX161" fmla="*/ 162304 w 258153"/>
                <a:gd name="connsiteY161" fmla="*/ 48519 h 197265"/>
                <a:gd name="connsiteX162" fmla="*/ 164221 w 258153"/>
                <a:gd name="connsiteY162" fmla="*/ 52987 h 197265"/>
                <a:gd name="connsiteX163" fmla="*/ 164221 w 258153"/>
                <a:gd name="connsiteY163" fmla="*/ 63840 h 197265"/>
                <a:gd name="connsiteX164" fmla="*/ 150164 w 258153"/>
                <a:gd name="connsiteY164" fmla="*/ 63840 h 197265"/>
                <a:gd name="connsiteX165" fmla="*/ 150164 w 258153"/>
                <a:gd name="connsiteY165" fmla="*/ 53626 h 197265"/>
                <a:gd name="connsiteX166" fmla="*/ 157192 w 258153"/>
                <a:gd name="connsiteY166" fmla="*/ 46603 h 197265"/>
                <a:gd name="connsiteX167" fmla="*/ 177001 w 258153"/>
                <a:gd name="connsiteY167" fmla="*/ 63840 h 197265"/>
                <a:gd name="connsiteX168" fmla="*/ 177001 w 258153"/>
                <a:gd name="connsiteY168" fmla="*/ 53626 h 197265"/>
                <a:gd name="connsiteX169" fmla="*/ 177001 w 258153"/>
                <a:gd name="connsiteY169" fmla="*/ 53626 h 197265"/>
                <a:gd name="connsiteX170" fmla="*/ 177001 w 258153"/>
                <a:gd name="connsiteY170" fmla="*/ 52349 h 197265"/>
                <a:gd name="connsiteX171" fmla="*/ 177001 w 258153"/>
                <a:gd name="connsiteY171" fmla="*/ 46603 h 197265"/>
                <a:gd name="connsiteX172" fmla="*/ 184030 w 258153"/>
                <a:gd name="connsiteY172" fmla="*/ 39581 h 197265"/>
                <a:gd name="connsiteX173" fmla="*/ 189142 w 258153"/>
                <a:gd name="connsiteY173" fmla="*/ 41496 h 197265"/>
                <a:gd name="connsiteX174" fmla="*/ 191059 w 258153"/>
                <a:gd name="connsiteY174" fmla="*/ 46603 h 197265"/>
                <a:gd name="connsiteX175" fmla="*/ 191059 w 258153"/>
                <a:gd name="connsiteY175" fmla="*/ 51710 h 197265"/>
                <a:gd name="connsiteX176" fmla="*/ 191059 w 258153"/>
                <a:gd name="connsiteY176" fmla="*/ 52987 h 197265"/>
                <a:gd name="connsiteX177" fmla="*/ 191059 w 258153"/>
                <a:gd name="connsiteY177" fmla="*/ 63840 h 197265"/>
                <a:gd name="connsiteX178" fmla="*/ 177001 w 258153"/>
                <a:gd name="connsiteY178" fmla="*/ 63840 h 197265"/>
                <a:gd name="connsiteX179" fmla="*/ 210229 w 258153"/>
                <a:gd name="connsiteY179" fmla="*/ 88099 h 197265"/>
                <a:gd name="connsiteX180" fmla="*/ 203200 w 258153"/>
                <a:gd name="connsiteY180" fmla="*/ 81715 h 197265"/>
                <a:gd name="connsiteX181" fmla="*/ 203200 w 258153"/>
                <a:gd name="connsiteY181" fmla="*/ 81077 h 197265"/>
                <a:gd name="connsiteX182" fmla="*/ 203200 w 258153"/>
                <a:gd name="connsiteY182" fmla="*/ 80438 h 197265"/>
                <a:gd name="connsiteX183" fmla="*/ 203200 w 258153"/>
                <a:gd name="connsiteY183" fmla="*/ 79162 h 197265"/>
                <a:gd name="connsiteX184" fmla="*/ 203200 w 258153"/>
                <a:gd name="connsiteY184" fmla="*/ 52349 h 197265"/>
                <a:gd name="connsiteX185" fmla="*/ 210229 w 258153"/>
                <a:gd name="connsiteY185" fmla="*/ 45965 h 197265"/>
                <a:gd name="connsiteX186" fmla="*/ 215341 w 258153"/>
                <a:gd name="connsiteY186" fmla="*/ 47880 h 197265"/>
                <a:gd name="connsiteX187" fmla="*/ 217258 w 258153"/>
                <a:gd name="connsiteY187" fmla="*/ 52987 h 197265"/>
                <a:gd name="connsiteX188" fmla="*/ 217258 w 258153"/>
                <a:gd name="connsiteY188" fmla="*/ 62563 h 197265"/>
                <a:gd name="connsiteX189" fmla="*/ 217258 w 258153"/>
                <a:gd name="connsiteY189" fmla="*/ 62563 h 197265"/>
                <a:gd name="connsiteX190" fmla="*/ 217258 w 258153"/>
                <a:gd name="connsiteY190" fmla="*/ 81077 h 197265"/>
                <a:gd name="connsiteX191" fmla="*/ 217258 w 258153"/>
                <a:gd name="connsiteY191" fmla="*/ 81077 h 197265"/>
                <a:gd name="connsiteX192" fmla="*/ 215341 w 258153"/>
                <a:gd name="connsiteY192" fmla="*/ 86184 h 197265"/>
                <a:gd name="connsiteX193" fmla="*/ 210229 w 258153"/>
                <a:gd name="connsiteY193" fmla="*/ 88099 h 197265"/>
                <a:gd name="connsiteX194" fmla="*/ 241540 w 258153"/>
                <a:gd name="connsiteY194" fmla="*/ 86184 h 197265"/>
                <a:gd name="connsiteX195" fmla="*/ 236428 w 258153"/>
                <a:gd name="connsiteY195" fmla="*/ 88099 h 197265"/>
                <a:gd name="connsiteX196" fmla="*/ 229399 w 258153"/>
                <a:gd name="connsiteY196" fmla="*/ 81077 h 197265"/>
                <a:gd name="connsiteX197" fmla="*/ 229399 w 258153"/>
                <a:gd name="connsiteY197" fmla="*/ 80438 h 197265"/>
                <a:gd name="connsiteX198" fmla="*/ 229399 w 258153"/>
                <a:gd name="connsiteY198" fmla="*/ 62563 h 197265"/>
                <a:gd name="connsiteX199" fmla="*/ 236428 w 258153"/>
                <a:gd name="connsiteY199" fmla="*/ 55541 h 197265"/>
                <a:gd name="connsiteX200" fmla="*/ 241540 w 258153"/>
                <a:gd name="connsiteY200" fmla="*/ 57456 h 197265"/>
                <a:gd name="connsiteX201" fmla="*/ 243456 w 258153"/>
                <a:gd name="connsiteY201" fmla="*/ 62563 h 197265"/>
                <a:gd name="connsiteX202" fmla="*/ 243456 w 258153"/>
                <a:gd name="connsiteY202" fmla="*/ 63840 h 197265"/>
                <a:gd name="connsiteX203" fmla="*/ 243456 w 258153"/>
                <a:gd name="connsiteY203" fmla="*/ 80438 h 197265"/>
                <a:gd name="connsiteX204" fmla="*/ 241540 w 258153"/>
                <a:gd name="connsiteY204" fmla="*/ 86184 h 19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Lst>
              <a:rect l="l" t="t" r="r" b="b"/>
              <a:pathLst>
                <a:path w="258153" h="197265">
                  <a:moveTo>
                    <a:pt x="250485" y="48519"/>
                  </a:moveTo>
                  <a:cubicBezTo>
                    <a:pt x="246651" y="44688"/>
                    <a:pt x="241540" y="42773"/>
                    <a:pt x="236428" y="42773"/>
                  </a:cubicBezTo>
                  <a:cubicBezTo>
                    <a:pt x="233233" y="42773"/>
                    <a:pt x="230677" y="43411"/>
                    <a:pt x="228120" y="44688"/>
                  </a:cubicBezTo>
                  <a:cubicBezTo>
                    <a:pt x="226843" y="42135"/>
                    <a:pt x="225565" y="40219"/>
                    <a:pt x="223648" y="38304"/>
                  </a:cubicBezTo>
                  <a:cubicBezTo>
                    <a:pt x="219814" y="34474"/>
                    <a:pt x="214702" y="32559"/>
                    <a:pt x="209590" y="32559"/>
                  </a:cubicBezTo>
                  <a:cubicBezTo>
                    <a:pt x="205756" y="32559"/>
                    <a:pt x="202561" y="33835"/>
                    <a:pt x="199366" y="35112"/>
                  </a:cubicBezTo>
                  <a:cubicBezTo>
                    <a:pt x="198727" y="33835"/>
                    <a:pt x="197449" y="32559"/>
                    <a:pt x="196810" y="31920"/>
                  </a:cubicBezTo>
                  <a:cubicBezTo>
                    <a:pt x="192976" y="28090"/>
                    <a:pt x="187864" y="26175"/>
                    <a:pt x="182752" y="26175"/>
                  </a:cubicBezTo>
                  <a:cubicBezTo>
                    <a:pt x="175723" y="26175"/>
                    <a:pt x="169333" y="30005"/>
                    <a:pt x="166138" y="35751"/>
                  </a:cubicBezTo>
                  <a:cubicBezTo>
                    <a:pt x="162943" y="33835"/>
                    <a:pt x="159748" y="33197"/>
                    <a:pt x="156553" y="33197"/>
                  </a:cubicBezTo>
                  <a:cubicBezTo>
                    <a:pt x="145690" y="33197"/>
                    <a:pt x="136744" y="42135"/>
                    <a:pt x="136744" y="52987"/>
                  </a:cubicBezTo>
                  <a:lnTo>
                    <a:pt x="136744" y="63202"/>
                  </a:lnTo>
                  <a:cubicBezTo>
                    <a:pt x="134828" y="63202"/>
                    <a:pt x="132911" y="63840"/>
                    <a:pt x="130994" y="64478"/>
                  </a:cubicBezTo>
                  <a:lnTo>
                    <a:pt x="130994" y="47880"/>
                  </a:lnTo>
                  <a:cubicBezTo>
                    <a:pt x="130994" y="42773"/>
                    <a:pt x="129076" y="38304"/>
                    <a:pt x="125881" y="35112"/>
                  </a:cubicBezTo>
                  <a:cubicBezTo>
                    <a:pt x="122686" y="31920"/>
                    <a:pt x="117575" y="30005"/>
                    <a:pt x="113102" y="30005"/>
                  </a:cubicBezTo>
                  <a:cubicBezTo>
                    <a:pt x="111185" y="30005"/>
                    <a:pt x="109268" y="30643"/>
                    <a:pt x="107351" y="31282"/>
                  </a:cubicBezTo>
                  <a:lnTo>
                    <a:pt x="107351" y="25536"/>
                  </a:lnTo>
                  <a:cubicBezTo>
                    <a:pt x="107351" y="20429"/>
                    <a:pt x="105434" y="15960"/>
                    <a:pt x="102239" y="12768"/>
                  </a:cubicBezTo>
                  <a:cubicBezTo>
                    <a:pt x="99044" y="9576"/>
                    <a:pt x="93932" y="7661"/>
                    <a:pt x="89459" y="7661"/>
                  </a:cubicBezTo>
                  <a:cubicBezTo>
                    <a:pt x="86903" y="7661"/>
                    <a:pt x="84347" y="8299"/>
                    <a:pt x="81791" y="9576"/>
                  </a:cubicBezTo>
                  <a:cubicBezTo>
                    <a:pt x="81152" y="7661"/>
                    <a:pt x="79874" y="6384"/>
                    <a:pt x="78596" y="5107"/>
                  </a:cubicBezTo>
                  <a:cubicBezTo>
                    <a:pt x="75401" y="1915"/>
                    <a:pt x="70289" y="0"/>
                    <a:pt x="65816" y="0"/>
                  </a:cubicBezTo>
                  <a:cubicBezTo>
                    <a:pt x="56870" y="0"/>
                    <a:pt x="49841" y="6384"/>
                    <a:pt x="47925" y="14683"/>
                  </a:cubicBezTo>
                  <a:cubicBezTo>
                    <a:pt x="46007" y="14045"/>
                    <a:pt x="44090" y="13407"/>
                    <a:pt x="42173" y="13407"/>
                  </a:cubicBezTo>
                  <a:cubicBezTo>
                    <a:pt x="31950" y="13407"/>
                    <a:pt x="23642" y="21706"/>
                    <a:pt x="23642" y="31920"/>
                  </a:cubicBezTo>
                  <a:lnTo>
                    <a:pt x="23642" y="56818"/>
                  </a:lnTo>
                  <a:cubicBezTo>
                    <a:pt x="21087" y="55541"/>
                    <a:pt x="17892" y="54902"/>
                    <a:pt x="15336" y="54902"/>
                  </a:cubicBezTo>
                  <a:lnTo>
                    <a:pt x="14697" y="54902"/>
                  </a:lnTo>
                  <a:cubicBezTo>
                    <a:pt x="11502" y="54902"/>
                    <a:pt x="8946" y="55541"/>
                    <a:pt x="6390" y="56179"/>
                  </a:cubicBezTo>
                  <a:cubicBezTo>
                    <a:pt x="2556" y="57456"/>
                    <a:pt x="0" y="61286"/>
                    <a:pt x="0" y="65117"/>
                  </a:cubicBezTo>
                  <a:lnTo>
                    <a:pt x="0" y="127680"/>
                  </a:lnTo>
                  <a:cubicBezTo>
                    <a:pt x="0" y="127680"/>
                    <a:pt x="0" y="127680"/>
                    <a:pt x="0" y="127680"/>
                  </a:cubicBezTo>
                  <a:lnTo>
                    <a:pt x="0" y="128957"/>
                  </a:lnTo>
                  <a:cubicBezTo>
                    <a:pt x="639" y="144278"/>
                    <a:pt x="8307" y="158323"/>
                    <a:pt x="21087" y="167260"/>
                  </a:cubicBezTo>
                  <a:cubicBezTo>
                    <a:pt x="23004" y="168537"/>
                    <a:pt x="23642" y="170452"/>
                    <a:pt x="23642" y="172368"/>
                  </a:cubicBezTo>
                  <a:lnTo>
                    <a:pt x="23642" y="190243"/>
                  </a:lnTo>
                  <a:cubicBezTo>
                    <a:pt x="23642" y="194073"/>
                    <a:pt x="26199" y="196627"/>
                    <a:pt x="30032" y="196627"/>
                  </a:cubicBezTo>
                  <a:cubicBezTo>
                    <a:pt x="33867" y="196627"/>
                    <a:pt x="36422" y="194073"/>
                    <a:pt x="36422" y="190243"/>
                  </a:cubicBezTo>
                  <a:lnTo>
                    <a:pt x="36422" y="172368"/>
                  </a:lnTo>
                  <a:cubicBezTo>
                    <a:pt x="36422" y="165984"/>
                    <a:pt x="33227" y="160238"/>
                    <a:pt x="28115" y="156408"/>
                  </a:cubicBezTo>
                  <a:cubicBezTo>
                    <a:pt x="18531" y="150024"/>
                    <a:pt x="12780" y="139809"/>
                    <a:pt x="12780" y="128318"/>
                  </a:cubicBezTo>
                  <a:lnTo>
                    <a:pt x="12780" y="127041"/>
                  </a:lnTo>
                  <a:cubicBezTo>
                    <a:pt x="12780" y="127041"/>
                    <a:pt x="12780" y="127041"/>
                    <a:pt x="12780" y="127041"/>
                  </a:cubicBezTo>
                  <a:lnTo>
                    <a:pt x="12780" y="67032"/>
                  </a:lnTo>
                  <a:cubicBezTo>
                    <a:pt x="13419" y="67032"/>
                    <a:pt x="14058" y="67032"/>
                    <a:pt x="14697" y="67032"/>
                  </a:cubicBezTo>
                  <a:lnTo>
                    <a:pt x="15336" y="67032"/>
                  </a:lnTo>
                  <a:cubicBezTo>
                    <a:pt x="16614" y="67032"/>
                    <a:pt x="17892" y="67032"/>
                    <a:pt x="18531" y="67670"/>
                  </a:cubicBezTo>
                  <a:cubicBezTo>
                    <a:pt x="19170" y="67670"/>
                    <a:pt x="19809" y="68309"/>
                    <a:pt x="20447" y="68947"/>
                  </a:cubicBezTo>
                  <a:cubicBezTo>
                    <a:pt x="22365" y="70224"/>
                    <a:pt x="23642" y="72778"/>
                    <a:pt x="23642" y="75331"/>
                  </a:cubicBezTo>
                  <a:lnTo>
                    <a:pt x="23642" y="77246"/>
                  </a:lnTo>
                  <a:cubicBezTo>
                    <a:pt x="23642" y="77246"/>
                    <a:pt x="23642" y="77246"/>
                    <a:pt x="23642" y="77246"/>
                  </a:cubicBezTo>
                  <a:lnTo>
                    <a:pt x="23642" y="112997"/>
                  </a:lnTo>
                  <a:cubicBezTo>
                    <a:pt x="23642" y="112997"/>
                    <a:pt x="23642" y="112997"/>
                    <a:pt x="23642" y="113635"/>
                  </a:cubicBezTo>
                  <a:cubicBezTo>
                    <a:pt x="23642" y="113635"/>
                    <a:pt x="23642" y="113635"/>
                    <a:pt x="23642" y="114273"/>
                  </a:cubicBezTo>
                  <a:cubicBezTo>
                    <a:pt x="23642" y="114273"/>
                    <a:pt x="23642" y="114912"/>
                    <a:pt x="23642" y="114912"/>
                  </a:cubicBezTo>
                  <a:cubicBezTo>
                    <a:pt x="23642" y="115550"/>
                    <a:pt x="23642" y="115550"/>
                    <a:pt x="24282" y="116189"/>
                  </a:cubicBezTo>
                  <a:cubicBezTo>
                    <a:pt x="24282" y="116189"/>
                    <a:pt x="24921" y="116827"/>
                    <a:pt x="24921" y="116827"/>
                  </a:cubicBezTo>
                  <a:cubicBezTo>
                    <a:pt x="24921" y="117465"/>
                    <a:pt x="25560" y="117465"/>
                    <a:pt x="25560" y="118104"/>
                  </a:cubicBezTo>
                  <a:cubicBezTo>
                    <a:pt x="25560" y="118104"/>
                    <a:pt x="26199" y="118104"/>
                    <a:pt x="26199" y="118742"/>
                  </a:cubicBezTo>
                  <a:cubicBezTo>
                    <a:pt x="26837" y="119381"/>
                    <a:pt x="27477" y="119381"/>
                    <a:pt x="27477" y="119381"/>
                  </a:cubicBezTo>
                  <a:cubicBezTo>
                    <a:pt x="27477" y="119381"/>
                    <a:pt x="28115" y="119381"/>
                    <a:pt x="28115" y="119381"/>
                  </a:cubicBezTo>
                  <a:cubicBezTo>
                    <a:pt x="28755" y="119381"/>
                    <a:pt x="28755" y="119381"/>
                    <a:pt x="29394" y="119381"/>
                  </a:cubicBezTo>
                  <a:cubicBezTo>
                    <a:pt x="29394" y="119381"/>
                    <a:pt x="29394" y="119381"/>
                    <a:pt x="30032" y="119381"/>
                  </a:cubicBezTo>
                  <a:cubicBezTo>
                    <a:pt x="30032" y="119381"/>
                    <a:pt x="30032" y="119381"/>
                    <a:pt x="30032" y="119381"/>
                  </a:cubicBezTo>
                  <a:cubicBezTo>
                    <a:pt x="31310" y="119381"/>
                    <a:pt x="32589" y="119381"/>
                    <a:pt x="34505" y="119381"/>
                  </a:cubicBezTo>
                  <a:cubicBezTo>
                    <a:pt x="46646" y="119381"/>
                    <a:pt x="57509" y="124488"/>
                    <a:pt x="65177" y="133425"/>
                  </a:cubicBezTo>
                  <a:cubicBezTo>
                    <a:pt x="66455" y="134702"/>
                    <a:pt x="68372" y="135341"/>
                    <a:pt x="70289" y="135341"/>
                  </a:cubicBezTo>
                  <a:cubicBezTo>
                    <a:pt x="71567" y="135341"/>
                    <a:pt x="73484" y="134702"/>
                    <a:pt x="74762" y="134064"/>
                  </a:cubicBezTo>
                  <a:cubicBezTo>
                    <a:pt x="77318" y="131510"/>
                    <a:pt x="77957" y="127680"/>
                    <a:pt x="75401" y="125126"/>
                  </a:cubicBezTo>
                  <a:cubicBezTo>
                    <a:pt x="65816" y="113635"/>
                    <a:pt x="51119" y="107251"/>
                    <a:pt x="36422" y="106613"/>
                  </a:cubicBezTo>
                  <a:lnTo>
                    <a:pt x="36422" y="75331"/>
                  </a:lnTo>
                  <a:cubicBezTo>
                    <a:pt x="36422" y="75331"/>
                    <a:pt x="36422" y="75331"/>
                    <a:pt x="36422" y="74693"/>
                  </a:cubicBezTo>
                  <a:lnTo>
                    <a:pt x="36422" y="30643"/>
                  </a:lnTo>
                  <a:cubicBezTo>
                    <a:pt x="36422" y="27451"/>
                    <a:pt x="38978" y="24898"/>
                    <a:pt x="42173" y="24898"/>
                  </a:cubicBezTo>
                  <a:cubicBezTo>
                    <a:pt x="43451" y="24898"/>
                    <a:pt x="45368" y="25536"/>
                    <a:pt x="46007" y="26813"/>
                  </a:cubicBezTo>
                  <a:cubicBezTo>
                    <a:pt x="46646" y="27451"/>
                    <a:pt x="47285" y="28728"/>
                    <a:pt x="47285" y="30643"/>
                  </a:cubicBezTo>
                  <a:lnTo>
                    <a:pt x="47285" y="86822"/>
                  </a:lnTo>
                  <a:cubicBezTo>
                    <a:pt x="47285" y="90653"/>
                    <a:pt x="49841" y="93206"/>
                    <a:pt x="53675" y="93206"/>
                  </a:cubicBezTo>
                  <a:cubicBezTo>
                    <a:pt x="57509" y="93206"/>
                    <a:pt x="60065" y="90653"/>
                    <a:pt x="60065" y="86822"/>
                  </a:cubicBezTo>
                  <a:lnTo>
                    <a:pt x="60065" y="31282"/>
                  </a:lnTo>
                  <a:cubicBezTo>
                    <a:pt x="60065" y="31282"/>
                    <a:pt x="60065" y="31282"/>
                    <a:pt x="60065" y="31282"/>
                  </a:cubicBezTo>
                  <a:cubicBezTo>
                    <a:pt x="60065" y="30643"/>
                    <a:pt x="60065" y="30643"/>
                    <a:pt x="60065" y="30643"/>
                  </a:cubicBezTo>
                  <a:lnTo>
                    <a:pt x="60065" y="18514"/>
                  </a:lnTo>
                  <a:cubicBezTo>
                    <a:pt x="60065" y="15322"/>
                    <a:pt x="62621" y="12768"/>
                    <a:pt x="65816" y="12768"/>
                  </a:cubicBezTo>
                  <a:cubicBezTo>
                    <a:pt x="67094" y="12768"/>
                    <a:pt x="69011" y="13407"/>
                    <a:pt x="69650" y="14683"/>
                  </a:cubicBezTo>
                  <a:cubicBezTo>
                    <a:pt x="70928" y="15960"/>
                    <a:pt x="71567" y="17237"/>
                    <a:pt x="71567" y="18514"/>
                  </a:cubicBezTo>
                  <a:lnTo>
                    <a:pt x="71567" y="26175"/>
                  </a:lnTo>
                  <a:cubicBezTo>
                    <a:pt x="71567" y="26175"/>
                    <a:pt x="71567" y="26813"/>
                    <a:pt x="71567" y="26813"/>
                  </a:cubicBezTo>
                  <a:cubicBezTo>
                    <a:pt x="71567" y="26813"/>
                    <a:pt x="71567" y="26813"/>
                    <a:pt x="71567" y="26813"/>
                  </a:cubicBezTo>
                  <a:lnTo>
                    <a:pt x="71567" y="87461"/>
                  </a:lnTo>
                  <a:cubicBezTo>
                    <a:pt x="71567" y="91291"/>
                    <a:pt x="74123" y="93845"/>
                    <a:pt x="77957" y="93845"/>
                  </a:cubicBezTo>
                  <a:cubicBezTo>
                    <a:pt x="81791" y="93845"/>
                    <a:pt x="84347" y="91291"/>
                    <a:pt x="84347" y="87461"/>
                  </a:cubicBezTo>
                  <a:lnTo>
                    <a:pt x="84347" y="26175"/>
                  </a:lnTo>
                  <a:cubicBezTo>
                    <a:pt x="84347" y="23621"/>
                    <a:pt x="86903" y="21067"/>
                    <a:pt x="90098" y="21067"/>
                  </a:cubicBezTo>
                  <a:cubicBezTo>
                    <a:pt x="91376" y="21067"/>
                    <a:pt x="93293" y="21706"/>
                    <a:pt x="93932" y="22983"/>
                  </a:cubicBezTo>
                  <a:cubicBezTo>
                    <a:pt x="95210" y="24259"/>
                    <a:pt x="95849" y="25536"/>
                    <a:pt x="95849" y="26813"/>
                  </a:cubicBezTo>
                  <a:lnTo>
                    <a:pt x="95849" y="50434"/>
                  </a:lnTo>
                  <a:lnTo>
                    <a:pt x="95849" y="88099"/>
                  </a:lnTo>
                  <a:cubicBezTo>
                    <a:pt x="95849" y="91930"/>
                    <a:pt x="98405" y="94483"/>
                    <a:pt x="102239" y="94483"/>
                  </a:cubicBezTo>
                  <a:cubicBezTo>
                    <a:pt x="106073" y="94483"/>
                    <a:pt x="108629" y="91930"/>
                    <a:pt x="108629" y="88099"/>
                  </a:cubicBezTo>
                  <a:lnTo>
                    <a:pt x="108629" y="50434"/>
                  </a:lnTo>
                  <a:cubicBezTo>
                    <a:pt x="108629" y="47242"/>
                    <a:pt x="111185" y="44688"/>
                    <a:pt x="114380" y="44688"/>
                  </a:cubicBezTo>
                  <a:cubicBezTo>
                    <a:pt x="115658" y="44688"/>
                    <a:pt x="117575" y="45327"/>
                    <a:pt x="118214" y="46603"/>
                  </a:cubicBezTo>
                  <a:cubicBezTo>
                    <a:pt x="119492" y="47880"/>
                    <a:pt x="120131" y="49157"/>
                    <a:pt x="120131" y="50434"/>
                  </a:cubicBezTo>
                  <a:lnTo>
                    <a:pt x="120131" y="133425"/>
                  </a:lnTo>
                  <a:cubicBezTo>
                    <a:pt x="120131" y="142363"/>
                    <a:pt x="116936" y="151300"/>
                    <a:pt x="110546" y="157684"/>
                  </a:cubicBezTo>
                  <a:cubicBezTo>
                    <a:pt x="107351" y="161515"/>
                    <a:pt x="105434" y="165984"/>
                    <a:pt x="105434" y="171091"/>
                  </a:cubicBezTo>
                  <a:lnTo>
                    <a:pt x="105434" y="190881"/>
                  </a:lnTo>
                  <a:cubicBezTo>
                    <a:pt x="105434" y="194711"/>
                    <a:pt x="107990" y="197265"/>
                    <a:pt x="111824" y="197265"/>
                  </a:cubicBezTo>
                  <a:cubicBezTo>
                    <a:pt x="115658" y="197265"/>
                    <a:pt x="118214" y="194711"/>
                    <a:pt x="118214" y="190881"/>
                  </a:cubicBezTo>
                  <a:lnTo>
                    <a:pt x="118214" y="171091"/>
                  </a:lnTo>
                  <a:cubicBezTo>
                    <a:pt x="118214" y="169176"/>
                    <a:pt x="118853" y="167899"/>
                    <a:pt x="120131" y="166622"/>
                  </a:cubicBezTo>
                  <a:cubicBezTo>
                    <a:pt x="125243" y="161515"/>
                    <a:pt x="128438" y="155769"/>
                    <a:pt x="130994" y="149385"/>
                  </a:cubicBezTo>
                  <a:cubicBezTo>
                    <a:pt x="134828" y="154492"/>
                    <a:pt x="139301" y="159600"/>
                    <a:pt x="145051" y="163430"/>
                  </a:cubicBezTo>
                  <a:cubicBezTo>
                    <a:pt x="146969" y="164707"/>
                    <a:pt x="148246" y="167260"/>
                    <a:pt x="148246" y="169814"/>
                  </a:cubicBezTo>
                  <a:lnTo>
                    <a:pt x="148246" y="189604"/>
                  </a:lnTo>
                  <a:cubicBezTo>
                    <a:pt x="148246" y="193435"/>
                    <a:pt x="150802" y="195988"/>
                    <a:pt x="154636" y="195988"/>
                  </a:cubicBezTo>
                  <a:cubicBezTo>
                    <a:pt x="158470" y="195988"/>
                    <a:pt x="161026" y="193435"/>
                    <a:pt x="161026" y="189604"/>
                  </a:cubicBezTo>
                  <a:lnTo>
                    <a:pt x="161026" y="169814"/>
                  </a:lnTo>
                  <a:cubicBezTo>
                    <a:pt x="161026" y="162792"/>
                    <a:pt x="157831" y="156408"/>
                    <a:pt x="152080" y="152577"/>
                  </a:cubicBezTo>
                  <a:cubicBezTo>
                    <a:pt x="141856" y="145555"/>
                    <a:pt x="134828" y="133425"/>
                    <a:pt x="134828" y="120657"/>
                  </a:cubicBezTo>
                  <a:lnTo>
                    <a:pt x="134828" y="83630"/>
                  </a:lnTo>
                  <a:cubicBezTo>
                    <a:pt x="134828" y="81077"/>
                    <a:pt x="137384" y="78523"/>
                    <a:pt x="139939" y="78523"/>
                  </a:cubicBezTo>
                  <a:lnTo>
                    <a:pt x="192337" y="78523"/>
                  </a:lnTo>
                  <a:cubicBezTo>
                    <a:pt x="192337" y="79162"/>
                    <a:pt x="192337" y="79162"/>
                    <a:pt x="192337" y="79800"/>
                  </a:cubicBezTo>
                  <a:lnTo>
                    <a:pt x="192337" y="82992"/>
                  </a:lnTo>
                  <a:cubicBezTo>
                    <a:pt x="192337" y="82992"/>
                    <a:pt x="192337" y="82992"/>
                    <a:pt x="192337" y="82992"/>
                  </a:cubicBezTo>
                  <a:cubicBezTo>
                    <a:pt x="192337" y="84269"/>
                    <a:pt x="191698" y="85546"/>
                    <a:pt x="191698" y="86184"/>
                  </a:cubicBezTo>
                  <a:cubicBezTo>
                    <a:pt x="191059" y="86822"/>
                    <a:pt x="191059" y="87461"/>
                    <a:pt x="190420" y="88099"/>
                  </a:cubicBezTo>
                  <a:cubicBezTo>
                    <a:pt x="188503" y="90653"/>
                    <a:pt x="185947" y="91930"/>
                    <a:pt x="182752" y="91930"/>
                  </a:cubicBezTo>
                  <a:lnTo>
                    <a:pt x="154636" y="91930"/>
                  </a:lnTo>
                  <a:cubicBezTo>
                    <a:pt x="150802" y="91930"/>
                    <a:pt x="148246" y="94483"/>
                    <a:pt x="148246" y="98313"/>
                  </a:cubicBezTo>
                  <a:cubicBezTo>
                    <a:pt x="148246" y="102144"/>
                    <a:pt x="150802" y="104697"/>
                    <a:pt x="154636" y="104697"/>
                  </a:cubicBezTo>
                  <a:cubicBezTo>
                    <a:pt x="175084" y="104697"/>
                    <a:pt x="191059" y="121296"/>
                    <a:pt x="191059" y="141086"/>
                  </a:cubicBezTo>
                  <a:cubicBezTo>
                    <a:pt x="191059" y="144916"/>
                    <a:pt x="193615" y="147470"/>
                    <a:pt x="197449" y="147470"/>
                  </a:cubicBezTo>
                  <a:cubicBezTo>
                    <a:pt x="201283" y="147470"/>
                    <a:pt x="203839" y="144916"/>
                    <a:pt x="203839" y="141086"/>
                  </a:cubicBezTo>
                  <a:cubicBezTo>
                    <a:pt x="203839" y="132787"/>
                    <a:pt x="209590" y="125765"/>
                    <a:pt x="217897" y="123849"/>
                  </a:cubicBezTo>
                  <a:cubicBezTo>
                    <a:pt x="221092" y="123211"/>
                    <a:pt x="223648" y="120019"/>
                    <a:pt x="223009" y="116189"/>
                  </a:cubicBezTo>
                  <a:cubicBezTo>
                    <a:pt x="222370" y="112997"/>
                    <a:pt x="219175" y="110443"/>
                    <a:pt x="215341" y="111081"/>
                  </a:cubicBezTo>
                  <a:cubicBezTo>
                    <a:pt x="208951" y="112358"/>
                    <a:pt x="203200" y="115550"/>
                    <a:pt x="198727" y="120019"/>
                  </a:cubicBezTo>
                  <a:cubicBezTo>
                    <a:pt x="195532" y="113635"/>
                    <a:pt x="191698" y="107889"/>
                    <a:pt x="186586" y="103421"/>
                  </a:cubicBezTo>
                  <a:cubicBezTo>
                    <a:pt x="191059" y="102782"/>
                    <a:pt x="195532" y="100229"/>
                    <a:pt x="198727" y="96398"/>
                  </a:cubicBezTo>
                  <a:cubicBezTo>
                    <a:pt x="201922" y="99590"/>
                    <a:pt x="206395" y="101505"/>
                    <a:pt x="211507" y="101505"/>
                  </a:cubicBezTo>
                  <a:cubicBezTo>
                    <a:pt x="216619" y="101505"/>
                    <a:pt x="221092" y="99590"/>
                    <a:pt x="224925" y="96398"/>
                  </a:cubicBezTo>
                  <a:cubicBezTo>
                    <a:pt x="228120" y="99590"/>
                    <a:pt x="233233" y="101505"/>
                    <a:pt x="238345" y="101505"/>
                  </a:cubicBezTo>
                  <a:cubicBezTo>
                    <a:pt x="240900" y="101505"/>
                    <a:pt x="242818" y="100867"/>
                    <a:pt x="245373" y="100229"/>
                  </a:cubicBezTo>
                  <a:lnTo>
                    <a:pt x="245373" y="124488"/>
                  </a:lnTo>
                  <a:cubicBezTo>
                    <a:pt x="245373" y="134702"/>
                    <a:pt x="241540" y="144916"/>
                    <a:pt x="234510" y="151939"/>
                  </a:cubicBezTo>
                  <a:cubicBezTo>
                    <a:pt x="230677" y="155769"/>
                    <a:pt x="228760" y="160876"/>
                    <a:pt x="228760" y="165984"/>
                  </a:cubicBezTo>
                  <a:lnTo>
                    <a:pt x="228760" y="188327"/>
                  </a:lnTo>
                  <a:cubicBezTo>
                    <a:pt x="228760" y="192158"/>
                    <a:pt x="231315" y="194711"/>
                    <a:pt x="235150" y="194711"/>
                  </a:cubicBezTo>
                  <a:cubicBezTo>
                    <a:pt x="238983" y="194711"/>
                    <a:pt x="241540" y="192158"/>
                    <a:pt x="241540" y="188327"/>
                  </a:cubicBezTo>
                  <a:lnTo>
                    <a:pt x="241540" y="165984"/>
                  </a:lnTo>
                  <a:cubicBezTo>
                    <a:pt x="241540" y="164068"/>
                    <a:pt x="242178" y="162153"/>
                    <a:pt x="243456" y="160238"/>
                  </a:cubicBezTo>
                  <a:cubicBezTo>
                    <a:pt x="253041" y="150662"/>
                    <a:pt x="258153" y="137256"/>
                    <a:pt x="258153" y="123849"/>
                  </a:cubicBezTo>
                  <a:lnTo>
                    <a:pt x="258153" y="81077"/>
                  </a:lnTo>
                  <a:lnTo>
                    <a:pt x="258153" y="63840"/>
                  </a:lnTo>
                  <a:lnTo>
                    <a:pt x="258153" y="62563"/>
                  </a:lnTo>
                  <a:cubicBezTo>
                    <a:pt x="256236" y="57456"/>
                    <a:pt x="254319" y="52349"/>
                    <a:pt x="250485" y="48519"/>
                  </a:cubicBezTo>
                  <a:close/>
                  <a:moveTo>
                    <a:pt x="157192" y="46603"/>
                  </a:moveTo>
                  <a:cubicBezTo>
                    <a:pt x="159109" y="46603"/>
                    <a:pt x="161026" y="47242"/>
                    <a:pt x="162304" y="48519"/>
                  </a:cubicBezTo>
                  <a:cubicBezTo>
                    <a:pt x="163582" y="49795"/>
                    <a:pt x="164221" y="51072"/>
                    <a:pt x="164221" y="52987"/>
                  </a:cubicBezTo>
                  <a:lnTo>
                    <a:pt x="164221" y="63840"/>
                  </a:lnTo>
                  <a:lnTo>
                    <a:pt x="150164" y="63840"/>
                  </a:lnTo>
                  <a:lnTo>
                    <a:pt x="150164" y="53626"/>
                  </a:lnTo>
                  <a:cubicBezTo>
                    <a:pt x="150164" y="49795"/>
                    <a:pt x="153358" y="46603"/>
                    <a:pt x="157192" y="46603"/>
                  </a:cubicBezTo>
                  <a:close/>
                  <a:moveTo>
                    <a:pt x="177001" y="63840"/>
                  </a:moveTo>
                  <a:lnTo>
                    <a:pt x="177001" y="53626"/>
                  </a:lnTo>
                  <a:cubicBezTo>
                    <a:pt x="177001" y="53626"/>
                    <a:pt x="177001" y="53626"/>
                    <a:pt x="177001" y="53626"/>
                  </a:cubicBezTo>
                  <a:cubicBezTo>
                    <a:pt x="177001" y="52987"/>
                    <a:pt x="177001" y="52987"/>
                    <a:pt x="177001" y="52349"/>
                  </a:cubicBezTo>
                  <a:lnTo>
                    <a:pt x="177001" y="46603"/>
                  </a:lnTo>
                  <a:cubicBezTo>
                    <a:pt x="177001" y="42773"/>
                    <a:pt x="180196" y="39581"/>
                    <a:pt x="184030" y="39581"/>
                  </a:cubicBezTo>
                  <a:cubicBezTo>
                    <a:pt x="185947" y="39581"/>
                    <a:pt x="187864" y="40219"/>
                    <a:pt x="189142" y="41496"/>
                  </a:cubicBezTo>
                  <a:cubicBezTo>
                    <a:pt x="190420" y="42773"/>
                    <a:pt x="191059" y="44688"/>
                    <a:pt x="191059" y="46603"/>
                  </a:cubicBezTo>
                  <a:lnTo>
                    <a:pt x="191059" y="51710"/>
                  </a:lnTo>
                  <a:cubicBezTo>
                    <a:pt x="191059" y="52349"/>
                    <a:pt x="191059" y="52349"/>
                    <a:pt x="191059" y="52987"/>
                  </a:cubicBezTo>
                  <a:lnTo>
                    <a:pt x="191059" y="63840"/>
                  </a:lnTo>
                  <a:lnTo>
                    <a:pt x="177001" y="63840"/>
                  </a:lnTo>
                  <a:close/>
                  <a:moveTo>
                    <a:pt x="210229" y="88099"/>
                  </a:moveTo>
                  <a:cubicBezTo>
                    <a:pt x="206395" y="88099"/>
                    <a:pt x="203200" y="84907"/>
                    <a:pt x="203200" y="81715"/>
                  </a:cubicBezTo>
                  <a:cubicBezTo>
                    <a:pt x="203200" y="81715"/>
                    <a:pt x="203200" y="81077"/>
                    <a:pt x="203200" y="81077"/>
                  </a:cubicBezTo>
                  <a:lnTo>
                    <a:pt x="203200" y="80438"/>
                  </a:lnTo>
                  <a:cubicBezTo>
                    <a:pt x="203200" y="79800"/>
                    <a:pt x="203200" y="79162"/>
                    <a:pt x="203200" y="79162"/>
                  </a:cubicBezTo>
                  <a:lnTo>
                    <a:pt x="203200" y="52349"/>
                  </a:lnTo>
                  <a:cubicBezTo>
                    <a:pt x="203200" y="48519"/>
                    <a:pt x="206395" y="45965"/>
                    <a:pt x="210229" y="45965"/>
                  </a:cubicBezTo>
                  <a:cubicBezTo>
                    <a:pt x="212146" y="45965"/>
                    <a:pt x="214063" y="46603"/>
                    <a:pt x="215341" y="47880"/>
                  </a:cubicBezTo>
                  <a:cubicBezTo>
                    <a:pt x="216619" y="49157"/>
                    <a:pt x="217258" y="51072"/>
                    <a:pt x="217258" y="52987"/>
                  </a:cubicBezTo>
                  <a:lnTo>
                    <a:pt x="217258" y="62563"/>
                  </a:lnTo>
                  <a:cubicBezTo>
                    <a:pt x="217258" y="62563"/>
                    <a:pt x="217258" y="62563"/>
                    <a:pt x="217258" y="62563"/>
                  </a:cubicBezTo>
                  <a:lnTo>
                    <a:pt x="217258" y="81077"/>
                  </a:lnTo>
                  <a:cubicBezTo>
                    <a:pt x="217258" y="81077"/>
                    <a:pt x="217258" y="81077"/>
                    <a:pt x="217258" y="81077"/>
                  </a:cubicBezTo>
                  <a:cubicBezTo>
                    <a:pt x="217258" y="82992"/>
                    <a:pt x="216619" y="84907"/>
                    <a:pt x="215341" y="86184"/>
                  </a:cubicBezTo>
                  <a:cubicBezTo>
                    <a:pt x="214063" y="87461"/>
                    <a:pt x="212146" y="88099"/>
                    <a:pt x="210229" y="88099"/>
                  </a:cubicBezTo>
                  <a:close/>
                  <a:moveTo>
                    <a:pt x="241540" y="86184"/>
                  </a:moveTo>
                  <a:cubicBezTo>
                    <a:pt x="240261" y="87461"/>
                    <a:pt x="238345" y="88099"/>
                    <a:pt x="236428" y="88099"/>
                  </a:cubicBezTo>
                  <a:cubicBezTo>
                    <a:pt x="232593" y="88099"/>
                    <a:pt x="229399" y="84907"/>
                    <a:pt x="229399" y="81077"/>
                  </a:cubicBezTo>
                  <a:lnTo>
                    <a:pt x="229399" y="80438"/>
                  </a:lnTo>
                  <a:lnTo>
                    <a:pt x="229399" y="62563"/>
                  </a:lnTo>
                  <a:cubicBezTo>
                    <a:pt x="229399" y="58733"/>
                    <a:pt x="232593" y="55541"/>
                    <a:pt x="236428" y="55541"/>
                  </a:cubicBezTo>
                  <a:cubicBezTo>
                    <a:pt x="238345" y="55541"/>
                    <a:pt x="240261" y="56179"/>
                    <a:pt x="241540" y="57456"/>
                  </a:cubicBezTo>
                  <a:cubicBezTo>
                    <a:pt x="242818" y="58733"/>
                    <a:pt x="243456" y="60648"/>
                    <a:pt x="243456" y="62563"/>
                  </a:cubicBezTo>
                  <a:lnTo>
                    <a:pt x="243456" y="63840"/>
                  </a:lnTo>
                  <a:lnTo>
                    <a:pt x="243456" y="80438"/>
                  </a:lnTo>
                  <a:cubicBezTo>
                    <a:pt x="243456" y="82992"/>
                    <a:pt x="242818" y="84907"/>
                    <a:pt x="241540" y="86184"/>
                  </a:cubicBezTo>
                  <a:close/>
                </a:path>
              </a:pathLst>
            </a:custGeom>
            <a:solidFill>
              <a:srgbClr val="007CB0"/>
            </a:solidFill>
            <a:ln w="6390" cap="flat">
              <a:noFill/>
              <a:prstDash val="solid"/>
              <a:miter/>
            </a:ln>
          </p:spPr>
          <p:txBody>
            <a:bodyPr rtlCol="0" anchor="ctr"/>
            <a:lstStyle/>
            <a:p>
              <a:endParaRPr lang="en-US"/>
            </a:p>
          </p:txBody>
        </p:sp>
      </p:grpSp>
      <p:grpSp>
        <p:nvGrpSpPr>
          <p:cNvPr id="854" name="Graphic 4">
            <a:extLst>
              <a:ext uri="{FF2B5EF4-FFF2-40B4-BE49-F238E27FC236}">
                <a16:creationId xmlns:a16="http://schemas.microsoft.com/office/drawing/2014/main" id="{FBF16BB2-0ED0-C341-BB59-A2DA920417E4}"/>
              </a:ext>
            </a:extLst>
          </p:cNvPr>
          <p:cNvGrpSpPr/>
          <p:nvPr/>
        </p:nvGrpSpPr>
        <p:grpSpPr>
          <a:xfrm>
            <a:off x="5708769" y="2371173"/>
            <a:ext cx="361670" cy="361333"/>
            <a:chOff x="5708769" y="2371173"/>
            <a:chExt cx="361670" cy="361333"/>
          </a:xfrm>
          <a:solidFill>
            <a:srgbClr val="007CB0"/>
          </a:solidFill>
        </p:grpSpPr>
        <p:sp>
          <p:nvSpPr>
            <p:cNvPr id="855" name="Graphic 4">
              <a:extLst>
                <a:ext uri="{FF2B5EF4-FFF2-40B4-BE49-F238E27FC236}">
                  <a16:creationId xmlns:a16="http://schemas.microsoft.com/office/drawing/2014/main" id="{7DBCF7CF-932B-4C44-93B9-F574530EF6EB}"/>
                </a:ext>
              </a:extLst>
            </p:cNvPr>
            <p:cNvSpPr/>
            <p:nvPr/>
          </p:nvSpPr>
          <p:spPr>
            <a:xfrm>
              <a:off x="5708769"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856" name="Graphic 4">
              <a:extLst>
                <a:ext uri="{FF2B5EF4-FFF2-40B4-BE49-F238E27FC236}">
                  <a16:creationId xmlns:a16="http://schemas.microsoft.com/office/drawing/2014/main" id="{9BC9D9B7-49DF-414D-BE3C-16DC43E0210C}"/>
                </a:ext>
              </a:extLst>
            </p:cNvPr>
            <p:cNvSpPr/>
            <p:nvPr/>
          </p:nvSpPr>
          <p:spPr>
            <a:xfrm>
              <a:off x="5753738" y="2489654"/>
              <a:ext cx="272361" cy="192419"/>
            </a:xfrm>
            <a:custGeom>
              <a:avLst/>
              <a:gdLst>
                <a:gd name="connsiteX0" fmla="*/ 271973 w 272361"/>
                <a:gd name="connsiteY0" fmla="*/ 91552 h 192419"/>
                <a:gd name="connsiteX1" fmla="*/ 263666 w 272361"/>
                <a:gd name="connsiteY1" fmla="*/ 87722 h 192419"/>
                <a:gd name="connsiteX2" fmla="*/ 234272 w 272361"/>
                <a:gd name="connsiteY2" fmla="*/ 99852 h 192419"/>
                <a:gd name="connsiteX3" fmla="*/ 224687 w 272361"/>
                <a:gd name="connsiteY3" fmla="*/ 88360 h 192419"/>
                <a:gd name="connsiteX4" fmla="*/ 216380 w 272361"/>
                <a:gd name="connsiteY4" fmla="*/ 78146 h 192419"/>
                <a:gd name="connsiteX5" fmla="*/ 215741 w 272361"/>
                <a:gd name="connsiteY5" fmla="*/ 77508 h 192419"/>
                <a:gd name="connsiteX6" fmla="*/ 241301 w 272361"/>
                <a:gd name="connsiteY6" fmla="*/ 68570 h 192419"/>
                <a:gd name="connsiteX7" fmla="*/ 243218 w 272361"/>
                <a:gd name="connsiteY7" fmla="*/ 59633 h 192419"/>
                <a:gd name="connsiteX8" fmla="*/ 234272 w 272361"/>
                <a:gd name="connsiteY8" fmla="*/ 57717 h 192419"/>
                <a:gd name="connsiteX9" fmla="*/ 199766 w 272361"/>
                <a:gd name="connsiteY9" fmla="*/ 65378 h 192419"/>
                <a:gd name="connsiteX10" fmla="*/ 199766 w 272361"/>
                <a:gd name="connsiteY10" fmla="*/ 65378 h 192419"/>
                <a:gd name="connsiteX11" fmla="*/ 199127 w 272361"/>
                <a:gd name="connsiteY11" fmla="*/ 65378 h 192419"/>
                <a:gd name="connsiteX12" fmla="*/ 165261 w 272361"/>
                <a:gd name="connsiteY12" fmla="*/ 51972 h 192419"/>
                <a:gd name="connsiteX13" fmla="*/ 165261 w 272361"/>
                <a:gd name="connsiteY13" fmla="*/ 51972 h 192419"/>
                <a:gd name="connsiteX14" fmla="*/ 163983 w 272361"/>
                <a:gd name="connsiteY14" fmla="*/ 51972 h 192419"/>
                <a:gd name="connsiteX15" fmla="*/ 162705 w 272361"/>
                <a:gd name="connsiteY15" fmla="*/ 51972 h 192419"/>
                <a:gd name="connsiteX16" fmla="*/ 162705 w 272361"/>
                <a:gd name="connsiteY16" fmla="*/ 51972 h 192419"/>
                <a:gd name="connsiteX17" fmla="*/ 112863 w 272361"/>
                <a:gd name="connsiteY17" fmla="*/ 57079 h 192419"/>
                <a:gd name="connsiteX18" fmla="*/ 110307 w 272361"/>
                <a:gd name="connsiteY18" fmla="*/ 57717 h 192419"/>
                <a:gd name="connsiteX19" fmla="*/ 78358 w 272361"/>
                <a:gd name="connsiteY19" fmla="*/ 60909 h 192419"/>
                <a:gd name="connsiteX20" fmla="*/ 103917 w 272361"/>
                <a:gd name="connsiteY20" fmla="*/ 38565 h 192419"/>
                <a:gd name="connsiteX21" fmla="*/ 135867 w 272361"/>
                <a:gd name="connsiteY21" fmla="*/ 26436 h 192419"/>
                <a:gd name="connsiteX22" fmla="*/ 158871 w 272361"/>
                <a:gd name="connsiteY22" fmla="*/ 25797 h 192419"/>
                <a:gd name="connsiteX23" fmla="*/ 171651 w 272361"/>
                <a:gd name="connsiteY23" fmla="*/ 26436 h 192419"/>
                <a:gd name="connsiteX24" fmla="*/ 211268 w 272361"/>
                <a:gd name="connsiteY24" fmla="*/ 26436 h 192419"/>
                <a:gd name="connsiteX25" fmla="*/ 211268 w 272361"/>
                <a:gd name="connsiteY25" fmla="*/ 26436 h 192419"/>
                <a:gd name="connsiteX26" fmla="*/ 220853 w 272361"/>
                <a:gd name="connsiteY26" fmla="*/ 23882 h 192419"/>
                <a:gd name="connsiteX27" fmla="*/ 241940 w 272361"/>
                <a:gd name="connsiteY27" fmla="*/ 12391 h 192419"/>
                <a:gd name="connsiteX28" fmla="*/ 244496 w 272361"/>
                <a:gd name="connsiteY28" fmla="*/ 3453 h 192419"/>
                <a:gd name="connsiteX29" fmla="*/ 235550 w 272361"/>
                <a:gd name="connsiteY29" fmla="*/ 900 h 192419"/>
                <a:gd name="connsiteX30" fmla="*/ 213824 w 272361"/>
                <a:gd name="connsiteY30" fmla="*/ 12391 h 192419"/>
                <a:gd name="connsiteX31" fmla="*/ 210629 w 272361"/>
                <a:gd name="connsiteY31" fmla="*/ 13029 h 192419"/>
                <a:gd name="connsiteX32" fmla="*/ 210629 w 272361"/>
                <a:gd name="connsiteY32" fmla="*/ 13029 h 192419"/>
                <a:gd name="connsiteX33" fmla="*/ 171012 w 272361"/>
                <a:gd name="connsiteY33" fmla="*/ 13029 h 192419"/>
                <a:gd name="connsiteX34" fmla="*/ 159510 w 272361"/>
                <a:gd name="connsiteY34" fmla="*/ 12391 h 192419"/>
                <a:gd name="connsiteX35" fmla="*/ 130755 w 272361"/>
                <a:gd name="connsiteY35" fmla="*/ 14306 h 192419"/>
                <a:gd name="connsiteX36" fmla="*/ 130116 w 272361"/>
                <a:gd name="connsiteY36" fmla="*/ 14306 h 192419"/>
                <a:gd name="connsiteX37" fmla="*/ 112863 w 272361"/>
                <a:gd name="connsiteY37" fmla="*/ 8561 h 192419"/>
                <a:gd name="connsiteX38" fmla="*/ 111585 w 272361"/>
                <a:gd name="connsiteY38" fmla="*/ 8561 h 192419"/>
                <a:gd name="connsiteX39" fmla="*/ 101361 w 272361"/>
                <a:gd name="connsiteY39" fmla="*/ 9199 h 192419"/>
                <a:gd name="connsiteX40" fmla="*/ 68134 w 272361"/>
                <a:gd name="connsiteY40" fmla="*/ 16221 h 192419"/>
                <a:gd name="connsiteX41" fmla="*/ 63022 w 272361"/>
                <a:gd name="connsiteY41" fmla="*/ 15583 h 192419"/>
                <a:gd name="connsiteX42" fmla="*/ 43852 w 272361"/>
                <a:gd name="connsiteY42" fmla="*/ 7284 h 192419"/>
                <a:gd name="connsiteX43" fmla="*/ 35545 w 272361"/>
                <a:gd name="connsiteY43" fmla="*/ 10476 h 192419"/>
                <a:gd name="connsiteX44" fmla="*/ 38740 w 272361"/>
                <a:gd name="connsiteY44" fmla="*/ 18775 h 192419"/>
                <a:gd name="connsiteX45" fmla="*/ 57910 w 272361"/>
                <a:gd name="connsiteY45" fmla="*/ 27713 h 192419"/>
                <a:gd name="connsiteX46" fmla="*/ 66856 w 272361"/>
                <a:gd name="connsiteY46" fmla="*/ 28989 h 192419"/>
                <a:gd name="connsiteX47" fmla="*/ 70690 w 272361"/>
                <a:gd name="connsiteY47" fmla="*/ 28351 h 192419"/>
                <a:gd name="connsiteX48" fmla="*/ 103917 w 272361"/>
                <a:gd name="connsiteY48" fmla="*/ 21329 h 192419"/>
                <a:gd name="connsiteX49" fmla="*/ 109029 w 272361"/>
                <a:gd name="connsiteY49" fmla="*/ 20690 h 192419"/>
                <a:gd name="connsiteX50" fmla="*/ 110307 w 272361"/>
                <a:gd name="connsiteY50" fmla="*/ 21329 h 192419"/>
                <a:gd name="connsiteX51" fmla="*/ 96888 w 272361"/>
                <a:gd name="connsiteY51" fmla="*/ 26436 h 192419"/>
                <a:gd name="connsiteX52" fmla="*/ 94971 w 272361"/>
                <a:gd name="connsiteY52" fmla="*/ 27713 h 192419"/>
                <a:gd name="connsiteX53" fmla="*/ 72607 w 272361"/>
                <a:gd name="connsiteY53" fmla="*/ 46865 h 192419"/>
                <a:gd name="connsiteX54" fmla="*/ 66217 w 272361"/>
                <a:gd name="connsiteY54" fmla="*/ 53249 h 192419"/>
                <a:gd name="connsiteX55" fmla="*/ 64939 w 272361"/>
                <a:gd name="connsiteY55" fmla="*/ 66017 h 192419"/>
                <a:gd name="connsiteX56" fmla="*/ 87303 w 272361"/>
                <a:gd name="connsiteY56" fmla="*/ 78784 h 192419"/>
                <a:gd name="connsiteX57" fmla="*/ 114780 w 272361"/>
                <a:gd name="connsiteY57" fmla="*/ 69847 h 192419"/>
                <a:gd name="connsiteX58" fmla="*/ 161427 w 272361"/>
                <a:gd name="connsiteY58" fmla="*/ 65378 h 192419"/>
                <a:gd name="connsiteX59" fmla="*/ 193377 w 272361"/>
                <a:gd name="connsiteY59" fmla="*/ 78146 h 192419"/>
                <a:gd name="connsiteX60" fmla="*/ 205517 w 272361"/>
                <a:gd name="connsiteY60" fmla="*/ 87084 h 192419"/>
                <a:gd name="connsiteX61" fmla="*/ 214463 w 272361"/>
                <a:gd name="connsiteY61" fmla="*/ 97936 h 192419"/>
                <a:gd name="connsiteX62" fmla="*/ 226604 w 272361"/>
                <a:gd name="connsiteY62" fmla="*/ 112620 h 192419"/>
                <a:gd name="connsiteX63" fmla="*/ 228521 w 272361"/>
                <a:gd name="connsiteY63" fmla="*/ 114535 h 192419"/>
                <a:gd name="connsiteX64" fmla="*/ 230438 w 272361"/>
                <a:gd name="connsiteY64" fmla="*/ 117727 h 192419"/>
                <a:gd name="connsiteX65" fmla="*/ 228521 w 272361"/>
                <a:gd name="connsiteY65" fmla="*/ 121557 h 192419"/>
                <a:gd name="connsiteX66" fmla="*/ 223409 w 272361"/>
                <a:gd name="connsiteY66" fmla="*/ 124749 h 192419"/>
                <a:gd name="connsiteX67" fmla="*/ 209990 w 272361"/>
                <a:gd name="connsiteY67" fmla="*/ 113896 h 192419"/>
                <a:gd name="connsiteX68" fmla="*/ 195293 w 272361"/>
                <a:gd name="connsiteY68" fmla="*/ 101128 h 192419"/>
                <a:gd name="connsiteX69" fmla="*/ 186347 w 272361"/>
                <a:gd name="connsiteY69" fmla="*/ 102405 h 192419"/>
                <a:gd name="connsiteX70" fmla="*/ 187625 w 272361"/>
                <a:gd name="connsiteY70" fmla="*/ 111343 h 192419"/>
                <a:gd name="connsiteX71" fmla="*/ 201683 w 272361"/>
                <a:gd name="connsiteY71" fmla="*/ 123472 h 192419"/>
                <a:gd name="connsiteX72" fmla="*/ 212546 w 272361"/>
                <a:gd name="connsiteY72" fmla="*/ 133048 h 192419"/>
                <a:gd name="connsiteX73" fmla="*/ 213185 w 272361"/>
                <a:gd name="connsiteY73" fmla="*/ 133687 h 192419"/>
                <a:gd name="connsiteX74" fmla="*/ 215102 w 272361"/>
                <a:gd name="connsiteY74" fmla="*/ 138155 h 192419"/>
                <a:gd name="connsiteX75" fmla="*/ 212546 w 272361"/>
                <a:gd name="connsiteY75" fmla="*/ 143901 h 192419"/>
                <a:gd name="connsiteX76" fmla="*/ 206795 w 272361"/>
                <a:gd name="connsiteY76" fmla="*/ 146455 h 192419"/>
                <a:gd name="connsiteX77" fmla="*/ 200405 w 272361"/>
                <a:gd name="connsiteY77" fmla="*/ 141347 h 192419"/>
                <a:gd name="connsiteX78" fmla="*/ 190182 w 272361"/>
                <a:gd name="connsiteY78" fmla="*/ 133048 h 192419"/>
                <a:gd name="connsiteX79" fmla="*/ 188265 w 272361"/>
                <a:gd name="connsiteY79" fmla="*/ 131771 h 192419"/>
                <a:gd name="connsiteX80" fmla="*/ 174846 w 272361"/>
                <a:gd name="connsiteY80" fmla="*/ 119003 h 192419"/>
                <a:gd name="connsiteX81" fmla="*/ 165900 w 272361"/>
                <a:gd name="connsiteY81" fmla="*/ 119642 h 192419"/>
                <a:gd name="connsiteX82" fmla="*/ 166539 w 272361"/>
                <a:gd name="connsiteY82" fmla="*/ 128579 h 192419"/>
                <a:gd name="connsiteX83" fmla="*/ 179319 w 272361"/>
                <a:gd name="connsiteY83" fmla="*/ 140071 h 192419"/>
                <a:gd name="connsiteX84" fmla="*/ 181236 w 272361"/>
                <a:gd name="connsiteY84" fmla="*/ 141986 h 192419"/>
                <a:gd name="connsiteX85" fmla="*/ 181236 w 272361"/>
                <a:gd name="connsiteY85" fmla="*/ 141986 h 192419"/>
                <a:gd name="connsiteX86" fmla="*/ 181236 w 272361"/>
                <a:gd name="connsiteY86" fmla="*/ 141986 h 192419"/>
                <a:gd name="connsiteX87" fmla="*/ 188265 w 272361"/>
                <a:gd name="connsiteY87" fmla="*/ 149008 h 192419"/>
                <a:gd name="connsiteX88" fmla="*/ 190182 w 272361"/>
                <a:gd name="connsiteY88" fmla="*/ 150923 h 192419"/>
                <a:gd name="connsiteX89" fmla="*/ 191460 w 272361"/>
                <a:gd name="connsiteY89" fmla="*/ 152200 h 192419"/>
                <a:gd name="connsiteX90" fmla="*/ 188904 w 272361"/>
                <a:gd name="connsiteY90" fmla="*/ 157946 h 192419"/>
                <a:gd name="connsiteX91" fmla="*/ 183792 w 272361"/>
                <a:gd name="connsiteY91" fmla="*/ 160499 h 192419"/>
                <a:gd name="connsiteX92" fmla="*/ 171012 w 272361"/>
                <a:gd name="connsiteY92" fmla="*/ 150285 h 192419"/>
                <a:gd name="connsiteX93" fmla="*/ 156315 w 272361"/>
                <a:gd name="connsiteY93" fmla="*/ 137517 h 192419"/>
                <a:gd name="connsiteX94" fmla="*/ 147369 w 272361"/>
                <a:gd name="connsiteY94" fmla="*/ 138794 h 192419"/>
                <a:gd name="connsiteX95" fmla="*/ 148647 w 272361"/>
                <a:gd name="connsiteY95" fmla="*/ 147731 h 192419"/>
                <a:gd name="connsiteX96" fmla="*/ 162066 w 272361"/>
                <a:gd name="connsiteY96" fmla="*/ 159223 h 192419"/>
                <a:gd name="connsiteX97" fmla="*/ 165900 w 272361"/>
                <a:gd name="connsiteY97" fmla="*/ 162415 h 192419"/>
                <a:gd name="connsiteX98" fmla="*/ 158871 w 272361"/>
                <a:gd name="connsiteY98" fmla="*/ 168160 h 192419"/>
                <a:gd name="connsiteX99" fmla="*/ 152481 w 272361"/>
                <a:gd name="connsiteY99" fmla="*/ 165606 h 192419"/>
                <a:gd name="connsiteX100" fmla="*/ 151203 w 272361"/>
                <a:gd name="connsiteY100" fmla="*/ 164330 h 192419"/>
                <a:gd name="connsiteX101" fmla="*/ 148647 w 272361"/>
                <a:gd name="connsiteY101" fmla="*/ 153477 h 192419"/>
                <a:gd name="connsiteX102" fmla="*/ 147369 w 272361"/>
                <a:gd name="connsiteY102" fmla="*/ 152200 h 192419"/>
                <a:gd name="connsiteX103" fmla="*/ 137784 w 272361"/>
                <a:gd name="connsiteY103" fmla="*/ 145178 h 192419"/>
                <a:gd name="connsiteX104" fmla="*/ 134589 w 272361"/>
                <a:gd name="connsiteY104" fmla="*/ 135602 h 192419"/>
                <a:gd name="connsiteX105" fmla="*/ 133950 w 272361"/>
                <a:gd name="connsiteY105" fmla="*/ 134963 h 192419"/>
                <a:gd name="connsiteX106" fmla="*/ 126921 w 272361"/>
                <a:gd name="connsiteY106" fmla="*/ 129218 h 192419"/>
                <a:gd name="connsiteX107" fmla="*/ 125004 w 272361"/>
                <a:gd name="connsiteY107" fmla="*/ 106874 h 192419"/>
                <a:gd name="connsiteX108" fmla="*/ 97527 w 272361"/>
                <a:gd name="connsiteY108" fmla="*/ 103682 h 192419"/>
                <a:gd name="connsiteX109" fmla="*/ 96249 w 272361"/>
                <a:gd name="connsiteY109" fmla="*/ 104320 h 192419"/>
                <a:gd name="connsiteX110" fmla="*/ 94333 w 272361"/>
                <a:gd name="connsiteY110" fmla="*/ 101767 h 192419"/>
                <a:gd name="connsiteX111" fmla="*/ 65578 w 272361"/>
                <a:gd name="connsiteY111" fmla="*/ 96660 h 192419"/>
                <a:gd name="connsiteX112" fmla="*/ 42574 w 272361"/>
                <a:gd name="connsiteY112" fmla="*/ 111343 h 192419"/>
                <a:gd name="connsiteX113" fmla="*/ 38740 w 272361"/>
                <a:gd name="connsiteY113" fmla="*/ 107512 h 192419"/>
                <a:gd name="connsiteX114" fmla="*/ 8707 w 272361"/>
                <a:gd name="connsiteY114" fmla="*/ 89637 h 192419"/>
                <a:gd name="connsiteX115" fmla="*/ 400 w 272361"/>
                <a:gd name="connsiteY115" fmla="*/ 93468 h 192419"/>
                <a:gd name="connsiteX116" fmla="*/ 4234 w 272361"/>
                <a:gd name="connsiteY116" fmla="*/ 101767 h 192419"/>
                <a:gd name="connsiteX117" fmla="*/ 29155 w 272361"/>
                <a:gd name="connsiteY117" fmla="*/ 115812 h 192419"/>
                <a:gd name="connsiteX118" fmla="*/ 29155 w 272361"/>
                <a:gd name="connsiteY118" fmla="*/ 115812 h 192419"/>
                <a:gd name="connsiteX119" fmla="*/ 31711 w 272361"/>
                <a:gd name="connsiteY119" fmla="*/ 119003 h 192419"/>
                <a:gd name="connsiteX120" fmla="*/ 29794 w 272361"/>
                <a:gd name="connsiteY120" fmla="*/ 140709 h 192419"/>
                <a:gd name="connsiteX121" fmla="*/ 45130 w 272361"/>
                <a:gd name="connsiteY121" fmla="*/ 152839 h 192419"/>
                <a:gd name="connsiteX122" fmla="*/ 45769 w 272361"/>
                <a:gd name="connsiteY122" fmla="*/ 152839 h 192419"/>
                <a:gd name="connsiteX123" fmla="*/ 50881 w 272361"/>
                <a:gd name="connsiteY123" fmla="*/ 164330 h 192419"/>
                <a:gd name="connsiteX124" fmla="*/ 70051 w 272361"/>
                <a:gd name="connsiteY124" fmla="*/ 173267 h 192419"/>
                <a:gd name="connsiteX125" fmla="*/ 71329 w 272361"/>
                <a:gd name="connsiteY125" fmla="*/ 173267 h 192419"/>
                <a:gd name="connsiteX126" fmla="*/ 71329 w 272361"/>
                <a:gd name="connsiteY126" fmla="*/ 173906 h 192419"/>
                <a:gd name="connsiteX127" fmla="*/ 91776 w 272361"/>
                <a:gd name="connsiteY127" fmla="*/ 184120 h 192419"/>
                <a:gd name="connsiteX128" fmla="*/ 98806 w 272361"/>
                <a:gd name="connsiteY128" fmla="*/ 183482 h 192419"/>
                <a:gd name="connsiteX129" fmla="*/ 100722 w 272361"/>
                <a:gd name="connsiteY129" fmla="*/ 186035 h 192419"/>
                <a:gd name="connsiteX130" fmla="*/ 117975 w 272361"/>
                <a:gd name="connsiteY130" fmla="*/ 192419 h 192419"/>
                <a:gd name="connsiteX131" fmla="*/ 119892 w 272361"/>
                <a:gd name="connsiteY131" fmla="*/ 192419 h 192419"/>
                <a:gd name="connsiteX132" fmla="*/ 141618 w 272361"/>
                <a:gd name="connsiteY132" fmla="*/ 177098 h 192419"/>
                <a:gd name="connsiteX133" fmla="*/ 142257 w 272361"/>
                <a:gd name="connsiteY133" fmla="*/ 176459 h 192419"/>
                <a:gd name="connsiteX134" fmla="*/ 144174 w 272361"/>
                <a:gd name="connsiteY134" fmla="*/ 174544 h 192419"/>
                <a:gd name="connsiteX135" fmla="*/ 144813 w 272361"/>
                <a:gd name="connsiteY135" fmla="*/ 175182 h 192419"/>
                <a:gd name="connsiteX136" fmla="*/ 157593 w 272361"/>
                <a:gd name="connsiteY136" fmla="*/ 180290 h 192419"/>
                <a:gd name="connsiteX137" fmla="*/ 158871 w 272361"/>
                <a:gd name="connsiteY137" fmla="*/ 180290 h 192419"/>
                <a:gd name="connsiteX138" fmla="*/ 176124 w 272361"/>
                <a:gd name="connsiteY138" fmla="*/ 170075 h 192419"/>
                <a:gd name="connsiteX139" fmla="*/ 182514 w 272361"/>
                <a:gd name="connsiteY139" fmla="*/ 171990 h 192419"/>
                <a:gd name="connsiteX140" fmla="*/ 183152 w 272361"/>
                <a:gd name="connsiteY140" fmla="*/ 171990 h 192419"/>
                <a:gd name="connsiteX141" fmla="*/ 196572 w 272361"/>
                <a:gd name="connsiteY141" fmla="*/ 166245 h 192419"/>
                <a:gd name="connsiteX142" fmla="*/ 202322 w 272361"/>
                <a:gd name="connsiteY142" fmla="*/ 157307 h 192419"/>
                <a:gd name="connsiteX143" fmla="*/ 204240 w 272361"/>
                <a:gd name="connsiteY143" fmla="*/ 157946 h 192419"/>
                <a:gd name="connsiteX144" fmla="*/ 204878 w 272361"/>
                <a:gd name="connsiteY144" fmla="*/ 157946 h 192419"/>
                <a:gd name="connsiteX145" fmla="*/ 218936 w 272361"/>
                <a:gd name="connsiteY145" fmla="*/ 152200 h 192419"/>
                <a:gd name="connsiteX146" fmla="*/ 225965 w 272361"/>
                <a:gd name="connsiteY146" fmla="*/ 137517 h 192419"/>
                <a:gd name="connsiteX147" fmla="*/ 225965 w 272361"/>
                <a:gd name="connsiteY147" fmla="*/ 136240 h 192419"/>
                <a:gd name="connsiteX148" fmla="*/ 236189 w 272361"/>
                <a:gd name="connsiteY148" fmla="*/ 130495 h 192419"/>
                <a:gd name="connsiteX149" fmla="*/ 242579 w 272361"/>
                <a:gd name="connsiteY149" fmla="*/ 117088 h 192419"/>
                <a:gd name="connsiteX150" fmla="*/ 240662 w 272361"/>
                <a:gd name="connsiteY150" fmla="*/ 110704 h 192419"/>
                <a:gd name="connsiteX151" fmla="*/ 266861 w 272361"/>
                <a:gd name="connsiteY151" fmla="*/ 99852 h 192419"/>
                <a:gd name="connsiteX152" fmla="*/ 271973 w 272361"/>
                <a:gd name="connsiteY152" fmla="*/ 91552 h 192419"/>
                <a:gd name="connsiteX153" fmla="*/ 87303 w 272361"/>
                <a:gd name="connsiteY153" fmla="*/ 110066 h 192419"/>
                <a:gd name="connsiteX154" fmla="*/ 87303 w 272361"/>
                <a:gd name="connsiteY154" fmla="*/ 110066 h 192419"/>
                <a:gd name="connsiteX155" fmla="*/ 87303 w 272361"/>
                <a:gd name="connsiteY155" fmla="*/ 110066 h 192419"/>
                <a:gd name="connsiteX156" fmla="*/ 87303 w 272361"/>
                <a:gd name="connsiteY156" fmla="*/ 110066 h 192419"/>
                <a:gd name="connsiteX157" fmla="*/ 41296 w 272361"/>
                <a:gd name="connsiteY157" fmla="*/ 133687 h 192419"/>
                <a:gd name="connsiteX158" fmla="*/ 41935 w 272361"/>
                <a:gd name="connsiteY158" fmla="*/ 126664 h 192419"/>
                <a:gd name="connsiteX159" fmla="*/ 72607 w 272361"/>
                <a:gd name="connsiteY159" fmla="*/ 107512 h 192419"/>
                <a:gd name="connsiteX160" fmla="*/ 84748 w 272361"/>
                <a:gd name="connsiteY160" fmla="*/ 109428 h 192419"/>
                <a:gd name="connsiteX161" fmla="*/ 86665 w 272361"/>
                <a:gd name="connsiteY161" fmla="*/ 111343 h 192419"/>
                <a:gd name="connsiteX162" fmla="*/ 86026 w 272361"/>
                <a:gd name="connsiteY162" fmla="*/ 111981 h 192419"/>
                <a:gd name="connsiteX163" fmla="*/ 54715 w 272361"/>
                <a:gd name="connsiteY163" fmla="*/ 137517 h 192419"/>
                <a:gd name="connsiteX164" fmla="*/ 51520 w 272361"/>
                <a:gd name="connsiteY164" fmla="*/ 140071 h 192419"/>
                <a:gd name="connsiteX165" fmla="*/ 41296 w 272361"/>
                <a:gd name="connsiteY165" fmla="*/ 133687 h 192419"/>
                <a:gd name="connsiteX166" fmla="*/ 59827 w 272361"/>
                <a:gd name="connsiteY166" fmla="*/ 149647 h 192419"/>
                <a:gd name="connsiteX167" fmla="*/ 59827 w 272361"/>
                <a:gd name="connsiteY167" fmla="*/ 149647 h 192419"/>
                <a:gd name="connsiteX168" fmla="*/ 63022 w 272361"/>
                <a:gd name="connsiteY168" fmla="*/ 147731 h 192419"/>
                <a:gd name="connsiteX169" fmla="*/ 96249 w 272361"/>
                <a:gd name="connsiteY169" fmla="*/ 120280 h 192419"/>
                <a:gd name="connsiteX170" fmla="*/ 96888 w 272361"/>
                <a:gd name="connsiteY170" fmla="*/ 119642 h 192419"/>
                <a:gd name="connsiteX171" fmla="*/ 105195 w 272361"/>
                <a:gd name="connsiteY171" fmla="*/ 113896 h 192419"/>
                <a:gd name="connsiteX172" fmla="*/ 116058 w 272361"/>
                <a:gd name="connsiteY172" fmla="*/ 114535 h 192419"/>
                <a:gd name="connsiteX173" fmla="*/ 114780 w 272361"/>
                <a:gd name="connsiteY173" fmla="*/ 125387 h 192419"/>
                <a:gd name="connsiteX174" fmla="*/ 114141 w 272361"/>
                <a:gd name="connsiteY174" fmla="*/ 126026 h 192419"/>
                <a:gd name="connsiteX175" fmla="*/ 113502 w 272361"/>
                <a:gd name="connsiteY175" fmla="*/ 126664 h 192419"/>
                <a:gd name="connsiteX176" fmla="*/ 75163 w 272361"/>
                <a:gd name="connsiteY176" fmla="*/ 159223 h 192419"/>
                <a:gd name="connsiteX177" fmla="*/ 61744 w 272361"/>
                <a:gd name="connsiteY177" fmla="*/ 155392 h 192419"/>
                <a:gd name="connsiteX178" fmla="*/ 59827 w 272361"/>
                <a:gd name="connsiteY178" fmla="*/ 149647 h 192419"/>
                <a:gd name="connsiteX179" fmla="*/ 83470 w 272361"/>
                <a:gd name="connsiteY179" fmla="*/ 167522 h 192419"/>
                <a:gd name="connsiteX180" fmla="*/ 117336 w 272361"/>
                <a:gd name="connsiteY180" fmla="*/ 138794 h 192419"/>
                <a:gd name="connsiteX181" fmla="*/ 117975 w 272361"/>
                <a:gd name="connsiteY181" fmla="*/ 138794 h 192419"/>
                <a:gd name="connsiteX182" fmla="*/ 124365 w 272361"/>
                <a:gd name="connsiteY182" fmla="*/ 142624 h 192419"/>
                <a:gd name="connsiteX183" fmla="*/ 117336 w 272361"/>
                <a:gd name="connsiteY183" fmla="*/ 154115 h 192419"/>
                <a:gd name="connsiteX184" fmla="*/ 112863 w 272361"/>
                <a:gd name="connsiteY184" fmla="*/ 158584 h 192419"/>
                <a:gd name="connsiteX185" fmla="*/ 107751 w 272361"/>
                <a:gd name="connsiteY185" fmla="*/ 163053 h 192419"/>
                <a:gd name="connsiteX186" fmla="*/ 97527 w 272361"/>
                <a:gd name="connsiteY186" fmla="*/ 170075 h 192419"/>
                <a:gd name="connsiteX187" fmla="*/ 83470 w 272361"/>
                <a:gd name="connsiteY187" fmla="*/ 167522 h 192419"/>
                <a:gd name="connsiteX188" fmla="*/ 133950 w 272361"/>
                <a:gd name="connsiteY188" fmla="*/ 167522 h 192419"/>
                <a:gd name="connsiteX189" fmla="*/ 119892 w 272361"/>
                <a:gd name="connsiteY189" fmla="*/ 179013 h 192419"/>
                <a:gd name="connsiteX190" fmla="*/ 111585 w 272361"/>
                <a:gd name="connsiteY190" fmla="*/ 177098 h 192419"/>
                <a:gd name="connsiteX191" fmla="*/ 116697 w 272361"/>
                <a:gd name="connsiteY191" fmla="*/ 173267 h 192419"/>
                <a:gd name="connsiteX192" fmla="*/ 117975 w 272361"/>
                <a:gd name="connsiteY192" fmla="*/ 171990 h 192419"/>
                <a:gd name="connsiteX193" fmla="*/ 121170 w 272361"/>
                <a:gd name="connsiteY193" fmla="*/ 169437 h 192419"/>
                <a:gd name="connsiteX194" fmla="*/ 126921 w 272361"/>
                <a:gd name="connsiteY194" fmla="*/ 163691 h 192419"/>
                <a:gd name="connsiteX195" fmla="*/ 133311 w 272361"/>
                <a:gd name="connsiteY195" fmla="*/ 156669 h 192419"/>
                <a:gd name="connsiteX196" fmla="*/ 139062 w 272361"/>
                <a:gd name="connsiteY196" fmla="*/ 160499 h 192419"/>
                <a:gd name="connsiteX197" fmla="*/ 133950 w 272361"/>
                <a:gd name="connsiteY197" fmla="*/ 167522 h 192419"/>
                <a:gd name="connsiteX198" fmla="*/ 133950 w 272361"/>
                <a:gd name="connsiteY198" fmla="*/ 167522 h 19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272361" h="192419">
                  <a:moveTo>
                    <a:pt x="271973" y="91552"/>
                  </a:moveTo>
                  <a:cubicBezTo>
                    <a:pt x="270695" y="88360"/>
                    <a:pt x="266861" y="86445"/>
                    <a:pt x="263666" y="87722"/>
                  </a:cubicBezTo>
                  <a:lnTo>
                    <a:pt x="234272" y="99852"/>
                  </a:lnTo>
                  <a:cubicBezTo>
                    <a:pt x="231077" y="96021"/>
                    <a:pt x="227882" y="92191"/>
                    <a:pt x="224687" y="88360"/>
                  </a:cubicBezTo>
                  <a:cubicBezTo>
                    <a:pt x="221492" y="84530"/>
                    <a:pt x="218936" y="81338"/>
                    <a:pt x="216380" y="78146"/>
                  </a:cubicBezTo>
                  <a:cubicBezTo>
                    <a:pt x="216380" y="78146"/>
                    <a:pt x="215741" y="77508"/>
                    <a:pt x="215741" y="77508"/>
                  </a:cubicBezTo>
                  <a:cubicBezTo>
                    <a:pt x="225965" y="75592"/>
                    <a:pt x="236828" y="71762"/>
                    <a:pt x="241301" y="68570"/>
                  </a:cubicBezTo>
                  <a:cubicBezTo>
                    <a:pt x="244496" y="66655"/>
                    <a:pt x="245135" y="62825"/>
                    <a:pt x="243218" y="59633"/>
                  </a:cubicBezTo>
                  <a:cubicBezTo>
                    <a:pt x="241301" y="56441"/>
                    <a:pt x="237467" y="55802"/>
                    <a:pt x="234272" y="57717"/>
                  </a:cubicBezTo>
                  <a:cubicBezTo>
                    <a:pt x="227243" y="62825"/>
                    <a:pt x="204240" y="67293"/>
                    <a:pt x="199766" y="65378"/>
                  </a:cubicBezTo>
                  <a:cubicBezTo>
                    <a:pt x="199766" y="65378"/>
                    <a:pt x="199766" y="65378"/>
                    <a:pt x="199766" y="65378"/>
                  </a:cubicBezTo>
                  <a:cubicBezTo>
                    <a:pt x="199766" y="65378"/>
                    <a:pt x="199127" y="65378"/>
                    <a:pt x="199127" y="65378"/>
                  </a:cubicBezTo>
                  <a:lnTo>
                    <a:pt x="165261" y="51972"/>
                  </a:lnTo>
                  <a:cubicBezTo>
                    <a:pt x="165261" y="51972"/>
                    <a:pt x="165261" y="51972"/>
                    <a:pt x="165261" y="51972"/>
                  </a:cubicBezTo>
                  <a:cubicBezTo>
                    <a:pt x="165261" y="51972"/>
                    <a:pt x="164622" y="51972"/>
                    <a:pt x="163983" y="51972"/>
                  </a:cubicBezTo>
                  <a:cubicBezTo>
                    <a:pt x="163344" y="51972"/>
                    <a:pt x="162705" y="51972"/>
                    <a:pt x="162705" y="51972"/>
                  </a:cubicBezTo>
                  <a:cubicBezTo>
                    <a:pt x="162705" y="51972"/>
                    <a:pt x="162705" y="51972"/>
                    <a:pt x="162705" y="51972"/>
                  </a:cubicBezTo>
                  <a:lnTo>
                    <a:pt x="112863" y="57079"/>
                  </a:lnTo>
                  <a:cubicBezTo>
                    <a:pt x="112224" y="57079"/>
                    <a:pt x="110946" y="57717"/>
                    <a:pt x="110307" y="57717"/>
                  </a:cubicBezTo>
                  <a:cubicBezTo>
                    <a:pt x="89859" y="70485"/>
                    <a:pt x="82191" y="65378"/>
                    <a:pt x="78358" y="60909"/>
                  </a:cubicBezTo>
                  <a:lnTo>
                    <a:pt x="103917" y="38565"/>
                  </a:lnTo>
                  <a:lnTo>
                    <a:pt x="135867" y="26436"/>
                  </a:lnTo>
                  <a:cubicBezTo>
                    <a:pt x="142257" y="23882"/>
                    <a:pt x="150564" y="24521"/>
                    <a:pt x="158871" y="25797"/>
                  </a:cubicBezTo>
                  <a:cubicBezTo>
                    <a:pt x="162705" y="26436"/>
                    <a:pt x="167178" y="26436"/>
                    <a:pt x="171651" y="26436"/>
                  </a:cubicBezTo>
                  <a:lnTo>
                    <a:pt x="211268" y="26436"/>
                  </a:lnTo>
                  <a:cubicBezTo>
                    <a:pt x="211268" y="26436"/>
                    <a:pt x="211268" y="26436"/>
                    <a:pt x="211268" y="26436"/>
                  </a:cubicBezTo>
                  <a:cubicBezTo>
                    <a:pt x="214463" y="26436"/>
                    <a:pt x="218297" y="25159"/>
                    <a:pt x="220853" y="23882"/>
                  </a:cubicBezTo>
                  <a:lnTo>
                    <a:pt x="241940" y="12391"/>
                  </a:lnTo>
                  <a:cubicBezTo>
                    <a:pt x="245135" y="10476"/>
                    <a:pt x="246413" y="6645"/>
                    <a:pt x="244496" y="3453"/>
                  </a:cubicBezTo>
                  <a:cubicBezTo>
                    <a:pt x="242579" y="261"/>
                    <a:pt x="238745" y="-1015"/>
                    <a:pt x="235550" y="900"/>
                  </a:cubicBezTo>
                  <a:lnTo>
                    <a:pt x="213824" y="12391"/>
                  </a:lnTo>
                  <a:cubicBezTo>
                    <a:pt x="213185" y="13029"/>
                    <a:pt x="211907" y="13029"/>
                    <a:pt x="210629" y="13029"/>
                  </a:cubicBezTo>
                  <a:cubicBezTo>
                    <a:pt x="210629" y="13029"/>
                    <a:pt x="210629" y="13029"/>
                    <a:pt x="210629" y="13029"/>
                  </a:cubicBezTo>
                  <a:lnTo>
                    <a:pt x="171012" y="13029"/>
                  </a:lnTo>
                  <a:cubicBezTo>
                    <a:pt x="167178" y="13029"/>
                    <a:pt x="163344" y="12391"/>
                    <a:pt x="159510" y="12391"/>
                  </a:cubicBezTo>
                  <a:cubicBezTo>
                    <a:pt x="149925" y="11753"/>
                    <a:pt x="140340" y="10476"/>
                    <a:pt x="130755" y="14306"/>
                  </a:cubicBezTo>
                  <a:lnTo>
                    <a:pt x="130116" y="14306"/>
                  </a:lnTo>
                  <a:lnTo>
                    <a:pt x="112863" y="8561"/>
                  </a:lnTo>
                  <a:cubicBezTo>
                    <a:pt x="112224" y="8561"/>
                    <a:pt x="112224" y="8561"/>
                    <a:pt x="111585" y="8561"/>
                  </a:cubicBezTo>
                  <a:cubicBezTo>
                    <a:pt x="108390" y="7922"/>
                    <a:pt x="105195" y="8561"/>
                    <a:pt x="101361" y="9199"/>
                  </a:cubicBezTo>
                  <a:lnTo>
                    <a:pt x="68134" y="16221"/>
                  </a:lnTo>
                  <a:cubicBezTo>
                    <a:pt x="66856" y="16221"/>
                    <a:pt x="64939" y="16221"/>
                    <a:pt x="63022" y="15583"/>
                  </a:cubicBezTo>
                  <a:lnTo>
                    <a:pt x="43852" y="7284"/>
                  </a:lnTo>
                  <a:cubicBezTo>
                    <a:pt x="40657" y="6007"/>
                    <a:pt x="36823" y="7284"/>
                    <a:pt x="35545" y="10476"/>
                  </a:cubicBezTo>
                  <a:cubicBezTo>
                    <a:pt x="34267" y="13668"/>
                    <a:pt x="35545" y="17498"/>
                    <a:pt x="38740" y="18775"/>
                  </a:cubicBezTo>
                  <a:lnTo>
                    <a:pt x="57910" y="27713"/>
                  </a:lnTo>
                  <a:cubicBezTo>
                    <a:pt x="60466" y="28989"/>
                    <a:pt x="63661" y="28989"/>
                    <a:pt x="66856" y="28989"/>
                  </a:cubicBezTo>
                  <a:cubicBezTo>
                    <a:pt x="68134" y="28989"/>
                    <a:pt x="69412" y="28989"/>
                    <a:pt x="70690" y="28351"/>
                  </a:cubicBezTo>
                  <a:lnTo>
                    <a:pt x="103917" y="21329"/>
                  </a:lnTo>
                  <a:cubicBezTo>
                    <a:pt x="106473" y="20690"/>
                    <a:pt x="107751" y="20690"/>
                    <a:pt x="109029" y="20690"/>
                  </a:cubicBezTo>
                  <a:lnTo>
                    <a:pt x="110307" y="21329"/>
                  </a:lnTo>
                  <a:lnTo>
                    <a:pt x="96888" y="26436"/>
                  </a:lnTo>
                  <a:cubicBezTo>
                    <a:pt x="96249" y="26436"/>
                    <a:pt x="95611" y="27074"/>
                    <a:pt x="94971" y="27713"/>
                  </a:cubicBezTo>
                  <a:lnTo>
                    <a:pt x="72607" y="46865"/>
                  </a:lnTo>
                  <a:lnTo>
                    <a:pt x="66217" y="53249"/>
                  </a:lnTo>
                  <a:cubicBezTo>
                    <a:pt x="63022" y="56441"/>
                    <a:pt x="62383" y="62186"/>
                    <a:pt x="64939" y="66017"/>
                  </a:cubicBezTo>
                  <a:cubicBezTo>
                    <a:pt x="67495" y="69847"/>
                    <a:pt x="73885" y="78784"/>
                    <a:pt x="87303" y="78784"/>
                  </a:cubicBezTo>
                  <a:cubicBezTo>
                    <a:pt x="94333" y="78784"/>
                    <a:pt x="103278" y="76231"/>
                    <a:pt x="114780" y="69847"/>
                  </a:cubicBezTo>
                  <a:lnTo>
                    <a:pt x="161427" y="65378"/>
                  </a:lnTo>
                  <a:lnTo>
                    <a:pt x="193377" y="78146"/>
                  </a:lnTo>
                  <a:cubicBezTo>
                    <a:pt x="197850" y="80061"/>
                    <a:pt x="202322" y="83253"/>
                    <a:pt x="205517" y="87084"/>
                  </a:cubicBezTo>
                  <a:cubicBezTo>
                    <a:pt x="208073" y="90276"/>
                    <a:pt x="211268" y="94106"/>
                    <a:pt x="214463" y="97936"/>
                  </a:cubicBezTo>
                  <a:cubicBezTo>
                    <a:pt x="218297" y="102405"/>
                    <a:pt x="222131" y="107512"/>
                    <a:pt x="226604" y="112620"/>
                  </a:cubicBezTo>
                  <a:cubicBezTo>
                    <a:pt x="227243" y="113258"/>
                    <a:pt x="227882" y="113896"/>
                    <a:pt x="228521" y="114535"/>
                  </a:cubicBezTo>
                  <a:cubicBezTo>
                    <a:pt x="229799" y="116450"/>
                    <a:pt x="230438" y="117088"/>
                    <a:pt x="230438" y="117727"/>
                  </a:cubicBezTo>
                  <a:cubicBezTo>
                    <a:pt x="230438" y="118365"/>
                    <a:pt x="230438" y="119642"/>
                    <a:pt x="228521" y="121557"/>
                  </a:cubicBezTo>
                  <a:cubicBezTo>
                    <a:pt x="225965" y="123472"/>
                    <a:pt x="224048" y="124749"/>
                    <a:pt x="223409" y="124749"/>
                  </a:cubicBezTo>
                  <a:cubicBezTo>
                    <a:pt x="221492" y="124111"/>
                    <a:pt x="214463" y="117727"/>
                    <a:pt x="209990" y="113896"/>
                  </a:cubicBezTo>
                  <a:cubicBezTo>
                    <a:pt x="204878" y="109428"/>
                    <a:pt x="199766" y="104959"/>
                    <a:pt x="195293" y="101128"/>
                  </a:cubicBezTo>
                  <a:cubicBezTo>
                    <a:pt x="192737" y="99213"/>
                    <a:pt x="188265" y="99852"/>
                    <a:pt x="186347" y="102405"/>
                  </a:cubicBezTo>
                  <a:cubicBezTo>
                    <a:pt x="184430" y="104959"/>
                    <a:pt x="185070" y="109428"/>
                    <a:pt x="187625" y="111343"/>
                  </a:cubicBezTo>
                  <a:cubicBezTo>
                    <a:pt x="192098" y="114535"/>
                    <a:pt x="196572" y="119003"/>
                    <a:pt x="201683" y="123472"/>
                  </a:cubicBezTo>
                  <a:cubicBezTo>
                    <a:pt x="206156" y="127303"/>
                    <a:pt x="209351" y="130495"/>
                    <a:pt x="212546" y="133048"/>
                  </a:cubicBezTo>
                  <a:cubicBezTo>
                    <a:pt x="212546" y="133048"/>
                    <a:pt x="212546" y="133687"/>
                    <a:pt x="213185" y="133687"/>
                  </a:cubicBezTo>
                  <a:cubicBezTo>
                    <a:pt x="214463" y="134963"/>
                    <a:pt x="215102" y="136240"/>
                    <a:pt x="215102" y="138155"/>
                  </a:cubicBezTo>
                  <a:cubicBezTo>
                    <a:pt x="215102" y="141347"/>
                    <a:pt x="214463" y="142624"/>
                    <a:pt x="212546" y="143901"/>
                  </a:cubicBezTo>
                  <a:cubicBezTo>
                    <a:pt x="209990" y="145816"/>
                    <a:pt x="208073" y="146455"/>
                    <a:pt x="206795" y="146455"/>
                  </a:cubicBezTo>
                  <a:cubicBezTo>
                    <a:pt x="205517" y="146455"/>
                    <a:pt x="202961" y="143901"/>
                    <a:pt x="200405" y="141347"/>
                  </a:cubicBezTo>
                  <a:cubicBezTo>
                    <a:pt x="197850" y="138794"/>
                    <a:pt x="194655" y="136240"/>
                    <a:pt x="190182" y="133048"/>
                  </a:cubicBezTo>
                  <a:cubicBezTo>
                    <a:pt x="189542" y="132410"/>
                    <a:pt x="188904" y="131771"/>
                    <a:pt x="188265" y="131771"/>
                  </a:cubicBezTo>
                  <a:cubicBezTo>
                    <a:pt x="183792" y="127303"/>
                    <a:pt x="179957" y="123472"/>
                    <a:pt x="174846" y="119003"/>
                  </a:cubicBezTo>
                  <a:cubicBezTo>
                    <a:pt x="172290" y="116450"/>
                    <a:pt x="167817" y="117088"/>
                    <a:pt x="165900" y="119642"/>
                  </a:cubicBezTo>
                  <a:cubicBezTo>
                    <a:pt x="163983" y="122195"/>
                    <a:pt x="163983" y="126664"/>
                    <a:pt x="166539" y="128579"/>
                  </a:cubicBezTo>
                  <a:cubicBezTo>
                    <a:pt x="171012" y="132410"/>
                    <a:pt x="174846" y="136240"/>
                    <a:pt x="179319" y="140071"/>
                  </a:cubicBezTo>
                  <a:cubicBezTo>
                    <a:pt x="179957" y="140709"/>
                    <a:pt x="180597" y="141347"/>
                    <a:pt x="181236" y="141986"/>
                  </a:cubicBezTo>
                  <a:cubicBezTo>
                    <a:pt x="181236" y="141986"/>
                    <a:pt x="181236" y="141986"/>
                    <a:pt x="181236" y="141986"/>
                  </a:cubicBezTo>
                  <a:cubicBezTo>
                    <a:pt x="181236" y="141986"/>
                    <a:pt x="181236" y="141986"/>
                    <a:pt x="181236" y="141986"/>
                  </a:cubicBezTo>
                  <a:cubicBezTo>
                    <a:pt x="183792" y="144539"/>
                    <a:pt x="185709" y="146455"/>
                    <a:pt x="188265" y="149008"/>
                  </a:cubicBezTo>
                  <a:cubicBezTo>
                    <a:pt x="188904" y="149647"/>
                    <a:pt x="189542" y="150285"/>
                    <a:pt x="190182" y="150923"/>
                  </a:cubicBezTo>
                  <a:cubicBezTo>
                    <a:pt x="190820" y="151562"/>
                    <a:pt x="191460" y="152200"/>
                    <a:pt x="191460" y="152200"/>
                  </a:cubicBezTo>
                  <a:cubicBezTo>
                    <a:pt x="191460" y="154754"/>
                    <a:pt x="190820" y="156669"/>
                    <a:pt x="188904" y="157946"/>
                  </a:cubicBezTo>
                  <a:cubicBezTo>
                    <a:pt x="186987" y="159861"/>
                    <a:pt x="185070" y="160499"/>
                    <a:pt x="183792" y="160499"/>
                  </a:cubicBezTo>
                  <a:cubicBezTo>
                    <a:pt x="181875" y="159861"/>
                    <a:pt x="175485" y="154115"/>
                    <a:pt x="171012" y="150285"/>
                  </a:cubicBezTo>
                  <a:cubicBezTo>
                    <a:pt x="166539" y="146455"/>
                    <a:pt x="161427" y="141347"/>
                    <a:pt x="156315" y="137517"/>
                  </a:cubicBezTo>
                  <a:cubicBezTo>
                    <a:pt x="153759" y="135602"/>
                    <a:pt x="149286" y="136240"/>
                    <a:pt x="147369" y="138794"/>
                  </a:cubicBezTo>
                  <a:cubicBezTo>
                    <a:pt x="145452" y="141347"/>
                    <a:pt x="146091" y="145816"/>
                    <a:pt x="148647" y="147731"/>
                  </a:cubicBezTo>
                  <a:cubicBezTo>
                    <a:pt x="153120" y="150923"/>
                    <a:pt x="157593" y="155392"/>
                    <a:pt x="162066" y="159223"/>
                  </a:cubicBezTo>
                  <a:cubicBezTo>
                    <a:pt x="163344" y="160499"/>
                    <a:pt x="164622" y="161776"/>
                    <a:pt x="165900" y="162415"/>
                  </a:cubicBezTo>
                  <a:cubicBezTo>
                    <a:pt x="163983" y="164968"/>
                    <a:pt x="162066" y="168160"/>
                    <a:pt x="158871" y="168160"/>
                  </a:cubicBezTo>
                  <a:cubicBezTo>
                    <a:pt x="157593" y="167522"/>
                    <a:pt x="153120" y="166245"/>
                    <a:pt x="152481" y="165606"/>
                  </a:cubicBezTo>
                  <a:cubicBezTo>
                    <a:pt x="151842" y="164968"/>
                    <a:pt x="151203" y="164968"/>
                    <a:pt x="151203" y="164330"/>
                  </a:cubicBezTo>
                  <a:cubicBezTo>
                    <a:pt x="151842" y="161138"/>
                    <a:pt x="151203" y="157307"/>
                    <a:pt x="148647" y="153477"/>
                  </a:cubicBezTo>
                  <a:cubicBezTo>
                    <a:pt x="148008" y="152839"/>
                    <a:pt x="148008" y="152839"/>
                    <a:pt x="147369" y="152200"/>
                  </a:cubicBezTo>
                  <a:cubicBezTo>
                    <a:pt x="146091" y="150923"/>
                    <a:pt x="142257" y="147093"/>
                    <a:pt x="137784" y="145178"/>
                  </a:cubicBezTo>
                  <a:cubicBezTo>
                    <a:pt x="137784" y="141986"/>
                    <a:pt x="137145" y="138794"/>
                    <a:pt x="134589" y="135602"/>
                  </a:cubicBezTo>
                  <a:cubicBezTo>
                    <a:pt x="134589" y="135602"/>
                    <a:pt x="133950" y="134963"/>
                    <a:pt x="133950" y="134963"/>
                  </a:cubicBezTo>
                  <a:cubicBezTo>
                    <a:pt x="131394" y="132410"/>
                    <a:pt x="129477" y="130495"/>
                    <a:pt x="126921" y="129218"/>
                  </a:cubicBezTo>
                  <a:cubicBezTo>
                    <a:pt x="130755" y="122195"/>
                    <a:pt x="130116" y="113896"/>
                    <a:pt x="125004" y="106874"/>
                  </a:cubicBezTo>
                  <a:cubicBezTo>
                    <a:pt x="117975" y="97936"/>
                    <a:pt x="106473" y="97298"/>
                    <a:pt x="97527" y="103682"/>
                  </a:cubicBezTo>
                  <a:lnTo>
                    <a:pt x="96249" y="104320"/>
                  </a:lnTo>
                  <a:cubicBezTo>
                    <a:pt x="95611" y="103044"/>
                    <a:pt x="94971" y="102405"/>
                    <a:pt x="94333" y="101767"/>
                  </a:cubicBezTo>
                  <a:cubicBezTo>
                    <a:pt x="89221" y="94744"/>
                    <a:pt x="78358" y="89637"/>
                    <a:pt x="65578" y="96660"/>
                  </a:cubicBezTo>
                  <a:lnTo>
                    <a:pt x="42574" y="111343"/>
                  </a:lnTo>
                  <a:cubicBezTo>
                    <a:pt x="41296" y="110066"/>
                    <a:pt x="40018" y="108789"/>
                    <a:pt x="38740" y="107512"/>
                  </a:cubicBezTo>
                  <a:cubicBezTo>
                    <a:pt x="38101" y="106236"/>
                    <a:pt x="29794" y="97936"/>
                    <a:pt x="8707" y="89637"/>
                  </a:cubicBezTo>
                  <a:cubicBezTo>
                    <a:pt x="5512" y="88360"/>
                    <a:pt x="1678" y="90276"/>
                    <a:pt x="400" y="93468"/>
                  </a:cubicBezTo>
                  <a:cubicBezTo>
                    <a:pt x="-878" y="96660"/>
                    <a:pt x="1039" y="100490"/>
                    <a:pt x="4234" y="101767"/>
                  </a:cubicBezTo>
                  <a:cubicBezTo>
                    <a:pt x="22126" y="108789"/>
                    <a:pt x="29155" y="115812"/>
                    <a:pt x="29155" y="115812"/>
                  </a:cubicBezTo>
                  <a:cubicBezTo>
                    <a:pt x="29155" y="115812"/>
                    <a:pt x="29155" y="115812"/>
                    <a:pt x="29155" y="115812"/>
                  </a:cubicBezTo>
                  <a:cubicBezTo>
                    <a:pt x="29794" y="117088"/>
                    <a:pt x="31072" y="117727"/>
                    <a:pt x="31711" y="119003"/>
                  </a:cubicBezTo>
                  <a:cubicBezTo>
                    <a:pt x="26599" y="124749"/>
                    <a:pt x="25960" y="133048"/>
                    <a:pt x="29794" y="140709"/>
                  </a:cubicBezTo>
                  <a:cubicBezTo>
                    <a:pt x="32989" y="146455"/>
                    <a:pt x="38740" y="150923"/>
                    <a:pt x="45130" y="152839"/>
                  </a:cubicBezTo>
                  <a:cubicBezTo>
                    <a:pt x="45130" y="152839"/>
                    <a:pt x="45769" y="152839"/>
                    <a:pt x="45769" y="152839"/>
                  </a:cubicBezTo>
                  <a:cubicBezTo>
                    <a:pt x="45769" y="156669"/>
                    <a:pt x="47686" y="160499"/>
                    <a:pt x="50881" y="164330"/>
                  </a:cubicBezTo>
                  <a:cubicBezTo>
                    <a:pt x="55354" y="169437"/>
                    <a:pt x="63022" y="173267"/>
                    <a:pt x="70051" y="173267"/>
                  </a:cubicBezTo>
                  <a:cubicBezTo>
                    <a:pt x="70690" y="173267"/>
                    <a:pt x="70690" y="173267"/>
                    <a:pt x="71329" y="173267"/>
                  </a:cubicBezTo>
                  <a:cubicBezTo>
                    <a:pt x="71329" y="173267"/>
                    <a:pt x="71329" y="173906"/>
                    <a:pt x="71329" y="173906"/>
                  </a:cubicBezTo>
                  <a:cubicBezTo>
                    <a:pt x="75802" y="182205"/>
                    <a:pt x="84748" y="184120"/>
                    <a:pt x="91776" y="184120"/>
                  </a:cubicBezTo>
                  <a:cubicBezTo>
                    <a:pt x="94333" y="184120"/>
                    <a:pt x="96888" y="183482"/>
                    <a:pt x="98806" y="183482"/>
                  </a:cubicBezTo>
                  <a:cubicBezTo>
                    <a:pt x="99444" y="184120"/>
                    <a:pt x="100083" y="185397"/>
                    <a:pt x="100722" y="186035"/>
                  </a:cubicBezTo>
                  <a:cubicBezTo>
                    <a:pt x="104556" y="190504"/>
                    <a:pt x="110946" y="192419"/>
                    <a:pt x="117975" y="192419"/>
                  </a:cubicBezTo>
                  <a:cubicBezTo>
                    <a:pt x="118614" y="192419"/>
                    <a:pt x="119253" y="192419"/>
                    <a:pt x="119892" y="192419"/>
                  </a:cubicBezTo>
                  <a:cubicBezTo>
                    <a:pt x="126282" y="191781"/>
                    <a:pt x="132672" y="186035"/>
                    <a:pt x="141618" y="177098"/>
                  </a:cubicBezTo>
                  <a:lnTo>
                    <a:pt x="142257" y="176459"/>
                  </a:lnTo>
                  <a:cubicBezTo>
                    <a:pt x="142896" y="175821"/>
                    <a:pt x="143535" y="175182"/>
                    <a:pt x="144174" y="174544"/>
                  </a:cubicBezTo>
                  <a:cubicBezTo>
                    <a:pt x="144174" y="174544"/>
                    <a:pt x="144813" y="174544"/>
                    <a:pt x="144813" y="175182"/>
                  </a:cubicBezTo>
                  <a:cubicBezTo>
                    <a:pt x="148008" y="177098"/>
                    <a:pt x="155037" y="180290"/>
                    <a:pt x="157593" y="180290"/>
                  </a:cubicBezTo>
                  <a:cubicBezTo>
                    <a:pt x="158232" y="180290"/>
                    <a:pt x="158232" y="180290"/>
                    <a:pt x="158871" y="180290"/>
                  </a:cubicBezTo>
                  <a:cubicBezTo>
                    <a:pt x="163983" y="180290"/>
                    <a:pt x="170373" y="178374"/>
                    <a:pt x="176124" y="170075"/>
                  </a:cubicBezTo>
                  <a:cubicBezTo>
                    <a:pt x="178680" y="171352"/>
                    <a:pt x="180597" y="171990"/>
                    <a:pt x="182514" y="171990"/>
                  </a:cubicBezTo>
                  <a:cubicBezTo>
                    <a:pt x="182514" y="171990"/>
                    <a:pt x="183152" y="171990"/>
                    <a:pt x="183152" y="171990"/>
                  </a:cubicBezTo>
                  <a:cubicBezTo>
                    <a:pt x="188265" y="171990"/>
                    <a:pt x="192737" y="170075"/>
                    <a:pt x="196572" y="166245"/>
                  </a:cubicBezTo>
                  <a:cubicBezTo>
                    <a:pt x="199766" y="163053"/>
                    <a:pt x="201683" y="159861"/>
                    <a:pt x="202322" y="157307"/>
                  </a:cubicBezTo>
                  <a:cubicBezTo>
                    <a:pt x="202961" y="157307"/>
                    <a:pt x="203600" y="157946"/>
                    <a:pt x="204240" y="157946"/>
                  </a:cubicBezTo>
                  <a:cubicBezTo>
                    <a:pt x="204240" y="157946"/>
                    <a:pt x="204878" y="157946"/>
                    <a:pt x="204878" y="157946"/>
                  </a:cubicBezTo>
                  <a:cubicBezTo>
                    <a:pt x="208712" y="157946"/>
                    <a:pt x="213824" y="156669"/>
                    <a:pt x="218936" y="152200"/>
                  </a:cubicBezTo>
                  <a:cubicBezTo>
                    <a:pt x="224687" y="147093"/>
                    <a:pt x="225326" y="141986"/>
                    <a:pt x="225965" y="137517"/>
                  </a:cubicBezTo>
                  <a:cubicBezTo>
                    <a:pt x="225965" y="136879"/>
                    <a:pt x="225965" y="136240"/>
                    <a:pt x="225965" y="136240"/>
                  </a:cubicBezTo>
                  <a:cubicBezTo>
                    <a:pt x="229160" y="135602"/>
                    <a:pt x="232994" y="133687"/>
                    <a:pt x="236189" y="130495"/>
                  </a:cubicBezTo>
                  <a:cubicBezTo>
                    <a:pt x="240662" y="126664"/>
                    <a:pt x="242579" y="122195"/>
                    <a:pt x="242579" y="117088"/>
                  </a:cubicBezTo>
                  <a:cubicBezTo>
                    <a:pt x="242579" y="114535"/>
                    <a:pt x="241940" y="112620"/>
                    <a:pt x="240662" y="110704"/>
                  </a:cubicBezTo>
                  <a:lnTo>
                    <a:pt x="266861" y="99852"/>
                  </a:lnTo>
                  <a:cubicBezTo>
                    <a:pt x="271334" y="98575"/>
                    <a:pt x="273251" y="94744"/>
                    <a:pt x="271973" y="91552"/>
                  </a:cubicBezTo>
                  <a:close/>
                  <a:moveTo>
                    <a:pt x="87303" y="110066"/>
                  </a:moveTo>
                  <a:lnTo>
                    <a:pt x="87303" y="110066"/>
                  </a:lnTo>
                  <a:lnTo>
                    <a:pt x="87303" y="110066"/>
                  </a:lnTo>
                  <a:cubicBezTo>
                    <a:pt x="87303" y="110066"/>
                    <a:pt x="87303" y="110066"/>
                    <a:pt x="87303" y="110066"/>
                  </a:cubicBezTo>
                  <a:close/>
                  <a:moveTo>
                    <a:pt x="41296" y="133687"/>
                  </a:moveTo>
                  <a:cubicBezTo>
                    <a:pt x="40018" y="131771"/>
                    <a:pt x="40018" y="128579"/>
                    <a:pt x="41935" y="126664"/>
                  </a:cubicBezTo>
                  <a:lnTo>
                    <a:pt x="72607" y="107512"/>
                  </a:lnTo>
                  <a:cubicBezTo>
                    <a:pt x="77080" y="104959"/>
                    <a:pt x="81553" y="104959"/>
                    <a:pt x="84748" y="109428"/>
                  </a:cubicBezTo>
                  <a:cubicBezTo>
                    <a:pt x="85386" y="110066"/>
                    <a:pt x="86026" y="111343"/>
                    <a:pt x="86665" y="111343"/>
                  </a:cubicBezTo>
                  <a:cubicBezTo>
                    <a:pt x="86665" y="111343"/>
                    <a:pt x="86665" y="111343"/>
                    <a:pt x="86026" y="111981"/>
                  </a:cubicBezTo>
                  <a:lnTo>
                    <a:pt x="54715" y="137517"/>
                  </a:lnTo>
                  <a:cubicBezTo>
                    <a:pt x="54076" y="137517"/>
                    <a:pt x="54076" y="138155"/>
                    <a:pt x="51520" y="140071"/>
                  </a:cubicBezTo>
                  <a:cubicBezTo>
                    <a:pt x="49603" y="140071"/>
                    <a:pt x="44491" y="139432"/>
                    <a:pt x="41296" y="133687"/>
                  </a:cubicBezTo>
                  <a:close/>
                  <a:moveTo>
                    <a:pt x="59827" y="149647"/>
                  </a:moveTo>
                  <a:cubicBezTo>
                    <a:pt x="59827" y="149647"/>
                    <a:pt x="59827" y="149647"/>
                    <a:pt x="59827" y="149647"/>
                  </a:cubicBezTo>
                  <a:cubicBezTo>
                    <a:pt x="61744" y="148370"/>
                    <a:pt x="62383" y="147731"/>
                    <a:pt x="63022" y="147731"/>
                  </a:cubicBezTo>
                  <a:lnTo>
                    <a:pt x="96249" y="120280"/>
                  </a:lnTo>
                  <a:cubicBezTo>
                    <a:pt x="96249" y="120280"/>
                    <a:pt x="96249" y="120280"/>
                    <a:pt x="96888" y="119642"/>
                  </a:cubicBezTo>
                  <a:lnTo>
                    <a:pt x="105195" y="113896"/>
                  </a:lnTo>
                  <a:cubicBezTo>
                    <a:pt x="107751" y="111981"/>
                    <a:pt x="112224" y="110066"/>
                    <a:pt x="116058" y="114535"/>
                  </a:cubicBezTo>
                  <a:cubicBezTo>
                    <a:pt x="119253" y="118365"/>
                    <a:pt x="117336" y="122834"/>
                    <a:pt x="114780" y="125387"/>
                  </a:cubicBezTo>
                  <a:cubicBezTo>
                    <a:pt x="114141" y="125387"/>
                    <a:pt x="114141" y="126026"/>
                    <a:pt x="114141" y="126026"/>
                  </a:cubicBezTo>
                  <a:cubicBezTo>
                    <a:pt x="114141" y="126026"/>
                    <a:pt x="113502" y="126026"/>
                    <a:pt x="113502" y="126664"/>
                  </a:cubicBezTo>
                  <a:lnTo>
                    <a:pt x="75163" y="159223"/>
                  </a:lnTo>
                  <a:cubicBezTo>
                    <a:pt x="71329" y="161776"/>
                    <a:pt x="64939" y="159223"/>
                    <a:pt x="61744" y="155392"/>
                  </a:cubicBezTo>
                  <a:cubicBezTo>
                    <a:pt x="59827" y="153477"/>
                    <a:pt x="57910" y="151562"/>
                    <a:pt x="59827" y="149647"/>
                  </a:cubicBezTo>
                  <a:close/>
                  <a:moveTo>
                    <a:pt x="83470" y="167522"/>
                  </a:moveTo>
                  <a:lnTo>
                    <a:pt x="117336" y="138794"/>
                  </a:lnTo>
                  <a:cubicBezTo>
                    <a:pt x="117336" y="138794"/>
                    <a:pt x="117975" y="138794"/>
                    <a:pt x="117975" y="138794"/>
                  </a:cubicBezTo>
                  <a:cubicBezTo>
                    <a:pt x="119253" y="138794"/>
                    <a:pt x="121809" y="139432"/>
                    <a:pt x="124365" y="142624"/>
                  </a:cubicBezTo>
                  <a:cubicBezTo>
                    <a:pt x="126282" y="145178"/>
                    <a:pt x="119892" y="151562"/>
                    <a:pt x="117336" y="154115"/>
                  </a:cubicBezTo>
                  <a:lnTo>
                    <a:pt x="112863" y="158584"/>
                  </a:lnTo>
                  <a:lnTo>
                    <a:pt x="107751" y="163053"/>
                  </a:lnTo>
                  <a:cubicBezTo>
                    <a:pt x="104556" y="165606"/>
                    <a:pt x="100083" y="169437"/>
                    <a:pt x="97527" y="170075"/>
                  </a:cubicBezTo>
                  <a:cubicBezTo>
                    <a:pt x="94971" y="171352"/>
                    <a:pt x="86665" y="171352"/>
                    <a:pt x="83470" y="167522"/>
                  </a:cubicBezTo>
                  <a:close/>
                  <a:moveTo>
                    <a:pt x="133950" y="167522"/>
                  </a:moveTo>
                  <a:cubicBezTo>
                    <a:pt x="124365" y="177098"/>
                    <a:pt x="121170" y="178374"/>
                    <a:pt x="119892" y="179013"/>
                  </a:cubicBezTo>
                  <a:cubicBezTo>
                    <a:pt x="116058" y="179013"/>
                    <a:pt x="112863" y="178374"/>
                    <a:pt x="111585" y="177098"/>
                  </a:cubicBezTo>
                  <a:cubicBezTo>
                    <a:pt x="113502" y="175821"/>
                    <a:pt x="114780" y="174544"/>
                    <a:pt x="116697" y="173267"/>
                  </a:cubicBezTo>
                  <a:lnTo>
                    <a:pt x="117975" y="171990"/>
                  </a:lnTo>
                  <a:cubicBezTo>
                    <a:pt x="117975" y="171990"/>
                    <a:pt x="119892" y="170075"/>
                    <a:pt x="121170" y="169437"/>
                  </a:cubicBezTo>
                  <a:lnTo>
                    <a:pt x="126921" y="163691"/>
                  </a:lnTo>
                  <a:cubicBezTo>
                    <a:pt x="128838" y="161776"/>
                    <a:pt x="131394" y="159223"/>
                    <a:pt x="133311" y="156669"/>
                  </a:cubicBezTo>
                  <a:cubicBezTo>
                    <a:pt x="134589" y="156669"/>
                    <a:pt x="135867" y="157946"/>
                    <a:pt x="139062" y="160499"/>
                  </a:cubicBezTo>
                  <a:cubicBezTo>
                    <a:pt x="139701" y="161138"/>
                    <a:pt x="137784" y="163691"/>
                    <a:pt x="133950" y="167522"/>
                  </a:cubicBezTo>
                  <a:lnTo>
                    <a:pt x="133950" y="167522"/>
                  </a:lnTo>
                  <a:close/>
                </a:path>
              </a:pathLst>
            </a:custGeom>
            <a:solidFill>
              <a:srgbClr val="007CB0"/>
            </a:solidFill>
            <a:ln w="6390" cap="flat">
              <a:noFill/>
              <a:prstDash val="solid"/>
              <a:miter/>
            </a:ln>
          </p:spPr>
          <p:txBody>
            <a:bodyPr rtlCol="0" anchor="ctr"/>
            <a:lstStyle/>
            <a:p>
              <a:endParaRPr lang="en-US"/>
            </a:p>
          </p:txBody>
        </p:sp>
        <p:sp>
          <p:nvSpPr>
            <p:cNvPr id="857" name="Graphic 4">
              <a:extLst>
                <a:ext uri="{FF2B5EF4-FFF2-40B4-BE49-F238E27FC236}">
                  <a16:creationId xmlns:a16="http://schemas.microsoft.com/office/drawing/2014/main" id="{42B66FB6-E93A-FD42-A242-CCC1C9F0399F}"/>
                </a:ext>
              </a:extLst>
            </p:cNvPr>
            <p:cNvSpPr/>
            <p:nvPr/>
          </p:nvSpPr>
          <p:spPr>
            <a:xfrm>
              <a:off x="5879380" y="2427352"/>
              <a:ext cx="12779" cy="37665"/>
            </a:xfrm>
            <a:custGeom>
              <a:avLst/>
              <a:gdLst>
                <a:gd name="connsiteX0" fmla="*/ 6390 w 12779"/>
                <a:gd name="connsiteY0" fmla="*/ 37665 h 37665"/>
                <a:gd name="connsiteX1" fmla="*/ 12780 w 12779"/>
                <a:gd name="connsiteY1" fmla="*/ 31281 h 37665"/>
                <a:gd name="connsiteX2" fmla="*/ 12780 w 12779"/>
                <a:gd name="connsiteY2" fmla="*/ 6384 h 37665"/>
                <a:gd name="connsiteX3" fmla="*/ 6390 w 12779"/>
                <a:gd name="connsiteY3" fmla="*/ 0 h 37665"/>
                <a:gd name="connsiteX4" fmla="*/ 0 w 12779"/>
                <a:gd name="connsiteY4" fmla="*/ 6384 h 37665"/>
                <a:gd name="connsiteX5" fmla="*/ 0 w 12779"/>
                <a:gd name="connsiteY5" fmla="*/ 31281 h 37665"/>
                <a:gd name="connsiteX6" fmla="*/ 6390 w 12779"/>
                <a:gd name="connsiteY6" fmla="*/ 37665 h 3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37665">
                  <a:moveTo>
                    <a:pt x="6390" y="37665"/>
                  </a:moveTo>
                  <a:cubicBezTo>
                    <a:pt x="10224" y="37665"/>
                    <a:pt x="12780" y="35112"/>
                    <a:pt x="12780" y="31281"/>
                  </a:cubicBezTo>
                  <a:lnTo>
                    <a:pt x="12780" y="6384"/>
                  </a:lnTo>
                  <a:cubicBezTo>
                    <a:pt x="12780" y="2554"/>
                    <a:pt x="10224" y="0"/>
                    <a:pt x="6390" y="0"/>
                  </a:cubicBezTo>
                  <a:cubicBezTo>
                    <a:pt x="2556" y="0"/>
                    <a:pt x="0" y="2554"/>
                    <a:pt x="0" y="6384"/>
                  </a:cubicBezTo>
                  <a:lnTo>
                    <a:pt x="0" y="31281"/>
                  </a:lnTo>
                  <a:cubicBezTo>
                    <a:pt x="0" y="35112"/>
                    <a:pt x="2556" y="37665"/>
                    <a:pt x="6390" y="37665"/>
                  </a:cubicBezTo>
                  <a:close/>
                </a:path>
              </a:pathLst>
            </a:custGeom>
            <a:solidFill>
              <a:srgbClr val="007CB0"/>
            </a:solidFill>
            <a:ln w="6390" cap="flat">
              <a:noFill/>
              <a:prstDash val="solid"/>
              <a:miter/>
            </a:ln>
          </p:spPr>
          <p:txBody>
            <a:bodyPr rtlCol="0" anchor="ctr"/>
            <a:lstStyle/>
            <a:p>
              <a:endParaRPr lang="en-US"/>
            </a:p>
          </p:txBody>
        </p:sp>
        <p:sp>
          <p:nvSpPr>
            <p:cNvPr id="858" name="Graphic 4">
              <a:extLst>
                <a:ext uri="{FF2B5EF4-FFF2-40B4-BE49-F238E27FC236}">
                  <a16:creationId xmlns:a16="http://schemas.microsoft.com/office/drawing/2014/main" id="{1617EFEA-F106-9C4F-9646-D4F41B22659E}"/>
                </a:ext>
              </a:extLst>
            </p:cNvPr>
            <p:cNvSpPr/>
            <p:nvPr/>
          </p:nvSpPr>
          <p:spPr>
            <a:xfrm>
              <a:off x="5917231" y="2439631"/>
              <a:ext cx="22066" cy="34324"/>
            </a:xfrm>
            <a:custGeom>
              <a:avLst/>
              <a:gdLst>
                <a:gd name="connsiteX0" fmla="*/ 3685 w 22066"/>
                <a:gd name="connsiteY0" fmla="*/ 33686 h 34324"/>
                <a:gd name="connsiteX1" fmla="*/ 6241 w 22066"/>
                <a:gd name="connsiteY1" fmla="*/ 34324 h 34324"/>
                <a:gd name="connsiteX2" fmla="*/ 11992 w 22066"/>
                <a:gd name="connsiteY2" fmla="*/ 30494 h 34324"/>
                <a:gd name="connsiteX3" fmla="*/ 21577 w 22066"/>
                <a:gd name="connsiteY3" fmla="*/ 8788 h 34324"/>
                <a:gd name="connsiteX4" fmla="*/ 18382 w 22066"/>
                <a:gd name="connsiteY4" fmla="*/ 489 h 34324"/>
                <a:gd name="connsiteX5" fmla="*/ 10075 w 22066"/>
                <a:gd name="connsiteY5" fmla="*/ 3681 h 34324"/>
                <a:gd name="connsiteX6" fmla="*/ 490 w 22066"/>
                <a:gd name="connsiteY6" fmla="*/ 25387 h 34324"/>
                <a:gd name="connsiteX7" fmla="*/ 3685 w 22066"/>
                <a:gd name="connsiteY7" fmla="*/ 33686 h 34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066" h="34324">
                  <a:moveTo>
                    <a:pt x="3685" y="33686"/>
                  </a:moveTo>
                  <a:cubicBezTo>
                    <a:pt x="4324" y="34324"/>
                    <a:pt x="5602" y="34324"/>
                    <a:pt x="6241" y="34324"/>
                  </a:cubicBezTo>
                  <a:cubicBezTo>
                    <a:pt x="8797" y="34324"/>
                    <a:pt x="11353" y="33048"/>
                    <a:pt x="11992" y="30494"/>
                  </a:cubicBezTo>
                  <a:lnTo>
                    <a:pt x="21577" y="8788"/>
                  </a:lnTo>
                  <a:cubicBezTo>
                    <a:pt x="22854" y="5596"/>
                    <a:pt x="21577" y="1766"/>
                    <a:pt x="18382" y="489"/>
                  </a:cubicBezTo>
                  <a:cubicBezTo>
                    <a:pt x="15187" y="-788"/>
                    <a:pt x="11353" y="489"/>
                    <a:pt x="10075" y="3681"/>
                  </a:cubicBezTo>
                  <a:lnTo>
                    <a:pt x="490" y="25387"/>
                  </a:lnTo>
                  <a:cubicBezTo>
                    <a:pt x="-788" y="28579"/>
                    <a:pt x="490" y="32409"/>
                    <a:pt x="3685" y="33686"/>
                  </a:cubicBezTo>
                  <a:close/>
                </a:path>
              </a:pathLst>
            </a:custGeom>
            <a:solidFill>
              <a:srgbClr val="007CB0"/>
            </a:solidFill>
            <a:ln w="6390" cap="flat">
              <a:noFill/>
              <a:prstDash val="solid"/>
              <a:miter/>
            </a:ln>
          </p:spPr>
          <p:txBody>
            <a:bodyPr rtlCol="0" anchor="ctr"/>
            <a:lstStyle/>
            <a:p>
              <a:endParaRPr lang="en-US"/>
            </a:p>
          </p:txBody>
        </p:sp>
        <p:sp>
          <p:nvSpPr>
            <p:cNvPr id="859" name="Graphic 4">
              <a:extLst>
                <a:ext uri="{FF2B5EF4-FFF2-40B4-BE49-F238E27FC236}">
                  <a16:creationId xmlns:a16="http://schemas.microsoft.com/office/drawing/2014/main" id="{08C5F801-3596-A448-89D7-0FFA0BA23F96}"/>
                </a:ext>
              </a:extLst>
            </p:cNvPr>
            <p:cNvSpPr/>
            <p:nvPr/>
          </p:nvSpPr>
          <p:spPr>
            <a:xfrm>
              <a:off x="5830327" y="2439631"/>
              <a:ext cx="22066" cy="34324"/>
            </a:xfrm>
            <a:custGeom>
              <a:avLst/>
              <a:gdLst>
                <a:gd name="connsiteX0" fmla="*/ 10075 w 22066"/>
                <a:gd name="connsiteY0" fmla="*/ 30494 h 34324"/>
                <a:gd name="connsiteX1" fmla="*/ 15826 w 22066"/>
                <a:gd name="connsiteY1" fmla="*/ 34324 h 34324"/>
                <a:gd name="connsiteX2" fmla="*/ 18382 w 22066"/>
                <a:gd name="connsiteY2" fmla="*/ 33686 h 34324"/>
                <a:gd name="connsiteX3" fmla="*/ 21576 w 22066"/>
                <a:gd name="connsiteY3" fmla="*/ 25387 h 34324"/>
                <a:gd name="connsiteX4" fmla="*/ 11992 w 22066"/>
                <a:gd name="connsiteY4" fmla="*/ 3681 h 34324"/>
                <a:gd name="connsiteX5" fmla="*/ 3685 w 22066"/>
                <a:gd name="connsiteY5" fmla="*/ 489 h 34324"/>
                <a:gd name="connsiteX6" fmla="*/ 490 w 22066"/>
                <a:gd name="connsiteY6" fmla="*/ 8788 h 34324"/>
                <a:gd name="connsiteX7" fmla="*/ 10075 w 22066"/>
                <a:gd name="connsiteY7" fmla="*/ 30494 h 34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066" h="34324">
                  <a:moveTo>
                    <a:pt x="10075" y="30494"/>
                  </a:moveTo>
                  <a:cubicBezTo>
                    <a:pt x="11353" y="33048"/>
                    <a:pt x="13270" y="34324"/>
                    <a:pt x="15826" y="34324"/>
                  </a:cubicBezTo>
                  <a:cubicBezTo>
                    <a:pt x="16465" y="34324"/>
                    <a:pt x="17743" y="34324"/>
                    <a:pt x="18382" y="33686"/>
                  </a:cubicBezTo>
                  <a:cubicBezTo>
                    <a:pt x="21576" y="32409"/>
                    <a:pt x="22855" y="28579"/>
                    <a:pt x="21576" y="25387"/>
                  </a:cubicBezTo>
                  <a:lnTo>
                    <a:pt x="11992" y="3681"/>
                  </a:lnTo>
                  <a:cubicBezTo>
                    <a:pt x="10714" y="489"/>
                    <a:pt x="6880" y="-788"/>
                    <a:pt x="3685" y="489"/>
                  </a:cubicBezTo>
                  <a:cubicBezTo>
                    <a:pt x="490" y="1766"/>
                    <a:pt x="-788" y="5596"/>
                    <a:pt x="490" y="8788"/>
                  </a:cubicBezTo>
                  <a:lnTo>
                    <a:pt x="10075" y="30494"/>
                  </a:lnTo>
                  <a:close/>
                </a:path>
              </a:pathLst>
            </a:custGeom>
            <a:solidFill>
              <a:srgbClr val="007CB0"/>
            </a:solidFill>
            <a:ln w="6390" cap="flat">
              <a:noFill/>
              <a:prstDash val="solid"/>
              <a:miter/>
            </a:ln>
          </p:spPr>
          <p:txBody>
            <a:bodyPr rtlCol="0" anchor="ctr"/>
            <a:lstStyle/>
            <a:p>
              <a:endParaRPr lang="en-US"/>
            </a:p>
          </p:txBody>
        </p:sp>
      </p:grpSp>
      <p:grpSp>
        <p:nvGrpSpPr>
          <p:cNvPr id="860" name="Graphic 4">
            <a:extLst>
              <a:ext uri="{FF2B5EF4-FFF2-40B4-BE49-F238E27FC236}">
                <a16:creationId xmlns:a16="http://schemas.microsoft.com/office/drawing/2014/main" id="{577B63E0-F8F8-9747-B48F-589557E273FF}"/>
              </a:ext>
            </a:extLst>
          </p:cNvPr>
          <p:cNvGrpSpPr/>
          <p:nvPr/>
        </p:nvGrpSpPr>
        <p:grpSpPr>
          <a:xfrm>
            <a:off x="5708769" y="3339623"/>
            <a:ext cx="361670" cy="361333"/>
            <a:chOff x="5708769" y="3339623"/>
            <a:chExt cx="361670" cy="361333"/>
          </a:xfrm>
          <a:solidFill>
            <a:srgbClr val="007CB0"/>
          </a:solidFill>
        </p:grpSpPr>
        <p:sp>
          <p:nvSpPr>
            <p:cNvPr id="861" name="Graphic 4">
              <a:extLst>
                <a:ext uri="{FF2B5EF4-FFF2-40B4-BE49-F238E27FC236}">
                  <a16:creationId xmlns:a16="http://schemas.microsoft.com/office/drawing/2014/main" id="{107104CA-D363-9747-8372-754869B46400}"/>
                </a:ext>
              </a:extLst>
            </p:cNvPr>
            <p:cNvSpPr/>
            <p:nvPr/>
          </p:nvSpPr>
          <p:spPr>
            <a:xfrm>
              <a:off x="5708769"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862" name="Graphic 4">
              <a:extLst>
                <a:ext uri="{FF2B5EF4-FFF2-40B4-BE49-F238E27FC236}">
                  <a16:creationId xmlns:a16="http://schemas.microsoft.com/office/drawing/2014/main" id="{F4E153A3-50BF-A045-A117-89E673FEE54D}"/>
                </a:ext>
              </a:extLst>
            </p:cNvPr>
            <p:cNvSpPr/>
            <p:nvPr/>
          </p:nvSpPr>
          <p:spPr>
            <a:xfrm>
              <a:off x="5762245" y="3419109"/>
              <a:ext cx="254394" cy="239074"/>
            </a:xfrm>
            <a:custGeom>
              <a:avLst/>
              <a:gdLst>
                <a:gd name="connsiteX0" fmla="*/ 248129 w 254394"/>
                <a:gd name="connsiteY0" fmla="*/ 55216 h 239074"/>
                <a:gd name="connsiteX1" fmla="*/ 185508 w 254394"/>
                <a:gd name="connsiteY1" fmla="*/ 1591 h 239074"/>
                <a:gd name="connsiteX2" fmla="*/ 127359 w 254394"/>
                <a:gd name="connsiteY2" fmla="*/ 13082 h 239074"/>
                <a:gd name="connsiteX3" fmla="*/ 78157 w 254394"/>
                <a:gd name="connsiteY3" fmla="*/ 1591 h 239074"/>
                <a:gd name="connsiteX4" fmla="*/ 839 w 254394"/>
                <a:gd name="connsiteY4" fmla="*/ 75006 h 239074"/>
                <a:gd name="connsiteX5" fmla="*/ 14896 w 254394"/>
                <a:gd name="connsiteY5" fmla="*/ 129908 h 239074"/>
                <a:gd name="connsiteX6" fmla="*/ 18730 w 254394"/>
                <a:gd name="connsiteY6" fmla="*/ 149060 h 239074"/>
                <a:gd name="connsiteX7" fmla="*/ 35344 w 254394"/>
                <a:gd name="connsiteY7" fmla="*/ 159913 h 239074"/>
                <a:gd name="connsiteX8" fmla="*/ 37900 w 254394"/>
                <a:gd name="connsiteY8" fmla="*/ 159913 h 239074"/>
                <a:gd name="connsiteX9" fmla="*/ 40456 w 254394"/>
                <a:gd name="connsiteY9" fmla="*/ 159913 h 239074"/>
                <a:gd name="connsiteX10" fmla="*/ 48763 w 254394"/>
                <a:gd name="connsiteY10" fmla="*/ 179703 h 239074"/>
                <a:gd name="connsiteX11" fmla="*/ 64738 w 254394"/>
                <a:gd name="connsiteY11" fmla="*/ 186726 h 239074"/>
                <a:gd name="connsiteX12" fmla="*/ 67294 w 254394"/>
                <a:gd name="connsiteY12" fmla="*/ 186726 h 239074"/>
                <a:gd name="connsiteX13" fmla="*/ 67294 w 254394"/>
                <a:gd name="connsiteY13" fmla="*/ 188003 h 239074"/>
                <a:gd name="connsiteX14" fmla="*/ 75601 w 254394"/>
                <a:gd name="connsiteY14" fmla="*/ 206516 h 239074"/>
                <a:gd name="connsiteX15" fmla="*/ 91575 w 254394"/>
                <a:gd name="connsiteY15" fmla="*/ 213539 h 239074"/>
                <a:gd name="connsiteX16" fmla="*/ 97326 w 254394"/>
                <a:gd name="connsiteY16" fmla="*/ 212900 h 239074"/>
                <a:gd name="connsiteX17" fmla="*/ 115857 w 254394"/>
                <a:gd name="connsiteY17" fmla="*/ 231414 h 239074"/>
                <a:gd name="connsiteX18" fmla="*/ 133749 w 254394"/>
                <a:gd name="connsiteY18" fmla="*/ 239075 h 239074"/>
                <a:gd name="connsiteX19" fmla="*/ 151641 w 254394"/>
                <a:gd name="connsiteY19" fmla="*/ 231414 h 239074"/>
                <a:gd name="connsiteX20" fmla="*/ 159309 w 254394"/>
                <a:gd name="connsiteY20" fmla="*/ 213539 h 239074"/>
                <a:gd name="connsiteX21" fmla="*/ 159309 w 254394"/>
                <a:gd name="connsiteY21" fmla="*/ 212262 h 239074"/>
                <a:gd name="connsiteX22" fmla="*/ 161865 w 254394"/>
                <a:gd name="connsiteY22" fmla="*/ 212262 h 239074"/>
                <a:gd name="connsiteX23" fmla="*/ 179757 w 254394"/>
                <a:gd name="connsiteY23" fmla="*/ 204601 h 239074"/>
                <a:gd name="connsiteX24" fmla="*/ 187424 w 254394"/>
                <a:gd name="connsiteY24" fmla="*/ 186726 h 239074"/>
                <a:gd name="connsiteX25" fmla="*/ 187424 w 254394"/>
                <a:gd name="connsiteY25" fmla="*/ 185449 h 239074"/>
                <a:gd name="connsiteX26" fmla="*/ 189342 w 254394"/>
                <a:gd name="connsiteY26" fmla="*/ 185449 h 239074"/>
                <a:gd name="connsiteX27" fmla="*/ 207233 w 254394"/>
                <a:gd name="connsiteY27" fmla="*/ 177788 h 239074"/>
                <a:gd name="connsiteX28" fmla="*/ 214901 w 254394"/>
                <a:gd name="connsiteY28" fmla="*/ 159913 h 239074"/>
                <a:gd name="connsiteX29" fmla="*/ 214901 w 254394"/>
                <a:gd name="connsiteY29" fmla="*/ 157998 h 239074"/>
                <a:gd name="connsiteX30" fmla="*/ 216818 w 254394"/>
                <a:gd name="connsiteY30" fmla="*/ 157998 h 239074"/>
                <a:gd name="connsiteX31" fmla="*/ 234710 w 254394"/>
                <a:gd name="connsiteY31" fmla="*/ 150337 h 239074"/>
                <a:gd name="connsiteX32" fmla="*/ 242378 w 254394"/>
                <a:gd name="connsiteY32" fmla="*/ 132462 h 239074"/>
                <a:gd name="connsiteX33" fmla="*/ 241739 w 254394"/>
                <a:gd name="connsiteY33" fmla="*/ 127355 h 239074"/>
                <a:gd name="connsiteX34" fmla="*/ 248129 w 254394"/>
                <a:gd name="connsiteY34" fmla="*/ 55216 h 239074"/>
                <a:gd name="connsiteX35" fmla="*/ 22564 w 254394"/>
                <a:gd name="connsiteY35" fmla="*/ 117140 h 239074"/>
                <a:gd name="connsiteX36" fmla="*/ 14257 w 254394"/>
                <a:gd name="connsiteY36" fmla="*/ 76921 h 239074"/>
                <a:gd name="connsiteX37" fmla="*/ 80074 w 254394"/>
                <a:gd name="connsiteY37" fmla="*/ 14359 h 239074"/>
                <a:gd name="connsiteX38" fmla="*/ 87742 w 254394"/>
                <a:gd name="connsiteY38" fmla="*/ 14359 h 239074"/>
                <a:gd name="connsiteX39" fmla="*/ 128637 w 254394"/>
                <a:gd name="connsiteY39" fmla="*/ 30318 h 239074"/>
                <a:gd name="connsiteX40" fmla="*/ 129915 w 254394"/>
                <a:gd name="connsiteY40" fmla="*/ 31595 h 239074"/>
                <a:gd name="connsiteX41" fmla="*/ 165699 w 254394"/>
                <a:gd name="connsiteY41" fmla="*/ 67345 h 239074"/>
                <a:gd name="connsiteX42" fmla="*/ 165060 w 254394"/>
                <a:gd name="connsiteY42" fmla="*/ 73729 h 239074"/>
                <a:gd name="connsiteX43" fmla="*/ 133110 w 254394"/>
                <a:gd name="connsiteY43" fmla="*/ 71176 h 239074"/>
                <a:gd name="connsiteX44" fmla="*/ 105633 w 254394"/>
                <a:gd name="connsiteY44" fmla="*/ 43725 h 239074"/>
                <a:gd name="connsiteX45" fmla="*/ 101160 w 254394"/>
                <a:gd name="connsiteY45" fmla="*/ 41810 h 239074"/>
                <a:gd name="connsiteX46" fmla="*/ 96688 w 254394"/>
                <a:gd name="connsiteY46" fmla="*/ 43725 h 239074"/>
                <a:gd name="connsiteX47" fmla="*/ 25759 w 254394"/>
                <a:gd name="connsiteY47" fmla="*/ 114587 h 239074"/>
                <a:gd name="connsiteX48" fmla="*/ 22564 w 254394"/>
                <a:gd name="connsiteY48" fmla="*/ 117140 h 239074"/>
                <a:gd name="connsiteX49" fmla="*/ 143334 w 254394"/>
                <a:gd name="connsiteY49" fmla="*/ 221838 h 239074"/>
                <a:gd name="connsiteX50" fmla="*/ 125442 w 254394"/>
                <a:gd name="connsiteY50" fmla="*/ 221838 h 239074"/>
                <a:gd name="connsiteX51" fmla="*/ 105633 w 254394"/>
                <a:gd name="connsiteY51" fmla="*/ 202047 h 239074"/>
                <a:gd name="connsiteX52" fmla="*/ 105633 w 254394"/>
                <a:gd name="connsiteY52" fmla="*/ 184172 h 239074"/>
                <a:gd name="connsiteX53" fmla="*/ 114579 w 254394"/>
                <a:gd name="connsiteY53" fmla="*/ 180342 h 239074"/>
                <a:gd name="connsiteX54" fmla="*/ 123525 w 254394"/>
                <a:gd name="connsiteY54" fmla="*/ 184172 h 239074"/>
                <a:gd name="connsiteX55" fmla="*/ 143334 w 254394"/>
                <a:gd name="connsiteY55" fmla="*/ 203963 h 239074"/>
                <a:gd name="connsiteX56" fmla="*/ 147168 w 254394"/>
                <a:gd name="connsiteY56" fmla="*/ 212900 h 239074"/>
                <a:gd name="connsiteX57" fmla="*/ 143334 w 254394"/>
                <a:gd name="connsiteY57" fmla="*/ 221838 h 239074"/>
                <a:gd name="connsiteX58" fmla="*/ 174645 w 254394"/>
                <a:gd name="connsiteY58" fmla="*/ 186087 h 239074"/>
                <a:gd name="connsiteX59" fmla="*/ 170811 w 254394"/>
                <a:gd name="connsiteY59" fmla="*/ 195025 h 239074"/>
                <a:gd name="connsiteX60" fmla="*/ 152919 w 254394"/>
                <a:gd name="connsiteY60" fmla="*/ 195025 h 239074"/>
                <a:gd name="connsiteX61" fmla="*/ 133110 w 254394"/>
                <a:gd name="connsiteY61" fmla="*/ 175235 h 239074"/>
                <a:gd name="connsiteX62" fmla="*/ 129276 w 254394"/>
                <a:gd name="connsiteY62" fmla="*/ 166297 h 239074"/>
                <a:gd name="connsiteX63" fmla="*/ 133110 w 254394"/>
                <a:gd name="connsiteY63" fmla="*/ 157359 h 239074"/>
                <a:gd name="connsiteX64" fmla="*/ 142056 w 254394"/>
                <a:gd name="connsiteY64" fmla="*/ 153529 h 239074"/>
                <a:gd name="connsiteX65" fmla="*/ 150363 w 254394"/>
                <a:gd name="connsiteY65" fmla="*/ 156721 h 239074"/>
                <a:gd name="connsiteX66" fmla="*/ 151002 w 254394"/>
                <a:gd name="connsiteY66" fmla="*/ 157359 h 239074"/>
                <a:gd name="connsiteX67" fmla="*/ 170811 w 254394"/>
                <a:gd name="connsiteY67" fmla="*/ 177150 h 239074"/>
                <a:gd name="connsiteX68" fmla="*/ 171450 w 254394"/>
                <a:gd name="connsiteY68" fmla="*/ 177150 h 239074"/>
                <a:gd name="connsiteX69" fmla="*/ 174645 w 254394"/>
                <a:gd name="connsiteY69" fmla="*/ 186087 h 239074"/>
                <a:gd name="connsiteX70" fmla="*/ 201482 w 254394"/>
                <a:gd name="connsiteY70" fmla="*/ 159913 h 239074"/>
                <a:gd name="connsiteX71" fmla="*/ 197649 w 254394"/>
                <a:gd name="connsiteY71" fmla="*/ 168851 h 239074"/>
                <a:gd name="connsiteX72" fmla="*/ 180396 w 254394"/>
                <a:gd name="connsiteY72" fmla="*/ 168851 h 239074"/>
                <a:gd name="connsiteX73" fmla="*/ 179757 w 254394"/>
                <a:gd name="connsiteY73" fmla="*/ 168212 h 239074"/>
                <a:gd name="connsiteX74" fmla="*/ 159948 w 254394"/>
                <a:gd name="connsiteY74" fmla="*/ 148422 h 239074"/>
                <a:gd name="connsiteX75" fmla="*/ 159309 w 254394"/>
                <a:gd name="connsiteY75" fmla="*/ 148422 h 239074"/>
                <a:gd name="connsiteX76" fmla="*/ 156114 w 254394"/>
                <a:gd name="connsiteY76" fmla="*/ 140123 h 239074"/>
                <a:gd name="connsiteX77" fmla="*/ 159948 w 254394"/>
                <a:gd name="connsiteY77" fmla="*/ 131185 h 239074"/>
                <a:gd name="connsiteX78" fmla="*/ 168894 w 254394"/>
                <a:gd name="connsiteY78" fmla="*/ 127355 h 239074"/>
                <a:gd name="connsiteX79" fmla="*/ 177840 w 254394"/>
                <a:gd name="connsiteY79" fmla="*/ 131185 h 239074"/>
                <a:gd name="connsiteX80" fmla="*/ 177840 w 254394"/>
                <a:gd name="connsiteY80" fmla="*/ 131185 h 239074"/>
                <a:gd name="connsiteX81" fmla="*/ 197649 w 254394"/>
                <a:gd name="connsiteY81" fmla="*/ 150976 h 239074"/>
                <a:gd name="connsiteX82" fmla="*/ 197649 w 254394"/>
                <a:gd name="connsiteY82" fmla="*/ 150976 h 239074"/>
                <a:gd name="connsiteX83" fmla="*/ 201482 w 254394"/>
                <a:gd name="connsiteY83" fmla="*/ 159913 h 239074"/>
                <a:gd name="connsiteX84" fmla="*/ 225125 w 254394"/>
                <a:gd name="connsiteY84" fmla="*/ 142038 h 239074"/>
                <a:gd name="connsiteX85" fmla="*/ 207233 w 254394"/>
                <a:gd name="connsiteY85" fmla="*/ 142038 h 239074"/>
                <a:gd name="connsiteX86" fmla="*/ 207233 w 254394"/>
                <a:gd name="connsiteY86" fmla="*/ 142038 h 239074"/>
                <a:gd name="connsiteX87" fmla="*/ 187424 w 254394"/>
                <a:gd name="connsiteY87" fmla="*/ 122248 h 239074"/>
                <a:gd name="connsiteX88" fmla="*/ 187424 w 254394"/>
                <a:gd name="connsiteY88" fmla="*/ 122248 h 239074"/>
                <a:gd name="connsiteX89" fmla="*/ 187424 w 254394"/>
                <a:gd name="connsiteY89" fmla="*/ 104373 h 239074"/>
                <a:gd name="connsiteX90" fmla="*/ 196370 w 254394"/>
                <a:gd name="connsiteY90" fmla="*/ 100542 h 239074"/>
                <a:gd name="connsiteX91" fmla="*/ 205317 w 254394"/>
                <a:gd name="connsiteY91" fmla="*/ 104373 h 239074"/>
                <a:gd name="connsiteX92" fmla="*/ 225125 w 254394"/>
                <a:gd name="connsiteY92" fmla="*/ 124163 h 239074"/>
                <a:gd name="connsiteX93" fmla="*/ 228959 w 254394"/>
                <a:gd name="connsiteY93" fmla="*/ 133100 h 239074"/>
                <a:gd name="connsiteX94" fmla="*/ 225125 w 254394"/>
                <a:gd name="connsiteY94" fmla="*/ 142038 h 239074"/>
                <a:gd name="connsiteX95" fmla="*/ 234071 w 254394"/>
                <a:gd name="connsiteY95" fmla="*/ 115225 h 239074"/>
                <a:gd name="connsiteX96" fmla="*/ 214262 w 254394"/>
                <a:gd name="connsiteY96" fmla="*/ 95435 h 239074"/>
                <a:gd name="connsiteX97" fmla="*/ 178479 w 254394"/>
                <a:gd name="connsiteY97" fmla="*/ 95435 h 239074"/>
                <a:gd name="connsiteX98" fmla="*/ 171450 w 254394"/>
                <a:gd name="connsiteY98" fmla="*/ 115225 h 239074"/>
                <a:gd name="connsiteX99" fmla="*/ 151641 w 254394"/>
                <a:gd name="connsiteY99" fmla="*/ 122248 h 239074"/>
                <a:gd name="connsiteX100" fmla="*/ 143973 w 254394"/>
                <a:gd name="connsiteY100" fmla="*/ 140123 h 239074"/>
                <a:gd name="connsiteX101" fmla="*/ 143973 w 254394"/>
                <a:gd name="connsiteY101" fmla="*/ 141400 h 239074"/>
                <a:gd name="connsiteX102" fmla="*/ 124164 w 254394"/>
                <a:gd name="connsiteY102" fmla="*/ 148422 h 239074"/>
                <a:gd name="connsiteX103" fmla="*/ 116496 w 254394"/>
                <a:gd name="connsiteY103" fmla="*/ 166297 h 239074"/>
                <a:gd name="connsiteX104" fmla="*/ 116496 w 254394"/>
                <a:gd name="connsiteY104" fmla="*/ 167574 h 239074"/>
                <a:gd name="connsiteX105" fmla="*/ 96048 w 254394"/>
                <a:gd name="connsiteY105" fmla="*/ 174596 h 239074"/>
                <a:gd name="connsiteX106" fmla="*/ 89658 w 254394"/>
                <a:gd name="connsiteY106" fmla="*/ 198855 h 239074"/>
                <a:gd name="connsiteX107" fmla="*/ 83908 w 254394"/>
                <a:gd name="connsiteY107" fmla="*/ 195663 h 239074"/>
                <a:gd name="connsiteX108" fmla="*/ 80074 w 254394"/>
                <a:gd name="connsiteY108" fmla="*/ 186726 h 239074"/>
                <a:gd name="connsiteX109" fmla="*/ 82630 w 254394"/>
                <a:gd name="connsiteY109" fmla="*/ 179065 h 239074"/>
                <a:gd name="connsiteX110" fmla="*/ 82630 w 254394"/>
                <a:gd name="connsiteY110" fmla="*/ 179065 h 239074"/>
                <a:gd name="connsiteX111" fmla="*/ 83269 w 254394"/>
                <a:gd name="connsiteY111" fmla="*/ 178427 h 239074"/>
                <a:gd name="connsiteX112" fmla="*/ 128637 w 254394"/>
                <a:gd name="connsiteY112" fmla="*/ 133739 h 239074"/>
                <a:gd name="connsiteX113" fmla="*/ 128637 w 254394"/>
                <a:gd name="connsiteY113" fmla="*/ 124801 h 239074"/>
                <a:gd name="connsiteX114" fmla="*/ 119691 w 254394"/>
                <a:gd name="connsiteY114" fmla="*/ 124801 h 239074"/>
                <a:gd name="connsiteX115" fmla="*/ 74962 w 254394"/>
                <a:gd name="connsiteY115" fmla="*/ 169489 h 239074"/>
                <a:gd name="connsiteX116" fmla="*/ 58348 w 254394"/>
                <a:gd name="connsiteY116" fmla="*/ 170127 h 239074"/>
                <a:gd name="connsiteX117" fmla="*/ 58348 w 254394"/>
                <a:gd name="connsiteY117" fmla="*/ 150976 h 239074"/>
                <a:gd name="connsiteX118" fmla="*/ 58348 w 254394"/>
                <a:gd name="connsiteY118" fmla="*/ 150976 h 239074"/>
                <a:gd name="connsiteX119" fmla="*/ 101799 w 254394"/>
                <a:gd name="connsiteY119" fmla="*/ 107565 h 239074"/>
                <a:gd name="connsiteX120" fmla="*/ 101799 w 254394"/>
                <a:gd name="connsiteY120" fmla="*/ 98627 h 239074"/>
                <a:gd name="connsiteX121" fmla="*/ 92853 w 254394"/>
                <a:gd name="connsiteY121" fmla="*/ 98627 h 239074"/>
                <a:gd name="connsiteX122" fmla="*/ 47485 w 254394"/>
                <a:gd name="connsiteY122" fmla="*/ 143315 h 239074"/>
                <a:gd name="connsiteX123" fmla="*/ 36622 w 254394"/>
                <a:gd name="connsiteY123" fmla="*/ 147145 h 239074"/>
                <a:gd name="connsiteX124" fmla="*/ 28954 w 254394"/>
                <a:gd name="connsiteY124" fmla="*/ 142038 h 239074"/>
                <a:gd name="connsiteX125" fmla="*/ 32788 w 254394"/>
                <a:gd name="connsiteY125" fmla="*/ 124163 h 239074"/>
                <a:gd name="connsiteX126" fmla="*/ 99883 w 254394"/>
                <a:gd name="connsiteY126" fmla="*/ 57131 h 239074"/>
                <a:gd name="connsiteX127" fmla="*/ 122886 w 254394"/>
                <a:gd name="connsiteY127" fmla="*/ 80113 h 239074"/>
                <a:gd name="connsiteX128" fmla="*/ 172728 w 254394"/>
                <a:gd name="connsiteY128" fmla="*/ 82667 h 239074"/>
                <a:gd name="connsiteX129" fmla="*/ 178479 w 254394"/>
                <a:gd name="connsiteY129" fmla="*/ 70537 h 239074"/>
                <a:gd name="connsiteX130" fmla="*/ 173367 w 254394"/>
                <a:gd name="connsiteY130" fmla="*/ 58408 h 239074"/>
                <a:gd name="connsiteX131" fmla="*/ 136944 w 254394"/>
                <a:gd name="connsiteY131" fmla="*/ 22019 h 239074"/>
                <a:gd name="connsiteX132" fmla="*/ 181674 w 254394"/>
                <a:gd name="connsiteY132" fmla="*/ 14359 h 239074"/>
                <a:gd name="connsiteX133" fmla="*/ 235349 w 254394"/>
                <a:gd name="connsiteY133" fmla="*/ 60962 h 239074"/>
                <a:gd name="connsiteX134" fmla="*/ 234071 w 254394"/>
                <a:gd name="connsiteY134" fmla="*/ 115225 h 239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254394" h="239074">
                  <a:moveTo>
                    <a:pt x="248129" y="55216"/>
                  </a:moveTo>
                  <a:cubicBezTo>
                    <a:pt x="242378" y="42448"/>
                    <a:pt x="216179" y="8613"/>
                    <a:pt x="185508" y="1591"/>
                  </a:cubicBezTo>
                  <a:cubicBezTo>
                    <a:pt x="157392" y="-4793"/>
                    <a:pt x="132471" y="9890"/>
                    <a:pt x="127359" y="13082"/>
                  </a:cubicBezTo>
                  <a:cubicBezTo>
                    <a:pt x="117774" y="6059"/>
                    <a:pt x="103716" y="-325"/>
                    <a:pt x="78157" y="1591"/>
                  </a:cubicBezTo>
                  <a:cubicBezTo>
                    <a:pt x="39817" y="4144"/>
                    <a:pt x="5311" y="47555"/>
                    <a:pt x="839" y="75006"/>
                  </a:cubicBezTo>
                  <a:cubicBezTo>
                    <a:pt x="-3634" y="102457"/>
                    <a:pt x="11062" y="124163"/>
                    <a:pt x="14896" y="129908"/>
                  </a:cubicBezTo>
                  <a:cubicBezTo>
                    <a:pt x="13618" y="135654"/>
                    <a:pt x="13618" y="142676"/>
                    <a:pt x="18730" y="149060"/>
                  </a:cubicBezTo>
                  <a:cubicBezTo>
                    <a:pt x="24481" y="156721"/>
                    <a:pt x="30871" y="159275"/>
                    <a:pt x="35344" y="159913"/>
                  </a:cubicBezTo>
                  <a:cubicBezTo>
                    <a:pt x="35983" y="159913"/>
                    <a:pt x="37261" y="159913"/>
                    <a:pt x="37900" y="159913"/>
                  </a:cubicBezTo>
                  <a:cubicBezTo>
                    <a:pt x="38539" y="159913"/>
                    <a:pt x="39817" y="159913"/>
                    <a:pt x="40456" y="159913"/>
                  </a:cubicBezTo>
                  <a:cubicBezTo>
                    <a:pt x="39817" y="166297"/>
                    <a:pt x="42373" y="173319"/>
                    <a:pt x="48763" y="179703"/>
                  </a:cubicBezTo>
                  <a:cubicBezTo>
                    <a:pt x="53875" y="184811"/>
                    <a:pt x="59626" y="186726"/>
                    <a:pt x="64738" y="186726"/>
                  </a:cubicBezTo>
                  <a:cubicBezTo>
                    <a:pt x="65377" y="186726"/>
                    <a:pt x="66016" y="186726"/>
                    <a:pt x="67294" y="186726"/>
                  </a:cubicBezTo>
                  <a:cubicBezTo>
                    <a:pt x="67294" y="187364"/>
                    <a:pt x="67294" y="187364"/>
                    <a:pt x="67294" y="188003"/>
                  </a:cubicBezTo>
                  <a:cubicBezTo>
                    <a:pt x="67294" y="193110"/>
                    <a:pt x="68572" y="200132"/>
                    <a:pt x="75601" y="206516"/>
                  </a:cubicBezTo>
                  <a:cubicBezTo>
                    <a:pt x="81352" y="211623"/>
                    <a:pt x="87103" y="213539"/>
                    <a:pt x="91575" y="213539"/>
                  </a:cubicBezTo>
                  <a:cubicBezTo>
                    <a:pt x="93493" y="213539"/>
                    <a:pt x="95410" y="212900"/>
                    <a:pt x="97326" y="212900"/>
                  </a:cubicBezTo>
                  <a:lnTo>
                    <a:pt x="115857" y="231414"/>
                  </a:lnTo>
                  <a:cubicBezTo>
                    <a:pt x="120969" y="236521"/>
                    <a:pt x="126720" y="239075"/>
                    <a:pt x="133749" y="239075"/>
                  </a:cubicBezTo>
                  <a:cubicBezTo>
                    <a:pt x="140778" y="239075"/>
                    <a:pt x="147168" y="236521"/>
                    <a:pt x="151641" y="231414"/>
                  </a:cubicBezTo>
                  <a:cubicBezTo>
                    <a:pt x="156114" y="226307"/>
                    <a:pt x="159309" y="220561"/>
                    <a:pt x="159309" y="213539"/>
                  </a:cubicBezTo>
                  <a:cubicBezTo>
                    <a:pt x="159309" y="212900"/>
                    <a:pt x="159309" y="212900"/>
                    <a:pt x="159309" y="212262"/>
                  </a:cubicBezTo>
                  <a:cubicBezTo>
                    <a:pt x="159948" y="212262"/>
                    <a:pt x="160587" y="212262"/>
                    <a:pt x="161865" y="212262"/>
                  </a:cubicBezTo>
                  <a:cubicBezTo>
                    <a:pt x="168255" y="212262"/>
                    <a:pt x="174645" y="209708"/>
                    <a:pt x="179757" y="204601"/>
                  </a:cubicBezTo>
                  <a:cubicBezTo>
                    <a:pt x="184869" y="199494"/>
                    <a:pt x="187424" y="193748"/>
                    <a:pt x="187424" y="186726"/>
                  </a:cubicBezTo>
                  <a:cubicBezTo>
                    <a:pt x="187424" y="186087"/>
                    <a:pt x="187424" y="186087"/>
                    <a:pt x="187424" y="185449"/>
                  </a:cubicBezTo>
                  <a:cubicBezTo>
                    <a:pt x="188064" y="185449"/>
                    <a:pt x="188702" y="185449"/>
                    <a:pt x="189342" y="185449"/>
                  </a:cubicBezTo>
                  <a:cubicBezTo>
                    <a:pt x="195732" y="185449"/>
                    <a:pt x="202122" y="182895"/>
                    <a:pt x="207233" y="177788"/>
                  </a:cubicBezTo>
                  <a:cubicBezTo>
                    <a:pt x="212345" y="172681"/>
                    <a:pt x="214901" y="166935"/>
                    <a:pt x="214901" y="159913"/>
                  </a:cubicBezTo>
                  <a:cubicBezTo>
                    <a:pt x="214901" y="159275"/>
                    <a:pt x="214901" y="158636"/>
                    <a:pt x="214901" y="157998"/>
                  </a:cubicBezTo>
                  <a:cubicBezTo>
                    <a:pt x="215540" y="157998"/>
                    <a:pt x="216179" y="157998"/>
                    <a:pt x="216818" y="157998"/>
                  </a:cubicBezTo>
                  <a:cubicBezTo>
                    <a:pt x="223847" y="157998"/>
                    <a:pt x="230237" y="155444"/>
                    <a:pt x="234710" y="150337"/>
                  </a:cubicBezTo>
                  <a:cubicBezTo>
                    <a:pt x="239183" y="145230"/>
                    <a:pt x="242378" y="139484"/>
                    <a:pt x="242378" y="132462"/>
                  </a:cubicBezTo>
                  <a:cubicBezTo>
                    <a:pt x="242378" y="130547"/>
                    <a:pt x="242378" y="128632"/>
                    <a:pt x="241739" y="127355"/>
                  </a:cubicBezTo>
                  <a:cubicBezTo>
                    <a:pt x="265382" y="94158"/>
                    <a:pt x="248768" y="57131"/>
                    <a:pt x="248129" y="55216"/>
                  </a:cubicBezTo>
                  <a:close/>
                  <a:moveTo>
                    <a:pt x="22564" y="117140"/>
                  </a:moveTo>
                  <a:cubicBezTo>
                    <a:pt x="18091" y="109480"/>
                    <a:pt x="11062" y="94797"/>
                    <a:pt x="14257" y="76921"/>
                  </a:cubicBezTo>
                  <a:cubicBezTo>
                    <a:pt x="18091" y="53939"/>
                    <a:pt x="48763" y="16274"/>
                    <a:pt x="80074" y="14359"/>
                  </a:cubicBezTo>
                  <a:cubicBezTo>
                    <a:pt x="82630" y="14359"/>
                    <a:pt x="85185" y="14359"/>
                    <a:pt x="87742" y="14359"/>
                  </a:cubicBezTo>
                  <a:cubicBezTo>
                    <a:pt x="111384" y="14359"/>
                    <a:pt x="120969" y="23296"/>
                    <a:pt x="128637" y="30318"/>
                  </a:cubicBezTo>
                  <a:lnTo>
                    <a:pt x="129915" y="31595"/>
                  </a:lnTo>
                  <a:cubicBezTo>
                    <a:pt x="137583" y="38618"/>
                    <a:pt x="165699" y="67345"/>
                    <a:pt x="165699" y="67345"/>
                  </a:cubicBezTo>
                  <a:cubicBezTo>
                    <a:pt x="168255" y="70537"/>
                    <a:pt x="166338" y="72453"/>
                    <a:pt x="165060" y="73729"/>
                  </a:cubicBezTo>
                  <a:cubicBezTo>
                    <a:pt x="160587" y="77560"/>
                    <a:pt x="142695" y="80752"/>
                    <a:pt x="133110" y="71176"/>
                  </a:cubicBezTo>
                  <a:cubicBezTo>
                    <a:pt x="120969" y="59685"/>
                    <a:pt x="106273" y="44363"/>
                    <a:pt x="105633" y="43725"/>
                  </a:cubicBezTo>
                  <a:cubicBezTo>
                    <a:pt x="104355" y="42448"/>
                    <a:pt x="103078" y="41810"/>
                    <a:pt x="101160" y="41810"/>
                  </a:cubicBezTo>
                  <a:cubicBezTo>
                    <a:pt x="99243" y="41810"/>
                    <a:pt x="97965" y="42448"/>
                    <a:pt x="96688" y="43725"/>
                  </a:cubicBezTo>
                  <a:lnTo>
                    <a:pt x="25759" y="114587"/>
                  </a:lnTo>
                  <a:cubicBezTo>
                    <a:pt x="23842" y="115225"/>
                    <a:pt x="23203" y="115864"/>
                    <a:pt x="22564" y="117140"/>
                  </a:cubicBezTo>
                  <a:close/>
                  <a:moveTo>
                    <a:pt x="143334" y="221838"/>
                  </a:moveTo>
                  <a:cubicBezTo>
                    <a:pt x="138861" y="226307"/>
                    <a:pt x="130554" y="226307"/>
                    <a:pt x="125442" y="221838"/>
                  </a:cubicBezTo>
                  <a:lnTo>
                    <a:pt x="105633" y="202047"/>
                  </a:lnTo>
                  <a:cubicBezTo>
                    <a:pt x="100521" y="196940"/>
                    <a:pt x="100521" y="189279"/>
                    <a:pt x="105633" y="184172"/>
                  </a:cubicBezTo>
                  <a:cubicBezTo>
                    <a:pt x="108189" y="181619"/>
                    <a:pt x="111384" y="180342"/>
                    <a:pt x="114579" y="180342"/>
                  </a:cubicBezTo>
                  <a:cubicBezTo>
                    <a:pt x="117774" y="180342"/>
                    <a:pt x="120969" y="181619"/>
                    <a:pt x="123525" y="184172"/>
                  </a:cubicBezTo>
                  <a:lnTo>
                    <a:pt x="143334" y="203963"/>
                  </a:lnTo>
                  <a:cubicBezTo>
                    <a:pt x="145890" y="206516"/>
                    <a:pt x="147168" y="209708"/>
                    <a:pt x="147168" y="212900"/>
                  </a:cubicBezTo>
                  <a:cubicBezTo>
                    <a:pt x="146529" y="216092"/>
                    <a:pt x="145251" y="219284"/>
                    <a:pt x="143334" y="221838"/>
                  </a:cubicBezTo>
                  <a:close/>
                  <a:moveTo>
                    <a:pt x="174645" y="186087"/>
                  </a:moveTo>
                  <a:cubicBezTo>
                    <a:pt x="174645" y="189279"/>
                    <a:pt x="173367" y="192471"/>
                    <a:pt x="170811" y="195025"/>
                  </a:cubicBezTo>
                  <a:cubicBezTo>
                    <a:pt x="165699" y="200132"/>
                    <a:pt x="158031" y="200132"/>
                    <a:pt x="152919" y="195025"/>
                  </a:cubicBezTo>
                  <a:lnTo>
                    <a:pt x="133110" y="175235"/>
                  </a:lnTo>
                  <a:cubicBezTo>
                    <a:pt x="130554" y="172681"/>
                    <a:pt x="129276" y="169489"/>
                    <a:pt x="129276" y="166297"/>
                  </a:cubicBezTo>
                  <a:cubicBezTo>
                    <a:pt x="129276" y="163105"/>
                    <a:pt x="130554" y="159913"/>
                    <a:pt x="133110" y="157359"/>
                  </a:cubicBezTo>
                  <a:cubicBezTo>
                    <a:pt x="135666" y="154806"/>
                    <a:pt x="138861" y="153529"/>
                    <a:pt x="142056" y="153529"/>
                  </a:cubicBezTo>
                  <a:cubicBezTo>
                    <a:pt x="145251" y="153529"/>
                    <a:pt x="148446" y="154806"/>
                    <a:pt x="150363" y="156721"/>
                  </a:cubicBezTo>
                  <a:cubicBezTo>
                    <a:pt x="150363" y="156721"/>
                    <a:pt x="151002" y="157359"/>
                    <a:pt x="151002" y="157359"/>
                  </a:cubicBezTo>
                  <a:lnTo>
                    <a:pt x="170811" y="177150"/>
                  </a:lnTo>
                  <a:cubicBezTo>
                    <a:pt x="170811" y="177150"/>
                    <a:pt x="170811" y="177150"/>
                    <a:pt x="171450" y="177150"/>
                  </a:cubicBezTo>
                  <a:cubicBezTo>
                    <a:pt x="173367" y="180342"/>
                    <a:pt x="174645" y="183534"/>
                    <a:pt x="174645" y="186087"/>
                  </a:cubicBezTo>
                  <a:close/>
                  <a:moveTo>
                    <a:pt x="201482" y="159913"/>
                  </a:moveTo>
                  <a:cubicBezTo>
                    <a:pt x="201482" y="163105"/>
                    <a:pt x="200204" y="166297"/>
                    <a:pt x="197649" y="168851"/>
                  </a:cubicBezTo>
                  <a:cubicBezTo>
                    <a:pt x="192537" y="173958"/>
                    <a:pt x="184869" y="173958"/>
                    <a:pt x="180396" y="168851"/>
                  </a:cubicBezTo>
                  <a:cubicBezTo>
                    <a:pt x="180396" y="168851"/>
                    <a:pt x="179757" y="168212"/>
                    <a:pt x="179757" y="168212"/>
                  </a:cubicBezTo>
                  <a:lnTo>
                    <a:pt x="159948" y="148422"/>
                  </a:lnTo>
                  <a:cubicBezTo>
                    <a:pt x="159948" y="148422"/>
                    <a:pt x="159948" y="148422"/>
                    <a:pt x="159309" y="148422"/>
                  </a:cubicBezTo>
                  <a:cubicBezTo>
                    <a:pt x="157392" y="145868"/>
                    <a:pt x="156114" y="143315"/>
                    <a:pt x="156114" y="140123"/>
                  </a:cubicBezTo>
                  <a:cubicBezTo>
                    <a:pt x="156114" y="136931"/>
                    <a:pt x="157392" y="133739"/>
                    <a:pt x="159948" y="131185"/>
                  </a:cubicBezTo>
                  <a:cubicBezTo>
                    <a:pt x="162504" y="128632"/>
                    <a:pt x="165699" y="127355"/>
                    <a:pt x="168894" y="127355"/>
                  </a:cubicBezTo>
                  <a:cubicBezTo>
                    <a:pt x="172089" y="127355"/>
                    <a:pt x="175284" y="128632"/>
                    <a:pt x="177840" y="131185"/>
                  </a:cubicBezTo>
                  <a:cubicBezTo>
                    <a:pt x="177840" y="131185"/>
                    <a:pt x="177840" y="131185"/>
                    <a:pt x="177840" y="131185"/>
                  </a:cubicBezTo>
                  <a:lnTo>
                    <a:pt x="197649" y="150976"/>
                  </a:lnTo>
                  <a:cubicBezTo>
                    <a:pt x="197649" y="150976"/>
                    <a:pt x="197649" y="150976"/>
                    <a:pt x="197649" y="150976"/>
                  </a:cubicBezTo>
                  <a:cubicBezTo>
                    <a:pt x="200204" y="153529"/>
                    <a:pt x="201482" y="156721"/>
                    <a:pt x="201482" y="159913"/>
                  </a:cubicBezTo>
                  <a:close/>
                  <a:moveTo>
                    <a:pt x="225125" y="142038"/>
                  </a:moveTo>
                  <a:cubicBezTo>
                    <a:pt x="220652" y="146507"/>
                    <a:pt x="212345" y="146507"/>
                    <a:pt x="207233" y="142038"/>
                  </a:cubicBezTo>
                  <a:cubicBezTo>
                    <a:pt x="207233" y="142038"/>
                    <a:pt x="207233" y="142038"/>
                    <a:pt x="207233" y="142038"/>
                  </a:cubicBezTo>
                  <a:lnTo>
                    <a:pt x="187424" y="122248"/>
                  </a:lnTo>
                  <a:cubicBezTo>
                    <a:pt x="187424" y="122248"/>
                    <a:pt x="187424" y="122248"/>
                    <a:pt x="187424" y="122248"/>
                  </a:cubicBezTo>
                  <a:cubicBezTo>
                    <a:pt x="182313" y="117140"/>
                    <a:pt x="182313" y="109480"/>
                    <a:pt x="187424" y="104373"/>
                  </a:cubicBezTo>
                  <a:cubicBezTo>
                    <a:pt x="189981" y="101819"/>
                    <a:pt x="193176" y="100542"/>
                    <a:pt x="196370" y="100542"/>
                  </a:cubicBezTo>
                  <a:cubicBezTo>
                    <a:pt x="199565" y="100542"/>
                    <a:pt x="202760" y="101819"/>
                    <a:pt x="205317" y="104373"/>
                  </a:cubicBezTo>
                  <a:lnTo>
                    <a:pt x="225125" y="124163"/>
                  </a:lnTo>
                  <a:cubicBezTo>
                    <a:pt x="227681" y="126716"/>
                    <a:pt x="228959" y="129908"/>
                    <a:pt x="228959" y="133100"/>
                  </a:cubicBezTo>
                  <a:cubicBezTo>
                    <a:pt x="228320" y="136292"/>
                    <a:pt x="227042" y="139484"/>
                    <a:pt x="225125" y="142038"/>
                  </a:cubicBezTo>
                  <a:close/>
                  <a:moveTo>
                    <a:pt x="234071" y="115225"/>
                  </a:moveTo>
                  <a:lnTo>
                    <a:pt x="214262" y="95435"/>
                  </a:lnTo>
                  <a:cubicBezTo>
                    <a:pt x="204677" y="85859"/>
                    <a:pt x="188064" y="85859"/>
                    <a:pt x="178479" y="95435"/>
                  </a:cubicBezTo>
                  <a:cubicBezTo>
                    <a:pt x="173367" y="100542"/>
                    <a:pt x="170811" y="108203"/>
                    <a:pt x="171450" y="115225"/>
                  </a:cubicBezTo>
                  <a:cubicBezTo>
                    <a:pt x="164421" y="114587"/>
                    <a:pt x="157392" y="117140"/>
                    <a:pt x="151641" y="122248"/>
                  </a:cubicBezTo>
                  <a:cubicBezTo>
                    <a:pt x="146529" y="127355"/>
                    <a:pt x="143973" y="133100"/>
                    <a:pt x="143973" y="140123"/>
                  </a:cubicBezTo>
                  <a:cubicBezTo>
                    <a:pt x="143973" y="140761"/>
                    <a:pt x="143973" y="140761"/>
                    <a:pt x="143973" y="141400"/>
                  </a:cubicBezTo>
                  <a:cubicBezTo>
                    <a:pt x="136944" y="140761"/>
                    <a:pt x="129276" y="143315"/>
                    <a:pt x="124164" y="148422"/>
                  </a:cubicBezTo>
                  <a:cubicBezTo>
                    <a:pt x="119052" y="153529"/>
                    <a:pt x="116496" y="159275"/>
                    <a:pt x="116496" y="166297"/>
                  </a:cubicBezTo>
                  <a:cubicBezTo>
                    <a:pt x="116496" y="166935"/>
                    <a:pt x="116496" y="166935"/>
                    <a:pt x="116496" y="167574"/>
                  </a:cubicBezTo>
                  <a:cubicBezTo>
                    <a:pt x="109467" y="166935"/>
                    <a:pt x="101799" y="169489"/>
                    <a:pt x="96048" y="174596"/>
                  </a:cubicBezTo>
                  <a:cubicBezTo>
                    <a:pt x="89658" y="180980"/>
                    <a:pt x="87103" y="190556"/>
                    <a:pt x="89658" y="198855"/>
                  </a:cubicBezTo>
                  <a:cubicBezTo>
                    <a:pt x="88380" y="198217"/>
                    <a:pt x="86463" y="197579"/>
                    <a:pt x="83908" y="195663"/>
                  </a:cubicBezTo>
                  <a:cubicBezTo>
                    <a:pt x="81352" y="193110"/>
                    <a:pt x="80074" y="189918"/>
                    <a:pt x="80074" y="186726"/>
                  </a:cubicBezTo>
                  <a:cubicBezTo>
                    <a:pt x="80074" y="182895"/>
                    <a:pt x="81352" y="179703"/>
                    <a:pt x="82630" y="179065"/>
                  </a:cubicBezTo>
                  <a:cubicBezTo>
                    <a:pt x="82630" y="179065"/>
                    <a:pt x="82630" y="179065"/>
                    <a:pt x="82630" y="179065"/>
                  </a:cubicBezTo>
                  <a:cubicBezTo>
                    <a:pt x="82630" y="179065"/>
                    <a:pt x="83269" y="178427"/>
                    <a:pt x="83269" y="178427"/>
                  </a:cubicBezTo>
                  <a:lnTo>
                    <a:pt x="128637" y="133739"/>
                  </a:lnTo>
                  <a:cubicBezTo>
                    <a:pt x="131193" y="131185"/>
                    <a:pt x="131193" y="127355"/>
                    <a:pt x="128637" y="124801"/>
                  </a:cubicBezTo>
                  <a:cubicBezTo>
                    <a:pt x="126081" y="122248"/>
                    <a:pt x="122247" y="122248"/>
                    <a:pt x="119691" y="124801"/>
                  </a:cubicBezTo>
                  <a:lnTo>
                    <a:pt x="74962" y="169489"/>
                  </a:lnTo>
                  <a:cubicBezTo>
                    <a:pt x="74323" y="170127"/>
                    <a:pt x="66016" y="177788"/>
                    <a:pt x="58348" y="170127"/>
                  </a:cubicBezTo>
                  <a:cubicBezTo>
                    <a:pt x="55792" y="167574"/>
                    <a:pt x="48763" y="161190"/>
                    <a:pt x="58348" y="150976"/>
                  </a:cubicBezTo>
                  <a:cubicBezTo>
                    <a:pt x="58348" y="150976"/>
                    <a:pt x="58348" y="150976"/>
                    <a:pt x="58348" y="150976"/>
                  </a:cubicBezTo>
                  <a:cubicBezTo>
                    <a:pt x="68572" y="141400"/>
                    <a:pt x="97965" y="111395"/>
                    <a:pt x="101799" y="107565"/>
                  </a:cubicBezTo>
                  <a:cubicBezTo>
                    <a:pt x="104355" y="105011"/>
                    <a:pt x="104355" y="101181"/>
                    <a:pt x="101799" y="98627"/>
                  </a:cubicBezTo>
                  <a:cubicBezTo>
                    <a:pt x="99243" y="96073"/>
                    <a:pt x="95410" y="96073"/>
                    <a:pt x="92853" y="98627"/>
                  </a:cubicBezTo>
                  <a:cubicBezTo>
                    <a:pt x="81990" y="109480"/>
                    <a:pt x="52597" y="138846"/>
                    <a:pt x="47485" y="143315"/>
                  </a:cubicBezTo>
                  <a:cubicBezTo>
                    <a:pt x="44929" y="145230"/>
                    <a:pt x="40456" y="147784"/>
                    <a:pt x="36622" y="147145"/>
                  </a:cubicBezTo>
                  <a:cubicBezTo>
                    <a:pt x="33427" y="146507"/>
                    <a:pt x="30871" y="145230"/>
                    <a:pt x="28954" y="142038"/>
                  </a:cubicBezTo>
                  <a:cubicBezTo>
                    <a:pt x="23203" y="133739"/>
                    <a:pt x="31510" y="125440"/>
                    <a:pt x="32788" y="124163"/>
                  </a:cubicBezTo>
                  <a:lnTo>
                    <a:pt x="99883" y="57131"/>
                  </a:lnTo>
                  <a:cubicBezTo>
                    <a:pt x="105633" y="62877"/>
                    <a:pt x="115218" y="72453"/>
                    <a:pt x="122886" y="80113"/>
                  </a:cubicBezTo>
                  <a:cubicBezTo>
                    <a:pt x="138222" y="94158"/>
                    <a:pt x="163143" y="91605"/>
                    <a:pt x="172728" y="82667"/>
                  </a:cubicBezTo>
                  <a:cubicBezTo>
                    <a:pt x="177201" y="78198"/>
                    <a:pt x="178479" y="73729"/>
                    <a:pt x="178479" y="70537"/>
                  </a:cubicBezTo>
                  <a:cubicBezTo>
                    <a:pt x="178479" y="63515"/>
                    <a:pt x="174006" y="59046"/>
                    <a:pt x="173367" y="58408"/>
                  </a:cubicBezTo>
                  <a:cubicBezTo>
                    <a:pt x="172089" y="57131"/>
                    <a:pt x="145890" y="29680"/>
                    <a:pt x="136944" y="22019"/>
                  </a:cubicBezTo>
                  <a:cubicBezTo>
                    <a:pt x="144612" y="17551"/>
                    <a:pt x="162504" y="9890"/>
                    <a:pt x="181674" y="14359"/>
                  </a:cubicBezTo>
                  <a:cubicBezTo>
                    <a:pt x="207872" y="20742"/>
                    <a:pt x="230876" y="50109"/>
                    <a:pt x="235349" y="60962"/>
                  </a:cubicBezTo>
                  <a:cubicBezTo>
                    <a:pt x="237266" y="61600"/>
                    <a:pt x="249407" y="89051"/>
                    <a:pt x="234071" y="115225"/>
                  </a:cubicBezTo>
                  <a:close/>
                </a:path>
              </a:pathLst>
            </a:custGeom>
            <a:solidFill>
              <a:srgbClr val="007CB0"/>
            </a:solidFill>
            <a:ln w="6390" cap="flat">
              <a:noFill/>
              <a:prstDash val="solid"/>
              <a:miter/>
            </a:ln>
          </p:spPr>
          <p:txBody>
            <a:bodyPr rtlCol="0" anchor="ctr"/>
            <a:lstStyle/>
            <a:p>
              <a:endParaRPr lang="en-US"/>
            </a:p>
          </p:txBody>
        </p:sp>
      </p:grpSp>
      <p:grpSp>
        <p:nvGrpSpPr>
          <p:cNvPr id="863" name="Graphic 4">
            <a:extLst>
              <a:ext uri="{FF2B5EF4-FFF2-40B4-BE49-F238E27FC236}">
                <a16:creationId xmlns:a16="http://schemas.microsoft.com/office/drawing/2014/main" id="{93DEB012-A09A-EF47-BC7B-A9749C560DDB}"/>
              </a:ext>
            </a:extLst>
          </p:cNvPr>
          <p:cNvGrpSpPr/>
          <p:nvPr/>
        </p:nvGrpSpPr>
        <p:grpSpPr>
          <a:xfrm>
            <a:off x="5708769" y="2855717"/>
            <a:ext cx="361674" cy="361333"/>
            <a:chOff x="5708769" y="2855717"/>
            <a:chExt cx="361674" cy="361333"/>
          </a:xfrm>
          <a:solidFill>
            <a:srgbClr val="007CB0"/>
          </a:solidFill>
        </p:grpSpPr>
        <p:sp>
          <p:nvSpPr>
            <p:cNvPr id="864" name="Graphic 4">
              <a:extLst>
                <a:ext uri="{FF2B5EF4-FFF2-40B4-BE49-F238E27FC236}">
                  <a16:creationId xmlns:a16="http://schemas.microsoft.com/office/drawing/2014/main" id="{92DDB324-D34E-D747-9189-6D61532FC66E}"/>
                </a:ext>
              </a:extLst>
            </p:cNvPr>
            <p:cNvSpPr/>
            <p:nvPr/>
          </p:nvSpPr>
          <p:spPr>
            <a:xfrm>
              <a:off x="5708769" y="2855717"/>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6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2309" y="80438"/>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29" y="273234"/>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865" name="Graphic 4">
              <a:extLst>
                <a:ext uri="{FF2B5EF4-FFF2-40B4-BE49-F238E27FC236}">
                  <a16:creationId xmlns:a16="http://schemas.microsoft.com/office/drawing/2014/main" id="{BAD52DD0-72DD-064F-8377-2CA07B326329}"/>
                </a:ext>
              </a:extLst>
            </p:cNvPr>
            <p:cNvSpPr/>
            <p:nvPr/>
          </p:nvSpPr>
          <p:spPr>
            <a:xfrm>
              <a:off x="5836568" y="2958499"/>
              <a:ext cx="111823" cy="12767"/>
            </a:xfrm>
            <a:custGeom>
              <a:avLst/>
              <a:gdLst>
                <a:gd name="connsiteX0" fmla="*/ 105434 w 111823"/>
                <a:gd name="connsiteY0" fmla="*/ 0 h 12767"/>
                <a:gd name="connsiteX1" fmla="*/ 6390 w 111823"/>
                <a:gd name="connsiteY1" fmla="*/ 0 h 12767"/>
                <a:gd name="connsiteX2" fmla="*/ 0 w 111823"/>
                <a:gd name="connsiteY2" fmla="*/ 6384 h 12767"/>
                <a:gd name="connsiteX3" fmla="*/ 6390 w 111823"/>
                <a:gd name="connsiteY3" fmla="*/ 12768 h 12767"/>
                <a:gd name="connsiteX4" fmla="*/ 105434 w 111823"/>
                <a:gd name="connsiteY4" fmla="*/ 12768 h 12767"/>
                <a:gd name="connsiteX5" fmla="*/ 111824 w 111823"/>
                <a:gd name="connsiteY5" fmla="*/ 6384 h 12767"/>
                <a:gd name="connsiteX6" fmla="*/ 105434 w 111823"/>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823" h="12767">
                  <a:moveTo>
                    <a:pt x="105434" y="0"/>
                  </a:moveTo>
                  <a:lnTo>
                    <a:pt x="6390" y="0"/>
                  </a:lnTo>
                  <a:cubicBezTo>
                    <a:pt x="2556" y="0"/>
                    <a:pt x="0" y="2554"/>
                    <a:pt x="0" y="6384"/>
                  </a:cubicBezTo>
                  <a:cubicBezTo>
                    <a:pt x="0" y="10214"/>
                    <a:pt x="2556" y="12768"/>
                    <a:pt x="6390" y="12768"/>
                  </a:cubicBezTo>
                  <a:lnTo>
                    <a:pt x="105434" y="12768"/>
                  </a:lnTo>
                  <a:cubicBezTo>
                    <a:pt x="109268" y="12768"/>
                    <a:pt x="111824" y="10214"/>
                    <a:pt x="111824" y="6384"/>
                  </a:cubicBezTo>
                  <a:cubicBezTo>
                    <a:pt x="111824" y="2554"/>
                    <a:pt x="109268" y="0"/>
                    <a:pt x="105434" y="0"/>
                  </a:cubicBezTo>
                  <a:close/>
                </a:path>
              </a:pathLst>
            </a:custGeom>
            <a:solidFill>
              <a:srgbClr val="007CB0"/>
            </a:solidFill>
            <a:ln w="6390" cap="flat">
              <a:noFill/>
              <a:prstDash val="solid"/>
              <a:miter/>
            </a:ln>
          </p:spPr>
          <p:txBody>
            <a:bodyPr rtlCol="0" anchor="ctr"/>
            <a:lstStyle/>
            <a:p>
              <a:endParaRPr lang="en-US"/>
            </a:p>
          </p:txBody>
        </p:sp>
        <p:sp>
          <p:nvSpPr>
            <p:cNvPr id="866" name="Graphic 4">
              <a:extLst>
                <a:ext uri="{FF2B5EF4-FFF2-40B4-BE49-F238E27FC236}">
                  <a16:creationId xmlns:a16="http://schemas.microsoft.com/office/drawing/2014/main" id="{E55B5928-79D7-6C49-876F-D2F400B678F7}"/>
                </a:ext>
              </a:extLst>
            </p:cNvPr>
            <p:cNvSpPr/>
            <p:nvPr/>
          </p:nvSpPr>
          <p:spPr>
            <a:xfrm>
              <a:off x="5766109" y="2924664"/>
              <a:ext cx="252742" cy="250252"/>
            </a:xfrm>
            <a:custGeom>
              <a:avLst/>
              <a:gdLst>
                <a:gd name="connsiteX0" fmla="*/ 252573 w 252742"/>
                <a:gd name="connsiteY0" fmla="*/ 127680 h 250252"/>
                <a:gd name="connsiteX1" fmla="*/ 248738 w 252742"/>
                <a:gd name="connsiteY1" fmla="*/ 70862 h 250252"/>
                <a:gd name="connsiteX2" fmla="*/ 237237 w 252742"/>
                <a:gd name="connsiteY2" fmla="*/ 59371 h 250252"/>
                <a:gd name="connsiteX3" fmla="*/ 217428 w 252742"/>
                <a:gd name="connsiteY3" fmla="*/ 74693 h 250252"/>
                <a:gd name="connsiteX4" fmla="*/ 217428 w 252742"/>
                <a:gd name="connsiteY4" fmla="*/ 75331 h 250252"/>
                <a:gd name="connsiteX5" fmla="*/ 211677 w 252742"/>
                <a:gd name="connsiteY5" fmla="*/ 123849 h 250252"/>
                <a:gd name="connsiteX6" fmla="*/ 205287 w 252742"/>
                <a:gd name="connsiteY6" fmla="*/ 125765 h 250252"/>
                <a:gd name="connsiteX7" fmla="*/ 205287 w 252742"/>
                <a:gd name="connsiteY7" fmla="*/ 24259 h 250252"/>
                <a:gd name="connsiteX8" fmla="*/ 181005 w 252742"/>
                <a:gd name="connsiteY8" fmla="*/ 0 h 250252"/>
                <a:gd name="connsiteX9" fmla="*/ 53206 w 252742"/>
                <a:gd name="connsiteY9" fmla="*/ 0 h 250252"/>
                <a:gd name="connsiteX10" fmla="*/ 46817 w 252742"/>
                <a:gd name="connsiteY10" fmla="*/ 6384 h 250252"/>
                <a:gd name="connsiteX11" fmla="*/ 46817 w 252742"/>
                <a:gd name="connsiteY11" fmla="*/ 125765 h 250252"/>
                <a:gd name="connsiteX12" fmla="*/ 41065 w 252742"/>
                <a:gd name="connsiteY12" fmla="*/ 123849 h 250252"/>
                <a:gd name="connsiteX13" fmla="*/ 35315 w 252742"/>
                <a:gd name="connsiteY13" fmla="*/ 75331 h 250252"/>
                <a:gd name="connsiteX14" fmla="*/ 35315 w 252742"/>
                <a:gd name="connsiteY14" fmla="*/ 74693 h 250252"/>
                <a:gd name="connsiteX15" fmla="*/ 15506 w 252742"/>
                <a:gd name="connsiteY15" fmla="*/ 59371 h 250252"/>
                <a:gd name="connsiteX16" fmla="*/ 4004 w 252742"/>
                <a:gd name="connsiteY16" fmla="*/ 70862 h 250252"/>
                <a:gd name="connsiteX17" fmla="*/ 170 w 252742"/>
                <a:gd name="connsiteY17" fmla="*/ 127680 h 250252"/>
                <a:gd name="connsiteX18" fmla="*/ 2087 w 252742"/>
                <a:gd name="connsiteY18" fmla="*/ 143001 h 250252"/>
                <a:gd name="connsiteX19" fmla="*/ 17423 w 252742"/>
                <a:gd name="connsiteY19" fmla="*/ 184497 h 250252"/>
                <a:gd name="connsiteX20" fmla="*/ 32759 w 252742"/>
                <a:gd name="connsiteY20" fmla="*/ 204926 h 250252"/>
                <a:gd name="connsiteX21" fmla="*/ 69820 w 252742"/>
                <a:gd name="connsiteY21" fmla="*/ 231738 h 250252"/>
                <a:gd name="connsiteX22" fmla="*/ 78766 w 252742"/>
                <a:gd name="connsiteY22" fmla="*/ 244506 h 250252"/>
                <a:gd name="connsiteX23" fmla="*/ 85156 w 252742"/>
                <a:gd name="connsiteY23" fmla="*/ 250252 h 250252"/>
                <a:gd name="connsiteX24" fmla="*/ 85795 w 252742"/>
                <a:gd name="connsiteY24" fmla="*/ 250252 h 250252"/>
                <a:gd name="connsiteX25" fmla="*/ 91546 w 252742"/>
                <a:gd name="connsiteY25" fmla="*/ 243230 h 250252"/>
                <a:gd name="connsiteX26" fmla="*/ 77488 w 252742"/>
                <a:gd name="connsiteY26" fmla="*/ 221524 h 250252"/>
                <a:gd name="connsiteX27" fmla="*/ 40427 w 252742"/>
                <a:gd name="connsiteY27" fmla="*/ 194711 h 250252"/>
                <a:gd name="connsiteX28" fmla="*/ 29564 w 252742"/>
                <a:gd name="connsiteY28" fmla="*/ 180028 h 250252"/>
                <a:gd name="connsiteX29" fmla="*/ 14228 w 252742"/>
                <a:gd name="connsiteY29" fmla="*/ 138533 h 250252"/>
                <a:gd name="connsiteX30" fmla="*/ 12950 w 252742"/>
                <a:gd name="connsiteY30" fmla="*/ 128318 h 250252"/>
                <a:gd name="connsiteX31" fmla="*/ 16784 w 252742"/>
                <a:gd name="connsiteY31" fmla="*/ 71501 h 250252"/>
                <a:gd name="connsiteX32" fmla="*/ 19340 w 252742"/>
                <a:gd name="connsiteY32" fmla="*/ 72139 h 250252"/>
                <a:gd name="connsiteX33" fmla="*/ 23174 w 252742"/>
                <a:gd name="connsiteY33" fmla="*/ 77246 h 250252"/>
                <a:gd name="connsiteX34" fmla="*/ 28286 w 252742"/>
                <a:gd name="connsiteY34" fmla="*/ 123849 h 250252"/>
                <a:gd name="connsiteX35" fmla="*/ 19340 w 252742"/>
                <a:gd name="connsiteY35" fmla="*/ 129595 h 250252"/>
                <a:gd name="connsiteX36" fmla="*/ 21896 w 252742"/>
                <a:gd name="connsiteY36" fmla="*/ 147470 h 250252"/>
                <a:gd name="connsiteX37" fmla="*/ 39787 w 252742"/>
                <a:gd name="connsiteY37" fmla="*/ 169814 h 250252"/>
                <a:gd name="connsiteX38" fmla="*/ 53206 w 252742"/>
                <a:gd name="connsiteY38" fmla="*/ 180667 h 250252"/>
                <a:gd name="connsiteX39" fmla="*/ 74293 w 252742"/>
                <a:gd name="connsiteY39" fmla="*/ 190881 h 250252"/>
                <a:gd name="connsiteX40" fmla="*/ 82600 w 252742"/>
                <a:gd name="connsiteY40" fmla="*/ 188327 h 250252"/>
                <a:gd name="connsiteX41" fmla="*/ 80044 w 252742"/>
                <a:gd name="connsiteY41" fmla="*/ 180028 h 250252"/>
                <a:gd name="connsiteX42" fmla="*/ 58957 w 252742"/>
                <a:gd name="connsiteY42" fmla="*/ 169814 h 250252"/>
                <a:gd name="connsiteX43" fmla="*/ 50011 w 252742"/>
                <a:gd name="connsiteY43" fmla="*/ 162792 h 250252"/>
                <a:gd name="connsiteX44" fmla="*/ 31481 w 252742"/>
                <a:gd name="connsiteY44" fmla="*/ 139809 h 250252"/>
                <a:gd name="connsiteX45" fmla="*/ 30202 w 252742"/>
                <a:gd name="connsiteY45" fmla="*/ 137894 h 250252"/>
                <a:gd name="connsiteX46" fmla="*/ 42343 w 252742"/>
                <a:gd name="connsiteY46" fmla="*/ 137894 h 250252"/>
                <a:gd name="connsiteX47" fmla="*/ 63430 w 252742"/>
                <a:gd name="connsiteY47" fmla="*/ 153854 h 250252"/>
                <a:gd name="connsiteX48" fmla="*/ 67903 w 252742"/>
                <a:gd name="connsiteY48" fmla="*/ 155769 h 250252"/>
                <a:gd name="connsiteX49" fmla="*/ 74932 w 252742"/>
                <a:gd name="connsiteY49" fmla="*/ 156408 h 250252"/>
                <a:gd name="connsiteX50" fmla="*/ 117106 w 252742"/>
                <a:gd name="connsiteY50" fmla="*/ 192796 h 250252"/>
                <a:gd name="connsiteX51" fmla="*/ 120301 w 252742"/>
                <a:gd name="connsiteY51" fmla="*/ 218971 h 250252"/>
                <a:gd name="connsiteX52" fmla="*/ 126691 w 252742"/>
                <a:gd name="connsiteY52" fmla="*/ 225355 h 250252"/>
                <a:gd name="connsiteX53" fmla="*/ 126691 w 252742"/>
                <a:gd name="connsiteY53" fmla="*/ 225355 h 250252"/>
                <a:gd name="connsiteX54" fmla="*/ 126691 w 252742"/>
                <a:gd name="connsiteY54" fmla="*/ 225355 h 250252"/>
                <a:gd name="connsiteX55" fmla="*/ 133081 w 252742"/>
                <a:gd name="connsiteY55" fmla="*/ 218971 h 250252"/>
                <a:gd name="connsiteX56" fmla="*/ 136276 w 252742"/>
                <a:gd name="connsiteY56" fmla="*/ 192796 h 250252"/>
                <a:gd name="connsiteX57" fmla="*/ 178449 w 252742"/>
                <a:gd name="connsiteY57" fmla="*/ 156408 h 250252"/>
                <a:gd name="connsiteX58" fmla="*/ 185478 w 252742"/>
                <a:gd name="connsiteY58" fmla="*/ 155769 h 250252"/>
                <a:gd name="connsiteX59" fmla="*/ 189951 w 252742"/>
                <a:gd name="connsiteY59" fmla="*/ 153854 h 250252"/>
                <a:gd name="connsiteX60" fmla="*/ 211038 w 252742"/>
                <a:gd name="connsiteY60" fmla="*/ 137894 h 250252"/>
                <a:gd name="connsiteX61" fmla="*/ 222540 w 252742"/>
                <a:gd name="connsiteY61" fmla="*/ 137894 h 250252"/>
                <a:gd name="connsiteX62" fmla="*/ 220623 w 252742"/>
                <a:gd name="connsiteY62" fmla="*/ 140448 h 250252"/>
                <a:gd name="connsiteX63" fmla="*/ 202731 w 252742"/>
                <a:gd name="connsiteY63" fmla="*/ 162792 h 250252"/>
                <a:gd name="connsiteX64" fmla="*/ 193785 w 252742"/>
                <a:gd name="connsiteY64" fmla="*/ 169814 h 250252"/>
                <a:gd name="connsiteX65" fmla="*/ 172698 w 252742"/>
                <a:gd name="connsiteY65" fmla="*/ 180028 h 250252"/>
                <a:gd name="connsiteX66" fmla="*/ 170142 w 252742"/>
                <a:gd name="connsiteY66" fmla="*/ 188327 h 250252"/>
                <a:gd name="connsiteX67" fmla="*/ 178449 w 252742"/>
                <a:gd name="connsiteY67" fmla="*/ 190881 h 250252"/>
                <a:gd name="connsiteX68" fmla="*/ 199536 w 252742"/>
                <a:gd name="connsiteY68" fmla="*/ 180667 h 250252"/>
                <a:gd name="connsiteX69" fmla="*/ 212955 w 252742"/>
                <a:gd name="connsiteY69" fmla="*/ 169814 h 250252"/>
                <a:gd name="connsiteX70" fmla="*/ 230847 w 252742"/>
                <a:gd name="connsiteY70" fmla="*/ 147470 h 250252"/>
                <a:gd name="connsiteX71" fmla="*/ 234042 w 252742"/>
                <a:gd name="connsiteY71" fmla="*/ 129595 h 250252"/>
                <a:gd name="connsiteX72" fmla="*/ 225096 w 252742"/>
                <a:gd name="connsiteY72" fmla="*/ 123849 h 250252"/>
                <a:gd name="connsiteX73" fmla="*/ 230208 w 252742"/>
                <a:gd name="connsiteY73" fmla="*/ 77246 h 250252"/>
                <a:gd name="connsiteX74" fmla="*/ 234042 w 252742"/>
                <a:gd name="connsiteY74" fmla="*/ 72139 h 250252"/>
                <a:gd name="connsiteX75" fmla="*/ 235959 w 252742"/>
                <a:gd name="connsiteY75" fmla="*/ 71501 h 250252"/>
                <a:gd name="connsiteX76" fmla="*/ 239793 w 252742"/>
                <a:gd name="connsiteY76" fmla="*/ 128318 h 250252"/>
                <a:gd name="connsiteX77" fmla="*/ 238515 w 252742"/>
                <a:gd name="connsiteY77" fmla="*/ 138533 h 250252"/>
                <a:gd name="connsiteX78" fmla="*/ 223179 w 252742"/>
                <a:gd name="connsiteY78" fmla="*/ 180028 h 250252"/>
                <a:gd name="connsiteX79" fmla="*/ 212316 w 252742"/>
                <a:gd name="connsiteY79" fmla="*/ 194711 h 250252"/>
                <a:gd name="connsiteX80" fmla="*/ 175254 w 252742"/>
                <a:gd name="connsiteY80" fmla="*/ 221524 h 250252"/>
                <a:gd name="connsiteX81" fmla="*/ 161196 w 252742"/>
                <a:gd name="connsiteY81" fmla="*/ 243230 h 250252"/>
                <a:gd name="connsiteX82" fmla="*/ 166947 w 252742"/>
                <a:gd name="connsiteY82" fmla="*/ 250252 h 250252"/>
                <a:gd name="connsiteX83" fmla="*/ 167586 w 252742"/>
                <a:gd name="connsiteY83" fmla="*/ 250252 h 250252"/>
                <a:gd name="connsiteX84" fmla="*/ 173976 w 252742"/>
                <a:gd name="connsiteY84" fmla="*/ 244506 h 250252"/>
                <a:gd name="connsiteX85" fmla="*/ 182922 w 252742"/>
                <a:gd name="connsiteY85" fmla="*/ 231738 h 250252"/>
                <a:gd name="connsiteX86" fmla="*/ 219984 w 252742"/>
                <a:gd name="connsiteY86" fmla="*/ 204926 h 250252"/>
                <a:gd name="connsiteX87" fmla="*/ 235320 w 252742"/>
                <a:gd name="connsiteY87" fmla="*/ 184497 h 250252"/>
                <a:gd name="connsiteX88" fmla="*/ 250655 w 252742"/>
                <a:gd name="connsiteY88" fmla="*/ 143001 h 250252"/>
                <a:gd name="connsiteX89" fmla="*/ 252573 w 252742"/>
                <a:gd name="connsiteY89" fmla="*/ 127680 h 250252"/>
                <a:gd name="connsiteX90" fmla="*/ 182922 w 252742"/>
                <a:gd name="connsiteY90" fmla="*/ 143001 h 250252"/>
                <a:gd name="connsiteX91" fmla="*/ 176532 w 252742"/>
                <a:gd name="connsiteY91" fmla="*/ 143640 h 250252"/>
                <a:gd name="connsiteX92" fmla="*/ 126052 w 252742"/>
                <a:gd name="connsiteY92" fmla="*/ 181944 h 250252"/>
                <a:gd name="connsiteX93" fmla="*/ 75571 w 252742"/>
                <a:gd name="connsiteY93" fmla="*/ 143640 h 250252"/>
                <a:gd name="connsiteX94" fmla="*/ 69181 w 252742"/>
                <a:gd name="connsiteY94" fmla="*/ 143001 h 250252"/>
                <a:gd name="connsiteX95" fmla="*/ 58957 w 252742"/>
                <a:gd name="connsiteY95" fmla="*/ 134064 h 250252"/>
                <a:gd name="connsiteX96" fmla="*/ 58957 w 252742"/>
                <a:gd name="connsiteY96" fmla="*/ 12768 h 250252"/>
                <a:gd name="connsiteX97" fmla="*/ 180366 w 252742"/>
                <a:gd name="connsiteY97" fmla="*/ 12768 h 250252"/>
                <a:gd name="connsiteX98" fmla="*/ 191868 w 252742"/>
                <a:gd name="connsiteY98" fmla="*/ 24259 h 250252"/>
                <a:gd name="connsiteX99" fmla="*/ 191868 w 252742"/>
                <a:gd name="connsiteY99" fmla="*/ 134064 h 250252"/>
                <a:gd name="connsiteX100" fmla="*/ 182922 w 252742"/>
                <a:gd name="connsiteY100" fmla="*/ 143001 h 250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252742" h="250252">
                  <a:moveTo>
                    <a:pt x="252573" y="127680"/>
                  </a:moveTo>
                  <a:lnTo>
                    <a:pt x="248738" y="70862"/>
                  </a:lnTo>
                  <a:cubicBezTo>
                    <a:pt x="248100" y="64478"/>
                    <a:pt x="243627" y="60009"/>
                    <a:pt x="237237" y="59371"/>
                  </a:cubicBezTo>
                  <a:cubicBezTo>
                    <a:pt x="230208" y="58733"/>
                    <a:pt x="220623" y="63840"/>
                    <a:pt x="217428" y="74693"/>
                  </a:cubicBezTo>
                  <a:cubicBezTo>
                    <a:pt x="217428" y="74693"/>
                    <a:pt x="217428" y="75331"/>
                    <a:pt x="217428" y="75331"/>
                  </a:cubicBezTo>
                  <a:lnTo>
                    <a:pt x="211677" y="123849"/>
                  </a:lnTo>
                  <a:cubicBezTo>
                    <a:pt x="209760" y="124488"/>
                    <a:pt x="207204" y="125126"/>
                    <a:pt x="205287" y="125765"/>
                  </a:cubicBezTo>
                  <a:lnTo>
                    <a:pt x="205287" y="24259"/>
                  </a:lnTo>
                  <a:cubicBezTo>
                    <a:pt x="205287" y="10853"/>
                    <a:pt x="194424" y="0"/>
                    <a:pt x="181005" y="0"/>
                  </a:cubicBezTo>
                  <a:lnTo>
                    <a:pt x="53206" y="0"/>
                  </a:lnTo>
                  <a:cubicBezTo>
                    <a:pt x="49372" y="0"/>
                    <a:pt x="46817" y="2554"/>
                    <a:pt x="46817" y="6384"/>
                  </a:cubicBezTo>
                  <a:lnTo>
                    <a:pt x="46817" y="125765"/>
                  </a:lnTo>
                  <a:cubicBezTo>
                    <a:pt x="44900" y="125126"/>
                    <a:pt x="42982" y="124488"/>
                    <a:pt x="41065" y="123849"/>
                  </a:cubicBezTo>
                  <a:lnTo>
                    <a:pt x="35315" y="75331"/>
                  </a:lnTo>
                  <a:cubicBezTo>
                    <a:pt x="35315" y="75331"/>
                    <a:pt x="35315" y="74693"/>
                    <a:pt x="35315" y="74693"/>
                  </a:cubicBezTo>
                  <a:cubicBezTo>
                    <a:pt x="32120" y="63840"/>
                    <a:pt x="23174" y="58733"/>
                    <a:pt x="15506" y="59371"/>
                  </a:cubicBezTo>
                  <a:cubicBezTo>
                    <a:pt x="9116" y="60009"/>
                    <a:pt x="4643" y="64478"/>
                    <a:pt x="4004" y="70862"/>
                  </a:cubicBezTo>
                  <a:lnTo>
                    <a:pt x="170" y="127680"/>
                  </a:lnTo>
                  <a:cubicBezTo>
                    <a:pt x="-469" y="132787"/>
                    <a:pt x="809" y="138533"/>
                    <a:pt x="2087" y="143001"/>
                  </a:cubicBezTo>
                  <a:lnTo>
                    <a:pt x="17423" y="184497"/>
                  </a:lnTo>
                  <a:cubicBezTo>
                    <a:pt x="20618" y="192796"/>
                    <a:pt x="25730" y="199819"/>
                    <a:pt x="32759" y="204926"/>
                  </a:cubicBezTo>
                  <a:lnTo>
                    <a:pt x="69820" y="231738"/>
                  </a:lnTo>
                  <a:cubicBezTo>
                    <a:pt x="75571" y="235569"/>
                    <a:pt x="78127" y="240038"/>
                    <a:pt x="78766" y="244506"/>
                  </a:cubicBezTo>
                  <a:cubicBezTo>
                    <a:pt x="78766" y="247698"/>
                    <a:pt x="81961" y="250252"/>
                    <a:pt x="85156" y="250252"/>
                  </a:cubicBezTo>
                  <a:cubicBezTo>
                    <a:pt x="85156" y="250252"/>
                    <a:pt x="85795" y="250252"/>
                    <a:pt x="85795" y="250252"/>
                  </a:cubicBezTo>
                  <a:cubicBezTo>
                    <a:pt x="88990" y="249614"/>
                    <a:pt x="92185" y="247060"/>
                    <a:pt x="91546" y="243230"/>
                  </a:cubicBezTo>
                  <a:cubicBezTo>
                    <a:pt x="90907" y="234930"/>
                    <a:pt x="85795" y="227270"/>
                    <a:pt x="77488" y="221524"/>
                  </a:cubicBezTo>
                  <a:lnTo>
                    <a:pt x="40427" y="194711"/>
                  </a:lnTo>
                  <a:cubicBezTo>
                    <a:pt x="35315" y="190881"/>
                    <a:pt x="31481" y="185774"/>
                    <a:pt x="29564" y="180028"/>
                  </a:cubicBezTo>
                  <a:lnTo>
                    <a:pt x="14228" y="138533"/>
                  </a:lnTo>
                  <a:cubicBezTo>
                    <a:pt x="12950" y="135341"/>
                    <a:pt x="12311" y="131510"/>
                    <a:pt x="12950" y="128318"/>
                  </a:cubicBezTo>
                  <a:lnTo>
                    <a:pt x="16784" y="71501"/>
                  </a:lnTo>
                  <a:cubicBezTo>
                    <a:pt x="16784" y="71501"/>
                    <a:pt x="18062" y="71501"/>
                    <a:pt x="19340" y="72139"/>
                  </a:cubicBezTo>
                  <a:cubicBezTo>
                    <a:pt x="19979" y="72777"/>
                    <a:pt x="22535" y="74054"/>
                    <a:pt x="23174" y="77246"/>
                  </a:cubicBezTo>
                  <a:lnTo>
                    <a:pt x="28286" y="123849"/>
                  </a:lnTo>
                  <a:cubicBezTo>
                    <a:pt x="24452" y="125126"/>
                    <a:pt x="21257" y="127041"/>
                    <a:pt x="19340" y="129595"/>
                  </a:cubicBezTo>
                  <a:cubicBezTo>
                    <a:pt x="18062" y="131510"/>
                    <a:pt x="13589" y="138533"/>
                    <a:pt x="21896" y="147470"/>
                  </a:cubicBezTo>
                  <a:lnTo>
                    <a:pt x="39787" y="169814"/>
                  </a:lnTo>
                  <a:cubicBezTo>
                    <a:pt x="43622" y="174283"/>
                    <a:pt x="48095" y="178113"/>
                    <a:pt x="53206" y="180667"/>
                  </a:cubicBezTo>
                  <a:lnTo>
                    <a:pt x="74293" y="190881"/>
                  </a:lnTo>
                  <a:cubicBezTo>
                    <a:pt x="77488" y="192158"/>
                    <a:pt x="81322" y="190881"/>
                    <a:pt x="82600" y="188327"/>
                  </a:cubicBezTo>
                  <a:cubicBezTo>
                    <a:pt x="83878" y="185774"/>
                    <a:pt x="82600" y="181305"/>
                    <a:pt x="80044" y="180028"/>
                  </a:cubicBezTo>
                  <a:lnTo>
                    <a:pt x="58957" y="169814"/>
                  </a:lnTo>
                  <a:cubicBezTo>
                    <a:pt x="55762" y="167899"/>
                    <a:pt x="52567" y="165984"/>
                    <a:pt x="50011" y="162792"/>
                  </a:cubicBezTo>
                  <a:lnTo>
                    <a:pt x="31481" y="139809"/>
                  </a:lnTo>
                  <a:cubicBezTo>
                    <a:pt x="30842" y="139171"/>
                    <a:pt x="30202" y="137894"/>
                    <a:pt x="30202" y="137894"/>
                  </a:cubicBezTo>
                  <a:cubicBezTo>
                    <a:pt x="32120" y="136617"/>
                    <a:pt x="37232" y="135979"/>
                    <a:pt x="42343" y="137894"/>
                  </a:cubicBezTo>
                  <a:cubicBezTo>
                    <a:pt x="49372" y="141086"/>
                    <a:pt x="56401" y="147470"/>
                    <a:pt x="63430" y="153854"/>
                  </a:cubicBezTo>
                  <a:cubicBezTo>
                    <a:pt x="64708" y="155131"/>
                    <a:pt x="66625" y="155769"/>
                    <a:pt x="67903" y="155769"/>
                  </a:cubicBezTo>
                  <a:cubicBezTo>
                    <a:pt x="67903" y="155769"/>
                    <a:pt x="71098" y="155769"/>
                    <a:pt x="74932" y="156408"/>
                  </a:cubicBezTo>
                  <a:cubicBezTo>
                    <a:pt x="94741" y="158323"/>
                    <a:pt x="111355" y="173006"/>
                    <a:pt x="117106" y="192796"/>
                  </a:cubicBezTo>
                  <a:cubicBezTo>
                    <a:pt x="119662" y="202372"/>
                    <a:pt x="120301" y="207479"/>
                    <a:pt x="120301" y="218971"/>
                  </a:cubicBezTo>
                  <a:cubicBezTo>
                    <a:pt x="120301" y="222801"/>
                    <a:pt x="122857" y="225355"/>
                    <a:pt x="126691" y="225355"/>
                  </a:cubicBezTo>
                  <a:cubicBezTo>
                    <a:pt x="126691" y="225355"/>
                    <a:pt x="126691" y="225355"/>
                    <a:pt x="126691" y="225355"/>
                  </a:cubicBezTo>
                  <a:cubicBezTo>
                    <a:pt x="126691" y="225355"/>
                    <a:pt x="126691" y="225355"/>
                    <a:pt x="126691" y="225355"/>
                  </a:cubicBezTo>
                  <a:cubicBezTo>
                    <a:pt x="130525" y="225355"/>
                    <a:pt x="133081" y="222801"/>
                    <a:pt x="133081" y="218971"/>
                  </a:cubicBezTo>
                  <a:cubicBezTo>
                    <a:pt x="133081" y="207479"/>
                    <a:pt x="133720" y="201734"/>
                    <a:pt x="136276" y="192796"/>
                  </a:cubicBezTo>
                  <a:cubicBezTo>
                    <a:pt x="141388" y="173006"/>
                    <a:pt x="158640" y="158961"/>
                    <a:pt x="178449" y="156408"/>
                  </a:cubicBezTo>
                  <a:cubicBezTo>
                    <a:pt x="182922" y="155769"/>
                    <a:pt x="185478" y="155769"/>
                    <a:pt x="185478" y="155769"/>
                  </a:cubicBezTo>
                  <a:cubicBezTo>
                    <a:pt x="187395" y="155769"/>
                    <a:pt x="188673" y="155131"/>
                    <a:pt x="189951" y="153854"/>
                  </a:cubicBezTo>
                  <a:cubicBezTo>
                    <a:pt x="196980" y="146832"/>
                    <a:pt x="204009" y="141086"/>
                    <a:pt x="211038" y="137894"/>
                  </a:cubicBezTo>
                  <a:cubicBezTo>
                    <a:pt x="215511" y="135341"/>
                    <a:pt x="221262" y="136617"/>
                    <a:pt x="222540" y="137894"/>
                  </a:cubicBezTo>
                  <a:cubicBezTo>
                    <a:pt x="222540" y="138533"/>
                    <a:pt x="221901" y="139171"/>
                    <a:pt x="220623" y="140448"/>
                  </a:cubicBezTo>
                  <a:lnTo>
                    <a:pt x="202731" y="162792"/>
                  </a:lnTo>
                  <a:cubicBezTo>
                    <a:pt x="200175" y="165984"/>
                    <a:pt x="197619" y="167899"/>
                    <a:pt x="193785" y="169814"/>
                  </a:cubicBezTo>
                  <a:lnTo>
                    <a:pt x="172698" y="180028"/>
                  </a:lnTo>
                  <a:cubicBezTo>
                    <a:pt x="169503" y="181305"/>
                    <a:pt x="168225" y="185135"/>
                    <a:pt x="170142" y="188327"/>
                  </a:cubicBezTo>
                  <a:cubicBezTo>
                    <a:pt x="172059" y="191519"/>
                    <a:pt x="175254" y="192796"/>
                    <a:pt x="178449" y="190881"/>
                  </a:cubicBezTo>
                  <a:lnTo>
                    <a:pt x="199536" y="180667"/>
                  </a:lnTo>
                  <a:cubicBezTo>
                    <a:pt x="204648" y="178113"/>
                    <a:pt x="209121" y="174283"/>
                    <a:pt x="212955" y="169814"/>
                  </a:cubicBezTo>
                  <a:lnTo>
                    <a:pt x="230847" y="147470"/>
                  </a:lnTo>
                  <a:cubicBezTo>
                    <a:pt x="239153" y="138533"/>
                    <a:pt x="235320" y="131510"/>
                    <a:pt x="234042" y="129595"/>
                  </a:cubicBezTo>
                  <a:cubicBezTo>
                    <a:pt x="232125" y="127041"/>
                    <a:pt x="228930" y="125126"/>
                    <a:pt x="225096" y="123849"/>
                  </a:cubicBezTo>
                  <a:lnTo>
                    <a:pt x="230208" y="77246"/>
                  </a:lnTo>
                  <a:cubicBezTo>
                    <a:pt x="230847" y="74054"/>
                    <a:pt x="233403" y="72777"/>
                    <a:pt x="234042" y="72139"/>
                  </a:cubicBezTo>
                  <a:cubicBezTo>
                    <a:pt x="235320" y="71501"/>
                    <a:pt x="235959" y="71501"/>
                    <a:pt x="235959" y="71501"/>
                  </a:cubicBezTo>
                  <a:lnTo>
                    <a:pt x="239793" y="128318"/>
                  </a:lnTo>
                  <a:cubicBezTo>
                    <a:pt x="239793" y="131510"/>
                    <a:pt x="239793" y="135341"/>
                    <a:pt x="238515" y="138533"/>
                  </a:cubicBezTo>
                  <a:lnTo>
                    <a:pt x="223179" y="180028"/>
                  </a:lnTo>
                  <a:cubicBezTo>
                    <a:pt x="221262" y="185774"/>
                    <a:pt x="217428" y="190881"/>
                    <a:pt x="212316" y="194711"/>
                  </a:cubicBezTo>
                  <a:lnTo>
                    <a:pt x="175254" y="221524"/>
                  </a:lnTo>
                  <a:cubicBezTo>
                    <a:pt x="166947" y="227908"/>
                    <a:pt x="161835" y="234930"/>
                    <a:pt x="161196" y="243230"/>
                  </a:cubicBezTo>
                  <a:cubicBezTo>
                    <a:pt x="160557" y="246422"/>
                    <a:pt x="163752" y="249614"/>
                    <a:pt x="166947" y="250252"/>
                  </a:cubicBezTo>
                  <a:cubicBezTo>
                    <a:pt x="166947" y="250252"/>
                    <a:pt x="167586" y="250252"/>
                    <a:pt x="167586" y="250252"/>
                  </a:cubicBezTo>
                  <a:cubicBezTo>
                    <a:pt x="170781" y="250252"/>
                    <a:pt x="173337" y="247698"/>
                    <a:pt x="173976" y="244506"/>
                  </a:cubicBezTo>
                  <a:cubicBezTo>
                    <a:pt x="174615" y="240038"/>
                    <a:pt x="177171" y="235569"/>
                    <a:pt x="182922" y="231738"/>
                  </a:cubicBezTo>
                  <a:lnTo>
                    <a:pt x="219984" y="204926"/>
                  </a:lnTo>
                  <a:cubicBezTo>
                    <a:pt x="227013" y="199819"/>
                    <a:pt x="232764" y="192796"/>
                    <a:pt x="235320" y="184497"/>
                  </a:cubicBezTo>
                  <a:lnTo>
                    <a:pt x="250655" y="143001"/>
                  </a:lnTo>
                  <a:cubicBezTo>
                    <a:pt x="251933" y="138533"/>
                    <a:pt x="253211" y="133425"/>
                    <a:pt x="252573" y="127680"/>
                  </a:cubicBezTo>
                  <a:close/>
                  <a:moveTo>
                    <a:pt x="182922" y="143001"/>
                  </a:moveTo>
                  <a:cubicBezTo>
                    <a:pt x="181644" y="143001"/>
                    <a:pt x="179088" y="143001"/>
                    <a:pt x="176532" y="143640"/>
                  </a:cubicBezTo>
                  <a:cubicBezTo>
                    <a:pt x="154167" y="146193"/>
                    <a:pt x="134359" y="160876"/>
                    <a:pt x="126052" y="181944"/>
                  </a:cubicBezTo>
                  <a:cubicBezTo>
                    <a:pt x="117745" y="160876"/>
                    <a:pt x="97936" y="146193"/>
                    <a:pt x="75571" y="143640"/>
                  </a:cubicBezTo>
                  <a:cubicBezTo>
                    <a:pt x="73015" y="143640"/>
                    <a:pt x="71098" y="143001"/>
                    <a:pt x="69181" y="143001"/>
                  </a:cubicBezTo>
                  <a:cubicBezTo>
                    <a:pt x="65986" y="139809"/>
                    <a:pt x="62152" y="136617"/>
                    <a:pt x="58957" y="134064"/>
                  </a:cubicBezTo>
                  <a:lnTo>
                    <a:pt x="58957" y="12768"/>
                  </a:lnTo>
                  <a:lnTo>
                    <a:pt x="180366" y="12768"/>
                  </a:lnTo>
                  <a:cubicBezTo>
                    <a:pt x="186756" y="12768"/>
                    <a:pt x="191868" y="17875"/>
                    <a:pt x="191868" y="24259"/>
                  </a:cubicBezTo>
                  <a:lnTo>
                    <a:pt x="191868" y="134064"/>
                  </a:lnTo>
                  <a:cubicBezTo>
                    <a:pt x="189312" y="137256"/>
                    <a:pt x="186117" y="139809"/>
                    <a:pt x="182922" y="143001"/>
                  </a:cubicBezTo>
                  <a:close/>
                </a:path>
              </a:pathLst>
            </a:custGeom>
            <a:solidFill>
              <a:srgbClr val="007CB0"/>
            </a:solidFill>
            <a:ln w="6390" cap="flat">
              <a:noFill/>
              <a:prstDash val="solid"/>
              <a:miter/>
            </a:ln>
          </p:spPr>
          <p:txBody>
            <a:bodyPr rtlCol="0" anchor="ctr"/>
            <a:lstStyle/>
            <a:p>
              <a:endParaRPr lang="en-US"/>
            </a:p>
          </p:txBody>
        </p:sp>
        <p:sp>
          <p:nvSpPr>
            <p:cNvPr id="867" name="Graphic 4">
              <a:extLst>
                <a:ext uri="{FF2B5EF4-FFF2-40B4-BE49-F238E27FC236}">
                  <a16:creationId xmlns:a16="http://schemas.microsoft.com/office/drawing/2014/main" id="{BC0BAF03-A39E-C54E-BC47-162C131C00C1}"/>
                </a:ext>
              </a:extLst>
            </p:cNvPr>
            <p:cNvSpPr/>
            <p:nvPr/>
          </p:nvSpPr>
          <p:spPr>
            <a:xfrm>
              <a:off x="5843597" y="2981482"/>
              <a:ext cx="99682" cy="99590"/>
            </a:xfrm>
            <a:custGeom>
              <a:avLst/>
              <a:gdLst>
                <a:gd name="connsiteX0" fmla="*/ 49841 w 99682"/>
                <a:gd name="connsiteY0" fmla="*/ 0 h 99590"/>
                <a:gd name="connsiteX1" fmla="*/ 0 w 99682"/>
                <a:gd name="connsiteY1" fmla="*/ 49795 h 99590"/>
                <a:gd name="connsiteX2" fmla="*/ 49841 w 99682"/>
                <a:gd name="connsiteY2" fmla="*/ 99590 h 99590"/>
                <a:gd name="connsiteX3" fmla="*/ 99683 w 99682"/>
                <a:gd name="connsiteY3" fmla="*/ 49795 h 99590"/>
                <a:gd name="connsiteX4" fmla="*/ 49841 w 99682"/>
                <a:gd name="connsiteY4" fmla="*/ 0 h 99590"/>
                <a:gd name="connsiteX5" fmla="*/ 49841 w 99682"/>
                <a:gd name="connsiteY5" fmla="*/ 86184 h 99590"/>
                <a:gd name="connsiteX6" fmla="*/ 42813 w 99682"/>
                <a:gd name="connsiteY6" fmla="*/ 70862 h 99590"/>
                <a:gd name="connsiteX7" fmla="*/ 56231 w 99682"/>
                <a:gd name="connsiteY7" fmla="*/ 70862 h 99590"/>
                <a:gd name="connsiteX8" fmla="*/ 49841 w 99682"/>
                <a:gd name="connsiteY8" fmla="*/ 86184 h 99590"/>
                <a:gd name="connsiteX9" fmla="*/ 40896 w 99682"/>
                <a:gd name="connsiteY9" fmla="*/ 58094 h 99590"/>
                <a:gd name="connsiteX10" fmla="*/ 40257 w 99682"/>
                <a:gd name="connsiteY10" fmla="*/ 49157 h 99590"/>
                <a:gd name="connsiteX11" fmla="*/ 40896 w 99682"/>
                <a:gd name="connsiteY11" fmla="*/ 39581 h 99590"/>
                <a:gd name="connsiteX12" fmla="*/ 58148 w 99682"/>
                <a:gd name="connsiteY12" fmla="*/ 39581 h 99590"/>
                <a:gd name="connsiteX13" fmla="*/ 58788 w 99682"/>
                <a:gd name="connsiteY13" fmla="*/ 49157 h 99590"/>
                <a:gd name="connsiteX14" fmla="*/ 58148 w 99682"/>
                <a:gd name="connsiteY14" fmla="*/ 58094 h 99590"/>
                <a:gd name="connsiteX15" fmla="*/ 40896 w 99682"/>
                <a:gd name="connsiteY15" fmla="*/ 58094 h 99590"/>
                <a:gd name="connsiteX16" fmla="*/ 12780 w 99682"/>
                <a:gd name="connsiteY16" fmla="*/ 49795 h 99590"/>
                <a:gd name="connsiteX17" fmla="*/ 14058 w 99682"/>
                <a:gd name="connsiteY17" fmla="*/ 40219 h 99590"/>
                <a:gd name="connsiteX18" fmla="*/ 28755 w 99682"/>
                <a:gd name="connsiteY18" fmla="*/ 40219 h 99590"/>
                <a:gd name="connsiteX19" fmla="*/ 28116 w 99682"/>
                <a:gd name="connsiteY19" fmla="*/ 49795 h 99590"/>
                <a:gd name="connsiteX20" fmla="*/ 28116 w 99682"/>
                <a:gd name="connsiteY20" fmla="*/ 58733 h 99590"/>
                <a:gd name="connsiteX21" fmla="*/ 13419 w 99682"/>
                <a:gd name="connsiteY21" fmla="*/ 58733 h 99590"/>
                <a:gd name="connsiteX22" fmla="*/ 12780 w 99682"/>
                <a:gd name="connsiteY22" fmla="*/ 49795 h 99590"/>
                <a:gd name="connsiteX23" fmla="*/ 49203 w 99682"/>
                <a:gd name="connsiteY23" fmla="*/ 12768 h 99590"/>
                <a:gd name="connsiteX24" fmla="*/ 49203 w 99682"/>
                <a:gd name="connsiteY24" fmla="*/ 12768 h 99590"/>
                <a:gd name="connsiteX25" fmla="*/ 56231 w 99682"/>
                <a:gd name="connsiteY25" fmla="*/ 27451 h 99590"/>
                <a:gd name="connsiteX26" fmla="*/ 42813 w 99682"/>
                <a:gd name="connsiteY26" fmla="*/ 27451 h 99590"/>
                <a:gd name="connsiteX27" fmla="*/ 49203 w 99682"/>
                <a:gd name="connsiteY27" fmla="*/ 12768 h 99590"/>
                <a:gd name="connsiteX28" fmla="*/ 70928 w 99682"/>
                <a:gd name="connsiteY28" fmla="*/ 40219 h 99590"/>
                <a:gd name="connsiteX29" fmla="*/ 85625 w 99682"/>
                <a:gd name="connsiteY29" fmla="*/ 40219 h 99590"/>
                <a:gd name="connsiteX30" fmla="*/ 86903 w 99682"/>
                <a:gd name="connsiteY30" fmla="*/ 49795 h 99590"/>
                <a:gd name="connsiteX31" fmla="*/ 85625 w 99682"/>
                <a:gd name="connsiteY31" fmla="*/ 58094 h 99590"/>
                <a:gd name="connsiteX32" fmla="*/ 70928 w 99682"/>
                <a:gd name="connsiteY32" fmla="*/ 58094 h 99590"/>
                <a:gd name="connsiteX33" fmla="*/ 70928 w 99682"/>
                <a:gd name="connsiteY33" fmla="*/ 49157 h 99590"/>
                <a:gd name="connsiteX34" fmla="*/ 70928 w 99682"/>
                <a:gd name="connsiteY34" fmla="*/ 40219 h 99590"/>
                <a:gd name="connsiteX35" fmla="*/ 79235 w 99682"/>
                <a:gd name="connsiteY35" fmla="*/ 27451 h 99590"/>
                <a:gd name="connsiteX36" fmla="*/ 69650 w 99682"/>
                <a:gd name="connsiteY36" fmla="*/ 27451 h 99590"/>
                <a:gd name="connsiteX37" fmla="*/ 67094 w 99682"/>
                <a:gd name="connsiteY37" fmla="*/ 17237 h 99590"/>
                <a:gd name="connsiteX38" fmla="*/ 79235 w 99682"/>
                <a:gd name="connsiteY38" fmla="*/ 27451 h 99590"/>
                <a:gd name="connsiteX39" fmla="*/ 33228 w 99682"/>
                <a:gd name="connsiteY39" fmla="*/ 17237 h 99590"/>
                <a:gd name="connsiteX40" fmla="*/ 30672 w 99682"/>
                <a:gd name="connsiteY40" fmla="*/ 27451 h 99590"/>
                <a:gd name="connsiteX41" fmla="*/ 21087 w 99682"/>
                <a:gd name="connsiteY41" fmla="*/ 27451 h 99590"/>
                <a:gd name="connsiteX42" fmla="*/ 33228 w 99682"/>
                <a:gd name="connsiteY42" fmla="*/ 17237 h 99590"/>
                <a:gd name="connsiteX43" fmla="*/ 19170 w 99682"/>
                <a:gd name="connsiteY43" fmla="*/ 70862 h 99590"/>
                <a:gd name="connsiteX44" fmla="*/ 30033 w 99682"/>
                <a:gd name="connsiteY44" fmla="*/ 70862 h 99590"/>
                <a:gd name="connsiteX45" fmla="*/ 33228 w 99682"/>
                <a:gd name="connsiteY45" fmla="*/ 82992 h 99590"/>
                <a:gd name="connsiteX46" fmla="*/ 19170 w 99682"/>
                <a:gd name="connsiteY46" fmla="*/ 70862 h 99590"/>
                <a:gd name="connsiteX47" fmla="*/ 66456 w 99682"/>
                <a:gd name="connsiteY47" fmla="*/ 82992 h 99590"/>
                <a:gd name="connsiteX48" fmla="*/ 69650 w 99682"/>
                <a:gd name="connsiteY48" fmla="*/ 70862 h 99590"/>
                <a:gd name="connsiteX49" fmla="*/ 80513 w 99682"/>
                <a:gd name="connsiteY49" fmla="*/ 70862 h 99590"/>
                <a:gd name="connsiteX50" fmla="*/ 66456 w 99682"/>
                <a:gd name="connsiteY50" fmla="*/ 82992 h 99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99682" h="99590">
                  <a:moveTo>
                    <a:pt x="49841" y="0"/>
                  </a:moveTo>
                  <a:cubicBezTo>
                    <a:pt x="22365" y="0"/>
                    <a:pt x="0" y="22344"/>
                    <a:pt x="0" y="49795"/>
                  </a:cubicBezTo>
                  <a:cubicBezTo>
                    <a:pt x="0" y="77246"/>
                    <a:pt x="22365" y="99590"/>
                    <a:pt x="49841" y="99590"/>
                  </a:cubicBezTo>
                  <a:cubicBezTo>
                    <a:pt x="77318" y="99590"/>
                    <a:pt x="99683" y="77246"/>
                    <a:pt x="99683" y="49795"/>
                  </a:cubicBezTo>
                  <a:cubicBezTo>
                    <a:pt x="99683" y="22344"/>
                    <a:pt x="77318" y="0"/>
                    <a:pt x="49841" y="0"/>
                  </a:cubicBezTo>
                  <a:close/>
                  <a:moveTo>
                    <a:pt x="49841" y="86184"/>
                  </a:moveTo>
                  <a:cubicBezTo>
                    <a:pt x="47925" y="85545"/>
                    <a:pt x="44730" y="80438"/>
                    <a:pt x="42813" y="70862"/>
                  </a:cubicBezTo>
                  <a:lnTo>
                    <a:pt x="56231" y="70862"/>
                  </a:lnTo>
                  <a:cubicBezTo>
                    <a:pt x="54314" y="80438"/>
                    <a:pt x="51119" y="85545"/>
                    <a:pt x="49841" y="86184"/>
                  </a:cubicBezTo>
                  <a:close/>
                  <a:moveTo>
                    <a:pt x="40896" y="58094"/>
                  </a:moveTo>
                  <a:cubicBezTo>
                    <a:pt x="40896" y="55541"/>
                    <a:pt x="40257" y="52349"/>
                    <a:pt x="40257" y="49157"/>
                  </a:cubicBezTo>
                  <a:cubicBezTo>
                    <a:pt x="40257" y="45965"/>
                    <a:pt x="40257" y="42773"/>
                    <a:pt x="40896" y="39581"/>
                  </a:cubicBezTo>
                  <a:lnTo>
                    <a:pt x="58148" y="39581"/>
                  </a:lnTo>
                  <a:cubicBezTo>
                    <a:pt x="58148" y="42773"/>
                    <a:pt x="58788" y="45326"/>
                    <a:pt x="58788" y="49157"/>
                  </a:cubicBezTo>
                  <a:cubicBezTo>
                    <a:pt x="58788" y="52349"/>
                    <a:pt x="58788" y="54902"/>
                    <a:pt x="58148" y="58094"/>
                  </a:cubicBezTo>
                  <a:lnTo>
                    <a:pt x="40896" y="58094"/>
                  </a:lnTo>
                  <a:close/>
                  <a:moveTo>
                    <a:pt x="12780" y="49795"/>
                  </a:moveTo>
                  <a:cubicBezTo>
                    <a:pt x="12780" y="46603"/>
                    <a:pt x="13419" y="43411"/>
                    <a:pt x="14058" y="40219"/>
                  </a:cubicBezTo>
                  <a:lnTo>
                    <a:pt x="28755" y="40219"/>
                  </a:lnTo>
                  <a:cubicBezTo>
                    <a:pt x="28755" y="43411"/>
                    <a:pt x="28116" y="46603"/>
                    <a:pt x="28116" y="49795"/>
                  </a:cubicBezTo>
                  <a:cubicBezTo>
                    <a:pt x="28116" y="52349"/>
                    <a:pt x="28116" y="55541"/>
                    <a:pt x="28116" y="58733"/>
                  </a:cubicBezTo>
                  <a:lnTo>
                    <a:pt x="13419" y="58733"/>
                  </a:lnTo>
                  <a:cubicBezTo>
                    <a:pt x="12780" y="55541"/>
                    <a:pt x="12780" y="52987"/>
                    <a:pt x="12780" y="49795"/>
                  </a:cubicBezTo>
                  <a:close/>
                  <a:moveTo>
                    <a:pt x="49203" y="12768"/>
                  </a:moveTo>
                  <a:cubicBezTo>
                    <a:pt x="49841" y="12768"/>
                    <a:pt x="49841" y="12768"/>
                    <a:pt x="49203" y="12768"/>
                  </a:cubicBezTo>
                  <a:cubicBezTo>
                    <a:pt x="51119" y="13406"/>
                    <a:pt x="53676" y="18514"/>
                    <a:pt x="56231" y="27451"/>
                  </a:cubicBezTo>
                  <a:lnTo>
                    <a:pt x="42813" y="27451"/>
                  </a:lnTo>
                  <a:cubicBezTo>
                    <a:pt x="45368" y="18514"/>
                    <a:pt x="47925" y="14045"/>
                    <a:pt x="49203" y="12768"/>
                  </a:cubicBezTo>
                  <a:close/>
                  <a:moveTo>
                    <a:pt x="70928" y="40219"/>
                  </a:moveTo>
                  <a:lnTo>
                    <a:pt x="85625" y="40219"/>
                  </a:lnTo>
                  <a:cubicBezTo>
                    <a:pt x="86264" y="43411"/>
                    <a:pt x="86903" y="46603"/>
                    <a:pt x="86903" y="49795"/>
                  </a:cubicBezTo>
                  <a:cubicBezTo>
                    <a:pt x="86903" y="52349"/>
                    <a:pt x="86264" y="55541"/>
                    <a:pt x="85625" y="58094"/>
                  </a:cubicBezTo>
                  <a:lnTo>
                    <a:pt x="70928" y="58094"/>
                  </a:lnTo>
                  <a:cubicBezTo>
                    <a:pt x="70928" y="55541"/>
                    <a:pt x="70928" y="52349"/>
                    <a:pt x="70928" y="49157"/>
                  </a:cubicBezTo>
                  <a:cubicBezTo>
                    <a:pt x="71567" y="46603"/>
                    <a:pt x="71567" y="43411"/>
                    <a:pt x="70928" y="40219"/>
                  </a:cubicBezTo>
                  <a:close/>
                  <a:moveTo>
                    <a:pt x="79235" y="27451"/>
                  </a:moveTo>
                  <a:lnTo>
                    <a:pt x="69650" y="27451"/>
                  </a:lnTo>
                  <a:cubicBezTo>
                    <a:pt x="69011" y="23621"/>
                    <a:pt x="67733" y="20429"/>
                    <a:pt x="67094" y="17237"/>
                  </a:cubicBezTo>
                  <a:cubicBezTo>
                    <a:pt x="71567" y="19790"/>
                    <a:pt x="76040" y="22982"/>
                    <a:pt x="79235" y="27451"/>
                  </a:cubicBezTo>
                  <a:close/>
                  <a:moveTo>
                    <a:pt x="33228" y="17237"/>
                  </a:moveTo>
                  <a:cubicBezTo>
                    <a:pt x="31950" y="20429"/>
                    <a:pt x="31311" y="24259"/>
                    <a:pt x="30672" y="27451"/>
                  </a:cubicBezTo>
                  <a:lnTo>
                    <a:pt x="21087" y="27451"/>
                  </a:lnTo>
                  <a:cubicBezTo>
                    <a:pt x="23643" y="22982"/>
                    <a:pt x="28116" y="19790"/>
                    <a:pt x="33228" y="17237"/>
                  </a:cubicBezTo>
                  <a:close/>
                  <a:moveTo>
                    <a:pt x="19170" y="70862"/>
                  </a:moveTo>
                  <a:lnTo>
                    <a:pt x="30033" y="70862"/>
                  </a:lnTo>
                  <a:cubicBezTo>
                    <a:pt x="30672" y="75331"/>
                    <a:pt x="31950" y="79161"/>
                    <a:pt x="33228" y="82992"/>
                  </a:cubicBezTo>
                  <a:cubicBezTo>
                    <a:pt x="27477" y="80438"/>
                    <a:pt x="23004" y="75969"/>
                    <a:pt x="19170" y="70862"/>
                  </a:cubicBezTo>
                  <a:close/>
                  <a:moveTo>
                    <a:pt x="66456" y="82992"/>
                  </a:moveTo>
                  <a:cubicBezTo>
                    <a:pt x="67733" y="79161"/>
                    <a:pt x="69011" y="75331"/>
                    <a:pt x="69650" y="70862"/>
                  </a:cubicBezTo>
                  <a:lnTo>
                    <a:pt x="80513" y="70862"/>
                  </a:lnTo>
                  <a:cubicBezTo>
                    <a:pt x="76679" y="75969"/>
                    <a:pt x="71567" y="80438"/>
                    <a:pt x="66456" y="82992"/>
                  </a:cubicBezTo>
                  <a:close/>
                </a:path>
              </a:pathLst>
            </a:custGeom>
            <a:solidFill>
              <a:srgbClr val="007CB0"/>
            </a:solidFill>
            <a:ln w="6390" cap="flat">
              <a:noFill/>
              <a:prstDash val="solid"/>
              <a:miter/>
            </a:ln>
          </p:spPr>
          <p:txBody>
            <a:bodyPr rtlCol="0" anchor="ctr"/>
            <a:lstStyle/>
            <a:p>
              <a:endParaRPr lang="en-US"/>
            </a:p>
          </p:txBody>
        </p:sp>
      </p:grpSp>
      <p:grpSp>
        <p:nvGrpSpPr>
          <p:cNvPr id="868" name="Graphic 4">
            <a:extLst>
              <a:ext uri="{FF2B5EF4-FFF2-40B4-BE49-F238E27FC236}">
                <a16:creationId xmlns:a16="http://schemas.microsoft.com/office/drawing/2014/main" id="{C3588A11-BC29-D840-A415-D85DD506F153}"/>
              </a:ext>
            </a:extLst>
          </p:cNvPr>
          <p:cNvGrpSpPr/>
          <p:nvPr/>
        </p:nvGrpSpPr>
        <p:grpSpPr>
          <a:xfrm>
            <a:off x="4661459" y="3339623"/>
            <a:ext cx="361674" cy="361333"/>
            <a:chOff x="4661459" y="3339623"/>
            <a:chExt cx="361674" cy="361333"/>
          </a:xfrm>
          <a:solidFill>
            <a:srgbClr val="007CB0"/>
          </a:solidFill>
        </p:grpSpPr>
        <p:sp>
          <p:nvSpPr>
            <p:cNvPr id="869" name="Graphic 4">
              <a:extLst>
                <a:ext uri="{FF2B5EF4-FFF2-40B4-BE49-F238E27FC236}">
                  <a16:creationId xmlns:a16="http://schemas.microsoft.com/office/drawing/2014/main" id="{F0FBD191-728E-F649-81D3-F6447040D2CB}"/>
                </a:ext>
              </a:extLst>
            </p:cNvPr>
            <p:cNvSpPr/>
            <p:nvPr/>
          </p:nvSpPr>
          <p:spPr>
            <a:xfrm>
              <a:off x="4661459" y="333962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6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1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9530"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870" name="Graphic 4">
              <a:extLst>
                <a:ext uri="{FF2B5EF4-FFF2-40B4-BE49-F238E27FC236}">
                  <a16:creationId xmlns:a16="http://schemas.microsoft.com/office/drawing/2014/main" id="{031FEEF0-20B0-1D41-9F1C-C70F7A45E426}"/>
                </a:ext>
              </a:extLst>
            </p:cNvPr>
            <p:cNvSpPr/>
            <p:nvPr/>
          </p:nvSpPr>
          <p:spPr>
            <a:xfrm>
              <a:off x="4750279" y="3409847"/>
              <a:ext cx="154636" cy="205564"/>
            </a:xfrm>
            <a:custGeom>
              <a:avLst/>
              <a:gdLst>
                <a:gd name="connsiteX0" fmla="*/ 97127 w 154636"/>
                <a:gd name="connsiteY0" fmla="*/ 192796 h 205564"/>
                <a:gd name="connsiteX1" fmla="*/ 12780 w 154636"/>
                <a:gd name="connsiteY1" fmla="*/ 192796 h 205564"/>
                <a:gd name="connsiteX2" fmla="*/ 12780 w 154636"/>
                <a:gd name="connsiteY2" fmla="*/ 12768 h 205564"/>
                <a:gd name="connsiteX3" fmla="*/ 130354 w 154636"/>
                <a:gd name="connsiteY3" fmla="*/ 12768 h 205564"/>
                <a:gd name="connsiteX4" fmla="*/ 141856 w 154636"/>
                <a:gd name="connsiteY4" fmla="*/ 24259 h 205564"/>
                <a:gd name="connsiteX5" fmla="*/ 141856 w 154636"/>
                <a:gd name="connsiteY5" fmla="*/ 138533 h 205564"/>
                <a:gd name="connsiteX6" fmla="*/ 148246 w 154636"/>
                <a:gd name="connsiteY6" fmla="*/ 144916 h 205564"/>
                <a:gd name="connsiteX7" fmla="*/ 154636 w 154636"/>
                <a:gd name="connsiteY7" fmla="*/ 138533 h 205564"/>
                <a:gd name="connsiteX8" fmla="*/ 154636 w 154636"/>
                <a:gd name="connsiteY8" fmla="*/ 24259 h 205564"/>
                <a:gd name="connsiteX9" fmla="*/ 130354 w 154636"/>
                <a:gd name="connsiteY9" fmla="*/ 0 h 205564"/>
                <a:gd name="connsiteX10" fmla="*/ 6390 w 154636"/>
                <a:gd name="connsiteY10" fmla="*/ 0 h 205564"/>
                <a:gd name="connsiteX11" fmla="*/ 0 w 154636"/>
                <a:gd name="connsiteY11" fmla="*/ 6384 h 205564"/>
                <a:gd name="connsiteX12" fmla="*/ 0 w 154636"/>
                <a:gd name="connsiteY12" fmla="*/ 199180 h 205564"/>
                <a:gd name="connsiteX13" fmla="*/ 6390 w 154636"/>
                <a:gd name="connsiteY13" fmla="*/ 205564 h 205564"/>
                <a:gd name="connsiteX14" fmla="*/ 97127 w 154636"/>
                <a:gd name="connsiteY14" fmla="*/ 205564 h 205564"/>
                <a:gd name="connsiteX15" fmla="*/ 103517 w 154636"/>
                <a:gd name="connsiteY15" fmla="*/ 199180 h 205564"/>
                <a:gd name="connsiteX16" fmla="*/ 97127 w 154636"/>
                <a:gd name="connsiteY16" fmla="*/ 192796 h 205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4636" h="205564">
                  <a:moveTo>
                    <a:pt x="97127" y="192796"/>
                  </a:moveTo>
                  <a:lnTo>
                    <a:pt x="12780" y="192796"/>
                  </a:lnTo>
                  <a:lnTo>
                    <a:pt x="12780" y="12768"/>
                  </a:lnTo>
                  <a:lnTo>
                    <a:pt x="130354" y="12768"/>
                  </a:lnTo>
                  <a:cubicBezTo>
                    <a:pt x="136744" y="12768"/>
                    <a:pt x="141856" y="17875"/>
                    <a:pt x="141856" y="24259"/>
                  </a:cubicBezTo>
                  <a:lnTo>
                    <a:pt x="141856" y="138533"/>
                  </a:lnTo>
                  <a:cubicBezTo>
                    <a:pt x="141856" y="142363"/>
                    <a:pt x="144412" y="144916"/>
                    <a:pt x="148246" y="144916"/>
                  </a:cubicBezTo>
                  <a:cubicBezTo>
                    <a:pt x="152080" y="144916"/>
                    <a:pt x="154636" y="142363"/>
                    <a:pt x="154636" y="138533"/>
                  </a:cubicBezTo>
                  <a:lnTo>
                    <a:pt x="154636" y="24259"/>
                  </a:lnTo>
                  <a:cubicBezTo>
                    <a:pt x="154636" y="10853"/>
                    <a:pt x="143774" y="0"/>
                    <a:pt x="130354" y="0"/>
                  </a:cubicBezTo>
                  <a:lnTo>
                    <a:pt x="6390" y="0"/>
                  </a:lnTo>
                  <a:cubicBezTo>
                    <a:pt x="2556" y="0"/>
                    <a:pt x="0" y="2554"/>
                    <a:pt x="0" y="6384"/>
                  </a:cubicBezTo>
                  <a:lnTo>
                    <a:pt x="0" y="199180"/>
                  </a:lnTo>
                  <a:cubicBezTo>
                    <a:pt x="0" y="203011"/>
                    <a:pt x="2556" y="205564"/>
                    <a:pt x="6390" y="205564"/>
                  </a:cubicBezTo>
                  <a:lnTo>
                    <a:pt x="97127" y="205564"/>
                  </a:lnTo>
                  <a:cubicBezTo>
                    <a:pt x="100961" y="205564"/>
                    <a:pt x="103517" y="203011"/>
                    <a:pt x="103517" y="199180"/>
                  </a:cubicBezTo>
                  <a:cubicBezTo>
                    <a:pt x="103517" y="195350"/>
                    <a:pt x="100961" y="192796"/>
                    <a:pt x="97127" y="192796"/>
                  </a:cubicBezTo>
                  <a:close/>
                </a:path>
              </a:pathLst>
            </a:custGeom>
            <a:solidFill>
              <a:srgbClr val="007CB0"/>
            </a:solidFill>
            <a:ln w="6390" cap="flat">
              <a:noFill/>
              <a:prstDash val="solid"/>
              <a:miter/>
            </a:ln>
          </p:spPr>
          <p:txBody>
            <a:bodyPr rtlCol="0" anchor="ctr"/>
            <a:lstStyle/>
            <a:p>
              <a:endParaRPr lang="en-US"/>
            </a:p>
          </p:txBody>
        </p:sp>
        <p:sp>
          <p:nvSpPr>
            <p:cNvPr id="871" name="Graphic 4">
              <a:extLst>
                <a:ext uri="{FF2B5EF4-FFF2-40B4-BE49-F238E27FC236}">
                  <a16:creationId xmlns:a16="http://schemas.microsoft.com/office/drawing/2014/main" id="{42CDC96F-9E88-EA49-84A6-E96278A8CCDC}"/>
                </a:ext>
              </a:extLst>
            </p:cNvPr>
            <p:cNvSpPr/>
            <p:nvPr/>
          </p:nvSpPr>
          <p:spPr>
            <a:xfrm>
              <a:off x="4773921" y="3443044"/>
              <a:ext cx="108628" cy="12767"/>
            </a:xfrm>
            <a:custGeom>
              <a:avLst/>
              <a:gdLst>
                <a:gd name="connsiteX0" fmla="*/ 108629 w 108628"/>
                <a:gd name="connsiteY0" fmla="*/ 6384 h 12767"/>
                <a:gd name="connsiteX1" fmla="*/ 102239 w 108628"/>
                <a:gd name="connsiteY1" fmla="*/ 0 h 12767"/>
                <a:gd name="connsiteX2" fmla="*/ 6390 w 108628"/>
                <a:gd name="connsiteY2" fmla="*/ 0 h 12767"/>
                <a:gd name="connsiteX3" fmla="*/ 0 w 108628"/>
                <a:gd name="connsiteY3" fmla="*/ 6384 h 12767"/>
                <a:gd name="connsiteX4" fmla="*/ 6390 w 108628"/>
                <a:gd name="connsiteY4" fmla="*/ 12768 h 12767"/>
                <a:gd name="connsiteX5" fmla="*/ 102239 w 108628"/>
                <a:gd name="connsiteY5" fmla="*/ 12768 h 12767"/>
                <a:gd name="connsiteX6" fmla="*/ 108629 w 108628"/>
                <a:gd name="connsiteY6" fmla="*/ 638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628" h="12767">
                  <a:moveTo>
                    <a:pt x="108629" y="6384"/>
                  </a:moveTo>
                  <a:cubicBezTo>
                    <a:pt x="108629" y="2553"/>
                    <a:pt x="106073" y="0"/>
                    <a:pt x="102239" y="0"/>
                  </a:cubicBezTo>
                  <a:lnTo>
                    <a:pt x="6390" y="0"/>
                  </a:lnTo>
                  <a:cubicBezTo>
                    <a:pt x="2556" y="0"/>
                    <a:pt x="0" y="2553"/>
                    <a:pt x="0" y="6384"/>
                  </a:cubicBezTo>
                  <a:cubicBezTo>
                    <a:pt x="0" y="10214"/>
                    <a:pt x="2556" y="12768"/>
                    <a:pt x="6390" y="12768"/>
                  </a:cubicBezTo>
                  <a:lnTo>
                    <a:pt x="102239" y="12768"/>
                  </a:lnTo>
                  <a:cubicBezTo>
                    <a:pt x="105434" y="12768"/>
                    <a:pt x="108629" y="9576"/>
                    <a:pt x="108629" y="6384"/>
                  </a:cubicBezTo>
                  <a:close/>
                </a:path>
              </a:pathLst>
            </a:custGeom>
            <a:solidFill>
              <a:srgbClr val="007CB0"/>
            </a:solidFill>
            <a:ln w="6390" cap="flat">
              <a:noFill/>
              <a:prstDash val="solid"/>
              <a:miter/>
            </a:ln>
          </p:spPr>
          <p:txBody>
            <a:bodyPr rtlCol="0" anchor="ctr"/>
            <a:lstStyle/>
            <a:p>
              <a:endParaRPr lang="en-US"/>
            </a:p>
          </p:txBody>
        </p:sp>
        <p:sp>
          <p:nvSpPr>
            <p:cNvPr id="872" name="Graphic 4">
              <a:extLst>
                <a:ext uri="{FF2B5EF4-FFF2-40B4-BE49-F238E27FC236}">
                  <a16:creationId xmlns:a16="http://schemas.microsoft.com/office/drawing/2014/main" id="{FF6183BD-B0E9-A144-BBCE-9871A669E629}"/>
                </a:ext>
              </a:extLst>
            </p:cNvPr>
            <p:cNvSpPr/>
            <p:nvPr/>
          </p:nvSpPr>
          <p:spPr>
            <a:xfrm>
              <a:off x="4773921" y="3573277"/>
              <a:ext cx="80513" cy="12767"/>
            </a:xfrm>
            <a:custGeom>
              <a:avLst/>
              <a:gdLst>
                <a:gd name="connsiteX0" fmla="*/ 74124 w 80513"/>
                <a:gd name="connsiteY0" fmla="*/ 0 h 12767"/>
                <a:gd name="connsiteX1" fmla="*/ 6390 w 80513"/>
                <a:gd name="connsiteY1" fmla="*/ 0 h 12767"/>
                <a:gd name="connsiteX2" fmla="*/ 0 w 80513"/>
                <a:gd name="connsiteY2" fmla="*/ 6384 h 12767"/>
                <a:gd name="connsiteX3" fmla="*/ 6390 w 80513"/>
                <a:gd name="connsiteY3" fmla="*/ 12768 h 12767"/>
                <a:gd name="connsiteX4" fmla="*/ 74124 w 80513"/>
                <a:gd name="connsiteY4" fmla="*/ 12768 h 12767"/>
                <a:gd name="connsiteX5" fmla="*/ 80513 w 80513"/>
                <a:gd name="connsiteY5" fmla="*/ 6384 h 12767"/>
                <a:gd name="connsiteX6" fmla="*/ 74124 w 80513"/>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513" h="12767">
                  <a:moveTo>
                    <a:pt x="74124" y="0"/>
                  </a:moveTo>
                  <a:lnTo>
                    <a:pt x="6390" y="0"/>
                  </a:lnTo>
                  <a:cubicBezTo>
                    <a:pt x="2556" y="0"/>
                    <a:pt x="0" y="2554"/>
                    <a:pt x="0" y="6384"/>
                  </a:cubicBezTo>
                  <a:cubicBezTo>
                    <a:pt x="0" y="10215"/>
                    <a:pt x="2556" y="12768"/>
                    <a:pt x="6390" y="12768"/>
                  </a:cubicBezTo>
                  <a:lnTo>
                    <a:pt x="74124" y="12768"/>
                  </a:lnTo>
                  <a:cubicBezTo>
                    <a:pt x="77957" y="12768"/>
                    <a:pt x="80513" y="10215"/>
                    <a:pt x="80513" y="6384"/>
                  </a:cubicBezTo>
                  <a:cubicBezTo>
                    <a:pt x="80513" y="2554"/>
                    <a:pt x="77318" y="0"/>
                    <a:pt x="74124" y="0"/>
                  </a:cubicBezTo>
                  <a:close/>
                </a:path>
              </a:pathLst>
            </a:custGeom>
            <a:solidFill>
              <a:srgbClr val="007CB0"/>
            </a:solidFill>
            <a:ln w="6390" cap="flat">
              <a:noFill/>
              <a:prstDash val="solid"/>
              <a:miter/>
            </a:ln>
          </p:spPr>
          <p:txBody>
            <a:bodyPr rtlCol="0" anchor="ctr"/>
            <a:lstStyle/>
            <a:p>
              <a:endParaRPr lang="en-US"/>
            </a:p>
          </p:txBody>
        </p:sp>
        <p:sp>
          <p:nvSpPr>
            <p:cNvPr id="873" name="Graphic 4">
              <a:extLst>
                <a:ext uri="{FF2B5EF4-FFF2-40B4-BE49-F238E27FC236}">
                  <a16:creationId xmlns:a16="http://schemas.microsoft.com/office/drawing/2014/main" id="{5DF84915-B0CB-2A42-AB6E-12493C1FAC0B}"/>
                </a:ext>
              </a:extLst>
            </p:cNvPr>
            <p:cNvSpPr/>
            <p:nvPr/>
          </p:nvSpPr>
          <p:spPr>
            <a:xfrm>
              <a:off x="4860186" y="3559871"/>
              <a:ext cx="77957" cy="91929"/>
            </a:xfrm>
            <a:custGeom>
              <a:avLst/>
              <a:gdLst>
                <a:gd name="connsiteX0" fmla="*/ 70929 w 77957"/>
                <a:gd name="connsiteY0" fmla="*/ 12130 h 91929"/>
                <a:gd name="connsiteX1" fmla="*/ 55593 w 77957"/>
                <a:gd name="connsiteY1" fmla="*/ 9576 h 91929"/>
                <a:gd name="connsiteX2" fmla="*/ 43452 w 77957"/>
                <a:gd name="connsiteY2" fmla="*/ 1915 h 91929"/>
                <a:gd name="connsiteX3" fmla="*/ 38979 w 77957"/>
                <a:gd name="connsiteY3" fmla="*/ 0 h 91929"/>
                <a:gd name="connsiteX4" fmla="*/ 34506 w 77957"/>
                <a:gd name="connsiteY4" fmla="*/ 1915 h 91929"/>
                <a:gd name="connsiteX5" fmla="*/ 21726 w 77957"/>
                <a:gd name="connsiteY5" fmla="*/ 10214 h 91929"/>
                <a:gd name="connsiteX6" fmla="*/ 7029 w 77957"/>
                <a:gd name="connsiteY6" fmla="*/ 12130 h 91929"/>
                <a:gd name="connsiteX7" fmla="*/ 1917 w 77957"/>
                <a:gd name="connsiteY7" fmla="*/ 14045 h 91929"/>
                <a:gd name="connsiteX8" fmla="*/ 0 w 77957"/>
                <a:gd name="connsiteY8" fmla="*/ 19152 h 91929"/>
                <a:gd name="connsiteX9" fmla="*/ 639 w 77957"/>
                <a:gd name="connsiteY9" fmla="*/ 42773 h 91929"/>
                <a:gd name="connsiteX10" fmla="*/ 15336 w 77957"/>
                <a:gd name="connsiteY10" fmla="*/ 76608 h 91929"/>
                <a:gd name="connsiteX11" fmla="*/ 15975 w 77957"/>
                <a:gd name="connsiteY11" fmla="*/ 77246 h 91929"/>
                <a:gd name="connsiteX12" fmla="*/ 37701 w 77957"/>
                <a:gd name="connsiteY12" fmla="*/ 91291 h 91929"/>
                <a:gd name="connsiteX13" fmla="*/ 40257 w 77957"/>
                <a:gd name="connsiteY13" fmla="*/ 91930 h 91929"/>
                <a:gd name="connsiteX14" fmla="*/ 42813 w 77957"/>
                <a:gd name="connsiteY14" fmla="*/ 91291 h 91929"/>
                <a:gd name="connsiteX15" fmla="*/ 62622 w 77957"/>
                <a:gd name="connsiteY15" fmla="*/ 77246 h 91929"/>
                <a:gd name="connsiteX16" fmla="*/ 65817 w 77957"/>
                <a:gd name="connsiteY16" fmla="*/ 74054 h 91929"/>
                <a:gd name="connsiteX17" fmla="*/ 77957 w 77957"/>
                <a:gd name="connsiteY17" fmla="*/ 42134 h 91929"/>
                <a:gd name="connsiteX18" fmla="*/ 77957 w 77957"/>
                <a:gd name="connsiteY18" fmla="*/ 18514 h 91929"/>
                <a:gd name="connsiteX19" fmla="*/ 76040 w 77957"/>
                <a:gd name="connsiteY19" fmla="*/ 14045 h 91929"/>
                <a:gd name="connsiteX20" fmla="*/ 70929 w 77957"/>
                <a:gd name="connsiteY20" fmla="*/ 12130 h 91929"/>
                <a:gd name="connsiteX21" fmla="*/ 65177 w 77957"/>
                <a:gd name="connsiteY21" fmla="*/ 41496 h 91929"/>
                <a:gd name="connsiteX22" fmla="*/ 56232 w 77957"/>
                <a:gd name="connsiteY22" fmla="*/ 65117 h 91929"/>
                <a:gd name="connsiteX23" fmla="*/ 53676 w 77957"/>
                <a:gd name="connsiteY23" fmla="*/ 67670 h 91929"/>
                <a:gd name="connsiteX24" fmla="*/ 39618 w 77957"/>
                <a:gd name="connsiteY24" fmla="*/ 77885 h 91929"/>
                <a:gd name="connsiteX25" fmla="*/ 24282 w 77957"/>
                <a:gd name="connsiteY25" fmla="*/ 67032 h 91929"/>
                <a:gd name="connsiteX26" fmla="*/ 19809 w 77957"/>
                <a:gd name="connsiteY26" fmla="*/ 71501 h 91929"/>
                <a:gd name="connsiteX27" fmla="*/ 23643 w 77957"/>
                <a:gd name="connsiteY27" fmla="*/ 66394 h 91929"/>
                <a:gd name="connsiteX28" fmla="*/ 12780 w 77957"/>
                <a:gd name="connsiteY28" fmla="*/ 41496 h 91929"/>
                <a:gd name="connsiteX29" fmla="*/ 12780 w 77957"/>
                <a:gd name="connsiteY29" fmla="*/ 24259 h 91929"/>
                <a:gd name="connsiteX30" fmla="*/ 26199 w 77957"/>
                <a:gd name="connsiteY30" fmla="*/ 21706 h 91929"/>
                <a:gd name="connsiteX31" fmla="*/ 38979 w 77957"/>
                <a:gd name="connsiteY31" fmla="*/ 14045 h 91929"/>
                <a:gd name="connsiteX32" fmla="*/ 50481 w 77957"/>
                <a:gd name="connsiteY32" fmla="*/ 20429 h 91929"/>
                <a:gd name="connsiteX33" fmla="*/ 64539 w 77957"/>
                <a:gd name="connsiteY33" fmla="*/ 23621 h 91929"/>
                <a:gd name="connsiteX34" fmla="*/ 64539 w 77957"/>
                <a:gd name="connsiteY34" fmla="*/ 41496 h 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7957" h="91929">
                  <a:moveTo>
                    <a:pt x="70929" y="12130"/>
                  </a:moveTo>
                  <a:cubicBezTo>
                    <a:pt x="65817" y="12130"/>
                    <a:pt x="60704" y="11491"/>
                    <a:pt x="55593" y="9576"/>
                  </a:cubicBezTo>
                  <a:cubicBezTo>
                    <a:pt x="51119" y="7661"/>
                    <a:pt x="47286" y="5107"/>
                    <a:pt x="43452" y="1915"/>
                  </a:cubicBezTo>
                  <a:cubicBezTo>
                    <a:pt x="42174" y="638"/>
                    <a:pt x="40257" y="0"/>
                    <a:pt x="38979" y="0"/>
                  </a:cubicBezTo>
                  <a:cubicBezTo>
                    <a:pt x="37062" y="0"/>
                    <a:pt x="35784" y="638"/>
                    <a:pt x="34506" y="1915"/>
                  </a:cubicBezTo>
                  <a:cubicBezTo>
                    <a:pt x="31950" y="4469"/>
                    <a:pt x="28116" y="8299"/>
                    <a:pt x="21726" y="10214"/>
                  </a:cubicBezTo>
                  <a:cubicBezTo>
                    <a:pt x="15975" y="12130"/>
                    <a:pt x="10224" y="12768"/>
                    <a:pt x="7029" y="12130"/>
                  </a:cubicBezTo>
                  <a:cubicBezTo>
                    <a:pt x="5112" y="12130"/>
                    <a:pt x="3195" y="12768"/>
                    <a:pt x="1917" y="14045"/>
                  </a:cubicBezTo>
                  <a:cubicBezTo>
                    <a:pt x="639" y="15322"/>
                    <a:pt x="0" y="17237"/>
                    <a:pt x="0" y="19152"/>
                  </a:cubicBezTo>
                  <a:lnTo>
                    <a:pt x="639" y="42773"/>
                  </a:lnTo>
                  <a:cubicBezTo>
                    <a:pt x="639" y="55541"/>
                    <a:pt x="6390" y="68309"/>
                    <a:pt x="15336" y="76608"/>
                  </a:cubicBezTo>
                  <a:cubicBezTo>
                    <a:pt x="15336" y="76608"/>
                    <a:pt x="15975" y="77246"/>
                    <a:pt x="15975" y="77246"/>
                  </a:cubicBezTo>
                  <a:cubicBezTo>
                    <a:pt x="22365" y="82992"/>
                    <a:pt x="29394" y="88099"/>
                    <a:pt x="37701" y="91291"/>
                  </a:cubicBezTo>
                  <a:cubicBezTo>
                    <a:pt x="38340" y="91930"/>
                    <a:pt x="39618" y="91930"/>
                    <a:pt x="40257" y="91930"/>
                  </a:cubicBezTo>
                  <a:cubicBezTo>
                    <a:pt x="41535" y="91930"/>
                    <a:pt x="42174" y="91930"/>
                    <a:pt x="42813" y="91291"/>
                  </a:cubicBezTo>
                  <a:cubicBezTo>
                    <a:pt x="50481" y="87461"/>
                    <a:pt x="56871" y="82992"/>
                    <a:pt x="62622" y="77246"/>
                  </a:cubicBezTo>
                  <a:cubicBezTo>
                    <a:pt x="63899" y="75970"/>
                    <a:pt x="64539" y="75331"/>
                    <a:pt x="65817" y="74054"/>
                  </a:cubicBezTo>
                  <a:cubicBezTo>
                    <a:pt x="73484" y="65117"/>
                    <a:pt x="77957" y="54264"/>
                    <a:pt x="77957" y="42134"/>
                  </a:cubicBezTo>
                  <a:lnTo>
                    <a:pt x="77957" y="18514"/>
                  </a:lnTo>
                  <a:cubicBezTo>
                    <a:pt x="77957" y="16598"/>
                    <a:pt x="77318" y="15322"/>
                    <a:pt x="76040" y="14045"/>
                  </a:cubicBezTo>
                  <a:cubicBezTo>
                    <a:pt x="74124" y="12768"/>
                    <a:pt x="72845" y="12130"/>
                    <a:pt x="70929" y="12130"/>
                  </a:cubicBezTo>
                  <a:close/>
                  <a:moveTo>
                    <a:pt x="65177" y="41496"/>
                  </a:moveTo>
                  <a:cubicBezTo>
                    <a:pt x="65177" y="50434"/>
                    <a:pt x="61982" y="58733"/>
                    <a:pt x="56232" y="65117"/>
                  </a:cubicBezTo>
                  <a:cubicBezTo>
                    <a:pt x="55593" y="65755"/>
                    <a:pt x="54954" y="67032"/>
                    <a:pt x="53676" y="67670"/>
                  </a:cubicBezTo>
                  <a:cubicBezTo>
                    <a:pt x="49203" y="72139"/>
                    <a:pt x="44730" y="75331"/>
                    <a:pt x="39618" y="77885"/>
                  </a:cubicBezTo>
                  <a:cubicBezTo>
                    <a:pt x="33867" y="75331"/>
                    <a:pt x="28755" y="71501"/>
                    <a:pt x="24282" y="67032"/>
                  </a:cubicBezTo>
                  <a:lnTo>
                    <a:pt x="19809" y="71501"/>
                  </a:lnTo>
                  <a:lnTo>
                    <a:pt x="23643" y="66394"/>
                  </a:lnTo>
                  <a:cubicBezTo>
                    <a:pt x="17253" y="60010"/>
                    <a:pt x="12780" y="51072"/>
                    <a:pt x="12780" y="41496"/>
                  </a:cubicBezTo>
                  <a:lnTo>
                    <a:pt x="12780" y="24259"/>
                  </a:lnTo>
                  <a:cubicBezTo>
                    <a:pt x="17253" y="24259"/>
                    <a:pt x="21726" y="22982"/>
                    <a:pt x="26199" y="21706"/>
                  </a:cubicBezTo>
                  <a:cubicBezTo>
                    <a:pt x="31950" y="19790"/>
                    <a:pt x="35784" y="16598"/>
                    <a:pt x="38979" y="14045"/>
                  </a:cubicBezTo>
                  <a:cubicBezTo>
                    <a:pt x="42813" y="16598"/>
                    <a:pt x="46647" y="19152"/>
                    <a:pt x="50481" y="20429"/>
                  </a:cubicBezTo>
                  <a:cubicBezTo>
                    <a:pt x="54954" y="22344"/>
                    <a:pt x="59427" y="23621"/>
                    <a:pt x="64539" y="23621"/>
                  </a:cubicBezTo>
                  <a:lnTo>
                    <a:pt x="64539" y="41496"/>
                  </a:lnTo>
                  <a:close/>
                </a:path>
              </a:pathLst>
            </a:custGeom>
            <a:solidFill>
              <a:srgbClr val="007CB0"/>
            </a:solidFill>
            <a:ln w="6390" cap="flat">
              <a:noFill/>
              <a:prstDash val="solid"/>
              <a:miter/>
            </a:ln>
          </p:spPr>
          <p:txBody>
            <a:bodyPr rtlCol="0" anchor="ctr"/>
            <a:lstStyle/>
            <a:p>
              <a:endParaRPr lang="en-US"/>
            </a:p>
          </p:txBody>
        </p:sp>
        <p:sp>
          <p:nvSpPr>
            <p:cNvPr id="874" name="Graphic 4">
              <a:extLst>
                <a:ext uri="{FF2B5EF4-FFF2-40B4-BE49-F238E27FC236}">
                  <a16:creationId xmlns:a16="http://schemas.microsoft.com/office/drawing/2014/main" id="{0DF1C9AB-FF17-E340-AE35-90152993520F}"/>
                </a:ext>
              </a:extLst>
            </p:cNvPr>
            <p:cNvSpPr/>
            <p:nvPr/>
          </p:nvSpPr>
          <p:spPr>
            <a:xfrm>
              <a:off x="4880953" y="3591152"/>
              <a:ext cx="36422" cy="31919"/>
            </a:xfrm>
            <a:custGeom>
              <a:avLst/>
              <a:gdLst>
                <a:gd name="connsiteX0" fmla="*/ 20767 w 36422"/>
                <a:gd name="connsiteY0" fmla="*/ 2553 h 31919"/>
                <a:gd name="connsiteX1" fmla="*/ 18211 w 36422"/>
                <a:gd name="connsiteY1" fmla="*/ 5107 h 31919"/>
                <a:gd name="connsiteX2" fmla="*/ 15655 w 36422"/>
                <a:gd name="connsiteY2" fmla="*/ 2553 h 31919"/>
                <a:gd name="connsiteX3" fmla="*/ 9265 w 36422"/>
                <a:gd name="connsiteY3" fmla="*/ 0 h 31919"/>
                <a:gd name="connsiteX4" fmla="*/ 2875 w 36422"/>
                <a:gd name="connsiteY4" fmla="*/ 2553 h 31919"/>
                <a:gd name="connsiteX5" fmla="*/ 2875 w 36422"/>
                <a:gd name="connsiteY5" fmla="*/ 15960 h 31919"/>
                <a:gd name="connsiteX6" fmla="*/ 17572 w 36422"/>
                <a:gd name="connsiteY6" fmla="*/ 31281 h 31919"/>
                <a:gd name="connsiteX7" fmla="*/ 18211 w 36422"/>
                <a:gd name="connsiteY7" fmla="*/ 31920 h 31919"/>
                <a:gd name="connsiteX8" fmla="*/ 18211 w 36422"/>
                <a:gd name="connsiteY8" fmla="*/ 31920 h 31919"/>
                <a:gd name="connsiteX9" fmla="*/ 18211 w 36422"/>
                <a:gd name="connsiteY9" fmla="*/ 31920 h 31919"/>
                <a:gd name="connsiteX10" fmla="*/ 18850 w 36422"/>
                <a:gd name="connsiteY10" fmla="*/ 31281 h 31919"/>
                <a:gd name="connsiteX11" fmla="*/ 30352 w 36422"/>
                <a:gd name="connsiteY11" fmla="*/ 19152 h 31919"/>
                <a:gd name="connsiteX12" fmla="*/ 33547 w 36422"/>
                <a:gd name="connsiteY12" fmla="*/ 15960 h 31919"/>
                <a:gd name="connsiteX13" fmla="*/ 33547 w 36422"/>
                <a:gd name="connsiteY13" fmla="*/ 2553 h 31919"/>
                <a:gd name="connsiteX14" fmla="*/ 27157 w 36422"/>
                <a:gd name="connsiteY14" fmla="*/ 0 h 31919"/>
                <a:gd name="connsiteX15" fmla="*/ 20767 w 36422"/>
                <a:gd name="connsiteY15" fmla="*/ 2553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422" h="31919">
                  <a:moveTo>
                    <a:pt x="20767" y="2553"/>
                  </a:moveTo>
                  <a:lnTo>
                    <a:pt x="18211" y="5107"/>
                  </a:lnTo>
                  <a:lnTo>
                    <a:pt x="15655" y="2553"/>
                  </a:lnTo>
                  <a:cubicBezTo>
                    <a:pt x="13738" y="638"/>
                    <a:pt x="11821" y="0"/>
                    <a:pt x="9265" y="0"/>
                  </a:cubicBezTo>
                  <a:cubicBezTo>
                    <a:pt x="6710" y="0"/>
                    <a:pt x="4153" y="1276"/>
                    <a:pt x="2875" y="2553"/>
                  </a:cubicBezTo>
                  <a:cubicBezTo>
                    <a:pt x="-958" y="6384"/>
                    <a:pt x="-958" y="12768"/>
                    <a:pt x="2875" y="15960"/>
                  </a:cubicBezTo>
                  <a:lnTo>
                    <a:pt x="17572" y="31281"/>
                  </a:lnTo>
                  <a:cubicBezTo>
                    <a:pt x="17572" y="31281"/>
                    <a:pt x="18211" y="31920"/>
                    <a:pt x="18211" y="31920"/>
                  </a:cubicBezTo>
                  <a:cubicBezTo>
                    <a:pt x="18211" y="31920"/>
                    <a:pt x="18211" y="31920"/>
                    <a:pt x="18211" y="31920"/>
                  </a:cubicBezTo>
                  <a:cubicBezTo>
                    <a:pt x="18211" y="31920"/>
                    <a:pt x="18211" y="31920"/>
                    <a:pt x="18211" y="31920"/>
                  </a:cubicBezTo>
                  <a:cubicBezTo>
                    <a:pt x="18850" y="31920"/>
                    <a:pt x="18850" y="31920"/>
                    <a:pt x="18850" y="31281"/>
                  </a:cubicBezTo>
                  <a:lnTo>
                    <a:pt x="30352" y="19152"/>
                  </a:lnTo>
                  <a:lnTo>
                    <a:pt x="33547" y="15960"/>
                  </a:lnTo>
                  <a:cubicBezTo>
                    <a:pt x="37381" y="12129"/>
                    <a:pt x="37381" y="5745"/>
                    <a:pt x="33547" y="2553"/>
                  </a:cubicBezTo>
                  <a:cubicBezTo>
                    <a:pt x="31630" y="638"/>
                    <a:pt x="29713" y="0"/>
                    <a:pt x="27157" y="0"/>
                  </a:cubicBezTo>
                  <a:cubicBezTo>
                    <a:pt x="24601" y="0"/>
                    <a:pt x="22045" y="1276"/>
                    <a:pt x="20767" y="2553"/>
                  </a:cubicBezTo>
                  <a:close/>
                </a:path>
              </a:pathLst>
            </a:custGeom>
            <a:solidFill>
              <a:srgbClr val="007CB0"/>
            </a:solidFill>
            <a:ln w="6390" cap="flat">
              <a:noFill/>
              <a:prstDash val="solid"/>
              <a:miter/>
            </a:ln>
          </p:spPr>
          <p:txBody>
            <a:bodyPr rtlCol="0" anchor="ctr"/>
            <a:lstStyle/>
            <a:p>
              <a:endParaRPr lang="en-US"/>
            </a:p>
          </p:txBody>
        </p:sp>
        <p:sp>
          <p:nvSpPr>
            <p:cNvPr id="875" name="Graphic 4">
              <a:extLst>
                <a:ext uri="{FF2B5EF4-FFF2-40B4-BE49-F238E27FC236}">
                  <a16:creationId xmlns:a16="http://schemas.microsoft.com/office/drawing/2014/main" id="{04110D8A-86F4-E845-A362-7934C3A2725D}"/>
                </a:ext>
              </a:extLst>
            </p:cNvPr>
            <p:cNvSpPr/>
            <p:nvPr/>
          </p:nvSpPr>
          <p:spPr>
            <a:xfrm>
              <a:off x="4780951" y="3466026"/>
              <a:ext cx="93292" cy="93206"/>
            </a:xfrm>
            <a:custGeom>
              <a:avLst/>
              <a:gdLst>
                <a:gd name="connsiteX0" fmla="*/ 0 w 93292"/>
                <a:gd name="connsiteY0" fmla="*/ 46603 h 93206"/>
                <a:gd name="connsiteX1" fmla="*/ 46646 w 93292"/>
                <a:gd name="connsiteY1" fmla="*/ 93206 h 93206"/>
                <a:gd name="connsiteX2" fmla="*/ 93293 w 93292"/>
                <a:gd name="connsiteY2" fmla="*/ 46603 h 93206"/>
                <a:gd name="connsiteX3" fmla="*/ 46646 w 93292"/>
                <a:gd name="connsiteY3" fmla="*/ 0 h 93206"/>
                <a:gd name="connsiteX4" fmla="*/ 0 w 93292"/>
                <a:gd name="connsiteY4" fmla="*/ 46603 h 93206"/>
                <a:gd name="connsiteX5" fmla="*/ 80513 w 93292"/>
                <a:gd name="connsiteY5" fmla="*/ 46603 h 93206"/>
                <a:gd name="connsiteX6" fmla="*/ 79874 w 93292"/>
                <a:gd name="connsiteY6" fmla="*/ 53626 h 93206"/>
                <a:gd name="connsiteX7" fmla="*/ 67094 w 93292"/>
                <a:gd name="connsiteY7" fmla="*/ 53626 h 93206"/>
                <a:gd name="connsiteX8" fmla="*/ 67094 w 93292"/>
                <a:gd name="connsiteY8" fmla="*/ 45965 h 93206"/>
                <a:gd name="connsiteX9" fmla="*/ 67094 w 93292"/>
                <a:gd name="connsiteY9" fmla="*/ 37666 h 93206"/>
                <a:gd name="connsiteX10" fmla="*/ 79235 w 93292"/>
                <a:gd name="connsiteY10" fmla="*/ 37666 h 93206"/>
                <a:gd name="connsiteX11" fmla="*/ 80513 w 93292"/>
                <a:gd name="connsiteY11" fmla="*/ 46603 h 93206"/>
                <a:gd name="connsiteX12" fmla="*/ 54314 w 93292"/>
                <a:gd name="connsiteY12" fmla="*/ 46603 h 93206"/>
                <a:gd name="connsiteX13" fmla="*/ 54314 w 93292"/>
                <a:gd name="connsiteY13" fmla="*/ 54264 h 93206"/>
                <a:gd name="connsiteX14" fmla="*/ 39618 w 93292"/>
                <a:gd name="connsiteY14" fmla="*/ 54264 h 93206"/>
                <a:gd name="connsiteX15" fmla="*/ 39618 w 93292"/>
                <a:gd name="connsiteY15" fmla="*/ 46603 h 93206"/>
                <a:gd name="connsiteX16" fmla="*/ 40257 w 93292"/>
                <a:gd name="connsiteY16" fmla="*/ 38304 h 93206"/>
                <a:gd name="connsiteX17" fmla="*/ 54953 w 93292"/>
                <a:gd name="connsiteY17" fmla="*/ 38304 h 93206"/>
                <a:gd name="connsiteX18" fmla="*/ 54314 w 93292"/>
                <a:gd name="connsiteY18" fmla="*/ 46603 h 93206"/>
                <a:gd name="connsiteX19" fmla="*/ 40895 w 93292"/>
                <a:gd name="connsiteY19" fmla="*/ 67032 h 93206"/>
                <a:gd name="connsiteX20" fmla="*/ 51758 w 93292"/>
                <a:gd name="connsiteY20" fmla="*/ 67032 h 93206"/>
                <a:gd name="connsiteX21" fmla="*/ 46008 w 93292"/>
                <a:gd name="connsiteY21" fmla="*/ 79800 h 93206"/>
                <a:gd name="connsiteX22" fmla="*/ 40895 w 93292"/>
                <a:gd name="connsiteY22" fmla="*/ 67032 h 93206"/>
                <a:gd name="connsiteX23" fmla="*/ 12780 w 93292"/>
                <a:gd name="connsiteY23" fmla="*/ 46603 h 93206"/>
                <a:gd name="connsiteX24" fmla="*/ 14058 w 93292"/>
                <a:gd name="connsiteY24" fmla="*/ 38304 h 93206"/>
                <a:gd name="connsiteX25" fmla="*/ 26199 w 93292"/>
                <a:gd name="connsiteY25" fmla="*/ 38304 h 93206"/>
                <a:gd name="connsiteX26" fmla="*/ 26199 w 93292"/>
                <a:gd name="connsiteY26" fmla="*/ 46603 h 93206"/>
                <a:gd name="connsiteX27" fmla="*/ 26199 w 93292"/>
                <a:gd name="connsiteY27" fmla="*/ 54264 h 93206"/>
                <a:gd name="connsiteX28" fmla="*/ 13419 w 93292"/>
                <a:gd name="connsiteY28" fmla="*/ 54264 h 93206"/>
                <a:gd name="connsiteX29" fmla="*/ 12780 w 93292"/>
                <a:gd name="connsiteY29" fmla="*/ 46603 h 93206"/>
                <a:gd name="connsiteX30" fmla="*/ 40895 w 93292"/>
                <a:gd name="connsiteY30" fmla="*/ 25536 h 93206"/>
                <a:gd name="connsiteX31" fmla="*/ 46008 w 93292"/>
                <a:gd name="connsiteY31" fmla="*/ 13407 h 93206"/>
                <a:gd name="connsiteX32" fmla="*/ 51119 w 93292"/>
                <a:gd name="connsiteY32" fmla="*/ 25536 h 93206"/>
                <a:gd name="connsiteX33" fmla="*/ 40895 w 93292"/>
                <a:gd name="connsiteY33" fmla="*/ 25536 h 93206"/>
                <a:gd name="connsiteX34" fmla="*/ 30033 w 93292"/>
                <a:gd name="connsiteY34" fmla="*/ 17875 h 93206"/>
                <a:gd name="connsiteX35" fmla="*/ 28115 w 93292"/>
                <a:gd name="connsiteY35" fmla="*/ 25536 h 93206"/>
                <a:gd name="connsiteX36" fmla="*/ 20448 w 93292"/>
                <a:gd name="connsiteY36" fmla="*/ 25536 h 93206"/>
                <a:gd name="connsiteX37" fmla="*/ 30033 w 93292"/>
                <a:gd name="connsiteY37" fmla="*/ 17875 h 93206"/>
                <a:gd name="connsiteX38" fmla="*/ 19170 w 93292"/>
                <a:gd name="connsiteY38" fmla="*/ 67032 h 93206"/>
                <a:gd name="connsiteX39" fmla="*/ 27477 w 93292"/>
                <a:gd name="connsiteY39" fmla="*/ 67032 h 93206"/>
                <a:gd name="connsiteX40" fmla="*/ 30033 w 93292"/>
                <a:gd name="connsiteY40" fmla="*/ 76608 h 93206"/>
                <a:gd name="connsiteX41" fmla="*/ 19170 w 93292"/>
                <a:gd name="connsiteY41" fmla="*/ 67032 h 93206"/>
                <a:gd name="connsiteX42" fmla="*/ 62621 w 93292"/>
                <a:gd name="connsiteY42" fmla="*/ 76608 h 93206"/>
                <a:gd name="connsiteX43" fmla="*/ 65177 w 93292"/>
                <a:gd name="connsiteY43" fmla="*/ 67032 h 93206"/>
                <a:gd name="connsiteX44" fmla="*/ 73484 w 93292"/>
                <a:gd name="connsiteY44" fmla="*/ 67032 h 93206"/>
                <a:gd name="connsiteX45" fmla="*/ 62621 w 93292"/>
                <a:gd name="connsiteY45" fmla="*/ 76608 h 93206"/>
                <a:gd name="connsiteX46" fmla="*/ 72206 w 93292"/>
                <a:gd name="connsiteY46" fmla="*/ 25536 h 93206"/>
                <a:gd name="connsiteX47" fmla="*/ 64538 w 93292"/>
                <a:gd name="connsiteY47" fmla="*/ 25536 h 93206"/>
                <a:gd name="connsiteX48" fmla="*/ 62621 w 93292"/>
                <a:gd name="connsiteY48" fmla="*/ 17875 h 93206"/>
                <a:gd name="connsiteX49" fmla="*/ 72206 w 93292"/>
                <a:gd name="connsiteY49" fmla="*/ 25536 h 93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93292" h="93206">
                  <a:moveTo>
                    <a:pt x="0" y="46603"/>
                  </a:moveTo>
                  <a:cubicBezTo>
                    <a:pt x="0" y="72139"/>
                    <a:pt x="21087" y="93206"/>
                    <a:pt x="46646" y="93206"/>
                  </a:cubicBezTo>
                  <a:cubicBezTo>
                    <a:pt x="72206" y="93206"/>
                    <a:pt x="93293" y="72139"/>
                    <a:pt x="93293" y="46603"/>
                  </a:cubicBezTo>
                  <a:cubicBezTo>
                    <a:pt x="93293" y="21067"/>
                    <a:pt x="72206" y="0"/>
                    <a:pt x="46646" y="0"/>
                  </a:cubicBezTo>
                  <a:cubicBezTo>
                    <a:pt x="21087" y="639"/>
                    <a:pt x="0" y="21067"/>
                    <a:pt x="0" y="46603"/>
                  </a:cubicBezTo>
                  <a:close/>
                  <a:moveTo>
                    <a:pt x="80513" y="46603"/>
                  </a:moveTo>
                  <a:cubicBezTo>
                    <a:pt x="80513" y="49157"/>
                    <a:pt x="80513" y="51710"/>
                    <a:pt x="79874" y="53626"/>
                  </a:cubicBezTo>
                  <a:lnTo>
                    <a:pt x="67094" y="53626"/>
                  </a:lnTo>
                  <a:cubicBezTo>
                    <a:pt x="67094" y="51072"/>
                    <a:pt x="67094" y="48519"/>
                    <a:pt x="67094" y="45965"/>
                  </a:cubicBezTo>
                  <a:cubicBezTo>
                    <a:pt x="67094" y="43411"/>
                    <a:pt x="67094" y="40219"/>
                    <a:pt x="67094" y="37666"/>
                  </a:cubicBezTo>
                  <a:lnTo>
                    <a:pt x="79235" y="37666"/>
                  </a:lnTo>
                  <a:cubicBezTo>
                    <a:pt x="79874" y="40858"/>
                    <a:pt x="80513" y="44050"/>
                    <a:pt x="80513" y="46603"/>
                  </a:cubicBezTo>
                  <a:close/>
                  <a:moveTo>
                    <a:pt x="54314" y="46603"/>
                  </a:moveTo>
                  <a:cubicBezTo>
                    <a:pt x="54314" y="49157"/>
                    <a:pt x="54314" y="51710"/>
                    <a:pt x="54314" y="54264"/>
                  </a:cubicBezTo>
                  <a:lnTo>
                    <a:pt x="39618" y="54264"/>
                  </a:lnTo>
                  <a:cubicBezTo>
                    <a:pt x="39618" y="51710"/>
                    <a:pt x="39618" y="49157"/>
                    <a:pt x="39618" y="46603"/>
                  </a:cubicBezTo>
                  <a:cubicBezTo>
                    <a:pt x="39618" y="43411"/>
                    <a:pt x="39618" y="40858"/>
                    <a:pt x="40257" y="38304"/>
                  </a:cubicBezTo>
                  <a:lnTo>
                    <a:pt x="54953" y="38304"/>
                  </a:lnTo>
                  <a:cubicBezTo>
                    <a:pt x="54314" y="40858"/>
                    <a:pt x="54314" y="43411"/>
                    <a:pt x="54314" y="46603"/>
                  </a:cubicBezTo>
                  <a:close/>
                  <a:moveTo>
                    <a:pt x="40895" y="67032"/>
                  </a:moveTo>
                  <a:lnTo>
                    <a:pt x="51758" y="67032"/>
                  </a:lnTo>
                  <a:cubicBezTo>
                    <a:pt x="49841" y="74693"/>
                    <a:pt x="47925" y="78523"/>
                    <a:pt x="46008" y="79800"/>
                  </a:cubicBezTo>
                  <a:cubicBezTo>
                    <a:pt x="44730" y="78523"/>
                    <a:pt x="42813" y="74054"/>
                    <a:pt x="40895" y="67032"/>
                  </a:cubicBezTo>
                  <a:close/>
                  <a:moveTo>
                    <a:pt x="12780" y="46603"/>
                  </a:moveTo>
                  <a:cubicBezTo>
                    <a:pt x="12780" y="43411"/>
                    <a:pt x="13419" y="40858"/>
                    <a:pt x="14058" y="38304"/>
                  </a:cubicBezTo>
                  <a:lnTo>
                    <a:pt x="26199" y="38304"/>
                  </a:lnTo>
                  <a:cubicBezTo>
                    <a:pt x="26199" y="40858"/>
                    <a:pt x="26199" y="44050"/>
                    <a:pt x="26199" y="46603"/>
                  </a:cubicBezTo>
                  <a:cubicBezTo>
                    <a:pt x="26199" y="49157"/>
                    <a:pt x="26199" y="51710"/>
                    <a:pt x="26199" y="54264"/>
                  </a:cubicBezTo>
                  <a:lnTo>
                    <a:pt x="13419" y="54264"/>
                  </a:lnTo>
                  <a:cubicBezTo>
                    <a:pt x="12780" y="51710"/>
                    <a:pt x="12780" y="49157"/>
                    <a:pt x="12780" y="46603"/>
                  </a:cubicBezTo>
                  <a:close/>
                  <a:moveTo>
                    <a:pt x="40895" y="25536"/>
                  </a:moveTo>
                  <a:cubicBezTo>
                    <a:pt x="42813" y="18514"/>
                    <a:pt x="44730" y="14683"/>
                    <a:pt x="46008" y="13407"/>
                  </a:cubicBezTo>
                  <a:cubicBezTo>
                    <a:pt x="47285" y="14683"/>
                    <a:pt x="49841" y="18514"/>
                    <a:pt x="51119" y="25536"/>
                  </a:cubicBezTo>
                  <a:lnTo>
                    <a:pt x="40895" y="25536"/>
                  </a:lnTo>
                  <a:close/>
                  <a:moveTo>
                    <a:pt x="30033" y="17875"/>
                  </a:moveTo>
                  <a:cubicBezTo>
                    <a:pt x="29394" y="20429"/>
                    <a:pt x="28755" y="22983"/>
                    <a:pt x="28115" y="25536"/>
                  </a:cubicBezTo>
                  <a:lnTo>
                    <a:pt x="20448" y="25536"/>
                  </a:lnTo>
                  <a:cubicBezTo>
                    <a:pt x="23004" y="22344"/>
                    <a:pt x="26199" y="19791"/>
                    <a:pt x="30033" y="17875"/>
                  </a:cubicBezTo>
                  <a:close/>
                  <a:moveTo>
                    <a:pt x="19170" y="67032"/>
                  </a:moveTo>
                  <a:lnTo>
                    <a:pt x="27477" y="67032"/>
                  </a:lnTo>
                  <a:cubicBezTo>
                    <a:pt x="28115" y="70224"/>
                    <a:pt x="28755" y="73416"/>
                    <a:pt x="30033" y="76608"/>
                  </a:cubicBezTo>
                  <a:cubicBezTo>
                    <a:pt x="26199" y="74054"/>
                    <a:pt x="22365" y="70862"/>
                    <a:pt x="19170" y="67032"/>
                  </a:cubicBezTo>
                  <a:close/>
                  <a:moveTo>
                    <a:pt x="62621" y="76608"/>
                  </a:moveTo>
                  <a:cubicBezTo>
                    <a:pt x="63899" y="73416"/>
                    <a:pt x="64538" y="70224"/>
                    <a:pt x="65177" y="67032"/>
                  </a:cubicBezTo>
                  <a:lnTo>
                    <a:pt x="73484" y="67032"/>
                  </a:lnTo>
                  <a:cubicBezTo>
                    <a:pt x="70928" y="70862"/>
                    <a:pt x="67094" y="74054"/>
                    <a:pt x="62621" y="76608"/>
                  </a:cubicBezTo>
                  <a:close/>
                  <a:moveTo>
                    <a:pt x="72206" y="25536"/>
                  </a:moveTo>
                  <a:lnTo>
                    <a:pt x="64538" y="25536"/>
                  </a:lnTo>
                  <a:cubicBezTo>
                    <a:pt x="63899" y="22983"/>
                    <a:pt x="63260" y="19791"/>
                    <a:pt x="62621" y="17875"/>
                  </a:cubicBezTo>
                  <a:cubicBezTo>
                    <a:pt x="66455" y="19791"/>
                    <a:pt x="69650" y="22344"/>
                    <a:pt x="72206" y="25536"/>
                  </a:cubicBezTo>
                  <a:close/>
                </a:path>
              </a:pathLst>
            </a:custGeom>
            <a:solidFill>
              <a:srgbClr val="007CB0"/>
            </a:solidFill>
            <a:ln w="6390" cap="flat">
              <a:noFill/>
              <a:prstDash val="solid"/>
              <a:miter/>
            </a:ln>
          </p:spPr>
          <p:txBody>
            <a:bodyPr rtlCol="0" anchor="ctr"/>
            <a:lstStyle/>
            <a:p>
              <a:endParaRPr lang="en-US"/>
            </a:p>
          </p:txBody>
        </p:sp>
      </p:grpSp>
      <p:grpSp>
        <p:nvGrpSpPr>
          <p:cNvPr id="876" name="Graphic 4">
            <a:extLst>
              <a:ext uri="{FF2B5EF4-FFF2-40B4-BE49-F238E27FC236}">
                <a16:creationId xmlns:a16="http://schemas.microsoft.com/office/drawing/2014/main" id="{D116922F-0F63-F040-BD68-D43EE3D645F6}"/>
              </a:ext>
            </a:extLst>
          </p:cNvPr>
          <p:cNvGrpSpPr/>
          <p:nvPr/>
        </p:nvGrpSpPr>
        <p:grpSpPr>
          <a:xfrm>
            <a:off x="905454" y="4792617"/>
            <a:ext cx="361670" cy="361333"/>
            <a:chOff x="905454" y="4792617"/>
            <a:chExt cx="361670" cy="361333"/>
          </a:xfrm>
          <a:solidFill>
            <a:srgbClr val="007CB0"/>
          </a:solidFill>
        </p:grpSpPr>
        <p:sp>
          <p:nvSpPr>
            <p:cNvPr id="877" name="Graphic 4">
              <a:extLst>
                <a:ext uri="{FF2B5EF4-FFF2-40B4-BE49-F238E27FC236}">
                  <a16:creationId xmlns:a16="http://schemas.microsoft.com/office/drawing/2014/main" id="{D8BC11A8-8E43-7C42-9A52-50950ED7DE22}"/>
                </a:ext>
              </a:extLst>
            </p:cNvPr>
            <p:cNvSpPr/>
            <p:nvPr/>
          </p:nvSpPr>
          <p:spPr>
            <a:xfrm>
              <a:off x="1064563" y="4924766"/>
              <a:ext cx="46646" cy="75330"/>
            </a:xfrm>
            <a:custGeom>
              <a:avLst/>
              <a:gdLst>
                <a:gd name="connsiteX0" fmla="*/ 26199 w 46646"/>
                <a:gd name="connsiteY0" fmla="*/ 0 h 75330"/>
                <a:gd name="connsiteX1" fmla="*/ 0 w 46646"/>
                <a:gd name="connsiteY1" fmla="*/ 0 h 75330"/>
                <a:gd name="connsiteX2" fmla="*/ 0 w 46646"/>
                <a:gd name="connsiteY2" fmla="*/ 75331 h 75330"/>
                <a:gd name="connsiteX3" fmla="*/ 46646 w 46646"/>
                <a:gd name="connsiteY3" fmla="*/ 75331 h 75330"/>
              </a:gdLst>
              <a:ahLst/>
              <a:cxnLst>
                <a:cxn ang="0">
                  <a:pos x="connsiteX0" y="connsiteY0"/>
                </a:cxn>
                <a:cxn ang="0">
                  <a:pos x="connsiteX1" y="connsiteY1"/>
                </a:cxn>
                <a:cxn ang="0">
                  <a:pos x="connsiteX2" y="connsiteY2"/>
                </a:cxn>
                <a:cxn ang="0">
                  <a:pos x="connsiteX3" y="connsiteY3"/>
                </a:cxn>
              </a:cxnLst>
              <a:rect l="l" t="t" r="r" b="b"/>
              <a:pathLst>
                <a:path w="46646" h="75330">
                  <a:moveTo>
                    <a:pt x="26199" y="0"/>
                  </a:moveTo>
                  <a:lnTo>
                    <a:pt x="0" y="0"/>
                  </a:lnTo>
                  <a:lnTo>
                    <a:pt x="0" y="75331"/>
                  </a:lnTo>
                  <a:lnTo>
                    <a:pt x="46646" y="75331"/>
                  </a:lnTo>
                  <a:close/>
                </a:path>
              </a:pathLst>
            </a:custGeom>
            <a:solidFill>
              <a:srgbClr val="007CB0"/>
            </a:solidFill>
            <a:ln w="6390" cap="flat">
              <a:noFill/>
              <a:prstDash val="solid"/>
              <a:miter/>
            </a:ln>
          </p:spPr>
          <p:txBody>
            <a:bodyPr rtlCol="0" anchor="ctr"/>
            <a:lstStyle/>
            <a:p>
              <a:endParaRPr lang="en-US"/>
            </a:p>
          </p:txBody>
        </p:sp>
        <p:sp>
          <p:nvSpPr>
            <p:cNvPr id="878" name="Graphic 4">
              <a:extLst>
                <a:ext uri="{FF2B5EF4-FFF2-40B4-BE49-F238E27FC236}">
                  <a16:creationId xmlns:a16="http://schemas.microsoft.com/office/drawing/2014/main" id="{0B98582A-3F7E-1947-9F8E-36286F2056C5}"/>
                </a:ext>
              </a:extLst>
            </p:cNvPr>
            <p:cNvSpPr/>
            <p:nvPr/>
          </p:nvSpPr>
          <p:spPr>
            <a:xfrm>
              <a:off x="1066480" y="4870502"/>
              <a:ext cx="19169" cy="19151"/>
            </a:xfrm>
            <a:custGeom>
              <a:avLst/>
              <a:gdLst>
                <a:gd name="connsiteX0" fmla="*/ 9585 w 19169"/>
                <a:gd name="connsiteY0" fmla="*/ 19152 h 19151"/>
                <a:gd name="connsiteX1" fmla="*/ 19170 w 19169"/>
                <a:gd name="connsiteY1" fmla="*/ 9576 h 19151"/>
                <a:gd name="connsiteX2" fmla="*/ 9585 w 19169"/>
                <a:gd name="connsiteY2" fmla="*/ 0 h 19151"/>
                <a:gd name="connsiteX3" fmla="*/ 0 w 19169"/>
                <a:gd name="connsiteY3" fmla="*/ 9576 h 19151"/>
                <a:gd name="connsiteX4" fmla="*/ 9585 w 19169"/>
                <a:gd name="connsiteY4" fmla="*/ 19152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9585" y="19152"/>
                  </a:moveTo>
                  <a:cubicBezTo>
                    <a:pt x="14697" y="19152"/>
                    <a:pt x="19170" y="14683"/>
                    <a:pt x="19170" y="9576"/>
                  </a:cubicBezTo>
                  <a:cubicBezTo>
                    <a:pt x="19170" y="4469"/>
                    <a:pt x="14697" y="0"/>
                    <a:pt x="9585" y="0"/>
                  </a:cubicBezTo>
                  <a:cubicBezTo>
                    <a:pt x="4473" y="0"/>
                    <a:pt x="0" y="4469"/>
                    <a:pt x="0" y="9576"/>
                  </a:cubicBezTo>
                  <a:cubicBezTo>
                    <a:pt x="0" y="14683"/>
                    <a:pt x="3834" y="19152"/>
                    <a:pt x="9585" y="19152"/>
                  </a:cubicBezTo>
                  <a:close/>
                </a:path>
              </a:pathLst>
            </a:custGeom>
            <a:solidFill>
              <a:srgbClr val="007CB0"/>
            </a:solidFill>
            <a:ln w="6390" cap="flat">
              <a:noFill/>
              <a:prstDash val="solid"/>
              <a:miter/>
            </a:ln>
          </p:spPr>
          <p:txBody>
            <a:bodyPr rtlCol="0" anchor="ctr"/>
            <a:lstStyle/>
            <a:p>
              <a:endParaRPr lang="en-US"/>
            </a:p>
          </p:txBody>
        </p:sp>
        <p:sp>
          <p:nvSpPr>
            <p:cNvPr id="879" name="Graphic 4">
              <a:extLst>
                <a:ext uri="{FF2B5EF4-FFF2-40B4-BE49-F238E27FC236}">
                  <a16:creationId xmlns:a16="http://schemas.microsoft.com/office/drawing/2014/main" id="{01EAE004-8CEE-AC48-AF56-F0D14EAA3BA9}"/>
                </a:ext>
              </a:extLst>
            </p:cNvPr>
            <p:cNvSpPr/>
            <p:nvPr/>
          </p:nvSpPr>
          <p:spPr>
            <a:xfrm>
              <a:off x="905454"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70611 w 361670"/>
                <a:gd name="connsiteY5" fmla="*/ 65117 h 361333"/>
                <a:gd name="connsiteX6" fmla="*/ 192976 w 361670"/>
                <a:gd name="connsiteY6" fmla="*/ 87461 h 361333"/>
                <a:gd name="connsiteX7" fmla="*/ 170611 w 361670"/>
                <a:gd name="connsiteY7" fmla="*/ 109805 h 361333"/>
                <a:gd name="connsiteX8" fmla="*/ 148247 w 361670"/>
                <a:gd name="connsiteY8" fmla="*/ 87461 h 361333"/>
                <a:gd name="connsiteX9" fmla="*/ 170611 w 361670"/>
                <a:gd name="connsiteY9" fmla="*/ 65117 h 361333"/>
                <a:gd name="connsiteX10" fmla="*/ 132272 w 361670"/>
                <a:gd name="connsiteY10" fmla="*/ 202372 h 361333"/>
                <a:gd name="connsiteX11" fmla="*/ 125882 w 361670"/>
                <a:gd name="connsiteY11" fmla="*/ 208756 h 361333"/>
                <a:gd name="connsiteX12" fmla="*/ 119492 w 361670"/>
                <a:gd name="connsiteY12" fmla="*/ 202372 h 361333"/>
                <a:gd name="connsiteX13" fmla="*/ 119492 w 361670"/>
                <a:gd name="connsiteY13" fmla="*/ 134064 h 361333"/>
                <a:gd name="connsiteX14" fmla="*/ 125882 w 361670"/>
                <a:gd name="connsiteY14" fmla="*/ 127680 h 361333"/>
                <a:gd name="connsiteX15" fmla="*/ 132272 w 361670"/>
                <a:gd name="connsiteY15" fmla="*/ 134064 h 361333"/>
                <a:gd name="connsiteX16" fmla="*/ 132272 w 361670"/>
                <a:gd name="connsiteY16" fmla="*/ 202372 h 361333"/>
                <a:gd name="connsiteX17" fmla="*/ 219175 w 361670"/>
                <a:gd name="connsiteY17" fmla="*/ 217694 h 361333"/>
                <a:gd name="connsiteX18" fmla="*/ 214063 w 361670"/>
                <a:gd name="connsiteY18" fmla="*/ 220247 h 361333"/>
                <a:gd name="connsiteX19" fmla="*/ 206395 w 361670"/>
                <a:gd name="connsiteY19" fmla="*/ 220247 h 361333"/>
                <a:gd name="connsiteX20" fmla="*/ 206395 w 361670"/>
                <a:gd name="connsiteY20" fmla="*/ 291110 h 361333"/>
                <a:gd name="connsiteX21" fmla="*/ 200005 w 361670"/>
                <a:gd name="connsiteY21" fmla="*/ 297494 h 361333"/>
                <a:gd name="connsiteX22" fmla="*/ 193615 w 361670"/>
                <a:gd name="connsiteY22" fmla="*/ 291110 h 361333"/>
                <a:gd name="connsiteX23" fmla="*/ 193615 w 361670"/>
                <a:gd name="connsiteY23" fmla="*/ 220247 h 361333"/>
                <a:gd name="connsiteX24" fmla="*/ 174445 w 361670"/>
                <a:gd name="connsiteY24" fmla="*/ 220247 h 361333"/>
                <a:gd name="connsiteX25" fmla="*/ 174445 w 361670"/>
                <a:gd name="connsiteY25" fmla="*/ 291110 h 361333"/>
                <a:gd name="connsiteX26" fmla="*/ 168055 w 361670"/>
                <a:gd name="connsiteY26" fmla="*/ 297494 h 361333"/>
                <a:gd name="connsiteX27" fmla="*/ 161665 w 361670"/>
                <a:gd name="connsiteY27" fmla="*/ 291110 h 361333"/>
                <a:gd name="connsiteX28" fmla="*/ 161665 w 361670"/>
                <a:gd name="connsiteY28" fmla="*/ 220247 h 361333"/>
                <a:gd name="connsiteX29" fmla="*/ 152081 w 361670"/>
                <a:gd name="connsiteY29" fmla="*/ 220247 h 361333"/>
                <a:gd name="connsiteX30" fmla="*/ 145691 w 361670"/>
                <a:gd name="connsiteY30" fmla="*/ 213863 h 361333"/>
                <a:gd name="connsiteX31" fmla="*/ 145691 w 361670"/>
                <a:gd name="connsiteY31" fmla="*/ 125765 h 361333"/>
                <a:gd name="connsiteX32" fmla="*/ 152081 w 361670"/>
                <a:gd name="connsiteY32" fmla="*/ 119381 h 361333"/>
                <a:gd name="connsiteX33" fmla="*/ 189781 w 361670"/>
                <a:gd name="connsiteY33" fmla="*/ 119381 h 361333"/>
                <a:gd name="connsiteX34" fmla="*/ 196171 w 361670"/>
                <a:gd name="connsiteY34" fmla="*/ 123849 h 361333"/>
                <a:gd name="connsiteX35" fmla="*/ 220453 w 361670"/>
                <a:gd name="connsiteY35" fmla="*/ 211948 h 361333"/>
                <a:gd name="connsiteX36" fmla="*/ 219175 w 361670"/>
                <a:gd name="connsiteY36" fmla="*/ 217694 h 361333"/>
                <a:gd name="connsiteX37" fmla="*/ 238345 w 361670"/>
                <a:gd name="connsiteY37" fmla="*/ 203649 h 361333"/>
                <a:gd name="connsiteX38" fmla="*/ 236428 w 361670"/>
                <a:gd name="connsiteY38" fmla="*/ 203649 h 361333"/>
                <a:gd name="connsiteX39" fmla="*/ 230038 w 361670"/>
                <a:gd name="connsiteY39" fmla="*/ 199180 h 361333"/>
                <a:gd name="connsiteX40" fmla="*/ 211507 w 361670"/>
                <a:gd name="connsiteY40" fmla="*/ 133425 h 361333"/>
                <a:gd name="connsiteX41" fmla="*/ 215980 w 361670"/>
                <a:gd name="connsiteY41" fmla="*/ 125765 h 361333"/>
                <a:gd name="connsiteX42" fmla="*/ 223648 w 361670"/>
                <a:gd name="connsiteY42" fmla="*/ 130233 h 361333"/>
                <a:gd name="connsiteX43" fmla="*/ 242179 w 361670"/>
                <a:gd name="connsiteY43" fmla="*/ 195988 h 361333"/>
                <a:gd name="connsiteX44" fmla="*/ 238345 w 361670"/>
                <a:gd name="connsiteY44" fmla="*/ 20364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1670" h="361333">
                  <a:moveTo>
                    <a:pt x="180835" y="0"/>
                  </a:moveTo>
                  <a:cubicBezTo>
                    <a:pt x="80513" y="0"/>
                    <a:pt x="0" y="81077"/>
                    <a:pt x="0" y="180667"/>
                  </a:cubicBezTo>
                  <a:cubicBezTo>
                    <a:pt x="0" y="280257"/>
                    <a:pt x="81152" y="361334"/>
                    <a:pt x="180835" y="361334"/>
                  </a:cubicBezTo>
                  <a:cubicBezTo>
                    <a:pt x="280518" y="361334"/>
                    <a:pt x="361670" y="280257"/>
                    <a:pt x="361670" y="180667"/>
                  </a:cubicBezTo>
                  <a:cubicBezTo>
                    <a:pt x="361670" y="81077"/>
                    <a:pt x="281157" y="0"/>
                    <a:pt x="180835" y="0"/>
                  </a:cubicBezTo>
                  <a:close/>
                  <a:moveTo>
                    <a:pt x="170611" y="65117"/>
                  </a:moveTo>
                  <a:cubicBezTo>
                    <a:pt x="182752" y="65117"/>
                    <a:pt x="192976" y="75331"/>
                    <a:pt x="192976" y="87461"/>
                  </a:cubicBezTo>
                  <a:cubicBezTo>
                    <a:pt x="192976" y="99590"/>
                    <a:pt x="182752" y="109805"/>
                    <a:pt x="170611" y="109805"/>
                  </a:cubicBezTo>
                  <a:cubicBezTo>
                    <a:pt x="158470" y="109805"/>
                    <a:pt x="148247" y="99590"/>
                    <a:pt x="148247" y="87461"/>
                  </a:cubicBezTo>
                  <a:cubicBezTo>
                    <a:pt x="148247" y="75331"/>
                    <a:pt x="157831" y="65117"/>
                    <a:pt x="170611" y="65117"/>
                  </a:cubicBezTo>
                  <a:close/>
                  <a:moveTo>
                    <a:pt x="132272" y="202372"/>
                  </a:moveTo>
                  <a:cubicBezTo>
                    <a:pt x="132272" y="206203"/>
                    <a:pt x="129716" y="208756"/>
                    <a:pt x="125882" y="208756"/>
                  </a:cubicBezTo>
                  <a:cubicBezTo>
                    <a:pt x="122048" y="208756"/>
                    <a:pt x="119492" y="206203"/>
                    <a:pt x="119492" y="202372"/>
                  </a:cubicBezTo>
                  <a:lnTo>
                    <a:pt x="119492" y="134064"/>
                  </a:lnTo>
                  <a:cubicBezTo>
                    <a:pt x="119492" y="130233"/>
                    <a:pt x="122048" y="127680"/>
                    <a:pt x="125882" y="127680"/>
                  </a:cubicBezTo>
                  <a:cubicBezTo>
                    <a:pt x="129716" y="127680"/>
                    <a:pt x="132272" y="130233"/>
                    <a:pt x="132272" y="134064"/>
                  </a:cubicBezTo>
                  <a:lnTo>
                    <a:pt x="132272" y="202372"/>
                  </a:lnTo>
                  <a:close/>
                  <a:moveTo>
                    <a:pt x="219175" y="217694"/>
                  </a:moveTo>
                  <a:cubicBezTo>
                    <a:pt x="217897" y="218971"/>
                    <a:pt x="215980" y="220247"/>
                    <a:pt x="214063" y="220247"/>
                  </a:cubicBezTo>
                  <a:lnTo>
                    <a:pt x="206395" y="220247"/>
                  </a:lnTo>
                  <a:lnTo>
                    <a:pt x="206395" y="291110"/>
                  </a:lnTo>
                  <a:cubicBezTo>
                    <a:pt x="206395" y="294940"/>
                    <a:pt x="203839" y="297494"/>
                    <a:pt x="200005" y="297494"/>
                  </a:cubicBezTo>
                  <a:cubicBezTo>
                    <a:pt x="196171" y="297494"/>
                    <a:pt x="193615" y="294940"/>
                    <a:pt x="193615" y="291110"/>
                  </a:cubicBezTo>
                  <a:lnTo>
                    <a:pt x="193615" y="220247"/>
                  </a:lnTo>
                  <a:lnTo>
                    <a:pt x="174445" y="220247"/>
                  </a:lnTo>
                  <a:lnTo>
                    <a:pt x="174445" y="291110"/>
                  </a:lnTo>
                  <a:cubicBezTo>
                    <a:pt x="174445" y="294940"/>
                    <a:pt x="171889" y="297494"/>
                    <a:pt x="168055" y="297494"/>
                  </a:cubicBezTo>
                  <a:cubicBezTo>
                    <a:pt x="164221" y="297494"/>
                    <a:pt x="161665" y="294940"/>
                    <a:pt x="161665" y="291110"/>
                  </a:cubicBezTo>
                  <a:lnTo>
                    <a:pt x="161665" y="220247"/>
                  </a:lnTo>
                  <a:lnTo>
                    <a:pt x="152081" y="220247"/>
                  </a:lnTo>
                  <a:cubicBezTo>
                    <a:pt x="148247" y="220247"/>
                    <a:pt x="145691" y="217694"/>
                    <a:pt x="145691" y="213863"/>
                  </a:cubicBezTo>
                  <a:lnTo>
                    <a:pt x="145691" y="125765"/>
                  </a:lnTo>
                  <a:cubicBezTo>
                    <a:pt x="145691" y="121934"/>
                    <a:pt x="148247" y="119381"/>
                    <a:pt x="152081" y="119381"/>
                  </a:cubicBezTo>
                  <a:lnTo>
                    <a:pt x="189781" y="119381"/>
                  </a:lnTo>
                  <a:cubicBezTo>
                    <a:pt x="192976" y="119381"/>
                    <a:pt x="194893" y="121296"/>
                    <a:pt x="196171" y="123849"/>
                  </a:cubicBezTo>
                  <a:lnTo>
                    <a:pt x="220453" y="211948"/>
                  </a:lnTo>
                  <a:cubicBezTo>
                    <a:pt x="220453" y="214502"/>
                    <a:pt x="220453" y="216417"/>
                    <a:pt x="219175" y="217694"/>
                  </a:cubicBezTo>
                  <a:close/>
                  <a:moveTo>
                    <a:pt x="238345" y="203649"/>
                  </a:moveTo>
                  <a:cubicBezTo>
                    <a:pt x="237706" y="203649"/>
                    <a:pt x="237067" y="203649"/>
                    <a:pt x="236428" y="203649"/>
                  </a:cubicBezTo>
                  <a:cubicBezTo>
                    <a:pt x="233872" y="203649"/>
                    <a:pt x="231316" y="201734"/>
                    <a:pt x="230038" y="199180"/>
                  </a:cubicBezTo>
                  <a:lnTo>
                    <a:pt x="211507" y="133425"/>
                  </a:lnTo>
                  <a:cubicBezTo>
                    <a:pt x="210868" y="130233"/>
                    <a:pt x="212785" y="126403"/>
                    <a:pt x="215980" y="125765"/>
                  </a:cubicBezTo>
                  <a:cubicBezTo>
                    <a:pt x="219175" y="125126"/>
                    <a:pt x="223009" y="127041"/>
                    <a:pt x="223648" y="130233"/>
                  </a:cubicBezTo>
                  <a:lnTo>
                    <a:pt x="242179" y="195988"/>
                  </a:lnTo>
                  <a:cubicBezTo>
                    <a:pt x="243457" y="199180"/>
                    <a:pt x="241540" y="202372"/>
                    <a:pt x="238345" y="203649"/>
                  </a:cubicBezTo>
                  <a:close/>
                </a:path>
              </a:pathLst>
            </a:custGeom>
            <a:solidFill>
              <a:srgbClr val="007CB0"/>
            </a:solidFill>
            <a:ln w="6390" cap="flat">
              <a:noFill/>
              <a:prstDash val="solid"/>
              <a:miter/>
            </a:ln>
          </p:spPr>
          <p:txBody>
            <a:bodyPr rtlCol="0" anchor="ctr"/>
            <a:lstStyle/>
            <a:p>
              <a:endParaRPr lang="en-US"/>
            </a:p>
          </p:txBody>
        </p:sp>
      </p:grpSp>
      <p:sp>
        <p:nvSpPr>
          <p:cNvPr id="880" name="Graphic 4">
            <a:extLst>
              <a:ext uri="{FF2B5EF4-FFF2-40B4-BE49-F238E27FC236}">
                <a16:creationId xmlns:a16="http://schemas.microsoft.com/office/drawing/2014/main" id="{1CD4498C-842A-7A49-B9FD-9E171764B9AC}"/>
              </a:ext>
            </a:extLst>
          </p:cNvPr>
          <p:cNvSpPr/>
          <p:nvPr/>
        </p:nvSpPr>
        <p:spPr>
          <a:xfrm>
            <a:off x="5099808" y="3824168"/>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95849 w 361670"/>
              <a:gd name="connsiteY5" fmla="*/ 208756 h 361333"/>
              <a:gd name="connsiteX6" fmla="*/ 93293 w 361670"/>
              <a:gd name="connsiteY6" fmla="*/ 211310 h 361333"/>
              <a:gd name="connsiteX7" fmla="*/ 84986 w 361670"/>
              <a:gd name="connsiteY7" fmla="*/ 220247 h 361333"/>
              <a:gd name="connsiteX8" fmla="*/ 84347 w 361670"/>
              <a:gd name="connsiteY8" fmla="*/ 220247 h 361333"/>
              <a:gd name="connsiteX9" fmla="*/ 84347 w 361670"/>
              <a:gd name="connsiteY9" fmla="*/ 220247 h 361333"/>
              <a:gd name="connsiteX10" fmla="*/ 84347 w 361670"/>
              <a:gd name="connsiteY10" fmla="*/ 220247 h 361333"/>
              <a:gd name="connsiteX11" fmla="*/ 83708 w 361670"/>
              <a:gd name="connsiteY11" fmla="*/ 220247 h 361333"/>
              <a:gd name="connsiteX12" fmla="*/ 72845 w 361670"/>
              <a:gd name="connsiteY12" fmla="*/ 208756 h 361333"/>
              <a:gd name="connsiteX13" fmla="*/ 72845 w 361670"/>
              <a:gd name="connsiteY13" fmla="*/ 198542 h 361333"/>
              <a:gd name="connsiteX14" fmla="*/ 77957 w 361670"/>
              <a:gd name="connsiteY14" fmla="*/ 196627 h 361333"/>
              <a:gd name="connsiteX15" fmla="*/ 83069 w 361670"/>
              <a:gd name="connsiteY15" fmla="*/ 198542 h 361333"/>
              <a:gd name="connsiteX16" fmla="*/ 84986 w 361670"/>
              <a:gd name="connsiteY16" fmla="*/ 200457 h 361333"/>
              <a:gd name="connsiteX17" fmla="*/ 86903 w 361670"/>
              <a:gd name="connsiteY17" fmla="*/ 198542 h 361333"/>
              <a:gd name="connsiteX18" fmla="*/ 92015 w 361670"/>
              <a:gd name="connsiteY18" fmla="*/ 196627 h 361333"/>
              <a:gd name="connsiteX19" fmla="*/ 97127 w 361670"/>
              <a:gd name="connsiteY19" fmla="*/ 198542 h 361333"/>
              <a:gd name="connsiteX20" fmla="*/ 95849 w 361670"/>
              <a:gd name="connsiteY20" fmla="*/ 208756 h 361333"/>
              <a:gd name="connsiteX21" fmla="*/ 120131 w 361670"/>
              <a:gd name="connsiteY21" fmla="*/ 222801 h 361333"/>
              <a:gd name="connsiteX22" fmla="*/ 116936 w 361670"/>
              <a:gd name="connsiteY22" fmla="*/ 234292 h 361333"/>
              <a:gd name="connsiteX23" fmla="*/ 116936 w 361670"/>
              <a:gd name="connsiteY23" fmla="*/ 265574 h 361333"/>
              <a:gd name="connsiteX24" fmla="*/ 111185 w 361670"/>
              <a:gd name="connsiteY24" fmla="*/ 271319 h 361333"/>
              <a:gd name="connsiteX25" fmla="*/ 105434 w 361670"/>
              <a:gd name="connsiteY25" fmla="*/ 265574 h 361333"/>
              <a:gd name="connsiteX26" fmla="*/ 105434 w 361670"/>
              <a:gd name="connsiteY26" fmla="*/ 233654 h 361333"/>
              <a:gd name="connsiteX27" fmla="*/ 109268 w 361670"/>
              <a:gd name="connsiteY27" fmla="*/ 218332 h 361333"/>
              <a:gd name="connsiteX28" fmla="*/ 113741 w 361670"/>
              <a:gd name="connsiteY28" fmla="*/ 200457 h 361333"/>
              <a:gd name="connsiteX29" fmla="*/ 113741 w 361670"/>
              <a:gd name="connsiteY29" fmla="*/ 158961 h 361333"/>
              <a:gd name="connsiteX30" fmla="*/ 113102 w 361670"/>
              <a:gd name="connsiteY30" fmla="*/ 157046 h 361333"/>
              <a:gd name="connsiteX31" fmla="*/ 111824 w 361670"/>
              <a:gd name="connsiteY31" fmla="*/ 156408 h 361333"/>
              <a:gd name="connsiteX32" fmla="*/ 111824 w 361670"/>
              <a:gd name="connsiteY32" fmla="*/ 156408 h 361333"/>
              <a:gd name="connsiteX33" fmla="*/ 110546 w 361670"/>
              <a:gd name="connsiteY33" fmla="*/ 157046 h 361333"/>
              <a:gd name="connsiteX34" fmla="*/ 109907 w 361670"/>
              <a:gd name="connsiteY34" fmla="*/ 158323 h 361333"/>
              <a:gd name="connsiteX35" fmla="*/ 109907 w 361670"/>
              <a:gd name="connsiteY35" fmla="*/ 158961 h 361333"/>
              <a:gd name="connsiteX36" fmla="*/ 109907 w 361670"/>
              <a:gd name="connsiteY36" fmla="*/ 183220 h 361333"/>
              <a:gd name="connsiteX37" fmla="*/ 104156 w 361670"/>
              <a:gd name="connsiteY37" fmla="*/ 188966 h 361333"/>
              <a:gd name="connsiteX38" fmla="*/ 98405 w 361670"/>
              <a:gd name="connsiteY38" fmla="*/ 183220 h 361333"/>
              <a:gd name="connsiteX39" fmla="*/ 98405 w 361670"/>
              <a:gd name="connsiteY39" fmla="*/ 182582 h 361333"/>
              <a:gd name="connsiteX40" fmla="*/ 98405 w 361670"/>
              <a:gd name="connsiteY40" fmla="*/ 149385 h 361333"/>
              <a:gd name="connsiteX41" fmla="*/ 98405 w 361670"/>
              <a:gd name="connsiteY41" fmla="*/ 139171 h 361333"/>
              <a:gd name="connsiteX42" fmla="*/ 96488 w 361670"/>
              <a:gd name="connsiteY42" fmla="*/ 137256 h 361333"/>
              <a:gd name="connsiteX43" fmla="*/ 96488 w 361670"/>
              <a:gd name="connsiteY43" fmla="*/ 137256 h 361333"/>
              <a:gd name="connsiteX44" fmla="*/ 94571 w 361670"/>
              <a:gd name="connsiteY44" fmla="*/ 139171 h 361333"/>
              <a:gd name="connsiteX45" fmla="*/ 94571 w 361670"/>
              <a:gd name="connsiteY45" fmla="*/ 139809 h 361333"/>
              <a:gd name="connsiteX46" fmla="*/ 94571 w 361670"/>
              <a:gd name="connsiteY46" fmla="*/ 176836 h 361333"/>
              <a:gd name="connsiteX47" fmla="*/ 88820 w 361670"/>
              <a:gd name="connsiteY47" fmla="*/ 182582 h 361333"/>
              <a:gd name="connsiteX48" fmla="*/ 88820 w 361670"/>
              <a:gd name="connsiteY48" fmla="*/ 182582 h 361333"/>
              <a:gd name="connsiteX49" fmla="*/ 83069 w 361670"/>
              <a:gd name="connsiteY49" fmla="*/ 176836 h 361333"/>
              <a:gd name="connsiteX50" fmla="*/ 83069 w 361670"/>
              <a:gd name="connsiteY50" fmla="*/ 132148 h 361333"/>
              <a:gd name="connsiteX51" fmla="*/ 81152 w 361670"/>
              <a:gd name="connsiteY51" fmla="*/ 129595 h 361333"/>
              <a:gd name="connsiteX52" fmla="*/ 79235 w 361670"/>
              <a:gd name="connsiteY52" fmla="*/ 131510 h 361333"/>
              <a:gd name="connsiteX53" fmla="*/ 79235 w 361670"/>
              <a:gd name="connsiteY53" fmla="*/ 132148 h 361333"/>
              <a:gd name="connsiteX54" fmla="*/ 79235 w 361670"/>
              <a:gd name="connsiteY54" fmla="*/ 137256 h 361333"/>
              <a:gd name="connsiteX55" fmla="*/ 79235 w 361670"/>
              <a:gd name="connsiteY55" fmla="*/ 138532 h 361333"/>
              <a:gd name="connsiteX56" fmla="*/ 79235 w 361670"/>
              <a:gd name="connsiteY56" fmla="*/ 139171 h 361333"/>
              <a:gd name="connsiteX57" fmla="*/ 79235 w 361670"/>
              <a:gd name="connsiteY57" fmla="*/ 176198 h 361333"/>
              <a:gd name="connsiteX58" fmla="*/ 73484 w 361670"/>
              <a:gd name="connsiteY58" fmla="*/ 181944 h 361333"/>
              <a:gd name="connsiteX59" fmla="*/ 73484 w 361670"/>
              <a:gd name="connsiteY59" fmla="*/ 181944 h 361333"/>
              <a:gd name="connsiteX60" fmla="*/ 67734 w 361670"/>
              <a:gd name="connsiteY60" fmla="*/ 176198 h 361333"/>
              <a:gd name="connsiteX61" fmla="*/ 67734 w 361670"/>
              <a:gd name="connsiteY61" fmla="*/ 138532 h 361333"/>
              <a:gd name="connsiteX62" fmla="*/ 67094 w 361670"/>
              <a:gd name="connsiteY62" fmla="*/ 137256 h 361333"/>
              <a:gd name="connsiteX63" fmla="*/ 65817 w 361670"/>
              <a:gd name="connsiteY63" fmla="*/ 136617 h 361333"/>
              <a:gd name="connsiteX64" fmla="*/ 65817 w 361670"/>
              <a:gd name="connsiteY64" fmla="*/ 136617 h 361333"/>
              <a:gd name="connsiteX65" fmla="*/ 63899 w 361670"/>
              <a:gd name="connsiteY65" fmla="*/ 138532 h 361333"/>
              <a:gd name="connsiteX66" fmla="*/ 63899 w 361670"/>
              <a:gd name="connsiteY66" fmla="*/ 139171 h 361333"/>
              <a:gd name="connsiteX67" fmla="*/ 63899 w 361670"/>
              <a:gd name="connsiteY67" fmla="*/ 193435 h 361333"/>
              <a:gd name="connsiteX68" fmla="*/ 61344 w 361670"/>
              <a:gd name="connsiteY68" fmla="*/ 197903 h 361333"/>
              <a:gd name="connsiteX69" fmla="*/ 56232 w 361670"/>
              <a:gd name="connsiteY69" fmla="*/ 198542 h 361333"/>
              <a:gd name="connsiteX70" fmla="*/ 53676 w 361670"/>
              <a:gd name="connsiteY70" fmla="*/ 195988 h 361333"/>
              <a:gd name="connsiteX71" fmla="*/ 43452 w 361670"/>
              <a:gd name="connsiteY71" fmla="*/ 176198 h 361333"/>
              <a:gd name="connsiteX72" fmla="*/ 40896 w 361670"/>
              <a:gd name="connsiteY72" fmla="*/ 175560 h 361333"/>
              <a:gd name="connsiteX73" fmla="*/ 39618 w 361670"/>
              <a:gd name="connsiteY73" fmla="*/ 178752 h 361333"/>
              <a:gd name="connsiteX74" fmla="*/ 46647 w 361670"/>
              <a:gd name="connsiteY74" fmla="*/ 194073 h 361333"/>
              <a:gd name="connsiteX75" fmla="*/ 61982 w 361670"/>
              <a:gd name="connsiteY75" fmla="*/ 216417 h 361333"/>
              <a:gd name="connsiteX76" fmla="*/ 67734 w 361670"/>
              <a:gd name="connsiteY76" fmla="*/ 232377 h 361333"/>
              <a:gd name="connsiteX77" fmla="*/ 67734 w 361670"/>
              <a:gd name="connsiteY77" fmla="*/ 263658 h 361333"/>
              <a:gd name="connsiteX78" fmla="*/ 61982 w 361670"/>
              <a:gd name="connsiteY78" fmla="*/ 269404 h 361333"/>
              <a:gd name="connsiteX79" fmla="*/ 56232 w 361670"/>
              <a:gd name="connsiteY79" fmla="*/ 263658 h 361333"/>
              <a:gd name="connsiteX80" fmla="*/ 56232 w 361670"/>
              <a:gd name="connsiteY80" fmla="*/ 232377 h 361333"/>
              <a:gd name="connsiteX81" fmla="*/ 53037 w 361670"/>
              <a:gd name="connsiteY81" fmla="*/ 222801 h 361333"/>
              <a:gd name="connsiteX82" fmla="*/ 36423 w 361670"/>
              <a:gd name="connsiteY82" fmla="*/ 199180 h 361333"/>
              <a:gd name="connsiteX83" fmla="*/ 28116 w 361670"/>
              <a:gd name="connsiteY83" fmla="*/ 181944 h 361333"/>
              <a:gd name="connsiteX84" fmla="*/ 28116 w 361670"/>
              <a:gd name="connsiteY84" fmla="*/ 181305 h 361333"/>
              <a:gd name="connsiteX85" fmla="*/ 35784 w 361670"/>
              <a:gd name="connsiteY85" fmla="*/ 164707 h 361333"/>
              <a:gd name="connsiteX86" fmla="*/ 52398 w 361670"/>
              <a:gd name="connsiteY86" fmla="*/ 169814 h 361333"/>
              <a:gd name="connsiteX87" fmla="*/ 52398 w 361670"/>
              <a:gd name="connsiteY87" fmla="*/ 137894 h 361333"/>
              <a:gd name="connsiteX88" fmla="*/ 52398 w 361670"/>
              <a:gd name="connsiteY88" fmla="*/ 137256 h 361333"/>
              <a:gd name="connsiteX89" fmla="*/ 65817 w 361670"/>
              <a:gd name="connsiteY89" fmla="*/ 124488 h 361333"/>
              <a:gd name="connsiteX90" fmla="*/ 69012 w 361670"/>
              <a:gd name="connsiteY90" fmla="*/ 125126 h 361333"/>
              <a:gd name="connsiteX91" fmla="*/ 81152 w 361670"/>
              <a:gd name="connsiteY91" fmla="*/ 117465 h 361333"/>
              <a:gd name="connsiteX92" fmla="*/ 81152 w 361670"/>
              <a:gd name="connsiteY92" fmla="*/ 117465 h 361333"/>
              <a:gd name="connsiteX93" fmla="*/ 90737 w 361670"/>
              <a:gd name="connsiteY93" fmla="*/ 121296 h 361333"/>
              <a:gd name="connsiteX94" fmla="*/ 93293 w 361670"/>
              <a:gd name="connsiteY94" fmla="*/ 125126 h 361333"/>
              <a:gd name="connsiteX95" fmla="*/ 96488 w 361670"/>
              <a:gd name="connsiteY95" fmla="*/ 124488 h 361333"/>
              <a:gd name="connsiteX96" fmla="*/ 109907 w 361670"/>
              <a:gd name="connsiteY96" fmla="*/ 137894 h 361333"/>
              <a:gd name="connsiteX97" fmla="*/ 109907 w 361670"/>
              <a:gd name="connsiteY97" fmla="*/ 144278 h 361333"/>
              <a:gd name="connsiteX98" fmla="*/ 112463 w 361670"/>
              <a:gd name="connsiteY98" fmla="*/ 144278 h 361333"/>
              <a:gd name="connsiteX99" fmla="*/ 122048 w 361670"/>
              <a:gd name="connsiteY99" fmla="*/ 148108 h 361333"/>
              <a:gd name="connsiteX100" fmla="*/ 125882 w 361670"/>
              <a:gd name="connsiteY100" fmla="*/ 157684 h 361333"/>
              <a:gd name="connsiteX101" fmla="*/ 125882 w 361670"/>
              <a:gd name="connsiteY101" fmla="*/ 199819 h 361333"/>
              <a:gd name="connsiteX102" fmla="*/ 120131 w 361670"/>
              <a:gd name="connsiteY102" fmla="*/ 222801 h 361333"/>
              <a:gd name="connsiteX103" fmla="*/ 198088 w 361670"/>
              <a:gd name="connsiteY103" fmla="*/ 182582 h 361333"/>
              <a:gd name="connsiteX104" fmla="*/ 194893 w 361670"/>
              <a:gd name="connsiteY104" fmla="*/ 185774 h 361333"/>
              <a:gd name="connsiteX105" fmla="*/ 185308 w 361670"/>
              <a:gd name="connsiteY105" fmla="*/ 195988 h 361333"/>
              <a:gd name="connsiteX106" fmla="*/ 184669 w 361670"/>
              <a:gd name="connsiteY106" fmla="*/ 196627 h 361333"/>
              <a:gd name="connsiteX107" fmla="*/ 184669 w 361670"/>
              <a:gd name="connsiteY107" fmla="*/ 196627 h 361333"/>
              <a:gd name="connsiteX108" fmla="*/ 184669 w 361670"/>
              <a:gd name="connsiteY108" fmla="*/ 196627 h 361333"/>
              <a:gd name="connsiteX109" fmla="*/ 184031 w 361670"/>
              <a:gd name="connsiteY109" fmla="*/ 195988 h 361333"/>
              <a:gd name="connsiteX110" fmla="*/ 171251 w 361670"/>
              <a:gd name="connsiteY110" fmla="*/ 182582 h 361333"/>
              <a:gd name="connsiteX111" fmla="*/ 171251 w 361670"/>
              <a:gd name="connsiteY111" fmla="*/ 170452 h 361333"/>
              <a:gd name="connsiteX112" fmla="*/ 177001 w 361670"/>
              <a:gd name="connsiteY112" fmla="*/ 167899 h 361333"/>
              <a:gd name="connsiteX113" fmla="*/ 182752 w 361670"/>
              <a:gd name="connsiteY113" fmla="*/ 170452 h 361333"/>
              <a:gd name="connsiteX114" fmla="*/ 184669 w 361670"/>
              <a:gd name="connsiteY114" fmla="*/ 172368 h 361333"/>
              <a:gd name="connsiteX115" fmla="*/ 186586 w 361670"/>
              <a:gd name="connsiteY115" fmla="*/ 170452 h 361333"/>
              <a:gd name="connsiteX116" fmla="*/ 192337 w 361670"/>
              <a:gd name="connsiteY116" fmla="*/ 167899 h 361333"/>
              <a:gd name="connsiteX117" fmla="*/ 198088 w 361670"/>
              <a:gd name="connsiteY117" fmla="*/ 170452 h 361333"/>
              <a:gd name="connsiteX118" fmla="*/ 198088 w 361670"/>
              <a:gd name="connsiteY118" fmla="*/ 182582 h 361333"/>
              <a:gd name="connsiteX119" fmla="*/ 219175 w 361670"/>
              <a:gd name="connsiteY119" fmla="*/ 193435 h 361333"/>
              <a:gd name="connsiteX120" fmla="*/ 215980 w 361670"/>
              <a:gd name="connsiteY120" fmla="*/ 204926 h 361333"/>
              <a:gd name="connsiteX121" fmla="*/ 215980 w 361670"/>
              <a:gd name="connsiteY121" fmla="*/ 265574 h 361333"/>
              <a:gd name="connsiteX122" fmla="*/ 210229 w 361670"/>
              <a:gd name="connsiteY122" fmla="*/ 271319 h 361333"/>
              <a:gd name="connsiteX123" fmla="*/ 204478 w 361670"/>
              <a:gd name="connsiteY123" fmla="*/ 265574 h 361333"/>
              <a:gd name="connsiteX124" fmla="*/ 204478 w 361670"/>
              <a:gd name="connsiteY124" fmla="*/ 204287 h 361333"/>
              <a:gd name="connsiteX125" fmla="*/ 208312 w 361670"/>
              <a:gd name="connsiteY125" fmla="*/ 188966 h 361333"/>
              <a:gd name="connsiteX126" fmla="*/ 212785 w 361670"/>
              <a:gd name="connsiteY126" fmla="*/ 171091 h 361333"/>
              <a:gd name="connsiteX127" fmla="*/ 212785 w 361670"/>
              <a:gd name="connsiteY127" fmla="*/ 120019 h 361333"/>
              <a:gd name="connsiteX128" fmla="*/ 210868 w 361670"/>
              <a:gd name="connsiteY128" fmla="*/ 117465 h 361333"/>
              <a:gd name="connsiteX129" fmla="*/ 210868 w 361670"/>
              <a:gd name="connsiteY129" fmla="*/ 117465 h 361333"/>
              <a:gd name="connsiteX130" fmla="*/ 208951 w 361670"/>
              <a:gd name="connsiteY130" fmla="*/ 119380 h 361333"/>
              <a:gd name="connsiteX131" fmla="*/ 208951 w 361670"/>
              <a:gd name="connsiteY131" fmla="*/ 120019 h 361333"/>
              <a:gd name="connsiteX132" fmla="*/ 208312 w 361670"/>
              <a:gd name="connsiteY132" fmla="*/ 154492 h 361333"/>
              <a:gd name="connsiteX133" fmla="*/ 202561 w 361670"/>
              <a:gd name="connsiteY133" fmla="*/ 160238 h 361333"/>
              <a:gd name="connsiteX134" fmla="*/ 202561 w 361670"/>
              <a:gd name="connsiteY134" fmla="*/ 160238 h 361333"/>
              <a:gd name="connsiteX135" fmla="*/ 196810 w 361670"/>
              <a:gd name="connsiteY135" fmla="*/ 154492 h 361333"/>
              <a:gd name="connsiteX136" fmla="*/ 196810 w 361670"/>
              <a:gd name="connsiteY136" fmla="*/ 153854 h 361333"/>
              <a:gd name="connsiteX137" fmla="*/ 196810 w 361670"/>
              <a:gd name="connsiteY137" fmla="*/ 111081 h 361333"/>
              <a:gd name="connsiteX138" fmla="*/ 196810 w 361670"/>
              <a:gd name="connsiteY138" fmla="*/ 100867 h 361333"/>
              <a:gd name="connsiteX139" fmla="*/ 194893 w 361670"/>
              <a:gd name="connsiteY139" fmla="*/ 98952 h 361333"/>
              <a:gd name="connsiteX140" fmla="*/ 194893 w 361670"/>
              <a:gd name="connsiteY140" fmla="*/ 98952 h 361333"/>
              <a:gd name="connsiteX141" fmla="*/ 193615 w 361670"/>
              <a:gd name="connsiteY141" fmla="*/ 99590 h 361333"/>
              <a:gd name="connsiteX142" fmla="*/ 192976 w 361670"/>
              <a:gd name="connsiteY142" fmla="*/ 100867 h 361333"/>
              <a:gd name="connsiteX143" fmla="*/ 192976 w 361670"/>
              <a:gd name="connsiteY143" fmla="*/ 101505 h 361333"/>
              <a:gd name="connsiteX144" fmla="*/ 192976 w 361670"/>
              <a:gd name="connsiteY144" fmla="*/ 148108 h 361333"/>
              <a:gd name="connsiteX145" fmla="*/ 187225 w 361670"/>
              <a:gd name="connsiteY145" fmla="*/ 153854 h 361333"/>
              <a:gd name="connsiteX146" fmla="*/ 187225 w 361670"/>
              <a:gd name="connsiteY146" fmla="*/ 153854 h 361333"/>
              <a:gd name="connsiteX147" fmla="*/ 181474 w 361670"/>
              <a:gd name="connsiteY147" fmla="*/ 148108 h 361333"/>
              <a:gd name="connsiteX148" fmla="*/ 181474 w 361670"/>
              <a:gd name="connsiteY148" fmla="*/ 93844 h 361333"/>
              <a:gd name="connsiteX149" fmla="*/ 180836 w 361670"/>
              <a:gd name="connsiteY149" fmla="*/ 91929 h 361333"/>
              <a:gd name="connsiteX150" fmla="*/ 179557 w 361670"/>
              <a:gd name="connsiteY150" fmla="*/ 91291 h 361333"/>
              <a:gd name="connsiteX151" fmla="*/ 179557 w 361670"/>
              <a:gd name="connsiteY151" fmla="*/ 91291 h 361333"/>
              <a:gd name="connsiteX152" fmla="*/ 178279 w 361670"/>
              <a:gd name="connsiteY152" fmla="*/ 91929 h 361333"/>
              <a:gd name="connsiteX153" fmla="*/ 177641 w 361670"/>
              <a:gd name="connsiteY153" fmla="*/ 93206 h 361333"/>
              <a:gd name="connsiteX154" fmla="*/ 177641 w 361670"/>
              <a:gd name="connsiteY154" fmla="*/ 93844 h 361333"/>
              <a:gd name="connsiteX155" fmla="*/ 177641 w 361670"/>
              <a:gd name="connsiteY155" fmla="*/ 99590 h 361333"/>
              <a:gd name="connsiteX156" fmla="*/ 177641 w 361670"/>
              <a:gd name="connsiteY156" fmla="*/ 100228 h 361333"/>
              <a:gd name="connsiteX157" fmla="*/ 177641 w 361670"/>
              <a:gd name="connsiteY157" fmla="*/ 148108 h 361333"/>
              <a:gd name="connsiteX158" fmla="*/ 171889 w 361670"/>
              <a:gd name="connsiteY158" fmla="*/ 153854 h 361333"/>
              <a:gd name="connsiteX159" fmla="*/ 171889 w 361670"/>
              <a:gd name="connsiteY159" fmla="*/ 153854 h 361333"/>
              <a:gd name="connsiteX160" fmla="*/ 166138 w 361670"/>
              <a:gd name="connsiteY160" fmla="*/ 148108 h 361333"/>
              <a:gd name="connsiteX161" fmla="*/ 166138 w 361670"/>
              <a:gd name="connsiteY161" fmla="*/ 100228 h 361333"/>
              <a:gd name="connsiteX162" fmla="*/ 165500 w 361670"/>
              <a:gd name="connsiteY162" fmla="*/ 98952 h 361333"/>
              <a:gd name="connsiteX163" fmla="*/ 164221 w 361670"/>
              <a:gd name="connsiteY163" fmla="*/ 98313 h 361333"/>
              <a:gd name="connsiteX164" fmla="*/ 162943 w 361670"/>
              <a:gd name="connsiteY164" fmla="*/ 98952 h 361333"/>
              <a:gd name="connsiteX165" fmla="*/ 162305 w 361670"/>
              <a:gd name="connsiteY165" fmla="*/ 100228 h 361333"/>
              <a:gd name="connsiteX166" fmla="*/ 162305 w 361670"/>
              <a:gd name="connsiteY166" fmla="*/ 100867 h 361333"/>
              <a:gd name="connsiteX167" fmla="*/ 162305 w 361670"/>
              <a:gd name="connsiteY167" fmla="*/ 164707 h 361333"/>
              <a:gd name="connsiteX168" fmla="*/ 159748 w 361670"/>
              <a:gd name="connsiteY168" fmla="*/ 169176 h 361333"/>
              <a:gd name="connsiteX169" fmla="*/ 154637 w 361670"/>
              <a:gd name="connsiteY169" fmla="*/ 169814 h 361333"/>
              <a:gd name="connsiteX170" fmla="*/ 152081 w 361670"/>
              <a:gd name="connsiteY170" fmla="*/ 167260 h 361333"/>
              <a:gd name="connsiteX171" fmla="*/ 141857 w 361670"/>
              <a:gd name="connsiteY171" fmla="*/ 147470 h 361333"/>
              <a:gd name="connsiteX172" fmla="*/ 139301 w 361670"/>
              <a:gd name="connsiteY172" fmla="*/ 146832 h 361333"/>
              <a:gd name="connsiteX173" fmla="*/ 138662 w 361670"/>
              <a:gd name="connsiteY173" fmla="*/ 150662 h 361333"/>
              <a:gd name="connsiteX174" fmla="*/ 145691 w 361670"/>
              <a:gd name="connsiteY174" fmla="*/ 165345 h 361333"/>
              <a:gd name="connsiteX175" fmla="*/ 161027 w 361670"/>
              <a:gd name="connsiteY175" fmla="*/ 187689 h 361333"/>
              <a:gd name="connsiteX176" fmla="*/ 166778 w 361670"/>
              <a:gd name="connsiteY176" fmla="*/ 203649 h 361333"/>
              <a:gd name="connsiteX177" fmla="*/ 166778 w 361670"/>
              <a:gd name="connsiteY177" fmla="*/ 264297 h 361333"/>
              <a:gd name="connsiteX178" fmla="*/ 161027 w 361670"/>
              <a:gd name="connsiteY178" fmla="*/ 270042 h 361333"/>
              <a:gd name="connsiteX179" fmla="*/ 155276 w 361670"/>
              <a:gd name="connsiteY179" fmla="*/ 264297 h 361333"/>
              <a:gd name="connsiteX180" fmla="*/ 155276 w 361670"/>
              <a:gd name="connsiteY180" fmla="*/ 203649 h 361333"/>
              <a:gd name="connsiteX181" fmla="*/ 152081 w 361670"/>
              <a:gd name="connsiteY181" fmla="*/ 194073 h 361333"/>
              <a:gd name="connsiteX182" fmla="*/ 135467 w 361670"/>
              <a:gd name="connsiteY182" fmla="*/ 170452 h 361333"/>
              <a:gd name="connsiteX183" fmla="*/ 127160 w 361670"/>
              <a:gd name="connsiteY183" fmla="*/ 153216 h 361333"/>
              <a:gd name="connsiteX184" fmla="*/ 134828 w 361670"/>
              <a:gd name="connsiteY184" fmla="*/ 135979 h 361333"/>
              <a:gd name="connsiteX185" fmla="*/ 151442 w 361670"/>
              <a:gd name="connsiteY185" fmla="*/ 141086 h 361333"/>
              <a:gd name="connsiteX186" fmla="*/ 151442 w 361670"/>
              <a:gd name="connsiteY186" fmla="*/ 99590 h 361333"/>
              <a:gd name="connsiteX187" fmla="*/ 151442 w 361670"/>
              <a:gd name="connsiteY187" fmla="*/ 98952 h 361333"/>
              <a:gd name="connsiteX188" fmla="*/ 155276 w 361670"/>
              <a:gd name="connsiteY188" fmla="*/ 90014 h 361333"/>
              <a:gd name="connsiteX189" fmla="*/ 164861 w 361670"/>
              <a:gd name="connsiteY189" fmla="*/ 86184 h 361333"/>
              <a:gd name="connsiteX190" fmla="*/ 168056 w 361670"/>
              <a:gd name="connsiteY190" fmla="*/ 86822 h 361333"/>
              <a:gd name="connsiteX191" fmla="*/ 170611 w 361670"/>
              <a:gd name="connsiteY191" fmla="*/ 82992 h 361333"/>
              <a:gd name="connsiteX192" fmla="*/ 180196 w 361670"/>
              <a:gd name="connsiteY192" fmla="*/ 79161 h 361333"/>
              <a:gd name="connsiteX193" fmla="*/ 189781 w 361670"/>
              <a:gd name="connsiteY193" fmla="*/ 82992 h 361333"/>
              <a:gd name="connsiteX194" fmla="*/ 192337 w 361670"/>
              <a:gd name="connsiteY194" fmla="*/ 86822 h 361333"/>
              <a:gd name="connsiteX195" fmla="*/ 195532 w 361670"/>
              <a:gd name="connsiteY195" fmla="*/ 86184 h 361333"/>
              <a:gd name="connsiteX196" fmla="*/ 208951 w 361670"/>
              <a:gd name="connsiteY196" fmla="*/ 99590 h 361333"/>
              <a:gd name="connsiteX197" fmla="*/ 208951 w 361670"/>
              <a:gd name="connsiteY197" fmla="*/ 105974 h 361333"/>
              <a:gd name="connsiteX198" fmla="*/ 211507 w 361670"/>
              <a:gd name="connsiteY198" fmla="*/ 105974 h 361333"/>
              <a:gd name="connsiteX199" fmla="*/ 224926 w 361670"/>
              <a:gd name="connsiteY199" fmla="*/ 119380 h 361333"/>
              <a:gd name="connsiteX200" fmla="*/ 224926 w 361670"/>
              <a:gd name="connsiteY200" fmla="*/ 171091 h 361333"/>
              <a:gd name="connsiteX201" fmla="*/ 219175 w 361670"/>
              <a:gd name="connsiteY201" fmla="*/ 193435 h 361333"/>
              <a:gd name="connsiteX202" fmla="*/ 294576 w 361670"/>
              <a:gd name="connsiteY202" fmla="*/ 208756 h 361333"/>
              <a:gd name="connsiteX203" fmla="*/ 292020 w 361670"/>
              <a:gd name="connsiteY203" fmla="*/ 211310 h 361333"/>
              <a:gd name="connsiteX204" fmla="*/ 283713 w 361670"/>
              <a:gd name="connsiteY204" fmla="*/ 220247 h 361333"/>
              <a:gd name="connsiteX205" fmla="*/ 283075 w 361670"/>
              <a:gd name="connsiteY205" fmla="*/ 220247 h 361333"/>
              <a:gd name="connsiteX206" fmla="*/ 283075 w 361670"/>
              <a:gd name="connsiteY206" fmla="*/ 220247 h 361333"/>
              <a:gd name="connsiteX207" fmla="*/ 283075 w 361670"/>
              <a:gd name="connsiteY207" fmla="*/ 220247 h 361333"/>
              <a:gd name="connsiteX208" fmla="*/ 282435 w 361670"/>
              <a:gd name="connsiteY208" fmla="*/ 220247 h 361333"/>
              <a:gd name="connsiteX209" fmla="*/ 271572 w 361670"/>
              <a:gd name="connsiteY209" fmla="*/ 208756 h 361333"/>
              <a:gd name="connsiteX210" fmla="*/ 271572 w 361670"/>
              <a:gd name="connsiteY210" fmla="*/ 198542 h 361333"/>
              <a:gd name="connsiteX211" fmla="*/ 276685 w 361670"/>
              <a:gd name="connsiteY211" fmla="*/ 196627 h 361333"/>
              <a:gd name="connsiteX212" fmla="*/ 281796 w 361670"/>
              <a:gd name="connsiteY212" fmla="*/ 198542 h 361333"/>
              <a:gd name="connsiteX213" fmla="*/ 283713 w 361670"/>
              <a:gd name="connsiteY213" fmla="*/ 200457 h 361333"/>
              <a:gd name="connsiteX214" fmla="*/ 285630 w 361670"/>
              <a:gd name="connsiteY214" fmla="*/ 198542 h 361333"/>
              <a:gd name="connsiteX215" fmla="*/ 290742 w 361670"/>
              <a:gd name="connsiteY215" fmla="*/ 196627 h 361333"/>
              <a:gd name="connsiteX216" fmla="*/ 295854 w 361670"/>
              <a:gd name="connsiteY216" fmla="*/ 198542 h 361333"/>
              <a:gd name="connsiteX217" fmla="*/ 294576 w 361670"/>
              <a:gd name="connsiteY217" fmla="*/ 208756 h 361333"/>
              <a:gd name="connsiteX218" fmla="*/ 314385 w 361670"/>
              <a:gd name="connsiteY218" fmla="*/ 265574 h 361333"/>
              <a:gd name="connsiteX219" fmla="*/ 308634 w 361670"/>
              <a:gd name="connsiteY219" fmla="*/ 271319 h 361333"/>
              <a:gd name="connsiteX220" fmla="*/ 302883 w 361670"/>
              <a:gd name="connsiteY220" fmla="*/ 265574 h 361333"/>
              <a:gd name="connsiteX221" fmla="*/ 302883 w 361670"/>
              <a:gd name="connsiteY221" fmla="*/ 233654 h 361333"/>
              <a:gd name="connsiteX222" fmla="*/ 306717 w 361670"/>
              <a:gd name="connsiteY222" fmla="*/ 218332 h 361333"/>
              <a:gd name="connsiteX223" fmla="*/ 311190 w 361670"/>
              <a:gd name="connsiteY223" fmla="*/ 200457 h 361333"/>
              <a:gd name="connsiteX224" fmla="*/ 311190 w 361670"/>
              <a:gd name="connsiteY224" fmla="*/ 158961 h 361333"/>
              <a:gd name="connsiteX225" fmla="*/ 310551 w 361670"/>
              <a:gd name="connsiteY225" fmla="*/ 157046 h 361333"/>
              <a:gd name="connsiteX226" fmla="*/ 309273 w 361670"/>
              <a:gd name="connsiteY226" fmla="*/ 156408 h 361333"/>
              <a:gd name="connsiteX227" fmla="*/ 309273 w 361670"/>
              <a:gd name="connsiteY227" fmla="*/ 156408 h 361333"/>
              <a:gd name="connsiteX228" fmla="*/ 307995 w 361670"/>
              <a:gd name="connsiteY228" fmla="*/ 157046 h 361333"/>
              <a:gd name="connsiteX229" fmla="*/ 307356 w 361670"/>
              <a:gd name="connsiteY229" fmla="*/ 158323 h 361333"/>
              <a:gd name="connsiteX230" fmla="*/ 307356 w 361670"/>
              <a:gd name="connsiteY230" fmla="*/ 158961 h 361333"/>
              <a:gd name="connsiteX231" fmla="*/ 306717 w 361670"/>
              <a:gd name="connsiteY231" fmla="*/ 183220 h 361333"/>
              <a:gd name="connsiteX232" fmla="*/ 300966 w 361670"/>
              <a:gd name="connsiteY232" fmla="*/ 188966 h 361333"/>
              <a:gd name="connsiteX233" fmla="*/ 300966 w 361670"/>
              <a:gd name="connsiteY233" fmla="*/ 188966 h 361333"/>
              <a:gd name="connsiteX234" fmla="*/ 295215 w 361670"/>
              <a:gd name="connsiteY234" fmla="*/ 183220 h 361333"/>
              <a:gd name="connsiteX235" fmla="*/ 295215 w 361670"/>
              <a:gd name="connsiteY235" fmla="*/ 182582 h 361333"/>
              <a:gd name="connsiteX236" fmla="*/ 295215 w 361670"/>
              <a:gd name="connsiteY236" fmla="*/ 149385 h 361333"/>
              <a:gd name="connsiteX237" fmla="*/ 295215 w 361670"/>
              <a:gd name="connsiteY237" fmla="*/ 139171 h 361333"/>
              <a:gd name="connsiteX238" fmla="*/ 293298 w 361670"/>
              <a:gd name="connsiteY238" fmla="*/ 137256 h 361333"/>
              <a:gd name="connsiteX239" fmla="*/ 293298 w 361670"/>
              <a:gd name="connsiteY239" fmla="*/ 137256 h 361333"/>
              <a:gd name="connsiteX240" fmla="*/ 291381 w 361670"/>
              <a:gd name="connsiteY240" fmla="*/ 139171 h 361333"/>
              <a:gd name="connsiteX241" fmla="*/ 291381 w 361670"/>
              <a:gd name="connsiteY241" fmla="*/ 139809 h 361333"/>
              <a:gd name="connsiteX242" fmla="*/ 291381 w 361670"/>
              <a:gd name="connsiteY242" fmla="*/ 176836 h 361333"/>
              <a:gd name="connsiteX243" fmla="*/ 285630 w 361670"/>
              <a:gd name="connsiteY243" fmla="*/ 182582 h 361333"/>
              <a:gd name="connsiteX244" fmla="*/ 285630 w 361670"/>
              <a:gd name="connsiteY244" fmla="*/ 182582 h 361333"/>
              <a:gd name="connsiteX245" fmla="*/ 279880 w 361670"/>
              <a:gd name="connsiteY245" fmla="*/ 176836 h 361333"/>
              <a:gd name="connsiteX246" fmla="*/ 279880 w 361670"/>
              <a:gd name="connsiteY246" fmla="*/ 132148 h 361333"/>
              <a:gd name="connsiteX247" fmla="*/ 277962 w 361670"/>
              <a:gd name="connsiteY247" fmla="*/ 129595 h 361333"/>
              <a:gd name="connsiteX248" fmla="*/ 277962 w 361670"/>
              <a:gd name="connsiteY248" fmla="*/ 129595 h 361333"/>
              <a:gd name="connsiteX249" fmla="*/ 276045 w 361670"/>
              <a:gd name="connsiteY249" fmla="*/ 131510 h 361333"/>
              <a:gd name="connsiteX250" fmla="*/ 276045 w 361670"/>
              <a:gd name="connsiteY250" fmla="*/ 132148 h 361333"/>
              <a:gd name="connsiteX251" fmla="*/ 276045 w 361670"/>
              <a:gd name="connsiteY251" fmla="*/ 137894 h 361333"/>
              <a:gd name="connsiteX252" fmla="*/ 276045 w 361670"/>
              <a:gd name="connsiteY252" fmla="*/ 138532 h 361333"/>
              <a:gd name="connsiteX253" fmla="*/ 276045 w 361670"/>
              <a:gd name="connsiteY253" fmla="*/ 139171 h 361333"/>
              <a:gd name="connsiteX254" fmla="*/ 276045 w 361670"/>
              <a:gd name="connsiteY254" fmla="*/ 176198 h 361333"/>
              <a:gd name="connsiteX255" fmla="*/ 270295 w 361670"/>
              <a:gd name="connsiteY255" fmla="*/ 181944 h 361333"/>
              <a:gd name="connsiteX256" fmla="*/ 270295 w 361670"/>
              <a:gd name="connsiteY256" fmla="*/ 181944 h 361333"/>
              <a:gd name="connsiteX257" fmla="*/ 264544 w 361670"/>
              <a:gd name="connsiteY257" fmla="*/ 176198 h 361333"/>
              <a:gd name="connsiteX258" fmla="*/ 264544 w 361670"/>
              <a:gd name="connsiteY258" fmla="*/ 138532 h 361333"/>
              <a:gd name="connsiteX259" fmla="*/ 263905 w 361670"/>
              <a:gd name="connsiteY259" fmla="*/ 137256 h 361333"/>
              <a:gd name="connsiteX260" fmla="*/ 262627 w 361670"/>
              <a:gd name="connsiteY260" fmla="*/ 136617 h 361333"/>
              <a:gd name="connsiteX261" fmla="*/ 262627 w 361670"/>
              <a:gd name="connsiteY261" fmla="*/ 136617 h 361333"/>
              <a:gd name="connsiteX262" fmla="*/ 260710 w 361670"/>
              <a:gd name="connsiteY262" fmla="*/ 138532 h 361333"/>
              <a:gd name="connsiteX263" fmla="*/ 260710 w 361670"/>
              <a:gd name="connsiteY263" fmla="*/ 139171 h 361333"/>
              <a:gd name="connsiteX264" fmla="*/ 260710 w 361670"/>
              <a:gd name="connsiteY264" fmla="*/ 193435 h 361333"/>
              <a:gd name="connsiteX265" fmla="*/ 258154 w 361670"/>
              <a:gd name="connsiteY265" fmla="*/ 197903 h 361333"/>
              <a:gd name="connsiteX266" fmla="*/ 253042 w 361670"/>
              <a:gd name="connsiteY266" fmla="*/ 198542 h 361333"/>
              <a:gd name="connsiteX267" fmla="*/ 250486 w 361670"/>
              <a:gd name="connsiteY267" fmla="*/ 195988 h 361333"/>
              <a:gd name="connsiteX268" fmla="*/ 240262 w 361670"/>
              <a:gd name="connsiteY268" fmla="*/ 176198 h 361333"/>
              <a:gd name="connsiteX269" fmla="*/ 237706 w 361670"/>
              <a:gd name="connsiteY269" fmla="*/ 175560 h 361333"/>
              <a:gd name="connsiteX270" fmla="*/ 236428 w 361670"/>
              <a:gd name="connsiteY270" fmla="*/ 178752 h 361333"/>
              <a:gd name="connsiteX271" fmla="*/ 243457 w 361670"/>
              <a:gd name="connsiteY271" fmla="*/ 194073 h 361333"/>
              <a:gd name="connsiteX272" fmla="*/ 258792 w 361670"/>
              <a:gd name="connsiteY272" fmla="*/ 216417 h 361333"/>
              <a:gd name="connsiteX273" fmla="*/ 264544 w 361670"/>
              <a:gd name="connsiteY273" fmla="*/ 232377 h 361333"/>
              <a:gd name="connsiteX274" fmla="*/ 264544 w 361670"/>
              <a:gd name="connsiteY274" fmla="*/ 263658 h 361333"/>
              <a:gd name="connsiteX275" fmla="*/ 258792 w 361670"/>
              <a:gd name="connsiteY275" fmla="*/ 269404 h 361333"/>
              <a:gd name="connsiteX276" fmla="*/ 253042 w 361670"/>
              <a:gd name="connsiteY276" fmla="*/ 263658 h 361333"/>
              <a:gd name="connsiteX277" fmla="*/ 253042 w 361670"/>
              <a:gd name="connsiteY277" fmla="*/ 232377 h 361333"/>
              <a:gd name="connsiteX278" fmla="*/ 249847 w 361670"/>
              <a:gd name="connsiteY278" fmla="*/ 222801 h 361333"/>
              <a:gd name="connsiteX279" fmla="*/ 233233 w 361670"/>
              <a:gd name="connsiteY279" fmla="*/ 199180 h 361333"/>
              <a:gd name="connsiteX280" fmla="*/ 224926 w 361670"/>
              <a:gd name="connsiteY280" fmla="*/ 181944 h 361333"/>
              <a:gd name="connsiteX281" fmla="*/ 224926 w 361670"/>
              <a:gd name="connsiteY281" fmla="*/ 181305 h 361333"/>
              <a:gd name="connsiteX282" fmla="*/ 232594 w 361670"/>
              <a:gd name="connsiteY282" fmla="*/ 164707 h 361333"/>
              <a:gd name="connsiteX283" fmla="*/ 249208 w 361670"/>
              <a:gd name="connsiteY283" fmla="*/ 169814 h 361333"/>
              <a:gd name="connsiteX284" fmla="*/ 249208 w 361670"/>
              <a:gd name="connsiteY284" fmla="*/ 137894 h 361333"/>
              <a:gd name="connsiteX285" fmla="*/ 249208 w 361670"/>
              <a:gd name="connsiteY285" fmla="*/ 137256 h 361333"/>
              <a:gd name="connsiteX286" fmla="*/ 262627 w 361670"/>
              <a:gd name="connsiteY286" fmla="*/ 124488 h 361333"/>
              <a:gd name="connsiteX287" fmla="*/ 265822 w 361670"/>
              <a:gd name="connsiteY287" fmla="*/ 125126 h 361333"/>
              <a:gd name="connsiteX288" fmla="*/ 277962 w 361670"/>
              <a:gd name="connsiteY288" fmla="*/ 117465 h 361333"/>
              <a:gd name="connsiteX289" fmla="*/ 290103 w 361670"/>
              <a:gd name="connsiteY289" fmla="*/ 125126 h 361333"/>
              <a:gd name="connsiteX290" fmla="*/ 293298 w 361670"/>
              <a:gd name="connsiteY290" fmla="*/ 124488 h 361333"/>
              <a:gd name="connsiteX291" fmla="*/ 306717 w 361670"/>
              <a:gd name="connsiteY291" fmla="*/ 137894 h 361333"/>
              <a:gd name="connsiteX292" fmla="*/ 306717 w 361670"/>
              <a:gd name="connsiteY292" fmla="*/ 144278 h 361333"/>
              <a:gd name="connsiteX293" fmla="*/ 309273 w 361670"/>
              <a:gd name="connsiteY293" fmla="*/ 144278 h 361333"/>
              <a:gd name="connsiteX294" fmla="*/ 318858 w 361670"/>
              <a:gd name="connsiteY294" fmla="*/ 148108 h 361333"/>
              <a:gd name="connsiteX295" fmla="*/ 322692 w 361670"/>
              <a:gd name="connsiteY295" fmla="*/ 157684 h 361333"/>
              <a:gd name="connsiteX296" fmla="*/ 322692 w 361670"/>
              <a:gd name="connsiteY296" fmla="*/ 199819 h 361333"/>
              <a:gd name="connsiteX297" fmla="*/ 317580 w 361670"/>
              <a:gd name="connsiteY297" fmla="*/ 221524 h 361333"/>
              <a:gd name="connsiteX298" fmla="*/ 314385 w 361670"/>
              <a:gd name="connsiteY298" fmla="*/ 233015 h 361333"/>
              <a:gd name="connsiteX299" fmla="*/ 314385 w 361670"/>
              <a:gd name="connsiteY299" fmla="*/ 26557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Lst>
            <a:rect l="l" t="t" r="r" b="b"/>
            <a:pathLst>
              <a:path w="361670" h="361333">
                <a:moveTo>
                  <a:pt x="180836" y="0"/>
                </a:moveTo>
                <a:cubicBezTo>
                  <a:pt x="80513" y="0"/>
                  <a:pt x="0" y="81076"/>
                  <a:pt x="0" y="180667"/>
                </a:cubicBezTo>
                <a:cubicBezTo>
                  <a:pt x="0" y="280895"/>
                  <a:pt x="81152" y="361333"/>
                  <a:pt x="180836" y="361333"/>
                </a:cubicBezTo>
                <a:cubicBezTo>
                  <a:pt x="280518" y="361333"/>
                  <a:pt x="361671" y="280257"/>
                  <a:pt x="361671" y="180667"/>
                </a:cubicBezTo>
                <a:cubicBezTo>
                  <a:pt x="361671" y="81076"/>
                  <a:pt x="280518" y="0"/>
                  <a:pt x="180836" y="0"/>
                </a:cubicBezTo>
                <a:close/>
                <a:moveTo>
                  <a:pt x="95849" y="208756"/>
                </a:moveTo>
                <a:lnTo>
                  <a:pt x="93293" y="211310"/>
                </a:lnTo>
                <a:lnTo>
                  <a:pt x="84986" y="220247"/>
                </a:lnTo>
                <a:cubicBezTo>
                  <a:pt x="84986" y="220247"/>
                  <a:pt x="84347" y="220247"/>
                  <a:pt x="84347" y="220247"/>
                </a:cubicBezTo>
                <a:cubicBezTo>
                  <a:pt x="84347" y="220247"/>
                  <a:pt x="84347" y="220247"/>
                  <a:pt x="84347" y="220247"/>
                </a:cubicBezTo>
                <a:cubicBezTo>
                  <a:pt x="84347" y="220247"/>
                  <a:pt x="84347" y="220247"/>
                  <a:pt x="84347" y="220247"/>
                </a:cubicBezTo>
                <a:cubicBezTo>
                  <a:pt x="84347" y="220247"/>
                  <a:pt x="83708" y="220247"/>
                  <a:pt x="83708" y="220247"/>
                </a:cubicBezTo>
                <a:lnTo>
                  <a:pt x="72845" y="208756"/>
                </a:lnTo>
                <a:cubicBezTo>
                  <a:pt x="70289" y="206203"/>
                  <a:pt x="70289" y="201734"/>
                  <a:pt x="72845" y="198542"/>
                </a:cubicBezTo>
                <a:cubicBezTo>
                  <a:pt x="74124" y="197265"/>
                  <a:pt x="76040" y="196627"/>
                  <a:pt x="77957" y="196627"/>
                </a:cubicBezTo>
                <a:cubicBezTo>
                  <a:pt x="79874" y="196627"/>
                  <a:pt x="81792" y="197265"/>
                  <a:pt x="83069" y="198542"/>
                </a:cubicBezTo>
                <a:lnTo>
                  <a:pt x="84986" y="200457"/>
                </a:lnTo>
                <a:lnTo>
                  <a:pt x="86903" y="198542"/>
                </a:lnTo>
                <a:cubicBezTo>
                  <a:pt x="88181" y="197265"/>
                  <a:pt x="90098" y="196627"/>
                  <a:pt x="92015" y="196627"/>
                </a:cubicBezTo>
                <a:cubicBezTo>
                  <a:pt x="93932" y="196627"/>
                  <a:pt x="95849" y="197265"/>
                  <a:pt x="97127" y="198542"/>
                </a:cubicBezTo>
                <a:cubicBezTo>
                  <a:pt x="98405" y="201095"/>
                  <a:pt x="98405" y="206203"/>
                  <a:pt x="95849" y="208756"/>
                </a:cubicBezTo>
                <a:close/>
                <a:moveTo>
                  <a:pt x="120131" y="222801"/>
                </a:moveTo>
                <a:cubicBezTo>
                  <a:pt x="118853" y="226631"/>
                  <a:pt x="117575" y="229823"/>
                  <a:pt x="116936" y="234292"/>
                </a:cubicBezTo>
                <a:lnTo>
                  <a:pt x="116936" y="265574"/>
                </a:lnTo>
                <a:cubicBezTo>
                  <a:pt x="116936" y="268766"/>
                  <a:pt x="114380" y="271319"/>
                  <a:pt x="111185" y="271319"/>
                </a:cubicBezTo>
                <a:cubicBezTo>
                  <a:pt x="107990" y="271319"/>
                  <a:pt x="105434" y="268766"/>
                  <a:pt x="105434" y="265574"/>
                </a:cubicBezTo>
                <a:lnTo>
                  <a:pt x="105434" y="233654"/>
                </a:lnTo>
                <a:cubicBezTo>
                  <a:pt x="106073" y="227270"/>
                  <a:pt x="107351" y="222801"/>
                  <a:pt x="109268" y="218332"/>
                </a:cubicBezTo>
                <a:cubicBezTo>
                  <a:pt x="111185" y="213225"/>
                  <a:pt x="113102" y="208118"/>
                  <a:pt x="113741" y="200457"/>
                </a:cubicBezTo>
                <a:lnTo>
                  <a:pt x="113741" y="158961"/>
                </a:lnTo>
                <a:cubicBezTo>
                  <a:pt x="113741" y="157684"/>
                  <a:pt x="113102" y="157046"/>
                  <a:pt x="113102" y="157046"/>
                </a:cubicBezTo>
                <a:cubicBezTo>
                  <a:pt x="113102" y="157046"/>
                  <a:pt x="112463" y="156408"/>
                  <a:pt x="111824" y="156408"/>
                </a:cubicBezTo>
                <a:cubicBezTo>
                  <a:pt x="111824" y="156408"/>
                  <a:pt x="111824" y="156408"/>
                  <a:pt x="111824" y="156408"/>
                </a:cubicBezTo>
                <a:cubicBezTo>
                  <a:pt x="111185" y="156408"/>
                  <a:pt x="110546" y="157046"/>
                  <a:pt x="110546" y="157046"/>
                </a:cubicBezTo>
                <a:cubicBezTo>
                  <a:pt x="110546" y="157046"/>
                  <a:pt x="109907" y="157684"/>
                  <a:pt x="109907" y="158323"/>
                </a:cubicBezTo>
                <a:cubicBezTo>
                  <a:pt x="109907" y="158323"/>
                  <a:pt x="109907" y="158961"/>
                  <a:pt x="109907" y="158961"/>
                </a:cubicBezTo>
                <a:lnTo>
                  <a:pt x="109907" y="183220"/>
                </a:lnTo>
                <a:cubicBezTo>
                  <a:pt x="109907" y="186412"/>
                  <a:pt x="107351" y="188966"/>
                  <a:pt x="104156" y="188966"/>
                </a:cubicBezTo>
                <a:cubicBezTo>
                  <a:pt x="100961" y="188966"/>
                  <a:pt x="98405" y="186412"/>
                  <a:pt x="98405" y="183220"/>
                </a:cubicBezTo>
                <a:lnTo>
                  <a:pt x="98405" y="182582"/>
                </a:lnTo>
                <a:lnTo>
                  <a:pt x="98405" y="149385"/>
                </a:lnTo>
                <a:lnTo>
                  <a:pt x="98405" y="139171"/>
                </a:lnTo>
                <a:cubicBezTo>
                  <a:pt x="98405" y="137894"/>
                  <a:pt x="97127" y="137256"/>
                  <a:pt x="96488" y="137256"/>
                </a:cubicBezTo>
                <a:cubicBezTo>
                  <a:pt x="96488" y="137256"/>
                  <a:pt x="96488" y="137256"/>
                  <a:pt x="96488" y="137256"/>
                </a:cubicBezTo>
                <a:cubicBezTo>
                  <a:pt x="95210" y="137256"/>
                  <a:pt x="94571" y="138532"/>
                  <a:pt x="94571" y="139171"/>
                </a:cubicBezTo>
                <a:cubicBezTo>
                  <a:pt x="94571" y="139171"/>
                  <a:pt x="94571" y="139809"/>
                  <a:pt x="94571" y="139809"/>
                </a:cubicBezTo>
                <a:lnTo>
                  <a:pt x="94571" y="176836"/>
                </a:lnTo>
                <a:cubicBezTo>
                  <a:pt x="94571" y="180028"/>
                  <a:pt x="92015" y="182582"/>
                  <a:pt x="88820" y="182582"/>
                </a:cubicBezTo>
                <a:cubicBezTo>
                  <a:pt x="88820" y="182582"/>
                  <a:pt x="88820" y="182582"/>
                  <a:pt x="88820" y="182582"/>
                </a:cubicBezTo>
                <a:cubicBezTo>
                  <a:pt x="85625" y="182582"/>
                  <a:pt x="83069" y="180028"/>
                  <a:pt x="83069" y="176836"/>
                </a:cubicBezTo>
                <a:lnTo>
                  <a:pt x="83069" y="132148"/>
                </a:lnTo>
                <a:cubicBezTo>
                  <a:pt x="83069" y="130233"/>
                  <a:pt x="81792" y="129595"/>
                  <a:pt x="81152" y="129595"/>
                </a:cubicBezTo>
                <a:cubicBezTo>
                  <a:pt x="79874" y="129595"/>
                  <a:pt x="79235" y="130872"/>
                  <a:pt x="79235" y="131510"/>
                </a:cubicBezTo>
                <a:cubicBezTo>
                  <a:pt x="79235" y="131510"/>
                  <a:pt x="79235" y="132148"/>
                  <a:pt x="79235" y="132148"/>
                </a:cubicBezTo>
                <a:lnTo>
                  <a:pt x="79235" y="137256"/>
                </a:lnTo>
                <a:cubicBezTo>
                  <a:pt x="79235" y="137894"/>
                  <a:pt x="79235" y="137894"/>
                  <a:pt x="79235" y="138532"/>
                </a:cubicBezTo>
                <a:cubicBezTo>
                  <a:pt x="79235" y="138532"/>
                  <a:pt x="79235" y="139171"/>
                  <a:pt x="79235" y="139171"/>
                </a:cubicBezTo>
                <a:lnTo>
                  <a:pt x="79235" y="176198"/>
                </a:lnTo>
                <a:cubicBezTo>
                  <a:pt x="79235" y="179390"/>
                  <a:pt x="76679" y="181944"/>
                  <a:pt x="73484" y="181944"/>
                </a:cubicBezTo>
                <a:cubicBezTo>
                  <a:pt x="73484" y="181944"/>
                  <a:pt x="73484" y="181944"/>
                  <a:pt x="73484" y="181944"/>
                </a:cubicBezTo>
                <a:cubicBezTo>
                  <a:pt x="70289" y="181944"/>
                  <a:pt x="67734" y="179390"/>
                  <a:pt x="67734" y="176198"/>
                </a:cubicBezTo>
                <a:lnTo>
                  <a:pt x="67734" y="138532"/>
                </a:lnTo>
                <a:cubicBezTo>
                  <a:pt x="67734" y="137894"/>
                  <a:pt x="67094" y="137256"/>
                  <a:pt x="67094" y="137256"/>
                </a:cubicBezTo>
                <a:cubicBezTo>
                  <a:pt x="67094" y="137256"/>
                  <a:pt x="66456" y="136617"/>
                  <a:pt x="65817" y="136617"/>
                </a:cubicBezTo>
                <a:cubicBezTo>
                  <a:pt x="65817" y="136617"/>
                  <a:pt x="65817" y="136617"/>
                  <a:pt x="65817" y="136617"/>
                </a:cubicBezTo>
                <a:cubicBezTo>
                  <a:pt x="64539" y="136617"/>
                  <a:pt x="63899" y="137894"/>
                  <a:pt x="63899" y="138532"/>
                </a:cubicBezTo>
                <a:cubicBezTo>
                  <a:pt x="63899" y="138532"/>
                  <a:pt x="63899" y="139171"/>
                  <a:pt x="63899" y="139171"/>
                </a:cubicBezTo>
                <a:lnTo>
                  <a:pt x="63899" y="193435"/>
                </a:lnTo>
                <a:cubicBezTo>
                  <a:pt x="63899" y="195350"/>
                  <a:pt x="63261" y="197265"/>
                  <a:pt x="61344" y="197903"/>
                </a:cubicBezTo>
                <a:cubicBezTo>
                  <a:pt x="59427" y="198542"/>
                  <a:pt x="57509" y="199180"/>
                  <a:pt x="56232" y="198542"/>
                </a:cubicBezTo>
                <a:cubicBezTo>
                  <a:pt x="54954" y="197903"/>
                  <a:pt x="54314" y="197265"/>
                  <a:pt x="53676" y="195988"/>
                </a:cubicBezTo>
                <a:cubicBezTo>
                  <a:pt x="45369" y="182582"/>
                  <a:pt x="43452" y="176836"/>
                  <a:pt x="43452" y="176198"/>
                </a:cubicBezTo>
                <a:cubicBezTo>
                  <a:pt x="43452" y="175560"/>
                  <a:pt x="42174" y="174921"/>
                  <a:pt x="40896" y="175560"/>
                </a:cubicBezTo>
                <a:cubicBezTo>
                  <a:pt x="40257" y="175560"/>
                  <a:pt x="39618" y="176198"/>
                  <a:pt x="39618" y="178752"/>
                </a:cubicBezTo>
                <a:cubicBezTo>
                  <a:pt x="41535" y="183859"/>
                  <a:pt x="44091" y="188966"/>
                  <a:pt x="46647" y="194073"/>
                </a:cubicBezTo>
                <a:cubicBezTo>
                  <a:pt x="50481" y="200457"/>
                  <a:pt x="58149" y="210671"/>
                  <a:pt x="61982" y="216417"/>
                </a:cubicBezTo>
                <a:cubicBezTo>
                  <a:pt x="65817" y="220886"/>
                  <a:pt x="67734" y="226631"/>
                  <a:pt x="67734" y="232377"/>
                </a:cubicBezTo>
                <a:lnTo>
                  <a:pt x="67734" y="263658"/>
                </a:lnTo>
                <a:cubicBezTo>
                  <a:pt x="67734" y="266850"/>
                  <a:pt x="65177" y="269404"/>
                  <a:pt x="61982" y="269404"/>
                </a:cubicBezTo>
                <a:cubicBezTo>
                  <a:pt x="58788" y="269404"/>
                  <a:pt x="56232" y="266850"/>
                  <a:pt x="56232" y="263658"/>
                </a:cubicBezTo>
                <a:lnTo>
                  <a:pt x="56232" y="232377"/>
                </a:lnTo>
                <a:cubicBezTo>
                  <a:pt x="56232" y="229185"/>
                  <a:pt x="54954" y="225993"/>
                  <a:pt x="53037" y="222801"/>
                </a:cubicBezTo>
                <a:cubicBezTo>
                  <a:pt x="47925" y="215779"/>
                  <a:pt x="40896" y="206203"/>
                  <a:pt x="36423" y="199180"/>
                </a:cubicBezTo>
                <a:cubicBezTo>
                  <a:pt x="33228" y="193435"/>
                  <a:pt x="30672" y="187689"/>
                  <a:pt x="28116" y="181944"/>
                </a:cubicBezTo>
                <a:cubicBezTo>
                  <a:pt x="28116" y="181944"/>
                  <a:pt x="28116" y="181305"/>
                  <a:pt x="28116" y="181305"/>
                </a:cubicBezTo>
                <a:cubicBezTo>
                  <a:pt x="26199" y="173644"/>
                  <a:pt x="29394" y="167260"/>
                  <a:pt x="35784" y="164707"/>
                </a:cubicBezTo>
                <a:cubicBezTo>
                  <a:pt x="41535" y="162153"/>
                  <a:pt x="48564" y="164707"/>
                  <a:pt x="52398" y="169814"/>
                </a:cubicBezTo>
                <a:lnTo>
                  <a:pt x="52398" y="137894"/>
                </a:lnTo>
                <a:cubicBezTo>
                  <a:pt x="52398" y="137894"/>
                  <a:pt x="52398" y="137256"/>
                  <a:pt x="52398" y="137256"/>
                </a:cubicBezTo>
                <a:cubicBezTo>
                  <a:pt x="52398" y="130233"/>
                  <a:pt x="58149" y="124488"/>
                  <a:pt x="65817" y="124488"/>
                </a:cubicBezTo>
                <a:cubicBezTo>
                  <a:pt x="67094" y="124488"/>
                  <a:pt x="68372" y="124488"/>
                  <a:pt x="69012" y="125126"/>
                </a:cubicBezTo>
                <a:cubicBezTo>
                  <a:pt x="70929" y="120657"/>
                  <a:pt x="76040" y="117465"/>
                  <a:pt x="81152" y="117465"/>
                </a:cubicBezTo>
                <a:cubicBezTo>
                  <a:pt x="81152" y="117465"/>
                  <a:pt x="81152" y="117465"/>
                  <a:pt x="81152" y="117465"/>
                </a:cubicBezTo>
                <a:cubicBezTo>
                  <a:pt x="84986" y="117465"/>
                  <a:pt x="88181" y="118742"/>
                  <a:pt x="90737" y="121296"/>
                </a:cubicBezTo>
                <a:cubicBezTo>
                  <a:pt x="92015" y="122572"/>
                  <a:pt x="92654" y="123849"/>
                  <a:pt x="93293" y="125126"/>
                </a:cubicBezTo>
                <a:cubicBezTo>
                  <a:pt x="94571" y="125126"/>
                  <a:pt x="95210" y="124488"/>
                  <a:pt x="96488" y="124488"/>
                </a:cubicBezTo>
                <a:cubicBezTo>
                  <a:pt x="103517" y="124488"/>
                  <a:pt x="109907" y="130233"/>
                  <a:pt x="109907" y="137894"/>
                </a:cubicBezTo>
                <a:lnTo>
                  <a:pt x="109907" y="144278"/>
                </a:lnTo>
                <a:cubicBezTo>
                  <a:pt x="110546" y="144278"/>
                  <a:pt x="111185" y="143640"/>
                  <a:pt x="112463" y="144278"/>
                </a:cubicBezTo>
                <a:cubicBezTo>
                  <a:pt x="116297" y="144278"/>
                  <a:pt x="119492" y="145555"/>
                  <a:pt x="122048" y="148108"/>
                </a:cubicBezTo>
                <a:cubicBezTo>
                  <a:pt x="124604" y="150662"/>
                  <a:pt x="125882" y="153854"/>
                  <a:pt x="125882" y="157684"/>
                </a:cubicBezTo>
                <a:lnTo>
                  <a:pt x="125882" y="199819"/>
                </a:lnTo>
                <a:cubicBezTo>
                  <a:pt x="124604" y="211310"/>
                  <a:pt x="122687" y="217055"/>
                  <a:pt x="120131" y="222801"/>
                </a:cubicBezTo>
                <a:close/>
                <a:moveTo>
                  <a:pt x="198088" y="182582"/>
                </a:moveTo>
                <a:lnTo>
                  <a:pt x="194893" y="185774"/>
                </a:lnTo>
                <a:lnTo>
                  <a:pt x="185308" y="195988"/>
                </a:lnTo>
                <a:cubicBezTo>
                  <a:pt x="185308" y="195988"/>
                  <a:pt x="184669" y="196627"/>
                  <a:pt x="184669" y="196627"/>
                </a:cubicBezTo>
                <a:cubicBezTo>
                  <a:pt x="184669" y="196627"/>
                  <a:pt x="184669" y="196627"/>
                  <a:pt x="184669" y="196627"/>
                </a:cubicBezTo>
                <a:cubicBezTo>
                  <a:pt x="184669" y="196627"/>
                  <a:pt x="184669" y="196627"/>
                  <a:pt x="184669" y="196627"/>
                </a:cubicBezTo>
                <a:cubicBezTo>
                  <a:pt x="184669" y="196627"/>
                  <a:pt x="184031" y="196627"/>
                  <a:pt x="184031" y="195988"/>
                </a:cubicBezTo>
                <a:lnTo>
                  <a:pt x="171251" y="182582"/>
                </a:lnTo>
                <a:cubicBezTo>
                  <a:pt x="168056" y="179390"/>
                  <a:pt x="168056" y="174283"/>
                  <a:pt x="171251" y="170452"/>
                </a:cubicBezTo>
                <a:cubicBezTo>
                  <a:pt x="172528" y="169176"/>
                  <a:pt x="175084" y="167899"/>
                  <a:pt x="177001" y="167899"/>
                </a:cubicBezTo>
                <a:cubicBezTo>
                  <a:pt x="178918" y="167899"/>
                  <a:pt x="181474" y="168537"/>
                  <a:pt x="182752" y="170452"/>
                </a:cubicBezTo>
                <a:lnTo>
                  <a:pt x="184669" y="172368"/>
                </a:lnTo>
                <a:lnTo>
                  <a:pt x="186586" y="170452"/>
                </a:lnTo>
                <a:cubicBezTo>
                  <a:pt x="187864" y="169176"/>
                  <a:pt x="190420" y="167899"/>
                  <a:pt x="192337" y="167899"/>
                </a:cubicBezTo>
                <a:cubicBezTo>
                  <a:pt x="194254" y="167899"/>
                  <a:pt x="196810" y="168537"/>
                  <a:pt x="198088" y="170452"/>
                </a:cubicBezTo>
                <a:cubicBezTo>
                  <a:pt x="201283" y="174283"/>
                  <a:pt x="201283" y="179390"/>
                  <a:pt x="198088" y="182582"/>
                </a:cubicBezTo>
                <a:close/>
                <a:moveTo>
                  <a:pt x="219175" y="193435"/>
                </a:moveTo>
                <a:cubicBezTo>
                  <a:pt x="217897" y="197265"/>
                  <a:pt x="216619" y="200457"/>
                  <a:pt x="215980" y="204926"/>
                </a:cubicBezTo>
                <a:lnTo>
                  <a:pt x="215980" y="265574"/>
                </a:lnTo>
                <a:cubicBezTo>
                  <a:pt x="215980" y="268766"/>
                  <a:pt x="213424" y="271319"/>
                  <a:pt x="210229" y="271319"/>
                </a:cubicBezTo>
                <a:cubicBezTo>
                  <a:pt x="207034" y="271319"/>
                  <a:pt x="204478" y="268766"/>
                  <a:pt x="204478" y="265574"/>
                </a:cubicBezTo>
                <a:lnTo>
                  <a:pt x="204478" y="204287"/>
                </a:lnTo>
                <a:cubicBezTo>
                  <a:pt x="205117" y="197903"/>
                  <a:pt x="206395" y="193435"/>
                  <a:pt x="208312" y="188966"/>
                </a:cubicBezTo>
                <a:cubicBezTo>
                  <a:pt x="210229" y="183859"/>
                  <a:pt x="212146" y="178752"/>
                  <a:pt x="212785" y="171091"/>
                </a:cubicBezTo>
                <a:lnTo>
                  <a:pt x="212785" y="120019"/>
                </a:lnTo>
                <a:cubicBezTo>
                  <a:pt x="212785" y="118104"/>
                  <a:pt x="211507" y="117465"/>
                  <a:pt x="210868" y="117465"/>
                </a:cubicBezTo>
                <a:cubicBezTo>
                  <a:pt x="210868" y="117465"/>
                  <a:pt x="210868" y="117465"/>
                  <a:pt x="210868" y="117465"/>
                </a:cubicBezTo>
                <a:cubicBezTo>
                  <a:pt x="209590" y="117465"/>
                  <a:pt x="208951" y="118742"/>
                  <a:pt x="208951" y="119380"/>
                </a:cubicBezTo>
                <a:cubicBezTo>
                  <a:pt x="208951" y="119380"/>
                  <a:pt x="208951" y="120019"/>
                  <a:pt x="208951" y="120019"/>
                </a:cubicBezTo>
                <a:lnTo>
                  <a:pt x="208312" y="154492"/>
                </a:lnTo>
                <a:cubicBezTo>
                  <a:pt x="208312" y="157684"/>
                  <a:pt x="205756" y="160238"/>
                  <a:pt x="202561" y="160238"/>
                </a:cubicBezTo>
                <a:cubicBezTo>
                  <a:pt x="202561" y="160238"/>
                  <a:pt x="202561" y="160238"/>
                  <a:pt x="202561" y="160238"/>
                </a:cubicBezTo>
                <a:cubicBezTo>
                  <a:pt x="199366" y="160238"/>
                  <a:pt x="196810" y="157684"/>
                  <a:pt x="196810" y="154492"/>
                </a:cubicBezTo>
                <a:lnTo>
                  <a:pt x="196810" y="153854"/>
                </a:lnTo>
                <a:lnTo>
                  <a:pt x="196810" y="111081"/>
                </a:lnTo>
                <a:lnTo>
                  <a:pt x="196810" y="100867"/>
                </a:lnTo>
                <a:cubicBezTo>
                  <a:pt x="196810" y="99590"/>
                  <a:pt x="195532" y="98952"/>
                  <a:pt x="194893" y="98952"/>
                </a:cubicBezTo>
                <a:cubicBezTo>
                  <a:pt x="194893" y="98952"/>
                  <a:pt x="194893" y="98952"/>
                  <a:pt x="194893" y="98952"/>
                </a:cubicBezTo>
                <a:cubicBezTo>
                  <a:pt x="194254" y="98952"/>
                  <a:pt x="193615" y="99590"/>
                  <a:pt x="193615" y="99590"/>
                </a:cubicBezTo>
                <a:cubicBezTo>
                  <a:pt x="193615" y="99590"/>
                  <a:pt x="192976" y="100228"/>
                  <a:pt x="192976" y="100867"/>
                </a:cubicBezTo>
                <a:cubicBezTo>
                  <a:pt x="192976" y="100867"/>
                  <a:pt x="192976" y="101505"/>
                  <a:pt x="192976" y="101505"/>
                </a:cubicBezTo>
                <a:lnTo>
                  <a:pt x="192976" y="148108"/>
                </a:lnTo>
                <a:cubicBezTo>
                  <a:pt x="192976" y="151300"/>
                  <a:pt x="190420" y="153854"/>
                  <a:pt x="187225" y="153854"/>
                </a:cubicBezTo>
                <a:cubicBezTo>
                  <a:pt x="187225" y="153854"/>
                  <a:pt x="187225" y="153854"/>
                  <a:pt x="187225" y="153854"/>
                </a:cubicBezTo>
                <a:cubicBezTo>
                  <a:pt x="184031" y="153854"/>
                  <a:pt x="181474" y="151300"/>
                  <a:pt x="181474" y="148108"/>
                </a:cubicBezTo>
                <a:lnTo>
                  <a:pt x="181474" y="93844"/>
                </a:lnTo>
                <a:cubicBezTo>
                  <a:pt x="181474" y="92568"/>
                  <a:pt x="180836" y="91929"/>
                  <a:pt x="180836" y="91929"/>
                </a:cubicBezTo>
                <a:cubicBezTo>
                  <a:pt x="180836" y="91929"/>
                  <a:pt x="180196" y="91291"/>
                  <a:pt x="179557" y="91291"/>
                </a:cubicBezTo>
                <a:cubicBezTo>
                  <a:pt x="179557" y="91291"/>
                  <a:pt x="179557" y="91291"/>
                  <a:pt x="179557" y="91291"/>
                </a:cubicBezTo>
                <a:cubicBezTo>
                  <a:pt x="178918" y="91291"/>
                  <a:pt x="178279" y="91929"/>
                  <a:pt x="178279" y="91929"/>
                </a:cubicBezTo>
                <a:cubicBezTo>
                  <a:pt x="178279" y="91929"/>
                  <a:pt x="177641" y="92568"/>
                  <a:pt x="177641" y="93206"/>
                </a:cubicBezTo>
                <a:cubicBezTo>
                  <a:pt x="177641" y="93206"/>
                  <a:pt x="177641" y="93844"/>
                  <a:pt x="177641" y="93844"/>
                </a:cubicBezTo>
                <a:lnTo>
                  <a:pt x="177641" y="99590"/>
                </a:lnTo>
                <a:cubicBezTo>
                  <a:pt x="177641" y="99590"/>
                  <a:pt x="177641" y="100228"/>
                  <a:pt x="177641" y="100228"/>
                </a:cubicBezTo>
                <a:lnTo>
                  <a:pt x="177641" y="148108"/>
                </a:lnTo>
                <a:cubicBezTo>
                  <a:pt x="177641" y="151300"/>
                  <a:pt x="175084" y="153854"/>
                  <a:pt x="171889" y="153854"/>
                </a:cubicBezTo>
                <a:cubicBezTo>
                  <a:pt x="171889" y="153854"/>
                  <a:pt x="171889" y="153854"/>
                  <a:pt x="171889" y="153854"/>
                </a:cubicBezTo>
                <a:cubicBezTo>
                  <a:pt x="168695" y="153854"/>
                  <a:pt x="166138" y="151300"/>
                  <a:pt x="166138" y="148108"/>
                </a:cubicBezTo>
                <a:lnTo>
                  <a:pt x="166138" y="100228"/>
                </a:lnTo>
                <a:cubicBezTo>
                  <a:pt x="166138" y="99590"/>
                  <a:pt x="165500" y="98952"/>
                  <a:pt x="165500" y="98952"/>
                </a:cubicBezTo>
                <a:cubicBezTo>
                  <a:pt x="165500" y="98952"/>
                  <a:pt x="164861" y="98313"/>
                  <a:pt x="164221" y="98313"/>
                </a:cubicBezTo>
                <a:cubicBezTo>
                  <a:pt x="163583" y="98313"/>
                  <a:pt x="162943" y="98952"/>
                  <a:pt x="162943" y="98952"/>
                </a:cubicBezTo>
                <a:cubicBezTo>
                  <a:pt x="162943" y="98952"/>
                  <a:pt x="162305" y="99590"/>
                  <a:pt x="162305" y="100228"/>
                </a:cubicBezTo>
                <a:cubicBezTo>
                  <a:pt x="162305" y="100228"/>
                  <a:pt x="162305" y="100867"/>
                  <a:pt x="162305" y="100867"/>
                </a:cubicBezTo>
                <a:lnTo>
                  <a:pt x="162305" y="164707"/>
                </a:lnTo>
                <a:cubicBezTo>
                  <a:pt x="162305" y="166622"/>
                  <a:pt x="161666" y="168537"/>
                  <a:pt x="159748" y="169176"/>
                </a:cubicBezTo>
                <a:cubicBezTo>
                  <a:pt x="158471" y="170452"/>
                  <a:pt x="155915" y="170452"/>
                  <a:pt x="154637" y="169814"/>
                </a:cubicBezTo>
                <a:cubicBezTo>
                  <a:pt x="153358" y="169176"/>
                  <a:pt x="152720" y="168537"/>
                  <a:pt x="152081" y="167260"/>
                </a:cubicBezTo>
                <a:cubicBezTo>
                  <a:pt x="143774" y="153854"/>
                  <a:pt x="141857" y="148108"/>
                  <a:pt x="141857" y="147470"/>
                </a:cubicBezTo>
                <a:cubicBezTo>
                  <a:pt x="141857" y="146832"/>
                  <a:pt x="140579" y="146193"/>
                  <a:pt x="139301" y="146832"/>
                </a:cubicBezTo>
                <a:cubicBezTo>
                  <a:pt x="138662" y="146832"/>
                  <a:pt x="137384" y="147470"/>
                  <a:pt x="138662" y="150662"/>
                </a:cubicBezTo>
                <a:cubicBezTo>
                  <a:pt x="140579" y="155131"/>
                  <a:pt x="143135" y="160876"/>
                  <a:pt x="145691" y="165345"/>
                </a:cubicBezTo>
                <a:cubicBezTo>
                  <a:pt x="149525" y="172368"/>
                  <a:pt x="157193" y="181944"/>
                  <a:pt x="161027" y="187689"/>
                </a:cubicBezTo>
                <a:cubicBezTo>
                  <a:pt x="164861" y="192158"/>
                  <a:pt x="166778" y="197903"/>
                  <a:pt x="166778" y="203649"/>
                </a:cubicBezTo>
                <a:lnTo>
                  <a:pt x="166778" y="264297"/>
                </a:lnTo>
                <a:cubicBezTo>
                  <a:pt x="166778" y="267489"/>
                  <a:pt x="164221" y="270042"/>
                  <a:pt x="161027" y="270042"/>
                </a:cubicBezTo>
                <a:cubicBezTo>
                  <a:pt x="157832" y="270042"/>
                  <a:pt x="155276" y="267489"/>
                  <a:pt x="155276" y="264297"/>
                </a:cubicBezTo>
                <a:lnTo>
                  <a:pt x="155276" y="203649"/>
                </a:lnTo>
                <a:cubicBezTo>
                  <a:pt x="155276" y="200457"/>
                  <a:pt x="153998" y="197265"/>
                  <a:pt x="152081" y="194073"/>
                </a:cubicBezTo>
                <a:cubicBezTo>
                  <a:pt x="146969" y="187051"/>
                  <a:pt x="139940" y="177475"/>
                  <a:pt x="135467" y="170452"/>
                </a:cubicBezTo>
                <a:cubicBezTo>
                  <a:pt x="132272" y="164707"/>
                  <a:pt x="129716" y="158961"/>
                  <a:pt x="127160" y="153216"/>
                </a:cubicBezTo>
                <a:cubicBezTo>
                  <a:pt x="125243" y="144916"/>
                  <a:pt x="127799" y="138532"/>
                  <a:pt x="134828" y="135979"/>
                </a:cubicBezTo>
                <a:cubicBezTo>
                  <a:pt x="140579" y="133425"/>
                  <a:pt x="147608" y="135979"/>
                  <a:pt x="151442" y="141086"/>
                </a:cubicBezTo>
                <a:lnTo>
                  <a:pt x="151442" y="99590"/>
                </a:lnTo>
                <a:cubicBezTo>
                  <a:pt x="151442" y="99590"/>
                  <a:pt x="151442" y="98952"/>
                  <a:pt x="151442" y="98952"/>
                </a:cubicBezTo>
                <a:cubicBezTo>
                  <a:pt x="151442" y="95760"/>
                  <a:pt x="152720" y="92568"/>
                  <a:pt x="155276" y="90014"/>
                </a:cubicBezTo>
                <a:cubicBezTo>
                  <a:pt x="157832" y="87460"/>
                  <a:pt x="161027" y="86184"/>
                  <a:pt x="164861" y="86184"/>
                </a:cubicBezTo>
                <a:cubicBezTo>
                  <a:pt x="166138" y="86184"/>
                  <a:pt x="167416" y="86184"/>
                  <a:pt x="168056" y="86822"/>
                </a:cubicBezTo>
                <a:cubicBezTo>
                  <a:pt x="168695" y="85545"/>
                  <a:pt x="169333" y="84268"/>
                  <a:pt x="170611" y="82992"/>
                </a:cubicBezTo>
                <a:cubicBezTo>
                  <a:pt x="173168" y="80438"/>
                  <a:pt x="176363" y="79161"/>
                  <a:pt x="180196" y="79161"/>
                </a:cubicBezTo>
                <a:cubicBezTo>
                  <a:pt x="184031" y="79161"/>
                  <a:pt x="187225" y="80438"/>
                  <a:pt x="189781" y="82992"/>
                </a:cubicBezTo>
                <a:cubicBezTo>
                  <a:pt x="191059" y="84268"/>
                  <a:pt x="191698" y="85545"/>
                  <a:pt x="192337" y="86822"/>
                </a:cubicBezTo>
                <a:cubicBezTo>
                  <a:pt x="193615" y="86822"/>
                  <a:pt x="194893" y="86184"/>
                  <a:pt x="195532" y="86184"/>
                </a:cubicBezTo>
                <a:cubicBezTo>
                  <a:pt x="202561" y="86184"/>
                  <a:pt x="208951" y="91929"/>
                  <a:pt x="208951" y="99590"/>
                </a:cubicBezTo>
                <a:lnTo>
                  <a:pt x="208951" y="105974"/>
                </a:lnTo>
                <a:cubicBezTo>
                  <a:pt x="209590" y="105974"/>
                  <a:pt x="210229" y="105336"/>
                  <a:pt x="211507" y="105974"/>
                </a:cubicBezTo>
                <a:cubicBezTo>
                  <a:pt x="218536" y="105974"/>
                  <a:pt x="224926" y="111720"/>
                  <a:pt x="224926" y="119380"/>
                </a:cubicBezTo>
                <a:lnTo>
                  <a:pt x="224926" y="171091"/>
                </a:lnTo>
                <a:cubicBezTo>
                  <a:pt x="223648" y="181944"/>
                  <a:pt x="221731" y="188327"/>
                  <a:pt x="219175" y="193435"/>
                </a:cubicBezTo>
                <a:close/>
                <a:moveTo>
                  <a:pt x="294576" y="208756"/>
                </a:moveTo>
                <a:lnTo>
                  <a:pt x="292020" y="211310"/>
                </a:lnTo>
                <a:lnTo>
                  <a:pt x="283713" y="220247"/>
                </a:lnTo>
                <a:cubicBezTo>
                  <a:pt x="283713" y="220247"/>
                  <a:pt x="283075" y="220247"/>
                  <a:pt x="283075" y="220247"/>
                </a:cubicBezTo>
                <a:cubicBezTo>
                  <a:pt x="283075" y="220247"/>
                  <a:pt x="283075" y="220247"/>
                  <a:pt x="283075" y="220247"/>
                </a:cubicBezTo>
                <a:cubicBezTo>
                  <a:pt x="283075" y="220247"/>
                  <a:pt x="283075" y="220247"/>
                  <a:pt x="283075" y="220247"/>
                </a:cubicBezTo>
                <a:cubicBezTo>
                  <a:pt x="283075" y="220247"/>
                  <a:pt x="282435" y="220247"/>
                  <a:pt x="282435" y="220247"/>
                </a:cubicBezTo>
                <a:lnTo>
                  <a:pt x="271572" y="208756"/>
                </a:lnTo>
                <a:cubicBezTo>
                  <a:pt x="269017" y="206203"/>
                  <a:pt x="269017" y="201734"/>
                  <a:pt x="271572" y="198542"/>
                </a:cubicBezTo>
                <a:cubicBezTo>
                  <a:pt x="272850" y="197265"/>
                  <a:pt x="274767" y="196627"/>
                  <a:pt x="276685" y="196627"/>
                </a:cubicBezTo>
                <a:cubicBezTo>
                  <a:pt x="278602" y="196627"/>
                  <a:pt x="280518" y="197265"/>
                  <a:pt x="281796" y="198542"/>
                </a:cubicBezTo>
                <a:lnTo>
                  <a:pt x="283713" y="200457"/>
                </a:lnTo>
                <a:lnTo>
                  <a:pt x="285630" y="198542"/>
                </a:lnTo>
                <a:cubicBezTo>
                  <a:pt x="286908" y="197265"/>
                  <a:pt x="288825" y="196627"/>
                  <a:pt x="290742" y="196627"/>
                </a:cubicBezTo>
                <a:cubicBezTo>
                  <a:pt x="292659" y="196627"/>
                  <a:pt x="294576" y="197265"/>
                  <a:pt x="295854" y="198542"/>
                </a:cubicBezTo>
                <a:cubicBezTo>
                  <a:pt x="297132" y="201095"/>
                  <a:pt x="297132" y="206203"/>
                  <a:pt x="294576" y="208756"/>
                </a:cubicBezTo>
                <a:close/>
                <a:moveTo>
                  <a:pt x="314385" y="265574"/>
                </a:moveTo>
                <a:cubicBezTo>
                  <a:pt x="314385" y="268766"/>
                  <a:pt x="311829" y="271319"/>
                  <a:pt x="308634" y="271319"/>
                </a:cubicBezTo>
                <a:cubicBezTo>
                  <a:pt x="305439" y="271319"/>
                  <a:pt x="302883" y="268766"/>
                  <a:pt x="302883" y="265574"/>
                </a:cubicBezTo>
                <a:lnTo>
                  <a:pt x="302883" y="233654"/>
                </a:lnTo>
                <a:cubicBezTo>
                  <a:pt x="303522" y="227270"/>
                  <a:pt x="304800" y="222801"/>
                  <a:pt x="306717" y="218332"/>
                </a:cubicBezTo>
                <a:cubicBezTo>
                  <a:pt x="308634" y="213225"/>
                  <a:pt x="310551" y="208118"/>
                  <a:pt x="311190" y="200457"/>
                </a:cubicBezTo>
                <a:lnTo>
                  <a:pt x="311190" y="158961"/>
                </a:lnTo>
                <a:cubicBezTo>
                  <a:pt x="311190" y="157684"/>
                  <a:pt x="310551" y="157046"/>
                  <a:pt x="310551" y="157046"/>
                </a:cubicBezTo>
                <a:cubicBezTo>
                  <a:pt x="310551" y="157046"/>
                  <a:pt x="309912" y="156408"/>
                  <a:pt x="309273" y="156408"/>
                </a:cubicBezTo>
                <a:cubicBezTo>
                  <a:pt x="309273" y="156408"/>
                  <a:pt x="309273" y="156408"/>
                  <a:pt x="309273" y="156408"/>
                </a:cubicBezTo>
                <a:cubicBezTo>
                  <a:pt x="308634" y="156408"/>
                  <a:pt x="307995" y="157046"/>
                  <a:pt x="307995" y="157046"/>
                </a:cubicBezTo>
                <a:cubicBezTo>
                  <a:pt x="307995" y="157046"/>
                  <a:pt x="307356" y="157684"/>
                  <a:pt x="307356" y="158323"/>
                </a:cubicBezTo>
                <a:cubicBezTo>
                  <a:pt x="307356" y="158323"/>
                  <a:pt x="307356" y="158961"/>
                  <a:pt x="307356" y="158961"/>
                </a:cubicBezTo>
                <a:lnTo>
                  <a:pt x="306717" y="183220"/>
                </a:lnTo>
                <a:cubicBezTo>
                  <a:pt x="306717" y="186412"/>
                  <a:pt x="304161" y="188966"/>
                  <a:pt x="300966" y="188966"/>
                </a:cubicBezTo>
                <a:cubicBezTo>
                  <a:pt x="300966" y="188966"/>
                  <a:pt x="300966" y="188966"/>
                  <a:pt x="300966" y="188966"/>
                </a:cubicBezTo>
                <a:cubicBezTo>
                  <a:pt x="297771" y="188966"/>
                  <a:pt x="295215" y="186412"/>
                  <a:pt x="295215" y="183220"/>
                </a:cubicBezTo>
                <a:lnTo>
                  <a:pt x="295215" y="182582"/>
                </a:lnTo>
                <a:lnTo>
                  <a:pt x="295215" y="149385"/>
                </a:lnTo>
                <a:lnTo>
                  <a:pt x="295215" y="139171"/>
                </a:lnTo>
                <a:cubicBezTo>
                  <a:pt x="295215" y="137894"/>
                  <a:pt x="293937" y="137256"/>
                  <a:pt x="293298" y="137256"/>
                </a:cubicBezTo>
                <a:cubicBezTo>
                  <a:pt x="293298" y="137256"/>
                  <a:pt x="293298" y="137256"/>
                  <a:pt x="293298" y="137256"/>
                </a:cubicBezTo>
                <a:cubicBezTo>
                  <a:pt x="292020" y="137256"/>
                  <a:pt x="291381" y="138532"/>
                  <a:pt x="291381" y="139171"/>
                </a:cubicBezTo>
                <a:cubicBezTo>
                  <a:pt x="291381" y="139171"/>
                  <a:pt x="291381" y="139809"/>
                  <a:pt x="291381" y="139809"/>
                </a:cubicBezTo>
                <a:lnTo>
                  <a:pt x="291381" y="176836"/>
                </a:lnTo>
                <a:cubicBezTo>
                  <a:pt x="291381" y="180028"/>
                  <a:pt x="288825" y="182582"/>
                  <a:pt x="285630" y="182582"/>
                </a:cubicBezTo>
                <a:cubicBezTo>
                  <a:pt x="285630" y="182582"/>
                  <a:pt x="285630" y="182582"/>
                  <a:pt x="285630" y="182582"/>
                </a:cubicBezTo>
                <a:cubicBezTo>
                  <a:pt x="282435" y="182582"/>
                  <a:pt x="279880" y="180028"/>
                  <a:pt x="279880" y="176836"/>
                </a:cubicBezTo>
                <a:lnTo>
                  <a:pt x="279880" y="132148"/>
                </a:lnTo>
                <a:cubicBezTo>
                  <a:pt x="279880" y="130233"/>
                  <a:pt x="278602" y="129595"/>
                  <a:pt x="277962" y="129595"/>
                </a:cubicBezTo>
                <a:cubicBezTo>
                  <a:pt x="277962" y="129595"/>
                  <a:pt x="277962" y="129595"/>
                  <a:pt x="277962" y="129595"/>
                </a:cubicBezTo>
                <a:cubicBezTo>
                  <a:pt x="276685" y="129595"/>
                  <a:pt x="276045" y="130872"/>
                  <a:pt x="276045" y="131510"/>
                </a:cubicBezTo>
                <a:cubicBezTo>
                  <a:pt x="276045" y="131510"/>
                  <a:pt x="276045" y="132148"/>
                  <a:pt x="276045" y="132148"/>
                </a:cubicBezTo>
                <a:lnTo>
                  <a:pt x="276045" y="137894"/>
                </a:lnTo>
                <a:cubicBezTo>
                  <a:pt x="276045" y="137894"/>
                  <a:pt x="276045" y="138532"/>
                  <a:pt x="276045" y="138532"/>
                </a:cubicBezTo>
                <a:cubicBezTo>
                  <a:pt x="276045" y="138532"/>
                  <a:pt x="276045" y="139171"/>
                  <a:pt x="276045" y="139171"/>
                </a:cubicBezTo>
                <a:lnTo>
                  <a:pt x="276045" y="176198"/>
                </a:lnTo>
                <a:cubicBezTo>
                  <a:pt x="276045" y="179390"/>
                  <a:pt x="273490" y="181944"/>
                  <a:pt x="270295" y="181944"/>
                </a:cubicBezTo>
                <a:cubicBezTo>
                  <a:pt x="270295" y="181944"/>
                  <a:pt x="270295" y="181944"/>
                  <a:pt x="270295" y="181944"/>
                </a:cubicBezTo>
                <a:cubicBezTo>
                  <a:pt x="267100" y="181944"/>
                  <a:pt x="264544" y="179390"/>
                  <a:pt x="264544" y="176198"/>
                </a:cubicBezTo>
                <a:lnTo>
                  <a:pt x="264544" y="138532"/>
                </a:lnTo>
                <a:cubicBezTo>
                  <a:pt x="264544" y="137894"/>
                  <a:pt x="263905" y="137256"/>
                  <a:pt x="263905" y="137256"/>
                </a:cubicBezTo>
                <a:cubicBezTo>
                  <a:pt x="263905" y="137256"/>
                  <a:pt x="263266" y="136617"/>
                  <a:pt x="262627" y="136617"/>
                </a:cubicBezTo>
                <a:cubicBezTo>
                  <a:pt x="262627" y="136617"/>
                  <a:pt x="262627" y="136617"/>
                  <a:pt x="262627" y="136617"/>
                </a:cubicBezTo>
                <a:cubicBezTo>
                  <a:pt x="261349" y="136617"/>
                  <a:pt x="260710" y="137894"/>
                  <a:pt x="260710" y="138532"/>
                </a:cubicBezTo>
                <a:cubicBezTo>
                  <a:pt x="260710" y="138532"/>
                  <a:pt x="260710" y="139171"/>
                  <a:pt x="260710" y="139171"/>
                </a:cubicBezTo>
                <a:lnTo>
                  <a:pt x="260710" y="193435"/>
                </a:lnTo>
                <a:cubicBezTo>
                  <a:pt x="260710" y="195350"/>
                  <a:pt x="260071" y="197265"/>
                  <a:pt x="258154" y="197903"/>
                </a:cubicBezTo>
                <a:cubicBezTo>
                  <a:pt x="256876" y="199180"/>
                  <a:pt x="254320" y="199180"/>
                  <a:pt x="253042" y="198542"/>
                </a:cubicBezTo>
                <a:cubicBezTo>
                  <a:pt x="251764" y="197903"/>
                  <a:pt x="251125" y="197265"/>
                  <a:pt x="250486" y="195988"/>
                </a:cubicBezTo>
                <a:cubicBezTo>
                  <a:pt x="242179" y="182582"/>
                  <a:pt x="240262" y="176836"/>
                  <a:pt x="240262" y="176198"/>
                </a:cubicBezTo>
                <a:cubicBezTo>
                  <a:pt x="240262" y="175560"/>
                  <a:pt x="238984" y="174921"/>
                  <a:pt x="237706" y="175560"/>
                </a:cubicBezTo>
                <a:cubicBezTo>
                  <a:pt x="237067" y="175560"/>
                  <a:pt x="236428" y="176198"/>
                  <a:pt x="236428" y="178752"/>
                </a:cubicBezTo>
                <a:cubicBezTo>
                  <a:pt x="238345" y="183859"/>
                  <a:pt x="240901" y="188966"/>
                  <a:pt x="243457" y="194073"/>
                </a:cubicBezTo>
                <a:cubicBezTo>
                  <a:pt x="246652" y="199180"/>
                  <a:pt x="251764" y="206841"/>
                  <a:pt x="258792" y="216417"/>
                </a:cubicBezTo>
                <a:cubicBezTo>
                  <a:pt x="262627" y="220886"/>
                  <a:pt x="264544" y="226631"/>
                  <a:pt x="264544" y="232377"/>
                </a:cubicBezTo>
                <a:lnTo>
                  <a:pt x="264544" y="263658"/>
                </a:lnTo>
                <a:cubicBezTo>
                  <a:pt x="264544" y="266850"/>
                  <a:pt x="261987" y="269404"/>
                  <a:pt x="258792" y="269404"/>
                </a:cubicBezTo>
                <a:cubicBezTo>
                  <a:pt x="255597" y="269404"/>
                  <a:pt x="253042" y="266850"/>
                  <a:pt x="253042" y="263658"/>
                </a:cubicBezTo>
                <a:lnTo>
                  <a:pt x="253042" y="232377"/>
                </a:lnTo>
                <a:cubicBezTo>
                  <a:pt x="253042" y="229185"/>
                  <a:pt x="251764" y="225993"/>
                  <a:pt x="249847" y="222801"/>
                </a:cubicBezTo>
                <a:cubicBezTo>
                  <a:pt x="244735" y="215779"/>
                  <a:pt x="237706" y="206203"/>
                  <a:pt x="233233" y="199180"/>
                </a:cubicBezTo>
                <a:cubicBezTo>
                  <a:pt x="230038" y="193435"/>
                  <a:pt x="227482" y="187689"/>
                  <a:pt x="224926" y="181944"/>
                </a:cubicBezTo>
                <a:cubicBezTo>
                  <a:pt x="224926" y="181944"/>
                  <a:pt x="224926" y="181305"/>
                  <a:pt x="224926" y="181305"/>
                </a:cubicBezTo>
                <a:cubicBezTo>
                  <a:pt x="223009" y="173644"/>
                  <a:pt x="226204" y="167260"/>
                  <a:pt x="232594" y="164707"/>
                </a:cubicBezTo>
                <a:cubicBezTo>
                  <a:pt x="238345" y="162153"/>
                  <a:pt x="245374" y="164707"/>
                  <a:pt x="249208" y="169814"/>
                </a:cubicBezTo>
                <a:lnTo>
                  <a:pt x="249208" y="137894"/>
                </a:lnTo>
                <a:cubicBezTo>
                  <a:pt x="249208" y="137894"/>
                  <a:pt x="249208" y="137256"/>
                  <a:pt x="249208" y="137256"/>
                </a:cubicBezTo>
                <a:cubicBezTo>
                  <a:pt x="249208" y="130233"/>
                  <a:pt x="254959" y="124488"/>
                  <a:pt x="262627" y="124488"/>
                </a:cubicBezTo>
                <a:cubicBezTo>
                  <a:pt x="263905" y="124488"/>
                  <a:pt x="265182" y="124488"/>
                  <a:pt x="265822" y="125126"/>
                </a:cubicBezTo>
                <a:cubicBezTo>
                  <a:pt x="267739" y="120657"/>
                  <a:pt x="272850" y="117465"/>
                  <a:pt x="277962" y="117465"/>
                </a:cubicBezTo>
                <a:cubicBezTo>
                  <a:pt x="283075" y="117465"/>
                  <a:pt x="288186" y="120657"/>
                  <a:pt x="290103" y="125126"/>
                </a:cubicBezTo>
                <a:cubicBezTo>
                  <a:pt x="291381" y="125126"/>
                  <a:pt x="292020" y="124488"/>
                  <a:pt x="293298" y="124488"/>
                </a:cubicBezTo>
                <a:cubicBezTo>
                  <a:pt x="300327" y="124488"/>
                  <a:pt x="306717" y="130233"/>
                  <a:pt x="306717" y="137894"/>
                </a:cubicBezTo>
                <a:lnTo>
                  <a:pt x="306717" y="144278"/>
                </a:lnTo>
                <a:cubicBezTo>
                  <a:pt x="307356" y="144278"/>
                  <a:pt x="307995" y="143640"/>
                  <a:pt x="309273" y="144278"/>
                </a:cubicBezTo>
                <a:cubicBezTo>
                  <a:pt x="313107" y="144278"/>
                  <a:pt x="316302" y="145555"/>
                  <a:pt x="318858" y="148108"/>
                </a:cubicBezTo>
                <a:cubicBezTo>
                  <a:pt x="321414" y="150662"/>
                  <a:pt x="322692" y="153854"/>
                  <a:pt x="322692" y="157684"/>
                </a:cubicBezTo>
                <a:lnTo>
                  <a:pt x="322692" y="199819"/>
                </a:lnTo>
                <a:cubicBezTo>
                  <a:pt x="322053" y="210033"/>
                  <a:pt x="320136" y="216417"/>
                  <a:pt x="317580" y="221524"/>
                </a:cubicBezTo>
                <a:cubicBezTo>
                  <a:pt x="316302" y="225355"/>
                  <a:pt x="315024" y="228546"/>
                  <a:pt x="314385" y="233015"/>
                </a:cubicBezTo>
                <a:lnTo>
                  <a:pt x="314385" y="265574"/>
                </a:lnTo>
                <a:close/>
              </a:path>
            </a:pathLst>
          </a:custGeom>
          <a:solidFill>
            <a:srgbClr val="007CB0"/>
          </a:solidFill>
          <a:ln w="6390" cap="flat">
            <a:noFill/>
            <a:prstDash val="solid"/>
            <a:miter/>
          </a:ln>
        </p:spPr>
        <p:txBody>
          <a:bodyPr rtlCol="0" anchor="ctr"/>
          <a:lstStyle/>
          <a:p>
            <a:endParaRPr lang="en-US"/>
          </a:p>
        </p:txBody>
      </p:sp>
      <p:grpSp>
        <p:nvGrpSpPr>
          <p:cNvPr id="881" name="Graphic 4">
            <a:extLst>
              <a:ext uri="{FF2B5EF4-FFF2-40B4-BE49-F238E27FC236}">
                <a16:creationId xmlns:a16="http://schemas.microsoft.com/office/drawing/2014/main" id="{64CA8481-2B98-9A46-95B8-90FA5DDAE53C}"/>
              </a:ext>
            </a:extLst>
          </p:cNvPr>
          <p:cNvGrpSpPr/>
          <p:nvPr/>
        </p:nvGrpSpPr>
        <p:grpSpPr>
          <a:xfrm>
            <a:off x="4046108" y="4792617"/>
            <a:ext cx="361670" cy="361333"/>
            <a:chOff x="4046108" y="4792617"/>
            <a:chExt cx="361670" cy="361333"/>
          </a:xfrm>
          <a:solidFill>
            <a:srgbClr val="007CB0"/>
          </a:solidFill>
        </p:grpSpPr>
        <p:sp>
          <p:nvSpPr>
            <p:cNvPr id="882" name="Graphic 4">
              <a:extLst>
                <a:ext uri="{FF2B5EF4-FFF2-40B4-BE49-F238E27FC236}">
                  <a16:creationId xmlns:a16="http://schemas.microsoft.com/office/drawing/2014/main" id="{A3496048-B5AD-684C-887C-D397A6A35CB5}"/>
                </a:ext>
              </a:extLst>
            </p:cNvPr>
            <p:cNvSpPr/>
            <p:nvPr/>
          </p:nvSpPr>
          <p:spPr>
            <a:xfrm>
              <a:off x="4162405" y="4894123"/>
              <a:ext cx="15335" cy="15321"/>
            </a:xfrm>
            <a:custGeom>
              <a:avLst/>
              <a:gdLst>
                <a:gd name="connsiteX0" fmla="*/ 7668 w 15335"/>
                <a:gd name="connsiteY0" fmla="*/ 15322 h 15321"/>
                <a:gd name="connsiteX1" fmla="*/ 15336 w 15335"/>
                <a:gd name="connsiteY1" fmla="*/ 7661 h 15321"/>
                <a:gd name="connsiteX2" fmla="*/ 7668 w 15335"/>
                <a:gd name="connsiteY2" fmla="*/ 0 h 15321"/>
                <a:gd name="connsiteX3" fmla="*/ 0 w 15335"/>
                <a:gd name="connsiteY3" fmla="*/ 7661 h 15321"/>
                <a:gd name="connsiteX4" fmla="*/ 7668 w 15335"/>
                <a:gd name="connsiteY4" fmla="*/ 15322 h 1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5" h="15321">
                  <a:moveTo>
                    <a:pt x="7668" y="15322"/>
                  </a:moveTo>
                  <a:cubicBezTo>
                    <a:pt x="12141" y="15322"/>
                    <a:pt x="15336" y="11491"/>
                    <a:pt x="15336" y="7661"/>
                  </a:cubicBezTo>
                  <a:cubicBezTo>
                    <a:pt x="15336" y="3830"/>
                    <a:pt x="11502" y="0"/>
                    <a:pt x="7668" y="0"/>
                  </a:cubicBezTo>
                  <a:cubicBezTo>
                    <a:pt x="3834" y="0"/>
                    <a:pt x="0" y="3830"/>
                    <a:pt x="0" y="7661"/>
                  </a:cubicBezTo>
                  <a:cubicBezTo>
                    <a:pt x="0" y="11491"/>
                    <a:pt x="3195" y="15322"/>
                    <a:pt x="7668" y="15322"/>
                  </a:cubicBezTo>
                  <a:close/>
                </a:path>
              </a:pathLst>
            </a:custGeom>
            <a:solidFill>
              <a:srgbClr val="007CB0"/>
            </a:solidFill>
            <a:ln w="6390" cap="flat">
              <a:noFill/>
              <a:prstDash val="solid"/>
              <a:miter/>
            </a:ln>
          </p:spPr>
          <p:txBody>
            <a:bodyPr rtlCol="0" anchor="ctr"/>
            <a:lstStyle/>
            <a:p>
              <a:endParaRPr lang="en-US"/>
            </a:p>
          </p:txBody>
        </p:sp>
        <p:sp>
          <p:nvSpPr>
            <p:cNvPr id="883" name="Graphic 4">
              <a:extLst>
                <a:ext uri="{FF2B5EF4-FFF2-40B4-BE49-F238E27FC236}">
                  <a16:creationId xmlns:a16="http://schemas.microsoft.com/office/drawing/2014/main" id="{B46E047D-A1D1-AC48-88D9-A58B92A8BBD6}"/>
                </a:ext>
              </a:extLst>
            </p:cNvPr>
            <p:cNvSpPr/>
            <p:nvPr/>
          </p:nvSpPr>
          <p:spPr>
            <a:xfrm>
              <a:off x="4155376" y="4951579"/>
              <a:ext cx="28754" cy="60009"/>
            </a:xfrm>
            <a:custGeom>
              <a:avLst/>
              <a:gdLst>
                <a:gd name="connsiteX0" fmla="*/ 12141 w 28754"/>
                <a:gd name="connsiteY0" fmla="*/ 0 h 60009"/>
                <a:gd name="connsiteX1" fmla="*/ 0 w 28754"/>
                <a:gd name="connsiteY1" fmla="*/ 60010 h 60009"/>
                <a:gd name="connsiteX2" fmla="*/ 28755 w 28754"/>
                <a:gd name="connsiteY2" fmla="*/ 60010 h 60009"/>
                <a:gd name="connsiteX3" fmla="*/ 16614 w 28754"/>
                <a:gd name="connsiteY3" fmla="*/ 0 h 60009"/>
              </a:gdLst>
              <a:ahLst/>
              <a:cxnLst>
                <a:cxn ang="0">
                  <a:pos x="connsiteX0" y="connsiteY0"/>
                </a:cxn>
                <a:cxn ang="0">
                  <a:pos x="connsiteX1" y="connsiteY1"/>
                </a:cxn>
                <a:cxn ang="0">
                  <a:pos x="connsiteX2" y="connsiteY2"/>
                </a:cxn>
                <a:cxn ang="0">
                  <a:pos x="connsiteX3" y="connsiteY3"/>
                </a:cxn>
              </a:cxnLst>
              <a:rect l="l" t="t" r="r" b="b"/>
              <a:pathLst>
                <a:path w="28754" h="60009">
                  <a:moveTo>
                    <a:pt x="12141" y="0"/>
                  </a:moveTo>
                  <a:lnTo>
                    <a:pt x="0" y="60010"/>
                  </a:lnTo>
                  <a:lnTo>
                    <a:pt x="28755" y="60010"/>
                  </a:lnTo>
                  <a:lnTo>
                    <a:pt x="16614" y="0"/>
                  </a:lnTo>
                  <a:close/>
                </a:path>
              </a:pathLst>
            </a:custGeom>
            <a:solidFill>
              <a:srgbClr val="007CB0"/>
            </a:solidFill>
            <a:ln w="6390" cap="flat">
              <a:noFill/>
              <a:prstDash val="solid"/>
              <a:miter/>
            </a:ln>
          </p:spPr>
          <p:txBody>
            <a:bodyPr rtlCol="0" anchor="ctr"/>
            <a:lstStyle/>
            <a:p>
              <a:endParaRPr lang="en-US"/>
            </a:p>
          </p:txBody>
        </p:sp>
        <p:sp>
          <p:nvSpPr>
            <p:cNvPr id="884" name="Graphic 4">
              <a:extLst>
                <a:ext uri="{FF2B5EF4-FFF2-40B4-BE49-F238E27FC236}">
                  <a16:creationId xmlns:a16="http://schemas.microsoft.com/office/drawing/2014/main" id="{7590399A-B498-5648-8628-277C744E1C27}"/>
                </a:ext>
              </a:extLst>
            </p:cNvPr>
            <p:cNvSpPr/>
            <p:nvPr/>
          </p:nvSpPr>
          <p:spPr>
            <a:xfrm>
              <a:off x="4046108"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244096 w 361670"/>
                <a:gd name="connsiteY5" fmla="*/ 88738 h 361333"/>
                <a:gd name="connsiteX6" fmla="*/ 264543 w 361670"/>
                <a:gd name="connsiteY6" fmla="*/ 109166 h 361333"/>
                <a:gd name="connsiteX7" fmla="*/ 244096 w 361670"/>
                <a:gd name="connsiteY7" fmla="*/ 129595 h 361333"/>
                <a:gd name="connsiteX8" fmla="*/ 223648 w 361670"/>
                <a:gd name="connsiteY8" fmla="*/ 109166 h 361333"/>
                <a:gd name="connsiteX9" fmla="*/ 244096 w 361670"/>
                <a:gd name="connsiteY9" fmla="*/ 88738 h 361333"/>
                <a:gd name="connsiteX10" fmla="*/ 123965 w 361670"/>
                <a:gd name="connsiteY10" fmla="*/ 88738 h 361333"/>
                <a:gd name="connsiteX11" fmla="*/ 144412 w 361670"/>
                <a:gd name="connsiteY11" fmla="*/ 109166 h 361333"/>
                <a:gd name="connsiteX12" fmla="*/ 123965 w 361670"/>
                <a:gd name="connsiteY12" fmla="*/ 129595 h 361333"/>
                <a:gd name="connsiteX13" fmla="*/ 103517 w 361670"/>
                <a:gd name="connsiteY13" fmla="*/ 109166 h 361333"/>
                <a:gd name="connsiteX14" fmla="*/ 123965 w 361670"/>
                <a:gd name="connsiteY14" fmla="*/ 88738 h 361333"/>
                <a:gd name="connsiteX15" fmla="*/ 53036 w 361670"/>
                <a:gd name="connsiteY15" fmla="*/ 203011 h 361333"/>
                <a:gd name="connsiteX16" fmla="*/ 48563 w 361670"/>
                <a:gd name="connsiteY16" fmla="*/ 201095 h 361333"/>
                <a:gd name="connsiteX17" fmla="*/ 48563 w 361670"/>
                <a:gd name="connsiteY17" fmla="*/ 192158 h 361333"/>
                <a:gd name="connsiteX18" fmla="*/ 89459 w 361670"/>
                <a:gd name="connsiteY18" fmla="*/ 151300 h 361333"/>
                <a:gd name="connsiteX19" fmla="*/ 98405 w 361670"/>
                <a:gd name="connsiteY19" fmla="*/ 151300 h 361333"/>
                <a:gd name="connsiteX20" fmla="*/ 98405 w 361670"/>
                <a:gd name="connsiteY20" fmla="*/ 160238 h 361333"/>
                <a:gd name="connsiteX21" fmla="*/ 57509 w 361670"/>
                <a:gd name="connsiteY21" fmla="*/ 201095 h 361333"/>
                <a:gd name="connsiteX22" fmla="*/ 53036 w 361670"/>
                <a:gd name="connsiteY22" fmla="*/ 203011 h 361333"/>
                <a:gd name="connsiteX23" fmla="*/ 150802 w 361670"/>
                <a:gd name="connsiteY23" fmla="*/ 229185 h 361333"/>
                <a:gd name="connsiteX24" fmla="*/ 145690 w 361670"/>
                <a:gd name="connsiteY24" fmla="*/ 231739 h 361333"/>
                <a:gd name="connsiteX25" fmla="*/ 144412 w 361670"/>
                <a:gd name="connsiteY25" fmla="*/ 231739 h 361333"/>
                <a:gd name="connsiteX26" fmla="*/ 144412 w 361670"/>
                <a:gd name="connsiteY26" fmla="*/ 287918 h 361333"/>
                <a:gd name="connsiteX27" fmla="*/ 138022 w 361670"/>
                <a:gd name="connsiteY27" fmla="*/ 294302 h 361333"/>
                <a:gd name="connsiteX28" fmla="*/ 131633 w 361670"/>
                <a:gd name="connsiteY28" fmla="*/ 287918 h 361333"/>
                <a:gd name="connsiteX29" fmla="*/ 131633 w 361670"/>
                <a:gd name="connsiteY29" fmla="*/ 231739 h 361333"/>
                <a:gd name="connsiteX30" fmla="*/ 115019 w 361670"/>
                <a:gd name="connsiteY30" fmla="*/ 231739 h 361333"/>
                <a:gd name="connsiteX31" fmla="*/ 115019 w 361670"/>
                <a:gd name="connsiteY31" fmla="*/ 287918 h 361333"/>
                <a:gd name="connsiteX32" fmla="*/ 108629 w 361670"/>
                <a:gd name="connsiteY32" fmla="*/ 294302 h 361333"/>
                <a:gd name="connsiteX33" fmla="*/ 102239 w 361670"/>
                <a:gd name="connsiteY33" fmla="*/ 287918 h 361333"/>
                <a:gd name="connsiteX34" fmla="*/ 102239 w 361670"/>
                <a:gd name="connsiteY34" fmla="*/ 231739 h 361333"/>
                <a:gd name="connsiteX35" fmla="*/ 100961 w 361670"/>
                <a:gd name="connsiteY35" fmla="*/ 231739 h 361333"/>
                <a:gd name="connsiteX36" fmla="*/ 95849 w 361670"/>
                <a:gd name="connsiteY36" fmla="*/ 229185 h 361333"/>
                <a:gd name="connsiteX37" fmla="*/ 94571 w 361670"/>
                <a:gd name="connsiteY37" fmla="*/ 224078 h 361333"/>
                <a:gd name="connsiteX38" fmla="*/ 109268 w 361670"/>
                <a:gd name="connsiteY38" fmla="*/ 151300 h 361333"/>
                <a:gd name="connsiteX39" fmla="*/ 115658 w 361670"/>
                <a:gd name="connsiteY39" fmla="*/ 146193 h 361333"/>
                <a:gd name="connsiteX40" fmla="*/ 130354 w 361670"/>
                <a:gd name="connsiteY40" fmla="*/ 146193 h 361333"/>
                <a:gd name="connsiteX41" fmla="*/ 136744 w 361670"/>
                <a:gd name="connsiteY41" fmla="*/ 151300 h 361333"/>
                <a:gd name="connsiteX42" fmla="*/ 152080 w 361670"/>
                <a:gd name="connsiteY42" fmla="*/ 224078 h 361333"/>
                <a:gd name="connsiteX43" fmla="*/ 150802 w 361670"/>
                <a:gd name="connsiteY43" fmla="*/ 229185 h 361333"/>
                <a:gd name="connsiteX44" fmla="*/ 211507 w 361670"/>
                <a:gd name="connsiteY44" fmla="*/ 146832 h 361333"/>
                <a:gd name="connsiteX45" fmla="*/ 184030 w 361670"/>
                <a:gd name="connsiteY45" fmla="*/ 91930 h 361333"/>
                <a:gd name="connsiteX46" fmla="*/ 156553 w 361670"/>
                <a:gd name="connsiteY46" fmla="*/ 146832 h 361333"/>
                <a:gd name="connsiteX47" fmla="*/ 150802 w 361670"/>
                <a:gd name="connsiteY47" fmla="*/ 150662 h 361333"/>
                <a:gd name="connsiteX48" fmla="*/ 148247 w 361670"/>
                <a:gd name="connsiteY48" fmla="*/ 150024 h 361333"/>
                <a:gd name="connsiteX49" fmla="*/ 145690 w 361670"/>
                <a:gd name="connsiteY49" fmla="*/ 141724 h 361333"/>
                <a:gd name="connsiteX50" fmla="*/ 177640 w 361670"/>
                <a:gd name="connsiteY50" fmla="*/ 75970 h 361333"/>
                <a:gd name="connsiteX51" fmla="*/ 184030 w 361670"/>
                <a:gd name="connsiteY51" fmla="*/ 72778 h 361333"/>
                <a:gd name="connsiteX52" fmla="*/ 190420 w 361670"/>
                <a:gd name="connsiteY52" fmla="*/ 75970 h 361333"/>
                <a:gd name="connsiteX53" fmla="*/ 223009 w 361670"/>
                <a:gd name="connsiteY53" fmla="*/ 141086 h 361333"/>
                <a:gd name="connsiteX54" fmla="*/ 220453 w 361670"/>
                <a:gd name="connsiteY54" fmla="*/ 149385 h 361333"/>
                <a:gd name="connsiteX55" fmla="*/ 217897 w 361670"/>
                <a:gd name="connsiteY55" fmla="*/ 150024 h 361333"/>
                <a:gd name="connsiteX56" fmla="*/ 211507 w 361670"/>
                <a:gd name="connsiteY56" fmla="*/ 146832 h 361333"/>
                <a:gd name="connsiteX57" fmla="*/ 271572 w 361670"/>
                <a:gd name="connsiteY57" fmla="*/ 229185 h 361333"/>
                <a:gd name="connsiteX58" fmla="*/ 266460 w 361670"/>
                <a:gd name="connsiteY58" fmla="*/ 231739 h 361333"/>
                <a:gd name="connsiteX59" fmla="*/ 265182 w 361670"/>
                <a:gd name="connsiteY59" fmla="*/ 231739 h 361333"/>
                <a:gd name="connsiteX60" fmla="*/ 265182 w 361670"/>
                <a:gd name="connsiteY60" fmla="*/ 287918 h 361333"/>
                <a:gd name="connsiteX61" fmla="*/ 258792 w 361670"/>
                <a:gd name="connsiteY61" fmla="*/ 294302 h 361333"/>
                <a:gd name="connsiteX62" fmla="*/ 252403 w 361670"/>
                <a:gd name="connsiteY62" fmla="*/ 287918 h 361333"/>
                <a:gd name="connsiteX63" fmla="*/ 252403 w 361670"/>
                <a:gd name="connsiteY63" fmla="*/ 231739 h 361333"/>
                <a:gd name="connsiteX64" fmla="*/ 235788 w 361670"/>
                <a:gd name="connsiteY64" fmla="*/ 231739 h 361333"/>
                <a:gd name="connsiteX65" fmla="*/ 235788 w 361670"/>
                <a:gd name="connsiteY65" fmla="*/ 287918 h 361333"/>
                <a:gd name="connsiteX66" fmla="*/ 229399 w 361670"/>
                <a:gd name="connsiteY66" fmla="*/ 294302 h 361333"/>
                <a:gd name="connsiteX67" fmla="*/ 223009 w 361670"/>
                <a:gd name="connsiteY67" fmla="*/ 287918 h 361333"/>
                <a:gd name="connsiteX68" fmla="*/ 223009 w 361670"/>
                <a:gd name="connsiteY68" fmla="*/ 231739 h 361333"/>
                <a:gd name="connsiteX69" fmla="*/ 221731 w 361670"/>
                <a:gd name="connsiteY69" fmla="*/ 231739 h 361333"/>
                <a:gd name="connsiteX70" fmla="*/ 216619 w 361670"/>
                <a:gd name="connsiteY70" fmla="*/ 229185 h 361333"/>
                <a:gd name="connsiteX71" fmla="*/ 215341 w 361670"/>
                <a:gd name="connsiteY71" fmla="*/ 224078 h 361333"/>
                <a:gd name="connsiteX72" fmla="*/ 230677 w 361670"/>
                <a:gd name="connsiteY72" fmla="*/ 151300 h 361333"/>
                <a:gd name="connsiteX73" fmla="*/ 237067 w 361670"/>
                <a:gd name="connsiteY73" fmla="*/ 146193 h 361333"/>
                <a:gd name="connsiteX74" fmla="*/ 251763 w 361670"/>
                <a:gd name="connsiteY74" fmla="*/ 146193 h 361333"/>
                <a:gd name="connsiteX75" fmla="*/ 258153 w 361670"/>
                <a:gd name="connsiteY75" fmla="*/ 151300 h 361333"/>
                <a:gd name="connsiteX76" fmla="*/ 272850 w 361670"/>
                <a:gd name="connsiteY76" fmla="*/ 224078 h 361333"/>
                <a:gd name="connsiteX77" fmla="*/ 271572 w 361670"/>
                <a:gd name="connsiteY77" fmla="*/ 229185 h 361333"/>
                <a:gd name="connsiteX78" fmla="*/ 311190 w 361670"/>
                <a:gd name="connsiteY78" fmla="*/ 203011 h 361333"/>
                <a:gd name="connsiteX79" fmla="*/ 306717 w 361670"/>
                <a:gd name="connsiteY79" fmla="*/ 201095 h 361333"/>
                <a:gd name="connsiteX80" fmla="*/ 265821 w 361670"/>
                <a:gd name="connsiteY80" fmla="*/ 160238 h 361333"/>
                <a:gd name="connsiteX81" fmla="*/ 265821 w 361670"/>
                <a:gd name="connsiteY81" fmla="*/ 151300 h 361333"/>
                <a:gd name="connsiteX82" fmla="*/ 274767 w 361670"/>
                <a:gd name="connsiteY82" fmla="*/ 151300 h 361333"/>
                <a:gd name="connsiteX83" fmla="*/ 315663 w 361670"/>
                <a:gd name="connsiteY83" fmla="*/ 192158 h 361333"/>
                <a:gd name="connsiteX84" fmla="*/ 315663 w 361670"/>
                <a:gd name="connsiteY84" fmla="*/ 201095 h 361333"/>
                <a:gd name="connsiteX85" fmla="*/ 311190 w 361670"/>
                <a:gd name="connsiteY85" fmla="*/ 20301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361670" h="361333">
                  <a:moveTo>
                    <a:pt x="180835" y="0"/>
                  </a:moveTo>
                  <a:cubicBezTo>
                    <a:pt x="80513" y="0"/>
                    <a:pt x="0" y="81077"/>
                    <a:pt x="0" y="180667"/>
                  </a:cubicBezTo>
                  <a:cubicBezTo>
                    <a:pt x="0" y="280257"/>
                    <a:pt x="81152" y="361334"/>
                    <a:pt x="180835" y="361334"/>
                  </a:cubicBezTo>
                  <a:cubicBezTo>
                    <a:pt x="280518" y="361334"/>
                    <a:pt x="361670" y="280257"/>
                    <a:pt x="361670" y="180667"/>
                  </a:cubicBezTo>
                  <a:cubicBezTo>
                    <a:pt x="361670" y="81077"/>
                    <a:pt x="280518" y="0"/>
                    <a:pt x="180835" y="0"/>
                  </a:cubicBezTo>
                  <a:close/>
                  <a:moveTo>
                    <a:pt x="244096" y="88738"/>
                  </a:moveTo>
                  <a:cubicBezTo>
                    <a:pt x="255597" y="88738"/>
                    <a:pt x="264543" y="97675"/>
                    <a:pt x="264543" y="109166"/>
                  </a:cubicBezTo>
                  <a:cubicBezTo>
                    <a:pt x="264543" y="120657"/>
                    <a:pt x="255597" y="129595"/>
                    <a:pt x="244096" y="129595"/>
                  </a:cubicBezTo>
                  <a:cubicBezTo>
                    <a:pt x="232593" y="129595"/>
                    <a:pt x="223648" y="120657"/>
                    <a:pt x="223648" y="109166"/>
                  </a:cubicBezTo>
                  <a:cubicBezTo>
                    <a:pt x="223648" y="97675"/>
                    <a:pt x="232593" y="88738"/>
                    <a:pt x="244096" y="88738"/>
                  </a:cubicBezTo>
                  <a:close/>
                  <a:moveTo>
                    <a:pt x="123965" y="88738"/>
                  </a:moveTo>
                  <a:cubicBezTo>
                    <a:pt x="135467" y="88738"/>
                    <a:pt x="144412" y="97675"/>
                    <a:pt x="144412" y="109166"/>
                  </a:cubicBezTo>
                  <a:cubicBezTo>
                    <a:pt x="144412" y="120657"/>
                    <a:pt x="135467" y="129595"/>
                    <a:pt x="123965" y="129595"/>
                  </a:cubicBezTo>
                  <a:cubicBezTo>
                    <a:pt x="112463" y="129595"/>
                    <a:pt x="103517" y="120657"/>
                    <a:pt x="103517" y="109166"/>
                  </a:cubicBezTo>
                  <a:cubicBezTo>
                    <a:pt x="103517" y="97675"/>
                    <a:pt x="112463" y="88738"/>
                    <a:pt x="123965" y="88738"/>
                  </a:cubicBezTo>
                  <a:close/>
                  <a:moveTo>
                    <a:pt x="53036" y="203011"/>
                  </a:moveTo>
                  <a:cubicBezTo>
                    <a:pt x="51119" y="203011"/>
                    <a:pt x="49841" y="202372"/>
                    <a:pt x="48563" y="201095"/>
                  </a:cubicBezTo>
                  <a:cubicBezTo>
                    <a:pt x="46008" y="198542"/>
                    <a:pt x="46008" y="194711"/>
                    <a:pt x="48563" y="192158"/>
                  </a:cubicBezTo>
                  <a:lnTo>
                    <a:pt x="89459" y="151300"/>
                  </a:lnTo>
                  <a:cubicBezTo>
                    <a:pt x="92015" y="148747"/>
                    <a:pt x="95849" y="148747"/>
                    <a:pt x="98405" y="151300"/>
                  </a:cubicBezTo>
                  <a:cubicBezTo>
                    <a:pt x="100961" y="153854"/>
                    <a:pt x="100961" y="157684"/>
                    <a:pt x="98405" y="160238"/>
                  </a:cubicBezTo>
                  <a:lnTo>
                    <a:pt x="57509" y="201095"/>
                  </a:lnTo>
                  <a:cubicBezTo>
                    <a:pt x="56231" y="202372"/>
                    <a:pt x="54953" y="203011"/>
                    <a:pt x="53036" y="203011"/>
                  </a:cubicBezTo>
                  <a:close/>
                  <a:moveTo>
                    <a:pt x="150802" y="229185"/>
                  </a:moveTo>
                  <a:cubicBezTo>
                    <a:pt x="149524" y="230462"/>
                    <a:pt x="147607" y="231739"/>
                    <a:pt x="145690" y="231739"/>
                  </a:cubicBezTo>
                  <a:lnTo>
                    <a:pt x="144412" y="231739"/>
                  </a:lnTo>
                  <a:lnTo>
                    <a:pt x="144412" y="287918"/>
                  </a:lnTo>
                  <a:cubicBezTo>
                    <a:pt x="144412" y="291748"/>
                    <a:pt x="141857" y="294302"/>
                    <a:pt x="138022" y="294302"/>
                  </a:cubicBezTo>
                  <a:cubicBezTo>
                    <a:pt x="134189" y="294302"/>
                    <a:pt x="131633" y="291748"/>
                    <a:pt x="131633" y="287918"/>
                  </a:cubicBezTo>
                  <a:lnTo>
                    <a:pt x="131633" y="231739"/>
                  </a:lnTo>
                  <a:lnTo>
                    <a:pt x="115019" y="231739"/>
                  </a:lnTo>
                  <a:lnTo>
                    <a:pt x="115019" y="287918"/>
                  </a:lnTo>
                  <a:cubicBezTo>
                    <a:pt x="115019" y="291748"/>
                    <a:pt x="112463" y="294302"/>
                    <a:pt x="108629" y="294302"/>
                  </a:cubicBezTo>
                  <a:cubicBezTo>
                    <a:pt x="104795" y="294302"/>
                    <a:pt x="102239" y="291748"/>
                    <a:pt x="102239" y="287918"/>
                  </a:cubicBezTo>
                  <a:lnTo>
                    <a:pt x="102239" y="231739"/>
                  </a:lnTo>
                  <a:lnTo>
                    <a:pt x="100961" y="231739"/>
                  </a:lnTo>
                  <a:cubicBezTo>
                    <a:pt x="99044" y="231739"/>
                    <a:pt x="97127" y="231100"/>
                    <a:pt x="95849" y="229185"/>
                  </a:cubicBezTo>
                  <a:cubicBezTo>
                    <a:pt x="94571" y="227270"/>
                    <a:pt x="93932" y="225993"/>
                    <a:pt x="94571" y="224078"/>
                  </a:cubicBezTo>
                  <a:lnTo>
                    <a:pt x="109268" y="151300"/>
                  </a:lnTo>
                  <a:cubicBezTo>
                    <a:pt x="109907" y="148108"/>
                    <a:pt x="112463" y="146193"/>
                    <a:pt x="115658" y="146193"/>
                  </a:cubicBezTo>
                  <a:lnTo>
                    <a:pt x="130354" y="146193"/>
                  </a:lnTo>
                  <a:cubicBezTo>
                    <a:pt x="133549" y="146193"/>
                    <a:pt x="136106" y="148108"/>
                    <a:pt x="136744" y="151300"/>
                  </a:cubicBezTo>
                  <a:lnTo>
                    <a:pt x="152080" y="224078"/>
                  </a:lnTo>
                  <a:cubicBezTo>
                    <a:pt x="152719" y="225355"/>
                    <a:pt x="152080" y="227908"/>
                    <a:pt x="150802" y="229185"/>
                  </a:cubicBezTo>
                  <a:close/>
                  <a:moveTo>
                    <a:pt x="211507" y="146832"/>
                  </a:moveTo>
                  <a:lnTo>
                    <a:pt x="184030" y="91930"/>
                  </a:lnTo>
                  <a:lnTo>
                    <a:pt x="156553" y="146832"/>
                  </a:lnTo>
                  <a:cubicBezTo>
                    <a:pt x="155275" y="149385"/>
                    <a:pt x="153358" y="150662"/>
                    <a:pt x="150802" y="150662"/>
                  </a:cubicBezTo>
                  <a:cubicBezTo>
                    <a:pt x="150164" y="150662"/>
                    <a:pt x="148885" y="150662"/>
                    <a:pt x="148247" y="150024"/>
                  </a:cubicBezTo>
                  <a:cubicBezTo>
                    <a:pt x="145052" y="148747"/>
                    <a:pt x="143774" y="144916"/>
                    <a:pt x="145690" y="141724"/>
                  </a:cubicBezTo>
                  <a:lnTo>
                    <a:pt x="177640" y="75970"/>
                  </a:lnTo>
                  <a:cubicBezTo>
                    <a:pt x="178918" y="73416"/>
                    <a:pt x="181474" y="72139"/>
                    <a:pt x="184030" y="72778"/>
                  </a:cubicBezTo>
                  <a:cubicBezTo>
                    <a:pt x="186586" y="72778"/>
                    <a:pt x="189142" y="74054"/>
                    <a:pt x="190420" y="75970"/>
                  </a:cubicBezTo>
                  <a:lnTo>
                    <a:pt x="223009" y="141086"/>
                  </a:lnTo>
                  <a:cubicBezTo>
                    <a:pt x="224287" y="144278"/>
                    <a:pt x="223009" y="148108"/>
                    <a:pt x="220453" y="149385"/>
                  </a:cubicBezTo>
                  <a:cubicBezTo>
                    <a:pt x="219814" y="150024"/>
                    <a:pt x="218536" y="150024"/>
                    <a:pt x="217897" y="150024"/>
                  </a:cubicBezTo>
                  <a:cubicBezTo>
                    <a:pt x="214702" y="150024"/>
                    <a:pt x="212146" y="148747"/>
                    <a:pt x="211507" y="146832"/>
                  </a:cubicBezTo>
                  <a:close/>
                  <a:moveTo>
                    <a:pt x="271572" y="229185"/>
                  </a:moveTo>
                  <a:cubicBezTo>
                    <a:pt x="270294" y="230462"/>
                    <a:pt x="268377" y="231739"/>
                    <a:pt x="266460" y="231739"/>
                  </a:cubicBezTo>
                  <a:lnTo>
                    <a:pt x="265182" y="231739"/>
                  </a:lnTo>
                  <a:lnTo>
                    <a:pt x="265182" y="287918"/>
                  </a:lnTo>
                  <a:cubicBezTo>
                    <a:pt x="265182" y="291748"/>
                    <a:pt x="262626" y="294302"/>
                    <a:pt x="258792" y="294302"/>
                  </a:cubicBezTo>
                  <a:cubicBezTo>
                    <a:pt x="254958" y="294302"/>
                    <a:pt x="252403" y="291748"/>
                    <a:pt x="252403" y="287918"/>
                  </a:cubicBezTo>
                  <a:lnTo>
                    <a:pt x="252403" y="231739"/>
                  </a:lnTo>
                  <a:lnTo>
                    <a:pt x="235788" y="231739"/>
                  </a:lnTo>
                  <a:lnTo>
                    <a:pt x="235788" y="287918"/>
                  </a:lnTo>
                  <a:cubicBezTo>
                    <a:pt x="235788" y="291748"/>
                    <a:pt x="233233" y="294302"/>
                    <a:pt x="229399" y="294302"/>
                  </a:cubicBezTo>
                  <a:cubicBezTo>
                    <a:pt x="225565" y="294302"/>
                    <a:pt x="223009" y="291748"/>
                    <a:pt x="223009" y="287918"/>
                  </a:cubicBezTo>
                  <a:lnTo>
                    <a:pt x="223009" y="231739"/>
                  </a:lnTo>
                  <a:lnTo>
                    <a:pt x="221731" y="231739"/>
                  </a:lnTo>
                  <a:cubicBezTo>
                    <a:pt x="219814" y="231739"/>
                    <a:pt x="217897" y="231100"/>
                    <a:pt x="216619" y="229185"/>
                  </a:cubicBezTo>
                  <a:cubicBezTo>
                    <a:pt x="215341" y="227908"/>
                    <a:pt x="214702" y="225993"/>
                    <a:pt x="215341" y="224078"/>
                  </a:cubicBezTo>
                  <a:lnTo>
                    <a:pt x="230677" y="151300"/>
                  </a:lnTo>
                  <a:cubicBezTo>
                    <a:pt x="231316" y="148108"/>
                    <a:pt x="233872" y="146193"/>
                    <a:pt x="237067" y="146193"/>
                  </a:cubicBezTo>
                  <a:lnTo>
                    <a:pt x="251763" y="146193"/>
                  </a:lnTo>
                  <a:cubicBezTo>
                    <a:pt x="254958" y="146193"/>
                    <a:pt x="257514" y="148108"/>
                    <a:pt x="258153" y="151300"/>
                  </a:cubicBezTo>
                  <a:lnTo>
                    <a:pt x="272850" y="224078"/>
                  </a:lnTo>
                  <a:cubicBezTo>
                    <a:pt x="272850" y="225993"/>
                    <a:pt x="272850" y="227908"/>
                    <a:pt x="271572" y="229185"/>
                  </a:cubicBezTo>
                  <a:close/>
                  <a:moveTo>
                    <a:pt x="311190" y="203011"/>
                  </a:moveTo>
                  <a:cubicBezTo>
                    <a:pt x="309273" y="203011"/>
                    <a:pt x="307995" y="202372"/>
                    <a:pt x="306717" y="201095"/>
                  </a:cubicBezTo>
                  <a:lnTo>
                    <a:pt x="265821" y="160238"/>
                  </a:lnTo>
                  <a:cubicBezTo>
                    <a:pt x="263266" y="157684"/>
                    <a:pt x="263266" y="153854"/>
                    <a:pt x="265821" y="151300"/>
                  </a:cubicBezTo>
                  <a:cubicBezTo>
                    <a:pt x="268377" y="148747"/>
                    <a:pt x="272211" y="148747"/>
                    <a:pt x="274767" y="151300"/>
                  </a:cubicBezTo>
                  <a:lnTo>
                    <a:pt x="315663" y="192158"/>
                  </a:lnTo>
                  <a:cubicBezTo>
                    <a:pt x="318219" y="194711"/>
                    <a:pt x="318219" y="198542"/>
                    <a:pt x="315663" y="201095"/>
                  </a:cubicBezTo>
                  <a:cubicBezTo>
                    <a:pt x="314385" y="202372"/>
                    <a:pt x="313107" y="203011"/>
                    <a:pt x="311190" y="203011"/>
                  </a:cubicBezTo>
                  <a:close/>
                </a:path>
              </a:pathLst>
            </a:custGeom>
            <a:solidFill>
              <a:srgbClr val="007CB0"/>
            </a:solidFill>
            <a:ln w="6390" cap="flat">
              <a:noFill/>
              <a:prstDash val="solid"/>
              <a:miter/>
            </a:ln>
          </p:spPr>
          <p:txBody>
            <a:bodyPr rtlCol="0" anchor="ctr"/>
            <a:lstStyle/>
            <a:p>
              <a:endParaRPr lang="en-US"/>
            </a:p>
          </p:txBody>
        </p:sp>
        <p:sp>
          <p:nvSpPr>
            <p:cNvPr id="885" name="Graphic 4">
              <a:extLst>
                <a:ext uri="{FF2B5EF4-FFF2-40B4-BE49-F238E27FC236}">
                  <a16:creationId xmlns:a16="http://schemas.microsoft.com/office/drawing/2014/main" id="{37A92702-8D27-A94F-99B9-3BE65CC22F95}"/>
                </a:ext>
              </a:extLst>
            </p:cNvPr>
            <p:cNvSpPr/>
            <p:nvPr/>
          </p:nvSpPr>
          <p:spPr>
            <a:xfrm>
              <a:off x="4282535" y="4894123"/>
              <a:ext cx="15335" cy="15321"/>
            </a:xfrm>
            <a:custGeom>
              <a:avLst/>
              <a:gdLst>
                <a:gd name="connsiteX0" fmla="*/ 7668 w 15335"/>
                <a:gd name="connsiteY0" fmla="*/ 15322 h 15321"/>
                <a:gd name="connsiteX1" fmla="*/ 15336 w 15335"/>
                <a:gd name="connsiteY1" fmla="*/ 7661 h 15321"/>
                <a:gd name="connsiteX2" fmla="*/ 7668 w 15335"/>
                <a:gd name="connsiteY2" fmla="*/ 0 h 15321"/>
                <a:gd name="connsiteX3" fmla="*/ 0 w 15335"/>
                <a:gd name="connsiteY3" fmla="*/ 7661 h 15321"/>
                <a:gd name="connsiteX4" fmla="*/ 7668 w 15335"/>
                <a:gd name="connsiteY4" fmla="*/ 15322 h 1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5" h="15321">
                  <a:moveTo>
                    <a:pt x="7668" y="15322"/>
                  </a:moveTo>
                  <a:cubicBezTo>
                    <a:pt x="12141" y="15322"/>
                    <a:pt x="15336" y="11491"/>
                    <a:pt x="15336" y="7661"/>
                  </a:cubicBezTo>
                  <a:cubicBezTo>
                    <a:pt x="15336" y="3830"/>
                    <a:pt x="11502" y="0"/>
                    <a:pt x="7668" y="0"/>
                  </a:cubicBezTo>
                  <a:cubicBezTo>
                    <a:pt x="3834" y="0"/>
                    <a:pt x="0" y="3830"/>
                    <a:pt x="0" y="7661"/>
                  </a:cubicBezTo>
                  <a:cubicBezTo>
                    <a:pt x="0" y="11491"/>
                    <a:pt x="3195" y="15322"/>
                    <a:pt x="7668" y="15322"/>
                  </a:cubicBezTo>
                  <a:close/>
                </a:path>
              </a:pathLst>
            </a:custGeom>
            <a:solidFill>
              <a:srgbClr val="007CB0"/>
            </a:solidFill>
            <a:ln w="6390" cap="flat">
              <a:noFill/>
              <a:prstDash val="solid"/>
              <a:miter/>
            </a:ln>
          </p:spPr>
          <p:txBody>
            <a:bodyPr rtlCol="0" anchor="ctr"/>
            <a:lstStyle/>
            <a:p>
              <a:endParaRPr lang="en-US"/>
            </a:p>
          </p:txBody>
        </p:sp>
        <p:sp>
          <p:nvSpPr>
            <p:cNvPr id="886" name="Graphic 4">
              <a:extLst>
                <a:ext uri="{FF2B5EF4-FFF2-40B4-BE49-F238E27FC236}">
                  <a16:creationId xmlns:a16="http://schemas.microsoft.com/office/drawing/2014/main" id="{E6C98E0E-FD9F-FF4E-BA15-65F1D73613A1}"/>
                </a:ext>
              </a:extLst>
            </p:cNvPr>
            <p:cNvSpPr/>
            <p:nvPr/>
          </p:nvSpPr>
          <p:spPr>
            <a:xfrm>
              <a:off x="4276145" y="4951579"/>
              <a:ext cx="28754" cy="60009"/>
            </a:xfrm>
            <a:custGeom>
              <a:avLst/>
              <a:gdLst>
                <a:gd name="connsiteX0" fmla="*/ 12141 w 28754"/>
                <a:gd name="connsiteY0" fmla="*/ 0 h 60009"/>
                <a:gd name="connsiteX1" fmla="*/ 0 w 28754"/>
                <a:gd name="connsiteY1" fmla="*/ 60010 h 60009"/>
                <a:gd name="connsiteX2" fmla="*/ 28755 w 28754"/>
                <a:gd name="connsiteY2" fmla="*/ 60010 h 60009"/>
                <a:gd name="connsiteX3" fmla="*/ 16614 w 28754"/>
                <a:gd name="connsiteY3" fmla="*/ 0 h 60009"/>
              </a:gdLst>
              <a:ahLst/>
              <a:cxnLst>
                <a:cxn ang="0">
                  <a:pos x="connsiteX0" y="connsiteY0"/>
                </a:cxn>
                <a:cxn ang="0">
                  <a:pos x="connsiteX1" y="connsiteY1"/>
                </a:cxn>
                <a:cxn ang="0">
                  <a:pos x="connsiteX2" y="connsiteY2"/>
                </a:cxn>
                <a:cxn ang="0">
                  <a:pos x="connsiteX3" y="connsiteY3"/>
                </a:cxn>
              </a:cxnLst>
              <a:rect l="l" t="t" r="r" b="b"/>
              <a:pathLst>
                <a:path w="28754" h="60009">
                  <a:moveTo>
                    <a:pt x="12141" y="0"/>
                  </a:moveTo>
                  <a:lnTo>
                    <a:pt x="0" y="60010"/>
                  </a:lnTo>
                  <a:lnTo>
                    <a:pt x="28755" y="60010"/>
                  </a:lnTo>
                  <a:lnTo>
                    <a:pt x="16614" y="0"/>
                  </a:lnTo>
                  <a:close/>
                </a:path>
              </a:pathLst>
            </a:custGeom>
            <a:solidFill>
              <a:srgbClr val="007CB0"/>
            </a:solidFill>
            <a:ln w="6390" cap="flat">
              <a:noFill/>
              <a:prstDash val="solid"/>
              <a:miter/>
            </a:ln>
          </p:spPr>
          <p:txBody>
            <a:bodyPr rtlCol="0" anchor="ctr"/>
            <a:lstStyle/>
            <a:p>
              <a:endParaRPr lang="en-US"/>
            </a:p>
          </p:txBody>
        </p:sp>
      </p:grpSp>
      <p:grpSp>
        <p:nvGrpSpPr>
          <p:cNvPr id="887" name="Graphic 4">
            <a:extLst>
              <a:ext uri="{FF2B5EF4-FFF2-40B4-BE49-F238E27FC236}">
                <a16:creationId xmlns:a16="http://schemas.microsoft.com/office/drawing/2014/main" id="{1AEC8278-D756-1544-A79D-67125D7D7088}"/>
              </a:ext>
            </a:extLst>
          </p:cNvPr>
          <p:cNvGrpSpPr/>
          <p:nvPr/>
        </p:nvGrpSpPr>
        <p:grpSpPr>
          <a:xfrm>
            <a:off x="5099808" y="4792617"/>
            <a:ext cx="361670" cy="361333"/>
            <a:chOff x="5099808" y="4792617"/>
            <a:chExt cx="361670" cy="361333"/>
          </a:xfrm>
          <a:solidFill>
            <a:srgbClr val="007CB0"/>
          </a:solidFill>
        </p:grpSpPr>
        <p:sp>
          <p:nvSpPr>
            <p:cNvPr id="888" name="Graphic 4">
              <a:extLst>
                <a:ext uri="{FF2B5EF4-FFF2-40B4-BE49-F238E27FC236}">
                  <a16:creationId xmlns:a16="http://schemas.microsoft.com/office/drawing/2014/main" id="{90548790-72A5-6346-96FE-D580B2281CB9}"/>
                </a:ext>
              </a:extLst>
            </p:cNvPr>
            <p:cNvSpPr/>
            <p:nvPr/>
          </p:nvSpPr>
          <p:spPr>
            <a:xfrm>
              <a:off x="5203325" y="4947110"/>
              <a:ext cx="26198" cy="55540"/>
            </a:xfrm>
            <a:custGeom>
              <a:avLst/>
              <a:gdLst>
                <a:gd name="connsiteX0" fmla="*/ 11502 w 26198"/>
                <a:gd name="connsiteY0" fmla="*/ 0 h 55540"/>
                <a:gd name="connsiteX1" fmla="*/ 0 w 26198"/>
                <a:gd name="connsiteY1" fmla="*/ 55541 h 55540"/>
                <a:gd name="connsiteX2" fmla="*/ 26199 w 26198"/>
                <a:gd name="connsiteY2" fmla="*/ 55541 h 55540"/>
                <a:gd name="connsiteX3" fmla="*/ 14697 w 26198"/>
                <a:gd name="connsiteY3" fmla="*/ 0 h 55540"/>
              </a:gdLst>
              <a:ahLst/>
              <a:cxnLst>
                <a:cxn ang="0">
                  <a:pos x="connsiteX0" y="connsiteY0"/>
                </a:cxn>
                <a:cxn ang="0">
                  <a:pos x="connsiteX1" y="connsiteY1"/>
                </a:cxn>
                <a:cxn ang="0">
                  <a:pos x="connsiteX2" y="connsiteY2"/>
                </a:cxn>
                <a:cxn ang="0">
                  <a:pos x="connsiteX3" y="connsiteY3"/>
                </a:cxn>
              </a:cxnLst>
              <a:rect l="l" t="t" r="r" b="b"/>
              <a:pathLst>
                <a:path w="26198" h="55540">
                  <a:moveTo>
                    <a:pt x="11502" y="0"/>
                  </a:moveTo>
                  <a:lnTo>
                    <a:pt x="0" y="55541"/>
                  </a:lnTo>
                  <a:lnTo>
                    <a:pt x="26199" y="55541"/>
                  </a:lnTo>
                  <a:lnTo>
                    <a:pt x="14697" y="0"/>
                  </a:lnTo>
                  <a:close/>
                </a:path>
              </a:pathLst>
            </a:custGeom>
            <a:solidFill>
              <a:srgbClr val="007CB0"/>
            </a:solidFill>
            <a:ln w="6390" cap="flat">
              <a:noFill/>
              <a:prstDash val="solid"/>
              <a:miter/>
            </a:ln>
          </p:spPr>
          <p:txBody>
            <a:bodyPr rtlCol="0" anchor="ctr"/>
            <a:lstStyle/>
            <a:p>
              <a:endParaRPr lang="en-US"/>
            </a:p>
          </p:txBody>
        </p:sp>
        <p:sp>
          <p:nvSpPr>
            <p:cNvPr id="889" name="Graphic 4">
              <a:extLst>
                <a:ext uri="{FF2B5EF4-FFF2-40B4-BE49-F238E27FC236}">
                  <a16:creationId xmlns:a16="http://schemas.microsoft.com/office/drawing/2014/main" id="{B009A11E-3B8B-B44B-BAB8-D64BCF8C4BDF}"/>
                </a:ext>
              </a:extLst>
            </p:cNvPr>
            <p:cNvSpPr/>
            <p:nvPr/>
          </p:nvSpPr>
          <p:spPr>
            <a:xfrm>
              <a:off x="5328568" y="4943280"/>
              <a:ext cx="39617" cy="52348"/>
            </a:xfrm>
            <a:custGeom>
              <a:avLst/>
              <a:gdLst>
                <a:gd name="connsiteX0" fmla="*/ 0 w 39617"/>
                <a:gd name="connsiteY0" fmla="*/ 0 h 52348"/>
                <a:gd name="connsiteX1" fmla="*/ 39618 w 39617"/>
                <a:gd name="connsiteY1" fmla="*/ 0 h 52348"/>
                <a:gd name="connsiteX2" fmla="*/ 39618 w 39617"/>
                <a:gd name="connsiteY2" fmla="*/ 52349 h 52348"/>
                <a:gd name="connsiteX3" fmla="*/ 0 w 39617"/>
                <a:gd name="connsiteY3" fmla="*/ 52349 h 52348"/>
              </a:gdLst>
              <a:ahLst/>
              <a:cxnLst>
                <a:cxn ang="0">
                  <a:pos x="connsiteX0" y="connsiteY0"/>
                </a:cxn>
                <a:cxn ang="0">
                  <a:pos x="connsiteX1" y="connsiteY1"/>
                </a:cxn>
                <a:cxn ang="0">
                  <a:pos x="connsiteX2" y="connsiteY2"/>
                </a:cxn>
                <a:cxn ang="0">
                  <a:pos x="connsiteX3" y="connsiteY3"/>
                </a:cxn>
              </a:cxnLst>
              <a:rect l="l" t="t" r="r" b="b"/>
              <a:pathLst>
                <a:path w="39617" h="52348">
                  <a:moveTo>
                    <a:pt x="0" y="0"/>
                  </a:moveTo>
                  <a:lnTo>
                    <a:pt x="39618" y="0"/>
                  </a:lnTo>
                  <a:lnTo>
                    <a:pt x="39618" y="52349"/>
                  </a:lnTo>
                  <a:lnTo>
                    <a:pt x="0" y="52349"/>
                  </a:lnTo>
                  <a:close/>
                </a:path>
              </a:pathLst>
            </a:custGeom>
            <a:solidFill>
              <a:srgbClr val="007CB0"/>
            </a:solidFill>
            <a:ln w="6390" cap="flat">
              <a:noFill/>
              <a:prstDash val="solid"/>
              <a:miter/>
            </a:ln>
          </p:spPr>
          <p:txBody>
            <a:bodyPr rtlCol="0" anchor="ctr"/>
            <a:lstStyle/>
            <a:p>
              <a:endParaRPr lang="en-US"/>
            </a:p>
          </p:txBody>
        </p:sp>
        <p:sp>
          <p:nvSpPr>
            <p:cNvPr id="890" name="Graphic 4">
              <a:extLst>
                <a:ext uri="{FF2B5EF4-FFF2-40B4-BE49-F238E27FC236}">
                  <a16:creationId xmlns:a16="http://schemas.microsoft.com/office/drawing/2014/main" id="{0D354D50-5391-AB41-8F2B-716FED0DC007}"/>
                </a:ext>
              </a:extLst>
            </p:cNvPr>
            <p:cNvSpPr/>
            <p:nvPr/>
          </p:nvSpPr>
          <p:spPr>
            <a:xfrm>
              <a:off x="5341348" y="4892846"/>
              <a:ext cx="14057" cy="14044"/>
            </a:xfrm>
            <a:custGeom>
              <a:avLst/>
              <a:gdLst>
                <a:gd name="connsiteX0" fmla="*/ 14058 w 14057"/>
                <a:gd name="connsiteY0" fmla="*/ 7023 h 14044"/>
                <a:gd name="connsiteX1" fmla="*/ 7029 w 14057"/>
                <a:gd name="connsiteY1" fmla="*/ 14045 h 14044"/>
                <a:gd name="connsiteX2" fmla="*/ 0 w 14057"/>
                <a:gd name="connsiteY2" fmla="*/ 7023 h 14044"/>
                <a:gd name="connsiteX3" fmla="*/ 7029 w 14057"/>
                <a:gd name="connsiteY3" fmla="*/ 0 h 14044"/>
                <a:gd name="connsiteX4" fmla="*/ 14058 w 14057"/>
                <a:gd name="connsiteY4" fmla="*/ 7023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3"/>
                  </a:moveTo>
                  <a:cubicBezTo>
                    <a:pt x="14058" y="10901"/>
                    <a:pt x="10911" y="14045"/>
                    <a:pt x="7029" y="14045"/>
                  </a:cubicBezTo>
                  <a:cubicBezTo>
                    <a:pt x="3147" y="14045"/>
                    <a:pt x="0" y="10901"/>
                    <a:pt x="0" y="7023"/>
                  </a:cubicBezTo>
                  <a:cubicBezTo>
                    <a:pt x="0" y="3144"/>
                    <a:pt x="3147" y="0"/>
                    <a:pt x="7029" y="0"/>
                  </a:cubicBezTo>
                  <a:cubicBezTo>
                    <a:pt x="10911" y="0"/>
                    <a:pt x="14058" y="3144"/>
                    <a:pt x="14058" y="7023"/>
                  </a:cubicBezTo>
                  <a:close/>
                </a:path>
              </a:pathLst>
            </a:custGeom>
            <a:solidFill>
              <a:srgbClr val="007CB0"/>
            </a:solidFill>
            <a:ln w="6390" cap="flat">
              <a:noFill/>
              <a:prstDash val="solid"/>
              <a:miter/>
            </a:ln>
          </p:spPr>
          <p:txBody>
            <a:bodyPr rtlCol="0" anchor="ctr"/>
            <a:lstStyle/>
            <a:p>
              <a:endParaRPr lang="en-US"/>
            </a:p>
          </p:txBody>
        </p:sp>
        <p:sp>
          <p:nvSpPr>
            <p:cNvPr id="891" name="Graphic 4">
              <a:extLst>
                <a:ext uri="{FF2B5EF4-FFF2-40B4-BE49-F238E27FC236}">
                  <a16:creationId xmlns:a16="http://schemas.microsoft.com/office/drawing/2014/main" id="{DA956220-3402-C842-812F-951004998B1E}"/>
                </a:ext>
              </a:extLst>
            </p:cNvPr>
            <p:cNvSpPr/>
            <p:nvPr/>
          </p:nvSpPr>
          <p:spPr>
            <a:xfrm>
              <a:off x="5209715" y="4892846"/>
              <a:ext cx="14057" cy="14044"/>
            </a:xfrm>
            <a:custGeom>
              <a:avLst/>
              <a:gdLst>
                <a:gd name="connsiteX0" fmla="*/ 7029 w 14057"/>
                <a:gd name="connsiteY0" fmla="*/ 14045 h 14044"/>
                <a:gd name="connsiteX1" fmla="*/ 14058 w 14057"/>
                <a:gd name="connsiteY1" fmla="*/ 7023 h 14044"/>
                <a:gd name="connsiteX2" fmla="*/ 7029 w 14057"/>
                <a:gd name="connsiteY2" fmla="*/ 0 h 14044"/>
                <a:gd name="connsiteX3" fmla="*/ 0 w 14057"/>
                <a:gd name="connsiteY3" fmla="*/ 7023 h 14044"/>
                <a:gd name="connsiteX4" fmla="*/ 7029 w 14057"/>
                <a:gd name="connsiteY4" fmla="*/ 14045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14045"/>
                  </a:moveTo>
                  <a:cubicBezTo>
                    <a:pt x="10863" y="14045"/>
                    <a:pt x="14058" y="10853"/>
                    <a:pt x="14058" y="7023"/>
                  </a:cubicBezTo>
                  <a:cubicBezTo>
                    <a:pt x="14058" y="3192"/>
                    <a:pt x="10863" y="0"/>
                    <a:pt x="7029" y="0"/>
                  </a:cubicBezTo>
                  <a:cubicBezTo>
                    <a:pt x="3195" y="0"/>
                    <a:pt x="0" y="3192"/>
                    <a:pt x="0" y="7023"/>
                  </a:cubicBezTo>
                  <a:cubicBezTo>
                    <a:pt x="0" y="10853"/>
                    <a:pt x="3195" y="14045"/>
                    <a:pt x="7029" y="14045"/>
                  </a:cubicBezTo>
                  <a:close/>
                </a:path>
              </a:pathLst>
            </a:custGeom>
            <a:solidFill>
              <a:srgbClr val="007CB0"/>
            </a:solidFill>
            <a:ln w="6390" cap="flat">
              <a:noFill/>
              <a:prstDash val="solid"/>
              <a:miter/>
            </a:ln>
          </p:spPr>
          <p:txBody>
            <a:bodyPr rtlCol="0" anchor="ctr"/>
            <a:lstStyle/>
            <a:p>
              <a:endParaRPr lang="en-US"/>
            </a:p>
          </p:txBody>
        </p:sp>
        <p:sp>
          <p:nvSpPr>
            <p:cNvPr id="892" name="Graphic 4">
              <a:extLst>
                <a:ext uri="{FF2B5EF4-FFF2-40B4-BE49-F238E27FC236}">
                  <a16:creationId xmlns:a16="http://schemas.microsoft.com/office/drawing/2014/main" id="{ADB35D31-B333-594F-BF43-D26031D8A3C2}"/>
                </a:ext>
              </a:extLst>
            </p:cNvPr>
            <p:cNvSpPr/>
            <p:nvPr/>
          </p:nvSpPr>
          <p:spPr>
            <a:xfrm>
              <a:off x="5099808" y="4792617"/>
              <a:ext cx="361670" cy="361333"/>
            </a:xfrm>
            <a:custGeom>
              <a:avLst/>
              <a:gdLst>
                <a:gd name="connsiteX0" fmla="*/ 180836 w 361670"/>
                <a:gd name="connsiteY0" fmla="*/ 0 h 361333"/>
                <a:gd name="connsiteX1" fmla="*/ 0 w 361670"/>
                <a:gd name="connsiteY1" fmla="*/ 180667 h 361333"/>
                <a:gd name="connsiteX2" fmla="*/ 180836 w 361670"/>
                <a:gd name="connsiteY2" fmla="*/ 361334 h 361333"/>
                <a:gd name="connsiteX3" fmla="*/ 361671 w 361670"/>
                <a:gd name="connsiteY3" fmla="*/ 180667 h 361333"/>
                <a:gd name="connsiteX4" fmla="*/ 180836 w 361670"/>
                <a:gd name="connsiteY4" fmla="*/ 0 h 361333"/>
                <a:gd name="connsiteX5" fmla="*/ 248569 w 361670"/>
                <a:gd name="connsiteY5" fmla="*/ 87461 h 361333"/>
                <a:gd name="connsiteX6" fmla="*/ 268377 w 361670"/>
                <a:gd name="connsiteY6" fmla="*/ 107251 h 361333"/>
                <a:gd name="connsiteX7" fmla="*/ 248569 w 361670"/>
                <a:gd name="connsiteY7" fmla="*/ 127041 h 361333"/>
                <a:gd name="connsiteX8" fmla="*/ 228760 w 361670"/>
                <a:gd name="connsiteY8" fmla="*/ 107251 h 361333"/>
                <a:gd name="connsiteX9" fmla="*/ 248569 w 361670"/>
                <a:gd name="connsiteY9" fmla="*/ 87461 h 361333"/>
                <a:gd name="connsiteX10" fmla="*/ 116936 w 361670"/>
                <a:gd name="connsiteY10" fmla="*/ 87461 h 361333"/>
                <a:gd name="connsiteX11" fmla="*/ 136745 w 361670"/>
                <a:gd name="connsiteY11" fmla="*/ 107251 h 361333"/>
                <a:gd name="connsiteX12" fmla="*/ 116936 w 361670"/>
                <a:gd name="connsiteY12" fmla="*/ 127041 h 361333"/>
                <a:gd name="connsiteX13" fmla="*/ 97127 w 361670"/>
                <a:gd name="connsiteY13" fmla="*/ 107251 h 361333"/>
                <a:gd name="connsiteX14" fmla="*/ 116936 w 361670"/>
                <a:gd name="connsiteY14" fmla="*/ 87461 h 361333"/>
                <a:gd name="connsiteX15" fmla="*/ 49842 w 361670"/>
                <a:gd name="connsiteY15" fmla="*/ 195988 h 361333"/>
                <a:gd name="connsiteX16" fmla="*/ 45369 w 361670"/>
                <a:gd name="connsiteY16" fmla="*/ 194073 h 361333"/>
                <a:gd name="connsiteX17" fmla="*/ 45369 w 361670"/>
                <a:gd name="connsiteY17" fmla="*/ 185135 h 361333"/>
                <a:gd name="connsiteX18" fmla="*/ 83708 w 361670"/>
                <a:gd name="connsiteY18" fmla="*/ 146832 h 361333"/>
                <a:gd name="connsiteX19" fmla="*/ 92654 w 361670"/>
                <a:gd name="connsiteY19" fmla="*/ 146832 h 361333"/>
                <a:gd name="connsiteX20" fmla="*/ 92654 w 361670"/>
                <a:gd name="connsiteY20" fmla="*/ 155769 h 361333"/>
                <a:gd name="connsiteX21" fmla="*/ 54314 w 361670"/>
                <a:gd name="connsiteY21" fmla="*/ 194073 h 361333"/>
                <a:gd name="connsiteX22" fmla="*/ 49842 w 361670"/>
                <a:gd name="connsiteY22" fmla="*/ 195988 h 361333"/>
                <a:gd name="connsiteX23" fmla="*/ 142496 w 361670"/>
                <a:gd name="connsiteY23" fmla="*/ 220247 h 361333"/>
                <a:gd name="connsiteX24" fmla="*/ 137384 w 361670"/>
                <a:gd name="connsiteY24" fmla="*/ 222801 h 361333"/>
                <a:gd name="connsiteX25" fmla="*/ 136745 w 361670"/>
                <a:gd name="connsiteY25" fmla="*/ 222801 h 361333"/>
                <a:gd name="connsiteX26" fmla="*/ 136745 w 361670"/>
                <a:gd name="connsiteY26" fmla="*/ 275150 h 361333"/>
                <a:gd name="connsiteX27" fmla="*/ 130355 w 361670"/>
                <a:gd name="connsiteY27" fmla="*/ 281534 h 361333"/>
                <a:gd name="connsiteX28" fmla="*/ 123965 w 361670"/>
                <a:gd name="connsiteY28" fmla="*/ 275150 h 361333"/>
                <a:gd name="connsiteX29" fmla="*/ 123965 w 361670"/>
                <a:gd name="connsiteY29" fmla="*/ 222801 h 361333"/>
                <a:gd name="connsiteX30" fmla="*/ 108629 w 361670"/>
                <a:gd name="connsiteY30" fmla="*/ 222801 h 361333"/>
                <a:gd name="connsiteX31" fmla="*/ 108629 w 361670"/>
                <a:gd name="connsiteY31" fmla="*/ 275150 h 361333"/>
                <a:gd name="connsiteX32" fmla="*/ 102239 w 361670"/>
                <a:gd name="connsiteY32" fmla="*/ 281534 h 361333"/>
                <a:gd name="connsiteX33" fmla="*/ 95849 w 361670"/>
                <a:gd name="connsiteY33" fmla="*/ 275150 h 361333"/>
                <a:gd name="connsiteX34" fmla="*/ 95849 w 361670"/>
                <a:gd name="connsiteY34" fmla="*/ 222801 h 361333"/>
                <a:gd name="connsiteX35" fmla="*/ 95210 w 361670"/>
                <a:gd name="connsiteY35" fmla="*/ 222801 h 361333"/>
                <a:gd name="connsiteX36" fmla="*/ 90098 w 361670"/>
                <a:gd name="connsiteY36" fmla="*/ 220247 h 361333"/>
                <a:gd name="connsiteX37" fmla="*/ 88820 w 361670"/>
                <a:gd name="connsiteY37" fmla="*/ 215140 h 361333"/>
                <a:gd name="connsiteX38" fmla="*/ 102878 w 361670"/>
                <a:gd name="connsiteY38" fmla="*/ 146832 h 361333"/>
                <a:gd name="connsiteX39" fmla="*/ 109268 w 361670"/>
                <a:gd name="connsiteY39" fmla="*/ 141724 h 361333"/>
                <a:gd name="connsiteX40" fmla="*/ 123326 w 361670"/>
                <a:gd name="connsiteY40" fmla="*/ 141724 h 361333"/>
                <a:gd name="connsiteX41" fmla="*/ 129716 w 361670"/>
                <a:gd name="connsiteY41" fmla="*/ 146832 h 361333"/>
                <a:gd name="connsiteX42" fmla="*/ 143774 w 361670"/>
                <a:gd name="connsiteY42" fmla="*/ 215140 h 361333"/>
                <a:gd name="connsiteX43" fmla="*/ 142496 w 361670"/>
                <a:gd name="connsiteY43" fmla="*/ 220247 h 361333"/>
                <a:gd name="connsiteX44" fmla="*/ 207673 w 361670"/>
                <a:gd name="connsiteY44" fmla="*/ 145555 h 361333"/>
                <a:gd name="connsiteX45" fmla="*/ 205117 w 361670"/>
                <a:gd name="connsiteY45" fmla="*/ 146193 h 361333"/>
                <a:gd name="connsiteX46" fmla="*/ 199366 w 361670"/>
                <a:gd name="connsiteY46" fmla="*/ 142363 h 361333"/>
                <a:gd name="connsiteX47" fmla="*/ 173806 w 361670"/>
                <a:gd name="connsiteY47" fmla="*/ 91291 h 361333"/>
                <a:gd name="connsiteX48" fmla="*/ 148247 w 361670"/>
                <a:gd name="connsiteY48" fmla="*/ 142363 h 361333"/>
                <a:gd name="connsiteX49" fmla="*/ 142496 w 361670"/>
                <a:gd name="connsiteY49" fmla="*/ 146193 h 361333"/>
                <a:gd name="connsiteX50" fmla="*/ 139940 w 361670"/>
                <a:gd name="connsiteY50" fmla="*/ 145555 h 361333"/>
                <a:gd name="connsiteX51" fmla="*/ 137384 w 361670"/>
                <a:gd name="connsiteY51" fmla="*/ 137256 h 361333"/>
                <a:gd name="connsiteX52" fmla="*/ 168056 w 361670"/>
                <a:gd name="connsiteY52" fmla="*/ 75970 h 361333"/>
                <a:gd name="connsiteX53" fmla="*/ 174446 w 361670"/>
                <a:gd name="connsiteY53" fmla="*/ 72139 h 361333"/>
                <a:gd name="connsiteX54" fmla="*/ 180836 w 361670"/>
                <a:gd name="connsiteY54" fmla="*/ 75970 h 361333"/>
                <a:gd name="connsiteX55" fmla="*/ 211507 w 361670"/>
                <a:gd name="connsiteY55" fmla="*/ 137256 h 361333"/>
                <a:gd name="connsiteX56" fmla="*/ 207673 w 361670"/>
                <a:gd name="connsiteY56" fmla="*/ 145555 h 361333"/>
                <a:gd name="connsiteX57" fmla="*/ 281157 w 361670"/>
                <a:gd name="connsiteY57" fmla="*/ 209395 h 361333"/>
                <a:gd name="connsiteX58" fmla="*/ 274767 w 361670"/>
                <a:gd name="connsiteY58" fmla="*/ 215779 h 361333"/>
                <a:gd name="connsiteX59" fmla="*/ 269655 w 361670"/>
                <a:gd name="connsiteY59" fmla="*/ 215779 h 361333"/>
                <a:gd name="connsiteX60" fmla="*/ 269655 w 361670"/>
                <a:gd name="connsiteY60" fmla="*/ 275150 h 361333"/>
                <a:gd name="connsiteX61" fmla="*/ 263266 w 361670"/>
                <a:gd name="connsiteY61" fmla="*/ 281534 h 361333"/>
                <a:gd name="connsiteX62" fmla="*/ 256876 w 361670"/>
                <a:gd name="connsiteY62" fmla="*/ 275150 h 361333"/>
                <a:gd name="connsiteX63" fmla="*/ 256876 w 361670"/>
                <a:gd name="connsiteY63" fmla="*/ 215779 h 361333"/>
                <a:gd name="connsiteX64" fmla="*/ 242179 w 361670"/>
                <a:gd name="connsiteY64" fmla="*/ 215779 h 361333"/>
                <a:gd name="connsiteX65" fmla="*/ 242179 w 361670"/>
                <a:gd name="connsiteY65" fmla="*/ 275150 h 361333"/>
                <a:gd name="connsiteX66" fmla="*/ 235789 w 361670"/>
                <a:gd name="connsiteY66" fmla="*/ 281534 h 361333"/>
                <a:gd name="connsiteX67" fmla="*/ 229399 w 361670"/>
                <a:gd name="connsiteY67" fmla="*/ 275150 h 361333"/>
                <a:gd name="connsiteX68" fmla="*/ 229399 w 361670"/>
                <a:gd name="connsiteY68" fmla="*/ 215779 h 361333"/>
                <a:gd name="connsiteX69" fmla="*/ 222370 w 361670"/>
                <a:gd name="connsiteY69" fmla="*/ 215779 h 361333"/>
                <a:gd name="connsiteX70" fmla="*/ 215980 w 361670"/>
                <a:gd name="connsiteY70" fmla="*/ 209395 h 361333"/>
                <a:gd name="connsiteX71" fmla="*/ 215980 w 361670"/>
                <a:gd name="connsiteY71" fmla="*/ 144278 h 361333"/>
                <a:gd name="connsiteX72" fmla="*/ 222370 w 361670"/>
                <a:gd name="connsiteY72" fmla="*/ 137894 h 361333"/>
                <a:gd name="connsiteX73" fmla="*/ 274767 w 361670"/>
                <a:gd name="connsiteY73" fmla="*/ 137894 h 361333"/>
                <a:gd name="connsiteX74" fmla="*/ 281157 w 361670"/>
                <a:gd name="connsiteY74" fmla="*/ 144278 h 361333"/>
                <a:gd name="connsiteX75" fmla="*/ 281157 w 361670"/>
                <a:gd name="connsiteY75" fmla="*/ 209395 h 361333"/>
                <a:gd name="connsiteX76" fmla="*/ 329082 w 361670"/>
                <a:gd name="connsiteY76" fmla="*/ 195988 h 361333"/>
                <a:gd name="connsiteX77" fmla="*/ 324609 w 361670"/>
                <a:gd name="connsiteY77" fmla="*/ 194073 h 361333"/>
                <a:gd name="connsiteX78" fmla="*/ 286270 w 361670"/>
                <a:gd name="connsiteY78" fmla="*/ 155769 h 361333"/>
                <a:gd name="connsiteX79" fmla="*/ 286270 w 361670"/>
                <a:gd name="connsiteY79" fmla="*/ 146832 h 361333"/>
                <a:gd name="connsiteX80" fmla="*/ 295215 w 361670"/>
                <a:gd name="connsiteY80" fmla="*/ 146832 h 361333"/>
                <a:gd name="connsiteX81" fmla="*/ 333555 w 361670"/>
                <a:gd name="connsiteY81" fmla="*/ 185135 h 361333"/>
                <a:gd name="connsiteX82" fmla="*/ 333555 w 361670"/>
                <a:gd name="connsiteY82" fmla="*/ 194073 h 361333"/>
                <a:gd name="connsiteX83" fmla="*/ 329082 w 361670"/>
                <a:gd name="connsiteY83" fmla="*/ 19598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61670" h="361333">
                  <a:moveTo>
                    <a:pt x="180836" y="0"/>
                  </a:moveTo>
                  <a:cubicBezTo>
                    <a:pt x="80513" y="0"/>
                    <a:pt x="0" y="81077"/>
                    <a:pt x="0" y="180667"/>
                  </a:cubicBezTo>
                  <a:cubicBezTo>
                    <a:pt x="0" y="280257"/>
                    <a:pt x="81152" y="361334"/>
                    <a:pt x="180836" y="361334"/>
                  </a:cubicBezTo>
                  <a:cubicBezTo>
                    <a:pt x="280518" y="361334"/>
                    <a:pt x="361671" y="280257"/>
                    <a:pt x="361671" y="180667"/>
                  </a:cubicBezTo>
                  <a:cubicBezTo>
                    <a:pt x="361671" y="81077"/>
                    <a:pt x="280518" y="0"/>
                    <a:pt x="180836" y="0"/>
                  </a:cubicBezTo>
                  <a:close/>
                  <a:moveTo>
                    <a:pt x="248569" y="87461"/>
                  </a:moveTo>
                  <a:cubicBezTo>
                    <a:pt x="259432" y="87461"/>
                    <a:pt x="268377" y="96398"/>
                    <a:pt x="268377" y="107251"/>
                  </a:cubicBezTo>
                  <a:cubicBezTo>
                    <a:pt x="268377" y="118104"/>
                    <a:pt x="259432" y="127041"/>
                    <a:pt x="248569" y="127041"/>
                  </a:cubicBezTo>
                  <a:cubicBezTo>
                    <a:pt x="237706" y="127041"/>
                    <a:pt x="228760" y="118104"/>
                    <a:pt x="228760" y="107251"/>
                  </a:cubicBezTo>
                  <a:cubicBezTo>
                    <a:pt x="228760" y="96398"/>
                    <a:pt x="237706" y="87461"/>
                    <a:pt x="248569" y="87461"/>
                  </a:cubicBezTo>
                  <a:close/>
                  <a:moveTo>
                    <a:pt x="116936" y="87461"/>
                  </a:moveTo>
                  <a:cubicBezTo>
                    <a:pt x="127799" y="87461"/>
                    <a:pt x="136745" y="96398"/>
                    <a:pt x="136745" y="107251"/>
                  </a:cubicBezTo>
                  <a:cubicBezTo>
                    <a:pt x="136745" y="118104"/>
                    <a:pt x="127799" y="127041"/>
                    <a:pt x="116936" y="127041"/>
                  </a:cubicBezTo>
                  <a:cubicBezTo>
                    <a:pt x="106073" y="127041"/>
                    <a:pt x="97127" y="118104"/>
                    <a:pt x="97127" y="107251"/>
                  </a:cubicBezTo>
                  <a:cubicBezTo>
                    <a:pt x="97127" y="96398"/>
                    <a:pt x="106073" y="87461"/>
                    <a:pt x="116936" y="87461"/>
                  </a:cubicBezTo>
                  <a:close/>
                  <a:moveTo>
                    <a:pt x="49842" y="195988"/>
                  </a:moveTo>
                  <a:cubicBezTo>
                    <a:pt x="47925" y="195988"/>
                    <a:pt x="46647" y="195350"/>
                    <a:pt x="45369" y="194073"/>
                  </a:cubicBezTo>
                  <a:cubicBezTo>
                    <a:pt x="42813" y="191519"/>
                    <a:pt x="42813" y="187689"/>
                    <a:pt x="45369" y="185135"/>
                  </a:cubicBezTo>
                  <a:lnTo>
                    <a:pt x="83708" y="146832"/>
                  </a:lnTo>
                  <a:cubicBezTo>
                    <a:pt x="86264" y="144278"/>
                    <a:pt x="90098" y="144278"/>
                    <a:pt x="92654" y="146832"/>
                  </a:cubicBezTo>
                  <a:cubicBezTo>
                    <a:pt x="95210" y="149385"/>
                    <a:pt x="95210" y="153216"/>
                    <a:pt x="92654" y="155769"/>
                  </a:cubicBezTo>
                  <a:lnTo>
                    <a:pt x="54314" y="194073"/>
                  </a:lnTo>
                  <a:cubicBezTo>
                    <a:pt x="53037" y="195350"/>
                    <a:pt x="51759" y="195988"/>
                    <a:pt x="49842" y="195988"/>
                  </a:cubicBezTo>
                  <a:close/>
                  <a:moveTo>
                    <a:pt x="142496" y="220247"/>
                  </a:moveTo>
                  <a:cubicBezTo>
                    <a:pt x="141218" y="221524"/>
                    <a:pt x="139301" y="222801"/>
                    <a:pt x="137384" y="222801"/>
                  </a:cubicBezTo>
                  <a:lnTo>
                    <a:pt x="136745" y="222801"/>
                  </a:lnTo>
                  <a:lnTo>
                    <a:pt x="136745" y="275150"/>
                  </a:lnTo>
                  <a:cubicBezTo>
                    <a:pt x="136745" y="278980"/>
                    <a:pt x="134189" y="281534"/>
                    <a:pt x="130355" y="281534"/>
                  </a:cubicBezTo>
                  <a:cubicBezTo>
                    <a:pt x="126521" y="281534"/>
                    <a:pt x="123965" y="278980"/>
                    <a:pt x="123965" y="275150"/>
                  </a:cubicBezTo>
                  <a:lnTo>
                    <a:pt x="123965" y="222801"/>
                  </a:lnTo>
                  <a:lnTo>
                    <a:pt x="108629" y="222801"/>
                  </a:lnTo>
                  <a:lnTo>
                    <a:pt x="108629" y="275150"/>
                  </a:lnTo>
                  <a:cubicBezTo>
                    <a:pt x="108629" y="278980"/>
                    <a:pt x="106073" y="281534"/>
                    <a:pt x="102239" y="281534"/>
                  </a:cubicBezTo>
                  <a:cubicBezTo>
                    <a:pt x="98405" y="281534"/>
                    <a:pt x="95849" y="278980"/>
                    <a:pt x="95849" y="275150"/>
                  </a:cubicBezTo>
                  <a:lnTo>
                    <a:pt x="95849" y="222801"/>
                  </a:lnTo>
                  <a:lnTo>
                    <a:pt x="95210" y="222801"/>
                  </a:lnTo>
                  <a:cubicBezTo>
                    <a:pt x="93293" y="222801"/>
                    <a:pt x="91376" y="222163"/>
                    <a:pt x="90098" y="220247"/>
                  </a:cubicBezTo>
                  <a:cubicBezTo>
                    <a:pt x="88820" y="218332"/>
                    <a:pt x="88181" y="217055"/>
                    <a:pt x="88820" y="215140"/>
                  </a:cubicBezTo>
                  <a:lnTo>
                    <a:pt x="102878" y="146832"/>
                  </a:lnTo>
                  <a:cubicBezTo>
                    <a:pt x="103517" y="143640"/>
                    <a:pt x="106073" y="141724"/>
                    <a:pt x="109268" y="141724"/>
                  </a:cubicBezTo>
                  <a:lnTo>
                    <a:pt x="123326" y="141724"/>
                  </a:lnTo>
                  <a:cubicBezTo>
                    <a:pt x="126521" y="141724"/>
                    <a:pt x="129077" y="143640"/>
                    <a:pt x="129716" y="146832"/>
                  </a:cubicBezTo>
                  <a:lnTo>
                    <a:pt x="143774" y="215140"/>
                  </a:lnTo>
                  <a:cubicBezTo>
                    <a:pt x="144413" y="217055"/>
                    <a:pt x="143774" y="218971"/>
                    <a:pt x="142496" y="220247"/>
                  </a:cubicBezTo>
                  <a:close/>
                  <a:moveTo>
                    <a:pt x="207673" y="145555"/>
                  </a:moveTo>
                  <a:cubicBezTo>
                    <a:pt x="207034" y="146193"/>
                    <a:pt x="205756" y="146193"/>
                    <a:pt x="205117" y="146193"/>
                  </a:cubicBezTo>
                  <a:cubicBezTo>
                    <a:pt x="202561" y="146193"/>
                    <a:pt x="200644" y="144916"/>
                    <a:pt x="199366" y="142363"/>
                  </a:cubicBezTo>
                  <a:lnTo>
                    <a:pt x="173806" y="91291"/>
                  </a:lnTo>
                  <a:lnTo>
                    <a:pt x="148247" y="142363"/>
                  </a:lnTo>
                  <a:cubicBezTo>
                    <a:pt x="146969" y="144916"/>
                    <a:pt x="145052" y="146193"/>
                    <a:pt x="142496" y="146193"/>
                  </a:cubicBezTo>
                  <a:cubicBezTo>
                    <a:pt x="141857" y="146193"/>
                    <a:pt x="140579" y="146193"/>
                    <a:pt x="139940" y="145555"/>
                  </a:cubicBezTo>
                  <a:cubicBezTo>
                    <a:pt x="136745" y="144278"/>
                    <a:pt x="135467" y="140448"/>
                    <a:pt x="137384" y="137256"/>
                  </a:cubicBezTo>
                  <a:lnTo>
                    <a:pt x="168056" y="75970"/>
                  </a:lnTo>
                  <a:cubicBezTo>
                    <a:pt x="169333" y="73416"/>
                    <a:pt x="171889" y="72139"/>
                    <a:pt x="174446" y="72139"/>
                  </a:cubicBezTo>
                  <a:cubicBezTo>
                    <a:pt x="177001" y="72139"/>
                    <a:pt x="179557" y="73416"/>
                    <a:pt x="180836" y="75970"/>
                  </a:cubicBezTo>
                  <a:lnTo>
                    <a:pt x="211507" y="137256"/>
                  </a:lnTo>
                  <a:cubicBezTo>
                    <a:pt x="212146" y="139809"/>
                    <a:pt x="210868" y="143640"/>
                    <a:pt x="207673" y="145555"/>
                  </a:cubicBezTo>
                  <a:close/>
                  <a:moveTo>
                    <a:pt x="281157" y="209395"/>
                  </a:moveTo>
                  <a:cubicBezTo>
                    <a:pt x="281157" y="213225"/>
                    <a:pt x="278602" y="215779"/>
                    <a:pt x="274767" y="215779"/>
                  </a:cubicBezTo>
                  <a:lnTo>
                    <a:pt x="269655" y="215779"/>
                  </a:lnTo>
                  <a:lnTo>
                    <a:pt x="269655" y="275150"/>
                  </a:lnTo>
                  <a:cubicBezTo>
                    <a:pt x="269655" y="278980"/>
                    <a:pt x="267100" y="281534"/>
                    <a:pt x="263266" y="281534"/>
                  </a:cubicBezTo>
                  <a:cubicBezTo>
                    <a:pt x="259432" y="281534"/>
                    <a:pt x="256876" y="278980"/>
                    <a:pt x="256876" y="275150"/>
                  </a:cubicBezTo>
                  <a:lnTo>
                    <a:pt x="256876" y="215779"/>
                  </a:lnTo>
                  <a:lnTo>
                    <a:pt x="242179" y="215779"/>
                  </a:lnTo>
                  <a:lnTo>
                    <a:pt x="242179" y="275150"/>
                  </a:lnTo>
                  <a:cubicBezTo>
                    <a:pt x="242179" y="278980"/>
                    <a:pt x="239623" y="281534"/>
                    <a:pt x="235789" y="281534"/>
                  </a:cubicBezTo>
                  <a:cubicBezTo>
                    <a:pt x="231955" y="281534"/>
                    <a:pt x="229399" y="278980"/>
                    <a:pt x="229399" y="275150"/>
                  </a:cubicBezTo>
                  <a:lnTo>
                    <a:pt x="229399" y="215779"/>
                  </a:lnTo>
                  <a:lnTo>
                    <a:pt x="222370" y="215779"/>
                  </a:lnTo>
                  <a:cubicBezTo>
                    <a:pt x="218536" y="215779"/>
                    <a:pt x="215980" y="213225"/>
                    <a:pt x="215980" y="209395"/>
                  </a:cubicBezTo>
                  <a:lnTo>
                    <a:pt x="215980" y="144278"/>
                  </a:lnTo>
                  <a:cubicBezTo>
                    <a:pt x="215980" y="140448"/>
                    <a:pt x="218536" y="137894"/>
                    <a:pt x="222370" y="137894"/>
                  </a:cubicBezTo>
                  <a:lnTo>
                    <a:pt x="274767" y="137894"/>
                  </a:lnTo>
                  <a:cubicBezTo>
                    <a:pt x="278602" y="137894"/>
                    <a:pt x="281157" y="140448"/>
                    <a:pt x="281157" y="144278"/>
                  </a:cubicBezTo>
                  <a:lnTo>
                    <a:pt x="281157" y="209395"/>
                  </a:lnTo>
                  <a:close/>
                  <a:moveTo>
                    <a:pt x="329082" y="195988"/>
                  </a:moveTo>
                  <a:cubicBezTo>
                    <a:pt x="327165" y="195988"/>
                    <a:pt x="325887" y="195350"/>
                    <a:pt x="324609" y="194073"/>
                  </a:cubicBezTo>
                  <a:lnTo>
                    <a:pt x="286270" y="155769"/>
                  </a:lnTo>
                  <a:cubicBezTo>
                    <a:pt x="283713" y="153216"/>
                    <a:pt x="283713" y="149385"/>
                    <a:pt x="286270" y="146832"/>
                  </a:cubicBezTo>
                  <a:cubicBezTo>
                    <a:pt x="288825" y="144278"/>
                    <a:pt x="292659" y="144278"/>
                    <a:pt x="295215" y="146832"/>
                  </a:cubicBezTo>
                  <a:lnTo>
                    <a:pt x="333555" y="185135"/>
                  </a:lnTo>
                  <a:cubicBezTo>
                    <a:pt x="336111" y="187689"/>
                    <a:pt x="336111" y="191519"/>
                    <a:pt x="333555" y="194073"/>
                  </a:cubicBezTo>
                  <a:cubicBezTo>
                    <a:pt x="332277" y="195350"/>
                    <a:pt x="330999" y="195988"/>
                    <a:pt x="329082" y="195988"/>
                  </a:cubicBezTo>
                  <a:close/>
                </a:path>
              </a:pathLst>
            </a:custGeom>
            <a:solidFill>
              <a:srgbClr val="007CB0"/>
            </a:solidFill>
            <a:ln w="6390" cap="flat">
              <a:noFill/>
              <a:prstDash val="solid"/>
              <a:miter/>
            </a:ln>
          </p:spPr>
          <p:txBody>
            <a:bodyPr rtlCol="0" anchor="ctr"/>
            <a:lstStyle/>
            <a:p>
              <a:endParaRPr lang="en-US"/>
            </a:p>
          </p:txBody>
        </p:sp>
      </p:grpSp>
      <p:grpSp>
        <p:nvGrpSpPr>
          <p:cNvPr id="893" name="Graphic 4">
            <a:extLst>
              <a:ext uri="{FF2B5EF4-FFF2-40B4-BE49-F238E27FC236}">
                <a16:creationId xmlns:a16="http://schemas.microsoft.com/office/drawing/2014/main" id="{AA231005-A86D-6E45-B168-22DFA455A925}"/>
              </a:ext>
            </a:extLst>
          </p:cNvPr>
          <p:cNvGrpSpPr/>
          <p:nvPr/>
        </p:nvGrpSpPr>
        <p:grpSpPr>
          <a:xfrm>
            <a:off x="7192513" y="4792617"/>
            <a:ext cx="361670" cy="361333"/>
            <a:chOff x="7192513" y="4792617"/>
            <a:chExt cx="361670" cy="361333"/>
          </a:xfrm>
          <a:solidFill>
            <a:srgbClr val="007CB0"/>
          </a:solidFill>
        </p:grpSpPr>
        <p:sp>
          <p:nvSpPr>
            <p:cNvPr id="894" name="Graphic 4">
              <a:extLst>
                <a:ext uri="{FF2B5EF4-FFF2-40B4-BE49-F238E27FC236}">
                  <a16:creationId xmlns:a16="http://schemas.microsoft.com/office/drawing/2014/main" id="{0C1C172D-A6C2-854D-84AF-9D0AA53D36AF}"/>
                </a:ext>
              </a:extLst>
            </p:cNvPr>
            <p:cNvSpPr/>
            <p:nvPr/>
          </p:nvSpPr>
          <p:spPr>
            <a:xfrm>
              <a:off x="7324785" y="4905614"/>
              <a:ext cx="14057" cy="14044"/>
            </a:xfrm>
            <a:custGeom>
              <a:avLst/>
              <a:gdLst>
                <a:gd name="connsiteX0" fmla="*/ 7029 w 14057"/>
                <a:gd name="connsiteY0" fmla="*/ 14045 h 14044"/>
                <a:gd name="connsiteX1" fmla="*/ 14058 w 14057"/>
                <a:gd name="connsiteY1" fmla="*/ 7023 h 14044"/>
                <a:gd name="connsiteX2" fmla="*/ 7029 w 14057"/>
                <a:gd name="connsiteY2" fmla="*/ 0 h 14044"/>
                <a:gd name="connsiteX3" fmla="*/ 0 w 14057"/>
                <a:gd name="connsiteY3" fmla="*/ 7023 h 14044"/>
                <a:gd name="connsiteX4" fmla="*/ 7029 w 14057"/>
                <a:gd name="connsiteY4" fmla="*/ 14045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14045"/>
                  </a:moveTo>
                  <a:cubicBezTo>
                    <a:pt x="10863" y="14045"/>
                    <a:pt x="14058" y="10853"/>
                    <a:pt x="14058" y="7023"/>
                  </a:cubicBezTo>
                  <a:cubicBezTo>
                    <a:pt x="14058" y="3192"/>
                    <a:pt x="10863" y="0"/>
                    <a:pt x="7029" y="0"/>
                  </a:cubicBezTo>
                  <a:cubicBezTo>
                    <a:pt x="3195" y="0"/>
                    <a:pt x="0" y="3192"/>
                    <a:pt x="0" y="7023"/>
                  </a:cubicBezTo>
                  <a:cubicBezTo>
                    <a:pt x="0" y="10853"/>
                    <a:pt x="3195" y="14045"/>
                    <a:pt x="7029" y="14045"/>
                  </a:cubicBezTo>
                  <a:close/>
                </a:path>
              </a:pathLst>
            </a:custGeom>
            <a:solidFill>
              <a:srgbClr val="007CB0"/>
            </a:solidFill>
            <a:ln w="6390" cap="flat">
              <a:noFill/>
              <a:prstDash val="solid"/>
              <a:miter/>
            </a:ln>
          </p:spPr>
          <p:txBody>
            <a:bodyPr rtlCol="0" anchor="ctr"/>
            <a:lstStyle/>
            <a:p>
              <a:endParaRPr lang="en-US"/>
            </a:p>
          </p:txBody>
        </p:sp>
        <p:sp>
          <p:nvSpPr>
            <p:cNvPr id="895" name="Graphic 4">
              <a:extLst>
                <a:ext uri="{FF2B5EF4-FFF2-40B4-BE49-F238E27FC236}">
                  <a16:creationId xmlns:a16="http://schemas.microsoft.com/office/drawing/2014/main" id="{96EF102C-1514-C44C-B81E-87457A8E7F74}"/>
                </a:ext>
              </a:extLst>
            </p:cNvPr>
            <p:cNvSpPr/>
            <p:nvPr/>
          </p:nvSpPr>
          <p:spPr>
            <a:xfrm>
              <a:off x="7312644" y="4956048"/>
              <a:ext cx="38978" cy="51710"/>
            </a:xfrm>
            <a:custGeom>
              <a:avLst/>
              <a:gdLst>
                <a:gd name="connsiteX0" fmla="*/ 28116 w 38978"/>
                <a:gd name="connsiteY0" fmla="*/ 0 h 51710"/>
                <a:gd name="connsiteX1" fmla="*/ 0 w 38978"/>
                <a:gd name="connsiteY1" fmla="*/ 0 h 51710"/>
                <a:gd name="connsiteX2" fmla="*/ 0 w 38978"/>
                <a:gd name="connsiteY2" fmla="*/ 51710 h 51710"/>
                <a:gd name="connsiteX3" fmla="*/ 38978 w 38978"/>
                <a:gd name="connsiteY3" fmla="*/ 51710 h 51710"/>
                <a:gd name="connsiteX4" fmla="*/ 38978 w 38978"/>
                <a:gd name="connsiteY4" fmla="*/ 0 h 51710"/>
                <a:gd name="connsiteX5" fmla="*/ 28116 w 38978"/>
                <a:gd name="connsiteY5" fmla="*/ 0 h 51710"/>
                <a:gd name="connsiteX6" fmla="*/ 28116 w 38978"/>
                <a:gd name="connsiteY6" fmla="*/ 0 h 5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978" h="51710">
                  <a:moveTo>
                    <a:pt x="28116" y="0"/>
                  </a:moveTo>
                  <a:lnTo>
                    <a:pt x="0" y="0"/>
                  </a:lnTo>
                  <a:lnTo>
                    <a:pt x="0" y="51710"/>
                  </a:lnTo>
                  <a:lnTo>
                    <a:pt x="38978" y="51710"/>
                  </a:lnTo>
                  <a:lnTo>
                    <a:pt x="38978" y="0"/>
                  </a:lnTo>
                  <a:lnTo>
                    <a:pt x="28116" y="0"/>
                  </a:lnTo>
                  <a:cubicBezTo>
                    <a:pt x="28116" y="0"/>
                    <a:pt x="28116" y="0"/>
                    <a:pt x="28116" y="0"/>
                  </a:cubicBezTo>
                  <a:close/>
                </a:path>
              </a:pathLst>
            </a:custGeom>
            <a:solidFill>
              <a:srgbClr val="007CB0"/>
            </a:solidFill>
            <a:ln w="6390" cap="flat">
              <a:noFill/>
              <a:prstDash val="solid"/>
              <a:miter/>
            </a:ln>
          </p:spPr>
          <p:txBody>
            <a:bodyPr rtlCol="0" anchor="ctr"/>
            <a:lstStyle/>
            <a:p>
              <a:endParaRPr lang="en-US"/>
            </a:p>
          </p:txBody>
        </p:sp>
        <p:sp>
          <p:nvSpPr>
            <p:cNvPr id="896" name="Graphic 4">
              <a:extLst>
                <a:ext uri="{FF2B5EF4-FFF2-40B4-BE49-F238E27FC236}">
                  <a16:creationId xmlns:a16="http://schemas.microsoft.com/office/drawing/2014/main" id="{1041BBF7-ACDA-2B41-B67C-93161C688AF2}"/>
                </a:ext>
              </a:extLst>
            </p:cNvPr>
            <p:cNvSpPr/>
            <p:nvPr/>
          </p:nvSpPr>
          <p:spPr>
            <a:xfrm>
              <a:off x="7395713" y="4956686"/>
              <a:ext cx="38978" cy="51710"/>
            </a:xfrm>
            <a:custGeom>
              <a:avLst/>
              <a:gdLst>
                <a:gd name="connsiteX0" fmla="*/ 0 w 38978"/>
                <a:gd name="connsiteY0" fmla="*/ 0 h 51710"/>
                <a:gd name="connsiteX1" fmla="*/ 38979 w 38978"/>
                <a:gd name="connsiteY1" fmla="*/ 0 h 51710"/>
                <a:gd name="connsiteX2" fmla="*/ 38979 w 38978"/>
                <a:gd name="connsiteY2" fmla="*/ 51710 h 51710"/>
                <a:gd name="connsiteX3" fmla="*/ 0 w 38978"/>
                <a:gd name="connsiteY3" fmla="*/ 51710 h 51710"/>
              </a:gdLst>
              <a:ahLst/>
              <a:cxnLst>
                <a:cxn ang="0">
                  <a:pos x="connsiteX0" y="connsiteY0"/>
                </a:cxn>
                <a:cxn ang="0">
                  <a:pos x="connsiteX1" y="connsiteY1"/>
                </a:cxn>
                <a:cxn ang="0">
                  <a:pos x="connsiteX2" y="connsiteY2"/>
                </a:cxn>
                <a:cxn ang="0">
                  <a:pos x="connsiteX3" y="connsiteY3"/>
                </a:cxn>
              </a:cxnLst>
              <a:rect l="l" t="t" r="r" b="b"/>
              <a:pathLst>
                <a:path w="38978" h="51710">
                  <a:moveTo>
                    <a:pt x="0" y="0"/>
                  </a:moveTo>
                  <a:lnTo>
                    <a:pt x="38979" y="0"/>
                  </a:lnTo>
                  <a:lnTo>
                    <a:pt x="38979" y="51710"/>
                  </a:lnTo>
                  <a:lnTo>
                    <a:pt x="0" y="51710"/>
                  </a:lnTo>
                  <a:close/>
                </a:path>
              </a:pathLst>
            </a:custGeom>
            <a:solidFill>
              <a:srgbClr val="007CB0"/>
            </a:solidFill>
            <a:ln w="6390" cap="flat">
              <a:noFill/>
              <a:prstDash val="solid"/>
              <a:miter/>
            </a:ln>
          </p:spPr>
          <p:txBody>
            <a:bodyPr rtlCol="0" anchor="ctr"/>
            <a:lstStyle/>
            <a:p>
              <a:endParaRPr lang="en-US"/>
            </a:p>
          </p:txBody>
        </p:sp>
        <p:sp>
          <p:nvSpPr>
            <p:cNvPr id="897" name="Graphic 4">
              <a:extLst>
                <a:ext uri="{FF2B5EF4-FFF2-40B4-BE49-F238E27FC236}">
                  <a16:creationId xmlns:a16="http://schemas.microsoft.com/office/drawing/2014/main" id="{F42B7E8E-35F4-2747-814E-025925C2250E}"/>
                </a:ext>
              </a:extLst>
            </p:cNvPr>
            <p:cNvSpPr/>
            <p:nvPr/>
          </p:nvSpPr>
          <p:spPr>
            <a:xfrm>
              <a:off x="7408493" y="4906253"/>
              <a:ext cx="14057" cy="14044"/>
            </a:xfrm>
            <a:custGeom>
              <a:avLst/>
              <a:gdLst>
                <a:gd name="connsiteX0" fmla="*/ 7029 w 14057"/>
                <a:gd name="connsiteY0" fmla="*/ 14044 h 14044"/>
                <a:gd name="connsiteX1" fmla="*/ 14058 w 14057"/>
                <a:gd name="connsiteY1" fmla="*/ 7022 h 14044"/>
                <a:gd name="connsiteX2" fmla="*/ 7029 w 14057"/>
                <a:gd name="connsiteY2" fmla="*/ 0 h 14044"/>
                <a:gd name="connsiteX3" fmla="*/ 0 w 14057"/>
                <a:gd name="connsiteY3" fmla="*/ 7022 h 14044"/>
                <a:gd name="connsiteX4" fmla="*/ 7029 w 14057"/>
                <a:gd name="connsiteY4" fmla="*/ 14044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14044"/>
                  </a:moveTo>
                  <a:cubicBezTo>
                    <a:pt x="10863" y="14044"/>
                    <a:pt x="14058" y="10852"/>
                    <a:pt x="14058" y="7022"/>
                  </a:cubicBezTo>
                  <a:cubicBezTo>
                    <a:pt x="14058" y="3192"/>
                    <a:pt x="10863" y="0"/>
                    <a:pt x="7029" y="0"/>
                  </a:cubicBezTo>
                  <a:cubicBezTo>
                    <a:pt x="3195" y="0"/>
                    <a:pt x="0" y="3192"/>
                    <a:pt x="0" y="7022"/>
                  </a:cubicBezTo>
                  <a:cubicBezTo>
                    <a:pt x="0" y="10852"/>
                    <a:pt x="3195" y="14044"/>
                    <a:pt x="7029" y="14044"/>
                  </a:cubicBezTo>
                  <a:close/>
                </a:path>
              </a:pathLst>
            </a:custGeom>
            <a:solidFill>
              <a:srgbClr val="007CB0"/>
            </a:solidFill>
            <a:ln w="6390" cap="flat">
              <a:noFill/>
              <a:prstDash val="solid"/>
              <a:miter/>
            </a:ln>
          </p:spPr>
          <p:txBody>
            <a:bodyPr rtlCol="0" anchor="ctr"/>
            <a:lstStyle/>
            <a:p>
              <a:endParaRPr lang="en-US"/>
            </a:p>
          </p:txBody>
        </p:sp>
        <p:sp>
          <p:nvSpPr>
            <p:cNvPr id="898" name="Graphic 4">
              <a:extLst>
                <a:ext uri="{FF2B5EF4-FFF2-40B4-BE49-F238E27FC236}">
                  <a16:creationId xmlns:a16="http://schemas.microsoft.com/office/drawing/2014/main" id="{4D7FCC24-028B-D347-8C77-92D3A98FB5F9}"/>
                </a:ext>
              </a:extLst>
            </p:cNvPr>
            <p:cNvSpPr/>
            <p:nvPr/>
          </p:nvSpPr>
          <p:spPr>
            <a:xfrm>
              <a:off x="7192513" y="4792617"/>
              <a:ext cx="361670" cy="361333"/>
            </a:xfrm>
            <a:custGeom>
              <a:avLst/>
              <a:gdLst>
                <a:gd name="connsiteX0" fmla="*/ 180836 w 361670"/>
                <a:gd name="connsiteY0" fmla="*/ 0 h 361333"/>
                <a:gd name="connsiteX1" fmla="*/ 0 w 361670"/>
                <a:gd name="connsiteY1" fmla="*/ 180667 h 361333"/>
                <a:gd name="connsiteX2" fmla="*/ 180836 w 361670"/>
                <a:gd name="connsiteY2" fmla="*/ 361334 h 361333"/>
                <a:gd name="connsiteX3" fmla="*/ 361670 w 361670"/>
                <a:gd name="connsiteY3" fmla="*/ 180667 h 361333"/>
                <a:gd name="connsiteX4" fmla="*/ 180836 w 361670"/>
                <a:gd name="connsiteY4" fmla="*/ 0 h 361333"/>
                <a:gd name="connsiteX5" fmla="*/ 223009 w 361670"/>
                <a:gd name="connsiteY5" fmla="*/ 100867 h 361333"/>
                <a:gd name="connsiteX6" fmla="*/ 242818 w 361670"/>
                <a:gd name="connsiteY6" fmla="*/ 120657 h 361333"/>
                <a:gd name="connsiteX7" fmla="*/ 223009 w 361670"/>
                <a:gd name="connsiteY7" fmla="*/ 140448 h 361333"/>
                <a:gd name="connsiteX8" fmla="*/ 203200 w 361670"/>
                <a:gd name="connsiteY8" fmla="*/ 120657 h 361333"/>
                <a:gd name="connsiteX9" fmla="*/ 223009 w 361670"/>
                <a:gd name="connsiteY9" fmla="*/ 100867 h 361333"/>
                <a:gd name="connsiteX10" fmla="*/ 139301 w 361670"/>
                <a:gd name="connsiteY10" fmla="*/ 100229 h 361333"/>
                <a:gd name="connsiteX11" fmla="*/ 159110 w 361670"/>
                <a:gd name="connsiteY11" fmla="*/ 120019 h 361333"/>
                <a:gd name="connsiteX12" fmla="*/ 139301 w 361670"/>
                <a:gd name="connsiteY12" fmla="*/ 139809 h 361333"/>
                <a:gd name="connsiteX13" fmla="*/ 119492 w 361670"/>
                <a:gd name="connsiteY13" fmla="*/ 120019 h 361333"/>
                <a:gd name="connsiteX14" fmla="*/ 139301 w 361670"/>
                <a:gd name="connsiteY14" fmla="*/ 100229 h 361333"/>
                <a:gd name="connsiteX15" fmla="*/ 95849 w 361670"/>
                <a:gd name="connsiteY15" fmla="*/ 158323 h 361333"/>
                <a:gd name="connsiteX16" fmla="*/ 93293 w 361670"/>
                <a:gd name="connsiteY16" fmla="*/ 158961 h 361333"/>
                <a:gd name="connsiteX17" fmla="*/ 87543 w 361670"/>
                <a:gd name="connsiteY17" fmla="*/ 155131 h 361333"/>
                <a:gd name="connsiteX18" fmla="*/ 56871 w 361670"/>
                <a:gd name="connsiteY18" fmla="*/ 93845 h 361333"/>
                <a:gd name="connsiteX19" fmla="*/ 59427 w 361670"/>
                <a:gd name="connsiteY19" fmla="*/ 85546 h 361333"/>
                <a:gd name="connsiteX20" fmla="*/ 67733 w 361670"/>
                <a:gd name="connsiteY20" fmla="*/ 88099 h 361333"/>
                <a:gd name="connsiteX21" fmla="*/ 98405 w 361670"/>
                <a:gd name="connsiteY21" fmla="*/ 149385 h 361333"/>
                <a:gd name="connsiteX22" fmla="*/ 95849 w 361670"/>
                <a:gd name="connsiteY22" fmla="*/ 158323 h 361333"/>
                <a:gd name="connsiteX23" fmla="*/ 255597 w 361670"/>
                <a:gd name="connsiteY23" fmla="*/ 222163 h 361333"/>
                <a:gd name="connsiteX24" fmla="*/ 249208 w 361670"/>
                <a:gd name="connsiteY24" fmla="*/ 228547 h 361333"/>
                <a:gd name="connsiteX25" fmla="*/ 244096 w 361670"/>
                <a:gd name="connsiteY25" fmla="*/ 228547 h 361333"/>
                <a:gd name="connsiteX26" fmla="*/ 244096 w 361670"/>
                <a:gd name="connsiteY26" fmla="*/ 287918 h 361333"/>
                <a:gd name="connsiteX27" fmla="*/ 237706 w 361670"/>
                <a:gd name="connsiteY27" fmla="*/ 294302 h 361333"/>
                <a:gd name="connsiteX28" fmla="*/ 231316 w 361670"/>
                <a:gd name="connsiteY28" fmla="*/ 287918 h 361333"/>
                <a:gd name="connsiteX29" fmla="*/ 231316 w 361670"/>
                <a:gd name="connsiteY29" fmla="*/ 228547 h 361333"/>
                <a:gd name="connsiteX30" fmla="*/ 217258 w 361670"/>
                <a:gd name="connsiteY30" fmla="*/ 228547 h 361333"/>
                <a:gd name="connsiteX31" fmla="*/ 217258 w 361670"/>
                <a:gd name="connsiteY31" fmla="*/ 287918 h 361333"/>
                <a:gd name="connsiteX32" fmla="*/ 210868 w 361670"/>
                <a:gd name="connsiteY32" fmla="*/ 294302 h 361333"/>
                <a:gd name="connsiteX33" fmla="*/ 204478 w 361670"/>
                <a:gd name="connsiteY33" fmla="*/ 287918 h 361333"/>
                <a:gd name="connsiteX34" fmla="*/ 204478 w 361670"/>
                <a:gd name="connsiteY34" fmla="*/ 228547 h 361333"/>
                <a:gd name="connsiteX35" fmla="*/ 197449 w 361670"/>
                <a:gd name="connsiteY35" fmla="*/ 228547 h 361333"/>
                <a:gd name="connsiteX36" fmla="*/ 191059 w 361670"/>
                <a:gd name="connsiteY36" fmla="*/ 222163 h 361333"/>
                <a:gd name="connsiteX37" fmla="*/ 191059 w 361670"/>
                <a:gd name="connsiteY37" fmla="*/ 163430 h 361333"/>
                <a:gd name="connsiteX38" fmla="*/ 172528 w 361670"/>
                <a:gd name="connsiteY38" fmla="*/ 163430 h 361333"/>
                <a:gd name="connsiteX39" fmla="*/ 172528 w 361670"/>
                <a:gd name="connsiteY39" fmla="*/ 221524 h 361333"/>
                <a:gd name="connsiteX40" fmla="*/ 166138 w 361670"/>
                <a:gd name="connsiteY40" fmla="*/ 227908 h 361333"/>
                <a:gd name="connsiteX41" fmla="*/ 159110 w 361670"/>
                <a:gd name="connsiteY41" fmla="*/ 227908 h 361333"/>
                <a:gd name="connsiteX42" fmla="*/ 159110 w 361670"/>
                <a:gd name="connsiteY42" fmla="*/ 287279 h 361333"/>
                <a:gd name="connsiteX43" fmla="*/ 152720 w 361670"/>
                <a:gd name="connsiteY43" fmla="*/ 293663 h 361333"/>
                <a:gd name="connsiteX44" fmla="*/ 146330 w 361670"/>
                <a:gd name="connsiteY44" fmla="*/ 287279 h 361333"/>
                <a:gd name="connsiteX45" fmla="*/ 146330 w 361670"/>
                <a:gd name="connsiteY45" fmla="*/ 227908 h 361333"/>
                <a:gd name="connsiteX46" fmla="*/ 132272 w 361670"/>
                <a:gd name="connsiteY46" fmla="*/ 227908 h 361333"/>
                <a:gd name="connsiteX47" fmla="*/ 132272 w 361670"/>
                <a:gd name="connsiteY47" fmla="*/ 287279 h 361333"/>
                <a:gd name="connsiteX48" fmla="*/ 125882 w 361670"/>
                <a:gd name="connsiteY48" fmla="*/ 293663 h 361333"/>
                <a:gd name="connsiteX49" fmla="*/ 119492 w 361670"/>
                <a:gd name="connsiteY49" fmla="*/ 287279 h 361333"/>
                <a:gd name="connsiteX50" fmla="*/ 119492 w 361670"/>
                <a:gd name="connsiteY50" fmla="*/ 227908 h 361333"/>
                <a:gd name="connsiteX51" fmla="*/ 114380 w 361670"/>
                <a:gd name="connsiteY51" fmla="*/ 227908 h 361333"/>
                <a:gd name="connsiteX52" fmla="*/ 107990 w 361670"/>
                <a:gd name="connsiteY52" fmla="*/ 221524 h 361333"/>
                <a:gd name="connsiteX53" fmla="*/ 107990 w 361670"/>
                <a:gd name="connsiteY53" fmla="*/ 157046 h 361333"/>
                <a:gd name="connsiteX54" fmla="*/ 114380 w 361670"/>
                <a:gd name="connsiteY54" fmla="*/ 150662 h 361333"/>
                <a:gd name="connsiteX55" fmla="*/ 166138 w 361670"/>
                <a:gd name="connsiteY55" fmla="*/ 150662 h 361333"/>
                <a:gd name="connsiteX56" fmla="*/ 166777 w 361670"/>
                <a:gd name="connsiteY56" fmla="*/ 150662 h 361333"/>
                <a:gd name="connsiteX57" fmla="*/ 216619 w 361670"/>
                <a:gd name="connsiteY57" fmla="*/ 150662 h 361333"/>
                <a:gd name="connsiteX58" fmla="*/ 217897 w 361670"/>
                <a:gd name="connsiteY58" fmla="*/ 150662 h 361333"/>
                <a:gd name="connsiteX59" fmla="*/ 249846 w 361670"/>
                <a:gd name="connsiteY59" fmla="*/ 150662 h 361333"/>
                <a:gd name="connsiteX60" fmla="*/ 256236 w 361670"/>
                <a:gd name="connsiteY60" fmla="*/ 157046 h 361333"/>
                <a:gd name="connsiteX61" fmla="*/ 256236 w 361670"/>
                <a:gd name="connsiteY61" fmla="*/ 222163 h 361333"/>
                <a:gd name="connsiteX62" fmla="*/ 305439 w 361670"/>
                <a:gd name="connsiteY62" fmla="*/ 94483 h 361333"/>
                <a:gd name="connsiteX63" fmla="*/ 274767 w 361670"/>
                <a:gd name="connsiteY63" fmla="*/ 155769 h 361333"/>
                <a:gd name="connsiteX64" fmla="*/ 269016 w 361670"/>
                <a:gd name="connsiteY64" fmla="*/ 159600 h 361333"/>
                <a:gd name="connsiteX65" fmla="*/ 266461 w 361670"/>
                <a:gd name="connsiteY65" fmla="*/ 158961 h 361333"/>
                <a:gd name="connsiteX66" fmla="*/ 263905 w 361670"/>
                <a:gd name="connsiteY66" fmla="*/ 150662 h 361333"/>
                <a:gd name="connsiteX67" fmla="*/ 294576 w 361670"/>
                <a:gd name="connsiteY67" fmla="*/ 89376 h 361333"/>
                <a:gd name="connsiteX68" fmla="*/ 302883 w 361670"/>
                <a:gd name="connsiteY68" fmla="*/ 86822 h 361333"/>
                <a:gd name="connsiteX69" fmla="*/ 305439 w 361670"/>
                <a:gd name="connsiteY69" fmla="*/ 9448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361670" h="361333">
                  <a:moveTo>
                    <a:pt x="180836" y="0"/>
                  </a:moveTo>
                  <a:cubicBezTo>
                    <a:pt x="80513" y="0"/>
                    <a:pt x="0" y="81077"/>
                    <a:pt x="0" y="180667"/>
                  </a:cubicBezTo>
                  <a:cubicBezTo>
                    <a:pt x="0" y="280257"/>
                    <a:pt x="81153" y="361334"/>
                    <a:pt x="180836" y="361334"/>
                  </a:cubicBezTo>
                  <a:cubicBezTo>
                    <a:pt x="281157" y="361334"/>
                    <a:pt x="361670" y="280257"/>
                    <a:pt x="361670" y="180667"/>
                  </a:cubicBezTo>
                  <a:cubicBezTo>
                    <a:pt x="361670" y="81077"/>
                    <a:pt x="281157" y="0"/>
                    <a:pt x="180836" y="0"/>
                  </a:cubicBezTo>
                  <a:close/>
                  <a:moveTo>
                    <a:pt x="223009" y="100867"/>
                  </a:moveTo>
                  <a:cubicBezTo>
                    <a:pt x="233872" y="100867"/>
                    <a:pt x="242818" y="109805"/>
                    <a:pt x="242818" y="120657"/>
                  </a:cubicBezTo>
                  <a:cubicBezTo>
                    <a:pt x="242818" y="131510"/>
                    <a:pt x="233872" y="140448"/>
                    <a:pt x="223009" y="140448"/>
                  </a:cubicBezTo>
                  <a:cubicBezTo>
                    <a:pt x="212146" y="140448"/>
                    <a:pt x="203200" y="131510"/>
                    <a:pt x="203200" y="120657"/>
                  </a:cubicBezTo>
                  <a:cubicBezTo>
                    <a:pt x="203200" y="109805"/>
                    <a:pt x="212146" y="100867"/>
                    <a:pt x="223009" y="100867"/>
                  </a:cubicBezTo>
                  <a:close/>
                  <a:moveTo>
                    <a:pt x="139301" y="100229"/>
                  </a:moveTo>
                  <a:cubicBezTo>
                    <a:pt x="150164" y="100229"/>
                    <a:pt x="159110" y="109166"/>
                    <a:pt x="159110" y="120019"/>
                  </a:cubicBezTo>
                  <a:cubicBezTo>
                    <a:pt x="159110" y="130872"/>
                    <a:pt x="150164" y="139809"/>
                    <a:pt x="139301" y="139809"/>
                  </a:cubicBezTo>
                  <a:cubicBezTo>
                    <a:pt x="128438" y="139809"/>
                    <a:pt x="119492" y="130872"/>
                    <a:pt x="119492" y="120019"/>
                  </a:cubicBezTo>
                  <a:cubicBezTo>
                    <a:pt x="119492" y="109166"/>
                    <a:pt x="128438" y="100229"/>
                    <a:pt x="139301" y="100229"/>
                  </a:cubicBezTo>
                  <a:close/>
                  <a:moveTo>
                    <a:pt x="95849" y="158323"/>
                  </a:moveTo>
                  <a:cubicBezTo>
                    <a:pt x="95210" y="158961"/>
                    <a:pt x="93933" y="158961"/>
                    <a:pt x="93293" y="158961"/>
                  </a:cubicBezTo>
                  <a:cubicBezTo>
                    <a:pt x="90738" y="158961"/>
                    <a:pt x="88820" y="157684"/>
                    <a:pt x="87543" y="155131"/>
                  </a:cubicBezTo>
                  <a:lnTo>
                    <a:pt x="56871" y="93845"/>
                  </a:lnTo>
                  <a:cubicBezTo>
                    <a:pt x="55593" y="90653"/>
                    <a:pt x="56871" y="86822"/>
                    <a:pt x="59427" y="85546"/>
                  </a:cubicBezTo>
                  <a:cubicBezTo>
                    <a:pt x="62622" y="84269"/>
                    <a:pt x="66456" y="85546"/>
                    <a:pt x="67733" y="88099"/>
                  </a:cubicBezTo>
                  <a:lnTo>
                    <a:pt x="98405" y="149385"/>
                  </a:lnTo>
                  <a:cubicBezTo>
                    <a:pt x="100322" y="152577"/>
                    <a:pt x="99044" y="156408"/>
                    <a:pt x="95849" y="158323"/>
                  </a:cubicBezTo>
                  <a:close/>
                  <a:moveTo>
                    <a:pt x="255597" y="222163"/>
                  </a:moveTo>
                  <a:cubicBezTo>
                    <a:pt x="255597" y="225993"/>
                    <a:pt x="253041" y="228547"/>
                    <a:pt x="249208" y="228547"/>
                  </a:cubicBezTo>
                  <a:lnTo>
                    <a:pt x="244096" y="228547"/>
                  </a:lnTo>
                  <a:lnTo>
                    <a:pt x="244096" y="287918"/>
                  </a:lnTo>
                  <a:cubicBezTo>
                    <a:pt x="244096" y="291748"/>
                    <a:pt x="241540" y="294302"/>
                    <a:pt x="237706" y="294302"/>
                  </a:cubicBezTo>
                  <a:cubicBezTo>
                    <a:pt x="233872" y="294302"/>
                    <a:pt x="231316" y="291748"/>
                    <a:pt x="231316" y="287918"/>
                  </a:cubicBezTo>
                  <a:lnTo>
                    <a:pt x="231316" y="228547"/>
                  </a:lnTo>
                  <a:lnTo>
                    <a:pt x="217258" y="228547"/>
                  </a:lnTo>
                  <a:lnTo>
                    <a:pt x="217258" y="287918"/>
                  </a:lnTo>
                  <a:cubicBezTo>
                    <a:pt x="217258" y="291748"/>
                    <a:pt x="214702" y="294302"/>
                    <a:pt x="210868" y="294302"/>
                  </a:cubicBezTo>
                  <a:cubicBezTo>
                    <a:pt x="207034" y="294302"/>
                    <a:pt x="204478" y="291748"/>
                    <a:pt x="204478" y="287918"/>
                  </a:cubicBezTo>
                  <a:lnTo>
                    <a:pt x="204478" y="228547"/>
                  </a:lnTo>
                  <a:lnTo>
                    <a:pt x="197449" y="228547"/>
                  </a:lnTo>
                  <a:cubicBezTo>
                    <a:pt x="193615" y="228547"/>
                    <a:pt x="191059" y="225993"/>
                    <a:pt x="191059" y="222163"/>
                  </a:cubicBezTo>
                  <a:lnTo>
                    <a:pt x="191059" y="163430"/>
                  </a:lnTo>
                  <a:lnTo>
                    <a:pt x="172528" y="163430"/>
                  </a:lnTo>
                  <a:lnTo>
                    <a:pt x="172528" y="221524"/>
                  </a:lnTo>
                  <a:cubicBezTo>
                    <a:pt x="172528" y="225355"/>
                    <a:pt x="169972" y="227908"/>
                    <a:pt x="166138" y="227908"/>
                  </a:cubicBezTo>
                  <a:lnTo>
                    <a:pt x="159110" y="227908"/>
                  </a:lnTo>
                  <a:lnTo>
                    <a:pt x="159110" y="287279"/>
                  </a:lnTo>
                  <a:cubicBezTo>
                    <a:pt x="159110" y="291110"/>
                    <a:pt x="156553" y="293663"/>
                    <a:pt x="152720" y="293663"/>
                  </a:cubicBezTo>
                  <a:cubicBezTo>
                    <a:pt x="148886" y="293663"/>
                    <a:pt x="146330" y="291110"/>
                    <a:pt x="146330" y="287279"/>
                  </a:cubicBezTo>
                  <a:lnTo>
                    <a:pt x="146330" y="227908"/>
                  </a:lnTo>
                  <a:lnTo>
                    <a:pt x="132272" y="227908"/>
                  </a:lnTo>
                  <a:lnTo>
                    <a:pt x="132272" y="287279"/>
                  </a:lnTo>
                  <a:cubicBezTo>
                    <a:pt x="132272" y="291110"/>
                    <a:pt x="129716" y="293663"/>
                    <a:pt x="125882" y="293663"/>
                  </a:cubicBezTo>
                  <a:cubicBezTo>
                    <a:pt x="122048" y="293663"/>
                    <a:pt x="119492" y="291110"/>
                    <a:pt x="119492" y="287279"/>
                  </a:cubicBezTo>
                  <a:lnTo>
                    <a:pt x="119492" y="227908"/>
                  </a:lnTo>
                  <a:lnTo>
                    <a:pt x="114380" y="227908"/>
                  </a:lnTo>
                  <a:cubicBezTo>
                    <a:pt x="110546" y="227908"/>
                    <a:pt x="107990" y="225355"/>
                    <a:pt x="107990" y="221524"/>
                  </a:cubicBezTo>
                  <a:lnTo>
                    <a:pt x="107990" y="157046"/>
                  </a:lnTo>
                  <a:cubicBezTo>
                    <a:pt x="107990" y="153216"/>
                    <a:pt x="110546" y="150662"/>
                    <a:pt x="114380" y="150662"/>
                  </a:cubicBezTo>
                  <a:lnTo>
                    <a:pt x="166138" y="150662"/>
                  </a:lnTo>
                  <a:cubicBezTo>
                    <a:pt x="166138" y="150662"/>
                    <a:pt x="166138" y="150662"/>
                    <a:pt x="166777" y="150662"/>
                  </a:cubicBezTo>
                  <a:lnTo>
                    <a:pt x="216619" y="150662"/>
                  </a:lnTo>
                  <a:cubicBezTo>
                    <a:pt x="217258" y="150662"/>
                    <a:pt x="217897" y="150662"/>
                    <a:pt x="217897" y="150662"/>
                  </a:cubicBezTo>
                  <a:lnTo>
                    <a:pt x="249846" y="150662"/>
                  </a:lnTo>
                  <a:cubicBezTo>
                    <a:pt x="253681" y="150662"/>
                    <a:pt x="256236" y="153216"/>
                    <a:pt x="256236" y="157046"/>
                  </a:cubicBezTo>
                  <a:lnTo>
                    <a:pt x="256236" y="222163"/>
                  </a:lnTo>
                  <a:close/>
                  <a:moveTo>
                    <a:pt x="305439" y="94483"/>
                  </a:moveTo>
                  <a:lnTo>
                    <a:pt x="274767" y="155769"/>
                  </a:lnTo>
                  <a:cubicBezTo>
                    <a:pt x="273490" y="158323"/>
                    <a:pt x="271572" y="159600"/>
                    <a:pt x="269016" y="159600"/>
                  </a:cubicBezTo>
                  <a:cubicBezTo>
                    <a:pt x="268377" y="159600"/>
                    <a:pt x="267100" y="159600"/>
                    <a:pt x="266461" y="158961"/>
                  </a:cubicBezTo>
                  <a:cubicBezTo>
                    <a:pt x="263266" y="157684"/>
                    <a:pt x="261987" y="153854"/>
                    <a:pt x="263905" y="150662"/>
                  </a:cubicBezTo>
                  <a:lnTo>
                    <a:pt x="294576" y="89376"/>
                  </a:lnTo>
                  <a:cubicBezTo>
                    <a:pt x="295854" y="86184"/>
                    <a:pt x="299688" y="84907"/>
                    <a:pt x="302883" y="86822"/>
                  </a:cubicBezTo>
                  <a:cubicBezTo>
                    <a:pt x="306078" y="87461"/>
                    <a:pt x="307356" y="91291"/>
                    <a:pt x="305439" y="94483"/>
                  </a:cubicBezTo>
                  <a:close/>
                </a:path>
              </a:pathLst>
            </a:custGeom>
            <a:solidFill>
              <a:srgbClr val="007CB0"/>
            </a:solidFill>
            <a:ln w="6390" cap="flat">
              <a:noFill/>
              <a:prstDash val="solid"/>
              <a:miter/>
            </a:ln>
          </p:spPr>
          <p:txBody>
            <a:bodyPr rtlCol="0" anchor="ctr"/>
            <a:lstStyle/>
            <a:p>
              <a:endParaRPr lang="en-US"/>
            </a:p>
          </p:txBody>
        </p:sp>
      </p:grpSp>
      <p:grpSp>
        <p:nvGrpSpPr>
          <p:cNvPr id="899" name="Graphic 4">
            <a:extLst>
              <a:ext uri="{FF2B5EF4-FFF2-40B4-BE49-F238E27FC236}">
                <a16:creationId xmlns:a16="http://schemas.microsoft.com/office/drawing/2014/main" id="{980E50BC-FC70-7E45-B6AD-11C152469497}"/>
              </a:ext>
            </a:extLst>
          </p:cNvPr>
          <p:cNvGrpSpPr/>
          <p:nvPr/>
        </p:nvGrpSpPr>
        <p:grpSpPr>
          <a:xfrm>
            <a:off x="5099808" y="1402085"/>
            <a:ext cx="361670" cy="361333"/>
            <a:chOff x="5099808" y="1402085"/>
            <a:chExt cx="361670" cy="361333"/>
          </a:xfrm>
          <a:solidFill>
            <a:srgbClr val="007CB0"/>
          </a:solidFill>
        </p:grpSpPr>
        <p:sp>
          <p:nvSpPr>
            <p:cNvPr id="900" name="Graphic 4">
              <a:extLst>
                <a:ext uri="{FF2B5EF4-FFF2-40B4-BE49-F238E27FC236}">
                  <a16:creationId xmlns:a16="http://schemas.microsoft.com/office/drawing/2014/main" id="{234215D8-6F11-C548-9BF8-9A56FFDA315A}"/>
                </a:ext>
              </a:extLst>
            </p:cNvPr>
            <p:cNvSpPr/>
            <p:nvPr/>
          </p:nvSpPr>
          <p:spPr>
            <a:xfrm>
              <a:off x="5226329" y="1566791"/>
              <a:ext cx="39617" cy="52987"/>
            </a:xfrm>
            <a:custGeom>
              <a:avLst/>
              <a:gdLst>
                <a:gd name="connsiteX0" fmla="*/ 28755 w 39617"/>
                <a:gd name="connsiteY0" fmla="*/ 0 h 52987"/>
                <a:gd name="connsiteX1" fmla="*/ 0 w 39617"/>
                <a:gd name="connsiteY1" fmla="*/ 0 h 52987"/>
                <a:gd name="connsiteX2" fmla="*/ 0 w 39617"/>
                <a:gd name="connsiteY2" fmla="*/ 52987 h 52987"/>
                <a:gd name="connsiteX3" fmla="*/ 39617 w 39617"/>
                <a:gd name="connsiteY3" fmla="*/ 52987 h 52987"/>
                <a:gd name="connsiteX4" fmla="*/ 39617 w 39617"/>
                <a:gd name="connsiteY4" fmla="*/ 0 h 52987"/>
                <a:gd name="connsiteX5" fmla="*/ 28755 w 39617"/>
                <a:gd name="connsiteY5" fmla="*/ 0 h 52987"/>
                <a:gd name="connsiteX6" fmla="*/ 28755 w 39617"/>
                <a:gd name="connsiteY6" fmla="*/ 0 h 52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17" h="52987">
                  <a:moveTo>
                    <a:pt x="28755" y="0"/>
                  </a:moveTo>
                  <a:lnTo>
                    <a:pt x="0" y="0"/>
                  </a:lnTo>
                  <a:lnTo>
                    <a:pt x="0" y="52987"/>
                  </a:lnTo>
                  <a:lnTo>
                    <a:pt x="39617" y="52987"/>
                  </a:lnTo>
                  <a:lnTo>
                    <a:pt x="39617" y="0"/>
                  </a:lnTo>
                  <a:lnTo>
                    <a:pt x="28755" y="0"/>
                  </a:lnTo>
                  <a:cubicBezTo>
                    <a:pt x="29394" y="0"/>
                    <a:pt x="29394" y="0"/>
                    <a:pt x="28755" y="0"/>
                  </a:cubicBezTo>
                  <a:close/>
                </a:path>
              </a:pathLst>
            </a:custGeom>
            <a:solidFill>
              <a:srgbClr val="007CB0"/>
            </a:solidFill>
            <a:ln w="6390" cap="flat">
              <a:noFill/>
              <a:prstDash val="solid"/>
              <a:miter/>
            </a:ln>
          </p:spPr>
          <p:txBody>
            <a:bodyPr rtlCol="0" anchor="ctr"/>
            <a:lstStyle/>
            <a:p>
              <a:endParaRPr lang="en-US"/>
            </a:p>
          </p:txBody>
        </p:sp>
        <p:sp>
          <p:nvSpPr>
            <p:cNvPr id="901" name="Graphic 4">
              <a:extLst>
                <a:ext uri="{FF2B5EF4-FFF2-40B4-BE49-F238E27FC236}">
                  <a16:creationId xmlns:a16="http://schemas.microsoft.com/office/drawing/2014/main" id="{9A79AF49-45F7-6042-A611-B54FC6E36249}"/>
                </a:ext>
              </a:extLst>
            </p:cNvPr>
            <p:cNvSpPr/>
            <p:nvPr/>
          </p:nvSpPr>
          <p:spPr>
            <a:xfrm>
              <a:off x="5324095" y="1516358"/>
              <a:ext cx="14057" cy="14044"/>
            </a:xfrm>
            <a:custGeom>
              <a:avLst/>
              <a:gdLst>
                <a:gd name="connsiteX0" fmla="*/ 7029 w 14057"/>
                <a:gd name="connsiteY0" fmla="*/ 14045 h 14044"/>
                <a:gd name="connsiteX1" fmla="*/ 14058 w 14057"/>
                <a:gd name="connsiteY1" fmla="*/ 7022 h 14044"/>
                <a:gd name="connsiteX2" fmla="*/ 7029 w 14057"/>
                <a:gd name="connsiteY2" fmla="*/ 0 h 14044"/>
                <a:gd name="connsiteX3" fmla="*/ 0 w 14057"/>
                <a:gd name="connsiteY3" fmla="*/ 7022 h 14044"/>
                <a:gd name="connsiteX4" fmla="*/ 7029 w 14057"/>
                <a:gd name="connsiteY4" fmla="*/ 14045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14045"/>
                  </a:moveTo>
                  <a:cubicBezTo>
                    <a:pt x="10863" y="14045"/>
                    <a:pt x="14058" y="10853"/>
                    <a:pt x="14058" y="7022"/>
                  </a:cubicBezTo>
                  <a:cubicBezTo>
                    <a:pt x="14058" y="3192"/>
                    <a:pt x="10863" y="0"/>
                    <a:pt x="7029" y="0"/>
                  </a:cubicBezTo>
                  <a:cubicBezTo>
                    <a:pt x="3195" y="0"/>
                    <a:pt x="0" y="3192"/>
                    <a:pt x="0" y="7022"/>
                  </a:cubicBezTo>
                  <a:cubicBezTo>
                    <a:pt x="0" y="10853"/>
                    <a:pt x="3195" y="14045"/>
                    <a:pt x="7029" y="14045"/>
                  </a:cubicBezTo>
                  <a:close/>
                </a:path>
              </a:pathLst>
            </a:custGeom>
            <a:solidFill>
              <a:srgbClr val="007CB0"/>
            </a:solidFill>
            <a:ln w="6390" cap="flat">
              <a:noFill/>
              <a:prstDash val="solid"/>
              <a:miter/>
            </a:ln>
          </p:spPr>
          <p:txBody>
            <a:bodyPr rtlCol="0" anchor="ctr"/>
            <a:lstStyle/>
            <a:p>
              <a:endParaRPr lang="en-US"/>
            </a:p>
          </p:txBody>
        </p:sp>
        <p:sp>
          <p:nvSpPr>
            <p:cNvPr id="902" name="Graphic 4">
              <a:extLst>
                <a:ext uri="{FF2B5EF4-FFF2-40B4-BE49-F238E27FC236}">
                  <a16:creationId xmlns:a16="http://schemas.microsoft.com/office/drawing/2014/main" id="{583397B2-BC20-4E45-A329-7C3E869CB4DF}"/>
                </a:ext>
              </a:extLst>
            </p:cNvPr>
            <p:cNvSpPr/>
            <p:nvPr/>
          </p:nvSpPr>
          <p:spPr>
            <a:xfrm>
              <a:off x="5239748" y="1515720"/>
              <a:ext cx="14057" cy="14044"/>
            </a:xfrm>
            <a:custGeom>
              <a:avLst/>
              <a:gdLst>
                <a:gd name="connsiteX0" fmla="*/ 7029 w 14057"/>
                <a:gd name="connsiteY0" fmla="*/ 14045 h 14044"/>
                <a:gd name="connsiteX1" fmla="*/ 14058 w 14057"/>
                <a:gd name="connsiteY1" fmla="*/ 7022 h 14044"/>
                <a:gd name="connsiteX2" fmla="*/ 7029 w 14057"/>
                <a:gd name="connsiteY2" fmla="*/ 0 h 14044"/>
                <a:gd name="connsiteX3" fmla="*/ 0 w 14057"/>
                <a:gd name="connsiteY3" fmla="*/ 7022 h 14044"/>
                <a:gd name="connsiteX4" fmla="*/ 7029 w 14057"/>
                <a:gd name="connsiteY4" fmla="*/ 14045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14045"/>
                  </a:moveTo>
                  <a:cubicBezTo>
                    <a:pt x="10863" y="14045"/>
                    <a:pt x="14058" y="10853"/>
                    <a:pt x="14058" y="7022"/>
                  </a:cubicBezTo>
                  <a:cubicBezTo>
                    <a:pt x="14058" y="3192"/>
                    <a:pt x="10863" y="0"/>
                    <a:pt x="7029" y="0"/>
                  </a:cubicBezTo>
                  <a:cubicBezTo>
                    <a:pt x="3195" y="0"/>
                    <a:pt x="0" y="3192"/>
                    <a:pt x="0" y="7022"/>
                  </a:cubicBezTo>
                  <a:cubicBezTo>
                    <a:pt x="0" y="10853"/>
                    <a:pt x="3195" y="14045"/>
                    <a:pt x="7029" y="14045"/>
                  </a:cubicBezTo>
                  <a:close/>
                </a:path>
              </a:pathLst>
            </a:custGeom>
            <a:solidFill>
              <a:srgbClr val="007CB0"/>
            </a:solidFill>
            <a:ln w="6390" cap="flat">
              <a:noFill/>
              <a:prstDash val="solid"/>
              <a:miter/>
            </a:ln>
          </p:spPr>
          <p:txBody>
            <a:bodyPr rtlCol="0" anchor="ctr"/>
            <a:lstStyle/>
            <a:p>
              <a:endParaRPr lang="en-US"/>
            </a:p>
          </p:txBody>
        </p:sp>
        <p:sp>
          <p:nvSpPr>
            <p:cNvPr id="903" name="Graphic 4">
              <a:extLst>
                <a:ext uri="{FF2B5EF4-FFF2-40B4-BE49-F238E27FC236}">
                  <a16:creationId xmlns:a16="http://schemas.microsoft.com/office/drawing/2014/main" id="{519C91FA-682E-0A4D-A372-0CBBF6B8C962}"/>
                </a:ext>
              </a:extLst>
            </p:cNvPr>
            <p:cNvSpPr/>
            <p:nvPr/>
          </p:nvSpPr>
          <p:spPr>
            <a:xfrm>
              <a:off x="5318344" y="1566153"/>
              <a:ext cx="28115" cy="58094"/>
            </a:xfrm>
            <a:custGeom>
              <a:avLst/>
              <a:gdLst>
                <a:gd name="connsiteX0" fmla="*/ 12141 w 28115"/>
                <a:gd name="connsiteY0" fmla="*/ 0 h 58094"/>
                <a:gd name="connsiteX1" fmla="*/ 0 w 28115"/>
                <a:gd name="connsiteY1" fmla="*/ 58094 h 58094"/>
                <a:gd name="connsiteX2" fmla="*/ 28116 w 28115"/>
                <a:gd name="connsiteY2" fmla="*/ 58094 h 58094"/>
                <a:gd name="connsiteX3" fmla="*/ 15975 w 28115"/>
                <a:gd name="connsiteY3" fmla="*/ 0 h 58094"/>
              </a:gdLst>
              <a:ahLst/>
              <a:cxnLst>
                <a:cxn ang="0">
                  <a:pos x="connsiteX0" y="connsiteY0"/>
                </a:cxn>
                <a:cxn ang="0">
                  <a:pos x="connsiteX1" y="connsiteY1"/>
                </a:cxn>
                <a:cxn ang="0">
                  <a:pos x="connsiteX2" y="connsiteY2"/>
                </a:cxn>
                <a:cxn ang="0">
                  <a:pos x="connsiteX3" y="connsiteY3"/>
                </a:cxn>
              </a:cxnLst>
              <a:rect l="l" t="t" r="r" b="b"/>
              <a:pathLst>
                <a:path w="28115" h="58094">
                  <a:moveTo>
                    <a:pt x="12141" y="0"/>
                  </a:moveTo>
                  <a:lnTo>
                    <a:pt x="0" y="58094"/>
                  </a:lnTo>
                  <a:lnTo>
                    <a:pt x="28116" y="58094"/>
                  </a:lnTo>
                  <a:lnTo>
                    <a:pt x="15975" y="0"/>
                  </a:lnTo>
                  <a:close/>
                </a:path>
              </a:pathLst>
            </a:custGeom>
            <a:solidFill>
              <a:srgbClr val="007CB0"/>
            </a:solidFill>
            <a:ln w="6390" cap="flat">
              <a:noFill/>
              <a:prstDash val="solid"/>
              <a:miter/>
            </a:ln>
          </p:spPr>
          <p:txBody>
            <a:bodyPr rtlCol="0" anchor="ctr"/>
            <a:lstStyle/>
            <a:p>
              <a:endParaRPr lang="en-US"/>
            </a:p>
          </p:txBody>
        </p:sp>
        <p:sp>
          <p:nvSpPr>
            <p:cNvPr id="904" name="Graphic 4">
              <a:extLst>
                <a:ext uri="{FF2B5EF4-FFF2-40B4-BE49-F238E27FC236}">
                  <a16:creationId xmlns:a16="http://schemas.microsoft.com/office/drawing/2014/main" id="{8D537397-E21E-D348-BE5B-AD4A90433593}"/>
                </a:ext>
              </a:extLst>
            </p:cNvPr>
            <p:cNvSpPr/>
            <p:nvPr/>
          </p:nvSpPr>
          <p:spPr>
            <a:xfrm>
              <a:off x="5099808" y="1402085"/>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231316 w 361670"/>
                <a:gd name="connsiteY5" fmla="*/ 101505 h 361333"/>
                <a:gd name="connsiteX6" fmla="*/ 251125 w 361670"/>
                <a:gd name="connsiteY6" fmla="*/ 121296 h 361333"/>
                <a:gd name="connsiteX7" fmla="*/ 231316 w 361670"/>
                <a:gd name="connsiteY7" fmla="*/ 141086 h 361333"/>
                <a:gd name="connsiteX8" fmla="*/ 211507 w 361670"/>
                <a:gd name="connsiteY8" fmla="*/ 121296 h 361333"/>
                <a:gd name="connsiteX9" fmla="*/ 231316 w 361670"/>
                <a:gd name="connsiteY9" fmla="*/ 101505 h 361333"/>
                <a:gd name="connsiteX10" fmla="*/ 146969 w 361670"/>
                <a:gd name="connsiteY10" fmla="*/ 100867 h 361333"/>
                <a:gd name="connsiteX11" fmla="*/ 166778 w 361670"/>
                <a:gd name="connsiteY11" fmla="*/ 120657 h 361333"/>
                <a:gd name="connsiteX12" fmla="*/ 146969 w 361670"/>
                <a:gd name="connsiteY12" fmla="*/ 140448 h 361333"/>
                <a:gd name="connsiteX13" fmla="*/ 127160 w 361670"/>
                <a:gd name="connsiteY13" fmla="*/ 120657 h 361333"/>
                <a:gd name="connsiteX14" fmla="*/ 146969 w 361670"/>
                <a:gd name="connsiteY14" fmla="*/ 100867 h 361333"/>
                <a:gd name="connsiteX15" fmla="*/ 102878 w 361670"/>
                <a:gd name="connsiteY15" fmla="*/ 159600 h 361333"/>
                <a:gd name="connsiteX16" fmla="*/ 100322 w 361670"/>
                <a:gd name="connsiteY16" fmla="*/ 160238 h 361333"/>
                <a:gd name="connsiteX17" fmla="*/ 94571 w 361670"/>
                <a:gd name="connsiteY17" fmla="*/ 156408 h 361333"/>
                <a:gd name="connsiteX18" fmla="*/ 63261 w 361670"/>
                <a:gd name="connsiteY18" fmla="*/ 94483 h 361333"/>
                <a:gd name="connsiteX19" fmla="*/ 65817 w 361670"/>
                <a:gd name="connsiteY19" fmla="*/ 86184 h 361333"/>
                <a:gd name="connsiteX20" fmla="*/ 74124 w 361670"/>
                <a:gd name="connsiteY20" fmla="*/ 88737 h 361333"/>
                <a:gd name="connsiteX21" fmla="*/ 105434 w 361670"/>
                <a:gd name="connsiteY21" fmla="*/ 150662 h 361333"/>
                <a:gd name="connsiteX22" fmla="*/ 102878 w 361670"/>
                <a:gd name="connsiteY22" fmla="*/ 159600 h 361333"/>
                <a:gd name="connsiteX23" fmla="*/ 259432 w 361670"/>
                <a:gd name="connsiteY23" fmla="*/ 232377 h 361333"/>
                <a:gd name="connsiteX24" fmla="*/ 254320 w 361670"/>
                <a:gd name="connsiteY24" fmla="*/ 234931 h 361333"/>
                <a:gd name="connsiteX25" fmla="*/ 253681 w 361670"/>
                <a:gd name="connsiteY25" fmla="*/ 234931 h 361333"/>
                <a:gd name="connsiteX26" fmla="*/ 253681 w 361670"/>
                <a:gd name="connsiteY26" fmla="*/ 289194 h 361333"/>
                <a:gd name="connsiteX27" fmla="*/ 247291 w 361670"/>
                <a:gd name="connsiteY27" fmla="*/ 295578 h 361333"/>
                <a:gd name="connsiteX28" fmla="*/ 240901 w 361670"/>
                <a:gd name="connsiteY28" fmla="*/ 289194 h 361333"/>
                <a:gd name="connsiteX29" fmla="*/ 240901 w 361670"/>
                <a:gd name="connsiteY29" fmla="*/ 234931 h 361333"/>
                <a:gd name="connsiteX30" fmla="*/ 224926 w 361670"/>
                <a:gd name="connsiteY30" fmla="*/ 234931 h 361333"/>
                <a:gd name="connsiteX31" fmla="*/ 224926 w 361670"/>
                <a:gd name="connsiteY31" fmla="*/ 289194 h 361333"/>
                <a:gd name="connsiteX32" fmla="*/ 218536 w 361670"/>
                <a:gd name="connsiteY32" fmla="*/ 295578 h 361333"/>
                <a:gd name="connsiteX33" fmla="*/ 212146 w 361670"/>
                <a:gd name="connsiteY33" fmla="*/ 289194 h 361333"/>
                <a:gd name="connsiteX34" fmla="*/ 212146 w 361670"/>
                <a:gd name="connsiteY34" fmla="*/ 234931 h 361333"/>
                <a:gd name="connsiteX35" fmla="*/ 211507 w 361670"/>
                <a:gd name="connsiteY35" fmla="*/ 234931 h 361333"/>
                <a:gd name="connsiteX36" fmla="*/ 206395 w 361670"/>
                <a:gd name="connsiteY36" fmla="*/ 232377 h 361333"/>
                <a:gd name="connsiteX37" fmla="*/ 205117 w 361670"/>
                <a:gd name="connsiteY37" fmla="*/ 227270 h 361333"/>
                <a:gd name="connsiteX38" fmla="*/ 217897 w 361670"/>
                <a:gd name="connsiteY38" fmla="*/ 164707 h 361333"/>
                <a:gd name="connsiteX39" fmla="*/ 180196 w 361670"/>
                <a:gd name="connsiteY39" fmla="*/ 164707 h 361333"/>
                <a:gd name="connsiteX40" fmla="*/ 180196 w 361670"/>
                <a:gd name="connsiteY40" fmla="*/ 224078 h 361333"/>
                <a:gd name="connsiteX41" fmla="*/ 173806 w 361670"/>
                <a:gd name="connsiteY41" fmla="*/ 230462 h 361333"/>
                <a:gd name="connsiteX42" fmla="*/ 165500 w 361670"/>
                <a:gd name="connsiteY42" fmla="*/ 230462 h 361333"/>
                <a:gd name="connsiteX43" fmla="*/ 165500 w 361670"/>
                <a:gd name="connsiteY43" fmla="*/ 290471 h 361333"/>
                <a:gd name="connsiteX44" fmla="*/ 159110 w 361670"/>
                <a:gd name="connsiteY44" fmla="*/ 296855 h 361333"/>
                <a:gd name="connsiteX45" fmla="*/ 152720 w 361670"/>
                <a:gd name="connsiteY45" fmla="*/ 290471 h 361333"/>
                <a:gd name="connsiteX46" fmla="*/ 152720 w 361670"/>
                <a:gd name="connsiteY46" fmla="*/ 230462 h 361333"/>
                <a:gd name="connsiteX47" fmla="*/ 138023 w 361670"/>
                <a:gd name="connsiteY47" fmla="*/ 230462 h 361333"/>
                <a:gd name="connsiteX48" fmla="*/ 138023 w 361670"/>
                <a:gd name="connsiteY48" fmla="*/ 290471 h 361333"/>
                <a:gd name="connsiteX49" fmla="*/ 131633 w 361670"/>
                <a:gd name="connsiteY49" fmla="*/ 296855 h 361333"/>
                <a:gd name="connsiteX50" fmla="*/ 125243 w 361670"/>
                <a:gd name="connsiteY50" fmla="*/ 290471 h 361333"/>
                <a:gd name="connsiteX51" fmla="*/ 125243 w 361670"/>
                <a:gd name="connsiteY51" fmla="*/ 230462 h 361333"/>
                <a:gd name="connsiteX52" fmla="*/ 120131 w 361670"/>
                <a:gd name="connsiteY52" fmla="*/ 230462 h 361333"/>
                <a:gd name="connsiteX53" fmla="*/ 113741 w 361670"/>
                <a:gd name="connsiteY53" fmla="*/ 224078 h 361333"/>
                <a:gd name="connsiteX54" fmla="*/ 113741 w 361670"/>
                <a:gd name="connsiteY54" fmla="*/ 158323 h 361333"/>
                <a:gd name="connsiteX55" fmla="*/ 120131 w 361670"/>
                <a:gd name="connsiteY55" fmla="*/ 151939 h 361333"/>
                <a:gd name="connsiteX56" fmla="*/ 172528 w 361670"/>
                <a:gd name="connsiteY56" fmla="*/ 151939 h 361333"/>
                <a:gd name="connsiteX57" fmla="*/ 173168 w 361670"/>
                <a:gd name="connsiteY57" fmla="*/ 151939 h 361333"/>
                <a:gd name="connsiteX58" fmla="*/ 222370 w 361670"/>
                <a:gd name="connsiteY58" fmla="*/ 151939 h 361333"/>
                <a:gd name="connsiteX59" fmla="*/ 224926 w 361670"/>
                <a:gd name="connsiteY59" fmla="*/ 151300 h 361333"/>
                <a:gd name="connsiteX60" fmla="*/ 238984 w 361670"/>
                <a:gd name="connsiteY60" fmla="*/ 151300 h 361333"/>
                <a:gd name="connsiteX61" fmla="*/ 245374 w 361670"/>
                <a:gd name="connsiteY61" fmla="*/ 156408 h 361333"/>
                <a:gd name="connsiteX62" fmla="*/ 260071 w 361670"/>
                <a:gd name="connsiteY62" fmla="*/ 227270 h 361333"/>
                <a:gd name="connsiteX63" fmla="*/ 259432 w 361670"/>
                <a:gd name="connsiteY63" fmla="*/ 232377 h 361333"/>
                <a:gd name="connsiteX64" fmla="*/ 298410 w 361670"/>
                <a:gd name="connsiteY64" fmla="*/ 95121 h 361333"/>
                <a:gd name="connsiteX65" fmla="*/ 267100 w 361670"/>
                <a:gd name="connsiteY65" fmla="*/ 157046 h 361333"/>
                <a:gd name="connsiteX66" fmla="*/ 261349 w 361670"/>
                <a:gd name="connsiteY66" fmla="*/ 160876 h 361333"/>
                <a:gd name="connsiteX67" fmla="*/ 258792 w 361670"/>
                <a:gd name="connsiteY67" fmla="*/ 160238 h 361333"/>
                <a:gd name="connsiteX68" fmla="*/ 256237 w 361670"/>
                <a:gd name="connsiteY68" fmla="*/ 151939 h 361333"/>
                <a:gd name="connsiteX69" fmla="*/ 287547 w 361670"/>
                <a:gd name="connsiteY69" fmla="*/ 90014 h 361333"/>
                <a:gd name="connsiteX70" fmla="*/ 295854 w 361670"/>
                <a:gd name="connsiteY70" fmla="*/ 87461 h 361333"/>
                <a:gd name="connsiteX71" fmla="*/ 298410 w 361670"/>
                <a:gd name="connsiteY71" fmla="*/ 9512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1670" h="361333">
                  <a:moveTo>
                    <a:pt x="180836" y="0"/>
                  </a:moveTo>
                  <a:cubicBezTo>
                    <a:pt x="80513" y="0"/>
                    <a:pt x="0" y="81077"/>
                    <a:pt x="0" y="180667"/>
                  </a:cubicBezTo>
                  <a:cubicBezTo>
                    <a:pt x="0" y="280257"/>
                    <a:pt x="81152" y="361333"/>
                    <a:pt x="180836" y="361333"/>
                  </a:cubicBezTo>
                  <a:cubicBezTo>
                    <a:pt x="280518" y="361333"/>
                    <a:pt x="361671" y="280257"/>
                    <a:pt x="361671" y="180667"/>
                  </a:cubicBezTo>
                  <a:cubicBezTo>
                    <a:pt x="361671" y="81077"/>
                    <a:pt x="280518" y="0"/>
                    <a:pt x="180836" y="0"/>
                  </a:cubicBezTo>
                  <a:close/>
                  <a:moveTo>
                    <a:pt x="231316" y="101505"/>
                  </a:moveTo>
                  <a:cubicBezTo>
                    <a:pt x="242179" y="101505"/>
                    <a:pt x="251125" y="110443"/>
                    <a:pt x="251125" y="121296"/>
                  </a:cubicBezTo>
                  <a:cubicBezTo>
                    <a:pt x="251125" y="132148"/>
                    <a:pt x="242179" y="141086"/>
                    <a:pt x="231316" y="141086"/>
                  </a:cubicBezTo>
                  <a:cubicBezTo>
                    <a:pt x="220453" y="141086"/>
                    <a:pt x="211507" y="132148"/>
                    <a:pt x="211507" y="121296"/>
                  </a:cubicBezTo>
                  <a:cubicBezTo>
                    <a:pt x="211507" y="110443"/>
                    <a:pt x="220453" y="101505"/>
                    <a:pt x="231316" y="101505"/>
                  </a:cubicBezTo>
                  <a:close/>
                  <a:moveTo>
                    <a:pt x="146969" y="100867"/>
                  </a:moveTo>
                  <a:cubicBezTo>
                    <a:pt x="157832" y="100867"/>
                    <a:pt x="166778" y="109804"/>
                    <a:pt x="166778" y="120657"/>
                  </a:cubicBezTo>
                  <a:cubicBezTo>
                    <a:pt x="166778" y="131510"/>
                    <a:pt x="157832" y="140448"/>
                    <a:pt x="146969" y="140448"/>
                  </a:cubicBezTo>
                  <a:cubicBezTo>
                    <a:pt x="136106" y="140448"/>
                    <a:pt x="127160" y="131510"/>
                    <a:pt x="127160" y="120657"/>
                  </a:cubicBezTo>
                  <a:cubicBezTo>
                    <a:pt x="127160" y="109804"/>
                    <a:pt x="135467" y="100867"/>
                    <a:pt x="146969" y="100867"/>
                  </a:cubicBezTo>
                  <a:close/>
                  <a:moveTo>
                    <a:pt x="102878" y="159600"/>
                  </a:moveTo>
                  <a:cubicBezTo>
                    <a:pt x="102239" y="160238"/>
                    <a:pt x="100961" y="160238"/>
                    <a:pt x="100322" y="160238"/>
                  </a:cubicBezTo>
                  <a:cubicBezTo>
                    <a:pt x="97766" y="160238"/>
                    <a:pt x="95849" y="158961"/>
                    <a:pt x="94571" y="156408"/>
                  </a:cubicBezTo>
                  <a:lnTo>
                    <a:pt x="63261" y="94483"/>
                  </a:lnTo>
                  <a:cubicBezTo>
                    <a:pt x="61982" y="91291"/>
                    <a:pt x="63261" y="87461"/>
                    <a:pt x="65817" y="86184"/>
                  </a:cubicBezTo>
                  <a:cubicBezTo>
                    <a:pt x="69012" y="84907"/>
                    <a:pt x="72845" y="86184"/>
                    <a:pt x="74124" y="88737"/>
                  </a:cubicBezTo>
                  <a:lnTo>
                    <a:pt x="105434" y="150662"/>
                  </a:lnTo>
                  <a:cubicBezTo>
                    <a:pt x="107351" y="153854"/>
                    <a:pt x="106073" y="157684"/>
                    <a:pt x="102878" y="159600"/>
                  </a:cubicBezTo>
                  <a:close/>
                  <a:moveTo>
                    <a:pt x="259432" y="232377"/>
                  </a:moveTo>
                  <a:cubicBezTo>
                    <a:pt x="258154" y="233654"/>
                    <a:pt x="256237" y="234931"/>
                    <a:pt x="254320" y="234931"/>
                  </a:cubicBezTo>
                  <a:lnTo>
                    <a:pt x="253681" y="234931"/>
                  </a:lnTo>
                  <a:lnTo>
                    <a:pt x="253681" y="289194"/>
                  </a:lnTo>
                  <a:cubicBezTo>
                    <a:pt x="253681" y="293025"/>
                    <a:pt x="251125" y="295578"/>
                    <a:pt x="247291" y="295578"/>
                  </a:cubicBezTo>
                  <a:cubicBezTo>
                    <a:pt x="243457" y="295578"/>
                    <a:pt x="240901" y="293025"/>
                    <a:pt x="240901" y="289194"/>
                  </a:cubicBezTo>
                  <a:lnTo>
                    <a:pt x="240901" y="234931"/>
                  </a:lnTo>
                  <a:lnTo>
                    <a:pt x="224926" y="234931"/>
                  </a:lnTo>
                  <a:lnTo>
                    <a:pt x="224926" y="289194"/>
                  </a:lnTo>
                  <a:cubicBezTo>
                    <a:pt x="224926" y="293025"/>
                    <a:pt x="222370" y="295578"/>
                    <a:pt x="218536" y="295578"/>
                  </a:cubicBezTo>
                  <a:cubicBezTo>
                    <a:pt x="214702" y="295578"/>
                    <a:pt x="212146" y="293025"/>
                    <a:pt x="212146" y="289194"/>
                  </a:cubicBezTo>
                  <a:lnTo>
                    <a:pt x="212146" y="234931"/>
                  </a:lnTo>
                  <a:lnTo>
                    <a:pt x="211507" y="234931"/>
                  </a:lnTo>
                  <a:cubicBezTo>
                    <a:pt x="209590" y="234931"/>
                    <a:pt x="207673" y="234292"/>
                    <a:pt x="206395" y="232377"/>
                  </a:cubicBezTo>
                  <a:cubicBezTo>
                    <a:pt x="205117" y="230462"/>
                    <a:pt x="204478" y="229185"/>
                    <a:pt x="205117" y="227270"/>
                  </a:cubicBezTo>
                  <a:lnTo>
                    <a:pt x="217897" y="164707"/>
                  </a:lnTo>
                  <a:lnTo>
                    <a:pt x="180196" y="164707"/>
                  </a:lnTo>
                  <a:lnTo>
                    <a:pt x="180196" y="224078"/>
                  </a:lnTo>
                  <a:cubicBezTo>
                    <a:pt x="180196" y="227908"/>
                    <a:pt x="177641" y="230462"/>
                    <a:pt x="173806" y="230462"/>
                  </a:cubicBezTo>
                  <a:lnTo>
                    <a:pt x="165500" y="230462"/>
                  </a:lnTo>
                  <a:lnTo>
                    <a:pt x="165500" y="290471"/>
                  </a:lnTo>
                  <a:cubicBezTo>
                    <a:pt x="165500" y="294302"/>
                    <a:pt x="162943" y="296855"/>
                    <a:pt x="159110" y="296855"/>
                  </a:cubicBezTo>
                  <a:cubicBezTo>
                    <a:pt x="155276" y="296855"/>
                    <a:pt x="152720" y="294302"/>
                    <a:pt x="152720" y="290471"/>
                  </a:cubicBezTo>
                  <a:lnTo>
                    <a:pt x="152720" y="230462"/>
                  </a:lnTo>
                  <a:lnTo>
                    <a:pt x="138023" y="230462"/>
                  </a:lnTo>
                  <a:lnTo>
                    <a:pt x="138023" y="290471"/>
                  </a:lnTo>
                  <a:cubicBezTo>
                    <a:pt x="138023" y="294302"/>
                    <a:pt x="135467" y="296855"/>
                    <a:pt x="131633" y="296855"/>
                  </a:cubicBezTo>
                  <a:cubicBezTo>
                    <a:pt x="127799" y="296855"/>
                    <a:pt x="125243" y="294302"/>
                    <a:pt x="125243" y="290471"/>
                  </a:cubicBezTo>
                  <a:lnTo>
                    <a:pt x="125243" y="230462"/>
                  </a:lnTo>
                  <a:lnTo>
                    <a:pt x="120131" y="230462"/>
                  </a:lnTo>
                  <a:cubicBezTo>
                    <a:pt x="116297" y="230462"/>
                    <a:pt x="113741" y="227908"/>
                    <a:pt x="113741" y="224078"/>
                  </a:cubicBezTo>
                  <a:lnTo>
                    <a:pt x="113741" y="158323"/>
                  </a:lnTo>
                  <a:cubicBezTo>
                    <a:pt x="113741" y="154492"/>
                    <a:pt x="116297" y="151939"/>
                    <a:pt x="120131" y="151939"/>
                  </a:cubicBezTo>
                  <a:lnTo>
                    <a:pt x="172528" y="151939"/>
                  </a:lnTo>
                  <a:cubicBezTo>
                    <a:pt x="172528" y="151939"/>
                    <a:pt x="172528" y="151939"/>
                    <a:pt x="173168" y="151939"/>
                  </a:cubicBezTo>
                  <a:lnTo>
                    <a:pt x="222370" y="151939"/>
                  </a:lnTo>
                  <a:cubicBezTo>
                    <a:pt x="223009" y="151300"/>
                    <a:pt x="224287" y="151300"/>
                    <a:pt x="224926" y="151300"/>
                  </a:cubicBezTo>
                  <a:lnTo>
                    <a:pt x="238984" y="151300"/>
                  </a:lnTo>
                  <a:cubicBezTo>
                    <a:pt x="242179" y="151300"/>
                    <a:pt x="244735" y="153216"/>
                    <a:pt x="245374" y="156408"/>
                  </a:cubicBezTo>
                  <a:lnTo>
                    <a:pt x="260071" y="227270"/>
                  </a:lnTo>
                  <a:cubicBezTo>
                    <a:pt x="260710" y="229185"/>
                    <a:pt x="260710" y="231100"/>
                    <a:pt x="259432" y="232377"/>
                  </a:cubicBezTo>
                  <a:close/>
                  <a:moveTo>
                    <a:pt x="298410" y="95121"/>
                  </a:moveTo>
                  <a:lnTo>
                    <a:pt x="267100" y="157046"/>
                  </a:lnTo>
                  <a:cubicBezTo>
                    <a:pt x="265822" y="159600"/>
                    <a:pt x="263905" y="160876"/>
                    <a:pt x="261349" y="160876"/>
                  </a:cubicBezTo>
                  <a:cubicBezTo>
                    <a:pt x="260710" y="160876"/>
                    <a:pt x="259432" y="160876"/>
                    <a:pt x="258792" y="160238"/>
                  </a:cubicBezTo>
                  <a:cubicBezTo>
                    <a:pt x="255597" y="158961"/>
                    <a:pt x="254320" y="155131"/>
                    <a:pt x="256237" y="151939"/>
                  </a:cubicBezTo>
                  <a:lnTo>
                    <a:pt x="287547" y="90014"/>
                  </a:lnTo>
                  <a:cubicBezTo>
                    <a:pt x="288825" y="86822"/>
                    <a:pt x="292659" y="85545"/>
                    <a:pt x="295854" y="87461"/>
                  </a:cubicBezTo>
                  <a:cubicBezTo>
                    <a:pt x="298410" y="88099"/>
                    <a:pt x="299688" y="91929"/>
                    <a:pt x="298410" y="95121"/>
                  </a:cubicBezTo>
                  <a:close/>
                </a:path>
              </a:pathLst>
            </a:custGeom>
            <a:solidFill>
              <a:srgbClr val="007CB0"/>
            </a:solidFill>
            <a:ln w="6390" cap="flat">
              <a:noFill/>
              <a:prstDash val="solid"/>
              <a:miter/>
            </a:ln>
          </p:spPr>
          <p:txBody>
            <a:bodyPr rtlCol="0" anchor="ctr"/>
            <a:lstStyle/>
            <a:p>
              <a:endParaRPr lang="en-US"/>
            </a:p>
          </p:txBody>
        </p:sp>
      </p:grpSp>
      <p:grpSp>
        <p:nvGrpSpPr>
          <p:cNvPr id="905" name="Graphic 4">
            <a:extLst>
              <a:ext uri="{FF2B5EF4-FFF2-40B4-BE49-F238E27FC236}">
                <a16:creationId xmlns:a16="http://schemas.microsoft.com/office/drawing/2014/main" id="{29D3D59E-FBDD-0E4B-B0E1-981B17EFEF88}"/>
              </a:ext>
            </a:extLst>
          </p:cNvPr>
          <p:cNvGrpSpPr/>
          <p:nvPr/>
        </p:nvGrpSpPr>
        <p:grpSpPr>
          <a:xfrm>
            <a:off x="5099808" y="1893013"/>
            <a:ext cx="361670" cy="361333"/>
            <a:chOff x="5099808" y="1893013"/>
            <a:chExt cx="361670" cy="361333"/>
          </a:xfrm>
          <a:solidFill>
            <a:srgbClr val="007CB0"/>
          </a:solidFill>
        </p:grpSpPr>
        <p:sp>
          <p:nvSpPr>
            <p:cNvPr id="906" name="Graphic 4">
              <a:extLst>
                <a:ext uri="{FF2B5EF4-FFF2-40B4-BE49-F238E27FC236}">
                  <a16:creationId xmlns:a16="http://schemas.microsoft.com/office/drawing/2014/main" id="{87A9C7B5-0D61-AF43-9595-2BED7252DD68}"/>
                </a:ext>
              </a:extLst>
            </p:cNvPr>
            <p:cNvSpPr/>
            <p:nvPr/>
          </p:nvSpPr>
          <p:spPr>
            <a:xfrm>
              <a:off x="5313232" y="2059635"/>
              <a:ext cx="27476" cy="57455"/>
            </a:xfrm>
            <a:custGeom>
              <a:avLst/>
              <a:gdLst>
                <a:gd name="connsiteX0" fmla="*/ 12141 w 27476"/>
                <a:gd name="connsiteY0" fmla="*/ 0 h 57455"/>
                <a:gd name="connsiteX1" fmla="*/ 0 w 27476"/>
                <a:gd name="connsiteY1" fmla="*/ 57456 h 57455"/>
                <a:gd name="connsiteX2" fmla="*/ 27477 w 27476"/>
                <a:gd name="connsiteY2" fmla="*/ 57456 h 57455"/>
                <a:gd name="connsiteX3" fmla="*/ 15336 w 27476"/>
                <a:gd name="connsiteY3" fmla="*/ 0 h 57455"/>
              </a:gdLst>
              <a:ahLst/>
              <a:cxnLst>
                <a:cxn ang="0">
                  <a:pos x="connsiteX0" y="connsiteY0"/>
                </a:cxn>
                <a:cxn ang="0">
                  <a:pos x="connsiteX1" y="connsiteY1"/>
                </a:cxn>
                <a:cxn ang="0">
                  <a:pos x="connsiteX2" y="connsiteY2"/>
                </a:cxn>
                <a:cxn ang="0">
                  <a:pos x="connsiteX3" y="connsiteY3"/>
                </a:cxn>
              </a:cxnLst>
              <a:rect l="l" t="t" r="r" b="b"/>
              <a:pathLst>
                <a:path w="27476" h="57455">
                  <a:moveTo>
                    <a:pt x="12141" y="0"/>
                  </a:moveTo>
                  <a:lnTo>
                    <a:pt x="0" y="57456"/>
                  </a:lnTo>
                  <a:lnTo>
                    <a:pt x="27477" y="57456"/>
                  </a:lnTo>
                  <a:lnTo>
                    <a:pt x="15336" y="0"/>
                  </a:lnTo>
                  <a:close/>
                </a:path>
              </a:pathLst>
            </a:custGeom>
            <a:solidFill>
              <a:srgbClr val="007CB0"/>
            </a:solidFill>
            <a:ln w="6390" cap="flat">
              <a:noFill/>
              <a:prstDash val="solid"/>
              <a:miter/>
            </a:ln>
          </p:spPr>
          <p:txBody>
            <a:bodyPr rtlCol="0" anchor="ctr"/>
            <a:lstStyle/>
            <a:p>
              <a:endParaRPr lang="en-US"/>
            </a:p>
          </p:txBody>
        </p:sp>
        <p:sp>
          <p:nvSpPr>
            <p:cNvPr id="907" name="Graphic 4">
              <a:extLst>
                <a:ext uri="{FF2B5EF4-FFF2-40B4-BE49-F238E27FC236}">
                  <a16:creationId xmlns:a16="http://schemas.microsoft.com/office/drawing/2014/main" id="{A5A5B449-8F60-8C44-8D82-B4FBD0D6FAD3}"/>
                </a:ext>
              </a:extLst>
            </p:cNvPr>
            <p:cNvSpPr/>
            <p:nvPr/>
          </p:nvSpPr>
          <p:spPr>
            <a:xfrm>
              <a:off x="5233997" y="2009201"/>
              <a:ext cx="14057" cy="14044"/>
            </a:xfrm>
            <a:custGeom>
              <a:avLst/>
              <a:gdLst>
                <a:gd name="connsiteX0" fmla="*/ 7029 w 14057"/>
                <a:gd name="connsiteY0" fmla="*/ 14045 h 14044"/>
                <a:gd name="connsiteX1" fmla="*/ 14058 w 14057"/>
                <a:gd name="connsiteY1" fmla="*/ 7022 h 14044"/>
                <a:gd name="connsiteX2" fmla="*/ 7029 w 14057"/>
                <a:gd name="connsiteY2" fmla="*/ 0 h 14044"/>
                <a:gd name="connsiteX3" fmla="*/ 0 w 14057"/>
                <a:gd name="connsiteY3" fmla="*/ 7022 h 14044"/>
                <a:gd name="connsiteX4" fmla="*/ 7029 w 14057"/>
                <a:gd name="connsiteY4" fmla="*/ 14045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14045"/>
                  </a:moveTo>
                  <a:cubicBezTo>
                    <a:pt x="10863" y="14045"/>
                    <a:pt x="14058" y="10853"/>
                    <a:pt x="14058" y="7022"/>
                  </a:cubicBezTo>
                  <a:cubicBezTo>
                    <a:pt x="14058" y="3192"/>
                    <a:pt x="10863" y="0"/>
                    <a:pt x="7029" y="0"/>
                  </a:cubicBezTo>
                  <a:cubicBezTo>
                    <a:pt x="3195" y="0"/>
                    <a:pt x="0" y="3192"/>
                    <a:pt x="0" y="7022"/>
                  </a:cubicBezTo>
                  <a:cubicBezTo>
                    <a:pt x="0" y="10853"/>
                    <a:pt x="3195" y="14045"/>
                    <a:pt x="7029" y="14045"/>
                  </a:cubicBezTo>
                  <a:close/>
                </a:path>
              </a:pathLst>
            </a:custGeom>
            <a:solidFill>
              <a:srgbClr val="007CB0"/>
            </a:solidFill>
            <a:ln w="6390" cap="flat">
              <a:noFill/>
              <a:prstDash val="solid"/>
              <a:miter/>
            </a:ln>
          </p:spPr>
          <p:txBody>
            <a:bodyPr rtlCol="0" anchor="ctr"/>
            <a:lstStyle/>
            <a:p>
              <a:endParaRPr lang="en-US"/>
            </a:p>
          </p:txBody>
        </p:sp>
        <p:sp>
          <p:nvSpPr>
            <p:cNvPr id="908" name="Graphic 4">
              <a:extLst>
                <a:ext uri="{FF2B5EF4-FFF2-40B4-BE49-F238E27FC236}">
                  <a16:creationId xmlns:a16="http://schemas.microsoft.com/office/drawing/2014/main" id="{C50B12F3-0715-8440-B543-D1362F1080F5}"/>
                </a:ext>
              </a:extLst>
            </p:cNvPr>
            <p:cNvSpPr/>
            <p:nvPr/>
          </p:nvSpPr>
          <p:spPr>
            <a:xfrm>
              <a:off x="5228246" y="2059635"/>
              <a:ext cx="27476" cy="57455"/>
            </a:xfrm>
            <a:custGeom>
              <a:avLst/>
              <a:gdLst>
                <a:gd name="connsiteX0" fmla="*/ 15975 w 27476"/>
                <a:gd name="connsiteY0" fmla="*/ 0 h 57455"/>
                <a:gd name="connsiteX1" fmla="*/ 12141 w 27476"/>
                <a:gd name="connsiteY1" fmla="*/ 0 h 57455"/>
                <a:gd name="connsiteX2" fmla="*/ 0 w 27476"/>
                <a:gd name="connsiteY2" fmla="*/ 57456 h 57455"/>
                <a:gd name="connsiteX3" fmla="*/ 27477 w 27476"/>
                <a:gd name="connsiteY3" fmla="*/ 57456 h 57455"/>
              </a:gdLst>
              <a:ahLst/>
              <a:cxnLst>
                <a:cxn ang="0">
                  <a:pos x="connsiteX0" y="connsiteY0"/>
                </a:cxn>
                <a:cxn ang="0">
                  <a:pos x="connsiteX1" y="connsiteY1"/>
                </a:cxn>
                <a:cxn ang="0">
                  <a:pos x="connsiteX2" y="connsiteY2"/>
                </a:cxn>
                <a:cxn ang="0">
                  <a:pos x="connsiteX3" y="connsiteY3"/>
                </a:cxn>
              </a:cxnLst>
              <a:rect l="l" t="t" r="r" b="b"/>
              <a:pathLst>
                <a:path w="27476" h="57455">
                  <a:moveTo>
                    <a:pt x="15975" y="0"/>
                  </a:moveTo>
                  <a:lnTo>
                    <a:pt x="12141" y="0"/>
                  </a:lnTo>
                  <a:lnTo>
                    <a:pt x="0" y="57456"/>
                  </a:lnTo>
                  <a:lnTo>
                    <a:pt x="27477" y="57456"/>
                  </a:lnTo>
                  <a:close/>
                </a:path>
              </a:pathLst>
            </a:custGeom>
            <a:solidFill>
              <a:srgbClr val="007CB0"/>
            </a:solidFill>
            <a:ln w="6390" cap="flat">
              <a:noFill/>
              <a:prstDash val="solid"/>
              <a:miter/>
            </a:ln>
          </p:spPr>
          <p:txBody>
            <a:bodyPr rtlCol="0" anchor="ctr"/>
            <a:lstStyle/>
            <a:p>
              <a:endParaRPr lang="en-US"/>
            </a:p>
          </p:txBody>
        </p:sp>
        <p:sp>
          <p:nvSpPr>
            <p:cNvPr id="909" name="Graphic 4">
              <a:extLst>
                <a:ext uri="{FF2B5EF4-FFF2-40B4-BE49-F238E27FC236}">
                  <a16:creationId xmlns:a16="http://schemas.microsoft.com/office/drawing/2014/main" id="{4FEA8E6B-0B3C-8F4C-B17A-FE7869A80EB4}"/>
                </a:ext>
              </a:extLst>
            </p:cNvPr>
            <p:cNvSpPr/>
            <p:nvPr/>
          </p:nvSpPr>
          <p:spPr>
            <a:xfrm>
              <a:off x="5099808" y="189301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226204 w 361670"/>
                <a:gd name="connsiteY5" fmla="*/ 103421 h 361333"/>
                <a:gd name="connsiteX6" fmla="*/ 246013 w 361670"/>
                <a:gd name="connsiteY6" fmla="*/ 123211 h 361333"/>
                <a:gd name="connsiteX7" fmla="*/ 226204 w 361670"/>
                <a:gd name="connsiteY7" fmla="*/ 143001 h 361333"/>
                <a:gd name="connsiteX8" fmla="*/ 206395 w 361670"/>
                <a:gd name="connsiteY8" fmla="*/ 123211 h 361333"/>
                <a:gd name="connsiteX9" fmla="*/ 226204 w 361670"/>
                <a:gd name="connsiteY9" fmla="*/ 103421 h 361333"/>
                <a:gd name="connsiteX10" fmla="*/ 141218 w 361670"/>
                <a:gd name="connsiteY10" fmla="*/ 103421 h 361333"/>
                <a:gd name="connsiteX11" fmla="*/ 161027 w 361670"/>
                <a:gd name="connsiteY11" fmla="*/ 123211 h 361333"/>
                <a:gd name="connsiteX12" fmla="*/ 141218 w 361670"/>
                <a:gd name="connsiteY12" fmla="*/ 143001 h 361333"/>
                <a:gd name="connsiteX13" fmla="*/ 121409 w 361670"/>
                <a:gd name="connsiteY13" fmla="*/ 123211 h 361333"/>
                <a:gd name="connsiteX14" fmla="*/ 141218 w 361670"/>
                <a:gd name="connsiteY14" fmla="*/ 103421 h 361333"/>
                <a:gd name="connsiteX15" fmla="*/ 107351 w 361670"/>
                <a:gd name="connsiteY15" fmla="*/ 158961 h 361333"/>
                <a:gd name="connsiteX16" fmla="*/ 76040 w 361670"/>
                <a:gd name="connsiteY16" fmla="*/ 97037 h 361333"/>
                <a:gd name="connsiteX17" fmla="*/ 78597 w 361670"/>
                <a:gd name="connsiteY17" fmla="*/ 88737 h 361333"/>
                <a:gd name="connsiteX18" fmla="*/ 86903 w 361670"/>
                <a:gd name="connsiteY18" fmla="*/ 91291 h 361333"/>
                <a:gd name="connsiteX19" fmla="*/ 118214 w 361670"/>
                <a:gd name="connsiteY19" fmla="*/ 153216 h 361333"/>
                <a:gd name="connsiteX20" fmla="*/ 115658 w 361670"/>
                <a:gd name="connsiteY20" fmla="*/ 161515 h 361333"/>
                <a:gd name="connsiteX21" fmla="*/ 113102 w 361670"/>
                <a:gd name="connsiteY21" fmla="*/ 162153 h 361333"/>
                <a:gd name="connsiteX22" fmla="*/ 107351 w 361670"/>
                <a:gd name="connsiteY22" fmla="*/ 158961 h 361333"/>
                <a:gd name="connsiteX23" fmla="*/ 253681 w 361670"/>
                <a:gd name="connsiteY23" fmla="*/ 234931 h 361333"/>
                <a:gd name="connsiteX24" fmla="*/ 248569 w 361670"/>
                <a:gd name="connsiteY24" fmla="*/ 237484 h 361333"/>
                <a:gd name="connsiteX25" fmla="*/ 247930 w 361670"/>
                <a:gd name="connsiteY25" fmla="*/ 237484 h 361333"/>
                <a:gd name="connsiteX26" fmla="*/ 247930 w 361670"/>
                <a:gd name="connsiteY26" fmla="*/ 291748 h 361333"/>
                <a:gd name="connsiteX27" fmla="*/ 241540 w 361670"/>
                <a:gd name="connsiteY27" fmla="*/ 298132 h 361333"/>
                <a:gd name="connsiteX28" fmla="*/ 235150 w 361670"/>
                <a:gd name="connsiteY28" fmla="*/ 291748 h 361333"/>
                <a:gd name="connsiteX29" fmla="*/ 235150 w 361670"/>
                <a:gd name="connsiteY29" fmla="*/ 236846 h 361333"/>
                <a:gd name="connsiteX30" fmla="*/ 219175 w 361670"/>
                <a:gd name="connsiteY30" fmla="*/ 236846 h 361333"/>
                <a:gd name="connsiteX31" fmla="*/ 219175 w 361670"/>
                <a:gd name="connsiteY31" fmla="*/ 291110 h 361333"/>
                <a:gd name="connsiteX32" fmla="*/ 212785 w 361670"/>
                <a:gd name="connsiteY32" fmla="*/ 297494 h 361333"/>
                <a:gd name="connsiteX33" fmla="*/ 206395 w 361670"/>
                <a:gd name="connsiteY33" fmla="*/ 291110 h 361333"/>
                <a:gd name="connsiteX34" fmla="*/ 206395 w 361670"/>
                <a:gd name="connsiteY34" fmla="*/ 236846 h 361333"/>
                <a:gd name="connsiteX35" fmla="*/ 205756 w 361670"/>
                <a:gd name="connsiteY35" fmla="*/ 236846 h 361333"/>
                <a:gd name="connsiteX36" fmla="*/ 200644 w 361670"/>
                <a:gd name="connsiteY36" fmla="*/ 234292 h 361333"/>
                <a:gd name="connsiteX37" fmla="*/ 199366 w 361670"/>
                <a:gd name="connsiteY37" fmla="*/ 229185 h 361333"/>
                <a:gd name="connsiteX38" fmla="*/ 212146 w 361670"/>
                <a:gd name="connsiteY38" fmla="*/ 166622 h 361333"/>
                <a:gd name="connsiteX39" fmla="*/ 157193 w 361670"/>
                <a:gd name="connsiteY39" fmla="*/ 166622 h 361333"/>
                <a:gd name="connsiteX40" fmla="*/ 169973 w 361670"/>
                <a:gd name="connsiteY40" fmla="*/ 229185 h 361333"/>
                <a:gd name="connsiteX41" fmla="*/ 168695 w 361670"/>
                <a:gd name="connsiteY41" fmla="*/ 234292 h 361333"/>
                <a:gd name="connsiteX42" fmla="*/ 163583 w 361670"/>
                <a:gd name="connsiteY42" fmla="*/ 236846 h 361333"/>
                <a:gd name="connsiteX43" fmla="*/ 162943 w 361670"/>
                <a:gd name="connsiteY43" fmla="*/ 236846 h 361333"/>
                <a:gd name="connsiteX44" fmla="*/ 162943 w 361670"/>
                <a:gd name="connsiteY44" fmla="*/ 291110 h 361333"/>
                <a:gd name="connsiteX45" fmla="*/ 156553 w 361670"/>
                <a:gd name="connsiteY45" fmla="*/ 297494 h 361333"/>
                <a:gd name="connsiteX46" fmla="*/ 150164 w 361670"/>
                <a:gd name="connsiteY46" fmla="*/ 291110 h 361333"/>
                <a:gd name="connsiteX47" fmla="*/ 150164 w 361670"/>
                <a:gd name="connsiteY47" fmla="*/ 236846 h 361333"/>
                <a:gd name="connsiteX48" fmla="*/ 134189 w 361670"/>
                <a:gd name="connsiteY48" fmla="*/ 236846 h 361333"/>
                <a:gd name="connsiteX49" fmla="*/ 134189 w 361670"/>
                <a:gd name="connsiteY49" fmla="*/ 291110 h 361333"/>
                <a:gd name="connsiteX50" fmla="*/ 127799 w 361670"/>
                <a:gd name="connsiteY50" fmla="*/ 297494 h 361333"/>
                <a:gd name="connsiteX51" fmla="*/ 121409 w 361670"/>
                <a:gd name="connsiteY51" fmla="*/ 291110 h 361333"/>
                <a:gd name="connsiteX52" fmla="*/ 121409 w 361670"/>
                <a:gd name="connsiteY52" fmla="*/ 236846 h 361333"/>
                <a:gd name="connsiteX53" fmla="*/ 120770 w 361670"/>
                <a:gd name="connsiteY53" fmla="*/ 236846 h 361333"/>
                <a:gd name="connsiteX54" fmla="*/ 115658 w 361670"/>
                <a:gd name="connsiteY54" fmla="*/ 234292 h 361333"/>
                <a:gd name="connsiteX55" fmla="*/ 114380 w 361670"/>
                <a:gd name="connsiteY55" fmla="*/ 229185 h 361333"/>
                <a:gd name="connsiteX56" fmla="*/ 129077 w 361670"/>
                <a:gd name="connsiteY56" fmla="*/ 158323 h 361333"/>
                <a:gd name="connsiteX57" fmla="*/ 135467 w 361670"/>
                <a:gd name="connsiteY57" fmla="*/ 153216 h 361333"/>
                <a:gd name="connsiteX58" fmla="*/ 149525 w 361670"/>
                <a:gd name="connsiteY58" fmla="*/ 153216 h 361333"/>
                <a:gd name="connsiteX59" fmla="*/ 152081 w 361670"/>
                <a:gd name="connsiteY59" fmla="*/ 153854 h 361333"/>
                <a:gd name="connsiteX60" fmla="*/ 217258 w 361670"/>
                <a:gd name="connsiteY60" fmla="*/ 153854 h 361333"/>
                <a:gd name="connsiteX61" fmla="*/ 219814 w 361670"/>
                <a:gd name="connsiteY61" fmla="*/ 153216 h 361333"/>
                <a:gd name="connsiteX62" fmla="*/ 233872 w 361670"/>
                <a:gd name="connsiteY62" fmla="*/ 153216 h 361333"/>
                <a:gd name="connsiteX63" fmla="*/ 240262 w 361670"/>
                <a:gd name="connsiteY63" fmla="*/ 158323 h 361333"/>
                <a:gd name="connsiteX64" fmla="*/ 254959 w 361670"/>
                <a:gd name="connsiteY64" fmla="*/ 229185 h 361333"/>
                <a:gd name="connsiteX65" fmla="*/ 253681 w 361670"/>
                <a:gd name="connsiteY65" fmla="*/ 234931 h 361333"/>
                <a:gd name="connsiteX66" fmla="*/ 292659 w 361670"/>
                <a:gd name="connsiteY66" fmla="*/ 97037 h 361333"/>
                <a:gd name="connsiteX67" fmla="*/ 261349 w 361670"/>
                <a:gd name="connsiteY67" fmla="*/ 158961 h 361333"/>
                <a:gd name="connsiteX68" fmla="*/ 255597 w 361670"/>
                <a:gd name="connsiteY68" fmla="*/ 162792 h 361333"/>
                <a:gd name="connsiteX69" fmla="*/ 253042 w 361670"/>
                <a:gd name="connsiteY69" fmla="*/ 162153 h 361333"/>
                <a:gd name="connsiteX70" fmla="*/ 250486 w 361670"/>
                <a:gd name="connsiteY70" fmla="*/ 153854 h 361333"/>
                <a:gd name="connsiteX71" fmla="*/ 281796 w 361670"/>
                <a:gd name="connsiteY71" fmla="*/ 91929 h 361333"/>
                <a:gd name="connsiteX72" fmla="*/ 290103 w 361670"/>
                <a:gd name="connsiteY72" fmla="*/ 89376 h 361333"/>
                <a:gd name="connsiteX73" fmla="*/ 292659 w 361670"/>
                <a:gd name="connsiteY73" fmla="*/ 9703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61670" h="361333">
                  <a:moveTo>
                    <a:pt x="180836" y="0"/>
                  </a:moveTo>
                  <a:cubicBezTo>
                    <a:pt x="80513" y="0"/>
                    <a:pt x="0" y="81077"/>
                    <a:pt x="0" y="180667"/>
                  </a:cubicBezTo>
                  <a:cubicBezTo>
                    <a:pt x="0" y="280257"/>
                    <a:pt x="81152" y="361333"/>
                    <a:pt x="180836" y="361333"/>
                  </a:cubicBezTo>
                  <a:cubicBezTo>
                    <a:pt x="281157" y="361333"/>
                    <a:pt x="361671" y="280257"/>
                    <a:pt x="361671" y="180667"/>
                  </a:cubicBezTo>
                  <a:cubicBezTo>
                    <a:pt x="361671" y="81077"/>
                    <a:pt x="280518" y="0"/>
                    <a:pt x="180836" y="0"/>
                  </a:cubicBezTo>
                  <a:close/>
                  <a:moveTo>
                    <a:pt x="226204" y="103421"/>
                  </a:moveTo>
                  <a:cubicBezTo>
                    <a:pt x="237067" y="103421"/>
                    <a:pt x="246013" y="112358"/>
                    <a:pt x="246013" y="123211"/>
                  </a:cubicBezTo>
                  <a:cubicBezTo>
                    <a:pt x="246013" y="134064"/>
                    <a:pt x="237067" y="143001"/>
                    <a:pt x="226204" y="143001"/>
                  </a:cubicBezTo>
                  <a:cubicBezTo>
                    <a:pt x="215341" y="143001"/>
                    <a:pt x="206395" y="134064"/>
                    <a:pt x="206395" y="123211"/>
                  </a:cubicBezTo>
                  <a:cubicBezTo>
                    <a:pt x="206395" y="112358"/>
                    <a:pt x="215341" y="103421"/>
                    <a:pt x="226204" y="103421"/>
                  </a:cubicBezTo>
                  <a:close/>
                  <a:moveTo>
                    <a:pt x="141218" y="103421"/>
                  </a:moveTo>
                  <a:cubicBezTo>
                    <a:pt x="152081" y="103421"/>
                    <a:pt x="161027" y="112358"/>
                    <a:pt x="161027" y="123211"/>
                  </a:cubicBezTo>
                  <a:cubicBezTo>
                    <a:pt x="161027" y="134064"/>
                    <a:pt x="152081" y="143001"/>
                    <a:pt x="141218" y="143001"/>
                  </a:cubicBezTo>
                  <a:cubicBezTo>
                    <a:pt x="130355" y="143001"/>
                    <a:pt x="121409" y="134064"/>
                    <a:pt x="121409" y="123211"/>
                  </a:cubicBezTo>
                  <a:cubicBezTo>
                    <a:pt x="121409" y="112358"/>
                    <a:pt x="130355" y="103421"/>
                    <a:pt x="141218" y="103421"/>
                  </a:cubicBezTo>
                  <a:close/>
                  <a:moveTo>
                    <a:pt x="107351" y="158961"/>
                  </a:moveTo>
                  <a:lnTo>
                    <a:pt x="76040" y="97037"/>
                  </a:lnTo>
                  <a:cubicBezTo>
                    <a:pt x="74762" y="93845"/>
                    <a:pt x="76040" y="90014"/>
                    <a:pt x="78597" y="88737"/>
                  </a:cubicBezTo>
                  <a:cubicBezTo>
                    <a:pt x="81792" y="87461"/>
                    <a:pt x="85625" y="88737"/>
                    <a:pt x="86903" y="91291"/>
                  </a:cubicBezTo>
                  <a:lnTo>
                    <a:pt x="118214" y="153216"/>
                  </a:lnTo>
                  <a:cubicBezTo>
                    <a:pt x="119492" y="156408"/>
                    <a:pt x="118214" y="160238"/>
                    <a:pt x="115658" y="161515"/>
                  </a:cubicBezTo>
                  <a:cubicBezTo>
                    <a:pt x="115019" y="162153"/>
                    <a:pt x="113741" y="162153"/>
                    <a:pt x="113102" y="162153"/>
                  </a:cubicBezTo>
                  <a:cubicBezTo>
                    <a:pt x="110546" y="162153"/>
                    <a:pt x="108629" y="160876"/>
                    <a:pt x="107351" y="158961"/>
                  </a:cubicBezTo>
                  <a:close/>
                  <a:moveTo>
                    <a:pt x="253681" y="234931"/>
                  </a:moveTo>
                  <a:cubicBezTo>
                    <a:pt x="252403" y="236207"/>
                    <a:pt x="250486" y="237484"/>
                    <a:pt x="248569" y="237484"/>
                  </a:cubicBezTo>
                  <a:lnTo>
                    <a:pt x="247930" y="237484"/>
                  </a:lnTo>
                  <a:lnTo>
                    <a:pt x="247930" y="291748"/>
                  </a:lnTo>
                  <a:cubicBezTo>
                    <a:pt x="247930" y="295579"/>
                    <a:pt x="245374" y="298132"/>
                    <a:pt x="241540" y="298132"/>
                  </a:cubicBezTo>
                  <a:cubicBezTo>
                    <a:pt x="237706" y="298132"/>
                    <a:pt x="235150" y="295579"/>
                    <a:pt x="235150" y="291748"/>
                  </a:cubicBezTo>
                  <a:lnTo>
                    <a:pt x="235150" y="236846"/>
                  </a:lnTo>
                  <a:lnTo>
                    <a:pt x="219175" y="236846"/>
                  </a:lnTo>
                  <a:lnTo>
                    <a:pt x="219175" y="291110"/>
                  </a:lnTo>
                  <a:cubicBezTo>
                    <a:pt x="219175" y="294940"/>
                    <a:pt x="216619" y="297494"/>
                    <a:pt x="212785" y="297494"/>
                  </a:cubicBezTo>
                  <a:cubicBezTo>
                    <a:pt x="208951" y="297494"/>
                    <a:pt x="206395" y="294940"/>
                    <a:pt x="206395" y="291110"/>
                  </a:cubicBezTo>
                  <a:lnTo>
                    <a:pt x="206395" y="236846"/>
                  </a:lnTo>
                  <a:lnTo>
                    <a:pt x="205756" y="236846"/>
                  </a:lnTo>
                  <a:cubicBezTo>
                    <a:pt x="203839" y="236846"/>
                    <a:pt x="201922" y="236207"/>
                    <a:pt x="200644" y="234292"/>
                  </a:cubicBezTo>
                  <a:cubicBezTo>
                    <a:pt x="199366" y="232377"/>
                    <a:pt x="198727" y="231100"/>
                    <a:pt x="199366" y="229185"/>
                  </a:cubicBezTo>
                  <a:lnTo>
                    <a:pt x="212146" y="166622"/>
                  </a:lnTo>
                  <a:lnTo>
                    <a:pt x="157193" y="166622"/>
                  </a:lnTo>
                  <a:lnTo>
                    <a:pt x="169973" y="229185"/>
                  </a:lnTo>
                  <a:cubicBezTo>
                    <a:pt x="170611" y="231100"/>
                    <a:pt x="169973" y="233015"/>
                    <a:pt x="168695" y="234292"/>
                  </a:cubicBezTo>
                  <a:cubicBezTo>
                    <a:pt x="167416" y="235569"/>
                    <a:pt x="165500" y="236846"/>
                    <a:pt x="163583" y="236846"/>
                  </a:cubicBezTo>
                  <a:lnTo>
                    <a:pt x="162943" y="236846"/>
                  </a:lnTo>
                  <a:lnTo>
                    <a:pt x="162943" y="291110"/>
                  </a:lnTo>
                  <a:cubicBezTo>
                    <a:pt x="162943" y="294940"/>
                    <a:pt x="160388" y="297494"/>
                    <a:pt x="156553" y="297494"/>
                  </a:cubicBezTo>
                  <a:cubicBezTo>
                    <a:pt x="152720" y="297494"/>
                    <a:pt x="150164" y="294940"/>
                    <a:pt x="150164" y="291110"/>
                  </a:cubicBezTo>
                  <a:lnTo>
                    <a:pt x="150164" y="236846"/>
                  </a:lnTo>
                  <a:lnTo>
                    <a:pt x="134189" y="236846"/>
                  </a:lnTo>
                  <a:lnTo>
                    <a:pt x="134189" y="291110"/>
                  </a:lnTo>
                  <a:cubicBezTo>
                    <a:pt x="134189" y="294940"/>
                    <a:pt x="131633" y="297494"/>
                    <a:pt x="127799" y="297494"/>
                  </a:cubicBezTo>
                  <a:cubicBezTo>
                    <a:pt x="123965" y="297494"/>
                    <a:pt x="121409" y="294940"/>
                    <a:pt x="121409" y="291110"/>
                  </a:cubicBezTo>
                  <a:lnTo>
                    <a:pt x="121409" y="236846"/>
                  </a:lnTo>
                  <a:lnTo>
                    <a:pt x="120770" y="236846"/>
                  </a:lnTo>
                  <a:cubicBezTo>
                    <a:pt x="118853" y="236846"/>
                    <a:pt x="116936" y="236207"/>
                    <a:pt x="115658" y="234292"/>
                  </a:cubicBezTo>
                  <a:cubicBezTo>
                    <a:pt x="114380" y="232377"/>
                    <a:pt x="113741" y="231100"/>
                    <a:pt x="114380" y="229185"/>
                  </a:cubicBezTo>
                  <a:lnTo>
                    <a:pt x="129077" y="158323"/>
                  </a:lnTo>
                  <a:cubicBezTo>
                    <a:pt x="129716" y="155131"/>
                    <a:pt x="132272" y="153216"/>
                    <a:pt x="135467" y="153216"/>
                  </a:cubicBezTo>
                  <a:lnTo>
                    <a:pt x="149525" y="153216"/>
                  </a:lnTo>
                  <a:cubicBezTo>
                    <a:pt x="150164" y="153216"/>
                    <a:pt x="151442" y="153216"/>
                    <a:pt x="152081" y="153854"/>
                  </a:cubicBezTo>
                  <a:lnTo>
                    <a:pt x="217258" y="153854"/>
                  </a:lnTo>
                  <a:cubicBezTo>
                    <a:pt x="217897" y="153216"/>
                    <a:pt x="219175" y="153216"/>
                    <a:pt x="219814" y="153216"/>
                  </a:cubicBezTo>
                  <a:lnTo>
                    <a:pt x="233872" y="153216"/>
                  </a:lnTo>
                  <a:cubicBezTo>
                    <a:pt x="237067" y="153216"/>
                    <a:pt x="239623" y="155131"/>
                    <a:pt x="240262" y="158323"/>
                  </a:cubicBezTo>
                  <a:lnTo>
                    <a:pt x="254959" y="229185"/>
                  </a:lnTo>
                  <a:cubicBezTo>
                    <a:pt x="255597" y="231100"/>
                    <a:pt x="254959" y="233015"/>
                    <a:pt x="253681" y="234931"/>
                  </a:cubicBezTo>
                  <a:close/>
                  <a:moveTo>
                    <a:pt x="292659" y="97037"/>
                  </a:moveTo>
                  <a:lnTo>
                    <a:pt x="261349" y="158961"/>
                  </a:lnTo>
                  <a:cubicBezTo>
                    <a:pt x="260071" y="161515"/>
                    <a:pt x="258154" y="162792"/>
                    <a:pt x="255597" y="162792"/>
                  </a:cubicBezTo>
                  <a:cubicBezTo>
                    <a:pt x="254959" y="162792"/>
                    <a:pt x="253681" y="162792"/>
                    <a:pt x="253042" y="162153"/>
                  </a:cubicBezTo>
                  <a:cubicBezTo>
                    <a:pt x="249847" y="160876"/>
                    <a:pt x="248569" y="157046"/>
                    <a:pt x="250486" y="153854"/>
                  </a:cubicBezTo>
                  <a:lnTo>
                    <a:pt x="281796" y="91929"/>
                  </a:lnTo>
                  <a:cubicBezTo>
                    <a:pt x="283075" y="88737"/>
                    <a:pt x="286908" y="87461"/>
                    <a:pt x="290103" y="89376"/>
                  </a:cubicBezTo>
                  <a:cubicBezTo>
                    <a:pt x="293298" y="90014"/>
                    <a:pt x="294576" y="93845"/>
                    <a:pt x="292659" y="97037"/>
                  </a:cubicBezTo>
                  <a:close/>
                </a:path>
              </a:pathLst>
            </a:custGeom>
            <a:solidFill>
              <a:srgbClr val="007CB0"/>
            </a:solidFill>
            <a:ln w="6390" cap="flat">
              <a:noFill/>
              <a:prstDash val="solid"/>
              <a:miter/>
            </a:ln>
          </p:spPr>
          <p:txBody>
            <a:bodyPr rtlCol="0" anchor="ctr"/>
            <a:lstStyle/>
            <a:p>
              <a:endParaRPr lang="en-US"/>
            </a:p>
          </p:txBody>
        </p:sp>
        <p:sp>
          <p:nvSpPr>
            <p:cNvPr id="910" name="Graphic 4">
              <a:extLst>
                <a:ext uri="{FF2B5EF4-FFF2-40B4-BE49-F238E27FC236}">
                  <a16:creationId xmlns:a16="http://schemas.microsoft.com/office/drawing/2014/main" id="{ABDB8819-15E8-214B-9B05-D7439AD595B6}"/>
                </a:ext>
              </a:extLst>
            </p:cNvPr>
            <p:cNvSpPr/>
            <p:nvPr/>
          </p:nvSpPr>
          <p:spPr>
            <a:xfrm>
              <a:off x="5318983" y="2009840"/>
              <a:ext cx="14057" cy="14044"/>
            </a:xfrm>
            <a:custGeom>
              <a:avLst/>
              <a:gdLst>
                <a:gd name="connsiteX0" fmla="*/ 7029 w 14057"/>
                <a:gd name="connsiteY0" fmla="*/ 14045 h 14044"/>
                <a:gd name="connsiteX1" fmla="*/ 14058 w 14057"/>
                <a:gd name="connsiteY1" fmla="*/ 7022 h 14044"/>
                <a:gd name="connsiteX2" fmla="*/ 7029 w 14057"/>
                <a:gd name="connsiteY2" fmla="*/ 0 h 14044"/>
                <a:gd name="connsiteX3" fmla="*/ 0 w 14057"/>
                <a:gd name="connsiteY3" fmla="*/ 7022 h 14044"/>
                <a:gd name="connsiteX4" fmla="*/ 7029 w 14057"/>
                <a:gd name="connsiteY4" fmla="*/ 14045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14045"/>
                  </a:moveTo>
                  <a:cubicBezTo>
                    <a:pt x="10863" y="14045"/>
                    <a:pt x="14058" y="10853"/>
                    <a:pt x="14058" y="7022"/>
                  </a:cubicBezTo>
                  <a:cubicBezTo>
                    <a:pt x="14058" y="3192"/>
                    <a:pt x="10863" y="0"/>
                    <a:pt x="7029" y="0"/>
                  </a:cubicBezTo>
                  <a:cubicBezTo>
                    <a:pt x="3195" y="0"/>
                    <a:pt x="0" y="3192"/>
                    <a:pt x="0" y="7022"/>
                  </a:cubicBezTo>
                  <a:cubicBezTo>
                    <a:pt x="0" y="10853"/>
                    <a:pt x="3195" y="14045"/>
                    <a:pt x="7029" y="14045"/>
                  </a:cubicBezTo>
                  <a:close/>
                </a:path>
              </a:pathLst>
            </a:custGeom>
            <a:solidFill>
              <a:srgbClr val="007CB0"/>
            </a:solidFill>
            <a:ln w="6390" cap="flat">
              <a:noFill/>
              <a:prstDash val="solid"/>
              <a:miter/>
            </a:ln>
          </p:spPr>
          <p:txBody>
            <a:bodyPr rtlCol="0" anchor="ctr"/>
            <a:lstStyle/>
            <a:p>
              <a:endParaRPr lang="en-US"/>
            </a:p>
          </p:txBody>
        </p:sp>
      </p:grpSp>
      <p:grpSp>
        <p:nvGrpSpPr>
          <p:cNvPr id="911" name="Graphic 4">
            <a:extLst>
              <a:ext uri="{FF2B5EF4-FFF2-40B4-BE49-F238E27FC236}">
                <a16:creationId xmlns:a16="http://schemas.microsoft.com/office/drawing/2014/main" id="{DE4ABE63-3730-1F43-85CF-ABA8A87A8A72}"/>
              </a:ext>
            </a:extLst>
          </p:cNvPr>
          <p:cNvGrpSpPr/>
          <p:nvPr/>
        </p:nvGrpSpPr>
        <p:grpSpPr>
          <a:xfrm>
            <a:off x="6147119" y="918179"/>
            <a:ext cx="361670" cy="361333"/>
            <a:chOff x="6147119" y="918179"/>
            <a:chExt cx="361670" cy="361333"/>
          </a:xfrm>
          <a:solidFill>
            <a:srgbClr val="007CB0"/>
          </a:solidFill>
        </p:grpSpPr>
        <p:sp>
          <p:nvSpPr>
            <p:cNvPr id="912" name="Graphic 4">
              <a:extLst>
                <a:ext uri="{FF2B5EF4-FFF2-40B4-BE49-F238E27FC236}">
                  <a16:creationId xmlns:a16="http://schemas.microsoft.com/office/drawing/2014/main" id="{DB8746C4-C680-364F-AEEC-2D742B5861CA}"/>
                </a:ext>
              </a:extLst>
            </p:cNvPr>
            <p:cNvSpPr/>
            <p:nvPr/>
          </p:nvSpPr>
          <p:spPr>
            <a:xfrm>
              <a:off x="6377157" y="1116721"/>
              <a:ext cx="68372" cy="81076"/>
            </a:xfrm>
            <a:custGeom>
              <a:avLst/>
              <a:gdLst>
                <a:gd name="connsiteX0" fmla="*/ 34506 w 68372"/>
                <a:gd name="connsiteY0" fmla="*/ 0 h 81076"/>
                <a:gd name="connsiteX1" fmla="*/ 17892 w 68372"/>
                <a:gd name="connsiteY1" fmla="*/ 9576 h 81076"/>
                <a:gd name="connsiteX2" fmla="*/ 0 w 68372"/>
                <a:gd name="connsiteY2" fmla="*/ 12768 h 81076"/>
                <a:gd name="connsiteX3" fmla="*/ 639 w 68372"/>
                <a:gd name="connsiteY3" fmla="*/ 35112 h 81076"/>
                <a:gd name="connsiteX4" fmla="*/ 14697 w 68372"/>
                <a:gd name="connsiteY4" fmla="*/ 67032 h 81076"/>
                <a:gd name="connsiteX5" fmla="*/ 15336 w 68372"/>
                <a:gd name="connsiteY5" fmla="*/ 67670 h 81076"/>
                <a:gd name="connsiteX6" fmla="*/ 35145 w 68372"/>
                <a:gd name="connsiteY6" fmla="*/ 81077 h 81076"/>
                <a:gd name="connsiteX7" fmla="*/ 53676 w 68372"/>
                <a:gd name="connsiteY7" fmla="*/ 67670 h 81076"/>
                <a:gd name="connsiteX8" fmla="*/ 56871 w 68372"/>
                <a:gd name="connsiteY8" fmla="*/ 64478 h 81076"/>
                <a:gd name="connsiteX9" fmla="*/ 68372 w 68372"/>
                <a:gd name="connsiteY9" fmla="*/ 34473 h 81076"/>
                <a:gd name="connsiteX10" fmla="*/ 68372 w 68372"/>
                <a:gd name="connsiteY10" fmla="*/ 12130 h 81076"/>
                <a:gd name="connsiteX11" fmla="*/ 49841 w 68372"/>
                <a:gd name="connsiteY11" fmla="*/ 8299 h 81076"/>
                <a:gd name="connsiteX12" fmla="*/ 34506 w 68372"/>
                <a:gd name="connsiteY12" fmla="*/ 0 h 81076"/>
                <a:gd name="connsiteX13" fmla="*/ 53676 w 68372"/>
                <a:gd name="connsiteY13" fmla="*/ 42773 h 81076"/>
                <a:gd name="connsiteX14" fmla="*/ 49841 w 68372"/>
                <a:gd name="connsiteY14" fmla="*/ 47241 h 81076"/>
                <a:gd name="connsiteX15" fmla="*/ 35783 w 68372"/>
                <a:gd name="connsiteY15" fmla="*/ 61925 h 81076"/>
                <a:gd name="connsiteX16" fmla="*/ 34506 w 68372"/>
                <a:gd name="connsiteY16" fmla="*/ 62563 h 81076"/>
                <a:gd name="connsiteX17" fmla="*/ 34506 w 68372"/>
                <a:gd name="connsiteY17" fmla="*/ 62563 h 81076"/>
                <a:gd name="connsiteX18" fmla="*/ 34506 w 68372"/>
                <a:gd name="connsiteY18" fmla="*/ 62563 h 81076"/>
                <a:gd name="connsiteX19" fmla="*/ 33228 w 68372"/>
                <a:gd name="connsiteY19" fmla="*/ 61925 h 81076"/>
                <a:gd name="connsiteX20" fmla="*/ 14697 w 68372"/>
                <a:gd name="connsiteY20" fmla="*/ 42773 h 81076"/>
                <a:gd name="connsiteX21" fmla="*/ 14697 w 68372"/>
                <a:gd name="connsiteY21" fmla="*/ 25536 h 81076"/>
                <a:gd name="connsiteX22" fmla="*/ 23004 w 68372"/>
                <a:gd name="connsiteY22" fmla="*/ 21706 h 81076"/>
                <a:gd name="connsiteX23" fmla="*/ 31311 w 68372"/>
                <a:gd name="connsiteY23" fmla="*/ 25536 h 81076"/>
                <a:gd name="connsiteX24" fmla="*/ 34506 w 68372"/>
                <a:gd name="connsiteY24" fmla="*/ 28728 h 81076"/>
                <a:gd name="connsiteX25" fmla="*/ 37701 w 68372"/>
                <a:gd name="connsiteY25" fmla="*/ 25536 h 81076"/>
                <a:gd name="connsiteX26" fmla="*/ 46008 w 68372"/>
                <a:gd name="connsiteY26" fmla="*/ 21706 h 81076"/>
                <a:gd name="connsiteX27" fmla="*/ 54314 w 68372"/>
                <a:gd name="connsiteY27" fmla="*/ 25536 h 81076"/>
                <a:gd name="connsiteX28" fmla="*/ 53676 w 68372"/>
                <a:gd name="connsiteY28" fmla="*/ 42773 h 81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8372" h="81076">
                  <a:moveTo>
                    <a:pt x="34506" y="0"/>
                  </a:moveTo>
                  <a:cubicBezTo>
                    <a:pt x="29394" y="4469"/>
                    <a:pt x="24282" y="7661"/>
                    <a:pt x="17892" y="9576"/>
                  </a:cubicBezTo>
                  <a:cubicBezTo>
                    <a:pt x="12141" y="11491"/>
                    <a:pt x="6390" y="12768"/>
                    <a:pt x="0" y="12768"/>
                  </a:cubicBezTo>
                  <a:lnTo>
                    <a:pt x="639" y="35112"/>
                  </a:lnTo>
                  <a:cubicBezTo>
                    <a:pt x="639" y="47241"/>
                    <a:pt x="5751" y="58733"/>
                    <a:pt x="14697" y="67032"/>
                  </a:cubicBezTo>
                  <a:lnTo>
                    <a:pt x="15336" y="67670"/>
                  </a:lnTo>
                  <a:cubicBezTo>
                    <a:pt x="21087" y="73416"/>
                    <a:pt x="28116" y="77885"/>
                    <a:pt x="35145" y="81077"/>
                  </a:cubicBezTo>
                  <a:cubicBezTo>
                    <a:pt x="42173" y="77246"/>
                    <a:pt x="47925" y="72777"/>
                    <a:pt x="53676" y="67670"/>
                  </a:cubicBezTo>
                  <a:cubicBezTo>
                    <a:pt x="54953" y="66393"/>
                    <a:pt x="55593" y="65755"/>
                    <a:pt x="56871" y="64478"/>
                  </a:cubicBezTo>
                  <a:cubicBezTo>
                    <a:pt x="63899" y="56179"/>
                    <a:pt x="68372" y="45965"/>
                    <a:pt x="68372" y="34473"/>
                  </a:cubicBezTo>
                  <a:lnTo>
                    <a:pt x="68372" y="12130"/>
                  </a:lnTo>
                  <a:cubicBezTo>
                    <a:pt x="61982" y="11491"/>
                    <a:pt x="55593" y="10214"/>
                    <a:pt x="49841" y="8299"/>
                  </a:cubicBezTo>
                  <a:cubicBezTo>
                    <a:pt x="44091" y="7022"/>
                    <a:pt x="38978" y="3830"/>
                    <a:pt x="34506" y="0"/>
                  </a:cubicBezTo>
                  <a:close/>
                  <a:moveTo>
                    <a:pt x="53676" y="42773"/>
                  </a:moveTo>
                  <a:lnTo>
                    <a:pt x="49841" y="47241"/>
                  </a:lnTo>
                  <a:lnTo>
                    <a:pt x="35783" y="61925"/>
                  </a:lnTo>
                  <a:cubicBezTo>
                    <a:pt x="35783" y="61925"/>
                    <a:pt x="35145" y="62563"/>
                    <a:pt x="34506" y="62563"/>
                  </a:cubicBezTo>
                  <a:cubicBezTo>
                    <a:pt x="34506" y="62563"/>
                    <a:pt x="34506" y="62563"/>
                    <a:pt x="34506" y="62563"/>
                  </a:cubicBezTo>
                  <a:cubicBezTo>
                    <a:pt x="34506" y="62563"/>
                    <a:pt x="34506" y="62563"/>
                    <a:pt x="34506" y="62563"/>
                  </a:cubicBezTo>
                  <a:cubicBezTo>
                    <a:pt x="33867" y="62563"/>
                    <a:pt x="33867" y="62563"/>
                    <a:pt x="33228" y="61925"/>
                  </a:cubicBezTo>
                  <a:lnTo>
                    <a:pt x="14697" y="42773"/>
                  </a:lnTo>
                  <a:cubicBezTo>
                    <a:pt x="10224" y="38304"/>
                    <a:pt x="10224" y="30643"/>
                    <a:pt x="14697" y="25536"/>
                  </a:cubicBezTo>
                  <a:cubicBezTo>
                    <a:pt x="16614" y="22982"/>
                    <a:pt x="19809" y="21706"/>
                    <a:pt x="23004" y="21706"/>
                  </a:cubicBezTo>
                  <a:cubicBezTo>
                    <a:pt x="26199" y="21706"/>
                    <a:pt x="28755" y="22982"/>
                    <a:pt x="31311" y="25536"/>
                  </a:cubicBezTo>
                  <a:lnTo>
                    <a:pt x="34506" y="28728"/>
                  </a:lnTo>
                  <a:lnTo>
                    <a:pt x="37701" y="25536"/>
                  </a:lnTo>
                  <a:cubicBezTo>
                    <a:pt x="39618" y="22982"/>
                    <a:pt x="42813" y="21706"/>
                    <a:pt x="46008" y="21706"/>
                  </a:cubicBezTo>
                  <a:cubicBezTo>
                    <a:pt x="49203" y="21706"/>
                    <a:pt x="51758" y="22982"/>
                    <a:pt x="54314" y="25536"/>
                  </a:cubicBezTo>
                  <a:cubicBezTo>
                    <a:pt x="58148" y="30643"/>
                    <a:pt x="58148" y="38304"/>
                    <a:pt x="53676" y="42773"/>
                  </a:cubicBezTo>
                  <a:close/>
                </a:path>
              </a:pathLst>
            </a:custGeom>
            <a:solidFill>
              <a:srgbClr val="007CB0"/>
            </a:solidFill>
            <a:ln w="6390" cap="flat">
              <a:noFill/>
              <a:prstDash val="solid"/>
              <a:miter/>
            </a:ln>
          </p:spPr>
          <p:txBody>
            <a:bodyPr rtlCol="0" anchor="ctr"/>
            <a:lstStyle/>
            <a:p>
              <a:endParaRPr lang="en-US"/>
            </a:p>
          </p:txBody>
        </p:sp>
        <p:sp>
          <p:nvSpPr>
            <p:cNvPr id="913" name="Graphic 4">
              <a:extLst>
                <a:ext uri="{FF2B5EF4-FFF2-40B4-BE49-F238E27FC236}">
                  <a16:creationId xmlns:a16="http://schemas.microsoft.com/office/drawing/2014/main" id="{15FF0B0B-93F5-6141-8DD2-9A8F38218E21}"/>
                </a:ext>
              </a:extLst>
            </p:cNvPr>
            <p:cNvSpPr/>
            <p:nvPr/>
          </p:nvSpPr>
          <p:spPr>
            <a:xfrm>
              <a:off x="6147119"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03839 w 361670"/>
                <a:gd name="connsiteY5" fmla="*/ 239399 h 361333"/>
                <a:gd name="connsiteX6" fmla="*/ 177640 w 361670"/>
                <a:gd name="connsiteY6" fmla="*/ 241315 h 361333"/>
                <a:gd name="connsiteX7" fmla="*/ 119492 w 361670"/>
                <a:gd name="connsiteY7" fmla="*/ 226631 h 361333"/>
                <a:gd name="connsiteX8" fmla="*/ 116936 w 361670"/>
                <a:gd name="connsiteY8" fmla="*/ 221524 h 361333"/>
                <a:gd name="connsiteX9" fmla="*/ 116936 w 361670"/>
                <a:gd name="connsiteY9" fmla="*/ 158961 h 361333"/>
                <a:gd name="connsiteX10" fmla="*/ 105434 w 361670"/>
                <a:gd name="connsiteY10" fmla="*/ 155769 h 361333"/>
                <a:gd name="connsiteX11" fmla="*/ 104795 w 361670"/>
                <a:gd name="connsiteY11" fmla="*/ 155769 h 361333"/>
                <a:gd name="connsiteX12" fmla="*/ 104156 w 361670"/>
                <a:gd name="connsiteY12" fmla="*/ 155769 h 361333"/>
                <a:gd name="connsiteX13" fmla="*/ 104156 w 361670"/>
                <a:gd name="connsiteY13" fmla="*/ 232377 h 361333"/>
                <a:gd name="connsiteX14" fmla="*/ 97766 w 361670"/>
                <a:gd name="connsiteY14" fmla="*/ 238761 h 361333"/>
                <a:gd name="connsiteX15" fmla="*/ 91376 w 361670"/>
                <a:gd name="connsiteY15" fmla="*/ 232377 h 361333"/>
                <a:gd name="connsiteX16" fmla="*/ 91376 w 361670"/>
                <a:gd name="connsiteY16" fmla="*/ 150662 h 361333"/>
                <a:gd name="connsiteX17" fmla="*/ 96488 w 361670"/>
                <a:gd name="connsiteY17" fmla="*/ 144278 h 361333"/>
                <a:gd name="connsiteX18" fmla="*/ 182113 w 361670"/>
                <a:gd name="connsiteY18" fmla="*/ 125126 h 361333"/>
                <a:gd name="connsiteX19" fmla="*/ 189781 w 361670"/>
                <a:gd name="connsiteY19" fmla="*/ 130233 h 361333"/>
                <a:gd name="connsiteX20" fmla="*/ 184669 w 361670"/>
                <a:gd name="connsiteY20" fmla="*/ 137894 h 361333"/>
                <a:gd name="connsiteX21" fmla="*/ 130994 w 361670"/>
                <a:gd name="connsiteY21" fmla="*/ 150024 h 361333"/>
                <a:gd name="connsiteX22" fmla="*/ 181474 w 361670"/>
                <a:gd name="connsiteY22" fmla="*/ 164068 h 361333"/>
                <a:gd name="connsiteX23" fmla="*/ 282435 w 361670"/>
                <a:gd name="connsiteY23" fmla="*/ 132787 h 361333"/>
                <a:gd name="connsiteX24" fmla="*/ 181474 w 361670"/>
                <a:gd name="connsiteY24" fmla="*/ 106612 h 361333"/>
                <a:gd name="connsiteX25" fmla="*/ 76040 w 361670"/>
                <a:gd name="connsiteY25" fmla="*/ 132148 h 361333"/>
                <a:gd name="connsiteX26" fmla="*/ 86903 w 361670"/>
                <a:gd name="connsiteY26" fmla="*/ 136617 h 361333"/>
                <a:gd name="connsiteX27" fmla="*/ 90737 w 361670"/>
                <a:gd name="connsiteY27" fmla="*/ 144916 h 361333"/>
                <a:gd name="connsiteX28" fmla="*/ 82430 w 361670"/>
                <a:gd name="connsiteY28" fmla="*/ 148747 h 361333"/>
                <a:gd name="connsiteX29" fmla="*/ 52398 w 361670"/>
                <a:gd name="connsiteY29" fmla="*/ 137256 h 361333"/>
                <a:gd name="connsiteX30" fmla="*/ 48563 w 361670"/>
                <a:gd name="connsiteY30" fmla="*/ 130872 h 361333"/>
                <a:gd name="connsiteX31" fmla="*/ 53676 w 361670"/>
                <a:gd name="connsiteY31" fmla="*/ 125126 h 361333"/>
                <a:gd name="connsiteX32" fmla="*/ 180835 w 361670"/>
                <a:gd name="connsiteY32" fmla="*/ 94483 h 361333"/>
                <a:gd name="connsiteX33" fmla="*/ 184030 w 361670"/>
                <a:gd name="connsiteY33" fmla="*/ 94483 h 361333"/>
                <a:gd name="connsiteX34" fmla="*/ 308634 w 361670"/>
                <a:gd name="connsiteY34" fmla="*/ 126403 h 361333"/>
                <a:gd name="connsiteX35" fmla="*/ 313746 w 361670"/>
                <a:gd name="connsiteY35" fmla="*/ 132148 h 361333"/>
                <a:gd name="connsiteX36" fmla="*/ 309273 w 361670"/>
                <a:gd name="connsiteY36" fmla="*/ 138532 h 361333"/>
                <a:gd name="connsiteX37" fmla="*/ 256236 w 361670"/>
                <a:gd name="connsiteY37" fmla="*/ 155131 h 361333"/>
                <a:gd name="connsiteX38" fmla="*/ 256236 w 361670"/>
                <a:gd name="connsiteY38" fmla="*/ 177475 h 361333"/>
                <a:gd name="connsiteX39" fmla="*/ 249846 w 361670"/>
                <a:gd name="connsiteY39" fmla="*/ 183859 h 361333"/>
                <a:gd name="connsiteX40" fmla="*/ 243456 w 361670"/>
                <a:gd name="connsiteY40" fmla="*/ 177475 h 361333"/>
                <a:gd name="connsiteX41" fmla="*/ 243456 w 361670"/>
                <a:gd name="connsiteY41" fmla="*/ 159600 h 361333"/>
                <a:gd name="connsiteX42" fmla="*/ 185308 w 361670"/>
                <a:gd name="connsiteY42" fmla="*/ 177475 h 361333"/>
                <a:gd name="connsiteX43" fmla="*/ 183391 w 361670"/>
                <a:gd name="connsiteY43" fmla="*/ 177475 h 361333"/>
                <a:gd name="connsiteX44" fmla="*/ 181474 w 361670"/>
                <a:gd name="connsiteY44" fmla="*/ 177475 h 361333"/>
                <a:gd name="connsiteX45" fmla="*/ 131633 w 361670"/>
                <a:gd name="connsiteY45" fmla="*/ 163430 h 361333"/>
                <a:gd name="connsiteX46" fmla="*/ 131633 w 361670"/>
                <a:gd name="connsiteY46" fmla="*/ 218971 h 361333"/>
                <a:gd name="connsiteX47" fmla="*/ 203200 w 361670"/>
                <a:gd name="connsiteY47" fmla="*/ 227270 h 361333"/>
                <a:gd name="connsiteX48" fmla="*/ 210229 w 361670"/>
                <a:gd name="connsiteY48" fmla="*/ 233015 h 361333"/>
                <a:gd name="connsiteX49" fmla="*/ 203839 w 361670"/>
                <a:gd name="connsiteY49" fmla="*/ 239399 h 361333"/>
                <a:gd name="connsiteX50" fmla="*/ 310551 w 361670"/>
                <a:gd name="connsiteY50" fmla="*/ 234292 h 361333"/>
                <a:gd name="connsiteX51" fmla="*/ 295854 w 361670"/>
                <a:gd name="connsiteY51" fmla="*/ 272596 h 361333"/>
                <a:gd name="connsiteX52" fmla="*/ 292020 w 361670"/>
                <a:gd name="connsiteY52" fmla="*/ 276426 h 361333"/>
                <a:gd name="connsiteX53" fmla="*/ 267739 w 361670"/>
                <a:gd name="connsiteY53" fmla="*/ 293663 h 361333"/>
                <a:gd name="connsiteX54" fmla="*/ 265182 w 361670"/>
                <a:gd name="connsiteY54" fmla="*/ 294302 h 361333"/>
                <a:gd name="connsiteX55" fmla="*/ 262626 w 361670"/>
                <a:gd name="connsiteY55" fmla="*/ 293663 h 361333"/>
                <a:gd name="connsiteX56" fmla="*/ 236428 w 361670"/>
                <a:gd name="connsiteY56" fmla="*/ 276426 h 361333"/>
                <a:gd name="connsiteX57" fmla="*/ 235789 w 361670"/>
                <a:gd name="connsiteY57" fmla="*/ 275788 h 361333"/>
                <a:gd name="connsiteX58" fmla="*/ 217897 w 361670"/>
                <a:gd name="connsiteY58" fmla="*/ 234931 h 361333"/>
                <a:gd name="connsiteX59" fmla="*/ 217258 w 361670"/>
                <a:gd name="connsiteY59" fmla="*/ 205564 h 361333"/>
                <a:gd name="connsiteX60" fmla="*/ 219175 w 361670"/>
                <a:gd name="connsiteY60" fmla="*/ 200457 h 361333"/>
                <a:gd name="connsiteX61" fmla="*/ 224287 w 361670"/>
                <a:gd name="connsiteY61" fmla="*/ 198542 h 361333"/>
                <a:gd name="connsiteX62" fmla="*/ 243456 w 361670"/>
                <a:gd name="connsiteY62" fmla="*/ 195988 h 361333"/>
                <a:gd name="connsiteX63" fmla="*/ 259431 w 361670"/>
                <a:gd name="connsiteY63" fmla="*/ 185135 h 361333"/>
                <a:gd name="connsiteX64" fmla="*/ 263904 w 361670"/>
                <a:gd name="connsiteY64" fmla="*/ 183220 h 361333"/>
                <a:gd name="connsiteX65" fmla="*/ 268377 w 361670"/>
                <a:gd name="connsiteY65" fmla="*/ 185135 h 361333"/>
                <a:gd name="connsiteX66" fmla="*/ 283713 w 361670"/>
                <a:gd name="connsiteY66" fmla="*/ 195350 h 361333"/>
                <a:gd name="connsiteX67" fmla="*/ 303522 w 361670"/>
                <a:gd name="connsiteY67" fmla="*/ 198542 h 361333"/>
                <a:gd name="connsiteX68" fmla="*/ 307995 w 361670"/>
                <a:gd name="connsiteY68" fmla="*/ 200457 h 361333"/>
                <a:gd name="connsiteX69" fmla="*/ 309912 w 361670"/>
                <a:gd name="connsiteY69" fmla="*/ 204926 h 361333"/>
                <a:gd name="connsiteX70" fmla="*/ 309912 w 361670"/>
                <a:gd name="connsiteY70" fmla="*/ 23429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close/>
                  <a:moveTo>
                    <a:pt x="203839" y="239399"/>
                  </a:moveTo>
                  <a:cubicBezTo>
                    <a:pt x="194254" y="240676"/>
                    <a:pt x="185308" y="241315"/>
                    <a:pt x="177640" y="241315"/>
                  </a:cubicBezTo>
                  <a:cubicBezTo>
                    <a:pt x="137384" y="241315"/>
                    <a:pt x="120770" y="227270"/>
                    <a:pt x="119492" y="226631"/>
                  </a:cubicBezTo>
                  <a:cubicBezTo>
                    <a:pt x="118214" y="225355"/>
                    <a:pt x="116936" y="223439"/>
                    <a:pt x="116936" y="221524"/>
                  </a:cubicBezTo>
                  <a:lnTo>
                    <a:pt x="116936" y="158961"/>
                  </a:lnTo>
                  <a:lnTo>
                    <a:pt x="105434" y="155769"/>
                  </a:lnTo>
                  <a:cubicBezTo>
                    <a:pt x="105434" y="155769"/>
                    <a:pt x="104795" y="155769"/>
                    <a:pt x="104795" y="155769"/>
                  </a:cubicBezTo>
                  <a:lnTo>
                    <a:pt x="104156" y="155769"/>
                  </a:lnTo>
                  <a:lnTo>
                    <a:pt x="104156" y="232377"/>
                  </a:lnTo>
                  <a:cubicBezTo>
                    <a:pt x="104156" y="236207"/>
                    <a:pt x="101600" y="238761"/>
                    <a:pt x="97766" y="238761"/>
                  </a:cubicBezTo>
                  <a:cubicBezTo>
                    <a:pt x="93932" y="238761"/>
                    <a:pt x="91376" y="236207"/>
                    <a:pt x="91376" y="232377"/>
                  </a:cubicBezTo>
                  <a:lnTo>
                    <a:pt x="91376" y="150662"/>
                  </a:lnTo>
                  <a:cubicBezTo>
                    <a:pt x="91376" y="147470"/>
                    <a:pt x="93293" y="144916"/>
                    <a:pt x="96488" y="144278"/>
                  </a:cubicBezTo>
                  <a:lnTo>
                    <a:pt x="182113" y="125126"/>
                  </a:lnTo>
                  <a:cubicBezTo>
                    <a:pt x="185308" y="124488"/>
                    <a:pt x="189142" y="126403"/>
                    <a:pt x="189781" y="130233"/>
                  </a:cubicBezTo>
                  <a:cubicBezTo>
                    <a:pt x="190420" y="134064"/>
                    <a:pt x="188503" y="137256"/>
                    <a:pt x="184669" y="137894"/>
                  </a:cubicBezTo>
                  <a:lnTo>
                    <a:pt x="130994" y="150024"/>
                  </a:lnTo>
                  <a:lnTo>
                    <a:pt x="181474" y="164068"/>
                  </a:lnTo>
                  <a:lnTo>
                    <a:pt x="282435" y="132787"/>
                  </a:lnTo>
                  <a:lnTo>
                    <a:pt x="181474" y="106612"/>
                  </a:lnTo>
                  <a:lnTo>
                    <a:pt x="76040" y="132148"/>
                  </a:lnTo>
                  <a:lnTo>
                    <a:pt x="86903" y="136617"/>
                  </a:lnTo>
                  <a:cubicBezTo>
                    <a:pt x="90098" y="137894"/>
                    <a:pt x="92015" y="141724"/>
                    <a:pt x="90737" y="144916"/>
                  </a:cubicBezTo>
                  <a:cubicBezTo>
                    <a:pt x="89459" y="148108"/>
                    <a:pt x="85625" y="150024"/>
                    <a:pt x="82430" y="148747"/>
                  </a:cubicBezTo>
                  <a:lnTo>
                    <a:pt x="52398" y="137256"/>
                  </a:lnTo>
                  <a:cubicBezTo>
                    <a:pt x="49841" y="135979"/>
                    <a:pt x="47925" y="133425"/>
                    <a:pt x="48563" y="130872"/>
                  </a:cubicBezTo>
                  <a:cubicBezTo>
                    <a:pt x="49203" y="128318"/>
                    <a:pt x="50481" y="125764"/>
                    <a:pt x="53676" y="125126"/>
                  </a:cubicBezTo>
                  <a:lnTo>
                    <a:pt x="180835" y="94483"/>
                  </a:lnTo>
                  <a:cubicBezTo>
                    <a:pt x="182113" y="94483"/>
                    <a:pt x="182752" y="94483"/>
                    <a:pt x="184030" y="94483"/>
                  </a:cubicBezTo>
                  <a:lnTo>
                    <a:pt x="308634" y="126403"/>
                  </a:lnTo>
                  <a:cubicBezTo>
                    <a:pt x="311190" y="127041"/>
                    <a:pt x="313107" y="129595"/>
                    <a:pt x="313746" y="132148"/>
                  </a:cubicBezTo>
                  <a:cubicBezTo>
                    <a:pt x="313746" y="134702"/>
                    <a:pt x="311829" y="137256"/>
                    <a:pt x="309273" y="138532"/>
                  </a:cubicBezTo>
                  <a:lnTo>
                    <a:pt x="256236" y="155131"/>
                  </a:lnTo>
                  <a:lnTo>
                    <a:pt x="256236" y="177475"/>
                  </a:lnTo>
                  <a:cubicBezTo>
                    <a:pt x="256236" y="181305"/>
                    <a:pt x="253681" y="183859"/>
                    <a:pt x="249846" y="183859"/>
                  </a:cubicBezTo>
                  <a:cubicBezTo>
                    <a:pt x="246013" y="183859"/>
                    <a:pt x="243456" y="181305"/>
                    <a:pt x="243456" y="177475"/>
                  </a:cubicBezTo>
                  <a:lnTo>
                    <a:pt x="243456" y="159600"/>
                  </a:lnTo>
                  <a:lnTo>
                    <a:pt x="185308" y="177475"/>
                  </a:lnTo>
                  <a:cubicBezTo>
                    <a:pt x="184669" y="177475"/>
                    <a:pt x="184030" y="177475"/>
                    <a:pt x="183391" y="177475"/>
                  </a:cubicBezTo>
                  <a:cubicBezTo>
                    <a:pt x="182752" y="177475"/>
                    <a:pt x="182113" y="177475"/>
                    <a:pt x="181474" y="177475"/>
                  </a:cubicBezTo>
                  <a:lnTo>
                    <a:pt x="131633" y="163430"/>
                  </a:lnTo>
                  <a:lnTo>
                    <a:pt x="131633" y="218971"/>
                  </a:lnTo>
                  <a:cubicBezTo>
                    <a:pt x="138662" y="222801"/>
                    <a:pt x="160387" y="233015"/>
                    <a:pt x="203200" y="227270"/>
                  </a:cubicBezTo>
                  <a:cubicBezTo>
                    <a:pt x="206395" y="226631"/>
                    <a:pt x="209590" y="229185"/>
                    <a:pt x="210229" y="233015"/>
                  </a:cubicBezTo>
                  <a:cubicBezTo>
                    <a:pt x="209590" y="235569"/>
                    <a:pt x="207034" y="238761"/>
                    <a:pt x="203839" y="239399"/>
                  </a:cubicBezTo>
                  <a:close/>
                  <a:moveTo>
                    <a:pt x="310551" y="234292"/>
                  </a:moveTo>
                  <a:cubicBezTo>
                    <a:pt x="310551" y="248975"/>
                    <a:pt x="305439" y="262382"/>
                    <a:pt x="295854" y="272596"/>
                  </a:cubicBezTo>
                  <a:cubicBezTo>
                    <a:pt x="294576" y="273873"/>
                    <a:pt x="293298" y="275150"/>
                    <a:pt x="292020" y="276426"/>
                  </a:cubicBezTo>
                  <a:cubicBezTo>
                    <a:pt x="284991" y="283449"/>
                    <a:pt x="276684" y="289194"/>
                    <a:pt x="267739" y="293663"/>
                  </a:cubicBezTo>
                  <a:cubicBezTo>
                    <a:pt x="267099" y="294302"/>
                    <a:pt x="265821" y="294302"/>
                    <a:pt x="265182" y="294302"/>
                  </a:cubicBezTo>
                  <a:cubicBezTo>
                    <a:pt x="264544" y="294302"/>
                    <a:pt x="263266" y="294302"/>
                    <a:pt x="262626" y="293663"/>
                  </a:cubicBezTo>
                  <a:cubicBezTo>
                    <a:pt x="253041" y="289194"/>
                    <a:pt x="244096" y="283449"/>
                    <a:pt x="236428" y="276426"/>
                  </a:cubicBezTo>
                  <a:lnTo>
                    <a:pt x="235789" y="275788"/>
                  </a:lnTo>
                  <a:cubicBezTo>
                    <a:pt x="224926" y="264935"/>
                    <a:pt x="218536" y="250252"/>
                    <a:pt x="217897" y="234931"/>
                  </a:cubicBezTo>
                  <a:lnTo>
                    <a:pt x="217258" y="205564"/>
                  </a:lnTo>
                  <a:cubicBezTo>
                    <a:pt x="217258" y="203649"/>
                    <a:pt x="217897" y="201734"/>
                    <a:pt x="219175" y="200457"/>
                  </a:cubicBezTo>
                  <a:cubicBezTo>
                    <a:pt x="220453" y="199180"/>
                    <a:pt x="222370" y="198542"/>
                    <a:pt x="224287" y="198542"/>
                  </a:cubicBezTo>
                  <a:cubicBezTo>
                    <a:pt x="228760" y="199180"/>
                    <a:pt x="235789" y="199180"/>
                    <a:pt x="243456" y="195988"/>
                  </a:cubicBezTo>
                  <a:cubicBezTo>
                    <a:pt x="251124" y="192796"/>
                    <a:pt x="256236" y="188327"/>
                    <a:pt x="259431" y="185135"/>
                  </a:cubicBezTo>
                  <a:cubicBezTo>
                    <a:pt x="260709" y="183859"/>
                    <a:pt x="261987" y="183220"/>
                    <a:pt x="263904" y="183220"/>
                  </a:cubicBezTo>
                  <a:cubicBezTo>
                    <a:pt x="265821" y="183220"/>
                    <a:pt x="267099" y="183859"/>
                    <a:pt x="268377" y="185135"/>
                  </a:cubicBezTo>
                  <a:cubicBezTo>
                    <a:pt x="272850" y="189604"/>
                    <a:pt x="277962" y="192796"/>
                    <a:pt x="283713" y="195350"/>
                  </a:cubicBezTo>
                  <a:cubicBezTo>
                    <a:pt x="290103" y="197903"/>
                    <a:pt x="296493" y="199180"/>
                    <a:pt x="303522" y="198542"/>
                  </a:cubicBezTo>
                  <a:cubicBezTo>
                    <a:pt x="305439" y="198542"/>
                    <a:pt x="306717" y="199180"/>
                    <a:pt x="307995" y="200457"/>
                  </a:cubicBezTo>
                  <a:cubicBezTo>
                    <a:pt x="309273" y="201734"/>
                    <a:pt x="309912" y="203649"/>
                    <a:pt x="309912" y="204926"/>
                  </a:cubicBezTo>
                  <a:lnTo>
                    <a:pt x="309912" y="234292"/>
                  </a:lnTo>
                  <a:close/>
                </a:path>
              </a:pathLst>
            </a:custGeom>
            <a:solidFill>
              <a:srgbClr val="007CB0"/>
            </a:solidFill>
            <a:ln w="6390" cap="flat">
              <a:noFill/>
              <a:prstDash val="solid"/>
              <a:miter/>
            </a:ln>
          </p:spPr>
          <p:txBody>
            <a:bodyPr rtlCol="0" anchor="ctr"/>
            <a:lstStyle/>
            <a:p>
              <a:endParaRPr lang="en-US"/>
            </a:p>
          </p:txBody>
        </p:sp>
      </p:grpSp>
      <p:grpSp>
        <p:nvGrpSpPr>
          <p:cNvPr id="914" name="Graphic 4">
            <a:extLst>
              <a:ext uri="{FF2B5EF4-FFF2-40B4-BE49-F238E27FC236}">
                <a16:creationId xmlns:a16="http://schemas.microsoft.com/office/drawing/2014/main" id="{22F74FA7-26D0-3D45-96EF-CB9B5FA47743}"/>
              </a:ext>
            </a:extLst>
          </p:cNvPr>
          <p:cNvGrpSpPr/>
          <p:nvPr/>
        </p:nvGrpSpPr>
        <p:grpSpPr>
          <a:xfrm>
            <a:off x="5099808" y="2855717"/>
            <a:ext cx="361670" cy="361333"/>
            <a:chOff x="5099808" y="2855717"/>
            <a:chExt cx="361670" cy="361333"/>
          </a:xfrm>
          <a:solidFill>
            <a:srgbClr val="007CB0"/>
          </a:solidFill>
        </p:grpSpPr>
        <p:sp>
          <p:nvSpPr>
            <p:cNvPr id="915" name="Graphic 4">
              <a:extLst>
                <a:ext uri="{FF2B5EF4-FFF2-40B4-BE49-F238E27FC236}">
                  <a16:creationId xmlns:a16="http://schemas.microsoft.com/office/drawing/2014/main" id="{EACACC09-5259-8F46-8D77-82B25642074F}"/>
                </a:ext>
              </a:extLst>
            </p:cNvPr>
            <p:cNvSpPr/>
            <p:nvPr/>
          </p:nvSpPr>
          <p:spPr>
            <a:xfrm>
              <a:off x="5312593" y="2944455"/>
              <a:ext cx="65177" cy="79161"/>
            </a:xfrm>
            <a:custGeom>
              <a:avLst/>
              <a:gdLst>
                <a:gd name="connsiteX0" fmla="*/ 32589 w 65177"/>
                <a:gd name="connsiteY0" fmla="*/ 0 h 79161"/>
                <a:gd name="connsiteX1" fmla="*/ 16614 w 65177"/>
                <a:gd name="connsiteY1" fmla="*/ 9576 h 79161"/>
                <a:gd name="connsiteX2" fmla="*/ 0 w 65177"/>
                <a:gd name="connsiteY2" fmla="*/ 12768 h 79161"/>
                <a:gd name="connsiteX3" fmla="*/ 639 w 65177"/>
                <a:gd name="connsiteY3" fmla="*/ 34473 h 79161"/>
                <a:gd name="connsiteX4" fmla="*/ 14058 w 65177"/>
                <a:gd name="connsiteY4" fmla="*/ 65117 h 79161"/>
                <a:gd name="connsiteX5" fmla="*/ 14697 w 65177"/>
                <a:gd name="connsiteY5" fmla="*/ 65755 h 79161"/>
                <a:gd name="connsiteX6" fmla="*/ 33867 w 65177"/>
                <a:gd name="connsiteY6" fmla="*/ 79161 h 79161"/>
                <a:gd name="connsiteX7" fmla="*/ 51119 w 65177"/>
                <a:gd name="connsiteY7" fmla="*/ 66393 h 79161"/>
                <a:gd name="connsiteX8" fmla="*/ 54314 w 65177"/>
                <a:gd name="connsiteY8" fmla="*/ 63201 h 79161"/>
                <a:gd name="connsiteX9" fmla="*/ 65177 w 65177"/>
                <a:gd name="connsiteY9" fmla="*/ 34473 h 79161"/>
                <a:gd name="connsiteX10" fmla="*/ 65177 w 65177"/>
                <a:gd name="connsiteY10" fmla="*/ 12768 h 79161"/>
                <a:gd name="connsiteX11" fmla="*/ 47925 w 65177"/>
                <a:gd name="connsiteY11" fmla="*/ 8938 h 79161"/>
                <a:gd name="connsiteX12" fmla="*/ 32589 w 65177"/>
                <a:gd name="connsiteY12" fmla="*/ 0 h 79161"/>
                <a:gd name="connsiteX13" fmla="*/ 51119 w 65177"/>
                <a:gd name="connsiteY13" fmla="*/ 40857 h 79161"/>
                <a:gd name="connsiteX14" fmla="*/ 47285 w 65177"/>
                <a:gd name="connsiteY14" fmla="*/ 44688 h 79161"/>
                <a:gd name="connsiteX15" fmla="*/ 33867 w 65177"/>
                <a:gd name="connsiteY15" fmla="*/ 59371 h 79161"/>
                <a:gd name="connsiteX16" fmla="*/ 32589 w 65177"/>
                <a:gd name="connsiteY16" fmla="*/ 60009 h 79161"/>
                <a:gd name="connsiteX17" fmla="*/ 32589 w 65177"/>
                <a:gd name="connsiteY17" fmla="*/ 60009 h 79161"/>
                <a:gd name="connsiteX18" fmla="*/ 32589 w 65177"/>
                <a:gd name="connsiteY18" fmla="*/ 60009 h 79161"/>
                <a:gd name="connsiteX19" fmla="*/ 31310 w 65177"/>
                <a:gd name="connsiteY19" fmla="*/ 59371 h 79161"/>
                <a:gd name="connsiteX20" fmla="*/ 14058 w 65177"/>
                <a:gd name="connsiteY20" fmla="*/ 40857 h 79161"/>
                <a:gd name="connsiteX21" fmla="*/ 14058 w 65177"/>
                <a:gd name="connsiteY21" fmla="*/ 24259 h 79161"/>
                <a:gd name="connsiteX22" fmla="*/ 21726 w 65177"/>
                <a:gd name="connsiteY22" fmla="*/ 21067 h 79161"/>
                <a:gd name="connsiteX23" fmla="*/ 29394 w 65177"/>
                <a:gd name="connsiteY23" fmla="*/ 24259 h 79161"/>
                <a:gd name="connsiteX24" fmla="*/ 32589 w 65177"/>
                <a:gd name="connsiteY24" fmla="*/ 27451 h 79161"/>
                <a:gd name="connsiteX25" fmla="*/ 35783 w 65177"/>
                <a:gd name="connsiteY25" fmla="*/ 24259 h 79161"/>
                <a:gd name="connsiteX26" fmla="*/ 43451 w 65177"/>
                <a:gd name="connsiteY26" fmla="*/ 21067 h 79161"/>
                <a:gd name="connsiteX27" fmla="*/ 51119 w 65177"/>
                <a:gd name="connsiteY27" fmla="*/ 24259 h 79161"/>
                <a:gd name="connsiteX28" fmla="*/ 51119 w 65177"/>
                <a:gd name="connsiteY28" fmla="*/ 40857 h 7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5177" h="79161">
                  <a:moveTo>
                    <a:pt x="32589" y="0"/>
                  </a:moveTo>
                  <a:cubicBezTo>
                    <a:pt x="28115" y="3830"/>
                    <a:pt x="22365" y="7022"/>
                    <a:pt x="16614" y="9576"/>
                  </a:cubicBezTo>
                  <a:cubicBezTo>
                    <a:pt x="10224" y="12130"/>
                    <a:pt x="4473" y="12768"/>
                    <a:pt x="0" y="12768"/>
                  </a:cubicBezTo>
                  <a:lnTo>
                    <a:pt x="639" y="34473"/>
                  </a:lnTo>
                  <a:cubicBezTo>
                    <a:pt x="639" y="45965"/>
                    <a:pt x="5751" y="57456"/>
                    <a:pt x="14058" y="65117"/>
                  </a:cubicBezTo>
                  <a:lnTo>
                    <a:pt x="14697" y="65755"/>
                  </a:lnTo>
                  <a:cubicBezTo>
                    <a:pt x="20447" y="70862"/>
                    <a:pt x="26837" y="75331"/>
                    <a:pt x="33867" y="79161"/>
                  </a:cubicBezTo>
                  <a:cubicBezTo>
                    <a:pt x="40257" y="75969"/>
                    <a:pt x="46007" y="71500"/>
                    <a:pt x="51119" y="66393"/>
                  </a:cubicBezTo>
                  <a:cubicBezTo>
                    <a:pt x="52397" y="65117"/>
                    <a:pt x="53036" y="64478"/>
                    <a:pt x="54314" y="63201"/>
                  </a:cubicBezTo>
                  <a:cubicBezTo>
                    <a:pt x="61343" y="55541"/>
                    <a:pt x="65177" y="45326"/>
                    <a:pt x="65177" y="34473"/>
                  </a:cubicBezTo>
                  <a:lnTo>
                    <a:pt x="65177" y="12768"/>
                  </a:lnTo>
                  <a:cubicBezTo>
                    <a:pt x="59426" y="12130"/>
                    <a:pt x="53036" y="10853"/>
                    <a:pt x="47925" y="8938"/>
                  </a:cubicBezTo>
                  <a:cubicBezTo>
                    <a:pt x="42173" y="5746"/>
                    <a:pt x="37062" y="3192"/>
                    <a:pt x="32589" y="0"/>
                  </a:cubicBezTo>
                  <a:close/>
                  <a:moveTo>
                    <a:pt x="51119" y="40857"/>
                  </a:moveTo>
                  <a:lnTo>
                    <a:pt x="47285" y="44688"/>
                  </a:lnTo>
                  <a:lnTo>
                    <a:pt x="33867" y="59371"/>
                  </a:lnTo>
                  <a:cubicBezTo>
                    <a:pt x="33867" y="59371"/>
                    <a:pt x="33227" y="60009"/>
                    <a:pt x="32589" y="60009"/>
                  </a:cubicBezTo>
                  <a:cubicBezTo>
                    <a:pt x="32589" y="60009"/>
                    <a:pt x="32589" y="60009"/>
                    <a:pt x="32589" y="60009"/>
                  </a:cubicBezTo>
                  <a:cubicBezTo>
                    <a:pt x="32589" y="60009"/>
                    <a:pt x="32589" y="60009"/>
                    <a:pt x="32589" y="60009"/>
                  </a:cubicBezTo>
                  <a:cubicBezTo>
                    <a:pt x="31950" y="60009"/>
                    <a:pt x="31950" y="60009"/>
                    <a:pt x="31310" y="59371"/>
                  </a:cubicBezTo>
                  <a:lnTo>
                    <a:pt x="14058" y="40857"/>
                  </a:lnTo>
                  <a:cubicBezTo>
                    <a:pt x="9585" y="36389"/>
                    <a:pt x="9585" y="28728"/>
                    <a:pt x="14058" y="24259"/>
                  </a:cubicBezTo>
                  <a:cubicBezTo>
                    <a:pt x="15975" y="22344"/>
                    <a:pt x="19170" y="21067"/>
                    <a:pt x="21726" y="21067"/>
                  </a:cubicBezTo>
                  <a:cubicBezTo>
                    <a:pt x="24282" y="21067"/>
                    <a:pt x="27477" y="22344"/>
                    <a:pt x="29394" y="24259"/>
                  </a:cubicBezTo>
                  <a:lnTo>
                    <a:pt x="32589" y="27451"/>
                  </a:lnTo>
                  <a:lnTo>
                    <a:pt x="35783" y="24259"/>
                  </a:lnTo>
                  <a:cubicBezTo>
                    <a:pt x="37700" y="22344"/>
                    <a:pt x="40895" y="21067"/>
                    <a:pt x="43451" y="21067"/>
                  </a:cubicBezTo>
                  <a:cubicBezTo>
                    <a:pt x="46007" y="21067"/>
                    <a:pt x="49202" y="22344"/>
                    <a:pt x="51119" y="24259"/>
                  </a:cubicBezTo>
                  <a:cubicBezTo>
                    <a:pt x="55592" y="28728"/>
                    <a:pt x="55592" y="36389"/>
                    <a:pt x="51119" y="40857"/>
                  </a:cubicBezTo>
                  <a:close/>
                </a:path>
              </a:pathLst>
            </a:custGeom>
            <a:solidFill>
              <a:srgbClr val="007CB0"/>
            </a:solidFill>
            <a:ln w="6390" cap="flat">
              <a:noFill/>
              <a:prstDash val="solid"/>
              <a:miter/>
            </a:ln>
          </p:spPr>
          <p:txBody>
            <a:bodyPr rtlCol="0" anchor="ctr"/>
            <a:lstStyle/>
            <a:p>
              <a:endParaRPr lang="en-US"/>
            </a:p>
          </p:txBody>
        </p:sp>
        <p:sp>
          <p:nvSpPr>
            <p:cNvPr id="916" name="Graphic 4">
              <a:extLst>
                <a:ext uri="{FF2B5EF4-FFF2-40B4-BE49-F238E27FC236}">
                  <a16:creationId xmlns:a16="http://schemas.microsoft.com/office/drawing/2014/main" id="{1508AE3F-83F6-804C-9F07-0EFB62580861}"/>
                </a:ext>
              </a:extLst>
            </p:cNvPr>
            <p:cNvSpPr/>
            <p:nvPr/>
          </p:nvSpPr>
          <p:spPr>
            <a:xfrm>
              <a:off x="5233288" y="2952503"/>
              <a:ext cx="18042" cy="18206"/>
            </a:xfrm>
            <a:custGeom>
              <a:avLst/>
              <a:gdLst>
                <a:gd name="connsiteX0" fmla="*/ 7738 w 18042"/>
                <a:gd name="connsiteY0" fmla="*/ 18126 h 18206"/>
                <a:gd name="connsiteX1" fmla="*/ 17962 w 18042"/>
                <a:gd name="connsiteY1" fmla="*/ 10465 h 18206"/>
                <a:gd name="connsiteX2" fmla="*/ 10294 w 18042"/>
                <a:gd name="connsiteY2" fmla="*/ 250 h 18206"/>
                <a:gd name="connsiteX3" fmla="*/ 3904 w 18042"/>
                <a:gd name="connsiteY3" fmla="*/ 1527 h 18206"/>
                <a:gd name="connsiteX4" fmla="*/ 70 w 18042"/>
                <a:gd name="connsiteY4" fmla="*/ 7273 h 18206"/>
                <a:gd name="connsiteX5" fmla="*/ 7738 w 18042"/>
                <a:gd name="connsiteY5" fmla="*/ 18126 h 1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42" h="18206">
                  <a:moveTo>
                    <a:pt x="7738" y="18126"/>
                  </a:moveTo>
                  <a:cubicBezTo>
                    <a:pt x="12850" y="18764"/>
                    <a:pt x="17323" y="15572"/>
                    <a:pt x="17962" y="10465"/>
                  </a:cubicBezTo>
                  <a:cubicBezTo>
                    <a:pt x="18601" y="5358"/>
                    <a:pt x="15406" y="889"/>
                    <a:pt x="10294" y="250"/>
                  </a:cubicBezTo>
                  <a:cubicBezTo>
                    <a:pt x="7738" y="-388"/>
                    <a:pt x="5821" y="250"/>
                    <a:pt x="3904" y="1527"/>
                  </a:cubicBezTo>
                  <a:cubicBezTo>
                    <a:pt x="1987" y="2804"/>
                    <a:pt x="709" y="4719"/>
                    <a:pt x="70" y="7273"/>
                  </a:cubicBezTo>
                  <a:cubicBezTo>
                    <a:pt x="-569" y="13018"/>
                    <a:pt x="3265" y="17487"/>
                    <a:pt x="7738" y="18126"/>
                  </a:cubicBezTo>
                  <a:close/>
                </a:path>
              </a:pathLst>
            </a:custGeom>
            <a:solidFill>
              <a:srgbClr val="007CB0"/>
            </a:solidFill>
            <a:ln w="6390" cap="flat">
              <a:noFill/>
              <a:prstDash val="solid"/>
              <a:miter/>
            </a:ln>
          </p:spPr>
          <p:txBody>
            <a:bodyPr rtlCol="0" anchor="ctr"/>
            <a:lstStyle/>
            <a:p>
              <a:endParaRPr lang="en-US"/>
            </a:p>
          </p:txBody>
        </p:sp>
        <p:sp>
          <p:nvSpPr>
            <p:cNvPr id="917" name="Graphic 4">
              <a:extLst>
                <a:ext uri="{FF2B5EF4-FFF2-40B4-BE49-F238E27FC236}">
                  <a16:creationId xmlns:a16="http://schemas.microsoft.com/office/drawing/2014/main" id="{9C79A13B-661F-EB42-9DB3-D951717B1A4B}"/>
                </a:ext>
              </a:extLst>
            </p:cNvPr>
            <p:cNvSpPr/>
            <p:nvPr/>
          </p:nvSpPr>
          <p:spPr>
            <a:xfrm>
              <a:off x="5099808" y="2855717"/>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121409 w 361670"/>
                <a:gd name="connsiteY5" fmla="*/ 102782 h 361333"/>
                <a:gd name="connsiteX6" fmla="*/ 146330 w 361670"/>
                <a:gd name="connsiteY6" fmla="*/ 84907 h 361333"/>
                <a:gd name="connsiteX7" fmla="*/ 164221 w 361670"/>
                <a:gd name="connsiteY7" fmla="*/ 109804 h 361333"/>
                <a:gd name="connsiteX8" fmla="*/ 142496 w 361670"/>
                <a:gd name="connsiteY8" fmla="*/ 128318 h 361333"/>
                <a:gd name="connsiteX9" fmla="*/ 139301 w 361670"/>
                <a:gd name="connsiteY9" fmla="*/ 128318 h 361333"/>
                <a:gd name="connsiteX10" fmla="*/ 139301 w 361670"/>
                <a:gd name="connsiteY10" fmla="*/ 128318 h 361333"/>
                <a:gd name="connsiteX11" fmla="*/ 121409 w 361670"/>
                <a:gd name="connsiteY11" fmla="*/ 102782 h 361333"/>
                <a:gd name="connsiteX12" fmla="*/ 208312 w 361670"/>
                <a:gd name="connsiteY12" fmla="*/ 271319 h 361333"/>
                <a:gd name="connsiteX13" fmla="*/ 145691 w 361670"/>
                <a:gd name="connsiteY13" fmla="*/ 305154 h 361333"/>
                <a:gd name="connsiteX14" fmla="*/ 133550 w 361670"/>
                <a:gd name="connsiteY14" fmla="*/ 304516 h 361333"/>
                <a:gd name="connsiteX15" fmla="*/ 84986 w 361670"/>
                <a:gd name="connsiteY15" fmla="*/ 274511 h 361333"/>
                <a:gd name="connsiteX16" fmla="*/ 71567 w 361670"/>
                <a:gd name="connsiteY16" fmla="*/ 218971 h 361333"/>
                <a:gd name="connsiteX17" fmla="*/ 115019 w 361670"/>
                <a:gd name="connsiteY17" fmla="*/ 162792 h 361333"/>
                <a:gd name="connsiteX18" fmla="*/ 123326 w 361670"/>
                <a:gd name="connsiteY18" fmla="*/ 165984 h 361333"/>
                <a:gd name="connsiteX19" fmla="*/ 120131 w 361670"/>
                <a:gd name="connsiteY19" fmla="*/ 174283 h 361333"/>
                <a:gd name="connsiteX20" fmla="*/ 83708 w 361670"/>
                <a:gd name="connsiteY20" fmla="*/ 220886 h 361333"/>
                <a:gd name="connsiteX21" fmla="*/ 94571 w 361670"/>
                <a:gd name="connsiteY21" fmla="*/ 266850 h 361333"/>
                <a:gd name="connsiteX22" fmla="*/ 134828 w 361670"/>
                <a:gd name="connsiteY22" fmla="*/ 291748 h 361333"/>
                <a:gd name="connsiteX23" fmla="*/ 196171 w 361670"/>
                <a:gd name="connsiteY23" fmla="*/ 264297 h 361333"/>
                <a:gd name="connsiteX24" fmla="*/ 205117 w 361670"/>
                <a:gd name="connsiteY24" fmla="*/ 262382 h 361333"/>
                <a:gd name="connsiteX25" fmla="*/ 208312 w 361670"/>
                <a:gd name="connsiteY25" fmla="*/ 271319 h 361333"/>
                <a:gd name="connsiteX26" fmla="*/ 253681 w 361670"/>
                <a:gd name="connsiteY26" fmla="*/ 271958 h 361333"/>
                <a:gd name="connsiteX27" fmla="*/ 231316 w 361670"/>
                <a:gd name="connsiteY27" fmla="*/ 277065 h 361333"/>
                <a:gd name="connsiteX28" fmla="*/ 230038 w 361670"/>
                <a:gd name="connsiteY28" fmla="*/ 277065 h 361333"/>
                <a:gd name="connsiteX29" fmla="*/ 223648 w 361670"/>
                <a:gd name="connsiteY29" fmla="*/ 272596 h 361333"/>
                <a:gd name="connsiteX30" fmla="*/ 201922 w 361670"/>
                <a:gd name="connsiteY30" fmla="*/ 203649 h 361333"/>
                <a:gd name="connsiteX31" fmla="*/ 141218 w 361670"/>
                <a:gd name="connsiteY31" fmla="*/ 201734 h 361333"/>
                <a:gd name="connsiteX32" fmla="*/ 134828 w 361670"/>
                <a:gd name="connsiteY32" fmla="*/ 195350 h 361333"/>
                <a:gd name="connsiteX33" fmla="*/ 134828 w 361670"/>
                <a:gd name="connsiteY33" fmla="*/ 151300 h 361333"/>
                <a:gd name="connsiteX34" fmla="*/ 141218 w 361670"/>
                <a:gd name="connsiteY34" fmla="*/ 144916 h 361333"/>
                <a:gd name="connsiteX35" fmla="*/ 141218 w 361670"/>
                <a:gd name="connsiteY35" fmla="*/ 144916 h 361333"/>
                <a:gd name="connsiteX36" fmla="*/ 147608 w 361670"/>
                <a:gd name="connsiteY36" fmla="*/ 151300 h 361333"/>
                <a:gd name="connsiteX37" fmla="*/ 147608 w 361670"/>
                <a:gd name="connsiteY37" fmla="*/ 157684 h 361333"/>
                <a:gd name="connsiteX38" fmla="*/ 193615 w 361670"/>
                <a:gd name="connsiteY38" fmla="*/ 158961 h 361333"/>
                <a:gd name="connsiteX39" fmla="*/ 200005 w 361670"/>
                <a:gd name="connsiteY39" fmla="*/ 165345 h 361333"/>
                <a:gd name="connsiteX40" fmla="*/ 193615 w 361670"/>
                <a:gd name="connsiteY40" fmla="*/ 171729 h 361333"/>
                <a:gd name="connsiteX41" fmla="*/ 193615 w 361670"/>
                <a:gd name="connsiteY41" fmla="*/ 171729 h 361333"/>
                <a:gd name="connsiteX42" fmla="*/ 147608 w 361670"/>
                <a:gd name="connsiteY42" fmla="*/ 170452 h 361333"/>
                <a:gd name="connsiteX43" fmla="*/ 147608 w 361670"/>
                <a:gd name="connsiteY43" fmla="*/ 189604 h 361333"/>
                <a:gd name="connsiteX44" fmla="*/ 207034 w 361670"/>
                <a:gd name="connsiteY44" fmla="*/ 191519 h 361333"/>
                <a:gd name="connsiteX45" fmla="*/ 212785 w 361670"/>
                <a:gd name="connsiteY45" fmla="*/ 195988 h 361333"/>
                <a:gd name="connsiteX46" fmla="*/ 233872 w 361670"/>
                <a:gd name="connsiteY46" fmla="*/ 263658 h 361333"/>
                <a:gd name="connsiteX47" fmla="*/ 250486 w 361670"/>
                <a:gd name="connsiteY47" fmla="*/ 259828 h 361333"/>
                <a:gd name="connsiteX48" fmla="*/ 258154 w 361670"/>
                <a:gd name="connsiteY48" fmla="*/ 264935 h 361333"/>
                <a:gd name="connsiteX49" fmla="*/ 253681 w 361670"/>
                <a:gd name="connsiteY49" fmla="*/ 271958 h 361333"/>
                <a:gd name="connsiteX50" fmla="*/ 290103 w 361670"/>
                <a:gd name="connsiteY50" fmla="*/ 121934 h 361333"/>
                <a:gd name="connsiteX51" fmla="*/ 276045 w 361670"/>
                <a:gd name="connsiteY51" fmla="*/ 158961 h 361333"/>
                <a:gd name="connsiteX52" fmla="*/ 272850 w 361670"/>
                <a:gd name="connsiteY52" fmla="*/ 162792 h 361333"/>
                <a:gd name="connsiteX53" fmla="*/ 249208 w 361670"/>
                <a:gd name="connsiteY53" fmla="*/ 179390 h 361333"/>
                <a:gd name="connsiteX54" fmla="*/ 246652 w 361670"/>
                <a:gd name="connsiteY54" fmla="*/ 180028 h 361333"/>
                <a:gd name="connsiteX55" fmla="*/ 244096 w 361670"/>
                <a:gd name="connsiteY55" fmla="*/ 179390 h 361333"/>
                <a:gd name="connsiteX56" fmla="*/ 219175 w 361670"/>
                <a:gd name="connsiteY56" fmla="*/ 162792 h 361333"/>
                <a:gd name="connsiteX57" fmla="*/ 218536 w 361670"/>
                <a:gd name="connsiteY57" fmla="*/ 162153 h 361333"/>
                <a:gd name="connsiteX58" fmla="*/ 201283 w 361670"/>
                <a:gd name="connsiteY58" fmla="*/ 122572 h 361333"/>
                <a:gd name="connsiteX59" fmla="*/ 200644 w 361670"/>
                <a:gd name="connsiteY59" fmla="*/ 94483 h 361333"/>
                <a:gd name="connsiteX60" fmla="*/ 202561 w 361670"/>
                <a:gd name="connsiteY60" fmla="*/ 89376 h 361333"/>
                <a:gd name="connsiteX61" fmla="*/ 207673 w 361670"/>
                <a:gd name="connsiteY61" fmla="*/ 87460 h 361333"/>
                <a:gd name="connsiteX62" fmla="*/ 225565 w 361670"/>
                <a:gd name="connsiteY62" fmla="*/ 84907 h 361333"/>
                <a:gd name="connsiteX63" fmla="*/ 240901 w 361670"/>
                <a:gd name="connsiteY63" fmla="*/ 74692 h 361333"/>
                <a:gd name="connsiteX64" fmla="*/ 245374 w 361670"/>
                <a:gd name="connsiteY64" fmla="*/ 72777 h 361333"/>
                <a:gd name="connsiteX65" fmla="*/ 249847 w 361670"/>
                <a:gd name="connsiteY65" fmla="*/ 74692 h 361333"/>
                <a:gd name="connsiteX66" fmla="*/ 264544 w 361670"/>
                <a:gd name="connsiteY66" fmla="*/ 84268 h 361333"/>
                <a:gd name="connsiteX67" fmla="*/ 283075 w 361670"/>
                <a:gd name="connsiteY67" fmla="*/ 87460 h 361333"/>
                <a:gd name="connsiteX68" fmla="*/ 287547 w 361670"/>
                <a:gd name="connsiteY68" fmla="*/ 89376 h 361333"/>
                <a:gd name="connsiteX69" fmla="*/ 289464 w 361670"/>
                <a:gd name="connsiteY69" fmla="*/ 93844 h 361333"/>
                <a:gd name="connsiteX70" fmla="*/ 289464 w 361670"/>
                <a:gd name="connsiteY70" fmla="*/ 12193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61670" h="361333">
                  <a:moveTo>
                    <a:pt x="180836" y="0"/>
                  </a:moveTo>
                  <a:cubicBezTo>
                    <a:pt x="80513" y="0"/>
                    <a:pt x="0" y="81076"/>
                    <a:pt x="0" y="180667"/>
                  </a:cubicBezTo>
                  <a:cubicBezTo>
                    <a:pt x="0" y="280895"/>
                    <a:pt x="81152" y="361333"/>
                    <a:pt x="180836" y="361333"/>
                  </a:cubicBezTo>
                  <a:cubicBezTo>
                    <a:pt x="280518" y="361333"/>
                    <a:pt x="361671" y="280257"/>
                    <a:pt x="361671" y="180667"/>
                  </a:cubicBezTo>
                  <a:cubicBezTo>
                    <a:pt x="361671" y="80438"/>
                    <a:pt x="280518" y="0"/>
                    <a:pt x="180836" y="0"/>
                  </a:cubicBezTo>
                  <a:close/>
                  <a:moveTo>
                    <a:pt x="121409" y="102782"/>
                  </a:moveTo>
                  <a:cubicBezTo>
                    <a:pt x="123326" y="90652"/>
                    <a:pt x="134828" y="82992"/>
                    <a:pt x="146330" y="84907"/>
                  </a:cubicBezTo>
                  <a:cubicBezTo>
                    <a:pt x="158471" y="86822"/>
                    <a:pt x="166138" y="98313"/>
                    <a:pt x="164221" y="109804"/>
                  </a:cubicBezTo>
                  <a:cubicBezTo>
                    <a:pt x="162305" y="120657"/>
                    <a:pt x="153358" y="128318"/>
                    <a:pt x="142496" y="128318"/>
                  </a:cubicBezTo>
                  <a:cubicBezTo>
                    <a:pt x="141218" y="128318"/>
                    <a:pt x="139940" y="128318"/>
                    <a:pt x="139301" y="128318"/>
                  </a:cubicBezTo>
                  <a:lnTo>
                    <a:pt x="139301" y="128318"/>
                  </a:lnTo>
                  <a:cubicBezTo>
                    <a:pt x="127799" y="125764"/>
                    <a:pt x="119492" y="114912"/>
                    <a:pt x="121409" y="102782"/>
                  </a:cubicBezTo>
                  <a:close/>
                  <a:moveTo>
                    <a:pt x="208312" y="271319"/>
                  </a:moveTo>
                  <a:cubicBezTo>
                    <a:pt x="194254" y="292386"/>
                    <a:pt x="170611" y="305154"/>
                    <a:pt x="145691" y="305154"/>
                  </a:cubicBezTo>
                  <a:cubicBezTo>
                    <a:pt x="141857" y="305154"/>
                    <a:pt x="138023" y="305154"/>
                    <a:pt x="133550" y="304516"/>
                  </a:cubicBezTo>
                  <a:cubicBezTo>
                    <a:pt x="113741" y="301324"/>
                    <a:pt x="96488" y="290471"/>
                    <a:pt x="84986" y="274511"/>
                  </a:cubicBezTo>
                  <a:cubicBezTo>
                    <a:pt x="73484" y="258551"/>
                    <a:pt x="68372" y="238761"/>
                    <a:pt x="71567" y="218971"/>
                  </a:cubicBezTo>
                  <a:cubicBezTo>
                    <a:pt x="75402" y="194073"/>
                    <a:pt x="92015" y="173006"/>
                    <a:pt x="115019" y="162792"/>
                  </a:cubicBezTo>
                  <a:cubicBezTo>
                    <a:pt x="118214" y="161515"/>
                    <a:pt x="122048" y="162792"/>
                    <a:pt x="123326" y="165984"/>
                  </a:cubicBezTo>
                  <a:cubicBezTo>
                    <a:pt x="124604" y="169176"/>
                    <a:pt x="123326" y="173006"/>
                    <a:pt x="120131" y="174283"/>
                  </a:cubicBezTo>
                  <a:cubicBezTo>
                    <a:pt x="100961" y="182582"/>
                    <a:pt x="87542" y="200457"/>
                    <a:pt x="83708" y="220886"/>
                  </a:cubicBezTo>
                  <a:cubicBezTo>
                    <a:pt x="81152" y="237484"/>
                    <a:pt x="84986" y="253444"/>
                    <a:pt x="94571" y="266850"/>
                  </a:cubicBezTo>
                  <a:cubicBezTo>
                    <a:pt x="104156" y="280257"/>
                    <a:pt x="118853" y="289194"/>
                    <a:pt x="134828" y="291748"/>
                  </a:cubicBezTo>
                  <a:cubicBezTo>
                    <a:pt x="159110" y="295578"/>
                    <a:pt x="182752" y="284725"/>
                    <a:pt x="196171" y="264297"/>
                  </a:cubicBezTo>
                  <a:cubicBezTo>
                    <a:pt x="198088" y="261105"/>
                    <a:pt x="201922" y="260466"/>
                    <a:pt x="205117" y="262382"/>
                  </a:cubicBezTo>
                  <a:cubicBezTo>
                    <a:pt x="209590" y="264297"/>
                    <a:pt x="210229" y="268127"/>
                    <a:pt x="208312" y="271319"/>
                  </a:cubicBezTo>
                  <a:close/>
                  <a:moveTo>
                    <a:pt x="253681" y="271958"/>
                  </a:moveTo>
                  <a:lnTo>
                    <a:pt x="231316" y="277065"/>
                  </a:lnTo>
                  <a:cubicBezTo>
                    <a:pt x="230677" y="277065"/>
                    <a:pt x="230677" y="277065"/>
                    <a:pt x="230038" y="277065"/>
                  </a:cubicBezTo>
                  <a:cubicBezTo>
                    <a:pt x="227482" y="277065"/>
                    <a:pt x="224926" y="275149"/>
                    <a:pt x="223648" y="272596"/>
                  </a:cubicBezTo>
                  <a:lnTo>
                    <a:pt x="201922" y="203649"/>
                  </a:lnTo>
                  <a:lnTo>
                    <a:pt x="141218" y="201734"/>
                  </a:lnTo>
                  <a:cubicBezTo>
                    <a:pt x="138023" y="201734"/>
                    <a:pt x="134828" y="198542"/>
                    <a:pt x="134828" y="195350"/>
                  </a:cubicBezTo>
                  <a:lnTo>
                    <a:pt x="134828" y="151300"/>
                  </a:lnTo>
                  <a:cubicBezTo>
                    <a:pt x="134828" y="147470"/>
                    <a:pt x="137384" y="144916"/>
                    <a:pt x="141218" y="144916"/>
                  </a:cubicBezTo>
                  <a:cubicBezTo>
                    <a:pt x="141218" y="144916"/>
                    <a:pt x="141218" y="144916"/>
                    <a:pt x="141218" y="144916"/>
                  </a:cubicBezTo>
                  <a:cubicBezTo>
                    <a:pt x="145052" y="144916"/>
                    <a:pt x="147608" y="147470"/>
                    <a:pt x="147608" y="151300"/>
                  </a:cubicBezTo>
                  <a:lnTo>
                    <a:pt x="147608" y="157684"/>
                  </a:lnTo>
                  <a:lnTo>
                    <a:pt x="193615" y="158961"/>
                  </a:lnTo>
                  <a:cubicBezTo>
                    <a:pt x="197449" y="158961"/>
                    <a:pt x="200005" y="162153"/>
                    <a:pt x="200005" y="165345"/>
                  </a:cubicBezTo>
                  <a:cubicBezTo>
                    <a:pt x="200005" y="168537"/>
                    <a:pt x="196810" y="171729"/>
                    <a:pt x="193615" y="171729"/>
                  </a:cubicBezTo>
                  <a:cubicBezTo>
                    <a:pt x="193615" y="171729"/>
                    <a:pt x="193615" y="171729"/>
                    <a:pt x="193615" y="171729"/>
                  </a:cubicBezTo>
                  <a:lnTo>
                    <a:pt x="147608" y="170452"/>
                  </a:lnTo>
                  <a:lnTo>
                    <a:pt x="147608" y="189604"/>
                  </a:lnTo>
                  <a:lnTo>
                    <a:pt x="207034" y="191519"/>
                  </a:lnTo>
                  <a:cubicBezTo>
                    <a:pt x="209590" y="191519"/>
                    <a:pt x="212146" y="193435"/>
                    <a:pt x="212785" y="195988"/>
                  </a:cubicBezTo>
                  <a:lnTo>
                    <a:pt x="233872" y="263658"/>
                  </a:lnTo>
                  <a:lnTo>
                    <a:pt x="250486" y="259828"/>
                  </a:lnTo>
                  <a:cubicBezTo>
                    <a:pt x="253681" y="259190"/>
                    <a:pt x="257515" y="261105"/>
                    <a:pt x="258154" y="264935"/>
                  </a:cubicBezTo>
                  <a:cubicBezTo>
                    <a:pt x="258792" y="267489"/>
                    <a:pt x="256876" y="271319"/>
                    <a:pt x="253681" y="271958"/>
                  </a:cubicBezTo>
                  <a:close/>
                  <a:moveTo>
                    <a:pt x="290103" y="121934"/>
                  </a:moveTo>
                  <a:cubicBezTo>
                    <a:pt x="290103" y="135979"/>
                    <a:pt x="284991" y="149385"/>
                    <a:pt x="276045" y="158961"/>
                  </a:cubicBezTo>
                  <a:cubicBezTo>
                    <a:pt x="274767" y="160238"/>
                    <a:pt x="274128" y="161515"/>
                    <a:pt x="272850" y="162792"/>
                  </a:cubicBezTo>
                  <a:cubicBezTo>
                    <a:pt x="265822" y="169814"/>
                    <a:pt x="258154" y="175560"/>
                    <a:pt x="249208" y="179390"/>
                  </a:cubicBezTo>
                  <a:cubicBezTo>
                    <a:pt x="248569" y="180028"/>
                    <a:pt x="247291" y="180028"/>
                    <a:pt x="246652" y="180028"/>
                  </a:cubicBezTo>
                  <a:cubicBezTo>
                    <a:pt x="246013" y="180028"/>
                    <a:pt x="244735" y="180028"/>
                    <a:pt x="244096" y="179390"/>
                  </a:cubicBezTo>
                  <a:cubicBezTo>
                    <a:pt x="234511" y="174921"/>
                    <a:pt x="226204" y="169814"/>
                    <a:pt x="219175" y="162792"/>
                  </a:cubicBezTo>
                  <a:lnTo>
                    <a:pt x="218536" y="162153"/>
                  </a:lnTo>
                  <a:cubicBezTo>
                    <a:pt x="207673" y="151939"/>
                    <a:pt x="201922" y="137894"/>
                    <a:pt x="201283" y="122572"/>
                  </a:cubicBezTo>
                  <a:lnTo>
                    <a:pt x="200644" y="94483"/>
                  </a:lnTo>
                  <a:cubicBezTo>
                    <a:pt x="200644" y="92568"/>
                    <a:pt x="201283" y="90652"/>
                    <a:pt x="202561" y="89376"/>
                  </a:cubicBezTo>
                  <a:cubicBezTo>
                    <a:pt x="203839" y="88099"/>
                    <a:pt x="205756" y="87460"/>
                    <a:pt x="207673" y="87460"/>
                  </a:cubicBezTo>
                  <a:cubicBezTo>
                    <a:pt x="212146" y="88099"/>
                    <a:pt x="218536" y="88099"/>
                    <a:pt x="225565" y="84907"/>
                  </a:cubicBezTo>
                  <a:cubicBezTo>
                    <a:pt x="231316" y="82992"/>
                    <a:pt x="237067" y="79161"/>
                    <a:pt x="240901" y="74692"/>
                  </a:cubicBezTo>
                  <a:cubicBezTo>
                    <a:pt x="242179" y="73416"/>
                    <a:pt x="243457" y="72777"/>
                    <a:pt x="245374" y="72777"/>
                  </a:cubicBezTo>
                  <a:cubicBezTo>
                    <a:pt x="247291" y="72777"/>
                    <a:pt x="248569" y="73416"/>
                    <a:pt x="249847" y="74692"/>
                  </a:cubicBezTo>
                  <a:cubicBezTo>
                    <a:pt x="254320" y="78523"/>
                    <a:pt x="258792" y="82353"/>
                    <a:pt x="264544" y="84268"/>
                  </a:cubicBezTo>
                  <a:cubicBezTo>
                    <a:pt x="270295" y="86822"/>
                    <a:pt x="276685" y="87460"/>
                    <a:pt x="283075" y="87460"/>
                  </a:cubicBezTo>
                  <a:cubicBezTo>
                    <a:pt x="284991" y="87460"/>
                    <a:pt x="286270" y="88099"/>
                    <a:pt x="287547" y="89376"/>
                  </a:cubicBezTo>
                  <a:cubicBezTo>
                    <a:pt x="288825" y="90652"/>
                    <a:pt x="289464" y="92568"/>
                    <a:pt x="289464" y="93844"/>
                  </a:cubicBezTo>
                  <a:lnTo>
                    <a:pt x="289464" y="121934"/>
                  </a:lnTo>
                  <a:close/>
                </a:path>
              </a:pathLst>
            </a:custGeom>
            <a:solidFill>
              <a:srgbClr val="007CB0"/>
            </a:solidFill>
            <a:ln w="6390" cap="flat">
              <a:noFill/>
              <a:prstDash val="solid"/>
              <a:miter/>
            </a:ln>
          </p:spPr>
          <p:txBody>
            <a:bodyPr rtlCol="0" anchor="ctr"/>
            <a:lstStyle/>
            <a:p>
              <a:endParaRPr lang="en-US"/>
            </a:p>
          </p:txBody>
        </p:sp>
      </p:grpSp>
      <p:grpSp>
        <p:nvGrpSpPr>
          <p:cNvPr id="918" name="Graphic 4">
            <a:extLst>
              <a:ext uri="{FF2B5EF4-FFF2-40B4-BE49-F238E27FC236}">
                <a16:creationId xmlns:a16="http://schemas.microsoft.com/office/drawing/2014/main" id="{1F5CCA85-9941-B34B-B01E-BBE7D25DB8D6}"/>
              </a:ext>
            </a:extLst>
          </p:cNvPr>
          <p:cNvGrpSpPr/>
          <p:nvPr/>
        </p:nvGrpSpPr>
        <p:grpSpPr>
          <a:xfrm>
            <a:off x="4046108" y="3824168"/>
            <a:ext cx="361670" cy="361333"/>
            <a:chOff x="4046108" y="3824168"/>
            <a:chExt cx="361670" cy="361333"/>
          </a:xfrm>
          <a:solidFill>
            <a:srgbClr val="007CB0"/>
          </a:solidFill>
        </p:grpSpPr>
        <p:sp>
          <p:nvSpPr>
            <p:cNvPr id="919" name="Graphic 4">
              <a:extLst>
                <a:ext uri="{FF2B5EF4-FFF2-40B4-BE49-F238E27FC236}">
                  <a16:creationId xmlns:a16="http://schemas.microsoft.com/office/drawing/2014/main" id="{FCFE5C02-CD2D-F94A-8CBA-130FDEE693EC}"/>
                </a:ext>
              </a:extLst>
            </p:cNvPr>
            <p:cNvSpPr/>
            <p:nvPr/>
          </p:nvSpPr>
          <p:spPr>
            <a:xfrm>
              <a:off x="4101602" y="3998450"/>
              <a:ext cx="13614" cy="13504"/>
            </a:xfrm>
            <a:custGeom>
              <a:avLst/>
              <a:gdLst>
                <a:gd name="connsiteX0" fmla="*/ 7766 w 13614"/>
                <a:gd name="connsiteY0" fmla="*/ 0 h 13504"/>
                <a:gd name="connsiteX1" fmla="*/ 6488 w 13614"/>
                <a:gd name="connsiteY1" fmla="*/ 0 h 13504"/>
                <a:gd name="connsiteX2" fmla="*/ 2654 w 13614"/>
                <a:gd name="connsiteY2" fmla="*/ 1277 h 13504"/>
                <a:gd name="connsiteX3" fmla="*/ 98 w 13614"/>
                <a:gd name="connsiteY3" fmla="*/ 5745 h 13504"/>
                <a:gd name="connsiteX4" fmla="*/ 5849 w 13614"/>
                <a:gd name="connsiteY4" fmla="*/ 13406 h 13504"/>
                <a:gd name="connsiteX5" fmla="*/ 13517 w 13614"/>
                <a:gd name="connsiteY5" fmla="*/ 7661 h 13504"/>
                <a:gd name="connsiteX6" fmla="*/ 7766 w 13614"/>
                <a:gd name="connsiteY6" fmla="*/ 0 h 1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14" h="13504">
                  <a:moveTo>
                    <a:pt x="7766" y="0"/>
                  </a:moveTo>
                  <a:cubicBezTo>
                    <a:pt x="7127" y="0"/>
                    <a:pt x="7127" y="0"/>
                    <a:pt x="6488" y="0"/>
                  </a:cubicBezTo>
                  <a:cubicBezTo>
                    <a:pt x="5210" y="0"/>
                    <a:pt x="3932" y="638"/>
                    <a:pt x="2654" y="1277"/>
                  </a:cubicBezTo>
                  <a:cubicBezTo>
                    <a:pt x="1376" y="2553"/>
                    <a:pt x="98" y="3830"/>
                    <a:pt x="98" y="5745"/>
                  </a:cubicBezTo>
                  <a:cubicBezTo>
                    <a:pt x="-541" y="9576"/>
                    <a:pt x="2015" y="12768"/>
                    <a:pt x="5849" y="13406"/>
                  </a:cubicBezTo>
                  <a:cubicBezTo>
                    <a:pt x="9683" y="14045"/>
                    <a:pt x="12878" y="11491"/>
                    <a:pt x="13517" y="7661"/>
                  </a:cubicBezTo>
                  <a:cubicBezTo>
                    <a:pt x="14155" y="3830"/>
                    <a:pt x="11600" y="638"/>
                    <a:pt x="7766" y="0"/>
                  </a:cubicBezTo>
                  <a:close/>
                </a:path>
              </a:pathLst>
            </a:custGeom>
            <a:solidFill>
              <a:srgbClr val="007CB0"/>
            </a:solidFill>
            <a:ln w="6390" cap="flat">
              <a:noFill/>
              <a:prstDash val="solid"/>
              <a:miter/>
            </a:ln>
          </p:spPr>
          <p:txBody>
            <a:bodyPr rtlCol="0" anchor="ctr"/>
            <a:lstStyle/>
            <a:p>
              <a:endParaRPr lang="en-US"/>
            </a:p>
          </p:txBody>
        </p:sp>
        <p:sp>
          <p:nvSpPr>
            <p:cNvPr id="920" name="Graphic 4">
              <a:extLst>
                <a:ext uri="{FF2B5EF4-FFF2-40B4-BE49-F238E27FC236}">
                  <a16:creationId xmlns:a16="http://schemas.microsoft.com/office/drawing/2014/main" id="{785DA19A-FA7B-4242-98CE-96D7F38DE132}"/>
                </a:ext>
              </a:extLst>
            </p:cNvPr>
            <p:cNvSpPr/>
            <p:nvPr/>
          </p:nvSpPr>
          <p:spPr>
            <a:xfrm>
              <a:off x="4136845" y="4082719"/>
              <a:ext cx="13717" cy="13406"/>
            </a:xfrm>
            <a:custGeom>
              <a:avLst/>
              <a:gdLst>
                <a:gd name="connsiteX0" fmla="*/ 6390 w 13717"/>
                <a:gd name="connsiteY0" fmla="*/ 0 h 13406"/>
                <a:gd name="connsiteX1" fmla="*/ 2556 w 13717"/>
                <a:gd name="connsiteY1" fmla="*/ 1276 h 13406"/>
                <a:gd name="connsiteX2" fmla="*/ 0 w 13717"/>
                <a:gd name="connsiteY2" fmla="*/ 5745 h 13406"/>
                <a:gd name="connsiteX3" fmla="*/ 1278 w 13717"/>
                <a:gd name="connsiteY3" fmla="*/ 10852 h 13406"/>
                <a:gd name="connsiteX4" fmla="*/ 5751 w 13717"/>
                <a:gd name="connsiteY4" fmla="*/ 13406 h 13406"/>
                <a:gd name="connsiteX5" fmla="*/ 10863 w 13717"/>
                <a:gd name="connsiteY5" fmla="*/ 12129 h 13406"/>
                <a:gd name="connsiteX6" fmla="*/ 12141 w 13717"/>
                <a:gd name="connsiteY6" fmla="*/ 2553 h 13406"/>
                <a:gd name="connsiteX7" fmla="*/ 6390 w 13717"/>
                <a:gd name="connsiteY7" fmla="*/ 0 h 13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7" h="13406">
                  <a:moveTo>
                    <a:pt x="6390" y="0"/>
                  </a:moveTo>
                  <a:cubicBezTo>
                    <a:pt x="5112" y="0"/>
                    <a:pt x="3834" y="638"/>
                    <a:pt x="2556" y="1276"/>
                  </a:cubicBezTo>
                  <a:cubicBezTo>
                    <a:pt x="1278" y="2553"/>
                    <a:pt x="0" y="3830"/>
                    <a:pt x="0" y="5745"/>
                  </a:cubicBezTo>
                  <a:cubicBezTo>
                    <a:pt x="0" y="7660"/>
                    <a:pt x="0" y="8937"/>
                    <a:pt x="1278" y="10852"/>
                  </a:cubicBezTo>
                  <a:cubicBezTo>
                    <a:pt x="2556" y="12129"/>
                    <a:pt x="3834" y="13406"/>
                    <a:pt x="5751" y="13406"/>
                  </a:cubicBezTo>
                  <a:cubicBezTo>
                    <a:pt x="7668" y="13406"/>
                    <a:pt x="8946" y="13406"/>
                    <a:pt x="10863" y="12129"/>
                  </a:cubicBezTo>
                  <a:cubicBezTo>
                    <a:pt x="14058" y="10214"/>
                    <a:pt x="14697" y="5745"/>
                    <a:pt x="12141" y="2553"/>
                  </a:cubicBezTo>
                  <a:cubicBezTo>
                    <a:pt x="10224" y="638"/>
                    <a:pt x="8307" y="0"/>
                    <a:pt x="6390" y="0"/>
                  </a:cubicBezTo>
                  <a:close/>
                </a:path>
              </a:pathLst>
            </a:custGeom>
            <a:solidFill>
              <a:srgbClr val="007CB0"/>
            </a:solidFill>
            <a:ln w="6390" cap="flat">
              <a:noFill/>
              <a:prstDash val="solid"/>
              <a:miter/>
            </a:ln>
          </p:spPr>
          <p:txBody>
            <a:bodyPr rtlCol="0" anchor="ctr"/>
            <a:lstStyle/>
            <a:p>
              <a:endParaRPr lang="en-US"/>
            </a:p>
          </p:txBody>
        </p:sp>
        <p:sp>
          <p:nvSpPr>
            <p:cNvPr id="921" name="Graphic 4">
              <a:extLst>
                <a:ext uri="{FF2B5EF4-FFF2-40B4-BE49-F238E27FC236}">
                  <a16:creationId xmlns:a16="http://schemas.microsoft.com/office/drawing/2014/main" id="{88B86C58-C11F-3343-B229-169347D3948A}"/>
                </a:ext>
              </a:extLst>
            </p:cNvPr>
            <p:cNvSpPr/>
            <p:nvPr/>
          </p:nvSpPr>
          <p:spPr>
            <a:xfrm>
              <a:off x="4220455" y="4117094"/>
              <a:ext cx="13614" cy="13602"/>
            </a:xfrm>
            <a:custGeom>
              <a:avLst/>
              <a:gdLst>
                <a:gd name="connsiteX0" fmla="*/ 5849 w 13614"/>
                <a:gd name="connsiteY0" fmla="*/ 98 h 13602"/>
                <a:gd name="connsiteX1" fmla="*/ 98 w 13614"/>
                <a:gd name="connsiteY1" fmla="*/ 7759 h 13602"/>
                <a:gd name="connsiteX2" fmla="*/ 7766 w 13614"/>
                <a:gd name="connsiteY2" fmla="*/ 13504 h 13602"/>
                <a:gd name="connsiteX3" fmla="*/ 13517 w 13614"/>
                <a:gd name="connsiteY3" fmla="*/ 5843 h 13602"/>
                <a:gd name="connsiteX4" fmla="*/ 5849 w 13614"/>
                <a:gd name="connsiteY4" fmla="*/ 98 h 13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14" h="13602">
                  <a:moveTo>
                    <a:pt x="5849" y="98"/>
                  </a:moveTo>
                  <a:cubicBezTo>
                    <a:pt x="2015" y="736"/>
                    <a:pt x="-541" y="3928"/>
                    <a:pt x="98" y="7759"/>
                  </a:cubicBezTo>
                  <a:cubicBezTo>
                    <a:pt x="737" y="11589"/>
                    <a:pt x="3932" y="14143"/>
                    <a:pt x="7766" y="13504"/>
                  </a:cubicBezTo>
                  <a:cubicBezTo>
                    <a:pt x="11600" y="12866"/>
                    <a:pt x="14156" y="9674"/>
                    <a:pt x="13517" y="5843"/>
                  </a:cubicBezTo>
                  <a:cubicBezTo>
                    <a:pt x="12878" y="2013"/>
                    <a:pt x="9683" y="-541"/>
                    <a:pt x="5849" y="98"/>
                  </a:cubicBezTo>
                  <a:close/>
                </a:path>
              </a:pathLst>
            </a:custGeom>
            <a:solidFill>
              <a:srgbClr val="007CB0"/>
            </a:solidFill>
            <a:ln w="6390" cap="flat">
              <a:noFill/>
              <a:prstDash val="solid"/>
              <a:miter/>
            </a:ln>
          </p:spPr>
          <p:txBody>
            <a:bodyPr rtlCol="0" anchor="ctr"/>
            <a:lstStyle/>
            <a:p>
              <a:endParaRPr lang="en-US"/>
            </a:p>
          </p:txBody>
        </p:sp>
        <p:sp>
          <p:nvSpPr>
            <p:cNvPr id="922" name="Graphic 4">
              <a:extLst>
                <a:ext uri="{FF2B5EF4-FFF2-40B4-BE49-F238E27FC236}">
                  <a16:creationId xmlns:a16="http://schemas.microsoft.com/office/drawing/2014/main" id="{91747D8E-20F2-5947-90AD-F0D2F80B8C61}"/>
                </a:ext>
              </a:extLst>
            </p:cNvPr>
            <p:cNvSpPr/>
            <p:nvPr/>
          </p:nvSpPr>
          <p:spPr>
            <a:xfrm>
              <a:off x="4305758" y="3914820"/>
              <a:ext cx="13199" cy="13406"/>
            </a:xfrm>
            <a:custGeom>
              <a:avLst/>
              <a:gdLst>
                <a:gd name="connsiteX0" fmla="*/ 1059 w 13199"/>
                <a:gd name="connsiteY0" fmla="*/ 10853 h 13406"/>
                <a:gd name="connsiteX1" fmla="*/ 5532 w 13199"/>
                <a:gd name="connsiteY1" fmla="*/ 13407 h 13406"/>
                <a:gd name="connsiteX2" fmla="*/ 10644 w 13199"/>
                <a:gd name="connsiteY2" fmla="*/ 12130 h 13406"/>
                <a:gd name="connsiteX3" fmla="*/ 13200 w 13199"/>
                <a:gd name="connsiteY3" fmla="*/ 7661 h 13406"/>
                <a:gd name="connsiteX4" fmla="*/ 11922 w 13199"/>
                <a:gd name="connsiteY4" fmla="*/ 2554 h 13406"/>
                <a:gd name="connsiteX5" fmla="*/ 6810 w 13199"/>
                <a:gd name="connsiteY5" fmla="*/ 0 h 13406"/>
                <a:gd name="connsiteX6" fmla="*/ 2976 w 13199"/>
                <a:gd name="connsiteY6" fmla="*/ 1277 h 13406"/>
                <a:gd name="connsiteX7" fmla="*/ 420 w 13199"/>
                <a:gd name="connsiteY7" fmla="*/ 5746 h 13406"/>
                <a:gd name="connsiteX8" fmla="*/ 1059 w 13199"/>
                <a:gd name="connsiteY8" fmla="*/ 10853 h 13406"/>
                <a:gd name="connsiteX9" fmla="*/ 1059 w 13199"/>
                <a:gd name="connsiteY9" fmla="*/ 10853 h 13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99" h="13406">
                  <a:moveTo>
                    <a:pt x="1059" y="10853"/>
                  </a:moveTo>
                  <a:cubicBezTo>
                    <a:pt x="2337" y="12130"/>
                    <a:pt x="3615" y="13407"/>
                    <a:pt x="5532" y="13407"/>
                  </a:cubicBezTo>
                  <a:cubicBezTo>
                    <a:pt x="7449" y="13407"/>
                    <a:pt x="8727" y="13407"/>
                    <a:pt x="10644" y="12130"/>
                  </a:cubicBezTo>
                  <a:cubicBezTo>
                    <a:pt x="11922" y="10853"/>
                    <a:pt x="13200" y="9576"/>
                    <a:pt x="13200" y="7661"/>
                  </a:cubicBezTo>
                  <a:cubicBezTo>
                    <a:pt x="13200" y="5746"/>
                    <a:pt x="13200" y="4469"/>
                    <a:pt x="11922" y="2554"/>
                  </a:cubicBezTo>
                  <a:cubicBezTo>
                    <a:pt x="10644" y="639"/>
                    <a:pt x="8727" y="0"/>
                    <a:pt x="6810" y="0"/>
                  </a:cubicBezTo>
                  <a:cubicBezTo>
                    <a:pt x="5532" y="0"/>
                    <a:pt x="4254" y="639"/>
                    <a:pt x="2976" y="1277"/>
                  </a:cubicBezTo>
                  <a:cubicBezTo>
                    <a:pt x="1698" y="2554"/>
                    <a:pt x="420" y="3831"/>
                    <a:pt x="420" y="5746"/>
                  </a:cubicBezTo>
                  <a:cubicBezTo>
                    <a:pt x="-219" y="7661"/>
                    <a:pt x="-219" y="9576"/>
                    <a:pt x="1059" y="10853"/>
                  </a:cubicBezTo>
                  <a:lnTo>
                    <a:pt x="1059" y="10853"/>
                  </a:lnTo>
                  <a:close/>
                </a:path>
              </a:pathLst>
            </a:custGeom>
            <a:solidFill>
              <a:srgbClr val="007CB0"/>
            </a:solidFill>
            <a:ln w="6390" cap="flat">
              <a:noFill/>
              <a:prstDash val="solid"/>
              <a:miter/>
            </a:ln>
          </p:spPr>
          <p:txBody>
            <a:bodyPr rtlCol="0" anchor="ctr"/>
            <a:lstStyle/>
            <a:p>
              <a:endParaRPr lang="en-US"/>
            </a:p>
          </p:txBody>
        </p:sp>
        <p:sp>
          <p:nvSpPr>
            <p:cNvPr id="923" name="Graphic 4">
              <a:extLst>
                <a:ext uri="{FF2B5EF4-FFF2-40B4-BE49-F238E27FC236}">
                  <a16:creationId xmlns:a16="http://schemas.microsoft.com/office/drawing/2014/main" id="{063D6A66-1522-E341-A397-67B17B6D12C9}"/>
                </a:ext>
              </a:extLst>
            </p:cNvPr>
            <p:cNvSpPr/>
            <p:nvPr/>
          </p:nvSpPr>
          <p:spPr>
            <a:xfrm>
              <a:off x="4136845" y="3914820"/>
              <a:ext cx="12779" cy="13705"/>
            </a:xfrm>
            <a:custGeom>
              <a:avLst/>
              <a:gdLst>
                <a:gd name="connsiteX0" fmla="*/ 11502 w 12779"/>
                <a:gd name="connsiteY0" fmla="*/ 10853 h 13705"/>
                <a:gd name="connsiteX1" fmla="*/ 11502 w 12779"/>
                <a:gd name="connsiteY1" fmla="*/ 10853 h 13705"/>
                <a:gd name="connsiteX2" fmla="*/ 12780 w 12779"/>
                <a:gd name="connsiteY2" fmla="*/ 5746 h 13705"/>
                <a:gd name="connsiteX3" fmla="*/ 10224 w 12779"/>
                <a:gd name="connsiteY3" fmla="*/ 1277 h 13705"/>
                <a:gd name="connsiteX4" fmla="*/ 6390 w 12779"/>
                <a:gd name="connsiteY4" fmla="*/ 0 h 13705"/>
                <a:gd name="connsiteX5" fmla="*/ 1278 w 12779"/>
                <a:gd name="connsiteY5" fmla="*/ 2554 h 13705"/>
                <a:gd name="connsiteX6" fmla="*/ 0 w 12779"/>
                <a:gd name="connsiteY6" fmla="*/ 7661 h 13705"/>
                <a:gd name="connsiteX7" fmla="*/ 2556 w 12779"/>
                <a:gd name="connsiteY7" fmla="*/ 12130 h 13705"/>
                <a:gd name="connsiteX8" fmla="*/ 11502 w 12779"/>
                <a:gd name="connsiteY8" fmla="*/ 10853 h 13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79" h="13705">
                  <a:moveTo>
                    <a:pt x="11502" y="10853"/>
                  </a:moveTo>
                  <a:lnTo>
                    <a:pt x="11502" y="10853"/>
                  </a:lnTo>
                  <a:cubicBezTo>
                    <a:pt x="12780" y="9576"/>
                    <a:pt x="12780" y="7661"/>
                    <a:pt x="12780" y="5746"/>
                  </a:cubicBezTo>
                  <a:cubicBezTo>
                    <a:pt x="12780" y="3831"/>
                    <a:pt x="11502" y="2554"/>
                    <a:pt x="10224" y="1277"/>
                  </a:cubicBezTo>
                  <a:cubicBezTo>
                    <a:pt x="8946" y="639"/>
                    <a:pt x="7668" y="0"/>
                    <a:pt x="6390" y="0"/>
                  </a:cubicBezTo>
                  <a:cubicBezTo>
                    <a:pt x="4473" y="0"/>
                    <a:pt x="2556" y="639"/>
                    <a:pt x="1278" y="2554"/>
                  </a:cubicBezTo>
                  <a:cubicBezTo>
                    <a:pt x="0" y="3831"/>
                    <a:pt x="0" y="5746"/>
                    <a:pt x="0" y="7661"/>
                  </a:cubicBezTo>
                  <a:cubicBezTo>
                    <a:pt x="0" y="9576"/>
                    <a:pt x="1278" y="10853"/>
                    <a:pt x="2556" y="12130"/>
                  </a:cubicBezTo>
                  <a:cubicBezTo>
                    <a:pt x="5112" y="14683"/>
                    <a:pt x="9585" y="14045"/>
                    <a:pt x="11502" y="10853"/>
                  </a:cubicBezTo>
                  <a:close/>
                </a:path>
              </a:pathLst>
            </a:custGeom>
            <a:solidFill>
              <a:srgbClr val="007CB0"/>
            </a:solidFill>
            <a:ln w="6390" cap="flat">
              <a:noFill/>
              <a:prstDash val="solid"/>
              <a:miter/>
            </a:ln>
          </p:spPr>
          <p:txBody>
            <a:bodyPr rtlCol="0" anchor="ctr"/>
            <a:lstStyle/>
            <a:p>
              <a:endParaRPr lang="en-US"/>
            </a:p>
          </p:txBody>
        </p:sp>
        <p:sp>
          <p:nvSpPr>
            <p:cNvPr id="924" name="Graphic 4">
              <a:extLst>
                <a:ext uri="{FF2B5EF4-FFF2-40B4-BE49-F238E27FC236}">
                  <a16:creationId xmlns:a16="http://schemas.microsoft.com/office/drawing/2014/main" id="{ACD3F2C3-705E-8944-A492-D0C0EF59E211}"/>
                </a:ext>
              </a:extLst>
            </p:cNvPr>
            <p:cNvSpPr/>
            <p:nvPr/>
          </p:nvSpPr>
          <p:spPr>
            <a:xfrm>
              <a:off x="4220455" y="3879708"/>
              <a:ext cx="13614" cy="13504"/>
            </a:xfrm>
            <a:custGeom>
              <a:avLst/>
              <a:gdLst>
                <a:gd name="connsiteX0" fmla="*/ 13517 w 13614"/>
                <a:gd name="connsiteY0" fmla="*/ 7661 h 13504"/>
                <a:gd name="connsiteX1" fmla="*/ 7766 w 13614"/>
                <a:gd name="connsiteY1" fmla="*/ 0 h 13504"/>
                <a:gd name="connsiteX2" fmla="*/ 6488 w 13614"/>
                <a:gd name="connsiteY2" fmla="*/ 0 h 13504"/>
                <a:gd name="connsiteX3" fmla="*/ 98 w 13614"/>
                <a:gd name="connsiteY3" fmla="*/ 5746 h 13504"/>
                <a:gd name="connsiteX4" fmla="*/ 5849 w 13614"/>
                <a:gd name="connsiteY4" fmla="*/ 13407 h 13504"/>
                <a:gd name="connsiteX5" fmla="*/ 13517 w 13614"/>
                <a:gd name="connsiteY5" fmla="*/ 7661 h 1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14" h="13504">
                  <a:moveTo>
                    <a:pt x="13517" y="7661"/>
                  </a:moveTo>
                  <a:cubicBezTo>
                    <a:pt x="14156" y="3831"/>
                    <a:pt x="11600" y="639"/>
                    <a:pt x="7766" y="0"/>
                  </a:cubicBezTo>
                  <a:cubicBezTo>
                    <a:pt x="7127" y="0"/>
                    <a:pt x="7127" y="0"/>
                    <a:pt x="6488" y="0"/>
                  </a:cubicBezTo>
                  <a:cubicBezTo>
                    <a:pt x="3293" y="0"/>
                    <a:pt x="737" y="2554"/>
                    <a:pt x="98" y="5746"/>
                  </a:cubicBezTo>
                  <a:cubicBezTo>
                    <a:pt x="-541" y="9576"/>
                    <a:pt x="2015" y="12768"/>
                    <a:pt x="5849" y="13407"/>
                  </a:cubicBezTo>
                  <a:cubicBezTo>
                    <a:pt x="9683" y="14045"/>
                    <a:pt x="12878" y="11491"/>
                    <a:pt x="13517" y="7661"/>
                  </a:cubicBezTo>
                  <a:close/>
                </a:path>
              </a:pathLst>
            </a:custGeom>
            <a:solidFill>
              <a:srgbClr val="007CB0"/>
            </a:solidFill>
            <a:ln w="6390" cap="flat">
              <a:noFill/>
              <a:prstDash val="solid"/>
              <a:miter/>
            </a:ln>
          </p:spPr>
          <p:txBody>
            <a:bodyPr rtlCol="0" anchor="ctr"/>
            <a:lstStyle/>
            <a:p>
              <a:endParaRPr lang="en-US"/>
            </a:p>
          </p:txBody>
        </p:sp>
        <p:sp>
          <p:nvSpPr>
            <p:cNvPr id="925" name="Graphic 4">
              <a:extLst>
                <a:ext uri="{FF2B5EF4-FFF2-40B4-BE49-F238E27FC236}">
                  <a16:creationId xmlns:a16="http://schemas.microsoft.com/office/drawing/2014/main" id="{2F88A4E8-E16A-0B41-BB9B-AB586FFCFE7B}"/>
                </a:ext>
              </a:extLst>
            </p:cNvPr>
            <p:cNvSpPr/>
            <p:nvPr/>
          </p:nvSpPr>
          <p:spPr>
            <a:xfrm>
              <a:off x="4186047" y="3960785"/>
              <a:ext cx="76679" cy="94482"/>
            </a:xfrm>
            <a:custGeom>
              <a:avLst/>
              <a:gdLst>
                <a:gd name="connsiteX0" fmla="*/ 38979 w 76679"/>
                <a:gd name="connsiteY0" fmla="*/ 0 h 94482"/>
                <a:gd name="connsiteX1" fmla="*/ 20448 w 76679"/>
                <a:gd name="connsiteY1" fmla="*/ 11491 h 94482"/>
                <a:gd name="connsiteX2" fmla="*/ 0 w 76679"/>
                <a:gd name="connsiteY2" fmla="*/ 15322 h 94482"/>
                <a:gd name="connsiteX3" fmla="*/ 639 w 76679"/>
                <a:gd name="connsiteY3" fmla="*/ 41496 h 94482"/>
                <a:gd name="connsiteX4" fmla="*/ 15975 w 76679"/>
                <a:gd name="connsiteY4" fmla="*/ 77885 h 94482"/>
                <a:gd name="connsiteX5" fmla="*/ 16614 w 76679"/>
                <a:gd name="connsiteY5" fmla="*/ 78523 h 94482"/>
                <a:gd name="connsiteX6" fmla="*/ 39618 w 76679"/>
                <a:gd name="connsiteY6" fmla="*/ 94483 h 94482"/>
                <a:gd name="connsiteX7" fmla="*/ 60704 w 76679"/>
                <a:gd name="connsiteY7" fmla="*/ 79162 h 94482"/>
                <a:gd name="connsiteX8" fmla="*/ 63899 w 76679"/>
                <a:gd name="connsiteY8" fmla="*/ 75331 h 94482"/>
                <a:gd name="connsiteX9" fmla="*/ 76679 w 76679"/>
                <a:gd name="connsiteY9" fmla="*/ 41496 h 94482"/>
                <a:gd name="connsiteX10" fmla="*/ 76679 w 76679"/>
                <a:gd name="connsiteY10" fmla="*/ 14045 h 94482"/>
                <a:gd name="connsiteX11" fmla="*/ 55593 w 76679"/>
                <a:gd name="connsiteY11" fmla="*/ 9576 h 94482"/>
                <a:gd name="connsiteX12" fmla="*/ 38979 w 76679"/>
                <a:gd name="connsiteY12" fmla="*/ 0 h 94482"/>
                <a:gd name="connsiteX13" fmla="*/ 58788 w 76679"/>
                <a:gd name="connsiteY13" fmla="*/ 48519 h 94482"/>
                <a:gd name="connsiteX14" fmla="*/ 54314 w 76679"/>
                <a:gd name="connsiteY14" fmla="*/ 52987 h 94482"/>
                <a:gd name="connsiteX15" fmla="*/ 39618 w 76679"/>
                <a:gd name="connsiteY15" fmla="*/ 68309 h 94482"/>
                <a:gd name="connsiteX16" fmla="*/ 38340 w 76679"/>
                <a:gd name="connsiteY16" fmla="*/ 68947 h 94482"/>
                <a:gd name="connsiteX17" fmla="*/ 38340 w 76679"/>
                <a:gd name="connsiteY17" fmla="*/ 68947 h 94482"/>
                <a:gd name="connsiteX18" fmla="*/ 38340 w 76679"/>
                <a:gd name="connsiteY18" fmla="*/ 68947 h 94482"/>
                <a:gd name="connsiteX19" fmla="*/ 37062 w 76679"/>
                <a:gd name="connsiteY19" fmla="*/ 68309 h 94482"/>
                <a:gd name="connsiteX20" fmla="*/ 18531 w 76679"/>
                <a:gd name="connsiteY20" fmla="*/ 48519 h 94482"/>
                <a:gd name="connsiteX21" fmla="*/ 18531 w 76679"/>
                <a:gd name="connsiteY21" fmla="*/ 31282 h 94482"/>
                <a:gd name="connsiteX22" fmla="*/ 26838 w 76679"/>
                <a:gd name="connsiteY22" fmla="*/ 27451 h 94482"/>
                <a:gd name="connsiteX23" fmla="*/ 35145 w 76679"/>
                <a:gd name="connsiteY23" fmla="*/ 31282 h 94482"/>
                <a:gd name="connsiteX24" fmla="*/ 38340 w 76679"/>
                <a:gd name="connsiteY24" fmla="*/ 34474 h 94482"/>
                <a:gd name="connsiteX25" fmla="*/ 41535 w 76679"/>
                <a:gd name="connsiteY25" fmla="*/ 31282 h 94482"/>
                <a:gd name="connsiteX26" fmla="*/ 49842 w 76679"/>
                <a:gd name="connsiteY26" fmla="*/ 27451 h 94482"/>
                <a:gd name="connsiteX27" fmla="*/ 58149 w 76679"/>
                <a:gd name="connsiteY27" fmla="*/ 31282 h 94482"/>
                <a:gd name="connsiteX28" fmla="*/ 58788 w 76679"/>
                <a:gd name="connsiteY28" fmla="*/ 48519 h 94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6679" h="94482">
                  <a:moveTo>
                    <a:pt x="38979" y="0"/>
                  </a:moveTo>
                  <a:cubicBezTo>
                    <a:pt x="33228" y="5107"/>
                    <a:pt x="26838" y="8938"/>
                    <a:pt x="20448" y="11491"/>
                  </a:cubicBezTo>
                  <a:cubicBezTo>
                    <a:pt x="14058" y="14045"/>
                    <a:pt x="7029" y="15322"/>
                    <a:pt x="0" y="15322"/>
                  </a:cubicBezTo>
                  <a:lnTo>
                    <a:pt x="639" y="41496"/>
                  </a:lnTo>
                  <a:cubicBezTo>
                    <a:pt x="639" y="55541"/>
                    <a:pt x="6390" y="68309"/>
                    <a:pt x="15975" y="77885"/>
                  </a:cubicBezTo>
                  <a:lnTo>
                    <a:pt x="16614" y="78523"/>
                  </a:lnTo>
                  <a:cubicBezTo>
                    <a:pt x="23643" y="84907"/>
                    <a:pt x="30672" y="90014"/>
                    <a:pt x="39618" y="94483"/>
                  </a:cubicBezTo>
                  <a:cubicBezTo>
                    <a:pt x="47286" y="90653"/>
                    <a:pt x="54314" y="84907"/>
                    <a:pt x="60704" y="79162"/>
                  </a:cubicBezTo>
                  <a:cubicBezTo>
                    <a:pt x="61982" y="77885"/>
                    <a:pt x="63261" y="76608"/>
                    <a:pt x="63899" y="75331"/>
                  </a:cubicBezTo>
                  <a:cubicBezTo>
                    <a:pt x="72207" y="66394"/>
                    <a:pt x="76679" y="54264"/>
                    <a:pt x="76679" y="41496"/>
                  </a:cubicBezTo>
                  <a:lnTo>
                    <a:pt x="76679" y="14045"/>
                  </a:lnTo>
                  <a:cubicBezTo>
                    <a:pt x="69650" y="13407"/>
                    <a:pt x="62622" y="12130"/>
                    <a:pt x="55593" y="9576"/>
                  </a:cubicBezTo>
                  <a:cubicBezTo>
                    <a:pt x="49842" y="7023"/>
                    <a:pt x="44091" y="3831"/>
                    <a:pt x="38979" y="0"/>
                  </a:cubicBezTo>
                  <a:close/>
                  <a:moveTo>
                    <a:pt x="58788" y="48519"/>
                  </a:moveTo>
                  <a:lnTo>
                    <a:pt x="54314" y="52987"/>
                  </a:lnTo>
                  <a:lnTo>
                    <a:pt x="39618" y="68309"/>
                  </a:lnTo>
                  <a:cubicBezTo>
                    <a:pt x="39618" y="68947"/>
                    <a:pt x="38979" y="68947"/>
                    <a:pt x="38340" y="68947"/>
                  </a:cubicBezTo>
                  <a:cubicBezTo>
                    <a:pt x="38340" y="68947"/>
                    <a:pt x="38340" y="68947"/>
                    <a:pt x="38340" y="68947"/>
                  </a:cubicBezTo>
                  <a:cubicBezTo>
                    <a:pt x="38340" y="68947"/>
                    <a:pt x="38340" y="68947"/>
                    <a:pt x="38340" y="68947"/>
                  </a:cubicBezTo>
                  <a:cubicBezTo>
                    <a:pt x="37701" y="68947"/>
                    <a:pt x="37701" y="68947"/>
                    <a:pt x="37062" y="68309"/>
                  </a:cubicBezTo>
                  <a:lnTo>
                    <a:pt x="18531" y="48519"/>
                  </a:lnTo>
                  <a:cubicBezTo>
                    <a:pt x="14058" y="43411"/>
                    <a:pt x="14058" y="35751"/>
                    <a:pt x="18531" y="31282"/>
                  </a:cubicBezTo>
                  <a:cubicBezTo>
                    <a:pt x="21087" y="28728"/>
                    <a:pt x="23643" y="27451"/>
                    <a:pt x="26838" y="27451"/>
                  </a:cubicBezTo>
                  <a:cubicBezTo>
                    <a:pt x="30033" y="27451"/>
                    <a:pt x="33228" y="28728"/>
                    <a:pt x="35145" y="31282"/>
                  </a:cubicBezTo>
                  <a:lnTo>
                    <a:pt x="38340" y="34474"/>
                  </a:lnTo>
                  <a:lnTo>
                    <a:pt x="41535" y="31282"/>
                  </a:lnTo>
                  <a:cubicBezTo>
                    <a:pt x="44091" y="28728"/>
                    <a:pt x="46647" y="27451"/>
                    <a:pt x="49842" y="27451"/>
                  </a:cubicBezTo>
                  <a:cubicBezTo>
                    <a:pt x="53037" y="27451"/>
                    <a:pt x="56232" y="28728"/>
                    <a:pt x="58149" y="31282"/>
                  </a:cubicBezTo>
                  <a:cubicBezTo>
                    <a:pt x="63261" y="35751"/>
                    <a:pt x="63261" y="43411"/>
                    <a:pt x="58788" y="48519"/>
                  </a:cubicBezTo>
                  <a:close/>
                </a:path>
              </a:pathLst>
            </a:custGeom>
            <a:solidFill>
              <a:srgbClr val="007CB0"/>
            </a:solidFill>
            <a:ln w="6390" cap="flat">
              <a:noFill/>
              <a:prstDash val="solid"/>
              <a:miter/>
            </a:ln>
          </p:spPr>
          <p:txBody>
            <a:bodyPr rtlCol="0" anchor="ctr"/>
            <a:lstStyle/>
            <a:p>
              <a:endParaRPr lang="en-US"/>
            </a:p>
          </p:txBody>
        </p:sp>
        <p:sp>
          <p:nvSpPr>
            <p:cNvPr id="926" name="Graphic 4">
              <a:extLst>
                <a:ext uri="{FF2B5EF4-FFF2-40B4-BE49-F238E27FC236}">
                  <a16:creationId xmlns:a16="http://schemas.microsoft.com/office/drawing/2014/main" id="{E054A808-FE99-504B-9994-C3B370E49F56}"/>
                </a:ext>
              </a:extLst>
            </p:cNvPr>
            <p:cNvSpPr/>
            <p:nvPr/>
          </p:nvSpPr>
          <p:spPr>
            <a:xfrm>
              <a:off x="4338669" y="3998450"/>
              <a:ext cx="13614" cy="13406"/>
            </a:xfrm>
            <a:custGeom>
              <a:avLst/>
              <a:gdLst>
                <a:gd name="connsiteX0" fmla="*/ 7127 w 13614"/>
                <a:gd name="connsiteY0" fmla="*/ 0 h 13406"/>
                <a:gd name="connsiteX1" fmla="*/ 5849 w 13614"/>
                <a:gd name="connsiteY1" fmla="*/ 0 h 13406"/>
                <a:gd name="connsiteX2" fmla="*/ 98 w 13614"/>
                <a:gd name="connsiteY2" fmla="*/ 7661 h 13406"/>
                <a:gd name="connsiteX3" fmla="*/ 7766 w 13614"/>
                <a:gd name="connsiteY3" fmla="*/ 13406 h 13406"/>
                <a:gd name="connsiteX4" fmla="*/ 13517 w 13614"/>
                <a:gd name="connsiteY4" fmla="*/ 5745 h 13406"/>
                <a:gd name="connsiteX5" fmla="*/ 10961 w 13614"/>
                <a:gd name="connsiteY5" fmla="*/ 1277 h 13406"/>
                <a:gd name="connsiteX6" fmla="*/ 7127 w 13614"/>
                <a:gd name="connsiteY6" fmla="*/ 0 h 13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14" h="13406">
                  <a:moveTo>
                    <a:pt x="7127" y="0"/>
                  </a:moveTo>
                  <a:cubicBezTo>
                    <a:pt x="6488" y="0"/>
                    <a:pt x="6488" y="0"/>
                    <a:pt x="5849" y="0"/>
                  </a:cubicBezTo>
                  <a:cubicBezTo>
                    <a:pt x="2015" y="638"/>
                    <a:pt x="-541" y="3830"/>
                    <a:pt x="98" y="7661"/>
                  </a:cubicBezTo>
                  <a:cubicBezTo>
                    <a:pt x="737" y="11491"/>
                    <a:pt x="3932" y="13406"/>
                    <a:pt x="7766" y="13406"/>
                  </a:cubicBezTo>
                  <a:cubicBezTo>
                    <a:pt x="11600" y="12768"/>
                    <a:pt x="14156" y="9576"/>
                    <a:pt x="13517" y="5745"/>
                  </a:cubicBezTo>
                  <a:cubicBezTo>
                    <a:pt x="13517" y="3830"/>
                    <a:pt x="12239" y="2553"/>
                    <a:pt x="10961" y="1277"/>
                  </a:cubicBezTo>
                  <a:cubicBezTo>
                    <a:pt x="9683" y="0"/>
                    <a:pt x="8405" y="0"/>
                    <a:pt x="7127" y="0"/>
                  </a:cubicBezTo>
                  <a:close/>
                </a:path>
              </a:pathLst>
            </a:custGeom>
            <a:solidFill>
              <a:srgbClr val="007CB0"/>
            </a:solidFill>
            <a:ln w="6390" cap="flat">
              <a:noFill/>
              <a:prstDash val="solid"/>
              <a:miter/>
            </a:ln>
          </p:spPr>
          <p:txBody>
            <a:bodyPr rtlCol="0" anchor="ctr"/>
            <a:lstStyle/>
            <a:p>
              <a:endParaRPr lang="en-US"/>
            </a:p>
          </p:txBody>
        </p:sp>
        <p:sp>
          <p:nvSpPr>
            <p:cNvPr id="927" name="Graphic 4">
              <a:extLst>
                <a:ext uri="{FF2B5EF4-FFF2-40B4-BE49-F238E27FC236}">
                  <a16:creationId xmlns:a16="http://schemas.microsoft.com/office/drawing/2014/main" id="{0D1BF627-EB7C-1D42-9932-D6EE4DBD0C04}"/>
                </a:ext>
              </a:extLst>
            </p:cNvPr>
            <p:cNvSpPr/>
            <p:nvPr/>
          </p:nvSpPr>
          <p:spPr>
            <a:xfrm>
              <a:off x="4046108"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20453 w 361670"/>
                <a:gd name="connsiteY5" fmla="*/ 102144 h 361333"/>
                <a:gd name="connsiteX6" fmla="*/ 249846 w 361670"/>
                <a:gd name="connsiteY6" fmla="*/ 107889 h 361333"/>
                <a:gd name="connsiteX7" fmla="*/ 247291 w 361670"/>
                <a:gd name="connsiteY7" fmla="*/ 95121 h 361333"/>
                <a:gd name="connsiteX8" fmla="*/ 254958 w 361670"/>
                <a:gd name="connsiteY8" fmla="*/ 82353 h 361333"/>
                <a:gd name="connsiteX9" fmla="*/ 281796 w 361670"/>
                <a:gd name="connsiteY9" fmla="*/ 86822 h 361333"/>
                <a:gd name="connsiteX10" fmla="*/ 277323 w 361670"/>
                <a:gd name="connsiteY10" fmla="*/ 113635 h 361333"/>
                <a:gd name="connsiteX11" fmla="*/ 265821 w 361670"/>
                <a:gd name="connsiteY11" fmla="*/ 117465 h 361333"/>
                <a:gd name="connsiteX12" fmla="*/ 262626 w 361670"/>
                <a:gd name="connsiteY12" fmla="*/ 117465 h 361333"/>
                <a:gd name="connsiteX13" fmla="*/ 255597 w 361670"/>
                <a:gd name="connsiteY13" fmla="*/ 114912 h 361333"/>
                <a:gd name="connsiteX14" fmla="*/ 260071 w 361670"/>
                <a:gd name="connsiteY14" fmla="*/ 142363 h 361333"/>
                <a:gd name="connsiteX15" fmla="*/ 254958 w 361670"/>
                <a:gd name="connsiteY15" fmla="*/ 145555 h 361333"/>
                <a:gd name="connsiteX16" fmla="*/ 251763 w 361670"/>
                <a:gd name="connsiteY16" fmla="*/ 144278 h 361333"/>
                <a:gd name="connsiteX17" fmla="*/ 249846 w 361670"/>
                <a:gd name="connsiteY17" fmla="*/ 135340 h 361333"/>
                <a:gd name="connsiteX18" fmla="*/ 242178 w 361670"/>
                <a:gd name="connsiteY18" fmla="*/ 118742 h 361333"/>
                <a:gd name="connsiteX19" fmla="*/ 228121 w 361670"/>
                <a:gd name="connsiteY19" fmla="*/ 112996 h 361333"/>
                <a:gd name="connsiteX20" fmla="*/ 219175 w 361670"/>
                <a:gd name="connsiteY20" fmla="*/ 111720 h 361333"/>
                <a:gd name="connsiteX21" fmla="*/ 220453 w 361670"/>
                <a:gd name="connsiteY21" fmla="*/ 102144 h 361333"/>
                <a:gd name="connsiteX22" fmla="*/ 176362 w 361670"/>
                <a:gd name="connsiteY22" fmla="*/ 81076 h 361333"/>
                <a:gd name="connsiteX23" fmla="*/ 162304 w 361670"/>
                <a:gd name="connsiteY23" fmla="*/ 59371 h 361333"/>
                <a:gd name="connsiteX24" fmla="*/ 184669 w 361670"/>
                <a:gd name="connsiteY24" fmla="*/ 43411 h 361333"/>
                <a:gd name="connsiteX25" fmla="*/ 200644 w 361670"/>
                <a:gd name="connsiteY25" fmla="*/ 65755 h 361333"/>
                <a:gd name="connsiteX26" fmla="*/ 185947 w 361670"/>
                <a:gd name="connsiteY26" fmla="*/ 81715 h 361333"/>
                <a:gd name="connsiteX27" fmla="*/ 208951 w 361670"/>
                <a:gd name="connsiteY27" fmla="*/ 97675 h 361333"/>
                <a:gd name="connsiteX28" fmla="*/ 203839 w 361670"/>
                <a:gd name="connsiteY28" fmla="*/ 105336 h 361333"/>
                <a:gd name="connsiteX29" fmla="*/ 202561 w 361670"/>
                <a:gd name="connsiteY29" fmla="*/ 105336 h 361333"/>
                <a:gd name="connsiteX30" fmla="*/ 196171 w 361670"/>
                <a:gd name="connsiteY30" fmla="*/ 100228 h 361333"/>
                <a:gd name="connsiteX31" fmla="*/ 178918 w 361670"/>
                <a:gd name="connsiteY31" fmla="*/ 93844 h 361333"/>
                <a:gd name="connsiteX32" fmla="*/ 164860 w 361670"/>
                <a:gd name="connsiteY32" fmla="*/ 99590 h 361333"/>
                <a:gd name="connsiteX33" fmla="*/ 157832 w 361670"/>
                <a:gd name="connsiteY33" fmla="*/ 104697 h 361333"/>
                <a:gd name="connsiteX34" fmla="*/ 152719 w 361670"/>
                <a:gd name="connsiteY34" fmla="*/ 97675 h 361333"/>
                <a:gd name="connsiteX35" fmla="*/ 176362 w 361670"/>
                <a:gd name="connsiteY35" fmla="*/ 81076 h 361333"/>
                <a:gd name="connsiteX36" fmla="*/ 81152 w 361670"/>
                <a:gd name="connsiteY36" fmla="*/ 86184 h 361333"/>
                <a:gd name="connsiteX37" fmla="*/ 107990 w 361670"/>
                <a:gd name="connsiteY37" fmla="*/ 81715 h 361333"/>
                <a:gd name="connsiteX38" fmla="*/ 115658 w 361670"/>
                <a:gd name="connsiteY38" fmla="*/ 94483 h 361333"/>
                <a:gd name="connsiteX39" fmla="*/ 113102 w 361670"/>
                <a:gd name="connsiteY39" fmla="*/ 107251 h 361333"/>
                <a:gd name="connsiteX40" fmla="*/ 142496 w 361670"/>
                <a:gd name="connsiteY40" fmla="*/ 101505 h 361333"/>
                <a:gd name="connsiteX41" fmla="*/ 143774 w 361670"/>
                <a:gd name="connsiteY41" fmla="*/ 110443 h 361333"/>
                <a:gd name="connsiteX42" fmla="*/ 134828 w 361670"/>
                <a:gd name="connsiteY42" fmla="*/ 111720 h 361333"/>
                <a:gd name="connsiteX43" fmla="*/ 120770 w 361670"/>
                <a:gd name="connsiteY43" fmla="*/ 117465 h 361333"/>
                <a:gd name="connsiteX44" fmla="*/ 113102 w 361670"/>
                <a:gd name="connsiteY44" fmla="*/ 134064 h 361333"/>
                <a:gd name="connsiteX45" fmla="*/ 111185 w 361670"/>
                <a:gd name="connsiteY45" fmla="*/ 143001 h 361333"/>
                <a:gd name="connsiteX46" fmla="*/ 107990 w 361670"/>
                <a:gd name="connsiteY46" fmla="*/ 144278 h 361333"/>
                <a:gd name="connsiteX47" fmla="*/ 102878 w 361670"/>
                <a:gd name="connsiteY47" fmla="*/ 141086 h 361333"/>
                <a:gd name="connsiteX48" fmla="*/ 107990 w 361670"/>
                <a:gd name="connsiteY48" fmla="*/ 113635 h 361333"/>
                <a:gd name="connsiteX49" fmla="*/ 97766 w 361670"/>
                <a:gd name="connsiteY49" fmla="*/ 116827 h 361333"/>
                <a:gd name="connsiteX50" fmla="*/ 86264 w 361670"/>
                <a:gd name="connsiteY50" fmla="*/ 112996 h 361333"/>
                <a:gd name="connsiteX51" fmla="*/ 78596 w 361670"/>
                <a:gd name="connsiteY51" fmla="*/ 100228 h 361333"/>
                <a:gd name="connsiteX52" fmla="*/ 81152 w 361670"/>
                <a:gd name="connsiteY52" fmla="*/ 86184 h 361333"/>
                <a:gd name="connsiteX53" fmla="*/ 61982 w 361670"/>
                <a:gd name="connsiteY53" fmla="*/ 200457 h 361333"/>
                <a:gd name="connsiteX54" fmla="*/ 58788 w 361670"/>
                <a:gd name="connsiteY54" fmla="*/ 200457 h 361333"/>
                <a:gd name="connsiteX55" fmla="*/ 42813 w 361670"/>
                <a:gd name="connsiteY55" fmla="*/ 178113 h 361333"/>
                <a:gd name="connsiteX56" fmla="*/ 50480 w 361670"/>
                <a:gd name="connsiteY56" fmla="*/ 165345 h 361333"/>
                <a:gd name="connsiteX57" fmla="*/ 65177 w 361670"/>
                <a:gd name="connsiteY57" fmla="*/ 162153 h 361333"/>
                <a:gd name="connsiteX58" fmla="*/ 81152 w 361670"/>
                <a:gd name="connsiteY58" fmla="*/ 176836 h 361333"/>
                <a:gd name="connsiteX59" fmla="*/ 97127 w 361670"/>
                <a:gd name="connsiteY59" fmla="*/ 153854 h 361333"/>
                <a:gd name="connsiteX60" fmla="*/ 104795 w 361670"/>
                <a:gd name="connsiteY60" fmla="*/ 158961 h 361333"/>
                <a:gd name="connsiteX61" fmla="*/ 99683 w 361670"/>
                <a:gd name="connsiteY61" fmla="*/ 166622 h 361333"/>
                <a:gd name="connsiteX62" fmla="*/ 93293 w 361670"/>
                <a:gd name="connsiteY62" fmla="*/ 183859 h 361333"/>
                <a:gd name="connsiteX63" fmla="*/ 99044 w 361670"/>
                <a:gd name="connsiteY63" fmla="*/ 197903 h 361333"/>
                <a:gd name="connsiteX64" fmla="*/ 104156 w 361670"/>
                <a:gd name="connsiteY64" fmla="*/ 204926 h 361333"/>
                <a:gd name="connsiteX65" fmla="*/ 97766 w 361670"/>
                <a:gd name="connsiteY65" fmla="*/ 210671 h 361333"/>
                <a:gd name="connsiteX66" fmla="*/ 97127 w 361670"/>
                <a:gd name="connsiteY66" fmla="*/ 210671 h 361333"/>
                <a:gd name="connsiteX67" fmla="*/ 80513 w 361670"/>
                <a:gd name="connsiteY67" fmla="*/ 186412 h 361333"/>
                <a:gd name="connsiteX68" fmla="*/ 61982 w 361670"/>
                <a:gd name="connsiteY68" fmla="*/ 200457 h 361333"/>
                <a:gd name="connsiteX69" fmla="*/ 143134 w 361670"/>
                <a:gd name="connsiteY69" fmla="*/ 261105 h 361333"/>
                <a:gd name="connsiteX70" fmla="*/ 133549 w 361670"/>
                <a:gd name="connsiteY70" fmla="*/ 264297 h 361333"/>
                <a:gd name="connsiteX71" fmla="*/ 113741 w 361670"/>
                <a:gd name="connsiteY71" fmla="*/ 255359 h 361333"/>
                <a:gd name="connsiteX72" fmla="*/ 108629 w 361670"/>
                <a:gd name="connsiteY72" fmla="*/ 280895 h 361333"/>
                <a:gd name="connsiteX73" fmla="*/ 97127 w 361670"/>
                <a:gd name="connsiteY73" fmla="*/ 284725 h 361333"/>
                <a:gd name="connsiteX74" fmla="*/ 93932 w 361670"/>
                <a:gd name="connsiteY74" fmla="*/ 284725 h 361333"/>
                <a:gd name="connsiteX75" fmla="*/ 81152 w 361670"/>
                <a:gd name="connsiteY75" fmla="*/ 277065 h 361333"/>
                <a:gd name="connsiteX76" fmla="*/ 77957 w 361670"/>
                <a:gd name="connsiteY76" fmla="*/ 262382 h 361333"/>
                <a:gd name="connsiteX77" fmla="*/ 85625 w 361670"/>
                <a:gd name="connsiteY77" fmla="*/ 249614 h 361333"/>
                <a:gd name="connsiteX78" fmla="*/ 107351 w 361670"/>
                <a:gd name="connsiteY78" fmla="*/ 248975 h 361333"/>
                <a:gd name="connsiteX79" fmla="*/ 102878 w 361670"/>
                <a:gd name="connsiteY79" fmla="*/ 221524 h 361333"/>
                <a:gd name="connsiteX80" fmla="*/ 111824 w 361670"/>
                <a:gd name="connsiteY80" fmla="*/ 219609 h 361333"/>
                <a:gd name="connsiteX81" fmla="*/ 113741 w 361670"/>
                <a:gd name="connsiteY81" fmla="*/ 228546 h 361333"/>
                <a:gd name="connsiteX82" fmla="*/ 121409 w 361670"/>
                <a:gd name="connsiteY82" fmla="*/ 245145 h 361333"/>
                <a:gd name="connsiteX83" fmla="*/ 135467 w 361670"/>
                <a:gd name="connsiteY83" fmla="*/ 250890 h 361333"/>
                <a:gd name="connsiteX84" fmla="*/ 144412 w 361670"/>
                <a:gd name="connsiteY84" fmla="*/ 252167 h 361333"/>
                <a:gd name="connsiteX85" fmla="*/ 143134 w 361670"/>
                <a:gd name="connsiteY85" fmla="*/ 261105 h 361333"/>
                <a:gd name="connsiteX86" fmla="*/ 208312 w 361670"/>
                <a:gd name="connsiteY86" fmla="*/ 264935 h 361333"/>
                <a:gd name="connsiteX87" fmla="*/ 185947 w 361670"/>
                <a:gd name="connsiteY87" fmla="*/ 280895 h 361333"/>
                <a:gd name="connsiteX88" fmla="*/ 200644 w 361670"/>
                <a:gd name="connsiteY88" fmla="*/ 296855 h 361333"/>
                <a:gd name="connsiteX89" fmla="*/ 184669 w 361670"/>
                <a:gd name="connsiteY89" fmla="*/ 319199 h 361333"/>
                <a:gd name="connsiteX90" fmla="*/ 181474 w 361670"/>
                <a:gd name="connsiteY90" fmla="*/ 319199 h 361333"/>
                <a:gd name="connsiteX91" fmla="*/ 162304 w 361670"/>
                <a:gd name="connsiteY91" fmla="*/ 302601 h 361333"/>
                <a:gd name="connsiteX92" fmla="*/ 176362 w 361670"/>
                <a:gd name="connsiteY92" fmla="*/ 280895 h 361333"/>
                <a:gd name="connsiteX93" fmla="*/ 152080 w 361670"/>
                <a:gd name="connsiteY93" fmla="*/ 264297 h 361333"/>
                <a:gd name="connsiteX94" fmla="*/ 157192 w 361670"/>
                <a:gd name="connsiteY94" fmla="*/ 257274 h 361333"/>
                <a:gd name="connsiteX95" fmla="*/ 164221 w 361670"/>
                <a:gd name="connsiteY95" fmla="*/ 262382 h 361333"/>
                <a:gd name="connsiteX96" fmla="*/ 178279 w 361670"/>
                <a:gd name="connsiteY96" fmla="*/ 268127 h 361333"/>
                <a:gd name="connsiteX97" fmla="*/ 195532 w 361670"/>
                <a:gd name="connsiteY97" fmla="*/ 261743 h 361333"/>
                <a:gd name="connsiteX98" fmla="*/ 203200 w 361670"/>
                <a:gd name="connsiteY98" fmla="*/ 256636 h 361333"/>
                <a:gd name="connsiteX99" fmla="*/ 208312 w 361670"/>
                <a:gd name="connsiteY99" fmla="*/ 264935 h 361333"/>
                <a:gd name="connsiteX100" fmla="*/ 209590 w 361670"/>
                <a:gd name="connsiteY100" fmla="*/ 223439 h 361333"/>
                <a:gd name="connsiteX101" fmla="*/ 182752 w 361670"/>
                <a:gd name="connsiteY101" fmla="*/ 242591 h 361333"/>
                <a:gd name="connsiteX102" fmla="*/ 180196 w 361670"/>
                <a:gd name="connsiteY102" fmla="*/ 243230 h 361333"/>
                <a:gd name="connsiteX103" fmla="*/ 177640 w 361670"/>
                <a:gd name="connsiteY103" fmla="*/ 242591 h 361333"/>
                <a:gd name="connsiteX104" fmla="*/ 148885 w 361670"/>
                <a:gd name="connsiteY104" fmla="*/ 223439 h 361333"/>
                <a:gd name="connsiteX105" fmla="*/ 148247 w 361670"/>
                <a:gd name="connsiteY105" fmla="*/ 222801 h 361333"/>
                <a:gd name="connsiteX106" fmla="*/ 128438 w 361670"/>
                <a:gd name="connsiteY106" fmla="*/ 177475 h 361333"/>
                <a:gd name="connsiteX107" fmla="*/ 127799 w 361670"/>
                <a:gd name="connsiteY107" fmla="*/ 144916 h 361333"/>
                <a:gd name="connsiteX108" fmla="*/ 129716 w 361670"/>
                <a:gd name="connsiteY108" fmla="*/ 139809 h 361333"/>
                <a:gd name="connsiteX109" fmla="*/ 134828 w 361670"/>
                <a:gd name="connsiteY109" fmla="*/ 137894 h 361333"/>
                <a:gd name="connsiteX110" fmla="*/ 156553 w 361670"/>
                <a:gd name="connsiteY110" fmla="*/ 135340 h 361333"/>
                <a:gd name="connsiteX111" fmla="*/ 175084 w 361670"/>
                <a:gd name="connsiteY111" fmla="*/ 123211 h 361333"/>
                <a:gd name="connsiteX112" fmla="*/ 179557 w 361670"/>
                <a:gd name="connsiteY112" fmla="*/ 121296 h 361333"/>
                <a:gd name="connsiteX113" fmla="*/ 184030 w 361670"/>
                <a:gd name="connsiteY113" fmla="*/ 123211 h 361333"/>
                <a:gd name="connsiteX114" fmla="*/ 201283 w 361670"/>
                <a:gd name="connsiteY114" fmla="*/ 134702 h 361333"/>
                <a:gd name="connsiteX115" fmla="*/ 223648 w 361670"/>
                <a:gd name="connsiteY115" fmla="*/ 138532 h 361333"/>
                <a:gd name="connsiteX116" fmla="*/ 228121 w 361670"/>
                <a:gd name="connsiteY116" fmla="*/ 140448 h 361333"/>
                <a:gd name="connsiteX117" fmla="*/ 230038 w 361670"/>
                <a:gd name="connsiteY117" fmla="*/ 144916 h 361333"/>
                <a:gd name="connsiteX118" fmla="*/ 230038 w 361670"/>
                <a:gd name="connsiteY118" fmla="*/ 177475 h 361333"/>
                <a:gd name="connsiteX119" fmla="*/ 214063 w 361670"/>
                <a:gd name="connsiteY119" fmla="*/ 220247 h 361333"/>
                <a:gd name="connsiteX120" fmla="*/ 209590 w 361670"/>
                <a:gd name="connsiteY120" fmla="*/ 223439 h 361333"/>
                <a:gd name="connsiteX121" fmla="*/ 281796 w 361670"/>
                <a:gd name="connsiteY121" fmla="*/ 276426 h 361333"/>
                <a:gd name="connsiteX122" fmla="*/ 269016 w 361670"/>
                <a:gd name="connsiteY122" fmla="*/ 284087 h 361333"/>
                <a:gd name="connsiteX123" fmla="*/ 265821 w 361670"/>
                <a:gd name="connsiteY123" fmla="*/ 284087 h 361333"/>
                <a:gd name="connsiteX124" fmla="*/ 254319 w 361670"/>
                <a:gd name="connsiteY124" fmla="*/ 280257 h 361333"/>
                <a:gd name="connsiteX125" fmla="*/ 249208 w 361670"/>
                <a:gd name="connsiteY125" fmla="*/ 254721 h 361333"/>
                <a:gd name="connsiteX126" fmla="*/ 229399 w 361670"/>
                <a:gd name="connsiteY126" fmla="*/ 263658 h 361333"/>
                <a:gd name="connsiteX127" fmla="*/ 219814 w 361670"/>
                <a:gd name="connsiteY127" fmla="*/ 260466 h 361333"/>
                <a:gd name="connsiteX128" fmla="*/ 218536 w 361670"/>
                <a:gd name="connsiteY128" fmla="*/ 251529 h 361333"/>
                <a:gd name="connsiteX129" fmla="*/ 227482 w 361670"/>
                <a:gd name="connsiteY129" fmla="*/ 250252 h 361333"/>
                <a:gd name="connsiteX130" fmla="*/ 241540 w 361670"/>
                <a:gd name="connsiteY130" fmla="*/ 244506 h 361333"/>
                <a:gd name="connsiteX131" fmla="*/ 249208 w 361670"/>
                <a:gd name="connsiteY131" fmla="*/ 227908 h 361333"/>
                <a:gd name="connsiteX132" fmla="*/ 251124 w 361670"/>
                <a:gd name="connsiteY132" fmla="*/ 218971 h 361333"/>
                <a:gd name="connsiteX133" fmla="*/ 260071 w 361670"/>
                <a:gd name="connsiteY133" fmla="*/ 220886 h 361333"/>
                <a:gd name="connsiteX134" fmla="*/ 255597 w 361670"/>
                <a:gd name="connsiteY134" fmla="*/ 248337 h 361333"/>
                <a:gd name="connsiteX135" fmla="*/ 262626 w 361670"/>
                <a:gd name="connsiteY135" fmla="*/ 245783 h 361333"/>
                <a:gd name="connsiteX136" fmla="*/ 277323 w 361670"/>
                <a:gd name="connsiteY136" fmla="*/ 248975 h 361333"/>
                <a:gd name="connsiteX137" fmla="*/ 281796 w 361670"/>
                <a:gd name="connsiteY137" fmla="*/ 276426 h 361333"/>
                <a:gd name="connsiteX138" fmla="*/ 302883 w 361670"/>
                <a:gd name="connsiteY138" fmla="*/ 199819 h 361333"/>
                <a:gd name="connsiteX139" fmla="*/ 299688 w 361670"/>
                <a:gd name="connsiteY139" fmla="*/ 199819 h 361333"/>
                <a:gd name="connsiteX140" fmla="*/ 281157 w 361670"/>
                <a:gd name="connsiteY140" fmla="*/ 185774 h 361333"/>
                <a:gd name="connsiteX141" fmla="*/ 264543 w 361670"/>
                <a:gd name="connsiteY141" fmla="*/ 210033 h 361333"/>
                <a:gd name="connsiteX142" fmla="*/ 263904 w 361670"/>
                <a:gd name="connsiteY142" fmla="*/ 210033 h 361333"/>
                <a:gd name="connsiteX143" fmla="*/ 257514 w 361670"/>
                <a:gd name="connsiteY143" fmla="*/ 204287 h 361333"/>
                <a:gd name="connsiteX144" fmla="*/ 262626 w 361670"/>
                <a:gd name="connsiteY144" fmla="*/ 197265 h 361333"/>
                <a:gd name="connsiteX145" fmla="*/ 268377 w 361670"/>
                <a:gd name="connsiteY145" fmla="*/ 183220 h 361333"/>
                <a:gd name="connsiteX146" fmla="*/ 261987 w 361670"/>
                <a:gd name="connsiteY146" fmla="*/ 165984 h 361333"/>
                <a:gd name="connsiteX147" fmla="*/ 256876 w 361670"/>
                <a:gd name="connsiteY147" fmla="*/ 158323 h 361333"/>
                <a:gd name="connsiteX148" fmla="*/ 264543 w 361670"/>
                <a:gd name="connsiteY148" fmla="*/ 153216 h 361333"/>
                <a:gd name="connsiteX149" fmla="*/ 280518 w 361670"/>
                <a:gd name="connsiteY149" fmla="*/ 176198 h 361333"/>
                <a:gd name="connsiteX150" fmla="*/ 296493 w 361670"/>
                <a:gd name="connsiteY150" fmla="*/ 161515 h 361333"/>
                <a:gd name="connsiteX151" fmla="*/ 311190 w 361670"/>
                <a:gd name="connsiteY151" fmla="*/ 164707 h 361333"/>
                <a:gd name="connsiteX152" fmla="*/ 318858 w 361670"/>
                <a:gd name="connsiteY152" fmla="*/ 177475 h 361333"/>
                <a:gd name="connsiteX153" fmla="*/ 302883 w 361670"/>
                <a:gd name="connsiteY153" fmla="*/ 19981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1076"/>
                    <a:pt x="280518" y="0"/>
                    <a:pt x="180835" y="0"/>
                  </a:cubicBezTo>
                  <a:close/>
                  <a:moveTo>
                    <a:pt x="220453" y="102144"/>
                  </a:moveTo>
                  <a:cubicBezTo>
                    <a:pt x="228121" y="96398"/>
                    <a:pt x="238983" y="98952"/>
                    <a:pt x="249846" y="107889"/>
                  </a:cubicBezTo>
                  <a:cubicBezTo>
                    <a:pt x="247929" y="104059"/>
                    <a:pt x="246651" y="99590"/>
                    <a:pt x="247291" y="95121"/>
                  </a:cubicBezTo>
                  <a:cubicBezTo>
                    <a:pt x="247929" y="90014"/>
                    <a:pt x="251124" y="85545"/>
                    <a:pt x="254958" y="82353"/>
                  </a:cubicBezTo>
                  <a:cubicBezTo>
                    <a:pt x="263904" y="75969"/>
                    <a:pt x="276045" y="77884"/>
                    <a:pt x="281796" y="86822"/>
                  </a:cubicBezTo>
                  <a:cubicBezTo>
                    <a:pt x="288186" y="95760"/>
                    <a:pt x="286269" y="107889"/>
                    <a:pt x="277323" y="113635"/>
                  </a:cubicBezTo>
                  <a:cubicBezTo>
                    <a:pt x="274128" y="116188"/>
                    <a:pt x="270294" y="117465"/>
                    <a:pt x="265821" y="117465"/>
                  </a:cubicBezTo>
                  <a:cubicBezTo>
                    <a:pt x="264543" y="117465"/>
                    <a:pt x="263904" y="117465"/>
                    <a:pt x="262626" y="117465"/>
                  </a:cubicBezTo>
                  <a:cubicBezTo>
                    <a:pt x="260071" y="116827"/>
                    <a:pt x="257514" y="116188"/>
                    <a:pt x="255597" y="114912"/>
                  </a:cubicBezTo>
                  <a:cubicBezTo>
                    <a:pt x="261987" y="123211"/>
                    <a:pt x="265821" y="134064"/>
                    <a:pt x="260071" y="142363"/>
                  </a:cubicBezTo>
                  <a:cubicBezTo>
                    <a:pt x="258792" y="144278"/>
                    <a:pt x="256876" y="145555"/>
                    <a:pt x="254958" y="145555"/>
                  </a:cubicBezTo>
                  <a:cubicBezTo>
                    <a:pt x="253681" y="145555"/>
                    <a:pt x="252403" y="145555"/>
                    <a:pt x="251763" y="144278"/>
                  </a:cubicBezTo>
                  <a:cubicBezTo>
                    <a:pt x="248568" y="142363"/>
                    <a:pt x="247929" y="138532"/>
                    <a:pt x="249846" y="135340"/>
                  </a:cubicBezTo>
                  <a:cubicBezTo>
                    <a:pt x="251763" y="132148"/>
                    <a:pt x="248568" y="124488"/>
                    <a:pt x="242178" y="118742"/>
                  </a:cubicBezTo>
                  <a:cubicBezTo>
                    <a:pt x="236428" y="112996"/>
                    <a:pt x="230038" y="111081"/>
                    <a:pt x="228121" y="112996"/>
                  </a:cubicBezTo>
                  <a:cubicBezTo>
                    <a:pt x="225565" y="114912"/>
                    <a:pt x="221092" y="114273"/>
                    <a:pt x="219175" y="111720"/>
                  </a:cubicBezTo>
                  <a:cubicBezTo>
                    <a:pt x="216619" y="107889"/>
                    <a:pt x="217258" y="104059"/>
                    <a:pt x="220453" y="102144"/>
                  </a:cubicBezTo>
                  <a:close/>
                  <a:moveTo>
                    <a:pt x="176362" y="81076"/>
                  </a:moveTo>
                  <a:cubicBezTo>
                    <a:pt x="166777" y="78523"/>
                    <a:pt x="160387" y="68947"/>
                    <a:pt x="162304" y="59371"/>
                  </a:cubicBezTo>
                  <a:cubicBezTo>
                    <a:pt x="164221" y="48518"/>
                    <a:pt x="173806" y="41496"/>
                    <a:pt x="184669" y="43411"/>
                  </a:cubicBezTo>
                  <a:cubicBezTo>
                    <a:pt x="195532" y="45326"/>
                    <a:pt x="202561" y="54902"/>
                    <a:pt x="200644" y="65755"/>
                  </a:cubicBezTo>
                  <a:cubicBezTo>
                    <a:pt x="199366" y="73416"/>
                    <a:pt x="193615" y="79800"/>
                    <a:pt x="185947" y="81715"/>
                  </a:cubicBezTo>
                  <a:cubicBezTo>
                    <a:pt x="196810" y="82992"/>
                    <a:pt x="206395" y="88099"/>
                    <a:pt x="208951" y="97675"/>
                  </a:cubicBezTo>
                  <a:cubicBezTo>
                    <a:pt x="209590" y="100867"/>
                    <a:pt x="207673" y="104697"/>
                    <a:pt x="203839" y="105336"/>
                  </a:cubicBezTo>
                  <a:cubicBezTo>
                    <a:pt x="203200" y="105336"/>
                    <a:pt x="203200" y="105336"/>
                    <a:pt x="202561" y="105336"/>
                  </a:cubicBezTo>
                  <a:cubicBezTo>
                    <a:pt x="199366" y="105336"/>
                    <a:pt x="196810" y="103420"/>
                    <a:pt x="196171" y="100228"/>
                  </a:cubicBezTo>
                  <a:cubicBezTo>
                    <a:pt x="195532" y="96398"/>
                    <a:pt x="187225" y="93206"/>
                    <a:pt x="178918" y="93844"/>
                  </a:cubicBezTo>
                  <a:cubicBezTo>
                    <a:pt x="170611" y="93844"/>
                    <a:pt x="164860" y="97036"/>
                    <a:pt x="164860" y="99590"/>
                  </a:cubicBezTo>
                  <a:cubicBezTo>
                    <a:pt x="164221" y="102782"/>
                    <a:pt x="161027" y="105336"/>
                    <a:pt x="157832" y="104697"/>
                  </a:cubicBezTo>
                  <a:cubicBezTo>
                    <a:pt x="154637" y="104059"/>
                    <a:pt x="152080" y="100867"/>
                    <a:pt x="152719" y="97675"/>
                  </a:cubicBezTo>
                  <a:cubicBezTo>
                    <a:pt x="153358" y="88737"/>
                    <a:pt x="162304" y="82353"/>
                    <a:pt x="176362" y="81076"/>
                  </a:cubicBezTo>
                  <a:close/>
                  <a:moveTo>
                    <a:pt x="81152" y="86184"/>
                  </a:moveTo>
                  <a:cubicBezTo>
                    <a:pt x="87542" y="77246"/>
                    <a:pt x="99683" y="75331"/>
                    <a:pt x="107990" y="81715"/>
                  </a:cubicBezTo>
                  <a:cubicBezTo>
                    <a:pt x="112463" y="84907"/>
                    <a:pt x="115019" y="89376"/>
                    <a:pt x="115658" y="94483"/>
                  </a:cubicBezTo>
                  <a:cubicBezTo>
                    <a:pt x="116297" y="98952"/>
                    <a:pt x="115658" y="103420"/>
                    <a:pt x="113102" y="107251"/>
                  </a:cubicBezTo>
                  <a:cubicBezTo>
                    <a:pt x="123326" y="98313"/>
                    <a:pt x="134828" y="96398"/>
                    <a:pt x="142496" y="101505"/>
                  </a:cubicBezTo>
                  <a:cubicBezTo>
                    <a:pt x="145052" y="103420"/>
                    <a:pt x="145690" y="107889"/>
                    <a:pt x="143774" y="110443"/>
                  </a:cubicBezTo>
                  <a:cubicBezTo>
                    <a:pt x="141857" y="112996"/>
                    <a:pt x="137384" y="113635"/>
                    <a:pt x="134828" y="111720"/>
                  </a:cubicBezTo>
                  <a:cubicBezTo>
                    <a:pt x="132911" y="110443"/>
                    <a:pt x="126521" y="112358"/>
                    <a:pt x="120770" y="117465"/>
                  </a:cubicBezTo>
                  <a:cubicBezTo>
                    <a:pt x="114380" y="123211"/>
                    <a:pt x="111185" y="130872"/>
                    <a:pt x="113102" y="134064"/>
                  </a:cubicBezTo>
                  <a:cubicBezTo>
                    <a:pt x="115019" y="137256"/>
                    <a:pt x="114380" y="141086"/>
                    <a:pt x="111185" y="143001"/>
                  </a:cubicBezTo>
                  <a:cubicBezTo>
                    <a:pt x="109907" y="143640"/>
                    <a:pt x="108629" y="144278"/>
                    <a:pt x="107990" y="144278"/>
                  </a:cubicBezTo>
                  <a:cubicBezTo>
                    <a:pt x="106073" y="144278"/>
                    <a:pt x="103517" y="143001"/>
                    <a:pt x="102878" y="141086"/>
                  </a:cubicBezTo>
                  <a:cubicBezTo>
                    <a:pt x="97766" y="132787"/>
                    <a:pt x="100961" y="121934"/>
                    <a:pt x="107990" y="113635"/>
                  </a:cubicBezTo>
                  <a:cubicBezTo>
                    <a:pt x="104795" y="115550"/>
                    <a:pt x="101600" y="116827"/>
                    <a:pt x="97766" y="116827"/>
                  </a:cubicBezTo>
                  <a:cubicBezTo>
                    <a:pt x="93932" y="116827"/>
                    <a:pt x="90098" y="115550"/>
                    <a:pt x="86264" y="112996"/>
                  </a:cubicBezTo>
                  <a:cubicBezTo>
                    <a:pt x="81791" y="109804"/>
                    <a:pt x="79235" y="105336"/>
                    <a:pt x="78596" y="100228"/>
                  </a:cubicBezTo>
                  <a:cubicBezTo>
                    <a:pt x="77318" y="95760"/>
                    <a:pt x="77957" y="90652"/>
                    <a:pt x="81152" y="86184"/>
                  </a:cubicBezTo>
                  <a:close/>
                  <a:moveTo>
                    <a:pt x="61982" y="200457"/>
                  </a:moveTo>
                  <a:cubicBezTo>
                    <a:pt x="60704" y="200457"/>
                    <a:pt x="60065" y="200457"/>
                    <a:pt x="58788" y="200457"/>
                  </a:cubicBezTo>
                  <a:cubicBezTo>
                    <a:pt x="47925" y="198542"/>
                    <a:pt x="40895" y="188966"/>
                    <a:pt x="42813" y="178113"/>
                  </a:cubicBezTo>
                  <a:cubicBezTo>
                    <a:pt x="43451" y="173006"/>
                    <a:pt x="46646" y="168537"/>
                    <a:pt x="50480" y="165345"/>
                  </a:cubicBezTo>
                  <a:cubicBezTo>
                    <a:pt x="54953" y="162153"/>
                    <a:pt x="60065" y="160876"/>
                    <a:pt x="65177" y="162153"/>
                  </a:cubicBezTo>
                  <a:cubicBezTo>
                    <a:pt x="72845" y="163430"/>
                    <a:pt x="79235" y="169176"/>
                    <a:pt x="81152" y="176836"/>
                  </a:cubicBezTo>
                  <a:cubicBezTo>
                    <a:pt x="82430" y="165984"/>
                    <a:pt x="87542" y="156408"/>
                    <a:pt x="97127" y="153854"/>
                  </a:cubicBezTo>
                  <a:cubicBezTo>
                    <a:pt x="100322" y="153216"/>
                    <a:pt x="104156" y="155131"/>
                    <a:pt x="104795" y="158961"/>
                  </a:cubicBezTo>
                  <a:cubicBezTo>
                    <a:pt x="105434" y="162153"/>
                    <a:pt x="103517" y="165984"/>
                    <a:pt x="99683" y="166622"/>
                  </a:cubicBezTo>
                  <a:cubicBezTo>
                    <a:pt x="95849" y="167260"/>
                    <a:pt x="92654" y="175560"/>
                    <a:pt x="93293" y="183859"/>
                  </a:cubicBezTo>
                  <a:cubicBezTo>
                    <a:pt x="93932" y="192158"/>
                    <a:pt x="96488" y="197903"/>
                    <a:pt x="99044" y="197903"/>
                  </a:cubicBezTo>
                  <a:cubicBezTo>
                    <a:pt x="102239" y="198542"/>
                    <a:pt x="104795" y="201734"/>
                    <a:pt x="104156" y="204926"/>
                  </a:cubicBezTo>
                  <a:cubicBezTo>
                    <a:pt x="103517" y="208118"/>
                    <a:pt x="100961" y="210671"/>
                    <a:pt x="97766" y="210671"/>
                  </a:cubicBezTo>
                  <a:cubicBezTo>
                    <a:pt x="97766" y="210671"/>
                    <a:pt x="97127" y="210671"/>
                    <a:pt x="97127" y="210671"/>
                  </a:cubicBezTo>
                  <a:cubicBezTo>
                    <a:pt x="88181" y="209395"/>
                    <a:pt x="81791" y="199819"/>
                    <a:pt x="80513" y="186412"/>
                  </a:cubicBezTo>
                  <a:cubicBezTo>
                    <a:pt x="78596" y="194073"/>
                    <a:pt x="70928" y="200457"/>
                    <a:pt x="61982" y="200457"/>
                  </a:cubicBezTo>
                  <a:close/>
                  <a:moveTo>
                    <a:pt x="143134" y="261105"/>
                  </a:moveTo>
                  <a:cubicBezTo>
                    <a:pt x="140579" y="263020"/>
                    <a:pt x="137384" y="264297"/>
                    <a:pt x="133549" y="264297"/>
                  </a:cubicBezTo>
                  <a:cubicBezTo>
                    <a:pt x="127160" y="264297"/>
                    <a:pt x="120770" y="261105"/>
                    <a:pt x="113741" y="255359"/>
                  </a:cubicBezTo>
                  <a:cubicBezTo>
                    <a:pt x="118853" y="263658"/>
                    <a:pt x="116297" y="275149"/>
                    <a:pt x="108629" y="280895"/>
                  </a:cubicBezTo>
                  <a:cubicBezTo>
                    <a:pt x="105434" y="283449"/>
                    <a:pt x="101600" y="284725"/>
                    <a:pt x="97127" y="284725"/>
                  </a:cubicBezTo>
                  <a:cubicBezTo>
                    <a:pt x="95849" y="284725"/>
                    <a:pt x="95210" y="284725"/>
                    <a:pt x="93932" y="284725"/>
                  </a:cubicBezTo>
                  <a:cubicBezTo>
                    <a:pt x="88820" y="284087"/>
                    <a:pt x="84347" y="280895"/>
                    <a:pt x="81152" y="277065"/>
                  </a:cubicBezTo>
                  <a:cubicBezTo>
                    <a:pt x="77957" y="272596"/>
                    <a:pt x="76679" y="267489"/>
                    <a:pt x="77957" y="262382"/>
                  </a:cubicBezTo>
                  <a:cubicBezTo>
                    <a:pt x="78596" y="257274"/>
                    <a:pt x="81791" y="252806"/>
                    <a:pt x="85625" y="249614"/>
                  </a:cubicBezTo>
                  <a:cubicBezTo>
                    <a:pt x="92015" y="245145"/>
                    <a:pt x="100322" y="245145"/>
                    <a:pt x="107351" y="248975"/>
                  </a:cubicBezTo>
                  <a:cubicBezTo>
                    <a:pt x="100961" y="240676"/>
                    <a:pt x="97127" y="229823"/>
                    <a:pt x="102878" y="221524"/>
                  </a:cubicBezTo>
                  <a:cubicBezTo>
                    <a:pt x="104795" y="218332"/>
                    <a:pt x="108629" y="217694"/>
                    <a:pt x="111824" y="219609"/>
                  </a:cubicBezTo>
                  <a:cubicBezTo>
                    <a:pt x="115019" y="221524"/>
                    <a:pt x="115658" y="225355"/>
                    <a:pt x="113741" y="228546"/>
                  </a:cubicBezTo>
                  <a:cubicBezTo>
                    <a:pt x="111824" y="231738"/>
                    <a:pt x="115019" y="239399"/>
                    <a:pt x="121409" y="245145"/>
                  </a:cubicBezTo>
                  <a:cubicBezTo>
                    <a:pt x="127160" y="250890"/>
                    <a:pt x="133549" y="252806"/>
                    <a:pt x="135467" y="250890"/>
                  </a:cubicBezTo>
                  <a:cubicBezTo>
                    <a:pt x="138022" y="248975"/>
                    <a:pt x="142496" y="249614"/>
                    <a:pt x="144412" y="252167"/>
                  </a:cubicBezTo>
                  <a:cubicBezTo>
                    <a:pt x="146329" y="254721"/>
                    <a:pt x="145690" y="258551"/>
                    <a:pt x="143134" y="261105"/>
                  </a:cubicBezTo>
                  <a:close/>
                  <a:moveTo>
                    <a:pt x="208312" y="264935"/>
                  </a:moveTo>
                  <a:cubicBezTo>
                    <a:pt x="206395" y="274511"/>
                    <a:pt x="196171" y="279618"/>
                    <a:pt x="185947" y="280895"/>
                  </a:cubicBezTo>
                  <a:cubicBezTo>
                    <a:pt x="192976" y="282810"/>
                    <a:pt x="199366" y="288556"/>
                    <a:pt x="200644" y="296855"/>
                  </a:cubicBezTo>
                  <a:cubicBezTo>
                    <a:pt x="202561" y="307708"/>
                    <a:pt x="194893" y="317284"/>
                    <a:pt x="184669" y="319199"/>
                  </a:cubicBezTo>
                  <a:cubicBezTo>
                    <a:pt x="183391" y="319199"/>
                    <a:pt x="182752" y="319199"/>
                    <a:pt x="181474" y="319199"/>
                  </a:cubicBezTo>
                  <a:cubicBezTo>
                    <a:pt x="171889" y="319199"/>
                    <a:pt x="163582" y="312177"/>
                    <a:pt x="162304" y="302601"/>
                  </a:cubicBezTo>
                  <a:cubicBezTo>
                    <a:pt x="161027" y="293025"/>
                    <a:pt x="166777" y="283449"/>
                    <a:pt x="176362" y="280895"/>
                  </a:cubicBezTo>
                  <a:cubicBezTo>
                    <a:pt x="162943" y="279618"/>
                    <a:pt x="153358" y="273234"/>
                    <a:pt x="152080" y="264297"/>
                  </a:cubicBezTo>
                  <a:cubicBezTo>
                    <a:pt x="151442" y="261105"/>
                    <a:pt x="153997" y="257274"/>
                    <a:pt x="157192" y="257274"/>
                  </a:cubicBezTo>
                  <a:cubicBezTo>
                    <a:pt x="160387" y="256636"/>
                    <a:pt x="164221" y="259190"/>
                    <a:pt x="164221" y="262382"/>
                  </a:cubicBezTo>
                  <a:cubicBezTo>
                    <a:pt x="164860" y="264935"/>
                    <a:pt x="170611" y="268127"/>
                    <a:pt x="178279" y="268127"/>
                  </a:cubicBezTo>
                  <a:cubicBezTo>
                    <a:pt x="187225" y="268127"/>
                    <a:pt x="194893" y="265574"/>
                    <a:pt x="195532" y="261743"/>
                  </a:cubicBezTo>
                  <a:cubicBezTo>
                    <a:pt x="196171" y="258551"/>
                    <a:pt x="200005" y="255998"/>
                    <a:pt x="203200" y="256636"/>
                  </a:cubicBezTo>
                  <a:cubicBezTo>
                    <a:pt x="207034" y="257913"/>
                    <a:pt x="209590" y="261105"/>
                    <a:pt x="208312" y="264935"/>
                  </a:cubicBezTo>
                  <a:close/>
                  <a:moveTo>
                    <a:pt x="209590" y="223439"/>
                  </a:moveTo>
                  <a:cubicBezTo>
                    <a:pt x="201922" y="231100"/>
                    <a:pt x="192337" y="238122"/>
                    <a:pt x="182752" y="242591"/>
                  </a:cubicBezTo>
                  <a:cubicBezTo>
                    <a:pt x="182113" y="243230"/>
                    <a:pt x="180835" y="243230"/>
                    <a:pt x="180196" y="243230"/>
                  </a:cubicBezTo>
                  <a:cubicBezTo>
                    <a:pt x="179557" y="243230"/>
                    <a:pt x="178279" y="243230"/>
                    <a:pt x="177640" y="242591"/>
                  </a:cubicBezTo>
                  <a:cubicBezTo>
                    <a:pt x="166777" y="237484"/>
                    <a:pt x="157192" y="231100"/>
                    <a:pt x="148885" y="223439"/>
                  </a:cubicBezTo>
                  <a:lnTo>
                    <a:pt x="148247" y="222801"/>
                  </a:lnTo>
                  <a:cubicBezTo>
                    <a:pt x="136106" y="211310"/>
                    <a:pt x="129077" y="194711"/>
                    <a:pt x="128438" y="177475"/>
                  </a:cubicBezTo>
                  <a:lnTo>
                    <a:pt x="127799" y="144916"/>
                  </a:lnTo>
                  <a:cubicBezTo>
                    <a:pt x="127799" y="143001"/>
                    <a:pt x="128438" y="141086"/>
                    <a:pt x="129716" y="139809"/>
                  </a:cubicBezTo>
                  <a:cubicBezTo>
                    <a:pt x="130994" y="138532"/>
                    <a:pt x="132911" y="137894"/>
                    <a:pt x="134828" y="137894"/>
                  </a:cubicBezTo>
                  <a:cubicBezTo>
                    <a:pt x="139939" y="138532"/>
                    <a:pt x="147607" y="138532"/>
                    <a:pt x="156553" y="135340"/>
                  </a:cubicBezTo>
                  <a:cubicBezTo>
                    <a:pt x="165499" y="132148"/>
                    <a:pt x="171250" y="127041"/>
                    <a:pt x="175084" y="123211"/>
                  </a:cubicBezTo>
                  <a:cubicBezTo>
                    <a:pt x="176362" y="121934"/>
                    <a:pt x="177640" y="121296"/>
                    <a:pt x="179557" y="121296"/>
                  </a:cubicBezTo>
                  <a:cubicBezTo>
                    <a:pt x="181474" y="121296"/>
                    <a:pt x="182752" y="121934"/>
                    <a:pt x="184030" y="123211"/>
                  </a:cubicBezTo>
                  <a:cubicBezTo>
                    <a:pt x="189142" y="128318"/>
                    <a:pt x="194893" y="132148"/>
                    <a:pt x="201283" y="134702"/>
                  </a:cubicBezTo>
                  <a:cubicBezTo>
                    <a:pt x="208312" y="137256"/>
                    <a:pt x="215980" y="138532"/>
                    <a:pt x="223648" y="138532"/>
                  </a:cubicBezTo>
                  <a:cubicBezTo>
                    <a:pt x="225565" y="138532"/>
                    <a:pt x="226843" y="139171"/>
                    <a:pt x="228121" y="140448"/>
                  </a:cubicBezTo>
                  <a:cubicBezTo>
                    <a:pt x="229399" y="141724"/>
                    <a:pt x="230038" y="143640"/>
                    <a:pt x="230038" y="144916"/>
                  </a:cubicBezTo>
                  <a:lnTo>
                    <a:pt x="230038" y="177475"/>
                  </a:lnTo>
                  <a:cubicBezTo>
                    <a:pt x="230038" y="193435"/>
                    <a:pt x="224287" y="208756"/>
                    <a:pt x="214063" y="220247"/>
                  </a:cubicBezTo>
                  <a:cubicBezTo>
                    <a:pt x="212146" y="220886"/>
                    <a:pt x="210868" y="222163"/>
                    <a:pt x="209590" y="223439"/>
                  </a:cubicBezTo>
                  <a:close/>
                  <a:moveTo>
                    <a:pt x="281796" y="276426"/>
                  </a:moveTo>
                  <a:cubicBezTo>
                    <a:pt x="278601" y="280895"/>
                    <a:pt x="274128" y="283449"/>
                    <a:pt x="269016" y="284087"/>
                  </a:cubicBezTo>
                  <a:cubicBezTo>
                    <a:pt x="267738" y="284087"/>
                    <a:pt x="267099" y="284087"/>
                    <a:pt x="265821" y="284087"/>
                  </a:cubicBezTo>
                  <a:cubicBezTo>
                    <a:pt x="261987" y="284087"/>
                    <a:pt x="258153" y="282810"/>
                    <a:pt x="254319" y="280257"/>
                  </a:cubicBezTo>
                  <a:cubicBezTo>
                    <a:pt x="246013" y="274511"/>
                    <a:pt x="244096" y="263020"/>
                    <a:pt x="249208" y="254721"/>
                  </a:cubicBezTo>
                  <a:cubicBezTo>
                    <a:pt x="242818" y="260466"/>
                    <a:pt x="235788" y="263658"/>
                    <a:pt x="229399" y="263658"/>
                  </a:cubicBezTo>
                  <a:cubicBezTo>
                    <a:pt x="225565" y="263658"/>
                    <a:pt x="222370" y="262382"/>
                    <a:pt x="219814" y="260466"/>
                  </a:cubicBezTo>
                  <a:cubicBezTo>
                    <a:pt x="217258" y="258551"/>
                    <a:pt x="216619" y="254082"/>
                    <a:pt x="218536" y="251529"/>
                  </a:cubicBezTo>
                  <a:cubicBezTo>
                    <a:pt x="220453" y="248975"/>
                    <a:pt x="224926" y="248337"/>
                    <a:pt x="227482" y="250252"/>
                  </a:cubicBezTo>
                  <a:cubicBezTo>
                    <a:pt x="229399" y="251529"/>
                    <a:pt x="235788" y="249614"/>
                    <a:pt x="241540" y="244506"/>
                  </a:cubicBezTo>
                  <a:cubicBezTo>
                    <a:pt x="247929" y="238761"/>
                    <a:pt x="251124" y="231100"/>
                    <a:pt x="249208" y="227908"/>
                  </a:cubicBezTo>
                  <a:cubicBezTo>
                    <a:pt x="247291" y="224716"/>
                    <a:pt x="247929" y="220886"/>
                    <a:pt x="251124" y="218971"/>
                  </a:cubicBezTo>
                  <a:cubicBezTo>
                    <a:pt x="254319" y="217055"/>
                    <a:pt x="258153" y="217694"/>
                    <a:pt x="260071" y="220886"/>
                  </a:cubicBezTo>
                  <a:cubicBezTo>
                    <a:pt x="265182" y="229185"/>
                    <a:pt x="261987" y="240038"/>
                    <a:pt x="255597" y="248337"/>
                  </a:cubicBezTo>
                  <a:cubicBezTo>
                    <a:pt x="257514" y="247060"/>
                    <a:pt x="260071" y="246422"/>
                    <a:pt x="262626" y="245783"/>
                  </a:cubicBezTo>
                  <a:cubicBezTo>
                    <a:pt x="267738" y="245145"/>
                    <a:pt x="272850" y="246422"/>
                    <a:pt x="277323" y="248975"/>
                  </a:cubicBezTo>
                  <a:cubicBezTo>
                    <a:pt x="286269" y="255998"/>
                    <a:pt x="288186" y="268127"/>
                    <a:pt x="281796" y="276426"/>
                  </a:cubicBezTo>
                  <a:close/>
                  <a:moveTo>
                    <a:pt x="302883" y="199819"/>
                  </a:moveTo>
                  <a:cubicBezTo>
                    <a:pt x="301605" y="199819"/>
                    <a:pt x="300966" y="199819"/>
                    <a:pt x="299688" y="199819"/>
                  </a:cubicBezTo>
                  <a:cubicBezTo>
                    <a:pt x="290742" y="199819"/>
                    <a:pt x="283074" y="194073"/>
                    <a:pt x="281157" y="185774"/>
                  </a:cubicBezTo>
                  <a:cubicBezTo>
                    <a:pt x="279879" y="199180"/>
                    <a:pt x="273489" y="208756"/>
                    <a:pt x="264543" y="210033"/>
                  </a:cubicBezTo>
                  <a:cubicBezTo>
                    <a:pt x="264543" y="210033"/>
                    <a:pt x="263904" y="210033"/>
                    <a:pt x="263904" y="210033"/>
                  </a:cubicBezTo>
                  <a:cubicBezTo>
                    <a:pt x="260709" y="210033"/>
                    <a:pt x="258153" y="207479"/>
                    <a:pt x="257514" y="204287"/>
                  </a:cubicBezTo>
                  <a:cubicBezTo>
                    <a:pt x="256876" y="201095"/>
                    <a:pt x="259431" y="197265"/>
                    <a:pt x="262626" y="197265"/>
                  </a:cubicBezTo>
                  <a:cubicBezTo>
                    <a:pt x="265182" y="196627"/>
                    <a:pt x="268377" y="190881"/>
                    <a:pt x="268377" y="183220"/>
                  </a:cubicBezTo>
                  <a:cubicBezTo>
                    <a:pt x="269016" y="174283"/>
                    <a:pt x="265821" y="166622"/>
                    <a:pt x="261987" y="165984"/>
                  </a:cubicBezTo>
                  <a:cubicBezTo>
                    <a:pt x="258792" y="165345"/>
                    <a:pt x="256236" y="161515"/>
                    <a:pt x="256876" y="158323"/>
                  </a:cubicBezTo>
                  <a:cubicBezTo>
                    <a:pt x="257514" y="155131"/>
                    <a:pt x="261348" y="152577"/>
                    <a:pt x="264543" y="153216"/>
                  </a:cubicBezTo>
                  <a:cubicBezTo>
                    <a:pt x="274128" y="155131"/>
                    <a:pt x="279240" y="165345"/>
                    <a:pt x="280518" y="176198"/>
                  </a:cubicBezTo>
                  <a:cubicBezTo>
                    <a:pt x="282435" y="169176"/>
                    <a:pt x="288186" y="162792"/>
                    <a:pt x="296493" y="161515"/>
                  </a:cubicBezTo>
                  <a:cubicBezTo>
                    <a:pt x="301605" y="160876"/>
                    <a:pt x="306717" y="162153"/>
                    <a:pt x="311190" y="164707"/>
                  </a:cubicBezTo>
                  <a:cubicBezTo>
                    <a:pt x="315663" y="167899"/>
                    <a:pt x="318219" y="172368"/>
                    <a:pt x="318858" y="177475"/>
                  </a:cubicBezTo>
                  <a:cubicBezTo>
                    <a:pt x="320775" y="188327"/>
                    <a:pt x="313746" y="198542"/>
                    <a:pt x="302883" y="199819"/>
                  </a:cubicBezTo>
                  <a:close/>
                </a:path>
              </a:pathLst>
            </a:custGeom>
            <a:solidFill>
              <a:srgbClr val="007CB0"/>
            </a:solidFill>
            <a:ln w="6390" cap="flat">
              <a:noFill/>
              <a:prstDash val="solid"/>
              <a:miter/>
            </a:ln>
          </p:spPr>
          <p:txBody>
            <a:bodyPr rtlCol="0" anchor="ctr"/>
            <a:lstStyle/>
            <a:p>
              <a:endParaRPr lang="en-US"/>
            </a:p>
          </p:txBody>
        </p:sp>
        <p:sp>
          <p:nvSpPr>
            <p:cNvPr id="928" name="Graphic 4">
              <a:extLst>
                <a:ext uri="{FF2B5EF4-FFF2-40B4-BE49-F238E27FC236}">
                  <a16:creationId xmlns:a16="http://schemas.microsoft.com/office/drawing/2014/main" id="{87C23277-BCF3-A84A-BBFC-14A5CF74CBEF}"/>
                </a:ext>
              </a:extLst>
            </p:cNvPr>
            <p:cNvSpPr/>
            <p:nvPr/>
          </p:nvSpPr>
          <p:spPr>
            <a:xfrm>
              <a:off x="4305703" y="4082882"/>
              <a:ext cx="13092" cy="13243"/>
            </a:xfrm>
            <a:custGeom>
              <a:avLst/>
              <a:gdLst>
                <a:gd name="connsiteX0" fmla="*/ 1115 w 13092"/>
                <a:gd name="connsiteY0" fmla="*/ 2390 h 13243"/>
                <a:gd name="connsiteX1" fmla="*/ 1115 w 13092"/>
                <a:gd name="connsiteY1" fmla="*/ 2390 h 13243"/>
                <a:gd name="connsiteX2" fmla="*/ 2393 w 13092"/>
                <a:gd name="connsiteY2" fmla="*/ 11966 h 13243"/>
                <a:gd name="connsiteX3" fmla="*/ 7505 w 13092"/>
                <a:gd name="connsiteY3" fmla="*/ 13243 h 13243"/>
                <a:gd name="connsiteX4" fmla="*/ 11978 w 13092"/>
                <a:gd name="connsiteY4" fmla="*/ 10689 h 13243"/>
                <a:gd name="connsiteX5" fmla="*/ 10700 w 13092"/>
                <a:gd name="connsiteY5" fmla="*/ 1113 h 13243"/>
                <a:gd name="connsiteX6" fmla="*/ 1115 w 13092"/>
                <a:gd name="connsiteY6" fmla="*/ 2390 h 13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92" h="13243">
                  <a:moveTo>
                    <a:pt x="1115" y="2390"/>
                  </a:moveTo>
                  <a:lnTo>
                    <a:pt x="1115" y="2390"/>
                  </a:lnTo>
                  <a:cubicBezTo>
                    <a:pt x="-802" y="5582"/>
                    <a:pt x="-163" y="9413"/>
                    <a:pt x="2393" y="11966"/>
                  </a:cubicBezTo>
                  <a:cubicBezTo>
                    <a:pt x="3671" y="13243"/>
                    <a:pt x="5588" y="13243"/>
                    <a:pt x="7505" y="13243"/>
                  </a:cubicBezTo>
                  <a:cubicBezTo>
                    <a:pt x="9421" y="13243"/>
                    <a:pt x="10700" y="11966"/>
                    <a:pt x="11978" y="10689"/>
                  </a:cubicBezTo>
                  <a:cubicBezTo>
                    <a:pt x="13894" y="7497"/>
                    <a:pt x="13256" y="3667"/>
                    <a:pt x="10700" y="1113"/>
                  </a:cubicBezTo>
                  <a:cubicBezTo>
                    <a:pt x="7505" y="-802"/>
                    <a:pt x="3032" y="-163"/>
                    <a:pt x="1115" y="2390"/>
                  </a:cubicBezTo>
                  <a:close/>
                </a:path>
              </a:pathLst>
            </a:custGeom>
            <a:solidFill>
              <a:srgbClr val="007CB0"/>
            </a:solidFill>
            <a:ln w="6390" cap="flat">
              <a:noFill/>
              <a:prstDash val="solid"/>
              <a:miter/>
            </a:ln>
          </p:spPr>
          <p:txBody>
            <a:bodyPr rtlCol="0" anchor="ctr"/>
            <a:lstStyle/>
            <a:p>
              <a:endParaRPr lang="en-US"/>
            </a:p>
          </p:txBody>
        </p:sp>
      </p:grpSp>
      <p:grpSp>
        <p:nvGrpSpPr>
          <p:cNvPr id="929" name="Graphic 4">
            <a:extLst>
              <a:ext uri="{FF2B5EF4-FFF2-40B4-BE49-F238E27FC236}">
                <a16:creationId xmlns:a16="http://schemas.microsoft.com/office/drawing/2014/main" id="{D71C1FD9-DA57-4E43-A043-8EAD005A22A6}"/>
              </a:ext>
            </a:extLst>
          </p:cNvPr>
          <p:cNvGrpSpPr/>
          <p:nvPr/>
        </p:nvGrpSpPr>
        <p:grpSpPr>
          <a:xfrm>
            <a:off x="5099808" y="918179"/>
            <a:ext cx="361670" cy="361333"/>
            <a:chOff x="5099808" y="918179"/>
            <a:chExt cx="361670" cy="361333"/>
          </a:xfrm>
          <a:solidFill>
            <a:srgbClr val="007CB0"/>
          </a:solidFill>
        </p:grpSpPr>
        <p:sp>
          <p:nvSpPr>
            <p:cNvPr id="930" name="Graphic 4">
              <a:extLst>
                <a:ext uri="{FF2B5EF4-FFF2-40B4-BE49-F238E27FC236}">
                  <a16:creationId xmlns:a16="http://schemas.microsoft.com/office/drawing/2014/main" id="{7484925F-8BAB-C54B-BB61-63B32B2398C0}"/>
                </a:ext>
              </a:extLst>
            </p:cNvPr>
            <p:cNvSpPr/>
            <p:nvPr/>
          </p:nvSpPr>
          <p:spPr>
            <a:xfrm>
              <a:off x="5241026" y="1022876"/>
              <a:ext cx="78596" cy="68308"/>
            </a:xfrm>
            <a:custGeom>
              <a:avLst/>
              <a:gdLst>
                <a:gd name="connsiteX0" fmla="*/ 37062 w 78596"/>
                <a:gd name="connsiteY0" fmla="*/ 66393 h 68308"/>
                <a:gd name="connsiteX1" fmla="*/ 39618 w 78596"/>
                <a:gd name="connsiteY1" fmla="*/ 68309 h 68308"/>
                <a:gd name="connsiteX2" fmla="*/ 39618 w 78596"/>
                <a:gd name="connsiteY2" fmla="*/ 68309 h 68308"/>
                <a:gd name="connsiteX3" fmla="*/ 42173 w 78596"/>
                <a:gd name="connsiteY3" fmla="*/ 65755 h 68308"/>
                <a:gd name="connsiteX4" fmla="*/ 72845 w 78596"/>
                <a:gd name="connsiteY4" fmla="*/ 33835 h 68308"/>
                <a:gd name="connsiteX5" fmla="*/ 72845 w 78596"/>
                <a:gd name="connsiteY5" fmla="*/ 5746 h 68308"/>
                <a:gd name="connsiteX6" fmla="*/ 60065 w 78596"/>
                <a:gd name="connsiteY6" fmla="*/ 0 h 68308"/>
                <a:gd name="connsiteX7" fmla="*/ 46008 w 78596"/>
                <a:gd name="connsiteY7" fmla="*/ 5746 h 68308"/>
                <a:gd name="connsiteX8" fmla="*/ 39618 w 78596"/>
                <a:gd name="connsiteY8" fmla="*/ 11491 h 68308"/>
                <a:gd name="connsiteX9" fmla="*/ 33228 w 78596"/>
                <a:gd name="connsiteY9" fmla="*/ 5746 h 68308"/>
                <a:gd name="connsiteX10" fmla="*/ 19809 w 78596"/>
                <a:gd name="connsiteY10" fmla="*/ 0 h 68308"/>
                <a:gd name="connsiteX11" fmla="*/ 19170 w 78596"/>
                <a:gd name="connsiteY11" fmla="*/ 0 h 68308"/>
                <a:gd name="connsiteX12" fmla="*/ 5751 w 78596"/>
                <a:gd name="connsiteY12" fmla="*/ 5746 h 68308"/>
                <a:gd name="connsiteX13" fmla="*/ 5751 w 78596"/>
                <a:gd name="connsiteY13" fmla="*/ 33835 h 68308"/>
                <a:gd name="connsiteX14" fmla="*/ 37062 w 78596"/>
                <a:gd name="connsiteY14" fmla="*/ 66393 h 6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596" h="68308">
                  <a:moveTo>
                    <a:pt x="37062" y="66393"/>
                  </a:moveTo>
                  <a:cubicBezTo>
                    <a:pt x="38340" y="67670"/>
                    <a:pt x="38978" y="68309"/>
                    <a:pt x="39618" y="68309"/>
                  </a:cubicBezTo>
                  <a:lnTo>
                    <a:pt x="39618" y="68309"/>
                  </a:lnTo>
                  <a:cubicBezTo>
                    <a:pt x="40257" y="68309"/>
                    <a:pt x="41535" y="67032"/>
                    <a:pt x="42173" y="65755"/>
                  </a:cubicBezTo>
                  <a:lnTo>
                    <a:pt x="72845" y="33835"/>
                  </a:lnTo>
                  <a:cubicBezTo>
                    <a:pt x="80513" y="26174"/>
                    <a:pt x="80513" y="13406"/>
                    <a:pt x="72845" y="5746"/>
                  </a:cubicBezTo>
                  <a:cubicBezTo>
                    <a:pt x="69011" y="1915"/>
                    <a:pt x="64538" y="0"/>
                    <a:pt x="60065" y="0"/>
                  </a:cubicBezTo>
                  <a:cubicBezTo>
                    <a:pt x="54953" y="0"/>
                    <a:pt x="49841" y="1915"/>
                    <a:pt x="46008" y="5746"/>
                  </a:cubicBezTo>
                  <a:lnTo>
                    <a:pt x="39618" y="11491"/>
                  </a:lnTo>
                  <a:lnTo>
                    <a:pt x="33228" y="5746"/>
                  </a:lnTo>
                  <a:cubicBezTo>
                    <a:pt x="29394" y="1915"/>
                    <a:pt x="24921" y="0"/>
                    <a:pt x="19809" y="0"/>
                  </a:cubicBezTo>
                  <a:cubicBezTo>
                    <a:pt x="19809" y="0"/>
                    <a:pt x="19170" y="0"/>
                    <a:pt x="19170" y="0"/>
                  </a:cubicBezTo>
                  <a:cubicBezTo>
                    <a:pt x="14058" y="0"/>
                    <a:pt x="9585" y="1915"/>
                    <a:pt x="5751" y="5746"/>
                  </a:cubicBezTo>
                  <a:cubicBezTo>
                    <a:pt x="-1917" y="13406"/>
                    <a:pt x="-1917" y="26174"/>
                    <a:pt x="5751" y="33835"/>
                  </a:cubicBezTo>
                  <a:lnTo>
                    <a:pt x="37062" y="66393"/>
                  </a:lnTo>
                  <a:close/>
                </a:path>
              </a:pathLst>
            </a:custGeom>
            <a:solidFill>
              <a:srgbClr val="007CB0"/>
            </a:solidFill>
            <a:ln w="6390" cap="flat">
              <a:noFill/>
              <a:prstDash val="solid"/>
              <a:miter/>
            </a:ln>
          </p:spPr>
          <p:txBody>
            <a:bodyPr rtlCol="0" anchor="ctr"/>
            <a:lstStyle/>
            <a:p>
              <a:endParaRPr lang="en-US"/>
            </a:p>
          </p:txBody>
        </p:sp>
        <p:sp>
          <p:nvSpPr>
            <p:cNvPr id="931" name="Graphic 4">
              <a:extLst>
                <a:ext uri="{FF2B5EF4-FFF2-40B4-BE49-F238E27FC236}">
                  <a16:creationId xmlns:a16="http://schemas.microsoft.com/office/drawing/2014/main" id="{7908111B-7299-DD48-9CD1-66C1552FD359}"/>
                </a:ext>
              </a:extLst>
            </p:cNvPr>
            <p:cNvSpPr/>
            <p:nvPr/>
          </p:nvSpPr>
          <p:spPr>
            <a:xfrm>
              <a:off x="5099808" y="918179"/>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138662 w 361670"/>
                <a:gd name="connsiteY5" fmla="*/ 102144 h 361333"/>
                <a:gd name="connsiteX6" fmla="*/ 161027 w 361670"/>
                <a:gd name="connsiteY6" fmla="*/ 92568 h 361333"/>
                <a:gd name="connsiteX7" fmla="*/ 181474 w 361670"/>
                <a:gd name="connsiteY7" fmla="*/ 99590 h 361333"/>
                <a:gd name="connsiteX8" fmla="*/ 201922 w 361670"/>
                <a:gd name="connsiteY8" fmla="*/ 92568 h 361333"/>
                <a:gd name="connsiteX9" fmla="*/ 223648 w 361670"/>
                <a:gd name="connsiteY9" fmla="*/ 102144 h 361333"/>
                <a:gd name="connsiteX10" fmla="*/ 223648 w 361670"/>
                <a:gd name="connsiteY10" fmla="*/ 148108 h 361333"/>
                <a:gd name="connsiteX11" fmla="*/ 193615 w 361670"/>
                <a:gd name="connsiteY11" fmla="*/ 179390 h 361333"/>
                <a:gd name="connsiteX12" fmla="*/ 181474 w 361670"/>
                <a:gd name="connsiteY12" fmla="*/ 186412 h 361333"/>
                <a:gd name="connsiteX13" fmla="*/ 181474 w 361670"/>
                <a:gd name="connsiteY13" fmla="*/ 186412 h 361333"/>
                <a:gd name="connsiteX14" fmla="*/ 169973 w 361670"/>
                <a:gd name="connsiteY14" fmla="*/ 180028 h 361333"/>
                <a:gd name="connsiteX15" fmla="*/ 139301 w 361670"/>
                <a:gd name="connsiteY15" fmla="*/ 147470 h 361333"/>
                <a:gd name="connsiteX16" fmla="*/ 138662 w 361670"/>
                <a:gd name="connsiteY16" fmla="*/ 102144 h 361333"/>
                <a:gd name="connsiteX17" fmla="*/ 294576 w 361670"/>
                <a:gd name="connsiteY17" fmla="*/ 240038 h 361333"/>
                <a:gd name="connsiteX18" fmla="*/ 278602 w 361670"/>
                <a:gd name="connsiteY18" fmla="*/ 261743 h 361333"/>
                <a:gd name="connsiteX19" fmla="*/ 239623 w 361670"/>
                <a:gd name="connsiteY19" fmla="*/ 289833 h 361333"/>
                <a:gd name="connsiteX20" fmla="*/ 230038 w 361670"/>
                <a:gd name="connsiteY20" fmla="*/ 303239 h 361333"/>
                <a:gd name="connsiteX21" fmla="*/ 223648 w 361670"/>
                <a:gd name="connsiteY21" fmla="*/ 308985 h 361333"/>
                <a:gd name="connsiteX22" fmla="*/ 223009 w 361670"/>
                <a:gd name="connsiteY22" fmla="*/ 308985 h 361333"/>
                <a:gd name="connsiteX23" fmla="*/ 217258 w 361670"/>
                <a:gd name="connsiteY23" fmla="*/ 301962 h 361333"/>
                <a:gd name="connsiteX24" fmla="*/ 231955 w 361670"/>
                <a:gd name="connsiteY24" fmla="*/ 278980 h 361333"/>
                <a:gd name="connsiteX25" fmla="*/ 270934 w 361670"/>
                <a:gd name="connsiteY25" fmla="*/ 250891 h 361333"/>
                <a:gd name="connsiteX26" fmla="*/ 282435 w 361670"/>
                <a:gd name="connsiteY26" fmla="*/ 235569 h 361333"/>
                <a:gd name="connsiteX27" fmla="*/ 298410 w 361670"/>
                <a:gd name="connsiteY27" fmla="*/ 191519 h 361333"/>
                <a:gd name="connsiteX28" fmla="*/ 299688 w 361670"/>
                <a:gd name="connsiteY28" fmla="*/ 180667 h 361333"/>
                <a:gd name="connsiteX29" fmla="*/ 295215 w 361670"/>
                <a:gd name="connsiteY29" fmla="*/ 121296 h 361333"/>
                <a:gd name="connsiteX30" fmla="*/ 292659 w 361670"/>
                <a:gd name="connsiteY30" fmla="*/ 121296 h 361333"/>
                <a:gd name="connsiteX31" fmla="*/ 288186 w 361670"/>
                <a:gd name="connsiteY31" fmla="*/ 127041 h 361333"/>
                <a:gd name="connsiteX32" fmla="*/ 282435 w 361670"/>
                <a:gd name="connsiteY32" fmla="*/ 176198 h 361333"/>
                <a:gd name="connsiteX33" fmla="*/ 292020 w 361670"/>
                <a:gd name="connsiteY33" fmla="*/ 181944 h 361333"/>
                <a:gd name="connsiteX34" fmla="*/ 288825 w 361670"/>
                <a:gd name="connsiteY34" fmla="*/ 200457 h 361333"/>
                <a:gd name="connsiteX35" fmla="*/ 270295 w 361670"/>
                <a:gd name="connsiteY35" fmla="*/ 224078 h 361333"/>
                <a:gd name="connsiteX36" fmla="*/ 256876 w 361670"/>
                <a:gd name="connsiteY36" fmla="*/ 234931 h 361333"/>
                <a:gd name="connsiteX37" fmla="*/ 234511 w 361670"/>
                <a:gd name="connsiteY37" fmla="*/ 245783 h 361333"/>
                <a:gd name="connsiteX38" fmla="*/ 226204 w 361670"/>
                <a:gd name="connsiteY38" fmla="*/ 243230 h 361333"/>
                <a:gd name="connsiteX39" fmla="*/ 228760 w 361670"/>
                <a:gd name="connsiteY39" fmla="*/ 234931 h 361333"/>
                <a:gd name="connsiteX40" fmla="*/ 251125 w 361670"/>
                <a:gd name="connsiteY40" fmla="*/ 224078 h 361333"/>
                <a:gd name="connsiteX41" fmla="*/ 260710 w 361670"/>
                <a:gd name="connsiteY41" fmla="*/ 216417 h 361333"/>
                <a:gd name="connsiteX42" fmla="*/ 279880 w 361670"/>
                <a:gd name="connsiteY42" fmla="*/ 192796 h 361333"/>
                <a:gd name="connsiteX43" fmla="*/ 282435 w 361670"/>
                <a:gd name="connsiteY43" fmla="*/ 189604 h 361333"/>
                <a:gd name="connsiteX44" fmla="*/ 269655 w 361670"/>
                <a:gd name="connsiteY44" fmla="*/ 189604 h 361333"/>
                <a:gd name="connsiteX45" fmla="*/ 247291 w 361670"/>
                <a:gd name="connsiteY45" fmla="*/ 206841 h 361333"/>
                <a:gd name="connsiteX46" fmla="*/ 242818 w 361670"/>
                <a:gd name="connsiteY46" fmla="*/ 208756 h 361333"/>
                <a:gd name="connsiteX47" fmla="*/ 235150 w 361670"/>
                <a:gd name="connsiteY47" fmla="*/ 209395 h 361333"/>
                <a:gd name="connsiteX48" fmla="*/ 191059 w 361670"/>
                <a:gd name="connsiteY48" fmla="*/ 247699 h 361333"/>
                <a:gd name="connsiteX49" fmla="*/ 187864 w 361670"/>
                <a:gd name="connsiteY49" fmla="*/ 275150 h 361333"/>
                <a:gd name="connsiteX50" fmla="*/ 181474 w 361670"/>
                <a:gd name="connsiteY50" fmla="*/ 281534 h 361333"/>
                <a:gd name="connsiteX51" fmla="*/ 181474 w 361670"/>
                <a:gd name="connsiteY51" fmla="*/ 281534 h 361333"/>
                <a:gd name="connsiteX52" fmla="*/ 181474 w 361670"/>
                <a:gd name="connsiteY52" fmla="*/ 281534 h 361333"/>
                <a:gd name="connsiteX53" fmla="*/ 175084 w 361670"/>
                <a:gd name="connsiteY53" fmla="*/ 275150 h 361333"/>
                <a:gd name="connsiteX54" fmla="*/ 171889 w 361670"/>
                <a:gd name="connsiteY54" fmla="*/ 247699 h 361333"/>
                <a:gd name="connsiteX55" fmla="*/ 127799 w 361670"/>
                <a:gd name="connsiteY55" fmla="*/ 209395 h 361333"/>
                <a:gd name="connsiteX56" fmla="*/ 120131 w 361670"/>
                <a:gd name="connsiteY56" fmla="*/ 208756 h 361333"/>
                <a:gd name="connsiteX57" fmla="*/ 115658 w 361670"/>
                <a:gd name="connsiteY57" fmla="*/ 206841 h 361333"/>
                <a:gd name="connsiteX58" fmla="*/ 93293 w 361670"/>
                <a:gd name="connsiteY58" fmla="*/ 189604 h 361333"/>
                <a:gd name="connsiteX59" fmla="*/ 79874 w 361670"/>
                <a:gd name="connsiteY59" fmla="*/ 189604 h 361333"/>
                <a:gd name="connsiteX60" fmla="*/ 81792 w 361670"/>
                <a:gd name="connsiteY60" fmla="*/ 192158 h 361333"/>
                <a:gd name="connsiteX61" fmla="*/ 100961 w 361670"/>
                <a:gd name="connsiteY61" fmla="*/ 216417 h 361333"/>
                <a:gd name="connsiteX62" fmla="*/ 110546 w 361670"/>
                <a:gd name="connsiteY62" fmla="*/ 224078 h 361333"/>
                <a:gd name="connsiteX63" fmla="*/ 132911 w 361670"/>
                <a:gd name="connsiteY63" fmla="*/ 234931 h 361333"/>
                <a:gd name="connsiteX64" fmla="*/ 135467 w 361670"/>
                <a:gd name="connsiteY64" fmla="*/ 243230 h 361333"/>
                <a:gd name="connsiteX65" fmla="*/ 127160 w 361670"/>
                <a:gd name="connsiteY65" fmla="*/ 245783 h 361333"/>
                <a:gd name="connsiteX66" fmla="*/ 104795 w 361670"/>
                <a:gd name="connsiteY66" fmla="*/ 234931 h 361333"/>
                <a:gd name="connsiteX67" fmla="*/ 91376 w 361670"/>
                <a:gd name="connsiteY67" fmla="*/ 224078 h 361333"/>
                <a:gd name="connsiteX68" fmla="*/ 72207 w 361670"/>
                <a:gd name="connsiteY68" fmla="*/ 200457 h 361333"/>
                <a:gd name="connsiteX69" fmla="*/ 69650 w 361670"/>
                <a:gd name="connsiteY69" fmla="*/ 181944 h 361333"/>
                <a:gd name="connsiteX70" fmla="*/ 79235 w 361670"/>
                <a:gd name="connsiteY70" fmla="*/ 176198 h 361333"/>
                <a:gd name="connsiteX71" fmla="*/ 73484 w 361670"/>
                <a:gd name="connsiteY71" fmla="*/ 127041 h 361333"/>
                <a:gd name="connsiteX72" fmla="*/ 69012 w 361670"/>
                <a:gd name="connsiteY72" fmla="*/ 121296 h 361333"/>
                <a:gd name="connsiteX73" fmla="*/ 66456 w 361670"/>
                <a:gd name="connsiteY73" fmla="*/ 120657 h 361333"/>
                <a:gd name="connsiteX74" fmla="*/ 61982 w 361670"/>
                <a:gd name="connsiteY74" fmla="*/ 180667 h 361333"/>
                <a:gd name="connsiteX75" fmla="*/ 63261 w 361670"/>
                <a:gd name="connsiteY75" fmla="*/ 191519 h 361333"/>
                <a:gd name="connsiteX76" fmla="*/ 79235 w 361670"/>
                <a:gd name="connsiteY76" fmla="*/ 235569 h 361333"/>
                <a:gd name="connsiteX77" fmla="*/ 90737 w 361670"/>
                <a:gd name="connsiteY77" fmla="*/ 250891 h 361333"/>
                <a:gd name="connsiteX78" fmla="*/ 129716 w 361670"/>
                <a:gd name="connsiteY78" fmla="*/ 278980 h 361333"/>
                <a:gd name="connsiteX79" fmla="*/ 144413 w 361670"/>
                <a:gd name="connsiteY79" fmla="*/ 301962 h 361333"/>
                <a:gd name="connsiteX80" fmla="*/ 138662 w 361670"/>
                <a:gd name="connsiteY80" fmla="*/ 308985 h 361333"/>
                <a:gd name="connsiteX81" fmla="*/ 138023 w 361670"/>
                <a:gd name="connsiteY81" fmla="*/ 308985 h 361333"/>
                <a:gd name="connsiteX82" fmla="*/ 131633 w 361670"/>
                <a:gd name="connsiteY82" fmla="*/ 303239 h 361333"/>
                <a:gd name="connsiteX83" fmla="*/ 122048 w 361670"/>
                <a:gd name="connsiteY83" fmla="*/ 289833 h 361333"/>
                <a:gd name="connsiteX84" fmla="*/ 83069 w 361670"/>
                <a:gd name="connsiteY84" fmla="*/ 261743 h 361333"/>
                <a:gd name="connsiteX85" fmla="*/ 67094 w 361670"/>
                <a:gd name="connsiteY85" fmla="*/ 240038 h 361333"/>
                <a:gd name="connsiteX86" fmla="*/ 51119 w 361670"/>
                <a:gd name="connsiteY86" fmla="*/ 195988 h 361333"/>
                <a:gd name="connsiteX87" fmla="*/ 48564 w 361670"/>
                <a:gd name="connsiteY87" fmla="*/ 180028 h 361333"/>
                <a:gd name="connsiteX88" fmla="*/ 53037 w 361670"/>
                <a:gd name="connsiteY88" fmla="*/ 120657 h 361333"/>
                <a:gd name="connsiteX89" fmla="*/ 65177 w 361670"/>
                <a:gd name="connsiteY89" fmla="*/ 108528 h 361333"/>
                <a:gd name="connsiteX90" fmla="*/ 85625 w 361670"/>
                <a:gd name="connsiteY90" fmla="*/ 124488 h 361333"/>
                <a:gd name="connsiteX91" fmla="*/ 85625 w 361670"/>
                <a:gd name="connsiteY91" fmla="*/ 125126 h 361333"/>
                <a:gd name="connsiteX92" fmla="*/ 91376 w 361670"/>
                <a:gd name="connsiteY92" fmla="*/ 176198 h 361333"/>
                <a:gd name="connsiteX93" fmla="*/ 98405 w 361670"/>
                <a:gd name="connsiteY93" fmla="*/ 178752 h 361333"/>
                <a:gd name="connsiteX94" fmla="*/ 122048 w 361670"/>
                <a:gd name="connsiteY94" fmla="*/ 195988 h 361333"/>
                <a:gd name="connsiteX95" fmla="*/ 128438 w 361670"/>
                <a:gd name="connsiteY95" fmla="*/ 196627 h 361333"/>
                <a:gd name="connsiteX96" fmla="*/ 181474 w 361670"/>
                <a:gd name="connsiteY96" fmla="*/ 237484 h 361333"/>
                <a:gd name="connsiteX97" fmla="*/ 234511 w 361670"/>
                <a:gd name="connsiteY97" fmla="*/ 196627 h 361333"/>
                <a:gd name="connsiteX98" fmla="*/ 240901 w 361670"/>
                <a:gd name="connsiteY98" fmla="*/ 195988 h 361333"/>
                <a:gd name="connsiteX99" fmla="*/ 264544 w 361670"/>
                <a:gd name="connsiteY99" fmla="*/ 178113 h 361333"/>
                <a:gd name="connsiteX100" fmla="*/ 270934 w 361670"/>
                <a:gd name="connsiteY100" fmla="*/ 176198 h 361333"/>
                <a:gd name="connsiteX101" fmla="*/ 276685 w 361670"/>
                <a:gd name="connsiteY101" fmla="*/ 125126 h 361333"/>
                <a:gd name="connsiteX102" fmla="*/ 276685 w 361670"/>
                <a:gd name="connsiteY102" fmla="*/ 124488 h 361333"/>
                <a:gd name="connsiteX103" fmla="*/ 297132 w 361670"/>
                <a:gd name="connsiteY103" fmla="*/ 108528 h 361333"/>
                <a:gd name="connsiteX104" fmla="*/ 309273 w 361670"/>
                <a:gd name="connsiteY104" fmla="*/ 120657 h 361333"/>
                <a:gd name="connsiteX105" fmla="*/ 313746 w 361670"/>
                <a:gd name="connsiteY105" fmla="*/ 180028 h 361333"/>
                <a:gd name="connsiteX106" fmla="*/ 311190 w 361670"/>
                <a:gd name="connsiteY106" fmla="*/ 195988 h 361333"/>
                <a:gd name="connsiteX107" fmla="*/ 294576 w 361670"/>
                <a:gd name="connsiteY107" fmla="*/ 24003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61670" h="361333">
                  <a:moveTo>
                    <a:pt x="180836" y="0"/>
                  </a:moveTo>
                  <a:cubicBezTo>
                    <a:pt x="80513" y="0"/>
                    <a:pt x="0" y="81077"/>
                    <a:pt x="0" y="180667"/>
                  </a:cubicBezTo>
                  <a:cubicBezTo>
                    <a:pt x="0" y="280257"/>
                    <a:pt x="81152" y="361333"/>
                    <a:pt x="180836" y="361333"/>
                  </a:cubicBezTo>
                  <a:cubicBezTo>
                    <a:pt x="280518" y="361333"/>
                    <a:pt x="361671" y="280257"/>
                    <a:pt x="361671" y="180667"/>
                  </a:cubicBezTo>
                  <a:cubicBezTo>
                    <a:pt x="361671" y="81077"/>
                    <a:pt x="280518" y="0"/>
                    <a:pt x="180836" y="0"/>
                  </a:cubicBezTo>
                  <a:close/>
                  <a:moveTo>
                    <a:pt x="138662" y="102144"/>
                  </a:moveTo>
                  <a:cubicBezTo>
                    <a:pt x="144413" y="95760"/>
                    <a:pt x="152720" y="92568"/>
                    <a:pt x="161027" y="92568"/>
                  </a:cubicBezTo>
                  <a:cubicBezTo>
                    <a:pt x="168056" y="92568"/>
                    <a:pt x="175084" y="94483"/>
                    <a:pt x="181474" y="99590"/>
                  </a:cubicBezTo>
                  <a:cubicBezTo>
                    <a:pt x="187225" y="94483"/>
                    <a:pt x="194893" y="92568"/>
                    <a:pt x="201922" y="92568"/>
                  </a:cubicBezTo>
                  <a:cubicBezTo>
                    <a:pt x="210229" y="92568"/>
                    <a:pt x="217897" y="96398"/>
                    <a:pt x="223648" y="102144"/>
                  </a:cubicBezTo>
                  <a:cubicBezTo>
                    <a:pt x="235789" y="114912"/>
                    <a:pt x="235789" y="135340"/>
                    <a:pt x="223648" y="148108"/>
                  </a:cubicBezTo>
                  <a:lnTo>
                    <a:pt x="193615" y="179390"/>
                  </a:lnTo>
                  <a:cubicBezTo>
                    <a:pt x="191059" y="182582"/>
                    <a:pt x="187225" y="186412"/>
                    <a:pt x="181474" y="186412"/>
                  </a:cubicBezTo>
                  <a:cubicBezTo>
                    <a:pt x="181474" y="186412"/>
                    <a:pt x="181474" y="186412"/>
                    <a:pt x="181474" y="186412"/>
                  </a:cubicBezTo>
                  <a:cubicBezTo>
                    <a:pt x="175723" y="186412"/>
                    <a:pt x="171889" y="182582"/>
                    <a:pt x="169973" y="180028"/>
                  </a:cubicBezTo>
                  <a:lnTo>
                    <a:pt x="139301" y="147470"/>
                  </a:lnTo>
                  <a:cubicBezTo>
                    <a:pt x="126521" y="135340"/>
                    <a:pt x="126521" y="114912"/>
                    <a:pt x="138662" y="102144"/>
                  </a:cubicBezTo>
                  <a:close/>
                  <a:moveTo>
                    <a:pt x="294576" y="240038"/>
                  </a:moveTo>
                  <a:cubicBezTo>
                    <a:pt x="291381" y="248975"/>
                    <a:pt x="285630" y="255998"/>
                    <a:pt x="278602" y="261743"/>
                  </a:cubicBezTo>
                  <a:lnTo>
                    <a:pt x="239623" y="289833"/>
                  </a:lnTo>
                  <a:cubicBezTo>
                    <a:pt x="233872" y="294302"/>
                    <a:pt x="230677" y="298770"/>
                    <a:pt x="230038" y="303239"/>
                  </a:cubicBezTo>
                  <a:cubicBezTo>
                    <a:pt x="230038" y="306431"/>
                    <a:pt x="226843" y="308985"/>
                    <a:pt x="223648" y="308985"/>
                  </a:cubicBezTo>
                  <a:cubicBezTo>
                    <a:pt x="223648" y="308985"/>
                    <a:pt x="223009" y="308985"/>
                    <a:pt x="223009" y="308985"/>
                  </a:cubicBezTo>
                  <a:cubicBezTo>
                    <a:pt x="219814" y="308346"/>
                    <a:pt x="216619" y="305793"/>
                    <a:pt x="217258" y="301962"/>
                  </a:cubicBezTo>
                  <a:cubicBezTo>
                    <a:pt x="217897" y="293025"/>
                    <a:pt x="223009" y="285364"/>
                    <a:pt x="231955" y="278980"/>
                  </a:cubicBezTo>
                  <a:lnTo>
                    <a:pt x="270934" y="250891"/>
                  </a:lnTo>
                  <a:cubicBezTo>
                    <a:pt x="276045" y="247060"/>
                    <a:pt x="280518" y="241315"/>
                    <a:pt x="282435" y="235569"/>
                  </a:cubicBezTo>
                  <a:lnTo>
                    <a:pt x="298410" y="191519"/>
                  </a:lnTo>
                  <a:cubicBezTo>
                    <a:pt x="299688" y="187689"/>
                    <a:pt x="300327" y="184497"/>
                    <a:pt x="299688" y="180667"/>
                  </a:cubicBezTo>
                  <a:lnTo>
                    <a:pt x="295215" y="121296"/>
                  </a:lnTo>
                  <a:cubicBezTo>
                    <a:pt x="295215" y="120657"/>
                    <a:pt x="293937" y="120657"/>
                    <a:pt x="292659" y="121296"/>
                  </a:cubicBezTo>
                  <a:cubicBezTo>
                    <a:pt x="291381" y="121934"/>
                    <a:pt x="289464" y="123211"/>
                    <a:pt x="288186" y="127041"/>
                  </a:cubicBezTo>
                  <a:lnTo>
                    <a:pt x="282435" y="176198"/>
                  </a:lnTo>
                  <a:cubicBezTo>
                    <a:pt x="286270" y="177475"/>
                    <a:pt x="290103" y="179390"/>
                    <a:pt x="292020" y="181944"/>
                  </a:cubicBezTo>
                  <a:cubicBezTo>
                    <a:pt x="293298" y="183859"/>
                    <a:pt x="297771" y="191519"/>
                    <a:pt x="288825" y="200457"/>
                  </a:cubicBezTo>
                  <a:lnTo>
                    <a:pt x="270295" y="224078"/>
                  </a:lnTo>
                  <a:cubicBezTo>
                    <a:pt x="266460" y="228547"/>
                    <a:pt x="261987" y="232377"/>
                    <a:pt x="256876" y="234931"/>
                  </a:cubicBezTo>
                  <a:lnTo>
                    <a:pt x="234511" y="245783"/>
                  </a:lnTo>
                  <a:cubicBezTo>
                    <a:pt x="231316" y="247699"/>
                    <a:pt x="227482" y="245783"/>
                    <a:pt x="226204" y="243230"/>
                  </a:cubicBezTo>
                  <a:cubicBezTo>
                    <a:pt x="224926" y="240038"/>
                    <a:pt x="226204" y="236207"/>
                    <a:pt x="228760" y="234931"/>
                  </a:cubicBezTo>
                  <a:lnTo>
                    <a:pt x="251125" y="224078"/>
                  </a:lnTo>
                  <a:cubicBezTo>
                    <a:pt x="254959" y="222163"/>
                    <a:pt x="258154" y="219609"/>
                    <a:pt x="260710" y="216417"/>
                  </a:cubicBezTo>
                  <a:lnTo>
                    <a:pt x="279880" y="192796"/>
                  </a:lnTo>
                  <a:cubicBezTo>
                    <a:pt x="281796" y="190881"/>
                    <a:pt x="282435" y="189604"/>
                    <a:pt x="282435" y="189604"/>
                  </a:cubicBezTo>
                  <a:cubicBezTo>
                    <a:pt x="281796" y="188966"/>
                    <a:pt x="274767" y="187051"/>
                    <a:pt x="269655" y="189604"/>
                  </a:cubicBezTo>
                  <a:cubicBezTo>
                    <a:pt x="262627" y="192796"/>
                    <a:pt x="254959" y="199819"/>
                    <a:pt x="247291" y="206841"/>
                  </a:cubicBezTo>
                  <a:cubicBezTo>
                    <a:pt x="246013" y="208118"/>
                    <a:pt x="244735" y="208756"/>
                    <a:pt x="242818" y="208756"/>
                  </a:cubicBezTo>
                  <a:cubicBezTo>
                    <a:pt x="242818" y="208756"/>
                    <a:pt x="239623" y="208756"/>
                    <a:pt x="235150" y="209395"/>
                  </a:cubicBezTo>
                  <a:cubicBezTo>
                    <a:pt x="214063" y="211310"/>
                    <a:pt x="196171" y="226631"/>
                    <a:pt x="191059" y="247699"/>
                  </a:cubicBezTo>
                  <a:cubicBezTo>
                    <a:pt x="188503" y="257275"/>
                    <a:pt x="187864" y="263659"/>
                    <a:pt x="187864" y="275150"/>
                  </a:cubicBezTo>
                  <a:cubicBezTo>
                    <a:pt x="187864" y="278980"/>
                    <a:pt x="185308" y="281534"/>
                    <a:pt x="181474" y="281534"/>
                  </a:cubicBezTo>
                  <a:cubicBezTo>
                    <a:pt x="181474" y="281534"/>
                    <a:pt x="181474" y="281534"/>
                    <a:pt x="181474" y="281534"/>
                  </a:cubicBezTo>
                  <a:cubicBezTo>
                    <a:pt x="181474" y="281534"/>
                    <a:pt x="181474" y="281534"/>
                    <a:pt x="181474" y="281534"/>
                  </a:cubicBezTo>
                  <a:cubicBezTo>
                    <a:pt x="177641" y="281534"/>
                    <a:pt x="175084" y="278980"/>
                    <a:pt x="175084" y="275150"/>
                  </a:cubicBezTo>
                  <a:cubicBezTo>
                    <a:pt x="175084" y="263020"/>
                    <a:pt x="174446" y="257275"/>
                    <a:pt x="171889" y="247699"/>
                  </a:cubicBezTo>
                  <a:cubicBezTo>
                    <a:pt x="166138" y="227270"/>
                    <a:pt x="148247" y="211948"/>
                    <a:pt x="127799" y="209395"/>
                  </a:cubicBezTo>
                  <a:cubicBezTo>
                    <a:pt x="123326" y="208756"/>
                    <a:pt x="120131" y="208756"/>
                    <a:pt x="120131" y="208756"/>
                  </a:cubicBezTo>
                  <a:cubicBezTo>
                    <a:pt x="118214" y="208756"/>
                    <a:pt x="116936" y="208118"/>
                    <a:pt x="115658" y="206841"/>
                  </a:cubicBezTo>
                  <a:cubicBezTo>
                    <a:pt x="107990" y="199819"/>
                    <a:pt x="100322" y="192796"/>
                    <a:pt x="93293" y="189604"/>
                  </a:cubicBezTo>
                  <a:cubicBezTo>
                    <a:pt x="87542" y="187051"/>
                    <a:pt x="81152" y="188327"/>
                    <a:pt x="79874" y="189604"/>
                  </a:cubicBezTo>
                  <a:cubicBezTo>
                    <a:pt x="79874" y="189604"/>
                    <a:pt x="80513" y="190243"/>
                    <a:pt x="81792" y="192158"/>
                  </a:cubicBezTo>
                  <a:lnTo>
                    <a:pt x="100961" y="216417"/>
                  </a:lnTo>
                  <a:cubicBezTo>
                    <a:pt x="103517" y="219609"/>
                    <a:pt x="106712" y="222163"/>
                    <a:pt x="110546" y="224078"/>
                  </a:cubicBezTo>
                  <a:lnTo>
                    <a:pt x="132911" y="234931"/>
                  </a:lnTo>
                  <a:cubicBezTo>
                    <a:pt x="136106" y="236207"/>
                    <a:pt x="137384" y="240038"/>
                    <a:pt x="135467" y="243230"/>
                  </a:cubicBezTo>
                  <a:cubicBezTo>
                    <a:pt x="134189" y="246422"/>
                    <a:pt x="130355" y="247699"/>
                    <a:pt x="127160" y="245783"/>
                  </a:cubicBezTo>
                  <a:lnTo>
                    <a:pt x="104795" y="234931"/>
                  </a:lnTo>
                  <a:cubicBezTo>
                    <a:pt x="99683" y="232377"/>
                    <a:pt x="94571" y="228547"/>
                    <a:pt x="91376" y="224078"/>
                  </a:cubicBezTo>
                  <a:lnTo>
                    <a:pt x="72207" y="200457"/>
                  </a:lnTo>
                  <a:cubicBezTo>
                    <a:pt x="63899" y="191519"/>
                    <a:pt x="67734" y="184497"/>
                    <a:pt x="69650" y="181944"/>
                  </a:cubicBezTo>
                  <a:cubicBezTo>
                    <a:pt x="71567" y="179390"/>
                    <a:pt x="75402" y="176836"/>
                    <a:pt x="79235" y="176198"/>
                  </a:cubicBezTo>
                  <a:lnTo>
                    <a:pt x="73484" y="127041"/>
                  </a:lnTo>
                  <a:cubicBezTo>
                    <a:pt x="72207" y="123211"/>
                    <a:pt x="70289" y="121934"/>
                    <a:pt x="69012" y="121296"/>
                  </a:cubicBezTo>
                  <a:cubicBezTo>
                    <a:pt x="67734" y="120657"/>
                    <a:pt x="67094" y="120657"/>
                    <a:pt x="66456" y="120657"/>
                  </a:cubicBezTo>
                  <a:lnTo>
                    <a:pt x="61982" y="180667"/>
                  </a:lnTo>
                  <a:cubicBezTo>
                    <a:pt x="61982" y="184497"/>
                    <a:pt x="61982" y="188327"/>
                    <a:pt x="63261" y="191519"/>
                  </a:cubicBezTo>
                  <a:lnTo>
                    <a:pt x="79235" y="235569"/>
                  </a:lnTo>
                  <a:cubicBezTo>
                    <a:pt x="81792" y="241953"/>
                    <a:pt x="85625" y="247060"/>
                    <a:pt x="90737" y="250891"/>
                  </a:cubicBezTo>
                  <a:lnTo>
                    <a:pt x="129716" y="278980"/>
                  </a:lnTo>
                  <a:cubicBezTo>
                    <a:pt x="138662" y="285364"/>
                    <a:pt x="143135" y="293025"/>
                    <a:pt x="144413" y="301962"/>
                  </a:cubicBezTo>
                  <a:cubicBezTo>
                    <a:pt x="145052" y="305154"/>
                    <a:pt x="141857" y="308346"/>
                    <a:pt x="138662" y="308985"/>
                  </a:cubicBezTo>
                  <a:cubicBezTo>
                    <a:pt x="138662" y="308985"/>
                    <a:pt x="138023" y="308985"/>
                    <a:pt x="138023" y="308985"/>
                  </a:cubicBezTo>
                  <a:cubicBezTo>
                    <a:pt x="134828" y="308985"/>
                    <a:pt x="132272" y="306431"/>
                    <a:pt x="131633" y="303239"/>
                  </a:cubicBezTo>
                  <a:cubicBezTo>
                    <a:pt x="130994" y="298132"/>
                    <a:pt x="127799" y="293663"/>
                    <a:pt x="122048" y="289833"/>
                  </a:cubicBezTo>
                  <a:lnTo>
                    <a:pt x="83069" y="261743"/>
                  </a:lnTo>
                  <a:cubicBezTo>
                    <a:pt x="75402" y="256636"/>
                    <a:pt x="70289" y="248975"/>
                    <a:pt x="67094" y="240038"/>
                  </a:cubicBezTo>
                  <a:lnTo>
                    <a:pt x="51119" y="195988"/>
                  </a:lnTo>
                  <a:cubicBezTo>
                    <a:pt x="49203" y="190881"/>
                    <a:pt x="48564" y="185135"/>
                    <a:pt x="48564" y="180028"/>
                  </a:cubicBezTo>
                  <a:lnTo>
                    <a:pt x="53037" y="120657"/>
                  </a:lnTo>
                  <a:cubicBezTo>
                    <a:pt x="53676" y="113635"/>
                    <a:pt x="58149" y="109166"/>
                    <a:pt x="65177" y="108528"/>
                  </a:cubicBezTo>
                  <a:cubicBezTo>
                    <a:pt x="72845" y="107889"/>
                    <a:pt x="82430" y="113635"/>
                    <a:pt x="85625" y="124488"/>
                  </a:cubicBezTo>
                  <a:cubicBezTo>
                    <a:pt x="85625" y="124488"/>
                    <a:pt x="85625" y="125126"/>
                    <a:pt x="85625" y="125126"/>
                  </a:cubicBezTo>
                  <a:lnTo>
                    <a:pt x="91376" y="176198"/>
                  </a:lnTo>
                  <a:cubicBezTo>
                    <a:pt x="93932" y="176836"/>
                    <a:pt x="95849" y="177475"/>
                    <a:pt x="98405" y="178752"/>
                  </a:cubicBezTo>
                  <a:cubicBezTo>
                    <a:pt x="106712" y="182582"/>
                    <a:pt x="114380" y="188966"/>
                    <a:pt x="122048" y="195988"/>
                  </a:cubicBezTo>
                  <a:cubicBezTo>
                    <a:pt x="123326" y="195988"/>
                    <a:pt x="125882" y="195988"/>
                    <a:pt x="128438" y="196627"/>
                  </a:cubicBezTo>
                  <a:cubicBezTo>
                    <a:pt x="152081" y="199180"/>
                    <a:pt x="172528" y="215140"/>
                    <a:pt x="181474" y="237484"/>
                  </a:cubicBezTo>
                  <a:cubicBezTo>
                    <a:pt x="190420" y="215140"/>
                    <a:pt x="210868" y="199180"/>
                    <a:pt x="234511" y="196627"/>
                  </a:cubicBezTo>
                  <a:cubicBezTo>
                    <a:pt x="237067" y="196627"/>
                    <a:pt x="239623" y="195988"/>
                    <a:pt x="240901" y="195988"/>
                  </a:cubicBezTo>
                  <a:cubicBezTo>
                    <a:pt x="248569" y="188966"/>
                    <a:pt x="256237" y="181944"/>
                    <a:pt x="264544" y="178113"/>
                  </a:cubicBezTo>
                  <a:cubicBezTo>
                    <a:pt x="266460" y="176836"/>
                    <a:pt x="269017" y="176198"/>
                    <a:pt x="270934" y="176198"/>
                  </a:cubicBezTo>
                  <a:lnTo>
                    <a:pt x="276685" y="125126"/>
                  </a:lnTo>
                  <a:cubicBezTo>
                    <a:pt x="276685" y="125126"/>
                    <a:pt x="276685" y="124488"/>
                    <a:pt x="276685" y="124488"/>
                  </a:cubicBezTo>
                  <a:cubicBezTo>
                    <a:pt x="279880" y="112996"/>
                    <a:pt x="289464" y="107889"/>
                    <a:pt x="297132" y="108528"/>
                  </a:cubicBezTo>
                  <a:cubicBezTo>
                    <a:pt x="303522" y="109166"/>
                    <a:pt x="307995" y="113635"/>
                    <a:pt x="309273" y="120657"/>
                  </a:cubicBezTo>
                  <a:lnTo>
                    <a:pt x="313746" y="180028"/>
                  </a:lnTo>
                  <a:cubicBezTo>
                    <a:pt x="314385" y="185774"/>
                    <a:pt x="313107" y="190881"/>
                    <a:pt x="311190" y="195988"/>
                  </a:cubicBezTo>
                  <a:lnTo>
                    <a:pt x="294576" y="240038"/>
                  </a:lnTo>
                  <a:close/>
                </a:path>
              </a:pathLst>
            </a:custGeom>
            <a:solidFill>
              <a:srgbClr val="007CB0"/>
            </a:solidFill>
            <a:ln w="6390" cap="flat">
              <a:noFill/>
              <a:prstDash val="solid"/>
              <a:miter/>
            </a:ln>
          </p:spPr>
          <p:txBody>
            <a:bodyPr rtlCol="0" anchor="ctr"/>
            <a:lstStyle/>
            <a:p>
              <a:endParaRPr lang="en-US"/>
            </a:p>
          </p:txBody>
        </p:sp>
      </p:grpSp>
      <p:grpSp>
        <p:nvGrpSpPr>
          <p:cNvPr id="932" name="Graphic 4">
            <a:extLst>
              <a:ext uri="{FF2B5EF4-FFF2-40B4-BE49-F238E27FC236}">
                <a16:creationId xmlns:a16="http://schemas.microsoft.com/office/drawing/2014/main" id="{EAD75775-5F42-C848-B298-6FB05478C0CC}"/>
              </a:ext>
            </a:extLst>
          </p:cNvPr>
          <p:cNvGrpSpPr/>
          <p:nvPr/>
        </p:nvGrpSpPr>
        <p:grpSpPr>
          <a:xfrm>
            <a:off x="7192513" y="2371173"/>
            <a:ext cx="361670" cy="361333"/>
            <a:chOff x="7192513" y="2371173"/>
            <a:chExt cx="361670" cy="361333"/>
          </a:xfrm>
          <a:solidFill>
            <a:srgbClr val="007CB0"/>
          </a:solidFill>
        </p:grpSpPr>
        <p:sp>
          <p:nvSpPr>
            <p:cNvPr id="933" name="Graphic 4">
              <a:extLst>
                <a:ext uri="{FF2B5EF4-FFF2-40B4-BE49-F238E27FC236}">
                  <a16:creationId xmlns:a16="http://schemas.microsoft.com/office/drawing/2014/main" id="{1F204498-9D8B-C54D-94EE-0E0317FFBE27}"/>
                </a:ext>
              </a:extLst>
            </p:cNvPr>
            <p:cNvSpPr/>
            <p:nvPr/>
          </p:nvSpPr>
          <p:spPr>
            <a:xfrm>
              <a:off x="7347149" y="2460549"/>
              <a:ext cx="53675" cy="53625"/>
            </a:xfrm>
            <a:custGeom>
              <a:avLst/>
              <a:gdLst>
                <a:gd name="connsiteX0" fmla="*/ 53675 w 53675"/>
                <a:gd name="connsiteY0" fmla="*/ 26813 h 53625"/>
                <a:gd name="connsiteX1" fmla="*/ 26838 w 53675"/>
                <a:gd name="connsiteY1" fmla="*/ 53626 h 53625"/>
                <a:gd name="connsiteX2" fmla="*/ 0 w 53675"/>
                <a:gd name="connsiteY2" fmla="*/ 26813 h 53625"/>
                <a:gd name="connsiteX3" fmla="*/ 26838 w 53675"/>
                <a:gd name="connsiteY3" fmla="*/ 0 h 53625"/>
                <a:gd name="connsiteX4" fmla="*/ 53675 w 53675"/>
                <a:gd name="connsiteY4" fmla="*/ 26813 h 53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75" h="53625">
                  <a:moveTo>
                    <a:pt x="53675" y="26813"/>
                  </a:moveTo>
                  <a:cubicBezTo>
                    <a:pt x="53675" y="41621"/>
                    <a:pt x="41660" y="53626"/>
                    <a:pt x="26838" y="53626"/>
                  </a:cubicBezTo>
                  <a:cubicBezTo>
                    <a:pt x="12016" y="53626"/>
                    <a:pt x="0" y="41621"/>
                    <a:pt x="0" y="26813"/>
                  </a:cubicBezTo>
                  <a:cubicBezTo>
                    <a:pt x="0" y="12004"/>
                    <a:pt x="12016" y="0"/>
                    <a:pt x="26838" y="0"/>
                  </a:cubicBezTo>
                  <a:cubicBezTo>
                    <a:pt x="41660" y="0"/>
                    <a:pt x="53675" y="12004"/>
                    <a:pt x="53675" y="26813"/>
                  </a:cubicBezTo>
                  <a:close/>
                </a:path>
              </a:pathLst>
            </a:custGeom>
            <a:solidFill>
              <a:srgbClr val="007CB0"/>
            </a:solidFill>
            <a:ln w="6390" cap="flat">
              <a:noFill/>
              <a:prstDash val="solid"/>
              <a:miter/>
            </a:ln>
          </p:spPr>
          <p:txBody>
            <a:bodyPr rtlCol="0" anchor="ctr"/>
            <a:lstStyle/>
            <a:p>
              <a:endParaRPr lang="en-US"/>
            </a:p>
          </p:txBody>
        </p:sp>
        <p:sp>
          <p:nvSpPr>
            <p:cNvPr id="934" name="Graphic 4">
              <a:extLst>
                <a:ext uri="{FF2B5EF4-FFF2-40B4-BE49-F238E27FC236}">
                  <a16:creationId xmlns:a16="http://schemas.microsoft.com/office/drawing/2014/main" id="{7C5D1159-9687-E845-AB6C-E9A1E38788CD}"/>
                </a:ext>
              </a:extLst>
            </p:cNvPr>
            <p:cNvSpPr/>
            <p:nvPr/>
          </p:nvSpPr>
          <p:spPr>
            <a:xfrm>
              <a:off x="7432135" y="2482255"/>
              <a:ext cx="39618" cy="39580"/>
            </a:xfrm>
            <a:custGeom>
              <a:avLst/>
              <a:gdLst>
                <a:gd name="connsiteX0" fmla="*/ 19809 w 39618"/>
                <a:gd name="connsiteY0" fmla="*/ 39581 h 39580"/>
                <a:gd name="connsiteX1" fmla="*/ 39618 w 39618"/>
                <a:gd name="connsiteY1" fmla="*/ 19790 h 39580"/>
                <a:gd name="connsiteX2" fmla="*/ 19809 w 39618"/>
                <a:gd name="connsiteY2" fmla="*/ 0 h 39580"/>
                <a:gd name="connsiteX3" fmla="*/ 0 w 39618"/>
                <a:gd name="connsiteY3" fmla="*/ 19790 h 39580"/>
                <a:gd name="connsiteX4" fmla="*/ 19809 w 39618"/>
                <a:gd name="connsiteY4" fmla="*/ 39581 h 395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18" h="39580">
                  <a:moveTo>
                    <a:pt x="19809" y="39581"/>
                  </a:moveTo>
                  <a:cubicBezTo>
                    <a:pt x="30672" y="39581"/>
                    <a:pt x="39618" y="30643"/>
                    <a:pt x="39618" y="19790"/>
                  </a:cubicBezTo>
                  <a:cubicBezTo>
                    <a:pt x="39618" y="8938"/>
                    <a:pt x="30672" y="0"/>
                    <a:pt x="19809" y="0"/>
                  </a:cubicBezTo>
                  <a:cubicBezTo>
                    <a:pt x="8946" y="0"/>
                    <a:pt x="0" y="8938"/>
                    <a:pt x="0" y="19790"/>
                  </a:cubicBezTo>
                  <a:cubicBezTo>
                    <a:pt x="0" y="30643"/>
                    <a:pt x="8307" y="39581"/>
                    <a:pt x="19809" y="39581"/>
                  </a:cubicBezTo>
                  <a:close/>
                </a:path>
              </a:pathLst>
            </a:custGeom>
            <a:solidFill>
              <a:srgbClr val="007CB0"/>
            </a:solidFill>
            <a:ln w="6390" cap="flat">
              <a:noFill/>
              <a:prstDash val="solid"/>
              <a:miter/>
            </a:ln>
          </p:spPr>
          <p:txBody>
            <a:bodyPr rtlCol="0" anchor="ctr"/>
            <a:lstStyle/>
            <a:p>
              <a:endParaRPr lang="en-US"/>
            </a:p>
          </p:txBody>
        </p:sp>
        <p:sp>
          <p:nvSpPr>
            <p:cNvPr id="935" name="Graphic 4">
              <a:extLst>
                <a:ext uri="{FF2B5EF4-FFF2-40B4-BE49-F238E27FC236}">
                  <a16:creationId xmlns:a16="http://schemas.microsoft.com/office/drawing/2014/main" id="{CE8C57AC-42DB-2949-BE9D-C1B555FDAB1E}"/>
                </a:ext>
              </a:extLst>
            </p:cNvPr>
            <p:cNvSpPr/>
            <p:nvPr/>
          </p:nvSpPr>
          <p:spPr>
            <a:xfrm>
              <a:off x="7276860" y="2482255"/>
              <a:ext cx="39617" cy="39580"/>
            </a:xfrm>
            <a:custGeom>
              <a:avLst/>
              <a:gdLst>
                <a:gd name="connsiteX0" fmla="*/ 19809 w 39617"/>
                <a:gd name="connsiteY0" fmla="*/ 39581 h 39580"/>
                <a:gd name="connsiteX1" fmla="*/ 39617 w 39617"/>
                <a:gd name="connsiteY1" fmla="*/ 19790 h 39580"/>
                <a:gd name="connsiteX2" fmla="*/ 19809 w 39617"/>
                <a:gd name="connsiteY2" fmla="*/ 0 h 39580"/>
                <a:gd name="connsiteX3" fmla="*/ 0 w 39617"/>
                <a:gd name="connsiteY3" fmla="*/ 19790 h 39580"/>
                <a:gd name="connsiteX4" fmla="*/ 19809 w 39617"/>
                <a:gd name="connsiteY4" fmla="*/ 39581 h 395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17" h="39580">
                  <a:moveTo>
                    <a:pt x="19809" y="39581"/>
                  </a:moveTo>
                  <a:cubicBezTo>
                    <a:pt x="30671" y="39581"/>
                    <a:pt x="39617" y="30643"/>
                    <a:pt x="39617" y="19790"/>
                  </a:cubicBezTo>
                  <a:cubicBezTo>
                    <a:pt x="39617" y="8938"/>
                    <a:pt x="30671" y="0"/>
                    <a:pt x="19809" y="0"/>
                  </a:cubicBezTo>
                  <a:cubicBezTo>
                    <a:pt x="8945" y="0"/>
                    <a:pt x="0" y="8938"/>
                    <a:pt x="0" y="19790"/>
                  </a:cubicBezTo>
                  <a:cubicBezTo>
                    <a:pt x="0" y="30643"/>
                    <a:pt x="8945" y="39581"/>
                    <a:pt x="19809" y="39581"/>
                  </a:cubicBezTo>
                  <a:close/>
                </a:path>
              </a:pathLst>
            </a:custGeom>
            <a:solidFill>
              <a:srgbClr val="007CB0"/>
            </a:solidFill>
            <a:ln w="6390" cap="flat">
              <a:noFill/>
              <a:prstDash val="solid"/>
              <a:miter/>
            </a:ln>
          </p:spPr>
          <p:txBody>
            <a:bodyPr rtlCol="0" anchor="ctr"/>
            <a:lstStyle/>
            <a:p>
              <a:endParaRPr lang="en-US"/>
            </a:p>
          </p:txBody>
        </p:sp>
        <p:sp>
          <p:nvSpPr>
            <p:cNvPr id="936" name="Graphic 4">
              <a:extLst>
                <a:ext uri="{FF2B5EF4-FFF2-40B4-BE49-F238E27FC236}">
                  <a16:creationId xmlns:a16="http://schemas.microsoft.com/office/drawing/2014/main" id="{EE40457C-A38A-6B42-91DA-292AFEA84095}"/>
                </a:ext>
              </a:extLst>
            </p:cNvPr>
            <p:cNvSpPr/>
            <p:nvPr/>
          </p:nvSpPr>
          <p:spPr>
            <a:xfrm>
              <a:off x="7192513" y="237117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259431 w 361670"/>
                <a:gd name="connsiteY5" fmla="*/ 98313 h 361333"/>
                <a:gd name="connsiteX6" fmla="*/ 292021 w 361670"/>
                <a:gd name="connsiteY6" fmla="*/ 130872 h 361333"/>
                <a:gd name="connsiteX7" fmla="*/ 259431 w 361670"/>
                <a:gd name="connsiteY7" fmla="*/ 163430 h 361333"/>
                <a:gd name="connsiteX8" fmla="*/ 226843 w 361670"/>
                <a:gd name="connsiteY8" fmla="*/ 130872 h 361333"/>
                <a:gd name="connsiteX9" fmla="*/ 259431 w 361670"/>
                <a:gd name="connsiteY9" fmla="*/ 98313 h 361333"/>
                <a:gd name="connsiteX10" fmla="*/ 181474 w 361670"/>
                <a:gd name="connsiteY10" fmla="*/ 75970 h 361333"/>
                <a:gd name="connsiteX11" fmla="*/ 221092 w 361670"/>
                <a:gd name="connsiteY11" fmla="*/ 115550 h 361333"/>
                <a:gd name="connsiteX12" fmla="*/ 181474 w 361670"/>
                <a:gd name="connsiteY12" fmla="*/ 155131 h 361333"/>
                <a:gd name="connsiteX13" fmla="*/ 141857 w 361670"/>
                <a:gd name="connsiteY13" fmla="*/ 115550 h 361333"/>
                <a:gd name="connsiteX14" fmla="*/ 181474 w 361670"/>
                <a:gd name="connsiteY14" fmla="*/ 75970 h 361333"/>
                <a:gd name="connsiteX15" fmla="*/ 104156 w 361670"/>
                <a:gd name="connsiteY15" fmla="*/ 98313 h 361333"/>
                <a:gd name="connsiteX16" fmla="*/ 136745 w 361670"/>
                <a:gd name="connsiteY16" fmla="*/ 130872 h 361333"/>
                <a:gd name="connsiteX17" fmla="*/ 104156 w 361670"/>
                <a:gd name="connsiteY17" fmla="*/ 163430 h 361333"/>
                <a:gd name="connsiteX18" fmla="*/ 71568 w 361670"/>
                <a:gd name="connsiteY18" fmla="*/ 130872 h 361333"/>
                <a:gd name="connsiteX19" fmla="*/ 104156 w 361670"/>
                <a:gd name="connsiteY19" fmla="*/ 98313 h 361333"/>
                <a:gd name="connsiteX20" fmla="*/ 70289 w 361670"/>
                <a:gd name="connsiteY20" fmla="*/ 209395 h 361333"/>
                <a:gd name="connsiteX21" fmla="*/ 70289 w 361670"/>
                <a:gd name="connsiteY21" fmla="*/ 260467 h 361333"/>
                <a:gd name="connsiteX22" fmla="*/ 63899 w 361670"/>
                <a:gd name="connsiteY22" fmla="*/ 266851 h 361333"/>
                <a:gd name="connsiteX23" fmla="*/ 57509 w 361670"/>
                <a:gd name="connsiteY23" fmla="*/ 260467 h 361333"/>
                <a:gd name="connsiteX24" fmla="*/ 57509 w 361670"/>
                <a:gd name="connsiteY24" fmla="*/ 209395 h 361333"/>
                <a:gd name="connsiteX25" fmla="*/ 115019 w 361670"/>
                <a:gd name="connsiteY25" fmla="*/ 172368 h 361333"/>
                <a:gd name="connsiteX26" fmla="*/ 120131 w 361670"/>
                <a:gd name="connsiteY26" fmla="*/ 172368 h 361333"/>
                <a:gd name="connsiteX27" fmla="*/ 126521 w 361670"/>
                <a:gd name="connsiteY27" fmla="*/ 178752 h 361333"/>
                <a:gd name="connsiteX28" fmla="*/ 120131 w 361670"/>
                <a:gd name="connsiteY28" fmla="*/ 185135 h 361333"/>
                <a:gd name="connsiteX29" fmla="*/ 115019 w 361670"/>
                <a:gd name="connsiteY29" fmla="*/ 185135 h 361333"/>
                <a:gd name="connsiteX30" fmla="*/ 70289 w 361670"/>
                <a:gd name="connsiteY30" fmla="*/ 209395 h 361333"/>
                <a:gd name="connsiteX31" fmla="*/ 244096 w 361670"/>
                <a:gd name="connsiteY31" fmla="*/ 265574 h 361333"/>
                <a:gd name="connsiteX32" fmla="*/ 237706 w 361670"/>
                <a:gd name="connsiteY32" fmla="*/ 271958 h 361333"/>
                <a:gd name="connsiteX33" fmla="*/ 231316 w 361670"/>
                <a:gd name="connsiteY33" fmla="*/ 265574 h 361333"/>
                <a:gd name="connsiteX34" fmla="*/ 231316 w 361670"/>
                <a:gd name="connsiteY34" fmla="*/ 199180 h 361333"/>
                <a:gd name="connsiteX35" fmla="*/ 181474 w 361670"/>
                <a:gd name="connsiteY35" fmla="*/ 174921 h 361333"/>
                <a:gd name="connsiteX36" fmla="*/ 131633 w 361670"/>
                <a:gd name="connsiteY36" fmla="*/ 199180 h 361333"/>
                <a:gd name="connsiteX37" fmla="*/ 131633 w 361670"/>
                <a:gd name="connsiteY37" fmla="*/ 265574 h 361333"/>
                <a:gd name="connsiteX38" fmla="*/ 125243 w 361670"/>
                <a:gd name="connsiteY38" fmla="*/ 271958 h 361333"/>
                <a:gd name="connsiteX39" fmla="*/ 118853 w 361670"/>
                <a:gd name="connsiteY39" fmla="*/ 265574 h 361333"/>
                <a:gd name="connsiteX40" fmla="*/ 118853 w 361670"/>
                <a:gd name="connsiteY40" fmla="*/ 199180 h 361333"/>
                <a:gd name="connsiteX41" fmla="*/ 181474 w 361670"/>
                <a:gd name="connsiteY41" fmla="*/ 162153 h 361333"/>
                <a:gd name="connsiteX42" fmla="*/ 244096 w 361670"/>
                <a:gd name="connsiteY42" fmla="*/ 199180 h 361333"/>
                <a:gd name="connsiteX43" fmla="*/ 244096 w 361670"/>
                <a:gd name="connsiteY43" fmla="*/ 265574 h 361333"/>
                <a:gd name="connsiteX44" fmla="*/ 305439 w 361670"/>
                <a:gd name="connsiteY44" fmla="*/ 260467 h 361333"/>
                <a:gd name="connsiteX45" fmla="*/ 299049 w 361670"/>
                <a:gd name="connsiteY45" fmla="*/ 266851 h 361333"/>
                <a:gd name="connsiteX46" fmla="*/ 292659 w 361670"/>
                <a:gd name="connsiteY46" fmla="*/ 260467 h 361333"/>
                <a:gd name="connsiteX47" fmla="*/ 292659 w 361670"/>
                <a:gd name="connsiteY47" fmla="*/ 209395 h 361333"/>
                <a:gd name="connsiteX48" fmla="*/ 247930 w 361670"/>
                <a:gd name="connsiteY48" fmla="*/ 185135 h 361333"/>
                <a:gd name="connsiteX49" fmla="*/ 242818 w 361670"/>
                <a:gd name="connsiteY49" fmla="*/ 185135 h 361333"/>
                <a:gd name="connsiteX50" fmla="*/ 236428 w 361670"/>
                <a:gd name="connsiteY50" fmla="*/ 178752 h 361333"/>
                <a:gd name="connsiteX51" fmla="*/ 242818 w 361670"/>
                <a:gd name="connsiteY51" fmla="*/ 172368 h 361333"/>
                <a:gd name="connsiteX52" fmla="*/ 247930 w 361670"/>
                <a:gd name="connsiteY52" fmla="*/ 172368 h 361333"/>
                <a:gd name="connsiteX53" fmla="*/ 305439 w 361670"/>
                <a:gd name="connsiteY53" fmla="*/ 209395 h 361333"/>
                <a:gd name="connsiteX54" fmla="*/ 305439 w 361670"/>
                <a:gd name="connsiteY54" fmla="*/ 26046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61670" h="361333">
                  <a:moveTo>
                    <a:pt x="180836" y="0"/>
                  </a:moveTo>
                  <a:cubicBezTo>
                    <a:pt x="80513" y="0"/>
                    <a:pt x="0" y="81077"/>
                    <a:pt x="0" y="180667"/>
                  </a:cubicBezTo>
                  <a:cubicBezTo>
                    <a:pt x="0" y="280257"/>
                    <a:pt x="81153" y="361333"/>
                    <a:pt x="180836" y="361333"/>
                  </a:cubicBezTo>
                  <a:cubicBezTo>
                    <a:pt x="280518" y="361333"/>
                    <a:pt x="361670" y="280257"/>
                    <a:pt x="361670" y="180667"/>
                  </a:cubicBezTo>
                  <a:cubicBezTo>
                    <a:pt x="361670" y="81077"/>
                    <a:pt x="281157" y="0"/>
                    <a:pt x="180836" y="0"/>
                  </a:cubicBezTo>
                  <a:close/>
                  <a:moveTo>
                    <a:pt x="259431" y="98313"/>
                  </a:moveTo>
                  <a:cubicBezTo>
                    <a:pt x="277323" y="98313"/>
                    <a:pt x="292021" y="112997"/>
                    <a:pt x="292021" y="130872"/>
                  </a:cubicBezTo>
                  <a:cubicBezTo>
                    <a:pt x="292021" y="148747"/>
                    <a:pt x="277323" y="163430"/>
                    <a:pt x="259431" y="163430"/>
                  </a:cubicBezTo>
                  <a:cubicBezTo>
                    <a:pt x="241540" y="163430"/>
                    <a:pt x="226843" y="148747"/>
                    <a:pt x="226843" y="130872"/>
                  </a:cubicBezTo>
                  <a:cubicBezTo>
                    <a:pt x="226204" y="112997"/>
                    <a:pt x="240901" y="98313"/>
                    <a:pt x="259431" y="98313"/>
                  </a:cubicBezTo>
                  <a:close/>
                  <a:moveTo>
                    <a:pt x="181474" y="75970"/>
                  </a:moveTo>
                  <a:cubicBezTo>
                    <a:pt x="203200" y="75970"/>
                    <a:pt x="221092" y="93845"/>
                    <a:pt x="221092" y="115550"/>
                  </a:cubicBezTo>
                  <a:cubicBezTo>
                    <a:pt x="221092" y="137256"/>
                    <a:pt x="203200" y="155131"/>
                    <a:pt x="181474" y="155131"/>
                  </a:cubicBezTo>
                  <a:cubicBezTo>
                    <a:pt x="159748" y="155131"/>
                    <a:pt x="141857" y="137256"/>
                    <a:pt x="141857" y="115550"/>
                  </a:cubicBezTo>
                  <a:cubicBezTo>
                    <a:pt x="141857" y="93845"/>
                    <a:pt x="159748" y="75970"/>
                    <a:pt x="181474" y="75970"/>
                  </a:cubicBezTo>
                  <a:close/>
                  <a:moveTo>
                    <a:pt x="104156" y="98313"/>
                  </a:moveTo>
                  <a:cubicBezTo>
                    <a:pt x="122048" y="98313"/>
                    <a:pt x="136745" y="112997"/>
                    <a:pt x="136745" y="130872"/>
                  </a:cubicBezTo>
                  <a:cubicBezTo>
                    <a:pt x="136745" y="148747"/>
                    <a:pt x="122048" y="163430"/>
                    <a:pt x="104156" y="163430"/>
                  </a:cubicBezTo>
                  <a:cubicBezTo>
                    <a:pt x="86264" y="163430"/>
                    <a:pt x="71568" y="148747"/>
                    <a:pt x="71568" y="130872"/>
                  </a:cubicBezTo>
                  <a:cubicBezTo>
                    <a:pt x="71568" y="112997"/>
                    <a:pt x="86264" y="98313"/>
                    <a:pt x="104156" y="98313"/>
                  </a:cubicBezTo>
                  <a:close/>
                  <a:moveTo>
                    <a:pt x="70289" y="209395"/>
                  </a:moveTo>
                  <a:lnTo>
                    <a:pt x="70289" y="260467"/>
                  </a:lnTo>
                  <a:cubicBezTo>
                    <a:pt x="70289" y="264297"/>
                    <a:pt x="67733" y="266851"/>
                    <a:pt x="63899" y="266851"/>
                  </a:cubicBezTo>
                  <a:cubicBezTo>
                    <a:pt x="60066" y="266851"/>
                    <a:pt x="57509" y="264297"/>
                    <a:pt x="57509" y="260467"/>
                  </a:cubicBezTo>
                  <a:lnTo>
                    <a:pt x="57509" y="209395"/>
                  </a:lnTo>
                  <a:cubicBezTo>
                    <a:pt x="57509" y="187689"/>
                    <a:pt x="94571" y="172368"/>
                    <a:pt x="115019" y="172368"/>
                  </a:cubicBezTo>
                  <a:lnTo>
                    <a:pt x="120131" y="172368"/>
                  </a:lnTo>
                  <a:cubicBezTo>
                    <a:pt x="123965" y="172368"/>
                    <a:pt x="126521" y="174921"/>
                    <a:pt x="126521" y="178752"/>
                  </a:cubicBezTo>
                  <a:cubicBezTo>
                    <a:pt x="126521" y="182582"/>
                    <a:pt x="123965" y="185135"/>
                    <a:pt x="120131" y="185135"/>
                  </a:cubicBezTo>
                  <a:lnTo>
                    <a:pt x="115019" y="185135"/>
                  </a:lnTo>
                  <a:cubicBezTo>
                    <a:pt x="97766" y="185135"/>
                    <a:pt x="70289" y="198542"/>
                    <a:pt x="70289" y="209395"/>
                  </a:cubicBezTo>
                  <a:close/>
                  <a:moveTo>
                    <a:pt x="244096" y="265574"/>
                  </a:moveTo>
                  <a:cubicBezTo>
                    <a:pt x="244096" y="269404"/>
                    <a:pt x="241540" y="271958"/>
                    <a:pt x="237706" y="271958"/>
                  </a:cubicBezTo>
                  <a:cubicBezTo>
                    <a:pt x="233872" y="271958"/>
                    <a:pt x="231316" y="269404"/>
                    <a:pt x="231316" y="265574"/>
                  </a:cubicBezTo>
                  <a:lnTo>
                    <a:pt x="231316" y="199180"/>
                  </a:lnTo>
                  <a:cubicBezTo>
                    <a:pt x="231316" y="187051"/>
                    <a:pt x="200005" y="174921"/>
                    <a:pt x="181474" y="174921"/>
                  </a:cubicBezTo>
                  <a:cubicBezTo>
                    <a:pt x="162943" y="174921"/>
                    <a:pt x="131633" y="187051"/>
                    <a:pt x="131633" y="199180"/>
                  </a:cubicBezTo>
                  <a:lnTo>
                    <a:pt x="131633" y="265574"/>
                  </a:lnTo>
                  <a:cubicBezTo>
                    <a:pt x="131633" y="269404"/>
                    <a:pt x="129077" y="271958"/>
                    <a:pt x="125243" y="271958"/>
                  </a:cubicBezTo>
                  <a:cubicBezTo>
                    <a:pt x="121409" y="271958"/>
                    <a:pt x="118853" y="269404"/>
                    <a:pt x="118853" y="265574"/>
                  </a:cubicBezTo>
                  <a:lnTo>
                    <a:pt x="118853" y="199180"/>
                  </a:lnTo>
                  <a:cubicBezTo>
                    <a:pt x="118853" y="176198"/>
                    <a:pt x="159110" y="162153"/>
                    <a:pt x="181474" y="162153"/>
                  </a:cubicBezTo>
                  <a:cubicBezTo>
                    <a:pt x="203839" y="162153"/>
                    <a:pt x="244096" y="176198"/>
                    <a:pt x="244096" y="199180"/>
                  </a:cubicBezTo>
                  <a:lnTo>
                    <a:pt x="244096" y="265574"/>
                  </a:lnTo>
                  <a:close/>
                  <a:moveTo>
                    <a:pt x="305439" y="260467"/>
                  </a:moveTo>
                  <a:cubicBezTo>
                    <a:pt x="305439" y="264297"/>
                    <a:pt x="302883" y="266851"/>
                    <a:pt x="299049" y="266851"/>
                  </a:cubicBezTo>
                  <a:cubicBezTo>
                    <a:pt x="295216" y="266851"/>
                    <a:pt x="292659" y="264297"/>
                    <a:pt x="292659" y="260467"/>
                  </a:cubicBezTo>
                  <a:lnTo>
                    <a:pt x="292659" y="209395"/>
                  </a:lnTo>
                  <a:cubicBezTo>
                    <a:pt x="292659" y="198542"/>
                    <a:pt x="265182" y="185135"/>
                    <a:pt x="247930" y="185135"/>
                  </a:cubicBezTo>
                  <a:lnTo>
                    <a:pt x="242818" y="185135"/>
                  </a:lnTo>
                  <a:cubicBezTo>
                    <a:pt x="238984" y="185135"/>
                    <a:pt x="236428" y="182582"/>
                    <a:pt x="236428" y="178752"/>
                  </a:cubicBezTo>
                  <a:cubicBezTo>
                    <a:pt x="236428" y="174921"/>
                    <a:pt x="238984" y="172368"/>
                    <a:pt x="242818" y="172368"/>
                  </a:cubicBezTo>
                  <a:lnTo>
                    <a:pt x="247930" y="172368"/>
                  </a:lnTo>
                  <a:cubicBezTo>
                    <a:pt x="268377" y="172368"/>
                    <a:pt x="305439" y="187689"/>
                    <a:pt x="305439" y="209395"/>
                  </a:cubicBezTo>
                  <a:lnTo>
                    <a:pt x="305439" y="260467"/>
                  </a:lnTo>
                  <a:close/>
                </a:path>
              </a:pathLst>
            </a:custGeom>
            <a:solidFill>
              <a:srgbClr val="007CB0"/>
            </a:solidFill>
            <a:ln w="6390" cap="flat">
              <a:noFill/>
              <a:prstDash val="solid"/>
              <a:miter/>
            </a:ln>
          </p:spPr>
          <p:txBody>
            <a:bodyPr rtlCol="0" anchor="ctr"/>
            <a:lstStyle/>
            <a:p>
              <a:endParaRPr lang="en-US"/>
            </a:p>
          </p:txBody>
        </p:sp>
      </p:grpSp>
      <p:grpSp>
        <p:nvGrpSpPr>
          <p:cNvPr id="937" name="Graphic 4">
            <a:extLst>
              <a:ext uri="{FF2B5EF4-FFF2-40B4-BE49-F238E27FC236}">
                <a16:creationId xmlns:a16="http://schemas.microsoft.com/office/drawing/2014/main" id="{17FF3B53-1290-C24E-A151-CC4A5C4BF870}"/>
              </a:ext>
            </a:extLst>
          </p:cNvPr>
          <p:cNvGrpSpPr/>
          <p:nvPr/>
        </p:nvGrpSpPr>
        <p:grpSpPr>
          <a:xfrm>
            <a:off x="7192513" y="3824168"/>
            <a:ext cx="361670" cy="361333"/>
            <a:chOff x="7192513" y="3824168"/>
            <a:chExt cx="361670" cy="361333"/>
          </a:xfrm>
          <a:solidFill>
            <a:srgbClr val="007CB0"/>
          </a:solidFill>
        </p:grpSpPr>
        <p:sp>
          <p:nvSpPr>
            <p:cNvPr id="938" name="Graphic 4">
              <a:extLst>
                <a:ext uri="{FF2B5EF4-FFF2-40B4-BE49-F238E27FC236}">
                  <a16:creationId xmlns:a16="http://schemas.microsoft.com/office/drawing/2014/main" id="{6E301E99-FF93-F14F-A54B-FF5E35D74CBE}"/>
                </a:ext>
              </a:extLst>
            </p:cNvPr>
            <p:cNvSpPr/>
            <p:nvPr/>
          </p:nvSpPr>
          <p:spPr>
            <a:xfrm>
              <a:off x="7343955" y="3954401"/>
              <a:ext cx="60064" cy="115550"/>
            </a:xfrm>
            <a:custGeom>
              <a:avLst/>
              <a:gdLst>
                <a:gd name="connsiteX0" fmla="*/ 60065 w 60064"/>
                <a:gd name="connsiteY0" fmla="*/ 30005 h 115550"/>
                <a:gd name="connsiteX1" fmla="*/ 30032 w 60064"/>
                <a:gd name="connsiteY1" fmla="*/ 0 h 115550"/>
                <a:gd name="connsiteX2" fmla="*/ 0 w 60064"/>
                <a:gd name="connsiteY2" fmla="*/ 30005 h 115550"/>
                <a:gd name="connsiteX3" fmla="*/ 0 w 60064"/>
                <a:gd name="connsiteY3" fmla="*/ 83630 h 115550"/>
                <a:gd name="connsiteX4" fmla="*/ 30032 w 60064"/>
                <a:gd name="connsiteY4" fmla="*/ 115550 h 115550"/>
                <a:gd name="connsiteX5" fmla="*/ 60065 w 60064"/>
                <a:gd name="connsiteY5" fmla="*/ 83630 h 115550"/>
                <a:gd name="connsiteX6" fmla="*/ 60065 w 60064"/>
                <a:gd name="connsiteY6" fmla="*/ 30005 h 11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64" h="115550">
                  <a:moveTo>
                    <a:pt x="60065" y="30005"/>
                  </a:moveTo>
                  <a:cubicBezTo>
                    <a:pt x="60065" y="13407"/>
                    <a:pt x="46646" y="0"/>
                    <a:pt x="30032" y="0"/>
                  </a:cubicBezTo>
                  <a:cubicBezTo>
                    <a:pt x="13419" y="0"/>
                    <a:pt x="0" y="13407"/>
                    <a:pt x="0" y="30005"/>
                  </a:cubicBezTo>
                  <a:lnTo>
                    <a:pt x="0" y="83630"/>
                  </a:lnTo>
                  <a:cubicBezTo>
                    <a:pt x="13419" y="90014"/>
                    <a:pt x="24281" y="101505"/>
                    <a:pt x="30032" y="115550"/>
                  </a:cubicBezTo>
                  <a:cubicBezTo>
                    <a:pt x="35783" y="101505"/>
                    <a:pt x="46646" y="90014"/>
                    <a:pt x="60065" y="83630"/>
                  </a:cubicBezTo>
                  <a:lnTo>
                    <a:pt x="60065" y="30005"/>
                  </a:lnTo>
                  <a:close/>
                </a:path>
              </a:pathLst>
            </a:custGeom>
            <a:solidFill>
              <a:srgbClr val="007CB0"/>
            </a:solidFill>
            <a:ln w="6390" cap="flat">
              <a:noFill/>
              <a:prstDash val="solid"/>
              <a:miter/>
            </a:ln>
          </p:spPr>
          <p:txBody>
            <a:bodyPr rtlCol="0" anchor="ctr"/>
            <a:lstStyle/>
            <a:p>
              <a:endParaRPr lang="en-US"/>
            </a:p>
          </p:txBody>
        </p:sp>
        <p:sp>
          <p:nvSpPr>
            <p:cNvPr id="939" name="Graphic 4">
              <a:extLst>
                <a:ext uri="{FF2B5EF4-FFF2-40B4-BE49-F238E27FC236}">
                  <a16:creationId xmlns:a16="http://schemas.microsoft.com/office/drawing/2014/main" id="{900923DD-107A-0746-8455-5412AD5689BD}"/>
                </a:ext>
              </a:extLst>
            </p:cNvPr>
            <p:cNvSpPr/>
            <p:nvPr/>
          </p:nvSpPr>
          <p:spPr>
            <a:xfrm>
              <a:off x="7302420" y="3907159"/>
              <a:ext cx="143133" cy="118103"/>
            </a:xfrm>
            <a:custGeom>
              <a:avLst/>
              <a:gdLst>
                <a:gd name="connsiteX0" fmla="*/ 143134 w 143133"/>
                <a:gd name="connsiteY0" fmla="*/ 112358 h 118103"/>
                <a:gd name="connsiteX1" fmla="*/ 143134 w 143133"/>
                <a:gd name="connsiteY1" fmla="*/ 74054 h 118103"/>
                <a:gd name="connsiteX2" fmla="*/ 71567 w 143133"/>
                <a:gd name="connsiteY2" fmla="*/ 0 h 118103"/>
                <a:gd name="connsiteX3" fmla="*/ 0 w 143133"/>
                <a:gd name="connsiteY3" fmla="*/ 74054 h 118103"/>
                <a:gd name="connsiteX4" fmla="*/ 0 w 143133"/>
                <a:gd name="connsiteY4" fmla="*/ 112358 h 118103"/>
                <a:gd name="connsiteX5" fmla="*/ 7668 w 143133"/>
                <a:gd name="connsiteY5" fmla="*/ 118104 h 118103"/>
                <a:gd name="connsiteX6" fmla="*/ 7668 w 143133"/>
                <a:gd name="connsiteY6" fmla="*/ 75331 h 118103"/>
                <a:gd name="connsiteX7" fmla="*/ 71567 w 143133"/>
                <a:gd name="connsiteY7" fmla="*/ 10214 h 118103"/>
                <a:gd name="connsiteX8" fmla="*/ 135466 w 143133"/>
                <a:gd name="connsiteY8" fmla="*/ 75331 h 118103"/>
                <a:gd name="connsiteX9" fmla="*/ 135466 w 143133"/>
                <a:gd name="connsiteY9" fmla="*/ 118104 h 118103"/>
                <a:gd name="connsiteX10" fmla="*/ 143134 w 143133"/>
                <a:gd name="connsiteY10" fmla="*/ 112358 h 118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133" h="118103">
                  <a:moveTo>
                    <a:pt x="143134" y="112358"/>
                  </a:moveTo>
                  <a:lnTo>
                    <a:pt x="143134" y="74054"/>
                  </a:lnTo>
                  <a:cubicBezTo>
                    <a:pt x="143134" y="33196"/>
                    <a:pt x="111184" y="0"/>
                    <a:pt x="71567" y="0"/>
                  </a:cubicBezTo>
                  <a:cubicBezTo>
                    <a:pt x="31950" y="0"/>
                    <a:pt x="0" y="33196"/>
                    <a:pt x="0" y="74054"/>
                  </a:cubicBezTo>
                  <a:lnTo>
                    <a:pt x="0" y="112358"/>
                  </a:lnTo>
                  <a:cubicBezTo>
                    <a:pt x="2555" y="114273"/>
                    <a:pt x="5111" y="116188"/>
                    <a:pt x="7668" y="118104"/>
                  </a:cubicBezTo>
                  <a:lnTo>
                    <a:pt x="7668" y="75331"/>
                  </a:lnTo>
                  <a:cubicBezTo>
                    <a:pt x="7668" y="39580"/>
                    <a:pt x="36422" y="10214"/>
                    <a:pt x="71567" y="10214"/>
                  </a:cubicBezTo>
                  <a:cubicBezTo>
                    <a:pt x="106712" y="10214"/>
                    <a:pt x="135466" y="39580"/>
                    <a:pt x="135466" y="75331"/>
                  </a:cubicBezTo>
                  <a:lnTo>
                    <a:pt x="135466" y="118104"/>
                  </a:lnTo>
                  <a:cubicBezTo>
                    <a:pt x="137384" y="116188"/>
                    <a:pt x="139939" y="114273"/>
                    <a:pt x="143134" y="112358"/>
                  </a:cubicBezTo>
                  <a:close/>
                </a:path>
              </a:pathLst>
            </a:custGeom>
            <a:solidFill>
              <a:srgbClr val="007CB0"/>
            </a:solidFill>
            <a:ln w="6390" cap="flat">
              <a:noFill/>
              <a:prstDash val="solid"/>
              <a:miter/>
            </a:ln>
          </p:spPr>
          <p:txBody>
            <a:bodyPr rtlCol="0" anchor="ctr"/>
            <a:lstStyle/>
            <a:p>
              <a:endParaRPr lang="en-US"/>
            </a:p>
          </p:txBody>
        </p:sp>
        <p:sp>
          <p:nvSpPr>
            <p:cNvPr id="940" name="Graphic 4">
              <a:extLst>
                <a:ext uri="{FF2B5EF4-FFF2-40B4-BE49-F238E27FC236}">
                  <a16:creationId xmlns:a16="http://schemas.microsoft.com/office/drawing/2014/main" id="{BCC3700E-9C5E-B744-B63E-CB5F4AF1B052}"/>
                </a:ext>
              </a:extLst>
            </p:cNvPr>
            <p:cNvSpPr/>
            <p:nvPr/>
          </p:nvSpPr>
          <p:spPr>
            <a:xfrm>
              <a:off x="7282611" y="3883539"/>
              <a:ext cx="181474" cy="130233"/>
            </a:xfrm>
            <a:custGeom>
              <a:avLst/>
              <a:gdLst>
                <a:gd name="connsiteX0" fmla="*/ 640 w 181474"/>
                <a:gd name="connsiteY0" fmla="*/ 81077 h 130233"/>
                <a:gd name="connsiteX1" fmla="*/ 640 w 181474"/>
                <a:gd name="connsiteY1" fmla="*/ 81715 h 130233"/>
                <a:gd name="connsiteX2" fmla="*/ 6390 w 181474"/>
                <a:gd name="connsiteY2" fmla="*/ 129595 h 130233"/>
                <a:gd name="connsiteX3" fmla="*/ 6390 w 181474"/>
                <a:gd name="connsiteY3" fmla="*/ 129595 h 130233"/>
                <a:gd name="connsiteX4" fmla="*/ 6390 w 181474"/>
                <a:gd name="connsiteY4" fmla="*/ 97675 h 130233"/>
                <a:gd name="connsiteX5" fmla="*/ 90738 w 181474"/>
                <a:gd name="connsiteY5" fmla="*/ 10853 h 130233"/>
                <a:gd name="connsiteX6" fmla="*/ 175084 w 181474"/>
                <a:gd name="connsiteY6" fmla="*/ 97675 h 130233"/>
                <a:gd name="connsiteX7" fmla="*/ 175084 w 181474"/>
                <a:gd name="connsiteY7" fmla="*/ 130233 h 130233"/>
                <a:gd name="connsiteX8" fmla="*/ 175084 w 181474"/>
                <a:gd name="connsiteY8" fmla="*/ 130233 h 130233"/>
                <a:gd name="connsiteX9" fmla="*/ 180836 w 181474"/>
                <a:gd name="connsiteY9" fmla="*/ 82353 h 130233"/>
                <a:gd name="connsiteX10" fmla="*/ 180836 w 181474"/>
                <a:gd name="connsiteY10" fmla="*/ 81715 h 130233"/>
                <a:gd name="connsiteX11" fmla="*/ 181474 w 181474"/>
                <a:gd name="connsiteY11" fmla="*/ 79800 h 130233"/>
                <a:gd name="connsiteX12" fmla="*/ 90738 w 181474"/>
                <a:gd name="connsiteY12" fmla="*/ 0 h 130233"/>
                <a:gd name="connsiteX13" fmla="*/ 0 w 181474"/>
                <a:gd name="connsiteY13" fmla="*/ 79800 h 130233"/>
                <a:gd name="connsiteX14" fmla="*/ 640 w 181474"/>
                <a:gd name="connsiteY14" fmla="*/ 81077 h 13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1474" h="130233">
                  <a:moveTo>
                    <a:pt x="640" y="81077"/>
                  </a:moveTo>
                  <a:cubicBezTo>
                    <a:pt x="640" y="81077"/>
                    <a:pt x="640" y="81715"/>
                    <a:pt x="640" y="81715"/>
                  </a:cubicBezTo>
                  <a:lnTo>
                    <a:pt x="6390" y="129595"/>
                  </a:lnTo>
                  <a:cubicBezTo>
                    <a:pt x="6390" y="129595"/>
                    <a:pt x="6390" y="129595"/>
                    <a:pt x="6390" y="129595"/>
                  </a:cubicBezTo>
                  <a:lnTo>
                    <a:pt x="6390" y="97675"/>
                  </a:lnTo>
                  <a:cubicBezTo>
                    <a:pt x="6390" y="49795"/>
                    <a:pt x="44091" y="10853"/>
                    <a:pt x="90738" y="10853"/>
                  </a:cubicBezTo>
                  <a:cubicBezTo>
                    <a:pt x="137384" y="10853"/>
                    <a:pt x="175084" y="49795"/>
                    <a:pt x="175084" y="97675"/>
                  </a:cubicBezTo>
                  <a:lnTo>
                    <a:pt x="175084" y="130233"/>
                  </a:lnTo>
                  <a:cubicBezTo>
                    <a:pt x="175084" y="130233"/>
                    <a:pt x="175084" y="130233"/>
                    <a:pt x="175084" y="130233"/>
                  </a:cubicBezTo>
                  <a:lnTo>
                    <a:pt x="180836" y="82353"/>
                  </a:lnTo>
                  <a:cubicBezTo>
                    <a:pt x="180836" y="82353"/>
                    <a:pt x="180836" y="81715"/>
                    <a:pt x="180836" y="81715"/>
                  </a:cubicBezTo>
                  <a:cubicBezTo>
                    <a:pt x="180836" y="81077"/>
                    <a:pt x="181474" y="80438"/>
                    <a:pt x="181474" y="79800"/>
                  </a:cubicBezTo>
                  <a:cubicBezTo>
                    <a:pt x="173807" y="33835"/>
                    <a:pt x="135467" y="0"/>
                    <a:pt x="90738" y="0"/>
                  </a:cubicBezTo>
                  <a:cubicBezTo>
                    <a:pt x="45369" y="0"/>
                    <a:pt x="7668" y="33835"/>
                    <a:pt x="0" y="79800"/>
                  </a:cubicBezTo>
                  <a:cubicBezTo>
                    <a:pt x="640" y="79800"/>
                    <a:pt x="640" y="80438"/>
                    <a:pt x="640" y="81077"/>
                  </a:cubicBezTo>
                  <a:close/>
                </a:path>
              </a:pathLst>
            </a:custGeom>
            <a:solidFill>
              <a:srgbClr val="007CB0"/>
            </a:solidFill>
            <a:ln w="6390" cap="flat">
              <a:noFill/>
              <a:prstDash val="solid"/>
              <a:miter/>
            </a:ln>
          </p:spPr>
          <p:txBody>
            <a:bodyPr rtlCol="0" anchor="ctr"/>
            <a:lstStyle/>
            <a:p>
              <a:endParaRPr lang="en-US"/>
            </a:p>
          </p:txBody>
        </p:sp>
        <p:sp>
          <p:nvSpPr>
            <p:cNvPr id="941" name="Graphic 4">
              <a:extLst>
                <a:ext uri="{FF2B5EF4-FFF2-40B4-BE49-F238E27FC236}">
                  <a16:creationId xmlns:a16="http://schemas.microsoft.com/office/drawing/2014/main" id="{02859FF3-5341-0741-B891-94DFFFFA3E36}"/>
                </a:ext>
              </a:extLst>
            </p:cNvPr>
            <p:cNvSpPr/>
            <p:nvPr/>
          </p:nvSpPr>
          <p:spPr>
            <a:xfrm>
              <a:off x="7192513" y="3824168"/>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304161 w 361670"/>
                <a:gd name="connsiteY5" fmla="*/ 208756 h 361333"/>
                <a:gd name="connsiteX6" fmla="*/ 288826 w 361670"/>
                <a:gd name="connsiteY6" fmla="*/ 250252 h 361333"/>
                <a:gd name="connsiteX7" fmla="*/ 273490 w 361670"/>
                <a:gd name="connsiteY7" fmla="*/ 270681 h 361333"/>
                <a:gd name="connsiteX8" fmla="*/ 237067 w 361670"/>
                <a:gd name="connsiteY8" fmla="*/ 297493 h 361333"/>
                <a:gd name="connsiteX9" fmla="*/ 228121 w 361670"/>
                <a:gd name="connsiteY9" fmla="*/ 310261 h 361333"/>
                <a:gd name="connsiteX10" fmla="*/ 221731 w 361670"/>
                <a:gd name="connsiteY10" fmla="*/ 316007 h 361333"/>
                <a:gd name="connsiteX11" fmla="*/ 221092 w 361670"/>
                <a:gd name="connsiteY11" fmla="*/ 316007 h 361333"/>
                <a:gd name="connsiteX12" fmla="*/ 215341 w 361670"/>
                <a:gd name="connsiteY12" fmla="*/ 308985 h 361333"/>
                <a:gd name="connsiteX13" fmla="*/ 229399 w 361670"/>
                <a:gd name="connsiteY13" fmla="*/ 287279 h 361333"/>
                <a:gd name="connsiteX14" fmla="*/ 265821 w 361670"/>
                <a:gd name="connsiteY14" fmla="*/ 260466 h 361333"/>
                <a:gd name="connsiteX15" fmla="*/ 276685 w 361670"/>
                <a:gd name="connsiteY15" fmla="*/ 245783 h 361333"/>
                <a:gd name="connsiteX16" fmla="*/ 292021 w 361670"/>
                <a:gd name="connsiteY16" fmla="*/ 204287 h 361333"/>
                <a:gd name="connsiteX17" fmla="*/ 293298 w 361670"/>
                <a:gd name="connsiteY17" fmla="*/ 194073 h 361333"/>
                <a:gd name="connsiteX18" fmla="*/ 289464 w 361670"/>
                <a:gd name="connsiteY18" fmla="*/ 137894 h 361333"/>
                <a:gd name="connsiteX19" fmla="*/ 287547 w 361670"/>
                <a:gd name="connsiteY19" fmla="*/ 138532 h 361333"/>
                <a:gd name="connsiteX20" fmla="*/ 283713 w 361670"/>
                <a:gd name="connsiteY20" fmla="*/ 143640 h 361333"/>
                <a:gd name="connsiteX21" fmla="*/ 278601 w 361670"/>
                <a:gd name="connsiteY21" fmla="*/ 190243 h 361333"/>
                <a:gd name="connsiteX22" fmla="*/ 287547 w 361670"/>
                <a:gd name="connsiteY22" fmla="*/ 195988 h 361333"/>
                <a:gd name="connsiteX23" fmla="*/ 284352 w 361670"/>
                <a:gd name="connsiteY23" fmla="*/ 213863 h 361333"/>
                <a:gd name="connsiteX24" fmla="*/ 266461 w 361670"/>
                <a:gd name="connsiteY24" fmla="*/ 235569 h 361333"/>
                <a:gd name="connsiteX25" fmla="*/ 253681 w 361670"/>
                <a:gd name="connsiteY25" fmla="*/ 245783 h 361333"/>
                <a:gd name="connsiteX26" fmla="*/ 232594 w 361670"/>
                <a:gd name="connsiteY26" fmla="*/ 255998 h 361333"/>
                <a:gd name="connsiteX27" fmla="*/ 224287 w 361670"/>
                <a:gd name="connsiteY27" fmla="*/ 253444 h 361333"/>
                <a:gd name="connsiteX28" fmla="*/ 226843 w 361670"/>
                <a:gd name="connsiteY28" fmla="*/ 245145 h 361333"/>
                <a:gd name="connsiteX29" fmla="*/ 247930 w 361670"/>
                <a:gd name="connsiteY29" fmla="*/ 234930 h 361333"/>
                <a:gd name="connsiteX30" fmla="*/ 256876 w 361670"/>
                <a:gd name="connsiteY30" fmla="*/ 227908 h 361333"/>
                <a:gd name="connsiteX31" fmla="*/ 274767 w 361670"/>
                <a:gd name="connsiteY31" fmla="*/ 205564 h 361333"/>
                <a:gd name="connsiteX32" fmla="*/ 276685 w 361670"/>
                <a:gd name="connsiteY32" fmla="*/ 203011 h 361333"/>
                <a:gd name="connsiteX33" fmla="*/ 265182 w 361670"/>
                <a:gd name="connsiteY33" fmla="*/ 203011 h 361333"/>
                <a:gd name="connsiteX34" fmla="*/ 244096 w 361670"/>
                <a:gd name="connsiteY34" fmla="*/ 218971 h 361333"/>
                <a:gd name="connsiteX35" fmla="*/ 239623 w 361670"/>
                <a:gd name="connsiteY35" fmla="*/ 220886 h 361333"/>
                <a:gd name="connsiteX36" fmla="*/ 232594 w 361670"/>
                <a:gd name="connsiteY36" fmla="*/ 221524 h 361333"/>
                <a:gd name="connsiteX37" fmla="*/ 191059 w 361670"/>
                <a:gd name="connsiteY37" fmla="*/ 257274 h 361333"/>
                <a:gd name="connsiteX38" fmla="*/ 187864 w 361670"/>
                <a:gd name="connsiteY38" fmla="*/ 283449 h 361333"/>
                <a:gd name="connsiteX39" fmla="*/ 181474 w 361670"/>
                <a:gd name="connsiteY39" fmla="*/ 289833 h 361333"/>
                <a:gd name="connsiteX40" fmla="*/ 181474 w 361670"/>
                <a:gd name="connsiteY40" fmla="*/ 289833 h 361333"/>
                <a:gd name="connsiteX41" fmla="*/ 181474 w 361670"/>
                <a:gd name="connsiteY41" fmla="*/ 289833 h 361333"/>
                <a:gd name="connsiteX42" fmla="*/ 175084 w 361670"/>
                <a:gd name="connsiteY42" fmla="*/ 283449 h 361333"/>
                <a:gd name="connsiteX43" fmla="*/ 171889 w 361670"/>
                <a:gd name="connsiteY43" fmla="*/ 257274 h 361333"/>
                <a:gd name="connsiteX44" fmla="*/ 130355 w 361670"/>
                <a:gd name="connsiteY44" fmla="*/ 221524 h 361333"/>
                <a:gd name="connsiteX45" fmla="*/ 123326 w 361670"/>
                <a:gd name="connsiteY45" fmla="*/ 220886 h 361333"/>
                <a:gd name="connsiteX46" fmla="*/ 118853 w 361670"/>
                <a:gd name="connsiteY46" fmla="*/ 218971 h 361333"/>
                <a:gd name="connsiteX47" fmla="*/ 97766 w 361670"/>
                <a:gd name="connsiteY47" fmla="*/ 203011 h 361333"/>
                <a:gd name="connsiteX48" fmla="*/ 86264 w 361670"/>
                <a:gd name="connsiteY48" fmla="*/ 203011 h 361333"/>
                <a:gd name="connsiteX49" fmla="*/ 87543 w 361670"/>
                <a:gd name="connsiteY49" fmla="*/ 204926 h 361333"/>
                <a:gd name="connsiteX50" fmla="*/ 106073 w 361670"/>
                <a:gd name="connsiteY50" fmla="*/ 227908 h 361333"/>
                <a:gd name="connsiteX51" fmla="*/ 115019 w 361670"/>
                <a:gd name="connsiteY51" fmla="*/ 234930 h 361333"/>
                <a:gd name="connsiteX52" fmla="*/ 136106 w 361670"/>
                <a:gd name="connsiteY52" fmla="*/ 245145 h 361333"/>
                <a:gd name="connsiteX53" fmla="*/ 138662 w 361670"/>
                <a:gd name="connsiteY53" fmla="*/ 253444 h 361333"/>
                <a:gd name="connsiteX54" fmla="*/ 130355 w 361670"/>
                <a:gd name="connsiteY54" fmla="*/ 255998 h 361333"/>
                <a:gd name="connsiteX55" fmla="*/ 109268 w 361670"/>
                <a:gd name="connsiteY55" fmla="*/ 245783 h 361333"/>
                <a:gd name="connsiteX56" fmla="*/ 96488 w 361670"/>
                <a:gd name="connsiteY56" fmla="*/ 235569 h 361333"/>
                <a:gd name="connsiteX57" fmla="*/ 78597 w 361670"/>
                <a:gd name="connsiteY57" fmla="*/ 213225 h 361333"/>
                <a:gd name="connsiteX58" fmla="*/ 76040 w 361670"/>
                <a:gd name="connsiteY58" fmla="*/ 195350 h 361333"/>
                <a:gd name="connsiteX59" fmla="*/ 84986 w 361670"/>
                <a:gd name="connsiteY59" fmla="*/ 189604 h 361333"/>
                <a:gd name="connsiteX60" fmla="*/ 79874 w 361670"/>
                <a:gd name="connsiteY60" fmla="*/ 143001 h 361333"/>
                <a:gd name="connsiteX61" fmla="*/ 76040 w 361670"/>
                <a:gd name="connsiteY61" fmla="*/ 137894 h 361333"/>
                <a:gd name="connsiteX62" fmla="*/ 73484 w 361670"/>
                <a:gd name="connsiteY62" fmla="*/ 137256 h 361333"/>
                <a:gd name="connsiteX63" fmla="*/ 69650 w 361670"/>
                <a:gd name="connsiteY63" fmla="*/ 193435 h 361333"/>
                <a:gd name="connsiteX64" fmla="*/ 70928 w 361670"/>
                <a:gd name="connsiteY64" fmla="*/ 203649 h 361333"/>
                <a:gd name="connsiteX65" fmla="*/ 86264 w 361670"/>
                <a:gd name="connsiteY65" fmla="*/ 245145 h 361333"/>
                <a:gd name="connsiteX66" fmla="*/ 97128 w 361670"/>
                <a:gd name="connsiteY66" fmla="*/ 259828 h 361333"/>
                <a:gd name="connsiteX67" fmla="*/ 133550 w 361670"/>
                <a:gd name="connsiteY67" fmla="*/ 286641 h 361333"/>
                <a:gd name="connsiteX68" fmla="*/ 147607 w 361670"/>
                <a:gd name="connsiteY68" fmla="*/ 308346 h 361333"/>
                <a:gd name="connsiteX69" fmla="*/ 141857 w 361670"/>
                <a:gd name="connsiteY69" fmla="*/ 315369 h 361333"/>
                <a:gd name="connsiteX70" fmla="*/ 141217 w 361670"/>
                <a:gd name="connsiteY70" fmla="*/ 315369 h 361333"/>
                <a:gd name="connsiteX71" fmla="*/ 134828 w 361670"/>
                <a:gd name="connsiteY71" fmla="*/ 309623 h 361333"/>
                <a:gd name="connsiteX72" fmla="*/ 125882 w 361670"/>
                <a:gd name="connsiteY72" fmla="*/ 296855 h 361333"/>
                <a:gd name="connsiteX73" fmla="*/ 89459 w 361670"/>
                <a:gd name="connsiteY73" fmla="*/ 270042 h 361333"/>
                <a:gd name="connsiteX74" fmla="*/ 74123 w 361670"/>
                <a:gd name="connsiteY74" fmla="*/ 249614 h 361333"/>
                <a:gd name="connsiteX75" fmla="*/ 58788 w 361670"/>
                <a:gd name="connsiteY75" fmla="*/ 208118 h 361333"/>
                <a:gd name="connsiteX76" fmla="*/ 56871 w 361670"/>
                <a:gd name="connsiteY76" fmla="*/ 192796 h 361333"/>
                <a:gd name="connsiteX77" fmla="*/ 60704 w 361670"/>
                <a:gd name="connsiteY77" fmla="*/ 136617 h 361333"/>
                <a:gd name="connsiteX78" fmla="*/ 72207 w 361670"/>
                <a:gd name="connsiteY78" fmla="*/ 125126 h 361333"/>
                <a:gd name="connsiteX79" fmla="*/ 80513 w 361670"/>
                <a:gd name="connsiteY79" fmla="*/ 127041 h 361333"/>
                <a:gd name="connsiteX80" fmla="*/ 182113 w 361670"/>
                <a:gd name="connsiteY80" fmla="*/ 46603 h 361333"/>
                <a:gd name="connsiteX81" fmla="*/ 283713 w 361670"/>
                <a:gd name="connsiteY81" fmla="*/ 127041 h 361333"/>
                <a:gd name="connsiteX82" fmla="*/ 292021 w 361670"/>
                <a:gd name="connsiteY82" fmla="*/ 125126 h 361333"/>
                <a:gd name="connsiteX83" fmla="*/ 303522 w 361670"/>
                <a:gd name="connsiteY83" fmla="*/ 136617 h 361333"/>
                <a:gd name="connsiteX84" fmla="*/ 307356 w 361670"/>
                <a:gd name="connsiteY84" fmla="*/ 192796 h 361333"/>
                <a:gd name="connsiteX85" fmla="*/ 304161 w 361670"/>
                <a:gd name="connsiteY85" fmla="*/ 20875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361670" h="361333">
                  <a:moveTo>
                    <a:pt x="180836" y="0"/>
                  </a:moveTo>
                  <a:cubicBezTo>
                    <a:pt x="80513" y="0"/>
                    <a:pt x="0" y="81076"/>
                    <a:pt x="0" y="180667"/>
                  </a:cubicBezTo>
                  <a:cubicBezTo>
                    <a:pt x="0" y="280257"/>
                    <a:pt x="81153" y="361333"/>
                    <a:pt x="180836" y="361333"/>
                  </a:cubicBezTo>
                  <a:cubicBezTo>
                    <a:pt x="280518" y="361333"/>
                    <a:pt x="361670" y="280257"/>
                    <a:pt x="361670" y="180667"/>
                  </a:cubicBezTo>
                  <a:cubicBezTo>
                    <a:pt x="361670" y="81076"/>
                    <a:pt x="281157" y="0"/>
                    <a:pt x="180836" y="0"/>
                  </a:cubicBezTo>
                  <a:close/>
                  <a:moveTo>
                    <a:pt x="304161" y="208756"/>
                  </a:moveTo>
                  <a:lnTo>
                    <a:pt x="288826" y="250252"/>
                  </a:lnTo>
                  <a:cubicBezTo>
                    <a:pt x="285631" y="258551"/>
                    <a:pt x="280518" y="265574"/>
                    <a:pt x="273490" y="270681"/>
                  </a:cubicBezTo>
                  <a:lnTo>
                    <a:pt x="237067" y="297493"/>
                  </a:lnTo>
                  <a:cubicBezTo>
                    <a:pt x="231955" y="301324"/>
                    <a:pt x="228760" y="305793"/>
                    <a:pt x="228121" y="310261"/>
                  </a:cubicBezTo>
                  <a:cubicBezTo>
                    <a:pt x="228121" y="313453"/>
                    <a:pt x="224926" y="316007"/>
                    <a:pt x="221731" y="316007"/>
                  </a:cubicBezTo>
                  <a:cubicBezTo>
                    <a:pt x="221731" y="316007"/>
                    <a:pt x="221092" y="316007"/>
                    <a:pt x="221092" y="316007"/>
                  </a:cubicBezTo>
                  <a:cubicBezTo>
                    <a:pt x="217897" y="315369"/>
                    <a:pt x="214702" y="312815"/>
                    <a:pt x="215341" y="308985"/>
                  </a:cubicBezTo>
                  <a:cubicBezTo>
                    <a:pt x="215980" y="300685"/>
                    <a:pt x="221092" y="293663"/>
                    <a:pt x="229399" y="287279"/>
                  </a:cubicBezTo>
                  <a:lnTo>
                    <a:pt x="265821" y="260466"/>
                  </a:lnTo>
                  <a:cubicBezTo>
                    <a:pt x="270934" y="256636"/>
                    <a:pt x="274767" y="251529"/>
                    <a:pt x="276685" y="245783"/>
                  </a:cubicBezTo>
                  <a:lnTo>
                    <a:pt x="292021" y="204287"/>
                  </a:lnTo>
                  <a:cubicBezTo>
                    <a:pt x="293298" y="201095"/>
                    <a:pt x="293937" y="197903"/>
                    <a:pt x="293298" y="194073"/>
                  </a:cubicBezTo>
                  <a:lnTo>
                    <a:pt x="289464" y="137894"/>
                  </a:lnTo>
                  <a:cubicBezTo>
                    <a:pt x="289464" y="137894"/>
                    <a:pt x="288826" y="137894"/>
                    <a:pt x="287547" y="138532"/>
                  </a:cubicBezTo>
                  <a:cubicBezTo>
                    <a:pt x="286908" y="139171"/>
                    <a:pt x="284991" y="140448"/>
                    <a:pt x="283713" y="143640"/>
                  </a:cubicBezTo>
                  <a:lnTo>
                    <a:pt x="278601" y="190243"/>
                  </a:lnTo>
                  <a:cubicBezTo>
                    <a:pt x="282436" y="191519"/>
                    <a:pt x="285631" y="193435"/>
                    <a:pt x="287547" y="195988"/>
                  </a:cubicBezTo>
                  <a:cubicBezTo>
                    <a:pt x="288826" y="197903"/>
                    <a:pt x="293298" y="204926"/>
                    <a:pt x="284352" y="213863"/>
                  </a:cubicBezTo>
                  <a:lnTo>
                    <a:pt x="266461" y="235569"/>
                  </a:lnTo>
                  <a:cubicBezTo>
                    <a:pt x="263266" y="240038"/>
                    <a:pt x="258154" y="243868"/>
                    <a:pt x="253681" y="245783"/>
                  </a:cubicBezTo>
                  <a:lnTo>
                    <a:pt x="232594" y="255998"/>
                  </a:lnTo>
                  <a:cubicBezTo>
                    <a:pt x="229399" y="257274"/>
                    <a:pt x="225565" y="255998"/>
                    <a:pt x="224287" y="253444"/>
                  </a:cubicBezTo>
                  <a:cubicBezTo>
                    <a:pt x="223009" y="250252"/>
                    <a:pt x="224287" y="246422"/>
                    <a:pt x="226843" y="245145"/>
                  </a:cubicBezTo>
                  <a:lnTo>
                    <a:pt x="247930" y="234930"/>
                  </a:lnTo>
                  <a:cubicBezTo>
                    <a:pt x="251125" y="233015"/>
                    <a:pt x="254320" y="231100"/>
                    <a:pt x="256876" y="227908"/>
                  </a:cubicBezTo>
                  <a:lnTo>
                    <a:pt x="274767" y="205564"/>
                  </a:lnTo>
                  <a:cubicBezTo>
                    <a:pt x="276046" y="204287"/>
                    <a:pt x="276685" y="203649"/>
                    <a:pt x="276685" y="203011"/>
                  </a:cubicBezTo>
                  <a:cubicBezTo>
                    <a:pt x="274767" y="201734"/>
                    <a:pt x="269656" y="201095"/>
                    <a:pt x="265182" y="203011"/>
                  </a:cubicBezTo>
                  <a:cubicBezTo>
                    <a:pt x="258154" y="206203"/>
                    <a:pt x="251125" y="212587"/>
                    <a:pt x="244096" y="218971"/>
                  </a:cubicBezTo>
                  <a:cubicBezTo>
                    <a:pt x="242818" y="220247"/>
                    <a:pt x="241540" y="220886"/>
                    <a:pt x="239623" y="220886"/>
                  </a:cubicBezTo>
                  <a:cubicBezTo>
                    <a:pt x="239623" y="220886"/>
                    <a:pt x="236428" y="220886"/>
                    <a:pt x="232594" y="221524"/>
                  </a:cubicBezTo>
                  <a:cubicBezTo>
                    <a:pt x="212785" y="223439"/>
                    <a:pt x="196172" y="238122"/>
                    <a:pt x="191059" y="257274"/>
                  </a:cubicBezTo>
                  <a:cubicBezTo>
                    <a:pt x="188503" y="266212"/>
                    <a:pt x="187864" y="271958"/>
                    <a:pt x="187864" y="283449"/>
                  </a:cubicBezTo>
                  <a:cubicBezTo>
                    <a:pt x="187864" y="287279"/>
                    <a:pt x="185308" y="289833"/>
                    <a:pt x="181474" y="289833"/>
                  </a:cubicBezTo>
                  <a:cubicBezTo>
                    <a:pt x="181474" y="289833"/>
                    <a:pt x="181474" y="289833"/>
                    <a:pt x="181474" y="289833"/>
                  </a:cubicBezTo>
                  <a:cubicBezTo>
                    <a:pt x="181474" y="289833"/>
                    <a:pt x="181474" y="289833"/>
                    <a:pt x="181474" y="289833"/>
                  </a:cubicBezTo>
                  <a:cubicBezTo>
                    <a:pt x="177641" y="289833"/>
                    <a:pt x="175084" y="287279"/>
                    <a:pt x="175084" y="283449"/>
                  </a:cubicBezTo>
                  <a:cubicBezTo>
                    <a:pt x="175084" y="271958"/>
                    <a:pt x="174446" y="266850"/>
                    <a:pt x="171889" y="257274"/>
                  </a:cubicBezTo>
                  <a:cubicBezTo>
                    <a:pt x="166777" y="238122"/>
                    <a:pt x="150164" y="223439"/>
                    <a:pt x="130355" y="221524"/>
                  </a:cubicBezTo>
                  <a:cubicBezTo>
                    <a:pt x="125882" y="220886"/>
                    <a:pt x="123326" y="220886"/>
                    <a:pt x="123326" y="220886"/>
                  </a:cubicBezTo>
                  <a:cubicBezTo>
                    <a:pt x="122048" y="220886"/>
                    <a:pt x="120131" y="220247"/>
                    <a:pt x="118853" y="218971"/>
                  </a:cubicBezTo>
                  <a:cubicBezTo>
                    <a:pt x="111824" y="212587"/>
                    <a:pt x="104795" y="206203"/>
                    <a:pt x="97766" y="203011"/>
                  </a:cubicBezTo>
                  <a:cubicBezTo>
                    <a:pt x="93293" y="200457"/>
                    <a:pt x="87543" y="201734"/>
                    <a:pt x="86264" y="203011"/>
                  </a:cubicBezTo>
                  <a:cubicBezTo>
                    <a:pt x="86264" y="203649"/>
                    <a:pt x="86903" y="204287"/>
                    <a:pt x="87543" y="204926"/>
                  </a:cubicBezTo>
                  <a:lnTo>
                    <a:pt x="106073" y="227908"/>
                  </a:lnTo>
                  <a:cubicBezTo>
                    <a:pt x="108629" y="231100"/>
                    <a:pt x="111185" y="233015"/>
                    <a:pt x="115019" y="234930"/>
                  </a:cubicBezTo>
                  <a:lnTo>
                    <a:pt x="136106" y="245145"/>
                  </a:lnTo>
                  <a:cubicBezTo>
                    <a:pt x="139301" y="246422"/>
                    <a:pt x="140579" y="250252"/>
                    <a:pt x="138662" y="253444"/>
                  </a:cubicBezTo>
                  <a:cubicBezTo>
                    <a:pt x="137384" y="256636"/>
                    <a:pt x="133550" y="257913"/>
                    <a:pt x="130355" y="255998"/>
                  </a:cubicBezTo>
                  <a:lnTo>
                    <a:pt x="109268" y="245783"/>
                  </a:lnTo>
                  <a:cubicBezTo>
                    <a:pt x="104156" y="243230"/>
                    <a:pt x="99683" y="239399"/>
                    <a:pt x="96488" y="235569"/>
                  </a:cubicBezTo>
                  <a:lnTo>
                    <a:pt x="78597" y="213225"/>
                  </a:lnTo>
                  <a:cubicBezTo>
                    <a:pt x="70289" y="204926"/>
                    <a:pt x="74763" y="197903"/>
                    <a:pt x="76040" y="195350"/>
                  </a:cubicBezTo>
                  <a:cubicBezTo>
                    <a:pt x="77958" y="192796"/>
                    <a:pt x="81153" y="190881"/>
                    <a:pt x="84986" y="189604"/>
                  </a:cubicBezTo>
                  <a:lnTo>
                    <a:pt x="79874" y="143001"/>
                  </a:lnTo>
                  <a:cubicBezTo>
                    <a:pt x="79235" y="139809"/>
                    <a:pt x="76679" y="138532"/>
                    <a:pt x="76040" y="137894"/>
                  </a:cubicBezTo>
                  <a:cubicBezTo>
                    <a:pt x="74763" y="137256"/>
                    <a:pt x="74123" y="137256"/>
                    <a:pt x="73484" y="137256"/>
                  </a:cubicBezTo>
                  <a:lnTo>
                    <a:pt x="69650" y="193435"/>
                  </a:lnTo>
                  <a:cubicBezTo>
                    <a:pt x="69650" y="196627"/>
                    <a:pt x="69650" y="200457"/>
                    <a:pt x="70928" y="203649"/>
                  </a:cubicBezTo>
                  <a:lnTo>
                    <a:pt x="86264" y="245145"/>
                  </a:lnTo>
                  <a:cubicBezTo>
                    <a:pt x="88181" y="250890"/>
                    <a:pt x="92015" y="255998"/>
                    <a:pt x="97128" y="259828"/>
                  </a:cubicBezTo>
                  <a:lnTo>
                    <a:pt x="133550" y="286641"/>
                  </a:lnTo>
                  <a:cubicBezTo>
                    <a:pt x="141857" y="293025"/>
                    <a:pt x="146969" y="300047"/>
                    <a:pt x="147607" y="308346"/>
                  </a:cubicBezTo>
                  <a:cubicBezTo>
                    <a:pt x="148247" y="311538"/>
                    <a:pt x="145052" y="314730"/>
                    <a:pt x="141857" y="315369"/>
                  </a:cubicBezTo>
                  <a:cubicBezTo>
                    <a:pt x="141857" y="315369"/>
                    <a:pt x="141217" y="315369"/>
                    <a:pt x="141217" y="315369"/>
                  </a:cubicBezTo>
                  <a:cubicBezTo>
                    <a:pt x="138022" y="315369"/>
                    <a:pt x="135467" y="312815"/>
                    <a:pt x="134828" y="309623"/>
                  </a:cubicBezTo>
                  <a:cubicBezTo>
                    <a:pt x="134189" y="305154"/>
                    <a:pt x="131633" y="300685"/>
                    <a:pt x="125882" y="296855"/>
                  </a:cubicBezTo>
                  <a:lnTo>
                    <a:pt x="89459" y="270042"/>
                  </a:lnTo>
                  <a:cubicBezTo>
                    <a:pt x="82430" y="264935"/>
                    <a:pt x="77318" y="257913"/>
                    <a:pt x="74123" y="249614"/>
                  </a:cubicBezTo>
                  <a:lnTo>
                    <a:pt x="58788" y="208118"/>
                  </a:lnTo>
                  <a:cubicBezTo>
                    <a:pt x="56871" y="203011"/>
                    <a:pt x="56232" y="197903"/>
                    <a:pt x="56871" y="192796"/>
                  </a:cubicBezTo>
                  <a:lnTo>
                    <a:pt x="60704" y="136617"/>
                  </a:lnTo>
                  <a:cubicBezTo>
                    <a:pt x="61343" y="130233"/>
                    <a:pt x="65817" y="125126"/>
                    <a:pt x="72207" y="125126"/>
                  </a:cubicBezTo>
                  <a:cubicBezTo>
                    <a:pt x="74763" y="125126"/>
                    <a:pt x="77958" y="125764"/>
                    <a:pt x="80513" y="127041"/>
                  </a:cubicBezTo>
                  <a:cubicBezTo>
                    <a:pt x="92654" y="79800"/>
                    <a:pt x="133550" y="46603"/>
                    <a:pt x="182113" y="46603"/>
                  </a:cubicBezTo>
                  <a:cubicBezTo>
                    <a:pt x="230038" y="46603"/>
                    <a:pt x="271572" y="80438"/>
                    <a:pt x="283713" y="127041"/>
                  </a:cubicBezTo>
                  <a:cubicBezTo>
                    <a:pt x="286270" y="125764"/>
                    <a:pt x="289464" y="125126"/>
                    <a:pt x="292021" y="125126"/>
                  </a:cubicBezTo>
                  <a:cubicBezTo>
                    <a:pt x="298411" y="125764"/>
                    <a:pt x="302883" y="130233"/>
                    <a:pt x="303522" y="136617"/>
                  </a:cubicBezTo>
                  <a:lnTo>
                    <a:pt x="307356" y="192796"/>
                  </a:lnTo>
                  <a:cubicBezTo>
                    <a:pt x="306717" y="198542"/>
                    <a:pt x="306078" y="203649"/>
                    <a:pt x="304161" y="208756"/>
                  </a:cubicBezTo>
                  <a:close/>
                </a:path>
              </a:pathLst>
            </a:custGeom>
            <a:solidFill>
              <a:srgbClr val="007CB0"/>
            </a:solidFill>
            <a:ln w="6390" cap="flat">
              <a:noFill/>
              <a:prstDash val="solid"/>
              <a:miter/>
            </a:ln>
          </p:spPr>
          <p:txBody>
            <a:bodyPr rtlCol="0" anchor="ctr"/>
            <a:lstStyle/>
            <a:p>
              <a:endParaRPr lang="en-US"/>
            </a:p>
          </p:txBody>
        </p:sp>
        <p:sp>
          <p:nvSpPr>
            <p:cNvPr id="942" name="Graphic 4">
              <a:extLst>
                <a:ext uri="{FF2B5EF4-FFF2-40B4-BE49-F238E27FC236}">
                  <a16:creationId xmlns:a16="http://schemas.microsoft.com/office/drawing/2014/main" id="{544697C5-DAF1-AE41-8052-03182A5B10B0}"/>
                </a:ext>
              </a:extLst>
            </p:cNvPr>
            <p:cNvSpPr/>
            <p:nvPr/>
          </p:nvSpPr>
          <p:spPr>
            <a:xfrm>
              <a:off x="7322229" y="3930780"/>
              <a:ext cx="102238" cy="103420"/>
            </a:xfrm>
            <a:custGeom>
              <a:avLst/>
              <a:gdLst>
                <a:gd name="connsiteX0" fmla="*/ 102239 w 102238"/>
                <a:gd name="connsiteY0" fmla="*/ 52349 h 103420"/>
                <a:gd name="connsiteX1" fmla="*/ 51119 w 102238"/>
                <a:gd name="connsiteY1" fmla="*/ 0 h 103420"/>
                <a:gd name="connsiteX2" fmla="*/ 0 w 102238"/>
                <a:gd name="connsiteY2" fmla="*/ 52349 h 103420"/>
                <a:gd name="connsiteX3" fmla="*/ 0 w 102238"/>
                <a:gd name="connsiteY3" fmla="*/ 102144 h 103420"/>
                <a:gd name="connsiteX4" fmla="*/ 639 w 102238"/>
                <a:gd name="connsiteY4" fmla="*/ 102144 h 103420"/>
                <a:gd name="connsiteX5" fmla="*/ 7668 w 102238"/>
                <a:gd name="connsiteY5" fmla="*/ 103421 h 103420"/>
                <a:gd name="connsiteX6" fmla="*/ 7668 w 102238"/>
                <a:gd name="connsiteY6" fmla="*/ 54264 h 103420"/>
                <a:gd name="connsiteX7" fmla="*/ 50481 w 102238"/>
                <a:gd name="connsiteY7" fmla="*/ 11491 h 103420"/>
                <a:gd name="connsiteX8" fmla="*/ 93293 w 102238"/>
                <a:gd name="connsiteY8" fmla="*/ 54264 h 103420"/>
                <a:gd name="connsiteX9" fmla="*/ 93293 w 102238"/>
                <a:gd name="connsiteY9" fmla="*/ 103421 h 103420"/>
                <a:gd name="connsiteX10" fmla="*/ 100322 w 102238"/>
                <a:gd name="connsiteY10" fmla="*/ 102144 h 103420"/>
                <a:gd name="connsiteX11" fmla="*/ 100961 w 102238"/>
                <a:gd name="connsiteY11" fmla="*/ 102144 h 103420"/>
                <a:gd name="connsiteX12" fmla="*/ 100961 w 102238"/>
                <a:gd name="connsiteY12" fmla="*/ 52349 h 103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2238" h="103420">
                  <a:moveTo>
                    <a:pt x="102239" y="52349"/>
                  </a:moveTo>
                  <a:cubicBezTo>
                    <a:pt x="102239" y="23621"/>
                    <a:pt x="79235" y="0"/>
                    <a:pt x="51119" y="0"/>
                  </a:cubicBezTo>
                  <a:cubicBezTo>
                    <a:pt x="23004" y="0"/>
                    <a:pt x="0" y="23621"/>
                    <a:pt x="0" y="52349"/>
                  </a:cubicBezTo>
                  <a:lnTo>
                    <a:pt x="0" y="102144"/>
                  </a:lnTo>
                  <a:cubicBezTo>
                    <a:pt x="0" y="102144"/>
                    <a:pt x="639" y="102144"/>
                    <a:pt x="639" y="102144"/>
                  </a:cubicBezTo>
                  <a:cubicBezTo>
                    <a:pt x="3195" y="102144"/>
                    <a:pt x="5751" y="102782"/>
                    <a:pt x="7668" y="103421"/>
                  </a:cubicBezTo>
                  <a:lnTo>
                    <a:pt x="7668" y="54264"/>
                  </a:lnTo>
                  <a:cubicBezTo>
                    <a:pt x="7668" y="30643"/>
                    <a:pt x="26837" y="11491"/>
                    <a:pt x="50481" y="11491"/>
                  </a:cubicBezTo>
                  <a:cubicBezTo>
                    <a:pt x="74123" y="11491"/>
                    <a:pt x="93293" y="30643"/>
                    <a:pt x="93293" y="54264"/>
                  </a:cubicBezTo>
                  <a:lnTo>
                    <a:pt x="93293" y="103421"/>
                  </a:lnTo>
                  <a:cubicBezTo>
                    <a:pt x="95849" y="102782"/>
                    <a:pt x="97766" y="102144"/>
                    <a:pt x="100322" y="102144"/>
                  </a:cubicBezTo>
                  <a:cubicBezTo>
                    <a:pt x="100322" y="102144"/>
                    <a:pt x="100961" y="102144"/>
                    <a:pt x="100961" y="102144"/>
                  </a:cubicBezTo>
                  <a:lnTo>
                    <a:pt x="100961" y="52349"/>
                  </a:lnTo>
                  <a:close/>
                </a:path>
              </a:pathLst>
            </a:custGeom>
            <a:solidFill>
              <a:srgbClr val="007CB0"/>
            </a:solidFill>
            <a:ln w="6390" cap="flat">
              <a:noFill/>
              <a:prstDash val="solid"/>
              <a:miter/>
            </a:ln>
          </p:spPr>
          <p:txBody>
            <a:bodyPr rtlCol="0" anchor="ctr"/>
            <a:lstStyle/>
            <a:p>
              <a:endParaRPr lang="en-US"/>
            </a:p>
          </p:txBody>
        </p:sp>
      </p:grpSp>
      <p:grpSp>
        <p:nvGrpSpPr>
          <p:cNvPr id="943" name="Graphic 4">
            <a:extLst>
              <a:ext uri="{FF2B5EF4-FFF2-40B4-BE49-F238E27FC236}">
                <a16:creationId xmlns:a16="http://schemas.microsoft.com/office/drawing/2014/main" id="{4D50D4AD-B1C0-B544-BD94-8EB551D440C5}"/>
              </a:ext>
            </a:extLst>
          </p:cNvPr>
          <p:cNvGrpSpPr/>
          <p:nvPr/>
        </p:nvGrpSpPr>
        <p:grpSpPr>
          <a:xfrm>
            <a:off x="1952764" y="4792617"/>
            <a:ext cx="361670" cy="361333"/>
            <a:chOff x="1952764" y="4792617"/>
            <a:chExt cx="361670" cy="361333"/>
          </a:xfrm>
          <a:solidFill>
            <a:srgbClr val="007CB0"/>
          </a:solidFill>
        </p:grpSpPr>
        <p:sp>
          <p:nvSpPr>
            <p:cNvPr id="944" name="Graphic 4">
              <a:extLst>
                <a:ext uri="{FF2B5EF4-FFF2-40B4-BE49-F238E27FC236}">
                  <a16:creationId xmlns:a16="http://schemas.microsoft.com/office/drawing/2014/main" id="{E6A14BF2-A068-EE40-8715-C55C1F591102}"/>
                </a:ext>
              </a:extLst>
            </p:cNvPr>
            <p:cNvSpPr/>
            <p:nvPr/>
          </p:nvSpPr>
          <p:spPr>
            <a:xfrm>
              <a:off x="2061393" y="4911998"/>
              <a:ext cx="15335" cy="15321"/>
            </a:xfrm>
            <a:custGeom>
              <a:avLst/>
              <a:gdLst>
                <a:gd name="connsiteX0" fmla="*/ 7668 w 15335"/>
                <a:gd name="connsiteY0" fmla="*/ 15322 h 15321"/>
                <a:gd name="connsiteX1" fmla="*/ 15336 w 15335"/>
                <a:gd name="connsiteY1" fmla="*/ 7661 h 15321"/>
                <a:gd name="connsiteX2" fmla="*/ 7668 w 15335"/>
                <a:gd name="connsiteY2" fmla="*/ 0 h 15321"/>
                <a:gd name="connsiteX3" fmla="*/ 0 w 15335"/>
                <a:gd name="connsiteY3" fmla="*/ 7661 h 15321"/>
                <a:gd name="connsiteX4" fmla="*/ 7668 w 15335"/>
                <a:gd name="connsiteY4" fmla="*/ 15322 h 1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5" h="15321">
                  <a:moveTo>
                    <a:pt x="7668" y="15322"/>
                  </a:moveTo>
                  <a:cubicBezTo>
                    <a:pt x="12141" y="15322"/>
                    <a:pt x="15336" y="12130"/>
                    <a:pt x="15336" y="7661"/>
                  </a:cubicBezTo>
                  <a:cubicBezTo>
                    <a:pt x="15336" y="3192"/>
                    <a:pt x="12141" y="0"/>
                    <a:pt x="7668" y="0"/>
                  </a:cubicBezTo>
                  <a:cubicBezTo>
                    <a:pt x="3195" y="0"/>
                    <a:pt x="0" y="3192"/>
                    <a:pt x="0" y="7661"/>
                  </a:cubicBezTo>
                  <a:cubicBezTo>
                    <a:pt x="0" y="12130"/>
                    <a:pt x="3195" y="15322"/>
                    <a:pt x="7668" y="15322"/>
                  </a:cubicBezTo>
                  <a:close/>
                </a:path>
              </a:pathLst>
            </a:custGeom>
            <a:solidFill>
              <a:srgbClr val="007CB0"/>
            </a:solidFill>
            <a:ln w="6390" cap="flat">
              <a:noFill/>
              <a:prstDash val="solid"/>
              <a:miter/>
            </a:ln>
          </p:spPr>
          <p:txBody>
            <a:bodyPr rtlCol="0" anchor="ctr"/>
            <a:lstStyle/>
            <a:p>
              <a:endParaRPr lang="en-US"/>
            </a:p>
          </p:txBody>
        </p:sp>
        <p:sp>
          <p:nvSpPr>
            <p:cNvPr id="945" name="Graphic 4">
              <a:extLst>
                <a:ext uri="{FF2B5EF4-FFF2-40B4-BE49-F238E27FC236}">
                  <a16:creationId xmlns:a16="http://schemas.microsoft.com/office/drawing/2014/main" id="{4C65E5BE-3FD2-9346-9A35-B477FC43D365}"/>
                </a:ext>
              </a:extLst>
            </p:cNvPr>
            <p:cNvSpPr/>
            <p:nvPr/>
          </p:nvSpPr>
          <p:spPr>
            <a:xfrm>
              <a:off x="2059476" y="4961793"/>
              <a:ext cx="37061" cy="61286"/>
            </a:xfrm>
            <a:custGeom>
              <a:avLst/>
              <a:gdLst>
                <a:gd name="connsiteX0" fmla="*/ 19809 w 37061"/>
                <a:gd name="connsiteY0" fmla="*/ 0 h 61286"/>
                <a:gd name="connsiteX1" fmla="*/ 0 w 37061"/>
                <a:gd name="connsiteY1" fmla="*/ 0 h 61286"/>
                <a:gd name="connsiteX2" fmla="*/ 0 w 37061"/>
                <a:gd name="connsiteY2" fmla="*/ 61286 h 61286"/>
                <a:gd name="connsiteX3" fmla="*/ 37062 w 37061"/>
                <a:gd name="connsiteY3" fmla="*/ 61286 h 61286"/>
              </a:gdLst>
              <a:ahLst/>
              <a:cxnLst>
                <a:cxn ang="0">
                  <a:pos x="connsiteX0" y="connsiteY0"/>
                </a:cxn>
                <a:cxn ang="0">
                  <a:pos x="connsiteX1" y="connsiteY1"/>
                </a:cxn>
                <a:cxn ang="0">
                  <a:pos x="connsiteX2" y="connsiteY2"/>
                </a:cxn>
                <a:cxn ang="0">
                  <a:pos x="connsiteX3" y="connsiteY3"/>
                </a:cxn>
              </a:cxnLst>
              <a:rect l="l" t="t" r="r" b="b"/>
              <a:pathLst>
                <a:path w="37061" h="61286">
                  <a:moveTo>
                    <a:pt x="19809" y="0"/>
                  </a:moveTo>
                  <a:lnTo>
                    <a:pt x="0" y="0"/>
                  </a:lnTo>
                  <a:lnTo>
                    <a:pt x="0" y="61286"/>
                  </a:lnTo>
                  <a:lnTo>
                    <a:pt x="37062" y="61286"/>
                  </a:lnTo>
                  <a:close/>
                </a:path>
              </a:pathLst>
            </a:custGeom>
            <a:solidFill>
              <a:srgbClr val="007CB0"/>
            </a:solidFill>
            <a:ln w="6390" cap="flat">
              <a:noFill/>
              <a:prstDash val="solid"/>
              <a:miter/>
            </a:ln>
          </p:spPr>
          <p:txBody>
            <a:bodyPr rtlCol="0" anchor="ctr"/>
            <a:lstStyle/>
            <a:p>
              <a:endParaRPr lang="en-US"/>
            </a:p>
          </p:txBody>
        </p:sp>
        <p:sp>
          <p:nvSpPr>
            <p:cNvPr id="946" name="Graphic 4">
              <a:extLst>
                <a:ext uri="{FF2B5EF4-FFF2-40B4-BE49-F238E27FC236}">
                  <a16:creationId xmlns:a16="http://schemas.microsoft.com/office/drawing/2014/main" id="{481CBCB6-842D-424F-B68C-774ADD23ADE8}"/>
                </a:ext>
              </a:extLst>
            </p:cNvPr>
            <p:cNvSpPr/>
            <p:nvPr/>
          </p:nvSpPr>
          <p:spPr>
            <a:xfrm>
              <a:off x="2178968" y="4911998"/>
              <a:ext cx="15335" cy="15321"/>
            </a:xfrm>
            <a:custGeom>
              <a:avLst/>
              <a:gdLst>
                <a:gd name="connsiteX0" fmla="*/ 7668 w 15335"/>
                <a:gd name="connsiteY0" fmla="*/ 15322 h 15321"/>
                <a:gd name="connsiteX1" fmla="*/ 15336 w 15335"/>
                <a:gd name="connsiteY1" fmla="*/ 7661 h 15321"/>
                <a:gd name="connsiteX2" fmla="*/ 7668 w 15335"/>
                <a:gd name="connsiteY2" fmla="*/ 0 h 15321"/>
                <a:gd name="connsiteX3" fmla="*/ 0 w 15335"/>
                <a:gd name="connsiteY3" fmla="*/ 7661 h 15321"/>
                <a:gd name="connsiteX4" fmla="*/ 7668 w 15335"/>
                <a:gd name="connsiteY4" fmla="*/ 15322 h 1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5" h="15321">
                  <a:moveTo>
                    <a:pt x="7668" y="15322"/>
                  </a:moveTo>
                  <a:cubicBezTo>
                    <a:pt x="12141" y="15322"/>
                    <a:pt x="15336" y="12130"/>
                    <a:pt x="15336" y="7661"/>
                  </a:cubicBezTo>
                  <a:cubicBezTo>
                    <a:pt x="15336" y="3192"/>
                    <a:pt x="12141" y="0"/>
                    <a:pt x="7668" y="0"/>
                  </a:cubicBezTo>
                  <a:cubicBezTo>
                    <a:pt x="3195" y="0"/>
                    <a:pt x="0" y="3192"/>
                    <a:pt x="0" y="7661"/>
                  </a:cubicBezTo>
                  <a:cubicBezTo>
                    <a:pt x="0" y="12130"/>
                    <a:pt x="3195" y="15322"/>
                    <a:pt x="7668" y="15322"/>
                  </a:cubicBezTo>
                  <a:close/>
                </a:path>
              </a:pathLst>
            </a:custGeom>
            <a:solidFill>
              <a:srgbClr val="007CB0"/>
            </a:solidFill>
            <a:ln w="6390" cap="flat">
              <a:noFill/>
              <a:prstDash val="solid"/>
              <a:miter/>
            </a:ln>
          </p:spPr>
          <p:txBody>
            <a:bodyPr rtlCol="0" anchor="ctr"/>
            <a:lstStyle/>
            <a:p>
              <a:endParaRPr lang="en-US"/>
            </a:p>
          </p:txBody>
        </p:sp>
        <p:sp>
          <p:nvSpPr>
            <p:cNvPr id="947" name="Graphic 4">
              <a:extLst>
                <a:ext uri="{FF2B5EF4-FFF2-40B4-BE49-F238E27FC236}">
                  <a16:creationId xmlns:a16="http://schemas.microsoft.com/office/drawing/2014/main" id="{FC42DD0F-29AF-6D4E-ACD7-0B22D35C1824}"/>
                </a:ext>
              </a:extLst>
            </p:cNvPr>
            <p:cNvSpPr/>
            <p:nvPr/>
          </p:nvSpPr>
          <p:spPr>
            <a:xfrm>
              <a:off x="2095420" y="4858373"/>
              <a:ext cx="68691" cy="56817"/>
            </a:xfrm>
            <a:custGeom>
              <a:avLst/>
              <a:gdLst>
                <a:gd name="connsiteX0" fmla="*/ 43931 w 68691"/>
                <a:gd name="connsiteY0" fmla="*/ 4468 h 56817"/>
                <a:gd name="connsiteX1" fmla="*/ 33707 w 68691"/>
                <a:gd name="connsiteY1" fmla="*/ 14683 h 56817"/>
                <a:gd name="connsiteX2" fmla="*/ 23483 w 68691"/>
                <a:gd name="connsiteY2" fmla="*/ 4468 h 56817"/>
                <a:gd name="connsiteX3" fmla="*/ 13898 w 68691"/>
                <a:gd name="connsiteY3" fmla="*/ 0 h 56817"/>
                <a:gd name="connsiteX4" fmla="*/ 4313 w 68691"/>
                <a:gd name="connsiteY4" fmla="*/ 4468 h 56817"/>
                <a:gd name="connsiteX5" fmla="*/ 4313 w 68691"/>
                <a:gd name="connsiteY5" fmla="*/ 25536 h 56817"/>
                <a:gd name="connsiteX6" fmla="*/ 34346 w 68691"/>
                <a:gd name="connsiteY6" fmla="*/ 56817 h 56817"/>
                <a:gd name="connsiteX7" fmla="*/ 64379 w 68691"/>
                <a:gd name="connsiteY7" fmla="*/ 25536 h 56817"/>
                <a:gd name="connsiteX8" fmla="*/ 64379 w 68691"/>
                <a:gd name="connsiteY8" fmla="*/ 4468 h 56817"/>
                <a:gd name="connsiteX9" fmla="*/ 43931 w 68691"/>
                <a:gd name="connsiteY9" fmla="*/ 4468 h 56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8691" h="56817">
                  <a:moveTo>
                    <a:pt x="43931" y="4468"/>
                  </a:moveTo>
                  <a:lnTo>
                    <a:pt x="33707" y="14683"/>
                  </a:lnTo>
                  <a:lnTo>
                    <a:pt x="23483" y="4468"/>
                  </a:lnTo>
                  <a:cubicBezTo>
                    <a:pt x="20927" y="1915"/>
                    <a:pt x="17093" y="0"/>
                    <a:pt x="13898" y="0"/>
                  </a:cubicBezTo>
                  <a:cubicBezTo>
                    <a:pt x="10703" y="0"/>
                    <a:pt x="6869" y="1276"/>
                    <a:pt x="4313" y="4468"/>
                  </a:cubicBezTo>
                  <a:cubicBezTo>
                    <a:pt x="-1438" y="10214"/>
                    <a:pt x="-1438" y="19790"/>
                    <a:pt x="4313" y="25536"/>
                  </a:cubicBezTo>
                  <a:lnTo>
                    <a:pt x="34346" y="56817"/>
                  </a:lnTo>
                  <a:lnTo>
                    <a:pt x="64379" y="25536"/>
                  </a:lnTo>
                  <a:cubicBezTo>
                    <a:pt x="70129" y="19790"/>
                    <a:pt x="70129" y="10214"/>
                    <a:pt x="64379" y="4468"/>
                  </a:cubicBezTo>
                  <a:cubicBezTo>
                    <a:pt x="58628" y="-639"/>
                    <a:pt x="49043" y="-639"/>
                    <a:pt x="43931" y="4468"/>
                  </a:cubicBezTo>
                  <a:close/>
                </a:path>
              </a:pathLst>
            </a:custGeom>
            <a:solidFill>
              <a:srgbClr val="007CB0"/>
            </a:solidFill>
            <a:ln w="6390" cap="flat">
              <a:noFill/>
              <a:prstDash val="solid"/>
              <a:miter/>
            </a:ln>
          </p:spPr>
          <p:txBody>
            <a:bodyPr rtlCol="0" anchor="ctr"/>
            <a:lstStyle/>
            <a:p>
              <a:endParaRPr lang="en-US"/>
            </a:p>
          </p:txBody>
        </p:sp>
        <p:sp>
          <p:nvSpPr>
            <p:cNvPr id="948" name="Graphic 4">
              <a:extLst>
                <a:ext uri="{FF2B5EF4-FFF2-40B4-BE49-F238E27FC236}">
                  <a16:creationId xmlns:a16="http://schemas.microsoft.com/office/drawing/2014/main" id="{A27023F4-4723-F248-B935-FC4CCBF97BCC}"/>
                </a:ext>
              </a:extLst>
            </p:cNvPr>
            <p:cNvSpPr/>
            <p:nvPr/>
          </p:nvSpPr>
          <p:spPr>
            <a:xfrm>
              <a:off x="1952764"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254319 w 361670"/>
                <a:gd name="connsiteY5" fmla="*/ 127680 h 361333"/>
                <a:gd name="connsiteX6" fmla="*/ 233872 w 361670"/>
                <a:gd name="connsiteY6" fmla="*/ 148108 h 361333"/>
                <a:gd name="connsiteX7" fmla="*/ 213424 w 361670"/>
                <a:gd name="connsiteY7" fmla="*/ 127680 h 361333"/>
                <a:gd name="connsiteX8" fmla="*/ 233872 w 361670"/>
                <a:gd name="connsiteY8" fmla="*/ 107251 h 361333"/>
                <a:gd name="connsiteX9" fmla="*/ 254319 w 361670"/>
                <a:gd name="connsiteY9" fmla="*/ 127680 h 361333"/>
                <a:gd name="connsiteX10" fmla="*/ 116297 w 361670"/>
                <a:gd name="connsiteY10" fmla="*/ 107251 h 361333"/>
                <a:gd name="connsiteX11" fmla="*/ 136745 w 361670"/>
                <a:gd name="connsiteY11" fmla="*/ 127680 h 361333"/>
                <a:gd name="connsiteX12" fmla="*/ 116297 w 361670"/>
                <a:gd name="connsiteY12" fmla="*/ 148108 h 361333"/>
                <a:gd name="connsiteX13" fmla="*/ 95849 w 361670"/>
                <a:gd name="connsiteY13" fmla="*/ 127680 h 361333"/>
                <a:gd name="connsiteX14" fmla="*/ 116297 w 361670"/>
                <a:gd name="connsiteY14" fmla="*/ 107251 h 361333"/>
                <a:gd name="connsiteX15" fmla="*/ 157192 w 361670"/>
                <a:gd name="connsiteY15" fmla="*/ 241315 h 361333"/>
                <a:gd name="connsiteX16" fmla="*/ 152080 w 361670"/>
                <a:gd name="connsiteY16" fmla="*/ 243868 h 361333"/>
                <a:gd name="connsiteX17" fmla="*/ 146969 w 361670"/>
                <a:gd name="connsiteY17" fmla="*/ 243868 h 361333"/>
                <a:gd name="connsiteX18" fmla="*/ 146969 w 361670"/>
                <a:gd name="connsiteY18" fmla="*/ 301963 h 361333"/>
                <a:gd name="connsiteX19" fmla="*/ 140579 w 361670"/>
                <a:gd name="connsiteY19" fmla="*/ 308347 h 361333"/>
                <a:gd name="connsiteX20" fmla="*/ 134189 w 361670"/>
                <a:gd name="connsiteY20" fmla="*/ 301963 h 361333"/>
                <a:gd name="connsiteX21" fmla="*/ 134189 w 361670"/>
                <a:gd name="connsiteY21" fmla="*/ 243868 h 361333"/>
                <a:gd name="connsiteX22" fmla="*/ 120131 w 361670"/>
                <a:gd name="connsiteY22" fmla="*/ 243868 h 361333"/>
                <a:gd name="connsiteX23" fmla="*/ 120131 w 361670"/>
                <a:gd name="connsiteY23" fmla="*/ 301963 h 361333"/>
                <a:gd name="connsiteX24" fmla="*/ 113741 w 361670"/>
                <a:gd name="connsiteY24" fmla="*/ 308347 h 361333"/>
                <a:gd name="connsiteX25" fmla="*/ 107351 w 361670"/>
                <a:gd name="connsiteY25" fmla="*/ 301963 h 361333"/>
                <a:gd name="connsiteX26" fmla="*/ 107351 w 361670"/>
                <a:gd name="connsiteY26" fmla="*/ 243868 h 361333"/>
                <a:gd name="connsiteX27" fmla="*/ 100322 w 361670"/>
                <a:gd name="connsiteY27" fmla="*/ 243868 h 361333"/>
                <a:gd name="connsiteX28" fmla="*/ 93932 w 361670"/>
                <a:gd name="connsiteY28" fmla="*/ 237484 h 361333"/>
                <a:gd name="connsiteX29" fmla="*/ 93932 w 361670"/>
                <a:gd name="connsiteY29" fmla="*/ 163430 h 361333"/>
                <a:gd name="connsiteX30" fmla="*/ 100322 w 361670"/>
                <a:gd name="connsiteY30" fmla="*/ 157046 h 361333"/>
                <a:gd name="connsiteX31" fmla="*/ 131633 w 361670"/>
                <a:gd name="connsiteY31" fmla="*/ 157046 h 361333"/>
                <a:gd name="connsiteX32" fmla="*/ 138023 w 361670"/>
                <a:gd name="connsiteY32" fmla="*/ 161515 h 361333"/>
                <a:gd name="connsiteX33" fmla="*/ 157831 w 361670"/>
                <a:gd name="connsiteY33" fmla="*/ 235569 h 361333"/>
                <a:gd name="connsiteX34" fmla="*/ 157192 w 361670"/>
                <a:gd name="connsiteY34" fmla="*/ 241315 h 361333"/>
                <a:gd name="connsiteX35" fmla="*/ 177001 w 361670"/>
                <a:gd name="connsiteY35" fmla="*/ 137256 h 361333"/>
                <a:gd name="connsiteX36" fmla="*/ 176362 w 361670"/>
                <a:gd name="connsiteY36" fmla="*/ 137256 h 361333"/>
                <a:gd name="connsiteX37" fmla="*/ 169972 w 361670"/>
                <a:gd name="connsiteY37" fmla="*/ 134702 h 361333"/>
                <a:gd name="connsiteX38" fmla="*/ 138023 w 361670"/>
                <a:gd name="connsiteY38" fmla="*/ 100867 h 361333"/>
                <a:gd name="connsiteX39" fmla="*/ 138023 w 361670"/>
                <a:gd name="connsiteY39" fmla="*/ 61925 h 361333"/>
                <a:gd name="connsiteX40" fmla="*/ 157192 w 361670"/>
                <a:gd name="connsiteY40" fmla="*/ 53626 h 361333"/>
                <a:gd name="connsiteX41" fmla="*/ 176362 w 361670"/>
                <a:gd name="connsiteY41" fmla="*/ 61925 h 361333"/>
                <a:gd name="connsiteX42" fmla="*/ 177001 w 361670"/>
                <a:gd name="connsiteY42" fmla="*/ 62563 h 361333"/>
                <a:gd name="connsiteX43" fmla="*/ 177640 w 361670"/>
                <a:gd name="connsiteY43" fmla="*/ 61925 h 361333"/>
                <a:gd name="connsiteX44" fmla="*/ 196810 w 361670"/>
                <a:gd name="connsiteY44" fmla="*/ 53626 h 361333"/>
                <a:gd name="connsiteX45" fmla="*/ 215980 w 361670"/>
                <a:gd name="connsiteY45" fmla="*/ 61925 h 361333"/>
                <a:gd name="connsiteX46" fmla="*/ 215980 w 361670"/>
                <a:gd name="connsiteY46" fmla="*/ 100867 h 361333"/>
                <a:gd name="connsiteX47" fmla="*/ 184030 w 361670"/>
                <a:gd name="connsiteY47" fmla="*/ 134702 h 361333"/>
                <a:gd name="connsiteX48" fmla="*/ 177001 w 361670"/>
                <a:gd name="connsiteY48" fmla="*/ 137256 h 361333"/>
                <a:gd name="connsiteX49" fmla="*/ 269016 w 361670"/>
                <a:gd name="connsiteY49" fmla="*/ 231739 h 361333"/>
                <a:gd name="connsiteX50" fmla="*/ 262626 w 361670"/>
                <a:gd name="connsiteY50" fmla="*/ 238123 h 361333"/>
                <a:gd name="connsiteX51" fmla="*/ 256237 w 361670"/>
                <a:gd name="connsiteY51" fmla="*/ 238123 h 361333"/>
                <a:gd name="connsiteX52" fmla="*/ 256237 w 361670"/>
                <a:gd name="connsiteY52" fmla="*/ 302601 h 361333"/>
                <a:gd name="connsiteX53" fmla="*/ 249847 w 361670"/>
                <a:gd name="connsiteY53" fmla="*/ 308985 h 361333"/>
                <a:gd name="connsiteX54" fmla="*/ 243457 w 361670"/>
                <a:gd name="connsiteY54" fmla="*/ 302601 h 361333"/>
                <a:gd name="connsiteX55" fmla="*/ 243457 w 361670"/>
                <a:gd name="connsiteY55" fmla="*/ 238123 h 361333"/>
                <a:gd name="connsiteX56" fmla="*/ 227482 w 361670"/>
                <a:gd name="connsiteY56" fmla="*/ 238123 h 361333"/>
                <a:gd name="connsiteX57" fmla="*/ 227482 w 361670"/>
                <a:gd name="connsiteY57" fmla="*/ 302601 h 361333"/>
                <a:gd name="connsiteX58" fmla="*/ 221092 w 361670"/>
                <a:gd name="connsiteY58" fmla="*/ 308985 h 361333"/>
                <a:gd name="connsiteX59" fmla="*/ 214702 w 361670"/>
                <a:gd name="connsiteY59" fmla="*/ 302601 h 361333"/>
                <a:gd name="connsiteX60" fmla="*/ 214702 w 361670"/>
                <a:gd name="connsiteY60" fmla="*/ 238123 h 361333"/>
                <a:gd name="connsiteX61" fmla="*/ 206395 w 361670"/>
                <a:gd name="connsiteY61" fmla="*/ 238123 h 361333"/>
                <a:gd name="connsiteX62" fmla="*/ 200005 w 361670"/>
                <a:gd name="connsiteY62" fmla="*/ 231739 h 361333"/>
                <a:gd name="connsiteX63" fmla="*/ 200005 w 361670"/>
                <a:gd name="connsiteY63" fmla="*/ 162153 h 361333"/>
                <a:gd name="connsiteX64" fmla="*/ 206395 w 361670"/>
                <a:gd name="connsiteY64" fmla="*/ 155769 h 361333"/>
                <a:gd name="connsiteX65" fmla="*/ 262626 w 361670"/>
                <a:gd name="connsiteY65" fmla="*/ 155769 h 361333"/>
                <a:gd name="connsiteX66" fmla="*/ 269016 w 361670"/>
                <a:gd name="connsiteY66" fmla="*/ 162153 h 361333"/>
                <a:gd name="connsiteX67" fmla="*/ 269016 w 361670"/>
                <a:gd name="connsiteY67" fmla="*/ 231739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61670" h="361333">
                  <a:moveTo>
                    <a:pt x="180835" y="0"/>
                  </a:moveTo>
                  <a:cubicBezTo>
                    <a:pt x="80513" y="0"/>
                    <a:pt x="0" y="81077"/>
                    <a:pt x="0" y="180667"/>
                  </a:cubicBezTo>
                  <a:cubicBezTo>
                    <a:pt x="0" y="280257"/>
                    <a:pt x="81152" y="361334"/>
                    <a:pt x="180835" y="361334"/>
                  </a:cubicBezTo>
                  <a:cubicBezTo>
                    <a:pt x="280518" y="361334"/>
                    <a:pt x="361670" y="280257"/>
                    <a:pt x="361670" y="180667"/>
                  </a:cubicBezTo>
                  <a:cubicBezTo>
                    <a:pt x="361670" y="81077"/>
                    <a:pt x="281157" y="0"/>
                    <a:pt x="180835" y="0"/>
                  </a:cubicBezTo>
                  <a:close/>
                  <a:moveTo>
                    <a:pt x="254319" y="127680"/>
                  </a:moveTo>
                  <a:cubicBezTo>
                    <a:pt x="254319" y="139171"/>
                    <a:pt x="245374" y="148108"/>
                    <a:pt x="233872" y="148108"/>
                  </a:cubicBezTo>
                  <a:cubicBezTo>
                    <a:pt x="222370" y="148108"/>
                    <a:pt x="213424" y="139171"/>
                    <a:pt x="213424" y="127680"/>
                  </a:cubicBezTo>
                  <a:cubicBezTo>
                    <a:pt x="213424" y="116189"/>
                    <a:pt x="222370" y="107251"/>
                    <a:pt x="233872" y="107251"/>
                  </a:cubicBezTo>
                  <a:cubicBezTo>
                    <a:pt x="244735" y="107251"/>
                    <a:pt x="254319" y="116189"/>
                    <a:pt x="254319" y="127680"/>
                  </a:cubicBezTo>
                  <a:close/>
                  <a:moveTo>
                    <a:pt x="116297" y="107251"/>
                  </a:moveTo>
                  <a:cubicBezTo>
                    <a:pt x="127799" y="107251"/>
                    <a:pt x="136745" y="116189"/>
                    <a:pt x="136745" y="127680"/>
                  </a:cubicBezTo>
                  <a:cubicBezTo>
                    <a:pt x="136745" y="139171"/>
                    <a:pt x="127799" y="148108"/>
                    <a:pt x="116297" y="148108"/>
                  </a:cubicBezTo>
                  <a:cubicBezTo>
                    <a:pt x="104795" y="148108"/>
                    <a:pt x="95849" y="139171"/>
                    <a:pt x="95849" y="127680"/>
                  </a:cubicBezTo>
                  <a:cubicBezTo>
                    <a:pt x="95849" y="116189"/>
                    <a:pt x="104795" y="107251"/>
                    <a:pt x="116297" y="107251"/>
                  </a:cubicBezTo>
                  <a:close/>
                  <a:moveTo>
                    <a:pt x="157192" y="241315"/>
                  </a:moveTo>
                  <a:cubicBezTo>
                    <a:pt x="155914" y="242591"/>
                    <a:pt x="153998" y="243868"/>
                    <a:pt x="152080" y="243868"/>
                  </a:cubicBezTo>
                  <a:lnTo>
                    <a:pt x="146969" y="243868"/>
                  </a:lnTo>
                  <a:lnTo>
                    <a:pt x="146969" y="301963"/>
                  </a:lnTo>
                  <a:cubicBezTo>
                    <a:pt x="146969" y="305793"/>
                    <a:pt x="144413" y="308347"/>
                    <a:pt x="140579" y="308347"/>
                  </a:cubicBezTo>
                  <a:cubicBezTo>
                    <a:pt x="136745" y="308347"/>
                    <a:pt x="134189" y="305793"/>
                    <a:pt x="134189" y="301963"/>
                  </a:cubicBezTo>
                  <a:lnTo>
                    <a:pt x="134189" y="243868"/>
                  </a:lnTo>
                  <a:lnTo>
                    <a:pt x="120131" y="243868"/>
                  </a:lnTo>
                  <a:lnTo>
                    <a:pt x="120131" y="301963"/>
                  </a:lnTo>
                  <a:cubicBezTo>
                    <a:pt x="120131" y="305793"/>
                    <a:pt x="117575" y="308347"/>
                    <a:pt x="113741" y="308347"/>
                  </a:cubicBezTo>
                  <a:cubicBezTo>
                    <a:pt x="109907" y="308347"/>
                    <a:pt x="107351" y="305793"/>
                    <a:pt x="107351" y="301963"/>
                  </a:cubicBezTo>
                  <a:lnTo>
                    <a:pt x="107351" y="243868"/>
                  </a:lnTo>
                  <a:lnTo>
                    <a:pt x="100322" y="243868"/>
                  </a:lnTo>
                  <a:cubicBezTo>
                    <a:pt x="96488" y="243868"/>
                    <a:pt x="93932" y="241315"/>
                    <a:pt x="93932" y="237484"/>
                  </a:cubicBezTo>
                  <a:lnTo>
                    <a:pt x="93932" y="163430"/>
                  </a:lnTo>
                  <a:cubicBezTo>
                    <a:pt x="93932" y="159600"/>
                    <a:pt x="96488" y="157046"/>
                    <a:pt x="100322" y="157046"/>
                  </a:cubicBezTo>
                  <a:lnTo>
                    <a:pt x="131633" y="157046"/>
                  </a:lnTo>
                  <a:cubicBezTo>
                    <a:pt x="134828" y="157046"/>
                    <a:pt x="136745" y="158961"/>
                    <a:pt x="138023" y="161515"/>
                  </a:cubicBezTo>
                  <a:lnTo>
                    <a:pt x="157831" y="235569"/>
                  </a:lnTo>
                  <a:cubicBezTo>
                    <a:pt x="158470" y="237484"/>
                    <a:pt x="157831" y="239399"/>
                    <a:pt x="157192" y="241315"/>
                  </a:cubicBezTo>
                  <a:close/>
                  <a:moveTo>
                    <a:pt x="177001" y="137256"/>
                  </a:moveTo>
                  <a:lnTo>
                    <a:pt x="176362" y="137256"/>
                  </a:lnTo>
                  <a:cubicBezTo>
                    <a:pt x="173806" y="137256"/>
                    <a:pt x="171889" y="135979"/>
                    <a:pt x="169972" y="134702"/>
                  </a:cubicBezTo>
                  <a:lnTo>
                    <a:pt x="138023" y="100867"/>
                  </a:lnTo>
                  <a:cubicBezTo>
                    <a:pt x="127799" y="90014"/>
                    <a:pt x="127799" y="72778"/>
                    <a:pt x="138023" y="61925"/>
                  </a:cubicBezTo>
                  <a:cubicBezTo>
                    <a:pt x="143135" y="56818"/>
                    <a:pt x="150164" y="53626"/>
                    <a:pt x="157192" y="53626"/>
                  </a:cubicBezTo>
                  <a:cubicBezTo>
                    <a:pt x="164221" y="53626"/>
                    <a:pt x="171250" y="56818"/>
                    <a:pt x="176362" y="61925"/>
                  </a:cubicBezTo>
                  <a:lnTo>
                    <a:pt x="177001" y="62563"/>
                  </a:lnTo>
                  <a:lnTo>
                    <a:pt x="177640" y="61925"/>
                  </a:lnTo>
                  <a:cubicBezTo>
                    <a:pt x="182752" y="56818"/>
                    <a:pt x="189781" y="53626"/>
                    <a:pt x="196810" y="53626"/>
                  </a:cubicBezTo>
                  <a:cubicBezTo>
                    <a:pt x="203839" y="53626"/>
                    <a:pt x="210868" y="56818"/>
                    <a:pt x="215980" y="61925"/>
                  </a:cubicBezTo>
                  <a:cubicBezTo>
                    <a:pt x="226204" y="72778"/>
                    <a:pt x="226204" y="90014"/>
                    <a:pt x="215980" y="100867"/>
                  </a:cubicBezTo>
                  <a:lnTo>
                    <a:pt x="184030" y="134702"/>
                  </a:lnTo>
                  <a:cubicBezTo>
                    <a:pt x="181474" y="135979"/>
                    <a:pt x="179557" y="137256"/>
                    <a:pt x="177001" y="137256"/>
                  </a:cubicBezTo>
                  <a:close/>
                  <a:moveTo>
                    <a:pt x="269016" y="231739"/>
                  </a:moveTo>
                  <a:cubicBezTo>
                    <a:pt x="269016" y="235569"/>
                    <a:pt x="266460" y="238123"/>
                    <a:pt x="262626" y="238123"/>
                  </a:cubicBezTo>
                  <a:lnTo>
                    <a:pt x="256237" y="238123"/>
                  </a:lnTo>
                  <a:lnTo>
                    <a:pt x="256237" y="302601"/>
                  </a:lnTo>
                  <a:cubicBezTo>
                    <a:pt x="256237" y="306431"/>
                    <a:pt x="253680" y="308985"/>
                    <a:pt x="249847" y="308985"/>
                  </a:cubicBezTo>
                  <a:cubicBezTo>
                    <a:pt x="246013" y="308985"/>
                    <a:pt x="243457" y="306431"/>
                    <a:pt x="243457" y="302601"/>
                  </a:cubicBezTo>
                  <a:lnTo>
                    <a:pt x="243457" y="238123"/>
                  </a:lnTo>
                  <a:lnTo>
                    <a:pt x="227482" y="238123"/>
                  </a:lnTo>
                  <a:lnTo>
                    <a:pt x="227482" y="302601"/>
                  </a:lnTo>
                  <a:cubicBezTo>
                    <a:pt x="227482" y="306431"/>
                    <a:pt x="224926" y="308985"/>
                    <a:pt x="221092" y="308985"/>
                  </a:cubicBezTo>
                  <a:cubicBezTo>
                    <a:pt x="217258" y="308985"/>
                    <a:pt x="214702" y="306431"/>
                    <a:pt x="214702" y="302601"/>
                  </a:cubicBezTo>
                  <a:lnTo>
                    <a:pt x="214702" y="238123"/>
                  </a:lnTo>
                  <a:lnTo>
                    <a:pt x="206395" y="238123"/>
                  </a:lnTo>
                  <a:cubicBezTo>
                    <a:pt x="202561" y="238123"/>
                    <a:pt x="200005" y="235569"/>
                    <a:pt x="200005" y="231739"/>
                  </a:cubicBezTo>
                  <a:lnTo>
                    <a:pt x="200005" y="162153"/>
                  </a:lnTo>
                  <a:cubicBezTo>
                    <a:pt x="200005" y="158323"/>
                    <a:pt x="202561" y="155769"/>
                    <a:pt x="206395" y="155769"/>
                  </a:cubicBezTo>
                  <a:lnTo>
                    <a:pt x="262626" y="155769"/>
                  </a:lnTo>
                  <a:cubicBezTo>
                    <a:pt x="266460" y="155769"/>
                    <a:pt x="269016" y="158323"/>
                    <a:pt x="269016" y="162153"/>
                  </a:cubicBezTo>
                  <a:lnTo>
                    <a:pt x="269016" y="231739"/>
                  </a:lnTo>
                  <a:close/>
                </a:path>
              </a:pathLst>
            </a:custGeom>
            <a:solidFill>
              <a:srgbClr val="007CB0"/>
            </a:solidFill>
            <a:ln w="6390" cap="flat">
              <a:noFill/>
              <a:prstDash val="solid"/>
              <a:miter/>
            </a:ln>
          </p:spPr>
          <p:txBody>
            <a:bodyPr rtlCol="0" anchor="ctr"/>
            <a:lstStyle/>
            <a:p>
              <a:endParaRPr lang="en-US"/>
            </a:p>
          </p:txBody>
        </p:sp>
        <p:sp>
          <p:nvSpPr>
            <p:cNvPr id="949" name="Graphic 4">
              <a:extLst>
                <a:ext uri="{FF2B5EF4-FFF2-40B4-BE49-F238E27FC236}">
                  <a16:creationId xmlns:a16="http://schemas.microsoft.com/office/drawing/2014/main" id="{99AFC99B-79F4-6E44-8D82-1E4B4788821C}"/>
                </a:ext>
              </a:extLst>
            </p:cNvPr>
            <p:cNvSpPr/>
            <p:nvPr/>
          </p:nvSpPr>
          <p:spPr>
            <a:xfrm>
              <a:off x="2165549" y="4961155"/>
              <a:ext cx="43451" cy="56817"/>
            </a:xfrm>
            <a:custGeom>
              <a:avLst/>
              <a:gdLst>
                <a:gd name="connsiteX0" fmla="*/ 0 w 43451"/>
                <a:gd name="connsiteY0" fmla="*/ 0 h 56817"/>
                <a:gd name="connsiteX1" fmla="*/ 43451 w 43451"/>
                <a:gd name="connsiteY1" fmla="*/ 0 h 56817"/>
                <a:gd name="connsiteX2" fmla="*/ 43451 w 43451"/>
                <a:gd name="connsiteY2" fmla="*/ 56818 h 56817"/>
                <a:gd name="connsiteX3" fmla="*/ 0 w 43451"/>
                <a:gd name="connsiteY3" fmla="*/ 56818 h 56817"/>
              </a:gdLst>
              <a:ahLst/>
              <a:cxnLst>
                <a:cxn ang="0">
                  <a:pos x="connsiteX0" y="connsiteY0"/>
                </a:cxn>
                <a:cxn ang="0">
                  <a:pos x="connsiteX1" y="connsiteY1"/>
                </a:cxn>
                <a:cxn ang="0">
                  <a:pos x="connsiteX2" y="connsiteY2"/>
                </a:cxn>
                <a:cxn ang="0">
                  <a:pos x="connsiteX3" y="connsiteY3"/>
                </a:cxn>
              </a:cxnLst>
              <a:rect l="l" t="t" r="r" b="b"/>
              <a:pathLst>
                <a:path w="43451" h="56817">
                  <a:moveTo>
                    <a:pt x="0" y="0"/>
                  </a:moveTo>
                  <a:lnTo>
                    <a:pt x="43451" y="0"/>
                  </a:lnTo>
                  <a:lnTo>
                    <a:pt x="43451" y="56818"/>
                  </a:lnTo>
                  <a:lnTo>
                    <a:pt x="0" y="56818"/>
                  </a:lnTo>
                  <a:close/>
                </a:path>
              </a:pathLst>
            </a:custGeom>
            <a:solidFill>
              <a:srgbClr val="007CB0"/>
            </a:solidFill>
            <a:ln w="6390" cap="flat">
              <a:noFill/>
              <a:prstDash val="solid"/>
              <a:miter/>
            </a:ln>
          </p:spPr>
          <p:txBody>
            <a:bodyPr rtlCol="0" anchor="ctr"/>
            <a:lstStyle/>
            <a:p>
              <a:endParaRPr lang="en-US"/>
            </a:p>
          </p:txBody>
        </p:sp>
      </p:grpSp>
      <p:grpSp>
        <p:nvGrpSpPr>
          <p:cNvPr id="950" name="Graphic 4">
            <a:extLst>
              <a:ext uri="{FF2B5EF4-FFF2-40B4-BE49-F238E27FC236}">
                <a16:creationId xmlns:a16="http://schemas.microsoft.com/office/drawing/2014/main" id="{6807332C-CC1E-C14D-987E-E3948213C3BF}"/>
              </a:ext>
            </a:extLst>
          </p:cNvPr>
          <p:cNvGrpSpPr/>
          <p:nvPr/>
        </p:nvGrpSpPr>
        <p:grpSpPr>
          <a:xfrm>
            <a:off x="2998797" y="4792617"/>
            <a:ext cx="361670" cy="361333"/>
            <a:chOff x="2998797" y="4792617"/>
            <a:chExt cx="361670" cy="361333"/>
          </a:xfrm>
          <a:solidFill>
            <a:srgbClr val="007CB0"/>
          </a:solidFill>
        </p:grpSpPr>
        <p:sp>
          <p:nvSpPr>
            <p:cNvPr id="951" name="Graphic 4">
              <a:extLst>
                <a:ext uri="{FF2B5EF4-FFF2-40B4-BE49-F238E27FC236}">
                  <a16:creationId xmlns:a16="http://schemas.microsoft.com/office/drawing/2014/main" id="{ACE56A8C-94E4-8D4E-8AD1-23C9D7873186}"/>
                </a:ext>
              </a:extLst>
            </p:cNvPr>
            <p:cNvSpPr/>
            <p:nvPr/>
          </p:nvSpPr>
          <p:spPr>
            <a:xfrm>
              <a:off x="3143369" y="4858373"/>
              <a:ext cx="68691" cy="56817"/>
            </a:xfrm>
            <a:custGeom>
              <a:avLst/>
              <a:gdLst>
                <a:gd name="connsiteX0" fmla="*/ 45209 w 68691"/>
                <a:gd name="connsiteY0" fmla="*/ 4468 h 56817"/>
                <a:gd name="connsiteX1" fmla="*/ 34985 w 68691"/>
                <a:gd name="connsiteY1" fmla="*/ 14683 h 56817"/>
                <a:gd name="connsiteX2" fmla="*/ 24761 w 68691"/>
                <a:gd name="connsiteY2" fmla="*/ 4468 h 56817"/>
                <a:gd name="connsiteX3" fmla="*/ 14537 w 68691"/>
                <a:gd name="connsiteY3" fmla="*/ 0 h 56817"/>
                <a:gd name="connsiteX4" fmla="*/ 4313 w 68691"/>
                <a:gd name="connsiteY4" fmla="*/ 4468 h 56817"/>
                <a:gd name="connsiteX5" fmla="*/ 4313 w 68691"/>
                <a:gd name="connsiteY5" fmla="*/ 25536 h 56817"/>
                <a:gd name="connsiteX6" fmla="*/ 34346 w 68691"/>
                <a:gd name="connsiteY6" fmla="*/ 56817 h 56817"/>
                <a:gd name="connsiteX7" fmla="*/ 64379 w 68691"/>
                <a:gd name="connsiteY7" fmla="*/ 25536 h 56817"/>
                <a:gd name="connsiteX8" fmla="*/ 64379 w 68691"/>
                <a:gd name="connsiteY8" fmla="*/ 4468 h 56817"/>
                <a:gd name="connsiteX9" fmla="*/ 45209 w 68691"/>
                <a:gd name="connsiteY9" fmla="*/ 4468 h 56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8691" h="56817">
                  <a:moveTo>
                    <a:pt x="45209" y="4468"/>
                  </a:moveTo>
                  <a:lnTo>
                    <a:pt x="34985" y="14683"/>
                  </a:lnTo>
                  <a:lnTo>
                    <a:pt x="24761" y="4468"/>
                  </a:lnTo>
                  <a:cubicBezTo>
                    <a:pt x="22205" y="1915"/>
                    <a:pt x="18371" y="0"/>
                    <a:pt x="14537" y="0"/>
                  </a:cubicBezTo>
                  <a:cubicBezTo>
                    <a:pt x="10703" y="0"/>
                    <a:pt x="7508" y="1276"/>
                    <a:pt x="4313" y="4468"/>
                  </a:cubicBezTo>
                  <a:cubicBezTo>
                    <a:pt x="-1438" y="10214"/>
                    <a:pt x="-1438" y="19790"/>
                    <a:pt x="4313" y="25536"/>
                  </a:cubicBezTo>
                  <a:lnTo>
                    <a:pt x="34346" y="56817"/>
                  </a:lnTo>
                  <a:lnTo>
                    <a:pt x="64379" y="25536"/>
                  </a:lnTo>
                  <a:cubicBezTo>
                    <a:pt x="70129" y="19790"/>
                    <a:pt x="70129" y="10214"/>
                    <a:pt x="64379" y="4468"/>
                  </a:cubicBezTo>
                  <a:cubicBezTo>
                    <a:pt x="59906" y="-639"/>
                    <a:pt x="50960" y="-639"/>
                    <a:pt x="45209" y="4468"/>
                  </a:cubicBezTo>
                  <a:close/>
                </a:path>
              </a:pathLst>
            </a:custGeom>
            <a:solidFill>
              <a:srgbClr val="007CB0"/>
            </a:solidFill>
            <a:ln w="6390" cap="flat">
              <a:noFill/>
              <a:prstDash val="solid"/>
              <a:miter/>
            </a:ln>
          </p:spPr>
          <p:txBody>
            <a:bodyPr rtlCol="0" anchor="ctr"/>
            <a:lstStyle/>
            <a:p>
              <a:endParaRPr lang="en-US"/>
            </a:p>
          </p:txBody>
        </p:sp>
        <p:sp>
          <p:nvSpPr>
            <p:cNvPr id="952" name="Graphic 4">
              <a:extLst>
                <a:ext uri="{FF2B5EF4-FFF2-40B4-BE49-F238E27FC236}">
                  <a16:creationId xmlns:a16="http://schemas.microsoft.com/office/drawing/2014/main" id="{74346C94-4305-D448-83E7-AE1C4719DD9B}"/>
                </a:ext>
              </a:extLst>
            </p:cNvPr>
            <p:cNvSpPr/>
            <p:nvPr/>
          </p:nvSpPr>
          <p:spPr>
            <a:xfrm>
              <a:off x="3106787" y="4962432"/>
              <a:ext cx="37061" cy="61924"/>
            </a:xfrm>
            <a:custGeom>
              <a:avLst/>
              <a:gdLst>
                <a:gd name="connsiteX0" fmla="*/ 20448 w 37061"/>
                <a:gd name="connsiteY0" fmla="*/ 0 h 61924"/>
                <a:gd name="connsiteX1" fmla="*/ 0 w 37061"/>
                <a:gd name="connsiteY1" fmla="*/ 0 h 61924"/>
                <a:gd name="connsiteX2" fmla="*/ 0 w 37061"/>
                <a:gd name="connsiteY2" fmla="*/ 61925 h 61924"/>
                <a:gd name="connsiteX3" fmla="*/ 37062 w 37061"/>
                <a:gd name="connsiteY3" fmla="*/ 61925 h 61924"/>
              </a:gdLst>
              <a:ahLst/>
              <a:cxnLst>
                <a:cxn ang="0">
                  <a:pos x="connsiteX0" y="connsiteY0"/>
                </a:cxn>
                <a:cxn ang="0">
                  <a:pos x="connsiteX1" y="connsiteY1"/>
                </a:cxn>
                <a:cxn ang="0">
                  <a:pos x="connsiteX2" y="connsiteY2"/>
                </a:cxn>
                <a:cxn ang="0">
                  <a:pos x="connsiteX3" y="connsiteY3"/>
                </a:cxn>
              </a:cxnLst>
              <a:rect l="l" t="t" r="r" b="b"/>
              <a:pathLst>
                <a:path w="37061" h="61924">
                  <a:moveTo>
                    <a:pt x="20448" y="0"/>
                  </a:moveTo>
                  <a:lnTo>
                    <a:pt x="0" y="0"/>
                  </a:lnTo>
                  <a:lnTo>
                    <a:pt x="0" y="61925"/>
                  </a:lnTo>
                  <a:lnTo>
                    <a:pt x="37062" y="61925"/>
                  </a:lnTo>
                  <a:close/>
                </a:path>
              </a:pathLst>
            </a:custGeom>
            <a:solidFill>
              <a:srgbClr val="007CB0"/>
            </a:solidFill>
            <a:ln w="6390" cap="flat">
              <a:noFill/>
              <a:prstDash val="solid"/>
              <a:miter/>
            </a:ln>
          </p:spPr>
          <p:txBody>
            <a:bodyPr rtlCol="0" anchor="ctr"/>
            <a:lstStyle/>
            <a:p>
              <a:endParaRPr lang="en-US"/>
            </a:p>
          </p:txBody>
        </p:sp>
        <p:sp>
          <p:nvSpPr>
            <p:cNvPr id="953" name="Graphic 4">
              <a:extLst>
                <a:ext uri="{FF2B5EF4-FFF2-40B4-BE49-F238E27FC236}">
                  <a16:creationId xmlns:a16="http://schemas.microsoft.com/office/drawing/2014/main" id="{D9FA30A1-5ECF-994A-BA47-DD213B864A22}"/>
                </a:ext>
              </a:extLst>
            </p:cNvPr>
            <p:cNvSpPr/>
            <p:nvPr/>
          </p:nvSpPr>
          <p:spPr>
            <a:xfrm>
              <a:off x="2998797" y="4792617"/>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1 w 361670"/>
                <a:gd name="connsiteY3" fmla="*/ 180667 h 361333"/>
                <a:gd name="connsiteX4" fmla="*/ 180835 w 361670"/>
                <a:gd name="connsiteY4" fmla="*/ 0 h 361333"/>
                <a:gd name="connsiteX5" fmla="*/ 257515 w 361670"/>
                <a:gd name="connsiteY5" fmla="*/ 127041 h 361333"/>
                <a:gd name="connsiteX6" fmla="*/ 237067 w 361670"/>
                <a:gd name="connsiteY6" fmla="*/ 147470 h 361333"/>
                <a:gd name="connsiteX7" fmla="*/ 216619 w 361670"/>
                <a:gd name="connsiteY7" fmla="*/ 127041 h 361333"/>
                <a:gd name="connsiteX8" fmla="*/ 237067 w 361670"/>
                <a:gd name="connsiteY8" fmla="*/ 106613 h 361333"/>
                <a:gd name="connsiteX9" fmla="*/ 257515 w 361670"/>
                <a:gd name="connsiteY9" fmla="*/ 127041 h 361333"/>
                <a:gd name="connsiteX10" fmla="*/ 117575 w 361670"/>
                <a:gd name="connsiteY10" fmla="*/ 107251 h 361333"/>
                <a:gd name="connsiteX11" fmla="*/ 138023 w 361670"/>
                <a:gd name="connsiteY11" fmla="*/ 127680 h 361333"/>
                <a:gd name="connsiteX12" fmla="*/ 117575 w 361670"/>
                <a:gd name="connsiteY12" fmla="*/ 148108 h 361333"/>
                <a:gd name="connsiteX13" fmla="*/ 97127 w 361670"/>
                <a:gd name="connsiteY13" fmla="*/ 127680 h 361333"/>
                <a:gd name="connsiteX14" fmla="*/ 117575 w 361670"/>
                <a:gd name="connsiteY14" fmla="*/ 107251 h 361333"/>
                <a:gd name="connsiteX15" fmla="*/ 158471 w 361670"/>
                <a:gd name="connsiteY15" fmla="*/ 241953 h 361333"/>
                <a:gd name="connsiteX16" fmla="*/ 153358 w 361670"/>
                <a:gd name="connsiteY16" fmla="*/ 244507 h 361333"/>
                <a:gd name="connsiteX17" fmla="*/ 148247 w 361670"/>
                <a:gd name="connsiteY17" fmla="*/ 244507 h 361333"/>
                <a:gd name="connsiteX18" fmla="*/ 148247 w 361670"/>
                <a:gd name="connsiteY18" fmla="*/ 303239 h 361333"/>
                <a:gd name="connsiteX19" fmla="*/ 141857 w 361670"/>
                <a:gd name="connsiteY19" fmla="*/ 309623 h 361333"/>
                <a:gd name="connsiteX20" fmla="*/ 135467 w 361670"/>
                <a:gd name="connsiteY20" fmla="*/ 303239 h 361333"/>
                <a:gd name="connsiteX21" fmla="*/ 135467 w 361670"/>
                <a:gd name="connsiteY21" fmla="*/ 244507 h 361333"/>
                <a:gd name="connsiteX22" fmla="*/ 121409 w 361670"/>
                <a:gd name="connsiteY22" fmla="*/ 244507 h 361333"/>
                <a:gd name="connsiteX23" fmla="*/ 121409 w 361670"/>
                <a:gd name="connsiteY23" fmla="*/ 303239 h 361333"/>
                <a:gd name="connsiteX24" fmla="*/ 115019 w 361670"/>
                <a:gd name="connsiteY24" fmla="*/ 309623 h 361333"/>
                <a:gd name="connsiteX25" fmla="*/ 108629 w 361670"/>
                <a:gd name="connsiteY25" fmla="*/ 303239 h 361333"/>
                <a:gd name="connsiteX26" fmla="*/ 108629 w 361670"/>
                <a:gd name="connsiteY26" fmla="*/ 244507 h 361333"/>
                <a:gd name="connsiteX27" fmla="*/ 101600 w 361670"/>
                <a:gd name="connsiteY27" fmla="*/ 244507 h 361333"/>
                <a:gd name="connsiteX28" fmla="*/ 95210 w 361670"/>
                <a:gd name="connsiteY28" fmla="*/ 238123 h 361333"/>
                <a:gd name="connsiteX29" fmla="*/ 95210 w 361670"/>
                <a:gd name="connsiteY29" fmla="*/ 163430 h 361333"/>
                <a:gd name="connsiteX30" fmla="*/ 101600 w 361670"/>
                <a:gd name="connsiteY30" fmla="*/ 157046 h 361333"/>
                <a:gd name="connsiteX31" fmla="*/ 133550 w 361670"/>
                <a:gd name="connsiteY31" fmla="*/ 157046 h 361333"/>
                <a:gd name="connsiteX32" fmla="*/ 139940 w 361670"/>
                <a:gd name="connsiteY32" fmla="*/ 161515 h 361333"/>
                <a:gd name="connsiteX33" fmla="*/ 160387 w 361670"/>
                <a:gd name="connsiteY33" fmla="*/ 236207 h 361333"/>
                <a:gd name="connsiteX34" fmla="*/ 158471 w 361670"/>
                <a:gd name="connsiteY34" fmla="*/ 241953 h 361333"/>
                <a:gd name="connsiteX35" fmla="*/ 180196 w 361670"/>
                <a:gd name="connsiteY35" fmla="*/ 137256 h 361333"/>
                <a:gd name="connsiteX36" fmla="*/ 179557 w 361670"/>
                <a:gd name="connsiteY36" fmla="*/ 137256 h 361333"/>
                <a:gd name="connsiteX37" fmla="*/ 173167 w 361670"/>
                <a:gd name="connsiteY37" fmla="*/ 134702 h 361333"/>
                <a:gd name="connsiteX38" fmla="*/ 140579 w 361670"/>
                <a:gd name="connsiteY38" fmla="*/ 100867 h 361333"/>
                <a:gd name="connsiteX39" fmla="*/ 140579 w 361670"/>
                <a:gd name="connsiteY39" fmla="*/ 61925 h 361333"/>
                <a:gd name="connsiteX40" fmla="*/ 159748 w 361670"/>
                <a:gd name="connsiteY40" fmla="*/ 53626 h 361333"/>
                <a:gd name="connsiteX41" fmla="*/ 178918 w 361670"/>
                <a:gd name="connsiteY41" fmla="*/ 61925 h 361333"/>
                <a:gd name="connsiteX42" fmla="*/ 179557 w 361670"/>
                <a:gd name="connsiteY42" fmla="*/ 62563 h 361333"/>
                <a:gd name="connsiteX43" fmla="*/ 180196 w 361670"/>
                <a:gd name="connsiteY43" fmla="*/ 61925 h 361333"/>
                <a:gd name="connsiteX44" fmla="*/ 199366 w 361670"/>
                <a:gd name="connsiteY44" fmla="*/ 53626 h 361333"/>
                <a:gd name="connsiteX45" fmla="*/ 218536 w 361670"/>
                <a:gd name="connsiteY45" fmla="*/ 61925 h 361333"/>
                <a:gd name="connsiteX46" fmla="*/ 218536 w 361670"/>
                <a:gd name="connsiteY46" fmla="*/ 100867 h 361333"/>
                <a:gd name="connsiteX47" fmla="*/ 185947 w 361670"/>
                <a:gd name="connsiteY47" fmla="*/ 134702 h 361333"/>
                <a:gd name="connsiteX48" fmla="*/ 180196 w 361670"/>
                <a:gd name="connsiteY48" fmla="*/ 137256 h 361333"/>
                <a:gd name="connsiteX49" fmla="*/ 265821 w 361670"/>
                <a:gd name="connsiteY49" fmla="*/ 243230 h 361333"/>
                <a:gd name="connsiteX50" fmla="*/ 260710 w 361670"/>
                <a:gd name="connsiteY50" fmla="*/ 245783 h 361333"/>
                <a:gd name="connsiteX51" fmla="*/ 259431 w 361670"/>
                <a:gd name="connsiteY51" fmla="*/ 245783 h 361333"/>
                <a:gd name="connsiteX52" fmla="*/ 259431 w 361670"/>
                <a:gd name="connsiteY52" fmla="*/ 305793 h 361333"/>
                <a:gd name="connsiteX53" fmla="*/ 253042 w 361670"/>
                <a:gd name="connsiteY53" fmla="*/ 312177 h 361333"/>
                <a:gd name="connsiteX54" fmla="*/ 246652 w 361670"/>
                <a:gd name="connsiteY54" fmla="*/ 305793 h 361333"/>
                <a:gd name="connsiteX55" fmla="*/ 246652 w 361670"/>
                <a:gd name="connsiteY55" fmla="*/ 245783 h 361333"/>
                <a:gd name="connsiteX56" fmla="*/ 227482 w 361670"/>
                <a:gd name="connsiteY56" fmla="*/ 245783 h 361333"/>
                <a:gd name="connsiteX57" fmla="*/ 227482 w 361670"/>
                <a:gd name="connsiteY57" fmla="*/ 305793 h 361333"/>
                <a:gd name="connsiteX58" fmla="*/ 221092 w 361670"/>
                <a:gd name="connsiteY58" fmla="*/ 312177 h 361333"/>
                <a:gd name="connsiteX59" fmla="*/ 214702 w 361670"/>
                <a:gd name="connsiteY59" fmla="*/ 305793 h 361333"/>
                <a:gd name="connsiteX60" fmla="*/ 214702 w 361670"/>
                <a:gd name="connsiteY60" fmla="*/ 245783 h 361333"/>
                <a:gd name="connsiteX61" fmla="*/ 213424 w 361670"/>
                <a:gd name="connsiteY61" fmla="*/ 245783 h 361333"/>
                <a:gd name="connsiteX62" fmla="*/ 208312 w 361670"/>
                <a:gd name="connsiteY62" fmla="*/ 243230 h 361333"/>
                <a:gd name="connsiteX63" fmla="*/ 207034 w 361670"/>
                <a:gd name="connsiteY63" fmla="*/ 238123 h 361333"/>
                <a:gd name="connsiteX64" fmla="*/ 223009 w 361670"/>
                <a:gd name="connsiteY64" fmla="*/ 160876 h 361333"/>
                <a:gd name="connsiteX65" fmla="*/ 229399 w 361670"/>
                <a:gd name="connsiteY65" fmla="*/ 155769 h 361333"/>
                <a:gd name="connsiteX66" fmla="*/ 244735 w 361670"/>
                <a:gd name="connsiteY66" fmla="*/ 155769 h 361333"/>
                <a:gd name="connsiteX67" fmla="*/ 251125 w 361670"/>
                <a:gd name="connsiteY67" fmla="*/ 160876 h 361333"/>
                <a:gd name="connsiteX68" fmla="*/ 267100 w 361670"/>
                <a:gd name="connsiteY68" fmla="*/ 238123 h 361333"/>
                <a:gd name="connsiteX69" fmla="*/ 265821 w 361670"/>
                <a:gd name="connsiteY69" fmla="*/ 24323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361670" h="361333">
                  <a:moveTo>
                    <a:pt x="180835" y="0"/>
                  </a:moveTo>
                  <a:cubicBezTo>
                    <a:pt x="80513" y="0"/>
                    <a:pt x="0" y="81077"/>
                    <a:pt x="0" y="180667"/>
                  </a:cubicBezTo>
                  <a:cubicBezTo>
                    <a:pt x="0" y="280257"/>
                    <a:pt x="81152" y="361334"/>
                    <a:pt x="180835" y="361334"/>
                  </a:cubicBezTo>
                  <a:cubicBezTo>
                    <a:pt x="280518" y="361334"/>
                    <a:pt x="361671" y="280257"/>
                    <a:pt x="361671" y="180667"/>
                  </a:cubicBezTo>
                  <a:cubicBezTo>
                    <a:pt x="361671" y="81077"/>
                    <a:pt x="281157" y="0"/>
                    <a:pt x="180835" y="0"/>
                  </a:cubicBezTo>
                  <a:close/>
                  <a:moveTo>
                    <a:pt x="257515" y="127041"/>
                  </a:moveTo>
                  <a:cubicBezTo>
                    <a:pt x="257515" y="138533"/>
                    <a:pt x="248569" y="147470"/>
                    <a:pt x="237067" y="147470"/>
                  </a:cubicBezTo>
                  <a:cubicBezTo>
                    <a:pt x="225565" y="147470"/>
                    <a:pt x="216619" y="138533"/>
                    <a:pt x="216619" y="127041"/>
                  </a:cubicBezTo>
                  <a:cubicBezTo>
                    <a:pt x="216619" y="115550"/>
                    <a:pt x="225565" y="106613"/>
                    <a:pt x="237067" y="106613"/>
                  </a:cubicBezTo>
                  <a:cubicBezTo>
                    <a:pt x="248569" y="106613"/>
                    <a:pt x="257515" y="115550"/>
                    <a:pt x="257515" y="127041"/>
                  </a:cubicBezTo>
                  <a:close/>
                  <a:moveTo>
                    <a:pt x="117575" y="107251"/>
                  </a:moveTo>
                  <a:cubicBezTo>
                    <a:pt x="129077" y="107251"/>
                    <a:pt x="138023" y="116189"/>
                    <a:pt x="138023" y="127680"/>
                  </a:cubicBezTo>
                  <a:cubicBezTo>
                    <a:pt x="138023" y="139171"/>
                    <a:pt x="129077" y="148108"/>
                    <a:pt x="117575" y="148108"/>
                  </a:cubicBezTo>
                  <a:cubicBezTo>
                    <a:pt x="106073" y="148108"/>
                    <a:pt x="97127" y="139171"/>
                    <a:pt x="97127" y="127680"/>
                  </a:cubicBezTo>
                  <a:cubicBezTo>
                    <a:pt x="97127" y="116189"/>
                    <a:pt x="106073" y="107251"/>
                    <a:pt x="117575" y="107251"/>
                  </a:cubicBezTo>
                  <a:close/>
                  <a:moveTo>
                    <a:pt x="158471" y="241953"/>
                  </a:moveTo>
                  <a:cubicBezTo>
                    <a:pt x="157192" y="243230"/>
                    <a:pt x="155276" y="244507"/>
                    <a:pt x="153358" y="244507"/>
                  </a:cubicBezTo>
                  <a:lnTo>
                    <a:pt x="148247" y="244507"/>
                  </a:lnTo>
                  <a:lnTo>
                    <a:pt x="148247" y="303239"/>
                  </a:lnTo>
                  <a:cubicBezTo>
                    <a:pt x="148247" y="307070"/>
                    <a:pt x="145691" y="309623"/>
                    <a:pt x="141857" y="309623"/>
                  </a:cubicBezTo>
                  <a:cubicBezTo>
                    <a:pt x="138023" y="309623"/>
                    <a:pt x="135467" y="307070"/>
                    <a:pt x="135467" y="303239"/>
                  </a:cubicBezTo>
                  <a:lnTo>
                    <a:pt x="135467" y="244507"/>
                  </a:lnTo>
                  <a:lnTo>
                    <a:pt x="121409" y="244507"/>
                  </a:lnTo>
                  <a:lnTo>
                    <a:pt x="121409" y="303239"/>
                  </a:lnTo>
                  <a:cubicBezTo>
                    <a:pt x="121409" y="307070"/>
                    <a:pt x="118853" y="309623"/>
                    <a:pt x="115019" y="309623"/>
                  </a:cubicBezTo>
                  <a:cubicBezTo>
                    <a:pt x="111185" y="309623"/>
                    <a:pt x="108629" y="307070"/>
                    <a:pt x="108629" y="303239"/>
                  </a:cubicBezTo>
                  <a:lnTo>
                    <a:pt x="108629" y="244507"/>
                  </a:lnTo>
                  <a:lnTo>
                    <a:pt x="101600" y="244507"/>
                  </a:lnTo>
                  <a:cubicBezTo>
                    <a:pt x="97766" y="244507"/>
                    <a:pt x="95210" y="241953"/>
                    <a:pt x="95210" y="238123"/>
                  </a:cubicBezTo>
                  <a:lnTo>
                    <a:pt x="95210" y="163430"/>
                  </a:lnTo>
                  <a:cubicBezTo>
                    <a:pt x="95210" y="159600"/>
                    <a:pt x="97766" y="157046"/>
                    <a:pt x="101600" y="157046"/>
                  </a:cubicBezTo>
                  <a:lnTo>
                    <a:pt x="133550" y="157046"/>
                  </a:lnTo>
                  <a:cubicBezTo>
                    <a:pt x="136745" y="157046"/>
                    <a:pt x="138662" y="158961"/>
                    <a:pt x="139940" y="161515"/>
                  </a:cubicBezTo>
                  <a:lnTo>
                    <a:pt x="160387" y="236207"/>
                  </a:lnTo>
                  <a:cubicBezTo>
                    <a:pt x="159748" y="238123"/>
                    <a:pt x="159748" y="240676"/>
                    <a:pt x="158471" y="241953"/>
                  </a:cubicBezTo>
                  <a:close/>
                  <a:moveTo>
                    <a:pt x="180196" y="137256"/>
                  </a:moveTo>
                  <a:lnTo>
                    <a:pt x="179557" y="137256"/>
                  </a:lnTo>
                  <a:cubicBezTo>
                    <a:pt x="177001" y="137256"/>
                    <a:pt x="175084" y="135979"/>
                    <a:pt x="173167" y="134702"/>
                  </a:cubicBezTo>
                  <a:lnTo>
                    <a:pt x="140579" y="100867"/>
                  </a:lnTo>
                  <a:cubicBezTo>
                    <a:pt x="130355" y="90014"/>
                    <a:pt x="130355" y="72778"/>
                    <a:pt x="140579" y="61925"/>
                  </a:cubicBezTo>
                  <a:cubicBezTo>
                    <a:pt x="145691" y="56818"/>
                    <a:pt x="152720" y="53626"/>
                    <a:pt x="159748" y="53626"/>
                  </a:cubicBezTo>
                  <a:cubicBezTo>
                    <a:pt x="166777" y="53626"/>
                    <a:pt x="173806" y="56818"/>
                    <a:pt x="178918" y="61925"/>
                  </a:cubicBezTo>
                  <a:lnTo>
                    <a:pt x="179557" y="62563"/>
                  </a:lnTo>
                  <a:lnTo>
                    <a:pt x="180196" y="61925"/>
                  </a:lnTo>
                  <a:cubicBezTo>
                    <a:pt x="185308" y="56818"/>
                    <a:pt x="192337" y="53626"/>
                    <a:pt x="199366" y="53626"/>
                  </a:cubicBezTo>
                  <a:cubicBezTo>
                    <a:pt x="206395" y="53626"/>
                    <a:pt x="213424" y="56818"/>
                    <a:pt x="218536" y="61925"/>
                  </a:cubicBezTo>
                  <a:cubicBezTo>
                    <a:pt x="228760" y="72778"/>
                    <a:pt x="228760" y="90014"/>
                    <a:pt x="218536" y="100867"/>
                  </a:cubicBezTo>
                  <a:lnTo>
                    <a:pt x="185947" y="134702"/>
                  </a:lnTo>
                  <a:cubicBezTo>
                    <a:pt x="185308" y="136617"/>
                    <a:pt x="182752" y="137256"/>
                    <a:pt x="180196" y="137256"/>
                  </a:cubicBezTo>
                  <a:close/>
                  <a:moveTo>
                    <a:pt x="265821" y="243230"/>
                  </a:moveTo>
                  <a:cubicBezTo>
                    <a:pt x="264544" y="244507"/>
                    <a:pt x="262626" y="245783"/>
                    <a:pt x="260710" y="245783"/>
                  </a:cubicBezTo>
                  <a:lnTo>
                    <a:pt x="259431" y="245783"/>
                  </a:lnTo>
                  <a:lnTo>
                    <a:pt x="259431" y="305793"/>
                  </a:lnTo>
                  <a:cubicBezTo>
                    <a:pt x="259431" y="309623"/>
                    <a:pt x="256876" y="312177"/>
                    <a:pt x="253042" y="312177"/>
                  </a:cubicBezTo>
                  <a:cubicBezTo>
                    <a:pt x="249208" y="312177"/>
                    <a:pt x="246652" y="309623"/>
                    <a:pt x="246652" y="305793"/>
                  </a:cubicBezTo>
                  <a:lnTo>
                    <a:pt x="246652" y="245783"/>
                  </a:lnTo>
                  <a:lnTo>
                    <a:pt x="227482" y="245783"/>
                  </a:lnTo>
                  <a:lnTo>
                    <a:pt x="227482" y="305793"/>
                  </a:lnTo>
                  <a:cubicBezTo>
                    <a:pt x="227482" y="309623"/>
                    <a:pt x="224926" y="312177"/>
                    <a:pt x="221092" y="312177"/>
                  </a:cubicBezTo>
                  <a:cubicBezTo>
                    <a:pt x="217258" y="312177"/>
                    <a:pt x="214702" y="309623"/>
                    <a:pt x="214702" y="305793"/>
                  </a:cubicBezTo>
                  <a:lnTo>
                    <a:pt x="214702" y="245783"/>
                  </a:lnTo>
                  <a:lnTo>
                    <a:pt x="213424" y="245783"/>
                  </a:lnTo>
                  <a:cubicBezTo>
                    <a:pt x="211507" y="245783"/>
                    <a:pt x="209590" y="245145"/>
                    <a:pt x="208312" y="243230"/>
                  </a:cubicBezTo>
                  <a:cubicBezTo>
                    <a:pt x="207034" y="241315"/>
                    <a:pt x="206395" y="240038"/>
                    <a:pt x="207034" y="238123"/>
                  </a:cubicBezTo>
                  <a:lnTo>
                    <a:pt x="223009" y="160876"/>
                  </a:lnTo>
                  <a:cubicBezTo>
                    <a:pt x="223648" y="157684"/>
                    <a:pt x="226204" y="155769"/>
                    <a:pt x="229399" y="155769"/>
                  </a:cubicBezTo>
                  <a:lnTo>
                    <a:pt x="244735" y="155769"/>
                  </a:lnTo>
                  <a:cubicBezTo>
                    <a:pt x="247930" y="155769"/>
                    <a:pt x="250486" y="157684"/>
                    <a:pt x="251125" y="160876"/>
                  </a:cubicBezTo>
                  <a:lnTo>
                    <a:pt x="267100" y="238123"/>
                  </a:lnTo>
                  <a:cubicBezTo>
                    <a:pt x="267739" y="239399"/>
                    <a:pt x="267100" y="241315"/>
                    <a:pt x="265821" y="243230"/>
                  </a:cubicBezTo>
                  <a:close/>
                </a:path>
              </a:pathLst>
            </a:custGeom>
            <a:solidFill>
              <a:srgbClr val="007CB0"/>
            </a:solidFill>
            <a:ln w="6390" cap="flat">
              <a:noFill/>
              <a:prstDash val="solid"/>
              <a:miter/>
            </a:ln>
          </p:spPr>
          <p:txBody>
            <a:bodyPr rtlCol="0" anchor="ctr"/>
            <a:lstStyle/>
            <a:p>
              <a:endParaRPr lang="en-US"/>
            </a:p>
          </p:txBody>
        </p:sp>
        <p:sp>
          <p:nvSpPr>
            <p:cNvPr id="954" name="Graphic 4">
              <a:extLst>
                <a:ext uri="{FF2B5EF4-FFF2-40B4-BE49-F238E27FC236}">
                  <a16:creationId xmlns:a16="http://schemas.microsoft.com/office/drawing/2014/main" id="{B9A8A5B4-FD0C-884C-9C38-92C5AD80FD2E}"/>
                </a:ext>
              </a:extLst>
            </p:cNvPr>
            <p:cNvSpPr/>
            <p:nvPr/>
          </p:nvSpPr>
          <p:spPr>
            <a:xfrm>
              <a:off x="3108704" y="4912637"/>
              <a:ext cx="15335" cy="15321"/>
            </a:xfrm>
            <a:custGeom>
              <a:avLst/>
              <a:gdLst>
                <a:gd name="connsiteX0" fmla="*/ 7668 w 15335"/>
                <a:gd name="connsiteY0" fmla="*/ 15321 h 15321"/>
                <a:gd name="connsiteX1" fmla="*/ 15336 w 15335"/>
                <a:gd name="connsiteY1" fmla="*/ 7660 h 15321"/>
                <a:gd name="connsiteX2" fmla="*/ 7668 w 15335"/>
                <a:gd name="connsiteY2" fmla="*/ 0 h 15321"/>
                <a:gd name="connsiteX3" fmla="*/ 0 w 15335"/>
                <a:gd name="connsiteY3" fmla="*/ 7660 h 15321"/>
                <a:gd name="connsiteX4" fmla="*/ 7668 w 15335"/>
                <a:gd name="connsiteY4" fmla="*/ 15321 h 1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5" h="15321">
                  <a:moveTo>
                    <a:pt x="7668" y="15321"/>
                  </a:moveTo>
                  <a:cubicBezTo>
                    <a:pt x="12141" y="15321"/>
                    <a:pt x="15336" y="12129"/>
                    <a:pt x="15336" y="7660"/>
                  </a:cubicBezTo>
                  <a:cubicBezTo>
                    <a:pt x="15336" y="3192"/>
                    <a:pt x="12141" y="0"/>
                    <a:pt x="7668" y="0"/>
                  </a:cubicBezTo>
                  <a:cubicBezTo>
                    <a:pt x="3195" y="0"/>
                    <a:pt x="0" y="3192"/>
                    <a:pt x="0" y="7660"/>
                  </a:cubicBezTo>
                  <a:cubicBezTo>
                    <a:pt x="0" y="12129"/>
                    <a:pt x="3195" y="15321"/>
                    <a:pt x="7668" y="15321"/>
                  </a:cubicBezTo>
                  <a:close/>
                </a:path>
              </a:pathLst>
            </a:custGeom>
            <a:solidFill>
              <a:srgbClr val="007CB0"/>
            </a:solidFill>
            <a:ln w="6390" cap="flat">
              <a:noFill/>
              <a:prstDash val="solid"/>
              <a:miter/>
            </a:ln>
          </p:spPr>
          <p:txBody>
            <a:bodyPr rtlCol="0" anchor="ctr"/>
            <a:lstStyle/>
            <a:p>
              <a:endParaRPr lang="en-US"/>
            </a:p>
          </p:txBody>
        </p:sp>
        <p:sp>
          <p:nvSpPr>
            <p:cNvPr id="955" name="Graphic 4">
              <a:extLst>
                <a:ext uri="{FF2B5EF4-FFF2-40B4-BE49-F238E27FC236}">
                  <a16:creationId xmlns:a16="http://schemas.microsoft.com/office/drawing/2014/main" id="{0F292FD7-8CE6-8841-AA9E-11B4AFC30424}"/>
                </a:ext>
              </a:extLst>
            </p:cNvPr>
            <p:cNvSpPr/>
            <p:nvPr/>
          </p:nvSpPr>
          <p:spPr>
            <a:xfrm>
              <a:off x="3228196" y="4911998"/>
              <a:ext cx="15335" cy="15321"/>
            </a:xfrm>
            <a:custGeom>
              <a:avLst/>
              <a:gdLst>
                <a:gd name="connsiteX0" fmla="*/ 7668 w 15335"/>
                <a:gd name="connsiteY0" fmla="*/ 15322 h 15321"/>
                <a:gd name="connsiteX1" fmla="*/ 15336 w 15335"/>
                <a:gd name="connsiteY1" fmla="*/ 7661 h 15321"/>
                <a:gd name="connsiteX2" fmla="*/ 7668 w 15335"/>
                <a:gd name="connsiteY2" fmla="*/ 0 h 15321"/>
                <a:gd name="connsiteX3" fmla="*/ 0 w 15335"/>
                <a:gd name="connsiteY3" fmla="*/ 7661 h 15321"/>
                <a:gd name="connsiteX4" fmla="*/ 7668 w 15335"/>
                <a:gd name="connsiteY4" fmla="*/ 15322 h 1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5" h="15321">
                  <a:moveTo>
                    <a:pt x="7668" y="15322"/>
                  </a:moveTo>
                  <a:cubicBezTo>
                    <a:pt x="12141" y="15322"/>
                    <a:pt x="15336" y="12130"/>
                    <a:pt x="15336" y="7661"/>
                  </a:cubicBezTo>
                  <a:cubicBezTo>
                    <a:pt x="15336" y="3192"/>
                    <a:pt x="12141" y="0"/>
                    <a:pt x="7668" y="0"/>
                  </a:cubicBezTo>
                  <a:cubicBezTo>
                    <a:pt x="3195" y="0"/>
                    <a:pt x="0" y="3192"/>
                    <a:pt x="0" y="7661"/>
                  </a:cubicBezTo>
                  <a:cubicBezTo>
                    <a:pt x="0" y="12130"/>
                    <a:pt x="3834" y="15322"/>
                    <a:pt x="7668" y="15322"/>
                  </a:cubicBezTo>
                  <a:close/>
                </a:path>
              </a:pathLst>
            </a:custGeom>
            <a:solidFill>
              <a:srgbClr val="007CB0"/>
            </a:solidFill>
            <a:ln w="6390" cap="flat">
              <a:noFill/>
              <a:prstDash val="solid"/>
              <a:miter/>
            </a:ln>
          </p:spPr>
          <p:txBody>
            <a:bodyPr rtlCol="0" anchor="ctr"/>
            <a:lstStyle/>
            <a:p>
              <a:endParaRPr lang="en-US"/>
            </a:p>
          </p:txBody>
        </p:sp>
        <p:sp>
          <p:nvSpPr>
            <p:cNvPr id="956" name="Graphic 4">
              <a:extLst>
                <a:ext uri="{FF2B5EF4-FFF2-40B4-BE49-F238E27FC236}">
                  <a16:creationId xmlns:a16="http://schemas.microsoft.com/office/drawing/2014/main" id="{FD53C02E-570F-CB40-A3AB-61016CC434D3}"/>
                </a:ext>
              </a:extLst>
            </p:cNvPr>
            <p:cNvSpPr/>
            <p:nvPr/>
          </p:nvSpPr>
          <p:spPr>
            <a:xfrm>
              <a:off x="3219889" y="4960517"/>
              <a:ext cx="31949" cy="64478"/>
            </a:xfrm>
            <a:custGeom>
              <a:avLst/>
              <a:gdLst>
                <a:gd name="connsiteX0" fmla="*/ 13419 w 31949"/>
                <a:gd name="connsiteY0" fmla="*/ 0 h 64478"/>
                <a:gd name="connsiteX1" fmla="*/ 0 w 31949"/>
                <a:gd name="connsiteY1" fmla="*/ 64478 h 64478"/>
                <a:gd name="connsiteX2" fmla="*/ 31950 w 31949"/>
                <a:gd name="connsiteY2" fmla="*/ 64478 h 64478"/>
                <a:gd name="connsiteX3" fmla="*/ 18531 w 31949"/>
                <a:gd name="connsiteY3" fmla="*/ 0 h 64478"/>
              </a:gdLst>
              <a:ahLst/>
              <a:cxnLst>
                <a:cxn ang="0">
                  <a:pos x="connsiteX0" y="connsiteY0"/>
                </a:cxn>
                <a:cxn ang="0">
                  <a:pos x="connsiteX1" y="connsiteY1"/>
                </a:cxn>
                <a:cxn ang="0">
                  <a:pos x="connsiteX2" y="connsiteY2"/>
                </a:cxn>
                <a:cxn ang="0">
                  <a:pos x="connsiteX3" y="connsiteY3"/>
                </a:cxn>
              </a:cxnLst>
              <a:rect l="l" t="t" r="r" b="b"/>
              <a:pathLst>
                <a:path w="31949" h="64478">
                  <a:moveTo>
                    <a:pt x="13419" y="0"/>
                  </a:moveTo>
                  <a:lnTo>
                    <a:pt x="0" y="64478"/>
                  </a:lnTo>
                  <a:lnTo>
                    <a:pt x="31950" y="64478"/>
                  </a:lnTo>
                  <a:lnTo>
                    <a:pt x="18531" y="0"/>
                  </a:lnTo>
                  <a:close/>
                </a:path>
              </a:pathLst>
            </a:custGeom>
            <a:solidFill>
              <a:srgbClr val="007CB0"/>
            </a:solidFill>
            <a:ln w="6390" cap="flat">
              <a:noFill/>
              <a:prstDash val="solid"/>
              <a:miter/>
            </a:ln>
          </p:spPr>
          <p:txBody>
            <a:bodyPr rtlCol="0" anchor="ctr"/>
            <a:lstStyle/>
            <a:p>
              <a:endParaRPr lang="en-US"/>
            </a:p>
          </p:txBody>
        </p:sp>
      </p:grpSp>
      <p:grpSp>
        <p:nvGrpSpPr>
          <p:cNvPr id="957" name="Graphic 4">
            <a:extLst>
              <a:ext uri="{FF2B5EF4-FFF2-40B4-BE49-F238E27FC236}">
                <a16:creationId xmlns:a16="http://schemas.microsoft.com/office/drawing/2014/main" id="{F66C29FD-3FE4-6148-A58A-DB5BCDB85E56}"/>
              </a:ext>
            </a:extLst>
          </p:cNvPr>
          <p:cNvGrpSpPr/>
          <p:nvPr/>
        </p:nvGrpSpPr>
        <p:grpSpPr>
          <a:xfrm>
            <a:off x="7192513" y="3339623"/>
            <a:ext cx="361670" cy="361333"/>
            <a:chOff x="7192513" y="3339623"/>
            <a:chExt cx="361670" cy="361333"/>
          </a:xfrm>
          <a:solidFill>
            <a:srgbClr val="007CB0"/>
          </a:solidFill>
        </p:grpSpPr>
        <p:sp>
          <p:nvSpPr>
            <p:cNvPr id="958" name="Graphic 4">
              <a:extLst>
                <a:ext uri="{FF2B5EF4-FFF2-40B4-BE49-F238E27FC236}">
                  <a16:creationId xmlns:a16="http://schemas.microsoft.com/office/drawing/2014/main" id="{DC7AF14F-8CFD-3143-A901-23F2ACBABA0D}"/>
                </a:ext>
              </a:extLst>
            </p:cNvPr>
            <p:cNvSpPr/>
            <p:nvPr/>
          </p:nvSpPr>
          <p:spPr>
            <a:xfrm>
              <a:off x="7355456" y="3464111"/>
              <a:ext cx="12141" cy="34473"/>
            </a:xfrm>
            <a:custGeom>
              <a:avLst/>
              <a:gdLst>
                <a:gd name="connsiteX0" fmla="*/ 12141 w 12141"/>
                <a:gd name="connsiteY0" fmla="*/ 34474 h 34473"/>
                <a:gd name="connsiteX1" fmla="*/ 12141 w 12141"/>
                <a:gd name="connsiteY1" fmla="*/ 28728 h 34473"/>
                <a:gd name="connsiteX2" fmla="*/ 12141 w 12141"/>
                <a:gd name="connsiteY2" fmla="*/ 28090 h 34473"/>
                <a:gd name="connsiteX3" fmla="*/ 12141 w 12141"/>
                <a:gd name="connsiteY3" fmla="*/ 5746 h 34473"/>
                <a:gd name="connsiteX4" fmla="*/ 10224 w 12141"/>
                <a:gd name="connsiteY4" fmla="*/ 1915 h 34473"/>
                <a:gd name="connsiteX5" fmla="*/ 5751 w 12141"/>
                <a:gd name="connsiteY5" fmla="*/ 0 h 34473"/>
                <a:gd name="connsiteX6" fmla="*/ 0 w 12141"/>
                <a:gd name="connsiteY6" fmla="*/ 5746 h 34473"/>
                <a:gd name="connsiteX7" fmla="*/ 0 w 12141"/>
                <a:gd name="connsiteY7" fmla="*/ 28728 h 34473"/>
                <a:gd name="connsiteX8" fmla="*/ 12141 w 12141"/>
                <a:gd name="connsiteY8" fmla="*/ 34474 h 3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41" h="34473">
                  <a:moveTo>
                    <a:pt x="12141" y="34474"/>
                  </a:moveTo>
                  <a:lnTo>
                    <a:pt x="12141" y="28728"/>
                  </a:lnTo>
                  <a:cubicBezTo>
                    <a:pt x="12141" y="28728"/>
                    <a:pt x="12141" y="28090"/>
                    <a:pt x="12141" y="28090"/>
                  </a:cubicBezTo>
                  <a:lnTo>
                    <a:pt x="12141" y="5746"/>
                  </a:lnTo>
                  <a:cubicBezTo>
                    <a:pt x="12141" y="4469"/>
                    <a:pt x="11502" y="2554"/>
                    <a:pt x="10224" y="1915"/>
                  </a:cubicBezTo>
                  <a:cubicBezTo>
                    <a:pt x="8946" y="638"/>
                    <a:pt x="7668" y="0"/>
                    <a:pt x="5751" y="0"/>
                  </a:cubicBezTo>
                  <a:cubicBezTo>
                    <a:pt x="2556" y="0"/>
                    <a:pt x="0" y="2554"/>
                    <a:pt x="0" y="5746"/>
                  </a:cubicBezTo>
                  <a:lnTo>
                    <a:pt x="0" y="28728"/>
                  </a:lnTo>
                  <a:cubicBezTo>
                    <a:pt x="3834" y="30005"/>
                    <a:pt x="8307" y="31920"/>
                    <a:pt x="12141" y="34474"/>
                  </a:cubicBezTo>
                  <a:close/>
                </a:path>
              </a:pathLst>
            </a:custGeom>
            <a:solidFill>
              <a:srgbClr val="007CB0"/>
            </a:solidFill>
            <a:ln w="6390" cap="flat">
              <a:noFill/>
              <a:prstDash val="solid"/>
              <a:miter/>
            </a:ln>
          </p:spPr>
          <p:txBody>
            <a:bodyPr rtlCol="0" anchor="ctr"/>
            <a:lstStyle/>
            <a:p>
              <a:endParaRPr lang="en-US"/>
            </a:p>
          </p:txBody>
        </p:sp>
        <p:sp>
          <p:nvSpPr>
            <p:cNvPr id="959" name="Graphic 4">
              <a:extLst>
                <a:ext uri="{FF2B5EF4-FFF2-40B4-BE49-F238E27FC236}">
                  <a16:creationId xmlns:a16="http://schemas.microsoft.com/office/drawing/2014/main" id="{739C6702-EFD6-1E47-B46D-97ABC8287698}"/>
                </a:ext>
              </a:extLst>
            </p:cNvPr>
            <p:cNvSpPr/>
            <p:nvPr/>
          </p:nvSpPr>
          <p:spPr>
            <a:xfrm>
              <a:off x="7379738" y="3464111"/>
              <a:ext cx="12141" cy="33835"/>
            </a:xfrm>
            <a:custGeom>
              <a:avLst/>
              <a:gdLst>
                <a:gd name="connsiteX0" fmla="*/ 12141 w 12141"/>
                <a:gd name="connsiteY0" fmla="*/ 28728 h 33835"/>
                <a:gd name="connsiteX1" fmla="*/ 12141 w 12141"/>
                <a:gd name="connsiteY1" fmla="*/ 5746 h 33835"/>
                <a:gd name="connsiteX2" fmla="*/ 6390 w 12141"/>
                <a:gd name="connsiteY2" fmla="*/ 0 h 33835"/>
                <a:gd name="connsiteX3" fmla="*/ 1917 w 12141"/>
                <a:gd name="connsiteY3" fmla="*/ 1915 h 33835"/>
                <a:gd name="connsiteX4" fmla="*/ 0 w 12141"/>
                <a:gd name="connsiteY4" fmla="*/ 5746 h 33835"/>
                <a:gd name="connsiteX5" fmla="*/ 0 w 12141"/>
                <a:gd name="connsiteY5" fmla="*/ 33835 h 33835"/>
                <a:gd name="connsiteX6" fmla="*/ 12141 w 12141"/>
                <a:gd name="connsiteY6" fmla="*/ 28728 h 33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1" h="33835">
                  <a:moveTo>
                    <a:pt x="12141" y="28728"/>
                  </a:moveTo>
                  <a:lnTo>
                    <a:pt x="12141" y="5746"/>
                  </a:lnTo>
                  <a:cubicBezTo>
                    <a:pt x="12141" y="2554"/>
                    <a:pt x="9585" y="0"/>
                    <a:pt x="6390" y="0"/>
                  </a:cubicBezTo>
                  <a:cubicBezTo>
                    <a:pt x="5111" y="0"/>
                    <a:pt x="3195" y="638"/>
                    <a:pt x="1917" y="1915"/>
                  </a:cubicBezTo>
                  <a:cubicBezTo>
                    <a:pt x="639" y="3192"/>
                    <a:pt x="0" y="4469"/>
                    <a:pt x="0" y="5746"/>
                  </a:cubicBezTo>
                  <a:lnTo>
                    <a:pt x="0" y="33835"/>
                  </a:lnTo>
                  <a:cubicBezTo>
                    <a:pt x="4473" y="31920"/>
                    <a:pt x="8306" y="30005"/>
                    <a:pt x="12141" y="28728"/>
                  </a:cubicBezTo>
                  <a:close/>
                </a:path>
              </a:pathLst>
            </a:custGeom>
            <a:solidFill>
              <a:srgbClr val="007CB0"/>
            </a:solidFill>
            <a:ln w="6390" cap="flat">
              <a:noFill/>
              <a:prstDash val="solid"/>
              <a:miter/>
            </a:ln>
          </p:spPr>
          <p:txBody>
            <a:bodyPr rtlCol="0" anchor="ctr"/>
            <a:lstStyle/>
            <a:p>
              <a:endParaRPr lang="en-US"/>
            </a:p>
          </p:txBody>
        </p:sp>
        <p:sp>
          <p:nvSpPr>
            <p:cNvPr id="960" name="Graphic 4">
              <a:extLst>
                <a:ext uri="{FF2B5EF4-FFF2-40B4-BE49-F238E27FC236}">
                  <a16:creationId xmlns:a16="http://schemas.microsoft.com/office/drawing/2014/main" id="{536AD1F4-96C8-5E40-9CAC-4B83EDBAB52D}"/>
                </a:ext>
              </a:extLst>
            </p:cNvPr>
            <p:cNvSpPr/>
            <p:nvPr/>
          </p:nvSpPr>
          <p:spPr>
            <a:xfrm>
              <a:off x="7404659" y="3440490"/>
              <a:ext cx="12140" cy="51710"/>
            </a:xfrm>
            <a:custGeom>
              <a:avLst/>
              <a:gdLst>
                <a:gd name="connsiteX0" fmla="*/ 1917 w 12140"/>
                <a:gd name="connsiteY0" fmla="*/ 50434 h 51710"/>
                <a:gd name="connsiteX1" fmla="*/ 12140 w 12140"/>
                <a:gd name="connsiteY1" fmla="*/ 51710 h 51710"/>
                <a:gd name="connsiteX2" fmla="*/ 12140 w 12140"/>
                <a:gd name="connsiteY2" fmla="*/ 5107 h 51710"/>
                <a:gd name="connsiteX3" fmla="*/ 6390 w 12140"/>
                <a:gd name="connsiteY3" fmla="*/ 0 h 51710"/>
                <a:gd name="connsiteX4" fmla="*/ 1917 w 12140"/>
                <a:gd name="connsiteY4" fmla="*/ 1915 h 51710"/>
                <a:gd name="connsiteX5" fmla="*/ 0 w 12140"/>
                <a:gd name="connsiteY5" fmla="*/ 5746 h 51710"/>
                <a:gd name="connsiteX6" fmla="*/ 0 w 12140"/>
                <a:gd name="connsiteY6" fmla="*/ 30005 h 51710"/>
                <a:gd name="connsiteX7" fmla="*/ 0 w 12140"/>
                <a:gd name="connsiteY7" fmla="*/ 51072 h 51710"/>
                <a:gd name="connsiteX8" fmla="*/ 1917 w 12140"/>
                <a:gd name="connsiteY8" fmla="*/ 50434 h 5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40" h="51710">
                  <a:moveTo>
                    <a:pt x="1917" y="50434"/>
                  </a:moveTo>
                  <a:cubicBezTo>
                    <a:pt x="5111" y="50434"/>
                    <a:pt x="8945" y="51072"/>
                    <a:pt x="12140" y="51710"/>
                  </a:cubicBezTo>
                  <a:lnTo>
                    <a:pt x="12140" y="5107"/>
                  </a:lnTo>
                  <a:cubicBezTo>
                    <a:pt x="12140" y="1915"/>
                    <a:pt x="9585" y="0"/>
                    <a:pt x="6390" y="0"/>
                  </a:cubicBezTo>
                  <a:cubicBezTo>
                    <a:pt x="5111" y="0"/>
                    <a:pt x="3195" y="639"/>
                    <a:pt x="1917" y="1915"/>
                  </a:cubicBezTo>
                  <a:cubicBezTo>
                    <a:pt x="639" y="3192"/>
                    <a:pt x="0" y="4469"/>
                    <a:pt x="0" y="5746"/>
                  </a:cubicBezTo>
                  <a:lnTo>
                    <a:pt x="0" y="30005"/>
                  </a:lnTo>
                  <a:lnTo>
                    <a:pt x="0" y="51072"/>
                  </a:lnTo>
                  <a:cubicBezTo>
                    <a:pt x="639" y="50434"/>
                    <a:pt x="1278" y="50434"/>
                    <a:pt x="1917" y="50434"/>
                  </a:cubicBezTo>
                  <a:close/>
                </a:path>
              </a:pathLst>
            </a:custGeom>
            <a:solidFill>
              <a:srgbClr val="007CB0"/>
            </a:solidFill>
            <a:ln w="6390" cap="flat">
              <a:noFill/>
              <a:prstDash val="solid"/>
              <a:miter/>
            </a:ln>
          </p:spPr>
          <p:txBody>
            <a:bodyPr rtlCol="0" anchor="ctr"/>
            <a:lstStyle/>
            <a:p>
              <a:endParaRPr lang="en-US"/>
            </a:p>
          </p:txBody>
        </p:sp>
        <p:sp>
          <p:nvSpPr>
            <p:cNvPr id="961" name="Graphic 4">
              <a:extLst>
                <a:ext uri="{FF2B5EF4-FFF2-40B4-BE49-F238E27FC236}">
                  <a16:creationId xmlns:a16="http://schemas.microsoft.com/office/drawing/2014/main" id="{43CA4D6E-A0E7-164C-BB36-7056C37AEDBD}"/>
                </a:ext>
              </a:extLst>
            </p:cNvPr>
            <p:cNvSpPr/>
            <p:nvPr/>
          </p:nvSpPr>
          <p:spPr>
            <a:xfrm>
              <a:off x="7446194" y="3445597"/>
              <a:ext cx="19169" cy="85545"/>
            </a:xfrm>
            <a:custGeom>
              <a:avLst/>
              <a:gdLst>
                <a:gd name="connsiteX0" fmla="*/ 7668 w 19169"/>
                <a:gd name="connsiteY0" fmla="*/ 62563 h 85545"/>
                <a:gd name="connsiteX1" fmla="*/ 1278 w 19169"/>
                <a:gd name="connsiteY1" fmla="*/ 68947 h 85545"/>
                <a:gd name="connsiteX2" fmla="*/ 0 w 19169"/>
                <a:gd name="connsiteY2" fmla="*/ 68947 h 85545"/>
                <a:gd name="connsiteX3" fmla="*/ 5750 w 19169"/>
                <a:gd name="connsiteY3" fmla="*/ 85546 h 85545"/>
                <a:gd name="connsiteX4" fmla="*/ 19170 w 19169"/>
                <a:gd name="connsiteY4" fmla="*/ 83630 h 85545"/>
                <a:gd name="connsiteX5" fmla="*/ 19170 w 19169"/>
                <a:gd name="connsiteY5" fmla="*/ 51072 h 85545"/>
                <a:gd name="connsiteX6" fmla="*/ 19170 w 19169"/>
                <a:gd name="connsiteY6" fmla="*/ 50434 h 85545"/>
                <a:gd name="connsiteX7" fmla="*/ 19170 w 19169"/>
                <a:gd name="connsiteY7" fmla="*/ 5746 h 85545"/>
                <a:gd name="connsiteX8" fmla="*/ 13419 w 19169"/>
                <a:gd name="connsiteY8" fmla="*/ 0 h 85545"/>
                <a:gd name="connsiteX9" fmla="*/ 8945 w 19169"/>
                <a:gd name="connsiteY9" fmla="*/ 1916 h 85545"/>
                <a:gd name="connsiteX10" fmla="*/ 7029 w 19169"/>
                <a:gd name="connsiteY10" fmla="*/ 5746 h 85545"/>
                <a:gd name="connsiteX11" fmla="*/ 7029 w 19169"/>
                <a:gd name="connsiteY11" fmla="*/ 62563 h 85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169" h="85545">
                  <a:moveTo>
                    <a:pt x="7668" y="62563"/>
                  </a:moveTo>
                  <a:cubicBezTo>
                    <a:pt x="7668" y="66394"/>
                    <a:pt x="5111" y="68947"/>
                    <a:pt x="1278" y="68947"/>
                  </a:cubicBezTo>
                  <a:cubicBezTo>
                    <a:pt x="639" y="68947"/>
                    <a:pt x="0" y="68947"/>
                    <a:pt x="0" y="68947"/>
                  </a:cubicBezTo>
                  <a:cubicBezTo>
                    <a:pt x="3195" y="74054"/>
                    <a:pt x="5111" y="79800"/>
                    <a:pt x="5750" y="85546"/>
                  </a:cubicBezTo>
                  <a:cubicBezTo>
                    <a:pt x="10224" y="84269"/>
                    <a:pt x="14696" y="83630"/>
                    <a:pt x="19170" y="83630"/>
                  </a:cubicBezTo>
                  <a:lnTo>
                    <a:pt x="19170" y="51072"/>
                  </a:lnTo>
                  <a:cubicBezTo>
                    <a:pt x="19170" y="51072"/>
                    <a:pt x="19170" y="51072"/>
                    <a:pt x="19170" y="50434"/>
                  </a:cubicBezTo>
                  <a:lnTo>
                    <a:pt x="19170" y="5746"/>
                  </a:lnTo>
                  <a:cubicBezTo>
                    <a:pt x="19170" y="2554"/>
                    <a:pt x="16614" y="0"/>
                    <a:pt x="13419" y="0"/>
                  </a:cubicBezTo>
                  <a:cubicBezTo>
                    <a:pt x="12140" y="0"/>
                    <a:pt x="10224" y="639"/>
                    <a:pt x="8945" y="1916"/>
                  </a:cubicBezTo>
                  <a:cubicBezTo>
                    <a:pt x="7668" y="3192"/>
                    <a:pt x="7668" y="4469"/>
                    <a:pt x="7029" y="5746"/>
                  </a:cubicBezTo>
                  <a:lnTo>
                    <a:pt x="7029" y="62563"/>
                  </a:lnTo>
                  <a:close/>
                </a:path>
              </a:pathLst>
            </a:custGeom>
            <a:solidFill>
              <a:srgbClr val="007CB0"/>
            </a:solidFill>
            <a:ln w="6390" cap="flat">
              <a:noFill/>
              <a:prstDash val="solid"/>
              <a:miter/>
            </a:ln>
          </p:spPr>
          <p:txBody>
            <a:bodyPr rtlCol="0" anchor="ctr"/>
            <a:lstStyle/>
            <a:p>
              <a:endParaRPr lang="en-US"/>
            </a:p>
          </p:txBody>
        </p:sp>
        <p:sp>
          <p:nvSpPr>
            <p:cNvPr id="962" name="Graphic 4">
              <a:extLst>
                <a:ext uri="{FF2B5EF4-FFF2-40B4-BE49-F238E27FC236}">
                  <a16:creationId xmlns:a16="http://schemas.microsoft.com/office/drawing/2014/main" id="{B01AA536-4062-F447-9414-A03EBC835E74}"/>
                </a:ext>
              </a:extLst>
            </p:cNvPr>
            <p:cNvSpPr/>
            <p:nvPr/>
          </p:nvSpPr>
          <p:spPr>
            <a:xfrm>
              <a:off x="7429579" y="3432191"/>
              <a:ext cx="12141" cy="74692"/>
            </a:xfrm>
            <a:custGeom>
              <a:avLst/>
              <a:gdLst>
                <a:gd name="connsiteX0" fmla="*/ 0 w 12141"/>
                <a:gd name="connsiteY0" fmla="*/ 13406 h 74692"/>
                <a:gd name="connsiteX1" fmla="*/ 0 w 12141"/>
                <a:gd name="connsiteY1" fmla="*/ 13406 h 74692"/>
                <a:gd name="connsiteX2" fmla="*/ 0 w 12141"/>
                <a:gd name="connsiteY2" fmla="*/ 65117 h 74692"/>
                <a:gd name="connsiteX3" fmla="*/ 10225 w 12141"/>
                <a:gd name="connsiteY3" fmla="*/ 72778 h 74692"/>
                <a:gd name="connsiteX4" fmla="*/ 10225 w 12141"/>
                <a:gd name="connsiteY4" fmla="*/ 72778 h 74692"/>
                <a:gd name="connsiteX5" fmla="*/ 12141 w 12141"/>
                <a:gd name="connsiteY5" fmla="*/ 74693 h 74692"/>
                <a:gd name="connsiteX6" fmla="*/ 12141 w 12141"/>
                <a:gd name="connsiteY6" fmla="*/ 19152 h 74692"/>
                <a:gd name="connsiteX7" fmla="*/ 12141 w 12141"/>
                <a:gd name="connsiteY7" fmla="*/ 19152 h 74692"/>
                <a:gd name="connsiteX8" fmla="*/ 12141 w 12141"/>
                <a:gd name="connsiteY8" fmla="*/ 18514 h 74692"/>
                <a:gd name="connsiteX9" fmla="*/ 12141 w 12141"/>
                <a:gd name="connsiteY9" fmla="*/ 5746 h 74692"/>
                <a:gd name="connsiteX10" fmla="*/ 6390 w 12141"/>
                <a:gd name="connsiteY10" fmla="*/ 0 h 74692"/>
                <a:gd name="connsiteX11" fmla="*/ 1917 w 12141"/>
                <a:gd name="connsiteY11" fmla="*/ 1915 h 74692"/>
                <a:gd name="connsiteX12" fmla="*/ 0 w 12141"/>
                <a:gd name="connsiteY12" fmla="*/ 5746 h 74692"/>
                <a:gd name="connsiteX13" fmla="*/ 0 w 12141"/>
                <a:gd name="connsiteY13" fmla="*/ 13406 h 74692"/>
                <a:gd name="connsiteX14" fmla="*/ 0 w 12141"/>
                <a:gd name="connsiteY14" fmla="*/ 13406 h 74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41" h="74692">
                  <a:moveTo>
                    <a:pt x="0" y="13406"/>
                  </a:moveTo>
                  <a:cubicBezTo>
                    <a:pt x="0" y="14045"/>
                    <a:pt x="0" y="14045"/>
                    <a:pt x="0" y="13406"/>
                  </a:cubicBezTo>
                  <a:lnTo>
                    <a:pt x="0" y="65117"/>
                  </a:lnTo>
                  <a:cubicBezTo>
                    <a:pt x="3835" y="67032"/>
                    <a:pt x="7030" y="69586"/>
                    <a:pt x="10225" y="72778"/>
                  </a:cubicBezTo>
                  <a:lnTo>
                    <a:pt x="10225" y="72778"/>
                  </a:lnTo>
                  <a:cubicBezTo>
                    <a:pt x="10863" y="73416"/>
                    <a:pt x="11502" y="74054"/>
                    <a:pt x="12141" y="74693"/>
                  </a:cubicBezTo>
                  <a:lnTo>
                    <a:pt x="12141" y="19152"/>
                  </a:lnTo>
                  <a:cubicBezTo>
                    <a:pt x="12141" y="19152"/>
                    <a:pt x="12141" y="19152"/>
                    <a:pt x="12141" y="19152"/>
                  </a:cubicBezTo>
                  <a:cubicBezTo>
                    <a:pt x="12141" y="19152"/>
                    <a:pt x="12141" y="18514"/>
                    <a:pt x="12141" y="18514"/>
                  </a:cubicBezTo>
                  <a:lnTo>
                    <a:pt x="12141" y="5746"/>
                  </a:lnTo>
                  <a:cubicBezTo>
                    <a:pt x="12141" y="2554"/>
                    <a:pt x="9585" y="0"/>
                    <a:pt x="6390" y="0"/>
                  </a:cubicBezTo>
                  <a:cubicBezTo>
                    <a:pt x="5112" y="0"/>
                    <a:pt x="3195" y="638"/>
                    <a:pt x="1917" y="1915"/>
                  </a:cubicBezTo>
                  <a:cubicBezTo>
                    <a:pt x="640" y="3192"/>
                    <a:pt x="0" y="4469"/>
                    <a:pt x="0" y="5746"/>
                  </a:cubicBezTo>
                  <a:lnTo>
                    <a:pt x="0" y="13406"/>
                  </a:lnTo>
                  <a:cubicBezTo>
                    <a:pt x="0" y="12768"/>
                    <a:pt x="0" y="13406"/>
                    <a:pt x="0" y="13406"/>
                  </a:cubicBezTo>
                  <a:close/>
                </a:path>
              </a:pathLst>
            </a:custGeom>
            <a:solidFill>
              <a:srgbClr val="007CB0"/>
            </a:solidFill>
            <a:ln w="6390" cap="flat">
              <a:noFill/>
              <a:prstDash val="solid"/>
              <a:miter/>
            </a:ln>
          </p:spPr>
          <p:txBody>
            <a:bodyPr rtlCol="0" anchor="ctr"/>
            <a:lstStyle/>
            <a:p>
              <a:endParaRPr lang="en-US"/>
            </a:p>
          </p:txBody>
        </p:sp>
        <p:sp>
          <p:nvSpPr>
            <p:cNvPr id="963" name="Graphic 4">
              <a:extLst>
                <a:ext uri="{FF2B5EF4-FFF2-40B4-BE49-F238E27FC236}">
                  <a16:creationId xmlns:a16="http://schemas.microsoft.com/office/drawing/2014/main" id="{375BE113-FBE3-1B45-90FA-5439528CF41E}"/>
                </a:ext>
              </a:extLst>
            </p:cNvPr>
            <p:cNvSpPr/>
            <p:nvPr/>
          </p:nvSpPr>
          <p:spPr>
            <a:xfrm>
              <a:off x="7281333" y="3445597"/>
              <a:ext cx="19808" cy="85545"/>
            </a:xfrm>
            <a:custGeom>
              <a:avLst/>
              <a:gdLst>
                <a:gd name="connsiteX0" fmla="*/ 639 w 19808"/>
                <a:gd name="connsiteY0" fmla="*/ 51072 h 85545"/>
                <a:gd name="connsiteX1" fmla="*/ 639 w 19808"/>
                <a:gd name="connsiteY1" fmla="*/ 83630 h 85545"/>
                <a:gd name="connsiteX2" fmla="*/ 14058 w 19808"/>
                <a:gd name="connsiteY2" fmla="*/ 85546 h 85545"/>
                <a:gd name="connsiteX3" fmla="*/ 19809 w 19808"/>
                <a:gd name="connsiteY3" fmla="*/ 69586 h 85545"/>
                <a:gd name="connsiteX4" fmla="*/ 18531 w 19808"/>
                <a:gd name="connsiteY4" fmla="*/ 69586 h 85545"/>
                <a:gd name="connsiteX5" fmla="*/ 12141 w 19808"/>
                <a:gd name="connsiteY5" fmla="*/ 63202 h 85545"/>
                <a:gd name="connsiteX6" fmla="*/ 12141 w 19808"/>
                <a:gd name="connsiteY6" fmla="*/ 5746 h 85545"/>
                <a:gd name="connsiteX7" fmla="*/ 10224 w 19808"/>
                <a:gd name="connsiteY7" fmla="*/ 1916 h 85545"/>
                <a:gd name="connsiteX8" fmla="*/ 5751 w 19808"/>
                <a:gd name="connsiteY8" fmla="*/ 0 h 85545"/>
                <a:gd name="connsiteX9" fmla="*/ 0 w 19808"/>
                <a:gd name="connsiteY9" fmla="*/ 5746 h 85545"/>
                <a:gd name="connsiteX10" fmla="*/ 639 w 19808"/>
                <a:gd name="connsiteY10" fmla="*/ 51072 h 85545"/>
                <a:gd name="connsiteX11" fmla="*/ 639 w 19808"/>
                <a:gd name="connsiteY11" fmla="*/ 51072 h 85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08" h="85545">
                  <a:moveTo>
                    <a:pt x="639" y="51072"/>
                  </a:moveTo>
                  <a:lnTo>
                    <a:pt x="639" y="83630"/>
                  </a:lnTo>
                  <a:cubicBezTo>
                    <a:pt x="5112" y="83630"/>
                    <a:pt x="9585" y="84269"/>
                    <a:pt x="14058" y="85546"/>
                  </a:cubicBezTo>
                  <a:cubicBezTo>
                    <a:pt x="15336" y="79800"/>
                    <a:pt x="17253" y="74693"/>
                    <a:pt x="19809" y="69586"/>
                  </a:cubicBezTo>
                  <a:cubicBezTo>
                    <a:pt x="19170" y="69586"/>
                    <a:pt x="19170" y="69586"/>
                    <a:pt x="18531" y="69586"/>
                  </a:cubicBezTo>
                  <a:cubicBezTo>
                    <a:pt x="14697" y="69586"/>
                    <a:pt x="12141" y="67032"/>
                    <a:pt x="12141" y="63202"/>
                  </a:cubicBezTo>
                  <a:lnTo>
                    <a:pt x="12141" y="5746"/>
                  </a:lnTo>
                  <a:cubicBezTo>
                    <a:pt x="12141" y="3831"/>
                    <a:pt x="11502" y="2554"/>
                    <a:pt x="10224" y="1916"/>
                  </a:cubicBezTo>
                  <a:cubicBezTo>
                    <a:pt x="8946" y="639"/>
                    <a:pt x="7668" y="0"/>
                    <a:pt x="5751" y="0"/>
                  </a:cubicBezTo>
                  <a:cubicBezTo>
                    <a:pt x="2556" y="0"/>
                    <a:pt x="0" y="2554"/>
                    <a:pt x="0" y="5746"/>
                  </a:cubicBezTo>
                  <a:lnTo>
                    <a:pt x="639" y="51072"/>
                  </a:lnTo>
                  <a:cubicBezTo>
                    <a:pt x="639" y="50434"/>
                    <a:pt x="639" y="51072"/>
                    <a:pt x="639" y="51072"/>
                  </a:cubicBezTo>
                  <a:close/>
                </a:path>
              </a:pathLst>
            </a:custGeom>
            <a:solidFill>
              <a:srgbClr val="007CB0"/>
            </a:solidFill>
            <a:ln w="6390" cap="flat">
              <a:noFill/>
              <a:prstDash val="solid"/>
              <a:miter/>
            </a:ln>
          </p:spPr>
          <p:txBody>
            <a:bodyPr rtlCol="0" anchor="ctr"/>
            <a:lstStyle/>
            <a:p>
              <a:endParaRPr lang="en-US"/>
            </a:p>
          </p:txBody>
        </p:sp>
        <p:sp>
          <p:nvSpPr>
            <p:cNvPr id="964" name="Graphic 4">
              <a:extLst>
                <a:ext uri="{FF2B5EF4-FFF2-40B4-BE49-F238E27FC236}">
                  <a16:creationId xmlns:a16="http://schemas.microsoft.com/office/drawing/2014/main" id="{A08F82BE-A70E-7B4B-ABA4-70827D07C0E9}"/>
                </a:ext>
              </a:extLst>
            </p:cNvPr>
            <p:cNvSpPr/>
            <p:nvPr/>
          </p:nvSpPr>
          <p:spPr>
            <a:xfrm>
              <a:off x="7192513" y="333962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288826 w 361670"/>
                <a:gd name="connsiteY5" fmla="*/ 250252 h 361333"/>
                <a:gd name="connsiteX6" fmla="*/ 285631 w 361670"/>
                <a:gd name="connsiteY6" fmla="*/ 255998 h 361333"/>
                <a:gd name="connsiteX7" fmla="*/ 285631 w 361670"/>
                <a:gd name="connsiteY7" fmla="*/ 274511 h 361333"/>
                <a:gd name="connsiteX8" fmla="*/ 279241 w 361670"/>
                <a:gd name="connsiteY8" fmla="*/ 280895 h 361333"/>
                <a:gd name="connsiteX9" fmla="*/ 272851 w 361670"/>
                <a:gd name="connsiteY9" fmla="*/ 274511 h 361333"/>
                <a:gd name="connsiteX10" fmla="*/ 272851 w 361670"/>
                <a:gd name="connsiteY10" fmla="*/ 255998 h 361333"/>
                <a:gd name="connsiteX11" fmla="*/ 281157 w 361670"/>
                <a:gd name="connsiteY11" fmla="*/ 240038 h 361333"/>
                <a:gd name="connsiteX12" fmla="*/ 297132 w 361670"/>
                <a:gd name="connsiteY12" fmla="*/ 211310 h 361333"/>
                <a:gd name="connsiteX13" fmla="*/ 297132 w 361670"/>
                <a:gd name="connsiteY13" fmla="*/ 210033 h 361333"/>
                <a:gd name="connsiteX14" fmla="*/ 297132 w 361670"/>
                <a:gd name="connsiteY14" fmla="*/ 210033 h 361333"/>
                <a:gd name="connsiteX15" fmla="*/ 297132 w 361670"/>
                <a:gd name="connsiteY15" fmla="*/ 148747 h 361333"/>
                <a:gd name="connsiteX16" fmla="*/ 294576 w 361670"/>
                <a:gd name="connsiteY16" fmla="*/ 148747 h 361333"/>
                <a:gd name="connsiteX17" fmla="*/ 293937 w 361670"/>
                <a:gd name="connsiteY17" fmla="*/ 148747 h 361333"/>
                <a:gd name="connsiteX18" fmla="*/ 290103 w 361670"/>
                <a:gd name="connsiteY18" fmla="*/ 149385 h 361333"/>
                <a:gd name="connsiteX19" fmla="*/ 288186 w 361670"/>
                <a:gd name="connsiteY19" fmla="*/ 150662 h 361333"/>
                <a:gd name="connsiteX20" fmla="*/ 284991 w 361670"/>
                <a:gd name="connsiteY20" fmla="*/ 157046 h 361333"/>
                <a:gd name="connsiteX21" fmla="*/ 284991 w 361670"/>
                <a:gd name="connsiteY21" fmla="*/ 159600 h 361333"/>
                <a:gd name="connsiteX22" fmla="*/ 284991 w 361670"/>
                <a:gd name="connsiteY22" fmla="*/ 159600 h 361333"/>
                <a:gd name="connsiteX23" fmla="*/ 284991 w 361670"/>
                <a:gd name="connsiteY23" fmla="*/ 196627 h 361333"/>
                <a:gd name="connsiteX24" fmla="*/ 284991 w 361670"/>
                <a:gd name="connsiteY24" fmla="*/ 197265 h 361333"/>
                <a:gd name="connsiteX25" fmla="*/ 284991 w 361670"/>
                <a:gd name="connsiteY25" fmla="*/ 197903 h 361333"/>
                <a:gd name="connsiteX26" fmla="*/ 284991 w 361670"/>
                <a:gd name="connsiteY26" fmla="*/ 198542 h 361333"/>
                <a:gd name="connsiteX27" fmla="*/ 284352 w 361670"/>
                <a:gd name="connsiteY27" fmla="*/ 199819 h 361333"/>
                <a:gd name="connsiteX28" fmla="*/ 283713 w 361670"/>
                <a:gd name="connsiteY28" fmla="*/ 200457 h 361333"/>
                <a:gd name="connsiteX29" fmla="*/ 283075 w 361670"/>
                <a:gd name="connsiteY29" fmla="*/ 201734 h 361333"/>
                <a:gd name="connsiteX30" fmla="*/ 282436 w 361670"/>
                <a:gd name="connsiteY30" fmla="*/ 202372 h 361333"/>
                <a:gd name="connsiteX31" fmla="*/ 281157 w 361670"/>
                <a:gd name="connsiteY31" fmla="*/ 203011 h 361333"/>
                <a:gd name="connsiteX32" fmla="*/ 280518 w 361670"/>
                <a:gd name="connsiteY32" fmla="*/ 203011 h 361333"/>
                <a:gd name="connsiteX33" fmla="*/ 279241 w 361670"/>
                <a:gd name="connsiteY33" fmla="*/ 203011 h 361333"/>
                <a:gd name="connsiteX34" fmla="*/ 278601 w 361670"/>
                <a:gd name="connsiteY34" fmla="*/ 203011 h 361333"/>
                <a:gd name="connsiteX35" fmla="*/ 278601 w 361670"/>
                <a:gd name="connsiteY35" fmla="*/ 203011 h 361333"/>
                <a:gd name="connsiteX36" fmla="*/ 260071 w 361670"/>
                <a:gd name="connsiteY36" fmla="*/ 205564 h 361333"/>
                <a:gd name="connsiteX37" fmla="*/ 246651 w 361670"/>
                <a:gd name="connsiteY37" fmla="*/ 234930 h 361333"/>
                <a:gd name="connsiteX38" fmla="*/ 197449 w 361670"/>
                <a:gd name="connsiteY38" fmla="*/ 286641 h 361333"/>
                <a:gd name="connsiteX39" fmla="*/ 180836 w 361670"/>
                <a:gd name="connsiteY39" fmla="*/ 295578 h 361333"/>
                <a:gd name="connsiteX40" fmla="*/ 180836 w 361670"/>
                <a:gd name="connsiteY40" fmla="*/ 295578 h 361333"/>
                <a:gd name="connsiteX41" fmla="*/ 164861 w 361670"/>
                <a:gd name="connsiteY41" fmla="*/ 287279 h 361333"/>
                <a:gd name="connsiteX42" fmla="*/ 115019 w 361670"/>
                <a:gd name="connsiteY42" fmla="*/ 234930 h 361333"/>
                <a:gd name="connsiteX43" fmla="*/ 101600 w 361670"/>
                <a:gd name="connsiteY43" fmla="*/ 204926 h 361333"/>
                <a:gd name="connsiteX44" fmla="*/ 83069 w 361670"/>
                <a:gd name="connsiteY44" fmla="*/ 202372 h 361333"/>
                <a:gd name="connsiteX45" fmla="*/ 82430 w 361670"/>
                <a:gd name="connsiteY45" fmla="*/ 202372 h 361333"/>
                <a:gd name="connsiteX46" fmla="*/ 81792 w 361670"/>
                <a:gd name="connsiteY46" fmla="*/ 202372 h 361333"/>
                <a:gd name="connsiteX47" fmla="*/ 80513 w 361670"/>
                <a:gd name="connsiteY47" fmla="*/ 202372 h 361333"/>
                <a:gd name="connsiteX48" fmla="*/ 79874 w 361670"/>
                <a:gd name="connsiteY48" fmla="*/ 202372 h 361333"/>
                <a:gd name="connsiteX49" fmla="*/ 78597 w 361670"/>
                <a:gd name="connsiteY49" fmla="*/ 201734 h 361333"/>
                <a:gd name="connsiteX50" fmla="*/ 77958 w 361670"/>
                <a:gd name="connsiteY50" fmla="*/ 201095 h 361333"/>
                <a:gd name="connsiteX51" fmla="*/ 77318 w 361670"/>
                <a:gd name="connsiteY51" fmla="*/ 199819 h 361333"/>
                <a:gd name="connsiteX52" fmla="*/ 76679 w 361670"/>
                <a:gd name="connsiteY52" fmla="*/ 199180 h 361333"/>
                <a:gd name="connsiteX53" fmla="*/ 76040 w 361670"/>
                <a:gd name="connsiteY53" fmla="*/ 197903 h 361333"/>
                <a:gd name="connsiteX54" fmla="*/ 76040 w 361670"/>
                <a:gd name="connsiteY54" fmla="*/ 197265 h 361333"/>
                <a:gd name="connsiteX55" fmla="*/ 76040 w 361670"/>
                <a:gd name="connsiteY55" fmla="*/ 196627 h 361333"/>
                <a:gd name="connsiteX56" fmla="*/ 76040 w 361670"/>
                <a:gd name="connsiteY56" fmla="*/ 195988 h 361333"/>
                <a:gd name="connsiteX57" fmla="*/ 76040 w 361670"/>
                <a:gd name="connsiteY57" fmla="*/ 158961 h 361333"/>
                <a:gd name="connsiteX58" fmla="*/ 76040 w 361670"/>
                <a:gd name="connsiteY58" fmla="*/ 158961 h 361333"/>
                <a:gd name="connsiteX59" fmla="*/ 76040 w 361670"/>
                <a:gd name="connsiteY59" fmla="*/ 157046 h 361333"/>
                <a:gd name="connsiteX60" fmla="*/ 72845 w 361670"/>
                <a:gd name="connsiteY60" fmla="*/ 150024 h 361333"/>
                <a:gd name="connsiteX61" fmla="*/ 70928 w 361670"/>
                <a:gd name="connsiteY61" fmla="*/ 148747 h 361333"/>
                <a:gd name="connsiteX62" fmla="*/ 67094 w 361670"/>
                <a:gd name="connsiteY62" fmla="*/ 148108 h 361333"/>
                <a:gd name="connsiteX63" fmla="*/ 66456 w 361670"/>
                <a:gd name="connsiteY63" fmla="*/ 148108 h 361333"/>
                <a:gd name="connsiteX64" fmla="*/ 63899 w 361670"/>
                <a:gd name="connsiteY64" fmla="*/ 148108 h 361333"/>
                <a:gd name="connsiteX65" fmla="*/ 63899 w 361670"/>
                <a:gd name="connsiteY65" fmla="*/ 209395 h 361333"/>
                <a:gd name="connsiteX66" fmla="*/ 63899 w 361670"/>
                <a:gd name="connsiteY66" fmla="*/ 209395 h 361333"/>
                <a:gd name="connsiteX67" fmla="*/ 63899 w 361670"/>
                <a:gd name="connsiteY67" fmla="*/ 210671 h 361333"/>
                <a:gd name="connsiteX68" fmla="*/ 79874 w 361670"/>
                <a:gd name="connsiteY68" fmla="*/ 239399 h 361333"/>
                <a:gd name="connsiteX69" fmla="*/ 88181 w 361670"/>
                <a:gd name="connsiteY69" fmla="*/ 255359 h 361333"/>
                <a:gd name="connsiteX70" fmla="*/ 88181 w 361670"/>
                <a:gd name="connsiteY70" fmla="*/ 273873 h 361333"/>
                <a:gd name="connsiteX71" fmla="*/ 81792 w 361670"/>
                <a:gd name="connsiteY71" fmla="*/ 280257 h 361333"/>
                <a:gd name="connsiteX72" fmla="*/ 75402 w 361670"/>
                <a:gd name="connsiteY72" fmla="*/ 273873 h 361333"/>
                <a:gd name="connsiteX73" fmla="*/ 75402 w 361670"/>
                <a:gd name="connsiteY73" fmla="*/ 255359 h 361333"/>
                <a:gd name="connsiteX74" fmla="*/ 72207 w 361670"/>
                <a:gd name="connsiteY74" fmla="*/ 249614 h 361333"/>
                <a:gd name="connsiteX75" fmla="*/ 50481 w 361670"/>
                <a:gd name="connsiteY75" fmla="*/ 210671 h 361333"/>
                <a:gd name="connsiteX76" fmla="*/ 50481 w 361670"/>
                <a:gd name="connsiteY76" fmla="*/ 208756 h 361333"/>
                <a:gd name="connsiteX77" fmla="*/ 50481 w 361670"/>
                <a:gd name="connsiteY77" fmla="*/ 208756 h 361333"/>
                <a:gd name="connsiteX78" fmla="*/ 50481 w 361670"/>
                <a:gd name="connsiteY78" fmla="*/ 144916 h 361333"/>
                <a:gd name="connsiteX79" fmla="*/ 56871 w 361670"/>
                <a:gd name="connsiteY79" fmla="*/ 135979 h 361333"/>
                <a:gd name="connsiteX80" fmla="*/ 65178 w 361670"/>
                <a:gd name="connsiteY80" fmla="*/ 134702 h 361333"/>
                <a:gd name="connsiteX81" fmla="*/ 65817 w 361670"/>
                <a:gd name="connsiteY81" fmla="*/ 134702 h 361333"/>
                <a:gd name="connsiteX82" fmla="*/ 74763 w 361670"/>
                <a:gd name="connsiteY82" fmla="*/ 136617 h 361333"/>
                <a:gd name="connsiteX83" fmla="*/ 74763 w 361670"/>
                <a:gd name="connsiteY83" fmla="*/ 111720 h 361333"/>
                <a:gd name="connsiteX84" fmla="*/ 93293 w 361670"/>
                <a:gd name="connsiteY84" fmla="*/ 93206 h 361333"/>
                <a:gd name="connsiteX85" fmla="*/ 99683 w 361670"/>
                <a:gd name="connsiteY85" fmla="*/ 94483 h 361333"/>
                <a:gd name="connsiteX86" fmla="*/ 118214 w 361670"/>
                <a:gd name="connsiteY86" fmla="*/ 79800 h 361333"/>
                <a:gd name="connsiteX87" fmla="*/ 131633 w 361670"/>
                <a:gd name="connsiteY87" fmla="*/ 85546 h 361333"/>
                <a:gd name="connsiteX88" fmla="*/ 134828 w 361670"/>
                <a:gd name="connsiteY88" fmla="*/ 90653 h 361333"/>
                <a:gd name="connsiteX89" fmla="*/ 142496 w 361670"/>
                <a:gd name="connsiteY89" fmla="*/ 88738 h 361333"/>
                <a:gd name="connsiteX90" fmla="*/ 155915 w 361670"/>
                <a:gd name="connsiteY90" fmla="*/ 94483 h 361333"/>
                <a:gd name="connsiteX91" fmla="*/ 161666 w 361670"/>
                <a:gd name="connsiteY91" fmla="*/ 107889 h 361333"/>
                <a:gd name="connsiteX92" fmla="*/ 161666 w 361670"/>
                <a:gd name="connsiteY92" fmla="*/ 114273 h 361333"/>
                <a:gd name="connsiteX93" fmla="*/ 167417 w 361670"/>
                <a:gd name="connsiteY93" fmla="*/ 112997 h 361333"/>
                <a:gd name="connsiteX94" fmla="*/ 179557 w 361670"/>
                <a:gd name="connsiteY94" fmla="*/ 117465 h 361333"/>
                <a:gd name="connsiteX95" fmla="*/ 191698 w 361670"/>
                <a:gd name="connsiteY95" fmla="*/ 112997 h 361333"/>
                <a:gd name="connsiteX96" fmla="*/ 197449 w 361670"/>
                <a:gd name="connsiteY96" fmla="*/ 114273 h 361333"/>
                <a:gd name="connsiteX97" fmla="*/ 197449 w 361670"/>
                <a:gd name="connsiteY97" fmla="*/ 107889 h 361333"/>
                <a:gd name="connsiteX98" fmla="*/ 203200 w 361670"/>
                <a:gd name="connsiteY98" fmla="*/ 94483 h 361333"/>
                <a:gd name="connsiteX99" fmla="*/ 216619 w 361670"/>
                <a:gd name="connsiteY99" fmla="*/ 88738 h 361333"/>
                <a:gd name="connsiteX100" fmla="*/ 224287 w 361670"/>
                <a:gd name="connsiteY100" fmla="*/ 90653 h 361333"/>
                <a:gd name="connsiteX101" fmla="*/ 227482 w 361670"/>
                <a:gd name="connsiteY101" fmla="*/ 85546 h 361333"/>
                <a:gd name="connsiteX102" fmla="*/ 240901 w 361670"/>
                <a:gd name="connsiteY102" fmla="*/ 79800 h 361333"/>
                <a:gd name="connsiteX103" fmla="*/ 259431 w 361670"/>
                <a:gd name="connsiteY103" fmla="*/ 94483 h 361333"/>
                <a:gd name="connsiteX104" fmla="*/ 265821 w 361670"/>
                <a:gd name="connsiteY104" fmla="*/ 93206 h 361333"/>
                <a:gd name="connsiteX105" fmla="*/ 284352 w 361670"/>
                <a:gd name="connsiteY105" fmla="*/ 111720 h 361333"/>
                <a:gd name="connsiteX106" fmla="*/ 284352 w 361670"/>
                <a:gd name="connsiteY106" fmla="*/ 137894 h 361333"/>
                <a:gd name="connsiteX107" fmla="*/ 293298 w 361670"/>
                <a:gd name="connsiteY107" fmla="*/ 135979 h 361333"/>
                <a:gd name="connsiteX108" fmla="*/ 293937 w 361670"/>
                <a:gd name="connsiteY108" fmla="*/ 135979 h 361333"/>
                <a:gd name="connsiteX109" fmla="*/ 302244 w 361670"/>
                <a:gd name="connsiteY109" fmla="*/ 137256 h 361333"/>
                <a:gd name="connsiteX110" fmla="*/ 308634 w 361670"/>
                <a:gd name="connsiteY110" fmla="*/ 146193 h 361333"/>
                <a:gd name="connsiteX111" fmla="*/ 308634 w 361670"/>
                <a:gd name="connsiteY111" fmla="*/ 210033 h 361333"/>
                <a:gd name="connsiteX112" fmla="*/ 308634 w 361670"/>
                <a:gd name="connsiteY112" fmla="*/ 210033 h 361333"/>
                <a:gd name="connsiteX113" fmla="*/ 308634 w 361670"/>
                <a:gd name="connsiteY113" fmla="*/ 211948 h 361333"/>
                <a:gd name="connsiteX114" fmla="*/ 288826 w 361670"/>
                <a:gd name="connsiteY114" fmla="*/ 25025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361670" h="361333">
                  <a:moveTo>
                    <a:pt x="180836" y="0"/>
                  </a:moveTo>
                  <a:cubicBezTo>
                    <a:pt x="80513" y="0"/>
                    <a:pt x="0" y="81077"/>
                    <a:pt x="0" y="180667"/>
                  </a:cubicBezTo>
                  <a:cubicBezTo>
                    <a:pt x="0" y="280257"/>
                    <a:pt x="81153" y="361333"/>
                    <a:pt x="180836" y="361333"/>
                  </a:cubicBezTo>
                  <a:cubicBezTo>
                    <a:pt x="281157" y="361333"/>
                    <a:pt x="361670" y="280257"/>
                    <a:pt x="361670" y="180667"/>
                  </a:cubicBezTo>
                  <a:cubicBezTo>
                    <a:pt x="361670" y="81077"/>
                    <a:pt x="281157" y="0"/>
                    <a:pt x="180836" y="0"/>
                  </a:cubicBezTo>
                  <a:close/>
                  <a:moveTo>
                    <a:pt x="288826" y="250252"/>
                  </a:moveTo>
                  <a:cubicBezTo>
                    <a:pt x="286908" y="251529"/>
                    <a:pt x="285631" y="253444"/>
                    <a:pt x="285631" y="255998"/>
                  </a:cubicBezTo>
                  <a:lnTo>
                    <a:pt x="285631" y="274511"/>
                  </a:lnTo>
                  <a:cubicBezTo>
                    <a:pt x="285631" y="278341"/>
                    <a:pt x="283075" y="280895"/>
                    <a:pt x="279241" y="280895"/>
                  </a:cubicBezTo>
                  <a:cubicBezTo>
                    <a:pt x="275406" y="280895"/>
                    <a:pt x="272851" y="278341"/>
                    <a:pt x="272851" y="274511"/>
                  </a:cubicBezTo>
                  <a:lnTo>
                    <a:pt x="272851" y="255998"/>
                  </a:lnTo>
                  <a:cubicBezTo>
                    <a:pt x="272851" y="249614"/>
                    <a:pt x="276046" y="243230"/>
                    <a:pt x="281157" y="240038"/>
                  </a:cubicBezTo>
                  <a:cubicBezTo>
                    <a:pt x="290742" y="233654"/>
                    <a:pt x="296493" y="222801"/>
                    <a:pt x="297132" y="211310"/>
                  </a:cubicBezTo>
                  <a:lnTo>
                    <a:pt x="297132" y="210033"/>
                  </a:lnTo>
                  <a:cubicBezTo>
                    <a:pt x="297132" y="210033"/>
                    <a:pt x="297132" y="210033"/>
                    <a:pt x="297132" y="210033"/>
                  </a:cubicBezTo>
                  <a:lnTo>
                    <a:pt x="297132" y="148747"/>
                  </a:lnTo>
                  <a:cubicBezTo>
                    <a:pt x="296493" y="148747"/>
                    <a:pt x="295854" y="148747"/>
                    <a:pt x="294576" y="148747"/>
                  </a:cubicBezTo>
                  <a:lnTo>
                    <a:pt x="293937" y="148747"/>
                  </a:lnTo>
                  <a:cubicBezTo>
                    <a:pt x="292659" y="148747"/>
                    <a:pt x="291381" y="148747"/>
                    <a:pt x="290103" y="149385"/>
                  </a:cubicBezTo>
                  <a:cubicBezTo>
                    <a:pt x="289464" y="149385"/>
                    <a:pt x="288826" y="150024"/>
                    <a:pt x="288186" y="150662"/>
                  </a:cubicBezTo>
                  <a:cubicBezTo>
                    <a:pt x="286270" y="152577"/>
                    <a:pt x="284991" y="154492"/>
                    <a:pt x="284991" y="157046"/>
                  </a:cubicBezTo>
                  <a:lnTo>
                    <a:pt x="284991" y="159600"/>
                  </a:lnTo>
                  <a:cubicBezTo>
                    <a:pt x="284991" y="159600"/>
                    <a:pt x="284991" y="159600"/>
                    <a:pt x="284991" y="159600"/>
                  </a:cubicBezTo>
                  <a:lnTo>
                    <a:pt x="284991" y="196627"/>
                  </a:lnTo>
                  <a:cubicBezTo>
                    <a:pt x="284991" y="196627"/>
                    <a:pt x="284991" y="196627"/>
                    <a:pt x="284991" y="197265"/>
                  </a:cubicBezTo>
                  <a:cubicBezTo>
                    <a:pt x="284991" y="197265"/>
                    <a:pt x="284991" y="197265"/>
                    <a:pt x="284991" y="197903"/>
                  </a:cubicBezTo>
                  <a:cubicBezTo>
                    <a:pt x="284991" y="197903"/>
                    <a:pt x="284991" y="198542"/>
                    <a:pt x="284991" y="198542"/>
                  </a:cubicBezTo>
                  <a:cubicBezTo>
                    <a:pt x="284991" y="199180"/>
                    <a:pt x="284991" y="199180"/>
                    <a:pt x="284352" y="199819"/>
                  </a:cubicBezTo>
                  <a:cubicBezTo>
                    <a:pt x="284352" y="199819"/>
                    <a:pt x="283713" y="200457"/>
                    <a:pt x="283713" y="200457"/>
                  </a:cubicBezTo>
                  <a:cubicBezTo>
                    <a:pt x="283713" y="201095"/>
                    <a:pt x="283075" y="201095"/>
                    <a:pt x="283075" y="201734"/>
                  </a:cubicBezTo>
                  <a:cubicBezTo>
                    <a:pt x="283075" y="201734"/>
                    <a:pt x="282436" y="201734"/>
                    <a:pt x="282436" y="202372"/>
                  </a:cubicBezTo>
                  <a:cubicBezTo>
                    <a:pt x="281796" y="203011"/>
                    <a:pt x="281796" y="203011"/>
                    <a:pt x="281157" y="203011"/>
                  </a:cubicBezTo>
                  <a:cubicBezTo>
                    <a:pt x="281157" y="203011"/>
                    <a:pt x="280518" y="203011"/>
                    <a:pt x="280518" y="203011"/>
                  </a:cubicBezTo>
                  <a:cubicBezTo>
                    <a:pt x="279880" y="203011"/>
                    <a:pt x="279880" y="203011"/>
                    <a:pt x="279241" y="203011"/>
                  </a:cubicBezTo>
                  <a:cubicBezTo>
                    <a:pt x="279241" y="203011"/>
                    <a:pt x="279241" y="203011"/>
                    <a:pt x="278601" y="203011"/>
                  </a:cubicBezTo>
                  <a:cubicBezTo>
                    <a:pt x="278601" y="203011"/>
                    <a:pt x="278601" y="203011"/>
                    <a:pt x="278601" y="203011"/>
                  </a:cubicBezTo>
                  <a:cubicBezTo>
                    <a:pt x="272211" y="202372"/>
                    <a:pt x="265821" y="203011"/>
                    <a:pt x="260071" y="205564"/>
                  </a:cubicBezTo>
                  <a:cubicBezTo>
                    <a:pt x="258792" y="216417"/>
                    <a:pt x="254959" y="227270"/>
                    <a:pt x="246651" y="234930"/>
                  </a:cubicBezTo>
                  <a:lnTo>
                    <a:pt x="197449" y="286641"/>
                  </a:lnTo>
                  <a:cubicBezTo>
                    <a:pt x="193615" y="290471"/>
                    <a:pt x="189142" y="295578"/>
                    <a:pt x="180836" y="295578"/>
                  </a:cubicBezTo>
                  <a:cubicBezTo>
                    <a:pt x="180836" y="295578"/>
                    <a:pt x="180836" y="295578"/>
                    <a:pt x="180836" y="295578"/>
                  </a:cubicBezTo>
                  <a:cubicBezTo>
                    <a:pt x="172528" y="295578"/>
                    <a:pt x="167417" y="290471"/>
                    <a:pt x="164861" y="287279"/>
                  </a:cubicBezTo>
                  <a:lnTo>
                    <a:pt x="115019" y="234930"/>
                  </a:lnTo>
                  <a:cubicBezTo>
                    <a:pt x="107351" y="226631"/>
                    <a:pt x="102878" y="215779"/>
                    <a:pt x="101600" y="204926"/>
                  </a:cubicBezTo>
                  <a:cubicBezTo>
                    <a:pt x="95849" y="203011"/>
                    <a:pt x="89459" y="201734"/>
                    <a:pt x="83069" y="202372"/>
                  </a:cubicBezTo>
                  <a:cubicBezTo>
                    <a:pt x="83069" y="202372"/>
                    <a:pt x="83069" y="202372"/>
                    <a:pt x="82430" y="202372"/>
                  </a:cubicBezTo>
                  <a:cubicBezTo>
                    <a:pt x="82430" y="202372"/>
                    <a:pt x="82430" y="202372"/>
                    <a:pt x="81792" y="202372"/>
                  </a:cubicBezTo>
                  <a:cubicBezTo>
                    <a:pt x="81153" y="202372"/>
                    <a:pt x="81153" y="202372"/>
                    <a:pt x="80513" y="202372"/>
                  </a:cubicBezTo>
                  <a:cubicBezTo>
                    <a:pt x="80513" y="202372"/>
                    <a:pt x="79874" y="202372"/>
                    <a:pt x="79874" y="202372"/>
                  </a:cubicBezTo>
                  <a:cubicBezTo>
                    <a:pt x="79235" y="202372"/>
                    <a:pt x="79235" y="201734"/>
                    <a:pt x="78597" y="201734"/>
                  </a:cubicBezTo>
                  <a:cubicBezTo>
                    <a:pt x="78597" y="201734"/>
                    <a:pt x="77958" y="201734"/>
                    <a:pt x="77958" y="201095"/>
                  </a:cubicBezTo>
                  <a:cubicBezTo>
                    <a:pt x="77318" y="201095"/>
                    <a:pt x="77318" y="200457"/>
                    <a:pt x="77318" y="199819"/>
                  </a:cubicBezTo>
                  <a:cubicBezTo>
                    <a:pt x="77318" y="199819"/>
                    <a:pt x="76679" y="199180"/>
                    <a:pt x="76679" y="199180"/>
                  </a:cubicBezTo>
                  <a:cubicBezTo>
                    <a:pt x="76679" y="198542"/>
                    <a:pt x="76679" y="198542"/>
                    <a:pt x="76040" y="197903"/>
                  </a:cubicBezTo>
                  <a:cubicBezTo>
                    <a:pt x="76040" y="197903"/>
                    <a:pt x="76040" y="197265"/>
                    <a:pt x="76040" y="197265"/>
                  </a:cubicBezTo>
                  <a:cubicBezTo>
                    <a:pt x="76040" y="197265"/>
                    <a:pt x="76040" y="197265"/>
                    <a:pt x="76040" y="196627"/>
                  </a:cubicBezTo>
                  <a:cubicBezTo>
                    <a:pt x="76040" y="196627"/>
                    <a:pt x="76040" y="196627"/>
                    <a:pt x="76040" y="195988"/>
                  </a:cubicBezTo>
                  <a:lnTo>
                    <a:pt x="76040" y="158961"/>
                  </a:lnTo>
                  <a:cubicBezTo>
                    <a:pt x="76040" y="158961"/>
                    <a:pt x="76040" y="158961"/>
                    <a:pt x="76040" y="158961"/>
                  </a:cubicBezTo>
                  <a:lnTo>
                    <a:pt x="76040" y="157046"/>
                  </a:lnTo>
                  <a:cubicBezTo>
                    <a:pt x="76040" y="154492"/>
                    <a:pt x="74763" y="151939"/>
                    <a:pt x="72845" y="150024"/>
                  </a:cubicBezTo>
                  <a:cubicBezTo>
                    <a:pt x="72207" y="149385"/>
                    <a:pt x="71568" y="149385"/>
                    <a:pt x="70928" y="148747"/>
                  </a:cubicBezTo>
                  <a:cubicBezTo>
                    <a:pt x="69650" y="148108"/>
                    <a:pt x="68373" y="148108"/>
                    <a:pt x="67094" y="148108"/>
                  </a:cubicBezTo>
                  <a:lnTo>
                    <a:pt x="66456" y="148108"/>
                  </a:lnTo>
                  <a:cubicBezTo>
                    <a:pt x="65817" y="148108"/>
                    <a:pt x="64538" y="148108"/>
                    <a:pt x="63899" y="148108"/>
                  </a:cubicBezTo>
                  <a:lnTo>
                    <a:pt x="63899" y="209395"/>
                  </a:lnTo>
                  <a:cubicBezTo>
                    <a:pt x="63899" y="209395"/>
                    <a:pt x="63899" y="209395"/>
                    <a:pt x="63899" y="209395"/>
                  </a:cubicBezTo>
                  <a:lnTo>
                    <a:pt x="63899" y="210671"/>
                  </a:lnTo>
                  <a:cubicBezTo>
                    <a:pt x="64538" y="222163"/>
                    <a:pt x="70289" y="233015"/>
                    <a:pt x="79874" y="239399"/>
                  </a:cubicBezTo>
                  <a:cubicBezTo>
                    <a:pt x="84986" y="243230"/>
                    <a:pt x="88181" y="248975"/>
                    <a:pt x="88181" y="255359"/>
                  </a:cubicBezTo>
                  <a:lnTo>
                    <a:pt x="88181" y="273873"/>
                  </a:lnTo>
                  <a:cubicBezTo>
                    <a:pt x="88181" y="277703"/>
                    <a:pt x="85625" y="280257"/>
                    <a:pt x="81792" y="280257"/>
                  </a:cubicBezTo>
                  <a:cubicBezTo>
                    <a:pt x="77958" y="280257"/>
                    <a:pt x="75402" y="277703"/>
                    <a:pt x="75402" y="273873"/>
                  </a:cubicBezTo>
                  <a:lnTo>
                    <a:pt x="75402" y="255359"/>
                  </a:lnTo>
                  <a:cubicBezTo>
                    <a:pt x="75402" y="252806"/>
                    <a:pt x="74123" y="250890"/>
                    <a:pt x="72207" y="249614"/>
                  </a:cubicBezTo>
                  <a:cubicBezTo>
                    <a:pt x="59427" y="240676"/>
                    <a:pt x="51119" y="225993"/>
                    <a:pt x="50481" y="210671"/>
                  </a:cubicBezTo>
                  <a:cubicBezTo>
                    <a:pt x="50481" y="210033"/>
                    <a:pt x="50481" y="209395"/>
                    <a:pt x="50481" y="208756"/>
                  </a:cubicBezTo>
                  <a:cubicBezTo>
                    <a:pt x="50481" y="208756"/>
                    <a:pt x="50481" y="208756"/>
                    <a:pt x="50481" y="208756"/>
                  </a:cubicBezTo>
                  <a:lnTo>
                    <a:pt x="50481" y="144916"/>
                  </a:lnTo>
                  <a:cubicBezTo>
                    <a:pt x="50481" y="140448"/>
                    <a:pt x="53037" y="137256"/>
                    <a:pt x="56871" y="135979"/>
                  </a:cubicBezTo>
                  <a:cubicBezTo>
                    <a:pt x="59427" y="135341"/>
                    <a:pt x="61983" y="134702"/>
                    <a:pt x="65178" y="134702"/>
                  </a:cubicBezTo>
                  <a:lnTo>
                    <a:pt x="65817" y="134702"/>
                  </a:lnTo>
                  <a:cubicBezTo>
                    <a:pt x="69012" y="134702"/>
                    <a:pt x="71568" y="135341"/>
                    <a:pt x="74763" y="136617"/>
                  </a:cubicBezTo>
                  <a:lnTo>
                    <a:pt x="74763" y="111720"/>
                  </a:lnTo>
                  <a:cubicBezTo>
                    <a:pt x="74763" y="101505"/>
                    <a:pt x="83069" y="93206"/>
                    <a:pt x="93293" y="93206"/>
                  </a:cubicBezTo>
                  <a:cubicBezTo>
                    <a:pt x="95210" y="93206"/>
                    <a:pt x="97766" y="93845"/>
                    <a:pt x="99683" y="94483"/>
                  </a:cubicBezTo>
                  <a:cubicBezTo>
                    <a:pt x="101600" y="86184"/>
                    <a:pt x="109268" y="79800"/>
                    <a:pt x="118214" y="79800"/>
                  </a:cubicBezTo>
                  <a:cubicBezTo>
                    <a:pt x="123326" y="79800"/>
                    <a:pt x="127799" y="81715"/>
                    <a:pt x="131633" y="85546"/>
                  </a:cubicBezTo>
                  <a:cubicBezTo>
                    <a:pt x="132911" y="86822"/>
                    <a:pt x="134189" y="88738"/>
                    <a:pt x="134828" y="90653"/>
                  </a:cubicBezTo>
                  <a:cubicBezTo>
                    <a:pt x="137384" y="89376"/>
                    <a:pt x="139940" y="88738"/>
                    <a:pt x="142496" y="88738"/>
                  </a:cubicBezTo>
                  <a:cubicBezTo>
                    <a:pt x="147607" y="88738"/>
                    <a:pt x="152081" y="90653"/>
                    <a:pt x="155915" y="94483"/>
                  </a:cubicBezTo>
                  <a:cubicBezTo>
                    <a:pt x="159748" y="98313"/>
                    <a:pt x="161666" y="102782"/>
                    <a:pt x="161666" y="107889"/>
                  </a:cubicBezTo>
                  <a:lnTo>
                    <a:pt x="161666" y="114273"/>
                  </a:lnTo>
                  <a:cubicBezTo>
                    <a:pt x="163582" y="113635"/>
                    <a:pt x="165500" y="112997"/>
                    <a:pt x="167417" y="112997"/>
                  </a:cubicBezTo>
                  <a:cubicBezTo>
                    <a:pt x="171889" y="112997"/>
                    <a:pt x="176362" y="114912"/>
                    <a:pt x="179557" y="117465"/>
                  </a:cubicBezTo>
                  <a:cubicBezTo>
                    <a:pt x="182752" y="114273"/>
                    <a:pt x="187225" y="112997"/>
                    <a:pt x="191698" y="112997"/>
                  </a:cubicBezTo>
                  <a:cubicBezTo>
                    <a:pt x="193615" y="112997"/>
                    <a:pt x="195532" y="113635"/>
                    <a:pt x="197449" y="114273"/>
                  </a:cubicBezTo>
                  <a:lnTo>
                    <a:pt x="197449" y="107889"/>
                  </a:lnTo>
                  <a:cubicBezTo>
                    <a:pt x="197449" y="102782"/>
                    <a:pt x="199367" y="98313"/>
                    <a:pt x="203200" y="94483"/>
                  </a:cubicBezTo>
                  <a:cubicBezTo>
                    <a:pt x="207034" y="90653"/>
                    <a:pt x="211507" y="88738"/>
                    <a:pt x="216619" y="88738"/>
                  </a:cubicBezTo>
                  <a:cubicBezTo>
                    <a:pt x="219175" y="88738"/>
                    <a:pt x="222370" y="89376"/>
                    <a:pt x="224287" y="90653"/>
                  </a:cubicBezTo>
                  <a:cubicBezTo>
                    <a:pt x="224926" y="88738"/>
                    <a:pt x="226204" y="87461"/>
                    <a:pt x="227482" y="85546"/>
                  </a:cubicBezTo>
                  <a:cubicBezTo>
                    <a:pt x="231316" y="82354"/>
                    <a:pt x="235789" y="79800"/>
                    <a:pt x="240901" y="79800"/>
                  </a:cubicBezTo>
                  <a:cubicBezTo>
                    <a:pt x="249846" y="79800"/>
                    <a:pt x="257515" y="86184"/>
                    <a:pt x="259431" y="94483"/>
                  </a:cubicBezTo>
                  <a:cubicBezTo>
                    <a:pt x="261349" y="93845"/>
                    <a:pt x="263266" y="93206"/>
                    <a:pt x="265821" y="93206"/>
                  </a:cubicBezTo>
                  <a:cubicBezTo>
                    <a:pt x="276046" y="93206"/>
                    <a:pt x="284352" y="101505"/>
                    <a:pt x="284352" y="111720"/>
                  </a:cubicBezTo>
                  <a:lnTo>
                    <a:pt x="284352" y="137894"/>
                  </a:lnTo>
                  <a:cubicBezTo>
                    <a:pt x="286908" y="136617"/>
                    <a:pt x="290103" y="135979"/>
                    <a:pt x="293298" y="135979"/>
                  </a:cubicBezTo>
                  <a:lnTo>
                    <a:pt x="293937" y="135979"/>
                  </a:lnTo>
                  <a:cubicBezTo>
                    <a:pt x="297132" y="135979"/>
                    <a:pt x="300327" y="136617"/>
                    <a:pt x="302244" y="137256"/>
                  </a:cubicBezTo>
                  <a:cubicBezTo>
                    <a:pt x="306078" y="138533"/>
                    <a:pt x="308634" y="142363"/>
                    <a:pt x="308634" y="146193"/>
                  </a:cubicBezTo>
                  <a:lnTo>
                    <a:pt x="308634" y="210033"/>
                  </a:lnTo>
                  <a:cubicBezTo>
                    <a:pt x="308634" y="210033"/>
                    <a:pt x="308634" y="210033"/>
                    <a:pt x="308634" y="210033"/>
                  </a:cubicBezTo>
                  <a:cubicBezTo>
                    <a:pt x="308634" y="210671"/>
                    <a:pt x="308634" y="211310"/>
                    <a:pt x="308634" y="211948"/>
                  </a:cubicBezTo>
                  <a:cubicBezTo>
                    <a:pt x="309912" y="227270"/>
                    <a:pt x="302244" y="241953"/>
                    <a:pt x="288826" y="250252"/>
                  </a:cubicBezTo>
                  <a:close/>
                </a:path>
              </a:pathLst>
            </a:custGeom>
            <a:solidFill>
              <a:srgbClr val="007CB0"/>
            </a:solidFill>
            <a:ln w="6390" cap="flat">
              <a:noFill/>
              <a:prstDash val="solid"/>
              <a:miter/>
            </a:ln>
          </p:spPr>
          <p:txBody>
            <a:bodyPr rtlCol="0" anchor="ctr"/>
            <a:lstStyle/>
            <a:p>
              <a:endParaRPr lang="en-US"/>
            </a:p>
          </p:txBody>
        </p:sp>
        <p:sp>
          <p:nvSpPr>
            <p:cNvPr id="965" name="Graphic 4">
              <a:extLst>
                <a:ext uri="{FF2B5EF4-FFF2-40B4-BE49-F238E27FC236}">
                  <a16:creationId xmlns:a16="http://schemas.microsoft.com/office/drawing/2014/main" id="{92685264-1C16-8C45-BB11-F1C808CFBE36}"/>
                </a:ext>
              </a:extLst>
            </p:cNvPr>
            <p:cNvSpPr/>
            <p:nvPr/>
          </p:nvSpPr>
          <p:spPr>
            <a:xfrm>
              <a:off x="7329896" y="3439852"/>
              <a:ext cx="12141" cy="52348"/>
            </a:xfrm>
            <a:custGeom>
              <a:avLst/>
              <a:gdLst>
                <a:gd name="connsiteX0" fmla="*/ 639 w 12141"/>
                <a:gd name="connsiteY0" fmla="*/ 52349 h 52348"/>
                <a:gd name="connsiteX1" fmla="*/ 10224 w 12141"/>
                <a:gd name="connsiteY1" fmla="*/ 51072 h 52348"/>
                <a:gd name="connsiteX2" fmla="*/ 12141 w 12141"/>
                <a:gd name="connsiteY2" fmla="*/ 51072 h 52348"/>
                <a:gd name="connsiteX3" fmla="*/ 12141 w 12141"/>
                <a:gd name="connsiteY3" fmla="*/ 30005 h 52348"/>
                <a:gd name="connsiteX4" fmla="*/ 12141 w 12141"/>
                <a:gd name="connsiteY4" fmla="*/ 5745 h 52348"/>
                <a:gd name="connsiteX5" fmla="*/ 10224 w 12141"/>
                <a:gd name="connsiteY5" fmla="*/ 1915 h 52348"/>
                <a:gd name="connsiteX6" fmla="*/ 5751 w 12141"/>
                <a:gd name="connsiteY6" fmla="*/ 0 h 52348"/>
                <a:gd name="connsiteX7" fmla="*/ 0 w 12141"/>
                <a:gd name="connsiteY7" fmla="*/ 5107 h 52348"/>
                <a:gd name="connsiteX8" fmla="*/ 0 w 12141"/>
                <a:gd name="connsiteY8" fmla="*/ 52349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41" h="52348">
                  <a:moveTo>
                    <a:pt x="639" y="52349"/>
                  </a:moveTo>
                  <a:cubicBezTo>
                    <a:pt x="3834" y="51710"/>
                    <a:pt x="7029" y="51072"/>
                    <a:pt x="10224" y="51072"/>
                  </a:cubicBezTo>
                  <a:cubicBezTo>
                    <a:pt x="10863" y="51072"/>
                    <a:pt x="11502" y="51072"/>
                    <a:pt x="12141" y="51072"/>
                  </a:cubicBezTo>
                  <a:lnTo>
                    <a:pt x="12141" y="30005"/>
                  </a:lnTo>
                  <a:lnTo>
                    <a:pt x="12141" y="5745"/>
                  </a:lnTo>
                  <a:cubicBezTo>
                    <a:pt x="12141" y="4469"/>
                    <a:pt x="11502" y="2553"/>
                    <a:pt x="10224" y="1915"/>
                  </a:cubicBezTo>
                  <a:cubicBezTo>
                    <a:pt x="8946" y="638"/>
                    <a:pt x="7668" y="0"/>
                    <a:pt x="5751" y="0"/>
                  </a:cubicBezTo>
                  <a:cubicBezTo>
                    <a:pt x="2556" y="0"/>
                    <a:pt x="0" y="2553"/>
                    <a:pt x="0" y="5107"/>
                  </a:cubicBezTo>
                  <a:lnTo>
                    <a:pt x="0" y="52349"/>
                  </a:lnTo>
                  <a:close/>
                </a:path>
              </a:pathLst>
            </a:custGeom>
            <a:solidFill>
              <a:srgbClr val="007CB0"/>
            </a:solidFill>
            <a:ln w="6390" cap="flat">
              <a:noFill/>
              <a:prstDash val="solid"/>
              <a:miter/>
            </a:ln>
          </p:spPr>
          <p:txBody>
            <a:bodyPr rtlCol="0" anchor="ctr"/>
            <a:lstStyle/>
            <a:p>
              <a:endParaRPr lang="en-US"/>
            </a:p>
          </p:txBody>
        </p:sp>
        <p:sp>
          <p:nvSpPr>
            <p:cNvPr id="966" name="Graphic 4">
              <a:extLst>
                <a:ext uri="{FF2B5EF4-FFF2-40B4-BE49-F238E27FC236}">
                  <a16:creationId xmlns:a16="http://schemas.microsoft.com/office/drawing/2014/main" id="{86855364-E257-4B41-AC97-B3D037FC3AFC}"/>
                </a:ext>
              </a:extLst>
            </p:cNvPr>
            <p:cNvSpPr/>
            <p:nvPr/>
          </p:nvSpPr>
          <p:spPr>
            <a:xfrm>
              <a:off x="7306413" y="3503053"/>
              <a:ext cx="133230" cy="118226"/>
            </a:xfrm>
            <a:custGeom>
              <a:avLst/>
              <a:gdLst>
                <a:gd name="connsiteX0" fmla="*/ 99523 w 133230"/>
                <a:gd name="connsiteY0" fmla="*/ 639 h 118226"/>
                <a:gd name="connsiteX1" fmla="*/ 73963 w 133230"/>
                <a:gd name="connsiteY1" fmla="*/ 10853 h 118226"/>
                <a:gd name="connsiteX2" fmla="*/ 66935 w 133230"/>
                <a:gd name="connsiteY2" fmla="*/ 17875 h 118226"/>
                <a:gd name="connsiteX3" fmla="*/ 59906 w 133230"/>
                <a:gd name="connsiteY3" fmla="*/ 10853 h 118226"/>
                <a:gd name="connsiteX4" fmla="*/ 35624 w 133230"/>
                <a:gd name="connsiteY4" fmla="*/ 0 h 118226"/>
                <a:gd name="connsiteX5" fmla="*/ 34346 w 133230"/>
                <a:gd name="connsiteY5" fmla="*/ 0 h 118226"/>
                <a:gd name="connsiteX6" fmla="*/ 10064 w 133230"/>
                <a:gd name="connsiteY6" fmla="*/ 10853 h 118226"/>
                <a:gd name="connsiteX7" fmla="*/ 10064 w 133230"/>
                <a:gd name="connsiteY7" fmla="*/ 61286 h 118226"/>
                <a:gd name="connsiteX8" fmla="*/ 59906 w 133230"/>
                <a:gd name="connsiteY8" fmla="*/ 113635 h 118226"/>
                <a:gd name="connsiteX9" fmla="*/ 66935 w 133230"/>
                <a:gd name="connsiteY9" fmla="*/ 118104 h 118226"/>
                <a:gd name="connsiteX10" fmla="*/ 73963 w 133230"/>
                <a:gd name="connsiteY10" fmla="*/ 112997 h 118226"/>
                <a:gd name="connsiteX11" fmla="*/ 123166 w 133230"/>
                <a:gd name="connsiteY11" fmla="*/ 61286 h 118226"/>
                <a:gd name="connsiteX12" fmla="*/ 123166 w 133230"/>
                <a:gd name="connsiteY12" fmla="*/ 10215 h 118226"/>
                <a:gd name="connsiteX13" fmla="*/ 99523 w 133230"/>
                <a:gd name="connsiteY13" fmla="*/ 639 h 118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3230" h="118226">
                  <a:moveTo>
                    <a:pt x="99523" y="639"/>
                  </a:moveTo>
                  <a:cubicBezTo>
                    <a:pt x="90577" y="0"/>
                    <a:pt x="81631" y="3831"/>
                    <a:pt x="73963" y="10853"/>
                  </a:cubicBezTo>
                  <a:lnTo>
                    <a:pt x="66935" y="17875"/>
                  </a:lnTo>
                  <a:lnTo>
                    <a:pt x="59906" y="10853"/>
                  </a:lnTo>
                  <a:cubicBezTo>
                    <a:pt x="52876" y="3831"/>
                    <a:pt x="44570" y="0"/>
                    <a:pt x="35624" y="0"/>
                  </a:cubicBezTo>
                  <a:cubicBezTo>
                    <a:pt x="34985" y="0"/>
                    <a:pt x="34985" y="0"/>
                    <a:pt x="34346" y="0"/>
                  </a:cubicBezTo>
                  <a:cubicBezTo>
                    <a:pt x="25400" y="0"/>
                    <a:pt x="17093" y="3831"/>
                    <a:pt x="10064" y="10853"/>
                  </a:cubicBezTo>
                  <a:cubicBezTo>
                    <a:pt x="-3355" y="24898"/>
                    <a:pt x="-3355" y="47880"/>
                    <a:pt x="10064" y="61286"/>
                  </a:cubicBezTo>
                  <a:lnTo>
                    <a:pt x="59906" y="113635"/>
                  </a:lnTo>
                  <a:cubicBezTo>
                    <a:pt x="63101" y="116827"/>
                    <a:pt x="64379" y="118742"/>
                    <a:pt x="66935" y="118104"/>
                  </a:cubicBezTo>
                  <a:cubicBezTo>
                    <a:pt x="69491" y="118104"/>
                    <a:pt x="71407" y="116189"/>
                    <a:pt x="73963" y="112997"/>
                  </a:cubicBezTo>
                  <a:lnTo>
                    <a:pt x="123166" y="61286"/>
                  </a:lnTo>
                  <a:cubicBezTo>
                    <a:pt x="136585" y="47242"/>
                    <a:pt x="136585" y="24259"/>
                    <a:pt x="123166" y="10215"/>
                  </a:cubicBezTo>
                  <a:cubicBezTo>
                    <a:pt x="117415" y="4469"/>
                    <a:pt x="108469" y="639"/>
                    <a:pt x="99523" y="639"/>
                  </a:cubicBezTo>
                  <a:close/>
                </a:path>
              </a:pathLst>
            </a:custGeom>
            <a:solidFill>
              <a:srgbClr val="007CB0"/>
            </a:solidFill>
            <a:ln w="6390" cap="flat">
              <a:noFill/>
              <a:prstDash val="solid"/>
              <a:miter/>
            </a:ln>
          </p:spPr>
          <p:txBody>
            <a:bodyPr rtlCol="0" anchor="ctr"/>
            <a:lstStyle/>
            <a:p>
              <a:endParaRPr lang="en-US"/>
            </a:p>
          </p:txBody>
        </p:sp>
        <p:sp>
          <p:nvSpPr>
            <p:cNvPr id="967" name="Graphic 4">
              <a:extLst>
                <a:ext uri="{FF2B5EF4-FFF2-40B4-BE49-F238E27FC236}">
                  <a16:creationId xmlns:a16="http://schemas.microsoft.com/office/drawing/2014/main" id="{A03F4000-3F5D-E44E-A6E1-004C3FCD76FC}"/>
                </a:ext>
              </a:extLst>
            </p:cNvPr>
            <p:cNvSpPr/>
            <p:nvPr/>
          </p:nvSpPr>
          <p:spPr>
            <a:xfrm>
              <a:off x="7305615" y="3431553"/>
              <a:ext cx="12140" cy="75969"/>
            </a:xfrm>
            <a:custGeom>
              <a:avLst/>
              <a:gdLst>
                <a:gd name="connsiteX0" fmla="*/ 639 w 12140"/>
                <a:gd name="connsiteY0" fmla="*/ 19790 h 75969"/>
                <a:gd name="connsiteX1" fmla="*/ 639 w 12140"/>
                <a:gd name="connsiteY1" fmla="*/ 19790 h 75969"/>
                <a:gd name="connsiteX2" fmla="*/ 639 w 12140"/>
                <a:gd name="connsiteY2" fmla="*/ 75969 h 75969"/>
                <a:gd name="connsiteX3" fmla="*/ 1917 w 12140"/>
                <a:gd name="connsiteY3" fmla="*/ 74054 h 75969"/>
                <a:gd name="connsiteX4" fmla="*/ 12140 w 12140"/>
                <a:gd name="connsiteY4" fmla="*/ 65755 h 75969"/>
                <a:gd name="connsiteX5" fmla="*/ 12140 w 12140"/>
                <a:gd name="connsiteY5" fmla="*/ 14683 h 75969"/>
                <a:gd name="connsiteX6" fmla="*/ 12140 w 12140"/>
                <a:gd name="connsiteY6" fmla="*/ 14683 h 75969"/>
                <a:gd name="connsiteX7" fmla="*/ 12140 w 12140"/>
                <a:gd name="connsiteY7" fmla="*/ 13406 h 75969"/>
                <a:gd name="connsiteX8" fmla="*/ 12140 w 12140"/>
                <a:gd name="connsiteY8" fmla="*/ 5745 h 75969"/>
                <a:gd name="connsiteX9" fmla="*/ 10224 w 12140"/>
                <a:gd name="connsiteY9" fmla="*/ 1915 h 75969"/>
                <a:gd name="connsiteX10" fmla="*/ 5750 w 12140"/>
                <a:gd name="connsiteY10" fmla="*/ 0 h 75969"/>
                <a:gd name="connsiteX11" fmla="*/ 0 w 12140"/>
                <a:gd name="connsiteY11" fmla="*/ 5745 h 75969"/>
                <a:gd name="connsiteX12" fmla="*/ 0 w 12140"/>
                <a:gd name="connsiteY12" fmla="*/ 18513 h 75969"/>
                <a:gd name="connsiteX13" fmla="*/ 639 w 12140"/>
                <a:gd name="connsiteY13" fmla="*/ 19790 h 7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140" h="75969">
                  <a:moveTo>
                    <a:pt x="639" y="19790"/>
                  </a:moveTo>
                  <a:cubicBezTo>
                    <a:pt x="639" y="19790"/>
                    <a:pt x="639" y="19790"/>
                    <a:pt x="639" y="19790"/>
                  </a:cubicBezTo>
                  <a:lnTo>
                    <a:pt x="639" y="75969"/>
                  </a:lnTo>
                  <a:cubicBezTo>
                    <a:pt x="1278" y="75331"/>
                    <a:pt x="1917" y="74692"/>
                    <a:pt x="1917" y="74054"/>
                  </a:cubicBezTo>
                  <a:cubicBezTo>
                    <a:pt x="5111" y="70862"/>
                    <a:pt x="8306" y="68308"/>
                    <a:pt x="12140" y="65755"/>
                  </a:cubicBezTo>
                  <a:lnTo>
                    <a:pt x="12140" y="14683"/>
                  </a:lnTo>
                  <a:cubicBezTo>
                    <a:pt x="12140" y="14683"/>
                    <a:pt x="12140" y="14683"/>
                    <a:pt x="12140" y="14683"/>
                  </a:cubicBezTo>
                  <a:cubicBezTo>
                    <a:pt x="12140" y="14044"/>
                    <a:pt x="12140" y="14044"/>
                    <a:pt x="12140" y="13406"/>
                  </a:cubicBezTo>
                  <a:lnTo>
                    <a:pt x="12140" y="5745"/>
                  </a:lnTo>
                  <a:cubicBezTo>
                    <a:pt x="12140" y="4468"/>
                    <a:pt x="11501" y="2553"/>
                    <a:pt x="10224" y="1915"/>
                  </a:cubicBezTo>
                  <a:cubicBezTo>
                    <a:pt x="8945" y="638"/>
                    <a:pt x="7668" y="0"/>
                    <a:pt x="5750" y="0"/>
                  </a:cubicBezTo>
                  <a:cubicBezTo>
                    <a:pt x="2555" y="0"/>
                    <a:pt x="0" y="2553"/>
                    <a:pt x="0" y="5745"/>
                  </a:cubicBezTo>
                  <a:lnTo>
                    <a:pt x="0" y="18513"/>
                  </a:lnTo>
                  <a:cubicBezTo>
                    <a:pt x="639" y="19152"/>
                    <a:pt x="639" y="19152"/>
                    <a:pt x="639" y="19790"/>
                  </a:cubicBezTo>
                  <a:close/>
                </a:path>
              </a:pathLst>
            </a:custGeom>
            <a:solidFill>
              <a:srgbClr val="007CB0"/>
            </a:solidFill>
            <a:ln w="6390" cap="flat">
              <a:noFill/>
              <a:prstDash val="solid"/>
              <a:miter/>
            </a:ln>
          </p:spPr>
          <p:txBody>
            <a:bodyPr rtlCol="0" anchor="ctr"/>
            <a:lstStyle/>
            <a:p>
              <a:endParaRPr lang="en-US"/>
            </a:p>
          </p:txBody>
        </p:sp>
      </p:grpSp>
      <p:grpSp>
        <p:nvGrpSpPr>
          <p:cNvPr id="968" name="Graphic 4">
            <a:extLst>
              <a:ext uri="{FF2B5EF4-FFF2-40B4-BE49-F238E27FC236}">
                <a16:creationId xmlns:a16="http://schemas.microsoft.com/office/drawing/2014/main" id="{483FF577-6DE0-3A43-A388-0C162F251BC4}"/>
              </a:ext>
            </a:extLst>
          </p:cNvPr>
          <p:cNvGrpSpPr/>
          <p:nvPr/>
        </p:nvGrpSpPr>
        <p:grpSpPr>
          <a:xfrm>
            <a:off x="6147119" y="1402085"/>
            <a:ext cx="361670" cy="361333"/>
            <a:chOff x="6147119" y="1402085"/>
            <a:chExt cx="361670" cy="361333"/>
          </a:xfrm>
          <a:solidFill>
            <a:srgbClr val="007CB0"/>
          </a:solidFill>
        </p:grpSpPr>
        <p:sp>
          <p:nvSpPr>
            <p:cNvPr id="969" name="Graphic 4">
              <a:extLst>
                <a:ext uri="{FF2B5EF4-FFF2-40B4-BE49-F238E27FC236}">
                  <a16:creationId xmlns:a16="http://schemas.microsoft.com/office/drawing/2014/main" id="{856D1891-80AE-7349-94E5-F9D65241E3FE}"/>
                </a:ext>
              </a:extLst>
            </p:cNvPr>
            <p:cNvSpPr/>
            <p:nvPr/>
          </p:nvSpPr>
          <p:spPr>
            <a:xfrm>
              <a:off x="6252553" y="1474862"/>
              <a:ext cx="35783" cy="45964"/>
            </a:xfrm>
            <a:custGeom>
              <a:avLst/>
              <a:gdLst>
                <a:gd name="connsiteX0" fmla="*/ 9585 w 35783"/>
                <a:gd name="connsiteY0" fmla="*/ 45965 h 45964"/>
                <a:gd name="connsiteX1" fmla="*/ 9585 w 35783"/>
                <a:gd name="connsiteY1" fmla="*/ 45965 h 45964"/>
                <a:gd name="connsiteX2" fmla="*/ 12141 w 35783"/>
                <a:gd name="connsiteY2" fmla="*/ 39581 h 45964"/>
                <a:gd name="connsiteX3" fmla="*/ 35783 w 35783"/>
                <a:gd name="connsiteY3" fmla="*/ 23621 h 45964"/>
                <a:gd name="connsiteX4" fmla="*/ 35145 w 35783"/>
                <a:gd name="connsiteY4" fmla="*/ 0 h 45964"/>
                <a:gd name="connsiteX5" fmla="*/ 0 w 35783"/>
                <a:gd name="connsiteY5" fmla="*/ 35750 h 45964"/>
                <a:gd name="connsiteX6" fmla="*/ 9585 w 35783"/>
                <a:gd name="connsiteY6" fmla="*/ 45965 h 45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83" h="45964">
                  <a:moveTo>
                    <a:pt x="9585" y="45965"/>
                  </a:moveTo>
                  <a:lnTo>
                    <a:pt x="9585" y="45965"/>
                  </a:lnTo>
                  <a:cubicBezTo>
                    <a:pt x="9585" y="43411"/>
                    <a:pt x="10224" y="40858"/>
                    <a:pt x="12141" y="39581"/>
                  </a:cubicBezTo>
                  <a:lnTo>
                    <a:pt x="35783" y="23621"/>
                  </a:lnTo>
                  <a:lnTo>
                    <a:pt x="35145" y="0"/>
                  </a:lnTo>
                  <a:cubicBezTo>
                    <a:pt x="20448" y="8299"/>
                    <a:pt x="7668" y="20429"/>
                    <a:pt x="0" y="35750"/>
                  </a:cubicBezTo>
                  <a:lnTo>
                    <a:pt x="9585" y="45965"/>
                  </a:lnTo>
                  <a:close/>
                </a:path>
              </a:pathLst>
            </a:custGeom>
            <a:solidFill>
              <a:srgbClr val="007CB0"/>
            </a:solidFill>
            <a:ln w="6390" cap="flat">
              <a:noFill/>
              <a:prstDash val="solid"/>
              <a:miter/>
            </a:ln>
          </p:spPr>
          <p:txBody>
            <a:bodyPr rtlCol="0" anchor="ctr"/>
            <a:lstStyle/>
            <a:p>
              <a:endParaRPr lang="en-US"/>
            </a:p>
          </p:txBody>
        </p:sp>
        <p:sp>
          <p:nvSpPr>
            <p:cNvPr id="970" name="Graphic 4">
              <a:extLst>
                <a:ext uri="{FF2B5EF4-FFF2-40B4-BE49-F238E27FC236}">
                  <a16:creationId xmlns:a16="http://schemas.microsoft.com/office/drawing/2014/main" id="{702B5804-CFC4-8C4C-A79F-556A72EDF00C}"/>
                </a:ext>
              </a:extLst>
            </p:cNvPr>
            <p:cNvSpPr/>
            <p:nvPr/>
          </p:nvSpPr>
          <p:spPr>
            <a:xfrm>
              <a:off x="6273640" y="1541255"/>
              <a:ext cx="40895" cy="48518"/>
            </a:xfrm>
            <a:custGeom>
              <a:avLst/>
              <a:gdLst>
                <a:gd name="connsiteX0" fmla="*/ 15975 w 40895"/>
                <a:gd name="connsiteY0" fmla="*/ 0 h 48518"/>
                <a:gd name="connsiteX1" fmla="*/ 2556 w 40895"/>
                <a:gd name="connsiteY1" fmla="*/ 1277 h 48518"/>
                <a:gd name="connsiteX2" fmla="*/ 0 w 40895"/>
                <a:gd name="connsiteY2" fmla="*/ 15960 h 48518"/>
                <a:gd name="connsiteX3" fmla="*/ 11502 w 40895"/>
                <a:gd name="connsiteY3" fmla="*/ 22344 h 48518"/>
                <a:gd name="connsiteX4" fmla="*/ 14697 w 40895"/>
                <a:gd name="connsiteY4" fmla="*/ 26174 h 48518"/>
                <a:gd name="connsiteX5" fmla="*/ 21087 w 40895"/>
                <a:gd name="connsiteY5" fmla="*/ 48518 h 48518"/>
                <a:gd name="connsiteX6" fmla="*/ 40896 w 40895"/>
                <a:gd name="connsiteY6" fmla="*/ 12130 h 48518"/>
                <a:gd name="connsiteX7" fmla="*/ 15975 w 40895"/>
                <a:gd name="connsiteY7" fmla="*/ 0 h 4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895" h="48518">
                  <a:moveTo>
                    <a:pt x="15975" y="0"/>
                  </a:moveTo>
                  <a:lnTo>
                    <a:pt x="2556" y="1277"/>
                  </a:lnTo>
                  <a:lnTo>
                    <a:pt x="0" y="15960"/>
                  </a:lnTo>
                  <a:lnTo>
                    <a:pt x="11502" y="22344"/>
                  </a:lnTo>
                  <a:cubicBezTo>
                    <a:pt x="12780" y="22982"/>
                    <a:pt x="14058" y="24259"/>
                    <a:pt x="14697" y="26174"/>
                  </a:cubicBezTo>
                  <a:lnTo>
                    <a:pt x="21087" y="48518"/>
                  </a:lnTo>
                  <a:lnTo>
                    <a:pt x="40896" y="12130"/>
                  </a:lnTo>
                  <a:lnTo>
                    <a:pt x="15975" y="0"/>
                  </a:lnTo>
                  <a:close/>
                </a:path>
              </a:pathLst>
            </a:custGeom>
            <a:solidFill>
              <a:srgbClr val="007CB0"/>
            </a:solidFill>
            <a:ln w="6390" cap="flat">
              <a:noFill/>
              <a:prstDash val="solid"/>
              <a:miter/>
            </a:ln>
          </p:spPr>
          <p:txBody>
            <a:bodyPr rtlCol="0" anchor="ctr"/>
            <a:lstStyle/>
            <a:p>
              <a:endParaRPr lang="en-US"/>
            </a:p>
          </p:txBody>
        </p:sp>
        <p:sp>
          <p:nvSpPr>
            <p:cNvPr id="971" name="Graphic 4">
              <a:extLst>
                <a:ext uri="{FF2B5EF4-FFF2-40B4-BE49-F238E27FC236}">
                  <a16:creationId xmlns:a16="http://schemas.microsoft.com/office/drawing/2014/main" id="{05ACCB6E-8DE8-7E4A-92EA-12FCCC8055CD}"/>
                </a:ext>
              </a:extLst>
            </p:cNvPr>
            <p:cNvSpPr/>
            <p:nvPr/>
          </p:nvSpPr>
          <p:spPr>
            <a:xfrm>
              <a:off x="6363099" y="1476139"/>
              <a:ext cx="26837" cy="16598"/>
            </a:xfrm>
            <a:custGeom>
              <a:avLst/>
              <a:gdLst>
                <a:gd name="connsiteX0" fmla="*/ 0 w 26837"/>
                <a:gd name="connsiteY0" fmla="*/ 15322 h 16598"/>
                <a:gd name="connsiteX1" fmla="*/ 1278 w 26837"/>
                <a:gd name="connsiteY1" fmla="*/ 16598 h 16598"/>
                <a:gd name="connsiteX2" fmla="*/ 26838 w 26837"/>
                <a:gd name="connsiteY2" fmla="*/ 15322 h 16598"/>
                <a:gd name="connsiteX3" fmla="*/ 7029 w 26837"/>
                <a:gd name="connsiteY3" fmla="*/ 0 h 16598"/>
                <a:gd name="connsiteX4" fmla="*/ 0 w 26837"/>
                <a:gd name="connsiteY4" fmla="*/ 15322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7" h="16598">
                  <a:moveTo>
                    <a:pt x="0" y="15322"/>
                  </a:moveTo>
                  <a:lnTo>
                    <a:pt x="1278" y="16598"/>
                  </a:lnTo>
                  <a:lnTo>
                    <a:pt x="26838" y="15322"/>
                  </a:lnTo>
                  <a:cubicBezTo>
                    <a:pt x="21087" y="9576"/>
                    <a:pt x="14697" y="4469"/>
                    <a:pt x="7029" y="0"/>
                  </a:cubicBezTo>
                  <a:lnTo>
                    <a:pt x="0" y="15322"/>
                  </a:lnTo>
                  <a:close/>
                </a:path>
              </a:pathLst>
            </a:custGeom>
            <a:solidFill>
              <a:srgbClr val="007CB0"/>
            </a:solidFill>
            <a:ln w="6390" cap="flat">
              <a:noFill/>
              <a:prstDash val="solid"/>
              <a:miter/>
            </a:ln>
          </p:spPr>
          <p:txBody>
            <a:bodyPr rtlCol="0" anchor="ctr"/>
            <a:lstStyle/>
            <a:p>
              <a:endParaRPr lang="en-US"/>
            </a:p>
          </p:txBody>
        </p:sp>
        <p:sp>
          <p:nvSpPr>
            <p:cNvPr id="972" name="Graphic 4">
              <a:extLst>
                <a:ext uri="{FF2B5EF4-FFF2-40B4-BE49-F238E27FC236}">
                  <a16:creationId xmlns:a16="http://schemas.microsoft.com/office/drawing/2014/main" id="{48C15F87-51EF-F44B-8227-5C271BD8A159}"/>
                </a:ext>
              </a:extLst>
            </p:cNvPr>
            <p:cNvSpPr/>
            <p:nvPr/>
          </p:nvSpPr>
          <p:spPr>
            <a:xfrm>
              <a:off x="6359144" y="1506144"/>
              <a:ext cx="51240" cy="66393"/>
            </a:xfrm>
            <a:custGeom>
              <a:avLst/>
              <a:gdLst>
                <a:gd name="connsiteX0" fmla="*/ 5233 w 51240"/>
                <a:gd name="connsiteY0" fmla="*/ 21067 h 66393"/>
                <a:gd name="connsiteX1" fmla="*/ 121 w 51240"/>
                <a:gd name="connsiteY1" fmla="*/ 29366 h 66393"/>
                <a:gd name="connsiteX2" fmla="*/ 7789 w 51240"/>
                <a:gd name="connsiteY2" fmla="*/ 36389 h 66393"/>
                <a:gd name="connsiteX3" fmla="*/ 16096 w 51240"/>
                <a:gd name="connsiteY3" fmla="*/ 37027 h 66393"/>
                <a:gd name="connsiteX4" fmla="*/ 21847 w 51240"/>
                <a:gd name="connsiteY4" fmla="*/ 42134 h 66393"/>
                <a:gd name="connsiteX5" fmla="*/ 26959 w 51240"/>
                <a:gd name="connsiteY5" fmla="*/ 66393 h 66393"/>
                <a:gd name="connsiteX6" fmla="*/ 28237 w 51240"/>
                <a:gd name="connsiteY6" fmla="*/ 64478 h 66393"/>
                <a:gd name="connsiteX7" fmla="*/ 51241 w 51240"/>
                <a:gd name="connsiteY7" fmla="*/ 21067 h 66393"/>
                <a:gd name="connsiteX8" fmla="*/ 42295 w 51240"/>
                <a:gd name="connsiteY8" fmla="*/ 0 h 66393"/>
                <a:gd name="connsiteX9" fmla="*/ 35266 w 51240"/>
                <a:gd name="connsiteY9" fmla="*/ 14683 h 66393"/>
                <a:gd name="connsiteX10" fmla="*/ 30154 w 51240"/>
                <a:gd name="connsiteY10" fmla="*/ 17875 h 66393"/>
                <a:gd name="connsiteX11" fmla="*/ 5233 w 51240"/>
                <a:gd name="connsiteY11" fmla="*/ 21067 h 66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240" h="66393">
                  <a:moveTo>
                    <a:pt x="5233" y="21067"/>
                  </a:moveTo>
                  <a:cubicBezTo>
                    <a:pt x="1399" y="24259"/>
                    <a:pt x="-518" y="27451"/>
                    <a:pt x="121" y="29366"/>
                  </a:cubicBezTo>
                  <a:cubicBezTo>
                    <a:pt x="760" y="32558"/>
                    <a:pt x="5233" y="35112"/>
                    <a:pt x="7789" y="36389"/>
                  </a:cubicBezTo>
                  <a:lnTo>
                    <a:pt x="16096" y="37027"/>
                  </a:lnTo>
                  <a:cubicBezTo>
                    <a:pt x="19291" y="37027"/>
                    <a:pt x="21208" y="39581"/>
                    <a:pt x="21847" y="42134"/>
                  </a:cubicBezTo>
                  <a:lnTo>
                    <a:pt x="26959" y="66393"/>
                  </a:lnTo>
                  <a:lnTo>
                    <a:pt x="28237" y="64478"/>
                  </a:lnTo>
                  <a:lnTo>
                    <a:pt x="51241" y="21067"/>
                  </a:lnTo>
                  <a:cubicBezTo>
                    <a:pt x="49324" y="13406"/>
                    <a:pt x="46129" y="6384"/>
                    <a:pt x="42295" y="0"/>
                  </a:cubicBezTo>
                  <a:lnTo>
                    <a:pt x="35266" y="14683"/>
                  </a:lnTo>
                  <a:cubicBezTo>
                    <a:pt x="33988" y="16598"/>
                    <a:pt x="32710" y="17875"/>
                    <a:pt x="30154" y="17875"/>
                  </a:cubicBezTo>
                  <a:lnTo>
                    <a:pt x="5233" y="21067"/>
                  </a:lnTo>
                  <a:close/>
                </a:path>
              </a:pathLst>
            </a:custGeom>
            <a:solidFill>
              <a:srgbClr val="007CB0"/>
            </a:solidFill>
            <a:ln w="6390" cap="flat">
              <a:noFill/>
              <a:prstDash val="solid"/>
              <a:miter/>
            </a:ln>
          </p:spPr>
          <p:txBody>
            <a:bodyPr rtlCol="0" anchor="ctr"/>
            <a:lstStyle/>
            <a:p>
              <a:endParaRPr lang="en-US"/>
            </a:p>
          </p:txBody>
        </p:sp>
        <p:sp>
          <p:nvSpPr>
            <p:cNvPr id="973" name="Graphic 4">
              <a:extLst>
                <a:ext uri="{FF2B5EF4-FFF2-40B4-BE49-F238E27FC236}">
                  <a16:creationId xmlns:a16="http://schemas.microsoft.com/office/drawing/2014/main" id="{313297A3-CF64-ED42-AA61-218EA77BE3B6}"/>
                </a:ext>
              </a:extLst>
            </p:cNvPr>
            <p:cNvSpPr/>
            <p:nvPr/>
          </p:nvSpPr>
          <p:spPr>
            <a:xfrm>
              <a:off x="6242968" y="1523380"/>
              <a:ext cx="43451" cy="86183"/>
            </a:xfrm>
            <a:custGeom>
              <a:avLst/>
              <a:gdLst>
                <a:gd name="connsiteX0" fmla="*/ 43451 w 43451"/>
                <a:gd name="connsiteY0" fmla="*/ 84907 h 86183"/>
                <a:gd name="connsiteX1" fmla="*/ 33228 w 43451"/>
                <a:gd name="connsiteY1" fmla="*/ 49795 h 86183"/>
                <a:gd name="connsiteX2" fmla="*/ 20448 w 43451"/>
                <a:gd name="connsiteY2" fmla="*/ 42134 h 86183"/>
                <a:gd name="connsiteX3" fmla="*/ 17253 w 43451"/>
                <a:gd name="connsiteY3" fmla="*/ 35750 h 86183"/>
                <a:gd name="connsiteX4" fmla="*/ 21087 w 43451"/>
                <a:gd name="connsiteY4" fmla="*/ 16598 h 86183"/>
                <a:gd name="connsiteX5" fmla="*/ 4473 w 43451"/>
                <a:gd name="connsiteY5" fmla="*/ 0 h 86183"/>
                <a:gd name="connsiteX6" fmla="*/ 0 w 43451"/>
                <a:gd name="connsiteY6" fmla="*/ 26813 h 86183"/>
                <a:gd name="connsiteX7" fmla="*/ 10224 w 43451"/>
                <a:gd name="connsiteY7" fmla="*/ 67670 h 86183"/>
                <a:gd name="connsiteX8" fmla="*/ 10863 w 43451"/>
                <a:gd name="connsiteY8" fmla="*/ 70224 h 86183"/>
                <a:gd name="connsiteX9" fmla="*/ 27477 w 43451"/>
                <a:gd name="connsiteY9" fmla="*/ 83630 h 86183"/>
                <a:gd name="connsiteX10" fmla="*/ 33867 w 43451"/>
                <a:gd name="connsiteY10" fmla="*/ 84269 h 86183"/>
                <a:gd name="connsiteX11" fmla="*/ 43451 w 43451"/>
                <a:gd name="connsiteY11" fmla="*/ 86184 h 86183"/>
                <a:gd name="connsiteX12" fmla="*/ 43451 w 43451"/>
                <a:gd name="connsiteY12" fmla="*/ 84907 h 86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451" h="86183">
                  <a:moveTo>
                    <a:pt x="43451" y="84907"/>
                  </a:moveTo>
                  <a:lnTo>
                    <a:pt x="33228" y="49795"/>
                  </a:lnTo>
                  <a:lnTo>
                    <a:pt x="20448" y="42134"/>
                  </a:lnTo>
                  <a:cubicBezTo>
                    <a:pt x="17892" y="40857"/>
                    <a:pt x="16614" y="38304"/>
                    <a:pt x="17253" y="35750"/>
                  </a:cubicBezTo>
                  <a:lnTo>
                    <a:pt x="21087" y="16598"/>
                  </a:lnTo>
                  <a:lnTo>
                    <a:pt x="4473" y="0"/>
                  </a:lnTo>
                  <a:cubicBezTo>
                    <a:pt x="1917" y="8299"/>
                    <a:pt x="0" y="17237"/>
                    <a:pt x="0" y="26813"/>
                  </a:cubicBezTo>
                  <a:cubicBezTo>
                    <a:pt x="0" y="40857"/>
                    <a:pt x="3834" y="55541"/>
                    <a:pt x="10224" y="67670"/>
                  </a:cubicBezTo>
                  <a:cubicBezTo>
                    <a:pt x="10863" y="68309"/>
                    <a:pt x="10863" y="69585"/>
                    <a:pt x="10863" y="70224"/>
                  </a:cubicBezTo>
                  <a:cubicBezTo>
                    <a:pt x="16614" y="74054"/>
                    <a:pt x="21726" y="78523"/>
                    <a:pt x="27477" y="83630"/>
                  </a:cubicBezTo>
                  <a:cubicBezTo>
                    <a:pt x="28755" y="83630"/>
                    <a:pt x="31311" y="83630"/>
                    <a:pt x="33867" y="84269"/>
                  </a:cubicBezTo>
                  <a:cubicBezTo>
                    <a:pt x="37062" y="84907"/>
                    <a:pt x="40257" y="85545"/>
                    <a:pt x="43451" y="86184"/>
                  </a:cubicBezTo>
                  <a:cubicBezTo>
                    <a:pt x="43451" y="85545"/>
                    <a:pt x="43451" y="85545"/>
                    <a:pt x="43451" y="84907"/>
                  </a:cubicBezTo>
                  <a:close/>
                </a:path>
              </a:pathLst>
            </a:custGeom>
            <a:solidFill>
              <a:srgbClr val="007CB0"/>
            </a:solidFill>
            <a:ln w="6390" cap="flat">
              <a:noFill/>
              <a:prstDash val="solid"/>
              <a:miter/>
            </a:ln>
          </p:spPr>
          <p:txBody>
            <a:bodyPr rtlCol="0" anchor="ctr"/>
            <a:lstStyle/>
            <a:p>
              <a:endParaRPr lang="en-US"/>
            </a:p>
          </p:txBody>
        </p:sp>
        <p:sp>
          <p:nvSpPr>
            <p:cNvPr id="974" name="Graphic 4">
              <a:extLst>
                <a:ext uri="{FF2B5EF4-FFF2-40B4-BE49-F238E27FC236}">
                  <a16:creationId xmlns:a16="http://schemas.microsoft.com/office/drawing/2014/main" id="{420DF53B-F182-A949-B946-14ED02D9AD70}"/>
                </a:ext>
              </a:extLst>
            </p:cNvPr>
            <p:cNvSpPr/>
            <p:nvPr/>
          </p:nvSpPr>
          <p:spPr>
            <a:xfrm>
              <a:off x="6147119"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306078 w 361670"/>
                <a:gd name="connsiteY5" fmla="*/ 205564 h 361333"/>
                <a:gd name="connsiteX6" fmla="*/ 290742 w 361670"/>
                <a:gd name="connsiteY6" fmla="*/ 247698 h 361333"/>
                <a:gd name="connsiteX7" fmla="*/ 275406 w 361670"/>
                <a:gd name="connsiteY7" fmla="*/ 268127 h 361333"/>
                <a:gd name="connsiteX8" fmla="*/ 238345 w 361670"/>
                <a:gd name="connsiteY8" fmla="*/ 295578 h 361333"/>
                <a:gd name="connsiteX9" fmla="*/ 229399 w 361670"/>
                <a:gd name="connsiteY9" fmla="*/ 308346 h 361333"/>
                <a:gd name="connsiteX10" fmla="*/ 223009 w 361670"/>
                <a:gd name="connsiteY10" fmla="*/ 314092 h 361333"/>
                <a:gd name="connsiteX11" fmla="*/ 222370 w 361670"/>
                <a:gd name="connsiteY11" fmla="*/ 314092 h 361333"/>
                <a:gd name="connsiteX12" fmla="*/ 216619 w 361670"/>
                <a:gd name="connsiteY12" fmla="*/ 307070 h 361333"/>
                <a:gd name="connsiteX13" fmla="*/ 230677 w 361670"/>
                <a:gd name="connsiteY13" fmla="*/ 284726 h 361333"/>
                <a:gd name="connsiteX14" fmla="*/ 267739 w 361670"/>
                <a:gd name="connsiteY14" fmla="*/ 257274 h 361333"/>
                <a:gd name="connsiteX15" fmla="*/ 278601 w 361670"/>
                <a:gd name="connsiteY15" fmla="*/ 242591 h 361333"/>
                <a:gd name="connsiteX16" fmla="*/ 293937 w 361670"/>
                <a:gd name="connsiteY16" fmla="*/ 200457 h 361333"/>
                <a:gd name="connsiteX17" fmla="*/ 295215 w 361670"/>
                <a:gd name="connsiteY17" fmla="*/ 190243 h 361333"/>
                <a:gd name="connsiteX18" fmla="*/ 290742 w 361670"/>
                <a:gd name="connsiteY18" fmla="*/ 133425 h 361333"/>
                <a:gd name="connsiteX19" fmla="*/ 288825 w 361670"/>
                <a:gd name="connsiteY19" fmla="*/ 134064 h 361333"/>
                <a:gd name="connsiteX20" fmla="*/ 284991 w 361670"/>
                <a:gd name="connsiteY20" fmla="*/ 139171 h 361333"/>
                <a:gd name="connsiteX21" fmla="*/ 279879 w 361670"/>
                <a:gd name="connsiteY21" fmla="*/ 186412 h 361333"/>
                <a:gd name="connsiteX22" fmla="*/ 288825 w 361670"/>
                <a:gd name="connsiteY22" fmla="*/ 192158 h 361333"/>
                <a:gd name="connsiteX23" fmla="*/ 285630 w 361670"/>
                <a:gd name="connsiteY23" fmla="*/ 210671 h 361333"/>
                <a:gd name="connsiteX24" fmla="*/ 267739 w 361670"/>
                <a:gd name="connsiteY24" fmla="*/ 233015 h 361333"/>
                <a:gd name="connsiteX25" fmla="*/ 254319 w 361670"/>
                <a:gd name="connsiteY25" fmla="*/ 243868 h 361333"/>
                <a:gd name="connsiteX26" fmla="*/ 233233 w 361670"/>
                <a:gd name="connsiteY26" fmla="*/ 254721 h 361333"/>
                <a:gd name="connsiteX27" fmla="*/ 224926 w 361670"/>
                <a:gd name="connsiteY27" fmla="*/ 252167 h 361333"/>
                <a:gd name="connsiteX28" fmla="*/ 227482 w 361670"/>
                <a:gd name="connsiteY28" fmla="*/ 243868 h 361333"/>
                <a:gd name="connsiteX29" fmla="*/ 248569 w 361670"/>
                <a:gd name="connsiteY29" fmla="*/ 233015 h 361333"/>
                <a:gd name="connsiteX30" fmla="*/ 257514 w 361670"/>
                <a:gd name="connsiteY30" fmla="*/ 225993 h 361333"/>
                <a:gd name="connsiteX31" fmla="*/ 276045 w 361670"/>
                <a:gd name="connsiteY31" fmla="*/ 203011 h 361333"/>
                <a:gd name="connsiteX32" fmla="*/ 277962 w 361670"/>
                <a:gd name="connsiteY32" fmla="*/ 200457 h 361333"/>
                <a:gd name="connsiteX33" fmla="*/ 265821 w 361670"/>
                <a:gd name="connsiteY33" fmla="*/ 200457 h 361333"/>
                <a:gd name="connsiteX34" fmla="*/ 244096 w 361670"/>
                <a:gd name="connsiteY34" fmla="*/ 217055 h 361333"/>
                <a:gd name="connsiteX35" fmla="*/ 239623 w 361670"/>
                <a:gd name="connsiteY35" fmla="*/ 218971 h 361333"/>
                <a:gd name="connsiteX36" fmla="*/ 232594 w 361670"/>
                <a:gd name="connsiteY36" fmla="*/ 219609 h 361333"/>
                <a:gd name="connsiteX37" fmla="*/ 190420 w 361670"/>
                <a:gd name="connsiteY37" fmla="*/ 255998 h 361333"/>
                <a:gd name="connsiteX38" fmla="*/ 187225 w 361670"/>
                <a:gd name="connsiteY38" fmla="*/ 282172 h 361333"/>
                <a:gd name="connsiteX39" fmla="*/ 180835 w 361670"/>
                <a:gd name="connsiteY39" fmla="*/ 288556 h 361333"/>
                <a:gd name="connsiteX40" fmla="*/ 180835 w 361670"/>
                <a:gd name="connsiteY40" fmla="*/ 288556 h 361333"/>
                <a:gd name="connsiteX41" fmla="*/ 180835 w 361670"/>
                <a:gd name="connsiteY41" fmla="*/ 288556 h 361333"/>
                <a:gd name="connsiteX42" fmla="*/ 174445 w 361670"/>
                <a:gd name="connsiteY42" fmla="*/ 282172 h 361333"/>
                <a:gd name="connsiteX43" fmla="*/ 171250 w 361670"/>
                <a:gd name="connsiteY43" fmla="*/ 255998 h 361333"/>
                <a:gd name="connsiteX44" fmla="*/ 129077 w 361670"/>
                <a:gd name="connsiteY44" fmla="*/ 219609 h 361333"/>
                <a:gd name="connsiteX45" fmla="*/ 122048 w 361670"/>
                <a:gd name="connsiteY45" fmla="*/ 218971 h 361333"/>
                <a:gd name="connsiteX46" fmla="*/ 117575 w 361670"/>
                <a:gd name="connsiteY46" fmla="*/ 217055 h 361333"/>
                <a:gd name="connsiteX47" fmla="*/ 96488 w 361670"/>
                <a:gd name="connsiteY47" fmla="*/ 200457 h 361333"/>
                <a:gd name="connsiteX48" fmla="*/ 84347 w 361670"/>
                <a:gd name="connsiteY48" fmla="*/ 200457 h 361333"/>
                <a:gd name="connsiteX49" fmla="*/ 85625 w 361670"/>
                <a:gd name="connsiteY49" fmla="*/ 202372 h 361333"/>
                <a:gd name="connsiteX50" fmla="*/ 104156 w 361670"/>
                <a:gd name="connsiteY50" fmla="*/ 225355 h 361333"/>
                <a:gd name="connsiteX51" fmla="*/ 113102 w 361670"/>
                <a:gd name="connsiteY51" fmla="*/ 232377 h 361333"/>
                <a:gd name="connsiteX52" fmla="*/ 134189 w 361670"/>
                <a:gd name="connsiteY52" fmla="*/ 243230 h 361333"/>
                <a:gd name="connsiteX53" fmla="*/ 136745 w 361670"/>
                <a:gd name="connsiteY53" fmla="*/ 251529 h 361333"/>
                <a:gd name="connsiteX54" fmla="*/ 128438 w 361670"/>
                <a:gd name="connsiteY54" fmla="*/ 254082 h 361333"/>
                <a:gd name="connsiteX55" fmla="*/ 107351 w 361670"/>
                <a:gd name="connsiteY55" fmla="*/ 243230 h 361333"/>
                <a:gd name="connsiteX56" fmla="*/ 93932 w 361670"/>
                <a:gd name="connsiteY56" fmla="*/ 232377 h 361333"/>
                <a:gd name="connsiteX57" fmla="*/ 75401 w 361670"/>
                <a:gd name="connsiteY57" fmla="*/ 209395 h 361333"/>
                <a:gd name="connsiteX58" fmla="*/ 72845 w 361670"/>
                <a:gd name="connsiteY58" fmla="*/ 191519 h 361333"/>
                <a:gd name="connsiteX59" fmla="*/ 81791 w 361670"/>
                <a:gd name="connsiteY59" fmla="*/ 185774 h 361333"/>
                <a:gd name="connsiteX60" fmla="*/ 76679 w 361670"/>
                <a:gd name="connsiteY60" fmla="*/ 138532 h 361333"/>
                <a:gd name="connsiteX61" fmla="*/ 72845 w 361670"/>
                <a:gd name="connsiteY61" fmla="*/ 133425 h 361333"/>
                <a:gd name="connsiteX62" fmla="*/ 70289 w 361670"/>
                <a:gd name="connsiteY62" fmla="*/ 132787 h 361333"/>
                <a:gd name="connsiteX63" fmla="*/ 66456 w 361670"/>
                <a:gd name="connsiteY63" fmla="*/ 189604 h 361333"/>
                <a:gd name="connsiteX64" fmla="*/ 67733 w 361670"/>
                <a:gd name="connsiteY64" fmla="*/ 199819 h 361333"/>
                <a:gd name="connsiteX65" fmla="*/ 83069 w 361670"/>
                <a:gd name="connsiteY65" fmla="*/ 241953 h 361333"/>
                <a:gd name="connsiteX66" fmla="*/ 93932 w 361670"/>
                <a:gd name="connsiteY66" fmla="*/ 256636 h 361333"/>
                <a:gd name="connsiteX67" fmla="*/ 130994 w 361670"/>
                <a:gd name="connsiteY67" fmla="*/ 284087 h 361333"/>
                <a:gd name="connsiteX68" fmla="*/ 145052 w 361670"/>
                <a:gd name="connsiteY68" fmla="*/ 306431 h 361333"/>
                <a:gd name="connsiteX69" fmla="*/ 139301 w 361670"/>
                <a:gd name="connsiteY69" fmla="*/ 313454 h 361333"/>
                <a:gd name="connsiteX70" fmla="*/ 138662 w 361670"/>
                <a:gd name="connsiteY70" fmla="*/ 313454 h 361333"/>
                <a:gd name="connsiteX71" fmla="*/ 132272 w 361670"/>
                <a:gd name="connsiteY71" fmla="*/ 307708 h 361333"/>
                <a:gd name="connsiteX72" fmla="*/ 123326 w 361670"/>
                <a:gd name="connsiteY72" fmla="*/ 294940 h 361333"/>
                <a:gd name="connsiteX73" fmla="*/ 86264 w 361670"/>
                <a:gd name="connsiteY73" fmla="*/ 267489 h 361333"/>
                <a:gd name="connsiteX74" fmla="*/ 70928 w 361670"/>
                <a:gd name="connsiteY74" fmla="*/ 247060 h 361333"/>
                <a:gd name="connsiteX75" fmla="*/ 55593 w 361670"/>
                <a:gd name="connsiteY75" fmla="*/ 204926 h 361333"/>
                <a:gd name="connsiteX76" fmla="*/ 53676 w 361670"/>
                <a:gd name="connsiteY76" fmla="*/ 188966 h 361333"/>
                <a:gd name="connsiteX77" fmla="*/ 58148 w 361670"/>
                <a:gd name="connsiteY77" fmla="*/ 132148 h 361333"/>
                <a:gd name="connsiteX78" fmla="*/ 69650 w 361670"/>
                <a:gd name="connsiteY78" fmla="*/ 120019 h 361333"/>
                <a:gd name="connsiteX79" fmla="*/ 85625 w 361670"/>
                <a:gd name="connsiteY79" fmla="*/ 127680 h 361333"/>
                <a:gd name="connsiteX80" fmla="*/ 182113 w 361670"/>
                <a:gd name="connsiteY80" fmla="*/ 49157 h 361333"/>
                <a:gd name="connsiteX81" fmla="*/ 278601 w 361670"/>
                <a:gd name="connsiteY81" fmla="*/ 126403 h 361333"/>
                <a:gd name="connsiteX82" fmla="*/ 293298 w 361670"/>
                <a:gd name="connsiteY82" fmla="*/ 120019 h 361333"/>
                <a:gd name="connsiteX83" fmla="*/ 304800 w 361670"/>
                <a:gd name="connsiteY83" fmla="*/ 131510 h 361333"/>
                <a:gd name="connsiteX84" fmla="*/ 309273 w 361670"/>
                <a:gd name="connsiteY84" fmla="*/ 188966 h 361333"/>
                <a:gd name="connsiteX85" fmla="*/ 306078 w 361670"/>
                <a:gd name="connsiteY85" fmla="*/ 20556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close/>
                  <a:moveTo>
                    <a:pt x="306078" y="205564"/>
                  </a:moveTo>
                  <a:lnTo>
                    <a:pt x="290742" y="247698"/>
                  </a:lnTo>
                  <a:cubicBezTo>
                    <a:pt x="287547" y="255998"/>
                    <a:pt x="282435" y="263020"/>
                    <a:pt x="275406" y="268127"/>
                  </a:cubicBezTo>
                  <a:lnTo>
                    <a:pt x="238345" y="295578"/>
                  </a:lnTo>
                  <a:cubicBezTo>
                    <a:pt x="232594" y="299409"/>
                    <a:pt x="230038" y="303878"/>
                    <a:pt x="229399" y="308346"/>
                  </a:cubicBezTo>
                  <a:cubicBezTo>
                    <a:pt x="229399" y="311538"/>
                    <a:pt x="226204" y="314092"/>
                    <a:pt x="223009" y="314092"/>
                  </a:cubicBezTo>
                  <a:cubicBezTo>
                    <a:pt x="223009" y="314092"/>
                    <a:pt x="222370" y="314092"/>
                    <a:pt x="222370" y="314092"/>
                  </a:cubicBezTo>
                  <a:cubicBezTo>
                    <a:pt x="219175" y="313454"/>
                    <a:pt x="215980" y="310900"/>
                    <a:pt x="216619" y="307070"/>
                  </a:cubicBezTo>
                  <a:cubicBezTo>
                    <a:pt x="217258" y="298770"/>
                    <a:pt x="222370" y="291110"/>
                    <a:pt x="230677" y="284726"/>
                  </a:cubicBezTo>
                  <a:lnTo>
                    <a:pt x="267739" y="257274"/>
                  </a:lnTo>
                  <a:cubicBezTo>
                    <a:pt x="272850" y="253444"/>
                    <a:pt x="276684" y="248337"/>
                    <a:pt x="278601" y="242591"/>
                  </a:cubicBezTo>
                  <a:lnTo>
                    <a:pt x="293937" y="200457"/>
                  </a:lnTo>
                  <a:cubicBezTo>
                    <a:pt x="295215" y="197265"/>
                    <a:pt x="295854" y="193435"/>
                    <a:pt x="295215" y="190243"/>
                  </a:cubicBezTo>
                  <a:lnTo>
                    <a:pt x="290742" y="133425"/>
                  </a:lnTo>
                  <a:cubicBezTo>
                    <a:pt x="290742" y="133425"/>
                    <a:pt x="290103" y="133425"/>
                    <a:pt x="288825" y="134064"/>
                  </a:cubicBezTo>
                  <a:cubicBezTo>
                    <a:pt x="288186" y="134702"/>
                    <a:pt x="285630" y="135979"/>
                    <a:pt x="284991" y="139171"/>
                  </a:cubicBezTo>
                  <a:lnTo>
                    <a:pt x="279879" y="186412"/>
                  </a:lnTo>
                  <a:cubicBezTo>
                    <a:pt x="283713" y="187689"/>
                    <a:pt x="286908" y="189604"/>
                    <a:pt x="288825" y="192158"/>
                  </a:cubicBezTo>
                  <a:cubicBezTo>
                    <a:pt x="290103" y="194073"/>
                    <a:pt x="294576" y="201734"/>
                    <a:pt x="285630" y="210671"/>
                  </a:cubicBezTo>
                  <a:lnTo>
                    <a:pt x="267739" y="233015"/>
                  </a:lnTo>
                  <a:cubicBezTo>
                    <a:pt x="263904" y="237484"/>
                    <a:pt x="259431" y="241314"/>
                    <a:pt x="254319" y="243868"/>
                  </a:cubicBezTo>
                  <a:lnTo>
                    <a:pt x="233233" y="254721"/>
                  </a:lnTo>
                  <a:cubicBezTo>
                    <a:pt x="230038" y="255998"/>
                    <a:pt x="226204" y="254721"/>
                    <a:pt x="224926" y="252167"/>
                  </a:cubicBezTo>
                  <a:cubicBezTo>
                    <a:pt x="223648" y="248975"/>
                    <a:pt x="224926" y="245145"/>
                    <a:pt x="227482" y="243868"/>
                  </a:cubicBezTo>
                  <a:lnTo>
                    <a:pt x="248569" y="233015"/>
                  </a:lnTo>
                  <a:cubicBezTo>
                    <a:pt x="251764" y="231100"/>
                    <a:pt x="254959" y="228547"/>
                    <a:pt x="257514" y="225993"/>
                  </a:cubicBezTo>
                  <a:lnTo>
                    <a:pt x="276045" y="203011"/>
                  </a:lnTo>
                  <a:cubicBezTo>
                    <a:pt x="277323" y="201734"/>
                    <a:pt x="277962" y="201095"/>
                    <a:pt x="277962" y="200457"/>
                  </a:cubicBezTo>
                  <a:cubicBezTo>
                    <a:pt x="276045" y="199180"/>
                    <a:pt x="270294" y="198542"/>
                    <a:pt x="265821" y="200457"/>
                  </a:cubicBezTo>
                  <a:cubicBezTo>
                    <a:pt x="258792" y="203649"/>
                    <a:pt x="251764" y="210033"/>
                    <a:pt x="244096" y="217055"/>
                  </a:cubicBezTo>
                  <a:cubicBezTo>
                    <a:pt x="242818" y="218332"/>
                    <a:pt x="241540" y="218971"/>
                    <a:pt x="239623" y="218971"/>
                  </a:cubicBezTo>
                  <a:cubicBezTo>
                    <a:pt x="239623" y="218971"/>
                    <a:pt x="236428" y="218971"/>
                    <a:pt x="232594" y="219609"/>
                  </a:cubicBezTo>
                  <a:cubicBezTo>
                    <a:pt x="212785" y="221524"/>
                    <a:pt x="195532" y="236207"/>
                    <a:pt x="190420" y="255998"/>
                  </a:cubicBezTo>
                  <a:cubicBezTo>
                    <a:pt x="187864" y="265574"/>
                    <a:pt x="187225" y="271319"/>
                    <a:pt x="187225" y="282172"/>
                  </a:cubicBezTo>
                  <a:cubicBezTo>
                    <a:pt x="187225" y="286002"/>
                    <a:pt x="184669" y="288556"/>
                    <a:pt x="180835" y="288556"/>
                  </a:cubicBezTo>
                  <a:cubicBezTo>
                    <a:pt x="180835" y="288556"/>
                    <a:pt x="180835" y="288556"/>
                    <a:pt x="180835" y="288556"/>
                  </a:cubicBezTo>
                  <a:cubicBezTo>
                    <a:pt x="180835" y="288556"/>
                    <a:pt x="180835" y="288556"/>
                    <a:pt x="180835" y="288556"/>
                  </a:cubicBezTo>
                  <a:cubicBezTo>
                    <a:pt x="177001" y="288556"/>
                    <a:pt x="174445" y="286002"/>
                    <a:pt x="174445" y="282172"/>
                  </a:cubicBezTo>
                  <a:cubicBezTo>
                    <a:pt x="174445" y="270681"/>
                    <a:pt x="173806" y="264935"/>
                    <a:pt x="171250" y="255998"/>
                  </a:cubicBezTo>
                  <a:cubicBezTo>
                    <a:pt x="166138" y="236207"/>
                    <a:pt x="148885" y="221524"/>
                    <a:pt x="129077" y="219609"/>
                  </a:cubicBezTo>
                  <a:cubicBezTo>
                    <a:pt x="124604" y="218971"/>
                    <a:pt x="122048" y="218971"/>
                    <a:pt x="122048" y="218971"/>
                  </a:cubicBezTo>
                  <a:cubicBezTo>
                    <a:pt x="120131" y="218971"/>
                    <a:pt x="118853" y="218332"/>
                    <a:pt x="117575" y="217055"/>
                  </a:cubicBezTo>
                  <a:cubicBezTo>
                    <a:pt x="110546" y="210033"/>
                    <a:pt x="102878" y="203649"/>
                    <a:pt x="96488" y="200457"/>
                  </a:cubicBezTo>
                  <a:cubicBezTo>
                    <a:pt x="92015" y="197903"/>
                    <a:pt x="86264" y="199180"/>
                    <a:pt x="84347" y="200457"/>
                  </a:cubicBezTo>
                  <a:cubicBezTo>
                    <a:pt x="84347" y="201095"/>
                    <a:pt x="84986" y="201734"/>
                    <a:pt x="85625" y="202372"/>
                  </a:cubicBezTo>
                  <a:lnTo>
                    <a:pt x="104156" y="225355"/>
                  </a:lnTo>
                  <a:cubicBezTo>
                    <a:pt x="106712" y="228547"/>
                    <a:pt x="109907" y="231100"/>
                    <a:pt x="113102" y="232377"/>
                  </a:cubicBezTo>
                  <a:lnTo>
                    <a:pt x="134189" y="243230"/>
                  </a:lnTo>
                  <a:cubicBezTo>
                    <a:pt x="137384" y="244506"/>
                    <a:pt x="138662" y="248337"/>
                    <a:pt x="136745" y="251529"/>
                  </a:cubicBezTo>
                  <a:cubicBezTo>
                    <a:pt x="135467" y="254721"/>
                    <a:pt x="131633" y="255998"/>
                    <a:pt x="128438" y="254082"/>
                  </a:cubicBezTo>
                  <a:lnTo>
                    <a:pt x="107351" y="243230"/>
                  </a:lnTo>
                  <a:cubicBezTo>
                    <a:pt x="102239" y="240676"/>
                    <a:pt x="97766" y="236846"/>
                    <a:pt x="93932" y="232377"/>
                  </a:cubicBezTo>
                  <a:lnTo>
                    <a:pt x="75401" y="209395"/>
                  </a:lnTo>
                  <a:cubicBezTo>
                    <a:pt x="67094" y="201095"/>
                    <a:pt x="71567" y="193435"/>
                    <a:pt x="72845" y="191519"/>
                  </a:cubicBezTo>
                  <a:cubicBezTo>
                    <a:pt x="74762" y="188966"/>
                    <a:pt x="77957" y="187051"/>
                    <a:pt x="81791" y="185774"/>
                  </a:cubicBezTo>
                  <a:lnTo>
                    <a:pt x="76679" y="138532"/>
                  </a:lnTo>
                  <a:cubicBezTo>
                    <a:pt x="75401" y="135340"/>
                    <a:pt x="73484" y="134064"/>
                    <a:pt x="72845" y="133425"/>
                  </a:cubicBezTo>
                  <a:cubicBezTo>
                    <a:pt x="71567" y="132787"/>
                    <a:pt x="70928" y="132787"/>
                    <a:pt x="70289" y="132787"/>
                  </a:cubicBezTo>
                  <a:lnTo>
                    <a:pt x="66456" y="189604"/>
                  </a:lnTo>
                  <a:cubicBezTo>
                    <a:pt x="66456" y="193435"/>
                    <a:pt x="66456" y="196627"/>
                    <a:pt x="67733" y="199819"/>
                  </a:cubicBezTo>
                  <a:lnTo>
                    <a:pt x="83069" y="241953"/>
                  </a:lnTo>
                  <a:cubicBezTo>
                    <a:pt x="84986" y="247698"/>
                    <a:pt x="88820" y="252806"/>
                    <a:pt x="93932" y="256636"/>
                  </a:cubicBezTo>
                  <a:lnTo>
                    <a:pt x="130994" y="284087"/>
                  </a:lnTo>
                  <a:cubicBezTo>
                    <a:pt x="139301" y="290471"/>
                    <a:pt x="144412" y="297494"/>
                    <a:pt x="145052" y="306431"/>
                  </a:cubicBezTo>
                  <a:cubicBezTo>
                    <a:pt x="145690" y="309623"/>
                    <a:pt x="142496" y="312815"/>
                    <a:pt x="139301" y="313454"/>
                  </a:cubicBezTo>
                  <a:cubicBezTo>
                    <a:pt x="139301" y="313454"/>
                    <a:pt x="138662" y="313454"/>
                    <a:pt x="138662" y="313454"/>
                  </a:cubicBezTo>
                  <a:cubicBezTo>
                    <a:pt x="135467" y="313454"/>
                    <a:pt x="132911" y="310900"/>
                    <a:pt x="132272" y="307708"/>
                  </a:cubicBezTo>
                  <a:cubicBezTo>
                    <a:pt x="131633" y="303239"/>
                    <a:pt x="129077" y="298770"/>
                    <a:pt x="123326" y="294940"/>
                  </a:cubicBezTo>
                  <a:lnTo>
                    <a:pt x="86264" y="267489"/>
                  </a:lnTo>
                  <a:cubicBezTo>
                    <a:pt x="79235" y="262382"/>
                    <a:pt x="73484" y="255359"/>
                    <a:pt x="70928" y="247060"/>
                  </a:cubicBezTo>
                  <a:lnTo>
                    <a:pt x="55593" y="204926"/>
                  </a:lnTo>
                  <a:cubicBezTo>
                    <a:pt x="53676" y="199819"/>
                    <a:pt x="53036" y="194711"/>
                    <a:pt x="53676" y="188966"/>
                  </a:cubicBezTo>
                  <a:lnTo>
                    <a:pt x="58148" y="132148"/>
                  </a:lnTo>
                  <a:cubicBezTo>
                    <a:pt x="58788" y="125126"/>
                    <a:pt x="63261" y="120657"/>
                    <a:pt x="69650" y="120019"/>
                  </a:cubicBezTo>
                  <a:cubicBezTo>
                    <a:pt x="74762" y="119380"/>
                    <a:pt x="81152" y="121934"/>
                    <a:pt x="85625" y="127680"/>
                  </a:cubicBezTo>
                  <a:cubicBezTo>
                    <a:pt x="94571" y="82992"/>
                    <a:pt x="134189" y="49157"/>
                    <a:pt x="182113" y="49157"/>
                  </a:cubicBezTo>
                  <a:cubicBezTo>
                    <a:pt x="229399" y="49157"/>
                    <a:pt x="269016" y="82353"/>
                    <a:pt x="278601" y="126403"/>
                  </a:cubicBezTo>
                  <a:cubicBezTo>
                    <a:pt x="283074" y="121934"/>
                    <a:pt x="288186" y="119380"/>
                    <a:pt x="293298" y="120019"/>
                  </a:cubicBezTo>
                  <a:cubicBezTo>
                    <a:pt x="299688" y="120657"/>
                    <a:pt x="304161" y="125126"/>
                    <a:pt x="304800" y="131510"/>
                  </a:cubicBezTo>
                  <a:lnTo>
                    <a:pt x="309273" y="188966"/>
                  </a:lnTo>
                  <a:cubicBezTo>
                    <a:pt x="308634" y="195350"/>
                    <a:pt x="307356" y="200457"/>
                    <a:pt x="306078" y="205564"/>
                  </a:cubicBezTo>
                  <a:close/>
                </a:path>
              </a:pathLst>
            </a:custGeom>
            <a:solidFill>
              <a:srgbClr val="007CB0"/>
            </a:solidFill>
            <a:ln w="6390" cap="flat">
              <a:noFill/>
              <a:prstDash val="solid"/>
              <a:miter/>
            </a:ln>
          </p:spPr>
          <p:txBody>
            <a:bodyPr rtlCol="0" anchor="ctr"/>
            <a:lstStyle/>
            <a:p>
              <a:endParaRPr lang="en-US"/>
            </a:p>
          </p:txBody>
        </p:sp>
        <p:sp>
          <p:nvSpPr>
            <p:cNvPr id="975" name="Graphic 4">
              <a:extLst>
                <a:ext uri="{FF2B5EF4-FFF2-40B4-BE49-F238E27FC236}">
                  <a16:creationId xmlns:a16="http://schemas.microsoft.com/office/drawing/2014/main" id="{12431EB6-7C65-194E-99FD-4ED08605B371}"/>
                </a:ext>
              </a:extLst>
            </p:cNvPr>
            <p:cNvSpPr/>
            <p:nvPr/>
          </p:nvSpPr>
          <p:spPr>
            <a:xfrm>
              <a:off x="6275557" y="1464648"/>
              <a:ext cx="138661" cy="182581"/>
            </a:xfrm>
            <a:custGeom>
              <a:avLst/>
              <a:gdLst>
                <a:gd name="connsiteX0" fmla="*/ 127160 w 138661"/>
                <a:gd name="connsiteY0" fmla="*/ 128318 h 182581"/>
                <a:gd name="connsiteX1" fmla="*/ 138662 w 138661"/>
                <a:gd name="connsiteY1" fmla="*/ 85545 h 182581"/>
                <a:gd name="connsiteX2" fmla="*/ 138662 w 138661"/>
                <a:gd name="connsiteY2" fmla="*/ 83630 h 182581"/>
                <a:gd name="connsiteX3" fmla="*/ 123326 w 138661"/>
                <a:gd name="connsiteY3" fmla="*/ 112358 h 182581"/>
                <a:gd name="connsiteX4" fmla="*/ 122687 w 138661"/>
                <a:gd name="connsiteY4" fmla="*/ 112996 h 182581"/>
                <a:gd name="connsiteX5" fmla="*/ 112463 w 138661"/>
                <a:gd name="connsiteY5" fmla="*/ 127041 h 182581"/>
                <a:gd name="connsiteX6" fmla="*/ 107351 w 138661"/>
                <a:gd name="connsiteY6" fmla="*/ 129595 h 182581"/>
                <a:gd name="connsiteX7" fmla="*/ 106073 w 138661"/>
                <a:gd name="connsiteY7" fmla="*/ 129595 h 182581"/>
                <a:gd name="connsiteX8" fmla="*/ 100961 w 138661"/>
                <a:gd name="connsiteY8" fmla="*/ 124488 h 182581"/>
                <a:gd name="connsiteX9" fmla="*/ 93932 w 138661"/>
                <a:gd name="connsiteY9" fmla="*/ 90653 h 182581"/>
                <a:gd name="connsiteX10" fmla="*/ 89459 w 138661"/>
                <a:gd name="connsiteY10" fmla="*/ 90653 h 182581"/>
                <a:gd name="connsiteX11" fmla="*/ 87542 w 138661"/>
                <a:gd name="connsiteY11" fmla="*/ 90014 h 182581"/>
                <a:gd name="connsiteX12" fmla="*/ 70929 w 138661"/>
                <a:gd name="connsiteY12" fmla="*/ 72777 h 182581"/>
                <a:gd name="connsiteX13" fmla="*/ 81792 w 138661"/>
                <a:gd name="connsiteY13" fmla="*/ 51072 h 182581"/>
                <a:gd name="connsiteX14" fmla="*/ 84986 w 138661"/>
                <a:gd name="connsiteY14" fmla="*/ 49795 h 182581"/>
                <a:gd name="connsiteX15" fmla="*/ 108629 w 138661"/>
                <a:gd name="connsiteY15" fmla="*/ 47241 h 182581"/>
                <a:gd name="connsiteX16" fmla="*/ 112463 w 138661"/>
                <a:gd name="connsiteY16" fmla="*/ 38942 h 182581"/>
                <a:gd name="connsiteX17" fmla="*/ 85625 w 138661"/>
                <a:gd name="connsiteY17" fmla="*/ 40219 h 182581"/>
                <a:gd name="connsiteX18" fmla="*/ 81152 w 138661"/>
                <a:gd name="connsiteY18" fmla="*/ 38304 h 182581"/>
                <a:gd name="connsiteX19" fmla="*/ 74762 w 138661"/>
                <a:gd name="connsiteY19" fmla="*/ 32558 h 182581"/>
                <a:gd name="connsiteX20" fmla="*/ 73484 w 138661"/>
                <a:gd name="connsiteY20" fmla="*/ 25536 h 182581"/>
                <a:gd name="connsiteX21" fmla="*/ 82430 w 138661"/>
                <a:gd name="connsiteY21" fmla="*/ 5746 h 182581"/>
                <a:gd name="connsiteX22" fmla="*/ 52398 w 138661"/>
                <a:gd name="connsiteY22" fmla="*/ 0 h 182581"/>
                <a:gd name="connsiteX23" fmla="*/ 24282 w 138661"/>
                <a:gd name="connsiteY23" fmla="*/ 5107 h 182581"/>
                <a:gd name="connsiteX24" fmla="*/ 25560 w 138661"/>
                <a:gd name="connsiteY24" fmla="*/ 37027 h 182581"/>
                <a:gd name="connsiteX25" fmla="*/ 23004 w 138661"/>
                <a:gd name="connsiteY25" fmla="*/ 42773 h 182581"/>
                <a:gd name="connsiteX26" fmla="*/ 0 w 138661"/>
                <a:gd name="connsiteY26" fmla="*/ 58733 h 182581"/>
                <a:gd name="connsiteX27" fmla="*/ 639 w 138661"/>
                <a:gd name="connsiteY27" fmla="*/ 65755 h 182581"/>
                <a:gd name="connsiteX28" fmla="*/ 15336 w 138661"/>
                <a:gd name="connsiteY28" fmla="*/ 64478 h 182581"/>
                <a:gd name="connsiteX29" fmla="*/ 18531 w 138661"/>
                <a:gd name="connsiteY29" fmla="*/ 65117 h 182581"/>
                <a:gd name="connsiteX30" fmla="*/ 50481 w 138661"/>
                <a:gd name="connsiteY30" fmla="*/ 81715 h 182581"/>
                <a:gd name="connsiteX31" fmla="*/ 53676 w 138661"/>
                <a:gd name="connsiteY31" fmla="*/ 85545 h 182581"/>
                <a:gd name="connsiteX32" fmla="*/ 53037 w 138661"/>
                <a:gd name="connsiteY32" fmla="*/ 90653 h 182581"/>
                <a:gd name="connsiteX33" fmla="*/ 22365 w 138661"/>
                <a:gd name="connsiteY33" fmla="*/ 146193 h 182581"/>
                <a:gd name="connsiteX34" fmla="*/ 19809 w 138661"/>
                <a:gd name="connsiteY34" fmla="*/ 148747 h 182581"/>
                <a:gd name="connsiteX35" fmla="*/ 52398 w 138661"/>
                <a:gd name="connsiteY35" fmla="*/ 182582 h 182581"/>
                <a:gd name="connsiteX36" fmla="*/ 103517 w 138661"/>
                <a:gd name="connsiteY36" fmla="*/ 144278 h 182581"/>
                <a:gd name="connsiteX37" fmla="*/ 109907 w 138661"/>
                <a:gd name="connsiteY37" fmla="*/ 143640 h 182581"/>
                <a:gd name="connsiteX38" fmla="*/ 127160 w 138661"/>
                <a:gd name="connsiteY38" fmla="*/ 128318 h 182581"/>
                <a:gd name="connsiteX39" fmla="*/ 127160 w 138661"/>
                <a:gd name="connsiteY39" fmla="*/ 128318 h 182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8661" h="182581">
                  <a:moveTo>
                    <a:pt x="127160" y="128318"/>
                  </a:moveTo>
                  <a:cubicBezTo>
                    <a:pt x="134828" y="115550"/>
                    <a:pt x="138662" y="100867"/>
                    <a:pt x="138662" y="85545"/>
                  </a:cubicBezTo>
                  <a:cubicBezTo>
                    <a:pt x="138662" y="84907"/>
                    <a:pt x="138662" y="84269"/>
                    <a:pt x="138662" y="83630"/>
                  </a:cubicBezTo>
                  <a:lnTo>
                    <a:pt x="123326" y="112358"/>
                  </a:lnTo>
                  <a:cubicBezTo>
                    <a:pt x="123326" y="112358"/>
                    <a:pt x="123326" y="112996"/>
                    <a:pt x="122687" y="112996"/>
                  </a:cubicBezTo>
                  <a:lnTo>
                    <a:pt x="112463" y="127041"/>
                  </a:lnTo>
                  <a:cubicBezTo>
                    <a:pt x="111185" y="128956"/>
                    <a:pt x="109268" y="129595"/>
                    <a:pt x="107351" y="129595"/>
                  </a:cubicBezTo>
                  <a:cubicBezTo>
                    <a:pt x="106712" y="129595"/>
                    <a:pt x="106712" y="129595"/>
                    <a:pt x="106073" y="129595"/>
                  </a:cubicBezTo>
                  <a:cubicBezTo>
                    <a:pt x="103517" y="128956"/>
                    <a:pt x="101600" y="127041"/>
                    <a:pt x="100961" y="124488"/>
                  </a:cubicBezTo>
                  <a:lnTo>
                    <a:pt x="93932" y="90653"/>
                  </a:lnTo>
                  <a:lnTo>
                    <a:pt x="89459" y="90653"/>
                  </a:lnTo>
                  <a:cubicBezTo>
                    <a:pt x="88820" y="90653"/>
                    <a:pt x="88181" y="90653"/>
                    <a:pt x="87542" y="90014"/>
                  </a:cubicBezTo>
                  <a:cubicBezTo>
                    <a:pt x="86264" y="89376"/>
                    <a:pt x="72845" y="84269"/>
                    <a:pt x="70929" y="72777"/>
                  </a:cubicBezTo>
                  <a:cubicBezTo>
                    <a:pt x="69650" y="65755"/>
                    <a:pt x="73484" y="58094"/>
                    <a:pt x="81792" y="51072"/>
                  </a:cubicBezTo>
                  <a:cubicBezTo>
                    <a:pt x="82430" y="50433"/>
                    <a:pt x="83708" y="49795"/>
                    <a:pt x="84986" y="49795"/>
                  </a:cubicBezTo>
                  <a:lnTo>
                    <a:pt x="108629" y="47241"/>
                  </a:lnTo>
                  <a:lnTo>
                    <a:pt x="112463" y="38942"/>
                  </a:lnTo>
                  <a:lnTo>
                    <a:pt x="85625" y="40219"/>
                  </a:lnTo>
                  <a:cubicBezTo>
                    <a:pt x="83708" y="40219"/>
                    <a:pt x="81792" y="39581"/>
                    <a:pt x="81152" y="38304"/>
                  </a:cubicBezTo>
                  <a:lnTo>
                    <a:pt x="74762" y="32558"/>
                  </a:lnTo>
                  <a:cubicBezTo>
                    <a:pt x="72845" y="30643"/>
                    <a:pt x="72207" y="28089"/>
                    <a:pt x="73484" y="25536"/>
                  </a:cubicBezTo>
                  <a:lnTo>
                    <a:pt x="82430" y="5746"/>
                  </a:lnTo>
                  <a:cubicBezTo>
                    <a:pt x="72845" y="1915"/>
                    <a:pt x="62622" y="0"/>
                    <a:pt x="52398" y="0"/>
                  </a:cubicBezTo>
                  <a:cubicBezTo>
                    <a:pt x="42174" y="0"/>
                    <a:pt x="33228" y="1915"/>
                    <a:pt x="24282" y="5107"/>
                  </a:cubicBezTo>
                  <a:lnTo>
                    <a:pt x="25560" y="37027"/>
                  </a:lnTo>
                  <a:cubicBezTo>
                    <a:pt x="25560" y="38942"/>
                    <a:pt x="24282" y="41496"/>
                    <a:pt x="23004" y="42773"/>
                  </a:cubicBezTo>
                  <a:lnTo>
                    <a:pt x="0" y="58733"/>
                  </a:lnTo>
                  <a:lnTo>
                    <a:pt x="639" y="65755"/>
                  </a:lnTo>
                  <a:lnTo>
                    <a:pt x="15336" y="64478"/>
                  </a:lnTo>
                  <a:cubicBezTo>
                    <a:pt x="16614" y="64478"/>
                    <a:pt x="17892" y="64478"/>
                    <a:pt x="18531" y="65117"/>
                  </a:cubicBezTo>
                  <a:lnTo>
                    <a:pt x="50481" y="81715"/>
                  </a:lnTo>
                  <a:cubicBezTo>
                    <a:pt x="51759" y="82353"/>
                    <a:pt x="53037" y="83630"/>
                    <a:pt x="53676" y="85545"/>
                  </a:cubicBezTo>
                  <a:cubicBezTo>
                    <a:pt x="54314" y="87461"/>
                    <a:pt x="53676" y="88737"/>
                    <a:pt x="53037" y="90653"/>
                  </a:cubicBezTo>
                  <a:lnTo>
                    <a:pt x="22365" y="146193"/>
                  </a:lnTo>
                  <a:cubicBezTo>
                    <a:pt x="21726" y="147470"/>
                    <a:pt x="20448" y="148108"/>
                    <a:pt x="19809" y="148747"/>
                  </a:cubicBezTo>
                  <a:cubicBezTo>
                    <a:pt x="34506" y="155131"/>
                    <a:pt x="46008" y="167260"/>
                    <a:pt x="52398" y="182582"/>
                  </a:cubicBezTo>
                  <a:cubicBezTo>
                    <a:pt x="61344" y="161515"/>
                    <a:pt x="80513" y="146193"/>
                    <a:pt x="103517" y="144278"/>
                  </a:cubicBezTo>
                  <a:cubicBezTo>
                    <a:pt x="106073" y="144278"/>
                    <a:pt x="107990" y="143640"/>
                    <a:pt x="109907" y="143640"/>
                  </a:cubicBezTo>
                  <a:cubicBezTo>
                    <a:pt x="115019" y="137256"/>
                    <a:pt x="121409" y="132148"/>
                    <a:pt x="127160" y="128318"/>
                  </a:cubicBezTo>
                  <a:cubicBezTo>
                    <a:pt x="127160" y="128318"/>
                    <a:pt x="127160" y="128318"/>
                    <a:pt x="127160" y="128318"/>
                  </a:cubicBezTo>
                  <a:close/>
                </a:path>
              </a:pathLst>
            </a:custGeom>
            <a:solidFill>
              <a:srgbClr val="007CB0"/>
            </a:solidFill>
            <a:ln w="6390" cap="flat">
              <a:noFill/>
              <a:prstDash val="solid"/>
              <a:miter/>
            </a:ln>
          </p:spPr>
          <p:txBody>
            <a:bodyPr rtlCol="0" anchor="ctr"/>
            <a:lstStyle/>
            <a:p>
              <a:endParaRPr lang="en-US"/>
            </a:p>
          </p:txBody>
        </p:sp>
      </p:grpSp>
      <p:grpSp>
        <p:nvGrpSpPr>
          <p:cNvPr id="976" name="Graphic 4">
            <a:extLst>
              <a:ext uri="{FF2B5EF4-FFF2-40B4-BE49-F238E27FC236}">
                <a16:creationId xmlns:a16="http://schemas.microsoft.com/office/drawing/2014/main" id="{DCA6764D-DDEA-6E47-906D-B82CA7FDBE0C}"/>
              </a:ext>
            </a:extLst>
          </p:cNvPr>
          <p:cNvGrpSpPr/>
          <p:nvPr/>
        </p:nvGrpSpPr>
        <p:grpSpPr>
          <a:xfrm>
            <a:off x="6147119" y="3824168"/>
            <a:ext cx="361670" cy="361333"/>
            <a:chOff x="6147119" y="3824168"/>
            <a:chExt cx="361670" cy="361333"/>
          </a:xfrm>
          <a:solidFill>
            <a:srgbClr val="007CB0"/>
          </a:solidFill>
        </p:grpSpPr>
        <p:sp>
          <p:nvSpPr>
            <p:cNvPr id="977" name="Graphic 4">
              <a:extLst>
                <a:ext uri="{FF2B5EF4-FFF2-40B4-BE49-F238E27FC236}">
                  <a16:creationId xmlns:a16="http://schemas.microsoft.com/office/drawing/2014/main" id="{99AE8D2F-B40A-8547-AE2D-2B55EBACEC2A}"/>
                </a:ext>
              </a:extLst>
            </p:cNvPr>
            <p:cNvSpPr/>
            <p:nvPr/>
          </p:nvSpPr>
          <p:spPr>
            <a:xfrm>
              <a:off x="6377796" y="3942910"/>
              <a:ext cx="14057" cy="24259"/>
            </a:xfrm>
            <a:custGeom>
              <a:avLst/>
              <a:gdLst>
                <a:gd name="connsiteX0" fmla="*/ 14058 w 14057"/>
                <a:gd name="connsiteY0" fmla="*/ 12130 h 24259"/>
                <a:gd name="connsiteX1" fmla="*/ 14058 w 14057"/>
                <a:gd name="connsiteY1" fmla="*/ 7022 h 24259"/>
                <a:gd name="connsiteX2" fmla="*/ 12141 w 14057"/>
                <a:gd name="connsiteY2" fmla="*/ 1915 h 24259"/>
                <a:gd name="connsiteX3" fmla="*/ 7029 w 14057"/>
                <a:gd name="connsiteY3" fmla="*/ 0 h 24259"/>
                <a:gd name="connsiteX4" fmla="*/ 0 w 14057"/>
                <a:gd name="connsiteY4" fmla="*/ 7022 h 24259"/>
                <a:gd name="connsiteX5" fmla="*/ 0 w 14057"/>
                <a:gd name="connsiteY5" fmla="*/ 12768 h 24259"/>
                <a:gd name="connsiteX6" fmla="*/ 0 w 14057"/>
                <a:gd name="connsiteY6" fmla="*/ 14045 h 24259"/>
                <a:gd name="connsiteX7" fmla="*/ 0 w 14057"/>
                <a:gd name="connsiteY7" fmla="*/ 14045 h 24259"/>
                <a:gd name="connsiteX8" fmla="*/ 0 w 14057"/>
                <a:gd name="connsiteY8" fmla="*/ 24259 h 24259"/>
                <a:gd name="connsiteX9" fmla="*/ 14058 w 14057"/>
                <a:gd name="connsiteY9" fmla="*/ 24259 h 24259"/>
                <a:gd name="connsiteX10" fmla="*/ 14058 w 14057"/>
                <a:gd name="connsiteY10" fmla="*/ 13406 h 24259"/>
                <a:gd name="connsiteX11" fmla="*/ 14058 w 14057"/>
                <a:gd name="connsiteY11" fmla="*/ 12130 h 24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057" h="24259">
                  <a:moveTo>
                    <a:pt x="14058" y="12130"/>
                  </a:moveTo>
                  <a:lnTo>
                    <a:pt x="14058" y="7022"/>
                  </a:lnTo>
                  <a:cubicBezTo>
                    <a:pt x="14058" y="5107"/>
                    <a:pt x="13419" y="3192"/>
                    <a:pt x="12141" y="1915"/>
                  </a:cubicBezTo>
                  <a:cubicBezTo>
                    <a:pt x="10863" y="638"/>
                    <a:pt x="8946" y="0"/>
                    <a:pt x="7029" y="0"/>
                  </a:cubicBezTo>
                  <a:cubicBezTo>
                    <a:pt x="3195" y="0"/>
                    <a:pt x="0" y="3192"/>
                    <a:pt x="0" y="7022"/>
                  </a:cubicBezTo>
                  <a:lnTo>
                    <a:pt x="0" y="12768"/>
                  </a:lnTo>
                  <a:cubicBezTo>
                    <a:pt x="0" y="13406"/>
                    <a:pt x="0" y="13406"/>
                    <a:pt x="0" y="14045"/>
                  </a:cubicBezTo>
                  <a:cubicBezTo>
                    <a:pt x="0" y="14045"/>
                    <a:pt x="0" y="14045"/>
                    <a:pt x="0" y="14045"/>
                  </a:cubicBezTo>
                  <a:lnTo>
                    <a:pt x="0" y="24259"/>
                  </a:lnTo>
                  <a:lnTo>
                    <a:pt x="14058" y="24259"/>
                  </a:lnTo>
                  <a:lnTo>
                    <a:pt x="14058" y="13406"/>
                  </a:lnTo>
                  <a:cubicBezTo>
                    <a:pt x="14058" y="12768"/>
                    <a:pt x="14058" y="12768"/>
                    <a:pt x="14058" y="12130"/>
                  </a:cubicBezTo>
                  <a:close/>
                </a:path>
              </a:pathLst>
            </a:custGeom>
            <a:solidFill>
              <a:srgbClr val="007CB0"/>
            </a:solidFill>
            <a:ln w="6390" cap="flat">
              <a:noFill/>
              <a:prstDash val="solid"/>
              <a:miter/>
            </a:ln>
          </p:spPr>
          <p:txBody>
            <a:bodyPr rtlCol="0" anchor="ctr"/>
            <a:lstStyle/>
            <a:p>
              <a:endParaRPr lang="en-US"/>
            </a:p>
          </p:txBody>
        </p:sp>
        <p:sp>
          <p:nvSpPr>
            <p:cNvPr id="978" name="Graphic 4">
              <a:extLst>
                <a:ext uri="{FF2B5EF4-FFF2-40B4-BE49-F238E27FC236}">
                  <a16:creationId xmlns:a16="http://schemas.microsoft.com/office/drawing/2014/main" id="{6FE75914-9972-3341-8ED1-D7C122EB80D4}"/>
                </a:ext>
              </a:extLst>
            </p:cNvPr>
            <p:cNvSpPr/>
            <p:nvPr/>
          </p:nvSpPr>
          <p:spPr>
            <a:xfrm>
              <a:off x="6351597" y="3949932"/>
              <a:ext cx="14057" cy="17236"/>
            </a:xfrm>
            <a:custGeom>
              <a:avLst/>
              <a:gdLst>
                <a:gd name="connsiteX0" fmla="*/ 14058 w 14057"/>
                <a:gd name="connsiteY0" fmla="*/ 17237 h 17236"/>
                <a:gd name="connsiteX1" fmla="*/ 14058 w 14057"/>
                <a:gd name="connsiteY1" fmla="*/ 6384 h 17236"/>
                <a:gd name="connsiteX2" fmla="*/ 12141 w 14057"/>
                <a:gd name="connsiteY2" fmla="*/ 1916 h 17236"/>
                <a:gd name="connsiteX3" fmla="*/ 7029 w 14057"/>
                <a:gd name="connsiteY3" fmla="*/ 0 h 17236"/>
                <a:gd name="connsiteX4" fmla="*/ 0 w 14057"/>
                <a:gd name="connsiteY4" fmla="*/ 7023 h 17236"/>
                <a:gd name="connsiteX5" fmla="*/ 0 w 14057"/>
                <a:gd name="connsiteY5" fmla="*/ 17237 h 17236"/>
                <a:gd name="connsiteX6" fmla="*/ 14058 w 14057"/>
                <a:gd name="connsiteY6" fmla="*/ 17237 h 17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57" h="17236">
                  <a:moveTo>
                    <a:pt x="14058" y="17237"/>
                  </a:moveTo>
                  <a:lnTo>
                    <a:pt x="14058" y="6384"/>
                  </a:lnTo>
                  <a:cubicBezTo>
                    <a:pt x="14058" y="4469"/>
                    <a:pt x="13419" y="3192"/>
                    <a:pt x="12141" y="1916"/>
                  </a:cubicBezTo>
                  <a:cubicBezTo>
                    <a:pt x="10863" y="639"/>
                    <a:pt x="8946" y="0"/>
                    <a:pt x="7029" y="0"/>
                  </a:cubicBezTo>
                  <a:cubicBezTo>
                    <a:pt x="3195" y="0"/>
                    <a:pt x="0" y="3192"/>
                    <a:pt x="0" y="7023"/>
                  </a:cubicBezTo>
                  <a:lnTo>
                    <a:pt x="0" y="17237"/>
                  </a:lnTo>
                  <a:lnTo>
                    <a:pt x="14058" y="17237"/>
                  </a:lnTo>
                  <a:close/>
                </a:path>
              </a:pathLst>
            </a:custGeom>
            <a:solidFill>
              <a:srgbClr val="007CB0"/>
            </a:solidFill>
            <a:ln w="6390" cap="flat">
              <a:noFill/>
              <a:prstDash val="solid"/>
              <a:miter/>
            </a:ln>
          </p:spPr>
          <p:txBody>
            <a:bodyPr rtlCol="0" anchor="ctr"/>
            <a:lstStyle/>
            <a:p>
              <a:endParaRPr lang="en-US"/>
            </a:p>
          </p:txBody>
        </p:sp>
        <p:sp>
          <p:nvSpPr>
            <p:cNvPr id="979" name="Graphic 4">
              <a:extLst>
                <a:ext uri="{FF2B5EF4-FFF2-40B4-BE49-F238E27FC236}">
                  <a16:creationId xmlns:a16="http://schemas.microsoft.com/office/drawing/2014/main" id="{4F0CC853-F788-0242-966A-3A692A629802}"/>
                </a:ext>
              </a:extLst>
            </p:cNvPr>
            <p:cNvSpPr/>
            <p:nvPr/>
          </p:nvSpPr>
          <p:spPr>
            <a:xfrm>
              <a:off x="6404633" y="3949294"/>
              <a:ext cx="14057" cy="41495"/>
            </a:xfrm>
            <a:custGeom>
              <a:avLst/>
              <a:gdLst>
                <a:gd name="connsiteX0" fmla="*/ 14058 w 14057"/>
                <a:gd name="connsiteY0" fmla="*/ 35112 h 41495"/>
                <a:gd name="connsiteX1" fmla="*/ 14058 w 14057"/>
                <a:gd name="connsiteY1" fmla="*/ 16598 h 41495"/>
                <a:gd name="connsiteX2" fmla="*/ 14058 w 14057"/>
                <a:gd name="connsiteY2" fmla="*/ 16598 h 41495"/>
                <a:gd name="connsiteX3" fmla="*/ 14058 w 14057"/>
                <a:gd name="connsiteY3" fmla="*/ 7022 h 41495"/>
                <a:gd name="connsiteX4" fmla="*/ 12141 w 14057"/>
                <a:gd name="connsiteY4" fmla="*/ 1915 h 41495"/>
                <a:gd name="connsiteX5" fmla="*/ 7029 w 14057"/>
                <a:gd name="connsiteY5" fmla="*/ 0 h 41495"/>
                <a:gd name="connsiteX6" fmla="*/ 0 w 14057"/>
                <a:gd name="connsiteY6" fmla="*/ 6384 h 41495"/>
                <a:gd name="connsiteX7" fmla="*/ 0 w 14057"/>
                <a:gd name="connsiteY7" fmla="*/ 32558 h 41495"/>
                <a:gd name="connsiteX8" fmla="*/ 0 w 14057"/>
                <a:gd name="connsiteY8" fmla="*/ 33835 h 41495"/>
                <a:gd name="connsiteX9" fmla="*/ 0 w 14057"/>
                <a:gd name="connsiteY9" fmla="*/ 34474 h 41495"/>
                <a:gd name="connsiteX10" fmla="*/ 0 w 14057"/>
                <a:gd name="connsiteY10" fmla="*/ 35112 h 41495"/>
                <a:gd name="connsiteX11" fmla="*/ 7029 w 14057"/>
                <a:gd name="connsiteY11" fmla="*/ 41496 h 41495"/>
                <a:gd name="connsiteX12" fmla="*/ 12141 w 14057"/>
                <a:gd name="connsiteY12" fmla="*/ 39581 h 41495"/>
                <a:gd name="connsiteX13" fmla="*/ 14058 w 14057"/>
                <a:gd name="connsiteY13" fmla="*/ 35112 h 41495"/>
                <a:gd name="connsiteX14" fmla="*/ 14058 w 14057"/>
                <a:gd name="connsiteY14" fmla="*/ 35112 h 41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57" h="41495">
                  <a:moveTo>
                    <a:pt x="14058" y="35112"/>
                  </a:moveTo>
                  <a:lnTo>
                    <a:pt x="14058" y="16598"/>
                  </a:lnTo>
                  <a:cubicBezTo>
                    <a:pt x="14058" y="16598"/>
                    <a:pt x="14058" y="16598"/>
                    <a:pt x="14058" y="16598"/>
                  </a:cubicBezTo>
                  <a:lnTo>
                    <a:pt x="14058" y="7022"/>
                  </a:lnTo>
                  <a:cubicBezTo>
                    <a:pt x="14058" y="5107"/>
                    <a:pt x="13419" y="3192"/>
                    <a:pt x="12141" y="1915"/>
                  </a:cubicBezTo>
                  <a:cubicBezTo>
                    <a:pt x="10863" y="638"/>
                    <a:pt x="8946" y="0"/>
                    <a:pt x="7029" y="0"/>
                  </a:cubicBezTo>
                  <a:cubicBezTo>
                    <a:pt x="3195" y="0"/>
                    <a:pt x="639" y="2554"/>
                    <a:pt x="0" y="6384"/>
                  </a:cubicBezTo>
                  <a:lnTo>
                    <a:pt x="0" y="32558"/>
                  </a:lnTo>
                  <a:cubicBezTo>
                    <a:pt x="0" y="33197"/>
                    <a:pt x="0" y="33835"/>
                    <a:pt x="0" y="33835"/>
                  </a:cubicBezTo>
                  <a:lnTo>
                    <a:pt x="0" y="34474"/>
                  </a:lnTo>
                  <a:cubicBezTo>
                    <a:pt x="0" y="34474"/>
                    <a:pt x="0" y="35112"/>
                    <a:pt x="0" y="35112"/>
                  </a:cubicBezTo>
                  <a:cubicBezTo>
                    <a:pt x="0" y="38942"/>
                    <a:pt x="3195" y="41496"/>
                    <a:pt x="7029" y="41496"/>
                  </a:cubicBezTo>
                  <a:cubicBezTo>
                    <a:pt x="8946" y="41496"/>
                    <a:pt x="10863" y="40858"/>
                    <a:pt x="12141" y="39581"/>
                  </a:cubicBezTo>
                  <a:cubicBezTo>
                    <a:pt x="13419" y="38942"/>
                    <a:pt x="14058" y="37027"/>
                    <a:pt x="14058" y="35112"/>
                  </a:cubicBezTo>
                  <a:cubicBezTo>
                    <a:pt x="14058" y="35112"/>
                    <a:pt x="14058" y="35112"/>
                    <a:pt x="14058" y="35112"/>
                  </a:cubicBezTo>
                  <a:close/>
                </a:path>
              </a:pathLst>
            </a:custGeom>
            <a:solidFill>
              <a:srgbClr val="007CB0"/>
            </a:solidFill>
            <a:ln w="6390" cap="flat">
              <a:noFill/>
              <a:prstDash val="solid"/>
              <a:miter/>
            </a:ln>
          </p:spPr>
          <p:txBody>
            <a:bodyPr rtlCol="0" anchor="ctr"/>
            <a:lstStyle/>
            <a:p>
              <a:endParaRPr lang="en-US"/>
            </a:p>
          </p:txBody>
        </p:sp>
        <p:sp>
          <p:nvSpPr>
            <p:cNvPr id="980" name="Graphic 4">
              <a:extLst>
                <a:ext uri="{FF2B5EF4-FFF2-40B4-BE49-F238E27FC236}">
                  <a16:creationId xmlns:a16="http://schemas.microsoft.com/office/drawing/2014/main" id="{B80A0618-6030-C242-AA78-88FC2DBEFA7F}"/>
                </a:ext>
              </a:extLst>
            </p:cNvPr>
            <p:cNvSpPr/>
            <p:nvPr/>
          </p:nvSpPr>
          <p:spPr>
            <a:xfrm>
              <a:off x="6147119"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310551 w 361670"/>
                <a:gd name="connsiteY5" fmla="*/ 160238 h 361333"/>
                <a:gd name="connsiteX6" fmla="*/ 310551 w 361670"/>
                <a:gd name="connsiteY6" fmla="*/ 203011 h 361333"/>
                <a:gd name="connsiteX7" fmla="*/ 295854 w 361670"/>
                <a:gd name="connsiteY7" fmla="*/ 239399 h 361333"/>
                <a:gd name="connsiteX8" fmla="*/ 293937 w 361670"/>
                <a:gd name="connsiteY8" fmla="*/ 245145 h 361333"/>
                <a:gd name="connsiteX9" fmla="*/ 293937 w 361670"/>
                <a:gd name="connsiteY9" fmla="*/ 267489 h 361333"/>
                <a:gd name="connsiteX10" fmla="*/ 287547 w 361670"/>
                <a:gd name="connsiteY10" fmla="*/ 273873 h 361333"/>
                <a:gd name="connsiteX11" fmla="*/ 281157 w 361670"/>
                <a:gd name="connsiteY11" fmla="*/ 267489 h 361333"/>
                <a:gd name="connsiteX12" fmla="*/ 281157 w 361670"/>
                <a:gd name="connsiteY12" fmla="*/ 245145 h 361333"/>
                <a:gd name="connsiteX13" fmla="*/ 286908 w 361670"/>
                <a:gd name="connsiteY13" fmla="*/ 231100 h 361333"/>
                <a:gd name="connsiteX14" fmla="*/ 297771 w 361670"/>
                <a:gd name="connsiteY14" fmla="*/ 203649 h 361333"/>
                <a:gd name="connsiteX15" fmla="*/ 297771 w 361670"/>
                <a:gd name="connsiteY15" fmla="*/ 179390 h 361333"/>
                <a:gd name="connsiteX16" fmla="*/ 290742 w 361670"/>
                <a:gd name="connsiteY16" fmla="*/ 180667 h 361333"/>
                <a:gd name="connsiteX17" fmla="*/ 277323 w 361670"/>
                <a:gd name="connsiteY17" fmla="*/ 175560 h 361333"/>
                <a:gd name="connsiteX18" fmla="*/ 263904 w 361670"/>
                <a:gd name="connsiteY18" fmla="*/ 180667 h 361333"/>
                <a:gd name="connsiteX19" fmla="*/ 251124 w 361670"/>
                <a:gd name="connsiteY19" fmla="*/ 175560 h 361333"/>
                <a:gd name="connsiteX20" fmla="*/ 238984 w 361670"/>
                <a:gd name="connsiteY20" fmla="*/ 182582 h 361333"/>
                <a:gd name="connsiteX21" fmla="*/ 251124 w 361670"/>
                <a:gd name="connsiteY21" fmla="*/ 199180 h 361333"/>
                <a:gd name="connsiteX22" fmla="*/ 267739 w 361670"/>
                <a:gd name="connsiteY22" fmla="*/ 190243 h 361333"/>
                <a:gd name="connsiteX23" fmla="*/ 275406 w 361670"/>
                <a:gd name="connsiteY23" fmla="*/ 195350 h 361333"/>
                <a:gd name="connsiteX24" fmla="*/ 270294 w 361670"/>
                <a:gd name="connsiteY24" fmla="*/ 203011 h 361333"/>
                <a:gd name="connsiteX25" fmla="*/ 256236 w 361670"/>
                <a:gd name="connsiteY25" fmla="*/ 220247 h 361333"/>
                <a:gd name="connsiteX26" fmla="*/ 249846 w 361670"/>
                <a:gd name="connsiteY26" fmla="*/ 226631 h 361333"/>
                <a:gd name="connsiteX27" fmla="*/ 243456 w 361670"/>
                <a:gd name="connsiteY27" fmla="*/ 220247 h 361333"/>
                <a:gd name="connsiteX28" fmla="*/ 207034 w 361670"/>
                <a:gd name="connsiteY28" fmla="*/ 183859 h 361333"/>
                <a:gd name="connsiteX29" fmla="*/ 200644 w 361670"/>
                <a:gd name="connsiteY29" fmla="*/ 177475 h 361333"/>
                <a:gd name="connsiteX30" fmla="*/ 207034 w 361670"/>
                <a:gd name="connsiteY30" fmla="*/ 171091 h 361333"/>
                <a:gd name="connsiteX31" fmla="*/ 235150 w 361670"/>
                <a:gd name="connsiteY31" fmla="*/ 171091 h 361333"/>
                <a:gd name="connsiteX32" fmla="*/ 242818 w 361670"/>
                <a:gd name="connsiteY32" fmla="*/ 167260 h 361333"/>
                <a:gd name="connsiteX33" fmla="*/ 244096 w 361670"/>
                <a:gd name="connsiteY33" fmla="*/ 165345 h 361333"/>
                <a:gd name="connsiteX34" fmla="*/ 244735 w 361670"/>
                <a:gd name="connsiteY34" fmla="*/ 162153 h 361333"/>
                <a:gd name="connsiteX35" fmla="*/ 244735 w 361670"/>
                <a:gd name="connsiteY35" fmla="*/ 162153 h 361333"/>
                <a:gd name="connsiteX36" fmla="*/ 244735 w 361670"/>
                <a:gd name="connsiteY36" fmla="*/ 157046 h 361333"/>
                <a:gd name="connsiteX37" fmla="*/ 244735 w 361670"/>
                <a:gd name="connsiteY37" fmla="*/ 155769 h 361333"/>
                <a:gd name="connsiteX38" fmla="*/ 192337 w 361670"/>
                <a:gd name="connsiteY38" fmla="*/ 155769 h 361333"/>
                <a:gd name="connsiteX39" fmla="*/ 187225 w 361670"/>
                <a:gd name="connsiteY39" fmla="*/ 160876 h 361333"/>
                <a:gd name="connsiteX40" fmla="*/ 187225 w 361670"/>
                <a:gd name="connsiteY40" fmla="*/ 197903 h 361333"/>
                <a:gd name="connsiteX41" fmla="*/ 204478 w 361670"/>
                <a:gd name="connsiteY41" fmla="*/ 229823 h 361333"/>
                <a:gd name="connsiteX42" fmla="*/ 213424 w 361670"/>
                <a:gd name="connsiteY42" fmla="*/ 247060 h 361333"/>
                <a:gd name="connsiteX43" fmla="*/ 213424 w 361670"/>
                <a:gd name="connsiteY43" fmla="*/ 266850 h 361333"/>
                <a:gd name="connsiteX44" fmla="*/ 207034 w 361670"/>
                <a:gd name="connsiteY44" fmla="*/ 273234 h 361333"/>
                <a:gd name="connsiteX45" fmla="*/ 200644 w 361670"/>
                <a:gd name="connsiteY45" fmla="*/ 266850 h 361333"/>
                <a:gd name="connsiteX46" fmla="*/ 200644 w 361670"/>
                <a:gd name="connsiteY46" fmla="*/ 247060 h 361333"/>
                <a:gd name="connsiteX47" fmla="*/ 197449 w 361670"/>
                <a:gd name="connsiteY47" fmla="*/ 240676 h 361333"/>
                <a:gd name="connsiteX48" fmla="*/ 183391 w 361670"/>
                <a:gd name="connsiteY48" fmla="*/ 226631 h 361333"/>
                <a:gd name="connsiteX49" fmla="*/ 172528 w 361670"/>
                <a:gd name="connsiteY49" fmla="*/ 243868 h 361333"/>
                <a:gd name="connsiteX50" fmla="*/ 170611 w 361670"/>
                <a:gd name="connsiteY50" fmla="*/ 248337 h 361333"/>
                <a:gd name="connsiteX51" fmla="*/ 170611 w 361670"/>
                <a:gd name="connsiteY51" fmla="*/ 268127 h 361333"/>
                <a:gd name="connsiteX52" fmla="*/ 164221 w 361670"/>
                <a:gd name="connsiteY52" fmla="*/ 274511 h 361333"/>
                <a:gd name="connsiteX53" fmla="*/ 157832 w 361670"/>
                <a:gd name="connsiteY53" fmla="*/ 268127 h 361333"/>
                <a:gd name="connsiteX54" fmla="*/ 157832 w 361670"/>
                <a:gd name="connsiteY54" fmla="*/ 248337 h 361333"/>
                <a:gd name="connsiteX55" fmla="*/ 162943 w 361670"/>
                <a:gd name="connsiteY55" fmla="*/ 234930 h 361333"/>
                <a:gd name="connsiteX56" fmla="*/ 172528 w 361670"/>
                <a:gd name="connsiteY56" fmla="*/ 210671 h 361333"/>
                <a:gd name="connsiteX57" fmla="*/ 172528 w 361670"/>
                <a:gd name="connsiteY57" fmla="*/ 127680 h 361333"/>
                <a:gd name="connsiteX58" fmla="*/ 170611 w 361670"/>
                <a:gd name="connsiteY58" fmla="*/ 123849 h 361333"/>
                <a:gd name="connsiteX59" fmla="*/ 166777 w 361670"/>
                <a:gd name="connsiteY59" fmla="*/ 121934 h 361333"/>
                <a:gd name="connsiteX60" fmla="*/ 161027 w 361670"/>
                <a:gd name="connsiteY60" fmla="*/ 127680 h 361333"/>
                <a:gd name="connsiteX61" fmla="*/ 161027 w 361670"/>
                <a:gd name="connsiteY61" fmla="*/ 165345 h 361333"/>
                <a:gd name="connsiteX62" fmla="*/ 154637 w 361670"/>
                <a:gd name="connsiteY62" fmla="*/ 171729 h 361333"/>
                <a:gd name="connsiteX63" fmla="*/ 148247 w 361670"/>
                <a:gd name="connsiteY63" fmla="*/ 165345 h 361333"/>
                <a:gd name="connsiteX64" fmla="*/ 148247 w 361670"/>
                <a:gd name="connsiteY64" fmla="*/ 127680 h 361333"/>
                <a:gd name="connsiteX65" fmla="*/ 148247 w 361670"/>
                <a:gd name="connsiteY65" fmla="*/ 104059 h 361333"/>
                <a:gd name="connsiteX66" fmla="*/ 146330 w 361670"/>
                <a:gd name="connsiteY66" fmla="*/ 100228 h 361333"/>
                <a:gd name="connsiteX67" fmla="*/ 142496 w 361670"/>
                <a:gd name="connsiteY67" fmla="*/ 98313 h 361333"/>
                <a:gd name="connsiteX68" fmla="*/ 136745 w 361670"/>
                <a:gd name="connsiteY68" fmla="*/ 103420 h 361333"/>
                <a:gd name="connsiteX69" fmla="*/ 136745 w 361670"/>
                <a:gd name="connsiteY69" fmla="*/ 164707 h 361333"/>
                <a:gd name="connsiteX70" fmla="*/ 130355 w 361670"/>
                <a:gd name="connsiteY70" fmla="*/ 171091 h 361333"/>
                <a:gd name="connsiteX71" fmla="*/ 123965 w 361670"/>
                <a:gd name="connsiteY71" fmla="*/ 164707 h 361333"/>
                <a:gd name="connsiteX72" fmla="*/ 123965 w 361670"/>
                <a:gd name="connsiteY72" fmla="*/ 104059 h 361333"/>
                <a:gd name="connsiteX73" fmla="*/ 123965 w 361670"/>
                <a:gd name="connsiteY73" fmla="*/ 104059 h 361333"/>
                <a:gd name="connsiteX74" fmla="*/ 123965 w 361670"/>
                <a:gd name="connsiteY74" fmla="*/ 103420 h 361333"/>
                <a:gd name="connsiteX75" fmla="*/ 123965 w 361670"/>
                <a:gd name="connsiteY75" fmla="*/ 95760 h 361333"/>
                <a:gd name="connsiteX76" fmla="*/ 122048 w 361670"/>
                <a:gd name="connsiteY76" fmla="*/ 91929 h 361333"/>
                <a:gd name="connsiteX77" fmla="*/ 118214 w 361670"/>
                <a:gd name="connsiteY77" fmla="*/ 90014 h 361333"/>
                <a:gd name="connsiteX78" fmla="*/ 112463 w 361670"/>
                <a:gd name="connsiteY78" fmla="*/ 95760 h 361333"/>
                <a:gd name="connsiteX79" fmla="*/ 112463 w 361670"/>
                <a:gd name="connsiteY79" fmla="*/ 107889 h 361333"/>
                <a:gd name="connsiteX80" fmla="*/ 112463 w 361670"/>
                <a:gd name="connsiteY80" fmla="*/ 108528 h 361333"/>
                <a:gd name="connsiteX81" fmla="*/ 112463 w 361670"/>
                <a:gd name="connsiteY81" fmla="*/ 108528 h 361333"/>
                <a:gd name="connsiteX82" fmla="*/ 112463 w 361670"/>
                <a:gd name="connsiteY82" fmla="*/ 164068 h 361333"/>
                <a:gd name="connsiteX83" fmla="*/ 106073 w 361670"/>
                <a:gd name="connsiteY83" fmla="*/ 170452 h 361333"/>
                <a:gd name="connsiteX84" fmla="*/ 99683 w 361670"/>
                <a:gd name="connsiteY84" fmla="*/ 164068 h 361333"/>
                <a:gd name="connsiteX85" fmla="*/ 99683 w 361670"/>
                <a:gd name="connsiteY85" fmla="*/ 107889 h 361333"/>
                <a:gd name="connsiteX86" fmla="*/ 98405 w 361670"/>
                <a:gd name="connsiteY86" fmla="*/ 104059 h 361333"/>
                <a:gd name="connsiteX87" fmla="*/ 94571 w 361670"/>
                <a:gd name="connsiteY87" fmla="*/ 102144 h 361333"/>
                <a:gd name="connsiteX88" fmla="*/ 88820 w 361670"/>
                <a:gd name="connsiteY88" fmla="*/ 107889 h 361333"/>
                <a:gd name="connsiteX89" fmla="*/ 88820 w 361670"/>
                <a:gd name="connsiteY89" fmla="*/ 151939 h 361333"/>
                <a:gd name="connsiteX90" fmla="*/ 88820 w 361670"/>
                <a:gd name="connsiteY90" fmla="*/ 152577 h 361333"/>
                <a:gd name="connsiteX91" fmla="*/ 88820 w 361670"/>
                <a:gd name="connsiteY91" fmla="*/ 183859 h 361333"/>
                <a:gd name="connsiteX92" fmla="*/ 127799 w 361670"/>
                <a:gd name="connsiteY92" fmla="*/ 202372 h 361333"/>
                <a:gd name="connsiteX93" fmla="*/ 127160 w 361670"/>
                <a:gd name="connsiteY93" fmla="*/ 211310 h 361333"/>
                <a:gd name="connsiteX94" fmla="*/ 122687 w 361670"/>
                <a:gd name="connsiteY94" fmla="*/ 212587 h 361333"/>
                <a:gd name="connsiteX95" fmla="*/ 117575 w 361670"/>
                <a:gd name="connsiteY95" fmla="*/ 210671 h 361333"/>
                <a:gd name="connsiteX96" fmla="*/ 86903 w 361670"/>
                <a:gd name="connsiteY96" fmla="*/ 196627 h 361333"/>
                <a:gd name="connsiteX97" fmla="*/ 82430 w 361670"/>
                <a:gd name="connsiteY97" fmla="*/ 196627 h 361333"/>
                <a:gd name="connsiteX98" fmla="*/ 82430 w 361670"/>
                <a:gd name="connsiteY98" fmla="*/ 196627 h 361333"/>
                <a:gd name="connsiteX99" fmla="*/ 81791 w 361670"/>
                <a:gd name="connsiteY99" fmla="*/ 196627 h 361333"/>
                <a:gd name="connsiteX100" fmla="*/ 80513 w 361670"/>
                <a:gd name="connsiteY100" fmla="*/ 196627 h 361333"/>
                <a:gd name="connsiteX101" fmla="*/ 79874 w 361670"/>
                <a:gd name="connsiteY101" fmla="*/ 196627 h 361333"/>
                <a:gd name="connsiteX102" fmla="*/ 78596 w 361670"/>
                <a:gd name="connsiteY102" fmla="*/ 195988 h 361333"/>
                <a:gd name="connsiteX103" fmla="*/ 77957 w 361670"/>
                <a:gd name="connsiteY103" fmla="*/ 195350 h 361333"/>
                <a:gd name="connsiteX104" fmla="*/ 77318 w 361670"/>
                <a:gd name="connsiteY104" fmla="*/ 194073 h 361333"/>
                <a:gd name="connsiteX105" fmla="*/ 76679 w 361670"/>
                <a:gd name="connsiteY105" fmla="*/ 193435 h 361333"/>
                <a:gd name="connsiteX106" fmla="*/ 76040 w 361670"/>
                <a:gd name="connsiteY106" fmla="*/ 192158 h 361333"/>
                <a:gd name="connsiteX107" fmla="*/ 76040 w 361670"/>
                <a:gd name="connsiteY107" fmla="*/ 191519 h 361333"/>
                <a:gd name="connsiteX108" fmla="*/ 76040 w 361670"/>
                <a:gd name="connsiteY108" fmla="*/ 190881 h 361333"/>
                <a:gd name="connsiteX109" fmla="*/ 76040 w 361670"/>
                <a:gd name="connsiteY109" fmla="*/ 190243 h 361333"/>
                <a:gd name="connsiteX110" fmla="*/ 76040 w 361670"/>
                <a:gd name="connsiteY110" fmla="*/ 154492 h 361333"/>
                <a:gd name="connsiteX111" fmla="*/ 76040 w 361670"/>
                <a:gd name="connsiteY111" fmla="*/ 154492 h 361333"/>
                <a:gd name="connsiteX112" fmla="*/ 76040 w 361670"/>
                <a:gd name="connsiteY112" fmla="*/ 152577 h 361333"/>
                <a:gd name="connsiteX113" fmla="*/ 72845 w 361670"/>
                <a:gd name="connsiteY113" fmla="*/ 146193 h 361333"/>
                <a:gd name="connsiteX114" fmla="*/ 70928 w 361670"/>
                <a:gd name="connsiteY114" fmla="*/ 144916 h 361333"/>
                <a:gd name="connsiteX115" fmla="*/ 67733 w 361670"/>
                <a:gd name="connsiteY115" fmla="*/ 144278 h 361333"/>
                <a:gd name="connsiteX116" fmla="*/ 67094 w 361670"/>
                <a:gd name="connsiteY116" fmla="*/ 144278 h 361333"/>
                <a:gd name="connsiteX117" fmla="*/ 65177 w 361670"/>
                <a:gd name="connsiteY117" fmla="*/ 144278 h 361333"/>
                <a:gd name="connsiteX118" fmla="*/ 65177 w 361670"/>
                <a:gd name="connsiteY118" fmla="*/ 204287 h 361333"/>
                <a:gd name="connsiteX119" fmla="*/ 65177 w 361670"/>
                <a:gd name="connsiteY119" fmla="*/ 205564 h 361333"/>
                <a:gd name="connsiteX120" fmla="*/ 80513 w 361670"/>
                <a:gd name="connsiteY120" fmla="*/ 233654 h 361333"/>
                <a:gd name="connsiteX121" fmla="*/ 88820 w 361670"/>
                <a:gd name="connsiteY121" fmla="*/ 249614 h 361333"/>
                <a:gd name="connsiteX122" fmla="*/ 88820 w 361670"/>
                <a:gd name="connsiteY122" fmla="*/ 267489 h 361333"/>
                <a:gd name="connsiteX123" fmla="*/ 82430 w 361670"/>
                <a:gd name="connsiteY123" fmla="*/ 273873 h 361333"/>
                <a:gd name="connsiteX124" fmla="*/ 76040 w 361670"/>
                <a:gd name="connsiteY124" fmla="*/ 267489 h 361333"/>
                <a:gd name="connsiteX125" fmla="*/ 76040 w 361670"/>
                <a:gd name="connsiteY125" fmla="*/ 249614 h 361333"/>
                <a:gd name="connsiteX126" fmla="*/ 73484 w 361670"/>
                <a:gd name="connsiteY126" fmla="*/ 244506 h 361333"/>
                <a:gd name="connsiteX127" fmla="*/ 52398 w 361670"/>
                <a:gd name="connsiteY127" fmla="*/ 206203 h 361333"/>
                <a:gd name="connsiteX128" fmla="*/ 52398 w 361670"/>
                <a:gd name="connsiteY128" fmla="*/ 204926 h 361333"/>
                <a:gd name="connsiteX129" fmla="*/ 52398 w 361670"/>
                <a:gd name="connsiteY129" fmla="*/ 142363 h 361333"/>
                <a:gd name="connsiteX130" fmla="*/ 58788 w 361670"/>
                <a:gd name="connsiteY130" fmla="*/ 133425 h 361333"/>
                <a:gd name="connsiteX131" fmla="*/ 67094 w 361670"/>
                <a:gd name="connsiteY131" fmla="*/ 132148 h 361333"/>
                <a:gd name="connsiteX132" fmla="*/ 67733 w 361670"/>
                <a:gd name="connsiteY132" fmla="*/ 132148 h 361333"/>
                <a:gd name="connsiteX133" fmla="*/ 76040 w 361670"/>
                <a:gd name="connsiteY133" fmla="*/ 134064 h 361333"/>
                <a:gd name="connsiteX134" fmla="*/ 76040 w 361670"/>
                <a:gd name="connsiteY134" fmla="*/ 109166 h 361333"/>
                <a:gd name="connsiteX135" fmla="*/ 94571 w 361670"/>
                <a:gd name="connsiteY135" fmla="*/ 90652 h 361333"/>
                <a:gd name="connsiteX136" fmla="*/ 100322 w 361670"/>
                <a:gd name="connsiteY136" fmla="*/ 91929 h 361333"/>
                <a:gd name="connsiteX137" fmla="*/ 118214 w 361670"/>
                <a:gd name="connsiteY137" fmla="*/ 77246 h 361333"/>
                <a:gd name="connsiteX138" fmla="*/ 130994 w 361670"/>
                <a:gd name="connsiteY138" fmla="*/ 82353 h 361333"/>
                <a:gd name="connsiteX139" fmla="*/ 134189 w 361670"/>
                <a:gd name="connsiteY139" fmla="*/ 86822 h 361333"/>
                <a:gd name="connsiteX140" fmla="*/ 141857 w 361670"/>
                <a:gd name="connsiteY140" fmla="*/ 84907 h 361333"/>
                <a:gd name="connsiteX141" fmla="*/ 154637 w 361670"/>
                <a:gd name="connsiteY141" fmla="*/ 90014 h 361333"/>
                <a:gd name="connsiteX142" fmla="*/ 159748 w 361670"/>
                <a:gd name="connsiteY142" fmla="*/ 102782 h 361333"/>
                <a:gd name="connsiteX143" fmla="*/ 159748 w 361670"/>
                <a:gd name="connsiteY143" fmla="*/ 108528 h 361333"/>
                <a:gd name="connsiteX144" fmla="*/ 165500 w 361670"/>
                <a:gd name="connsiteY144" fmla="*/ 107251 h 361333"/>
                <a:gd name="connsiteX145" fmla="*/ 178279 w 361670"/>
                <a:gd name="connsiteY145" fmla="*/ 112358 h 361333"/>
                <a:gd name="connsiteX146" fmla="*/ 183391 w 361670"/>
                <a:gd name="connsiteY146" fmla="*/ 125126 h 361333"/>
                <a:gd name="connsiteX147" fmla="*/ 183391 w 361670"/>
                <a:gd name="connsiteY147" fmla="*/ 141724 h 361333"/>
                <a:gd name="connsiteX148" fmla="*/ 189142 w 361670"/>
                <a:gd name="connsiteY148" fmla="*/ 140448 h 361333"/>
                <a:gd name="connsiteX149" fmla="*/ 189142 w 361670"/>
                <a:gd name="connsiteY149" fmla="*/ 130233 h 361333"/>
                <a:gd name="connsiteX150" fmla="*/ 208951 w 361670"/>
                <a:gd name="connsiteY150" fmla="*/ 110443 h 361333"/>
                <a:gd name="connsiteX151" fmla="*/ 218536 w 361670"/>
                <a:gd name="connsiteY151" fmla="*/ 112996 h 361333"/>
                <a:gd name="connsiteX152" fmla="*/ 235150 w 361670"/>
                <a:gd name="connsiteY152" fmla="*/ 103420 h 361333"/>
                <a:gd name="connsiteX153" fmla="*/ 249208 w 361670"/>
                <a:gd name="connsiteY153" fmla="*/ 109166 h 361333"/>
                <a:gd name="connsiteX154" fmla="*/ 251764 w 361670"/>
                <a:gd name="connsiteY154" fmla="*/ 112358 h 361333"/>
                <a:gd name="connsiteX155" fmla="*/ 261987 w 361670"/>
                <a:gd name="connsiteY155" fmla="*/ 109804 h 361333"/>
                <a:gd name="connsiteX156" fmla="*/ 276045 w 361670"/>
                <a:gd name="connsiteY156" fmla="*/ 115550 h 361333"/>
                <a:gd name="connsiteX157" fmla="*/ 280518 w 361670"/>
                <a:gd name="connsiteY157" fmla="*/ 121934 h 361333"/>
                <a:gd name="connsiteX158" fmla="*/ 288825 w 361670"/>
                <a:gd name="connsiteY158" fmla="*/ 120019 h 361333"/>
                <a:gd name="connsiteX159" fmla="*/ 302883 w 361670"/>
                <a:gd name="connsiteY159" fmla="*/ 125764 h 361333"/>
                <a:gd name="connsiteX160" fmla="*/ 308634 w 361670"/>
                <a:gd name="connsiteY160" fmla="*/ 139809 h 361333"/>
                <a:gd name="connsiteX161" fmla="*/ 308634 w 361670"/>
                <a:gd name="connsiteY161" fmla="*/ 141086 h 361333"/>
                <a:gd name="connsiteX162" fmla="*/ 308634 w 361670"/>
                <a:gd name="connsiteY162" fmla="*/ 16023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361670" h="361333">
                  <a:moveTo>
                    <a:pt x="180835" y="0"/>
                  </a:moveTo>
                  <a:cubicBezTo>
                    <a:pt x="80513" y="0"/>
                    <a:pt x="0" y="81076"/>
                    <a:pt x="0" y="180667"/>
                  </a:cubicBezTo>
                  <a:cubicBezTo>
                    <a:pt x="0" y="280257"/>
                    <a:pt x="81152" y="361333"/>
                    <a:pt x="180835" y="361333"/>
                  </a:cubicBezTo>
                  <a:cubicBezTo>
                    <a:pt x="280518" y="361333"/>
                    <a:pt x="361670" y="280257"/>
                    <a:pt x="361670" y="180667"/>
                  </a:cubicBezTo>
                  <a:cubicBezTo>
                    <a:pt x="361670" y="81076"/>
                    <a:pt x="280518" y="0"/>
                    <a:pt x="180835" y="0"/>
                  </a:cubicBezTo>
                  <a:close/>
                  <a:moveTo>
                    <a:pt x="310551" y="160238"/>
                  </a:moveTo>
                  <a:lnTo>
                    <a:pt x="310551" y="203011"/>
                  </a:lnTo>
                  <a:cubicBezTo>
                    <a:pt x="310551" y="216417"/>
                    <a:pt x="305439" y="229823"/>
                    <a:pt x="295854" y="239399"/>
                  </a:cubicBezTo>
                  <a:cubicBezTo>
                    <a:pt x="294576" y="240676"/>
                    <a:pt x="293937" y="242591"/>
                    <a:pt x="293937" y="245145"/>
                  </a:cubicBezTo>
                  <a:lnTo>
                    <a:pt x="293937" y="267489"/>
                  </a:lnTo>
                  <a:cubicBezTo>
                    <a:pt x="293937" y="271319"/>
                    <a:pt x="291381" y="273873"/>
                    <a:pt x="287547" y="273873"/>
                  </a:cubicBezTo>
                  <a:cubicBezTo>
                    <a:pt x="283713" y="273873"/>
                    <a:pt x="281157" y="271319"/>
                    <a:pt x="281157" y="267489"/>
                  </a:cubicBezTo>
                  <a:lnTo>
                    <a:pt x="281157" y="245145"/>
                  </a:lnTo>
                  <a:cubicBezTo>
                    <a:pt x="281157" y="240038"/>
                    <a:pt x="283074" y="234930"/>
                    <a:pt x="286908" y="231100"/>
                  </a:cubicBezTo>
                  <a:cubicBezTo>
                    <a:pt x="293937" y="223439"/>
                    <a:pt x="297771" y="213863"/>
                    <a:pt x="297771" y="203649"/>
                  </a:cubicBezTo>
                  <a:lnTo>
                    <a:pt x="297771" y="179390"/>
                  </a:lnTo>
                  <a:cubicBezTo>
                    <a:pt x="295854" y="180028"/>
                    <a:pt x="293298" y="180667"/>
                    <a:pt x="290742" y="180667"/>
                  </a:cubicBezTo>
                  <a:cubicBezTo>
                    <a:pt x="285630" y="180667"/>
                    <a:pt x="281157" y="178752"/>
                    <a:pt x="277323" y="175560"/>
                  </a:cubicBezTo>
                  <a:cubicBezTo>
                    <a:pt x="273489" y="178752"/>
                    <a:pt x="269016" y="180667"/>
                    <a:pt x="263904" y="180667"/>
                  </a:cubicBezTo>
                  <a:cubicBezTo>
                    <a:pt x="258792" y="180667"/>
                    <a:pt x="254319" y="178752"/>
                    <a:pt x="251124" y="175560"/>
                  </a:cubicBezTo>
                  <a:cubicBezTo>
                    <a:pt x="247929" y="179390"/>
                    <a:pt x="243456" y="181305"/>
                    <a:pt x="238984" y="182582"/>
                  </a:cubicBezTo>
                  <a:cubicBezTo>
                    <a:pt x="244096" y="187051"/>
                    <a:pt x="248569" y="192796"/>
                    <a:pt x="251124" y="199180"/>
                  </a:cubicBezTo>
                  <a:cubicBezTo>
                    <a:pt x="255597" y="194711"/>
                    <a:pt x="260709" y="191519"/>
                    <a:pt x="267739" y="190243"/>
                  </a:cubicBezTo>
                  <a:cubicBezTo>
                    <a:pt x="270934" y="189604"/>
                    <a:pt x="274767" y="192158"/>
                    <a:pt x="275406" y="195350"/>
                  </a:cubicBezTo>
                  <a:cubicBezTo>
                    <a:pt x="276045" y="198542"/>
                    <a:pt x="273489" y="202372"/>
                    <a:pt x="270294" y="203011"/>
                  </a:cubicBezTo>
                  <a:cubicBezTo>
                    <a:pt x="261987" y="204287"/>
                    <a:pt x="256236" y="211310"/>
                    <a:pt x="256236" y="220247"/>
                  </a:cubicBezTo>
                  <a:cubicBezTo>
                    <a:pt x="256236" y="224078"/>
                    <a:pt x="253681" y="226631"/>
                    <a:pt x="249846" y="226631"/>
                  </a:cubicBezTo>
                  <a:cubicBezTo>
                    <a:pt x="246013" y="226631"/>
                    <a:pt x="243456" y="224078"/>
                    <a:pt x="243456" y="220247"/>
                  </a:cubicBezTo>
                  <a:cubicBezTo>
                    <a:pt x="243456" y="199819"/>
                    <a:pt x="226843" y="183859"/>
                    <a:pt x="207034" y="183859"/>
                  </a:cubicBezTo>
                  <a:cubicBezTo>
                    <a:pt x="203200" y="183859"/>
                    <a:pt x="200644" y="181305"/>
                    <a:pt x="200644" y="177475"/>
                  </a:cubicBezTo>
                  <a:cubicBezTo>
                    <a:pt x="200644" y="173644"/>
                    <a:pt x="203200" y="171091"/>
                    <a:pt x="207034" y="171091"/>
                  </a:cubicBezTo>
                  <a:lnTo>
                    <a:pt x="235150" y="171091"/>
                  </a:lnTo>
                  <a:cubicBezTo>
                    <a:pt x="238345" y="171091"/>
                    <a:pt x="240901" y="169814"/>
                    <a:pt x="242818" y="167260"/>
                  </a:cubicBezTo>
                  <a:cubicBezTo>
                    <a:pt x="243456" y="166622"/>
                    <a:pt x="244096" y="165984"/>
                    <a:pt x="244096" y="165345"/>
                  </a:cubicBezTo>
                  <a:cubicBezTo>
                    <a:pt x="244735" y="164068"/>
                    <a:pt x="244735" y="163430"/>
                    <a:pt x="244735" y="162153"/>
                  </a:cubicBezTo>
                  <a:cubicBezTo>
                    <a:pt x="244735" y="162153"/>
                    <a:pt x="244735" y="162153"/>
                    <a:pt x="244735" y="162153"/>
                  </a:cubicBezTo>
                  <a:lnTo>
                    <a:pt x="244735" y="157046"/>
                  </a:lnTo>
                  <a:cubicBezTo>
                    <a:pt x="244735" y="156408"/>
                    <a:pt x="244735" y="156408"/>
                    <a:pt x="244735" y="155769"/>
                  </a:cubicBezTo>
                  <a:lnTo>
                    <a:pt x="192337" y="155769"/>
                  </a:lnTo>
                  <a:cubicBezTo>
                    <a:pt x="189781" y="155769"/>
                    <a:pt x="187225" y="158323"/>
                    <a:pt x="187225" y="160876"/>
                  </a:cubicBezTo>
                  <a:lnTo>
                    <a:pt x="187225" y="197903"/>
                  </a:lnTo>
                  <a:cubicBezTo>
                    <a:pt x="187864" y="210671"/>
                    <a:pt x="194254" y="222801"/>
                    <a:pt x="204478" y="229823"/>
                  </a:cubicBezTo>
                  <a:cubicBezTo>
                    <a:pt x="210229" y="233654"/>
                    <a:pt x="213424" y="240038"/>
                    <a:pt x="213424" y="247060"/>
                  </a:cubicBezTo>
                  <a:lnTo>
                    <a:pt x="213424" y="266850"/>
                  </a:lnTo>
                  <a:cubicBezTo>
                    <a:pt x="213424" y="270681"/>
                    <a:pt x="210868" y="273234"/>
                    <a:pt x="207034" y="273234"/>
                  </a:cubicBezTo>
                  <a:cubicBezTo>
                    <a:pt x="203200" y="273234"/>
                    <a:pt x="200644" y="270681"/>
                    <a:pt x="200644" y="266850"/>
                  </a:cubicBezTo>
                  <a:lnTo>
                    <a:pt x="200644" y="247060"/>
                  </a:lnTo>
                  <a:cubicBezTo>
                    <a:pt x="200644" y="244506"/>
                    <a:pt x="199366" y="241953"/>
                    <a:pt x="197449" y="240676"/>
                  </a:cubicBezTo>
                  <a:cubicBezTo>
                    <a:pt x="191698" y="236846"/>
                    <a:pt x="187225" y="232377"/>
                    <a:pt x="183391" y="226631"/>
                  </a:cubicBezTo>
                  <a:cubicBezTo>
                    <a:pt x="180835" y="233015"/>
                    <a:pt x="177640" y="238761"/>
                    <a:pt x="172528" y="243868"/>
                  </a:cubicBezTo>
                  <a:cubicBezTo>
                    <a:pt x="171250" y="245145"/>
                    <a:pt x="170611" y="246422"/>
                    <a:pt x="170611" y="248337"/>
                  </a:cubicBezTo>
                  <a:lnTo>
                    <a:pt x="170611" y="268127"/>
                  </a:lnTo>
                  <a:cubicBezTo>
                    <a:pt x="170611" y="271958"/>
                    <a:pt x="168055" y="274511"/>
                    <a:pt x="164221" y="274511"/>
                  </a:cubicBezTo>
                  <a:cubicBezTo>
                    <a:pt x="160387" y="274511"/>
                    <a:pt x="157832" y="271958"/>
                    <a:pt x="157832" y="268127"/>
                  </a:cubicBezTo>
                  <a:lnTo>
                    <a:pt x="157832" y="248337"/>
                  </a:lnTo>
                  <a:cubicBezTo>
                    <a:pt x="157832" y="243230"/>
                    <a:pt x="159748" y="238761"/>
                    <a:pt x="162943" y="234930"/>
                  </a:cubicBezTo>
                  <a:cubicBezTo>
                    <a:pt x="169333" y="228546"/>
                    <a:pt x="172528" y="219609"/>
                    <a:pt x="172528" y="210671"/>
                  </a:cubicBezTo>
                  <a:lnTo>
                    <a:pt x="172528" y="127680"/>
                  </a:lnTo>
                  <a:cubicBezTo>
                    <a:pt x="172528" y="126403"/>
                    <a:pt x="171889" y="124488"/>
                    <a:pt x="170611" y="123849"/>
                  </a:cubicBezTo>
                  <a:cubicBezTo>
                    <a:pt x="169333" y="122572"/>
                    <a:pt x="168055" y="121934"/>
                    <a:pt x="166777" y="121934"/>
                  </a:cubicBezTo>
                  <a:cubicBezTo>
                    <a:pt x="163582" y="121934"/>
                    <a:pt x="161027" y="124488"/>
                    <a:pt x="161027" y="127680"/>
                  </a:cubicBezTo>
                  <a:lnTo>
                    <a:pt x="161027" y="165345"/>
                  </a:lnTo>
                  <a:cubicBezTo>
                    <a:pt x="161027" y="169176"/>
                    <a:pt x="158470" y="171729"/>
                    <a:pt x="154637" y="171729"/>
                  </a:cubicBezTo>
                  <a:cubicBezTo>
                    <a:pt x="150802" y="171729"/>
                    <a:pt x="148247" y="169176"/>
                    <a:pt x="148247" y="165345"/>
                  </a:cubicBezTo>
                  <a:lnTo>
                    <a:pt x="148247" y="127680"/>
                  </a:lnTo>
                  <a:lnTo>
                    <a:pt x="148247" y="104059"/>
                  </a:lnTo>
                  <a:cubicBezTo>
                    <a:pt x="148247" y="102782"/>
                    <a:pt x="147607" y="101505"/>
                    <a:pt x="146330" y="100228"/>
                  </a:cubicBezTo>
                  <a:cubicBezTo>
                    <a:pt x="145052" y="98952"/>
                    <a:pt x="143774" y="98313"/>
                    <a:pt x="142496" y="98313"/>
                  </a:cubicBezTo>
                  <a:cubicBezTo>
                    <a:pt x="139301" y="98313"/>
                    <a:pt x="137384" y="100228"/>
                    <a:pt x="136745" y="103420"/>
                  </a:cubicBezTo>
                  <a:lnTo>
                    <a:pt x="136745" y="164707"/>
                  </a:lnTo>
                  <a:cubicBezTo>
                    <a:pt x="136745" y="168537"/>
                    <a:pt x="134189" y="171091"/>
                    <a:pt x="130355" y="171091"/>
                  </a:cubicBezTo>
                  <a:cubicBezTo>
                    <a:pt x="126521" y="171091"/>
                    <a:pt x="123965" y="168537"/>
                    <a:pt x="123965" y="164707"/>
                  </a:cubicBezTo>
                  <a:lnTo>
                    <a:pt x="123965" y="104059"/>
                  </a:lnTo>
                  <a:cubicBezTo>
                    <a:pt x="123965" y="104059"/>
                    <a:pt x="123965" y="104059"/>
                    <a:pt x="123965" y="104059"/>
                  </a:cubicBezTo>
                  <a:cubicBezTo>
                    <a:pt x="123965" y="104059"/>
                    <a:pt x="123965" y="103420"/>
                    <a:pt x="123965" y="103420"/>
                  </a:cubicBezTo>
                  <a:lnTo>
                    <a:pt x="123965" y="95760"/>
                  </a:lnTo>
                  <a:cubicBezTo>
                    <a:pt x="123965" y="94483"/>
                    <a:pt x="123326" y="93206"/>
                    <a:pt x="122048" y="91929"/>
                  </a:cubicBezTo>
                  <a:cubicBezTo>
                    <a:pt x="120770" y="90652"/>
                    <a:pt x="119492" y="90014"/>
                    <a:pt x="118214" y="90014"/>
                  </a:cubicBezTo>
                  <a:cubicBezTo>
                    <a:pt x="115019" y="90014"/>
                    <a:pt x="112463" y="92568"/>
                    <a:pt x="112463" y="95760"/>
                  </a:cubicBezTo>
                  <a:lnTo>
                    <a:pt x="112463" y="107889"/>
                  </a:lnTo>
                  <a:cubicBezTo>
                    <a:pt x="112463" y="107889"/>
                    <a:pt x="112463" y="108528"/>
                    <a:pt x="112463" y="108528"/>
                  </a:cubicBezTo>
                  <a:cubicBezTo>
                    <a:pt x="112463" y="108528"/>
                    <a:pt x="112463" y="108528"/>
                    <a:pt x="112463" y="108528"/>
                  </a:cubicBezTo>
                  <a:lnTo>
                    <a:pt x="112463" y="164068"/>
                  </a:lnTo>
                  <a:cubicBezTo>
                    <a:pt x="112463" y="167899"/>
                    <a:pt x="109907" y="170452"/>
                    <a:pt x="106073" y="170452"/>
                  </a:cubicBezTo>
                  <a:cubicBezTo>
                    <a:pt x="102239" y="170452"/>
                    <a:pt x="99683" y="167899"/>
                    <a:pt x="99683" y="164068"/>
                  </a:cubicBezTo>
                  <a:lnTo>
                    <a:pt x="99683" y="107889"/>
                  </a:lnTo>
                  <a:cubicBezTo>
                    <a:pt x="99683" y="105974"/>
                    <a:pt x="99044" y="105336"/>
                    <a:pt x="98405" y="104059"/>
                  </a:cubicBezTo>
                  <a:cubicBezTo>
                    <a:pt x="97127" y="102782"/>
                    <a:pt x="95849" y="102144"/>
                    <a:pt x="94571" y="102144"/>
                  </a:cubicBezTo>
                  <a:cubicBezTo>
                    <a:pt x="91376" y="102144"/>
                    <a:pt x="88820" y="104697"/>
                    <a:pt x="88820" y="107889"/>
                  </a:cubicBezTo>
                  <a:lnTo>
                    <a:pt x="88820" y="151939"/>
                  </a:lnTo>
                  <a:cubicBezTo>
                    <a:pt x="88820" y="151939"/>
                    <a:pt x="88820" y="152577"/>
                    <a:pt x="88820" y="152577"/>
                  </a:cubicBezTo>
                  <a:lnTo>
                    <a:pt x="88820" y="183859"/>
                  </a:lnTo>
                  <a:cubicBezTo>
                    <a:pt x="104156" y="184497"/>
                    <a:pt x="118214" y="190881"/>
                    <a:pt x="127799" y="202372"/>
                  </a:cubicBezTo>
                  <a:cubicBezTo>
                    <a:pt x="130355" y="204926"/>
                    <a:pt x="129716" y="208756"/>
                    <a:pt x="127160" y="211310"/>
                  </a:cubicBezTo>
                  <a:cubicBezTo>
                    <a:pt x="125882" y="212587"/>
                    <a:pt x="124604" y="212587"/>
                    <a:pt x="122687" y="212587"/>
                  </a:cubicBezTo>
                  <a:cubicBezTo>
                    <a:pt x="120770" y="212587"/>
                    <a:pt x="118853" y="211948"/>
                    <a:pt x="117575" y="210671"/>
                  </a:cubicBezTo>
                  <a:cubicBezTo>
                    <a:pt x="109907" y="201734"/>
                    <a:pt x="98405" y="196627"/>
                    <a:pt x="86903" y="196627"/>
                  </a:cubicBezTo>
                  <a:cubicBezTo>
                    <a:pt x="85625" y="196627"/>
                    <a:pt x="84347" y="196627"/>
                    <a:pt x="82430" y="196627"/>
                  </a:cubicBezTo>
                  <a:cubicBezTo>
                    <a:pt x="82430" y="196627"/>
                    <a:pt x="82430" y="196627"/>
                    <a:pt x="82430" y="196627"/>
                  </a:cubicBezTo>
                  <a:cubicBezTo>
                    <a:pt x="82430" y="196627"/>
                    <a:pt x="82430" y="196627"/>
                    <a:pt x="81791" y="196627"/>
                  </a:cubicBezTo>
                  <a:cubicBezTo>
                    <a:pt x="81152" y="196627"/>
                    <a:pt x="81152" y="196627"/>
                    <a:pt x="80513" y="196627"/>
                  </a:cubicBezTo>
                  <a:cubicBezTo>
                    <a:pt x="80513" y="196627"/>
                    <a:pt x="79874" y="196627"/>
                    <a:pt x="79874" y="196627"/>
                  </a:cubicBezTo>
                  <a:cubicBezTo>
                    <a:pt x="79235" y="196627"/>
                    <a:pt x="78596" y="195988"/>
                    <a:pt x="78596" y="195988"/>
                  </a:cubicBezTo>
                  <a:cubicBezTo>
                    <a:pt x="78596" y="195988"/>
                    <a:pt x="77957" y="195988"/>
                    <a:pt x="77957" y="195350"/>
                  </a:cubicBezTo>
                  <a:cubicBezTo>
                    <a:pt x="77318" y="195350"/>
                    <a:pt x="77318" y="194711"/>
                    <a:pt x="77318" y="194073"/>
                  </a:cubicBezTo>
                  <a:cubicBezTo>
                    <a:pt x="77318" y="194073"/>
                    <a:pt x="76679" y="193435"/>
                    <a:pt x="76679" y="193435"/>
                  </a:cubicBezTo>
                  <a:cubicBezTo>
                    <a:pt x="76679" y="192796"/>
                    <a:pt x="76679" y="192796"/>
                    <a:pt x="76040" y="192158"/>
                  </a:cubicBezTo>
                  <a:cubicBezTo>
                    <a:pt x="76040" y="192158"/>
                    <a:pt x="76040" y="191519"/>
                    <a:pt x="76040" y="191519"/>
                  </a:cubicBezTo>
                  <a:cubicBezTo>
                    <a:pt x="76040" y="191519"/>
                    <a:pt x="76040" y="191519"/>
                    <a:pt x="76040" y="190881"/>
                  </a:cubicBezTo>
                  <a:cubicBezTo>
                    <a:pt x="76040" y="190881"/>
                    <a:pt x="76040" y="190881"/>
                    <a:pt x="76040" y="190243"/>
                  </a:cubicBezTo>
                  <a:lnTo>
                    <a:pt x="76040" y="154492"/>
                  </a:lnTo>
                  <a:cubicBezTo>
                    <a:pt x="76040" y="154492"/>
                    <a:pt x="76040" y="154492"/>
                    <a:pt x="76040" y="154492"/>
                  </a:cubicBezTo>
                  <a:lnTo>
                    <a:pt x="76040" y="152577"/>
                  </a:lnTo>
                  <a:cubicBezTo>
                    <a:pt x="76040" y="150024"/>
                    <a:pt x="74762" y="147470"/>
                    <a:pt x="72845" y="146193"/>
                  </a:cubicBezTo>
                  <a:cubicBezTo>
                    <a:pt x="72206" y="145555"/>
                    <a:pt x="71567" y="145555"/>
                    <a:pt x="70928" y="144916"/>
                  </a:cubicBezTo>
                  <a:cubicBezTo>
                    <a:pt x="69650" y="144278"/>
                    <a:pt x="68372" y="144278"/>
                    <a:pt x="67733" y="144278"/>
                  </a:cubicBezTo>
                  <a:lnTo>
                    <a:pt x="67094" y="144278"/>
                  </a:lnTo>
                  <a:cubicBezTo>
                    <a:pt x="66456" y="144278"/>
                    <a:pt x="65816" y="144278"/>
                    <a:pt x="65177" y="144278"/>
                  </a:cubicBezTo>
                  <a:lnTo>
                    <a:pt x="65177" y="204287"/>
                  </a:lnTo>
                  <a:lnTo>
                    <a:pt x="65177" y="205564"/>
                  </a:lnTo>
                  <a:cubicBezTo>
                    <a:pt x="65816" y="217055"/>
                    <a:pt x="71567" y="227270"/>
                    <a:pt x="80513" y="233654"/>
                  </a:cubicBezTo>
                  <a:cubicBezTo>
                    <a:pt x="85625" y="237484"/>
                    <a:pt x="88820" y="243230"/>
                    <a:pt x="88820" y="249614"/>
                  </a:cubicBezTo>
                  <a:lnTo>
                    <a:pt x="88820" y="267489"/>
                  </a:lnTo>
                  <a:cubicBezTo>
                    <a:pt x="88820" y="271319"/>
                    <a:pt x="86264" y="273873"/>
                    <a:pt x="82430" y="273873"/>
                  </a:cubicBezTo>
                  <a:cubicBezTo>
                    <a:pt x="78596" y="273873"/>
                    <a:pt x="76040" y="271319"/>
                    <a:pt x="76040" y="267489"/>
                  </a:cubicBezTo>
                  <a:lnTo>
                    <a:pt x="76040" y="249614"/>
                  </a:lnTo>
                  <a:cubicBezTo>
                    <a:pt x="76040" y="247698"/>
                    <a:pt x="74762" y="245145"/>
                    <a:pt x="73484" y="244506"/>
                  </a:cubicBezTo>
                  <a:cubicBezTo>
                    <a:pt x="60704" y="235569"/>
                    <a:pt x="53036" y="221524"/>
                    <a:pt x="52398" y="206203"/>
                  </a:cubicBezTo>
                  <a:lnTo>
                    <a:pt x="52398" y="204926"/>
                  </a:lnTo>
                  <a:lnTo>
                    <a:pt x="52398" y="142363"/>
                  </a:lnTo>
                  <a:cubicBezTo>
                    <a:pt x="52398" y="138532"/>
                    <a:pt x="54953" y="134702"/>
                    <a:pt x="58788" y="133425"/>
                  </a:cubicBezTo>
                  <a:cubicBezTo>
                    <a:pt x="61343" y="132787"/>
                    <a:pt x="63899" y="132148"/>
                    <a:pt x="67094" y="132148"/>
                  </a:cubicBezTo>
                  <a:lnTo>
                    <a:pt x="67733" y="132148"/>
                  </a:lnTo>
                  <a:cubicBezTo>
                    <a:pt x="70928" y="132148"/>
                    <a:pt x="73484" y="132787"/>
                    <a:pt x="76040" y="134064"/>
                  </a:cubicBezTo>
                  <a:lnTo>
                    <a:pt x="76040" y="109166"/>
                  </a:lnTo>
                  <a:cubicBezTo>
                    <a:pt x="76040" y="98952"/>
                    <a:pt x="84347" y="90652"/>
                    <a:pt x="94571" y="90652"/>
                  </a:cubicBezTo>
                  <a:cubicBezTo>
                    <a:pt x="96488" y="90652"/>
                    <a:pt x="98405" y="91291"/>
                    <a:pt x="100322" y="91929"/>
                  </a:cubicBezTo>
                  <a:cubicBezTo>
                    <a:pt x="102239" y="83630"/>
                    <a:pt x="109268" y="77246"/>
                    <a:pt x="118214" y="77246"/>
                  </a:cubicBezTo>
                  <a:cubicBezTo>
                    <a:pt x="123326" y="77246"/>
                    <a:pt x="127799" y="79161"/>
                    <a:pt x="130994" y="82353"/>
                  </a:cubicBezTo>
                  <a:cubicBezTo>
                    <a:pt x="132272" y="83630"/>
                    <a:pt x="133550" y="85545"/>
                    <a:pt x="134189" y="86822"/>
                  </a:cubicBezTo>
                  <a:cubicBezTo>
                    <a:pt x="136745" y="85545"/>
                    <a:pt x="139301" y="84907"/>
                    <a:pt x="141857" y="84907"/>
                  </a:cubicBezTo>
                  <a:cubicBezTo>
                    <a:pt x="146969" y="84907"/>
                    <a:pt x="151442" y="86822"/>
                    <a:pt x="154637" y="90014"/>
                  </a:cubicBezTo>
                  <a:cubicBezTo>
                    <a:pt x="157832" y="93206"/>
                    <a:pt x="159748" y="98313"/>
                    <a:pt x="159748" y="102782"/>
                  </a:cubicBezTo>
                  <a:lnTo>
                    <a:pt x="159748" y="108528"/>
                  </a:lnTo>
                  <a:cubicBezTo>
                    <a:pt x="161665" y="107889"/>
                    <a:pt x="163582" y="107251"/>
                    <a:pt x="165500" y="107251"/>
                  </a:cubicBezTo>
                  <a:cubicBezTo>
                    <a:pt x="170611" y="107251"/>
                    <a:pt x="175084" y="109166"/>
                    <a:pt x="178279" y="112358"/>
                  </a:cubicBezTo>
                  <a:cubicBezTo>
                    <a:pt x="181474" y="115550"/>
                    <a:pt x="183391" y="120657"/>
                    <a:pt x="183391" y="125126"/>
                  </a:cubicBezTo>
                  <a:lnTo>
                    <a:pt x="183391" y="141724"/>
                  </a:lnTo>
                  <a:cubicBezTo>
                    <a:pt x="185308" y="141086"/>
                    <a:pt x="187225" y="140448"/>
                    <a:pt x="189142" y="140448"/>
                  </a:cubicBezTo>
                  <a:lnTo>
                    <a:pt x="189142" y="130233"/>
                  </a:lnTo>
                  <a:cubicBezTo>
                    <a:pt x="189142" y="119380"/>
                    <a:pt x="198088" y="110443"/>
                    <a:pt x="208951" y="110443"/>
                  </a:cubicBezTo>
                  <a:cubicBezTo>
                    <a:pt x="212146" y="110443"/>
                    <a:pt x="215980" y="111720"/>
                    <a:pt x="218536" y="112996"/>
                  </a:cubicBezTo>
                  <a:cubicBezTo>
                    <a:pt x="221731" y="107251"/>
                    <a:pt x="228121" y="103420"/>
                    <a:pt x="235150" y="103420"/>
                  </a:cubicBezTo>
                  <a:cubicBezTo>
                    <a:pt x="240261" y="103420"/>
                    <a:pt x="245374" y="105336"/>
                    <a:pt x="249208" y="109166"/>
                  </a:cubicBezTo>
                  <a:cubicBezTo>
                    <a:pt x="250486" y="110443"/>
                    <a:pt x="251124" y="111081"/>
                    <a:pt x="251764" y="112358"/>
                  </a:cubicBezTo>
                  <a:cubicBezTo>
                    <a:pt x="254959" y="110443"/>
                    <a:pt x="258154" y="109804"/>
                    <a:pt x="261987" y="109804"/>
                  </a:cubicBezTo>
                  <a:cubicBezTo>
                    <a:pt x="267099" y="109804"/>
                    <a:pt x="272211" y="111720"/>
                    <a:pt x="276045" y="115550"/>
                  </a:cubicBezTo>
                  <a:cubicBezTo>
                    <a:pt x="277962" y="117465"/>
                    <a:pt x="279240" y="119380"/>
                    <a:pt x="280518" y="121934"/>
                  </a:cubicBezTo>
                  <a:cubicBezTo>
                    <a:pt x="283074" y="120657"/>
                    <a:pt x="286269" y="120019"/>
                    <a:pt x="288825" y="120019"/>
                  </a:cubicBezTo>
                  <a:cubicBezTo>
                    <a:pt x="293937" y="120019"/>
                    <a:pt x="299049" y="121934"/>
                    <a:pt x="302883" y="125764"/>
                  </a:cubicBezTo>
                  <a:cubicBezTo>
                    <a:pt x="306717" y="129595"/>
                    <a:pt x="308634" y="134702"/>
                    <a:pt x="308634" y="139809"/>
                  </a:cubicBezTo>
                  <a:lnTo>
                    <a:pt x="308634" y="141086"/>
                  </a:lnTo>
                  <a:lnTo>
                    <a:pt x="308634" y="160238"/>
                  </a:lnTo>
                  <a:close/>
                </a:path>
              </a:pathLst>
            </a:custGeom>
            <a:solidFill>
              <a:srgbClr val="007CB0"/>
            </a:solidFill>
            <a:ln w="6390" cap="flat">
              <a:noFill/>
              <a:prstDash val="solid"/>
              <a:miter/>
            </a:ln>
          </p:spPr>
          <p:txBody>
            <a:bodyPr rtlCol="0" anchor="ctr"/>
            <a:lstStyle/>
            <a:p>
              <a:endParaRPr lang="en-US"/>
            </a:p>
          </p:txBody>
        </p:sp>
        <p:sp>
          <p:nvSpPr>
            <p:cNvPr id="981" name="Graphic 4">
              <a:extLst>
                <a:ext uri="{FF2B5EF4-FFF2-40B4-BE49-F238E27FC236}">
                  <a16:creationId xmlns:a16="http://schemas.microsoft.com/office/drawing/2014/main" id="{FD030F0D-948C-5947-B8ED-4F9F647F8BF6}"/>
                </a:ext>
              </a:extLst>
            </p:cNvPr>
            <p:cNvSpPr/>
            <p:nvPr/>
          </p:nvSpPr>
          <p:spPr>
            <a:xfrm>
              <a:off x="6430832" y="3958870"/>
              <a:ext cx="14057" cy="32558"/>
            </a:xfrm>
            <a:custGeom>
              <a:avLst/>
              <a:gdLst>
                <a:gd name="connsiteX0" fmla="*/ 14058 w 14057"/>
                <a:gd name="connsiteY0" fmla="*/ 7022 h 32558"/>
                <a:gd name="connsiteX1" fmla="*/ 12141 w 14057"/>
                <a:gd name="connsiteY1" fmla="*/ 1915 h 32558"/>
                <a:gd name="connsiteX2" fmla="*/ 7029 w 14057"/>
                <a:gd name="connsiteY2" fmla="*/ 0 h 32558"/>
                <a:gd name="connsiteX3" fmla="*/ 0 w 14057"/>
                <a:gd name="connsiteY3" fmla="*/ 7022 h 32558"/>
                <a:gd name="connsiteX4" fmla="*/ 0 w 14057"/>
                <a:gd name="connsiteY4" fmla="*/ 24898 h 32558"/>
                <a:gd name="connsiteX5" fmla="*/ 0 w 14057"/>
                <a:gd name="connsiteY5" fmla="*/ 24898 h 32558"/>
                <a:gd name="connsiteX6" fmla="*/ 0 w 14057"/>
                <a:gd name="connsiteY6" fmla="*/ 25536 h 32558"/>
                <a:gd name="connsiteX7" fmla="*/ 7029 w 14057"/>
                <a:gd name="connsiteY7" fmla="*/ 32558 h 32558"/>
                <a:gd name="connsiteX8" fmla="*/ 12141 w 14057"/>
                <a:gd name="connsiteY8" fmla="*/ 30643 h 32558"/>
                <a:gd name="connsiteX9" fmla="*/ 14058 w 14057"/>
                <a:gd name="connsiteY9" fmla="*/ 25536 h 32558"/>
                <a:gd name="connsiteX10" fmla="*/ 14058 w 14057"/>
                <a:gd name="connsiteY10" fmla="*/ 8938 h 32558"/>
                <a:gd name="connsiteX11" fmla="*/ 14058 w 14057"/>
                <a:gd name="connsiteY11" fmla="*/ 7022 h 3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057" h="32558">
                  <a:moveTo>
                    <a:pt x="14058" y="7022"/>
                  </a:moveTo>
                  <a:cubicBezTo>
                    <a:pt x="14058" y="5107"/>
                    <a:pt x="13419" y="3192"/>
                    <a:pt x="12141" y="1915"/>
                  </a:cubicBezTo>
                  <a:cubicBezTo>
                    <a:pt x="10863" y="638"/>
                    <a:pt x="8946" y="0"/>
                    <a:pt x="7029" y="0"/>
                  </a:cubicBezTo>
                  <a:cubicBezTo>
                    <a:pt x="3195" y="0"/>
                    <a:pt x="0" y="3192"/>
                    <a:pt x="0" y="7022"/>
                  </a:cubicBezTo>
                  <a:lnTo>
                    <a:pt x="0" y="24898"/>
                  </a:lnTo>
                  <a:cubicBezTo>
                    <a:pt x="0" y="24898"/>
                    <a:pt x="0" y="24898"/>
                    <a:pt x="0" y="24898"/>
                  </a:cubicBezTo>
                  <a:lnTo>
                    <a:pt x="0" y="25536"/>
                  </a:lnTo>
                  <a:cubicBezTo>
                    <a:pt x="0" y="29366"/>
                    <a:pt x="3195" y="32558"/>
                    <a:pt x="7029" y="32558"/>
                  </a:cubicBezTo>
                  <a:cubicBezTo>
                    <a:pt x="8946" y="32558"/>
                    <a:pt x="10863" y="31920"/>
                    <a:pt x="12141" y="30643"/>
                  </a:cubicBezTo>
                  <a:cubicBezTo>
                    <a:pt x="13419" y="29366"/>
                    <a:pt x="14058" y="27451"/>
                    <a:pt x="14058" y="25536"/>
                  </a:cubicBezTo>
                  <a:lnTo>
                    <a:pt x="14058" y="8938"/>
                  </a:lnTo>
                  <a:lnTo>
                    <a:pt x="14058" y="7022"/>
                  </a:lnTo>
                  <a:close/>
                </a:path>
              </a:pathLst>
            </a:custGeom>
            <a:solidFill>
              <a:srgbClr val="007CB0"/>
            </a:solidFill>
            <a:ln w="6390" cap="flat">
              <a:noFill/>
              <a:prstDash val="solid"/>
              <a:miter/>
            </a:ln>
          </p:spPr>
          <p:txBody>
            <a:bodyPr rtlCol="0" anchor="ctr"/>
            <a:lstStyle/>
            <a:p>
              <a:endParaRPr lang="en-US"/>
            </a:p>
          </p:txBody>
        </p:sp>
      </p:grpSp>
      <p:grpSp>
        <p:nvGrpSpPr>
          <p:cNvPr id="982" name="Graphic 4">
            <a:extLst>
              <a:ext uri="{FF2B5EF4-FFF2-40B4-BE49-F238E27FC236}">
                <a16:creationId xmlns:a16="http://schemas.microsoft.com/office/drawing/2014/main" id="{6A16A274-ED74-2742-938E-4E6C93B3CB63}"/>
              </a:ext>
            </a:extLst>
          </p:cNvPr>
          <p:cNvGrpSpPr/>
          <p:nvPr/>
        </p:nvGrpSpPr>
        <p:grpSpPr>
          <a:xfrm>
            <a:off x="6147119" y="2371173"/>
            <a:ext cx="361670" cy="361333"/>
            <a:chOff x="6147119" y="2371173"/>
            <a:chExt cx="361670" cy="361333"/>
          </a:xfrm>
          <a:solidFill>
            <a:srgbClr val="007CB0"/>
          </a:solidFill>
        </p:grpSpPr>
        <p:sp>
          <p:nvSpPr>
            <p:cNvPr id="983" name="Graphic 4">
              <a:extLst>
                <a:ext uri="{FF2B5EF4-FFF2-40B4-BE49-F238E27FC236}">
                  <a16:creationId xmlns:a16="http://schemas.microsoft.com/office/drawing/2014/main" id="{BE7E3029-8BF7-944F-895B-A438AE085851}"/>
                </a:ext>
              </a:extLst>
            </p:cNvPr>
            <p:cNvSpPr/>
            <p:nvPr/>
          </p:nvSpPr>
          <p:spPr>
            <a:xfrm>
              <a:off x="6231854" y="2594533"/>
              <a:ext cx="46259" cy="34748"/>
            </a:xfrm>
            <a:custGeom>
              <a:avLst/>
              <a:gdLst>
                <a:gd name="connsiteX0" fmla="*/ 11114 w 46259"/>
                <a:gd name="connsiteY0" fmla="*/ 34553 h 34748"/>
                <a:gd name="connsiteX1" fmla="*/ 14309 w 46259"/>
                <a:gd name="connsiteY1" fmla="*/ 32000 h 34748"/>
                <a:gd name="connsiteX2" fmla="*/ 45620 w 46259"/>
                <a:gd name="connsiteY2" fmla="*/ 6464 h 34748"/>
                <a:gd name="connsiteX3" fmla="*/ 46259 w 46259"/>
                <a:gd name="connsiteY3" fmla="*/ 5825 h 34748"/>
                <a:gd name="connsiteX4" fmla="*/ 44342 w 46259"/>
                <a:gd name="connsiteY4" fmla="*/ 3910 h 34748"/>
                <a:gd name="connsiteX5" fmla="*/ 32201 w 46259"/>
                <a:gd name="connsiteY5" fmla="*/ 1995 h 34748"/>
                <a:gd name="connsiteX6" fmla="*/ 1530 w 46259"/>
                <a:gd name="connsiteY6" fmla="*/ 21147 h 34748"/>
                <a:gd name="connsiteX7" fmla="*/ 891 w 46259"/>
                <a:gd name="connsiteY7" fmla="*/ 28169 h 34748"/>
                <a:gd name="connsiteX8" fmla="*/ 11114 w 46259"/>
                <a:gd name="connsiteY8" fmla="*/ 34553 h 34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259" h="34748">
                  <a:moveTo>
                    <a:pt x="11114" y="34553"/>
                  </a:moveTo>
                  <a:cubicBezTo>
                    <a:pt x="14309" y="32638"/>
                    <a:pt x="14309" y="32638"/>
                    <a:pt x="14309" y="32000"/>
                  </a:cubicBezTo>
                  <a:lnTo>
                    <a:pt x="45620" y="6464"/>
                  </a:lnTo>
                  <a:cubicBezTo>
                    <a:pt x="45620" y="6464"/>
                    <a:pt x="45620" y="6464"/>
                    <a:pt x="46259" y="5825"/>
                  </a:cubicBezTo>
                  <a:cubicBezTo>
                    <a:pt x="46259" y="5187"/>
                    <a:pt x="45620" y="4549"/>
                    <a:pt x="44342" y="3910"/>
                  </a:cubicBezTo>
                  <a:cubicBezTo>
                    <a:pt x="41147" y="-559"/>
                    <a:pt x="37313" y="-1197"/>
                    <a:pt x="32201" y="1995"/>
                  </a:cubicBezTo>
                  <a:lnTo>
                    <a:pt x="1530" y="21147"/>
                  </a:lnTo>
                  <a:cubicBezTo>
                    <a:pt x="-387" y="23062"/>
                    <a:pt x="-387" y="26254"/>
                    <a:pt x="891" y="28169"/>
                  </a:cubicBezTo>
                  <a:cubicBezTo>
                    <a:pt x="4725" y="34553"/>
                    <a:pt x="9836" y="35192"/>
                    <a:pt x="11114" y="34553"/>
                  </a:cubicBezTo>
                  <a:close/>
                </a:path>
              </a:pathLst>
            </a:custGeom>
            <a:solidFill>
              <a:srgbClr val="007CB0"/>
            </a:solidFill>
            <a:ln w="6390" cap="flat">
              <a:noFill/>
              <a:prstDash val="solid"/>
              <a:miter/>
            </a:ln>
          </p:spPr>
          <p:txBody>
            <a:bodyPr rtlCol="0" anchor="ctr"/>
            <a:lstStyle/>
            <a:p>
              <a:endParaRPr lang="en-US"/>
            </a:p>
          </p:txBody>
        </p:sp>
        <p:sp>
          <p:nvSpPr>
            <p:cNvPr id="984" name="Graphic 4">
              <a:extLst>
                <a:ext uri="{FF2B5EF4-FFF2-40B4-BE49-F238E27FC236}">
                  <a16:creationId xmlns:a16="http://schemas.microsoft.com/office/drawing/2014/main" id="{A0FB1058-09CE-0B40-BBE3-E8D4BE2790CE}"/>
                </a:ext>
              </a:extLst>
            </p:cNvPr>
            <p:cNvSpPr/>
            <p:nvPr/>
          </p:nvSpPr>
          <p:spPr>
            <a:xfrm>
              <a:off x="6279391" y="2599720"/>
              <a:ext cx="6389" cy="6383"/>
            </a:xfrm>
            <a:custGeom>
              <a:avLst/>
              <a:gdLst>
                <a:gd name="connsiteX0" fmla="*/ 0 w 6389"/>
                <a:gd name="connsiteY0" fmla="*/ 0 h 6383"/>
                <a:gd name="connsiteX1" fmla="*/ 0 w 6389"/>
                <a:gd name="connsiteY1" fmla="*/ 0 h 6383"/>
                <a:gd name="connsiteX2" fmla="*/ 0 w 6389"/>
                <a:gd name="connsiteY2" fmla="*/ 0 h 6383"/>
              </a:gdLst>
              <a:ahLst/>
              <a:cxnLst>
                <a:cxn ang="0">
                  <a:pos x="connsiteX0" y="connsiteY0"/>
                </a:cxn>
                <a:cxn ang="0">
                  <a:pos x="connsiteX1" y="connsiteY1"/>
                </a:cxn>
                <a:cxn ang="0">
                  <a:pos x="connsiteX2" y="connsiteY2"/>
                </a:cxn>
              </a:cxnLst>
              <a:rect l="l" t="t" r="r" b="b"/>
              <a:pathLst>
                <a:path w="6389" h="6383">
                  <a:moveTo>
                    <a:pt x="0" y="0"/>
                  </a:moveTo>
                  <a:lnTo>
                    <a:pt x="0" y="0"/>
                  </a:lnTo>
                  <a:lnTo>
                    <a:pt x="0" y="0"/>
                  </a:lnTo>
                  <a:close/>
                </a:path>
              </a:pathLst>
            </a:custGeom>
            <a:solidFill>
              <a:srgbClr val="007CB0"/>
            </a:solidFill>
            <a:ln w="6390" cap="flat">
              <a:noFill/>
              <a:prstDash val="solid"/>
              <a:miter/>
            </a:ln>
          </p:spPr>
          <p:txBody>
            <a:bodyPr rtlCol="0" anchor="ctr"/>
            <a:lstStyle/>
            <a:p>
              <a:endParaRPr lang="en-US"/>
            </a:p>
          </p:txBody>
        </p:sp>
        <p:sp>
          <p:nvSpPr>
            <p:cNvPr id="985" name="Graphic 4">
              <a:extLst>
                <a:ext uri="{FF2B5EF4-FFF2-40B4-BE49-F238E27FC236}">
                  <a16:creationId xmlns:a16="http://schemas.microsoft.com/office/drawing/2014/main" id="{555DBE7B-C39A-1246-B882-B66BB9B93324}"/>
                </a:ext>
              </a:extLst>
            </p:cNvPr>
            <p:cNvSpPr/>
            <p:nvPr/>
          </p:nvSpPr>
          <p:spPr>
            <a:xfrm>
              <a:off x="6250746" y="2600814"/>
              <a:ext cx="58434" cy="48452"/>
            </a:xfrm>
            <a:custGeom>
              <a:avLst/>
              <a:gdLst>
                <a:gd name="connsiteX0" fmla="*/ 15865 w 58434"/>
                <a:gd name="connsiteY0" fmla="*/ 47424 h 48452"/>
                <a:gd name="connsiteX1" fmla="*/ 54205 w 58434"/>
                <a:gd name="connsiteY1" fmla="*/ 14866 h 48452"/>
                <a:gd name="connsiteX2" fmla="*/ 54844 w 58434"/>
                <a:gd name="connsiteY2" fmla="*/ 14228 h 48452"/>
                <a:gd name="connsiteX3" fmla="*/ 55483 w 58434"/>
                <a:gd name="connsiteY3" fmla="*/ 13589 h 48452"/>
                <a:gd name="connsiteX4" fmla="*/ 56761 w 58434"/>
                <a:gd name="connsiteY4" fmla="*/ 2736 h 48452"/>
                <a:gd name="connsiteX5" fmla="*/ 45898 w 58434"/>
                <a:gd name="connsiteY5" fmla="*/ 2098 h 48452"/>
                <a:gd name="connsiteX6" fmla="*/ 37591 w 58434"/>
                <a:gd name="connsiteY6" fmla="*/ 7844 h 48452"/>
                <a:gd name="connsiteX7" fmla="*/ 36952 w 58434"/>
                <a:gd name="connsiteY7" fmla="*/ 8482 h 48452"/>
                <a:gd name="connsiteX8" fmla="*/ 3724 w 58434"/>
                <a:gd name="connsiteY8" fmla="*/ 35933 h 48452"/>
                <a:gd name="connsiteX9" fmla="*/ 529 w 58434"/>
                <a:gd name="connsiteY9" fmla="*/ 37848 h 48452"/>
                <a:gd name="connsiteX10" fmla="*/ 529 w 58434"/>
                <a:gd name="connsiteY10" fmla="*/ 37848 h 48452"/>
                <a:gd name="connsiteX11" fmla="*/ 1807 w 58434"/>
                <a:gd name="connsiteY11" fmla="*/ 43594 h 48452"/>
                <a:gd name="connsiteX12" fmla="*/ 15865 w 58434"/>
                <a:gd name="connsiteY12" fmla="*/ 47424 h 4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8434" h="48452">
                  <a:moveTo>
                    <a:pt x="15865" y="47424"/>
                  </a:moveTo>
                  <a:lnTo>
                    <a:pt x="54205" y="14866"/>
                  </a:lnTo>
                  <a:cubicBezTo>
                    <a:pt x="54205" y="14866"/>
                    <a:pt x="54844" y="14866"/>
                    <a:pt x="54844" y="14228"/>
                  </a:cubicBezTo>
                  <a:cubicBezTo>
                    <a:pt x="54844" y="13589"/>
                    <a:pt x="55483" y="13589"/>
                    <a:pt x="55483" y="13589"/>
                  </a:cubicBezTo>
                  <a:cubicBezTo>
                    <a:pt x="58039" y="11036"/>
                    <a:pt x="59956" y="6567"/>
                    <a:pt x="56761" y="2736"/>
                  </a:cubicBezTo>
                  <a:cubicBezTo>
                    <a:pt x="52927" y="-1732"/>
                    <a:pt x="48454" y="183"/>
                    <a:pt x="45898" y="2098"/>
                  </a:cubicBezTo>
                  <a:lnTo>
                    <a:pt x="37591" y="7844"/>
                  </a:lnTo>
                  <a:cubicBezTo>
                    <a:pt x="37591" y="7844"/>
                    <a:pt x="37591" y="7844"/>
                    <a:pt x="36952" y="8482"/>
                  </a:cubicBezTo>
                  <a:lnTo>
                    <a:pt x="3724" y="35933"/>
                  </a:lnTo>
                  <a:cubicBezTo>
                    <a:pt x="3086" y="36572"/>
                    <a:pt x="2446" y="36572"/>
                    <a:pt x="529" y="37848"/>
                  </a:cubicBezTo>
                  <a:cubicBezTo>
                    <a:pt x="529" y="37848"/>
                    <a:pt x="529" y="37848"/>
                    <a:pt x="529" y="37848"/>
                  </a:cubicBezTo>
                  <a:cubicBezTo>
                    <a:pt x="-749" y="39763"/>
                    <a:pt x="529" y="42317"/>
                    <a:pt x="1807" y="43594"/>
                  </a:cubicBezTo>
                  <a:cubicBezTo>
                    <a:pt x="5641" y="47424"/>
                    <a:pt x="11392" y="49978"/>
                    <a:pt x="15865" y="47424"/>
                  </a:cubicBezTo>
                  <a:close/>
                </a:path>
              </a:pathLst>
            </a:custGeom>
            <a:solidFill>
              <a:srgbClr val="007CB0"/>
            </a:solidFill>
            <a:ln w="6390" cap="flat">
              <a:noFill/>
              <a:prstDash val="solid"/>
              <a:miter/>
            </a:ln>
          </p:spPr>
          <p:txBody>
            <a:bodyPr rtlCol="0" anchor="ctr"/>
            <a:lstStyle/>
            <a:p>
              <a:endParaRPr lang="en-US"/>
            </a:p>
          </p:txBody>
        </p:sp>
        <p:sp>
          <p:nvSpPr>
            <p:cNvPr id="986" name="Graphic 4">
              <a:extLst>
                <a:ext uri="{FF2B5EF4-FFF2-40B4-BE49-F238E27FC236}">
                  <a16:creationId xmlns:a16="http://schemas.microsoft.com/office/drawing/2014/main" id="{84C53C71-AC60-DE4B-A4CD-B90314F23479}"/>
                </a:ext>
              </a:extLst>
            </p:cNvPr>
            <p:cNvSpPr/>
            <p:nvPr/>
          </p:nvSpPr>
          <p:spPr>
            <a:xfrm>
              <a:off x="6303034" y="2645684"/>
              <a:ext cx="27870" cy="22513"/>
            </a:xfrm>
            <a:custGeom>
              <a:avLst/>
              <a:gdLst>
                <a:gd name="connsiteX0" fmla="*/ 27477 w 27870"/>
                <a:gd name="connsiteY0" fmla="*/ 3830 h 22513"/>
                <a:gd name="connsiteX1" fmla="*/ 21726 w 27870"/>
                <a:gd name="connsiteY1" fmla="*/ 0 h 22513"/>
                <a:gd name="connsiteX2" fmla="*/ 15336 w 27870"/>
                <a:gd name="connsiteY2" fmla="*/ 7022 h 22513"/>
                <a:gd name="connsiteX3" fmla="*/ 9585 w 27870"/>
                <a:gd name="connsiteY3" fmla="*/ 12768 h 22513"/>
                <a:gd name="connsiteX4" fmla="*/ 6390 w 27870"/>
                <a:gd name="connsiteY4" fmla="*/ 15322 h 22513"/>
                <a:gd name="connsiteX5" fmla="*/ 5112 w 27870"/>
                <a:gd name="connsiteY5" fmla="*/ 16598 h 22513"/>
                <a:gd name="connsiteX6" fmla="*/ 0 w 27870"/>
                <a:gd name="connsiteY6" fmla="*/ 20429 h 22513"/>
                <a:gd name="connsiteX7" fmla="*/ 8307 w 27870"/>
                <a:gd name="connsiteY7" fmla="*/ 22344 h 22513"/>
                <a:gd name="connsiteX8" fmla="*/ 22365 w 27870"/>
                <a:gd name="connsiteY8" fmla="*/ 10853 h 22513"/>
                <a:gd name="connsiteX9" fmla="*/ 23004 w 27870"/>
                <a:gd name="connsiteY9" fmla="*/ 10214 h 22513"/>
                <a:gd name="connsiteX10" fmla="*/ 27477 w 27870"/>
                <a:gd name="connsiteY10" fmla="*/ 3830 h 22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70" h="22513">
                  <a:moveTo>
                    <a:pt x="27477" y="3830"/>
                  </a:moveTo>
                  <a:cubicBezTo>
                    <a:pt x="24282" y="638"/>
                    <a:pt x="23004" y="0"/>
                    <a:pt x="21726" y="0"/>
                  </a:cubicBezTo>
                  <a:cubicBezTo>
                    <a:pt x="19809" y="3192"/>
                    <a:pt x="17253" y="5107"/>
                    <a:pt x="15336" y="7022"/>
                  </a:cubicBezTo>
                  <a:lnTo>
                    <a:pt x="9585" y="12768"/>
                  </a:lnTo>
                  <a:cubicBezTo>
                    <a:pt x="8307" y="14045"/>
                    <a:pt x="6390" y="15322"/>
                    <a:pt x="6390" y="15322"/>
                  </a:cubicBezTo>
                  <a:lnTo>
                    <a:pt x="5112" y="16598"/>
                  </a:lnTo>
                  <a:cubicBezTo>
                    <a:pt x="3195" y="17875"/>
                    <a:pt x="1917" y="19152"/>
                    <a:pt x="0" y="20429"/>
                  </a:cubicBezTo>
                  <a:cubicBezTo>
                    <a:pt x="1278" y="21706"/>
                    <a:pt x="4473" y="22982"/>
                    <a:pt x="8307" y="22344"/>
                  </a:cubicBezTo>
                  <a:cubicBezTo>
                    <a:pt x="9585" y="22344"/>
                    <a:pt x="12780" y="20429"/>
                    <a:pt x="22365" y="10853"/>
                  </a:cubicBezTo>
                  <a:lnTo>
                    <a:pt x="23004" y="10214"/>
                  </a:lnTo>
                  <a:cubicBezTo>
                    <a:pt x="26837" y="7661"/>
                    <a:pt x="28755" y="5107"/>
                    <a:pt x="27477" y="3830"/>
                  </a:cubicBezTo>
                  <a:close/>
                </a:path>
              </a:pathLst>
            </a:custGeom>
            <a:solidFill>
              <a:srgbClr val="007CB0"/>
            </a:solidFill>
            <a:ln w="6390" cap="flat">
              <a:noFill/>
              <a:prstDash val="solid"/>
              <a:miter/>
            </a:ln>
          </p:spPr>
          <p:txBody>
            <a:bodyPr rtlCol="0" anchor="ctr"/>
            <a:lstStyle/>
            <a:p>
              <a:endParaRPr lang="en-US"/>
            </a:p>
          </p:txBody>
        </p:sp>
        <p:sp>
          <p:nvSpPr>
            <p:cNvPr id="987" name="Graphic 4">
              <a:extLst>
                <a:ext uri="{FF2B5EF4-FFF2-40B4-BE49-F238E27FC236}">
                  <a16:creationId xmlns:a16="http://schemas.microsoft.com/office/drawing/2014/main" id="{4DBB21FD-31CA-0E40-B2BC-5E09980FB395}"/>
                </a:ext>
              </a:extLst>
            </p:cNvPr>
            <p:cNvSpPr/>
            <p:nvPr/>
          </p:nvSpPr>
          <p:spPr>
            <a:xfrm>
              <a:off x="6147119"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08951 w 361670"/>
                <a:gd name="connsiteY5" fmla="*/ 93845 h 361333"/>
                <a:gd name="connsiteX6" fmla="*/ 218536 w 361670"/>
                <a:gd name="connsiteY6" fmla="*/ 72139 h 361333"/>
                <a:gd name="connsiteX7" fmla="*/ 226843 w 361670"/>
                <a:gd name="connsiteY7" fmla="*/ 68947 h 361333"/>
                <a:gd name="connsiteX8" fmla="*/ 230038 w 361670"/>
                <a:gd name="connsiteY8" fmla="*/ 77246 h 361333"/>
                <a:gd name="connsiteX9" fmla="*/ 220453 w 361670"/>
                <a:gd name="connsiteY9" fmla="*/ 98952 h 361333"/>
                <a:gd name="connsiteX10" fmla="*/ 214702 w 361670"/>
                <a:gd name="connsiteY10" fmla="*/ 102782 h 361333"/>
                <a:gd name="connsiteX11" fmla="*/ 212146 w 361670"/>
                <a:gd name="connsiteY11" fmla="*/ 102144 h 361333"/>
                <a:gd name="connsiteX12" fmla="*/ 208951 w 361670"/>
                <a:gd name="connsiteY12" fmla="*/ 93845 h 361333"/>
                <a:gd name="connsiteX13" fmla="*/ 170611 w 361670"/>
                <a:gd name="connsiteY13" fmla="*/ 62563 h 361333"/>
                <a:gd name="connsiteX14" fmla="*/ 177001 w 361670"/>
                <a:gd name="connsiteY14" fmla="*/ 56179 h 361333"/>
                <a:gd name="connsiteX15" fmla="*/ 183391 w 361670"/>
                <a:gd name="connsiteY15" fmla="*/ 62563 h 361333"/>
                <a:gd name="connsiteX16" fmla="*/ 183391 w 361670"/>
                <a:gd name="connsiteY16" fmla="*/ 87461 h 361333"/>
                <a:gd name="connsiteX17" fmla="*/ 177001 w 361670"/>
                <a:gd name="connsiteY17" fmla="*/ 93845 h 361333"/>
                <a:gd name="connsiteX18" fmla="*/ 170611 w 361670"/>
                <a:gd name="connsiteY18" fmla="*/ 87461 h 361333"/>
                <a:gd name="connsiteX19" fmla="*/ 170611 w 361670"/>
                <a:gd name="connsiteY19" fmla="*/ 62563 h 361333"/>
                <a:gd name="connsiteX20" fmla="*/ 125243 w 361670"/>
                <a:gd name="connsiteY20" fmla="*/ 68947 h 361333"/>
                <a:gd name="connsiteX21" fmla="*/ 133550 w 361670"/>
                <a:gd name="connsiteY21" fmla="*/ 72139 h 361333"/>
                <a:gd name="connsiteX22" fmla="*/ 143135 w 361670"/>
                <a:gd name="connsiteY22" fmla="*/ 93845 h 361333"/>
                <a:gd name="connsiteX23" fmla="*/ 139940 w 361670"/>
                <a:gd name="connsiteY23" fmla="*/ 102144 h 361333"/>
                <a:gd name="connsiteX24" fmla="*/ 137384 w 361670"/>
                <a:gd name="connsiteY24" fmla="*/ 102782 h 361333"/>
                <a:gd name="connsiteX25" fmla="*/ 131633 w 361670"/>
                <a:gd name="connsiteY25" fmla="*/ 98952 h 361333"/>
                <a:gd name="connsiteX26" fmla="*/ 122048 w 361670"/>
                <a:gd name="connsiteY26" fmla="*/ 77246 h 361333"/>
                <a:gd name="connsiteX27" fmla="*/ 125243 w 361670"/>
                <a:gd name="connsiteY27" fmla="*/ 68947 h 361333"/>
                <a:gd name="connsiteX28" fmla="*/ 313107 w 361670"/>
                <a:gd name="connsiteY28" fmla="*/ 218332 h 361333"/>
                <a:gd name="connsiteX29" fmla="*/ 286908 w 361670"/>
                <a:gd name="connsiteY29" fmla="*/ 229185 h 361333"/>
                <a:gd name="connsiteX30" fmla="*/ 288825 w 361670"/>
                <a:gd name="connsiteY30" fmla="*/ 235569 h 361333"/>
                <a:gd name="connsiteX31" fmla="*/ 282435 w 361670"/>
                <a:gd name="connsiteY31" fmla="*/ 248975 h 361333"/>
                <a:gd name="connsiteX32" fmla="*/ 272211 w 361670"/>
                <a:gd name="connsiteY32" fmla="*/ 254721 h 361333"/>
                <a:gd name="connsiteX33" fmla="*/ 272211 w 361670"/>
                <a:gd name="connsiteY33" fmla="*/ 255998 h 361333"/>
                <a:gd name="connsiteX34" fmla="*/ 265182 w 361670"/>
                <a:gd name="connsiteY34" fmla="*/ 270681 h 361333"/>
                <a:gd name="connsiteX35" fmla="*/ 251124 w 361670"/>
                <a:gd name="connsiteY35" fmla="*/ 276427 h 361333"/>
                <a:gd name="connsiteX36" fmla="*/ 250486 w 361670"/>
                <a:gd name="connsiteY36" fmla="*/ 276427 h 361333"/>
                <a:gd name="connsiteX37" fmla="*/ 248569 w 361670"/>
                <a:gd name="connsiteY37" fmla="*/ 275788 h 361333"/>
                <a:gd name="connsiteX38" fmla="*/ 242818 w 361670"/>
                <a:gd name="connsiteY38" fmla="*/ 284726 h 361333"/>
                <a:gd name="connsiteX39" fmla="*/ 229399 w 361670"/>
                <a:gd name="connsiteY39" fmla="*/ 290471 h 361333"/>
                <a:gd name="connsiteX40" fmla="*/ 228760 w 361670"/>
                <a:gd name="connsiteY40" fmla="*/ 290471 h 361333"/>
                <a:gd name="connsiteX41" fmla="*/ 222370 w 361670"/>
                <a:gd name="connsiteY41" fmla="*/ 288556 h 361333"/>
                <a:gd name="connsiteX42" fmla="*/ 205117 w 361670"/>
                <a:gd name="connsiteY42" fmla="*/ 298771 h 361333"/>
                <a:gd name="connsiteX43" fmla="*/ 203839 w 361670"/>
                <a:gd name="connsiteY43" fmla="*/ 298771 h 361333"/>
                <a:gd name="connsiteX44" fmla="*/ 191059 w 361670"/>
                <a:gd name="connsiteY44" fmla="*/ 293663 h 361333"/>
                <a:gd name="connsiteX45" fmla="*/ 190420 w 361670"/>
                <a:gd name="connsiteY45" fmla="*/ 293025 h 361333"/>
                <a:gd name="connsiteX46" fmla="*/ 188503 w 361670"/>
                <a:gd name="connsiteY46" fmla="*/ 294940 h 361333"/>
                <a:gd name="connsiteX47" fmla="*/ 187864 w 361670"/>
                <a:gd name="connsiteY47" fmla="*/ 295579 h 361333"/>
                <a:gd name="connsiteX48" fmla="*/ 166138 w 361670"/>
                <a:gd name="connsiteY48" fmla="*/ 310900 h 361333"/>
                <a:gd name="connsiteX49" fmla="*/ 164221 w 361670"/>
                <a:gd name="connsiteY49" fmla="*/ 310900 h 361333"/>
                <a:gd name="connsiteX50" fmla="*/ 146969 w 361670"/>
                <a:gd name="connsiteY50" fmla="*/ 303878 h 361333"/>
                <a:gd name="connsiteX51" fmla="*/ 145052 w 361670"/>
                <a:gd name="connsiteY51" fmla="*/ 301324 h 361333"/>
                <a:gd name="connsiteX52" fmla="*/ 138022 w 361670"/>
                <a:gd name="connsiteY52" fmla="*/ 301962 h 361333"/>
                <a:gd name="connsiteX53" fmla="*/ 117575 w 361670"/>
                <a:gd name="connsiteY53" fmla="*/ 291748 h 361333"/>
                <a:gd name="connsiteX54" fmla="*/ 117575 w 361670"/>
                <a:gd name="connsiteY54" fmla="*/ 291110 h 361333"/>
                <a:gd name="connsiteX55" fmla="*/ 116297 w 361670"/>
                <a:gd name="connsiteY55" fmla="*/ 291110 h 361333"/>
                <a:gd name="connsiteX56" fmla="*/ 97127 w 361670"/>
                <a:gd name="connsiteY56" fmla="*/ 282172 h 361333"/>
                <a:gd name="connsiteX57" fmla="*/ 92015 w 361670"/>
                <a:gd name="connsiteY57" fmla="*/ 270681 h 361333"/>
                <a:gd name="connsiteX58" fmla="*/ 91376 w 361670"/>
                <a:gd name="connsiteY58" fmla="*/ 270681 h 361333"/>
                <a:gd name="connsiteX59" fmla="*/ 76040 w 361670"/>
                <a:gd name="connsiteY59" fmla="*/ 258551 h 361333"/>
                <a:gd name="connsiteX60" fmla="*/ 77957 w 361670"/>
                <a:gd name="connsiteY60" fmla="*/ 236846 h 361333"/>
                <a:gd name="connsiteX61" fmla="*/ 75401 w 361670"/>
                <a:gd name="connsiteY61" fmla="*/ 233654 h 361333"/>
                <a:gd name="connsiteX62" fmla="*/ 75401 w 361670"/>
                <a:gd name="connsiteY62" fmla="*/ 233654 h 361333"/>
                <a:gd name="connsiteX63" fmla="*/ 50481 w 361670"/>
                <a:gd name="connsiteY63" fmla="*/ 219609 h 361333"/>
                <a:gd name="connsiteX64" fmla="*/ 46646 w 361670"/>
                <a:gd name="connsiteY64" fmla="*/ 211310 h 361333"/>
                <a:gd name="connsiteX65" fmla="*/ 54953 w 361670"/>
                <a:gd name="connsiteY65" fmla="*/ 207479 h 361333"/>
                <a:gd name="connsiteX66" fmla="*/ 84986 w 361670"/>
                <a:gd name="connsiteY66" fmla="*/ 225355 h 361333"/>
                <a:gd name="connsiteX67" fmla="*/ 88820 w 361670"/>
                <a:gd name="connsiteY67" fmla="*/ 229185 h 361333"/>
                <a:gd name="connsiteX68" fmla="*/ 111824 w 361670"/>
                <a:gd name="connsiteY68" fmla="*/ 214502 h 361333"/>
                <a:gd name="connsiteX69" fmla="*/ 140579 w 361670"/>
                <a:gd name="connsiteY69" fmla="*/ 219609 h 361333"/>
                <a:gd name="connsiteX70" fmla="*/ 142496 w 361670"/>
                <a:gd name="connsiteY70" fmla="*/ 222163 h 361333"/>
                <a:gd name="connsiteX71" fmla="*/ 143774 w 361670"/>
                <a:gd name="connsiteY71" fmla="*/ 221524 h 361333"/>
                <a:gd name="connsiteX72" fmla="*/ 171250 w 361670"/>
                <a:gd name="connsiteY72" fmla="*/ 224716 h 361333"/>
                <a:gd name="connsiteX73" fmla="*/ 173167 w 361670"/>
                <a:gd name="connsiteY73" fmla="*/ 247060 h 361333"/>
                <a:gd name="connsiteX74" fmla="*/ 180196 w 361670"/>
                <a:gd name="connsiteY74" fmla="*/ 252806 h 361333"/>
                <a:gd name="connsiteX75" fmla="*/ 180835 w 361670"/>
                <a:gd name="connsiteY75" fmla="*/ 253444 h 361333"/>
                <a:gd name="connsiteX76" fmla="*/ 184030 w 361670"/>
                <a:gd name="connsiteY76" fmla="*/ 263020 h 361333"/>
                <a:gd name="connsiteX77" fmla="*/ 193615 w 361670"/>
                <a:gd name="connsiteY77" fmla="*/ 270043 h 361333"/>
                <a:gd name="connsiteX78" fmla="*/ 194893 w 361670"/>
                <a:gd name="connsiteY78" fmla="*/ 271319 h 361333"/>
                <a:gd name="connsiteX79" fmla="*/ 197449 w 361670"/>
                <a:gd name="connsiteY79" fmla="*/ 282172 h 361333"/>
                <a:gd name="connsiteX80" fmla="*/ 198727 w 361670"/>
                <a:gd name="connsiteY80" fmla="*/ 283449 h 361333"/>
                <a:gd name="connsiteX81" fmla="*/ 205117 w 361670"/>
                <a:gd name="connsiteY81" fmla="*/ 286003 h 361333"/>
                <a:gd name="connsiteX82" fmla="*/ 212146 w 361670"/>
                <a:gd name="connsiteY82" fmla="*/ 280257 h 361333"/>
                <a:gd name="connsiteX83" fmla="*/ 208312 w 361670"/>
                <a:gd name="connsiteY83" fmla="*/ 277065 h 361333"/>
                <a:gd name="connsiteX84" fmla="*/ 194893 w 361670"/>
                <a:gd name="connsiteY84" fmla="*/ 265574 h 361333"/>
                <a:gd name="connsiteX85" fmla="*/ 193615 w 361670"/>
                <a:gd name="connsiteY85" fmla="*/ 256636 h 361333"/>
                <a:gd name="connsiteX86" fmla="*/ 202561 w 361670"/>
                <a:gd name="connsiteY86" fmla="*/ 255359 h 361333"/>
                <a:gd name="connsiteX87" fmla="*/ 217258 w 361670"/>
                <a:gd name="connsiteY87" fmla="*/ 268127 h 361333"/>
                <a:gd name="connsiteX88" fmla="*/ 230038 w 361670"/>
                <a:gd name="connsiteY88" fmla="*/ 278342 h 361333"/>
                <a:gd name="connsiteX89" fmla="*/ 230038 w 361670"/>
                <a:gd name="connsiteY89" fmla="*/ 278342 h 361333"/>
                <a:gd name="connsiteX90" fmla="*/ 235150 w 361670"/>
                <a:gd name="connsiteY90" fmla="*/ 275788 h 361333"/>
                <a:gd name="connsiteX91" fmla="*/ 237706 w 361670"/>
                <a:gd name="connsiteY91" fmla="*/ 270043 h 361333"/>
                <a:gd name="connsiteX92" fmla="*/ 236428 w 361670"/>
                <a:gd name="connsiteY92" fmla="*/ 268766 h 361333"/>
                <a:gd name="connsiteX93" fmla="*/ 234511 w 361670"/>
                <a:gd name="connsiteY93" fmla="*/ 266851 h 361333"/>
                <a:gd name="connsiteX94" fmla="*/ 227482 w 361670"/>
                <a:gd name="connsiteY94" fmla="*/ 259828 h 361333"/>
                <a:gd name="connsiteX95" fmla="*/ 227482 w 361670"/>
                <a:gd name="connsiteY95" fmla="*/ 259828 h 361333"/>
                <a:gd name="connsiteX96" fmla="*/ 227482 w 361670"/>
                <a:gd name="connsiteY96" fmla="*/ 259828 h 361333"/>
                <a:gd name="connsiteX97" fmla="*/ 225565 w 361670"/>
                <a:gd name="connsiteY97" fmla="*/ 257913 h 361333"/>
                <a:gd name="connsiteX98" fmla="*/ 212785 w 361670"/>
                <a:gd name="connsiteY98" fmla="*/ 246422 h 361333"/>
                <a:gd name="connsiteX99" fmla="*/ 212146 w 361670"/>
                <a:gd name="connsiteY99" fmla="*/ 237484 h 361333"/>
                <a:gd name="connsiteX100" fmla="*/ 221092 w 361670"/>
                <a:gd name="connsiteY100" fmla="*/ 236846 h 361333"/>
                <a:gd name="connsiteX101" fmla="*/ 234511 w 361670"/>
                <a:gd name="connsiteY101" fmla="*/ 249614 h 361333"/>
                <a:gd name="connsiteX102" fmla="*/ 236428 w 361670"/>
                <a:gd name="connsiteY102" fmla="*/ 250891 h 361333"/>
                <a:gd name="connsiteX103" fmla="*/ 246651 w 361670"/>
                <a:gd name="connsiteY103" fmla="*/ 259190 h 361333"/>
                <a:gd name="connsiteX104" fmla="*/ 253041 w 361670"/>
                <a:gd name="connsiteY104" fmla="*/ 264297 h 361333"/>
                <a:gd name="connsiteX105" fmla="*/ 258792 w 361670"/>
                <a:gd name="connsiteY105" fmla="*/ 261743 h 361333"/>
                <a:gd name="connsiteX106" fmla="*/ 261349 w 361670"/>
                <a:gd name="connsiteY106" fmla="*/ 255998 h 361333"/>
                <a:gd name="connsiteX107" fmla="*/ 259431 w 361670"/>
                <a:gd name="connsiteY107" fmla="*/ 251529 h 361333"/>
                <a:gd name="connsiteX108" fmla="*/ 258792 w 361670"/>
                <a:gd name="connsiteY108" fmla="*/ 250891 h 361333"/>
                <a:gd name="connsiteX109" fmla="*/ 247929 w 361670"/>
                <a:gd name="connsiteY109" fmla="*/ 241315 h 361333"/>
                <a:gd name="connsiteX110" fmla="*/ 233872 w 361670"/>
                <a:gd name="connsiteY110" fmla="*/ 229185 h 361333"/>
                <a:gd name="connsiteX111" fmla="*/ 232594 w 361670"/>
                <a:gd name="connsiteY111" fmla="*/ 220247 h 361333"/>
                <a:gd name="connsiteX112" fmla="*/ 241540 w 361670"/>
                <a:gd name="connsiteY112" fmla="*/ 218971 h 361333"/>
                <a:gd name="connsiteX113" fmla="*/ 256236 w 361670"/>
                <a:gd name="connsiteY113" fmla="*/ 231739 h 361333"/>
                <a:gd name="connsiteX114" fmla="*/ 269655 w 361670"/>
                <a:gd name="connsiteY114" fmla="*/ 242591 h 361333"/>
                <a:gd name="connsiteX115" fmla="*/ 274767 w 361670"/>
                <a:gd name="connsiteY115" fmla="*/ 239399 h 361333"/>
                <a:gd name="connsiteX116" fmla="*/ 276684 w 361670"/>
                <a:gd name="connsiteY116" fmla="*/ 235569 h 361333"/>
                <a:gd name="connsiteX117" fmla="*/ 274767 w 361670"/>
                <a:gd name="connsiteY117" fmla="*/ 232377 h 361333"/>
                <a:gd name="connsiteX118" fmla="*/ 272850 w 361670"/>
                <a:gd name="connsiteY118" fmla="*/ 230462 h 361333"/>
                <a:gd name="connsiteX119" fmla="*/ 260709 w 361670"/>
                <a:gd name="connsiteY119" fmla="*/ 215779 h 361333"/>
                <a:gd name="connsiteX120" fmla="*/ 251764 w 361670"/>
                <a:gd name="connsiteY120" fmla="*/ 204926 h 361333"/>
                <a:gd name="connsiteX121" fmla="*/ 239623 w 361670"/>
                <a:gd name="connsiteY121" fmla="*/ 195988 h 361333"/>
                <a:gd name="connsiteX122" fmla="*/ 207673 w 361670"/>
                <a:gd name="connsiteY122" fmla="*/ 183220 h 361333"/>
                <a:gd name="connsiteX123" fmla="*/ 161027 w 361670"/>
                <a:gd name="connsiteY123" fmla="*/ 187689 h 361333"/>
                <a:gd name="connsiteX124" fmla="*/ 133550 w 361670"/>
                <a:gd name="connsiteY124" fmla="*/ 196627 h 361333"/>
                <a:gd name="connsiteX125" fmla="*/ 111185 w 361670"/>
                <a:gd name="connsiteY125" fmla="*/ 183859 h 361333"/>
                <a:gd name="connsiteX126" fmla="*/ 112463 w 361670"/>
                <a:gd name="connsiteY126" fmla="*/ 171091 h 361333"/>
                <a:gd name="connsiteX127" fmla="*/ 118853 w 361670"/>
                <a:gd name="connsiteY127" fmla="*/ 164707 h 361333"/>
                <a:gd name="connsiteX128" fmla="*/ 141217 w 361670"/>
                <a:gd name="connsiteY128" fmla="*/ 145555 h 361333"/>
                <a:gd name="connsiteX129" fmla="*/ 143135 w 361670"/>
                <a:gd name="connsiteY129" fmla="*/ 144278 h 361333"/>
                <a:gd name="connsiteX130" fmla="*/ 156553 w 361670"/>
                <a:gd name="connsiteY130" fmla="*/ 139171 h 361333"/>
                <a:gd name="connsiteX131" fmla="*/ 155275 w 361670"/>
                <a:gd name="connsiteY131" fmla="*/ 138533 h 361333"/>
                <a:gd name="connsiteX132" fmla="*/ 150164 w 361670"/>
                <a:gd name="connsiteY132" fmla="*/ 139171 h 361333"/>
                <a:gd name="connsiteX133" fmla="*/ 116936 w 361670"/>
                <a:gd name="connsiteY133" fmla="*/ 146193 h 361333"/>
                <a:gd name="connsiteX134" fmla="*/ 113102 w 361670"/>
                <a:gd name="connsiteY134" fmla="*/ 146832 h 361333"/>
                <a:gd name="connsiteX135" fmla="*/ 104156 w 361670"/>
                <a:gd name="connsiteY135" fmla="*/ 145555 h 361333"/>
                <a:gd name="connsiteX136" fmla="*/ 84986 w 361670"/>
                <a:gd name="connsiteY136" fmla="*/ 136617 h 361333"/>
                <a:gd name="connsiteX137" fmla="*/ 81791 w 361670"/>
                <a:gd name="connsiteY137" fmla="*/ 128318 h 361333"/>
                <a:gd name="connsiteX138" fmla="*/ 90098 w 361670"/>
                <a:gd name="connsiteY138" fmla="*/ 125126 h 361333"/>
                <a:gd name="connsiteX139" fmla="*/ 109268 w 361670"/>
                <a:gd name="connsiteY139" fmla="*/ 133425 h 361333"/>
                <a:gd name="connsiteX140" fmla="*/ 114380 w 361670"/>
                <a:gd name="connsiteY140" fmla="*/ 134064 h 361333"/>
                <a:gd name="connsiteX141" fmla="*/ 147607 w 361670"/>
                <a:gd name="connsiteY141" fmla="*/ 127041 h 361333"/>
                <a:gd name="connsiteX142" fmla="*/ 157832 w 361670"/>
                <a:gd name="connsiteY142" fmla="*/ 126403 h 361333"/>
                <a:gd name="connsiteX143" fmla="*/ 159110 w 361670"/>
                <a:gd name="connsiteY143" fmla="*/ 126403 h 361333"/>
                <a:gd name="connsiteX144" fmla="*/ 176362 w 361670"/>
                <a:gd name="connsiteY144" fmla="*/ 132149 h 361333"/>
                <a:gd name="connsiteX145" fmla="*/ 177001 w 361670"/>
                <a:gd name="connsiteY145" fmla="*/ 132149 h 361333"/>
                <a:gd name="connsiteX146" fmla="*/ 205756 w 361670"/>
                <a:gd name="connsiteY146" fmla="*/ 130233 h 361333"/>
                <a:gd name="connsiteX147" fmla="*/ 217258 w 361670"/>
                <a:gd name="connsiteY147" fmla="*/ 130872 h 361333"/>
                <a:gd name="connsiteX148" fmla="*/ 256876 w 361670"/>
                <a:gd name="connsiteY148" fmla="*/ 130872 h 361333"/>
                <a:gd name="connsiteX149" fmla="*/ 256876 w 361670"/>
                <a:gd name="connsiteY149" fmla="*/ 130872 h 361333"/>
                <a:gd name="connsiteX150" fmla="*/ 260071 w 361670"/>
                <a:gd name="connsiteY150" fmla="*/ 130233 h 361333"/>
                <a:gd name="connsiteX151" fmla="*/ 281796 w 361670"/>
                <a:gd name="connsiteY151" fmla="*/ 118742 h 361333"/>
                <a:gd name="connsiteX152" fmla="*/ 290742 w 361670"/>
                <a:gd name="connsiteY152" fmla="*/ 121296 h 361333"/>
                <a:gd name="connsiteX153" fmla="*/ 288186 w 361670"/>
                <a:gd name="connsiteY153" fmla="*/ 130233 h 361333"/>
                <a:gd name="connsiteX154" fmla="*/ 267099 w 361670"/>
                <a:gd name="connsiteY154" fmla="*/ 141724 h 361333"/>
                <a:gd name="connsiteX155" fmla="*/ 257514 w 361670"/>
                <a:gd name="connsiteY155" fmla="*/ 144278 h 361333"/>
                <a:gd name="connsiteX156" fmla="*/ 257514 w 361670"/>
                <a:gd name="connsiteY156" fmla="*/ 144278 h 361333"/>
                <a:gd name="connsiteX157" fmla="*/ 217897 w 361670"/>
                <a:gd name="connsiteY157" fmla="*/ 144278 h 361333"/>
                <a:gd name="connsiteX158" fmla="*/ 205117 w 361670"/>
                <a:gd name="connsiteY158" fmla="*/ 143640 h 361333"/>
                <a:gd name="connsiteX159" fmla="*/ 182113 w 361670"/>
                <a:gd name="connsiteY159" fmla="*/ 144278 h 361333"/>
                <a:gd name="connsiteX160" fmla="*/ 150164 w 361670"/>
                <a:gd name="connsiteY160" fmla="*/ 156408 h 361333"/>
                <a:gd name="connsiteX161" fmla="*/ 124604 w 361670"/>
                <a:gd name="connsiteY161" fmla="*/ 178752 h 361333"/>
                <a:gd name="connsiteX162" fmla="*/ 156553 w 361670"/>
                <a:gd name="connsiteY162" fmla="*/ 175560 h 361333"/>
                <a:gd name="connsiteX163" fmla="*/ 159110 w 361670"/>
                <a:gd name="connsiteY163" fmla="*/ 174921 h 361333"/>
                <a:gd name="connsiteX164" fmla="*/ 208951 w 361670"/>
                <a:gd name="connsiteY164" fmla="*/ 169814 h 361333"/>
                <a:gd name="connsiteX165" fmla="*/ 208951 w 361670"/>
                <a:gd name="connsiteY165" fmla="*/ 169814 h 361333"/>
                <a:gd name="connsiteX166" fmla="*/ 210229 w 361670"/>
                <a:gd name="connsiteY166" fmla="*/ 169814 h 361333"/>
                <a:gd name="connsiteX167" fmla="*/ 211507 w 361670"/>
                <a:gd name="connsiteY167" fmla="*/ 169814 h 361333"/>
                <a:gd name="connsiteX168" fmla="*/ 211507 w 361670"/>
                <a:gd name="connsiteY168" fmla="*/ 169814 h 361333"/>
                <a:gd name="connsiteX169" fmla="*/ 245374 w 361670"/>
                <a:gd name="connsiteY169" fmla="*/ 183220 h 361333"/>
                <a:gd name="connsiteX170" fmla="*/ 246013 w 361670"/>
                <a:gd name="connsiteY170" fmla="*/ 183220 h 361333"/>
                <a:gd name="connsiteX171" fmla="*/ 246013 w 361670"/>
                <a:gd name="connsiteY171" fmla="*/ 183220 h 361333"/>
                <a:gd name="connsiteX172" fmla="*/ 280518 w 361670"/>
                <a:gd name="connsiteY172" fmla="*/ 175560 h 361333"/>
                <a:gd name="connsiteX173" fmla="*/ 289464 w 361670"/>
                <a:gd name="connsiteY173" fmla="*/ 177475 h 361333"/>
                <a:gd name="connsiteX174" fmla="*/ 287547 w 361670"/>
                <a:gd name="connsiteY174" fmla="*/ 186412 h 361333"/>
                <a:gd name="connsiteX175" fmla="*/ 261987 w 361670"/>
                <a:gd name="connsiteY175" fmla="*/ 195350 h 361333"/>
                <a:gd name="connsiteX176" fmla="*/ 262626 w 361670"/>
                <a:gd name="connsiteY176" fmla="*/ 195988 h 361333"/>
                <a:gd name="connsiteX177" fmla="*/ 270934 w 361670"/>
                <a:gd name="connsiteY177" fmla="*/ 206203 h 361333"/>
                <a:gd name="connsiteX178" fmla="*/ 280518 w 361670"/>
                <a:gd name="connsiteY178" fmla="*/ 217694 h 361333"/>
                <a:gd name="connsiteX179" fmla="*/ 309912 w 361670"/>
                <a:gd name="connsiteY179" fmla="*/ 205564 h 361333"/>
                <a:gd name="connsiteX180" fmla="*/ 318219 w 361670"/>
                <a:gd name="connsiteY180" fmla="*/ 209395 h 361333"/>
                <a:gd name="connsiteX181" fmla="*/ 313107 w 361670"/>
                <a:gd name="connsiteY181" fmla="*/ 21833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0518" y="0"/>
                    <a:pt x="180835" y="0"/>
                  </a:cubicBezTo>
                  <a:close/>
                  <a:moveTo>
                    <a:pt x="208951" y="93845"/>
                  </a:moveTo>
                  <a:lnTo>
                    <a:pt x="218536" y="72139"/>
                  </a:lnTo>
                  <a:cubicBezTo>
                    <a:pt x="219814" y="68947"/>
                    <a:pt x="223648" y="67670"/>
                    <a:pt x="226843" y="68947"/>
                  </a:cubicBezTo>
                  <a:cubicBezTo>
                    <a:pt x="230038" y="70224"/>
                    <a:pt x="231316" y="74054"/>
                    <a:pt x="230038" y="77246"/>
                  </a:cubicBezTo>
                  <a:lnTo>
                    <a:pt x="220453" y="98952"/>
                  </a:lnTo>
                  <a:cubicBezTo>
                    <a:pt x="219175" y="101505"/>
                    <a:pt x="217258" y="102782"/>
                    <a:pt x="214702" y="102782"/>
                  </a:cubicBezTo>
                  <a:cubicBezTo>
                    <a:pt x="214063" y="102782"/>
                    <a:pt x="212785" y="102782"/>
                    <a:pt x="212146" y="102144"/>
                  </a:cubicBezTo>
                  <a:cubicBezTo>
                    <a:pt x="208951" y="100867"/>
                    <a:pt x="207673" y="97037"/>
                    <a:pt x="208951" y="93845"/>
                  </a:cubicBezTo>
                  <a:close/>
                  <a:moveTo>
                    <a:pt x="170611" y="62563"/>
                  </a:moveTo>
                  <a:cubicBezTo>
                    <a:pt x="170611" y="58733"/>
                    <a:pt x="173167" y="56179"/>
                    <a:pt x="177001" y="56179"/>
                  </a:cubicBezTo>
                  <a:cubicBezTo>
                    <a:pt x="180835" y="56179"/>
                    <a:pt x="183391" y="58733"/>
                    <a:pt x="183391" y="62563"/>
                  </a:cubicBezTo>
                  <a:lnTo>
                    <a:pt x="183391" y="87461"/>
                  </a:lnTo>
                  <a:cubicBezTo>
                    <a:pt x="183391" y="91291"/>
                    <a:pt x="180835" y="93845"/>
                    <a:pt x="177001" y="93845"/>
                  </a:cubicBezTo>
                  <a:cubicBezTo>
                    <a:pt x="173167" y="93845"/>
                    <a:pt x="170611" y="91291"/>
                    <a:pt x="170611" y="87461"/>
                  </a:cubicBezTo>
                  <a:lnTo>
                    <a:pt x="170611" y="62563"/>
                  </a:lnTo>
                  <a:close/>
                  <a:moveTo>
                    <a:pt x="125243" y="68947"/>
                  </a:moveTo>
                  <a:cubicBezTo>
                    <a:pt x="128438" y="67670"/>
                    <a:pt x="132272" y="68947"/>
                    <a:pt x="133550" y="72139"/>
                  </a:cubicBezTo>
                  <a:lnTo>
                    <a:pt x="143135" y="93845"/>
                  </a:lnTo>
                  <a:cubicBezTo>
                    <a:pt x="144412" y="97037"/>
                    <a:pt x="143135" y="100867"/>
                    <a:pt x="139940" y="102144"/>
                  </a:cubicBezTo>
                  <a:cubicBezTo>
                    <a:pt x="139301" y="102782"/>
                    <a:pt x="138022" y="102782"/>
                    <a:pt x="137384" y="102782"/>
                  </a:cubicBezTo>
                  <a:cubicBezTo>
                    <a:pt x="134828" y="102782"/>
                    <a:pt x="132272" y="101505"/>
                    <a:pt x="131633" y="98952"/>
                  </a:cubicBezTo>
                  <a:lnTo>
                    <a:pt x="122048" y="77246"/>
                  </a:lnTo>
                  <a:cubicBezTo>
                    <a:pt x="120770" y="74054"/>
                    <a:pt x="122048" y="70224"/>
                    <a:pt x="125243" y="68947"/>
                  </a:cubicBezTo>
                  <a:close/>
                  <a:moveTo>
                    <a:pt x="313107" y="218332"/>
                  </a:moveTo>
                  <a:lnTo>
                    <a:pt x="286908" y="229185"/>
                  </a:lnTo>
                  <a:cubicBezTo>
                    <a:pt x="287547" y="231100"/>
                    <a:pt x="288825" y="233015"/>
                    <a:pt x="288825" y="235569"/>
                  </a:cubicBezTo>
                  <a:cubicBezTo>
                    <a:pt x="288825" y="240676"/>
                    <a:pt x="286908" y="245145"/>
                    <a:pt x="282435" y="248975"/>
                  </a:cubicBezTo>
                  <a:cubicBezTo>
                    <a:pt x="279240" y="251529"/>
                    <a:pt x="276045" y="253444"/>
                    <a:pt x="272211" y="254721"/>
                  </a:cubicBezTo>
                  <a:cubicBezTo>
                    <a:pt x="272211" y="255359"/>
                    <a:pt x="272211" y="255998"/>
                    <a:pt x="272211" y="255998"/>
                  </a:cubicBezTo>
                  <a:cubicBezTo>
                    <a:pt x="272211" y="260467"/>
                    <a:pt x="270934" y="265574"/>
                    <a:pt x="265182" y="270681"/>
                  </a:cubicBezTo>
                  <a:cubicBezTo>
                    <a:pt x="260071" y="275150"/>
                    <a:pt x="254959" y="276427"/>
                    <a:pt x="251124" y="276427"/>
                  </a:cubicBezTo>
                  <a:cubicBezTo>
                    <a:pt x="251124" y="276427"/>
                    <a:pt x="250486" y="276427"/>
                    <a:pt x="250486" y="276427"/>
                  </a:cubicBezTo>
                  <a:cubicBezTo>
                    <a:pt x="249846" y="276427"/>
                    <a:pt x="249208" y="276427"/>
                    <a:pt x="248569" y="275788"/>
                  </a:cubicBezTo>
                  <a:cubicBezTo>
                    <a:pt x="247929" y="278980"/>
                    <a:pt x="246013" y="282172"/>
                    <a:pt x="242818" y="284726"/>
                  </a:cubicBezTo>
                  <a:cubicBezTo>
                    <a:pt x="238345" y="288556"/>
                    <a:pt x="233872" y="290471"/>
                    <a:pt x="229399" y="290471"/>
                  </a:cubicBezTo>
                  <a:cubicBezTo>
                    <a:pt x="229399" y="290471"/>
                    <a:pt x="228760" y="290471"/>
                    <a:pt x="228760" y="290471"/>
                  </a:cubicBezTo>
                  <a:cubicBezTo>
                    <a:pt x="226843" y="290471"/>
                    <a:pt x="224926" y="289833"/>
                    <a:pt x="222370" y="288556"/>
                  </a:cubicBezTo>
                  <a:cubicBezTo>
                    <a:pt x="216619" y="296855"/>
                    <a:pt x="210229" y="298771"/>
                    <a:pt x="205117" y="298771"/>
                  </a:cubicBezTo>
                  <a:cubicBezTo>
                    <a:pt x="204478" y="298771"/>
                    <a:pt x="204478" y="298771"/>
                    <a:pt x="203839" y="298771"/>
                  </a:cubicBezTo>
                  <a:cubicBezTo>
                    <a:pt x="201283" y="298771"/>
                    <a:pt x="194254" y="295579"/>
                    <a:pt x="191059" y="293663"/>
                  </a:cubicBezTo>
                  <a:cubicBezTo>
                    <a:pt x="191059" y="293663"/>
                    <a:pt x="190420" y="293663"/>
                    <a:pt x="190420" y="293025"/>
                  </a:cubicBezTo>
                  <a:cubicBezTo>
                    <a:pt x="189781" y="293663"/>
                    <a:pt x="189142" y="294302"/>
                    <a:pt x="188503" y="294940"/>
                  </a:cubicBezTo>
                  <a:lnTo>
                    <a:pt x="187864" y="295579"/>
                  </a:lnTo>
                  <a:cubicBezTo>
                    <a:pt x="178918" y="304516"/>
                    <a:pt x="171889" y="310262"/>
                    <a:pt x="166138" y="310900"/>
                  </a:cubicBezTo>
                  <a:cubicBezTo>
                    <a:pt x="165500" y="310900"/>
                    <a:pt x="164860" y="310900"/>
                    <a:pt x="164221" y="310900"/>
                  </a:cubicBezTo>
                  <a:cubicBezTo>
                    <a:pt x="157192" y="310900"/>
                    <a:pt x="150802" y="308346"/>
                    <a:pt x="146969" y="303878"/>
                  </a:cubicBezTo>
                  <a:cubicBezTo>
                    <a:pt x="146330" y="303239"/>
                    <a:pt x="145690" y="302601"/>
                    <a:pt x="145052" y="301324"/>
                  </a:cubicBezTo>
                  <a:cubicBezTo>
                    <a:pt x="143135" y="301962"/>
                    <a:pt x="140579" y="301962"/>
                    <a:pt x="138022" y="301962"/>
                  </a:cubicBezTo>
                  <a:cubicBezTo>
                    <a:pt x="130355" y="301962"/>
                    <a:pt x="121409" y="299409"/>
                    <a:pt x="117575" y="291748"/>
                  </a:cubicBezTo>
                  <a:cubicBezTo>
                    <a:pt x="117575" y="291748"/>
                    <a:pt x="117575" y="291110"/>
                    <a:pt x="117575" y="291110"/>
                  </a:cubicBezTo>
                  <a:cubicBezTo>
                    <a:pt x="116936" y="291110"/>
                    <a:pt x="116936" y="291110"/>
                    <a:pt x="116297" y="291110"/>
                  </a:cubicBezTo>
                  <a:cubicBezTo>
                    <a:pt x="108629" y="291110"/>
                    <a:pt x="101600" y="287279"/>
                    <a:pt x="97127" y="282172"/>
                  </a:cubicBezTo>
                  <a:cubicBezTo>
                    <a:pt x="93932" y="278342"/>
                    <a:pt x="92015" y="274511"/>
                    <a:pt x="92015" y="270681"/>
                  </a:cubicBezTo>
                  <a:cubicBezTo>
                    <a:pt x="92015" y="270681"/>
                    <a:pt x="91376" y="270681"/>
                    <a:pt x="91376" y="270681"/>
                  </a:cubicBezTo>
                  <a:cubicBezTo>
                    <a:pt x="84986" y="269404"/>
                    <a:pt x="79235" y="264935"/>
                    <a:pt x="76040" y="258551"/>
                  </a:cubicBezTo>
                  <a:cubicBezTo>
                    <a:pt x="72206" y="251529"/>
                    <a:pt x="72845" y="242591"/>
                    <a:pt x="77957" y="236846"/>
                  </a:cubicBezTo>
                  <a:cubicBezTo>
                    <a:pt x="76679" y="235569"/>
                    <a:pt x="76040" y="234931"/>
                    <a:pt x="75401" y="233654"/>
                  </a:cubicBezTo>
                  <a:cubicBezTo>
                    <a:pt x="75401" y="233654"/>
                    <a:pt x="75401" y="233654"/>
                    <a:pt x="75401" y="233654"/>
                  </a:cubicBezTo>
                  <a:cubicBezTo>
                    <a:pt x="75401" y="233654"/>
                    <a:pt x="68372" y="226631"/>
                    <a:pt x="50481" y="219609"/>
                  </a:cubicBezTo>
                  <a:cubicBezTo>
                    <a:pt x="47286" y="218332"/>
                    <a:pt x="45368" y="214502"/>
                    <a:pt x="46646" y="211310"/>
                  </a:cubicBezTo>
                  <a:cubicBezTo>
                    <a:pt x="47925" y="208118"/>
                    <a:pt x="51758" y="206203"/>
                    <a:pt x="54953" y="207479"/>
                  </a:cubicBezTo>
                  <a:cubicBezTo>
                    <a:pt x="76040" y="215779"/>
                    <a:pt x="84347" y="224078"/>
                    <a:pt x="84986" y="225355"/>
                  </a:cubicBezTo>
                  <a:cubicBezTo>
                    <a:pt x="86264" y="226631"/>
                    <a:pt x="87542" y="227908"/>
                    <a:pt x="88820" y="229185"/>
                  </a:cubicBezTo>
                  <a:lnTo>
                    <a:pt x="111824" y="214502"/>
                  </a:lnTo>
                  <a:cubicBezTo>
                    <a:pt x="124604" y="206841"/>
                    <a:pt x="135467" y="212587"/>
                    <a:pt x="140579" y="219609"/>
                  </a:cubicBezTo>
                  <a:cubicBezTo>
                    <a:pt x="141217" y="220247"/>
                    <a:pt x="141857" y="221524"/>
                    <a:pt x="142496" y="222163"/>
                  </a:cubicBezTo>
                  <a:lnTo>
                    <a:pt x="143774" y="221524"/>
                  </a:lnTo>
                  <a:cubicBezTo>
                    <a:pt x="153358" y="214502"/>
                    <a:pt x="164221" y="215779"/>
                    <a:pt x="171250" y="224716"/>
                  </a:cubicBezTo>
                  <a:cubicBezTo>
                    <a:pt x="176362" y="231100"/>
                    <a:pt x="177001" y="239399"/>
                    <a:pt x="173167" y="247060"/>
                  </a:cubicBezTo>
                  <a:cubicBezTo>
                    <a:pt x="175723" y="248337"/>
                    <a:pt x="178279" y="250252"/>
                    <a:pt x="180196" y="252806"/>
                  </a:cubicBezTo>
                  <a:cubicBezTo>
                    <a:pt x="180196" y="252806"/>
                    <a:pt x="180835" y="253444"/>
                    <a:pt x="180835" y="253444"/>
                  </a:cubicBezTo>
                  <a:cubicBezTo>
                    <a:pt x="183391" y="256636"/>
                    <a:pt x="184030" y="259828"/>
                    <a:pt x="184030" y="263020"/>
                  </a:cubicBezTo>
                  <a:cubicBezTo>
                    <a:pt x="188503" y="264935"/>
                    <a:pt x="192337" y="268127"/>
                    <a:pt x="193615" y="270043"/>
                  </a:cubicBezTo>
                  <a:cubicBezTo>
                    <a:pt x="194254" y="270681"/>
                    <a:pt x="194254" y="270681"/>
                    <a:pt x="194893" y="271319"/>
                  </a:cubicBezTo>
                  <a:cubicBezTo>
                    <a:pt x="197449" y="275150"/>
                    <a:pt x="198088" y="278980"/>
                    <a:pt x="197449" y="282172"/>
                  </a:cubicBezTo>
                  <a:cubicBezTo>
                    <a:pt x="198088" y="282811"/>
                    <a:pt x="198088" y="282811"/>
                    <a:pt x="198727" y="283449"/>
                  </a:cubicBezTo>
                  <a:cubicBezTo>
                    <a:pt x="200005" y="284087"/>
                    <a:pt x="203839" y="286003"/>
                    <a:pt x="205117" y="286003"/>
                  </a:cubicBezTo>
                  <a:cubicBezTo>
                    <a:pt x="207673" y="286003"/>
                    <a:pt x="210229" y="282811"/>
                    <a:pt x="212146" y="280257"/>
                  </a:cubicBezTo>
                  <a:cubicBezTo>
                    <a:pt x="210868" y="278980"/>
                    <a:pt x="209590" y="278342"/>
                    <a:pt x="208312" y="277065"/>
                  </a:cubicBezTo>
                  <a:cubicBezTo>
                    <a:pt x="203839" y="273235"/>
                    <a:pt x="199366" y="268766"/>
                    <a:pt x="194893" y="265574"/>
                  </a:cubicBezTo>
                  <a:cubicBezTo>
                    <a:pt x="192337" y="263659"/>
                    <a:pt x="191698" y="259190"/>
                    <a:pt x="193615" y="256636"/>
                  </a:cubicBezTo>
                  <a:cubicBezTo>
                    <a:pt x="195532" y="254083"/>
                    <a:pt x="200005" y="253444"/>
                    <a:pt x="202561" y="255359"/>
                  </a:cubicBezTo>
                  <a:cubicBezTo>
                    <a:pt x="207673" y="259190"/>
                    <a:pt x="212785" y="263659"/>
                    <a:pt x="217258" y="268127"/>
                  </a:cubicBezTo>
                  <a:cubicBezTo>
                    <a:pt x="221731" y="271958"/>
                    <a:pt x="227482" y="277703"/>
                    <a:pt x="230038" y="278342"/>
                  </a:cubicBezTo>
                  <a:cubicBezTo>
                    <a:pt x="230038" y="278342"/>
                    <a:pt x="230038" y="278342"/>
                    <a:pt x="230038" y="278342"/>
                  </a:cubicBezTo>
                  <a:cubicBezTo>
                    <a:pt x="231316" y="278342"/>
                    <a:pt x="233233" y="277703"/>
                    <a:pt x="235150" y="275788"/>
                  </a:cubicBezTo>
                  <a:cubicBezTo>
                    <a:pt x="237067" y="273873"/>
                    <a:pt x="237706" y="272596"/>
                    <a:pt x="237706" y="270043"/>
                  </a:cubicBezTo>
                  <a:cubicBezTo>
                    <a:pt x="237706" y="270043"/>
                    <a:pt x="237067" y="269404"/>
                    <a:pt x="236428" y="268766"/>
                  </a:cubicBezTo>
                  <a:cubicBezTo>
                    <a:pt x="235789" y="268127"/>
                    <a:pt x="235150" y="267489"/>
                    <a:pt x="234511" y="266851"/>
                  </a:cubicBezTo>
                  <a:cubicBezTo>
                    <a:pt x="231955" y="264297"/>
                    <a:pt x="229399" y="262382"/>
                    <a:pt x="227482" y="259828"/>
                  </a:cubicBezTo>
                  <a:cubicBezTo>
                    <a:pt x="227482" y="259828"/>
                    <a:pt x="227482" y="259828"/>
                    <a:pt x="227482" y="259828"/>
                  </a:cubicBezTo>
                  <a:cubicBezTo>
                    <a:pt x="227482" y="259828"/>
                    <a:pt x="227482" y="259828"/>
                    <a:pt x="227482" y="259828"/>
                  </a:cubicBezTo>
                  <a:cubicBezTo>
                    <a:pt x="226843" y="259190"/>
                    <a:pt x="226204" y="258551"/>
                    <a:pt x="225565" y="257913"/>
                  </a:cubicBezTo>
                  <a:cubicBezTo>
                    <a:pt x="221092" y="253444"/>
                    <a:pt x="217258" y="249614"/>
                    <a:pt x="212785" y="246422"/>
                  </a:cubicBezTo>
                  <a:cubicBezTo>
                    <a:pt x="210229" y="243868"/>
                    <a:pt x="209590" y="240038"/>
                    <a:pt x="212146" y="237484"/>
                  </a:cubicBezTo>
                  <a:cubicBezTo>
                    <a:pt x="214702" y="234931"/>
                    <a:pt x="218536" y="234292"/>
                    <a:pt x="221092" y="236846"/>
                  </a:cubicBezTo>
                  <a:cubicBezTo>
                    <a:pt x="225565" y="240676"/>
                    <a:pt x="230038" y="245145"/>
                    <a:pt x="234511" y="249614"/>
                  </a:cubicBezTo>
                  <a:cubicBezTo>
                    <a:pt x="235150" y="250252"/>
                    <a:pt x="235789" y="250891"/>
                    <a:pt x="236428" y="250891"/>
                  </a:cubicBezTo>
                  <a:cubicBezTo>
                    <a:pt x="240901" y="254083"/>
                    <a:pt x="244096" y="257275"/>
                    <a:pt x="246651" y="259190"/>
                  </a:cubicBezTo>
                  <a:cubicBezTo>
                    <a:pt x="249208" y="261743"/>
                    <a:pt x="252403" y="264297"/>
                    <a:pt x="253041" y="264297"/>
                  </a:cubicBezTo>
                  <a:cubicBezTo>
                    <a:pt x="254319" y="264297"/>
                    <a:pt x="256236" y="263659"/>
                    <a:pt x="258792" y="261743"/>
                  </a:cubicBezTo>
                  <a:cubicBezTo>
                    <a:pt x="260709" y="260467"/>
                    <a:pt x="261349" y="259190"/>
                    <a:pt x="261349" y="255998"/>
                  </a:cubicBezTo>
                  <a:cubicBezTo>
                    <a:pt x="261349" y="254083"/>
                    <a:pt x="260709" y="252806"/>
                    <a:pt x="259431" y="251529"/>
                  </a:cubicBezTo>
                  <a:cubicBezTo>
                    <a:pt x="259431" y="251529"/>
                    <a:pt x="259431" y="250891"/>
                    <a:pt x="258792" y="250891"/>
                  </a:cubicBezTo>
                  <a:cubicBezTo>
                    <a:pt x="255597" y="248337"/>
                    <a:pt x="252403" y="245145"/>
                    <a:pt x="247929" y="241315"/>
                  </a:cubicBezTo>
                  <a:cubicBezTo>
                    <a:pt x="243456" y="236846"/>
                    <a:pt x="238345" y="232377"/>
                    <a:pt x="233872" y="229185"/>
                  </a:cubicBezTo>
                  <a:cubicBezTo>
                    <a:pt x="231316" y="227270"/>
                    <a:pt x="230677" y="222801"/>
                    <a:pt x="232594" y="220247"/>
                  </a:cubicBezTo>
                  <a:cubicBezTo>
                    <a:pt x="234511" y="217694"/>
                    <a:pt x="238984" y="217055"/>
                    <a:pt x="241540" y="218971"/>
                  </a:cubicBezTo>
                  <a:cubicBezTo>
                    <a:pt x="246651" y="222801"/>
                    <a:pt x="251764" y="227270"/>
                    <a:pt x="256236" y="231739"/>
                  </a:cubicBezTo>
                  <a:cubicBezTo>
                    <a:pt x="260709" y="235569"/>
                    <a:pt x="267099" y="241953"/>
                    <a:pt x="269655" y="242591"/>
                  </a:cubicBezTo>
                  <a:cubicBezTo>
                    <a:pt x="270294" y="242591"/>
                    <a:pt x="272211" y="241953"/>
                    <a:pt x="274767" y="239399"/>
                  </a:cubicBezTo>
                  <a:cubicBezTo>
                    <a:pt x="276684" y="237484"/>
                    <a:pt x="276684" y="236207"/>
                    <a:pt x="276684" y="235569"/>
                  </a:cubicBezTo>
                  <a:cubicBezTo>
                    <a:pt x="276684" y="234931"/>
                    <a:pt x="276045" y="234292"/>
                    <a:pt x="274767" y="232377"/>
                  </a:cubicBezTo>
                  <a:cubicBezTo>
                    <a:pt x="274128" y="231739"/>
                    <a:pt x="273489" y="231100"/>
                    <a:pt x="272850" y="230462"/>
                  </a:cubicBezTo>
                  <a:cubicBezTo>
                    <a:pt x="268377" y="225355"/>
                    <a:pt x="264544" y="220247"/>
                    <a:pt x="260709" y="215779"/>
                  </a:cubicBezTo>
                  <a:cubicBezTo>
                    <a:pt x="257514" y="211948"/>
                    <a:pt x="254319" y="208118"/>
                    <a:pt x="251764" y="204926"/>
                  </a:cubicBezTo>
                  <a:cubicBezTo>
                    <a:pt x="248569" y="201095"/>
                    <a:pt x="244096" y="197903"/>
                    <a:pt x="239623" y="195988"/>
                  </a:cubicBezTo>
                  <a:lnTo>
                    <a:pt x="207673" y="183220"/>
                  </a:lnTo>
                  <a:lnTo>
                    <a:pt x="161027" y="187689"/>
                  </a:lnTo>
                  <a:cubicBezTo>
                    <a:pt x="149525" y="194073"/>
                    <a:pt x="140579" y="196627"/>
                    <a:pt x="133550" y="196627"/>
                  </a:cubicBezTo>
                  <a:cubicBezTo>
                    <a:pt x="120131" y="196627"/>
                    <a:pt x="113741" y="187689"/>
                    <a:pt x="111185" y="183859"/>
                  </a:cubicBezTo>
                  <a:cubicBezTo>
                    <a:pt x="108629" y="180028"/>
                    <a:pt x="109268" y="174283"/>
                    <a:pt x="112463" y="171091"/>
                  </a:cubicBezTo>
                  <a:lnTo>
                    <a:pt x="118853" y="164707"/>
                  </a:lnTo>
                  <a:lnTo>
                    <a:pt x="141217" y="145555"/>
                  </a:lnTo>
                  <a:cubicBezTo>
                    <a:pt x="141857" y="144916"/>
                    <a:pt x="142496" y="144916"/>
                    <a:pt x="143135" y="144278"/>
                  </a:cubicBezTo>
                  <a:lnTo>
                    <a:pt x="156553" y="139171"/>
                  </a:lnTo>
                  <a:lnTo>
                    <a:pt x="155275" y="138533"/>
                  </a:lnTo>
                  <a:cubicBezTo>
                    <a:pt x="153997" y="138533"/>
                    <a:pt x="152720" y="138533"/>
                    <a:pt x="150164" y="139171"/>
                  </a:cubicBezTo>
                  <a:lnTo>
                    <a:pt x="116936" y="146193"/>
                  </a:lnTo>
                  <a:cubicBezTo>
                    <a:pt x="115658" y="146193"/>
                    <a:pt x="114380" y="146832"/>
                    <a:pt x="113102" y="146832"/>
                  </a:cubicBezTo>
                  <a:cubicBezTo>
                    <a:pt x="110546" y="146832"/>
                    <a:pt x="107351" y="146193"/>
                    <a:pt x="104156" y="145555"/>
                  </a:cubicBezTo>
                  <a:lnTo>
                    <a:pt x="84986" y="136617"/>
                  </a:lnTo>
                  <a:cubicBezTo>
                    <a:pt x="81791" y="135341"/>
                    <a:pt x="80513" y="131510"/>
                    <a:pt x="81791" y="128318"/>
                  </a:cubicBezTo>
                  <a:cubicBezTo>
                    <a:pt x="83069" y="125126"/>
                    <a:pt x="86903" y="123849"/>
                    <a:pt x="90098" y="125126"/>
                  </a:cubicBezTo>
                  <a:lnTo>
                    <a:pt x="109268" y="133425"/>
                  </a:lnTo>
                  <a:cubicBezTo>
                    <a:pt x="111185" y="134064"/>
                    <a:pt x="113741" y="134064"/>
                    <a:pt x="114380" y="134064"/>
                  </a:cubicBezTo>
                  <a:lnTo>
                    <a:pt x="147607" y="127041"/>
                  </a:lnTo>
                  <a:cubicBezTo>
                    <a:pt x="151442" y="126403"/>
                    <a:pt x="154637" y="125765"/>
                    <a:pt x="157832" y="126403"/>
                  </a:cubicBezTo>
                  <a:cubicBezTo>
                    <a:pt x="158470" y="126403"/>
                    <a:pt x="158470" y="126403"/>
                    <a:pt x="159110" y="126403"/>
                  </a:cubicBezTo>
                  <a:lnTo>
                    <a:pt x="176362" y="132149"/>
                  </a:lnTo>
                  <a:lnTo>
                    <a:pt x="177001" y="132149"/>
                  </a:lnTo>
                  <a:cubicBezTo>
                    <a:pt x="186586" y="128318"/>
                    <a:pt x="196171" y="129595"/>
                    <a:pt x="205756" y="130233"/>
                  </a:cubicBezTo>
                  <a:cubicBezTo>
                    <a:pt x="209590" y="130872"/>
                    <a:pt x="213424" y="130872"/>
                    <a:pt x="217258" y="130872"/>
                  </a:cubicBezTo>
                  <a:lnTo>
                    <a:pt x="256876" y="130872"/>
                  </a:lnTo>
                  <a:cubicBezTo>
                    <a:pt x="256876" y="130872"/>
                    <a:pt x="256876" y="130872"/>
                    <a:pt x="256876" y="130872"/>
                  </a:cubicBezTo>
                  <a:cubicBezTo>
                    <a:pt x="258154" y="130872"/>
                    <a:pt x="258792" y="130872"/>
                    <a:pt x="260071" y="130233"/>
                  </a:cubicBezTo>
                  <a:lnTo>
                    <a:pt x="281796" y="118742"/>
                  </a:lnTo>
                  <a:cubicBezTo>
                    <a:pt x="284991" y="116827"/>
                    <a:pt x="288825" y="118104"/>
                    <a:pt x="290742" y="121296"/>
                  </a:cubicBezTo>
                  <a:cubicBezTo>
                    <a:pt x="292659" y="124488"/>
                    <a:pt x="291381" y="128318"/>
                    <a:pt x="288186" y="130233"/>
                  </a:cubicBezTo>
                  <a:lnTo>
                    <a:pt x="267099" y="141724"/>
                  </a:lnTo>
                  <a:cubicBezTo>
                    <a:pt x="264544" y="143640"/>
                    <a:pt x="261349" y="144278"/>
                    <a:pt x="257514" y="144278"/>
                  </a:cubicBezTo>
                  <a:cubicBezTo>
                    <a:pt x="257514" y="144278"/>
                    <a:pt x="257514" y="144278"/>
                    <a:pt x="257514" y="144278"/>
                  </a:cubicBezTo>
                  <a:lnTo>
                    <a:pt x="217897" y="144278"/>
                  </a:lnTo>
                  <a:cubicBezTo>
                    <a:pt x="213424" y="144278"/>
                    <a:pt x="209590" y="143640"/>
                    <a:pt x="205117" y="143640"/>
                  </a:cubicBezTo>
                  <a:cubicBezTo>
                    <a:pt x="196810" y="143001"/>
                    <a:pt x="189142" y="142363"/>
                    <a:pt x="182113" y="144278"/>
                  </a:cubicBezTo>
                  <a:lnTo>
                    <a:pt x="150164" y="156408"/>
                  </a:lnTo>
                  <a:lnTo>
                    <a:pt x="124604" y="178752"/>
                  </a:lnTo>
                  <a:cubicBezTo>
                    <a:pt x="128438" y="183220"/>
                    <a:pt x="136106" y="188327"/>
                    <a:pt x="156553" y="175560"/>
                  </a:cubicBezTo>
                  <a:cubicBezTo>
                    <a:pt x="157192" y="174921"/>
                    <a:pt x="158470" y="174921"/>
                    <a:pt x="159110" y="174921"/>
                  </a:cubicBezTo>
                  <a:lnTo>
                    <a:pt x="208951" y="169814"/>
                  </a:lnTo>
                  <a:cubicBezTo>
                    <a:pt x="208951" y="169814"/>
                    <a:pt x="208951" y="169814"/>
                    <a:pt x="208951" y="169814"/>
                  </a:cubicBezTo>
                  <a:cubicBezTo>
                    <a:pt x="209590" y="169814"/>
                    <a:pt x="210229" y="169814"/>
                    <a:pt x="210229" y="169814"/>
                  </a:cubicBezTo>
                  <a:cubicBezTo>
                    <a:pt x="210868" y="169814"/>
                    <a:pt x="210868" y="169814"/>
                    <a:pt x="211507" y="169814"/>
                  </a:cubicBezTo>
                  <a:cubicBezTo>
                    <a:pt x="211507" y="169814"/>
                    <a:pt x="211507" y="169814"/>
                    <a:pt x="211507" y="169814"/>
                  </a:cubicBezTo>
                  <a:lnTo>
                    <a:pt x="245374" y="183220"/>
                  </a:lnTo>
                  <a:cubicBezTo>
                    <a:pt x="245374" y="183220"/>
                    <a:pt x="246013" y="183220"/>
                    <a:pt x="246013" y="183220"/>
                  </a:cubicBezTo>
                  <a:cubicBezTo>
                    <a:pt x="246013" y="183220"/>
                    <a:pt x="246013" y="183220"/>
                    <a:pt x="246013" y="183220"/>
                  </a:cubicBezTo>
                  <a:cubicBezTo>
                    <a:pt x="250486" y="185135"/>
                    <a:pt x="273489" y="180667"/>
                    <a:pt x="280518" y="175560"/>
                  </a:cubicBezTo>
                  <a:cubicBezTo>
                    <a:pt x="283713" y="173644"/>
                    <a:pt x="287547" y="174283"/>
                    <a:pt x="289464" y="177475"/>
                  </a:cubicBezTo>
                  <a:cubicBezTo>
                    <a:pt x="291381" y="180667"/>
                    <a:pt x="290742" y="184497"/>
                    <a:pt x="287547" y="186412"/>
                  </a:cubicBezTo>
                  <a:cubicBezTo>
                    <a:pt x="283074" y="189604"/>
                    <a:pt x="272211" y="193435"/>
                    <a:pt x="261987" y="195350"/>
                  </a:cubicBezTo>
                  <a:cubicBezTo>
                    <a:pt x="261987" y="195350"/>
                    <a:pt x="262626" y="195988"/>
                    <a:pt x="262626" y="195988"/>
                  </a:cubicBezTo>
                  <a:cubicBezTo>
                    <a:pt x="265182" y="199180"/>
                    <a:pt x="267739" y="202372"/>
                    <a:pt x="270934" y="206203"/>
                  </a:cubicBezTo>
                  <a:cubicBezTo>
                    <a:pt x="274128" y="209395"/>
                    <a:pt x="277323" y="213225"/>
                    <a:pt x="280518" y="217694"/>
                  </a:cubicBezTo>
                  <a:lnTo>
                    <a:pt x="309912" y="205564"/>
                  </a:lnTo>
                  <a:cubicBezTo>
                    <a:pt x="313107" y="204287"/>
                    <a:pt x="316941" y="205564"/>
                    <a:pt x="318219" y="209395"/>
                  </a:cubicBezTo>
                  <a:cubicBezTo>
                    <a:pt x="319497" y="213225"/>
                    <a:pt x="316302" y="217055"/>
                    <a:pt x="313107" y="218332"/>
                  </a:cubicBezTo>
                  <a:close/>
                </a:path>
              </a:pathLst>
            </a:custGeom>
            <a:solidFill>
              <a:srgbClr val="007CB0"/>
            </a:solidFill>
            <a:ln w="6390" cap="flat">
              <a:noFill/>
              <a:prstDash val="solid"/>
              <a:miter/>
            </a:ln>
          </p:spPr>
          <p:txBody>
            <a:bodyPr rtlCol="0" anchor="ctr"/>
            <a:lstStyle/>
            <a:p>
              <a:endParaRPr lang="en-US"/>
            </a:p>
          </p:txBody>
        </p:sp>
        <p:sp>
          <p:nvSpPr>
            <p:cNvPr id="988" name="Graphic 4">
              <a:extLst>
                <a:ext uri="{FF2B5EF4-FFF2-40B4-BE49-F238E27FC236}">
                  <a16:creationId xmlns:a16="http://schemas.microsoft.com/office/drawing/2014/main" id="{2C1418E5-5AC5-8244-ABB1-FB4DC4939ED7}"/>
                </a:ext>
              </a:extLst>
            </p:cNvPr>
            <p:cNvSpPr/>
            <p:nvPr/>
          </p:nvSpPr>
          <p:spPr>
            <a:xfrm>
              <a:off x="6276196" y="2628448"/>
              <a:ext cx="41277" cy="31764"/>
            </a:xfrm>
            <a:custGeom>
              <a:avLst/>
              <a:gdLst>
                <a:gd name="connsiteX0" fmla="*/ 24282 w 41277"/>
                <a:gd name="connsiteY0" fmla="*/ 24259 h 31764"/>
                <a:gd name="connsiteX1" fmla="*/ 29394 w 41277"/>
                <a:gd name="connsiteY1" fmla="*/ 19790 h 31764"/>
                <a:gd name="connsiteX2" fmla="*/ 33867 w 41277"/>
                <a:gd name="connsiteY2" fmla="*/ 15322 h 31764"/>
                <a:gd name="connsiteX3" fmla="*/ 40895 w 41277"/>
                <a:gd name="connsiteY3" fmla="*/ 3830 h 31764"/>
                <a:gd name="connsiteX4" fmla="*/ 34505 w 41277"/>
                <a:gd name="connsiteY4" fmla="*/ 0 h 31764"/>
                <a:gd name="connsiteX5" fmla="*/ 33867 w 41277"/>
                <a:gd name="connsiteY5" fmla="*/ 0 h 31764"/>
                <a:gd name="connsiteX6" fmla="*/ 0 w 41277"/>
                <a:gd name="connsiteY6" fmla="*/ 28728 h 31764"/>
                <a:gd name="connsiteX7" fmla="*/ 14697 w 41277"/>
                <a:gd name="connsiteY7" fmla="*/ 31281 h 31764"/>
                <a:gd name="connsiteX8" fmla="*/ 24282 w 41277"/>
                <a:gd name="connsiteY8" fmla="*/ 24259 h 3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277" h="31764">
                  <a:moveTo>
                    <a:pt x="24282" y="24259"/>
                  </a:moveTo>
                  <a:lnTo>
                    <a:pt x="29394" y="19790"/>
                  </a:lnTo>
                  <a:lnTo>
                    <a:pt x="33867" y="15322"/>
                  </a:lnTo>
                  <a:cubicBezTo>
                    <a:pt x="37062" y="12130"/>
                    <a:pt x="42813" y="6384"/>
                    <a:pt x="40895" y="3830"/>
                  </a:cubicBezTo>
                  <a:cubicBezTo>
                    <a:pt x="37700" y="638"/>
                    <a:pt x="35783" y="0"/>
                    <a:pt x="34505" y="0"/>
                  </a:cubicBezTo>
                  <a:cubicBezTo>
                    <a:pt x="34505" y="0"/>
                    <a:pt x="33867" y="0"/>
                    <a:pt x="33867" y="0"/>
                  </a:cubicBezTo>
                  <a:lnTo>
                    <a:pt x="0" y="28728"/>
                  </a:lnTo>
                  <a:cubicBezTo>
                    <a:pt x="2556" y="32558"/>
                    <a:pt x="10863" y="31920"/>
                    <a:pt x="14697" y="31281"/>
                  </a:cubicBezTo>
                  <a:cubicBezTo>
                    <a:pt x="16614" y="30643"/>
                    <a:pt x="21087" y="26813"/>
                    <a:pt x="24282" y="24259"/>
                  </a:cubicBezTo>
                  <a:close/>
                </a:path>
              </a:pathLst>
            </a:custGeom>
            <a:solidFill>
              <a:srgbClr val="007CB0"/>
            </a:solidFill>
            <a:ln w="6390" cap="flat">
              <a:noFill/>
              <a:prstDash val="solid"/>
              <a:miter/>
            </a:ln>
          </p:spPr>
          <p:txBody>
            <a:bodyPr rtlCol="0" anchor="ctr"/>
            <a:lstStyle/>
            <a:p>
              <a:endParaRPr lang="en-US"/>
            </a:p>
          </p:txBody>
        </p:sp>
      </p:grpSp>
      <p:grpSp>
        <p:nvGrpSpPr>
          <p:cNvPr id="989" name="Graphic 4">
            <a:extLst>
              <a:ext uri="{FF2B5EF4-FFF2-40B4-BE49-F238E27FC236}">
                <a16:creationId xmlns:a16="http://schemas.microsoft.com/office/drawing/2014/main" id="{35036347-B64A-F64B-9AEF-C31172D9770D}"/>
              </a:ext>
            </a:extLst>
          </p:cNvPr>
          <p:cNvGrpSpPr/>
          <p:nvPr/>
        </p:nvGrpSpPr>
        <p:grpSpPr>
          <a:xfrm>
            <a:off x="6147119" y="3339623"/>
            <a:ext cx="361670" cy="361333"/>
            <a:chOff x="6147119" y="3339623"/>
            <a:chExt cx="361670" cy="361333"/>
          </a:xfrm>
          <a:solidFill>
            <a:srgbClr val="007CB0"/>
          </a:solidFill>
        </p:grpSpPr>
        <p:sp>
          <p:nvSpPr>
            <p:cNvPr id="990" name="Graphic 4">
              <a:extLst>
                <a:ext uri="{FF2B5EF4-FFF2-40B4-BE49-F238E27FC236}">
                  <a16:creationId xmlns:a16="http://schemas.microsoft.com/office/drawing/2014/main" id="{1EE29F0E-E700-5548-907A-6C199BA322C3}"/>
                </a:ext>
              </a:extLst>
            </p:cNvPr>
            <p:cNvSpPr/>
            <p:nvPr/>
          </p:nvSpPr>
          <p:spPr>
            <a:xfrm>
              <a:off x="6330510" y="3573915"/>
              <a:ext cx="45368" cy="45326"/>
            </a:xfrm>
            <a:custGeom>
              <a:avLst/>
              <a:gdLst>
                <a:gd name="connsiteX0" fmla="*/ 21726 w 45368"/>
                <a:gd name="connsiteY0" fmla="*/ 3830 h 45326"/>
                <a:gd name="connsiteX1" fmla="*/ 21087 w 45368"/>
                <a:gd name="connsiteY1" fmla="*/ 3192 h 45326"/>
                <a:gd name="connsiteX2" fmla="*/ 12780 w 45368"/>
                <a:gd name="connsiteY2" fmla="*/ 0 h 45326"/>
                <a:gd name="connsiteX3" fmla="*/ 3834 w 45368"/>
                <a:gd name="connsiteY3" fmla="*/ 3830 h 45326"/>
                <a:gd name="connsiteX4" fmla="*/ 0 w 45368"/>
                <a:gd name="connsiteY4" fmla="*/ 12768 h 45326"/>
                <a:gd name="connsiteX5" fmla="*/ 3834 w 45368"/>
                <a:gd name="connsiteY5" fmla="*/ 21705 h 45326"/>
                <a:gd name="connsiteX6" fmla="*/ 23643 w 45368"/>
                <a:gd name="connsiteY6" fmla="*/ 41496 h 45326"/>
                <a:gd name="connsiteX7" fmla="*/ 41535 w 45368"/>
                <a:gd name="connsiteY7" fmla="*/ 41496 h 45326"/>
                <a:gd name="connsiteX8" fmla="*/ 45368 w 45368"/>
                <a:gd name="connsiteY8" fmla="*/ 32558 h 45326"/>
                <a:gd name="connsiteX9" fmla="*/ 42173 w 45368"/>
                <a:gd name="connsiteY9" fmla="*/ 24259 h 45326"/>
                <a:gd name="connsiteX10" fmla="*/ 41535 w 45368"/>
                <a:gd name="connsiteY10" fmla="*/ 24259 h 45326"/>
                <a:gd name="connsiteX11" fmla="*/ 21726 w 45368"/>
                <a:gd name="connsiteY11" fmla="*/ 3830 h 45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368" h="45326">
                  <a:moveTo>
                    <a:pt x="21726" y="3830"/>
                  </a:moveTo>
                  <a:cubicBezTo>
                    <a:pt x="21726" y="3830"/>
                    <a:pt x="21087" y="3192"/>
                    <a:pt x="21087" y="3192"/>
                  </a:cubicBezTo>
                  <a:cubicBezTo>
                    <a:pt x="18531" y="638"/>
                    <a:pt x="15336" y="0"/>
                    <a:pt x="12780" y="0"/>
                  </a:cubicBezTo>
                  <a:cubicBezTo>
                    <a:pt x="9585" y="0"/>
                    <a:pt x="6390" y="1277"/>
                    <a:pt x="3834" y="3830"/>
                  </a:cubicBezTo>
                  <a:cubicBezTo>
                    <a:pt x="1278" y="6384"/>
                    <a:pt x="0" y="9576"/>
                    <a:pt x="0" y="12768"/>
                  </a:cubicBezTo>
                  <a:cubicBezTo>
                    <a:pt x="0" y="15960"/>
                    <a:pt x="1278" y="19152"/>
                    <a:pt x="3834" y="21705"/>
                  </a:cubicBezTo>
                  <a:lnTo>
                    <a:pt x="23643" y="41496"/>
                  </a:lnTo>
                  <a:cubicBezTo>
                    <a:pt x="28755" y="46603"/>
                    <a:pt x="36423" y="46603"/>
                    <a:pt x="41535" y="41496"/>
                  </a:cubicBezTo>
                  <a:cubicBezTo>
                    <a:pt x="44090" y="38942"/>
                    <a:pt x="45368" y="35750"/>
                    <a:pt x="45368" y="32558"/>
                  </a:cubicBezTo>
                  <a:cubicBezTo>
                    <a:pt x="45368" y="29366"/>
                    <a:pt x="44090" y="26813"/>
                    <a:pt x="42173" y="24259"/>
                  </a:cubicBezTo>
                  <a:cubicBezTo>
                    <a:pt x="42173" y="24259"/>
                    <a:pt x="42173" y="24259"/>
                    <a:pt x="41535" y="24259"/>
                  </a:cubicBezTo>
                  <a:lnTo>
                    <a:pt x="21726" y="3830"/>
                  </a:lnTo>
                  <a:close/>
                </a:path>
              </a:pathLst>
            </a:custGeom>
            <a:solidFill>
              <a:srgbClr val="007CB0"/>
            </a:solidFill>
            <a:ln w="6390" cap="flat">
              <a:noFill/>
              <a:prstDash val="solid"/>
              <a:miter/>
            </a:ln>
          </p:spPr>
          <p:txBody>
            <a:bodyPr rtlCol="0" anchor="ctr"/>
            <a:lstStyle/>
            <a:p>
              <a:endParaRPr lang="en-US"/>
            </a:p>
          </p:txBody>
        </p:sp>
        <p:sp>
          <p:nvSpPr>
            <p:cNvPr id="991" name="Graphic 4">
              <a:extLst>
                <a:ext uri="{FF2B5EF4-FFF2-40B4-BE49-F238E27FC236}">
                  <a16:creationId xmlns:a16="http://schemas.microsoft.com/office/drawing/2014/main" id="{3C3FE178-8184-B442-8AD8-AE271BC7A2AF}"/>
                </a:ext>
              </a:extLst>
            </p:cNvPr>
            <p:cNvSpPr/>
            <p:nvPr/>
          </p:nvSpPr>
          <p:spPr>
            <a:xfrm>
              <a:off x="6357491" y="3547103"/>
              <a:ext cx="45225" cy="44847"/>
            </a:xfrm>
            <a:custGeom>
              <a:avLst/>
              <a:gdLst>
                <a:gd name="connsiteX0" fmla="*/ 21583 w 45225"/>
                <a:gd name="connsiteY0" fmla="*/ 3830 h 44847"/>
                <a:gd name="connsiteX1" fmla="*/ 21583 w 45225"/>
                <a:gd name="connsiteY1" fmla="*/ 3830 h 44847"/>
                <a:gd name="connsiteX2" fmla="*/ 12637 w 45225"/>
                <a:gd name="connsiteY2" fmla="*/ 0 h 44847"/>
                <a:gd name="connsiteX3" fmla="*/ 3691 w 45225"/>
                <a:gd name="connsiteY3" fmla="*/ 3830 h 44847"/>
                <a:gd name="connsiteX4" fmla="*/ 3052 w 45225"/>
                <a:gd name="connsiteY4" fmla="*/ 21067 h 44847"/>
                <a:gd name="connsiteX5" fmla="*/ 3691 w 45225"/>
                <a:gd name="connsiteY5" fmla="*/ 21067 h 44847"/>
                <a:gd name="connsiteX6" fmla="*/ 23500 w 45225"/>
                <a:gd name="connsiteY6" fmla="*/ 40858 h 44847"/>
                <a:gd name="connsiteX7" fmla="*/ 24139 w 45225"/>
                <a:gd name="connsiteY7" fmla="*/ 41496 h 44847"/>
                <a:gd name="connsiteX8" fmla="*/ 41392 w 45225"/>
                <a:gd name="connsiteY8" fmla="*/ 41496 h 44847"/>
                <a:gd name="connsiteX9" fmla="*/ 45226 w 45225"/>
                <a:gd name="connsiteY9" fmla="*/ 32558 h 44847"/>
                <a:gd name="connsiteX10" fmla="*/ 41392 w 45225"/>
                <a:gd name="connsiteY10" fmla="*/ 23621 h 44847"/>
                <a:gd name="connsiteX11" fmla="*/ 41392 w 45225"/>
                <a:gd name="connsiteY11" fmla="*/ 23621 h 44847"/>
                <a:gd name="connsiteX12" fmla="*/ 21583 w 45225"/>
                <a:gd name="connsiteY12" fmla="*/ 3830 h 44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25" h="44847">
                  <a:moveTo>
                    <a:pt x="21583" y="3830"/>
                  </a:moveTo>
                  <a:cubicBezTo>
                    <a:pt x="21583" y="3830"/>
                    <a:pt x="21583" y="3192"/>
                    <a:pt x="21583" y="3830"/>
                  </a:cubicBezTo>
                  <a:cubicBezTo>
                    <a:pt x="19027" y="1277"/>
                    <a:pt x="15832" y="0"/>
                    <a:pt x="12637" y="0"/>
                  </a:cubicBezTo>
                  <a:cubicBezTo>
                    <a:pt x="9442" y="0"/>
                    <a:pt x="6247" y="1277"/>
                    <a:pt x="3691" y="3830"/>
                  </a:cubicBezTo>
                  <a:cubicBezTo>
                    <a:pt x="-782" y="8299"/>
                    <a:pt x="-1421" y="15960"/>
                    <a:pt x="3052" y="21067"/>
                  </a:cubicBezTo>
                  <a:cubicBezTo>
                    <a:pt x="3052" y="21067"/>
                    <a:pt x="3052" y="21067"/>
                    <a:pt x="3691" y="21067"/>
                  </a:cubicBezTo>
                  <a:lnTo>
                    <a:pt x="23500" y="40858"/>
                  </a:lnTo>
                  <a:cubicBezTo>
                    <a:pt x="23500" y="40858"/>
                    <a:pt x="24139" y="41496"/>
                    <a:pt x="24139" y="41496"/>
                  </a:cubicBezTo>
                  <a:cubicBezTo>
                    <a:pt x="29251" y="45965"/>
                    <a:pt x="36919" y="45965"/>
                    <a:pt x="41392" y="41496"/>
                  </a:cubicBezTo>
                  <a:cubicBezTo>
                    <a:pt x="43948" y="38942"/>
                    <a:pt x="45226" y="35750"/>
                    <a:pt x="45226" y="32558"/>
                  </a:cubicBezTo>
                  <a:cubicBezTo>
                    <a:pt x="45226" y="29366"/>
                    <a:pt x="43948" y="26174"/>
                    <a:pt x="41392" y="23621"/>
                  </a:cubicBezTo>
                  <a:cubicBezTo>
                    <a:pt x="41392" y="23621"/>
                    <a:pt x="41392" y="23621"/>
                    <a:pt x="41392" y="23621"/>
                  </a:cubicBezTo>
                  <a:lnTo>
                    <a:pt x="21583" y="3830"/>
                  </a:lnTo>
                  <a:close/>
                </a:path>
              </a:pathLst>
            </a:custGeom>
            <a:solidFill>
              <a:srgbClr val="007CB0"/>
            </a:solidFill>
            <a:ln w="6390" cap="flat">
              <a:noFill/>
              <a:prstDash val="solid"/>
              <a:miter/>
            </a:ln>
          </p:spPr>
          <p:txBody>
            <a:bodyPr rtlCol="0" anchor="ctr"/>
            <a:lstStyle/>
            <a:p>
              <a:endParaRPr lang="en-US"/>
            </a:p>
          </p:txBody>
        </p:sp>
        <p:sp>
          <p:nvSpPr>
            <p:cNvPr id="992" name="Graphic 4">
              <a:extLst>
                <a:ext uri="{FF2B5EF4-FFF2-40B4-BE49-F238E27FC236}">
                  <a16:creationId xmlns:a16="http://schemas.microsoft.com/office/drawing/2014/main" id="{9A3F4226-7A98-6F4B-A5B0-BEAFCFD0CDBB}"/>
                </a:ext>
              </a:extLst>
            </p:cNvPr>
            <p:cNvSpPr/>
            <p:nvPr/>
          </p:nvSpPr>
          <p:spPr>
            <a:xfrm>
              <a:off x="6213629" y="3433468"/>
              <a:ext cx="153285" cy="102781"/>
            </a:xfrm>
            <a:custGeom>
              <a:avLst/>
              <a:gdLst>
                <a:gd name="connsiteX0" fmla="*/ 87487 w 153285"/>
                <a:gd name="connsiteY0" fmla="*/ 27451 h 102781"/>
                <a:gd name="connsiteX1" fmla="*/ 91960 w 153285"/>
                <a:gd name="connsiteY1" fmla="*/ 29366 h 102781"/>
                <a:gd name="connsiteX2" fmla="*/ 119437 w 153285"/>
                <a:gd name="connsiteY2" fmla="*/ 56817 h 102781"/>
                <a:gd name="connsiteX3" fmla="*/ 151387 w 153285"/>
                <a:gd name="connsiteY3" fmla="*/ 59371 h 102781"/>
                <a:gd name="connsiteX4" fmla="*/ 152026 w 153285"/>
                <a:gd name="connsiteY4" fmla="*/ 52987 h 102781"/>
                <a:gd name="connsiteX5" fmla="*/ 116242 w 153285"/>
                <a:gd name="connsiteY5" fmla="*/ 17237 h 102781"/>
                <a:gd name="connsiteX6" fmla="*/ 114964 w 153285"/>
                <a:gd name="connsiteY6" fmla="*/ 15960 h 102781"/>
                <a:gd name="connsiteX7" fmla="*/ 74069 w 153285"/>
                <a:gd name="connsiteY7" fmla="*/ 0 h 102781"/>
                <a:gd name="connsiteX8" fmla="*/ 66401 w 153285"/>
                <a:gd name="connsiteY8" fmla="*/ 0 h 102781"/>
                <a:gd name="connsiteX9" fmla="*/ 584 w 153285"/>
                <a:gd name="connsiteY9" fmla="*/ 62563 h 102781"/>
                <a:gd name="connsiteX10" fmla="*/ 8891 w 153285"/>
                <a:gd name="connsiteY10" fmla="*/ 102782 h 102781"/>
                <a:gd name="connsiteX11" fmla="*/ 11447 w 153285"/>
                <a:gd name="connsiteY11" fmla="*/ 100229 h 102781"/>
                <a:gd name="connsiteX12" fmla="*/ 82376 w 153285"/>
                <a:gd name="connsiteY12" fmla="*/ 29366 h 102781"/>
                <a:gd name="connsiteX13" fmla="*/ 87487 w 153285"/>
                <a:gd name="connsiteY13" fmla="*/ 27451 h 102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285" h="102781">
                  <a:moveTo>
                    <a:pt x="87487" y="27451"/>
                  </a:moveTo>
                  <a:cubicBezTo>
                    <a:pt x="89405" y="27451"/>
                    <a:pt x="90682" y="28089"/>
                    <a:pt x="91960" y="29366"/>
                  </a:cubicBezTo>
                  <a:cubicBezTo>
                    <a:pt x="91960" y="29366"/>
                    <a:pt x="107296" y="45326"/>
                    <a:pt x="119437" y="56817"/>
                  </a:cubicBezTo>
                  <a:cubicBezTo>
                    <a:pt x="129661" y="66393"/>
                    <a:pt x="146914" y="63201"/>
                    <a:pt x="151387" y="59371"/>
                  </a:cubicBezTo>
                  <a:cubicBezTo>
                    <a:pt x="152665" y="58733"/>
                    <a:pt x="154582" y="56179"/>
                    <a:pt x="152026" y="52987"/>
                  </a:cubicBezTo>
                  <a:cubicBezTo>
                    <a:pt x="152026" y="52987"/>
                    <a:pt x="123910" y="24259"/>
                    <a:pt x="116242" y="17237"/>
                  </a:cubicBezTo>
                  <a:lnTo>
                    <a:pt x="114964" y="15960"/>
                  </a:lnTo>
                  <a:cubicBezTo>
                    <a:pt x="107935" y="8937"/>
                    <a:pt x="97712" y="0"/>
                    <a:pt x="74069" y="0"/>
                  </a:cubicBezTo>
                  <a:cubicBezTo>
                    <a:pt x="71513" y="0"/>
                    <a:pt x="68957" y="0"/>
                    <a:pt x="66401" y="0"/>
                  </a:cubicBezTo>
                  <a:cubicBezTo>
                    <a:pt x="35729" y="1915"/>
                    <a:pt x="4418" y="39581"/>
                    <a:pt x="584" y="62563"/>
                  </a:cubicBezTo>
                  <a:cubicBezTo>
                    <a:pt x="-1972" y="79800"/>
                    <a:pt x="4418" y="94483"/>
                    <a:pt x="8891" y="102782"/>
                  </a:cubicBezTo>
                  <a:cubicBezTo>
                    <a:pt x="9531" y="102144"/>
                    <a:pt x="10808" y="100867"/>
                    <a:pt x="11447" y="100229"/>
                  </a:cubicBezTo>
                  <a:lnTo>
                    <a:pt x="82376" y="29366"/>
                  </a:lnTo>
                  <a:cubicBezTo>
                    <a:pt x="84292" y="28089"/>
                    <a:pt x="85571" y="27451"/>
                    <a:pt x="87487" y="27451"/>
                  </a:cubicBezTo>
                  <a:close/>
                </a:path>
              </a:pathLst>
            </a:custGeom>
            <a:solidFill>
              <a:srgbClr val="007CB0"/>
            </a:solidFill>
            <a:ln w="6390" cap="flat">
              <a:noFill/>
              <a:prstDash val="solid"/>
              <a:miter/>
            </a:ln>
          </p:spPr>
          <p:txBody>
            <a:bodyPr rtlCol="0" anchor="ctr"/>
            <a:lstStyle/>
            <a:p>
              <a:endParaRPr lang="en-US"/>
            </a:p>
          </p:txBody>
        </p:sp>
        <p:sp>
          <p:nvSpPr>
            <p:cNvPr id="993" name="Graphic 4">
              <a:extLst>
                <a:ext uri="{FF2B5EF4-FFF2-40B4-BE49-F238E27FC236}">
                  <a16:creationId xmlns:a16="http://schemas.microsoft.com/office/drawing/2014/main" id="{4881B70A-AF4E-7148-A9BF-F1DB6B8F6145}"/>
                </a:ext>
              </a:extLst>
            </p:cNvPr>
            <p:cNvSpPr/>
            <p:nvPr/>
          </p:nvSpPr>
          <p:spPr>
            <a:xfrm>
              <a:off x="6302394" y="3599451"/>
              <a:ext cx="45368" cy="44847"/>
            </a:xfrm>
            <a:custGeom>
              <a:avLst/>
              <a:gdLst>
                <a:gd name="connsiteX0" fmla="*/ 21726 w 45368"/>
                <a:gd name="connsiteY0" fmla="*/ 3830 h 44847"/>
                <a:gd name="connsiteX1" fmla="*/ 12780 w 45368"/>
                <a:gd name="connsiteY1" fmla="*/ 0 h 44847"/>
                <a:gd name="connsiteX2" fmla="*/ 3834 w 45368"/>
                <a:gd name="connsiteY2" fmla="*/ 3830 h 44847"/>
                <a:gd name="connsiteX3" fmla="*/ 3834 w 45368"/>
                <a:gd name="connsiteY3" fmla="*/ 21705 h 44847"/>
                <a:gd name="connsiteX4" fmla="*/ 23643 w 45368"/>
                <a:gd name="connsiteY4" fmla="*/ 41496 h 44847"/>
                <a:gd name="connsiteX5" fmla="*/ 41535 w 45368"/>
                <a:gd name="connsiteY5" fmla="*/ 41496 h 44847"/>
                <a:gd name="connsiteX6" fmla="*/ 41535 w 45368"/>
                <a:gd name="connsiteY6" fmla="*/ 23621 h 44847"/>
                <a:gd name="connsiteX7" fmla="*/ 21726 w 45368"/>
                <a:gd name="connsiteY7" fmla="*/ 3830 h 44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68" h="44847">
                  <a:moveTo>
                    <a:pt x="21726" y="3830"/>
                  </a:moveTo>
                  <a:cubicBezTo>
                    <a:pt x="19170" y="1277"/>
                    <a:pt x="15975" y="0"/>
                    <a:pt x="12780" y="0"/>
                  </a:cubicBezTo>
                  <a:cubicBezTo>
                    <a:pt x="9585" y="0"/>
                    <a:pt x="6390" y="1277"/>
                    <a:pt x="3834" y="3830"/>
                  </a:cubicBezTo>
                  <a:cubicBezTo>
                    <a:pt x="-1278" y="8937"/>
                    <a:pt x="-1278" y="16598"/>
                    <a:pt x="3834" y="21705"/>
                  </a:cubicBezTo>
                  <a:lnTo>
                    <a:pt x="23643" y="41496"/>
                  </a:lnTo>
                  <a:cubicBezTo>
                    <a:pt x="28116" y="45965"/>
                    <a:pt x="36423" y="45965"/>
                    <a:pt x="41535" y="41496"/>
                  </a:cubicBezTo>
                  <a:cubicBezTo>
                    <a:pt x="46646" y="36389"/>
                    <a:pt x="46646" y="28728"/>
                    <a:pt x="41535" y="23621"/>
                  </a:cubicBezTo>
                  <a:lnTo>
                    <a:pt x="21726" y="3830"/>
                  </a:lnTo>
                  <a:close/>
                </a:path>
              </a:pathLst>
            </a:custGeom>
            <a:solidFill>
              <a:srgbClr val="007CB0"/>
            </a:solidFill>
            <a:ln w="6390" cap="flat">
              <a:noFill/>
              <a:prstDash val="solid"/>
              <a:miter/>
            </a:ln>
          </p:spPr>
          <p:txBody>
            <a:bodyPr rtlCol="0" anchor="ctr"/>
            <a:lstStyle/>
            <a:p>
              <a:endParaRPr lang="en-US"/>
            </a:p>
          </p:txBody>
        </p:sp>
        <p:sp>
          <p:nvSpPr>
            <p:cNvPr id="994" name="Graphic 4">
              <a:extLst>
                <a:ext uri="{FF2B5EF4-FFF2-40B4-BE49-F238E27FC236}">
                  <a16:creationId xmlns:a16="http://schemas.microsoft.com/office/drawing/2014/main" id="{4D1D9DE8-D3FD-5E4F-AD1C-E56816970872}"/>
                </a:ext>
              </a:extLst>
            </p:cNvPr>
            <p:cNvSpPr/>
            <p:nvPr/>
          </p:nvSpPr>
          <p:spPr>
            <a:xfrm>
              <a:off x="6228181" y="3432181"/>
              <a:ext cx="214204" cy="185784"/>
            </a:xfrm>
            <a:custGeom>
              <a:avLst/>
              <a:gdLst>
                <a:gd name="connsiteX0" fmla="*/ 154727 w 214204"/>
                <a:gd name="connsiteY0" fmla="*/ 1287 h 185784"/>
                <a:gd name="connsiteX1" fmla="*/ 109997 w 214204"/>
                <a:gd name="connsiteY1" fmla="*/ 8948 h 185784"/>
                <a:gd name="connsiteX2" fmla="*/ 146419 w 214204"/>
                <a:gd name="connsiteY2" fmla="*/ 45337 h 185784"/>
                <a:gd name="connsiteX3" fmla="*/ 151532 w 214204"/>
                <a:gd name="connsiteY3" fmla="*/ 57466 h 185784"/>
                <a:gd name="connsiteX4" fmla="*/ 145781 w 214204"/>
                <a:gd name="connsiteY4" fmla="*/ 69596 h 185784"/>
                <a:gd name="connsiteX5" fmla="*/ 95939 w 214204"/>
                <a:gd name="connsiteY5" fmla="*/ 67042 h 185784"/>
                <a:gd name="connsiteX6" fmla="*/ 72935 w 214204"/>
                <a:gd name="connsiteY6" fmla="*/ 44060 h 185784"/>
                <a:gd name="connsiteX7" fmla="*/ 5841 w 214204"/>
                <a:gd name="connsiteY7" fmla="*/ 111092 h 185784"/>
                <a:gd name="connsiteX8" fmla="*/ 2007 w 214204"/>
                <a:gd name="connsiteY8" fmla="*/ 128967 h 185784"/>
                <a:gd name="connsiteX9" fmla="*/ 9675 w 214204"/>
                <a:gd name="connsiteY9" fmla="*/ 134074 h 185784"/>
                <a:gd name="connsiteX10" fmla="*/ 20538 w 214204"/>
                <a:gd name="connsiteY10" fmla="*/ 130244 h 185784"/>
                <a:gd name="connsiteX11" fmla="*/ 65906 w 214204"/>
                <a:gd name="connsiteY11" fmla="*/ 85556 h 185784"/>
                <a:gd name="connsiteX12" fmla="*/ 74852 w 214204"/>
                <a:gd name="connsiteY12" fmla="*/ 85556 h 185784"/>
                <a:gd name="connsiteX13" fmla="*/ 74852 w 214204"/>
                <a:gd name="connsiteY13" fmla="*/ 94493 h 185784"/>
                <a:gd name="connsiteX14" fmla="*/ 31401 w 214204"/>
                <a:gd name="connsiteY14" fmla="*/ 137904 h 185784"/>
                <a:gd name="connsiteX15" fmla="*/ 31401 w 214204"/>
                <a:gd name="connsiteY15" fmla="*/ 137904 h 185784"/>
                <a:gd name="connsiteX16" fmla="*/ 31401 w 214204"/>
                <a:gd name="connsiteY16" fmla="*/ 157056 h 185784"/>
                <a:gd name="connsiteX17" fmla="*/ 48015 w 214204"/>
                <a:gd name="connsiteY17" fmla="*/ 156418 h 185784"/>
                <a:gd name="connsiteX18" fmla="*/ 92744 w 214204"/>
                <a:gd name="connsiteY18" fmla="*/ 111730 h 185784"/>
                <a:gd name="connsiteX19" fmla="*/ 101690 w 214204"/>
                <a:gd name="connsiteY19" fmla="*/ 111730 h 185784"/>
                <a:gd name="connsiteX20" fmla="*/ 101690 w 214204"/>
                <a:gd name="connsiteY20" fmla="*/ 120668 h 185784"/>
                <a:gd name="connsiteX21" fmla="*/ 56321 w 214204"/>
                <a:gd name="connsiteY21" fmla="*/ 165356 h 185784"/>
                <a:gd name="connsiteX22" fmla="*/ 55683 w 214204"/>
                <a:gd name="connsiteY22" fmla="*/ 165994 h 185784"/>
                <a:gd name="connsiteX23" fmla="*/ 55683 w 214204"/>
                <a:gd name="connsiteY23" fmla="*/ 165994 h 185784"/>
                <a:gd name="connsiteX24" fmla="*/ 53127 w 214204"/>
                <a:gd name="connsiteY24" fmla="*/ 173655 h 185784"/>
                <a:gd name="connsiteX25" fmla="*/ 56960 w 214204"/>
                <a:gd name="connsiteY25" fmla="*/ 182592 h 185784"/>
                <a:gd name="connsiteX26" fmla="*/ 62711 w 214204"/>
                <a:gd name="connsiteY26" fmla="*/ 185784 h 185784"/>
                <a:gd name="connsiteX27" fmla="*/ 69101 w 214204"/>
                <a:gd name="connsiteY27" fmla="*/ 161525 h 185784"/>
                <a:gd name="connsiteX28" fmla="*/ 89549 w 214204"/>
                <a:gd name="connsiteY28" fmla="*/ 154503 h 185784"/>
                <a:gd name="connsiteX29" fmla="*/ 89549 w 214204"/>
                <a:gd name="connsiteY29" fmla="*/ 153226 h 185784"/>
                <a:gd name="connsiteX30" fmla="*/ 97217 w 214204"/>
                <a:gd name="connsiteY30" fmla="*/ 135351 h 185784"/>
                <a:gd name="connsiteX31" fmla="*/ 117026 w 214204"/>
                <a:gd name="connsiteY31" fmla="*/ 128328 h 185784"/>
                <a:gd name="connsiteX32" fmla="*/ 124055 w 214204"/>
                <a:gd name="connsiteY32" fmla="*/ 109176 h 185784"/>
                <a:gd name="connsiteX33" fmla="*/ 143864 w 214204"/>
                <a:gd name="connsiteY33" fmla="*/ 102154 h 185784"/>
                <a:gd name="connsiteX34" fmla="*/ 150892 w 214204"/>
                <a:gd name="connsiteY34" fmla="*/ 82364 h 185784"/>
                <a:gd name="connsiteX35" fmla="*/ 186676 w 214204"/>
                <a:gd name="connsiteY35" fmla="*/ 82364 h 185784"/>
                <a:gd name="connsiteX36" fmla="*/ 206485 w 214204"/>
                <a:gd name="connsiteY36" fmla="*/ 102154 h 185784"/>
                <a:gd name="connsiteX37" fmla="*/ 209041 w 214204"/>
                <a:gd name="connsiteY37" fmla="*/ 47890 h 185784"/>
                <a:gd name="connsiteX38" fmla="*/ 154727 w 214204"/>
                <a:gd name="connsiteY38" fmla="*/ 1287 h 185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4204" h="185784">
                  <a:moveTo>
                    <a:pt x="154727" y="1287"/>
                  </a:moveTo>
                  <a:cubicBezTo>
                    <a:pt x="135557" y="-3182"/>
                    <a:pt x="117665" y="5117"/>
                    <a:pt x="109997" y="8948"/>
                  </a:cubicBezTo>
                  <a:cubicBezTo>
                    <a:pt x="118304" y="16609"/>
                    <a:pt x="145142" y="44060"/>
                    <a:pt x="146419" y="45337"/>
                  </a:cubicBezTo>
                  <a:cubicBezTo>
                    <a:pt x="147059" y="45975"/>
                    <a:pt x="151532" y="50444"/>
                    <a:pt x="151532" y="57466"/>
                  </a:cubicBezTo>
                  <a:cubicBezTo>
                    <a:pt x="151532" y="60658"/>
                    <a:pt x="150254" y="65127"/>
                    <a:pt x="145781" y="69596"/>
                  </a:cubicBezTo>
                  <a:cubicBezTo>
                    <a:pt x="136196" y="78533"/>
                    <a:pt x="111275" y="81087"/>
                    <a:pt x="95939" y="67042"/>
                  </a:cubicBezTo>
                  <a:cubicBezTo>
                    <a:pt x="87632" y="59381"/>
                    <a:pt x="78047" y="49805"/>
                    <a:pt x="72935" y="44060"/>
                  </a:cubicBezTo>
                  <a:lnTo>
                    <a:pt x="5841" y="111092"/>
                  </a:lnTo>
                  <a:cubicBezTo>
                    <a:pt x="4563" y="112368"/>
                    <a:pt x="-3744" y="120668"/>
                    <a:pt x="2007" y="128967"/>
                  </a:cubicBezTo>
                  <a:cubicBezTo>
                    <a:pt x="4563" y="132159"/>
                    <a:pt x="7119" y="134074"/>
                    <a:pt x="9675" y="134074"/>
                  </a:cubicBezTo>
                  <a:cubicBezTo>
                    <a:pt x="13509" y="134712"/>
                    <a:pt x="17982" y="132159"/>
                    <a:pt x="20538" y="130244"/>
                  </a:cubicBezTo>
                  <a:cubicBezTo>
                    <a:pt x="25650" y="126413"/>
                    <a:pt x="55043" y="97047"/>
                    <a:pt x="65906" y="85556"/>
                  </a:cubicBezTo>
                  <a:cubicBezTo>
                    <a:pt x="68463" y="83002"/>
                    <a:pt x="72296" y="83002"/>
                    <a:pt x="74852" y="85556"/>
                  </a:cubicBezTo>
                  <a:cubicBezTo>
                    <a:pt x="77408" y="88109"/>
                    <a:pt x="77408" y="91940"/>
                    <a:pt x="74852" y="94493"/>
                  </a:cubicBezTo>
                  <a:cubicBezTo>
                    <a:pt x="71018" y="98324"/>
                    <a:pt x="41625" y="128328"/>
                    <a:pt x="31401" y="137904"/>
                  </a:cubicBezTo>
                  <a:cubicBezTo>
                    <a:pt x="31401" y="137904"/>
                    <a:pt x="31401" y="137904"/>
                    <a:pt x="31401" y="137904"/>
                  </a:cubicBezTo>
                  <a:cubicBezTo>
                    <a:pt x="21816" y="148119"/>
                    <a:pt x="28845" y="155141"/>
                    <a:pt x="31401" y="157056"/>
                  </a:cubicBezTo>
                  <a:cubicBezTo>
                    <a:pt x="39069" y="164079"/>
                    <a:pt x="47375" y="157056"/>
                    <a:pt x="48015" y="156418"/>
                  </a:cubicBezTo>
                  <a:lnTo>
                    <a:pt x="92744" y="111730"/>
                  </a:lnTo>
                  <a:cubicBezTo>
                    <a:pt x="95300" y="109176"/>
                    <a:pt x="99134" y="109176"/>
                    <a:pt x="101690" y="111730"/>
                  </a:cubicBezTo>
                  <a:cubicBezTo>
                    <a:pt x="104246" y="114284"/>
                    <a:pt x="104246" y="118114"/>
                    <a:pt x="101690" y="120668"/>
                  </a:cubicBezTo>
                  <a:lnTo>
                    <a:pt x="56321" y="165356"/>
                  </a:lnTo>
                  <a:cubicBezTo>
                    <a:pt x="56321" y="165356"/>
                    <a:pt x="55683" y="165994"/>
                    <a:pt x="55683" y="165994"/>
                  </a:cubicBezTo>
                  <a:cubicBezTo>
                    <a:pt x="55683" y="165994"/>
                    <a:pt x="55683" y="165994"/>
                    <a:pt x="55683" y="165994"/>
                  </a:cubicBezTo>
                  <a:cubicBezTo>
                    <a:pt x="54405" y="167271"/>
                    <a:pt x="53127" y="170463"/>
                    <a:pt x="53127" y="173655"/>
                  </a:cubicBezTo>
                  <a:cubicBezTo>
                    <a:pt x="53127" y="176847"/>
                    <a:pt x="54405" y="180039"/>
                    <a:pt x="56960" y="182592"/>
                  </a:cubicBezTo>
                  <a:cubicBezTo>
                    <a:pt x="58878" y="184508"/>
                    <a:pt x="60795" y="185784"/>
                    <a:pt x="62711" y="185784"/>
                  </a:cubicBezTo>
                  <a:cubicBezTo>
                    <a:pt x="60155" y="177485"/>
                    <a:pt x="62711" y="167909"/>
                    <a:pt x="69101" y="161525"/>
                  </a:cubicBezTo>
                  <a:cubicBezTo>
                    <a:pt x="74852" y="155780"/>
                    <a:pt x="81881" y="153864"/>
                    <a:pt x="89549" y="154503"/>
                  </a:cubicBezTo>
                  <a:cubicBezTo>
                    <a:pt x="89549" y="153864"/>
                    <a:pt x="89549" y="153864"/>
                    <a:pt x="89549" y="153226"/>
                  </a:cubicBezTo>
                  <a:cubicBezTo>
                    <a:pt x="89549" y="146204"/>
                    <a:pt x="92105" y="139820"/>
                    <a:pt x="97217" y="135351"/>
                  </a:cubicBezTo>
                  <a:cubicBezTo>
                    <a:pt x="102968" y="129605"/>
                    <a:pt x="109997" y="127690"/>
                    <a:pt x="117026" y="128328"/>
                  </a:cubicBezTo>
                  <a:cubicBezTo>
                    <a:pt x="117026" y="121306"/>
                    <a:pt x="118943" y="114284"/>
                    <a:pt x="124055" y="109176"/>
                  </a:cubicBezTo>
                  <a:cubicBezTo>
                    <a:pt x="129167" y="104069"/>
                    <a:pt x="136835" y="101516"/>
                    <a:pt x="143864" y="102154"/>
                  </a:cubicBezTo>
                  <a:cubicBezTo>
                    <a:pt x="143224" y="95132"/>
                    <a:pt x="145781" y="88109"/>
                    <a:pt x="150892" y="82364"/>
                  </a:cubicBezTo>
                  <a:cubicBezTo>
                    <a:pt x="160477" y="72788"/>
                    <a:pt x="177091" y="72788"/>
                    <a:pt x="186676" y="82364"/>
                  </a:cubicBezTo>
                  <a:lnTo>
                    <a:pt x="206485" y="102154"/>
                  </a:lnTo>
                  <a:cubicBezTo>
                    <a:pt x="221821" y="75980"/>
                    <a:pt x="209680" y="49167"/>
                    <a:pt x="209041" y="47890"/>
                  </a:cubicBezTo>
                  <a:cubicBezTo>
                    <a:pt x="203929" y="37037"/>
                    <a:pt x="180925" y="7033"/>
                    <a:pt x="154727" y="1287"/>
                  </a:cubicBezTo>
                  <a:close/>
                </a:path>
              </a:pathLst>
            </a:custGeom>
            <a:solidFill>
              <a:srgbClr val="007CB0"/>
            </a:solidFill>
            <a:ln w="6390" cap="flat">
              <a:noFill/>
              <a:prstDash val="solid"/>
              <a:miter/>
            </a:ln>
          </p:spPr>
          <p:txBody>
            <a:bodyPr rtlCol="0" anchor="ctr"/>
            <a:lstStyle/>
            <a:p>
              <a:endParaRPr lang="en-US"/>
            </a:p>
          </p:txBody>
        </p:sp>
        <p:sp>
          <p:nvSpPr>
            <p:cNvPr id="995" name="Graphic 4">
              <a:extLst>
                <a:ext uri="{FF2B5EF4-FFF2-40B4-BE49-F238E27FC236}">
                  <a16:creationId xmlns:a16="http://schemas.microsoft.com/office/drawing/2014/main" id="{8B959449-6AB5-294D-8CBB-FCD1CC3A77AF}"/>
                </a:ext>
              </a:extLst>
            </p:cNvPr>
            <p:cNvSpPr/>
            <p:nvPr/>
          </p:nvSpPr>
          <p:spPr>
            <a:xfrm>
              <a:off x="6384186" y="3519652"/>
              <a:ext cx="45368" cy="44847"/>
            </a:xfrm>
            <a:custGeom>
              <a:avLst/>
              <a:gdLst>
                <a:gd name="connsiteX0" fmla="*/ 21726 w 45368"/>
                <a:gd name="connsiteY0" fmla="*/ 3830 h 44847"/>
                <a:gd name="connsiteX1" fmla="*/ 12780 w 45368"/>
                <a:gd name="connsiteY1" fmla="*/ 0 h 44847"/>
                <a:gd name="connsiteX2" fmla="*/ 3834 w 45368"/>
                <a:gd name="connsiteY2" fmla="*/ 3830 h 44847"/>
                <a:gd name="connsiteX3" fmla="*/ 3834 w 45368"/>
                <a:gd name="connsiteY3" fmla="*/ 21705 h 44847"/>
                <a:gd name="connsiteX4" fmla="*/ 3834 w 45368"/>
                <a:gd name="connsiteY4" fmla="*/ 21705 h 44847"/>
                <a:gd name="connsiteX5" fmla="*/ 23643 w 45368"/>
                <a:gd name="connsiteY5" fmla="*/ 41496 h 44847"/>
                <a:gd name="connsiteX6" fmla="*/ 23643 w 45368"/>
                <a:gd name="connsiteY6" fmla="*/ 41496 h 44847"/>
                <a:gd name="connsiteX7" fmla="*/ 41534 w 45368"/>
                <a:gd name="connsiteY7" fmla="*/ 41496 h 44847"/>
                <a:gd name="connsiteX8" fmla="*/ 45368 w 45368"/>
                <a:gd name="connsiteY8" fmla="*/ 32558 h 44847"/>
                <a:gd name="connsiteX9" fmla="*/ 41534 w 45368"/>
                <a:gd name="connsiteY9" fmla="*/ 23621 h 44847"/>
                <a:gd name="connsiteX10" fmla="*/ 21726 w 45368"/>
                <a:gd name="connsiteY10" fmla="*/ 3830 h 44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368" h="44847">
                  <a:moveTo>
                    <a:pt x="21726" y="3830"/>
                  </a:moveTo>
                  <a:cubicBezTo>
                    <a:pt x="19170" y="1277"/>
                    <a:pt x="15975" y="0"/>
                    <a:pt x="12780" y="0"/>
                  </a:cubicBezTo>
                  <a:cubicBezTo>
                    <a:pt x="9585" y="0"/>
                    <a:pt x="6390" y="1277"/>
                    <a:pt x="3834" y="3830"/>
                  </a:cubicBezTo>
                  <a:cubicBezTo>
                    <a:pt x="-1278" y="8937"/>
                    <a:pt x="-1278" y="16598"/>
                    <a:pt x="3834" y="21705"/>
                  </a:cubicBezTo>
                  <a:cubicBezTo>
                    <a:pt x="3834" y="21705"/>
                    <a:pt x="3834" y="21705"/>
                    <a:pt x="3834" y="21705"/>
                  </a:cubicBezTo>
                  <a:lnTo>
                    <a:pt x="23643" y="41496"/>
                  </a:lnTo>
                  <a:cubicBezTo>
                    <a:pt x="23643" y="41496"/>
                    <a:pt x="23643" y="41496"/>
                    <a:pt x="23643" y="41496"/>
                  </a:cubicBezTo>
                  <a:cubicBezTo>
                    <a:pt x="28116" y="45965"/>
                    <a:pt x="36422" y="45965"/>
                    <a:pt x="41534" y="41496"/>
                  </a:cubicBezTo>
                  <a:cubicBezTo>
                    <a:pt x="44090" y="38942"/>
                    <a:pt x="45368" y="35750"/>
                    <a:pt x="45368" y="32558"/>
                  </a:cubicBezTo>
                  <a:cubicBezTo>
                    <a:pt x="45368" y="29366"/>
                    <a:pt x="44090" y="26174"/>
                    <a:pt x="41534" y="23621"/>
                  </a:cubicBezTo>
                  <a:lnTo>
                    <a:pt x="21726" y="3830"/>
                  </a:lnTo>
                  <a:close/>
                </a:path>
              </a:pathLst>
            </a:custGeom>
            <a:solidFill>
              <a:srgbClr val="007CB0"/>
            </a:solidFill>
            <a:ln w="6390" cap="flat">
              <a:noFill/>
              <a:prstDash val="solid"/>
              <a:miter/>
            </a:ln>
          </p:spPr>
          <p:txBody>
            <a:bodyPr rtlCol="0" anchor="ctr"/>
            <a:lstStyle/>
            <a:p>
              <a:endParaRPr lang="en-US"/>
            </a:p>
          </p:txBody>
        </p:sp>
        <p:sp>
          <p:nvSpPr>
            <p:cNvPr id="996" name="Graphic 4">
              <a:extLst>
                <a:ext uri="{FF2B5EF4-FFF2-40B4-BE49-F238E27FC236}">
                  <a16:creationId xmlns:a16="http://schemas.microsoft.com/office/drawing/2014/main" id="{74C107DF-FB8E-1345-832F-E2423AE680D6}"/>
                </a:ext>
              </a:extLst>
            </p:cNvPr>
            <p:cNvSpPr/>
            <p:nvPr/>
          </p:nvSpPr>
          <p:spPr>
            <a:xfrm>
              <a:off x="6147119"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94576 w 361670"/>
                <a:gd name="connsiteY5" fmla="*/ 212587 h 361333"/>
                <a:gd name="connsiteX6" fmla="*/ 286908 w 361670"/>
                <a:gd name="connsiteY6" fmla="*/ 230462 h 361333"/>
                <a:gd name="connsiteX7" fmla="*/ 269016 w 361670"/>
                <a:gd name="connsiteY7" fmla="*/ 238122 h 361333"/>
                <a:gd name="connsiteX8" fmla="*/ 267099 w 361670"/>
                <a:gd name="connsiteY8" fmla="*/ 238122 h 361333"/>
                <a:gd name="connsiteX9" fmla="*/ 267099 w 361670"/>
                <a:gd name="connsiteY9" fmla="*/ 240038 h 361333"/>
                <a:gd name="connsiteX10" fmla="*/ 259431 w 361670"/>
                <a:gd name="connsiteY10" fmla="*/ 257913 h 361333"/>
                <a:gd name="connsiteX11" fmla="*/ 241540 w 361670"/>
                <a:gd name="connsiteY11" fmla="*/ 265574 h 361333"/>
                <a:gd name="connsiteX12" fmla="*/ 239623 w 361670"/>
                <a:gd name="connsiteY12" fmla="*/ 265574 h 361333"/>
                <a:gd name="connsiteX13" fmla="*/ 239623 w 361670"/>
                <a:gd name="connsiteY13" fmla="*/ 266850 h 361333"/>
                <a:gd name="connsiteX14" fmla="*/ 231955 w 361670"/>
                <a:gd name="connsiteY14" fmla="*/ 284725 h 361333"/>
                <a:gd name="connsiteX15" fmla="*/ 214063 w 361670"/>
                <a:gd name="connsiteY15" fmla="*/ 292386 h 361333"/>
                <a:gd name="connsiteX16" fmla="*/ 211507 w 361670"/>
                <a:gd name="connsiteY16" fmla="*/ 292386 h 361333"/>
                <a:gd name="connsiteX17" fmla="*/ 204478 w 361670"/>
                <a:gd name="connsiteY17" fmla="*/ 311538 h 361333"/>
                <a:gd name="connsiteX18" fmla="*/ 186586 w 361670"/>
                <a:gd name="connsiteY18" fmla="*/ 319199 h 361333"/>
                <a:gd name="connsiteX19" fmla="*/ 168695 w 361670"/>
                <a:gd name="connsiteY19" fmla="*/ 311538 h 361333"/>
                <a:gd name="connsiteX20" fmla="*/ 150164 w 361670"/>
                <a:gd name="connsiteY20" fmla="*/ 293025 h 361333"/>
                <a:gd name="connsiteX21" fmla="*/ 144412 w 361670"/>
                <a:gd name="connsiteY21" fmla="*/ 293663 h 361333"/>
                <a:gd name="connsiteX22" fmla="*/ 128438 w 361670"/>
                <a:gd name="connsiteY22" fmla="*/ 286641 h 361333"/>
                <a:gd name="connsiteX23" fmla="*/ 120131 w 361670"/>
                <a:gd name="connsiteY23" fmla="*/ 268127 h 361333"/>
                <a:gd name="connsiteX24" fmla="*/ 120131 w 361670"/>
                <a:gd name="connsiteY24" fmla="*/ 266850 h 361333"/>
                <a:gd name="connsiteX25" fmla="*/ 117575 w 361670"/>
                <a:gd name="connsiteY25" fmla="*/ 266850 h 361333"/>
                <a:gd name="connsiteX26" fmla="*/ 101600 w 361670"/>
                <a:gd name="connsiteY26" fmla="*/ 259828 h 361333"/>
                <a:gd name="connsiteX27" fmla="*/ 93293 w 361670"/>
                <a:gd name="connsiteY27" fmla="*/ 240038 h 361333"/>
                <a:gd name="connsiteX28" fmla="*/ 90737 w 361670"/>
                <a:gd name="connsiteY28" fmla="*/ 240038 h 361333"/>
                <a:gd name="connsiteX29" fmla="*/ 88181 w 361670"/>
                <a:gd name="connsiteY29" fmla="*/ 240038 h 361333"/>
                <a:gd name="connsiteX30" fmla="*/ 71567 w 361670"/>
                <a:gd name="connsiteY30" fmla="*/ 229185 h 361333"/>
                <a:gd name="connsiteX31" fmla="*/ 67733 w 361670"/>
                <a:gd name="connsiteY31" fmla="*/ 210033 h 361333"/>
                <a:gd name="connsiteX32" fmla="*/ 53676 w 361670"/>
                <a:gd name="connsiteY32" fmla="*/ 155131 h 361333"/>
                <a:gd name="connsiteX33" fmla="*/ 130994 w 361670"/>
                <a:gd name="connsiteY33" fmla="*/ 81715 h 361333"/>
                <a:gd name="connsiteX34" fmla="*/ 180196 w 361670"/>
                <a:gd name="connsiteY34" fmla="*/ 93206 h 361333"/>
                <a:gd name="connsiteX35" fmla="*/ 238345 w 361670"/>
                <a:gd name="connsiteY35" fmla="*/ 81715 h 361333"/>
                <a:gd name="connsiteX36" fmla="*/ 300966 w 361670"/>
                <a:gd name="connsiteY36" fmla="*/ 135341 h 361333"/>
                <a:gd name="connsiteX37" fmla="*/ 293298 w 361670"/>
                <a:gd name="connsiteY37" fmla="*/ 207479 h 361333"/>
                <a:gd name="connsiteX38" fmla="*/ 294576 w 361670"/>
                <a:gd name="connsiteY38" fmla="*/ 21258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1670" h="361333">
                  <a:moveTo>
                    <a:pt x="180835" y="0"/>
                  </a:moveTo>
                  <a:cubicBezTo>
                    <a:pt x="80513" y="0"/>
                    <a:pt x="0" y="81077"/>
                    <a:pt x="0" y="180667"/>
                  </a:cubicBezTo>
                  <a:cubicBezTo>
                    <a:pt x="0" y="280257"/>
                    <a:pt x="81152" y="361333"/>
                    <a:pt x="180835" y="361333"/>
                  </a:cubicBezTo>
                  <a:cubicBezTo>
                    <a:pt x="281157" y="361333"/>
                    <a:pt x="361670" y="280257"/>
                    <a:pt x="361670" y="180667"/>
                  </a:cubicBezTo>
                  <a:cubicBezTo>
                    <a:pt x="361670" y="81077"/>
                    <a:pt x="280518" y="0"/>
                    <a:pt x="180835" y="0"/>
                  </a:cubicBezTo>
                  <a:close/>
                  <a:moveTo>
                    <a:pt x="294576" y="212587"/>
                  </a:moveTo>
                  <a:cubicBezTo>
                    <a:pt x="294576" y="219609"/>
                    <a:pt x="292020" y="225993"/>
                    <a:pt x="286908" y="230462"/>
                  </a:cubicBezTo>
                  <a:cubicBezTo>
                    <a:pt x="281796" y="234930"/>
                    <a:pt x="276045" y="238122"/>
                    <a:pt x="269016" y="238122"/>
                  </a:cubicBezTo>
                  <a:cubicBezTo>
                    <a:pt x="268377" y="238122"/>
                    <a:pt x="267739" y="238122"/>
                    <a:pt x="267099" y="238122"/>
                  </a:cubicBezTo>
                  <a:cubicBezTo>
                    <a:pt x="267099" y="238761"/>
                    <a:pt x="267099" y="239399"/>
                    <a:pt x="267099" y="240038"/>
                  </a:cubicBezTo>
                  <a:cubicBezTo>
                    <a:pt x="267099" y="247060"/>
                    <a:pt x="264544" y="253444"/>
                    <a:pt x="259431" y="257913"/>
                  </a:cubicBezTo>
                  <a:cubicBezTo>
                    <a:pt x="254319" y="263020"/>
                    <a:pt x="247929" y="265574"/>
                    <a:pt x="241540" y="265574"/>
                  </a:cubicBezTo>
                  <a:cubicBezTo>
                    <a:pt x="240901" y="265574"/>
                    <a:pt x="240261" y="265574"/>
                    <a:pt x="239623" y="265574"/>
                  </a:cubicBezTo>
                  <a:cubicBezTo>
                    <a:pt x="239623" y="266212"/>
                    <a:pt x="239623" y="266212"/>
                    <a:pt x="239623" y="266850"/>
                  </a:cubicBezTo>
                  <a:cubicBezTo>
                    <a:pt x="239623" y="273873"/>
                    <a:pt x="237067" y="280257"/>
                    <a:pt x="231955" y="284725"/>
                  </a:cubicBezTo>
                  <a:cubicBezTo>
                    <a:pt x="226843" y="289833"/>
                    <a:pt x="220453" y="292386"/>
                    <a:pt x="214063" y="292386"/>
                  </a:cubicBezTo>
                  <a:cubicBezTo>
                    <a:pt x="213424" y="292386"/>
                    <a:pt x="212146" y="292386"/>
                    <a:pt x="211507" y="292386"/>
                  </a:cubicBezTo>
                  <a:cubicBezTo>
                    <a:pt x="212146" y="299409"/>
                    <a:pt x="209590" y="306431"/>
                    <a:pt x="204478" y="311538"/>
                  </a:cubicBezTo>
                  <a:cubicBezTo>
                    <a:pt x="199366" y="316645"/>
                    <a:pt x="193615" y="319199"/>
                    <a:pt x="186586" y="319199"/>
                  </a:cubicBezTo>
                  <a:cubicBezTo>
                    <a:pt x="179557" y="319199"/>
                    <a:pt x="173167" y="316645"/>
                    <a:pt x="168695" y="311538"/>
                  </a:cubicBezTo>
                  <a:lnTo>
                    <a:pt x="150164" y="293025"/>
                  </a:lnTo>
                  <a:cubicBezTo>
                    <a:pt x="148885" y="293663"/>
                    <a:pt x="146969" y="293663"/>
                    <a:pt x="144412" y="293663"/>
                  </a:cubicBezTo>
                  <a:cubicBezTo>
                    <a:pt x="139940" y="293663"/>
                    <a:pt x="134189" y="291748"/>
                    <a:pt x="128438" y="286641"/>
                  </a:cubicBezTo>
                  <a:cubicBezTo>
                    <a:pt x="121409" y="280257"/>
                    <a:pt x="120131" y="273234"/>
                    <a:pt x="120131" y="268127"/>
                  </a:cubicBezTo>
                  <a:cubicBezTo>
                    <a:pt x="120131" y="267489"/>
                    <a:pt x="120131" y="267489"/>
                    <a:pt x="120131" y="266850"/>
                  </a:cubicBezTo>
                  <a:cubicBezTo>
                    <a:pt x="119492" y="266850"/>
                    <a:pt x="118853" y="266850"/>
                    <a:pt x="117575" y="266850"/>
                  </a:cubicBezTo>
                  <a:cubicBezTo>
                    <a:pt x="112463" y="266850"/>
                    <a:pt x="106712" y="264935"/>
                    <a:pt x="101600" y="259828"/>
                  </a:cubicBezTo>
                  <a:cubicBezTo>
                    <a:pt x="94571" y="253444"/>
                    <a:pt x="92654" y="246422"/>
                    <a:pt x="93293" y="240038"/>
                  </a:cubicBezTo>
                  <a:cubicBezTo>
                    <a:pt x="92654" y="240038"/>
                    <a:pt x="91376" y="240038"/>
                    <a:pt x="90737" y="240038"/>
                  </a:cubicBezTo>
                  <a:cubicBezTo>
                    <a:pt x="90098" y="240038"/>
                    <a:pt x="88820" y="240038"/>
                    <a:pt x="88181" y="240038"/>
                  </a:cubicBezTo>
                  <a:cubicBezTo>
                    <a:pt x="83708" y="239399"/>
                    <a:pt x="77318" y="236846"/>
                    <a:pt x="71567" y="229185"/>
                  </a:cubicBezTo>
                  <a:cubicBezTo>
                    <a:pt x="67094" y="222801"/>
                    <a:pt x="66456" y="215779"/>
                    <a:pt x="67733" y="210033"/>
                  </a:cubicBezTo>
                  <a:cubicBezTo>
                    <a:pt x="63261" y="204287"/>
                    <a:pt x="49203" y="182582"/>
                    <a:pt x="53676" y="155131"/>
                  </a:cubicBezTo>
                  <a:cubicBezTo>
                    <a:pt x="58148" y="127680"/>
                    <a:pt x="92654" y="84269"/>
                    <a:pt x="130994" y="81715"/>
                  </a:cubicBezTo>
                  <a:cubicBezTo>
                    <a:pt x="156553" y="79800"/>
                    <a:pt x="170611" y="86822"/>
                    <a:pt x="180196" y="93206"/>
                  </a:cubicBezTo>
                  <a:cubicBezTo>
                    <a:pt x="184669" y="90014"/>
                    <a:pt x="209590" y="75331"/>
                    <a:pt x="238345" y="81715"/>
                  </a:cubicBezTo>
                  <a:cubicBezTo>
                    <a:pt x="269655" y="88738"/>
                    <a:pt x="295215" y="122573"/>
                    <a:pt x="300966" y="135341"/>
                  </a:cubicBezTo>
                  <a:cubicBezTo>
                    <a:pt x="301605" y="136617"/>
                    <a:pt x="318219" y="174283"/>
                    <a:pt x="293298" y="207479"/>
                  </a:cubicBezTo>
                  <a:cubicBezTo>
                    <a:pt x="294576" y="208756"/>
                    <a:pt x="294576" y="210671"/>
                    <a:pt x="294576" y="212587"/>
                  </a:cubicBezTo>
                  <a:close/>
                </a:path>
              </a:pathLst>
            </a:custGeom>
            <a:solidFill>
              <a:srgbClr val="007CB0"/>
            </a:solidFill>
            <a:ln w="6390" cap="flat">
              <a:noFill/>
              <a:prstDash val="solid"/>
              <a:miter/>
            </a:ln>
          </p:spPr>
          <p:txBody>
            <a:bodyPr rtlCol="0" anchor="ctr"/>
            <a:lstStyle/>
            <a:p>
              <a:endParaRPr lang="en-US"/>
            </a:p>
          </p:txBody>
        </p:sp>
      </p:grpSp>
      <p:grpSp>
        <p:nvGrpSpPr>
          <p:cNvPr id="997" name="Graphic 4">
            <a:extLst>
              <a:ext uri="{FF2B5EF4-FFF2-40B4-BE49-F238E27FC236}">
                <a16:creationId xmlns:a16="http://schemas.microsoft.com/office/drawing/2014/main" id="{C2007219-3B77-4F42-9B52-C39524C9A15C}"/>
              </a:ext>
            </a:extLst>
          </p:cNvPr>
          <p:cNvGrpSpPr/>
          <p:nvPr/>
        </p:nvGrpSpPr>
        <p:grpSpPr>
          <a:xfrm>
            <a:off x="6147119" y="2855717"/>
            <a:ext cx="361670" cy="361333"/>
            <a:chOff x="6147119" y="2855717"/>
            <a:chExt cx="361670" cy="361333"/>
          </a:xfrm>
          <a:solidFill>
            <a:srgbClr val="007CB0"/>
          </a:solidFill>
        </p:grpSpPr>
        <p:sp>
          <p:nvSpPr>
            <p:cNvPr id="998" name="Graphic 4">
              <a:extLst>
                <a:ext uri="{FF2B5EF4-FFF2-40B4-BE49-F238E27FC236}">
                  <a16:creationId xmlns:a16="http://schemas.microsoft.com/office/drawing/2014/main" id="{9AC8B0E6-6798-B044-8BC4-2E0F05D3965E}"/>
                </a:ext>
              </a:extLst>
            </p:cNvPr>
            <p:cNvSpPr/>
            <p:nvPr/>
          </p:nvSpPr>
          <p:spPr>
            <a:xfrm>
              <a:off x="6352875" y="3021701"/>
              <a:ext cx="15974" cy="18513"/>
            </a:xfrm>
            <a:custGeom>
              <a:avLst/>
              <a:gdLst>
                <a:gd name="connsiteX0" fmla="*/ 14697 w 15974"/>
                <a:gd name="connsiteY0" fmla="*/ 17875 h 18513"/>
                <a:gd name="connsiteX1" fmla="*/ 15975 w 15974"/>
                <a:gd name="connsiteY1" fmla="*/ 9576 h 18513"/>
                <a:gd name="connsiteX2" fmla="*/ 14697 w 15974"/>
                <a:gd name="connsiteY2" fmla="*/ 0 h 18513"/>
                <a:gd name="connsiteX3" fmla="*/ 0 w 15974"/>
                <a:gd name="connsiteY3" fmla="*/ 0 h 18513"/>
                <a:gd name="connsiteX4" fmla="*/ 639 w 15974"/>
                <a:gd name="connsiteY4" fmla="*/ 9576 h 18513"/>
                <a:gd name="connsiteX5" fmla="*/ 639 w 15974"/>
                <a:gd name="connsiteY5" fmla="*/ 18514 h 18513"/>
                <a:gd name="connsiteX6" fmla="*/ 14697 w 15974"/>
                <a:gd name="connsiteY6" fmla="*/ 18514 h 1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74" h="18513">
                  <a:moveTo>
                    <a:pt x="14697" y="17875"/>
                  </a:moveTo>
                  <a:cubicBezTo>
                    <a:pt x="15336" y="15322"/>
                    <a:pt x="15975" y="12768"/>
                    <a:pt x="15975" y="9576"/>
                  </a:cubicBezTo>
                  <a:cubicBezTo>
                    <a:pt x="15975" y="6384"/>
                    <a:pt x="15336" y="3192"/>
                    <a:pt x="14697" y="0"/>
                  </a:cubicBezTo>
                  <a:lnTo>
                    <a:pt x="0" y="0"/>
                  </a:lnTo>
                  <a:cubicBezTo>
                    <a:pt x="0" y="3192"/>
                    <a:pt x="639" y="6384"/>
                    <a:pt x="639" y="9576"/>
                  </a:cubicBezTo>
                  <a:cubicBezTo>
                    <a:pt x="639" y="12130"/>
                    <a:pt x="639" y="15322"/>
                    <a:pt x="639" y="18514"/>
                  </a:cubicBezTo>
                  <a:lnTo>
                    <a:pt x="14697" y="18514"/>
                  </a:lnTo>
                  <a:close/>
                </a:path>
              </a:pathLst>
            </a:custGeom>
            <a:solidFill>
              <a:srgbClr val="007CB0"/>
            </a:solidFill>
            <a:ln w="6390" cap="flat">
              <a:noFill/>
              <a:prstDash val="solid"/>
              <a:miter/>
            </a:ln>
          </p:spPr>
          <p:txBody>
            <a:bodyPr rtlCol="0" anchor="ctr"/>
            <a:lstStyle/>
            <a:p>
              <a:endParaRPr lang="en-US"/>
            </a:p>
          </p:txBody>
        </p:sp>
        <p:sp>
          <p:nvSpPr>
            <p:cNvPr id="999" name="Graphic 4">
              <a:extLst>
                <a:ext uri="{FF2B5EF4-FFF2-40B4-BE49-F238E27FC236}">
                  <a16:creationId xmlns:a16="http://schemas.microsoft.com/office/drawing/2014/main" id="{05CD62C6-8AB9-994E-AF11-980ECBC6E625}"/>
                </a:ext>
              </a:extLst>
            </p:cNvPr>
            <p:cNvSpPr/>
            <p:nvPr/>
          </p:nvSpPr>
          <p:spPr>
            <a:xfrm>
              <a:off x="6347763" y="2998719"/>
              <a:ext cx="12779" cy="10214"/>
            </a:xfrm>
            <a:custGeom>
              <a:avLst/>
              <a:gdLst>
                <a:gd name="connsiteX0" fmla="*/ 3195 w 12779"/>
                <a:gd name="connsiteY0" fmla="*/ 10214 h 10214"/>
                <a:gd name="connsiteX1" fmla="*/ 12780 w 12779"/>
                <a:gd name="connsiteY1" fmla="*/ 10214 h 10214"/>
                <a:gd name="connsiteX2" fmla="*/ 0 w 12779"/>
                <a:gd name="connsiteY2" fmla="*/ 0 h 10214"/>
                <a:gd name="connsiteX3" fmla="*/ 3195 w 12779"/>
                <a:gd name="connsiteY3" fmla="*/ 10214 h 10214"/>
              </a:gdLst>
              <a:ahLst/>
              <a:cxnLst>
                <a:cxn ang="0">
                  <a:pos x="connsiteX0" y="connsiteY0"/>
                </a:cxn>
                <a:cxn ang="0">
                  <a:pos x="connsiteX1" y="connsiteY1"/>
                </a:cxn>
                <a:cxn ang="0">
                  <a:pos x="connsiteX2" y="connsiteY2"/>
                </a:cxn>
                <a:cxn ang="0">
                  <a:pos x="connsiteX3" y="connsiteY3"/>
                </a:cxn>
              </a:cxnLst>
              <a:rect l="l" t="t" r="r" b="b"/>
              <a:pathLst>
                <a:path w="12779" h="10214">
                  <a:moveTo>
                    <a:pt x="3195" y="10214"/>
                  </a:moveTo>
                  <a:lnTo>
                    <a:pt x="12780" y="10214"/>
                  </a:lnTo>
                  <a:cubicBezTo>
                    <a:pt x="9585" y="5746"/>
                    <a:pt x="5112" y="2554"/>
                    <a:pt x="0" y="0"/>
                  </a:cubicBezTo>
                  <a:cubicBezTo>
                    <a:pt x="1917" y="3192"/>
                    <a:pt x="2556" y="6384"/>
                    <a:pt x="3195" y="10214"/>
                  </a:cubicBezTo>
                  <a:close/>
                </a:path>
              </a:pathLst>
            </a:custGeom>
            <a:solidFill>
              <a:srgbClr val="007CB0"/>
            </a:solidFill>
            <a:ln w="6390" cap="flat">
              <a:noFill/>
              <a:prstDash val="solid"/>
              <a:miter/>
            </a:ln>
          </p:spPr>
          <p:txBody>
            <a:bodyPr rtlCol="0" anchor="ctr"/>
            <a:lstStyle/>
            <a:p>
              <a:endParaRPr lang="en-US"/>
            </a:p>
          </p:txBody>
        </p:sp>
        <p:sp>
          <p:nvSpPr>
            <p:cNvPr id="1000" name="Graphic 4">
              <a:extLst>
                <a:ext uri="{FF2B5EF4-FFF2-40B4-BE49-F238E27FC236}">
                  <a16:creationId xmlns:a16="http://schemas.microsoft.com/office/drawing/2014/main" id="{2559E416-2493-7D4C-BF89-D2F7CE41419F}"/>
                </a:ext>
              </a:extLst>
            </p:cNvPr>
            <p:cNvSpPr/>
            <p:nvPr/>
          </p:nvSpPr>
          <p:spPr>
            <a:xfrm>
              <a:off x="6324759" y="2994250"/>
              <a:ext cx="13419" cy="14683"/>
            </a:xfrm>
            <a:custGeom>
              <a:avLst/>
              <a:gdLst>
                <a:gd name="connsiteX0" fmla="*/ 13419 w 13419"/>
                <a:gd name="connsiteY0" fmla="*/ 14683 h 14683"/>
                <a:gd name="connsiteX1" fmla="*/ 6390 w 13419"/>
                <a:gd name="connsiteY1" fmla="*/ 0 h 14683"/>
                <a:gd name="connsiteX2" fmla="*/ 6390 w 13419"/>
                <a:gd name="connsiteY2" fmla="*/ 0 h 14683"/>
                <a:gd name="connsiteX3" fmla="*/ 0 w 13419"/>
                <a:gd name="connsiteY3" fmla="*/ 14683 h 14683"/>
                <a:gd name="connsiteX4" fmla="*/ 13419 w 13419"/>
                <a:gd name="connsiteY4" fmla="*/ 14683 h 14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19" h="14683">
                  <a:moveTo>
                    <a:pt x="13419" y="14683"/>
                  </a:moveTo>
                  <a:cubicBezTo>
                    <a:pt x="11502" y="5746"/>
                    <a:pt x="8307" y="638"/>
                    <a:pt x="6390" y="0"/>
                  </a:cubicBezTo>
                  <a:cubicBezTo>
                    <a:pt x="6390" y="0"/>
                    <a:pt x="6390" y="0"/>
                    <a:pt x="6390" y="0"/>
                  </a:cubicBezTo>
                  <a:cubicBezTo>
                    <a:pt x="5112" y="638"/>
                    <a:pt x="1917" y="5746"/>
                    <a:pt x="0" y="14683"/>
                  </a:cubicBezTo>
                  <a:lnTo>
                    <a:pt x="13419" y="14683"/>
                  </a:lnTo>
                  <a:close/>
                </a:path>
              </a:pathLst>
            </a:custGeom>
            <a:solidFill>
              <a:srgbClr val="007CB0"/>
            </a:solidFill>
            <a:ln w="6390" cap="flat">
              <a:noFill/>
              <a:prstDash val="solid"/>
              <a:miter/>
            </a:ln>
          </p:spPr>
          <p:txBody>
            <a:bodyPr rtlCol="0" anchor="ctr"/>
            <a:lstStyle/>
            <a:p>
              <a:endParaRPr lang="en-US"/>
            </a:p>
          </p:txBody>
        </p:sp>
        <p:sp>
          <p:nvSpPr>
            <p:cNvPr id="1001" name="Graphic 4">
              <a:extLst>
                <a:ext uri="{FF2B5EF4-FFF2-40B4-BE49-F238E27FC236}">
                  <a16:creationId xmlns:a16="http://schemas.microsoft.com/office/drawing/2014/main" id="{41DC9E85-96D0-3D4B-A432-24E415B59A6C}"/>
                </a:ext>
              </a:extLst>
            </p:cNvPr>
            <p:cNvSpPr/>
            <p:nvPr/>
          </p:nvSpPr>
          <p:spPr>
            <a:xfrm>
              <a:off x="6324759" y="3052344"/>
              <a:ext cx="13419" cy="15321"/>
            </a:xfrm>
            <a:custGeom>
              <a:avLst/>
              <a:gdLst>
                <a:gd name="connsiteX0" fmla="*/ 0 w 13419"/>
                <a:gd name="connsiteY0" fmla="*/ 0 h 15321"/>
                <a:gd name="connsiteX1" fmla="*/ 7029 w 13419"/>
                <a:gd name="connsiteY1" fmla="*/ 15322 h 15321"/>
                <a:gd name="connsiteX2" fmla="*/ 13419 w 13419"/>
                <a:gd name="connsiteY2" fmla="*/ 0 h 15321"/>
                <a:gd name="connsiteX3" fmla="*/ 0 w 13419"/>
                <a:gd name="connsiteY3" fmla="*/ 0 h 15321"/>
              </a:gdLst>
              <a:ahLst/>
              <a:cxnLst>
                <a:cxn ang="0">
                  <a:pos x="connsiteX0" y="connsiteY0"/>
                </a:cxn>
                <a:cxn ang="0">
                  <a:pos x="connsiteX1" y="connsiteY1"/>
                </a:cxn>
                <a:cxn ang="0">
                  <a:pos x="connsiteX2" y="connsiteY2"/>
                </a:cxn>
                <a:cxn ang="0">
                  <a:pos x="connsiteX3" y="connsiteY3"/>
                </a:cxn>
              </a:cxnLst>
              <a:rect l="l" t="t" r="r" b="b"/>
              <a:pathLst>
                <a:path w="13419" h="15321">
                  <a:moveTo>
                    <a:pt x="0" y="0"/>
                  </a:moveTo>
                  <a:cubicBezTo>
                    <a:pt x="1917" y="9576"/>
                    <a:pt x="5112" y="14683"/>
                    <a:pt x="7029" y="15322"/>
                  </a:cubicBezTo>
                  <a:cubicBezTo>
                    <a:pt x="8307" y="14683"/>
                    <a:pt x="11502" y="9576"/>
                    <a:pt x="13419" y="0"/>
                  </a:cubicBezTo>
                  <a:lnTo>
                    <a:pt x="0" y="0"/>
                  </a:lnTo>
                  <a:close/>
                </a:path>
              </a:pathLst>
            </a:custGeom>
            <a:solidFill>
              <a:srgbClr val="007CB0"/>
            </a:solidFill>
            <a:ln w="6390" cap="flat">
              <a:noFill/>
              <a:prstDash val="solid"/>
              <a:miter/>
            </a:ln>
          </p:spPr>
          <p:txBody>
            <a:bodyPr rtlCol="0" anchor="ctr"/>
            <a:lstStyle/>
            <a:p>
              <a:endParaRPr lang="en-US"/>
            </a:p>
          </p:txBody>
        </p:sp>
        <p:sp>
          <p:nvSpPr>
            <p:cNvPr id="1002" name="Graphic 4">
              <a:extLst>
                <a:ext uri="{FF2B5EF4-FFF2-40B4-BE49-F238E27FC236}">
                  <a16:creationId xmlns:a16="http://schemas.microsoft.com/office/drawing/2014/main" id="{3229819E-49BF-BF42-A4B7-3E8067A5EE8D}"/>
                </a:ext>
              </a:extLst>
            </p:cNvPr>
            <p:cNvSpPr/>
            <p:nvPr/>
          </p:nvSpPr>
          <p:spPr>
            <a:xfrm>
              <a:off x="6301756" y="2998719"/>
              <a:ext cx="12779" cy="10214"/>
            </a:xfrm>
            <a:custGeom>
              <a:avLst/>
              <a:gdLst>
                <a:gd name="connsiteX0" fmla="*/ 10224 w 12779"/>
                <a:gd name="connsiteY0" fmla="*/ 10214 h 10214"/>
                <a:gd name="connsiteX1" fmla="*/ 12780 w 12779"/>
                <a:gd name="connsiteY1" fmla="*/ 0 h 10214"/>
                <a:gd name="connsiteX2" fmla="*/ 0 w 12779"/>
                <a:gd name="connsiteY2" fmla="*/ 10214 h 10214"/>
                <a:gd name="connsiteX3" fmla="*/ 10224 w 12779"/>
                <a:gd name="connsiteY3" fmla="*/ 10214 h 10214"/>
              </a:gdLst>
              <a:ahLst/>
              <a:cxnLst>
                <a:cxn ang="0">
                  <a:pos x="connsiteX0" y="connsiteY0"/>
                </a:cxn>
                <a:cxn ang="0">
                  <a:pos x="connsiteX1" y="connsiteY1"/>
                </a:cxn>
                <a:cxn ang="0">
                  <a:pos x="connsiteX2" y="connsiteY2"/>
                </a:cxn>
                <a:cxn ang="0">
                  <a:pos x="connsiteX3" y="connsiteY3"/>
                </a:cxn>
              </a:cxnLst>
              <a:rect l="l" t="t" r="r" b="b"/>
              <a:pathLst>
                <a:path w="12779" h="10214">
                  <a:moveTo>
                    <a:pt x="10224" y="10214"/>
                  </a:moveTo>
                  <a:cubicBezTo>
                    <a:pt x="10863" y="6384"/>
                    <a:pt x="12141" y="3192"/>
                    <a:pt x="12780" y="0"/>
                  </a:cubicBezTo>
                  <a:cubicBezTo>
                    <a:pt x="7668" y="2554"/>
                    <a:pt x="3834" y="6384"/>
                    <a:pt x="0" y="10214"/>
                  </a:cubicBezTo>
                  <a:lnTo>
                    <a:pt x="10224" y="10214"/>
                  </a:lnTo>
                  <a:close/>
                </a:path>
              </a:pathLst>
            </a:custGeom>
            <a:solidFill>
              <a:srgbClr val="007CB0"/>
            </a:solidFill>
            <a:ln w="6390" cap="flat">
              <a:noFill/>
              <a:prstDash val="solid"/>
              <a:miter/>
            </a:ln>
          </p:spPr>
          <p:txBody>
            <a:bodyPr rtlCol="0" anchor="ctr"/>
            <a:lstStyle/>
            <a:p>
              <a:endParaRPr lang="en-US"/>
            </a:p>
          </p:txBody>
        </p:sp>
        <p:sp>
          <p:nvSpPr>
            <p:cNvPr id="1003" name="Graphic 4">
              <a:extLst>
                <a:ext uri="{FF2B5EF4-FFF2-40B4-BE49-F238E27FC236}">
                  <a16:creationId xmlns:a16="http://schemas.microsoft.com/office/drawing/2014/main" id="{D0018C78-D3FD-B149-B209-2F6BB8122030}"/>
                </a:ext>
              </a:extLst>
            </p:cNvPr>
            <p:cNvSpPr/>
            <p:nvPr/>
          </p:nvSpPr>
          <p:spPr>
            <a:xfrm>
              <a:off x="6294726" y="3021701"/>
              <a:ext cx="15974" cy="17875"/>
            </a:xfrm>
            <a:custGeom>
              <a:avLst/>
              <a:gdLst>
                <a:gd name="connsiteX0" fmla="*/ 15336 w 15974"/>
                <a:gd name="connsiteY0" fmla="*/ 9576 h 17875"/>
                <a:gd name="connsiteX1" fmla="*/ 15975 w 15974"/>
                <a:gd name="connsiteY1" fmla="*/ 0 h 17875"/>
                <a:gd name="connsiteX2" fmla="*/ 1278 w 15974"/>
                <a:gd name="connsiteY2" fmla="*/ 0 h 17875"/>
                <a:gd name="connsiteX3" fmla="*/ 0 w 15974"/>
                <a:gd name="connsiteY3" fmla="*/ 9576 h 17875"/>
                <a:gd name="connsiteX4" fmla="*/ 1278 w 15974"/>
                <a:gd name="connsiteY4" fmla="*/ 17875 h 17875"/>
                <a:gd name="connsiteX5" fmla="*/ 15975 w 15974"/>
                <a:gd name="connsiteY5" fmla="*/ 17875 h 17875"/>
                <a:gd name="connsiteX6" fmla="*/ 15336 w 15974"/>
                <a:gd name="connsiteY6" fmla="*/ 9576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74" h="17875">
                  <a:moveTo>
                    <a:pt x="15336" y="9576"/>
                  </a:moveTo>
                  <a:cubicBezTo>
                    <a:pt x="15336" y="6384"/>
                    <a:pt x="15336" y="3192"/>
                    <a:pt x="15975" y="0"/>
                  </a:cubicBezTo>
                  <a:lnTo>
                    <a:pt x="1278" y="0"/>
                  </a:lnTo>
                  <a:cubicBezTo>
                    <a:pt x="639" y="3192"/>
                    <a:pt x="0" y="6384"/>
                    <a:pt x="0" y="9576"/>
                  </a:cubicBezTo>
                  <a:cubicBezTo>
                    <a:pt x="0" y="12130"/>
                    <a:pt x="639" y="15322"/>
                    <a:pt x="1278" y="17875"/>
                  </a:cubicBezTo>
                  <a:lnTo>
                    <a:pt x="15975" y="17875"/>
                  </a:lnTo>
                  <a:cubicBezTo>
                    <a:pt x="15336" y="15322"/>
                    <a:pt x="15336" y="12130"/>
                    <a:pt x="15336" y="9576"/>
                  </a:cubicBezTo>
                  <a:close/>
                </a:path>
              </a:pathLst>
            </a:custGeom>
            <a:solidFill>
              <a:srgbClr val="007CB0"/>
            </a:solidFill>
            <a:ln w="6390" cap="flat">
              <a:noFill/>
              <a:prstDash val="solid"/>
              <a:miter/>
            </a:ln>
          </p:spPr>
          <p:txBody>
            <a:bodyPr rtlCol="0" anchor="ctr"/>
            <a:lstStyle/>
            <a:p>
              <a:endParaRPr lang="en-US"/>
            </a:p>
          </p:txBody>
        </p:sp>
        <p:sp>
          <p:nvSpPr>
            <p:cNvPr id="1004" name="Graphic 4">
              <a:extLst>
                <a:ext uri="{FF2B5EF4-FFF2-40B4-BE49-F238E27FC236}">
                  <a16:creationId xmlns:a16="http://schemas.microsoft.com/office/drawing/2014/main" id="{BE274579-4FCC-FB4A-92BC-4D76E950B341}"/>
                </a:ext>
              </a:extLst>
            </p:cNvPr>
            <p:cNvSpPr/>
            <p:nvPr/>
          </p:nvSpPr>
          <p:spPr>
            <a:xfrm>
              <a:off x="6322203" y="3021701"/>
              <a:ext cx="18530" cy="18513"/>
            </a:xfrm>
            <a:custGeom>
              <a:avLst/>
              <a:gdLst>
                <a:gd name="connsiteX0" fmla="*/ 17892 w 18530"/>
                <a:gd name="connsiteY0" fmla="*/ 0 h 18513"/>
                <a:gd name="connsiteX1" fmla="*/ 639 w 18530"/>
                <a:gd name="connsiteY1" fmla="*/ 0 h 18513"/>
                <a:gd name="connsiteX2" fmla="*/ 0 w 18530"/>
                <a:gd name="connsiteY2" fmla="*/ 9576 h 18513"/>
                <a:gd name="connsiteX3" fmla="*/ 639 w 18530"/>
                <a:gd name="connsiteY3" fmla="*/ 18514 h 18513"/>
                <a:gd name="connsiteX4" fmla="*/ 17892 w 18530"/>
                <a:gd name="connsiteY4" fmla="*/ 18514 h 18513"/>
                <a:gd name="connsiteX5" fmla="*/ 18531 w 18530"/>
                <a:gd name="connsiteY5" fmla="*/ 9576 h 18513"/>
                <a:gd name="connsiteX6" fmla="*/ 17892 w 18530"/>
                <a:gd name="connsiteY6" fmla="*/ 0 h 1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530" h="18513">
                  <a:moveTo>
                    <a:pt x="17892" y="0"/>
                  </a:moveTo>
                  <a:lnTo>
                    <a:pt x="639" y="0"/>
                  </a:lnTo>
                  <a:cubicBezTo>
                    <a:pt x="639" y="3192"/>
                    <a:pt x="0" y="5746"/>
                    <a:pt x="0" y="9576"/>
                  </a:cubicBezTo>
                  <a:cubicBezTo>
                    <a:pt x="0" y="12768"/>
                    <a:pt x="0" y="15322"/>
                    <a:pt x="639" y="18514"/>
                  </a:cubicBezTo>
                  <a:lnTo>
                    <a:pt x="17892" y="18514"/>
                  </a:lnTo>
                  <a:cubicBezTo>
                    <a:pt x="17892" y="15960"/>
                    <a:pt x="18531" y="12768"/>
                    <a:pt x="18531" y="9576"/>
                  </a:cubicBezTo>
                  <a:cubicBezTo>
                    <a:pt x="18531" y="6384"/>
                    <a:pt x="17892" y="3192"/>
                    <a:pt x="17892" y="0"/>
                  </a:cubicBezTo>
                  <a:close/>
                </a:path>
              </a:pathLst>
            </a:custGeom>
            <a:solidFill>
              <a:srgbClr val="007CB0"/>
            </a:solidFill>
            <a:ln w="6390" cap="flat">
              <a:noFill/>
              <a:prstDash val="solid"/>
              <a:miter/>
            </a:ln>
          </p:spPr>
          <p:txBody>
            <a:bodyPr rtlCol="0" anchor="ctr"/>
            <a:lstStyle/>
            <a:p>
              <a:endParaRPr lang="en-US"/>
            </a:p>
          </p:txBody>
        </p:sp>
        <p:sp>
          <p:nvSpPr>
            <p:cNvPr id="1005" name="Graphic 4">
              <a:extLst>
                <a:ext uri="{FF2B5EF4-FFF2-40B4-BE49-F238E27FC236}">
                  <a16:creationId xmlns:a16="http://schemas.microsoft.com/office/drawing/2014/main" id="{30DDF193-FB60-FF4E-845E-C918806DC120}"/>
                </a:ext>
              </a:extLst>
            </p:cNvPr>
            <p:cNvSpPr/>
            <p:nvPr/>
          </p:nvSpPr>
          <p:spPr>
            <a:xfrm>
              <a:off x="6264055" y="2938071"/>
              <a:ext cx="133549" cy="169175"/>
            </a:xfrm>
            <a:custGeom>
              <a:avLst/>
              <a:gdLst>
                <a:gd name="connsiteX0" fmla="*/ 132911 w 133549"/>
                <a:gd name="connsiteY0" fmla="*/ 11491 h 169175"/>
                <a:gd name="connsiteX1" fmla="*/ 121409 w 133549"/>
                <a:gd name="connsiteY1" fmla="*/ 0 h 169175"/>
                <a:gd name="connsiteX2" fmla="*/ 0 w 133549"/>
                <a:gd name="connsiteY2" fmla="*/ 0 h 169175"/>
                <a:gd name="connsiteX3" fmla="*/ 0 w 133549"/>
                <a:gd name="connsiteY3" fmla="*/ 121296 h 169175"/>
                <a:gd name="connsiteX4" fmla="*/ 10224 w 133549"/>
                <a:gd name="connsiteY4" fmla="*/ 130233 h 169175"/>
                <a:gd name="connsiteX5" fmla="*/ 16614 w 133549"/>
                <a:gd name="connsiteY5" fmla="*/ 130872 h 169175"/>
                <a:gd name="connsiteX6" fmla="*/ 67094 w 133549"/>
                <a:gd name="connsiteY6" fmla="*/ 169176 h 169175"/>
                <a:gd name="connsiteX7" fmla="*/ 117575 w 133549"/>
                <a:gd name="connsiteY7" fmla="*/ 130872 h 169175"/>
                <a:gd name="connsiteX8" fmla="*/ 123965 w 133549"/>
                <a:gd name="connsiteY8" fmla="*/ 130233 h 169175"/>
                <a:gd name="connsiteX9" fmla="*/ 133550 w 133549"/>
                <a:gd name="connsiteY9" fmla="*/ 121934 h 169175"/>
                <a:gd name="connsiteX10" fmla="*/ 133550 w 133549"/>
                <a:gd name="connsiteY10" fmla="*/ 11491 h 169175"/>
                <a:gd name="connsiteX11" fmla="*/ 67734 w 133549"/>
                <a:gd name="connsiteY11" fmla="*/ 143001 h 169175"/>
                <a:gd name="connsiteX12" fmla="*/ 17892 w 133549"/>
                <a:gd name="connsiteY12" fmla="*/ 93206 h 169175"/>
                <a:gd name="connsiteX13" fmla="*/ 67734 w 133549"/>
                <a:gd name="connsiteY13" fmla="*/ 43411 h 169175"/>
                <a:gd name="connsiteX14" fmla="*/ 117575 w 133549"/>
                <a:gd name="connsiteY14" fmla="*/ 93206 h 169175"/>
                <a:gd name="connsiteX15" fmla="*/ 67734 w 133549"/>
                <a:gd name="connsiteY15" fmla="*/ 143001 h 169175"/>
                <a:gd name="connsiteX16" fmla="*/ 116297 w 133549"/>
                <a:gd name="connsiteY16" fmla="*/ 33197 h 169175"/>
                <a:gd name="connsiteX17" fmla="*/ 17253 w 133549"/>
                <a:gd name="connsiteY17" fmla="*/ 33197 h 169175"/>
                <a:gd name="connsiteX18" fmla="*/ 10863 w 133549"/>
                <a:gd name="connsiteY18" fmla="*/ 26813 h 169175"/>
                <a:gd name="connsiteX19" fmla="*/ 17253 w 133549"/>
                <a:gd name="connsiteY19" fmla="*/ 20429 h 169175"/>
                <a:gd name="connsiteX20" fmla="*/ 116297 w 133549"/>
                <a:gd name="connsiteY20" fmla="*/ 20429 h 169175"/>
                <a:gd name="connsiteX21" fmla="*/ 122687 w 133549"/>
                <a:gd name="connsiteY21" fmla="*/ 26813 h 169175"/>
                <a:gd name="connsiteX22" fmla="*/ 116297 w 133549"/>
                <a:gd name="connsiteY22" fmla="*/ 33197 h 16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3549" h="169175">
                  <a:moveTo>
                    <a:pt x="132911" y="11491"/>
                  </a:moveTo>
                  <a:cubicBezTo>
                    <a:pt x="132911" y="5107"/>
                    <a:pt x="127799" y="0"/>
                    <a:pt x="121409" y="0"/>
                  </a:cubicBezTo>
                  <a:lnTo>
                    <a:pt x="0" y="0"/>
                  </a:lnTo>
                  <a:lnTo>
                    <a:pt x="0" y="121296"/>
                  </a:lnTo>
                  <a:cubicBezTo>
                    <a:pt x="3195" y="123849"/>
                    <a:pt x="7029" y="127041"/>
                    <a:pt x="10224" y="130233"/>
                  </a:cubicBezTo>
                  <a:cubicBezTo>
                    <a:pt x="11502" y="130233"/>
                    <a:pt x="14058" y="130233"/>
                    <a:pt x="16614" y="130872"/>
                  </a:cubicBezTo>
                  <a:cubicBezTo>
                    <a:pt x="38979" y="133425"/>
                    <a:pt x="58788" y="148108"/>
                    <a:pt x="67094" y="169176"/>
                  </a:cubicBezTo>
                  <a:cubicBezTo>
                    <a:pt x="75401" y="148108"/>
                    <a:pt x="95210" y="133425"/>
                    <a:pt x="117575" y="130872"/>
                  </a:cubicBezTo>
                  <a:cubicBezTo>
                    <a:pt x="120131" y="130872"/>
                    <a:pt x="122048" y="130233"/>
                    <a:pt x="123965" y="130233"/>
                  </a:cubicBezTo>
                  <a:cubicBezTo>
                    <a:pt x="127160" y="127041"/>
                    <a:pt x="130355" y="124488"/>
                    <a:pt x="133550" y="121934"/>
                  </a:cubicBezTo>
                  <a:lnTo>
                    <a:pt x="133550" y="11491"/>
                  </a:lnTo>
                  <a:close/>
                  <a:moveTo>
                    <a:pt x="67734" y="143001"/>
                  </a:moveTo>
                  <a:cubicBezTo>
                    <a:pt x="40257" y="143001"/>
                    <a:pt x="17892" y="120657"/>
                    <a:pt x="17892" y="93206"/>
                  </a:cubicBezTo>
                  <a:cubicBezTo>
                    <a:pt x="17892" y="65755"/>
                    <a:pt x="40257" y="43411"/>
                    <a:pt x="67734" y="43411"/>
                  </a:cubicBezTo>
                  <a:cubicBezTo>
                    <a:pt x="95210" y="43411"/>
                    <a:pt x="117575" y="65755"/>
                    <a:pt x="117575" y="93206"/>
                  </a:cubicBezTo>
                  <a:cubicBezTo>
                    <a:pt x="117575" y="120657"/>
                    <a:pt x="95210" y="143001"/>
                    <a:pt x="67734" y="143001"/>
                  </a:cubicBezTo>
                  <a:close/>
                  <a:moveTo>
                    <a:pt x="116297" y="33197"/>
                  </a:moveTo>
                  <a:lnTo>
                    <a:pt x="17253" y="33197"/>
                  </a:lnTo>
                  <a:cubicBezTo>
                    <a:pt x="13419" y="33197"/>
                    <a:pt x="10863" y="30643"/>
                    <a:pt x="10863" y="26813"/>
                  </a:cubicBezTo>
                  <a:cubicBezTo>
                    <a:pt x="10863" y="22982"/>
                    <a:pt x="13419" y="20429"/>
                    <a:pt x="17253" y="20429"/>
                  </a:cubicBezTo>
                  <a:lnTo>
                    <a:pt x="116297" y="20429"/>
                  </a:lnTo>
                  <a:cubicBezTo>
                    <a:pt x="120131" y="20429"/>
                    <a:pt x="122687" y="22982"/>
                    <a:pt x="122687" y="26813"/>
                  </a:cubicBezTo>
                  <a:cubicBezTo>
                    <a:pt x="122687" y="30643"/>
                    <a:pt x="120131" y="33197"/>
                    <a:pt x="116297" y="33197"/>
                  </a:cubicBezTo>
                  <a:close/>
                </a:path>
              </a:pathLst>
            </a:custGeom>
            <a:solidFill>
              <a:srgbClr val="007CB0"/>
            </a:solidFill>
            <a:ln w="6390" cap="flat">
              <a:noFill/>
              <a:prstDash val="solid"/>
              <a:miter/>
            </a:ln>
          </p:spPr>
          <p:txBody>
            <a:bodyPr rtlCol="0" anchor="ctr"/>
            <a:lstStyle/>
            <a:p>
              <a:endParaRPr lang="en-US"/>
            </a:p>
          </p:txBody>
        </p:sp>
        <p:sp>
          <p:nvSpPr>
            <p:cNvPr id="1006" name="Graphic 4">
              <a:extLst>
                <a:ext uri="{FF2B5EF4-FFF2-40B4-BE49-F238E27FC236}">
                  <a16:creationId xmlns:a16="http://schemas.microsoft.com/office/drawing/2014/main" id="{5FDA7868-022E-A54C-B6E6-CD348ED6BE14}"/>
                </a:ext>
              </a:extLst>
            </p:cNvPr>
            <p:cNvSpPr/>
            <p:nvPr/>
          </p:nvSpPr>
          <p:spPr>
            <a:xfrm>
              <a:off x="6301116" y="3052344"/>
              <a:ext cx="14057" cy="12129"/>
            </a:xfrm>
            <a:custGeom>
              <a:avLst/>
              <a:gdLst>
                <a:gd name="connsiteX0" fmla="*/ 10863 w 14057"/>
                <a:gd name="connsiteY0" fmla="*/ 0 h 12129"/>
                <a:gd name="connsiteX1" fmla="*/ 0 w 14057"/>
                <a:gd name="connsiteY1" fmla="*/ 0 h 12129"/>
                <a:gd name="connsiteX2" fmla="*/ 14058 w 14057"/>
                <a:gd name="connsiteY2" fmla="*/ 12130 h 12129"/>
                <a:gd name="connsiteX3" fmla="*/ 10863 w 14057"/>
                <a:gd name="connsiteY3" fmla="*/ 0 h 12129"/>
              </a:gdLst>
              <a:ahLst/>
              <a:cxnLst>
                <a:cxn ang="0">
                  <a:pos x="connsiteX0" y="connsiteY0"/>
                </a:cxn>
                <a:cxn ang="0">
                  <a:pos x="connsiteX1" y="connsiteY1"/>
                </a:cxn>
                <a:cxn ang="0">
                  <a:pos x="connsiteX2" y="connsiteY2"/>
                </a:cxn>
                <a:cxn ang="0">
                  <a:pos x="connsiteX3" y="connsiteY3"/>
                </a:cxn>
              </a:cxnLst>
              <a:rect l="l" t="t" r="r" b="b"/>
              <a:pathLst>
                <a:path w="14057" h="12129">
                  <a:moveTo>
                    <a:pt x="10863" y="0"/>
                  </a:moveTo>
                  <a:lnTo>
                    <a:pt x="0" y="0"/>
                  </a:lnTo>
                  <a:cubicBezTo>
                    <a:pt x="3834" y="5107"/>
                    <a:pt x="8307" y="9576"/>
                    <a:pt x="14058" y="12130"/>
                  </a:cubicBezTo>
                  <a:cubicBezTo>
                    <a:pt x="12780" y="8938"/>
                    <a:pt x="11502" y="4469"/>
                    <a:pt x="10863" y="0"/>
                  </a:cubicBezTo>
                  <a:close/>
                </a:path>
              </a:pathLst>
            </a:custGeom>
            <a:solidFill>
              <a:srgbClr val="007CB0"/>
            </a:solidFill>
            <a:ln w="6390" cap="flat">
              <a:noFill/>
              <a:prstDash val="solid"/>
              <a:miter/>
            </a:ln>
          </p:spPr>
          <p:txBody>
            <a:bodyPr rtlCol="0" anchor="ctr"/>
            <a:lstStyle/>
            <a:p>
              <a:endParaRPr lang="en-US"/>
            </a:p>
          </p:txBody>
        </p:sp>
        <p:sp>
          <p:nvSpPr>
            <p:cNvPr id="1007" name="Graphic 4">
              <a:extLst>
                <a:ext uri="{FF2B5EF4-FFF2-40B4-BE49-F238E27FC236}">
                  <a16:creationId xmlns:a16="http://schemas.microsoft.com/office/drawing/2014/main" id="{B6E444A4-2123-AA4A-9B89-6814F971A4E7}"/>
                </a:ext>
              </a:extLst>
            </p:cNvPr>
            <p:cNvSpPr/>
            <p:nvPr/>
          </p:nvSpPr>
          <p:spPr>
            <a:xfrm>
              <a:off x="6147119"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307356 w 361670"/>
                <a:gd name="connsiteY5" fmla="*/ 212587 h 361333"/>
                <a:gd name="connsiteX6" fmla="*/ 292020 w 361670"/>
                <a:gd name="connsiteY6" fmla="*/ 254082 h 361333"/>
                <a:gd name="connsiteX7" fmla="*/ 276684 w 361670"/>
                <a:gd name="connsiteY7" fmla="*/ 274511 h 361333"/>
                <a:gd name="connsiteX8" fmla="*/ 239623 w 361670"/>
                <a:gd name="connsiteY8" fmla="*/ 301324 h 361333"/>
                <a:gd name="connsiteX9" fmla="*/ 230677 w 361670"/>
                <a:gd name="connsiteY9" fmla="*/ 314092 h 361333"/>
                <a:gd name="connsiteX10" fmla="*/ 224287 w 361670"/>
                <a:gd name="connsiteY10" fmla="*/ 319837 h 361333"/>
                <a:gd name="connsiteX11" fmla="*/ 223648 w 361670"/>
                <a:gd name="connsiteY11" fmla="*/ 319837 h 361333"/>
                <a:gd name="connsiteX12" fmla="*/ 217897 w 361670"/>
                <a:gd name="connsiteY12" fmla="*/ 312815 h 361333"/>
                <a:gd name="connsiteX13" fmla="*/ 231955 w 361670"/>
                <a:gd name="connsiteY13" fmla="*/ 291109 h 361333"/>
                <a:gd name="connsiteX14" fmla="*/ 269016 w 361670"/>
                <a:gd name="connsiteY14" fmla="*/ 264297 h 361333"/>
                <a:gd name="connsiteX15" fmla="*/ 279879 w 361670"/>
                <a:gd name="connsiteY15" fmla="*/ 249614 h 361333"/>
                <a:gd name="connsiteX16" fmla="*/ 295215 w 361670"/>
                <a:gd name="connsiteY16" fmla="*/ 208118 h 361333"/>
                <a:gd name="connsiteX17" fmla="*/ 296493 w 361670"/>
                <a:gd name="connsiteY17" fmla="*/ 197903 h 361333"/>
                <a:gd name="connsiteX18" fmla="*/ 292659 w 361670"/>
                <a:gd name="connsiteY18" fmla="*/ 141086 h 361333"/>
                <a:gd name="connsiteX19" fmla="*/ 290742 w 361670"/>
                <a:gd name="connsiteY19" fmla="*/ 141724 h 361333"/>
                <a:gd name="connsiteX20" fmla="*/ 286908 w 361670"/>
                <a:gd name="connsiteY20" fmla="*/ 146832 h 361333"/>
                <a:gd name="connsiteX21" fmla="*/ 281796 w 361670"/>
                <a:gd name="connsiteY21" fmla="*/ 193435 h 361333"/>
                <a:gd name="connsiteX22" fmla="*/ 290742 w 361670"/>
                <a:gd name="connsiteY22" fmla="*/ 199180 h 361333"/>
                <a:gd name="connsiteX23" fmla="*/ 287547 w 361670"/>
                <a:gd name="connsiteY23" fmla="*/ 217055 h 361333"/>
                <a:gd name="connsiteX24" fmla="*/ 269655 w 361670"/>
                <a:gd name="connsiteY24" fmla="*/ 239399 h 361333"/>
                <a:gd name="connsiteX25" fmla="*/ 256236 w 361670"/>
                <a:gd name="connsiteY25" fmla="*/ 250252 h 361333"/>
                <a:gd name="connsiteX26" fmla="*/ 235150 w 361670"/>
                <a:gd name="connsiteY26" fmla="*/ 260466 h 361333"/>
                <a:gd name="connsiteX27" fmla="*/ 226843 w 361670"/>
                <a:gd name="connsiteY27" fmla="*/ 257913 h 361333"/>
                <a:gd name="connsiteX28" fmla="*/ 229399 w 361670"/>
                <a:gd name="connsiteY28" fmla="*/ 249614 h 361333"/>
                <a:gd name="connsiteX29" fmla="*/ 250486 w 361670"/>
                <a:gd name="connsiteY29" fmla="*/ 239399 h 361333"/>
                <a:gd name="connsiteX30" fmla="*/ 259431 w 361670"/>
                <a:gd name="connsiteY30" fmla="*/ 232377 h 361333"/>
                <a:gd name="connsiteX31" fmla="*/ 277323 w 361670"/>
                <a:gd name="connsiteY31" fmla="*/ 210033 h 361333"/>
                <a:gd name="connsiteX32" fmla="*/ 279240 w 361670"/>
                <a:gd name="connsiteY32" fmla="*/ 207479 h 361333"/>
                <a:gd name="connsiteX33" fmla="*/ 267739 w 361670"/>
                <a:gd name="connsiteY33" fmla="*/ 207479 h 361333"/>
                <a:gd name="connsiteX34" fmla="*/ 246651 w 361670"/>
                <a:gd name="connsiteY34" fmla="*/ 223439 h 361333"/>
                <a:gd name="connsiteX35" fmla="*/ 242179 w 361670"/>
                <a:gd name="connsiteY35" fmla="*/ 225355 h 361333"/>
                <a:gd name="connsiteX36" fmla="*/ 235150 w 361670"/>
                <a:gd name="connsiteY36" fmla="*/ 225993 h 361333"/>
                <a:gd name="connsiteX37" fmla="*/ 192976 w 361670"/>
                <a:gd name="connsiteY37" fmla="*/ 262382 h 361333"/>
                <a:gd name="connsiteX38" fmla="*/ 189781 w 361670"/>
                <a:gd name="connsiteY38" fmla="*/ 288556 h 361333"/>
                <a:gd name="connsiteX39" fmla="*/ 183391 w 361670"/>
                <a:gd name="connsiteY39" fmla="*/ 294940 h 361333"/>
                <a:gd name="connsiteX40" fmla="*/ 183391 w 361670"/>
                <a:gd name="connsiteY40" fmla="*/ 294940 h 361333"/>
                <a:gd name="connsiteX41" fmla="*/ 183391 w 361670"/>
                <a:gd name="connsiteY41" fmla="*/ 294940 h 361333"/>
                <a:gd name="connsiteX42" fmla="*/ 177001 w 361670"/>
                <a:gd name="connsiteY42" fmla="*/ 288556 h 361333"/>
                <a:gd name="connsiteX43" fmla="*/ 173806 w 361670"/>
                <a:gd name="connsiteY43" fmla="*/ 262382 h 361333"/>
                <a:gd name="connsiteX44" fmla="*/ 131633 w 361670"/>
                <a:gd name="connsiteY44" fmla="*/ 225993 h 361333"/>
                <a:gd name="connsiteX45" fmla="*/ 124604 w 361670"/>
                <a:gd name="connsiteY45" fmla="*/ 225355 h 361333"/>
                <a:gd name="connsiteX46" fmla="*/ 120131 w 361670"/>
                <a:gd name="connsiteY46" fmla="*/ 223439 h 361333"/>
                <a:gd name="connsiteX47" fmla="*/ 99044 w 361670"/>
                <a:gd name="connsiteY47" fmla="*/ 207479 h 361333"/>
                <a:gd name="connsiteX48" fmla="*/ 86903 w 361670"/>
                <a:gd name="connsiteY48" fmla="*/ 207479 h 361333"/>
                <a:gd name="connsiteX49" fmla="*/ 88181 w 361670"/>
                <a:gd name="connsiteY49" fmla="*/ 209395 h 361333"/>
                <a:gd name="connsiteX50" fmla="*/ 106712 w 361670"/>
                <a:gd name="connsiteY50" fmla="*/ 232377 h 361333"/>
                <a:gd name="connsiteX51" fmla="*/ 115658 w 361670"/>
                <a:gd name="connsiteY51" fmla="*/ 239399 h 361333"/>
                <a:gd name="connsiteX52" fmla="*/ 136745 w 361670"/>
                <a:gd name="connsiteY52" fmla="*/ 249614 h 361333"/>
                <a:gd name="connsiteX53" fmla="*/ 139301 w 361670"/>
                <a:gd name="connsiteY53" fmla="*/ 257913 h 361333"/>
                <a:gd name="connsiteX54" fmla="*/ 130994 w 361670"/>
                <a:gd name="connsiteY54" fmla="*/ 260466 h 361333"/>
                <a:gd name="connsiteX55" fmla="*/ 109907 w 361670"/>
                <a:gd name="connsiteY55" fmla="*/ 250252 h 361333"/>
                <a:gd name="connsiteX56" fmla="*/ 96488 w 361670"/>
                <a:gd name="connsiteY56" fmla="*/ 239399 h 361333"/>
                <a:gd name="connsiteX57" fmla="*/ 78596 w 361670"/>
                <a:gd name="connsiteY57" fmla="*/ 217055 h 361333"/>
                <a:gd name="connsiteX58" fmla="*/ 76040 w 361670"/>
                <a:gd name="connsiteY58" fmla="*/ 199180 h 361333"/>
                <a:gd name="connsiteX59" fmla="*/ 84986 w 361670"/>
                <a:gd name="connsiteY59" fmla="*/ 193435 h 361333"/>
                <a:gd name="connsiteX60" fmla="*/ 79874 w 361670"/>
                <a:gd name="connsiteY60" fmla="*/ 146832 h 361333"/>
                <a:gd name="connsiteX61" fmla="*/ 76040 w 361670"/>
                <a:gd name="connsiteY61" fmla="*/ 141724 h 361333"/>
                <a:gd name="connsiteX62" fmla="*/ 73484 w 361670"/>
                <a:gd name="connsiteY62" fmla="*/ 141086 h 361333"/>
                <a:gd name="connsiteX63" fmla="*/ 69650 w 361670"/>
                <a:gd name="connsiteY63" fmla="*/ 197903 h 361333"/>
                <a:gd name="connsiteX64" fmla="*/ 70928 w 361670"/>
                <a:gd name="connsiteY64" fmla="*/ 208118 h 361333"/>
                <a:gd name="connsiteX65" fmla="*/ 86264 w 361670"/>
                <a:gd name="connsiteY65" fmla="*/ 249614 h 361333"/>
                <a:gd name="connsiteX66" fmla="*/ 97127 w 361670"/>
                <a:gd name="connsiteY66" fmla="*/ 264297 h 361333"/>
                <a:gd name="connsiteX67" fmla="*/ 134189 w 361670"/>
                <a:gd name="connsiteY67" fmla="*/ 291109 h 361333"/>
                <a:gd name="connsiteX68" fmla="*/ 148247 w 361670"/>
                <a:gd name="connsiteY68" fmla="*/ 312815 h 361333"/>
                <a:gd name="connsiteX69" fmla="*/ 142496 w 361670"/>
                <a:gd name="connsiteY69" fmla="*/ 319837 h 361333"/>
                <a:gd name="connsiteX70" fmla="*/ 141857 w 361670"/>
                <a:gd name="connsiteY70" fmla="*/ 319837 h 361333"/>
                <a:gd name="connsiteX71" fmla="*/ 135467 w 361670"/>
                <a:gd name="connsiteY71" fmla="*/ 314092 h 361333"/>
                <a:gd name="connsiteX72" fmla="*/ 126521 w 361670"/>
                <a:gd name="connsiteY72" fmla="*/ 301324 h 361333"/>
                <a:gd name="connsiteX73" fmla="*/ 89459 w 361670"/>
                <a:gd name="connsiteY73" fmla="*/ 274511 h 361333"/>
                <a:gd name="connsiteX74" fmla="*/ 74123 w 361670"/>
                <a:gd name="connsiteY74" fmla="*/ 254082 h 361333"/>
                <a:gd name="connsiteX75" fmla="*/ 58788 w 361670"/>
                <a:gd name="connsiteY75" fmla="*/ 212587 h 361333"/>
                <a:gd name="connsiteX76" fmla="*/ 56871 w 361670"/>
                <a:gd name="connsiteY76" fmla="*/ 197265 h 361333"/>
                <a:gd name="connsiteX77" fmla="*/ 60704 w 361670"/>
                <a:gd name="connsiteY77" fmla="*/ 140448 h 361333"/>
                <a:gd name="connsiteX78" fmla="*/ 72206 w 361670"/>
                <a:gd name="connsiteY78" fmla="*/ 128956 h 361333"/>
                <a:gd name="connsiteX79" fmla="*/ 92015 w 361670"/>
                <a:gd name="connsiteY79" fmla="*/ 144278 h 361333"/>
                <a:gd name="connsiteX80" fmla="*/ 92015 w 361670"/>
                <a:gd name="connsiteY80" fmla="*/ 144916 h 361333"/>
                <a:gd name="connsiteX81" fmla="*/ 97766 w 361670"/>
                <a:gd name="connsiteY81" fmla="*/ 193435 h 361333"/>
                <a:gd name="connsiteX82" fmla="*/ 103517 w 361670"/>
                <a:gd name="connsiteY82" fmla="*/ 195350 h 361333"/>
                <a:gd name="connsiteX83" fmla="*/ 103517 w 361670"/>
                <a:gd name="connsiteY83" fmla="*/ 75969 h 361333"/>
                <a:gd name="connsiteX84" fmla="*/ 109907 w 361670"/>
                <a:gd name="connsiteY84" fmla="*/ 69585 h 361333"/>
                <a:gd name="connsiteX85" fmla="*/ 237706 w 361670"/>
                <a:gd name="connsiteY85" fmla="*/ 69585 h 361333"/>
                <a:gd name="connsiteX86" fmla="*/ 261987 w 361670"/>
                <a:gd name="connsiteY86" fmla="*/ 93844 h 361333"/>
                <a:gd name="connsiteX87" fmla="*/ 261987 w 361670"/>
                <a:gd name="connsiteY87" fmla="*/ 195350 h 361333"/>
                <a:gd name="connsiteX88" fmla="*/ 268377 w 361670"/>
                <a:gd name="connsiteY88" fmla="*/ 193435 h 361333"/>
                <a:gd name="connsiteX89" fmla="*/ 274128 w 361670"/>
                <a:gd name="connsiteY89" fmla="*/ 144916 h 361333"/>
                <a:gd name="connsiteX90" fmla="*/ 274128 w 361670"/>
                <a:gd name="connsiteY90" fmla="*/ 144278 h 361333"/>
                <a:gd name="connsiteX91" fmla="*/ 293937 w 361670"/>
                <a:gd name="connsiteY91" fmla="*/ 128956 h 361333"/>
                <a:gd name="connsiteX92" fmla="*/ 305439 w 361670"/>
                <a:gd name="connsiteY92" fmla="*/ 140448 h 361333"/>
                <a:gd name="connsiteX93" fmla="*/ 309273 w 361670"/>
                <a:gd name="connsiteY93" fmla="*/ 197265 h 361333"/>
                <a:gd name="connsiteX94" fmla="*/ 307356 w 361670"/>
                <a:gd name="connsiteY94" fmla="*/ 21258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0438"/>
                    <a:pt x="280518" y="0"/>
                    <a:pt x="180835" y="0"/>
                  </a:cubicBezTo>
                  <a:close/>
                  <a:moveTo>
                    <a:pt x="307356" y="212587"/>
                  </a:moveTo>
                  <a:lnTo>
                    <a:pt x="292020" y="254082"/>
                  </a:lnTo>
                  <a:cubicBezTo>
                    <a:pt x="288825" y="262382"/>
                    <a:pt x="283713" y="269404"/>
                    <a:pt x="276684" y="274511"/>
                  </a:cubicBezTo>
                  <a:lnTo>
                    <a:pt x="239623" y="301324"/>
                  </a:lnTo>
                  <a:cubicBezTo>
                    <a:pt x="233872" y="305154"/>
                    <a:pt x="231316" y="309623"/>
                    <a:pt x="230677" y="314092"/>
                  </a:cubicBezTo>
                  <a:cubicBezTo>
                    <a:pt x="230677" y="317284"/>
                    <a:pt x="227482" y="319837"/>
                    <a:pt x="224287" y="319837"/>
                  </a:cubicBezTo>
                  <a:cubicBezTo>
                    <a:pt x="224287" y="319837"/>
                    <a:pt x="223648" y="319837"/>
                    <a:pt x="223648" y="319837"/>
                  </a:cubicBezTo>
                  <a:cubicBezTo>
                    <a:pt x="220453" y="319199"/>
                    <a:pt x="217258" y="316645"/>
                    <a:pt x="217897" y="312815"/>
                  </a:cubicBezTo>
                  <a:cubicBezTo>
                    <a:pt x="218536" y="304516"/>
                    <a:pt x="223648" y="296855"/>
                    <a:pt x="231955" y="291109"/>
                  </a:cubicBezTo>
                  <a:lnTo>
                    <a:pt x="269016" y="264297"/>
                  </a:lnTo>
                  <a:cubicBezTo>
                    <a:pt x="274128" y="260466"/>
                    <a:pt x="277962" y="255359"/>
                    <a:pt x="279879" y="249614"/>
                  </a:cubicBezTo>
                  <a:lnTo>
                    <a:pt x="295215" y="208118"/>
                  </a:lnTo>
                  <a:cubicBezTo>
                    <a:pt x="296493" y="204926"/>
                    <a:pt x="297132" y="201095"/>
                    <a:pt x="296493" y="197903"/>
                  </a:cubicBezTo>
                  <a:lnTo>
                    <a:pt x="292659" y="141086"/>
                  </a:lnTo>
                  <a:cubicBezTo>
                    <a:pt x="292659" y="141086"/>
                    <a:pt x="292020" y="141086"/>
                    <a:pt x="290742" y="141724"/>
                  </a:cubicBezTo>
                  <a:cubicBezTo>
                    <a:pt x="290103" y="142363"/>
                    <a:pt x="287547" y="143640"/>
                    <a:pt x="286908" y="146832"/>
                  </a:cubicBezTo>
                  <a:lnTo>
                    <a:pt x="281796" y="193435"/>
                  </a:lnTo>
                  <a:cubicBezTo>
                    <a:pt x="285630" y="194711"/>
                    <a:pt x="288825" y="196627"/>
                    <a:pt x="290742" y="199180"/>
                  </a:cubicBezTo>
                  <a:cubicBezTo>
                    <a:pt x="292020" y="201095"/>
                    <a:pt x="296493" y="208118"/>
                    <a:pt x="287547" y="217055"/>
                  </a:cubicBezTo>
                  <a:lnTo>
                    <a:pt x="269655" y="239399"/>
                  </a:lnTo>
                  <a:cubicBezTo>
                    <a:pt x="265821" y="243868"/>
                    <a:pt x="261349" y="247698"/>
                    <a:pt x="256236" y="250252"/>
                  </a:cubicBezTo>
                  <a:lnTo>
                    <a:pt x="235150" y="260466"/>
                  </a:lnTo>
                  <a:cubicBezTo>
                    <a:pt x="231955" y="261743"/>
                    <a:pt x="228121" y="260466"/>
                    <a:pt x="226843" y="257913"/>
                  </a:cubicBezTo>
                  <a:cubicBezTo>
                    <a:pt x="225565" y="254721"/>
                    <a:pt x="226843" y="250890"/>
                    <a:pt x="229399" y="249614"/>
                  </a:cubicBezTo>
                  <a:lnTo>
                    <a:pt x="250486" y="239399"/>
                  </a:lnTo>
                  <a:cubicBezTo>
                    <a:pt x="253681" y="237484"/>
                    <a:pt x="256876" y="235569"/>
                    <a:pt x="259431" y="232377"/>
                  </a:cubicBezTo>
                  <a:lnTo>
                    <a:pt x="277323" y="210033"/>
                  </a:lnTo>
                  <a:cubicBezTo>
                    <a:pt x="278601" y="208756"/>
                    <a:pt x="279240" y="208118"/>
                    <a:pt x="279240" y="207479"/>
                  </a:cubicBezTo>
                  <a:cubicBezTo>
                    <a:pt x="277323" y="206203"/>
                    <a:pt x="272211" y="205564"/>
                    <a:pt x="267739" y="207479"/>
                  </a:cubicBezTo>
                  <a:cubicBezTo>
                    <a:pt x="260709" y="210671"/>
                    <a:pt x="253681" y="217055"/>
                    <a:pt x="246651" y="223439"/>
                  </a:cubicBezTo>
                  <a:cubicBezTo>
                    <a:pt x="245374" y="224716"/>
                    <a:pt x="243456" y="225355"/>
                    <a:pt x="242179" y="225355"/>
                  </a:cubicBezTo>
                  <a:cubicBezTo>
                    <a:pt x="242179" y="225355"/>
                    <a:pt x="238984" y="225355"/>
                    <a:pt x="235150" y="225993"/>
                  </a:cubicBezTo>
                  <a:cubicBezTo>
                    <a:pt x="215341" y="227908"/>
                    <a:pt x="198727" y="242591"/>
                    <a:pt x="192976" y="262382"/>
                  </a:cubicBezTo>
                  <a:cubicBezTo>
                    <a:pt x="190420" y="271958"/>
                    <a:pt x="189781" y="277065"/>
                    <a:pt x="189781" y="288556"/>
                  </a:cubicBezTo>
                  <a:cubicBezTo>
                    <a:pt x="189781" y="292386"/>
                    <a:pt x="187225" y="294940"/>
                    <a:pt x="183391" y="294940"/>
                  </a:cubicBezTo>
                  <a:cubicBezTo>
                    <a:pt x="183391" y="294940"/>
                    <a:pt x="183391" y="294940"/>
                    <a:pt x="183391" y="294940"/>
                  </a:cubicBezTo>
                  <a:cubicBezTo>
                    <a:pt x="183391" y="294940"/>
                    <a:pt x="183391" y="294940"/>
                    <a:pt x="183391" y="294940"/>
                  </a:cubicBezTo>
                  <a:cubicBezTo>
                    <a:pt x="179557" y="294940"/>
                    <a:pt x="177001" y="292386"/>
                    <a:pt x="177001" y="288556"/>
                  </a:cubicBezTo>
                  <a:cubicBezTo>
                    <a:pt x="177001" y="277065"/>
                    <a:pt x="176362" y="271319"/>
                    <a:pt x="173806" y="262382"/>
                  </a:cubicBezTo>
                  <a:cubicBezTo>
                    <a:pt x="168695" y="242591"/>
                    <a:pt x="151442" y="228546"/>
                    <a:pt x="131633" y="225993"/>
                  </a:cubicBezTo>
                  <a:cubicBezTo>
                    <a:pt x="127160" y="225355"/>
                    <a:pt x="124604" y="225355"/>
                    <a:pt x="124604" y="225355"/>
                  </a:cubicBezTo>
                  <a:cubicBezTo>
                    <a:pt x="123326" y="225355"/>
                    <a:pt x="121409" y="224716"/>
                    <a:pt x="120131" y="223439"/>
                  </a:cubicBezTo>
                  <a:cubicBezTo>
                    <a:pt x="113102" y="216417"/>
                    <a:pt x="106073" y="210671"/>
                    <a:pt x="99044" y="207479"/>
                  </a:cubicBezTo>
                  <a:cubicBezTo>
                    <a:pt x="94571" y="204926"/>
                    <a:pt x="88820" y="206203"/>
                    <a:pt x="86903" y="207479"/>
                  </a:cubicBezTo>
                  <a:cubicBezTo>
                    <a:pt x="86903" y="208118"/>
                    <a:pt x="87542" y="208756"/>
                    <a:pt x="88181" y="209395"/>
                  </a:cubicBezTo>
                  <a:lnTo>
                    <a:pt x="106712" y="232377"/>
                  </a:lnTo>
                  <a:cubicBezTo>
                    <a:pt x="109268" y="235569"/>
                    <a:pt x="111824" y="237484"/>
                    <a:pt x="115658" y="239399"/>
                  </a:cubicBezTo>
                  <a:lnTo>
                    <a:pt x="136745" y="249614"/>
                  </a:lnTo>
                  <a:cubicBezTo>
                    <a:pt x="139940" y="250890"/>
                    <a:pt x="141217" y="254721"/>
                    <a:pt x="139301" y="257913"/>
                  </a:cubicBezTo>
                  <a:cubicBezTo>
                    <a:pt x="137384" y="261105"/>
                    <a:pt x="134189" y="262382"/>
                    <a:pt x="130994" y="260466"/>
                  </a:cubicBezTo>
                  <a:lnTo>
                    <a:pt x="109907" y="250252"/>
                  </a:lnTo>
                  <a:cubicBezTo>
                    <a:pt x="104795" y="247698"/>
                    <a:pt x="100322" y="243868"/>
                    <a:pt x="96488" y="239399"/>
                  </a:cubicBezTo>
                  <a:lnTo>
                    <a:pt x="78596" y="217055"/>
                  </a:lnTo>
                  <a:cubicBezTo>
                    <a:pt x="70289" y="208756"/>
                    <a:pt x="74762" y="201095"/>
                    <a:pt x="76040" y="199180"/>
                  </a:cubicBezTo>
                  <a:cubicBezTo>
                    <a:pt x="77957" y="196627"/>
                    <a:pt x="81152" y="194711"/>
                    <a:pt x="84986" y="193435"/>
                  </a:cubicBezTo>
                  <a:lnTo>
                    <a:pt x="79874" y="146832"/>
                  </a:lnTo>
                  <a:cubicBezTo>
                    <a:pt x="79235" y="143640"/>
                    <a:pt x="76679" y="142363"/>
                    <a:pt x="76040" y="141724"/>
                  </a:cubicBezTo>
                  <a:cubicBezTo>
                    <a:pt x="74762" y="141086"/>
                    <a:pt x="74123" y="141086"/>
                    <a:pt x="73484" y="141086"/>
                  </a:cubicBezTo>
                  <a:lnTo>
                    <a:pt x="69650" y="197903"/>
                  </a:lnTo>
                  <a:cubicBezTo>
                    <a:pt x="69650" y="201734"/>
                    <a:pt x="69650" y="204926"/>
                    <a:pt x="70928" y="208118"/>
                  </a:cubicBezTo>
                  <a:lnTo>
                    <a:pt x="86264" y="249614"/>
                  </a:lnTo>
                  <a:cubicBezTo>
                    <a:pt x="88181" y="255359"/>
                    <a:pt x="92015" y="260466"/>
                    <a:pt x="97127" y="264297"/>
                  </a:cubicBezTo>
                  <a:lnTo>
                    <a:pt x="134189" y="291109"/>
                  </a:lnTo>
                  <a:cubicBezTo>
                    <a:pt x="142496" y="297493"/>
                    <a:pt x="147607" y="304516"/>
                    <a:pt x="148247" y="312815"/>
                  </a:cubicBezTo>
                  <a:cubicBezTo>
                    <a:pt x="148885" y="316007"/>
                    <a:pt x="145690" y="319199"/>
                    <a:pt x="142496" y="319837"/>
                  </a:cubicBezTo>
                  <a:cubicBezTo>
                    <a:pt x="142496" y="319837"/>
                    <a:pt x="141857" y="319837"/>
                    <a:pt x="141857" y="319837"/>
                  </a:cubicBezTo>
                  <a:cubicBezTo>
                    <a:pt x="138662" y="319837"/>
                    <a:pt x="136106" y="317284"/>
                    <a:pt x="135467" y="314092"/>
                  </a:cubicBezTo>
                  <a:cubicBezTo>
                    <a:pt x="134828" y="309623"/>
                    <a:pt x="132272" y="305154"/>
                    <a:pt x="126521" y="301324"/>
                  </a:cubicBezTo>
                  <a:lnTo>
                    <a:pt x="89459" y="274511"/>
                  </a:lnTo>
                  <a:cubicBezTo>
                    <a:pt x="82430" y="269404"/>
                    <a:pt x="76679" y="262382"/>
                    <a:pt x="74123" y="254082"/>
                  </a:cubicBezTo>
                  <a:lnTo>
                    <a:pt x="58788" y="212587"/>
                  </a:lnTo>
                  <a:cubicBezTo>
                    <a:pt x="56871" y="207479"/>
                    <a:pt x="56231" y="202372"/>
                    <a:pt x="56871" y="197265"/>
                  </a:cubicBezTo>
                  <a:lnTo>
                    <a:pt x="60704" y="140448"/>
                  </a:lnTo>
                  <a:cubicBezTo>
                    <a:pt x="61343" y="133425"/>
                    <a:pt x="65816" y="128956"/>
                    <a:pt x="72206" y="128956"/>
                  </a:cubicBezTo>
                  <a:cubicBezTo>
                    <a:pt x="79874" y="128318"/>
                    <a:pt x="88820" y="133425"/>
                    <a:pt x="92015" y="144278"/>
                  </a:cubicBezTo>
                  <a:cubicBezTo>
                    <a:pt x="92015" y="144278"/>
                    <a:pt x="92015" y="144916"/>
                    <a:pt x="92015" y="144916"/>
                  </a:cubicBezTo>
                  <a:lnTo>
                    <a:pt x="97766" y="193435"/>
                  </a:lnTo>
                  <a:cubicBezTo>
                    <a:pt x="99683" y="194073"/>
                    <a:pt x="101600" y="194711"/>
                    <a:pt x="103517" y="195350"/>
                  </a:cubicBezTo>
                  <a:lnTo>
                    <a:pt x="103517" y="75969"/>
                  </a:lnTo>
                  <a:cubicBezTo>
                    <a:pt x="103517" y="72139"/>
                    <a:pt x="106073" y="69585"/>
                    <a:pt x="109907" y="69585"/>
                  </a:cubicBezTo>
                  <a:lnTo>
                    <a:pt x="237706" y="69585"/>
                  </a:lnTo>
                  <a:cubicBezTo>
                    <a:pt x="251124" y="69585"/>
                    <a:pt x="261987" y="80438"/>
                    <a:pt x="261987" y="93844"/>
                  </a:cubicBezTo>
                  <a:lnTo>
                    <a:pt x="261987" y="195350"/>
                  </a:lnTo>
                  <a:cubicBezTo>
                    <a:pt x="263904" y="194073"/>
                    <a:pt x="265821" y="193435"/>
                    <a:pt x="268377" y="193435"/>
                  </a:cubicBezTo>
                  <a:lnTo>
                    <a:pt x="274128" y="144916"/>
                  </a:lnTo>
                  <a:cubicBezTo>
                    <a:pt x="274128" y="144916"/>
                    <a:pt x="274128" y="144278"/>
                    <a:pt x="274128" y="144278"/>
                  </a:cubicBezTo>
                  <a:cubicBezTo>
                    <a:pt x="277323" y="133425"/>
                    <a:pt x="286269" y="128318"/>
                    <a:pt x="293937" y="128956"/>
                  </a:cubicBezTo>
                  <a:cubicBezTo>
                    <a:pt x="300327" y="129595"/>
                    <a:pt x="304800" y="134064"/>
                    <a:pt x="305439" y="140448"/>
                  </a:cubicBezTo>
                  <a:lnTo>
                    <a:pt x="309273" y="197265"/>
                  </a:lnTo>
                  <a:cubicBezTo>
                    <a:pt x="309912" y="202372"/>
                    <a:pt x="309273" y="207479"/>
                    <a:pt x="307356" y="212587"/>
                  </a:cubicBezTo>
                  <a:close/>
                </a:path>
              </a:pathLst>
            </a:custGeom>
            <a:solidFill>
              <a:srgbClr val="007CB0"/>
            </a:solidFill>
            <a:ln w="6390" cap="flat">
              <a:noFill/>
              <a:prstDash val="solid"/>
              <a:miter/>
            </a:ln>
          </p:spPr>
          <p:txBody>
            <a:bodyPr rtlCol="0" anchor="ctr"/>
            <a:lstStyle/>
            <a:p>
              <a:endParaRPr lang="en-US"/>
            </a:p>
          </p:txBody>
        </p:sp>
        <p:sp>
          <p:nvSpPr>
            <p:cNvPr id="1008" name="Graphic 4">
              <a:extLst>
                <a:ext uri="{FF2B5EF4-FFF2-40B4-BE49-F238E27FC236}">
                  <a16:creationId xmlns:a16="http://schemas.microsoft.com/office/drawing/2014/main" id="{BC87C416-82FD-8249-9993-4020594B3E6E}"/>
                </a:ext>
              </a:extLst>
            </p:cNvPr>
            <p:cNvSpPr/>
            <p:nvPr/>
          </p:nvSpPr>
          <p:spPr>
            <a:xfrm>
              <a:off x="6348402" y="3052344"/>
              <a:ext cx="14057" cy="12129"/>
            </a:xfrm>
            <a:custGeom>
              <a:avLst/>
              <a:gdLst>
                <a:gd name="connsiteX0" fmla="*/ 3195 w 14057"/>
                <a:gd name="connsiteY0" fmla="*/ 0 h 12129"/>
                <a:gd name="connsiteX1" fmla="*/ 0 w 14057"/>
                <a:gd name="connsiteY1" fmla="*/ 12130 h 12129"/>
                <a:gd name="connsiteX2" fmla="*/ 14058 w 14057"/>
                <a:gd name="connsiteY2" fmla="*/ 0 h 12129"/>
                <a:gd name="connsiteX3" fmla="*/ 3195 w 14057"/>
                <a:gd name="connsiteY3" fmla="*/ 0 h 12129"/>
              </a:gdLst>
              <a:ahLst/>
              <a:cxnLst>
                <a:cxn ang="0">
                  <a:pos x="connsiteX0" y="connsiteY0"/>
                </a:cxn>
                <a:cxn ang="0">
                  <a:pos x="connsiteX1" y="connsiteY1"/>
                </a:cxn>
                <a:cxn ang="0">
                  <a:pos x="connsiteX2" y="connsiteY2"/>
                </a:cxn>
                <a:cxn ang="0">
                  <a:pos x="connsiteX3" y="connsiteY3"/>
                </a:cxn>
              </a:cxnLst>
              <a:rect l="l" t="t" r="r" b="b"/>
              <a:pathLst>
                <a:path w="14057" h="12129">
                  <a:moveTo>
                    <a:pt x="3195" y="0"/>
                  </a:moveTo>
                  <a:cubicBezTo>
                    <a:pt x="2556" y="4469"/>
                    <a:pt x="1278" y="8299"/>
                    <a:pt x="0" y="12130"/>
                  </a:cubicBezTo>
                  <a:cubicBezTo>
                    <a:pt x="5751" y="9576"/>
                    <a:pt x="10224" y="5107"/>
                    <a:pt x="14058" y="0"/>
                  </a:cubicBezTo>
                  <a:lnTo>
                    <a:pt x="3195" y="0"/>
                  </a:lnTo>
                  <a:close/>
                </a:path>
              </a:pathLst>
            </a:custGeom>
            <a:solidFill>
              <a:srgbClr val="007CB0"/>
            </a:solidFill>
            <a:ln w="6390" cap="flat">
              <a:noFill/>
              <a:prstDash val="solid"/>
              <a:miter/>
            </a:ln>
          </p:spPr>
          <p:txBody>
            <a:bodyPr rtlCol="0" anchor="ctr"/>
            <a:lstStyle/>
            <a:p>
              <a:endParaRPr lang="en-US"/>
            </a:p>
          </p:txBody>
        </p:sp>
      </p:grpSp>
      <p:grpSp>
        <p:nvGrpSpPr>
          <p:cNvPr id="1009" name="Graphic 4">
            <a:extLst>
              <a:ext uri="{FF2B5EF4-FFF2-40B4-BE49-F238E27FC236}">
                <a16:creationId xmlns:a16="http://schemas.microsoft.com/office/drawing/2014/main" id="{386C1AA6-A1EC-2347-9237-48187D5EEAB2}"/>
              </a:ext>
            </a:extLst>
          </p:cNvPr>
          <p:cNvGrpSpPr/>
          <p:nvPr/>
        </p:nvGrpSpPr>
        <p:grpSpPr>
          <a:xfrm>
            <a:off x="5099808" y="3339623"/>
            <a:ext cx="361670" cy="361333"/>
            <a:chOff x="5099808" y="3339623"/>
            <a:chExt cx="361670" cy="361333"/>
          </a:xfrm>
          <a:solidFill>
            <a:srgbClr val="007CB0"/>
          </a:solidFill>
        </p:grpSpPr>
        <p:sp>
          <p:nvSpPr>
            <p:cNvPr id="1010" name="Graphic 4">
              <a:extLst>
                <a:ext uri="{FF2B5EF4-FFF2-40B4-BE49-F238E27FC236}">
                  <a16:creationId xmlns:a16="http://schemas.microsoft.com/office/drawing/2014/main" id="{EC51BCD5-DF3F-C54C-9C87-C1C4FE417A86}"/>
                </a:ext>
              </a:extLst>
            </p:cNvPr>
            <p:cNvSpPr/>
            <p:nvPr/>
          </p:nvSpPr>
          <p:spPr>
            <a:xfrm>
              <a:off x="5239748" y="3483901"/>
              <a:ext cx="9584" cy="7660"/>
            </a:xfrm>
            <a:custGeom>
              <a:avLst/>
              <a:gdLst>
                <a:gd name="connsiteX0" fmla="*/ 7668 w 9584"/>
                <a:gd name="connsiteY0" fmla="*/ 7661 h 7660"/>
                <a:gd name="connsiteX1" fmla="*/ 9585 w 9584"/>
                <a:gd name="connsiteY1" fmla="*/ 0 h 7660"/>
                <a:gd name="connsiteX2" fmla="*/ 0 w 9584"/>
                <a:gd name="connsiteY2" fmla="*/ 7661 h 7660"/>
                <a:gd name="connsiteX3" fmla="*/ 7668 w 9584"/>
                <a:gd name="connsiteY3" fmla="*/ 7661 h 7660"/>
              </a:gdLst>
              <a:ahLst/>
              <a:cxnLst>
                <a:cxn ang="0">
                  <a:pos x="connsiteX0" y="connsiteY0"/>
                </a:cxn>
                <a:cxn ang="0">
                  <a:pos x="connsiteX1" y="connsiteY1"/>
                </a:cxn>
                <a:cxn ang="0">
                  <a:pos x="connsiteX2" y="connsiteY2"/>
                </a:cxn>
                <a:cxn ang="0">
                  <a:pos x="connsiteX3" y="connsiteY3"/>
                </a:cxn>
              </a:cxnLst>
              <a:rect l="l" t="t" r="r" b="b"/>
              <a:pathLst>
                <a:path w="9584" h="7660">
                  <a:moveTo>
                    <a:pt x="7668" y="7661"/>
                  </a:moveTo>
                  <a:cubicBezTo>
                    <a:pt x="8307" y="5107"/>
                    <a:pt x="8946" y="1916"/>
                    <a:pt x="9585" y="0"/>
                  </a:cubicBezTo>
                  <a:cubicBezTo>
                    <a:pt x="5751" y="1916"/>
                    <a:pt x="2556" y="4469"/>
                    <a:pt x="0" y="7661"/>
                  </a:cubicBezTo>
                  <a:lnTo>
                    <a:pt x="7668" y="7661"/>
                  </a:lnTo>
                  <a:close/>
                </a:path>
              </a:pathLst>
            </a:custGeom>
            <a:solidFill>
              <a:srgbClr val="007CB0"/>
            </a:solidFill>
            <a:ln w="6390" cap="flat">
              <a:noFill/>
              <a:prstDash val="solid"/>
              <a:miter/>
            </a:ln>
          </p:spPr>
          <p:txBody>
            <a:bodyPr rtlCol="0" anchor="ctr"/>
            <a:lstStyle/>
            <a:p>
              <a:endParaRPr lang="en-US"/>
            </a:p>
          </p:txBody>
        </p:sp>
        <p:sp>
          <p:nvSpPr>
            <p:cNvPr id="1011" name="Graphic 4">
              <a:extLst>
                <a:ext uri="{FF2B5EF4-FFF2-40B4-BE49-F238E27FC236}">
                  <a16:creationId xmlns:a16="http://schemas.microsoft.com/office/drawing/2014/main" id="{2854BF71-6268-F340-85F2-1AC41123826A}"/>
                </a:ext>
              </a:extLst>
            </p:cNvPr>
            <p:cNvSpPr/>
            <p:nvPr/>
          </p:nvSpPr>
          <p:spPr>
            <a:xfrm>
              <a:off x="5238470" y="3533058"/>
              <a:ext cx="10862" cy="9575"/>
            </a:xfrm>
            <a:custGeom>
              <a:avLst/>
              <a:gdLst>
                <a:gd name="connsiteX0" fmla="*/ 8307 w 10862"/>
                <a:gd name="connsiteY0" fmla="*/ 0 h 9575"/>
                <a:gd name="connsiteX1" fmla="*/ 0 w 10862"/>
                <a:gd name="connsiteY1" fmla="*/ 0 h 9575"/>
                <a:gd name="connsiteX2" fmla="*/ 10863 w 10862"/>
                <a:gd name="connsiteY2" fmla="*/ 9576 h 9575"/>
                <a:gd name="connsiteX3" fmla="*/ 8307 w 10862"/>
                <a:gd name="connsiteY3" fmla="*/ 0 h 9575"/>
              </a:gdLst>
              <a:ahLst/>
              <a:cxnLst>
                <a:cxn ang="0">
                  <a:pos x="connsiteX0" y="connsiteY0"/>
                </a:cxn>
                <a:cxn ang="0">
                  <a:pos x="connsiteX1" y="connsiteY1"/>
                </a:cxn>
                <a:cxn ang="0">
                  <a:pos x="connsiteX2" y="connsiteY2"/>
                </a:cxn>
                <a:cxn ang="0">
                  <a:pos x="connsiteX3" y="connsiteY3"/>
                </a:cxn>
              </a:cxnLst>
              <a:rect l="l" t="t" r="r" b="b"/>
              <a:pathLst>
                <a:path w="10862" h="9575">
                  <a:moveTo>
                    <a:pt x="8307" y="0"/>
                  </a:moveTo>
                  <a:lnTo>
                    <a:pt x="0" y="0"/>
                  </a:lnTo>
                  <a:cubicBezTo>
                    <a:pt x="3195" y="3831"/>
                    <a:pt x="6390" y="7023"/>
                    <a:pt x="10863" y="9576"/>
                  </a:cubicBezTo>
                  <a:cubicBezTo>
                    <a:pt x="10224" y="6384"/>
                    <a:pt x="8946" y="3192"/>
                    <a:pt x="8307" y="0"/>
                  </a:cubicBezTo>
                  <a:close/>
                </a:path>
              </a:pathLst>
            </a:custGeom>
            <a:solidFill>
              <a:srgbClr val="007CB0"/>
            </a:solidFill>
            <a:ln w="6390" cap="flat">
              <a:noFill/>
              <a:prstDash val="solid"/>
              <a:miter/>
            </a:ln>
          </p:spPr>
          <p:txBody>
            <a:bodyPr rtlCol="0" anchor="ctr"/>
            <a:lstStyle/>
            <a:p>
              <a:endParaRPr lang="en-US"/>
            </a:p>
          </p:txBody>
        </p:sp>
        <p:sp>
          <p:nvSpPr>
            <p:cNvPr id="1012" name="Graphic 4">
              <a:extLst>
                <a:ext uri="{FF2B5EF4-FFF2-40B4-BE49-F238E27FC236}">
                  <a16:creationId xmlns:a16="http://schemas.microsoft.com/office/drawing/2014/main" id="{387214DE-690F-9446-A880-76A08C18B440}"/>
                </a:ext>
              </a:extLst>
            </p:cNvPr>
            <p:cNvSpPr/>
            <p:nvPr/>
          </p:nvSpPr>
          <p:spPr>
            <a:xfrm>
              <a:off x="5260196" y="3533058"/>
              <a:ext cx="11501" cy="12767"/>
            </a:xfrm>
            <a:custGeom>
              <a:avLst/>
              <a:gdLst>
                <a:gd name="connsiteX0" fmla="*/ 0 w 11501"/>
                <a:gd name="connsiteY0" fmla="*/ 0 h 12767"/>
                <a:gd name="connsiteX1" fmla="*/ 5751 w 11501"/>
                <a:gd name="connsiteY1" fmla="*/ 12768 h 12767"/>
                <a:gd name="connsiteX2" fmla="*/ 11502 w 11501"/>
                <a:gd name="connsiteY2" fmla="*/ 0 h 12767"/>
                <a:gd name="connsiteX3" fmla="*/ 0 w 11501"/>
                <a:gd name="connsiteY3" fmla="*/ 0 h 12767"/>
              </a:gdLst>
              <a:ahLst/>
              <a:cxnLst>
                <a:cxn ang="0">
                  <a:pos x="connsiteX0" y="connsiteY0"/>
                </a:cxn>
                <a:cxn ang="0">
                  <a:pos x="connsiteX1" y="connsiteY1"/>
                </a:cxn>
                <a:cxn ang="0">
                  <a:pos x="connsiteX2" y="connsiteY2"/>
                </a:cxn>
                <a:cxn ang="0">
                  <a:pos x="connsiteX3" y="connsiteY3"/>
                </a:cxn>
              </a:cxnLst>
              <a:rect l="l" t="t" r="r" b="b"/>
              <a:pathLst>
                <a:path w="11501" h="12767">
                  <a:moveTo>
                    <a:pt x="0" y="0"/>
                  </a:moveTo>
                  <a:cubicBezTo>
                    <a:pt x="1917" y="7661"/>
                    <a:pt x="3834" y="11491"/>
                    <a:pt x="5751" y="12768"/>
                  </a:cubicBezTo>
                  <a:cubicBezTo>
                    <a:pt x="7029" y="11491"/>
                    <a:pt x="9585" y="7023"/>
                    <a:pt x="11502" y="0"/>
                  </a:cubicBezTo>
                  <a:lnTo>
                    <a:pt x="0" y="0"/>
                  </a:lnTo>
                  <a:close/>
                </a:path>
              </a:pathLst>
            </a:custGeom>
            <a:solidFill>
              <a:srgbClr val="007CB0"/>
            </a:solidFill>
            <a:ln w="6390" cap="flat">
              <a:noFill/>
              <a:prstDash val="solid"/>
              <a:miter/>
            </a:ln>
          </p:spPr>
          <p:txBody>
            <a:bodyPr rtlCol="0" anchor="ctr"/>
            <a:lstStyle/>
            <a:p>
              <a:endParaRPr lang="en-US"/>
            </a:p>
          </p:txBody>
        </p:sp>
        <p:sp>
          <p:nvSpPr>
            <p:cNvPr id="1013" name="Graphic 4">
              <a:extLst>
                <a:ext uri="{FF2B5EF4-FFF2-40B4-BE49-F238E27FC236}">
                  <a16:creationId xmlns:a16="http://schemas.microsoft.com/office/drawing/2014/main" id="{40DE0D92-7FE1-B446-93F1-2B077A40BC61}"/>
                </a:ext>
              </a:extLst>
            </p:cNvPr>
            <p:cNvSpPr/>
            <p:nvPr/>
          </p:nvSpPr>
          <p:spPr>
            <a:xfrm>
              <a:off x="5281921" y="3533058"/>
              <a:ext cx="10862" cy="9575"/>
            </a:xfrm>
            <a:custGeom>
              <a:avLst/>
              <a:gdLst>
                <a:gd name="connsiteX0" fmla="*/ 2556 w 10862"/>
                <a:gd name="connsiteY0" fmla="*/ 0 h 9575"/>
                <a:gd name="connsiteX1" fmla="*/ 0 w 10862"/>
                <a:gd name="connsiteY1" fmla="*/ 9576 h 9575"/>
                <a:gd name="connsiteX2" fmla="*/ 10863 w 10862"/>
                <a:gd name="connsiteY2" fmla="*/ 0 h 9575"/>
                <a:gd name="connsiteX3" fmla="*/ 2556 w 10862"/>
                <a:gd name="connsiteY3" fmla="*/ 0 h 9575"/>
              </a:gdLst>
              <a:ahLst/>
              <a:cxnLst>
                <a:cxn ang="0">
                  <a:pos x="connsiteX0" y="connsiteY0"/>
                </a:cxn>
                <a:cxn ang="0">
                  <a:pos x="connsiteX1" y="connsiteY1"/>
                </a:cxn>
                <a:cxn ang="0">
                  <a:pos x="connsiteX2" y="connsiteY2"/>
                </a:cxn>
                <a:cxn ang="0">
                  <a:pos x="connsiteX3" y="connsiteY3"/>
                </a:cxn>
              </a:cxnLst>
              <a:rect l="l" t="t" r="r" b="b"/>
              <a:pathLst>
                <a:path w="10862" h="9575">
                  <a:moveTo>
                    <a:pt x="2556" y="0"/>
                  </a:moveTo>
                  <a:cubicBezTo>
                    <a:pt x="1917" y="3192"/>
                    <a:pt x="1278" y="6384"/>
                    <a:pt x="0" y="9576"/>
                  </a:cubicBezTo>
                  <a:cubicBezTo>
                    <a:pt x="4473" y="7023"/>
                    <a:pt x="8307" y="3831"/>
                    <a:pt x="10863" y="0"/>
                  </a:cubicBezTo>
                  <a:lnTo>
                    <a:pt x="2556" y="0"/>
                  </a:lnTo>
                  <a:close/>
                </a:path>
              </a:pathLst>
            </a:custGeom>
            <a:solidFill>
              <a:srgbClr val="007CB0"/>
            </a:solidFill>
            <a:ln w="6390" cap="flat">
              <a:noFill/>
              <a:prstDash val="solid"/>
              <a:miter/>
            </a:ln>
          </p:spPr>
          <p:txBody>
            <a:bodyPr rtlCol="0" anchor="ctr"/>
            <a:lstStyle/>
            <a:p>
              <a:endParaRPr lang="en-US"/>
            </a:p>
          </p:txBody>
        </p:sp>
        <p:sp>
          <p:nvSpPr>
            <p:cNvPr id="1014" name="Graphic 4">
              <a:extLst>
                <a:ext uri="{FF2B5EF4-FFF2-40B4-BE49-F238E27FC236}">
                  <a16:creationId xmlns:a16="http://schemas.microsoft.com/office/drawing/2014/main" id="{6DA42A6F-88AA-144A-A1ED-BBEC74788513}"/>
                </a:ext>
              </a:extLst>
            </p:cNvPr>
            <p:cNvSpPr/>
            <p:nvPr/>
          </p:nvSpPr>
          <p:spPr>
            <a:xfrm>
              <a:off x="5260196" y="3479433"/>
              <a:ext cx="10862" cy="12129"/>
            </a:xfrm>
            <a:custGeom>
              <a:avLst/>
              <a:gdLst>
                <a:gd name="connsiteX0" fmla="*/ 0 w 10862"/>
                <a:gd name="connsiteY0" fmla="*/ 12129 h 12129"/>
                <a:gd name="connsiteX1" fmla="*/ 10863 w 10862"/>
                <a:gd name="connsiteY1" fmla="*/ 12129 h 12129"/>
                <a:gd name="connsiteX2" fmla="*/ 5751 w 10862"/>
                <a:gd name="connsiteY2" fmla="*/ 0 h 12129"/>
                <a:gd name="connsiteX3" fmla="*/ 0 w 10862"/>
                <a:gd name="connsiteY3" fmla="*/ 12129 h 12129"/>
              </a:gdLst>
              <a:ahLst/>
              <a:cxnLst>
                <a:cxn ang="0">
                  <a:pos x="connsiteX0" y="connsiteY0"/>
                </a:cxn>
                <a:cxn ang="0">
                  <a:pos x="connsiteX1" y="connsiteY1"/>
                </a:cxn>
                <a:cxn ang="0">
                  <a:pos x="connsiteX2" y="connsiteY2"/>
                </a:cxn>
                <a:cxn ang="0">
                  <a:pos x="connsiteX3" y="connsiteY3"/>
                </a:cxn>
              </a:cxnLst>
              <a:rect l="l" t="t" r="r" b="b"/>
              <a:pathLst>
                <a:path w="10862" h="12129">
                  <a:moveTo>
                    <a:pt x="0" y="12129"/>
                  </a:moveTo>
                  <a:lnTo>
                    <a:pt x="10863" y="12129"/>
                  </a:lnTo>
                  <a:cubicBezTo>
                    <a:pt x="8946" y="5107"/>
                    <a:pt x="7029" y="1276"/>
                    <a:pt x="5751" y="0"/>
                  </a:cubicBezTo>
                  <a:cubicBezTo>
                    <a:pt x="3834" y="1276"/>
                    <a:pt x="1917" y="5107"/>
                    <a:pt x="0" y="12129"/>
                  </a:cubicBezTo>
                  <a:close/>
                </a:path>
              </a:pathLst>
            </a:custGeom>
            <a:solidFill>
              <a:srgbClr val="007CB0"/>
            </a:solidFill>
            <a:ln w="6390" cap="flat">
              <a:noFill/>
              <a:prstDash val="solid"/>
              <a:miter/>
            </a:ln>
          </p:spPr>
          <p:txBody>
            <a:bodyPr rtlCol="0" anchor="ctr"/>
            <a:lstStyle/>
            <a:p>
              <a:endParaRPr lang="en-US"/>
            </a:p>
          </p:txBody>
        </p:sp>
        <p:sp>
          <p:nvSpPr>
            <p:cNvPr id="1015" name="Graphic 4">
              <a:extLst>
                <a:ext uri="{FF2B5EF4-FFF2-40B4-BE49-F238E27FC236}">
                  <a16:creationId xmlns:a16="http://schemas.microsoft.com/office/drawing/2014/main" id="{3945243E-9652-0540-8B06-B27CB3406484}"/>
                </a:ext>
              </a:extLst>
            </p:cNvPr>
            <p:cNvSpPr/>
            <p:nvPr/>
          </p:nvSpPr>
          <p:spPr>
            <a:xfrm>
              <a:off x="5232080" y="3504330"/>
              <a:ext cx="13419" cy="15321"/>
            </a:xfrm>
            <a:custGeom>
              <a:avLst/>
              <a:gdLst>
                <a:gd name="connsiteX0" fmla="*/ 12780 w 13419"/>
                <a:gd name="connsiteY0" fmla="*/ 8299 h 15321"/>
                <a:gd name="connsiteX1" fmla="*/ 12780 w 13419"/>
                <a:gd name="connsiteY1" fmla="*/ 0 h 15321"/>
                <a:gd name="connsiteX2" fmla="*/ 1278 w 13419"/>
                <a:gd name="connsiteY2" fmla="*/ 0 h 15321"/>
                <a:gd name="connsiteX3" fmla="*/ 0 w 13419"/>
                <a:gd name="connsiteY3" fmla="*/ 8299 h 15321"/>
                <a:gd name="connsiteX4" fmla="*/ 639 w 13419"/>
                <a:gd name="connsiteY4" fmla="*/ 15322 h 15321"/>
                <a:gd name="connsiteX5" fmla="*/ 13419 w 13419"/>
                <a:gd name="connsiteY5" fmla="*/ 15322 h 15321"/>
                <a:gd name="connsiteX6" fmla="*/ 12780 w 13419"/>
                <a:gd name="connsiteY6" fmla="*/ 8299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19" h="15321">
                  <a:moveTo>
                    <a:pt x="12780" y="8299"/>
                  </a:moveTo>
                  <a:cubicBezTo>
                    <a:pt x="12780" y="5746"/>
                    <a:pt x="12780" y="2554"/>
                    <a:pt x="12780" y="0"/>
                  </a:cubicBezTo>
                  <a:lnTo>
                    <a:pt x="1278" y="0"/>
                  </a:lnTo>
                  <a:cubicBezTo>
                    <a:pt x="639" y="2554"/>
                    <a:pt x="0" y="5746"/>
                    <a:pt x="0" y="8299"/>
                  </a:cubicBezTo>
                  <a:cubicBezTo>
                    <a:pt x="0" y="10853"/>
                    <a:pt x="0" y="13407"/>
                    <a:pt x="639" y="15322"/>
                  </a:cubicBezTo>
                  <a:lnTo>
                    <a:pt x="13419" y="15322"/>
                  </a:lnTo>
                  <a:cubicBezTo>
                    <a:pt x="13419" y="13407"/>
                    <a:pt x="12780" y="10853"/>
                    <a:pt x="12780" y="8299"/>
                  </a:cubicBezTo>
                  <a:close/>
                </a:path>
              </a:pathLst>
            </a:custGeom>
            <a:solidFill>
              <a:srgbClr val="007CB0"/>
            </a:solidFill>
            <a:ln w="6390" cap="flat">
              <a:noFill/>
              <a:prstDash val="solid"/>
              <a:miter/>
            </a:ln>
          </p:spPr>
          <p:txBody>
            <a:bodyPr rtlCol="0" anchor="ctr"/>
            <a:lstStyle/>
            <a:p>
              <a:endParaRPr lang="en-US"/>
            </a:p>
          </p:txBody>
        </p:sp>
        <p:sp>
          <p:nvSpPr>
            <p:cNvPr id="1016" name="Graphic 4">
              <a:extLst>
                <a:ext uri="{FF2B5EF4-FFF2-40B4-BE49-F238E27FC236}">
                  <a16:creationId xmlns:a16="http://schemas.microsoft.com/office/drawing/2014/main" id="{68FB8ACD-CCB6-AE4A-9126-8C813B6369C8}"/>
                </a:ext>
              </a:extLst>
            </p:cNvPr>
            <p:cNvSpPr/>
            <p:nvPr/>
          </p:nvSpPr>
          <p:spPr>
            <a:xfrm>
              <a:off x="5281921" y="3483901"/>
              <a:ext cx="9584" cy="7660"/>
            </a:xfrm>
            <a:custGeom>
              <a:avLst/>
              <a:gdLst>
                <a:gd name="connsiteX0" fmla="*/ 1917 w 9584"/>
                <a:gd name="connsiteY0" fmla="*/ 7661 h 7660"/>
                <a:gd name="connsiteX1" fmla="*/ 9585 w 9584"/>
                <a:gd name="connsiteY1" fmla="*/ 7661 h 7660"/>
                <a:gd name="connsiteX2" fmla="*/ 0 w 9584"/>
                <a:gd name="connsiteY2" fmla="*/ 0 h 7660"/>
                <a:gd name="connsiteX3" fmla="*/ 1917 w 9584"/>
                <a:gd name="connsiteY3" fmla="*/ 7661 h 7660"/>
              </a:gdLst>
              <a:ahLst/>
              <a:cxnLst>
                <a:cxn ang="0">
                  <a:pos x="connsiteX0" y="connsiteY0"/>
                </a:cxn>
                <a:cxn ang="0">
                  <a:pos x="connsiteX1" y="connsiteY1"/>
                </a:cxn>
                <a:cxn ang="0">
                  <a:pos x="connsiteX2" y="connsiteY2"/>
                </a:cxn>
                <a:cxn ang="0">
                  <a:pos x="connsiteX3" y="connsiteY3"/>
                </a:cxn>
              </a:cxnLst>
              <a:rect l="l" t="t" r="r" b="b"/>
              <a:pathLst>
                <a:path w="9584" h="7660">
                  <a:moveTo>
                    <a:pt x="1917" y="7661"/>
                  </a:moveTo>
                  <a:lnTo>
                    <a:pt x="9585" y="7661"/>
                  </a:lnTo>
                  <a:cubicBezTo>
                    <a:pt x="7029" y="4469"/>
                    <a:pt x="3834" y="1916"/>
                    <a:pt x="0" y="0"/>
                  </a:cubicBezTo>
                  <a:cubicBezTo>
                    <a:pt x="639" y="2554"/>
                    <a:pt x="1917" y="5107"/>
                    <a:pt x="1917" y="7661"/>
                  </a:cubicBezTo>
                  <a:close/>
                </a:path>
              </a:pathLst>
            </a:custGeom>
            <a:solidFill>
              <a:srgbClr val="007CB0"/>
            </a:solidFill>
            <a:ln w="6390" cap="flat">
              <a:noFill/>
              <a:prstDash val="solid"/>
              <a:miter/>
            </a:ln>
          </p:spPr>
          <p:txBody>
            <a:bodyPr rtlCol="0" anchor="ctr"/>
            <a:lstStyle/>
            <a:p>
              <a:endParaRPr lang="en-US"/>
            </a:p>
          </p:txBody>
        </p:sp>
        <p:sp>
          <p:nvSpPr>
            <p:cNvPr id="1017" name="Graphic 4">
              <a:extLst>
                <a:ext uri="{FF2B5EF4-FFF2-40B4-BE49-F238E27FC236}">
                  <a16:creationId xmlns:a16="http://schemas.microsoft.com/office/drawing/2014/main" id="{3B398EEA-0B64-D64C-AD21-A56ABB12B4A6}"/>
                </a:ext>
              </a:extLst>
            </p:cNvPr>
            <p:cNvSpPr/>
            <p:nvPr/>
          </p:nvSpPr>
          <p:spPr>
            <a:xfrm>
              <a:off x="5257001" y="3504330"/>
              <a:ext cx="15335" cy="15959"/>
            </a:xfrm>
            <a:custGeom>
              <a:avLst/>
              <a:gdLst>
                <a:gd name="connsiteX0" fmla="*/ 639 w 15335"/>
                <a:gd name="connsiteY0" fmla="*/ 8299 h 15959"/>
                <a:gd name="connsiteX1" fmla="*/ 639 w 15335"/>
                <a:gd name="connsiteY1" fmla="*/ 15960 h 15959"/>
                <a:gd name="connsiteX2" fmla="*/ 15336 w 15335"/>
                <a:gd name="connsiteY2" fmla="*/ 15960 h 15959"/>
                <a:gd name="connsiteX3" fmla="*/ 15336 w 15335"/>
                <a:gd name="connsiteY3" fmla="*/ 8299 h 15959"/>
                <a:gd name="connsiteX4" fmla="*/ 14697 w 15335"/>
                <a:gd name="connsiteY4" fmla="*/ 0 h 15959"/>
                <a:gd name="connsiteX5" fmla="*/ 0 w 15335"/>
                <a:gd name="connsiteY5" fmla="*/ 0 h 15959"/>
                <a:gd name="connsiteX6" fmla="*/ 639 w 15335"/>
                <a:gd name="connsiteY6" fmla="*/ 8299 h 15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335" h="15959">
                  <a:moveTo>
                    <a:pt x="639" y="8299"/>
                  </a:moveTo>
                  <a:cubicBezTo>
                    <a:pt x="639" y="10853"/>
                    <a:pt x="639" y="13407"/>
                    <a:pt x="639" y="15960"/>
                  </a:cubicBezTo>
                  <a:lnTo>
                    <a:pt x="15336" y="15960"/>
                  </a:lnTo>
                  <a:cubicBezTo>
                    <a:pt x="15336" y="13407"/>
                    <a:pt x="15336" y="10853"/>
                    <a:pt x="15336" y="8299"/>
                  </a:cubicBezTo>
                  <a:cubicBezTo>
                    <a:pt x="15336" y="5107"/>
                    <a:pt x="15336" y="2554"/>
                    <a:pt x="14697" y="0"/>
                  </a:cubicBezTo>
                  <a:lnTo>
                    <a:pt x="0" y="0"/>
                  </a:lnTo>
                  <a:cubicBezTo>
                    <a:pt x="1278" y="2554"/>
                    <a:pt x="639" y="5107"/>
                    <a:pt x="639" y="8299"/>
                  </a:cubicBezTo>
                  <a:close/>
                </a:path>
              </a:pathLst>
            </a:custGeom>
            <a:solidFill>
              <a:srgbClr val="007CB0"/>
            </a:solidFill>
            <a:ln w="6390" cap="flat">
              <a:noFill/>
              <a:prstDash val="solid"/>
              <a:miter/>
            </a:ln>
          </p:spPr>
          <p:txBody>
            <a:bodyPr rtlCol="0" anchor="ctr"/>
            <a:lstStyle/>
            <a:p>
              <a:endParaRPr lang="en-US"/>
            </a:p>
          </p:txBody>
        </p:sp>
        <p:sp>
          <p:nvSpPr>
            <p:cNvPr id="1018" name="Graphic 4">
              <a:extLst>
                <a:ext uri="{FF2B5EF4-FFF2-40B4-BE49-F238E27FC236}">
                  <a16:creationId xmlns:a16="http://schemas.microsoft.com/office/drawing/2014/main" id="{1EB225CC-915A-0A4C-85AE-D9E2FD4530B5}"/>
                </a:ext>
              </a:extLst>
            </p:cNvPr>
            <p:cNvSpPr/>
            <p:nvPr/>
          </p:nvSpPr>
          <p:spPr>
            <a:xfrm>
              <a:off x="5311315" y="3574554"/>
              <a:ext cx="52397" cy="63839"/>
            </a:xfrm>
            <a:custGeom>
              <a:avLst/>
              <a:gdLst>
                <a:gd name="connsiteX0" fmla="*/ 26199 w 52397"/>
                <a:gd name="connsiteY0" fmla="*/ 0 h 63839"/>
                <a:gd name="connsiteX1" fmla="*/ 13419 w 52397"/>
                <a:gd name="connsiteY1" fmla="*/ 7661 h 63839"/>
                <a:gd name="connsiteX2" fmla="*/ 0 w 52397"/>
                <a:gd name="connsiteY2" fmla="*/ 10215 h 63839"/>
                <a:gd name="connsiteX3" fmla="*/ 0 w 52397"/>
                <a:gd name="connsiteY3" fmla="*/ 27451 h 63839"/>
                <a:gd name="connsiteX4" fmla="*/ 10863 w 52397"/>
                <a:gd name="connsiteY4" fmla="*/ 52349 h 63839"/>
                <a:gd name="connsiteX5" fmla="*/ 11502 w 52397"/>
                <a:gd name="connsiteY5" fmla="*/ 52987 h 63839"/>
                <a:gd name="connsiteX6" fmla="*/ 26838 w 52397"/>
                <a:gd name="connsiteY6" fmla="*/ 63840 h 63839"/>
                <a:gd name="connsiteX7" fmla="*/ 40895 w 52397"/>
                <a:gd name="connsiteY7" fmla="*/ 53626 h 63839"/>
                <a:gd name="connsiteX8" fmla="*/ 43451 w 52397"/>
                <a:gd name="connsiteY8" fmla="*/ 51072 h 63839"/>
                <a:gd name="connsiteX9" fmla="*/ 52398 w 52397"/>
                <a:gd name="connsiteY9" fmla="*/ 27451 h 63839"/>
                <a:gd name="connsiteX10" fmla="*/ 52398 w 52397"/>
                <a:gd name="connsiteY10" fmla="*/ 10215 h 63839"/>
                <a:gd name="connsiteX11" fmla="*/ 38340 w 52397"/>
                <a:gd name="connsiteY11" fmla="*/ 7023 h 63839"/>
                <a:gd name="connsiteX12" fmla="*/ 26199 w 52397"/>
                <a:gd name="connsiteY12" fmla="*/ 0 h 63839"/>
                <a:gd name="connsiteX13" fmla="*/ 41535 w 52397"/>
                <a:gd name="connsiteY13" fmla="*/ 33197 h 63839"/>
                <a:gd name="connsiteX14" fmla="*/ 38340 w 52397"/>
                <a:gd name="connsiteY14" fmla="*/ 36389 h 63839"/>
                <a:gd name="connsiteX15" fmla="*/ 26838 w 52397"/>
                <a:gd name="connsiteY15" fmla="*/ 48519 h 63839"/>
                <a:gd name="connsiteX16" fmla="*/ 26199 w 52397"/>
                <a:gd name="connsiteY16" fmla="*/ 49157 h 63839"/>
                <a:gd name="connsiteX17" fmla="*/ 26199 w 52397"/>
                <a:gd name="connsiteY17" fmla="*/ 49157 h 63839"/>
                <a:gd name="connsiteX18" fmla="*/ 26199 w 52397"/>
                <a:gd name="connsiteY18" fmla="*/ 49157 h 63839"/>
                <a:gd name="connsiteX19" fmla="*/ 25560 w 52397"/>
                <a:gd name="connsiteY19" fmla="*/ 48519 h 63839"/>
                <a:gd name="connsiteX20" fmla="*/ 10863 w 52397"/>
                <a:gd name="connsiteY20" fmla="*/ 33197 h 63839"/>
                <a:gd name="connsiteX21" fmla="*/ 10863 w 52397"/>
                <a:gd name="connsiteY21" fmla="*/ 19791 h 63839"/>
                <a:gd name="connsiteX22" fmla="*/ 17253 w 52397"/>
                <a:gd name="connsiteY22" fmla="*/ 17237 h 63839"/>
                <a:gd name="connsiteX23" fmla="*/ 23643 w 52397"/>
                <a:gd name="connsiteY23" fmla="*/ 19791 h 63839"/>
                <a:gd name="connsiteX24" fmla="*/ 26199 w 52397"/>
                <a:gd name="connsiteY24" fmla="*/ 22344 h 63839"/>
                <a:gd name="connsiteX25" fmla="*/ 28755 w 52397"/>
                <a:gd name="connsiteY25" fmla="*/ 19791 h 63839"/>
                <a:gd name="connsiteX26" fmla="*/ 35145 w 52397"/>
                <a:gd name="connsiteY26" fmla="*/ 17237 h 63839"/>
                <a:gd name="connsiteX27" fmla="*/ 41535 w 52397"/>
                <a:gd name="connsiteY27" fmla="*/ 19791 h 63839"/>
                <a:gd name="connsiteX28" fmla="*/ 41535 w 52397"/>
                <a:gd name="connsiteY28" fmla="*/ 33197 h 6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2397" h="63839">
                  <a:moveTo>
                    <a:pt x="26199" y="0"/>
                  </a:moveTo>
                  <a:cubicBezTo>
                    <a:pt x="23004" y="2554"/>
                    <a:pt x="18531" y="5746"/>
                    <a:pt x="13419" y="7661"/>
                  </a:cubicBezTo>
                  <a:cubicBezTo>
                    <a:pt x="8946" y="9576"/>
                    <a:pt x="4473" y="10215"/>
                    <a:pt x="0" y="10215"/>
                  </a:cubicBezTo>
                  <a:lnTo>
                    <a:pt x="0" y="27451"/>
                  </a:lnTo>
                  <a:cubicBezTo>
                    <a:pt x="0" y="37027"/>
                    <a:pt x="3834" y="45965"/>
                    <a:pt x="10863" y="52349"/>
                  </a:cubicBezTo>
                  <a:lnTo>
                    <a:pt x="11502" y="52987"/>
                  </a:lnTo>
                  <a:cubicBezTo>
                    <a:pt x="15975" y="57456"/>
                    <a:pt x="21087" y="60648"/>
                    <a:pt x="26838" y="63840"/>
                  </a:cubicBezTo>
                  <a:cubicBezTo>
                    <a:pt x="31950" y="61286"/>
                    <a:pt x="36423" y="57456"/>
                    <a:pt x="40895" y="53626"/>
                  </a:cubicBezTo>
                  <a:cubicBezTo>
                    <a:pt x="41535" y="52987"/>
                    <a:pt x="42813" y="51710"/>
                    <a:pt x="43451" y="51072"/>
                  </a:cubicBezTo>
                  <a:cubicBezTo>
                    <a:pt x="49203" y="44688"/>
                    <a:pt x="52398" y="36389"/>
                    <a:pt x="52398" y="27451"/>
                  </a:cubicBezTo>
                  <a:lnTo>
                    <a:pt x="52398" y="10215"/>
                  </a:lnTo>
                  <a:cubicBezTo>
                    <a:pt x="47285" y="9576"/>
                    <a:pt x="42813" y="8938"/>
                    <a:pt x="38340" y="7023"/>
                  </a:cubicBezTo>
                  <a:cubicBezTo>
                    <a:pt x="33867" y="5107"/>
                    <a:pt x="30033" y="2554"/>
                    <a:pt x="26199" y="0"/>
                  </a:cubicBezTo>
                  <a:close/>
                  <a:moveTo>
                    <a:pt x="41535" y="33197"/>
                  </a:moveTo>
                  <a:lnTo>
                    <a:pt x="38340" y="36389"/>
                  </a:lnTo>
                  <a:lnTo>
                    <a:pt x="26838" y="48519"/>
                  </a:lnTo>
                  <a:cubicBezTo>
                    <a:pt x="26838" y="48519"/>
                    <a:pt x="26199" y="49157"/>
                    <a:pt x="26199" y="49157"/>
                  </a:cubicBezTo>
                  <a:cubicBezTo>
                    <a:pt x="26199" y="49157"/>
                    <a:pt x="26199" y="49157"/>
                    <a:pt x="26199" y="49157"/>
                  </a:cubicBezTo>
                  <a:cubicBezTo>
                    <a:pt x="26199" y="49157"/>
                    <a:pt x="26199" y="49157"/>
                    <a:pt x="26199" y="49157"/>
                  </a:cubicBezTo>
                  <a:cubicBezTo>
                    <a:pt x="25560" y="49157"/>
                    <a:pt x="25560" y="49157"/>
                    <a:pt x="25560" y="48519"/>
                  </a:cubicBezTo>
                  <a:lnTo>
                    <a:pt x="10863" y="33197"/>
                  </a:lnTo>
                  <a:cubicBezTo>
                    <a:pt x="7029" y="29367"/>
                    <a:pt x="7029" y="22983"/>
                    <a:pt x="10863" y="19791"/>
                  </a:cubicBezTo>
                  <a:cubicBezTo>
                    <a:pt x="12780" y="17875"/>
                    <a:pt x="14697" y="17237"/>
                    <a:pt x="17253" y="17237"/>
                  </a:cubicBezTo>
                  <a:cubicBezTo>
                    <a:pt x="19809" y="17237"/>
                    <a:pt x="22365" y="18514"/>
                    <a:pt x="23643" y="19791"/>
                  </a:cubicBezTo>
                  <a:lnTo>
                    <a:pt x="26199" y="22344"/>
                  </a:lnTo>
                  <a:lnTo>
                    <a:pt x="28755" y="19791"/>
                  </a:lnTo>
                  <a:cubicBezTo>
                    <a:pt x="30672" y="17875"/>
                    <a:pt x="32589" y="17237"/>
                    <a:pt x="35145" y="17237"/>
                  </a:cubicBezTo>
                  <a:cubicBezTo>
                    <a:pt x="37700" y="17237"/>
                    <a:pt x="40257" y="18514"/>
                    <a:pt x="41535" y="19791"/>
                  </a:cubicBezTo>
                  <a:cubicBezTo>
                    <a:pt x="45368" y="22983"/>
                    <a:pt x="45368" y="29367"/>
                    <a:pt x="41535" y="33197"/>
                  </a:cubicBezTo>
                  <a:close/>
                </a:path>
              </a:pathLst>
            </a:custGeom>
            <a:solidFill>
              <a:srgbClr val="007CB0"/>
            </a:solidFill>
            <a:ln w="6390" cap="flat">
              <a:noFill/>
              <a:prstDash val="solid"/>
              <a:miter/>
            </a:ln>
          </p:spPr>
          <p:txBody>
            <a:bodyPr rtlCol="0" anchor="ctr"/>
            <a:lstStyle/>
            <a:p>
              <a:endParaRPr lang="en-US"/>
            </a:p>
          </p:txBody>
        </p:sp>
        <p:sp>
          <p:nvSpPr>
            <p:cNvPr id="1019" name="Graphic 4">
              <a:extLst>
                <a:ext uri="{FF2B5EF4-FFF2-40B4-BE49-F238E27FC236}">
                  <a16:creationId xmlns:a16="http://schemas.microsoft.com/office/drawing/2014/main" id="{3635E915-B294-A84A-A17F-AB0CEC4EC5C6}"/>
                </a:ext>
              </a:extLst>
            </p:cNvPr>
            <p:cNvSpPr/>
            <p:nvPr/>
          </p:nvSpPr>
          <p:spPr>
            <a:xfrm>
              <a:off x="5099808" y="333962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1 w 361670"/>
                <a:gd name="connsiteY3" fmla="*/ 180667 h 361333"/>
                <a:gd name="connsiteX4" fmla="*/ 180836 w 361670"/>
                <a:gd name="connsiteY4" fmla="*/ 0 h 361333"/>
                <a:gd name="connsiteX5" fmla="*/ 185947 w 361670"/>
                <a:gd name="connsiteY5" fmla="*/ 275788 h 361333"/>
                <a:gd name="connsiteX6" fmla="*/ 95210 w 361670"/>
                <a:gd name="connsiteY6" fmla="*/ 275788 h 361333"/>
                <a:gd name="connsiteX7" fmla="*/ 88820 w 361670"/>
                <a:gd name="connsiteY7" fmla="*/ 269404 h 361333"/>
                <a:gd name="connsiteX8" fmla="*/ 88820 w 361670"/>
                <a:gd name="connsiteY8" fmla="*/ 76608 h 361333"/>
                <a:gd name="connsiteX9" fmla="*/ 95210 w 361670"/>
                <a:gd name="connsiteY9" fmla="*/ 70224 h 361333"/>
                <a:gd name="connsiteX10" fmla="*/ 219175 w 361670"/>
                <a:gd name="connsiteY10" fmla="*/ 70224 h 361333"/>
                <a:gd name="connsiteX11" fmla="*/ 243457 w 361670"/>
                <a:gd name="connsiteY11" fmla="*/ 94483 h 361333"/>
                <a:gd name="connsiteX12" fmla="*/ 243457 w 361670"/>
                <a:gd name="connsiteY12" fmla="*/ 208756 h 361333"/>
                <a:gd name="connsiteX13" fmla="*/ 237067 w 361670"/>
                <a:gd name="connsiteY13" fmla="*/ 215140 h 361333"/>
                <a:gd name="connsiteX14" fmla="*/ 230677 w 361670"/>
                <a:gd name="connsiteY14" fmla="*/ 208756 h 361333"/>
                <a:gd name="connsiteX15" fmla="*/ 230677 w 361670"/>
                <a:gd name="connsiteY15" fmla="*/ 94483 h 361333"/>
                <a:gd name="connsiteX16" fmla="*/ 219175 w 361670"/>
                <a:gd name="connsiteY16" fmla="*/ 82992 h 361333"/>
                <a:gd name="connsiteX17" fmla="*/ 101600 w 361670"/>
                <a:gd name="connsiteY17" fmla="*/ 82992 h 361333"/>
                <a:gd name="connsiteX18" fmla="*/ 101600 w 361670"/>
                <a:gd name="connsiteY18" fmla="*/ 263020 h 361333"/>
                <a:gd name="connsiteX19" fmla="*/ 185947 w 361670"/>
                <a:gd name="connsiteY19" fmla="*/ 263020 h 361333"/>
                <a:gd name="connsiteX20" fmla="*/ 192337 w 361670"/>
                <a:gd name="connsiteY20" fmla="*/ 269404 h 361333"/>
                <a:gd name="connsiteX21" fmla="*/ 185947 w 361670"/>
                <a:gd name="connsiteY21" fmla="*/ 275788 h 361333"/>
                <a:gd name="connsiteX22" fmla="*/ 118853 w 361670"/>
                <a:gd name="connsiteY22" fmla="*/ 116189 h 361333"/>
                <a:gd name="connsiteX23" fmla="*/ 112463 w 361670"/>
                <a:gd name="connsiteY23" fmla="*/ 109805 h 361333"/>
                <a:gd name="connsiteX24" fmla="*/ 118853 w 361670"/>
                <a:gd name="connsiteY24" fmla="*/ 103421 h 361333"/>
                <a:gd name="connsiteX25" fmla="*/ 214702 w 361670"/>
                <a:gd name="connsiteY25" fmla="*/ 103421 h 361333"/>
                <a:gd name="connsiteX26" fmla="*/ 221092 w 361670"/>
                <a:gd name="connsiteY26" fmla="*/ 109805 h 361333"/>
                <a:gd name="connsiteX27" fmla="*/ 214702 w 361670"/>
                <a:gd name="connsiteY27" fmla="*/ 116189 h 361333"/>
                <a:gd name="connsiteX28" fmla="*/ 118853 w 361670"/>
                <a:gd name="connsiteY28" fmla="*/ 116189 h 361333"/>
                <a:gd name="connsiteX29" fmla="*/ 212146 w 361670"/>
                <a:gd name="connsiteY29" fmla="*/ 173006 h 361333"/>
                <a:gd name="connsiteX30" fmla="*/ 165500 w 361670"/>
                <a:gd name="connsiteY30" fmla="*/ 219609 h 361333"/>
                <a:gd name="connsiteX31" fmla="*/ 118853 w 361670"/>
                <a:gd name="connsiteY31" fmla="*/ 173006 h 361333"/>
                <a:gd name="connsiteX32" fmla="*/ 165500 w 361670"/>
                <a:gd name="connsiteY32" fmla="*/ 126403 h 361333"/>
                <a:gd name="connsiteX33" fmla="*/ 212146 w 361670"/>
                <a:gd name="connsiteY33" fmla="*/ 173006 h 361333"/>
                <a:gd name="connsiteX34" fmla="*/ 186586 w 361670"/>
                <a:gd name="connsiteY34" fmla="*/ 246422 h 361333"/>
                <a:gd name="connsiteX35" fmla="*/ 118853 w 361670"/>
                <a:gd name="connsiteY35" fmla="*/ 246422 h 361333"/>
                <a:gd name="connsiteX36" fmla="*/ 112463 w 361670"/>
                <a:gd name="connsiteY36" fmla="*/ 240038 h 361333"/>
                <a:gd name="connsiteX37" fmla="*/ 118853 w 361670"/>
                <a:gd name="connsiteY37" fmla="*/ 233654 h 361333"/>
                <a:gd name="connsiteX38" fmla="*/ 186586 w 361670"/>
                <a:gd name="connsiteY38" fmla="*/ 233654 h 361333"/>
                <a:gd name="connsiteX39" fmla="*/ 192976 w 361670"/>
                <a:gd name="connsiteY39" fmla="*/ 240038 h 361333"/>
                <a:gd name="connsiteX40" fmla="*/ 186586 w 361670"/>
                <a:gd name="connsiteY40" fmla="*/ 246422 h 361333"/>
                <a:gd name="connsiteX41" fmla="*/ 276045 w 361670"/>
                <a:gd name="connsiteY41" fmla="*/ 261743 h 361333"/>
                <a:gd name="connsiteX42" fmla="*/ 263905 w 361670"/>
                <a:gd name="connsiteY42" fmla="*/ 293663 h 361333"/>
                <a:gd name="connsiteX43" fmla="*/ 260710 w 361670"/>
                <a:gd name="connsiteY43" fmla="*/ 296855 h 361333"/>
                <a:gd name="connsiteX44" fmla="*/ 240901 w 361670"/>
                <a:gd name="connsiteY44" fmla="*/ 310900 h 361333"/>
                <a:gd name="connsiteX45" fmla="*/ 238345 w 361670"/>
                <a:gd name="connsiteY45" fmla="*/ 311538 h 361333"/>
                <a:gd name="connsiteX46" fmla="*/ 235789 w 361670"/>
                <a:gd name="connsiteY46" fmla="*/ 310900 h 361333"/>
                <a:gd name="connsiteX47" fmla="*/ 214063 w 361670"/>
                <a:gd name="connsiteY47" fmla="*/ 296855 h 361333"/>
                <a:gd name="connsiteX48" fmla="*/ 213424 w 361670"/>
                <a:gd name="connsiteY48" fmla="*/ 296217 h 361333"/>
                <a:gd name="connsiteX49" fmla="*/ 198727 w 361670"/>
                <a:gd name="connsiteY49" fmla="*/ 262382 h 361333"/>
                <a:gd name="connsiteX50" fmla="*/ 198088 w 361670"/>
                <a:gd name="connsiteY50" fmla="*/ 238761 h 361333"/>
                <a:gd name="connsiteX51" fmla="*/ 200005 w 361670"/>
                <a:gd name="connsiteY51" fmla="*/ 233654 h 361333"/>
                <a:gd name="connsiteX52" fmla="*/ 205117 w 361670"/>
                <a:gd name="connsiteY52" fmla="*/ 231738 h 361333"/>
                <a:gd name="connsiteX53" fmla="*/ 219814 w 361670"/>
                <a:gd name="connsiteY53" fmla="*/ 229823 h 361333"/>
                <a:gd name="connsiteX54" fmla="*/ 232594 w 361670"/>
                <a:gd name="connsiteY54" fmla="*/ 221524 h 361333"/>
                <a:gd name="connsiteX55" fmla="*/ 237067 w 361670"/>
                <a:gd name="connsiteY55" fmla="*/ 219609 h 361333"/>
                <a:gd name="connsiteX56" fmla="*/ 241540 w 361670"/>
                <a:gd name="connsiteY56" fmla="*/ 221524 h 361333"/>
                <a:gd name="connsiteX57" fmla="*/ 253681 w 361670"/>
                <a:gd name="connsiteY57" fmla="*/ 229185 h 361333"/>
                <a:gd name="connsiteX58" fmla="*/ 269017 w 361670"/>
                <a:gd name="connsiteY58" fmla="*/ 231738 h 361333"/>
                <a:gd name="connsiteX59" fmla="*/ 273490 w 361670"/>
                <a:gd name="connsiteY59" fmla="*/ 233654 h 361333"/>
                <a:gd name="connsiteX60" fmla="*/ 275407 w 361670"/>
                <a:gd name="connsiteY60" fmla="*/ 238122 h 361333"/>
                <a:gd name="connsiteX61" fmla="*/ 275407 w 361670"/>
                <a:gd name="connsiteY61" fmla="*/ 26174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1670" h="361333">
                  <a:moveTo>
                    <a:pt x="180836" y="0"/>
                  </a:moveTo>
                  <a:cubicBezTo>
                    <a:pt x="80513" y="0"/>
                    <a:pt x="0" y="81077"/>
                    <a:pt x="0" y="180667"/>
                  </a:cubicBezTo>
                  <a:cubicBezTo>
                    <a:pt x="0" y="280895"/>
                    <a:pt x="81152" y="361333"/>
                    <a:pt x="180836" y="361333"/>
                  </a:cubicBezTo>
                  <a:cubicBezTo>
                    <a:pt x="280518" y="361333"/>
                    <a:pt x="361671" y="280257"/>
                    <a:pt x="361671" y="180667"/>
                  </a:cubicBezTo>
                  <a:cubicBezTo>
                    <a:pt x="361671" y="81077"/>
                    <a:pt x="280518" y="0"/>
                    <a:pt x="180836" y="0"/>
                  </a:cubicBezTo>
                  <a:close/>
                  <a:moveTo>
                    <a:pt x="185947" y="275788"/>
                  </a:moveTo>
                  <a:lnTo>
                    <a:pt x="95210" y="275788"/>
                  </a:lnTo>
                  <a:cubicBezTo>
                    <a:pt x="91376" y="275788"/>
                    <a:pt x="88820" y="273234"/>
                    <a:pt x="88820" y="269404"/>
                  </a:cubicBezTo>
                  <a:lnTo>
                    <a:pt x="88820" y="76608"/>
                  </a:lnTo>
                  <a:cubicBezTo>
                    <a:pt x="88820" y="72778"/>
                    <a:pt x="91376" y="70224"/>
                    <a:pt x="95210" y="70224"/>
                  </a:cubicBezTo>
                  <a:lnTo>
                    <a:pt x="219175" y="70224"/>
                  </a:lnTo>
                  <a:cubicBezTo>
                    <a:pt x="232594" y="70224"/>
                    <a:pt x="243457" y="81077"/>
                    <a:pt x="243457" y="94483"/>
                  </a:cubicBezTo>
                  <a:lnTo>
                    <a:pt x="243457" y="208756"/>
                  </a:lnTo>
                  <a:cubicBezTo>
                    <a:pt x="243457" y="212587"/>
                    <a:pt x="240901" y="215140"/>
                    <a:pt x="237067" y="215140"/>
                  </a:cubicBezTo>
                  <a:cubicBezTo>
                    <a:pt x="233233" y="215140"/>
                    <a:pt x="230677" y="212587"/>
                    <a:pt x="230677" y="208756"/>
                  </a:cubicBezTo>
                  <a:lnTo>
                    <a:pt x="230677" y="94483"/>
                  </a:lnTo>
                  <a:cubicBezTo>
                    <a:pt x="230677" y="88099"/>
                    <a:pt x="225565" y="82992"/>
                    <a:pt x="219175" y="82992"/>
                  </a:cubicBezTo>
                  <a:lnTo>
                    <a:pt x="101600" y="82992"/>
                  </a:lnTo>
                  <a:lnTo>
                    <a:pt x="101600" y="263020"/>
                  </a:lnTo>
                  <a:lnTo>
                    <a:pt x="185947" y="263020"/>
                  </a:lnTo>
                  <a:cubicBezTo>
                    <a:pt x="189781" y="263020"/>
                    <a:pt x="192337" y="265574"/>
                    <a:pt x="192337" y="269404"/>
                  </a:cubicBezTo>
                  <a:cubicBezTo>
                    <a:pt x="192337" y="273234"/>
                    <a:pt x="189142" y="275788"/>
                    <a:pt x="185947" y="275788"/>
                  </a:cubicBezTo>
                  <a:close/>
                  <a:moveTo>
                    <a:pt x="118853" y="116189"/>
                  </a:moveTo>
                  <a:cubicBezTo>
                    <a:pt x="115019" y="116189"/>
                    <a:pt x="112463" y="113635"/>
                    <a:pt x="112463" y="109805"/>
                  </a:cubicBezTo>
                  <a:cubicBezTo>
                    <a:pt x="112463" y="105974"/>
                    <a:pt x="115019" y="103421"/>
                    <a:pt x="118853" y="103421"/>
                  </a:cubicBezTo>
                  <a:lnTo>
                    <a:pt x="214702" y="103421"/>
                  </a:lnTo>
                  <a:cubicBezTo>
                    <a:pt x="218536" y="103421"/>
                    <a:pt x="221092" y="105974"/>
                    <a:pt x="221092" y="109805"/>
                  </a:cubicBezTo>
                  <a:cubicBezTo>
                    <a:pt x="221092" y="113635"/>
                    <a:pt x="218536" y="116189"/>
                    <a:pt x="214702" y="116189"/>
                  </a:cubicBezTo>
                  <a:lnTo>
                    <a:pt x="118853" y="116189"/>
                  </a:lnTo>
                  <a:close/>
                  <a:moveTo>
                    <a:pt x="212146" y="173006"/>
                  </a:moveTo>
                  <a:cubicBezTo>
                    <a:pt x="212146" y="198542"/>
                    <a:pt x="191059" y="219609"/>
                    <a:pt x="165500" y="219609"/>
                  </a:cubicBezTo>
                  <a:cubicBezTo>
                    <a:pt x="139940" y="219609"/>
                    <a:pt x="118853" y="198542"/>
                    <a:pt x="118853" y="173006"/>
                  </a:cubicBezTo>
                  <a:cubicBezTo>
                    <a:pt x="118853" y="147470"/>
                    <a:pt x="139940" y="126403"/>
                    <a:pt x="165500" y="126403"/>
                  </a:cubicBezTo>
                  <a:cubicBezTo>
                    <a:pt x="191698" y="127041"/>
                    <a:pt x="212146" y="147470"/>
                    <a:pt x="212146" y="173006"/>
                  </a:cubicBezTo>
                  <a:close/>
                  <a:moveTo>
                    <a:pt x="186586" y="246422"/>
                  </a:moveTo>
                  <a:lnTo>
                    <a:pt x="118853" y="246422"/>
                  </a:lnTo>
                  <a:cubicBezTo>
                    <a:pt x="115019" y="246422"/>
                    <a:pt x="112463" y="243868"/>
                    <a:pt x="112463" y="240038"/>
                  </a:cubicBezTo>
                  <a:cubicBezTo>
                    <a:pt x="112463" y="236207"/>
                    <a:pt x="115019" y="233654"/>
                    <a:pt x="118853" y="233654"/>
                  </a:cubicBezTo>
                  <a:lnTo>
                    <a:pt x="186586" y="233654"/>
                  </a:lnTo>
                  <a:cubicBezTo>
                    <a:pt x="190420" y="233654"/>
                    <a:pt x="192976" y="236207"/>
                    <a:pt x="192976" y="240038"/>
                  </a:cubicBezTo>
                  <a:cubicBezTo>
                    <a:pt x="192976" y="243868"/>
                    <a:pt x="189781" y="246422"/>
                    <a:pt x="186586" y="246422"/>
                  </a:cubicBezTo>
                  <a:close/>
                  <a:moveTo>
                    <a:pt x="276045" y="261743"/>
                  </a:moveTo>
                  <a:cubicBezTo>
                    <a:pt x="276045" y="273873"/>
                    <a:pt x="271572" y="285364"/>
                    <a:pt x="263905" y="293663"/>
                  </a:cubicBezTo>
                  <a:cubicBezTo>
                    <a:pt x="263266" y="294940"/>
                    <a:pt x="261987" y="295578"/>
                    <a:pt x="260710" y="296855"/>
                  </a:cubicBezTo>
                  <a:cubicBezTo>
                    <a:pt x="254959" y="302601"/>
                    <a:pt x="247930" y="307708"/>
                    <a:pt x="240901" y="310900"/>
                  </a:cubicBezTo>
                  <a:cubicBezTo>
                    <a:pt x="240262" y="311538"/>
                    <a:pt x="238984" y="311538"/>
                    <a:pt x="238345" y="311538"/>
                  </a:cubicBezTo>
                  <a:cubicBezTo>
                    <a:pt x="237706" y="311538"/>
                    <a:pt x="236428" y="311538"/>
                    <a:pt x="235789" y="310900"/>
                  </a:cubicBezTo>
                  <a:cubicBezTo>
                    <a:pt x="228121" y="307069"/>
                    <a:pt x="220453" y="302601"/>
                    <a:pt x="214063" y="296855"/>
                  </a:cubicBezTo>
                  <a:lnTo>
                    <a:pt x="213424" y="296217"/>
                  </a:lnTo>
                  <a:cubicBezTo>
                    <a:pt x="204478" y="287279"/>
                    <a:pt x="198727" y="275149"/>
                    <a:pt x="198727" y="262382"/>
                  </a:cubicBezTo>
                  <a:lnTo>
                    <a:pt x="198088" y="238761"/>
                  </a:lnTo>
                  <a:cubicBezTo>
                    <a:pt x="198088" y="236846"/>
                    <a:pt x="198727" y="234930"/>
                    <a:pt x="200005" y="233654"/>
                  </a:cubicBezTo>
                  <a:cubicBezTo>
                    <a:pt x="201283" y="232377"/>
                    <a:pt x="203200" y="231738"/>
                    <a:pt x="205117" y="231738"/>
                  </a:cubicBezTo>
                  <a:cubicBezTo>
                    <a:pt x="208312" y="232377"/>
                    <a:pt x="214063" y="231738"/>
                    <a:pt x="219814" y="229823"/>
                  </a:cubicBezTo>
                  <a:cubicBezTo>
                    <a:pt x="226204" y="227270"/>
                    <a:pt x="230038" y="224078"/>
                    <a:pt x="232594" y="221524"/>
                  </a:cubicBezTo>
                  <a:cubicBezTo>
                    <a:pt x="233872" y="220247"/>
                    <a:pt x="235150" y="219609"/>
                    <a:pt x="237067" y="219609"/>
                  </a:cubicBezTo>
                  <a:cubicBezTo>
                    <a:pt x="238984" y="219609"/>
                    <a:pt x="240262" y="220247"/>
                    <a:pt x="241540" y="221524"/>
                  </a:cubicBezTo>
                  <a:cubicBezTo>
                    <a:pt x="244735" y="224716"/>
                    <a:pt x="249208" y="227270"/>
                    <a:pt x="253681" y="229185"/>
                  </a:cubicBezTo>
                  <a:cubicBezTo>
                    <a:pt x="258792" y="231100"/>
                    <a:pt x="263905" y="231738"/>
                    <a:pt x="269017" y="231738"/>
                  </a:cubicBezTo>
                  <a:cubicBezTo>
                    <a:pt x="270934" y="231738"/>
                    <a:pt x="272212" y="232377"/>
                    <a:pt x="273490" y="233654"/>
                  </a:cubicBezTo>
                  <a:cubicBezTo>
                    <a:pt x="274767" y="234930"/>
                    <a:pt x="275407" y="236846"/>
                    <a:pt x="275407" y="238122"/>
                  </a:cubicBezTo>
                  <a:lnTo>
                    <a:pt x="275407" y="261743"/>
                  </a:lnTo>
                  <a:close/>
                </a:path>
              </a:pathLst>
            </a:custGeom>
            <a:solidFill>
              <a:srgbClr val="007CB0"/>
            </a:solidFill>
            <a:ln w="6390" cap="flat">
              <a:noFill/>
              <a:prstDash val="solid"/>
              <a:miter/>
            </a:ln>
          </p:spPr>
          <p:txBody>
            <a:bodyPr rtlCol="0" anchor="ctr"/>
            <a:lstStyle/>
            <a:p>
              <a:endParaRPr lang="en-US"/>
            </a:p>
          </p:txBody>
        </p:sp>
        <p:sp>
          <p:nvSpPr>
            <p:cNvPr id="1020" name="Graphic 4">
              <a:extLst>
                <a:ext uri="{FF2B5EF4-FFF2-40B4-BE49-F238E27FC236}">
                  <a16:creationId xmlns:a16="http://schemas.microsoft.com/office/drawing/2014/main" id="{F2D4C27C-8134-944A-899E-AE3B238DB2A8}"/>
                </a:ext>
              </a:extLst>
            </p:cNvPr>
            <p:cNvSpPr/>
            <p:nvPr/>
          </p:nvSpPr>
          <p:spPr>
            <a:xfrm>
              <a:off x="5286110" y="3504969"/>
              <a:ext cx="13703" cy="15321"/>
            </a:xfrm>
            <a:custGeom>
              <a:avLst/>
              <a:gdLst>
                <a:gd name="connsiteX0" fmla="*/ 284 w 13703"/>
                <a:gd name="connsiteY0" fmla="*/ 7660 h 15321"/>
                <a:gd name="connsiteX1" fmla="*/ 284 w 13703"/>
                <a:gd name="connsiteY1" fmla="*/ 15321 h 15321"/>
                <a:gd name="connsiteX2" fmla="*/ 13064 w 13703"/>
                <a:gd name="connsiteY2" fmla="*/ 15321 h 15321"/>
                <a:gd name="connsiteX3" fmla="*/ 13703 w 13703"/>
                <a:gd name="connsiteY3" fmla="*/ 8299 h 15321"/>
                <a:gd name="connsiteX4" fmla="*/ 12425 w 13703"/>
                <a:gd name="connsiteY4" fmla="*/ 0 h 15321"/>
                <a:gd name="connsiteX5" fmla="*/ 284 w 13703"/>
                <a:gd name="connsiteY5" fmla="*/ 0 h 15321"/>
                <a:gd name="connsiteX6" fmla="*/ 284 w 13703"/>
                <a:gd name="connsiteY6" fmla="*/ 766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03" h="15321">
                  <a:moveTo>
                    <a:pt x="284" y="7660"/>
                  </a:moveTo>
                  <a:cubicBezTo>
                    <a:pt x="284" y="10214"/>
                    <a:pt x="284" y="12768"/>
                    <a:pt x="284" y="15321"/>
                  </a:cubicBezTo>
                  <a:lnTo>
                    <a:pt x="13064" y="15321"/>
                  </a:lnTo>
                  <a:cubicBezTo>
                    <a:pt x="13703" y="12768"/>
                    <a:pt x="13703" y="10852"/>
                    <a:pt x="13703" y="8299"/>
                  </a:cubicBezTo>
                  <a:cubicBezTo>
                    <a:pt x="13703" y="5107"/>
                    <a:pt x="13064" y="2553"/>
                    <a:pt x="12425" y="0"/>
                  </a:cubicBezTo>
                  <a:lnTo>
                    <a:pt x="284" y="0"/>
                  </a:lnTo>
                  <a:cubicBezTo>
                    <a:pt x="-355" y="1915"/>
                    <a:pt x="284" y="5107"/>
                    <a:pt x="284" y="7660"/>
                  </a:cubicBezTo>
                  <a:close/>
                </a:path>
              </a:pathLst>
            </a:custGeom>
            <a:solidFill>
              <a:srgbClr val="007CB0"/>
            </a:solidFill>
            <a:ln w="6390" cap="flat">
              <a:noFill/>
              <a:prstDash val="solid"/>
              <a:miter/>
            </a:ln>
          </p:spPr>
          <p:txBody>
            <a:bodyPr rtlCol="0" anchor="ctr"/>
            <a:lstStyle/>
            <a:p>
              <a:endParaRPr lang="en-US"/>
            </a:p>
          </p:txBody>
        </p:sp>
      </p:grpSp>
      <p:grpSp>
        <p:nvGrpSpPr>
          <p:cNvPr id="1021" name="Graphic 4">
            <a:extLst>
              <a:ext uri="{FF2B5EF4-FFF2-40B4-BE49-F238E27FC236}">
                <a16:creationId xmlns:a16="http://schemas.microsoft.com/office/drawing/2014/main" id="{A324003F-08D7-A54C-B4A6-2ADA0F65A27F}"/>
              </a:ext>
            </a:extLst>
          </p:cNvPr>
          <p:cNvGrpSpPr/>
          <p:nvPr/>
        </p:nvGrpSpPr>
        <p:grpSpPr>
          <a:xfrm>
            <a:off x="3607758" y="4308712"/>
            <a:ext cx="361674" cy="361333"/>
            <a:chOff x="3607758" y="4308712"/>
            <a:chExt cx="361674" cy="361333"/>
          </a:xfrm>
          <a:solidFill>
            <a:srgbClr val="007CB0"/>
          </a:solidFill>
        </p:grpSpPr>
        <p:sp>
          <p:nvSpPr>
            <p:cNvPr id="1022" name="Graphic 4">
              <a:extLst>
                <a:ext uri="{FF2B5EF4-FFF2-40B4-BE49-F238E27FC236}">
                  <a16:creationId xmlns:a16="http://schemas.microsoft.com/office/drawing/2014/main" id="{287C7D03-0634-FD45-924A-1C21345D6E0D}"/>
                </a:ext>
              </a:extLst>
            </p:cNvPr>
            <p:cNvSpPr/>
            <p:nvPr/>
          </p:nvSpPr>
          <p:spPr>
            <a:xfrm>
              <a:off x="3607758" y="4308712"/>
              <a:ext cx="361674" cy="361333"/>
            </a:xfrm>
            <a:custGeom>
              <a:avLst/>
              <a:gdLst>
                <a:gd name="connsiteX0" fmla="*/ 180836 w 361674"/>
                <a:gd name="connsiteY0" fmla="*/ 0 h 361333"/>
                <a:gd name="connsiteX1" fmla="*/ 0 w 361674"/>
                <a:gd name="connsiteY1" fmla="*/ 180667 h 361333"/>
                <a:gd name="connsiteX2" fmla="*/ 180836 w 361674"/>
                <a:gd name="connsiteY2" fmla="*/ 361334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7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2" y="361334"/>
                    <a:pt x="180836" y="361334"/>
                  </a:cubicBezTo>
                  <a:cubicBezTo>
                    <a:pt x="280518" y="361334"/>
                    <a:pt x="361671" y="280257"/>
                    <a:pt x="361671" y="180667"/>
                  </a:cubicBezTo>
                  <a:cubicBezTo>
                    <a:pt x="362310" y="81077"/>
                    <a:pt x="281157" y="0"/>
                    <a:pt x="180836" y="0"/>
                  </a:cubicBezTo>
                  <a:close/>
                  <a:moveTo>
                    <a:pt x="180836" y="349204"/>
                  </a:moveTo>
                  <a:cubicBezTo>
                    <a:pt x="88181" y="349204"/>
                    <a:pt x="12780" y="273873"/>
                    <a:pt x="12780" y="181305"/>
                  </a:cubicBezTo>
                  <a:cubicBezTo>
                    <a:pt x="12780" y="88738"/>
                    <a:pt x="88181" y="13407"/>
                    <a:pt x="180836" y="13407"/>
                  </a:cubicBezTo>
                  <a:cubicBezTo>
                    <a:pt x="273490" y="13407"/>
                    <a:pt x="348891" y="88738"/>
                    <a:pt x="348891" y="181305"/>
                  </a:cubicBezTo>
                  <a:cubicBezTo>
                    <a:pt x="349530" y="273234"/>
                    <a:pt x="274128" y="349204"/>
                    <a:pt x="180836" y="349204"/>
                  </a:cubicBezTo>
                  <a:close/>
                </a:path>
              </a:pathLst>
            </a:custGeom>
            <a:solidFill>
              <a:srgbClr val="007CB0"/>
            </a:solidFill>
            <a:ln w="6390" cap="flat">
              <a:noFill/>
              <a:prstDash val="solid"/>
              <a:miter/>
            </a:ln>
          </p:spPr>
          <p:txBody>
            <a:bodyPr rtlCol="0" anchor="ctr"/>
            <a:lstStyle/>
            <a:p>
              <a:endParaRPr lang="en-US"/>
            </a:p>
          </p:txBody>
        </p:sp>
        <p:sp>
          <p:nvSpPr>
            <p:cNvPr id="1023" name="Graphic 4">
              <a:extLst>
                <a:ext uri="{FF2B5EF4-FFF2-40B4-BE49-F238E27FC236}">
                  <a16:creationId xmlns:a16="http://schemas.microsoft.com/office/drawing/2014/main" id="{F4FC45E7-5547-2444-A356-CD69ED2A782C}"/>
                </a:ext>
              </a:extLst>
            </p:cNvPr>
            <p:cNvSpPr/>
            <p:nvPr/>
          </p:nvSpPr>
          <p:spPr>
            <a:xfrm>
              <a:off x="3898500" y="4428092"/>
              <a:ext cx="12779" cy="68946"/>
            </a:xfrm>
            <a:custGeom>
              <a:avLst/>
              <a:gdLst>
                <a:gd name="connsiteX0" fmla="*/ 6390 w 12779"/>
                <a:gd name="connsiteY0" fmla="*/ 0 h 68946"/>
                <a:gd name="connsiteX1" fmla="*/ 0 w 12779"/>
                <a:gd name="connsiteY1" fmla="*/ 6384 h 68946"/>
                <a:gd name="connsiteX2" fmla="*/ 0 w 12779"/>
                <a:gd name="connsiteY2" fmla="*/ 62563 h 68946"/>
                <a:gd name="connsiteX3" fmla="*/ 6390 w 12779"/>
                <a:gd name="connsiteY3" fmla="*/ 68947 h 68946"/>
                <a:gd name="connsiteX4" fmla="*/ 12780 w 12779"/>
                <a:gd name="connsiteY4" fmla="*/ 62563 h 68946"/>
                <a:gd name="connsiteX5" fmla="*/ 12780 w 12779"/>
                <a:gd name="connsiteY5" fmla="*/ 6384 h 68946"/>
                <a:gd name="connsiteX6" fmla="*/ 6390 w 12779"/>
                <a:gd name="connsiteY6" fmla="*/ 0 h 68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68946">
                  <a:moveTo>
                    <a:pt x="6390" y="0"/>
                  </a:moveTo>
                  <a:cubicBezTo>
                    <a:pt x="2556" y="0"/>
                    <a:pt x="0" y="2554"/>
                    <a:pt x="0" y="6384"/>
                  </a:cubicBezTo>
                  <a:lnTo>
                    <a:pt x="0" y="62563"/>
                  </a:lnTo>
                  <a:cubicBezTo>
                    <a:pt x="0" y="66394"/>
                    <a:pt x="2556" y="68947"/>
                    <a:pt x="6390" y="68947"/>
                  </a:cubicBezTo>
                  <a:cubicBezTo>
                    <a:pt x="10224" y="68947"/>
                    <a:pt x="12780" y="66394"/>
                    <a:pt x="12780" y="62563"/>
                  </a:cubicBezTo>
                  <a:lnTo>
                    <a:pt x="12780" y="6384"/>
                  </a:lnTo>
                  <a:cubicBezTo>
                    <a:pt x="12780" y="2554"/>
                    <a:pt x="10224" y="0"/>
                    <a:pt x="6390" y="0"/>
                  </a:cubicBezTo>
                  <a:close/>
                </a:path>
              </a:pathLst>
            </a:custGeom>
            <a:solidFill>
              <a:srgbClr val="007CB0"/>
            </a:solidFill>
            <a:ln w="6390" cap="flat">
              <a:noFill/>
              <a:prstDash val="solid"/>
              <a:miter/>
            </a:ln>
          </p:spPr>
          <p:txBody>
            <a:bodyPr rtlCol="0" anchor="ctr"/>
            <a:lstStyle/>
            <a:p>
              <a:endParaRPr lang="en-US"/>
            </a:p>
          </p:txBody>
        </p:sp>
        <p:sp>
          <p:nvSpPr>
            <p:cNvPr id="1024" name="Graphic 4">
              <a:extLst>
                <a:ext uri="{FF2B5EF4-FFF2-40B4-BE49-F238E27FC236}">
                  <a16:creationId xmlns:a16="http://schemas.microsoft.com/office/drawing/2014/main" id="{32E63C95-1C59-7A4B-93CA-0DFF9431597F}"/>
                </a:ext>
              </a:extLst>
            </p:cNvPr>
            <p:cNvSpPr/>
            <p:nvPr/>
          </p:nvSpPr>
          <p:spPr>
            <a:xfrm>
              <a:off x="3697217" y="4377020"/>
              <a:ext cx="39617" cy="39580"/>
            </a:xfrm>
            <a:custGeom>
              <a:avLst/>
              <a:gdLst>
                <a:gd name="connsiteX0" fmla="*/ 19809 w 39617"/>
                <a:gd name="connsiteY0" fmla="*/ 39581 h 39580"/>
                <a:gd name="connsiteX1" fmla="*/ 39618 w 39617"/>
                <a:gd name="connsiteY1" fmla="*/ 19790 h 39580"/>
                <a:gd name="connsiteX2" fmla="*/ 19809 w 39617"/>
                <a:gd name="connsiteY2" fmla="*/ 0 h 39580"/>
                <a:gd name="connsiteX3" fmla="*/ 0 w 39617"/>
                <a:gd name="connsiteY3" fmla="*/ 19790 h 39580"/>
                <a:gd name="connsiteX4" fmla="*/ 19809 w 39617"/>
                <a:gd name="connsiteY4" fmla="*/ 39581 h 39580"/>
                <a:gd name="connsiteX5" fmla="*/ 19809 w 39617"/>
                <a:gd name="connsiteY5" fmla="*/ 12768 h 39580"/>
                <a:gd name="connsiteX6" fmla="*/ 26838 w 39617"/>
                <a:gd name="connsiteY6" fmla="*/ 19790 h 39580"/>
                <a:gd name="connsiteX7" fmla="*/ 19809 w 39617"/>
                <a:gd name="connsiteY7" fmla="*/ 26813 h 39580"/>
                <a:gd name="connsiteX8" fmla="*/ 12780 w 39617"/>
                <a:gd name="connsiteY8" fmla="*/ 19790 h 39580"/>
                <a:gd name="connsiteX9" fmla="*/ 19809 w 39617"/>
                <a:gd name="connsiteY9" fmla="*/ 12768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17" h="39580">
                  <a:moveTo>
                    <a:pt x="19809" y="39581"/>
                  </a:moveTo>
                  <a:cubicBezTo>
                    <a:pt x="30672" y="39581"/>
                    <a:pt x="39618" y="30643"/>
                    <a:pt x="39618" y="19790"/>
                  </a:cubicBezTo>
                  <a:cubicBezTo>
                    <a:pt x="39618" y="8938"/>
                    <a:pt x="30672" y="0"/>
                    <a:pt x="19809" y="0"/>
                  </a:cubicBezTo>
                  <a:cubicBezTo>
                    <a:pt x="8946" y="0"/>
                    <a:pt x="0" y="8938"/>
                    <a:pt x="0" y="19790"/>
                  </a:cubicBezTo>
                  <a:cubicBezTo>
                    <a:pt x="0" y="30643"/>
                    <a:pt x="8946" y="39581"/>
                    <a:pt x="19809" y="39581"/>
                  </a:cubicBezTo>
                  <a:close/>
                  <a:moveTo>
                    <a:pt x="19809" y="12768"/>
                  </a:moveTo>
                  <a:cubicBezTo>
                    <a:pt x="23643" y="12768"/>
                    <a:pt x="26838" y="15960"/>
                    <a:pt x="26838" y="19790"/>
                  </a:cubicBezTo>
                  <a:cubicBezTo>
                    <a:pt x="26838" y="23621"/>
                    <a:pt x="23643" y="26813"/>
                    <a:pt x="19809" y="26813"/>
                  </a:cubicBezTo>
                  <a:cubicBezTo>
                    <a:pt x="15975" y="26813"/>
                    <a:pt x="12780" y="23621"/>
                    <a:pt x="12780" y="19790"/>
                  </a:cubicBezTo>
                  <a:cubicBezTo>
                    <a:pt x="12780" y="15960"/>
                    <a:pt x="15975" y="12768"/>
                    <a:pt x="19809" y="12768"/>
                  </a:cubicBezTo>
                  <a:close/>
                </a:path>
              </a:pathLst>
            </a:custGeom>
            <a:solidFill>
              <a:srgbClr val="007CB0"/>
            </a:solidFill>
            <a:ln w="6390" cap="flat">
              <a:noFill/>
              <a:prstDash val="solid"/>
              <a:miter/>
            </a:ln>
          </p:spPr>
          <p:txBody>
            <a:bodyPr rtlCol="0" anchor="ctr"/>
            <a:lstStyle/>
            <a:p>
              <a:endParaRPr lang="en-US"/>
            </a:p>
          </p:txBody>
        </p:sp>
        <p:sp>
          <p:nvSpPr>
            <p:cNvPr id="1025" name="Graphic 4">
              <a:extLst>
                <a:ext uri="{FF2B5EF4-FFF2-40B4-BE49-F238E27FC236}">
                  <a16:creationId xmlns:a16="http://schemas.microsoft.com/office/drawing/2014/main" id="{3DC2966D-2E30-E14C-A808-55AB176D91AD}"/>
                </a:ext>
              </a:extLst>
            </p:cNvPr>
            <p:cNvSpPr/>
            <p:nvPr/>
          </p:nvSpPr>
          <p:spPr>
            <a:xfrm>
              <a:off x="3685076" y="4426815"/>
              <a:ext cx="63899" cy="141086"/>
            </a:xfrm>
            <a:custGeom>
              <a:avLst/>
              <a:gdLst>
                <a:gd name="connsiteX0" fmla="*/ 57509 w 63899"/>
                <a:gd name="connsiteY0" fmla="*/ 0 h 141086"/>
                <a:gd name="connsiteX1" fmla="*/ 6390 w 63899"/>
                <a:gd name="connsiteY1" fmla="*/ 0 h 141086"/>
                <a:gd name="connsiteX2" fmla="*/ 0 w 63899"/>
                <a:gd name="connsiteY2" fmla="*/ 6384 h 141086"/>
                <a:gd name="connsiteX3" fmla="*/ 0 w 63899"/>
                <a:gd name="connsiteY3" fmla="*/ 70224 h 141086"/>
                <a:gd name="connsiteX4" fmla="*/ 6390 w 63899"/>
                <a:gd name="connsiteY4" fmla="*/ 76608 h 141086"/>
                <a:gd name="connsiteX5" fmla="*/ 13419 w 63899"/>
                <a:gd name="connsiteY5" fmla="*/ 76608 h 141086"/>
                <a:gd name="connsiteX6" fmla="*/ 13419 w 63899"/>
                <a:gd name="connsiteY6" fmla="*/ 134702 h 141086"/>
                <a:gd name="connsiteX7" fmla="*/ 19809 w 63899"/>
                <a:gd name="connsiteY7" fmla="*/ 141086 h 141086"/>
                <a:gd name="connsiteX8" fmla="*/ 26199 w 63899"/>
                <a:gd name="connsiteY8" fmla="*/ 134702 h 141086"/>
                <a:gd name="connsiteX9" fmla="*/ 26199 w 63899"/>
                <a:gd name="connsiteY9" fmla="*/ 76608 h 141086"/>
                <a:gd name="connsiteX10" fmla="*/ 39618 w 63899"/>
                <a:gd name="connsiteY10" fmla="*/ 76608 h 141086"/>
                <a:gd name="connsiteX11" fmla="*/ 39618 w 63899"/>
                <a:gd name="connsiteY11" fmla="*/ 134702 h 141086"/>
                <a:gd name="connsiteX12" fmla="*/ 46008 w 63899"/>
                <a:gd name="connsiteY12" fmla="*/ 141086 h 141086"/>
                <a:gd name="connsiteX13" fmla="*/ 52398 w 63899"/>
                <a:gd name="connsiteY13" fmla="*/ 134702 h 141086"/>
                <a:gd name="connsiteX14" fmla="*/ 52398 w 63899"/>
                <a:gd name="connsiteY14" fmla="*/ 76608 h 141086"/>
                <a:gd name="connsiteX15" fmla="*/ 57509 w 63899"/>
                <a:gd name="connsiteY15" fmla="*/ 76608 h 141086"/>
                <a:gd name="connsiteX16" fmla="*/ 63899 w 63899"/>
                <a:gd name="connsiteY16" fmla="*/ 70224 h 141086"/>
                <a:gd name="connsiteX17" fmla="*/ 63899 w 63899"/>
                <a:gd name="connsiteY17" fmla="*/ 6384 h 141086"/>
                <a:gd name="connsiteX18" fmla="*/ 57509 w 63899"/>
                <a:gd name="connsiteY18" fmla="*/ 0 h 141086"/>
                <a:gd name="connsiteX19" fmla="*/ 12780 w 63899"/>
                <a:gd name="connsiteY19" fmla="*/ 12768 h 141086"/>
                <a:gd name="connsiteX20" fmla="*/ 51119 w 63899"/>
                <a:gd name="connsiteY20" fmla="*/ 12768 h 141086"/>
                <a:gd name="connsiteX21" fmla="*/ 51119 w 63899"/>
                <a:gd name="connsiteY21" fmla="*/ 63840 h 141086"/>
                <a:gd name="connsiteX22" fmla="*/ 12780 w 63899"/>
                <a:gd name="connsiteY22" fmla="*/ 63840 h 141086"/>
                <a:gd name="connsiteX23" fmla="*/ 12780 w 63899"/>
                <a:gd name="connsiteY23" fmla="*/ 12768 h 141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3899" h="141086">
                  <a:moveTo>
                    <a:pt x="57509" y="0"/>
                  </a:moveTo>
                  <a:lnTo>
                    <a:pt x="6390" y="0"/>
                  </a:lnTo>
                  <a:cubicBezTo>
                    <a:pt x="2556" y="0"/>
                    <a:pt x="0" y="2554"/>
                    <a:pt x="0" y="6384"/>
                  </a:cubicBezTo>
                  <a:lnTo>
                    <a:pt x="0" y="70224"/>
                  </a:lnTo>
                  <a:cubicBezTo>
                    <a:pt x="0" y="74054"/>
                    <a:pt x="2556" y="76608"/>
                    <a:pt x="6390" y="76608"/>
                  </a:cubicBezTo>
                  <a:lnTo>
                    <a:pt x="13419" y="76608"/>
                  </a:lnTo>
                  <a:lnTo>
                    <a:pt x="13419" y="134702"/>
                  </a:lnTo>
                  <a:cubicBezTo>
                    <a:pt x="13419" y="138533"/>
                    <a:pt x="15975" y="141086"/>
                    <a:pt x="19809" y="141086"/>
                  </a:cubicBezTo>
                  <a:cubicBezTo>
                    <a:pt x="23643" y="141086"/>
                    <a:pt x="26199" y="138533"/>
                    <a:pt x="26199" y="134702"/>
                  </a:cubicBezTo>
                  <a:lnTo>
                    <a:pt x="26199" y="76608"/>
                  </a:lnTo>
                  <a:lnTo>
                    <a:pt x="39618" y="76608"/>
                  </a:lnTo>
                  <a:lnTo>
                    <a:pt x="39618" y="134702"/>
                  </a:lnTo>
                  <a:cubicBezTo>
                    <a:pt x="39618" y="138533"/>
                    <a:pt x="42173" y="141086"/>
                    <a:pt x="46008" y="141086"/>
                  </a:cubicBezTo>
                  <a:cubicBezTo>
                    <a:pt x="49841" y="141086"/>
                    <a:pt x="52398" y="138533"/>
                    <a:pt x="52398" y="134702"/>
                  </a:cubicBezTo>
                  <a:lnTo>
                    <a:pt x="52398" y="76608"/>
                  </a:lnTo>
                  <a:lnTo>
                    <a:pt x="57509" y="76608"/>
                  </a:lnTo>
                  <a:cubicBezTo>
                    <a:pt x="61343" y="76608"/>
                    <a:pt x="63899" y="74054"/>
                    <a:pt x="63899" y="70224"/>
                  </a:cubicBezTo>
                  <a:lnTo>
                    <a:pt x="63899" y="6384"/>
                  </a:lnTo>
                  <a:cubicBezTo>
                    <a:pt x="63899" y="2554"/>
                    <a:pt x="61343" y="0"/>
                    <a:pt x="57509" y="0"/>
                  </a:cubicBezTo>
                  <a:close/>
                  <a:moveTo>
                    <a:pt x="12780" y="12768"/>
                  </a:moveTo>
                  <a:lnTo>
                    <a:pt x="51119" y="12768"/>
                  </a:lnTo>
                  <a:lnTo>
                    <a:pt x="51119" y="63840"/>
                  </a:lnTo>
                  <a:lnTo>
                    <a:pt x="12780" y="63840"/>
                  </a:lnTo>
                  <a:lnTo>
                    <a:pt x="12780" y="12768"/>
                  </a:lnTo>
                  <a:close/>
                </a:path>
              </a:pathLst>
            </a:custGeom>
            <a:solidFill>
              <a:srgbClr val="007CB0"/>
            </a:solidFill>
            <a:ln w="6390" cap="flat">
              <a:noFill/>
              <a:prstDash val="solid"/>
              <a:miter/>
            </a:ln>
          </p:spPr>
          <p:txBody>
            <a:bodyPr rtlCol="0" anchor="ctr"/>
            <a:lstStyle/>
            <a:p>
              <a:endParaRPr lang="en-US"/>
            </a:p>
          </p:txBody>
        </p:sp>
        <p:sp>
          <p:nvSpPr>
            <p:cNvPr id="1026" name="Graphic 4">
              <a:extLst>
                <a:ext uri="{FF2B5EF4-FFF2-40B4-BE49-F238E27FC236}">
                  <a16:creationId xmlns:a16="http://schemas.microsoft.com/office/drawing/2014/main" id="{39764587-0B13-6448-AD2D-8F6185FC117D}"/>
                </a:ext>
              </a:extLst>
            </p:cNvPr>
            <p:cNvSpPr/>
            <p:nvPr/>
          </p:nvSpPr>
          <p:spPr>
            <a:xfrm>
              <a:off x="3840352" y="4377020"/>
              <a:ext cx="39617" cy="39580"/>
            </a:xfrm>
            <a:custGeom>
              <a:avLst/>
              <a:gdLst>
                <a:gd name="connsiteX0" fmla="*/ 19809 w 39617"/>
                <a:gd name="connsiteY0" fmla="*/ 39581 h 39580"/>
                <a:gd name="connsiteX1" fmla="*/ 39618 w 39617"/>
                <a:gd name="connsiteY1" fmla="*/ 19790 h 39580"/>
                <a:gd name="connsiteX2" fmla="*/ 19809 w 39617"/>
                <a:gd name="connsiteY2" fmla="*/ 0 h 39580"/>
                <a:gd name="connsiteX3" fmla="*/ 0 w 39617"/>
                <a:gd name="connsiteY3" fmla="*/ 19790 h 39580"/>
                <a:gd name="connsiteX4" fmla="*/ 19809 w 39617"/>
                <a:gd name="connsiteY4" fmla="*/ 39581 h 39580"/>
                <a:gd name="connsiteX5" fmla="*/ 19809 w 39617"/>
                <a:gd name="connsiteY5" fmla="*/ 12768 h 39580"/>
                <a:gd name="connsiteX6" fmla="*/ 26838 w 39617"/>
                <a:gd name="connsiteY6" fmla="*/ 19790 h 39580"/>
                <a:gd name="connsiteX7" fmla="*/ 19809 w 39617"/>
                <a:gd name="connsiteY7" fmla="*/ 26813 h 39580"/>
                <a:gd name="connsiteX8" fmla="*/ 12780 w 39617"/>
                <a:gd name="connsiteY8" fmla="*/ 19790 h 39580"/>
                <a:gd name="connsiteX9" fmla="*/ 19809 w 39617"/>
                <a:gd name="connsiteY9" fmla="*/ 12768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17" h="39580">
                  <a:moveTo>
                    <a:pt x="19809" y="39581"/>
                  </a:moveTo>
                  <a:cubicBezTo>
                    <a:pt x="30672" y="39581"/>
                    <a:pt x="39618" y="30643"/>
                    <a:pt x="39618" y="19790"/>
                  </a:cubicBezTo>
                  <a:cubicBezTo>
                    <a:pt x="39618" y="8938"/>
                    <a:pt x="30672" y="0"/>
                    <a:pt x="19809" y="0"/>
                  </a:cubicBezTo>
                  <a:cubicBezTo>
                    <a:pt x="8946" y="0"/>
                    <a:pt x="0" y="8938"/>
                    <a:pt x="0" y="19790"/>
                  </a:cubicBezTo>
                  <a:cubicBezTo>
                    <a:pt x="0" y="30643"/>
                    <a:pt x="8946" y="39581"/>
                    <a:pt x="19809" y="39581"/>
                  </a:cubicBezTo>
                  <a:close/>
                  <a:moveTo>
                    <a:pt x="19809" y="12768"/>
                  </a:moveTo>
                  <a:cubicBezTo>
                    <a:pt x="23643" y="12768"/>
                    <a:pt x="26838" y="15960"/>
                    <a:pt x="26838" y="19790"/>
                  </a:cubicBezTo>
                  <a:cubicBezTo>
                    <a:pt x="26838" y="23621"/>
                    <a:pt x="23643" y="26813"/>
                    <a:pt x="19809" y="26813"/>
                  </a:cubicBezTo>
                  <a:cubicBezTo>
                    <a:pt x="15975" y="26813"/>
                    <a:pt x="12780" y="23621"/>
                    <a:pt x="12780" y="19790"/>
                  </a:cubicBezTo>
                  <a:cubicBezTo>
                    <a:pt x="12780" y="15960"/>
                    <a:pt x="16614" y="12768"/>
                    <a:pt x="19809" y="12768"/>
                  </a:cubicBezTo>
                  <a:close/>
                </a:path>
              </a:pathLst>
            </a:custGeom>
            <a:solidFill>
              <a:srgbClr val="007CB0"/>
            </a:solidFill>
            <a:ln w="6390" cap="flat">
              <a:noFill/>
              <a:prstDash val="solid"/>
              <a:miter/>
            </a:ln>
          </p:spPr>
          <p:txBody>
            <a:bodyPr rtlCol="0" anchor="ctr"/>
            <a:lstStyle/>
            <a:p>
              <a:endParaRPr lang="en-US"/>
            </a:p>
          </p:txBody>
        </p:sp>
        <p:sp>
          <p:nvSpPr>
            <p:cNvPr id="1027" name="Graphic 4">
              <a:extLst>
                <a:ext uri="{FF2B5EF4-FFF2-40B4-BE49-F238E27FC236}">
                  <a16:creationId xmlns:a16="http://schemas.microsoft.com/office/drawing/2014/main" id="{82365D5A-DA63-2A4C-95B7-213B92000AE8}"/>
                </a:ext>
              </a:extLst>
            </p:cNvPr>
            <p:cNvSpPr/>
            <p:nvPr/>
          </p:nvSpPr>
          <p:spPr>
            <a:xfrm>
              <a:off x="3828211" y="4426815"/>
              <a:ext cx="63899" cy="141086"/>
            </a:xfrm>
            <a:custGeom>
              <a:avLst/>
              <a:gdLst>
                <a:gd name="connsiteX0" fmla="*/ 57509 w 63899"/>
                <a:gd name="connsiteY0" fmla="*/ 0 h 141086"/>
                <a:gd name="connsiteX1" fmla="*/ 6390 w 63899"/>
                <a:gd name="connsiteY1" fmla="*/ 0 h 141086"/>
                <a:gd name="connsiteX2" fmla="*/ 0 w 63899"/>
                <a:gd name="connsiteY2" fmla="*/ 6384 h 141086"/>
                <a:gd name="connsiteX3" fmla="*/ 0 w 63899"/>
                <a:gd name="connsiteY3" fmla="*/ 70224 h 141086"/>
                <a:gd name="connsiteX4" fmla="*/ 6390 w 63899"/>
                <a:gd name="connsiteY4" fmla="*/ 76608 h 141086"/>
                <a:gd name="connsiteX5" fmla="*/ 13419 w 63899"/>
                <a:gd name="connsiteY5" fmla="*/ 76608 h 141086"/>
                <a:gd name="connsiteX6" fmla="*/ 13419 w 63899"/>
                <a:gd name="connsiteY6" fmla="*/ 134702 h 141086"/>
                <a:gd name="connsiteX7" fmla="*/ 19809 w 63899"/>
                <a:gd name="connsiteY7" fmla="*/ 141086 h 141086"/>
                <a:gd name="connsiteX8" fmla="*/ 26199 w 63899"/>
                <a:gd name="connsiteY8" fmla="*/ 134702 h 141086"/>
                <a:gd name="connsiteX9" fmla="*/ 26199 w 63899"/>
                <a:gd name="connsiteY9" fmla="*/ 76608 h 141086"/>
                <a:gd name="connsiteX10" fmla="*/ 39618 w 63899"/>
                <a:gd name="connsiteY10" fmla="*/ 76608 h 141086"/>
                <a:gd name="connsiteX11" fmla="*/ 39618 w 63899"/>
                <a:gd name="connsiteY11" fmla="*/ 134702 h 141086"/>
                <a:gd name="connsiteX12" fmla="*/ 46008 w 63899"/>
                <a:gd name="connsiteY12" fmla="*/ 141086 h 141086"/>
                <a:gd name="connsiteX13" fmla="*/ 52398 w 63899"/>
                <a:gd name="connsiteY13" fmla="*/ 134702 h 141086"/>
                <a:gd name="connsiteX14" fmla="*/ 52398 w 63899"/>
                <a:gd name="connsiteY14" fmla="*/ 76608 h 141086"/>
                <a:gd name="connsiteX15" fmla="*/ 57509 w 63899"/>
                <a:gd name="connsiteY15" fmla="*/ 76608 h 141086"/>
                <a:gd name="connsiteX16" fmla="*/ 63899 w 63899"/>
                <a:gd name="connsiteY16" fmla="*/ 70224 h 141086"/>
                <a:gd name="connsiteX17" fmla="*/ 63899 w 63899"/>
                <a:gd name="connsiteY17" fmla="*/ 6384 h 141086"/>
                <a:gd name="connsiteX18" fmla="*/ 57509 w 63899"/>
                <a:gd name="connsiteY18" fmla="*/ 0 h 141086"/>
                <a:gd name="connsiteX19" fmla="*/ 12780 w 63899"/>
                <a:gd name="connsiteY19" fmla="*/ 12768 h 141086"/>
                <a:gd name="connsiteX20" fmla="*/ 51119 w 63899"/>
                <a:gd name="connsiteY20" fmla="*/ 12768 h 141086"/>
                <a:gd name="connsiteX21" fmla="*/ 51119 w 63899"/>
                <a:gd name="connsiteY21" fmla="*/ 63840 h 141086"/>
                <a:gd name="connsiteX22" fmla="*/ 12780 w 63899"/>
                <a:gd name="connsiteY22" fmla="*/ 63840 h 141086"/>
                <a:gd name="connsiteX23" fmla="*/ 12780 w 63899"/>
                <a:gd name="connsiteY23" fmla="*/ 12768 h 141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3899" h="141086">
                  <a:moveTo>
                    <a:pt x="57509" y="0"/>
                  </a:moveTo>
                  <a:lnTo>
                    <a:pt x="6390" y="0"/>
                  </a:lnTo>
                  <a:cubicBezTo>
                    <a:pt x="2556" y="0"/>
                    <a:pt x="0" y="2554"/>
                    <a:pt x="0" y="6384"/>
                  </a:cubicBezTo>
                  <a:lnTo>
                    <a:pt x="0" y="70224"/>
                  </a:lnTo>
                  <a:cubicBezTo>
                    <a:pt x="0" y="74054"/>
                    <a:pt x="2556" y="76608"/>
                    <a:pt x="6390" y="76608"/>
                  </a:cubicBezTo>
                  <a:lnTo>
                    <a:pt x="13419" y="76608"/>
                  </a:lnTo>
                  <a:lnTo>
                    <a:pt x="13419" y="134702"/>
                  </a:lnTo>
                  <a:cubicBezTo>
                    <a:pt x="13419" y="138533"/>
                    <a:pt x="15975" y="141086"/>
                    <a:pt x="19809" y="141086"/>
                  </a:cubicBezTo>
                  <a:cubicBezTo>
                    <a:pt x="23643" y="141086"/>
                    <a:pt x="26199" y="138533"/>
                    <a:pt x="26199" y="134702"/>
                  </a:cubicBezTo>
                  <a:lnTo>
                    <a:pt x="26199" y="76608"/>
                  </a:lnTo>
                  <a:lnTo>
                    <a:pt x="39618" y="76608"/>
                  </a:lnTo>
                  <a:lnTo>
                    <a:pt x="39618" y="134702"/>
                  </a:lnTo>
                  <a:cubicBezTo>
                    <a:pt x="39618" y="138533"/>
                    <a:pt x="42174" y="141086"/>
                    <a:pt x="46008" y="141086"/>
                  </a:cubicBezTo>
                  <a:cubicBezTo>
                    <a:pt x="49842" y="141086"/>
                    <a:pt x="52398" y="138533"/>
                    <a:pt x="52398" y="134702"/>
                  </a:cubicBezTo>
                  <a:lnTo>
                    <a:pt x="52398" y="76608"/>
                  </a:lnTo>
                  <a:lnTo>
                    <a:pt x="57509" y="76608"/>
                  </a:lnTo>
                  <a:cubicBezTo>
                    <a:pt x="61344" y="76608"/>
                    <a:pt x="63899" y="74054"/>
                    <a:pt x="63899" y="70224"/>
                  </a:cubicBezTo>
                  <a:lnTo>
                    <a:pt x="63899" y="6384"/>
                  </a:lnTo>
                  <a:cubicBezTo>
                    <a:pt x="63899" y="2554"/>
                    <a:pt x="61344" y="0"/>
                    <a:pt x="57509" y="0"/>
                  </a:cubicBezTo>
                  <a:close/>
                  <a:moveTo>
                    <a:pt x="12780" y="12768"/>
                  </a:moveTo>
                  <a:lnTo>
                    <a:pt x="51119" y="12768"/>
                  </a:lnTo>
                  <a:lnTo>
                    <a:pt x="51119" y="63840"/>
                  </a:lnTo>
                  <a:lnTo>
                    <a:pt x="12780" y="63840"/>
                  </a:lnTo>
                  <a:lnTo>
                    <a:pt x="12780" y="12768"/>
                  </a:lnTo>
                  <a:close/>
                </a:path>
              </a:pathLst>
            </a:custGeom>
            <a:solidFill>
              <a:srgbClr val="007CB0"/>
            </a:solidFill>
            <a:ln w="6390" cap="flat">
              <a:noFill/>
              <a:prstDash val="solid"/>
              <a:miter/>
            </a:ln>
          </p:spPr>
          <p:txBody>
            <a:bodyPr rtlCol="0" anchor="ctr"/>
            <a:lstStyle/>
            <a:p>
              <a:endParaRPr lang="en-US"/>
            </a:p>
          </p:txBody>
        </p:sp>
        <p:sp>
          <p:nvSpPr>
            <p:cNvPr id="1028" name="Graphic 4">
              <a:extLst>
                <a:ext uri="{FF2B5EF4-FFF2-40B4-BE49-F238E27FC236}">
                  <a16:creationId xmlns:a16="http://schemas.microsoft.com/office/drawing/2014/main" id="{D73A8C90-8B79-4041-BD67-E3AD77848357}"/>
                </a:ext>
              </a:extLst>
            </p:cNvPr>
            <p:cNvSpPr/>
            <p:nvPr/>
          </p:nvSpPr>
          <p:spPr>
            <a:xfrm>
              <a:off x="3666545" y="4428092"/>
              <a:ext cx="12779" cy="68946"/>
            </a:xfrm>
            <a:custGeom>
              <a:avLst/>
              <a:gdLst>
                <a:gd name="connsiteX0" fmla="*/ 6390 w 12779"/>
                <a:gd name="connsiteY0" fmla="*/ 0 h 68946"/>
                <a:gd name="connsiteX1" fmla="*/ 0 w 12779"/>
                <a:gd name="connsiteY1" fmla="*/ 6384 h 68946"/>
                <a:gd name="connsiteX2" fmla="*/ 0 w 12779"/>
                <a:gd name="connsiteY2" fmla="*/ 62563 h 68946"/>
                <a:gd name="connsiteX3" fmla="*/ 6390 w 12779"/>
                <a:gd name="connsiteY3" fmla="*/ 68947 h 68946"/>
                <a:gd name="connsiteX4" fmla="*/ 12780 w 12779"/>
                <a:gd name="connsiteY4" fmla="*/ 62563 h 68946"/>
                <a:gd name="connsiteX5" fmla="*/ 12780 w 12779"/>
                <a:gd name="connsiteY5" fmla="*/ 6384 h 68946"/>
                <a:gd name="connsiteX6" fmla="*/ 6390 w 12779"/>
                <a:gd name="connsiteY6" fmla="*/ 0 h 68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68946">
                  <a:moveTo>
                    <a:pt x="6390" y="0"/>
                  </a:moveTo>
                  <a:cubicBezTo>
                    <a:pt x="2556" y="0"/>
                    <a:pt x="0" y="2554"/>
                    <a:pt x="0" y="6384"/>
                  </a:cubicBezTo>
                  <a:lnTo>
                    <a:pt x="0" y="62563"/>
                  </a:lnTo>
                  <a:cubicBezTo>
                    <a:pt x="0" y="66394"/>
                    <a:pt x="2556" y="68947"/>
                    <a:pt x="6390" y="68947"/>
                  </a:cubicBezTo>
                  <a:cubicBezTo>
                    <a:pt x="10224" y="68947"/>
                    <a:pt x="12780" y="66394"/>
                    <a:pt x="12780" y="62563"/>
                  </a:cubicBezTo>
                  <a:lnTo>
                    <a:pt x="12780" y="6384"/>
                  </a:lnTo>
                  <a:cubicBezTo>
                    <a:pt x="12780" y="2554"/>
                    <a:pt x="9585" y="0"/>
                    <a:pt x="6390" y="0"/>
                  </a:cubicBezTo>
                  <a:close/>
                </a:path>
              </a:pathLst>
            </a:custGeom>
            <a:solidFill>
              <a:srgbClr val="007CB0"/>
            </a:solidFill>
            <a:ln w="6390" cap="flat">
              <a:noFill/>
              <a:prstDash val="solid"/>
              <a:miter/>
            </a:ln>
          </p:spPr>
          <p:txBody>
            <a:bodyPr rtlCol="0" anchor="ctr"/>
            <a:lstStyle/>
            <a:p>
              <a:endParaRPr lang="en-US"/>
            </a:p>
          </p:txBody>
        </p:sp>
        <p:sp>
          <p:nvSpPr>
            <p:cNvPr id="1029" name="Graphic 4">
              <a:extLst>
                <a:ext uri="{FF2B5EF4-FFF2-40B4-BE49-F238E27FC236}">
                  <a16:creationId xmlns:a16="http://schemas.microsoft.com/office/drawing/2014/main" id="{11677D68-A4D2-F240-BE75-CF3D16A8FAED}"/>
                </a:ext>
              </a:extLst>
            </p:cNvPr>
            <p:cNvSpPr/>
            <p:nvPr/>
          </p:nvSpPr>
          <p:spPr>
            <a:xfrm>
              <a:off x="3770062" y="4423623"/>
              <a:ext cx="39617" cy="39580"/>
            </a:xfrm>
            <a:custGeom>
              <a:avLst/>
              <a:gdLst>
                <a:gd name="connsiteX0" fmla="*/ 19809 w 39617"/>
                <a:gd name="connsiteY0" fmla="*/ 39581 h 39580"/>
                <a:gd name="connsiteX1" fmla="*/ 39618 w 39617"/>
                <a:gd name="connsiteY1" fmla="*/ 19791 h 39580"/>
                <a:gd name="connsiteX2" fmla="*/ 19809 w 39617"/>
                <a:gd name="connsiteY2" fmla="*/ 0 h 39580"/>
                <a:gd name="connsiteX3" fmla="*/ 0 w 39617"/>
                <a:gd name="connsiteY3" fmla="*/ 19791 h 39580"/>
                <a:gd name="connsiteX4" fmla="*/ 19809 w 39617"/>
                <a:gd name="connsiteY4" fmla="*/ 39581 h 39580"/>
                <a:gd name="connsiteX5" fmla="*/ 19809 w 39617"/>
                <a:gd name="connsiteY5" fmla="*/ 13407 h 39580"/>
                <a:gd name="connsiteX6" fmla="*/ 26838 w 39617"/>
                <a:gd name="connsiteY6" fmla="*/ 20429 h 39580"/>
                <a:gd name="connsiteX7" fmla="*/ 19809 w 39617"/>
                <a:gd name="connsiteY7" fmla="*/ 27451 h 39580"/>
                <a:gd name="connsiteX8" fmla="*/ 12780 w 39617"/>
                <a:gd name="connsiteY8" fmla="*/ 20429 h 39580"/>
                <a:gd name="connsiteX9" fmla="*/ 19809 w 39617"/>
                <a:gd name="connsiteY9" fmla="*/ 13407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17" h="39580">
                  <a:moveTo>
                    <a:pt x="19809" y="39581"/>
                  </a:moveTo>
                  <a:cubicBezTo>
                    <a:pt x="30672" y="39581"/>
                    <a:pt x="39618" y="30643"/>
                    <a:pt x="39618" y="19791"/>
                  </a:cubicBezTo>
                  <a:cubicBezTo>
                    <a:pt x="39618" y="8938"/>
                    <a:pt x="30672" y="0"/>
                    <a:pt x="19809" y="0"/>
                  </a:cubicBezTo>
                  <a:cubicBezTo>
                    <a:pt x="8946" y="0"/>
                    <a:pt x="0" y="8938"/>
                    <a:pt x="0" y="19791"/>
                  </a:cubicBezTo>
                  <a:cubicBezTo>
                    <a:pt x="0" y="30643"/>
                    <a:pt x="8946" y="39581"/>
                    <a:pt x="19809" y="39581"/>
                  </a:cubicBezTo>
                  <a:close/>
                  <a:moveTo>
                    <a:pt x="19809" y="13407"/>
                  </a:moveTo>
                  <a:cubicBezTo>
                    <a:pt x="23643" y="13407"/>
                    <a:pt x="26838" y="16599"/>
                    <a:pt x="26838" y="20429"/>
                  </a:cubicBezTo>
                  <a:cubicBezTo>
                    <a:pt x="26838" y="24259"/>
                    <a:pt x="23643" y="27451"/>
                    <a:pt x="19809" y="27451"/>
                  </a:cubicBezTo>
                  <a:cubicBezTo>
                    <a:pt x="15975" y="27451"/>
                    <a:pt x="12780" y="24259"/>
                    <a:pt x="12780" y="20429"/>
                  </a:cubicBezTo>
                  <a:cubicBezTo>
                    <a:pt x="12780" y="16599"/>
                    <a:pt x="15975" y="13407"/>
                    <a:pt x="19809" y="13407"/>
                  </a:cubicBezTo>
                  <a:close/>
                </a:path>
              </a:pathLst>
            </a:custGeom>
            <a:solidFill>
              <a:srgbClr val="007CB0"/>
            </a:solidFill>
            <a:ln w="6390" cap="flat">
              <a:noFill/>
              <a:prstDash val="solid"/>
              <a:miter/>
            </a:ln>
          </p:spPr>
          <p:txBody>
            <a:bodyPr rtlCol="0" anchor="ctr"/>
            <a:lstStyle/>
            <a:p>
              <a:endParaRPr lang="en-US"/>
            </a:p>
          </p:txBody>
        </p:sp>
        <p:sp>
          <p:nvSpPr>
            <p:cNvPr id="1030" name="Graphic 4">
              <a:extLst>
                <a:ext uri="{FF2B5EF4-FFF2-40B4-BE49-F238E27FC236}">
                  <a16:creationId xmlns:a16="http://schemas.microsoft.com/office/drawing/2014/main" id="{53ECABA5-480B-2541-B276-A570047A0B02}"/>
                </a:ext>
              </a:extLst>
            </p:cNvPr>
            <p:cNvSpPr/>
            <p:nvPr/>
          </p:nvSpPr>
          <p:spPr>
            <a:xfrm>
              <a:off x="3757921" y="4474057"/>
              <a:ext cx="63899" cy="141085"/>
            </a:xfrm>
            <a:custGeom>
              <a:avLst/>
              <a:gdLst>
                <a:gd name="connsiteX0" fmla="*/ 57509 w 63899"/>
                <a:gd name="connsiteY0" fmla="*/ 0 h 141085"/>
                <a:gd name="connsiteX1" fmla="*/ 6390 w 63899"/>
                <a:gd name="connsiteY1" fmla="*/ 0 h 141085"/>
                <a:gd name="connsiteX2" fmla="*/ 0 w 63899"/>
                <a:gd name="connsiteY2" fmla="*/ 6384 h 141085"/>
                <a:gd name="connsiteX3" fmla="*/ 0 w 63899"/>
                <a:gd name="connsiteY3" fmla="*/ 70224 h 141085"/>
                <a:gd name="connsiteX4" fmla="*/ 6390 w 63899"/>
                <a:gd name="connsiteY4" fmla="*/ 76608 h 141085"/>
                <a:gd name="connsiteX5" fmla="*/ 13419 w 63899"/>
                <a:gd name="connsiteY5" fmla="*/ 76608 h 141085"/>
                <a:gd name="connsiteX6" fmla="*/ 13419 w 63899"/>
                <a:gd name="connsiteY6" fmla="*/ 134702 h 141085"/>
                <a:gd name="connsiteX7" fmla="*/ 19809 w 63899"/>
                <a:gd name="connsiteY7" fmla="*/ 141086 h 141085"/>
                <a:gd name="connsiteX8" fmla="*/ 26199 w 63899"/>
                <a:gd name="connsiteY8" fmla="*/ 134702 h 141085"/>
                <a:gd name="connsiteX9" fmla="*/ 26199 w 63899"/>
                <a:gd name="connsiteY9" fmla="*/ 76608 h 141085"/>
                <a:gd name="connsiteX10" fmla="*/ 39618 w 63899"/>
                <a:gd name="connsiteY10" fmla="*/ 76608 h 141085"/>
                <a:gd name="connsiteX11" fmla="*/ 39618 w 63899"/>
                <a:gd name="connsiteY11" fmla="*/ 134702 h 141085"/>
                <a:gd name="connsiteX12" fmla="*/ 46008 w 63899"/>
                <a:gd name="connsiteY12" fmla="*/ 141086 h 141085"/>
                <a:gd name="connsiteX13" fmla="*/ 52398 w 63899"/>
                <a:gd name="connsiteY13" fmla="*/ 134702 h 141085"/>
                <a:gd name="connsiteX14" fmla="*/ 52398 w 63899"/>
                <a:gd name="connsiteY14" fmla="*/ 76608 h 141085"/>
                <a:gd name="connsiteX15" fmla="*/ 57509 w 63899"/>
                <a:gd name="connsiteY15" fmla="*/ 76608 h 141085"/>
                <a:gd name="connsiteX16" fmla="*/ 63899 w 63899"/>
                <a:gd name="connsiteY16" fmla="*/ 70224 h 141085"/>
                <a:gd name="connsiteX17" fmla="*/ 63899 w 63899"/>
                <a:gd name="connsiteY17" fmla="*/ 6384 h 141085"/>
                <a:gd name="connsiteX18" fmla="*/ 57509 w 63899"/>
                <a:gd name="connsiteY18" fmla="*/ 0 h 141085"/>
                <a:gd name="connsiteX19" fmla="*/ 12780 w 63899"/>
                <a:gd name="connsiteY19" fmla="*/ 12768 h 141085"/>
                <a:gd name="connsiteX20" fmla="*/ 51119 w 63899"/>
                <a:gd name="connsiteY20" fmla="*/ 12768 h 141085"/>
                <a:gd name="connsiteX21" fmla="*/ 51119 w 63899"/>
                <a:gd name="connsiteY21" fmla="*/ 63840 h 141085"/>
                <a:gd name="connsiteX22" fmla="*/ 12780 w 63899"/>
                <a:gd name="connsiteY22" fmla="*/ 63840 h 141085"/>
                <a:gd name="connsiteX23" fmla="*/ 12780 w 63899"/>
                <a:gd name="connsiteY23" fmla="*/ 12768 h 141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3899" h="141085">
                  <a:moveTo>
                    <a:pt x="57509" y="0"/>
                  </a:moveTo>
                  <a:lnTo>
                    <a:pt x="6390" y="0"/>
                  </a:lnTo>
                  <a:cubicBezTo>
                    <a:pt x="2556" y="0"/>
                    <a:pt x="0" y="2553"/>
                    <a:pt x="0" y="6384"/>
                  </a:cubicBezTo>
                  <a:lnTo>
                    <a:pt x="0" y="70224"/>
                  </a:lnTo>
                  <a:cubicBezTo>
                    <a:pt x="0" y="74054"/>
                    <a:pt x="2556" y="76608"/>
                    <a:pt x="6390" y="76608"/>
                  </a:cubicBezTo>
                  <a:lnTo>
                    <a:pt x="13419" y="76608"/>
                  </a:lnTo>
                  <a:lnTo>
                    <a:pt x="13419" y="134702"/>
                  </a:lnTo>
                  <a:cubicBezTo>
                    <a:pt x="13419" y="138533"/>
                    <a:pt x="15975" y="141086"/>
                    <a:pt x="19809" y="141086"/>
                  </a:cubicBezTo>
                  <a:cubicBezTo>
                    <a:pt x="23643" y="141086"/>
                    <a:pt x="26199" y="138533"/>
                    <a:pt x="26199" y="134702"/>
                  </a:cubicBezTo>
                  <a:lnTo>
                    <a:pt x="26199" y="76608"/>
                  </a:lnTo>
                  <a:lnTo>
                    <a:pt x="39618" y="76608"/>
                  </a:lnTo>
                  <a:lnTo>
                    <a:pt x="39618" y="134702"/>
                  </a:lnTo>
                  <a:cubicBezTo>
                    <a:pt x="39618" y="138533"/>
                    <a:pt x="42174" y="141086"/>
                    <a:pt x="46008" y="141086"/>
                  </a:cubicBezTo>
                  <a:cubicBezTo>
                    <a:pt x="49842" y="141086"/>
                    <a:pt x="52398" y="138533"/>
                    <a:pt x="52398" y="134702"/>
                  </a:cubicBezTo>
                  <a:lnTo>
                    <a:pt x="52398" y="76608"/>
                  </a:lnTo>
                  <a:lnTo>
                    <a:pt x="57509" y="76608"/>
                  </a:lnTo>
                  <a:cubicBezTo>
                    <a:pt x="61344" y="76608"/>
                    <a:pt x="63899" y="74054"/>
                    <a:pt x="63899" y="70224"/>
                  </a:cubicBezTo>
                  <a:lnTo>
                    <a:pt x="63899" y="6384"/>
                  </a:lnTo>
                  <a:cubicBezTo>
                    <a:pt x="63899" y="2553"/>
                    <a:pt x="60704" y="0"/>
                    <a:pt x="57509" y="0"/>
                  </a:cubicBezTo>
                  <a:close/>
                  <a:moveTo>
                    <a:pt x="12780" y="12768"/>
                  </a:moveTo>
                  <a:lnTo>
                    <a:pt x="51119" y="12768"/>
                  </a:lnTo>
                  <a:lnTo>
                    <a:pt x="51119" y="63840"/>
                  </a:lnTo>
                  <a:lnTo>
                    <a:pt x="12780" y="63840"/>
                  </a:lnTo>
                  <a:lnTo>
                    <a:pt x="12780" y="12768"/>
                  </a:lnTo>
                  <a:close/>
                </a:path>
              </a:pathLst>
            </a:custGeom>
            <a:solidFill>
              <a:srgbClr val="007CB0"/>
            </a:solidFill>
            <a:ln w="6390" cap="flat">
              <a:noFill/>
              <a:prstDash val="solid"/>
              <a:miter/>
            </a:ln>
          </p:spPr>
          <p:txBody>
            <a:bodyPr rtlCol="0" anchor="ctr"/>
            <a:lstStyle/>
            <a:p>
              <a:endParaRPr lang="en-US"/>
            </a:p>
          </p:txBody>
        </p:sp>
      </p:grpSp>
      <p:grpSp>
        <p:nvGrpSpPr>
          <p:cNvPr id="1031" name="Graphic 4">
            <a:extLst>
              <a:ext uri="{FF2B5EF4-FFF2-40B4-BE49-F238E27FC236}">
                <a16:creationId xmlns:a16="http://schemas.microsoft.com/office/drawing/2014/main" id="{27D25FD4-DCD1-314F-BAF8-53A8992B1509}"/>
              </a:ext>
            </a:extLst>
          </p:cNvPr>
          <p:cNvGrpSpPr/>
          <p:nvPr/>
        </p:nvGrpSpPr>
        <p:grpSpPr>
          <a:xfrm>
            <a:off x="5708769" y="4308712"/>
            <a:ext cx="361674" cy="361333"/>
            <a:chOff x="5708769" y="4308712"/>
            <a:chExt cx="361674" cy="361333"/>
          </a:xfrm>
          <a:solidFill>
            <a:srgbClr val="007CB0"/>
          </a:solidFill>
        </p:grpSpPr>
        <p:sp>
          <p:nvSpPr>
            <p:cNvPr id="1032" name="Graphic 4">
              <a:extLst>
                <a:ext uri="{FF2B5EF4-FFF2-40B4-BE49-F238E27FC236}">
                  <a16:creationId xmlns:a16="http://schemas.microsoft.com/office/drawing/2014/main" id="{10B63CDA-3AB2-D647-9F12-63B428CF4A56}"/>
                </a:ext>
              </a:extLst>
            </p:cNvPr>
            <p:cNvSpPr/>
            <p:nvPr/>
          </p:nvSpPr>
          <p:spPr>
            <a:xfrm>
              <a:off x="5708769" y="4308712"/>
              <a:ext cx="361674" cy="361333"/>
            </a:xfrm>
            <a:custGeom>
              <a:avLst/>
              <a:gdLst>
                <a:gd name="connsiteX0" fmla="*/ 180835 w 361674"/>
                <a:gd name="connsiteY0" fmla="*/ 0 h 361333"/>
                <a:gd name="connsiteX1" fmla="*/ 0 w 361674"/>
                <a:gd name="connsiteY1" fmla="*/ 180667 h 361333"/>
                <a:gd name="connsiteX2" fmla="*/ 180835 w 361674"/>
                <a:gd name="connsiteY2" fmla="*/ 361334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7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7"/>
                    <a:pt x="0" y="180667"/>
                  </a:cubicBezTo>
                  <a:cubicBezTo>
                    <a:pt x="0" y="280895"/>
                    <a:pt x="81152" y="361334"/>
                    <a:pt x="180835" y="361334"/>
                  </a:cubicBezTo>
                  <a:cubicBezTo>
                    <a:pt x="281157" y="361334"/>
                    <a:pt x="361670" y="280257"/>
                    <a:pt x="361670" y="180667"/>
                  </a:cubicBezTo>
                  <a:cubicBezTo>
                    <a:pt x="362309" y="81077"/>
                    <a:pt x="281157" y="0"/>
                    <a:pt x="180835" y="0"/>
                  </a:cubicBezTo>
                  <a:close/>
                  <a:moveTo>
                    <a:pt x="180835" y="349204"/>
                  </a:moveTo>
                  <a:cubicBezTo>
                    <a:pt x="88181" y="349204"/>
                    <a:pt x="12780" y="273873"/>
                    <a:pt x="12780" y="181305"/>
                  </a:cubicBezTo>
                  <a:cubicBezTo>
                    <a:pt x="12780" y="88738"/>
                    <a:pt x="88181" y="13407"/>
                    <a:pt x="180835" y="13407"/>
                  </a:cubicBezTo>
                  <a:cubicBezTo>
                    <a:pt x="273489" y="13407"/>
                    <a:pt x="348890" y="88738"/>
                    <a:pt x="348890" y="181305"/>
                  </a:cubicBezTo>
                  <a:cubicBezTo>
                    <a:pt x="349529" y="273234"/>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1033" name="Graphic 4">
              <a:extLst>
                <a:ext uri="{FF2B5EF4-FFF2-40B4-BE49-F238E27FC236}">
                  <a16:creationId xmlns:a16="http://schemas.microsoft.com/office/drawing/2014/main" id="{5AEDB67D-556B-3945-B3DA-C63C8BC45638}"/>
                </a:ext>
              </a:extLst>
            </p:cNvPr>
            <p:cNvSpPr/>
            <p:nvPr/>
          </p:nvSpPr>
          <p:spPr>
            <a:xfrm>
              <a:off x="5998234" y="4429369"/>
              <a:ext cx="12779" cy="68308"/>
            </a:xfrm>
            <a:custGeom>
              <a:avLst/>
              <a:gdLst>
                <a:gd name="connsiteX0" fmla="*/ 6390 w 12779"/>
                <a:gd name="connsiteY0" fmla="*/ 0 h 68308"/>
                <a:gd name="connsiteX1" fmla="*/ 0 w 12779"/>
                <a:gd name="connsiteY1" fmla="*/ 6384 h 68308"/>
                <a:gd name="connsiteX2" fmla="*/ 0 w 12779"/>
                <a:gd name="connsiteY2" fmla="*/ 61925 h 68308"/>
                <a:gd name="connsiteX3" fmla="*/ 6390 w 12779"/>
                <a:gd name="connsiteY3" fmla="*/ 68309 h 68308"/>
                <a:gd name="connsiteX4" fmla="*/ 12780 w 12779"/>
                <a:gd name="connsiteY4" fmla="*/ 61925 h 68308"/>
                <a:gd name="connsiteX5" fmla="*/ 12780 w 12779"/>
                <a:gd name="connsiteY5" fmla="*/ 6384 h 68308"/>
                <a:gd name="connsiteX6" fmla="*/ 6390 w 12779"/>
                <a:gd name="connsiteY6" fmla="*/ 0 h 6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68308">
                  <a:moveTo>
                    <a:pt x="6390" y="0"/>
                  </a:moveTo>
                  <a:cubicBezTo>
                    <a:pt x="2556" y="0"/>
                    <a:pt x="0" y="2553"/>
                    <a:pt x="0" y="6384"/>
                  </a:cubicBezTo>
                  <a:lnTo>
                    <a:pt x="0" y="61925"/>
                  </a:lnTo>
                  <a:cubicBezTo>
                    <a:pt x="0" y="65755"/>
                    <a:pt x="2556" y="68309"/>
                    <a:pt x="6390" y="68309"/>
                  </a:cubicBezTo>
                  <a:cubicBezTo>
                    <a:pt x="10224" y="68309"/>
                    <a:pt x="12780" y="65755"/>
                    <a:pt x="12780" y="61925"/>
                  </a:cubicBezTo>
                  <a:lnTo>
                    <a:pt x="12780" y="6384"/>
                  </a:lnTo>
                  <a:cubicBezTo>
                    <a:pt x="12780" y="3192"/>
                    <a:pt x="10224" y="0"/>
                    <a:pt x="6390" y="0"/>
                  </a:cubicBezTo>
                  <a:close/>
                </a:path>
              </a:pathLst>
            </a:custGeom>
            <a:solidFill>
              <a:srgbClr val="007CB0"/>
            </a:solidFill>
            <a:ln w="6390" cap="flat">
              <a:noFill/>
              <a:prstDash val="solid"/>
              <a:miter/>
            </a:ln>
          </p:spPr>
          <p:txBody>
            <a:bodyPr rtlCol="0" anchor="ctr"/>
            <a:lstStyle/>
            <a:p>
              <a:endParaRPr lang="en-US"/>
            </a:p>
          </p:txBody>
        </p:sp>
        <p:sp>
          <p:nvSpPr>
            <p:cNvPr id="1034" name="Graphic 4">
              <a:extLst>
                <a:ext uri="{FF2B5EF4-FFF2-40B4-BE49-F238E27FC236}">
                  <a16:creationId xmlns:a16="http://schemas.microsoft.com/office/drawing/2014/main" id="{E1026ECE-9502-9B4F-9D91-9B1B881C3079}"/>
                </a:ext>
              </a:extLst>
            </p:cNvPr>
            <p:cNvSpPr/>
            <p:nvPr/>
          </p:nvSpPr>
          <p:spPr>
            <a:xfrm>
              <a:off x="5799506" y="4378935"/>
              <a:ext cx="38339" cy="38303"/>
            </a:xfrm>
            <a:custGeom>
              <a:avLst/>
              <a:gdLst>
                <a:gd name="connsiteX0" fmla="*/ 19170 w 38339"/>
                <a:gd name="connsiteY0" fmla="*/ 38304 h 38303"/>
                <a:gd name="connsiteX1" fmla="*/ 38340 w 38339"/>
                <a:gd name="connsiteY1" fmla="*/ 19152 h 38303"/>
                <a:gd name="connsiteX2" fmla="*/ 19170 w 38339"/>
                <a:gd name="connsiteY2" fmla="*/ 0 h 38303"/>
                <a:gd name="connsiteX3" fmla="*/ 0 w 38339"/>
                <a:gd name="connsiteY3" fmla="*/ 19152 h 38303"/>
                <a:gd name="connsiteX4" fmla="*/ 19170 w 38339"/>
                <a:gd name="connsiteY4" fmla="*/ 38304 h 38303"/>
                <a:gd name="connsiteX5" fmla="*/ 19170 w 38339"/>
                <a:gd name="connsiteY5" fmla="*/ 12130 h 38303"/>
                <a:gd name="connsiteX6" fmla="*/ 25560 w 38339"/>
                <a:gd name="connsiteY6" fmla="*/ 18514 h 38303"/>
                <a:gd name="connsiteX7" fmla="*/ 19170 w 38339"/>
                <a:gd name="connsiteY7" fmla="*/ 24898 h 38303"/>
                <a:gd name="connsiteX8" fmla="*/ 12780 w 38339"/>
                <a:gd name="connsiteY8" fmla="*/ 18514 h 38303"/>
                <a:gd name="connsiteX9" fmla="*/ 19170 w 38339"/>
                <a:gd name="connsiteY9" fmla="*/ 12130 h 3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39" h="38303">
                  <a:moveTo>
                    <a:pt x="19170" y="38304"/>
                  </a:moveTo>
                  <a:cubicBezTo>
                    <a:pt x="30033" y="38304"/>
                    <a:pt x="38340" y="29367"/>
                    <a:pt x="38340" y="19152"/>
                  </a:cubicBezTo>
                  <a:cubicBezTo>
                    <a:pt x="38340" y="8938"/>
                    <a:pt x="29394" y="0"/>
                    <a:pt x="19170" y="0"/>
                  </a:cubicBezTo>
                  <a:cubicBezTo>
                    <a:pt x="8307" y="0"/>
                    <a:pt x="0" y="8938"/>
                    <a:pt x="0" y="19152"/>
                  </a:cubicBezTo>
                  <a:cubicBezTo>
                    <a:pt x="0" y="29367"/>
                    <a:pt x="8307" y="38304"/>
                    <a:pt x="19170" y="38304"/>
                  </a:cubicBezTo>
                  <a:close/>
                  <a:moveTo>
                    <a:pt x="19170" y="12130"/>
                  </a:moveTo>
                  <a:cubicBezTo>
                    <a:pt x="23004" y="12130"/>
                    <a:pt x="25560" y="15322"/>
                    <a:pt x="25560" y="18514"/>
                  </a:cubicBezTo>
                  <a:cubicBezTo>
                    <a:pt x="25560" y="21706"/>
                    <a:pt x="22365" y="24898"/>
                    <a:pt x="19170" y="24898"/>
                  </a:cubicBezTo>
                  <a:cubicBezTo>
                    <a:pt x="15336" y="24898"/>
                    <a:pt x="12780" y="21706"/>
                    <a:pt x="12780" y="18514"/>
                  </a:cubicBezTo>
                  <a:cubicBezTo>
                    <a:pt x="12780" y="15322"/>
                    <a:pt x="15336" y="12130"/>
                    <a:pt x="19170" y="12130"/>
                  </a:cubicBezTo>
                  <a:close/>
                </a:path>
              </a:pathLst>
            </a:custGeom>
            <a:solidFill>
              <a:srgbClr val="007CB0"/>
            </a:solidFill>
            <a:ln w="6390" cap="flat">
              <a:noFill/>
              <a:prstDash val="solid"/>
              <a:miter/>
            </a:ln>
          </p:spPr>
          <p:txBody>
            <a:bodyPr rtlCol="0" anchor="ctr"/>
            <a:lstStyle/>
            <a:p>
              <a:endParaRPr lang="en-US"/>
            </a:p>
          </p:txBody>
        </p:sp>
        <p:sp>
          <p:nvSpPr>
            <p:cNvPr id="1035" name="Graphic 4">
              <a:extLst>
                <a:ext uri="{FF2B5EF4-FFF2-40B4-BE49-F238E27FC236}">
                  <a16:creationId xmlns:a16="http://schemas.microsoft.com/office/drawing/2014/main" id="{B20831EA-C9B7-2A43-A0D1-7CAD8FD9A6FD}"/>
                </a:ext>
              </a:extLst>
            </p:cNvPr>
            <p:cNvSpPr/>
            <p:nvPr/>
          </p:nvSpPr>
          <p:spPr>
            <a:xfrm>
              <a:off x="5786726" y="4427454"/>
              <a:ext cx="63899" cy="139808"/>
            </a:xfrm>
            <a:custGeom>
              <a:avLst/>
              <a:gdLst>
                <a:gd name="connsiteX0" fmla="*/ 56871 w 63899"/>
                <a:gd name="connsiteY0" fmla="*/ 0 h 139808"/>
                <a:gd name="connsiteX1" fmla="*/ 6390 w 63899"/>
                <a:gd name="connsiteY1" fmla="*/ 0 h 139808"/>
                <a:gd name="connsiteX2" fmla="*/ 0 w 63899"/>
                <a:gd name="connsiteY2" fmla="*/ 6384 h 139808"/>
                <a:gd name="connsiteX3" fmla="*/ 0 w 63899"/>
                <a:gd name="connsiteY3" fmla="*/ 69585 h 139808"/>
                <a:gd name="connsiteX4" fmla="*/ 6390 w 63899"/>
                <a:gd name="connsiteY4" fmla="*/ 75969 h 139808"/>
                <a:gd name="connsiteX5" fmla="*/ 13419 w 63899"/>
                <a:gd name="connsiteY5" fmla="*/ 75969 h 139808"/>
                <a:gd name="connsiteX6" fmla="*/ 13419 w 63899"/>
                <a:gd name="connsiteY6" fmla="*/ 133425 h 139808"/>
                <a:gd name="connsiteX7" fmla="*/ 19809 w 63899"/>
                <a:gd name="connsiteY7" fmla="*/ 139809 h 139808"/>
                <a:gd name="connsiteX8" fmla="*/ 26199 w 63899"/>
                <a:gd name="connsiteY8" fmla="*/ 133425 h 139808"/>
                <a:gd name="connsiteX9" fmla="*/ 26199 w 63899"/>
                <a:gd name="connsiteY9" fmla="*/ 75969 h 139808"/>
                <a:gd name="connsiteX10" fmla="*/ 39618 w 63899"/>
                <a:gd name="connsiteY10" fmla="*/ 75969 h 139808"/>
                <a:gd name="connsiteX11" fmla="*/ 39618 w 63899"/>
                <a:gd name="connsiteY11" fmla="*/ 133425 h 139808"/>
                <a:gd name="connsiteX12" fmla="*/ 46008 w 63899"/>
                <a:gd name="connsiteY12" fmla="*/ 139809 h 139808"/>
                <a:gd name="connsiteX13" fmla="*/ 52398 w 63899"/>
                <a:gd name="connsiteY13" fmla="*/ 133425 h 139808"/>
                <a:gd name="connsiteX14" fmla="*/ 52398 w 63899"/>
                <a:gd name="connsiteY14" fmla="*/ 75969 h 139808"/>
                <a:gd name="connsiteX15" fmla="*/ 57509 w 63899"/>
                <a:gd name="connsiteY15" fmla="*/ 75969 h 139808"/>
                <a:gd name="connsiteX16" fmla="*/ 63899 w 63899"/>
                <a:gd name="connsiteY16" fmla="*/ 69585 h 139808"/>
                <a:gd name="connsiteX17" fmla="*/ 63899 w 63899"/>
                <a:gd name="connsiteY17" fmla="*/ 6384 h 139808"/>
                <a:gd name="connsiteX18" fmla="*/ 56871 w 63899"/>
                <a:gd name="connsiteY18" fmla="*/ 0 h 139808"/>
                <a:gd name="connsiteX19" fmla="*/ 12780 w 63899"/>
                <a:gd name="connsiteY19" fmla="*/ 12768 h 139808"/>
                <a:gd name="connsiteX20" fmla="*/ 50481 w 63899"/>
                <a:gd name="connsiteY20" fmla="*/ 12768 h 139808"/>
                <a:gd name="connsiteX21" fmla="*/ 50481 w 63899"/>
                <a:gd name="connsiteY21" fmla="*/ 63201 h 139808"/>
                <a:gd name="connsiteX22" fmla="*/ 12780 w 63899"/>
                <a:gd name="connsiteY22" fmla="*/ 63201 h 139808"/>
                <a:gd name="connsiteX23" fmla="*/ 12780 w 63899"/>
                <a:gd name="connsiteY23" fmla="*/ 12768 h 139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3899" h="139808">
                  <a:moveTo>
                    <a:pt x="56871" y="0"/>
                  </a:moveTo>
                  <a:lnTo>
                    <a:pt x="6390" y="0"/>
                  </a:lnTo>
                  <a:cubicBezTo>
                    <a:pt x="2556" y="0"/>
                    <a:pt x="0" y="2553"/>
                    <a:pt x="0" y="6384"/>
                  </a:cubicBezTo>
                  <a:lnTo>
                    <a:pt x="0" y="69585"/>
                  </a:lnTo>
                  <a:cubicBezTo>
                    <a:pt x="0" y="73416"/>
                    <a:pt x="2556" y="75969"/>
                    <a:pt x="6390" y="75969"/>
                  </a:cubicBezTo>
                  <a:lnTo>
                    <a:pt x="13419" y="75969"/>
                  </a:lnTo>
                  <a:lnTo>
                    <a:pt x="13419" y="133425"/>
                  </a:lnTo>
                  <a:cubicBezTo>
                    <a:pt x="13419" y="137256"/>
                    <a:pt x="15975" y="139809"/>
                    <a:pt x="19809" y="139809"/>
                  </a:cubicBezTo>
                  <a:cubicBezTo>
                    <a:pt x="23643" y="139809"/>
                    <a:pt x="26199" y="137256"/>
                    <a:pt x="26199" y="133425"/>
                  </a:cubicBezTo>
                  <a:lnTo>
                    <a:pt x="26199" y="75969"/>
                  </a:lnTo>
                  <a:lnTo>
                    <a:pt x="39618" y="75969"/>
                  </a:lnTo>
                  <a:lnTo>
                    <a:pt x="39618" y="133425"/>
                  </a:lnTo>
                  <a:cubicBezTo>
                    <a:pt x="39618" y="137256"/>
                    <a:pt x="42174" y="139809"/>
                    <a:pt x="46008" y="139809"/>
                  </a:cubicBezTo>
                  <a:cubicBezTo>
                    <a:pt x="49842" y="139809"/>
                    <a:pt x="52398" y="137256"/>
                    <a:pt x="52398" y="133425"/>
                  </a:cubicBezTo>
                  <a:lnTo>
                    <a:pt x="52398" y="75969"/>
                  </a:lnTo>
                  <a:lnTo>
                    <a:pt x="57509" y="75969"/>
                  </a:lnTo>
                  <a:cubicBezTo>
                    <a:pt x="61344" y="75969"/>
                    <a:pt x="63899" y="73416"/>
                    <a:pt x="63899" y="69585"/>
                  </a:cubicBezTo>
                  <a:lnTo>
                    <a:pt x="63899" y="6384"/>
                  </a:lnTo>
                  <a:cubicBezTo>
                    <a:pt x="63261" y="2553"/>
                    <a:pt x="60704" y="0"/>
                    <a:pt x="56871" y="0"/>
                  </a:cubicBezTo>
                  <a:close/>
                  <a:moveTo>
                    <a:pt x="12780" y="12768"/>
                  </a:moveTo>
                  <a:lnTo>
                    <a:pt x="50481" y="12768"/>
                  </a:lnTo>
                  <a:lnTo>
                    <a:pt x="50481" y="63201"/>
                  </a:lnTo>
                  <a:lnTo>
                    <a:pt x="12780" y="63201"/>
                  </a:lnTo>
                  <a:lnTo>
                    <a:pt x="12780" y="12768"/>
                  </a:lnTo>
                  <a:close/>
                </a:path>
              </a:pathLst>
            </a:custGeom>
            <a:solidFill>
              <a:srgbClr val="007CB0"/>
            </a:solidFill>
            <a:ln w="6390" cap="flat">
              <a:noFill/>
              <a:prstDash val="solid"/>
              <a:miter/>
            </a:ln>
          </p:spPr>
          <p:txBody>
            <a:bodyPr rtlCol="0" anchor="ctr"/>
            <a:lstStyle/>
            <a:p>
              <a:endParaRPr lang="en-US"/>
            </a:p>
          </p:txBody>
        </p:sp>
        <p:sp>
          <p:nvSpPr>
            <p:cNvPr id="1036" name="Graphic 4">
              <a:extLst>
                <a:ext uri="{FF2B5EF4-FFF2-40B4-BE49-F238E27FC236}">
                  <a16:creationId xmlns:a16="http://schemas.microsoft.com/office/drawing/2014/main" id="{2C8574F5-14DF-F247-84CA-9ABBDE39D7EB}"/>
                </a:ext>
              </a:extLst>
            </p:cNvPr>
            <p:cNvSpPr/>
            <p:nvPr/>
          </p:nvSpPr>
          <p:spPr>
            <a:xfrm>
              <a:off x="5942002" y="4380212"/>
              <a:ext cx="38339" cy="38303"/>
            </a:xfrm>
            <a:custGeom>
              <a:avLst/>
              <a:gdLst>
                <a:gd name="connsiteX0" fmla="*/ 19170 w 38339"/>
                <a:gd name="connsiteY0" fmla="*/ 38304 h 38303"/>
                <a:gd name="connsiteX1" fmla="*/ 38340 w 38339"/>
                <a:gd name="connsiteY1" fmla="*/ 19152 h 38303"/>
                <a:gd name="connsiteX2" fmla="*/ 19170 w 38339"/>
                <a:gd name="connsiteY2" fmla="*/ 0 h 38303"/>
                <a:gd name="connsiteX3" fmla="*/ 0 w 38339"/>
                <a:gd name="connsiteY3" fmla="*/ 19152 h 38303"/>
                <a:gd name="connsiteX4" fmla="*/ 19170 w 38339"/>
                <a:gd name="connsiteY4" fmla="*/ 38304 h 38303"/>
                <a:gd name="connsiteX5" fmla="*/ 19170 w 38339"/>
                <a:gd name="connsiteY5" fmla="*/ 12130 h 38303"/>
                <a:gd name="connsiteX6" fmla="*/ 25560 w 38339"/>
                <a:gd name="connsiteY6" fmla="*/ 18514 h 38303"/>
                <a:gd name="connsiteX7" fmla="*/ 19170 w 38339"/>
                <a:gd name="connsiteY7" fmla="*/ 24898 h 38303"/>
                <a:gd name="connsiteX8" fmla="*/ 12780 w 38339"/>
                <a:gd name="connsiteY8" fmla="*/ 18514 h 38303"/>
                <a:gd name="connsiteX9" fmla="*/ 19170 w 38339"/>
                <a:gd name="connsiteY9" fmla="*/ 12130 h 3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39" h="38303">
                  <a:moveTo>
                    <a:pt x="19170" y="38304"/>
                  </a:moveTo>
                  <a:cubicBezTo>
                    <a:pt x="30032" y="38304"/>
                    <a:pt x="38340" y="29366"/>
                    <a:pt x="38340" y="19152"/>
                  </a:cubicBezTo>
                  <a:cubicBezTo>
                    <a:pt x="38340" y="8938"/>
                    <a:pt x="29394" y="0"/>
                    <a:pt x="19170" y="0"/>
                  </a:cubicBezTo>
                  <a:cubicBezTo>
                    <a:pt x="8946" y="0"/>
                    <a:pt x="0" y="8938"/>
                    <a:pt x="0" y="19152"/>
                  </a:cubicBezTo>
                  <a:cubicBezTo>
                    <a:pt x="0" y="29366"/>
                    <a:pt x="8307" y="38304"/>
                    <a:pt x="19170" y="38304"/>
                  </a:cubicBezTo>
                  <a:close/>
                  <a:moveTo>
                    <a:pt x="19170" y="12130"/>
                  </a:moveTo>
                  <a:cubicBezTo>
                    <a:pt x="23004" y="12130"/>
                    <a:pt x="25560" y="15322"/>
                    <a:pt x="25560" y="18514"/>
                  </a:cubicBezTo>
                  <a:cubicBezTo>
                    <a:pt x="25560" y="21706"/>
                    <a:pt x="22365" y="24898"/>
                    <a:pt x="19170" y="24898"/>
                  </a:cubicBezTo>
                  <a:cubicBezTo>
                    <a:pt x="15336" y="24898"/>
                    <a:pt x="12780" y="21706"/>
                    <a:pt x="12780" y="18514"/>
                  </a:cubicBezTo>
                  <a:cubicBezTo>
                    <a:pt x="12780" y="15322"/>
                    <a:pt x="15336" y="12130"/>
                    <a:pt x="19170" y="12130"/>
                  </a:cubicBezTo>
                  <a:close/>
                </a:path>
              </a:pathLst>
            </a:custGeom>
            <a:solidFill>
              <a:srgbClr val="007CB0"/>
            </a:solidFill>
            <a:ln w="6390" cap="flat">
              <a:noFill/>
              <a:prstDash val="solid"/>
              <a:miter/>
            </a:ln>
          </p:spPr>
          <p:txBody>
            <a:bodyPr rtlCol="0" anchor="ctr"/>
            <a:lstStyle/>
            <a:p>
              <a:endParaRPr lang="en-US"/>
            </a:p>
          </p:txBody>
        </p:sp>
        <p:sp>
          <p:nvSpPr>
            <p:cNvPr id="1037" name="Graphic 4">
              <a:extLst>
                <a:ext uri="{FF2B5EF4-FFF2-40B4-BE49-F238E27FC236}">
                  <a16:creationId xmlns:a16="http://schemas.microsoft.com/office/drawing/2014/main" id="{734C331D-D17E-A84F-A92E-06C0A4C005CA}"/>
                </a:ext>
              </a:extLst>
            </p:cNvPr>
            <p:cNvSpPr/>
            <p:nvPr/>
          </p:nvSpPr>
          <p:spPr>
            <a:xfrm>
              <a:off x="5929222" y="4428730"/>
              <a:ext cx="63260" cy="138532"/>
            </a:xfrm>
            <a:custGeom>
              <a:avLst/>
              <a:gdLst>
                <a:gd name="connsiteX0" fmla="*/ 56870 w 63260"/>
                <a:gd name="connsiteY0" fmla="*/ 0 h 138532"/>
                <a:gd name="connsiteX1" fmla="*/ 6390 w 63260"/>
                <a:gd name="connsiteY1" fmla="*/ 0 h 138532"/>
                <a:gd name="connsiteX2" fmla="*/ 0 w 63260"/>
                <a:gd name="connsiteY2" fmla="*/ 6384 h 138532"/>
                <a:gd name="connsiteX3" fmla="*/ 0 w 63260"/>
                <a:gd name="connsiteY3" fmla="*/ 68947 h 138532"/>
                <a:gd name="connsiteX4" fmla="*/ 6390 w 63260"/>
                <a:gd name="connsiteY4" fmla="*/ 75331 h 138532"/>
                <a:gd name="connsiteX5" fmla="*/ 12780 w 63260"/>
                <a:gd name="connsiteY5" fmla="*/ 75331 h 138532"/>
                <a:gd name="connsiteX6" fmla="*/ 12780 w 63260"/>
                <a:gd name="connsiteY6" fmla="*/ 132149 h 138532"/>
                <a:gd name="connsiteX7" fmla="*/ 19170 w 63260"/>
                <a:gd name="connsiteY7" fmla="*/ 138533 h 138532"/>
                <a:gd name="connsiteX8" fmla="*/ 25560 w 63260"/>
                <a:gd name="connsiteY8" fmla="*/ 132149 h 138532"/>
                <a:gd name="connsiteX9" fmla="*/ 25560 w 63260"/>
                <a:gd name="connsiteY9" fmla="*/ 75331 h 138532"/>
                <a:gd name="connsiteX10" fmla="*/ 38978 w 63260"/>
                <a:gd name="connsiteY10" fmla="*/ 75331 h 138532"/>
                <a:gd name="connsiteX11" fmla="*/ 38978 w 63260"/>
                <a:gd name="connsiteY11" fmla="*/ 132149 h 138532"/>
                <a:gd name="connsiteX12" fmla="*/ 45368 w 63260"/>
                <a:gd name="connsiteY12" fmla="*/ 138533 h 138532"/>
                <a:gd name="connsiteX13" fmla="*/ 51758 w 63260"/>
                <a:gd name="connsiteY13" fmla="*/ 132149 h 138532"/>
                <a:gd name="connsiteX14" fmla="*/ 51758 w 63260"/>
                <a:gd name="connsiteY14" fmla="*/ 75331 h 138532"/>
                <a:gd name="connsiteX15" fmla="*/ 56870 w 63260"/>
                <a:gd name="connsiteY15" fmla="*/ 75331 h 138532"/>
                <a:gd name="connsiteX16" fmla="*/ 63260 w 63260"/>
                <a:gd name="connsiteY16" fmla="*/ 68947 h 138532"/>
                <a:gd name="connsiteX17" fmla="*/ 63260 w 63260"/>
                <a:gd name="connsiteY17" fmla="*/ 6384 h 138532"/>
                <a:gd name="connsiteX18" fmla="*/ 56870 w 63260"/>
                <a:gd name="connsiteY18" fmla="*/ 0 h 138532"/>
                <a:gd name="connsiteX19" fmla="*/ 12780 w 63260"/>
                <a:gd name="connsiteY19" fmla="*/ 12768 h 138532"/>
                <a:gd name="connsiteX20" fmla="*/ 50480 w 63260"/>
                <a:gd name="connsiteY20" fmla="*/ 12768 h 138532"/>
                <a:gd name="connsiteX21" fmla="*/ 50480 w 63260"/>
                <a:gd name="connsiteY21" fmla="*/ 62563 h 138532"/>
                <a:gd name="connsiteX22" fmla="*/ 12780 w 63260"/>
                <a:gd name="connsiteY22" fmla="*/ 62563 h 138532"/>
                <a:gd name="connsiteX23" fmla="*/ 12780 w 63260"/>
                <a:gd name="connsiteY23" fmla="*/ 12768 h 138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3260" h="138532">
                  <a:moveTo>
                    <a:pt x="56870" y="0"/>
                  </a:moveTo>
                  <a:lnTo>
                    <a:pt x="6390" y="0"/>
                  </a:lnTo>
                  <a:cubicBezTo>
                    <a:pt x="2556" y="0"/>
                    <a:pt x="0" y="2554"/>
                    <a:pt x="0" y="6384"/>
                  </a:cubicBezTo>
                  <a:lnTo>
                    <a:pt x="0" y="68947"/>
                  </a:lnTo>
                  <a:cubicBezTo>
                    <a:pt x="0" y="72778"/>
                    <a:pt x="2556" y="75331"/>
                    <a:pt x="6390" y="75331"/>
                  </a:cubicBezTo>
                  <a:lnTo>
                    <a:pt x="12780" y="75331"/>
                  </a:lnTo>
                  <a:lnTo>
                    <a:pt x="12780" y="132149"/>
                  </a:lnTo>
                  <a:cubicBezTo>
                    <a:pt x="12780" y="135979"/>
                    <a:pt x="15336" y="138533"/>
                    <a:pt x="19170" y="138533"/>
                  </a:cubicBezTo>
                  <a:cubicBezTo>
                    <a:pt x="23004" y="138533"/>
                    <a:pt x="25560" y="135979"/>
                    <a:pt x="25560" y="132149"/>
                  </a:cubicBezTo>
                  <a:lnTo>
                    <a:pt x="25560" y="75331"/>
                  </a:lnTo>
                  <a:lnTo>
                    <a:pt x="38978" y="75331"/>
                  </a:lnTo>
                  <a:lnTo>
                    <a:pt x="38978" y="132149"/>
                  </a:lnTo>
                  <a:cubicBezTo>
                    <a:pt x="38978" y="135979"/>
                    <a:pt x="41535" y="138533"/>
                    <a:pt x="45368" y="138533"/>
                  </a:cubicBezTo>
                  <a:cubicBezTo>
                    <a:pt x="49202" y="138533"/>
                    <a:pt x="51758" y="135979"/>
                    <a:pt x="51758" y="132149"/>
                  </a:cubicBezTo>
                  <a:lnTo>
                    <a:pt x="51758" y="75331"/>
                  </a:lnTo>
                  <a:lnTo>
                    <a:pt x="56870" y="75331"/>
                  </a:lnTo>
                  <a:cubicBezTo>
                    <a:pt x="60704" y="75331"/>
                    <a:pt x="63260" y="72778"/>
                    <a:pt x="63260" y="68947"/>
                  </a:cubicBezTo>
                  <a:lnTo>
                    <a:pt x="63260" y="6384"/>
                  </a:lnTo>
                  <a:cubicBezTo>
                    <a:pt x="63260" y="2554"/>
                    <a:pt x="60065" y="0"/>
                    <a:pt x="56870" y="0"/>
                  </a:cubicBezTo>
                  <a:close/>
                  <a:moveTo>
                    <a:pt x="12780" y="12768"/>
                  </a:moveTo>
                  <a:lnTo>
                    <a:pt x="50480" y="12768"/>
                  </a:lnTo>
                  <a:lnTo>
                    <a:pt x="50480" y="62563"/>
                  </a:lnTo>
                  <a:lnTo>
                    <a:pt x="12780" y="62563"/>
                  </a:lnTo>
                  <a:lnTo>
                    <a:pt x="12780" y="12768"/>
                  </a:lnTo>
                  <a:close/>
                </a:path>
              </a:pathLst>
            </a:custGeom>
            <a:solidFill>
              <a:srgbClr val="007CB0"/>
            </a:solidFill>
            <a:ln w="6390" cap="flat">
              <a:noFill/>
              <a:prstDash val="solid"/>
              <a:miter/>
            </a:ln>
          </p:spPr>
          <p:txBody>
            <a:bodyPr rtlCol="0" anchor="ctr"/>
            <a:lstStyle/>
            <a:p>
              <a:endParaRPr lang="en-US"/>
            </a:p>
          </p:txBody>
        </p:sp>
        <p:sp>
          <p:nvSpPr>
            <p:cNvPr id="1038" name="Graphic 4">
              <a:extLst>
                <a:ext uri="{FF2B5EF4-FFF2-40B4-BE49-F238E27FC236}">
                  <a16:creationId xmlns:a16="http://schemas.microsoft.com/office/drawing/2014/main" id="{8C0DCDC7-AC6C-E644-829B-984B54DC0FCC}"/>
                </a:ext>
              </a:extLst>
            </p:cNvPr>
            <p:cNvSpPr/>
            <p:nvPr/>
          </p:nvSpPr>
          <p:spPr>
            <a:xfrm>
              <a:off x="5768196" y="4428092"/>
              <a:ext cx="12779" cy="68946"/>
            </a:xfrm>
            <a:custGeom>
              <a:avLst/>
              <a:gdLst>
                <a:gd name="connsiteX0" fmla="*/ 6390 w 12779"/>
                <a:gd name="connsiteY0" fmla="*/ 0 h 68946"/>
                <a:gd name="connsiteX1" fmla="*/ 0 w 12779"/>
                <a:gd name="connsiteY1" fmla="*/ 6384 h 68946"/>
                <a:gd name="connsiteX2" fmla="*/ 0 w 12779"/>
                <a:gd name="connsiteY2" fmla="*/ 62563 h 68946"/>
                <a:gd name="connsiteX3" fmla="*/ 6390 w 12779"/>
                <a:gd name="connsiteY3" fmla="*/ 68947 h 68946"/>
                <a:gd name="connsiteX4" fmla="*/ 12780 w 12779"/>
                <a:gd name="connsiteY4" fmla="*/ 62563 h 68946"/>
                <a:gd name="connsiteX5" fmla="*/ 12780 w 12779"/>
                <a:gd name="connsiteY5" fmla="*/ 6384 h 68946"/>
                <a:gd name="connsiteX6" fmla="*/ 6390 w 12779"/>
                <a:gd name="connsiteY6" fmla="*/ 0 h 68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68946">
                  <a:moveTo>
                    <a:pt x="6390" y="0"/>
                  </a:moveTo>
                  <a:cubicBezTo>
                    <a:pt x="2556" y="0"/>
                    <a:pt x="0" y="2554"/>
                    <a:pt x="0" y="6384"/>
                  </a:cubicBezTo>
                  <a:lnTo>
                    <a:pt x="0" y="62563"/>
                  </a:lnTo>
                  <a:cubicBezTo>
                    <a:pt x="0" y="66394"/>
                    <a:pt x="2556" y="68947"/>
                    <a:pt x="6390" y="68947"/>
                  </a:cubicBezTo>
                  <a:cubicBezTo>
                    <a:pt x="10224" y="68947"/>
                    <a:pt x="12780" y="66394"/>
                    <a:pt x="12780" y="62563"/>
                  </a:cubicBezTo>
                  <a:lnTo>
                    <a:pt x="12780" y="6384"/>
                  </a:lnTo>
                  <a:cubicBezTo>
                    <a:pt x="12780" y="3192"/>
                    <a:pt x="9585" y="0"/>
                    <a:pt x="6390" y="0"/>
                  </a:cubicBezTo>
                  <a:close/>
                </a:path>
              </a:pathLst>
            </a:custGeom>
            <a:solidFill>
              <a:srgbClr val="007CB0"/>
            </a:solidFill>
            <a:ln w="6390" cap="flat">
              <a:noFill/>
              <a:prstDash val="solid"/>
              <a:miter/>
            </a:ln>
          </p:spPr>
          <p:txBody>
            <a:bodyPr rtlCol="0" anchor="ctr"/>
            <a:lstStyle/>
            <a:p>
              <a:endParaRPr lang="en-US"/>
            </a:p>
          </p:txBody>
        </p:sp>
        <p:sp>
          <p:nvSpPr>
            <p:cNvPr id="1039" name="Graphic 4">
              <a:extLst>
                <a:ext uri="{FF2B5EF4-FFF2-40B4-BE49-F238E27FC236}">
                  <a16:creationId xmlns:a16="http://schemas.microsoft.com/office/drawing/2014/main" id="{68121CFE-FC7C-5743-B6FE-619F061E8158}"/>
                </a:ext>
              </a:extLst>
            </p:cNvPr>
            <p:cNvSpPr/>
            <p:nvPr/>
          </p:nvSpPr>
          <p:spPr>
            <a:xfrm>
              <a:off x="5871074" y="4424262"/>
              <a:ext cx="39617" cy="40219"/>
            </a:xfrm>
            <a:custGeom>
              <a:avLst/>
              <a:gdLst>
                <a:gd name="connsiteX0" fmla="*/ 20448 w 39617"/>
                <a:gd name="connsiteY0" fmla="*/ 40219 h 40219"/>
                <a:gd name="connsiteX1" fmla="*/ 39618 w 39617"/>
                <a:gd name="connsiteY1" fmla="*/ 21067 h 40219"/>
                <a:gd name="connsiteX2" fmla="*/ 39618 w 39617"/>
                <a:gd name="connsiteY2" fmla="*/ 20428 h 40219"/>
                <a:gd name="connsiteX3" fmla="*/ 39618 w 39617"/>
                <a:gd name="connsiteY3" fmla="*/ 19790 h 40219"/>
                <a:gd name="connsiteX4" fmla="*/ 19809 w 39617"/>
                <a:gd name="connsiteY4" fmla="*/ 0 h 40219"/>
                <a:gd name="connsiteX5" fmla="*/ 0 w 39617"/>
                <a:gd name="connsiteY5" fmla="*/ 19790 h 40219"/>
                <a:gd name="connsiteX6" fmla="*/ 1917 w 39617"/>
                <a:gd name="connsiteY6" fmla="*/ 28089 h 40219"/>
                <a:gd name="connsiteX7" fmla="*/ 20448 w 39617"/>
                <a:gd name="connsiteY7" fmla="*/ 40219 h 40219"/>
                <a:gd name="connsiteX8" fmla="*/ 13419 w 39617"/>
                <a:gd name="connsiteY8" fmla="*/ 21067 h 40219"/>
                <a:gd name="connsiteX9" fmla="*/ 19809 w 39617"/>
                <a:gd name="connsiteY9" fmla="*/ 14683 h 40219"/>
                <a:gd name="connsiteX10" fmla="*/ 26199 w 39617"/>
                <a:gd name="connsiteY10" fmla="*/ 21067 h 40219"/>
                <a:gd name="connsiteX11" fmla="*/ 19809 w 39617"/>
                <a:gd name="connsiteY11" fmla="*/ 27451 h 40219"/>
                <a:gd name="connsiteX12" fmla="*/ 14058 w 39617"/>
                <a:gd name="connsiteY12" fmla="*/ 23620 h 40219"/>
                <a:gd name="connsiteX13" fmla="*/ 13419 w 39617"/>
                <a:gd name="connsiteY13" fmla="*/ 21067 h 4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617" h="40219">
                  <a:moveTo>
                    <a:pt x="20448" y="40219"/>
                  </a:moveTo>
                  <a:cubicBezTo>
                    <a:pt x="31311" y="40219"/>
                    <a:pt x="39618" y="31281"/>
                    <a:pt x="39618" y="21067"/>
                  </a:cubicBezTo>
                  <a:cubicBezTo>
                    <a:pt x="39618" y="21067"/>
                    <a:pt x="39618" y="21067"/>
                    <a:pt x="39618" y="20428"/>
                  </a:cubicBezTo>
                  <a:cubicBezTo>
                    <a:pt x="39618" y="20428"/>
                    <a:pt x="39618" y="20428"/>
                    <a:pt x="39618" y="19790"/>
                  </a:cubicBezTo>
                  <a:cubicBezTo>
                    <a:pt x="39618" y="8937"/>
                    <a:pt x="30672" y="0"/>
                    <a:pt x="19809" y="0"/>
                  </a:cubicBezTo>
                  <a:cubicBezTo>
                    <a:pt x="8946" y="0"/>
                    <a:pt x="0" y="8937"/>
                    <a:pt x="0" y="19790"/>
                  </a:cubicBezTo>
                  <a:cubicBezTo>
                    <a:pt x="0" y="22982"/>
                    <a:pt x="639" y="25536"/>
                    <a:pt x="1917" y="28089"/>
                  </a:cubicBezTo>
                  <a:cubicBezTo>
                    <a:pt x="5112" y="35750"/>
                    <a:pt x="12141" y="40219"/>
                    <a:pt x="20448" y="40219"/>
                  </a:cubicBezTo>
                  <a:close/>
                  <a:moveTo>
                    <a:pt x="13419" y="21067"/>
                  </a:moveTo>
                  <a:cubicBezTo>
                    <a:pt x="13419" y="17236"/>
                    <a:pt x="16614" y="14683"/>
                    <a:pt x="19809" y="14683"/>
                  </a:cubicBezTo>
                  <a:cubicBezTo>
                    <a:pt x="23004" y="14683"/>
                    <a:pt x="26199" y="17236"/>
                    <a:pt x="26199" y="21067"/>
                  </a:cubicBezTo>
                  <a:cubicBezTo>
                    <a:pt x="26199" y="24897"/>
                    <a:pt x="23004" y="27451"/>
                    <a:pt x="19809" y="27451"/>
                  </a:cubicBezTo>
                  <a:cubicBezTo>
                    <a:pt x="17253" y="27451"/>
                    <a:pt x="15336" y="26174"/>
                    <a:pt x="14058" y="23620"/>
                  </a:cubicBezTo>
                  <a:cubicBezTo>
                    <a:pt x="14058" y="22982"/>
                    <a:pt x="13419" y="22344"/>
                    <a:pt x="13419" y="21067"/>
                  </a:cubicBezTo>
                  <a:close/>
                </a:path>
              </a:pathLst>
            </a:custGeom>
            <a:solidFill>
              <a:srgbClr val="007CB0"/>
            </a:solidFill>
            <a:ln w="6390" cap="flat">
              <a:noFill/>
              <a:prstDash val="solid"/>
              <a:miter/>
            </a:ln>
          </p:spPr>
          <p:txBody>
            <a:bodyPr rtlCol="0" anchor="ctr"/>
            <a:lstStyle/>
            <a:p>
              <a:endParaRPr lang="en-US"/>
            </a:p>
          </p:txBody>
        </p:sp>
        <p:sp>
          <p:nvSpPr>
            <p:cNvPr id="1040" name="Graphic 4">
              <a:extLst>
                <a:ext uri="{FF2B5EF4-FFF2-40B4-BE49-F238E27FC236}">
                  <a16:creationId xmlns:a16="http://schemas.microsoft.com/office/drawing/2014/main" id="{02BDF5AB-D95C-AC41-87FC-C09E648F4A00}"/>
                </a:ext>
              </a:extLst>
            </p:cNvPr>
            <p:cNvSpPr/>
            <p:nvPr/>
          </p:nvSpPr>
          <p:spPr>
            <a:xfrm>
              <a:off x="5864433" y="4474057"/>
              <a:ext cx="55454" cy="139170"/>
            </a:xfrm>
            <a:custGeom>
              <a:avLst/>
              <a:gdLst>
                <a:gd name="connsiteX0" fmla="*/ 34117 w 55454"/>
                <a:gd name="connsiteY0" fmla="*/ 0 h 139170"/>
                <a:gd name="connsiteX1" fmla="*/ 20698 w 55454"/>
                <a:gd name="connsiteY1" fmla="*/ 0 h 139170"/>
                <a:gd name="connsiteX2" fmla="*/ 14309 w 55454"/>
                <a:gd name="connsiteY2" fmla="*/ 5107 h 139170"/>
                <a:gd name="connsiteX3" fmla="*/ 251 w 55454"/>
                <a:gd name="connsiteY3" fmla="*/ 73416 h 139170"/>
                <a:gd name="connsiteX4" fmla="*/ 1529 w 55454"/>
                <a:gd name="connsiteY4" fmla="*/ 78523 h 139170"/>
                <a:gd name="connsiteX5" fmla="*/ 6641 w 55454"/>
                <a:gd name="connsiteY5" fmla="*/ 81077 h 139170"/>
                <a:gd name="connsiteX6" fmla="*/ 7919 w 55454"/>
                <a:gd name="connsiteY6" fmla="*/ 81077 h 139170"/>
                <a:gd name="connsiteX7" fmla="*/ 7919 w 55454"/>
                <a:gd name="connsiteY7" fmla="*/ 132787 h 139170"/>
                <a:gd name="connsiteX8" fmla="*/ 14309 w 55454"/>
                <a:gd name="connsiteY8" fmla="*/ 139171 h 139170"/>
                <a:gd name="connsiteX9" fmla="*/ 20698 w 55454"/>
                <a:gd name="connsiteY9" fmla="*/ 132787 h 139170"/>
                <a:gd name="connsiteX10" fmla="*/ 20698 w 55454"/>
                <a:gd name="connsiteY10" fmla="*/ 81077 h 139170"/>
                <a:gd name="connsiteX11" fmla="*/ 34756 w 55454"/>
                <a:gd name="connsiteY11" fmla="*/ 81077 h 139170"/>
                <a:gd name="connsiteX12" fmla="*/ 34756 w 55454"/>
                <a:gd name="connsiteY12" fmla="*/ 132787 h 139170"/>
                <a:gd name="connsiteX13" fmla="*/ 41146 w 55454"/>
                <a:gd name="connsiteY13" fmla="*/ 139171 h 139170"/>
                <a:gd name="connsiteX14" fmla="*/ 47536 w 55454"/>
                <a:gd name="connsiteY14" fmla="*/ 132787 h 139170"/>
                <a:gd name="connsiteX15" fmla="*/ 47536 w 55454"/>
                <a:gd name="connsiteY15" fmla="*/ 81077 h 139170"/>
                <a:gd name="connsiteX16" fmla="*/ 48814 w 55454"/>
                <a:gd name="connsiteY16" fmla="*/ 81077 h 139170"/>
                <a:gd name="connsiteX17" fmla="*/ 53926 w 55454"/>
                <a:gd name="connsiteY17" fmla="*/ 78523 h 139170"/>
                <a:gd name="connsiteX18" fmla="*/ 55204 w 55454"/>
                <a:gd name="connsiteY18" fmla="*/ 73416 h 139170"/>
                <a:gd name="connsiteX19" fmla="*/ 41146 w 55454"/>
                <a:gd name="connsiteY19" fmla="*/ 5107 h 139170"/>
                <a:gd name="connsiteX20" fmla="*/ 34117 w 55454"/>
                <a:gd name="connsiteY20" fmla="*/ 0 h 139170"/>
                <a:gd name="connsiteX21" fmla="*/ 14309 w 55454"/>
                <a:gd name="connsiteY21" fmla="*/ 68309 h 139170"/>
                <a:gd name="connsiteX22" fmla="*/ 25810 w 55454"/>
                <a:gd name="connsiteY22" fmla="*/ 12768 h 139170"/>
                <a:gd name="connsiteX23" fmla="*/ 29005 w 55454"/>
                <a:gd name="connsiteY23" fmla="*/ 12768 h 139170"/>
                <a:gd name="connsiteX24" fmla="*/ 40507 w 55454"/>
                <a:gd name="connsiteY24" fmla="*/ 68309 h 139170"/>
                <a:gd name="connsiteX25" fmla="*/ 14309 w 55454"/>
                <a:gd name="connsiteY25" fmla="*/ 68309 h 139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5454" h="139170">
                  <a:moveTo>
                    <a:pt x="34117" y="0"/>
                  </a:moveTo>
                  <a:lnTo>
                    <a:pt x="20698" y="0"/>
                  </a:lnTo>
                  <a:cubicBezTo>
                    <a:pt x="17504" y="0"/>
                    <a:pt x="14947" y="1915"/>
                    <a:pt x="14309" y="5107"/>
                  </a:cubicBezTo>
                  <a:lnTo>
                    <a:pt x="251" y="73416"/>
                  </a:lnTo>
                  <a:cubicBezTo>
                    <a:pt x="-388" y="75331"/>
                    <a:pt x="251" y="77246"/>
                    <a:pt x="1529" y="78523"/>
                  </a:cubicBezTo>
                  <a:cubicBezTo>
                    <a:pt x="2807" y="79800"/>
                    <a:pt x="4724" y="81077"/>
                    <a:pt x="6641" y="81077"/>
                  </a:cubicBezTo>
                  <a:lnTo>
                    <a:pt x="7919" y="81077"/>
                  </a:lnTo>
                  <a:lnTo>
                    <a:pt x="7919" y="132787"/>
                  </a:lnTo>
                  <a:cubicBezTo>
                    <a:pt x="7919" y="136617"/>
                    <a:pt x="10475" y="139171"/>
                    <a:pt x="14309" y="139171"/>
                  </a:cubicBezTo>
                  <a:cubicBezTo>
                    <a:pt x="18142" y="139171"/>
                    <a:pt x="20698" y="136617"/>
                    <a:pt x="20698" y="132787"/>
                  </a:cubicBezTo>
                  <a:lnTo>
                    <a:pt x="20698" y="81077"/>
                  </a:lnTo>
                  <a:lnTo>
                    <a:pt x="34756" y="81077"/>
                  </a:lnTo>
                  <a:lnTo>
                    <a:pt x="34756" y="132787"/>
                  </a:lnTo>
                  <a:cubicBezTo>
                    <a:pt x="34756" y="136617"/>
                    <a:pt x="37312" y="139171"/>
                    <a:pt x="41146" y="139171"/>
                  </a:cubicBezTo>
                  <a:cubicBezTo>
                    <a:pt x="44980" y="139171"/>
                    <a:pt x="47536" y="136617"/>
                    <a:pt x="47536" y="132787"/>
                  </a:cubicBezTo>
                  <a:lnTo>
                    <a:pt x="47536" y="81077"/>
                  </a:lnTo>
                  <a:lnTo>
                    <a:pt x="48814" y="81077"/>
                  </a:lnTo>
                  <a:cubicBezTo>
                    <a:pt x="50731" y="81077"/>
                    <a:pt x="52648" y="80438"/>
                    <a:pt x="53926" y="78523"/>
                  </a:cubicBezTo>
                  <a:cubicBezTo>
                    <a:pt x="55204" y="77246"/>
                    <a:pt x="55843" y="75331"/>
                    <a:pt x="55204" y="73416"/>
                  </a:cubicBezTo>
                  <a:lnTo>
                    <a:pt x="41146" y="5107"/>
                  </a:lnTo>
                  <a:cubicBezTo>
                    <a:pt x="39868" y="1915"/>
                    <a:pt x="37312" y="0"/>
                    <a:pt x="34117" y="0"/>
                  </a:cubicBezTo>
                  <a:close/>
                  <a:moveTo>
                    <a:pt x="14309" y="68309"/>
                  </a:moveTo>
                  <a:lnTo>
                    <a:pt x="25810" y="12768"/>
                  </a:lnTo>
                  <a:lnTo>
                    <a:pt x="29005" y="12768"/>
                  </a:lnTo>
                  <a:lnTo>
                    <a:pt x="40507" y="68309"/>
                  </a:lnTo>
                  <a:lnTo>
                    <a:pt x="14309" y="68309"/>
                  </a:lnTo>
                  <a:close/>
                </a:path>
              </a:pathLst>
            </a:custGeom>
            <a:solidFill>
              <a:srgbClr val="007CB0"/>
            </a:solidFill>
            <a:ln w="6390" cap="flat">
              <a:noFill/>
              <a:prstDash val="solid"/>
              <a:miter/>
            </a:ln>
          </p:spPr>
          <p:txBody>
            <a:bodyPr rtlCol="0" anchor="ctr"/>
            <a:lstStyle/>
            <a:p>
              <a:endParaRPr lang="en-US"/>
            </a:p>
          </p:txBody>
        </p:sp>
      </p:grpSp>
      <p:grpSp>
        <p:nvGrpSpPr>
          <p:cNvPr id="1041" name="Graphic 4">
            <a:extLst>
              <a:ext uri="{FF2B5EF4-FFF2-40B4-BE49-F238E27FC236}">
                <a16:creationId xmlns:a16="http://schemas.microsoft.com/office/drawing/2014/main" id="{0799524B-0FC8-054F-AE6C-F2728B0D27D5}"/>
              </a:ext>
            </a:extLst>
          </p:cNvPr>
          <p:cNvGrpSpPr/>
          <p:nvPr/>
        </p:nvGrpSpPr>
        <p:grpSpPr>
          <a:xfrm>
            <a:off x="6754802" y="4308712"/>
            <a:ext cx="361670" cy="361333"/>
            <a:chOff x="6754802" y="4308712"/>
            <a:chExt cx="361670" cy="361333"/>
          </a:xfrm>
          <a:solidFill>
            <a:srgbClr val="007CB0"/>
          </a:solidFill>
        </p:grpSpPr>
        <p:sp>
          <p:nvSpPr>
            <p:cNvPr id="1042" name="Graphic 4">
              <a:extLst>
                <a:ext uri="{FF2B5EF4-FFF2-40B4-BE49-F238E27FC236}">
                  <a16:creationId xmlns:a16="http://schemas.microsoft.com/office/drawing/2014/main" id="{06E15107-D902-C846-AFB3-9D36020AC4D4}"/>
                </a:ext>
              </a:extLst>
            </p:cNvPr>
            <p:cNvSpPr/>
            <p:nvPr/>
          </p:nvSpPr>
          <p:spPr>
            <a:xfrm>
              <a:off x="6754802" y="4308712"/>
              <a:ext cx="361670" cy="361333"/>
            </a:xfrm>
            <a:custGeom>
              <a:avLst/>
              <a:gdLst>
                <a:gd name="connsiteX0" fmla="*/ 180836 w 361670"/>
                <a:gd name="connsiteY0" fmla="*/ 0 h 361333"/>
                <a:gd name="connsiteX1" fmla="*/ 0 w 361670"/>
                <a:gd name="connsiteY1" fmla="*/ 180667 h 361333"/>
                <a:gd name="connsiteX2" fmla="*/ 180836 w 361670"/>
                <a:gd name="connsiteY2" fmla="*/ 361334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7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895"/>
                    <a:pt x="81153" y="361334"/>
                    <a:pt x="180836" y="361334"/>
                  </a:cubicBezTo>
                  <a:cubicBezTo>
                    <a:pt x="280518" y="361334"/>
                    <a:pt x="361670" y="280257"/>
                    <a:pt x="361670" y="180667"/>
                  </a:cubicBezTo>
                  <a:cubicBezTo>
                    <a:pt x="361670" y="81077"/>
                    <a:pt x="280518" y="0"/>
                    <a:pt x="180836" y="0"/>
                  </a:cubicBezTo>
                  <a:close/>
                  <a:moveTo>
                    <a:pt x="180836" y="349204"/>
                  </a:moveTo>
                  <a:cubicBezTo>
                    <a:pt x="88181" y="349204"/>
                    <a:pt x="12780" y="273873"/>
                    <a:pt x="12780" y="181305"/>
                  </a:cubicBezTo>
                  <a:cubicBezTo>
                    <a:pt x="12780" y="88738"/>
                    <a:pt x="88181" y="13407"/>
                    <a:pt x="180836" y="13407"/>
                  </a:cubicBezTo>
                  <a:cubicBezTo>
                    <a:pt x="273490" y="13407"/>
                    <a:pt x="348890" y="88738"/>
                    <a:pt x="348890" y="181305"/>
                  </a:cubicBezTo>
                  <a:cubicBezTo>
                    <a:pt x="348890" y="273234"/>
                    <a:pt x="273490" y="349204"/>
                    <a:pt x="180836" y="349204"/>
                  </a:cubicBezTo>
                  <a:close/>
                </a:path>
              </a:pathLst>
            </a:custGeom>
            <a:solidFill>
              <a:srgbClr val="007CB0"/>
            </a:solidFill>
            <a:ln w="6390" cap="flat">
              <a:noFill/>
              <a:prstDash val="solid"/>
              <a:miter/>
            </a:ln>
          </p:spPr>
          <p:txBody>
            <a:bodyPr rtlCol="0" anchor="ctr"/>
            <a:lstStyle/>
            <a:p>
              <a:endParaRPr lang="en-US"/>
            </a:p>
          </p:txBody>
        </p:sp>
        <p:sp>
          <p:nvSpPr>
            <p:cNvPr id="1043" name="Graphic 4">
              <a:extLst>
                <a:ext uri="{FF2B5EF4-FFF2-40B4-BE49-F238E27FC236}">
                  <a16:creationId xmlns:a16="http://schemas.microsoft.com/office/drawing/2014/main" id="{7126FFD9-4E8F-C447-9574-5034887E504D}"/>
                </a:ext>
              </a:extLst>
            </p:cNvPr>
            <p:cNvSpPr/>
            <p:nvPr/>
          </p:nvSpPr>
          <p:spPr>
            <a:xfrm>
              <a:off x="7028594" y="4427118"/>
              <a:ext cx="26018" cy="68005"/>
            </a:xfrm>
            <a:custGeom>
              <a:avLst/>
              <a:gdLst>
                <a:gd name="connsiteX0" fmla="*/ 25896 w 26018"/>
                <a:gd name="connsiteY0" fmla="*/ 59707 h 68005"/>
                <a:gd name="connsiteX1" fmla="*/ 12477 w 26018"/>
                <a:gd name="connsiteY1" fmla="*/ 4804 h 68005"/>
                <a:gd name="connsiteX2" fmla="*/ 4809 w 26018"/>
                <a:gd name="connsiteY2" fmla="*/ 336 h 68005"/>
                <a:gd name="connsiteX3" fmla="*/ 336 w 26018"/>
                <a:gd name="connsiteY3" fmla="*/ 7996 h 68005"/>
                <a:gd name="connsiteX4" fmla="*/ 13755 w 26018"/>
                <a:gd name="connsiteY4" fmla="*/ 62899 h 68005"/>
                <a:gd name="connsiteX5" fmla="*/ 20145 w 26018"/>
                <a:gd name="connsiteY5" fmla="*/ 68006 h 68005"/>
                <a:gd name="connsiteX6" fmla="*/ 21423 w 26018"/>
                <a:gd name="connsiteY6" fmla="*/ 68006 h 68005"/>
                <a:gd name="connsiteX7" fmla="*/ 25896 w 26018"/>
                <a:gd name="connsiteY7" fmla="*/ 59707 h 68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18" h="68005">
                  <a:moveTo>
                    <a:pt x="25896" y="59707"/>
                  </a:moveTo>
                  <a:lnTo>
                    <a:pt x="12477" y="4804"/>
                  </a:lnTo>
                  <a:cubicBezTo>
                    <a:pt x="11838" y="1612"/>
                    <a:pt x="8004" y="-941"/>
                    <a:pt x="4809" y="336"/>
                  </a:cubicBezTo>
                  <a:cubicBezTo>
                    <a:pt x="1614" y="974"/>
                    <a:pt x="-942" y="4804"/>
                    <a:pt x="336" y="7996"/>
                  </a:cubicBezTo>
                  <a:lnTo>
                    <a:pt x="13755" y="62899"/>
                  </a:lnTo>
                  <a:cubicBezTo>
                    <a:pt x="14394" y="66091"/>
                    <a:pt x="16950" y="68006"/>
                    <a:pt x="20145" y="68006"/>
                  </a:cubicBezTo>
                  <a:cubicBezTo>
                    <a:pt x="20783" y="68006"/>
                    <a:pt x="21423" y="68006"/>
                    <a:pt x="21423" y="68006"/>
                  </a:cubicBezTo>
                  <a:cubicBezTo>
                    <a:pt x="24618" y="66729"/>
                    <a:pt x="26535" y="62899"/>
                    <a:pt x="25896" y="59707"/>
                  </a:cubicBezTo>
                  <a:close/>
                </a:path>
              </a:pathLst>
            </a:custGeom>
            <a:solidFill>
              <a:srgbClr val="007CB0"/>
            </a:solidFill>
            <a:ln w="6390" cap="flat">
              <a:noFill/>
              <a:prstDash val="solid"/>
              <a:miter/>
            </a:ln>
          </p:spPr>
          <p:txBody>
            <a:bodyPr rtlCol="0" anchor="ctr"/>
            <a:lstStyle/>
            <a:p>
              <a:endParaRPr lang="en-US"/>
            </a:p>
          </p:txBody>
        </p:sp>
        <p:sp>
          <p:nvSpPr>
            <p:cNvPr id="1044" name="Graphic 4">
              <a:extLst>
                <a:ext uri="{FF2B5EF4-FFF2-40B4-BE49-F238E27FC236}">
                  <a16:creationId xmlns:a16="http://schemas.microsoft.com/office/drawing/2014/main" id="{B6054EB6-0435-CF4E-AC52-57E7FA067861}"/>
                </a:ext>
              </a:extLst>
            </p:cNvPr>
            <p:cNvSpPr/>
            <p:nvPr/>
          </p:nvSpPr>
          <p:spPr>
            <a:xfrm>
              <a:off x="6816662" y="4427332"/>
              <a:ext cx="25804" cy="67154"/>
            </a:xfrm>
            <a:custGeom>
              <a:avLst/>
              <a:gdLst>
                <a:gd name="connsiteX0" fmla="*/ 21209 w 25804"/>
                <a:gd name="connsiteY0" fmla="*/ 122 h 67154"/>
                <a:gd name="connsiteX1" fmla="*/ 13541 w 25804"/>
                <a:gd name="connsiteY1" fmla="*/ 4591 h 67154"/>
                <a:gd name="connsiteX2" fmla="*/ 123 w 25804"/>
                <a:gd name="connsiteY2" fmla="*/ 59493 h 67154"/>
                <a:gd name="connsiteX3" fmla="*/ 4595 w 25804"/>
                <a:gd name="connsiteY3" fmla="*/ 67154 h 67154"/>
                <a:gd name="connsiteX4" fmla="*/ 5873 w 25804"/>
                <a:gd name="connsiteY4" fmla="*/ 67154 h 67154"/>
                <a:gd name="connsiteX5" fmla="*/ 12263 w 25804"/>
                <a:gd name="connsiteY5" fmla="*/ 62047 h 67154"/>
                <a:gd name="connsiteX6" fmla="*/ 25682 w 25804"/>
                <a:gd name="connsiteY6" fmla="*/ 7145 h 67154"/>
                <a:gd name="connsiteX7" fmla="*/ 21209 w 25804"/>
                <a:gd name="connsiteY7" fmla="*/ 122 h 6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804" h="67154">
                  <a:moveTo>
                    <a:pt x="21209" y="122"/>
                  </a:moveTo>
                  <a:cubicBezTo>
                    <a:pt x="18014" y="-516"/>
                    <a:pt x="14180" y="1399"/>
                    <a:pt x="13541" y="4591"/>
                  </a:cubicBezTo>
                  <a:lnTo>
                    <a:pt x="123" y="59493"/>
                  </a:lnTo>
                  <a:cubicBezTo>
                    <a:pt x="-517" y="62685"/>
                    <a:pt x="1400" y="66516"/>
                    <a:pt x="4595" y="67154"/>
                  </a:cubicBezTo>
                  <a:cubicBezTo>
                    <a:pt x="5234" y="67154"/>
                    <a:pt x="5873" y="67154"/>
                    <a:pt x="5873" y="67154"/>
                  </a:cubicBezTo>
                  <a:cubicBezTo>
                    <a:pt x="9068" y="67154"/>
                    <a:pt x="11624" y="65239"/>
                    <a:pt x="12263" y="62047"/>
                  </a:cubicBezTo>
                  <a:lnTo>
                    <a:pt x="25682" y="7145"/>
                  </a:lnTo>
                  <a:cubicBezTo>
                    <a:pt x="26321" y="3953"/>
                    <a:pt x="24404" y="761"/>
                    <a:pt x="21209" y="122"/>
                  </a:cubicBezTo>
                  <a:close/>
                </a:path>
              </a:pathLst>
            </a:custGeom>
            <a:solidFill>
              <a:srgbClr val="007CB0"/>
            </a:solidFill>
            <a:ln w="6390" cap="flat">
              <a:noFill/>
              <a:prstDash val="solid"/>
              <a:miter/>
            </a:ln>
          </p:spPr>
          <p:txBody>
            <a:bodyPr rtlCol="0" anchor="ctr"/>
            <a:lstStyle/>
            <a:p>
              <a:endParaRPr lang="en-US"/>
            </a:p>
          </p:txBody>
        </p:sp>
        <p:sp>
          <p:nvSpPr>
            <p:cNvPr id="1045" name="Graphic 4">
              <a:extLst>
                <a:ext uri="{FF2B5EF4-FFF2-40B4-BE49-F238E27FC236}">
                  <a16:creationId xmlns:a16="http://schemas.microsoft.com/office/drawing/2014/main" id="{96F4F1A5-BF6B-2D4C-8F8D-7911508E7E04}"/>
                </a:ext>
              </a:extLst>
            </p:cNvPr>
            <p:cNvSpPr/>
            <p:nvPr/>
          </p:nvSpPr>
          <p:spPr>
            <a:xfrm>
              <a:off x="6986118" y="4377020"/>
              <a:ext cx="39617" cy="39580"/>
            </a:xfrm>
            <a:custGeom>
              <a:avLst/>
              <a:gdLst>
                <a:gd name="connsiteX0" fmla="*/ 19809 w 39617"/>
                <a:gd name="connsiteY0" fmla="*/ 39581 h 39580"/>
                <a:gd name="connsiteX1" fmla="*/ 39617 w 39617"/>
                <a:gd name="connsiteY1" fmla="*/ 19790 h 39580"/>
                <a:gd name="connsiteX2" fmla="*/ 19809 w 39617"/>
                <a:gd name="connsiteY2" fmla="*/ 0 h 39580"/>
                <a:gd name="connsiteX3" fmla="*/ 0 w 39617"/>
                <a:gd name="connsiteY3" fmla="*/ 19790 h 39580"/>
                <a:gd name="connsiteX4" fmla="*/ 19809 w 39617"/>
                <a:gd name="connsiteY4" fmla="*/ 39581 h 39580"/>
                <a:gd name="connsiteX5" fmla="*/ 19809 w 39617"/>
                <a:gd name="connsiteY5" fmla="*/ 12768 h 39580"/>
                <a:gd name="connsiteX6" fmla="*/ 26837 w 39617"/>
                <a:gd name="connsiteY6" fmla="*/ 19790 h 39580"/>
                <a:gd name="connsiteX7" fmla="*/ 19809 w 39617"/>
                <a:gd name="connsiteY7" fmla="*/ 26813 h 39580"/>
                <a:gd name="connsiteX8" fmla="*/ 12780 w 39617"/>
                <a:gd name="connsiteY8" fmla="*/ 19790 h 39580"/>
                <a:gd name="connsiteX9" fmla="*/ 19809 w 39617"/>
                <a:gd name="connsiteY9" fmla="*/ 12768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17" h="39580">
                  <a:moveTo>
                    <a:pt x="19809" y="39581"/>
                  </a:moveTo>
                  <a:cubicBezTo>
                    <a:pt x="30671" y="39581"/>
                    <a:pt x="39617" y="30643"/>
                    <a:pt x="39617" y="19790"/>
                  </a:cubicBezTo>
                  <a:cubicBezTo>
                    <a:pt x="39617" y="8938"/>
                    <a:pt x="30671" y="0"/>
                    <a:pt x="19809" y="0"/>
                  </a:cubicBezTo>
                  <a:cubicBezTo>
                    <a:pt x="8945" y="0"/>
                    <a:pt x="0" y="8938"/>
                    <a:pt x="0" y="19790"/>
                  </a:cubicBezTo>
                  <a:cubicBezTo>
                    <a:pt x="0" y="30643"/>
                    <a:pt x="8945" y="39581"/>
                    <a:pt x="19809" y="39581"/>
                  </a:cubicBezTo>
                  <a:close/>
                  <a:moveTo>
                    <a:pt x="19809" y="12768"/>
                  </a:moveTo>
                  <a:cubicBezTo>
                    <a:pt x="23642" y="12768"/>
                    <a:pt x="26837" y="15960"/>
                    <a:pt x="26837" y="19790"/>
                  </a:cubicBezTo>
                  <a:cubicBezTo>
                    <a:pt x="26837" y="23621"/>
                    <a:pt x="23642" y="26813"/>
                    <a:pt x="19809" y="26813"/>
                  </a:cubicBezTo>
                  <a:cubicBezTo>
                    <a:pt x="15975" y="26813"/>
                    <a:pt x="12780" y="23621"/>
                    <a:pt x="12780" y="19790"/>
                  </a:cubicBezTo>
                  <a:cubicBezTo>
                    <a:pt x="12780" y="15960"/>
                    <a:pt x="15975" y="12768"/>
                    <a:pt x="19809" y="12768"/>
                  </a:cubicBezTo>
                  <a:close/>
                </a:path>
              </a:pathLst>
            </a:custGeom>
            <a:solidFill>
              <a:srgbClr val="007CB0"/>
            </a:solidFill>
            <a:ln w="6390" cap="flat">
              <a:noFill/>
              <a:prstDash val="solid"/>
              <a:miter/>
            </a:ln>
          </p:spPr>
          <p:txBody>
            <a:bodyPr rtlCol="0" anchor="ctr"/>
            <a:lstStyle/>
            <a:p>
              <a:endParaRPr lang="en-US"/>
            </a:p>
          </p:txBody>
        </p:sp>
        <p:sp>
          <p:nvSpPr>
            <p:cNvPr id="1046" name="Graphic 4">
              <a:extLst>
                <a:ext uri="{FF2B5EF4-FFF2-40B4-BE49-F238E27FC236}">
                  <a16:creationId xmlns:a16="http://schemas.microsoft.com/office/drawing/2014/main" id="{6CBA456F-FB73-6640-A6C7-D8B3343A6ED6}"/>
                </a:ext>
              </a:extLst>
            </p:cNvPr>
            <p:cNvSpPr/>
            <p:nvPr/>
          </p:nvSpPr>
          <p:spPr>
            <a:xfrm>
              <a:off x="6978838" y="4426177"/>
              <a:ext cx="55455" cy="141724"/>
            </a:xfrm>
            <a:custGeom>
              <a:avLst/>
              <a:gdLst>
                <a:gd name="connsiteX0" fmla="*/ 34756 w 55455"/>
                <a:gd name="connsiteY0" fmla="*/ 0 h 141724"/>
                <a:gd name="connsiteX1" fmla="*/ 20699 w 55455"/>
                <a:gd name="connsiteY1" fmla="*/ 0 h 141724"/>
                <a:gd name="connsiteX2" fmla="*/ 14309 w 55455"/>
                <a:gd name="connsiteY2" fmla="*/ 5107 h 141724"/>
                <a:gd name="connsiteX3" fmla="*/ 251 w 55455"/>
                <a:gd name="connsiteY3" fmla="*/ 74693 h 141724"/>
                <a:gd name="connsiteX4" fmla="*/ 1529 w 55455"/>
                <a:gd name="connsiteY4" fmla="*/ 79800 h 141724"/>
                <a:gd name="connsiteX5" fmla="*/ 6641 w 55455"/>
                <a:gd name="connsiteY5" fmla="*/ 82353 h 141724"/>
                <a:gd name="connsiteX6" fmla="*/ 7280 w 55455"/>
                <a:gd name="connsiteY6" fmla="*/ 82353 h 141724"/>
                <a:gd name="connsiteX7" fmla="*/ 7280 w 55455"/>
                <a:gd name="connsiteY7" fmla="*/ 135341 h 141724"/>
                <a:gd name="connsiteX8" fmla="*/ 13670 w 55455"/>
                <a:gd name="connsiteY8" fmla="*/ 141724 h 141724"/>
                <a:gd name="connsiteX9" fmla="*/ 20060 w 55455"/>
                <a:gd name="connsiteY9" fmla="*/ 135341 h 141724"/>
                <a:gd name="connsiteX10" fmla="*/ 20060 w 55455"/>
                <a:gd name="connsiteY10" fmla="*/ 82353 h 141724"/>
                <a:gd name="connsiteX11" fmla="*/ 35395 w 55455"/>
                <a:gd name="connsiteY11" fmla="*/ 82353 h 141724"/>
                <a:gd name="connsiteX12" fmla="*/ 35395 w 55455"/>
                <a:gd name="connsiteY12" fmla="*/ 135341 h 141724"/>
                <a:gd name="connsiteX13" fmla="*/ 41785 w 55455"/>
                <a:gd name="connsiteY13" fmla="*/ 141724 h 141724"/>
                <a:gd name="connsiteX14" fmla="*/ 48175 w 55455"/>
                <a:gd name="connsiteY14" fmla="*/ 135341 h 141724"/>
                <a:gd name="connsiteX15" fmla="*/ 48175 w 55455"/>
                <a:gd name="connsiteY15" fmla="*/ 82353 h 141724"/>
                <a:gd name="connsiteX16" fmla="*/ 48815 w 55455"/>
                <a:gd name="connsiteY16" fmla="*/ 82353 h 141724"/>
                <a:gd name="connsiteX17" fmla="*/ 53926 w 55455"/>
                <a:gd name="connsiteY17" fmla="*/ 79800 h 141724"/>
                <a:gd name="connsiteX18" fmla="*/ 55205 w 55455"/>
                <a:gd name="connsiteY18" fmla="*/ 74693 h 141724"/>
                <a:gd name="connsiteX19" fmla="*/ 40508 w 55455"/>
                <a:gd name="connsiteY19" fmla="*/ 5107 h 141724"/>
                <a:gd name="connsiteX20" fmla="*/ 34756 w 55455"/>
                <a:gd name="connsiteY20" fmla="*/ 0 h 141724"/>
                <a:gd name="connsiteX21" fmla="*/ 14309 w 55455"/>
                <a:gd name="connsiteY21" fmla="*/ 69585 h 141724"/>
                <a:gd name="connsiteX22" fmla="*/ 25810 w 55455"/>
                <a:gd name="connsiteY22" fmla="*/ 12768 h 141724"/>
                <a:gd name="connsiteX23" fmla="*/ 29005 w 55455"/>
                <a:gd name="connsiteY23" fmla="*/ 12768 h 141724"/>
                <a:gd name="connsiteX24" fmla="*/ 41146 w 55455"/>
                <a:gd name="connsiteY24" fmla="*/ 69585 h 141724"/>
                <a:gd name="connsiteX25" fmla="*/ 14309 w 55455"/>
                <a:gd name="connsiteY25" fmla="*/ 69585 h 141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5455" h="141724">
                  <a:moveTo>
                    <a:pt x="34756" y="0"/>
                  </a:moveTo>
                  <a:lnTo>
                    <a:pt x="20699" y="0"/>
                  </a:lnTo>
                  <a:cubicBezTo>
                    <a:pt x="17504" y="0"/>
                    <a:pt x="14948" y="1915"/>
                    <a:pt x="14309" y="5107"/>
                  </a:cubicBezTo>
                  <a:lnTo>
                    <a:pt x="251" y="74693"/>
                  </a:lnTo>
                  <a:cubicBezTo>
                    <a:pt x="-388" y="76608"/>
                    <a:pt x="251" y="78523"/>
                    <a:pt x="1529" y="79800"/>
                  </a:cubicBezTo>
                  <a:cubicBezTo>
                    <a:pt x="2807" y="81077"/>
                    <a:pt x="4724" y="82353"/>
                    <a:pt x="6641" y="82353"/>
                  </a:cubicBezTo>
                  <a:lnTo>
                    <a:pt x="7280" y="82353"/>
                  </a:lnTo>
                  <a:lnTo>
                    <a:pt x="7280" y="135341"/>
                  </a:lnTo>
                  <a:cubicBezTo>
                    <a:pt x="7280" y="139171"/>
                    <a:pt x="9836" y="141724"/>
                    <a:pt x="13670" y="141724"/>
                  </a:cubicBezTo>
                  <a:cubicBezTo>
                    <a:pt x="17504" y="141724"/>
                    <a:pt x="20060" y="139171"/>
                    <a:pt x="20060" y="135341"/>
                  </a:cubicBezTo>
                  <a:lnTo>
                    <a:pt x="20060" y="82353"/>
                  </a:lnTo>
                  <a:lnTo>
                    <a:pt x="35395" y="82353"/>
                  </a:lnTo>
                  <a:lnTo>
                    <a:pt x="35395" y="135341"/>
                  </a:lnTo>
                  <a:cubicBezTo>
                    <a:pt x="35395" y="139171"/>
                    <a:pt x="37951" y="141724"/>
                    <a:pt x="41785" y="141724"/>
                  </a:cubicBezTo>
                  <a:cubicBezTo>
                    <a:pt x="45620" y="141724"/>
                    <a:pt x="48175" y="139171"/>
                    <a:pt x="48175" y="135341"/>
                  </a:cubicBezTo>
                  <a:lnTo>
                    <a:pt x="48175" y="82353"/>
                  </a:lnTo>
                  <a:lnTo>
                    <a:pt x="48815" y="82353"/>
                  </a:lnTo>
                  <a:cubicBezTo>
                    <a:pt x="50731" y="82353"/>
                    <a:pt x="52649" y="81715"/>
                    <a:pt x="53926" y="79800"/>
                  </a:cubicBezTo>
                  <a:cubicBezTo>
                    <a:pt x="55205" y="78523"/>
                    <a:pt x="55844" y="76608"/>
                    <a:pt x="55205" y="74693"/>
                  </a:cubicBezTo>
                  <a:lnTo>
                    <a:pt x="40508" y="5107"/>
                  </a:lnTo>
                  <a:cubicBezTo>
                    <a:pt x="40508" y="1915"/>
                    <a:pt x="37951" y="0"/>
                    <a:pt x="34756" y="0"/>
                  </a:cubicBezTo>
                  <a:close/>
                  <a:moveTo>
                    <a:pt x="14309" y="69585"/>
                  </a:moveTo>
                  <a:lnTo>
                    <a:pt x="25810" y="12768"/>
                  </a:lnTo>
                  <a:lnTo>
                    <a:pt x="29005" y="12768"/>
                  </a:lnTo>
                  <a:lnTo>
                    <a:pt x="41146" y="69585"/>
                  </a:lnTo>
                  <a:lnTo>
                    <a:pt x="14309" y="69585"/>
                  </a:lnTo>
                  <a:close/>
                </a:path>
              </a:pathLst>
            </a:custGeom>
            <a:solidFill>
              <a:srgbClr val="007CB0"/>
            </a:solidFill>
            <a:ln w="6390" cap="flat">
              <a:noFill/>
              <a:prstDash val="solid"/>
              <a:miter/>
            </a:ln>
          </p:spPr>
          <p:txBody>
            <a:bodyPr rtlCol="0" anchor="ctr"/>
            <a:lstStyle/>
            <a:p>
              <a:endParaRPr lang="en-US"/>
            </a:p>
          </p:txBody>
        </p:sp>
        <p:sp>
          <p:nvSpPr>
            <p:cNvPr id="1047" name="Graphic 4">
              <a:extLst>
                <a:ext uri="{FF2B5EF4-FFF2-40B4-BE49-F238E27FC236}">
                  <a16:creationId xmlns:a16="http://schemas.microsoft.com/office/drawing/2014/main" id="{856CE3B5-9E94-8848-9BC8-9FCCC79239F3}"/>
                </a:ext>
              </a:extLst>
            </p:cNvPr>
            <p:cNvSpPr/>
            <p:nvPr/>
          </p:nvSpPr>
          <p:spPr>
            <a:xfrm>
              <a:off x="6842983" y="4377020"/>
              <a:ext cx="39617" cy="39580"/>
            </a:xfrm>
            <a:custGeom>
              <a:avLst/>
              <a:gdLst>
                <a:gd name="connsiteX0" fmla="*/ 19809 w 39617"/>
                <a:gd name="connsiteY0" fmla="*/ 39581 h 39580"/>
                <a:gd name="connsiteX1" fmla="*/ 39617 w 39617"/>
                <a:gd name="connsiteY1" fmla="*/ 19790 h 39580"/>
                <a:gd name="connsiteX2" fmla="*/ 19809 w 39617"/>
                <a:gd name="connsiteY2" fmla="*/ 0 h 39580"/>
                <a:gd name="connsiteX3" fmla="*/ 0 w 39617"/>
                <a:gd name="connsiteY3" fmla="*/ 19790 h 39580"/>
                <a:gd name="connsiteX4" fmla="*/ 19809 w 39617"/>
                <a:gd name="connsiteY4" fmla="*/ 39581 h 39580"/>
                <a:gd name="connsiteX5" fmla="*/ 19809 w 39617"/>
                <a:gd name="connsiteY5" fmla="*/ 12768 h 39580"/>
                <a:gd name="connsiteX6" fmla="*/ 26837 w 39617"/>
                <a:gd name="connsiteY6" fmla="*/ 19790 h 39580"/>
                <a:gd name="connsiteX7" fmla="*/ 19809 w 39617"/>
                <a:gd name="connsiteY7" fmla="*/ 26813 h 39580"/>
                <a:gd name="connsiteX8" fmla="*/ 12780 w 39617"/>
                <a:gd name="connsiteY8" fmla="*/ 19790 h 39580"/>
                <a:gd name="connsiteX9" fmla="*/ 19809 w 39617"/>
                <a:gd name="connsiteY9" fmla="*/ 12768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17" h="39580">
                  <a:moveTo>
                    <a:pt x="19809" y="39581"/>
                  </a:moveTo>
                  <a:cubicBezTo>
                    <a:pt x="30671" y="39581"/>
                    <a:pt x="39617" y="30643"/>
                    <a:pt x="39617" y="19790"/>
                  </a:cubicBezTo>
                  <a:cubicBezTo>
                    <a:pt x="39617" y="8938"/>
                    <a:pt x="30671" y="0"/>
                    <a:pt x="19809" y="0"/>
                  </a:cubicBezTo>
                  <a:cubicBezTo>
                    <a:pt x="8946" y="0"/>
                    <a:pt x="0" y="8938"/>
                    <a:pt x="0" y="19790"/>
                  </a:cubicBezTo>
                  <a:cubicBezTo>
                    <a:pt x="0" y="30643"/>
                    <a:pt x="8946" y="39581"/>
                    <a:pt x="19809" y="39581"/>
                  </a:cubicBezTo>
                  <a:close/>
                  <a:moveTo>
                    <a:pt x="19809" y="12768"/>
                  </a:moveTo>
                  <a:cubicBezTo>
                    <a:pt x="23642" y="12768"/>
                    <a:pt x="26837" y="15960"/>
                    <a:pt x="26837" y="19790"/>
                  </a:cubicBezTo>
                  <a:cubicBezTo>
                    <a:pt x="26837" y="23621"/>
                    <a:pt x="23642" y="26813"/>
                    <a:pt x="19809" y="26813"/>
                  </a:cubicBezTo>
                  <a:cubicBezTo>
                    <a:pt x="15975" y="26813"/>
                    <a:pt x="12780" y="23621"/>
                    <a:pt x="12780" y="19790"/>
                  </a:cubicBezTo>
                  <a:cubicBezTo>
                    <a:pt x="12780" y="15960"/>
                    <a:pt x="15975" y="12768"/>
                    <a:pt x="19809" y="12768"/>
                  </a:cubicBezTo>
                  <a:close/>
                </a:path>
              </a:pathLst>
            </a:custGeom>
            <a:solidFill>
              <a:srgbClr val="007CB0"/>
            </a:solidFill>
            <a:ln w="6390" cap="flat">
              <a:noFill/>
              <a:prstDash val="solid"/>
              <a:miter/>
            </a:ln>
          </p:spPr>
          <p:txBody>
            <a:bodyPr rtlCol="0" anchor="ctr"/>
            <a:lstStyle/>
            <a:p>
              <a:endParaRPr lang="en-US"/>
            </a:p>
          </p:txBody>
        </p:sp>
        <p:sp>
          <p:nvSpPr>
            <p:cNvPr id="1048" name="Graphic 4">
              <a:extLst>
                <a:ext uri="{FF2B5EF4-FFF2-40B4-BE49-F238E27FC236}">
                  <a16:creationId xmlns:a16="http://schemas.microsoft.com/office/drawing/2014/main" id="{FB31801E-BDD0-7E4E-8B59-FB5419B5B372}"/>
                </a:ext>
              </a:extLst>
            </p:cNvPr>
            <p:cNvSpPr/>
            <p:nvPr/>
          </p:nvSpPr>
          <p:spPr>
            <a:xfrm>
              <a:off x="6835704" y="4426177"/>
              <a:ext cx="55454" cy="141724"/>
            </a:xfrm>
            <a:custGeom>
              <a:avLst/>
              <a:gdLst>
                <a:gd name="connsiteX0" fmla="*/ 34756 w 55454"/>
                <a:gd name="connsiteY0" fmla="*/ 0 h 141724"/>
                <a:gd name="connsiteX1" fmla="*/ 20698 w 55454"/>
                <a:gd name="connsiteY1" fmla="*/ 0 h 141724"/>
                <a:gd name="connsiteX2" fmla="*/ 14309 w 55454"/>
                <a:gd name="connsiteY2" fmla="*/ 5107 h 141724"/>
                <a:gd name="connsiteX3" fmla="*/ 251 w 55454"/>
                <a:gd name="connsiteY3" fmla="*/ 74693 h 141724"/>
                <a:gd name="connsiteX4" fmla="*/ 1529 w 55454"/>
                <a:gd name="connsiteY4" fmla="*/ 79800 h 141724"/>
                <a:gd name="connsiteX5" fmla="*/ 6641 w 55454"/>
                <a:gd name="connsiteY5" fmla="*/ 82353 h 141724"/>
                <a:gd name="connsiteX6" fmla="*/ 7280 w 55454"/>
                <a:gd name="connsiteY6" fmla="*/ 82353 h 141724"/>
                <a:gd name="connsiteX7" fmla="*/ 7280 w 55454"/>
                <a:gd name="connsiteY7" fmla="*/ 135341 h 141724"/>
                <a:gd name="connsiteX8" fmla="*/ 13670 w 55454"/>
                <a:gd name="connsiteY8" fmla="*/ 141724 h 141724"/>
                <a:gd name="connsiteX9" fmla="*/ 20060 w 55454"/>
                <a:gd name="connsiteY9" fmla="*/ 135341 h 141724"/>
                <a:gd name="connsiteX10" fmla="*/ 20060 w 55454"/>
                <a:gd name="connsiteY10" fmla="*/ 82353 h 141724"/>
                <a:gd name="connsiteX11" fmla="*/ 35396 w 55454"/>
                <a:gd name="connsiteY11" fmla="*/ 82353 h 141724"/>
                <a:gd name="connsiteX12" fmla="*/ 35396 w 55454"/>
                <a:gd name="connsiteY12" fmla="*/ 135341 h 141724"/>
                <a:gd name="connsiteX13" fmla="*/ 41786 w 55454"/>
                <a:gd name="connsiteY13" fmla="*/ 141724 h 141724"/>
                <a:gd name="connsiteX14" fmla="*/ 48175 w 55454"/>
                <a:gd name="connsiteY14" fmla="*/ 135341 h 141724"/>
                <a:gd name="connsiteX15" fmla="*/ 48175 w 55454"/>
                <a:gd name="connsiteY15" fmla="*/ 82353 h 141724"/>
                <a:gd name="connsiteX16" fmla="*/ 48814 w 55454"/>
                <a:gd name="connsiteY16" fmla="*/ 82353 h 141724"/>
                <a:gd name="connsiteX17" fmla="*/ 53926 w 55454"/>
                <a:gd name="connsiteY17" fmla="*/ 79800 h 141724"/>
                <a:gd name="connsiteX18" fmla="*/ 55204 w 55454"/>
                <a:gd name="connsiteY18" fmla="*/ 74693 h 141724"/>
                <a:gd name="connsiteX19" fmla="*/ 40507 w 55454"/>
                <a:gd name="connsiteY19" fmla="*/ 5107 h 141724"/>
                <a:gd name="connsiteX20" fmla="*/ 34756 w 55454"/>
                <a:gd name="connsiteY20" fmla="*/ 0 h 141724"/>
                <a:gd name="connsiteX21" fmla="*/ 14309 w 55454"/>
                <a:gd name="connsiteY21" fmla="*/ 69585 h 141724"/>
                <a:gd name="connsiteX22" fmla="*/ 25811 w 55454"/>
                <a:gd name="connsiteY22" fmla="*/ 12768 h 141724"/>
                <a:gd name="connsiteX23" fmla="*/ 29006 w 55454"/>
                <a:gd name="connsiteY23" fmla="*/ 12768 h 141724"/>
                <a:gd name="connsiteX24" fmla="*/ 41146 w 55454"/>
                <a:gd name="connsiteY24" fmla="*/ 69585 h 141724"/>
                <a:gd name="connsiteX25" fmla="*/ 14309 w 55454"/>
                <a:gd name="connsiteY25" fmla="*/ 69585 h 141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5454" h="141724">
                  <a:moveTo>
                    <a:pt x="34756" y="0"/>
                  </a:moveTo>
                  <a:lnTo>
                    <a:pt x="20698" y="0"/>
                  </a:lnTo>
                  <a:cubicBezTo>
                    <a:pt x="17503" y="0"/>
                    <a:pt x="14947" y="1915"/>
                    <a:pt x="14309" y="5107"/>
                  </a:cubicBezTo>
                  <a:lnTo>
                    <a:pt x="251" y="74693"/>
                  </a:lnTo>
                  <a:cubicBezTo>
                    <a:pt x="-389" y="76608"/>
                    <a:pt x="251" y="78523"/>
                    <a:pt x="1529" y="79800"/>
                  </a:cubicBezTo>
                  <a:cubicBezTo>
                    <a:pt x="2806" y="81077"/>
                    <a:pt x="4724" y="82353"/>
                    <a:pt x="6641" y="82353"/>
                  </a:cubicBezTo>
                  <a:lnTo>
                    <a:pt x="7280" y="82353"/>
                  </a:lnTo>
                  <a:lnTo>
                    <a:pt x="7280" y="135341"/>
                  </a:lnTo>
                  <a:cubicBezTo>
                    <a:pt x="7280" y="139171"/>
                    <a:pt x="9836" y="141724"/>
                    <a:pt x="13670" y="141724"/>
                  </a:cubicBezTo>
                  <a:cubicBezTo>
                    <a:pt x="17503" y="141724"/>
                    <a:pt x="20060" y="139171"/>
                    <a:pt x="20060" y="135341"/>
                  </a:cubicBezTo>
                  <a:lnTo>
                    <a:pt x="20060" y="82353"/>
                  </a:lnTo>
                  <a:lnTo>
                    <a:pt x="35396" y="82353"/>
                  </a:lnTo>
                  <a:lnTo>
                    <a:pt x="35396" y="135341"/>
                  </a:lnTo>
                  <a:cubicBezTo>
                    <a:pt x="35396" y="139171"/>
                    <a:pt x="37951" y="141724"/>
                    <a:pt x="41786" y="141724"/>
                  </a:cubicBezTo>
                  <a:cubicBezTo>
                    <a:pt x="45619" y="141724"/>
                    <a:pt x="48175" y="139171"/>
                    <a:pt x="48175" y="135341"/>
                  </a:cubicBezTo>
                  <a:lnTo>
                    <a:pt x="48175" y="82353"/>
                  </a:lnTo>
                  <a:lnTo>
                    <a:pt x="48814" y="82353"/>
                  </a:lnTo>
                  <a:cubicBezTo>
                    <a:pt x="50731" y="82353"/>
                    <a:pt x="52648" y="81715"/>
                    <a:pt x="53926" y="79800"/>
                  </a:cubicBezTo>
                  <a:cubicBezTo>
                    <a:pt x="55204" y="78523"/>
                    <a:pt x="55843" y="76608"/>
                    <a:pt x="55204" y="74693"/>
                  </a:cubicBezTo>
                  <a:lnTo>
                    <a:pt x="40507" y="5107"/>
                  </a:lnTo>
                  <a:cubicBezTo>
                    <a:pt x="40507" y="1915"/>
                    <a:pt x="37951" y="0"/>
                    <a:pt x="34756" y="0"/>
                  </a:cubicBezTo>
                  <a:close/>
                  <a:moveTo>
                    <a:pt x="14309" y="69585"/>
                  </a:moveTo>
                  <a:lnTo>
                    <a:pt x="25811" y="12768"/>
                  </a:lnTo>
                  <a:lnTo>
                    <a:pt x="29006" y="12768"/>
                  </a:lnTo>
                  <a:lnTo>
                    <a:pt x="41146" y="69585"/>
                  </a:lnTo>
                  <a:lnTo>
                    <a:pt x="14309" y="69585"/>
                  </a:lnTo>
                  <a:close/>
                </a:path>
              </a:pathLst>
            </a:custGeom>
            <a:solidFill>
              <a:srgbClr val="007CB0"/>
            </a:solidFill>
            <a:ln w="6390" cap="flat">
              <a:noFill/>
              <a:prstDash val="solid"/>
              <a:miter/>
            </a:ln>
          </p:spPr>
          <p:txBody>
            <a:bodyPr rtlCol="0" anchor="ctr"/>
            <a:lstStyle/>
            <a:p>
              <a:endParaRPr lang="en-US"/>
            </a:p>
          </p:txBody>
        </p:sp>
        <p:sp>
          <p:nvSpPr>
            <p:cNvPr id="1049" name="Graphic 4">
              <a:extLst>
                <a:ext uri="{FF2B5EF4-FFF2-40B4-BE49-F238E27FC236}">
                  <a16:creationId xmlns:a16="http://schemas.microsoft.com/office/drawing/2014/main" id="{ED628156-331B-CF42-ADD0-EAB7F38F0A35}"/>
                </a:ext>
              </a:extLst>
            </p:cNvPr>
            <p:cNvSpPr/>
            <p:nvPr/>
          </p:nvSpPr>
          <p:spPr>
            <a:xfrm>
              <a:off x="6915829" y="4424262"/>
              <a:ext cx="39617" cy="39580"/>
            </a:xfrm>
            <a:custGeom>
              <a:avLst/>
              <a:gdLst>
                <a:gd name="connsiteX0" fmla="*/ 19809 w 39617"/>
                <a:gd name="connsiteY0" fmla="*/ 39580 h 39580"/>
                <a:gd name="connsiteX1" fmla="*/ 39617 w 39617"/>
                <a:gd name="connsiteY1" fmla="*/ 19790 h 39580"/>
                <a:gd name="connsiteX2" fmla="*/ 19809 w 39617"/>
                <a:gd name="connsiteY2" fmla="*/ 0 h 39580"/>
                <a:gd name="connsiteX3" fmla="*/ 0 w 39617"/>
                <a:gd name="connsiteY3" fmla="*/ 19790 h 39580"/>
                <a:gd name="connsiteX4" fmla="*/ 19809 w 39617"/>
                <a:gd name="connsiteY4" fmla="*/ 39580 h 39580"/>
                <a:gd name="connsiteX5" fmla="*/ 19809 w 39617"/>
                <a:gd name="connsiteY5" fmla="*/ 13406 h 39580"/>
                <a:gd name="connsiteX6" fmla="*/ 26837 w 39617"/>
                <a:gd name="connsiteY6" fmla="*/ 20428 h 39580"/>
                <a:gd name="connsiteX7" fmla="*/ 19809 w 39617"/>
                <a:gd name="connsiteY7" fmla="*/ 27451 h 39580"/>
                <a:gd name="connsiteX8" fmla="*/ 12780 w 39617"/>
                <a:gd name="connsiteY8" fmla="*/ 20428 h 39580"/>
                <a:gd name="connsiteX9" fmla="*/ 19809 w 39617"/>
                <a:gd name="connsiteY9" fmla="*/ 13406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17" h="39580">
                  <a:moveTo>
                    <a:pt x="19809" y="39580"/>
                  </a:moveTo>
                  <a:cubicBezTo>
                    <a:pt x="30671" y="39580"/>
                    <a:pt x="39617" y="30643"/>
                    <a:pt x="39617" y="19790"/>
                  </a:cubicBezTo>
                  <a:cubicBezTo>
                    <a:pt x="39617" y="8937"/>
                    <a:pt x="30671" y="0"/>
                    <a:pt x="19809" y="0"/>
                  </a:cubicBezTo>
                  <a:cubicBezTo>
                    <a:pt x="8945" y="0"/>
                    <a:pt x="0" y="8937"/>
                    <a:pt x="0" y="19790"/>
                  </a:cubicBezTo>
                  <a:cubicBezTo>
                    <a:pt x="0" y="30643"/>
                    <a:pt x="8945" y="39580"/>
                    <a:pt x="19809" y="39580"/>
                  </a:cubicBezTo>
                  <a:close/>
                  <a:moveTo>
                    <a:pt x="19809" y="13406"/>
                  </a:moveTo>
                  <a:cubicBezTo>
                    <a:pt x="23642" y="13406"/>
                    <a:pt x="26837" y="16598"/>
                    <a:pt x="26837" y="20428"/>
                  </a:cubicBezTo>
                  <a:cubicBezTo>
                    <a:pt x="26837" y="24259"/>
                    <a:pt x="23642" y="27451"/>
                    <a:pt x="19809" y="27451"/>
                  </a:cubicBezTo>
                  <a:cubicBezTo>
                    <a:pt x="15975" y="27451"/>
                    <a:pt x="12780" y="24259"/>
                    <a:pt x="12780" y="20428"/>
                  </a:cubicBezTo>
                  <a:cubicBezTo>
                    <a:pt x="12780" y="15960"/>
                    <a:pt x="15975" y="13406"/>
                    <a:pt x="19809" y="13406"/>
                  </a:cubicBezTo>
                  <a:close/>
                </a:path>
              </a:pathLst>
            </a:custGeom>
            <a:solidFill>
              <a:srgbClr val="007CB0"/>
            </a:solidFill>
            <a:ln w="6390" cap="flat">
              <a:noFill/>
              <a:prstDash val="solid"/>
              <a:miter/>
            </a:ln>
          </p:spPr>
          <p:txBody>
            <a:bodyPr rtlCol="0" anchor="ctr"/>
            <a:lstStyle/>
            <a:p>
              <a:endParaRPr lang="en-US"/>
            </a:p>
          </p:txBody>
        </p:sp>
        <p:sp>
          <p:nvSpPr>
            <p:cNvPr id="1050" name="Graphic 4">
              <a:extLst>
                <a:ext uri="{FF2B5EF4-FFF2-40B4-BE49-F238E27FC236}">
                  <a16:creationId xmlns:a16="http://schemas.microsoft.com/office/drawing/2014/main" id="{52A4C64C-060D-2747-9017-1E107F9F4B70}"/>
                </a:ext>
              </a:extLst>
            </p:cNvPr>
            <p:cNvSpPr/>
            <p:nvPr/>
          </p:nvSpPr>
          <p:spPr>
            <a:xfrm>
              <a:off x="6903688" y="4474057"/>
              <a:ext cx="63899" cy="141085"/>
            </a:xfrm>
            <a:custGeom>
              <a:avLst/>
              <a:gdLst>
                <a:gd name="connsiteX0" fmla="*/ 57509 w 63899"/>
                <a:gd name="connsiteY0" fmla="*/ 0 h 141085"/>
                <a:gd name="connsiteX1" fmla="*/ 6390 w 63899"/>
                <a:gd name="connsiteY1" fmla="*/ 0 h 141085"/>
                <a:gd name="connsiteX2" fmla="*/ 0 w 63899"/>
                <a:gd name="connsiteY2" fmla="*/ 6384 h 141085"/>
                <a:gd name="connsiteX3" fmla="*/ 0 w 63899"/>
                <a:gd name="connsiteY3" fmla="*/ 70224 h 141085"/>
                <a:gd name="connsiteX4" fmla="*/ 6390 w 63899"/>
                <a:gd name="connsiteY4" fmla="*/ 76608 h 141085"/>
                <a:gd name="connsiteX5" fmla="*/ 13419 w 63899"/>
                <a:gd name="connsiteY5" fmla="*/ 76608 h 141085"/>
                <a:gd name="connsiteX6" fmla="*/ 13419 w 63899"/>
                <a:gd name="connsiteY6" fmla="*/ 134702 h 141085"/>
                <a:gd name="connsiteX7" fmla="*/ 19809 w 63899"/>
                <a:gd name="connsiteY7" fmla="*/ 141086 h 141085"/>
                <a:gd name="connsiteX8" fmla="*/ 26199 w 63899"/>
                <a:gd name="connsiteY8" fmla="*/ 134702 h 141085"/>
                <a:gd name="connsiteX9" fmla="*/ 26199 w 63899"/>
                <a:gd name="connsiteY9" fmla="*/ 76608 h 141085"/>
                <a:gd name="connsiteX10" fmla="*/ 39617 w 63899"/>
                <a:gd name="connsiteY10" fmla="*/ 76608 h 141085"/>
                <a:gd name="connsiteX11" fmla="*/ 39617 w 63899"/>
                <a:gd name="connsiteY11" fmla="*/ 134702 h 141085"/>
                <a:gd name="connsiteX12" fmla="*/ 46007 w 63899"/>
                <a:gd name="connsiteY12" fmla="*/ 141086 h 141085"/>
                <a:gd name="connsiteX13" fmla="*/ 52397 w 63899"/>
                <a:gd name="connsiteY13" fmla="*/ 134702 h 141085"/>
                <a:gd name="connsiteX14" fmla="*/ 52397 w 63899"/>
                <a:gd name="connsiteY14" fmla="*/ 76608 h 141085"/>
                <a:gd name="connsiteX15" fmla="*/ 57509 w 63899"/>
                <a:gd name="connsiteY15" fmla="*/ 76608 h 141085"/>
                <a:gd name="connsiteX16" fmla="*/ 63899 w 63899"/>
                <a:gd name="connsiteY16" fmla="*/ 70224 h 141085"/>
                <a:gd name="connsiteX17" fmla="*/ 63899 w 63899"/>
                <a:gd name="connsiteY17" fmla="*/ 6384 h 141085"/>
                <a:gd name="connsiteX18" fmla="*/ 57509 w 63899"/>
                <a:gd name="connsiteY18" fmla="*/ 0 h 141085"/>
                <a:gd name="connsiteX19" fmla="*/ 12780 w 63899"/>
                <a:gd name="connsiteY19" fmla="*/ 12768 h 141085"/>
                <a:gd name="connsiteX20" fmla="*/ 51119 w 63899"/>
                <a:gd name="connsiteY20" fmla="*/ 12768 h 141085"/>
                <a:gd name="connsiteX21" fmla="*/ 51119 w 63899"/>
                <a:gd name="connsiteY21" fmla="*/ 63840 h 141085"/>
                <a:gd name="connsiteX22" fmla="*/ 12780 w 63899"/>
                <a:gd name="connsiteY22" fmla="*/ 63840 h 141085"/>
                <a:gd name="connsiteX23" fmla="*/ 12780 w 63899"/>
                <a:gd name="connsiteY23" fmla="*/ 12768 h 141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3899" h="141085">
                  <a:moveTo>
                    <a:pt x="57509" y="0"/>
                  </a:moveTo>
                  <a:lnTo>
                    <a:pt x="6390" y="0"/>
                  </a:lnTo>
                  <a:cubicBezTo>
                    <a:pt x="2556" y="0"/>
                    <a:pt x="0" y="2553"/>
                    <a:pt x="0" y="6384"/>
                  </a:cubicBezTo>
                  <a:lnTo>
                    <a:pt x="0" y="70224"/>
                  </a:lnTo>
                  <a:cubicBezTo>
                    <a:pt x="0" y="74054"/>
                    <a:pt x="2556" y="76608"/>
                    <a:pt x="6390" y="76608"/>
                  </a:cubicBezTo>
                  <a:lnTo>
                    <a:pt x="13419" y="76608"/>
                  </a:lnTo>
                  <a:lnTo>
                    <a:pt x="13419" y="134702"/>
                  </a:lnTo>
                  <a:cubicBezTo>
                    <a:pt x="13419" y="138533"/>
                    <a:pt x="15975" y="141086"/>
                    <a:pt x="19809" y="141086"/>
                  </a:cubicBezTo>
                  <a:cubicBezTo>
                    <a:pt x="23642" y="141086"/>
                    <a:pt x="26199" y="138533"/>
                    <a:pt x="26199" y="134702"/>
                  </a:cubicBezTo>
                  <a:lnTo>
                    <a:pt x="26199" y="76608"/>
                  </a:lnTo>
                  <a:lnTo>
                    <a:pt x="39617" y="76608"/>
                  </a:lnTo>
                  <a:lnTo>
                    <a:pt x="39617" y="134702"/>
                  </a:lnTo>
                  <a:cubicBezTo>
                    <a:pt x="39617" y="138533"/>
                    <a:pt x="42173" y="141086"/>
                    <a:pt x="46007" y="141086"/>
                  </a:cubicBezTo>
                  <a:cubicBezTo>
                    <a:pt x="49841" y="141086"/>
                    <a:pt x="52397" y="138533"/>
                    <a:pt x="52397" y="134702"/>
                  </a:cubicBezTo>
                  <a:lnTo>
                    <a:pt x="52397" y="76608"/>
                  </a:lnTo>
                  <a:lnTo>
                    <a:pt x="57509" y="76608"/>
                  </a:lnTo>
                  <a:cubicBezTo>
                    <a:pt x="61343" y="76608"/>
                    <a:pt x="63899" y="74054"/>
                    <a:pt x="63899" y="70224"/>
                  </a:cubicBezTo>
                  <a:lnTo>
                    <a:pt x="63899" y="6384"/>
                  </a:lnTo>
                  <a:cubicBezTo>
                    <a:pt x="63899" y="3192"/>
                    <a:pt x="60704" y="0"/>
                    <a:pt x="57509" y="0"/>
                  </a:cubicBezTo>
                  <a:close/>
                  <a:moveTo>
                    <a:pt x="12780" y="12768"/>
                  </a:moveTo>
                  <a:lnTo>
                    <a:pt x="51119" y="12768"/>
                  </a:lnTo>
                  <a:lnTo>
                    <a:pt x="51119" y="63840"/>
                  </a:lnTo>
                  <a:lnTo>
                    <a:pt x="12780" y="63840"/>
                  </a:lnTo>
                  <a:lnTo>
                    <a:pt x="12780" y="12768"/>
                  </a:lnTo>
                  <a:close/>
                </a:path>
              </a:pathLst>
            </a:custGeom>
            <a:solidFill>
              <a:srgbClr val="007CB0"/>
            </a:solidFill>
            <a:ln w="6390" cap="flat">
              <a:noFill/>
              <a:prstDash val="solid"/>
              <a:miter/>
            </a:ln>
          </p:spPr>
          <p:txBody>
            <a:bodyPr rtlCol="0" anchor="ctr"/>
            <a:lstStyle/>
            <a:p>
              <a:endParaRPr lang="en-US"/>
            </a:p>
          </p:txBody>
        </p:sp>
      </p:grpSp>
      <p:grpSp>
        <p:nvGrpSpPr>
          <p:cNvPr id="1051" name="Graphic 4">
            <a:extLst>
              <a:ext uri="{FF2B5EF4-FFF2-40B4-BE49-F238E27FC236}">
                <a16:creationId xmlns:a16="http://schemas.microsoft.com/office/drawing/2014/main" id="{FBCE8019-EC47-D244-845B-7D815C57A3E7}"/>
              </a:ext>
            </a:extLst>
          </p:cNvPr>
          <p:cNvGrpSpPr/>
          <p:nvPr/>
        </p:nvGrpSpPr>
        <p:grpSpPr>
          <a:xfrm>
            <a:off x="4661459" y="4308712"/>
            <a:ext cx="361674" cy="361333"/>
            <a:chOff x="4661459" y="4308712"/>
            <a:chExt cx="361674" cy="361333"/>
          </a:xfrm>
          <a:solidFill>
            <a:srgbClr val="007CB0"/>
          </a:solidFill>
        </p:grpSpPr>
        <p:sp>
          <p:nvSpPr>
            <p:cNvPr id="1052" name="Graphic 4">
              <a:extLst>
                <a:ext uri="{FF2B5EF4-FFF2-40B4-BE49-F238E27FC236}">
                  <a16:creationId xmlns:a16="http://schemas.microsoft.com/office/drawing/2014/main" id="{8B11E07F-72B7-F047-A0AF-F73E6E97F15E}"/>
                </a:ext>
              </a:extLst>
            </p:cNvPr>
            <p:cNvSpPr/>
            <p:nvPr/>
          </p:nvSpPr>
          <p:spPr>
            <a:xfrm>
              <a:off x="4661459" y="4308712"/>
              <a:ext cx="361674" cy="361333"/>
            </a:xfrm>
            <a:custGeom>
              <a:avLst/>
              <a:gdLst>
                <a:gd name="connsiteX0" fmla="*/ 180835 w 361674"/>
                <a:gd name="connsiteY0" fmla="*/ 0 h 361333"/>
                <a:gd name="connsiteX1" fmla="*/ 0 w 361674"/>
                <a:gd name="connsiteY1" fmla="*/ 180667 h 361333"/>
                <a:gd name="connsiteX2" fmla="*/ 180835 w 361674"/>
                <a:gd name="connsiteY2" fmla="*/ 361334 h 361333"/>
                <a:gd name="connsiteX3" fmla="*/ 361670 w 361674"/>
                <a:gd name="connsiteY3" fmla="*/ 180667 h 361333"/>
                <a:gd name="connsiteX4" fmla="*/ 180835 w 361674"/>
                <a:gd name="connsiteY4" fmla="*/ 0 h 361333"/>
                <a:gd name="connsiteX5" fmla="*/ 180835 w 361674"/>
                <a:gd name="connsiteY5" fmla="*/ 349204 h 361333"/>
                <a:gd name="connsiteX6" fmla="*/ 12780 w 361674"/>
                <a:gd name="connsiteY6" fmla="*/ 181305 h 361333"/>
                <a:gd name="connsiteX7" fmla="*/ 180835 w 361674"/>
                <a:gd name="connsiteY7" fmla="*/ 13407 h 361333"/>
                <a:gd name="connsiteX8" fmla="*/ 348890 w 361674"/>
                <a:gd name="connsiteY8" fmla="*/ 181305 h 361333"/>
                <a:gd name="connsiteX9" fmla="*/ 180835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2310" y="81077"/>
                    <a:pt x="281157" y="0"/>
                    <a:pt x="180835" y="0"/>
                  </a:cubicBezTo>
                  <a:close/>
                  <a:moveTo>
                    <a:pt x="180835" y="349204"/>
                  </a:moveTo>
                  <a:cubicBezTo>
                    <a:pt x="88181" y="349204"/>
                    <a:pt x="12780" y="273873"/>
                    <a:pt x="12780" y="181305"/>
                  </a:cubicBezTo>
                  <a:cubicBezTo>
                    <a:pt x="12780" y="88738"/>
                    <a:pt x="88181" y="13407"/>
                    <a:pt x="180835" y="13407"/>
                  </a:cubicBezTo>
                  <a:cubicBezTo>
                    <a:pt x="273489" y="13407"/>
                    <a:pt x="348890" y="88738"/>
                    <a:pt x="348890" y="181305"/>
                  </a:cubicBezTo>
                  <a:cubicBezTo>
                    <a:pt x="349530" y="273234"/>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1053" name="Graphic 4">
              <a:extLst>
                <a:ext uri="{FF2B5EF4-FFF2-40B4-BE49-F238E27FC236}">
                  <a16:creationId xmlns:a16="http://schemas.microsoft.com/office/drawing/2014/main" id="{6AC55AE5-8B5B-4B44-A4EA-1BD85AE706E3}"/>
                </a:ext>
              </a:extLst>
            </p:cNvPr>
            <p:cNvSpPr/>
            <p:nvPr/>
          </p:nvSpPr>
          <p:spPr>
            <a:xfrm>
              <a:off x="4935251" y="4427118"/>
              <a:ext cx="26231" cy="68005"/>
            </a:xfrm>
            <a:custGeom>
              <a:avLst/>
              <a:gdLst>
                <a:gd name="connsiteX0" fmla="*/ 25896 w 26231"/>
                <a:gd name="connsiteY0" fmla="*/ 59707 h 68005"/>
                <a:gd name="connsiteX1" fmla="*/ 12477 w 26231"/>
                <a:gd name="connsiteY1" fmla="*/ 4804 h 68005"/>
                <a:gd name="connsiteX2" fmla="*/ 4809 w 26231"/>
                <a:gd name="connsiteY2" fmla="*/ 336 h 68005"/>
                <a:gd name="connsiteX3" fmla="*/ 336 w 26231"/>
                <a:gd name="connsiteY3" fmla="*/ 7996 h 68005"/>
                <a:gd name="connsiteX4" fmla="*/ 13755 w 26231"/>
                <a:gd name="connsiteY4" fmla="*/ 62899 h 68005"/>
                <a:gd name="connsiteX5" fmla="*/ 20145 w 26231"/>
                <a:gd name="connsiteY5" fmla="*/ 68006 h 68005"/>
                <a:gd name="connsiteX6" fmla="*/ 21423 w 26231"/>
                <a:gd name="connsiteY6" fmla="*/ 68006 h 68005"/>
                <a:gd name="connsiteX7" fmla="*/ 25896 w 26231"/>
                <a:gd name="connsiteY7" fmla="*/ 59707 h 68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231" h="68005">
                  <a:moveTo>
                    <a:pt x="25896" y="59707"/>
                  </a:moveTo>
                  <a:lnTo>
                    <a:pt x="12477" y="4804"/>
                  </a:lnTo>
                  <a:cubicBezTo>
                    <a:pt x="11838" y="1612"/>
                    <a:pt x="8004" y="-941"/>
                    <a:pt x="4809" y="336"/>
                  </a:cubicBezTo>
                  <a:cubicBezTo>
                    <a:pt x="1614" y="974"/>
                    <a:pt x="-942" y="4804"/>
                    <a:pt x="336" y="7996"/>
                  </a:cubicBezTo>
                  <a:lnTo>
                    <a:pt x="13755" y="62899"/>
                  </a:lnTo>
                  <a:cubicBezTo>
                    <a:pt x="14394" y="66091"/>
                    <a:pt x="16950" y="68006"/>
                    <a:pt x="20145" y="68006"/>
                  </a:cubicBezTo>
                  <a:cubicBezTo>
                    <a:pt x="20784" y="68006"/>
                    <a:pt x="21423" y="68006"/>
                    <a:pt x="21423" y="68006"/>
                  </a:cubicBezTo>
                  <a:cubicBezTo>
                    <a:pt x="24618" y="66729"/>
                    <a:pt x="27174" y="62899"/>
                    <a:pt x="25896" y="59707"/>
                  </a:cubicBezTo>
                  <a:close/>
                </a:path>
              </a:pathLst>
            </a:custGeom>
            <a:solidFill>
              <a:srgbClr val="007CB0"/>
            </a:solidFill>
            <a:ln w="6390" cap="flat">
              <a:noFill/>
              <a:prstDash val="solid"/>
              <a:miter/>
            </a:ln>
          </p:spPr>
          <p:txBody>
            <a:bodyPr rtlCol="0" anchor="ctr"/>
            <a:lstStyle/>
            <a:p>
              <a:endParaRPr lang="en-US"/>
            </a:p>
          </p:txBody>
        </p:sp>
        <p:sp>
          <p:nvSpPr>
            <p:cNvPr id="1054" name="Graphic 4">
              <a:extLst>
                <a:ext uri="{FF2B5EF4-FFF2-40B4-BE49-F238E27FC236}">
                  <a16:creationId xmlns:a16="http://schemas.microsoft.com/office/drawing/2014/main" id="{37A7E540-DFE1-534F-B360-958EA7DA88C6}"/>
                </a:ext>
              </a:extLst>
            </p:cNvPr>
            <p:cNvSpPr/>
            <p:nvPr/>
          </p:nvSpPr>
          <p:spPr>
            <a:xfrm>
              <a:off x="4723319" y="4427332"/>
              <a:ext cx="26018" cy="67154"/>
            </a:xfrm>
            <a:custGeom>
              <a:avLst/>
              <a:gdLst>
                <a:gd name="connsiteX0" fmla="*/ 21209 w 26018"/>
                <a:gd name="connsiteY0" fmla="*/ 122 h 67154"/>
                <a:gd name="connsiteX1" fmla="*/ 13541 w 26018"/>
                <a:gd name="connsiteY1" fmla="*/ 4591 h 67154"/>
                <a:gd name="connsiteX2" fmla="*/ 122 w 26018"/>
                <a:gd name="connsiteY2" fmla="*/ 59493 h 67154"/>
                <a:gd name="connsiteX3" fmla="*/ 4596 w 26018"/>
                <a:gd name="connsiteY3" fmla="*/ 67154 h 67154"/>
                <a:gd name="connsiteX4" fmla="*/ 5873 w 26018"/>
                <a:gd name="connsiteY4" fmla="*/ 67154 h 67154"/>
                <a:gd name="connsiteX5" fmla="*/ 12263 w 26018"/>
                <a:gd name="connsiteY5" fmla="*/ 62047 h 67154"/>
                <a:gd name="connsiteX6" fmla="*/ 25682 w 26018"/>
                <a:gd name="connsiteY6" fmla="*/ 7145 h 67154"/>
                <a:gd name="connsiteX7" fmla="*/ 21209 w 26018"/>
                <a:gd name="connsiteY7" fmla="*/ 122 h 6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18" h="67154">
                  <a:moveTo>
                    <a:pt x="21209" y="122"/>
                  </a:moveTo>
                  <a:cubicBezTo>
                    <a:pt x="18014" y="-516"/>
                    <a:pt x="14180" y="1399"/>
                    <a:pt x="13541" y="4591"/>
                  </a:cubicBezTo>
                  <a:lnTo>
                    <a:pt x="122" y="59493"/>
                  </a:lnTo>
                  <a:cubicBezTo>
                    <a:pt x="-517" y="62685"/>
                    <a:pt x="1401" y="66516"/>
                    <a:pt x="4596" y="67154"/>
                  </a:cubicBezTo>
                  <a:cubicBezTo>
                    <a:pt x="5234" y="67154"/>
                    <a:pt x="5873" y="67154"/>
                    <a:pt x="5873" y="67154"/>
                  </a:cubicBezTo>
                  <a:cubicBezTo>
                    <a:pt x="9068" y="67154"/>
                    <a:pt x="11624" y="65239"/>
                    <a:pt x="12263" y="62047"/>
                  </a:cubicBezTo>
                  <a:lnTo>
                    <a:pt x="25682" y="7145"/>
                  </a:lnTo>
                  <a:cubicBezTo>
                    <a:pt x="26960" y="3953"/>
                    <a:pt x="24404" y="761"/>
                    <a:pt x="21209" y="122"/>
                  </a:cubicBezTo>
                  <a:close/>
                </a:path>
              </a:pathLst>
            </a:custGeom>
            <a:solidFill>
              <a:srgbClr val="007CB0"/>
            </a:solidFill>
            <a:ln w="6390" cap="flat">
              <a:noFill/>
              <a:prstDash val="solid"/>
              <a:miter/>
            </a:ln>
          </p:spPr>
          <p:txBody>
            <a:bodyPr rtlCol="0" anchor="ctr"/>
            <a:lstStyle/>
            <a:p>
              <a:endParaRPr lang="en-US"/>
            </a:p>
          </p:txBody>
        </p:sp>
        <p:sp>
          <p:nvSpPr>
            <p:cNvPr id="1055" name="Graphic 4">
              <a:extLst>
                <a:ext uri="{FF2B5EF4-FFF2-40B4-BE49-F238E27FC236}">
                  <a16:creationId xmlns:a16="http://schemas.microsoft.com/office/drawing/2014/main" id="{12897400-4B13-2B42-BBED-41494941BD33}"/>
                </a:ext>
              </a:extLst>
            </p:cNvPr>
            <p:cNvSpPr/>
            <p:nvPr/>
          </p:nvSpPr>
          <p:spPr>
            <a:xfrm>
              <a:off x="4822485" y="4422985"/>
              <a:ext cx="39617" cy="40857"/>
            </a:xfrm>
            <a:custGeom>
              <a:avLst/>
              <a:gdLst>
                <a:gd name="connsiteX0" fmla="*/ 19809 w 39617"/>
                <a:gd name="connsiteY0" fmla="*/ 40857 h 40857"/>
                <a:gd name="connsiteX1" fmla="*/ 39618 w 39617"/>
                <a:gd name="connsiteY1" fmla="*/ 21067 h 40857"/>
                <a:gd name="connsiteX2" fmla="*/ 39618 w 39617"/>
                <a:gd name="connsiteY2" fmla="*/ 20429 h 40857"/>
                <a:gd name="connsiteX3" fmla="*/ 39618 w 39617"/>
                <a:gd name="connsiteY3" fmla="*/ 19790 h 40857"/>
                <a:gd name="connsiteX4" fmla="*/ 19809 w 39617"/>
                <a:gd name="connsiteY4" fmla="*/ 0 h 40857"/>
                <a:gd name="connsiteX5" fmla="*/ 0 w 39617"/>
                <a:gd name="connsiteY5" fmla="*/ 19790 h 40857"/>
                <a:gd name="connsiteX6" fmla="*/ 1917 w 39617"/>
                <a:gd name="connsiteY6" fmla="*/ 28089 h 40857"/>
                <a:gd name="connsiteX7" fmla="*/ 19809 w 39617"/>
                <a:gd name="connsiteY7" fmla="*/ 40857 h 40857"/>
                <a:gd name="connsiteX8" fmla="*/ 12780 w 39617"/>
                <a:gd name="connsiteY8" fmla="*/ 21067 h 40857"/>
                <a:gd name="connsiteX9" fmla="*/ 19809 w 39617"/>
                <a:gd name="connsiteY9" fmla="*/ 14045 h 40857"/>
                <a:gd name="connsiteX10" fmla="*/ 26199 w 39617"/>
                <a:gd name="connsiteY10" fmla="*/ 20429 h 40857"/>
                <a:gd name="connsiteX11" fmla="*/ 19170 w 39617"/>
                <a:gd name="connsiteY11" fmla="*/ 26813 h 40857"/>
                <a:gd name="connsiteX12" fmla="*/ 13419 w 39617"/>
                <a:gd name="connsiteY12" fmla="*/ 22982 h 40857"/>
                <a:gd name="connsiteX13" fmla="*/ 12780 w 39617"/>
                <a:gd name="connsiteY13" fmla="*/ 21067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617" h="40857">
                  <a:moveTo>
                    <a:pt x="19809" y="40857"/>
                  </a:moveTo>
                  <a:cubicBezTo>
                    <a:pt x="30672" y="40857"/>
                    <a:pt x="39618" y="31920"/>
                    <a:pt x="39618" y="21067"/>
                  </a:cubicBezTo>
                  <a:cubicBezTo>
                    <a:pt x="39618" y="21067"/>
                    <a:pt x="39618" y="21067"/>
                    <a:pt x="39618" y="20429"/>
                  </a:cubicBezTo>
                  <a:cubicBezTo>
                    <a:pt x="39618" y="20429"/>
                    <a:pt x="39618" y="20429"/>
                    <a:pt x="39618" y="19790"/>
                  </a:cubicBezTo>
                  <a:cubicBezTo>
                    <a:pt x="39618" y="8937"/>
                    <a:pt x="30672" y="0"/>
                    <a:pt x="19809" y="0"/>
                  </a:cubicBezTo>
                  <a:cubicBezTo>
                    <a:pt x="8946" y="0"/>
                    <a:pt x="0" y="8937"/>
                    <a:pt x="0" y="19790"/>
                  </a:cubicBezTo>
                  <a:cubicBezTo>
                    <a:pt x="0" y="22982"/>
                    <a:pt x="639" y="25536"/>
                    <a:pt x="1917" y="28089"/>
                  </a:cubicBezTo>
                  <a:cubicBezTo>
                    <a:pt x="4473" y="35750"/>
                    <a:pt x="11502" y="40857"/>
                    <a:pt x="19809" y="40857"/>
                  </a:cubicBezTo>
                  <a:close/>
                  <a:moveTo>
                    <a:pt x="12780" y="21067"/>
                  </a:moveTo>
                  <a:cubicBezTo>
                    <a:pt x="12780" y="17237"/>
                    <a:pt x="15975" y="14045"/>
                    <a:pt x="19809" y="14045"/>
                  </a:cubicBezTo>
                  <a:cubicBezTo>
                    <a:pt x="23643" y="14045"/>
                    <a:pt x="26199" y="16598"/>
                    <a:pt x="26199" y="20429"/>
                  </a:cubicBezTo>
                  <a:cubicBezTo>
                    <a:pt x="26199" y="24259"/>
                    <a:pt x="23004" y="26813"/>
                    <a:pt x="19170" y="26813"/>
                  </a:cubicBezTo>
                  <a:cubicBezTo>
                    <a:pt x="16614" y="26813"/>
                    <a:pt x="14058" y="25536"/>
                    <a:pt x="13419" y="22982"/>
                  </a:cubicBezTo>
                  <a:cubicBezTo>
                    <a:pt x="13419" y="22982"/>
                    <a:pt x="12780" y="22344"/>
                    <a:pt x="12780" y="21067"/>
                  </a:cubicBezTo>
                  <a:close/>
                </a:path>
              </a:pathLst>
            </a:custGeom>
            <a:solidFill>
              <a:srgbClr val="007CB0"/>
            </a:solidFill>
            <a:ln w="6390" cap="flat">
              <a:noFill/>
              <a:prstDash val="solid"/>
              <a:miter/>
            </a:ln>
          </p:spPr>
          <p:txBody>
            <a:bodyPr rtlCol="0" anchor="ctr"/>
            <a:lstStyle/>
            <a:p>
              <a:endParaRPr lang="en-US"/>
            </a:p>
          </p:txBody>
        </p:sp>
        <p:sp>
          <p:nvSpPr>
            <p:cNvPr id="1056" name="Graphic 4">
              <a:extLst>
                <a:ext uri="{FF2B5EF4-FFF2-40B4-BE49-F238E27FC236}">
                  <a16:creationId xmlns:a16="http://schemas.microsoft.com/office/drawing/2014/main" id="{7A17AC10-BA41-3D4E-A448-7FC07E327D8F}"/>
                </a:ext>
              </a:extLst>
            </p:cNvPr>
            <p:cNvSpPr/>
            <p:nvPr/>
          </p:nvSpPr>
          <p:spPr>
            <a:xfrm>
              <a:off x="4815205" y="4473418"/>
              <a:ext cx="55454" cy="141724"/>
            </a:xfrm>
            <a:custGeom>
              <a:avLst/>
              <a:gdLst>
                <a:gd name="connsiteX0" fmla="*/ 34756 w 55454"/>
                <a:gd name="connsiteY0" fmla="*/ 0 h 141724"/>
                <a:gd name="connsiteX1" fmla="*/ 20698 w 55454"/>
                <a:gd name="connsiteY1" fmla="*/ 0 h 141724"/>
                <a:gd name="connsiteX2" fmla="*/ 14309 w 55454"/>
                <a:gd name="connsiteY2" fmla="*/ 5107 h 141724"/>
                <a:gd name="connsiteX3" fmla="*/ 251 w 55454"/>
                <a:gd name="connsiteY3" fmla="*/ 74693 h 141724"/>
                <a:gd name="connsiteX4" fmla="*/ 1529 w 55454"/>
                <a:gd name="connsiteY4" fmla="*/ 79800 h 141724"/>
                <a:gd name="connsiteX5" fmla="*/ 6641 w 55454"/>
                <a:gd name="connsiteY5" fmla="*/ 82354 h 141724"/>
                <a:gd name="connsiteX6" fmla="*/ 8558 w 55454"/>
                <a:gd name="connsiteY6" fmla="*/ 82354 h 141724"/>
                <a:gd name="connsiteX7" fmla="*/ 8558 w 55454"/>
                <a:gd name="connsiteY7" fmla="*/ 135341 h 141724"/>
                <a:gd name="connsiteX8" fmla="*/ 14948 w 55454"/>
                <a:gd name="connsiteY8" fmla="*/ 141724 h 141724"/>
                <a:gd name="connsiteX9" fmla="*/ 21338 w 55454"/>
                <a:gd name="connsiteY9" fmla="*/ 135341 h 141724"/>
                <a:gd name="connsiteX10" fmla="*/ 21338 w 55454"/>
                <a:gd name="connsiteY10" fmla="*/ 82354 h 141724"/>
                <a:gd name="connsiteX11" fmla="*/ 34756 w 55454"/>
                <a:gd name="connsiteY11" fmla="*/ 82354 h 141724"/>
                <a:gd name="connsiteX12" fmla="*/ 34756 w 55454"/>
                <a:gd name="connsiteY12" fmla="*/ 135341 h 141724"/>
                <a:gd name="connsiteX13" fmla="*/ 41146 w 55454"/>
                <a:gd name="connsiteY13" fmla="*/ 141724 h 141724"/>
                <a:gd name="connsiteX14" fmla="*/ 47536 w 55454"/>
                <a:gd name="connsiteY14" fmla="*/ 135341 h 141724"/>
                <a:gd name="connsiteX15" fmla="*/ 47536 w 55454"/>
                <a:gd name="connsiteY15" fmla="*/ 82354 h 141724"/>
                <a:gd name="connsiteX16" fmla="*/ 48814 w 55454"/>
                <a:gd name="connsiteY16" fmla="*/ 82354 h 141724"/>
                <a:gd name="connsiteX17" fmla="*/ 53926 w 55454"/>
                <a:gd name="connsiteY17" fmla="*/ 79800 h 141724"/>
                <a:gd name="connsiteX18" fmla="*/ 55204 w 55454"/>
                <a:gd name="connsiteY18" fmla="*/ 74693 h 141724"/>
                <a:gd name="connsiteX19" fmla="*/ 40508 w 55454"/>
                <a:gd name="connsiteY19" fmla="*/ 5107 h 141724"/>
                <a:gd name="connsiteX20" fmla="*/ 34756 w 55454"/>
                <a:gd name="connsiteY20" fmla="*/ 0 h 141724"/>
                <a:gd name="connsiteX21" fmla="*/ 14309 w 55454"/>
                <a:gd name="connsiteY21" fmla="*/ 69586 h 141724"/>
                <a:gd name="connsiteX22" fmla="*/ 25810 w 55454"/>
                <a:gd name="connsiteY22" fmla="*/ 12768 h 141724"/>
                <a:gd name="connsiteX23" fmla="*/ 29005 w 55454"/>
                <a:gd name="connsiteY23" fmla="*/ 12768 h 141724"/>
                <a:gd name="connsiteX24" fmla="*/ 41146 w 55454"/>
                <a:gd name="connsiteY24" fmla="*/ 69586 h 141724"/>
                <a:gd name="connsiteX25" fmla="*/ 14309 w 55454"/>
                <a:gd name="connsiteY25" fmla="*/ 69586 h 141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5454" h="141724">
                  <a:moveTo>
                    <a:pt x="34756" y="0"/>
                  </a:moveTo>
                  <a:lnTo>
                    <a:pt x="20698" y="0"/>
                  </a:lnTo>
                  <a:cubicBezTo>
                    <a:pt x="17504" y="0"/>
                    <a:pt x="14948" y="1916"/>
                    <a:pt x="14309" y="5107"/>
                  </a:cubicBezTo>
                  <a:lnTo>
                    <a:pt x="251" y="74693"/>
                  </a:lnTo>
                  <a:cubicBezTo>
                    <a:pt x="-388" y="76608"/>
                    <a:pt x="251" y="78523"/>
                    <a:pt x="1529" y="79800"/>
                  </a:cubicBezTo>
                  <a:cubicBezTo>
                    <a:pt x="2807" y="81077"/>
                    <a:pt x="4724" y="82354"/>
                    <a:pt x="6641" y="82354"/>
                  </a:cubicBezTo>
                  <a:lnTo>
                    <a:pt x="8558" y="82354"/>
                  </a:lnTo>
                  <a:lnTo>
                    <a:pt x="8558" y="135341"/>
                  </a:lnTo>
                  <a:cubicBezTo>
                    <a:pt x="8558" y="139171"/>
                    <a:pt x="11114" y="141724"/>
                    <a:pt x="14948" y="141724"/>
                  </a:cubicBezTo>
                  <a:cubicBezTo>
                    <a:pt x="18782" y="141724"/>
                    <a:pt x="21338" y="139171"/>
                    <a:pt x="21338" y="135341"/>
                  </a:cubicBezTo>
                  <a:lnTo>
                    <a:pt x="21338" y="82354"/>
                  </a:lnTo>
                  <a:lnTo>
                    <a:pt x="34756" y="82354"/>
                  </a:lnTo>
                  <a:lnTo>
                    <a:pt x="34756" y="135341"/>
                  </a:lnTo>
                  <a:cubicBezTo>
                    <a:pt x="34756" y="139171"/>
                    <a:pt x="37313" y="141724"/>
                    <a:pt x="41146" y="141724"/>
                  </a:cubicBezTo>
                  <a:cubicBezTo>
                    <a:pt x="44980" y="141724"/>
                    <a:pt x="47536" y="139171"/>
                    <a:pt x="47536" y="135341"/>
                  </a:cubicBezTo>
                  <a:lnTo>
                    <a:pt x="47536" y="82354"/>
                  </a:lnTo>
                  <a:lnTo>
                    <a:pt x="48814" y="82354"/>
                  </a:lnTo>
                  <a:cubicBezTo>
                    <a:pt x="50731" y="82354"/>
                    <a:pt x="52648" y="81715"/>
                    <a:pt x="53926" y="79800"/>
                  </a:cubicBezTo>
                  <a:cubicBezTo>
                    <a:pt x="55204" y="78523"/>
                    <a:pt x="55843" y="76608"/>
                    <a:pt x="55204" y="74693"/>
                  </a:cubicBezTo>
                  <a:lnTo>
                    <a:pt x="40508" y="5107"/>
                  </a:lnTo>
                  <a:cubicBezTo>
                    <a:pt x="40508" y="1916"/>
                    <a:pt x="37313" y="0"/>
                    <a:pt x="34756" y="0"/>
                  </a:cubicBezTo>
                  <a:close/>
                  <a:moveTo>
                    <a:pt x="14309" y="69586"/>
                  </a:moveTo>
                  <a:lnTo>
                    <a:pt x="25810" y="12768"/>
                  </a:lnTo>
                  <a:lnTo>
                    <a:pt x="29005" y="12768"/>
                  </a:lnTo>
                  <a:lnTo>
                    <a:pt x="41146" y="69586"/>
                  </a:lnTo>
                  <a:lnTo>
                    <a:pt x="14309" y="69586"/>
                  </a:lnTo>
                  <a:close/>
                </a:path>
              </a:pathLst>
            </a:custGeom>
            <a:solidFill>
              <a:srgbClr val="007CB0"/>
            </a:solidFill>
            <a:ln w="6390" cap="flat">
              <a:noFill/>
              <a:prstDash val="solid"/>
              <a:miter/>
            </a:ln>
          </p:spPr>
          <p:txBody>
            <a:bodyPr rtlCol="0" anchor="ctr"/>
            <a:lstStyle/>
            <a:p>
              <a:endParaRPr lang="en-US"/>
            </a:p>
          </p:txBody>
        </p:sp>
        <p:sp>
          <p:nvSpPr>
            <p:cNvPr id="1057" name="Graphic 4">
              <a:extLst>
                <a:ext uri="{FF2B5EF4-FFF2-40B4-BE49-F238E27FC236}">
                  <a16:creationId xmlns:a16="http://schemas.microsoft.com/office/drawing/2014/main" id="{12ED3ECE-D2E8-674A-B042-42A480BDFFA4}"/>
                </a:ext>
              </a:extLst>
            </p:cNvPr>
            <p:cNvSpPr/>
            <p:nvPr/>
          </p:nvSpPr>
          <p:spPr>
            <a:xfrm>
              <a:off x="4892774" y="4377020"/>
              <a:ext cx="39617" cy="39580"/>
            </a:xfrm>
            <a:custGeom>
              <a:avLst/>
              <a:gdLst>
                <a:gd name="connsiteX0" fmla="*/ 19809 w 39617"/>
                <a:gd name="connsiteY0" fmla="*/ 39581 h 39580"/>
                <a:gd name="connsiteX1" fmla="*/ 39618 w 39617"/>
                <a:gd name="connsiteY1" fmla="*/ 19790 h 39580"/>
                <a:gd name="connsiteX2" fmla="*/ 19809 w 39617"/>
                <a:gd name="connsiteY2" fmla="*/ 0 h 39580"/>
                <a:gd name="connsiteX3" fmla="*/ 0 w 39617"/>
                <a:gd name="connsiteY3" fmla="*/ 19790 h 39580"/>
                <a:gd name="connsiteX4" fmla="*/ 19809 w 39617"/>
                <a:gd name="connsiteY4" fmla="*/ 39581 h 39580"/>
                <a:gd name="connsiteX5" fmla="*/ 19809 w 39617"/>
                <a:gd name="connsiteY5" fmla="*/ 12768 h 39580"/>
                <a:gd name="connsiteX6" fmla="*/ 26838 w 39617"/>
                <a:gd name="connsiteY6" fmla="*/ 19790 h 39580"/>
                <a:gd name="connsiteX7" fmla="*/ 19809 w 39617"/>
                <a:gd name="connsiteY7" fmla="*/ 26813 h 39580"/>
                <a:gd name="connsiteX8" fmla="*/ 12780 w 39617"/>
                <a:gd name="connsiteY8" fmla="*/ 19790 h 39580"/>
                <a:gd name="connsiteX9" fmla="*/ 19809 w 39617"/>
                <a:gd name="connsiteY9" fmla="*/ 12768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17" h="39580">
                  <a:moveTo>
                    <a:pt x="19809" y="39581"/>
                  </a:moveTo>
                  <a:cubicBezTo>
                    <a:pt x="30672" y="39581"/>
                    <a:pt x="39618" y="30643"/>
                    <a:pt x="39618" y="19790"/>
                  </a:cubicBezTo>
                  <a:cubicBezTo>
                    <a:pt x="39618" y="8938"/>
                    <a:pt x="30672" y="0"/>
                    <a:pt x="19809" y="0"/>
                  </a:cubicBezTo>
                  <a:cubicBezTo>
                    <a:pt x="8946" y="0"/>
                    <a:pt x="0" y="8938"/>
                    <a:pt x="0" y="19790"/>
                  </a:cubicBezTo>
                  <a:cubicBezTo>
                    <a:pt x="0" y="30643"/>
                    <a:pt x="8946" y="39581"/>
                    <a:pt x="19809" y="39581"/>
                  </a:cubicBezTo>
                  <a:close/>
                  <a:moveTo>
                    <a:pt x="19809" y="12768"/>
                  </a:moveTo>
                  <a:cubicBezTo>
                    <a:pt x="23643" y="12768"/>
                    <a:pt x="26838" y="15960"/>
                    <a:pt x="26838" y="19790"/>
                  </a:cubicBezTo>
                  <a:cubicBezTo>
                    <a:pt x="26838" y="23621"/>
                    <a:pt x="23643" y="26813"/>
                    <a:pt x="19809" y="26813"/>
                  </a:cubicBezTo>
                  <a:cubicBezTo>
                    <a:pt x="15975" y="26813"/>
                    <a:pt x="12780" y="23621"/>
                    <a:pt x="12780" y="19790"/>
                  </a:cubicBezTo>
                  <a:cubicBezTo>
                    <a:pt x="12780" y="15960"/>
                    <a:pt x="15975" y="12768"/>
                    <a:pt x="19809" y="12768"/>
                  </a:cubicBezTo>
                  <a:close/>
                </a:path>
              </a:pathLst>
            </a:custGeom>
            <a:solidFill>
              <a:srgbClr val="007CB0"/>
            </a:solidFill>
            <a:ln w="6390" cap="flat">
              <a:noFill/>
              <a:prstDash val="solid"/>
              <a:miter/>
            </a:ln>
          </p:spPr>
          <p:txBody>
            <a:bodyPr rtlCol="0" anchor="ctr"/>
            <a:lstStyle/>
            <a:p>
              <a:endParaRPr lang="en-US"/>
            </a:p>
          </p:txBody>
        </p:sp>
        <p:sp>
          <p:nvSpPr>
            <p:cNvPr id="1058" name="Graphic 4">
              <a:extLst>
                <a:ext uri="{FF2B5EF4-FFF2-40B4-BE49-F238E27FC236}">
                  <a16:creationId xmlns:a16="http://schemas.microsoft.com/office/drawing/2014/main" id="{D38345A9-703A-034A-BB5C-AA59B73F6A69}"/>
                </a:ext>
              </a:extLst>
            </p:cNvPr>
            <p:cNvSpPr/>
            <p:nvPr/>
          </p:nvSpPr>
          <p:spPr>
            <a:xfrm>
              <a:off x="4885495" y="4426177"/>
              <a:ext cx="55454" cy="141724"/>
            </a:xfrm>
            <a:custGeom>
              <a:avLst/>
              <a:gdLst>
                <a:gd name="connsiteX0" fmla="*/ 34756 w 55454"/>
                <a:gd name="connsiteY0" fmla="*/ 0 h 141724"/>
                <a:gd name="connsiteX1" fmla="*/ 20698 w 55454"/>
                <a:gd name="connsiteY1" fmla="*/ 0 h 141724"/>
                <a:gd name="connsiteX2" fmla="*/ 14309 w 55454"/>
                <a:gd name="connsiteY2" fmla="*/ 5107 h 141724"/>
                <a:gd name="connsiteX3" fmla="*/ 251 w 55454"/>
                <a:gd name="connsiteY3" fmla="*/ 74693 h 141724"/>
                <a:gd name="connsiteX4" fmla="*/ 1529 w 55454"/>
                <a:gd name="connsiteY4" fmla="*/ 79800 h 141724"/>
                <a:gd name="connsiteX5" fmla="*/ 6641 w 55454"/>
                <a:gd name="connsiteY5" fmla="*/ 82353 h 141724"/>
                <a:gd name="connsiteX6" fmla="*/ 7280 w 55454"/>
                <a:gd name="connsiteY6" fmla="*/ 82353 h 141724"/>
                <a:gd name="connsiteX7" fmla="*/ 7280 w 55454"/>
                <a:gd name="connsiteY7" fmla="*/ 135341 h 141724"/>
                <a:gd name="connsiteX8" fmla="*/ 13670 w 55454"/>
                <a:gd name="connsiteY8" fmla="*/ 141724 h 141724"/>
                <a:gd name="connsiteX9" fmla="*/ 20060 w 55454"/>
                <a:gd name="connsiteY9" fmla="*/ 135341 h 141724"/>
                <a:gd name="connsiteX10" fmla="*/ 20060 w 55454"/>
                <a:gd name="connsiteY10" fmla="*/ 82353 h 141724"/>
                <a:gd name="connsiteX11" fmla="*/ 35395 w 55454"/>
                <a:gd name="connsiteY11" fmla="*/ 82353 h 141724"/>
                <a:gd name="connsiteX12" fmla="*/ 35395 w 55454"/>
                <a:gd name="connsiteY12" fmla="*/ 135341 h 141724"/>
                <a:gd name="connsiteX13" fmla="*/ 41785 w 55454"/>
                <a:gd name="connsiteY13" fmla="*/ 141724 h 141724"/>
                <a:gd name="connsiteX14" fmla="*/ 48175 w 55454"/>
                <a:gd name="connsiteY14" fmla="*/ 135341 h 141724"/>
                <a:gd name="connsiteX15" fmla="*/ 48175 w 55454"/>
                <a:gd name="connsiteY15" fmla="*/ 82353 h 141724"/>
                <a:gd name="connsiteX16" fmla="*/ 48814 w 55454"/>
                <a:gd name="connsiteY16" fmla="*/ 82353 h 141724"/>
                <a:gd name="connsiteX17" fmla="*/ 53926 w 55454"/>
                <a:gd name="connsiteY17" fmla="*/ 79800 h 141724"/>
                <a:gd name="connsiteX18" fmla="*/ 55204 w 55454"/>
                <a:gd name="connsiteY18" fmla="*/ 74693 h 141724"/>
                <a:gd name="connsiteX19" fmla="*/ 40508 w 55454"/>
                <a:gd name="connsiteY19" fmla="*/ 5107 h 141724"/>
                <a:gd name="connsiteX20" fmla="*/ 34756 w 55454"/>
                <a:gd name="connsiteY20" fmla="*/ 0 h 141724"/>
                <a:gd name="connsiteX21" fmla="*/ 14948 w 55454"/>
                <a:gd name="connsiteY21" fmla="*/ 69585 h 141724"/>
                <a:gd name="connsiteX22" fmla="*/ 26450 w 55454"/>
                <a:gd name="connsiteY22" fmla="*/ 12768 h 141724"/>
                <a:gd name="connsiteX23" fmla="*/ 29645 w 55454"/>
                <a:gd name="connsiteY23" fmla="*/ 12768 h 141724"/>
                <a:gd name="connsiteX24" fmla="*/ 41785 w 55454"/>
                <a:gd name="connsiteY24" fmla="*/ 69585 h 141724"/>
                <a:gd name="connsiteX25" fmla="*/ 14948 w 55454"/>
                <a:gd name="connsiteY25" fmla="*/ 69585 h 141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5454" h="141724">
                  <a:moveTo>
                    <a:pt x="34756" y="0"/>
                  </a:moveTo>
                  <a:lnTo>
                    <a:pt x="20698" y="0"/>
                  </a:lnTo>
                  <a:cubicBezTo>
                    <a:pt x="17504" y="0"/>
                    <a:pt x="14948" y="1915"/>
                    <a:pt x="14309" y="5107"/>
                  </a:cubicBezTo>
                  <a:lnTo>
                    <a:pt x="251" y="74693"/>
                  </a:lnTo>
                  <a:cubicBezTo>
                    <a:pt x="-388" y="76608"/>
                    <a:pt x="251" y="78523"/>
                    <a:pt x="1529" y="79800"/>
                  </a:cubicBezTo>
                  <a:cubicBezTo>
                    <a:pt x="2807" y="81077"/>
                    <a:pt x="4724" y="82353"/>
                    <a:pt x="6641" y="82353"/>
                  </a:cubicBezTo>
                  <a:lnTo>
                    <a:pt x="7280" y="82353"/>
                  </a:lnTo>
                  <a:lnTo>
                    <a:pt x="7280" y="135341"/>
                  </a:lnTo>
                  <a:cubicBezTo>
                    <a:pt x="7280" y="139171"/>
                    <a:pt x="9836" y="141724"/>
                    <a:pt x="13670" y="141724"/>
                  </a:cubicBezTo>
                  <a:cubicBezTo>
                    <a:pt x="17504" y="141724"/>
                    <a:pt x="20060" y="139171"/>
                    <a:pt x="20060" y="135341"/>
                  </a:cubicBezTo>
                  <a:lnTo>
                    <a:pt x="20060" y="82353"/>
                  </a:lnTo>
                  <a:lnTo>
                    <a:pt x="35395" y="82353"/>
                  </a:lnTo>
                  <a:lnTo>
                    <a:pt x="35395" y="135341"/>
                  </a:lnTo>
                  <a:cubicBezTo>
                    <a:pt x="35395" y="139171"/>
                    <a:pt x="37951" y="141724"/>
                    <a:pt x="41785" y="141724"/>
                  </a:cubicBezTo>
                  <a:cubicBezTo>
                    <a:pt x="45619" y="141724"/>
                    <a:pt x="48175" y="139171"/>
                    <a:pt x="48175" y="135341"/>
                  </a:cubicBezTo>
                  <a:lnTo>
                    <a:pt x="48175" y="82353"/>
                  </a:lnTo>
                  <a:lnTo>
                    <a:pt x="48814" y="82353"/>
                  </a:lnTo>
                  <a:cubicBezTo>
                    <a:pt x="50731" y="82353"/>
                    <a:pt x="52648" y="81715"/>
                    <a:pt x="53926" y="79800"/>
                  </a:cubicBezTo>
                  <a:cubicBezTo>
                    <a:pt x="55204" y="78523"/>
                    <a:pt x="55843" y="76608"/>
                    <a:pt x="55204" y="74693"/>
                  </a:cubicBezTo>
                  <a:lnTo>
                    <a:pt x="40508" y="5107"/>
                  </a:lnTo>
                  <a:cubicBezTo>
                    <a:pt x="40508" y="1915"/>
                    <a:pt x="37951" y="0"/>
                    <a:pt x="34756" y="0"/>
                  </a:cubicBezTo>
                  <a:close/>
                  <a:moveTo>
                    <a:pt x="14948" y="69585"/>
                  </a:moveTo>
                  <a:lnTo>
                    <a:pt x="26450" y="12768"/>
                  </a:lnTo>
                  <a:lnTo>
                    <a:pt x="29645" y="12768"/>
                  </a:lnTo>
                  <a:lnTo>
                    <a:pt x="41785" y="69585"/>
                  </a:lnTo>
                  <a:lnTo>
                    <a:pt x="14948" y="69585"/>
                  </a:lnTo>
                  <a:close/>
                </a:path>
              </a:pathLst>
            </a:custGeom>
            <a:solidFill>
              <a:srgbClr val="007CB0"/>
            </a:solidFill>
            <a:ln w="6390" cap="flat">
              <a:noFill/>
              <a:prstDash val="solid"/>
              <a:miter/>
            </a:ln>
          </p:spPr>
          <p:txBody>
            <a:bodyPr rtlCol="0" anchor="ctr"/>
            <a:lstStyle/>
            <a:p>
              <a:endParaRPr lang="en-US"/>
            </a:p>
          </p:txBody>
        </p:sp>
        <p:sp>
          <p:nvSpPr>
            <p:cNvPr id="1059" name="Graphic 4">
              <a:extLst>
                <a:ext uri="{FF2B5EF4-FFF2-40B4-BE49-F238E27FC236}">
                  <a16:creationId xmlns:a16="http://schemas.microsoft.com/office/drawing/2014/main" id="{4BBBC38B-5C04-FD48-9041-B41EAAC3F9C6}"/>
                </a:ext>
              </a:extLst>
            </p:cNvPr>
            <p:cNvSpPr/>
            <p:nvPr/>
          </p:nvSpPr>
          <p:spPr>
            <a:xfrm>
              <a:off x="4749640" y="4377020"/>
              <a:ext cx="39617" cy="39580"/>
            </a:xfrm>
            <a:custGeom>
              <a:avLst/>
              <a:gdLst>
                <a:gd name="connsiteX0" fmla="*/ 19809 w 39617"/>
                <a:gd name="connsiteY0" fmla="*/ 39581 h 39580"/>
                <a:gd name="connsiteX1" fmla="*/ 39618 w 39617"/>
                <a:gd name="connsiteY1" fmla="*/ 19790 h 39580"/>
                <a:gd name="connsiteX2" fmla="*/ 19809 w 39617"/>
                <a:gd name="connsiteY2" fmla="*/ 0 h 39580"/>
                <a:gd name="connsiteX3" fmla="*/ 0 w 39617"/>
                <a:gd name="connsiteY3" fmla="*/ 19790 h 39580"/>
                <a:gd name="connsiteX4" fmla="*/ 19809 w 39617"/>
                <a:gd name="connsiteY4" fmla="*/ 39581 h 39580"/>
                <a:gd name="connsiteX5" fmla="*/ 19809 w 39617"/>
                <a:gd name="connsiteY5" fmla="*/ 12768 h 39580"/>
                <a:gd name="connsiteX6" fmla="*/ 26838 w 39617"/>
                <a:gd name="connsiteY6" fmla="*/ 19790 h 39580"/>
                <a:gd name="connsiteX7" fmla="*/ 19809 w 39617"/>
                <a:gd name="connsiteY7" fmla="*/ 26813 h 39580"/>
                <a:gd name="connsiteX8" fmla="*/ 12780 w 39617"/>
                <a:gd name="connsiteY8" fmla="*/ 19790 h 39580"/>
                <a:gd name="connsiteX9" fmla="*/ 19809 w 39617"/>
                <a:gd name="connsiteY9" fmla="*/ 12768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17" h="39580">
                  <a:moveTo>
                    <a:pt x="19809" y="39581"/>
                  </a:moveTo>
                  <a:cubicBezTo>
                    <a:pt x="30672" y="39581"/>
                    <a:pt x="39618" y="30643"/>
                    <a:pt x="39618" y="19790"/>
                  </a:cubicBezTo>
                  <a:cubicBezTo>
                    <a:pt x="39618" y="8938"/>
                    <a:pt x="30672" y="0"/>
                    <a:pt x="19809" y="0"/>
                  </a:cubicBezTo>
                  <a:cubicBezTo>
                    <a:pt x="8946" y="0"/>
                    <a:pt x="0" y="8938"/>
                    <a:pt x="0" y="19790"/>
                  </a:cubicBezTo>
                  <a:cubicBezTo>
                    <a:pt x="0" y="30643"/>
                    <a:pt x="8946" y="39581"/>
                    <a:pt x="19809" y="39581"/>
                  </a:cubicBezTo>
                  <a:close/>
                  <a:moveTo>
                    <a:pt x="19809" y="12768"/>
                  </a:moveTo>
                  <a:cubicBezTo>
                    <a:pt x="23643" y="12768"/>
                    <a:pt x="26838" y="15960"/>
                    <a:pt x="26838" y="19790"/>
                  </a:cubicBezTo>
                  <a:cubicBezTo>
                    <a:pt x="26838" y="23621"/>
                    <a:pt x="23643" y="26813"/>
                    <a:pt x="19809" y="26813"/>
                  </a:cubicBezTo>
                  <a:cubicBezTo>
                    <a:pt x="15975" y="26813"/>
                    <a:pt x="12780" y="23621"/>
                    <a:pt x="12780" y="19790"/>
                  </a:cubicBezTo>
                  <a:cubicBezTo>
                    <a:pt x="12780" y="15960"/>
                    <a:pt x="15975" y="12768"/>
                    <a:pt x="19809" y="12768"/>
                  </a:cubicBezTo>
                  <a:close/>
                </a:path>
              </a:pathLst>
            </a:custGeom>
            <a:solidFill>
              <a:srgbClr val="007CB0"/>
            </a:solidFill>
            <a:ln w="6390" cap="flat">
              <a:noFill/>
              <a:prstDash val="solid"/>
              <a:miter/>
            </a:ln>
          </p:spPr>
          <p:txBody>
            <a:bodyPr rtlCol="0" anchor="ctr"/>
            <a:lstStyle/>
            <a:p>
              <a:endParaRPr lang="en-US"/>
            </a:p>
          </p:txBody>
        </p:sp>
        <p:sp>
          <p:nvSpPr>
            <p:cNvPr id="1060" name="Graphic 4">
              <a:extLst>
                <a:ext uri="{FF2B5EF4-FFF2-40B4-BE49-F238E27FC236}">
                  <a16:creationId xmlns:a16="http://schemas.microsoft.com/office/drawing/2014/main" id="{910BDE52-A71A-A44C-A691-85CDDC46696E}"/>
                </a:ext>
              </a:extLst>
            </p:cNvPr>
            <p:cNvSpPr/>
            <p:nvPr/>
          </p:nvSpPr>
          <p:spPr>
            <a:xfrm>
              <a:off x="4742360" y="4426177"/>
              <a:ext cx="55454" cy="141724"/>
            </a:xfrm>
            <a:custGeom>
              <a:avLst/>
              <a:gdLst>
                <a:gd name="connsiteX0" fmla="*/ 34756 w 55454"/>
                <a:gd name="connsiteY0" fmla="*/ 0 h 141724"/>
                <a:gd name="connsiteX1" fmla="*/ 20699 w 55454"/>
                <a:gd name="connsiteY1" fmla="*/ 0 h 141724"/>
                <a:gd name="connsiteX2" fmla="*/ 14309 w 55454"/>
                <a:gd name="connsiteY2" fmla="*/ 5107 h 141724"/>
                <a:gd name="connsiteX3" fmla="*/ 251 w 55454"/>
                <a:gd name="connsiteY3" fmla="*/ 74693 h 141724"/>
                <a:gd name="connsiteX4" fmla="*/ 1529 w 55454"/>
                <a:gd name="connsiteY4" fmla="*/ 79800 h 141724"/>
                <a:gd name="connsiteX5" fmla="*/ 6641 w 55454"/>
                <a:gd name="connsiteY5" fmla="*/ 82353 h 141724"/>
                <a:gd name="connsiteX6" fmla="*/ 7280 w 55454"/>
                <a:gd name="connsiteY6" fmla="*/ 82353 h 141724"/>
                <a:gd name="connsiteX7" fmla="*/ 7280 w 55454"/>
                <a:gd name="connsiteY7" fmla="*/ 135341 h 141724"/>
                <a:gd name="connsiteX8" fmla="*/ 13669 w 55454"/>
                <a:gd name="connsiteY8" fmla="*/ 141724 h 141724"/>
                <a:gd name="connsiteX9" fmla="*/ 20059 w 55454"/>
                <a:gd name="connsiteY9" fmla="*/ 135341 h 141724"/>
                <a:gd name="connsiteX10" fmla="*/ 20059 w 55454"/>
                <a:gd name="connsiteY10" fmla="*/ 82353 h 141724"/>
                <a:gd name="connsiteX11" fmla="*/ 35395 w 55454"/>
                <a:gd name="connsiteY11" fmla="*/ 82353 h 141724"/>
                <a:gd name="connsiteX12" fmla="*/ 35395 w 55454"/>
                <a:gd name="connsiteY12" fmla="*/ 135341 h 141724"/>
                <a:gd name="connsiteX13" fmla="*/ 41785 w 55454"/>
                <a:gd name="connsiteY13" fmla="*/ 141724 h 141724"/>
                <a:gd name="connsiteX14" fmla="*/ 48175 w 55454"/>
                <a:gd name="connsiteY14" fmla="*/ 135341 h 141724"/>
                <a:gd name="connsiteX15" fmla="*/ 48175 w 55454"/>
                <a:gd name="connsiteY15" fmla="*/ 82353 h 141724"/>
                <a:gd name="connsiteX16" fmla="*/ 48814 w 55454"/>
                <a:gd name="connsiteY16" fmla="*/ 82353 h 141724"/>
                <a:gd name="connsiteX17" fmla="*/ 53926 w 55454"/>
                <a:gd name="connsiteY17" fmla="*/ 79800 h 141724"/>
                <a:gd name="connsiteX18" fmla="*/ 55204 w 55454"/>
                <a:gd name="connsiteY18" fmla="*/ 74693 h 141724"/>
                <a:gd name="connsiteX19" fmla="*/ 40507 w 55454"/>
                <a:gd name="connsiteY19" fmla="*/ 5107 h 141724"/>
                <a:gd name="connsiteX20" fmla="*/ 34756 w 55454"/>
                <a:gd name="connsiteY20" fmla="*/ 0 h 141724"/>
                <a:gd name="connsiteX21" fmla="*/ 14948 w 55454"/>
                <a:gd name="connsiteY21" fmla="*/ 69585 h 141724"/>
                <a:gd name="connsiteX22" fmla="*/ 26449 w 55454"/>
                <a:gd name="connsiteY22" fmla="*/ 12768 h 141724"/>
                <a:gd name="connsiteX23" fmla="*/ 29644 w 55454"/>
                <a:gd name="connsiteY23" fmla="*/ 12768 h 141724"/>
                <a:gd name="connsiteX24" fmla="*/ 41785 w 55454"/>
                <a:gd name="connsiteY24" fmla="*/ 69585 h 141724"/>
                <a:gd name="connsiteX25" fmla="*/ 14948 w 55454"/>
                <a:gd name="connsiteY25" fmla="*/ 69585 h 141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5454" h="141724">
                  <a:moveTo>
                    <a:pt x="34756" y="0"/>
                  </a:moveTo>
                  <a:lnTo>
                    <a:pt x="20699" y="0"/>
                  </a:lnTo>
                  <a:cubicBezTo>
                    <a:pt x="17504" y="0"/>
                    <a:pt x="14948" y="1915"/>
                    <a:pt x="14309" y="5107"/>
                  </a:cubicBezTo>
                  <a:lnTo>
                    <a:pt x="251" y="74693"/>
                  </a:lnTo>
                  <a:cubicBezTo>
                    <a:pt x="-388" y="76608"/>
                    <a:pt x="251" y="78523"/>
                    <a:pt x="1529" y="79800"/>
                  </a:cubicBezTo>
                  <a:cubicBezTo>
                    <a:pt x="2807" y="81077"/>
                    <a:pt x="4724" y="82353"/>
                    <a:pt x="6641" y="82353"/>
                  </a:cubicBezTo>
                  <a:lnTo>
                    <a:pt x="7280" y="82353"/>
                  </a:lnTo>
                  <a:lnTo>
                    <a:pt x="7280" y="135341"/>
                  </a:lnTo>
                  <a:cubicBezTo>
                    <a:pt x="7280" y="139171"/>
                    <a:pt x="9836" y="141724"/>
                    <a:pt x="13669" y="141724"/>
                  </a:cubicBezTo>
                  <a:cubicBezTo>
                    <a:pt x="17504" y="141724"/>
                    <a:pt x="20059" y="139171"/>
                    <a:pt x="20059" y="135341"/>
                  </a:cubicBezTo>
                  <a:lnTo>
                    <a:pt x="20059" y="82353"/>
                  </a:lnTo>
                  <a:lnTo>
                    <a:pt x="35395" y="82353"/>
                  </a:lnTo>
                  <a:lnTo>
                    <a:pt x="35395" y="135341"/>
                  </a:lnTo>
                  <a:cubicBezTo>
                    <a:pt x="35395" y="139171"/>
                    <a:pt x="37951" y="141724"/>
                    <a:pt x="41785" y="141724"/>
                  </a:cubicBezTo>
                  <a:cubicBezTo>
                    <a:pt x="45619" y="141724"/>
                    <a:pt x="48175" y="139171"/>
                    <a:pt x="48175" y="135341"/>
                  </a:cubicBezTo>
                  <a:lnTo>
                    <a:pt x="48175" y="82353"/>
                  </a:lnTo>
                  <a:lnTo>
                    <a:pt x="48814" y="82353"/>
                  </a:lnTo>
                  <a:cubicBezTo>
                    <a:pt x="50731" y="82353"/>
                    <a:pt x="52648" y="81715"/>
                    <a:pt x="53926" y="79800"/>
                  </a:cubicBezTo>
                  <a:cubicBezTo>
                    <a:pt x="55204" y="78523"/>
                    <a:pt x="55843" y="76608"/>
                    <a:pt x="55204" y="74693"/>
                  </a:cubicBezTo>
                  <a:lnTo>
                    <a:pt x="40507" y="5107"/>
                  </a:lnTo>
                  <a:cubicBezTo>
                    <a:pt x="40507" y="1915"/>
                    <a:pt x="37951" y="0"/>
                    <a:pt x="34756" y="0"/>
                  </a:cubicBezTo>
                  <a:close/>
                  <a:moveTo>
                    <a:pt x="14948" y="69585"/>
                  </a:moveTo>
                  <a:lnTo>
                    <a:pt x="26449" y="12768"/>
                  </a:lnTo>
                  <a:lnTo>
                    <a:pt x="29644" y="12768"/>
                  </a:lnTo>
                  <a:lnTo>
                    <a:pt x="41785" y="69585"/>
                  </a:lnTo>
                  <a:lnTo>
                    <a:pt x="14948" y="69585"/>
                  </a:lnTo>
                  <a:close/>
                </a:path>
              </a:pathLst>
            </a:custGeom>
            <a:solidFill>
              <a:srgbClr val="007CB0"/>
            </a:solidFill>
            <a:ln w="6390" cap="flat">
              <a:noFill/>
              <a:prstDash val="solid"/>
              <a:miter/>
            </a:ln>
          </p:spPr>
          <p:txBody>
            <a:bodyPr rtlCol="0" anchor="ctr"/>
            <a:lstStyle/>
            <a:p>
              <a:endParaRPr lang="en-US"/>
            </a:p>
          </p:txBody>
        </p:sp>
      </p:grpSp>
      <p:grpSp>
        <p:nvGrpSpPr>
          <p:cNvPr id="1061" name="Graphic 4">
            <a:extLst>
              <a:ext uri="{FF2B5EF4-FFF2-40B4-BE49-F238E27FC236}">
                <a16:creationId xmlns:a16="http://schemas.microsoft.com/office/drawing/2014/main" id="{2396C561-7E83-1449-96B8-9555EE1C060A}"/>
              </a:ext>
            </a:extLst>
          </p:cNvPr>
          <p:cNvGrpSpPr/>
          <p:nvPr/>
        </p:nvGrpSpPr>
        <p:grpSpPr>
          <a:xfrm>
            <a:off x="4046108" y="4308712"/>
            <a:ext cx="361670" cy="361333"/>
            <a:chOff x="4046108" y="4308712"/>
            <a:chExt cx="361670" cy="361333"/>
          </a:xfrm>
          <a:solidFill>
            <a:srgbClr val="007CB0"/>
          </a:solidFill>
        </p:grpSpPr>
        <p:sp>
          <p:nvSpPr>
            <p:cNvPr id="1062" name="Graphic 4">
              <a:extLst>
                <a:ext uri="{FF2B5EF4-FFF2-40B4-BE49-F238E27FC236}">
                  <a16:creationId xmlns:a16="http://schemas.microsoft.com/office/drawing/2014/main" id="{864B128C-A4D0-A14B-AEDA-728910588296}"/>
                </a:ext>
              </a:extLst>
            </p:cNvPr>
            <p:cNvSpPr/>
            <p:nvPr/>
          </p:nvSpPr>
          <p:spPr>
            <a:xfrm>
              <a:off x="4208412" y="4486825"/>
              <a:ext cx="38339" cy="51071"/>
            </a:xfrm>
            <a:custGeom>
              <a:avLst/>
              <a:gdLst>
                <a:gd name="connsiteX0" fmla="*/ 0 w 38339"/>
                <a:gd name="connsiteY0" fmla="*/ 0 h 51071"/>
                <a:gd name="connsiteX1" fmla="*/ 38339 w 38339"/>
                <a:gd name="connsiteY1" fmla="*/ 0 h 51071"/>
                <a:gd name="connsiteX2" fmla="*/ 38339 w 38339"/>
                <a:gd name="connsiteY2" fmla="*/ 51072 h 51071"/>
                <a:gd name="connsiteX3" fmla="*/ 0 w 38339"/>
                <a:gd name="connsiteY3" fmla="*/ 51072 h 51071"/>
              </a:gdLst>
              <a:ahLst/>
              <a:cxnLst>
                <a:cxn ang="0">
                  <a:pos x="connsiteX0" y="connsiteY0"/>
                </a:cxn>
                <a:cxn ang="0">
                  <a:pos x="connsiteX1" y="connsiteY1"/>
                </a:cxn>
                <a:cxn ang="0">
                  <a:pos x="connsiteX2" y="connsiteY2"/>
                </a:cxn>
                <a:cxn ang="0">
                  <a:pos x="connsiteX3" y="connsiteY3"/>
                </a:cxn>
              </a:cxnLst>
              <a:rect l="l" t="t" r="r" b="b"/>
              <a:pathLst>
                <a:path w="38339" h="51071">
                  <a:moveTo>
                    <a:pt x="0" y="0"/>
                  </a:moveTo>
                  <a:lnTo>
                    <a:pt x="38339" y="0"/>
                  </a:lnTo>
                  <a:lnTo>
                    <a:pt x="38339" y="51072"/>
                  </a:lnTo>
                  <a:lnTo>
                    <a:pt x="0" y="51072"/>
                  </a:lnTo>
                  <a:close/>
                </a:path>
              </a:pathLst>
            </a:custGeom>
            <a:solidFill>
              <a:srgbClr val="007CB0"/>
            </a:solidFill>
            <a:ln w="6390" cap="flat">
              <a:noFill/>
              <a:prstDash val="solid"/>
              <a:miter/>
            </a:ln>
          </p:spPr>
          <p:txBody>
            <a:bodyPr rtlCol="0" anchor="ctr"/>
            <a:lstStyle/>
            <a:p>
              <a:endParaRPr lang="en-US"/>
            </a:p>
          </p:txBody>
        </p:sp>
        <p:sp>
          <p:nvSpPr>
            <p:cNvPr id="1063" name="Graphic 4">
              <a:extLst>
                <a:ext uri="{FF2B5EF4-FFF2-40B4-BE49-F238E27FC236}">
                  <a16:creationId xmlns:a16="http://schemas.microsoft.com/office/drawing/2014/main" id="{1FAB2CD0-DAD0-B04A-97EE-AE738C46336E}"/>
                </a:ext>
              </a:extLst>
            </p:cNvPr>
            <p:cNvSpPr/>
            <p:nvPr/>
          </p:nvSpPr>
          <p:spPr>
            <a:xfrm>
              <a:off x="4220553" y="4436391"/>
              <a:ext cx="14057" cy="14044"/>
            </a:xfrm>
            <a:custGeom>
              <a:avLst/>
              <a:gdLst>
                <a:gd name="connsiteX0" fmla="*/ 7029 w 14057"/>
                <a:gd name="connsiteY0" fmla="*/ 14045 h 14044"/>
                <a:gd name="connsiteX1" fmla="*/ 14058 w 14057"/>
                <a:gd name="connsiteY1" fmla="*/ 7023 h 14044"/>
                <a:gd name="connsiteX2" fmla="*/ 7029 w 14057"/>
                <a:gd name="connsiteY2" fmla="*/ 0 h 14044"/>
                <a:gd name="connsiteX3" fmla="*/ 0 w 14057"/>
                <a:gd name="connsiteY3" fmla="*/ 7023 h 14044"/>
                <a:gd name="connsiteX4" fmla="*/ 7029 w 14057"/>
                <a:gd name="connsiteY4" fmla="*/ 14045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14045"/>
                  </a:moveTo>
                  <a:cubicBezTo>
                    <a:pt x="10863" y="14045"/>
                    <a:pt x="14058" y="10853"/>
                    <a:pt x="14058" y="7023"/>
                  </a:cubicBezTo>
                  <a:cubicBezTo>
                    <a:pt x="14058" y="3192"/>
                    <a:pt x="10863" y="0"/>
                    <a:pt x="7029" y="0"/>
                  </a:cubicBezTo>
                  <a:cubicBezTo>
                    <a:pt x="3195" y="0"/>
                    <a:pt x="0" y="3192"/>
                    <a:pt x="0" y="7023"/>
                  </a:cubicBezTo>
                  <a:cubicBezTo>
                    <a:pt x="0" y="10853"/>
                    <a:pt x="3195" y="14045"/>
                    <a:pt x="7029" y="14045"/>
                  </a:cubicBezTo>
                  <a:close/>
                </a:path>
              </a:pathLst>
            </a:custGeom>
            <a:solidFill>
              <a:srgbClr val="007CB0"/>
            </a:solidFill>
            <a:ln w="6390" cap="flat">
              <a:noFill/>
              <a:prstDash val="solid"/>
              <a:miter/>
            </a:ln>
          </p:spPr>
          <p:txBody>
            <a:bodyPr rtlCol="0" anchor="ctr"/>
            <a:lstStyle/>
            <a:p>
              <a:endParaRPr lang="en-US"/>
            </a:p>
          </p:txBody>
        </p:sp>
        <p:sp>
          <p:nvSpPr>
            <p:cNvPr id="1064" name="Graphic 4">
              <a:extLst>
                <a:ext uri="{FF2B5EF4-FFF2-40B4-BE49-F238E27FC236}">
                  <a16:creationId xmlns:a16="http://schemas.microsoft.com/office/drawing/2014/main" id="{2319BB6A-1D08-A042-9B4C-B99E905E8F35}"/>
                </a:ext>
              </a:extLst>
            </p:cNvPr>
            <p:cNvSpPr/>
            <p:nvPr/>
          </p:nvSpPr>
          <p:spPr>
            <a:xfrm>
              <a:off x="4136206" y="4439583"/>
              <a:ext cx="38339" cy="51071"/>
            </a:xfrm>
            <a:custGeom>
              <a:avLst/>
              <a:gdLst>
                <a:gd name="connsiteX0" fmla="*/ 0 w 38339"/>
                <a:gd name="connsiteY0" fmla="*/ 0 h 51071"/>
                <a:gd name="connsiteX1" fmla="*/ 38340 w 38339"/>
                <a:gd name="connsiteY1" fmla="*/ 0 h 51071"/>
                <a:gd name="connsiteX2" fmla="*/ 38340 w 38339"/>
                <a:gd name="connsiteY2" fmla="*/ 51072 h 51071"/>
                <a:gd name="connsiteX3" fmla="*/ 0 w 38339"/>
                <a:gd name="connsiteY3" fmla="*/ 51072 h 51071"/>
              </a:gdLst>
              <a:ahLst/>
              <a:cxnLst>
                <a:cxn ang="0">
                  <a:pos x="connsiteX0" y="connsiteY0"/>
                </a:cxn>
                <a:cxn ang="0">
                  <a:pos x="connsiteX1" y="connsiteY1"/>
                </a:cxn>
                <a:cxn ang="0">
                  <a:pos x="connsiteX2" y="connsiteY2"/>
                </a:cxn>
                <a:cxn ang="0">
                  <a:pos x="connsiteX3" y="connsiteY3"/>
                </a:cxn>
              </a:cxnLst>
              <a:rect l="l" t="t" r="r" b="b"/>
              <a:pathLst>
                <a:path w="38339" h="51071">
                  <a:moveTo>
                    <a:pt x="0" y="0"/>
                  </a:moveTo>
                  <a:lnTo>
                    <a:pt x="38340" y="0"/>
                  </a:lnTo>
                  <a:lnTo>
                    <a:pt x="38340" y="51072"/>
                  </a:lnTo>
                  <a:lnTo>
                    <a:pt x="0" y="51072"/>
                  </a:lnTo>
                  <a:close/>
                </a:path>
              </a:pathLst>
            </a:custGeom>
            <a:solidFill>
              <a:srgbClr val="007CB0"/>
            </a:solidFill>
            <a:ln w="6390" cap="flat">
              <a:noFill/>
              <a:prstDash val="solid"/>
              <a:miter/>
            </a:ln>
          </p:spPr>
          <p:txBody>
            <a:bodyPr rtlCol="0" anchor="ctr"/>
            <a:lstStyle/>
            <a:p>
              <a:endParaRPr lang="en-US"/>
            </a:p>
          </p:txBody>
        </p:sp>
        <p:sp>
          <p:nvSpPr>
            <p:cNvPr id="1065" name="Graphic 4">
              <a:extLst>
                <a:ext uri="{FF2B5EF4-FFF2-40B4-BE49-F238E27FC236}">
                  <a16:creationId xmlns:a16="http://schemas.microsoft.com/office/drawing/2014/main" id="{83F241DF-C565-B245-A152-59B2B996A25C}"/>
                </a:ext>
              </a:extLst>
            </p:cNvPr>
            <p:cNvSpPr/>
            <p:nvPr/>
          </p:nvSpPr>
          <p:spPr>
            <a:xfrm>
              <a:off x="4148347" y="4389788"/>
              <a:ext cx="14057" cy="14044"/>
            </a:xfrm>
            <a:custGeom>
              <a:avLst/>
              <a:gdLst>
                <a:gd name="connsiteX0" fmla="*/ 14058 w 14057"/>
                <a:gd name="connsiteY0" fmla="*/ 7022 h 14044"/>
                <a:gd name="connsiteX1" fmla="*/ 7029 w 14057"/>
                <a:gd name="connsiteY1" fmla="*/ 14044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0"/>
                    <a:pt x="10911" y="14044"/>
                    <a:pt x="7029" y="14044"/>
                  </a:cubicBezTo>
                  <a:cubicBezTo>
                    <a:pt x="3147" y="14044"/>
                    <a:pt x="0" y="10900"/>
                    <a:pt x="0" y="7022"/>
                  </a:cubicBezTo>
                  <a:cubicBezTo>
                    <a:pt x="0" y="3144"/>
                    <a:pt x="3147" y="0"/>
                    <a:pt x="7029" y="0"/>
                  </a:cubicBezTo>
                  <a:cubicBezTo>
                    <a:pt x="10911" y="0"/>
                    <a:pt x="14058" y="3144"/>
                    <a:pt x="14058" y="7022"/>
                  </a:cubicBezTo>
                  <a:close/>
                </a:path>
              </a:pathLst>
            </a:custGeom>
            <a:solidFill>
              <a:srgbClr val="007CB0"/>
            </a:solidFill>
            <a:ln w="6390" cap="flat">
              <a:noFill/>
              <a:prstDash val="solid"/>
              <a:miter/>
            </a:ln>
          </p:spPr>
          <p:txBody>
            <a:bodyPr rtlCol="0" anchor="ctr"/>
            <a:lstStyle/>
            <a:p>
              <a:endParaRPr lang="en-US"/>
            </a:p>
          </p:txBody>
        </p:sp>
        <p:sp>
          <p:nvSpPr>
            <p:cNvPr id="1066" name="Graphic 4">
              <a:extLst>
                <a:ext uri="{FF2B5EF4-FFF2-40B4-BE49-F238E27FC236}">
                  <a16:creationId xmlns:a16="http://schemas.microsoft.com/office/drawing/2014/main" id="{B2558324-53B9-AF4E-A078-BAA4308745F7}"/>
                </a:ext>
              </a:extLst>
            </p:cNvPr>
            <p:cNvSpPr/>
            <p:nvPr/>
          </p:nvSpPr>
          <p:spPr>
            <a:xfrm>
              <a:off x="4046108"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252403 w 361670"/>
                <a:gd name="connsiteY5" fmla="*/ 68309 h 361333"/>
                <a:gd name="connsiteX6" fmla="*/ 272211 w 361670"/>
                <a:gd name="connsiteY6" fmla="*/ 88099 h 361333"/>
                <a:gd name="connsiteX7" fmla="*/ 252403 w 361670"/>
                <a:gd name="connsiteY7" fmla="*/ 107889 h 361333"/>
                <a:gd name="connsiteX8" fmla="*/ 232593 w 361670"/>
                <a:gd name="connsiteY8" fmla="*/ 88099 h 361333"/>
                <a:gd name="connsiteX9" fmla="*/ 252403 w 361670"/>
                <a:gd name="connsiteY9" fmla="*/ 68309 h 361333"/>
                <a:gd name="connsiteX10" fmla="*/ 181474 w 361670"/>
                <a:gd name="connsiteY10" fmla="*/ 115550 h 361333"/>
                <a:gd name="connsiteX11" fmla="*/ 201283 w 361670"/>
                <a:gd name="connsiteY11" fmla="*/ 135341 h 361333"/>
                <a:gd name="connsiteX12" fmla="*/ 181474 w 361670"/>
                <a:gd name="connsiteY12" fmla="*/ 155131 h 361333"/>
                <a:gd name="connsiteX13" fmla="*/ 161665 w 361670"/>
                <a:gd name="connsiteY13" fmla="*/ 135341 h 361333"/>
                <a:gd name="connsiteX14" fmla="*/ 181474 w 361670"/>
                <a:gd name="connsiteY14" fmla="*/ 115550 h 361333"/>
                <a:gd name="connsiteX15" fmla="*/ 109268 w 361670"/>
                <a:gd name="connsiteY15" fmla="*/ 68309 h 361333"/>
                <a:gd name="connsiteX16" fmla="*/ 129077 w 361670"/>
                <a:gd name="connsiteY16" fmla="*/ 88099 h 361333"/>
                <a:gd name="connsiteX17" fmla="*/ 109268 w 361670"/>
                <a:gd name="connsiteY17" fmla="*/ 107889 h 361333"/>
                <a:gd name="connsiteX18" fmla="*/ 89459 w 361670"/>
                <a:gd name="connsiteY18" fmla="*/ 88099 h 361333"/>
                <a:gd name="connsiteX19" fmla="*/ 109268 w 361670"/>
                <a:gd name="connsiteY19" fmla="*/ 68309 h 361333"/>
                <a:gd name="connsiteX20" fmla="*/ 70928 w 361670"/>
                <a:gd name="connsiteY20" fmla="*/ 181944 h 361333"/>
                <a:gd name="connsiteX21" fmla="*/ 64538 w 361670"/>
                <a:gd name="connsiteY21" fmla="*/ 188327 h 361333"/>
                <a:gd name="connsiteX22" fmla="*/ 58148 w 361670"/>
                <a:gd name="connsiteY22" fmla="*/ 181944 h 361333"/>
                <a:gd name="connsiteX23" fmla="*/ 58148 w 361670"/>
                <a:gd name="connsiteY23" fmla="*/ 125765 h 361333"/>
                <a:gd name="connsiteX24" fmla="*/ 64538 w 361670"/>
                <a:gd name="connsiteY24" fmla="*/ 119381 h 361333"/>
                <a:gd name="connsiteX25" fmla="*/ 70928 w 361670"/>
                <a:gd name="connsiteY25" fmla="*/ 125765 h 361333"/>
                <a:gd name="connsiteX26" fmla="*/ 70928 w 361670"/>
                <a:gd name="connsiteY26" fmla="*/ 181944 h 361333"/>
                <a:gd name="connsiteX27" fmla="*/ 141217 w 361670"/>
                <a:gd name="connsiteY27" fmla="*/ 187689 h 361333"/>
                <a:gd name="connsiteX28" fmla="*/ 134828 w 361670"/>
                <a:gd name="connsiteY28" fmla="*/ 194073 h 361333"/>
                <a:gd name="connsiteX29" fmla="*/ 129716 w 361670"/>
                <a:gd name="connsiteY29" fmla="*/ 194073 h 361333"/>
                <a:gd name="connsiteX30" fmla="*/ 129716 w 361670"/>
                <a:gd name="connsiteY30" fmla="*/ 252167 h 361333"/>
                <a:gd name="connsiteX31" fmla="*/ 123326 w 361670"/>
                <a:gd name="connsiteY31" fmla="*/ 258551 h 361333"/>
                <a:gd name="connsiteX32" fmla="*/ 116936 w 361670"/>
                <a:gd name="connsiteY32" fmla="*/ 252167 h 361333"/>
                <a:gd name="connsiteX33" fmla="*/ 116936 w 361670"/>
                <a:gd name="connsiteY33" fmla="*/ 194073 h 361333"/>
                <a:gd name="connsiteX34" fmla="*/ 103517 w 361670"/>
                <a:gd name="connsiteY34" fmla="*/ 194073 h 361333"/>
                <a:gd name="connsiteX35" fmla="*/ 103517 w 361670"/>
                <a:gd name="connsiteY35" fmla="*/ 252167 h 361333"/>
                <a:gd name="connsiteX36" fmla="*/ 97127 w 361670"/>
                <a:gd name="connsiteY36" fmla="*/ 258551 h 361333"/>
                <a:gd name="connsiteX37" fmla="*/ 90737 w 361670"/>
                <a:gd name="connsiteY37" fmla="*/ 252167 h 361333"/>
                <a:gd name="connsiteX38" fmla="*/ 90737 w 361670"/>
                <a:gd name="connsiteY38" fmla="*/ 194073 h 361333"/>
                <a:gd name="connsiteX39" fmla="*/ 83708 w 361670"/>
                <a:gd name="connsiteY39" fmla="*/ 194073 h 361333"/>
                <a:gd name="connsiteX40" fmla="*/ 77318 w 361670"/>
                <a:gd name="connsiteY40" fmla="*/ 187689 h 361333"/>
                <a:gd name="connsiteX41" fmla="*/ 77318 w 361670"/>
                <a:gd name="connsiteY41" fmla="*/ 123849 h 361333"/>
                <a:gd name="connsiteX42" fmla="*/ 83708 w 361670"/>
                <a:gd name="connsiteY42" fmla="*/ 117465 h 361333"/>
                <a:gd name="connsiteX43" fmla="*/ 134828 w 361670"/>
                <a:gd name="connsiteY43" fmla="*/ 117465 h 361333"/>
                <a:gd name="connsiteX44" fmla="*/ 141217 w 361670"/>
                <a:gd name="connsiteY44" fmla="*/ 123849 h 361333"/>
                <a:gd name="connsiteX45" fmla="*/ 141217 w 361670"/>
                <a:gd name="connsiteY45" fmla="*/ 187689 h 361333"/>
                <a:gd name="connsiteX46" fmla="*/ 213424 w 361670"/>
                <a:gd name="connsiteY46" fmla="*/ 234930 h 361333"/>
                <a:gd name="connsiteX47" fmla="*/ 207034 w 361670"/>
                <a:gd name="connsiteY47" fmla="*/ 241314 h 361333"/>
                <a:gd name="connsiteX48" fmla="*/ 201922 w 361670"/>
                <a:gd name="connsiteY48" fmla="*/ 241314 h 361333"/>
                <a:gd name="connsiteX49" fmla="*/ 201922 w 361670"/>
                <a:gd name="connsiteY49" fmla="*/ 299409 h 361333"/>
                <a:gd name="connsiteX50" fmla="*/ 195532 w 361670"/>
                <a:gd name="connsiteY50" fmla="*/ 305793 h 361333"/>
                <a:gd name="connsiteX51" fmla="*/ 189142 w 361670"/>
                <a:gd name="connsiteY51" fmla="*/ 299409 h 361333"/>
                <a:gd name="connsiteX52" fmla="*/ 189142 w 361670"/>
                <a:gd name="connsiteY52" fmla="*/ 241314 h 361333"/>
                <a:gd name="connsiteX53" fmla="*/ 175723 w 361670"/>
                <a:gd name="connsiteY53" fmla="*/ 241314 h 361333"/>
                <a:gd name="connsiteX54" fmla="*/ 175723 w 361670"/>
                <a:gd name="connsiteY54" fmla="*/ 299409 h 361333"/>
                <a:gd name="connsiteX55" fmla="*/ 169333 w 361670"/>
                <a:gd name="connsiteY55" fmla="*/ 305793 h 361333"/>
                <a:gd name="connsiteX56" fmla="*/ 162943 w 361670"/>
                <a:gd name="connsiteY56" fmla="*/ 299409 h 361333"/>
                <a:gd name="connsiteX57" fmla="*/ 162943 w 361670"/>
                <a:gd name="connsiteY57" fmla="*/ 241314 h 361333"/>
                <a:gd name="connsiteX58" fmla="*/ 155914 w 361670"/>
                <a:gd name="connsiteY58" fmla="*/ 241314 h 361333"/>
                <a:gd name="connsiteX59" fmla="*/ 149524 w 361670"/>
                <a:gd name="connsiteY59" fmla="*/ 234930 h 361333"/>
                <a:gd name="connsiteX60" fmla="*/ 149524 w 361670"/>
                <a:gd name="connsiteY60" fmla="*/ 171091 h 361333"/>
                <a:gd name="connsiteX61" fmla="*/ 155914 w 361670"/>
                <a:gd name="connsiteY61" fmla="*/ 164707 h 361333"/>
                <a:gd name="connsiteX62" fmla="*/ 207034 w 361670"/>
                <a:gd name="connsiteY62" fmla="*/ 164707 h 361333"/>
                <a:gd name="connsiteX63" fmla="*/ 213424 w 361670"/>
                <a:gd name="connsiteY63" fmla="*/ 171091 h 361333"/>
                <a:gd name="connsiteX64" fmla="*/ 213424 w 361670"/>
                <a:gd name="connsiteY64" fmla="*/ 234930 h 361333"/>
                <a:gd name="connsiteX65" fmla="*/ 284352 w 361670"/>
                <a:gd name="connsiteY65" fmla="*/ 187689 h 361333"/>
                <a:gd name="connsiteX66" fmla="*/ 277962 w 361670"/>
                <a:gd name="connsiteY66" fmla="*/ 194073 h 361333"/>
                <a:gd name="connsiteX67" fmla="*/ 272850 w 361670"/>
                <a:gd name="connsiteY67" fmla="*/ 194073 h 361333"/>
                <a:gd name="connsiteX68" fmla="*/ 272850 w 361670"/>
                <a:gd name="connsiteY68" fmla="*/ 252167 h 361333"/>
                <a:gd name="connsiteX69" fmla="*/ 266460 w 361670"/>
                <a:gd name="connsiteY69" fmla="*/ 258551 h 361333"/>
                <a:gd name="connsiteX70" fmla="*/ 260071 w 361670"/>
                <a:gd name="connsiteY70" fmla="*/ 252167 h 361333"/>
                <a:gd name="connsiteX71" fmla="*/ 260071 w 361670"/>
                <a:gd name="connsiteY71" fmla="*/ 194073 h 361333"/>
                <a:gd name="connsiteX72" fmla="*/ 246651 w 361670"/>
                <a:gd name="connsiteY72" fmla="*/ 194073 h 361333"/>
                <a:gd name="connsiteX73" fmla="*/ 246651 w 361670"/>
                <a:gd name="connsiteY73" fmla="*/ 252167 h 361333"/>
                <a:gd name="connsiteX74" fmla="*/ 240261 w 361670"/>
                <a:gd name="connsiteY74" fmla="*/ 258551 h 361333"/>
                <a:gd name="connsiteX75" fmla="*/ 233872 w 361670"/>
                <a:gd name="connsiteY75" fmla="*/ 252167 h 361333"/>
                <a:gd name="connsiteX76" fmla="*/ 233872 w 361670"/>
                <a:gd name="connsiteY76" fmla="*/ 194073 h 361333"/>
                <a:gd name="connsiteX77" fmla="*/ 226843 w 361670"/>
                <a:gd name="connsiteY77" fmla="*/ 194073 h 361333"/>
                <a:gd name="connsiteX78" fmla="*/ 220453 w 361670"/>
                <a:gd name="connsiteY78" fmla="*/ 187689 h 361333"/>
                <a:gd name="connsiteX79" fmla="*/ 220453 w 361670"/>
                <a:gd name="connsiteY79" fmla="*/ 123849 h 361333"/>
                <a:gd name="connsiteX80" fmla="*/ 226843 w 361670"/>
                <a:gd name="connsiteY80" fmla="*/ 117465 h 361333"/>
                <a:gd name="connsiteX81" fmla="*/ 277962 w 361670"/>
                <a:gd name="connsiteY81" fmla="*/ 117465 h 361333"/>
                <a:gd name="connsiteX82" fmla="*/ 284352 w 361670"/>
                <a:gd name="connsiteY82" fmla="*/ 123849 h 361333"/>
                <a:gd name="connsiteX83" fmla="*/ 284352 w 361670"/>
                <a:gd name="connsiteY83" fmla="*/ 187689 h 361333"/>
                <a:gd name="connsiteX84" fmla="*/ 303522 w 361670"/>
                <a:gd name="connsiteY84" fmla="*/ 181944 h 361333"/>
                <a:gd name="connsiteX85" fmla="*/ 297132 w 361670"/>
                <a:gd name="connsiteY85" fmla="*/ 188327 h 361333"/>
                <a:gd name="connsiteX86" fmla="*/ 290742 w 361670"/>
                <a:gd name="connsiteY86" fmla="*/ 181944 h 361333"/>
                <a:gd name="connsiteX87" fmla="*/ 290742 w 361670"/>
                <a:gd name="connsiteY87" fmla="*/ 125765 h 361333"/>
                <a:gd name="connsiteX88" fmla="*/ 297132 w 361670"/>
                <a:gd name="connsiteY88" fmla="*/ 119381 h 361333"/>
                <a:gd name="connsiteX89" fmla="*/ 303522 w 361670"/>
                <a:gd name="connsiteY89" fmla="*/ 125765 h 361333"/>
                <a:gd name="connsiteX90" fmla="*/ 303522 w 361670"/>
                <a:gd name="connsiteY90" fmla="*/ 18194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361670" h="361333">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1670" y="81077"/>
                    <a:pt x="280518" y="0"/>
                    <a:pt x="180835" y="0"/>
                  </a:cubicBezTo>
                  <a:close/>
                  <a:moveTo>
                    <a:pt x="252403" y="68309"/>
                  </a:moveTo>
                  <a:cubicBezTo>
                    <a:pt x="263266" y="68309"/>
                    <a:pt x="272211" y="77246"/>
                    <a:pt x="272211" y="88099"/>
                  </a:cubicBezTo>
                  <a:cubicBezTo>
                    <a:pt x="272211" y="98952"/>
                    <a:pt x="263266" y="107889"/>
                    <a:pt x="252403" y="107889"/>
                  </a:cubicBezTo>
                  <a:cubicBezTo>
                    <a:pt x="241540" y="107889"/>
                    <a:pt x="232593" y="98952"/>
                    <a:pt x="232593" y="88099"/>
                  </a:cubicBezTo>
                  <a:cubicBezTo>
                    <a:pt x="232593" y="77246"/>
                    <a:pt x="241540" y="68309"/>
                    <a:pt x="252403" y="68309"/>
                  </a:cubicBezTo>
                  <a:close/>
                  <a:moveTo>
                    <a:pt x="181474" y="115550"/>
                  </a:moveTo>
                  <a:cubicBezTo>
                    <a:pt x="192337" y="115550"/>
                    <a:pt x="201283" y="124488"/>
                    <a:pt x="201283" y="135341"/>
                  </a:cubicBezTo>
                  <a:cubicBezTo>
                    <a:pt x="201283" y="146193"/>
                    <a:pt x="192337" y="155131"/>
                    <a:pt x="181474" y="155131"/>
                  </a:cubicBezTo>
                  <a:cubicBezTo>
                    <a:pt x="170611" y="155131"/>
                    <a:pt x="161665" y="146193"/>
                    <a:pt x="161665" y="135341"/>
                  </a:cubicBezTo>
                  <a:cubicBezTo>
                    <a:pt x="161665" y="124488"/>
                    <a:pt x="170611" y="115550"/>
                    <a:pt x="181474" y="115550"/>
                  </a:cubicBezTo>
                  <a:close/>
                  <a:moveTo>
                    <a:pt x="109268" y="68309"/>
                  </a:moveTo>
                  <a:cubicBezTo>
                    <a:pt x="120131" y="68309"/>
                    <a:pt x="129077" y="77246"/>
                    <a:pt x="129077" y="88099"/>
                  </a:cubicBezTo>
                  <a:cubicBezTo>
                    <a:pt x="129077" y="98952"/>
                    <a:pt x="120131" y="107889"/>
                    <a:pt x="109268" y="107889"/>
                  </a:cubicBezTo>
                  <a:cubicBezTo>
                    <a:pt x="98405" y="107889"/>
                    <a:pt x="89459" y="98952"/>
                    <a:pt x="89459" y="88099"/>
                  </a:cubicBezTo>
                  <a:cubicBezTo>
                    <a:pt x="89459" y="77246"/>
                    <a:pt x="98405" y="68309"/>
                    <a:pt x="109268" y="68309"/>
                  </a:cubicBezTo>
                  <a:close/>
                  <a:moveTo>
                    <a:pt x="70928" y="181944"/>
                  </a:moveTo>
                  <a:cubicBezTo>
                    <a:pt x="70928" y="185774"/>
                    <a:pt x="68372" y="188327"/>
                    <a:pt x="64538" y="188327"/>
                  </a:cubicBezTo>
                  <a:cubicBezTo>
                    <a:pt x="60704" y="188327"/>
                    <a:pt x="58148" y="185774"/>
                    <a:pt x="58148" y="181944"/>
                  </a:cubicBezTo>
                  <a:lnTo>
                    <a:pt x="58148" y="125765"/>
                  </a:lnTo>
                  <a:cubicBezTo>
                    <a:pt x="58148" y="121934"/>
                    <a:pt x="60704" y="119381"/>
                    <a:pt x="64538" y="119381"/>
                  </a:cubicBezTo>
                  <a:cubicBezTo>
                    <a:pt x="68372" y="119381"/>
                    <a:pt x="70928" y="121934"/>
                    <a:pt x="70928" y="125765"/>
                  </a:cubicBezTo>
                  <a:lnTo>
                    <a:pt x="70928" y="181944"/>
                  </a:lnTo>
                  <a:close/>
                  <a:moveTo>
                    <a:pt x="141217" y="187689"/>
                  </a:moveTo>
                  <a:cubicBezTo>
                    <a:pt x="141217" y="191519"/>
                    <a:pt x="138662" y="194073"/>
                    <a:pt x="134828" y="194073"/>
                  </a:cubicBezTo>
                  <a:lnTo>
                    <a:pt x="129716" y="194073"/>
                  </a:lnTo>
                  <a:lnTo>
                    <a:pt x="129716" y="252167"/>
                  </a:lnTo>
                  <a:cubicBezTo>
                    <a:pt x="129716" y="255998"/>
                    <a:pt x="127160" y="258551"/>
                    <a:pt x="123326" y="258551"/>
                  </a:cubicBezTo>
                  <a:cubicBezTo>
                    <a:pt x="119492" y="258551"/>
                    <a:pt x="116936" y="255998"/>
                    <a:pt x="116936" y="252167"/>
                  </a:cubicBezTo>
                  <a:lnTo>
                    <a:pt x="116936" y="194073"/>
                  </a:lnTo>
                  <a:lnTo>
                    <a:pt x="103517" y="194073"/>
                  </a:lnTo>
                  <a:lnTo>
                    <a:pt x="103517" y="252167"/>
                  </a:lnTo>
                  <a:cubicBezTo>
                    <a:pt x="103517" y="255998"/>
                    <a:pt x="100961" y="258551"/>
                    <a:pt x="97127" y="258551"/>
                  </a:cubicBezTo>
                  <a:cubicBezTo>
                    <a:pt x="93293" y="258551"/>
                    <a:pt x="90737" y="255998"/>
                    <a:pt x="90737" y="252167"/>
                  </a:cubicBezTo>
                  <a:lnTo>
                    <a:pt x="90737" y="194073"/>
                  </a:lnTo>
                  <a:lnTo>
                    <a:pt x="83708" y="194073"/>
                  </a:lnTo>
                  <a:cubicBezTo>
                    <a:pt x="79874" y="194073"/>
                    <a:pt x="77318" y="191519"/>
                    <a:pt x="77318" y="187689"/>
                  </a:cubicBezTo>
                  <a:lnTo>
                    <a:pt x="77318" y="123849"/>
                  </a:lnTo>
                  <a:cubicBezTo>
                    <a:pt x="77318" y="120019"/>
                    <a:pt x="79874" y="117465"/>
                    <a:pt x="83708" y="117465"/>
                  </a:cubicBezTo>
                  <a:lnTo>
                    <a:pt x="134828" y="117465"/>
                  </a:lnTo>
                  <a:cubicBezTo>
                    <a:pt x="138662" y="117465"/>
                    <a:pt x="141217" y="120019"/>
                    <a:pt x="141217" y="123849"/>
                  </a:cubicBezTo>
                  <a:lnTo>
                    <a:pt x="141217" y="187689"/>
                  </a:lnTo>
                  <a:close/>
                  <a:moveTo>
                    <a:pt x="213424" y="234930"/>
                  </a:moveTo>
                  <a:cubicBezTo>
                    <a:pt x="213424" y="238761"/>
                    <a:pt x="210868" y="241314"/>
                    <a:pt x="207034" y="241314"/>
                  </a:cubicBezTo>
                  <a:lnTo>
                    <a:pt x="201922" y="241314"/>
                  </a:lnTo>
                  <a:lnTo>
                    <a:pt x="201922" y="299409"/>
                  </a:lnTo>
                  <a:cubicBezTo>
                    <a:pt x="201922" y="303239"/>
                    <a:pt x="199366" y="305793"/>
                    <a:pt x="195532" y="305793"/>
                  </a:cubicBezTo>
                  <a:cubicBezTo>
                    <a:pt x="191698" y="305793"/>
                    <a:pt x="189142" y="303239"/>
                    <a:pt x="189142" y="299409"/>
                  </a:cubicBezTo>
                  <a:lnTo>
                    <a:pt x="189142" y="241314"/>
                  </a:lnTo>
                  <a:lnTo>
                    <a:pt x="175723" y="241314"/>
                  </a:lnTo>
                  <a:lnTo>
                    <a:pt x="175723" y="299409"/>
                  </a:lnTo>
                  <a:cubicBezTo>
                    <a:pt x="175723" y="303239"/>
                    <a:pt x="173167" y="305793"/>
                    <a:pt x="169333" y="305793"/>
                  </a:cubicBezTo>
                  <a:cubicBezTo>
                    <a:pt x="165499" y="305793"/>
                    <a:pt x="162943" y="303239"/>
                    <a:pt x="162943" y="299409"/>
                  </a:cubicBezTo>
                  <a:lnTo>
                    <a:pt x="162943" y="241314"/>
                  </a:lnTo>
                  <a:lnTo>
                    <a:pt x="155914" y="241314"/>
                  </a:lnTo>
                  <a:cubicBezTo>
                    <a:pt x="152080" y="241314"/>
                    <a:pt x="149524" y="238761"/>
                    <a:pt x="149524" y="234930"/>
                  </a:cubicBezTo>
                  <a:lnTo>
                    <a:pt x="149524" y="171091"/>
                  </a:lnTo>
                  <a:cubicBezTo>
                    <a:pt x="149524" y="167260"/>
                    <a:pt x="152080" y="164707"/>
                    <a:pt x="155914" y="164707"/>
                  </a:cubicBezTo>
                  <a:lnTo>
                    <a:pt x="207034" y="164707"/>
                  </a:lnTo>
                  <a:cubicBezTo>
                    <a:pt x="210868" y="164707"/>
                    <a:pt x="213424" y="167260"/>
                    <a:pt x="213424" y="171091"/>
                  </a:cubicBezTo>
                  <a:lnTo>
                    <a:pt x="213424" y="234930"/>
                  </a:lnTo>
                  <a:close/>
                  <a:moveTo>
                    <a:pt x="284352" y="187689"/>
                  </a:moveTo>
                  <a:cubicBezTo>
                    <a:pt x="284352" y="191519"/>
                    <a:pt x="281796" y="194073"/>
                    <a:pt x="277962" y="194073"/>
                  </a:cubicBezTo>
                  <a:lnTo>
                    <a:pt x="272850" y="194073"/>
                  </a:lnTo>
                  <a:lnTo>
                    <a:pt x="272850" y="252167"/>
                  </a:lnTo>
                  <a:cubicBezTo>
                    <a:pt x="272850" y="255998"/>
                    <a:pt x="270294" y="258551"/>
                    <a:pt x="266460" y="258551"/>
                  </a:cubicBezTo>
                  <a:cubicBezTo>
                    <a:pt x="262626" y="258551"/>
                    <a:pt x="260071" y="255998"/>
                    <a:pt x="260071" y="252167"/>
                  </a:cubicBezTo>
                  <a:lnTo>
                    <a:pt x="260071" y="194073"/>
                  </a:lnTo>
                  <a:lnTo>
                    <a:pt x="246651" y="194073"/>
                  </a:lnTo>
                  <a:lnTo>
                    <a:pt x="246651" y="252167"/>
                  </a:lnTo>
                  <a:cubicBezTo>
                    <a:pt x="246651" y="255998"/>
                    <a:pt x="244096" y="258551"/>
                    <a:pt x="240261" y="258551"/>
                  </a:cubicBezTo>
                  <a:cubicBezTo>
                    <a:pt x="236428" y="258551"/>
                    <a:pt x="233872" y="255998"/>
                    <a:pt x="233872" y="252167"/>
                  </a:cubicBezTo>
                  <a:lnTo>
                    <a:pt x="233872" y="194073"/>
                  </a:lnTo>
                  <a:lnTo>
                    <a:pt x="226843" y="194073"/>
                  </a:lnTo>
                  <a:cubicBezTo>
                    <a:pt x="223009" y="194073"/>
                    <a:pt x="220453" y="191519"/>
                    <a:pt x="220453" y="187689"/>
                  </a:cubicBezTo>
                  <a:lnTo>
                    <a:pt x="220453" y="123849"/>
                  </a:lnTo>
                  <a:cubicBezTo>
                    <a:pt x="220453" y="120019"/>
                    <a:pt x="223009" y="117465"/>
                    <a:pt x="226843" y="117465"/>
                  </a:cubicBezTo>
                  <a:lnTo>
                    <a:pt x="277962" y="117465"/>
                  </a:lnTo>
                  <a:cubicBezTo>
                    <a:pt x="281796" y="117465"/>
                    <a:pt x="284352" y="120019"/>
                    <a:pt x="284352" y="123849"/>
                  </a:cubicBezTo>
                  <a:lnTo>
                    <a:pt x="284352" y="187689"/>
                  </a:lnTo>
                  <a:close/>
                  <a:moveTo>
                    <a:pt x="303522" y="181944"/>
                  </a:moveTo>
                  <a:cubicBezTo>
                    <a:pt x="303522" y="185774"/>
                    <a:pt x="300966" y="188327"/>
                    <a:pt x="297132" y="188327"/>
                  </a:cubicBezTo>
                  <a:cubicBezTo>
                    <a:pt x="293298" y="188327"/>
                    <a:pt x="290742" y="185774"/>
                    <a:pt x="290742" y="181944"/>
                  </a:cubicBezTo>
                  <a:lnTo>
                    <a:pt x="290742" y="125765"/>
                  </a:lnTo>
                  <a:cubicBezTo>
                    <a:pt x="290742" y="121934"/>
                    <a:pt x="293298" y="119381"/>
                    <a:pt x="297132" y="119381"/>
                  </a:cubicBezTo>
                  <a:cubicBezTo>
                    <a:pt x="300966" y="119381"/>
                    <a:pt x="303522" y="121934"/>
                    <a:pt x="303522" y="125765"/>
                  </a:cubicBezTo>
                  <a:lnTo>
                    <a:pt x="303522" y="181944"/>
                  </a:lnTo>
                  <a:close/>
                </a:path>
              </a:pathLst>
            </a:custGeom>
            <a:solidFill>
              <a:srgbClr val="007CB0"/>
            </a:solidFill>
            <a:ln w="6390" cap="flat">
              <a:noFill/>
              <a:prstDash val="solid"/>
              <a:miter/>
            </a:ln>
          </p:spPr>
          <p:txBody>
            <a:bodyPr rtlCol="0" anchor="ctr"/>
            <a:lstStyle/>
            <a:p>
              <a:endParaRPr lang="en-US"/>
            </a:p>
          </p:txBody>
        </p:sp>
        <p:sp>
          <p:nvSpPr>
            <p:cNvPr id="1067" name="Graphic 4">
              <a:extLst>
                <a:ext uri="{FF2B5EF4-FFF2-40B4-BE49-F238E27FC236}">
                  <a16:creationId xmlns:a16="http://schemas.microsoft.com/office/drawing/2014/main" id="{B14FC9CE-BA94-B94A-8D90-08A27CA31C0D}"/>
                </a:ext>
              </a:extLst>
            </p:cNvPr>
            <p:cNvSpPr/>
            <p:nvPr/>
          </p:nvSpPr>
          <p:spPr>
            <a:xfrm>
              <a:off x="4291481" y="4389788"/>
              <a:ext cx="14057" cy="14044"/>
            </a:xfrm>
            <a:custGeom>
              <a:avLst/>
              <a:gdLst>
                <a:gd name="connsiteX0" fmla="*/ 7029 w 14057"/>
                <a:gd name="connsiteY0" fmla="*/ 14045 h 14044"/>
                <a:gd name="connsiteX1" fmla="*/ 14058 w 14057"/>
                <a:gd name="connsiteY1" fmla="*/ 7022 h 14044"/>
                <a:gd name="connsiteX2" fmla="*/ 7029 w 14057"/>
                <a:gd name="connsiteY2" fmla="*/ 0 h 14044"/>
                <a:gd name="connsiteX3" fmla="*/ 0 w 14057"/>
                <a:gd name="connsiteY3" fmla="*/ 7022 h 14044"/>
                <a:gd name="connsiteX4" fmla="*/ 7029 w 14057"/>
                <a:gd name="connsiteY4" fmla="*/ 14045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14045"/>
                  </a:moveTo>
                  <a:cubicBezTo>
                    <a:pt x="10863" y="14045"/>
                    <a:pt x="14058" y="10853"/>
                    <a:pt x="14058" y="7022"/>
                  </a:cubicBezTo>
                  <a:cubicBezTo>
                    <a:pt x="14058" y="3192"/>
                    <a:pt x="10863" y="0"/>
                    <a:pt x="7029" y="0"/>
                  </a:cubicBezTo>
                  <a:cubicBezTo>
                    <a:pt x="3195" y="0"/>
                    <a:pt x="0" y="3192"/>
                    <a:pt x="0" y="7022"/>
                  </a:cubicBezTo>
                  <a:cubicBezTo>
                    <a:pt x="0" y="10853"/>
                    <a:pt x="3195" y="14045"/>
                    <a:pt x="7029" y="14045"/>
                  </a:cubicBezTo>
                  <a:close/>
                </a:path>
              </a:pathLst>
            </a:custGeom>
            <a:solidFill>
              <a:srgbClr val="007CB0"/>
            </a:solidFill>
            <a:ln w="6390" cap="flat">
              <a:noFill/>
              <a:prstDash val="solid"/>
              <a:miter/>
            </a:ln>
          </p:spPr>
          <p:txBody>
            <a:bodyPr rtlCol="0" anchor="ctr"/>
            <a:lstStyle/>
            <a:p>
              <a:endParaRPr lang="en-US"/>
            </a:p>
          </p:txBody>
        </p:sp>
        <p:sp>
          <p:nvSpPr>
            <p:cNvPr id="1068" name="Graphic 4">
              <a:extLst>
                <a:ext uri="{FF2B5EF4-FFF2-40B4-BE49-F238E27FC236}">
                  <a16:creationId xmlns:a16="http://schemas.microsoft.com/office/drawing/2014/main" id="{D0B2F464-187D-664C-9912-6EDAC4B4FD52}"/>
                </a:ext>
              </a:extLst>
            </p:cNvPr>
            <p:cNvSpPr/>
            <p:nvPr/>
          </p:nvSpPr>
          <p:spPr>
            <a:xfrm>
              <a:off x="4279340" y="4439583"/>
              <a:ext cx="38339" cy="51071"/>
            </a:xfrm>
            <a:custGeom>
              <a:avLst/>
              <a:gdLst>
                <a:gd name="connsiteX0" fmla="*/ 0 w 38339"/>
                <a:gd name="connsiteY0" fmla="*/ 0 h 51071"/>
                <a:gd name="connsiteX1" fmla="*/ 38340 w 38339"/>
                <a:gd name="connsiteY1" fmla="*/ 0 h 51071"/>
                <a:gd name="connsiteX2" fmla="*/ 38340 w 38339"/>
                <a:gd name="connsiteY2" fmla="*/ 51072 h 51071"/>
                <a:gd name="connsiteX3" fmla="*/ 0 w 38339"/>
                <a:gd name="connsiteY3" fmla="*/ 51072 h 51071"/>
              </a:gdLst>
              <a:ahLst/>
              <a:cxnLst>
                <a:cxn ang="0">
                  <a:pos x="connsiteX0" y="connsiteY0"/>
                </a:cxn>
                <a:cxn ang="0">
                  <a:pos x="connsiteX1" y="connsiteY1"/>
                </a:cxn>
                <a:cxn ang="0">
                  <a:pos x="connsiteX2" y="connsiteY2"/>
                </a:cxn>
                <a:cxn ang="0">
                  <a:pos x="connsiteX3" y="connsiteY3"/>
                </a:cxn>
              </a:cxnLst>
              <a:rect l="l" t="t" r="r" b="b"/>
              <a:pathLst>
                <a:path w="38339" h="51071">
                  <a:moveTo>
                    <a:pt x="0" y="0"/>
                  </a:moveTo>
                  <a:lnTo>
                    <a:pt x="38340" y="0"/>
                  </a:lnTo>
                  <a:lnTo>
                    <a:pt x="38340" y="51072"/>
                  </a:lnTo>
                  <a:lnTo>
                    <a:pt x="0" y="51072"/>
                  </a:lnTo>
                  <a:close/>
                </a:path>
              </a:pathLst>
            </a:custGeom>
            <a:solidFill>
              <a:srgbClr val="007CB0"/>
            </a:solidFill>
            <a:ln w="6390" cap="flat">
              <a:noFill/>
              <a:prstDash val="solid"/>
              <a:miter/>
            </a:ln>
          </p:spPr>
          <p:txBody>
            <a:bodyPr rtlCol="0" anchor="ctr"/>
            <a:lstStyle/>
            <a:p>
              <a:endParaRPr lang="en-US"/>
            </a:p>
          </p:txBody>
        </p:sp>
      </p:grpSp>
      <p:grpSp>
        <p:nvGrpSpPr>
          <p:cNvPr id="1069" name="Graphic 4">
            <a:extLst>
              <a:ext uri="{FF2B5EF4-FFF2-40B4-BE49-F238E27FC236}">
                <a16:creationId xmlns:a16="http://schemas.microsoft.com/office/drawing/2014/main" id="{AB6AA3F0-E818-DC4B-A342-4BFFA648748D}"/>
              </a:ext>
            </a:extLst>
          </p:cNvPr>
          <p:cNvGrpSpPr/>
          <p:nvPr/>
        </p:nvGrpSpPr>
        <p:grpSpPr>
          <a:xfrm>
            <a:off x="6147119" y="4308712"/>
            <a:ext cx="361670" cy="361333"/>
            <a:chOff x="6147119" y="4308712"/>
            <a:chExt cx="361670" cy="361333"/>
          </a:xfrm>
          <a:solidFill>
            <a:srgbClr val="007CB0"/>
          </a:solidFill>
        </p:grpSpPr>
        <p:sp>
          <p:nvSpPr>
            <p:cNvPr id="1070" name="Graphic 4">
              <a:extLst>
                <a:ext uri="{FF2B5EF4-FFF2-40B4-BE49-F238E27FC236}">
                  <a16:creationId xmlns:a16="http://schemas.microsoft.com/office/drawing/2014/main" id="{CD7AE96D-E292-4240-AB5A-6FBF78355E57}"/>
                </a:ext>
              </a:extLst>
            </p:cNvPr>
            <p:cNvSpPr/>
            <p:nvPr/>
          </p:nvSpPr>
          <p:spPr>
            <a:xfrm>
              <a:off x="6249997" y="4391065"/>
              <a:ext cx="12779" cy="12767"/>
            </a:xfrm>
            <a:custGeom>
              <a:avLst/>
              <a:gdLst>
                <a:gd name="connsiteX0" fmla="*/ 12780 w 12779"/>
                <a:gd name="connsiteY0" fmla="*/ 6384 h 12767"/>
                <a:gd name="connsiteX1" fmla="*/ 6390 w 12779"/>
                <a:gd name="connsiteY1" fmla="*/ 12768 h 12767"/>
                <a:gd name="connsiteX2" fmla="*/ 0 w 12779"/>
                <a:gd name="connsiteY2" fmla="*/ 6384 h 12767"/>
                <a:gd name="connsiteX3" fmla="*/ 6390 w 12779"/>
                <a:gd name="connsiteY3" fmla="*/ 0 h 12767"/>
                <a:gd name="connsiteX4" fmla="*/ 12780 w 12779"/>
                <a:gd name="connsiteY4" fmla="*/ 6384 h 12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9" h="12767">
                  <a:moveTo>
                    <a:pt x="12780" y="6384"/>
                  </a:moveTo>
                  <a:cubicBezTo>
                    <a:pt x="12780" y="9910"/>
                    <a:pt x="9919" y="12768"/>
                    <a:pt x="6390" y="12768"/>
                  </a:cubicBezTo>
                  <a:cubicBezTo>
                    <a:pt x="2861" y="12768"/>
                    <a:pt x="0" y="9910"/>
                    <a:pt x="0" y="6384"/>
                  </a:cubicBezTo>
                  <a:cubicBezTo>
                    <a:pt x="0" y="2858"/>
                    <a:pt x="2861" y="0"/>
                    <a:pt x="6390" y="0"/>
                  </a:cubicBezTo>
                  <a:cubicBezTo>
                    <a:pt x="9919" y="0"/>
                    <a:pt x="12780" y="2858"/>
                    <a:pt x="12780" y="6384"/>
                  </a:cubicBezTo>
                  <a:close/>
                </a:path>
              </a:pathLst>
            </a:custGeom>
            <a:solidFill>
              <a:srgbClr val="007CB0"/>
            </a:solidFill>
            <a:ln w="6390" cap="flat">
              <a:noFill/>
              <a:prstDash val="solid"/>
              <a:miter/>
            </a:ln>
          </p:spPr>
          <p:txBody>
            <a:bodyPr rtlCol="0" anchor="ctr"/>
            <a:lstStyle/>
            <a:p>
              <a:endParaRPr lang="en-US"/>
            </a:p>
          </p:txBody>
        </p:sp>
        <p:sp>
          <p:nvSpPr>
            <p:cNvPr id="1071" name="Graphic 4">
              <a:extLst>
                <a:ext uri="{FF2B5EF4-FFF2-40B4-BE49-F238E27FC236}">
                  <a16:creationId xmlns:a16="http://schemas.microsoft.com/office/drawing/2014/main" id="{1663CDE7-6C77-0645-994F-845B375737A5}"/>
                </a:ext>
              </a:extLst>
            </p:cNvPr>
            <p:cNvSpPr/>
            <p:nvPr/>
          </p:nvSpPr>
          <p:spPr>
            <a:xfrm>
              <a:off x="6322842" y="4438945"/>
              <a:ext cx="12779" cy="12767"/>
            </a:xfrm>
            <a:custGeom>
              <a:avLst/>
              <a:gdLst>
                <a:gd name="connsiteX0" fmla="*/ 6390 w 12779"/>
                <a:gd name="connsiteY0" fmla="*/ 12768 h 12767"/>
                <a:gd name="connsiteX1" fmla="*/ 12780 w 12779"/>
                <a:gd name="connsiteY1" fmla="*/ 6384 h 12767"/>
                <a:gd name="connsiteX2" fmla="*/ 6390 w 12779"/>
                <a:gd name="connsiteY2" fmla="*/ 0 h 12767"/>
                <a:gd name="connsiteX3" fmla="*/ 0 w 12779"/>
                <a:gd name="connsiteY3" fmla="*/ 6384 h 12767"/>
                <a:gd name="connsiteX4" fmla="*/ 639 w 12779"/>
                <a:gd name="connsiteY4" fmla="*/ 8937 h 12767"/>
                <a:gd name="connsiteX5" fmla="*/ 6390 w 12779"/>
                <a:gd name="connsiteY5"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79" h="12767">
                  <a:moveTo>
                    <a:pt x="6390" y="12768"/>
                  </a:moveTo>
                  <a:cubicBezTo>
                    <a:pt x="10224" y="12768"/>
                    <a:pt x="12780" y="10214"/>
                    <a:pt x="12780" y="6384"/>
                  </a:cubicBezTo>
                  <a:cubicBezTo>
                    <a:pt x="12780" y="3192"/>
                    <a:pt x="9585" y="0"/>
                    <a:pt x="6390" y="0"/>
                  </a:cubicBezTo>
                  <a:cubicBezTo>
                    <a:pt x="2556" y="0"/>
                    <a:pt x="0" y="3192"/>
                    <a:pt x="0" y="6384"/>
                  </a:cubicBezTo>
                  <a:cubicBezTo>
                    <a:pt x="0" y="7022"/>
                    <a:pt x="0" y="7661"/>
                    <a:pt x="639" y="8937"/>
                  </a:cubicBezTo>
                  <a:cubicBezTo>
                    <a:pt x="1278" y="10853"/>
                    <a:pt x="3834" y="12768"/>
                    <a:pt x="6390" y="12768"/>
                  </a:cubicBezTo>
                  <a:close/>
                </a:path>
              </a:pathLst>
            </a:custGeom>
            <a:solidFill>
              <a:srgbClr val="007CB0"/>
            </a:solidFill>
            <a:ln w="6390" cap="flat">
              <a:noFill/>
              <a:prstDash val="solid"/>
              <a:miter/>
            </a:ln>
          </p:spPr>
          <p:txBody>
            <a:bodyPr rtlCol="0" anchor="ctr"/>
            <a:lstStyle/>
            <a:p>
              <a:endParaRPr lang="en-US"/>
            </a:p>
          </p:txBody>
        </p:sp>
        <p:sp>
          <p:nvSpPr>
            <p:cNvPr id="1072" name="Graphic 4">
              <a:extLst>
                <a:ext uri="{FF2B5EF4-FFF2-40B4-BE49-F238E27FC236}">
                  <a16:creationId xmlns:a16="http://schemas.microsoft.com/office/drawing/2014/main" id="{E48A12B4-2586-0E4E-879A-810EB83D92D9}"/>
                </a:ext>
              </a:extLst>
            </p:cNvPr>
            <p:cNvSpPr/>
            <p:nvPr/>
          </p:nvSpPr>
          <p:spPr>
            <a:xfrm>
              <a:off x="6237856" y="4440222"/>
              <a:ext cx="37700" cy="50433"/>
            </a:xfrm>
            <a:custGeom>
              <a:avLst/>
              <a:gdLst>
                <a:gd name="connsiteX0" fmla="*/ 0 w 37700"/>
                <a:gd name="connsiteY0" fmla="*/ 0 h 50433"/>
                <a:gd name="connsiteX1" fmla="*/ 37701 w 37700"/>
                <a:gd name="connsiteY1" fmla="*/ 0 h 50433"/>
                <a:gd name="connsiteX2" fmla="*/ 37701 w 37700"/>
                <a:gd name="connsiteY2" fmla="*/ 50434 h 50433"/>
                <a:gd name="connsiteX3" fmla="*/ 0 w 37700"/>
                <a:gd name="connsiteY3" fmla="*/ 50434 h 50433"/>
              </a:gdLst>
              <a:ahLst/>
              <a:cxnLst>
                <a:cxn ang="0">
                  <a:pos x="connsiteX0" y="connsiteY0"/>
                </a:cxn>
                <a:cxn ang="0">
                  <a:pos x="connsiteX1" y="connsiteY1"/>
                </a:cxn>
                <a:cxn ang="0">
                  <a:pos x="connsiteX2" y="connsiteY2"/>
                </a:cxn>
                <a:cxn ang="0">
                  <a:pos x="connsiteX3" y="connsiteY3"/>
                </a:cxn>
              </a:cxnLst>
              <a:rect l="l" t="t" r="r" b="b"/>
              <a:pathLst>
                <a:path w="37700" h="50433">
                  <a:moveTo>
                    <a:pt x="0" y="0"/>
                  </a:moveTo>
                  <a:lnTo>
                    <a:pt x="37701" y="0"/>
                  </a:lnTo>
                  <a:lnTo>
                    <a:pt x="37701" y="50434"/>
                  </a:lnTo>
                  <a:lnTo>
                    <a:pt x="0" y="50434"/>
                  </a:lnTo>
                  <a:close/>
                </a:path>
              </a:pathLst>
            </a:custGeom>
            <a:solidFill>
              <a:srgbClr val="007CB0"/>
            </a:solidFill>
            <a:ln w="6390" cap="flat">
              <a:noFill/>
              <a:prstDash val="solid"/>
              <a:miter/>
            </a:ln>
          </p:spPr>
          <p:txBody>
            <a:bodyPr rtlCol="0" anchor="ctr"/>
            <a:lstStyle/>
            <a:p>
              <a:endParaRPr lang="en-US"/>
            </a:p>
          </p:txBody>
        </p:sp>
        <p:sp>
          <p:nvSpPr>
            <p:cNvPr id="1073" name="Graphic 4">
              <a:extLst>
                <a:ext uri="{FF2B5EF4-FFF2-40B4-BE49-F238E27FC236}">
                  <a16:creationId xmlns:a16="http://schemas.microsoft.com/office/drawing/2014/main" id="{839DAA80-5E75-8D41-8590-8D18480AB96C}"/>
                </a:ext>
              </a:extLst>
            </p:cNvPr>
            <p:cNvSpPr/>
            <p:nvPr/>
          </p:nvSpPr>
          <p:spPr>
            <a:xfrm>
              <a:off x="6317091" y="4486825"/>
              <a:ext cx="26198" cy="55540"/>
            </a:xfrm>
            <a:custGeom>
              <a:avLst/>
              <a:gdLst>
                <a:gd name="connsiteX0" fmla="*/ 10863 w 26198"/>
                <a:gd name="connsiteY0" fmla="*/ 0 h 55540"/>
                <a:gd name="connsiteX1" fmla="*/ 0 w 26198"/>
                <a:gd name="connsiteY1" fmla="*/ 55541 h 55540"/>
                <a:gd name="connsiteX2" fmla="*/ 26199 w 26198"/>
                <a:gd name="connsiteY2" fmla="*/ 55541 h 55540"/>
                <a:gd name="connsiteX3" fmla="*/ 14697 w 26198"/>
                <a:gd name="connsiteY3" fmla="*/ 0 h 55540"/>
              </a:gdLst>
              <a:ahLst/>
              <a:cxnLst>
                <a:cxn ang="0">
                  <a:pos x="connsiteX0" y="connsiteY0"/>
                </a:cxn>
                <a:cxn ang="0">
                  <a:pos x="connsiteX1" y="connsiteY1"/>
                </a:cxn>
                <a:cxn ang="0">
                  <a:pos x="connsiteX2" y="connsiteY2"/>
                </a:cxn>
                <a:cxn ang="0">
                  <a:pos x="connsiteX3" y="connsiteY3"/>
                </a:cxn>
              </a:cxnLst>
              <a:rect l="l" t="t" r="r" b="b"/>
              <a:pathLst>
                <a:path w="26198" h="55540">
                  <a:moveTo>
                    <a:pt x="10863" y="0"/>
                  </a:moveTo>
                  <a:lnTo>
                    <a:pt x="0" y="55541"/>
                  </a:lnTo>
                  <a:lnTo>
                    <a:pt x="26199" y="55541"/>
                  </a:lnTo>
                  <a:lnTo>
                    <a:pt x="14697" y="0"/>
                  </a:lnTo>
                  <a:close/>
                </a:path>
              </a:pathLst>
            </a:custGeom>
            <a:solidFill>
              <a:srgbClr val="007CB0"/>
            </a:solidFill>
            <a:ln w="6390" cap="flat">
              <a:noFill/>
              <a:prstDash val="solid"/>
              <a:miter/>
            </a:ln>
          </p:spPr>
          <p:txBody>
            <a:bodyPr rtlCol="0" anchor="ctr"/>
            <a:lstStyle/>
            <a:p>
              <a:endParaRPr lang="en-US"/>
            </a:p>
          </p:txBody>
        </p:sp>
        <p:sp>
          <p:nvSpPr>
            <p:cNvPr id="1074" name="Graphic 4">
              <a:extLst>
                <a:ext uri="{FF2B5EF4-FFF2-40B4-BE49-F238E27FC236}">
                  <a16:creationId xmlns:a16="http://schemas.microsoft.com/office/drawing/2014/main" id="{DB94EFD1-1811-3A42-8BB3-539EBE1BD6BA}"/>
                </a:ext>
              </a:extLst>
            </p:cNvPr>
            <p:cNvSpPr/>
            <p:nvPr/>
          </p:nvSpPr>
          <p:spPr>
            <a:xfrm>
              <a:off x="6147119"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251764 w 361670"/>
                <a:gd name="connsiteY5" fmla="*/ 70862 h 361333"/>
                <a:gd name="connsiteX6" fmla="*/ 270934 w 361670"/>
                <a:gd name="connsiteY6" fmla="*/ 90014 h 361333"/>
                <a:gd name="connsiteX7" fmla="*/ 251764 w 361670"/>
                <a:gd name="connsiteY7" fmla="*/ 109166 h 361333"/>
                <a:gd name="connsiteX8" fmla="*/ 232594 w 361670"/>
                <a:gd name="connsiteY8" fmla="*/ 90014 h 361333"/>
                <a:gd name="connsiteX9" fmla="*/ 251764 w 361670"/>
                <a:gd name="connsiteY9" fmla="*/ 70862 h 361333"/>
                <a:gd name="connsiteX10" fmla="*/ 182113 w 361670"/>
                <a:gd name="connsiteY10" fmla="*/ 116189 h 361333"/>
                <a:gd name="connsiteX11" fmla="*/ 201922 w 361670"/>
                <a:gd name="connsiteY11" fmla="*/ 135979 h 361333"/>
                <a:gd name="connsiteX12" fmla="*/ 201922 w 361670"/>
                <a:gd name="connsiteY12" fmla="*/ 136617 h 361333"/>
                <a:gd name="connsiteX13" fmla="*/ 201922 w 361670"/>
                <a:gd name="connsiteY13" fmla="*/ 137256 h 361333"/>
                <a:gd name="connsiteX14" fmla="*/ 182752 w 361670"/>
                <a:gd name="connsiteY14" fmla="*/ 156408 h 361333"/>
                <a:gd name="connsiteX15" fmla="*/ 164860 w 361670"/>
                <a:gd name="connsiteY15" fmla="*/ 144278 h 361333"/>
                <a:gd name="connsiteX16" fmla="*/ 162943 w 361670"/>
                <a:gd name="connsiteY16" fmla="*/ 135979 h 361333"/>
                <a:gd name="connsiteX17" fmla="*/ 182113 w 361670"/>
                <a:gd name="connsiteY17" fmla="*/ 116189 h 361333"/>
                <a:gd name="connsiteX18" fmla="*/ 109268 w 361670"/>
                <a:gd name="connsiteY18" fmla="*/ 69586 h 361333"/>
                <a:gd name="connsiteX19" fmla="*/ 128438 w 361670"/>
                <a:gd name="connsiteY19" fmla="*/ 88738 h 361333"/>
                <a:gd name="connsiteX20" fmla="*/ 109268 w 361670"/>
                <a:gd name="connsiteY20" fmla="*/ 107889 h 361333"/>
                <a:gd name="connsiteX21" fmla="*/ 90098 w 361670"/>
                <a:gd name="connsiteY21" fmla="*/ 88738 h 361333"/>
                <a:gd name="connsiteX22" fmla="*/ 109268 w 361670"/>
                <a:gd name="connsiteY22" fmla="*/ 69586 h 361333"/>
                <a:gd name="connsiteX23" fmla="*/ 71567 w 361670"/>
                <a:gd name="connsiteY23" fmla="*/ 181944 h 361333"/>
                <a:gd name="connsiteX24" fmla="*/ 65177 w 361670"/>
                <a:gd name="connsiteY24" fmla="*/ 188327 h 361333"/>
                <a:gd name="connsiteX25" fmla="*/ 58788 w 361670"/>
                <a:gd name="connsiteY25" fmla="*/ 181944 h 361333"/>
                <a:gd name="connsiteX26" fmla="*/ 58788 w 361670"/>
                <a:gd name="connsiteY26" fmla="*/ 125765 h 361333"/>
                <a:gd name="connsiteX27" fmla="*/ 65177 w 361670"/>
                <a:gd name="connsiteY27" fmla="*/ 119381 h 361333"/>
                <a:gd name="connsiteX28" fmla="*/ 71567 w 361670"/>
                <a:gd name="connsiteY28" fmla="*/ 125765 h 361333"/>
                <a:gd name="connsiteX29" fmla="*/ 71567 w 361670"/>
                <a:gd name="connsiteY29" fmla="*/ 181944 h 361333"/>
                <a:gd name="connsiteX30" fmla="*/ 141217 w 361670"/>
                <a:gd name="connsiteY30" fmla="*/ 187689 h 361333"/>
                <a:gd name="connsiteX31" fmla="*/ 134828 w 361670"/>
                <a:gd name="connsiteY31" fmla="*/ 194073 h 361333"/>
                <a:gd name="connsiteX32" fmla="*/ 129716 w 361670"/>
                <a:gd name="connsiteY32" fmla="*/ 194073 h 361333"/>
                <a:gd name="connsiteX33" fmla="*/ 129716 w 361670"/>
                <a:gd name="connsiteY33" fmla="*/ 251529 h 361333"/>
                <a:gd name="connsiteX34" fmla="*/ 123326 w 361670"/>
                <a:gd name="connsiteY34" fmla="*/ 257913 h 361333"/>
                <a:gd name="connsiteX35" fmla="*/ 116936 w 361670"/>
                <a:gd name="connsiteY35" fmla="*/ 251529 h 361333"/>
                <a:gd name="connsiteX36" fmla="*/ 116936 w 361670"/>
                <a:gd name="connsiteY36" fmla="*/ 194073 h 361333"/>
                <a:gd name="connsiteX37" fmla="*/ 103517 w 361670"/>
                <a:gd name="connsiteY37" fmla="*/ 194073 h 361333"/>
                <a:gd name="connsiteX38" fmla="*/ 103517 w 361670"/>
                <a:gd name="connsiteY38" fmla="*/ 251529 h 361333"/>
                <a:gd name="connsiteX39" fmla="*/ 97127 w 361670"/>
                <a:gd name="connsiteY39" fmla="*/ 257913 h 361333"/>
                <a:gd name="connsiteX40" fmla="*/ 90737 w 361670"/>
                <a:gd name="connsiteY40" fmla="*/ 251529 h 361333"/>
                <a:gd name="connsiteX41" fmla="*/ 90737 w 361670"/>
                <a:gd name="connsiteY41" fmla="*/ 194073 h 361333"/>
                <a:gd name="connsiteX42" fmla="*/ 83708 w 361670"/>
                <a:gd name="connsiteY42" fmla="*/ 194073 h 361333"/>
                <a:gd name="connsiteX43" fmla="*/ 77318 w 361670"/>
                <a:gd name="connsiteY43" fmla="*/ 187689 h 361333"/>
                <a:gd name="connsiteX44" fmla="*/ 77318 w 361670"/>
                <a:gd name="connsiteY44" fmla="*/ 124488 h 361333"/>
                <a:gd name="connsiteX45" fmla="*/ 83708 w 361670"/>
                <a:gd name="connsiteY45" fmla="*/ 118104 h 361333"/>
                <a:gd name="connsiteX46" fmla="*/ 134189 w 361670"/>
                <a:gd name="connsiteY46" fmla="*/ 118104 h 361333"/>
                <a:gd name="connsiteX47" fmla="*/ 140579 w 361670"/>
                <a:gd name="connsiteY47" fmla="*/ 124488 h 361333"/>
                <a:gd name="connsiteX48" fmla="*/ 140579 w 361670"/>
                <a:gd name="connsiteY48" fmla="*/ 187689 h 361333"/>
                <a:gd name="connsiteX49" fmla="*/ 208951 w 361670"/>
                <a:gd name="connsiteY49" fmla="*/ 243868 h 361333"/>
                <a:gd name="connsiteX50" fmla="*/ 203839 w 361670"/>
                <a:gd name="connsiteY50" fmla="*/ 246422 h 361333"/>
                <a:gd name="connsiteX51" fmla="*/ 202561 w 361670"/>
                <a:gd name="connsiteY51" fmla="*/ 246422 h 361333"/>
                <a:gd name="connsiteX52" fmla="*/ 202561 w 361670"/>
                <a:gd name="connsiteY52" fmla="*/ 298132 h 361333"/>
                <a:gd name="connsiteX53" fmla="*/ 196171 w 361670"/>
                <a:gd name="connsiteY53" fmla="*/ 304516 h 361333"/>
                <a:gd name="connsiteX54" fmla="*/ 189781 w 361670"/>
                <a:gd name="connsiteY54" fmla="*/ 298132 h 361333"/>
                <a:gd name="connsiteX55" fmla="*/ 189781 w 361670"/>
                <a:gd name="connsiteY55" fmla="*/ 246422 h 361333"/>
                <a:gd name="connsiteX56" fmla="*/ 175723 w 361670"/>
                <a:gd name="connsiteY56" fmla="*/ 246422 h 361333"/>
                <a:gd name="connsiteX57" fmla="*/ 175723 w 361670"/>
                <a:gd name="connsiteY57" fmla="*/ 298132 h 361333"/>
                <a:gd name="connsiteX58" fmla="*/ 169333 w 361670"/>
                <a:gd name="connsiteY58" fmla="*/ 304516 h 361333"/>
                <a:gd name="connsiteX59" fmla="*/ 162943 w 361670"/>
                <a:gd name="connsiteY59" fmla="*/ 298132 h 361333"/>
                <a:gd name="connsiteX60" fmla="*/ 162943 w 361670"/>
                <a:gd name="connsiteY60" fmla="*/ 246422 h 361333"/>
                <a:gd name="connsiteX61" fmla="*/ 161665 w 361670"/>
                <a:gd name="connsiteY61" fmla="*/ 246422 h 361333"/>
                <a:gd name="connsiteX62" fmla="*/ 156553 w 361670"/>
                <a:gd name="connsiteY62" fmla="*/ 243868 h 361333"/>
                <a:gd name="connsiteX63" fmla="*/ 155275 w 361670"/>
                <a:gd name="connsiteY63" fmla="*/ 238761 h 361333"/>
                <a:gd name="connsiteX64" fmla="*/ 169333 w 361670"/>
                <a:gd name="connsiteY64" fmla="*/ 170452 h 361333"/>
                <a:gd name="connsiteX65" fmla="*/ 175723 w 361670"/>
                <a:gd name="connsiteY65" fmla="*/ 165345 h 361333"/>
                <a:gd name="connsiteX66" fmla="*/ 189142 w 361670"/>
                <a:gd name="connsiteY66" fmla="*/ 165345 h 361333"/>
                <a:gd name="connsiteX67" fmla="*/ 195532 w 361670"/>
                <a:gd name="connsiteY67" fmla="*/ 170452 h 361333"/>
                <a:gd name="connsiteX68" fmla="*/ 209590 w 361670"/>
                <a:gd name="connsiteY68" fmla="*/ 238761 h 361333"/>
                <a:gd name="connsiteX69" fmla="*/ 208951 w 361670"/>
                <a:gd name="connsiteY69" fmla="*/ 243868 h 361333"/>
                <a:gd name="connsiteX70" fmla="*/ 283074 w 361670"/>
                <a:gd name="connsiteY70" fmla="*/ 188966 h 361333"/>
                <a:gd name="connsiteX71" fmla="*/ 276684 w 361670"/>
                <a:gd name="connsiteY71" fmla="*/ 195350 h 361333"/>
                <a:gd name="connsiteX72" fmla="*/ 271572 w 361670"/>
                <a:gd name="connsiteY72" fmla="*/ 195350 h 361333"/>
                <a:gd name="connsiteX73" fmla="*/ 271572 w 361670"/>
                <a:gd name="connsiteY73" fmla="*/ 252167 h 361333"/>
                <a:gd name="connsiteX74" fmla="*/ 265182 w 361670"/>
                <a:gd name="connsiteY74" fmla="*/ 258551 h 361333"/>
                <a:gd name="connsiteX75" fmla="*/ 258792 w 361670"/>
                <a:gd name="connsiteY75" fmla="*/ 252167 h 361333"/>
                <a:gd name="connsiteX76" fmla="*/ 258792 w 361670"/>
                <a:gd name="connsiteY76" fmla="*/ 195350 h 361333"/>
                <a:gd name="connsiteX77" fmla="*/ 245374 w 361670"/>
                <a:gd name="connsiteY77" fmla="*/ 195350 h 361333"/>
                <a:gd name="connsiteX78" fmla="*/ 245374 w 361670"/>
                <a:gd name="connsiteY78" fmla="*/ 252167 h 361333"/>
                <a:gd name="connsiteX79" fmla="*/ 238984 w 361670"/>
                <a:gd name="connsiteY79" fmla="*/ 258551 h 361333"/>
                <a:gd name="connsiteX80" fmla="*/ 232594 w 361670"/>
                <a:gd name="connsiteY80" fmla="*/ 252167 h 361333"/>
                <a:gd name="connsiteX81" fmla="*/ 232594 w 361670"/>
                <a:gd name="connsiteY81" fmla="*/ 195350 h 361333"/>
                <a:gd name="connsiteX82" fmla="*/ 226204 w 361670"/>
                <a:gd name="connsiteY82" fmla="*/ 195350 h 361333"/>
                <a:gd name="connsiteX83" fmla="*/ 219814 w 361670"/>
                <a:gd name="connsiteY83" fmla="*/ 188966 h 361333"/>
                <a:gd name="connsiteX84" fmla="*/ 219814 w 361670"/>
                <a:gd name="connsiteY84" fmla="*/ 126403 h 361333"/>
                <a:gd name="connsiteX85" fmla="*/ 226204 w 361670"/>
                <a:gd name="connsiteY85" fmla="*/ 120019 h 361333"/>
                <a:gd name="connsiteX86" fmla="*/ 276684 w 361670"/>
                <a:gd name="connsiteY86" fmla="*/ 120019 h 361333"/>
                <a:gd name="connsiteX87" fmla="*/ 283074 w 361670"/>
                <a:gd name="connsiteY87" fmla="*/ 126403 h 361333"/>
                <a:gd name="connsiteX88" fmla="*/ 283074 w 361670"/>
                <a:gd name="connsiteY88" fmla="*/ 188966 h 361333"/>
                <a:gd name="connsiteX89" fmla="*/ 302244 w 361670"/>
                <a:gd name="connsiteY89" fmla="*/ 182582 h 361333"/>
                <a:gd name="connsiteX90" fmla="*/ 295854 w 361670"/>
                <a:gd name="connsiteY90" fmla="*/ 188966 h 361333"/>
                <a:gd name="connsiteX91" fmla="*/ 289464 w 361670"/>
                <a:gd name="connsiteY91" fmla="*/ 182582 h 361333"/>
                <a:gd name="connsiteX92" fmla="*/ 289464 w 361670"/>
                <a:gd name="connsiteY92" fmla="*/ 127041 h 361333"/>
                <a:gd name="connsiteX93" fmla="*/ 295854 w 361670"/>
                <a:gd name="connsiteY93" fmla="*/ 120657 h 361333"/>
                <a:gd name="connsiteX94" fmla="*/ 302244 w 361670"/>
                <a:gd name="connsiteY94" fmla="*/ 127041 h 361333"/>
                <a:gd name="connsiteX95" fmla="*/ 302244 w 361670"/>
                <a:gd name="connsiteY95" fmla="*/ 182582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361670" h="361333">
                  <a:moveTo>
                    <a:pt x="180835" y="0"/>
                  </a:moveTo>
                  <a:cubicBezTo>
                    <a:pt x="80513" y="0"/>
                    <a:pt x="0" y="81077"/>
                    <a:pt x="0" y="180667"/>
                  </a:cubicBezTo>
                  <a:cubicBezTo>
                    <a:pt x="0" y="280257"/>
                    <a:pt x="81152" y="361334"/>
                    <a:pt x="180835" y="361334"/>
                  </a:cubicBezTo>
                  <a:cubicBezTo>
                    <a:pt x="281157" y="361334"/>
                    <a:pt x="361670" y="280257"/>
                    <a:pt x="361670" y="180667"/>
                  </a:cubicBezTo>
                  <a:cubicBezTo>
                    <a:pt x="361670" y="81077"/>
                    <a:pt x="280518" y="0"/>
                    <a:pt x="180835" y="0"/>
                  </a:cubicBezTo>
                  <a:close/>
                  <a:moveTo>
                    <a:pt x="251764" y="70862"/>
                  </a:moveTo>
                  <a:cubicBezTo>
                    <a:pt x="262626" y="70862"/>
                    <a:pt x="270934" y="79800"/>
                    <a:pt x="270934" y="90014"/>
                  </a:cubicBezTo>
                  <a:cubicBezTo>
                    <a:pt x="270934" y="100229"/>
                    <a:pt x="261987" y="109166"/>
                    <a:pt x="251764" y="109166"/>
                  </a:cubicBezTo>
                  <a:cubicBezTo>
                    <a:pt x="241540" y="109166"/>
                    <a:pt x="232594" y="100229"/>
                    <a:pt x="232594" y="90014"/>
                  </a:cubicBezTo>
                  <a:cubicBezTo>
                    <a:pt x="232594" y="79800"/>
                    <a:pt x="240901" y="70862"/>
                    <a:pt x="251764" y="70862"/>
                  </a:cubicBezTo>
                  <a:close/>
                  <a:moveTo>
                    <a:pt x="182113" y="116189"/>
                  </a:moveTo>
                  <a:cubicBezTo>
                    <a:pt x="192976" y="116189"/>
                    <a:pt x="201922" y="125126"/>
                    <a:pt x="201922" y="135979"/>
                  </a:cubicBezTo>
                  <a:cubicBezTo>
                    <a:pt x="201922" y="135979"/>
                    <a:pt x="201922" y="135979"/>
                    <a:pt x="201922" y="136617"/>
                  </a:cubicBezTo>
                  <a:cubicBezTo>
                    <a:pt x="201922" y="136617"/>
                    <a:pt x="201922" y="136617"/>
                    <a:pt x="201922" y="137256"/>
                  </a:cubicBezTo>
                  <a:cubicBezTo>
                    <a:pt x="201922" y="148108"/>
                    <a:pt x="192976" y="156408"/>
                    <a:pt x="182752" y="156408"/>
                  </a:cubicBezTo>
                  <a:cubicBezTo>
                    <a:pt x="174445" y="156408"/>
                    <a:pt x="168055" y="151300"/>
                    <a:pt x="164860" y="144278"/>
                  </a:cubicBezTo>
                  <a:cubicBezTo>
                    <a:pt x="163582" y="141724"/>
                    <a:pt x="162943" y="139171"/>
                    <a:pt x="162943" y="135979"/>
                  </a:cubicBezTo>
                  <a:cubicBezTo>
                    <a:pt x="162305" y="125126"/>
                    <a:pt x="171250" y="116189"/>
                    <a:pt x="182113" y="116189"/>
                  </a:cubicBezTo>
                  <a:close/>
                  <a:moveTo>
                    <a:pt x="109268" y="69586"/>
                  </a:moveTo>
                  <a:cubicBezTo>
                    <a:pt x="120131" y="69586"/>
                    <a:pt x="128438" y="78523"/>
                    <a:pt x="128438" y="88738"/>
                  </a:cubicBezTo>
                  <a:cubicBezTo>
                    <a:pt x="128438" y="98952"/>
                    <a:pt x="119492" y="107889"/>
                    <a:pt x="109268" y="107889"/>
                  </a:cubicBezTo>
                  <a:cubicBezTo>
                    <a:pt x="99044" y="107889"/>
                    <a:pt x="90098" y="98952"/>
                    <a:pt x="90098" y="88738"/>
                  </a:cubicBezTo>
                  <a:cubicBezTo>
                    <a:pt x="90098" y="78523"/>
                    <a:pt x="98405" y="69586"/>
                    <a:pt x="109268" y="69586"/>
                  </a:cubicBezTo>
                  <a:close/>
                  <a:moveTo>
                    <a:pt x="71567" y="181944"/>
                  </a:moveTo>
                  <a:cubicBezTo>
                    <a:pt x="71567" y="185774"/>
                    <a:pt x="69011" y="188327"/>
                    <a:pt x="65177" y="188327"/>
                  </a:cubicBezTo>
                  <a:cubicBezTo>
                    <a:pt x="61343" y="188327"/>
                    <a:pt x="58788" y="185774"/>
                    <a:pt x="58788" y="181944"/>
                  </a:cubicBezTo>
                  <a:lnTo>
                    <a:pt x="58788" y="125765"/>
                  </a:lnTo>
                  <a:cubicBezTo>
                    <a:pt x="58788" y="121934"/>
                    <a:pt x="61343" y="119381"/>
                    <a:pt x="65177" y="119381"/>
                  </a:cubicBezTo>
                  <a:cubicBezTo>
                    <a:pt x="69011" y="119381"/>
                    <a:pt x="71567" y="121934"/>
                    <a:pt x="71567" y="125765"/>
                  </a:cubicBezTo>
                  <a:lnTo>
                    <a:pt x="71567" y="181944"/>
                  </a:lnTo>
                  <a:close/>
                  <a:moveTo>
                    <a:pt x="141217" y="187689"/>
                  </a:moveTo>
                  <a:cubicBezTo>
                    <a:pt x="141217" y="191519"/>
                    <a:pt x="138662" y="194073"/>
                    <a:pt x="134828" y="194073"/>
                  </a:cubicBezTo>
                  <a:lnTo>
                    <a:pt x="129716" y="194073"/>
                  </a:lnTo>
                  <a:lnTo>
                    <a:pt x="129716" y="251529"/>
                  </a:lnTo>
                  <a:cubicBezTo>
                    <a:pt x="129716" y="255359"/>
                    <a:pt x="127160" y="257913"/>
                    <a:pt x="123326" y="257913"/>
                  </a:cubicBezTo>
                  <a:cubicBezTo>
                    <a:pt x="119492" y="257913"/>
                    <a:pt x="116936" y="255359"/>
                    <a:pt x="116936" y="251529"/>
                  </a:cubicBezTo>
                  <a:lnTo>
                    <a:pt x="116936" y="194073"/>
                  </a:lnTo>
                  <a:lnTo>
                    <a:pt x="103517" y="194073"/>
                  </a:lnTo>
                  <a:lnTo>
                    <a:pt x="103517" y="251529"/>
                  </a:lnTo>
                  <a:cubicBezTo>
                    <a:pt x="103517" y="255359"/>
                    <a:pt x="100961" y="257913"/>
                    <a:pt x="97127" y="257913"/>
                  </a:cubicBezTo>
                  <a:cubicBezTo>
                    <a:pt x="93293" y="257913"/>
                    <a:pt x="90737" y="255359"/>
                    <a:pt x="90737" y="251529"/>
                  </a:cubicBezTo>
                  <a:lnTo>
                    <a:pt x="90737" y="194073"/>
                  </a:lnTo>
                  <a:lnTo>
                    <a:pt x="83708" y="194073"/>
                  </a:lnTo>
                  <a:cubicBezTo>
                    <a:pt x="79874" y="194073"/>
                    <a:pt x="77318" y="191519"/>
                    <a:pt x="77318" y="187689"/>
                  </a:cubicBezTo>
                  <a:lnTo>
                    <a:pt x="77318" y="124488"/>
                  </a:lnTo>
                  <a:cubicBezTo>
                    <a:pt x="77318" y="120657"/>
                    <a:pt x="79874" y="118104"/>
                    <a:pt x="83708" y="118104"/>
                  </a:cubicBezTo>
                  <a:lnTo>
                    <a:pt x="134189" y="118104"/>
                  </a:lnTo>
                  <a:cubicBezTo>
                    <a:pt x="138022" y="118104"/>
                    <a:pt x="140579" y="120657"/>
                    <a:pt x="140579" y="124488"/>
                  </a:cubicBezTo>
                  <a:lnTo>
                    <a:pt x="140579" y="187689"/>
                  </a:lnTo>
                  <a:close/>
                  <a:moveTo>
                    <a:pt x="208951" y="243868"/>
                  </a:moveTo>
                  <a:cubicBezTo>
                    <a:pt x="207673" y="245145"/>
                    <a:pt x="205756" y="246422"/>
                    <a:pt x="203839" y="246422"/>
                  </a:cubicBezTo>
                  <a:lnTo>
                    <a:pt x="202561" y="246422"/>
                  </a:lnTo>
                  <a:lnTo>
                    <a:pt x="202561" y="298132"/>
                  </a:lnTo>
                  <a:cubicBezTo>
                    <a:pt x="202561" y="301962"/>
                    <a:pt x="200005" y="304516"/>
                    <a:pt x="196171" y="304516"/>
                  </a:cubicBezTo>
                  <a:cubicBezTo>
                    <a:pt x="192337" y="304516"/>
                    <a:pt x="189781" y="301962"/>
                    <a:pt x="189781" y="298132"/>
                  </a:cubicBezTo>
                  <a:lnTo>
                    <a:pt x="189781" y="246422"/>
                  </a:lnTo>
                  <a:lnTo>
                    <a:pt x="175723" y="246422"/>
                  </a:lnTo>
                  <a:lnTo>
                    <a:pt x="175723" y="298132"/>
                  </a:lnTo>
                  <a:cubicBezTo>
                    <a:pt x="175723" y="301962"/>
                    <a:pt x="173167" y="304516"/>
                    <a:pt x="169333" y="304516"/>
                  </a:cubicBezTo>
                  <a:cubicBezTo>
                    <a:pt x="165500" y="304516"/>
                    <a:pt x="162943" y="301962"/>
                    <a:pt x="162943" y="298132"/>
                  </a:cubicBezTo>
                  <a:lnTo>
                    <a:pt x="162943" y="246422"/>
                  </a:lnTo>
                  <a:lnTo>
                    <a:pt x="161665" y="246422"/>
                  </a:lnTo>
                  <a:cubicBezTo>
                    <a:pt x="159748" y="246422"/>
                    <a:pt x="157832" y="245783"/>
                    <a:pt x="156553" y="243868"/>
                  </a:cubicBezTo>
                  <a:cubicBezTo>
                    <a:pt x="155275" y="241953"/>
                    <a:pt x="154637" y="240676"/>
                    <a:pt x="155275" y="238761"/>
                  </a:cubicBezTo>
                  <a:lnTo>
                    <a:pt x="169333" y="170452"/>
                  </a:lnTo>
                  <a:cubicBezTo>
                    <a:pt x="169972" y="167260"/>
                    <a:pt x="172528" y="165345"/>
                    <a:pt x="175723" y="165345"/>
                  </a:cubicBezTo>
                  <a:lnTo>
                    <a:pt x="189142" y="165345"/>
                  </a:lnTo>
                  <a:cubicBezTo>
                    <a:pt x="192337" y="165345"/>
                    <a:pt x="194893" y="167260"/>
                    <a:pt x="195532" y="170452"/>
                  </a:cubicBezTo>
                  <a:lnTo>
                    <a:pt x="209590" y="238761"/>
                  </a:lnTo>
                  <a:cubicBezTo>
                    <a:pt x="210229" y="240676"/>
                    <a:pt x="210229" y="242591"/>
                    <a:pt x="208951" y="243868"/>
                  </a:cubicBezTo>
                  <a:close/>
                  <a:moveTo>
                    <a:pt x="283074" y="188966"/>
                  </a:moveTo>
                  <a:cubicBezTo>
                    <a:pt x="283074" y="192796"/>
                    <a:pt x="280518" y="195350"/>
                    <a:pt x="276684" y="195350"/>
                  </a:cubicBezTo>
                  <a:lnTo>
                    <a:pt x="271572" y="195350"/>
                  </a:lnTo>
                  <a:lnTo>
                    <a:pt x="271572" y="252167"/>
                  </a:lnTo>
                  <a:cubicBezTo>
                    <a:pt x="271572" y="255998"/>
                    <a:pt x="269016" y="258551"/>
                    <a:pt x="265182" y="258551"/>
                  </a:cubicBezTo>
                  <a:cubicBezTo>
                    <a:pt x="261349" y="258551"/>
                    <a:pt x="258792" y="255998"/>
                    <a:pt x="258792" y="252167"/>
                  </a:cubicBezTo>
                  <a:lnTo>
                    <a:pt x="258792" y="195350"/>
                  </a:lnTo>
                  <a:lnTo>
                    <a:pt x="245374" y="195350"/>
                  </a:lnTo>
                  <a:lnTo>
                    <a:pt x="245374" y="252167"/>
                  </a:lnTo>
                  <a:cubicBezTo>
                    <a:pt x="245374" y="255998"/>
                    <a:pt x="242818" y="258551"/>
                    <a:pt x="238984" y="258551"/>
                  </a:cubicBezTo>
                  <a:cubicBezTo>
                    <a:pt x="235150" y="258551"/>
                    <a:pt x="232594" y="255998"/>
                    <a:pt x="232594" y="252167"/>
                  </a:cubicBezTo>
                  <a:lnTo>
                    <a:pt x="232594" y="195350"/>
                  </a:lnTo>
                  <a:lnTo>
                    <a:pt x="226204" y="195350"/>
                  </a:lnTo>
                  <a:cubicBezTo>
                    <a:pt x="222370" y="195350"/>
                    <a:pt x="219814" y="192796"/>
                    <a:pt x="219814" y="188966"/>
                  </a:cubicBezTo>
                  <a:lnTo>
                    <a:pt x="219814" y="126403"/>
                  </a:lnTo>
                  <a:cubicBezTo>
                    <a:pt x="219814" y="122573"/>
                    <a:pt x="222370" y="120019"/>
                    <a:pt x="226204" y="120019"/>
                  </a:cubicBezTo>
                  <a:lnTo>
                    <a:pt x="276684" y="120019"/>
                  </a:lnTo>
                  <a:cubicBezTo>
                    <a:pt x="280518" y="120019"/>
                    <a:pt x="283074" y="122573"/>
                    <a:pt x="283074" y="126403"/>
                  </a:cubicBezTo>
                  <a:lnTo>
                    <a:pt x="283074" y="188966"/>
                  </a:lnTo>
                  <a:close/>
                  <a:moveTo>
                    <a:pt x="302244" y="182582"/>
                  </a:moveTo>
                  <a:cubicBezTo>
                    <a:pt x="302244" y="186412"/>
                    <a:pt x="299688" y="188966"/>
                    <a:pt x="295854" y="188966"/>
                  </a:cubicBezTo>
                  <a:cubicBezTo>
                    <a:pt x="292020" y="188966"/>
                    <a:pt x="289464" y="186412"/>
                    <a:pt x="289464" y="182582"/>
                  </a:cubicBezTo>
                  <a:lnTo>
                    <a:pt x="289464" y="127041"/>
                  </a:lnTo>
                  <a:cubicBezTo>
                    <a:pt x="289464" y="123211"/>
                    <a:pt x="292020" y="120657"/>
                    <a:pt x="295854" y="120657"/>
                  </a:cubicBezTo>
                  <a:cubicBezTo>
                    <a:pt x="299688" y="120657"/>
                    <a:pt x="302244" y="123211"/>
                    <a:pt x="302244" y="127041"/>
                  </a:cubicBezTo>
                  <a:lnTo>
                    <a:pt x="302244" y="182582"/>
                  </a:lnTo>
                  <a:close/>
                </a:path>
              </a:pathLst>
            </a:custGeom>
            <a:solidFill>
              <a:srgbClr val="007CB0"/>
            </a:solidFill>
            <a:ln w="6390" cap="flat">
              <a:noFill/>
              <a:prstDash val="solid"/>
              <a:miter/>
            </a:ln>
          </p:spPr>
          <p:txBody>
            <a:bodyPr rtlCol="0" anchor="ctr"/>
            <a:lstStyle/>
            <a:p>
              <a:endParaRPr lang="en-US"/>
            </a:p>
          </p:txBody>
        </p:sp>
        <p:sp>
          <p:nvSpPr>
            <p:cNvPr id="1075" name="Graphic 4">
              <a:extLst>
                <a:ext uri="{FF2B5EF4-FFF2-40B4-BE49-F238E27FC236}">
                  <a16:creationId xmlns:a16="http://schemas.microsoft.com/office/drawing/2014/main" id="{77E4341C-A4BB-3B4D-90C3-A7BA0AAF11A9}"/>
                </a:ext>
              </a:extLst>
            </p:cNvPr>
            <p:cNvSpPr/>
            <p:nvPr/>
          </p:nvSpPr>
          <p:spPr>
            <a:xfrm>
              <a:off x="6380352" y="4441499"/>
              <a:ext cx="37700" cy="49795"/>
            </a:xfrm>
            <a:custGeom>
              <a:avLst/>
              <a:gdLst>
                <a:gd name="connsiteX0" fmla="*/ 0 w 37700"/>
                <a:gd name="connsiteY0" fmla="*/ 0 h 49795"/>
                <a:gd name="connsiteX1" fmla="*/ 37701 w 37700"/>
                <a:gd name="connsiteY1" fmla="*/ 0 h 49795"/>
                <a:gd name="connsiteX2" fmla="*/ 37701 w 37700"/>
                <a:gd name="connsiteY2" fmla="*/ 49795 h 49795"/>
                <a:gd name="connsiteX3" fmla="*/ 0 w 37700"/>
                <a:gd name="connsiteY3" fmla="*/ 49795 h 49795"/>
              </a:gdLst>
              <a:ahLst/>
              <a:cxnLst>
                <a:cxn ang="0">
                  <a:pos x="connsiteX0" y="connsiteY0"/>
                </a:cxn>
                <a:cxn ang="0">
                  <a:pos x="connsiteX1" y="connsiteY1"/>
                </a:cxn>
                <a:cxn ang="0">
                  <a:pos x="connsiteX2" y="connsiteY2"/>
                </a:cxn>
                <a:cxn ang="0">
                  <a:pos x="connsiteX3" y="connsiteY3"/>
                </a:cxn>
              </a:cxnLst>
              <a:rect l="l" t="t" r="r" b="b"/>
              <a:pathLst>
                <a:path w="37700" h="49795">
                  <a:moveTo>
                    <a:pt x="0" y="0"/>
                  </a:moveTo>
                  <a:lnTo>
                    <a:pt x="37701" y="0"/>
                  </a:lnTo>
                  <a:lnTo>
                    <a:pt x="37701" y="49795"/>
                  </a:lnTo>
                  <a:lnTo>
                    <a:pt x="0" y="49795"/>
                  </a:lnTo>
                  <a:close/>
                </a:path>
              </a:pathLst>
            </a:custGeom>
            <a:solidFill>
              <a:srgbClr val="007CB0"/>
            </a:solidFill>
            <a:ln w="6390" cap="flat">
              <a:noFill/>
              <a:prstDash val="solid"/>
              <a:miter/>
            </a:ln>
          </p:spPr>
          <p:txBody>
            <a:bodyPr rtlCol="0" anchor="ctr"/>
            <a:lstStyle/>
            <a:p>
              <a:endParaRPr lang="en-US"/>
            </a:p>
          </p:txBody>
        </p:sp>
        <p:sp>
          <p:nvSpPr>
            <p:cNvPr id="1076" name="Graphic 4">
              <a:extLst>
                <a:ext uri="{FF2B5EF4-FFF2-40B4-BE49-F238E27FC236}">
                  <a16:creationId xmlns:a16="http://schemas.microsoft.com/office/drawing/2014/main" id="{1F3CB9E1-BAAA-914A-A06F-C9D84E491581}"/>
                </a:ext>
              </a:extLst>
            </p:cNvPr>
            <p:cNvSpPr/>
            <p:nvPr/>
          </p:nvSpPr>
          <p:spPr>
            <a:xfrm>
              <a:off x="6392493" y="4392980"/>
              <a:ext cx="12779" cy="12767"/>
            </a:xfrm>
            <a:custGeom>
              <a:avLst/>
              <a:gdLst>
                <a:gd name="connsiteX0" fmla="*/ 12780 w 12779"/>
                <a:gd name="connsiteY0" fmla="*/ 6384 h 12767"/>
                <a:gd name="connsiteX1" fmla="*/ 6390 w 12779"/>
                <a:gd name="connsiteY1" fmla="*/ 12768 h 12767"/>
                <a:gd name="connsiteX2" fmla="*/ 0 w 12779"/>
                <a:gd name="connsiteY2" fmla="*/ 6384 h 12767"/>
                <a:gd name="connsiteX3" fmla="*/ 6390 w 12779"/>
                <a:gd name="connsiteY3" fmla="*/ 0 h 12767"/>
                <a:gd name="connsiteX4" fmla="*/ 12780 w 12779"/>
                <a:gd name="connsiteY4" fmla="*/ 6384 h 12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9" h="12767">
                  <a:moveTo>
                    <a:pt x="12780" y="6384"/>
                  </a:moveTo>
                  <a:cubicBezTo>
                    <a:pt x="12780" y="9910"/>
                    <a:pt x="9919" y="12768"/>
                    <a:pt x="6390" y="12768"/>
                  </a:cubicBezTo>
                  <a:cubicBezTo>
                    <a:pt x="2861" y="12768"/>
                    <a:pt x="0" y="9910"/>
                    <a:pt x="0" y="6384"/>
                  </a:cubicBezTo>
                  <a:cubicBezTo>
                    <a:pt x="0" y="2858"/>
                    <a:pt x="2861" y="0"/>
                    <a:pt x="6390" y="0"/>
                  </a:cubicBezTo>
                  <a:cubicBezTo>
                    <a:pt x="9919" y="0"/>
                    <a:pt x="12780" y="2858"/>
                    <a:pt x="12780" y="6384"/>
                  </a:cubicBezTo>
                  <a:close/>
                </a:path>
              </a:pathLst>
            </a:custGeom>
            <a:solidFill>
              <a:srgbClr val="007CB0"/>
            </a:solidFill>
            <a:ln w="6390" cap="flat">
              <a:noFill/>
              <a:prstDash val="solid"/>
              <a:miter/>
            </a:ln>
          </p:spPr>
          <p:txBody>
            <a:bodyPr rtlCol="0" anchor="ctr"/>
            <a:lstStyle/>
            <a:p>
              <a:endParaRPr lang="en-US"/>
            </a:p>
          </p:txBody>
        </p:sp>
      </p:grpSp>
      <p:grpSp>
        <p:nvGrpSpPr>
          <p:cNvPr id="1077" name="Graphic 4">
            <a:extLst>
              <a:ext uri="{FF2B5EF4-FFF2-40B4-BE49-F238E27FC236}">
                <a16:creationId xmlns:a16="http://schemas.microsoft.com/office/drawing/2014/main" id="{F3150498-1298-5F41-ADA8-FD6926328A82}"/>
              </a:ext>
            </a:extLst>
          </p:cNvPr>
          <p:cNvGrpSpPr/>
          <p:nvPr/>
        </p:nvGrpSpPr>
        <p:grpSpPr>
          <a:xfrm>
            <a:off x="7192513" y="4308712"/>
            <a:ext cx="361670" cy="361333"/>
            <a:chOff x="7192513" y="4308712"/>
            <a:chExt cx="361670" cy="361333"/>
          </a:xfrm>
          <a:solidFill>
            <a:srgbClr val="007CB0"/>
          </a:solidFill>
        </p:grpSpPr>
        <p:sp>
          <p:nvSpPr>
            <p:cNvPr id="1078" name="Graphic 4">
              <a:extLst>
                <a:ext uri="{FF2B5EF4-FFF2-40B4-BE49-F238E27FC236}">
                  <a16:creationId xmlns:a16="http://schemas.microsoft.com/office/drawing/2014/main" id="{9FC0F18A-E2D9-DC45-9A7C-056B0B870032}"/>
                </a:ext>
              </a:extLst>
            </p:cNvPr>
            <p:cNvSpPr/>
            <p:nvPr/>
          </p:nvSpPr>
          <p:spPr>
            <a:xfrm>
              <a:off x="7288362" y="4438945"/>
              <a:ext cx="26838" cy="56817"/>
            </a:xfrm>
            <a:custGeom>
              <a:avLst/>
              <a:gdLst>
                <a:gd name="connsiteX0" fmla="*/ 11502 w 26838"/>
                <a:gd name="connsiteY0" fmla="*/ 0 h 56817"/>
                <a:gd name="connsiteX1" fmla="*/ 0 w 26838"/>
                <a:gd name="connsiteY1" fmla="*/ 56817 h 56817"/>
                <a:gd name="connsiteX2" fmla="*/ 26838 w 26838"/>
                <a:gd name="connsiteY2" fmla="*/ 56817 h 56817"/>
                <a:gd name="connsiteX3" fmla="*/ 14697 w 26838"/>
                <a:gd name="connsiteY3" fmla="*/ 0 h 56817"/>
              </a:gdLst>
              <a:ahLst/>
              <a:cxnLst>
                <a:cxn ang="0">
                  <a:pos x="connsiteX0" y="connsiteY0"/>
                </a:cxn>
                <a:cxn ang="0">
                  <a:pos x="connsiteX1" y="connsiteY1"/>
                </a:cxn>
                <a:cxn ang="0">
                  <a:pos x="connsiteX2" y="connsiteY2"/>
                </a:cxn>
                <a:cxn ang="0">
                  <a:pos x="connsiteX3" y="connsiteY3"/>
                </a:cxn>
              </a:cxnLst>
              <a:rect l="l" t="t" r="r" b="b"/>
              <a:pathLst>
                <a:path w="26838" h="56817">
                  <a:moveTo>
                    <a:pt x="11502" y="0"/>
                  </a:moveTo>
                  <a:lnTo>
                    <a:pt x="0" y="56817"/>
                  </a:lnTo>
                  <a:lnTo>
                    <a:pt x="26838" y="56817"/>
                  </a:lnTo>
                  <a:lnTo>
                    <a:pt x="14697" y="0"/>
                  </a:lnTo>
                  <a:close/>
                </a:path>
              </a:pathLst>
            </a:custGeom>
            <a:solidFill>
              <a:srgbClr val="007CB0"/>
            </a:solidFill>
            <a:ln w="6390" cap="flat">
              <a:noFill/>
              <a:prstDash val="solid"/>
              <a:miter/>
            </a:ln>
          </p:spPr>
          <p:txBody>
            <a:bodyPr rtlCol="0" anchor="ctr"/>
            <a:lstStyle/>
            <a:p>
              <a:endParaRPr lang="en-US"/>
            </a:p>
          </p:txBody>
        </p:sp>
        <p:sp>
          <p:nvSpPr>
            <p:cNvPr id="1079" name="Graphic 4">
              <a:extLst>
                <a:ext uri="{FF2B5EF4-FFF2-40B4-BE49-F238E27FC236}">
                  <a16:creationId xmlns:a16="http://schemas.microsoft.com/office/drawing/2014/main" id="{4B883D01-BE4F-4843-B248-B51BF65A6CD6}"/>
                </a:ext>
              </a:extLst>
            </p:cNvPr>
            <p:cNvSpPr/>
            <p:nvPr/>
          </p:nvSpPr>
          <p:spPr>
            <a:xfrm>
              <a:off x="7293474" y="4389788"/>
              <a:ext cx="14057" cy="14044"/>
            </a:xfrm>
            <a:custGeom>
              <a:avLst/>
              <a:gdLst>
                <a:gd name="connsiteX0" fmla="*/ 14058 w 14057"/>
                <a:gd name="connsiteY0" fmla="*/ 7022 h 14044"/>
                <a:gd name="connsiteX1" fmla="*/ 7029 w 14057"/>
                <a:gd name="connsiteY1" fmla="*/ 14044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0"/>
                    <a:pt x="10911" y="14044"/>
                    <a:pt x="7029" y="14044"/>
                  </a:cubicBezTo>
                  <a:cubicBezTo>
                    <a:pt x="3147" y="14044"/>
                    <a:pt x="0" y="10900"/>
                    <a:pt x="0" y="7022"/>
                  </a:cubicBezTo>
                  <a:cubicBezTo>
                    <a:pt x="0" y="3144"/>
                    <a:pt x="3147" y="0"/>
                    <a:pt x="7029" y="0"/>
                  </a:cubicBezTo>
                  <a:cubicBezTo>
                    <a:pt x="10911" y="0"/>
                    <a:pt x="14058" y="3144"/>
                    <a:pt x="14058" y="7022"/>
                  </a:cubicBezTo>
                  <a:close/>
                </a:path>
              </a:pathLst>
            </a:custGeom>
            <a:solidFill>
              <a:srgbClr val="007CB0"/>
            </a:solidFill>
            <a:ln w="6390" cap="flat">
              <a:noFill/>
              <a:prstDash val="solid"/>
              <a:miter/>
            </a:ln>
          </p:spPr>
          <p:txBody>
            <a:bodyPr rtlCol="0" anchor="ctr"/>
            <a:lstStyle/>
            <a:p>
              <a:endParaRPr lang="en-US"/>
            </a:p>
          </p:txBody>
        </p:sp>
        <p:sp>
          <p:nvSpPr>
            <p:cNvPr id="1080" name="Graphic 4">
              <a:extLst>
                <a:ext uri="{FF2B5EF4-FFF2-40B4-BE49-F238E27FC236}">
                  <a16:creationId xmlns:a16="http://schemas.microsoft.com/office/drawing/2014/main" id="{85A1E68B-2833-2E47-848D-5E33C76B4242}"/>
                </a:ext>
              </a:extLst>
            </p:cNvPr>
            <p:cNvSpPr/>
            <p:nvPr/>
          </p:nvSpPr>
          <p:spPr>
            <a:xfrm>
              <a:off x="7436608" y="4389788"/>
              <a:ext cx="14057" cy="14044"/>
            </a:xfrm>
            <a:custGeom>
              <a:avLst/>
              <a:gdLst>
                <a:gd name="connsiteX0" fmla="*/ 14058 w 14057"/>
                <a:gd name="connsiteY0" fmla="*/ 7022 h 14044"/>
                <a:gd name="connsiteX1" fmla="*/ 7029 w 14057"/>
                <a:gd name="connsiteY1" fmla="*/ 14044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0"/>
                    <a:pt x="10911" y="14044"/>
                    <a:pt x="7029" y="14044"/>
                  </a:cubicBezTo>
                  <a:cubicBezTo>
                    <a:pt x="3147" y="14044"/>
                    <a:pt x="0" y="10900"/>
                    <a:pt x="0" y="7022"/>
                  </a:cubicBezTo>
                  <a:cubicBezTo>
                    <a:pt x="0" y="3144"/>
                    <a:pt x="3147" y="0"/>
                    <a:pt x="7029" y="0"/>
                  </a:cubicBezTo>
                  <a:cubicBezTo>
                    <a:pt x="10911" y="0"/>
                    <a:pt x="14058" y="3144"/>
                    <a:pt x="14058" y="7022"/>
                  </a:cubicBezTo>
                  <a:close/>
                </a:path>
              </a:pathLst>
            </a:custGeom>
            <a:solidFill>
              <a:srgbClr val="007CB0"/>
            </a:solidFill>
            <a:ln w="6390" cap="flat">
              <a:noFill/>
              <a:prstDash val="solid"/>
              <a:miter/>
            </a:ln>
          </p:spPr>
          <p:txBody>
            <a:bodyPr rtlCol="0" anchor="ctr"/>
            <a:lstStyle/>
            <a:p>
              <a:endParaRPr lang="en-US"/>
            </a:p>
          </p:txBody>
        </p:sp>
        <p:sp>
          <p:nvSpPr>
            <p:cNvPr id="1081" name="Graphic 4">
              <a:extLst>
                <a:ext uri="{FF2B5EF4-FFF2-40B4-BE49-F238E27FC236}">
                  <a16:creationId xmlns:a16="http://schemas.microsoft.com/office/drawing/2014/main" id="{81A5C079-CF46-4F48-9C4B-3035B3A09001}"/>
                </a:ext>
              </a:extLst>
            </p:cNvPr>
            <p:cNvSpPr/>
            <p:nvPr/>
          </p:nvSpPr>
          <p:spPr>
            <a:xfrm>
              <a:off x="7366319" y="4437030"/>
              <a:ext cx="14057" cy="14044"/>
            </a:xfrm>
            <a:custGeom>
              <a:avLst/>
              <a:gdLst>
                <a:gd name="connsiteX0" fmla="*/ 7029 w 14057"/>
                <a:gd name="connsiteY0" fmla="*/ 14044 h 14044"/>
                <a:gd name="connsiteX1" fmla="*/ 14058 w 14057"/>
                <a:gd name="connsiteY1" fmla="*/ 7022 h 14044"/>
                <a:gd name="connsiteX2" fmla="*/ 7029 w 14057"/>
                <a:gd name="connsiteY2" fmla="*/ 0 h 14044"/>
                <a:gd name="connsiteX3" fmla="*/ 0 w 14057"/>
                <a:gd name="connsiteY3" fmla="*/ 7022 h 14044"/>
                <a:gd name="connsiteX4" fmla="*/ 7029 w 14057"/>
                <a:gd name="connsiteY4" fmla="*/ 14044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14044"/>
                  </a:moveTo>
                  <a:cubicBezTo>
                    <a:pt x="10863" y="14044"/>
                    <a:pt x="14058" y="10852"/>
                    <a:pt x="14058" y="7022"/>
                  </a:cubicBezTo>
                  <a:cubicBezTo>
                    <a:pt x="14058" y="3192"/>
                    <a:pt x="10863" y="0"/>
                    <a:pt x="7029" y="0"/>
                  </a:cubicBezTo>
                  <a:cubicBezTo>
                    <a:pt x="3195" y="0"/>
                    <a:pt x="0" y="3192"/>
                    <a:pt x="0" y="7022"/>
                  </a:cubicBezTo>
                  <a:cubicBezTo>
                    <a:pt x="639" y="10852"/>
                    <a:pt x="3195" y="14044"/>
                    <a:pt x="7029" y="14044"/>
                  </a:cubicBezTo>
                  <a:close/>
                </a:path>
              </a:pathLst>
            </a:custGeom>
            <a:solidFill>
              <a:srgbClr val="007CB0"/>
            </a:solidFill>
            <a:ln w="6390" cap="flat">
              <a:noFill/>
              <a:prstDash val="solid"/>
              <a:miter/>
            </a:ln>
          </p:spPr>
          <p:txBody>
            <a:bodyPr rtlCol="0" anchor="ctr"/>
            <a:lstStyle/>
            <a:p>
              <a:endParaRPr lang="en-US"/>
            </a:p>
          </p:txBody>
        </p:sp>
        <p:sp>
          <p:nvSpPr>
            <p:cNvPr id="1082" name="Graphic 4">
              <a:extLst>
                <a:ext uri="{FF2B5EF4-FFF2-40B4-BE49-F238E27FC236}">
                  <a16:creationId xmlns:a16="http://schemas.microsoft.com/office/drawing/2014/main" id="{6F7C2B7B-07A4-CC41-AEF0-5F4E548DA3A7}"/>
                </a:ext>
              </a:extLst>
            </p:cNvPr>
            <p:cNvSpPr/>
            <p:nvPr/>
          </p:nvSpPr>
          <p:spPr>
            <a:xfrm>
              <a:off x="7354178" y="4486825"/>
              <a:ext cx="38339" cy="51071"/>
            </a:xfrm>
            <a:custGeom>
              <a:avLst/>
              <a:gdLst>
                <a:gd name="connsiteX0" fmla="*/ 0 w 38339"/>
                <a:gd name="connsiteY0" fmla="*/ 0 h 51071"/>
                <a:gd name="connsiteX1" fmla="*/ 38340 w 38339"/>
                <a:gd name="connsiteY1" fmla="*/ 0 h 51071"/>
                <a:gd name="connsiteX2" fmla="*/ 38340 w 38339"/>
                <a:gd name="connsiteY2" fmla="*/ 51072 h 51071"/>
                <a:gd name="connsiteX3" fmla="*/ 0 w 38339"/>
                <a:gd name="connsiteY3" fmla="*/ 51072 h 51071"/>
              </a:gdLst>
              <a:ahLst/>
              <a:cxnLst>
                <a:cxn ang="0">
                  <a:pos x="connsiteX0" y="connsiteY0"/>
                </a:cxn>
                <a:cxn ang="0">
                  <a:pos x="connsiteX1" y="connsiteY1"/>
                </a:cxn>
                <a:cxn ang="0">
                  <a:pos x="connsiteX2" y="connsiteY2"/>
                </a:cxn>
                <a:cxn ang="0">
                  <a:pos x="connsiteX3" y="connsiteY3"/>
                </a:cxn>
              </a:cxnLst>
              <a:rect l="l" t="t" r="r" b="b"/>
              <a:pathLst>
                <a:path w="38339" h="51071">
                  <a:moveTo>
                    <a:pt x="0" y="0"/>
                  </a:moveTo>
                  <a:lnTo>
                    <a:pt x="38340" y="0"/>
                  </a:lnTo>
                  <a:lnTo>
                    <a:pt x="38340" y="51072"/>
                  </a:lnTo>
                  <a:lnTo>
                    <a:pt x="0" y="51072"/>
                  </a:lnTo>
                  <a:close/>
                </a:path>
              </a:pathLst>
            </a:custGeom>
            <a:solidFill>
              <a:srgbClr val="007CB0"/>
            </a:solidFill>
            <a:ln w="6390" cap="flat">
              <a:noFill/>
              <a:prstDash val="solid"/>
              <a:miter/>
            </a:ln>
          </p:spPr>
          <p:txBody>
            <a:bodyPr rtlCol="0" anchor="ctr"/>
            <a:lstStyle/>
            <a:p>
              <a:endParaRPr lang="en-US"/>
            </a:p>
          </p:txBody>
        </p:sp>
        <p:sp>
          <p:nvSpPr>
            <p:cNvPr id="1083" name="Graphic 4">
              <a:extLst>
                <a:ext uri="{FF2B5EF4-FFF2-40B4-BE49-F238E27FC236}">
                  <a16:creationId xmlns:a16="http://schemas.microsoft.com/office/drawing/2014/main" id="{8637D810-5594-3647-A5F4-2EF87F4F1E54}"/>
                </a:ext>
              </a:extLst>
            </p:cNvPr>
            <p:cNvSpPr/>
            <p:nvPr/>
          </p:nvSpPr>
          <p:spPr>
            <a:xfrm>
              <a:off x="7192513" y="4308712"/>
              <a:ext cx="361670" cy="361333"/>
            </a:xfrm>
            <a:custGeom>
              <a:avLst/>
              <a:gdLst>
                <a:gd name="connsiteX0" fmla="*/ 180836 w 361670"/>
                <a:gd name="connsiteY0" fmla="*/ 0 h 361333"/>
                <a:gd name="connsiteX1" fmla="*/ 0 w 361670"/>
                <a:gd name="connsiteY1" fmla="*/ 180667 h 361333"/>
                <a:gd name="connsiteX2" fmla="*/ 180836 w 361670"/>
                <a:gd name="connsiteY2" fmla="*/ 361334 h 361333"/>
                <a:gd name="connsiteX3" fmla="*/ 361670 w 361670"/>
                <a:gd name="connsiteY3" fmla="*/ 180667 h 361333"/>
                <a:gd name="connsiteX4" fmla="*/ 180836 w 361670"/>
                <a:gd name="connsiteY4" fmla="*/ 0 h 361333"/>
                <a:gd name="connsiteX5" fmla="*/ 251125 w 361670"/>
                <a:gd name="connsiteY5" fmla="*/ 68309 h 361333"/>
                <a:gd name="connsiteX6" fmla="*/ 270934 w 361670"/>
                <a:gd name="connsiteY6" fmla="*/ 88099 h 361333"/>
                <a:gd name="connsiteX7" fmla="*/ 251125 w 361670"/>
                <a:gd name="connsiteY7" fmla="*/ 107889 h 361333"/>
                <a:gd name="connsiteX8" fmla="*/ 231316 w 361670"/>
                <a:gd name="connsiteY8" fmla="*/ 88099 h 361333"/>
                <a:gd name="connsiteX9" fmla="*/ 251125 w 361670"/>
                <a:gd name="connsiteY9" fmla="*/ 68309 h 361333"/>
                <a:gd name="connsiteX10" fmla="*/ 180836 w 361670"/>
                <a:gd name="connsiteY10" fmla="*/ 116189 h 361333"/>
                <a:gd name="connsiteX11" fmla="*/ 200644 w 361670"/>
                <a:gd name="connsiteY11" fmla="*/ 135979 h 361333"/>
                <a:gd name="connsiteX12" fmla="*/ 180836 w 361670"/>
                <a:gd name="connsiteY12" fmla="*/ 155769 h 361333"/>
                <a:gd name="connsiteX13" fmla="*/ 161027 w 361670"/>
                <a:gd name="connsiteY13" fmla="*/ 135979 h 361333"/>
                <a:gd name="connsiteX14" fmla="*/ 180836 w 361670"/>
                <a:gd name="connsiteY14" fmla="*/ 116189 h 361333"/>
                <a:gd name="connsiteX15" fmla="*/ 107990 w 361670"/>
                <a:gd name="connsiteY15" fmla="*/ 68309 h 361333"/>
                <a:gd name="connsiteX16" fmla="*/ 127799 w 361670"/>
                <a:gd name="connsiteY16" fmla="*/ 88099 h 361333"/>
                <a:gd name="connsiteX17" fmla="*/ 107990 w 361670"/>
                <a:gd name="connsiteY17" fmla="*/ 107889 h 361333"/>
                <a:gd name="connsiteX18" fmla="*/ 88181 w 361670"/>
                <a:gd name="connsiteY18" fmla="*/ 88099 h 361333"/>
                <a:gd name="connsiteX19" fmla="*/ 107990 w 361670"/>
                <a:gd name="connsiteY19" fmla="*/ 68309 h 361333"/>
                <a:gd name="connsiteX20" fmla="*/ 68373 w 361670"/>
                <a:gd name="connsiteY20" fmla="*/ 185774 h 361333"/>
                <a:gd name="connsiteX21" fmla="*/ 67094 w 361670"/>
                <a:gd name="connsiteY21" fmla="*/ 185774 h 361333"/>
                <a:gd name="connsiteX22" fmla="*/ 62622 w 361670"/>
                <a:gd name="connsiteY22" fmla="*/ 178113 h 361333"/>
                <a:gd name="connsiteX23" fmla="*/ 76040 w 361670"/>
                <a:gd name="connsiteY23" fmla="*/ 123211 h 361333"/>
                <a:gd name="connsiteX24" fmla="*/ 83708 w 361670"/>
                <a:gd name="connsiteY24" fmla="*/ 118742 h 361333"/>
                <a:gd name="connsiteX25" fmla="*/ 88181 w 361670"/>
                <a:gd name="connsiteY25" fmla="*/ 126403 h 361333"/>
                <a:gd name="connsiteX26" fmla="*/ 74763 w 361670"/>
                <a:gd name="connsiteY26" fmla="*/ 181305 h 361333"/>
                <a:gd name="connsiteX27" fmla="*/ 68373 w 361670"/>
                <a:gd name="connsiteY27" fmla="*/ 185774 h 361333"/>
                <a:gd name="connsiteX28" fmla="*/ 135467 w 361670"/>
                <a:gd name="connsiteY28" fmla="*/ 197265 h 361333"/>
                <a:gd name="connsiteX29" fmla="*/ 130355 w 361670"/>
                <a:gd name="connsiteY29" fmla="*/ 199819 h 361333"/>
                <a:gd name="connsiteX30" fmla="*/ 129716 w 361670"/>
                <a:gd name="connsiteY30" fmla="*/ 199819 h 361333"/>
                <a:gd name="connsiteX31" fmla="*/ 129716 w 361670"/>
                <a:gd name="connsiteY31" fmla="*/ 252806 h 361333"/>
                <a:gd name="connsiteX32" fmla="*/ 123326 w 361670"/>
                <a:gd name="connsiteY32" fmla="*/ 259190 h 361333"/>
                <a:gd name="connsiteX33" fmla="*/ 116936 w 361670"/>
                <a:gd name="connsiteY33" fmla="*/ 252806 h 361333"/>
                <a:gd name="connsiteX34" fmla="*/ 116936 w 361670"/>
                <a:gd name="connsiteY34" fmla="*/ 199819 h 361333"/>
                <a:gd name="connsiteX35" fmla="*/ 101600 w 361670"/>
                <a:gd name="connsiteY35" fmla="*/ 199819 h 361333"/>
                <a:gd name="connsiteX36" fmla="*/ 101600 w 361670"/>
                <a:gd name="connsiteY36" fmla="*/ 252806 h 361333"/>
                <a:gd name="connsiteX37" fmla="*/ 95210 w 361670"/>
                <a:gd name="connsiteY37" fmla="*/ 259190 h 361333"/>
                <a:gd name="connsiteX38" fmla="*/ 88820 w 361670"/>
                <a:gd name="connsiteY38" fmla="*/ 252806 h 361333"/>
                <a:gd name="connsiteX39" fmla="*/ 88820 w 361670"/>
                <a:gd name="connsiteY39" fmla="*/ 199819 h 361333"/>
                <a:gd name="connsiteX40" fmla="*/ 88181 w 361670"/>
                <a:gd name="connsiteY40" fmla="*/ 199819 h 361333"/>
                <a:gd name="connsiteX41" fmla="*/ 83069 w 361670"/>
                <a:gd name="connsiteY41" fmla="*/ 197265 h 361333"/>
                <a:gd name="connsiteX42" fmla="*/ 81792 w 361670"/>
                <a:gd name="connsiteY42" fmla="*/ 192158 h 361333"/>
                <a:gd name="connsiteX43" fmla="*/ 95849 w 361670"/>
                <a:gd name="connsiteY43" fmla="*/ 122573 h 361333"/>
                <a:gd name="connsiteX44" fmla="*/ 102239 w 361670"/>
                <a:gd name="connsiteY44" fmla="*/ 117465 h 361333"/>
                <a:gd name="connsiteX45" fmla="*/ 116297 w 361670"/>
                <a:gd name="connsiteY45" fmla="*/ 117465 h 361333"/>
                <a:gd name="connsiteX46" fmla="*/ 122687 w 361670"/>
                <a:gd name="connsiteY46" fmla="*/ 122573 h 361333"/>
                <a:gd name="connsiteX47" fmla="*/ 137384 w 361670"/>
                <a:gd name="connsiteY47" fmla="*/ 192158 h 361333"/>
                <a:gd name="connsiteX48" fmla="*/ 135467 w 361670"/>
                <a:gd name="connsiteY48" fmla="*/ 197265 h 361333"/>
                <a:gd name="connsiteX49" fmla="*/ 212785 w 361670"/>
                <a:gd name="connsiteY49" fmla="*/ 235569 h 361333"/>
                <a:gd name="connsiteX50" fmla="*/ 206395 w 361670"/>
                <a:gd name="connsiteY50" fmla="*/ 241953 h 361333"/>
                <a:gd name="connsiteX51" fmla="*/ 201283 w 361670"/>
                <a:gd name="connsiteY51" fmla="*/ 241953 h 361333"/>
                <a:gd name="connsiteX52" fmla="*/ 201283 w 361670"/>
                <a:gd name="connsiteY52" fmla="*/ 300047 h 361333"/>
                <a:gd name="connsiteX53" fmla="*/ 194893 w 361670"/>
                <a:gd name="connsiteY53" fmla="*/ 306431 h 361333"/>
                <a:gd name="connsiteX54" fmla="*/ 188503 w 361670"/>
                <a:gd name="connsiteY54" fmla="*/ 300047 h 361333"/>
                <a:gd name="connsiteX55" fmla="*/ 188503 w 361670"/>
                <a:gd name="connsiteY55" fmla="*/ 241953 h 361333"/>
                <a:gd name="connsiteX56" fmla="*/ 175084 w 361670"/>
                <a:gd name="connsiteY56" fmla="*/ 241953 h 361333"/>
                <a:gd name="connsiteX57" fmla="*/ 175084 w 361670"/>
                <a:gd name="connsiteY57" fmla="*/ 300047 h 361333"/>
                <a:gd name="connsiteX58" fmla="*/ 168695 w 361670"/>
                <a:gd name="connsiteY58" fmla="*/ 306431 h 361333"/>
                <a:gd name="connsiteX59" fmla="*/ 162305 w 361670"/>
                <a:gd name="connsiteY59" fmla="*/ 300047 h 361333"/>
                <a:gd name="connsiteX60" fmla="*/ 162305 w 361670"/>
                <a:gd name="connsiteY60" fmla="*/ 241953 h 361333"/>
                <a:gd name="connsiteX61" fmla="*/ 155276 w 361670"/>
                <a:gd name="connsiteY61" fmla="*/ 241953 h 361333"/>
                <a:gd name="connsiteX62" fmla="*/ 148886 w 361670"/>
                <a:gd name="connsiteY62" fmla="*/ 235569 h 361333"/>
                <a:gd name="connsiteX63" fmla="*/ 148886 w 361670"/>
                <a:gd name="connsiteY63" fmla="*/ 171729 h 361333"/>
                <a:gd name="connsiteX64" fmla="*/ 155276 w 361670"/>
                <a:gd name="connsiteY64" fmla="*/ 165345 h 361333"/>
                <a:gd name="connsiteX65" fmla="*/ 206395 w 361670"/>
                <a:gd name="connsiteY65" fmla="*/ 165345 h 361333"/>
                <a:gd name="connsiteX66" fmla="*/ 212785 w 361670"/>
                <a:gd name="connsiteY66" fmla="*/ 171729 h 361333"/>
                <a:gd name="connsiteX67" fmla="*/ 212785 w 361670"/>
                <a:gd name="connsiteY67" fmla="*/ 235569 h 361333"/>
                <a:gd name="connsiteX68" fmla="*/ 278601 w 361670"/>
                <a:gd name="connsiteY68" fmla="*/ 197265 h 361333"/>
                <a:gd name="connsiteX69" fmla="*/ 273490 w 361670"/>
                <a:gd name="connsiteY69" fmla="*/ 199819 h 361333"/>
                <a:gd name="connsiteX70" fmla="*/ 272851 w 361670"/>
                <a:gd name="connsiteY70" fmla="*/ 199819 h 361333"/>
                <a:gd name="connsiteX71" fmla="*/ 272851 w 361670"/>
                <a:gd name="connsiteY71" fmla="*/ 252806 h 361333"/>
                <a:gd name="connsiteX72" fmla="*/ 266461 w 361670"/>
                <a:gd name="connsiteY72" fmla="*/ 259190 h 361333"/>
                <a:gd name="connsiteX73" fmla="*/ 260071 w 361670"/>
                <a:gd name="connsiteY73" fmla="*/ 252806 h 361333"/>
                <a:gd name="connsiteX74" fmla="*/ 260071 w 361670"/>
                <a:gd name="connsiteY74" fmla="*/ 199819 h 361333"/>
                <a:gd name="connsiteX75" fmla="*/ 244735 w 361670"/>
                <a:gd name="connsiteY75" fmla="*/ 199819 h 361333"/>
                <a:gd name="connsiteX76" fmla="*/ 244735 w 361670"/>
                <a:gd name="connsiteY76" fmla="*/ 252806 h 361333"/>
                <a:gd name="connsiteX77" fmla="*/ 238345 w 361670"/>
                <a:gd name="connsiteY77" fmla="*/ 259190 h 361333"/>
                <a:gd name="connsiteX78" fmla="*/ 231955 w 361670"/>
                <a:gd name="connsiteY78" fmla="*/ 252806 h 361333"/>
                <a:gd name="connsiteX79" fmla="*/ 231955 w 361670"/>
                <a:gd name="connsiteY79" fmla="*/ 199819 h 361333"/>
                <a:gd name="connsiteX80" fmla="*/ 231316 w 361670"/>
                <a:gd name="connsiteY80" fmla="*/ 199819 h 361333"/>
                <a:gd name="connsiteX81" fmla="*/ 226204 w 361670"/>
                <a:gd name="connsiteY81" fmla="*/ 197265 h 361333"/>
                <a:gd name="connsiteX82" fmla="*/ 224926 w 361670"/>
                <a:gd name="connsiteY82" fmla="*/ 192158 h 361333"/>
                <a:gd name="connsiteX83" fmla="*/ 238984 w 361670"/>
                <a:gd name="connsiteY83" fmla="*/ 122573 h 361333"/>
                <a:gd name="connsiteX84" fmla="*/ 245374 w 361670"/>
                <a:gd name="connsiteY84" fmla="*/ 117465 h 361333"/>
                <a:gd name="connsiteX85" fmla="*/ 259431 w 361670"/>
                <a:gd name="connsiteY85" fmla="*/ 117465 h 361333"/>
                <a:gd name="connsiteX86" fmla="*/ 265821 w 361670"/>
                <a:gd name="connsiteY86" fmla="*/ 122573 h 361333"/>
                <a:gd name="connsiteX87" fmla="*/ 280518 w 361670"/>
                <a:gd name="connsiteY87" fmla="*/ 192158 h 361333"/>
                <a:gd name="connsiteX88" fmla="*/ 278601 w 361670"/>
                <a:gd name="connsiteY88" fmla="*/ 197265 h 361333"/>
                <a:gd name="connsiteX89" fmla="*/ 295216 w 361670"/>
                <a:gd name="connsiteY89" fmla="*/ 185774 h 361333"/>
                <a:gd name="connsiteX90" fmla="*/ 293937 w 361670"/>
                <a:gd name="connsiteY90" fmla="*/ 185774 h 361333"/>
                <a:gd name="connsiteX91" fmla="*/ 287547 w 361670"/>
                <a:gd name="connsiteY91" fmla="*/ 180667 h 361333"/>
                <a:gd name="connsiteX92" fmla="*/ 274128 w 361670"/>
                <a:gd name="connsiteY92" fmla="*/ 125765 h 361333"/>
                <a:gd name="connsiteX93" fmla="*/ 278601 w 361670"/>
                <a:gd name="connsiteY93" fmla="*/ 118104 h 361333"/>
                <a:gd name="connsiteX94" fmla="*/ 286270 w 361670"/>
                <a:gd name="connsiteY94" fmla="*/ 122573 h 361333"/>
                <a:gd name="connsiteX95" fmla="*/ 299688 w 361670"/>
                <a:gd name="connsiteY95" fmla="*/ 177475 h 361333"/>
                <a:gd name="connsiteX96" fmla="*/ 295216 w 361670"/>
                <a:gd name="connsiteY96" fmla="*/ 18577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361670" h="361333">
                  <a:moveTo>
                    <a:pt x="180836" y="0"/>
                  </a:moveTo>
                  <a:cubicBezTo>
                    <a:pt x="80513" y="0"/>
                    <a:pt x="0" y="81077"/>
                    <a:pt x="0" y="180667"/>
                  </a:cubicBezTo>
                  <a:cubicBezTo>
                    <a:pt x="0" y="280257"/>
                    <a:pt x="81153" y="361334"/>
                    <a:pt x="180836" y="361334"/>
                  </a:cubicBezTo>
                  <a:cubicBezTo>
                    <a:pt x="280518" y="361334"/>
                    <a:pt x="361670" y="280257"/>
                    <a:pt x="361670" y="180667"/>
                  </a:cubicBezTo>
                  <a:cubicBezTo>
                    <a:pt x="361670" y="81077"/>
                    <a:pt x="281157" y="0"/>
                    <a:pt x="180836" y="0"/>
                  </a:cubicBezTo>
                  <a:close/>
                  <a:moveTo>
                    <a:pt x="251125" y="68309"/>
                  </a:moveTo>
                  <a:cubicBezTo>
                    <a:pt x="261987" y="68309"/>
                    <a:pt x="270934" y="77246"/>
                    <a:pt x="270934" y="88099"/>
                  </a:cubicBezTo>
                  <a:cubicBezTo>
                    <a:pt x="270934" y="98952"/>
                    <a:pt x="261987" y="107889"/>
                    <a:pt x="251125" y="107889"/>
                  </a:cubicBezTo>
                  <a:cubicBezTo>
                    <a:pt x="240261" y="107889"/>
                    <a:pt x="231316" y="98952"/>
                    <a:pt x="231316" y="88099"/>
                  </a:cubicBezTo>
                  <a:cubicBezTo>
                    <a:pt x="231316" y="77246"/>
                    <a:pt x="240261" y="68309"/>
                    <a:pt x="251125" y="68309"/>
                  </a:cubicBezTo>
                  <a:close/>
                  <a:moveTo>
                    <a:pt x="180836" y="116189"/>
                  </a:moveTo>
                  <a:cubicBezTo>
                    <a:pt x="191698" y="116189"/>
                    <a:pt x="200644" y="125126"/>
                    <a:pt x="200644" y="135979"/>
                  </a:cubicBezTo>
                  <a:cubicBezTo>
                    <a:pt x="200644" y="146832"/>
                    <a:pt x="191698" y="155769"/>
                    <a:pt x="180836" y="155769"/>
                  </a:cubicBezTo>
                  <a:cubicBezTo>
                    <a:pt x="169972" y="155769"/>
                    <a:pt x="161027" y="146832"/>
                    <a:pt x="161027" y="135979"/>
                  </a:cubicBezTo>
                  <a:cubicBezTo>
                    <a:pt x="161666" y="124488"/>
                    <a:pt x="169972" y="116189"/>
                    <a:pt x="180836" y="116189"/>
                  </a:cubicBezTo>
                  <a:close/>
                  <a:moveTo>
                    <a:pt x="107990" y="68309"/>
                  </a:moveTo>
                  <a:cubicBezTo>
                    <a:pt x="118853" y="68309"/>
                    <a:pt x="127799" y="77246"/>
                    <a:pt x="127799" y="88099"/>
                  </a:cubicBezTo>
                  <a:cubicBezTo>
                    <a:pt x="127799" y="98952"/>
                    <a:pt x="118853" y="107889"/>
                    <a:pt x="107990" y="107889"/>
                  </a:cubicBezTo>
                  <a:cubicBezTo>
                    <a:pt x="97128" y="107889"/>
                    <a:pt x="88181" y="98952"/>
                    <a:pt x="88181" y="88099"/>
                  </a:cubicBezTo>
                  <a:cubicBezTo>
                    <a:pt x="88181" y="77246"/>
                    <a:pt x="97128" y="68309"/>
                    <a:pt x="107990" y="68309"/>
                  </a:cubicBezTo>
                  <a:close/>
                  <a:moveTo>
                    <a:pt x="68373" y="185774"/>
                  </a:moveTo>
                  <a:cubicBezTo>
                    <a:pt x="67733" y="185774"/>
                    <a:pt x="67094" y="185774"/>
                    <a:pt x="67094" y="185774"/>
                  </a:cubicBezTo>
                  <a:cubicBezTo>
                    <a:pt x="63899" y="185135"/>
                    <a:pt x="61343" y="181305"/>
                    <a:pt x="62622" y="178113"/>
                  </a:cubicBezTo>
                  <a:lnTo>
                    <a:pt x="76040" y="123211"/>
                  </a:lnTo>
                  <a:cubicBezTo>
                    <a:pt x="76679" y="120019"/>
                    <a:pt x="80513" y="117465"/>
                    <a:pt x="83708" y="118742"/>
                  </a:cubicBezTo>
                  <a:cubicBezTo>
                    <a:pt x="86903" y="119381"/>
                    <a:pt x="89459" y="123211"/>
                    <a:pt x="88181" y="126403"/>
                  </a:cubicBezTo>
                  <a:lnTo>
                    <a:pt x="74763" y="181305"/>
                  </a:lnTo>
                  <a:cubicBezTo>
                    <a:pt x="73484" y="183859"/>
                    <a:pt x="70928" y="185774"/>
                    <a:pt x="68373" y="185774"/>
                  </a:cubicBezTo>
                  <a:close/>
                  <a:moveTo>
                    <a:pt x="135467" y="197265"/>
                  </a:moveTo>
                  <a:cubicBezTo>
                    <a:pt x="134189" y="198542"/>
                    <a:pt x="132272" y="199819"/>
                    <a:pt x="130355" y="199819"/>
                  </a:cubicBezTo>
                  <a:lnTo>
                    <a:pt x="129716" y="199819"/>
                  </a:lnTo>
                  <a:lnTo>
                    <a:pt x="129716" y="252806"/>
                  </a:lnTo>
                  <a:cubicBezTo>
                    <a:pt x="129716" y="256636"/>
                    <a:pt x="127160" y="259190"/>
                    <a:pt x="123326" y="259190"/>
                  </a:cubicBezTo>
                  <a:cubicBezTo>
                    <a:pt x="119492" y="259190"/>
                    <a:pt x="116936" y="256636"/>
                    <a:pt x="116936" y="252806"/>
                  </a:cubicBezTo>
                  <a:lnTo>
                    <a:pt x="116936" y="199819"/>
                  </a:lnTo>
                  <a:lnTo>
                    <a:pt x="101600" y="199819"/>
                  </a:lnTo>
                  <a:lnTo>
                    <a:pt x="101600" y="252806"/>
                  </a:lnTo>
                  <a:cubicBezTo>
                    <a:pt x="101600" y="256636"/>
                    <a:pt x="99044" y="259190"/>
                    <a:pt x="95210" y="259190"/>
                  </a:cubicBezTo>
                  <a:cubicBezTo>
                    <a:pt x="91376" y="259190"/>
                    <a:pt x="88820" y="256636"/>
                    <a:pt x="88820" y="252806"/>
                  </a:cubicBezTo>
                  <a:lnTo>
                    <a:pt x="88820" y="199819"/>
                  </a:lnTo>
                  <a:lnTo>
                    <a:pt x="88181" y="199819"/>
                  </a:lnTo>
                  <a:cubicBezTo>
                    <a:pt x="86264" y="199819"/>
                    <a:pt x="84348" y="199180"/>
                    <a:pt x="83069" y="197265"/>
                  </a:cubicBezTo>
                  <a:cubicBezTo>
                    <a:pt x="81792" y="195350"/>
                    <a:pt x="81153" y="194073"/>
                    <a:pt x="81792" y="192158"/>
                  </a:cubicBezTo>
                  <a:lnTo>
                    <a:pt x="95849" y="122573"/>
                  </a:lnTo>
                  <a:cubicBezTo>
                    <a:pt x="96488" y="119381"/>
                    <a:pt x="99044" y="117465"/>
                    <a:pt x="102239" y="117465"/>
                  </a:cubicBezTo>
                  <a:lnTo>
                    <a:pt x="116297" y="117465"/>
                  </a:lnTo>
                  <a:cubicBezTo>
                    <a:pt x="119492" y="117465"/>
                    <a:pt x="122048" y="119381"/>
                    <a:pt x="122687" y="122573"/>
                  </a:cubicBezTo>
                  <a:lnTo>
                    <a:pt x="137384" y="192158"/>
                  </a:lnTo>
                  <a:cubicBezTo>
                    <a:pt x="136745" y="194073"/>
                    <a:pt x="136745" y="195988"/>
                    <a:pt x="135467" y="197265"/>
                  </a:cubicBezTo>
                  <a:close/>
                  <a:moveTo>
                    <a:pt x="212785" y="235569"/>
                  </a:moveTo>
                  <a:cubicBezTo>
                    <a:pt x="212785" y="239399"/>
                    <a:pt x="210229" y="241953"/>
                    <a:pt x="206395" y="241953"/>
                  </a:cubicBezTo>
                  <a:lnTo>
                    <a:pt x="201283" y="241953"/>
                  </a:lnTo>
                  <a:lnTo>
                    <a:pt x="201283" y="300047"/>
                  </a:lnTo>
                  <a:cubicBezTo>
                    <a:pt x="201283" y="303878"/>
                    <a:pt x="198727" y="306431"/>
                    <a:pt x="194893" y="306431"/>
                  </a:cubicBezTo>
                  <a:cubicBezTo>
                    <a:pt x="191059" y="306431"/>
                    <a:pt x="188503" y="303878"/>
                    <a:pt x="188503" y="300047"/>
                  </a:cubicBezTo>
                  <a:lnTo>
                    <a:pt x="188503" y="241953"/>
                  </a:lnTo>
                  <a:lnTo>
                    <a:pt x="175084" y="241953"/>
                  </a:lnTo>
                  <a:lnTo>
                    <a:pt x="175084" y="300047"/>
                  </a:lnTo>
                  <a:cubicBezTo>
                    <a:pt x="175084" y="303878"/>
                    <a:pt x="172528" y="306431"/>
                    <a:pt x="168695" y="306431"/>
                  </a:cubicBezTo>
                  <a:cubicBezTo>
                    <a:pt x="164861" y="306431"/>
                    <a:pt x="162305" y="303878"/>
                    <a:pt x="162305" y="300047"/>
                  </a:cubicBezTo>
                  <a:lnTo>
                    <a:pt x="162305" y="241953"/>
                  </a:lnTo>
                  <a:lnTo>
                    <a:pt x="155276" y="241953"/>
                  </a:lnTo>
                  <a:cubicBezTo>
                    <a:pt x="151442" y="241953"/>
                    <a:pt x="148886" y="239399"/>
                    <a:pt x="148886" y="235569"/>
                  </a:cubicBezTo>
                  <a:lnTo>
                    <a:pt x="148886" y="171729"/>
                  </a:lnTo>
                  <a:cubicBezTo>
                    <a:pt x="148886" y="167899"/>
                    <a:pt x="151442" y="165345"/>
                    <a:pt x="155276" y="165345"/>
                  </a:cubicBezTo>
                  <a:lnTo>
                    <a:pt x="206395" y="165345"/>
                  </a:lnTo>
                  <a:cubicBezTo>
                    <a:pt x="210229" y="165345"/>
                    <a:pt x="212785" y="167899"/>
                    <a:pt x="212785" y="171729"/>
                  </a:cubicBezTo>
                  <a:lnTo>
                    <a:pt x="212785" y="235569"/>
                  </a:lnTo>
                  <a:close/>
                  <a:moveTo>
                    <a:pt x="278601" y="197265"/>
                  </a:moveTo>
                  <a:cubicBezTo>
                    <a:pt x="277323" y="198542"/>
                    <a:pt x="275406" y="199819"/>
                    <a:pt x="273490" y="199819"/>
                  </a:cubicBezTo>
                  <a:lnTo>
                    <a:pt x="272851" y="199819"/>
                  </a:lnTo>
                  <a:lnTo>
                    <a:pt x="272851" y="252806"/>
                  </a:lnTo>
                  <a:cubicBezTo>
                    <a:pt x="272851" y="256636"/>
                    <a:pt x="270295" y="259190"/>
                    <a:pt x="266461" y="259190"/>
                  </a:cubicBezTo>
                  <a:cubicBezTo>
                    <a:pt x="262626" y="259190"/>
                    <a:pt x="260071" y="256636"/>
                    <a:pt x="260071" y="252806"/>
                  </a:cubicBezTo>
                  <a:lnTo>
                    <a:pt x="260071" y="199819"/>
                  </a:lnTo>
                  <a:lnTo>
                    <a:pt x="244735" y="199819"/>
                  </a:lnTo>
                  <a:lnTo>
                    <a:pt x="244735" y="252806"/>
                  </a:lnTo>
                  <a:cubicBezTo>
                    <a:pt x="244735" y="256636"/>
                    <a:pt x="242179" y="259190"/>
                    <a:pt x="238345" y="259190"/>
                  </a:cubicBezTo>
                  <a:cubicBezTo>
                    <a:pt x="234511" y="259190"/>
                    <a:pt x="231955" y="256636"/>
                    <a:pt x="231955" y="252806"/>
                  </a:cubicBezTo>
                  <a:lnTo>
                    <a:pt x="231955" y="199819"/>
                  </a:lnTo>
                  <a:lnTo>
                    <a:pt x="231316" y="199819"/>
                  </a:lnTo>
                  <a:cubicBezTo>
                    <a:pt x="229399" y="199819"/>
                    <a:pt x="227482" y="199180"/>
                    <a:pt x="226204" y="197265"/>
                  </a:cubicBezTo>
                  <a:cubicBezTo>
                    <a:pt x="224926" y="195350"/>
                    <a:pt x="224287" y="194073"/>
                    <a:pt x="224926" y="192158"/>
                  </a:cubicBezTo>
                  <a:lnTo>
                    <a:pt x="238984" y="122573"/>
                  </a:lnTo>
                  <a:cubicBezTo>
                    <a:pt x="239623" y="119381"/>
                    <a:pt x="242179" y="117465"/>
                    <a:pt x="245374" y="117465"/>
                  </a:cubicBezTo>
                  <a:lnTo>
                    <a:pt x="259431" y="117465"/>
                  </a:lnTo>
                  <a:cubicBezTo>
                    <a:pt x="262626" y="117465"/>
                    <a:pt x="265182" y="119381"/>
                    <a:pt x="265821" y="122573"/>
                  </a:cubicBezTo>
                  <a:lnTo>
                    <a:pt x="280518" y="192158"/>
                  </a:lnTo>
                  <a:cubicBezTo>
                    <a:pt x="280518" y="194073"/>
                    <a:pt x="279880" y="195988"/>
                    <a:pt x="278601" y="197265"/>
                  </a:cubicBezTo>
                  <a:close/>
                  <a:moveTo>
                    <a:pt x="295216" y="185774"/>
                  </a:moveTo>
                  <a:cubicBezTo>
                    <a:pt x="294576" y="185774"/>
                    <a:pt x="293937" y="185774"/>
                    <a:pt x="293937" y="185774"/>
                  </a:cubicBezTo>
                  <a:cubicBezTo>
                    <a:pt x="290742" y="185774"/>
                    <a:pt x="288186" y="183859"/>
                    <a:pt x="287547" y="180667"/>
                  </a:cubicBezTo>
                  <a:lnTo>
                    <a:pt x="274128" y="125765"/>
                  </a:lnTo>
                  <a:cubicBezTo>
                    <a:pt x="273490" y="122573"/>
                    <a:pt x="275406" y="118742"/>
                    <a:pt x="278601" y="118104"/>
                  </a:cubicBezTo>
                  <a:cubicBezTo>
                    <a:pt x="281796" y="117465"/>
                    <a:pt x="285631" y="119381"/>
                    <a:pt x="286270" y="122573"/>
                  </a:cubicBezTo>
                  <a:lnTo>
                    <a:pt x="299688" y="177475"/>
                  </a:lnTo>
                  <a:cubicBezTo>
                    <a:pt x="300966" y="181305"/>
                    <a:pt x="298411" y="185135"/>
                    <a:pt x="295216" y="185774"/>
                  </a:cubicBezTo>
                  <a:close/>
                </a:path>
              </a:pathLst>
            </a:custGeom>
            <a:solidFill>
              <a:srgbClr val="007CB0"/>
            </a:solidFill>
            <a:ln w="6390" cap="flat">
              <a:noFill/>
              <a:prstDash val="solid"/>
              <a:miter/>
            </a:ln>
          </p:spPr>
          <p:txBody>
            <a:bodyPr rtlCol="0" anchor="ctr"/>
            <a:lstStyle/>
            <a:p>
              <a:endParaRPr lang="en-US"/>
            </a:p>
          </p:txBody>
        </p:sp>
        <p:sp>
          <p:nvSpPr>
            <p:cNvPr id="1084" name="Graphic 4">
              <a:extLst>
                <a:ext uri="{FF2B5EF4-FFF2-40B4-BE49-F238E27FC236}">
                  <a16:creationId xmlns:a16="http://schemas.microsoft.com/office/drawing/2014/main" id="{D57D66E6-6D2F-B34C-9712-94750050F212}"/>
                </a:ext>
              </a:extLst>
            </p:cNvPr>
            <p:cNvSpPr/>
            <p:nvPr/>
          </p:nvSpPr>
          <p:spPr>
            <a:xfrm>
              <a:off x="7431496" y="4438945"/>
              <a:ext cx="26837" cy="56817"/>
            </a:xfrm>
            <a:custGeom>
              <a:avLst/>
              <a:gdLst>
                <a:gd name="connsiteX0" fmla="*/ 11502 w 26837"/>
                <a:gd name="connsiteY0" fmla="*/ 0 h 56817"/>
                <a:gd name="connsiteX1" fmla="*/ 0 w 26837"/>
                <a:gd name="connsiteY1" fmla="*/ 56817 h 56817"/>
                <a:gd name="connsiteX2" fmla="*/ 26837 w 26837"/>
                <a:gd name="connsiteY2" fmla="*/ 56817 h 56817"/>
                <a:gd name="connsiteX3" fmla="*/ 14697 w 26837"/>
                <a:gd name="connsiteY3" fmla="*/ 0 h 56817"/>
              </a:gdLst>
              <a:ahLst/>
              <a:cxnLst>
                <a:cxn ang="0">
                  <a:pos x="connsiteX0" y="connsiteY0"/>
                </a:cxn>
                <a:cxn ang="0">
                  <a:pos x="connsiteX1" y="connsiteY1"/>
                </a:cxn>
                <a:cxn ang="0">
                  <a:pos x="connsiteX2" y="connsiteY2"/>
                </a:cxn>
                <a:cxn ang="0">
                  <a:pos x="connsiteX3" y="connsiteY3"/>
                </a:cxn>
              </a:cxnLst>
              <a:rect l="l" t="t" r="r" b="b"/>
              <a:pathLst>
                <a:path w="26837" h="56817">
                  <a:moveTo>
                    <a:pt x="11502" y="0"/>
                  </a:moveTo>
                  <a:lnTo>
                    <a:pt x="0" y="56817"/>
                  </a:lnTo>
                  <a:lnTo>
                    <a:pt x="26837" y="56817"/>
                  </a:lnTo>
                  <a:lnTo>
                    <a:pt x="14697" y="0"/>
                  </a:lnTo>
                  <a:close/>
                </a:path>
              </a:pathLst>
            </a:custGeom>
            <a:solidFill>
              <a:srgbClr val="007CB0"/>
            </a:solidFill>
            <a:ln w="6390" cap="flat">
              <a:noFill/>
              <a:prstDash val="solid"/>
              <a:miter/>
            </a:ln>
          </p:spPr>
          <p:txBody>
            <a:bodyPr rtlCol="0" anchor="ctr"/>
            <a:lstStyle/>
            <a:p>
              <a:endParaRPr lang="en-US"/>
            </a:p>
          </p:txBody>
        </p:sp>
      </p:grpSp>
      <p:grpSp>
        <p:nvGrpSpPr>
          <p:cNvPr id="1085" name="Graphic 4">
            <a:extLst>
              <a:ext uri="{FF2B5EF4-FFF2-40B4-BE49-F238E27FC236}">
                <a16:creationId xmlns:a16="http://schemas.microsoft.com/office/drawing/2014/main" id="{89153AB5-38B6-C745-9CDF-799548093389}"/>
              </a:ext>
            </a:extLst>
          </p:cNvPr>
          <p:cNvGrpSpPr/>
          <p:nvPr/>
        </p:nvGrpSpPr>
        <p:grpSpPr>
          <a:xfrm>
            <a:off x="5099808" y="4308712"/>
            <a:ext cx="361670" cy="361333"/>
            <a:chOff x="5099808" y="4308712"/>
            <a:chExt cx="361670" cy="361333"/>
          </a:xfrm>
          <a:solidFill>
            <a:srgbClr val="007CB0"/>
          </a:solidFill>
        </p:grpSpPr>
        <p:sp>
          <p:nvSpPr>
            <p:cNvPr id="1086" name="Graphic 4">
              <a:extLst>
                <a:ext uri="{FF2B5EF4-FFF2-40B4-BE49-F238E27FC236}">
                  <a16:creationId xmlns:a16="http://schemas.microsoft.com/office/drawing/2014/main" id="{0225FC83-E83B-3149-82C2-3B5D14C45FF8}"/>
                </a:ext>
              </a:extLst>
            </p:cNvPr>
            <p:cNvSpPr/>
            <p:nvPr/>
          </p:nvSpPr>
          <p:spPr>
            <a:xfrm>
              <a:off x="5200130" y="4389788"/>
              <a:ext cx="14057" cy="14044"/>
            </a:xfrm>
            <a:custGeom>
              <a:avLst/>
              <a:gdLst>
                <a:gd name="connsiteX0" fmla="*/ 7029 w 14057"/>
                <a:gd name="connsiteY0" fmla="*/ 14045 h 14044"/>
                <a:gd name="connsiteX1" fmla="*/ 14058 w 14057"/>
                <a:gd name="connsiteY1" fmla="*/ 7022 h 14044"/>
                <a:gd name="connsiteX2" fmla="*/ 7029 w 14057"/>
                <a:gd name="connsiteY2" fmla="*/ 0 h 14044"/>
                <a:gd name="connsiteX3" fmla="*/ 0 w 14057"/>
                <a:gd name="connsiteY3" fmla="*/ 7022 h 14044"/>
                <a:gd name="connsiteX4" fmla="*/ 7029 w 14057"/>
                <a:gd name="connsiteY4" fmla="*/ 14045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14045"/>
                  </a:moveTo>
                  <a:cubicBezTo>
                    <a:pt x="10863" y="14045"/>
                    <a:pt x="14058" y="10853"/>
                    <a:pt x="14058" y="7022"/>
                  </a:cubicBezTo>
                  <a:cubicBezTo>
                    <a:pt x="14058" y="3192"/>
                    <a:pt x="10863" y="0"/>
                    <a:pt x="7029" y="0"/>
                  </a:cubicBezTo>
                  <a:cubicBezTo>
                    <a:pt x="3195" y="0"/>
                    <a:pt x="0" y="3192"/>
                    <a:pt x="0" y="7022"/>
                  </a:cubicBezTo>
                  <a:cubicBezTo>
                    <a:pt x="0" y="10853"/>
                    <a:pt x="3195" y="14045"/>
                    <a:pt x="7029" y="14045"/>
                  </a:cubicBezTo>
                  <a:close/>
                </a:path>
              </a:pathLst>
            </a:custGeom>
            <a:solidFill>
              <a:srgbClr val="007CB0"/>
            </a:solidFill>
            <a:ln w="6390" cap="flat">
              <a:noFill/>
              <a:prstDash val="solid"/>
              <a:miter/>
            </a:ln>
          </p:spPr>
          <p:txBody>
            <a:bodyPr rtlCol="0" anchor="ctr"/>
            <a:lstStyle/>
            <a:p>
              <a:endParaRPr lang="en-US"/>
            </a:p>
          </p:txBody>
        </p:sp>
        <p:sp>
          <p:nvSpPr>
            <p:cNvPr id="1087" name="Graphic 4">
              <a:extLst>
                <a:ext uri="{FF2B5EF4-FFF2-40B4-BE49-F238E27FC236}">
                  <a16:creationId xmlns:a16="http://schemas.microsoft.com/office/drawing/2014/main" id="{198EC154-F604-2547-A951-3C716AD8748F}"/>
                </a:ext>
              </a:extLst>
            </p:cNvPr>
            <p:cNvSpPr/>
            <p:nvPr/>
          </p:nvSpPr>
          <p:spPr>
            <a:xfrm>
              <a:off x="5195018" y="4438945"/>
              <a:ext cx="26837" cy="56817"/>
            </a:xfrm>
            <a:custGeom>
              <a:avLst/>
              <a:gdLst>
                <a:gd name="connsiteX0" fmla="*/ 11502 w 26837"/>
                <a:gd name="connsiteY0" fmla="*/ 0 h 56817"/>
                <a:gd name="connsiteX1" fmla="*/ 0 w 26837"/>
                <a:gd name="connsiteY1" fmla="*/ 56817 h 56817"/>
                <a:gd name="connsiteX2" fmla="*/ 26838 w 26837"/>
                <a:gd name="connsiteY2" fmla="*/ 56817 h 56817"/>
                <a:gd name="connsiteX3" fmla="*/ 15336 w 26837"/>
                <a:gd name="connsiteY3" fmla="*/ 0 h 56817"/>
              </a:gdLst>
              <a:ahLst/>
              <a:cxnLst>
                <a:cxn ang="0">
                  <a:pos x="connsiteX0" y="connsiteY0"/>
                </a:cxn>
                <a:cxn ang="0">
                  <a:pos x="connsiteX1" y="connsiteY1"/>
                </a:cxn>
                <a:cxn ang="0">
                  <a:pos x="connsiteX2" y="connsiteY2"/>
                </a:cxn>
                <a:cxn ang="0">
                  <a:pos x="connsiteX3" y="connsiteY3"/>
                </a:cxn>
              </a:cxnLst>
              <a:rect l="l" t="t" r="r" b="b"/>
              <a:pathLst>
                <a:path w="26837" h="56817">
                  <a:moveTo>
                    <a:pt x="11502" y="0"/>
                  </a:moveTo>
                  <a:lnTo>
                    <a:pt x="0" y="56817"/>
                  </a:lnTo>
                  <a:lnTo>
                    <a:pt x="26838" y="56817"/>
                  </a:lnTo>
                  <a:lnTo>
                    <a:pt x="15336" y="0"/>
                  </a:lnTo>
                  <a:close/>
                </a:path>
              </a:pathLst>
            </a:custGeom>
            <a:solidFill>
              <a:srgbClr val="007CB0"/>
            </a:solidFill>
            <a:ln w="6390" cap="flat">
              <a:noFill/>
              <a:prstDash val="solid"/>
              <a:miter/>
            </a:ln>
          </p:spPr>
          <p:txBody>
            <a:bodyPr rtlCol="0" anchor="ctr"/>
            <a:lstStyle/>
            <a:p>
              <a:endParaRPr lang="en-US"/>
            </a:p>
          </p:txBody>
        </p:sp>
        <p:sp>
          <p:nvSpPr>
            <p:cNvPr id="1088" name="Graphic 4">
              <a:extLst>
                <a:ext uri="{FF2B5EF4-FFF2-40B4-BE49-F238E27FC236}">
                  <a16:creationId xmlns:a16="http://schemas.microsoft.com/office/drawing/2014/main" id="{90049EA1-CE24-7F49-AE1C-D9555DEE219A}"/>
                </a:ext>
              </a:extLst>
            </p:cNvPr>
            <p:cNvSpPr/>
            <p:nvPr/>
          </p:nvSpPr>
          <p:spPr>
            <a:xfrm>
              <a:off x="5343904" y="4389788"/>
              <a:ext cx="14057" cy="14044"/>
            </a:xfrm>
            <a:custGeom>
              <a:avLst/>
              <a:gdLst>
                <a:gd name="connsiteX0" fmla="*/ 14058 w 14057"/>
                <a:gd name="connsiteY0" fmla="*/ 7022 h 14044"/>
                <a:gd name="connsiteX1" fmla="*/ 7029 w 14057"/>
                <a:gd name="connsiteY1" fmla="*/ 14044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0"/>
                    <a:pt x="10911" y="14044"/>
                    <a:pt x="7029" y="14044"/>
                  </a:cubicBezTo>
                  <a:cubicBezTo>
                    <a:pt x="3147" y="14044"/>
                    <a:pt x="0" y="10900"/>
                    <a:pt x="0" y="7022"/>
                  </a:cubicBezTo>
                  <a:cubicBezTo>
                    <a:pt x="0" y="3144"/>
                    <a:pt x="3147" y="0"/>
                    <a:pt x="7029" y="0"/>
                  </a:cubicBezTo>
                  <a:cubicBezTo>
                    <a:pt x="10911" y="0"/>
                    <a:pt x="14058" y="3144"/>
                    <a:pt x="14058" y="7022"/>
                  </a:cubicBezTo>
                  <a:close/>
                </a:path>
              </a:pathLst>
            </a:custGeom>
            <a:solidFill>
              <a:srgbClr val="007CB0"/>
            </a:solidFill>
            <a:ln w="6390" cap="flat">
              <a:noFill/>
              <a:prstDash val="solid"/>
              <a:miter/>
            </a:ln>
          </p:spPr>
          <p:txBody>
            <a:bodyPr rtlCol="0" anchor="ctr"/>
            <a:lstStyle/>
            <a:p>
              <a:endParaRPr lang="en-US"/>
            </a:p>
          </p:txBody>
        </p:sp>
        <p:sp>
          <p:nvSpPr>
            <p:cNvPr id="1089" name="Graphic 4">
              <a:extLst>
                <a:ext uri="{FF2B5EF4-FFF2-40B4-BE49-F238E27FC236}">
                  <a16:creationId xmlns:a16="http://schemas.microsoft.com/office/drawing/2014/main" id="{20B5FF59-271B-7244-9586-E4088C1483F5}"/>
                </a:ext>
              </a:extLst>
            </p:cNvPr>
            <p:cNvSpPr/>
            <p:nvPr/>
          </p:nvSpPr>
          <p:spPr>
            <a:xfrm>
              <a:off x="5267225" y="4486186"/>
              <a:ext cx="27476" cy="56817"/>
            </a:xfrm>
            <a:custGeom>
              <a:avLst/>
              <a:gdLst>
                <a:gd name="connsiteX0" fmla="*/ 12141 w 27476"/>
                <a:gd name="connsiteY0" fmla="*/ 0 h 56817"/>
                <a:gd name="connsiteX1" fmla="*/ 0 w 27476"/>
                <a:gd name="connsiteY1" fmla="*/ 56818 h 56817"/>
                <a:gd name="connsiteX2" fmla="*/ 27477 w 27476"/>
                <a:gd name="connsiteY2" fmla="*/ 56818 h 56817"/>
                <a:gd name="connsiteX3" fmla="*/ 15336 w 27476"/>
                <a:gd name="connsiteY3" fmla="*/ 0 h 56817"/>
              </a:gdLst>
              <a:ahLst/>
              <a:cxnLst>
                <a:cxn ang="0">
                  <a:pos x="connsiteX0" y="connsiteY0"/>
                </a:cxn>
                <a:cxn ang="0">
                  <a:pos x="connsiteX1" y="connsiteY1"/>
                </a:cxn>
                <a:cxn ang="0">
                  <a:pos x="connsiteX2" y="connsiteY2"/>
                </a:cxn>
                <a:cxn ang="0">
                  <a:pos x="connsiteX3" y="connsiteY3"/>
                </a:cxn>
              </a:cxnLst>
              <a:rect l="l" t="t" r="r" b="b"/>
              <a:pathLst>
                <a:path w="27476" h="56817">
                  <a:moveTo>
                    <a:pt x="12141" y="0"/>
                  </a:moveTo>
                  <a:lnTo>
                    <a:pt x="0" y="56818"/>
                  </a:lnTo>
                  <a:lnTo>
                    <a:pt x="27477" y="56818"/>
                  </a:lnTo>
                  <a:lnTo>
                    <a:pt x="15336" y="0"/>
                  </a:lnTo>
                  <a:close/>
                </a:path>
              </a:pathLst>
            </a:custGeom>
            <a:solidFill>
              <a:srgbClr val="007CB0"/>
            </a:solidFill>
            <a:ln w="6390" cap="flat">
              <a:noFill/>
              <a:prstDash val="solid"/>
              <a:miter/>
            </a:ln>
          </p:spPr>
          <p:txBody>
            <a:bodyPr rtlCol="0" anchor="ctr"/>
            <a:lstStyle/>
            <a:p>
              <a:endParaRPr lang="en-US"/>
            </a:p>
          </p:txBody>
        </p:sp>
        <p:sp>
          <p:nvSpPr>
            <p:cNvPr id="1090" name="Graphic 4">
              <a:extLst>
                <a:ext uri="{FF2B5EF4-FFF2-40B4-BE49-F238E27FC236}">
                  <a16:creationId xmlns:a16="http://schemas.microsoft.com/office/drawing/2014/main" id="{9C9E95AB-248F-E247-ACC3-273720E34ED8}"/>
                </a:ext>
              </a:extLst>
            </p:cNvPr>
            <p:cNvSpPr/>
            <p:nvPr/>
          </p:nvSpPr>
          <p:spPr>
            <a:xfrm>
              <a:off x="5273615" y="4437668"/>
              <a:ext cx="13419" cy="12767"/>
            </a:xfrm>
            <a:custGeom>
              <a:avLst/>
              <a:gdLst>
                <a:gd name="connsiteX0" fmla="*/ 6390 w 13419"/>
                <a:gd name="connsiteY0" fmla="*/ 12768 h 12767"/>
                <a:gd name="connsiteX1" fmla="*/ 13419 w 13419"/>
                <a:gd name="connsiteY1" fmla="*/ 6384 h 12767"/>
                <a:gd name="connsiteX2" fmla="*/ 7029 w 13419"/>
                <a:gd name="connsiteY2" fmla="*/ 0 h 12767"/>
                <a:gd name="connsiteX3" fmla="*/ 0 w 13419"/>
                <a:gd name="connsiteY3" fmla="*/ 7022 h 12767"/>
                <a:gd name="connsiteX4" fmla="*/ 639 w 13419"/>
                <a:gd name="connsiteY4" fmla="*/ 9576 h 12767"/>
                <a:gd name="connsiteX5" fmla="*/ 6390 w 13419"/>
                <a:gd name="connsiteY5"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19" h="12767">
                  <a:moveTo>
                    <a:pt x="6390" y="12768"/>
                  </a:moveTo>
                  <a:cubicBezTo>
                    <a:pt x="10224" y="12768"/>
                    <a:pt x="12780" y="9576"/>
                    <a:pt x="13419" y="6384"/>
                  </a:cubicBezTo>
                  <a:cubicBezTo>
                    <a:pt x="13419" y="2554"/>
                    <a:pt x="10224" y="0"/>
                    <a:pt x="7029" y="0"/>
                  </a:cubicBezTo>
                  <a:cubicBezTo>
                    <a:pt x="3195" y="0"/>
                    <a:pt x="0" y="3192"/>
                    <a:pt x="0" y="7022"/>
                  </a:cubicBezTo>
                  <a:cubicBezTo>
                    <a:pt x="0" y="7661"/>
                    <a:pt x="0" y="8938"/>
                    <a:pt x="639" y="9576"/>
                  </a:cubicBezTo>
                  <a:cubicBezTo>
                    <a:pt x="1278" y="10853"/>
                    <a:pt x="3834" y="12768"/>
                    <a:pt x="6390" y="12768"/>
                  </a:cubicBezTo>
                  <a:close/>
                </a:path>
              </a:pathLst>
            </a:custGeom>
            <a:solidFill>
              <a:srgbClr val="007CB0"/>
            </a:solidFill>
            <a:ln w="6390" cap="flat">
              <a:noFill/>
              <a:prstDash val="solid"/>
              <a:miter/>
            </a:ln>
          </p:spPr>
          <p:txBody>
            <a:bodyPr rtlCol="0" anchor="ctr"/>
            <a:lstStyle/>
            <a:p>
              <a:endParaRPr lang="en-US"/>
            </a:p>
          </p:txBody>
        </p:sp>
        <p:sp>
          <p:nvSpPr>
            <p:cNvPr id="1091" name="Graphic 4">
              <a:extLst>
                <a:ext uri="{FF2B5EF4-FFF2-40B4-BE49-F238E27FC236}">
                  <a16:creationId xmlns:a16="http://schemas.microsoft.com/office/drawing/2014/main" id="{E166486A-BE8C-8D40-91BB-92DF609648D6}"/>
                </a:ext>
              </a:extLst>
            </p:cNvPr>
            <p:cNvSpPr/>
            <p:nvPr/>
          </p:nvSpPr>
          <p:spPr>
            <a:xfrm>
              <a:off x="5099808" y="4308712"/>
              <a:ext cx="361670" cy="361333"/>
            </a:xfrm>
            <a:custGeom>
              <a:avLst/>
              <a:gdLst>
                <a:gd name="connsiteX0" fmla="*/ 180836 w 361670"/>
                <a:gd name="connsiteY0" fmla="*/ 0 h 361333"/>
                <a:gd name="connsiteX1" fmla="*/ 0 w 361670"/>
                <a:gd name="connsiteY1" fmla="*/ 180667 h 361333"/>
                <a:gd name="connsiteX2" fmla="*/ 180836 w 361670"/>
                <a:gd name="connsiteY2" fmla="*/ 361334 h 361333"/>
                <a:gd name="connsiteX3" fmla="*/ 361671 w 361670"/>
                <a:gd name="connsiteY3" fmla="*/ 180667 h 361333"/>
                <a:gd name="connsiteX4" fmla="*/ 180836 w 361670"/>
                <a:gd name="connsiteY4" fmla="*/ 0 h 361333"/>
                <a:gd name="connsiteX5" fmla="*/ 251125 w 361670"/>
                <a:gd name="connsiteY5" fmla="*/ 68309 h 361333"/>
                <a:gd name="connsiteX6" fmla="*/ 270934 w 361670"/>
                <a:gd name="connsiteY6" fmla="*/ 88099 h 361333"/>
                <a:gd name="connsiteX7" fmla="*/ 251125 w 361670"/>
                <a:gd name="connsiteY7" fmla="*/ 107889 h 361333"/>
                <a:gd name="connsiteX8" fmla="*/ 231316 w 361670"/>
                <a:gd name="connsiteY8" fmla="*/ 88099 h 361333"/>
                <a:gd name="connsiteX9" fmla="*/ 251125 w 361670"/>
                <a:gd name="connsiteY9" fmla="*/ 68309 h 361333"/>
                <a:gd name="connsiteX10" fmla="*/ 180196 w 361670"/>
                <a:gd name="connsiteY10" fmla="*/ 114912 h 361333"/>
                <a:gd name="connsiteX11" fmla="*/ 200005 w 361670"/>
                <a:gd name="connsiteY11" fmla="*/ 134702 h 361333"/>
                <a:gd name="connsiteX12" fmla="*/ 200005 w 361670"/>
                <a:gd name="connsiteY12" fmla="*/ 135341 h 361333"/>
                <a:gd name="connsiteX13" fmla="*/ 200005 w 361670"/>
                <a:gd name="connsiteY13" fmla="*/ 135979 h 361333"/>
                <a:gd name="connsiteX14" fmla="*/ 180196 w 361670"/>
                <a:gd name="connsiteY14" fmla="*/ 155769 h 361333"/>
                <a:gd name="connsiteX15" fmla="*/ 162305 w 361670"/>
                <a:gd name="connsiteY15" fmla="*/ 143640 h 361333"/>
                <a:gd name="connsiteX16" fmla="*/ 160388 w 361670"/>
                <a:gd name="connsiteY16" fmla="*/ 135341 h 361333"/>
                <a:gd name="connsiteX17" fmla="*/ 180196 w 361670"/>
                <a:gd name="connsiteY17" fmla="*/ 114912 h 361333"/>
                <a:gd name="connsiteX18" fmla="*/ 107351 w 361670"/>
                <a:gd name="connsiteY18" fmla="*/ 68309 h 361333"/>
                <a:gd name="connsiteX19" fmla="*/ 127160 w 361670"/>
                <a:gd name="connsiteY19" fmla="*/ 88099 h 361333"/>
                <a:gd name="connsiteX20" fmla="*/ 107351 w 361670"/>
                <a:gd name="connsiteY20" fmla="*/ 107889 h 361333"/>
                <a:gd name="connsiteX21" fmla="*/ 87542 w 361670"/>
                <a:gd name="connsiteY21" fmla="*/ 88099 h 361333"/>
                <a:gd name="connsiteX22" fmla="*/ 107351 w 361670"/>
                <a:gd name="connsiteY22" fmla="*/ 68309 h 361333"/>
                <a:gd name="connsiteX23" fmla="*/ 67734 w 361670"/>
                <a:gd name="connsiteY23" fmla="*/ 185774 h 361333"/>
                <a:gd name="connsiteX24" fmla="*/ 66456 w 361670"/>
                <a:gd name="connsiteY24" fmla="*/ 185774 h 361333"/>
                <a:gd name="connsiteX25" fmla="*/ 61982 w 361670"/>
                <a:gd name="connsiteY25" fmla="*/ 178113 h 361333"/>
                <a:gd name="connsiteX26" fmla="*/ 75402 w 361670"/>
                <a:gd name="connsiteY26" fmla="*/ 123211 h 361333"/>
                <a:gd name="connsiteX27" fmla="*/ 83069 w 361670"/>
                <a:gd name="connsiteY27" fmla="*/ 118742 h 361333"/>
                <a:gd name="connsiteX28" fmla="*/ 87542 w 361670"/>
                <a:gd name="connsiteY28" fmla="*/ 126403 h 361333"/>
                <a:gd name="connsiteX29" fmla="*/ 74124 w 361670"/>
                <a:gd name="connsiteY29" fmla="*/ 181305 h 361333"/>
                <a:gd name="connsiteX30" fmla="*/ 67734 w 361670"/>
                <a:gd name="connsiteY30" fmla="*/ 185774 h 361333"/>
                <a:gd name="connsiteX31" fmla="*/ 134828 w 361670"/>
                <a:gd name="connsiteY31" fmla="*/ 197265 h 361333"/>
                <a:gd name="connsiteX32" fmla="*/ 129716 w 361670"/>
                <a:gd name="connsiteY32" fmla="*/ 199819 h 361333"/>
                <a:gd name="connsiteX33" fmla="*/ 129077 w 361670"/>
                <a:gd name="connsiteY33" fmla="*/ 199819 h 361333"/>
                <a:gd name="connsiteX34" fmla="*/ 129077 w 361670"/>
                <a:gd name="connsiteY34" fmla="*/ 252806 h 361333"/>
                <a:gd name="connsiteX35" fmla="*/ 122687 w 361670"/>
                <a:gd name="connsiteY35" fmla="*/ 259190 h 361333"/>
                <a:gd name="connsiteX36" fmla="*/ 116297 w 361670"/>
                <a:gd name="connsiteY36" fmla="*/ 252806 h 361333"/>
                <a:gd name="connsiteX37" fmla="*/ 116297 w 361670"/>
                <a:gd name="connsiteY37" fmla="*/ 199819 h 361333"/>
                <a:gd name="connsiteX38" fmla="*/ 100961 w 361670"/>
                <a:gd name="connsiteY38" fmla="*/ 199819 h 361333"/>
                <a:gd name="connsiteX39" fmla="*/ 100961 w 361670"/>
                <a:gd name="connsiteY39" fmla="*/ 252806 h 361333"/>
                <a:gd name="connsiteX40" fmla="*/ 94571 w 361670"/>
                <a:gd name="connsiteY40" fmla="*/ 259190 h 361333"/>
                <a:gd name="connsiteX41" fmla="*/ 88181 w 361670"/>
                <a:gd name="connsiteY41" fmla="*/ 252806 h 361333"/>
                <a:gd name="connsiteX42" fmla="*/ 88181 w 361670"/>
                <a:gd name="connsiteY42" fmla="*/ 199819 h 361333"/>
                <a:gd name="connsiteX43" fmla="*/ 87542 w 361670"/>
                <a:gd name="connsiteY43" fmla="*/ 199819 h 361333"/>
                <a:gd name="connsiteX44" fmla="*/ 82430 w 361670"/>
                <a:gd name="connsiteY44" fmla="*/ 197265 h 361333"/>
                <a:gd name="connsiteX45" fmla="*/ 81152 w 361670"/>
                <a:gd name="connsiteY45" fmla="*/ 192158 h 361333"/>
                <a:gd name="connsiteX46" fmla="*/ 95210 w 361670"/>
                <a:gd name="connsiteY46" fmla="*/ 122573 h 361333"/>
                <a:gd name="connsiteX47" fmla="*/ 101600 w 361670"/>
                <a:gd name="connsiteY47" fmla="*/ 117465 h 361333"/>
                <a:gd name="connsiteX48" fmla="*/ 115658 w 361670"/>
                <a:gd name="connsiteY48" fmla="*/ 117465 h 361333"/>
                <a:gd name="connsiteX49" fmla="*/ 122048 w 361670"/>
                <a:gd name="connsiteY49" fmla="*/ 122573 h 361333"/>
                <a:gd name="connsiteX50" fmla="*/ 136745 w 361670"/>
                <a:gd name="connsiteY50" fmla="*/ 192158 h 361333"/>
                <a:gd name="connsiteX51" fmla="*/ 134828 w 361670"/>
                <a:gd name="connsiteY51" fmla="*/ 197265 h 361333"/>
                <a:gd name="connsiteX52" fmla="*/ 207673 w 361670"/>
                <a:gd name="connsiteY52" fmla="*/ 244506 h 361333"/>
                <a:gd name="connsiteX53" fmla="*/ 202561 w 361670"/>
                <a:gd name="connsiteY53" fmla="*/ 247060 h 361333"/>
                <a:gd name="connsiteX54" fmla="*/ 201283 w 361670"/>
                <a:gd name="connsiteY54" fmla="*/ 247060 h 361333"/>
                <a:gd name="connsiteX55" fmla="*/ 201283 w 361670"/>
                <a:gd name="connsiteY55" fmla="*/ 300047 h 361333"/>
                <a:gd name="connsiteX56" fmla="*/ 194893 w 361670"/>
                <a:gd name="connsiteY56" fmla="*/ 306431 h 361333"/>
                <a:gd name="connsiteX57" fmla="*/ 188503 w 361670"/>
                <a:gd name="connsiteY57" fmla="*/ 300047 h 361333"/>
                <a:gd name="connsiteX58" fmla="*/ 188503 w 361670"/>
                <a:gd name="connsiteY58" fmla="*/ 247060 h 361333"/>
                <a:gd name="connsiteX59" fmla="*/ 175084 w 361670"/>
                <a:gd name="connsiteY59" fmla="*/ 247060 h 361333"/>
                <a:gd name="connsiteX60" fmla="*/ 175084 w 361670"/>
                <a:gd name="connsiteY60" fmla="*/ 300047 h 361333"/>
                <a:gd name="connsiteX61" fmla="*/ 168695 w 361670"/>
                <a:gd name="connsiteY61" fmla="*/ 306431 h 361333"/>
                <a:gd name="connsiteX62" fmla="*/ 162305 w 361670"/>
                <a:gd name="connsiteY62" fmla="*/ 300047 h 361333"/>
                <a:gd name="connsiteX63" fmla="*/ 162305 w 361670"/>
                <a:gd name="connsiteY63" fmla="*/ 247060 h 361333"/>
                <a:gd name="connsiteX64" fmla="*/ 160388 w 361670"/>
                <a:gd name="connsiteY64" fmla="*/ 247060 h 361333"/>
                <a:gd name="connsiteX65" fmla="*/ 155276 w 361670"/>
                <a:gd name="connsiteY65" fmla="*/ 244506 h 361333"/>
                <a:gd name="connsiteX66" fmla="*/ 153998 w 361670"/>
                <a:gd name="connsiteY66" fmla="*/ 239399 h 361333"/>
                <a:gd name="connsiteX67" fmla="*/ 168056 w 361670"/>
                <a:gd name="connsiteY67" fmla="*/ 169814 h 361333"/>
                <a:gd name="connsiteX68" fmla="*/ 174446 w 361670"/>
                <a:gd name="connsiteY68" fmla="*/ 164707 h 361333"/>
                <a:gd name="connsiteX69" fmla="*/ 188503 w 361670"/>
                <a:gd name="connsiteY69" fmla="*/ 164707 h 361333"/>
                <a:gd name="connsiteX70" fmla="*/ 194893 w 361670"/>
                <a:gd name="connsiteY70" fmla="*/ 169814 h 361333"/>
                <a:gd name="connsiteX71" fmla="*/ 209590 w 361670"/>
                <a:gd name="connsiteY71" fmla="*/ 239399 h 361333"/>
                <a:gd name="connsiteX72" fmla="*/ 207673 w 361670"/>
                <a:gd name="connsiteY72" fmla="*/ 244506 h 361333"/>
                <a:gd name="connsiteX73" fmla="*/ 277962 w 361670"/>
                <a:gd name="connsiteY73" fmla="*/ 197265 h 361333"/>
                <a:gd name="connsiteX74" fmla="*/ 272850 w 361670"/>
                <a:gd name="connsiteY74" fmla="*/ 199819 h 361333"/>
                <a:gd name="connsiteX75" fmla="*/ 272212 w 361670"/>
                <a:gd name="connsiteY75" fmla="*/ 199819 h 361333"/>
                <a:gd name="connsiteX76" fmla="*/ 272212 w 361670"/>
                <a:gd name="connsiteY76" fmla="*/ 252806 h 361333"/>
                <a:gd name="connsiteX77" fmla="*/ 265822 w 361670"/>
                <a:gd name="connsiteY77" fmla="*/ 259190 h 361333"/>
                <a:gd name="connsiteX78" fmla="*/ 259432 w 361670"/>
                <a:gd name="connsiteY78" fmla="*/ 252806 h 361333"/>
                <a:gd name="connsiteX79" fmla="*/ 259432 w 361670"/>
                <a:gd name="connsiteY79" fmla="*/ 199819 h 361333"/>
                <a:gd name="connsiteX80" fmla="*/ 244096 w 361670"/>
                <a:gd name="connsiteY80" fmla="*/ 199819 h 361333"/>
                <a:gd name="connsiteX81" fmla="*/ 244096 w 361670"/>
                <a:gd name="connsiteY81" fmla="*/ 252806 h 361333"/>
                <a:gd name="connsiteX82" fmla="*/ 237706 w 361670"/>
                <a:gd name="connsiteY82" fmla="*/ 259190 h 361333"/>
                <a:gd name="connsiteX83" fmla="*/ 231316 w 361670"/>
                <a:gd name="connsiteY83" fmla="*/ 252806 h 361333"/>
                <a:gd name="connsiteX84" fmla="*/ 231316 w 361670"/>
                <a:gd name="connsiteY84" fmla="*/ 199819 h 361333"/>
                <a:gd name="connsiteX85" fmla="*/ 230677 w 361670"/>
                <a:gd name="connsiteY85" fmla="*/ 199819 h 361333"/>
                <a:gd name="connsiteX86" fmla="*/ 225565 w 361670"/>
                <a:gd name="connsiteY86" fmla="*/ 197265 h 361333"/>
                <a:gd name="connsiteX87" fmla="*/ 224287 w 361670"/>
                <a:gd name="connsiteY87" fmla="*/ 192158 h 361333"/>
                <a:gd name="connsiteX88" fmla="*/ 238345 w 361670"/>
                <a:gd name="connsiteY88" fmla="*/ 122573 h 361333"/>
                <a:gd name="connsiteX89" fmla="*/ 244735 w 361670"/>
                <a:gd name="connsiteY89" fmla="*/ 117465 h 361333"/>
                <a:gd name="connsiteX90" fmla="*/ 258792 w 361670"/>
                <a:gd name="connsiteY90" fmla="*/ 117465 h 361333"/>
                <a:gd name="connsiteX91" fmla="*/ 265182 w 361670"/>
                <a:gd name="connsiteY91" fmla="*/ 122573 h 361333"/>
                <a:gd name="connsiteX92" fmla="*/ 279880 w 361670"/>
                <a:gd name="connsiteY92" fmla="*/ 192158 h 361333"/>
                <a:gd name="connsiteX93" fmla="*/ 277962 w 361670"/>
                <a:gd name="connsiteY93" fmla="*/ 197265 h 361333"/>
                <a:gd name="connsiteX94" fmla="*/ 294576 w 361670"/>
                <a:gd name="connsiteY94" fmla="*/ 185774 h 361333"/>
                <a:gd name="connsiteX95" fmla="*/ 293298 w 361670"/>
                <a:gd name="connsiteY95" fmla="*/ 185774 h 361333"/>
                <a:gd name="connsiteX96" fmla="*/ 286908 w 361670"/>
                <a:gd name="connsiteY96" fmla="*/ 180667 h 361333"/>
                <a:gd name="connsiteX97" fmla="*/ 273490 w 361670"/>
                <a:gd name="connsiteY97" fmla="*/ 125765 h 361333"/>
                <a:gd name="connsiteX98" fmla="*/ 277962 w 361670"/>
                <a:gd name="connsiteY98" fmla="*/ 118104 h 361333"/>
                <a:gd name="connsiteX99" fmla="*/ 285630 w 361670"/>
                <a:gd name="connsiteY99" fmla="*/ 122573 h 361333"/>
                <a:gd name="connsiteX100" fmla="*/ 299049 w 361670"/>
                <a:gd name="connsiteY100" fmla="*/ 177475 h 361333"/>
                <a:gd name="connsiteX101" fmla="*/ 294576 w 361670"/>
                <a:gd name="connsiteY101" fmla="*/ 18577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361670" h="361333">
                  <a:moveTo>
                    <a:pt x="180836" y="0"/>
                  </a:moveTo>
                  <a:cubicBezTo>
                    <a:pt x="80513" y="0"/>
                    <a:pt x="0" y="81077"/>
                    <a:pt x="0" y="180667"/>
                  </a:cubicBezTo>
                  <a:cubicBezTo>
                    <a:pt x="0" y="280895"/>
                    <a:pt x="81152" y="361334"/>
                    <a:pt x="180836" y="361334"/>
                  </a:cubicBezTo>
                  <a:cubicBezTo>
                    <a:pt x="281157" y="361334"/>
                    <a:pt x="361671" y="280257"/>
                    <a:pt x="361671" y="180667"/>
                  </a:cubicBezTo>
                  <a:cubicBezTo>
                    <a:pt x="361671" y="81077"/>
                    <a:pt x="280518" y="0"/>
                    <a:pt x="180836" y="0"/>
                  </a:cubicBezTo>
                  <a:close/>
                  <a:moveTo>
                    <a:pt x="251125" y="68309"/>
                  </a:moveTo>
                  <a:cubicBezTo>
                    <a:pt x="261987" y="68309"/>
                    <a:pt x="270934" y="77246"/>
                    <a:pt x="270934" y="88099"/>
                  </a:cubicBezTo>
                  <a:cubicBezTo>
                    <a:pt x="270934" y="98952"/>
                    <a:pt x="261987" y="107889"/>
                    <a:pt x="251125" y="107889"/>
                  </a:cubicBezTo>
                  <a:cubicBezTo>
                    <a:pt x="240262" y="107889"/>
                    <a:pt x="231316" y="98952"/>
                    <a:pt x="231316" y="88099"/>
                  </a:cubicBezTo>
                  <a:cubicBezTo>
                    <a:pt x="231316" y="77246"/>
                    <a:pt x="240262" y="68309"/>
                    <a:pt x="251125" y="68309"/>
                  </a:cubicBezTo>
                  <a:close/>
                  <a:moveTo>
                    <a:pt x="180196" y="114912"/>
                  </a:moveTo>
                  <a:cubicBezTo>
                    <a:pt x="191059" y="114912"/>
                    <a:pt x="200005" y="123849"/>
                    <a:pt x="200005" y="134702"/>
                  </a:cubicBezTo>
                  <a:cubicBezTo>
                    <a:pt x="200005" y="134702"/>
                    <a:pt x="200005" y="134702"/>
                    <a:pt x="200005" y="135341"/>
                  </a:cubicBezTo>
                  <a:cubicBezTo>
                    <a:pt x="200005" y="135341"/>
                    <a:pt x="200005" y="135341"/>
                    <a:pt x="200005" y="135979"/>
                  </a:cubicBezTo>
                  <a:cubicBezTo>
                    <a:pt x="200005" y="146832"/>
                    <a:pt x="191059" y="155769"/>
                    <a:pt x="180196" y="155769"/>
                  </a:cubicBezTo>
                  <a:cubicBezTo>
                    <a:pt x="171889" y="155769"/>
                    <a:pt x="164861" y="150662"/>
                    <a:pt x="162305" y="143640"/>
                  </a:cubicBezTo>
                  <a:cubicBezTo>
                    <a:pt x="161027" y="141086"/>
                    <a:pt x="160388" y="138533"/>
                    <a:pt x="160388" y="135341"/>
                  </a:cubicBezTo>
                  <a:cubicBezTo>
                    <a:pt x="160388" y="123849"/>
                    <a:pt x="169333" y="114912"/>
                    <a:pt x="180196" y="114912"/>
                  </a:cubicBezTo>
                  <a:close/>
                  <a:moveTo>
                    <a:pt x="107351" y="68309"/>
                  </a:moveTo>
                  <a:cubicBezTo>
                    <a:pt x="118214" y="68309"/>
                    <a:pt x="127160" y="77246"/>
                    <a:pt x="127160" y="88099"/>
                  </a:cubicBezTo>
                  <a:cubicBezTo>
                    <a:pt x="127160" y="98952"/>
                    <a:pt x="118214" y="107889"/>
                    <a:pt x="107351" y="107889"/>
                  </a:cubicBezTo>
                  <a:cubicBezTo>
                    <a:pt x="96488" y="107889"/>
                    <a:pt x="87542" y="98952"/>
                    <a:pt x="87542" y="88099"/>
                  </a:cubicBezTo>
                  <a:cubicBezTo>
                    <a:pt x="87542" y="77246"/>
                    <a:pt x="96488" y="68309"/>
                    <a:pt x="107351" y="68309"/>
                  </a:cubicBezTo>
                  <a:close/>
                  <a:moveTo>
                    <a:pt x="67734" y="185774"/>
                  </a:moveTo>
                  <a:cubicBezTo>
                    <a:pt x="67094" y="185774"/>
                    <a:pt x="66456" y="185774"/>
                    <a:pt x="66456" y="185774"/>
                  </a:cubicBezTo>
                  <a:cubicBezTo>
                    <a:pt x="63261" y="185135"/>
                    <a:pt x="60704" y="181305"/>
                    <a:pt x="61982" y="178113"/>
                  </a:cubicBezTo>
                  <a:lnTo>
                    <a:pt x="75402" y="123211"/>
                  </a:lnTo>
                  <a:cubicBezTo>
                    <a:pt x="76040" y="120019"/>
                    <a:pt x="79874" y="117465"/>
                    <a:pt x="83069" y="118742"/>
                  </a:cubicBezTo>
                  <a:cubicBezTo>
                    <a:pt x="86264" y="119381"/>
                    <a:pt x="88820" y="123211"/>
                    <a:pt x="87542" y="126403"/>
                  </a:cubicBezTo>
                  <a:lnTo>
                    <a:pt x="74124" y="181305"/>
                  </a:lnTo>
                  <a:cubicBezTo>
                    <a:pt x="73484" y="183859"/>
                    <a:pt x="70929" y="185774"/>
                    <a:pt x="67734" y="185774"/>
                  </a:cubicBezTo>
                  <a:close/>
                  <a:moveTo>
                    <a:pt x="134828" y="197265"/>
                  </a:moveTo>
                  <a:cubicBezTo>
                    <a:pt x="133550" y="198542"/>
                    <a:pt x="131633" y="199819"/>
                    <a:pt x="129716" y="199819"/>
                  </a:cubicBezTo>
                  <a:lnTo>
                    <a:pt x="129077" y="199819"/>
                  </a:lnTo>
                  <a:lnTo>
                    <a:pt x="129077" y="252806"/>
                  </a:lnTo>
                  <a:cubicBezTo>
                    <a:pt x="129077" y="256636"/>
                    <a:pt x="126521" y="259190"/>
                    <a:pt x="122687" y="259190"/>
                  </a:cubicBezTo>
                  <a:cubicBezTo>
                    <a:pt x="118853" y="259190"/>
                    <a:pt x="116297" y="256636"/>
                    <a:pt x="116297" y="252806"/>
                  </a:cubicBezTo>
                  <a:lnTo>
                    <a:pt x="116297" y="199819"/>
                  </a:lnTo>
                  <a:lnTo>
                    <a:pt x="100961" y="199819"/>
                  </a:lnTo>
                  <a:lnTo>
                    <a:pt x="100961" y="252806"/>
                  </a:lnTo>
                  <a:cubicBezTo>
                    <a:pt x="100961" y="256636"/>
                    <a:pt x="98405" y="259190"/>
                    <a:pt x="94571" y="259190"/>
                  </a:cubicBezTo>
                  <a:cubicBezTo>
                    <a:pt x="90737" y="259190"/>
                    <a:pt x="88181" y="256636"/>
                    <a:pt x="88181" y="252806"/>
                  </a:cubicBezTo>
                  <a:lnTo>
                    <a:pt x="88181" y="199819"/>
                  </a:lnTo>
                  <a:lnTo>
                    <a:pt x="87542" y="199819"/>
                  </a:lnTo>
                  <a:cubicBezTo>
                    <a:pt x="85625" y="199819"/>
                    <a:pt x="83708" y="199180"/>
                    <a:pt x="82430" y="197265"/>
                  </a:cubicBezTo>
                  <a:cubicBezTo>
                    <a:pt x="81152" y="195988"/>
                    <a:pt x="80513" y="194073"/>
                    <a:pt x="81152" y="192158"/>
                  </a:cubicBezTo>
                  <a:lnTo>
                    <a:pt x="95210" y="122573"/>
                  </a:lnTo>
                  <a:cubicBezTo>
                    <a:pt x="95849" y="119381"/>
                    <a:pt x="98405" y="117465"/>
                    <a:pt x="101600" y="117465"/>
                  </a:cubicBezTo>
                  <a:lnTo>
                    <a:pt x="115658" y="117465"/>
                  </a:lnTo>
                  <a:cubicBezTo>
                    <a:pt x="118853" y="117465"/>
                    <a:pt x="121409" y="119381"/>
                    <a:pt x="122048" y="122573"/>
                  </a:cubicBezTo>
                  <a:lnTo>
                    <a:pt x="136745" y="192158"/>
                  </a:lnTo>
                  <a:cubicBezTo>
                    <a:pt x="136745" y="194073"/>
                    <a:pt x="136106" y="195988"/>
                    <a:pt x="134828" y="197265"/>
                  </a:cubicBezTo>
                  <a:close/>
                  <a:moveTo>
                    <a:pt x="207673" y="244506"/>
                  </a:moveTo>
                  <a:cubicBezTo>
                    <a:pt x="206395" y="245783"/>
                    <a:pt x="204478" y="247060"/>
                    <a:pt x="202561" y="247060"/>
                  </a:cubicBezTo>
                  <a:lnTo>
                    <a:pt x="201283" y="247060"/>
                  </a:lnTo>
                  <a:lnTo>
                    <a:pt x="201283" y="300047"/>
                  </a:lnTo>
                  <a:cubicBezTo>
                    <a:pt x="201283" y="303878"/>
                    <a:pt x="198727" y="306431"/>
                    <a:pt x="194893" y="306431"/>
                  </a:cubicBezTo>
                  <a:cubicBezTo>
                    <a:pt x="191059" y="306431"/>
                    <a:pt x="188503" y="303878"/>
                    <a:pt x="188503" y="300047"/>
                  </a:cubicBezTo>
                  <a:lnTo>
                    <a:pt x="188503" y="247060"/>
                  </a:lnTo>
                  <a:lnTo>
                    <a:pt x="175084" y="247060"/>
                  </a:lnTo>
                  <a:lnTo>
                    <a:pt x="175084" y="300047"/>
                  </a:lnTo>
                  <a:cubicBezTo>
                    <a:pt x="175084" y="303878"/>
                    <a:pt x="172528" y="306431"/>
                    <a:pt x="168695" y="306431"/>
                  </a:cubicBezTo>
                  <a:cubicBezTo>
                    <a:pt x="164861" y="306431"/>
                    <a:pt x="162305" y="303878"/>
                    <a:pt x="162305" y="300047"/>
                  </a:cubicBezTo>
                  <a:lnTo>
                    <a:pt x="162305" y="247060"/>
                  </a:lnTo>
                  <a:lnTo>
                    <a:pt x="160388" y="247060"/>
                  </a:lnTo>
                  <a:cubicBezTo>
                    <a:pt x="158471" y="247060"/>
                    <a:pt x="156553" y="246422"/>
                    <a:pt x="155276" y="244506"/>
                  </a:cubicBezTo>
                  <a:cubicBezTo>
                    <a:pt x="153998" y="243230"/>
                    <a:pt x="153358" y="241314"/>
                    <a:pt x="153998" y="239399"/>
                  </a:cubicBezTo>
                  <a:lnTo>
                    <a:pt x="168056" y="169814"/>
                  </a:lnTo>
                  <a:cubicBezTo>
                    <a:pt x="168695" y="166622"/>
                    <a:pt x="171251" y="164707"/>
                    <a:pt x="174446" y="164707"/>
                  </a:cubicBezTo>
                  <a:lnTo>
                    <a:pt x="188503" y="164707"/>
                  </a:lnTo>
                  <a:cubicBezTo>
                    <a:pt x="191698" y="164707"/>
                    <a:pt x="194254" y="166622"/>
                    <a:pt x="194893" y="169814"/>
                  </a:cubicBezTo>
                  <a:lnTo>
                    <a:pt x="209590" y="239399"/>
                  </a:lnTo>
                  <a:cubicBezTo>
                    <a:pt x="208951" y="240676"/>
                    <a:pt x="208951" y="243230"/>
                    <a:pt x="207673" y="244506"/>
                  </a:cubicBezTo>
                  <a:close/>
                  <a:moveTo>
                    <a:pt x="277962" y="197265"/>
                  </a:moveTo>
                  <a:cubicBezTo>
                    <a:pt x="276685" y="198542"/>
                    <a:pt x="274767" y="199819"/>
                    <a:pt x="272850" y="199819"/>
                  </a:cubicBezTo>
                  <a:lnTo>
                    <a:pt x="272212" y="199819"/>
                  </a:lnTo>
                  <a:lnTo>
                    <a:pt x="272212" y="252806"/>
                  </a:lnTo>
                  <a:cubicBezTo>
                    <a:pt x="272212" y="256636"/>
                    <a:pt x="269655" y="259190"/>
                    <a:pt x="265822" y="259190"/>
                  </a:cubicBezTo>
                  <a:cubicBezTo>
                    <a:pt x="261987" y="259190"/>
                    <a:pt x="259432" y="256636"/>
                    <a:pt x="259432" y="252806"/>
                  </a:cubicBezTo>
                  <a:lnTo>
                    <a:pt x="259432" y="199819"/>
                  </a:lnTo>
                  <a:lnTo>
                    <a:pt x="244096" y="199819"/>
                  </a:lnTo>
                  <a:lnTo>
                    <a:pt x="244096" y="252806"/>
                  </a:lnTo>
                  <a:cubicBezTo>
                    <a:pt x="244096" y="256636"/>
                    <a:pt x="241540" y="259190"/>
                    <a:pt x="237706" y="259190"/>
                  </a:cubicBezTo>
                  <a:cubicBezTo>
                    <a:pt x="233872" y="259190"/>
                    <a:pt x="231316" y="256636"/>
                    <a:pt x="231316" y="252806"/>
                  </a:cubicBezTo>
                  <a:lnTo>
                    <a:pt x="231316" y="199819"/>
                  </a:lnTo>
                  <a:lnTo>
                    <a:pt x="230677" y="199819"/>
                  </a:lnTo>
                  <a:cubicBezTo>
                    <a:pt x="228760" y="199819"/>
                    <a:pt x="226843" y="199180"/>
                    <a:pt x="225565" y="197265"/>
                  </a:cubicBezTo>
                  <a:cubicBezTo>
                    <a:pt x="224287" y="195988"/>
                    <a:pt x="223648" y="194073"/>
                    <a:pt x="224287" y="192158"/>
                  </a:cubicBezTo>
                  <a:lnTo>
                    <a:pt x="238345" y="122573"/>
                  </a:lnTo>
                  <a:cubicBezTo>
                    <a:pt x="238984" y="119381"/>
                    <a:pt x="241540" y="117465"/>
                    <a:pt x="244735" y="117465"/>
                  </a:cubicBezTo>
                  <a:lnTo>
                    <a:pt x="258792" y="117465"/>
                  </a:lnTo>
                  <a:cubicBezTo>
                    <a:pt x="261987" y="117465"/>
                    <a:pt x="264544" y="119381"/>
                    <a:pt x="265182" y="122573"/>
                  </a:cubicBezTo>
                  <a:lnTo>
                    <a:pt x="279880" y="192158"/>
                  </a:lnTo>
                  <a:cubicBezTo>
                    <a:pt x="279880" y="194073"/>
                    <a:pt x="279240" y="195988"/>
                    <a:pt x="277962" y="197265"/>
                  </a:cubicBezTo>
                  <a:close/>
                  <a:moveTo>
                    <a:pt x="294576" y="185774"/>
                  </a:moveTo>
                  <a:cubicBezTo>
                    <a:pt x="293937" y="185774"/>
                    <a:pt x="293298" y="185774"/>
                    <a:pt x="293298" y="185774"/>
                  </a:cubicBezTo>
                  <a:cubicBezTo>
                    <a:pt x="290103" y="185774"/>
                    <a:pt x="287547" y="183859"/>
                    <a:pt x="286908" y="180667"/>
                  </a:cubicBezTo>
                  <a:lnTo>
                    <a:pt x="273490" y="125765"/>
                  </a:lnTo>
                  <a:cubicBezTo>
                    <a:pt x="272850" y="122573"/>
                    <a:pt x="274767" y="118742"/>
                    <a:pt x="277962" y="118104"/>
                  </a:cubicBezTo>
                  <a:cubicBezTo>
                    <a:pt x="281157" y="117465"/>
                    <a:pt x="284991" y="119381"/>
                    <a:pt x="285630" y="122573"/>
                  </a:cubicBezTo>
                  <a:lnTo>
                    <a:pt x="299049" y="177475"/>
                  </a:lnTo>
                  <a:cubicBezTo>
                    <a:pt x="300327" y="181305"/>
                    <a:pt x="298410" y="185135"/>
                    <a:pt x="294576" y="185774"/>
                  </a:cubicBezTo>
                  <a:close/>
                </a:path>
              </a:pathLst>
            </a:custGeom>
            <a:solidFill>
              <a:srgbClr val="007CB0"/>
            </a:solidFill>
            <a:ln w="6390" cap="flat">
              <a:noFill/>
              <a:prstDash val="solid"/>
              <a:miter/>
            </a:ln>
          </p:spPr>
          <p:txBody>
            <a:bodyPr rtlCol="0" anchor="ctr"/>
            <a:lstStyle/>
            <a:p>
              <a:endParaRPr lang="en-US"/>
            </a:p>
          </p:txBody>
        </p:sp>
        <p:sp>
          <p:nvSpPr>
            <p:cNvPr id="1092" name="Graphic 4">
              <a:extLst>
                <a:ext uri="{FF2B5EF4-FFF2-40B4-BE49-F238E27FC236}">
                  <a16:creationId xmlns:a16="http://schemas.microsoft.com/office/drawing/2014/main" id="{C056347B-EB71-B84D-8C44-4BBB64889ED6}"/>
                </a:ext>
              </a:extLst>
            </p:cNvPr>
            <p:cNvSpPr/>
            <p:nvPr/>
          </p:nvSpPr>
          <p:spPr>
            <a:xfrm>
              <a:off x="5338153" y="4438945"/>
              <a:ext cx="26837" cy="56817"/>
            </a:xfrm>
            <a:custGeom>
              <a:avLst/>
              <a:gdLst>
                <a:gd name="connsiteX0" fmla="*/ 11502 w 26837"/>
                <a:gd name="connsiteY0" fmla="*/ 0 h 56817"/>
                <a:gd name="connsiteX1" fmla="*/ 0 w 26837"/>
                <a:gd name="connsiteY1" fmla="*/ 56817 h 56817"/>
                <a:gd name="connsiteX2" fmla="*/ 26837 w 26837"/>
                <a:gd name="connsiteY2" fmla="*/ 56817 h 56817"/>
                <a:gd name="connsiteX3" fmla="*/ 15336 w 26837"/>
                <a:gd name="connsiteY3" fmla="*/ 0 h 56817"/>
              </a:gdLst>
              <a:ahLst/>
              <a:cxnLst>
                <a:cxn ang="0">
                  <a:pos x="connsiteX0" y="connsiteY0"/>
                </a:cxn>
                <a:cxn ang="0">
                  <a:pos x="connsiteX1" y="connsiteY1"/>
                </a:cxn>
                <a:cxn ang="0">
                  <a:pos x="connsiteX2" y="connsiteY2"/>
                </a:cxn>
                <a:cxn ang="0">
                  <a:pos x="connsiteX3" y="connsiteY3"/>
                </a:cxn>
              </a:cxnLst>
              <a:rect l="l" t="t" r="r" b="b"/>
              <a:pathLst>
                <a:path w="26837" h="56817">
                  <a:moveTo>
                    <a:pt x="11502" y="0"/>
                  </a:moveTo>
                  <a:lnTo>
                    <a:pt x="0" y="56817"/>
                  </a:lnTo>
                  <a:lnTo>
                    <a:pt x="26837" y="56817"/>
                  </a:lnTo>
                  <a:lnTo>
                    <a:pt x="15336" y="0"/>
                  </a:lnTo>
                  <a:close/>
                </a:path>
              </a:pathLst>
            </a:custGeom>
            <a:solidFill>
              <a:srgbClr val="007CB0"/>
            </a:solidFill>
            <a:ln w="6390" cap="flat">
              <a:noFill/>
              <a:prstDash val="solid"/>
              <a:miter/>
            </a:ln>
          </p:spPr>
          <p:txBody>
            <a:bodyPr rtlCol="0" anchor="ctr"/>
            <a:lstStyle/>
            <a:p>
              <a:endParaRPr lang="en-US"/>
            </a:p>
          </p:txBody>
        </p:sp>
      </p:grpSp>
      <p:grpSp>
        <p:nvGrpSpPr>
          <p:cNvPr id="1093" name="Graphic 4">
            <a:extLst>
              <a:ext uri="{FF2B5EF4-FFF2-40B4-BE49-F238E27FC236}">
                <a16:creationId xmlns:a16="http://schemas.microsoft.com/office/drawing/2014/main" id="{56CBA517-6799-A94E-BF87-F433D32CC0F4}"/>
              </a:ext>
            </a:extLst>
          </p:cNvPr>
          <p:cNvGrpSpPr/>
          <p:nvPr/>
        </p:nvGrpSpPr>
        <p:grpSpPr>
          <a:xfrm>
            <a:off x="5708769" y="1893013"/>
            <a:ext cx="361674" cy="361333"/>
            <a:chOff x="5708769" y="1893013"/>
            <a:chExt cx="361674" cy="361333"/>
          </a:xfrm>
          <a:solidFill>
            <a:srgbClr val="007CB0"/>
          </a:solidFill>
        </p:grpSpPr>
        <p:sp>
          <p:nvSpPr>
            <p:cNvPr id="1094" name="Graphic 4">
              <a:extLst>
                <a:ext uri="{FF2B5EF4-FFF2-40B4-BE49-F238E27FC236}">
                  <a16:creationId xmlns:a16="http://schemas.microsoft.com/office/drawing/2014/main" id="{59334080-8660-C14B-A24B-46353003F90A}"/>
                </a:ext>
              </a:extLst>
            </p:cNvPr>
            <p:cNvSpPr/>
            <p:nvPr/>
          </p:nvSpPr>
          <p:spPr>
            <a:xfrm>
              <a:off x="5708769" y="1893013"/>
              <a:ext cx="361674" cy="361333"/>
            </a:xfrm>
            <a:custGeom>
              <a:avLst/>
              <a:gdLst>
                <a:gd name="connsiteX0" fmla="*/ 180835 w 361674"/>
                <a:gd name="connsiteY0" fmla="*/ 349204 h 361333"/>
                <a:gd name="connsiteX1" fmla="*/ 12780 w 361674"/>
                <a:gd name="connsiteY1" fmla="*/ 181305 h 361333"/>
                <a:gd name="connsiteX2" fmla="*/ 180835 w 361674"/>
                <a:gd name="connsiteY2" fmla="*/ 13406 h 361333"/>
                <a:gd name="connsiteX3" fmla="*/ 348890 w 361674"/>
                <a:gd name="connsiteY3" fmla="*/ 181305 h 361333"/>
                <a:gd name="connsiteX4" fmla="*/ 180835 w 361674"/>
                <a:gd name="connsiteY4" fmla="*/ 349204 h 361333"/>
                <a:gd name="connsiteX5" fmla="*/ 180835 w 361674"/>
                <a:gd name="connsiteY5" fmla="*/ 0 h 361333"/>
                <a:gd name="connsiteX6" fmla="*/ 0 w 361674"/>
                <a:gd name="connsiteY6" fmla="*/ 180667 h 361333"/>
                <a:gd name="connsiteX7" fmla="*/ 180835 w 361674"/>
                <a:gd name="connsiteY7" fmla="*/ 361333 h 361333"/>
                <a:gd name="connsiteX8" fmla="*/ 361670 w 361674"/>
                <a:gd name="connsiteY8" fmla="*/ 180667 h 361333"/>
                <a:gd name="connsiteX9" fmla="*/ 180835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29" y="273873"/>
                    <a:pt x="273489" y="349204"/>
                    <a:pt x="180835" y="349204"/>
                  </a:cubicBezTo>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09" y="81077"/>
                    <a:pt x="281157" y="0"/>
                    <a:pt x="180835" y="0"/>
                  </a:cubicBezTo>
                </a:path>
              </a:pathLst>
            </a:custGeom>
            <a:solidFill>
              <a:srgbClr val="007CB0"/>
            </a:solidFill>
            <a:ln w="6390" cap="flat">
              <a:noFill/>
              <a:prstDash val="solid"/>
              <a:miter/>
            </a:ln>
          </p:spPr>
          <p:txBody>
            <a:bodyPr rtlCol="0" anchor="ctr"/>
            <a:lstStyle/>
            <a:p>
              <a:endParaRPr lang="en-US"/>
            </a:p>
          </p:txBody>
        </p:sp>
        <p:sp>
          <p:nvSpPr>
            <p:cNvPr id="1095" name="Graphic 4">
              <a:extLst>
                <a:ext uri="{FF2B5EF4-FFF2-40B4-BE49-F238E27FC236}">
                  <a16:creationId xmlns:a16="http://schemas.microsoft.com/office/drawing/2014/main" id="{DDE148AE-73A0-7148-8A8A-0C8F0A74A8F6}"/>
                </a:ext>
              </a:extLst>
            </p:cNvPr>
            <p:cNvSpPr/>
            <p:nvPr/>
          </p:nvSpPr>
          <p:spPr>
            <a:xfrm>
              <a:off x="5761544" y="2008563"/>
              <a:ext cx="256498" cy="129217"/>
            </a:xfrm>
            <a:custGeom>
              <a:avLst/>
              <a:gdLst>
                <a:gd name="connsiteX0" fmla="*/ 206018 w 256498"/>
                <a:gd name="connsiteY0" fmla="*/ 21067 h 129217"/>
                <a:gd name="connsiteX1" fmla="*/ 197072 w 256498"/>
                <a:gd name="connsiteY1" fmla="*/ 21067 h 129217"/>
                <a:gd name="connsiteX2" fmla="*/ 193238 w 256498"/>
                <a:gd name="connsiteY2" fmla="*/ 24897 h 129217"/>
                <a:gd name="connsiteX3" fmla="*/ 170873 w 256498"/>
                <a:gd name="connsiteY3" fmla="*/ 20429 h 129217"/>
                <a:gd name="connsiteX4" fmla="*/ 191960 w 256498"/>
                <a:gd name="connsiteY4" fmla="*/ 12768 h 129217"/>
                <a:gd name="connsiteX5" fmla="*/ 213047 w 256498"/>
                <a:gd name="connsiteY5" fmla="*/ 20429 h 129217"/>
                <a:gd name="connsiteX6" fmla="*/ 208574 w 256498"/>
                <a:gd name="connsiteY6" fmla="*/ 23621 h 129217"/>
                <a:gd name="connsiteX7" fmla="*/ 206018 w 256498"/>
                <a:gd name="connsiteY7" fmla="*/ 21067 h 129217"/>
                <a:gd name="connsiteX8" fmla="*/ 86526 w 256498"/>
                <a:gd name="connsiteY8" fmla="*/ 90014 h 129217"/>
                <a:gd name="connsiteX9" fmla="*/ 96750 w 256498"/>
                <a:gd name="connsiteY9" fmla="*/ 67670 h 129217"/>
                <a:gd name="connsiteX10" fmla="*/ 103779 w 256498"/>
                <a:gd name="connsiteY10" fmla="*/ 92568 h 129217"/>
                <a:gd name="connsiteX11" fmla="*/ 85887 w 256498"/>
                <a:gd name="connsiteY11" fmla="*/ 92568 h 129217"/>
                <a:gd name="connsiteX12" fmla="*/ 86526 w 256498"/>
                <a:gd name="connsiteY12" fmla="*/ 90014 h 129217"/>
                <a:gd name="connsiteX13" fmla="*/ 72468 w 256498"/>
                <a:gd name="connsiteY13" fmla="*/ 16598 h 129217"/>
                <a:gd name="connsiteX14" fmla="*/ 87804 w 256498"/>
                <a:gd name="connsiteY14" fmla="*/ 24259 h 129217"/>
                <a:gd name="connsiteX15" fmla="*/ 89082 w 256498"/>
                <a:gd name="connsiteY15" fmla="*/ 25536 h 129217"/>
                <a:gd name="connsiteX16" fmla="*/ 90999 w 256498"/>
                <a:gd name="connsiteY16" fmla="*/ 33197 h 129217"/>
                <a:gd name="connsiteX17" fmla="*/ 72468 w 256498"/>
                <a:gd name="connsiteY17" fmla="*/ 16598 h 129217"/>
                <a:gd name="connsiteX18" fmla="*/ 38601 w 256498"/>
                <a:gd name="connsiteY18" fmla="*/ 33197 h 129217"/>
                <a:gd name="connsiteX19" fmla="*/ 39879 w 256498"/>
                <a:gd name="connsiteY19" fmla="*/ 26174 h 129217"/>
                <a:gd name="connsiteX20" fmla="*/ 41796 w 256498"/>
                <a:gd name="connsiteY20" fmla="*/ 23621 h 129217"/>
                <a:gd name="connsiteX21" fmla="*/ 57132 w 256498"/>
                <a:gd name="connsiteY21" fmla="*/ 15960 h 129217"/>
                <a:gd name="connsiteX22" fmla="*/ 38601 w 256498"/>
                <a:gd name="connsiteY22" fmla="*/ 33197 h 129217"/>
                <a:gd name="connsiteX23" fmla="*/ 41796 w 256498"/>
                <a:gd name="connsiteY23" fmla="*/ 89376 h 129217"/>
                <a:gd name="connsiteX24" fmla="*/ 41796 w 256498"/>
                <a:gd name="connsiteY24" fmla="*/ 92568 h 129217"/>
                <a:gd name="connsiteX25" fmla="*/ 24543 w 256498"/>
                <a:gd name="connsiteY25" fmla="*/ 92568 h 129217"/>
                <a:gd name="connsiteX26" fmla="*/ 31572 w 256498"/>
                <a:gd name="connsiteY26" fmla="*/ 68947 h 129217"/>
                <a:gd name="connsiteX27" fmla="*/ 41796 w 256498"/>
                <a:gd name="connsiteY27" fmla="*/ 89376 h 129217"/>
                <a:gd name="connsiteX28" fmla="*/ 252664 w 256498"/>
                <a:gd name="connsiteY28" fmla="*/ 116189 h 129217"/>
                <a:gd name="connsiteX29" fmla="*/ 231578 w 256498"/>
                <a:gd name="connsiteY29" fmla="*/ 111081 h 129217"/>
                <a:gd name="connsiteX30" fmla="*/ 221353 w 256498"/>
                <a:gd name="connsiteY30" fmla="*/ 109166 h 129217"/>
                <a:gd name="connsiteX31" fmla="*/ 214325 w 256498"/>
                <a:gd name="connsiteY31" fmla="*/ 90014 h 129217"/>
                <a:gd name="connsiteX32" fmla="*/ 227743 w 256498"/>
                <a:gd name="connsiteY32" fmla="*/ 59371 h 129217"/>
                <a:gd name="connsiteX33" fmla="*/ 223910 w 256498"/>
                <a:gd name="connsiteY33" fmla="*/ 13406 h 129217"/>
                <a:gd name="connsiteX34" fmla="*/ 191960 w 256498"/>
                <a:gd name="connsiteY34" fmla="*/ 0 h 129217"/>
                <a:gd name="connsiteX35" fmla="*/ 160010 w 256498"/>
                <a:gd name="connsiteY35" fmla="*/ 13406 h 129217"/>
                <a:gd name="connsiteX36" fmla="*/ 156176 w 256498"/>
                <a:gd name="connsiteY36" fmla="*/ 59371 h 129217"/>
                <a:gd name="connsiteX37" fmla="*/ 168956 w 256498"/>
                <a:gd name="connsiteY37" fmla="*/ 90014 h 129217"/>
                <a:gd name="connsiteX38" fmla="*/ 162566 w 256498"/>
                <a:gd name="connsiteY38" fmla="*/ 109805 h 129217"/>
                <a:gd name="connsiteX39" fmla="*/ 152342 w 256498"/>
                <a:gd name="connsiteY39" fmla="*/ 111720 h 129217"/>
                <a:gd name="connsiteX40" fmla="*/ 131255 w 256498"/>
                <a:gd name="connsiteY40" fmla="*/ 116827 h 129217"/>
                <a:gd name="connsiteX41" fmla="*/ 128061 w 256498"/>
                <a:gd name="connsiteY41" fmla="*/ 120657 h 129217"/>
                <a:gd name="connsiteX42" fmla="*/ 124866 w 256498"/>
                <a:gd name="connsiteY42" fmla="*/ 116827 h 129217"/>
                <a:gd name="connsiteX43" fmla="*/ 103779 w 256498"/>
                <a:gd name="connsiteY43" fmla="*/ 111720 h 129217"/>
                <a:gd name="connsiteX44" fmla="*/ 93555 w 256498"/>
                <a:gd name="connsiteY44" fmla="*/ 109805 h 129217"/>
                <a:gd name="connsiteX45" fmla="*/ 90360 w 256498"/>
                <a:gd name="connsiteY45" fmla="*/ 105974 h 129217"/>
                <a:gd name="connsiteX46" fmla="*/ 115919 w 256498"/>
                <a:gd name="connsiteY46" fmla="*/ 105974 h 129217"/>
                <a:gd name="connsiteX47" fmla="*/ 121671 w 256498"/>
                <a:gd name="connsiteY47" fmla="*/ 102144 h 129217"/>
                <a:gd name="connsiteX48" fmla="*/ 120393 w 256498"/>
                <a:gd name="connsiteY48" fmla="*/ 95121 h 129217"/>
                <a:gd name="connsiteX49" fmla="*/ 108251 w 256498"/>
                <a:gd name="connsiteY49" fmla="*/ 47880 h 129217"/>
                <a:gd name="connsiteX50" fmla="*/ 99306 w 256498"/>
                <a:gd name="connsiteY50" fmla="*/ 19790 h 129217"/>
                <a:gd name="connsiteX51" fmla="*/ 96111 w 256498"/>
                <a:gd name="connsiteY51" fmla="*/ 14045 h 129217"/>
                <a:gd name="connsiteX52" fmla="*/ 64161 w 256498"/>
                <a:gd name="connsiteY52" fmla="*/ 638 h 129217"/>
                <a:gd name="connsiteX53" fmla="*/ 32211 w 256498"/>
                <a:gd name="connsiteY53" fmla="*/ 14045 h 129217"/>
                <a:gd name="connsiteX54" fmla="*/ 28377 w 256498"/>
                <a:gd name="connsiteY54" fmla="*/ 21067 h 129217"/>
                <a:gd name="connsiteX55" fmla="*/ 20710 w 256498"/>
                <a:gd name="connsiteY55" fmla="*/ 47880 h 129217"/>
                <a:gd name="connsiteX56" fmla="*/ 8569 w 256498"/>
                <a:gd name="connsiteY56" fmla="*/ 95121 h 129217"/>
                <a:gd name="connsiteX57" fmla="*/ 7291 w 256498"/>
                <a:gd name="connsiteY57" fmla="*/ 102144 h 129217"/>
                <a:gd name="connsiteX58" fmla="*/ 13042 w 256498"/>
                <a:gd name="connsiteY58" fmla="*/ 105974 h 129217"/>
                <a:gd name="connsiteX59" fmla="*/ 37962 w 256498"/>
                <a:gd name="connsiteY59" fmla="*/ 105974 h 129217"/>
                <a:gd name="connsiteX60" fmla="*/ 34767 w 256498"/>
                <a:gd name="connsiteY60" fmla="*/ 109805 h 129217"/>
                <a:gd name="connsiteX61" fmla="*/ 24543 w 256498"/>
                <a:gd name="connsiteY61" fmla="*/ 111720 h 129217"/>
                <a:gd name="connsiteX62" fmla="*/ 3457 w 256498"/>
                <a:gd name="connsiteY62" fmla="*/ 116827 h 129217"/>
                <a:gd name="connsiteX63" fmla="*/ 901 w 256498"/>
                <a:gd name="connsiteY63" fmla="*/ 125765 h 129217"/>
                <a:gd name="connsiteX64" fmla="*/ 9847 w 256498"/>
                <a:gd name="connsiteY64" fmla="*/ 128318 h 129217"/>
                <a:gd name="connsiteX65" fmla="*/ 26460 w 256498"/>
                <a:gd name="connsiteY65" fmla="*/ 124488 h 129217"/>
                <a:gd name="connsiteX66" fmla="*/ 41157 w 256498"/>
                <a:gd name="connsiteY66" fmla="*/ 121296 h 129217"/>
                <a:gd name="connsiteX67" fmla="*/ 53298 w 256498"/>
                <a:gd name="connsiteY67" fmla="*/ 101505 h 129217"/>
                <a:gd name="connsiteX68" fmla="*/ 52659 w 256498"/>
                <a:gd name="connsiteY68" fmla="*/ 82992 h 129217"/>
                <a:gd name="connsiteX69" fmla="*/ 41157 w 256498"/>
                <a:gd name="connsiteY69" fmla="*/ 55541 h 129217"/>
                <a:gd name="connsiteX70" fmla="*/ 39240 w 256498"/>
                <a:gd name="connsiteY70" fmla="*/ 46603 h 129217"/>
                <a:gd name="connsiteX71" fmla="*/ 64800 w 256498"/>
                <a:gd name="connsiteY71" fmla="*/ 29366 h 129217"/>
                <a:gd name="connsiteX72" fmla="*/ 89721 w 256498"/>
                <a:gd name="connsiteY72" fmla="*/ 46603 h 129217"/>
                <a:gd name="connsiteX73" fmla="*/ 87804 w 256498"/>
                <a:gd name="connsiteY73" fmla="*/ 55541 h 129217"/>
                <a:gd name="connsiteX74" fmla="*/ 76302 w 256498"/>
                <a:gd name="connsiteY74" fmla="*/ 82992 h 129217"/>
                <a:gd name="connsiteX75" fmla="*/ 75663 w 256498"/>
                <a:gd name="connsiteY75" fmla="*/ 101505 h 129217"/>
                <a:gd name="connsiteX76" fmla="*/ 87804 w 256498"/>
                <a:gd name="connsiteY76" fmla="*/ 121296 h 129217"/>
                <a:gd name="connsiteX77" fmla="*/ 102501 w 256498"/>
                <a:gd name="connsiteY77" fmla="*/ 124488 h 129217"/>
                <a:gd name="connsiteX78" fmla="*/ 119114 w 256498"/>
                <a:gd name="connsiteY78" fmla="*/ 128318 h 129217"/>
                <a:gd name="connsiteX79" fmla="*/ 122309 w 256498"/>
                <a:gd name="connsiteY79" fmla="*/ 128957 h 129217"/>
                <a:gd name="connsiteX80" fmla="*/ 128061 w 256498"/>
                <a:gd name="connsiteY80" fmla="*/ 125765 h 129217"/>
                <a:gd name="connsiteX81" fmla="*/ 128699 w 256498"/>
                <a:gd name="connsiteY81" fmla="*/ 124488 h 129217"/>
                <a:gd name="connsiteX82" fmla="*/ 129339 w 256498"/>
                <a:gd name="connsiteY82" fmla="*/ 125765 h 129217"/>
                <a:gd name="connsiteX83" fmla="*/ 138284 w 256498"/>
                <a:gd name="connsiteY83" fmla="*/ 128318 h 129217"/>
                <a:gd name="connsiteX84" fmla="*/ 154898 w 256498"/>
                <a:gd name="connsiteY84" fmla="*/ 124488 h 129217"/>
                <a:gd name="connsiteX85" fmla="*/ 169595 w 256498"/>
                <a:gd name="connsiteY85" fmla="*/ 121296 h 129217"/>
                <a:gd name="connsiteX86" fmla="*/ 181736 w 256498"/>
                <a:gd name="connsiteY86" fmla="*/ 101505 h 129217"/>
                <a:gd name="connsiteX87" fmla="*/ 181097 w 256498"/>
                <a:gd name="connsiteY87" fmla="*/ 82992 h 129217"/>
                <a:gd name="connsiteX88" fmla="*/ 169595 w 256498"/>
                <a:gd name="connsiteY88" fmla="*/ 55541 h 129217"/>
                <a:gd name="connsiteX89" fmla="*/ 167039 w 256498"/>
                <a:gd name="connsiteY89" fmla="*/ 33197 h 129217"/>
                <a:gd name="connsiteX90" fmla="*/ 186209 w 256498"/>
                <a:gd name="connsiteY90" fmla="*/ 38942 h 129217"/>
                <a:gd name="connsiteX91" fmla="*/ 200267 w 256498"/>
                <a:gd name="connsiteY91" fmla="*/ 36389 h 129217"/>
                <a:gd name="connsiteX92" fmla="*/ 202823 w 256498"/>
                <a:gd name="connsiteY92" fmla="*/ 35112 h 129217"/>
                <a:gd name="connsiteX93" fmla="*/ 202823 w 256498"/>
                <a:gd name="connsiteY93" fmla="*/ 35112 h 129217"/>
                <a:gd name="connsiteX94" fmla="*/ 202823 w 256498"/>
                <a:gd name="connsiteY94" fmla="*/ 35112 h 129217"/>
                <a:gd name="connsiteX95" fmla="*/ 206657 w 256498"/>
                <a:gd name="connsiteY95" fmla="*/ 37027 h 129217"/>
                <a:gd name="connsiteX96" fmla="*/ 218798 w 256498"/>
                <a:gd name="connsiteY96" fmla="*/ 33197 h 129217"/>
                <a:gd name="connsiteX97" fmla="*/ 216242 w 256498"/>
                <a:gd name="connsiteY97" fmla="*/ 55541 h 129217"/>
                <a:gd name="connsiteX98" fmla="*/ 204740 w 256498"/>
                <a:gd name="connsiteY98" fmla="*/ 82992 h 129217"/>
                <a:gd name="connsiteX99" fmla="*/ 204101 w 256498"/>
                <a:gd name="connsiteY99" fmla="*/ 101505 h 129217"/>
                <a:gd name="connsiteX100" fmla="*/ 216242 w 256498"/>
                <a:gd name="connsiteY100" fmla="*/ 121296 h 129217"/>
                <a:gd name="connsiteX101" fmla="*/ 230938 w 256498"/>
                <a:gd name="connsiteY101" fmla="*/ 124488 h 129217"/>
                <a:gd name="connsiteX102" fmla="*/ 247552 w 256498"/>
                <a:gd name="connsiteY102" fmla="*/ 128318 h 129217"/>
                <a:gd name="connsiteX103" fmla="*/ 250747 w 256498"/>
                <a:gd name="connsiteY103" fmla="*/ 128957 h 129217"/>
                <a:gd name="connsiteX104" fmla="*/ 256498 w 256498"/>
                <a:gd name="connsiteY104" fmla="*/ 125765 h 129217"/>
                <a:gd name="connsiteX105" fmla="*/ 252664 w 256498"/>
                <a:gd name="connsiteY105" fmla="*/ 116189 h 129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256498" h="129217">
                  <a:moveTo>
                    <a:pt x="206018" y="21067"/>
                  </a:moveTo>
                  <a:cubicBezTo>
                    <a:pt x="203462" y="18514"/>
                    <a:pt x="199628" y="18514"/>
                    <a:pt x="197072" y="21067"/>
                  </a:cubicBezTo>
                  <a:lnTo>
                    <a:pt x="193238" y="24897"/>
                  </a:lnTo>
                  <a:cubicBezTo>
                    <a:pt x="189404" y="26174"/>
                    <a:pt x="177902" y="28089"/>
                    <a:pt x="170873" y="20429"/>
                  </a:cubicBezTo>
                  <a:cubicBezTo>
                    <a:pt x="175346" y="15322"/>
                    <a:pt x="182375" y="12768"/>
                    <a:pt x="191960" y="12768"/>
                  </a:cubicBezTo>
                  <a:cubicBezTo>
                    <a:pt x="202184" y="12768"/>
                    <a:pt x="209213" y="15322"/>
                    <a:pt x="213047" y="20429"/>
                  </a:cubicBezTo>
                  <a:cubicBezTo>
                    <a:pt x="211130" y="22344"/>
                    <a:pt x="209852" y="22982"/>
                    <a:pt x="208574" y="23621"/>
                  </a:cubicBezTo>
                  <a:lnTo>
                    <a:pt x="206018" y="21067"/>
                  </a:lnTo>
                  <a:close/>
                  <a:moveTo>
                    <a:pt x="86526" y="90014"/>
                  </a:moveTo>
                  <a:cubicBezTo>
                    <a:pt x="90360" y="84269"/>
                    <a:pt x="94194" y="75331"/>
                    <a:pt x="96750" y="67670"/>
                  </a:cubicBezTo>
                  <a:cubicBezTo>
                    <a:pt x="98667" y="78523"/>
                    <a:pt x="101223" y="86822"/>
                    <a:pt x="103779" y="92568"/>
                  </a:cubicBezTo>
                  <a:lnTo>
                    <a:pt x="85887" y="92568"/>
                  </a:lnTo>
                  <a:cubicBezTo>
                    <a:pt x="86526" y="91291"/>
                    <a:pt x="86526" y="90653"/>
                    <a:pt x="86526" y="90014"/>
                  </a:cubicBezTo>
                  <a:moveTo>
                    <a:pt x="72468" y="16598"/>
                  </a:moveTo>
                  <a:cubicBezTo>
                    <a:pt x="76941" y="17875"/>
                    <a:pt x="82692" y="19790"/>
                    <a:pt x="87804" y="24259"/>
                  </a:cubicBezTo>
                  <a:cubicBezTo>
                    <a:pt x="88443" y="24897"/>
                    <a:pt x="88443" y="24897"/>
                    <a:pt x="89082" y="25536"/>
                  </a:cubicBezTo>
                  <a:cubicBezTo>
                    <a:pt x="89721" y="28089"/>
                    <a:pt x="90360" y="30643"/>
                    <a:pt x="90999" y="33197"/>
                  </a:cubicBezTo>
                  <a:cubicBezTo>
                    <a:pt x="82053" y="30643"/>
                    <a:pt x="75663" y="24897"/>
                    <a:pt x="72468" y="16598"/>
                  </a:cubicBezTo>
                  <a:moveTo>
                    <a:pt x="38601" y="33197"/>
                  </a:moveTo>
                  <a:cubicBezTo>
                    <a:pt x="38601" y="30643"/>
                    <a:pt x="39240" y="28728"/>
                    <a:pt x="39879" y="26174"/>
                  </a:cubicBezTo>
                  <a:cubicBezTo>
                    <a:pt x="40518" y="25536"/>
                    <a:pt x="41157" y="24259"/>
                    <a:pt x="41796" y="23621"/>
                  </a:cubicBezTo>
                  <a:cubicBezTo>
                    <a:pt x="46269" y="19152"/>
                    <a:pt x="52020" y="16598"/>
                    <a:pt x="57132" y="15960"/>
                  </a:cubicBezTo>
                  <a:cubicBezTo>
                    <a:pt x="53937" y="24897"/>
                    <a:pt x="46908" y="31281"/>
                    <a:pt x="38601" y="33197"/>
                  </a:cubicBezTo>
                  <a:moveTo>
                    <a:pt x="41796" y="89376"/>
                  </a:moveTo>
                  <a:cubicBezTo>
                    <a:pt x="41796" y="90014"/>
                    <a:pt x="41796" y="91291"/>
                    <a:pt x="41796" y="92568"/>
                  </a:cubicBezTo>
                  <a:lnTo>
                    <a:pt x="24543" y="92568"/>
                  </a:lnTo>
                  <a:cubicBezTo>
                    <a:pt x="27100" y="86822"/>
                    <a:pt x="30295" y="79161"/>
                    <a:pt x="31572" y="68947"/>
                  </a:cubicBezTo>
                  <a:cubicBezTo>
                    <a:pt x="34767" y="75969"/>
                    <a:pt x="38601" y="84269"/>
                    <a:pt x="41796" y="89376"/>
                  </a:cubicBezTo>
                  <a:moveTo>
                    <a:pt x="252664" y="116189"/>
                  </a:moveTo>
                  <a:cubicBezTo>
                    <a:pt x="246274" y="112358"/>
                    <a:pt x="238606" y="111720"/>
                    <a:pt x="231578" y="111081"/>
                  </a:cubicBezTo>
                  <a:cubicBezTo>
                    <a:pt x="227743" y="110443"/>
                    <a:pt x="223270" y="110443"/>
                    <a:pt x="221353" y="109166"/>
                  </a:cubicBezTo>
                  <a:cubicBezTo>
                    <a:pt x="217520" y="107251"/>
                    <a:pt x="213685" y="93206"/>
                    <a:pt x="214325" y="90014"/>
                  </a:cubicBezTo>
                  <a:cubicBezTo>
                    <a:pt x="220075" y="81715"/>
                    <a:pt x="225188" y="67032"/>
                    <a:pt x="227743" y="59371"/>
                  </a:cubicBezTo>
                  <a:cubicBezTo>
                    <a:pt x="230938" y="48518"/>
                    <a:pt x="234773" y="27451"/>
                    <a:pt x="223910" y="13406"/>
                  </a:cubicBezTo>
                  <a:cubicBezTo>
                    <a:pt x="217520" y="4469"/>
                    <a:pt x="206657" y="0"/>
                    <a:pt x="191960" y="0"/>
                  </a:cubicBezTo>
                  <a:cubicBezTo>
                    <a:pt x="177263" y="0"/>
                    <a:pt x="166400" y="4469"/>
                    <a:pt x="160010" y="13406"/>
                  </a:cubicBezTo>
                  <a:cubicBezTo>
                    <a:pt x="149147" y="27451"/>
                    <a:pt x="152981" y="47880"/>
                    <a:pt x="156176" y="59371"/>
                  </a:cubicBezTo>
                  <a:cubicBezTo>
                    <a:pt x="158732" y="67032"/>
                    <a:pt x="163844" y="82353"/>
                    <a:pt x="168956" y="90014"/>
                  </a:cubicBezTo>
                  <a:cubicBezTo>
                    <a:pt x="170234" y="93845"/>
                    <a:pt x="166400" y="107889"/>
                    <a:pt x="162566" y="109805"/>
                  </a:cubicBezTo>
                  <a:cubicBezTo>
                    <a:pt x="160649" y="110443"/>
                    <a:pt x="156176" y="111081"/>
                    <a:pt x="152342" y="111720"/>
                  </a:cubicBezTo>
                  <a:cubicBezTo>
                    <a:pt x="145313" y="112358"/>
                    <a:pt x="137645" y="112997"/>
                    <a:pt x="131255" y="116827"/>
                  </a:cubicBezTo>
                  <a:cubicBezTo>
                    <a:pt x="129977" y="117465"/>
                    <a:pt x="128699" y="118742"/>
                    <a:pt x="128061" y="120657"/>
                  </a:cubicBezTo>
                  <a:cubicBezTo>
                    <a:pt x="127421" y="119381"/>
                    <a:pt x="126782" y="118104"/>
                    <a:pt x="124866" y="116827"/>
                  </a:cubicBezTo>
                  <a:cubicBezTo>
                    <a:pt x="118476" y="112997"/>
                    <a:pt x="110808" y="112358"/>
                    <a:pt x="103779" y="111720"/>
                  </a:cubicBezTo>
                  <a:cubicBezTo>
                    <a:pt x="99945" y="111081"/>
                    <a:pt x="95472" y="111081"/>
                    <a:pt x="93555" y="109805"/>
                  </a:cubicBezTo>
                  <a:cubicBezTo>
                    <a:pt x="92277" y="109166"/>
                    <a:pt x="91638" y="107889"/>
                    <a:pt x="90360" y="105974"/>
                  </a:cubicBezTo>
                  <a:lnTo>
                    <a:pt x="115919" y="105974"/>
                  </a:lnTo>
                  <a:cubicBezTo>
                    <a:pt x="118476" y="105974"/>
                    <a:pt x="121031" y="104697"/>
                    <a:pt x="121671" y="102144"/>
                  </a:cubicBezTo>
                  <a:cubicBezTo>
                    <a:pt x="122949" y="99590"/>
                    <a:pt x="122309" y="97037"/>
                    <a:pt x="120393" y="95121"/>
                  </a:cubicBezTo>
                  <a:cubicBezTo>
                    <a:pt x="120393" y="95121"/>
                    <a:pt x="108251" y="82353"/>
                    <a:pt x="108251" y="47880"/>
                  </a:cubicBezTo>
                  <a:cubicBezTo>
                    <a:pt x="108251" y="36389"/>
                    <a:pt x="105057" y="27451"/>
                    <a:pt x="99306" y="19790"/>
                  </a:cubicBezTo>
                  <a:cubicBezTo>
                    <a:pt x="98667" y="17875"/>
                    <a:pt x="97389" y="15960"/>
                    <a:pt x="96111" y="14045"/>
                  </a:cubicBezTo>
                  <a:cubicBezTo>
                    <a:pt x="89721" y="5107"/>
                    <a:pt x="78858" y="638"/>
                    <a:pt x="64161" y="638"/>
                  </a:cubicBezTo>
                  <a:cubicBezTo>
                    <a:pt x="49464" y="638"/>
                    <a:pt x="38601" y="5107"/>
                    <a:pt x="32211" y="14045"/>
                  </a:cubicBezTo>
                  <a:cubicBezTo>
                    <a:pt x="30295" y="15960"/>
                    <a:pt x="29655" y="18514"/>
                    <a:pt x="28377" y="21067"/>
                  </a:cubicBezTo>
                  <a:cubicBezTo>
                    <a:pt x="23265" y="28089"/>
                    <a:pt x="20710" y="37027"/>
                    <a:pt x="20710" y="47880"/>
                  </a:cubicBezTo>
                  <a:cubicBezTo>
                    <a:pt x="20710" y="82353"/>
                    <a:pt x="8569" y="95121"/>
                    <a:pt x="8569" y="95121"/>
                  </a:cubicBezTo>
                  <a:cubicBezTo>
                    <a:pt x="6652" y="97037"/>
                    <a:pt x="6012" y="99590"/>
                    <a:pt x="7291" y="102144"/>
                  </a:cubicBezTo>
                  <a:cubicBezTo>
                    <a:pt x="8569" y="104697"/>
                    <a:pt x="10486" y="105974"/>
                    <a:pt x="13042" y="105974"/>
                  </a:cubicBezTo>
                  <a:lnTo>
                    <a:pt x="37962" y="105974"/>
                  </a:lnTo>
                  <a:cubicBezTo>
                    <a:pt x="36684" y="107889"/>
                    <a:pt x="36045" y="109805"/>
                    <a:pt x="34767" y="109805"/>
                  </a:cubicBezTo>
                  <a:cubicBezTo>
                    <a:pt x="32850" y="110443"/>
                    <a:pt x="28377" y="111081"/>
                    <a:pt x="24543" y="111720"/>
                  </a:cubicBezTo>
                  <a:cubicBezTo>
                    <a:pt x="17515" y="112358"/>
                    <a:pt x="9847" y="112997"/>
                    <a:pt x="3457" y="116827"/>
                  </a:cubicBezTo>
                  <a:cubicBezTo>
                    <a:pt x="262" y="118742"/>
                    <a:pt x="-1016" y="122573"/>
                    <a:pt x="901" y="125765"/>
                  </a:cubicBezTo>
                  <a:cubicBezTo>
                    <a:pt x="2818" y="128957"/>
                    <a:pt x="6652" y="130233"/>
                    <a:pt x="9847" y="128318"/>
                  </a:cubicBezTo>
                  <a:cubicBezTo>
                    <a:pt x="13680" y="125765"/>
                    <a:pt x="20710" y="125126"/>
                    <a:pt x="26460" y="124488"/>
                  </a:cubicBezTo>
                  <a:cubicBezTo>
                    <a:pt x="32211" y="123849"/>
                    <a:pt x="37323" y="123211"/>
                    <a:pt x="41157" y="121296"/>
                  </a:cubicBezTo>
                  <a:cubicBezTo>
                    <a:pt x="48825" y="117465"/>
                    <a:pt x="52020" y="105974"/>
                    <a:pt x="53298" y="101505"/>
                  </a:cubicBezTo>
                  <a:cubicBezTo>
                    <a:pt x="54576" y="97037"/>
                    <a:pt x="55854" y="88099"/>
                    <a:pt x="52659" y="82992"/>
                  </a:cubicBezTo>
                  <a:cubicBezTo>
                    <a:pt x="48186" y="76608"/>
                    <a:pt x="43074" y="63201"/>
                    <a:pt x="41157" y="55541"/>
                  </a:cubicBezTo>
                  <a:cubicBezTo>
                    <a:pt x="40518" y="53625"/>
                    <a:pt x="39879" y="50433"/>
                    <a:pt x="39240" y="46603"/>
                  </a:cubicBezTo>
                  <a:cubicBezTo>
                    <a:pt x="50103" y="44688"/>
                    <a:pt x="59049" y="38304"/>
                    <a:pt x="64800" y="29366"/>
                  </a:cubicBezTo>
                  <a:cubicBezTo>
                    <a:pt x="70551" y="38304"/>
                    <a:pt x="79497" y="44049"/>
                    <a:pt x="89721" y="46603"/>
                  </a:cubicBezTo>
                  <a:cubicBezTo>
                    <a:pt x="89082" y="49795"/>
                    <a:pt x="88443" y="52349"/>
                    <a:pt x="87804" y="55541"/>
                  </a:cubicBezTo>
                  <a:cubicBezTo>
                    <a:pt x="85887" y="63201"/>
                    <a:pt x="80775" y="75969"/>
                    <a:pt x="76302" y="82992"/>
                  </a:cubicBezTo>
                  <a:cubicBezTo>
                    <a:pt x="73107" y="88099"/>
                    <a:pt x="74385" y="96398"/>
                    <a:pt x="75663" y="101505"/>
                  </a:cubicBezTo>
                  <a:cubicBezTo>
                    <a:pt x="76941" y="105974"/>
                    <a:pt x="80136" y="116827"/>
                    <a:pt x="87804" y="121296"/>
                  </a:cubicBezTo>
                  <a:cubicBezTo>
                    <a:pt x="91638" y="123211"/>
                    <a:pt x="97389" y="123849"/>
                    <a:pt x="102501" y="124488"/>
                  </a:cubicBezTo>
                  <a:cubicBezTo>
                    <a:pt x="108251" y="125126"/>
                    <a:pt x="114641" y="125765"/>
                    <a:pt x="119114" y="128318"/>
                  </a:cubicBezTo>
                  <a:cubicBezTo>
                    <a:pt x="120393" y="128957"/>
                    <a:pt x="121031" y="128957"/>
                    <a:pt x="122309" y="128957"/>
                  </a:cubicBezTo>
                  <a:cubicBezTo>
                    <a:pt x="124866" y="128957"/>
                    <a:pt x="126782" y="127680"/>
                    <a:pt x="128061" y="125765"/>
                  </a:cubicBezTo>
                  <a:cubicBezTo>
                    <a:pt x="128061" y="125126"/>
                    <a:pt x="128061" y="125126"/>
                    <a:pt x="128699" y="124488"/>
                  </a:cubicBezTo>
                  <a:cubicBezTo>
                    <a:pt x="128699" y="125126"/>
                    <a:pt x="128699" y="125126"/>
                    <a:pt x="129339" y="125765"/>
                  </a:cubicBezTo>
                  <a:cubicBezTo>
                    <a:pt x="131255" y="128957"/>
                    <a:pt x="135089" y="130233"/>
                    <a:pt x="138284" y="128318"/>
                  </a:cubicBezTo>
                  <a:cubicBezTo>
                    <a:pt x="142118" y="125765"/>
                    <a:pt x="149147" y="125126"/>
                    <a:pt x="154898" y="124488"/>
                  </a:cubicBezTo>
                  <a:cubicBezTo>
                    <a:pt x="160649" y="123849"/>
                    <a:pt x="165761" y="123211"/>
                    <a:pt x="169595" y="121296"/>
                  </a:cubicBezTo>
                  <a:cubicBezTo>
                    <a:pt x="177263" y="117465"/>
                    <a:pt x="180458" y="105974"/>
                    <a:pt x="181736" y="101505"/>
                  </a:cubicBezTo>
                  <a:cubicBezTo>
                    <a:pt x="183014" y="97037"/>
                    <a:pt x="184292" y="88099"/>
                    <a:pt x="181097" y="82992"/>
                  </a:cubicBezTo>
                  <a:cubicBezTo>
                    <a:pt x="176624" y="76608"/>
                    <a:pt x="171512" y="63201"/>
                    <a:pt x="169595" y="55541"/>
                  </a:cubicBezTo>
                  <a:cubicBezTo>
                    <a:pt x="167039" y="47241"/>
                    <a:pt x="166400" y="39581"/>
                    <a:pt x="167039" y="33197"/>
                  </a:cubicBezTo>
                  <a:cubicBezTo>
                    <a:pt x="172790" y="37665"/>
                    <a:pt x="179819" y="38942"/>
                    <a:pt x="186209" y="38942"/>
                  </a:cubicBezTo>
                  <a:cubicBezTo>
                    <a:pt x="191960" y="38942"/>
                    <a:pt x="196433" y="37665"/>
                    <a:pt x="200267" y="36389"/>
                  </a:cubicBezTo>
                  <a:cubicBezTo>
                    <a:pt x="200906" y="36389"/>
                    <a:pt x="202184" y="35750"/>
                    <a:pt x="202823" y="35112"/>
                  </a:cubicBezTo>
                  <a:lnTo>
                    <a:pt x="202823" y="35112"/>
                  </a:lnTo>
                  <a:lnTo>
                    <a:pt x="202823" y="35112"/>
                  </a:lnTo>
                  <a:cubicBezTo>
                    <a:pt x="204101" y="36389"/>
                    <a:pt x="205379" y="37027"/>
                    <a:pt x="206657" y="37027"/>
                  </a:cubicBezTo>
                  <a:cubicBezTo>
                    <a:pt x="209213" y="37027"/>
                    <a:pt x="214325" y="36389"/>
                    <a:pt x="218798" y="33197"/>
                  </a:cubicBezTo>
                  <a:cubicBezTo>
                    <a:pt x="219437" y="41496"/>
                    <a:pt x="217520" y="51072"/>
                    <a:pt x="216242" y="55541"/>
                  </a:cubicBezTo>
                  <a:cubicBezTo>
                    <a:pt x="214325" y="63201"/>
                    <a:pt x="209213" y="75969"/>
                    <a:pt x="204740" y="82992"/>
                  </a:cubicBezTo>
                  <a:cubicBezTo>
                    <a:pt x="201545" y="88099"/>
                    <a:pt x="202823" y="96398"/>
                    <a:pt x="204101" y="101505"/>
                  </a:cubicBezTo>
                  <a:cubicBezTo>
                    <a:pt x="205379" y="105974"/>
                    <a:pt x="208574" y="116827"/>
                    <a:pt x="216242" y="121296"/>
                  </a:cubicBezTo>
                  <a:cubicBezTo>
                    <a:pt x="220075" y="123211"/>
                    <a:pt x="225826" y="123849"/>
                    <a:pt x="230938" y="124488"/>
                  </a:cubicBezTo>
                  <a:cubicBezTo>
                    <a:pt x="236689" y="125126"/>
                    <a:pt x="243079" y="125765"/>
                    <a:pt x="247552" y="128318"/>
                  </a:cubicBezTo>
                  <a:cubicBezTo>
                    <a:pt x="248830" y="128957"/>
                    <a:pt x="249469" y="128957"/>
                    <a:pt x="250747" y="128957"/>
                  </a:cubicBezTo>
                  <a:cubicBezTo>
                    <a:pt x="253303" y="128957"/>
                    <a:pt x="255220" y="127680"/>
                    <a:pt x="256498" y="125765"/>
                  </a:cubicBezTo>
                  <a:cubicBezTo>
                    <a:pt x="256498" y="121934"/>
                    <a:pt x="255220" y="118104"/>
                    <a:pt x="252664" y="116189"/>
                  </a:cubicBezTo>
                </a:path>
              </a:pathLst>
            </a:custGeom>
            <a:solidFill>
              <a:srgbClr val="007CB0"/>
            </a:solidFill>
            <a:ln w="6390" cap="flat">
              <a:noFill/>
              <a:prstDash val="solid"/>
              <a:miter/>
            </a:ln>
          </p:spPr>
          <p:txBody>
            <a:bodyPr rtlCol="0" anchor="ctr"/>
            <a:lstStyle/>
            <a:p>
              <a:endParaRPr lang="en-US"/>
            </a:p>
          </p:txBody>
        </p:sp>
      </p:grpSp>
      <p:grpSp>
        <p:nvGrpSpPr>
          <p:cNvPr id="1096" name="Graphic 4">
            <a:extLst>
              <a:ext uri="{FF2B5EF4-FFF2-40B4-BE49-F238E27FC236}">
                <a16:creationId xmlns:a16="http://schemas.microsoft.com/office/drawing/2014/main" id="{B966172A-6D3B-614E-A951-050FB4728E18}"/>
              </a:ext>
            </a:extLst>
          </p:cNvPr>
          <p:cNvGrpSpPr/>
          <p:nvPr/>
        </p:nvGrpSpPr>
        <p:grpSpPr>
          <a:xfrm>
            <a:off x="6147119" y="1893013"/>
            <a:ext cx="361670" cy="361333"/>
            <a:chOff x="6147119" y="1893013"/>
            <a:chExt cx="361670" cy="361333"/>
          </a:xfrm>
          <a:solidFill>
            <a:srgbClr val="007CB0"/>
          </a:solidFill>
        </p:grpSpPr>
        <p:sp>
          <p:nvSpPr>
            <p:cNvPr id="1097" name="Graphic 4">
              <a:extLst>
                <a:ext uri="{FF2B5EF4-FFF2-40B4-BE49-F238E27FC236}">
                  <a16:creationId xmlns:a16="http://schemas.microsoft.com/office/drawing/2014/main" id="{B42A78FE-E8D2-3744-A79F-17EF8518C81A}"/>
                </a:ext>
              </a:extLst>
            </p:cNvPr>
            <p:cNvSpPr/>
            <p:nvPr/>
          </p:nvSpPr>
          <p:spPr>
            <a:xfrm>
              <a:off x="6287059" y="2076233"/>
              <a:ext cx="17252" cy="24897"/>
            </a:xfrm>
            <a:custGeom>
              <a:avLst/>
              <a:gdLst>
                <a:gd name="connsiteX0" fmla="*/ 17253 w 17252"/>
                <a:gd name="connsiteY0" fmla="*/ 24897 h 24897"/>
                <a:gd name="connsiteX1" fmla="*/ 10224 w 17252"/>
                <a:gd name="connsiteY1" fmla="*/ 0 h 24897"/>
                <a:gd name="connsiteX2" fmla="*/ 0 w 17252"/>
                <a:gd name="connsiteY2" fmla="*/ 22344 h 24897"/>
                <a:gd name="connsiteX3" fmla="*/ 0 w 17252"/>
                <a:gd name="connsiteY3" fmla="*/ 24897 h 24897"/>
                <a:gd name="connsiteX4" fmla="*/ 17253 w 17252"/>
                <a:gd name="connsiteY4" fmla="*/ 24897 h 248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52" h="24897">
                  <a:moveTo>
                    <a:pt x="17253" y="24897"/>
                  </a:moveTo>
                  <a:cubicBezTo>
                    <a:pt x="14697" y="19152"/>
                    <a:pt x="11502" y="10853"/>
                    <a:pt x="10224" y="0"/>
                  </a:cubicBezTo>
                  <a:cubicBezTo>
                    <a:pt x="7668" y="7661"/>
                    <a:pt x="3834" y="16598"/>
                    <a:pt x="0" y="22344"/>
                  </a:cubicBezTo>
                  <a:cubicBezTo>
                    <a:pt x="0" y="22982"/>
                    <a:pt x="0" y="23621"/>
                    <a:pt x="0" y="24897"/>
                  </a:cubicBezTo>
                  <a:lnTo>
                    <a:pt x="17253" y="24897"/>
                  </a:lnTo>
                  <a:close/>
                </a:path>
              </a:pathLst>
            </a:custGeom>
            <a:solidFill>
              <a:srgbClr val="007CB0"/>
            </a:solidFill>
            <a:ln w="6390" cap="flat">
              <a:noFill/>
              <a:prstDash val="solid"/>
              <a:miter/>
            </a:ln>
          </p:spPr>
          <p:txBody>
            <a:bodyPr rtlCol="0" anchor="ctr"/>
            <a:lstStyle/>
            <a:p>
              <a:endParaRPr lang="en-US"/>
            </a:p>
          </p:txBody>
        </p:sp>
        <p:sp>
          <p:nvSpPr>
            <p:cNvPr id="1098" name="Graphic 4">
              <a:extLst>
                <a:ext uri="{FF2B5EF4-FFF2-40B4-BE49-F238E27FC236}">
                  <a16:creationId xmlns:a16="http://schemas.microsoft.com/office/drawing/2014/main" id="{8A8D922B-B4A0-D549-B78E-700868ED450F}"/>
                </a:ext>
              </a:extLst>
            </p:cNvPr>
            <p:cNvSpPr/>
            <p:nvPr/>
          </p:nvSpPr>
          <p:spPr>
            <a:xfrm>
              <a:off x="6271723" y="2025161"/>
              <a:ext cx="17891" cy="16598"/>
            </a:xfrm>
            <a:custGeom>
              <a:avLst/>
              <a:gdLst>
                <a:gd name="connsiteX0" fmla="*/ 16614 w 17891"/>
                <a:gd name="connsiteY0" fmla="*/ 8938 h 16598"/>
                <a:gd name="connsiteX1" fmla="*/ 15336 w 17891"/>
                <a:gd name="connsiteY1" fmla="*/ 7661 h 16598"/>
                <a:gd name="connsiteX2" fmla="*/ 0 w 17891"/>
                <a:gd name="connsiteY2" fmla="*/ 0 h 16598"/>
                <a:gd name="connsiteX3" fmla="*/ 17892 w 17891"/>
                <a:gd name="connsiteY3" fmla="*/ 16598 h 16598"/>
                <a:gd name="connsiteX4" fmla="*/ 16614 w 17891"/>
                <a:gd name="connsiteY4" fmla="*/ 8938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91" h="16598">
                  <a:moveTo>
                    <a:pt x="16614" y="8938"/>
                  </a:moveTo>
                  <a:cubicBezTo>
                    <a:pt x="15975" y="8299"/>
                    <a:pt x="15975" y="8299"/>
                    <a:pt x="15336" y="7661"/>
                  </a:cubicBezTo>
                  <a:cubicBezTo>
                    <a:pt x="10863" y="3192"/>
                    <a:pt x="5112" y="638"/>
                    <a:pt x="0" y="0"/>
                  </a:cubicBezTo>
                  <a:cubicBezTo>
                    <a:pt x="2556" y="8299"/>
                    <a:pt x="9585" y="14683"/>
                    <a:pt x="17892" y="16598"/>
                  </a:cubicBezTo>
                  <a:cubicBezTo>
                    <a:pt x="17892" y="14045"/>
                    <a:pt x="17253" y="11491"/>
                    <a:pt x="16614" y="8938"/>
                  </a:cubicBezTo>
                </a:path>
              </a:pathLst>
            </a:custGeom>
            <a:solidFill>
              <a:srgbClr val="007CB0"/>
            </a:solidFill>
            <a:ln w="6390" cap="flat">
              <a:noFill/>
              <a:prstDash val="solid"/>
              <a:miter/>
            </a:ln>
          </p:spPr>
          <p:txBody>
            <a:bodyPr rtlCol="0" anchor="ctr"/>
            <a:lstStyle/>
            <a:p>
              <a:endParaRPr lang="en-US"/>
            </a:p>
          </p:txBody>
        </p:sp>
        <p:sp>
          <p:nvSpPr>
            <p:cNvPr id="1099" name="Graphic 4">
              <a:extLst>
                <a:ext uri="{FF2B5EF4-FFF2-40B4-BE49-F238E27FC236}">
                  <a16:creationId xmlns:a16="http://schemas.microsoft.com/office/drawing/2014/main" id="{96BD36FC-A0B5-FE43-8674-088E267855E5}"/>
                </a:ext>
              </a:extLst>
            </p:cNvPr>
            <p:cNvSpPr/>
            <p:nvPr/>
          </p:nvSpPr>
          <p:spPr>
            <a:xfrm>
              <a:off x="6237856" y="2024523"/>
              <a:ext cx="18530" cy="17236"/>
            </a:xfrm>
            <a:custGeom>
              <a:avLst/>
              <a:gdLst>
                <a:gd name="connsiteX0" fmla="*/ 3195 w 18530"/>
                <a:gd name="connsiteY0" fmla="*/ 8299 h 17236"/>
                <a:gd name="connsiteX1" fmla="*/ 1278 w 18530"/>
                <a:gd name="connsiteY1" fmla="*/ 10853 h 17236"/>
                <a:gd name="connsiteX2" fmla="*/ 0 w 18530"/>
                <a:gd name="connsiteY2" fmla="*/ 17237 h 17236"/>
                <a:gd name="connsiteX3" fmla="*/ 18531 w 18530"/>
                <a:gd name="connsiteY3" fmla="*/ 0 h 17236"/>
                <a:gd name="connsiteX4" fmla="*/ 3195 w 18530"/>
                <a:gd name="connsiteY4" fmla="*/ 8299 h 172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30" h="17236">
                  <a:moveTo>
                    <a:pt x="3195" y="8299"/>
                  </a:moveTo>
                  <a:cubicBezTo>
                    <a:pt x="2556" y="8938"/>
                    <a:pt x="1917" y="10214"/>
                    <a:pt x="1278" y="10853"/>
                  </a:cubicBezTo>
                  <a:cubicBezTo>
                    <a:pt x="639" y="12768"/>
                    <a:pt x="0" y="15322"/>
                    <a:pt x="0" y="17237"/>
                  </a:cubicBezTo>
                  <a:cubicBezTo>
                    <a:pt x="8946" y="15322"/>
                    <a:pt x="15336" y="8299"/>
                    <a:pt x="18531" y="0"/>
                  </a:cubicBezTo>
                  <a:cubicBezTo>
                    <a:pt x="14058" y="1277"/>
                    <a:pt x="8307" y="3830"/>
                    <a:pt x="3195" y="8299"/>
                  </a:cubicBezTo>
                </a:path>
              </a:pathLst>
            </a:custGeom>
            <a:solidFill>
              <a:srgbClr val="007CB0"/>
            </a:solidFill>
            <a:ln w="6390" cap="flat">
              <a:noFill/>
              <a:prstDash val="solid"/>
              <a:miter/>
            </a:ln>
          </p:spPr>
          <p:txBody>
            <a:bodyPr rtlCol="0" anchor="ctr"/>
            <a:lstStyle/>
            <a:p>
              <a:endParaRPr lang="en-US"/>
            </a:p>
          </p:txBody>
        </p:sp>
        <p:sp>
          <p:nvSpPr>
            <p:cNvPr id="1100" name="Graphic 4">
              <a:extLst>
                <a:ext uri="{FF2B5EF4-FFF2-40B4-BE49-F238E27FC236}">
                  <a16:creationId xmlns:a16="http://schemas.microsoft.com/office/drawing/2014/main" id="{A023DC44-23E1-DD42-A614-305D18375955}"/>
                </a:ext>
              </a:extLst>
            </p:cNvPr>
            <p:cNvSpPr/>
            <p:nvPr/>
          </p:nvSpPr>
          <p:spPr>
            <a:xfrm>
              <a:off x="6147119" y="1893013"/>
              <a:ext cx="361670" cy="361333"/>
            </a:xfrm>
            <a:custGeom>
              <a:avLst/>
              <a:gdLst>
                <a:gd name="connsiteX0" fmla="*/ 307356 w 361670"/>
                <a:gd name="connsiteY0" fmla="*/ 240038 h 361333"/>
                <a:gd name="connsiteX1" fmla="*/ 301605 w 361670"/>
                <a:gd name="connsiteY1" fmla="*/ 243230 h 361333"/>
                <a:gd name="connsiteX2" fmla="*/ 298410 w 361670"/>
                <a:gd name="connsiteY2" fmla="*/ 242591 h 361333"/>
                <a:gd name="connsiteX3" fmla="*/ 281796 w 361670"/>
                <a:gd name="connsiteY3" fmla="*/ 238761 h 361333"/>
                <a:gd name="connsiteX4" fmla="*/ 267099 w 361670"/>
                <a:gd name="connsiteY4" fmla="*/ 235569 h 361333"/>
                <a:gd name="connsiteX5" fmla="*/ 254959 w 361670"/>
                <a:gd name="connsiteY5" fmla="*/ 215779 h 361333"/>
                <a:gd name="connsiteX6" fmla="*/ 255597 w 361670"/>
                <a:gd name="connsiteY6" fmla="*/ 197265 h 361333"/>
                <a:gd name="connsiteX7" fmla="*/ 267099 w 361670"/>
                <a:gd name="connsiteY7" fmla="*/ 169814 h 361333"/>
                <a:gd name="connsiteX8" fmla="*/ 269655 w 361670"/>
                <a:gd name="connsiteY8" fmla="*/ 147470 h 361333"/>
                <a:gd name="connsiteX9" fmla="*/ 257514 w 361670"/>
                <a:gd name="connsiteY9" fmla="*/ 151300 h 361333"/>
                <a:gd name="connsiteX10" fmla="*/ 253681 w 361670"/>
                <a:gd name="connsiteY10" fmla="*/ 149385 h 361333"/>
                <a:gd name="connsiteX11" fmla="*/ 253681 w 361670"/>
                <a:gd name="connsiteY11" fmla="*/ 149385 h 361333"/>
                <a:gd name="connsiteX12" fmla="*/ 253681 w 361670"/>
                <a:gd name="connsiteY12" fmla="*/ 149385 h 361333"/>
                <a:gd name="connsiteX13" fmla="*/ 251124 w 361670"/>
                <a:gd name="connsiteY13" fmla="*/ 150662 h 361333"/>
                <a:gd name="connsiteX14" fmla="*/ 237067 w 361670"/>
                <a:gd name="connsiteY14" fmla="*/ 153216 h 361333"/>
                <a:gd name="connsiteX15" fmla="*/ 217897 w 361670"/>
                <a:gd name="connsiteY15" fmla="*/ 147470 h 361333"/>
                <a:gd name="connsiteX16" fmla="*/ 220453 w 361670"/>
                <a:gd name="connsiteY16" fmla="*/ 169814 h 361333"/>
                <a:gd name="connsiteX17" fmla="*/ 231955 w 361670"/>
                <a:gd name="connsiteY17" fmla="*/ 197265 h 361333"/>
                <a:gd name="connsiteX18" fmla="*/ 232594 w 361670"/>
                <a:gd name="connsiteY18" fmla="*/ 215779 h 361333"/>
                <a:gd name="connsiteX19" fmla="*/ 220453 w 361670"/>
                <a:gd name="connsiteY19" fmla="*/ 235569 h 361333"/>
                <a:gd name="connsiteX20" fmla="*/ 205756 w 361670"/>
                <a:gd name="connsiteY20" fmla="*/ 238761 h 361333"/>
                <a:gd name="connsiteX21" fmla="*/ 189142 w 361670"/>
                <a:gd name="connsiteY21" fmla="*/ 242591 h 361333"/>
                <a:gd name="connsiteX22" fmla="*/ 180196 w 361670"/>
                <a:gd name="connsiteY22" fmla="*/ 240038 h 361333"/>
                <a:gd name="connsiteX23" fmla="*/ 179557 w 361670"/>
                <a:gd name="connsiteY23" fmla="*/ 238761 h 361333"/>
                <a:gd name="connsiteX24" fmla="*/ 178918 w 361670"/>
                <a:gd name="connsiteY24" fmla="*/ 240038 h 361333"/>
                <a:gd name="connsiteX25" fmla="*/ 173167 w 361670"/>
                <a:gd name="connsiteY25" fmla="*/ 243230 h 361333"/>
                <a:gd name="connsiteX26" fmla="*/ 169972 w 361670"/>
                <a:gd name="connsiteY26" fmla="*/ 242591 h 361333"/>
                <a:gd name="connsiteX27" fmla="*/ 153358 w 361670"/>
                <a:gd name="connsiteY27" fmla="*/ 238761 h 361333"/>
                <a:gd name="connsiteX28" fmla="*/ 138662 w 361670"/>
                <a:gd name="connsiteY28" fmla="*/ 235569 h 361333"/>
                <a:gd name="connsiteX29" fmla="*/ 126521 w 361670"/>
                <a:gd name="connsiteY29" fmla="*/ 215779 h 361333"/>
                <a:gd name="connsiteX30" fmla="*/ 127160 w 361670"/>
                <a:gd name="connsiteY30" fmla="*/ 197265 h 361333"/>
                <a:gd name="connsiteX31" fmla="*/ 138662 w 361670"/>
                <a:gd name="connsiteY31" fmla="*/ 169814 h 361333"/>
                <a:gd name="connsiteX32" fmla="*/ 140579 w 361670"/>
                <a:gd name="connsiteY32" fmla="*/ 160876 h 361333"/>
                <a:gd name="connsiteX33" fmla="*/ 115658 w 361670"/>
                <a:gd name="connsiteY33" fmla="*/ 143640 h 361333"/>
                <a:gd name="connsiteX34" fmla="*/ 90098 w 361670"/>
                <a:gd name="connsiteY34" fmla="*/ 160876 h 361333"/>
                <a:gd name="connsiteX35" fmla="*/ 92015 w 361670"/>
                <a:gd name="connsiteY35" fmla="*/ 169814 h 361333"/>
                <a:gd name="connsiteX36" fmla="*/ 103517 w 361670"/>
                <a:gd name="connsiteY36" fmla="*/ 197265 h 361333"/>
                <a:gd name="connsiteX37" fmla="*/ 104156 w 361670"/>
                <a:gd name="connsiteY37" fmla="*/ 215779 h 361333"/>
                <a:gd name="connsiteX38" fmla="*/ 92015 w 361670"/>
                <a:gd name="connsiteY38" fmla="*/ 235569 h 361333"/>
                <a:gd name="connsiteX39" fmla="*/ 77318 w 361670"/>
                <a:gd name="connsiteY39" fmla="*/ 238761 h 361333"/>
                <a:gd name="connsiteX40" fmla="*/ 60704 w 361670"/>
                <a:gd name="connsiteY40" fmla="*/ 242591 h 361333"/>
                <a:gd name="connsiteX41" fmla="*/ 51758 w 361670"/>
                <a:gd name="connsiteY41" fmla="*/ 240038 h 361333"/>
                <a:gd name="connsiteX42" fmla="*/ 54314 w 361670"/>
                <a:gd name="connsiteY42" fmla="*/ 231100 h 361333"/>
                <a:gd name="connsiteX43" fmla="*/ 75401 w 361670"/>
                <a:gd name="connsiteY43" fmla="*/ 225993 h 361333"/>
                <a:gd name="connsiteX44" fmla="*/ 85625 w 361670"/>
                <a:gd name="connsiteY44" fmla="*/ 224078 h 361333"/>
                <a:gd name="connsiteX45" fmla="*/ 88820 w 361670"/>
                <a:gd name="connsiteY45" fmla="*/ 220247 h 361333"/>
                <a:gd name="connsiteX46" fmla="*/ 63899 w 361670"/>
                <a:gd name="connsiteY46" fmla="*/ 220247 h 361333"/>
                <a:gd name="connsiteX47" fmla="*/ 58148 w 361670"/>
                <a:gd name="connsiteY47" fmla="*/ 216417 h 361333"/>
                <a:gd name="connsiteX48" fmla="*/ 59426 w 361670"/>
                <a:gd name="connsiteY48" fmla="*/ 209395 h 361333"/>
                <a:gd name="connsiteX49" fmla="*/ 71567 w 361670"/>
                <a:gd name="connsiteY49" fmla="*/ 162153 h 361333"/>
                <a:gd name="connsiteX50" fmla="*/ 79235 w 361670"/>
                <a:gd name="connsiteY50" fmla="*/ 135341 h 361333"/>
                <a:gd name="connsiteX51" fmla="*/ 83069 w 361670"/>
                <a:gd name="connsiteY51" fmla="*/ 128318 h 361333"/>
                <a:gd name="connsiteX52" fmla="*/ 115019 w 361670"/>
                <a:gd name="connsiteY52" fmla="*/ 114912 h 361333"/>
                <a:gd name="connsiteX53" fmla="*/ 146969 w 361670"/>
                <a:gd name="connsiteY53" fmla="*/ 128318 h 361333"/>
                <a:gd name="connsiteX54" fmla="*/ 150164 w 361670"/>
                <a:gd name="connsiteY54" fmla="*/ 134064 h 361333"/>
                <a:gd name="connsiteX55" fmla="*/ 159110 w 361670"/>
                <a:gd name="connsiteY55" fmla="*/ 162153 h 361333"/>
                <a:gd name="connsiteX56" fmla="*/ 171250 w 361670"/>
                <a:gd name="connsiteY56" fmla="*/ 209395 h 361333"/>
                <a:gd name="connsiteX57" fmla="*/ 172528 w 361670"/>
                <a:gd name="connsiteY57" fmla="*/ 216417 h 361333"/>
                <a:gd name="connsiteX58" fmla="*/ 166777 w 361670"/>
                <a:gd name="connsiteY58" fmla="*/ 220247 h 361333"/>
                <a:gd name="connsiteX59" fmla="*/ 141217 w 361670"/>
                <a:gd name="connsiteY59" fmla="*/ 220247 h 361333"/>
                <a:gd name="connsiteX60" fmla="*/ 144412 w 361670"/>
                <a:gd name="connsiteY60" fmla="*/ 224078 h 361333"/>
                <a:gd name="connsiteX61" fmla="*/ 154637 w 361670"/>
                <a:gd name="connsiteY61" fmla="*/ 225993 h 361333"/>
                <a:gd name="connsiteX62" fmla="*/ 175723 w 361670"/>
                <a:gd name="connsiteY62" fmla="*/ 231100 h 361333"/>
                <a:gd name="connsiteX63" fmla="*/ 178918 w 361670"/>
                <a:gd name="connsiteY63" fmla="*/ 234931 h 361333"/>
                <a:gd name="connsiteX64" fmla="*/ 182113 w 361670"/>
                <a:gd name="connsiteY64" fmla="*/ 231100 h 361333"/>
                <a:gd name="connsiteX65" fmla="*/ 203200 w 361670"/>
                <a:gd name="connsiteY65" fmla="*/ 225993 h 361333"/>
                <a:gd name="connsiteX66" fmla="*/ 213424 w 361670"/>
                <a:gd name="connsiteY66" fmla="*/ 224078 h 361333"/>
                <a:gd name="connsiteX67" fmla="*/ 219814 w 361670"/>
                <a:gd name="connsiteY67" fmla="*/ 204287 h 361333"/>
                <a:gd name="connsiteX68" fmla="*/ 207034 w 361670"/>
                <a:gd name="connsiteY68" fmla="*/ 173644 h 361333"/>
                <a:gd name="connsiteX69" fmla="*/ 210868 w 361670"/>
                <a:gd name="connsiteY69" fmla="*/ 127680 h 361333"/>
                <a:gd name="connsiteX70" fmla="*/ 242818 w 361670"/>
                <a:gd name="connsiteY70" fmla="*/ 114273 h 361333"/>
                <a:gd name="connsiteX71" fmla="*/ 274767 w 361670"/>
                <a:gd name="connsiteY71" fmla="*/ 127680 h 361333"/>
                <a:gd name="connsiteX72" fmla="*/ 278601 w 361670"/>
                <a:gd name="connsiteY72" fmla="*/ 173644 h 361333"/>
                <a:gd name="connsiteX73" fmla="*/ 265182 w 361670"/>
                <a:gd name="connsiteY73" fmla="*/ 204287 h 361333"/>
                <a:gd name="connsiteX74" fmla="*/ 272211 w 361670"/>
                <a:gd name="connsiteY74" fmla="*/ 223439 h 361333"/>
                <a:gd name="connsiteX75" fmla="*/ 282435 w 361670"/>
                <a:gd name="connsiteY75" fmla="*/ 225355 h 361333"/>
                <a:gd name="connsiteX76" fmla="*/ 303522 w 361670"/>
                <a:gd name="connsiteY76" fmla="*/ 230462 h 361333"/>
                <a:gd name="connsiteX77" fmla="*/ 307356 w 361670"/>
                <a:gd name="connsiteY77" fmla="*/ 240038 h 361333"/>
                <a:gd name="connsiteX78" fmla="*/ 180835 w 361670"/>
                <a:gd name="connsiteY78" fmla="*/ 0 h 361333"/>
                <a:gd name="connsiteX79" fmla="*/ 0 w 361670"/>
                <a:gd name="connsiteY79" fmla="*/ 180667 h 361333"/>
                <a:gd name="connsiteX80" fmla="*/ 180835 w 361670"/>
                <a:gd name="connsiteY80" fmla="*/ 361333 h 361333"/>
                <a:gd name="connsiteX81" fmla="*/ 361670 w 361670"/>
                <a:gd name="connsiteY81" fmla="*/ 180667 h 361333"/>
                <a:gd name="connsiteX82" fmla="*/ 180835 w 361670"/>
                <a:gd name="connsiteY82"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61670" h="361333">
                  <a:moveTo>
                    <a:pt x="307356" y="240038"/>
                  </a:moveTo>
                  <a:cubicBezTo>
                    <a:pt x="306078" y="241953"/>
                    <a:pt x="304161" y="243230"/>
                    <a:pt x="301605" y="243230"/>
                  </a:cubicBezTo>
                  <a:cubicBezTo>
                    <a:pt x="300327" y="243230"/>
                    <a:pt x="299688" y="243230"/>
                    <a:pt x="298410" y="242591"/>
                  </a:cubicBezTo>
                  <a:cubicBezTo>
                    <a:pt x="294576" y="240038"/>
                    <a:pt x="287547" y="239399"/>
                    <a:pt x="281796" y="238761"/>
                  </a:cubicBezTo>
                  <a:cubicBezTo>
                    <a:pt x="276045" y="238123"/>
                    <a:pt x="270934" y="237484"/>
                    <a:pt x="267099" y="235569"/>
                  </a:cubicBezTo>
                  <a:cubicBezTo>
                    <a:pt x="259431" y="231739"/>
                    <a:pt x="256236" y="220247"/>
                    <a:pt x="254959" y="215779"/>
                  </a:cubicBezTo>
                  <a:cubicBezTo>
                    <a:pt x="253681" y="211310"/>
                    <a:pt x="252403" y="202372"/>
                    <a:pt x="255597" y="197265"/>
                  </a:cubicBezTo>
                  <a:cubicBezTo>
                    <a:pt x="260071" y="190881"/>
                    <a:pt x="265182" y="177475"/>
                    <a:pt x="267099" y="169814"/>
                  </a:cubicBezTo>
                  <a:cubicBezTo>
                    <a:pt x="269655" y="161515"/>
                    <a:pt x="270294" y="153854"/>
                    <a:pt x="269655" y="147470"/>
                  </a:cubicBezTo>
                  <a:cubicBezTo>
                    <a:pt x="265182" y="150662"/>
                    <a:pt x="260709" y="151300"/>
                    <a:pt x="257514" y="151300"/>
                  </a:cubicBezTo>
                  <a:cubicBezTo>
                    <a:pt x="256236" y="151300"/>
                    <a:pt x="254319" y="150662"/>
                    <a:pt x="253681" y="149385"/>
                  </a:cubicBezTo>
                  <a:lnTo>
                    <a:pt x="253681" y="149385"/>
                  </a:lnTo>
                  <a:lnTo>
                    <a:pt x="253681" y="149385"/>
                  </a:lnTo>
                  <a:cubicBezTo>
                    <a:pt x="253041" y="150024"/>
                    <a:pt x="252403" y="150662"/>
                    <a:pt x="251124" y="150662"/>
                  </a:cubicBezTo>
                  <a:cubicBezTo>
                    <a:pt x="247929" y="151939"/>
                    <a:pt x="242818" y="153216"/>
                    <a:pt x="237067" y="153216"/>
                  </a:cubicBezTo>
                  <a:cubicBezTo>
                    <a:pt x="230677" y="153216"/>
                    <a:pt x="223648" y="151939"/>
                    <a:pt x="217897" y="147470"/>
                  </a:cubicBezTo>
                  <a:cubicBezTo>
                    <a:pt x="217258" y="155769"/>
                    <a:pt x="219175" y="165345"/>
                    <a:pt x="220453" y="169814"/>
                  </a:cubicBezTo>
                  <a:cubicBezTo>
                    <a:pt x="222370" y="177475"/>
                    <a:pt x="227482" y="190243"/>
                    <a:pt x="231955" y="197265"/>
                  </a:cubicBezTo>
                  <a:cubicBezTo>
                    <a:pt x="235150" y="202372"/>
                    <a:pt x="233872" y="210671"/>
                    <a:pt x="232594" y="215779"/>
                  </a:cubicBezTo>
                  <a:cubicBezTo>
                    <a:pt x="231316" y="220247"/>
                    <a:pt x="228121" y="231100"/>
                    <a:pt x="220453" y="235569"/>
                  </a:cubicBezTo>
                  <a:cubicBezTo>
                    <a:pt x="216619" y="237484"/>
                    <a:pt x="210868" y="238123"/>
                    <a:pt x="205756" y="238761"/>
                  </a:cubicBezTo>
                  <a:cubicBezTo>
                    <a:pt x="200005" y="239399"/>
                    <a:pt x="193615" y="240038"/>
                    <a:pt x="189142" y="242591"/>
                  </a:cubicBezTo>
                  <a:cubicBezTo>
                    <a:pt x="185947" y="244507"/>
                    <a:pt x="182113" y="243230"/>
                    <a:pt x="180196" y="240038"/>
                  </a:cubicBezTo>
                  <a:cubicBezTo>
                    <a:pt x="180196" y="239399"/>
                    <a:pt x="180196" y="239399"/>
                    <a:pt x="179557" y="238761"/>
                  </a:cubicBezTo>
                  <a:cubicBezTo>
                    <a:pt x="179557" y="239399"/>
                    <a:pt x="179557" y="239399"/>
                    <a:pt x="178918" y="240038"/>
                  </a:cubicBezTo>
                  <a:cubicBezTo>
                    <a:pt x="177640" y="241953"/>
                    <a:pt x="175723" y="243230"/>
                    <a:pt x="173167" y="243230"/>
                  </a:cubicBezTo>
                  <a:cubicBezTo>
                    <a:pt x="171889" y="243230"/>
                    <a:pt x="171250" y="243230"/>
                    <a:pt x="169972" y="242591"/>
                  </a:cubicBezTo>
                  <a:cubicBezTo>
                    <a:pt x="166138" y="240038"/>
                    <a:pt x="159110" y="239399"/>
                    <a:pt x="153358" y="238761"/>
                  </a:cubicBezTo>
                  <a:cubicBezTo>
                    <a:pt x="147607" y="238123"/>
                    <a:pt x="142496" y="237484"/>
                    <a:pt x="138662" y="235569"/>
                  </a:cubicBezTo>
                  <a:cubicBezTo>
                    <a:pt x="130994" y="231739"/>
                    <a:pt x="127799" y="220247"/>
                    <a:pt x="126521" y="215779"/>
                  </a:cubicBezTo>
                  <a:cubicBezTo>
                    <a:pt x="125243" y="211310"/>
                    <a:pt x="123965" y="202372"/>
                    <a:pt x="127160" y="197265"/>
                  </a:cubicBezTo>
                  <a:cubicBezTo>
                    <a:pt x="131633" y="190881"/>
                    <a:pt x="136745" y="177475"/>
                    <a:pt x="138662" y="169814"/>
                  </a:cubicBezTo>
                  <a:cubicBezTo>
                    <a:pt x="139301" y="166622"/>
                    <a:pt x="139940" y="163430"/>
                    <a:pt x="140579" y="160876"/>
                  </a:cubicBezTo>
                  <a:cubicBezTo>
                    <a:pt x="130355" y="158961"/>
                    <a:pt x="121409" y="152577"/>
                    <a:pt x="115658" y="143640"/>
                  </a:cubicBezTo>
                  <a:cubicBezTo>
                    <a:pt x="109907" y="152577"/>
                    <a:pt x="100961" y="158961"/>
                    <a:pt x="90098" y="160876"/>
                  </a:cubicBezTo>
                  <a:cubicBezTo>
                    <a:pt x="90737" y="164068"/>
                    <a:pt x="91376" y="166622"/>
                    <a:pt x="92015" y="169814"/>
                  </a:cubicBezTo>
                  <a:cubicBezTo>
                    <a:pt x="93932" y="177475"/>
                    <a:pt x="99044" y="190243"/>
                    <a:pt x="103517" y="197265"/>
                  </a:cubicBezTo>
                  <a:cubicBezTo>
                    <a:pt x="106712" y="202372"/>
                    <a:pt x="105434" y="210671"/>
                    <a:pt x="104156" y="215779"/>
                  </a:cubicBezTo>
                  <a:cubicBezTo>
                    <a:pt x="102878" y="220247"/>
                    <a:pt x="99683" y="231100"/>
                    <a:pt x="92015" y="235569"/>
                  </a:cubicBezTo>
                  <a:cubicBezTo>
                    <a:pt x="88181" y="237484"/>
                    <a:pt x="82430" y="238123"/>
                    <a:pt x="77318" y="238761"/>
                  </a:cubicBezTo>
                  <a:cubicBezTo>
                    <a:pt x="71567" y="239399"/>
                    <a:pt x="65177" y="240038"/>
                    <a:pt x="60704" y="242591"/>
                  </a:cubicBezTo>
                  <a:cubicBezTo>
                    <a:pt x="57509" y="244507"/>
                    <a:pt x="53676" y="243230"/>
                    <a:pt x="51758" y="240038"/>
                  </a:cubicBezTo>
                  <a:cubicBezTo>
                    <a:pt x="49841" y="236846"/>
                    <a:pt x="51119" y="233015"/>
                    <a:pt x="54314" y="231100"/>
                  </a:cubicBezTo>
                  <a:cubicBezTo>
                    <a:pt x="60704" y="227270"/>
                    <a:pt x="68372" y="226631"/>
                    <a:pt x="75401" y="225993"/>
                  </a:cubicBezTo>
                  <a:cubicBezTo>
                    <a:pt x="79235" y="225355"/>
                    <a:pt x="83708" y="225355"/>
                    <a:pt x="85625" y="224078"/>
                  </a:cubicBezTo>
                  <a:cubicBezTo>
                    <a:pt x="86903" y="223439"/>
                    <a:pt x="87542" y="222163"/>
                    <a:pt x="88820" y="220247"/>
                  </a:cubicBezTo>
                  <a:lnTo>
                    <a:pt x="63899" y="220247"/>
                  </a:lnTo>
                  <a:cubicBezTo>
                    <a:pt x="61343" y="220247"/>
                    <a:pt x="58788" y="218971"/>
                    <a:pt x="58148" y="216417"/>
                  </a:cubicBezTo>
                  <a:cubicBezTo>
                    <a:pt x="56871" y="213863"/>
                    <a:pt x="57509" y="211310"/>
                    <a:pt x="59426" y="209395"/>
                  </a:cubicBezTo>
                  <a:cubicBezTo>
                    <a:pt x="59426" y="209395"/>
                    <a:pt x="71567" y="196627"/>
                    <a:pt x="71567" y="162153"/>
                  </a:cubicBezTo>
                  <a:cubicBezTo>
                    <a:pt x="71567" y="151300"/>
                    <a:pt x="74123" y="143001"/>
                    <a:pt x="79235" y="135341"/>
                  </a:cubicBezTo>
                  <a:cubicBezTo>
                    <a:pt x="80513" y="132787"/>
                    <a:pt x="81152" y="130872"/>
                    <a:pt x="83069" y="128318"/>
                  </a:cubicBezTo>
                  <a:cubicBezTo>
                    <a:pt x="89459" y="119381"/>
                    <a:pt x="100322" y="114912"/>
                    <a:pt x="115019" y="114912"/>
                  </a:cubicBezTo>
                  <a:cubicBezTo>
                    <a:pt x="129716" y="114912"/>
                    <a:pt x="140579" y="119381"/>
                    <a:pt x="146969" y="128318"/>
                  </a:cubicBezTo>
                  <a:cubicBezTo>
                    <a:pt x="148247" y="130233"/>
                    <a:pt x="149525" y="132149"/>
                    <a:pt x="150164" y="134064"/>
                  </a:cubicBezTo>
                  <a:cubicBezTo>
                    <a:pt x="155915" y="141724"/>
                    <a:pt x="159110" y="150662"/>
                    <a:pt x="159110" y="162153"/>
                  </a:cubicBezTo>
                  <a:cubicBezTo>
                    <a:pt x="159110" y="196627"/>
                    <a:pt x="171250" y="209395"/>
                    <a:pt x="171250" y="209395"/>
                  </a:cubicBezTo>
                  <a:cubicBezTo>
                    <a:pt x="173167" y="211310"/>
                    <a:pt x="173806" y="213863"/>
                    <a:pt x="172528" y="216417"/>
                  </a:cubicBezTo>
                  <a:cubicBezTo>
                    <a:pt x="171250" y="218971"/>
                    <a:pt x="169333" y="220247"/>
                    <a:pt x="166777" y="220247"/>
                  </a:cubicBezTo>
                  <a:lnTo>
                    <a:pt x="141217" y="220247"/>
                  </a:lnTo>
                  <a:cubicBezTo>
                    <a:pt x="142496" y="222163"/>
                    <a:pt x="143135" y="224078"/>
                    <a:pt x="144412" y="224078"/>
                  </a:cubicBezTo>
                  <a:cubicBezTo>
                    <a:pt x="146330" y="224716"/>
                    <a:pt x="150802" y="225355"/>
                    <a:pt x="154637" y="225993"/>
                  </a:cubicBezTo>
                  <a:cubicBezTo>
                    <a:pt x="161665" y="226631"/>
                    <a:pt x="169333" y="227270"/>
                    <a:pt x="175723" y="231100"/>
                  </a:cubicBezTo>
                  <a:cubicBezTo>
                    <a:pt x="177001" y="231739"/>
                    <a:pt x="178279" y="233015"/>
                    <a:pt x="178918" y="234931"/>
                  </a:cubicBezTo>
                  <a:cubicBezTo>
                    <a:pt x="179557" y="233654"/>
                    <a:pt x="180196" y="232377"/>
                    <a:pt x="182113" y="231100"/>
                  </a:cubicBezTo>
                  <a:cubicBezTo>
                    <a:pt x="188503" y="227270"/>
                    <a:pt x="196171" y="226631"/>
                    <a:pt x="203200" y="225993"/>
                  </a:cubicBezTo>
                  <a:cubicBezTo>
                    <a:pt x="207034" y="225355"/>
                    <a:pt x="211507" y="225355"/>
                    <a:pt x="213424" y="224078"/>
                  </a:cubicBezTo>
                  <a:cubicBezTo>
                    <a:pt x="217258" y="222163"/>
                    <a:pt x="221092" y="208118"/>
                    <a:pt x="219814" y="204287"/>
                  </a:cubicBezTo>
                  <a:cubicBezTo>
                    <a:pt x="214702" y="196627"/>
                    <a:pt x="208951" y="181944"/>
                    <a:pt x="207034" y="173644"/>
                  </a:cubicBezTo>
                  <a:cubicBezTo>
                    <a:pt x="203839" y="162792"/>
                    <a:pt x="200005" y="141724"/>
                    <a:pt x="210868" y="127680"/>
                  </a:cubicBezTo>
                  <a:cubicBezTo>
                    <a:pt x="217258" y="118742"/>
                    <a:pt x="228121" y="114273"/>
                    <a:pt x="242818" y="114273"/>
                  </a:cubicBezTo>
                  <a:cubicBezTo>
                    <a:pt x="257514" y="114273"/>
                    <a:pt x="268377" y="118742"/>
                    <a:pt x="274767" y="127680"/>
                  </a:cubicBezTo>
                  <a:cubicBezTo>
                    <a:pt x="285630" y="141724"/>
                    <a:pt x="281796" y="162153"/>
                    <a:pt x="278601" y="173644"/>
                  </a:cubicBezTo>
                  <a:cubicBezTo>
                    <a:pt x="276045" y="181305"/>
                    <a:pt x="270934" y="196627"/>
                    <a:pt x="265182" y="204287"/>
                  </a:cubicBezTo>
                  <a:cubicBezTo>
                    <a:pt x="264544" y="207479"/>
                    <a:pt x="268377" y="221524"/>
                    <a:pt x="272211" y="223439"/>
                  </a:cubicBezTo>
                  <a:cubicBezTo>
                    <a:pt x="274128" y="224078"/>
                    <a:pt x="278601" y="224716"/>
                    <a:pt x="282435" y="225355"/>
                  </a:cubicBezTo>
                  <a:cubicBezTo>
                    <a:pt x="289464" y="225993"/>
                    <a:pt x="297132" y="226631"/>
                    <a:pt x="303522" y="230462"/>
                  </a:cubicBezTo>
                  <a:cubicBezTo>
                    <a:pt x="307995" y="233654"/>
                    <a:pt x="309273" y="237484"/>
                    <a:pt x="307356" y="240038"/>
                  </a:cubicBezTo>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path>
              </a:pathLst>
            </a:custGeom>
            <a:solidFill>
              <a:srgbClr val="007CB0"/>
            </a:solidFill>
            <a:ln w="6390" cap="flat">
              <a:noFill/>
              <a:prstDash val="solid"/>
              <a:miter/>
            </a:ln>
          </p:spPr>
          <p:txBody>
            <a:bodyPr rtlCol="0" anchor="ctr"/>
            <a:lstStyle/>
            <a:p>
              <a:endParaRPr lang="en-US"/>
            </a:p>
          </p:txBody>
        </p:sp>
        <p:sp>
          <p:nvSpPr>
            <p:cNvPr id="1101" name="Graphic 4">
              <a:extLst>
                <a:ext uri="{FF2B5EF4-FFF2-40B4-BE49-F238E27FC236}">
                  <a16:creationId xmlns:a16="http://schemas.microsoft.com/office/drawing/2014/main" id="{9135C7B9-4D9E-814D-9DBA-048F746DAC91}"/>
                </a:ext>
              </a:extLst>
            </p:cNvPr>
            <p:cNvSpPr/>
            <p:nvPr/>
          </p:nvSpPr>
          <p:spPr>
            <a:xfrm>
              <a:off x="6370128" y="2021331"/>
              <a:ext cx="42173" cy="13319"/>
            </a:xfrm>
            <a:custGeom>
              <a:avLst/>
              <a:gdLst>
                <a:gd name="connsiteX0" fmla="*/ 21087 w 42173"/>
                <a:gd name="connsiteY0" fmla="*/ 0 h 13319"/>
                <a:gd name="connsiteX1" fmla="*/ 0 w 42173"/>
                <a:gd name="connsiteY1" fmla="*/ 7661 h 13319"/>
                <a:gd name="connsiteX2" fmla="*/ 22365 w 42173"/>
                <a:gd name="connsiteY2" fmla="*/ 12130 h 13319"/>
                <a:gd name="connsiteX3" fmla="*/ 26199 w 42173"/>
                <a:gd name="connsiteY3" fmla="*/ 8299 h 13319"/>
                <a:gd name="connsiteX4" fmla="*/ 30672 w 42173"/>
                <a:gd name="connsiteY4" fmla="*/ 6384 h 13319"/>
                <a:gd name="connsiteX5" fmla="*/ 35145 w 42173"/>
                <a:gd name="connsiteY5" fmla="*/ 8299 h 13319"/>
                <a:gd name="connsiteX6" fmla="*/ 37700 w 42173"/>
                <a:gd name="connsiteY6" fmla="*/ 10853 h 13319"/>
                <a:gd name="connsiteX7" fmla="*/ 42173 w 42173"/>
                <a:gd name="connsiteY7" fmla="*/ 7661 h 13319"/>
                <a:gd name="connsiteX8" fmla="*/ 21087 w 42173"/>
                <a:gd name="connsiteY8" fmla="*/ 0 h 13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173" h="13319">
                  <a:moveTo>
                    <a:pt x="21087" y="0"/>
                  </a:moveTo>
                  <a:cubicBezTo>
                    <a:pt x="10863" y="0"/>
                    <a:pt x="3834" y="2554"/>
                    <a:pt x="0" y="7661"/>
                  </a:cubicBezTo>
                  <a:cubicBezTo>
                    <a:pt x="7029" y="15322"/>
                    <a:pt x="18531" y="13406"/>
                    <a:pt x="22365" y="12130"/>
                  </a:cubicBezTo>
                  <a:lnTo>
                    <a:pt x="26199" y="8299"/>
                  </a:lnTo>
                  <a:cubicBezTo>
                    <a:pt x="27477" y="7022"/>
                    <a:pt x="28755" y="6384"/>
                    <a:pt x="30672" y="6384"/>
                  </a:cubicBezTo>
                  <a:cubicBezTo>
                    <a:pt x="32589" y="6384"/>
                    <a:pt x="33867" y="7022"/>
                    <a:pt x="35145" y="8299"/>
                  </a:cubicBezTo>
                  <a:lnTo>
                    <a:pt x="37700" y="10853"/>
                  </a:lnTo>
                  <a:cubicBezTo>
                    <a:pt x="38978" y="10214"/>
                    <a:pt x="40895" y="9576"/>
                    <a:pt x="42173" y="7661"/>
                  </a:cubicBezTo>
                  <a:cubicBezTo>
                    <a:pt x="38340" y="2554"/>
                    <a:pt x="31310" y="0"/>
                    <a:pt x="21087" y="0"/>
                  </a:cubicBezTo>
                </a:path>
              </a:pathLst>
            </a:custGeom>
            <a:solidFill>
              <a:srgbClr val="007CB0"/>
            </a:solidFill>
            <a:ln w="6390" cap="flat">
              <a:noFill/>
              <a:prstDash val="solid"/>
              <a:miter/>
            </a:ln>
          </p:spPr>
          <p:txBody>
            <a:bodyPr rtlCol="0" anchor="ctr"/>
            <a:lstStyle/>
            <a:p>
              <a:endParaRPr lang="en-US"/>
            </a:p>
          </p:txBody>
        </p:sp>
        <p:sp>
          <p:nvSpPr>
            <p:cNvPr id="1102" name="Graphic 4">
              <a:extLst>
                <a:ext uri="{FF2B5EF4-FFF2-40B4-BE49-F238E27FC236}">
                  <a16:creationId xmlns:a16="http://schemas.microsoft.com/office/drawing/2014/main" id="{D0CED092-5460-C948-8069-B78DDDBE0301}"/>
                </a:ext>
              </a:extLst>
            </p:cNvPr>
            <p:cNvSpPr/>
            <p:nvPr/>
          </p:nvSpPr>
          <p:spPr>
            <a:xfrm>
              <a:off x="6224437" y="2077510"/>
              <a:ext cx="17252" cy="23620"/>
            </a:xfrm>
            <a:custGeom>
              <a:avLst/>
              <a:gdLst>
                <a:gd name="connsiteX0" fmla="*/ 0 w 17252"/>
                <a:gd name="connsiteY0" fmla="*/ 23621 h 23620"/>
                <a:gd name="connsiteX1" fmla="*/ 17253 w 17252"/>
                <a:gd name="connsiteY1" fmla="*/ 23621 h 23620"/>
                <a:gd name="connsiteX2" fmla="*/ 17253 w 17252"/>
                <a:gd name="connsiteY2" fmla="*/ 20429 h 23620"/>
                <a:gd name="connsiteX3" fmla="*/ 7668 w 17252"/>
                <a:gd name="connsiteY3" fmla="*/ 0 h 23620"/>
                <a:gd name="connsiteX4" fmla="*/ 0 w 17252"/>
                <a:gd name="connsiteY4" fmla="*/ 23621 h 23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52" h="23620">
                  <a:moveTo>
                    <a:pt x="0" y="23621"/>
                  </a:moveTo>
                  <a:lnTo>
                    <a:pt x="17253" y="23621"/>
                  </a:lnTo>
                  <a:cubicBezTo>
                    <a:pt x="17253" y="22344"/>
                    <a:pt x="17253" y="21067"/>
                    <a:pt x="17253" y="20429"/>
                  </a:cubicBezTo>
                  <a:cubicBezTo>
                    <a:pt x="13419" y="15322"/>
                    <a:pt x="10224" y="7022"/>
                    <a:pt x="7668" y="0"/>
                  </a:cubicBezTo>
                  <a:cubicBezTo>
                    <a:pt x="5112" y="10214"/>
                    <a:pt x="2556" y="17875"/>
                    <a:pt x="0" y="23621"/>
                  </a:cubicBezTo>
                </a:path>
              </a:pathLst>
            </a:custGeom>
            <a:solidFill>
              <a:srgbClr val="007CB0"/>
            </a:solidFill>
            <a:ln w="6390" cap="flat">
              <a:noFill/>
              <a:prstDash val="solid"/>
              <a:miter/>
            </a:ln>
          </p:spPr>
          <p:txBody>
            <a:bodyPr rtlCol="0" anchor="ctr"/>
            <a:lstStyle/>
            <a:p>
              <a:endParaRPr lang="en-US"/>
            </a:p>
          </p:txBody>
        </p:sp>
      </p:grpSp>
      <p:grpSp>
        <p:nvGrpSpPr>
          <p:cNvPr id="1103" name="Graphic 4">
            <a:extLst>
              <a:ext uri="{FF2B5EF4-FFF2-40B4-BE49-F238E27FC236}">
                <a16:creationId xmlns:a16="http://schemas.microsoft.com/office/drawing/2014/main" id="{3209A688-EB5B-5F43-B6D9-EDEEC0ACF3F1}"/>
              </a:ext>
            </a:extLst>
          </p:cNvPr>
          <p:cNvGrpSpPr/>
          <p:nvPr/>
        </p:nvGrpSpPr>
        <p:grpSpPr>
          <a:xfrm>
            <a:off x="10934460" y="4308712"/>
            <a:ext cx="361671" cy="361333"/>
            <a:chOff x="10934460" y="4308712"/>
            <a:chExt cx="361671" cy="361333"/>
          </a:xfrm>
          <a:solidFill>
            <a:srgbClr val="00A3E0"/>
          </a:solidFill>
        </p:grpSpPr>
        <p:sp>
          <p:nvSpPr>
            <p:cNvPr id="1104" name="Graphic 4">
              <a:extLst>
                <a:ext uri="{FF2B5EF4-FFF2-40B4-BE49-F238E27FC236}">
                  <a16:creationId xmlns:a16="http://schemas.microsoft.com/office/drawing/2014/main" id="{8C326D31-FF00-DF44-9F60-454B88378512}"/>
                </a:ext>
              </a:extLst>
            </p:cNvPr>
            <p:cNvSpPr/>
            <p:nvPr/>
          </p:nvSpPr>
          <p:spPr>
            <a:xfrm>
              <a:off x="10934460" y="4308712"/>
              <a:ext cx="361671" cy="361333"/>
            </a:xfrm>
            <a:custGeom>
              <a:avLst/>
              <a:gdLst>
                <a:gd name="connsiteX0" fmla="*/ 180836 w 361671"/>
                <a:gd name="connsiteY0" fmla="*/ 0 h 361333"/>
                <a:gd name="connsiteX1" fmla="*/ 0 w 361671"/>
                <a:gd name="connsiteY1" fmla="*/ 180667 h 361333"/>
                <a:gd name="connsiteX2" fmla="*/ 180836 w 361671"/>
                <a:gd name="connsiteY2" fmla="*/ 361334 h 361333"/>
                <a:gd name="connsiteX3" fmla="*/ 361671 w 361671"/>
                <a:gd name="connsiteY3" fmla="*/ 180667 h 361333"/>
                <a:gd name="connsiteX4" fmla="*/ 180836 w 361671"/>
                <a:gd name="connsiteY4" fmla="*/ 0 h 361333"/>
                <a:gd name="connsiteX5" fmla="*/ 180836 w 361671"/>
                <a:gd name="connsiteY5" fmla="*/ 349204 h 361333"/>
                <a:gd name="connsiteX6" fmla="*/ 12780 w 361671"/>
                <a:gd name="connsiteY6" fmla="*/ 181305 h 361333"/>
                <a:gd name="connsiteX7" fmla="*/ 180836 w 361671"/>
                <a:gd name="connsiteY7" fmla="*/ 13407 h 361333"/>
                <a:gd name="connsiteX8" fmla="*/ 348891 w 361671"/>
                <a:gd name="connsiteY8" fmla="*/ 181305 h 361333"/>
                <a:gd name="connsiteX9" fmla="*/ 180836 w 361671"/>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1" h="361333">
                  <a:moveTo>
                    <a:pt x="180836" y="0"/>
                  </a:moveTo>
                  <a:cubicBezTo>
                    <a:pt x="80514" y="0"/>
                    <a:pt x="0" y="81077"/>
                    <a:pt x="0" y="180667"/>
                  </a:cubicBezTo>
                  <a:cubicBezTo>
                    <a:pt x="0" y="280895"/>
                    <a:pt x="81153" y="361334"/>
                    <a:pt x="180836" y="361334"/>
                  </a:cubicBezTo>
                  <a:cubicBezTo>
                    <a:pt x="280518" y="361334"/>
                    <a:pt x="361671" y="280257"/>
                    <a:pt x="361671" y="180667"/>
                  </a:cubicBezTo>
                  <a:cubicBezTo>
                    <a:pt x="361671" y="81077"/>
                    <a:pt x="281157" y="0"/>
                    <a:pt x="180836" y="0"/>
                  </a:cubicBezTo>
                  <a:close/>
                  <a:moveTo>
                    <a:pt x="180836" y="349204"/>
                  </a:moveTo>
                  <a:cubicBezTo>
                    <a:pt x="88181" y="349204"/>
                    <a:pt x="12780" y="273873"/>
                    <a:pt x="12780" y="181305"/>
                  </a:cubicBezTo>
                  <a:cubicBezTo>
                    <a:pt x="12780" y="88738"/>
                    <a:pt x="88181" y="13407"/>
                    <a:pt x="180836" y="13407"/>
                  </a:cubicBezTo>
                  <a:cubicBezTo>
                    <a:pt x="273490" y="13407"/>
                    <a:pt x="348891" y="88738"/>
                    <a:pt x="348891" y="181305"/>
                  </a:cubicBezTo>
                  <a:cubicBezTo>
                    <a:pt x="348891" y="273234"/>
                    <a:pt x="273490"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1105" name="Graphic 4">
              <a:extLst>
                <a:ext uri="{FF2B5EF4-FFF2-40B4-BE49-F238E27FC236}">
                  <a16:creationId xmlns:a16="http://schemas.microsoft.com/office/drawing/2014/main" id="{18985EE8-B252-D840-861F-14B12ED14C08}"/>
                </a:ext>
              </a:extLst>
            </p:cNvPr>
            <p:cNvSpPr/>
            <p:nvPr/>
          </p:nvSpPr>
          <p:spPr>
            <a:xfrm>
              <a:off x="11047562" y="4419793"/>
              <a:ext cx="135466" cy="135340"/>
            </a:xfrm>
            <a:custGeom>
              <a:avLst/>
              <a:gdLst>
                <a:gd name="connsiteX0" fmla="*/ 67733 w 135466"/>
                <a:gd name="connsiteY0" fmla="*/ 0 h 135340"/>
                <a:gd name="connsiteX1" fmla="*/ 0 w 135466"/>
                <a:gd name="connsiteY1" fmla="*/ 67670 h 135340"/>
                <a:gd name="connsiteX2" fmla="*/ 67733 w 135466"/>
                <a:gd name="connsiteY2" fmla="*/ 135341 h 135340"/>
                <a:gd name="connsiteX3" fmla="*/ 135466 w 135466"/>
                <a:gd name="connsiteY3" fmla="*/ 67670 h 135340"/>
                <a:gd name="connsiteX4" fmla="*/ 67733 w 135466"/>
                <a:gd name="connsiteY4" fmla="*/ 0 h 135340"/>
                <a:gd name="connsiteX5" fmla="*/ 67733 w 135466"/>
                <a:gd name="connsiteY5" fmla="*/ 121934 h 135340"/>
                <a:gd name="connsiteX6" fmla="*/ 12780 w 135466"/>
                <a:gd name="connsiteY6" fmla="*/ 67032 h 135340"/>
                <a:gd name="connsiteX7" fmla="*/ 67733 w 135466"/>
                <a:gd name="connsiteY7" fmla="*/ 12129 h 135340"/>
                <a:gd name="connsiteX8" fmla="*/ 122686 w 135466"/>
                <a:gd name="connsiteY8" fmla="*/ 67032 h 135340"/>
                <a:gd name="connsiteX9" fmla="*/ 67733 w 135466"/>
                <a:gd name="connsiteY9" fmla="*/ 121934 h 135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466" h="135340">
                  <a:moveTo>
                    <a:pt x="67733" y="0"/>
                  </a:moveTo>
                  <a:cubicBezTo>
                    <a:pt x="30671" y="0"/>
                    <a:pt x="0" y="30005"/>
                    <a:pt x="0" y="67670"/>
                  </a:cubicBezTo>
                  <a:cubicBezTo>
                    <a:pt x="0" y="105336"/>
                    <a:pt x="30032" y="135341"/>
                    <a:pt x="67733" y="135341"/>
                  </a:cubicBezTo>
                  <a:cubicBezTo>
                    <a:pt x="105434" y="135341"/>
                    <a:pt x="135466" y="105336"/>
                    <a:pt x="135466" y="67670"/>
                  </a:cubicBezTo>
                  <a:cubicBezTo>
                    <a:pt x="135466" y="30005"/>
                    <a:pt x="105434" y="0"/>
                    <a:pt x="67733" y="0"/>
                  </a:cubicBezTo>
                  <a:close/>
                  <a:moveTo>
                    <a:pt x="67733" y="121934"/>
                  </a:moveTo>
                  <a:cubicBezTo>
                    <a:pt x="37701" y="121934"/>
                    <a:pt x="12780" y="97675"/>
                    <a:pt x="12780" y="67032"/>
                  </a:cubicBezTo>
                  <a:cubicBezTo>
                    <a:pt x="12780" y="36389"/>
                    <a:pt x="37061" y="12129"/>
                    <a:pt x="67733" y="12129"/>
                  </a:cubicBezTo>
                  <a:cubicBezTo>
                    <a:pt x="97766" y="12129"/>
                    <a:pt x="122686" y="36389"/>
                    <a:pt x="122686" y="67032"/>
                  </a:cubicBezTo>
                  <a:cubicBezTo>
                    <a:pt x="122686" y="97675"/>
                    <a:pt x="98405" y="121934"/>
                    <a:pt x="67733" y="121934"/>
                  </a:cubicBezTo>
                  <a:close/>
                </a:path>
              </a:pathLst>
            </a:custGeom>
            <a:solidFill>
              <a:srgbClr val="00A3E0"/>
            </a:solidFill>
            <a:ln w="6390" cap="flat">
              <a:noFill/>
              <a:prstDash val="solid"/>
              <a:miter/>
            </a:ln>
          </p:spPr>
          <p:txBody>
            <a:bodyPr rtlCol="0" anchor="ctr"/>
            <a:lstStyle/>
            <a:p>
              <a:endParaRPr lang="en-US"/>
            </a:p>
          </p:txBody>
        </p:sp>
      </p:grpSp>
      <p:grpSp>
        <p:nvGrpSpPr>
          <p:cNvPr id="1106" name="Graphic 4">
            <a:extLst>
              <a:ext uri="{FF2B5EF4-FFF2-40B4-BE49-F238E27FC236}">
                <a16:creationId xmlns:a16="http://schemas.microsoft.com/office/drawing/2014/main" id="{85D5E94B-3AA4-C64D-A540-6B7C56FFCAE0}"/>
              </a:ext>
            </a:extLst>
          </p:cNvPr>
          <p:cNvGrpSpPr/>
          <p:nvPr/>
        </p:nvGrpSpPr>
        <p:grpSpPr>
          <a:xfrm>
            <a:off x="9887149" y="918179"/>
            <a:ext cx="361670" cy="361333"/>
            <a:chOff x="9887149" y="918179"/>
            <a:chExt cx="361670" cy="361333"/>
          </a:xfrm>
          <a:solidFill>
            <a:srgbClr val="00A3E0"/>
          </a:solidFill>
        </p:grpSpPr>
        <p:sp>
          <p:nvSpPr>
            <p:cNvPr id="1107" name="Graphic 4">
              <a:extLst>
                <a:ext uri="{FF2B5EF4-FFF2-40B4-BE49-F238E27FC236}">
                  <a16:creationId xmlns:a16="http://schemas.microsoft.com/office/drawing/2014/main" id="{B9F7EAC9-C91E-734B-9AB1-229D304BFCA6}"/>
                </a:ext>
              </a:extLst>
            </p:cNvPr>
            <p:cNvSpPr/>
            <p:nvPr/>
          </p:nvSpPr>
          <p:spPr>
            <a:xfrm>
              <a:off x="9887149"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1108" name="Graphic 4">
              <a:extLst>
                <a:ext uri="{FF2B5EF4-FFF2-40B4-BE49-F238E27FC236}">
                  <a16:creationId xmlns:a16="http://schemas.microsoft.com/office/drawing/2014/main" id="{7AC5530F-C4F0-B744-ABAB-FD6D14325D33}"/>
                </a:ext>
              </a:extLst>
            </p:cNvPr>
            <p:cNvSpPr/>
            <p:nvPr/>
          </p:nvSpPr>
          <p:spPr>
            <a:xfrm>
              <a:off x="9969579" y="1004363"/>
              <a:ext cx="196810" cy="199180"/>
            </a:xfrm>
            <a:custGeom>
              <a:avLst/>
              <a:gdLst>
                <a:gd name="connsiteX0" fmla="*/ 194893 w 196810"/>
                <a:gd name="connsiteY0" fmla="*/ 1915 h 199180"/>
                <a:gd name="connsiteX1" fmla="*/ 190420 w 196810"/>
                <a:gd name="connsiteY1" fmla="*/ 0 h 199180"/>
                <a:gd name="connsiteX2" fmla="*/ 141857 w 196810"/>
                <a:gd name="connsiteY2" fmla="*/ 0 h 199180"/>
                <a:gd name="connsiteX3" fmla="*/ 135467 w 196810"/>
                <a:gd name="connsiteY3" fmla="*/ 6384 h 199180"/>
                <a:gd name="connsiteX4" fmla="*/ 141857 w 196810"/>
                <a:gd name="connsiteY4" fmla="*/ 12768 h 199180"/>
                <a:gd name="connsiteX5" fmla="*/ 175084 w 196810"/>
                <a:gd name="connsiteY5" fmla="*/ 12768 h 199180"/>
                <a:gd name="connsiteX6" fmla="*/ 149525 w 196810"/>
                <a:gd name="connsiteY6" fmla="*/ 37027 h 199180"/>
                <a:gd name="connsiteX7" fmla="*/ 139301 w 196810"/>
                <a:gd name="connsiteY7" fmla="*/ 27451 h 199180"/>
                <a:gd name="connsiteX8" fmla="*/ 130355 w 196810"/>
                <a:gd name="connsiteY8" fmla="*/ 27451 h 199180"/>
                <a:gd name="connsiteX9" fmla="*/ 130355 w 196810"/>
                <a:gd name="connsiteY9" fmla="*/ 36389 h 199180"/>
                <a:gd name="connsiteX10" fmla="*/ 139940 w 196810"/>
                <a:gd name="connsiteY10" fmla="*/ 45326 h 199180"/>
                <a:gd name="connsiteX11" fmla="*/ 130994 w 196810"/>
                <a:gd name="connsiteY11" fmla="*/ 54264 h 199180"/>
                <a:gd name="connsiteX12" fmla="*/ 81153 w 196810"/>
                <a:gd name="connsiteY12" fmla="*/ 37027 h 199180"/>
                <a:gd name="connsiteX13" fmla="*/ 0 w 196810"/>
                <a:gd name="connsiteY13" fmla="*/ 118104 h 199180"/>
                <a:gd name="connsiteX14" fmla="*/ 81153 w 196810"/>
                <a:gd name="connsiteY14" fmla="*/ 199180 h 199180"/>
                <a:gd name="connsiteX15" fmla="*/ 162305 w 196810"/>
                <a:gd name="connsiteY15" fmla="*/ 118104 h 199180"/>
                <a:gd name="connsiteX16" fmla="*/ 140579 w 196810"/>
                <a:gd name="connsiteY16" fmla="*/ 63201 h 199180"/>
                <a:gd name="connsiteX17" fmla="*/ 149525 w 196810"/>
                <a:gd name="connsiteY17" fmla="*/ 54264 h 199180"/>
                <a:gd name="connsiteX18" fmla="*/ 161027 w 196810"/>
                <a:gd name="connsiteY18" fmla="*/ 65117 h 199180"/>
                <a:gd name="connsiteX19" fmla="*/ 165500 w 196810"/>
                <a:gd name="connsiteY19" fmla="*/ 67032 h 199180"/>
                <a:gd name="connsiteX20" fmla="*/ 169973 w 196810"/>
                <a:gd name="connsiteY20" fmla="*/ 65117 h 199180"/>
                <a:gd name="connsiteX21" fmla="*/ 169973 w 196810"/>
                <a:gd name="connsiteY21" fmla="*/ 56179 h 199180"/>
                <a:gd name="connsiteX22" fmla="*/ 158471 w 196810"/>
                <a:gd name="connsiteY22" fmla="*/ 45326 h 199180"/>
                <a:gd name="connsiteX23" fmla="*/ 184031 w 196810"/>
                <a:gd name="connsiteY23" fmla="*/ 21067 h 199180"/>
                <a:gd name="connsiteX24" fmla="*/ 184031 w 196810"/>
                <a:gd name="connsiteY24" fmla="*/ 55541 h 199180"/>
                <a:gd name="connsiteX25" fmla="*/ 190420 w 196810"/>
                <a:gd name="connsiteY25" fmla="*/ 61925 h 199180"/>
                <a:gd name="connsiteX26" fmla="*/ 196810 w 196810"/>
                <a:gd name="connsiteY26" fmla="*/ 55541 h 199180"/>
                <a:gd name="connsiteX27" fmla="*/ 196810 w 196810"/>
                <a:gd name="connsiteY27" fmla="*/ 6384 h 199180"/>
                <a:gd name="connsiteX28" fmla="*/ 194893 w 196810"/>
                <a:gd name="connsiteY28" fmla="*/ 1915 h 199180"/>
                <a:gd name="connsiteX29" fmla="*/ 81153 w 196810"/>
                <a:gd name="connsiteY29" fmla="*/ 186412 h 199180"/>
                <a:gd name="connsiteX30" fmla="*/ 12780 w 196810"/>
                <a:gd name="connsiteY30" fmla="*/ 118104 h 199180"/>
                <a:gd name="connsiteX31" fmla="*/ 81153 w 196810"/>
                <a:gd name="connsiteY31" fmla="*/ 49795 h 199180"/>
                <a:gd name="connsiteX32" fmla="*/ 149525 w 196810"/>
                <a:gd name="connsiteY32" fmla="*/ 118104 h 199180"/>
                <a:gd name="connsiteX33" fmla="*/ 81153 w 196810"/>
                <a:gd name="connsiteY33" fmla="*/ 186412 h 199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96810" h="199180">
                  <a:moveTo>
                    <a:pt x="194893" y="1915"/>
                  </a:moveTo>
                  <a:cubicBezTo>
                    <a:pt x="193615" y="638"/>
                    <a:pt x="192338" y="0"/>
                    <a:pt x="190420" y="0"/>
                  </a:cubicBezTo>
                  <a:lnTo>
                    <a:pt x="141857" y="0"/>
                  </a:lnTo>
                  <a:cubicBezTo>
                    <a:pt x="138023" y="0"/>
                    <a:pt x="135467" y="2554"/>
                    <a:pt x="135467" y="6384"/>
                  </a:cubicBezTo>
                  <a:cubicBezTo>
                    <a:pt x="135467" y="10214"/>
                    <a:pt x="138023" y="12768"/>
                    <a:pt x="141857" y="12768"/>
                  </a:cubicBezTo>
                  <a:lnTo>
                    <a:pt x="175084" y="12768"/>
                  </a:lnTo>
                  <a:lnTo>
                    <a:pt x="149525" y="37027"/>
                  </a:lnTo>
                  <a:lnTo>
                    <a:pt x="139301" y="27451"/>
                  </a:lnTo>
                  <a:cubicBezTo>
                    <a:pt x="136745" y="24898"/>
                    <a:pt x="132911" y="24898"/>
                    <a:pt x="130355" y="27451"/>
                  </a:cubicBezTo>
                  <a:cubicBezTo>
                    <a:pt x="127799" y="30005"/>
                    <a:pt x="127799" y="33835"/>
                    <a:pt x="130355" y="36389"/>
                  </a:cubicBezTo>
                  <a:lnTo>
                    <a:pt x="139940" y="45326"/>
                  </a:lnTo>
                  <a:lnTo>
                    <a:pt x="130994" y="54264"/>
                  </a:lnTo>
                  <a:cubicBezTo>
                    <a:pt x="116936" y="43411"/>
                    <a:pt x="99684" y="37027"/>
                    <a:pt x="81153" y="37027"/>
                  </a:cubicBezTo>
                  <a:cubicBezTo>
                    <a:pt x="36423" y="37027"/>
                    <a:pt x="0" y="73416"/>
                    <a:pt x="0" y="118104"/>
                  </a:cubicBezTo>
                  <a:cubicBezTo>
                    <a:pt x="0" y="162792"/>
                    <a:pt x="36423" y="199180"/>
                    <a:pt x="81153" y="199180"/>
                  </a:cubicBezTo>
                  <a:cubicBezTo>
                    <a:pt x="125882" y="199180"/>
                    <a:pt x="162305" y="162792"/>
                    <a:pt x="162305" y="118104"/>
                  </a:cubicBezTo>
                  <a:cubicBezTo>
                    <a:pt x="162305" y="97037"/>
                    <a:pt x="153998" y="77246"/>
                    <a:pt x="140579" y="63201"/>
                  </a:cubicBezTo>
                  <a:lnTo>
                    <a:pt x="149525" y="54264"/>
                  </a:lnTo>
                  <a:lnTo>
                    <a:pt x="161027" y="65117"/>
                  </a:lnTo>
                  <a:cubicBezTo>
                    <a:pt x="162305" y="66393"/>
                    <a:pt x="163583" y="67032"/>
                    <a:pt x="165500" y="67032"/>
                  </a:cubicBezTo>
                  <a:cubicBezTo>
                    <a:pt x="167417" y="67032"/>
                    <a:pt x="168695" y="66393"/>
                    <a:pt x="169973" y="65117"/>
                  </a:cubicBezTo>
                  <a:cubicBezTo>
                    <a:pt x="172528" y="62563"/>
                    <a:pt x="172528" y="58733"/>
                    <a:pt x="169973" y="56179"/>
                  </a:cubicBezTo>
                  <a:lnTo>
                    <a:pt x="158471" y="45326"/>
                  </a:lnTo>
                  <a:lnTo>
                    <a:pt x="184031" y="21067"/>
                  </a:lnTo>
                  <a:lnTo>
                    <a:pt x="184031" y="55541"/>
                  </a:lnTo>
                  <a:cubicBezTo>
                    <a:pt x="184031" y="59371"/>
                    <a:pt x="186587" y="61925"/>
                    <a:pt x="190420" y="61925"/>
                  </a:cubicBezTo>
                  <a:cubicBezTo>
                    <a:pt x="194254" y="61925"/>
                    <a:pt x="196810" y="59371"/>
                    <a:pt x="196810" y="55541"/>
                  </a:cubicBezTo>
                  <a:lnTo>
                    <a:pt x="196810" y="6384"/>
                  </a:lnTo>
                  <a:cubicBezTo>
                    <a:pt x="196810" y="4469"/>
                    <a:pt x="196172" y="2554"/>
                    <a:pt x="194893" y="1915"/>
                  </a:cubicBezTo>
                  <a:close/>
                  <a:moveTo>
                    <a:pt x="81153" y="186412"/>
                  </a:moveTo>
                  <a:cubicBezTo>
                    <a:pt x="43452" y="186412"/>
                    <a:pt x="12780" y="155769"/>
                    <a:pt x="12780" y="118104"/>
                  </a:cubicBezTo>
                  <a:cubicBezTo>
                    <a:pt x="12780" y="80438"/>
                    <a:pt x="43452" y="49795"/>
                    <a:pt x="81153" y="49795"/>
                  </a:cubicBezTo>
                  <a:cubicBezTo>
                    <a:pt x="118853" y="49795"/>
                    <a:pt x="149525" y="80438"/>
                    <a:pt x="149525" y="118104"/>
                  </a:cubicBezTo>
                  <a:cubicBezTo>
                    <a:pt x="149525" y="155769"/>
                    <a:pt x="118853" y="186412"/>
                    <a:pt x="81153" y="186412"/>
                  </a:cubicBezTo>
                  <a:close/>
                </a:path>
              </a:pathLst>
            </a:custGeom>
            <a:solidFill>
              <a:srgbClr val="00A3E0"/>
            </a:solidFill>
            <a:ln w="6390" cap="flat">
              <a:noFill/>
              <a:prstDash val="solid"/>
              <a:miter/>
            </a:ln>
          </p:spPr>
          <p:txBody>
            <a:bodyPr rtlCol="0" anchor="ctr"/>
            <a:lstStyle/>
            <a:p>
              <a:endParaRPr lang="en-US"/>
            </a:p>
          </p:txBody>
        </p:sp>
      </p:grpSp>
      <p:grpSp>
        <p:nvGrpSpPr>
          <p:cNvPr id="1109" name="Graphic 4">
            <a:extLst>
              <a:ext uri="{FF2B5EF4-FFF2-40B4-BE49-F238E27FC236}">
                <a16:creationId xmlns:a16="http://schemas.microsoft.com/office/drawing/2014/main" id="{53C9BAC9-3C41-3548-8BAE-5C873961BD96}"/>
              </a:ext>
            </a:extLst>
          </p:cNvPr>
          <p:cNvGrpSpPr/>
          <p:nvPr/>
        </p:nvGrpSpPr>
        <p:grpSpPr>
          <a:xfrm>
            <a:off x="10934460" y="1402085"/>
            <a:ext cx="361671" cy="361333"/>
            <a:chOff x="10934460" y="1402085"/>
            <a:chExt cx="361671" cy="361333"/>
          </a:xfrm>
          <a:solidFill>
            <a:srgbClr val="00A3E0"/>
          </a:solidFill>
        </p:grpSpPr>
        <p:sp>
          <p:nvSpPr>
            <p:cNvPr id="1110" name="Graphic 4">
              <a:extLst>
                <a:ext uri="{FF2B5EF4-FFF2-40B4-BE49-F238E27FC236}">
                  <a16:creationId xmlns:a16="http://schemas.microsoft.com/office/drawing/2014/main" id="{86EBBD94-8141-9F49-9724-66455B78D5E8}"/>
                </a:ext>
              </a:extLst>
            </p:cNvPr>
            <p:cNvSpPr/>
            <p:nvPr/>
          </p:nvSpPr>
          <p:spPr>
            <a:xfrm>
              <a:off x="10934460" y="1402085"/>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180836 w 361671"/>
                <a:gd name="connsiteY5" fmla="*/ 349204 h 361333"/>
                <a:gd name="connsiteX6" fmla="*/ 12780 w 361671"/>
                <a:gd name="connsiteY6" fmla="*/ 181305 h 361333"/>
                <a:gd name="connsiteX7" fmla="*/ 180836 w 361671"/>
                <a:gd name="connsiteY7" fmla="*/ 13406 h 361333"/>
                <a:gd name="connsiteX8" fmla="*/ 348891 w 361671"/>
                <a:gd name="connsiteY8" fmla="*/ 181305 h 361333"/>
                <a:gd name="connsiteX9" fmla="*/ 180836 w 361671"/>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1" h="361333">
                  <a:moveTo>
                    <a:pt x="180836" y="0"/>
                  </a:moveTo>
                  <a:cubicBezTo>
                    <a:pt x="80514" y="0"/>
                    <a:pt x="0" y="81077"/>
                    <a:pt x="0" y="180667"/>
                  </a:cubicBezTo>
                  <a:cubicBezTo>
                    <a:pt x="0" y="280257"/>
                    <a:pt x="81153" y="361333"/>
                    <a:pt x="180836" y="361333"/>
                  </a:cubicBezTo>
                  <a:cubicBezTo>
                    <a:pt x="280518" y="361333"/>
                    <a:pt x="361671" y="280257"/>
                    <a:pt x="361671" y="180667"/>
                  </a:cubicBezTo>
                  <a:cubicBezTo>
                    <a:pt x="361671"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8891" y="273873"/>
                    <a:pt x="273490"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1111" name="Graphic 4">
              <a:extLst>
                <a:ext uri="{FF2B5EF4-FFF2-40B4-BE49-F238E27FC236}">
                  <a16:creationId xmlns:a16="http://schemas.microsoft.com/office/drawing/2014/main" id="{43060022-D4E9-DF4E-BA99-E9CEF7D9C39B}"/>
                </a:ext>
              </a:extLst>
            </p:cNvPr>
            <p:cNvSpPr/>
            <p:nvPr/>
          </p:nvSpPr>
          <p:spPr>
            <a:xfrm>
              <a:off x="11037977" y="1456348"/>
              <a:ext cx="154636" cy="266212"/>
            </a:xfrm>
            <a:custGeom>
              <a:avLst/>
              <a:gdLst>
                <a:gd name="connsiteX0" fmla="*/ 152720 w 154636"/>
                <a:gd name="connsiteY0" fmla="*/ 1915 h 266212"/>
                <a:gd name="connsiteX1" fmla="*/ 148246 w 154636"/>
                <a:gd name="connsiteY1" fmla="*/ 0 h 266212"/>
                <a:gd name="connsiteX2" fmla="*/ 108629 w 154636"/>
                <a:gd name="connsiteY2" fmla="*/ 0 h 266212"/>
                <a:gd name="connsiteX3" fmla="*/ 102239 w 154636"/>
                <a:gd name="connsiteY3" fmla="*/ 6384 h 266212"/>
                <a:gd name="connsiteX4" fmla="*/ 108629 w 154636"/>
                <a:gd name="connsiteY4" fmla="*/ 12768 h 266212"/>
                <a:gd name="connsiteX5" fmla="*/ 132910 w 154636"/>
                <a:gd name="connsiteY5" fmla="*/ 12768 h 266212"/>
                <a:gd name="connsiteX6" fmla="*/ 109268 w 154636"/>
                <a:gd name="connsiteY6" fmla="*/ 35112 h 266212"/>
                <a:gd name="connsiteX7" fmla="*/ 67733 w 154636"/>
                <a:gd name="connsiteY7" fmla="*/ 20429 h 266212"/>
                <a:gd name="connsiteX8" fmla="*/ 0 w 154636"/>
                <a:gd name="connsiteY8" fmla="*/ 88099 h 266212"/>
                <a:gd name="connsiteX9" fmla="*/ 7029 w 154636"/>
                <a:gd name="connsiteY9" fmla="*/ 117465 h 266212"/>
                <a:gd name="connsiteX10" fmla="*/ 21726 w 154636"/>
                <a:gd name="connsiteY10" fmla="*/ 193435 h 266212"/>
                <a:gd name="connsiteX11" fmla="*/ 65177 w 154636"/>
                <a:gd name="connsiteY11" fmla="*/ 211948 h 266212"/>
                <a:gd name="connsiteX12" fmla="*/ 65177 w 154636"/>
                <a:gd name="connsiteY12" fmla="*/ 245145 h 266212"/>
                <a:gd name="connsiteX13" fmla="*/ 46646 w 154636"/>
                <a:gd name="connsiteY13" fmla="*/ 227270 h 266212"/>
                <a:gd name="connsiteX14" fmla="*/ 37701 w 154636"/>
                <a:gd name="connsiteY14" fmla="*/ 227270 h 266212"/>
                <a:gd name="connsiteX15" fmla="*/ 37701 w 154636"/>
                <a:gd name="connsiteY15" fmla="*/ 236207 h 266212"/>
                <a:gd name="connsiteX16" fmla="*/ 66456 w 154636"/>
                <a:gd name="connsiteY16" fmla="*/ 264297 h 266212"/>
                <a:gd name="connsiteX17" fmla="*/ 70928 w 154636"/>
                <a:gd name="connsiteY17" fmla="*/ 266212 h 266212"/>
                <a:gd name="connsiteX18" fmla="*/ 70928 w 154636"/>
                <a:gd name="connsiteY18" fmla="*/ 266212 h 266212"/>
                <a:gd name="connsiteX19" fmla="*/ 70928 w 154636"/>
                <a:gd name="connsiteY19" fmla="*/ 266212 h 266212"/>
                <a:gd name="connsiteX20" fmla="*/ 75401 w 154636"/>
                <a:gd name="connsiteY20" fmla="*/ 264297 h 266212"/>
                <a:gd name="connsiteX21" fmla="*/ 102878 w 154636"/>
                <a:gd name="connsiteY21" fmla="*/ 235569 h 266212"/>
                <a:gd name="connsiteX22" fmla="*/ 102878 w 154636"/>
                <a:gd name="connsiteY22" fmla="*/ 226631 h 266212"/>
                <a:gd name="connsiteX23" fmla="*/ 93932 w 154636"/>
                <a:gd name="connsiteY23" fmla="*/ 226631 h 266212"/>
                <a:gd name="connsiteX24" fmla="*/ 77318 w 154636"/>
                <a:gd name="connsiteY24" fmla="*/ 243868 h 266212"/>
                <a:gd name="connsiteX25" fmla="*/ 77318 w 154636"/>
                <a:gd name="connsiteY25" fmla="*/ 211310 h 266212"/>
                <a:gd name="connsiteX26" fmla="*/ 116935 w 154636"/>
                <a:gd name="connsiteY26" fmla="*/ 191519 h 266212"/>
                <a:gd name="connsiteX27" fmla="*/ 136105 w 154636"/>
                <a:gd name="connsiteY27" fmla="*/ 143640 h 266212"/>
                <a:gd name="connsiteX28" fmla="*/ 129076 w 154636"/>
                <a:gd name="connsiteY28" fmla="*/ 115550 h 266212"/>
                <a:gd name="connsiteX29" fmla="*/ 134828 w 154636"/>
                <a:gd name="connsiteY29" fmla="*/ 88099 h 266212"/>
                <a:gd name="connsiteX30" fmla="*/ 118214 w 154636"/>
                <a:gd name="connsiteY30" fmla="*/ 44049 h 266212"/>
                <a:gd name="connsiteX31" fmla="*/ 141856 w 154636"/>
                <a:gd name="connsiteY31" fmla="*/ 21067 h 266212"/>
                <a:gd name="connsiteX32" fmla="*/ 141856 w 154636"/>
                <a:gd name="connsiteY32" fmla="*/ 46603 h 266212"/>
                <a:gd name="connsiteX33" fmla="*/ 148246 w 154636"/>
                <a:gd name="connsiteY33" fmla="*/ 52987 h 266212"/>
                <a:gd name="connsiteX34" fmla="*/ 154636 w 154636"/>
                <a:gd name="connsiteY34" fmla="*/ 46603 h 266212"/>
                <a:gd name="connsiteX35" fmla="*/ 154636 w 154636"/>
                <a:gd name="connsiteY35" fmla="*/ 6384 h 266212"/>
                <a:gd name="connsiteX36" fmla="*/ 152720 w 154636"/>
                <a:gd name="connsiteY36" fmla="*/ 1915 h 266212"/>
                <a:gd name="connsiteX37" fmla="*/ 122686 w 154636"/>
                <a:gd name="connsiteY37" fmla="*/ 144278 h 266212"/>
                <a:gd name="connsiteX38" fmla="*/ 107350 w 154636"/>
                <a:gd name="connsiteY38" fmla="*/ 183220 h 266212"/>
                <a:gd name="connsiteX39" fmla="*/ 69011 w 154636"/>
                <a:gd name="connsiteY39" fmla="*/ 199819 h 266212"/>
                <a:gd name="connsiteX40" fmla="*/ 30032 w 154636"/>
                <a:gd name="connsiteY40" fmla="*/ 184497 h 266212"/>
                <a:gd name="connsiteX41" fmla="*/ 15336 w 154636"/>
                <a:gd name="connsiteY41" fmla="*/ 131510 h 266212"/>
                <a:gd name="connsiteX42" fmla="*/ 67094 w 154636"/>
                <a:gd name="connsiteY42" fmla="*/ 155769 h 266212"/>
                <a:gd name="connsiteX43" fmla="*/ 120770 w 154636"/>
                <a:gd name="connsiteY43" fmla="*/ 129595 h 266212"/>
                <a:gd name="connsiteX44" fmla="*/ 122686 w 154636"/>
                <a:gd name="connsiteY44" fmla="*/ 144278 h 266212"/>
                <a:gd name="connsiteX45" fmla="*/ 20447 w 154636"/>
                <a:gd name="connsiteY45" fmla="*/ 117465 h 266212"/>
                <a:gd name="connsiteX46" fmla="*/ 28116 w 154636"/>
                <a:gd name="connsiteY46" fmla="*/ 107251 h 266212"/>
                <a:gd name="connsiteX47" fmla="*/ 105434 w 154636"/>
                <a:gd name="connsiteY47" fmla="*/ 105974 h 266212"/>
                <a:gd name="connsiteX48" fmla="*/ 113740 w 154636"/>
                <a:gd name="connsiteY48" fmla="*/ 116188 h 266212"/>
                <a:gd name="connsiteX49" fmla="*/ 66456 w 154636"/>
                <a:gd name="connsiteY49" fmla="*/ 143640 h 266212"/>
                <a:gd name="connsiteX50" fmla="*/ 20447 w 154636"/>
                <a:gd name="connsiteY50" fmla="*/ 117465 h 266212"/>
                <a:gd name="connsiteX51" fmla="*/ 119492 w 154636"/>
                <a:gd name="connsiteY51" fmla="*/ 102144 h 266212"/>
                <a:gd name="connsiteX52" fmla="*/ 114380 w 154636"/>
                <a:gd name="connsiteY52" fmla="*/ 96398 h 266212"/>
                <a:gd name="connsiteX53" fmla="*/ 66456 w 154636"/>
                <a:gd name="connsiteY53" fmla="*/ 77246 h 266212"/>
                <a:gd name="connsiteX54" fmla="*/ 19170 w 154636"/>
                <a:gd name="connsiteY54" fmla="*/ 97675 h 266212"/>
                <a:gd name="connsiteX55" fmla="*/ 14058 w 154636"/>
                <a:gd name="connsiteY55" fmla="*/ 103420 h 266212"/>
                <a:gd name="connsiteX56" fmla="*/ 11501 w 154636"/>
                <a:gd name="connsiteY56" fmla="*/ 88099 h 266212"/>
                <a:gd name="connsiteX57" fmla="*/ 66456 w 154636"/>
                <a:gd name="connsiteY57" fmla="*/ 33197 h 266212"/>
                <a:gd name="connsiteX58" fmla="*/ 121409 w 154636"/>
                <a:gd name="connsiteY58" fmla="*/ 88099 h 266212"/>
                <a:gd name="connsiteX59" fmla="*/ 119492 w 154636"/>
                <a:gd name="connsiteY59" fmla="*/ 102144 h 266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4636" h="266212">
                  <a:moveTo>
                    <a:pt x="152720" y="1915"/>
                  </a:moveTo>
                  <a:cubicBezTo>
                    <a:pt x="151441" y="638"/>
                    <a:pt x="150164" y="0"/>
                    <a:pt x="148246" y="0"/>
                  </a:cubicBezTo>
                  <a:lnTo>
                    <a:pt x="108629" y="0"/>
                  </a:lnTo>
                  <a:cubicBezTo>
                    <a:pt x="104795" y="0"/>
                    <a:pt x="102239" y="2554"/>
                    <a:pt x="102239" y="6384"/>
                  </a:cubicBezTo>
                  <a:cubicBezTo>
                    <a:pt x="102239" y="10214"/>
                    <a:pt x="104795" y="12768"/>
                    <a:pt x="108629" y="12768"/>
                  </a:cubicBezTo>
                  <a:lnTo>
                    <a:pt x="132910" y="12768"/>
                  </a:lnTo>
                  <a:lnTo>
                    <a:pt x="109268" y="35112"/>
                  </a:lnTo>
                  <a:cubicBezTo>
                    <a:pt x="97766" y="26174"/>
                    <a:pt x="83069" y="20429"/>
                    <a:pt x="67733" y="20429"/>
                  </a:cubicBezTo>
                  <a:cubicBezTo>
                    <a:pt x="30671" y="20429"/>
                    <a:pt x="0" y="50433"/>
                    <a:pt x="0" y="88099"/>
                  </a:cubicBezTo>
                  <a:cubicBezTo>
                    <a:pt x="0" y="98952"/>
                    <a:pt x="2556" y="108528"/>
                    <a:pt x="7029" y="117465"/>
                  </a:cubicBezTo>
                  <a:cubicBezTo>
                    <a:pt x="-3834" y="142363"/>
                    <a:pt x="1278" y="173006"/>
                    <a:pt x="21726" y="193435"/>
                  </a:cubicBezTo>
                  <a:cubicBezTo>
                    <a:pt x="33227" y="204926"/>
                    <a:pt x="48563" y="211310"/>
                    <a:pt x="65177" y="211948"/>
                  </a:cubicBezTo>
                  <a:lnTo>
                    <a:pt x="65177" y="245145"/>
                  </a:lnTo>
                  <a:lnTo>
                    <a:pt x="46646" y="227270"/>
                  </a:lnTo>
                  <a:cubicBezTo>
                    <a:pt x="44091" y="224716"/>
                    <a:pt x="40256" y="224716"/>
                    <a:pt x="37701" y="227270"/>
                  </a:cubicBezTo>
                  <a:cubicBezTo>
                    <a:pt x="35145" y="229823"/>
                    <a:pt x="35145" y="233654"/>
                    <a:pt x="37701" y="236207"/>
                  </a:cubicBezTo>
                  <a:lnTo>
                    <a:pt x="66456" y="264297"/>
                  </a:lnTo>
                  <a:cubicBezTo>
                    <a:pt x="67733" y="265574"/>
                    <a:pt x="69011" y="266212"/>
                    <a:pt x="70928" y="266212"/>
                  </a:cubicBezTo>
                  <a:cubicBezTo>
                    <a:pt x="70928" y="266212"/>
                    <a:pt x="70928" y="266212"/>
                    <a:pt x="70928" y="266212"/>
                  </a:cubicBezTo>
                  <a:cubicBezTo>
                    <a:pt x="70928" y="266212"/>
                    <a:pt x="70928" y="266212"/>
                    <a:pt x="70928" y="266212"/>
                  </a:cubicBezTo>
                  <a:cubicBezTo>
                    <a:pt x="72845" y="266212"/>
                    <a:pt x="74123" y="265574"/>
                    <a:pt x="75401" y="264297"/>
                  </a:cubicBezTo>
                  <a:lnTo>
                    <a:pt x="102878" y="235569"/>
                  </a:lnTo>
                  <a:cubicBezTo>
                    <a:pt x="105434" y="233015"/>
                    <a:pt x="105434" y="229185"/>
                    <a:pt x="102878" y="226631"/>
                  </a:cubicBezTo>
                  <a:cubicBezTo>
                    <a:pt x="100322" y="224078"/>
                    <a:pt x="96488" y="224078"/>
                    <a:pt x="93932" y="226631"/>
                  </a:cubicBezTo>
                  <a:lnTo>
                    <a:pt x="77318" y="243868"/>
                  </a:lnTo>
                  <a:lnTo>
                    <a:pt x="77318" y="211310"/>
                  </a:lnTo>
                  <a:cubicBezTo>
                    <a:pt x="92015" y="209395"/>
                    <a:pt x="106073" y="202372"/>
                    <a:pt x="116935" y="191519"/>
                  </a:cubicBezTo>
                  <a:cubicBezTo>
                    <a:pt x="129715" y="178752"/>
                    <a:pt x="136105" y="161515"/>
                    <a:pt x="136105" y="143640"/>
                  </a:cubicBezTo>
                  <a:cubicBezTo>
                    <a:pt x="136105" y="133425"/>
                    <a:pt x="133550" y="123849"/>
                    <a:pt x="129076" y="115550"/>
                  </a:cubicBezTo>
                  <a:cubicBezTo>
                    <a:pt x="132910" y="107251"/>
                    <a:pt x="134828" y="98313"/>
                    <a:pt x="134828" y="88099"/>
                  </a:cubicBezTo>
                  <a:cubicBezTo>
                    <a:pt x="134828" y="71501"/>
                    <a:pt x="128438" y="56179"/>
                    <a:pt x="118214" y="44049"/>
                  </a:cubicBezTo>
                  <a:lnTo>
                    <a:pt x="141856" y="21067"/>
                  </a:lnTo>
                  <a:lnTo>
                    <a:pt x="141856" y="46603"/>
                  </a:lnTo>
                  <a:cubicBezTo>
                    <a:pt x="141856" y="50433"/>
                    <a:pt x="144412" y="52987"/>
                    <a:pt x="148246" y="52987"/>
                  </a:cubicBezTo>
                  <a:cubicBezTo>
                    <a:pt x="152080" y="52987"/>
                    <a:pt x="154636" y="50433"/>
                    <a:pt x="154636" y="46603"/>
                  </a:cubicBezTo>
                  <a:lnTo>
                    <a:pt x="154636" y="6384"/>
                  </a:lnTo>
                  <a:cubicBezTo>
                    <a:pt x="154636" y="5107"/>
                    <a:pt x="153997" y="3192"/>
                    <a:pt x="152720" y="1915"/>
                  </a:cubicBezTo>
                  <a:close/>
                  <a:moveTo>
                    <a:pt x="122686" y="144278"/>
                  </a:moveTo>
                  <a:cubicBezTo>
                    <a:pt x="122686" y="158961"/>
                    <a:pt x="117575" y="173006"/>
                    <a:pt x="107350" y="183220"/>
                  </a:cubicBezTo>
                  <a:cubicBezTo>
                    <a:pt x="97127" y="193435"/>
                    <a:pt x="83708" y="199819"/>
                    <a:pt x="69011" y="199819"/>
                  </a:cubicBezTo>
                  <a:cubicBezTo>
                    <a:pt x="54314" y="200457"/>
                    <a:pt x="40256" y="194711"/>
                    <a:pt x="30032" y="184497"/>
                  </a:cubicBezTo>
                  <a:cubicBezTo>
                    <a:pt x="15336" y="170452"/>
                    <a:pt x="10224" y="150024"/>
                    <a:pt x="15336" y="131510"/>
                  </a:cubicBezTo>
                  <a:cubicBezTo>
                    <a:pt x="27476" y="146193"/>
                    <a:pt x="46646" y="155769"/>
                    <a:pt x="67094" y="155769"/>
                  </a:cubicBezTo>
                  <a:cubicBezTo>
                    <a:pt x="88820" y="155769"/>
                    <a:pt x="107990" y="145555"/>
                    <a:pt x="120770" y="129595"/>
                  </a:cubicBezTo>
                  <a:cubicBezTo>
                    <a:pt x="121409" y="134064"/>
                    <a:pt x="122686" y="139171"/>
                    <a:pt x="122686" y="144278"/>
                  </a:cubicBezTo>
                  <a:close/>
                  <a:moveTo>
                    <a:pt x="20447" y="117465"/>
                  </a:moveTo>
                  <a:cubicBezTo>
                    <a:pt x="22365" y="113635"/>
                    <a:pt x="24921" y="110443"/>
                    <a:pt x="28116" y="107251"/>
                  </a:cubicBezTo>
                  <a:cubicBezTo>
                    <a:pt x="49202" y="85545"/>
                    <a:pt x="83708" y="84907"/>
                    <a:pt x="105434" y="105974"/>
                  </a:cubicBezTo>
                  <a:cubicBezTo>
                    <a:pt x="108629" y="109166"/>
                    <a:pt x="111185" y="112358"/>
                    <a:pt x="113740" y="116188"/>
                  </a:cubicBezTo>
                  <a:cubicBezTo>
                    <a:pt x="104156" y="132148"/>
                    <a:pt x="86903" y="143640"/>
                    <a:pt x="66456" y="143640"/>
                  </a:cubicBezTo>
                  <a:cubicBezTo>
                    <a:pt x="47286" y="143001"/>
                    <a:pt x="30671" y="132787"/>
                    <a:pt x="20447" y="117465"/>
                  </a:cubicBezTo>
                  <a:close/>
                  <a:moveTo>
                    <a:pt x="119492" y="102144"/>
                  </a:moveTo>
                  <a:cubicBezTo>
                    <a:pt x="118214" y="100229"/>
                    <a:pt x="116297" y="98313"/>
                    <a:pt x="114380" y="96398"/>
                  </a:cubicBezTo>
                  <a:cubicBezTo>
                    <a:pt x="101600" y="83630"/>
                    <a:pt x="84347" y="77246"/>
                    <a:pt x="66456" y="77246"/>
                  </a:cubicBezTo>
                  <a:cubicBezTo>
                    <a:pt x="48563" y="77885"/>
                    <a:pt x="31950" y="84907"/>
                    <a:pt x="19170" y="97675"/>
                  </a:cubicBezTo>
                  <a:cubicBezTo>
                    <a:pt x="17253" y="99590"/>
                    <a:pt x="15975" y="101505"/>
                    <a:pt x="14058" y="103420"/>
                  </a:cubicBezTo>
                  <a:cubicBezTo>
                    <a:pt x="12780" y="98313"/>
                    <a:pt x="11501" y="93206"/>
                    <a:pt x="11501" y="88099"/>
                  </a:cubicBezTo>
                  <a:cubicBezTo>
                    <a:pt x="11501" y="58094"/>
                    <a:pt x="35783" y="33197"/>
                    <a:pt x="66456" y="33197"/>
                  </a:cubicBezTo>
                  <a:cubicBezTo>
                    <a:pt x="96488" y="33197"/>
                    <a:pt x="121409" y="57456"/>
                    <a:pt x="121409" y="88099"/>
                  </a:cubicBezTo>
                  <a:cubicBezTo>
                    <a:pt x="121409" y="93206"/>
                    <a:pt x="120770" y="97675"/>
                    <a:pt x="119492" y="102144"/>
                  </a:cubicBezTo>
                  <a:close/>
                </a:path>
              </a:pathLst>
            </a:custGeom>
            <a:solidFill>
              <a:srgbClr val="00A3E0"/>
            </a:solidFill>
            <a:ln w="6390" cap="flat">
              <a:noFill/>
              <a:prstDash val="solid"/>
              <a:miter/>
            </a:ln>
          </p:spPr>
          <p:txBody>
            <a:bodyPr rtlCol="0" anchor="ctr"/>
            <a:lstStyle/>
            <a:p>
              <a:endParaRPr lang="en-US"/>
            </a:p>
          </p:txBody>
        </p:sp>
      </p:grpSp>
      <p:grpSp>
        <p:nvGrpSpPr>
          <p:cNvPr id="1112" name="Graphic 4">
            <a:extLst>
              <a:ext uri="{FF2B5EF4-FFF2-40B4-BE49-F238E27FC236}">
                <a16:creationId xmlns:a16="http://schemas.microsoft.com/office/drawing/2014/main" id="{B6F3F3F1-B29B-5B41-A39D-B2C33648722F}"/>
              </a:ext>
            </a:extLst>
          </p:cNvPr>
          <p:cNvGrpSpPr/>
          <p:nvPr/>
        </p:nvGrpSpPr>
        <p:grpSpPr>
          <a:xfrm>
            <a:off x="7802113" y="2855717"/>
            <a:ext cx="361670" cy="361333"/>
            <a:chOff x="7802113" y="2855717"/>
            <a:chExt cx="361670" cy="361333"/>
          </a:xfrm>
          <a:solidFill>
            <a:srgbClr val="00A3E0"/>
          </a:solidFill>
        </p:grpSpPr>
        <p:sp>
          <p:nvSpPr>
            <p:cNvPr id="1113" name="Graphic 4">
              <a:extLst>
                <a:ext uri="{FF2B5EF4-FFF2-40B4-BE49-F238E27FC236}">
                  <a16:creationId xmlns:a16="http://schemas.microsoft.com/office/drawing/2014/main" id="{87B7C9ED-0072-0940-9439-F2B120CE5BA4}"/>
                </a:ext>
              </a:extLst>
            </p:cNvPr>
            <p:cNvSpPr/>
            <p:nvPr/>
          </p:nvSpPr>
          <p:spPr>
            <a:xfrm>
              <a:off x="7802113" y="2855717"/>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8565 h 361333"/>
                <a:gd name="connsiteX6" fmla="*/ 12780 w 361670"/>
                <a:gd name="connsiteY6" fmla="*/ 180667 h 361333"/>
                <a:gd name="connsiteX7" fmla="*/ 180836 w 361670"/>
                <a:gd name="connsiteY7" fmla="*/ 12768 h 361333"/>
                <a:gd name="connsiteX8" fmla="*/ 348890 w 361670"/>
                <a:gd name="connsiteY8" fmla="*/ 180667 h 361333"/>
                <a:gd name="connsiteX9" fmla="*/ 180836 w 361670"/>
                <a:gd name="connsiteY9" fmla="*/ 3485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6"/>
                    <a:pt x="0" y="180667"/>
                  </a:cubicBezTo>
                  <a:cubicBezTo>
                    <a:pt x="0" y="280257"/>
                    <a:pt x="81152" y="361333"/>
                    <a:pt x="180836" y="361333"/>
                  </a:cubicBezTo>
                  <a:cubicBezTo>
                    <a:pt x="281157" y="361333"/>
                    <a:pt x="361670" y="280257"/>
                    <a:pt x="361670" y="180667"/>
                  </a:cubicBezTo>
                  <a:cubicBezTo>
                    <a:pt x="361670" y="81076"/>
                    <a:pt x="280518" y="0"/>
                    <a:pt x="180836" y="0"/>
                  </a:cubicBezTo>
                  <a:close/>
                  <a:moveTo>
                    <a:pt x="180836" y="348565"/>
                  </a:moveTo>
                  <a:cubicBezTo>
                    <a:pt x="88181" y="348565"/>
                    <a:pt x="12780" y="273234"/>
                    <a:pt x="12780" y="180667"/>
                  </a:cubicBezTo>
                  <a:cubicBezTo>
                    <a:pt x="12780" y="88099"/>
                    <a:pt x="88181" y="12768"/>
                    <a:pt x="180836" y="12768"/>
                  </a:cubicBezTo>
                  <a:cubicBezTo>
                    <a:pt x="273490" y="12768"/>
                    <a:pt x="348890" y="88099"/>
                    <a:pt x="348890" y="180667"/>
                  </a:cubicBezTo>
                  <a:cubicBezTo>
                    <a:pt x="348890" y="273234"/>
                    <a:pt x="273490" y="348565"/>
                    <a:pt x="180836" y="348565"/>
                  </a:cubicBezTo>
                  <a:close/>
                </a:path>
              </a:pathLst>
            </a:custGeom>
            <a:solidFill>
              <a:srgbClr val="00A3E0"/>
            </a:solidFill>
            <a:ln w="6390" cap="flat">
              <a:noFill/>
              <a:prstDash val="solid"/>
              <a:miter/>
            </a:ln>
          </p:spPr>
          <p:txBody>
            <a:bodyPr rtlCol="0" anchor="ctr"/>
            <a:lstStyle/>
            <a:p>
              <a:endParaRPr lang="en-US"/>
            </a:p>
          </p:txBody>
        </p:sp>
        <p:sp>
          <p:nvSpPr>
            <p:cNvPr id="1114" name="Graphic 4">
              <a:extLst>
                <a:ext uri="{FF2B5EF4-FFF2-40B4-BE49-F238E27FC236}">
                  <a16:creationId xmlns:a16="http://schemas.microsoft.com/office/drawing/2014/main" id="{659C54DC-9916-B244-B8A3-8FB64F480AD4}"/>
                </a:ext>
              </a:extLst>
            </p:cNvPr>
            <p:cNvSpPr/>
            <p:nvPr/>
          </p:nvSpPr>
          <p:spPr>
            <a:xfrm>
              <a:off x="7904449" y="2912186"/>
              <a:ext cx="158083" cy="267199"/>
            </a:xfrm>
            <a:custGeom>
              <a:avLst/>
              <a:gdLst>
                <a:gd name="connsiteX0" fmla="*/ 146232 w 158083"/>
                <a:gd name="connsiteY0" fmla="*/ 3541 h 267199"/>
                <a:gd name="connsiteX1" fmla="*/ 132813 w 158083"/>
                <a:gd name="connsiteY1" fmla="*/ 15032 h 267199"/>
                <a:gd name="connsiteX2" fmla="*/ 121311 w 158083"/>
                <a:gd name="connsiteY2" fmla="*/ 2264 h 267199"/>
                <a:gd name="connsiteX3" fmla="*/ 112365 w 158083"/>
                <a:gd name="connsiteY3" fmla="*/ 1626 h 267199"/>
                <a:gd name="connsiteX4" fmla="*/ 111726 w 158083"/>
                <a:gd name="connsiteY4" fmla="*/ 10563 h 267199"/>
                <a:gd name="connsiteX5" fmla="*/ 123229 w 158083"/>
                <a:gd name="connsiteY5" fmla="*/ 23331 h 267199"/>
                <a:gd name="connsiteX6" fmla="*/ 113644 w 158083"/>
                <a:gd name="connsiteY6" fmla="*/ 31630 h 267199"/>
                <a:gd name="connsiteX7" fmla="*/ 71469 w 158083"/>
                <a:gd name="connsiteY7" fmla="*/ 13755 h 267199"/>
                <a:gd name="connsiteX8" fmla="*/ 22906 w 158083"/>
                <a:gd name="connsiteY8" fmla="*/ 30353 h 267199"/>
                <a:gd name="connsiteX9" fmla="*/ 7570 w 158083"/>
                <a:gd name="connsiteY9" fmla="*/ 111430 h 267199"/>
                <a:gd name="connsiteX10" fmla="*/ 1820 w 158083"/>
                <a:gd name="connsiteY10" fmla="*/ 138243 h 267199"/>
                <a:gd name="connsiteX11" fmla="*/ 63163 w 158083"/>
                <a:gd name="connsiteY11" fmla="*/ 205275 h 267199"/>
                <a:gd name="connsiteX12" fmla="*/ 63163 w 158083"/>
                <a:gd name="connsiteY12" fmla="*/ 230172 h 267199"/>
                <a:gd name="connsiteX13" fmla="*/ 45910 w 158083"/>
                <a:gd name="connsiteY13" fmla="*/ 230172 h 267199"/>
                <a:gd name="connsiteX14" fmla="*/ 39520 w 158083"/>
                <a:gd name="connsiteY14" fmla="*/ 236556 h 267199"/>
                <a:gd name="connsiteX15" fmla="*/ 45910 w 158083"/>
                <a:gd name="connsiteY15" fmla="*/ 242940 h 267199"/>
                <a:gd name="connsiteX16" fmla="*/ 63163 w 158083"/>
                <a:gd name="connsiteY16" fmla="*/ 242940 h 267199"/>
                <a:gd name="connsiteX17" fmla="*/ 63163 w 158083"/>
                <a:gd name="connsiteY17" fmla="*/ 260815 h 267199"/>
                <a:gd name="connsiteX18" fmla="*/ 69553 w 158083"/>
                <a:gd name="connsiteY18" fmla="*/ 267199 h 267199"/>
                <a:gd name="connsiteX19" fmla="*/ 75943 w 158083"/>
                <a:gd name="connsiteY19" fmla="*/ 260815 h 267199"/>
                <a:gd name="connsiteX20" fmla="*/ 75943 w 158083"/>
                <a:gd name="connsiteY20" fmla="*/ 242940 h 267199"/>
                <a:gd name="connsiteX21" fmla="*/ 93195 w 158083"/>
                <a:gd name="connsiteY21" fmla="*/ 242940 h 267199"/>
                <a:gd name="connsiteX22" fmla="*/ 99585 w 158083"/>
                <a:gd name="connsiteY22" fmla="*/ 236556 h 267199"/>
                <a:gd name="connsiteX23" fmla="*/ 93195 w 158083"/>
                <a:gd name="connsiteY23" fmla="*/ 230172 h 267199"/>
                <a:gd name="connsiteX24" fmla="*/ 75943 w 158083"/>
                <a:gd name="connsiteY24" fmla="*/ 230172 h 267199"/>
                <a:gd name="connsiteX25" fmla="*/ 75943 w 158083"/>
                <a:gd name="connsiteY25" fmla="*/ 205275 h 267199"/>
                <a:gd name="connsiteX26" fmla="*/ 137286 w 158083"/>
                <a:gd name="connsiteY26" fmla="*/ 138243 h 267199"/>
                <a:gd name="connsiteX27" fmla="*/ 129619 w 158083"/>
                <a:gd name="connsiteY27" fmla="*/ 107600 h 267199"/>
                <a:gd name="connsiteX28" fmla="*/ 122589 w 158083"/>
                <a:gd name="connsiteY28" fmla="*/ 41206 h 267199"/>
                <a:gd name="connsiteX29" fmla="*/ 132174 w 158083"/>
                <a:gd name="connsiteY29" fmla="*/ 32269 h 267199"/>
                <a:gd name="connsiteX30" fmla="*/ 143037 w 158083"/>
                <a:gd name="connsiteY30" fmla="*/ 45037 h 267199"/>
                <a:gd name="connsiteX31" fmla="*/ 148149 w 158083"/>
                <a:gd name="connsiteY31" fmla="*/ 46952 h 267199"/>
                <a:gd name="connsiteX32" fmla="*/ 152622 w 158083"/>
                <a:gd name="connsiteY32" fmla="*/ 45675 h 267199"/>
                <a:gd name="connsiteX33" fmla="*/ 153261 w 158083"/>
                <a:gd name="connsiteY33" fmla="*/ 36737 h 267199"/>
                <a:gd name="connsiteX34" fmla="*/ 142398 w 158083"/>
                <a:gd name="connsiteY34" fmla="*/ 23970 h 267199"/>
                <a:gd name="connsiteX35" fmla="*/ 155817 w 158083"/>
                <a:gd name="connsiteY35" fmla="*/ 12478 h 267199"/>
                <a:gd name="connsiteX36" fmla="*/ 156456 w 158083"/>
                <a:gd name="connsiteY36" fmla="*/ 3541 h 267199"/>
                <a:gd name="connsiteX37" fmla="*/ 146232 w 158083"/>
                <a:gd name="connsiteY37" fmla="*/ 3541 h 267199"/>
                <a:gd name="connsiteX38" fmla="*/ 123229 w 158083"/>
                <a:gd name="connsiteY38" fmla="*/ 138881 h 267199"/>
                <a:gd name="connsiteX39" fmla="*/ 68274 w 158083"/>
                <a:gd name="connsiteY39" fmla="*/ 193783 h 267199"/>
                <a:gd name="connsiteX40" fmla="*/ 13321 w 158083"/>
                <a:gd name="connsiteY40" fmla="*/ 138881 h 267199"/>
                <a:gd name="connsiteX41" fmla="*/ 15238 w 158083"/>
                <a:gd name="connsiteY41" fmla="*/ 125475 h 267199"/>
                <a:gd name="connsiteX42" fmla="*/ 15877 w 158083"/>
                <a:gd name="connsiteY42" fmla="*/ 126113 h 267199"/>
                <a:gd name="connsiteX43" fmla="*/ 66358 w 158083"/>
                <a:gd name="connsiteY43" fmla="*/ 149096 h 267199"/>
                <a:gd name="connsiteX44" fmla="*/ 111088 w 158083"/>
                <a:gd name="connsiteY44" fmla="*/ 132497 h 267199"/>
                <a:gd name="connsiteX45" fmla="*/ 120034 w 158083"/>
                <a:gd name="connsiteY45" fmla="*/ 122283 h 267199"/>
                <a:gd name="connsiteX46" fmla="*/ 123229 w 158083"/>
                <a:gd name="connsiteY46" fmla="*/ 138881 h 267199"/>
                <a:gd name="connsiteX47" fmla="*/ 21628 w 158083"/>
                <a:gd name="connsiteY47" fmla="*/ 111430 h 267199"/>
                <a:gd name="connsiteX48" fmla="*/ 68914 w 158083"/>
                <a:gd name="connsiteY48" fmla="*/ 83979 h 267199"/>
                <a:gd name="connsiteX49" fmla="*/ 114283 w 158083"/>
                <a:gd name="connsiteY49" fmla="*/ 108877 h 267199"/>
                <a:gd name="connsiteX50" fmla="*/ 102780 w 158083"/>
                <a:gd name="connsiteY50" fmla="*/ 122921 h 267199"/>
                <a:gd name="connsiteX51" fmla="*/ 25462 w 158083"/>
                <a:gd name="connsiteY51" fmla="*/ 117814 h 267199"/>
                <a:gd name="connsiteX52" fmla="*/ 21628 w 158083"/>
                <a:gd name="connsiteY52" fmla="*/ 111430 h 267199"/>
                <a:gd name="connsiteX53" fmla="*/ 68914 w 158083"/>
                <a:gd name="connsiteY53" fmla="*/ 71211 h 267199"/>
                <a:gd name="connsiteX54" fmla="*/ 15238 w 158083"/>
                <a:gd name="connsiteY54" fmla="*/ 98024 h 267199"/>
                <a:gd name="connsiteX55" fmla="*/ 12682 w 158083"/>
                <a:gd name="connsiteY55" fmla="*/ 77595 h 267199"/>
                <a:gd name="connsiteX56" fmla="*/ 31213 w 158083"/>
                <a:gd name="connsiteY56" fmla="*/ 39929 h 267199"/>
                <a:gd name="connsiteX57" fmla="*/ 66997 w 158083"/>
                <a:gd name="connsiteY57" fmla="*/ 26523 h 267199"/>
                <a:gd name="connsiteX58" fmla="*/ 70831 w 158083"/>
                <a:gd name="connsiteY58" fmla="*/ 26523 h 267199"/>
                <a:gd name="connsiteX59" fmla="*/ 108531 w 158083"/>
                <a:gd name="connsiteY59" fmla="*/ 45037 h 267199"/>
                <a:gd name="connsiteX60" fmla="*/ 120672 w 158083"/>
                <a:gd name="connsiteY60" fmla="*/ 94832 h 267199"/>
                <a:gd name="connsiteX61" fmla="*/ 68914 w 158083"/>
                <a:gd name="connsiteY61" fmla="*/ 71211 h 267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58083" h="267199">
                  <a:moveTo>
                    <a:pt x="146232" y="3541"/>
                  </a:moveTo>
                  <a:lnTo>
                    <a:pt x="132813" y="15032"/>
                  </a:lnTo>
                  <a:lnTo>
                    <a:pt x="121311" y="2264"/>
                  </a:lnTo>
                  <a:cubicBezTo>
                    <a:pt x="118755" y="-290"/>
                    <a:pt x="114921" y="-928"/>
                    <a:pt x="112365" y="1626"/>
                  </a:cubicBezTo>
                  <a:cubicBezTo>
                    <a:pt x="109809" y="4179"/>
                    <a:pt x="109170" y="8010"/>
                    <a:pt x="111726" y="10563"/>
                  </a:cubicBezTo>
                  <a:lnTo>
                    <a:pt x="123229" y="23331"/>
                  </a:lnTo>
                  <a:lnTo>
                    <a:pt x="113644" y="31630"/>
                  </a:lnTo>
                  <a:cubicBezTo>
                    <a:pt x="102141" y="20778"/>
                    <a:pt x="87444" y="14394"/>
                    <a:pt x="71469" y="13755"/>
                  </a:cubicBezTo>
                  <a:cubicBezTo>
                    <a:pt x="53578" y="12478"/>
                    <a:pt x="36325" y="18224"/>
                    <a:pt x="22906" y="30353"/>
                  </a:cubicBezTo>
                  <a:cubicBezTo>
                    <a:pt x="-736" y="50782"/>
                    <a:pt x="-6487" y="84617"/>
                    <a:pt x="7570" y="111430"/>
                  </a:cubicBezTo>
                  <a:cubicBezTo>
                    <a:pt x="3736" y="119729"/>
                    <a:pt x="1820" y="128667"/>
                    <a:pt x="1820" y="138243"/>
                  </a:cubicBezTo>
                  <a:cubicBezTo>
                    <a:pt x="1820" y="173355"/>
                    <a:pt x="28657" y="202083"/>
                    <a:pt x="63163" y="205275"/>
                  </a:cubicBezTo>
                  <a:lnTo>
                    <a:pt x="63163" y="230172"/>
                  </a:lnTo>
                  <a:lnTo>
                    <a:pt x="45910" y="230172"/>
                  </a:lnTo>
                  <a:cubicBezTo>
                    <a:pt x="42076" y="230172"/>
                    <a:pt x="39520" y="232726"/>
                    <a:pt x="39520" y="236556"/>
                  </a:cubicBezTo>
                  <a:cubicBezTo>
                    <a:pt x="39520" y="240387"/>
                    <a:pt x="42076" y="242940"/>
                    <a:pt x="45910" y="242940"/>
                  </a:cubicBezTo>
                  <a:lnTo>
                    <a:pt x="63163" y="242940"/>
                  </a:lnTo>
                  <a:lnTo>
                    <a:pt x="63163" y="260815"/>
                  </a:lnTo>
                  <a:cubicBezTo>
                    <a:pt x="63163" y="264646"/>
                    <a:pt x="65719" y="267199"/>
                    <a:pt x="69553" y="267199"/>
                  </a:cubicBezTo>
                  <a:cubicBezTo>
                    <a:pt x="73387" y="267199"/>
                    <a:pt x="75943" y="264646"/>
                    <a:pt x="75943" y="260815"/>
                  </a:cubicBezTo>
                  <a:lnTo>
                    <a:pt x="75943" y="242940"/>
                  </a:lnTo>
                  <a:lnTo>
                    <a:pt x="93195" y="242940"/>
                  </a:lnTo>
                  <a:cubicBezTo>
                    <a:pt x="97029" y="242940"/>
                    <a:pt x="99585" y="240387"/>
                    <a:pt x="99585" y="236556"/>
                  </a:cubicBezTo>
                  <a:cubicBezTo>
                    <a:pt x="99585" y="232726"/>
                    <a:pt x="97029" y="230172"/>
                    <a:pt x="93195" y="230172"/>
                  </a:cubicBezTo>
                  <a:lnTo>
                    <a:pt x="75943" y="230172"/>
                  </a:lnTo>
                  <a:lnTo>
                    <a:pt x="75943" y="205275"/>
                  </a:lnTo>
                  <a:cubicBezTo>
                    <a:pt x="110449" y="202083"/>
                    <a:pt x="137286" y="173355"/>
                    <a:pt x="137286" y="138243"/>
                  </a:cubicBezTo>
                  <a:cubicBezTo>
                    <a:pt x="137286" y="127390"/>
                    <a:pt x="134730" y="117176"/>
                    <a:pt x="129619" y="107600"/>
                  </a:cubicBezTo>
                  <a:cubicBezTo>
                    <a:pt x="138564" y="86533"/>
                    <a:pt x="136647" y="60997"/>
                    <a:pt x="122589" y="41206"/>
                  </a:cubicBezTo>
                  <a:lnTo>
                    <a:pt x="132174" y="32269"/>
                  </a:lnTo>
                  <a:lnTo>
                    <a:pt x="143037" y="45037"/>
                  </a:lnTo>
                  <a:cubicBezTo>
                    <a:pt x="144315" y="46313"/>
                    <a:pt x="146232" y="46952"/>
                    <a:pt x="148149" y="46952"/>
                  </a:cubicBezTo>
                  <a:cubicBezTo>
                    <a:pt x="149427" y="46952"/>
                    <a:pt x="151344" y="46313"/>
                    <a:pt x="152622" y="45675"/>
                  </a:cubicBezTo>
                  <a:cubicBezTo>
                    <a:pt x="155178" y="43121"/>
                    <a:pt x="155817" y="39291"/>
                    <a:pt x="153261" y="36737"/>
                  </a:cubicBezTo>
                  <a:lnTo>
                    <a:pt x="142398" y="23970"/>
                  </a:lnTo>
                  <a:lnTo>
                    <a:pt x="155817" y="12478"/>
                  </a:lnTo>
                  <a:cubicBezTo>
                    <a:pt x="158373" y="9925"/>
                    <a:pt x="159012" y="6094"/>
                    <a:pt x="156456" y="3541"/>
                  </a:cubicBezTo>
                  <a:cubicBezTo>
                    <a:pt x="152622" y="1626"/>
                    <a:pt x="148788" y="987"/>
                    <a:pt x="146232" y="3541"/>
                  </a:cubicBezTo>
                  <a:close/>
                  <a:moveTo>
                    <a:pt x="123229" y="138881"/>
                  </a:moveTo>
                  <a:cubicBezTo>
                    <a:pt x="123229" y="168886"/>
                    <a:pt x="98946" y="193783"/>
                    <a:pt x="68274" y="193783"/>
                  </a:cubicBezTo>
                  <a:cubicBezTo>
                    <a:pt x="37603" y="193783"/>
                    <a:pt x="13321" y="169524"/>
                    <a:pt x="13321" y="138881"/>
                  </a:cubicBezTo>
                  <a:cubicBezTo>
                    <a:pt x="13321" y="134413"/>
                    <a:pt x="13960" y="129944"/>
                    <a:pt x="15238" y="125475"/>
                  </a:cubicBezTo>
                  <a:cubicBezTo>
                    <a:pt x="15238" y="125475"/>
                    <a:pt x="15877" y="126113"/>
                    <a:pt x="15877" y="126113"/>
                  </a:cubicBezTo>
                  <a:cubicBezTo>
                    <a:pt x="29296" y="141435"/>
                    <a:pt x="47827" y="149096"/>
                    <a:pt x="66358" y="149096"/>
                  </a:cubicBezTo>
                  <a:cubicBezTo>
                    <a:pt x="82333" y="149096"/>
                    <a:pt x="98308" y="143350"/>
                    <a:pt x="111088" y="132497"/>
                  </a:cubicBezTo>
                  <a:cubicBezTo>
                    <a:pt x="114283" y="129305"/>
                    <a:pt x="117477" y="126113"/>
                    <a:pt x="120034" y="122283"/>
                  </a:cubicBezTo>
                  <a:cubicBezTo>
                    <a:pt x="122589" y="127390"/>
                    <a:pt x="123229" y="133136"/>
                    <a:pt x="123229" y="138881"/>
                  </a:cubicBezTo>
                  <a:close/>
                  <a:moveTo>
                    <a:pt x="21628" y="111430"/>
                  </a:moveTo>
                  <a:cubicBezTo>
                    <a:pt x="31213" y="94832"/>
                    <a:pt x="48466" y="83979"/>
                    <a:pt x="68914" y="83979"/>
                  </a:cubicBezTo>
                  <a:cubicBezTo>
                    <a:pt x="88084" y="83979"/>
                    <a:pt x="104698" y="93555"/>
                    <a:pt x="114283" y="108877"/>
                  </a:cubicBezTo>
                  <a:cubicBezTo>
                    <a:pt x="111088" y="113984"/>
                    <a:pt x="107893" y="118453"/>
                    <a:pt x="102780" y="122921"/>
                  </a:cubicBezTo>
                  <a:cubicBezTo>
                    <a:pt x="80416" y="142712"/>
                    <a:pt x="45271" y="140797"/>
                    <a:pt x="25462" y="117814"/>
                  </a:cubicBezTo>
                  <a:cubicBezTo>
                    <a:pt x="24185" y="115261"/>
                    <a:pt x="22906" y="113345"/>
                    <a:pt x="21628" y="111430"/>
                  </a:cubicBezTo>
                  <a:close/>
                  <a:moveTo>
                    <a:pt x="68914" y="71211"/>
                  </a:moveTo>
                  <a:cubicBezTo>
                    <a:pt x="47188" y="71211"/>
                    <a:pt x="27380" y="82064"/>
                    <a:pt x="15238" y="98024"/>
                  </a:cubicBezTo>
                  <a:cubicBezTo>
                    <a:pt x="13321" y="91640"/>
                    <a:pt x="12044" y="84617"/>
                    <a:pt x="12682" y="77595"/>
                  </a:cubicBezTo>
                  <a:cubicBezTo>
                    <a:pt x="13321" y="62912"/>
                    <a:pt x="20350" y="49505"/>
                    <a:pt x="31213" y="39929"/>
                  </a:cubicBezTo>
                  <a:cubicBezTo>
                    <a:pt x="41437" y="30992"/>
                    <a:pt x="54217" y="26523"/>
                    <a:pt x="66997" y="26523"/>
                  </a:cubicBezTo>
                  <a:cubicBezTo>
                    <a:pt x="68274" y="26523"/>
                    <a:pt x="69553" y="26523"/>
                    <a:pt x="70831" y="26523"/>
                  </a:cubicBezTo>
                  <a:cubicBezTo>
                    <a:pt x="85528" y="27162"/>
                    <a:pt x="98946" y="34184"/>
                    <a:pt x="108531" y="45037"/>
                  </a:cubicBezTo>
                  <a:cubicBezTo>
                    <a:pt x="120672" y="59081"/>
                    <a:pt x="124506" y="77595"/>
                    <a:pt x="120672" y="94832"/>
                  </a:cubicBezTo>
                  <a:cubicBezTo>
                    <a:pt x="107254" y="80149"/>
                    <a:pt x="89362" y="71211"/>
                    <a:pt x="68914" y="71211"/>
                  </a:cubicBezTo>
                  <a:close/>
                </a:path>
              </a:pathLst>
            </a:custGeom>
            <a:solidFill>
              <a:srgbClr val="00A3E0"/>
            </a:solidFill>
            <a:ln w="6390" cap="flat">
              <a:noFill/>
              <a:prstDash val="solid"/>
              <a:miter/>
            </a:ln>
          </p:spPr>
          <p:txBody>
            <a:bodyPr rtlCol="0" anchor="ctr"/>
            <a:lstStyle/>
            <a:p>
              <a:endParaRPr lang="en-US"/>
            </a:p>
          </p:txBody>
        </p:sp>
      </p:grpSp>
      <p:grpSp>
        <p:nvGrpSpPr>
          <p:cNvPr id="1115" name="Graphic 4">
            <a:extLst>
              <a:ext uri="{FF2B5EF4-FFF2-40B4-BE49-F238E27FC236}">
                <a16:creationId xmlns:a16="http://schemas.microsoft.com/office/drawing/2014/main" id="{392384CC-40E7-E64E-82DE-CDCDB64A8442}"/>
              </a:ext>
            </a:extLst>
          </p:cNvPr>
          <p:cNvGrpSpPr/>
          <p:nvPr/>
        </p:nvGrpSpPr>
        <p:grpSpPr>
          <a:xfrm>
            <a:off x="7802113" y="1402085"/>
            <a:ext cx="361670" cy="361333"/>
            <a:chOff x="7802113" y="1402085"/>
            <a:chExt cx="361670" cy="361333"/>
          </a:xfrm>
          <a:solidFill>
            <a:srgbClr val="00A3E0"/>
          </a:solidFill>
        </p:grpSpPr>
        <p:sp>
          <p:nvSpPr>
            <p:cNvPr id="1116" name="Graphic 4">
              <a:extLst>
                <a:ext uri="{FF2B5EF4-FFF2-40B4-BE49-F238E27FC236}">
                  <a16:creationId xmlns:a16="http://schemas.microsoft.com/office/drawing/2014/main" id="{49643F30-CD54-8F45-8625-B1509BB4AA5C}"/>
                </a:ext>
              </a:extLst>
            </p:cNvPr>
            <p:cNvSpPr/>
            <p:nvPr/>
          </p:nvSpPr>
          <p:spPr>
            <a:xfrm>
              <a:off x="7802113" y="1402085"/>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2" y="361333"/>
                    <a:pt x="180836" y="361333"/>
                  </a:cubicBezTo>
                  <a:cubicBezTo>
                    <a:pt x="280518" y="361333"/>
                    <a:pt x="361670" y="280257"/>
                    <a:pt x="361670" y="180667"/>
                  </a:cubicBezTo>
                  <a:cubicBezTo>
                    <a:pt x="361670" y="81077"/>
                    <a:pt x="280518"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873"/>
                    <a:pt x="273490"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1117" name="Graphic 4">
              <a:extLst>
                <a:ext uri="{FF2B5EF4-FFF2-40B4-BE49-F238E27FC236}">
                  <a16:creationId xmlns:a16="http://schemas.microsoft.com/office/drawing/2014/main" id="{7C152707-2ABA-4946-81AC-3F6D9D562306}"/>
                </a:ext>
              </a:extLst>
            </p:cNvPr>
            <p:cNvSpPr/>
            <p:nvPr/>
          </p:nvSpPr>
          <p:spPr>
            <a:xfrm>
              <a:off x="7868568" y="1498483"/>
              <a:ext cx="228759" cy="201733"/>
            </a:xfrm>
            <a:custGeom>
              <a:avLst/>
              <a:gdLst>
                <a:gd name="connsiteX0" fmla="*/ 161026 w 228759"/>
                <a:gd name="connsiteY0" fmla="*/ 0 h 201733"/>
                <a:gd name="connsiteX1" fmla="*/ 114380 w 228759"/>
                <a:gd name="connsiteY1" fmla="*/ 19152 h 201733"/>
                <a:gd name="connsiteX2" fmla="*/ 67733 w 228759"/>
                <a:gd name="connsiteY2" fmla="*/ 0 h 201733"/>
                <a:gd name="connsiteX3" fmla="*/ 0 w 228759"/>
                <a:gd name="connsiteY3" fmla="*/ 67670 h 201733"/>
                <a:gd name="connsiteX4" fmla="*/ 61343 w 228759"/>
                <a:gd name="connsiteY4" fmla="*/ 134702 h 201733"/>
                <a:gd name="connsiteX5" fmla="*/ 61343 w 228759"/>
                <a:gd name="connsiteY5" fmla="*/ 164707 h 201733"/>
                <a:gd name="connsiteX6" fmla="*/ 44091 w 228759"/>
                <a:gd name="connsiteY6" fmla="*/ 164707 h 201733"/>
                <a:gd name="connsiteX7" fmla="*/ 37701 w 228759"/>
                <a:gd name="connsiteY7" fmla="*/ 171091 h 201733"/>
                <a:gd name="connsiteX8" fmla="*/ 44091 w 228759"/>
                <a:gd name="connsiteY8" fmla="*/ 177475 h 201733"/>
                <a:gd name="connsiteX9" fmla="*/ 61343 w 228759"/>
                <a:gd name="connsiteY9" fmla="*/ 177475 h 201733"/>
                <a:gd name="connsiteX10" fmla="*/ 61343 w 228759"/>
                <a:gd name="connsiteY10" fmla="*/ 195350 h 201733"/>
                <a:gd name="connsiteX11" fmla="*/ 67733 w 228759"/>
                <a:gd name="connsiteY11" fmla="*/ 201734 h 201733"/>
                <a:gd name="connsiteX12" fmla="*/ 74123 w 228759"/>
                <a:gd name="connsiteY12" fmla="*/ 195350 h 201733"/>
                <a:gd name="connsiteX13" fmla="*/ 74123 w 228759"/>
                <a:gd name="connsiteY13" fmla="*/ 177475 h 201733"/>
                <a:gd name="connsiteX14" fmla="*/ 91376 w 228759"/>
                <a:gd name="connsiteY14" fmla="*/ 177475 h 201733"/>
                <a:gd name="connsiteX15" fmla="*/ 97766 w 228759"/>
                <a:gd name="connsiteY15" fmla="*/ 171091 h 201733"/>
                <a:gd name="connsiteX16" fmla="*/ 91376 w 228759"/>
                <a:gd name="connsiteY16" fmla="*/ 164707 h 201733"/>
                <a:gd name="connsiteX17" fmla="*/ 74123 w 228759"/>
                <a:gd name="connsiteY17" fmla="*/ 164707 h 201733"/>
                <a:gd name="connsiteX18" fmla="*/ 74123 w 228759"/>
                <a:gd name="connsiteY18" fmla="*/ 134702 h 201733"/>
                <a:gd name="connsiteX19" fmla="*/ 114380 w 228759"/>
                <a:gd name="connsiteY19" fmla="*/ 116188 h 201733"/>
                <a:gd name="connsiteX20" fmla="*/ 154636 w 228759"/>
                <a:gd name="connsiteY20" fmla="*/ 134702 h 201733"/>
                <a:gd name="connsiteX21" fmla="*/ 154636 w 228759"/>
                <a:gd name="connsiteY21" fmla="*/ 164707 h 201733"/>
                <a:gd name="connsiteX22" fmla="*/ 137384 w 228759"/>
                <a:gd name="connsiteY22" fmla="*/ 164707 h 201733"/>
                <a:gd name="connsiteX23" fmla="*/ 130994 w 228759"/>
                <a:gd name="connsiteY23" fmla="*/ 171091 h 201733"/>
                <a:gd name="connsiteX24" fmla="*/ 137384 w 228759"/>
                <a:gd name="connsiteY24" fmla="*/ 177475 h 201733"/>
                <a:gd name="connsiteX25" fmla="*/ 154636 w 228759"/>
                <a:gd name="connsiteY25" fmla="*/ 177475 h 201733"/>
                <a:gd name="connsiteX26" fmla="*/ 154636 w 228759"/>
                <a:gd name="connsiteY26" fmla="*/ 195350 h 201733"/>
                <a:gd name="connsiteX27" fmla="*/ 161026 w 228759"/>
                <a:gd name="connsiteY27" fmla="*/ 201734 h 201733"/>
                <a:gd name="connsiteX28" fmla="*/ 167416 w 228759"/>
                <a:gd name="connsiteY28" fmla="*/ 195350 h 201733"/>
                <a:gd name="connsiteX29" fmla="*/ 167416 w 228759"/>
                <a:gd name="connsiteY29" fmla="*/ 177475 h 201733"/>
                <a:gd name="connsiteX30" fmla="*/ 184669 w 228759"/>
                <a:gd name="connsiteY30" fmla="*/ 177475 h 201733"/>
                <a:gd name="connsiteX31" fmla="*/ 191059 w 228759"/>
                <a:gd name="connsiteY31" fmla="*/ 171091 h 201733"/>
                <a:gd name="connsiteX32" fmla="*/ 184669 w 228759"/>
                <a:gd name="connsiteY32" fmla="*/ 164707 h 201733"/>
                <a:gd name="connsiteX33" fmla="*/ 167416 w 228759"/>
                <a:gd name="connsiteY33" fmla="*/ 164707 h 201733"/>
                <a:gd name="connsiteX34" fmla="*/ 167416 w 228759"/>
                <a:gd name="connsiteY34" fmla="*/ 134702 h 201733"/>
                <a:gd name="connsiteX35" fmla="*/ 228759 w 228759"/>
                <a:gd name="connsiteY35" fmla="*/ 67670 h 201733"/>
                <a:gd name="connsiteX36" fmla="*/ 161026 w 228759"/>
                <a:gd name="connsiteY36" fmla="*/ 0 h 201733"/>
                <a:gd name="connsiteX37" fmla="*/ 106073 w 228759"/>
                <a:gd name="connsiteY37" fmla="*/ 67670 h 201733"/>
                <a:gd name="connsiteX38" fmla="*/ 113740 w 228759"/>
                <a:gd name="connsiteY38" fmla="*/ 39581 h 201733"/>
                <a:gd name="connsiteX39" fmla="*/ 121409 w 228759"/>
                <a:gd name="connsiteY39" fmla="*/ 67670 h 201733"/>
                <a:gd name="connsiteX40" fmla="*/ 113740 w 228759"/>
                <a:gd name="connsiteY40" fmla="*/ 95760 h 201733"/>
                <a:gd name="connsiteX41" fmla="*/ 106073 w 228759"/>
                <a:gd name="connsiteY41" fmla="*/ 67670 h 201733"/>
                <a:gd name="connsiteX42" fmla="*/ 12780 w 228759"/>
                <a:gd name="connsiteY42" fmla="*/ 67670 h 201733"/>
                <a:gd name="connsiteX43" fmla="*/ 67733 w 228759"/>
                <a:gd name="connsiteY43" fmla="*/ 12768 h 201733"/>
                <a:gd name="connsiteX44" fmla="*/ 106073 w 228759"/>
                <a:gd name="connsiteY44" fmla="*/ 28728 h 201733"/>
                <a:gd name="connsiteX45" fmla="*/ 93932 w 228759"/>
                <a:gd name="connsiteY45" fmla="*/ 67670 h 201733"/>
                <a:gd name="connsiteX46" fmla="*/ 106073 w 228759"/>
                <a:gd name="connsiteY46" fmla="*/ 106612 h 201733"/>
                <a:gd name="connsiteX47" fmla="*/ 67733 w 228759"/>
                <a:gd name="connsiteY47" fmla="*/ 122572 h 201733"/>
                <a:gd name="connsiteX48" fmla="*/ 12780 w 228759"/>
                <a:gd name="connsiteY48" fmla="*/ 67670 h 201733"/>
                <a:gd name="connsiteX49" fmla="*/ 161026 w 228759"/>
                <a:gd name="connsiteY49" fmla="*/ 121934 h 201733"/>
                <a:gd name="connsiteX50" fmla="*/ 122686 w 228759"/>
                <a:gd name="connsiteY50" fmla="*/ 105974 h 201733"/>
                <a:gd name="connsiteX51" fmla="*/ 134828 w 228759"/>
                <a:gd name="connsiteY51" fmla="*/ 67032 h 201733"/>
                <a:gd name="connsiteX52" fmla="*/ 122686 w 228759"/>
                <a:gd name="connsiteY52" fmla="*/ 28089 h 201733"/>
                <a:gd name="connsiteX53" fmla="*/ 161026 w 228759"/>
                <a:gd name="connsiteY53" fmla="*/ 12130 h 201733"/>
                <a:gd name="connsiteX54" fmla="*/ 215979 w 228759"/>
                <a:gd name="connsiteY54" fmla="*/ 67032 h 201733"/>
                <a:gd name="connsiteX55" fmla="*/ 161026 w 228759"/>
                <a:gd name="connsiteY55" fmla="*/ 121934 h 201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228759" h="201733">
                  <a:moveTo>
                    <a:pt x="161026" y="0"/>
                  </a:moveTo>
                  <a:cubicBezTo>
                    <a:pt x="143135" y="0"/>
                    <a:pt x="126520" y="7022"/>
                    <a:pt x="114380" y="19152"/>
                  </a:cubicBezTo>
                  <a:cubicBezTo>
                    <a:pt x="102239" y="7661"/>
                    <a:pt x="85625" y="0"/>
                    <a:pt x="67733" y="0"/>
                  </a:cubicBezTo>
                  <a:cubicBezTo>
                    <a:pt x="30671" y="0"/>
                    <a:pt x="0" y="30005"/>
                    <a:pt x="0" y="67670"/>
                  </a:cubicBezTo>
                  <a:cubicBezTo>
                    <a:pt x="0" y="102782"/>
                    <a:pt x="26837" y="131510"/>
                    <a:pt x="61343" y="134702"/>
                  </a:cubicBezTo>
                  <a:lnTo>
                    <a:pt x="61343" y="164707"/>
                  </a:lnTo>
                  <a:lnTo>
                    <a:pt x="44091" y="164707"/>
                  </a:lnTo>
                  <a:cubicBezTo>
                    <a:pt x="40256" y="164707"/>
                    <a:pt x="37701" y="167260"/>
                    <a:pt x="37701" y="171091"/>
                  </a:cubicBezTo>
                  <a:cubicBezTo>
                    <a:pt x="37701" y="174921"/>
                    <a:pt x="40256" y="177475"/>
                    <a:pt x="44091" y="177475"/>
                  </a:cubicBezTo>
                  <a:lnTo>
                    <a:pt x="61343" y="177475"/>
                  </a:lnTo>
                  <a:lnTo>
                    <a:pt x="61343" y="195350"/>
                  </a:lnTo>
                  <a:cubicBezTo>
                    <a:pt x="61343" y="199180"/>
                    <a:pt x="63899" y="201734"/>
                    <a:pt x="67733" y="201734"/>
                  </a:cubicBezTo>
                  <a:cubicBezTo>
                    <a:pt x="71567" y="201734"/>
                    <a:pt x="74123" y="199180"/>
                    <a:pt x="74123" y="195350"/>
                  </a:cubicBezTo>
                  <a:lnTo>
                    <a:pt x="74123" y="177475"/>
                  </a:lnTo>
                  <a:lnTo>
                    <a:pt x="91376" y="177475"/>
                  </a:lnTo>
                  <a:cubicBezTo>
                    <a:pt x="95210" y="177475"/>
                    <a:pt x="97766" y="174921"/>
                    <a:pt x="97766" y="171091"/>
                  </a:cubicBezTo>
                  <a:cubicBezTo>
                    <a:pt x="97766" y="167260"/>
                    <a:pt x="95210" y="164707"/>
                    <a:pt x="91376" y="164707"/>
                  </a:cubicBezTo>
                  <a:lnTo>
                    <a:pt x="74123" y="164707"/>
                  </a:lnTo>
                  <a:lnTo>
                    <a:pt x="74123" y="134702"/>
                  </a:lnTo>
                  <a:cubicBezTo>
                    <a:pt x="89459" y="133425"/>
                    <a:pt x="103517" y="126403"/>
                    <a:pt x="114380" y="116188"/>
                  </a:cubicBezTo>
                  <a:cubicBezTo>
                    <a:pt x="125243" y="126403"/>
                    <a:pt x="139300" y="133425"/>
                    <a:pt x="154636" y="134702"/>
                  </a:cubicBezTo>
                  <a:lnTo>
                    <a:pt x="154636" y="164707"/>
                  </a:lnTo>
                  <a:lnTo>
                    <a:pt x="137384" y="164707"/>
                  </a:lnTo>
                  <a:cubicBezTo>
                    <a:pt x="133550" y="164707"/>
                    <a:pt x="130994" y="167260"/>
                    <a:pt x="130994" y="171091"/>
                  </a:cubicBezTo>
                  <a:cubicBezTo>
                    <a:pt x="130994" y="174921"/>
                    <a:pt x="133550" y="177475"/>
                    <a:pt x="137384" y="177475"/>
                  </a:cubicBezTo>
                  <a:lnTo>
                    <a:pt x="154636" y="177475"/>
                  </a:lnTo>
                  <a:lnTo>
                    <a:pt x="154636" y="195350"/>
                  </a:lnTo>
                  <a:cubicBezTo>
                    <a:pt x="154636" y="199180"/>
                    <a:pt x="157192" y="201734"/>
                    <a:pt x="161026" y="201734"/>
                  </a:cubicBezTo>
                  <a:cubicBezTo>
                    <a:pt x="164860" y="201734"/>
                    <a:pt x="167416" y="199180"/>
                    <a:pt x="167416" y="195350"/>
                  </a:cubicBezTo>
                  <a:lnTo>
                    <a:pt x="167416" y="177475"/>
                  </a:lnTo>
                  <a:lnTo>
                    <a:pt x="184669" y="177475"/>
                  </a:lnTo>
                  <a:cubicBezTo>
                    <a:pt x="188503" y="177475"/>
                    <a:pt x="191059" y="174921"/>
                    <a:pt x="191059" y="171091"/>
                  </a:cubicBezTo>
                  <a:cubicBezTo>
                    <a:pt x="191059" y="167260"/>
                    <a:pt x="188503" y="164707"/>
                    <a:pt x="184669" y="164707"/>
                  </a:cubicBezTo>
                  <a:lnTo>
                    <a:pt x="167416" y="164707"/>
                  </a:lnTo>
                  <a:lnTo>
                    <a:pt x="167416" y="134702"/>
                  </a:lnTo>
                  <a:cubicBezTo>
                    <a:pt x="201922" y="131510"/>
                    <a:pt x="228759" y="102782"/>
                    <a:pt x="228759" y="67670"/>
                  </a:cubicBezTo>
                  <a:cubicBezTo>
                    <a:pt x="228120" y="30005"/>
                    <a:pt x="198088" y="0"/>
                    <a:pt x="161026" y="0"/>
                  </a:cubicBezTo>
                  <a:close/>
                  <a:moveTo>
                    <a:pt x="106073" y="67670"/>
                  </a:moveTo>
                  <a:cubicBezTo>
                    <a:pt x="106073" y="57456"/>
                    <a:pt x="109268" y="47880"/>
                    <a:pt x="113740" y="39581"/>
                  </a:cubicBezTo>
                  <a:cubicBezTo>
                    <a:pt x="118853" y="47880"/>
                    <a:pt x="121409" y="57456"/>
                    <a:pt x="121409" y="67670"/>
                  </a:cubicBezTo>
                  <a:cubicBezTo>
                    <a:pt x="121409" y="77885"/>
                    <a:pt x="118214" y="87461"/>
                    <a:pt x="113740" y="95760"/>
                  </a:cubicBezTo>
                  <a:cubicBezTo>
                    <a:pt x="109268" y="87461"/>
                    <a:pt x="106073" y="77885"/>
                    <a:pt x="106073" y="67670"/>
                  </a:cubicBezTo>
                  <a:close/>
                  <a:moveTo>
                    <a:pt x="12780" y="67670"/>
                  </a:moveTo>
                  <a:cubicBezTo>
                    <a:pt x="12780" y="37665"/>
                    <a:pt x="37061" y="12768"/>
                    <a:pt x="67733" y="12768"/>
                  </a:cubicBezTo>
                  <a:cubicBezTo>
                    <a:pt x="82430" y="12768"/>
                    <a:pt x="96488" y="19152"/>
                    <a:pt x="106073" y="28728"/>
                  </a:cubicBezTo>
                  <a:cubicBezTo>
                    <a:pt x="98405" y="39581"/>
                    <a:pt x="93932" y="52987"/>
                    <a:pt x="93932" y="67670"/>
                  </a:cubicBezTo>
                  <a:cubicBezTo>
                    <a:pt x="93932" y="82353"/>
                    <a:pt x="98405" y="95760"/>
                    <a:pt x="106073" y="106612"/>
                  </a:cubicBezTo>
                  <a:cubicBezTo>
                    <a:pt x="96488" y="116188"/>
                    <a:pt x="82430" y="122572"/>
                    <a:pt x="67733" y="122572"/>
                  </a:cubicBezTo>
                  <a:cubicBezTo>
                    <a:pt x="37061" y="121934"/>
                    <a:pt x="12780" y="97675"/>
                    <a:pt x="12780" y="67670"/>
                  </a:cubicBezTo>
                  <a:close/>
                  <a:moveTo>
                    <a:pt x="161026" y="121934"/>
                  </a:moveTo>
                  <a:cubicBezTo>
                    <a:pt x="146330" y="121934"/>
                    <a:pt x="132271" y="115550"/>
                    <a:pt x="122686" y="105974"/>
                  </a:cubicBezTo>
                  <a:cubicBezTo>
                    <a:pt x="130355" y="95121"/>
                    <a:pt x="134828" y="81715"/>
                    <a:pt x="134828" y="67032"/>
                  </a:cubicBezTo>
                  <a:cubicBezTo>
                    <a:pt x="134828" y="52349"/>
                    <a:pt x="130355" y="38942"/>
                    <a:pt x="122686" y="28089"/>
                  </a:cubicBezTo>
                  <a:cubicBezTo>
                    <a:pt x="132271" y="18514"/>
                    <a:pt x="146330" y="12130"/>
                    <a:pt x="161026" y="12130"/>
                  </a:cubicBezTo>
                  <a:cubicBezTo>
                    <a:pt x="191059" y="12130"/>
                    <a:pt x="215979" y="36389"/>
                    <a:pt x="215979" y="67032"/>
                  </a:cubicBezTo>
                  <a:cubicBezTo>
                    <a:pt x="215979" y="97675"/>
                    <a:pt x="191059" y="121934"/>
                    <a:pt x="161026" y="121934"/>
                  </a:cubicBezTo>
                  <a:close/>
                </a:path>
              </a:pathLst>
            </a:custGeom>
            <a:solidFill>
              <a:srgbClr val="00A3E0"/>
            </a:solidFill>
            <a:ln w="6390" cap="flat">
              <a:noFill/>
              <a:prstDash val="solid"/>
              <a:miter/>
            </a:ln>
          </p:spPr>
          <p:txBody>
            <a:bodyPr rtlCol="0" anchor="ctr"/>
            <a:lstStyle/>
            <a:p>
              <a:endParaRPr lang="en-US"/>
            </a:p>
          </p:txBody>
        </p:sp>
      </p:grpSp>
      <p:grpSp>
        <p:nvGrpSpPr>
          <p:cNvPr id="1118" name="Graphic 4">
            <a:extLst>
              <a:ext uri="{FF2B5EF4-FFF2-40B4-BE49-F238E27FC236}">
                <a16:creationId xmlns:a16="http://schemas.microsoft.com/office/drawing/2014/main" id="{BF6B7604-FD88-1C48-9C3E-B19F8939B9DE}"/>
              </a:ext>
            </a:extLst>
          </p:cNvPr>
          <p:cNvGrpSpPr/>
          <p:nvPr/>
        </p:nvGrpSpPr>
        <p:grpSpPr>
          <a:xfrm>
            <a:off x="8841116" y="1402085"/>
            <a:ext cx="361670" cy="361333"/>
            <a:chOff x="8841116" y="1402085"/>
            <a:chExt cx="361670" cy="361333"/>
          </a:xfrm>
          <a:solidFill>
            <a:srgbClr val="00A3E0"/>
          </a:solidFill>
        </p:grpSpPr>
        <p:sp>
          <p:nvSpPr>
            <p:cNvPr id="1119" name="Graphic 4">
              <a:extLst>
                <a:ext uri="{FF2B5EF4-FFF2-40B4-BE49-F238E27FC236}">
                  <a16:creationId xmlns:a16="http://schemas.microsoft.com/office/drawing/2014/main" id="{AB3049D2-4AAD-6641-883A-59837ED452F6}"/>
                </a:ext>
              </a:extLst>
            </p:cNvPr>
            <p:cNvSpPr/>
            <p:nvPr/>
          </p:nvSpPr>
          <p:spPr>
            <a:xfrm>
              <a:off x="8841116" y="1402085"/>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257"/>
                    <a:pt x="81153" y="361333"/>
                    <a:pt x="180836" y="361333"/>
                  </a:cubicBezTo>
                  <a:cubicBezTo>
                    <a:pt x="281157" y="361333"/>
                    <a:pt x="361670" y="280257"/>
                    <a:pt x="361670" y="180667"/>
                  </a:cubicBezTo>
                  <a:cubicBezTo>
                    <a:pt x="361670"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9530" y="273873"/>
                    <a:pt x="274128"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1120" name="Graphic 4">
              <a:extLst>
                <a:ext uri="{FF2B5EF4-FFF2-40B4-BE49-F238E27FC236}">
                  <a16:creationId xmlns:a16="http://schemas.microsoft.com/office/drawing/2014/main" id="{4EACD97C-DAEE-9F48-B59E-EDA8D5B8D151}"/>
                </a:ext>
              </a:extLst>
            </p:cNvPr>
            <p:cNvSpPr/>
            <p:nvPr/>
          </p:nvSpPr>
          <p:spPr>
            <a:xfrm>
              <a:off x="8901182" y="1484438"/>
              <a:ext cx="223647" cy="224077"/>
            </a:xfrm>
            <a:custGeom>
              <a:avLst/>
              <a:gdLst>
                <a:gd name="connsiteX0" fmla="*/ 220453 w 223647"/>
                <a:gd name="connsiteY0" fmla="*/ 70224 h 224077"/>
                <a:gd name="connsiteX1" fmla="*/ 215980 w 223647"/>
                <a:gd name="connsiteY1" fmla="*/ 68309 h 224077"/>
                <a:gd name="connsiteX2" fmla="*/ 176362 w 223647"/>
                <a:gd name="connsiteY2" fmla="*/ 68309 h 224077"/>
                <a:gd name="connsiteX3" fmla="*/ 169972 w 223647"/>
                <a:gd name="connsiteY3" fmla="*/ 74693 h 224077"/>
                <a:gd name="connsiteX4" fmla="*/ 176362 w 223647"/>
                <a:gd name="connsiteY4" fmla="*/ 81077 h 224077"/>
                <a:gd name="connsiteX5" fmla="*/ 200644 w 223647"/>
                <a:gd name="connsiteY5" fmla="*/ 81077 h 224077"/>
                <a:gd name="connsiteX6" fmla="*/ 177001 w 223647"/>
                <a:gd name="connsiteY6" fmla="*/ 103421 h 224077"/>
                <a:gd name="connsiteX7" fmla="*/ 135466 w 223647"/>
                <a:gd name="connsiteY7" fmla="*/ 88737 h 224077"/>
                <a:gd name="connsiteX8" fmla="*/ 134828 w 223647"/>
                <a:gd name="connsiteY8" fmla="*/ 88737 h 224077"/>
                <a:gd name="connsiteX9" fmla="*/ 134828 w 223647"/>
                <a:gd name="connsiteY9" fmla="*/ 88099 h 224077"/>
                <a:gd name="connsiteX10" fmla="*/ 118214 w 223647"/>
                <a:gd name="connsiteY10" fmla="*/ 44050 h 224077"/>
                <a:gd name="connsiteX11" fmla="*/ 141856 w 223647"/>
                <a:gd name="connsiteY11" fmla="*/ 21067 h 224077"/>
                <a:gd name="connsiteX12" fmla="*/ 141856 w 223647"/>
                <a:gd name="connsiteY12" fmla="*/ 46603 h 224077"/>
                <a:gd name="connsiteX13" fmla="*/ 148246 w 223647"/>
                <a:gd name="connsiteY13" fmla="*/ 52987 h 224077"/>
                <a:gd name="connsiteX14" fmla="*/ 154636 w 223647"/>
                <a:gd name="connsiteY14" fmla="*/ 46603 h 224077"/>
                <a:gd name="connsiteX15" fmla="*/ 154636 w 223647"/>
                <a:gd name="connsiteY15" fmla="*/ 6384 h 224077"/>
                <a:gd name="connsiteX16" fmla="*/ 152720 w 223647"/>
                <a:gd name="connsiteY16" fmla="*/ 1915 h 224077"/>
                <a:gd name="connsiteX17" fmla="*/ 148246 w 223647"/>
                <a:gd name="connsiteY17" fmla="*/ 0 h 224077"/>
                <a:gd name="connsiteX18" fmla="*/ 108629 w 223647"/>
                <a:gd name="connsiteY18" fmla="*/ 0 h 224077"/>
                <a:gd name="connsiteX19" fmla="*/ 102239 w 223647"/>
                <a:gd name="connsiteY19" fmla="*/ 6384 h 224077"/>
                <a:gd name="connsiteX20" fmla="*/ 108629 w 223647"/>
                <a:gd name="connsiteY20" fmla="*/ 12768 h 224077"/>
                <a:gd name="connsiteX21" fmla="*/ 132911 w 223647"/>
                <a:gd name="connsiteY21" fmla="*/ 12768 h 224077"/>
                <a:gd name="connsiteX22" fmla="*/ 109268 w 223647"/>
                <a:gd name="connsiteY22" fmla="*/ 35112 h 224077"/>
                <a:gd name="connsiteX23" fmla="*/ 67733 w 223647"/>
                <a:gd name="connsiteY23" fmla="*/ 20429 h 224077"/>
                <a:gd name="connsiteX24" fmla="*/ 0 w 223647"/>
                <a:gd name="connsiteY24" fmla="*/ 88099 h 224077"/>
                <a:gd name="connsiteX25" fmla="*/ 67733 w 223647"/>
                <a:gd name="connsiteY25" fmla="*/ 155769 h 224077"/>
                <a:gd name="connsiteX26" fmla="*/ 68372 w 223647"/>
                <a:gd name="connsiteY26" fmla="*/ 155769 h 224077"/>
                <a:gd name="connsiteX27" fmla="*/ 68372 w 223647"/>
                <a:gd name="connsiteY27" fmla="*/ 156408 h 224077"/>
                <a:gd name="connsiteX28" fmla="*/ 136106 w 223647"/>
                <a:gd name="connsiteY28" fmla="*/ 224078 h 224077"/>
                <a:gd name="connsiteX29" fmla="*/ 203839 w 223647"/>
                <a:gd name="connsiteY29" fmla="*/ 156408 h 224077"/>
                <a:gd name="connsiteX30" fmla="*/ 187225 w 223647"/>
                <a:gd name="connsiteY30" fmla="*/ 112358 h 224077"/>
                <a:gd name="connsiteX31" fmla="*/ 210868 w 223647"/>
                <a:gd name="connsiteY31" fmla="*/ 89376 h 224077"/>
                <a:gd name="connsiteX32" fmla="*/ 210868 w 223647"/>
                <a:gd name="connsiteY32" fmla="*/ 114912 h 224077"/>
                <a:gd name="connsiteX33" fmla="*/ 217258 w 223647"/>
                <a:gd name="connsiteY33" fmla="*/ 121296 h 224077"/>
                <a:gd name="connsiteX34" fmla="*/ 223648 w 223647"/>
                <a:gd name="connsiteY34" fmla="*/ 114912 h 224077"/>
                <a:gd name="connsiteX35" fmla="*/ 223648 w 223647"/>
                <a:gd name="connsiteY35" fmla="*/ 74693 h 224077"/>
                <a:gd name="connsiteX36" fmla="*/ 220453 w 223647"/>
                <a:gd name="connsiteY36" fmla="*/ 70224 h 224077"/>
                <a:gd name="connsiteX37" fmla="*/ 66456 w 223647"/>
                <a:gd name="connsiteY37" fmla="*/ 143001 h 224077"/>
                <a:gd name="connsiteX38" fmla="*/ 11502 w 223647"/>
                <a:gd name="connsiteY38" fmla="*/ 88099 h 224077"/>
                <a:gd name="connsiteX39" fmla="*/ 66456 w 223647"/>
                <a:gd name="connsiteY39" fmla="*/ 33197 h 224077"/>
                <a:gd name="connsiteX40" fmla="*/ 121409 w 223647"/>
                <a:gd name="connsiteY40" fmla="*/ 88099 h 224077"/>
                <a:gd name="connsiteX41" fmla="*/ 121409 w 223647"/>
                <a:gd name="connsiteY41" fmla="*/ 90014 h 224077"/>
                <a:gd name="connsiteX42" fmla="*/ 69012 w 223647"/>
                <a:gd name="connsiteY42" fmla="*/ 142363 h 224077"/>
                <a:gd name="connsiteX43" fmla="*/ 66456 w 223647"/>
                <a:gd name="connsiteY43" fmla="*/ 143001 h 224077"/>
                <a:gd name="connsiteX44" fmla="*/ 118853 w 223647"/>
                <a:gd name="connsiteY44" fmla="*/ 104059 h 224077"/>
                <a:gd name="connsiteX45" fmla="*/ 82430 w 223647"/>
                <a:gd name="connsiteY45" fmla="*/ 140448 h 224077"/>
                <a:gd name="connsiteX46" fmla="*/ 118853 w 223647"/>
                <a:gd name="connsiteY46" fmla="*/ 104059 h 224077"/>
                <a:gd name="connsiteX47" fmla="*/ 134828 w 223647"/>
                <a:gd name="connsiteY47" fmla="*/ 210671 h 224077"/>
                <a:gd name="connsiteX48" fmla="*/ 79874 w 223647"/>
                <a:gd name="connsiteY48" fmla="*/ 155769 h 224077"/>
                <a:gd name="connsiteX49" fmla="*/ 79874 w 223647"/>
                <a:gd name="connsiteY49" fmla="*/ 153854 h 224077"/>
                <a:gd name="connsiteX50" fmla="*/ 132271 w 223647"/>
                <a:gd name="connsiteY50" fmla="*/ 101505 h 224077"/>
                <a:gd name="connsiteX51" fmla="*/ 134189 w 223647"/>
                <a:gd name="connsiteY51" fmla="*/ 101505 h 224077"/>
                <a:gd name="connsiteX52" fmla="*/ 189142 w 223647"/>
                <a:gd name="connsiteY52" fmla="*/ 156408 h 224077"/>
                <a:gd name="connsiteX53" fmla="*/ 134828 w 223647"/>
                <a:gd name="connsiteY53" fmla="*/ 210671 h 224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23647" h="224077">
                  <a:moveTo>
                    <a:pt x="220453" y="70224"/>
                  </a:moveTo>
                  <a:cubicBezTo>
                    <a:pt x="219175" y="68947"/>
                    <a:pt x="217897" y="68309"/>
                    <a:pt x="215980" y="68309"/>
                  </a:cubicBezTo>
                  <a:lnTo>
                    <a:pt x="176362" y="68309"/>
                  </a:lnTo>
                  <a:cubicBezTo>
                    <a:pt x="172528" y="68309"/>
                    <a:pt x="169972" y="70862"/>
                    <a:pt x="169972" y="74693"/>
                  </a:cubicBezTo>
                  <a:cubicBezTo>
                    <a:pt x="169972" y="78523"/>
                    <a:pt x="172528" y="81077"/>
                    <a:pt x="176362" y="81077"/>
                  </a:cubicBezTo>
                  <a:lnTo>
                    <a:pt x="200644" y="81077"/>
                  </a:lnTo>
                  <a:lnTo>
                    <a:pt x="177001" y="103421"/>
                  </a:lnTo>
                  <a:cubicBezTo>
                    <a:pt x="165500" y="94483"/>
                    <a:pt x="150802" y="88737"/>
                    <a:pt x="135466" y="88737"/>
                  </a:cubicBezTo>
                  <a:cubicBezTo>
                    <a:pt x="135466" y="88737"/>
                    <a:pt x="134828" y="88737"/>
                    <a:pt x="134828" y="88737"/>
                  </a:cubicBezTo>
                  <a:cubicBezTo>
                    <a:pt x="134828" y="88737"/>
                    <a:pt x="134828" y="88099"/>
                    <a:pt x="134828" y="88099"/>
                  </a:cubicBezTo>
                  <a:cubicBezTo>
                    <a:pt x="134828" y="71501"/>
                    <a:pt x="128438" y="56179"/>
                    <a:pt x="118214" y="44050"/>
                  </a:cubicBezTo>
                  <a:lnTo>
                    <a:pt x="141856" y="21067"/>
                  </a:lnTo>
                  <a:lnTo>
                    <a:pt x="141856" y="46603"/>
                  </a:lnTo>
                  <a:cubicBezTo>
                    <a:pt x="141856" y="50434"/>
                    <a:pt x="144412" y="52987"/>
                    <a:pt x="148246" y="52987"/>
                  </a:cubicBezTo>
                  <a:cubicBezTo>
                    <a:pt x="152081" y="52987"/>
                    <a:pt x="154636" y="50434"/>
                    <a:pt x="154636" y="46603"/>
                  </a:cubicBezTo>
                  <a:lnTo>
                    <a:pt x="154636" y="6384"/>
                  </a:lnTo>
                  <a:cubicBezTo>
                    <a:pt x="154636" y="4469"/>
                    <a:pt x="153997" y="3192"/>
                    <a:pt x="152720" y="1915"/>
                  </a:cubicBezTo>
                  <a:cubicBezTo>
                    <a:pt x="151441" y="638"/>
                    <a:pt x="150164" y="0"/>
                    <a:pt x="148246" y="0"/>
                  </a:cubicBezTo>
                  <a:lnTo>
                    <a:pt x="108629" y="0"/>
                  </a:lnTo>
                  <a:cubicBezTo>
                    <a:pt x="104795" y="0"/>
                    <a:pt x="102239" y="2554"/>
                    <a:pt x="102239" y="6384"/>
                  </a:cubicBezTo>
                  <a:cubicBezTo>
                    <a:pt x="102239" y="10214"/>
                    <a:pt x="104795" y="12768"/>
                    <a:pt x="108629" y="12768"/>
                  </a:cubicBezTo>
                  <a:lnTo>
                    <a:pt x="132911" y="12768"/>
                  </a:lnTo>
                  <a:lnTo>
                    <a:pt x="109268" y="35112"/>
                  </a:lnTo>
                  <a:cubicBezTo>
                    <a:pt x="97766" y="26174"/>
                    <a:pt x="83069" y="20429"/>
                    <a:pt x="67733" y="20429"/>
                  </a:cubicBezTo>
                  <a:cubicBezTo>
                    <a:pt x="30672" y="20429"/>
                    <a:pt x="0" y="50434"/>
                    <a:pt x="0" y="88099"/>
                  </a:cubicBezTo>
                  <a:cubicBezTo>
                    <a:pt x="0" y="125765"/>
                    <a:pt x="30032" y="155769"/>
                    <a:pt x="67733" y="155769"/>
                  </a:cubicBezTo>
                  <a:cubicBezTo>
                    <a:pt x="67733" y="155769"/>
                    <a:pt x="68372" y="155769"/>
                    <a:pt x="68372" y="155769"/>
                  </a:cubicBezTo>
                  <a:cubicBezTo>
                    <a:pt x="68372" y="155769"/>
                    <a:pt x="68372" y="156408"/>
                    <a:pt x="68372" y="156408"/>
                  </a:cubicBezTo>
                  <a:cubicBezTo>
                    <a:pt x="68372" y="193435"/>
                    <a:pt x="98405" y="224078"/>
                    <a:pt x="136106" y="224078"/>
                  </a:cubicBezTo>
                  <a:cubicBezTo>
                    <a:pt x="173806" y="224078"/>
                    <a:pt x="203839" y="194073"/>
                    <a:pt x="203839" y="156408"/>
                  </a:cubicBezTo>
                  <a:cubicBezTo>
                    <a:pt x="203839" y="139809"/>
                    <a:pt x="197449" y="124488"/>
                    <a:pt x="187225" y="112358"/>
                  </a:cubicBezTo>
                  <a:lnTo>
                    <a:pt x="210868" y="89376"/>
                  </a:lnTo>
                  <a:lnTo>
                    <a:pt x="210868" y="114912"/>
                  </a:lnTo>
                  <a:cubicBezTo>
                    <a:pt x="210868" y="118742"/>
                    <a:pt x="213424" y="121296"/>
                    <a:pt x="217258" y="121296"/>
                  </a:cubicBezTo>
                  <a:cubicBezTo>
                    <a:pt x="221092" y="121296"/>
                    <a:pt x="223648" y="118742"/>
                    <a:pt x="223648" y="114912"/>
                  </a:cubicBezTo>
                  <a:lnTo>
                    <a:pt x="223648" y="74693"/>
                  </a:lnTo>
                  <a:cubicBezTo>
                    <a:pt x="222370" y="72777"/>
                    <a:pt x="221731" y="70862"/>
                    <a:pt x="220453" y="70224"/>
                  </a:cubicBezTo>
                  <a:close/>
                  <a:moveTo>
                    <a:pt x="66456" y="143001"/>
                  </a:moveTo>
                  <a:cubicBezTo>
                    <a:pt x="36422" y="143001"/>
                    <a:pt x="11502" y="118742"/>
                    <a:pt x="11502" y="88099"/>
                  </a:cubicBezTo>
                  <a:cubicBezTo>
                    <a:pt x="11502" y="57456"/>
                    <a:pt x="35783" y="33197"/>
                    <a:pt x="66456" y="33197"/>
                  </a:cubicBezTo>
                  <a:cubicBezTo>
                    <a:pt x="97127" y="33197"/>
                    <a:pt x="121409" y="57456"/>
                    <a:pt x="121409" y="88099"/>
                  </a:cubicBezTo>
                  <a:cubicBezTo>
                    <a:pt x="121409" y="88737"/>
                    <a:pt x="121409" y="89376"/>
                    <a:pt x="121409" y="90014"/>
                  </a:cubicBezTo>
                  <a:cubicBezTo>
                    <a:pt x="95210" y="95121"/>
                    <a:pt x="74123" y="116189"/>
                    <a:pt x="69012" y="142363"/>
                  </a:cubicBezTo>
                  <a:cubicBezTo>
                    <a:pt x="67733" y="143001"/>
                    <a:pt x="67094" y="143001"/>
                    <a:pt x="66456" y="143001"/>
                  </a:cubicBezTo>
                  <a:close/>
                  <a:moveTo>
                    <a:pt x="118853" y="104059"/>
                  </a:moveTo>
                  <a:cubicBezTo>
                    <a:pt x="113741" y="121296"/>
                    <a:pt x="99683" y="135341"/>
                    <a:pt x="82430" y="140448"/>
                  </a:cubicBezTo>
                  <a:cubicBezTo>
                    <a:pt x="87542" y="123211"/>
                    <a:pt x="101600" y="109166"/>
                    <a:pt x="118853" y="104059"/>
                  </a:cubicBezTo>
                  <a:close/>
                  <a:moveTo>
                    <a:pt x="134828" y="210671"/>
                  </a:moveTo>
                  <a:cubicBezTo>
                    <a:pt x="104795" y="210671"/>
                    <a:pt x="79874" y="186412"/>
                    <a:pt x="79874" y="155769"/>
                  </a:cubicBezTo>
                  <a:cubicBezTo>
                    <a:pt x="79874" y="155131"/>
                    <a:pt x="79874" y="154492"/>
                    <a:pt x="79874" y="153854"/>
                  </a:cubicBezTo>
                  <a:cubicBezTo>
                    <a:pt x="106073" y="148747"/>
                    <a:pt x="127160" y="127680"/>
                    <a:pt x="132271" y="101505"/>
                  </a:cubicBezTo>
                  <a:cubicBezTo>
                    <a:pt x="132911" y="101505"/>
                    <a:pt x="133550" y="101505"/>
                    <a:pt x="134189" y="101505"/>
                  </a:cubicBezTo>
                  <a:cubicBezTo>
                    <a:pt x="164221" y="101505"/>
                    <a:pt x="189142" y="125765"/>
                    <a:pt x="189142" y="156408"/>
                  </a:cubicBezTo>
                  <a:cubicBezTo>
                    <a:pt x="189142" y="186412"/>
                    <a:pt x="164861" y="210671"/>
                    <a:pt x="134828" y="210671"/>
                  </a:cubicBezTo>
                  <a:close/>
                </a:path>
              </a:pathLst>
            </a:custGeom>
            <a:solidFill>
              <a:srgbClr val="00A3E0"/>
            </a:solidFill>
            <a:ln w="6390" cap="flat">
              <a:noFill/>
              <a:prstDash val="solid"/>
              <a:miter/>
            </a:ln>
          </p:spPr>
          <p:txBody>
            <a:bodyPr rtlCol="0" anchor="ctr"/>
            <a:lstStyle/>
            <a:p>
              <a:endParaRPr lang="en-US"/>
            </a:p>
          </p:txBody>
        </p:sp>
      </p:grpSp>
      <p:grpSp>
        <p:nvGrpSpPr>
          <p:cNvPr id="1121" name="Graphic 4">
            <a:extLst>
              <a:ext uri="{FF2B5EF4-FFF2-40B4-BE49-F238E27FC236}">
                <a16:creationId xmlns:a16="http://schemas.microsoft.com/office/drawing/2014/main" id="{9358AAF5-2CA8-1743-A4EA-E64C16C86270}"/>
              </a:ext>
            </a:extLst>
          </p:cNvPr>
          <p:cNvGrpSpPr/>
          <p:nvPr/>
        </p:nvGrpSpPr>
        <p:grpSpPr>
          <a:xfrm>
            <a:off x="9887149" y="1893013"/>
            <a:ext cx="361670" cy="361333"/>
            <a:chOff x="9887149" y="1893013"/>
            <a:chExt cx="361670" cy="361333"/>
          </a:xfrm>
          <a:solidFill>
            <a:srgbClr val="00A3E0"/>
          </a:solidFill>
        </p:grpSpPr>
        <p:sp>
          <p:nvSpPr>
            <p:cNvPr id="1122" name="Graphic 4">
              <a:extLst>
                <a:ext uri="{FF2B5EF4-FFF2-40B4-BE49-F238E27FC236}">
                  <a16:creationId xmlns:a16="http://schemas.microsoft.com/office/drawing/2014/main" id="{4F0EF4E6-5E73-6745-B826-200FF5C808AF}"/>
                </a:ext>
              </a:extLst>
            </p:cNvPr>
            <p:cNvSpPr/>
            <p:nvPr/>
          </p:nvSpPr>
          <p:spPr>
            <a:xfrm>
              <a:off x="9887149"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1123" name="Graphic 4">
              <a:extLst>
                <a:ext uri="{FF2B5EF4-FFF2-40B4-BE49-F238E27FC236}">
                  <a16:creationId xmlns:a16="http://schemas.microsoft.com/office/drawing/2014/main" id="{FCBB197D-B77B-4C4E-9869-2736C9484097}"/>
                </a:ext>
              </a:extLst>
            </p:cNvPr>
            <p:cNvSpPr/>
            <p:nvPr/>
          </p:nvSpPr>
          <p:spPr>
            <a:xfrm>
              <a:off x="9950315" y="1992508"/>
              <a:ext cx="243791" cy="161609"/>
            </a:xfrm>
            <a:custGeom>
              <a:avLst/>
              <a:gdLst>
                <a:gd name="connsiteX0" fmla="*/ 241635 w 243791"/>
                <a:gd name="connsiteY0" fmla="*/ 71596 h 161609"/>
                <a:gd name="connsiteX1" fmla="*/ 206490 w 243791"/>
                <a:gd name="connsiteY1" fmla="*/ 37760 h 161609"/>
                <a:gd name="connsiteX2" fmla="*/ 197544 w 243791"/>
                <a:gd name="connsiteY2" fmla="*/ 37760 h 161609"/>
                <a:gd name="connsiteX3" fmla="*/ 197544 w 243791"/>
                <a:gd name="connsiteY3" fmla="*/ 46698 h 161609"/>
                <a:gd name="connsiteX4" fmla="*/ 221187 w 243791"/>
                <a:gd name="connsiteY4" fmla="*/ 69680 h 161609"/>
                <a:gd name="connsiteX5" fmla="*/ 185403 w 243791"/>
                <a:gd name="connsiteY5" fmla="*/ 69680 h 161609"/>
                <a:gd name="connsiteX6" fmla="*/ 185403 w 243791"/>
                <a:gd name="connsiteY6" fmla="*/ 52444 h 161609"/>
                <a:gd name="connsiteX7" fmla="*/ 179013 w 243791"/>
                <a:gd name="connsiteY7" fmla="*/ 46060 h 161609"/>
                <a:gd name="connsiteX8" fmla="*/ 172623 w 243791"/>
                <a:gd name="connsiteY8" fmla="*/ 52444 h 161609"/>
                <a:gd name="connsiteX9" fmla="*/ 172623 w 243791"/>
                <a:gd name="connsiteY9" fmla="*/ 69680 h 161609"/>
                <a:gd name="connsiteX10" fmla="*/ 161122 w 243791"/>
                <a:gd name="connsiteY10" fmla="*/ 69680 h 161609"/>
                <a:gd name="connsiteX11" fmla="*/ 136840 w 243791"/>
                <a:gd name="connsiteY11" fmla="*/ 22439 h 161609"/>
                <a:gd name="connsiteX12" fmla="*/ 22459 w 243791"/>
                <a:gd name="connsiteY12" fmla="*/ 24992 h 161609"/>
                <a:gd name="connsiteX13" fmla="*/ 25016 w 243791"/>
                <a:gd name="connsiteY13" fmla="*/ 139266 h 161609"/>
                <a:gd name="connsiteX14" fmla="*/ 81247 w 243791"/>
                <a:gd name="connsiteY14" fmla="*/ 161610 h 161609"/>
                <a:gd name="connsiteX15" fmla="*/ 140034 w 243791"/>
                <a:gd name="connsiteY15" fmla="*/ 136712 h 161609"/>
                <a:gd name="connsiteX16" fmla="*/ 162399 w 243791"/>
                <a:gd name="connsiteY16" fmla="*/ 81810 h 161609"/>
                <a:gd name="connsiteX17" fmla="*/ 173263 w 243791"/>
                <a:gd name="connsiteY17" fmla="*/ 81810 h 161609"/>
                <a:gd name="connsiteX18" fmla="*/ 173263 w 243791"/>
                <a:gd name="connsiteY18" fmla="*/ 100324 h 161609"/>
                <a:gd name="connsiteX19" fmla="*/ 179653 w 243791"/>
                <a:gd name="connsiteY19" fmla="*/ 106708 h 161609"/>
                <a:gd name="connsiteX20" fmla="*/ 186042 w 243791"/>
                <a:gd name="connsiteY20" fmla="*/ 100324 h 161609"/>
                <a:gd name="connsiteX21" fmla="*/ 186042 w 243791"/>
                <a:gd name="connsiteY21" fmla="*/ 81810 h 161609"/>
                <a:gd name="connsiteX22" fmla="*/ 223104 w 243791"/>
                <a:gd name="connsiteY22" fmla="*/ 81810 h 161609"/>
                <a:gd name="connsiteX23" fmla="*/ 198822 w 243791"/>
                <a:gd name="connsiteY23" fmla="*/ 106708 h 161609"/>
                <a:gd name="connsiteX24" fmla="*/ 198822 w 243791"/>
                <a:gd name="connsiteY24" fmla="*/ 115645 h 161609"/>
                <a:gd name="connsiteX25" fmla="*/ 203295 w 243791"/>
                <a:gd name="connsiteY25" fmla="*/ 117560 h 161609"/>
                <a:gd name="connsiteX26" fmla="*/ 207768 w 243791"/>
                <a:gd name="connsiteY26" fmla="*/ 115645 h 161609"/>
                <a:gd name="connsiteX27" fmla="*/ 241635 w 243791"/>
                <a:gd name="connsiteY27" fmla="*/ 79895 h 161609"/>
                <a:gd name="connsiteX28" fmla="*/ 243552 w 243791"/>
                <a:gd name="connsiteY28" fmla="*/ 75426 h 161609"/>
                <a:gd name="connsiteX29" fmla="*/ 241635 w 243791"/>
                <a:gd name="connsiteY29" fmla="*/ 71596 h 161609"/>
                <a:gd name="connsiteX30" fmla="*/ 130450 w 243791"/>
                <a:gd name="connsiteY30" fmla="*/ 128413 h 161609"/>
                <a:gd name="connsiteX31" fmla="*/ 33962 w 243791"/>
                <a:gd name="connsiteY31" fmla="*/ 130328 h 161609"/>
                <a:gd name="connsiteX32" fmla="*/ 32044 w 243791"/>
                <a:gd name="connsiteY32" fmla="*/ 33930 h 161609"/>
                <a:gd name="connsiteX33" fmla="*/ 81247 w 243791"/>
                <a:gd name="connsiteY33" fmla="*/ 12863 h 161609"/>
                <a:gd name="connsiteX34" fmla="*/ 128533 w 243791"/>
                <a:gd name="connsiteY34" fmla="*/ 32015 h 161609"/>
                <a:gd name="connsiteX35" fmla="*/ 130450 w 243791"/>
                <a:gd name="connsiteY35" fmla="*/ 128413 h 1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43791" h="161609">
                  <a:moveTo>
                    <a:pt x="241635" y="71596"/>
                  </a:moveTo>
                  <a:lnTo>
                    <a:pt x="206490" y="37760"/>
                  </a:lnTo>
                  <a:cubicBezTo>
                    <a:pt x="203934" y="35207"/>
                    <a:pt x="200100" y="35207"/>
                    <a:pt x="197544" y="37760"/>
                  </a:cubicBezTo>
                  <a:cubicBezTo>
                    <a:pt x="194988" y="40314"/>
                    <a:pt x="194988" y="44144"/>
                    <a:pt x="197544" y="46698"/>
                  </a:cubicBezTo>
                  <a:lnTo>
                    <a:pt x="221187" y="69680"/>
                  </a:lnTo>
                  <a:lnTo>
                    <a:pt x="185403" y="69680"/>
                  </a:lnTo>
                  <a:lnTo>
                    <a:pt x="185403" y="52444"/>
                  </a:lnTo>
                  <a:cubicBezTo>
                    <a:pt x="185403" y="48613"/>
                    <a:pt x="182848" y="46060"/>
                    <a:pt x="179013" y="46060"/>
                  </a:cubicBezTo>
                  <a:cubicBezTo>
                    <a:pt x="175179" y="46060"/>
                    <a:pt x="172623" y="48613"/>
                    <a:pt x="172623" y="52444"/>
                  </a:cubicBezTo>
                  <a:lnTo>
                    <a:pt x="172623" y="69680"/>
                  </a:lnTo>
                  <a:lnTo>
                    <a:pt x="161122" y="69680"/>
                  </a:lnTo>
                  <a:cubicBezTo>
                    <a:pt x="158565" y="52444"/>
                    <a:pt x="150898" y="35845"/>
                    <a:pt x="136840" y="22439"/>
                  </a:cubicBezTo>
                  <a:cubicBezTo>
                    <a:pt x="104890" y="-8204"/>
                    <a:pt x="53131" y="-7566"/>
                    <a:pt x="22459" y="24992"/>
                  </a:cubicBezTo>
                  <a:cubicBezTo>
                    <a:pt x="-8212" y="56912"/>
                    <a:pt x="-7573" y="108623"/>
                    <a:pt x="25016" y="139266"/>
                  </a:cubicBezTo>
                  <a:cubicBezTo>
                    <a:pt x="40990" y="154587"/>
                    <a:pt x="60799" y="161610"/>
                    <a:pt x="81247" y="161610"/>
                  </a:cubicBezTo>
                  <a:cubicBezTo>
                    <a:pt x="102334" y="161610"/>
                    <a:pt x="124060" y="153311"/>
                    <a:pt x="140034" y="136712"/>
                  </a:cubicBezTo>
                  <a:cubicBezTo>
                    <a:pt x="154732" y="121391"/>
                    <a:pt x="162399" y="101600"/>
                    <a:pt x="162399" y="81810"/>
                  </a:cubicBezTo>
                  <a:lnTo>
                    <a:pt x="173263" y="81810"/>
                  </a:lnTo>
                  <a:lnTo>
                    <a:pt x="173263" y="100324"/>
                  </a:lnTo>
                  <a:cubicBezTo>
                    <a:pt x="173263" y="104154"/>
                    <a:pt x="175818" y="106708"/>
                    <a:pt x="179653" y="106708"/>
                  </a:cubicBezTo>
                  <a:cubicBezTo>
                    <a:pt x="183486" y="106708"/>
                    <a:pt x="186042" y="104154"/>
                    <a:pt x="186042" y="100324"/>
                  </a:cubicBezTo>
                  <a:lnTo>
                    <a:pt x="186042" y="81810"/>
                  </a:lnTo>
                  <a:lnTo>
                    <a:pt x="223104" y="81810"/>
                  </a:lnTo>
                  <a:lnTo>
                    <a:pt x="198822" y="106708"/>
                  </a:lnTo>
                  <a:cubicBezTo>
                    <a:pt x="196266" y="109261"/>
                    <a:pt x="196266" y="113091"/>
                    <a:pt x="198822" y="115645"/>
                  </a:cubicBezTo>
                  <a:cubicBezTo>
                    <a:pt x="200100" y="116922"/>
                    <a:pt x="201378" y="117560"/>
                    <a:pt x="203295" y="117560"/>
                  </a:cubicBezTo>
                  <a:cubicBezTo>
                    <a:pt x="205212" y="117560"/>
                    <a:pt x="206490" y="116922"/>
                    <a:pt x="207768" y="115645"/>
                  </a:cubicBezTo>
                  <a:lnTo>
                    <a:pt x="241635" y="79895"/>
                  </a:lnTo>
                  <a:cubicBezTo>
                    <a:pt x="242912" y="78618"/>
                    <a:pt x="243552" y="76703"/>
                    <a:pt x="243552" y="75426"/>
                  </a:cubicBezTo>
                  <a:cubicBezTo>
                    <a:pt x="244191" y="74788"/>
                    <a:pt x="243552" y="72872"/>
                    <a:pt x="241635" y="71596"/>
                  </a:cubicBezTo>
                  <a:close/>
                  <a:moveTo>
                    <a:pt x="130450" y="128413"/>
                  </a:moveTo>
                  <a:cubicBezTo>
                    <a:pt x="104251" y="155864"/>
                    <a:pt x="60799" y="156502"/>
                    <a:pt x="33962" y="130328"/>
                  </a:cubicBezTo>
                  <a:cubicBezTo>
                    <a:pt x="6485" y="104154"/>
                    <a:pt x="5846" y="60743"/>
                    <a:pt x="32044" y="33930"/>
                  </a:cubicBezTo>
                  <a:cubicBezTo>
                    <a:pt x="45464" y="19885"/>
                    <a:pt x="63355" y="12863"/>
                    <a:pt x="81247" y="12863"/>
                  </a:cubicBezTo>
                  <a:cubicBezTo>
                    <a:pt x="98500" y="12863"/>
                    <a:pt x="115114" y="19247"/>
                    <a:pt x="128533" y="32015"/>
                  </a:cubicBezTo>
                  <a:cubicBezTo>
                    <a:pt x="155370" y="58189"/>
                    <a:pt x="156009" y="101600"/>
                    <a:pt x="130450" y="128413"/>
                  </a:cubicBezTo>
                  <a:close/>
                </a:path>
              </a:pathLst>
            </a:custGeom>
            <a:solidFill>
              <a:srgbClr val="00A3E0"/>
            </a:solidFill>
            <a:ln w="6390" cap="flat">
              <a:noFill/>
              <a:prstDash val="solid"/>
              <a:miter/>
            </a:ln>
          </p:spPr>
          <p:txBody>
            <a:bodyPr rtlCol="0" anchor="ctr"/>
            <a:lstStyle/>
            <a:p>
              <a:endParaRPr lang="en-US"/>
            </a:p>
          </p:txBody>
        </p:sp>
      </p:grpSp>
      <p:grpSp>
        <p:nvGrpSpPr>
          <p:cNvPr id="1124" name="Graphic 4">
            <a:extLst>
              <a:ext uri="{FF2B5EF4-FFF2-40B4-BE49-F238E27FC236}">
                <a16:creationId xmlns:a16="http://schemas.microsoft.com/office/drawing/2014/main" id="{D5E5F3EF-7E87-C541-B058-7C26EB97D58F}"/>
              </a:ext>
            </a:extLst>
          </p:cNvPr>
          <p:cNvGrpSpPr/>
          <p:nvPr/>
        </p:nvGrpSpPr>
        <p:grpSpPr>
          <a:xfrm>
            <a:off x="10934460" y="1893013"/>
            <a:ext cx="361671" cy="361333"/>
            <a:chOff x="10934460" y="1893013"/>
            <a:chExt cx="361671" cy="361333"/>
          </a:xfrm>
          <a:solidFill>
            <a:srgbClr val="00A3E0"/>
          </a:solidFill>
        </p:grpSpPr>
        <p:sp>
          <p:nvSpPr>
            <p:cNvPr id="1125" name="Graphic 4">
              <a:extLst>
                <a:ext uri="{FF2B5EF4-FFF2-40B4-BE49-F238E27FC236}">
                  <a16:creationId xmlns:a16="http://schemas.microsoft.com/office/drawing/2014/main" id="{2CC926B8-B26D-7844-A0B6-EC6F18B04620}"/>
                </a:ext>
              </a:extLst>
            </p:cNvPr>
            <p:cNvSpPr/>
            <p:nvPr/>
          </p:nvSpPr>
          <p:spPr>
            <a:xfrm>
              <a:off x="10934460" y="1893013"/>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180836 w 361671"/>
                <a:gd name="connsiteY5" fmla="*/ 349204 h 361333"/>
                <a:gd name="connsiteX6" fmla="*/ 12780 w 361671"/>
                <a:gd name="connsiteY6" fmla="*/ 181305 h 361333"/>
                <a:gd name="connsiteX7" fmla="*/ 180836 w 361671"/>
                <a:gd name="connsiteY7" fmla="*/ 13406 h 361333"/>
                <a:gd name="connsiteX8" fmla="*/ 348891 w 361671"/>
                <a:gd name="connsiteY8" fmla="*/ 181305 h 361333"/>
                <a:gd name="connsiteX9" fmla="*/ 180836 w 361671"/>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1" h="361333">
                  <a:moveTo>
                    <a:pt x="180836" y="0"/>
                  </a:moveTo>
                  <a:cubicBezTo>
                    <a:pt x="80514" y="0"/>
                    <a:pt x="0" y="81077"/>
                    <a:pt x="0" y="180667"/>
                  </a:cubicBezTo>
                  <a:cubicBezTo>
                    <a:pt x="0" y="280895"/>
                    <a:pt x="81153" y="361333"/>
                    <a:pt x="180836" y="361333"/>
                  </a:cubicBezTo>
                  <a:cubicBezTo>
                    <a:pt x="280518" y="361333"/>
                    <a:pt x="361671" y="280257"/>
                    <a:pt x="361671" y="180667"/>
                  </a:cubicBezTo>
                  <a:cubicBezTo>
                    <a:pt x="361671"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8891" y="273873"/>
                    <a:pt x="273490"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1126" name="Graphic 4">
              <a:extLst>
                <a:ext uri="{FF2B5EF4-FFF2-40B4-BE49-F238E27FC236}">
                  <a16:creationId xmlns:a16="http://schemas.microsoft.com/office/drawing/2014/main" id="{5C3C5897-C235-F243-A10F-A82A8E424A90}"/>
                </a:ext>
              </a:extLst>
            </p:cNvPr>
            <p:cNvSpPr/>
            <p:nvPr/>
          </p:nvSpPr>
          <p:spPr>
            <a:xfrm>
              <a:off x="11016251" y="1973451"/>
              <a:ext cx="198726" cy="238760"/>
            </a:xfrm>
            <a:custGeom>
              <a:avLst/>
              <a:gdLst>
                <a:gd name="connsiteX0" fmla="*/ 196810 w 198726"/>
                <a:gd name="connsiteY0" fmla="*/ 2554 h 238760"/>
                <a:gd name="connsiteX1" fmla="*/ 192337 w 198726"/>
                <a:gd name="connsiteY1" fmla="*/ 638 h 238760"/>
                <a:gd name="connsiteX2" fmla="*/ 146969 w 198726"/>
                <a:gd name="connsiteY2" fmla="*/ 638 h 238760"/>
                <a:gd name="connsiteX3" fmla="*/ 140579 w 198726"/>
                <a:gd name="connsiteY3" fmla="*/ 7022 h 238760"/>
                <a:gd name="connsiteX4" fmla="*/ 146969 w 198726"/>
                <a:gd name="connsiteY4" fmla="*/ 13406 h 238760"/>
                <a:gd name="connsiteX5" fmla="*/ 176362 w 198726"/>
                <a:gd name="connsiteY5" fmla="*/ 13406 h 238760"/>
                <a:gd name="connsiteX6" fmla="*/ 147607 w 198726"/>
                <a:gd name="connsiteY6" fmla="*/ 40857 h 238760"/>
                <a:gd name="connsiteX7" fmla="*/ 100322 w 198726"/>
                <a:gd name="connsiteY7" fmla="*/ 24259 h 238760"/>
                <a:gd name="connsiteX8" fmla="*/ 51758 w 198726"/>
                <a:gd name="connsiteY8" fmla="*/ 41496 h 238760"/>
                <a:gd name="connsiteX9" fmla="*/ 22365 w 198726"/>
                <a:gd name="connsiteY9" fmla="*/ 12768 h 238760"/>
                <a:gd name="connsiteX10" fmla="*/ 51758 w 198726"/>
                <a:gd name="connsiteY10" fmla="*/ 12768 h 238760"/>
                <a:gd name="connsiteX11" fmla="*/ 58148 w 198726"/>
                <a:gd name="connsiteY11" fmla="*/ 6384 h 238760"/>
                <a:gd name="connsiteX12" fmla="*/ 51758 w 198726"/>
                <a:gd name="connsiteY12" fmla="*/ 0 h 238760"/>
                <a:gd name="connsiteX13" fmla="*/ 6390 w 198726"/>
                <a:gd name="connsiteY13" fmla="*/ 0 h 238760"/>
                <a:gd name="connsiteX14" fmla="*/ 1917 w 198726"/>
                <a:gd name="connsiteY14" fmla="*/ 1915 h 238760"/>
                <a:gd name="connsiteX15" fmla="*/ 0 w 198726"/>
                <a:gd name="connsiteY15" fmla="*/ 6384 h 238760"/>
                <a:gd name="connsiteX16" fmla="*/ 0 w 198726"/>
                <a:gd name="connsiteY16" fmla="*/ 52349 h 238760"/>
                <a:gd name="connsiteX17" fmla="*/ 6390 w 198726"/>
                <a:gd name="connsiteY17" fmla="*/ 58733 h 238760"/>
                <a:gd name="connsiteX18" fmla="*/ 12780 w 198726"/>
                <a:gd name="connsiteY18" fmla="*/ 52349 h 238760"/>
                <a:gd name="connsiteX19" fmla="*/ 12780 w 198726"/>
                <a:gd name="connsiteY19" fmla="*/ 21067 h 238760"/>
                <a:gd name="connsiteX20" fmla="*/ 42812 w 198726"/>
                <a:gd name="connsiteY20" fmla="*/ 49795 h 238760"/>
                <a:gd name="connsiteX21" fmla="*/ 24282 w 198726"/>
                <a:gd name="connsiteY21" fmla="*/ 98952 h 238760"/>
                <a:gd name="connsiteX22" fmla="*/ 93932 w 198726"/>
                <a:gd name="connsiteY22" fmla="*/ 174283 h 238760"/>
                <a:gd name="connsiteX23" fmla="*/ 93932 w 198726"/>
                <a:gd name="connsiteY23" fmla="*/ 199180 h 238760"/>
                <a:gd name="connsiteX24" fmla="*/ 74762 w 198726"/>
                <a:gd name="connsiteY24" fmla="*/ 199180 h 238760"/>
                <a:gd name="connsiteX25" fmla="*/ 68372 w 198726"/>
                <a:gd name="connsiteY25" fmla="*/ 205564 h 238760"/>
                <a:gd name="connsiteX26" fmla="*/ 74762 w 198726"/>
                <a:gd name="connsiteY26" fmla="*/ 211948 h 238760"/>
                <a:gd name="connsiteX27" fmla="*/ 93932 w 198726"/>
                <a:gd name="connsiteY27" fmla="*/ 211948 h 238760"/>
                <a:gd name="connsiteX28" fmla="*/ 93932 w 198726"/>
                <a:gd name="connsiteY28" fmla="*/ 232377 h 238760"/>
                <a:gd name="connsiteX29" fmla="*/ 100322 w 198726"/>
                <a:gd name="connsiteY29" fmla="*/ 238761 h 238760"/>
                <a:gd name="connsiteX30" fmla="*/ 106712 w 198726"/>
                <a:gd name="connsiteY30" fmla="*/ 232377 h 238760"/>
                <a:gd name="connsiteX31" fmla="*/ 106712 w 198726"/>
                <a:gd name="connsiteY31" fmla="*/ 211948 h 238760"/>
                <a:gd name="connsiteX32" fmla="*/ 125881 w 198726"/>
                <a:gd name="connsiteY32" fmla="*/ 211948 h 238760"/>
                <a:gd name="connsiteX33" fmla="*/ 132271 w 198726"/>
                <a:gd name="connsiteY33" fmla="*/ 205564 h 238760"/>
                <a:gd name="connsiteX34" fmla="*/ 125881 w 198726"/>
                <a:gd name="connsiteY34" fmla="*/ 199180 h 238760"/>
                <a:gd name="connsiteX35" fmla="*/ 106712 w 198726"/>
                <a:gd name="connsiteY35" fmla="*/ 199180 h 238760"/>
                <a:gd name="connsiteX36" fmla="*/ 106712 w 198726"/>
                <a:gd name="connsiteY36" fmla="*/ 175560 h 238760"/>
                <a:gd name="connsiteX37" fmla="*/ 175723 w 198726"/>
                <a:gd name="connsiteY37" fmla="*/ 100229 h 238760"/>
                <a:gd name="connsiteX38" fmla="*/ 156553 w 198726"/>
                <a:gd name="connsiteY38" fmla="*/ 49795 h 238760"/>
                <a:gd name="connsiteX39" fmla="*/ 185947 w 198726"/>
                <a:gd name="connsiteY39" fmla="*/ 21706 h 238760"/>
                <a:gd name="connsiteX40" fmla="*/ 185947 w 198726"/>
                <a:gd name="connsiteY40" fmla="*/ 52987 h 238760"/>
                <a:gd name="connsiteX41" fmla="*/ 192337 w 198726"/>
                <a:gd name="connsiteY41" fmla="*/ 59371 h 238760"/>
                <a:gd name="connsiteX42" fmla="*/ 198727 w 198726"/>
                <a:gd name="connsiteY42" fmla="*/ 52987 h 238760"/>
                <a:gd name="connsiteX43" fmla="*/ 198727 w 198726"/>
                <a:gd name="connsiteY43" fmla="*/ 7022 h 238760"/>
                <a:gd name="connsiteX44" fmla="*/ 196810 w 198726"/>
                <a:gd name="connsiteY44" fmla="*/ 2554 h 238760"/>
                <a:gd name="connsiteX45" fmla="*/ 99683 w 198726"/>
                <a:gd name="connsiteY45" fmla="*/ 162792 h 238760"/>
                <a:gd name="connsiteX46" fmla="*/ 36422 w 198726"/>
                <a:gd name="connsiteY46" fmla="*/ 99590 h 238760"/>
                <a:gd name="connsiteX47" fmla="*/ 99683 w 198726"/>
                <a:gd name="connsiteY47" fmla="*/ 36389 h 238760"/>
                <a:gd name="connsiteX48" fmla="*/ 162943 w 198726"/>
                <a:gd name="connsiteY48" fmla="*/ 99590 h 238760"/>
                <a:gd name="connsiteX49" fmla="*/ 99683 w 198726"/>
                <a:gd name="connsiteY49" fmla="*/ 162792 h 238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98726" h="238760">
                  <a:moveTo>
                    <a:pt x="196810" y="2554"/>
                  </a:moveTo>
                  <a:cubicBezTo>
                    <a:pt x="195532" y="1277"/>
                    <a:pt x="194254" y="638"/>
                    <a:pt x="192337" y="638"/>
                  </a:cubicBezTo>
                  <a:lnTo>
                    <a:pt x="146969" y="638"/>
                  </a:lnTo>
                  <a:cubicBezTo>
                    <a:pt x="143135" y="638"/>
                    <a:pt x="140579" y="3192"/>
                    <a:pt x="140579" y="7022"/>
                  </a:cubicBezTo>
                  <a:cubicBezTo>
                    <a:pt x="140579" y="10853"/>
                    <a:pt x="143135" y="13406"/>
                    <a:pt x="146969" y="13406"/>
                  </a:cubicBezTo>
                  <a:lnTo>
                    <a:pt x="176362" y="13406"/>
                  </a:lnTo>
                  <a:lnTo>
                    <a:pt x="147607" y="40857"/>
                  </a:lnTo>
                  <a:cubicBezTo>
                    <a:pt x="134828" y="30643"/>
                    <a:pt x="118214" y="24259"/>
                    <a:pt x="100322" y="24259"/>
                  </a:cubicBezTo>
                  <a:cubicBezTo>
                    <a:pt x="81792" y="24259"/>
                    <a:pt x="65177" y="30643"/>
                    <a:pt x="51758" y="41496"/>
                  </a:cubicBezTo>
                  <a:lnTo>
                    <a:pt x="22365" y="12768"/>
                  </a:lnTo>
                  <a:lnTo>
                    <a:pt x="51758" y="12768"/>
                  </a:lnTo>
                  <a:cubicBezTo>
                    <a:pt x="55592" y="12768"/>
                    <a:pt x="58148" y="10214"/>
                    <a:pt x="58148" y="6384"/>
                  </a:cubicBezTo>
                  <a:cubicBezTo>
                    <a:pt x="58148" y="2554"/>
                    <a:pt x="55592" y="0"/>
                    <a:pt x="51758" y="0"/>
                  </a:cubicBezTo>
                  <a:lnTo>
                    <a:pt x="6390" y="0"/>
                  </a:lnTo>
                  <a:cubicBezTo>
                    <a:pt x="4473" y="0"/>
                    <a:pt x="2556" y="638"/>
                    <a:pt x="1917" y="1915"/>
                  </a:cubicBezTo>
                  <a:cubicBezTo>
                    <a:pt x="639" y="3192"/>
                    <a:pt x="0" y="4469"/>
                    <a:pt x="0" y="6384"/>
                  </a:cubicBezTo>
                  <a:lnTo>
                    <a:pt x="0" y="52349"/>
                  </a:lnTo>
                  <a:cubicBezTo>
                    <a:pt x="0" y="56179"/>
                    <a:pt x="2556" y="58733"/>
                    <a:pt x="6390" y="58733"/>
                  </a:cubicBezTo>
                  <a:cubicBezTo>
                    <a:pt x="10224" y="58733"/>
                    <a:pt x="12780" y="56179"/>
                    <a:pt x="12780" y="52349"/>
                  </a:cubicBezTo>
                  <a:lnTo>
                    <a:pt x="12780" y="21067"/>
                  </a:lnTo>
                  <a:lnTo>
                    <a:pt x="42812" y="49795"/>
                  </a:lnTo>
                  <a:cubicBezTo>
                    <a:pt x="31311" y="63201"/>
                    <a:pt x="24282" y="80438"/>
                    <a:pt x="24282" y="98952"/>
                  </a:cubicBezTo>
                  <a:cubicBezTo>
                    <a:pt x="24282" y="138533"/>
                    <a:pt x="54953" y="171091"/>
                    <a:pt x="93932" y="174283"/>
                  </a:cubicBezTo>
                  <a:lnTo>
                    <a:pt x="93932" y="199180"/>
                  </a:lnTo>
                  <a:lnTo>
                    <a:pt x="74762" y="199180"/>
                  </a:lnTo>
                  <a:cubicBezTo>
                    <a:pt x="70928" y="199180"/>
                    <a:pt x="68372" y="201734"/>
                    <a:pt x="68372" y="205564"/>
                  </a:cubicBezTo>
                  <a:cubicBezTo>
                    <a:pt x="68372" y="209395"/>
                    <a:pt x="70928" y="211948"/>
                    <a:pt x="74762" y="211948"/>
                  </a:cubicBezTo>
                  <a:lnTo>
                    <a:pt x="93932" y="211948"/>
                  </a:lnTo>
                  <a:lnTo>
                    <a:pt x="93932" y="232377"/>
                  </a:lnTo>
                  <a:cubicBezTo>
                    <a:pt x="93932" y="236207"/>
                    <a:pt x="96488" y="238761"/>
                    <a:pt x="100322" y="238761"/>
                  </a:cubicBezTo>
                  <a:cubicBezTo>
                    <a:pt x="104156" y="238761"/>
                    <a:pt x="106712" y="236207"/>
                    <a:pt x="106712" y="232377"/>
                  </a:cubicBezTo>
                  <a:lnTo>
                    <a:pt x="106712" y="211948"/>
                  </a:lnTo>
                  <a:lnTo>
                    <a:pt x="125881" y="211948"/>
                  </a:lnTo>
                  <a:cubicBezTo>
                    <a:pt x="129716" y="211948"/>
                    <a:pt x="132271" y="209395"/>
                    <a:pt x="132271" y="205564"/>
                  </a:cubicBezTo>
                  <a:cubicBezTo>
                    <a:pt x="132271" y="201734"/>
                    <a:pt x="129716" y="199180"/>
                    <a:pt x="125881" y="199180"/>
                  </a:cubicBezTo>
                  <a:lnTo>
                    <a:pt x="106712" y="199180"/>
                  </a:lnTo>
                  <a:lnTo>
                    <a:pt x="106712" y="175560"/>
                  </a:lnTo>
                  <a:cubicBezTo>
                    <a:pt x="145051" y="172368"/>
                    <a:pt x="175723" y="139809"/>
                    <a:pt x="175723" y="100229"/>
                  </a:cubicBezTo>
                  <a:cubicBezTo>
                    <a:pt x="175723" y="81077"/>
                    <a:pt x="168695" y="63201"/>
                    <a:pt x="156553" y="49795"/>
                  </a:cubicBezTo>
                  <a:lnTo>
                    <a:pt x="185947" y="21706"/>
                  </a:lnTo>
                  <a:lnTo>
                    <a:pt x="185947" y="52987"/>
                  </a:lnTo>
                  <a:cubicBezTo>
                    <a:pt x="185947" y="56817"/>
                    <a:pt x="188503" y="59371"/>
                    <a:pt x="192337" y="59371"/>
                  </a:cubicBezTo>
                  <a:cubicBezTo>
                    <a:pt x="196171" y="59371"/>
                    <a:pt x="198727" y="56817"/>
                    <a:pt x="198727" y="52987"/>
                  </a:cubicBezTo>
                  <a:lnTo>
                    <a:pt x="198727" y="7022"/>
                  </a:lnTo>
                  <a:cubicBezTo>
                    <a:pt x="198727" y="5107"/>
                    <a:pt x="198088" y="3830"/>
                    <a:pt x="196810" y="2554"/>
                  </a:cubicBezTo>
                  <a:close/>
                  <a:moveTo>
                    <a:pt x="99683" y="162792"/>
                  </a:moveTo>
                  <a:cubicBezTo>
                    <a:pt x="65177" y="162792"/>
                    <a:pt x="36422" y="134702"/>
                    <a:pt x="36422" y="99590"/>
                  </a:cubicBezTo>
                  <a:cubicBezTo>
                    <a:pt x="36422" y="64478"/>
                    <a:pt x="64538" y="36389"/>
                    <a:pt x="99683" y="36389"/>
                  </a:cubicBezTo>
                  <a:cubicBezTo>
                    <a:pt x="134828" y="36389"/>
                    <a:pt x="162943" y="64478"/>
                    <a:pt x="162943" y="99590"/>
                  </a:cubicBezTo>
                  <a:cubicBezTo>
                    <a:pt x="162943" y="134702"/>
                    <a:pt x="134828" y="162792"/>
                    <a:pt x="99683" y="162792"/>
                  </a:cubicBezTo>
                  <a:close/>
                </a:path>
              </a:pathLst>
            </a:custGeom>
            <a:solidFill>
              <a:srgbClr val="00A3E0"/>
            </a:solidFill>
            <a:ln w="6390" cap="flat">
              <a:noFill/>
              <a:prstDash val="solid"/>
              <a:miter/>
            </a:ln>
          </p:spPr>
          <p:txBody>
            <a:bodyPr rtlCol="0" anchor="ctr"/>
            <a:lstStyle/>
            <a:p>
              <a:endParaRPr lang="en-US"/>
            </a:p>
          </p:txBody>
        </p:sp>
      </p:grpSp>
      <p:grpSp>
        <p:nvGrpSpPr>
          <p:cNvPr id="1127" name="Graphic 4">
            <a:extLst>
              <a:ext uri="{FF2B5EF4-FFF2-40B4-BE49-F238E27FC236}">
                <a16:creationId xmlns:a16="http://schemas.microsoft.com/office/drawing/2014/main" id="{7DC4A720-5053-A149-89D9-90AA9AC470BB}"/>
              </a:ext>
            </a:extLst>
          </p:cNvPr>
          <p:cNvGrpSpPr/>
          <p:nvPr/>
        </p:nvGrpSpPr>
        <p:grpSpPr>
          <a:xfrm>
            <a:off x="8841116" y="2855717"/>
            <a:ext cx="361674" cy="361333"/>
            <a:chOff x="8841116" y="2855717"/>
            <a:chExt cx="361674" cy="361333"/>
          </a:xfrm>
          <a:solidFill>
            <a:srgbClr val="00A3E0"/>
          </a:solidFill>
        </p:grpSpPr>
        <p:sp>
          <p:nvSpPr>
            <p:cNvPr id="1128" name="Graphic 4">
              <a:extLst>
                <a:ext uri="{FF2B5EF4-FFF2-40B4-BE49-F238E27FC236}">
                  <a16:creationId xmlns:a16="http://schemas.microsoft.com/office/drawing/2014/main" id="{EE2C62A1-95AA-9C49-B44E-5F9EE4785136}"/>
                </a:ext>
              </a:extLst>
            </p:cNvPr>
            <p:cNvSpPr/>
            <p:nvPr/>
          </p:nvSpPr>
          <p:spPr>
            <a:xfrm>
              <a:off x="8841116" y="2855717"/>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0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6"/>
                    <a:pt x="0" y="180667"/>
                  </a:cubicBezTo>
                  <a:cubicBezTo>
                    <a:pt x="0" y="280895"/>
                    <a:pt x="81153" y="361333"/>
                    <a:pt x="180836" y="361333"/>
                  </a:cubicBezTo>
                  <a:cubicBezTo>
                    <a:pt x="280518" y="361333"/>
                    <a:pt x="361670" y="280257"/>
                    <a:pt x="361670" y="180667"/>
                  </a:cubicBezTo>
                  <a:cubicBezTo>
                    <a:pt x="362310" y="80438"/>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9530" y="273234"/>
                    <a:pt x="274128"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1129" name="Graphic 4">
              <a:extLst>
                <a:ext uri="{FF2B5EF4-FFF2-40B4-BE49-F238E27FC236}">
                  <a16:creationId xmlns:a16="http://schemas.microsoft.com/office/drawing/2014/main" id="{143875DE-21ED-D846-9DD7-B2C1A00244BB}"/>
                </a:ext>
              </a:extLst>
            </p:cNvPr>
            <p:cNvSpPr/>
            <p:nvPr/>
          </p:nvSpPr>
          <p:spPr>
            <a:xfrm>
              <a:off x="8929298" y="2941901"/>
              <a:ext cx="189141" cy="221524"/>
            </a:xfrm>
            <a:custGeom>
              <a:avLst/>
              <a:gdLst>
                <a:gd name="connsiteX0" fmla="*/ 175723 w 189141"/>
                <a:gd name="connsiteY0" fmla="*/ 24259 h 221524"/>
                <a:gd name="connsiteX1" fmla="*/ 187225 w 189141"/>
                <a:gd name="connsiteY1" fmla="*/ 12768 h 221524"/>
                <a:gd name="connsiteX2" fmla="*/ 187225 w 189141"/>
                <a:gd name="connsiteY2" fmla="*/ 3830 h 221524"/>
                <a:gd name="connsiteX3" fmla="*/ 178279 w 189141"/>
                <a:gd name="connsiteY3" fmla="*/ 3830 h 221524"/>
                <a:gd name="connsiteX4" fmla="*/ 166777 w 189141"/>
                <a:gd name="connsiteY4" fmla="*/ 15322 h 221524"/>
                <a:gd name="connsiteX5" fmla="*/ 154636 w 189141"/>
                <a:gd name="connsiteY5" fmla="*/ 3192 h 221524"/>
                <a:gd name="connsiteX6" fmla="*/ 145690 w 189141"/>
                <a:gd name="connsiteY6" fmla="*/ 3192 h 221524"/>
                <a:gd name="connsiteX7" fmla="*/ 145690 w 189141"/>
                <a:gd name="connsiteY7" fmla="*/ 12130 h 221524"/>
                <a:gd name="connsiteX8" fmla="*/ 157831 w 189141"/>
                <a:gd name="connsiteY8" fmla="*/ 24259 h 221524"/>
                <a:gd name="connsiteX9" fmla="*/ 135466 w 189141"/>
                <a:gd name="connsiteY9" fmla="*/ 46603 h 221524"/>
                <a:gd name="connsiteX10" fmla="*/ 135466 w 189141"/>
                <a:gd name="connsiteY10" fmla="*/ 46603 h 221524"/>
                <a:gd name="connsiteX11" fmla="*/ 93293 w 189141"/>
                <a:gd name="connsiteY11" fmla="*/ 31920 h 221524"/>
                <a:gd name="connsiteX12" fmla="*/ 53676 w 189141"/>
                <a:gd name="connsiteY12" fmla="*/ 44688 h 221524"/>
                <a:gd name="connsiteX13" fmla="*/ 31950 w 189141"/>
                <a:gd name="connsiteY13" fmla="*/ 22982 h 221524"/>
                <a:gd name="connsiteX14" fmla="*/ 43451 w 189141"/>
                <a:gd name="connsiteY14" fmla="*/ 11491 h 221524"/>
                <a:gd name="connsiteX15" fmla="*/ 43451 w 189141"/>
                <a:gd name="connsiteY15" fmla="*/ 2554 h 221524"/>
                <a:gd name="connsiteX16" fmla="*/ 34506 w 189141"/>
                <a:gd name="connsiteY16" fmla="*/ 2554 h 221524"/>
                <a:gd name="connsiteX17" fmla="*/ 23004 w 189141"/>
                <a:gd name="connsiteY17" fmla="*/ 14045 h 221524"/>
                <a:gd name="connsiteX18" fmla="*/ 10863 w 189141"/>
                <a:gd name="connsiteY18" fmla="*/ 1915 h 221524"/>
                <a:gd name="connsiteX19" fmla="*/ 1917 w 189141"/>
                <a:gd name="connsiteY19" fmla="*/ 1915 h 221524"/>
                <a:gd name="connsiteX20" fmla="*/ 1917 w 189141"/>
                <a:gd name="connsiteY20" fmla="*/ 10853 h 221524"/>
                <a:gd name="connsiteX21" fmla="*/ 14058 w 189141"/>
                <a:gd name="connsiteY21" fmla="*/ 22982 h 221524"/>
                <a:gd name="connsiteX22" fmla="*/ 2556 w 189141"/>
                <a:gd name="connsiteY22" fmla="*/ 34474 h 221524"/>
                <a:gd name="connsiteX23" fmla="*/ 2556 w 189141"/>
                <a:gd name="connsiteY23" fmla="*/ 43411 h 221524"/>
                <a:gd name="connsiteX24" fmla="*/ 7029 w 189141"/>
                <a:gd name="connsiteY24" fmla="*/ 45326 h 221524"/>
                <a:gd name="connsiteX25" fmla="*/ 11501 w 189141"/>
                <a:gd name="connsiteY25" fmla="*/ 43411 h 221524"/>
                <a:gd name="connsiteX26" fmla="*/ 23004 w 189141"/>
                <a:gd name="connsiteY26" fmla="*/ 31920 h 221524"/>
                <a:gd name="connsiteX27" fmla="*/ 44091 w 189141"/>
                <a:gd name="connsiteY27" fmla="*/ 52987 h 221524"/>
                <a:gd name="connsiteX28" fmla="*/ 25560 w 189141"/>
                <a:gd name="connsiteY28" fmla="*/ 99590 h 221524"/>
                <a:gd name="connsiteX29" fmla="*/ 87542 w 189141"/>
                <a:gd name="connsiteY29" fmla="*/ 167260 h 221524"/>
                <a:gd name="connsiteX30" fmla="*/ 87542 w 189141"/>
                <a:gd name="connsiteY30" fmla="*/ 199819 h 221524"/>
                <a:gd name="connsiteX31" fmla="*/ 70289 w 189141"/>
                <a:gd name="connsiteY31" fmla="*/ 182582 h 221524"/>
                <a:gd name="connsiteX32" fmla="*/ 61343 w 189141"/>
                <a:gd name="connsiteY32" fmla="*/ 182582 h 221524"/>
                <a:gd name="connsiteX33" fmla="*/ 61343 w 189141"/>
                <a:gd name="connsiteY33" fmla="*/ 191520 h 221524"/>
                <a:gd name="connsiteX34" fmla="*/ 89459 w 189141"/>
                <a:gd name="connsiteY34" fmla="*/ 219609 h 221524"/>
                <a:gd name="connsiteX35" fmla="*/ 93932 w 189141"/>
                <a:gd name="connsiteY35" fmla="*/ 221524 h 221524"/>
                <a:gd name="connsiteX36" fmla="*/ 93932 w 189141"/>
                <a:gd name="connsiteY36" fmla="*/ 221524 h 221524"/>
                <a:gd name="connsiteX37" fmla="*/ 93932 w 189141"/>
                <a:gd name="connsiteY37" fmla="*/ 221524 h 221524"/>
                <a:gd name="connsiteX38" fmla="*/ 98405 w 189141"/>
                <a:gd name="connsiteY38" fmla="*/ 219609 h 221524"/>
                <a:gd name="connsiteX39" fmla="*/ 127160 w 189141"/>
                <a:gd name="connsiteY39" fmla="*/ 190881 h 221524"/>
                <a:gd name="connsiteX40" fmla="*/ 127160 w 189141"/>
                <a:gd name="connsiteY40" fmla="*/ 181944 h 221524"/>
                <a:gd name="connsiteX41" fmla="*/ 118214 w 189141"/>
                <a:gd name="connsiteY41" fmla="*/ 181944 h 221524"/>
                <a:gd name="connsiteX42" fmla="*/ 99683 w 189141"/>
                <a:gd name="connsiteY42" fmla="*/ 200457 h 221524"/>
                <a:gd name="connsiteX43" fmla="*/ 99683 w 189141"/>
                <a:gd name="connsiteY43" fmla="*/ 167260 h 221524"/>
                <a:gd name="connsiteX44" fmla="*/ 161026 w 189141"/>
                <a:gd name="connsiteY44" fmla="*/ 99590 h 221524"/>
                <a:gd name="connsiteX45" fmla="*/ 144412 w 189141"/>
                <a:gd name="connsiteY45" fmla="*/ 54902 h 221524"/>
                <a:gd name="connsiteX46" fmla="*/ 166138 w 189141"/>
                <a:gd name="connsiteY46" fmla="*/ 33197 h 221524"/>
                <a:gd name="connsiteX47" fmla="*/ 178279 w 189141"/>
                <a:gd name="connsiteY47" fmla="*/ 45326 h 221524"/>
                <a:gd name="connsiteX48" fmla="*/ 182752 w 189141"/>
                <a:gd name="connsiteY48" fmla="*/ 47241 h 221524"/>
                <a:gd name="connsiteX49" fmla="*/ 187225 w 189141"/>
                <a:gd name="connsiteY49" fmla="*/ 45326 h 221524"/>
                <a:gd name="connsiteX50" fmla="*/ 187225 w 189141"/>
                <a:gd name="connsiteY50" fmla="*/ 36389 h 221524"/>
                <a:gd name="connsiteX51" fmla="*/ 175723 w 189141"/>
                <a:gd name="connsiteY51" fmla="*/ 24259 h 221524"/>
                <a:gd name="connsiteX52" fmla="*/ 93293 w 189141"/>
                <a:gd name="connsiteY52" fmla="*/ 155131 h 221524"/>
                <a:gd name="connsiteX53" fmla="*/ 38340 w 189141"/>
                <a:gd name="connsiteY53" fmla="*/ 100228 h 221524"/>
                <a:gd name="connsiteX54" fmla="*/ 93293 w 189141"/>
                <a:gd name="connsiteY54" fmla="*/ 45326 h 221524"/>
                <a:gd name="connsiteX55" fmla="*/ 148246 w 189141"/>
                <a:gd name="connsiteY55" fmla="*/ 100228 h 221524"/>
                <a:gd name="connsiteX56" fmla="*/ 93293 w 189141"/>
                <a:gd name="connsiteY56" fmla="*/ 155131 h 221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89141" h="221524">
                  <a:moveTo>
                    <a:pt x="175723" y="24259"/>
                  </a:moveTo>
                  <a:lnTo>
                    <a:pt x="187225" y="12768"/>
                  </a:lnTo>
                  <a:cubicBezTo>
                    <a:pt x="189781" y="10214"/>
                    <a:pt x="189781" y="6384"/>
                    <a:pt x="187225" y="3830"/>
                  </a:cubicBezTo>
                  <a:cubicBezTo>
                    <a:pt x="184669" y="1277"/>
                    <a:pt x="180835" y="1277"/>
                    <a:pt x="178279" y="3830"/>
                  </a:cubicBezTo>
                  <a:lnTo>
                    <a:pt x="166777" y="15322"/>
                  </a:lnTo>
                  <a:lnTo>
                    <a:pt x="154636" y="3192"/>
                  </a:lnTo>
                  <a:cubicBezTo>
                    <a:pt x="152080" y="638"/>
                    <a:pt x="148246" y="638"/>
                    <a:pt x="145690" y="3192"/>
                  </a:cubicBezTo>
                  <a:cubicBezTo>
                    <a:pt x="143135" y="5746"/>
                    <a:pt x="143135" y="9576"/>
                    <a:pt x="145690" y="12130"/>
                  </a:cubicBezTo>
                  <a:lnTo>
                    <a:pt x="157831" y="24259"/>
                  </a:lnTo>
                  <a:lnTo>
                    <a:pt x="135466" y="46603"/>
                  </a:lnTo>
                  <a:cubicBezTo>
                    <a:pt x="135466" y="46603"/>
                    <a:pt x="135466" y="46603"/>
                    <a:pt x="135466" y="46603"/>
                  </a:cubicBezTo>
                  <a:cubicBezTo>
                    <a:pt x="123965" y="37666"/>
                    <a:pt x="109268" y="31920"/>
                    <a:pt x="93293" y="31920"/>
                  </a:cubicBezTo>
                  <a:cubicBezTo>
                    <a:pt x="78596" y="31920"/>
                    <a:pt x="64538" y="37027"/>
                    <a:pt x="53676" y="44688"/>
                  </a:cubicBezTo>
                  <a:lnTo>
                    <a:pt x="31950" y="22982"/>
                  </a:lnTo>
                  <a:lnTo>
                    <a:pt x="43451" y="11491"/>
                  </a:lnTo>
                  <a:cubicBezTo>
                    <a:pt x="46007" y="8938"/>
                    <a:pt x="46007" y="5107"/>
                    <a:pt x="43451" y="2554"/>
                  </a:cubicBezTo>
                  <a:cubicBezTo>
                    <a:pt x="40896" y="0"/>
                    <a:pt x="37061" y="0"/>
                    <a:pt x="34506" y="2554"/>
                  </a:cubicBezTo>
                  <a:lnTo>
                    <a:pt x="23004" y="14045"/>
                  </a:lnTo>
                  <a:lnTo>
                    <a:pt x="10863" y="1915"/>
                  </a:lnTo>
                  <a:cubicBezTo>
                    <a:pt x="8306" y="-638"/>
                    <a:pt x="4473" y="-638"/>
                    <a:pt x="1917" y="1915"/>
                  </a:cubicBezTo>
                  <a:cubicBezTo>
                    <a:pt x="-639" y="4469"/>
                    <a:pt x="-639" y="8299"/>
                    <a:pt x="1917" y="10853"/>
                  </a:cubicBezTo>
                  <a:lnTo>
                    <a:pt x="14058" y="22982"/>
                  </a:lnTo>
                  <a:lnTo>
                    <a:pt x="2556" y="34474"/>
                  </a:lnTo>
                  <a:cubicBezTo>
                    <a:pt x="0" y="37027"/>
                    <a:pt x="0" y="40857"/>
                    <a:pt x="2556" y="43411"/>
                  </a:cubicBezTo>
                  <a:cubicBezTo>
                    <a:pt x="3834" y="44688"/>
                    <a:pt x="5751" y="45326"/>
                    <a:pt x="7029" y="45326"/>
                  </a:cubicBezTo>
                  <a:cubicBezTo>
                    <a:pt x="8306" y="45326"/>
                    <a:pt x="10224" y="44688"/>
                    <a:pt x="11501" y="43411"/>
                  </a:cubicBezTo>
                  <a:lnTo>
                    <a:pt x="23004" y="31920"/>
                  </a:lnTo>
                  <a:lnTo>
                    <a:pt x="44091" y="52987"/>
                  </a:lnTo>
                  <a:cubicBezTo>
                    <a:pt x="32589" y="65117"/>
                    <a:pt x="25560" y="81715"/>
                    <a:pt x="25560" y="99590"/>
                  </a:cubicBezTo>
                  <a:cubicBezTo>
                    <a:pt x="25560" y="134702"/>
                    <a:pt x="53036" y="164068"/>
                    <a:pt x="87542" y="167260"/>
                  </a:cubicBezTo>
                  <a:lnTo>
                    <a:pt x="87542" y="199819"/>
                  </a:lnTo>
                  <a:lnTo>
                    <a:pt x="70289" y="182582"/>
                  </a:lnTo>
                  <a:cubicBezTo>
                    <a:pt x="67733" y="180028"/>
                    <a:pt x="63899" y="180028"/>
                    <a:pt x="61343" y="182582"/>
                  </a:cubicBezTo>
                  <a:cubicBezTo>
                    <a:pt x="58787" y="185136"/>
                    <a:pt x="58787" y="188966"/>
                    <a:pt x="61343" y="191520"/>
                  </a:cubicBezTo>
                  <a:lnTo>
                    <a:pt x="89459" y="219609"/>
                  </a:lnTo>
                  <a:cubicBezTo>
                    <a:pt x="90737" y="220886"/>
                    <a:pt x="92654" y="221524"/>
                    <a:pt x="93932" y="221524"/>
                  </a:cubicBezTo>
                  <a:cubicBezTo>
                    <a:pt x="93932" y="221524"/>
                    <a:pt x="93932" y="221524"/>
                    <a:pt x="93932" y="221524"/>
                  </a:cubicBezTo>
                  <a:cubicBezTo>
                    <a:pt x="93932" y="221524"/>
                    <a:pt x="93932" y="221524"/>
                    <a:pt x="93932" y="221524"/>
                  </a:cubicBezTo>
                  <a:cubicBezTo>
                    <a:pt x="95849" y="221524"/>
                    <a:pt x="97127" y="220886"/>
                    <a:pt x="98405" y="219609"/>
                  </a:cubicBezTo>
                  <a:lnTo>
                    <a:pt x="127160" y="190881"/>
                  </a:lnTo>
                  <a:cubicBezTo>
                    <a:pt x="129715" y="188328"/>
                    <a:pt x="129715" y="184497"/>
                    <a:pt x="127160" y="181944"/>
                  </a:cubicBezTo>
                  <a:cubicBezTo>
                    <a:pt x="124604" y="179390"/>
                    <a:pt x="120770" y="179390"/>
                    <a:pt x="118214" y="181944"/>
                  </a:cubicBezTo>
                  <a:lnTo>
                    <a:pt x="99683" y="200457"/>
                  </a:lnTo>
                  <a:lnTo>
                    <a:pt x="99683" y="167260"/>
                  </a:lnTo>
                  <a:cubicBezTo>
                    <a:pt x="134189" y="164068"/>
                    <a:pt x="161026" y="134702"/>
                    <a:pt x="161026" y="99590"/>
                  </a:cubicBezTo>
                  <a:cubicBezTo>
                    <a:pt x="161026" y="82353"/>
                    <a:pt x="154636" y="67032"/>
                    <a:pt x="144412" y="54902"/>
                  </a:cubicBezTo>
                  <a:lnTo>
                    <a:pt x="166138" y="33197"/>
                  </a:lnTo>
                  <a:lnTo>
                    <a:pt x="178279" y="45326"/>
                  </a:lnTo>
                  <a:cubicBezTo>
                    <a:pt x="179557" y="46603"/>
                    <a:pt x="181474" y="47241"/>
                    <a:pt x="182752" y="47241"/>
                  </a:cubicBezTo>
                  <a:cubicBezTo>
                    <a:pt x="184030" y="47241"/>
                    <a:pt x="185947" y="46603"/>
                    <a:pt x="187225" y="45326"/>
                  </a:cubicBezTo>
                  <a:cubicBezTo>
                    <a:pt x="189781" y="42773"/>
                    <a:pt x="189781" y="38942"/>
                    <a:pt x="187225" y="36389"/>
                  </a:cubicBezTo>
                  <a:lnTo>
                    <a:pt x="175723" y="24259"/>
                  </a:lnTo>
                  <a:close/>
                  <a:moveTo>
                    <a:pt x="93293" y="155131"/>
                  </a:moveTo>
                  <a:cubicBezTo>
                    <a:pt x="62621" y="155131"/>
                    <a:pt x="38340" y="130233"/>
                    <a:pt x="38340" y="100228"/>
                  </a:cubicBezTo>
                  <a:cubicBezTo>
                    <a:pt x="38340" y="69585"/>
                    <a:pt x="63261" y="45326"/>
                    <a:pt x="93293" y="45326"/>
                  </a:cubicBezTo>
                  <a:cubicBezTo>
                    <a:pt x="123325" y="45326"/>
                    <a:pt x="148246" y="70224"/>
                    <a:pt x="148246" y="100228"/>
                  </a:cubicBezTo>
                  <a:cubicBezTo>
                    <a:pt x="148246" y="130233"/>
                    <a:pt x="123965" y="155131"/>
                    <a:pt x="93293" y="155131"/>
                  </a:cubicBezTo>
                  <a:close/>
                </a:path>
              </a:pathLst>
            </a:custGeom>
            <a:solidFill>
              <a:srgbClr val="00A3E0"/>
            </a:solidFill>
            <a:ln w="6390" cap="flat">
              <a:noFill/>
              <a:prstDash val="solid"/>
              <a:miter/>
            </a:ln>
          </p:spPr>
          <p:txBody>
            <a:bodyPr rtlCol="0" anchor="ctr"/>
            <a:lstStyle/>
            <a:p>
              <a:endParaRPr lang="en-US"/>
            </a:p>
          </p:txBody>
        </p:sp>
      </p:grpSp>
      <p:grpSp>
        <p:nvGrpSpPr>
          <p:cNvPr id="1130" name="Graphic 4">
            <a:extLst>
              <a:ext uri="{FF2B5EF4-FFF2-40B4-BE49-F238E27FC236}">
                <a16:creationId xmlns:a16="http://schemas.microsoft.com/office/drawing/2014/main" id="{2400583B-42F3-0F46-AE0F-98DED591FD65}"/>
              </a:ext>
            </a:extLst>
          </p:cNvPr>
          <p:cNvGrpSpPr/>
          <p:nvPr/>
        </p:nvGrpSpPr>
        <p:grpSpPr>
          <a:xfrm>
            <a:off x="7802113" y="1893013"/>
            <a:ext cx="361670" cy="361333"/>
            <a:chOff x="7802113" y="1893013"/>
            <a:chExt cx="361670" cy="361333"/>
          </a:xfrm>
          <a:solidFill>
            <a:srgbClr val="00A3E0"/>
          </a:solidFill>
        </p:grpSpPr>
        <p:sp>
          <p:nvSpPr>
            <p:cNvPr id="1131" name="Graphic 4">
              <a:extLst>
                <a:ext uri="{FF2B5EF4-FFF2-40B4-BE49-F238E27FC236}">
                  <a16:creationId xmlns:a16="http://schemas.microsoft.com/office/drawing/2014/main" id="{FCED8AC5-1B48-354D-90E1-C98AB9457381}"/>
                </a:ext>
              </a:extLst>
            </p:cNvPr>
            <p:cNvSpPr/>
            <p:nvPr/>
          </p:nvSpPr>
          <p:spPr>
            <a:xfrm>
              <a:off x="7802113" y="189301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895"/>
                    <a:pt x="81152" y="361333"/>
                    <a:pt x="180836" y="361333"/>
                  </a:cubicBezTo>
                  <a:cubicBezTo>
                    <a:pt x="280518" y="361333"/>
                    <a:pt x="361670" y="280257"/>
                    <a:pt x="361670" y="180667"/>
                  </a:cubicBezTo>
                  <a:cubicBezTo>
                    <a:pt x="361670" y="81077"/>
                    <a:pt x="280518"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873"/>
                    <a:pt x="273490"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1132" name="Graphic 4">
              <a:extLst>
                <a:ext uri="{FF2B5EF4-FFF2-40B4-BE49-F238E27FC236}">
                  <a16:creationId xmlns:a16="http://schemas.microsoft.com/office/drawing/2014/main" id="{E2AFC10D-D0CF-6E47-AFBD-519024E6B30D}"/>
                </a:ext>
              </a:extLst>
            </p:cNvPr>
            <p:cNvSpPr/>
            <p:nvPr/>
          </p:nvSpPr>
          <p:spPr>
            <a:xfrm>
              <a:off x="7904352" y="1970897"/>
              <a:ext cx="173417" cy="237484"/>
            </a:xfrm>
            <a:custGeom>
              <a:avLst/>
              <a:gdLst>
                <a:gd name="connsiteX0" fmla="*/ 171889 w 173417"/>
                <a:gd name="connsiteY0" fmla="*/ 1915 h 237484"/>
                <a:gd name="connsiteX1" fmla="*/ 167416 w 173417"/>
                <a:gd name="connsiteY1" fmla="*/ 0 h 237484"/>
                <a:gd name="connsiteX2" fmla="*/ 122048 w 173417"/>
                <a:gd name="connsiteY2" fmla="*/ 0 h 237484"/>
                <a:gd name="connsiteX3" fmla="*/ 115658 w 173417"/>
                <a:gd name="connsiteY3" fmla="*/ 6384 h 237484"/>
                <a:gd name="connsiteX4" fmla="*/ 122048 w 173417"/>
                <a:gd name="connsiteY4" fmla="*/ 12768 h 237484"/>
                <a:gd name="connsiteX5" fmla="*/ 152081 w 173417"/>
                <a:gd name="connsiteY5" fmla="*/ 12768 h 237484"/>
                <a:gd name="connsiteX6" fmla="*/ 123326 w 173417"/>
                <a:gd name="connsiteY6" fmla="*/ 41496 h 237484"/>
                <a:gd name="connsiteX7" fmla="*/ 76040 w 173417"/>
                <a:gd name="connsiteY7" fmla="*/ 24897 h 237484"/>
                <a:gd name="connsiteX8" fmla="*/ 0 w 173417"/>
                <a:gd name="connsiteY8" fmla="*/ 100867 h 237484"/>
                <a:gd name="connsiteX9" fmla="*/ 69650 w 173417"/>
                <a:gd name="connsiteY9" fmla="*/ 176198 h 237484"/>
                <a:gd name="connsiteX10" fmla="*/ 69650 w 173417"/>
                <a:gd name="connsiteY10" fmla="*/ 215779 h 237484"/>
                <a:gd name="connsiteX11" fmla="*/ 48563 w 173417"/>
                <a:gd name="connsiteY11" fmla="*/ 194711 h 237484"/>
                <a:gd name="connsiteX12" fmla="*/ 39617 w 173417"/>
                <a:gd name="connsiteY12" fmla="*/ 194711 h 237484"/>
                <a:gd name="connsiteX13" fmla="*/ 39617 w 173417"/>
                <a:gd name="connsiteY13" fmla="*/ 203649 h 237484"/>
                <a:gd name="connsiteX14" fmla="*/ 71567 w 173417"/>
                <a:gd name="connsiteY14" fmla="*/ 235569 h 237484"/>
                <a:gd name="connsiteX15" fmla="*/ 76040 w 173417"/>
                <a:gd name="connsiteY15" fmla="*/ 237484 h 237484"/>
                <a:gd name="connsiteX16" fmla="*/ 76040 w 173417"/>
                <a:gd name="connsiteY16" fmla="*/ 237484 h 237484"/>
                <a:gd name="connsiteX17" fmla="*/ 76040 w 173417"/>
                <a:gd name="connsiteY17" fmla="*/ 237484 h 237484"/>
                <a:gd name="connsiteX18" fmla="*/ 80513 w 173417"/>
                <a:gd name="connsiteY18" fmla="*/ 235569 h 237484"/>
                <a:gd name="connsiteX19" fmla="*/ 113102 w 173417"/>
                <a:gd name="connsiteY19" fmla="*/ 203011 h 237484"/>
                <a:gd name="connsiteX20" fmla="*/ 113102 w 173417"/>
                <a:gd name="connsiteY20" fmla="*/ 194073 h 237484"/>
                <a:gd name="connsiteX21" fmla="*/ 104156 w 173417"/>
                <a:gd name="connsiteY21" fmla="*/ 194073 h 237484"/>
                <a:gd name="connsiteX22" fmla="*/ 82430 w 173417"/>
                <a:gd name="connsiteY22" fmla="*/ 215779 h 237484"/>
                <a:gd name="connsiteX23" fmla="*/ 82430 w 173417"/>
                <a:gd name="connsiteY23" fmla="*/ 175560 h 237484"/>
                <a:gd name="connsiteX24" fmla="*/ 151441 w 173417"/>
                <a:gd name="connsiteY24" fmla="*/ 100228 h 237484"/>
                <a:gd name="connsiteX25" fmla="*/ 131633 w 173417"/>
                <a:gd name="connsiteY25" fmla="*/ 49795 h 237484"/>
                <a:gd name="connsiteX26" fmla="*/ 160387 w 173417"/>
                <a:gd name="connsiteY26" fmla="*/ 21067 h 237484"/>
                <a:gd name="connsiteX27" fmla="*/ 160387 w 173417"/>
                <a:gd name="connsiteY27" fmla="*/ 51710 h 237484"/>
                <a:gd name="connsiteX28" fmla="*/ 166777 w 173417"/>
                <a:gd name="connsiteY28" fmla="*/ 58094 h 237484"/>
                <a:gd name="connsiteX29" fmla="*/ 173167 w 173417"/>
                <a:gd name="connsiteY29" fmla="*/ 51710 h 237484"/>
                <a:gd name="connsiteX30" fmla="*/ 173167 w 173417"/>
                <a:gd name="connsiteY30" fmla="*/ 5746 h 237484"/>
                <a:gd name="connsiteX31" fmla="*/ 171889 w 173417"/>
                <a:gd name="connsiteY31" fmla="*/ 1915 h 237484"/>
                <a:gd name="connsiteX32" fmla="*/ 75402 w 173417"/>
                <a:gd name="connsiteY32" fmla="*/ 164068 h 237484"/>
                <a:gd name="connsiteX33" fmla="*/ 12141 w 173417"/>
                <a:gd name="connsiteY33" fmla="*/ 100867 h 237484"/>
                <a:gd name="connsiteX34" fmla="*/ 75402 w 173417"/>
                <a:gd name="connsiteY34" fmla="*/ 37665 h 237484"/>
                <a:gd name="connsiteX35" fmla="*/ 138661 w 173417"/>
                <a:gd name="connsiteY35" fmla="*/ 100867 h 237484"/>
                <a:gd name="connsiteX36" fmla="*/ 75402 w 173417"/>
                <a:gd name="connsiteY36" fmla="*/ 164068 h 237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73417" h="237484">
                  <a:moveTo>
                    <a:pt x="171889" y="1915"/>
                  </a:moveTo>
                  <a:cubicBezTo>
                    <a:pt x="170611" y="638"/>
                    <a:pt x="169333" y="0"/>
                    <a:pt x="167416" y="0"/>
                  </a:cubicBezTo>
                  <a:lnTo>
                    <a:pt x="122048" y="0"/>
                  </a:lnTo>
                  <a:cubicBezTo>
                    <a:pt x="118214" y="0"/>
                    <a:pt x="115658" y="2554"/>
                    <a:pt x="115658" y="6384"/>
                  </a:cubicBezTo>
                  <a:cubicBezTo>
                    <a:pt x="115658" y="10214"/>
                    <a:pt x="118214" y="12768"/>
                    <a:pt x="122048" y="12768"/>
                  </a:cubicBezTo>
                  <a:lnTo>
                    <a:pt x="152081" y="12768"/>
                  </a:lnTo>
                  <a:lnTo>
                    <a:pt x="123326" y="41496"/>
                  </a:lnTo>
                  <a:cubicBezTo>
                    <a:pt x="110546" y="31281"/>
                    <a:pt x="93932" y="24897"/>
                    <a:pt x="76040" y="24897"/>
                  </a:cubicBezTo>
                  <a:cubicBezTo>
                    <a:pt x="34506" y="24897"/>
                    <a:pt x="0" y="58733"/>
                    <a:pt x="0" y="100867"/>
                  </a:cubicBezTo>
                  <a:cubicBezTo>
                    <a:pt x="0" y="140448"/>
                    <a:pt x="30672" y="173006"/>
                    <a:pt x="69650" y="176198"/>
                  </a:cubicBezTo>
                  <a:lnTo>
                    <a:pt x="69650" y="215779"/>
                  </a:lnTo>
                  <a:lnTo>
                    <a:pt x="48563" y="194711"/>
                  </a:lnTo>
                  <a:cubicBezTo>
                    <a:pt x="46007" y="192158"/>
                    <a:pt x="42173" y="192158"/>
                    <a:pt x="39617" y="194711"/>
                  </a:cubicBezTo>
                  <a:cubicBezTo>
                    <a:pt x="37062" y="197265"/>
                    <a:pt x="37062" y="201095"/>
                    <a:pt x="39617" y="203649"/>
                  </a:cubicBezTo>
                  <a:lnTo>
                    <a:pt x="71567" y="235569"/>
                  </a:lnTo>
                  <a:cubicBezTo>
                    <a:pt x="72845" y="236846"/>
                    <a:pt x="74762" y="237484"/>
                    <a:pt x="76040" y="237484"/>
                  </a:cubicBezTo>
                  <a:cubicBezTo>
                    <a:pt x="76040" y="237484"/>
                    <a:pt x="76040" y="237484"/>
                    <a:pt x="76040" y="237484"/>
                  </a:cubicBezTo>
                  <a:cubicBezTo>
                    <a:pt x="76040" y="237484"/>
                    <a:pt x="76040" y="237484"/>
                    <a:pt x="76040" y="237484"/>
                  </a:cubicBezTo>
                  <a:cubicBezTo>
                    <a:pt x="77957" y="237484"/>
                    <a:pt x="79235" y="236846"/>
                    <a:pt x="80513" y="235569"/>
                  </a:cubicBezTo>
                  <a:lnTo>
                    <a:pt x="113102" y="203011"/>
                  </a:lnTo>
                  <a:cubicBezTo>
                    <a:pt x="115658" y="200457"/>
                    <a:pt x="115658" y="196627"/>
                    <a:pt x="113102" y="194073"/>
                  </a:cubicBezTo>
                  <a:cubicBezTo>
                    <a:pt x="110546" y="191519"/>
                    <a:pt x="106712" y="191519"/>
                    <a:pt x="104156" y="194073"/>
                  </a:cubicBezTo>
                  <a:lnTo>
                    <a:pt x="82430" y="215779"/>
                  </a:lnTo>
                  <a:lnTo>
                    <a:pt x="82430" y="175560"/>
                  </a:lnTo>
                  <a:cubicBezTo>
                    <a:pt x="121409" y="172368"/>
                    <a:pt x="151441" y="139809"/>
                    <a:pt x="151441" y="100228"/>
                  </a:cubicBezTo>
                  <a:cubicBezTo>
                    <a:pt x="151441" y="81076"/>
                    <a:pt x="143774" y="63201"/>
                    <a:pt x="131633" y="49795"/>
                  </a:cubicBezTo>
                  <a:lnTo>
                    <a:pt x="160387" y="21067"/>
                  </a:lnTo>
                  <a:lnTo>
                    <a:pt x="160387" y="51710"/>
                  </a:lnTo>
                  <a:cubicBezTo>
                    <a:pt x="160387" y="55541"/>
                    <a:pt x="162943" y="58094"/>
                    <a:pt x="166777" y="58094"/>
                  </a:cubicBezTo>
                  <a:cubicBezTo>
                    <a:pt x="170611" y="58094"/>
                    <a:pt x="173167" y="55541"/>
                    <a:pt x="173167" y="51710"/>
                  </a:cubicBezTo>
                  <a:lnTo>
                    <a:pt x="173167" y="5746"/>
                  </a:lnTo>
                  <a:cubicBezTo>
                    <a:pt x="173806" y="4469"/>
                    <a:pt x="173167" y="3192"/>
                    <a:pt x="171889" y="1915"/>
                  </a:cubicBezTo>
                  <a:close/>
                  <a:moveTo>
                    <a:pt x="75402" y="164068"/>
                  </a:moveTo>
                  <a:cubicBezTo>
                    <a:pt x="40896" y="164068"/>
                    <a:pt x="12141" y="135979"/>
                    <a:pt x="12141" y="100867"/>
                  </a:cubicBezTo>
                  <a:cubicBezTo>
                    <a:pt x="12141" y="65755"/>
                    <a:pt x="40257" y="37665"/>
                    <a:pt x="75402" y="37665"/>
                  </a:cubicBezTo>
                  <a:cubicBezTo>
                    <a:pt x="110546" y="37665"/>
                    <a:pt x="138661" y="65755"/>
                    <a:pt x="138661" y="100867"/>
                  </a:cubicBezTo>
                  <a:cubicBezTo>
                    <a:pt x="138661" y="135979"/>
                    <a:pt x="110546" y="164068"/>
                    <a:pt x="75402" y="164068"/>
                  </a:cubicBezTo>
                  <a:close/>
                </a:path>
              </a:pathLst>
            </a:custGeom>
            <a:solidFill>
              <a:srgbClr val="00A3E0"/>
            </a:solidFill>
            <a:ln w="6390" cap="flat">
              <a:noFill/>
              <a:prstDash val="solid"/>
              <a:miter/>
            </a:ln>
          </p:spPr>
          <p:txBody>
            <a:bodyPr rtlCol="0" anchor="ctr"/>
            <a:lstStyle/>
            <a:p>
              <a:endParaRPr lang="en-US"/>
            </a:p>
          </p:txBody>
        </p:sp>
      </p:grpSp>
      <p:grpSp>
        <p:nvGrpSpPr>
          <p:cNvPr id="1133" name="Graphic 4">
            <a:extLst>
              <a:ext uri="{FF2B5EF4-FFF2-40B4-BE49-F238E27FC236}">
                <a16:creationId xmlns:a16="http://schemas.microsoft.com/office/drawing/2014/main" id="{F9597003-70DC-3D4F-9B57-65E4A44331F0}"/>
              </a:ext>
            </a:extLst>
          </p:cNvPr>
          <p:cNvGrpSpPr/>
          <p:nvPr/>
        </p:nvGrpSpPr>
        <p:grpSpPr>
          <a:xfrm>
            <a:off x="8841116" y="1893013"/>
            <a:ext cx="361674" cy="361333"/>
            <a:chOff x="8841116" y="1893013"/>
            <a:chExt cx="361674" cy="361333"/>
          </a:xfrm>
          <a:solidFill>
            <a:srgbClr val="00A3E0"/>
          </a:solidFill>
        </p:grpSpPr>
        <p:sp>
          <p:nvSpPr>
            <p:cNvPr id="1134" name="Graphic 4">
              <a:extLst>
                <a:ext uri="{FF2B5EF4-FFF2-40B4-BE49-F238E27FC236}">
                  <a16:creationId xmlns:a16="http://schemas.microsoft.com/office/drawing/2014/main" id="{42B5C8F6-896A-6F41-917A-FF0D6A9EB0B8}"/>
                </a:ext>
              </a:extLst>
            </p:cNvPr>
            <p:cNvSpPr/>
            <p:nvPr/>
          </p:nvSpPr>
          <p:spPr>
            <a:xfrm>
              <a:off x="8841116" y="1893013"/>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0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3" y="361333"/>
                    <a:pt x="180836" y="361333"/>
                  </a:cubicBezTo>
                  <a:cubicBezTo>
                    <a:pt x="280518" y="361333"/>
                    <a:pt x="361670" y="280257"/>
                    <a:pt x="361670" y="180667"/>
                  </a:cubicBezTo>
                  <a:cubicBezTo>
                    <a:pt x="362310"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9530" y="273873"/>
                    <a:pt x="274128"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1135" name="Graphic 4">
              <a:extLst>
                <a:ext uri="{FF2B5EF4-FFF2-40B4-BE49-F238E27FC236}">
                  <a16:creationId xmlns:a16="http://schemas.microsoft.com/office/drawing/2014/main" id="{1D7A53F5-5D2E-B14C-9712-A303C4881909}"/>
                </a:ext>
              </a:extLst>
            </p:cNvPr>
            <p:cNvSpPr/>
            <p:nvPr/>
          </p:nvSpPr>
          <p:spPr>
            <a:xfrm>
              <a:off x="8946550" y="1964513"/>
              <a:ext cx="178918" cy="251528"/>
            </a:xfrm>
            <a:custGeom>
              <a:avLst/>
              <a:gdLst>
                <a:gd name="connsiteX0" fmla="*/ 162943 w 178918"/>
                <a:gd name="connsiteY0" fmla="*/ 24898 h 251528"/>
                <a:gd name="connsiteX1" fmla="*/ 176362 w 178918"/>
                <a:gd name="connsiteY1" fmla="*/ 11491 h 251528"/>
                <a:gd name="connsiteX2" fmla="*/ 176362 w 178918"/>
                <a:gd name="connsiteY2" fmla="*/ 2554 h 251528"/>
                <a:gd name="connsiteX3" fmla="*/ 167417 w 178918"/>
                <a:gd name="connsiteY3" fmla="*/ 2554 h 251528"/>
                <a:gd name="connsiteX4" fmla="*/ 153997 w 178918"/>
                <a:gd name="connsiteY4" fmla="*/ 15960 h 251528"/>
                <a:gd name="connsiteX5" fmla="*/ 139940 w 178918"/>
                <a:gd name="connsiteY5" fmla="*/ 1915 h 251528"/>
                <a:gd name="connsiteX6" fmla="*/ 130994 w 178918"/>
                <a:gd name="connsiteY6" fmla="*/ 1915 h 251528"/>
                <a:gd name="connsiteX7" fmla="*/ 130994 w 178918"/>
                <a:gd name="connsiteY7" fmla="*/ 10853 h 251528"/>
                <a:gd name="connsiteX8" fmla="*/ 145052 w 178918"/>
                <a:gd name="connsiteY8" fmla="*/ 24898 h 251528"/>
                <a:gd name="connsiteX9" fmla="*/ 122687 w 178918"/>
                <a:gd name="connsiteY9" fmla="*/ 47241 h 251528"/>
                <a:gd name="connsiteX10" fmla="*/ 76040 w 178918"/>
                <a:gd name="connsiteY10" fmla="*/ 31282 h 251528"/>
                <a:gd name="connsiteX11" fmla="*/ 0 w 178918"/>
                <a:gd name="connsiteY11" fmla="*/ 107251 h 251528"/>
                <a:gd name="connsiteX12" fmla="*/ 69650 w 178918"/>
                <a:gd name="connsiteY12" fmla="*/ 182582 h 251528"/>
                <a:gd name="connsiteX13" fmla="*/ 69650 w 178918"/>
                <a:gd name="connsiteY13" fmla="*/ 213225 h 251528"/>
                <a:gd name="connsiteX14" fmla="*/ 49203 w 178918"/>
                <a:gd name="connsiteY14" fmla="*/ 213225 h 251528"/>
                <a:gd name="connsiteX15" fmla="*/ 42813 w 178918"/>
                <a:gd name="connsiteY15" fmla="*/ 219609 h 251528"/>
                <a:gd name="connsiteX16" fmla="*/ 49203 w 178918"/>
                <a:gd name="connsiteY16" fmla="*/ 225993 h 251528"/>
                <a:gd name="connsiteX17" fmla="*/ 69650 w 178918"/>
                <a:gd name="connsiteY17" fmla="*/ 225993 h 251528"/>
                <a:gd name="connsiteX18" fmla="*/ 69650 w 178918"/>
                <a:gd name="connsiteY18" fmla="*/ 245145 h 251528"/>
                <a:gd name="connsiteX19" fmla="*/ 76040 w 178918"/>
                <a:gd name="connsiteY19" fmla="*/ 251529 h 251528"/>
                <a:gd name="connsiteX20" fmla="*/ 82430 w 178918"/>
                <a:gd name="connsiteY20" fmla="*/ 245145 h 251528"/>
                <a:gd name="connsiteX21" fmla="*/ 82430 w 178918"/>
                <a:gd name="connsiteY21" fmla="*/ 225993 h 251528"/>
                <a:gd name="connsiteX22" fmla="*/ 102878 w 178918"/>
                <a:gd name="connsiteY22" fmla="*/ 225993 h 251528"/>
                <a:gd name="connsiteX23" fmla="*/ 109268 w 178918"/>
                <a:gd name="connsiteY23" fmla="*/ 219609 h 251528"/>
                <a:gd name="connsiteX24" fmla="*/ 102878 w 178918"/>
                <a:gd name="connsiteY24" fmla="*/ 213225 h 251528"/>
                <a:gd name="connsiteX25" fmla="*/ 82430 w 178918"/>
                <a:gd name="connsiteY25" fmla="*/ 213225 h 251528"/>
                <a:gd name="connsiteX26" fmla="*/ 82430 w 178918"/>
                <a:gd name="connsiteY26" fmla="*/ 182582 h 251528"/>
                <a:gd name="connsiteX27" fmla="*/ 151442 w 178918"/>
                <a:gd name="connsiteY27" fmla="*/ 107251 h 251528"/>
                <a:gd name="connsiteX28" fmla="*/ 131633 w 178918"/>
                <a:gd name="connsiteY28" fmla="*/ 56179 h 251528"/>
                <a:gd name="connsiteX29" fmla="*/ 153997 w 178918"/>
                <a:gd name="connsiteY29" fmla="*/ 33835 h 251528"/>
                <a:gd name="connsiteX30" fmla="*/ 168056 w 178918"/>
                <a:gd name="connsiteY30" fmla="*/ 47880 h 251528"/>
                <a:gd name="connsiteX31" fmla="*/ 172528 w 178918"/>
                <a:gd name="connsiteY31" fmla="*/ 49795 h 251528"/>
                <a:gd name="connsiteX32" fmla="*/ 177002 w 178918"/>
                <a:gd name="connsiteY32" fmla="*/ 47880 h 251528"/>
                <a:gd name="connsiteX33" fmla="*/ 177002 w 178918"/>
                <a:gd name="connsiteY33" fmla="*/ 38942 h 251528"/>
                <a:gd name="connsiteX34" fmla="*/ 162943 w 178918"/>
                <a:gd name="connsiteY34" fmla="*/ 24898 h 251528"/>
                <a:gd name="connsiteX35" fmla="*/ 75402 w 178918"/>
                <a:gd name="connsiteY35" fmla="*/ 169814 h 251528"/>
                <a:gd name="connsiteX36" fmla="*/ 12141 w 178918"/>
                <a:gd name="connsiteY36" fmla="*/ 106612 h 251528"/>
                <a:gd name="connsiteX37" fmla="*/ 75402 w 178918"/>
                <a:gd name="connsiteY37" fmla="*/ 43411 h 251528"/>
                <a:gd name="connsiteX38" fmla="*/ 138662 w 178918"/>
                <a:gd name="connsiteY38" fmla="*/ 106612 h 251528"/>
                <a:gd name="connsiteX39" fmla="*/ 75402 w 178918"/>
                <a:gd name="connsiteY39" fmla="*/ 169814 h 251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78918" h="251528">
                  <a:moveTo>
                    <a:pt x="162943" y="24898"/>
                  </a:moveTo>
                  <a:lnTo>
                    <a:pt x="176362" y="11491"/>
                  </a:lnTo>
                  <a:cubicBezTo>
                    <a:pt x="178918" y="8938"/>
                    <a:pt x="178918" y="5107"/>
                    <a:pt x="176362" y="2554"/>
                  </a:cubicBezTo>
                  <a:cubicBezTo>
                    <a:pt x="173807" y="0"/>
                    <a:pt x="169972" y="0"/>
                    <a:pt x="167417" y="2554"/>
                  </a:cubicBezTo>
                  <a:lnTo>
                    <a:pt x="153997" y="15960"/>
                  </a:lnTo>
                  <a:lnTo>
                    <a:pt x="139940" y="1915"/>
                  </a:lnTo>
                  <a:cubicBezTo>
                    <a:pt x="137384" y="-638"/>
                    <a:pt x="133550" y="-638"/>
                    <a:pt x="130994" y="1915"/>
                  </a:cubicBezTo>
                  <a:cubicBezTo>
                    <a:pt x="128438" y="4469"/>
                    <a:pt x="128438" y="8299"/>
                    <a:pt x="130994" y="10853"/>
                  </a:cubicBezTo>
                  <a:lnTo>
                    <a:pt x="145052" y="24898"/>
                  </a:lnTo>
                  <a:lnTo>
                    <a:pt x="122687" y="47241"/>
                  </a:lnTo>
                  <a:cubicBezTo>
                    <a:pt x="109907" y="37027"/>
                    <a:pt x="93293" y="31282"/>
                    <a:pt x="76040" y="31282"/>
                  </a:cubicBezTo>
                  <a:cubicBezTo>
                    <a:pt x="34506" y="31282"/>
                    <a:pt x="0" y="65117"/>
                    <a:pt x="0" y="107251"/>
                  </a:cubicBezTo>
                  <a:cubicBezTo>
                    <a:pt x="0" y="146832"/>
                    <a:pt x="30672" y="179390"/>
                    <a:pt x="69650" y="182582"/>
                  </a:cubicBezTo>
                  <a:lnTo>
                    <a:pt x="69650" y="213225"/>
                  </a:lnTo>
                  <a:lnTo>
                    <a:pt x="49203" y="213225"/>
                  </a:lnTo>
                  <a:cubicBezTo>
                    <a:pt x="45368" y="213225"/>
                    <a:pt x="42813" y="215779"/>
                    <a:pt x="42813" y="219609"/>
                  </a:cubicBezTo>
                  <a:cubicBezTo>
                    <a:pt x="42813" y="223439"/>
                    <a:pt x="45368" y="225993"/>
                    <a:pt x="49203" y="225993"/>
                  </a:cubicBezTo>
                  <a:lnTo>
                    <a:pt x="69650" y="225993"/>
                  </a:lnTo>
                  <a:lnTo>
                    <a:pt x="69650" y="245145"/>
                  </a:lnTo>
                  <a:cubicBezTo>
                    <a:pt x="69650" y="248975"/>
                    <a:pt x="72207" y="251529"/>
                    <a:pt x="76040" y="251529"/>
                  </a:cubicBezTo>
                  <a:cubicBezTo>
                    <a:pt x="79874" y="251529"/>
                    <a:pt x="82430" y="248975"/>
                    <a:pt x="82430" y="245145"/>
                  </a:cubicBezTo>
                  <a:lnTo>
                    <a:pt x="82430" y="225993"/>
                  </a:lnTo>
                  <a:lnTo>
                    <a:pt x="102878" y="225993"/>
                  </a:lnTo>
                  <a:cubicBezTo>
                    <a:pt x="106712" y="225993"/>
                    <a:pt x="109268" y="223439"/>
                    <a:pt x="109268" y="219609"/>
                  </a:cubicBezTo>
                  <a:cubicBezTo>
                    <a:pt x="109268" y="215779"/>
                    <a:pt x="106712" y="213225"/>
                    <a:pt x="102878" y="213225"/>
                  </a:cubicBezTo>
                  <a:lnTo>
                    <a:pt x="82430" y="213225"/>
                  </a:lnTo>
                  <a:lnTo>
                    <a:pt x="82430" y="182582"/>
                  </a:lnTo>
                  <a:cubicBezTo>
                    <a:pt x="120770" y="179390"/>
                    <a:pt x="151442" y="146832"/>
                    <a:pt x="151442" y="107251"/>
                  </a:cubicBezTo>
                  <a:cubicBezTo>
                    <a:pt x="151442" y="87460"/>
                    <a:pt x="143774" y="69585"/>
                    <a:pt x="131633" y="56179"/>
                  </a:cubicBezTo>
                  <a:lnTo>
                    <a:pt x="153997" y="33835"/>
                  </a:lnTo>
                  <a:lnTo>
                    <a:pt x="168056" y="47880"/>
                  </a:lnTo>
                  <a:cubicBezTo>
                    <a:pt x="169333" y="49157"/>
                    <a:pt x="171251" y="49795"/>
                    <a:pt x="172528" y="49795"/>
                  </a:cubicBezTo>
                  <a:cubicBezTo>
                    <a:pt x="173807" y="49795"/>
                    <a:pt x="175723" y="49157"/>
                    <a:pt x="177002" y="47880"/>
                  </a:cubicBezTo>
                  <a:cubicBezTo>
                    <a:pt x="179557" y="45326"/>
                    <a:pt x="179557" y="41496"/>
                    <a:pt x="177002" y="38942"/>
                  </a:cubicBezTo>
                  <a:lnTo>
                    <a:pt x="162943" y="24898"/>
                  </a:lnTo>
                  <a:close/>
                  <a:moveTo>
                    <a:pt x="75402" y="169814"/>
                  </a:moveTo>
                  <a:cubicBezTo>
                    <a:pt x="40896" y="169814"/>
                    <a:pt x="12141" y="141724"/>
                    <a:pt x="12141" y="106612"/>
                  </a:cubicBezTo>
                  <a:cubicBezTo>
                    <a:pt x="12141" y="71501"/>
                    <a:pt x="40257" y="43411"/>
                    <a:pt x="75402" y="43411"/>
                  </a:cubicBezTo>
                  <a:cubicBezTo>
                    <a:pt x="110546" y="43411"/>
                    <a:pt x="138662" y="71501"/>
                    <a:pt x="138662" y="106612"/>
                  </a:cubicBezTo>
                  <a:cubicBezTo>
                    <a:pt x="138662" y="141724"/>
                    <a:pt x="109907" y="169814"/>
                    <a:pt x="75402" y="169814"/>
                  </a:cubicBezTo>
                  <a:close/>
                </a:path>
              </a:pathLst>
            </a:custGeom>
            <a:solidFill>
              <a:srgbClr val="00A3E0"/>
            </a:solidFill>
            <a:ln w="6390" cap="flat">
              <a:noFill/>
              <a:prstDash val="solid"/>
              <a:miter/>
            </a:ln>
          </p:spPr>
          <p:txBody>
            <a:bodyPr rtlCol="0" anchor="ctr"/>
            <a:lstStyle/>
            <a:p>
              <a:endParaRPr lang="en-US"/>
            </a:p>
          </p:txBody>
        </p:sp>
      </p:grpSp>
      <p:grpSp>
        <p:nvGrpSpPr>
          <p:cNvPr id="1136" name="Graphic 4">
            <a:extLst>
              <a:ext uri="{FF2B5EF4-FFF2-40B4-BE49-F238E27FC236}">
                <a16:creationId xmlns:a16="http://schemas.microsoft.com/office/drawing/2014/main" id="{ECA6A5A0-D178-194D-80EC-798CEFB7ED11}"/>
              </a:ext>
            </a:extLst>
          </p:cNvPr>
          <p:cNvGrpSpPr/>
          <p:nvPr/>
        </p:nvGrpSpPr>
        <p:grpSpPr>
          <a:xfrm>
            <a:off x="10934460" y="918179"/>
            <a:ext cx="361671" cy="361333"/>
            <a:chOff x="10934460" y="918179"/>
            <a:chExt cx="361671" cy="361333"/>
          </a:xfrm>
          <a:solidFill>
            <a:srgbClr val="00A3E0"/>
          </a:solidFill>
        </p:grpSpPr>
        <p:sp>
          <p:nvSpPr>
            <p:cNvPr id="1137" name="Graphic 4">
              <a:extLst>
                <a:ext uri="{FF2B5EF4-FFF2-40B4-BE49-F238E27FC236}">
                  <a16:creationId xmlns:a16="http://schemas.microsoft.com/office/drawing/2014/main" id="{DF6C0F83-3CB8-0D4B-96F9-6B8156160362}"/>
                </a:ext>
              </a:extLst>
            </p:cNvPr>
            <p:cNvSpPr/>
            <p:nvPr/>
          </p:nvSpPr>
          <p:spPr>
            <a:xfrm>
              <a:off x="10934460" y="918179"/>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180836 w 361671"/>
                <a:gd name="connsiteY5" fmla="*/ 349204 h 361333"/>
                <a:gd name="connsiteX6" fmla="*/ 12780 w 361671"/>
                <a:gd name="connsiteY6" fmla="*/ 181305 h 361333"/>
                <a:gd name="connsiteX7" fmla="*/ 180836 w 361671"/>
                <a:gd name="connsiteY7" fmla="*/ 13406 h 361333"/>
                <a:gd name="connsiteX8" fmla="*/ 348891 w 361671"/>
                <a:gd name="connsiteY8" fmla="*/ 181305 h 361333"/>
                <a:gd name="connsiteX9" fmla="*/ 180836 w 361671"/>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1" h="361333">
                  <a:moveTo>
                    <a:pt x="180836" y="0"/>
                  </a:moveTo>
                  <a:cubicBezTo>
                    <a:pt x="80514" y="0"/>
                    <a:pt x="0" y="81077"/>
                    <a:pt x="0" y="180667"/>
                  </a:cubicBezTo>
                  <a:cubicBezTo>
                    <a:pt x="0" y="280257"/>
                    <a:pt x="81153" y="361333"/>
                    <a:pt x="180836" y="361333"/>
                  </a:cubicBezTo>
                  <a:cubicBezTo>
                    <a:pt x="280518" y="361333"/>
                    <a:pt x="361671" y="280257"/>
                    <a:pt x="361671" y="180667"/>
                  </a:cubicBezTo>
                  <a:cubicBezTo>
                    <a:pt x="361671" y="81077"/>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8891" y="273873"/>
                    <a:pt x="273490"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1138" name="Graphic 4">
              <a:extLst>
                <a:ext uri="{FF2B5EF4-FFF2-40B4-BE49-F238E27FC236}">
                  <a16:creationId xmlns:a16="http://schemas.microsoft.com/office/drawing/2014/main" id="{903F0E6D-21EC-204F-9A6D-69C6C3B12C5B}"/>
                </a:ext>
              </a:extLst>
            </p:cNvPr>
            <p:cNvSpPr/>
            <p:nvPr/>
          </p:nvSpPr>
          <p:spPr>
            <a:xfrm>
              <a:off x="11043088" y="979703"/>
              <a:ext cx="144413" cy="250013"/>
            </a:xfrm>
            <a:custGeom>
              <a:avLst/>
              <a:gdLst>
                <a:gd name="connsiteX0" fmla="*/ 100961 w 144413"/>
                <a:gd name="connsiteY0" fmla="*/ 51472 h 250013"/>
                <a:gd name="connsiteX1" fmla="*/ 140579 w 144413"/>
                <a:gd name="connsiteY1" fmla="*/ 8699 h 250013"/>
                <a:gd name="connsiteX2" fmla="*/ 136745 w 144413"/>
                <a:gd name="connsiteY2" fmla="*/ 400 h 250013"/>
                <a:gd name="connsiteX3" fmla="*/ 128438 w 144413"/>
                <a:gd name="connsiteY3" fmla="*/ 4230 h 250013"/>
                <a:gd name="connsiteX4" fmla="*/ 72207 w 144413"/>
                <a:gd name="connsiteY4" fmla="*/ 44449 h 250013"/>
                <a:gd name="connsiteX5" fmla="*/ 15975 w 144413"/>
                <a:gd name="connsiteY5" fmla="*/ 4230 h 250013"/>
                <a:gd name="connsiteX6" fmla="*/ 7668 w 144413"/>
                <a:gd name="connsiteY6" fmla="*/ 400 h 250013"/>
                <a:gd name="connsiteX7" fmla="*/ 3835 w 144413"/>
                <a:gd name="connsiteY7" fmla="*/ 8699 h 250013"/>
                <a:gd name="connsiteX8" fmla="*/ 43452 w 144413"/>
                <a:gd name="connsiteY8" fmla="*/ 51472 h 250013"/>
                <a:gd name="connsiteX9" fmla="*/ 0 w 144413"/>
                <a:gd name="connsiteY9" fmla="*/ 117227 h 250013"/>
                <a:gd name="connsiteX10" fmla="*/ 66456 w 144413"/>
                <a:gd name="connsiteY10" fmla="*/ 188727 h 250013"/>
                <a:gd name="connsiteX11" fmla="*/ 66456 w 144413"/>
                <a:gd name="connsiteY11" fmla="*/ 211710 h 250013"/>
                <a:gd name="connsiteX12" fmla="*/ 48564 w 144413"/>
                <a:gd name="connsiteY12" fmla="*/ 211710 h 250013"/>
                <a:gd name="connsiteX13" fmla="*/ 42174 w 144413"/>
                <a:gd name="connsiteY13" fmla="*/ 218094 h 250013"/>
                <a:gd name="connsiteX14" fmla="*/ 48564 w 144413"/>
                <a:gd name="connsiteY14" fmla="*/ 224478 h 250013"/>
                <a:gd name="connsiteX15" fmla="*/ 66456 w 144413"/>
                <a:gd name="connsiteY15" fmla="*/ 224478 h 250013"/>
                <a:gd name="connsiteX16" fmla="*/ 66456 w 144413"/>
                <a:gd name="connsiteY16" fmla="*/ 243630 h 250013"/>
                <a:gd name="connsiteX17" fmla="*/ 72845 w 144413"/>
                <a:gd name="connsiteY17" fmla="*/ 250014 h 250013"/>
                <a:gd name="connsiteX18" fmla="*/ 79235 w 144413"/>
                <a:gd name="connsiteY18" fmla="*/ 243630 h 250013"/>
                <a:gd name="connsiteX19" fmla="*/ 79235 w 144413"/>
                <a:gd name="connsiteY19" fmla="*/ 224478 h 250013"/>
                <a:gd name="connsiteX20" fmla="*/ 97128 w 144413"/>
                <a:gd name="connsiteY20" fmla="*/ 224478 h 250013"/>
                <a:gd name="connsiteX21" fmla="*/ 103517 w 144413"/>
                <a:gd name="connsiteY21" fmla="*/ 218094 h 250013"/>
                <a:gd name="connsiteX22" fmla="*/ 97128 w 144413"/>
                <a:gd name="connsiteY22" fmla="*/ 211710 h 250013"/>
                <a:gd name="connsiteX23" fmla="*/ 79235 w 144413"/>
                <a:gd name="connsiteY23" fmla="*/ 211710 h 250013"/>
                <a:gd name="connsiteX24" fmla="*/ 79235 w 144413"/>
                <a:gd name="connsiteY24" fmla="*/ 188727 h 250013"/>
                <a:gd name="connsiteX25" fmla="*/ 144413 w 144413"/>
                <a:gd name="connsiteY25" fmla="*/ 117227 h 250013"/>
                <a:gd name="connsiteX26" fmla="*/ 100961 w 144413"/>
                <a:gd name="connsiteY26" fmla="*/ 51472 h 250013"/>
                <a:gd name="connsiteX27" fmla="*/ 72207 w 144413"/>
                <a:gd name="connsiteY27" fmla="*/ 177236 h 250013"/>
                <a:gd name="connsiteX28" fmla="*/ 12780 w 144413"/>
                <a:gd name="connsiteY28" fmla="*/ 117865 h 250013"/>
                <a:gd name="connsiteX29" fmla="*/ 72207 w 144413"/>
                <a:gd name="connsiteY29" fmla="*/ 58494 h 250013"/>
                <a:gd name="connsiteX30" fmla="*/ 131633 w 144413"/>
                <a:gd name="connsiteY30" fmla="*/ 117865 h 250013"/>
                <a:gd name="connsiteX31" fmla="*/ 72207 w 144413"/>
                <a:gd name="connsiteY31" fmla="*/ 177236 h 250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4413" h="250013">
                  <a:moveTo>
                    <a:pt x="100961" y="51472"/>
                  </a:moveTo>
                  <a:cubicBezTo>
                    <a:pt x="118853" y="43811"/>
                    <a:pt x="133550" y="28490"/>
                    <a:pt x="140579" y="8699"/>
                  </a:cubicBezTo>
                  <a:cubicBezTo>
                    <a:pt x="141857" y="5507"/>
                    <a:pt x="139940" y="1677"/>
                    <a:pt x="136745" y="400"/>
                  </a:cubicBezTo>
                  <a:cubicBezTo>
                    <a:pt x="133550" y="-877"/>
                    <a:pt x="129716" y="1038"/>
                    <a:pt x="128438" y="4230"/>
                  </a:cubicBezTo>
                  <a:cubicBezTo>
                    <a:pt x="120131" y="28490"/>
                    <a:pt x="97766" y="44449"/>
                    <a:pt x="72207" y="44449"/>
                  </a:cubicBezTo>
                  <a:cubicBezTo>
                    <a:pt x="46647" y="44449"/>
                    <a:pt x="24282" y="28490"/>
                    <a:pt x="15975" y="4230"/>
                  </a:cubicBezTo>
                  <a:cubicBezTo>
                    <a:pt x="14697" y="1038"/>
                    <a:pt x="11502" y="-877"/>
                    <a:pt x="7668" y="400"/>
                  </a:cubicBezTo>
                  <a:cubicBezTo>
                    <a:pt x="4473" y="1677"/>
                    <a:pt x="2556" y="4869"/>
                    <a:pt x="3835" y="8699"/>
                  </a:cubicBezTo>
                  <a:cubicBezTo>
                    <a:pt x="10225" y="28490"/>
                    <a:pt x="24921" y="43811"/>
                    <a:pt x="43452" y="51472"/>
                  </a:cubicBezTo>
                  <a:cubicBezTo>
                    <a:pt x="17892" y="62325"/>
                    <a:pt x="0" y="87861"/>
                    <a:pt x="0" y="117227"/>
                  </a:cubicBezTo>
                  <a:cubicBezTo>
                    <a:pt x="0" y="154892"/>
                    <a:pt x="29394" y="186174"/>
                    <a:pt x="66456" y="188727"/>
                  </a:cubicBezTo>
                  <a:lnTo>
                    <a:pt x="66456" y="211710"/>
                  </a:lnTo>
                  <a:lnTo>
                    <a:pt x="48564" y="211710"/>
                  </a:lnTo>
                  <a:cubicBezTo>
                    <a:pt x="44730" y="211710"/>
                    <a:pt x="42174" y="214263"/>
                    <a:pt x="42174" y="218094"/>
                  </a:cubicBezTo>
                  <a:cubicBezTo>
                    <a:pt x="42174" y="221924"/>
                    <a:pt x="44730" y="224478"/>
                    <a:pt x="48564" y="224478"/>
                  </a:cubicBezTo>
                  <a:lnTo>
                    <a:pt x="66456" y="224478"/>
                  </a:lnTo>
                  <a:lnTo>
                    <a:pt x="66456" y="243630"/>
                  </a:lnTo>
                  <a:cubicBezTo>
                    <a:pt x="66456" y="247460"/>
                    <a:pt x="69012" y="250014"/>
                    <a:pt x="72845" y="250014"/>
                  </a:cubicBezTo>
                  <a:cubicBezTo>
                    <a:pt x="76679" y="250014"/>
                    <a:pt x="79235" y="247460"/>
                    <a:pt x="79235" y="243630"/>
                  </a:cubicBezTo>
                  <a:lnTo>
                    <a:pt x="79235" y="224478"/>
                  </a:lnTo>
                  <a:lnTo>
                    <a:pt x="97128" y="224478"/>
                  </a:lnTo>
                  <a:cubicBezTo>
                    <a:pt x="100961" y="224478"/>
                    <a:pt x="103517" y="221924"/>
                    <a:pt x="103517" y="218094"/>
                  </a:cubicBezTo>
                  <a:cubicBezTo>
                    <a:pt x="103517" y="214263"/>
                    <a:pt x="100961" y="211710"/>
                    <a:pt x="97128" y="211710"/>
                  </a:cubicBezTo>
                  <a:lnTo>
                    <a:pt x="79235" y="211710"/>
                  </a:lnTo>
                  <a:lnTo>
                    <a:pt x="79235" y="188727"/>
                  </a:lnTo>
                  <a:cubicBezTo>
                    <a:pt x="115658" y="185535"/>
                    <a:pt x="144413" y="154254"/>
                    <a:pt x="144413" y="117227"/>
                  </a:cubicBezTo>
                  <a:cubicBezTo>
                    <a:pt x="144413" y="88499"/>
                    <a:pt x="126521" y="62963"/>
                    <a:pt x="100961" y="51472"/>
                  </a:cubicBezTo>
                  <a:close/>
                  <a:moveTo>
                    <a:pt x="72207" y="177236"/>
                  </a:moveTo>
                  <a:cubicBezTo>
                    <a:pt x="39618" y="177236"/>
                    <a:pt x="12780" y="150424"/>
                    <a:pt x="12780" y="117865"/>
                  </a:cubicBezTo>
                  <a:cubicBezTo>
                    <a:pt x="12780" y="85307"/>
                    <a:pt x="39618" y="58494"/>
                    <a:pt x="72207" y="58494"/>
                  </a:cubicBezTo>
                  <a:cubicBezTo>
                    <a:pt x="104795" y="58494"/>
                    <a:pt x="131633" y="85307"/>
                    <a:pt x="131633" y="117865"/>
                  </a:cubicBezTo>
                  <a:cubicBezTo>
                    <a:pt x="131633" y="150424"/>
                    <a:pt x="104795" y="177236"/>
                    <a:pt x="72207" y="177236"/>
                  </a:cubicBezTo>
                  <a:close/>
                </a:path>
              </a:pathLst>
            </a:custGeom>
            <a:solidFill>
              <a:srgbClr val="00A3E0"/>
            </a:solidFill>
            <a:ln w="6390" cap="flat">
              <a:noFill/>
              <a:prstDash val="solid"/>
              <a:miter/>
            </a:ln>
          </p:spPr>
          <p:txBody>
            <a:bodyPr rtlCol="0" anchor="ctr"/>
            <a:lstStyle/>
            <a:p>
              <a:endParaRPr lang="en-US"/>
            </a:p>
          </p:txBody>
        </p:sp>
      </p:grpSp>
      <p:grpSp>
        <p:nvGrpSpPr>
          <p:cNvPr id="1139" name="Graphic 4">
            <a:extLst>
              <a:ext uri="{FF2B5EF4-FFF2-40B4-BE49-F238E27FC236}">
                <a16:creationId xmlns:a16="http://schemas.microsoft.com/office/drawing/2014/main" id="{AE521A69-1F26-8644-81E3-8931AFAB2852}"/>
              </a:ext>
            </a:extLst>
          </p:cNvPr>
          <p:cNvGrpSpPr/>
          <p:nvPr/>
        </p:nvGrpSpPr>
        <p:grpSpPr>
          <a:xfrm>
            <a:off x="10934460" y="2855717"/>
            <a:ext cx="361671" cy="361333"/>
            <a:chOff x="10934460" y="2855717"/>
            <a:chExt cx="361671" cy="361333"/>
          </a:xfrm>
          <a:solidFill>
            <a:srgbClr val="00A3E0"/>
          </a:solidFill>
        </p:grpSpPr>
        <p:sp>
          <p:nvSpPr>
            <p:cNvPr id="1140" name="Graphic 4">
              <a:extLst>
                <a:ext uri="{FF2B5EF4-FFF2-40B4-BE49-F238E27FC236}">
                  <a16:creationId xmlns:a16="http://schemas.microsoft.com/office/drawing/2014/main" id="{C399E2C4-7FCF-3F40-BE36-952BFE41D8BF}"/>
                </a:ext>
              </a:extLst>
            </p:cNvPr>
            <p:cNvSpPr/>
            <p:nvPr/>
          </p:nvSpPr>
          <p:spPr>
            <a:xfrm>
              <a:off x="10934460" y="2855717"/>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180836 w 361671"/>
                <a:gd name="connsiteY5" fmla="*/ 349204 h 361333"/>
                <a:gd name="connsiteX6" fmla="*/ 12780 w 361671"/>
                <a:gd name="connsiteY6" fmla="*/ 181305 h 361333"/>
                <a:gd name="connsiteX7" fmla="*/ 180836 w 361671"/>
                <a:gd name="connsiteY7" fmla="*/ 13406 h 361333"/>
                <a:gd name="connsiteX8" fmla="*/ 348891 w 361671"/>
                <a:gd name="connsiteY8" fmla="*/ 181305 h 361333"/>
                <a:gd name="connsiteX9" fmla="*/ 180836 w 361671"/>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1" h="361333">
                  <a:moveTo>
                    <a:pt x="180836" y="0"/>
                  </a:moveTo>
                  <a:cubicBezTo>
                    <a:pt x="80514" y="0"/>
                    <a:pt x="0" y="81076"/>
                    <a:pt x="0" y="180667"/>
                  </a:cubicBezTo>
                  <a:cubicBezTo>
                    <a:pt x="0" y="280895"/>
                    <a:pt x="81153" y="361333"/>
                    <a:pt x="180836" y="361333"/>
                  </a:cubicBezTo>
                  <a:cubicBezTo>
                    <a:pt x="280518" y="361333"/>
                    <a:pt x="361671" y="280257"/>
                    <a:pt x="361671" y="180667"/>
                  </a:cubicBezTo>
                  <a:cubicBezTo>
                    <a:pt x="361671" y="80438"/>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8891" y="273234"/>
                    <a:pt x="273490"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1141" name="Graphic 4">
              <a:extLst>
                <a:ext uri="{FF2B5EF4-FFF2-40B4-BE49-F238E27FC236}">
                  <a16:creationId xmlns:a16="http://schemas.microsoft.com/office/drawing/2014/main" id="{448C9A9D-8B72-B145-8102-02E0B3F53935}"/>
                </a:ext>
              </a:extLst>
            </p:cNvPr>
            <p:cNvSpPr/>
            <p:nvPr/>
          </p:nvSpPr>
          <p:spPr>
            <a:xfrm>
              <a:off x="11007305" y="2941263"/>
              <a:ext cx="219813" cy="238760"/>
            </a:xfrm>
            <a:custGeom>
              <a:avLst/>
              <a:gdLst>
                <a:gd name="connsiteX0" fmla="*/ 216619 w 219813"/>
                <a:gd name="connsiteY0" fmla="*/ 1915 h 238760"/>
                <a:gd name="connsiteX1" fmla="*/ 212146 w 219813"/>
                <a:gd name="connsiteY1" fmla="*/ 0 h 238760"/>
                <a:gd name="connsiteX2" fmla="*/ 178279 w 219813"/>
                <a:gd name="connsiteY2" fmla="*/ 0 h 238760"/>
                <a:gd name="connsiteX3" fmla="*/ 171889 w 219813"/>
                <a:gd name="connsiteY3" fmla="*/ 6384 h 238760"/>
                <a:gd name="connsiteX4" fmla="*/ 178279 w 219813"/>
                <a:gd name="connsiteY4" fmla="*/ 12768 h 238760"/>
                <a:gd name="connsiteX5" fmla="*/ 196172 w 219813"/>
                <a:gd name="connsiteY5" fmla="*/ 12768 h 238760"/>
                <a:gd name="connsiteX6" fmla="*/ 178279 w 219813"/>
                <a:gd name="connsiteY6" fmla="*/ 30005 h 238760"/>
                <a:gd name="connsiteX7" fmla="*/ 143135 w 219813"/>
                <a:gd name="connsiteY7" fmla="*/ 17875 h 238760"/>
                <a:gd name="connsiteX8" fmla="*/ 109268 w 219813"/>
                <a:gd name="connsiteY8" fmla="*/ 28728 h 238760"/>
                <a:gd name="connsiteX9" fmla="*/ 75402 w 219813"/>
                <a:gd name="connsiteY9" fmla="*/ 17875 h 238760"/>
                <a:gd name="connsiteX10" fmla="*/ 40257 w 219813"/>
                <a:gd name="connsiteY10" fmla="*/ 30005 h 238760"/>
                <a:gd name="connsiteX11" fmla="*/ 22365 w 219813"/>
                <a:gd name="connsiteY11" fmla="*/ 12768 h 238760"/>
                <a:gd name="connsiteX12" fmla="*/ 40257 w 219813"/>
                <a:gd name="connsiteY12" fmla="*/ 12768 h 238760"/>
                <a:gd name="connsiteX13" fmla="*/ 46647 w 219813"/>
                <a:gd name="connsiteY13" fmla="*/ 6384 h 238760"/>
                <a:gd name="connsiteX14" fmla="*/ 40257 w 219813"/>
                <a:gd name="connsiteY14" fmla="*/ 0 h 238760"/>
                <a:gd name="connsiteX15" fmla="*/ 6390 w 219813"/>
                <a:gd name="connsiteY15" fmla="*/ 0 h 238760"/>
                <a:gd name="connsiteX16" fmla="*/ 1917 w 219813"/>
                <a:gd name="connsiteY16" fmla="*/ 1915 h 238760"/>
                <a:gd name="connsiteX17" fmla="*/ 0 w 219813"/>
                <a:gd name="connsiteY17" fmla="*/ 6384 h 238760"/>
                <a:gd name="connsiteX18" fmla="*/ 0 w 219813"/>
                <a:gd name="connsiteY18" fmla="*/ 40857 h 238760"/>
                <a:gd name="connsiteX19" fmla="*/ 6390 w 219813"/>
                <a:gd name="connsiteY19" fmla="*/ 47241 h 238760"/>
                <a:gd name="connsiteX20" fmla="*/ 12780 w 219813"/>
                <a:gd name="connsiteY20" fmla="*/ 40857 h 238760"/>
                <a:gd name="connsiteX21" fmla="*/ 12780 w 219813"/>
                <a:gd name="connsiteY21" fmla="*/ 21067 h 238760"/>
                <a:gd name="connsiteX22" fmla="*/ 30672 w 219813"/>
                <a:gd name="connsiteY22" fmla="*/ 38304 h 238760"/>
                <a:gd name="connsiteX23" fmla="*/ 17253 w 219813"/>
                <a:gd name="connsiteY23" fmla="*/ 75969 h 238760"/>
                <a:gd name="connsiteX24" fmla="*/ 50481 w 219813"/>
                <a:gd name="connsiteY24" fmla="*/ 128318 h 238760"/>
                <a:gd name="connsiteX25" fmla="*/ 50481 w 219813"/>
                <a:gd name="connsiteY25" fmla="*/ 135979 h 238760"/>
                <a:gd name="connsiteX26" fmla="*/ 69012 w 219813"/>
                <a:gd name="connsiteY26" fmla="*/ 176836 h 238760"/>
                <a:gd name="connsiteX27" fmla="*/ 105434 w 219813"/>
                <a:gd name="connsiteY27" fmla="*/ 192796 h 238760"/>
                <a:gd name="connsiteX28" fmla="*/ 105434 w 219813"/>
                <a:gd name="connsiteY28" fmla="*/ 217694 h 238760"/>
                <a:gd name="connsiteX29" fmla="*/ 91376 w 219813"/>
                <a:gd name="connsiteY29" fmla="*/ 204287 h 238760"/>
                <a:gd name="connsiteX30" fmla="*/ 82430 w 219813"/>
                <a:gd name="connsiteY30" fmla="*/ 204287 h 238760"/>
                <a:gd name="connsiteX31" fmla="*/ 82430 w 219813"/>
                <a:gd name="connsiteY31" fmla="*/ 213225 h 238760"/>
                <a:gd name="connsiteX32" fmla="*/ 107351 w 219813"/>
                <a:gd name="connsiteY32" fmla="*/ 236846 h 238760"/>
                <a:gd name="connsiteX33" fmla="*/ 111824 w 219813"/>
                <a:gd name="connsiteY33" fmla="*/ 238761 h 238760"/>
                <a:gd name="connsiteX34" fmla="*/ 111824 w 219813"/>
                <a:gd name="connsiteY34" fmla="*/ 238761 h 238760"/>
                <a:gd name="connsiteX35" fmla="*/ 111824 w 219813"/>
                <a:gd name="connsiteY35" fmla="*/ 238761 h 238760"/>
                <a:gd name="connsiteX36" fmla="*/ 116297 w 219813"/>
                <a:gd name="connsiteY36" fmla="*/ 236846 h 238760"/>
                <a:gd name="connsiteX37" fmla="*/ 139301 w 219813"/>
                <a:gd name="connsiteY37" fmla="*/ 211948 h 238760"/>
                <a:gd name="connsiteX38" fmla="*/ 139301 w 219813"/>
                <a:gd name="connsiteY38" fmla="*/ 203011 h 238760"/>
                <a:gd name="connsiteX39" fmla="*/ 130355 w 219813"/>
                <a:gd name="connsiteY39" fmla="*/ 203011 h 238760"/>
                <a:gd name="connsiteX40" fmla="*/ 118214 w 219813"/>
                <a:gd name="connsiteY40" fmla="*/ 216417 h 238760"/>
                <a:gd name="connsiteX41" fmla="*/ 118214 w 219813"/>
                <a:gd name="connsiteY41" fmla="*/ 191519 h 238760"/>
                <a:gd name="connsiteX42" fmla="*/ 151442 w 219813"/>
                <a:gd name="connsiteY42" fmla="*/ 173644 h 238760"/>
                <a:gd name="connsiteX43" fmla="*/ 166777 w 219813"/>
                <a:gd name="connsiteY43" fmla="*/ 128956 h 238760"/>
                <a:gd name="connsiteX44" fmla="*/ 202561 w 219813"/>
                <a:gd name="connsiteY44" fmla="*/ 75331 h 238760"/>
                <a:gd name="connsiteX45" fmla="*/ 189142 w 219813"/>
                <a:gd name="connsiteY45" fmla="*/ 37665 h 238760"/>
                <a:gd name="connsiteX46" fmla="*/ 207034 w 219813"/>
                <a:gd name="connsiteY46" fmla="*/ 20429 h 238760"/>
                <a:gd name="connsiteX47" fmla="*/ 207034 w 219813"/>
                <a:gd name="connsiteY47" fmla="*/ 40219 h 238760"/>
                <a:gd name="connsiteX48" fmla="*/ 213424 w 219813"/>
                <a:gd name="connsiteY48" fmla="*/ 46603 h 238760"/>
                <a:gd name="connsiteX49" fmla="*/ 219814 w 219813"/>
                <a:gd name="connsiteY49" fmla="*/ 40219 h 238760"/>
                <a:gd name="connsiteX50" fmla="*/ 219814 w 219813"/>
                <a:gd name="connsiteY50" fmla="*/ 5746 h 238760"/>
                <a:gd name="connsiteX51" fmla="*/ 216619 w 219813"/>
                <a:gd name="connsiteY51" fmla="*/ 1915 h 238760"/>
                <a:gd name="connsiteX52" fmla="*/ 120131 w 219813"/>
                <a:gd name="connsiteY52" fmla="*/ 77246 h 238760"/>
                <a:gd name="connsiteX53" fmla="*/ 105434 w 219813"/>
                <a:gd name="connsiteY53" fmla="*/ 75969 h 238760"/>
                <a:gd name="connsiteX54" fmla="*/ 97128 w 219813"/>
                <a:gd name="connsiteY54" fmla="*/ 76608 h 238760"/>
                <a:gd name="connsiteX55" fmla="*/ 97128 w 219813"/>
                <a:gd name="connsiteY55" fmla="*/ 75331 h 238760"/>
                <a:gd name="connsiteX56" fmla="*/ 108629 w 219813"/>
                <a:gd name="connsiteY56" fmla="*/ 45326 h 238760"/>
                <a:gd name="connsiteX57" fmla="*/ 120131 w 219813"/>
                <a:gd name="connsiteY57" fmla="*/ 75331 h 238760"/>
                <a:gd name="connsiteX58" fmla="*/ 120131 w 219813"/>
                <a:gd name="connsiteY58" fmla="*/ 77246 h 238760"/>
                <a:gd name="connsiteX59" fmla="*/ 108629 w 219813"/>
                <a:gd name="connsiteY59" fmla="*/ 105974 h 238760"/>
                <a:gd name="connsiteX60" fmla="*/ 99044 w 219813"/>
                <a:gd name="connsiteY60" fmla="*/ 89376 h 238760"/>
                <a:gd name="connsiteX61" fmla="*/ 105434 w 219813"/>
                <a:gd name="connsiteY61" fmla="*/ 88737 h 238760"/>
                <a:gd name="connsiteX62" fmla="*/ 106712 w 219813"/>
                <a:gd name="connsiteY62" fmla="*/ 88737 h 238760"/>
                <a:gd name="connsiteX63" fmla="*/ 116936 w 219813"/>
                <a:gd name="connsiteY63" fmla="*/ 90014 h 238760"/>
                <a:gd name="connsiteX64" fmla="*/ 108629 w 219813"/>
                <a:gd name="connsiteY64" fmla="*/ 105974 h 238760"/>
                <a:gd name="connsiteX65" fmla="*/ 129716 w 219813"/>
                <a:gd name="connsiteY65" fmla="*/ 95121 h 238760"/>
                <a:gd name="connsiteX66" fmla="*/ 138662 w 219813"/>
                <a:gd name="connsiteY66" fmla="*/ 101505 h 238760"/>
                <a:gd name="connsiteX67" fmla="*/ 150802 w 219813"/>
                <a:gd name="connsiteY67" fmla="*/ 121296 h 238760"/>
                <a:gd name="connsiteX68" fmla="*/ 142496 w 219813"/>
                <a:gd name="connsiteY68" fmla="*/ 121934 h 238760"/>
                <a:gd name="connsiteX69" fmla="*/ 118214 w 219813"/>
                <a:gd name="connsiteY69" fmla="*/ 114912 h 238760"/>
                <a:gd name="connsiteX70" fmla="*/ 129716 w 219813"/>
                <a:gd name="connsiteY70" fmla="*/ 95121 h 238760"/>
                <a:gd name="connsiteX71" fmla="*/ 99044 w 219813"/>
                <a:gd name="connsiteY71" fmla="*/ 114273 h 238760"/>
                <a:gd name="connsiteX72" fmla="*/ 74763 w 219813"/>
                <a:gd name="connsiteY72" fmla="*/ 121296 h 238760"/>
                <a:gd name="connsiteX73" fmla="*/ 64538 w 219813"/>
                <a:gd name="connsiteY73" fmla="*/ 120019 h 238760"/>
                <a:gd name="connsiteX74" fmla="*/ 74763 w 219813"/>
                <a:gd name="connsiteY74" fmla="*/ 102782 h 238760"/>
                <a:gd name="connsiteX75" fmla="*/ 87543 w 219813"/>
                <a:gd name="connsiteY75" fmla="*/ 93206 h 238760"/>
                <a:gd name="connsiteX76" fmla="*/ 99044 w 219813"/>
                <a:gd name="connsiteY76" fmla="*/ 114273 h 238760"/>
                <a:gd name="connsiteX77" fmla="*/ 28755 w 219813"/>
                <a:gd name="connsiteY77" fmla="*/ 75969 h 238760"/>
                <a:gd name="connsiteX78" fmla="*/ 74123 w 219813"/>
                <a:gd name="connsiteY78" fmla="*/ 30643 h 238760"/>
                <a:gd name="connsiteX79" fmla="*/ 98405 w 219813"/>
                <a:gd name="connsiteY79" fmla="*/ 37665 h 238760"/>
                <a:gd name="connsiteX80" fmla="*/ 83708 w 219813"/>
                <a:gd name="connsiteY80" fmla="*/ 75969 h 238760"/>
                <a:gd name="connsiteX81" fmla="*/ 83708 w 219813"/>
                <a:gd name="connsiteY81" fmla="*/ 80438 h 238760"/>
                <a:gd name="connsiteX82" fmla="*/ 63899 w 219813"/>
                <a:gd name="connsiteY82" fmla="*/ 94483 h 238760"/>
                <a:gd name="connsiteX83" fmla="*/ 51119 w 219813"/>
                <a:gd name="connsiteY83" fmla="*/ 115550 h 238760"/>
                <a:gd name="connsiteX84" fmla="*/ 28755 w 219813"/>
                <a:gd name="connsiteY84" fmla="*/ 75969 h 238760"/>
                <a:gd name="connsiteX85" fmla="*/ 140579 w 219813"/>
                <a:gd name="connsiteY85" fmla="*/ 165984 h 238760"/>
                <a:gd name="connsiteX86" fmla="*/ 108629 w 219813"/>
                <a:gd name="connsiteY86" fmla="*/ 180028 h 238760"/>
                <a:gd name="connsiteX87" fmla="*/ 76040 w 219813"/>
                <a:gd name="connsiteY87" fmla="*/ 167899 h 238760"/>
                <a:gd name="connsiteX88" fmla="*/ 61983 w 219813"/>
                <a:gd name="connsiteY88" fmla="*/ 135979 h 238760"/>
                <a:gd name="connsiteX89" fmla="*/ 61983 w 219813"/>
                <a:gd name="connsiteY89" fmla="*/ 132787 h 238760"/>
                <a:gd name="connsiteX90" fmla="*/ 74763 w 219813"/>
                <a:gd name="connsiteY90" fmla="*/ 134064 h 238760"/>
                <a:gd name="connsiteX91" fmla="*/ 108629 w 219813"/>
                <a:gd name="connsiteY91" fmla="*/ 123211 h 238760"/>
                <a:gd name="connsiteX92" fmla="*/ 142496 w 219813"/>
                <a:gd name="connsiteY92" fmla="*/ 134064 h 238760"/>
                <a:gd name="connsiteX93" fmla="*/ 152720 w 219813"/>
                <a:gd name="connsiteY93" fmla="*/ 133425 h 238760"/>
                <a:gd name="connsiteX94" fmla="*/ 140579 w 219813"/>
                <a:gd name="connsiteY94" fmla="*/ 165984 h 238760"/>
                <a:gd name="connsiteX95" fmla="*/ 162943 w 219813"/>
                <a:gd name="connsiteY95" fmla="*/ 116827 h 238760"/>
                <a:gd name="connsiteX96" fmla="*/ 146969 w 219813"/>
                <a:gd name="connsiteY96" fmla="*/ 91929 h 238760"/>
                <a:gd name="connsiteX97" fmla="*/ 132272 w 219813"/>
                <a:gd name="connsiteY97" fmla="*/ 81715 h 238760"/>
                <a:gd name="connsiteX98" fmla="*/ 132272 w 219813"/>
                <a:gd name="connsiteY98" fmla="*/ 75969 h 238760"/>
                <a:gd name="connsiteX99" fmla="*/ 117575 w 219813"/>
                <a:gd name="connsiteY99" fmla="*/ 37665 h 238760"/>
                <a:gd name="connsiteX100" fmla="*/ 141857 w 219813"/>
                <a:gd name="connsiteY100" fmla="*/ 30643 h 238760"/>
                <a:gd name="connsiteX101" fmla="*/ 187225 w 219813"/>
                <a:gd name="connsiteY101" fmla="*/ 75969 h 238760"/>
                <a:gd name="connsiteX102" fmla="*/ 162943 w 219813"/>
                <a:gd name="connsiteY102" fmla="*/ 116827 h 238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219813" h="238760">
                  <a:moveTo>
                    <a:pt x="216619" y="1915"/>
                  </a:moveTo>
                  <a:cubicBezTo>
                    <a:pt x="215341" y="638"/>
                    <a:pt x="214063" y="0"/>
                    <a:pt x="212146" y="0"/>
                  </a:cubicBezTo>
                  <a:lnTo>
                    <a:pt x="178279" y="0"/>
                  </a:lnTo>
                  <a:cubicBezTo>
                    <a:pt x="174446" y="0"/>
                    <a:pt x="171889" y="2554"/>
                    <a:pt x="171889" y="6384"/>
                  </a:cubicBezTo>
                  <a:cubicBezTo>
                    <a:pt x="171889" y="10214"/>
                    <a:pt x="174446" y="12768"/>
                    <a:pt x="178279" y="12768"/>
                  </a:cubicBezTo>
                  <a:lnTo>
                    <a:pt x="196172" y="12768"/>
                  </a:lnTo>
                  <a:lnTo>
                    <a:pt x="178279" y="30005"/>
                  </a:lnTo>
                  <a:cubicBezTo>
                    <a:pt x="168695" y="22344"/>
                    <a:pt x="155915" y="17875"/>
                    <a:pt x="143135" y="17875"/>
                  </a:cubicBezTo>
                  <a:cubicBezTo>
                    <a:pt x="130355" y="17875"/>
                    <a:pt x="118853" y="22344"/>
                    <a:pt x="109268" y="28728"/>
                  </a:cubicBezTo>
                  <a:cubicBezTo>
                    <a:pt x="99683" y="21706"/>
                    <a:pt x="88181" y="17875"/>
                    <a:pt x="75402" y="17875"/>
                  </a:cubicBezTo>
                  <a:cubicBezTo>
                    <a:pt x="61983" y="17875"/>
                    <a:pt x="49842" y="22344"/>
                    <a:pt x="40257" y="30005"/>
                  </a:cubicBezTo>
                  <a:lnTo>
                    <a:pt x="22365" y="12768"/>
                  </a:lnTo>
                  <a:lnTo>
                    <a:pt x="40257" y="12768"/>
                  </a:lnTo>
                  <a:cubicBezTo>
                    <a:pt x="44091" y="12768"/>
                    <a:pt x="46647" y="10214"/>
                    <a:pt x="46647" y="6384"/>
                  </a:cubicBezTo>
                  <a:cubicBezTo>
                    <a:pt x="46647" y="2554"/>
                    <a:pt x="44091" y="0"/>
                    <a:pt x="40257" y="0"/>
                  </a:cubicBezTo>
                  <a:lnTo>
                    <a:pt x="6390" y="0"/>
                  </a:lnTo>
                  <a:cubicBezTo>
                    <a:pt x="4473" y="0"/>
                    <a:pt x="3195" y="638"/>
                    <a:pt x="1917" y="1915"/>
                  </a:cubicBezTo>
                  <a:cubicBezTo>
                    <a:pt x="639" y="3192"/>
                    <a:pt x="0" y="4469"/>
                    <a:pt x="0" y="6384"/>
                  </a:cubicBezTo>
                  <a:lnTo>
                    <a:pt x="0" y="40857"/>
                  </a:lnTo>
                  <a:cubicBezTo>
                    <a:pt x="0" y="44688"/>
                    <a:pt x="2556" y="47241"/>
                    <a:pt x="6390" y="47241"/>
                  </a:cubicBezTo>
                  <a:cubicBezTo>
                    <a:pt x="10224" y="47241"/>
                    <a:pt x="12780" y="44688"/>
                    <a:pt x="12780" y="40857"/>
                  </a:cubicBezTo>
                  <a:lnTo>
                    <a:pt x="12780" y="21067"/>
                  </a:lnTo>
                  <a:lnTo>
                    <a:pt x="30672" y="38304"/>
                  </a:lnTo>
                  <a:cubicBezTo>
                    <a:pt x="22365" y="48518"/>
                    <a:pt x="17253" y="61286"/>
                    <a:pt x="17253" y="75969"/>
                  </a:cubicBezTo>
                  <a:cubicBezTo>
                    <a:pt x="17253" y="98952"/>
                    <a:pt x="30672" y="119380"/>
                    <a:pt x="50481" y="128318"/>
                  </a:cubicBezTo>
                  <a:cubicBezTo>
                    <a:pt x="50481" y="130872"/>
                    <a:pt x="49842" y="133425"/>
                    <a:pt x="50481" y="135979"/>
                  </a:cubicBezTo>
                  <a:cubicBezTo>
                    <a:pt x="51119" y="151300"/>
                    <a:pt x="57509" y="165984"/>
                    <a:pt x="69012" y="176836"/>
                  </a:cubicBezTo>
                  <a:cubicBezTo>
                    <a:pt x="79235" y="186412"/>
                    <a:pt x="92015" y="191519"/>
                    <a:pt x="105434" y="192796"/>
                  </a:cubicBezTo>
                  <a:lnTo>
                    <a:pt x="105434" y="217694"/>
                  </a:lnTo>
                  <a:lnTo>
                    <a:pt x="91376" y="204287"/>
                  </a:lnTo>
                  <a:cubicBezTo>
                    <a:pt x="88820" y="201734"/>
                    <a:pt x="84986" y="201734"/>
                    <a:pt x="82430" y="204287"/>
                  </a:cubicBezTo>
                  <a:cubicBezTo>
                    <a:pt x="79874" y="206841"/>
                    <a:pt x="79874" y="210671"/>
                    <a:pt x="82430" y="213225"/>
                  </a:cubicBezTo>
                  <a:lnTo>
                    <a:pt x="107351" y="236846"/>
                  </a:lnTo>
                  <a:cubicBezTo>
                    <a:pt x="108629" y="238122"/>
                    <a:pt x="109907" y="238761"/>
                    <a:pt x="111824" y="238761"/>
                  </a:cubicBezTo>
                  <a:cubicBezTo>
                    <a:pt x="111824" y="238761"/>
                    <a:pt x="111824" y="238761"/>
                    <a:pt x="111824" y="238761"/>
                  </a:cubicBezTo>
                  <a:cubicBezTo>
                    <a:pt x="111824" y="238761"/>
                    <a:pt x="111824" y="238761"/>
                    <a:pt x="111824" y="238761"/>
                  </a:cubicBezTo>
                  <a:cubicBezTo>
                    <a:pt x="113741" y="238761"/>
                    <a:pt x="115019" y="238122"/>
                    <a:pt x="116297" y="236846"/>
                  </a:cubicBezTo>
                  <a:lnTo>
                    <a:pt x="139301" y="211948"/>
                  </a:lnTo>
                  <a:cubicBezTo>
                    <a:pt x="141857" y="209395"/>
                    <a:pt x="141857" y="205564"/>
                    <a:pt x="139301" y="203011"/>
                  </a:cubicBezTo>
                  <a:cubicBezTo>
                    <a:pt x="136745" y="200457"/>
                    <a:pt x="132911" y="200457"/>
                    <a:pt x="130355" y="203011"/>
                  </a:cubicBezTo>
                  <a:lnTo>
                    <a:pt x="118214" y="216417"/>
                  </a:lnTo>
                  <a:lnTo>
                    <a:pt x="118214" y="191519"/>
                  </a:lnTo>
                  <a:cubicBezTo>
                    <a:pt x="130994" y="189604"/>
                    <a:pt x="142496" y="183220"/>
                    <a:pt x="151442" y="173644"/>
                  </a:cubicBezTo>
                  <a:cubicBezTo>
                    <a:pt x="162943" y="160876"/>
                    <a:pt x="168056" y="144916"/>
                    <a:pt x="166777" y="128956"/>
                  </a:cubicBezTo>
                  <a:cubicBezTo>
                    <a:pt x="187864" y="120019"/>
                    <a:pt x="202561" y="99590"/>
                    <a:pt x="202561" y="75331"/>
                  </a:cubicBezTo>
                  <a:cubicBezTo>
                    <a:pt x="202561" y="61286"/>
                    <a:pt x="197449" y="47880"/>
                    <a:pt x="189142" y="37665"/>
                  </a:cubicBezTo>
                  <a:lnTo>
                    <a:pt x="207034" y="20429"/>
                  </a:lnTo>
                  <a:lnTo>
                    <a:pt x="207034" y="40219"/>
                  </a:lnTo>
                  <a:cubicBezTo>
                    <a:pt x="207034" y="44049"/>
                    <a:pt x="209590" y="46603"/>
                    <a:pt x="213424" y="46603"/>
                  </a:cubicBezTo>
                  <a:cubicBezTo>
                    <a:pt x="217258" y="46603"/>
                    <a:pt x="219814" y="44049"/>
                    <a:pt x="219814" y="40219"/>
                  </a:cubicBezTo>
                  <a:lnTo>
                    <a:pt x="219814" y="5746"/>
                  </a:lnTo>
                  <a:cubicBezTo>
                    <a:pt x="218536" y="4469"/>
                    <a:pt x="217897" y="3192"/>
                    <a:pt x="216619" y="1915"/>
                  </a:cubicBezTo>
                  <a:close/>
                  <a:moveTo>
                    <a:pt x="120131" y="77246"/>
                  </a:moveTo>
                  <a:cubicBezTo>
                    <a:pt x="115658" y="75969"/>
                    <a:pt x="110546" y="75969"/>
                    <a:pt x="105434" y="75969"/>
                  </a:cubicBezTo>
                  <a:cubicBezTo>
                    <a:pt x="102878" y="75969"/>
                    <a:pt x="99683" y="76608"/>
                    <a:pt x="97128" y="76608"/>
                  </a:cubicBezTo>
                  <a:cubicBezTo>
                    <a:pt x="97128" y="75969"/>
                    <a:pt x="97128" y="75969"/>
                    <a:pt x="97128" y="75331"/>
                  </a:cubicBezTo>
                  <a:cubicBezTo>
                    <a:pt x="97128" y="63840"/>
                    <a:pt x="101600" y="52987"/>
                    <a:pt x="108629" y="45326"/>
                  </a:cubicBezTo>
                  <a:cubicBezTo>
                    <a:pt x="115658" y="53625"/>
                    <a:pt x="120131" y="63840"/>
                    <a:pt x="120131" y="75331"/>
                  </a:cubicBezTo>
                  <a:cubicBezTo>
                    <a:pt x="120131" y="76608"/>
                    <a:pt x="120131" y="77246"/>
                    <a:pt x="120131" y="77246"/>
                  </a:cubicBezTo>
                  <a:close/>
                  <a:moveTo>
                    <a:pt x="108629" y="105974"/>
                  </a:moveTo>
                  <a:cubicBezTo>
                    <a:pt x="104156" y="101505"/>
                    <a:pt x="100961" y="95760"/>
                    <a:pt x="99044" y="89376"/>
                  </a:cubicBezTo>
                  <a:cubicBezTo>
                    <a:pt x="100961" y="88737"/>
                    <a:pt x="103517" y="88737"/>
                    <a:pt x="105434" y="88737"/>
                  </a:cubicBezTo>
                  <a:cubicBezTo>
                    <a:pt x="106073" y="88737"/>
                    <a:pt x="106712" y="88737"/>
                    <a:pt x="106712" y="88737"/>
                  </a:cubicBezTo>
                  <a:cubicBezTo>
                    <a:pt x="110546" y="88737"/>
                    <a:pt x="113741" y="89376"/>
                    <a:pt x="116936" y="90014"/>
                  </a:cubicBezTo>
                  <a:cubicBezTo>
                    <a:pt x="115658" y="96398"/>
                    <a:pt x="112463" y="101505"/>
                    <a:pt x="108629" y="105974"/>
                  </a:cubicBezTo>
                  <a:close/>
                  <a:moveTo>
                    <a:pt x="129716" y="95121"/>
                  </a:moveTo>
                  <a:cubicBezTo>
                    <a:pt x="132911" y="97036"/>
                    <a:pt x="136106" y="98952"/>
                    <a:pt x="138662" y="101505"/>
                  </a:cubicBezTo>
                  <a:cubicBezTo>
                    <a:pt x="144412" y="107251"/>
                    <a:pt x="148886" y="113635"/>
                    <a:pt x="150802" y="121296"/>
                  </a:cubicBezTo>
                  <a:cubicBezTo>
                    <a:pt x="148247" y="121934"/>
                    <a:pt x="145691" y="121934"/>
                    <a:pt x="142496" y="121934"/>
                  </a:cubicBezTo>
                  <a:cubicBezTo>
                    <a:pt x="133550" y="121934"/>
                    <a:pt x="125243" y="119380"/>
                    <a:pt x="118214" y="114912"/>
                  </a:cubicBezTo>
                  <a:cubicBezTo>
                    <a:pt x="123326" y="108528"/>
                    <a:pt x="127160" y="102144"/>
                    <a:pt x="129716" y="95121"/>
                  </a:cubicBezTo>
                  <a:close/>
                  <a:moveTo>
                    <a:pt x="99044" y="114273"/>
                  </a:moveTo>
                  <a:cubicBezTo>
                    <a:pt x="92015" y="118742"/>
                    <a:pt x="83708" y="121296"/>
                    <a:pt x="74763" y="121296"/>
                  </a:cubicBezTo>
                  <a:cubicBezTo>
                    <a:pt x="70928" y="121296"/>
                    <a:pt x="67733" y="120657"/>
                    <a:pt x="64538" y="120019"/>
                  </a:cubicBezTo>
                  <a:cubicBezTo>
                    <a:pt x="66456" y="113635"/>
                    <a:pt x="70289" y="107889"/>
                    <a:pt x="74763" y="102782"/>
                  </a:cubicBezTo>
                  <a:cubicBezTo>
                    <a:pt x="78597" y="98952"/>
                    <a:pt x="83069" y="95760"/>
                    <a:pt x="87543" y="93206"/>
                  </a:cubicBezTo>
                  <a:cubicBezTo>
                    <a:pt x="89459" y="101505"/>
                    <a:pt x="93293" y="108528"/>
                    <a:pt x="99044" y="114273"/>
                  </a:cubicBezTo>
                  <a:close/>
                  <a:moveTo>
                    <a:pt x="28755" y="75969"/>
                  </a:moveTo>
                  <a:cubicBezTo>
                    <a:pt x="28755" y="51072"/>
                    <a:pt x="49203" y="30643"/>
                    <a:pt x="74123" y="30643"/>
                  </a:cubicBezTo>
                  <a:cubicBezTo>
                    <a:pt x="83069" y="30643"/>
                    <a:pt x="91376" y="33197"/>
                    <a:pt x="98405" y="37665"/>
                  </a:cubicBezTo>
                  <a:cubicBezTo>
                    <a:pt x="89459" y="47880"/>
                    <a:pt x="83708" y="61286"/>
                    <a:pt x="83708" y="75969"/>
                  </a:cubicBezTo>
                  <a:cubicBezTo>
                    <a:pt x="83708" y="77246"/>
                    <a:pt x="83708" y="79161"/>
                    <a:pt x="83708" y="80438"/>
                  </a:cubicBezTo>
                  <a:cubicBezTo>
                    <a:pt x="76040" y="83630"/>
                    <a:pt x="69650" y="88099"/>
                    <a:pt x="63899" y="94483"/>
                  </a:cubicBezTo>
                  <a:cubicBezTo>
                    <a:pt x="58148" y="100867"/>
                    <a:pt x="53676" y="107889"/>
                    <a:pt x="51119" y="115550"/>
                  </a:cubicBezTo>
                  <a:cubicBezTo>
                    <a:pt x="38340" y="107889"/>
                    <a:pt x="28755" y="93206"/>
                    <a:pt x="28755" y="75969"/>
                  </a:cubicBezTo>
                  <a:close/>
                  <a:moveTo>
                    <a:pt x="140579" y="165984"/>
                  </a:moveTo>
                  <a:cubicBezTo>
                    <a:pt x="132272" y="174921"/>
                    <a:pt x="120770" y="180028"/>
                    <a:pt x="108629" y="180028"/>
                  </a:cubicBezTo>
                  <a:cubicBezTo>
                    <a:pt x="96488" y="180028"/>
                    <a:pt x="84986" y="176198"/>
                    <a:pt x="76040" y="167899"/>
                  </a:cubicBezTo>
                  <a:cubicBezTo>
                    <a:pt x="67094" y="159600"/>
                    <a:pt x="61983" y="148108"/>
                    <a:pt x="61983" y="135979"/>
                  </a:cubicBezTo>
                  <a:cubicBezTo>
                    <a:pt x="61983" y="134702"/>
                    <a:pt x="61983" y="134064"/>
                    <a:pt x="61983" y="132787"/>
                  </a:cubicBezTo>
                  <a:cubicBezTo>
                    <a:pt x="65817" y="133425"/>
                    <a:pt x="70289" y="134064"/>
                    <a:pt x="74763" y="134064"/>
                  </a:cubicBezTo>
                  <a:cubicBezTo>
                    <a:pt x="87543" y="134064"/>
                    <a:pt x="99044" y="129595"/>
                    <a:pt x="108629" y="123211"/>
                  </a:cubicBezTo>
                  <a:cubicBezTo>
                    <a:pt x="118214" y="130233"/>
                    <a:pt x="129716" y="134064"/>
                    <a:pt x="142496" y="134064"/>
                  </a:cubicBezTo>
                  <a:cubicBezTo>
                    <a:pt x="145691" y="134064"/>
                    <a:pt x="149525" y="133425"/>
                    <a:pt x="152720" y="133425"/>
                  </a:cubicBezTo>
                  <a:cubicBezTo>
                    <a:pt x="152720" y="144916"/>
                    <a:pt x="148886" y="156408"/>
                    <a:pt x="140579" y="165984"/>
                  </a:cubicBezTo>
                  <a:close/>
                  <a:moveTo>
                    <a:pt x="162943" y="116827"/>
                  </a:moveTo>
                  <a:cubicBezTo>
                    <a:pt x="159748" y="107889"/>
                    <a:pt x="154637" y="98952"/>
                    <a:pt x="146969" y="91929"/>
                  </a:cubicBezTo>
                  <a:cubicBezTo>
                    <a:pt x="142496" y="87460"/>
                    <a:pt x="137384" y="84268"/>
                    <a:pt x="132272" y="81715"/>
                  </a:cubicBezTo>
                  <a:cubicBezTo>
                    <a:pt x="132272" y="79800"/>
                    <a:pt x="132272" y="77884"/>
                    <a:pt x="132272" y="75969"/>
                  </a:cubicBezTo>
                  <a:cubicBezTo>
                    <a:pt x="132272" y="61286"/>
                    <a:pt x="126521" y="47880"/>
                    <a:pt x="117575" y="37665"/>
                  </a:cubicBezTo>
                  <a:cubicBezTo>
                    <a:pt x="124604" y="33197"/>
                    <a:pt x="132911" y="30643"/>
                    <a:pt x="141857" y="30643"/>
                  </a:cubicBezTo>
                  <a:cubicBezTo>
                    <a:pt x="166777" y="30643"/>
                    <a:pt x="187225" y="51072"/>
                    <a:pt x="187225" y="75969"/>
                  </a:cubicBezTo>
                  <a:cubicBezTo>
                    <a:pt x="188503" y="93844"/>
                    <a:pt x="177641" y="109166"/>
                    <a:pt x="162943" y="116827"/>
                  </a:cubicBezTo>
                  <a:close/>
                </a:path>
              </a:pathLst>
            </a:custGeom>
            <a:solidFill>
              <a:srgbClr val="00A3E0"/>
            </a:solidFill>
            <a:ln w="6390" cap="flat">
              <a:noFill/>
              <a:prstDash val="solid"/>
              <a:miter/>
            </a:ln>
          </p:spPr>
          <p:txBody>
            <a:bodyPr rtlCol="0" anchor="ctr"/>
            <a:lstStyle/>
            <a:p>
              <a:endParaRPr lang="en-US"/>
            </a:p>
          </p:txBody>
        </p:sp>
      </p:grpSp>
      <p:grpSp>
        <p:nvGrpSpPr>
          <p:cNvPr id="1142" name="Graphic 4">
            <a:extLst>
              <a:ext uri="{FF2B5EF4-FFF2-40B4-BE49-F238E27FC236}">
                <a16:creationId xmlns:a16="http://schemas.microsoft.com/office/drawing/2014/main" id="{A5C3EE03-63AD-DE47-8604-B78736B840BB}"/>
              </a:ext>
            </a:extLst>
          </p:cNvPr>
          <p:cNvGrpSpPr/>
          <p:nvPr/>
        </p:nvGrpSpPr>
        <p:grpSpPr>
          <a:xfrm>
            <a:off x="9887149" y="2855717"/>
            <a:ext cx="361670" cy="361333"/>
            <a:chOff x="9887149" y="2855717"/>
            <a:chExt cx="361670" cy="361333"/>
          </a:xfrm>
          <a:solidFill>
            <a:srgbClr val="00A3E0"/>
          </a:solidFill>
        </p:grpSpPr>
        <p:sp>
          <p:nvSpPr>
            <p:cNvPr id="1143" name="Graphic 4">
              <a:extLst>
                <a:ext uri="{FF2B5EF4-FFF2-40B4-BE49-F238E27FC236}">
                  <a16:creationId xmlns:a16="http://schemas.microsoft.com/office/drawing/2014/main" id="{EE0742A7-6673-2C40-8008-D44A837DCC15}"/>
                </a:ext>
              </a:extLst>
            </p:cNvPr>
            <p:cNvSpPr/>
            <p:nvPr/>
          </p:nvSpPr>
          <p:spPr>
            <a:xfrm>
              <a:off x="9887149" y="2855717"/>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1670" y="80438"/>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234"/>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1144" name="Graphic 4">
              <a:extLst>
                <a:ext uri="{FF2B5EF4-FFF2-40B4-BE49-F238E27FC236}">
                  <a16:creationId xmlns:a16="http://schemas.microsoft.com/office/drawing/2014/main" id="{800FABE8-5F73-DE41-BFC9-468E64068835}"/>
                </a:ext>
              </a:extLst>
            </p:cNvPr>
            <p:cNvSpPr/>
            <p:nvPr/>
          </p:nvSpPr>
          <p:spPr>
            <a:xfrm>
              <a:off x="9958716" y="2904874"/>
              <a:ext cx="217257" cy="263658"/>
            </a:xfrm>
            <a:custGeom>
              <a:avLst/>
              <a:gdLst>
                <a:gd name="connsiteX0" fmla="*/ 164861 w 217257"/>
                <a:gd name="connsiteY0" fmla="*/ 102144 h 263658"/>
                <a:gd name="connsiteX1" fmla="*/ 149525 w 217257"/>
                <a:gd name="connsiteY1" fmla="*/ 62563 h 263658"/>
                <a:gd name="connsiteX2" fmla="*/ 117575 w 217257"/>
                <a:gd name="connsiteY2" fmla="*/ 45326 h 263658"/>
                <a:gd name="connsiteX3" fmla="*/ 117575 w 217257"/>
                <a:gd name="connsiteY3" fmla="*/ 22344 h 263658"/>
                <a:gd name="connsiteX4" fmla="*/ 129076 w 217257"/>
                <a:gd name="connsiteY4" fmla="*/ 35112 h 263658"/>
                <a:gd name="connsiteX5" fmla="*/ 133550 w 217257"/>
                <a:gd name="connsiteY5" fmla="*/ 37027 h 263658"/>
                <a:gd name="connsiteX6" fmla="*/ 138022 w 217257"/>
                <a:gd name="connsiteY6" fmla="*/ 35112 h 263658"/>
                <a:gd name="connsiteX7" fmla="*/ 138022 w 217257"/>
                <a:gd name="connsiteY7" fmla="*/ 26174 h 263658"/>
                <a:gd name="connsiteX8" fmla="*/ 115658 w 217257"/>
                <a:gd name="connsiteY8" fmla="*/ 1915 h 263658"/>
                <a:gd name="connsiteX9" fmla="*/ 111185 w 217257"/>
                <a:gd name="connsiteY9" fmla="*/ 0 h 263658"/>
                <a:gd name="connsiteX10" fmla="*/ 106712 w 217257"/>
                <a:gd name="connsiteY10" fmla="*/ 1915 h 263658"/>
                <a:gd name="connsiteX11" fmla="*/ 82430 w 217257"/>
                <a:gd name="connsiteY11" fmla="*/ 24897 h 263658"/>
                <a:gd name="connsiteX12" fmla="*/ 82430 w 217257"/>
                <a:gd name="connsiteY12" fmla="*/ 33835 h 263658"/>
                <a:gd name="connsiteX13" fmla="*/ 86903 w 217257"/>
                <a:gd name="connsiteY13" fmla="*/ 35750 h 263658"/>
                <a:gd name="connsiteX14" fmla="*/ 91376 w 217257"/>
                <a:gd name="connsiteY14" fmla="*/ 33835 h 263658"/>
                <a:gd name="connsiteX15" fmla="*/ 104795 w 217257"/>
                <a:gd name="connsiteY15" fmla="*/ 21067 h 263658"/>
                <a:gd name="connsiteX16" fmla="*/ 104795 w 217257"/>
                <a:gd name="connsiteY16" fmla="*/ 44688 h 263658"/>
                <a:gd name="connsiteX17" fmla="*/ 69012 w 217257"/>
                <a:gd name="connsiteY17" fmla="*/ 60009 h 263658"/>
                <a:gd name="connsiteX18" fmla="*/ 51119 w 217257"/>
                <a:gd name="connsiteY18" fmla="*/ 102144 h 263658"/>
                <a:gd name="connsiteX19" fmla="*/ 0 w 217257"/>
                <a:gd name="connsiteY19" fmla="*/ 158961 h 263658"/>
                <a:gd name="connsiteX20" fmla="*/ 51119 w 217257"/>
                <a:gd name="connsiteY20" fmla="*/ 215779 h 263658"/>
                <a:gd name="connsiteX21" fmla="*/ 51119 w 217257"/>
                <a:gd name="connsiteY21" fmla="*/ 231100 h 263658"/>
                <a:gd name="connsiteX22" fmla="*/ 38978 w 217257"/>
                <a:gd name="connsiteY22" fmla="*/ 231100 h 263658"/>
                <a:gd name="connsiteX23" fmla="*/ 32589 w 217257"/>
                <a:gd name="connsiteY23" fmla="*/ 237484 h 263658"/>
                <a:gd name="connsiteX24" fmla="*/ 38978 w 217257"/>
                <a:gd name="connsiteY24" fmla="*/ 243868 h 263658"/>
                <a:gd name="connsiteX25" fmla="*/ 51119 w 217257"/>
                <a:gd name="connsiteY25" fmla="*/ 243868 h 263658"/>
                <a:gd name="connsiteX26" fmla="*/ 51119 w 217257"/>
                <a:gd name="connsiteY26" fmla="*/ 257275 h 263658"/>
                <a:gd name="connsiteX27" fmla="*/ 57509 w 217257"/>
                <a:gd name="connsiteY27" fmla="*/ 263659 h 263658"/>
                <a:gd name="connsiteX28" fmla="*/ 63899 w 217257"/>
                <a:gd name="connsiteY28" fmla="*/ 257275 h 263658"/>
                <a:gd name="connsiteX29" fmla="*/ 63899 w 217257"/>
                <a:gd name="connsiteY29" fmla="*/ 243868 h 263658"/>
                <a:gd name="connsiteX30" fmla="*/ 76040 w 217257"/>
                <a:gd name="connsiteY30" fmla="*/ 243868 h 263658"/>
                <a:gd name="connsiteX31" fmla="*/ 82430 w 217257"/>
                <a:gd name="connsiteY31" fmla="*/ 237484 h 263658"/>
                <a:gd name="connsiteX32" fmla="*/ 76040 w 217257"/>
                <a:gd name="connsiteY32" fmla="*/ 231100 h 263658"/>
                <a:gd name="connsiteX33" fmla="*/ 63899 w 217257"/>
                <a:gd name="connsiteY33" fmla="*/ 231100 h 263658"/>
                <a:gd name="connsiteX34" fmla="*/ 63899 w 217257"/>
                <a:gd name="connsiteY34" fmla="*/ 215779 h 263658"/>
                <a:gd name="connsiteX35" fmla="*/ 108629 w 217257"/>
                <a:gd name="connsiteY35" fmla="*/ 184497 h 263658"/>
                <a:gd name="connsiteX36" fmla="*/ 153997 w 217257"/>
                <a:gd name="connsiteY36" fmla="*/ 215779 h 263658"/>
                <a:gd name="connsiteX37" fmla="*/ 153997 w 217257"/>
                <a:gd name="connsiteY37" fmla="*/ 231100 h 263658"/>
                <a:gd name="connsiteX38" fmla="*/ 141856 w 217257"/>
                <a:gd name="connsiteY38" fmla="*/ 231100 h 263658"/>
                <a:gd name="connsiteX39" fmla="*/ 135466 w 217257"/>
                <a:gd name="connsiteY39" fmla="*/ 237484 h 263658"/>
                <a:gd name="connsiteX40" fmla="*/ 141856 w 217257"/>
                <a:gd name="connsiteY40" fmla="*/ 243868 h 263658"/>
                <a:gd name="connsiteX41" fmla="*/ 153997 w 217257"/>
                <a:gd name="connsiteY41" fmla="*/ 243868 h 263658"/>
                <a:gd name="connsiteX42" fmla="*/ 153997 w 217257"/>
                <a:gd name="connsiteY42" fmla="*/ 257275 h 263658"/>
                <a:gd name="connsiteX43" fmla="*/ 160387 w 217257"/>
                <a:gd name="connsiteY43" fmla="*/ 263659 h 263658"/>
                <a:gd name="connsiteX44" fmla="*/ 166777 w 217257"/>
                <a:gd name="connsiteY44" fmla="*/ 257275 h 263658"/>
                <a:gd name="connsiteX45" fmla="*/ 166777 w 217257"/>
                <a:gd name="connsiteY45" fmla="*/ 243868 h 263658"/>
                <a:gd name="connsiteX46" fmla="*/ 178918 w 217257"/>
                <a:gd name="connsiteY46" fmla="*/ 243868 h 263658"/>
                <a:gd name="connsiteX47" fmla="*/ 185308 w 217257"/>
                <a:gd name="connsiteY47" fmla="*/ 237484 h 263658"/>
                <a:gd name="connsiteX48" fmla="*/ 178918 w 217257"/>
                <a:gd name="connsiteY48" fmla="*/ 231100 h 263658"/>
                <a:gd name="connsiteX49" fmla="*/ 166777 w 217257"/>
                <a:gd name="connsiteY49" fmla="*/ 231100 h 263658"/>
                <a:gd name="connsiteX50" fmla="*/ 166777 w 217257"/>
                <a:gd name="connsiteY50" fmla="*/ 215779 h 263658"/>
                <a:gd name="connsiteX51" fmla="*/ 217258 w 217257"/>
                <a:gd name="connsiteY51" fmla="*/ 158961 h 263658"/>
                <a:gd name="connsiteX52" fmla="*/ 164861 w 217257"/>
                <a:gd name="connsiteY52" fmla="*/ 102144 h 263658"/>
                <a:gd name="connsiteX53" fmla="*/ 77957 w 217257"/>
                <a:gd name="connsiteY53" fmla="*/ 68947 h 263658"/>
                <a:gd name="connsiteX54" fmla="*/ 77957 w 217257"/>
                <a:gd name="connsiteY54" fmla="*/ 68947 h 263658"/>
                <a:gd name="connsiteX55" fmla="*/ 139940 w 217257"/>
                <a:gd name="connsiteY55" fmla="*/ 70862 h 263658"/>
                <a:gd name="connsiteX56" fmla="*/ 152081 w 217257"/>
                <a:gd name="connsiteY56" fmla="*/ 102144 h 263658"/>
                <a:gd name="connsiteX57" fmla="*/ 108629 w 217257"/>
                <a:gd name="connsiteY57" fmla="*/ 133425 h 263658"/>
                <a:gd name="connsiteX58" fmla="*/ 63899 w 217257"/>
                <a:gd name="connsiteY58" fmla="*/ 102144 h 263658"/>
                <a:gd name="connsiteX59" fmla="*/ 77957 w 217257"/>
                <a:gd name="connsiteY59" fmla="*/ 68947 h 263658"/>
                <a:gd name="connsiteX60" fmla="*/ 149525 w 217257"/>
                <a:gd name="connsiteY60" fmla="*/ 116189 h 263658"/>
                <a:gd name="connsiteX61" fmla="*/ 138022 w 217257"/>
                <a:gd name="connsiteY61" fmla="*/ 133425 h 263658"/>
                <a:gd name="connsiteX62" fmla="*/ 118214 w 217257"/>
                <a:gd name="connsiteY62" fmla="*/ 144278 h 263658"/>
                <a:gd name="connsiteX63" fmla="*/ 149525 w 217257"/>
                <a:gd name="connsiteY63" fmla="*/ 116189 h 263658"/>
                <a:gd name="connsiteX64" fmla="*/ 99044 w 217257"/>
                <a:gd name="connsiteY64" fmla="*/ 144278 h 263658"/>
                <a:gd name="connsiteX65" fmla="*/ 75402 w 217257"/>
                <a:gd name="connsiteY65" fmla="*/ 131510 h 263658"/>
                <a:gd name="connsiteX66" fmla="*/ 65817 w 217257"/>
                <a:gd name="connsiteY66" fmla="*/ 115550 h 263658"/>
                <a:gd name="connsiteX67" fmla="*/ 99044 w 217257"/>
                <a:gd name="connsiteY67" fmla="*/ 144278 h 263658"/>
                <a:gd name="connsiteX68" fmla="*/ 57509 w 217257"/>
                <a:gd name="connsiteY68" fmla="*/ 203649 h 263658"/>
                <a:gd name="connsiteX69" fmla="*/ 12780 w 217257"/>
                <a:gd name="connsiteY69" fmla="*/ 158961 h 263658"/>
                <a:gd name="connsiteX70" fmla="*/ 52397 w 217257"/>
                <a:gd name="connsiteY70" fmla="*/ 114912 h 263658"/>
                <a:gd name="connsiteX71" fmla="*/ 65817 w 217257"/>
                <a:gd name="connsiteY71" fmla="*/ 140448 h 263658"/>
                <a:gd name="connsiteX72" fmla="*/ 100961 w 217257"/>
                <a:gd name="connsiteY72" fmla="*/ 157684 h 263658"/>
                <a:gd name="connsiteX73" fmla="*/ 100961 w 217257"/>
                <a:gd name="connsiteY73" fmla="*/ 158961 h 263658"/>
                <a:gd name="connsiteX74" fmla="*/ 57509 w 217257"/>
                <a:gd name="connsiteY74" fmla="*/ 203649 h 263658"/>
                <a:gd name="connsiteX75" fmla="*/ 159748 w 217257"/>
                <a:gd name="connsiteY75" fmla="*/ 203649 h 263658"/>
                <a:gd name="connsiteX76" fmla="*/ 115019 w 217257"/>
                <a:gd name="connsiteY76" fmla="*/ 158961 h 263658"/>
                <a:gd name="connsiteX77" fmla="*/ 115019 w 217257"/>
                <a:gd name="connsiteY77" fmla="*/ 157684 h 263658"/>
                <a:gd name="connsiteX78" fmla="*/ 146330 w 217257"/>
                <a:gd name="connsiteY78" fmla="*/ 143001 h 263658"/>
                <a:gd name="connsiteX79" fmla="*/ 162305 w 217257"/>
                <a:gd name="connsiteY79" fmla="*/ 114912 h 263658"/>
                <a:gd name="connsiteX80" fmla="*/ 203839 w 217257"/>
                <a:gd name="connsiteY80" fmla="*/ 158961 h 263658"/>
                <a:gd name="connsiteX81" fmla="*/ 159748 w 217257"/>
                <a:gd name="connsiteY81" fmla="*/ 203649 h 263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217257" h="263658">
                  <a:moveTo>
                    <a:pt x="164861" y="102144"/>
                  </a:moveTo>
                  <a:cubicBezTo>
                    <a:pt x="164861" y="88099"/>
                    <a:pt x="159748" y="73416"/>
                    <a:pt x="149525" y="62563"/>
                  </a:cubicBezTo>
                  <a:cubicBezTo>
                    <a:pt x="141217" y="53625"/>
                    <a:pt x="129716" y="47241"/>
                    <a:pt x="117575" y="45326"/>
                  </a:cubicBezTo>
                  <a:lnTo>
                    <a:pt x="117575" y="22344"/>
                  </a:lnTo>
                  <a:lnTo>
                    <a:pt x="129076" y="35112"/>
                  </a:lnTo>
                  <a:cubicBezTo>
                    <a:pt x="130355" y="36389"/>
                    <a:pt x="132271" y="37027"/>
                    <a:pt x="133550" y="37027"/>
                  </a:cubicBezTo>
                  <a:cubicBezTo>
                    <a:pt x="134828" y="37027"/>
                    <a:pt x="136745" y="36389"/>
                    <a:pt x="138022" y="35112"/>
                  </a:cubicBezTo>
                  <a:cubicBezTo>
                    <a:pt x="140579" y="32558"/>
                    <a:pt x="140579" y="28728"/>
                    <a:pt x="138022" y="26174"/>
                  </a:cubicBezTo>
                  <a:lnTo>
                    <a:pt x="115658" y="1915"/>
                  </a:lnTo>
                  <a:cubicBezTo>
                    <a:pt x="114380" y="638"/>
                    <a:pt x="112463" y="0"/>
                    <a:pt x="111185" y="0"/>
                  </a:cubicBezTo>
                  <a:cubicBezTo>
                    <a:pt x="109268" y="0"/>
                    <a:pt x="107990" y="638"/>
                    <a:pt x="106712" y="1915"/>
                  </a:cubicBezTo>
                  <a:lnTo>
                    <a:pt x="82430" y="24897"/>
                  </a:lnTo>
                  <a:cubicBezTo>
                    <a:pt x="79874" y="27451"/>
                    <a:pt x="79874" y="31281"/>
                    <a:pt x="82430" y="33835"/>
                  </a:cubicBezTo>
                  <a:cubicBezTo>
                    <a:pt x="83708" y="35112"/>
                    <a:pt x="85625" y="35750"/>
                    <a:pt x="86903" y="35750"/>
                  </a:cubicBezTo>
                  <a:cubicBezTo>
                    <a:pt x="88181" y="35750"/>
                    <a:pt x="90098" y="35112"/>
                    <a:pt x="91376" y="33835"/>
                  </a:cubicBezTo>
                  <a:lnTo>
                    <a:pt x="104795" y="21067"/>
                  </a:lnTo>
                  <a:lnTo>
                    <a:pt x="104795" y="44688"/>
                  </a:lnTo>
                  <a:cubicBezTo>
                    <a:pt x="91376" y="45326"/>
                    <a:pt x="79235" y="51072"/>
                    <a:pt x="69012" y="60009"/>
                  </a:cubicBezTo>
                  <a:cubicBezTo>
                    <a:pt x="56871" y="71501"/>
                    <a:pt x="51119" y="86822"/>
                    <a:pt x="51119" y="102144"/>
                  </a:cubicBezTo>
                  <a:cubicBezTo>
                    <a:pt x="22365" y="105336"/>
                    <a:pt x="0" y="129595"/>
                    <a:pt x="0" y="158961"/>
                  </a:cubicBezTo>
                  <a:cubicBezTo>
                    <a:pt x="0" y="188327"/>
                    <a:pt x="22365" y="212587"/>
                    <a:pt x="51119" y="215779"/>
                  </a:cubicBezTo>
                  <a:lnTo>
                    <a:pt x="51119" y="231100"/>
                  </a:lnTo>
                  <a:lnTo>
                    <a:pt x="38978" y="231100"/>
                  </a:lnTo>
                  <a:cubicBezTo>
                    <a:pt x="35145" y="231100"/>
                    <a:pt x="32589" y="233654"/>
                    <a:pt x="32589" y="237484"/>
                  </a:cubicBezTo>
                  <a:cubicBezTo>
                    <a:pt x="32589" y="241315"/>
                    <a:pt x="35145" y="243868"/>
                    <a:pt x="38978" y="243868"/>
                  </a:cubicBezTo>
                  <a:lnTo>
                    <a:pt x="51119" y="243868"/>
                  </a:lnTo>
                  <a:lnTo>
                    <a:pt x="51119" y="257275"/>
                  </a:lnTo>
                  <a:cubicBezTo>
                    <a:pt x="51119" y="261105"/>
                    <a:pt x="53676" y="263659"/>
                    <a:pt x="57509" y="263659"/>
                  </a:cubicBezTo>
                  <a:cubicBezTo>
                    <a:pt x="61343" y="263659"/>
                    <a:pt x="63899" y="261105"/>
                    <a:pt x="63899" y="257275"/>
                  </a:cubicBezTo>
                  <a:lnTo>
                    <a:pt x="63899" y="243868"/>
                  </a:lnTo>
                  <a:lnTo>
                    <a:pt x="76040" y="243868"/>
                  </a:lnTo>
                  <a:cubicBezTo>
                    <a:pt x="79874" y="243868"/>
                    <a:pt x="82430" y="241315"/>
                    <a:pt x="82430" y="237484"/>
                  </a:cubicBezTo>
                  <a:cubicBezTo>
                    <a:pt x="82430" y="233654"/>
                    <a:pt x="79874" y="231100"/>
                    <a:pt x="76040" y="231100"/>
                  </a:cubicBezTo>
                  <a:lnTo>
                    <a:pt x="63899" y="231100"/>
                  </a:lnTo>
                  <a:lnTo>
                    <a:pt x="63899" y="215779"/>
                  </a:lnTo>
                  <a:cubicBezTo>
                    <a:pt x="83708" y="213225"/>
                    <a:pt x="100322" y="201095"/>
                    <a:pt x="108629" y="184497"/>
                  </a:cubicBezTo>
                  <a:cubicBezTo>
                    <a:pt x="116936" y="201734"/>
                    <a:pt x="134189" y="213863"/>
                    <a:pt x="153997" y="215779"/>
                  </a:cubicBezTo>
                  <a:lnTo>
                    <a:pt x="153997" y="231100"/>
                  </a:lnTo>
                  <a:lnTo>
                    <a:pt x="141856" y="231100"/>
                  </a:lnTo>
                  <a:cubicBezTo>
                    <a:pt x="138022" y="231100"/>
                    <a:pt x="135466" y="233654"/>
                    <a:pt x="135466" y="237484"/>
                  </a:cubicBezTo>
                  <a:cubicBezTo>
                    <a:pt x="135466" y="241315"/>
                    <a:pt x="138022" y="243868"/>
                    <a:pt x="141856" y="243868"/>
                  </a:cubicBezTo>
                  <a:lnTo>
                    <a:pt x="153997" y="243868"/>
                  </a:lnTo>
                  <a:lnTo>
                    <a:pt x="153997" y="257275"/>
                  </a:lnTo>
                  <a:cubicBezTo>
                    <a:pt x="153997" y="261105"/>
                    <a:pt x="156553" y="263659"/>
                    <a:pt x="160387" y="263659"/>
                  </a:cubicBezTo>
                  <a:cubicBezTo>
                    <a:pt x="164221" y="263659"/>
                    <a:pt x="166777" y="261105"/>
                    <a:pt x="166777" y="257275"/>
                  </a:cubicBezTo>
                  <a:lnTo>
                    <a:pt x="166777" y="243868"/>
                  </a:lnTo>
                  <a:lnTo>
                    <a:pt x="178918" y="243868"/>
                  </a:lnTo>
                  <a:cubicBezTo>
                    <a:pt x="182752" y="243868"/>
                    <a:pt x="185308" y="241315"/>
                    <a:pt x="185308" y="237484"/>
                  </a:cubicBezTo>
                  <a:cubicBezTo>
                    <a:pt x="185308" y="233654"/>
                    <a:pt x="182752" y="231100"/>
                    <a:pt x="178918" y="231100"/>
                  </a:cubicBezTo>
                  <a:lnTo>
                    <a:pt x="166777" y="231100"/>
                  </a:lnTo>
                  <a:lnTo>
                    <a:pt x="166777" y="215779"/>
                  </a:lnTo>
                  <a:cubicBezTo>
                    <a:pt x="194893" y="212587"/>
                    <a:pt x="217258" y="188327"/>
                    <a:pt x="217258" y="158961"/>
                  </a:cubicBezTo>
                  <a:cubicBezTo>
                    <a:pt x="217258" y="128957"/>
                    <a:pt x="194254" y="104697"/>
                    <a:pt x="164861" y="102144"/>
                  </a:cubicBezTo>
                  <a:close/>
                  <a:moveTo>
                    <a:pt x="77957" y="68947"/>
                  </a:moveTo>
                  <a:lnTo>
                    <a:pt x="77957" y="68947"/>
                  </a:lnTo>
                  <a:cubicBezTo>
                    <a:pt x="95849" y="52349"/>
                    <a:pt x="123326" y="52987"/>
                    <a:pt x="139940" y="70862"/>
                  </a:cubicBezTo>
                  <a:cubicBezTo>
                    <a:pt x="148246" y="79800"/>
                    <a:pt x="152081" y="91291"/>
                    <a:pt x="152081" y="102144"/>
                  </a:cubicBezTo>
                  <a:cubicBezTo>
                    <a:pt x="132911" y="104697"/>
                    <a:pt x="116936" y="116827"/>
                    <a:pt x="108629" y="133425"/>
                  </a:cubicBezTo>
                  <a:cubicBezTo>
                    <a:pt x="100322" y="116189"/>
                    <a:pt x="83708" y="104059"/>
                    <a:pt x="63899" y="102144"/>
                  </a:cubicBezTo>
                  <a:cubicBezTo>
                    <a:pt x="63899" y="90014"/>
                    <a:pt x="68372" y="77885"/>
                    <a:pt x="77957" y="68947"/>
                  </a:cubicBezTo>
                  <a:close/>
                  <a:moveTo>
                    <a:pt x="149525" y="116189"/>
                  </a:moveTo>
                  <a:cubicBezTo>
                    <a:pt x="146969" y="122573"/>
                    <a:pt x="143774" y="128318"/>
                    <a:pt x="138022" y="133425"/>
                  </a:cubicBezTo>
                  <a:cubicBezTo>
                    <a:pt x="132271" y="138533"/>
                    <a:pt x="125243" y="142363"/>
                    <a:pt x="118214" y="144278"/>
                  </a:cubicBezTo>
                  <a:cubicBezTo>
                    <a:pt x="123326" y="130233"/>
                    <a:pt x="134828" y="119381"/>
                    <a:pt x="149525" y="116189"/>
                  </a:cubicBezTo>
                  <a:close/>
                  <a:moveTo>
                    <a:pt x="99044" y="144278"/>
                  </a:moveTo>
                  <a:cubicBezTo>
                    <a:pt x="90098" y="142363"/>
                    <a:pt x="81792" y="137894"/>
                    <a:pt x="75402" y="131510"/>
                  </a:cubicBezTo>
                  <a:cubicBezTo>
                    <a:pt x="70928" y="127041"/>
                    <a:pt x="67733" y="121296"/>
                    <a:pt x="65817" y="115550"/>
                  </a:cubicBezTo>
                  <a:cubicBezTo>
                    <a:pt x="81792" y="118742"/>
                    <a:pt x="93932" y="129595"/>
                    <a:pt x="99044" y="144278"/>
                  </a:cubicBezTo>
                  <a:close/>
                  <a:moveTo>
                    <a:pt x="57509" y="203649"/>
                  </a:moveTo>
                  <a:cubicBezTo>
                    <a:pt x="33227" y="203649"/>
                    <a:pt x="12780" y="183859"/>
                    <a:pt x="12780" y="158961"/>
                  </a:cubicBezTo>
                  <a:cubicBezTo>
                    <a:pt x="12780" y="135979"/>
                    <a:pt x="30032" y="116827"/>
                    <a:pt x="52397" y="114912"/>
                  </a:cubicBezTo>
                  <a:cubicBezTo>
                    <a:pt x="54953" y="123849"/>
                    <a:pt x="59427" y="132787"/>
                    <a:pt x="65817" y="140448"/>
                  </a:cubicBezTo>
                  <a:cubicBezTo>
                    <a:pt x="75402" y="150662"/>
                    <a:pt x="87542" y="156408"/>
                    <a:pt x="100961" y="157684"/>
                  </a:cubicBezTo>
                  <a:cubicBezTo>
                    <a:pt x="100961" y="158323"/>
                    <a:pt x="100961" y="158323"/>
                    <a:pt x="100961" y="158961"/>
                  </a:cubicBezTo>
                  <a:cubicBezTo>
                    <a:pt x="101600" y="183220"/>
                    <a:pt x="81792" y="203649"/>
                    <a:pt x="57509" y="203649"/>
                  </a:cubicBezTo>
                  <a:close/>
                  <a:moveTo>
                    <a:pt x="159748" y="203649"/>
                  </a:moveTo>
                  <a:cubicBezTo>
                    <a:pt x="135466" y="203649"/>
                    <a:pt x="115019" y="183859"/>
                    <a:pt x="115019" y="158961"/>
                  </a:cubicBezTo>
                  <a:cubicBezTo>
                    <a:pt x="115019" y="158323"/>
                    <a:pt x="115019" y="157684"/>
                    <a:pt x="115019" y="157684"/>
                  </a:cubicBezTo>
                  <a:cubicBezTo>
                    <a:pt x="126521" y="156408"/>
                    <a:pt x="137384" y="151300"/>
                    <a:pt x="146330" y="143001"/>
                  </a:cubicBezTo>
                  <a:cubicBezTo>
                    <a:pt x="154636" y="135341"/>
                    <a:pt x="159748" y="125765"/>
                    <a:pt x="162305" y="114912"/>
                  </a:cubicBezTo>
                  <a:cubicBezTo>
                    <a:pt x="185308" y="116827"/>
                    <a:pt x="203839" y="135979"/>
                    <a:pt x="203839" y="158961"/>
                  </a:cubicBezTo>
                  <a:cubicBezTo>
                    <a:pt x="204478" y="183220"/>
                    <a:pt x="184031" y="203649"/>
                    <a:pt x="159748" y="203649"/>
                  </a:cubicBezTo>
                  <a:close/>
                </a:path>
              </a:pathLst>
            </a:custGeom>
            <a:solidFill>
              <a:srgbClr val="00A3E0"/>
            </a:solidFill>
            <a:ln w="6390" cap="flat">
              <a:noFill/>
              <a:prstDash val="solid"/>
              <a:miter/>
            </a:ln>
          </p:spPr>
          <p:txBody>
            <a:bodyPr rtlCol="0" anchor="ctr"/>
            <a:lstStyle/>
            <a:p>
              <a:endParaRPr lang="en-US"/>
            </a:p>
          </p:txBody>
        </p:sp>
      </p:grpSp>
      <p:grpSp>
        <p:nvGrpSpPr>
          <p:cNvPr id="1145" name="Graphic 4">
            <a:extLst>
              <a:ext uri="{FF2B5EF4-FFF2-40B4-BE49-F238E27FC236}">
                <a16:creationId xmlns:a16="http://schemas.microsoft.com/office/drawing/2014/main" id="{EDAE2125-E583-6C49-8CD7-C64FDCE8E080}"/>
              </a:ext>
            </a:extLst>
          </p:cNvPr>
          <p:cNvGrpSpPr/>
          <p:nvPr/>
        </p:nvGrpSpPr>
        <p:grpSpPr>
          <a:xfrm>
            <a:off x="7802113" y="2371173"/>
            <a:ext cx="361670" cy="361333"/>
            <a:chOff x="7802113" y="2371173"/>
            <a:chExt cx="361670" cy="361333"/>
          </a:xfrm>
          <a:solidFill>
            <a:srgbClr val="00A3E0"/>
          </a:solidFill>
        </p:grpSpPr>
        <p:sp>
          <p:nvSpPr>
            <p:cNvPr id="1146" name="Graphic 4">
              <a:extLst>
                <a:ext uri="{FF2B5EF4-FFF2-40B4-BE49-F238E27FC236}">
                  <a16:creationId xmlns:a16="http://schemas.microsoft.com/office/drawing/2014/main" id="{99C34C15-9EDF-2D44-93DE-0104F7313C9B}"/>
                </a:ext>
              </a:extLst>
            </p:cNvPr>
            <p:cNvSpPr/>
            <p:nvPr/>
          </p:nvSpPr>
          <p:spPr>
            <a:xfrm>
              <a:off x="7802113" y="2371173"/>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895"/>
                    <a:pt x="81152" y="361333"/>
                    <a:pt x="180836" y="361333"/>
                  </a:cubicBezTo>
                  <a:cubicBezTo>
                    <a:pt x="280518" y="361333"/>
                    <a:pt x="361670" y="280257"/>
                    <a:pt x="361670" y="180667"/>
                  </a:cubicBezTo>
                  <a:cubicBezTo>
                    <a:pt x="361670" y="81077"/>
                    <a:pt x="280518" y="0"/>
                    <a:pt x="180836" y="0"/>
                  </a:cubicBezTo>
                  <a:close/>
                  <a:moveTo>
                    <a:pt x="180836" y="349204"/>
                  </a:moveTo>
                  <a:cubicBezTo>
                    <a:pt x="88181" y="349204"/>
                    <a:pt x="12780" y="273873"/>
                    <a:pt x="12780" y="181305"/>
                  </a:cubicBezTo>
                  <a:cubicBezTo>
                    <a:pt x="12780" y="88738"/>
                    <a:pt x="88181" y="13406"/>
                    <a:pt x="180836" y="13406"/>
                  </a:cubicBezTo>
                  <a:cubicBezTo>
                    <a:pt x="273490" y="13406"/>
                    <a:pt x="348890" y="88738"/>
                    <a:pt x="348890" y="181305"/>
                  </a:cubicBezTo>
                  <a:cubicBezTo>
                    <a:pt x="348890" y="273873"/>
                    <a:pt x="273490"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1147" name="Graphic 4">
              <a:extLst>
                <a:ext uri="{FF2B5EF4-FFF2-40B4-BE49-F238E27FC236}">
                  <a16:creationId xmlns:a16="http://schemas.microsoft.com/office/drawing/2014/main" id="{6ABE4FD5-6673-1B4A-B38D-07BB4B182BBE}"/>
                </a:ext>
              </a:extLst>
            </p:cNvPr>
            <p:cNvSpPr/>
            <p:nvPr/>
          </p:nvSpPr>
          <p:spPr>
            <a:xfrm>
              <a:off x="7864095" y="2433098"/>
              <a:ext cx="235149" cy="239399"/>
            </a:xfrm>
            <a:custGeom>
              <a:avLst/>
              <a:gdLst>
                <a:gd name="connsiteX0" fmla="*/ 233233 w 235149"/>
                <a:gd name="connsiteY0" fmla="*/ 63201 h 239399"/>
                <a:gd name="connsiteX1" fmla="*/ 228760 w 235149"/>
                <a:gd name="connsiteY1" fmla="*/ 61286 h 239399"/>
                <a:gd name="connsiteX2" fmla="*/ 194893 w 235149"/>
                <a:gd name="connsiteY2" fmla="*/ 61286 h 239399"/>
                <a:gd name="connsiteX3" fmla="*/ 188503 w 235149"/>
                <a:gd name="connsiteY3" fmla="*/ 67670 h 239399"/>
                <a:gd name="connsiteX4" fmla="*/ 194893 w 235149"/>
                <a:gd name="connsiteY4" fmla="*/ 74054 h 239399"/>
                <a:gd name="connsiteX5" fmla="*/ 213424 w 235149"/>
                <a:gd name="connsiteY5" fmla="*/ 74054 h 239399"/>
                <a:gd name="connsiteX6" fmla="*/ 195533 w 235149"/>
                <a:gd name="connsiteY6" fmla="*/ 91291 h 239399"/>
                <a:gd name="connsiteX7" fmla="*/ 164861 w 235149"/>
                <a:gd name="connsiteY7" fmla="*/ 79161 h 239399"/>
                <a:gd name="connsiteX8" fmla="*/ 164861 w 235149"/>
                <a:gd name="connsiteY8" fmla="*/ 75969 h 239399"/>
                <a:gd name="connsiteX9" fmla="*/ 150803 w 235149"/>
                <a:gd name="connsiteY9" fmla="*/ 38304 h 239399"/>
                <a:gd name="connsiteX10" fmla="*/ 169333 w 235149"/>
                <a:gd name="connsiteY10" fmla="*/ 21067 h 239399"/>
                <a:gd name="connsiteX11" fmla="*/ 169333 w 235149"/>
                <a:gd name="connsiteY11" fmla="*/ 40857 h 239399"/>
                <a:gd name="connsiteX12" fmla="*/ 175723 w 235149"/>
                <a:gd name="connsiteY12" fmla="*/ 47241 h 239399"/>
                <a:gd name="connsiteX13" fmla="*/ 182113 w 235149"/>
                <a:gd name="connsiteY13" fmla="*/ 40857 h 239399"/>
                <a:gd name="connsiteX14" fmla="*/ 182113 w 235149"/>
                <a:gd name="connsiteY14" fmla="*/ 6384 h 239399"/>
                <a:gd name="connsiteX15" fmla="*/ 180197 w 235149"/>
                <a:gd name="connsiteY15" fmla="*/ 1915 h 239399"/>
                <a:gd name="connsiteX16" fmla="*/ 175723 w 235149"/>
                <a:gd name="connsiteY16" fmla="*/ 0 h 239399"/>
                <a:gd name="connsiteX17" fmla="*/ 141857 w 235149"/>
                <a:gd name="connsiteY17" fmla="*/ 0 h 239399"/>
                <a:gd name="connsiteX18" fmla="*/ 135467 w 235149"/>
                <a:gd name="connsiteY18" fmla="*/ 6384 h 239399"/>
                <a:gd name="connsiteX19" fmla="*/ 141857 w 235149"/>
                <a:gd name="connsiteY19" fmla="*/ 12768 h 239399"/>
                <a:gd name="connsiteX20" fmla="*/ 160388 w 235149"/>
                <a:gd name="connsiteY20" fmla="*/ 12768 h 239399"/>
                <a:gd name="connsiteX21" fmla="*/ 142496 w 235149"/>
                <a:gd name="connsiteY21" fmla="*/ 30005 h 239399"/>
                <a:gd name="connsiteX22" fmla="*/ 106712 w 235149"/>
                <a:gd name="connsiteY22" fmla="*/ 17875 h 239399"/>
                <a:gd name="connsiteX23" fmla="*/ 47925 w 235149"/>
                <a:gd name="connsiteY23" fmla="*/ 76608 h 239399"/>
                <a:gd name="connsiteX24" fmla="*/ 47925 w 235149"/>
                <a:gd name="connsiteY24" fmla="*/ 80438 h 239399"/>
                <a:gd name="connsiteX25" fmla="*/ 0 w 235149"/>
                <a:gd name="connsiteY25" fmla="*/ 136617 h 239399"/>
                <a:gd name="connsiteX26" fmla="*/ 50481 w 235149"/>
                <a:gd name="connsiteY26" fmla="*/ 192796 h 239399"/>
                <a:gd name="connsiteX27" fmla="*/ 50481 w 235149"/>
                <a:gd name="connsiteY27" fmla="*/ 207479 h 239399"/>
                <a:gd name="connsiteX28" fmla="*/ 38340 w 235149"/>
                <a:gd name="connsiteY28" fmla="*/ 207479 h 239399"/>
                <a:gd name="connsiteX29" fmla="*/ 31950 w 235149"/>
                <a:gd name="connsiteY29" fmla="*/ 213863 h 239399"/>
                <a:gd name="connsiteX30" fmla="*/ 38340 w 235149"/>
                <a:gd name="connsiteY30" fmla="*/ 220247 h 239399"/>
                <a:gd name="connsiteX31" fmla="*/ 50481 w 235149"/>
                <a:gd name="connsiteY31" fmla="*/ 220247 h 239399"/>
                <a:gd name="connsiteX32" fmla="*/ 50481 w 235149"/>
                <a:gd name="connsiteY32" fmla="*/ 233015 h 239399"/>
                <a:gd name="connsiteX33" fmla="*/ 56871 w 235149"/>
                <a:gd name="connsiteY33" fmla="*/ 239399 h 239399"/>
                <a:gd name="connsiteX34" fmla="*/ 63261 w 235149"/>
                <a:gd name="connsiteY34" fmla="*/ 233015 h 239399"/>
                <a:gd name="connsiteX35" fmla="*/ 63261 w 235149"/>
                <a:gd name="connsiteY35" fmla="*/ 220247 h 239399"/>
                <a:gd name="connsiteX36" fmla="*/ 75402 w 235149"/>
                <a:gd name="connsiteY36" fmla="*/ 220247 h 239399"/>
                <a:gd name="connsiteX37" fmla="*/ 81792 w 235149"/>
                <a:gd name="connsiteY37" fmla="*/ 213863 h 239399"/>
                <a:gd name="connsiteX38" fmla="*/ 75402 w 235149"/>
                <a:gd name="connsiteY38" fmla="*/ 207479 h 239399"/>
                <a:gd name="connsiteX39" fmla="*/ 63261 w 235149"/>
                <a:gd name="connsiteY39" fmla="*/ 207479 h 239399"/>
                <a:gd name="connsiteX40" fmla="*/ 63261 w 235149"/>
                <a:gd name="connsiteY40" fmla="*/ 192796 h 239399"/>
                <a:gd name="connsiteX41" fmla="*/ 106712 w 235149"/>
                <a:gd name="connsiteY41" fmla="*/ 163430 h 239399"/>
                <a:gd name="connsiteX42" fmla="*/ 159110 w 235149"/>
                <a:gd name="connsiteY42" fmla="*/ 196627 h 239399"/>
                <a:gd name="connsiteX43" fmla="*/ 217897 w 235149"/>
                <a:gd name="connsiteY43" fmla="*/ 137894 h 239399"/>
                <a:gd name="connsiteX44" fmla="*/ 203839 w 235149"/>
                <a:gd name="connsiteY44" fmla="*/ 100229 h 239399"/>
                <a:gd name="connsiteX45" fmla="*/ 222370 w 235149"/>
                <a:gd name="connsiteY45" fmla="*/ 82992 h 239399"/>
                <a:gd name="connsiteX46" fmla="*/ 222370 w 235149"/>
                <a:gd name="connsiteY46" fmla="*/ 102782 h 239399"/>
                <a:gd name="connsiteX47" fmla="*/ 228760 w 235149"/>
                <a:gd name="connsiteY47" fmla="*/ 109166 h 239399"/>
                <a:gd name="connsiteX48" fmla="*/ 235150 w 235149"/>
                <a:gd name="connsiteY48" fmla="*/ 102782 h 239399"/>
                <a:gd name="connsiteX49" fmla="*/ 235150 w 235149"/>
                <a:gd name="connsiteY49" fmla="*/ 68309 h 239399"/>
                <a:gd name="connsiteX50" fmla="*/ 233233 w 235149"/>
                <a:gd name="connsiteY50" fmla="*/ 63201 h 239399"/>
                <a:gd name="connsiteX51" fmla="*/ 106074 w 235149"/>
                <a:gd name="connsiteY51" fmla="*/ 30005 h 239399"/>
                <a:gd name="connsiteX52" fmla="*/ 152081 w 235149"/>
                <a:gd name="connsiteY52" fmla="*/ 75969 h 239399"/>
                <a:gd name="connsiteX53" fmla="*/ 152081 w 235149"/>
                <a:gd name="connsiteY53" fmla="*/ 79161 h 239399"/>
                <a:gd name="connsiteX54" fmla="*/ 107990 w 235149"/>
                <a:gd name="connsiteY54" fmla="*/ 109805 h 239399"/>
                <a:gd name="connsiteX55" fmla="*/ 60704 w 235149"/>
                <a:gd name="connsiteY55" fmla="*/ 78523 h 239399"/>
                <a:gd name="connsiteX56" fmla="*/ 60704 w 235149"/>
                <a:gd name="connsiteY56" fmla="*/ 75331 h 239399"/>
                <a:gd name="connsiteX57" fmla="*/ 106074 w 235149"/>
                <a:gd name="connsiteY57" fmla="*/ 30005 h 239399"/>
                <a:gd name="connsiteX58" fmla="*/ 148247 w 235149"/>
                <a:gd name="connsiteY58" fmla="*/ 93206 h 239399"/>
                <a:gd name="connsiteX59" fmla="*/ 116297 w 235149"/>
                <a:gd name="connsiteY59" fmla="*/ 120657 h 239399"/>
                <a:gd name="connsiteX60" fmla="*/ 148247 w 235149"/>
                <a:gd name="connsiteY60" fmla="*/ 93206 h 239399"/>
                <a:gd name="connsiteX61" fmla="*/ 98405 w 235149"/>
                <a:gd name="connsiteY61" fmla="*/ 121296 h 239399"/>
                <a:gd name="connsiteX62" fmla="*/ 63261 w 235149"/>
                <a:gd name="connsiteY62" fmla="*/ 92568 h 239399"/>
                <a:gd name="connsiteX63" fmla="*/ 98405 w 235149"/>
                <a:gd name="connsiteY63" fmla="*/ 121296 h 239399"/>
                <a:gd name="connsiteX64" fmla="*/ 56871 w 235149"/>
                <a:gd name="connsiteY64" fmla="*/ 179390 h 239399"/>
                <a:gd name="connsiteX65" fmla="*/ 12780 w 235149"/>
                <a:gd name="connsiteY65" fmla="*/ 135341 h 239399"/>
                <a:gd name="connsiteX66" fmla="*/ 49842 w 235149"/>
                <a:gd name="connsiteY66" fmla="*/ 91929 h 239399"/>
                <a:gd name="connsiteX67" fmla="*/ 100961 w 235149"/>
                <a:gd name="connsiteY67" fmla="*/ 134064 h 239399"/>
                <a:gd name="connsiteX68" fmla="*/ 100961 w 235149"/>
                <a:gd name="connsiteY68" fmla="*/ 135341 h 239399"/>
                <a:gd name="connsiteX69" fmla="*/ 56871 w 235149"/>
                <a:gd name="connsiteY69" fmla="*/ 179390 h 239399"/>
                <a:gd name="connsiteX70" fmla="*/ 159110 w 235149"/>
                <a:gd name="connsiteY70" fmla="*/ 183220 h 239399"/>
                <a:gd name="connsiteX71" fmla="*/ 113102 w 235149"/>
                <a:gd name="connsiteY71" fmla="*/ 137256 h 239399"/>
                <a:gd name="connsiteX72" fmla="*/ 113102 w 235149"/>
                <a:gd name="connsiteY72" fmla="*/ 134064 h 239399"/>
                <a:gd name="connsiteX73" fmla="*/ 161666 w 235149"/>
                <a:gd name="connsiteY73" fmla="*/ 91929 h 239399"/>
                <a:gd name="connsiteX74" fmla="*/ 204478 w 235149"/>
                <a:gd name="connsiteY74" fmla="*/ 137256 h 239399"/>
                <a:gd name="connsiteX75" fmla="*/ 159110 w 235149"/>
                <a:gd name="connsiteY75" fmla="*/ 183220 h 239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35149" h="239399">
                  <a:moveTo>
                    <a:pt x="233233" y="63201"/>
                  </a:moveTo>
                  <a:cubicBezTo>
                    <a:pt x="231955" y="61925"/>
                    <a:pt x="230677" y="61286"/>
                    <a:pt x="228760" y="61286"/>
                  </a:cubicBezTo>
                  <a:lnTo>
                    <a:pt x="194893" y="61286"/>
                  </a:lnTo>
                  <a:cubicBezTo>
                    <a:pt x="191059" y="61286"/>
                    <a:pt x="188503" y="63840"/>
                    <a:pt x="188503" y="67670"/>
                  </a:cubicBezTo>
                  <a:cubicBezTo>
                    <a:pt x="188503" y="71501"/>
                    <a:pt x="191059" y="74054"/>
                    <a:pt x="194893" y="74054"/>
                  </a:cubicBezTo>
                  <a:lnTo>
                    <a:pt x="213424" y="74054"/>
                  </a:lnTo>
                  <a:lnTo>
                    <a:pt x="195533" y="91291"/>
                  </a:lnTo>
                  <a:cubicBezTo>
                    <a:pt x="187225" y="84907"/>
                    <a:pt x="176363" y="80438"/>
                    <a:pt x="164861" y="79161"/>
                  </a:cubicBezTo>
                  <a:cubicBezTo>
                    <a:pt x="164861" y="77885"/>
                    <a:pt x="164861" y="77246"/>
                    <a:pt x="164861" y="75969"/>
                  </a:cubicBezTo>
                  <a:cubicBezTo>
                    <a:pt x="164861" y="61925"/>
                    <a:pt x="159748" y="48518"/>
                    <a:pt x="150803" y="38304"/>
                  </a:cubicBezTo>
                  <a:lnTo>
                    <a:pt x="169333" y="21067"/>
                  </a:lnTo>
                  <a:lnTo>
                    <a:pt x="169333" y="40857"/>
                  </a:lnTo>
                  <a:cubicBezTo>
                    <a:pt x="169333" y="44688"/>
                    <a:pt x="171889" y="47241"/>
                    <a:pt x="175723" y="47241"/>
                  </a:cubicBezTo>
                  <a:cubicBezTo>
                    <a:pt x="179558" y="47241"/>
                    <a:pt x="182113" y="44688"/>
                    <a:pt x="182113" y="40857"/>
                  </a:cubicBezTo>
                  <a:lnTo>
                    <a:pt x="182113" y="6384"/>
                  </a:lnTo>
                  <a:cubicBezTo>
                    <a:pt x="182113" y="4469"/>
                    <a:pt x="181474" y="3192"/>
                    <a:pt x="180197" y="1915"/>
                  </a:cubicBezTo>
                  <a:cubicBezTo>
                    <a:pt x="178918" y="638"/>
                    <a:pt x="177641" y="0"/>
                    <a:pt x="175723" y="0"/>
                  </a:cubicBezTo>
                  <a:lnTo>
                    <a:pt x="141857" y="0"/>
                  </a:lnTo>
                  <a:cubicBezTo>
                    <a:pt x="138023" y="0"/>
                    <a:pt x="135467" y="2554"/>
                    <a:pt x="135467" y="6384"/>
                  </a:cubicBezTo>
                  <a:cubicBezTo>
                    <a:pt x="135467" y="10214"/>
                    <a:pt x="138023" y="12768"/>
                    <a:pt x="141857" y="12768"/>
                  </a:cubicBezTo>
                  <a:lnTo>
                    <a:pt x="160388" y="12768"/>
                  </a:lnTo>
                  <a:lnTo>
                    <a:pt x="142496" y="30005"/>
                  </a:lnTo>
                  <a:cubicBezTo>
                    <a:pt x="132911" y="22344"/>
                    <a:pt x="120131" y="17875"/>
                    <a:pt x="106712" y="17875"/>
                  </a:cubicBezTo>
                  <a:cubicBezTo>
                    <a:pt x="74124" y="17875"/>
                    <a:pt x="47925" y="44049"/>
                    <a:pt x="47925" y="76608"/>
                  </a:cubicBezTo>
                  <a:cubicBezTo>
                    <a:pt x="47925" y="77885"/>
                    <a:pt x="47925" y="79161"/>
                    <a:pt x="47925" y="80438"/>
                  </a:cubicBezTo>
                  <a:cubicBezTo>
                    <a:pt x="21087" y="84907"/>
                    <a:pt x="0" y="108528"/>
                    <a:pt x="0" y="136617"/>
                  </a:cubicBezTo>
                  <a:cubicBezTo>
                    <a:pt x="0" y="165984"/>
                    <a:pt x="22365" y="190243"/>
                    <a:pt x="50481" y="192796"/>
                  </a:cubicBezTo>
                  <a:lnTo>
                    <a:pt x="50481" y="207479"/>
                  </a:lnTo>
                  <a:lnTo>
                    <a:pt x="38340" y="207479"/>
                  </a:lnTo>
                  <a:cubicBezTo>
                    <a:pt x="34506" y="207479"/>
                    <a:pt x="31950" y="210033"/>
                    <a:pt x="31950" y="213863"/>
                  </a:cubicBezTo>
                  <a:cubicBezTo>
                    <a:pt x="31950" y="217694"/>
                    <a:pt x="34506" y="220247"/>
                    <a:pt x="38340" y="220247"/>
                  </a:cubicBezTo>
                  <a:lnTo>
                    <a:pt x="50481" y="220247"/>
                  </a:lnTo>
                  <a:lnTo>
                    <a:pt x="50481" y="233015"/>
                  </a:lnTo>
                  <a:cubicBezTo>
                    <a:pt x="50481" y="236846"/>
                    <a:pt x="53037" y="239399"/>
                    <a:pt x="56871" y="239399"/>
                  </a:cubicBezTo>
                  <a:cubicBezTo>
                    <a:pt x="60704" y="239399"/>
                    <a:pt x="63261" y="236846"/>
                    <a:pt x="63261" y="233015"/>
                  </a:cubicBezTo>
                  <a:lnTo>
                    <a:pt x="63261" y="220247"/>
                  </a:lnTo>
                  <a:lnTo>
                    <a:pt x="75402" y="220247"/>
                  </a:lnTo>
                  <a:cubicBezTo>
                    <a:pt x="79235" y="220247"/>
                    <a:pt x="81792" y="217694"/>
                    <a:pt x="81792" y="213863"/>
                  </a:cubicBezTo>
                  <a:cubicBezTo>
                    <a:pt x="81792" y="210033"/>
                    <a:pt x="79235" y="207479"/>
                    <a:pt x="75402" y="207479"/>
                  </a:cubicBezTo>
                  <a:lnTo>
                    <a:pt x="63261" y="207479"/>
                  </a:lnTo>
                  <a:lnTo>
                    <a:pt x="63261" y="192796"/>
                  </a:lnTo>
                  <a:cubicBezTo>
                    <a:pt x="81792" y="190881"/>
                    <a:pt x="97766" y="179390"/>
                    <a:pt x="106712" y="163430"/>
                  </a:cubicBezTo>
                  <a:cubicBezTo>
                    <a:pt x="116297" y="183220"/>
                    <a:pt x="136106" y="196627"/>
                    <a:pt x="159110" y="196627"/>
                  </a:cubicBezTo>
                  <a:cubicBezTo>
                    <a:pt x="191698" y="196627"/>
                    <a:pt x="217897" y="170452"/>
                    <a:pt x="217897" y="137894"/>
                  </a:cubicBezTo>
                  <a:cubicBezTo>
                    <a:pt x="217897" y="123849"/>
                    <a:pt x="212785" y="110443"/>
                    <a:pt x="203839" y="100229"/>
                  </a:cubicBezTo>
                  <a:lnTo>
                    <a:pt x="222370" y="82992"/>
                  </a:lnTo>
                  <a:lnTo>
                    <a:pt x="222370" y="102782"/>
                  </a:lnTo>
                  <a:cubicBezTo>
                    <a:pt x="222370" y="106613"/>
                    <a:pt x="224926" y="109166"/>
                    <a:pt x="228760" y="109166"/>
                  </a:cubicBezTo>
                  <a:cubicBezTo>
                    <a:pt x="232594" y="109166"/>
                    <a:pt x="235150" y="106613"/>
                    <a:pt x="235150" y="102782"/>
                  </a:cubicBezTo>
                  <a:lnTo>
                    <a:pt x="235150" y="68309"/>
                  </a:lnTo>
                  <a:cubicBezTo>
                    <a:pt x="235150" y="65755"/>
                    <a:pt x="234511" y="64478"/>
                    <a:pt x="233233" y="63201"/>
                  </a:cubicBezTo>
                  <a:close/>
                  <a:moveTo>
                    <a:pt x="106074" y="30005"/>
                  </a:moveTo>
                  <a:cubicBezTo>
                    <a:pt x="131633" y="30005"/>
                    <a:pt x="152081" y="50433"/>
                    <a:pt x="152081" y="75969"/>
                  </a:cubicBezTo>
                  <a:cubicBezTo>
                    <a:pt x="152081" y="77246"/>
                    <a:pt x="152081" y="78523"/>
                    <a:pt x="152081" y="79161"/>
                  </a:cubicBezTo>
                  <a:cubicBezTo>
                    <a:pt x="132911" y="81715"/>
                    <a:pt x="116936" y="93206"/>
                    <a:pt x="107990" y="109805"/>
                  </a:cubicBezTo>
                  <a:cubicBezTo>
                    <a:pt x="99044" y="92568"/>
                    <a:pt x="81792" y="79800"/>
                    <a:pt x="60704" y="78523"/>
                  </a:cubicBezTo>
                  <a:cubicBezTo>
                    <a:pt x="60704" y="77246"/>
                    <a:pt x="60704" y="76608"/>
                    <a:pt x="60704" y="75331"/>
                  </a:cubicBezTo>
                  <a:cubicBezTo>
                    <a:pt x="60066" y="50433"/>
                    <a:pt x="80514" y="30005"/>
                    <a:pt x="106074" y="30005"/>
                  </a:cubicBezTo>
                  <a:close/>
                  <a:moveTo>
                    <a:pt x="148247" y="93206"/>
                  </a:moveTo>
                  <a:cubicBezTo>
                    <a:pt x="142496" y="106613"/>
                    <a:pt x="130994" y="117465"/>
                    <a:pt x="116297" y="120657"/>
                  </a:cubicBezTo>
                  <a:cubicBezTo>
                    <a:pt x="122048" y="106613"/>
                    <a:pt x="134189" y="96398"/>
                    <a:pt x="148247" y="93206"/>
                  </a:cubicBezTo>
                  <a:close/>
                  <a:moveTo>
                    <a:pt x="98405" y="121296"/>
                  </a:moveTo>
                  <a:cubicBezTo>
                    <a:pt x="82430" y="118742"/>
                    <a:pt x="69012" y="107251"/>
                    <a:pt x="63261" y="92568"/>
                  </a:cubicBezTo>
                  <a:cubicBezTo>
                    <a:pt x="79235" y="94483"/>
                    <a:pt x="92654" y="105974"/>
                    <a:pt x="98405" y="121296"/>
                  </a:cubicBezTo>
                  <a:close/>
                  <a:moveTo>
                    <a:pt x="56871" y="179390"/>
                  </a:moveTo>
                  <a:cubicBezTo>
                    <a:pt x="32589" y="179390"/>
                    <a:pt x="12780" y="159600"/>
                    <a:pt x="12780" y="135341"/>
                  </a:cubicBezTo>
                  <a:cubicBezTo>
                    <a:pt x="12780" y="113635"/>
                    <a:pt x="28755" y="95121"/>
                    <a:pt x="49842" y="91929"/>
                  </a:cubicBezTo>
                  <a:cubicBezTo>
                    <a:pt x="56232" y="114912"/>
                    <a:pt x="76679" y="131510"/>
                    <a:pt x="100961" y="134064"/>
                  </a:cubicBezTo>
                  <a:cubicBezTo>
                    <a:pt x="100961" y="134702"/>
                    <a:pt x="100961" y="134702"/>
                    <a:pt x="100961" y="135341"/>
                  </a:cubicBezTo>
                  <a:cubicBezTo>
                    <a:pt x="100961" y="159600"/>
                    <a:pt x="81153" y="179390"/>
                    <a:pt x="56871" y="179390"/>
                  </a:cubicBezTo>
                  <a:close/>
                  <a:moveTo>
                    <a:pt x="159110" y="183220"/>
                  </a:moveTo>
                  <a:cubicBezTo>
                    <a:pt x="133550" y="183220"/>
                    <a:pt x="113102" y="162792"/>
                    <a:pt x="113102" y="137256"/>
                  </a:cubicBezTo>
                  <a:cubicBezTo>
                    <a:pt x="113102" y="135979"/>
                    <a:pt x="113102" y="134702"/>
                    <a:pt x="113102" y="134064"/>
                  </a:cubicBezTo>
                  <a:cubicBezTo>
                    <a:pt x="136745" y="130872"/>
                    <a:pt x="155276" y="114273"/>
                    <a:pt x="161666" y="91929"/>
                  </a:cubicBezTo>
                  <a:cubicBezTo>
                    <a:pt x="185308" y="93206"/>
                    <a:pt x="204478" y="113635"/>
                    <a:pt x="204478" y="137256"/>
                  </a:cubicBezTo>
                  <a:cubicBezTo>
                    <a:pt x="205118" y="162792"/>
                    <a:pt x="184669" y="183220"/>
                    <a:pt x="159110" y="183220"/>
                  </a:cubicBezTo>
                  <a:close/>
                </a:path>
              </a:pathLst>
            </a:custGeom>
            <a:solidFill>
              <a:srgbClr val="00A3E0"/>
            </a:solidFill>
            <a:ln w="6390" cap="flat">
              <a:noFill/>
              <a:prstDash val="solid"/>
              <a:miter/>
            </a:ln>
          </p:spPr>
          <p:txBody>
            <a:bodyPr rtlCol="0" anchor="ctr"/>
            <a:lstStyle/>
            <a:p>
              <a:endParaRPr lang="en-US"/>
            </a:p>
          </p:txBody>
        </p:sp>
      </p:grpSp>
      <p:grpSp>
        <p:nvGrpSpPr>
          <p:cNvPr id="1148" name="Graphic 4">
            <a:extLst>
              <a:ext uri="{FF2B5EF4-FFF2-40B4-BE49-F238E27FC236}">
                <a16:creationId xmlns:a16="http://schemas.microsoft.com/office/drawing/2014/main" id="{509AFE88-D558-1B45-8135-9C2EF3D13FB6}"/>
              </a:ext>
            </a:extLst>
          </p:cNvPr>
          <p:cNvGrpSpPr/>
          <p:nvPr/>
        </p:nvGrpSpPr>
        <p:grpSpPr>
          <a:xfrm>
            <a:off x="8841116" y="2371173"/>
            <a:ext cx="361674" cy="361333"/>
            <a:chOff x="8841116" y="2371173"/>
            <a:chExt cx="361674" cy="361333"/>
          </a:xfrm>
          <a:solidFill>
            <a:srgbClr val="00A3E0"/>
          </a:solidFill>
        </p:grpSpPr>
        <p:sp>
          <p:nvSpPr>
            <p:cNvPr id="1149" name="Graphic 4">
              <a:extLst>
                <a:ext uri="{FF2B5EF4-FFF2-40B4-BE49-F238E27FC236}">
                  <a16:creationId xmlns:a16="http://schemas.microsoft.com/office/drawing/2014/main" id="{9C1439C1-A8B3-7043-97CB-263B290A22AC}"/>
                </a:ext>
              </a:extLst>
            </p:cNvPr>
            <p:cNvSpPr/>
            <p:nvPr/>
          </p:nvSpPr>
          <p:spPr>
            <a:xfrm>
              <a:off x="8841116" y="2371173"/>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0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3" y="361333"/>
                    <a:pt x="180836" y="361333"/>
                  </a:cubicBezTo>
                  <a:cubicBezTo>
                    <a:pt x="280518" y="361333"/>
                    <a:pt x="361670" y="280257"/>
                    <a:pt x="361670" y="180667"/>
                  </a:cubicBezTo>
                  <a:cubicBezTo>
                    <a:pt x="362310" y="81077"/>
                    <a:pt x="281157" y="0"/>
                    <a:pt x="180836" y="0"/>
                  </a:cubicBezTo>
                  <a:close/>
                  <a:moveTo>
                    <a:pt x="180836" y="349204"/>
                  </a:moveTo>
                  <a:cubicBezTo>
                    <a:pt x="88181" y="349204"/>
                    <a:pt x="12780" y="273873"/>
                    <a:pt x="12780" y="181305"/>
                  </a:cubicBezTo>
                  <a:cubicBezTo>
                    <a:pt x="12780" y="88738"/>
                    <a:pt x="88181" y="13406"/>
                    <a:pt x="180836" y="13406"/>
                  </a:cubicBezTo>
                  <a:cubicBezTo>
                    <a:pt x="273490" y="13406"/>
                    <a:pt x="348890" y="88738"/>
                    <a:pt x="348890" y="181305"/>
                  </a:cubicBezTo>
                  <a:cubicBezTo>
                    <a:pt x="349530" y="273873"/>
                    <a:pt x="274128"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1150" name="Graphic 4">
              <a:extLst>
                <a:ext uri="{FF2B5EF4-FFF2-40B4-BE49-F238E27FC236}">
                  <a16:creationId xmlns:a16="http://schemas.microsoft.com/office/drawing/2014/main" id="{BB08A130-399A-A246-8BCB-6FA19B53C9AF}"/>
                </a:ext>
              </a:extLst>
            </p:cNvPr>
            <p:cNvSpPr/>
            <p:nvPr/>
          </p:nvSpPr>
          <p:spPr>
            <a:xfrm>
              <a:off x="8889680" y="2483531"/>
              <a:ext cx="258085" cy="155769"/>
            </a:xfrm>
            <a:custGeom>
              <a:avLst/>
              <a:gdLst>
                <a:gd name="connsiteX0" fmla="*/ 256876 w 258085"/>
                <a:gd name="connsiteY0" fmla="*/ 1915 h 155769"/>
                <a:gd name="connsiteX1" fmla="*/ 252403 w 258085"/>
                <a:gd name="connsiteY1" fmla="*/ 0 h 155769"/>
                <a:gd name="connsiteX2" fmla="*/ 223009 w 258085"/>
                <a:gd name="connsiteY2" fmla="*/ 0 h 155769"/>
                <a:gd name="connsiteX3" fmla="*/ 216619 w 258085"/>
                <a:gd name="connsiteY3" fmla="*/ 6384 h 155769"/>
                <a:gd name="connsiteX4" fmla="*/ 223009 w 258085"/>
                <a:gd name="connsiteY4" fmla="*/ 12768 h 155769"/>
                <a:gd name="connsiteX5" fmla="*/ 236428 w 258085"/>
                <a:gd name="connsiteY5" fmla="*/ 12768 h 155769"/>
                <a:gd name="connsiteX6" fmla="*/ 223009 w 258085"/>
                <a:gd name="connsiteY6" fmla="*/ 25536 h 155769"/>
                <a:gd name="connsiteX7" fmla="*/ 192338 w 258085"/>
                <a:gd name="connsiteY7" fmla="*/ 15322 h 155769"/>
                <a:gd name="connsiteX8" fmla="*/ 155915 w 258085"/>
                <a:gd name="connsiteY8" fmla="*/ 30005 h 155769"/>
                <a:gd name="connsiteX9" fmla="*/ 120131 w 258085"/>
                <a:gd name="connsiteY9" fmla="*/ 15322 h 155769"/>
                <a:gd name="connsiteX10" fmla="*/ 84986 w 258085"/>
                <a:gd name="connsiteY10" fmla="*/ 29366 h 155769"/>
                <a:gd name="connsiteX11" fmla="*/ 49842 w 258085"/>
                <a:gd name="connsiteY11" fmla="*/ 15322 h 155769"/>
                <a:gd name="connsiteX12" fmla="*/ 0 w 258085"/>
                <a:gd name="connsiteY12" fmla="*/ 65117 h 155769"/>
                <a:gd name="connsiteX13" fmla="*/ 43452 w 258085"/>
                <a:gd name="connsiteY13" fmla="*/ 114273 h 155769"/>
                <a:gd name="connsiteX14" fmla="*/ 43452 w 258085"/>
                <a:gd name="connsiteY14" fmla="*/ 125765 h 155769"/>
                <a:gd name="connsiteX15" fmla="*/ 33867 w 258085"/>
                <a:gd name="connsiteY15" fmla="*/ 125765 h 155769"/>
                <a:gd name="connsiteX16" fmla="*/ 27477 w 258085"/>
                <a:gd name="connsiteY16" fmla="*/ 132149 h 155769"/>
                <a:gd name="connsiteX17" fmla="*/ 33867 w 258085"/>
                <a:gd name="connsiteY17" fmla="*/ 138533 h 155769"/>
                <a:gd name="connsiteX18" fmla="*/ 43452 w 258085"/>
                <a:gd name="connsiteY18" fmla="*/ 138533 h 155769"/>
                <a:gd name="connsiteX19" fmla="*/ 43452 w 258085"/>
                <a:gd name="connsiteY19" fmla="*/ 148747 h 155769"/>
                <a:gd name="connsiteX20" fmla="*/ 49842 w 258085"/>
                <a:gd name="connsiteY20" fmla="*/ 155131 h 155769"/>
                <a:gd name="connsiteX21" fmla="*/ 56232 w 258085"/>
                <a:gd name="connsiteY21" fmla="*/ 148747 h 155769"/>
                <a:gd name="connsiteX22" fmla="*/ 56232 w 258085"/>
                <a:gd name="connsiteY22" fmla="*/ 138533 h 155769"/>
                <a:gd name="connsiteX23" fmla="*/ 65817 w 258085"/>
                <a:gd name="connsiteY23" fmla="*/ 138533 h 155769"/>
                <a:gd name="connsiteX24" fmla="*/ 72207 w 258085"/>
                <a:gd name="connsiteY24" fmla="*/ 132149 h 155769"/>
                <a:gd name="connsiteX25" fmla="*/ 65817 w 258085"/>
                <a:gd name="connsiteY25" fmla="*/ 125765 h 155769"/>
                <a:gd name="connsiteX26" fmla="*/ 56232 w 258085"/>
                <a:gd name="connsiteY26" fmla="*/ 125765 h 155769"/>
                <a:gd name="connsiteX27" fmla="*/ 56232 w 258085"/>
                <a:gd name="connsiteY27" fmla="*/ 114273 h 155769"/>
                <a:gd name="connsiteX28" fmla="*/ 84348 w 258085"/>
                <a:gd name="connsiteY28" fmla="*/ 100867 h 155769"/>
                <a:gd name="connsiteX29" fmla="*/ 113102 w 258085"/>
                <a:gd name="connsiteY29" fmla="*/ 114912 h 155769"/>
                <a:gd name="connsiteX30" fmla="*/ 113102 w 258085"/>
                <a:gd name="connsiteY30" fmla="*/ 126403 h 155769"/>
                <a:gd name="connsiteX31" fmla="*/ 103517 w 258085"/>
                <a:gd name="connsiteY31" fmla="*/ 126403 h 155769"/>
                <a:gd name="connsiteX32" fmla="*/ 97128 w 258085"/>
                <a:gd name="connsiteY32" fmla="*/ 132787 h 155769"/>
                <a:gd name="connsiteX33" fmla="*/ 103517 w 258085"/>
                <a:gd name="connsiteY33" fmla="*/ 139171 h 155769"/>
                <a:gd name="connsiteX34" fmla="*/ 113102 w 258085"/>
                <a:gd name="connsiteY34" fmla="*/ 139171 h 155769"/>
                <a:gd name="connsiteX35" fmla="*/ 113102 w 258085"/>
                <a:gd name="connsiteY35" fmla="*/ 149385 h 155769"/>
                <a:gd name="connsiteX36" fmla="*/ 119492 w 258085"/>
                <a:gd name="connsiteY36" fmla="*/ 155769 h 155769"/>
                <a:gd name="connsiteX37" fmla="*/ 125882 w 258085"/>
                <a:gd name="connsiteY37" fmla="*/ 149385 h 155769"/>
                <a:gd name="connsiteX38" fmla="*/ 125882 w 258085"/>
                <a:gd name="connsiteY38" fmla="*/ 139171 h 155769"/>
                <a:gd name="connsiteX39" fmla="*/ 135467 w 258085"/>
                <a:gd name="connsiteY39" fmla="*/ 139171 h 155769"/>
                <a:gd name="connsiteX40" fmla="*/ 141857 w 258085"/>
                <a:gd name="connsiteY40" fmla="*/ 132787 h 155769"/>
                <a:gd name="connsiteX41" fmla="*/ 135467 w 258085"/>
                <a:gd name="connsiteY41" fmla="*/ 126403 h 155769"/>
                <a:gd name="connsiteX42" fmla="*/ 125882 w 258085"/>
                <a:gd name="connsiteY42" fmla="*/ 126403 h 155769"/>
                <a:gd name="connsiteX43" fmla="*/ 125882 w 258085"/>
                <a:gd name="connsiteY43" fmla="*/ 114912 h 155769"/>
                <a:gd name="connsiteX44" fmla="*/ 153358 w 258085"/>
                <a:gd name="connsiteY44" fmla="*/ 102144 h 155769"/>
                <a:gd name="connsiteX45" fmla="*/ 191059 w 258085"/>
                <a:gd name="connsiteY45" fmla="*/ 118742 h 155769"/>
                <a:gd name="connsiteX46" fmla="*/ 242179 w 258085"/>
                <a:gd name="connsiteY46" fmla="*/ 67670 h 155769"/>
                <a:gd name="connsiteX47" fmla="*/ 230677 w 258085"/>
                <a:gd name="connsiteY47" fmla="*/ 35112 h 155769"/>
                <a:gd name="connsiteX48" fmla="*/ 244096 w 258085"/>
                <a:gd name="connsiteY48" fmla="*/ 22344 h 155769"/>
                <a:gd name="connsiteX49" fmla="*/ 244096 w 258085"/>
                <a:gd name="connsiteY49" fmla="*/ 37027 h 155769"/>
                <a:gd name="connsiteX50" fmla="*/ 250486 w 258085"/>
                <a:gd name="connsiteY50" fmla="*/ 43411 h 155769"/>
                <a:gd name="connsiteX51" fmla="*/ 256876 w 258085"/>
                <a:gd name="connsiteY51" fmla="*/ 37027 h 155769"/>
                <a:gd name="connsiteX52" fmla="*/ 256876 w 258085"/>
                <a:gd name="connsiteY52" fmla="*/ 7661 h 155769"/>
                <a:gd name="connsiteX53" fmla="*/ 256876 w 258085"/>
                <a:gd name="connsiteY53" fmla="*/ 1915 h 155769"/>
                <a:gd name="connsiteX54" fmla="*/ 157832 w 258085"/>
                <a:gd name="connsiteY54" fmla="*/ 65755 h 155769"/>
                <a:gd name="connsiteX55" fmla="*/ 155276 w 258085"/>
                <a:gd name="connsiteY55" fmla="*/ 78523 h 155769"/>
                <a:gd name="connsiteX56" fmla="*/ 153358 w 258085"/>
                <a:gd name="connsiteY56" fmla="*/ 67032 h 155769"/>
                <a:gd name="connsiteX57" fmla="*/ 155276 w 258085"/>
                <a:gd name="connsiteY57" fmla="*/ 54264 h 155769"/>
                <a:gd name="connsiteX58" fmla="*/ 157832 w 258085"/>
                <a:gd name="connsiteY58" fmla="*/ 65755 h 155769"/>
                <a:gd name="connsiteX59" fmla="*/ 88181 w 258085"/>
                <a:gd name="connsiteY59" fmla="*/ 65755 h 155769"/>
                <a:gd name="connsiteX60" fmla="*/ 85625 w 258085"/>
                <a:gd name="connsiteY60" fmla="*/ 78523 h 155769"/>
                <a:gd name="connsiteX61" fmla="*/ 83069 w 258085"/>
                <a:gd name="connsiteY61" fmla="*/ 65755 h 155769"/>
                <a:gd name="connsiteX62" fmla="*/ 85625 w 258085"/>
                <a:gd name="connsiteY62" fmla="*/ 52987 h 155769"/>
                <a:gd name="connsiteX63" fmla="*/ 88181 w 258085"/>
                <a:gd name="connsiteY63" fmla="*/ 65755 h 155769"/>
                <a:gd name="connsiteX64" fmla="*/ 51119 w 258085"/>
                <a:gd name="connsiteY64" fmla="*/ 102782 h 155769"/>
                <a:gd name="connsiteX65" fmla="*/ 14058 w 258085"/>
                <a:gd name="connsiteY65" fmla="*/ 65755 h 155769"/>
                <a:gd name="connsiteX66" fmla="*/ 51119 w 258085"/>
                <a:gd name="connsiteY66" fmla="*/ 28728 h 155769"/>
                <a:gd name="connsiteX67" fmla="*/ 77958 w 258085"/>
                <a:gd name="connsiteY67" fmla="*/ 40219 h 155769"/>
                <a:gd name="connsiteX68" fmla="*/ 70929 w 258085"/>
                <a:gd name="connsiteY68" fmla="*/ 65755 h 155769"/>
                <a:gd name="connsiteX69" fmla="*/ 77958 w 258085"/>
                <a:gd name="connsiteY69" fmla="*/ 91291 h 155769"/>
                <a:gd name="connsiteX70" fmla="*/ 51119 w 258085"/>
                <a:gd name="connsiteY70" fmla="*/ 102782 h 155769"/>
                <a:gd name="connsiteX71" fmla="*/ 120770 w 258085"/>
                <a:gd name="connsiteY71" fmla="*/ 102782 h 155769"/>
                <a:gd name="connsiteX72" fmla="*/ 93933 w 258085"/>
                <a:gd name="connsiteY72" fmla="*/ 91291 h 155769"/>
                <a:gd name="connsiteX73" fmla="*/ 100961 w 258085"/>
                <a:gd name="connsiteY73" fmla="*/ 65755 h 155769"/>
                <a:gd name="connsiteX74" fmla="*/ 93933 w 258085"/>
                <a:gd name="connsiteY74" fmla="*/ 40219 h 155769"/>
                <a:gd name="connsiteX75" fmla="*/ 120770 w 258085"/>
                <a:gd name="connsiteY75" fmla="*/ 28728 h 155769"/>
                <a:gd name="connsiteX76" fmla="*/ 148247 w 258085"/>
                <a:gd name="connsiteY76" fmla="*/ 40857 h 155769"/>
                <a:gd name="connsiteX77" fmla="*/ 141218 w 258085"/>
                <a:gd name="connsiteY77" fmla="*/ 67032 h 155769"/>
                <a:gd name="connsiteX78" fmla="*/ 147608 w 258085"/>
                <a:gd name="connsiteY78" fmla="*/ 91291 h 155769"/>
                <a:gd name="connsiteX79" fmla="*/ 120770 w 258085"/>
                <a:gd name="connsiteY79" fmla="*/ 102782 h 155769"/>
                <a:gd name="connsiteX80" fmla="*/ 192338 w 258085"/>
                <a:gd name="connsiteY80" fmla="*/ 105336 h 155769"/>
                <a:gd name="connsiteX81" fmla="*/ 162943 w 258085"/>
                <a:gd name="connsiteY81" fmla="*/ 91929 h 155769"/>
                <a:gd name="connsiteX82" fmla="*/ 170612 w 258085"/>
                <a:gd name="connsiteY82" fmla="*/ 65755 h 155769"/>
                <a:gd name="connsiteX83" fmla="*/ 164222 w 258085"/>
                <a:gd name="connsiteY83" fmla="*/ 40857 h 155769"/>
                <a:gd name="connsiteX84" fmla="*/ 192338 w 258085"/>
                <a:gd name="connsiteY84" fmla="*/ 28089 h 155769"/>
                <a:gd name="connsiteX85" fmla="*/ 230677 w 258085"/>
                <a:gd name="connsiteY85" fmla="*/ 66393 h 155769"/>
                <a:gd name="connsiteX86" fmla="*/ 192338 w 258085"/>
                <a:gd name="connsiteY86" fmla="*/ 105336 h 155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58085" h="155769">
                  <a:moveTo>
                    <a:pt x="256876" y="1915"/>
                  </a:moveTo>
                  <a:cubicBezTo>
                    <a:pt x="255597" y="638"/>
                    <a:pt x="254320" y="0"/>
                    <a:pt x="252403" y="0"/>
                  </a:cubicBezTo>
                  <a:lnTo>
                    <a:pt x="223009" y="0"/>
                  </a:lnTo>
                  <a:cubicBezTo>
                    <a:pt x="219175" y="0"/>
                    <a:pt x="216619" y="2554"/>
                    <a:pt x="216619" y="6384"/>
                  </a:cubicBezTo>
                  <a:cubicBezTo>
                    <a:pt x="216619" y="10214"/>
                    <a:pt x="219175" y="12768"/>
                    <a:pt x="223009" y="12768"/>
                  </a:cubicBezTo>
                  <a:lnTo>
                    <a:pt x="236428" y="12768"/>
                  </a:lnTo>
                  <a:lnTo>
                    <a:pt x="223009" y="25536"/>
                  </a:lnTo>
                  <a:cubicBezTo>
                    <a:pt x="214703" y="19152"/>
                    <a:pt x="203839" y="15322"/>
                    <a:pt x="192338" y="15322"/>
                  </a:cubicBezTo>
                  <a:cubicBezTo>
                    <a:pt x="178279" y="15322"/>
                    <a:pt x="165500" y="21067"/>
                    <a:pt x="155915" y="30005"/>
                  </a:cubicBezTo>
                  <a:cubicBezTo>
                    <a:pt x="146969" y="21067"/>
                    <a:pt x="134189" y="15322"/>
                    <a:pt x="120131" y="15322"/>
                  </a:cubicBezTo>
                  <a:cubicBezTo>
                    <a:pt x="106712" y="15322"/>
                    <a:pt x="94571" y="21067"/>
                    <a:pt x="84986" y="29366"/>
                  </a:cubicBezTo>
                  <a:cubicBezTo>
                    <a:pt x="76040" y="20429"/>
                    <a:pt x="63899" y="15322"/>
                    <a:pt x="49842" y="15322"/>
                  </a:cubicBezTo>
                  <a:cubicBezTo>
                    <a:pt x="22365" y="15322"/>
                    <a:pt x="0" y="37665"/>
                    <a:pt x="0" y="65117"/>
                  </a:cubicBezTo>
                  <a:cubicBezTo>
                    <a:pt x="0" y="90653"/>
                    <a:pt x="19170" y="111720"/>
                    <a:pt x="43452" y="114273"/>
                  </a:cubicBezTo>
                  <a:lnTo>
                    <a:pt x="43452" y="125765"/>
                  </a:lnTo>
                  <a:lnTo>
                    <a:pt x="33867" y="125765"/>
                  </a:lnTo>
                  <a:cubicBezTo>
                    <a:pt x="30033" y="125765"/>
                    <a:pt x="27477" y="128318"/>
                    <a:pt x="27477" y="132149"/>
                  </a:cubicBezTo>
                  <a:cubicBezTo>
                    <a:pt x="27477" y="135979"/>
                    <a:pt x="30033" y="138533"/>
                    <a:pt x="33867" y="138533"/>
                  </a:cubicBezTo>
                  <a:lnTo>
                    <a:pt x="43452" y="138533"/>
                  </a:lnTo>
                  <a:lnTo>
                    <a:pt x="43452" y="148747"/>
                  </a:lnTo>
                  <a:cubicBezTo>
                    <a:pt x="43452" y="152577"/>
                    <a:pt x="46008" y="155131"/>
                    <a:pt x="49842" y="155131"/>
                  </a:cubicBezTo>
                  <a:cubicBezTo>
                    <a:pt x="53676" y="155131"/>
                    <a:pt x="56232" y="152577"/>
                    <a:pt x="56232" y="148747"/>
                  </a:cubicBezTo>
                  <a:lnTo>
                    <a:pt x="56232" y="138533"/>
                  </a:lnTo>
                  <a:lnTo>
                    <a:pt x="65817" y="138533"/>
                  </a:lnTo>
                  <a:cubicBezTo>
                    <a:pt x="69650" y="138533"/>
                    <a:pt x="72207" y="135979"/>
                    <a:pt x="72207" y="132149"/>
                  </a:cubicBezTo>
                  <a:cubicBezTo>
                    <a:pt x="72207" y="128318"/>
                    <a:pt x="69650" y="125765"/>
                    <a:pt x="65817" y="125765"/>
                  </a:cubicBezTo>
                  <a:lnTo>
                    <a:pt x="56232" y="125765"/>
                  </a:lnTo>
                  <a:lnTo>
                    <a:pt x="56232" y="114273"/>
                  </a:lnTo>
                  <a:cubicBezTo>
                    <a:pt x="67094" y="112997"/>
                    <a:pt x="76679" y="107889"/>
                    <a:pt x="84348" y="100867"/>
                  </a:cubicBezTo>
                  <a:cubicBezTo>
                    <a:pt x="92015" y="108528"/>
                    <a:pt x="102239" y="112997"/>
                    <a:pt x="113102" y="114912"/>
                  </a:cubicBezTo>
                  <a:lnTo>
                    <a:pt x="113102" y="126403"/>
                  </a:lnTo>
                  <a:lnTo>
                    <a:pt x="103517" y="126403"/>
                  </a:lnTo>
                  <a:cubicBezTo>
                    <a:pt x="99684" y="126403"/>
                    <a:pt x="97128" y="128957"/>
                    <a:pt x="97128" y="132787"/>
                  </a:cubicBezTo>
                  <a:cubicBezTo>
                    <a:pt x="97128" y="136617"/>
                    <a:pt x="99684" y="139171"/>
                    <a:pt x="103517" y="139171"/>
                  </a:cubicBezTo>
                  <a:lnTo>
                    <a:pt x="113102" y="139171"/>
                  </a:lnTo>
                  <a:lnTo>
                    <a:pt x="113102" y="149385"/>
                  </a:lnTo>
                  <a:cubicBezTo>
                    <a:pt x="113102" y="153216"/>
                    <a:pt x="115658" y="155769"/>
                    <a:pt x="119492" y="155769"/>
                  </a:cubicBezTo>
                  <a:cubicBezTo>
                    <a:pt x="123326" y="155769"/>
                    <a:pt x="125882" y="153216"/>
                    <a:pt x="125882" y="149385"/>
                  </a:cubicBezTo>
                  <a:lnTo>
                    <a:pt x="125882" y="139171"/>
                  </a:lnTo>
                  <a:lnTo>
                    <a:pt x="135467" y="139171"/>
                  </a:lnTo>
                  <a:cubicBezTo>
                    <a:pt x="139301" y="139171"/>
                    <a:pt x="141857" y="136617"/>
                    <a:pt x="141857" y="132787"/>
                  </a:cubicBezTo>
                  <a:cubicBezTo>
                    <a:pt x="141857" y="128957"/>
                    <a:pt x="139301" y="126403"/>
                    <a:pt x="135467" y="126403"/>
                  </a:cubicBezTo>
                  <a:lnTo>
                    <a:pt x="125882" y="126403"/>
                  </a:lnTo>
                  <a:lnTo>
                    <a:pt x="125882" y="114912"/>
                  </a:lnTo>
                  <a:cubicBezTo>
                    <a:pt x="136745" y="113635"/>
                    <a:pt x="145691" y="108528"/>
                    <a:pt x="153358" y="102144"/>
                  </a:cubicBezTo>
                  <a:cubicBezTo>
                    <a:pt x="162943" y="112358"/>
                    <a:pt x="176363" y="118742"/>
                    <a:pt x="191059" y="118742"/>
                  </a:cubicBezTo>
                  <a:cubicBezTo>
                    <a:pt x="219175" y="118742"/>
                    <a:pt x="242179" y="95760"/>
                    <a:pt x="242179" y="67670"/>
                  </a:cubicBezTo>
                  <a:cubicBezTo>
                    <a:pt x="242179" y="55541"/>
                    <a:pt x="237706" y="44049"/>
                    <a:pt x="230677" y="35112"/>
                  </a:cubicBezTo>
                  <a:lnTo>
                    <a:pt x="244096" y="22344"/>
                  </a:lnTo>
                  <a:lnTo>
                    <a:pt x="244096" y="37027"/>
                  </a:lnTo>
                  <a:cubicBezTo>
                    <a:pt x="244096" y="40857"/>
                    <a:pt x="246652" y="43411"/>
                    <a:pt x="250486" y="43411"/>
                  </a:cubicBezTo>
                  <a:cubicBezTo>
                    <a:pt x="254320" y="43411"/>
                    <a:pt x="256876" y="40857"/>
                    <a:pt x="256876" y="37027"/>
                  </a:cubicBezTo>
                  <a:lnTo>
                    <a:pt x="256876" y="7661"/>
                  </a:lnTo>
                  <a:cubicBezTo>
                    <a:pt x="258792" y="5107"/>
                    <a:pt x="258154" y="3192"/>
                    <a:pt x="256876" y="1915"/>
                  </a:cubicBezTo>
                  <a:close/>
                  <a:moveTo>
                    <a:pt x="157832" y="65755"/>
                  </a:moveTo>
                  <a:cubicBezTo>
                    <a:pt x="157832" y="70224"/>
                    <a:pt x="157193" y="74693"/>
                    <a:pt x="155276" y="78523"/>
                  </a:cubicBezTo>
                  <a:cubicBezTo>
                    <a:pt x="153998" y="74693"/>
                    <a:pt x="153358" y="70862"/>
                    <a:pt x="153358" y="67032"/>
                  </a:cubicBezTo>
                  <a:cubicBezTo>
                    <a:pt x="153358" y="62563"/>
                    <a:pt x="153998" y="58094"/>
                    <a:pt x="155276" y="54264"/>
                  </a:cubicBezTo>
                  <a:cubicBezTo>
                    <a:pt x="157193" y="57456"/>
                    <a:pt x="157832" y="61286"/>
                    <a:pt x="157832" y="65755"/>
                  </a:cubicBezTo>
                  <a:close/>
                  <a:moveTo>
                    <a:pt x="88181" y="65755"/>
                  </a:moveTo>
                  <a:cubicBezTo>
                    <a:pt x="88181" y="70224"/>
                    <a:pt x="87543" y="74693"/>
                    <a:pt x="85625" y="78523"/>
                  </a:cubicBezTo>
                  <a:cubicBezTo>
                    <a:pt x="84348" y="74693"/>
                    <a:pt x="83069" y="70224"/>
                    <a:pt x="83069" y="65755"/>
                  </a:cubicBezTo>
                  <a:cubicBezTo>
                    <a:pt x="83069" y="61286"/>
                    <a:pt x="83709" y="56817"/>
                    <a:pt x="85625" y="52987"/>
                  </a:cubicBezTo>
                  <a:cubicBezTo>
                    <a:pt x="87543" y="56817"/>
                    <a:pt x="88181" y="61286"/>
                    <a:pt x="88181" y="65755"/>
                  </a:cubicBezTo>
                  <a:close/>
                  <a:moveTo>
                    <a:pt x="51119" y="102782"/>
                  </a:moveTo>
                  <a:cubicBezTo>
                    <a:pt x="30672" y="102782"/>
                    <a:pt x="14058" y="86184"/>
                    <a:pt x="14058" y="65755"/>
                  </a:cubicBezTo>
                  <a:cubicBezTo>
                    <a:pt x="14058" y="45326"/>
                    <a:pt x="30672" y="28728"/>
                    <a:pt x="51119" y="28728"/>
                  </a:cubicBezTo>
                  <a:cubicBezTo>
                    <a:pt x="61983" y="28728"/>
                    <a:pt x="70929" y="33197"/>
                    <a:pt x="77958" y="40219"/>
                  </a:cubicBezTo>
                  <a:cubicBezTo>
                    <a:pt x="73484" y="47880"/>
                    <a:pt x="70929" y="56179"/>
                    <a:pt x="70929" y="65755"/>
                  </a:cubicBezTo>
                  <a:cubicBezTo>
                    <a:pt x="70929" y="75331"/>
                    <a:pt x="73484" y="83630"/>
                    <a:pt x="77958" y="91291"/>
                  </a:cubicBezTo>
                  <a:cubicBezTo>
                    <a:pt x="70929" y="98313"/>
                    <a:pt x="61344" y="102782"/>
                    <a:pt x="51119" y="102782"/>
                  </a:cubicBezTo>
                  <a:close/>
                  <a:moveTo>
                    <a:pt x="120770" y="102782"/>
                  </a:moveTo>
                  <a:cubicBezTo>
                    <a:pt x="109907" y="102782"/>
                    <a:pt x="100961" y="98313"/>
                    <a:pt x="93933" y="91291"/>
                  </a:cubicBezTo>
                  <a:cubicBezTo>
                    <a:pt x="98405" y="83630"/>
                    <a:pt x="100961" y="75331"/>
                    <a:pt x="100961" y="65755"/>
                  </a:cubicBezTo>
                  <a:cubicBezTo>
                    <a:pt x="100961" y="56179"/>
                    <a:pt x="98405" y="47880"/>
                    <a:pt x="93933" y="40219"/>
                  </a:cubicBezTo>
                  <a:cubicBezTo>
                    <a:pt x="100961" y="33197"/>
                    <a:pt x="110546" y="28728"/>
                    <a:pt x="120770" y="28728"/>
                  </a:cubicBezTo>
                  <a:cubicBezTo>
                    <a:pt x="131633" y="28728"/>
                    <a:pt x="141857" y="33835"/>
                    <a:pt x="148247" y="40857"/>
                  </a:cubicBezTo>
                  <a:cubicBezTo>
                    <a:pt x="143774" y="48518"/>
                    <a:pt x="141218" y="57456"/>
                    <a:pt x="141218" y="67032"/>
                  </a:cubicBezTo>
                  <a:cubicBezTo>
                    <a:pt x="141218" y="75969"/>
                    <a:pt x="143774" y="84269"/>
                    <a:pt x="147608" y="91291"/>
                  </a:cubicBezTo>
                  <a:cubicBezTo>
                    <a:pt x="140579" y="98313"/>
                    <a:pt x="130994" y="102782"/>
                    <a:pt x="120770" y="102782"/>
                  </a:cubicBezTo>
                  <a:close/>
                  <a:moveTo>
                    <a:pt x="192338" y="105336"/>
                  </a:moveTo>
                  <a:cubicBezTo>
                    <a:pt x="180836" y="105336"/>
                    <a:pt x="169973" y="100229"/>
                    <a:pt x="162943" y="91929"/>
                  </a:cubicBezTo>
                  <a:cubicBezTo>
                    <a:pt x="168056" y="84269"/>
                    <a:pt x="170612" y="75331"/>
                    <a:pt x="170612" y="65755"/>
                  </a:cubicBezTo>
                  <a:cubicBezTo>
                    <a:pt x="170612" y="56817"/>
                    <a:pt x="168056" y="48518"/>
                    <a:pt x="164222" y="40857"/>
                  </a:cubicBezTo>
                  <a:cubicBezTo>
                    <a:pt x="171251" y="33197"/>
                    <a:pt x="181474" y="28089"/>
                    <a:pt x="192338" y="28089"/>
                  </a:cubicBezTo>
                  <a:cubicBezTo>
                    <a:pt x="213424" y="28089"/>
                    <a:pt x="230677" y="45326"/>
                    <a:pt x="230677" y="66393"/>
                  </a:cubicBezTo>
                  <a:cubicBezTo>
                    <a:pt x="230677" y="87461"/>
                    <a:pt x="214063" y="105336"/>
                    <a:pt x="192338" y="105336"/>
                  </a:cubicBezTo>
                  <a:close/>
                </a:path>
              </a:pathLst>
            </a:custGeom>
            <a:solidFill>
              <a:srgbClr val="00A3E0"/>
            </a:solidFill>
            <a:ln w="6390" cap="flat">
              <a:noFill/>
              <a:prstDash val="solid"/>
              <a:miter/>
            </a:ln>
          </p:spPr>
          <p:txBody>
            <a:bodyPr rtlCol="0" anchor="ctr"/>
            <a:lstStyle/>
            <a:p>
              <a:endParaRPr lang="en-US"/>
            </a:p>
          </p:txBody>
        </p:sp>
      </p:grpSp>
      <p:grpSp>
        <p:nvGrpSpPr>
          <p:cNvPr id="1151" name="Graphic 4">
            <a:extLst>
              <a:ext uri="{FF2B5EF4-FFF2-40B4-BE49-F238E27FC236}">
                <a16:creationId xmlns:a16="http://schemas.microsoft.com/office/drawing/2014/main" id="{90463E75-3F7B-B54B-9727-3183635EFDC1}"/>
              </a:ext>
            </a:extLst>
          </p:cNvPr>
          <p:cNvGrpSpPr/>
          <p:nvPr/>
        </p:nvGrpSpPr>
        <p:grpSpPr>
          <a:xfrm>
            <a:off x="9887149" y="2371173"/>
            <a:ext cx="361670" cy="361333"/>
            <a:chOff x="9887149" y="2371173"/>
            <a:chExt cx="361670" cy="361333"/>
          </a:xfrm>
          <a:solidFill>
            <a:srgbClr val="00A3E0"/>
          </a:solidFill>
        </p:grpSpPr>
        <p:sp>
          <p:nvSpPr>
            <p:cNvPr id="1152" name="Graphic 4">
              <a:extLst>
                <a:ext uri="{FF2B5EF4-FFF2-40B4-BE49-F238E27FC236}">
                  <a16:creationId xmlns:a16="http://schemas.microsoft.com/office/drawing/2014/main" id="{1F98823E-7611-184F-A77D-765F88BAC036}"/>
                </a:ext>
              </a:extLst>
            </p:cNvPr>
            <p:cNvSpPr/>
            <p:nvPr/>
          </p:nvSpPr>
          <p:spPr>
            <a:xfrm>
              <a:off x="9887149"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1153" name="Graphic 4">
              <a:extLst>
                <a:ext uri="{FF2B5EF4-FFF2-40B4-BE49-F238E27FC236}">
                  <a16:creationId xmlns:a16="http://schemas.microsoft.com/office/drawing/2014/main" id="{F73CBDD6-920A-A348-842F-8C596983489C}"/>
                </a:ext>
              </a:extLst>
            </p:cNvPr>
            <p:cNvSpPr/>
            <p:nvPr/>
          </p:nvSpPr>
          <p:spPr>
            <a:xfrm>
              <a:off x="9974691" y="2460549"/>
              <a:ext cx="188503" cy="223439"/>
            </a:xfrm>
            <a:custGeom>
              <a:avLst/>
              <a:gdLst>
                <a:gd name="connsiteX0" fmla="*/ 185308 w 188503"/>
                <a:gd name="connsiteY0" fmla="*/ 1915 h 223439"/>
                <a:gd name="connsiteX1" fmla="*/ 180836 w 188503"/>
                <a:gd name="connsiteY1" fmla="*/ 0 h 223439"/>
                <a:gd name="connsiteX2" fmla="*/ 139301 w 188503"/>
                <a:gd name="connsiteY2" fmla="*/ 0 h 223439"/>
                <a:gd name="connsiteX3" fmla="*/ 132911 w 188503"/>
                <a:gd name="connsiteY3" fmla="*/ 6384 h 223439"/>
                <a:gd name="connsiteX4" fmla="*/ 139301 w 188503"/>
                <a:gd name="connsiteY4" fmla="*/ 12768 h 223439"/>
                <a:gd name="connsiteX5" fmla="*/ 164861 w 188503"/>
                <a:gd name="connsiteY5" fmla="*/ 12768 h 223439"/>
                <a:gd name="connsiteX6" fmla="*/ 136745 w 188503"/>
                <a:gd name="connsiteY6" fmla="*/ 39581 h 223439"/>
                <a:gd name="connsiteX7" fmla="*/ 95849 w 188503"/>
                <a:gd name="connsiteY7" fmla="*/ 26174 h 223439"/>
                <a:gd name="connsiteX8" fmla="*/ 51758 w 188503"/>
                <a:gd name="connsiteY8" fmla="*/ 42134 h 223439"/>
                <a:gd name="connsiteX9" fmla="*/ 50481 w 188503"/>
                <a:gd name="connsiteY9" fmla="*/ 40219 h 223439"/>
                <a:gd name="connsiteX10" fmla="*/ 47286 w 188503"/>
                <a:gd name="connsiteY10" fmla="*/ 37027 h 223439"/>
                <a:gd name="connsiteX11" fmla="*/ 56232 w 188503"/>
                <a:gd name="connsiteY11" fmla="*/ 28090 h 223439"/>
                <a:gd name="connsiteX12" fmla="*/ 56232 w 188503"/>
                <a:gd name="connsiteY12" fmla="*/ 19152 h 223439"/>
                <a:gd name="connsiteX13" fmla="*/ 47286 w 188503"/>
                <a:gd name="connsiteY13" fmla="*/ 19152 h 223439"/>
                <a:gd name="connsiteX14" fmla="*/ 38340 w 188503"/>
                <a:gd name="connsiteY14" fmla="*/ 28090 h 223439"/>
                <a:gd name="connsiteX15" fmla="*/ 22365 w 188503"/>
                <a:gd name="connsiteY15" fmla="*/ 12768 h 223439"/>
                <a:gd name="connsiteX16" fmla="*/ 47925 w 188503"/>
                <a:gd name="connsiteY16" fmla="*/ 12768 h 223439"/>
                <a:gd name="connsiteX17" fmla="*/ 54314 w 188503"/>
                <a:gd name="connsiteY17" fmla="*/ 6384 h 223439"/>
                <a:gd name="connsiteX18" fmla="*/ 47925 w 188503"/>
                <a:gd name="connsiteY18" fmla="*/ 0 h 223439"/>
                <a:gd name="connsiteX19" fmla="*/ 6390 w 188503"/>
                <a:gd name="connsiteY19" fmla="*/ 0 h 223439"/>
                <a:gd name="connsiteX20" fmla="*/ 1917 w 188503"/>
                <a:gd name="connsiteY20" fmla="*/ 1915 h 223439"/>
                <a:gd name="connsiteX21" fmla="*/ 0 w 188503"/>
                <a:gd name="connsiteY21" fmla="*/ 6384 h 223439"/>
                <a:gd name="connsiteX22" fmla="*/ 0 w 188503"/>
                <a:gd name="connsiteY22" fmla="*/ 47880 h 223439"/>
                <a:gd name="connsiteX23" fmla="*/ 6390 w 188503"/>
                <a:gd name="connsiteY23" fmla="*/ 54264 h 223439"/>
                <a:gd name="connsiteX24" fmla="*/ 12780 w 188503"/>
                <a:gd name="connsiteY24" fmla="*/ 47880 h 223439"/>
                <a:gd name="connsiteX25" fmla="*/ 12780 w 188503"/>
                <a:gd name="connsiteY25" fmla="*/ 21067 h 223439"/>
                <a:gd name="connsiteX26" fmla="*/ 29394 w 188503"/>
                <a:gd name="connsiteY26" fmla="*/ 37027 h 223439"/>
                <a:gd name="connsiteX27" fmla="*/ 21087 w 188503"/>
                <a:gd name="connsiteY27" fmla="*/ 45326 h 223439"/>
                <a:gd name="connsiteX28" fmla="*/ 21087 w 188503"/>
                <a:gd name="connsiteY28" fmla="*/ 54264 h 223439"/>
                <a:gd name="connsiteX29" fmla="*/ 25560 w 188503"/>
                <a:gd name="connsiteY29" fmla="*/ 56179 h 223439"/>
                <a:gd name="connsiteX30" fmla="*/ 30032 w 188503"/>
                <a:gd name="connsiteY30" fmla="*/ 54264 h 223439"/>
                <a:gd name="connsiteX31" fmla="*/ 38340 w 188503"/>
                <a:gd name="connsiteY31" fmla="*/ 45965 h 223439"/>
                <a:gd name="connsiteX32" fmla="*/ 42173 w 188503"/>
                <a:gd name="connsiteY32" fmla="*/ 49157 h 223439"/>
                <a:gd name="connsiteX33" fmla="*/ 43452 w 188503"/>
                <a:gd name="connsiteY33" fmla="*/ 49795 h 223439"/>
                <a:gd name="connsiteX34" fmla="*/ 26837 w 188503"/>
                <a:gd name="connsiteY34" fmla="*/ 95121 h 223439"/>
                <a:gd name="connsiteX35" fmla="*/ 90737 w 188503"/>
                <a:gd name="connsiteY35" fmla="*/ 164707 h 223439"/>
                <a:gd name="connsiteX36" fmla="*/ 90737 w 188503"/>
                <a:gd name="connsiteY36" fmla="*/ 186412 h 223439"/>
                <a:gd name="connsiteX37" fmla="*/ 73484 w 188503"/>
                <a:gd name="connsiteY37" fmla="*/ 186412 h 223439"/>
                <a:gd name="connsiteX38" fmla="*/ 67094 w 188503"/>
                <a:gd name="connsiteY38" fmla="*/ 192796 h 223439"/>
                <a:gd name="connsiteX39" fmla="*/ 73484 w 188503"/>
                <a:gd name="connsiteY39" fmla="*/ 199180 h 223439"/>
                <a:gd name="connsiteX40" fmla="*/ 90737 w 188503"/>
                <a:gd name="connsiteY40" fmla="*/ 199180 h 223439"/>
                <a:gd name="connsiteX41" fmla="*/ 90737 w 188503"/>
                <a:gd name="connsiteY41" fmla="*/ 217055 h 223439"/>
                <a:gd name="connsiteX42" fmla="*/ 97127 w 188503"/>
                <a:gd name="connsiteY42" fmla="*/ 223439 h 223439"/>
                <a:gd name="connsiteX43" fmla="*/ 103517 w 188503"/>
                <a:gd name="connsiteY43" fmla="*/ 217055 h 223439"/>
                <a:gd name="connsiteX44" fmla="*/ 103517 w 188503"/>
                <a:gd name="connsiteY44" fmla="*/ 199180 h 223439"/>
                <a:gd name="connsiteX45" fmla="*/ 120770 w 188503"/>
                <a:gd name="connsiteY45" fmla="*/ 199180 h 223439"/>
                <a:gd name="connsiteX46" fmla="*/ 127160 w 188503"/>
                <a:gd name="connsiteY46" fmla="*/ 192796 h 223439"/>
                <a:gd name="connsiteX47" fmla="*/ 120770 w 188503"/>
                <a:gd name="connsiteY47" fmla="*/ 186412 h 223439"/>
                <a:gd name="connsiteX48" fmla="*/ 103517 w 188503"/>
                <a:gd name="connsiteY48" fmla="*/ 186412 h 223439"/>
                <a:gd name="connsiteX49" fmla="*/ 103517 w 188503"/>
                <a:gd name="connsiteY49" fmla="*/ 164707 h 223439"/>
                <a:gd name="connsiteX50" fmla="*/ 166777 w 188503"/>
                <a:gd name="connsiteY50" fmla="*/ 95121 h 223439"/>
                <a:gd name="connsiteX51" fmla="*/ 147607 w 188503"/>
                <a:gd name="connsiteY51" fmla="*/ 47242 h 223439"/>
                <a:gd name="connsiteX52" fmla="*/ 175723 w 188503"/>
                <a:gd name="connsiteY52" fmla="*/ 20429 h 223439"/>
                <a:gd name="connsiteX53" fmla="*/ 175723 w 188503"/>
                <a:gd name="connsiteY53" fmla="*/ 47242 h 223439"/>
                <a:gd name="connsiteX54" fmla="*/ 182113 w 188503"/>
                <a:gd name="connsiteY54" fmla="*/ 53626 h 223439"/>
                <a:gd name="connsiteX55" fmla="*/ 188503 w 188503"/>
                <a:gd name="connsiteY55" fmla="*/ 47242 h 223439"/>
                <a:gd name="connsiteX56" fmla="*/ 188503 w 188503"/>
                <a:gd name="connsiteY56" fmla="*/ 5746 h 223439"/>
                <a:gd name="connsiteX57" fmla="*/ 185308 w 188503"/>
                <a:gd name="connsiteY57" fmla="*/ 1915 h 223439"/>
                <a:gd name="connsiteX58" fmla="*/ 96488 w 188503"/>
                <a:gd name="connsiteY58" fmla="*/ 152577 h 223439"/>
                <a:gd name="connsiteX59" fmla="*/ 39617 w 188503"/>
                <a:gd name="connsiteY59" fmla="*/ 95760 h 223439"/>
                <a:gd name="connsiteX60" fmla="*/ 96488 w 188503"/>
                <a:gd name="connsiteY60" fmla="*/ 38942 h 223439"/>
                <a:gd name="connsiteX61" fmla="*/ 153358 w 188503"/>
                <a:gd name="connsiteY61" fmla="*/ 95760 h 223439"/>
                <a:gd name="connsiteX62" fmla="*/ 96488 w 188503"/>
                <a:gd name="connsiteY62" fmla="*/ 152577 h 223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88503" h="223439">
                  <a:moveTo>
                    <a:pt x="185308" y="1915"/>
                  </a:moveTo>
                  <a:cubicBezTo>
                    <a:pt x="184031" y="638"/>
                    <a:pt x="182752" y="0"/>
                    <a:pt x="180836" y="0"/>
                  </a:cubicBezTo>
                  <a:lnTo>
                    <a:pt x="139301" y="0"/>
                  </a:lnTo>
                  <a:cubicBezTo>
                    <a:pt x="135466" y="0"/>
                    <a:pt x="132911" y="2554"/>
                    <a:pt x="132911" y="6384"/>
                  </a:cubicBezTo>
                  <a:cubicBezTo>
                    <a:pt x="132911" y="10214"/>
                    <a:pt x="135466" y="12768"/>
                    <a:pt x="139301" y="12768"/>
                  </a:cubicBezTo>
                  <a:lnTo>
                    <a:pt x="164861" y="12768"/>
                  </a:lnTo>
                  <a:lnTo>
                    <a:pt x="136745" y="39581"/>
                  </a:lnTo>
                  <a:cubicBezTo>
                    <a:pt x="125243" y="31282"/>
                    <a:pt x="111185" y="26174"/>
                    <a:pt x="95849" y="26174"/>
                  </a:cubicBezTo>
                  <a:cubicBezTo>
                    <a:pt x="79235" y="26174"/>
                    <a:pt x="63899" y="31920"/>
                    <a:pt x="51758" y="42134"/>
                  </a:cubicBezTo>
                  <a:cubicBezTo>
                    <a:pt x="51758" y="41496"/>
                    <a:pt x="51119" y="40858"/>
                    <a:pt x="50481" y="40219"/>
                  </a:cubicBezTo>
                  <a:lnTo>
                    <a:pt x="47286" y="37027"/>
                  </a:lnTo>
                  <a:lnTo>
                    <a:pt x="56232" y="28090"/>
                  </a:lnTo>
                  <a:cubicBezTo>
                    <a:pt x="58787" y="25536"/>
                    <a:pt x="58787" y="21706"/>
                    <a:pt x="56232" y="19152"/>
                  </a:cubicBezTo>
                  <a:cubicBezTo>
                    <a:pt x="53676" y="16598"/>
                    <a:pt x="49842" y="16598"/>
                    <a:pt x="47286" y="19152"/>
                  </a:cubicBezTo>
                  <a:lnTo>
                    <a:pt x="38340" y="28090"/>
                  </a:lnTo>
                  <a:lnTo>
                    <a:pt x="22365" y="12768"/>
                  </a:lnTo>
                  <a:lnTo>
                    <a:pt x="47925" y="12768"/>
                  </a:lnTo>
                  <a:cubicBezTo>
                    <a:pt x="51758" y="12768"/>
                    <a:pt x="54314" y="10214"/>
                    <a:pt x="54314" y="6384"/>
                  </a:cubicBezTo>
                  <a:cubicBezTo>
                    <a:pt x="54314" y="2554"/>
                    <a:pt x="51758" y="0"/>
                    <a:pt x="47925" y="0"/>
                  </a:cubicBezTo>
                  <a:lnTo>
                    <a:pt x="6390" y="0"/>
                  </a:lnTo>
                  <a:cubicBezTo>
                    <a:pt x="4473" y="0"/>
                    <a:pt x="2556" y="638"/>
                    <a:pt x="1917" y="1915"/>
                  </a:cubicBezTo>
                  <a:cubicBezTo>
                    <a:pt x="639" y="3192"/>
                    <a:pt x="0" y="4469"/>
                    <a:pt x="0" y="6384"/>
                  </a:cubicBezTo>
                  <a:lnTo>
                    <a:pt x="0" y="47880"/>
                  </a:lnTo>
                  <a:cubicBezTo>
                    <a:pt x="0" y="51710"/>
                    <a:pt x="2556" y="54264"/>
                    <a:pt x="6390" y="54264"/>
                  </a:cubicBezTo>
                  <a:cubicBezTo>
                    <a:pt x="10224" y="54264"/>
                    <a:pt x="12780" y="51710"/>
                    <a:pt x="12780" y="47880"/>
                  </a:cubicBezTo>
                  <a:lnTo>
                    <a:pt x="12780" y="21067"/>
                  </a:lnTo>
                  <a:lnTo>
                    <a:pt x="29394" y="37027"/>
                  </a:lnTo>
                  <a:lnTo>
                    <a:pt x="21087" y="45326"/>
                  </a:lnTo>
                  <a:cubicBezTo>
                    <a:pt x="18531" y="47880"/>
                    <a:pt x="18531" y="51710"/>
                    <a:pt x="21087" y="54264"/>
                  </a:cubicBezTo>
                  <a:cubicBezTo>
                    <a:pt x="22365" y="55541"/>
                    <a:pt x="24282" y="56179"/>
                    <a:pt x="25560" y="56179"/>
                  </a:cubicBezTo>
                  <a:cubicBezTo>
                    <a:pt x="26837" y="56179"/>
                    <a:pt x="28755" y="55541"/>
                    <a:pt x="30032" y="54264"/>
                  </a:cubicBezTo>
                  <a:lnTo>
                    <a:pt x="38340" y="45965"/>
                  </a:lnTo>
                  <a:lnTo>
                    <a:pt x="42173" y="49157"/>
                  </a:lnTo>
                  <a:cubicBezTo>
                    <a:pt x="42812" y="49795"/>
                    <a:pt x="42812" y="49795"/>
                    <a:pt x="43452" y="49795"/>
                  </a:cubicBezTo>
                  <a:cubicBezTo>
                    <a:pt x="33227" y="61925"/>
                    <a:pt x="26837" y="77885"/>
                    <a:pt x="26837" y="95121"/>
                  </a:cubicBezTo>
                  <a:cubicBezTo>
                    <a:pt x="26837" y="131510"/>
                    <a:pt x="54953" y="161515"/>
                    <a:pt x="90737" y="164707"/>
                  </a:cubicBezTo>
                  <a:lnTo>
                    <a:pt x="90737" y="186412"/>
                  </a:lnTo>
                  <a:lnTo>
                    <a:pt x="73484" y="186412"/>
                  </a:lnTo>
                  <a:cubicBezTo>
                    <a:pt x="69650" y="186412"/>
                    <a:pt x="67094" y="188966"/>
                    <a:pt x="67094" y="192796"/>
                  </a:cubicBezTo>
                  <a:cubicBezTo>
                    <a:pt x="67094" y="196627"/>
                    <a:pt x="69650" y="199180"/>
                    <a:pt x="73484" y="199180"/>
                  </a:cubicBezTo>
                  <a:lnTo>
                    <a:pt x="90737" y="199180"/>
                  </a:lnTo>
                  <a:lnTo>
                    <a:pt x="90737" y="217055"/>
                  </a:lnTo>
                  <a:cubicBezTo>
                    <a:pt x="90737" y="220886"/>
                    <a:pt x="93293" y="223439"/>
                    <a:pt x="97127" y="223439"/>
                  </a:cubicBezTo>
                  <a:cubicBezTo>
                    <a:pt x="100961" y="223439"/>
                    <a:pt x="103517" y="220886"/>
                    <a:pt x="103517" y="217055"/>
                  </a:cubicBezTo>
                  <a:lnTo>
                    <a:pt x="103517" y="199180"/>
                  </a:lnTo>
                  <a:lnTo>
                    <a:pt x="120770" y="199180"/>
                  </a:lnTo>
                  <a:cubicBezTo>
                    <a:pt x="124604" y="199180"/>
                    <a:pt x="127160" y="196627"/>
                    <a:pt x="127160" y="192796"/>
                  </a:cubicBezTo>
                  <a:cubicBezTo>
                    <a:pt x="127160" y="188966"/>
                    <a:pt x="124604" y="186412"/>
                    <a:pt x="120770" y="186412"/>
                  </a:cubicBezTo>
                  <a:lnTo>
                    <a:pt x="103517" y="186412"/>
                  </a:lnTo>
                  <a:lnTo>
                    <a:pt x="103517" y="164707"/>
                  </a:lnTo>
                  <a:cubicBezTo>
                    <a:pt x="138661" y="161515"/>
                    <a:pt x="166777" y="131510"/>
                    <a:pt x="166777" y="95121"/>
                  </a:cubicBezTo>
                  <a:cubicBezTo>
                    <a:pt x="166777" y="76608"/>
                    <a:pt x="159110" y="59371"/>
                    <a:pt x="147607" y="47242"/>
                  </a:cubicBezTo>
                  <a:lnTo>
                    <a:pt x="175723" y="20429"/>
                  </a:lnTo>
                  <a:lnTo>
                    <a:pt x="175723" y="47242"/>
                  </a:lnTo>
                  <a:cubicBezTo>
                    <a:pt x="175723" y="51072"/>
                    <a:pt x="178279" y="53626"/>
                    <a:pt x="182113" y="53626"/>
                  </a:cubicBezTo>
                  <a:cubicBezTo>
                    <a:pt x="185947" y="53626"/>
                    <a:pt x="188503" y="51072"/>
                    <a:pt x="188503" y="47242"/>
                  </a:cubicBezTo>
                  <a:lnTo>
                    <a:pt x="188503" y="5746"/>
                  </a:lnTo>
                  <a:cubicBezTo>
                    <a:pt x="187225" y="4469"/>
                    <a:pt x="186586" y="3192"/>
                    <a:pt x="185308" y="1915"/>
                  </a:cubicBezTo>
                  <a:close/>
                  <a:moveTo>
                    <a:pt x="96488" y="152577"/>
                  </a:moveTo>
                  <a:cubicBezTo>
                    <a:pt x="65177" y="152577"/>
                    <a:pt x="39617" y="127041"/>
                    <a:pt x="39617" y="95760"/>
                  </a:cubicBezTo>
                  <a:cubicBezTo>
                    <a:pt x="39617" y="64478"/>
                    <a:pt x="65177" y="38942"/>
                    <a:pt x="96488" y="38942"/>
                  </a:cubicBezTo>
                  <a:cubicBezTo>
                    <a:pt x="127799" y="38942"/>
                    <a:pt x="153358" y="64478"/>
                    <a:pt x="153358" y="95760"/>
                  </a:cubicBezTo>
                  <a:cubicBezTo>
                    <a:pt x="153358" y="127041"/>
                    <a:pt x="127799" y="152577"/>
                    <a:pt x="96488" y="152577"/>
                  </a:cubicBezTo>
                  <a:close/>
                </a:path>
              </a:pathLst>
            </a:custGeom>
            <a:solidFill>
              <a:srgbClr val="00A3E0"/>
            </a:solidFill>
            <a:ln w="6390" cap="flat">
              <a:noFill/>
              <a:prstDash val="solid"/>
              <a:miter/>
            </a:ln>
          </p:spPr>
          <p:txBody>
            <a:bodyPr rtlCol="0" anchor="ctr"/>
            <a:lstStyle/>
            <a:p>
              <a:endParaRPr lang="en-US"/>
            </a:p>
          </p:txBody>
        </p:sp>
      </p:grpSp>
      <p:grpSp>
        <p:nvGrpSpPr>
          <p:cNvPr id="1154" name="Graphic 4">
            <a:extLst>
              <a:ext uri="{FF2B5EF4-FFF2-40B4-BE49-F238E27FC236}">
                <a16:creationId xmlns:a16="http://schemas.microsoft.com/office/drawing/2014/main" id="{75D3FFFA-3469-304D-BCDB-1060BCC72C79}"/>
              </a:ext>
            </a:extLst>
          </p:cNvPr>
          <p:cNvGrpSpPr/>
          <p:nvPr/>
        </p:nvGrpSpPr>
        <p:grpSpPr>
          <a:xfrm>
            <a:off x="7802113" y="4792617"/>
            <a:ext cx="361670" cy="361333"/>
            <a:chOff x="7802113" y="4792617"/>
            <a:chExt cx="361670" cy="361333"/>
          </a:xfrm>
          <a:solidFill>
            <a:srgbClr val="00A3E0"/>
          </a:solidFill>
        </p:grpSpPr>
        <p:sp>
          <p:nvSpPr>
            <p:cNvPr id="1155" name="Graphic 4">
              <a:extLst>
                <a:ext uri="{FF2B5EF4-FFF2-40B4-BE49-F238E27FC236}">
                  <a16:creationId xmlns:a16="http://schemas.microsoft.com/office/drawing/2014/main" id="{AAC04803-F237-DB43-A3FA-62AD1326E36B}"/>
                </a:ext>
              </a:extLst>
            </p:cNvPr>
            <p:cNvSpPr/>
            <p:nvPr/>
          </p:nvSpPr>
          <p:spPr>
            <a:xfrm>
              <a:off x="7802113" y="4792617"/>
              <a:ext cx="361670" cy="361333"/>
            </a:xfrm>
            <a:custGeom>
              <a:avLst/>
              <a:gdLst>
                <a:gd name="connsiteX0" fmla="*/ 180836 w 361670"/>
                <a:gd name="connsiteY0" fmla="*/ 0 h 361333"/>
                <a:gd name="connsiteX1" fmla="*/ 0 w 361670"/>
                <a:gd name="connsiteY1" fmla="*/ 180667 h 361333"/>
                <a:gd name="connsiteX2" fmla="*/ 180836 w 361670"/>
                <a:gd name="connsiteY2" fmla="*/ 361334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7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895"/>
                    <a:pt x="81152" y="361334"/>
                    <a:pt x="180836" y="361334"/>
                  </a:cubicBezTo>
                  <a:cubicBezTo>
                    <a:pt x="280518" y="361334"/>
                    <a:pt x="361670" y="280257"/>
                    <a:pt x="361670" y="180667"/>
                  </a:cubicBezTo>
                  <a:cubicBezTo>
                    <a:pt x="361670" y="81077"/>
                    <a:pt x="280518" y="0"/>
                    <a:pt x="180836" y="0"/>
                  </a:cubicBezTo>
                  <a:close/>
                  <a:moveTo>
                    <a:pt x="180836" y="349204"/>
                  </a:moveTo>
                  <a:cubicBezTo>
                    <a:pt x="88181" y="349204"/>
                    <a:pt x="12780" y="273873"/>
                    <a:pt x="12780" y="181305"/>
                  </a:cubicBezTo>
                  <a:cubicBezTo>
                    <a:pt x="12780" y="88738"/>
                    <a:pt x="88181" y="13407"/>
                    <a:pt x="180836" y="13407"/>
                  </a:cubicBezTo>
                  <a:cubicBezTo>
                    <a:pt x="273490" y="13407"/>
                    <a:pt x="348890" y="88738"/>
                    <a:pt x="348890" y="181305"/>
                  </a:cubicBezTo>
                  <a:cubicBezTo>
                    <a:pt x="348890" y="273873"/>
                    <a:pt x="273490"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1156" name="Graphic 4">
              <a:extLst>
                <a:ext uri="{FF2B5EF4-FFF2-40B4-BE49-F238E27FC236}">
                  <a16:creationId xmlns:a16="http://schemas.microsoft.com/office/drawing/2014/main" id="{570DBC0F-858A-5744-8943-F035F161211E}"/>
                </a:ext>
              </a:extLst>
            </p:cNvPr>
            <p:cNvSpPr/>
            <p:nvPr/>
          </p:nvSpPr>
          <p:spPr>
            <a:xfrm>
              <a:off x="7921604" y="4869118"/>
              <a:ext cx="150496" cy="220992"/>
            </a:xfrm>
            <a:custGeom>
              <a:avLst/>
              <a:gdLst>
                <a:gd name="connsiteX0" fmla="*/ 145052 w 150496"/>
                <a:gd name="connsiteY0" fmla="*/ 12875 h 220992"/>
                <a:gd name="connsiteX1" fmla="*/ 145052 w 150496"/>
                <a:gd name="connsiteY1" fmla="*/ 12875 h 220992"/>
                <a:gd name="connsiteX2" fmla="*/ 141857 w 150496"/>
                <a:gd name="connsiteY2" fmla="*/ 12875 h 220992"/>
                <a:gd name="connsiteX3" fmla="*/ 76040 w 150496"/>
                <a:gd name="connsiteY3" fmla="*/ 8406 h 220992"/>
                <a:gd name="connsiteX4" fmla="*/ 5112 w 150496"/>
                <a:gd name="connsiteY4" fmla="*/ 2661 h 220992"/>
                <a:gd name="connsiteX5" fmla="*/ 5112 w 150496"/>
                <a:gd name="connsiteY5" fmla="*/ 2661 h 220992"/>
                <a:gd name="connsiteX6" fmla="*/ 0 w 150496"/>
                <a:gd name="connsiteY6" fmla="*/ 9045 h 220992"/>
                <a:gd name="connsiteX7" fmla="*/ 0 w 150496"/>
                <a:gd name="connsiteY7" fmla="*/ 214609 h 220992"/>
                <a:gd name="connsiteX8" fmla="*/ 6390 w 150496"/>
                <a:gd name="connsiteY8" fmla="*/ 220993 h 220992"/>
                <a:gd name="connsiteX9" fmla="*/ 12780 w 150496"/>
                <a:gd name="connsiteY9" fmla="*/ 214609 h 220992"/>
                <a:gd name="connsiteX10" fmla="*/ 12780 w 150496"/>
                <a:gd name="connsiteY10" fmla="*/ 125233 h 220992"/>
                <a:gd name="connsiteX11" fmla="*/ 72207 w 150496"/>
                <a:gd name="connsiteY11" fmla="*/ 131617 h 220992"/>
                <a:gd name="connsiteX12" fmla="*/ 118853 w 150496"/>
                <a:gd name="connsiteY12" fmla="*/ 139916 h 220992"/>
                <a:gd name="connsiteX13" fmla="*/ 145052 w 150496"/>
                <a:gd name="connsiteY13" fmla="*/ 136086 h 220992"/>
                <a:gd name="connsiteX14" fmla="*/ 145691 w 150496"/>
                <a:gd name="connsiteY14" fmla="*/ 135447 h 220992"/>
                <a:gd name="connsiteX15" fmla="*/ 150164 w 150496"/>
                <a:gd name="connsiteY15" fmla="*/ 129702 h 220992"/>
                <a:gd name="connsiteX16" fmla="*/ 150164 w 150496"/>
                <a:gd name="connsiteY16" fmla="*/ 19897 h 220992"/>
                <a:gd name="connsiteX17" fmla="*/ 145052 w 150496"/>
                <a:gd name="connsiteY17" fmla="*/ 12875 h 220992"/>
                <a:gd name="connsiteX18" fmla="*/ 13419 w 150496"/>
                <a:gd name="connsiteY18" fmla="*/ 58840 h 220992"/>
                <a:gd name="connsiteX19" fmla="*/ 72845 w 150496"/>
                <a:gd name="connsiteY19" fmla="*/ 65224 h 220992"/>
                <a:gd name="connsiteX20" fmla="*/ 119492 w 150496"/>
                <a:gd name="connsiteY20" fmla="*/ 73523 h 220992"/>
                <a:gd name="connsiteX21" fmla="*/ 138662 w 150496"/>
                <a:gd name="connsiteY21" fmla="*/ 71608 h 220992"/>
                <a:gd name="connsiteX22" fmla="*/ 138662 w 150496"/>
                <a:gd name="connsiteY22" fmla="*/ 80545 h 220992"/>
                <a:gd name="connsiteX23" fmla="*/ 76040 w 150496"/>
                <a:gd name="connsiteY23" fmla="*/ 75438 h 220992"/>
                <a:gd name="connsiteX24" fmla="*/ 13419 w 150496"/>
                <a:gd name="connsiteY24" fmla="*/ 68416 h 220992"/>
                <a:gd name="connsiteX25" fmla="*/ 13419 w 150496"/>
                <a:gd name="connsiteY25" fmla="*/ 58840 h 220992"/>
                <a:gd name="connsiteX26" fmla="*/ 138662 w 150496"/>
                <a:gd name="connsiteY26" fmla="*/ 58201 h 220992"/>
                <a:gd name="connsiteX27" fmla="*/ 76040 w 150496"/>
                <a:gd name="connsiteY27" fmla="*/ 53094 h 220992"/>
                <a:gd name="connsiteX28" fmla="*/ 13419 w 150496"/>
                <a:gd name="connsiteY28" fmla="*/ 46072 h 220992"/>
                <a:gd name="connsiteX29" fmla="*/ 13419 w 150496"/>
                <a:gd name="connsiteY29" fmla="*/ 37134 h 220992"/>
                <a:gd name="connsiteX30" fmla="*/ 72845 w 150496"/>
                <a:gd name="connsiteY30" fmla="*/ 43518 h 220992"/>
                <a:gd name="connsiteX31" fmla="*/ 119492 w 150496"/>
                <a:gd name="connsiteY31" fmla="*/ 51817 h 220992"/>
                <a:gd name="connsiteX32" fmla="*/ 138662 w 150496"/>
                <a:gd name="connsiteY32" fmla="*/ 49902 h 220992"/>
                <a:gd name="connsiteX33" fmla="*/ 138662 w 150496"/>
                <a:gd name="connsiteY33" fmla="*/ 58201 h 220992"/>
                <a:gd name="connsiteX34" fmla="*/ 13419 w 150496"/>
                <a:gd name="connsiteY34" fmla="*/ 81184 h 220992"/>
                <a:gd name="connsiteX35" fmla="*/ 72845 w 150496"/>
                <a:gd name="connsiteY35" fmla="*/ 87568 h 220992"/>
                <a:gd name="connsiteX36" fmla="*/ 119492 w 150496"/>
                <a:gd name="connsiteY36" fmla="*/ 95867 h 220992"/>
                <a:gd name="connsiteX37" fmla="*/ 138662 w 150496"/>
                <a:gd name="connsiteY37" fmla="*/ 93951 h 220992"/>
                <a:gd name="connsiteX38" fmla="*/ 138662 w 150496"/>
                <a:gd name="connsiteY38" fmla="*/ 102889 h 220992"/>
                <a:gd name="connsiteX39" fmla="*/ 76040 w 150496"/>
                <a:gd name="connsiteY39" fmla="*/ 97782 h 220992"/>
                <a:gd name="connsiteX40" fmla="*/ 13419 w 150496"/>
                <a:gd name="connsiteY40" fmla="*/ 90760 h 220992"/>
                <a:gd name="connsiteX41" fmla="*/ 13419 w 150496"/>
                <a:gd name="connsiteY41" fmla="*/ 81184 h 220992"/>
                <a:gd name="connsiteX42" fmla="*/ 72845 w 150496"/>
                <a:gd name="connsiteY42" fmla="*/ 21174 h 220992"/>
                <a:gd name="connsiteX43" fmla="*/ 119492 w 150496"/>
                <a:gd name="connsiteY43" fmla="*/ 29473 h 220992"/>
                <a:gd name="connsiteX44" fmla="*/ 138662 w 150496"/>
                <a:gd name="connsiteY44" fmla="*/ 27558 h 220992"/>
                <a:gd name="connsiteX45" fmla="*/ 138662 w 150496"/>
                <a:gd name="connsiteY45" fmla="*/ 36496 h 220992"/>
                <a:gd name="connsiteX46" fmla="*/ 76040 w 150496"/>
                <a:gd name="connsiteY46" fmla="*/ 31389 h 220992"/>
                <a:gd name="connsiteX47" fmla="*/ 13419 w 150496"/>
                <a:gd name="connsiteY47" fmla="*/ 24366 h 220992"/>
                <a:gd name="connsiteX48" fmla="*/ 13419 w 150496"/>
                <a:gd name="connsiteY48" fmla="*/ 15429 h 220992"/>
                <a:gd name="connsiteX49" fmla="*/ 72845 w 150496"/>
                <a:gd name="connsiteY49" fmla="*/ 21174 h 220992"/>
                <a:gd name="connsiteX50" fmla="*/ 76040 w 150496"/>
                <a:gd name="connsiteY50" fmla="*/ 119487 h 220992"/>
                <a:gd name="connsiteX51" fmla="*/ 13419 w 150496"/>
                <a:gd name="connsiteY51" fmla="*/ 112465 h 220992"/>
                <a:gd name="connsiteX52" fmla="*/ 13419 w 150496"/>
                <a:gd name="connsiteY52" fmla="*/ 103527 h 220992"/>
                <a:gd name="connsiteX53" fmla="*/ 72845 w 150496"/>
                <a:gd name="connsiteY53" fmla="*/ 109911 h 220992"/>
                <a:gd name="connsiteX54" fmla="*/ 119492 w 150496"/>
                <a:gd name="connsiteY54" fmla="*/ 118211 h 220992"/>
                <a:gd name="connsiteX55" fmla="*/ 138662 w 150496"/>
                <a:gd name="connsiteY55" fmla="*/ 116295 h 220992"/>
                <a:gd name="connsiteX56" fmla="*/ 138662 w 150496"/>
                <a:gd name="connsiteY56" fmla="*/ 125233 h 220992"/>
                <a:gd name="connsiteX57" fmla="*/ 76040 w 150496"/>
                <a:gd name="connsiteY57" fmla="*/ 119487 h 220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50496" h="220992">
                  <a:moveTo>
                    <a:pt x="145052" y="12875"/>
                  </a:moveTo>
                  <a:cubicBezTo>
                    <a:pt x="145052" y="12875"/>
                    <a:pt x="145052" y="12875"/>
                    <a:pt x="145052" y="12875"/>
                  </a:cubicBezTo>
                  <a:cubicBezTo>
                    <a:pt x="143774" y="12875"/>
                    <a:pt x="143135" y="12875"/>
                    <a:pt x="141857" y="12875"/>
                  </a:cubicBezTo>
                  <a:cubicBezTo>
                    <a:pt x="119492" y="19897"/>
                    <a:pt x="98405" y="14790"/>
                    <a:pt x="76040" y="8406"/>
                  </a:cubicBezTo>
                  <a:cubicBezTo>
                    <a:pt x="53676" y="2661"/>
                    <a:pt x="30672" y="-3723"/>
                    <a:pt x="5112" y="2661"/>
                  </a:cubicBezTo>
                  <a:cubicBezTo>
                    <a:pt x="5112" y="2661"/>
                    <a:pt x="5112" y="2661"/>
                    <a:pt x="5112" y="2661"/>
                  </a:cubicBezTo>
                  <a:cubicBezTo>
                    <a:pt x="2556" y="3299"/>
                    <a:pt x="0" y="5853"/>
                    <a:pt x="0" y="9045"/>
                  </a:cubicBezTo>
                  <a:lnTo>
                    <a:pt x="0" y="214609"/>
                  </a:lnTo>
                  <a:cubicBezTo>
                    <a:pt x="0" y="218439"/>
                    <a:pt x="2556" y="220993"/>
                    <a:pt x="6390" y="220993"/>
                  </a:cubicBezTo>
                  <a:cubicBezTo>
                    <a:pt x="10225" y="220993"/>
                    <a:pt x="12780" y="218439"/>
                    <a:pt x="12780" y="214609"/>
                  </a:cubicBezTo>
                  <a:lnTo>
                    <a:pt x="12780" y="125233"/>
                  </a:lnTo>
                  <a:cubicBezTo>
                    <a:pt x="33228" y="121403"/>
                    <a:pt x="52398" y="126510"/>
                    <a:pt x="72207" y="131617"/>
                  </a:cubicBezTo>
                  <a:cubicBezTo>
                    <a:pt x="87543" y="135447"/>
                    <a:pt x="102879" y="139916"/>
                    <a:pt x="118853" y="139916"/>
                  </a:cubicBezTo>
                  <a:cubicBezTo>
                    <a:pt x="127160" y="139916"/>
                    <a:pt x="136106" y="138639"/>
                    <a:pt x="145052" y="136086"/>
                  </a:cubicBezTo>
                  <a:cubicBezTo>
                    <a:pt x="145052" y="136086"/>
                    <a:pt x="145691" y="136086"/>
                    <a:pt x="145691" y="135447"/>
                  </a:cubicBezTo>
                  <a:cubicBezTo>
                    <a:pt x="148247" y="134809"/>
                    <a:pt x="150164" y="132255"/>
                    <a:pt x="150164" y="129702"/>
                  </a:cubicBezTo>
                  <a:lnTo>
                    <a:pt x="150164" y="19897"/>
                  </a:lnTo>
                  <a:cubicBezTo>
                    <a:pt x="151442" y="15429"/>
                    <a:pt x="148886" y="12875"/>
                    <a:pt x="145052" y="12875"/>
                  </a:cubicBezTo>
                  <a:close/>
                  <a:moveTo>
                    <a:pt x="13419" y="58840"/>
                  </a:moveTo>
                  <a:cubicBezTo>
                    <a:pt x="33867" y="55009"/>
                    <a:pt x="53037" y="60116"/>
                    <a:pt x="72845" y="65224"/>
                  </a:cubicBezTo>
                  <a:cubicBezTo>
                    <a:pt x="88181" y="69054"/>
                    <a:pt x="103517" y="73523"/>
                    <a:pt x="119492" y="73523"/>
                  </a:cubicBezTo>
                  <a:cubicBezTo>
                    <a:pt x="125882" y="73523"/>
                    <a:pt x="132272" y="72884"/>
                    <a:pt x="138662" y="71608"/>
                  </a:cubicBezTo>
                  <a:lnTo>
                    <a:pt x="138662" y="80545"/>
                  </a:lnTo>
                  <a:cubicBezTo>
                    <a:pt x="117575" y="86291"/>
                    <a:pt x="97128" y="81184"/>
                    <a:pt x="76040" y="75438"/>
                  </a:cubicBezTo>
                  <a:cubicBezTo>
                    <a:pt x="56232" y="70331"/>
                    <a:pt x="35784" y="64585"/>
                    <a:pt x="13419" y="68416"/>
                  </a:cubicBezTo>
                  <a:lnTo>
                    <a:pt x="13419" y="58840"/>
                  </a:lnTo>
                  <a:close/>
                  <a:moveTo>
                    <a:pt x="138662" y="58201"/>
                  </a:moveTo>
                  <a:cubicBezTo>
                    <a:pt x="117575" y="63947"/>
                    <a:pt x="97128" y="58840"/>
                    <a:pt x="76040" y="53094"/>
                  </a:cubicBezTo>
                  <a:cubicBezTo>
                    <a:pt x="56232" y="47987"/>
                    <a:pt x="35784" y="42241"/>
                    <a:pt x="13419" y="46072"/>
                  </a:cubicBezTo>
                  <a:lnTo>
                    <a:pt x="13419" y="37134"/>
                  </a:lnTo>
                  <a:cubicBezTo>
                    <a:pt x="33867" y="33304"/>
                    <a:pt x="53037" y="38411"/>
                    <a:pt x="72845" y="43518"/>
                  </a:cubicBezTo>
                  <a:cubicBezTo>
                    <a:pt x="88181" y="47349"/>
                    <a:pt x="103517" y="51817"/>
                    <a:pt x="119492" y="51817"/>
                  </a:cubicBezTo>
                  <a:cubicBezTo>
                    <a:pt x="125882" y="51817"/>
                    <a:pt x="132272" y="51179"/>
                    <a:pt x="138662" y="49902"/>
                  </a:cubicBezTo>
                  <a:lnTo>
                    <a:pt x="138662" y="58201"/>
                  </a:lnTo>
                  <a:close/>
                  <a:moveTo>
                    <a:pt x="13419" y="81184"/>
                  </a:moveTo>
                  <a:cubicBezTo>
                    <a:pt x="33867" y="77353"/>
                    <a:pt x="53037" y="82460"/>
                    <a:pt x="72845" y="87568"/>
                  </a:cubicBezTo>
                  <a:cubicBezTo>
                    <a:pt x="88181" y="91398"/>
                    <a:pt x="103517" y="95867"/>
                    <a:pt x="119492" y="95867"/>
                  </a:cubicBezTo>
                  <a:cubicBezTo>
                    <a:pt x="125882" y="95867"/>
                    <a:pt x="132272" y="95228"/>
                    <a:pt x="138662" y="93951"/>
                  </a:cubicBezTo>
                  <a:lnTo>
                    <a:pt x="138662" y="102889"/>
                  </a:lnTo>
                  <a:cubicBezTo>
                    <a:pt x="117575" y="108635"/>
                    <a:pt x="97128" y="103527"/>
                    <a:pt x="76040" y="97782"/>
                  </a:cubicBezTo>
                  <a:cubicBezTo>
                    <a:pt x="56232" y="92675"/>
                    <a:pt x="35784" y="86929"/>
                    <a:pt x="13419" y="90760"/>
                  </a:cubicBezTo>
                  <a:lnTo>
                    <a:pt x="13419" y="81184"/>
                  </a:lnTo>
                  <a:close/>
                  <a:moveTo>
                    <a:pt x="72845" y="21174"/>
                  </a:moveTo>
                  <a:cubicBezTo>
                    <a:pt x="88181" y="25005"/>
                    <a:pt x="103517" y="29473"/>
                    <a:pt x="119492" y="29473"/>
                  </a:cubicBezTo>
                  <a:cubicBezTo>
                    <a:pt x="125882" y="29473"/>
                    <a:pt x="132272" y="28835"/>
                    <a:pt x="138662" y="27558"/>
                  </a:cubicBezTo>
                  <a:lnTo>
                    <a:pt x="138662" y="36496"/>
                  </a:lnTo>
                  <a:cubicBezTo>
                    <a:pt x="117575" y="42241"/>
                    <a:pt x="97128" y="37134"/>
                    <a:pt x="76040" y="31389"/>
                  </a:cubicBezTo>
                  <a:cubicBezTo>
                    <a:pt x="56232" y="26281"/>
                    <a:pt x="35784" y="20536"/>
                    <a:pt x="13419" y="24366"/>
                  </a:cubicBezTo>
                  <a:lnTo>
                    <a:pt x="13419" y="15429"/>
                  </a:lnTo>
                  <a:cubicBezTo>
                    <a:pt x="33867" y="10960"/>
                    <a:pt x="53037" y="16067"/>
                    <a:pt x="72845" y="21174"/>
                  </a:cubicBezTo>
                  <a:close/>
                  <a:moveTo>
                    <a:pt x="76040" y="119487"/>
                  </a:moveTo>
                  <a:cubicBezTo>
                    <a:pt x="56232" y="114380"/>
                    <a:pt x="35784" y="108635"/>
                    <a:pt x="13419" y="112465"/>
                  </a:cubicBezTo>
                  <a:lnTo>
                    <a:pt x="13419" y="103527"/>
                  </a:lnTo>
                  <a:cubicBezTo>
                    <a:pt x="33867" y="99697"/>
                    <a:pt x="53037" y="104804"/>
                    <a:pt x="72845" y="109911"/>
                  </a:cubicBezTo>
                  <a:cubicBezTo>
                    <a:pt x="88181" y="113742"/>
                    <a:pt x="103517" y="118211"/>
                    <a:pt x="119492" y="118211"/>
                  </a:cubicBezTo>
                  <a:cubicBezTo>
                    <a:pt x="125882" y="118211"/>
                    <a:pt x="132272" y="117572"/>
                    <a:pt x="138662" y="116295"/>
                  </a:cubicBezTo>
                  <a:lnTo>
                    <a:pt x="138662" y="125233"/>
                  </a:lnTo>
                  <a:cubicBezTo>
                    <a:pt x="117575" y="130340"/>
                    <a:pt x="97766" y="125233"/>
                    <a:pt x="76040" y="119487"/>
                  </a:cubicBezTo>
                  <a:close/>
                </a:path>
              </a:pathLst>
            </a:custGeom>
            <a:solidFill>
              <a:srgbClr val="00A3E0"/>
            </a:solidFill>
            <a:ln w="6390" cap="flat">
              <a:noFill/>
              <a:prstDash val="solid"/>
              <a:miter/>
            </a:ln>
          </p:spPr>
          <p:txBody>
            <a:bodyPr rtlCol="0" anchor="ctr"/>
            <a:lstStyle/>
            <a:p>
              <a:endParaRPr lang="en-US"/>
            </a:p>
          </p:txBody>
        </p:sp>
      </p:grpSp>
      <p:grpSp>
        <p:nvGrpSpPr>
          <p:cNvPr id="1157" name="Graphic 4">
            <a:extLst>
              <a:ext uri="{FF2B5EF4-FFF2-40B4-BE49-F238E27FC236}">
                <a16:creationId xmlns:a16="http://schemas.microsoft.com/office/drawing/2014/main" id="{A9C851BE-D27B-344F-AC1D-AFA35D9825D9}"/>
              </a:ext>
            </a:extLst>
          </p:cNvPr>
          <p:cNvGrpSpPr/>
          <p:nvPr/>
        </p:nvGrpSpPr>
        <p:grpSpPr>
          <a:xfrm>
            <a:off x="7802113" y="4308712"/>
            <a:ext cx="361670" cy="361333"/>
            <a:chOff x="7802113" y="4308712"/>
            <a:chExt cx="361670" cy="361333"/>
          </a:xfrm>
          <a:solidFill>
            <a:srgbClr val="00A3E0"/>
          </a:solidFill>
        </p:grpSpPr>
        <p:sp>
          <p:nvSpPr>
            <p:cNvPr id="1158" name="Graphic 4">
              <a:extLst>
                <a:ext uri="{FF2B5EF4-FFF2-40B4-BE49-F238E27FC236}">
                  <a16:creationId xmlns:a16="http://schemas.microsoft.com/office/drawing/2014/main" id="{B7693F46-B4F3-F846-9B84-2CAE6D20B01A}"/>
                </a:ext>
              </a:extLst>
            </p:cNvPr>
            <p:cNvSpPr/>
            <p:nvPr/>
          </p:nvSpPr>
          <p:spPr>
            <a:xfrm>
              <a:off x="7802113" y="4308712"/>
              <a:ext cx="361670" cy="361333"/>
            </a:xfrm>
            <a:custGeom>
              <a:avLst/>
              <a:gdLst>
                <a:gd name="connsiteX0" fmla="*/ 180836 w 361670"/>
                <a:gd name="connsiteY0" fmla="*/ 0 h 361333"/>
                <a:gd name="connsiteX1" fmla="*/ 0 w 361670"/>
                <a:gd name="connsiteY1" fmla="*/ 180667 h 361333"/>
                <a:gd name="connsiteX2" fmla="*/ 180836 w 361670"/>
                <a:gd name="connsiteY2" fmla="*/ 361334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7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7"/>
                    <a:pt x="0" y="180667"/>
                  </a:cubicBezTo>
                  <a:cubicBezTo>
                    <a:pt x="0" y="280895"/>
                    <a:pt x="81152" y="361334"/>
                    <a:pt x="180836" y="361334"/>
                  </a:cubicBezTo>
                  <a:cubicBezTo>
                    <a:pt x="281157" y="361334"/>
                    <a:pt x="361670" y="280257"/>
                    <a:pt x="361670" y="180667"/>
                  </a:cubicBezTo>
                  <a:cubicBezTo>
                    <a:pt x="361670" y="81077"/>
                    <a:pt x="280518" y="0"/>
                    <a:pt x="180836" y="0"/>
                  </a:cubicBezTo>
                  <a:close/>
                  <a:moveTo>
                    <a:pt x="180836" y="349204"/>
                  </a:moveTo>
                  <a:cubicBezTo>
                    <a:pt x="88181" y="349204"/>
                    <a:pt x="12780" y="273873"/>
                    <a:pt x="12780" y="181305"/>
                  </a:cubicBezTo>
                  <a:cubicBezTo>
                    <a:pt x="12780" y="88738"/>
                    <a:pt x="88181" y="13407"/>
                    <a:pt x="180836" y="13407"/>
                  </a:cubicBezTo>
                  <a:cubicBezTo>
                    <a:pt x="273490" y="13407"/>
                    <a:pt x="348890" y="88738"/>
                    <a:pt x="348890" y="181305"/>
                  </a:cubicBezTo>
                  <a:cubicBezTo>
                    <a:pt x="348890" y="273234"/>
                    <a:pt x="273490"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1159" name="Graphic 4">
              <a:extLst>
                <a:ext uri="{FF2B5EF4-FFF2-40B4-BE49-F238E27FC236}">
                  <a16:creationId xmlns:a16="http://schemas.microsoft.com/office/drawing/2014/main" id="{73D1132E-D1A6-A64A-AE6C-AEFB249FE305}"/>
                </a:ext>
              </a:extLst>
            </p:cNvPr>
            <p:cNvSpPr/>
            <p:nvPr/>
          </p:nvSpPr>
          <p:spPr>
            <a:xfrm>
              <a:off x="7935662" y="4361699"/>
              <a:ext cx="93215" cy="83630"/>
            </a:xfrm>
            <a:custGeom>
              <a:avLst/>
              <a:gdLst>
                <a:gd name="connsiteX0" fmla="*/ 85626 w 93215"/>
                <a:gd name="connsiteY0" fmla="*/ 8299 h 83630"/>
                <a:gd name="connsiteX1" fmla="*/ 66456 w 93215"/>
                <a:gd name="connsiteY1" fmla="*/ 0 h 83630"/>
                <a:gd name="connsiteX2" fmla="*/ 47286 w 93215"/>
                <a:gd name="connsiteY2" fmla="*/ 8299 h 83630"/>
                <a:gd name="connsiteX3" fmla="*/ 46646 w 93215"/>
                <a:gd name="connsiteY3" fmla="*/ 8938 h 83630"/>
                <a:gd name="connsiteX4" fmla="*/ 46007 w 93215"/>
                <a:gd name="connsiteY4" fmla="*/ 8299 h 83630"/>
                <a:gd name="connsiteX5" fmla="*/ 26838 w 93215"/>
                <a:gd name="connsiteY5" fmla="*/ 0 h 83630"/>
                <a:gd name="connsiteX6" fmla="*/ 7668 w 93215"/>
                <a:gd name="connsiteY6" fmla="*/ 8299 h 83630"/>
                <a:gd name="connsiteX7" fmla="*/ 7668 w 93215"/>
                <a:gd name="connsiteY7" fmla="*/ 47242 h 83630"/>
                <a:gd name="connsiteX8" fmla="*/ 39617 w 93215"/>
                <a:gd name="connsiteY8" fmla="*/ 81077 h 83630"/>
                <a:gd name="connsiteX9" fmla="*/ 46007 w 93215"/>
                <a:gd name="connsiteY9" fmla="*/ 83630 h 83630"/>
                <a:gd name="connsiteX10" fmla="*/ 46646 w 93215"/>
                <a:gd name="connsiteY10" fmla="*/ 83630 h 83630"/>
                <a:gd name="connsiteX11" fmla="*/ 53036 w 93215"/>
                <a:gd name="connsiteY11" fmla="*/ 81077 h 83630"/>
                <a:gd name="connsiteX12" fmla="*/ 84986 w 93215"/>
                <a:gd name="connsiteY12" fmla="*/ 47242 h 83630"/>
                <a:gd name="connsiteX13" fmla="*/ 85626 w 93215"/>
                <a:gd name="connsiteY13" fmla="*/ 8299 h 83630"/>
                <a:gd name="connsiteX14" fmla="*/ 76041 w 93215"/>
                <a:gd name="connsiteY14" fmla="*/ 38304 h 83630"/>
                <a:gd name="connsiteX15" fmla="*/ 46646 w 93215"/>
                <a:gd name="connsiteY15" fmla="*/ 69586 h 83630"/>
                <a:gd name="connsiteX16" fmla="*/ 17253 w 93215"/>
                <a:gd name="connsiteY16" fmla="*/ 38304 h 83630"/>
                <a:gd name="connsiteX17" fmla="*/ 17253 w 93215"/>
                <a:gd name="connsiteY17" fmla="*/ 17237 h 83630"/>
                <a:gd name="connsiteX18" fmla="*/ 26838 w 93215"/>
                <a:gd name="connsiteY18" fmla="*/ 12768 h 83630"/>
                <a:gd name="connsiteX19" fmla="*/ 36423 w 93215"/>
                <a:gd name="connsiteY19" fmla="*/ 17237 h 83630"/>
                <a:gd name="connsiteX20" fmla="*/ 46646 w 93215"/>
                <a:gd name="connsiteY20" fmla="*/ 27451 h 83630"/>
                <a:gd name="connsiteX21" fmla="*/ 56871 w 93215"/>
                <a:gd name="connsiteY21" fmla="*/ 17237 h 83630"/>
                <a:gd name="connsiteX22" fmla="*/ 76679 w 93215"/>
                <a:gd name="connsiteY22" fmla="*/ 17237 h 83630"/>
                <a:gd name="connsiteX23" fmla="*/ 76679 w 93215"/>
                <a:gd name="connsiteY23" fmla="*/ 17237 h 83630"/>
                <a:gd name="connsiteX24" fmla="*/ 76041 w 93215"/>
                <a:gd name="connsiteY24" fmla="*/ 38304 h 83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3215" h="83630">
                  <a:moveTo>
                    <a:pt x="85626" y="8299"/>
                  </a:moveTo>
                  <a:cubicBezTo>
                    <a:pt x="80513" y="3192"/>
                    <a:pt x="73484" y="0"/>
                    <a:pt x="66456" y="0"/>
                  </a:cubicBezTo>
                  <a:cubicBezTo>
                    <a:pt x="59426" y="0"/>
                    <a:pt x="52397" y="3192"/>
                    <a:pt x="47286" y="8299"/>
                  </a:cubicBezTo>
                  <a:lnTo>
                    <a:pt x="46646" y="8938"/>
                  </a:lnTo>
                  <a:lnTo>
                    <a:pt x="46007" y="8299"/>
                  </a:lnTo>
                  <a:cubicBezTo>
                    <a:pt x="40896" y="3192"/>
                    <a:pt x="33866" y="0"/>
                    <a:pt x="26838" y="0"/>
                  </a:cubicBezTo>
                  <a:cubicBezTo>
                    <a:pt x="19809" y="0"/>
                    <a:pt x="12780" y="3192"/>
                    <a:pt x="7668" y="8299"/>
                  </a:cubicBezTo>
                  <a:cubicBezTo>
                    <a:pt x="-2556" y="19152"/>
                    <a:pt x="-2556" y="36389"/>
                    <a:pt x="7668" y="47242"/>
                  </a:cubicBezTo>
                  <a:lnTo>
                    <a:pt x="39617" y="81077"/>
                  </a:lnTo>
                  <a:cubicBezTo>
                    <a:pt x="40896" y="82992"/>
                    <a:pt x="43451" y="83630"/>
                    <a:pt x="46007" y="83630"/>
                  </a:cubicBezTo>
                  <a:lnTo>
                    <a:pt x="46646" y="83630"/>
                  </a:lnTo>
                  <a:cubicBezTo>
                    <a:pt x="49202" y="83630"/>
                    <a:pt x="51759" y="82354"/>
                    <a:pt x="53036" y="81077"/>
                  </a:cubicBezTo>
                  <a:lnTo>
                    <a:pt x="84986" y="47242"/>
                  </a:lnTo>
                  <a:cubicBezTo>
                    <a:pt x="95849" y="36389"/>
                    <a:pt x="95849" y="19152"/>
                    <a:pt x="85626" y="8299"/>
                  </a:cubicBezTo>
                  <a:close/>
                  <a:moveTo>
                    <a:pt x="76041" y="38304"/>
                  </a:moveTo>
                  <a:lnTo>
                    <a:pt x="46646" y="69586"/>
                  </a:lnTo>
                  <a:lnTo>
                    <a:pt x="17253" y="38304"/>
                  </a:lnTo>
                  <a:cubicBezTo>
                    <a:pt x="11502" y="32559"/>
                    <a:pt x="11502" y="22983"/>
                    <a:pt x="17253" y="17237"/>
                  </a:cubicBezTo>
                  <a:cubicBezTo>
                    <a:pt x="19809" y="14683"/>
                    <a:pt x="23643" y="12768"/>
                    <a:pt x="26838" y="12768"/>
                  </a:cubicBezTo>
                  <a:cubicBezTo>
                    <a:pt x="30033" y="12768"/>
                    <a:pt x="33866" y="14045"/>
                    <a:pt x="36423" y="17237"/>
                  </a:cubicBezTo>
                  <a:lnTo>
                    <a:pt x="46646" y="27451"/>
                  </a:lnTo>
                  <a:lnTo>
                    <a:pt x="56871" y="17237"/>
                  </a:lnTo>
                  <a:cubicBezTo>
                    <a:pt x="61982" y="11491"/>
                    <a:pt x="71567" y="11491"/>
                    <a:pt x="76679" y="17237"/>
                  </a:cubicBezTo>
                  <a:lnTo>
                    <a:pt x="76679" y="17237"/>
                  </a:lnTo>
                  <a:cubicBezTo>
                    <a:pt x="81791" y="22983"/>
                    <a:pt x="81791" y="32559"/>
                    <a:pt x="76041" y="38304"/>
                  </a:cubicBezTo>
                  <a:close/>
                </a:path>
              </a:pathLst>
            </a:custGeom>
            <a:solidFill>
              <a:srgbClr val="00A3E0"/>
            </a:solidFill>
            <a:ln w="6390" cap="flat">
              <a:noFill/>
              <a:prstDash val="solid"/>
              <a:miter/>
            </a:ln>
          </p:spPr>
          <p:txBody>
            <a:bodyPr rtlCol="0" anchor="ctr"/>
            <a:lstStyle/>
            <a:p>
              <a:endParaRPr lang="en-US"/>
            </a:p>
          </p:txBody>
        </p:sp>
        <p:sp>
          <p:nvSpPr>
            <p:cNvPr id="1160" name="Graphic 4">
              <a:extLst>
                <a:ext uri="{FF2B5EF4-FFF2-40B4-BE49-F238E27FC236}">
                  <a16:creationId xmlns:a16="http://schemas.microsoft.com/office/drawing/2014/main" id="{E7449876-43B5-7344-BCD1-9E74EADAA300}"/>
                </a:ext>
              </a:extLst>
            </p:cNvPr>
            <p:cNvSpPr/>
            <p:nvPr/>
          </p:nvSpPr>
          <p:spPr>
            <a:xfrm>
              <a:off x="7890933" y="4463842"/>
              <a:ext cx="69010" cy="153215"/>
            </a:xfrm>
            <a:custGeom>
              <a:avLst/>
              <a:gdLst>
                <a:gd name="connsiteX0" fmla="*/ 62621 w 69010"/>
                <a:gd name="connsiteY0" fmla="*/ 0 h 153215"/>
                <a:gd name="connsiteX1" fmla="*/ 6390 w 69010"/>
                <a:gd name="connsiteY1" fmla="*/ 0 h 153215"/>
                <a:gd name="connsiteX2" fmla="*/ 0 w 69010"/>
                <a:gd name="connsiteY2" fmla="*/ 6384 h 153215"/>
                <a:gd name="connsiteX3" fmla="*/ 0 w 69010"/>
                <a:gd name="connsiteY3" fmla="*/ 75970 h 153215"/>
                <a:gd name="connsiteX4" fmla="*/ 6390 w 69010"/>
                <a:gd name="connsiteY4" fmla="*/ 82354 h 153215"/>
                <a:gd name="connsiteX5" fmla="*/ 14696 w 69010"/>
                <a:gd name="connsiteY5" fmla="*/ 82354 h 153215"/>
                <a:gd name="connsiteX6" fmla="*/ 14696 w 69010"/>
                <a:gd name="connsiteY6" fmla="*/ 146832 h 153215"/>
                <a:gd name="connsiteX7" fmla="*/ 21086 w 69010"/>
                <a:gd name="connsiteY7" fmla="*/ 153216 h 153215"/>
                <a:gd name="connsiteX8" fmla="*/ 27476 w 69010"/>
                <a:gd name="connsiteY8" fmla="*/ 146832 h 153215"/>
                <a:gd name="connsiteX9" fmla="*/ 27476 w 69010"/>
                <a:gd name="connsiteY9" fmla="*/ 82354 h 153215"/>
                <a:gd name="connsiteX10" fmla="*/ 43451 w 69010"/>
                <a:gd name="connsiteY10" fmla="*/ 82354 h 153215"/>
                <a:gd name="connsiteX11" fmla="*/ 43451 w 69010"/>
                <a:gd name="connsiteY11" fmla="*/ 146832 h 153215"/>
                <a:gd name="connsiteX12" fmla="*/ 49841 w 69010"/>
                <a:gd name="connsiteY12" fmla="*/ 153216 h 153215"/>
                <a:gd name="connsiteX13" fmla="*/ 56231 w 69010"/>
                <a:gd name="connsiteY13" fmla="*/ 146832 h 153215"/>
                <a:gd name="connsiteX14" fmla="*/ 56231 w 69010"/>
                <a:gd name="connsiteY14" fmla="*/ 82354 h 153215"/>
                <a:gd name="connsiteX15" fmla="*/ 62621 w 69010"/>
                <a:gd name="connsiteY15" fmla="*/ 82354 h 153215"/>
                <a:gd name="connsiteX16" fmla="*/ 69011 w 69010"/>
                <a:gd name="connsiteY16" fmla="*/ 75970 h 153215"/>
                <a:gd name="connsiteX17" fmla="*/ 69011 w 69010"/>
                <a:gd name="connsiteY17" fmla="*/ 6384 h 153215"/>
                <a:gd name="connsiteX18" fmla="*/ 62621 w 69010"/>
                <a:gd name="connsiteY18" fmla="*/ 0 h 153215"/>
                <a:gd name="connsiteX19" fmla="*/ 13419 w 69010"/>
                <a:gd name="connsiteY19" fmla="*/ 12768 h 153215"/>
                <a:gd name="connsiteX20" fmla="*/ 56871 w 69010"/>
                <a:gd name="connsiteY20" fmla="*/ 12768 h 153215"/>
                <a:gd name="connsiteX21" fmla="*/ 56871 w 69010"/>
                <a:gd name="connsiteY21" fmla="*/ 69586 h 153215"/>
                <a:gd name="connsiteX22" fmla="*/ 13419 w 69010"/>
                <a:gd name="connsiteY22" fmla="*/ 69586 h 153215"/>
                <a:gd name="connsiteX23" fmla="*/ 13419 w 69010"/>
                <a:gd name="connsiteY23" fmla="*/ 12768 h 153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9010" h="153215">
                  <a:moveTo>
                    <a:pt x="62621" y="0"/>
                  </a:moveTo>
                  <a:lnTo>
                    <a:pt x="6390" y="0"/>
                  </a:lnTo>
                  <a:cubicBezTo>
                    <a:pt x="2556" y="0"/>
                    <a:pt x="0" y="2554"/>
                    <a:pt x="0" y="6384"/>
                  </a:cubicBezTo>
                  <a:lnTo>
                    <a:pt x="0" y="75970"/>
                  </a:lnTo>
                  <a:cubicBezTo>
                    <a:pt x="0" y="79800"/>
                    <a:pt x="2556" y="82354"/>
                    <a:pt x="6390" y="82354"/>
                  </a:cubicBezTo>
                  <a:lnTo>
                    <a:pt x="14696" y="82354"/>
                  </a:lnTo>
                  <a:lnTo>
                    <a:pt x="14696" y="146832"/>
                  </a:lnTo>
                  <a:cubicBezTo>
                    <a:pt x="14696" y="150662"/>
                    <a:pt x="17253" y="153216"/>
                    <a:pt x="21086" y="153216"/>
                  </a:cubicBezTo>
                  <a:cubicBezTo>
                    <a:pt x="24921" y="153216"/>
                    <a:pt x="27476" y="150662"/>
                    <a:pt x="27476" y="146832"/>
                  </a:cubicBezTo>
                  <a:lnTo>
                    <a:pt x="27476" y="82354"/>
                  </a:lnTo>
                  <a:lnTo>
                    <a:pt x="43451" y="82354"/>
                  </a:lnTo>
                  <a:lnTo>
                    <a:pt x="43451" y="146832"/>
                  </a:lnTo>
                  <a:cubicBezTo>
                    <a:pt x="43451" y="150662"/>
                    <a:pt x="46007" y="153216"/>
                    <a:pt x="49841" y="153216"/>
                  </a:cubicBezTo>
                  <a:cubicBezTo>
                    <a:pt x="53676" y="153216"/>
                    <a:pt x="56231" y="150662"/>
                    <a:pt x="56231" y="146832"/>
                  </a:cubicBezTo>
                  <a:lnTo>
                    <a:pt x="56231" y="82354"/>
                  </a:lnTo>
                  <a:lnTo>
                    <a:pt x="62621" y="82354"/>
                  </a:lnTo>
                  <a:cubicBezTo>
                    <a:pt x="66456" y="82354"/>
                    <a:pt x="69011" y="79800"/>
                    <a:pt x="69011" y="75970"/>
                  </a:cubicBezTo>
                  <a:lnTo>
                    <a:pt x="69011" y="6384"/>
                  </a:lnTo>
                  <a:cubicBezTo>
                    <a:pt x="69011" y="3192"/>
                    <a:pt x="66456" y="0"/>
                    <a:pt x="62621" y="0"/>
                  </a:cubicBezTo>
                  <a:close/>
                  <a:moveTo>
                    <a:pt x="13419" y="12768"/>
                  </a:moveTo>
                  <a:lnTo>
                    <a:pt x="56871" y="12768"/>
                  </a:lnTo>
                  <a:lnTo>
                    <a:pt x="56871" y="69586"/>
                  </a:lnTo>
                  <a:lnTo>
                    <a:pt x="13419" y="69586"/>
                  </a:lnTo>
                  <a:lnTo>
                    <a:pt x="13419" y="12768"/>
                  </a:lnTo>
                  <a:close/>
                </a:path>
              </a:pathLst>
            </a:custGeom>
            <a:solidFill>
              <a:srgbClr val="00A3E0"/>
            </a:solidFill>
            <a:ln w="6390" cap="flat">
              <a:noFill/>
              <a:prstDash val="solid"/>
              <a:miter/>
            </a:ln>
          </p:spPr>
          <p:txBody>
            <a:bodyPr rtlCol="0" anchor="ctr"/>
            <a:lstStyle/>
            <a:p>
              <a:endParaRPr lang="en-US"/>
            </a:p>
          </p:txBody>
        </p:sp>
        <p:sp>
          <p:nvSpPr>
            <p:cNvPr id="1161" name="Graphic 4">
              <a:extLst>
                <a:ext uri="{FF2B5EF4-FFF2-40B4-BE49-F238E27FC236}">
                  <a16:creationId xmlns:a16="http://schemas.microsoft.com/office/drawing/2014/main" id="{45E29B29-98E8-0645-B205-FFDCE76E8BA3}"/>
                </a:ext>
              </a:extLst>
            </p:cNvPr>
            <p:cNvSpPr/>
            <p:nvPr/>
          </p:nvSpPr>
          <p:spPr>
            <a:xfrm>
              <a:off x="7904991" y="4415324"/>
              <a:ext cx="40895" cy="40857"/>
            </a:xfrm>
            <a:custGeom>
              <a:avLst/>
              <a:gdLst>
                <a:gd name="connsiteX0" fmla="*/ 20448 w 40895"/>
                <a:gd name="connsiteY0" fmla="*/ 40858 h 40857"/>
                <a:gd name="connsiteX1" fmla="*/ 40896 w 40895"/>
                <a:gd name="connsiteY1" fmla="*/ 20429 h 40857"/>
                <a:gd name="connsiteX2" fmla="*/ 20448 w 40895"/>
                <a:gd name="connsiteY2" fmla="*/ 0 h 40857"/>
                <a:gd name="connsiteX3" fmla="*/ 0 w 40895"/>
                <a:gd name="connsiteY3" fmla="*/ 20429 h 40857"/>
                <a:gd name="connsiteX4" fmla="*/ 20448 w 40895"/>
                <a:gd name="connsiteY4" fmla="*/ 40858 h 40857"/>
                <a:gd name="connsiteX5" fmla="*/ 20448 w 40895"/>
                <a:gd name="connsiteY5" fmla="*/ 12768 h 40857"/>
                <a:gd name="connsiteX6" fmla="*/ 28116 w 40895"/>
                <a:gd name="connsiteY6" fmla="*/ 20429 h 40857"/>
                <a:gd name="connsiteX7" fmla="*/ 20448 w 40895"/>
                <a:gd name="connsiteY7" fmla="*/ 28090 h 40857"/>
                <a:gd name="connsiteX8" fmla="*/ 12780 w 40895"/>
                <a:gd name="connsiteY8" fmla="*/ 20429 h 40857"/>
                <a:gd name="connsiteX9" fmla="*/ 20448 w 40895"/>
                <a:gd name="connsiteY9" fmla="*/ 12768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95" h="40857">
                  <a:moveTo>
                    <a:pt x="20448" y="40858"/>
                  </a:moveTo>
                  <a:cubicBezTo>
                    <a:pt x="31950" y="40858"/>
                    <a:pt x="40896" y="31920"/>
                    <a:pt x="40896" y="20429"/>
                  </a:cubicBezTo>
                  <a:cubicBezTo>
                    <a:pt x="40896" y="8938"/>
                    <a:pt x="31950" y="0"/>
                    <a:pt x="20448" y="0"/>
                  </a:cubicBezTo>
                  <a:cubicBezTo>
                    <a:pt x="8946" y="0"/>
                    <a:pt x="0" y="8938"/>
                    <a:pt x="0" y="20429"/>
                  </a:cubicBezTo>
                  <a:cubicBezTo>
                    <a:pt x="0" y="31920"/>
                    <a:pt x="8946" y="40858"/>
                    <a:pt x="20448" y="40858"/>
                  </a:cubicBezTo>
                  <a:close/>
                  <a:moveTo>
                    <a:pt x="20448" y="12768"/>
                  </a:moveTo>
                  <a:cubicBezTo>
                    <a:pt x="24921" y="12768"/>
                    <a:pt x="28116" y="15960"/>
                    <a:pt x="28116" y="20429"/>
                  </a:cubicBezTo>
                  <a:cubicBezTo>
                    <a:pt x="28116" y="24898"/>
                    <a:pt x="24921" y="28090"/>
                    <a:pt x="20448" y="28090"/>
                  </a:cubicBezTo>
                  <a:cubicBezTo>
                    <a:pt x="15975" y="28090"/>
                    <a:pt x="12780" y="24898"/>
                    <a:pt x="12780" y="20429"/>
                  </a:cubicBezTo>
                  <a:cubicBezTo>
                    <a:pt x="12780" y="15960"/>
                    <a:pt x="15975" y="12768"/>
                    <a:pt x="20448" y="12768"/>
                  </a:cubicBezTo>
                  <a:close/>
                </a:path>
              </a:pathLst>
            </a:custGeom>
            <a:solidFill>
              <a:srgbClr val="00A3E0"/>
            </a:solidFill>
            <a:ln w="6390" cap="flat">
              <a:noFill/>
              <a:prstDash val="solid"/>
              <a:miter/>
            </a:ln>
          </p:spPr>
          <p:txBody>
            <a:bodyPr rtlCol="0" anchor="ctr"/>
            <a:lstStyle/>
            <a:p>
              <a:endParaRPr lang="en-US"/>
            </a:p>
          </p:txBody>
        </p:sp>
        <p:sp>
          <p:nvSpPr>
            <p:cNvPr id="1162" name="Graphic 4">
              <a:extLst>
                <a:ext uri="{FF2B5EF4-FFF2-40B4-BE49-F238E27FC236}">
                  <a16:creationId xmlns:a16="http://schemas.microsoft.com/office/drawing/2014/main" id="{17237271-BCDA-484B-8923-A53DC2758897}"/>
                </a:ext>
              </a:extLst>
            </p:cNvPr>
            <p:cNvSpPr/>
            <p:nvPr/>
          </p:nvSpPr>
          <p:spPr>
            <a:xfrm>
              <a:off x="8005313" y="4463842"/>
              <a:ext cx="69010" cy="153215"/>
            </a:xfrm>
            <a:custGeom>
              <a:avLst/>
              <a:gdLst>
                <a:gd name="connsiteX0" fmla="*/ 62621 w 69010"/>
                <a:gd name="connsiteY0" fmla="*/ 0 h 153215"/>
                <a:gd name="connsiteX1" fmla="*/ 6390 w 69010"/>
                <a:gd name="connsiteY1" fmla="*/ 0 h 153215"/>
                <a:gd name="connsiteX2" fmla="*/ 0 w 69010"/>
                <a:gd name="connsiteY2" fmla="*/ 6384 h 153215"/>
                <a:gd name="connsiteX3" fmla="*/ 0 w 69010"/>
                <a:gd name="connsiteY3" fmla="*/ 75970 h 153215"/>
                <a:gd name="connsiteX4" fmla="*/ 6390 w 69010"/>
                <a:gd name="connsiteY4" fmla="*/ 82354 h 153215"/>
                <a:gd name="connsiteX5" fmla="*/ 14696 w 69010"/>
                <a:gd name="connsiteY5" fmla="*/ 82354 h 153215"/>
                <a:gd name="connsiteX6" fmla="*/ 14696 w 69010"/>
                <a:gd name="connsiteY6" fmla="*/ 146832 h 153215"/>
                <a:gd name="connsiteX7" fmla="*/ 21086 w 69010"/>
                <a:gd name="connsiteY7" fmla="*/ 153216 h 153215"/>
                <a:gd name="connsiteX8" fmla="*/ 27476 w 69010"/>
                <a:gd name="connsiteY8" fmla="*/ 146832 h 153215"/>
                <a:gd name="connsiteX9" fmla="*/ 27476 w 69010"/>
                <a:gd name="connsiteY9" fmla="*/ 82354 h 153215"/>
                <a:gd name="connsiteX10" fmla="*/ 43451 w 69010"/>
                <a:gd name="connsiteY10" fmla="*/ 82354 h 153215"/>
                <a:gd name="connsiteX11" fmla="*/ 43451 w 69010"/>
                <a:gd name="connsiteY11" fmla="*/ 146832 h 153215"/>
                <a:gd name="connsiteX12" fmla="*/ 49841 w 69010"/>
                <a:gd name="connsiteY12" fmla="*/ 153216 h 153215"/>
                <a:gd name="connsiteX13" fmla="*/ 56231 w 69010"/>
                <a:gd name="connsiteY13" fmla="*/ 146832 h 153215"/>
                <a:gd name="connsiteX14" fmla="*/ 56231 w 69010"/>
                <a:gd name="connsiteY14" fmla="*/ 82354 h 153215"/>
                <a:gd name="connsiteX15" fmla="*/ 62621 w 69010"/>
                <a:gd name="connsiteY15" fmla="*/ 82354 h 153215"/>
                <a:gd name="connsiteX16" fmla="*/ 69011 w 69010"/>
                <a:gd name="connsiteY16" fmla="*/ 75970 h 153215"/>
                <a:gd name="connsiteX17" fmla="*/ 69011 w 69010"/>
                <a:gd name="connsiteY17" fmla="*/ 6384 h 153215"/>
                <a:gd name="connsiteX18" fmla="*/ 62621 w 69010"/>
                <a:gd name="connsiteY18" fmla="*/ 0 h 153215"/>
                <a:gd name="connsiteX19" fmla="*/ 12780 w 69010"/>
                <a:gd name="connsiteY19" fmla="*/ 12768 h 153215"/>
                <a:gd name="connsiteX20" fmla="*/ 56231 w 69010"/>
                <a:gd name="connsiteY20" fmla="*/ 12768 h 153215"/>
                <a:gd name="connsiteX21" fmla="*/ 56231 w 69010"/>
                <a:gd name="connsiteY21" fmla="*/ 69586 h 153215"/>
                <a:gd name="connsiteX22" fmla="*/ 12780 w 69010"/>
                <a:gd name="connsiteY22" fmla="*/ 69586 h 153215"/>
                <a:gd name="connsiteX23" fmla="*/ 12780 w 69010"/>
                <a:gd name="connsiteY23" fmla="*/ 12768 h 153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9010" h="153215">
                  <a:moveTo>
                    <a:pt x="62621" y="0"/>
                  </a:moveTo>
                  <a:lnTo>
                    <a:pt x="6390" y="0"/>
                  </a:lnTo>
                  <a:cubicBezTo>
                    <a:pt x="2555" y="0"/>
                    <a:pt x="0" y="2554"/>
                    <a:pt x="0" y="6384"/>
                  </a:cubicBezTo>
                  <a:lnTo>
                    <a:pt x="0" y="75970"/>
                  </a:lnTo>
                  <a:cubicBezTo>
                    <a:pt x="0" y="79800"/>
                    <a:pt x="2555" y="82354"/>
                    <a:pt x="6390" y="82354"/>
                  </a:cubicBezTo>
                  <a:lnTo>
                    <a:pt x="14696" y="82354"/>
                  </a:lnTo>
                  <a:lnTo>
                    <a:pt x="14696" y="146832"/>
                  </a:lnTo>
                  <a:cubicBezTo>
                    <a:pt x="14696" y="150662"/>
                    <a:pt x="17253" y="153216"/>
                    <a:pt x="21086" y="153216"/>
                  </a:cubicBezTo>
                  <a:cubicBezTo>
                    <a:pt x="24920" y="153216"/>
                    <a:pt x="27476" y="150662"/>
                    <a:pt x="27476" y="146832"/>
                  </a:cubicBezTo>
                  <a:lnTo>
                    <a:pt x="27476" y="82354"/>
                  </a:lnTo>
                  <a:lnTo>
                    <a:pt x="43451" y="82354"/>
                  </a:lnTo>
                  <a:lnTo>
                    <a:pt x="43451" y="146832"/>
                  </a:lnTo>
                  <a:cubicBezTo>
                    <a:pt x="43451" y="150662"/>
                    <a:pt x="46007" y="153216"/>
                    <a:pt x="49841" y="153216"/>
                  </a:cubicBezTo>
                  <a:cubicBezTo>
                    <a:pt x="53675" y="153216"/>
                    <a:pt x="56231" y="150662"/>
                    <a:pt x="56231" y="146832"/>
                  </a:cubicBezTo>
                  <a:lnTo>
                    <a:pt x="56231" y="82354"/>
                  </a:lnTo>
                  <a:lnTo>
                    <a:pt x="62621" y="82354"/>
                  </a:lnTo>
                  <a:cubicBezTo>
                    <a:pt x="66455" y="82354"/>
                    <a:pt x="69011" y="79800"/>
                    <a:pt x="69011" y="75970"/>
                  </a:cubicBezTo>
                  <a:lnTo>
                    <a:pt x="69011" y="6384"/>
                  </a:lnTo>
                  <a:cubicBezTo>
                    <a:pt x="69011" y="3192"/>
                    <a:pt x="65816" y="0"/>
                    <a:pt x="62621" y="0"/>
                  </a:cubicBezTo>
                  <a:close/>
                  <a:moveTo>
                    <a:pt x="12780" y="12768"/>
                  </a:moveTo>
                  <a:lnTo>
                    <a:pt x="56231" y="12768"/>
                  </a:lnTo>
                  <a:lnTo>
                    <a:pt x="56231" y="69586"/>
                  </a:lnTo>
                  <a:lnTo>
                    <a:pt x="12780" y="69586"/>
                  </a:lnTo>
                  <a:lnTo>
                    <a:pt x="12780" y="12768"/>
                  </a:lnTo>
                  <a:close/>
                </a:path>
              </a:pathLst>
            </a:custGeom>
            <a:solidFill>
              <a:srgbClr val="00A3E0"/>
            </a:solidFill>
            <a:ln w="6390" cap="flat">
              <a:noFill/>
              <a:prstDash val="solid"/>
              <a:miter/>
            </a:ln>
          </p:spPr>
          <p:txBody>
            <a:bodyPr rtlCol="0" anchor="ctr"/>
            <a:lstStyle/>
            <a:p>
              <a:endParaRPr lang="en-US"/>
            </a:p>
          </p:txBody>
        </p:sp>
        <p:sp>
          <p:nvSpPr>
            <p:cNvPr id="1163" name="Graphic 4">
              <a:extLst>
                <a:ext uri="{FF2B5EF4-FFF2-40B4-BE49-F238E27FC236}">
                  <a16:creationId xmlns:a16="http://schemas.microsoft.com/office/drawing/2014/main" id="{F2A7F228-23CB-6846-87DF-1F116267CCE7}"/>
                </a:ext>
              </a:extLst>
            </p:cNvPr>
            <p:cNvSpPr/>
            <p:nvPr/>
          </p:nvSpPr>
          <p:spPr>
            <a:xfrm>
              <a:off x="8018732" y="4415324"/>
              <a:ext cx="40895" cy="40857"/>
            </a:xfrm>
            <a:custGeom>
              <a:avLst/>
              <a:gdLst>
                <a:gd name="connsiteX0" fmla="*/ 0 w 40895"/>
                <a:gd name="connsiteY0" fmla="*/ 20429 h 40857"/>
                <a:gd name="connsiteX1" fmla="*/ 20447 w 40895"/>
                <a:gd name="connsiteY1" fmla="*/ 40858 h 40857"/>
                <a:gd name="connsiteX2" fmla="*/ 40896 w 40895"/>
                <a:gd name="connsiteY2" fmla="*/ 20429 h 40857"/>
                <a:gd name="connsiteX3" fmla="*/ 20447 w 40895"/>
                <a:gd name="connsiteY3" fmla="*/ 0 h 40857"/>
                <a:gd name="connsiteX4" fmla="*/ 0 w 40895"/>
                <a:gd name="connsiteY4" fmla="*/ 20429 h 40857"/>
                <a:gd name="connsiteX5" fmla="*/ 20447 w 40895"/>
                <a:gd name="connsiteY5" fmla="*/ 12768 h 40857"/>
                <a:gd name="connsiteX6" fmla="*/ 28116 w 40895"/>
                <a:gd name="connsiteY6" fmla="*/ 20429 h 40857"/>
                <a:gd name="connsiteX7" fmla="*/ 20447 w 40895"/>
                <a:gd name="connsiteY7" fmla="*/ 28090 h 40857"/>
                <a:gd name="connsiteX8" fmla="*/ 12780 w 40895"/>
                <a:gd name="connsiteY8" fmla="*/ 20429 h 40857"/>
                <a:gd name="connsiteX9" fmla="*/ 20447 w 40895"/>
                <a:gd name="connsiteY9" fmla="*/ 12768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95" h="40857">
                  <a:moveTo>
                    <a:pt x="0" y="20429"/>
                  </a:moveTo>
                  <a:cubicBezTo>
                    <a:pt x="0" y="31920"/>
                    <a:pt x="8946" y="40858"/>
                    <a:pt x="20447" y="40858"/>
                  </a:cubicBezTo>
                  <a:cubicBezTo>
                    <a:pt x="31950" y="40858"/>
                    <a:pt x="40896" y="31920"/>
                    <a:pt x="40896" y="20429"/>
                  </a:cubicBezTo>
                  <a:cubicBezTo>
                    <a:pt x="40896" y="8938"/>
                    <a:pt x="31950" y="0"/>
                    <a:pt x="20447" y="0"/>
                  </a:cubicBezTo>
                  <a:cubicBezTo>
                    <a:pt x="8946" y="0"/>
                    <a:pt x="0" y="8938"/>
                    <a:pt x="0" y="20429"/>
                  </a:cubicBezTo>
                  <a:close/>
                  <a:moveTo>
                    <a:pt x="20447" y="12768"/>
                  </a:moveTo>
                  <a:cubicBezTo>
                    <a:pt x="24921" y="12768"/>
                    <a:pt x="28116" y="15960"/>
                    <a:pt x="28116" y="20429"/>
                  </a:cubicBezTo>
                  <a:cubicBezTo>
                    <a:pt x="28116" y="24898"/>
                    <a:pt x="24921" y="28090"/>
                    <a:pt x="20447" y="28090"/>
                  </a:cubicBezTo>
                  <a:cubicBezTo>
                    <a:pt x="15975" y="28090"/>
                    <a:pt x="12780" y="24898"/>
                    <a:pt x="12780" y="20429"/>
                  </a:cubicBezTo>
                  <a:cubicBezTo>
                    <a:pt x="12780" y="15960"/>
                    <a:pt x="15975" y="12768"/>
                    <a:pt x="20447" y="12768"/>
                  </a:cubicBezTo>
                  <a:close/>
                </a:path>
              </a:pathLst>
            </a:custGeom>
            <a:solidFill>
              <a:srgbClr val="00A3E0"/>
            </a:solidFill>
            <a:ln w="6390" cap="flat">
              <a:noFill/>
              <a:prstDash val="solid"/>
              <a:miter/>
            </a:ln>
          </p:spPr>
          <p:txBody>
            <a:bodyPr rtlCol="0" anchor="ctr"/>
            <a:lstStyle/>
            <a:p>
              <a:endParaRPr lang="en-US"/>
            </a:p>
          </p:txBody>
        </p:sp>
      </p:grpSp>
      <p:grpSp>
        <p:nvGrpSpPr>
          <p:cNvPr id="1164" name="Graphic 4">
            <a:extLst>
              <a:ext uri="{FF2B5EF4-FFF2-40B4-BE49-F238E27FC236}">
                <a16:creationId xmlns:a16="http://schemas.microsoft.com/office/drawing/2014/main" id="{3C6D68B4-3810-0643-BFF1-0B53B0BE14DC}"/>
              </a:ext>
            </a:extLst>
          </p:cNvPr>
          <p:cNvGrpSpPr/>
          <p:nvPr/>
        </p:nvGrpSpPr>
        <p:grpSpPr>
          <a:xfrm>
            <a:off x="8841116" y="4308712"/>
            <a:ext cx="361674" cy="361333"/>
            <a:chOff x="8841116" y="4308712"/>
            <a:chExt cx="361674" cy="361333"/>
          </a:xfrm>
          <a:solidFill>
            <a:srgbClr val="00A3E0"/>
          </a:solidFill>
        </p:grpSpPr>
        <p:sp>
          <p:nvSpPr>
            <p:cNvPr id="1165" name="Graphic 4">
              <a:extLst>
                <a:ext uri="{FF2B5EF4-FFF2-40B4-BE49-F238E27FC236}">
                  <a16:creationId xmlns:a16="http://schemas.microsoft.com/office/drawing/2014/main" id="{FD18D563-87AB-104A-9326-80A992DB4B8B}"/>
                </a:ext>
              </a:extLst>
            </p:cNvPr>
            <p:cNvSpPr/>
            <p:nvPr/>
          </p:nvSpPr>
          <p:spPr>
            <a:xfrm>
              <a:off x="8841116" y="4308712"/>
              <a:ext cx="361674" cy="361333"/>
            </a:xfrm>
            <a:custGeom>
              <a:avLst/>
              <a:gdLst>
                <a:gd name="connsiteX0" fmla="*/ 180836 w 361674"/>
                <a:gd name="connsiteY0" fmla="*/ 0 h 361333"/>
                <a:gd name="connsiteX1" fmla="*/ 0 w 361674"/>
                <a:gd name="connsiteY1" fmla="*/ 180667 h 361333"/>
                <a:gd name="connsiteX2" fmla="*/ 180836 w 361674"/>
                <a:gd name="connsiteY2" fmla="*/ 361334 h 361333"/>
                <a:gd name="connsiteX3" fmla="*/ 361670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7 h 361333"/>
                <a:gd name="connsiteX8" fmla="*/ 348890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3" y="361334"/>
                    <a:pt x="180836" y="361334"/>
                  </a:cubicBezTo>
                  <a:cubicBezTo>
                    <a:pt x="280518" y="361334"/>
                    <a:pt x="361670" y="280257"/>
                    <a:pt x="361670" y="180667"/>
                  </a:cubicBezTo>
                  <a:cubicBezTo>
                    <a:pt x="362310" y="81077"/>
                    <a:pt x="281157" y="0"/>
                    <a:pt x="180836" y="0"/>
                  </a:cubicBezTo>
                  <a:close/>
                  <a:moveTo>
                    <a:pt x="180836" y="349204"/>
                  </a:moveTo>
                  <a:cubicBezTo>
                    <a:pt x="88181" y="349204"/>
                    <a:pt x="12780" y="273873"/>
                    <a:pt x="12780" y="181305"/>
                  </a:cubicBezTo>
                  <a:cubicBezTo>
                    <a:pt x="12780" y="88738"/>
                    <a:pt x="88181" y="13407"/>
                    <a:pt x="180836" y="13407"/>
                  </a:cubicBezTo>
                  <a:cubicBezTo>
                    <a:pt x="273490" y="13407"/>
                    <a:pt x="348890" y="88738"/>
                    <a:pt x="348890" y="181305"/>
                  </a:cubicBezTo>
                  <a:cubicBezTo>
                    <a:pt x="349530" y="273234"/>
                    <a:pt x="274128"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1166" name="Graphic 4">
              <a:extLst>
                <a:ext uri="{FF2B5EF4-FFF2-40B4-BE49-F238E27FC236}">
                  <a16:creationId xmlns:a16="http://schemas.microsoft.com/office/drawing/2014/main" id="{25D0E28C-7290-5048-B8CF-373502781B31}"/>
                </a:ext>
              </a:extLst>
            </p:cNvPr>
            <p:cNvSpPr/>
            <p:nvPr/>
          </p:nvSpPr>
          <p:spPr>
            <a:xfrm>
              <a:off x="8974666" y="4360422"/>
              <a:ext cx="93215" cy="83630"/>
            </a:xfrm>
            <a:custGeom>
              <a:avLst/>
              <a:gdLst>
                <a:gd name="connsiteX0" fmla="*/ 85626 w 93215"/>
                <a:gd name="connsiteY0" fmla="*/ 8299 h 83630"/>
                <a:gd name="connsiteX1" fmla="*/ 66456 w 93215"/>
                <a:gd name="connsiteY1" fmla="*/ 0 h 83630"/>
                <a:gd name="connsiteX2" fmla="*/ 47286 w 93215"/>
                <a:gd name="connsiteY2" fmla="*/ 8299 h 83630"/>
                <a:gd name="connsiteX3" fmla="*/ 46647 w 93215"/>
                <a:gd name="connsiteY3" fmla="*/ 8937 h 83630"/>
                <a:gd name="connsiteX4" fmla="*/ 46007 w 93215"/>
                <a:gd name="connsiteY4" fmla="*/ 8299 h 83630"/>
                <a:gd name="connsiteX5" fmla="*/ 26838 w 93215"/>
                <a:gd name="connsiteY5" fmla="*/ 0 h 83630"/>
                <a:gd name="connsiteX6" fmla="*/ 7668 w 93215"/>
                <a:gd name="connsiteY6" fmla="*/ 8299 h 83630"/>
                <a:gd name="connsiteX7" fmla="*/ 7668 w 93215"/>
                <a:gd name="connsiteY7" fmla="*/ 47241 h 83630"/>
                <a:gd name="connsiteX8" fmla="*/ 39617 w 93215"/>
                <a:gd name="connsiteY8" fmla="*/ 81076 h 83630"/>
                <a:gd name="connsiteX9" fmla="*/ 46007 w 93215"/>
                <a:gd name="connsiteY9" fmla="*/ 83630 h 83630"/>
                <a:gd name="connsiteX10" fmla="*/ 46647 w 93215"/>
                <a:gd name="connsiteY10" fmla="*/ 83630 h 83630"/>
                <a:gd name="connsiteX11" fmla="*/ 53037 w 93215"/>
                <a:gd name="connsiteY11" fmla="*/ 81076 h 83630"/>
                <a:gd name="connsiteX12" fmla="*/ 84987 w 93215"/>
                <a:gd name="connsiteY12" fmla="*/ 47241 h 83630"/>
                <a:gd name="connsiteX13" fmla="*/ 85626 w 93215"/>
                <a:gd name="connsiteY13" fmla="*/ 8299 h 83630"/>
                <a:gd name="connsiteX14" fmla="*/ 76679 w 93215"/>
                <a:gd name="connsiteY14" fmla="*/ 38304 h 83630"/>
                <a:gd name="connsiteX15" fmla="*/ 47286 w 93215"/>
                <a:gd name="connsiteY15" fmla="*/ 69585 h 83630"/>
                <a:gd name="connsiteX16" fmla="*/ 17892 w 93215"/>
                <a:gd name="connsiteY16" fmla="*/ 38304 h 83630"/>
                <a:gd name="connsiteX17" fmla="*/ 17892 w 93215"/>
                <a:gd name="connsiteY17" fmla="*/ 17236 h 83630"/>
                <a:gd name="connsiteX18" fmla="*/ 27477 w 93215"/>
                <a:gd name="connsiteY18" fmla="*/ 12768 h 83630"/>
                <a:gd name="connsiteX19" fmla="*/ 37062 w 93215"/>
                <a:gd name="connsiteY19" fmla="*/ 17236 h 83630"/>
                <a:gd name="connsiteX20" fmla="*/ 47286 w 93215"/>
                <a:gd name="connsiteY20" fmla="*/ 27451 h 83630"/>
                <a:gd name="connsiteX21" fmla="*/ 57510 w 93215"/>
                <a:gd name="connsiteY21" fmla="*/ 17236 h 83630"/>
                <a:gd name="connsiteX22" fmla="*/ 77318 w 93215"/>
                <a:gd name="connsiteY22" fmla="*/ 17236 h 83630"/>
                <a:gd name="connsiteX23" fmla="*/ 76679 w 93215"/>
                <a:gd name="connsiteY23" fmla="*/ 38304 h 83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215" h="83630">
                  <a:moveTo>
                    <a:pt x="85626" y="8299"/>
                  </a:moveTo>
                  <a:cubicBezTo>
                    <a:pt x="80513" y="3192"/>
                    <a:pt x="73484" y="0"/>
                    <a:pt x="66456" y="0"/>
                  </a:cubicBezTo>
                  <a:cubicBezTo>
                    <a:pt x="59427" y="0"/>
                    <a:pt x="52397" y="3192"/>
                    <a:pt x="47286" y="8299"/>
                  </a:cubicBezTo>
                  <a:lnTo>
                    <a:pt x="46647" y="8937"/>
                  </a:lnTo>
                  <a:lnTo>
                    <a:pt x="46007" y="8299"/>
                  </a:lnTo>
                  <a:cubicBezTo>
                    <a:pt x="40896" y="3192"/>
                    <a:pt x="33867" y="0"/>
                    <a:pt x="26838" y="0"/>
                  </a:cubicBezTo>
                  <a:cubicBezTo>
                    <a:pt x="19809" y="0"/>
                    <a:pt x="12780" y="3192"/>
                    <a:pt x="7668" y="8299"/>
                  </a:cubicBezTo>
                  <a:cubicBezTo>
                    <a:pt x="-2556" y="19152"/>
                    <a:pt x="-2556" y="36388"/>
                    <a:pt x="7668" y="47241"/>
                  </a:cubicBezTo>
                  <a:lnTo>
                    <a:pt x="39617" y="81076"/>
                  </a:lnTo>
                  <a:cubicBezTo>
                    <a:pt x="40896" y="82992"/>
                    <a:pt x="43452" y="83630"/>
                    <a:pt x="46007" y="83630"/>
                  </a:cubicBezTo>
                  <a:lnTo>
                    <a:pt x="46647" y="83630"/>
                  </a:lnTo>
                  <a:cubicBezTo>
                    <a:pt x="49202" y="83630"/>
                    <a:pt x="51759" y="82353"/>
                    <a:pt x="53037" y="81076"/>
                  </a:cubicBezTo>
                  <a:lnTo>
                    <a:pt x="84987" y="47241"/>
                  </a:lnTo>
                  <a:cubicBezTo>
                    <a:pt x="95849" y="36388"/>
                    <a:pt x="95849" y="19152"/>
                    <a:pt x="85626" y="8299"/>
                  </a:cubicBezTo>
                  <a:close/>
                  <a:moveTo>
                    <a:pt x="76679" y="38304"/>
                  </a:moveTo>
                  <a:lnTo>
                    <a:pt x="47286" y="69585"/>
                  </a:lnTo>
                  <a:lnTo>
                    <a:pt x="17892" y="38304"/>
                  </a:lnTo>
                  <a:cubicBezTo>
                    <a:pt x="12141" y="32558"/>
                    <a:pt x="12141" y="22982"/>
                    <a:pt x="17892" y="17236"/>
                  </a:cubicBezTo>
                  <a:cubicBezTo>
                    <a:pt x="20448" y="14683"/>
                    <a:pt x="24282" y="12768"/>
                    <a:pt x="27477" y="12768"/>
                  </a:cubicBezTo>
                  <a:cubicBezTo>
                    <a:pt x="30672" y="12768"/>
                    <a:pt x="34506" y="14044"/>
                    <a:pt x="37062" y="17236"/>
                  </a:cubicBezTo>
                  <a:lnTo>
                    <a:pt x="47286" y="27451"/>
                  </a:lnTo>
                  <a:lnTo>
                    <a:pt x="57510" y="17236"/>
                  </a:lnTo>
                  <a:cubicBezTo>
                    <a:pt x="62622" y="11491"/>
                    <a:pt x="72207" y="11491"/>
                    <a:pt x="77318" y="17236"/>
                  </a:cubicBezTo>
                  <a:cubicBezTo>
                    <a:pt x="82431" y="22982"/>
                    <a:pt x="82431" y="32558"/>
                    <a:pt x="76679" y="38304"/>
                  </a:cubicBezTo>
                  <a:close/>
                </a:path>
              </a:pathLst>
            </a:custGeom>
            <a:solidFill>
              <a:srgbClr val="00A3E0"/>
            </a:solidFill>
            <a:ln w="6390" cap="flat">
              <a:noFill/>
              <a:prstDash val="solid"/>
              <a:miter/>
            </a:ln>
          </p:spPr>
          <p:txBody>
            <a:bodyPr rtlCol="0" anchor="ctr"/>
            <a:lstStyle/>
            <a:p>
              <a:endParaRPr lang="en-US"/>
            </a:p>
          </p:txBody>
        </p:sp>
        <p:sp>
          <p:nvSpPr>
            <p:cNvPr id="1167" name="Graphic 4">
              <a:extLst>
                <a:ext uri="{FF2B5EF4-FFF2-40B4-BE49-F238E27FC236}">
                  <a16:creationId xmlns:a16="http://schemas.microsoft.com/office/drawing/2014/main" id="{191F51AE-ECBE-FF4B-80B1-860D4B646D35}"/>
                </a:ext>
              </a:extLst>
            </p:cNvPr>
            <p:cNvSpPr/>
            <p:nvPr/>
          </p:nvSpPr>
          <p:spPr>
            <a:xfrm>
              <a:off x="8944634" y="4414047"/>
              <a:ext cx="40894" cy="40857"/>
            </a:xfrm>
            <a:custGeom>
              <a:avLst/>
              <a:gdLst>
                <a:gd name="connsiteX0" fmla="*/ 20447 w 40894"/>
                <a:gd name="connsiteY0" fmla="*/ 40858 h 40857"/>
                <a:gd name="connsiteX1" fmla="*/ 40895 w 40894"/>
                <a:gd name="connsiteY1" fmla="*/ 20429 h 40857"/>
                <a:gd name="connsiteX2" fmla="*/ 20447 w 40894"/>
                <a:gd name="connsiteY2" fmla="*/ 0 h 40857"/>
                <a:gd name="connsiteX3" fmla="*/ 0 w 40894"/>
                <a:gd name="connsiteY3" fmla="*/ 20429 h 40857"/>
                <a:gd name="connsiteX4" fmla="*/ 20447 w 40894"/>
                <a:gd name="connsiteY4" fmla="*/ 40858 h 40857"/>
                <a:gd name="connsiteX5" fmla="*/ 20447 w 40894"/>
                <a:gd name="connsiteY5" fmla="*/ 12768 h 40857"/>
                <a:gd name="connsiteX6" fmla="*/ 28115 w 40894"/>
                <a:gd name="connsiteY6" fmla="*/ 20429 h 40857"/>
                <a:gd name="connsiteX7" fmla="*/ 20447 w 40894"/>
                <a:gd name="connsiteY7" fmla="*/ 28090 h 40857"/>
                <a:gd name="connsiteX8" fmla="*/ 12780 w 40894"/>
                <a:gd name="connsiteY8" fmla="*/ 20429 h 40857"/>
                <a:gd name="connsiteX9" fmla="*/ 20447 w 40894"/>
                <a:gd name="connsiteY9" fmla="*/ 12768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94" h="40857">
                  <a:moveTo>
                    <a:pt x="20447" y="40858"/>
                  </a:moveTo>
                  <a:cubicBezTo>
                    <a:pt x="31950" y="40858"/>
                    <a:pt x="40895" y="31920"/>
                    <a:pt x="40895" y="20429"/>
                  </a:cubicBezTo>
                  <a:cubicBezTo>
                    <a:pt x="40895" y="8938"/>
                    <a:pt x="31950" y="0"/>
                    <a:pt x="20447" y="0"/>
                  </a:cubicBezTo>
                  <a:cubicBezTo>
                    <a:pt x="8945" y="0"/>
                    <a:pt x="0" y="8938"/>
                    <a:pt x="0" y="20429"/>
                  </a:cubicBezTo>
                  <a:cubicBezTo>
                    <a:pt x="0" y="31920"/>
                    <a:pt x="8945" y="40858"/>
                    <a:pt x="20447" y="40858"/>
                  </a:cubicBezTo>
                  <a:close/>
                  <a:moveTo>
                    <a:pt x="20447" y="12768"/>
                  </a:moveTo>
                  <a:cubicBezTo>
                    <a:pt x="24920" y="12768"/>
                    <a:pt x="28115" y="15960"/>
                    <a:pt x="28115" y="20429"/>
                  </a:cubicBezTo>
                  <a:cubicBezTo>
                    <a:pt x="28115" y="24898"/>
                    <a:pt x="24920" y="28090"/>
                    <a:pt x="20447" y="28090"/>
                  </a:cubicBezTo>
                  <a:cubicBezTo>
                    <a:pt x="15975" y="28090"/>
                    <a:pt x="12780" y="24898"/>
                    <a:pt x="12780" y="20429"/>
                  </a:cubicBezTo>
                  <a:cubicBezTo>
                    <a:pt x="12780" y="16599"/>
                    <a:pt x="16614" y="12768"/>
                    <a:pt x="20447" y="12768"/>
                  </a:cubicBezTo>
                  <a:close/>
                </a:path>
              </a:pathLst>
            </a:custGeom>
            <a:solidFill>
              <a:srgbClr val="00A3E0"/>
            </a:solidFill>
            <a:ln w="6390" cap="flat">
              <a:noFill/>
              <a:prstDash val="solid"/>
              <a:miter/>
            </a:ln>
          </p:spPr>
          <p:txBody>
            <a:bodyPr rtlCol="0" anchor="ctr"/>
            <a:lstStyle/>
            <a:p>
              <a:endParaRPr lang="en-US"/>
            </a:p>
          </p:txBody>
        </p:sp>
        <p:sp>
          <p:nvSpPr>
            <p:cNvPr id="1168" name="Graphic 4">
              <a:extLst>
                <a:ext uri="{FF2B5EF4-FFF2-40B4-BE49-F238E27FC236}">
                  <a16:creationId xmlns:a16="http://schemas.microsoft.com/office/drawing/2014/main" id="{EE01B162-FBD9-D448-98AB-4D03BC766EB1}"/>
                </a:ext>
              </a:extLst>
            </p:cNvPr>
            <p:cNvSpPr/>
            <p:nvPr/>
          </p:nvSpPr>
          <p:spPr>
            <a:xfrm>
              <a:off x="9059013" y="4414047"/>
              <a:ext cx="40895" cy="40857"/>
            </a:xfrm>
            <a:custGeom>
              <a:avLst/>
              <a:gdLst>
                <a:gd name="connsiteX0" fmla="*/ 0 w 40895"/>
                <a:gd name="connsiteY0" fmla="*/ 20429 h 40857"/>
                <a:gd name="connsiteX1" fmla="*/ 20448 w 40895"/>
                <a:gd name="connsiteY1" fmla="*/ 40858 h 40857"/>
                <a:gd name="connsiteX2" fmla="*/ 40896 w 40895"/>
                <a:gd name="connsiteY2" fmla="*/ 20429 h 40857"/>
                <a:gd name="connsiteX3" fmla="*/ 20448 w 40895"/>
                <a:gd name="connsiteY3" fmla="*/ 0 h 40857"/>
                <a:gd name="connsiteX4" fmla="*/ 0 w 40895"/>
                <a:gd name="connsiteY4" fmla="*/ 20429 h 40857"/>
                <a:gd name="connsiteX5" fmla="*/ 20448 w 40895"/>
                <a:gd name="connsiteY5" fmla="*/ 12768 h 40857"/>
                <a:gd name="connsiteX6" fmla="*/ 28116 w 40895"/>
                <a:gd name="connsiteY6" fmla="*/ 20429 h 40857"/>
                <a:gd name="connsiteX7" fmla="*/ 20448 w 40895"/>
                <a:gd name="connsiteY7" fmla="*/ 28090 h 40857"/>
                <a:gd name="connsiteX8" fmla="*/ 12780 w 40895"/>
                <a:gd name="connsiteY8" fmla="*/ 20429 h 40857"/>
                <a:gd name="connsiteX9" fmla="*/ 20448 w 40895"/>
                <a:gd name="connsiteY9" fmla="*/ 12768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95" h="40857">
                  <a:moveTo>
                    <a:pt x="0" y="20429"/>
                  </a:moveTo>
                  <a:cubicBezTo>
                    <a:pt x="0" y="31920"/>
                    <a:pt x="8946" y="40858"/>
                    <a:pt x="20448" y="40858"/>
                  </a:cubicBezTo>
                  <a:cubicBezTo>
                    <a:pt x="31950" y="40858"/>
                    <a:pt x="40896" y="31920"/>
                    <a:pt x="40896" y="20429"/>
                  </a:cubicBezTo>
                  <a:cubicBezTo>
                    <a:pt x="40896" y="8938"/>
                    <a:pt x="31950" y="0"/>
                    <a:pt x="20448" y="0"/>
                  </a:cubicBezTo>
                  <a:cubicBezTo>
                    <a:pt x="8946" y="0"/>
                    <a:pt x="0" y="9576"/>
                    <a:pt x="0" y="20429"/>
                  </a:cubicBezTo>
                  <a:close/>
                  <a:moveTo>
                    <a:pt x="20448" y="12768"/>
                  </a:moveTo>
                  <a:cubicBezTo>
                    <a:pt x="24921" y="12768"/>
                    <a:pt x="28116" y="15960"/>
                    <a:pt x="28116" y="20429"/>
                  </a:cubicBezTo>
                  <a:cubicBezTo>
                    <a:pt x="28116" y="24898"/>
                    <a:pt x="24921" y="28090"/>
                    <a:pt x="20448" y="28090"/>
                  </a:cubicBezTo>
                  <a:cubicBezTo>
                    <a:pt x="15975" y="28090"/>
                    <a:pt x="12780" y="24898"/>
                    <a:pt x="12780" y="20429"/>
                  </a:cubicBezTo>
                  <a:cubicBezTo>
                    <a:pt x="12780" y="16599"/>
                    <a:pt x="15975" y="12768"/>
                    <a:pt x="20448" y="12768"/>
                  </a:cubicBezTo>
                  <a:close/>
                </a:path>
              </a:pathLst>
            </a:custGeom>
            <a:solidFill>
              <a:srgbClr val="00A3E0"/>
            </a:solidFill>
            <a:ln w="6390" cap="flat">
              <a:noFill/>
              <a:prstDash val="solid"/>
              <a:miter/>
            </a:ln>
          </p:spPr>
          <p:txBody>
            <a:bodyPr rtlCol="0" anchor="ctr"/>
            <a:lstStyle/>
            <a:p>
              <a:endParaRPr lang="en-US"/>
            </a:p>
          </p:txBody>
        </p:sp>
        <p:sp>
          <p:nvSpPr>
            <p:cNvPr id="1169" name="Graphic 4">
              <a:extLst>
                <a:ext uri="{FF2B5EF4-FFF2-40B4-BE49-F238E27FC236}">
                  <a16:creationId xmlns:a16="http://schemas.microsoft.com/office/drawing/2014/main" id="{56AF860D-5699-5448-8E45-6DB2E04E9163}"/>
                </a:ext>
              </a:extLst>
            </p:cNvPr>
            <p:cNvSpPr/>
            <p:nvPr/>
          </p:nvSpPr>
          <p:spPr>
            <a:xfrm>
              <a:off x="8934798" y="4462566"/>
              <a:ext cx="59927" cy="156407"/>
            </a:xfrm>
            <a:custGeom>
              <a:avLst/>
              <a:gdLst>
                <a:gd name="connsiteX0" fmla="*/ 37951 w 59927"/>
                <a:gd name="connsiteY0" fmla="*/ 0 h 156407"/>
                <a:gd name="connsiteX1" fmla="*/ 22616 w 59927"/>
                <a:gd name="connsiteY1" fmla="*/ 0 h 156407"/>
                <a:gd name="connsiteX2" fmla="*/ 16226 w 59927"/>
                <a:gd name="connsiteY2" fmla="*/ 5107 h 156407"/>
                <a:gd name="connsiteX3" fmla="*/ 251 w 59927"/>
                <a:gd name="connsiteY3" fmla="*/ 82353 h 156407"/>
                <a:gd name="connsiteX4" fmla="*/ 1529 w 59927"/>
                <a:gd name="connsiteY4" fmla="*/ 87460 h 156407"/>
                <a:gd name="connsiteX5" fmla="*/ 6641 w 59927"/>
                <a:gd name="connsiteY5" fmla="*/ 90014 h 156407"/>
                <a:gd name="connsiteX6" fmla="*/ 7919 w 59927"/>
                <a:gd name="connsiteY6" fmla="*/ 90014 h 156407"/>
                <a:gd name="connsiteX7" fmla="*/ 7919 w 59927"/>
                <a:gd name="connsiteY7" fmla="*/ 150024 h 156407"/>
                <a:gd name="connsiteX8" fmla="*/ 14309 w 59927"/>
                <a:gd name="connsiteY8" fmla="*/ 156408 h 156407"/>
                <a:gd name="connsiteX9" fmla="*/ 20698 w 59927"/>
                <a:gd name="connsiteY9" fmla="*/ 150024 h 156407"/>
                <a:gd name="connsiteX10" fmla="*/ 20698 w 59927"/>
                <a:gd name="connsiteY10" fmla="*/ 90014 h 156407"/>
                <a:gd name="connsiteX11" fmla="*/ 39229 w 59927"/>
                <a:gd name="connsiteY11" fmla="*/ 90014 h 156407"/>
                <a:gd name="connsiteX12" fmla="*/ 39229 w 59927"/>
                <a:gd name="connsiteY12" fmla="*/ 150024 h 156407"/>
                <a:gd name="connsiteX13" fmla="*/ 45619 w 59927"/>
                <a:gd name="connsiteY13" fmla="*/ 156408 h 156407"/>
                <a:gd name="connsiteX14" fmla="*/ 52009 w 59927"/>
                <a:gd name="connsiteY14" fmla="*/ 150024 h 156407"/>
                <a:gd name="connsiteX15" fmla="*/ 52009 w 59927"/>
                <a:gd name="connsiteY15" fmla="*/ 90014 h 156407"/>
                <a:gd name="connsiteX16" fmla="*/ 53287 w 59927"/>
                <a:gd name="connsiteY16" fmla="*/ 90014 h 156407"/>
                <a:gd name="connsiteX17" fmla="*/ 58399 w 59927"/>
                <a:gd name="connsiteY17" fmla="*/ 87460 h 156407"/>
                <a:gd name="connsiteX18" fmla="*/ 59677 w 59927"/>
                <a:gd name="connsiteY18" fmla="*/ 82353 h 156407"/>
                <a:gd name="connsiteX19" fmla="*/ 43702 w 59927"/>
                <a:gd name="connsiteY19" fmla="*/ 5107 h 156407"/>
                <a:gd name="connsiteX20" fmla="*/ 37951 w 59927"/>
                <a:gd name="connsiteY20" fmla="*/ 0 h 156407"/>
                <a:gd name="connsiteX21" fmla="*/ 14309 w 59927"/>
                <a:gd name="connsiteY21" fmla="*/ 76608 h 156407"/>
                <a:gd name="connsiteX22" fmla="*/ 27727 w 59927"/>
                <a:gd name="connsiteY22" fmla="*/ 12129 h 156407"/>
                <a:gd name="connsiteX23" fmla="*/ 32839 w 59927"/>
                <a:gd name="connsiteY23" fmla="*/ 12129 h 156407"/>
                <a:gd name="connsiteX24" fmla="*/ 46258 w 59927"/>
                <a:gd name="connsiteY24" fmla="*/ 76608 h 156407"/>
                <a:gd name="connsiteX25" fmla="*/ 14309 w 59927"/>
                <a:gd name="connsiteY25" fmla="*/ 76608 h 156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9927" h="156407">
                  <a:moveTo>
                    <a:pt x="37951" y="0"/>
                  </a:moveTo>
                  <a:lnTo>
                    <a:pt x="22616" y="0"/>
                  </a:lnTo>
                  <a:cubicBezTo>
                    <a:pt x="19421" y="0"/>
                    <a:pt x="16865" y="1915"/>
                    <a:pt x="16226" y="5107"/>
                  </a:cubicBezTo>
                  <a:lnTo>
                    <a:pt x="251" y="82353"/>
                  </a:lnTo>
                  <a:cubicBezTo>
                    <a:pt x="-389" y="84268"/>
                    <a:pt x="251" y="86184"/>
                    <a:pt x="1529" y="87460"/>
                  </a:cubicBezTo>
                  <a:cubicBezTo>
                    <a:pt x="2806" y="88737"/>
                    <a:pt x="4724" y="90014"/>
                    <a:pt x="6641" y="90014"/>
                  </a:cubicBezTo>
                  <a:lnTo>
                    <a:pt x="7919" y="90014"/>
                  </a:lnTo>
                  <a:lnTo>
                    <a:pt x="7919" y="150024"/>
                  </a:lnTo>
                  <a:cubicBezTo>
                    <a:pt x="7919" y="153854"/>
                    <a:pt x="10475" y="156408"/>
                    <a:pt x="14309" y="156408"/>
                  </a:cubicBezTo>
                  <a:cubicBezTo>
                    <a:pt x="18142" y="156408"/>
                    <a:pt x="20698" y="153854"/>
                    <a:pt x="20698" y="150024"/>
                  </a:cubicBezTo>
                  <a:lnTo>
                    <a:pt x="20698" y="90014"/>
                  </a:lnTo>
                  <a:lnTo>
                    <a:pt x="39229" y="90014"/>
                  </a:lnTo>
                  <a:lnTo>
                    <a:pt x="39229" y="150024"/>
                  </a:lnTo>
                  <a:cubicBezTo>
                    <a:pt x="39229" y="153854"/>
                    <a:pt x="41786" y="156408"/>
                    <a:pt x="45619" y="156408"/>
                  </a:cubicBezTo>
                  <a:cubicBezTo>
                    <a:pt x="49453" y="156408"/>
                    <a:pt x="52009" y="153854"/>
                    <a:pt x="52009" y="150024"/>
                  </a:cubicBezTo>
                  <a:lnTo>
                    <a:pt x="52009" y="90014"/>
                  </a:lnTo>
                  <a:lnTo>
                    <a:pt x="53287" y="90014"/>
                  </a:lnTo>
                  <a:cubicBezTo>
                    <a:pt x="55204" y="90014"/>
                    <a:pt x="57121" y="89376"/>
                    <a:pt x="58399" y="87460"/>
                  </a:cubicBezTo>
                  <a:cubicBezTo>
                    <a:pt x="59677" y="86184"/>
                    <a:pt x="60316" y="84268"/>
                    <a:pt x="59677" y="82353"/>
                  </a:cubicBezTo>
                  <a:lnTo>
                    <a:pt x="43702" y="5107"/>
                  </a:lnTo>
                  <a:cubicBezTo>
                    <a:pt x="43702" y="1915"/>
                    <a:pt x="41146" y="0"/>
                    <a:pt x="37951" y="0"/>
                  </a:cubicBezTo>
                  <a:close/>
                  <a:moveTo>
                    <a:pt x="14309" y="76608"/>
                  </a:moveTo>
                  <a:lnTo>
                    <a:pt x="27727" y="12129"/>
                  </a:lnTo>
                  <a:lnTo>
                    <a:pt x="32839" y="12129"/>
                  </a:lnTo>
                  <a:lnTo>
                    <a:pt x="46258" y="76608"/>
                  </a:lnTo>
                  <a:lnTo>
                    <a:pt x="14309" y="76608"/>
                  </a:lnTo>
                  <a:close/>
                </a:path>
              </a:pathLst>
            </a:custGeom>
            <a:solidFill>
              <a:srgbClr val="00A3E0"/>
            </a:solidFill>
            <a:ln w="6390" cap="flat">
              <a:noFill/>
              <a:prstDash val="solid"/>
              <a:miter/>
            </a:ln>
          </p:spPr>
          <p:txBody>
            <a:bodyPr rtlCol="0" anchor="ctr"/>
            <a:lstStyle/>
            <a:p>
              <a:endParaRPr lang="en-US"/>
            </a:p>
          </p:txBody>
        </p:sp>
        <p:sp>
          <p:nvSpPr>
            <p:cNvPr id="1170" name="Graphic 4">
              <a:extLst>
                <a:ext uri="{FF2B5EF4-FFF2-40B4-BE49-F238E27FC236}">
                  <a16:creationId xmlns:a16="http://schemas.microsoft.com/office/drawing/2014/main" id="{1F74C4B0-9484-4145-AF1D-DC482D2B5964}"/>
                </a:ext>
              </a:extLst>
            </p:cNvPr>
            <p:cNvSpPr/>
            <p:nvPr/>
          </p:nvSpPr>
          <p:spPr>
            <a:xfrm>
              <a:off x="9048539" y="4462566"/>
              <a:ext cx="59927" cy="156407"/>
            </a:xfrm>
            <a:custGeom>
              <a:avLst/>
              <a:gdLst>
                <a:gd name="connsiteX0" fmla="*/ 37951 w 59927"/>
                <a:gd name="connsiteY0" fmla="*/ 0 h 156407"/>
                <a:gd name="connsiteX1" fmla="*/ 22615 w 59927"/>
                <a:gd name="connsiteY1" fmla="*/ 0 h 156407"/>
                <a:gd name="connsiteX2" fmla="*/ 16225 w 59927"/>
                <a:gd name="connsiteY2" fmla="*/ 5107 h 156407"/>
                <a:gd name="connsiteX3" fmla="*/ 251 w 59927"/>
                <a:gd name="connsiteY3" fmla="*/ 82353 h 156407"/>
                <a:gd name="connsiteX4" fmla="*/ 1529 w 59927"/>
                <a:gd name="connsiteY4" fmla="*/ 87460 h 156407"/>
                <a:gd name="connsiteX5" fmla="*/ 6641 w 59927"/>
                <a:gd name="connsiteY5" fmla="*/ 90014 h 156407"/>
                <a:gd name="connsiteX6" fmla="*/ 7919 w 59927"/>
                <a:gd name="connsiteY6" fmla="*/ 90014 h 156407"/>
                <a:gd name="connsiteX7" fmla="*/ 7919 w 59927"/>
                <a:gd name="connsiteY7" fmla="*/ 150024 h 156407"/>
                <a:gd name="connsiteX8" fmla="*/ 14309 w 59927"/>
                <a:gd name="connsiteY8" fmla="*/ 156408 h 156407"/>
                <a:gd name="connsiteX9" fmla="*/ 20699 w 59927"/>
                <a:gd name="connsiteY9" fmla="*/ 150024 h 156407"/>
                <a:gd name="connsiteX10" fmla="*/ 20699 w 59927"/>
                <a:gd name="connsiteY10" fmla="*/ 90014 h 156407"/>
                <a:gd name="connsiteX11" fmla="*/ 39229 w 59927"/>
                <a:gd name="connsiteY11" fmla="*/ 90014 h 156407"/>
                <a:gd name="connsiteX12" fmla="*/ 39229 w 59927"/>
                <a:gd name="connsiteY12" fmla="*/ 150024 h 156407"/>
                <a:gd name="connsiteX13" fmla="*/ 45619 w 59927"/>
                <a:gd name="connsiteY13" fmla="*/ 156408 h 156407"/>
                <a:gd name="connsiteX14" fmla="*/ 52009 w 59927"/>
                <a:gd name="connsiteY14" fmla="*/ 150024 h 156407"/>
                <a:gd name="connsiteX15" fmla="*/ 52009 w 59927"/>
                <a:gd name="connsiteY15" fmla="*/ 90014 h 156407"/>
                <a:gd name="connsiteX16" fmla="*/ 53287 w 59927"/>
                <a:gd name="connsiteY16" fmla="*/ 90014 h 156407"/>
                <a:gd name="connsiteX17" fmla="*/ 58399 w 59927"/>
                <a:gd name="connsiteY17" fmla="*/ 87460 h 156407"/>
                <a:gd name="connsiteX18" fmla="*/ 59677 w 59927"/>
                <a:gd name="connsiteY18" fmla="*/ 82353 h 156407"/>
                <a:gd name="connsiteX19" fmla="*/ 43702 w 59927"/>
                <a:gd name="connsiteY19" fmla="*/ 5107 h 156407"/>
                <a:gd name="connsiteX20" fmla="*/ 37951 w 59927"/>
                <a:gd name="connsiteY20" fmla="*/ 0 h 156407"/>
                <a:gd name="connsiteX21" fmla="*/ 14948 w 59927"/>
                <a:gd name="connsiteY21" fmla="*/ 76608 h 156407"/>
                <a:gd name="connsiteX22" fmla="*/ 28366 w 59927"/>
                <a:gd name="connsiteY22" fmla="*/ 12129 h 156407"/>
                <a:gd name="connsiteX23" fmla="*/ 33479 w 59927"/>
                <a:gd name="connsiteY23" fmla="*/ 12129 h 156407"/>
                <a:gd name="connsiteX24" fmla="*/ 46897 w 59927"/>
                <a:gd name="connsiteY24" fmla="*/ 76608 h 156407"/>
                <a:gd name="connsiteX25" fmla="*/ 14948 w 59927"/>
                <a:gd name="connsiteY25" fmla="*/ 76608 h 156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9927" h="156407">
                  <a:moveTo>
                    <a:pt x="37951" y="0"/>
                  </a:moveTo>
                  <a:lnTo>
                    <a:pt x="22615" y="0"/>
                  </a:lnTo>
                  <a:cubicBezTo>
                    <a:pt x="19420" y="0"/>
                    <a:pt x="16864" y="1915"/>
                    <a:pt x="16225" y="5107"/>
                  </a:cubicBezTo>
                  <a:lnTo>
                    <a:pt x="251" y="82353"/>
                  </a:lnTo>
                  <a:cubicBezTo>
                    <a:pt x="-388" y="84268"/>
                    <a:pt x="251" y="86184"/>
                    <a:pt x="1529" y="87460"/>
                  </a:cubicBezTo>
                  <a:cubicBezTo>
                    <a:pt x="2807" y="88737"/>
                    <a:pt x="4724" y="90014"/>
                    <a:pt x="6641" y="90014"/>
                  </a:cubicBezTo>
                  <a:lnTo>
                    <a:pt x="7919" y="90014"/>
                  </a:lnTo>
                  <a:lnTo>
                    <a:pt x="7919" y="150024"/>
                  </a:lnTo>
                  <a:cubicBezTo>
                    <a:pt x="7919" y="153854"/>
                    <a:pt x="10474" y="156408"/>
                    <a:pt x="14309" y="156408"/>
                  </a:cubicBezTo>
                  <a:cubicBezTo>
                    <a:pt x="18143" y="156408"/>
                    <a:pt x="20699" y="153854"/>
                    <a:pt x="20699" y="150024"/>
                  </a:cubicBezTo>
                  <a:lnTo>
                    <a:pt x="20699" y="90014"/>
                  </a:lnTo>
                  <a:lnTo>
                    <a:pt x="39229" y="90014"/>
                  </a:lnTo>
                  <a:lnTo>
                    <a:pt x="39229" y="150024"/>
                  </a:lnTo>
                  <a:cubicBezTo>
                    <a:pt x="39229" y="153854"/>
                    <a:pt x="41785" y="156408"/>
                    <a:pt x="45619" y="156408"/>
                  </a:cubicBezTo>
                  <a:cubicBezTo>
                    <a:pt x="49454" y="156408"/>
                    <a:pt x="52009" y="153854"/>
                    <a:pt x="52009" y="150024"/>
                  </a:cubicBezTo>
                  <a:lnTo>
                    <a:pt x="52009" y="90014"/>
                  </a:lnTo>
                  <a:lnTo>
                    <a:pt x="53287" y="90014"/>
                  </a:lnTo>
                  <a:cubicBezTo>
                    <a:pt x="55204" y="90014"/>
                    <a:pt x="57121" y="89376"/>
                    <a:pt x="58399" y="87460"/>
                  </a:cubicBezTo>
                  <a:cubicBezTo>
                    <a:pt x="59677" y="86184"/>
                    <a:pt x="60316" y="84268"/>
                    <a:pt x="59677" y="82353"/>
                  </a:cubicBezTo>
                  <a:lnTo>
                    <a:pt x="43702" y="5107"/>
                  </a:lnTo>
                  <a:cubicBezTo>
                    <a:pt x="43702" y="1915"/>
                    <a:pt x="41146" y="0"/>
                    <a:pt x="37951" y="0"/>
                  </a:cubicBezTo>
                  <a:close/>
                  <a:moveTo>
                    <a:pt x="14948" y="76608"/>
                  </a:moveTo>
                  <a:lnTo>
                    <a:pt x="28366" y="12129"/>
                  </a:lnTo>
                  <a:lnTo>
                    <a:pt x="33479" y="12129"/>
                  </a:lnTo>
                  <a:lnTo>
                    <a:pt x="46897" y="76608"/>
                  </a:lnTo>
                  <a:lnTo>
                    <a:pt x="14948" y="76608"/>
                  </a:lnTo>
                  <a:close/>
                </a:path>
              </a:pathLst>
            </a:custGeom>
            <a:solidFill>
              <a:srgbClr val="00A3E0"/>
            </a:solidFill>
            <a:ln w="6390" cap="flat">
              <a:noFill/>
              <a:prstDash val="solid"/>
              <a:miter/>
            </a:ln>
          </p:spPr>
          <p:txBody>
            <a:bodyPr rtlCol="0" anchor="ctr"/>
            <a:lstStyle/>
            <a:p>
              <a:endParaRPr lang="en-US"/>
            </a:p>
          </p:txBody>
        </p:sp>
      </p:grpSp>
      <p:grpSp>
        <p:nvGrpSpPr>
          <p:cNvPr id="1171" name="Graphic 4">
            <a:extLst>
              <a:ext uri="{FF2B5EF4-FFF2-40B4-BE49-F238E27FC236}">
                <a16:creationId xmlns:a16="http://schemas.microsoft.com/office/drawing/2014/main" id="{90751563-81FA-DC45-B52D-65E76222E979}"/>
              </a:ext>
            </a:extLst>
          </p:cNvPr>
          <p:cNvGrpSpPr/>
          <p:nvPr/>
        </p:nvGrpSpPr>
        <p:grpSpPr>
          <a:xfrm>
            <a:off x="9887149" y="4308712"/>
            <a:ext cx="361670" cy="361333"/>
            <a:chOff x="9887149" y="4308712"/>
            <a:chExt cx="361670" cy="361333"/>
          </a:xfrm>
          <a:solidFill>
            <a:srgbClr val="00A3E0"/>
          </a:solidFill>
        </p:grpSpPr>
        <p:sp>
          <p:nvSpPr>
            <p:cNvPr id="1172" name="Graphic 4">
              <a:extLst>
                <a:ext uri="{FF2B5EF4-FFF2-40B4-BE49-F238E27FC236}">
                  <a16:creationId xmlns:a16="http://schemas.microsoft.com/office/drawing/2014/main" id="{AA3AE064-27B7-3F4C-AB2B-945492EA2490}"/>
                </a:ext>
              </a:extLst>
            </p:cNvPr>
            <p:cNvSpPr/>
            <p:nvPr/>
          </p:nvSpPr>
          <p:spPr>
            <a:xfrm>
              <a:off x="9887149"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7"/>
                    <a:pt x="180835" y="13407"/>
                  </a:cubicBezTo>
                  <a:cubicBezTo>
                    <a:pt x="273489" y="13407"/>
                    <a:pt x="348890" y="88738"/>
                    <a:pt x="348890" y="181305"/>
                  </a:cubicBezTo>
                  <a:cubicBezTo>
                    <a:pt x="348890" y="273234"/>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1173" name="Graphic 4">
              <a:extLst>
                <a:ext uri="{FF2B5EF4-FFF2-40B4-BE49-F238E27FC236}">
                  <a16:creationId xmlns:a16="http://schemas.microsoft.com/office/drawing/2014/main" id="{7320D351-1661-F440-AB2D-EE3351BA78DF}"/>
                </a:ext>
              </a:extLst>
            </p:cNvPr>
            <p:cNvSpPr/>
            <p:nvPr/>
          </p:nvSpPr>
          <p:spPr>
            <a:xfrm>
              <a:off x="9977886" y="4452351"/>
              <a:ext cx="182752" cy="12767"/>
            </a:xfrm>
            <a:custGeom>
              <a:avLst/>
              <a:gdLst>
                <a:gd name="connsiteX0" fmla="*/ 176362 w 182752"/>
                <a:gd name="connsiteY0" fmla="*/ 0 h 12767"/>
                <a:gd name="connsiteX1" fmla="*/ 6390 w 182752"/>
                <a:gd name="connsiteY1" fmla="*/ 0 h 12767"/>
                <a:gd name="connsiteX2" fmla="*/ 0 w 182752"/>
                <a:gd name="connsiteY2" fmla="*/ 6384 h 12767"/>
                <a:gd name="connsiteX3" fmla="*/ 6390 w 182752"/>
                <a:gd name="connsiteY3" fmla="*/ 12768 h 12767"/>
                <a:gd name="connsiteX4" fmla="*/ 176362 w 182752"/>
                <a:gd name="connsiteY4" fmla="*/ 12768 h 12767"/>
                <a:gd name="connsiteX5" fmla="*/ 182752 w 182752"/>
                <a:gd name="connsiteY5" fmla="*/ 6384 h 12767"/>
                <a:gd name="connsiteX6" fmla="*/ 176362 w 18275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2752" h="12767">
                  <a:moveTo>
                    <a:pt x="176362" y="0"/>
                  </a:moveTo>
                  <a:lnTo>
                    <a:pt x="6390" y="0"/>
                  </a:lnTo>
                  <a:cubicBezTo>
                    <a:pt x="2556" y="0"/>
                    <a:pt x="0" y="2554"/>
                    <a:pt x="0" y="6384"/>
                  </a:cubicBezTo>
                  <a:cubicBezTo>
                    <a:pt x="0" y="10215"/>
                    <a:pt x="2556" y="12768"/>
                    <a:pt x="6390" y="12768"/>
                  </a:cubicBezTo>
                  <a:lnTo>
                    <a:pt x="176362" y="12768"/>
                  </a:lnTo>
                  <a:cubicBezTo>
                    <a:pt x="180196" y="12768"/>
                    <a:pt x="182752" y="10215"/>
                    <a:pt x="182752" y="6384"/>
                  </a:cubicBezTo>
                  <a:cubicBezTo>
                    <a:pt x="182752" y="2554"/>
                    <a:pt x="180196" y="0"/>
                    <a:pt x="176362" y="0"/>
                  </a:cubicBezTo>
                  <a:close/>
                </a:path>
              </a:pathLst>
            </a:custGeom>
            <a:solidFill>
              <a:srgbClr val="00A3E0"/>
            </a:solidFill>
            <a:ln w="6390" cap="flat">
              <a:noFill/>
              <a:prstDash val="solid"/>
              <a:miter/>
            </a:ln>
          </p:spPr>
          <p:txBody>
            <a:bodyPr rtlCol="0" anchor="ctr"/>
            <a:lstStyle/>
            <a:p>
              <a:endParaRPr lang="en-US"/>
            </a:p>
          </p:txBody>
        </p:sp>
        <p:sp>
          <p:nvSpPr>
            <p:cNvPr id="1174" name="Graphic 4">
              <a:extLst>
                <a:ext uri="{FF2B5EF4-FFF2-40B4-BE49-F238E27FC236}">
                  <a16:creationId xmlns:a16="http://schemas.microsoft.com/office/drawing/2014/main" id="{D934F850-A0C9-584B-A089-4ADD2E549C8A}"/>
                </a:ext>
              </a:extLst>
            </p:cNvPr>
            <p:cNvSpPr/>
            <p:nvPr/>
          </p:nvSpPr>
          <p:spPr>
            <a:xfrm>
              <a:off x="9977886" y="4521937"/>
              <a:ext cx="182752" cy="12767"/>
            </a:xfrm>
            <a:custGeom>
              <a:avLst/>
              <a:gdLst>
                <a:gd name="connsiteX0" fmla="*/ 176362 w 182752"/>
                <a:gd name="connsiteY0" fmla="*/ 0 h 12767"/>
                <a:gd name="connsiteX1" fmla="*/ 6390 w 182752"/>
                <a:gd name="connsiteY1" fmla="*/ 0 h 12767"/>
                <a:gd name="connsiteX2" fmla="*/ 0 w 182752"/>
                <a:gd name="connsiteY2" fmla="*/ 6384 h 12767"/>
                <a:gd name="connsiteX3" fmla="*/ 6390 w 182752"/>
                <a:gd name="connsiteY3" fmla="*/ 12768 h 12767"/>
                <a:gd name="connsiteX4" fmla="*/ 176362 w 182752"/>
                <a:gd name="connsiteY4" fmla="*/ 12768 h 12767"/>
                <a:gd name="connsiteX5" fmla="*/ 182752 w 182752"/>
                <a:gd name="connsiteY5" fmla="*/ 6384 h 12767"/>
                <a:gd name="connsiteX6" fmla="*/ 176362 w 18275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2752" h="12767">
                  <a:moveTo>
                    <a:pt x="176362" y="0"/>
                  </a:moveTo>
                  <a:lnTo>
                    <a:pt x="6390" y="0"/>
                  </a:lnTo>
                  <a:cubicBezTo>
                    <a:pt x="2556" y="0"/>
                    <a:pt x="0" y="2553"/>
                    <a:pt x="0" y="6384"/>
                  </a:cubicBezTo>
                  <a:cubicBezTo>
                    <a:pt x="0" y="10214"/>
                    <a:pt x="2556" y="12768"/>
                    <a:pt x="6390" y="12768"/>
                  </a:cubicBezTo>
                  <a:lnTo>
                    <a:pt x="176362" y="12768"/>
                  </a:lnTo>
                  <a:cubicBezTo>
                    <a:pt x="180196" y="12768"/>
                    <a:pt x="182752" y="10214"/>
                    <a:pt x="182752" y="6384"/>
                  </a:cubicBezTo>
                  <a:cubicBezTo>
                    <a:pt x="182752" y="2553"/>
                    <a:pt x="180196" y="0"/>
                    <a:pt x="176362" y="0"/>
                  </a:cubicBezTo>
                  <a:close/>
                </a:path>
              </a:pathLst>
            </a:custGeom>
            <a:solidFill>
              <a:srgbClr val="00A3E0"/>
            </a:solidFill>
            <a:ln w="6390" cap="flat">
              <a:noFill/>
              <a:prstDash val="solid"/>
              <a:miter/>
            </a:ln>
          </p:spPr>
          <p:txBody>
            <a:bodyPr rtlCol="0" anchor="ctr"/>
            <a:lstStyle/>
            <a:p>
              <a:endParaRPr lang="en-US"/>
            </a:p>
          </p:txBody>
        </p:sp>
      </p:grpSp>
      <p:grpSp>
        <p:nvGrpSpPr>
          <p:cNvPr id="1175" name="Graphic 4">
            <a:extLst>
              <a:ext uri="{FF2B5EF4-FFF2-40B4-BE49-F238E27FC236}">
                <a16:creationId xmlns:a16="http://schemas.microsoft.com/office/drawing/2014/main" id="{4DB41387-C1F7-E24F-9D52-57635813207D}"/>
              </a:ext>
            </a:extLst>
          </p:cNvPr>
          <p:cNvGrpSpPr/>
          <p:nvPr/>
        </p:nvGrpSpPr>
        <p:grpSpPr>
          <a:xfrm>
            <a:off x="7802113" y="3824168"/>
            <a:ext cx="361670" cy="361333"/>
            <a:chOff x="7802113" y="3824168"/>
            <a:chExt cx="361670" cy="361333"/>
          </a:xfrm>
          <a:solidFill>
            <a:srgbClr val="00A3E0"/>
          </a:solidFill>
        </p:grpSpPr>
        <p:sp>
          <p:nvSpPr>
            <p:cNvPr id="1176" name="Graphic 4">
              <a:extLst>
                <a:ext uri="{FF2B5EF4-FFF2-40B4-BE49-F238E27FC236}">
                  <a16:creationId xmlns:a16="http://schemas.microsoft.com/office/drawing/2014/main" id="{34DB6889-997E-8049-8D5E-740003DF2D37}"/>
                </a:ext>
              </a:extLst>
            </p:cNvPr>
            <p:cNvSpPr/>
            <p:nvPr/>
          </p:nvSpPr>
          <p:spPr>
            <a:xfrm>
              <a:off x="7802113" y="3824168"/>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180836 w 361670"/>
                <a:gd name="connsiteY5" fmla="*/ 349204 h 361333"/>
                <a:gd name="connsiteX6" fmla="*/ 12780 w 361670"/>
                <a:gd name="connsiteY6" fmla="*/ 181305 h 361333"/>
                <a:gd name="connsiteX7" fmla="*/ 180836 w 361670"/>
                <a:gd name="connsiteY7" fmla="*/ 13406 h 361333"/>
                <a:gd name="connsiteX8" fmla="*/ 348890 w 361670"/>
                <a:gd name="connsiteY8" fmla="*/ 181305 h 361333"/>
                <a:gd name="connsiteX9" fmla="*/ 180836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0"/>
                  </a:moveTo>
                  <a:cubicBezTo>
                    <a:pt x="80513" y="0"/>
                    <a:pt x="0" y="81076"/>
                    <a:pt x="0" y="180667"/>
                  </a:cubicBezTo>
                  <a:cubicBezTo>
                    <a:pt x="0" y="280895"/>
                    <a:pt x="81152" y="361333"/>
                    <a:pt x="180836" y="361333"/>
                  </a:cubicBezTo>
                  <a:cubicBezTo>
                    <a:pt x="280518" y="361333"/>
                    <a:pt x="361670" y="280257"/>
                    <a:pt x="361670" y="180667"/>
                  </a:cubicBezTo>
                  <a:cubicBezTo>
                    <a:pt x="361670" y="81076"/>
                    <a:pt x="280518"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873"/>
                    <a:pt x="273490"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1177" name="Graphic 4">
              <a:extLst>
                <a:ext uri="{FF2B5EF4-FFF2-40B4-BE49-F238E27FC236}">
                  <a16:creationId xmlns:a16="http://schemas.microsoft.com/office/drawing/2014/main" id="{F32102D1-42AD-184C-84D9-B9D1D3C1A615}"/>
                </a:ext>
              </a:extLst>
            </p:cNvPr>
            <p:cNvSpPr/>
            <p:nvPr/>
          </p:nvSpPr>
          <p:spPr>
            <a:xfrm>
              <a:off x="7936940" y="3880985"/>
              <a:ext cx="93293" cy="83630"/>
            </a:xfrm>
            <a:custGeom>
              <a:avLst/>
              <a:gdLst>
                <a:gd name="connsiteX0" fmla="*/ 40896 w 93293"/>
                <a:gd name="connsiteY0" fmla="*/ 81077 h 83630"/>
                <a:gd name="connsiteX1" fmla="*/ 46647 w 93293"/>
                <a:gd name="connsiteY1" fmla="*/ 83630 h 83630"/>
                <a:gd name="connsiteX2" fmla="*/ 47286 w 93293"/>
                <a:gd name="connsiteY2" fmla="*/ 83630 h 83630"/>
                <a:gd name="connsiteX3" fmla="*/ 47925 w 93293"/>
                <a:gd name="connsiteY3" fmla="*/ 83630 h 83630"/>
                <a:gd name="connsiteX4" fmla="*/ 47925 w 93293"/>
                <a:gd name="connsiteY4" fmla="*/ 83630 h 83630"/>
                <a:gd name="connsiteX5" fmla="*/ 53676 w 93293"/>
                <a:gd name="connsiteY5" fmla="*/ 81077 h 83630"/>
                <a:gd name="connsiteX6" fmla="*/ 85625 w 93293"/>
                <a:gd name="connsiteY6" fmla="*/ 47242 h 83630"/>
                <a:gd name="connsiteX7" fmla="*/ 85625 w 93293"/>
                <a:gd name="connsiteY7" fmla="*/ 8299 h 83630"/>
                <a:gd name="connsiteX8" fmla="*/ 66456 w 93293"/>
                <a:gd name="connsiteY8" fmla="*/ 0 h 83630"/>
                <a:gd name="connsiteX9" fmla="*/ 47286 w 93293"/>
                <a:gd name="connsiteY9" fmla="*/ 8299 h 83630"/>
                <a:gd name="connsiteX10" fmla="*/ 46647 w 93293"/>
                <a:gd name="connsiteY10" fmla="*/ 8938 h 83630"/>
                <a:gd name="connsiteX11" fmla="*/ 46008 w 93293"/>
                <a:gd name="connsiteY11" fmla="*/ 8299 h 83630"/>
                <a:gd name="connsiteX12" fmla="*/ 26838 w 93293"/>
                <a:gd name="connsiteY12" fmla="*/ 0 h 83630"/>
                <a:gd name="connsiteX13" fmla="*/ 7668 w 93293"/>
                <a:gd name="connsiteY13" fmla="*/ 8299 h 83630"/>
                <a:gd name="connsiteX14" fmla="*/ 7668 w 93293"/>
                <a:gd name="connsiteY14" fmla="*/ 47242 h 83630"/>
                <a:gd name="connsiteX15" fmla="*/ 40896 w 93293"/>
                <a:gd name="connsiteY15" fmla="*/ 81077 h 83630"/>
                <a:gd name="connsiteX16" fmla="*/ 17892 w 93293"/>
                <a:gd name="connsiteY16" fmla="*/ 17237 h 83630"/>
                <a:gd name="connsiteX17" fmla="*/ 27477 w 93293"/>
                <a:gd name="connsiteY17" fmla="*/ 12768 h 83630"/>
                <a:gd name="connsiteX18" fmla="*/ 37062 w 93293"/>
                <a:gd name="connsiteY18" fmla="*/ 17237 h 83630"/>
                <a:gd name="connsiteX19" fmla="*/ 47286 w 93293"/>
                <a:gd name="connsiteY19" fmla="*/ 27451 h 83630"/>
                <a:gd name="connsiteX20" fmla="*/ 57509 w 93293"/>
                <a:gd name="connsiteY20" fmla="*/ 17237 h 83630"/>
                <a:gd name="connsiteX21" fmla="*/ 77318 w 93293"/>
                <a:gd name="connsiteY21" fmla="*/ 17237 h 83630"/>
                <a:gd name="connsiteX22" fmla="*/ 77318 w 93293"/>
                <a:gd name="connsiteY22" fmla="*/ 38304 h 83630"/>
                <a:gd name="connsiteX23" fmla="*/ 47925 w 93293"/>
                <a:gd name="connsiteY23" fmla="*/ 69586 h 83630"/>
                <a:gd name="connsiteX24" fmla="*/ 18531 w 93293"/>
                <a:gd name="connsiteY24" fmla="*/ 38304 h 83630"/>
                <a:gd name="connsiteX25" fmla="*/ 17892 w 93293"/>
                <a:gd name="connsiteY25" fmla="*/ 17237 h 83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3293" h="83630">
                  <a:moveTo>
                    <a:pt x="40896" y="81077"/>
                  </a:moveTo>
                  <a:cubicBezTo>
                    <a:pt x="42173" y="82992"/>
                    <a:pt x="44730" y="83630"/>
                    <a:pt x="46647" y="83630"/>
                  </a:cubicBezTo>
                  <a:lnTo>
                    <a:pt x="47286" y="83630"/>
                  </a:lnTo>
                  <a:cubicBezTo>
                    <a:pt x="47286" y="83630"/>
                    <a:pt x="47925" y="83630"/>
                    <a:pt x="47925" y="83630"/>
                  </a:cubicBezTo>
                  <a:lnTo>
                    <a:pt x="47925" y="83630"/>
                  </a:lnTo>
                  <a:cubicBezTo>
                    <a:pt x="50481" y="83630"/>
                    <a:pt x="52398" y="82354"/>
                    <a:pt x="53676" y="81077"/>
                  </a:cubicBezTo>
                  <a:lnTo>
                    <a:pt x="85625" y="47242"/>
                  </a:lnTo>
                  <a:cubicBezTo>
                    <a:pt x="95849" y="36389"/>
                    <a:pt x="95849" y="19152"/>
                    <a:pt x="85625" y="8299"/>
                  </a:cubicBezTo>
                  <a:cubicBezTo>
                    <a:pt x="80513" y="3192"/>
                    <a:pt x="73484" y="0"/>
                    <a:pt x="66456" y="0"/>
                  </a:cubicBezTo>
                  <a:cubicBezTo>
                    <a:pt x="59427" y="0"/>
                    <a:pt x="52398" y="3192"/>
                    <a:pt x="47286" y="8299"/>
                  </a:cubicBezTo>
                  <a:lnTo>
                    <a:pt x="46647" y="8938"/>
                  </a:lnTo>
                  <a:lnTo>
                    <a:pt x="46008" y="8299"/>
                  </a:lnTo>
                  <a:cubicBezTo>
                    <a:pt x="40896" y="3192"/>
                    <a:pt x="33867" y="0"/>
                    <a:pt x="26838" y="0"/>
                  </a:cubicBezTo>
                  <a:cubicBezTo>
                    <a:pt x="19809" y="0"/>
                    <a:pt x="12780" y="3192"/>
                    <a:pt x="7668" y="8299"/>
                  </a:cubicBezTo>
                  <a:cubicBezTo>
                    <a:pt x="-2556" y="19152"/>
                    <a:pt x="-2556" y="36389"/>
                    <a:pt x="7668" y="47242"/>
                  </a:cubicBezTo>
                  <a:lnTo>
                    <a:pt x="40896" y="81077"/>
                  </a:lnTo>
                  <a:close/>
                  <a:moveTo>
                    <a:pt x="17892" y="17237"/>
                  </a:moveTo>
                  <a:cubicBezTo>
                    <a:pt x="20448" y="14683"/>
                    <a:pt x="24282" y="12768"/>
                    <a:pt x="27477" y="12768"/>
                  </a:cubicBezTo>
                  <a:cubicBezTo>
                    <a:pt x="30672" y="12768"/>
                    <a:pt x="34506" y="14045"/>
                    <a:pt x="37062" y="17237"/>
                  </a:cubicBezTo>
                  <a:lnTo>
                    <a:pt x="47286" y="27451"/>
                  </a:lnTo>
                  <a:lnTo>
                    <a:pt x="57509" y="17237"/>
                  </a:lnTo>
                  <a:cubicBezTo>
                    <a:pt x="62622" y="11491"/>
                    <a:pt x="72207" y="11491"/>
                    <a:pt x="77318" y="17237"/>
                  </a:cubicBezTo>
                  <a:cubicBezTo>
                    <a:pt x="83069" y="22983"/>
                    <a:pt x="83069" y="32559"/>
                    <a:pt x="77318" y="38304"/>
                  </a:cubicBezTo>
                  <a:lnTo>
                    <a:pt x="47925" y="69586"/>
                  </a:lnTo>
                  <a:lnTo>
                    <a:pt x="18531" y="38304"/>
                  </a:lnTo>
                  <a:cubicBezTo>
                    <a:pt x="12780" y="32559"/>
                    <a:pt x="12780" y="22983"/>
                    <a:pt x="17892" y="17237"/>
                  </a:cubicBezTo>
                  <a:close/>
                </a:path>
              </a:pathLst>
            </a:custGeom>
            <a:solidFill>
              <a:srgbClr val="00A3E0"/>
            </a:solidFill>
            <a:ln w="6390" cap="flat">
              <a:noFill/>
              <a:prstDash val="solid"/>
              <a:miter/>
            </a:ln>
          </p:spPr>
          <p:txBody>
            <a:bodyPr rtlCol="0" anchor="ctr"/>
            <a:lstStyle/>
            <a:p>
              <a:endParaRPr lang="en-US"/>
            </a:p>
          </p:txBody>
        </p:sp>
        <p:sp>
          <p:nvSpPr>
            <p:cNvPr id="1178" name="Graphic 4">
              <a:extLst>
                <a:ext uri="{FF2B5EF4-FFF2-40B4-BE49-F238E27FC236}">
                  <a16:creationId xmlns:a16="http://schemas.microsoft.com/office/drawing/2014/main" id="{CF3A86FA-DDD2-ED4E-AB14-286D6CD665BE}"/>
                </a:ext>
              </a:extLst>
            </p:cNvPr>
            <p:cNvSpPr/>
            <p:nvPr/>
          </p:nvSpPr>
          <p:spPr>
            <a:xfrm>
              <a:off x="7854800" y="3951798"/>
              <a:ext cx="254750" cy="164116"/>
            </a:xfrm>
            <a:custGeom>
              <a:avLst/>
              <a:gdLst>
                <a:gd name="connsiteX0" fmla="*/ 251474 w 254750"/>
                <a:gd name="connsiteY0" fmla="*/ 127729 h 164116"/>
                <a:gd name="connsiteX1" fmla="*/ 225914 w 254750"/>
                <a:gd name="connsiteY1" fmla="*/ 116876 h 164116"/>
                <a:gd name="connsiteX2" fmla="*/ 223358 w 254750"/>
                <a:gd name="connsiteY2" fmla="*/ 107938 h 164116"/>
                <a:gd name="connsiteX3" fmla="*/ 234860 w 254750"/>
                <a:gd name="connsiteY3" fmla="*/ 79210 h 164116"/>
                <a:gd name="connsiteX4" fmla="*/ 238694 w 254750"/>
                <a:gd name="connsiteY4" fmla="*/ 52397 h 164116"/>
                <a:gd name="connsiteX5" fmla="*/ 238694 w 254750"/>
                <a:gd name="connsiteY5" fmla="*/ 50482 h 164116"/>
                <a:gd name="connsiteX6" fmla="*/ 222080 w 254750"/>
                <a:gd name="connsiteY6" fmla="*/ 11540 h 164116"/>
                <a:gd name="connsiteX7" fmla="*/ 176712 w 254750"/>
                <a:gd name="connsiteY7" fmla="*/ 3241 h 164116"/>
                <a:gd name="connsiteX8" fmla="*/ 149235 w 254750"/>
                <a:gd name="connsiteY8" fmla="*/ 49844 h 164116"/>
                <a:gd name="connsiteX9" fmla="*/ 153069 w 254750"/>
                <a:gd name="connsiteY9" fmla="*/ 79210 h 164116"/>
                <a:gd name="connsiteX10" fmla="*/ 163932 w 254750"/>
                <a:gd name="connsiteY10" fmla="*/ 107300 h 164116"/>
                <a:gd name="connsiteX11" fmla="*/ 161376 w 254750"/>
                <a:gd name="connsiteY11" fmla="*/ 116237 h 164116"/>
                <a:gd name="connsiteX12" fmla="*/ 126231 w 254750"/>
                <a:gd name="connsiteY12" fmla="*/ 133474 h 164116"/>
                <a:gd name="connsiteX13" fmla="*/ 123675 w 254750"/>
                <a:gd name="connsiteY13" fmla="*/ 132197 h 164116"/>
                <a:gd name="connsiteX14" fmla="*/ 115369 w 254750"/>
                <a:gd name="connsiteY14" fmla="*/ 98362 h 164116"/>
                <a:gd name="connsiteX15" fmla="*/ 105784 w 254750"/>
                <a:gd name="connsiteY15" fmla="*/ 35799 h 164116"/>
                <a:gd name="connsiteX16" fmla="*/ 84696 w 254750"/>
                <a:gd name="connsiteY16" fmla="*/ 22393 h 164116"/>
                <a:gd name="connsiteX17" fmla="*/ 54664 w 254750"/>
                <a:gd name="connsiteY17" fmla="*/ 15370 h 164116"/>
                <a:gd name="connsiteX18" fmla="*/ 18241 w 254750"/>
                <a:gd name="connsiteY18" fmla="*/ 38353 h 164116"/>
                <a:gd name="connsiteX19" fmla="*/ 9295 w 254750"/>
                <a:gd name="connsiteY19" fmla="*/ 101554 h 164116"/>
                <a:gd name="connsiteX20" fmla="*/ 1627 w 254750"/>
                <a:gd name="connsiteY20" fmla="*/ 134751 h 164116"/>
                <a:gd name="connsiteX21" fmla="*/ 2266 w 254750"/>
                <a:gd name="connsiteY21" fmla="*/ 143689 h 164116"/>
                <a:gd name="connsiteX22" fmla="*/ 6740 w 254750"/>
                <a:gd name="connsiteY22" fmla="*/ 145604 h 164116"/>
                <a:gd name="connsiteX23" fmla="*/ 11212 w 254750"/>
                <a:gd name="connsiteY23" fmla="*/ 143689 h 164116"/>
                <a:gd name="connsiteX24" fmla="*/ 12490 w 254750"/>
                <a:gd name="connsiteY24" fmla="*/ 143050 h 164116"/>
                <a:gd name="connsiteX25" fmla="*/ 39967 w 254750"/>
                <a:gd name="connsiteY25" fmla="*/ 132836 h 164116"/>
                <a:gd name="connsiteX26" fmla="*/ 64249 w 254750"/>
                <a:gd name="connsiteY26" fmla="*/ 164117 h 164116"/>
                <a:gd name="connsiteX27" fmla="*/ 87891 w 254750"/>
                <a:gd name="connsiteY27" fmla="*/ 132836 h 164116"/>
                <a:gd name="connsiteX28" fmla="*/ 121119 w 254750"/>
                <a:gd name="connsiteY28" fmla="*/ 146242 h 164116"/>
                <a:gd name="connsiteX29" fmla="*/ 123675 w 254750"/>
                <a:gd name="connsiteY29" fmla="*/ 146881 h 164116"/>
                <a:gd name="connsiteX30" fmla="*/ 131343 w 254750"/>
                <a:gd name="connsiteY30" fmla="*/ 146242 h 164116"/>
                <a:gd name="connsiteX31" fmla="*/ 160098 w 254750"/>
                <a:gd name="connsiteY31" fmla="*/ 130921 h 164116"/>
                <a:gd name="connsiteX32" fmla="*/ 165210 w 254750"/>
                <a:gd name="connsiteY32" fmla="*/ 141135 h 164116"/>
                <a:gd name="connsiteX33" fmla="*/ 193325 w 254750"/>
                <a:gd name="connsiteY33" fmla="*/ 151349 h 164116"/>
                <a:gd name="connsiteX34" fmla="*/ 221441 w 254750"/>
                <a:gd name="connsiteY34" fmla="*/ 141135 h 164116"/>
                <a:gd name="connsiteX35" fmla="*/ 226553 w 254750"/>
                <a:gd name="connsiteY35" fmla="*/ 130921 h 164116"/>
                <a:gd name="connsiteX36" fmla="*/ 244445 w 254750"/>
                <a:gd name="connsiteY36" fmla="*/ 138581 h 164116"/>
                <a:gd name="connsiteX37" fmla="*/ 253391 w 254750"/>
                <a:gd name="connsiteY37" fmla="*/ 136028 h 164116"/>
                <a:gd name="connsiteX38" fmla="*/ 251474 w 254750"/>
                <a:gd name="connsiteY38" fmla="*/ 127729 h 164116"/>
                <a:gd name="connsiteX39" fmla="*/ 165848 w 254750"/>
                <a:gd name="connsiteY39" fmla="*/ 76657 h 164116"/>
                <a:gd name="connsiteX40" fmla="*/ 170322 w 254750"/>
                <a:gd name="connsiteY40" fmla="*/ 55589 h 164116"/>
                <a:gd name="connsiteX41" fmla="*/ 183741 w 254750"/>
                <a:gd name="connsiteY41" fmla="*/ 61335 h 164116"/>
                <a:gd name="connsiteX42" fmla="*/ 217608 w 254750"/>
                <a:gd name="connsiteY42" fmla="*/ 55589 h 164116"/>
                <a:gd name="connsiteX43" fmla="*/ 222719 w 254750"/>
                <a:gd name="connsiteY43" fmla="*/ 76657 h 164116"/>
                <a:gd name="connsiteX44" fmla="*/ 208023 w 254750"/>
                <a:gd name="connsiteY44" fmla="*/ 107938 h 164116"/>
                <a:gd name="connsiteX45" fmla="*/ 193964 w 254750"/>
                <a:gd name="connsiteY45" fmla="*/ 110492 h 164116"/>
                <a:gd name="connsiteX46" fmla="*/ 180546 w 254750"/>
                <a:gd name="connsiteY46" fmla="*/ 107938 h 164116"/>
                <a:gd name="connsiteX47" fmla="*/ 165848 w 254750"/>
                <a:gd name="connsiteY47" fmla="*/ 76657 h 164116"/>
                <a:gd name="connsiteX48" fmla="*/ 181823 w 254750"/>
                <a:gd name="connsiteY48" fmla="*/ 15370 h 164116"/>
                <a:gd name="connsiteX49" fmla="*/ 214413 w 254750"/>
                <a:gd name="connsiteY49" fmla="*/ 21754 h 164116"/>
                <a:gd name="connsiteX50" fmla="*/ 216329 w 254750"/>
                <a:gd name="connsiteY50" fmla="*/ 23031 h 164116"/>
                <a:gd name="connsiteX51" fmla="*/ 226553 w 254750"/>
                <a:gd name="connsiteY51" fmla="*/ 45375 h 164116"/>
                <a:gd name="connsiteX52" fmla="*/ 218885 w 254750"/>
                <a:gd name="connsiteY52" fmla="*/ 40268 h 164116"/>
                <a:gd name="connsiteX53" fmla="*/ 214413 w 254750"/>
                <a:gd name="connsiteY53" fmla="*/ 41545 h 164116"/>
                <a:gd name="connsiteX54" fmla="*/ 185018 w 254750"/>
                <a:gd name="connsiteY54" fmla="*/ 48567 h 164116"/>
                <a:gd name="connsiteX55" fmla="*/ 176073 w 254750"/>
                <a:gd name="connsiteY55" fmla="*/ 43460 h 164116"/>
                <a:gd name="connsiteX56" fmla="*/ 169043 w 254750"/>
                <a:gd name="connsiteY56" fmla="*/ 40268 h 164116"/>
                <a:gd name="connsiteX57" fmla="*/ 168405 w 254750"/>
                <a:gd name="connsiteY57" fmla="*/ 40268 h 164116"/>
                <a:gd name="connsiteX58" fmla="*/ 162653 w 254750"/>
                <a:gd name="connsiteY58" fmla="*/ 43460 h 164116"/>
                <a:gd name="connsiteX59" fmla="*/ 181823 w 254750"/>
                <a:gd name="connsiteY59" fmla="*/ 15370 h 164116"/>
                <a:gd name="connsiteX60" fmla="*/ 29743 w 254750"/>
                <a:gd name="connsiteY60" fmla="*/ 46013 h 164116"/>
                <a:gd name="connsiteX61" fmla="*/ 56581 w 254750"/>
                <a:gd name="connsiteY61" fmla="*/ 28777 h 164116"/>
                <a:gd name="connsiteX62" fmla="*/ 77029 w 254750"/>
                <a:gd name="connsiteY62" fmla="*/ 33245 h 164116"/>
                <a:gd name="connsiteX63" fmla="*/ 81502 w 254750"/>
                <a:gd name="connsiteY63" fmla="*/ 35161 h 164116"/>
                <a:gd name="connsiteX64" fmla="*/ 95559 w 254750"/>
                <a:gd name="connsiteY64" fmla="*/ 44737 h 164116"/>
                <a:gd name="connsiteX65" fmla="*/ 101949 w 254750"/>
                <a:gd name="connsiteY65" fmla="*/ 96447 h 164116"/>
                <a:gd name="connsiteX66" fmla="*/ 103866 w 254750"/>
                <a:gd name="connsiteY66" fmla="*/ 124537 h 164116"/>
                <a:gd name="connsiteX67" fmla="*/ 87891 w 254750"/>
                <a:gd name="connsiteY67" fmla="*/ 119429 h 164116"/>
                <a:gd name="connsiteX68" fmla="*/ 87891 w 254750"/>
                <a:gd name="connsiteY68" fmla="*/ 117514 h 164116"/>
                <a:gd name="connsiteX69" fmla="*/ 93004 w 254750"/>
                <a:gd name="connsiteY69" fmla="*/ 111130 h 164116"/>
                <a:gd name="connsiteX70" fmla="*/ 102589 w 254750"/>
                <a:gd name="connsiteY70" fmla="*/ 81125 h 164116"/>
                <a:gd name="connsiteX71" fmla="*/ 102589 w 254750"/>
                <a:gd name="connsiteY71" fmla="*/ 81125 h 164116"/>
                <a:gd name="connsiteX72" fmla="*/ 102589 w 254750"/>
                <a:gd name="connsiteY72" fmla="*/ 81125 h 164116"/>
                <a:gd name="connsiteX73" fmla="*/ 102589 w 254750"/>
                <a:gd name="connsiteY73" fmla="*/ 79210 h 164116"/>
                <a:gd name="connsiteX74" fmla="*/ 102589 w 254750"/>
                <a:gd name="connsiteY74" fmla="*/ 78572 h 164116"/>
                <a:gd name="connsiteX75" fmla="*/ 101949 w 254750"/>
                <a:gd name="connsiteY75" fmla="*/ 76657 h 164116"/>
                <a:gd name="connsiteX76" fmla="*/ 101949 w 254750"/>
                <a:gd name="connsiteY76" fmla="*/ 76657 h 164116"/>
                <a:gd name="connsiteX77" fmla="*/ 100671 w 254750"/>
                <a:gd name="connsiteY77" fmla="*/ 75380 h 164116"/>
                <a:gd name="connsiteX78" fmla="*/ 100033 w 254750"/>
                <a:gd name="connsiteY78" fmla="*/ 74741 h 164116"/>
                <a:gd name="connsiteX79" fmla="*/ 98754 w 254750"/>
                <a:gd name="connsiteY79" fmla="*/ 74103 h 164116"/>
                <a:gd name="connsiteX80" fmla="*/ 98115 w 254750"/>
                <a:gd name="connsiteY80" fmla="*/ 74103 h 164116"/>
                <a:gd name="connsiteX81" fmla="*/ 98115 w 254750"/>
                <a:gd name="connsiteY81" fmla="*/ 74103 h 164116"/>
                <a:gd name="connsiteX82" fmla="*/ 98115 w 254750"/>
                <a:gd name="connsiteY82" fmla="*/ 74103 h 164116"/>
                <a:gd name="connsiteX83" fmla="*/ 88530 w 254750"/>
                <a:gd name="connsiteY83" fmla="*/ 56228 h 164116"/>
                <a:gd name="connsiteX84" fmla="*/ 84696 w 254750"/>
                <a:gd name="connsiteY84" fmla="*/ 51759 h 164116"/>
                <a:gd name="connsiteX85" fmla="*/ 78945 w 254750"/>
                <a:gd name="connsiteY85" fmla="*/ 52397 h 164116"/>
                <a:gd name="connsiteX86" fmla="*/ 75750 w 254750"/>
                <a:gd name="connsiteY86" fmla="*/ 55589 h 164116"/>
                <a:gd name="connsiteX87" fmla="*/ 32938 w 254750"/>
                <a:gd name="connsiteY87" fmla="*/ 69634 h 164116"/>
                <a:gd name="connsiteX88" fmla="*/ 32299 w 254750"/>
                <a:gd name="connsiteY88" fmla="*/ 69634 h 164116"/>
                <a:gd name="connsiteX89" fmla="*/ 31660 w 254750"/>
                <a:gd name="connsiteY89" fmla="*/ 69634 h 164116"/>
                <a:gd name="connsiteX90" fmla="*/ 31660 w 254750"/>
                <a:gd name="connsiteY90" fmla="*/ 69634 h 164116"/>
                <a:gd name="connsiteX91" fmla="*/ 31021 w 254750"/>
                <a:gd name="connsiteY91" fmla="*/ 69634 h 164116"/>
                <a:gd name="connsiteX92" fmla="*/ 29743 w 254750"/>
                <a:gd name="connsiteY92" fmla="*/ 69634 h 164116"/>
                <a:gd name="connsiteX93" fmla="*/ 28465 w 254750"/>
                <a:gd name="connsiteY93" fmla="*/ 70273 h 164116"/>
                <a:gd name="connsiteX94" fmla="*/ 27826 w 254750"/>
                <a:gd name="connsiteY94" fmla="*/ 70911 h 164116"/>
                <a:gd name="connsiteX95" fmla="*/ 26548 w 254750"/>
                <a:gd name="connsiteY95" fmla="*/ 72188 h 164116"/>
                <a:gd name="connsiteX96" fmla="*/ 25909 w 254750"/>
                <a:gd name="connsiteY96" fmla="*/ 72826 h 164116"/>
                <a:gd name="connsiteX97" fmla="*/ 25270 w 254750"/>
                <a:gd name="connsiteY97" fmla="*/ 74741 h 164116"/>
                <a:gd name="connsiteX98" fmla="*/ 25270 w 254750"/>
                <a:gd name="connsiteY98" fmla="*/ 74741 h 164116"/>
                <a:gd name="connsiteX99" fmla="*/ 25270 w 254750"/>
                <a:gd name="connsiteY99" fmla="*/ 75380 h 164116"/>
                <a:gd name="connsiteX100" fmla="*/ 25270 w 254750"/>
                <a:gd name="connsiteY100" fmla="*/ 76657 h 164116"/>
                <a:gd name="connsiteX101" fmla="*/ 40606 w 254750"/>
                <a:gd name="connsiteY101" fmla="*/ 118153 h 164116"/>
                <a:gd name="connsiteX102" fmla="*/ 40606 w 254750"/>
                <a:gd name="connsiteY102" fmla="*/ 120706 h 164116"/>
                <a:gd name="connsiteX103" fmla="*/ 22714 w 254750"/>
                <a:gd name="connsiteY103" fmla="*/ 126452 h 164116"/>
                <a:gd name="connsiteX104" fmla="*/ 23353 w 254750"/>
                <a:gd name="connsiteY104" fmla="*/ 99001 h 164116"/>
                <a:gd name="connsiteX105" fmla="*/ 29743 w 254750"/>
                <a:gd name="connsiteY105" fmla="*/ 46013 h 164116"/>
                <a:gd name="connsiteX106" fmla="*/ 37411 w 254750"/>
                <a:gd name="connsiteY106" fmla="*/ 83041 h 164116"/>
                <a:gd name="connsiteX107" fmla="*/ 79584 w 254750"/>
                <a:gd name="connsiteY107" fmla="*/ 68996 h 164116"/>
                <a:gd name="connsiteX108" fmla="*/ 90448 w 254750"/>
                <a:gd name="connsiteY108" fmla="*/ 84317 h 164116"/>
                <a:gd name="connsiteX109" fmla="*/ 83419 w 254750"/>
                <a:gd name="connsiteY109" fmla="*/ 104746 h 164116"/>
                <a:gd name="connsiteX110" fmla="*/ 64888 w 254750"/>
                <a:gd name="connsiteY110" fmla="*/ 115599 h 164116"/>
                <a:gd name="connsiteX111" fmla="*/ 37411 w 254750"/>
                <a:gd name="connsiteY111" fmla="*/ 83041 h 164116"/>
                <a:gd name="connsiteX112" fmla="*/ 64888 w 254750"/>
                <a:gd name="connsiteY112" fmla="*/ 151349 h 164116"/>
                <a:gd name="connsiteX113" fmla="*/ 52108 w 254750"/>
                <a:gd name="connsiteY113" fmla="*/ 125813 h 164116"/>
                <a:gd name="connsiteX114" fmla="*/ 64888 w 254750"/>
                <a:gd name="connsiteY114" fmla="*/ 128367 h 164116"/>
                <a:gd name="connsiteX115" fmla="*/ 77029 w 254750"/>
                <a:gd name="connsiteY115" fmla="*/ 126452 h 164116"/>
                <a:gd name="connsiteX116" fmla="*/ 64888 w 254750"/>
                <a:gd name="connsiteY116" fmla="*/ 151349 h 164116"/>
                <a:gd name="connsiteX117" fmla="*/ 194603 w 254750"/>
                <a:gd name="connsiteY117" fmla="*/ 138581 h 164116"/>
                <a:gd name="connsiteX118" fmla="*/ 176073 w 254750"/>
                <a:gd name="connsiteY118" fmla="*/ 132836 h 164116"/>
                <a:gd name="connsiteX119" fmla="*/ 173517 w 254750"/>
                <a:gd name="connsiteY119" fmla="*/ 123898 h 164116"/>
                <a:gd name="connsiteX120" fmla="*/ 175433 w 254750"/>
                <a:gd name="connsiteY120" fmla="*/ 119429 h 164116"/>
                <a:gd name="connsiteX121" fmla="*/ 195243 w 254750"/>
                <a:gd name="connsiteY121" fmla="*/ 123260 h 164116"/>
                <a:gd name="connsiteX122" fmla="*/ 214413 w 254750"/>
                <a:gd name="connsiteY122" fmla="*/ 119429 h 164116"/>
                <a:gd name="connsiteX123" fmla="*/ 216329 w 254750"/>
                <a:gd name="connsiteY123" fmla="*/ 124537 h 164116"/>
                <a:gd name="connsiteX124" fmla="*/ 213773 w 254750"/>
                <a:gd name="connsiteY124" fmla="*/ 132836 h 164116"/>
                <a:gd name="connsiteX125" fmla="*/ 194603 w 254750"/>
                <a:gd name="connsiteY125" fmla="*/ 138581 h 164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254750" h="164116">
                  <a:moveTo>
                    <a:pt x="251474" y="127729"/>
                  </a:moveTo>
                  <a:cubicBezTo>
                    <a:pt x="241250" y="122621"/>
                    <a:pt x="231026" y="118791"/>
                    <a:pt x="225914" y="116876"/>
                  </a:cubicBezTo>
                  <a:cubicBezTo>
                    <a:pt x="224636" y="114961"/>
                    <a:pt x="223358" y="111130"/>
                    <a:pt x="223358" y="107938"/>
                  </a:cubicBezTo>
                  <a:cubicBezTo>
                    <a:pt x="227192" y="101554"/>
                    <a:pt x="231665" y="92617"/>
                    <a:pt x="234860" y="79210"/>
                  </a:cubicBezTo>
                  <a:cubicBezTo>
                    <a:pt x="234860" y="78572"/>
                    <a:pt x="238055" y="67719"/>
                    <a:pt x="238694" y="52397"/>
                  </a:cubicBezTo>
                  <a:lnTo>
                    <a:pt x="238694" y="50482"/>
                  </a:lnTo>
                  <a:cubicBezTo>
                    <a:pt x="239333" y="36437"/>
                    <a:pt x="239972" y="20477"/>
                    <a:pt x="222080" y="11540"/>
                  </a:cubicBezTo>
                  <a:cubicBezTo>
                    <a:pt x="209300" y="49"/>
                    <a:pt x="192048" y="-3143"/>
                    <a:pt x="176712" y="3241"/>
                  </a:cubicBezTo>
                  <a:cubicBezTo>
                    <a:pt x="159458" y="10901"/>
                    <a:pt x="149235" y="28777"/>
                    <a:pt x="149235" y="49844"/>
                  </a:cubicBezTo>
                  <a:cubicBezTo>
                    <a:pt x="149235" y="67081"/>
                    <a:pt x="152430" y="77295"/>
                    <a:pt x="153069" y="79210"/>
                  </a:cubicBezTo>
                  <a:cubicBezTo>
                    <a:pt x="155625" y="91978"/>
                    <a:pt x="160098" y="101554"/>
                    <a:pt x="163932" y="107300"/>
                  </a:cubicBezTo>
                  <a:cubicBezTo>
                    <a:pt x="163932" y="110492"/>
                    <a:pt x="162653" y="113684"/>
                    <a:pt x="161376" y="116237"/>
                  </a:cubicBezTo>
                  <a:cubicBezTo>
                    <a:pt x="154347" y="118153"/>
                    <a:pt x="137094" y="124537"/>
                    <a:pt x="126231" y="133474"/>
                  </a:cubicBezTo>
                  <a:cubicBezTo>
                    <a:pt x="125592" y="132836"/>
                    <a:pt x="124314" y="132197"/>
                    <a:pt x="123675" y="132197"/>
                  </a:cubicBezTo>
                  <a:cubicBezTo>
                    <a:pt x="115369" y="121983"/>
                    <a:pt x="113451" y="107938"/>
                    <a:pt x="115369" y="98362"/>
                  </a:cubicBezTo>
                  <a:cubicBezTo>
                    <a:pt x="121758" y="64527"/>
                    <a:pt x="114090" y="46013"/>
                    <a:pt x="105784" y="35799"/>
                  </a:cubicBezTo>
                  <a:cubicBezTo>
                    <a:pt x="98754" y="26861"/>
                    <a:pt x="89809" y="23031"/>
                    <a:pt x="84696" y="22393"/>
                  </a:cubicBezTo>
                  <a:cubicBezTo>
                    <a:pt x="78945" y="17924"/>
                    <a:pt x="68722" y="14093"/>
                    <a:pt x="54664" y="15370"/>
                  </a:cubicBezTo>
                  <a:cubicBezTo>
                    <a:pt x="39967" y="17285"/>
                    <a:pt x="27187" y="24946"/>
                    <a:pt x="18241" y="38353"/>
                  </a:cubicBezTo>
                  <a:cubicBezTo>
                    <a:pt x="6740" y="55589"/>
                    <a:pt x="3545" y="80487"/>
                    <a:pt x="9295" y="101554"/>
                  </a:cubicBezTo>
                  <a:cubicBezTo>
                    <a:pt x="14407" y="120068"/>
                    <a:pt x="2266" y="134113"/>
                    <a:pt x="1627" y="134751"/>
                  </a:cubicBezTo>
                  <a:cubicBezTo>
                    <a:pt x="-929" y="137305"/>
                    <a:pt x="-290" y="141135"/>
                    <a:pt x="2266" y="143689"/>
                  </a:cubicBezTo>
                  <a:cubicBezTo>
                    <a:pt x="3545" y="144965"/>
                    <a:pt x="4822" y="145604"/>
                    <a:pt x="6740" y="145604"/>
                  </a:cubicBezTo>
                  <a:cubicBezTo>
                    <a:pt x="8656" y="145604"/>
                    <a:pt x="9935" y="144965"/>
                    <a:pt x="11212" y="143689"/>
                  </a:cubicBezTo>
                  <a:cubicBezTo>
                    <a:pt x="11851" y="143689"/>
                    <a:pt x="12490" y="143689"/>
                    <a:pt x="12490" y="143050"/>
                  </a:cubicBezTo>
                  <a:cubicBezTo>
                    <a:pt x="21436" y="138581"/>
                    <a:pt x="32938" y="134751"/>
                    <a:pt x="39967" y="132836"/>
                  </a:cubicBezTo>
                  <a:cubicBezTo>
                    <a:pt x="42523" y="144327"/>
                    <a:pt x="49552" y="164117"/>
                    <a:pt x="64249" y="164117"/>
                  </a:cubicBezTo>
                  <a:cubicBezTo>
                    <a:pt x="78945" y="164117"/>
                    <a:pt x="85335" y="144327"/>
                    <a:pt x="87891" y="132836"/>
                  </a:cubicBezTo>
                  <a:cubicBezTo>
                    <a:pt x="96199" y="135389"/>
                    <a:pt x="111534" y="139858"/>
                    <a:pt x="121119" y="146242"/>
                  </a:cubicBezTo>
                  <a:cubicBezTo>
                    <a:pt x="121758" y="146881"/>
                    <a:pt x="122397" y="146881"/>
                    <a:pt x="123675" y="146881"/>
                  </a:cubicBezTo>
                  <a:cubicBezTo>
                    <a:pt x="126231" y="148157"/>
                    <a:pt x="128787" y="148157"/>
                    <a:pt x="131343" y="146242"/>
                  </a:cubicBezTo>
                  <a:cubicBezTo>
                    <a:pt x="138372" y="139220"/>
                    <a:pt x="151791" y="134113"/>
                    <a:pt x="160098" y="130921"/>
                  </a:cubicBezTo>
                  <a:cubicBezTo>
                    <a:pt x="160737" y="134113"/>
                    <a:pt x="162653" y="137943"/>
                    <a:pt x="165210" y="141135"/>
                  </a:cubicBezTo>
                  <a:cubicBezTo>
                    <a:pt x="170961" y="148157"/>
                    <a:pt x="180546" y="151349"/>
                    <a:pt x="193325" y="151349"/>
                  </a:cubicBezTo>
                  <a:cubicBezTo>
                    <a:pt x="206105" y="151349"/>
                    <a:pt x="215690" y="147519"/>
                    <a:pt x="221441" y="141135"/>
                  </a:cubicBezTo>
                  <a:cubicBezTo>
                    <a:pt x="223997" y="137943"/>
                    <a:pt x="225914" y="134113"/>
                    <a:pt x="226553" y="130921"/>
                  </a:cubicBezTo>
                  <a:cubicBezTo>
                    <a:pt x="231665" y="132836"/>
                    <a:pt x="238055" y="135389"/>
                    <a:pt x="244445" y="138581"/>
                  </a:cubicBezTo>
                  <a:cubicBezTo>
                    <a:pt x="247640" y="140497"/>
                    <a:pt x="251474" y="139220"/>
                    <a:pt x="253391" y="136028"/>
                  </a:cubicBezTo>
                  <a:cubicBezTo>
                    <a:pt x="255947" y="132836"/>
                    <a:pt x="254669" y="129005"/>
                    <a:pt x="251474" y="127729"/>
                  </a:cubicBezTo>
                  <a:close/>
                  <a:moveTo>
                    <a:pt x="165848" y="76657"/>
                  </a:moveTo>
                  <a:cubicBezTo>
                    <a:pt x="165848" y="72188"/>
                    <a:pt x="168405" y="61335"/>
                    <a:pt x="170322" y="55589"/>
                  </a:cubicBezTo>
                  <a:cubicBezTo>
                    <a:pt x="173517" y="58143"/>
                    <a:pt x="178628" y="60697"/>
                    <a:pt x="183741" y="61335"/>
                  </a:cubicBezTo>
                  <a:cubicBezTo>
                    <a:pt x="199077" y="63889"/>
                    <a:pt x="211218" y="58781"/>
                    <a:pt x="217608" y="55589"/>
                  </a:cubicBezTo>
                  <a:cubicBezTo>
                    <a:pt x="220163" y="61335"/>
                    <a:pt x="222719" y="72826"/>
                    <a:pt x="222719" y="76657"/>
                  </a:cubicBezTo>
                  <a:cubicBezTo>
                    <a:pt x="219524" y="91978"/>
                    <a:pt x="212495" y="103469"/>
                    <a:pt x="208023" y="107938"/>
                  </a:cubicBezTo>
                  <a:cubicBezTo>
                    <a:pt x="207383" y="108577"/>
                    <a:pt x="202910" y="110492"/>
                    <a:pt x="193964" y="110492"/>
                  </a:cubicBezTo>
                  <a:cubicBezTo>
                    <a:pt x="185658" y="110492"/>
                    <a:pt x="181184" y="108577"/>
                    <a:pt x="180546" y="107938"/>
                  </a:cubicBezTo>
                  <a:cubicBezTo>
                    <a:pt x="176073" y="103469"/>
                    <a:pt x="169043" y="92617"/>
                    <a:pt x="165848" y="76657"/>
                  </a:cubicBezTo>
                  <a:close/>
                  <a:moveTo>
                    <a:pt x="181823" y="15370"/>
                  </a:moveTo>
                  <a:cubicBezTo>
                    <a:pt x="192687" y="10901"/>
                    <a:pt x="205466" y="13455"/>
                    <a:pt x="214413" y="21754"/>
                  </a:cubicBezTo>
                  <a:cubicBezTo>
                    <a:pt x="215051" y="22393"/>
                    <a:pt x="215690" y="23031"/>
                    <a:pt x="216329" y="23031"/>
                  </a:cubicBezTo>
                  <a:cubicBezTo>
                    <a:pt x="225914" y="26861"/>
                    <a:pt x="227192" y="33245"/>
                    <a:pt x="226553" y="45375"/>
                  </a:cubicBezTo>
                  <a:cubicBezTo>
                    <a:pt x="224636" y="42183"/>
                    <a:pt x="222080" y="40268"/>
                    <a:pt x="218885" y="40268"/>
                  </a:cubicBezTo>
                  <a:cubicBezTo>
                    <a:pt x="217608" y="40268"/>
                    <a:pt x="215690" y="40906"/>
                    <a:pt x="214413" y="41545"/>
                  </a:cubicBezTo>
                  <a:cubicBezTo>
                    <a:pt x="213773" y="42183"/>
                    <a:pt x="202272" y="51121"/>
                    <a:pt x="185018" y="48567"/>
                  </a:cubicBezTo>
                  <a:cubicBezTo>
                    <a:pt x="182463" y="47929"/>
                    <a:pt x="178628" y="45375"/>
                    <a:pt x="176073" y="43460"/>
                  </a:cubicBezTo>
                  <a:cubicBezTo>
                    <a:pt x="173517" y="41545"/>
                    <a:pt x="171599" y="40268"/>
                    <a:pt x="169043" y="40268"/>
                  </a:cubicBezTo>
                  <a:cubicBezTo>
                    <a:pt x="169043" y="40268"/>
                    <a:pt x="168405" y="40268"/>
                    <a:pt x="168405" y="40268"/>
                  </a:cubicBezTo>
                  <a:cubicBezTo>
                    <a:pt x="166488" y="40268"/>
                    <a:pt x="164571" y="41545"/>
                    <a:pt x="162653" y="43460"/>
                  </a:cubicBezTo>
                  <a:cubicBezTo>
                    <a:pt x="163932" y="30692"/>
                    <a:pt x="170961" y="20477"/>
                    <a:pt x="181823" y="15370"/>
                  </a:cubicBezTo>
                  <a:close/>
                  <a:moveTo>
                    <a:pt x="29743" y="46013"/>
                  </a:moveTo>
                  <a:cubicBezTo>
                    <a:pt x="36133" y="35799"/>
                    <a:pt x="45718" y="30053"/>
                    <a:pt x="56581" y="28777"/>
                  </a:cubicBezTo>
                  <a:cubicBezTo>
                    <a:pt x="67444" y="27500"/>
                    <a:pt x="75112" y="30692"/>
                    <a:pt x="77029" y="33245"/>
                  </a:cubicBezTo>
                  <a:cubicBezTo>
                    <a:pt x="78307" y="34522"/>
                    <a:pt x="79584" y="35161"/>
                    <a:pt x="81502" y="35161"/>
                  </a:cubicBezTo>
                  <a:cubicBezTo>
                    <a:pt x="82779" y="35161"/>
                    <a:pt x="89809" y="37076"/>
                    <a:pt x="95559" y="44737"/>
                  </a:cubicBezTo>
                  <a:cubicBezTo>
                    <a:pt x="101949" y="52397"/>
                    <a:pt x="107700" y="67719"/>
                    <a:pt x="101949" y="96447"/>
                  </a:cubicBezTo>
                  <a:cubicBezTo>
                    <a:pt x="100671" y="104746"/>
                    <a:pt x="100671" y="114961"/>
                    <a:pt x="103866" y="124537"/>
                  </a:cubicBezTo>
                  <a:cubicBezTo>
                    <a:pt x="97476" y="121983"/>
                    <a:pt x="91086" y="120706"/>
                    <a:pt x="87891" y="119429"/>
                  </a:cubicBezTo>
                  <a:cubicBezTo>
                    <a:pt x="87891" y="118791"/>
                    <a:pt x="87891" y="118153"/>
                    <a:pt x="87891" y="117514"/>
                  </a:cubicBezTo>
                  <a:cubicBezTo>
                    <a:pt x="89809" y="115599"/>
                    <a:pt x="91725" y="113684"/>
                    <a:pt x="93004" y="111130"/>
                  </a:cubicBezTo>
                  <a:cubicBezTo>
                    <a:pt x="97476" y="104108"/>
                    <a:pt x="101310" y="90701"/>
                    <a:pt x="102589" y="81125"/>
                  </a:cubicBezTo>
                  <a:cubicBezTo>
                    <a:pt x="102589" y="81125"/>
                    <a:pt x="102589" y="81125"/>
                    <a:pt x="102589" y="81125"/>
                  </a:cubicBezTo>
                  <a:cubicBezTo>
                    <a:pt x="102589" y="81125"/>
                    <a:pt x="102589" y="81125"/>
                    <a:pt x="102589" y="81125"/>
                  </a:cubicBezTo>
                  <a:cubicBezTo>
                    <a:pt x="102589" y="80487"/>
                    <a:pt x="102589" y="79849"/>
                    <a:pt x="102589" y="79210"/>
                  </a:cubicBezTo>
                  <a:cubicBezTo>
                    <a:pt x="102589" y="79210"/>
                    <a:pt x="102589" y="79210"/>
                    <a:pt x="102589" y="78572"/>
                  </a:cubicBezTo>
                  <a:cubicBezTo>
                    <a:pt x="102589" y="77933"/>
                    <a:pt x="101949" y="77295"/>
                    <a:pt x="101949" y="76657"/>
                  </a:cubicBezTo>
                  <a:cubicBezTo>
                    <a:pt x="101949" y="76657"/>
                    <a:pt x="101949" y="76657"/>
                    <a:pt x="101949" y="76657"/>
                  </a:cubicBezTo>
                  <a:cubicBezTo>
                    <a:pt x="101310" y="76018"/>
                    <a:pt x="101310" y="76018"/>
                    <a:pt x="100671" y="75380"/>
                  </a:cubicBezTo>
                  <a:cubicBezTo>
                    <a:pt x="100671" y="75380"/>
                    <a:pt x="100671" y="75380"/>
                    <a:pt x="100033" y="74741"/>
                  </a:cubicBezTo>
                  <a:cubicBezTo>
                    <a:pt x="99394" y="74741"/>
                    <a:pt x="98754" y="74103"/>
                    <a:pt x="98754" y="74103"/>
                  </a:cubicBezTo>
                  <a:cubicBezTo>
                    <a:pt x="98754" y="74103"/>
                    <a:pt x="98115" y="74103"/>
                    <a:pt x="98115" y="74103"/>
                  </a:cubicBezTo>
                  <a:cubicBezTo>
                    <a:pt x="98115" y="74103"/>
                    <a:pt x="98115" y="74103"/>
                    <a:pt x="98115" y="74103"/>
                  </a:cubicBezTo>
                  <a:cubicBezTo>
                    <a:pt x="98115" y="74103"/>
                    <a:pt x="98115" y="74103"/>
                    <a:pt x="98115" y="74103"/>
                  </a:cubicBezTo>
                  <a:cubicBezTo>
                    <a:pt x="95559" y="73465"/>
                    <a:pt x="90448" y="64527"/>
                    <a:pt x="88530" y="56228"/>
                  </a:cubicBezTo>
                  <a:cubicBezTo>
                    <a:pt x="87891" y="54313"/>
                    <a:pt x="86614" y="52397"/>
                    <a:pt x="84696" y="51759"/>
                  </a:cubicBezTo>
                  <a:cubicBezTo>
                    <a:pt x="82779" y="51121"/>
                    <a:pt x="80863" y="51121"/>
                    <a:pt x="78945" y="52397"/>
                  </a:cubicBezTo>
                  <a:cubicBezTo>
                    <a:pt x="78307" y="53036"/>
                    <a:pt x="77029" y="53674"/>
                    <a:pt x="75750" y="55589"/>
                  </a:cubicBezTo>
                  <a:cubicBezTo>
                    <a:pt x="68722" y="61973"/>
                    <a:pt x="54664" y="74741"/>
                    <a:pt x="32938" y="69634"/>
                  </a:cubicBezTo>
                  <a:cubicBezTo>
                    <a:pt x="32938" y="69634"/>
                    <a:pt x="32299" y="69634"/>
                    <a:pt x="32299" y="69634"/>
                  </a:cubicBezTo>
                  <a:cubicBezTo>
                    <a:pt x="32299" y="69634"/>
                    <a:pt x="31660" y="69634"/>
                    <a:pt x="31660" y="69634"/>
                  </a:cubicBezTo>
                  <a:cubicBezTo>
                    <a:pt x="31660" y="69634"/>
                    <a:pt x="31660" y="69634"/>
                    <a:pt x="31660" y="69634"/>
                  </a:cubicBezTo>
                  <a:cubicBezTo>
                    <a:pt x="31660" y="69634"/>
                    <a:pt x="31660" y="69634"/>
                    <a:pt x="31021" y="69634"/>
                  </a:cubicBezTo>
                  <a:cubicBezTo>
                    <a:pt x="30382" y="69634"/>
                    <a:pt x="30382" y="69634"/>
                    <a:pt x="29743" y="69634"/>
                  </a:cubicBezTo>
                  <a:cubicBezTo>
                    <a:pt x="29104" y="69634"/>
                    <a:pt x="29104" y="69634"/>
                    <a:pt x="28465" y="70273"/>
                  </a:cubicBezTo>
                  <a:cubicBezTo>
                    <a:pt x="28465" y="70273"/>
                    <a:pt x="27826" y="70911"/>
                    <a:pt x="27826" y="70911"/>
                  </a:cubicBezTo>
                  <a:cubicBezTo>
                    <a:pt x="27187" y="70911"/>
                    <a:pt x="27187" y="71549"/>
                    <a:pt x="26548" y="72188"/>
                  </a:cubicBezTo>
                  <a:cubicBezTo>
                    <a:pt x="26548" y="72188"/>
                    <a:pt x="26548" y="72826"/>
                    <a:pt x="25909" y="72826"/>
                  </a:cubicBezTo>
                  <a:cubicBezTo>
                    <a:pt x="25270" y="73465"/>
                    <a:pt x="25270" y="74103"/>
                    <a:pt x="25270" y="74741"/>
                  </a:cubicBezTo>
                  <a:cubicBezTo>
                    <a:pt x="25270" y="74741"/>
                    <a:pt x="25270" y="74741"/>
                    <a:pt x="25270" y="74741"/>
                  </a:cubicBezTo>
                  <a:cubicBezTo>
                    <a:pt x="25270" y="74741"/>
                    <a:pt x="25270" y="74741"/>
                    <a:pt x="25270" y="75380"/>
                  </a:cubicBezTo>
                  <a:cubicBezTo>
                    <a:pt x="25270" y="76018"/>
                    <a:pt x="25270" y="76018"/>
                    <a:pt x="25270" y="76657"/>
                  </a:cubicBezTo>
                  <a:cubicBezTo>
                    <a:pt x="25270" y="92617"/>
                    <a:pt x="30382" y="108577"/>
                    <a:pt x="40606" y="118153"/>
                  </a:cubicBezTo>
                  <a:cubicBezTo>
                    <a:pt x="40606" y="118791"/>
                    <a:pt x="40606" y="119429"/>
                    <a:pt x="40606" y="120706"/>
                  </a:cubicBezTo>
                  <a:cubicBezTo>
                    <a:pt x="36772" y="121983"/>
                    <a:pt x="29743" y="123898"/>
                    <a:pt x="22714" y="126452"/>
                  </a:cubicBezTo>
                  <a:cubicBezTo>
                    <a:pt x="25270" y="118791"/>
                    <a:pt x="26548" y="109853"/>
                    <a:pt x="23353" y="99001"/>
                  </a:cubicBezTo>
                  <a:cubicBezTo>
                    <a:pt x="17602" y="81125"/>
                    <a:pt x="20797" y="60058"/>
                    <a:pt x="29743" y="46013"/>
                  </a:cubicBezTo>
                  <a:close/>
                  <a:moveTo>
                    <a:pt x="37411" y="83041"/>
                  </a:moveTo>
                  <a:cubicBezTo>
                    <a:pt x="57219" y="84956"/>
                    <a:pt x="71278" y="75380"/>
                    <a:pt x="79584" y="68996"/>
                  </a:cubicBezTo>
                  <a:cubicBezTo>
                    <a:pt x="82140" y="74741"/>
                    <a:pt x="85335" y="81125"/>
                    <a:pt x="90448" y="84317"/>
                  </a:cubicBezTo>
                  <a:cubicBezTo>
                    <a:pt x="88530" y="91978"/>
                    <a:pt x="85974" y="100916"/>
                    <a:pt x="83419" y="104746"/>
                  </a:cubicBezTo>
                  <a:cubicBezTo>
                    <a:pt x="78307" y="112407"/>
                    <a:pt x="72555" y="115599"/>
                    <a:pt x="64888" y="115599"/>
                  </a:cubicBezTo>
                  <a:cubicBezTo>
                    <a:pt x="48913" y="114961"/>
                    <a:pt x="39967" y="100277"/>
                    <a:pt x="37411" y="83041"/>
                  </a:cubicBezTo>
                  <a:close/>
                  <a:moveTo>
                    <a:pt x="64888" y="151349"/>
                  </a:moveTo>
                  <a:cubicBezTo>
                    <a:pt x="59776" y="151349"/>
                    <a:pt x="54664" y="137943"/>
                    <a:pt x="52108" y="125813"/>
                  </a:cubicBezTo>
                  <a:cubicBezTo>
                    <a:pt x="55942" y="127090"/>
                    <a:pt x="60414" y="128367"/>
                    <a:pt x="64888" y="128367"/>
                  </a:cubicBezTo>
                  <a:cubicBezTo>
                    <a:pt x="69360" y="128367"/>
                    <a:pt x="73194" y="127729"/>
                    <a:pt x="77029" y="126452"/>
                  </a:cubicBezTo>
                  <a:cubicBezTo>
                    <a:pt x="75112" y="138581"/>
                    <a:pt x="69999" y="151349"/>
                    <a:pt x="64888" y="151349"/>
                  </a:cubicBezTo>
                  <a:close/>
                  <a:moveTo>
                    <a:pt x="194603" y="138581"/>
                  </a:moveTo>
                  <a:cubicBezTo>
                    <a:pt x="185658" y="138581"/>
                    <a:pt x="179268" y="136666"/>
                    <a:pt x="176073" y="132836"/>
                  </a:cubicBezTo>
                  <a:cubicBezTo>
                    <a:pt x="172878" y="129644"/>
                    <a:pt x="172878" y="125175"/>
                    <a:pt x="173517" y="123898"/>
                  </a:cubicBezTo>
                  <a:cubicBezTo>
                    <a:pt x="174156" y="122621"/>
                    <a:pt x="174794" y="121345"/>
                    <a:pt x="175433" y="119429"/>
                  </a:cubicBezTo>
                  <a:cubicBezTo>
                    <a:pt x="181823" y="122621"/>
                    <a:pt x="190769" y="123260"/>
                    <a:pt x="195243" y="123260"/>
                  </a:cubicBezTo>
                  <a:cubicBezTo>
                    <a:pt x="199077" y="123260"/>
                    <a:pt x="208023" y="122621"/>
                    <a:pt x="214413" y="119429"/>
                  </a:cubicBezTo>
                  <a:cubicBezTo>
                    <a:pt x="215051" y="121345"/>
                    <a:pt x="215690" y="122621"/>
                    <a:pt x="216329" y="124537"/>
                  </a:cubicBezTo>
                  <a:cubicBezTo>
                    <a:pt x="216329" y="126452"/>
                    <a:pt x="216329" y="130282"/>
                    <a:pt x="213773" y="132836"/>
                  </a:cubicBezTo>
                  <a:cubicBezTo>
                    <a:pt x="209939" y="136666"/>
                    <a:pt x="203549" y="138581"/>
                    <a:pt x="194603" y="138581"/>
                  </a:cubicBezTo>
                  <a:close/>
                </a:path>
              </a:pathLst>
            </a:custGeom>
            <a:solidFill>
              <a:srgbClr val="00A3E0"/>
            </a:solidFill>
            <a:ln w="6390" cap="flat">
              <a:noFill/>
              <a:prstDash val="solid"/>
              <a:miter/>
            </a:ln>
          </p:spPr>
          <p:txBody>
            <a:bodyPr rtlCol="0" anchor="ctr"/>
            <a:lstStyle/>
            <a:p>
              <a:endParaRPr lang="en-US"/>
            </a:p>
          </p:txBody>
        </p:sp>
      </p:grpSp>
      <p:grpSp>
        <p:nvGrpSpPr>
          <p:cNvPr id="1179" name="Graphic 4">
            <a:extLst>
              <a:ext uri="{FF2B5EF4-FFF2-40B4-BE49-F238E27FC236}">
                <a16:creationId xmlns:a16="http://schemas.microsoft.com/office/drawing/2014/main" id="{8C148EC5-A5FC-B24C-AA4F-8C932A04D4EC}"/>
              </a:ext>
            </a:extLst>
          </p:cNvPr>
          <p:cNvGrpSpPr/>
          <p:nvPr/>
        </p:nvGrpSpPr>
        <p:grpSpPr>
          <a:xfrm>
            <a:off x="8841116" y="3824168"/>
            <a:ext cx="361674" cy="361333"/>
            <a:chOff x="8841116" y="3824168"/>
            <a:chExt cx="361674" cy="361333"/>
          </a:xfrm>
          <a:solidFill>
            <a:srgbClr val="00A3E0"/>
          </a:solidFill>
        </p:grpSpPr>
        <p:sp>
          <p:nvSpPr>
            <p:cNvPr id="1180" name="Graphic 4">
              <a:extLst>
                <a:ext uri="{FF2B5EF4-FFF2-40B4-BE49-F238E27FC236}">
                  <a16:creationId xmlns:a16="http://schemas.microsoft.com/office/drawing/2014/main" id="{CCFA0BDE-4CE6-DB46-8365-E3018841E961}"/>
                </a:ext>
              </a:extLst>
            </p:cNvPr>
            <p:cNvSpPr/>
            <p:nvPr/>
          </p:nvSpPr>
          <p:spPr>
            <a:xfrm>
              <a:off x="8841116" y="3824168"/>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0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6"/>
                    <a:pt x="0" y="180667"/>
                  </a:cubicBezTo>
                  <a:cubicBezTo>
                    <a:pt x="0" y="280895"/>
                    <a:pt x="81153" y="361333"/>
                    <a:pt x="180836" y="361333"/>
                  </a:cubicBezTo>
                  <a:cubicBezTo>
                    <a:pt x="280518" y="361333"/>
                    <a:pt x="361670" y="280257"/>
                    <a:pt x="361670" y="180667"/>
                  </a:cubicBezTo>
                  <a:cubicBezTo>
                    <a:pt x="362310" y="81076"/>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9530" y="273873"/>
                    <a:pt x="274128"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1181" name="Graphic 4">
              <a:extLst>
                <a:ext uri="{FF2B5EF4-FFF2-40B4-BE49-F238E27FC236}">
                  <a16:creationId xmlns:a16="http://schemas.microsoft.com/office/drawing/2014/main" id="{5F4DBB49-B859-2947-A504-D6F38E818764}"/>
                </a:ext>
              </a:extLst>
            </p:cNvPr>
            <p:cNvSpPr/>
            <p:nvPr/>
          </p:nvSpPr>
          <p:spPr>
            <a:xfrm>
              <a:off x="8975944" y="3882900"/>
              <a:ext cx="93292" cy="83630"/>
            </a:xfrm>
            <a:custGeom>
              <a:avLst/>
              <a:gdLst>
                <a:gd name="connsiteX0" fmla="*/ 40895 w 93292"/>
                <a:gd name="connsiteY0" fmla="*/ 81077 h 83630"/>
                <a:gd name="connsiteX1" fmla="*/ 46646 w 93292"/>
                <a:gd name="connsiteY1" fmla="*/ 83630 h 83630"/>
                <a:gd name="connsiteX2" fmla="*/ 47285 w 93292"/>
                <a:gd name="connsiteY2" fmla="*/ 83630 h 83630"/>
                <a:gd name="connsiteX3" fmla="*/ 47924 w 93292"/>
                <a:gd name="connsiteY3" fmla="*/ 83630 h 83630"/>
                <a:gd name="connsiteX4" fmla="*/ 47924 w 93292"/>
                <a:gd name="connsiteY4" fmla="*/ 83630 h 83630"/>
                <a:gd name="connsiteX5" fmla="*/ 53675 w 93292"/>
                <a:gd name="connsiteY5" fmla="*/ 81077 h 83630"/>
                <a:gd name="connsiteX6" fmla="*/ 85625 w 93292"/>
                <a:gd name="connsiteY6" fmla="*/ 47242 h 83630"/>
                <a:gd name="connsiteX7" fmla="*/ 85625 w 93292"/>
                <a:gd name="connsiteY7" fmla="*/ 8299 h 83630"/>
                <a:gd name="connsiteX8" fmla="*/ 66455 w 93292"/>
                <a:gd name="connsiteY8" fmla="*/ 0 h 83630"/>
                <a:gd name="connsiteX9" fmla="*/ 47285 w 93292"/>
                <a:gd name="connsiteY9" fmla="*/ 8299 h 83630"/>
                <a:gd name="connsiteX10" fmla="*/ 46646 w 93292"/>
                <a:gd name="connsiteY10" fmla="*/ 8938 h 83630"/>
                <a:gd name="connsiteX11" fmla="*/ 46007 w 93292"/>
                <a:gd name="connsiteY11" fmla="*/ 8299 h 83630"/>
                <a:gd name="connsiteX12" fmla="*/ 26838 w 93292"/>
                <a:gd name="connsiteY12" fmla="*/ 0 h 83630"/>
                <a:gd name="connsiteX13" fmla="*/ 7668 w 93292"/>
                <a:gd name="connsiteY13" fmla="*/ 8299 h 83630"/>
                <a:gd name="connsiteX14" fmla="*/ 7668 w 93292"/>
                <a:gd name="connsiteY14" fmla="*/ 47242 h 83630"/>
                <a:gd name="connsiteX15" fmla="*/ 40895 w 93292"/>
                <a:gd name="connsiteY15" fmla="*/ 81077 h 83630"/>
                <a:gd name="connsiteX16" fmla="*/ 17892 w 93292"/>
                <a:gd name="connsiteY16" fmla="*/ 17237 h 83630"/>
                <a:gd name="connsiteX17" fmla="*/ 27476 w 93292"/>
                <a:gd name="connsiteY17" fmla="*/ 12768 h 83630"/>
                <a:gd name="connsiteX18" fmla="*/ 37061 w 93292"/>
                <a:gd name="connsiteY18" fmla="*/ 17237 h 83630"/>
                <a:gd name="connsiteX19" fmla="*/ 47285 w 93292"/>
                <a:gd name="connsiteY19" fmla="*/ 27451 h 83630"/>
                <a:gd name="connsiteX20" fmla="*/ 57509 w 93292"/>
                <a:gd name="connsiteY20" fmla="*/ 17237 h 83630"/>
                <a:gd name="connsiteX21" fmla="*/ 77318 w 93292"/>
                <a:gd name="connsiteY21" fmla="*/ 17237 h 83630"/>
                <a:gd name="connsiteX22" fmla="*/ 77318 w 93292"/>
                <a:gd name="connsiteY22" fmla="*/ 38304 h 83630"/>
                <a:gd name="connsiteX23" fmla="*/ 47924 w 93292"/>
                <a:gd name="connsiteY23" fmla="*/ 69586 h 83630"/>
                <a:gd name="connsiteX24" fmla="*/ 18530 w 93292"/>
                <a:gd name="connsiteY24" fmla="*/ 38304 h 83630"/>
                <a:gd name="connsiteX25" fmla="*/ 17892 w 93292"/>
                <a:gd name="connsiteY25" fmla="*/ 17237 h 83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3292" h="83630">
                  <a:moveTo>
                    <a:pt x="40895" y="81077"/>
                  </a:moveTo>
                  <a:cubicBezTo>
                    <a:pt x="42174" y="82992"/>
                    <a:pt x="44729" y="83630"/>
                    <a:pt x="46646" y="83630"/>
                  </a:cubicBezTo>
                  <a:lnTo>
                    <a:pt x="47285" y="83630"/>
                  </a:lnTo>
                  <a:cubicBezTo>
                    <a:pt x="47285" y="83630"/>
                    <a:pt x="47924" y="83630"/>
                    <a:pt x="47924" y="83630"/>
                  </a:cubicBezTo>
                  <a:lnTo>
                    <a:pt x="47924" y="83630"/>
                  </a:lnTo>
                  <a:cubicBezTo>
                    <a:pt x="50480" y="83630"/>
                    <a:pt x="52397" y="82354"/>
                    <a:pt x="53675" y="81077"/>
                  </a:cubicBezTo>
                  <a:lnTo>
                    <a:pt x="85625" y="47242"/>
                  </a:lnTo>
                  <a:cubicBezTo>
                    <a:pt x="95848" y="36389"/>
                    <a:pt x="95848" y="19152"/>
                    <a:pt x="85625" y="8299"/>
                  </a:cubicBezTo>
                  <a:cubicBezTo>
                    <a:pt x="80513" y="3192"/>
                    <a:pt x="73484" y="0"/>
                    <a:pt x="66455" y="0"/>
                  </a:cubicBezTo>
                  <a:cubicBezTo>
                    <a:pt x="59426" y="0"/>
                    <a:pt x="52397" y="3192"/>
                    <a:pt x="47285" y="8299"/>
                  </a:cubicBezTo>
                  <a:lnTo>
                    <a:pt x="46646" y="8938"/>
                  </a:lnTo>
                  <a:lnTo>
                    <a:pt x="46007" y="8299"/>
                  </a:lnTo>
                  <a:cubicBezTo>
                    <a:pt x="40895" y="3192"/>
                    <a:pt x="33866" y="0"/>
                    <a:pt x="26838" y="0"/>
                  </a:cubicBezTo>
                  <a:cubicBezTo>
                    <a:pt x="19809" y="0"/>
                    <a:pt x="12779" y="3192"/>
                    <a:pt x="7668" y="8299"/>
                  </a:cubicBezTo>
                  <a:cubicBezTo>
                    <a:pt x="-2556" y="19152"/>
                    <a:pt x="-2556" y="36389"/>
                    <a:pt x="7668" y="47242"/>
                  </a:cubicBezTo>
                  <a:lnTo>
                    <a:pt x="40895" y="81077"/>
                  </a:lnTo>
                  <a:close/>
                  <a:moveTo>
                    <a:pt x="17892" y="17237"/>
                  </a:moveTo>
                  <a:cubicBezTo>
                    <a:pt x="20448" y="14683"/>
                    <a:pt x="24281" y="12768"/>
                    <a:pt x="27476" y="12768"/>
                  </a:cubicBezTo>
                  <a:cubicBezTo>
                    <a:pt x="30671" y="12768"/>
                    <a:pt x="34505" y="14045"/>
                    <a:pt x="37061" y="17237"/>
                  </a:cubicBezTo>
                  <a:lnTo>
                    <a:pt x="47285" y="27451"/>
                  </a:lnTo>
                  <a:lnTo>
                    <a:pt x="57509" y="17237"/>
                  </a:lnTo>
                  <a:cubicBezTo>
                    <a:pt x="62621" y="11491"/>
                    <a:pt x="72206" y="11491"/>
                    <a:pt x="77318" y="17237"/>
                  </a:cubicBezTo>
                  <a:cubicBezTo>
                    <a:pt x="83069" y="22983"/>
                    <a:pt x="83069" y="32559"/>
                    <a:pt x="77318" y="38304"/>
                  </a:cubicBezTo>
                  <a:lnTo>
                    <a:pt x="47924" y="69586"/>
                  </a:lnTo>
                  <a:lnTo>
                    <a:pt x="18530" y="38304"/>
                  </a:lnTo>
                  <a:cubicBezTo>
                    <a:pt x="12140" y="32559"/>
                    <a:pt x="12140" y="22983"/>
                    <a:pt x="17892" y="17237"/>
                  </a:cubicBezTo>
                  <a:close/>
                </a:path>
              </a:pathLst>
            </a:custGeom>
            <a:solidFill>
              <a:srgbClr val="00A3E0"/>
            </a:solidFill>
            <a:ln w="6390" cap="flat">
              <a:noFill/>
              <a:prstDash val="solid"/>
              <a:miter/>
            </a:ln>
          </p:spPr>
          <p:txBody>
            <a:bodyPr rtlCol="0" anchor="ctr"/>
            <a:lstStyle/>
            <a:p>
              <a:endParaRPr lang="en-US"/>
            </a:p>
          </p:txBody>
        </p:sp>
        <p:sp>
          <p:nvSpPr>
            <p:cNvPr id="1182" name="Graphic 4">
              <a:extLst>
                <a:ext uri="{FF2B5EF4-FFF2-40B4-BE49-F238E27FC236}">
                  <a16:creationId xmlns:a16="http://schemas.microsoft.com/office/drawing/2014/main" id="{0D325D0B-50C2-FC4B-8219-3F2AFBD3ED0F}"/>
                </a:ext>
              </a:extLst>
            </p:cNvPr>
            <p:cNvSpPr/>
            <p:nvPr/>
          </p:nvSpPr>
          <p:spPr>
            <a:xfrm>
              <a:off x="8893252" y="3953075"/>
              <a:ext cx="256797" cy="151988"/>
            </a:xfrm>
            <a:custGeom>
              <a:avLst/>
              <a:gdLst>
                <a:gd name="connsiteX0" fmla="*/ 253942 w 256797"/>
                <a:gd name="connsiteY0" fmla="*/ 127729 h 151988"/>
                <a:gd name="connsiteX1" fmla="*/ 228382 w 256797"/>
                <a:gd name="connsiteY1" fmla="*/ 116876 h 151988"/>
                <a:gd name="connsiteX2" fmla="*/ 225826 w 256797"/>
                <a:gd name="connsiteY2" fmla="*/ 107938 h 151988"/>
                <a:gd name="connsiteX3" fmla="*/ 237328 w 256797"/>
                <a:gd name="connsiteY3" fmla="*/ 79210 h 151988"/>
                <a:gd name="connsiteX4" fmla="*/ 241162 w 256797"/>
                <a:gd name="connsiteY4" fmla="*/ 52398 h 151988"/>
                <a:gd name="connsiteX5" fmla="*/ 241162 w 256797"/>
                <a:gd name="connsiteY5" fmla="*/ 50483 h 151988"/>
                <a:gd name="connsiteX6" fmla="*/ 224549 w 256797"/>
                <a:gd name="connsiteY6" fmla="*/ 11540 h 151988"/>
                <a:gd name="connsiteX7" fmla="*/ 179180 w 256797"/>
                <a:gd name="connsiteY7" fmla="*/ 3241 h 151988"/>
                <a:gd name="connsiteX8" fmla="*/ 151703 w 256797"/>
                <a:gd name="connsiteY8" fmla="*/ 49844 h 151988"/>
                <a:gd name="connsiteX9" fmla="*/ 155537 w 256797"/>
                <a:gd name="connsiteY9" fmla="*/ 79210 h 151988"/>
                <a:gd name="connsiteX10" fmla="*/ 166400 w 256797"/>
                <a:gd name="connsiteY10" fmla="*/ 107300 h 151988"/>
                <a:gd name="connsiteX11" fmla="*/ 163844 w 256797"/>
                <a:gd name="connsiteY11" fmla="*/ 116237 h 151988"/>
                <a:gd name="connsiteX12" fmla="*/ 128700 w 256797"/>
                <a:gd name="connsiteY12" fmla="*/ 132836 h 151988"/>
                <a:gd name="connsiteX13" fmla="*/ 93555 w 256797"/>
                <a:gd name="connsiteY13" fmla="*/ 116237 h 151988"/>
                <a:gd name="connsiteX14" fmla="*/ 90999 w 256797"/>
                <a:gd name="connsiteY14" fmla="*/ 107300 h 151988"/>
                <a:gd name="connsiteX15" fmla="*/ 101861 w 256797"/>
                <a:gd name="connsiteY15" fmla="*/ 79210 h 151988"/>
                <a:gd name="connsiteX16" fmla="*/ 105696 w 256797"/>
                <a:gd name="connsiteY16" fmla="*/ 49844 h 151988"/>
                <a:gd name="connsiteX17" fmla="*/ 78219 w 256797"/>
                <a:gd name="connsiteY17" fmla="*/ 3241 h 151988"/>
                <a:gd name="connsiteX18" fmla="*/ 32850 w 256797"/>
                <a:gd name="connsiteY18" fmla="*/ 11540 h 151988"/>
                <a:gd name="connsiteX19" fmla="*/ 16237 w 256797"/>
                <a:gd name="connsiteY19" fmla="*/ 50483 h 151988"/>
                <a:gd name="connsiteX20" fmla="*/ 16237 w 256797"/>
                <a:gd name="connsiteY20" fmla="*/ 52398 h 151988"/>
                <a:gd name="connsiteX21" fmla="*/ 20071 w 256797"/>
                <a:gd name="connsiteY21" fmla="*/ 79210 h 151988"/>
                <a:gd name="connsiteX22" fmla="*/ 31572 w 256797"/>
                <a:gd name="connsiteY22" fmla="*/ 107938 h 151988"/>
                <a:gd name="connsiteX23" fmla="*/ 29017 w 256797"/>
                <a:gd name="connsiteY23" fmla="*/ 116876 h 151988"/>
                <a:gd name="connsiteX24" fmla="*/ 3457 w 256797"/>
                <a:gd name="connsiteY24" fmla="*/ 127729 h 151988"/>
                <a:gd name="connsiteX25" fmla="*/ 901 w 256797"/>
                <a:gd name="connsiteY25" fmla="*/ 136666 h 151988"/>
                <a:gd name="connsiteX26" fmla="*/ 9847 w 256797"/>
                <a:gd name="connsiteY26" fmla="*/ 139220 h 151988"/>
                <a:gd name="connsiteX27" fmla="*/ 27738 w 256797"/>
                <a:gd name="connsiteY27" fmla="*/ 131559 h 151988"/>
                <a:gd name="connsiteX28" fmla="*/ 32850 w 256797"/>
                <a:gd name="connsiteY28" fmla="*/ 141773 h 151988"/>
                <a:gd name="connsiteX29" fmla="*/ 60966 w 256797"/>
                <a:gd name="connsiteY29" fmla="*/ 151988 h 151988"/>
                <a:gd name="connsiteX30" fmla="*/ 89081 w 256797"/>
                <a:gd name="connsiteY30" fmla="*/ 141773 h 151988"/>
                <a:gd name="connsiteX31" fmla="*/ 94194 w 256797"/>
                <a:gd name="connsiteY31" fmla="*/ 131559 h 151988"/>
                <a:gd name="connsiteX32" fmla="*/ 122948 w 256797"/>
                <a:gd name="connsiteY32" fmla="*/ 146881 h 151988"/>
                <a:gd name="connsiteX33" fmla="*/ 128061 w 256797"/>
                <a:gd name="connsiteY33" fmla="*/ 148796 h 151988"/>
                <a:gd name="connsiteX34" fmla="*/ 133172 w 256797"/>
                <a:gd name="connsiteY34" fmla="*/ 146881 h 151988"/>
                <a:gd name="connsiteX35" fmla="*/ 161927 w 256797"/>
                <a:gd name="connsiteY35" fmla="*/ 131559 h 151988"/>
                <a:gd name="connsiteX36" fmla="*/ 167039 w 256797"/>
                <a:gd name="connsiteY36" fmla="*/ 141773 h 151988"/>
                <a:gd name="connsiteX37" fmla="*/ 195155 w 256797"/>
                <a:gd name="connsiteY37" fmla="*/ 151988 h 151988"/>
                <a:gd name="connsiteX38" fmla="*/ 223270 w 256797"/>
                <a:gd name="connsiteY38" fmla="*/ 141773 h 151988"/>
                <a:gd name="connsiteX39" fmla="*/ 228382 w 256797"/>
                <a:gd name="connsiteY39" fmla="*/ 131559 h 151988"/>
                <a:gd name="connsiteX40" fmla="*/ 246275 w 256797"/>
                <a:gd name="connsiteY40" fmla="*/ 139220 h 151988"/>
                <a:gd name="connsiteX41" fmla="*/ 255220 w 256797"/>
                <a:gd name="connsiteY41" fmla="*/ 136666 h 151988"/>
                <a:gd name="connsiteX42" fmla="*/ 253942 w 256797"/>
                <a:gd name="connsiteY42" fmla="*/ 127729 h 151988"/>
                <a:gd name="connsiteX43" fmla="*/ 167678 w 256797"/>
                <a:gd name="connsiteY43" fmla="*/ 77295 h 151988"/>
                <a:gd name="connsiteX44" fmla="*/ 172151 w 256797"/>
                <a:gd name="connsiteY44" fmla="*/ 56228 h 151988"/>
                <a:gd name="connsiteX45" fmla="*/ 185570 w 256797"/>
                <a:gd name="connsiteY45" fmla="*/ 61974 h 151988"/>
                <a:gd name="connsiteX46" fmla="*/ 219436 w 256797"/>
                <a:gd name="connsiteY46" fmla="*/ 56228 h 151988"/>
                <a:gd name="connsiteX47" fmla="*/ 224549 w 256797"/>
                <a:gd name="connsiteY47" fmla="*/ 77295 h 151988"/>
                <a:gd name="connsiteX48" fmla="*/ 209851 w 256797"/>
                <a:gd name="connsiteY48" fmla="*/ 108577 h 151988"/>
                <a:gd name="connsiteX49" fmla="*/ 195794 w 256797"/>
                <a:gd name="connsiteY49" fmla="*/ 111130 h 151988"/>
                <a:gd name="connsiteX50" fmla="*/ 182375 w 256797"/>
                <a:gd name="connsiteY50" fmla="*/ 108577 h 151988"/>
                <a:gd name="connsiteX51" fmla="*/ 167678 w 256797"/>
                <a:gd name="connsiteY51" fmla="*/ 77295 h 151988"/>
                <a:gd name="connsiteX52" fmla="*/ 184292 w 256797"/>
                <a:gd name="connsiteY52" fmla="*/ 16009 h 151988"/>
                <a:gd name="connsiteX53" fmla="*/ 216880 w 256797"/>
                <a:gd name="connsiteY53" fmla="*/ 22393 h 151988"/>
                <a:gd name="connsiteX54" fmla="*/ 218797 w 256797"/>
                <a:gd name="connsiteY54" fmla="*/ 23670 h 151988"/>
                <a:gd name="connsiteX55" fmla="*/ 229021 w 256797"/>
                <a:gd name="connsiteY55" fmla="*/ 46014 h 151988"/>
                <a:gd name="connsiteX56" fmla="*/ 221354 w 256797"/>
                <a:gd name="connsiteY56" fmla="*/ 40907 h 151988"/>
                <a:gd name="connsiteX57" fmla="*/ 216880 w 256797"/>
                <a:gd name="connsiteY57" fmla="*/ 42183 h 151988"/>
                <a:gd name="connsiteX58" fmla="*/ 187487 w 256797"/>
                <a:gd name="connsiteY58" fmla="*/ 49206 h 151988"/>
                <a:gd name="connsiteX59" fmla="*/ 178541 w 256797"/>
                <a:gd name="connsiteY59" fmla="*/ 44099 h 151988"/>
                <a:gd name="connsiteX60" fmla="*/ 171512 w 256797"/>
                <a:gd name="connsiteY60" fmla="*/ 40907 h 151988"/>
                <a:gd name="connsiteX61" fmla="*/ 170873 w 256797"/>
                <a:gd name="connsiteY61" fmla="*/ 40907 h 151988"/>
                <a:gd name="connsiteX62" fmla="*/ 165122 w 256797"/>
                <a:gd name="connsiteY62" fmla="*/ 44099 h 151988"/>
                <a:gd name="connsiteX63" fmla="*/ 184292 w 256797"/>
                <a:gd name="connsiteY63" fmla="*/ 16009 h 151988"/>
                <a:gd name="connsiteX64" fmla="*/ 33489 w 256797"/>
                <a:gd name="connsiteY64" fmla="*/ 77295 h 151988"/>
                <a:gd name="connsiteX65" fmla="*/ 38602 w 256797"/>
                <a:gd name="connsiteY65" fmla="*/ 56228 h 151988"/>
                <a:gd name="connsiteX66" fmla="*/ 72468 w 256797"/>
                <a:gd name="connsiteY66" fmla="*/ 61974 h 151988"/>
                <a:gd name="connsiteX67" fmla="*/ 85886 w 256797"/>
                <a:gd name="connsiteY67" fmla="*/ 56228 h 151988"/>
                <a:gd name="connsiteX68" fmla="*/ 90360 w 256797"/>
                <a:gd name="connsiteY68" fmla="*/ 77295 h 151988"/>
                <a:gd name="connsiteX69" fmla="*/ 75663 w 256797"/>
                <a:gd name="connsiteY69" fmla="*/ 108577 h 151988"/>
                <a:gd name="connsiteX70" fmla="*/ 61605 w 256797"/>
                <a:gd name="connsiteY70" fmla="*/ 111130 h 151988"/>
                <a:gd name="connsiteX71" fmla="*/ 48186 w 256797"/>
                <a:gd name="connsiteY71" fmla="*/ 108577 h 151988"/>
                <a:gd name="connsiteX72" fmla="*/ 33489 w 256797"/>
                <a:gd name="connsiteY72" fmla="*/ 77295 h 151988"/>
                <a:gd name="connsiteX73" fmla="*/ 39240 w 256797"/>
                <a:gd name="connsiteY73" fmla="*/ 23670 h 151988"/>
                <a:gd name="connsiteX74" fmla="*/ 41157 w 256797"/>
                <a:gd name="connsiteY74" fmla="*/ 22393 h 151988"/>
                <a:gd name="connsiteX75" fmla="*/ 73746 w 256797"/>
                <a:gd name="connsiteY75" fmla="*/ 16009 h 151988"/>
                <a:gd name="connsiteX76" fmla="*/ 93555 w 256797"/>
                <a:gd name="connsiteY76" fmla="*/ 44099 h 151988"/>
                <a:gd name="connsiteX77" fmla="*/ 87804 w 256797"/>
                <a:gd name="connsiteY77" fmla="*/ 40907 h 151988"/>
                <a:gd name="connsiteX78" fmla="*/ 80136 w 256797"/>
                <a:gd name="connsiteY78" fmla="*/ 44099 h 151988"/>
                <a:gd name="connsiteX79" fmla="*/ 71190 w 256797"/>
                <a:gd name="connsiteY79" fmla="*/ 49206 h 151988"/>
                <a:gd name="connsiteX80" fmla="*/ 41797 w 256797"/>
                <a:gd name="connsiteY80" fmla="*/ 42183 h 151988"/>
                <a:gd name="connsiteX81" fmla="*/ 37962 w 256797"/>
                <a:gd name="connsiteY81" fmla="*/ 40907 h 151988"/>
                <a:gd name="connsiteX82" fmla="*/ 37323 w 256797"/>
                <a:gd name="connsiteY82" fmla="*/ 40907 h 151988"/>
                <a:gd name="connsiteX83" fmla="*/ 29656 w 256797"/>
                <a:gd name="connsiteY83" fmla="*/ 46014 h 151988"/>
                <a:gd name="connsiteX84" fmla="*/ 39240 w 256797"/>
                <a:gd name="connsiteY84" fmla="*/ 23670 h 151988"/>
                <a:gd name="connsiteX85" fmla="*/ 80136 w 256797"/>
                <a:gd name="connsiteY85" fmla="*/ 133474 h 151988"/>
                <a:gd name="connsiteX86" fmla="*/ 61605 w 256797"/>
                <a:gd name="connsiteY86" fmla="*/ 139220 h 151988"/>
                <a:gd name="connsiteX87" fmla="*/ 43074 w 256797"/>
                <a:gd name="connsiteY87" fmla="*/ 133474 h 151988"/>
                <a:gd name="connsiteX88" fmla="*/ 39879 w 256797"/>
                <a:gd name="connsiteY88" fmla="*/ 125175 h 151988"/>
                <a:gd name="connsiteX89" fmla="*/ 41797 w 256797"/>
                <a:gd name="connsiteY89" fmla="*/ 120068 h 151988"/>
                <a:gd name="connsiteX90" fmla="*/ 61605 w 256797"/>
                <a:gd name="connsiteY90" fmla="*/ 123898 h 151988"/>
                <a:gd name="connsiteX91" fmla="*/ 80775 w 256797"/>
                <a:gd name="connsiteY91" fmla="*/ 120068 h 151988"/>
                <a:gd name="connsiteX92" fmla="*/ 82692 w 256797"/>
                <a:gd name="connsiteY92" fmla="*/ 124537 h 151988"/>
                <a:gd name="connsiteX93" fmla="*/ 80136 w 256797"/>
                <a:gd name="connsiteY93" fmla="*/ 133474 h 151988"/>
                <a:gd name="connsiteX94" fmla="*/ 196433 w 256797"/>
                <a:gd name="connsiteY94" fmla="*/ 139220 h 151988"/>
                <a:gd name="connsiteX95" fmla="*/ 177902 w 256797"/>
                <a:gd name="connsiteY95" fmla="*/ 133474 h 151988"/>
                <a:gd name="connsiteX96" fmla="*/ 175346 w 256797"/>
                <a:gd name="connsiteY96" fmla="*/ 124537 h 151988"/>
                <a:gd name="connsiteX97" fmla="*/ 177263 w 256797"/>
                <a:gd name="connsiteY97" fmla="*/ 120068 h 151988"/>
                <a:gd name="connsiteX98" fmla="*/ 197072 w 256797"/>
                <a:gd name="connsiteY98" fmla="*/ 123898 h 151988"/>
                <a:gd name="connsiteX99" fmla="*/ 216241 w 256797"/>
                <a:gd name="connsiteY99" fmla="*/ 120068 h 151988"/>
                <a:gd name="connsiteX100" fmla="*/ 218159 w 256797"/>
                <a:gd name="connsiteY100" fmla="*/ 125175 h 151988"/>
                <a:gd name="connsiteX101" fmla="*/ 215603 w 256797"/>
                <a:gd name="connsiteY101" fmla="*/ 133474 h 151988"/>
                <a:gd name="connsiteX102" fmla="*/ 196433 w 256797"/>
                <a:gd name="connsiteY102" fmla="*/ 139220 h 15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256797" h="151988">
                  <a:moveTo>
                    <a:pt x="253942" y="127729"/>
                  </a:moveTo>
                  <a:cubicBezTo>
                    <a:pt x="243718" y="122621"/>
                    <a:pt x="233495" y="118791"/>
                    <a:pt x="228382" y="116876"/>
                  </a:cubicBezTo>
                  <a:cubicBezTo>
                    <a:pt x="227105" y="114961"/>
                    <a:pt x="225826" y="111130"/>
                    <a:pt x="225826" y="107938"/>
                  </a:cubicBezTo>
                  <a:cubicBezTo>
                    <a:pt x="229660" y="101554"/>
                    <a:pt x="234134" y="92617"/>
                    <a:pt x="237328" y="79210"/>
                  </a:cubicBezTo>
                  <a:cubicBezTo>
                    <a:pt x="237328" y="78572"/>
                    <a:pt x="240523" y="67719"/>
                    <a:pt x="241162" y="52398"/>
                  </a:cubicBezTo>
                  <a:lnTo>
                    <a:pt x="241162" y="50483"/>
                  </a:lnTo>
                  <a:cubicBezTo>
                    <a:pt x="241801" y="36438"/>
                    <a:pt x="242440" y="20478"/>
                    <a:pt x="224549" y="11540"/>
                  </a:cubicBezTo>
                  <a:cubicBezTo>
                    <a:pt x="211769" y="49"/>
                    <a:pt x="194515" y="-3143"/>
                    <a:pt x="179180" y="3241"/>
                  </a:cubicBezTo>
                  <a:cubicBezTo>
                    <a:pt x="161927" y="10902"/>
                    <a:pt x="151703" y="28777"/>
                    <a:pt x="151703" y="49844"/>
                  </a:cubicBezTo>
                  <a:cubicBezTo>
                    <a:pt x="151703" y="67081"/>
                    <a:pt x="154898" y="77295"/>
                    <a:pt x="155537" y="79210"/>
                  </a:cubicBezTo>
                  <a:cubicBezTo>
                    <a:pt x="158093" y="91978"/>
                    <a:pt x="162566" y="101554"/>
                    <a:pt x="166400" y="107300"/>
                  </a:cubicBezTo>
                  <a:cubicBezTo>
                    <a:pt x="166400" y="110492"/>
                    <a:pt x="165122" y="113684"/>
                    <a:pt x="163844" y="116237"/>
                  </a:cubicBezTo>
                  <a:cubicBezTo>
                    <a:pt x="156815" y="118153"/>
                    <a:pt x="140201" y="124537"/>
                    <a:pt x="128700" y="132836"/>
                  </a:cubicBezTo>
                  <a:cubicBezTo>
                    <a:pt x="117197" y="123898"/>
                    <a:pt x="100584" y="118153"/>
                    <a:pt x="93555" y="116237"/>
                  </a:cubicBezTo>
                  <a:cubicBezTo>
                    <a:pt x="92276" y="113684"/>
                    <a:pt x="91638" y="109854"/>
                    <a:pt x="90999" y="107300"/>
                  </a:cubicBezTo>
                  <a:cubicBezTo>
                    <a:pt x="94833" y="100916"/>
                    <a:pt x="99306" y="91978"/>
                    <a:pt x="101861" y="79210"/>
                  </a:cubicBezTo>
                  <a:cubicBezTo>
                    <a:pt x="102501" y="77934"/>
                    <a:pt x="105696" y="67081"/>
                    <a:pt x="105696" y="49844"/>
                  </a:cubicBezTo>
                  <a:cubicBezTo>
                    <a:pt x="105696" y="28139"/>
                    <a:pt x="95471" y="10264"/>
                    <a:pt x="78219" y="3241"/>
                  </a:cubicBezTo>
                  <a:cubicBezTo>
                    <a:pt x="62883" y="-3143"/>
                    <a:pt x="45630" y="49"/>
                    <a:pt x="32850" y="11540"/>
                  </a:cubicBezTo>
                  <a:cubicBezTo>
                    <a:pt x="14958" y="19840"/>
                    <a:pt x="15597" y="35799"/>
                    <a:pt x="16237" y="50483"/>
                  </a:cubicBezTo>
                  <a:lnTo>
                    <a:pt x="16237" y="52398"/>
                  </a:lnTo>
                  <a:cubicBezTo>
                    <a:pt x="16876" y="68358"/>
                    <a:pt x="20071" y="78572"/>
                    <a:pt x="20071" y="79210"/>
                  </a:cubicBezTo>
                  <a:cubicBezTo>
                    <a:pt x="23266" y="92617"/>
                    <a:pt x="27738" y="101554"/>
                    <a:pt x="31572" y="107938"/>
                  </a:cubicBezTo>
                  <a:cubicBezTo>
                    <a:pt x="30933" y="110492"/>
                    <a:pt x="29656" y="114322"/>
                    <a:pt x="29017" y="116876"/>
                  </a:cubicBezTo>
                  <a:cubicBezTo>
                    <a:pt x="24543" y="118153"/>
                    <a:pt x="13681" y="121983"/>
                    <a:pt x="3457" y="127729"/>
                  </a:cubicBezTo>
                  <a:cubicBezTo>
                    <a:pt x="262" y="129644"/>
                    <a:pt x="-1017" y="133474"/>
                    <a:pt x="901" y="136666"/>
                  </a:cubicBezTo>
                  <a:cubicBezTo>
                    <a:pt x="2817" y="139858"/>
                    <a:pt x="6652" y="141135"/>
                    <a:pt x="9847" y="139220"/>
                  </a:cubicBezTo>
                  <a:cubicBezTo>
                    <a:pt x="16237" y="136028"/>
                    <a:pt x="22627" y="133474"/>
                    <a:pt x="27738" y="131559"/>
                  </a:cubicBezTo>
                  <a:cubicBezTo>
                    <a:pt x="28377" y="134751"/>
                    <a:pt x="30294" y="138581"/>
                    <a:pt x="32850" y="141773"/>
                  </a:cubicBezTo>
                  <a:cubicBezTo>
                    <a:pt x="38602" y="148796"/>
                    <a:pt x="48186" y="151988"/>
                    <a:pt x="60966" y="151988"/>
                  </a:cubicBezTo>
                  <a:cubicBezTo>
                    <a:pt x="73746" y="151988"/>
                    <a:pt x="83331" y="148157"/>
                    <a:pt x="89081" y="141773"/>
                  </a:cubicBezTo>
                  <a:cubicBezTo>
                    <a:pt x="91638" y="138581"/>
                    <a:pt x="93555" y="134751"/>
                    <a:pt x="94194" y="131559"/>
                  </a:cubicBezTo>
                  <a:cubicBezTo>
                    <a:pt x="102501" y="134751"/>
                    <a:pt x="115920" y="139858"/>
                    <a:pt x="122948" y="146881"/>
                  </a:cubicBezTo>
                  <a:cubicBezTo>
                    <a:pt x="124226" y="148157"/>
                    <a:pt x="126143" y="148796"/>
                    <a:pt x="128061" y="148796"/>
                  </a:cubicBezTo>
                  <a:cubicBezTo>
                    <a:pt x="129977" y="148796"/>
                    <a:pt x="131895" y="148796"/>
                    <a:pt x="133172" y="146881"/>
                  </a:cubicBezTo>
                  <a:cubicBezTo>
                    <a:pt x="140201" y="139858"/>
                    <a:pt x="153620" y="134751"/>
                    <a:pt x="161927" y="131559"/>
                  </a:cubicBezTo>
                  <a:cubicBezTo>
                    <a:pt x="162566" y="134751"/>
                    <a:pt x="164483" y="138581"/>
                    <a:pt x="167039" y="141773"/>
                  </a:cubicBezTo>
                  <a:cubicBezTo>
                    <a:pt x="172790" y="148796"/>
                    <a:pt x="182375" y="151988"/>
                    <a:pt x="195155" y="151988"/>
                  </a:cubicBezTo>
                  <a:cubicBezTo>
                    <a:pt x="207935" y="151988"/>
                    <a:pt x="217520" y="148157"/>
                    <a:pt x="223270" y="141773"/>
                  </a:cubicBezTo>
                  <a:cubicBezTo>
                    <a:pt x="225826" y="138581"/>
                    <a:pt x="227744" y="134751"/>
                    <a:pt x="228382" y="131559"/>
                  </a:cubicBezTo>
                  <a:cubicBezTo>
                    <a:pt x="233495" y="133474"/>
                    <a:pt x="239885" y="136028"/>
                    <a:pt x="246275" y="139220"/>
                  </a:cubicBezTo>
                  <a:cubicBezTo>
                    <a:pt x="249470" y="141135"/>
                    <a:pt x="253303" y="139858"/>
                    <a:pt x="255220" y="136666"/>
                  </a:cubicBezTo>
                  <a:cubicBezTo>
                    <a:pt x="257776" y="133474"/>
                    <a:pt x="257137" y="129644"/>
                    <a:pt x="253942" y="127729"/>
                  </a:cubicBezTo>
                  <a:close/>
                  <a:moveTo>
                    <a:pt x="167678" y="77295"/>
                  </a:moveTo>
                  <a:cubicBezTo>
                    <a:pt x="167678" y="72826"/>
                    <a:pt x="170234" y="61974"/>
                    <a:pt x="172151" y="56228"/>
                  </a:cubicBezTo>
                  <a:cubicBezTo>
                    <a:pt x="175346" y="58782"/>
                    <a:pt x="180458" y="61335"/>
                    <a:pt x="185570" y="61974"/>
                  </a:cubicBezTo>
                  <a:cubicBezTo>
                    <a:pt x="200905" y="64527"/>
                    <a:pt x="213046" y="59420"/>
                    <a:pt x="219436" y="56228"/>
                  </a:cubicBezTo>
                  <a:cubicBezTo>
                    <a:pt x="221992" y="61974"/>
                    <a:pt x="224549" y="73465"/>
                    <a:pt x="224549" y="77295"/>
                  </a:cubicBezTo>
                  <a:cubicBezTo>
                    <a:pt x="221354" y="92617"/>
                    <a:pt x="214325" y="104108"/>
                    <a:pt x="209851" y="108577"/>
                  </a:cubicBezTo>
                  <a:cubicBezTo>
                    <a:pt x="209213" y="109215"/>
                    <a:pt x="204740" y="111130"/>
                    <a:pt x="195794" y="111130"/>
                  </a:cubicBezTo>
                  <a:cubicBezTo>
                    <a:pt x="187487" y="111130"/>
                    <a:pt x="183014" y="109215"/>
                    <a:pt x="182375" y="108577"/>
                  </a:cubicBezTo>
                  <a:cubicBezTo>
                    <a:pt x="177902" y="104108"/>
                    <a:pt x="171512" y="93255"/>
                    <a:pt x="167678" y="77295"/>
                  </a:cubicBezTo>
                  <a:close/>
                  <a:moveTo>
                    <a:pt x="184292" y="16009"/>
                  </a:moveTo>
                  <a:cubicBezTo>
                    <a:pt x="195155" y="11540"/>
                    <a:pt x="207935" y="14094"/>
                    <a:pt x="216880" y="22393"/>
                  </a:cubicBezTo>
                  <a:cubicBezTo>
                    <a:pt x="217520" y="23031"/>
                    <a:pt x="218159" y="23670"/>
                    <a:pt x="218797" y="23670"/>
                  </a:cubicBezTo>
                  <a:cubicBezTo>
                    <a:pt x="228382" y="27500"/>
                    <a:pt x="229660" y="33884"/>
                    <a:pt x="229021" y="46014"/>
                  </a:cubicBezTo>
                  <a:cubicBezTo>
                    <a:pt x="227105" y="42822"/>
                    <a:pt x="224549" y="40907"/>
                    <a:pt x="221354" y="40907"/>
                  </a:cubicBezTo>
                  <a:cubicBezTo>
                    <a:pt x="219436" y="40907"/>
                    <a:pt x="218159" y="41545"/>
                    <a:pt x="216880" y="42183"/>
                  </a:cubicBezTo>
                  <a:cubicBezTo>
                    <a:pt x="216241" y="42822"/>
                    <a:pt x="204740" y="51759"/>
                    <a:pt x="187487" y="49206"/>
                  </a:cubicBezTo>
                  <a:cubicBezTo>
                    <a:pt x="184931" y="48567"/>
                    <a:pt x="181097" y="46014"/>
                    <a:pt x="178541" y="44099"/>
                  </a:cubicBezTo>
                  <a:cubicBezTo>
                    <a:pt x="175985" y="42183"/>
                    <a:pt x="174068" y="40907"/>
                    <a:pt x="171512" y="40907"/>
                  </a:cubicBezTo>
                  <a:cubicBezTo>
                    <a:pt x="171512" y="40907"/>
                    <a:pt x="170873" y="40907"/>
                    <a:pt x="170873" y="40907"/>
                  </a:cubicBezTo>
                  <a:cubicBezTo>
                    <a:pt x="168956" y="40907"/>
                    <a:pt x="167039" y="42183"/>
                    <a:pt x="165122" y="44099"/>
                  </a:cubicBezTo>
                  <a:cubicBezTo>
                    <a:pt x="166400" y="31331"/>
                    <a:pt x="173429" y="20478"/>
                    <a:pt x="184292" y="16009"/>
                  </a:cubicBezTo>
                  <a:close/>
                  <a:moveTo>
                    <a:pt x="33489" y="77295"/>
                  </a:moveTo>
                  <a:cubicBezTo>
                    <a:pt x="33489" y="72826"/>
                    <a:pt x="36045" y="61974"/>
                    <a:pt x="38602" y="56228"/>
                  </a:cubicBezTo>
                  <a:cubicBezTo>
                    <a:pt x="44992" y="60059"/>
                    <a:pt x="57132" y="64527"/>
                    <a:pt x="72468" y="61974"/>
                  </a:cubicBezTo>
                  <a:cubicBezTo>
                    <a:pt x="77580" y="61335"/>
                    <a:pt x="82053" y="58143"/>
                    <a:pt x="85886" y="56228"/>
                  </a:cubicBezTo>
                  <a:cubicBezTo>
                    <a:pt x="87804" y="61974"/>
                    <a:pt x="90360" y="72826"/>
                    <a:pt x="90360" y="77295"/>
                  </a:cubicBezTo>
                  <a:cubicBezTo>
                    <a:pt x="87165" y="92617"/>
                    <a:pt x="80136" y="104108"/>
                    <a:pt x="75663" y="108577"/>
                  </a:cubicBezTo>
                  <a:cubicBezTo>
                    <a:pt x="75024" y="109215"/>
                    <a:pt x="70551" y="111130"/>
                    <a:pt x="61605" y="111130"/>
                  </a:cubicBezTo>
                  <a:cubicBezTo>
                    <a:pt x="53298" y="111130"/>
                    <a:pt x="48825" y="109215"/>
                    <a:pt x="48186" y="108577"/>
                  </a:cubicBezTo>
                  <a:cubicBezTo>
                    <a:pt x="43074" y="104108"/>
                    <a:pt x="36684" y="93255"/>
                    <a:pt x="33489" y="77295"/>
                  </a:cubicBezTo>
                  <a:close/>
                  <a:moveTo>
                    <a:pt x="39240" y="23670"/>
                  </a:moveTo>
                  <a:cubicBezTo>
                    <a:pt x="39879" y="23670"/>
                    <a:pt x="40518" y="23031"/>
                    <a:pt x="41157" y="22393"/>
                  </a:cubicBezTo>
                  <a:cubicBezTo>
                    <a:pt x="50103" y="13456"/>
                    <a:pt x="62883" y="10902"/>
                    <a:pt x="73746" y="16009"/>
                  </a:cubicBezTo>
                  <a:cubicBezTo>
                    <a:pt x="84609" y="20478"/>
                    <a:pt x="91638" y="31331"/>
                    <a:pt x="93555" y="44099"/>
                  </a:cubicBezTo>
                  <a:cubicBezTo>
                    <a:pt x="91638" y="42183"/>
                    <a:pt x="89721" y="40907"/>
                    <a:pt x="87804" y="40907"/>
                  </a:cubicBezTo>
                  <a:cubicBezTo>
                    <a:pt x="84609" y="40907"/>
                    <a:pt x="82692" y="42183"/>
                    <a:pt x="80136" y="44099"/>
                  </a:cubicBezTo>
                  <a:cubicBezTo>
                    <a:pt x="77580" y="46014"/>
                    <a:pt x="73746" y="48567"/>
                    <a:pt x="71190" y="49206"/>
                  </a:cubicBezTo>
                  <a:cubicBezTo>
                    <a:pt x="53937" y="51759"/>
                    <a:pt x="42435" y="42822"/>
                    <a:pt x="41797" y="42183"/>
                  </a:cubicBezTo>
                  <a:cubicBezTo>
                    <a:pt x="40518" y="41545"/>
                    <a:pt x="39240" y="40907"/>
                    <a:pt x="37962" y="40907"/>
                  </a:cubicBezTo>
                  <a:cubicBezTo>
                    <a:pt x="37962" y="40907"/>
                    <a:pt x="37323" y="40907"/>
                    <a:pt x="37323" y="40907"/>
                  </a:cubicBezTo>
                  <a:cubicBezTo>
                    <a:pt x="34128" y="40907"/>
                    <a:pt x="32212" y="42822"/>
                    <a:pt x="29656" y="46014"/>
                  </a:cubicBezTo>
                  <a:cubicBezTo>
                    <a:pt x="28377" y="33884"/>
                    <a:pt x="29656" y="28139"/>
                    <a:pt x="39240" y="23670"/>
                  </a:cubicBezTo>
                  <a:close/>
                  <a:moveTo>
                    <a:pt x="80136" y="133474"/>
                  </a:moveTo>
                  <a:cubicBezTo>
                    <a:pt x="76941" y="137305"/>
                    <a:pt x="70551" y="139220"/>
                    <a:pt x="61605" y="139220"/>
                  </a:cubicBezTo>
                  <a:cubicBezTo>
                    <a:pt x="52659" y="139220"/>
                    <a:pt x="46269" y="137305"/>
                    <a:pt x="43074" y="133474"/>
                  </a:cubicBezTo>
                  <a:cubicBezTo>
                    <a:pt x="40518" y="130282"/>
                    <a:pt x="39879" y="126452"/>
                    <a:pt x="39879" y="125175"/>
                  </a:cubicBezTo>
                  <a:cubicBezTo>
                    <a:pt x="40518" y="123898"/>
                    <a:pt x="41157" y="121983"/>
                    <a:pt x="41797" y="120068"/>
                  </a:cubicBezTo>
                  <a:cubicBezTo>
                    <a:pt x="48186" y="123260"/>
                    <a:pt x="57132" y="123898"/>
                    <a:pt x="61605" y="123898"/>
                  </a:cubicBezTo>
                  <a:cubicBezTo>
                    <a:pt x="65439" y="123898"/>
                    <a:pt x="74385" y="123260"/>
                    <a:pt x="80775" y="120068"/>
                  </a:cubicBezTo>
                  <a:cubicBezTo>
                    <a:pt x="81414" y="121983"/>
                    <a:pt x="82053" y="123260"/>
                    <a:pt x="82692" y="124537"/>
                  </a:cubicBezTo>
                  <a:cubicBezTo>
                    <a:pt x="82692" y="125813"/>
                    <a:pt x="82692" y="130282"/>
                    <a:pt x="80136" y="133474"/>
                  </a:cubicBezTo>
                  <a:close/>
                  <a:moveTo>
                    <a:pt x="196433" y="139220"/>
                  </a:moveTo>
                  <a:cubicBezTo>
                    <a:pt x="187487" y="139220"/>
                    <a:pt x="181097" y="137305"/>
                    <a:pt x="177902" y="133474"/>
                  </a:cubicBezTo>
                  <a:cubicBezTo>
                    <a:pt x="174707" y="130282"/>
                    <a:pt x="174707" y="125813"/>
                    <a:pt x="175346" y="124537"/>
                  </a:cubicBezTo>
                  <a:cubicBezTo>
                    <a:pt x="175985" y="123260"/>
                    <a:pt x="176624" y="121983"/>
                    <a:pt x="177263" y="120068"/>
                  </a:cubicBezTo>
                  <a:cubicBezTo>
                    <a:pt x="183653" y="123260"/>
                    <a:pt x="192599" y="123898"/>
                    <a:pt x="197072" y="123898"/>
                  </a:cubicBezTo>
                  <a:cubicBezTo>
                    <a:pt x="200905" y="123898"/>
                    <a:pt x="209851" y="123260"/>
                    <a:pt x="216241" y="120068"/>
                  </a:cubicBezTo>
                  <a:cubicBezTo>
                    <a:pt x="216880" y="121983"/>
                    <a:pt x="217520" y="123260"/>
                    <a:pt x="218159" y="125175"/>
                  </a:cubicBezTo>
                  <a:cubicBezTo>
                    <a:pt x="218159" y="127090"/>
                    <a:pt x="218159" y="130921"/>
                    <a:pt x="215603" y="133474"/>
                  </a:cubicBezTo>
                  <a:cubicBezTo>
                    <a:pt x="211769" y="137305"/>
                    <a:pt x="205379" y="139220"/>
                    <a:pt x="196433" y="139220"/>
                  </a:cubicBezTo>
                  <a:close/>
                </a:path>
              </a:pathLst>
            </a:custGeom>
            <a:solidFill>
              <a:srgbClr val="00A3E0"/>
            </a:solidFill>
            <a:ln w="6390" cap="flat">
              <a:noFill/>
              <a:prstDash val="solid"/>
              <a:miter/>
            </a:ln>
          </p:spPr>
          <p:txBody>
            <a:bodyPr rtlCol="0" anchor="ctr"/>
            <a:lstStyle/>
            <a:p>
              <a:endParaRPr lang="en-US"/>
            </a:p>
          </p:txBody>
        </p:sp>
      </p:grpSp>
      <p:grpSp>
        <p:nvGrpSpPr>
          <p:cNvPr id="1183" name="Graphic 4">
            <a:extLst>
              <a:ext uri="{FF2B5EF4-FFF2-40B4-BE49-F238E27FC236}">
                <a16:creationId xmlns:a16="http://schemas.microsoft.com/office/drawing/2014/main" id="{87F54504-0E1B-2248-9972-E0875975493A}"/>
              </a:ext>
            </a:extLst>
          </p:cNvPr>
          <p:cNvGrpSpPr/>
          <p:nvPr/>
        </p:nvGrpSpPr>
        <p:grpSpPr>
          <a:xfrm>
            <a:off x="9887149" y="3824168"/>
            <a:ext cx="361670" cy="361333"/>
            <a:chOff x="9887149" y="3824168"/>
            <a:chExt cx="361670" cy="361333"/>
          </a:xfrm>
          <a:solidFill>
            <a:srgbClr val="00A3E0"/>
          </a:solidFill>
        </p:grpSpPr>
        <p:sp>
          <p:nvSpPr>
            <p:cNvPr id="1184" name="Graphic 4">
              <a:extLst>
                <a:ext uri="{FF2B5EF4-FFF2-40B4-BE49-F238E27FC236}">
                  <a16:creationId xmlns:a16="http://schemas.microsoft.com/office/drawing/2014/main" id="{42548157-99E9-0741-A0AE-171BB6B4CB3D}"/>
                </a:ext>
              </a:extLst>
            </p:cNvPr>
            <p:cNvSpPr/>
            <p:nvPr/>
          </p:nvSpPr>
          <p:spPr>
            <a:xfrm>
              <a:off x="9887149" y="3824168"/>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1670" y="81076"/>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1185" name="Graphic 4">
              <a:extLst>
                <a:ext uri="{FF2B5EF4-FFF2-40B4-BE49-F238E27FC236}">
                  <a16:creationId xmlns:a16="http://schemas.microsoft.com/office/drawing/2014/main" id="{73FD909D-F2B5-BD4F-8341-CFB37DED916B}"/>
                </a:ext>
              </a:extLst>
            </p:cNvPr>
            <p:cNvSpPr/>
            <p:nvPr/>
          </p:nvSpPr>
          <p:spPr>
            <a:xfrm>
              <a:off x="10025172" y="3887369"/>
              <a:ext cx="93293" cy="83630"/>
            </a:xfrm>
            <a:custGeom>
              <a:avLst/>
              <a:gdLst>
                <a:gd name="connsiteX0" fmla="*/ 40256 w 93293"/>
                <a:gd name="connsiteY0" fmla="*/ 81077 h 83630"/>
                <a:gd name="connsiteX1" fmla="*/ 46646 w 93293"/>
                <a:gd name="connsiteY1" fmla="*/ 83630 h 83630"/>
                <a:gd name="connsiteX2" fmla="*/ 47286 w 93293"/>
                <a:gd name="connsiteY2" fmla="*/ 83630 h 83630"/>
                <a:gd name="connsiteX3" fmla="*/ 53676 w 93293"/>
                <a:gd name="connsiteY3" fmla="*/ 81077 h 83630"/>
                <a:gd name="connsiteX4" fmla="*/ 85626 w 93293"/>
                <a:gd name="connsiteY4" fmla="*/ 47242 h 83630"/>
                <a:gd name="connsiteX5" fmla="*/ 85626 w 93293"/>
                <a:gd name="connsiteY5" fmla="*/ 8299 h 83630"/>
                <a:gd name="connsiteX6" fmla="*/ 85626 w 93293"/>
                <a:gd name="connsiteY6" fmla="*/ 8299 h 83630"/>
                <a:gd name="connsiteX7" fmla="*/ 66456 w 93293"/>
                <a:gd name="connsiteY7" fmla="*/ 0 h 83630"/>
                <a:gd name="connsiteX8" fmla="*/ 47286 w 93293"/>
                <a:gd name="connsiteY8" fmla="*/ 8299 h 83630"/>
                <a:gd name="connsiteX9" fmla="*/ 46646 w 93293"/>
                <a:gd name="connsiteY9" fmla="*/ 8938 h 83630"/>
                <a:gd name="connsiteX10" fmla="*/ 46007 w 93293"/>
                <a:gd name="connsiteY10" fmla="*/ 8299 h 83630"/>
                <a:gd name="connsiteX11" fmla="*/ 26838 w 93293"/>
                <a:gd name="connsiteY11" fmla="*/ 0 h 83630"/>
                <a:gd name="connsiteX12" fmla="*/ 7668 w 93293"/>
                <a:gd name="connsiteY12" fmla="*/ 8299 h 83630"/>
                <a:gd name="connsiteX13" fmla="*/ 7668 w 93293"/>
                <a:gd name="connsiteY13" fmla="*/ 47242 h 83630"/>
                <a:gd name="connsiteX14" fmla="*/ 40256 w 93293"/>
                <a:gd name="connsiteY14" fmla="*/ 81077 h 83630"/>
                <a:gd name="connsiteX15" fmla="*/ 17253 w 93293"/>
                <a:gd name="connsiteY15" fmla="*/ 17237 h 83630"/>
                <a:gd name="connsiteX16" fmla="*/ 26838 w 93293"/>
                <a:gd name="connsiteY16" fmla="*/ 12768 h 83630"/>
                <a:gd name="connsiteX17" fmla="*/ 36423 w 93293"/>
                <a:gd name="connsiteY17" fmla="*/ 17237 h 83630"/>
                <a:gd name="connsiteX18" fmla="*/ 46646 w 93293"/>
                <a:gd name="connsiteY18" fmla="*/ 27451 h 83630"/>
                <a:gd name="connsiteX19" fmla="*/ 56871 w 93293"/>
                <a:gd name="connsiteY19" fmla="*/ 17237 h 83630"/>
                <a:gd name="connsiteX20" fmla="*/ 76679 w 93293"/>
                <a:gd name="connsiteY20" fmla="*/ 17237 h 83630"/>
                <a:gd name="connsiteX21" fmla="*/ 76679 w 93293"/>
                <a:gd name="connsiteY21" fmla="*/ 38304 h 83630"/>
                <a:gd name="connsiteX22" fmla="*/ 47286 w 93293"/>
                <a:gd name="connsiteY22" fmla="*/ 69586 h 83630"/>
                <a:gd name="connsiteX23" fmla="*/ 17892 w 93293"/>
                <a:gd name="connsiteY23" fmla="*/ 38304 h 83630"/>
                <a:gd name="connsiteX24" fmla="*/ 17253 w 93293"/>
                <a:gd name="connsiteY24" fmla="*/ 17237 h 83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3293" h="83630">
                  <a:moveTo>
                    <a:pt x="40256" y="81077"/>
                  </a:moveTo>
                  <a:cubicBezTo>
                    <a:pt x="41535" y="82992"/>
                    <a:pt x="44091" y="83630"/>
                    <a:pt x="46646" y="83630"/>
                  </a:cubicBezTo>
                  <a:lnTo>
                    <a:pt x="47286" y="83630"/>
                  </a:lnTo>
                  <a:cubicBezTo>
                    <a:pt x="49841" y="83630"/>
                    <a:pt x="52397" y="82354"/>
                    <a:pt x="53676" y="81077"/>
                  </a:cubicBezTo>
                  <a:lnTo>
                    <a:pt x="85626" y="47242"/>
                  </a:lnTo>
                  <a:cubicBezTo>
                    <a:pt x="95849" y="36389"/>
                    <a:pt x="95849" y="19152"/>
                    <a:pt x="85626" y="8299"/>
                  </a:cubicBezTo>
                  <a:lnTo>
                    <a:pt x="85626" y="8299"/>
                  </a:lnTo>
                  <a:cubicBezTo>
                    <a:pt x="80513" y="3192"/>
                    <a:pt x="73484" y="0"/>
                    <a:pt x="66456" y="0"/>
                  </a:cubicBezTo>
                  <a:cubicBezTo>
                    <a:pt x="59426" y="0"/>
                    <a:pt x="52397" y="3192"/>
                    <a:pt x="47286" y="8299"/>
                  </a:cubicBezTo>
                  <a:lnTo>
                    <a:pt x="46646" y="8938"/>
                  </a:lnTo>
                  <a:lnTo>
                    <a:pt x="46007" y="8299"/>
                  </a:lnTo>
                  <a:cubicBezTo>
                    <a:pt x="40896" y="3192"/>
                    <a:pt x="33866" y="0"/>
                    <a:pt x="26838" y="0"/>
                  </a:cubicBezTo>
                  <a:cubicBezTo>
                    <a:pt x="19809" y="0"/>
                    <a:pt x="12780" y="3192"/>
                    <a:pt x="7668" y="8299"/>
                  </a:cubicBezTo>
                  <a:cubicBezTo>
                    <a:pt x="-2556" y="19152"/>
                    <a:pt x="-2556" y="36389"/>
                    <a:pt x="7668" y="47242"/>
                  </a:cubicBezTo>
                  <a:lnTo>
                    <a:pt x="40256" y="81077"/>
                  </a:lnTo>
                  <a:close/>
                  <a:moveTo>
                    <a:pt x="17253" y="17237"/>
                  </a:moveTo>
                  <a:cubicBezTo>
                    <a:pt x="19809" y="14683"/>
                    <a:pt x="23643" y="12768"/>
                    <a:pt x="26838" y="12768"/>
                  </a:cubicBezTo>
                  <a:cubicBezTo>
                    <a:pt x="30033" y="12768"/>
                    <a:pt x="33866" y="14045"/>
                    <a:pt x="36423" y="17237"/>
                  </a:cubicBezTo>
                  <a:lnTo>
                    <a:pt x="46646" y="27451"/>
                  </a:lnTo>
                  <a:lnTo>
                    <a:pt x="56871" y="17237"/>
                  </a:lnTo>
                  <a:cubicBezTo>
                    <a:pt x="61982" y="11491"/>
                    <a:pt x="71567" y="11491"/>
                    <a:pt x="76679" y="17237"/>
                  </a:cubicBezTo>
                  <a:cubicBezTo>
                    <a:pt x="82431" y="22983"/>
                    <a:pt x="82431" y="32559"/>
                    <a:pt x="76679" y="38304"/>
                  </a:cubicBezTo>
                  <a:lnTo>
                    <a:pt x="47286" y="69586"/>
                  </a:lnTo>
                  <a:lnTo>
                    <a:pt x="17892" y="38304"/>
                  </a:lnTo>
                  <a:cubicBezTo>
                    <a:pt x="11502" y="32559"/>
                    <a:pt x="11502" y="23621"/>
                    <a:pt x="17253" y="17237"/>
                  </a:cubicBezTo>
                  <a:close/>
                </a:path>
              </a:pathLst>
            </a:custGeom>
            <a:solidFill>
              <a:srgbClr val="00A3E0"/>
            </a:solidFill>
            <a:ln w="6390" cap="flat">
              <a:noFill/>
              <a:prstDash val="solid"/>
              <a:miter/>
            </a:ln>
          </p:spPr>
          <p:txBody>
            <a:bodyPr rtlCol="0" anchor="ctr"/>
            <a:lstStyle/>
            <a:p>
              <a:endParaRPr lang="en-US"/>
            </a:p>
          </p:txBody>
        </p:sp>
        <p:sp>
          <p:nvSpPr>
            <p:cNvPr id="1186" name="Graphic 4">
              <a:extLst>
                <a:ext uri="{FF2B5EF4-FFF2-40B4-BE49-F238E27FC236}">
                  <a16:creationId xmlns:a16="http://schemas.microsoft.com/office/drawing/2014/main" id="{4AA4E38D-7F8B-AD49-8D48-D898B0A125AF}"/>
                </a:ext>
              </a:extLst>
            </p:cNvPr>
            <p:cNvSpPr/>
            <p:nvPr/>
          </p:nvSpPr>
          <p:spPr>
            <a:xfrm>
              <a:off x="9941753" y="3973689"/>
              <a:ext cx="251284" cy="149248"/>
            </a:xfrm>
            <a:custGeom>
              <a:avLst/>
              <a:gdLst>
                <a:gd name="connsiteX0" fmla="*/ 249557 w 251284"/>
                <a:gd name="connsiteY0" fmla="*/ 119882 h 149248"/>
                <a:gd name="connsiteX1" fmla="*/ 241889 w 251284"/>
                <a:gd name="connsiteY1" fmla="*/ 86686 h 149248"/>
                <a:gd name="connsiteX2" fmla="*/ 232943 w 251284"/>
                <a:gd name="connsiteY2" fmla="*/ 23484 h 149248"/>
                <a:gd name="connsiteX3" fmla="*/ 196520 w 251284"/>
                <a:gd name="connsiteY3" fmla="*/ 502 h 149248"/>
                <a:gd name="connsiteX4" fmla="*/ 166488 w 251284"/>
                <a:gd name="connsiteY4" fmla="*/ 7524 h 149248"/>
                <a:gd name="connsiteX5" fmla="*/ 145401 w 251284"/>
                <a:gd name="connsiteY5" fmla="*/ 20930 h 149248"/>
                <a:gd name="connsiteX6" fmla="*/ 135816 w 251284"/>
                <a:gd name="connsiteY6" fmla="*/ 83494 h 149248"/>
                <a:gd name="connsiteX7" fmla="*/ 127509 w 251284"/>
                <a:gd name="connsiteY7" fmla="*/ 117329 h 149248"/>
                <a:gd name="connsiteX8" fmla="*/ 125592 w 251284"/>
                <a:gd name="connsiteY8" fmla="*/ 118606 h 149248"/>
                <a:gd name="connsiteX9" fmla="*/ 123675 w 251284"/>
                <a:gd name="connsiteY9" fmla="*/ 117329 h 149248"/>
                <a:gd name="connsiteX10" fmla="*/ 115368 w 251284"/>
                <a:gd name="connsiteY10" fmla="*/ 83494 h 149248"/>
                <a:gd name="connsiteX11" fmla="*/ 105783 w 251284"/>
                <a:gd name="connsiteY11" fmla="*/ 20930 h 149248"/>
                <a:gd name="connsiteX12" fmla="*/ 84696 w 251284"/>
                <a:gd name="connsiteY12" fmla="*/ 7524 h 149248"/>
                <a:gd name="connsiteX13" fmla="*/ 54664 w 251284"/>
                <a:gd name="connsiteY13" fmla="*/ 502 h 149248"/>
                <a:gd name="connsiteX14" fmla="*/ 18241 w 251284"/>
                <a:gd name="connsiteY14" fmla="*/ 23484 h 149248"/>
                <a:gd name="connsiteX15" fmla="*/ 9295 w 251284"/>
                <a:gd name="connsiteY15" fmla="*/ 86686 h 149248"/>
                <a:gd name="connsiteX16" fmla="*/ 1627 w 251284"/>
                <a:gd name="connsiteY16" fmla="*/ 119882 h 149248"/>
                <a:gd name="connsiteX17" fmla="*/ 2266 w 251284"/>
                <a:gd name="connsiteY17" fmla="*/ 128820 h 149248"/>
                <a:gd name="connsiteX18" fmla="*/ 6739 w 251284"/>
                <a:gd name="connsiteY18" fmla="*/ 130735 h 149248"/>
                <a:gd name="connsiteX19" fmla="*/ 11212 w 251284"/>
                <a:gd name="connsiteY19" fmla="*/ 128820 h 149248"/>
                <a:gd name="connsiteX20" fmla="*/ 12490 w 251284"/>
                <a:gd name="connsiteY20" fmla="*/ 128182 h 149248"/>
                <a:gd name="connsiteX21" fmla="*/ 39967 w 251284"/>
                <a:gd name="connsiteY21" fmla="*/ 117967 h 149248"/>
                <a:gd name="connsiteX22" fmla="*/ 64249 w 251284"/>
                <a:gd name="connsiteY22" fmla="*/ 149249 h 149248"/>
                <a:gd name="connsiteX23" fmla="*/ 87891 w 251284"/>
                <a:gd name="connsiteY23" fmla="*/ 117967 h 149248"/>
                <a:gd name="connsiteX24" fmla="*/ 121119 w 251284"/>
                <a:gd name="connsiteY24" fmla="*/ 131374 h 149248"/>
                <a:gd name="connsiteX25" fmla="*/ 124314 w 251284"/>
                <a:gd name="connsiteY25" fmla="*/ 132650 h 149248"/>
                <a:gd name="connsiteX26" fmla="*/ 124953 w 251284"/>
                <a:gd name="connsiteY26" fmla="*/ 132650 h 149248"/>
                <a:gd name="connsiteX27" fmla="*/ 125592 w 251284"/>
                <a:gd name="connsiteY27" fmla="*/ 132650 h 149248"/>
                <a:gd name="connsiteX28" fmla="*/ 128787 w 251284"/>
                <a:gd name="connsiteY28" fmla="*/ 131374 h 149248"/>
                <a:gd name="connsiteX29" fmla="*/ 133899 w 251284"/>
                <a:gd name="connsiteY29" fmla="*/ 128182 h 149248"/>
                <a:gd name="connsiteX30" fmla="*/ 133899 w 251284"/>
                <a:gd name="connsiteY30" fmla="*/ 128182 h 149248"/>
                <a:gd name="connsiteX31" fmla="*/ 162014 w 251284"/>
                <a:gd name="connsiteY31" fmla="*/ 117329 h 149248"/>
                <a:gd name="connsiteX32" fmla="*/ 185658 w 251284"/>
                <a:gd name="connsiteY32" fmla="*/ 148610 h 149248"/>
                <a:gd name="connsiteX33" fmla="*/ 209939 w 251284"/>
                <a:gd name="connsiteY33" fmla="*/ 117329 h 149248"/>
                <a:gd name="connsiteX34" fmla="*/ 237416 w 251284"/>
                <a:gd name="connsiteY34" fmla="*/ 127543 h 149248"/>
                <a:gd name="connsiteX35" fmla="*/ 238694 w 251284"/>
                <a:gd name="connsiteY35" fmla="*/ 128182 h 149248"/>
                <a:gd name="connsiteX36" fmla="*/ 243167 w 251284"/>
                <a:gd name="connsiteY36" fmla="*/ 130097 h 149248"/>
                <a:gd name="connsiteX37" fmla="*/ 247640 w 251284"/>
                <a:gd name="connsiteY37" fmla="*/ 128182 h 149248"/>
                <a:gd name="connsiteX38" fmla="*/ 249557 w 251284"/>
                <a:gd name="connsiteY38" fmla="*/ 119882 h 149248"/>
                <a:gd name="connsiteX39" fmla="*/ 149234 w 251284"/>
                <a:gd name="connsiteY39" fmla="*/ 80940 h 149248"/>
                <a:gd name="connsiteX40" fmla="*/ 155624 w 251284"/>
                <a:gd name="connsiteY40" fmla="*/ 29230 h 149248"/>
                <a:gd name="connsiteX41" fmla="*/ 169683 w 251284"/>
                <a:gd name="connsiteY41" fmla="*/ 19654 h 149248"/>
                <a:gd name="connsiteX42" fmla="*/ 174155 w 251284"/>
                <a:gd name="connsiteY42" fmla="*/ 17738 h 149248"/>
                <a:gd name="connsiteX43" fmla="*/ 194604 w 251284"/>
                <a:gd name="connsiteY43" fmla="*/ 13270 h 149248"/>
                <a:gd name="connsiteX44" fmla="*/ 221441 w 251284"/>
                <a:gd name="connsiteY44" fmla="*/ 30506 h 149248"/>
                <a:gd name="connsiteX45" fmla="*/ 229109 w 251284"/>
                <a:gd name="connsiteY45" fmla="*/ 82855 h 149248"/>
                <a:gd name="connsiteX46" fmla="*/ 229748 w 251284"/>
                <a:gd name="connsiteY46" fmla="*/ 110306 h 149248"/>
                <a:gd name="connsiteX47" fmla="*/ 211856 w 251284"/>
                <a:gd name="connsiteY47" fmla="*/ 104561 h 149248"/>
                <a:gd name="connsiteX48" fmla="*/ 211856 w 251284"/>
                <a:gd name="connsiteY48" fmla="*/ 102007 h 149248"/>
                <a:gd name="connsiteX49" fmla="*/ 227192 w 251284"/>
                <a:gd name="connsiteY49" fmla="*/ 60511 h 149248"/>
                <a:gd name="connsiteX50" fmla="*/ 227192 w 251284"/>
                <a:gd name="connsiteY50" fmla="*/ 59234 h 149248"/>
                <a:gd name="connsiteX51" fmla="*/ 227192 w 251284"/>
                <a:gd name="connsiteY51" fmla="*/ 58596 h 149248"/>
                <a:gd name="connsiteX52" fmla="*/ 227192 w 251284"/>
                <a:gd name="connsiteY52" fmla="*/ 58596 h 149248"/>
                <a:gd name="connsiteX53" fmla="*/ 226553 w 251284"/>
                <a:gd name="connsiteY53" fmla="*/ 56681 h 149248"/>
                <a:gd name="connsiteX54" fmla="*/ 225914 w 251284"/>
                <a:gd name="connsiteY54" fmla="*/ 56042 h 149248"/>
                <a:gd name="connsiteX55" fmla="*/ 224636 w 251284"/>
                <a:gd name="connsiteY55" fmla="*/ 54766 h 149248"/>
                <a:gd name="connsiteX56" fmla="*/ 223997 w 251284"/>
                <a:gd name="connsiteY56" fmla="*/ 54127 h 149248"/>
                <a:gd name="connsiteX57" fmla="*/ 222719 w 251284"/>
                <a:gd name="connsiteY57" fmla="*/ 53489 h 149248"/>
                <a:gd name="connsiteX58" fmla="*/ 221441 w 251284"/>
                <a:gd name="connsiteY58" fmla="*/ 53489 h 149248"/>
                <a:gd name="connsiteX59" fmla="*/ 220802 w 251284"/>
                <a:gd name="connsiteY59" fmla="*/ 53489 h 149248"/>
                <a:gd name="connsiteX60" fmla="*/ 220802 w 251284"/>
                <a:gd name="connsiteY60" fmla="*/ 53489 h 149248"/>
                <a:gd name="connsiteX61" fmla="*/ 220163 w 251284"/>
                <a:gd name="connsiteY61" fmla="*/ 53489 h 149248"/>
                <a:gd name="connsiteX62" fmla="*/ 219524 w 251284"/>
                <a:gd name="connsiteY62" fmla="*/ 53489 h 149248"/>
                <a:gd name="connsiteX63" fmla="*/ 176711 w 251284"/>
                <a:gd name="connsiteY63" fmla="*/ 39444 h 149248"/>
                <a:gd name="connsiteX64" fmla="*/ 173517 w 251284"/>
                <a:gd name="connsiteY64" fmla="*/ 36252 h 149248"/>
                <a:gd name="connsiteX65" fmla="*/ 167765 w 251284"/>
                <a:gd name="connsiteY65" fmla="*/ 35614 h 149248"/>
                <a:gd name="connsiteX66" fmla="*/ 163932 w 251284"/>
                <a:gd name="connsiteY66" fmla="*/ 40082 h 149248"/>
                <a:gd name="connsiteX67" fmla="*/ 154347 w 251284"/>
                <a:gd name="connsiteY67" fmla="*/ 57958 h 149248"/>
                <a:gd name="connsiteX68" fmla="*/ 154347 w 251284"/>
                <a:gd name="connsiteY68" fmla="*/ 57958 h 149248"/>
                <a:gd name="connsiteX69" fmla="*/ 154347 w 251284"/>
                <a:gd name="connsiteY69" fmla="*/ 57958 h 149248"/>
                <a:gd name="connsiteX70" fmla="*/ 153069 w 251284"/>
                <a:gd name="connsiteY70" fmla="*/ 58596 h 149248"/>
                <a:gd name="connsiteX71" fmla="*/ 151791 w 251284"/>
                <a:gd name="connsiteY71" fmla="*/ 59234 h 149248"/>
                <a:gd name="connsiteX72" fmla="*/ 151152 w 251284"/>
                <a:gd name="connsiteY72" fmla="*/ 59873 h 149248"/>
                <a:gd name="connsiteX73" fmla="*/ 150513 w 251284"/>
                <a:gd name="connsiteY73" fmla="*/ 60511 h 149248"/>
                <a:gd name="connsiteX74" fmla="*/ 149874 w 251284"/>
                <a:gd name="connsiteY74" fmla="*/ 61788 h 149248"/>
                <a:gd name="connsiteX75" fmla="*/ 149234 w 251284"/>
                <a:gd name="connsiteY75" fmla="*/ 63065 h 149248"/>
                <a:gd name="connsiteX76" fmla="*/ 149234 w 251284"/>
                <a:gd name="connsiteY76" fmla="*/ 64342 h 149248"/>
                <a:gd name="connsiteX77" fmla="*/ 149234 w 251284"/>
                <a:gd name="connsiteY77" fmla="*/ 65618 h 149248"/>
                <a:gd name="connsiteX78" fmla="*/ 149234 w 251284"/>
                <a:gd name="connsiteY78" fmla="*/ 65618 h 149248"/>
                <a:gd name="connsiteX79" fmla="*/ 149234 w 251284"/>
                <a:gd name="connsiteY79" fmla="*/ 65618 h 149248"/>
                <a:gd name="connsiteX80" fmla="*/ 158819 w 251284"/>
                <a:gd name="connsiteY80" fmla="*/ 95623 h 149248"/>
                <a:gd name="connsiteX81" fmla="*/ 163932 w 251284"/>
                <a:gd name="connsiteY81" fmla="*/ 102007 h 149248"/>
                <a:gd name="connsiteX82" fmla="*/ 163932 w 251284"/>
                <a:gd name="connsiteY82" fmla="*/ 103922 h 149248"/>
                <a:gd name="connsiteX83" fmla="*/ 147957 w 251284"/>
                <a:gd name="connsiteY83" fmla="*/ 109030 h 149248"/>
                <a:gd name="connsiteX84" fmla="*/ 149234 w 251284"/>
                <a:gd name="connsiteY84" fmla="*/ 80940 h 149248"/>
                <a:gd name="connsiteX85" fmla="*/ 168404 w 251284"/>
                <a:gd name="connsiteY85" fmla="*/ 89239 h 149248"/>
                <a:gd name="connsiteX86" fmla="*/ 161375 w 251284"/>
                <a:gd name="connsiteY86" fmla="*/ 68810 h 149248"/>
                <a:gd name="connsiteX87" fmla="*/ 172239 w 251284"/>
                <a:gd name="connsiteY87" fmla="*/ 53489 h 149248"/>
                <a:gd name="connsiteX88" fmla="*/ 214412 w 251284"/>
                <a:gd name="connsiteY88" fmla="*/ 68172 h 149248"/>
                <a:gd name="connsiteX89" fmla="*/ 186935 w 251284"/>
                <a:gd name="connsiteY89" fmla="*/ 100092 h 149248"/>
                <a:gd name="connsiteX90" fmla="*/ 168404 w 251284"/>
                <a:gd name="connsiteY90" fmla="*/ 89239 h 149248"/>
                <a:gd name="connsiteX91" fmla="*/ 30382 w 251284"/>
                <a:gd name="connsiteY91" fmla="*/ 30506 h 149248"/>
                <a:gd name="connsiteX92" fmla="*/ 57220 w 251284"/>
                <a:gd name="connsiteY92" fmla="*/ 13270 h 149248"/>
                <a:gd name="connsiteX93" fmla="*/ 77667 w 251284"/>
                <a:gd name="connsiteY93" fmla="*/ 17738 h 149248"/>
                <a:gd name="connsiteX94" fmla="*/ 82140 w 251284"/>
                <a:gd name="connsiteY94" fmla="*/ 19654 h 149248"/>
                <a:gd name="connsiteX95" fmla="*/ 96198 w 251284"/>
                <a:gd name="connsiteY95" fmla="*/ 29230 h 149248"/>
                <a:gd name="connsiteX96" fmla="*/ 102588 w 251284"/>
                <a:gd name="connsiteY96" fmla="*/ 80940 h 149248"/>
                <a:gd name="connsiteX97" fmla="*/ 104505 w 251284"/>
                <a:gd name="connsiteY97" fmla="*/ 109030 h 149248"/>
                <a:gd name="connsiteX98" fmla="*/ 88530 w 251284"/>
                <a:gd name="connsiteY98" fmla="*/ 103922 h 149248"/>
                <a:gd name="connsiteX99" fmla="*/ 88530 w 251284"/>
                <a:gd name="connsiteY99" fmla="*/ 102007 h 149248"/>
                <a:gd name="connsiteX100" fmla="*/ 93642 w 251284"/>
                <a:gd name="connsiteY100" fmla="*/ 95623 h 149248"/>
                <a:gd name="connsiteX101" fmla="*/ 103227 w 251284"/>
                <a:gd name="connsiteY101" fmla="*/ 65618 h 149248"/>
                <a:gd name="connsiteX102" fmla="*/ 103227 w 251284"/>
                <a:gd name="connsiteY102" fmla="*/ 65618 h 149248"/>
                <a:gd name="connsiteX103" fmla="*/ 103227 w 251284"/>
                <a:gd name="connsiteY103" fmla="*/ 65618 h 149248"/>
                <a:gd name="connsiteX104" fmla="*/ 103227 w 251284"/>
                <a:gd name="connsiteY104" fmla="*/ 63703 h 149248"/>
                <a:gd name="connsiteX105" fmla="*/ 103227 w 251284"/>
                <a:gd name="connsiteY105" fmla="*/ 63065 h 149248"/>
                <a:gd name="connsiteX106" fmla="*/ 102588 w 251284"/>
                <a:gd name="connsiteY106" fmla="*/ 61150 h 149248"/>
                <a:gd name="connsiteX107" fmla="*/ 102588 w 251284"/>
                <a:gd name="connsiteY107" fmla="*/ 61150 h 149248"/>
                <a:gd name="connsiteX108" fmla="*/ 101310 w 251284"/>
                <a:gd name="connsiteY108" fmla="*/ 59873 h 149248"/>
                <a:gd name="connsiteX109" fmla="*/ 100671 w 251284"/>
                <a:gd name="connsiteY109" fmla="*/ 59234 h 149248"/>
                <a:gd name="connsiteX110" fmla="*/ 99393 w 251284"/>
                <a:gd name="connsiteY110" fmla="*/ 58596 h 149248"/>
                <a:gd name="connsiteX111" fmla="*/ 98755 w 251284"/>
                <a:gd name="connsiteY111" fmla="*/ 58596 h 149248"/>
                <a:gd name="connsiteX112" fmla="*/ 98755 w 251284"/>
                <a:gd name="connsiteY112" fmla="*/ 58596 h 149248"/>
                <a:gd name="connsiteX113" fmla="*/ 98755 w 251284"/>
                <a:gd name="connsiteY113" fmla="*/ 58596 h 149248"/>
                <a:gd name="connsiteX114" fmla="*/ 89170 w 251284"/>
                <a:gd name="connsiteY114" fmla="*/ 40721 h 149248"/>
                <a:gd name="connsiteX115" fmla="*/ 85335 w 251284"/>
                <a:gd name="connsiteY115" fmla="*/ 36252 h 149248"/>
                <a:gd name="connsiteX116" fmla="*/ 79585 w 251284"/>
                <a:gd name="connsiteY116" fmla="*/ 36890 h 149248"/>
                <a:gd name="connsiteX117" fmla="*/ 76390 w 251284"/>
                <a:gd name="connsiteY117" fmla="*/ 40082 h 149248"/>
                <a:gd name="connsiteX118" fmla="*/ 33577 w 251284"/>
                <a:gd name="connsiteY118" fmla="*/ 54127 h 149248"/>
                <a:gd name="connsiteX119" fmla="*/ 32938 w 251284"/>
                <a:gd name="connsiteY119" fmla="*/ 54127 h 149248"/>
                <a:gd name="connsiteX120" fmla="*/ 32299 w 251284"/>
                <a:gd name="connsiteY120" fmla="*/ 54127 h 149248"/>
                <a:gd name="connsiteX121" fmla="*/ 32299 w 251284"/>
                <a:gd name="connsiteY121" fmla="*/ 54127 h 149248"/>
                <a:gd name="connsiteX122" fmla="*/ 31660 w 251284"/>
                <a:gd name="connsiteY122" fmla="*/ 54127 h 149248"/>
                <a:gd name="connsiteX123" fmla="*/ 30382 w 251284"/>
                <a:gd name="connsiteY123" fmla="*/ 54127 h 149248"/>
                <a:gd name="connsiteX124" fmla="*/ 29104 w 251284"/>
                <a:gd name="connsiteY124" fmla="*/ 54766 h 149248"/>
                <a:gd name="connsiteX125" fmla="*/ 28465 w 251284"/>
                <a:gd name="connsiteY125" fmla="*/ 55404 h 149248"/>
                <a:gd name="connsiteX126" fmla="*/ 27187 w 251284"/>
                <a:gd name="connsiteY126" fmla="*/ 56681 h 149248"/>
                <a:gd name="connsiteX127" fmla="*/ 26548 w 251284"/>
                <a:gd name="connsiteY127" fmla="*/ 57319 h 149248"/>
                <a:gd name="connsiteX128" fmla="*/ 25909 w 251284"/>
                <a:gd name="connsiteY128" fmla="*/ 59234 h 149248"/>
                <a:gd name="connsiteX129" fmla="*/ 25909 w 251284"/>
                <a:gd name="connsiteY129" fmla="*/ 59234 h 149248"/>
                <a:gd name="connsiteX130" fmla="*/ 25909 w 251284"/>
                <a:gd name="connsiteY130" fmla="*/ 59873 h 149248"/>
                <a:gd name="connsiteX131" fmla="*/ 25909 w 251284"/>
                <a:gd name="connsiteY131" fmla="*/ 61150 h 149248"/>
                <a:gd name="connsiteX132" fmla="*/ 41245 w 251284"/>
                <a:gd name="connsiteY132" fmla="*/ 102646 h 149248"/>
                <a:gd name="connsiteX133" fmla="*/ 41245 w 251284"/>
                <a:gd name="connsiteY133" fmla="*/ 105199 h 149248"/>
                <a:gd name="connsiteX134" fmla="*/ 23353 w 251284"/>
                <a:gd name="connsiteY134" fmla="*/ 110945 h 149248"/>
                <a:gd name="connsiteX135" fmla="*/ 23992 w 251284"/>
                <a:gd name="connsiteY135" fmla="*/ 83494 h 149248"/>
                <a:gd name="connsiteX136" fmla="*/ 30382 w 251284"/>
                <a:gd name="connsiteY136" fmla="*/ 30506 h 149248"/>
                <a:gd name="connsiteX137" fmla="*/ 38050 w 251284"/>
                <a:gd name="connsiteY137" fmla="*/ 67534 h 149248"/>
                <a:gd name="connsiteX138" fmla="*/ 80224 w 251284"/>
                <a:gd name="connsiteY138" fmla="*/ 53489 h 149248"/>
                <a:gd name="connsiteX139" fmla="*/ 91086 w 251284"/>
                <a:gd name="connsiteY139" fmla="*/ 68810 h 149248"/>
                <a:gd name="connsiteX140" fmla="*/ 84057 w 251284"/>
                <a:gd name="connsiteY140" fmla="*/ 89239 h 149248"/>
                <a:gd name="connsiteX141" fmla="*/ 65526 w 251284"/>
                <a:gd name="connsiteY141" fmla="*/ 100092 h 149248"/>
                <a:gd name="connsiteX142" fmla="*/ 38050 w 251284"/>
                <a:gd name="connsiteY142" fmla="*/ 67534 h 149248"/>
                <a:gd name="connsiteX143" fmla="*/ 65526 w 251284"/>
                <a:gd name="connsiteY143" fmla="*/ 135842 h 149248"/>
                <a:gd name="connsiteX144" fmla="*/ 52747 w 251284"/>
                <a:gd name="connsiteY144" fmla="*/ 110306 h 149248"/>
                <a:gd name="connsiteX145" fmla="*/ 65526 w 251284"/>
                <a:gd name="connsiteY145" fmla="*/ 112860 h 149248"/>
                <a:gd name="connsiteX146" fmla="*/ 77667 w 251284"/>
                <a:gd name="connsiteY146" fmla="*/ 110945 h 149248"/>
                <a:gd name="connsiteX147" fmla="*/ 65526 w 251284"/>
                <a:gd name="connsiteY147" fmla="*/ 135842 h 149248"/>
                <a:gd name="connsiteX148" fmla="*/ 186935 w 251284"/>
                <a:gd name="connsiteY148" fmla="*/ 135842 h 149248"/>
                <a:gd name="connsiteX149" fmla="*/ 175434 w 251284"/>
                <a:gd name="connsiteY149" fmla="*/ 110306 h 149248"/>
                <a:gd name="connsiteX150" fmla="*/ 187574 w 251284"/>
                <a:gd name="connsiteY150" fmla="*/ 112222 h 149248"/>
                <a:gd name="connsiteX151" fmla="*/ 200354 w 251284"/>
                <a:gd name="connsiteY151" fmla="*/ 109668 h 149248"/>
                <a:gd name="connsiteX152" fmla="*/ 186935 w 251284"/>
                <a:gd name="connsiteY152" fmla="*/ 135842 h 149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251284" h="149248">
                  <a:moveTo>
                    <a:pt x="249557" y="119882"/>
                  </a:moveTo>
                  <a:cubicBezTo>
                    <a:pt x="248918" y="119244"/>
                    <a:pt x="236777" y="105199"/>
                    <a:pt x="241889" y="86686"/>
                  </a:cubicBezTo>
                  <a:cubicBezTo>
                    <a:pt x="247640" y="65618"/>
                    <a:pt x="244445" y="40721"/>
                    <a:pt x="232943" y="23484"/>
                  </a:cubicBezTo>
                  <a:cubicBezTo>
                    <a:pt x="223997" y="10716"/>
                    <a:pt x="211856" y="2417"/>
                    <a:pt x="196520" y="502"/>
                  </a:cubicBezTo>
                  <a:cubicBezTo>
                    <a:pt x="182463" y="-1414"/>
                    <a:pt x="172239" y="2417"/>
                    <a:pt x="166488" y="7524"/>
                  </a:cubicBezTo>
                  <a:cubicBezTo>
                    <a:pt x="161375" y="8801"/>
                    <a:pt x="152429" y="11993"/>
                    <a:pt x="145401" y="20930"/>
                  </a:cubicBezTo>
                  <a:cubicBezTo>
                    <a:pt x="137733" y="30506"/>
                    <a:pt x="129426" y="49658"/>
                    <a:pt x="135816" y="83494"/>
                  </a:cubicBezTo>
                  <a:cubicBezTo>
                    <a:pt x="137733" y="93070"/>
                    <a:pt x="135816" y="107114"/>
                    <a:pt x="127509" y="117329"/>
                  </a:cubicBezTo>
                  <a:cubicBezTo>
                    <a:pt x="126870" y="117967"/>
                    <a:pt x="126231" y="117967"/>
                    <a:pt x="125592" y="118606"/>
                  </a:cubicBezTo>
                  <a:cubicBezTo>
                    <a:pt x="124953" y="117967"/>
                    <a:pt x="124314" y="117967"/>
                    <a:pt x="123675" y="117329"/>
                  </a:cubicBezTo>
                  <a:cubicBezTo>
                    <a:pt x="115368" y="107114"/>
                    <a:pt x="113451" y="93070"/>
                    <a:pt x="115368" y="83494"/>
                  </a:cubicBezTo>
                  <a:cubicBezTo>
                    <a:pt x="121758" y="49658"/>
                    <a:pt x="114090" y="31145"/>
                    <a:pt x="105783" y="20930"/>
                  </a:cubicBezTo>
                  <a:cubicBezTo>
                    <a:pt x="98755" y="11993"/>
                    <a:pt x="89809" y="8162"/>
                    <a:pt x="84696" y="7524"/>
                  </a:cubicBezTo>
                  <a:cubicBezTo>
                    <a:pt x="78945" y="3055"/>
                    <a:pt x="68721" y="-775"/>
                    <a:pt x="54664" y="502"/>
                  </a:cubicBezTo>
                  <a:cubicBezTo>
                    <a:pt x="39967" y="2417"/>
                    <a:pt x="27187" y="10078"/>
                    <a:pt x="18241" y="23484"/>
                  </a:cubicBezTo>
                  <a:cubicBezTo>
                    <a:pt x="6739" y="40721"/>
                    <a:pt x="3544" y="65618"/>
                    <a:pt x="9295" y="86686"/>
                  </a:cubicBezTo>
                  <a:cubicBezTo>
                    <a:pt x="14407" y="105199"/>
                    <a:pt x="2266" y="119244"/>
                    <a:pt x="1627" y="119882"/>
                  </a:cubicBezTo>
                  <a:cubicBezTo>
                    <a:pt x="-929" y="122436"/>
                    <a:pt x="-289" y="126266"/>
                    <a:pt x="2266" y="128820"/>
                  </a:cubicBezTo>
                  <a:cubicBezTo>
                    <a:pt x="3544" y="130097"/>
                    <a:pt x="4822" y="130735"/>
                    <a:pt x="6739" y="130735"/>
                  </a:cubicBezTo>
                  <a:cubicBezTo>
                    <a:pt x="8656" y="130735"/>
                    <a:pt x="9934" y="130097"/>
                    <a:pt x="11212" y="128820"/>
                  </a:cubicBezTo>
                  <a:cubicBezTo>
                    <a:pt x="11851" y="128820"/>
                    <a:pt x="12490" y="128820"/>
                    <a:pt x="12490" y="128182"/>
                  </a:cubicBezTo>
                  <a:cubicBezTo>
                    <a:pt x="21436" y="123713"/>
                    <a:pt x="32938" y="119882"/>
                    <a:pt x="39967" y="117967"/>
                  </a:cubicBezTo>
                  <a:cubicBezTo>
                    <a:pt x="42523" y="129458"/>
                    <a:pt x="49552" y="149249"/>
                    <a:pt x="64249" y="149249"/>
                  </a:cubicBezTo>
                  <a:cubicBezTo>
                    <a:pt x="78945" y="149249"/>
                    <a:pt x="85335" y="129458"/>
                    <a:pt x="87891" y="117967"/>
                  </a:cubicBezTo>
                  <a:cubicBezTo>
                    <a:pt x="96198" y="120521"/>
                    <a:pt x="111534" y="124990"/>
                    <a:pt x="121119" y="131374"/>
                  </a:cubicBezTo>
                  <a:cubicBezTo>
                    <a:pt x="122397" y="132012"/>
                    <a:pt x="123675" y="132650"/>
                    <a:pt x="124314" y="132650"/>
                  </a:cubicBezTo>
                  <a:cubicBezTo>
                    <a:pt x="124314" y="132650"/>
                    <a:pt x="124314" y="132650"/>
                    <a:pt x="124953" y="132650"/>
                  </a:cubicBezTo>
                  <a:cubicBezTo>
                    <a:pt x="124953" y="132650"/>
                    <a:pt x="124953" y="132650"/>
                    <a:pt x="125592" y="132650"/>
                  </a:cubicBezTo>
                  <a:cubicBezTo>
                    <a:pt x="126870" y="132650"/>
                    <a:pt x="128148" y="132012"/>
                    <a:pt x="128787" y="131374"/>
                  </a:cubicBezTo>
                  <a:cubicBezTo>
                    <a:pt x="130704" y="130097"/>
                    <a:pt x="131982" y="129458"/>
                    <a:pt x="133899" y="128182"/>
                  </a:cubicBezTo>
                  <a:cubicBezTo>
                    <a:pt x="133899" y="128182"/>
                    <a:pt x="133899" y="128182"/>
                    <a:pt x="133899" y="128182"/>
                  </a:cubicBezTo>
                  <a:cubicBezTo>
                    <a:pt x="143484" y="123074"/>
                    <a:pt x="154986" y="119244"/>
                    <a:pt x="162014" y="117329"/>
                  </a:cubicBezTo>
                  <a:cubicBezTo>
                    <a:pt x="164570" y="128820"/>
                    <a:pt x="170322" y="148610"/>
                    <a:pt x="185658" y="148610"/>
                  </a:cubicBezTo>
                  <a:cubicBezTo>
                    <a:pt x="200354" y="148610"/>
                    <a:pt x="207384" y="128820"/>
                    <a:pt x="209939" y="117329"/>
                  </a:cubicBezTo>
                  <a:cubicBezTo>
                    <a:pt x="216968" y="119244"/>
                    <a:pt x="228470" y="123074"/>
                    <a:pt x="237416" y="127543"/>
                  </a:cubicBezTo>
                  <a:cubicBezTo>
                    <a:pt x="238055" y="127543"/>
                    <a:pt x="238694" y="128182"/>
                    <a:pt x="238694" y="128182"/>
                  </a:cubicBezTo>
                  <a:cubicBezTo>
                    <a:pt x="239972" y="129458"/>
                    <a:pt x="241250" y="130097"/>
                    <a:pt x="243167" y="130097"/>
                  </a:cubicBezTo>
                  <a:cubicBezTo>
                    <a:pt x="244445" y="130097"/>
                    <a:pt x="246362" y="129458"/>
                    <a:pt x="247640" y="128182"/>
                  </a:cubicBezTo>
                  <a:cubicBezTo>
                    <a:pt x="252113" y="126266"/>
                    <a:pt x="252113" y="122436"/>
                    <a:pt x="249557" y="119882"/>
                  </a:cubicBezTo>
                  <a:close/>
                  <a:moveTo>
                    <a:pt x="149234" y="80940"/>
                  </a:moveTo>
                  <a:cubicBezTo>
                    <a:pt x="143484" y="52212"/>
                    <a:pt x="149874" y="36890"/>
                    <a:pt x="155624" y="29230"/>
                  </a:cubicBezTo>
                  <a:cubicBezTo>
                    <a:pt x="161375" y="21569"/>
                    <a:pt x="168404" y="19654"/>
                    <a:pt x="169683" y="19654"/>
                  </a:cubicBezTo>
                  <a:cubicBezTo>
                    <a:pt x="171599" y="19654"/>
                    <a:pt x="172878" y="19015"/>
                    <a:pt x="174155" y="17738"/>
                  </a:cubicBezTo>
                  <a:cubicBezTo>
                    <a:pt x="176711" y="15185"/>
                    <a:pt x="184379" y="11993"/>
                    <a:pt x="194604" y="13270"/>
                  </a:cubicBezTo>
                  <a:cubicBezTo>
                    <a:pt x="206105" y="14546"/>
                    <a:pt x="215051" y="20292"/>
                    <a:pt x="221441" y="30506"/>
                  </a:cubicBezTo>
                  <a:cubicBezTo>
                    <a:pt x="231026" y="44551"/>
                    <a:pt x="233582" y="65618"/>
                    <a:pt x="229109" y="82855"/>
                  </a:cubicBezTo>
                  <a:cubicBezTo>
                    <a:pt x="225914" y="93070"/>
                    <a:pt x="227192" y="102646"/>
                    <a:pt x="229748" y="110306"/>
                  </a:cubicBezTo>
                  <a:cubicBezTo>
                    <a:pt x="222719" y="107753"/>
                    <a:pt x="216329" y="105838"/>
                    <a:pt x="211856" y="104561"/>
                  </a:cubicBezTo>
                  <a:cubicBezTo>
                    <a:pt x="211856" y="103284"/>
                    <a:pt x="211856" y="102646"/>
                    <a:pt x="211856" y="102007"/>
                  </a:cubicBezTo>
                  <a:cubicBezTo>
                    <a:pt x="222080" y="91793"/>
                    <a:pt x="227192" y="75833"/>
                    <a:pt x="227192" y="60511"/>
                  </a:cubicBezTo>
                  <a:cubicBezTo>
                    <a:pt x="227192" y="59873"/>
                    <a:pt x="227192" y="59873"/>
                    <a:pt x="227192" y="59234"/>
                  </a:cubicBezTo>
                  <a:cubicBezTo>
                    <a:pt x="227192" y="59234"/>
                    <a:pt x="227192" y="59234"/>
                    <a:pt x="227192" y="58596"/>
                  </a:cubicBezTo>
                  <a:cubicBezTo>
                    <a:pt x="227192" y="58596"/>
                    <a:pt x="227192" y="58596"/>
                    <a:pt x="227192" y="58596"/>
                  </a:cubicBezTo>
                  <a:cubicBezTo>
                    <a:pt x="227192" y="57958"/>
                    <a:pt x="226553" y="57319"/>
                    <a:pt x="226553" y="56681"/>
                  </a:cubicBezTo>
                  <a:cubicBezTo>
                    <a:pt x="226553" y="56681"/>
                    <a:pt x="226553" y="56042"/>
                    <a:pt x="225914" y="56042"/>
                  </a:cubicBezTo>
                  <a:cubicBezTo>
                    <a:pt x="225275" y="55404"/>
                    <a:pt x="225275" y="55404"/>
                    <a:pt x="224636" y="54766"/>
                  </a:cubicBezTo>
                  <a:cubicBezTo>
                    <a:pt x="224636" y="54766"/>
                    <a:pt x="223997" y="54127"/>
                    <a:pt x="223997" y="54127"/>
                  </a:cubicBezTo>
                  <a:cubicBezTo>
                    <a:pt x="223358" y="54127"/>
                    <a:pt x="223358" y="53489"/>
                    <a:pt x="222719" y="53489"/>
                  </a:cubicBezTo>
                  <a:cubicBezTo>
                    <a:pt x="222080" y="53489"/>
                    <a:pt x="222080" y="53489"/>
                    <a:pt x="221441" y="53489"/>
                  </a:cubicBezTo>
                  <a:cubicBezTo>
                    <a:pt x="221441" y="53489"/>
                    <a:pt x="221441" y="53489"/>
                    <a:pt x="220802" y="53489"/>
                  </a:cubicBezTo>
                  <a:cubicBezTo>
                    <a:pt x="220802" y="53489"/>
                    <a:pt x="220802" y="53489"/>
                    <a:pt x="220802" y="53489"/>
                  </a:cubicBezTo>
                  <a:cubicBezTo>
                    <a:pt x="220802" y="53489"/>
                    <a:pt x="220163" y="53489"/>
                    <a:pt x="220163" y="53489"/>
                  </a:cubicBezTo>
                  <a:cubicBezTo>
                    <a:pt x="220163" y="53489"/>
                    <a:pt x="219524" y="53489"/>
                    <a:pt x="219524" y="53489"/>
                  </a:cubicBezTo>
                  <a:cubicBezTo>
                    <a:pt x="197799" y="58596"/>
                    <a:pt x="183101" y="45828"/>
                    <a:pt x="176711" y="39444"/>
                  </a:cubicBezTo>
                  <a:cubicBezTo>
                    <a:pt x="175434" y="38167"/>
                    <a:pt x="174155" y="36890"/>
                    <a:pt x="173517" y="36252"/>
                  </a:cubicBezTo>
                  <a:cubicBezTo>
                    <a:pt x="171599" y="34975"/>
                    <a:pt x="169683" y="34975"/>
                    <a:pt x="167765" y="35614"/>
                  </a:cubicBezTo>
                  <a:cubicBezTo>
                    <a:pt x="165849" y="36252"/>
                    <a:pt x="164570" y="38167"/>
                    <a:pt x="163932" y="40082"/>
                  </a:cubicBezTo>
                  <a:cubicBezTo>
                    <a:pt x="161375" y="48382"/>
                    <a:pt x="156903" y="57319"/>
                    <a:pt x="154347" y="57958"/>
                  </a:cubicBezTo>
                  <a:cubicBezTo>
                    <a:pt x="154347" y="57958"/>
                    <a:pt x="154347" y="57958"/>
                    <a:pt x="154347" y="57958"/>
                  </a:cubicBezTo>
                  <a:cubicBezTo>
                    <a:pt x="154347" y="57958"/>
                    <a:pt x="154347" y="57958"/>
                    <a:pt x="154347" y="57958"/>
                  </a:cubicBezTo>
                  <a:cubicBezTo>
                    <a:pt x="153708" y="57958"/>
                    <a:pt x="153708" y="57958"/>
                    <a:pt x="153069" y="58596"/>
                  </a:cubicBezTo>
                  <a:cubicBezTo>
                    <a:pt x="152429" y="58596"/>
                    <a:pt x="152429" y="58596"/>
                    <a:pt x="151791" y="59234"/>
                  </a:cubicBezTo>
                  <a:cubicBezTo>
                    <a:pt x="151152" y="59234"/>
                    <a:pt x="151152" y="59873"/>
                    <a:pt x="151152" y="59873"/>
                  </a:cubicBezTo>
                  <a:cubicBezTo>
                    <a:pt x="151152" y="59873"/>
                    <a:pt x="150513" y="60511"/>
                    <a:pt x="150513" y="60511"/>
                  </a:cubicBezTo>
                  <a:cubicBezTo>
                    <a:pt x="150513" y="61150"/>
                    <a:pt x="149874" y="61150"/>
                    <a:pt x="149874" y="61788"/>
                  </a:cubicBezTo>
                  <a:cubicBezTo>
                    <a:pt x="149874" y="62426"/>
                    <a:pt x="149234" y="62426"/>
                    <a:pt x="149234" y="63065"/>
                  </a:cubicBezTo>
                  <a:cubicBezTo>
                    <a:pt x="149234" y="63703"/>
                    <a:pt x="149234" y="63703"/>
                    <a:pt x="149234" y="64342"/>
                  </a:cubicBezTo>
                  <a:cubicBezTo>
                    <a:pt x="149234" y="64980"/>
                    <a:pt x="149234" y="64980"/>
                    <a:pt x="149234" y="65618"/>
                  </a:cubicBezTo>
                  <a:cubicBezTo>
                    <a:pt x="149234" y="65618"/>
                    <a:pt x="149234" y="65618"/>
                    <a:pt x="149234" y="65618"/>
                  </a:cubicBezTo>
                  <a:cubicBezTo>
                    <a:pt x="149234" y="65618"/>
                    <a:pt x="149234" y="65618"/>
                    <a:pt x="149234" y="65618"/>
                  </a:cubicBezTo>
                  <a:cubicBezTo>
                    <a:pt x="150513" y="75194"/>
                    <a:pt x="154347" y="88601"/>
                    <a:pt x="158819" y="95623"/>
                  </a:cubicBezTo>
                  <a:cubicBezTo>
                    <a:pt x="160737" y="98177"/>
                    <a:pt x="162014" y="100092"/>
                    <a:pt x="163932" y="102007"/>
                  </a:cubicBezTo>
                  <a:cubicBezTo>
                    <a:pt x="163932" y="102646"/>
                    <a:pt x="163932" y="103284"/>
                    <a:pt x="163932" y="103922"/>
                  </a:cubicBezTo>
                  <a:cubicBezTo>
                    <a:pt x="160098" y="104561"/>
                    <a:pt x="154347" y="106476"/>
                    <a:pt x="147957" y="109030"/>
                  </a:cubicBezTo>
                  <a:cubicBezTo>
                    <a:pt x="149874" y="99454"/>
                    <a:pt x="150513" y="89239"/>
                    <a:pt x="149234" y="80940"/>
                  </a:cubicBezTo>
                  <a:close/>
                  <a:moveTo>
                    <a:pt x="168404" y="89239"/>
                  </a:moveTo>
                  <a:cubicBezTo>
                    <a:pt x="165849" y="85409"/>
                    <a:pt x="163293" y="77110"/>
                    <a:pt x="161375" y="68810"/>
                  </a:cubicBezTo>
                  <a:cubicBezTo>
                    <a:pt x="166488" y="65618"/>
                    <a:pt x="169683" y="59234"/>
                    <a:pt x="172239" y="53489"/>
                  </a:cubicBezTo>
                  <a:cubicBezTo>
                    <a:pt x="180545" y="59873"/>
                    <a:pt x="194604" y="69449"/>
                    <a:pt x="214412" y="68172"/>
                  </a:cubicBezTo>
                  <a:cubicBezTo>
                    <a:pt x="212495" y="84770"/>
                    <a:pt x="202910" y="100092"/>
                    <a:pt x="186935" y="100092"/>
                  </a:cubicBezTo>
                  <a:cubicBezTo>
                    <a:pt x="179268" y="100092"/>
                    <a:pt x="173517" y="96262"/>
                    <a:pt x="168404" y="89239"/>
                  </a:cubicBezTo>
                  <a:close/>
                  <a:moveTo>
                    <a:pt x="30382" y="30506"/>
                  </a:moveTo>
                  <a:cubicBezTo>
                    <a:pt x="36772" y="20292"/>
                    <a:pt x="46357" y="14546"/>
                    <a:pt x="57220" y="13270"/>
                  </a:cubicBezTo>
                  <a:cubicBezTo>
                    <a:pt x="68083" y="11993"/>
                    <a:pt x="75750" y="15185"/>
                    <a:pt x="77667" y="17738"/>
                  </a:cubicBezTo>
                  <a:cubicBezTo>
                    <a:pt x="78945" y="19015"/>
                    <a:pt x="80224" y="19654"/>
                    <a:pt x="82140" y="19654"/>
                  </a:cubicBezTo>
                  <a:cubicBezTo>
                    <a:pt x="83419" y="19654"/>
                    <a:pt x="90447" y="21569"/>
                    <a:pt x="96198" y="29230"/>
                  </a:cubicBezTo>
                  <a:cubicBezTo>
                    <a:pt x="102588" y="36890"/>
                    <a:pt x="108339" y="52212"/>
                    <a:pt x="102588" y="80940"/>
                  </a:cubicBezTo>
                  <a:cubicBezTo>
                    <a:pt x="101310" y="89239"/>
                    <a:pt x="101310" y="99454"/>
                    <a:pt x="104505" y="109030"/>
                  </a:cubicBezTo>
                  <a:cubicBezTo>
                    <a:pt x="98115" y="106476"/>
                    <a:pt x="91725" y="105199"/>
                    <a:pt x="88530" y="103922"/>
                  </a:cubicBezTo>
                  <a:cubicBezTo>
                    <a:pt x="88530" y="103284"/>
                    <a:pt x="88530" y="102646"/>
                    <a:pt x="88530" y="102007"/>
                  </a:cubicBezTo>
                  <a:cubicBezTo>
                    <a:pt x="90447" y="100092"/>
                    <a:pt x="92365" y="98177"/>
                    <a:pt x="93642" y="95623"/>
                  </a:cubicBezTo>
                  <a:cubicBezTo>
                    <a:pt x="98115" y="88601"/>
                    <a:pt x="101950" y="75194"/>
                    <a:pt x="103227" y="65618"/>
                  </a:cubicBezTo>
                  <a:cubicBezTo>
                    <a:pt x="103227" y="65618"/>
                    <a:pt x="103227" y="65618"/>
                    <a:pt x="103227" y="65618"/>
                  </a:cubicBezTo>
                  <a:cubicBezTo>
                    <a:pt x="103227" y="65618"/>
                    <a:pt x="103227" y="65618"/>
                    <a:pt x="103227" y="65618"/>
                  </a:cubicBezTo>
                  <a:cubicBezTo>
                    <a:pt x="103227" y="64980"/>
                    <a:pt x="103227" y="64342"/>
                    <a:pt x="103227" y="63703"/>
                  </a:cubicBezTo>
                  <a:cubicBezTo>
                    <a:pt x="103227" y="63703"/>
                    <a:pt x="103227" y="63703"/>
                    <a:pt x="103227" y="63065"/>
                  </a:cubicBezTo>
                  <a:cubicBezTo>
                    <a:pt x="103227" y="62426"/>
                    <a:pt x="102588" y="61788"/>
                    <a:pt x="102588" y="61150"/>
                  </a:cubicBezTo>
                  <a:cubicBezTo>
                    <a:pt x="102588" y="61150"/>
                    <a:pt x="102588" y="61150"/>
                    <a:pt x="102588" y="61150"/>
                  </a:cubicBezTo>
                  <a:cubicBezTo>
                    <a:pt x="101950" y="60511"/>
                    <a:pt x="101950" y="60511"/>
                    <a:pt x="101310" y="59873"/>
                  </a:cubicBezTo>
                  <a:cubicBezTo>
                    <a:pt x="101310" y="59873"/>
                    <a:pt x="101310" y="59873"/>
                    <a:pt x="100671" y="59234"/>
                  </a:cubicBezTo>
                  <a:cubicBezTo>
                    <a:pt x="100032" y="59234"/>
                    <a:pt x="99393" y="58596"/>
                    <a:pt x="99393" y="58596"/>
                  </a:cubicBezTo>
                  <a:cubicBezTo>
                    <a:pt x="99393" y="58596"/>
                    <a:pt x="98755" y="58596"/>
                    <a:pt x="98755" y="58596"/>
                  </a:cubicBezTo>
                  <a:cubicBezTo>
                    <a:pt x="98755" y="58596"/>
                    <a:pt x="98755" y="58596"/>
                    <a:pt x="98755" y="58596"/>
                  </a:cubicBezTo>
                  <a:cubicBezTo>
                    <a:pt x="98755" y="58596"/>
                    <a:pt x="98755" y="58596"/>
                    <a:pt x="98755" y="58596"/>
                  </a:cubicBezTo>
                  <a:cubicBezTo>
                    <a:pt x="96198" y="57958"/>
                    <a:pt x="91086" y="49020"/>
                    <a:pt x="89170" y="40721"/>
                  </a:cubicBezTo>
                  <a:cubicBezTo>
                    <a:pt x="88530" y="38806"/>
                    <a:pt x="87252" y="36890"/>
                    <a:pt x="85335" y="36252"/>
                  </a:cubicBezTo>
                  <a:cubicBezTo>
                    <a:pt x="83419" y="35614"/>
                    <a:pt x="81501" y="35614"/>
                    <a:pt x="79585" y="36890"/>
                  </a:cubicBezTo>
                  <a:cubicBezTo>
                    <a:pt x="78945" y="37529"/>
                    <a:pt x="77667" y="38167"/>
                    <a:pt x="76390" y="40082"/>
                  </a:cubicBezTo>
                  <a:cubicBezTo>
                    <a:pt x="69360" y="46466"/>
                    <a:pt x="55303" y="59234"/>
                    <a:pt x="33577" y="54127"/>
                  </a:cubicBezTo>
                  <a:cubicBezTo>
                    <a:pt x="33577" y="54127"/>
                    <a:pt x="32938" y="54127"/>
                    <a:pt x="32938" y="54127"/>
                  </a:cubicBezTo>
                  <a:cubicBezTo>
                    <a:pt x="32938" y="54127"/>
                    <a:pt x="32299" y="54127"/>
                    <a:pt x="32299" y="54127"/>
                  </a:cubicBezTo>
                  <a:cubicBezTo>
                    <a:pt x="32299" y="54127"/>
                    <a:pt x="32299" y="54127"/>
                    <a:pt x="32299" y="54127"/>
                  </a:cubicBezTo>
                  <a:cubicBezTo>
                    <a:pt x="32299" y="54127"/>
                    <a:pt x="32299" y="54127"/>
                    <a:pt x="31660" y="54127"/>
                  </a:cubicBezTo>
                  <a:cubicBezTo>
                    <a:pt x="31021" y="54127"/>
                    <a:pt x="31021" y="54127"/>
                    <a:pt x="30382" y="54127"/>
                  </a:cubicBezTo>
                  <a:cubicBezTo>
                    <a:pt x="29743" y="54127"/>
                    <a:pt x="29743" y="54127"/>
                    <a:pt x="29104" y="54766"/>
                  </a:cubicBezTo>
                  <a:cubicBezTo>
                    <a:pt x="29104" y="54766"/>
                    <a:pt x="28465" y="55404"/>
                    <a:pt x="28465" y="55404"/>
                  </a:cubicBezTo>
                  <a:cubicBezTo>
                    <a:pt x="27826" y="55404"/>
                    <a:pt x="27826" y="56042"/>
                    <a:pt x="27187" y="56681"/>
                  </a:cubicBezTo>
                  <a:cubicBezTo>
                    <a:pt x="27187" y="56681"/>
                    <a:pt x="27187" y="57319"/>
                    <a:pt x="26548" y="57319"/>
                  </a:cubicBezTo>
                  <a:cubicBezTo>
                    <a:pt x="25909" y="57958"/>
                    <a:pt x="25909" y="58596"/>
                    <a:pt x="25909" y="59234"/>
                  </a:cubicBezTo>
                  <a:cubicBezTo>
                    <a:pt x="25909" y="59234"/>
                    <a:pt x="25909" y="59234"/>
                    <a:pt x="25909" y="59234"/>
                  </a:cubicBezTo>
                  <a:cubicBezTo>
                    <a:pt x="25909" y="59234"/>
                    <a:pt x="25909" y="59234"/>
                    <a:pt x="25909" y="59873"/>
                  </a:cubicBezTo>
                  <a:cubicBezTo>
                    <a:pt x="25909" y="60511"/>
                    <a:pt x="25909" y="60511"/>
                    <a:pt x="25909" y="61150"/>
                  </a:cubicBezTo>
                  <a:cubicBezTo>
                    <a:pt x="25909" y="77110"/>
                    <a:pt x="31021" y="93070"/>
                    <a:pt x="41245" y="102646"/>
                  </a:cubicBezTo>
                  <a:cubicBezTo>
                    <a:pt x="41245" y="103284"/>
                    <a:pt x="41245" y="103922"/>
                    <a:pt x="41245" y="105199"/>
                  </a:cubicBezTo>
                  <a:cubicBezTo>
                    <a:pt x="36772" y="106476"/>
                    <a:pt x="30382" y="108391"/>
                    <a:pt x="23353" y="110945"/>
                  </a:cubicBezTo>
                  <a:cubicBezTo>
                    <a:pt x="25909" y="103284"/>
                    <a:pt x="27187" y="94346"/>
                    <a:pt x="23992" y="83494"/>
                  </a:cubicBezTo>
                  <a:cubicBezTo>
                    <a:pt x="18241" y="65618"/>
                    <a:pt x="20797" y="44551"/>
                    <a:pt x="30382" y="30506"/>
                  </a:cubicBezTo>
                  <a:close/>
                  <a:moveTo>
                    <a:pt x="38050" y="67534"/>
                  </a:moveTo>
                  <a:cubicBezTo>
                    <a:pt x="57859" y="69449"/>
                    <a:pt x="71916" y="59873"/>
                    <a:pt x="80224" y="53489"/>
                  </a:cubicBezTo>
                  <a:cubicBezTo>
                    <a:pt x="82780" y="59234"/>
                    <a:pt x="85975" y="65618"/>
                    <a:pt x="91086" y="68810"/>
                  </a:cubicBezTo>
                  <a:cubicBezTo>
                    <a:pt x="89170" y="76471"/>
                    <a:pt x="86614" y="85409"/>
                    <a:pt x="84057" y="89239"/>
                  </a:cubicBezTo>
                  <a:cubicBezTo>
                    <a:pt x="78945" y="96900"/>
                    <a:pt x="73195" y="100092"/>
                    <a:pt x="65526" y="100092"/>
                  </a:cubicBezTo>
                  <a:cubicBezTo>
                    <a:pt x="49552" y="100092"/>
                    <a:pt x="39967" y="84770"/>
                    <a:pt x="38050" y="67534"/>
                  </a:cubicBezTo>
                  <a:close/>
                  <a:moveTo>
                    <a:pt x="65526" y="135842"/>
                  </a:moveTo>
                  <a:cubicBezTo>
                    <a:pt x="60415" y="135842"/>
                    <a:pt x="55303" y="122436"/>
                    <a:pt x="52747" y="110306"/>
                  </a:cubicBezTo>
                  <a:cubicBezTo>
                    <a:pt x="56580" y="111583"/>
                    <a:pt x="61054" y="112860"/>
                    <a:pt x="65526" y="112860"/>
                  </a:cubicBezTo>
                  <a:cubicBezTo>
                    <a:pt x="70000" y="112860"/>
                    <a:pt x="73834" y="112222"/>
                    <a:pt x="77667" y="110945"/>
                  </a:cubicBezTo>
                  <a:cubicBezTo>
                    <a:pt x="75111" y="123074"/>
                    <a:pt x="70000" y="135842"/>
                    <a:pt x="65526" y="135842"/>
                  </a:cubicBezTo>
                  <a:close/>
                  <a:moveTo>
                    <a:pt x="186935" y="135842"/>
                  </a:moveTo>
                  <a:cubicBezTo>
                    <a:pt x="182463" y="135842"/>
                    <a:pt x="177350" y="123074"/>
                    <a:pt x="175434" y="110306"/>
                  </a:cubicBezTo>
                  <a:cubicBezTo>
                    <a:pt x="179268" y="111583"/>
                    <a:pt x="183101" y="112222"/>
                    <a:pt x="187574" y="112222"/>
                  </a:cubicBezTo>
                  <a:cubicBezTo>
                    <a:pt x="192048" y="112222"/>
                    <a:pt x="196520" y="111583"/>
                    <a:pt x="200354" y="109668"/>
                  </a:cubicBezTo>
                  <a:cubicBezTo>
                    <a:pt x="197799" y="122436"/>
                    <a:pt x="192048" y="135842"/>
                    <a:pt x="186935" y="135842"/>
                  </a:cubicBezTo>
                  <a:close/>
                </a:path>
              </a:pathLst>
            </a:custGeom>
            <a:solidFill>
              <a:srgbClr val="00A3E0"/>
            </a:solidFill>
            <a:ln w="6390" cap="flat">
              <a:noFill/>
              <a:prstDash val="solid"/>
              <a:miter/>
            </a:ln>
          </p:spPr>
          <p:txBody>
            <a:bodyPr rtlCol="0" anchor="ctr"/>
            <a:lstStyle/>
            <a:p>
              <a:endParaRPr lang="en-US"/>
            </a:p>
          </p:txBody>
        </p:sp>
      </p:grpSp>
      <p:grpSp>
        <p:nvGrpSpPr>
          <p:cNvPr id="1187" name="Graphic 4">
            <a:extLst>
              <a:ext uri="{FF2B5EF4-FFF2-40B4-BE49-F238E27FC236}">
                <a16:creationId xmlns:a16="http://schemas.microsoft.com/office/drawing/2014/main" id="{3F0F8492-3FB3-4B4E-B3C3-0DE695D90441}"/>
              </a:ext>
            </a:extLst>
          </p:cNvPr>
          <p:cNvGrpSpPr/>
          <p:nvPr/>
        </p:nvGrpSpPr>
        <p:grpSpPr>
          <a:xfrm>
            <a:off x="9887149" y="3339623"/>
            <a:ext cx="361670" cy="361333"/>
            <a:chOff x="9887149" y="3339623"/>
            <a:chExt cx="361670" cy="361333"/>
          </a:xfrm>
          <a:solidFill>
            <a:srgbClr val="00A3E0"/>
          </a:solidFill>
        </p:grpSpPr>
        <p:sp>
          <p:nvSpPr>
            <p:cNvPr id="1188" name="Graphic 4">
              <a:extLst>
                <a:ext uri="{FF2B5EF4-FFF2-40B4-BE49-F238E27FC236}">
                  <a16:creationId xmlns:a16="http://schemas.microsoft.com/office/drawing/2014/main" id="{2B435F08-56E8-3947-9C07-FD7195BB9CE1}"/>
                </a:ext>
              </a:extLst>
            </p:cNvPr>
            <p:cNvSpPr/>
            <p:nvPr/>
          </p:nvSpPr>
          <p:spPr>
            <a:xfrm>
              <a:off x="9887149"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1189" name="Graphic 4">
              <a:extLst>
                <a:ext uri="{FF2B5EF4-FFF2-40B4-BE49-F238E27FC236}">
                  <a16:creationId xmlns:a16="http://schemas.microsoft.com/office/drawing/2014/main" id="{D5446035-49B9-FF49-BB33-ADBC3E0BCB3E}"/>
                </a:ext>
              </a:extLst>
            </p:cNvPr>
            <p:cNvSpPr/>
            <p:nvPr/>
          </p:nvSpPr>
          <p:spPr>
            <a:xfrm>
              <a:off x="10000251" y="3413039"/>
              <a:ext cx="135466" cy="203010"/>
            </a:xfrm>
            <a:custGeom>
              <a:avLst/>
              <a:gdLst>
                <a:gd name="connsiteX0" fmla="*/ 74123 w 135466"/>
                <a:gd name="connsiteY0" fmla="*/ 68309 h 203010"/>
                <a:gd name="connsiteX1" fmla="*/ 74123 w 135466"/>
                <a:gd name="connsiteY1" fmla="*/ 42773 h 203010"/>
                <a:gd name="connsiteX2" fmla="*/ 84986 w 135466"/>
                <a:gd name="connsiteY2" fmla="*/ 49157 h 203010"/>
                <a:gd name="connsiteX3" fmla="*/ 88181 w 135466"/>
                <a:gd name="connsiteY3" fmla="*/ 49795 h 203010"/>
                <a:gd name="connsiteX4" fmla="*/ 93932 w 135466"/>
                <a:gd name="connsiteY4" fmla="*/ 46603 h 203010"/>
                <a:gd name="connsiteX5" fmla="*/ 91376 w 135466"/>
                <a:gd name="connsiteY5" fmla="*/ 37666 h 203010"/>
                <a:gd name="connsiteX6" fmla="*/ 80513 w 135466"/>
                <a:gd name="connsiteY6" fmla="*/ 31282 h 203010"/>
                <a:gd name="connsiteX7" fmla="*/ 91376 w 135466"/>
                <a:gd name="connsiteY7" fmla="*/ 24898 h 203010"/>
                <a:gd name="connsiteX8" fmla="*/ 93932 w 135466"/>
                <a:gd name="connsiteY8" fmla="*/ 15960 h 203010"/>
                <a:gd name="connsiteX9" fmla="*/ 84986 w 135466"/>
                <a:gd name="connsiteY9" fmla="*/ 13406 h 203010"/>
                <a:gd name="connsiteX10" fmla="*/ 74123 w 135466"/>
                <a:gd name="connsiteY10" fmla="*/ 19790 h 203010"/>
                <a:gd name="connsiteX11" fmla="*/ 74123 w 135466"/>
                <a:gd name="connsiteY11" fmla="*/ 6384 h 203010"/>
                <a:gd name="connsiteX12" fmla="*/ 67733 w 135466"/>
                <a:gd name="connsiteY12" fmla="*/ 0 h 203010"/>
                <a:gd name="connsiteX13" fmla="*/ 61343 w 135466"/>
                <a:gd name="connsiteY13" fmla="*/ 6384 h 203010"/>
                <a:gd name="connsiteX14" fmla="*/ 61343 w 135466"/>
                <a:gd name="connsiteY14" fmla="*/ 19790 h 203010"/>
                <a:gd name="connsiteX15" fmla="*/ 50481 w 135466"/>
                <a:gd name="connsiteY15" fmla="*/ 13406 h 203010"/>
                <a:gd name="connsiteX16" fmla="*/ 41535 w 135466"/>
                <a:gd name="connsiteY16" fmla="*/ 15960 h 203010"/>
                <a:gd name="connsiteX17" fmla="*/ 44091 w 135466"/>
                <a:gd name="connsiteY17" fmla="*/ 24898 h 203010"/>
                <a:gd name="connsiteX18" fmla="*/ 54953 w 135466"/>
                <a:gd name="connsiteY18" fmla="*/ 31282 h 203010"/>
                <a:gd name="connsiteX19" fmla="*/ 44091 w 135466"/>
                <a:gd name="connsiteY19" fmla="*/ 37666 h 203010"/>
                <a:gd name="connsiteX20" fmla="*/ 41535 w 135466"/>
                <a:gd name="connsiteY20" fmla="*/ 46603 h 203010"/>
                <a:gd name="connsiteX21" fmla="*/ 47286 w 135466"/>
                <a:gd name="connsiteY21" fmla="*/ 49795 h 203010"/>
                <a:gd name="connsiteX22" fmla="*/ 50481 w 135466"/>
                <a:gd name="connsiteY22" fmla="*/ 49157 h 203010"/>
                <a:gd name="connsiteX23" fmla="*/ 61343 w 135466"/>
                <a:gd name="connsiteY23" fmla="*/ 42773 h 203010"/>
                <a:gd name="connsiteX24" fmla="*/ 61343 w 135466"/>
                <a:gd name="connsiteY24" fmla="*/ 68309 h 203010"/>
                <a:gd name="connsiteX25" fmla="*/ 0 w 135466"/>
                <a:gd name="connsiteY25" fmla="*/ 135341 h 203010"/>
                <a:gd name="connsiteX26" fmla="*/ 67733 w 135466"/>
                <a:gd name="connsiteY26" fmla="*/ 203011 h 203010"/>
                <a:gd name="connsiteX27" fmla="*/ 135466 w 135466"/>
                <a:gd name="connsiteY27" fmla="*/ 135341 h 203010"/>
                <a:gd name="connsiteX28" fmla="*/ 74123 w 135466"/>
                <a:gd name="connsiteY28" fmla="*/ 68309 h 203010"/>
                <a:gd name="connsiteX29" fmla="*/ 67733 w 135466"/>
                <a:gd name="connsiteY29" fmla="*/ 190243 h 203010"/>
                <a:gd name="connsiteX30" fmla="*/ 12780 w 135466"/>
                <a:gd name="connsiteY30" fmla="*/ 135341 h 203010"/>
                <a:gd name="connsiteX31" fmla="*/ 67733 w 135466"/>
                <a:gd name="connsiteY31" fmla="*/ 80438 h 203010"/>
                <a:gd name="connsiteX32" fmla="*/ 122686 w 135466"/>
                <a:gd name="connsiteY32" fmla="*/ 135341 h 203010"/>
                <a:gd name="connsiteX33" fmla="*/ 67733 w 135466"/>
                <a:gd name="connsiteY33" fmla="*/ 190243 h 203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5466" h="203010">
                  <a:moveTo>
                    <a:pt x="74123" y="68309"/>
                  </a:moveTo>
                  <a:lnTo>
                    <a:pt x="74123" y="42773"/>
                  </a:lnTo>
                  <a:lnTo>
                    <a:pt x="84986" y="49157"/>
                  </a:lnTo>
                  <a:cubicBezTo>
                    <a:pt x="86264" y="49795"/>
                    <a:pt x="86903" y="49795"/>
                    <a:pt x="88181" y="49795"/>
                  </a:cubicBezTo>
                  <a:cubicBezTo>
                    <a:pt x="90098" y="49795"/>
                    <a:pt x="92654" y="48518"/>
                    <a:pt x="93932" y="46603"/>
                  </a:cubicBezTo>
                  <a:cubicBezTo>
                    <a:pt x="95849" y="43411"/>
                    <a:pt x="94571" y="39581"/>
                    <a:pt x="91376" y="37666"/>
                  </a:cubicBezTo>
                  <a:lnTo>
                    <a:pt x="80513" y="31282"/>
                  </a:lnTo>
                  <a:lnTo>
                    <a:pt x="91376" y="24898"/>
                  </a:lnTo>
                  <a:cubicBezTo>
                    <a:pt x="94571" y="22982"/>
                    <a:pt x="95210" y="19152"/>
                    <a:pt x="93932" y="15960"/>
                  </a:cubicBezTo>
                  <a:cubicBezTo>
                    <a:pt x="92015" y="12768"/>
                    <a:pt x="88181" y="12130"/>
                    <a:pt x="84986" y="13406"/>
                  </a:cubicBezTo>
                  <a:lnTo>
                    <a:pt x="74123" y="19790"/>
                  </a:lnTo>
                  <a:lnTo>
                    <a:pt x="74123" y="6384"/>
                  </a:lnTo>
                  <a:cubicBezTo>
                    <a:pt x="74123" y="2554"/>
                    <a:pt x="71567" y="0"/>
                    <a:pt x="67733" y="0"/>
                  </a:cubicBezTo>
                  <a:cubicBezTo>
                    <a:pt x="63899" y="0"/>
                    <a:pt x="61343" y="2554"/>
                    <a:pt x="61343" y="6384"/>
                  </a:cubicBezTo>
                  <a:lnTo>
                    <a:pt x="61343" y="19790"/>
                  </a:lnTo>
                  <a:lnTo>
                    <a:pt x="50481" y="13406"/>
                  </a:lnTo>
                  <a:cubicBezTo>
                    <a:pt x="47286" y="11491"/>
                    <a:pt x="43452" y="12768"/>
                    <a:pt x="41535" y="15960"/>
                  </a:cubicBezTo>
                  <a:cubicBezTo>
                    <a:pt x="39617" y="19152"/>
                    <a:pt x="40896" y="22982"/>
                    <a:pt x="44091" y="24898"/>
                  </a:cubicBezTo>
                  <a:lnTo>
                    <a:pt x="54953" y="31282"/>
                  </a:lnTo>
                  <a:lnTo>
                    <a:pt x="44091" y="37666"/>
                  </a:lnTo>
                  <a:cubicBezTo>
                    <a:pt x="40896" y="39581"/>
                    <a:pt x="40257" y="43411"/>
                    <a:pt x="41535" y="46603"/>
                  </a:cubicBezTo>
                  <a:cubicBezTo>
                    <a:pt x="42812" y="48518"/>
                    <a:pt x="44730" y="49795"/>
                    <a:pt x="47286" y="49795"/>
                  </a:cubicBezTo>
                  <a:cubicBezTo>
                    <a:pt x="48563" y="49795"/>
                    <a:pt x="49202" y="49795"/>
                    <a:pt x="50481" y="49157"/>
                  </a:cubicBezTo>
                  <a:lnTo>
                    <a:pt x="61343" y="42773"/>
                  </a:lnTo>
                  <a:lnTo>
                    <a:pt x="61343" y="68309"/>
                  </a:lnTo>
                  <a:cubicBezTo>
                    <a:pt x="26837" y="71501"/>
                    <a:pt x="0" y="100229"/>
                    <a:pt x="0" y="135341"/>
                  </a:cubicBezTo>
                  <a:cubicBezTo>
                    <a:pt x="0" y="172368"/>
                    <a:pt x="30032" y="203011"/>
                    <a:pt x="67733" y="203011"/>
                  </a:cubicBezTo>
                  <a:cubicBezTo>
                    <a:pt x="105434" y="203011"/>
                    <a:pt x="135466" y="173006"/>
                    <a:pt x="135466" y="135341"/>
                  </a:cubicBezTo>
                  <a:cubicBezTo>
                    <a:pt x="135466" y="100229"/>
                    <a:pt x="108629" y="71501"/>
                    <a:pt x="74123" y="68309"/>
                  </a:cubicBezTo>
                  <a:close/>
                  <a:moveTo>
                    <a:pt x="67733" y="190243"/>
                  </a:moveTo>
                  <a:cubicBezTo>
                    <a:pt x="37701" y="190243"/>
                    <a:pt x="12780" y="165984"/>
                    <a:pt x="12780" y="135341"/>
                  </a:cubicBezTo>
                  <a:cubicBezTo>
                    <a:pt x="12780" y="104697"/>
                    <a:pt x="37062" y="80438"/>
                    <a:pt x="67733" y="80438"/>
                  </a:cubicBezTo>
                  <a:cubicBezTo>
                    <a:pt x="98405" y="80438"/>
                    <a:pt x="122686" y="104697"/>
                    <a:pt x="122686" y="135341"/>
                  </a:cubicBezTo>
                  <a:cubicBezTo>
                    <a:pt x="122686" y="165984"/>
                    <a:pt x="97766" y="190243"/>
                    <a:pt x="67733" y="190243"/>
                  </a:cubicBezTo>
                  <a:close/>
                </a:path>
              </a:pathLst>
            </a:custGeom>
            <a:solidFill>
              <a:srgbClr val="00A3E0"/>
            </a:solidFill>
            <a:ln w="6390" cap="flat">
              <a:noFill/>
              <a:prstDash val="solid"/>
              <a:miter/>
            </a:ln>
          </p:spPr>
          <p:txBody>
            <a:bodyPr rtlCol="0" anchor="ctr"/>
            <a:lstStyle/>
            <a:p>
              <a:endParaRPr lang="en-US"/>
            </a:p>
          </p:txBody>
        </p:sp>
      </p:grpSp>
      <p:grpSp>
        <p:nvGrpSpPr>
          <p:cNvPr id="1190" name="Graphic 4">
            <a:extLst>
              <a:ext uri="{FF2B5EF4-FFF2-40B4-BE49-F238E27FC236}">
                <a16:creationId xmlns:a16="http://schemas.microsoft.com/office/drawing/2014/main" id="{B9672A79-D10D-FE49-8F56-C0608C4860F9}"/>
              </a:ext>
            </a:extLst>
          </p:cNvPr>
          <p:cNvGrpSpPr/>
          <p:nvPr/>
        </p:nvGrpSpPr>
        <p:grpSpPr>
          <a:xfrm>
            <a:off x="9887149" y="1402085"/>
            <a:ext cx="361670" cy="361333"/>
            <a:chOff x="9887149" y="1402085"/>
            <a:chExt cx="361670" cy="361333"/>
          </a:xfrm>
          <a:solidFill>
            <a:srgbClr val="00A3E0"/>
          </a:solidFill>
        </p:grpSpPr>
        <p:sp>
          <p:nvSpPr>
            <p:cNvPr id="1191" name="Graphic 4">
              <a:extLst>
                <a:ext uri="{FF2B5EF4-FFF2-40B4-BE49-F238E27FC236}">
                  <a16:creationId xmlns:a16="http://schemas.microsoft.com/office/drawing/2014/main" id="{EDF0CBC8-0807-234A-8C08-A80BB7041541}"/>
                </a:ext>
              </a:extLst>
            </p:cNvPr>
            <p:cNvSpPr/>
            <p:nvPr/>
          </p:nvSpPr>
          <p:spPr>
            <a:xfrm>
              <a:off x="9887149"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8890"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1192" name="Graphic 4">
              <a:extLst>
                <a:ext uri="{FF2B5EF4-FFF2-40B4-BE49-F238E27FC236}">
                  <a16:creationId xmlns:a16="http://schemas.microsoft.com/office/drawing/2014/main" id="{66068B6F-E706-4E43-BBB7-653C5FAE026C}"/>
                </a:ext>
              </a:extLst>
            </p:cNvPr>
            <p:cNvSpPr/>
            <p:nvPr/>
          </p:nvSpPr>
          <p:spPr>
            <a:xfrm>
              <a:off x="9945937" y="1495929"/>
              <a:ext cx="249207" cy="210671"/>
            </a:xfrm>
            <a:custGeom>
              <a:avLst/>
              <a:gdLst>
                <a:gd name="connsiteX0" fmla="*/ 246651 w 249207"/>
                <a:gd name="connsiteY0" fmla="*/ 1915 h 210671"/>
                <a:gd name="connsiteX1" fmla="*/ 242179 w 249207"/>
                <a:gd name="connsiteY1" fmla="*/ 0 h 210671"/>
                <a:gd name="connsiteX2" fmla="*/ 202561 w 249207"/>
                <a:gd name="connsiteY2" fmla="*/ 0 h 210671"/>
                <a:gd name="connsiteX3" fmla="*/ 196171 w 249207"/>
                <a:gd name="connsiteY3" fmla="*/ 6384 h 210671"/>
                <a:gd name="connsiteX4" fmla="*/ 202561 w 249207"/>
                <a:gd name="connsiteY4" fmla="*/ 12768 h 210671"/>
                <a:gd name="connsiteX5" fmla="*/ 226843 w 249207"/>
                <a:gd name="connsiteY5" fmla="*/ 12768 h 210671"/>
                <a:gd name="connsiteX6" fmla="*/ 203200 w 249207"/>
                <a:gd name="connsiteY6" fmla="*/ 35112 h 210671"/>
                <a:gd name="connsiteX7" fmla="*/ 161666 w 249207"/>
                <a:gd name="connsiteY7" fmla="*/ 20429 h 210671"/>
                <a:gd name="connsiteX8" fmla="*/ 114380 w 249207"/>
                <a:gd name="connsiteY8" fmla="*/ 39581 h 210671"/>
                <a:gd name="connsiteX9" fmla="*/ 67733 w 249207"/>
                <a:gd name="connsiteY9" fmla="*/ 21067 h 210671"/>
                <a:gd name="connsiteX10" fmla="*/ 0 w 249207"/>
                <a:gd name="connsiteY10" fmla="*/ 88737 h 210671"/>
                <a:gd name="connsiteX11" fmla="*/ 61343 w 249207"/>
                <a:gd name="connsiteY11" fmla="*/ 155769 h 210671"/>
                <a:gd name="connsiteX12" fmla="*/ 61343 w 249207"/>
                <a:gd name="connsiteY12" fmla="*/ 173644 h 210671"/>
                <a:gd name="connsiteX13" fmla="*/ 44091 w 249207"/>
                <a:gd name="connsiteY13" fmla="*/ 173644 h 210671"/>
                <a:gd name="connsiteX14" fmla="*/ 37701 w 249207"/>
                <a:gd name="connsiteY14" fmla="*/ 180028 h 210671"/>
                <a:gd name="connsiteX15" fmla="*/ 44091 w 249207"/>
                <a:gd name="connsiteY15" fmla="*/ 186412 h 210671"/>
                <a:gd name="connsiteX16" fmla="*/ 61343 w 249207"/>
                <a:gd name="connsiteY16" fmla="*/ 186412 h 210671"/>
                <a:gd name="connsiteX17" fmla="*/ 61343 w 249207"/>
                <a:gd name="connsiteY17" fmla="*/ 204288 h 210671"/>
                <a:gd name="connsiteX18" fmla="*/ 67733 w 249207"/>
                <a:gd name="connsiteY18" fmla="*/ 210672 h 210671"/>
                <a:gd name="connsiteX19" fmla="*/ 74123 w 249207"/>
                <a:gd name="connsiteY19" fmla="*/ 204288 h 210671"/>
                <a:gd name="connsiteX20" fmla="*/ 74123 w 249207"/>
                <a:gd name="connsiteY20" fmla="*/ 186412 h 210671"/>
                <a:gd name="connsiteX21" fmla="*/ 91376 w 249207"/>
                <a:gd name="connsiteY21" fmla="*/ 186412 h 210671"/>
                <a:gd name="connsiteX22" fmla="*/ 97766 w 249207"/>
                <a:gd name="connsiteY22" fmla="*/ 180028 h 210671"/>
                <a:gd name="connsiteX23" fmla="*/ 91376 w 249207"/>
                <a:gd name="connsiteY23" fmla="*/ 173644 h 210671"/>
                <a:gd name="connsiteX24" fmla="*/ 74123 w 249207"/>
                <a:gd name="connsiteY24" fmla="*/ 173644 h 210671"/>
                <a:gd name="connsiteX25" fmla="*/ 74123 w 249207"/>
                <a:gd name="connsiteY25" fmla="*/ 155769 h 210671"/>
                <a:gd name="connsiteX26" fmla="*/ 115019 w 249207"/>
                <a:gd name="connsiteY26" fmla="*/ 137256 h 210671"/>
                <a:gd name="connsiteX27" fmla="*/ 161666 w 249207"/>
                <a:gd name="connsiteY27" fmla="*/ 155769 h 210671"/>
                <a:gd name="connsiteX28" fmla="*/ 229399 w 249207"/>
                <a:gd name="connsiteY28" fmla="*/ 88099 h 210671"/>
                <a:gd name="connsiteX29" fmla="*/ 212785 w 249207"/>
                <a:gd name="connsiteY29" fmla="*/ 44050 h 210671"/>
                <a:gd name="connsiteX30" fmla="*/ 236428 w 249207"/>
                <a:gd name="connsiteY30" fmla="*/ 21067 h 210671"/>
                <a:gd name="connsiteX31" fmla="*/ 236428 w 249207"/>
                <a:gd name="connsiteY31" fmla="*/ 46603 h 210671"/>
                <a:gd name="connsiteX32" fmla="*/ 242818 w 249207"/>
                <a:gd name="connsiteY32" fmla="*/ 52987 h 210671"/>
                <a:gd name="connsiteX33" fmla="*/ 249208 w 249207"/>
                <a:gd name="connsiteY33" fmla="*/ 46603 h 210671"/>
                <a:gd name="connsiteX34" fmla="*/ 249208 w 249207"/>
                <a:gd name="connsiteY34" fmla="*/ 6384 h 210671"/>
                <a:gd name="connsiteX35" fmla="*/ 246651 w 249207"/>
                <a:gd name="connsiteY35" fmla="*/ 1915 h 210671"/>
                <a:gd name="connsiteX36" fmla="*/ 106073 w 249207"/>
                <a:gd name="connsiteY36" fmla="*/ 88099 h 210671"/>
                <a:gd name="connsiteX37" fmla="*/ 113741 w 249207"/>
                <a:gd name="connsiteY37" fmla="*/ 60009 h 210671"/>
                <a:gd name="connsiteX38" fmla="*/ 122048 w 249207"/>
                <a:gd name="connsiteY38" fmla="*/ 88737 h 210671"/>
                <a:gd name="connsiteX39" fmla="*/ 114380 w 249207"/>
                <a:gd name="connsiteY39" fmla="*/ 116827 h 210671"/>
                <a:gd name="connsiteX40" fmla="*/ 106073 w 249207"/>
                <a:gd name="connsiteY40" fmla="*/ 88099 h 210671"/>
                <a:gd name="connsiteX41" fmla="*/ 12780 w 249207"/>
                <a:gd name="connsiteY41" fmla="*/ 88737 h 210671"/>
                <a:gd name="connsiteX42" fmla="*/ 67733 w 249207"/>
                <a:gd name="connsiteY42" fmla="*/ 33835 h 210671"/>
                <a:gd name="connsiteX43" fmla="*/ 106073 w 249207"/>
                <a:gd name="connsiteY43" fmla="*/ 49157 h 210671"/>
                <a:gd name="connsiteX44" fmla="*/ 93932 w 249207"/>
                <a:gd name="connsiteY44" fmla="*/ 87461 h 210671"/>
                <a:gd name="connsiteX45" fmla="*/ 106712 w 249207"/>
                <a:gd name="connsiteY45" fmla="*/ 126403 h 210671"/>
                <a:gd name="connsiteX46" fmla="*/ 68372 w 249207"/>
                <a:gd name="connsiteY46" fmla="*/ 142363 h 210671"/>
                <a:gd name="connsiteX47" fmla="*/ 12780 w 249207"/>
                <a:gd name="connsiteY47" fmla="*/ 88737 h 210671"/>
                <a:gd name="connsiteX48" fmla="*/ 161026 w 249207"/>
                <a:gd name="connsiteY48" fmla="*/ 143001 h 210671"/>
                <a:gd name="connsiteX49" fmla="*/ 122686 w 249207"/>
                <a:gd name="connsiteY49" fmla="*/ 127680 h 210671"/>
                <a:gd name="connsiteX50" fmla="*/ 134828 w 249207"/>
                <a:gd name="connsiteY50" fmla="*/ 89376 h 210671"/>
                <a:gd name="connsiteX51" fmla="*/ 122048 w 249207"/>
                <a:gd name="connsiteY51" fmla="*/ 50434 h 210671"/>
                <a:gd name="connsiteX52" fmla="*/ 160387 w 249207"/>
                <a:gd name="connsiteY52" fmla="*/ 34474 h 210671"/>
                <a:gd name="connsiteX53" fmla="*/ 215341 w 249207"/>
                <a:gd name="connsiteY53" fmla="*/ 89376 h 210671"/>
                <a:gd name="connsiteX54" fmla="*/ 161026 w 249207"/>
                <a:gd name="connsiteY54" fmla="*/ 143001 h 210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49207" h="210671">
                  <a:moveTo>
                    <a:pt x="246651" y="1915"/>
                  </a:moveTo>
                  <a:cubicBezTo>
                    <a:pt x="245374" y="638"/>
                    <a:pt x="244095" y="0"/>
                    <a:pt x="242179" y="0"/>
                  </a:cubicBezTo>
                  <a:lnTo>
                    <a:pt x="202561" y="0"/>
                  </a:lnTo>
                  <a:cubicBezTo>
                    <a:pt x="198727" y="0"/>
                    <a:pt x="196171" y="2554"/>
                    <a:pt x="196171" y="6384"/>
                  </a:cubicBezTo>
                  <a:cubicBezTo>
                    <a:pt x="196171" y="10214"/>
                    <a:pt x="198727" y="12768"/>
                    <a:pt x="202561" y="12768"/>
                  </a:cubicBezTo>
                  <a:lnTo>
                    <a:pt x="226843" y="12768"/>
                  </a:lnTo>
                  <a:lnTo>
                    <a:pt x="203200" y="35112"/>
                  </a:lnTo>
                  <a:cubicBezTo>
                    <a:pt x="191698" y="26174"/>
                    <a:pt x="177001" y="20429"/>
                    <a:pt x="161666" y="20429"/>
                  </a:cubicBezTo>
                  <a:cubicBezTo>
                    <a:pt x="143135" y="20429"/>
                    <a:pt x="127160" y="27451"/>
                    <a:pt x="114380" y="39581"/>
                  </a:cubicBezTo>
                  <a:cubicBezTo>
                    <a:pt x="102239" y="28090"/>
                    <a:pt x="85625" y="21067"/>
                    <a:pt x="67733" y="21067"/>
                  </a:cubicBezTo>
                  <a:cubicBezTo>
                    <a:pt x="30672" y="21067"/>
                    <a:pt x="0" y="51072"/>
                    <a:pt x="0" y="88737"/>
                  </a:cubicBezTo>
                  <a:cubicBezTo>
                    <a:pt x="0" y="123849"/>
                    <a:pt x="26837" y="152577"/>
                    <a:pt x="61343" y="155769"/>
                  </a:cubicBezTo>
                  <a:lnTo>
                    <a:pt x="61343" y="173644"/>
                  </a:lnTo>
                  <a:lnTo>
                    <a:pt x="44091" y="173644"/>
                  </a:lnTo>
                  <a:cubicBezTo>
                    <a:pt x="40257" y="173644"/>
                    <a:pt x="37701" y="176198"/>
                    <a:pt x="37701" y="180028"/>
                  </a:cubicBezTo>
                  <a:cubicBezTo>
                    <a:pt x="37701" y="183859"/>
                    <a:pt x="40257" y="186412"/>
                    <a:pt x="44091" y="186412"/>
                  </a:cubicBezTo>
                  <a:lnTo>
                    <a:pt x="61343" y="186412"/>
                  </a:lnTo>
                  <a:lnTo>
                    <a:pt x="61343" y="204288"/>
                  </a:lnTo>
                  <a:cubicBezTo>
                    <a:pt x="61343" y="208118"/>
                    <a:pt x="63899" y="210672"/>
                    <a:pt x="67733" y="210672"/>
                  </a:cubicBezTo>
                  <a:cubicBezTo>
                    <a:pt x="71567" y="210672"/>
                    <a:pt x="74123" y="208118"/>
                    <a:pt x="74123" y="204288"/>
                  </a:cubicBezTo>
                  <a:lnTo>
                    <a:pt x="74123" y="186412"/>
                  </a:lnTo>
                  <a:lnTo>
                    <a:pt x="91376" y="186412"/>
                  </a:lnTo>
                  <a:cubicBezTo>
                    <a:pt x="95210" y="186412"/>
                    <a:pt x="97766" y="183859"/>
                    <a:pt x="97766" y="180028"/>
                  </a:cubicBezTo>
                  <a:cubicBezTo>
                    <a:pt x="97766" y="176198"/>
                    <a:pt x="95210" y="173644"/>
                    <a:pt x="91376" y="173644"/>
                  </a:cubicBezTo>
                  <a:lnTo>
                    <a:pt x="74123" y="173644"/>
                  </a:lnTo>
                  <a:lnTo>
                    <a:pt x="74123" y="155769"/>
                  </a:lnTo>
                  <a:cubicBezTo>
                    <a:pt x="90098" y="154492"/>
                    <a:pt x="104156" y="147470"/>
                    <a:pt x="115019" y="137256"/>
                  </a:cubicBezTo>
                  <a:cubicBezTo>
                    <a:pt x="127160" y="148747"/>
                    <a:pt x="143774" y="155769"/>
                    <a:pt x="161666" y="155769"/>
                  </a:cubicBezTo>
                  <a:cubicBezTo>
                    <a:pt x="198727" y="155769"/>
                    <a:pt x="229399" y="125764"/>
                    <a:pt x="229399" y="88099"/>
                  </a:cubicBezTo>
                  <a:cubicBezTo>
                    <a:pt x="229399" y="71501"/>
                    <a:pt x="223009" y="56179"/>
                    <a:pt x="212785" y="44050"/>
                  </a:cubicBezTo>
                  <a:lnTo>
                    <a:pt x="236428" y="21067"/>
                  </a:lnTo>
                  <a:lnTo>
                    <a:pt x="236428" y="46603"/>
                  </a:lnTo>
                  <a:cubicBezTo>
                    <a:pt x="236428" y="50434"/>
                    <a:pt x="238984" y="52987"/>
                    <a:pt x="242818" y="52987"/>
                  </a:cubicBezTo>
                  <a:cubicBezTo>
                    <a:pt x="246651" y="52987"/>
                    <a:pt x="249208" y="50434"/>
                    <a:pt x="249208" y="46603"/>
                  </a:cubicBezTo>
                  <a:lnTo>
                    <a:pt x="249208" y="6384"/>
                  </a:lnTo>
                  <a:cubicBezTo>
                    <a:pt x="248569" y="5107"/>
                    <a:pt x="247930" y="3192"/>
                    <a:pt x="246651" y="1915"/>
                  </a:cubicBezTo>
                  <a:close/>
                  <a:moveTo>
                    <a:pt x="106073" y="88099"/>
                  </a:moveTo>
                  <a:cubicBezTo>
                    <a:pt x="106073" y="77885"/>
                    <a:pt x="109268" y="68309"/>
                    <a:pt x="113741" y="60009"/>
                  </a:cubicBezTo>
                  <a:cubicBezTo>
                    <a:pt x="118853" y="68309"/>
                    <a:pt x="122048" y="77885"/>
                    <a:pt x="122048" y="88737"/>
                  </a:cubicBezTo>
                  <a:cubicBezTo>
                    <a:pt x="122048" y="98952"/>
                    <a:pt x="118853" y="108528"/>
                    <a:pt x="114380" y="116827"/>
                  </a:cubicBezTo>
                  <a:cubicBezTo>
                    <a:pt x="109268" y="108528"/>
                    <a:pt x="106073" y="98952"/>
                    <a:pt x="106073" y="88099"/>
                  </a:cubicBezTo>
                  <a:close/>
                  <a:moveTo>
                    <a:pt x="12780" y="88737"/>
                  </a:moveTo>
                  <a:cubicBezTo>
                    <a:pt x="12780" y="58733"/>
                    <a:pt x="37062" y="33835"/>
                    <a:pt x="67733" y="33835"/>
                  </a:cubicBezTo>
                  <a:cubicBezTo>
                    <a:pt x="82430" y="33835"/>
                    <a:pt x="95849" y="39581"/>
                    <a:pt x="106073" y="49157"/>
                  </a:cubicBezTo>
                  <a:cubicBezTo>
                    <a:pt x="98405" y="60009"/>
                    <a:pt x="93932" y="73416"/>
                    <a:pt x="93932" y="87461"/>
                  </a:cubicBezTo>
                  <a:cubicBezTo>
                    <a:pt x="93932" y="102144"/>
                    <a:pt x="98405" y="115550"/>
                    <a:pt x="106712" y="126403"/>
                  </a:cubicBezTo>
                  <a:cubicBezTo>
                    <a:pt x="97127" y="135979"/>
                    <a:pt x="83069" y="142363"/>
                    <a:pt x="68372" y="142363"/>
                  </a:cubicBezTo>
                  <a:cubicBezTo>
                    <a:pt x="37062" y="143640"/>
                    <a:pt x="12780" y="118742"/>
                    <a:pt x="12780" y="88737"/>
                  </a:cubicBezTo>
                  <a:close/>
                  <a:moveTo>
                    <a:pt x="161026" y="143001"/>
                  </a:moveTo>
                  <a:cubicBezTo>
                    <a:pt x="146330" y="143001"/>
                    <a:pt x="132911" y="137256"/>
                    <a:pt x="122686" y="127680"/>
                  </a:cubicBezTo>
                  <a:cubicBezTo>
                    <a:pt x="130355" y="116827"/>
                    <a:pt x="134828" y="103420"/>
                    <a:pt x="134828" y="89376"/>
                  </a:cubicBezTo>
                  <a:cubicBezTo>
                    <a:pt x="134828" y="74693"/>
                    <a:pt x="130355" y="61286"/>
                    <a:pt x="122048" y="50434"/>
                  </a:cubicBezTo>
                  <a:cubicBezTo>
                    <a:pt x="131633" y="40858"/>
                    <a:pt x="145691" y="34474"/>
                    <a:pt x="160387" y="34474"/>
                  </a:cubicBezTo>
                  <a:cubicBezTo>
                    <a:pt x="190420" y="34474"/>
                    <a:pt x="215341" y="58733"/>
                    <a:pt x="215341" y="89376"/>
                  </a:cubicBezTo>
                  <a:cubicBezTo>
                    <a:pt x="215341" y="120019"/>
                    <a:pt x="191059" y="143001"/>
                    <a:pt x="161026" y="143001"/>
                  </a:cubicBezTo>
                  <a:close/>
                </a:path>
              </a:pathLst>
            </a:custGeom>
            <a:solidFill>
              <a:srgbClr val="00A3E0"/>
            </a:solidFill>
            <a:ln w="6390" cap="flat">
              <a:noFill/>
              <a:prstDash val="solid"/>
              <a:miter/>
            </a:ln>
          </p:spPr>
          <p:txBody>
            <a:bodyPr rtlCol="0" anchor="ctr"/>
            <a:lstStyle/>
            <a:p>
              <a:endParaRPr lang="en-US"/>
            </a:p>
          </p:txBody>
        </p:sp>
      </p:grpSp>
      <p:grpSp>
        <p:nvGrpSpPr>
          <p:cNvPr id="1193" name="Graphic 4">
            <a:extLst>
              <a:ext uri="{FF2B5EF4-FFF2-40B4-BE49-F238E27FC236}">
                <a16:creationId xmlns:a16="http://schemas.microsoft.com/office/drawing/2014/main" id="{9BA1C4C7-8563-9E45-ACE5-400FCCD5D1EB}"/>
              </a:ext>
            </a:extLst>
          </p:cNvPr>
          <p:cNvGrpSpPr/>
          <p:nvPr/>
        </p:nvGrpSpPr>
        <p:grpSpPr>
          <a:xfrm>
            <a:off x="10934460" y="2371173"/>
            <a:ext cx="361671" cy="361333"/>
            <a:chOff x="10934460" y="2371173"/>
            <a:chExt cx="361671" cy="361333"/>
          </a:xfrm>
          <a:solidFill>
            <a:srgbClr val="00A3E0"/>
          </a:solidFill>
        </p:grpSpPr>
        <p:sp>
          <p:nvSpPr>
            <p:cNvPr id="1194" name="Graphic 4">
              <a:extLst>
                <a:ext uri="{FF2B5EF4-FFF2-40B4-BE49-F238E27FC236}">
                  <a16:creationId xmlns:a16="http://schemas.microsoft.com/office/drawing/2014/main" id="{BB7F9F10-A085-174D-81D2-D2A108E28FDF}"/>
                </a:ext>
              </a:extLst>
            </p:cNvPr>
            <p:cNvSpPr/>
            <p:nvPr/>
          </p:nvSpPr>
          <p:spPr>
            <a:xfrm>
              <a:off x="10934460" y="2371173"/>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180836 w 361671"/>
                <a:gd name="connsiteY5" fmla="*/ 349204 h 361333"/>
                <a:gd name="connsiteX6" fmla="*/ 12780 w 361671"/>
                <a:gd name="connsiteY6" fmla="*/ 181305 h 361333"/>
                <a:gd name="connsiteX7" fmla="*/ 180836 w 361671"/>
                <a:gd name="connsiteY7" fmla="*/ 13406 h 361333"/>
                <a:gd name="connsiteX8" fmla="*/ 348891 w 361671"/>
                <a:gd name="connsiteY8" fmla="*/ 181305 h 361333"/>
                <a:gd name="connsiteX9" fmla="*/ 180836 w 361671"/>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1" h="361333">
                  <a:moveTo>
                    <a:pt x="180836" y="0"/>
                  </a:moveTo>
                  <a:cubicBezTo>
                    <a:pt x="80514" y="0"/>
                    <a:pt x="0" y="81077"/>
                    <a:pt x="0" y="180667"/>
                  </a:cubicBezTo>
                  <a:cubicBezTo>
                    <a:pt x="0" y="280895"/>
                    <a:pt x="81153" y="361333"/>
                    <a:pt x="180836" y="361333"/>
                  </a:cubicBezTo>
                  <a:cubicBezTo>
                    <a:pt x="281157" y="361333"/>
                    <a:pt x="361671" y="280257"/>
                    <a:pt x="361671" y="180667"/>
                  </a:cubicBezTo>
                  <a:cubicBezTo>
                    <a:pt x="361671" y="81077"/>
                    <a:pt x="281157" y="0"/>
                    <a:pt x="180836" y="0"/>
                  </a:cubicBezTo>
                  <a:close/>
                  <a:moveTo>
                    <a:pt x="180836" y="349204"/>
                  </a:moveTo>
                  <a:cubicBezTo>
                    <a:pt x="88181" y="349204"/>
                    <a:pt x="12780" y="273873"/>
                    <a:pt x="12780" y="181305"/>
                  </a:cubicBezTo>
                  <a:cubicBezTo>
                    <a:pt x="12780" y="88738"/>
                    <a:pt x="88181" y="13406"/>
                    <a:pt x="180836" y="13406"/>
                  </a:cubicBezTo>
                  <a:cubicBezTo>
                    <a:pt x="273490" y="13406"/>
                    <a:pt x="348891" y="88738"/>
                    <a:pt x="348891" y="181305"/>
                  </a:cubicBezTo>
                  <a:cubicBezTo>
                    <a:pt x="348891" y="273873"/>
                    <a:pt x="273490"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1195" name="Graphic 4">
              <a:extLst>
                <a:ext uri="{FF2B5EF4-FFF2-40B4-BE49-F238E27FC236}">
                  <a16:creationId xmlns:a16="http://schemas.microsoft.com/office/drawing/2014/main" id="{140C2B47-BFD6-1347-AB0E-7532A938C885}"/>
                </a:ext>
              </a:extLst>
            </p:cNvPr>
            <p:cNvSpPr/>
            <p:nvPr/>
          </p:nvSpPr>
          <p:spPr>
            <a:xfrm>
              <a:off x="11003471" y="2411392"/>
              <a:ext cx="224925" cy="275787"/>
            </a:xfrm>
            <a:custGeom>
              <a:avLst/>
              <a:gdLst>
                <a:gd name="connsiteX0" fmla="*/ 170611 w 224925"/>
                <a:gd name="connsiteY0" fmla="*/ 108528 h 275787"/>
                <a:gd name="connsiteX1" fmla="*/ 170611 w 224925"/>
                <a:gd name="connsiteY1" fmla="*/ 108528 h 275787"/>
                <a:gd name="connsiteX2" fmla="*/ 117575 w 224925"/>
                <a:gd name="connsiteY2" fmla="*/ 49157 h 275787"/>
                <a:gd name="connsiteX3" fmla="*/ 117575 w 224925"/>
                <a:gd name="connsiteY3" fmla="*/ 33197 h 275787"/>
                <a:gd name="connsiteX4" fmla="*/ 130994 w 224925"/>
                <a:gd name="connsiteY4" fmla="*/ 33197 h 275787"/>
                <a:gd name="connsiteX5" fmla="*/ 137384 w 224925"/>
                <a:gd name="connsiteY5" fmla="*/ 26813 h 275787"/>
                <a:gd name="connsiteX6" fmla="*/ 130994 w 224925"/>
                <a:gd name="connsiteY6" fmla="*/ 20429 h 275787"/>
                <a:gd name="connsiteX7" fmla="*/ 117575 w 224925"/>
                <a:gd name="connsiteY7" fmla="*/ 20429 h 275787"/>
                <a:gd name="connsiteX8" fmla="*/ 117575 w 224925"/>
                <a:gd name="connsiteY8" fmla="*/ 6384 h 275787"/>
                <a:gd name="connsiteX9" fmla="*/ 111185 w 224925"/>
                <a:gd name="connsiteY9" fmla="*/ 0 h 275787"/>
                <a:gd name="connsiteX10" fmla="*/ 104795 w 224925"/>
                <a:gd name="connsiteY10" fmla="*/ 6384 h 275787"/>
                <a:gd name="connsiteX11" fmla="*/ 104795 w 224925"/>
                <a:gd name="connsiteY11" fmla="*/ 20429 h 275787"/>
                <a:gd name="connsiteX12" fmla="*/ 91376 w 224925"/>
                <a:gd name="connsiteY12" fmla="*/ 20429 h 275787"/>
                <a:gd name="connsiteX13" fmla="*/ 84986 w 224925"/>
                <a:gd name="connsiteY13" fmla="*/ 26813 h 275787"/>
                <a:gd name="connsiteX14" fmla="*/ 91376 w 224925"/>
                <a:gd name="connsiteY14" fmla="*/ 33197 h 275787"/>
                <a:gd name="connsiteX15" fmla="*/ 104795 w 224925"/>
                <a:gd name="connsiteY15" fmla="*/ 33197 h 275787"/>
                <a:gd name="connsiteX16" fmla="*/ 104795 w 224925"/>
                <a:gd name="connsiteY16" fmla="*/ 49795 h 275787"/>
                <a:gd name="connsiteX17" fmla="*/ 52397 w 224925"/>
                <a:gd name="connsiteY17" fmla="*/ 108528 h 275787"/>
                <a:gd name="connsiteX18" fmla="*/ 52397 w 224925"/>
                <a:gd name="connsiteY18" fmla="*/ 109166 h 275787"/>
                <a:gd name="connsiteX19" fmla="*/ 0 w 224925"/>
                <a:gd name="connsiteY19" fmla="*/ 167899 h 275787"/>
                <a:gd name="connsiteX20" fmla="*/ 53037 w 224925"/>
                <a:gd name="connsiteY20" fmla="*/ 226631 h 275787"/>
                <a:gd name="connsiteX21" fmla="*/ 53037 w 224925"/>
                <a:gd name="connsiteY21" fmla="*/ 242591 h 275787"/>
                <a:gd name="connsiteX22" fmla="*/ 39617 w 224925"/>
                <a:gd name="connsiteY22" fmla="*/ 242591 h 275787"/>
                <a:gd name="connsiteX23" fmla="*/ 33227 w 224925"/>
                <a:gd name="connsiteY23" fmla="*/ 248975 h 275787"/>
                <a:gd name="connsiteX24" fmla="*/ 39617 w 224925"/>
                <a:gd name="connsiteY24" fmla="*/ 255359 h 275787"/>
                <a:gd name="connsiteX25" fmla="*/ 53037 w 224925"/>
                <a:gd name="connsiteY25" fmla="*/ 255359 h 275787"/>
                <a:gd name="connsiteX26" fmla="*/ 53037 w 224925"/>
                <a:gd name="connsiteY26" fmla="*/ 269404 h 275787"/>
                <a:gd name="connsiteX27" fmla="*/ 59427 w 224925"/>
                <a:gd name="connsiteY27" fmla="*/ 275788 h 275787"/>
                <a:gd name="connsiteX28" fmla="*/ 65817 w 224925"/>
                <a:gd name="connsiteY28" fmla="*/ 269404 h 275787"/>
                <a:gd name="connsiteX29" fmla="*/ 65817 w 224925"/>
                <a:gd name="connsiteY29" fmla="*/ 255359 h 275787"/>
                <a:gd name="connsiteX30" fmla="*/ 79235 w 224925"/>
                <a:gd name="connsiteY30" fmla="*/ 255359 h 275787"/>
                <a:gd name="connsiteX31" fmla="*/ 85625 w 224925"/>
                <a:gd name="connsiteY31" fmla="*/ 248975 h 275787"/>
                <a:gd name="connsiteX32" fmla="*/ 79235 w 224925"/>
                <a:gd name="connsiteY32" fmla="*/ 242591 h 275787"/>
                <a:gd name="connsiteX33" fmla="*/ 65817 w 224925"/>
                <a:gd name="connsiteY33" fmla="*/ 242591 h 275787"/>
                <a:gd name="connsiteX34" fmla="*/ 65817 w 224925"/>
                <a:gd name="connsiteY34" fmla="*/ 225993 h 275787"/>
                <a:gd name="connsiteX35" fmla="*/ 112463 w 224925"/>
                <a:gd name="connsiteY35" fmla="*/ 192796 h 275787"/>
                <a:gd name="connsiteX36" fmla="*/ 159748 w 224925"/>
                <a:gd name="connsiteY36" fmla="*/ 225993 h 275787"/>
                <a:gd name="connsiteX37" fmla="*/ 159748 w 224925"/>
                <a:gd name="connsiteY37" fmla="*/ 241953 h 275787"/>
                <a:gd name="connsiteX38" fmla="*/ 146330 w 224925"/>
                <a:gd name="connsiteY38" fmla="*/ 241953 h 275787"/>
                <a:gd name="connsiteX39" fmla="*/ 139940 w 224925"/>
                <a:gd name="connsiteY39" fmla="*/ 248337 h 275787"/>
                <a:gd name="connsiteX40" fmla="*/ 146330 w 224925"/>
                <a:gd name="connsiteY40" fmla="*/ 254721 h 275787"/>
                <a:gd name="connsiteX41" fmla="*/ 159748 w 224925"/>
                <a:gd name="connsiteY41" fmla="*/ 254721 h 275787"/>
                <a:gd name="connsiteX42" fmla="*/ 159748 w 224925"/>
                <a:gd name="connsiteY42" fmla="*/ 268766 h 275787"/>
                <a:gd name="connsiteX43" fmla="*/ 166138 w 224925"/>
                <a:gd name="connsiteY43" fmla="*/ 275150 h 275787"/>
                <a:gd name="connsiteX44" fmla="*/ 172528 w 224925"/>
                <a:gd name="connsiteY44" fmla="*/ 268766 h 275787"/>
                <a:gd name="connsiteX45" fmla="*/ 172528 w 224925"/>
                <a:gd name="connsiteY45" fmla="*/ 254721 h 275787"/>
                <a:gd name="connsiteX46" fmla="*/ 185947 w 224925"/>
                <a:gd name="connsiteY46" fmla="*/ 254721 h 275787"/>
                <a:gd name="connsiteX47" fmla="*/ 192337 w 224925"/>
                <a:gd name="connsiteY47" fmla="*/ 248337 h 275787"/>
                <a:gd name="connsiteX48" fmla="*/ 185947 w 224925"/>
                <a:gd name="connsiteY48" fmla="*/ 241953 h 275787"/>
                <a:gd name="connsiteX49" fmla="*/ 172528 w 224925"/>
                <a:gd name="connsiteY49" fmla="*/ 241953 h 275787"/>
                <a:gd name="connsiteX50" fmla="*/ 172528 w 224925"/>
                <a:gd name="connsiteY50" fmla="*/ 225355 h 275787"/>
                <a:gd name="connsiteX51" fmla="*/ 224925 w 224925"/>
                <a:gd name="connsiteY51" fmla="*/ 166622 h 275787"/>
                <a:gd name="connsiteX52" fmla="*/ 170611 w 224925"/>
                <a:gd name="connsiteY52" fmla="*/ 108528 h 275787"/>
                <a:gd name="connsiteX53" fmla="*/ 111824 w 224925"/>
                <a:gd name="connsiteY53" fmla="*/ 61925 h 275787"/>
                <a:gd name="connsiteX54" fmla="*/ 158471 w 224925"/>
                <a:gd name="connsiteY54" fmla="*/ 108528 h 275787"/>
                <a:gd name="connsiteX55" fmla="*/ 158471 w 224925"/>
                <a:gd name="connsiteY55" fmla="*/ 109166 h 275787"/>
                <a:gd name="connsiteX56" fmla="*/ 112463 w 224925"/>
                <a:gd name="connsiteY56" fmla="*/ 142363 h 275787"/>
                <a:gd name="connsiteX57" fmla="*/ 65177 w 224925"/>
                <a:gd name="connsiteY57" fmla="*/ 109166 h 275787"/>
                <a:gd name="connsiteX58" fmla="*/ 65177 w 224925"/>
                <a:gd name="connsiteY58" fmla="*/ 108528 h 275787"/>
                <a:gd name="connsiteX59" fmla="*/ 111824 w 224925"/>
                <a:gd name="connsiteY59" fmla="*/ 61925 h 275787"/>
                <a:gd name="connsiteX60" fmla="*/ 155915 w 224925"/>
                <a:gd name="connsiteY60" fmla="*/ 122572 h 275787"/>
                <a:gd name="connsiteX61" fmla="*/ 121409 w 224925"/>
                <a:gd name="connsiteY61" fmla="*/ 154492 h 275787"/>
                <a:gd name="connsiteX62" fmla="*/ 155915 w 224925"/>
                <a:gd name="connsiteY62" fmla="*/ 122572 h 275787"/>
                <a:gd name="connsiteX63" fmla="*/ 103517 w 224925"/>
                <a:gd name="connsiteY63" fmla="*/ 154492 h 275787"/>
                <a:gd name="connsiteX64" fmla="*/ 67094 w 224925"/>
                <a:gd name="connsiteY64" fmla="*/ 121934 h 275787"/>
                <a:gd name="connsiteX65" fmla="*/ 103517 w 224925"/>
                <a:gd name="connsiteY65" fmla="*/ 154492 h 275787"/>
                <a:gd name="connsiteX66" fmla="*/ 58787 w 224925"/>
                <a:gd name="connsiteY66" fmla="*/ 214502 h 275787"/>
                <a:gd name="connsiteX67" fmla="*/ 12141 w 224925"/>
                <a:gd name="connsiteY67" fmla="*/ 167899 h 275787"/>
                <a:gd name="connsiteX68" fmla="*/ 53676 w 224925"/>
                <a:gd name="connsiteY68" fmla="*/ 121934 h 275787"/>
                <a:gd name="connsiteX69" fmla="*/ 105434 w 224925"/>
                <a:gd name="connsiteY69" fmla="*/ 167899 h 275787"/>
                <a:gd name="connsiteX70" fmla="*/ 105434 w 224925"/>
                <a:gd name="connsiteY70" fmla="*/ 168537 h 275787"/>
                <a:gd name="connsiteX71" fmla="*/ 58787 w 224925"/>
                <a:gd name="connsiteY71" fmla="*/ 214502 h 275787"/>
                <a:gd name="connsiteX72" fmla="*/ 166138 w 224925"/>
                <a:gd name="connsiteY72" fmla="*/ 214502 h 275787"/>
                <a:gd name="connsiteX73" fmla="*/ 119492 w 224925"/>
                <a:gd name="connsiteY73" fmla="*/ 167899 h 275787"/>
                <a:gd name="connsiteX74" fmla="*/ 119492 w 224925"/>
                <a:gd name="connsiteY74" fmla="*/ 167260 h 275787"/>
                <a:gd name="connsiteX75" fmla="*/ 169972 w 224925"/>
                <a:gd name="connsiteY75" fmla="*/ 121296 h 275787"/>
                <a:gd name="connsiteX76" fmla="*/ 212785 w 224925"/>
                <a:gd name="connsiteY76" fmla="*/ 167899 h 275787"/>
                <a:gd name="connsiteX77" fmla="*/ 166138 w 224925"/>
                <a:gd name="connsiteY77" fmla="*/ 214502 h 275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24925" h="275787">
                  <a:moveTo>
                    <a:pt x="170611" y="108528"/>
                  </a:moveTo>
                  <a:cubicBezTo>
                    <a:pt x="170611" y="108528"/>
                    <a:pt x="171251" y="108528"/>
                    <a:pt x="170611" y="108528"/>
                  </a:cubicBezTo>
                  <a:cubicBezTo>
                    <a:pt x="170611" y="77246"/>
                    <a:pt x="146969" y="52349"/>
                    <a:pt x="117575" y="49157"/>
                  </a:cubicBezTo>
                  <a:lnTo>
                    <a:pt x="117575" y="33197"/>
                  </a:lnTo>
                  <a:lnTo>
                    <a:pt x="130994" y="33197"/>
                  </a:lnTo>
                  <a:cubicBezTo>
                    <a:pt x="134828" y="33197"/>
                    <a:pt x="137384" y="30643"/>
                    <a:pt x="137384" y="26813"/>
                  </a:cubicBezTo>
                  <a:cubicBezTo>
                    <a:pt x="137384" y="22982"/>
                    <a:pt x="134828" y="20429"/>
                    <a:pt x="130994" y="20429"/>
                  </a:cubicBezTo>
                  <a:lnTo>
                    <a:pt x="117575" y="20429"/>
                  </a:lnTo>
                  <a:lnTo>
                    <a:pt x="117575" y="6384"/>
                  </a:lnTo>
                  <a:cubicBezTo>
                    <a:pt x="117575" y="2554"/>
                    <a:pt x="115019" y="0"/>
                    <a:pt x="111185" y="0"/>
                  </a:cubicBezTo>
                  <a:cubicBezTo>
                    <a:pt x="107351" y="0"/>
                    <a:pt x="104795" y="2554"/>
                    <a:pt x="104795" y="6384"/>
                  </a:cubicBezTo>
                  <a:lnTo>
                    <a:pt x="104795" y="20429"/>
                  </a:lnTo>
                  <a:lnTo>
                    <a:pt x="91376" y="20429"/>
                  </a:lnTo>
                  <a:cubicBezTo>
                    <a:pt x="87542" y="20429"/>
                    <a:pt x="84986" y="22982"/>
                    <a:pt x="84986" y="26813"/>
                  </a:cubicBezTo>
                  <a:cubicBezTo>
                    <a:pt x="84986" y="30643"/>
                    <a:pt x="87542" y="33197"/>
                    <a:pt x="91376" y="33197"/>
                  </a:cubicBezTo>
                  <a:lnTo>
                    <a:pt x="104795" y="33197"/>
                  </a:lnTo>
                  <a:lnTo>
                    <a:pt x="104795" y="49795"/>
                  </a:lnTo>
                  <a:cubicBezTo>
                    <a:pt x="75402" y="52987"/>
                    <a:pt x="52397" y="78523"/>
                    <a:pt x="52397" y="108528"/>
                  </a:cubicBezTo>
                  <a:cubicBezTo>
                    <a:pt x="52397" y="108528"/>
                    <a:pt x="52397" y="109166"/>
                    <a:pt x="52397" y="109166"/>
                  </a:cubicBezTo>
                  <a:cubicBezTo>
                    <a:pt x="23004" y="112358"/>
                    <a:pt x="0" y="137894"/>
                    <a:pt x="0" y="167899"/>
                  </a:cubicBezTo>
                  <a:cubicBezTo>
                    <a:pt x="0" y="198542"/>
                    <a:pt x="23642" y="224078"/>
                    <a:pt x="53037" y="226631"/>
                  </a:cubicBezTo>
                  <a:lnTo>
                    <a:pt x="53037" y="242591"/>
                  </a:lnTo>
                  <a:lnTo>
                    <a:pt x="39617" y="242591"/>
                  </a:lnTo>
                  <a:cubicBezTo>
                    <a:pt x="35783" y="242591"/>
                    <a:pt x="33227" y="245145"/>
                    <a:pt x="33227" y="248975"/>
                  </a:cubicBezTo>
                  <a:cubicBezTo>
                    <a:pt x="33227" y="252806"/>
                    <a:pt x="35783" y="255359"/>
                    <a:pt x="39617" y="255359"/>
                  </a:cubicBezTo>
                  <a:lnTo>
                    <a:pt x="53037" y="255359"/>
                  </a:lnTo>
                  <a:lnTo>
                    <a:pt x="53037" y="269404"/>
                  </a:lnTo>
                  <a:cubicBezTo>
                    <a:pt x="53037" y="273234"/>
                    <a:pt x="55592" y="275788"/>
                    <a:pt x="59427" y="275788"/>
                  </a:cubicBezTo>
                  <a:cubicBezTo>
                    <a:pt x="63261" y="275788"/>
                    <a:pt x="65817" y="273234"/>
                    <a:pt x="65817" y="269404"/>
                  </a:cubicBezTo>
                  <a:lnTo>
                    <a:pt x="65817" y="255359"/>
                  </a:lnTo>
                  <a:lnTo>
                    <a:pt x="79235" y="255359"/>
                  </a:lnTo>
                  <a:cubicBezTo>
                    <a:pt x="83069" y="255359"/>
                    <a:pt x="85625" y="252806"/>
                    <a:pt x="85625" y="248975"/>
                  </a:cubicBezTo>
                  <a:cubicBezTo>
                    <a:pt x="85625" y="245145"/>
                    <a:pt x="83069" y="242591"/>
                    <a:pt x="79235" y="242591"/>
                  </a:cubicBezTo>
                  <a:lnTo>
                    <a:pt x="65817" y="242591"/>
                  </a:lnTo>
                  <a:lnTo>
                    <a:pt x="65817" y="225993"/>
                  </a:lnTo>
                  <a:cubicBezTo>
                    <a:pt x="86264" y="223439"/>
                    <a:pt x="104156" y="210671"/>
                    <a:pt x="112463" y="192796"/>
                  </a:cubicBezTo>
                  <a:cubicBezTo>
                    <a:pt x="121409" y="210671"/>
                    <a:pt x="138661" y="224078"/>
                    <a:pt x="159748" y="225993"/>
                  </a:cubicBezTo>
                  <a:lnTo>
                    <a:pt x="159748" y="241953"/>
                  </a:lnTo>
                  <a:lnTo>
                    <a:pt x="146330" y="241953"/>
                  </a:lnTo>
                  <a:cubicBezTo>
                    <a:pt x="142496" y="241953"/>
                    <a:pt x="139940" y="244506"/>
                    <a:pt x="139940" y="248337"/>
                  </a:cubicBezTo>
                  <a:cubicBezTo>
                    <a:pt x="139940" y="252167"/>
                    <a:pt x="142496" y="254721"/>
                    <a:pt x="146330" y="254721"/>
                  </a:cubicBezTo>
                  <a:lnTo>
                    <a:pt x="159748" y="254721"/>
                  </a:lnTo>
                  <a:lnTo>
                    <a:pt x="159748" y="268766"/>
                  </a:lnTo>
                  <a:cubicBezTo>
                    <a:pt x="159748" y="272596"/>
                    <a:pt x="162305" y="275150"/>
                    <a:pt x="166138" y="275150"/>
                  </a:cubicBezTo>
                  <a:cubicBezTo>
                    <a:pt x="169972" y="275150"/>
                    <a:pt x="172528" y="272596"/>
                    <a:pt x="172528" y="268766"/>
                  </a:cubicBezTo>
                  <a:lnTo>
                    <a:pt x="172528" y="254721"/>
                  </a:lnTo>
                  <a:lnTo>
                    <a:pt x="185947" y="254721"/>
                  </a:lnTo>
                  <a:cubicBezTo>
                    <a:pt x="189781" y="254721"/>
                    <a:pt x="192337" y="252167"/>
                    <a:pt x="192337" y="248337"/>
                  </a:cubicBezTo>
                  <a:cubicBezTo>
                    <a:pt x="192337" y="244506"/>
                    <a:pt x="189781" y="241953"/>
                    <a:pt x="185947" y="241953"/>
                  </a:cubicBezTo>
                  <a:lnTo>
                    <a:pt x="172528" y="241953"/>
                  </a:lnTo>
                  <a:lnTo>
                    <a:pt x="172528" y="225355"/>
                  </a:lnTo>
                  <a:cubicBezTo>
                    <a:pt x="201922" y="222163"/>
                    <a:pt x="224925" y="196627"/>
                    <a:pt x="224925" y="166622"/>
                  </a:cubicBezTo>
                  <a:cubicBezTo>
                    <a:pt x="224925" y="136617"/>
                    <a:pt x="201283" y="111081"/>
                    <a:pt x="170611" y="108528"/>
                  </a:cubicBezTo>
                  <a:close/>
                  <a:moveTo>
                    <a:pt x="111824" y="61925"/>
                  </a:moveTo>
                  <a:cubicBezTo>
                    <a:pt x="137384" y="61925"/>
                    <a:pt x="158471" y="82992"/>
                    <a:pt x="158471" y="108528"/>
                  </a:cubicBezTo>
                  <a:cubicBezTo>
                    <a:pt x="158471" y="108528"/>
                    <a:pt x="158471" y="109166"/>
                    <a:pt x="158471" y="109166"/>
                  </a:cubicBezTo>
                  <a:cubicBezTo>
                    <a:pt x="138022" y="111720"/>
                    <a:pt x="121409" y="124488"/>
                    <a:pt x="112463" y="142363"/>
                  </a:cubicBezTo>
                  <a:cubicBezTo>
                    <a:pt x="103517" y="124488"/>
                    <a:pt x="86264" y="111081"/>
                    <a:pt x="65177" y="109166"/>
                  </a:cubicBezTo>
                  <a:cubicBezTo>
                    <a:pt x="65177" y="109166"/>
                    <a:pt x="65177" y="109166"/>
                    <a:pt x="65177" y="108528"/>
                  </a:cubicBezTo>
                  <a:cubicBezTo>
                    <a:pt x="65177" y="82992"/>
                    <a:pt x="85625" y="61925"/>
                    <a:pt x="111824" y="61925"/>
                  </a:cubicBezTo>
                  <a:close/>
                  <a:moveTo>
                    <a:pt x="155915" y="122572"/>
                  </a:moveTo>
                  <a:cubicBezTo>
                    <a:pt x="150802" y="138532"/>
                    <a:pt x="137384" y="150662"/>
                    <a:pt x="121409" y="154492"/>
                  </a:cubicBezTo>
                  <a:cubicBezTo>
                    <a:pt x="126521" y="137894"/>
                    <a:pt x="139301" y="125764"/>
                    <a:pt x="155915" y="122572"/>
                  </a:cubicBezTo>
                  <a:close/>
                  <a:moveTo>
                    <a:pt x="103517" y="154492"/>
                  </a:moveTo>
                  <a:cubicBezTo>
                    <a:pt x="86264" y="151300"/>
                    <a:pt x="72207" y="138532"/>
                    <a:pt x="67094" y="121934"/>
                  </a:cubicBezTo>
                  <a:cubicBezTo>
                    <a:pt x="84347" y="125126"/>
                    <a:pt x="98405" y="137894"/>
                    <a:pt x="103517" y="154492"/>
                  </a:cubicBezTo>
                  <a:close/>
                  <a:moveTo>
                    <a:pt x="58787" y="214502"/>
                  </a:moveTo>
                  <a:cubicBezTo>
                    <a:pt x="33227" y="214502"/>
                    <a:pt x="12141" y="193435"/>
                    <a:pt x="12141" y="167899"/>
                  </a:cubicBezTo>
                  <a:cubicBezTo>
                    <a:pt x="12141" y="144278"/>
                    <a:pt x="30032" y="124488"/>
                    <a:pt x="53676" y="121934"/>
                  </a:cubicBezTo>
                  <a:cubicBezTo>
                    <a:pt x="59427" y="146193"/>
                    <a:pt x="79874" y="165345"/>
                    <a:pt x="105434" y="167899"/>
                  </a:cubicBezTo>
                  <a:cubicBezTo>
                    <a:pt x="105434" y="167899"/>
                    <a:pt x="105434" y="167899"/>
                    <a:pt x="105434" y="168537"/>
                  </a:cubicBezTo>
                  <a:cubicBezTo>
                    <a:pt x="105434" y="193435"/>
                    <a:pt x="84347" y="214502"/>
                    <a:pt x="58787" y="214502"/>
                  </a:cubicBezTo>
                  <a:close/>
                  <a:moveTo>
                    <a:pt x="166138" y="214502"/>
                  </a:moveTo>
                  <a:cubicBezTo>
                    <a:pt x="140579" y="214502"/>
                    <a:pt x="119492" y="193435"/>
                    <a:pt x="119492" y="167899"/>
                  </a:cubicBezTo>
                  <a:cubicBezTo>
                    <a:pt x="119492" y="167899"/>
                    <a:pt x="119492" y="167260"/>
                    <a:pt x="119492" y="167260"/>
                  </a:cubicBezTo>
                  <a:cubicBezTo>
                    <a:pt x="144412" y="164068"/>
                    <a:pt x="164221" y="145555"/>
                    <a:pt x="169972" y="121296"/>
                  </a:cubicBezTo>
                  <a:cubicBezTo>
                    <a:pt x="194254" y="123211"/>
                    <a:pt x="212785" y="143001"/>
                    <a:pt x="212785" y="167899"/>
                  </a:cubicBezTo>
                  <a:cubicBezTo>
                    <a:pt x="212146" y="193435"/>
                    <a:pt x="191698" y="214502"/>
                    <a:pt x="166138" y="214502"/>
                  </a:cubicBezTo>
                  <a:close/>
                </a:path>
              </a:pathLst>
            </a:custGeom>
            <a:solidFill>
              <a:srgbClr val="00A3E0"/>
            </a:solidFill>
            <a:ln w="6390" cap="flat">
              <a:noFill/>
              <a:prstDash val="solid"/>
              <a:miter/>
            </a:ln>
          </p:spPr>
          <p:txBody>
            <a:bodyPr rtlCol="0" anchor="ctr"/>
            <a:lstStyle/>
            <a:p>
              <a:endParaRPr lang="en-US"/>
            </a:p>
          </p:txBody>
        </p:sp>
      </p:grpSp>
      <p:grpSp>
        <p:nvGrpSpPr>
          <p:cNvPr id="1196" name="Graphic 4">
            <a:extLst>
              <a:ext uri="{FF2B5EF4-FFF2-40B4-BE49-F238E27FC236}">
                <a16:creationId xmlns:a16="http://schemas.microsoft.com/office/drawing/2014/main" id="{AE6DE59F-8C00-0F4F-8324-251199AF7260}"/>
              </a:ext>
            </a:extLst>
          </p:cNvPr>
          <p:cNvGrpSpPr/>
          <p:nvPr/>
        </p:nvGrpSpPr>
        <p:grpSpPr>
          <a:xfrm>
            <a:off x="8841116" y="3339623"/>
            <a:ext cx="361674" cy="361333"/>
            <a:chOff x="8841116" y="3339623"/>
            <a:chExt cx="361674" cy="361333"/>
          </a:xfrm>
          <a:solidFill>
            <a:srgbClr val="00A3E0"/>
          </a:solidFill>
        </p:grpSpPr>
        <p:sp>
          <p:nvSpPr>
            <p:cNvPr id="1197" name="Graphic 4">
              <a:extLst>
                <a:ext uri="{FF2B5EF4-FFF2-40B4-BE49-F238E27FC236}">
                  <a16:creationId xmlns:a16="http://schemas.microsoft.com/office/drawing/2014/main" id="{9CB7318F-EA36-1B40-8F02-3B3622A46E57}"/>
                </a:ext>
              </a:extLst>
            </p:cNvPr>
            <p:cNvSpPr/>
            <p:nvPr/>
          </p:nvSpPr>
          <p:spPr>
            <a:xfrm>
              <a:off x="8841116" y="3339623"/>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0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3" y="361333"/>
                    <a:pt x="180836" y="361333"/>
                  </a:cubicBezTo>
                  <a:cubicBezTo>
                    <a:pt x="281157" y="361333"/>
                    <a:pt x="361670" y="280257"/>
                    <a:pt x="361670" y="180667"/>
                  </a:cubicBezTo>
                  <a:cubicBezTo>
                    <a:pt x="362310" y="81077"/>
                    <a:pt x="281157" y="0"/>
                    <a:pt x="180836" y="0"/>
                  </a:cubicBezTo>
                  <a:close/>
                  <a:moveTo>
                    <a:pt x="180836" y="349204"/>
                  </a:moveTo>
                  <a:cubicBezTo>
                    <a:pt x="88181" y="349204"/>
                    <a:pt x="12780" y="273873"/>
                    <a:pt x="12780" y="181305"/>
                  </a:cubicBezTo>
                  <a:cubicBezTo>
                    <a:pt x="12780" y="88738"/>
                    <a:pt x="88181" y="13406"/>
                    <a:pt x="180836" y="13406"/>
                  </a:cubicBezTo>
                  <a:cubicBezTo>
                    <a:pt x="273490" y="13406"/>
                    <a:pt x="348890" y="88738"/>
                    <a:pt x="348890" y="181305"/>
                  </a:cubicBezTo>
                  <a:cubicBezTo>
                    <a:pt x="349530" y="273873"/>
                    <a:pt x="274128"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1198" name="Graphic 4">
              <a:extLst>
                <a:ext uri="{FF2B5EF4-FFF2-40B4-BE49-F238E27FC236}">
                  <a16:creationId xmlns:a16="http://schemas.microsoft.com/office/drawing/2014/main" id="{09C33646-9CF2-994F-BD83-6239915BFD7A}"/>
                </a:ext>
              </a:extLst>
            </p:cNvPr>
            <p:cNvSpPr/>
            <p:nvPr/>
          </p:nvSpPr>
          <p:spPr>
            <a:xfrm>
              <a:off x="8954219" y="3451981"/>
              <a:ext cx="135466" cy="135340"/>
            </a:xfrm>
            <a:custGeom>
              <a:avLst/>
              <a:gdLst>
                <a:gd name="connsiteX0" fmla="*/ 67733 w 135466"/>
                <a:gd name="connsiteY0" fmla="*/ 0 h 135340"/>
                <a:gd name="connsiteX1" fmla="*/ 0 w 135466"/>
                <a:gd name="connsiteY1" fmla="*/ 67670 h 135340"/>
                <a:gd name="connsiteX2" fmla="*/ 67733 w 135466"/>
                <a:gd name="connsiteY2" fmla="*/ 135341 h 135340"/>
                <a:gd name="connsiteX3" fmla="*/ 135466 w 135466"/>
                <a:gd name="connsiteY3" fmla="*/ 67670 h 135340"/>
                <a:gd name="connsiteX4" fmla="*/ 67733 w 135466"/>
                <a:gd name="connsiteY4" fmla="*/ 0 h 135340"/>
                <a:gd name="connsiteX5" fmla="*/ 67733 w 135466"/>
                <a:gd name="connsiteY5" fmla="*/ 12768 h 135340"/>
                <a:gd name="connsiteX6" fmla="*/ 122048 w 135466"/>
                <a:gd name="connsiteY6" fmla="*/ 60010 h 135340"/>
                <a:gd name="connsiteX7" fmla="*/ 14058 w 135466"/>
                <a:gd name="connsiteY7" fmla="*/ 60010 h 135340"/>
                <a:gd name="connsiteX8" fmla="*/ 67733 w 135466"/>
                <a:gd name="connsiteY8" fmla="*/ 12768 h 135340"/>
                <a:gd name="connsiteX9" fmla="*/ 67733 w 135466"/>
                <a:gd name="connsiteY9" fmla="*/ 121934 h 135340"/>
                <a:gd name="connsiteX10" fmla="*/ 13419 w 135466"/>
                <a:gd name="connsiteY10" fmla="*/ 72139 h 135340"/>
                <a:gd name="connsiteX11" fmla="*/ 122048 w 135466"/>
                <a:gd name="connsiteY11" fmla="*/ 72139 h 135340"/>
                <a:gd name="connsiteX12" fmla="*/ 67733 w 135466"/>
                <a:gd name="connsiteY12" fmla="*/ 121934 h 135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5466" h="135340">
                  <a:moveTo>
                    <a:pt x="67733" y="0"/>
                  </a:moveTo>
                  <a:cubicBezTo>
                    <a:pt x="30671" y="0"/>
                    <a:pt x="0" y="30005"/>
                    <a:pt x="0" y="67670"/>
                  </a:cubicBezTo>
                  <a:cubicBezTo>
                    <a:pt x="0" y="105336"/>
                    <a:pt x="30032" y="135341"/>
                    <a:pt x="67733" y="135341"/>
                  </a:cubicBezTo>
                  <a:cubicBezTo>
                    <a:pt x="105434" y="135341"/>
                    <a:pt x="135466" y="105336"/>
                    <a:pt x="135466" y="67670"/>
                  </a:cubicBezTo>
                  <a:cubicBezTo>
                    <a:pt x="135466" y="30005"/>
                    <a:pt x="105434" y="0"/>
                    <a:pt x="67733" y="0"/>
                  </a:cubicBezTo>
                  <a:close/>
                  <a:moveTo>
                    <a:pt x="67733" y="12768"/>
                  </a:moveTo>
                  <a:cubicBezTo>
                    <a:pt x="95209" y="12768"/>
                    <a:pt x="118214" y="33197"/>
                    <a:pt x="122048" y="60010"/>
                  </a:cubicBezTo>
                  <a:lnTo>
                    <a:pt x="14058" y="60010"/>
                  </a:lnTo>
                  <a:cubicBezTo>
                    <a:pt x="17891" y="33197"/>
                    <a:pt x="40256" y="12768"/>
                    <a:pt x="67733" y="12768"/>
                  </a:cubicBezTo>
                  <a:close/>
                  <a:moveTo>
                    <a:pt x="67733" y="121934"/>
                  </a:moveTo>
                  <a:cubicBezTo>
                    <a:pt x="39617" y="121934"/>
                    <a:pt x="15975" y="100229"/>
                    <a:pt x="13419" y="72139"/>
                  </a:cubicBezTo>
                  <a:lnTo>
                    <a:pt x="122048" y="72139"/>
                  </a:lnTo>
                  <a:cubicBezTo>
                    <a:pt x="119492" y="100229"/>
                    <a:pt x="96488" y="121934"/>
                    <a:pt x="67733" y="121934"/>
                  </a:cubicBezTo>
                  <a:close/>
                </a:path>
              </a:pathLst>
            </a:custGeom>
            <a:solidFill>
              <a:srgbClr val="00A3E0"/>
            </a:solidFill>
            <a:ln w="6390" cap="flat">
              <a:noFill/>
              <a:prstDash val="solid"/>
              <a:miter/>
            </a:ln>
          </p:spPr>
          <p:txBody>
            <a:bodyPr rtlCol="0" anchor="ctr"/>
            <a:lstStyle/>
            <a:p>
              <a:endParaRPr lang="en-US"/>
            </a:p>
          </p:txBody>
        </p:sp>
      </p:grpSp>
      <p:grpSp>
        <p:nvGrpSpPr>
          <p:cNvPr id="1199" name="Graphic 4">
            <a:extLst>
              <a:ext uri="{FF2B5EF4-FFF2-40B4-BE49-F238E27FC236}">
                <a16:creationId xmlns:a16="http://schemas.microsoft.com/office/drawing/2014/main" id="{629478CE-CA05-FF48-BDF2-4F6B67854317}"/>
              </a:ext>
            </a:extLst>
          </p:cNvPr>
          <p:cNvGrpSpPr/>
          <p:nvPr/>
        </p:nvGrpSpPr>
        <p:grpSpPr>
          <a:xfrm>
            <a:off x="10934460" y="3339623"/>
            <a:ext cx="361671" cy="361333"/>
            <a:chOff x="10934460" y="3339623"/>
            <a:chExt cx="361671" cy="361333"/>
          </a:xfrm>
          <a:solidFill>
            <a:srgbClr val="00A3E0"/>
          </a:solidFill>
        </p:grpSpPr>
        <p:sp>
          <p:nvSpPr>
            <p:cNvPr id="1200" name="Graphic 4">
              <a:extLst>
                <a:ext uri="{FF2B5EF4-FFF2-40B4-BE49-F238E27FC236}">
                  <a16:creationId xmlns:a16="http://schemas.microsoft.com/office/drawing/2014/main" id="{46DF1E37-B3DF-0045-9BBF-03F950B3A33B}"/>
                </a:ext>
              </a:extLst>
            </p:cNvPr>
            <p:cNvSpPr/>
            <p:nvPr/>
          </p:nvSpPr>
          <p:spPr>
            <a:xfrm>
              <a:off x="10934460" y="3339623"/>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180836 w 361671"/>
                <a:gd name="connsiteY5" fmla="*/ 349204 h 361333"/>
                <a:gd name="connsiteX6" fmla="*/ 12780 w 361671"/>
                <a:gd name="connsiteY6" fmla="*/ 181305 h 361333"/>
                <a:gd name="connsiteX7" fmla="*/ 180836 w 361671"/>
                <a:gd name="connsiteY7" fmla="*/ 13406 h 361333"/>
                <a:gd name="connsiteX8" fmla="*/ 348891 w 361671"/>
                <a:gd name="connsiteY8" fmla="*/ 181305 h 361333"/>
                <a:gd name="connsiteX9" fmla="*/ 180836 w 361671"/>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1" h="361333">
                  <a:moveTo>
                    <a:pt x="180836" y="0"/>
                  </a:moveTo>
                  <a:cubicBezTo>
                    <a:pt x="80514" y="0"/>
                    <a:pt x="0" y="81077"/>
                    <a:pt x="0" y="180667"/>
                  </a:cubicBezTo>
                  <a:cubicBezTo>
                    <a:pt x="0" y="280895"/>
                    <a:pt x="81153" y="361333"/>
                    <a:pt x="180836" y="361333"/>
                  </a:cubicBezTo>
                  <a:cubicBezTo>
                    <a:pt x="281157" y="361333"/>
                    <a:pt x="361671" y="280257"/>
                    <a:pt x="361671" y="180667"/>
                  </a:cubicBezTo>
                  <a:cubicBezTo>
                    <a:pt x="361671" y="81077"/>
                    <a:pt x="281157" y="0"/>
                    <a:pt x="180836" y="0"/>
                  </a:cubicBezTo>
                  <a:close/>
                  <a:moveTo>
                    <a:pt x="180836" y="349204"/>
                  </a:moveTo>
                  <a:cubicBezTo>
                    <a:pt x="88181" y="349204"/>
                    <a:pt x="12780" y="273873"/>
                    <a:pt x="12780" y="181305"/>
                  </a:cubicBezTo>
                  <a:cubicBezTo>
                    <a:pt x="12780" y="88738"/>
                    <a:pt x="88181" y="13406"/>
                    <a:pt x="180836" y="13406"/>
                  </a:cubicBezTo>
                  <a:cubicBezTo>
                    <a:pt x="273490" y="13406"/>
                    <a:pt x="348891" y="88738"/>
                    <a:pt x="348891" y="181305"/>
                  </a:cubicBezTo>
                  <a:cubicBezTo>
                    <a:pt x="348891" y="273873"/>
                    <a:pt x="273490"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1201" name="Graphic 4">
              <a:extLst>
                <a:ext uri="{FF2B5EF4-FFF2-40B4-BE49-F238E27FC236}">
                  <a16:creationId xmlns:a16="http://schemas.microsoft.com/office/drawing/2014/main" id="{F5D6E024-3467-674B-8BDB-6DD097C8E254}"/>
                </a:ext>
              </a:extLst>
            </p:cNvPr>
            <p:cNvSpPr/>
            <p:nvPr/>
          </p:nvSpPr>
          <p:spPr>
            <a:xfrm>
              <a:off x="11047562" y="3410485"/>
              <a:ext cx="135466" cy="192796"/>
            </a:xfrm>
            <a:custGeom>
              <a:avLst/>
              <a:gdLst>
                <a:gd name="connsiteX0" fmla="*/ 74123 w 135466"/>
                <a:gd name="connsiteY0" fmla="*/ 58094 h 192796"/>
                <a:gd name="connsiteX1" fmla="*/ 74123 w 135466"/>
                <a:gd name="connsiteY1" fmla="*/ 6384 h 192796"/>
                <a:gd name="connsiteX2" fmla="*/ 67733 w 135466"/>
                <a:gd name="connsiteY2" fmla="*/ 0 h 192796"/>
                <a:gd name="connsiteX3" fmla="*/ 61343 w 135466"/>
                <a:gd name="connsiteY3" fmla="*/ 6384 h 192796"/>
                <a:gd name="connsiteX4" fmla="*/ 61343 w 135466"/>
                <a:gd name="connsiteY4" fmla="*/ 58094 h 192796"/>
                <a:gd name="connsiteX5" fmla="*/ 0 w 135466"/>
                <a:gd name="connsiteY5" fmla="*/ 125126 h 192796"/>
                <a:gd name="connsiteX6" fmla="*/ 67733 w 135466"/>
                <a:gd name="connsiteY6" fmla="*/ 192796 h 192796"/>
                <a:gd name="connsiteX7" fmla="*/ 135466 w 135466"/>
                <a:gd name="connsiteY7" fmla="*/ 125126 h 192796"/>
                <a:gd name="connsiteX8" fmla="*/ 74123 w 135466"/>
                <a:gd name="connsiteY8" fmla="*/ 58094 h 192796"/>
                <a:gd name="connsiteX9" fmla="*/ 67733 w 135466"/>
                <a:gd name="connsiteY9" fmla="*/ 180028 h 192796"/>
                <a:gd name="connsiteX10" fmla="*/ 12780 w 135466"/>
                <a:gd name="connsiteY10" fmla="*/ 125126 h 192796"/>
                <a:gd name="connsiteX11" fmla="*/ 67733 w 135466"/>
                <a:gd name="connsiteY11" fmla="*/ 70224 h 192796"/>
                <a:gd name="connsiteX12" fmla="*/ 122686 w 135466"/>
                <a:gd name="connsiteY12" fmla="*/ 125126 h 192796"/>
                <a:gd name="connsiteX13" fmla="*/ 67733 w 135466"/>
                <a:gd name="connsiteY13" fmla="*/ 180028 h 19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5466" h="192796">
                  <a:moveTo>
                    <a:pt x="74123" y="58094"/>
                  </a:moveTo>
                  <a:lnTo>
                    <a:pt x="74123" y="6384"/>
                  </a:lnTo>
                  <a:cubicBezTo>
                    <a:pt x="74123" y="2554"/>
                    <a:pt x="71567" y="0"/>
                    <a:pt x="67733" y="0"/>
                  </a:cubicBezTo>
                  <a:cubicBezTo>
                    <a:pt x="63899" y="0"/>
                    <a:pt x="61343" y="2554"/>
                    <a:pt x="61343" y="6384"/>
                  </a:cubicBezTo>
                  <a:lnTo>
                    <a:pt x="61343" y="58094"/>
                  </a:lnTo>
                  <a:cubicBezTo>
                    <a:pt x="26837" y="61286"/>
                    <a:pt x="0" y="90014"/>
                    <a:pt x="0" y="125126"/>
                  </a:cubicBezTo>
                  <a:cubicBezTo>
                    <a:pt x="0" y="162153"/>
                    <a:pt x="30032" y="192796"/>
                    <a:pt x="67733" y="192796"/>
                  </a:cubicBezTo>
                  <a:cubicBezTo>
                    <a:pt x="105434" y="192796"/>
                    <a:pt x="135466" y="162792"/>
                    <a:pt x="135466" y="125126"/>
                  </a:cubicBezTo>
                  <a:cubicBezTo>
                    <a:pt x="135466" y="90014"/>
                    <a:pt x="107990" y="61286"/>
                    <a:pt x="74123" y="58094"/>
                  </a:cubicBezTo>
                  <a:close/>
                  <a:moveTo>
                    <a:pt x="67733" y="180028"/>
                  </a:moveTo>
                  <a:cubicBezTo>
                    <a:pt x="37701" y="180028"/>
                    <a:pt x="12780" y="155769"/>
                    <a:pt x="12780" y="125126"/>
                  </a:cubicBezTo>
                  <a:cubicBezTo>
                    <a:pt x="12780" y="94483"/>
                    <a:pt x="37061" y="70224"/>
                    <a:pt x="67733" y="70224"/>
                  </a:cubicBezTo>
                  <a:cubicBezTo>
                    <a:pt x="98405" y="70224"/>
                    <a:pt x="122686" y="94483"/>
                    <a:pt x="122686" y="125126"/>
                  </a:cubicBezTo>
                  <a:cubicBezTo>
                    <a:pt x="122686" y="155769"/>
                    <a:pt x="97766" y="180028"/>
                    <a:pt x="67733" y="180028"/>
                  </a:cubicBezTo>
                  <a:close/>
                </a:path>
              </a:pathLst>
            </a:custGeom>
            <a:solidFill>
              <a:srgbClr val="00A3E0"/>
            </a:solidFill>
            <a:ln w="6390" cap="flat">
              <a:noFill/>
              <a:prstDash val="solid"/>
              <a:miter/>
            </a:ln>
          </p:spPr>
          <p:txBody>
            <a:bodyPr rtlCol="0" anchor="ctr"/>
            <a:lstStyle/>
            <a:p>
              <a:endParaRPr lang="en-US"/>
            </a:p>
          </p:txBody>
        </p:sp>
      </p:grpSp>
      <p:grpSp>
        <p:nvGrpSpPr>
          <p:cNvPr id="1202" name="Graphic 4">
            <a:extLst>
              <a:ext uri="{FF2B5EF4-FFF2-40B4-BE49-F238E27FC236}">
                <a16:creationId xmlns:a16="http://schemas.microsoft.com/office/drawing/2014/main" id="{C9A07BD4-7B15-DA42-9331-393872439A1C}"/>
              </a:ext>
            </a:extLst>
          </p:cNvPr>
          <p:cNvGrpSpPr/>
          <p:nvPr/>
        </p:nvGrpSpPr>
        <p:grpSpPr>
          <a:xfrm>
            <a:off x="10934460" y="3824168"/>
            <a:ext cx="361671" cy="361333"/>
            <a:chOff x="10934460" y="3824168"/>
            <a:chExt cx="361671" cy="361333"/>
          </a:xfrm>
          <a:solidFill>
            <a:srgbClr val="00A3E0"/>
          </a:solidFill>
        </p:grpSpPr>
        <p:sp>
          <p:nvSpPr>
            <p:cNvPr id="1203" name="Graphic 4">
              <a:extLst>
                <a:ext uri="{FF2B5EF4-FFF2-40B4-BE49-F238E27FC236}">
                  <a16:creationId xmlns:a16="http://schemas.microsoft.com/office/drawing/2014/main" id="{3AE564DE-6FD6-944F-9F69-69CEBA819D8A}"/>
                </a:ext>
              </a:extLst>
            </p:cNvPr>
            <p:cNvSpPr/>
            <p:nvPr/>
          </p:nvSpPr>
          <p:spPr>
            <a:xfrm>
              <a:off x="10934460" y="3824168"/>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180836 w 361671"/>
                <a:gd name="connsiteY5" fmla="*/ 349204 h 361333"/>
                <a:gd name="connsiteX6" fmla="*/ 12780 w 361671"/>
                <a:gd name="connsiteY6" fmla="*/ 181305 h 361333"/>
                <a:gd name="connsiteX7" fmla="*/ 180836 w 361671"/>
                <a:gd name="connsiteY7" fmla="*/ 13406 h 361333"/>
                <a:gd name="connsiteX8" fmla="*/ 348891 w 361671"/>
                <a:gd name="connsiteY8" fmla="*/ 181305 h 361333"/>
                <a:gd name="connsiteX9" fmla="*/ 180836 w 361671"/>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1" h="361333">
                  <a:moveTo>
                    <a:pt x="180836" y="0"/>
                  </a:moveTo>
                  <a:cubicBezTo>
                    <a:pt x="80514" y="0"/>
                    <a:pt x="0" y="81076"/>
                    <a:pt x="0" y="180667"/>
                  </a:cubicBezTo>
                  <a:cubicBezTo>
                    <a:pt x="0" y="280895"/>
                    <a:pt x="81153" y="361333"/>
                    <a:pt x="180836" y="361333"/>
                  </a:cubicBezTo>
                  <a:cubicBezTo>
                    <a:pt x="280518" y="361333"/>
                    <a:pt x="361671" y="280257"/>
                    <a:pt x="361671" y="180667"/>
                  </a:cubicBezTo>
                  <a:cubicBezTo>
                    <a:pt x="361671" y="81076"/>
                    <a:pt x="281157" y="0"/>
                    <a:pt x="180836" y="0"/>
                  </a:cubicBezTo>
                  <a:close/>
                  <a:moveTo>
                    <a:pt x="180836" y="349204"/>
                  </a:moveTo>
                  <a:cubicBezTo>
                    <a:pt x="88181" y="349204"/>
                    <a:pt x="12780" y="273873"/>
                    <a:pt x="12780" y="181305"/>
                  </a:cubicBezTo>
                  <a:cubicBezTo>
                    <a:pt x="12780" y="88737"/>
                    <a:pt x="88181" y="13406"/>
                    <a:pt x="180836" y="13406"/>
                  </a:cubicBezTo>
                  <a:cubicBezTo>
                    <a:pt x="273490" y="13406"/>
                    <a:pt x="348891" y="88737"/>
                    <a:pt x="348891" y="181305"/>
                  </a:cubicBezTo>
                  <a:cubicBezTo>
                    <a:pt x="348891" y="273873"/>
                    <a:pt x="273490"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1204" name="Graphic 4">
              <a:extLst>
                <a:ext uri="{FF2B5EF4-FFF2-40B4-BE49-F238E27FC236}">
                  <a16:creationId xmlns:a16="http://schemas.microsoft.com/office/drawing/2014/main" id="{ACB25B00-6FB3-CF46-AE27-C7B355F72856}"/>
                </a:ext>
              </a:extLst>
            </p:cNvPr>
            <p:cNvSpPr/>
            <p:nvPr/>
          </p:nvSpPr>
          <p:spPr>
            <a:xfrm>
              <a:off x="11047562" y="3894391"/>
              <a:ext cx="135466" cy="193434"/>
            </a:xfrm>
            <a:custGeom>
              <a:avLst/>
              <a:gdLst>
                <a:gd name="connsiteX0" fmla="*/ 74123 w 135466"/>
                <a:gd name="connsiteY0" fmla="*/ 58732 h 193434"/>
                <a:gd name="connsiteX1" fmla="*/ 74123 w 135466"/>
                <a:gd name="connsiteY1" fmla="*/ 6384 h 193434"/>
                <a:gd name="connsiteX2" fmla="*/ 67733 w 135466"/>
                <a:gd name="connsiteY2" fmla="*/ 0 h 193434"/>
                <a:gd name="connsiteX3" fmla="*/ 61343 w 135466"/>
                <a:gd name="connsiteY3" fmla="*/ 6384 h 193434"/>
                <a:gd name="connsiteX4" fmla="*/ 61343 w 135466"/>
                <a:gd name="connsiteY4" fmla="*/ 58732 h 193434"/>
                <a:gd name="connsiteX5" fmla="*/ 0 w 135466"/>
                <a:gd name="connsiteY5" fmla="*/ 125764 h 193434"/>
                <a:gd name="connsiteX6" fmla="*/ 67733 w 135466"/>
                <a:gd name="connsiteY6" fmla="*/ 193435 h 193434"/>
                <a:gd name="connsiteX7" fmla="*/ 135466 w 135466"/>
                <a:gd name="connsiteY7" fmla="*/ 125764 h 193434"/>
                <a:gd name="connsiteX8" fmla="*/ 74123 w 135466"/>
                <a:gd name="connsiteY8" fmla="*/ 58732 h 193434"/>
                <a:gd name="connsiteX9" fmla="*/ 67733 w 135466"/>
                <a:gd name="connsiteY9" fmla="*/ 70862 h 193434"/>
                <a:gd name="connsiteX10" fmla="*/ 122048 w 135466"/>
                <a:gd name="connsiteY10" fmla="*/ 119380 h 193434"/>
                <a:gd name="connsiteX11" fmla="*/ 13419 w 135466"/>
                <a:gd name="connsiteY11" fmla="*/ 119380 h 193434"/>
                <a:gd name="connsiteX12" fmla="*/ 67733 w 135466"/>
                <a:gd name="connsiteY12" fmla="*/ 70862 h 193434"/>
                <a:gd name="connsiteX13" fmla="*/ 67733 w 135466"/>
                <a:gd name="connsiteY13" fmla="*/ 180028 h 193434"/>
                <a:gd name="connsiteX14" fmla="*/ 13419 w 135466"/>
                <a:gd name="connsiteY14" fmla="*/ 131510 h 193434"/>
                <a:gd name="connsiteX15" fmla="*/ 122048 w 135466"/>
                <a:gd name="connsiteY15" fmla="*/ 131510 h 193434"/>
                <a:gd name="connsiteX16" fmla="*/ 67733 w 135466"/>
                <a:gd name="connsiteY16" fmla="*/ 180028 h 19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466" h="193434">
                  <a:moveTo>
                    <a:pt x="74123" y="58732"/>
                  </a:moveTo>
                  <a:lnTo>
                    <a:pt x="74123" y="6384"/>
                  </a:lnTo>
                  <a:cubicBezTo>
                    <a:pt x="74123" y="2553"/>
                    <a:pt x="71567" y="0"/>
                    <a:pt x="67733" y="0"/>
                  </a:cubicBezTo>
                  <a:cubicBezTo>
                    <a:pt x="63899" y="0"/>
                    <a:pt x="61343" y="2553"/>
                    <a:pt x="61343" y="6384"/>
                  </a:cubicBezTo>
                  <a:lnTo>
                    <a:pt x="61343" y="58732"/>
                  </a:lnTo>
                  <a:cubicBezTo>
                    <a:pt x="26837" y="61924"/>
                    <a:pt x="0" y="90652"/>
                    <a:pt x="0" y="125764"/>
                  </a:cubicBezTo>
                  <a:cubicBezTo>
                    <a:pt x="0" y="162792"/>
                    <a:pt x="30032" y="193435"/>
                    <a:pt x="67733" y="193435"/>
                  </a:cubicBezTo>
                  <a:cubicBezTo>
                    <a:pt x="105434" y="193435"/>
                    <a:pt x="135466" y="163430"/>
                    <a:pt x="135466" y="125764"/>
                  </a:cubicBezTo>
                  <a:cubicBezTo>
                    <a:pt x="135466" y="90652"/>
                    <a:pt x="107990" y="61924"/>
                    <a:pt x="74123" y="58732"/>
                  </a:cubicBezTo>
                  <a:close/>
                  <a:moveTo>
                    <a:pt x="67733" y="70862"/>
                  </a:moveTo>
                  <a:cubicBezTo>
                    <a:pt x="95849" y="70862"/>
                    <a:pt x="118853" y="91929"/>
                    <a:pt x="122048" y="119380"/>
                  </a:cubicBezTo>
                  <a:lnTo>
                    <a:pt x="13419" y="119380"/>
                  </a:lnTo>
                  <a:cubicBezTo>
                    <a:pt x="16614" y="91929"/>
                    <a:pt x="39617" y="70862"/>
                    <a:pt x="67733" y="70862"/>
                  </a:cubicBezTo>
                  <a:close/>
                  <a:moveTo>
                    <a:pt x="67733" y="180028"/>
                  </a:moveTo>
                  <a:cubicBezTo>
                    <a:pt x="39617" y="180028"/>
                    <a:pt x="16614" y="158961"/>
                    <a:pt x="13419" y="131510"/>
                  </a:cubicBezTo>
                  <a:lnTo>
                    <a:pt x="122048" y="131510"/>
                  </a:lnTo>
                  <a:cubicBezTo>
                    <a:pt x="118853" y="158961"/>
                    <a:pt x="95849" y="180028"/>
                    <a:pt x="67733" y="180028"/>
                  </a:cubicBezTo>
                  <a:close/>
                </a:path>
              </a:pathLst>
            </a:custGeom>
            <a:solidFill>
              <a:srgbClr val="00A3E0"/>
            </a:solidFill>
            <a:ln w="6390" cap="flat">
              <a:noFill/>
              <a:prstDash val="solid"/>
              <a:miter/>
            </a:ln>
          </p:spPr>
          <p:txBody>
            <a:bodyPr rtlCol="0" anchor="ctr"/>
            <a:lstStyle/>
            <a:p>
              <a:endParaRPr lang="en-US"/>
            </a:p>
          </p:txBody>
        </p:sp>
      </p:grpSp>
      <p:grpSp>
        <p:nvGrpSpPr>
          <p:cNvPr id="1205" name="Graphic 4">
            <a:extLst>
              <a:ext uri="{FF2B5EF4-FFF2-40B4-BE49-F238E27FC236}">
                <a16:creationId xmlns:a16="http://schemas.microsoft.com/office/drawing/2014/main" id="{078653B4-D603-6845-9DFE-DA2AB2D07F1A}"/>
              </a:ext>
            </a:extLst>
          </p:cNvPr>
          <p:cNvGrpSpPr/>
          <p:nvPr/>
        </p:nvGrpSpPr>
        <p:grpSpPr>
          <a:xfrm>
            <a:off x="11372170" y="4308712"/>
            <a:ext cx="361674" cy="361333"/>
            <a:chOff x="11372170" y="4308712"/>
            <a:chExt cx="361674" cy="361333"/>
          </a:xfrm>
          <a:solidFill>
            <a:srgbClr val="00A3E0"/>
          </a:solidFill>
        </p:grpSpPr>
        <p:sp>
          <p:nvSpPr>
            <p:cNvPr id="1206" name="Graphic 4">
              <a:extLst>
                <a:ext uri="{FF2B5EF4-FFF2-40B4-BE49-F238E27FC236}">
                  <a16:creationId xmlns:a16="http://schemas.microsoft.com/office/drawing/2014/main" id="{BB7514D4-123E-CE48-BFB4-5080C4E69014}"/>
                </a:ext>
              </a:extLst>
            </p:cNvPr>
            <p:cNvSpPr/>
            <p:nvPr/>
          </p:nvSpPr>
          <p:spPr>
            <a:xfrm>
              <a:off x="11499330" y="4431923"/>
              <a:ext cx="109906" cy="109804"/>
            </a:xfrm>
            <a:custGeom>
              <a:avLst/>
              <a:gdLst>
                <a:gd name="connsiteX0" fmla="*/ 109907 w 109906"/>
                <a:gd name="connsiteY0" fmla="*/ 54902 h 109804"/>
                <a:gd name="connsiteX1" fmla="*/ 54954 w 109906"/>
                <a:gd name="connsiteY1" fmla="*/ 109804 h 109804"/>
                <a:gd name="connsiteX2" fmla="*/ 1 w 109906"/>
                <a:gd name="connsiteY2" fmla="*/ 54902 h 109804"/>
                <a:gd name="connsiteX3" fmla="*/ 54954 w 109906"/>
                <a:gd name="connsiteY3" fmla="*/ 0 h 109804"/>
                <a:gd name="connsiteX4" fmla="*/ 109907 w 109906"/>
                <a:gd name="connsiteY4" fmla="*/ 54902 h 109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06" h="109804">
                  <a:moveTo>
                    <a:pt x="109907" y="54902"/>
                  </a:moveTo>
                  <a:cubicBezTo>
                    <a:pt x="109907" y="85224"/>
                    <a:pt x="85304" y="109804"/>
                    <a:pt x="54954" y="109804"/>
                  </a:cubicBezTo>
                  <a:cubicBezTo>
                    <a:pt x="24604" y="109804"/>
                    <a:pt x="1" y="85224"/>
                    <a:pt x="1" y="54902"/>
                  </a:cubicBezTo>
                  <a:cubicBezTo>
                    <a:pt x="1" y="24581"/>
                    <a:pt x="24604" y="0"/>
                    <a:pt x="54954" y="0"/>
                  </a:cubicBezTo>
                  <a:cubicBezTo>
                    <a:pt x="85304" y="0"/>
                    <a:pt x="109907" y="24581"/>
                    <a:pt x="109907" y="54902"/>
                  </a:cubicBezTo>
                  <a:close/>
                </a:path>
              </a:pathLst>
            </a:custGeom>
            <a:solidFill>
              <a:srgbClr val="00A3E0"/>
            </a:solidFill>
            <a:ln w="6390" cap="flat">
              <a:noFill/>
              <a:prstDash val="solid"/>
              <a:miter/>
            </a:ln>
          </p:spPr>
          <p:txBody>
            <a:bodyPr rtlCol="0" anchor="ctr"/>
            <a:lstStyle/>
            <a:p>
              <a:endParaRPr lang="en-US"/>
            </a:p>
          </p:txBody>
        </p:sp>
        <p:sp>
          <p:nvSpPr>
            <p:cNvPr id="1207" name="Graphic 4">
              <a:extLst>
                <a:ext uri="{FF2B5EF4-FFF2-40B4-BE49-F238E27FC236}">
                  <a16:creationId xmlns:a16="http://schemas.microsoft.com/office/drawing/2014/main" id="{81FDAD0F-B5D7-DA4D-87DD-5914F0C2121C}"/>
                </a:ext>
              </a:extLst>
            </p:cNvPr>
            <p:cNvSpPr/>
            <p:nvPr/>
          </p:nvSpPr>
          <p:spPr>
            <a:xfrm>
              <a:off x="11372170" y="4308712"/>
              <a:ext cx="361674" cy="361333"/>
            </a:xfrm>
            <a:custGeom>
              <a:avLst/>
              <a:gdLst>
                <a:gd name="connsiteX0" fmla="*/ 180836 w 361674"/>
                <a:gd name="connsiteY0" fmla="*/ 0 h 361333"/>
                <a:gd name="connsiteX1" fmla="*/ 0 w 361674"/>
                <a:gd name="connsiteY1" fmla="*/ 180667 h 361333"/>
                <a:gd name="connsiteX2" fmla="*/ 180836 w 361674"/>
                <a:gd name="connsiteY2" fmla="*/ 361334 h 361333"/>
                <a:gd name="connsiteX3" fmla="*/ 361671 w 361674"/>
                <a:gd name="connsiteY3" fmla="*/ 180667 h 361333"/>
                <a:gd name="connsiteX4" fmla="*/ 180836 w 361674"/>
                <a:gd name="connsiteY4" fmla="*/ 0 h 361333"/>
                <a:gd name="connsiteX5" fmla="*/ 182113 w 361674"/>
                <a:gd name="connsiteY5" fmla="*/ 245783 h 361333"/>
                <a:gd name="connsiteX6" fmla="*/ 114380 w 361674"/>
                <a:gd name="connsiteY6" fmla="*/ 178113 h 361333"/>
                <a:gd name="connsiteX7" fmla="*/ 182113 w 361674"/>
                <a:gd name="connsiteY7" fmla="*/ 110443 h 361333"/>
                <a:gd name="connsiteX8" fmla="*/ 249847 w 361674"/>
                <a:gd name="connsiteY8" fmla="*/ 178113 h 361333"/>
                <a:gd name="connsiteX9" fmla="*/ 182113 w 361674"/>
                <a:gd name="connsiteY9" fmla="*/ 24578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4" y="0"/>
                    <a:pt x="0" y="81077"/>
                    <a:pt x="0" y="180667"/>
                  </a:cubicBezTo>
                  <a:cubicBezTo>
                    <a:pt x="0" y="280895"/>
                    <a:pt x="81153" y="361334"/>
                    <a:pt x="180836" y="361334"/>
                  </a:cubicBezTo>
                  <a:cubicBezTo>
                    <a:pt x="281157" y="361334"/>
                    <a:pt x="361671" y="280257"/>
                    <a:pt x="361671" y="180667"/>
                  </a:cubicBezTo>
                  <a:cubicBezTo>
                    <a:pt x="362310" y="81077"/>
                    <a:pt x="281157" y="0"/>
                    <a:pt x="180836" y="0"/>
                  </a:cubicBezTo>
                  <a:close/>
                  <a:moveTo>
                    <a:pt x="182113" y="245783"/>
                  </a:moveTo>
                  <a:cubicBezTo>
                    <a:pt x="145052" y="245783"/>
                    <a:pt x="114380" y="215779"/>
                    <a:pt x="114380" y="178113"/>
                  </a:cubicBezTo>
                  <a:cubicBezTo>
                    <a:pt x="114380" y="140448"/>
                    <a:pt x="144413" y="110443"/>
                    <a:pt x="182113" y="110443"/>
                  </a:cubicBezTo>
                  <a:cubicBezTo>
                    <a:pt x="219814" y="110443"/>
                    <a:pt x="249847" y="140448"/>
                    <a:pt x="249847" y="178113"/>
                  </a:cubicBezTo>
                  <a:cubicBezTo>
                    <a:pt x="249847" y="215779"/>
                    <a:pt x="219175" y="245783"/>
                    <a:pt x="182113" y="245783"/>
                  </a:cubicBezTo>
                  <a:close/>
                </a:path>
              </a:pathLst>
            </a:custGeom>
            <a:solidFill>
              <a:srgbClr val="00A3E0"/>
            </a:solidFill>
            <a:ln w="6390" cap="flat">
              <a:noFill/>
              <a:prstDash val="solid"/>
              <a:miter/>
            </a:ln>
          </p:spPr>
          <p:txBody>
            <a:bodyPr rtlCol="0" anchor="ctr"/>
            <a:lstStyle/>
            <a:p>
              <a:endParaRPr lang="en-US"/>
            </a:p>
          </p:txBody>
        </p:sp>
      </p:grpSp>
      <p:grpSp>
        <p:nvGrpSpPr>
          <p:cNvPr id="1208" name="Graphic 4">
            <a:extLst>
              <a:ext uri="{FF2B5EF4-FFF2-40B4-BE49-F238E27FC236}">
                <a16:creationId xmlns:a16="http://schemas.microsoft.com/office/drawing/2014/main" id="{D998962B-06D2-C141-B94D-53B120C73972}"/>
              </a:ext>
            </a:extLst>
          </p:cNvPr>
          <p:cNvGrpSpPr/>
          <p:nvPr/>
        </p:nvGrpSpPr>
        <p:grpSpPr>
          <a:xfrm>
            <a:off x="10324860" y="918179"/>
            <a:ext cx="361670" cy="361333"/>
            <a:chOff x="10324860" y="918179"/>
            <a:chExt cx="361670" cy="361333"/>
          </a:xfrm>
          <a:solidFill>
            <a:srgbClr val="00A3E0"/>
          </a:solidFill>
        </p:grpSpPr>
        <p:sp>
          <p:nvSpPr>
            <p:cNvPr id="1209" name="Graphic 4">
              <a:extLst>
                <a:ext uri="{FF2B5EF4-FFF2-40B4-BE49-F238E27FC236}">
                  <a16:creationId xmlns:a16="http://schemas.microsoft.com/office/drawing/2014/main" id="{939BD425-500E-AB44-806F-926BA168FDA1}"/>
                </a:ext>
              </a:extLst>
            </p:cNvPr>
            <p:cNvSpPr/>
            <p:nvPr/>
          </p:nvSpPr>
          <p:spPr>
            <a:xfrm>
              <a:off x="10324860" y="918179"/>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79879 w 361670"/>
                <a:gd name="connsiteY5" fmla="*/ 141724 h 361333"/>
                <a:gd name="connsiteX6" fmla="*/ 273489 w 361670"/>
                <a:gd name="connsiteY6" fmla="*/ 148108 h 361333"/>
                <a:gd name="connsiteX7" fmla="*/ 267099 w 361670"/>
                <a:gd name="connsiteY7" fmla="*/ 141724 h 361333"/>
                <a:gd name="connsiteX8" fmla="*/ 267099 w 361670"/>
                <a:gd name="connsiteY8" fmla="*/ 107251 h 361333"/>
                <a:gd name="connsiteX9" fmla="*/ 241539 w 361670"/>
                <a:gd name="connsiteY9" fmla="*/ 131510 h 361333"/>
                <a:gd name="connsiteX10" fmla="*/ 253041 w 361670"/>
                <a:gd name="connsiteY10" fmla="*/ 142363 h 361333"/>
                <a:gd name="connsiteX11" fmla="*/ 253041 w 361670"/>
                <a:gd name="connsiteY11" fmla="*/ 151300 h 361333"/>
                <a:gd name="connsiteX12" fmla="*/ 248568 w 361670"/>
                <a:gd name="connsiteY12" fmla="*/ 153216 h 361333"/>
                <a:gd name="connsiteX13" fmla="*/ 244095 w 361670"/>
                <a:gd name="connsiteY13" fmla="*/ 151300 h 361333"/>
                <a:gd name="connsiteX14" fmla="*/ 232593 w 361670"/>
                <a:gd name="connsiteY14" fmla="*/ 140448 h 361333"/>
                <a:gd name="connsiteX15" fmla="*/ 223648 w 361670"/>
                <a:gd name="connsiteY15" fmla="*/ 149385 h 361333"/>
                <a:gd name="connsiteX16" fmla="*/ 245373 w 361670"/>
                <a:gd name="connsiteY16" fmla="*/ 204287 h 361333"/>
                <a:gd name="connsiteX17" fmla="*/ 164221 w 361670"/>
                <a:gd name="connsiteY17" fmla="*/ 285364 h 361333"/>
                <a:gd name="connsiteX18" fmla="*/ 83069 w 361670"/>
                <a:gd name="connsiteY18" fmla="*/ 204287 h 361333"/>
                <a:gd name="connsiteX19" fmla="*/ 164221 w 361670"/>
                <a:gd name="connsiteY19" fmla="*/ 123211 h 361333"/>
                <a:gd name="connsiteX20" fmla="*/ 214063 w 361670"/>
                <a:gd name="connsiteY20" fmla="*/ 140448 h 361333"/>
                <a:gd name="connsiteX21" fmla="*/ 223008 w 361670"/>
                <a:gd name="connsiteY21" fmla="*/ 131510 h 361333"/>
                <a:gd name="connsiteX22" fmla="*/ 213423 w 361670"/>
                <a:gd name="connsiteY22" fmla="*/ 122572 h 361333"/>
                <a:gd name="connsiteX23" fmla="*/ 213423 w 361670"/>
                <a:gd name="connsiteY23" fmla="*/ 113635 h 361333"/>
                <a:gd name="connsiteX24" fmla="*/ 222369 w 361670"/>
                <a:gd name="connsiteY24" fmla="*/ 113635 h 361333"/>
                <a:gd name="connsiteX25" fmla="*/ 232593 w 361670"/>
                <a:gd name="connsiteY25" fmla="*/ 123211 h 361333"/>
                <a:gd name="connsiteX26" fmla="*/ 258153 w 361670"/>
                <a:gd name="connsiteY26" fmla="*/ 98952 h 361333"/>
                <a:gd name="connsiteX27" fmla="*/ 224925 w 361670"/>
                <a:gd name="connsiteY27" fmla="*/ 98952 h 361333"/>
                <a:gd name="connsiteX28" fmla="*/ 218536 w 361670"/>
                <a:gd name="connsiteY28" fmla="*/ 92568 h 361333"/>
                <a:gd name="connsiteX29" fmla="*/ 224925 w 361670"/>
                <a:gd name="connsiteY29" fmla="*/ 86184 h 361333"/>
                <a:gd name="connsiteX30" fmla="*/ 273489 w 361670"/>
                <a:gd name="connsiteY30" fmla="*/ 86184 h 361333"/>
                <a:gd name="connsiteX31" fmla="*/ 277962 w 361670"/>
                <a:gd name="connsiteY31" fmla="*/ 88099 h 361333"/>
                <a:gd name="connsiteX32" fmla="*/ 279879 w 361670"/>
                <a:gd name="connsiteY32" fmla="*/ 92568 h 361333"/>
                <a:gd name="connsiteX33" fmla="*/ 279879 w 361670"/>
                <a:gd name="connsiteY33" fmla="*/ 14172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279879" y="141724"/>
                  </a:moveTo>
                  <a:cubicBezTo>
                    <a:pt x="279879" y="145555"/>
                    <a:pt x="277323" y="148108"/>
                    <a:pt x="273489" y="148108"/>
                  </a:cubicBezTo>
                  <a:cubicBezTo>
                    <a:pt x="269655" y="148108"/>
                    <a:pt x="267099" y="145555"/>
                    <a:pt x="267099" y="141724"/>
                  </a:cubicBezTo>
                  <a:lnTo>
                    <a:pt x="267099" y="107251"/>
                  </a:lnTo>
                  <a:lnTo>
                    <a:pt x="241539" y="131510"/>
                  </a:lnTo>
                  <a:lnTo>
                    <a:pt x="253041" y="142363"/>
                  </a:lnTo>
                  <a:cubicBezTo>
                    <a:pt x="255597" y="144916"/>
                    <a:pt x="255597" y="148747"/>
                    <a:pt x="253041" y="151300"/>
                  </a:cubicBezTo>
                  <a:cubicBezTo>
                    <a:pt x="251763" y="152577"/>
                    <a:pt x="249846" y="153216"/>
                    <a:pt x="248568" y="153216"/>
                  </a:cubicBezTo>
                  <a:cubicBezTo>
                    <a:pt x="247290" y="153216"/>
                    <a:pt x="245373" y="152577"/>
                    <a:pt x="244095" y="151300"/>
                  </a:cubicBezTo>
                  <a:lnTo>
                    <a:pt x="232593" y="140448"/>
                  </a:lnTo>
                  <a:lnTo>
                    <a:pt x="223648" y="149385"/>
                  </a:lnTo>
                  <a:cubicBezTo>
                    <a:pt x="237067" y="164068"/>
                    <a:pt x="245373" y="183220"/>
                    <a:pt x="245373" y="204287"/>
                  </a:cubicBezTo>
                  <a:cubicBezTo>
                    <a:pt x="245373" y="248975"/>
                    <a:pt x="208951" y="285364"/>
                    <a:pt x="164221" y="285364"/>
                  </a:cubicBezTo>
                  <a:cubicBezTo>
                    <a:pt x="119492" y="285364"/>
                    <a:pt x="83069" y="248975"/>
                    <a:pt x="83069" y="204287"/>
                  </a:cubicBezTo>
                  <a:cubicBezTo>
                    <a:pt x="83069" y="159600"/>
                    <a:pt x="119492" y="123211"/>
                    <a:pt x="164221" y="123211"/>
                  </a:cubicBezTo>
                  <a:cubicBezTo>
                    <a:pt x="182752" y="123211"/>
                    <a:pt x="200005" y="129595"/>
                    <a:pt x="214063" y="140448"/>
                  </a:cubicBezTo>
                  <a:lnTo>
                    <a:pt x="223008" y="131510"/>
                  </a:lnTo>
                  <a:lnTo>
                    <a:pt x="213423" y="122572"/>
                  </a:lnTo>
                  <a:cubicBezTo>
                    <a:pt x="210868" y="120019"/>
                    <a:pt x="210868" y="116188"/>
                    <a:pt x="213423" y="113635"/>
                  </a:cubicBezTo>
                  <a:cubicBezTo>
                    <a:pt x="215979" y="111081"/>
                    <a:pt x="219813" y="111081"/>
                    <a:pt x="222369" y="113635"/>
                  </a:cubicBezTo>
                  <a:lnTo>
                    <a:pt x="232593" y="123211"/>
                  </a:lnTo>
                  <a:lnTo>
                    <a:pt x="258153" y="98952"/>
                  </a:lnTo>
                  <a:lnTo>
                    <a:pt x="224925" y="98952"/>
                  </a:lnTo>
                  <a:cubicBezTo>
                    <a:pt x="221092" y="98952"/>
                    <a:pt x="218536" y="96398"/>
                    <a:pt x="218536" y="92568"/>
                  </a:cubicBezTo>
                  <a:cubicBezTo>
                    <a:pt x="218536" y="88737"/>
                    <a:pt x="221092" y="86184"/>
                    <a:pt x="224925" y="86184"/>
                  </a:cubicBezTo>
                  <a:lnTo>
                    <a:pt x="273489" y="86184"/>
                  </a:lnTo>
                  <a:cubicBezTo>
                    <a:pt x="275406" y="86184"/>
                    <a:pt x="277323" y="86822"/>
                    <a:pt x="277962" y="88099"/>
                  </a:cubicBezTo>
                  <a:cubicBezTo>
                    <a:pt x="279240" y="89376"/>
                    <a:pt x="279879" y="90653"/>
                    <a:pt x="279879" y="92568"/>
                  </a:cubicBezTo>
                  <a:lnTo>
                    <a:pt x="279879" y="141724"/>
                  </a:lnTo>
                  <a:close/>
                </a:path>
              </a:pathLst>
            </a:custGeom>
            <a:solidFill>
              <a:srgbClr val="00A3E0"/>
            </a:solidFill>
            <a:ln w="6390" cap="flat">
              <a:noFill/>
              <a:prstDash val="solid"/>
              <a:miter/>
            </a:ln>
          </p:spPr>
          <p:txBody>
            <a:bodyPr rtlCol="0" anchor="ctr"/>
            <a:lstStyle/>
            <a:p>
              <a:endParaRPr lang="en-US"/>
            </a:p>
          </p:txBody>
        </p:sp>
        <p:sp>
          <p:nvSpPr>
            <p:cNvPr id="1210" name="Graphic 4">
              <a:extLst>
                <a:ext uri="{FF2B5EF4-FFF2-40B4-BE49-F238E27FC236}">
                  <a16:creationId xmlns:a16="http://schemas.microsoft.com/office/drawing/2014/main" id="{644B48AE-349A-D148-93FE-08ACBF98F225}"/>
                </a:ext>
              </a:extLst>
            </p:cNvPr>
            <p:cNvSpPr/>
            <p:nvPr/>
          </p:nvSpPr>
          <p:spPr>
            <a:xfrm>
              <a:off x="10420709" y="1054158"/>
              <a:ext cx="136744" cy="136617"/>
            </a:xfrm>
            <a:custGeom>
              <a:avLst/>
              <a:gdLst>
                <a:gd name="connsiteX0" fmla="*/ 68372 w 136744"/>
                <a:gd name="connsiteY0" fmla="*/ 0 h 136617"/>
                <a:gd name="connsiteX1" fmla="*/ 0 w 136744"/>
                <a:gd name="connsiteY1" fmla="*/ 68309 h 136617"/>
                <a:gd name="connsiteX2" fmla="*/ 68372 w 136744"/>
                <a:gd name="connsiteY2" fmla="*/ 136617 h 136617"/>
                <a:gd name="connsiteX3" fmla="*/ 136744 w 136744"/>
                <a:gd name="connsiteY3" fmla="*/ 68309 h 136617"/>
                <a:gd name="connsiteX4" fmla="*/ 68372 w 136744"/>
                <a:gd name="connsiteY4" fmla="*/ 0 h 1366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744" h="136617">
                  <a:moveTo>
                    <a:pt x="68372" y="0"/>
                  </a:moveTo>
                  <a:cubicBezTo>
                    <a:pt x="30671" y="0"/>
                    <a:pt x="0" y="30643"/>
                    <a:pt x="0" y="68309"/>
                  </a:cubicBezTo>
                  <a:cubicBezTo>
                    <a:pt x="0" y="105974"/>
                    <a:pt x="30671" y="136617"/>
                    <a:pt x="68372" y="136617"/>
                  </a:cubicBezTo>
                  <a:cubicBezTo>
                    <a:pt x="106073" y="136617"/>
                    <a:pt x="136744" y="105974"/>
                    <a:pt x="136744" y="68309"/>
                  </a:cubicBezTo>
                  <a:cubicBezTo>
                    <a:pt x="136744" y="30643"/>
                    <a:pt x="106073" y="0"/>
                    <a:pt x="68372" y="0"/>
                  </a:cubicBezTo>
                  <a:close/>
                </a:path>
              </a:pathLst>
            </a:custGeom>
            <a:solidFill>
              <a:srgbClr val="00A3E0"/>
            </a:solidFill>
            <a:ln w="6390" cap="flat">
              <a:noFill/>
              <a:prstDash val="solid"/>
              <a:miter/>
            </a:ln>
          </p:spPr>
          <p:txBody>
            <a:bodyPr rtlCol="0" anchor="ctr"/>
            <a:lstStyle/>
            <a:p>
              <a:endParaRPr lang="en-US"/>
            </a:p>
          </p:txBody>
        </p:sp>
      </p:grpSp>
      <p:grpSp>
        <p:nvGrpSpPr>
          <p:cNvPr id="1211" name="Graphic 4">
            <a:extLst>
              <a:ext uri="{FF2B5EF4-FFF2-40B4-BE49-F238E27FC236}">
                <a16:creationId xmlns:a16="http://schemas.microsoft.com/office/drawing/2014/main" id="{4EA91AF3-2AE8-8746-B988-E1C8FA75E900}"/>
              </a:ext>
            </a:extLst>
          </p:cNvPr>
          <p:cNvGrpSpPr/>
          <p:nvPr/>
        </p:nvGrpSpPr>
        <p:grpSpPr>
          <a:xfrm>
            <a:off x="11372170" y="1402085"/>
            <a:ext cx="361671" cy="361333"/>
            <a:chOff x="11372170" y="1402085"/>
            <a:chExt cx="361671" cy="361333"/>
          </a:xfrm>
          <a:solidFill>
            <a:srgbClr val="00A3E0"/>
          </a:solidFill>
        </p:grpSpPr>
        <p:sp>
          <p:nvSpPr>
            <p:cNvPr id="1212" name="Graphic 4">
              <a:extLst>
                <a:ext uri="{FF2B5EF4-FFF2-40B4-BE49-F238E27FC236}">
                  <a16:creationId xmlns:a16="http://schemas.microsoft.com/office/drawing/2014/main" id="{E576D9D9-296B-B540-8D02-004DED07D532}"/>
                </a:ext>
              </a:extLst>
            </p:cNvPr>
            <p:cNvSpPr/>
            <p:nvPr/>
          </p:nvSpPr>
          <p:spPr>
            <a:xfrm>
              <a:off x="11497414" y="1546275"/>
              <a:ext cx="93292" cy="52463"/>
            </a:xfrm>
            <a:custGeom>
              <a:avLst/>
              <a:gdLst>
                <a:gd name="connsiteX0" fmla="*/ 93293 w 93292"/>
                <a:gd name="connsiteY0" fmla="*/ 25624 h 52463"/>
                <a:gd name="connsiteX1" fmla="*/ 84986 w 93292"/>
                <a:gd name="connsiteY1" fmla="*/ 15409 h 52463"/>
                <a:gd name="connsiteX2" fmla="*/ 7668 w 93292"/>
                <a:gd name="connsiteY2" fmla="*/ 16686 h 52463"/>
                <a:gd name="connsiteX3" fmla="*/ 0 w 93292"/>
                <a:gd name="connsiteY3" fmla="*/ 26901 h 52463"/>
                <a:gd name="connsiteX4" fmla="*/ 46007 w 93292"/>
                <a:gd name="connsiteY4" fmla="*/ 52437 h 52463"/>
                <a:gd name="connsiteX5" fmla="*/ 93293 w 93292"/>
                <a:gd name="connsiteY5" fmla="*/ 25624 h 52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292" h="52463">
                  <a:moveTo>
                    <a:pt x="93293" y="25624"/>
                  </a:moveTo>
                  <a:cubicBezTo>
                    <a:pt x="90737" y="21793"/>
                    <a:pt x="88181" y="18601"/>
                    <a:pt x="84986" y="15409"/>
                  </a:cubicBezTo>
                  <a:cubicBezTo>
                    <a:pt x="63260" y="-5658"/>
                    <a:pt x="28755" y="-5019"/>
                    <a:pt x="7668" y="16686"/>
                  </a:cubicBezTo>
                  <a:cubicBezTo>
                    <a:pt x="4473" y="19878"/>
                    <a:pt x="1917" y="23709"/>
                    <a:pt x="0" y="26901"/>
                  </a:cubicBezTo>
                  <a:cubicBezTo>
                    <a:pt x="9585" y="42222"/>
                    <a:pt x="26837" y="52437"/>
                    <a:pt x="46007" y="52437"/>
                  </a:cubicBezTo>
                  <a:cubicBezTo>
                    <a:pt x="65816" y="53075"/>
                    <a:pt x="83708" y="42222"/>
                    <a:pt x="93293" y="25624"/>
                  </a:cubicBezTo>
                  <a:close/>
                </a:path>
              </a:pathLst>
            </a:custGeom>
            <a:solidFill>
              <a:srgbClr val="00A3E0"/>
            </a:solidFill>
            <a:ln w="6390" cap="flat">
              <a:noFill/>
              <a:prstDash val="solid"/>
              <a:miter/>
            </a:ln>
          </p:spPr>
          <p:txBody>
            <a:bodyPr rtlCol="0" anchor="ctr"/>
            <a:lstStyle/>
            <a:p>
              <a:endParaRPr lang="en-US"/>
            </a:p>
          </p:txBody>
        </p:sp>
        <p:sp>
          <p:nvSpPr>
            <p:cNvPr id="1213" name="Graphic 4">
              <a:extLst>
                <a:ext uri="{FF2B5EF4-FFF2-40B4-BE49-F238E27FC236}">
                  <a16:creationId xmlns:a16="http://schemas.microsoft.com/office/drawing/2014/main" id="{D213F061-EE91-4B4E-B112-8020CCCB4851}"/>
                </a:ext>
              </a:extLst>
            </p:cNvPr>
            <p:cNvSpPr/>
            <p:nvPr/>
          </p:nvSpPr>
          <p:spPr>
            <a:xfrm>
              <a:off x="11488468" y="1490184"/>
              <a:ext cx="109906" cy="70223"/>
            </a:xfrm>
            <a:custGeom>
              <a:avLst/>
              <a:gdLst>
                <a:gd name="connsiteX0" fmla="*/ 54953 w 109906"/>
                <a:gd name="connsiteY0" fmla="*/ 0 h 70223"/>
                <a:gd name="connsiteX1" fmla="*/ 0 w 109906"/>
                <a:gd name="connsiteY1" fmla="*/ 54902 h 70223"/>
                <a:gd name="connsiteX2" fmla="*/ 2556 w 109906"/>
                <a:gd name="connsiteY2" fmla="*/ 70224 h 70223"/>
                <a:gd name="connsiteX3" fmla="*/ 7668 w 109906"/>
                <a:gd name="connsiteY3" fmla="*/ 64478 h 70223"/>
                <a:gd name="connsiteX4" fmla="*/ 54953 w 109906"/>
                <a:gd name="connsiteY4" fmla="*/ 44049 h 70223"/>
                <a:gd name="connsiteX5" fmla="*/ 102878 w 109906"/>
                <a:gd name="connsiteY5" fmla="*/ 63201 h 70223"/>
                <a:gd name="connsiteX6" fmla="*/ 107990 w 109906"/>
                <a:gd name="connsiteY6" fmla="*/ 68947 h 70223"/>
                <a:gd name="connsiteX7" fmla="*/ 109907 w 109906"/>
                <a:gd name="connsiteY7" fmla="*/ 55541 h 70223"/>
                <a:gd name="connsiteX8" fmla="*/ 54953 w 109906"/>
                <a:gd name="connsiteY8" fmla="*/ 0 h 7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906" h="70223">
                  <a:moveTo>
                    <a:pt x="54953" y="0"/>
                  </a:moveTo>
                  <a:cubicBezTo>
                    <a:pt x="24921" y="0"/>
                    <a:pt x="0" y="24259"/>
                    <a:pt x="0" y="54902"/>
                  </a:cubicBezTo>
                  <a:cubicBezTo>
                    <a:pt x="0" y="60009"/>
                    <a:pt x="639" y="65755"/>
                    <a:pt x="2556" y="70224"/>
                  </a:cubicBezTo>
                  <a:cubicBezTo>
                    <a:pt x="3834" y="68309"/>
                    <a:pt x="5751" y="66393"/>
                    <a:pt x="7668" y="64478"/>
                  </a:cubicBezTo>
                  <a:cubicBezTo>
                    <a:pt x="20447" y="51710"/>
                    <a:pt x="37061" y="44049"/>
                    <a:pt x="54953" y="44049"/>
                  </a:cubicBezTo>
                  <a:cubicBezTo>
                    <a:pt x="72845" y="44049"/>
                    <a:pt x="90098" y="50433"/>
                    <a:pt x="102878" y="63201"/>
                  </a:cubicBezTo>
                  <a:cubicBezTo>
                    <a:pt x="104795" y="65117"/>
                    <a:pt x="106073" y="67032"/>
                    <a:pt x="107990" y="68947"/>
                  </a:cubicBezTo>
                  <a:cubicBezTo>
                    <a:pt x="109268" y="64478"/>
                    <a:pt x="109907" y="60009"/>
                    <a:pt x="109907" y="55541"/>
                  </a:cubicBezTo>
                  <a:cubicBezTo>
                    <a:pt x="109268" y="24259"/>
                    <a:pt x="84986" y="0"/>
                    <a:pt x="54953" y="0"/>
                  </a:cubicBezTo>
                  <a:close/>
                </a:path>
              </a:pathLst>
            </a:custGeom>
            <a:solidFill>
              <a:srgbClr val="00A3E0"/>
            </a:solidFill>
            <a:ln w="6390" cap="flat">
              <a:noFill/>
              <a:prstDash val="solid"/>
              <a:miter/>
            </a:ln>
          </p:spPr>
          <p:txBody>
            <a:bodyPr rtlCol="0" anchor="ctr"/>
            <a:lstStyle/>
            <a:p>
              <a:endParaRPr lang="en-US"/>
            </a:p>
          </p:txBody>
        </p:sp>
        <p:sp>
          <p:nvSpPr>
            <p:cNvPr id="1214" name="Graphic 4">
              <a:extLst>
                <a:ext uri="{FF2B5EF4-FFF2-40B4-BE49-F238E27FC236}">
                  <a16:creationId xmlns:a16="http://schemas.microsoft.com/office/drawing/2014/main" id="{14CF1E43-FC8E-BC4F-B4D8-A8F194F74200}"/>
                </a:ext>
              </a:extLst>
            </p:cNvPr>
            <p:cNvSpPr/>
            <p:nvPr/>
          </p:nvSpPr>
          <p:spPr>
            <a:xfrm>
              <a:off x="11372170" y="1402085"/>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258792 w 361671"/>
                <a:gd name="connsiteY5" fmla="*/ 101505 h 361333"/>
                <a:gd name="connsiteX6" fmla="*/ 252403 w 361671"/>
                <a:gd name="connsiteY6" fmla="*/ 107889 h 361333"/>
                <a:gd name="connsiteX7" fmla="*/ 246013 w 361671"/>
                <a:gd name="connsiteY7" fmla="*/ 101505 h 361333"/>
                <a:gd name="connsiteX8" fmla="*/ 246013 w 361671"/>
                <a:gd name="connsiteY8" fmla="*/ 75969 h 361333"/>
                <a:gd name="connsiteX9" fmla="*/ 222370 w 361671"/>
                <a:gd name="connsiteY9" fmla="*/ 98952 h 361333"/>
                <a:gd name="connsiteX10" fmla="*/ 238984 w 361671"/>
                <a:gd name="connsiteY10" fmla="*/ 143001 h 361333"/>
                <a:gd name="connsiteX11" fmla="*/ 233233 w 361671"/>
                <a:gd name="connsiteY11" fmla="*/ 170452 h 361333"/>
                <a:gd name="connsiteX12" fmla="*/ 240262 w 361671"/>
                <a:gd name="connsiteY12" fmla="*/ 198542 h 361333"/>
                <a:gd name="connsiteX13" fmla="*/ 221092 w 361671"/>
                <a:gd name="connsiteY13" fmla="*/ 246422 h 361333"/>
                <a:gd name="connsiteX14" fmla="*/ 181474 w 361671"/>
                <a:gd name="connsiteY14" fmla="*/ 266212 h 361333"/>
                <a:gd name="connsiteX15" fmla="*/ 181474 w 361671"/>
                <a:gd name="connsiteY15" fmla="*/ 298770 h 361333"/>
                <a:gd name="connsiteX16" fmla="*/ 198088 w 361671"/>
                <a:gd name="connsiteY16" fmla="*/ 281534 h 361333"/>
                <a:gd name="connsiteX17" fmla="*/ 207034 w 361671"/>
                <a:gd name="connsiteY17" fmla="*/ 281534 h 361333"/>
                <a:gd name="connsiteX18" fmla="*/ 207034 w 361671"/>
                <a:gd name="connsiteY18" fmla="*/ 290471 h 361333"/>
                <a:gd name="connsiteX19" fmla="*/ 179558 w 361671"/>
                <a:gd name="connsiteY19" fmla="*/ 319199 h 361333"/>
                <a:gd name="connsiteX20" fmla="*/ 175084 w 361671"/>
                <a:gd name="connsiteY20" fmla="*/ 321114 h 361333"/>
                <a:gd name="connsiteX21" fmla="*/ 175084 w 361671"/>
                <a:gd name="connsiteY21" fmla="*/ 321114 h 361333"/>
                <a:gd name="connsiteX22" fmla="*/ 175084 w 361671"/>
                <a:gd name="connsiteY22" fmla="*/ 321114 h 361333"/>
                <a:gd name="connsiteX23" fmla="*/ 170612 w 361671"/>
                <a:gd name="connsiteY23" fmla="*/ 319199 h 361333"/>
                <a:gd name="connsiteX24" fmla="*/ 141857 w 361671"/>
                <a:gd name="connsiteY24" fmla="*/ 291110 h 361333"/>
                <a:gd name="connsiteX25" fmla="*/ 141857 w 361671"/>
                <a:gd name="connsiteY25" fmla="*/ 282172 h 361333"/>
                <a:gd name="connsiteX26" fmla="*/ 150803 w 361671"/>
                <a:gd name="connsiteY26" fmla="*/ 282172 h 361333"/>
                <a:gd name="connsiteX27" fmla="*/ 169333 w 361671"/>
                <a:gd name="connsiteY27" fmla="*/ 300047 h 361333"/>
                <a:gd name="connsiteX28" fmla="*/ 169333 w 361671"/>
                <a:gd name="connsiteY28" fmla="*/ 266850 h 361333"/>
                <a:gd name="connsiteX29" fmla="*/ 125882 w 361671"/>
                <a:gd name="connsiteY29" fmla="*/ 248337 h 361333"/>
                <a:gd name="connsiteX30" fmla="*/ 111185 w 361671"/>
                <a:gd name="connsiteY30" fmla="*/ 172368 h 361333"/>
                <a:gd name="connsiteX31" fmla="*/ 104156 w 361671"/>
                <a:gd name="connsiteY31" fmla="*/ 143001 h 361333"/>
                <a:gd name="connsiteX32" fmla="*/ 171889 w 361671"/>
                <a:gd name="connsiteY32" fmla="*/ 75331 h 361333"/>
                <a:gd name="connsiteX33" fmla="*/ 213424 w 361671"/>
                <a:gd name="connsiteY33" fmla="*/ 90014 h 361333"/>
                <a:gd name="connsiteX34" fmla="*/ 237067 w 361671"/>
                <a:gd name="connsiteY34" fmla="*/ 67670 h 361333"/>
                <a:gd name="connsiteX35" fmla="*/ 212785 w 361671"/>
                <a:gd name="connsiteY35" fmla="*/ 67670 h 361333"/>
                <a:gd name="connsiteX36" fmla="*/ 206395 w 361671"/>
                <a:gd name="connsiteY36" fmla="*/ 61286 h 361333"/>
                <a:gd name="connsiteX37" fmla="*/ 212785 w 361671"/>
                <a:gd name="connsiteY37" fmla="*/ 54902 h 361333"/>
                <a:gd name="connsiteX38" fmla="*/ 252403 w 361671"/>
                <a:gd name="connsiteY38" fmla="*/ 54902 h 361333"/>
                <a:gd name="connsiteX39" fmla="*/ 256876 w 361671"/>
                <a:gd name="connsiteY39" fmla="*/ 56817 h 361333"/>
                <a:gd name="connsiteX40" fmla="*/ 258792 w 361671"/>
                <a:gd name="connsiteY40" fmla="*/ 61286 h 361333"/>
                <a:gd name="connsiteX41" fmla="*/ 258792 w 361671"/>
                <a:gd name="connsiteY41" fmla="*/ 10150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61671" h="361333">
                  <a:moveTo>
                    <a:pt x="180836" y="0"/>
                  </a:moveTo>
                  <a:cubicBezTo>
                    <a:pt x="80514" y="0"/>
                    <a:pt x="0" y="81077"/>
                    <a:pt x="0" y="180667"/>
                  </a:cubicBezTo>
                  <a:cubicBezTo>
                    <a:pt x="0" y="280257"/>
                    <a:pt x="81153" y="361333"/>
                    <a:pt x="180836" y="361333"/>
                  </a:cubicBezTo>
                  <a:cubicBezTo>
                    <a:pt x="281157" y="361333"/>
                    <a:pt x="361671" y="280257"/>
                    <a:pt x="361671" y="180667"/>
                  </a:cubicBezTo>
                  <a:cubicBezTo>
                    <a:pt x="361671" y="81077"/>
                    <a:pt x="281157" y="0"/>
                    <a:pt x="180836" y="0"/>
                  </a:cubicBezTo>
                  <a:close/>
                  <a:moveTo>
                    <a:pt x="258792" y="101505"/>
                  </a:moveTo>
                  <a:cubicBezTo>
                    <a:pt x="258792" y="105336"/>
                    <a:pt x="256237" y="107889"/>
                    <a:pt x="252403" y="107889"/>
                  </a:cubicBezTo>
                  <a:cubicBezTo>
                    <a:pt x="248569" y="107889"/>
                    <a:pt x="246013" y="105336"/>
                    <a:pt x="246013" y="101505"/>
                  </a:cubicBezTo>
                  <a:lnTo>
                    <a:pt x="246013" y="75969"/>
                  </a:lnTo>
                  <a:lnTo>
                    <a:pt x="222370" y="98952"/>
                  </a:lnTo>
                  <a:cubicBezTo>
                    <a:pt x="232594" y="111081"/>
                    <a:pt x="238984" y="126403"/>
                    <a:pt x="238984" y="143001"/>
                  </a:cubicBezTo>
                  <a:cubicBezTo>
                    <a:pt x="238984" y="152577"/>
                    <a:pt x="237067" y="162153"/>
                    <a:pt x="233233" y="170452"/>
                  </a:cubicBezTo>
                  <a:cubicBezTo>
                    <a:pt x="237706" y="179390"/>
                    <a:pt x="239623" y="188966"/>
                    <a:pt x="240262" y="198542"/>
                  </a:cubicBezTo>
                  <a:cubicBezTo>
                    <a:pt x="240901" y="216417"/>
                    <a:pt x="233872" y="233654"/>
                    <a:pt x="221092" y="246422"/>
                  </a:cubicBezTo>
                  <a:cubicBezTo>
                    <a:pt x="210229" y="257274"/>
                    <a:pt x="196810" y="264297"/>
                    <a:pt x="181474" y="266212"/>
                  </a:cubicBezTo>
                  <a:lnTo>
                    <a:pt x="181474" y="298770"/>
                  </a:lnTo>
                  <a:lnTo>
                    <a:pt x="198088" y="281534"/>
                  </a:lnTo>
                  <a:cubicBezTo>
                    <a:pt x="200644" y="278980"/>
                    <a:pt x="204478" y="278980"/>
                    <a:pt x="207034" y="281534"/>
                  </a:cubicBezTo>
                  <a:cubicBezTo>
                    <a:pt x="209590" y="284087"/>
                    <a:pt x="209590" y="287918"/>
                    <a:pt x="207034" y="290471"/>
                  </a:cubicBezTo>
                  <a:lnTo>
                    <a:pt x="179558" y="319199"/>
                  </a:lnTo>
                  <a:cubicBezTo>
                    <a:pt x="178279" y="320476"/>
                    <a:pt x="176363" y="321114"/>
                    <a:pt x="175084" y="321114"/>
                  </a:cubicBezTo>
                  <a:cubicBezTo>
                    <a:pt x="175084" y="321114"/>
                    <a:pt x="175084" y="321114"/>
                    <a:pt x="175084" y="321114"/>
                  </a:cubicBezTo>
                  <a:cubicBezTo>
                    <a:pt x="175084" y="321114"/>
                    <a:pt x="175084" y="321114"/>
                    <a:pt x="175084" y="321114"/>
                  </a:cubicBezTo>
                  <a:cubicBezTo>
                    <a:pt x="173807" y="321114"/>
                    <a:pt x="171889" y="320476"/>
                    <a:pt x="170612" y="319199"/>
                  </a:cubicBezTo>
                  <a:lnTo>
                    <a:pt x="141857" y="291110"/>
                  </a:lnTo>
                  <a:cubicBezTo>
                    <a:pt x="139301" y="288556"/>
                    <a:pt x="139301" y="284726"/>
                    <a:pt x="141857" y="282172"/>
                  </a:cubicBezTo>
                  <a:cubicBezTo>
                    <a:pt x="144413" y="279618"/>
                    <a:pt x="148247" y="279618"/>
                    <a:pt x="150803" y="282172"/>
                  </a:cubicBezTo>
                  <a:lnTo>
                    <a:pt x="169333" y="300047"/>
                  </a:lnTo>
                  <a:lnTo>
                    <a:pt x="169333" y="266850"/>
                  </a:lnTo>
                  <a:cubicBezTo>
                    <a:pt x="153358" y="266212"/>
                    <a:pt x="138023" y="259828"/>
                    <a:pt x="125882" y="248337"/>
                  </a:cubicBezTo>
                  <a:cubicBezTo>
                    <a:pt x="104795" y="227908"/>
                    <a:pt x="99684" y="197903"/>
                    <a:pt x="111185" y="172368"/>
                  </a:cubicBezTo>
                  <a:cubicBezTo>
                    <a:pt x="106712" y="163430"/>
                    <a:pt x="104156" y="153216"/>
                    <a:pt x="104156" y="143001"/>
                  </a:cubicBezTo>
                  <a:cubicBezTo>
                    <a:pt x="104156" y="105974"/>
                    <a:pt x="134189" y="75331"/>
                    <a:pt x="171889" y="75331"/>
                  </a:cubicBezTo>
                  <a:cubicBezTo>
                    <a:pt x="187864" y="75331"/>
                    <a:pt x="201923" y="81077"/>
                    <a:pt x="213424" y="90014"/>
                  </a:cubicBezTo>
                  <a:lnTo>
                    <a:pt x="237067" y="67670"/>
                  </a:lnTo>
                  <a:lnTo>
                    <a:pt x="212785" y="67670"/>
                  </a:lnTo>
                  <a:cubicBezTo>
                    <a:pt x="208951" y="67670"/>
                    <a:pt x="206395" y="65117"/>
                    <a:pt x="206395" y="61286"/>
                  </a:cubicBezTo>
                  <a:cubicBezTo>
                    <a:pt x="206395" y="57456"/>
                    <a:pt x="208951" y="54902"/>
                    <a:pt x="212785" y="54902"/>
                  </a:cubicBezTo>
                  <a:lnTo>
                    <a:pt x="252403" y="54902"/>
                  </a:lnTo>
                  <a:cubicBezTo>
                    <a:pt x="254320" y="54902"/>
                    <a:pt x="255597" y="55541"/>
                    <a:pt x="256876" y="56817"/>
                  </a:cubicBezTo>
                  <a:cubicBezTo>
                    <a:pt x="258154" y="58094"/>
                    <a:pt x="258792" y="59371"/>
                    <a:pt x="258792" y="61286"/>
                  </a:cubicBezTo>
                  <a:lnTo>
                    <a:pt x="258792" y="101505"/>
                  </a:lnTo>
                  <a:close/>
                </a:path>
              </a:pathLst>
            </a:custGeom>
            <a:solidFill>
              <a:srgbClr val="00A3E0"/>
            </a:solidFill>
            <a:ln w="6390" cap="flat">
              <a:noFill/>
              <a:prstDash val="solid"/>
              <a:miter/>
            </a:ln>
          </p:spPr>
          <p:txBody>
            <a:bodyPr rtlCol="0" anchor="ctr"/>
            <a:lstStyle/>
            <a:p>
              <a:endParaRPr lang="en-US"/>
            </a:p>
          </p:txBody>
        </p:sp>
        <p:sp>
          <p:nvSpPr>
            <p:cNvPr id="1215" name="Graphic 4">
              <a:extLst>
                <a:ext uri="{FF2B5EF4-FFF2-40B4-BE49-F238E27FC236}">
                  <a16:creationId xmlns:a16="http://schemas.microsoft.com/office/drawing/2014/main" id="{4B3A165C-4BD1-1247-BD20-7F730C2AE76D}"/>
                </a:ext>
              </a:extLst>
            </p:cNvPr>
            <p:cNvSpPr/>
            <p:nvPr/>
          </p:nvSpPr>
          <p:spPr>
            <a:xfrm>
              <a:off x="11490004" y="1585943"/>
              <a:ext cx="109008" cy="70223"/>
            </a:xfrm>
            <a:custGeom>
              <a:avLst/>
              <a:gdLst>
                <a:gd name="connsiteX0" fmla="*/ 53416 w 109008"/>
                <a:gd name="connsiteY0" fmla="*/ 26174 h 70223"/>
                <a:gd name="connsiteX1" fmla="*/ 1658 w 109008"/>
                <a:gd name="connsiteY1" fmla="*/ 1915 h 70223"/>
                <a:gd name="connsiteX2" fmla="*/ 16354 w 109008"/>
                <a:gd name="connsiteY2" fmla="*/ 54902 h 70223"/>
                <a:gd name="connsiteX3" fmla="*/ 55334 w 109008"/>
                <a:gd name="connsiteY3" fmla="*/ 70224 h 70223"/>
                <a:gd name="connsiteX4" fmla="*/ 93673 w 109008"/>
                <a:gd name="connsiteY4" fmla="*/ 53626 h 70223"/>
                <a:gd name="connsiteX5" fmla="*/ 109009 w 109008"/>
                <a:gd name="connsiteY5" fmla="*/ 14683 h 70223"/>
                <a:gd name="connsiteX6" fmla="*/ 106453 w 109008"/>
                <a:gd name="connsiteY6" fmla="*/ 0 h 70223"/>
                <a:gd name="connsiteX7" fmla="*/ 53416 w 109008"/>
                <a:gd name="connsiteY7" fmla="*/ 26174 h 7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008" h="70223">
                  <a:moveTo>
                    <a:pt x="53416" y="26174"/>
                  </a:moveTo>
                  <a:cubicBezTo>
                    <a:pt x="32329" y="26174"/>
                    <a:pt x="13799" y="16598"/>
                    <a:pt x="1658" y="1915"/>
                  </a:cubicBezTo>
                  <a:cubicBezTo>
                    <a:pt x="-2815" y="20429"/>
                    <a:pt x="1658" y="40857"/>
                    <a:pt x="16354" y="54902"/>
                  </a:cubicBezTo>
                  <a:cubicBezTo>
                    <a:pt x="26579" y="65117"/>
                    <a:pt x="40637" y="70224"/>
                    <a:pt x="55334" y="70224"/>
                  </a:cubicBezTo>
                  <a:cubicBezTo>
                    <a:pt x="70030" y="70224"/>
                    <a:pt x="83449" y="63840"/>
                    <a:pt x="93673" y="53626"/>
                  </a:cubicBezTo>
                  <a:cubicBezTo>
                    <a:pt x="103897" y="43411"/>
                    <a:pt x="109009" y="29366"/>
                    <a:pt x="109009" y="14683"/>
                  </a:cubicBezTo>
                  <a:cubicBezTo>
                    <a:pt x="109009" y="9576"/>
                    <a:pt x="108370" y="4469"/>
                    <a:pt x="106453" y="0"/>
                  </a:cubicBezTo>
                  <a:cubicBezTo>
                    <a:pt x="94312" y="15960"/>
                    <a:pt x="75142" y="26174"/>
                    <a:pt x="53416" y="26174"/>
                  </a:cubicBezTo>
                  <a:close/>
                </a:path>
              </a:pathLst>
            </a:custGeom>
            <a:solidFill>
              <a:srgbClr val="00A3E0"/>
            </a:solidFill>
            <a:ln w="6390" cap="flat">
              <a:noFill/>
              <a:prstDash val="solid"/>
              <a:miter/>
            </a:ln>
          </p:spPr>
          <p:txBody>
            <a:bodyPr rtlCol="0" anchor="ctr"/>
            <a:lstStyle/>
            <a:p>
              <a:endParaRPr lang="en-US"/>
            </a:p>
          </p:txBody>
        </p:sp>
      </p:grpSp>
      <p:grpSp>
        <p:nvGrpSpPr>
          <p:cNvPr id="1216" name="Graphic 4">
            <a:extLst>
              <a:ext uri="{FF2B5EF4-FFF2-40B4-BE49-F238E27FC236}">
                <a16:creationId xmlns:a16="http://schemas.microsoft.com/office/drawing/2014/main" id="{8BD4E60F-6944-E44E-8885-9001C242117C}"/>
              </a:ext>
            </a:extLst>
          </p:cNvPr>
          <p:cNvGrpSpPr/>
          <p:nvPr/>
        </p:nvGrpSpPr>
        <p:grpSpPr>
          <a:xfrm>
            <a:off x="8239823" y="2855717"/>
            <a:ext cx="361670" cy="361333"/>
            <a:chOff x="8239823" y="2855717"/>
            <a:chExt cx="361670" cy="361333"/>
          </a:xfrm>
          <a:solidFill>
            <a:srgbClr val="00A3E0"/>
          </a:solidFill>
        </p:grpSpPr>
        <p:sp>
          <p:nvSpPr>
            <p:cNvPr id="1217" name="Graphic 4">
              <a:extLst>
                <a:ext uri="{FF2B5EF4-FFF2-40B4-BE49-F238E27FC236}">
                  <a16:creationId xmlns:a16="http://schemas.microsoft.com/office/drawing/2014/main" id="{9D40EC6A-D8E0-404A-8A61-11DCCBC44436}"/>
                </a:ext>
              </a:extLst>
            </p:cNvPr>
            <p:cNvSpPr/>
            <p:nvPr/>
          </p:nvSpPr>
          <p:spPr>
            <a:xfrm>
              <a:off x="8365066" y="2995527"/>
              <a:ext cx="92654" cy="52475"/>
            </a:xfrm>
            <a:custGeom>
              <a:avLst/>
              <a:gdLst>
                <a:gd name="connsiteX0" fmla="*/ 81153 w 92654"/>
                <a:gd name="connsiteY0" fmla="*/ 38942 h 52475"/>
                <a:gd name="connsiteX1" fmla="*/ 92654 w 92654"/>
                <a:gd name="connsiteY1" fmla="*/ 24897 h 52475"/>
                <a:gd name="connsiteX2" fmla="*/ 47286 w 92654"/>
                <a:gd name="connsiteY2" fmla="*/ 0 h 52475"/>
                <a:gd name="connsiteX3" fmla="*/ 0 w 92654"/>
                <a:gd name="connsiteY3" fmla="*/ 27451 h 52475"/>
                <a:gd name="connsiteX4" fmla="*/ 4473 w 92654"/>
                <a:gd name="connsiteY4" fmla="*/ 33197 h 52475"/>
                <a:gd name="connsiteX5" fmla="*/ 81153 w 92654"/>
                <a:gd name="connsiteY5" fmla="*/ 38942 h 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654" h="52475">
                  <a:moveTo>
                    <a:pt x="81153" y="38942"/>
                  </a:moveTo>
                  <a:cubicBezTo>
                    <a:pt x="85625" y="35112"/>
                    <a:pt x="89459" y="30005"/>
                    <a:pt x="92654" y="24897"/>
                  </a:cubicBezTo>
                  <a:cubicBezTo>
                    <a:pt x="83069" y="10214"/>
                    <a:pt x="65817" y="0"/>
                    <a:pt x="47286" y="0"/>
                  </a:cubicBezTo>
                  <a:cubicBezTo>
                    <a:pt x="26838" y="0"/>
                    <a:pt x="9585" y="10853"/>
                    <a:pt x="0" y="27451"/>
                  </a:cubicBezTo>
                  <a:cubicBezTo>
                    <a:pt x="1278" y="29366"/>
                    <a:pt x="2556" y="31281"/>
                    <a:pt x="4473" y="33197"/>
                  </a:cubicBezTo>
                  <a:cubicBezTo>
                    <a:pt x="23643" y="56817"/>
                    <a:pt x="58148" y="58733"/>
                    <a:pt x="81153" y="38942"/>
                  </a:cubicBezTo>
                  <a:close/>
                </a:path>
              </a:pathLst>
            </a:custGeom>
            <a:solidFill>
              <a:srgbClr val="00A3E0"/>
            </a:solidFill>
            <a:ln w="6390" cap="flat">
              <a:noFill/>
              <a:prstDash val="solid"/>
              <a:miter/>
            </a:ln>
          </p:spPr>
          <p:txBody>
            <a:bodyPr rtlCol="0" anchor="ctr"/>
            <a:lstStyle/>
            <a:p>
              <a:endParaRPr lang="en-US"/>
            </a:p>
          </p:txBody>
        </p:sp>
        <p:sp>
          <p:nvSpPr>
            <p:cNvPr id="1218" name="Graphic 4">
              <a:extLst>
                <a:ext uri="{FF2B5EF4-FFF2-40B4-BE49-F238E27FC236}">
                  <a16:creationId xmlns:a16="http://schemas.microsoft.com/office/drawing/2014/main" id="{45BA150C-4266-B445-A90E-C7C1E4D9A3F0}"/>
                </a:ext>
              </a:extLst>
            </p:cNvPr>
            <p:cNvSpPr/>
            <p:nvPr/>
          </p:nvSpPr>
          <p:spPr>
            <a:xfrm>
              <a:off x="8356760" y="3033831"/>
              <a:ext cx="109906" cy="71500"/>
            </a:xfrm>
            <a:custGeom>
              <a:avLst/>
              <a:gdLst>
                <a:gd name="connsiteX0" fmla="*/ 97766 w 109906"/>
                <a:gd name="connsiteY0" fmla="*/ 10214 h 71500"/>
                <a:gd name="connsiteX1" fmla="*/ 53036 w 109906"/>
                <a:gd name="connsiteY1" fmla="*/ 26813 h 71500"/>
                <a:gd name="connsiteX2" fmla="*/ 2555 w 109906"/>
                <a:gd name="connsiteY2" fmla="*/ 3830 h 71500"/>
                <a:gd name="connsiteX3" fmla="*/ 1917 w 109906"/>
                <a:gd name="connsiteY3" fmla="*/ 3192 h 71500"/>
                <a:gd name="connsiteX4" fmla="*/ 0 w 109906"/>
                <a:gd name="connsiteY4" fmla="*/ 16598 h 71500"/>
                <a:gd name="connsiteX5" fmla="*/ 54953 w 109906"/>
                <a:gd name="connsiteY5" fmla="*/ 71500 h 71500"/>
                <a:gd name="connsiteX6" fmla="*/ 109907 w 109906"/>
                <a:gd name="connsiteY6" fmla="*/ 16598 h 71500"/>
                <a:gd name="connsiteX7" fmla="*/ 107350 w 109906"/>
                <a:gd name="connsiteY7" fmla="*/ 0 h 71500"/>
                <a:gd name="connsiteX8" fmla="*/ 97766 w 109906"/>
                <a:gd name="connsiteY8" fmla="*/ 10214 h 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906" h="71500">
                  <a:moveTo>
                    <a:pt x="97766" y="10214"/>
                  </a:moveTo>
                  <a:cubicBezTo>
                    <a:pt x="84986" y="21706"/>
                    <a:pt x="69011" y="26813"/>
                    <a:pt x="53036" y="26813"/>
                  </a:cubicBezTo>
                  <a:cubicBezTo>
                    <a:pt x="34505" y="26813"/>
                    <a:pt x="15335" y="19152"/>
                    <a:pt x="2555" y="3830"/>
                  </a:cubicBezTo>
                  <a:cubicBezTo>
                    <a:pt x="2555" y="3830"/>
                    <a:pt x="1917" y="3192"/>
                    <a:pt x="1917" y="3192"/>
                  </a:cubicBezTo>
                  <a:cubicBezTo>
                    <a:pt x="639" y="7661"/>
                    <a:pt x="0" y="12130"/>
                    <a:pt x="0" y="16598"/>
                  </a:cubicBezTo>
                  <a:cubicBezTo>
                    <a:pt x="0" y="46603"/>
                    <a:pt x="24281" y="71500"/>
                    <a:pt x="54953" y="71500"/>
                  </a:cubicBezTo>
                  <a:cubicBezTo>
                    <a:pt x="84986" y="71500"/>
                    <a:pt x="109907" y="47241"/>
                    <a:pt x="109907" y="16598"/>
                  </a:cubicBezTo>
                  <a:cubicBezTo>
                    <a:pt x="109907" y="10853"/>
                    <a:pt x="109268" y="5107"/>
                    <a:pt x="107350" y="0"/>
                  </a:cubicBezTo>
                  <a:cubicBezTo>
                    <a:pt x="104156" y="3830"/>
                    <a:pt x="100961" y="7022"/>
                    <a:pt x="97766" y="10214"/>
                  </a:cubicBezTo>
                  <a:close/>
                </a:path>
              </a:pathLst>
            </a:custGeom>
            <a:solidFill>
              <a:srgbClr val="00A3E0"/>
            </a:solidFill>
            <a:ln w="6390" cap="flat">
              <a:noFill/>
              <a:prstDash val="solid"/>
              <a:miter/>
            </a:ln>
          </p:spPr>
          <p:txBody>
            <a:bodyPr rtlCol="0" anchor="ctr"/>
            <a:lstStyle/>
            <a:p>
              <a:endParaRPr lang="en-US"/>
            </a:p>
          </p:txBody>
        </p:sp>
        <p:sp>
          <p:nvSpPr>
            <p:cNvPr id="1219" name="Graphic 4">
              <a:extLst>
                <a:ext uri="{FF2B5EF4-FFF2-40B4-BE49-F238E27FC236}">
                  <a16:creationId xmlns:a16="http://schemas.microsoft.com/office/drawing/2014/main" id="{0F2F5AD7-D954-2749-81E8-82E13971A91E}"/>
                </a:ext>
              </a:extLst>
            </p:cNvPr>
            <p:cNvSpPr/>
            <p:nvPr/>
          </p:nvSpPr>
          <p:spPr>
            <a:xfrm>
              <a:off x="8355491" y="2938516"/>
              <a:ext cx="109147" cy="71055"/>
            </a:xfrm>
            <a:custGeom>
              <a:avLst/>
              <a:gdLst>
                <a:gd name="connsiteX0" fmla="*/ 95839 w 109147"/>
                <a:gd name="connsiteY0" fmla="*/ 18707 h 71055"/>
                <a:gd name="connsiteX1" fmla="*/ 58138 w 109147"/>
                <a:gd name="connsiteY1" fmla="*/ 194 h 71055"/>
                <a:gd name="connsiteX2" fmla="*/ 18521 w 109147"/>
                <a:gd name="connsiteY2" fmla="*/ 13600 h 71055"/>
                <a:gd name="connsiteX3" fmla="*/ 2546 w 109147"/>
                <a:gd name="connsiteY3" fmla="*/ 71056 h 71055"/>
                <a:gd name="connsiteX4" fmla="*/ 56222 w 109147"/>
                <a:gd name="connsiteY4" fmla="*/ 44243 h 71055"/>
                <a:gd name="connsiteX5" fmla="*/ 107341 w 109147"/>
                <a:gd name="connsiteY5" fmla="*/ 67864 h 71055"/>
                <a:gd name="connsiteX6" fmla="*/ 95839 w 109147"/>
                <a:gd name="connsiteY6" fmla="*/ 18707 h 71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147" h="71055">
                  <a:moveTo>
                    <a:pt x="95839" y="18707"/>
                  </a:moveTo>
                  <a:cubicBezTo>
                    <a:pt x="86254" y="7854"/>
                    <a:pt x="72835" y="1470"/>
                    <a:pt x="58138" y="194"/>
                  </a:cubicBezTo>
                  <a:cubicBezTo>
                    <a:pt x="43442" y="-1083"/>
                    <a:pt x="29384" y="4024"/>
                    <a:pt x="18521" y="13600"/>
                  </a:cubicBezTo>
                  <a:cubicBezTo>
                    <a:pt x="1907" y="28283"/>
                    <a:pt x="-3844" y="51265"/>
                    <a:pt x="2546" y="71056"/>
                  </a:cubicBezTo>
                  <a:cubicBezTo>
                    <a:pt x="14687" y="55096"/>
                    <a:pt x="34496" y="44243"/>
                    <a:pt x="56222" y="44243"/>
                  </a:cubicBezTo>
                  <a:cubicBezTo>
                    <a:pt x="76669" y="44243"/>
                    <a:pt x="95200" y="53180"/>
                    <a:pt x="107341" y="67864"/>
                  </a:cubicBezTo>
                  <a:cubicBezTo>
                    <a:pt x="111814" y="51904"/>
                    <a:pt x="107980" y="32752"/>
                    <a:pt x="95839" y="18707"/>
                  </a:cubicBezTo>
                  <a:close/>
                </a:path>
              </a:pathLst>
            </a:custGeom>
            <a:solidFill>
              <a:srgbClr val="00A3E0"/>
            </a:solidFill>
            <a:ln w="6390" cap="flat">
              <a:noFill/>
              <a:prstDash val="solid"/>
              <a:miter/>
            </a:ln>
          </p:spPr>
          <p:txBody>
            <a:bodyPr rtlCol="0" anchor="ctr"/>
            <a:lstStyle/>
            <a:p>
              <a:endParaRPr lang="en-US"/>
            </a:p>
          </p:txBody>
        </p:sp>
        <p:sp>
          <p:nvSpPr>
            <p:cNvPr id="1220" name="Graphic 4">
              <a:extLst>
                <a:ext uri="{FF2B5EF4-FFF2-40B4-BE49-F238E27FC236}">
                  <a16:creationId xmlns:a16="http://schemas.microsoft.com/office/drawing/2014/main" id="{C13C3EB3-1D4C-1442-BC4D-675926CC9A8D}"/>
                </a:ext>
              </a:extLst>
            </p:cNvPr>
            <p:cNvSpPr/>
            <p:nvPr/>
          </p:nvSpPr>
          <p:spPr>
            <a:xfrm>
              <a:off x="8239823" y="2855717"/>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257515 w 361670"/>
                <a:gd name="connsiteY5" fmla="*/ 69585 h 361333"/>
                <a:gd name="connsiteX6" fmla="*/ 244095 w 361670"/>
                <a:gd name="connsiteY6" fmla="*/ 81076 h 361333"/>
                <a:gd name="connsiteX7" fmla="*/ 254959 w 361670"/>
                <a:gd name="connsiteY7" fmla="*/ 93844 h 361333"/>
                <a:gd name="connsiteX8" fmla="*/ 254320 w 361670"/>
                <a:gd name="connsiteY8" fmla="*/ 102782 h 361333"/>
                <a:gd name="connsiteX9" fmla="*/ 249846 w 361670"/>
                <a:gd name="connsiteY9" fmla="*/ 104059 h 361333"/>
                <a:gd name="connsiteX10" fmla="*/ 244735 w 361670"/>
                <a:gd name="connsiteY10" fmla="*/ 102144 h 361333"/>
                <a:gd name="connsiteX11" fmla="*/ 233233 w 361670"/>
                <a:gd name="connsiteY11" fmla="*/ 89376 h 361333"/>
                <a:gd name="connsiteX12" fmla="*/ 223648 w 361670"/>
                <a:gd name="connsiteY12" fmla="*/ 98313 h 361333"/>
                <a:gd name="connsiteX13" fmla="*/ 230677 w 361670"/>
                <a:gd name="connsiteY13" fmla="*/ 164707 h 361333"/>
                <a:gd name="connsiteX14" fmla="*/ 238345 w 361670"/>
                <a:gd name="connsiteY14" fmla="*/ 195350 h 361333"/>
                <a:gd name="connsiteX15" fmla="*/ 177001 w 361670"/>
                <a:gd name="connsiteY15" fmla="*/ 262382 h 361333"/>
                <a:gd name="connsiteX16" fmla="*/ 177001 w 361670"/>
                <a:gd name="connsiteY16" fmla="*/ 287279 h 361333"/>
                <a:gd name="connsiteX17" fmla="*/ 194254 w 361670"/>
                <a:gd name="connsiteY17" fmla="*/ 287279 h 361333"/>
                <a:gd name="connsiteX18" fmla="*/ 200644 w 361670"/>
                <a:gd name="connsiteY18" fmla="*/ 293663 h 361333"/>
                <a:gd name="connsiteX19" fmla="*/ 194254 w 361670"/>
                <a:gd name="connsiteY19" fmla="*/ 300047 h 361333"/>
                <a:gd name="connsiteX20" fmla="*/ 177001 w 361670"/>
                <a:gd name="connsiteY20" fmla="*/ 300047 h 361333"/>
                <a:gd name="connsiteX21" fmla="*/ 177001 w 361670"/>
                <a:gd name="connsiteY21" fmla="*/ 317922 h 361333"/>
                <a:gd name="connsiteX22" fmla="*/ 170611 w 361670"/>
                <a:gd name="connsiteY22" fmla="*/ 324306 h 361333"/>
                <a:gd name="connsiteX23" fmla="*/ 164221 w 361670"/>
                <a:gd name="connsiteY23" fmla="*/ 317922 h 361333"/>
                <a:gd name="connsiteX24" fmla="*/ 164221 w 361670"/>
                <a:gd name="connsiteY24" fmla="*/ 300047 h 361333"/>
                <a:gd name="connsiteX25" fmla="*/ 146969 w 361670"/>
                <a:gd name="connsiteY25" fmla="*/ 300047 h 361333"/>
                <a:gd name="connsiteX26" fmla="*/ 140579 w 361670"/>
                <a:gd name="connsiteY26" fmla="*/ 293663 h 361333"/>
                <a:gd name="connsiteX27" fmla="*/ 146969 w 361670"/>
                <a:gd name="connsiteY27" fmla="*/ 287279 h 361333"/>
                <a:gd name="connsiteX28" fmla="*/ 164221 w 361670"/>
                <a:gd name="connsiteY28" fmla="*/ 287279 h 361333"/>
                <a:gd name="connsiteX29" fmla="*/ 164221 w 361670"/>
                <a:gd name="connsiteY29" fmla="*/ 262382 h 361333"/>
                <a:gd name="connsiteX30" fmla="*/ 102878 w 361670"/>
                <a:gd name="connsiteY30" fmla="*/ 195350 h 361333"/>
                <a:gd name="connsiteX31" fmla="*/ 108629 w 361670"/>
                <a:gd name="connsiteY31" fmla="*/ 168537 h 361333"/>
                <a:gd name="connsiteX32" fmla="*/ 123965 w 361670"/>
                <a:gd name="connsiteY32" fmla="*/ 87460 h 361333"/>
                <a:gd name="connsiteX33" fmla="*/ 214702 w 361670"/>
                <a:gd name="connsiteY33" fmla="*/ 88737 h 361333"/>
                <a:gd name="connsiteX34" fmla="*/ 224287 w 361670"/>
                <a:gd name="connsiteY34" fmla="*/ 79800 h 361333"/>
                <a:gd name="connsiteX35" fmla="*/ 213424 w 361670"/>
                <a:gd name="connsiteY35" fmla="*/ 67032 h 361333"/>
                <a:gd name="connsiteX36" fmla="*/ 214063 w 361670"/>
                <a:gd name="connsiteY36" fmla="*/ 58094 h 361333"/>
                <a:gd name="connsiteX37" fmla="*/ 223009 w 361670"/>
                <a:gd name="connsiteY37" fmla="*/ 58733 h 361333"/>
                <a:gd name="connsiteX38" fmla="*/ 234510 w 361670"/>
                <a:gd name="connsiteY38" fmla="*/ 71500 h 361333"/>
                <a:gd name="connsiteX39" fmla="*/ 247930 w 361670"/>
                <a:gd name="connsiteY39" fmla="*/ 60009 h 361333"/>
                <a:gd name="connsiteX40" fmla="*/ 256875 w 361670"/>
                <a:gd name="connsiteY40" fmla="*/ 60648 h 361333"/>
                <a:gd name="connsiteX41" fmla="*/ 257515 w 361670"/>
                <a:gd name="connsiteY41" fmla="*/ 6958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61670" h="361333">
                  <a:moveTo>
                    <a:pt x="180836" y="0"/>
                  </a:moveTo>
                  <a:cubicBezTo>
                    <a:pt x="80513" y="0"/>
                    <a:pt x="0" y="81076"/>
                    <a:pt x="0" y="180667"/>
                  </a:cubicBezTo>
                  <a:cubicBezTo>
                    <a:pt x="0" y="280257"/>
                    <a:pt x="81152" y="361333"/>
                    <a:pt x="180836" y="361333"/>
                  </a:cubicBezTo>
                  <a:cubicBezTo>
                    <a:pt x="280518" y="361333"/>
                    <a:pt x="361670" y="280257"/>
                    <a:pt x="361670" y="180667"/>
                  </a:cubicBezTo>
                  <a:cubicBezTo>
                    <a:pt x="361670" y="81076"/>
                    <a:pt x="281157" y="0"/>
                    <a:pt x="180836" y="0"/>
                  </a:cubicBezTo>
                  <a:close/>
                  <a:moveTo>
                    <a:pt x="257515" y="69585"/>
                  </a:moveTo>
                  <a:lnTo>
                    <a:pt x="244095" y="81076"/>
                  </a:lnTo>
                  <a:lnTo>
                    <a:pt x="254959" y="93844"/>
                  </a:lnTo>
                  <a:cubicBezTo>
                    <a:pt x="257515" y="96398"/>
                    <a:pt x="256875" y="100228"/>
                    <a:pt x="254320" y="102782"/>
                  </a:cubicBezTo>
                  <a:cubicBezTo>
                    <a:pt x="253041" y="104059"/>
                    <a:pt x="251764" y="104059"/>
                    <a:pt x="249846" y="104059"/>
                  </a:cubicBezTo>
                  <a:cubicBezTo>
                    <a:pt x="247930" y="104059"/>
                    <a:pt x="246013" y="103420"/>
                    <a:pt x="244735" y="102144"/>
                  </a:cubicBezTo>
                  <a:lnTo>
                    <a:pt x="233233" y="89376"/>
                  </a:lnTo>
                  <a:lnTo>
                    <a:pt x="223648" y="98313"/>
                  </a:lnTo>
                  <a:cubicBezTo>
                    <a:pt x="237705" y="118104"/>
                    <a:pt x="240261" y="143001"/>
                    <a:pt x="230677" y="164707"/>
                  </a:cubicBezTo>
                  <a:cubicBezTo>
                    <a:pt x="235150" y="173644"/>
                    <a:pt x="238345" y="184497"/>
                    <a:pt x="238345" y="195350"/>
                  </a:cubicBezTo>
                  <a:cubicBezTo>
                    <a:pt x="238345" y="230462"/>
                    <a:pt x="211507" y="259190"/>
                    <a:pt x="177001" y="262382"/>
                  </a:cubicBezTo>
                  <a:lnTo>
                    <a:pt x="177001" y="287279"/>
                  </a:lnTo>
                  <a:lnTo>
                    <a:pt x="194254" y="287279"/>
                  </a:lnTo>
                  <a:cubicBezTo>
                    <a:pt x="198088" y="287279"/>
                    <a:pt x="200644" y="289833"/>
                    <a:pt x="200644" y="293663"/>
                  </a:cubicBezTo>
                  <a:cubicBezTo>
                    <a:pt x="200644" y="297493"/>
                    <a:pt x="198088" y="300047"/>
                    <a:pt x="194254" y="300047"/>
                  </a:cubicBezTo>
                  <a:lnTo>
                    <a:pt x="177001" y="300047"/>
                  </a:lnTo>
                  <a:lnTo>
                    <a:pt x="177001" y="317922"/>
                  </a:lnTo>
                  <a:cubicBezTo>
                    <a:pt x="177001" y="321753"/>
                    <a:pt x="174446" y="324306"/>
                    <a:pt x="170611" y="324306"/>
                  </a:cubicBezTo>
                  <a:cubicBezTo>
                    <a:pt x="166777" y="324306"/>
                    <a:pt x="164221" y="321753"/>
                    <a:pt x="164221" y="317922"/>
                  </a:cubicBezTo>
                  <a:lnTo>
                    <a:pt x="164221" y="300047"/>
                  </a:lnTo>
                  <a:lnTo>
                    <a:pt x="146969" y="300047"/>
                  </a:lnTo>
                  <a:cubicBezTo>
                    <a:pt x="143135" y="300047"/>
                    <a:pt x="140579" y="297493"/>
                    <a:pt x="140579" y="293663"/>
                  </a:cubicBezTo>
                  <a:cubicBezTo>
                    <a:pt x="140579" y="289833"/>
                    <a:pt x="143135" y="287279"/>
                    <a:pt x="146969" y="287279"/>
                  </a:cubicBezTo>
                  <a:lnTo>
                    <a:pt x="164221" y="287279"/>
                  </a:lnTo>
                  <a:lnTo>
                    <a:pt x="164221" y="262382"/>
                  </a:lnTo>
                  <a:cubicBezTo>
                    <a:pt x="129716" y="259190"/>
                    <a:pt x="102878" y="230462"/>
                    <a:pt x="102878" y="195350"/>
                  </a:cubicBezTo>
                  <a:cubicBezTo>
                    <a:pt x="102878" y="185774"/>
                    <a:pt x="104795" y="176836"/>
                    <a:pt x="108629" y="168537"/>
                  </a:cubicBezTo>
                  <a:cubicBezTo>
                    <a:pt x="95210" y="141724"/>
                    <a:pt x="100961" y="108528"/>
                    <a:pt x="123965" y="87460"/>
                  </a:cubicBezTo>
                  <a:cubicBezTo>
                    <a:pt x="150164" y="64478"/>
                    <a:pt x="189781" y="65755"/>
                    <a:pt x="214702" y="88737"/>
                  </a:cubicBezTo>
                  <a:lnTo>
                    <a:pt x="224287" y="79800"/>
                  </a:lnTo>
                  <a:lnTo>
                    <a:pt x="213424" y="67032"/>
                  </a:lnTo>
                  <a:cubicBezTo>
                    <a:pt x="210868" y="64478"/>
                    <a:pt x="211507" y="60648"/>
                    <a:pt x="214063" y="58094"/>
                  </a:cubicBezTo>
                  <a:cubicBezTo>
                    <a:pt x="216619" y="55541"/>
                    <a:pt x="220453" y="56179"/>
                    <a:pt x="223009" y="58733"/>
                  </a:cubicBezTo>
                  <a:lnTo>
                    <a:pt x="234510" y="71500"/>
                  </a:lnTo>
                  <a:lnTo>
                    <a:pt x="247930" y="60009"/>
                  </a:lnTo>
                  <a:cubicBezTo>
                    <a:pt x="250485" y="57456"/>
                    <a:pt x="254320" y="58094"/>
                    <a:pt x="256875" y="60648"/>
                  </a:cubicBezTo>
                  <a:cubicBezTo>
                    <a:pt x="260710" y="63201"/>
                    <a:pt x="260070" y="67032"/>
                    <a:pt x="257515" y="69585"/>
                  </a:cubicBezTo>
                  <a:close/>
                </a:path>
              </a:pathLst>
            </a:custGeom>
            <a:solidFill>
              <a:srgbClr val="00A3E0"/>
            </a:solidFill>
            <a:ln w="6390" cap="flat">
              <a:noFill/>
              <a:prstDash val="solid"/>
              <a:miter/>
            </a:ln>
          </p:spPr>
          <p:txBody>
            <a:bodyPr rtlCol="0" anchor="ctr"/>
            <a:lstStyle/>
            <a:p>
              <a:endParaRPr lang="en-US"/>
            </a:p>
          </p:txBody>
        </p:sp>
      </p:grpSp>
      <p:grpSp>
        <p:nvGrpSpPr>
          <p:cNvPr id="1221" name="Graphic 4">
            <a:extLst>
              <a:ext uri="{FF2B5EF4-FFF2-40B4-BE49-F238E27FC236}">
                <a16:creationId xmlns:a16="http://schemas.microsoft.com/office/drawing/2014/main" id="{8E979542-822E-D146-AB47-A6828B5A8BF6}"/>
              </a:ext>
            </a:extLst>
          </p:cNvPr>
          <p:cNvGrpSpPr/>
          <p:nvPr/>
        </p:nvGrpSpPr>
        <p:grpSpPr>
          <a:xfrm>
            <a:off x="8239823" y="1402085"/>
            <a:ext cx="361670" cy="361333"/>
            <a:chOff x="8239823" y="1402085"/>
            <a:chExt cx="361670" cy="361333"/>
          </a:xfrm>
          <a:solidFill>
            <a:srgbClr val="00A3E0"/>
          </a:solidFill>
        </p:grpSpPr>
        <p:sp>
          <p:nvSpPr>
            <p:cNvPr id="1222" name="Graphic 4">
              <a:extLst>
                <a:ext uri="{FF2B5EF4-FFF2-40B4-BE49-F238E27FC236}">
                  <a16:creationId xmlns:a16="http://schemas.microsoft.com/office/drawing/2014/main" id="{78B3FBFA-92A5-DA40-A04D-F30ECA159818}"/>
                </a:ext>
              </a:extLst>
            </p:cNvPr>
            <p:cNvSpPr/>
            <p:nvPr/>
          </p:nvSpPr>
          <p:spPr>
            <a:xfrm>
              <a:off x="8429604" y="1511251"/>
              <a:ext cx="93293" cy="109804"/>
            </a:xfrm>
            <a:custGeom>
              <a:avLst/>
              <a:gdLst>
                <a:gd name="connsiteX0" fmla="*/ 38340 w 93293"/>
                <a:gd name="connsiteY0" fmla="*/ 0 h 109804"/>
                <a:gd name="connsiteX1" fmla="*/ 0 w 93293"/>
                <a:gd name="connsiteY1" fmla="*/ 15960 h 109804"/>
                <a:gd name="connsiteX2" fmla="*/ 12141 w 93293"/>
                <a:gd name="connsiteY2" fmla="*/ 54902 h 109804"/>
                <a:gd name="connsiteX3" fmla="*/ 0 w 93293"/>
                <a:gd name="connsiteY3" fmla="*/ 93845 h 109804"/>
                <a:gd name="connsiteX4" fmla="*/ 38340 w 93293"/>
                <a:gd name="connsiteY4" fmla="*/ 109804 h 109804"/>
                <a:gd name="connsiteX5" fmla="*/ 93294 w 93293"/>
                <a:gd name="connsiteY5" fmla="*/ 54902 h 109804"/>
                <a:gd name="connsiteX6" fmla="*/ 38340 w 93293"/>
                <a:gd name="connsiteY6" fmla="*/ 0 h 10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293" h="109804">
                  <a:moveTo>
                    <a:pt x="38340" y="0"/>
                  </a:moveTo>
                  <a:cubicBezTo>
                    <a:pt x="23643" y="0"/>
                    <a:pt x="9585" y="6384"/>
                    <a:pt x="0" y="15960"/>
                  </a:cubicBezTo>
                  <a:cubicBezTo>
                    <a:pt x="7668" y="26813"/>
                    <a:pt x="12141" y="40219"/>
                    <a:pt x="12141" y="54902"/>
                  </a:cubicBezTo>
                  <a:cubicBezTo>
                    <a:pt x="12141" y="69585"/>
                    <a:pt x="7668" y="82992"/>
                    <a:pt x="0" y="93845"/>
                  </a:cubicBezTo>
                  <a:cubicBezTo>
                    <a:pt x="9585" y="103420"/>
                    <a:pt x="23643" y="109804"/>
                    <a:pt x="38340" y="109804"/>
                  </a:cubicBezTo>
                  <a:cubicBezTo>
                    <a:pt x="68373" y="109804"/>
                    <a:pt x="93294" y="85545"/>
                    <a:pt x="93294" y="54902"/>
                  </a:cubicBezTo>
                  <a:cubicBezTo>
                    <a:pt x="93294" y="24259"/>
                    <a:pt x="68373" y="0"/>
                    <a:pt x="38340" y="0"/>
                  </a:cubicBezTo>
                  <a:close/>
                </a:path>
              </a:pathLst>
            </a:custGeom>
            <a:solidFill>
              <a:srgbClr val="00A3E0"/>
            </a:solidFill>
            <a:ln w="6390" cap="flat">
              <a:noFill/>
              <a:prstDash val="solid"/>
              <a:miter/>
            </a:ln>
          </p:spPr>
          <p:txBody>
            <a:bodyPr rtlCol="0" anchor="ctr"/>
            <a:lstStyle/>
            <a:p>
              <a:endParaRPr lang="en-US"/>
            </a:p>
          </p:txBody>
        </p:sp>
        <p:sp>
          <p:nvSpPr>
            <p:cNvPr id="1223" name="Graphic 4">
              <a:extLst>
                <a:ext uri="{FF2B5EF4-FFF2-40B4-BE49-F238E27FC236}">
                  <a16:creationId xmlns:a16="http://schemas.microsoft.com/office/drawing/2014/main" id="{A154D0DE-8171-9442-85BE-7F504CFF56A7}"/>
                </a:ext>
              </a:extLst>
            </p:cNvPr>
            <p:cNvSpPr/>
            <p:nvPr/>
          </p:nvSpPr>
          <p:spPr>
            <a:xfrm>
              <a:off x="8413630" y="1538063"/>
              <a:ext cx="15335" cy="56179"/>
            </a:xfrm>
            <a:custGeom>
              <a:avLst/>
              <a:gdLst>
                <a:gd name="connsiteX0" fmla="*/ 15336 w 15335"/>
                <a:gd name="connsiteY0" fmla="*/ 28090 h 56179"/>
                <a:gd name="connsiteX1" fmla="*/ 7668 w 15335"/>
                <a:gd name="connsiteY1" fmla="*/ 56179 h 56179"/>
                <a:gd name="connsiteX2" fmla="*/ 0 w 15335"/>
                <a:gd name="connsiteY2" fmla="*/ 28090 h 56179"/>
                <a:gd name="connsiteX3" fmla="*/ 7668 w 15335"/>
                <a:gd name="connsiteY3" fmla="*/ 0 h 56179"/>
                <a:gd name="connsiteX4" fmla="*/ 15336 w 15335"/>
                <a:gd name="connsiteY4" fmla="*/ 28090 h 56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5" h="56179">
                  <a:moveTo>
                    <a:pt x="15336" y="28090"/>
                  </a:moveTo>
                  <a:cubicBezTo>
                    <a:pt x="15336" y="43603"/>
                    <a:pt x="11903" y="56179"/>
                    <a:pt x="7668" y="56179"/>
                  </a:cubicBezTo>
                  <a:cubicBezTo>
                    <a:pt x="3433" y="56179"/>
                    <a:pt x="0" y="43603"/>
                    <a:pt x="0" y="28090"/>
                  </a:cubicBezTo>
                  <a:cubicBezTo>
                    <a:pt x="0" y="12576"/>
                    <a:pt x="3433" y="0"/>
                    <a:pt x="7668" y="0"/>
                  </a:cubicBezTo>
                  <a:cubicBezTo>
                    <a:pt x="11903" y="0"/>
                    <a:pt x="15336" y="12576"/>
                    <a:pt x="15336" y="28090"/>
                  </a:cubicBezTo>
                  <a:close/>
                </a:path>
              </a:pathLst>
            </a:custGeom>
            <a:solidFill>
              <a:srgbClr val="00A3E0"/>
            </a:solidFill>
            <a:ln w="6390" cap="flat">
              <a:noFill/>
              <a:prstDash val="solid"/>
              <a:miter/>
            </a:ln>
          </p:spPr>
          <p:txBody>
            <a:bodyPr rtlCol="0" anchor="ctr"/>
            <a:lstStyle/>
            <a:p>
              <a:endParaRPr lang="en-US"/>
            </a:p>
          </p:txBody>
        </p:sp>
        <p:sp>
          <p:nvSpPr>
            <p:cNvPr id="1224" name="Graphic 4">
              <a:extLst>
                <a:ext uri="{FF2B5EF4-FFF2-40B4-BE49-F238E27FC236}">
                  <a16:creationId xmlns:a16="http://schemas.microsoft.com/office/drawing/2014/main" id="{0A72AA96-338A-4242-A496-4B82BBEF2468}"/>
                </a:ext>
              </a:extLst>
            </p:cNvPr>
            <p:cNvSpPr/>
            <p:nvPr/>
          </p:nvSpPr>
          <p:spPr>
            <a:xfrm>
              <a:off x="8319698" y="1510612"/>
              <a:ext cx="93292" cy="109804"/>
            </a:xfrm>
            <a:custGeom>
              <a:avLst/>
              <a:gdLst>
                <a:gd name="connsiteX0" fmla="*/ 93293 w 93292"/>
                <a:gd name="connsiteY0" fmla="*/ 93845 h 109804"/>
                <a:gd name="connsiteX1" fmla="*/ 81152 w 93292"/>
                <a:gd name="connsiteY1" fmla="*/ 54902 h 109804"/>
                <a:gd name="connsiteX2" fmla="*/ 93293 w 93292"/>
                <a:gd name="connsiteY2" fmla="*/ 15960 h 109804"/>
                <a:gd name="connsiteX3" fmla="*/ 54953 w 93292"/>
                <a:gd name="connsiteY3" fmla="*/ 0 h 109804"/>
                <a:gd name="connsiteX4" fmla="*/ 0 w 93292"/>
                <a:gd name="connsiteY4" fmla="*/ 54902 h 109804"/>
                <a:gd name="connsiteX5" fmla="*/ 54953 w 93292"/>
                <a:gd name="connsiteY5" fmla="*/ 109804 h 109804"/>
                <a:gd name="connsiteX6" fmla="*/ 93293 w 93292"/>
                <a:gd name="connsiteY6" fmla="*/ 93845 h 10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292" h="109804">
                  <a:moveTo>
                    <a:pt x="93293" y="93845"/>
                  </a:moveTo>
                  <a:cubicBezTo>
                    <a:pt x="85625" y="82992"/>
                    <a:pt x="81152" y="69585"/>
                    <a:pt x="81152" y="54902"/>
                  </a:cubicBezTo>
                  <a:cubicBezTo>
                    <a:pt x="81152" y="40219"/>
                    <a:pt x="85625" y="26813"/>
                    <a:pt x="93293" y="15960"/>
                  </a:cubicBezTo>
                  <a:cubicBezTo>
                    <a:pt x="83708" y="6384"/>
                    <a:pt x="69650" y="0"/>
                    <a:pt x="54953" y="0"/>
                  </a:cubicBezTo>
                  <a:cubicBezTo>
                    <a:pt x="24921" y="0"/>
                    <a:pt x="0" y="24259"/>
                    <a:pt x="0" y="54902"/>
                  </a:cubicBezTo>
                  <a:cubicBezTo>
                    <a:pt x="0" y="85545"/>
                    <a:pt x="24282" y="109804"/>
                    <a:pt x="54953" y="109804"/>
                  </a:cubicBezTo>
                  <a:cubicBezTo>
                    <a:pt x="69650" y="109804"/>
                    <a:pt x="83708" y="104059"/>
                    <a:pt x="93293" y="93845"/>
                  </a:cubicBezTo>
                  <a:close/>
                </a:path>
              </a:pathLst>
            </a:custGeom>
            <a:solidFill>
              <a:srgbClr val="00A3E0"/>
            </a:solidFill>
            <a:ln w="6390" cap="flat">
              <a:noFill/>
              <a:prstDash val="solid"/>
              <a:miter/>
            </a:ln>
          </p:spPr>
          <p:txBody>
            <a:bodyPr rtlCol="0" anchor="ctr"/>
            <a:lstStyle/>
            <a:p>
              <a:endParaRPr lang="en-US"/>
            </a:p>
          </p:txBody>
        </p:sp>
        <p:sp>
          <p:nvSpPr>
            <p:cNvPr id="1225" name="Graphic 4">
              <a:extLst>
                <a:ext uri="{FF2B5EF4-FFF2-40B4-BE49-F238E27FC236}">
                  <a16:creationId xmlns:a16="http://schemas.microsoft.com/office/drawing/2014/main" id="{B127D88D-51E4-624F-998D-C3F722254C65}"/>
                </a:ext>
              </a:extLst>
            </p:cNvPr>
            <p:cNvSpPr/>
            <p:nvPr/>
          </p:nvSpPr>
          <p:spPr>
            <a:xfrm>
              <a:off x="8239823" y="1402085"/>
              <a:ext cx="361670" cy="361333"/>
            </a:xfrm>
            <a:custGeom>
              <a:avLst/>
              <a:gdLst>
                <a:gd name="connsiteX0" fmla="*/ 180836 w 361670"/>
                <a:gd name="connsiteY0" fmla="*/ 0 h 361333"/>
                <a:gd name="connsiteX1" fmla="*/ 0 w 361670"/>
                <a:gd name="connsiteY1" fmla="*/ 180667 h 361333"/>
                <a:gd name="connsiteX2" fmla="*/ 180836 w 361670"/>
                <a:gd name="connsiteY2" fmla="*/ 361333 h 361333"/>
                <a:gd name="connsiteX3" fmla="*/ 361670 w 361670"/>
                <a:gd name="connsiteY3" fmla="*/ 180667 h 361333"/>
                <a:gd name="connsiteX4" fmla="*/ 180836 w 361670"/>
                <a:gd name="connsiteY4" fmla="*/ 0 h 361333"/>
                <a:gd name="connsiteX5" fmla="*/ 234510 w 361670"/>
                <a:gd name="connsiteY5" fmla="*/ 231100 h 361333"/>
                <a:gd name="connsiteX6" fmla="*/ 234510 w 361670"/>
                <a:gd name="connsiteY6" fmla="*/ 261105 h 361333"/>
                <a:gd name="connsiteX7" fmla="*/ 251764 w 361670"/>
                <a:gd name="connsiteY7" fmla="*/ 261105 h 361333"/>
                <a:gd name="connsiteX8" fmla="*/ 258154 w 361670"/>
                <a:gd name="connsiteY8" fmla="*/ 267489 h 361333"/>
                <a:gd name="connsiteX9" fmla="*/ 251764 w 361670"/>
                <a:gd name="connsiteY9" fmla="*/ 273873 h 361333"/>
                <a:gd name="connsiteX10" fmla="*/ 234510 w 361670"/>
                <a:gd name="connsiteY10" fmla="*/ 273873 h 361333"/>
                <a:gd name="connsiteX11" fmla="*/ 234510 w 361670"/>
                <a:gd name="connsiteY11" fmla="*/ 291748 h 361333"/>
                <a:gd name="connsiteX12" fmla="*/ 228120 w 361670"/>
                <a:gd name="connsiteY12" fmla="*/ 298132 h 361333"/>
                <a:gd name="connsiteX13" fmla="*/ 221731 w 361670"/>
                <a:gd name="connsiteY13" fmla="*/ 291748 h 361333"/>
                <a:gd name="connsiteX14" fmla="*/ 221731 w 361670"/>
                <a:gd name="connsiteY14" fmla="*/ 273873 h 361333"/>
                <a:gd name="connsiteX15" fmla="*/ 204478 w 361670"/>
                <a:gd name="connsiteY15" fmla="*/ 273873 h 361333"/>
                <a:gd name="connsiteX16" fmla="*/ 198088 w 361670"/>
                <a:gd name="connsiteY16" fmla="*/ 267489 h 361333"/>
                <a:gd name="connsiteX17" fmla="*/ 204478 w 361670"/>
                <a:gd name="connsiteY17" fmla="*/ 261105 h 361333"/>
                <a:gd name="connsiteX18" fmla="*/ 221731 w 361670"/>
                <a:gd name="connsiteY18" fmla="*/ 261105 h 361333"/>
                <a:gd name="connsiteX19" fmla="*/ 221731 w 361670"/>
                <a:gd name="connsiteY19" fmla="*/ 231100 h 361333"/>
                <a:gd name="connsiteX20" fmla="*/ 181474 w 361670"/>
                <a:gd name="connsiteY20" fmla="*/ 212587 h 361333"/>
                <a:gd name="connsiteX21" fmla="*/ 141217 w 361670"/>
                <a:gd name="connsiteY21" fmla="*/ 231100 h 361333"/>
                <a:gd name="connsiteX22" fmla="*/ 141217 w 361670"/>
                <a:gd name="connsiteY22" fmla="*/ 261105 h 361333"/>
                <a:gd name="connsiteX23" fmla="*/ 158471 w 361670"/>
                <a:gd name="connsiteY23" fmla="*/ 261105 h 361333"/>
                <a:gd name="connsiteX24" fmla="*/ 164861 w 361670"/>
                <a:gd name="connsiteY24" fmla="*/ 267489 h 361333"/>
                <a:gd name="connsiteX25" fmla="*/ 158471 w 361670"/>
                <a:gd name="connsiteY25" fmla="*/ 273873 h 361333"/>
                <a:gd name="connsiteX26" fmla="*/ 141217 w 361670"/>
                <a:gd name="connsiteY26" fmla="*/ 273873 h 361333"/>
                <a:gd name="connsiteX27" fmla="*/ 141217 w 361670"/>
                <a:gd name="connsiteY27" fmla="*/ 291748 h 361333"/>
                <a:gd name="connsiteX28" fmla="*/ 134828 w 361670"/>
                <a:gd name="connsiteY28" fmla="*/ 298132 h 361333"/>
                <a:gd name="connsiteX29" fmla="*/ 128438 w 361670"/>
                <a:gd name="connsiteY29" fmla="*/ 291748 h 361333"/>
                <a:gd name="connsiteX30" fmla="*/ 128438 w 361670"/>
                <a:gd name="connsiteY30" fmla="*/ 273873 h 361333"/>
                <a:gd name="connsiteX31" fmla="*/ 111185 w 361670"/>
                <a:gd name="connsiteY31" fmla="*/ 273873 h 361333"/>
                <a:gd name="connsiteX32" fmla="*/ 104795 w 361670"/>
                <a:gd name="connsiteY32" fmla="*/ 267489 h 361333"/>
                <a:gd name="connsiteX33" fmla="*/ 111185 w 361670"/>
                <a:gd name="connsiteY33" fmla="*/ 261105 h 361333"/>
                <a:gd name="connsiteX34" fmla="*/ 128438 w 361670"/>
                <a:gd name="connsiteY34" fmla="*/ 261105 h 361333"/>
                <a:gd name="connsiteX35" fmla="*/ 128438 w 361670"/>
                <a:gd name="connsiteY35" fmla="*/ 231100 h 361333"/>
                <a:gd name="connsiteX36" fmla="*/ 67094 w 361670"/>
                <a:gd name="connsiteY36" fmla="*/ 164068 h 361333"/>
                <a:gd name="connsiteX37" fmla="*/ 134828 w 361670"/>
                <a:gd name="connsiteY37" fmla="*/ 96398 h 361333"/>
                <a:gd name="connsiteX38" fmla="*/ 181474 w 361670"/>
                <a:gd name="connsiteY38" fmla="*/ 115550 h 361333"/>
                <a:gd name="connsiteX39" fmla="*/ 228120 w 361670"/>
                <a:gd name="connsiteY39" fmla="*/ 96398 h 361333"/>
                <a:gd name="connsiteX40" fmla="*/ 295854 w 361670"/>
                <a:gd name="connsiteY40" fmla="*/ 164068 h 361333"/>
                <a:gd name="connsiteX41" fmla="*/ 234510 w 361670"/>
                <a:gd name="connsiteY41" fmla="*/ 23110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61670" h="361333">
                  <a:moveTo>
                    <a:pt x="180836" y="0"/>
                  </a:moveTo>
                  <a:cubicBezTo>
                    <a:pt x="80513" y="0"/>
                    <a:pt x="0" y="81077"/>
                    <a:pt x="0" y="180667"/>
                  </a:cubicBezTo>
                  <a:cubicBezTo>
                    <a:pt x="0" y="280257"/>
                    <a:pt x="81152" y="361333"/>
                    <a:pt x="180836" y="361333"/>
                  </a:cubicBezTo>
                  <a:cubicBezTo>
                    <a:pt x="281157" y="361333"/>
                    <a:pt x="361670" y="280257"/>
                    <a:pt x="361670" y="180667"/>
                  </a:cubicBezTo>
                  <a:cubicBezTo>
                    <a:pt x="361670" y="81077"/>
                    <a:pt x="281157" y="0"/>
                    <a:pt x="180836" y="0"/>
                  </a:cubicBezTo>
                  <a:close/>
                  <a:moveTo>
                    <a:pt x="234510" y="231100"/>
                  </a:moveTo>
                  <a:lnTo>
                    <a:pt x="234510" y="261105"/>
                  </a:lnTo>
                  <a:lnTo>
                    <a:pt x="251764" y="261105"/>
                  </a:lnTo>
                  <a:cubicBezTo>
                    <a:pt x="255597" y="261105"/>
                    <a:pt x="258154" y="263658"/>
                    <a:pt x="258154" y="267489"/>
                  </a:cubicBezTo>
                  <a:cubicBezTo>
                    <a:pt x="258154" y="271319"/>
                    <a:pt x="255597" y="273873"/>
                    <a:pt x="251764" y="273873"/>
                  </a:cubicBezTo>
                  <a:lnTo>
                    <a:pt x="234510" y="273873"/>
                  </a:lnTo>
                  <a:lnTo>
                    <a:pt x="234510" y="291748"/>
                  </a:lnTo>
                  <a:cubicBezTo>
                    <a:pt x="234510" y="295578"/>
                    <a:pt x="231955" y="298132"/>
                    <a:pt x="228120" y="298132"/>
                  </a:cubicBezTo>
                  <a:cubicBezTo>
                    <a:pt x="224287" y="298132"/>
                    <a:pt x="221731" y="295578"/>
                    <a:pt x="221731" y="291748"/>
                  </a:cubicBezTo>
                  <a:lnTo>
                    <a:pt x="221731" y="273873"/>
                  </a:lnTo>
                  <a:lnTo>
                    <a:pt x="204478" y="273873"/>
                  </a:lnTo>
                  <a:cubicBezTo>
                    <a:pt x="200644" y="273873"/>
                    <a:pt x="198088" y="271319"/>
                    <a:pt x="198088" y="267489"/>
                  </a:cubicBezTo>
                  <a:cubicBezTo>
                    <a:pt x="198088" y="263658"/>
                    <a:pt x="200644" y="261105"/>
                    <a:pt x="204478" y="261105"/>
                  </a:cubicBezTo>
                  <a:lnTo>
                    <a:pt x="221731" y="261105"/>
                  </a:lnTo>
                  <a:lnTo>
                    <a:pt x="221731" y="231100"/>
                  </a:lnTo>
                  <a:cubicBezTo>
                    <a:pt x="206395" y="229823"/>
                    <a:pt x="192337" y="222801"/>
                    <a:pt x="181474" y="212587"/>
                  </a:cubicBezTo>
                  <a:cubicBezTo>
                    <a:pt x="170611" y="222801"/>
                    <a:pt x="156553" y="229823"/>
                    <a:pt x="141217" y="231100"/>
                  </a:cubicBezTo>
                  <a:lnTo>
                    <a:pt x="141217" y="261105"/>
                  </a:lnTo>
                  <a:lnTo>
                    <a:pt x="158471" y="261105"/>
                  </a:lnTo>
                  <a:cubicBezTo>
                    <a:pt x="162305" y="261105"/>
                    <a:pt x="164861" y="263658"/>
                    <a:pt x="164861" y="267489"/>
                  </a:cubicBezTo>
                  <a:cubicBezTo>
                    <a:pt x="164861" y="271319"/>
                    <a:pt x="162305" y="273873"/>
                    <a:pt x="158471" y="273873"/>
                  </a:cubicBezTo>
                  <a:lnTo>
                    <a:pt x="141217" y="273873"/>
                  </a:lnTo>
                  <a:lnTo>
                    <a:pt x="141217" y="291748"/>
                  </a:lnTo>
                  <a:cubicBezTo>
                    <a:pt x="141217" y="295578"/>
                    <a:pt x="138661" y="298132"/>
                    <a:pt x="134828" y="298132"/>
                  </a:cubicBezTo>
                  <a:cubicBezTo>
                    <a:pt x="130994" y="298132"/>
                    <a:pt x="128438" y="295578"/>
                    <a:pt x="128438" y="291748"/>
                  </a:cubicBezTo>
                  <a:lnTo>
                    <a:pt x="128438" y="273873"/>
                  </a:lnTo>
                  <a:lnTo>
                    <a:pt x="111185" y="273873"/>
                  </a:lnTo>
                  <a:cubicBezTo>
                    <a:pt x="107351" y="273873"/>
                    <a:pt x="104795" y="271319"/>
                    <a:pt x="104795" y="267489"/>
                  </a:cubicBezTo>
                  <a:cubicBezTo>
                    <a:pt x="104795" y="263658"/>
                    <a:pt x="107351" y="261105"/>
                    <a:pt x="111185" y="261105"/>
                  </a:cubicBezTo>
                  <a:lnTo>
                    <a:pt x="128438" y="261105"/>
                  </a:lnTo>
                  <a:lnTo>
                    <a:pt x="128438" y="231100"/>
                  </a:lnTo>
                  <a:cubicBezTo>
                    <a:pt x="93932" y="227908"/>
                    <a:pt x="67094" y="199180"/>
                    <a:pt x="67094" y="164068"/>
                  </a:cubicBezTo>
                  <a:cubicBezTo>
                    <a:pt x="67094" y="127041"/>
                    <a:pt x="97127" y="96398"/>
                    <a:pt x="134828" y="96398"/>
                  </a:cubicBezTo>
                  <a:cubicBezTo>
                    <a:pt x="152720" y="96398"/>
                    <a:pt x="169333" y="103420"/>
                    <a:pt x="181474" y="115550"/>
                  </a:cubicBezTo>
                  <a:cubicBezTo>
                    <a:pt x="193615" y="104059"/>
                    <a:pt x="210229" y="96398"/>
                    <a:pt x="228120" y="96398"/>
                  </a:cubicBezTo>
                  <a:cubicBezTo>
                    <a:pt x="265182" y="96398"/>
                    <a:pt x="295854" y="126403"/>
                    <a:pt x="295854" y="164068"/>
                  </a:cubicBezTo>
                  <a:cubicBezTo>
                    <a:pt x="295854" y="198542"/>
                    <a:pt x="269016" y="227908"/>
                    <a:pt x="234510" y="231100"/>
                  </a:cubicBezTo>
                  <a:close/>
                </a:path>
              </a:pathLst>
            </a:custGeom>
            <a:solidFill>
              <a:srgbClr val="00A3E0"/>
            </a:solidFill>
            <a:ln w="6390" cap="flat">
              <a:noFill/>
              <a:prstDash val="solid"/>
              <a:miter/>
            </a:ln>
          </p:spPr>
          <p:txBody>
            <a:bodyPr rtlCol="0" anchor="ctr"/>
            <a:lstStyle/>
            <a:p>
              <a:endParaRPr lang="en-US"/>
            </a:p>
          </p:txBody>
        </p:sp>
      </p:grpSp>
      <p:grpSp>
        <p:nvGrpSpPr>
          <p:cNvPr id="1226" name="Graphic 4">
            <a:extLst>
              <a:ext uri="{FF2B5EF4-FFF2-40B4-BE49-F238E27FC236}">
                <a16:creationId xmlns:a16="http://schemas.microsoft.com/office/drawing/2014/main" id="{19CE24B8-320C-2C4C-8E7D-BA8F46C48236}"/>
              </a:ext>
            </a:extLst>
          </p:cNvPr>
          <p:cNvGrpSpPr/>
          <p:nvPr/>
        </p:nvGrpSpPr>
        <p:grpSpPr>
          <a:xfrm>
            <a:off x="9279466" y="1402085"/>
            <a:ext cx="361671" cy="361333"/>
            <a:chOff x="9279466" y="1402085"/>
            <a:chExt cx="361671" cy="361333"/>
          </a:xfrm>
          <a:solidFill>
            <a:srgbClr val="00A3E0"/>
          </a:solidFill>
        </p:grpSpPr>
        <p:sp>
          <p:nvSpPr>
            <p:cNvPr id="1227" name="Graphic 4">
              <a:extLst>
                <a:ext uri="{FF2B5EF4-FFF2-40B4-BE49-F238E27FC236}">
                  <a16:creationId xmlns:a16="http://schemas.microsoft.com/office/drawing/2014/main" id="{54B36780-4F80-7E40-8965-66AD3E4EDCE4}"/>
                </a:ext>
              </a:extLst>
            </p:cNvPr>
            <p:cNvSpPr/>
            <p:nvPr/>
          </p:nvSpPr>
          <p:spPr>
            <a:xfrm>
              <a:off x="9420044" y="1585943"/>
              <a:ext cx="109907" cy="109166"/>
            </a:xfrm>
            <a:custGeom>
              <a:avLst/>
              <a:gdLst>
                <a:gd name="connsiteX0" fmla="*/ 54314 w 109907"/>
                <a:gd name="connsiteY0" fmla="*/ 0 h 109166"/>
                <a:gd name="connsiteX1" fmla="*/ 52398 w 109907"/>
                <a:gd name="connsiteY1" fmla="*/ 0 h 109166"/>
                <a:gd name="connsiteX2" fmla="*/ 0 w 109907"/>
                <a:gd name="connsiteY2" fmla="*/ 52349 h 109166"/>
                <a:gd name="connsiteX3" fmla="*/ 0 w 109907"/>
                <a:gd name="connsiteY3" fmla="*/ 54264 h 109166"/>
                <a:gd name="connsiteX4" fmla="*/ 54954 w 109907"/>
                <a:gd name="connsiteY4" fmla="*/ 109166 h 109166"/>
                <a:gd name="connsiteX5" fmla="*/ 109907 w 109907"/>
                <a:gd name="connsiteY5" fmla="*/ 54264 h 109166"/>
                <a:gd name="connsiteX6" fmla="*/ 54314 w 109907"/>
                <a:gd name="connsiteY6" fmla="*/ 0 h 109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907" h="109166">
                  <a:moveTo>
                    <a:pt x="54314" y="0"/>
                  </a:moveTo>
                  <a:cubicBezTo>
                    <a:pt x="53676" y="0"/>
                    <a:pt x="53037" y="0"/>
                    <a:pt x="52398" y="0"/>
                  </a:cubicBezTo>
                  <a:cubicBezTo>
                    <a:pt x="47286" y="26174"/>
                    <a:pt x="26199" y="47241"/>
                    <a:pt x="0" y="52349"/>
                  </a:cubicBezTo>
                  <a:cubicBezTo>
                    <a:pt x="0" y="52987"/>
                    <a:pt x="0" y="53626"/>
                    <a:pt x="0" y="54264"/>
                  </a:cubicBezTo>
                  <a:cubicBezTo>
                    <a:pt x="0" y="84269"/>
                    <a:pt x="24282" y="109166"/>
                    <a:pt x="54954" y="109166"/>
                  </a:cubicBezTo>
                  <a:cubicBezTo>
                    <a:pt x="85625" y="109166"/>
                    <a:pt x="109907" y="84907"/>
                    <a:pt x="109907" y="54264"/>
                  </a:cubicBezTo>
                  <a:cubicBezTo>
                    <a:pt x="109269" y="24259"/>
                    <a:pt x="84348" y="0"/>
                    <a:pt x="54314" y="0"/>
                  </a:cubicBezTo>
                  <a:close/>
                </a:path>
              </a:pathLst>
            </a:custGeom>
            <a:solidFill>
              <a:srgbClr val="00A3E0"/>
            </a:solidFill>
            <a:ln w="6390" cap="flat">
              <a:noFill/>
              <a:prstDash val="solid"/>
              <a:miter/>
            </a:ln>
          </p:spPr>
          <p:txBody>
            <a:bodyPr rtlCol="0" anchor="ctr"/>
            <a:lstStyle/>
            <a:p>
              <a:endParaRPr lang="en-US"/>
            </a:p>
          </p:txBody>
        </p:sp>
        <p:sp>
          <p:nvSpPr>
            <p:cNvPr id="1228" name="Graphic 4">
              <a:extLst>
                <a:ext uri="{FF2B5EF4-FFF2-40B4-BE49-F238E27FC236}">
                  <a16:creationId xmlns:a16="http://schemas.microsoft.com/office/drawing/2014/main" id="{5E25BAC2-2791-404B-88C5-B3E574102E45}"/>
                </a:ext>
              </a:extLst>
            </p:cNvPr>
            <p:cNvSpPr/>
            <p:nvPr/>
          </p:nvSpPr>
          <p:spPr>
            <a:xfrm>
              <a:off x="9421962" y="1588497"/>
              <a:ext cx="36422" cy="36388"/>
            </a:xfrm>
            <a:custGeom>
              <a:avLst/>
              <a:gdLst>
                <a:gd name="connsiteX0" fmla="*/ 36422 w 36422"/>
                <a:gd name="connsiteY0" fmla="*/ 0 h 36388"/>
                <a:gd name="connsiteX1" fmla="*/ 0 w 36422"/>
                <a:gd name="connsiteY1" fmla="*/ 36389 h 36388"/>
                <a:gd name="connsiteX2" fmla="*/ 36422 w 36422"/>
                <a:gd name="connsiteY2" fmla="*/ 0 h 36388"/>
              </a:gdLst>
              <a:ahLst/>
              <a:cxnLst>
                <a:cxn ang="0">
                  <a:pos x="connsiteX0" y="connsiteY0"/>
                </a:cxn>
                <a:cxn ang="0">
                  <a:pos x="connsiteX1" y="connsiteY1"/>
                </a:cxn>
                <a:cxn ang="0">
                  <a:pos x="connsiteX2" y="connsiteY2"/>
                </a:cxn>
              </a:cxnLst>
              <a:rect l="l" t="t" r="r" b="b"/>
              <a:pathLst>
                <a:path w="36422" h="36388">
                  <a:moveTo>
                    <a:pt x="36422" y="0"/>
                  </a:moveTo>
                  <a:cubicBezTo>
                    <a:pt x="19170" y="5107"/>
                    <a:pt x="5112" y="19152"/>
                    <a:pt x="0" y="36389"/>
                  </a:cubicBezTo>
                  <a:cubicBezTo>
                    <a:pt x="17253" y="31282"/>
                    <a:pt x="31311" y="17237"/>
                    <a:pt x="36422" y="0"/>
                  </a:cubicBezTo>
                  <a:close/>
                </a:path>
              </a:pathLst>
            </a:custGeom>
            <a:solidFill>
              <a:srgbClr val="00A3E0"/>
            </a:solidFill>
            <a:ln w="6390" cap="flat">
              <a:noFill/>
              <a:prstDash val="solid"/>
              <a:miter/>
            </a:ln>
          </p:spPr>
          <p:txBody>
            <a:bodyPr rtlCol="0" anchor="ctr"/>
            <a:lstStyle/>
            <a:p>
              <a:endParaRPr lang="en-US"/>
            </a:p>
          </p:txBody>
        </p:sp>
        <p:sp>
          <p:nvSpPr>
            <p:cNvPr id="1229" name="Graphic 4">
              <a:extLst>
                <a:ext uri="{FF2B5EF4-FFF2-40B4-BE49-F238E27FC236}">
                  <a16:creationId xmlns:a16="http://schemas.microsoft.com/office/drawing/2014/main" id="{0BBD8F78-5589-E344-8D56-1943165608BD}"/>
                </a:ext>
              </a:extLst>
            </p:cNvPr>
            <p:cNvSpPr/>
            <p:nvPr/>
          </p:nvSpPr>
          <p:spPr>
            <a:xfrm>
              <a:off x="9351034" y="1517635"/>
              <a:ext cx="109906" cy="109804"/>
            </a:xfrm>
            <a:custGeom>
              <a:avLst/>
              <a:gdLst>
                <a:gd name="connsiteX0" fmla="*/ 109907 w 109906"/>
                <a:gd name="connsiteY0" fmla="*/ 56817 h 109804"/>
                <a:gd name="connsiteX1" fmla="*/ 109907 w 109906"/>
                <a:gd name="connsiteY1" fmla="*/ 54902 h 109804"/>
                <a:gd name="connsiteX2" fmla="*/ 54953 w 109906"/>
                <a:gd name="connsiteY2" fmla="*/ 0 h 109804"/>
                <a:gd name="connsiteX3" fmla="*/ 0 w 109906"/>
                <a:gd name="connsiteY3" fmla="*/ 54902 h 109804"/>
                <a:gd name="connsiteX4" fmla="*/ 54953 w 109906"/>
                <a:gd name="connsiteY4" fmla="*/ 109804 h 109804"/>
                <a:gd name="connsiteX5" fmla="*/ 56871 w 109906"/>
                <a:gd name="connsiteY5" fmla="*/ 109804 h 109804"/>
                <a:gd name="connsiteX6" fmla="*/ 109907 w 109906"/>
                <a:gd name="connsiteY6" fmla="*/ 56817 h 10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906" h="109804">
                  <a:moveTo>
                    <a:pt x="109907" y="56817"/>
                  </a:moveTo>
                  <a:cubicBezTo>
                    <a:pt x="109907" y="56179"/>
                    <a:pt x="109907" y="55541"/>
                    <a:pt x="109907" y="54902"/>
                  </a:cubicBezTo>
                  <a:cubicBezTo>
                    <a:pt x="109907" y="24897"/>
                    <a:pt x="85625" y="0"/>
                    <a:pt x="54953" y="0"/>
                  </a:cubicBezTo>
                  <a:cubicBezTo>
                    <a:pt x="24281" y="0"/>
                    <a:pt x="0" y="24259"/>
                    <a:pt x="0" y="54902"/>
                  </a:cubicBezTo>
                  <a:cubicBezTo>
                    <a:pt x="0" y="85545"/>
                    <a:pt x="24281" y="109804"/>
                    <a:pt x="54953" y="109804"/>
                  </a:cubicBezTo>
                  <a:cubicBezTo>
                    <a:pt x="55592" y="109804"/>
                    <a:pt x="56231" y="109804"/>
                    <a:pt x="56871" y="109804"/>
                  </a:cubicBezTo>
                  <a:cubicBezTo>
                    <a:pt x="62621" y="82992"/>
                    <a:pt x="83708" y="62563"/>
                    <a:pt x="109907" y="56817"/>
                  </a:cubicBezTo>
                  <a:close/>
                </a:path>
              </a:pathLst>
            </a:custGeom>
            <a:solidFill>
              <a:srgbClr val="00A3E0"/>
            </a:solidFill>
            <a:ln w="6390" cap="flat">
              <a:noFill/>
              <a:prstDash val="solid"/>
              <a:miter/>
            </a:ln>
          </p:spPr>
          <p:txBody>
            <a:bodyPr rtlCol="0" anchor="ctr"/>
            <a:lstStyle/>
            <a:p>
              <a:endParaRPr lang="en-US"/>
            </a:p>
          </p:txBody>
        </p:sp>
        <p:sp>
          <p:nvSpPr>
            <p:cNvPr id="1230" name="Graphic 4">
              <a:extLst>
                <a:ext uri="{FF2B5EF4-FFF2-40B4-BE49-F238E27FC236}">
                  <a16:creationId xmlns:a16="http://schemas.microsoft.com/office/drawing/2014/main" id="{131D0123-5A24-844D-84D4-00F3770CC9E6}"/>
                </a:ext>
              </a:extLst>
            </p:cNvPr>
            <p:cNvSpPr/>
            <p:nvPr/>
          </p:nvSpPr>
          <p:spPr>
            <a:xfrm>
              <a:off x="9279466" y="1402085"/>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282436 w 361671"/>
                <a:gd name="connsiteY5" fmla="*/ 197265 h 361333"/>
                <a:gd name="connsiteX6" fmla="*/ 276046 w 361671"/>
                <a:gd name="connsiteY6" fmla="*/ 203649 h 361333"/>
                <a:gd name="connsiteX7" fmla="*/ 269656 w 361671"/>
                <a:gd name="connsiteY7" fmla="*/ 197265 h 361333"/>
                <a:gd name="connsiteX8" fmla="*/ 269656 w 361671"/>
                <a:gd name="connsiteY8" fmla="*/ 171729 h 361333"/>
                <a:gd name="connsiteX9" fmla="*/ 246013 w 361671"/>
                <a:gd name="connsiteY9" fmla="*/ 194711 h 361333"/>
                <a:gd name="connsiteX10" fmla="*/ 262627 w 361671"/>
                <a:gd name="connsiteY10" fmla="*/ 238761 h 361333"/>
                <a:gd name="connsiteX11" fmla="*/ 194893 w 361671"/>
                <a:gd name="connsiteY11" fmla="*/ 306431 h 361333"/>
                <a:gd name="connsiteX12" fmla="*/ 127160 w 361671"/>
                <a:gd name="connsiteY12" fmla="*/ 238761 h 361333"/>
                <a:gd name="connsiteX13" fmla="*/ 127160 w 361671"/>
                <a:gd name="connsiteY13" fmla="*/ 238122 h 361333"/>
                <a:gd name="connsiteX14" fmla="*/ 126521 w 361671"/>
                <a:gd name="connsiteY14" fmla="*/ 238122 h 361333"/>
                <a:gd name="connsiteX15" fmla="*/ 58788 w 361671"/>
                <a:gd name="connsiteY15" fmla="*/ 170452 h 361333"/>
                <a:gd name="connsiteX16" fmla="*/ 126521 w 361671"/>
                <a:gd name="connsiteY16" fmla="*/ 102782 h 361333"/>
                <a:gd name="connsiteX17" fmla="*/ 168056 w 361671"/>
                <a:gd name="connsiteY17" fmla="*/ 117465 h 361333"/>
                <a:gd name="connsiteX18" fmla="*/ 191698 w 361671"/>
                <a:gd name="connsiteY18" fmla="*/ 95121 h 361333"/>
                <a:gd name="connsiteX19" fmla="*/ 167417 w 361671"/>
                <a:gd name="connsiteY19" fmla="*/ 95121 h 361333"/>
                <a:gd name="connsiteX20" fmla="*/ 161027 w 361671"/>
                <a:gd name="connsiteY20" fmla="*/ 88737 h 361333"/>
                <a:gd name="connsiteX21" fmla="*/ 167417 w 361671"/>
                <a:gd name="connsiteY21" fmla="*/ 82353 h 361333"/>
                <a:gd name="connsiteX22" fmla="*/ 207034 w 361671"/>
                <a:gd name="connsiteY22" fmla="*/ 82353 h 361333"/>
                <a:gd name="connsiteX23" fmla="*/ 211508 w 361671"/>
                <a:gd name="connsiteY23" fmla="*/ 84269 h 361333"/>
                <a:gd name="connsiteX24" fmla="*/ 213424 w 361671"/>
                <a:gd name="connsiteY24" fmla="*/ 88737 h 361333"/>
                <a:gd name="connsiteX25" fmla="*/ 213424 w 361671"/>
                <a:gd name="connsiteY25" fmla="*/ 128956 h 361333"/>
                <a:gd name="connsiteX26" fmla="*/ 207034 w 361671"/>
                <a:gd name="connsiteY26" fmla="*/ 135340 h 361333"/>
                <a:gd name="connsiteX27" fmla="*/ 200644 w 361671"/>
                <a:gd name="connsiteY27" fmla="*/ 128956 h 361333"/>
                <a:gd name="connsiteX28" fmla="*/ 200644 w 361671"/>
                <a:gd name="connsiteY28" fmla="*/ 103420 h 361333"/>
                <a:gd name="connsiteX29" fmla="*/ 177002 w 361671"/>
                <a:gd name="connsiteY29" fmla="*/ 126403 h 361333"/>
                <a:gd name="connsiteX30" fmla="*/ 193615 w 361671"/>
                <a:gd name="connsiteY30" fmla="*/ 170452 h 361333"/>
                <a:gd name="connsiteX31" fmla="*/ 193615 w 361671"/>
                <a:gd name="connsiteY31" fmla="*/ 171091 h 361333"/>
                <a:gd name="connsiteX32" fmla="*/ 194254 w 361671"/>
                <a:gd name="connsiteY32" fmla="*/ 171091 h 361333"/>
                <a:gd name="connsiteX33" fmla="*/ 235789 w 361671"/>
                <a:gd name="connsiteY33" fmla="*/ 185774 h 361333"/>
                <a:gd name="connsiteX34" fmla="*/ 259432 w 361671"/>
                <a:gd name="connsiteY34" fmla="*/ 163430 h 361333"/>
                <a:gd name="connsiteX35" fmla="*/ 235150 w 361671"/>
                <a:gd name="connsiteY35" fmla="*/ 163430 h 361333"/>
                <a:gd name="connsiteX36" fmla="*/ 228760 w 361671"/>
                <a:gd name="connsiteY36" fmla="*/ 157046 h 361333"/>
                <a:gd name="connsiteX37" fmla="*/ 235150 w 361671"/>
                <a:gd name="connsiteY37" fmla="*/ 150662 h 361333"/>
                <a:gd name="connsiteX38" fmla="*/ 274767 w 361671"/>
                <a:gd name="connsiteY38" fmla="*/ 150662 h 361333"/>
                <a:gd name="connsiteX39" fmla="*/ 279241 w 361671"/>
                <a:gd name="connsiteY39" fmla="*/ 152577 h 361333"/>
                <a:gd name="connsiteX40" fmla="*/ 281157 w 361671"/>
                <a:gd name="connsiteY40" fmla="*/ 157046 h 361333"/>
                <a:gd name="connsiteX41" fmla="*/ 281157 w 361671"/>
                <a:gd name="connsiteY41" fmla="*/ 1972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61671" h="361333">
                  <a:moveTo>
                    <a:pt x="180836" y="0"/>
                  </a:moveTo>
                  <a:cubicBezTo>
                    <a:pt x="80514" y="0"/>
                    <a:pt x="0" y="81077"/>
                    <a:pt x="0" y="180667"/>
                  </a:cubicBezTo>
                  <a:cubicBezTo>
                    <a:pt x="0" y="280257"/>
                    <a:pt x="81153" y="361333"/>
                    <a:pt x="180836" y="361333"/>
                  </a:cubicBezTo>
                  <a:cubicBezTo>
                    <a:pt x="280518" y="361333"/>
                    <a:pt x="361671" y="280257"/>
                    <a:pt x="361671" y="180667"/>
                  </a:cubicBezTo>
                  <a:cubicBezTo>
                    <a:pt x="361671" y="81077"/>
                    <a:pt x="280518" y="0"/>
                    <a:pt x="180836" y="0"/>
                  </a:cubicBezTo>
                  <a:close/>
                  <a:moveTo>
                    <a:pt x="282436" y="197265"/>
                  </a:moveTo>
                  <a:cubicBezTo>
                    <a:pt x="282436" y="201095"/>
                    <a:pt x="279880" y="203649"/>
                    <a:pt x="276046" y="203649"/>
                  </a:cubicBezTo>
                  <a:cubicBezTo>
                    <a:pt x="272212" y="203649"/>
                    <a:pt x="269656" y="201095"/>
                    <a:pt x="269656" y="197265"/>
                  </a:cubicBezTo>
                  <a:lnTo>
                    <a:pt x="269656" y="171729"/>
                  </a:lnTo>
                  <a:lnTo>
                    <a:pt x="246013" y="194711"/>
                  </a:lnTo>
                  <a:cubicBezTo>
                    <a:pt x="256237" y="206841"/>
                    <a:pt x="262627" y="222163"/>
                    <a:pt x="262627" y="238761"/>
                  </a:cubicBezTo>
                  <a:cubicBezTo>
                    <a:pt x="262627" y="275788"/>
                    <a:pt x="232594" y="306431"/>
                    <a:pt x="194893" y="306431"/>
                  </a:cubicBezTo>
                  <a:cubicBezTo>
                    <a:pt x="157193" y="306431"/>
                    <a:pt x="127160" y="276426"/>
                    <a:pt x="127160" y="238761"/>
                  </a:cubicBezTo>
                  <a:cubicBezTo>
                    <a:pt x="127160" y="238761"/>
                    <a:pt x="127160" y="238122"/>
                    <a:pt x="127160" y="238122"/>
                  </a:cubicBezTo>
                  <a:cubicBezTo>
                    <a:pt x="127160" y="238122"/>
                    <a:pt x="126521" y="238122"/>
                    <a:pt x="126521" y="238122"/>
                  </a:cubicBezTo>
                  <a:cubicBezTo>
                    <a:pt x="89459" y="238122"/>
                    <a:pt x="58788" y="208118"/>
                    <a:pt x="58788" y="170452"/>
                  </a:cubicBezTo>
                  <a:cubicBezTo>
                    <a:pt x="58788" y="132787"/>
                    <a:pt x="88820" y="102782"/>
                    <a:pt x="126521" y="102782"/>
                  </a:cubicBezTo>
                  <a:cubicBezTo>
                    <a:pt x="142496" y="102782"/>
                    <a:pt x="156553" y="108528"/>
                    <a:pt x="168056" y="117465"/>
                  </a:cubicBezTo>
                  <a:lnTo>
                    <a:pt x="191698" y="95121"/>
                  </a:lnTo>
                  <a:lnTo>
                    <a:pt x="167417" y="95121"/>
                  </a:lnTo>
                  <a:cubicBezTo>
                    <a:pt x="163583" y="95121"/>
                    <a:pt x="161027" y="92568"/>
                    <a:pt x="161027" y="88737"/>
                  </a:cubicBezTo>
                  <a:cubicBezTo>
                    <a:pt x="161027" y="84907"/>
                    <a:pt x="163583" y="82353"/>
                    <a:pt x="167417" y="82353"/>
                  </a:cubicBezTo>
                  <a:lnTo>
                    <a:pt x="207034" y="82353"/>
                  </a:lnTo>
                  <a:cubicBezTo>
                    <a:pt x="208951" y="82353"/>
                    <a:pt x="210229" y="82992"/>
                    <a:pt x="211508" y="84269"/>
                  </a:cubicBezTo>
                  <a:cubicBezTo>
                    <a:pt x="212785" y="85545"/>
                    <a:pt x="213424" y="86822"/>
                    <a:pt x="213424" y="88737"/>
                  </a:cubicBezTo>
                  <a:lnTo>
                    <a:pt x="213424" y="128956"/>
                  </a:lnTo>
                  <a:cubicBezTo>
                    <a:pt x="213424" y="132787"/>
                    <a:pt x="210868" y="135340"/>
                    <a:pt x="207034" y="135340"/>
                  </a:cubicBezTo>
                  <a:cubicBezTo>
                    <a:pt x="203200" y="135340"/>
                    <a:pt x="200644" y="132787"/>
                    <a:pt x="200644" y="128956"/>
                  </a:cubicBezTo>
                  <a:lnTo>
                    <a:pt x="200644" y="103420"/>
                  </a:lnTo>
                  <a:lnTo>
                    <a:pt x="177002" y="126403"/>
                  </a:lnTo>
                  <a:cubicBezTo>
                    <a:pt x="187225" y="138532"/>
                    <a:pt x="193615" y="153854"/>
                    <a:pt x="193615" y="170452"/>
                  </a:cubicBezTo>
                  <a:cubicBezTo>
                    <a:pt x="193615" y="170452"/>
                    <a:pt x="193615" y="171091"/>
                    <a:pt x="193615" y="171091"/>
                  </a:cubicBezTo>
                  <a:cubicBezTo>
                    <a:pt x="193615" y="171091"/>
                    <a:pt x="194254" y="171091"/>
                    <a:pt x="194254" y="171091"/>
                  </a:cubicBezTo>
                  <a:cubicBezTo>
                    <a:pt x="210229" y="171091"/>
                    <a:pt x="224287" y="176836"/>
                    <a:pt x="235789" y="185774"/>
                  </a:cubicBezTo>
                  <a:lnTo>
                    <a:pt x="259432" y="163430"/>
                  </a:lnTo>
                  <a:lnTo>
                    <a:pt x="235150" y="163430"/>
                  </a:lnTo>
                  <a:cubicBezTo>
                    <a:pt x="231316" y="163430"/>
                    <a:pt x="228760" y="160876"/>
                    <a:pt x="228760" y="157046"/>
                  </a:cubicBezTo>
                  <a:cubicBezTo>
                    <a:pt x="228760" y="153216"/>
                    <a:pt x="231316" y="150662"/>
                    <a:pt x="235150" y="150662"/>
                  </a:cubicBezTo>
                  <a:lnTo>
                    <a:pt x="274767" y="150662"/>
                  </a:lnTo>
                  <a:cubicBezTo>
                    <a:pt x="276685" y="150662"/>
                    <a:pt x="277962" y="151300"/>
                    <a:pt x="279241" y="152577"/>
                  </a:cubicBezTo>
                  <a:cubicBezTo>
                    <a:pt x="280518" y="153854"/>
                    <a:pt x="281157" y="155131"/>
                    <a:pt x="281157" y="157046"/>
                  </a:cubicBezTo>
                  <a:lnTo>
                    <a:pt x="281157" y="197265"/>
                  </a:lnTo>
                  <a:close/>
                </a:path>
              </a:pathLst>
            </a:custGeom>
            <a:solidFill>
              <a:srgbClr val="00A3E0"/>
            </a:solidFill>
            <a:ln w="6390" cap="flat">
              <a:noFill/>
              <a:prstDash val="solid"/>
              <a:miter/>
            </a:ln>
          </p:spPr>
          <p:txBody>
            <a:bodyPr rtlCol="0" anchor="ctr"/>
            <a:lstStyle/>
            <a:p>
              <a:endParaRPr lang="en-US"/>
            </a:p>
          </p:txBody>
        </p:sp>
      </p:grpSp>
      <p:grpSp>
        <p:nvGrpSpPr>
          <p:cNvPr id="1231" name="Graphic 4">
            <a:extLst>
              <a:ext uri="{FF2B5EF4-FFF2-40B4-BE49-F238E27FC236}">
                <a16:creationId xmlns:a16="http://schemas.microsoft.com/office/drawing/2014/main" id="{054053E4-2139-8341-A81B-E92470359DD1}"/>
              </a:ext>
            </a:extLst>
          </p:cNvPr>
          <p:cNvGrpSpPr/>
          <p:nvPr/>
        </p:nvGrpSpPr>
        <p:grpSpPr>
          <a:xfrm>
            <a:off x="10324860" y="1893013"/>
            <a:ext cx="361670" cy="361333"/>
            <a:chOff x="10324860" y="1893013"/>
            <a:chExt cx="361670" cy="361333"/>
          </a:xfrm>
          <a:solidFill>
            <a:srgbClr val="00A3E0"/>
          </a:solidFill>
        </p:grpSpPr>
        <p:sp>
          <p:nvSpPr>
            <p:cNvPr id="1232" name="Graphic 4">
              <a:extLst>
                <a:ext uri="{FF2B5EF4-FFF2-40B4-BE49-F238E27FC236}">
                  <a16:creationId xmlns:a16="http://schemas.microsoft.com/office/drawing/2014/main" id="{00402277-9F4A-BD49-983B-47255631378B}"/>
                </a:ext>
              </a:extLst>
            </p:cNvPr>
            <p:cNvSpPr/>
            <p:nvPr/>
          </p:nvSpPr>
          <p:spPr>
            <a:xfrm>
              <a:off x="10401761" y="2006009"/>
              <a:ext cx="136301" cy="136395"/>
            </a:xfrm>
            <a:custGeom>
              <a:avLst/>
              <a:gdLst>
                <a:gd name="connsiteX0" fmla="*/ 68151 w 136301"/>
                <a:gd name="connsiteY0" fmla="*/ 0 h 136395"/>
                <a:gd name="connsiteX1" fmla="*/ 18949 w 136301"/>
                <a:gd name="connsiteY1" fmla="*/ 21067 h 136395"/>
                <a:gd name="connsiteX2" fmla="*/ 20865 w 136301"/>
                <a:gd name="connsiteY2" fmla="*/ 117465 h 136395"/>
                <a:gd name="connsiteX3" fmla="*/ 117353 w 136301"/>
                <a:gd name="connsiteY3" fmla="*/ 115550 h 136395"/>
                <a:gd name="connsiteX4" fmla="*/ 115436 w 136301"/>
                <a:gd name="connsiteY4" fmla="*/ 19152 h 136395"/>
                <a:gd name="connsiteX5" fmla="*/ 68151 w 136301"/>
                <a:gd name="connsiteY5" fmla="*/ 0 h 136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301" h="136395">
                  <a:moveTo>
                    <a:pt x="68151" y="0"/>
                  </a:moveTo>
                  <a:cubicBezTo>
                    <a:pt x="50259" y="0"/>
                    <a:pt x="32367" y="7022"/>
                    <a:pt x="18949" y="21067"/>
                  </a:cubicBezTo>
                  <a:cubicBezTo>
                    <a:pt x="-7251" y="48518"/>
                    <a:pt x="-5972" y="91291"/>
                    <a:pt x="20865" y="117465"/>
                  </a:cubicBezTo>
                  <a:cubicBezTo>
                    <a:pt x="48342" y="143640"/>
                    <a:pt x="91154" y="142363"/>
                    <a:pt x="117353" y="115550"/>
                  </a:cubicBezTo>
                  <a:cubicBezTo>
                    <a:pt x="143552" y="88099"/>
                    <a:pt x="142274" y="45326"/>
                    <a:pt x="115436" y="19152"/>
                  </a:cubicBezTo>
                  <a:cubicBezTo>
                    <a:pt x="102018" y="5746"/>
                    <a:pt x="84764" y="0"/>
                    <a:pt x="68151" y="0"/>
                  </a:cubicBezTo>
                  <a:close/>
                </a:path>
              </a:pathLst>
            </a:custGeom>
            <a:solidFill>
              <a:srgbClr val="00A3E0"/>
            </a:solidFill>
            <a:ln w="6390" cap="flat">
              <a:noFill/>
              <a:prstDash val="solid"/>
              <a:miter/>
            </a:ln>
          </p:spPr>
          <p:txBody>
            <a:bodyPr rtlCol="0" anchor="ctr"/>
            <a:lstStyle/>
            <a:p>
              <a:endParaRPr lang="en-US"/>
            </a:p>
          </p:txBody>
        </p:sp>
        <p:sp>
          <p:nvSpPr>
            <p:cNvPr id="1233" name="Graphic 4">
              <a:extLst>
                <a:ext uri="{FF2B5EF4-FFF2-40B4-BE49-F238E27FC236}">
                  <a16:creationId xmlns:a16="http://schemas.microsoft.com/office/drawing/2014/main" id="{D7A4570E-7843-7A4C-BC88-D12A611DE198}"/>
                </a:ext>
              </a:extLst>
            </p:cNvPr>
            <p:cNvSpPr/>
            <p:nvPr/>
          </p:nvSpPr>
          <p:spPr>
            <a:xfrm>
              <a:off x="10324860" y="189301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306077 w 361670"/>
                <a:gd name="connsiteY5" fmla="*/ 180667 h 361333"/>
                <a:gd name="connsiteX6" fmla="*/ 272211 w 361670"/>
                <a:gd name="connsiteY6" fmla="*/ 216417 h 361333"/>
                <a:gd name="connsiteX7" fmla="*/ 267738 w 361670"/>
                <a:gd name="connsiteY7" fmla="*/ 218332 h 361333"/>
                <a:gd name="connsiteX8" fmla="*/ 263265 w 361670"/>
                <a:gd name="connsiteY8" fmla="*/ 216417 h 361333"/>
                <a:gd name="connsiteX9" fmla="*/ 263265 w 361670"/>
                <a:gd name="connsiteY9" fmla="*/ 207479 h 361333"/>
                <a:gd name="connsiteX10" fmla="*/ 287547 w 361670"/>
                <a:gd name="connsiteY10" fmla="*/ 182582 h 361333"/>
                <a:gd name="connsiteX11" fmla="*/ 250485 w 361670"/>
                <a:gd name="connsiteY11" fmla="*/ 182582 h 361333"/>
                <a:gd name="connsiteX12" fmla="*/ 250485 w 361670"/>
                <a:gd name="connsiteY12" fmla="*/ 201095 h 361333"/>
                <a:gd name="connsiteX13" fmla="*/ 244095 w 361670"/>
                <a:gd name="connsiteY13" fmla="*/ 207479 h 361333"/>
                <a:gd name="connsiteX14" fmla="*/ 237705 w 361670"/>
                <a:gd name="connsiteY14" fmla="*/ 201095 h 361333"/>
                <a:gd name="connsiteX15" fmla="*/ 237705 w 361670"/>
                <a:gd name="connsiteY15" fmla="*/ 182582 h 361333"/>
                <a:gd name="connsiteX16" fmla="*/ 226843 w 361670"/>
                <a:gd name="connsiteY16" fmla="*/ 182582 h 361333"/>
                <a:gd name="connsiteX17" fmla="*/ 204478 w 361670"/>
                <a:gd name="connsiteY17" fmla="*/ 237484 h 361333"/>
                <a:gd name="connsiteX18" fmla="*/ 145690 w 361670"/>
                <a:gd name="connsiteY18" fmla="*/ 262382 h 361333"/>
                <a:gd name="connsiteX19" fmla="*/ 89459 w 361670"/>
                <a:gd name="connsiteY19" fmla="*/ 240038 h 361333"/>
                <a:gd name="connsiteX20" fmla="*/ 86903 w 361670"/>
                <a:gd name="connsiteY20" fmla="*/ 125765 h 361333"/>
                <a:gd name="connsiteX21" fmla="*/ 201283 w 361670"/>
                <a:gd name="connsiteY21" fmla="*/ 123211 h 361333"/>
                <a:gd name="connsiteX22" fmla="*/ 225564 w 361670"/>
                <a:gd name="connsiteY22" fmla="*/ 170452 h 361333"/>
                <a:gd name="connsiteX23" fmla="*/ 237067 w 361670"/>
                <a:gd name="connsiteY23" fmla="*/ 170452 h 361333"/>
                <a:gd name="connsiteX24" fmla="*/ 237067 w 361670"/>
                <a:gd name="connsiteY24" fmla="*/ 153216 h 361333"/>
                <a:gd name="connsiteX25" fmla="*/ 243456 w 361670"/>
                <a:gd name="connsiteY25" fmla="*/ 146832 h 361333"/>
                <a:gd name="connsiteX26" fmla="*/ 249846 w 361670"/>
                <a:gd name="connsiteY26" fmla="*/ 153216 h 361333"/>
                <a:gd name="connsiteX27" fmla="*/ 249846 w 361670"/>
                <a:gd name="connsiteY27" fmla="*/ 170452 h 361333"/>
                <a:gd name="connsiteX28" fmla="*/ 285630 w 361670"/>
                <a:gd name="connsiteY28" fmla="*/ 170452 h 361333"/>
                <a:gd name="connsiteX29" fmla="*/ 261987 w 361670"/>
                <a:gd name="connsiteY29" fmla="*/ 147470 h 361333"/>
                <a:gd name="connsiteX30" fmla="*/ 261987 w 361670"/>
                <a:gd name="connsiteY30" fmla="*/ 138533 h 361333"/>
                <a:gd name="connsiteX31" fmla="*/ 270933 w 361670"/>
                <a:gd name="connsiteY31" fmla="*/ 138533 h 361333"/>
                <a:gd name="connsiteX32" fmla="*/ 306077 w 361670"/>
                <a:gd name="connsiteY32" fmla="*/ 172368 h 361333"/>
                <a:gd name="connsiteX33" fmla="*/ 307995 w 361670"/>
                <a:gd name="connsiteY33" fmla="*/ 177475 h 361333"/>
                <a:gd name="connsiteX34" fmla="*/ 306077 w 361670"/>
                <a:gd name="connsiteY34" fmla="*/ 18066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306077" y="180667"/>
                  </a:moveTo>
                  <a:lnTo>
                    <a:pt x="272211" y="216417"/>
                  </a:lnTo>
                  <a:cubicBezTo>
                    <a:pt x="270933" y="217694"/>
                    <a:pt x="269016" y="218332"/>
                    <a:pt x="267738" y="218332"/>
                  </a:cubicBezTo>
                  <a:cubicBezTo>
                    <a:pt x="266460" y="218332"/>
                    <a:pt x="264543" y="217694"/>
                    <a:pt x="263265" y="216417"/>
                  </a:cubicBezTo>
                  <a:cubicBezTo>
                    <a:pt x="260709" y="213863"/>
                    <a:pt x="260709" y="210033"/>
                    <a:pt x="263265" y="207479"/>
                  </a:cubicBezTo>
                  <a:lnTo>
                    <a:pt x="287547" y="182582"/>
                  </a:lnTo>
                  <a:lnTo>
                    <a:pt x="250485" y="182582"/>
                  </a:lnTo>
                  <a:lnTo>
                    <a:pt x="250485" y="201095"/>
                  </a:lnTo>
                  <a:cubicBezTo>
                    <a:pt x="250485" y="204926"/>
                    <a:pt x="247929" y="207479"/>
                    <a:pt x="244095" y="207479"/>
                  </a:cubicBezTo>
                  <a:cubicBezTo>
                    <a:pt x="240261" y="207479"/>
                    <a:pt x="237705" y="204926"/>
                    <a:pt x="237705" y="201095"/>
                  </a:cubicBezTo>
                  <a:lnTo>
                    <a:pt x="237705" y="182582"/>
                  </a:lnTo>
                  <a:lnTo>
                    <a:pt x="226843" y="182582"/>
                  </a:lnTo>
                  <a:cubicBezTo>
                    <a:pt x="226843" y="202372"/>
                    <a:pt x="219174" y="222163"/>
                    <a:pt x="204478" y="237484"/>
                  </a:cubicBezTo>
                  <a:cubicBezTo>
                    <a:pt x="188503" y="254083"/>
                    <a:pt x="167416" y="262382"/>
                    <a:pt x="145690" y="262382"/>
                  </a:cubicBezTo>
                  <a:cubicBezTo>
                    <a:pt x="125243" y="262382"/>
                    <a:pt x="105434" y="254721"/>
                    <a:pt x="89459" y="240038"/>
                  </a:cubicBezTo>
                  <a:cubicBezTo>
                    <a:pt x="57509" y="209395"/>
                    <a:pt x="56231" y="157684"/>
                    <a:pt x="86903" y="125765"/>
                  </a:cubicBezTo>
                  <a:cubicBezTo>
                    <a:pt x="117574" y="93845"/>
                    <a:pt x="169333" y="92568"/>
                    <a:pt x="201283" y="123211"/>
                  </a:cubicBezTo>
                  <a:cubicBezTo>
                    <a:pt x="214702" y="135979"/>
                    <a:pt x="223008" y="152577"/>
                    <a:pt x="225564" y="170452"/>
                  </a:cubicBezTo>
                  <a:lnTo>
                    <a:pt x="237067" y="170452"/>
                  </a:lnTo>
                  <a:lnTo>
                    <a:pt x="237067" y="153216"/>
                  </a:lnTo>
                  <a:cubicBezTo>
                    <a:pt x="237067" y="149385"/>
                    <a:pt x="239623" y="146832"/>
                    <a:pt x="243456" y="146832"/>
                  </a:cubicBezTo>
                  <a:cubicBezTo>
                    <a:pt x="247290" y="146832"/>
                    <a:pt x="249846" y="149385"/>
                    <a:pt x="249846" y="153216"/>
                  </a:cubicBezTo>
                  <a:lnTo>
                    <a:pt x="249846" y="170452"/>
                  </a:lnTo>
                  <a:lnTo>
                    <a:pt x="285630" y="170452"/>
                  </a:lnTo>
                  <a:lnTo>
                    <a:pt x="261987" y="147470"/>
                  </a:lnTo>
                  <a:cubicBezTo>
                    <a:pt x="259431" y="144916"/>
                    <a:pt x="259431" y="141086"/>
                    <a:pt x="261987" y="138533"/>
                  </a:cubicBezTo>
                  <a:cubicBezTo>
                    <a:pt x="264543" y="135979"/>
                    <a:pt x="268377" y="135979"/>
                    <a:pt x="270933" y="138533"/>
                  </a:cubicBezTo>
                  <a:lnTo>
                    <a:pt x="306077" y="172368"/>
                  </a:lnTo>
                  <a:cubicBezTo>
                    <a:pt x="307356" y="173644"/>
                    <a:pt x="307995" y="175560"/>
                    <a:pt x="307995" y="177475"/>
                  </a:cubicBezTo>
                  <a:cubicBezTo>
                    <a:pt x="307995" y="177475"/>
                    <a:pt x="307356" y="179390"/>
                    <a:pt x="306077" y="180667"/>
                  </a:cubicBezTo>
                  <a:close/>
                </a:path>
              </a:pathLst>
            </a:custGeom>
            <a:solidFill>
              <a:srgbClr val="00A3E0"/>
            </a:solidFill>
            <a:ln w="6390" cap="flat">
              <a:noFill/>
              <a:prstDash val="solid"/>
              <a:miter/>
            </a:ln>
          </p:spPr>
          <p:txBody>
            <a:bodyPr rtlCol="0" anchor="ctr"/>
            <a:lstStyle/>
            <a:p>
              <a:endParaRPr lang="en-US"/>
            </a:p>
          </p:txBody>
        </p:sp>
      </p:grpSp>
      <p:grpSp>
        <p:nvGrpSpPr>
          <p:cNvPr id="1234" name="Graphic 4">
            <a:extLst>
              <a:ext uri="{FF2B5EF4-FFF2-40B4-BE49-F238E27FC236}">
                <a16:creationId xmlns:a16="http://schemas.microsoft.com/office/drawing/2014/main" id="{A2B11739-B6E0-EF42-B0E4-F7044F9DC3EC}"/>
              </a:ext>
            </a:extLst>
          </p:cNvPr>
          <p:cNvGrpSpPr/>
          <p:nvPr/>
        </p:nvGrpSpPr>
        <p:grpSpPr>
          <a:xfrm>
            <a:off x="11372170" y="1893013"/>
            <a:ext cx="361674" cy="361333"/>
            <a:chOff x="11372170" y="1893013"/>
            <a:chExt cx="361674" cy="361333"/>
          </a:xfrm>
          <a:solidFill>
            <a:srgbClr val="00A3E0"/>
          </a:solidFill>
        </p:grpSpPr>
        <p:sp>
          <p:nvSpPr>
            <p:cNvPr id="1235" name="Graphic 4">
              <a:extLst>
                <a:ext uri="{FF2B5EF4-FFF2-40B4-BE49-F238E27FC236}">
                  <a16:creationId xmlns:a16="http://schemas.microsoft.com/office/drawing/2014/main" id="{5D5FC560-3495-754D-83CE-FB6095AC80E4}"/>
                </a:ext>
              </a:extLst>
            </p:cNvPr>
            <p:cNvSpPr/>
            <p:nvPr/>
          </p:nvSpPr>
          <p:spPr>
            <a:xfrm>
              <a:off x="11491024" y="2010478"/>
              <a:ext cx="126520" cy="126402"/>
            </a:xfrm>
            <a:custGeom>
              <a:avLst/>
              <a:gdLst>
                <a:gd name="connsiteX0" fmla="*/ 63260 w 126520"/>
                <a:gd name="connsiteY0" fmla="*/ 0 h 126402"/>
                <a:gd name="connsiteX1" fmla="*/ 0 w 126520"/>
                <a:gd name="connsiteY1" fmla="*/ 63202 h 126402"/>
                <a:gd name="connsiteX2" fmla="*/ 63260 w 126520"/>
                <a:gd name="connsiteY2" fmla="*/ 126403 h 126402"/>
                <a:gd name="connsiteX3" fmla="*/ 126520 w 126520"/>
                <a:gd name="connsiteY3" fmla="*/ 63202 h 126402"/>
                <a:gd name="connsiteX4" fmla="*/ 63260 w 126520"/>
                <a:gd name="connsiteY4" fmla="*/ 0 h 1264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520" h="126402">
                  <a:moveTo>
                    <a:pt x="63260" y="0"/>
                  </a:moveTo>
                  <a:cubicBezTo>
                    <a:pt x="28755" y="0"/>
                    <a:pt x="0" y="28090"/>
                    <a:pt x="0" y="63202"/>
                  </a:cubicBezTo>
                  <a:cubicBezTo>
                    <a:pt x="0" y="98313"/>
                    <a:pt x="28115" y="126403"/>
                    <a:pt x="63260" y="126403"/>
                  </a:cubicBezTo>
                  <a:cubicBezTo>
                    <a:pt x="98404" y="126403"/>
                    <a:pt x="126520" y="98313"/>
                    <a:pt x="126520" y="63202"/>
                  </a:cubicBezTo>
                  <a:cubicBezTo>
                    <a:pt x="126520" y="28090"/>
                    <a:pt x="98404" y="0"/>
                    <a:pt x="63260" y="0"/>
                  </a:cubicBezTo>
                  <a:close/>
                </a:path>
              </a:pathLst>
            </a:custGeom>
            <a:solidFill>
              <a:srgbClr val="00A3E0"/>
            </a:solidFill>
            <a:ln w="6390" cap="flat">
              <a:noFill/>
              <a:prstDash val="solid"/>
              <a:miter/>
            </a:ln>
          </p:spPr>
          <p:txBody>
            <a:bodyPr rtlCol="0" anchor="ctr"/>
            <a:lstStyle/>
            <a:p>
              <a:endParaRPr lang="en-US"/>
            </a:p>
          </p:txBody>
        </p:sp>
        <p:sp>
          <p:nvSpPr>
            <p:cNvPr id="1236" name="Graphic 4">
              <a:extLst>
                <a:ext uri="{FF2B5EF4-FFF2-40B4-BE49-F238E27FC236}">
                  <a16:creationId xmlns:a16="http://schemas.microsoft.com/office/drawing/2014/main" id="{96FBBC10-DBAE-7249-9840-16BAEE87F1AB}"/>
                </a:ext>
              </a:extLst>
            </p:cNvPr>
            <p:cNvSpPr/>
            <p:nvPr/>
          </p:nvSpPr>
          <p:spPr>
            <a:xfrm>
              <a:off x="11372170" y="1893013"/>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281157 w 361674"/>
                <a:gd name="connsiteY5" fmla="*/ 133425 h 361333"/>
                <a:gd name="connsiteX6" fmla="*/ 274767 w 361674"/>
                <a:gd name="connsiteY6" fmla="*/ 139809 h 361333"/>
                <a:gd name="connsiteX7" fmla="*/ 268377 w 361674"/>
                <a:gd name="connsiteY7" fmla="*/ 133425 h 361333"/>
                <a:gd name="connsiteX8" fmla="*/ 268377 w 361674"/>
                <a:gd name="connsiteY8" fmla="*/ 102144 h 361333"/>
                <a:gd name="connsiteX9" fmla="*/ 238984 w 361674"/>
                <a:gd name="connsiteY9" fmla="*/ 130233 h 361333"/>
                <a:gd name="connsiteX10" fmla="*/ 258154 w 361674"/>
                <a:gd name="connsiteY10" fmla="*/ 180667 h 361333"/>
                <a:gd name="connsiteX11" fmla="*/ 189143 w 361674"/>
                <a:gd name="connsiteY11" fmla="*/ 255998 h 361333"/>
                <a:gd name="connsiteX12" fmla="*/ 189143 w 361674"/>
                <a:gd name="connsiteY12" fmla="*/ 280895 h 361333"/>
                <a:gd name="connsiteX13" fmla="*/ 208313 w 361674"/>
                <a:gd name="connsiteY13" fmla="*/ 280895 h 361333"/>
                <a:gd name="connsiteX14" fmla="*/ 214703 w 361674"/>
                <a:gd name="connsiteY14" fmla="*/ 287279 h 361333"/>
                <a:gd name="connsiteX15" fmla="*/ 208313 w 361674"/>
                <a:gd name="connsiteY15" fmla="*/ 293663 h 361333"/>
                <a:gd name="connsiteX16" fmla="*/ 189143 w 361674"/>
                <a:gd name="connsiteY16" fmla="*/ 293663 h 361333"/>
                <a:gd name="connsiteX17" fmla="*/ 189143 w 361674"/>
                <a:gd name="connsiteY17" fmla="*/ 314092 h 361333"/>
                <a:gd name="connsiteX18" fmla="*/ 182753 w 361674"/>
                <a:gd name="connsiteY18" fmla="*/ 320476 h 361333"/>
                <a:gd name="connsiteX19" fmla="*/ 176363 w 361674"/>
                <a:gd name="connsiteY19" fmla="*/ 314092 h 361333"/>
                <a:gd name="connsiteX20" fmla="*/ 176363 w 361674"/>
                <a:gd name="connsiteY20" fmla="*/ 293663 h 361333"/>
                <a:gd name="connsiteX21" fmla="*/ 157193 w 361674"/>
                <a:gd name="connsiteY21" fmla="*/ 293663 h 361333"/>
                <a:gd name="connsiteX22" fmla="*/ 150803 w 361674"/>
                <a:gd name="connsiteY22" fmla="*/ 287279 h 361333"/>
                <a:gd name="connsiteX23" fmla="*/ 157193 w 361674"/>
                <a:gd name="connsiteY23" fmla="*/ 280895 h 361333"/>
                <a:gd name="connsiteX24" fmla="*/ 176363 w 361674"/>
                <a:gd name="connsiteY24" fmla="*/ 280895 h 361333"/>
                <a:gd name="connsiteX25" fmla="*/ 176363 w 361674"/>
                <a:gd name="connsiteY25" fmla="*/ 255998 h 361333"/>
                <a:gd name="connsiteX26" fmla="*/ 106712 w 361674"/>
                <a:gd name="connsiteY26" fmla="*/ 180667 h 361333"/>
                <a:gd name="connsiteX27" fmla="*/ 125243 w 361674"/>
                <a:gd name="connsiteY27" fmla="*/ 131510 h 361333"/>
                <a:gd name="connsiteX28" fmla="*/ 95210 w 361674"/>
                <a:gd name="connsiteY28" fmla="*/ 102782 h 361333"/>
                <a:gd name="connsiteX29" fmla="*/ 95210 w 361674"/>
                <a:gd name="connsiteY29" fmla="*/ 134064 h 361333"/>
                <a:gd name="connsiteX30" fmla="*/ 88820 w 361674"/>
                <a:gd name="connsiteY30" fmla="*/ 140448 h 361333"/>
                <a:gd name="connsiteX31" fmla="*/ 82430 w 361674"/>
                <a:gd name="connsiteY31" fmla="*/ 134064 h 361333"/>
                <a:gd name="connsiteX32" fmla="*/ 82430 w 361674"/>
                <a:gd name="connsiteY32" fmla="*/ 88099 h 361333"/>
                <a:gd name="connsiteX33" fmla="*/ 84348 w 361674"/>
                <a:gd name="connsiteY33" fmla="*/ 83630 h 361333"/>
                <a:gd name="connsiteX34" fmla="*/ 88820 w 361674"/>
                <a:gd name="connsiteY34" fmla="*/ 81715 h 361333"/>
                <a:gd name="connsiteX35" fmla="*/ 134189 w 361674"/>
                <a:gd name="connsiteY35" fmla="*/ 81715 h 361333"/>
                <a:gd name="connsiteX36" fmla="*/ 140579 w 361674"/>
                <a:gd name="connsiteY36" fmla="*/ 88099 h 361333"/>
                <a:gd name="connsiteX37" fmla="*/ 134189 w 361674"/>
                <a:gd name="connsiteY37" fmla="*/ 94483 h 361333"/>
                <a:gd name="connsiteX38" fmla="*/ 104795 w 361674"/>
                <a:gd name="connsiteY38" fmla="*/ 94483 h 361333"/>
                <a:gd name="connsiteX39" fmla="*/ 134189 w 361674"/>
                <a:gd name="connsiteY39" fmla="*/ 123211 h 361333"/>
                <a:gd name="connsiteX40" fmla="*/ 182753 w 361674"/>
                <a:gd name="connsiteY40" fmla="*/ 105974 h 361333"/>
                <a:gd name="connsiteX41" fmla="*/ 230038 w 361674"/>
                <a:gd name="connsiteY41" fmla="*/ 122573 h 361333"/>
                <a:gd name="connsiteX42" fmla="*/ 258792 w 361674"/>
                <a:gd name="connsiteY42" fmla="*/ 95121 h 361333"/>
                <a:gd name="connsiteX43" fmla="*/ 229399 w 361674"/>
                <a:gd name="connsiteY43" fmla="*/ 95121 h 361333"/>
                <a:gd name="connsiteX44" fmla="*/ 223009 w 361674"/>
                <a:gd name="connsiteY44" fmla="*/ 88737 h 361333"/>
                <a:gd name="connsiteX45" fmla="*/ 229399 w 361674"/>
                <a:gd name="connsiteY45" fmla="*/ 82353 h 361333"/>
                <a:gd name="connsiteX46" fmla="*/ 274767 w 361674"/>
                <a:gd name="connsiteY46" fmla="*/ 82353 h 361333"/>
                <a:gd name="connsiteX47" fmla="*/ 279241 w 361674"/>
                <a:gd name="connsiteY47" fmla="*/ 84269 h 361333"/>
                <a:gd name="connsiteX48" fmla="*/ 281157 w 361674"/>
                <a:gd name="connsiteY48" fmla="*/ 88737 h 361333"/>
                <a:gd name="connsiteX49" fmla="*/ 281157 w 361674"/>
                <a:gd name="connsiteY49" fmla="*/ 13342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1674" h="361333">
                  <a:moveTo>
                    <a:pt x="180836" y="0"/>
                  </a:moveTo>
                  <a:cubicBezTo>
                    <a:pt x="80514" y="0"/>
                    <a:pt x="0" y="81077"/>
                    <a:pt x="0" y="180667"/>
                  </a:cubicBezTo>
                  <a:cubicBezTo>
                    <a:pt x="0" y="280895"/>
                    <a:pt x="81153" y="361333"/>
                    <a:pt x="180836" y="361333"/>
                  </a:cubicBezTo>
                  <a:cubicBezTo>
                    <a:pt x="280518" y="361333"/>
                    <a:pt x="361671" y="280257"/>
                    <a:pt x="361671" y="180667"/>
                  </a:cubicBezTo>
                  <a:cubicBezTo>
                    <a:pt x="362310" y="81077"/>
                    <a:pt x="281157" y="0"/>
                    <a:pt x="180836" y="0"/>
                  </a:cubicBezTo>
                  <a:close/>
                  <a:moveTo>
                    <a:pt x="281157" y="133425"/>
                  </a:moveTo>
                  <a:cubicBezTo>
                    <a:pt x="281157" y="137256"/>
                    <a:pt x="278602" y="139809"/>
                    <a:pt x="274767" y="139809"/>
                  </a:cubicBezTo>
                  <a:cubicBezTo>
                    <a:pt x="270934" y="139809"/>
                    <a:pt x="268377" y="137256"/>
                    <a:pt x="268377" y="133425"/>
                  </a:cubicBezTo>
                  <a:lnTo>
                    <a:pt x="268377" y="102144"/>
                  </a:lnTo>
                  <a:lnTo>
                    <a:pt x="238984" y="130233"/>
                  </a:lnTo>
                  <a:cubicBezTo>
                    <a:pt x="251125" y="143640"/>
                    <a:pt x="258154" y="160876"/>
                    <a:pt x="258154" y="180667"/>
                  </a:cubicBezTo>
                  <a:cubicBezTo>
                    <a:pt x="258154" y="220247"/>
                    <a:pt x="227482" y="252806"/>
                    <a:pt x="189143" y="255998"/>
                  </a:cubicBezTo>
                  <a:lnTo>
                    <a:pt x="189143" y="280895"/>
                  </a:lnTo>
                  <a:lnTo>
                    <a:pt x="208313" y="280895"/>
                  </a:lnTo>
                  <a:cubicBezTo>
                    <a:pt x="212146" y="280895"/>
                    <a:pt x="214703" y="283449"/>
                    <a:pt x="214703" y="287279"/>
                  </a:cubicBezTo>
                  <a:cubicBezTo>
                    <a:pt x="214703" y="291110"/>
                    <a:pt x="212146" y="293663"/>
                    <a:pt x="208313" y="293663"/>
                  </a:cubicBezTo>
                  <a:lnTo>
                    <a:pt x="189143" y="293663"/>
                  </a:lnTo>
                  <a:lnTo>
                    <a:pt x="189143" y="314092"/>
                  </a:lnTo>
                  <a:cubicBezTo>
                    <a:pt x="189143" y="317922"/>
                    <a:pt x="186587" y="320476"/>
                    <a:pt x="182753" y="320476"/>
                  </a:cubicBezTo>
                  <a:cubicBezTo>
                    <a:pt x="178918" y="320476"/>
                    <a:pt x="176363" y="317922"/>
                    <a:pt x="176363" y="314092"/>
                  </a:cubicBezTo>
                  <a:lnTo>
                    <a:pt x="176363" y="293663"/>
                  </a:lnTo>
                  <a:lnTo>
                    <a:pt x="157193" y="293663"/>
                  </a:lnTo>
                  <a:cubicBezTo>
                    <a:pt x="153358" y="293663"/>
                    <a:pt x="150803" y="291110"/>
                    <a:pt x="150803" y="287279"/>
                  </a:cubicBezTo>
                  <a:cubicBezTo>
                    <a:pt x="150803" y="283449"/>
                    <a:pt x="153358" y="280895"/>
                    <a:pt x="157193" y="280895"/>
                  </a:cubicBezTo>
                  <a:lnTo>
                    <a:pt x="176363" y="280895"/>
                  </a:lnTo>
                  <a:lnTo>
                    <a:pt x="176363" y="255998"/>
                  </a:lnTo>
                  <a:cubicBezTo>
                    <a:pt x="137384" y="252806"/>
                    <a:pt x="106712" y="220247"/>
                    <a:pt x="106712" y="180667"/>
                  </a:cubicBezTo>
                  <a:cubicBezTo>
                    <a:pt x="106712" y="161515"/>
                    <a:pt x="113741" y="144916"/>
                    <a:pt x="125243" y="131510"/>
                  </a:cubicBezTo>
                  <a:lnTo>
                    <a:pt x="95210" y="102782"/>
                  </a:lnTo>
                  <a:lnTo>
                    <a:pt x="95210" y="134064"/>
                  </a:lnTo>
                  <a:cubicBezTo>
                    <a:pt x="95210" y="137894"/>
                    <a:pt x="92654" y="140448"/>
                    <a:pt x="88820" y="140448"/>
                  </a:cubicBezTo>
                  <a:cubicBezTo>
                    <a:pt x="84986" y="140448"/>
                    <a:pt x="82430" y="137894"/>
                    <a:pt x="82430" y="134064"/>
                  </a:cubicBezTo>
                  <a:lnTo>
                    <a:pt x="82430" y="88099"/>
                  </a:lnTo>
                  <a:cubicBezTo>
                    <a:pt x="82430" y="86184"/>
                    <a:pt x="83069" y="84907"/>
                    <a:pt x="84348" y="83630"/>
                  </a:cubicBezTo>
                  <a:cubicBezTo>
                    <a:pt x="85625" y="82353"/>
                    <a:pt x="86904" y="81715"/>
                    <a:pt x="88820" y="81715"/>
                  </a:cubicBezTo>
                  <a:lnTo>
                    <a:pt x="134189" y="81715"/>
                  </a:lnTo>
                  <a:cubicBezTo>
                    <a:pt x="138023" y="81715"/>
                    <a:pt x="140579" y="84269"/>
                    <a:pt x="140579" y="88099"/>
                  </a:cubicBezTo>
                  <a:cubicBezTo>
                    <a:pt x="140579" y="91929"/>
                    <a:pt x="138023" y="94483"/>
                    <a:pt x="134189" y="94483"/>
                  </a:cubicBezTo>
                  <a:lnTo>
                    <a:pt x="104795" y="94483"/>
                  </a:lnTo>
                  <a:lnTo>
                    <a:pt x="134189" y="123211"/>
                  </a:lnTo>
                  <a:cubicBezTo>
                    <a:pt x="147608" y="112358"/>
                    <a:pt x="164222" y="105974"/>
                    <a:pt x="182753" y="105974"/>
                  </a:cubicBezTo>
                  <a:cubicBezTo>
                    <a:pt x="200644" y="105974"/>
                    <a:pt x="217258" y="112358"/>
                    <a:pt x="230038" y="122573"/>
                  </a:cubicBezTo>
                  <a:lnTo>
                    <a:pt x="258792" y="95121"/>
                  </a:lnTo>
                  <a:lnTo>
                    <a:pt x="229399" y="95121"/>
                  </a:lnTo>
                  <a:cubicBezTo>
                    <a:pt x="225565" y="95121"/>
                    <a:pt x="223009" y="92568"/>
                    <a:pt x="223009" y="88737"/>
                  </a:cubicBezTo>
                  <a:cubicBezTo>
                    <a:pt x="223009" y="84907"/>
                    <a:pt x="225565" y="82353"/>
                    <a:pt x="229399" y="82353"/>
                  </a:cubicBezTo>
                  <a:lnTo>
                    <a:pt x="274767" y="82353"/>
                  </a:lnTo>
                  <a:cubicBezTo>
                    <a:pt x="276685" y="82353"/>
                    <a:pt x="278602" y="82992"/>
                    <a:pt x="279241" y="84269"/>
                  </a:cubicBezTo>
                  <a:cubicBezTo>
                    <a:pt x="280518" y="85545"/>
                    <a:pt x="281157" y="86822"/>
                    <a:pt x="281157" y="88737"/>
                  </a:cubicBezTo>
                  <a:lnTo>
                    <a:pt x="281157" y="133425"/>
                  </a:lnTo>
                  <a:close/>
                </a:path>
              </a:pathLst>
            </a:custGeom>
            <a:solidFill>
              <a:srgbClr val="00A3E0"/>
            </a:solidFill>
            <a:ln w="6390" cap="flat">
              <a:noFill/>
              <a:prstDash val="solid"/>
              <a:miter/>
            </a:ln>
          </p:spPr>
          <p:txBody>
            <a:bodyPr rtlCol="0" anchor="ctr"/>
            <a:lstStyle/>
            <a:p>
              <a:endParaRPr lang="en-US"/>
            </a:p>
          </p:txBody>
        </p:sp>
      </p:grpSp>
      <p:grpSp>
        <p:nvGrpSpPr>
          <p:cNvPr id="1237" name="Graphic 4">
            <a:extLst>
              <a:ext uri="{FF2B5EF4-FFF2-40B4-BE49-F238E27FC236}">
                <a16:creationId xmlns:a16="http://schemas.microsoft.com/office/drawing/2014/main" id="{EF29101F-19E9-9343-8B96-0C7DA720D9C9}"/>
              </a:ext>
            </a:extLst>
          </p:cNvPr>
          <p:cNvGrpSpPr/>
          <p:nvPr/>
        </p:nvGrpSpPr>
        <p:grpSpPr>
          <a:xfrm>
            <a:off x="9279466" y="2855717"/>
            <a:ext cx="361671" cy="361333"/>
            <a:chOff x="9279466" y="2855717"/>
            <a:chExt cx="361671" cy="361333"/>
          </a:xfrm>
          <a:solidFill>
            <a:srgbClr val="00A3E0"/>
          </a:solidFill>
        </p:grpSpPr>
        <p:sp>
          <p:nvSpPr>
            <p:cNvPr id="1238" name="Graphic 4">
              <a:extLst>
                <a:ext uri="{FF2B5EF4-FFF2-40B4-BE49-F238E27FC236}">
                  <a16:creationId xmlns:a16="http://schemas.microsoft.com/office/drawing/2014/main" id="{6750A9BC-4F4D-8E4C-9F17-5F5F39F01471}"/>
                </a:ext>
              </a:extLst>
            </p:cNvPr>
            <p:cNvSpPr/>
            <p:nvPr/>
          </p:nvSpPr>
          <p:spPr>
            <a:xfrm>
              <a:off x="9405987" y="2986589"/>
              <a:ext cx="109918" cy="109804"/>
            </a:xfrm>
            <a:custGeom>
              <a:avLst/>
              <a:gdLst>
                <a:gd name="connsiteX0" fmla="*/ 54953 w 109918"/>
                <a:gd name="connsiteY0" fmla="*/ 0 h 109804"/>
                <a:gd name="connsiteX1" fmla="*/ 0 w 109918"/>
                <a:gd name="connsiteY1" fmla="*/ 54902 h 109804"/>
                <a:gd name="connsiteX2" fmla="*/ 54953 w 109918"/>
                <a:gd name="connsiteY2" fmla="*/ 109804 h 109804"/>
                <a:gd name="connsiteX3" fmla="*/ 109907 w 109918"/>
                <a:gd name="connsiteY3" fmla="*/ 54902 h 109804"/>
                <a:gd name="connsiteX4" fmla="*/ 54953 w 109918"/>
                <a:gd name="connsiteY4" fmla="*/ 0 h 109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18" h="109804">
                  <a:moveTo>
                    <a:pt x="54953" y="0"/>
                  </a:moveTo>
                  <a:cubicBezTo>
                    <a:pt x="24282" y="0"/>
                    <a:pt x="0" y="24897"/>
                    <a:pt x="0" y="54902"/>
                  </a:cubicBezTo>
                  <a:cubicBezTo>
                    <a:pt x="0" y="85545"/>
                    <a:pt x="24921" y="109804"/>
                    <a:pt x="54953" y="109804"/>
                  </a:cubicBezTo>
                  <a:cubicBezTo>
                    <a:pt x="85625" y="109804"/>
                    <a:pt x="109907" y="84907"/>
                    <a:pt x="109907" y="54902"/>
                  </a:cubicBezTo>
                  <a:cubicBezTo>
                    <a:pt x="110546" y="24897"/>
                    <a:pt x="85625" y="0"/>
                    <a:pt x="54953" y="0"/>
                  </a:cubicBezTo>
                  <a:close/>
                </a:path>
              </a:pathLst>
            </a:custGeom>
            <a:solidFill>
              <a:srgbClr val="00A3E0"/>
            </a:solidFill>
            <a:ln w="6390" cap="flat">
              <a:noFill/>
              <a:prstDash val="solid"/>
              <a:miter/>
            </a:ln>
          </p:spPr>
          <p:txBody>
            <a:bodyPr rtlCol="0" anchor="ctr"/>
            <a:lstStyle/>
            <a:p>
              <a:endParaRPr lang="en-US"/>
            </a:p>
          </p:txBody>
        </p:sp>
        <p:sp>
          <p:nvSpPr>
            <p:cNvPr id="1239" name="Graphic 4">
              <a:extLst>
                <a:ext uri="{FF2B5EF4-FFF2-40B4-BE49-F238E27FC236}">
                  <a16:creationId xmlns:a16="http://schemas.microsoft.com/office/drawing/2014/main" id="{78241FA0-47B1-864F-AEEB-0191E8B09BBD}"/>
                </a:ext>
              </a:extLst>
            </p:cNvPr>
            <p:cNvSpPr/>
            <p:nvPr/>
          </p:nvSpPr>
          <p:spPr>
            <a:xfrm>
              <a:off x="9279466" y="2855717"/>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276046 w 361671"/>
                <a:gd name="connsiteY5" fmla="*/ 132148 h 361333"/>
                <a:gd name="connsiteX6" fmla="*/ 271572 w 361671"/>
                <a:gd name="connsiteY6" fmla="*/ 134064 h 361333"/>
                <a:gd name="connsiteX7" fmla="*/ 267100 w 361671"/>
                <a:gd name="connsiteY7" fmla="*/ 132148 h 361333"/>
                <a:gd name="connsiteX8" fmla="*/ 254959 w 361671"/>
                <a:gd name="connsiteY8" fmla="*/ 120019 h 361333"/>
                <a:gd name="connsiteX9" fmla="*/ 233233 w 361671"/>
                <a:gd name="connsiteY9" fmla="*/ 141724 h 361333"/>
                <a:gd name="connsiteX10" fmla="*/ 249847 w 361671"/>
                <a:gd name="connsiteY10" fmla="*/ 186412 h 361333"/>
                <a:gd name="connsiteX11" fmla="*/ 188503 w 361671"/>
                <a:gd name="connsiteY11" fmla="*/ 254082 h 361333"/>
                <a:gd name="connsiteX12" fmla="*/ 188503 w 361671"/>
                <a:gd name="connsiteY12" fmla="*/ 287279 h 361333"/>
                <a:gd name="connsiteX13" fmla="*/ 207034 w 361671"/>
                <a:gd name="connsiteY13" fmla="*/ 268766 h 361333"/>
                <a:gd name="connsiteX14" fmla="*/ 215980 w 361671"/>
                <a:gd name="connsiteY14" fmla="*/ 268766 h 361333"/>
                <a:gd name="connsiteX15" fmla="*/ 215980 w 361671"/>
                <a:gd name="connsiteY15" fmla="*/ 277703 h 361333"/>
                <a:gd name="connsiteX16" fmla="*/ 187225 w 361671"/>
                <a:gd name="connsiteY16" fmla="*/ 306431 h 361333"/>
                <a:gd name="connsiteX17" fmla="*/ 182753 w 361671"/>
                <a:gd name="connsiteY17" fmla="*/ 308346 h 361333"/>
                <a:gd name="connsiteX18" fmla="*/ 182753 w 361671"/>
                <a:gd name="connsiteY18" fmla="*/ 308346 h 361333"/>
                <a:gd name="connsiteX19" fmla="*/ 182753 w 361671"/>
                <a:gd name="connsiteY19" fmla="*/ 308346 h 361333"/>
                <a:gd name="connsiteX20" fmla="*/ 178279 w 361671"/>
                <a:gd name="connsiteY20" fmla="*/ 306431 h 361333"/>
                <a:gd name="connsiteX21" fmla="*/ 150164 w 361671"/>
                <a:gd name="connsiteY21" fmla="*/ 278341 h 361333"/>
                <a:gd name="connsiteX22" fmla="*/ 150164 w 361671"/>
                <a:gd name="connsiteY22" fmla="*/ 269404 h 361333"/>
                <a:gd name="connsiteX23" fmla="*/ 159110 w 361671"/>
                <a:gd name="connsiteY23" fmla="*/ 269404 h 361333"/>
                <a:gd name="connsiteX24" fmla="*/ 176363 w 361671"/>
                <a:gd name="connsiteY24" fmla="*/ 286641 h 361333"/>
                <a:gd name="connsiteX25" fmla="*/ 176363 w 361671"/>
                <a:gd name="connsiteY25" fmla="*/ 254082 h 361333"/>
                <a:gd name="connsiteX26" fmla="*/ 114380 w 361671"/>
                <a:gd name="connsiteY26" fmla="*/ 186412 h 361333"/>
                <a:gd name="connsiteX27" fmla="*/ 132911 w 361671"/>
                <a:gd name="connsiteY27" fmla="*/ 139809 h 361333"/>
                <a:gd name="connsiteX28" fmla="*/ 111824 w 361671"/>
                <a:gd name="connsiteY28" fmla="*/ 118742 h 361333"/>
                <a:gd name="connsiteX29" fmla="*/ 100322 w 361671"/>
                <a:gd name="connsiteY29" fmla="*/ 130233 h 361333"/>
                <a:gd name="connsiteX30" fmla="*/ 95849 w 361671"/>
                <a:gd name="connsiteY30" fmla="*/ 132148 h 361333"/>
                <a:gd name="connsiteX31" fmla="*/ 91376 w 361671"/>
                <a:gd name="connsiteY31" fmla="*/ 130233 h 361333"/>
                <a:gd name="connsiteX32" fmla="*/ 91376 w 361671"/>
                <a:gd name="connsiteY32" fmla="*/ 121296 h 361333"/>
                <a:gd name="connsiteX33" fmla="*/ 102879 w 361671"/>
                <a:gd name="connsiteY33" fmla="*/ 109804 h 361333"/>
                <a:gd name="connsiteX34" fmla="*/ 90738 w 361671"/>
                <a:gd name="connsiteY34" fmla="*/ 97675 h 361333"/>
                <a:gd name="connsiteX35" fmla="*/ 90738 w 361671"/>
                <a:gd name="connsiteY35" fmla="*/ 88737 h 361333"/>
                <a:gd name="connsiteX36" fmla="*/ 99684 w 361671"/>
                <a:gd name="connsiteY36" fmla="*/ 88737 h 361333"/>
                <a:gd name="connsiteX37" fmla="*/ 111824 w 361671"/>
                <a:gd name="connsiteY37" fmla="*/ 100867 h 361333"/>
                <a:gd name="connsiteX38" fmla="*/ 123326 w 361671"/>
                <a:gd name="connsiteY38" fmla="*/ 89376 h 361333"/>
                <a:gd name="connsiteX39" fmla="*/ 132272 w 361671"/>
                <a:gd name="connsiteY39" fmla="*/ 89376 h 361333"/>
                <a:gd name="connsiteX40" fmla="*/ 132272 w 361671"/>
                <a:gd name="connsiteY40" fmla="*/ 98313 h 361333"/>
                <a:gd name="connsiteX41" fmla="*/ 120770 w 361671"/>
                <a:gd name="connsiteY41" fmla="*/ 109804 h 361333"/>
                <a:gd name="connsiteX42" fmla="*/ 142496 w 361671"/>
                <a:gd name="connsiteY42" fmla="*/ 131510 h 361333"/>
                <a:gd name="connsiteX43" fmla="*/ 182113 w 361671"/>
                <a:gd name="connsiteY43" fmla="*/ 118742 h 361333"/>
                <a:gd name="connsiteX44" fmla="*/ 224287 w 361671"/>
                <a:gd name="connsiteY44" fmla="*/ 133425 h 361333"/>
                <a:gd name="connsiteX45" fmla="*/ 224287 w 361671"/>
                <a:gd name="connsiteY45" fmla="*/ 133425 h 361333"/>
                <a:gd name="connsiteX46" fmla="*/ 246652 w 361671"/>
                <a:gd name="connsiteY46" fmla="*/ 111081 h 361333"/>
                <a:gd name="connsiteX47" fmla="*/ 234511 w 361671"/>
                <a:gd name="connsiteY47" fmla="*/ 98952 h 361333"/>
                <a:gd name="connsiteX48" fmla="*/ 234511 w 361671"/>
                <a:gd name="connsiteY48" fmla="*/ 90014 h 361333"/>
                <a:gd name="connsiteX49" fmla="*/ 243457 w 361671"/>
                <a:gd name="connsiteY49" fmla="*/ 90014 h 361333"/>
                <a:gd name="connsiteX50" fmla="*/ 255597 w 361671"/>
                <a:gd name="connsiteY50" fmla="*/ 102144 h 361333"/>
                <a:gd name="connsiteX51" fmla="*/ 267100 w 361671"/>
                <a:gd name="connsiteY51" fmla="*/ 90652 h 361333"/>
                <a:gd name="connsiteX52" fmla="*/ 276046 w 361671"/>
                <a:gd name="connsiteY52" fmla="*/ 90652 h 361333"/>
                <a:gd name="connsiteX53" fmla="*/ 276046 w 361671"/>
                <a:gd name="connsiteY53" fmla="*/ 99590 h 361333"/>
                <a:gd name="connsiteX54" fmla="*/ 264544 w 361671"/>
                <a:gd name="connsiteY54" fmla="*/ 111081 h 361333"/>
                <a:gd name="connsiteX55" fmla="*/ 276685 w 361671"/>
                <a:gd name="connsiteY55" fmla="*/ 123211 h 361333"/>
                <a:gd name="connsiteX56" fmla="*/ 276046 w 361671"/>
                <a:gd name="connsiteY56" fmla="*/ 13214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61671" h="361333">
                  <a:moveTo>
                    <a:pt x="180836" y="0"/>
                  </a:moveTo>
                  <a:cubicBezTo>
                    <a:pt x="80514" y="0"/>
                    <a:pt x="0" y="81076"/>
                    <a:pt x="0" y="180667"/>
                  </a:cubicBezTo>
                  <a:cubicBezTo>
                    <a:pt x="0" y="280895"/>
                    <a:pt x="81153" y="361333"/>
                    <a:pt x="180836" y="361333"/>
                  </a:cubicBezTo>
                  <a:cubicBezTo>
                    <a:pt x="280518" y="361333"/>
                    <a:pt x="361671" y="280257"/>
                    <a:pt x="361671" y="180667"/>
                  </a:cubicBezTo>
                  <a:cubicBezTo>
                    <a:pt x="361671" y="80438"/>
                    <a:pt x="280518" y="0"/>
                    <a:pt x="180836" y="0"/>
                  </a:cubicBezTo>
                  <a:close/>
                  <a:moveTo>
                    <a:pt x="276046" y="132148"/>
                  </a:moveTo>
                  <a:cubicBezTo>
                    <a:pt x="274767" y="133425"/>
                    <a:pt x="272851" y="134064"/>
                    <a:pt x="271572" y="134064"/>
                  </a:cubicBezTo>
                  <a:cubicBezTo>
                    <a:pt x="270295" y="134064"/>
                    <a:pt x="268377" y="133425"/>
                    <a:pt x="267100" y="132148"/>
                  </a:cubicBezTo>
                  <a:lnTo>
                    <a:pt x="254959" y="120019"/>
                  </a:lnTo>
                  <a:lnTo>
                    <a:pt x="233233" y="141724"/>
                  </a:lnTo>
                  <a:cubicBezTo>
                    <a:pt x="243457" y="153854"/>
                    <a:pt x="249847" y="169176"/>
                    <a:pt x="249847" y="186412"/>
                  </a:cubicBezTo>
                  <a:cubicBezTo>
                    <a:pt x="249847" y="221524"/>
                    <a:pt x="223009" y="250890"/>
                    <a:pt x="188503" y="254082"/>
                  </a:cubicBezTo>
                  <a:lnTo>
                    <a:pt x="188503" y="287279"/>
                  </a:lnTo>
                  <a:lnTo>
                    <a:pt x="207034" y="268766"/>
                  </a:lnTo>
                  <a:cubicBezTo>
                    <a:pt x="209590" y="266212"/>
                    <a:pt x="213424" y="266212"/>
                    <a:pt x="215980" y="268766"/>
                  </a:cubicBezTo>
                  <a:cubicBezTo>
                    <a:pt x="218536" y="271319"/>
                    <a:pt x="218536" y="275149"/>
                    <a:pt x="215980" y="277703"/>
                  </a:cubicBezTo>
                  <a:lnTo>
                    <a:pt x="187225" y="306431"/>
                  </a:lnTo>
                  <a:cubicBezTo>
                    <a:pt x="185948" y="307708"/>
                    <a:pt x="184031" y="308346"/>
                    <a:pt x="182753" y="308346"/>
                  </a:cubicBezTo>
                  <a:cubicBezTo>
                    <a:pt x="182753" y="308346"/>
                    <a:pt x="182753" y="308346"/>
                    <a:pt x="182753" y="308346"/>
                  </a:cubicBezTo>
                  <a:cubicBezTo>
                    <a:pt x="182753" y="308346"/>
                    <a:pt x="182753" y="308346"/>
                    <a:pt x="182753" y="308346"/>
                  </a:cubicBezTo>
                  <a:cubicBezTo>
                    <a:pt x="180836" y="308346"/>
                    <a:pt x="179558" y="307708"/>
                    <a:pt x="178279" y="306431"/>
                  </a:cubicBezTo>
                  <a:lnTo>
                    <a:pt x="150164" y="278341"/>
                  </a:lnTo>
                  <a:cubicBezTo>
                    <a:pt x="147608" y="275788"/>
                    <a:pt x="147608" y="271958"/>
                    <a:pt x="150164" y="269404"/>
                  </a:cubicBezTo>
                  <a:cubicBezTo>
                    <a:pt x="152720" y="266850"/>
                    <a:pt x="156553" y="266850"/>
                    <a:pt x="159110" y="269404"/>
                  </a:cubicBezTo>
                  <a:lnTo>
                    <a:pt x="176363" y="286641"/>
                  </a:lnTo>
                  <a:lnTo>
                    <a:pt x="176363" y="254082"/>
                  </a:lnTo>
                  <a:cubicBezTo>
                    <a:pt x="141857" y="250890"/>
                    <a:pt x="114380" y="221524"/>
                    <a:pt x="114380" y="186412"/>
                  </a:cubicBezTo>
                  <a:cubicBezTo>
                    <a:pt x="114380" y="168537"/>
                    <a:pt x="121409" y="151939"/>
                    <a:pt x="132911" y="139809"/>
                  </a:cubicBezTo>
                  <a:lnTo>
                    <a:pt x="111824" y="118742"/>
                  </a:lnTo>
                  <a:lnTo>
                    <a:pt x="100322" y="130233"/>
                  </a:lnTo>
                  <a:cubicBezTo>
                    <a:pt x="99044" y="131510"/>
                    <a:pt x="97128" y="132148"/>
                    <a:pt x="95849" y="132148"/>
                  </a:cubicBezTo>
                  <a:cubicBezTo>
                    <a:pt x="94571" y="132148"/>
                    <a:pt x="92654" y="131510"/>
                    <a:pt x="91376" y="130233"/>
                  </a:cubicBezTo>
                  <a:cubicBezTo>
                    <a:pt x="88820" y="127680"/>
                    <a:pt x="88820" y="123849"/>
                    <a:pt x="91376" y="121296"/>
                  </a:cubicBezTo>
                  <a:lnTo>
                    <a:pt x="102879" y="109804"/>
                  </a:lnTo>
                  <a:lnTo>
                    <a:pt x="90738" y="97675"/>
                  </a:lnTo>
                  <a:cubicBezTo>
                    <a:pt x="88181" y="95121"/>
                    <a:pt x="88181" y="91291"/>
                    <a:pt x="90738" y="88737"/>
                  </a:cubicBezTo>
                  <a:cubicBezTo>
                    <a:pt x="93294" y="86184"/>
                    <a:pt x="97128" y="86184"/>
                    <a:pt x="99684" y="88737"/>
                  </a:cubicBezTo>
                  <a:lnTo>
                    <a:pt x="111824" y="100867"/>
                  </a:lnTo>
                  <a:lnTo>
                    <a:pt x="123326" y="89376"/>
                  </a:lnTo>
                  <a:cubicBezTo>
                    <a:pt x="125882" y="86822"/>
                    <a:pt x="129716" y="86822"/>
                    <a:pt x="132272" y="89376"/>
                  </a:cubicBezTo>
                  <a:cubicBezTo>
                    <a:pt x="134828" y="91929"/>
                    <a:pt x="134828" y="95760"/>
                    <a:pt x="132272" y="98313"/>
                  </a:cubicBezTo>
                  <a:lnTo>
                    <a:pt x="120770" y="109804"/>
                  </a:lnTo>
                  <a:lnTo>
                    <a:pt x="142496" y="131510"/>
                  </a:lnTo>
                  <a:cubicBezTo>
                    <a:pt x="153998" y="123211"/>
                    <a:pt x="167417" y="118742"/>
                    <a:pt x="182113" y="118742"/>
                  </a:cubicBezTo>
                  <a:cubicBezTo>
                    <a:pt x="198088" y="118742"/>
                    <a:pt x="212785" y="124488"/>
                    <a:pt x="224287" y="133425"/>
                  </a:cubicBezTo>
                  <a:cubicBezTo>
                    <a:pt x="224287" y="133425"/>
                    <a:pt x="224287" y="133425"/>
                    <a:pt x="224287" y="133425"/>
                  </a:cubicBezTo>
                  <a:lnTo>
                    <a:pt x="246652" y="111081"/>
                  </a:lnTo>
                  <a:lnTo>
                    <a:pt x="234511" y="98952"/>
                  </a:lnTo>
                  <a:cubicBezTo>
                    <a:pt x="231955" y="96398"/>
                    <a:pt x="231955" y="92568"/>
                    <a:pt x="234511" y="90014"/>
                  </a:cubicBezTo>
                  <a:cubicBezTo>
                    <a:pt x="237067" y="87460"/>
                    <a:pt x="240901" y="87460"/>
                    <a:pt x="243457" y="90014"/>
                  </a:cubicBezTo>
                  <a:lnTo>
                    <a:pt x="255597" y="102144"/>
                  </a:lnTo>
                  <a:lnTo>
                    <a:pt x="267100" y="90652"/>
                  </a:lnTo>
                  <a:cubicBezTo>
                    <a:pt x="269656" y="88099"/>
                    <a:pt x="273490" y="88099"/>
                    <a:pt x="276046" y="90652"/>
                  </a:cubicBezTo>
                  <a:cubicBezTo>
                    <a:pt x="278602" y="93206"/>
                    <a:pt x="278602" y="97036"/>
                    <a:pt x="276046" y="99590"/>
                  </a:cubicBezTo>
                  <a:lnTo>
                    <a:pt x="264544" y="111081"/>
                  </a:lnTo>
                  <a:lnTo>
                    <a:pt x="276685" y="123211"/>
                  </a:lnTo>
                  <a:cubicBezTo>
                    <a:pt x="278602" y="125126"/>
                    <a:pt x="278602" y="129595"/>
                    <a:pt x="276046" y="132148"/>
                  </a:cubicBezTo>
                  <a:close/>
                </a:path>
              </a:pathLst>
            </a:custGeom>
            <a:solidFill>
              <a:srgbClr val="00A3E0"/>
            </a:solidFill>
            <a:ln w="6390" cap="flat">
              <a:noFill/>
              <a:prstDash val="solid"/>
              <a:miter/>
            </a:ln>
          </p:spPr>
          <p:txBody>
            <a:bodyPr rtlCol="0" anchor="ctr"/>
            <a:lstStyle/>
            <a:p>
              <a:endParaRPr lang="en-US"/>
            </a:p>
          </p:txBody>
        </p:sp>
      </p:grpSp>
      <p:grpSp>
        <p:nvGrpSpPr>
          <p:cNvPr id="1240" name="Graphic 4">
            <a:extLst>
              <a:ext uri="{FF2B5EF4-FFF2-40B4-BE49-F238E27FC236}">
                <a16:creationId xmlns:a16="http://schemas.microsoft.com/office/drawing/2014/main" id="{C637470C-8A23-A94C-ADC2-C3E9501B93E1}"/>
              </a:ext>
            </a:extLst>
          </p:cNvPr>
          <p:cNvGrpSpPr/>
          <p:nvPr/>
        </p:nvGrpSpPr>
        <p:grpSpPr>
          <a:xfrm>
            <a:off x="8239823" y="1893013"/>
            <a:ext cx="361674" cy="361333"/>
            <a:chOff x="8239823" y="1893013"/>
            <a:chExt cx="361674" cy="361333"/>
          </a:xfrm>
          <a:solidFill>
            <a:srgbClr val="00A3E0"/>
          </a:solidFill>
        </p:grpSpPr>
        <p:sp>
          <p:nvSpPr>
            <p:cNvPr id="1241" name="Graphic 4">
              <a:extLst>
                <a:ext uri="{FF2B5EF4-FFF2-40B4-BE49-F238E27FC236}">
                  <a16:creationId xmlns:a16="http://schemas.microsoft.com/office/drawing/2014/main" id="{F5ABD6C2-3284-AF47-B9A1-1067B5D544FF}"/>
                </a:ext>
              </a:extLst>
            </p:cNvPr>
            <p:cNvSpPr/>
            <p:nvPr/>
          </p:nvSpPr>
          <p:spPr>
            <a:xfrm>
              <a:off x="8355481" y="2008563"/>
              <a:ext cx="126521" cy="126402"/>
            </a:xfrm>
            <a:custGeom>
              <a:avLst/>
              <a:gdLst>
                <a:gd name="connsiteX0" fmla="*/ 63261 w 126521"/>
                <a:gd name="connsiteY0" fmla="*/ 0 h 126402"/>
                <a:gd name="connsiteX1" fmla="*/ 0 w 126521"/>
                <a:gd name="connsiteY1" fmla="*/ 63201 h 126402"/>
                <a:gd name="connsiteX2" fmla="*/ 63261 w 126521"/>
                <a:gd name="connsiteY2" fmla="*/ 126403 h 126402"/>
                <a:gd name="connsiteX3" fmla="*/ 126521 w 126521"/>
                <a:gd name="connsiteY3" fmla="*/ 63201 h 126402"/>
                <a:gd name="connsiteX4" fmla="*/ 63261 w 126521"/>
                <a:gd name="connsiteY4" fmla="*/ 0 h 1264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521" h="126402">
                  <a:moveTo>
                    <a:pt x="63261" y="0"/>
                  </a:moveTo>
                  <a:cubicBezTo>
                    <a:pt x="28755" y="0"/>
                    <a:pt x="0" y="28089"/>
                    <a:pt x="0" y="63201"/>
                  </a:cubicBezTo>
                  <a:cubicBezTo>
                    <a:pt x="0" y="98313"/>
                    <a:pt x="28116" y="126403"/>
                    <a:pt x="63261" y="126403"/>
                  </a:cubicBezTo>
                  <a:cubicBezTo>
                    <a:pt x="98405" y="126403"/>
                    <a:pt x="126521" y="98313"/>
                    <a:pt x="126521" y="63201"/>
                  </a:cubicBezTo>
                  <a:cubicBezTo>
                    <a:pt x="126521" y="28089"/>
                    <a:pt x="97766" y="0"/>
                    <a:pt x="63261" y="0"/>
                  </a:cubicBezTo>
                  <a:close/>
                </a:path>
              </a:pathLst>
            </a:custGeom>
            <a:solidFill>
              <a:srgbClr val="00A3E0"/>
            </a:solidFill>
            <a:ln w="6390" cap="flat">
              <a:noFill/>
              <a:prstDash val="solid"/>
              <a:miter/>
            </a:ln>
          </p:spPr>
          <p:txBody>
            <a:bodyPr rtlCol="0" anchor="ctr"/>
            <a:lstStyle/>
            <a:p>
              <a:endParaRPr lang="en-US"/>
            </a:p>
          </p:txBody>
        </p:sp>
        <p:sp>
          <p:nvSpPr>
            <p:cNvPr id="1242" name="Graphic 4">
              <a:extLst>
                <a:ext uri="{FF2B5EF4-FFF2-40B4-BE49-F238E27FC236}">
                  <a16:creationId xmlns:a16="http://schemas.microsoft.com/office/drawing/2014/main" id="{9172DE0A-367E-5246-82C6-0E5462FAF509}"/>
                </a:ext>
              </a:extLst>
            </p:cNvPr>
            <p:cNvSpPr/>
            <p:nvPr/>
          </p:nvSpPr>
          <p:spPr>
            <a:xfrm>
              <a:off x="8239823" y="1893013"/>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276685 w 361674"/>
                <a:gd name="connsiteY5" fmla="*/ 130233 h 361333"/>
                <a:gd name="connsiteX6" fmla="*/ 270295 w 361674"/>
                <a:gd name="connsiteY6" fmla="*/ 136617 h 361333"/>
                <a:gd name="connsiteX7" fmla="*/ 263905 w 361674"/>
                <a:gd name="connsiteY7" fmla="*/ 130233 h 361333"/>
                <a:gd name="connsiteX8" fmla="*/ 263905 w 361674"/>
                <a:gd name="connsiteY8" fmla="*/ 99590 h 361333"/>
                <a:gd name="connsiteX9" fmla="*/ 235150 w 361674"/>
                <a:gd name="connsiteY9" fmla="*/ 128318 h 361333"/>
                <a:gd name="connsiteX10" fmla="*/ 254959 w 361674"/>
                <a:gd name="connsiteY10" fmla="*/ 178752 h 361333"/>
                <a:gd name="connsiteX11" fmla="*/ 185947 w 361674"/>
                <a:gd name="connsiteY11" fmla="*/ 254083 h 361333"/>
                <a:gd name="connsiteX12" fmla="*/ 185947 w 361674"/>
                <a:gd name="connsiteY12" fmla="*/ 294302 h 361333"/>
                <a:gd name="connsiteX13" fmla="*/ 207673 w 361674"/>
                <a:gd name="connsiteY13" fmla="*/ 272596 h 361333"/>
                <a:gd name="connsiteX14" fmla="*/ 216619 w 361674"/>
                <a:gd name="connsiteY14" fmla="*/ 272596 h 361333"/>
                <a:gd name="connsiteX15" fmla="*/ 216619 w 361674"/>
                <a:gd name="connsiteY15" fmla="*/ 281534 h 361333"/>
                <a:gd name="connsiteX16" fmla="*/ 184031 w 361674"/>
                <a:gd name="connsiteY16" fmla="*/ 314092 h 361333"/>
                <a:gd name="connsiteX17" fmla="*/ 179557 w 361674"/>
                <a:gd name="connsiteY17" fmla="*/ 316007 h 361333"/>
                <a:gd name="connsiteX18" fmla="*/ 179557 w 361674"/>
                <a:gd name="connsiteY18" fmla="*/ 316007 h 361333"/>
                <a:gd name="connsiteX19" fmla="*/ 179557 w 361674"/>
                <a:gd name="connsiteY19" fmla="*/ 316007 h 361333"/>
                <a:gd name="connsiteX20" fmla="*/ 175084 w 361674"/>
                <a:gd name="connsiteY20" fmla="*/ 314092 h 361333"/>
                <a:gd name="connsiteX21" fmla="*/ 143135 w 361674"/>
                <a:gd name="connsiteY21" fmla="*/ 282172 h 361333"/>
                <a:gd name="connsiteX22" fmla="*/ 143135 w 361674"/>
                <a:gd name="connsiteY22" fmla="*/ 273235 h 361333"/>
                <a:gd name="connsiteX23" fmla="*/ 152081 w 361674"/>
                <a:gd name="connsiteY23" fmla="*/ 273235 h 361333"/>
                <a:gd name="connsiteX24" fmla="*/ 173167 w 361674"/>
                <a:gd name="connsiteY24" fmla="*/ 294302 h 361333"/>
                <a:gd name="connsiteX25" fmla="*/ 173167 w 361674"/>
                <a:gd name="connsiteY25" fmla="*/ 254721 h 361333"/>
                <a:gd name="connsiteX26" fmla="*/ 103517 w 361674"/>
                <a:gd name="connsiteY26" fmla="*/ 179390 h 361333"/>
                <a:gd name="connsiteX27" fmla="*/ 179557 w 361674"/>
                <a:gd name="connsiteY27" fmla="*/ 103421 h 361333"/>
                <a:gd name="connsiteX28" fmla="*/ 226843 w 361674"/>
                <a:gd name="connsiteY28" fmla="*/ 120019 h 361333"/>
                <a:gd name="connsiteX29" fmla="*/ 255597 w 361674"/>
                <a:gd name="connsiteY29" fmla="*/ 91291 h 361333"/>
                <a:gd name="connsiteX30" fmla="*/ 225565 w 361674"/>
                <a:gd name="connsiteY30" fmla="*/ 91291 h 361333"/>
                <a:gd name="connsiteX31" fmla="*/ 219175 w 361674"/>
                <a:gd name="connsiteY31" fmla="*/ 84907 h 361333"/>
                <a:gd name="connsiteX32" fmla="*/ 225565 w 361674"/>
                <a:gd name="connsiteY32" fmla="*/ 78523 h 361333"/>
                <a:gd name="connsiteX33" fmla="*/ 270934 w 361674"/>
                <a:gd name="connsiteY33" fmla="*/ 78523 h 361333"/>
                <a:gd name="connsiteX34" fmla="*/ 275406 w 361674"/>
                <a:gd name="connsiteY34" fmla="*/ 80438 h 361333"/>
                <a:gd name="connsiteX35" fmla="*/ 277323 w 361674"/>
                <a:gd name="connsiteY35" fmla="*/ 84907 h 361333"/>
                <a:gd name="connsiteX36" fmla="*/ 277323 w 361674"/>
                <a:gd name="connsiteY36" fmla="*/ 13023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1674" h="361333">
                  <a:moveTo>
                    <a:pt x="180836" y="0"/>
                  </a:moveTo>
                  <a:cubicBezTo>
                    <a:pt x="80513" y="0"/>
                    <a:pt x="0" y="81077"/>
                    <a:pt x="0" y="180667"/>
                  </a:cubicBezTo>
                  <a:cubicBezTo>
                    <a:pt x="0" y="280895"/>
                    <a:pt x="81152" y="361333"/>
                    <a:pt x="180836" y="361333"/>
                  </a:cubicBezTo>
                  <a:cubicBezTo>
                    <a:pt x="280518" y="361333"/>
                    <a:pt x="361670" y="280257"/>
                    <a:pt x="361670" y="180667"/>
                  </a:cubicBezTo>
                  <a:cubicBezTo>
                    <a:pt x="362309" y="81077"/>
                    <a:pt x="281157" y="0"/>
                    <a:pt x="180836" y="0"/>
                  </a:cubicBezTo>
                  <a:close/>
                  <a:moveTo>
                    <a:pt x="276685" y="130233"/>
                  </a:moveTo>
                  <a:cubicBezTo>
                    <a:pt x="276685" y="134064"/>
                    <a:pt x="274128" y="136617"/>
                    <a:pt x="270295" y="136617"/>
                  </a:cubicBezTo>
                  <a:cubicBezTo>
                    <a:pt x="266460" y="136617"/>
                    <a:pt x="263905" y="134064"/>
                    <a:pt x="263905" y="130233"/>
                  </a:cubicBezTo>
                  <a:lnTo>
                    <a:pt x="263905" y="99590"/>
                  </a:lnTo>
                  <a:lnTo>
                    <a:pt x="235150" y="128318"/>
                  </a:lnTo>
                  <a:cubicBezTo>
                    <a:pt x="247290" y="141724"/>
                    <a:pt x="254959" y="159600"/>
                    <a:pt x="254959" y="178752"/>
                  </a:cubicBezTo>
                  <a:cubicBezTo>
                    <a:pt x="254959" y="218332"/>
                    <a:pt x="224287" y="250891"/>
                    <a:pt x="185947" y="254083"/>
                  </a:cubicBezTo>
                  <a:lnTo>
                    <a:pt x="185947" y="294302"/>
                  </a:lnTo>
                  <a:lnTo>
                    <a:pt x="207673" y="272596"/>
                  </a:lnTo>
                  <a:cubicBezTo>
                    <a:pt x="210229" y="270043"/>
                    <a:pt x="214063" y="270043"/>
                    <a:pt x="216619" y="272596"/>
                  </a:cubicBezTo>
                  <a:cubicBezTo>
                    <a:pt x="219175" y="275150"/>
                    <a:pt x="219175" y="278980"/>
                    <a:pt x="216619" y="281534"/>
                  </a:cubicBezTo>
                  <a:lnTo>
                    <a:pt x="184031" y="314092"/>
                  </a:lnTo>
                  <a:cubicBezTo>
                    <a:pt x="182752" y="315369"/>
                    <a:pt x="180836" y="316007"/>
                    <a:pt x="179557" y="316007"/>
                  </a:cubicBezTo>
                  <a:cubicBezTo>
                    <a:pt x="179557" y="316007"/>
                    <a:pt x="179557" y="316007"/>
                    <a:pt x="179557" y="316007"/>
                  </a:cubicBezTo>
                  <a:cubicBezTo>
                    <a:pt x="179557" y="316007"/>
                    <a:pt x="179557" y="316007"/>
                    <a:pt x="179557" y="316007"/>
                  </a:cubicBezTo>
                  <a:cubicBezTo>
                    <a:pt x="177641" y="316007"/>
                    <a:pt x="176362" y="315369"/>
                    <a:pt x="175084" y="314092"/>
                  </a:cubicBezTo>
                  <a:lnTo>
                    <a:pt x="143135" y="282172"/>
                  </a:lnTo>
                  <a:cubicBezTo>
                    <a:pt x="140579" y="279619"/>
                    <a:pt x="140579" y="275788"/>
                    <a:pt x="143135" y="273235"/>
                  </a:cubicBezTo>
                  <a:cubicBezTo>
                    <a:pt x="145691" y="270681"/>
                    <a:pt x="149525" y="270681"/>
                    <a:pt x="152081" y="273235"/>
                  </a:cubicBezTo>
                  <a:lnTo>
                    <a:pt x="173167" y="294302"/>
                  </a:lnTo>
                  <a:lnTo>
                    <a:pt x="173167" y="254721"/>
                  </a:lnTo>
                  <a:cubicBezTo>
                    <a:pt x="134189" y="251529"/>
                    <a:pt x="103517" y="218971"/>
                    <a:pt x="103517" y="179390"/>
                  </a:cubicBezTo>
                  <a:cubicBezTo>
                    <a:pt x="103517" y="137894"/>
                    <a:pt x="137384" y="103421"/>
                    <a:pt x="179557" y="103421"/>
                  </a:cubicBezTo>
                  <a:cubicBezTo>
                    <a:pt x="197449" y="103421"/>
                    <a:pt x="213424" y="109805"/>
                    <a:pt x="226843" y="120019"/>
                  </a:cubicBezTo>
                  <a:lnTo>
                    <a:pt x="255597" y="91291"/>
                  </a:lnTo>
                  <a:lnTo>
                    <a:pt x="225565" y="91291"/>
                  </a:lnTo>
                  <a:cubicBezTo>
                    <a:pt x="221731" y="91291"/>
                    <a:pt x="219175" y="88737"/>
                    <a:pt x="219175" y="84907"/>
                  </a:cubicBezTo>
                  <a:cubicBezTo>
                    <a:pt x="219175" y="81077"/>
                    <a:pt x="221731" y="78523"/>
                    <a:pt x="225565" y="78523"/>
                  </a:cubicBezTo>
                  <a:lnTo>
                    <a:pt x="270934" y="78523"/>
                  </a:lnTo>
                  <a:cubicBezTo>
                    <a:pt x="272850" y="78523"/>
                    <a:pt x="274767" y="79161"/>
                    <a:pt x="275406" y="80438"/>
                  </a:cubicBezTo>
                  <a:cubicBezTo>
                    <a:pt x="276685" y="81715"/>
                    <a:pt x="277323" y="82992"/>
                    <a:pt x="277323" y="84907"/>
                  </a:cubicBezTo>
                  <a:lnTo>
                    <a:pt x="277323" y="130233"/>
                  </a:lnTo>
                  <a:close/>
                </a:path>
              </a:pathLst>
            </a:custGeom>
            <a:solidFill>
              <a:srgbClr val="00A3E0"/>
            </a:solidFill>
            <a:ln w="6390" cap="flat">
              <a:noFill/>
              <a:prstDash val="solid"/>
              <a:miter/>
            </a:ln>
          </p:spPr>
          <p:txBody>
            <a:bodyPr rtlCol="0" anchor="ctr"/>
            <a:lstStyle/>
            <a:p>
              <a:endParaRPr lang="en-US"/>
            </a:p>
          </p:txBody>
        </p:sp>
      </p:grpSp>
      <p:grpSp>
        <p:nvGrpSpPr>
          <p:cNvPr id="1243" name="Graphic 4">
            <a:extLst>
              <a:ext uri="{FF2B5EF4-FFF2-40B4-BE49-F238E27FC236}">
                <a16:creationId xmlns:a16="http://schemas.microsoft.com/office/drawing/2014/main" id="{356C3917-B837-CF4B-9391-D5B91F8FB9B1}"/>
              </a:ext>
            </a:extLst>
          </p:cNvPr>
          <p:cNvGrpSpPr/>
          <p:nvPr/>
        </p:nvGrpSpPr>
        <p:grpSpPr>
          <a:xfrm>
            <a:off x="9279466" y="1893013"/>
            <a:ext cx="361671" cy="361333"/>
            <a:chOff x="9279466" y="1893013"/>
            <a:chExt cx="361671" cy="361333"/>
          </a:xfrm>
          <a:solidFill>
            <a:srgbClr val="00A3E0"/>
          </a:solidFill>
        </p:grpSpPr>
        <p:sp>
          <p:nvSpPr>
            <p:cNvPr id="1244" name="Graphic 4">
              <a:extLst>
                <a:ext uri="{FF2B5EF4-FFF2-40B4-BE49-F238E27FC236}">
                  <a16:creationId xmlns:a16="http://schemas.microsoft.com/office/drawing/2014/main" id="{E8F503EE-ACAA-5E47-BB10-00E6B2E5554F}"/>
                </a:ext>
              </a:extLst>
            </p:cNvPr>
            <p:cNvSpPr/>
            <p:nvPr/>
          </p:nvSpPr>
          <p:spPr>
            <a:xfrm>
              <a:off x="9397041" y="2008563"/>
              <a:ext cx="126521" cy="126402"/>
            </a:xfrm>
            <a:custGeom>
              <a:avLst/>
              <a:gdLst>
                <a:gd name="connsiteX0" fmla="*/ 63261 w 126521"/>
                <a:gd name="connsiteY0" fmla="*/ 0 h 126402"/>
                <a:gd name="connsiteX1" fmla="*/ 0 w 126521"/>
                <a:gd name="connsiteY1" fmla="*/ 63201 h 126402"/>
                <a:gd name="connsiteX2" fmla="*/ 63261 w 126521"/>
                <a:gd name="connsiteY2" fmla="*/ 126403 h 126402"/>
                <a:gd name="connsiteX3" fmla="*/ 126521 w 126521"/>
                <a:gd name="connsiteY3" fmla="*/ 63201 h 126402"/>
                <a:gd name="connsiteX4" fmla="*/ 63261 w 126521"/>
                <a:gd name="connsiteY4" fmla="*/ 0 h 1264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521" h="126402">
                  <a:moveTo>
                    <a:pt x="63261" y="0"/>
                  </a:moveTo>
                  <a:cubicBezTo>
                    <a:pt x="28755" y="0"/>
                    <a:pt x="0" y="28089"/>
                    <a:pt x="0" y="63201"/>
                  </a:cubicBezTo>
                  <a:cubicBezTo>
                    <a:pt x="0" y="98313"/>
                    <a:pt x="28116" y="126403"/>
                    <a:pt x="63261" y="126403"/>
                  </a:cubicBezTo>
                  <a:cubicBezTo>
                    <a:pt x="98405" y="126403"/>
                    <a:pt x="126521" y="98313"/>
                    <a:pt x="126521" y="63201"/>
                  </a:cubicBezTo>
                  <a:cubicBezTo>
                    <a:pt x="126521" y="28089"/>
                    <a:pt x="98405" y="0"/>
                    <a:pt x="63261" y="0"/>
                  </a:cubicBezTo>
                  <a:close/>
                </a:path>
              </a:pathLst>
            </a:custGeom>
            <a:solidFill>
              <a:srgbClr val="00A3E0"/>
            </a:solidFill>
            <a:ln w="6390" cap="flat">
              <a:noFill/>
              <a:prstDash val="solid"/>
              <a:miter/>
            </a:ln>
          </p:spPr>
          <p:txBody>
            <a:bodyPr rtlCol="0" anchor="ctr"/>
            <a:lstStyle/>
            <a:p>
              <a:endParaRPr lang="en-US"/>
            </a:p>
          </p:txBody>
        </p:sp>
        <p:sp>
          <p:nvSpPr>
            <p:cNvPr id="1245" name="Graphic 4">
              <a:extLst>
                <a:ext uri="{FF2B5EF4-FFF2-40B4-BE49-F238E27FC236}">
                  <a16:creationId xmlns:a16="http://schemas.microsoft.com/office/drawing/2014/main" id="{0A8440A9-8708-314A-8A74-A8628CF3298B}"/>
                </a:ext>
              </a:extLst>
            </p:cNvPr>
            <p:cNvSpPr/>
            <p:nvPr/>
          </p:nvSpPr>
          <p:spPr>
            <a:xfrm>
              <a:off x="9279466" y="1893013"/>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282436 w 361671"/>
                <a:gd name="connsiteY5" fmla="*/ 119381 h 361333"/>
                <a:gd name="connsiteX6" fmla="*/ 277962 w 361671"/>
                <a:gd name="connsiteY6" fmla="*/ 121296 h 361333"/>
                <a:gd name="connsiteX7" fmla="*/ 273490 w 361671"/>
                <a:gd name="connsiteY7" fmla="*/ 119381 h 361333"/>
                <a:gd name="connsiteX8" fmla="*/ 259432 w 361671"/>
                <a:gd name="connsiteY8" fmla="*/ 105336 h 361333"/>
                <a:gd name="connsiteX9" fmla="*/ 237067 w 361671"/>
                <a:gd name="connsiteY9" fmla="*/ 127680 h 361333"/>
                <a:gd name="connsiteX10" fmla="*/ 256876 w 361671"/>
                <a:gd name="connsiteY10" fmla="*/ 178752 h 361333"/>
                <a:gd name="connsiteX11" fmla="*/ 187864 w 361671"/>
                <a:gd name="connsiteY11" fmla="*/ 254083 h 361333"/>
                <a:gd name="connsiteX12" fmla="*/ 187864 w 361671"/>
                <a:gd name="connsiteY12" fmla="*/ 284726 h 361333"/>
                <a:gd name="connsiteX13" fmla="*/ 208313 w 361671"/>
                <a:gd name="connsiteY13" fmla="*/ 284726 h 361333"/>
                <a:gd name="connsiteX14" fmla="*/ 214703 w 361671"/>
                <a:gd name="connsiteY14" fmla="*/ 291110 h 361333"/>
                <a:gd name="connsiteX15" fmla="*/ 208313 w 361671"/>
                <a:gd name="connsiteY15" fmla="*/ 297494 h 361333"/>
                <a:gd name="connsiteX16" fmla="*/ 187864 w 361671"/>
                <a:gd name="connsiteY16" fmla="*/ 297494 h 361333"/>
                <a:gd name="connsiteX17" fmla="*/ 187864 w 361671"/>
                <a:gd name="connsiteY17" fmla="*/ 316646 h 361333"/>
                <a:gd name="connsiteX18" fmla="*/ 181474 w 361671"/>
                <a:gd name="connsiteY18" fmla="*/ 323030 h 361333"/>
                <a:gd name="connsiteX19" fmla="*/ 175084 w 361671"/>
                <a:gd name="connsiteY19" fmla="*/ 316646 h 361333"/>
                <a:gd name="connsiteX20" fmla="*/ 175084 w 361671"/>
                <a:gd name="connsiteY20" fmla="*/ 297494 h 361333"/>
                <a:gd name="connsiteX21" fmla="*/ 154637 w 361671"/>
                <a:gd name="connsiteY21" fmla="*/ 297494 h 361333"/>
                <a:gd name="connsiteX22" fmla="*/ 148247 w 361671"/>
                <a:gd name="connsiteY22" fmla="*/ 291110 h 361333"/>
                <a:gd name="connsiteX23" fmla="*/ 154637 w 361671"/>
                <a:gd name="connsiteY23" fmla="*/ 284726 h 361333"/>
                <a:gd name="connsiteX24" fmla="*/ 175084 w 361671"/>
                <a:gd name="connsiteY24" fmla="*/ 284726 h 361333"/>
                <a:gd name="connsiteX25" fmla="*/ 175084 w 361671"/>
                <a:gd name="connsiteY25" fmla="*/ 254083 h 361333"/>
                <a:gd name="connsiteX26" fmla="*/ 105434 w 361671"/>
                <a:gd name="connsiteY26" fmla="*/ 178752 h 361333"/>
                <a:gd name="connsiteX27" fmla="*/ 181474 w 361671"/>
                <a:gd name="connsiteY27" fmla="*/ 102782 h 361333"/>
                <a:gd name="connsiteX28" fmla="*/ 228121 w 361671"/>
                <a:gd name="connsiteY28" fmla="*/ 118742 h 361333"/>
                <a:gd name="connsiteX29" fmla="*/ 250486 w 361671"/>
                <a:gd name="connsiteY29" fmla="*/ 96398 h 361333"/>
                <a:gd name="connsiteX30" fmla="*/ 236428 w 361671"/>
                <a:gd name="connsiteY30" fmla="*/ 82353 h 361333"/>
                <a:gd name="connsiteX31" fmla="*/ 236428 w 361671"/>
                <a:gd name="connsiteY31" fmla="*/ 73416 h 361333"/>
                <a:gd name="connsiteX32" fmla="*/ 245374 w 361671"/>
                <a:gd name="connsiteY32" fmla="*/ 73416 h 361333"/>
                <a:gd name="connsiteX33" fmla="*/ 259432 w 361671"/>
                <a:gd name="connsiteY33" fmla="*/ 87461 h 361333"/>
                <a:gd name="connsiteX34" fmla="*/ 272851 w 361671"/>
                <a:gd name="connsiteY34" fmla="*/ 74054 h 361333"/>
                <a:gd name="connsiteX35" fmla="*/ 281797 w 361671"/>
                <a:gd name="connsiteY35" fmla="*/ 74054 h 361333"/>
                <a:gd name="connsiteX36" fmla="*/ 281797 w 361671"/>
                <a:gd name="connsiteY36" fmla="*/ 82992 h 361333"/>
                <a:gd name="connsiteX37" fmla="*/ 268377 w 361671"/>
                <a:gd name="connsiteY37" fmla="*/ 96398 h 361333"/>
                <a:gd name="connsiteX38" fmla="*/ 282436 w 361671"/>
                <a:gd name="connsiteY38" fmla="*/ 110443 h 361333"/>
                <a:gd name="connsiteX39" fmla="*/ 282436 w 361671"/>
                <a:gd name="connsiteY39" fmla="*/ 11938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1671" h="361333">
                  <a:moveTo>
                    <a:pt x="180836" y="0"/>
                  </a:moveTo>
                  <a:cubicBezTo>
                    <a:pt x="80514" y="0"/>
                    <a:pt x="0" y="81077"/>
                    <a:pt x="0" y="180667"/>
                  </a:cubicBezTo>
                  <a:cubicBezTo>
                    <a:pt x="0" y="280895"/>
                    <a:pt x="81153" y="361333"/>
                    <a:pt x="180836" y="361333"/>
                  </a:cubicBezTo>
                  <a:cubicBezTo>
                    <a:pt x="281157" y="361333"/>
                    <a:pt x="361671" y="280257"/>
                    <a:pt x="361671" y="180667"/>
                  </a:cubicBezTo>
                  <a:cubicBezTo>
                    <a:pt x="361671" y="81077"/>
                    <a:pt x="280518" y="0"/>
                    <a:pt x="180836" y="0"/>
                  </a:cubicBezTo>
                  <a:close/>
                  <a:moveTo>
                    <a:pt x="282436" y="119381"/>
                  </a:moveTo>
                  <a:cubicBezTo>
                    <a:pt x="281157" y="120657"/>
                    <a:pt x="279241" y="121296"/>
                    <a:pt x="277962" y="121296"/>
                  </a:cubicBezTo>
                  <a:cubicBezTo>
                    <a:pt x="276685" y="121296"/>
                    <a:pt x="274767" y="120657"/>
                    <a:pt x="273490" y="119381"/>
                  </a:cubicBezTo>
                  <a:lnTo>
                    <a:pt x="259432" y="105336"/>
                  </a:lnTo>
                  <a:lnTo>
                    <a:pt x="237067" y="127680"/>
                  </a:lnTo>
                  <a:cubicBezTo>
                    <a:pt x="249208" y="141086"/>
                    <a:pt x="256876" y="158961"/>
                    <a:pt x="256876" y="178752"/>
                  </a:cubicBezTo>
                  <a:cubicBezTo>
                    <a:pt x="256876" y="218332"/>
                    <a:pt x="226843" y="250891"/>
                    <a:pt x="187864" y="254083"/>
                  </a:cubicBezTo>
                  <a:lnTo>
                    <a:pt x="187864" y="284726"/>
                  </a:lnTo>
                  <a:lnTo>
                    <a:pt x="208313" y="284726"/>
                  </a:lnTo>
                  <a:cubicBezTo>
                    <a:pt x="212146" y="284726"/>
                    <a:pt x="214703" y="287279"/>
                    <a:pt x="214703" y="291110"/>
                  </a:cubicBezTo>
                  <a:cubicBezTo>
                    <a:pt x="214703" y="294940"/>
                    <a:pt x="212146" y="297494"/>
                    <a:pt x="208313" y="297494"/>
                  </a:cubicBezTo>
                  <a:lnTo>
                    <a:pt x="187864" y="297494"/>
                  </a:lnTo>
                  <a:lnTo>
                    <a:pt x="187864" y="316646"/>
                  </a:lnTo>
                  <a:cubicBezTo>
                    <a:pt x="187864" y="320476"/>
                    <a:pt x="185308" y="323030"/>
                    <a:pt x="181474" y="323030"/>
                  </a:cubicBezTo>
                  <a:cubicBezTo>
                    <a:pt x="177641" y="323030"/>
                    <a:pt x="175084" y="320476"/>
                    <a:pt x="175084" y="316646"/>
                  </a:cubicBezTo>
                  <a:lnTo>
                    <a:pt x="175084" y="297494"/>
                  </a:lnTo>
                  <a:lnTo>
                    <a:pt x="154637" y="297494"/>
                  </a:lnTo>
                  <a:cubicBezTo>
                    <a:pt x="150803" y="297494"/>
                    <a:pt x="148247" y="294940"/>
                    <a:pt x="148247" y="291110"/>
                  </a:cubicBezTo>
                  <a:cubicBezTo>
                    <a:pt x="148247" y="287279"/>
                    <a:pt x="150803" y="284726"/>
                    <a:pt x="154637" y="284726"/>
                  </a:cubicBezTo>
                  <a:lnTo>
                    <a:pt x="175084" y="284726"/>
                  </a:lnTo>
                  <a:lnTo>
                    <a:pt x="175084" y="254083"/>
                  </a:lnTo>
                  <a:cubicBezTo>
                    <a:pt x="136106" y="250891"/>
                    <a:pt x="105434" y="218332"/>
                    <a:pt x="105434" y="178752"/>
                  </a:cubicBezTo>
                  <a:cubicBezTo>
                    <a:pt x="105434" y="137256"/>
                    <a:pt x="139301" y="102782"/>
                    <a:pt x="181474" y="102782"/>
                  </a:cubicBezTo>
                  <a:cubicBezTo>
                    <a:pt x="199367" y="102782"/>
                    <a:pt x="215341" y="109166"/>
                    <a:pt x="228121" y="118742"/>
                  </a:cubicBezTo>
                  <a:lnTo>
                    <a:pt x="250486" y="96398"/>
                  </a:lnTo>
                  <a:lnTo>
                    <a:pt x="236428" y="82353"/>
                  </a:lnTo>
                  <a:cubicBezTo>
                    <a:pt x="233872" y="79800"/>
                    <a:pt x="233872" y="75969"/>
                    <a:pt x="236428" y="73416"/>
                  </a:cubicBezTo>
                  <a:cubicBezTo>
                    <a:pt x="238984" y="70862"/>
                    <a:pt x="242818" y="70862"/>
                    <a:pt x="245374" y="73416"/>
                  </a:cubicBezTo>
                  <a:lnTo>
                    <a:pt x="259432" y="87461"/>
                  </a:lnTo>
                  <a:lnTo>
                    <a:pt x="272851" y="74054"/>
                  </a:lnTo>
                  <a:cubicBezTo>
                    <a:pt x="275407" y="71501"/>
                    <a:pt x="279241" y="71501"/>
                    <a:pt x="281797" y="74054"/>
                  </a:cubicBezTo>
                  <a:cubicBezTo>
                    <a:pt x="284352" y="76608"/>
                    <a:pt x="284352" y="80438"/>
                    <a:pt x="281797" y="82992"/>
                  </a:cubicBezTo>
                  <a:lnTo>
                    <a:pt x="268377" y="96398"/>
                  </a:lnTo>
                  <a:lnTo>
                    <a:pt x="282436" y="110443"/>
                  </a:lnTo>
                  <a:cubicBezTo>
                    <a:pt x="284992" y="112997"/>
                    <a:pt x="284992" y="116827"/>
                    <a:pt x="282436" y="119381"/>
                  </a:cubicBezTo>
                  <a:close/>
                </a:path>
              </a:pathLst>
            </a:custGeom>
            <a:solidFill>
              <a:srgbClr val="00A3E0"/>
            </a:solidFill>
            <a:ln w="6390" cap="flat">
              <a:noFill/>
              <a:prstDash val="solid"/>
              <a:miter/>
            </a:ln>
          </p:spPr>
          <p:txBody>
            <a:bodyPr rtlCol="0" anchor="ctr"/>
            <a:lstStyle/>
            <a:p>
              <a:endParaRPr lang="en-US"/>
            </a:p>
          </p:txBody>
        </p:sp>
      </p:grpSp>
      <p:grpSp>
        <p:nvGrpSpPr>
          <p:cNvPr id="1246" name="Graphic 4">
            <a:extLst>
              <a:ext uri="{FF2B5EF4-FFF2-40B4-BE49-F238E27FC236}">
                <a16:creationId xmlns:a16="http://schemas.microsoft.com/office/drawing/2014/main" id="{6481DFD5-F4A0-8F40-962C-4045BDBAF4B2}"/>
              </a:ext>
            </a:extLst>
          </p:cNvPr>
          <p:cNvGrpSpPr/>
          <p:nvPr/>
        </p:nvGrpSpPr>
        <p:grpSpPr>
          <a:xfrm>
            <a:off x="11372170" y="918179"/>
            <a:ext cx="361671" cy="361333"/>
            <a:chOff x="11372170" y="918179"/>
            <a:chExt cx="361671" cy="361333"/>
          </a:xfrm>
          <a:solidFill>
            <a:srgbClr val="00A3E0"/>
          </a:solidFill>
        </p:grpSpPr>
        <p:sp>
          <p:nvSpPr>
            <p:cNvPr id="1247" name="Graphic 4">
              <a:extLst>
                <a:ext uri="{FF2B5EF4-FFF2-40B4-BE49-F238E27FC236}">
                  <a16:creationId xmlns:a16="http://schemas.microsoft.com/office/drawing/2014/main" id="{C126BE83-5F0D-A24A-867D-A6BE45136782}"/>
                </a:ext>
              </a:extLst>
            </p:cNvPr>
            <p:cNvSpPr/>
            <p:nvPr/>
          </p:nvSpPr>
          <p:spPr>
            <a:xfrm>
              <a:off x="11494218" y="1038198"/>
              <a:ext cx="118852" cy="118742"/>
            </a:xfrm>
            <a:custGeom>
              <a:avLst/>
              <a:gdLst>
                <a:gd name="connsiteX0" fmla="*/ 118853 w 118852"/>
                <a:gd name="connsiteY0" fmla="*/ 59371 h 118742"/>
                <a:gd name="connsiteX1" fmla="*/ 59426 w 118852"/>
                <a:gd name="connsiteY1" fmla="*/ 118742 h 118742"/>
                <a:gd name="connsiteX2" fmla="*/ 0 w 118852"/>
                <a:gd name="connsiteY2" fmla="*/ 59371 h 118742"/>
                <a:gd name="connsiteX3" fmla="*/ 59426 w 118852"/>
                <a:gd name="connsiteY3" fmla="*/ 0 h 118742"/>
                <a:gd name="connsiteX4" fmla="*/ 118853 w 118852"/>
                <a:gd name="connsiteY4" fmla="*/ 59371 h 118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52" h="118742">
                  <a:moveTo>
                    <a:pt x="118853" y="59371"/>
                  </a:moveTo>
                  <a:cubicBezTo>
                    <a:pt x="118853" y="92161"/>
                    <a:pt x="92247" y="118742"/>
                    <a:pt x="59426" y="118742"/>
                  </a:cubicBezTo>
                  <a:cubicBezTo>
                    <a:pt x="26606" y="118742"/>
                    <a:pt x="0" y="92161"/>
                    <a:pt x="0" y="59371"/>
                  </a:cubicBezTo>
                  <a:cubicBezTo>
                    <a:pt x="0" y="26581"/>
                    <a:pt x="26605" y="0"/>
                    <a:pt x="59426" y="0"/>
                  </a:cubicBezTo>
                  <a:cubicBezTo>
                    <a:pt x="92246" y="0"/>
                    <a:pt x="118853" y="26581"/>
                    <a:pt x="118853" y="59371"/>
                  </a:cubicBezTo>
                  <a:close/>
                </a:path>
              </a:pathLst>
            </a:custGeom>
            <a:solidFill>
              <a:srgbClr val="00A3E0"/>
            </a:solidFill>
            <a:ln w="6390" cap="flat">
              <a:noFill/>
              <a:prstDash val="solid"/>
              <a:miter/>
            </a:ln>
          </p:spPr>
          <p:txBody>
            <a:bodyPr rtlCol="0" anchor="ctr"/>
            <a:lstStyle/>
            <a:p>
              <a:endParaRPr lang="en-US"/>
            </a:p>
          </p:txBody>
        </p:sp>
        <p:sp>
          <p:nvSpPr>
            <p:cNvPr id="1248" name="Graphic 4">
              <a:extLst>
                <a:ext uri="{FF2B5EF4-FFF2-40B4-BE49-F238E27FC236}">
                  <a16:creationId xmlns:a16="http://schemas.microsoft.com/office/drawing/2014/main" id="{8FD0B04A-3045-484C-A0C2-FC1551DAB988}"/>
                </a:ext>
              </a:extLst>
            </p:cNvPr>
            <p:cNvSpPr/>
            <p:nvPr/>
          </p:nvSpPr>
          <p:spPr>
            <a:xfrm>
              <a:off x="11372170" y="918179"/>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188503 w 361671"/>
                <a:gd name="connsiteY5" fmla="*/ 250891 h 361333"/>
                <a:gd name="connsiteX6" fmla="*/ 188503 w 361671"/>
                <a:gd name="connsiteY6" fmla="*/ 273873 h 361333"/>
                <a:gd name="connsiteX7" fmla="*/ 206395 w 361671"/>
                <a:gd name="connsiteY7" fmla="*/ 273873 h 361333"/>
                <a:gd name="connsiteX8" fmla="*/ 212785 w 361671"/>
                <a:gd name="connsiteY8" fmla="*/ 280257 h 361333"/>
                <a:gd name="connsiteX9" fmla="*/ 206395 w 361671"/>
                <a:gd name="connsiteY9" fmla="*/ 286641 h 361333"/>
                <a:gd name="connsiteX10" fmla="*/ 188503 w 361671"/>
                <a:gd name="connsiteY10" fmla="*/ 286641 h 361333"/>
                <a:gd name="connsiteX11" fmla="*/ 188503 w 361671"/>
                <a:gd name="connsiteY11" fmla="*/ 305793 h 361333"/>
                <a:gd name="connsiteX12" fmla="*/ 182113 w 361671"/>
                <a:gd name="connsiteY12" fmla="*/ 312177 h 361333"/>
                <a:gd name="connsiteX13" fmla="*/ 175723 w 361671"/>
                <a:gd name="connsiteY13" fmla="*/ 305793 h 361333"/>
                <a:gd name="connsiteX14" fmla="*/ 175723 w 361671"/>
                <a:gd name="connsiteY14" fmla="*/ 286641 h 361333"/>
                <a:gd name="connsiteX15" fmla="*/ 157832 w 361671"/>
                <a:gd name="connsiteY15" fmla="*/ 286641 h 361333"/>
                <a:gd name="connsiteX16" fmla="*/ 151442 w 361671"/>
                <a:gd name="connsiteY16" fmla="*/ 280257 h 361333"/>
                <a:gd name="connsiteX17" fmla="*/ 157832 w 361671"/>
                <a:gd name="connsiteY17" fmla="*/ 273873 h 361333"/>
                <a:gd name="connsiteX18" fmla="*/ 175723 w 361671"/>
                <a:gd name="connsiteY18" fmla="*/ 273873 h 361333"/>
                <a:gd name="connsiteX19" fmla="*/ 175723 w 361671"/>
                <a:gd name="connsiteY19" fmla="*/ 250891 h 361333"/>
                <a:gd name="connsiteX20" fmla="*/ 109269 w 361671"/>
                <a:gd name="connsiteY20" fmla="*/ 179390 h 361333"/>
                <a:gd name="connsiteX21" fmla="*/ 152720 w 361671"/>
                <a:gd name="connsiteY21" fmla="*/ 113635 h 361333"/>
                <a:gd name="connsiteX22" fmla="*/ 113102 w 361671"/>
                <a:gd name="connsiteY22" fmla="*/ 70862 h 361333"/>
                <a:gd name="connsiteX23" fmla="*/ 116936 w 361671"/>
                <a:gd name="connsiteY23" fmla="*/ 62563 h 361333"/>
                <a:gd name="connsiteX24" fmla="*/ 125243 w 361671"/>
                <a:gd name="connsiteY24" fmla="*/ 66393 h 361333"/>
                <a:gd name="connsiteX25" fmla="*/ 181474 w 361671"/>
                <a:gd name="connsiteY25" fmla="*/ 106612 h 361333"/>
                <a:gd name="connsiteX26" fmla="*/ 237706 w 361671"/>
                <a:gd name="connsiteY26" fmla="*/ 66393 h 361333"/>
                <a:gd name="connsiteX27" fmla="*/ 246013 w 361671"/>
                <a:gd name="connsiteY27" fmla="*/ 62563 h 361333"/>
                <a:gd name="connsiteX28" fmla="*/ 249847 w 361671"/>
                <a:gd name="connsiteY28" fmla="*/ 70862 h 361333"/>
                <a:gd name="connsiteX29" fmla="*/ 210229 w 361671"/>
                <a:gd name="connsiteY29" fmla="*/ 113635 h 361333"/>
                <a:gd name="connsiteX30" fmla="*/ 253681 w 361671"/>
                <a:gd name="connsiteY30" fmla="*/ 179390 h 361333"/>
                <a:gd name="connsiteX31" fmla="*/ 188503 w 361671"/>
                <a:gd name="connsiteY31" fmla="*/ 25089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1671" h="361333">
                  <a:moveTo>
                    <a:pt x="180836" y="0"/>
                  </a:moveTo>
                  <a:cubicBezTo>
                    <a:pt x="80514" y="0"/>
                    <a:pt x="0" y="81077"/>
                    <a:pt x="0" y="180667"/>
                  </a:cubicBezTo>
                  <a:cubicBezTo>
                    <a:pt x="0" y="280257"/>
                    <a:pt x="81153" y="361333"/>
                    <a:pt x="180836" y="361333"/>
                  </a:cubicBezTo>
                  <a:cubicBezTo>
                    <a:pt x="280518" y="361333"/>
                    <a:pt x="361671" y="280257"/>
                    <a:pt x="361671" y="180667"/>
                  </a:cubicBezTo>
                  <a:cubicBezTo>
                    <a:pt x="361671" y="81077"/>
                    <a:pt x="281157" y="0"/>
                    <a:pt x="180836" y="0"/>
                  </a:cubicBezTo>
                  <a:close/>
                  <a:moveTo>
                    <a:pt x="188503" y="250891"/>
                  </a:moveTo>
                  <a:lnTo>
                    <a:pt x="188503" y="273873"/>
                  </a:lnTo>
                  <a:lnTo>
                    <a:pt x="206395" y="273873"/>
                  </a:lnTo>
                  <a:cubicBezTo>
                    <a:pt x="210229" y="273873"/>
                    <a:pt x="212785" y="276426"/>
                    <a:pt x="212785" y="280257"/>
                  </a:cubicBezTo>
                  <a:cubicBezTo>
                    <a:pt x="212785" y="284087"/>
                    <a:pt x="210229" y="286641"/>
                    <a:pt x="206395" y="286641"/>
                  </a:cubicBezTo>
                  <a:lnTo>
                    <a:pt x="188503" y="286641"/>
                  </a:lnTo>
                  <a:lnTo>
                    <a:pt x="188503" y="305793"/>
                  </a:lnTo>
                  <a:cubicBezTo>
                    <a:pt x="188503" y="309623"/>
                    <a:pt x="185948" y="312177"/>
                    <a:pt x="182113" y="312177"/>
                  </a:cubicBezTo>
                  <a:cubicBezTo>
                    <a:pt x="178279" y="312177"/>
                    <a:pt x="175723" y="309623"/>
                    <a:pt x="175723" y="305793"/>
                  </a:cubicBezTo>
                  <a:lnTo>
                    <a:pt x="175723" y="286641"/>
                  </a:lnTo>
                  <a:lnTo>
                    <a:pt x="157832" y="286641"/>
                  </a:lnTo>
                  <a:cubicBezTo>
                    <a:pt x="153998" y="286641"/>
                    <a:pt x="151442" y="284087"/>
                    <a:pt x="151442" y="280257"/>
                  </a:cubicBezTo>
                  <a:cubicBezTo>
                    <a:pt x="151442" y="276426"/>
                    <a:pt x="153998" y="273873"/>
                    <a:pt x="157832" y="273873"/>
                  </a:cubicBezTo>
                  <a:lnTo>
                    <a:pt x="175723" y="273873"/>
                  </a:lnTo>
                  <a:lnTo>
                    <a:pt x="175723" y="250891"/>
                  </a:lnTo>
                  <a:cubicBezTo>
                    <a:pt x="138662" y="247699"/>
                    <a:pt x="109269" y="217055"/>
                    <a:pt x="109269" y="179390"/>
                  </a:cubicBezTo>
                  <a:cubicBezTo>
                    <a:pt x="109269" y="150024"/>
                    <a:pt x="127160" y="124488"/>
                    <a:pt x="152720" y="113635"/>
                  </a:cubicBezTo>
                  <a:cubicBezTo>
                    <a:pt x="134828" y="105974"/>
                    <a:pt x="120131" y="90653"/>
                    <a:pt x="113102" y="70862"/>
                  </a:cubicBezTo>
                  <a:cubicBezTo>
                    <a:pt x="111824" y="67670"/>
                    <a:pt x="113741" y="63840"/>
                    <a:pt x="116936" y="62563"/>
                  </a:cubicBezTo>
                  <a:cubicBezTo>
                    <a:pt x="120131" y="61286"/>
                    <a:pt x="123965" y="63201"/>
                    <a:pt x="125243" y="66393"/>
                  </a:cubicBezTo>
                  <a:cubicBezTo>
                    <a:pt x="133550" y="90653"/>
                    <a:pt x="155915" y="106612"/>
                    <a:pt x="181474" y="106612"/>
                  </a:cubicBezTo>
                  <a:cubicBezTo>
                    <a:pt x="207034" y="106612"/>
                    <a:pt x="229399" y="90653"/>
                    <a:pt x="237706" y="66393"/>
                  </a:cubicBezTo>
                  <a:cubicBezTo>
                    <a:pt x="238984" y="63201"/>
                    <a:pt x="242179" y="61286"/>
                    <a:pt x="246013" y="62563"/>
                  </a:cubicBezTo>
                  <a:cubicBezTo>
                    <a:pt x="249208" y="63840"/>
                    <a:pt x="251125" y="67032"/>
                    <a:pt x="249847" y="70862"/>
                  </a:cubicBezTo>
                  <a:cubicBezTo>
                    <a:pt x="243457" y="90653"/>
                    <a:pt x="228760" y="105974"/>
                    <a:pt x="210229" y="113635"/>
                  </a:cubicBezTo>
                  <a:cubicBezTo>
                    <a:pt x="235789" y="124488"/>
                    <a:pt x="253681" y="150024"/>
                    <a:pt x="253681" y="179390"/>
                  </a:cubicBezTo>
                  <a:cubicBezTo>
                    <a:pt x="253681" y="217055"/>
                    <a:pt x="224926" y="247699"/>
                    <a:pt x="188503" y="250891"/>
                  </a:cubicBezTo>
                  <a:close/>
                </a:path>
              </a:pathLst>
            </a:custGeom>
            <a:solidFill>
              <a:srgbClr val="00A3E0"/>
            </a:solidFill>
            <a:ln w="6390" cap="flat">
              <a:noFill/>
              <a:prstDash val="solid"/>
              <a:miter/>
            </a:ln>
          </p:spPr>
          <p:txBody>
            <a:bodyPr rtlCol="0" anchor="ctr"/>
            <a:lstStyle/>
            <a:p>
              <a:endParaRPr lang="en-US"/>
            </a:p>
          </p:txBody>
        </p:sp>
      </p:grpSp>
      <p:grpSp>
        <p:nvGrpSpPr>
          <p:cNvPr id="1249" name="Graphic 4">
            <a:extLst>
              <a:ext uri="{FF2B5EF4-FFF2-40B4-BE49-F238E27FC236}">
                <a16:creationId xmlns:a16="http://schemas.microsoft.com/office/drawing/2014/main" id="{6D7C542D-9C48-DC4F-87C3-5AD358398E5A}"/>
              </a:ext>
            </a:extLst>
          </p:cNvPr>
          <p:cNvGrpSpPr/>
          <p:nvPr/>
        </p:nvGrpSpPr>
        <p:grpSpPr>
          <a:xfrm>
            <a:off x="11372170" y="2855717"/>
            <a:ext cx="361674" cy="361333"/>
            <a:chOff x="11372170" y="2855717"/>
            <a:chExt cx="361674" cy="361333"/>
          </a:xfrm>
          <a:solidFill>
            <a:srgbClr val="00A3E0"/>
          </a:solidFill>
        </p:grpSpPr>
        <p:sp>
          <p:nvSpPr>
            <p:cNvPr id="1250" name="Graphic 4">
              <a:extLst>
                <a:ext uri="{FF2B5EF4-FFF2-40B4-BE49-F238E27FC236}">
                  <a16:creationId xmlns:a16="http://schemas.microsoft.com/office/drawing/2014/main" id="{C8BE29A9-EDBB-D94A-B7FA-18B9D9B968D2}"/>
                </a:ext>
              </a:extLst>
            </p:cNvPr>
            <p:cNvSpPr/>
            <p:nvPr/>
          </p:nvSpPr>
          <p:spPr>
            <a:xfrm>
              <a:off x="11563868" y="3035746"/>
              <a:ext cx="32589" cy="27077"/>
            </a:xfrm>
            <a:custGeom>
              <a:avLst/>
              <a:gdLst>
                <a:gd name="connsiteX0" fmla="*/ 32589 w 32589"/>
                <a:gd name="connsiteY0" fmla="*/ 26174 h 27077"/>
                <a:gd name="connsiteX1" fmla="*/ 20448 w 32589"/>
                <a:gd name="connsiteY1" fmla="*/ 6384 h 27077"/>
                <a:gd name="connsiteX2" fmla="*/ 11502 w 32589"/>
                <a:gd name="connsiteY2" fmla="*/ 0 h 27077"/>
                <a:gd name="connsiteX3" fmla="*/ 0 w 32589"/>
                <a:gd name="connsiteY3" fmla="*/ 19790 h 27077"/>
                <a:gd name="connsiteX4" fmla="*/ 24282 w 32589"/>
                <a:gd name="connsiteY4" fmla="*/ 26813 h 27077"/>
                <a:gd name="connsiteX5" fmla="*/ 32589 w 32589"/>
                <a:gd name="connsiteY5" fmla="*/ 26174 h 27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89" h="27077">
                  <a:moveTo>
                    <a:pt x="32589" y="26174"/>
                  </a:moveTo>
                  <a:cubicBezTo>
                    <a:pt x="30033" y="19152"/>
                    <a:pt x="26199" y="12130"/>
                    <a:pt x="20448" y="6384"/>
                  </a:cubicBezTo>
                  <a:cubicBezTo>
                    <a:pt x="17892" y="3830"/>
                    <a:pt x="14697" y="1915"/>
                    <a:pt x="11502" y="0"/>
                  </a:cubicBezTo>
                  <a:cubicBezTo>
                    <a:pt x="8946" y="7022"/>
                    <a:pt x="5112" y="14045"/>
                    <a:pt x="0" y="19790"/>
                  </a:cubicBezTo>
                  <a:cubicBezTo>
                    <a:pt x="7030" y="24259"/>
                    <a:pt x="15336" y="26813"/>
                    <a:pt x="24282" y="26813"/>
                  </a:cubicBezTo>
                  <a:cubicBezTo>
                    <a:pt x="27477" y="27451"/>
                    <a:pt x="30033" y="26813"/>
                    <a:pt x="32589" y="26174"/>
                  </a:cubicBezTo>
                  <a:close/>
                </a:path>
              </a:pathLst>
            </a:custGeom>
            <a:solidFill>
              <a:srgbClr val="00A3E0"/>
            </a:solidFill>
            <a:ln w="6390" cap="flat">
              <a:noFill/>
              <a:prstDash val="solid"/>
              <a:miter/>
            </a:ln>
          </p:spPr>
          <p:txBody>
            <a:bodyPr rtlCol="0" anchor="ctr"/>
            <a:lstStyle/>
            <a:p>
              <a:endParaRPr lang="en-US"/>
            </a:p>
          </p:txBody>
        </p:sp>
        <p:sp>
          <p:nvSpPr>
            <p:cNvPr id="1251" name="Graphic 4">
              <a:extLst>
                <a:ext uri="{FF2B5EF4-FFF2-40B4-BE49-F238E27FC236}">
                  <a16:creationId xmlns:a16="http://schemas.microsoft.com/office/drawing/2014/main" id="{EAD0C832-6A57-324C-A3FA-6DDCDDF8D385}"/>
                </a:ext>
              </a:extLst>
            </p:cNvPr>
            <p:cNvSpPr/>
            <p:nvPr/>
          </p:nvSpPr>
          <p:spPr>
            <a:xfrm>
              <a:off x="11542782" y="2987866"/>
              <a:ext cx="23003" cy="31281"/>
            </a:xfrm>
            <a:custGeom>
              <a:avLst/>
              <a:gdLst>
                <a:gd name="connsiteX0" fmla="*/ 0 w 23003"/>
                <a:gd name="connsiteY0" fmla="*/ 29366 h 31281"/>
                <a:gd name="connsiteX1" fmla="*/ 0 w 23003"/>
                <a:gd name="connsiteY1" fmla="*/ 30643 h 31281"/>
                <a:gd name="connsiteX2" fmla="*/ 23004 w 23003"/>
                <a:gd name="connsiteY2" fmla="*/ 31281 h 31281"/>
                <a:gd name="connsiteX3" fmla="*/ 23004 w 23003"/>
                <a:gd name="connsiteY3" fmla="*/ 30005 h 31281"/>
                <a:gd name="connsiteX4" fmla="*/ 11501 w 23003"/>
                <a:gd name="connsiteY4" fmla="*/ 0 h 31281"/>
                <a:gd name="connsiteX5" fmla="*/ 0 w 23003"/>
                <a:gd name="connsiteY5" fmla="*/ 29366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03" h="31281">
                  <a:moveTo>
                    <a:pt x="0" y="29366"/>
                  </a:moveTo>
                  <a:cubicBezTo>
                    <a:pt x="0" y="30005"/>
                    <a:pt x="0" y="30005"/>
                    <a:pt x="0" y="30643"/>
                  </a:cubicBezTo>
                  <a:cubicBezTo>
                    <a:pt x="7668" y="29366"/>
                    <a:pt x="15336" y="29366"/>
                    <a:pt x="23004" y="31281"/>
                  </a:cubicBezTo>
                  <a:cubicBezTo>
                    <a:pt x="23004" y="30643"/>
                    <a:pt x="23004" y="30005"/>
                    <a:pt x="23004" y="30005"/>
                  </a:cubicBezTo>
                  <a:cubicBezTo>
                    <a:pt x="23004" y="18514"/>
                    <a:pt x="18531" y="7661"/>
                    <a:pt x="11501" y="0"/>
                  </a:cubicBezTo>
                  <a:cubicBezTo>
                    <a:pt x="4473" y="7661"/>
                    <a:pt x="0" y="17875"/>
                    <a:pt x="0" y="29366"/>
                  </a:cubicBezTo>
                  <a:close/>
                </a:path>
              </a:pathLst>
            </a:custGeom>
            <a:solidFill>
              <a:srgbClr val="00A3E0"/>
            </a:solidFill>
            <a:ln w="6390" cap="flat">
              <a:noFill/>
              <a:prstDash val="solid"/>
              <a:miter/>
            </a:ln>
          </p:spPr>
          <p:txBody>
            <a:bodyPr rtlCol="0" anchor="ctr"/>
            <a:lstStyle/>
            <a:p>
              <a:endParaRPr lang="en-US"/>
            </a:p>
          </p:txBody>
        </p:sp>
        <p:sp>
          <p:nvSpPr>
            <p:cNvPr id="1252" name="Graphic 4">
              <a:extLst>
                <a:ext uri="{FF2B5EF4-FFF2-40B4-BE49-F238E27FC236}">
                  <a16:creationId xmlns:a16="http://schemas.microsoft.com/office/drawing/2014/main" id="{8053B6CD-95FE-F74C-943D-4EA952B2C3AF}"/>
                </a:ext>
              </a:extLst>
            </p:cNvPr>
            <p:cNvSpPr/>
            <p:nvPr/>
          </p:nvSpPr>
          <p:spPr>
            <a:xfrm>
              <a:off x="11544699" y="3030000"/>
              <a:ext cx="18530" cy="17236"/>
            </a:xfrm>
            <a:custGeom>
              <a:avLst/>
              <a:gdLst>
                <a:gd name="connsiteX0" fmla="*/ 0 w 18530"/>
                <a:gd name="connsiteY0" fmla="*/ 638 h 17236"/>
                <a:gd name="connsiteX1" fmla="*/ 9585 w 18530"/>
                <a:gd name="connsiteY1" fmla="*/ 17237 h 17236"/>
                <a:gd name="connsiteX2" fmla="*/ 18531 w 18530"/>
                <a:gd name="connsiteY2" fmla="*/ 1277 h 17236"/>
                <a:gd name="connsiteX3" fmla="*/ 8307 w 18530"/>
                <a:gd name="connsiteY3" fmla="*/ 0 h 17236"/>
                <a:gd name="connsiteX4" fmla="*/ 0 w 18530"/>
                <a:gd name="connsiteY4" fmla="*/ 638 h 172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30" h="17236">
                  <a:moveTo>
                    <a:pt x="0" y="638"/>
                  </a:moveTo>
                  <a:cubicBezTo>
                    <a:pt x="1917" y="7022"/>
                    <a:pt x="5112" y="12130"/>
                    <a:pt x="9585" y="17237"/>
                  </a:cubicBezTo>
                  <a:cubicBezTo>
                    <a:pt x="13419" y="12768"/>
                    <a:pt x="16614" y="7022"/>
                    <a:pt x="18531" y="1277"/>
                  </a:cubicBezTo>
                  <a:cubicBezTo>
                    <a:pt x="15336" y="638"/>
                    <a:pt x="11502" y="0"/>
                    <a:pt x="8307" y="0"/>
                  </a:cubicBezTo>
                  <a:cubicBezTo>
                    <a:pt x="5751" y="0"/>
                    <a:pt x="3195" y="638"/>
                    <a:pt x="0" y="638"/>
                  </a:cubicBezTo>
                  <a:close/>
                </a:path>
              </a:pathLst>
            </a:custGeom>
            <a:solidFill>
              <a:srgbClr val="00A3E0"/>
            </a:solidFill>
            <a:ln w="6390" cap="flat">
              <a:noFill/>
              <a:prstDash val="solid"/>
              <a:miter/>
            </a:ln>
          </p:spPr>
          <p:txBody>
            <a:bodyPr rtlCol="0" anchor="ctr"/>
            <a:lstStyle/>
            <a:p>
              <a:endParaRPr lang="en-US"/>
            </a:p>
          </p:txBody>
        </p:sp>
        <p:sp>
          <p:nvSpPr>
            <p:cNvPr id="1253" name="Graphic 4">
              <a:extLst>
                <a:ext uri="{FF2B5EF4-FFF2-40B4-BE49-F238E27FC236}">
                  <a16:creationId xmlns:a16="http://schemas.microsoft.com/office/drawing/2014/main" id="{87688C73-F52B-204D-84BA-D4A0E3001FE3}"/>
                </a:ext>
              </a:extLst>
            </p:cNvPr>
            <p:cNvSpPr/>
            <p:nvPr/>
          </p:nvSpPr>
          <p:spPr>
            <a:xfrm>
              <a:off x="11509554" y="3035107"/>
              <a:ext cx="34505" cy="28089"/>
            </a:xfrm>
            <a:custGeom>
              <a:avLst/>
              <a:gdLst>
                <a:gd name="connsiteX0" fmla="*/ 0 w 34505"/>
                <a:gd name="connsiteY0" fmla="*/ 26813 h 28089"/>
                <a:gd name="connsiteX1" fmla="*/ 10225 w 34505"/>
                <a:gd name="connsiteY1" fmla="*/ 28090 h 28089"/>
                <a:gd name="connsiteX2" fmla="*/ 34506 w 34505"/>
                <a:gd name="connsiteY2" fmla="*/ 21067 h 28089"/>
                <a:gd name="connsiteX3" fmla="*/ 22365 w 34505"/>
                <a:gd name="connsiteY3" fmla="*/ 0 h 28089"/>
                <a:gd name="connsiteX4" fmla="*/ 9585 w 34505"/>
                <a:gd name="connsiteY4" fmla="*/ 9576 h 28089"/>
                <a:gd name="connsiteX5" fmla="*/ 0 w 34505"/>
                <a:gd name="connsiteY5" fmla="*/ 26813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05" h="28089">
                  <a:moveTo>
                    <a:pt x="0" y="26813"/>
                  </a:moveTo>
                  <a:cubicBezTo>
                    <a:pt x="3195" y="27451"/>
                    <a:pt x="7030" y="28090"/>
                    <a:pt x="10225" y="28090"/>
                  </a:cubicBezTo>
                  <a:cubicBezTo>
                    <a:pt x="19170" y="28090"/>
                    <a:pt x="27477" y="25536"/>
                    <a:pt x="34506" y="21067"/>
                  </a:cubicBezTo>
                  <a:cubicBezTo>
                    <a:pt x="29394" y="15322"/>
                    <a:pt x="24921" y="8299"/>
                    <a:pt x="22365" y="0"/>
                  </a:cubicBezTo>
                  <a:cubicBezTo>
                    <a:pt x="17892" y="2554"/>
                    <a:pt x="13419" y="5746"/>
                    <a:pt x="9585" y="9576"/>
                  </a:cubicBezTo>
                  <a:cubicBezTo>
                    <a:pt x="5751" y="14683"/>
                    <a:pt x="1917" y="20429"/>
                    <a:pt x="0" y="26813"/>
                  </a:cubicBezTo>
                  <a:close/>
                </a:path>
              </a:pathLst>
            </a:custGeom>
            <a:solidFill>
              <a:srgbClr val="00A3E0"/>
            </a:solidFill>
            <a:ln w="6390" cap="flat">
              <a:noFill/>
              <a:prstDash val="solid"/>
              <a:miter/>
            </a:ln>
          </p:spPr>
          <p:txBody>
            <a:bodyPr rtlCol="0" anchor="ctr"/>
            <a:lstStyle/>
            <a:p>
              <a:endParaRPr lang="en-US"/>
            </a:p>
          </p:txBody>
        </p:sp>
        <p:sp>
          <p:nvSpPr>
            <p:cNvPr id="1254" name="Graphic 4">
              <a:extLst>
                <a:ext uri="{FF2B5EF4-FFF2-40B4-BE49-F238E27FC236}">
                  <a16:creationId xmlns:a16="http://schemas.microsoft.com/office/drawing/2014/main" id="{52F4B03B-F07C-C642-A033-FC88C8943273}"/>
                </a:ext>
              </a:extLst>
            </p:cNvPr>
            <p:cNvSpPr/>
            <p:nvPr/>
          </p:nvSpPr>
          <p:spPr>
            <a:xfrm>
              <a:off x="11564508" y="2971906"/>
              <a:ext cx="70928" cy="86183"/>
            </a:xfrm>
            <a:custGeom>
              <a:avLst/>
              <a:gdLst>
                <a:gd name="connsiteX0" fmla="*/ 24281 w 70928"/>
                <a:gd name="connsiteY0" fmla="*/ 0 h 86183"/>
                <a:gd name="connsiteX1" fmla="*/ 0 w 70928"/>
                <a:gd name="connsiteY1" fmla="*/ 7022 h 86183"/>
                <a:gd name="connsiteX2" fmla="*/ 14696 w 70928"/>
                <a:gd name="connsiteY2" fmla="*/ 45326 h 86183"/>
                <a:gd name="connsiteX3" fmla="*/ 14696 w 70928"/>
                <a:gd name="connsiteY3" fmla="*/ 51072 h 86183"/>
                <a:gd name="connsiteX4" fmla="*/ 29394 w 70928"/>
                <a:gd name="connsiteY4" fmla="*/ 61286 h 86183"/>
                <a:gd name="connsiteX5" fmla="*/ 45368 w 70928"/>
                <a:gd name="connsiteY5" fmla="*/ 86184 h 86183"/>
                <a:gd name="connsiteX6" fmla="*/ 70928 w 70928"/>
                <a:gd name="connsiteY6" fmla="*/ 45326 h 86183"/>
                <a:gd name="connsiteX7" fmla="*/ 24281 w 70928"/>
                <a:gd name="connsiteY7" fmla="*/ 0 h 86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928" h="86183">
                  <a:moveTo>
                    <a:pt x="24281" y="0"/>
                  </a:moveTo>
                  <a:cubicBezTo>
                    <a:pt x="15335" y="0"/>
                    <a:pt x="7029" y="2554"/>
                    <a:pt x="0" y="7022"/>
                  </a:cubicBezTo>
                  <a:cubicBezTo>
                    <a:pt x="8945" y="17237"/>
                    <a:pt x="14696" y="30643"/>
                    <a:pt x="14696" y="45326"/>
                  </a:cubicBezTo>
                  <a:cubicBezTo>
                    <a:pt x="14696" y="47241"/>
                    <a:pt x="14696" y="49157"/>
                    <a:pt x="14696" y="51072"/>
                  </a:cubicBezTo>
                  <a:cubicBezTo>
                    <a:pt x="19809" y="53625"/>
                    <a:pt x="24920" y="56817"/>
                    <a:pt x="29394" y="61286"/>
                  </a:cubicBezTo>
                  <a:cubicBezTo>
                    <a:pt x="37061" y="68309"/>
                    <a:pt x="42173" y="77246"/>
                    <a:pt x="45368" y="86184"/>
                  </a:cubicBezTo>
                  <a:cubicBezTo>
                    <a:pt x="60704" y="78523"/>
                    <a:pt x="70928" y="63201"/>
                    <a:pt x="70928" y="45326"/>
                  </a:cubicBezTo>
                  <a:cubicBezTo>
                    <a:pt x="69650" y="20429"/>
                    <a:pt x="49202" y="0"/>
                    <a:pt x="24281" y="0"/>
                  </a:cubicBezTo>
                  <a:close/>
                </a:path>
              </a:pathLst>
            </a:custGeom>
            <a:solidFill>
              <a:srgbClr val="00A3E0"/>
            </a:solidFill>
            <a:ln w="6390" cap="flat">
              <a:noFill/>
              <a:prstDash val="solid"/>
              <a:miter/>
            </a:ln>
          </p:spPr>
          <p:txBody>
            <a:bodyPr rtlCol="0" anchor="ctr"/>
            <a:lstStyle/>
            <a:p>
              <a:endParaRPr lang="en-US"/>
            </a:p>
          </p:txBody>
        </p:sp>
        <p:sp>
          <p:nvSpPr>
            <p:cNvPr id="1255" name="Graphic 4">
              <a:extLst>
                <a:ext uri="{FF2B5EF4-FFF2-40B4-BE49-F238E27FC236}">
                  <a16:creationId xmlns:a16="http://schemas.microsoft.com/office/drawing/2014/main" id="{7B307D13-9754-3841-A508-96BDFFA4C29A}"/>
                </a:ext>
              </a:extLst>
            </p:cNvPr>
            <p:cNvSpPr/>
            <p:nvPr/>
          </p:nvSpPr>
          <p:spPr>
            <a:xfrm>
              <a:off x="11372170" y="2855717"/>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292021 w 361674"/>
                <a:gd name="connsiteY5" fmla="*/ 126403 h 361333"/>
                <a:gd name="connsiteX6" fmla="*/ 285631 w 361674"/>
                <a:gd name="connsiteY6" fmla="*/ 132787 h 361333"/>
                <a:gd name="connsiteX7" fmla="*/ 279241 w 361674"/>
                <a:gd name="connsiteY7" fmla="*/ 126403 h 361333"/>
                <a:gd name="connsiteX8" fmla="*/ 279241 w 361674"/>
                <a:gd name="connsiteY8" fmla="*/ 106612 h 361333"/>
                <a:gd name="connsiteX9" fmla="*/ 261349 w 361674"/>
                <a:gd name="connsiteY9" fmla="*/ 123849 h 361333"/>
                <a:gd name="connsiteX10" fmla="*/ 274767 w 361674"/>
                <a:gd name="connsiteY10" fmla="*/ 161515 h 361333"/>
                <a:gd name="connsiteX11" fmla="*/ 238984 w 361674"/>
                <a:gd name="connsiteY11" fmla="*/ 215140 h 361333"/>
                <a:gd name="connsiteX12" fmla="*/ 223648 w 361674"/>
                <a:gd name="connsiteY12" fmla="*/ 259828 h 361333"/>
                <a:gd name="connsiteX13" fmla="*/ 190420 w 361674"/>
                <a:gd name="connsiteY13" fmla="*/ 277703 h 361333"/>
                <a:gd name="connsiteX14" fmla="*/ 190420 w 361674"/>
                <a:gd name="connsiteY14" fmla="*/ 302601 h 361333"/>
                <a:gd name="connsiteX15" fmla="*/ 202561 w 361674"/>
                <a:gd name="connsiteY15" fmla="*/ 289194 h 361333"/>
                <a:gd name="connsiteX16" fmla="*/ 211508 w 361674"/>
                <a:gd name="connsiteY16" fmla="*/ 289194 h 361333"/>
                <a:gd name="connsiteX17" fmla="*/ 211508 w 361674"/>
                <a:gd name="connsiteY17" fmla="*/ 298132 h 361333"/>
                <a:gd name="connsiteX18" fmla="*/ 188503 w 361674"/>
                <a:gd name="connsiteY18" fmla="*/ 323029 h 361333"/>
                <a:gd name="connsiteX19" fmla="*/ 184031 w 361674"/>
                <a:gd name="connsiteY19" fmla="*/ 324945 h 361333"/>
                <a:gd name="connsiteX20" fmla="*/ 184031 w 361674"/>
                <a:gd name="connsiteY20" fmla="*/ 324945 h 361333"/>
                <a:gd name="connsiteX21" fmla="*/ 184031 w 361674"/>
                <a:gd name="connsiteY21" fmla="*/ 324945 h 361333"/>
                <a:gd name="connsiteX22" fmla="*/ 179558 w 361674"/>
                <a:gd name="connsiteY22" fmla="*/ 323029 h 361333"/>
                <a:gd name="connsiteX23" fmla="*/ 154637 w 361674"/>
                <a:gd name="connsiteY23" fmla="*/ 299409 h 361333"/>
                <a:gd name="connsiteX24" fmla="*/ 154637 w 361674"/>
                <a:gd name="connsiteY24" fmla="*/ 290471 h 361333"/>
                <a:gd name="connsiteX25" fmla="*/ 163583 w 361674"/>
                <a:gd name="connsiteY25" fmla="*/ 290471 h 361333"/>
                <a:gd name="connsiteX26" fmla="*/ 177641 w 361674"/>
                <a:gd name="connsiteY26" fmla="*/ 303877 h 361333"/>
                <a:gd name="connsiteX27" fmla="*/ 177641 w 361674"/>
                <a:gd name="connsiteY27" fmla="*/ 278980 h 361333"/>
                <a:gd name="connsiteX28" fmla="*/ 141218 w 361674"/>
                <a:gd name="connsiteY28" fmla="*/ 263020 h 361333"/>
                <a:gd name="connsiteX29" fmla="*/ 123326 w 361674"/>
                <a:gd name="connsiteY29" fmla="*/ 214502 h 361333"/>
                <a:gd name="connsiteX30" fmla="*/ 90099 w 361674"/>
                <a:gd name="connsiteY30" fmla="*/ 162153 h 361333"/>
                <a:gd name="connsiteX31" fmla="*/ 103517 w 361674"/>
                <a:gd name="connsiteY31" fmla="*/ 124488 h 361333"/>
                <a:gd name="connsiteX32" fmla="*/ 85625 w 361674"/>
                <a:gd name="connsiteY32" fmla="*/ 107251 h 361333"/>
                <a:gd name="connsiteX33" fmla="*/ 85625 w 361674"/>
                <a:gd name="connsiteY33" fmla="*/ 127041 h 361333"/>
                <a:gd name="connsiteX34" fmla="*/ 79235 w 361674"/>
                <a:gd name="connsiteY34" fmla="*/ 133425 h 361333"/>
                <a:gd name="connsiteX35" fmla="*/ 72845 w 361674"/>
                <a:gd name="connsiteY35" fmla="*/ 127041 h 361333"/>
                <a:gd name="connsiteX36" fmla="*/ 72845 w 361674"/>
                <a:gd name="connsiteY36" fmla="*/ 92568 h 361333"/>
                <a:gd name="connsiteX37" fmla="*/ 74763 w 361674"/>
                <a:gd name="connsiteY37" fmla="*/ 88099 h 361333"/>
                <a:gd name="connsiteX38" fmla="*/ 79235 w 361674"/>
                <a:gd name="connsiteY38" fmla="*/ 86184 h 361333"/>
                <a:gd name="connsiteX39" fmla="*/ 113102 w 361674"/>
                <a:gd name="connsiteY39" fmla="*/ 86184 h 361333"/>
                <a:gd name="connsiteX40" fmla="*/ 119492 w 361674"/>
                <a:gd name="connsiteY40" fmla="*/ 92568 h 361333"/>
                <a:gd name="connsiteX41" fmla="*/ 113102 w 361674"/>
                <a:gd name="connsiteY41" fmla="*/ 98952 h 361333"/>
                <a:gd name="connsiteX42" fmla="*/ 95210 w 361674"/>
                <a:gd name="connsiteY42" fmla="*/ 98952 h 361333"/>
                <a:gd name="connsiteX43" fmla="*/ 113102 w 361674"/>
                <a:gd name="connsiteY43" fmla="*/ 116188 h 361333"/>
                <a:gd name="connsiteX44" fmla="*/ 148247 w 361674"/>
                <a:gd name="connsiteY44" fmla="*/ 104059 h 361333"/>
                <a:gd name="connsiteX45" fmla="*/ 182113 w 361674"/>
                <a:gd name="connsiteY45" fmla="*/ 114912 h 361333"/>
                <a:gd name="connsiteX46" fmla="*/ 215980 w 361674"/>
                <a:gd name="connsiteY46" fmla="*/ 104059 h 361333"/>
                <a:gd name="connsiteX47" fmla="*/ 251125 w 361674"/>
                <a:gd name="connsiteY47" fmla="*/ 116188 h 361333"/>
                <a:gd name="connsiteX48" fmla="*/ 269017 w 361674"/>
                <a:gd name="connsiteY48" fmla="*/ 98952 h 361333"/>
                <a:gd name="connsiteX49" fmla="*/ 251125 w 361674"/>
                <a:gd name="connsiteY49" fmla="*/ 98952 h 361333"/>
                <a:gd name="connsiteX50" fmla="*/ 244735 w 361674"/>
                <a:gd name="connsiteY50" fmla="*/ 92568 h 361333"/>
                <a:gd name="connsiteX51" fmla="*/ 251125 w 361674"/>
                <a:gd name="connsiteY51" fmla="*/ 86184 h 361333"/>
                <a:gd name="connsiteX52" fmla="*/ 284992 w 361674"/>
                <a:gd name="connsiteY52" fmla="*/ 86184 h 361333"/>
                <a:gd name="connsiteX53" fmla="*/ 289464 w 361674"/>
                <a:gd name="connsiteY53" fmla="*/ 88099 h 361333"/>
                <a:gd name="connsiteX54" fmla="*/ 291382 w 361674"/>
                <a:gd name="connsiteY54" fmla="*/ 92568 h 361333"/>
                <a:gd name="connsiteX55" fmla="*/ 291382 w 361674"/>
                <a:gd name="connsiteY55" fmla="*/ 126403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61674" h="361333">
                  <a:moveTo>
                    <a:pt x="180836" y="0"/>
                  </a:moveTo>
                  <a:cubicBezTo>
                    <a:pt x="80514" y="0"/>
                    <a:pt x="0" y="81076"/>
                    <a:pt x="0" y="180667"/>
                  </a:cubicBezTo>
                  <a:cubicBezTo>
                    <a:pt x="0" y="280895"/>
                    <a:pt x="81153" y="361333"/>
                    <a:pt x="180836" y="361333"/>
                  </a:cubicBezTo>
                  <a:cubicBezTo>
                    <a:pt x="281157" y="361333"/>
                    <a:pt x="361671" y="280257"/>
                    <a:pt x="361671" y="180667"/>
                  </a:cubicBezTo>
                  <a:cubicBezTo>
                    <a:pt x="362310" y="80438"/>
                    <a:pt x="281157" y="0"/>
                    <a:pt x="180836" y="0"/>
                  </a:cubicBezTo>
                  <a:close/>
                  <a:moveTo>
                    <a:pt x="292021" y="126403"/>
                  </a:moveTo>
                  <a:cubicBezTo>
                    <a:pt x="292021" y="130233"/>
                    <a:pt x="289464" y="132787"/>
                    <a:pt x="285631" y="132787"/>
                  </a:cubicBezTo>
                  <a:cubicBezTo>
                    <a:pt x="281797" y="132787"/>
                    <a:pt x="279241" y="130233"/>
                    <a:pt x="279241" y="126403"/>
                  </a:cubicBezTo>
                  <a:lnTo>
                    <a:pt x="279241" y="106612"/>
                  </a:lnTo>
                  <a:lnTo>
                    <a:pt x="261349" y="123849"/>
                  </a:lnTo>
                  <a:cubicBezTo>
                    <a:pt x="269656" y="134064"/>
                    <a:pt x="274767" y="146832"/>
                    <a:pt x="274767" y="161515"/>
                  </a:cubicBezTo>
                  <a:cubicBezTo>
                    <a:pt x="274767" y="185774"/>
                    <a:pt x="260071" y="206203"/>
                    <a:pt x="238984" y="215140"/>
                  </a:cubicBezTo>
                  <a:cubicBezTo>
                    <a:pt x="240262" y="231100"/>
                    <a:pt x="235150" y="247060"/>
                    <a:pt x="223648" y="259828"/>
                  </a:cubicBezTo>
                  <a:cubicBezTo>
                    <a:pt x="214703" y="269404"/>
                    <a:pt x="203200" y="275149"/>
                    <a:pt x="190420" y="277703"/>
                  </a:cubicBezTo>
                  <a:lnTo>
                    <a:pt x="190420" y="302601"/>
                  </a:lnTo>
                  <a:lnTo>
                    <a:pt x="202561" y="289194"/>
                  </a:lnTo>
                  <a:cubicBezTo>
                    <a:pt x="205118" y="286641"/>
                    <a:pt x="208951" y="286641"/>
                    <a:pt x="211508" y="289194"/>
                  </a:cubicBezTo>
                  <a:cubicBezTo>
                    <a:pt x="214063" y="291748"/>
                    <a:pt x="214063" y="295578"/>
                    <a:pt x="211508" y="298132"/>
                  </a:cubicBezTo>
                  <a:lnTo>
                    <a:pt x="188503" y="323029"/>
                  </a:lnTo>
                  <a:cubicBezTo>
                    <a:pt x="187225" y="324306"/>
                    <a:pt x="185308" y="324945"/>
                    <a:pt x="184031" y="324945"/>
                  </a:cubicBezTo>
                  <a:cubicBezTo>
                    <a:pt x="184031" y="324945"/>
                    <a:pt x="184031" y="324945"/>
                    <a:pt x="184031" y="324945"/>
                  </a:cubicBezTo>
                  <a:cubicBezTo>
                    <a:pt x="184031" y="324945"/>
                    <a:pt x="184031" y="324945"/>
                    <a:pt x="184031" y="324945"/>
                  </a:cubicBezTo>
                  <a:cubicBezTo>
                    <a:pt x="182753" y="324945"/>
                    <a:pt x="180836" y="324306"/>
                    <a:pt x="179558" y="323029"/>
                  </a:cubicBezTo>
                  <a:lnTo>
                    <a:pt x="154637" y="299409"/>
                  </a:lnTo>
                  <a:cubicBezTo>
                    <a:pt x="152081" y="296855"/>
                    <a:pt x="152081" y="293025"/>
                    <a:pt x="154637" y="290471"/>
                  </a:cubicBezTo>
                  <a:cubicBezTo>
                    <a:pt x="157193" y="287917"/>
                    <a:pt x="161027" y="287917"/>
                    <a:pt x="163583" y="290471"/>
                  </a:cubicBezTo>
                  <a:lnTo>
                    <a:pt x="177641" y="303877"/>
                  </a:lnTo>
                  <a:lnTo>
                    <a:pt x="177641" y="278980"/>
                  </a:lnTo>
                  <a:cubicBezTo>
                    <a:pt x="164222" y="278341"/>
                    <a:pt x="150803" y="272596"/>
                    <a:pt x="141218" y="263020"/>
                  </a:cubicBezTo>
                  <a:cubicBezTo>
                    <a:pt x="127160" y="250252"/>
                    <a:pt x="121409" y="232377"/>
                    <a:pt x="123326" y="214502"/>
                  </a:cubicBezTo>
                  <a:cubicBezTo>
                    <a:pt x="103517" y="204926"/>
                    <a:pt x="90099" y="185135"/>
                    <a:pt x="90099" y="162153"/>
                  </a:cubicBezTo>
                  <a:cubicBezTo>
                    <a:pt x="90099" y="148108"/>
                    <a:pt x="95210" y="134702"/>
                    <a:pt x="103517" y="124488"/>
                  </a:cubicBezTo>
                  <a:lnTo>
                    <a:pt x="85625" y="107251"/>
                  </a:lnTo>
                  <a:lnTo>
                    <a:pt x="85625" y="127041"/>
                  </a:lnTo>
                  <a:cubicBezTo>
                    <a:pt x="85625" y="130872"/>
                    <a:pt x="83069" y="133425"/>
                    <a:pt x="79235" y="133425"/>
                  </a:cubicBezTo>
                  <a:cubicBezTo>
                    <a:pt x="75402" y="133425"/>
                    <a:pt x="72845" y="130872"/>
                    <a:pt x="72845" y="127041"/>
                  </a:cubicBezTo>
                  <a:lnTo>
                    <a:pt x="72845" y="92568"/>
                  </a:lnTo>
                  <a:cubicBezTo>
                    <a:pt x="72845" y="90652"/>
                    <a:pt x="73484" y="89376"/>
                    <a:pt x="74763" y="88099"/>
                  </a:cubicBezTo>
                  <a:cubicBezTo>
                    <a:pt x="76040" y="86822"/>
                    <a:pt x="77319" y="86184"/>
                    <a:pt x="79235" y="86184"/>
                  </a:cubicBezTo>
                  <a:lnTo>
                    <a:pt x="113102" y="86184"/>
                  </a:lnTo>
                  <a:cubicBezTo>
                    <a:pt x="116936" y="86184"/>
                    <a:pt x="119492" y="88737"/>
                    <a:pt x="119492" y="92568"/>
                  </a:cubicBezTo>
                  <a:cubicBezTo>
                    <a:pt x="119492" y="96398"/>
                    <a:pt x="116936" y="98952"/>
                    <a:pt x="113102" y="98952"/>
                  </a:cubicBezTo>
                  <a:lnTo>
                    <a:pt x="95210" y="98952"/>
                  </a:lnTo>
                  <a:lnTo>
                    <a:pt x="113102" y="116188"/>
                  </a:lnTo>
                  <a:cubicBezTo>
                    <a:pt x="122687" y="108528"/>
                    <a:pt x="135467" y="104059"/>
                    <a:pt x="148247" y="104059"/>
                  </a:cubicBezTo>
                  <a:cubicBezTo>
                    <a:pt x="161027" y="104059"/>
                    <a:pt x="172528" y="108528"/>
                    <a:pt x="182113" y="114912"/>
                  </a:cubicBezTo>
                  <a:cubicBezTo>
                    <a:pt x="191698" y="107889"/>
                    <a:pt x="203200" y="104059"/>
                    <a:pt x="215980" y="104059"/>
                  </a:cubicBezTo>
                  <a:cubicBezTo>
                    <a:pt x="229399" y="104059"/>
                    <a:pt x="241540" y="108528"/>
                    <a:pt x="251125" y="116188"/>
                  </a:cubicBezTo>
                  <a:lnTo>
                    <a:pt x="269017" y="98952"/>
                  </a:lnTo>
                  <a:lnTo>
                    <a:pt x="251125" y="98952"/>
                  </a:lnTo>
                  <a:cubicBezTo>
                    <a:pt x="247291" y="98952"/>
                    <a:pt x="244735" y="96398"/>
                    <a:pt x="244735" y="92568"/>
                  </a:cubicBezTo>
                  <a:cubicBezTo>
                    <a:pt x="244735" y="88737"/>
                    <a:pt x="247291" y="86184"/>
                    <a:pt x="251125" y="86184"/>
                  </a:cubicBezTo>
                  <a:lnTo>
                    <a:pt x="284992" y="86184"/>
                  </a:lnTo>
                  <a:cubicBezTo>
                    <a:pt x="286908" y="86184"/>
                    <a:pt x="288187" y="86822"/>
                    <a:pt x="289464" y="88099"/>
                  </a:cubicBezTo>
                  <a:cubicBezTo>
                    <a:pt x="290742" y="89376"/>
                    <a:pt x="291382" y="90652"/>
                    <a:pt x="291382" y="92568"/>
                  </a:cubicBezTo>
                  <a:lnTo>
                    <a:pt x="291382" y="126403"/>
                  </a:lnTo>
                  <a:close/>
                </a:path>
              </a:pathLst>
            </a:custGeom>
            <a:solidFill>
              <a:srgbClr val="00A3E0"/>
            </a:solidFill>
            <a:ln w="6390" cap="flat">
              <a:noFill/>
              <a:prstDash val="solid"/>
              <a:miter/>
            </a:ln>
          </p:spPr>
          <p:txBody>
            <a:bodyPr rtlCol="0" anchor="ctr"/>
            <a:lstStyle/>
            <a:p>
              <a:endParaRPr lang="en-US"/>
            </a:p>
          </p:txBody>
        </p:sp>
        <p:sp>
          <p:nvSpPr>
            <p:cNvPr id="1256" name="Graphic 4">
              <a:extLst>
                <a:ext uri="{FF2B5EF4-FFF2-40B4-BE49-F238E27FC236}">
                  <a16:creationId xmlns:a16="http://schemas.microsoft.com/office/drawing/2014/main" id="{2E4F2565-785A-D04F-86C9-33E37A2F31D0}"/>
                </a:ext>
              </a:extLst>
            </p:cNvPr>
            <p:cNvSpPr/>
            <p:nvPr/>
          </p:nvSpPr>
          <p:spPr>
            <a:xfrm>
              <a:off x="11507584" y="3064474"/>
              <a:ext cx="90850" cy="56239"/>
            </a:xfrm>
            <a:custGeom>
              <a:avLst/>
              <a:gdLst>
                <a:gd name="connsiteX0" fmla="*/ 46700 w 90850"/>
                <a:gd name="connsiteY0" fmla="*/ 0 h 56239"/>
                <a:gd name="connsiteX1" fmla="*/ 12833 w 90850"/>
                <a:gd name="connsiteY1" fmla="*/ 10853 h 56239"/>
                <a:gd name="connsiteX2" fmla="*/ 53 w 90850"/>
                <a:gd name="connsiteY2" fmla="*/ 9576 h 56239"/>
                <a:gd name="connsiteX3" fmla="*/ 14111 w 90850"/>
                <a:gd name="connsiteY3" fmla="*/ 44049 h 56239"/>
                <a:gd name="connsiteX4" fmla="*/ 46700 w 90850"/>
                <a:gd name="connsiteY4" fmla="*/ 56179 h 56239"/>
                <a:gd name="connsiteX5" fmla="*/ 78649 w 90850"/>
                <a:gd name="connsiteY5" fmla="*/ 42134 h 56239"/>
                <a:gd name="connsiteX6" fmla="*/ 90790 w 90850"/>
                <a:gd name="connsiteY6" fmla="*/ 10214 h 56239"/>
                <a:gd name="connsiteX7" fmla="*/ 80567 w 90850"/>
                <a:gd name="connsiteY7" fmla="*/ 10853 h 56239"/>
                <a:gd name="connsiteX8" fmla="*/ 46700 w 90850"/>
                <a:gd name="connsiteY8" fmla="*/ 0 h 56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850" h="56239">
                  <a:moveTo>
                    <a:pt x="46700" y="0"/>
                  </a:moveTo>
                  <a:cubicBezTo>
                    <a:pt x="37115" y="7022"/>
                    <a:pt x="25613" y="10853"/>
                    <a:pt x="12833" y="10853"/>
                  </a:cubicBezTo>
                  <a:cubicBezTo>
                    <a:pt x="8360" y="10853"/>
                    <a:pt x="4526" y="10214"/>
                    <a:pt x="53" y="9576"/>
                  </a:cubicBezTo>
                  <a:cubicBezTo>
                    <a:pt x="-585" y="22344"/>
                    <a:pt x="4526" y="35112"/>
                    <a:pt x="14111" y="44049"/>
                  </a:cubicBezTo>
                  <a:cubicBezTo>
                    <a:pt x="23057" y="52349"/>
                    <a:pt x="34559" y="56817"/>
                    <a:pt x="46700" y="56179"/>
                  </a:cubicBezTo>
                  <a:cubicBezTo>
                    <a:pt x="58841" y="55541"/>
                    <a:pt x="70343" y="50433"/>
                    <a:pt x="78649" y="42134"/>
                  </a:cubicBezTo>
                  <a:cubicBezTo>
                    <a:pt x="86956" y="33197"/>
                    <a:pt x="91429" y="21706"/>
                    <a:pt x="90790" y="10214"/>
                  </a:cubicBezTo>
                  <a:cubicBezTo>
                    <a:pt x="87595" y="10853"/>
                    <a:pt x="84400" y="10853"/>
                    <a:pt x="80567" y="10853"/>
                  </a:cubicBezTo>
                  <a:cubicBezTo>
                    <a:pt x="68425" y="11491"/>
                    <a:pt x="56284" y="7022"/>
                    <a:pt x="46700" y="0"/>
                  </a:cubicBezTo>
                  <a:close/>
                </a:path>
              </a:pathLst>
            </a:custGeom>
            <a:solidFill>
              <a:srgbClr val="00A3E0"/>
            </a:solidFill>
            <a:ln w="6390" cap="flat">
              <a:noFill/>
              <a:prstDash val="solid"/>
              <a:miter/>
            </a:ln>
          </p:spPr>
          <p:txBody>
            <a:bodyPr rtlCol="0" anchor="ctr"/>
            <a:lstStyle/>
            <a:p>
              <a:endParaRPr lang="en-US"/>
            </a:p>
          </p:txBody>
        </p:sp>
        <p:sp>
          <p:nvSpPr>
            <p:cNvPr id="1257" name="Graphic 4">
              <a:extLst>
                <a:ext uri="{FF2B5EF4-FFF2-40B4-BE49-F238E27FC236}">
                  <a16:creationId xmlns:a16="http://schemas.microsoft.com/office/drawing/2014/main" id="{4E7CCDEA-1F3E-A04B-8773-EAB9DF4A50F2}"/>
                </a:ext>
              </a:extLst>
            </p:cNvPr>
            <p:cNvSpPr/>
            <p:nvPr/>
          </p:nvSpPr>
          <p:spPr>
            <a:xfrm>
              <a:off x="11475688" y="2971906"/>
              <a:ext cx="69650" cy="84907"/>
            </a:xfrm>
            <a:custGeom>
              <a:avLst/>
              <a:gdLst>
                <a:gd name="connsiteX0" fmla="*/ 54953 w 69650"/>
                <a:gd name="connsiteY0" fmla="*/ 49795 h 84907"/>
                <a:gd name="connsiteX1" fmla="*/ 54953 w 69650"/>
                <a:gd name="connsiteY1" fmla="*/ 45326 h 84907"/>
                <a:gd name="connsiteX2" fmla="*/ 69650 w 69650"/>
                <a:gd name="connsiteY2" fmla="*/ 7022 h 84907"/>
                <a:gd name="connsiteX3" fmla="*/ 45368 w 69650"/>
                <a:gd name="connsiteY3" fmla="*/ 0 h 84907"/>
                <a:gd name="connsiteX4" fmla="*/ 0 w 69650"/>
                <a:gd name="connsiteY4" fmla="*/ 45326 h 84907"/>
                <a:gd name="connsiteX5" fmla="*/ 23004 w 69650"/>
                <a:gd name="connsiteY5" fmla="*/ 84907 h 84907"/>
                <a:gd name="connsiteX6" fmla="*/ 35783 w 69650"/>
                <a:gd name="connsiteY6" fmla="*/ 63840 h 84907"/>
                <a:gd name="connsiteX7" fmla="*/ 54953 w 69650"/>
                <a:gd name="connsiteY7" fmla="*/ 49795 h 84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650" h="84907">
                  <a:moveTo>
                    <a:pt x="54953" y="49795"/>
                  </a:moveTo>
                  <a:cubicBezTo>
                    <a:pt x="54953" y="48518"/>
                    <a:pt x="54953" y="46603"/>
                    <a:pt x="54953" y="45326"/>
                  </a:cubicBezTo>
                  <a:cubicBezTo>
                    <a:pt x="54953" y="30643"/>
                    <a:pt x="60704" y="17237"/>
                    <a:pt x="69650" y="7022"/>
                  </a:cubicBezTo>
                  <a:cubicBezTo>
                    <a:pt x="62621" y="2554"/>
                    <a:pt x="54314" y="0"/>
                    <a:pt x="45368" y="0"/>
                  </a:cubicBezTo>
                  <a:cubicBezTo>
                    <a:pt x="20447" y="0"/>
                    <a:pt x="0" y="20429"/>
                    <a:pt x="0" y="45326"/>
                  </a:cubicBezTo>
                  <a:cubicBezTo>
                    <a:pt x="0" y="62563"/>
                    <a:pt x="9585" y="77246"/>
                    <a:pt x="23004" y="84907"/>
                  </a:cubicBezTo>
                  <a:cubicBezTo>
                    <a:pt x="25560" y="77246"/>
                    <a:pt x="30032" y="70224"/>
                    <a:pt x="35783" y="63840"/>
                  </a:cubicBezTo>
                  <a:cubicBezTo>
                    <a:pt x="40256" y="57456"/>
                    <a:pt x="47286" y="52987"/>
                    <a:pt x="54953" y="49795"/>
                  </a:cubicBezTo>
                  <a:close/>
                </a:path>
              </a:pathLst>
            </a:custGeom>
            <a:solidFill>
              <a:srgbClr val="00A3E0"/>
            </a:solidFill>
            <a:ln w="6390" cap="flat">
              <a:noFill/>
              <a:prstDash val="solid"/>
              <a:miter/>
            </a:ln>
          </p:spPr>
          <p:txBody>
            <a:bodyPr rtlCol="0" anchor="ctr"/>
            <a:lstStyle/>
            <a:p>
              <a:endParaRPr lang="en-US"/>
            </a:p>
          </p:txBody>
        </p:sp>
      </p:grpSp>
      <p:grpSp>
        <p:nvGrpSpPr>
          <p:cNvPr id="1258" name="Graphic 4">
            <a:extLst>
              <a:ext uri="{FF2B5EF4-FFF2-40B4-BE49-F238E27FC236}">
                <a16:creationId xmlns:a16="http://schemas.microsoft.com/office/drawing/2014/main" id="{BFDEEC98-5114-904C-894F-56190DA2B390}"/>
              </a:ext>
            </a:extLst>
          </p:cNvPr>
          <p:cNvGrpSpPr/>
          <p:nvPr/>
        </p:nvGrpSpPr>
        <p:grpSpPr>
          <a:xfrm>
            <a:off x="10324860" y="2855717"/>
            <a:ext cx="361674" cy="361333"/>
            <a:chOff x="10324860" y="2855717"/>
            <a:chExt cx="361674" cy="361333"/>
          </a:xfrm>
          <a:solidFill>
            <a:srgbClr val="00A3E0"/>
          </a:solidFill>
        </p:grpSpPr>
        <p:sp>
          <p:nvSpPr>
            <p:cNvPr id="1259" name="Graphic 4">
              <a:extLst>
                <a:ext uri="{FF2B5EF4-FFF2-40B4-BE49-F238E27FC236}">
                  <a16:creationId xmlns:a16="http://schemas.microsoft.com/office/drawing/2014/main" id="{19AC688C-6EBD-9C46-BF78-7C55C2F7AECF}"/>
                </a:ext>
              </a:extLst>
            </p:cNvPr>
            <p:cNvSpPr/>
            <p:nvPr/>
          </p:nvSpPr>
          <p:spPr>
            <a:xfrm>
              <a:off x="10463522" y="3020424"/>
              <a:ext cx="33227" cy="28727"/>
            </a:xfrm>
            <a:custGeom>
              <a:avLst/>
              <a:gdLst>
                <a:gd name="connsiteX0" fmla="*/ 0 w 33227"/>
                <a:gd name="connsiteY0" fmla="*/ 0 h 28727"/>
                <a:gd name="connsiteX1" fmla="*/ 9585 w 33227"/>
                <a:gd name="connsiteY1" fmla="*/ 15960 h 28727"/>
                <a:gd name="connsiteX2" fmla="*/ 33227 w 33227"/>
                <a:gd name="connsiteY2" fmla="*/ 28728 h 28727"/>
                <a:gd name="connsiteX3" fmla="*/ 0 w 33227"/>
                <a:gd name="connsiteY3" fmla="*/ 0 h 28727"/>
              </a:gdLst>
              <a:ahLst/>
              <a:cxnLst>
                <a:cxn ang="0">
                  <a:pos x="connsiteX0" y="connsiteY0"/>
                </a:cxn>
                <a:cxn ang="0">
                  <a:pos x="connsiteX1" y="connsiteY1"/>
                </a:cxn>
                <a:cxn ang="0">
                  <a:pos x="connsiteX2" y="connsiteY2"/>
                </a:cxn>
                <a:cxn ang="0">
                  <a:pos x="connsiteX3" y="connsiteY3"/>
                </a:cxn>
              </a:cxnLst>
              <a:rect l="l" t="t" r="r" b="b"/>
              <a:pathLst>
                <a:path w="33227" h="28727">
                  <a:moveTo>
                    <a:pt x="0" y="0"/>
                  </a:moveTo>
                  <a:cubicBezTo>
                    <a:pt x="1917" y="5746"/>
                    <a:pt x="5112" y="10853"/>
                    <a:pt x="9585" y="15960"/>
                  </a:cubicBezTo>
                  <a:cubicBezTo>
                    <a:pt x="15975" y="22982"/>
                    <a:pt x="24282" y="27451"/>
                    <a:pt x="33227" y="28728"/>
                  </a:cubicBezTo>
                  <a:cubicBezTo>
                    <a:pt x="28116" y="14045"/>
                    <a:pt x="15336" y="3192"/>
                    <a:pt x="0" y="0"/>
                  </a:cubicBezTo>
                  <a:close/>
                </a:path>
              </a:pathLst>
            </a:custGeom>
            <a:solidFill>
              <a:srgbClr val="00A3E0"/>
            </a:solidFill>
            <a:ln w="6390" cap="flat">
              <a:noFill/>
              <a:prstDash val="solid"/>
              <a:miter/>
            </a:ln>
          </p:spPr>
          <p:txBody>
            <a:bodyPr rtlCol="0" anchor="ctr"/>
            <a:lstStyle/>
            <a:p>
              <a:endParaRPr lang="en-US"/>
            </a:p>
          </p:txBody>
        </p:sp>
        <p:sp>
          <p:nvSpPr>
            <p:cNvPr id="1260" name="Graphic 4">
              <a:extLst>
                <a:ext uri="{FF2B5EF4-FFF2-40B4-BE49-F238E27FC236}">
                  <a16:creationId xmlns:a16="http://schemas.microsoft.com/office/drawing/2014/main" id="{231B4F0C-BDEA-E345-AABF-EA9AF0320BA6}"/>
                </a:ext>
              </a:extLst>
            </p:cNvPr>
            <p:cNvSpPr/>
            <p:nvPr/>
          </p:nvSpPr>
          <p:spPr>
            <a:xfrm>
              <a:off x="10515280" y="3021063"/>
              <a:ext cx="31310" cy="28089"/>
            </a:xfrm>
            <a:custGeom>
              <a:avLst/>
              <a:gdLst>
                <a:gd name="connsiteX0" fmla="*/ 19809 w 31310"/>
                <a:gd name="connsiteY0" fmla="*/ 17237 h 28089"/>
                <a:gd name="connsiteX1" fmla="*/ 31311 w 31310"/>
                <a:gd name="connsiteY1" fmla="*/ 0 h 28089"/>
                <a:gd name="connsiteX2" fmla="*/ 0 w 31310"/>
                <a:gd name="connsiteY2" fmla="*/ 28089 h 28089"/>
                <a:gd name="connsiteX3" fmla="*/ 19809 w 31310"/>
                <a:gd name="connsiteY3" fmla="*/ 17237 h 28089"/>
              </a:gdLst>
              <a:ahLst/>
              <a:cxnLst>
                <a:cxn ang="0">
                  <a:pos x="connsiteX0" y="connsiteY0"/>
                </a:cxn>
                <a:cxn ang="0">
                  <a:pos x="connsiteX1" y="connsiteY1"/>
                </a:cxn>
                <a:cxn ang="0">
                  <a:pos x="connsiteX2" y="connsiteY2"/>
                </a:cxn>
                <a:cxn ang="0">
                  <a:pos x="connsiteX3" y="connsiteY3"/>
                </a:cxn>
              </a:cxnLst>
              <a:rect l="l" t="t" r="r" b="b"/>
              <a:pathLst>
                <a:path w="31310" h="28089">
                  <a:moveTo>
                    <a:pt x="19809" y="17237"/>
                  </a:moveTo>
                  <a:cubicBezTo>
                    <a:pt x="24921" y="12130"/>
                    <a:pt x="28755" y="6384"/>
                    <a:pt x="31311" y="0"/>
                  </a:cubicBezTo>
                  <a:cubicBezTo>
                    <a:pt x="16614" y="3830"/>
                    <a:pt x="5112" y="14045"/>
                    <a:pt x="0" y="28089"/>
                  </a:cubicBezTo>
                  <a:cubicBezTo>
                    <a:pt x="7668" y="26174"/>
                    <a:pt x="14058" y="22344"/>
                    <a:pt x="19809" y="17237"/>
                  </a:cubicBezTo>
                  <a:close/>
                </a:path>
              </a:pathLst>
            </a:custGeom>
            <a:solidFill>
              <a:srgbClr val="00A3E0"/>
            </a:solidFill>
            <a:ln w="6390" cap="flat">
              <a:noFill/>
              <a:prstDash val="solid"/>
              <a:miter/>
            </a:ln>
          </p:spPr>
          <p:txBody>
            <a:bodyPr rtlCol="0" anchor="ctr"/>
            <a:lstStyle/>
            <a:p>
              <a:endParaRPr lang="en-US"/>
            </a:p>
          </p:txBody>
        </p:sp>
        <p:sp>
          <p:nvSpPr>
            <p:cNvPr id="1261" name="Graphic 4">
              <a:extLst>
                <a:ext uri="{FF2B5EF4-FFF2-40B4-BE49-F238E27FC236}">
                  <a16:creationId xmlns:a16="http://schemas.microsoft.com/office/drawing/2014/main" id="{5966B259-6A88-8C47-A06F-50470605AB0E}"/>
                </a:ext>
              </a:extLst>
            </p:cNvPr>
            <p:cNvSpPr/>
            <p:nvPr/>
          </p:nvSpPr>
          <p:spPr>
            <a:xfrm>
              <a:off x="10460965" y="2962472"/>
              <a:ext cx="88241" cy="76465"/>
            </a:xfrm>
            <a:custGeom>
              <a:avLst/>
              <a:gdLst>
                <a:gd name="connsiteX0" fmla="*/ 44730 w 88241"/>
                <a:gd name="connsiteY0" fmla="*/ 76466 h 76465"/>
                <a:gd name="connsiteX1" fmla="*/ 88181 w 88241"/>
                <a:gd name="connsiteY1" fmla="*/ 45184 h 76465"/>
                <a:gd name="connsiteX2" fmla="*/ 76040 w 88241"/>
                <a:gd name="connsiteY2" fmla="*/ 13903 h 76465"/>
                <a:gd name="connsiteX3" fmla="*/ 14058 w 88241"/>
                <a:gd name="connsiteY3" fmla="*/ 11988 h 76465"/>
                <a:gd name="connsiteX4" fmla="*/ 14058 w 88241"/>
                <a:gd name="connsiteY4" fmla="*/ 11988 h 76465"/>
                <a:gd name="connsiteX5" fmla="*/ 0 w 88241"/>
                <a:gd name="connsiteY5" fmla="*/ 45184 h 76465"/>
                <a:gd name="connsiteX6" fmla="*/ 44730 w 88241"/>
                <a:gd name="connsiteY6" fmla="*/ 76466 h 76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241" h="76465">
                  <a:moveTo>
                    <a:pt x="44730" y="76466"/>
                  </a:moveTo>
                  <a:cubicBezTo>
                    <a:pt x="53037" y="59867"/>
                    <a:pt x="69012" y="47738"/>
                    <a:pt x="88181" y="45184"/>
                  </a:cubicBezTo>
                  <a:cubicBezTo>
                    <a:pt x="88820" y="33693"/>
                    <a:pt x="84348" y="22840"/>
                    <a:pt x="76040" y="13903"/>
                  </a:cubicBezTo>
                  <a:cubicBezTo>
                    <a:pt x="59427" y="-3972"/>
                    <a:pt x="31311" y="-4611"/>
                    <a:pt x="14058" y="11988"/>
                  </a:cubicBezTo>
                  <a:lnTo>
                    <a:pt x="14058" y="11988"/>
                  </a:lnTo>
                  <a:cubicBezTo>
                    <a:pt x="4473" y="20925"/>
                    <a:pt x="0" y="33055"/>
                    <a:pt x="0" y="45184"/>
                  </a:cubicBezTo>
                  <a:cubicBezTo>
                    <a:pt x="19809" y="47100"/>
                    <a:pt x="36423" y="59229"/>
                    <a:pt x="44730" y="76466"/>
                  </a:cubicBezTo>
                  <a:close/>
                </a:path>
              </a:pathLst>
            </a:custGeom>
            <a:solidFill>
              <a:srgbClr val="00A3E0"/>
            </a:solidFill>
            <a:ln w="6390" cap="flat">
              <a:noFill/>
              <a:prstDash val="solid"/>
              <a:miter/>
            </a:ln>
          </p:spPr>
          <p:txBody>
            <a:bodyPr rtlCol="0" anchor="ctr"/>
            <a:lstStyle/>
            <a:p>
              <a:endParaRPr lang="en-US"/>
            </a:p>
          </p:txBody>
        </p:sp>
        <p:sp>
          <p:nvSpPr>
            <p:cNvPr id="1262" name="Graphic 4">
              <a:extLst>
                <a:ext uri="{FF2B5EF4-FFF2-40B4-BE49-F238E27FC236}">
                  <a16:creationId xmlns:a16="http://schemas.microsoft.com/office/drawing/2014/main" id="{369EB3D2-7A79-F743-AB6C-94ED0942DC29}"/>
                </a:ext>
              </a:extLst>
            </p:cNvPr>
            <p:cNvSpPr/>
            <p:nvPr/>
          </p:nvSpPr>
          <p:spPr>
            <a:xfrm>
              <a:off x="10410485" y="3019147"/>
              <a:ext cx="89459" cy="88737"/>
            </a:xfrm>
            <a:custGeom>
              <a:avLst/>
              <a:gdLst>
                <a:gd name="connsiteX0" fmla="*/ 53037 w 89459"/>
                <a:gd name="connsiteY0" fmla="*/ 25536 h 88737"/>
                <a:gd name="connsiteX1" fmla="*/ 39618 w 89459"/>
                <a:gd name="connsiteY1" fmla="*/ 0 h 88737"/>
                <a:gd name="connsiteX2" fmla="*/ 0 w 89459"/>
                <a:gd name="connsiteY2" fmla="*/ 44050 h 88737"/>
                <a:gd name="connsiteX3" fmla="*/ 44730 w 89459"/>
                <a:gd name="connsiteY3" fmla="*/ 88738 h 88737"/>
                <a:gd name="connsiteX4" fmla="*/ 89459 w 89459"/>
                <a:gd name="connsiteY4" fmla="*/ 44050 h 88737"/>
                <a:gd name="connsiteX5" fmla="*/ 89459 w 89459"/>
                <a:gd name="connsiteY5" fmla="*/ 42773 h 88737"/>
                <a:gd name="connsiteX6" fmla="*/ 53037 w 89459"/>
                <a:gd name="connsiteY6" fmla="*/ 25536 h 88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459" h="88737">
                  <a:moveTo>
                    <a:pt x="53037" y="25536"/>
                  </a:moveTo>
                  <a:cubicBezTo>
                    <a:pt x="46008" y="17875"/>
                    <a:pt x="41535" y="9576"/>
                    <a:pt x="39618" y="0"/>
                  </a:cubicBezTo>
                  <a:cubicBezTo>
                    <a:pt x="17253" y="2554"/>
                    <a:pt x="0" y="21067"/>
                    <a:pt x="0" y="44050"/>
                  </a:cubicBezTo>
                  <a:cubicBezTo>
                    <a:pt x="0" y="68309"/>
                    <a:pt x="19809" y="88738"/>
                    <a:pt x="44730" y="88738"/>
                  </a:cubicBezTo>
                  <a:cubicBezTo>
                    <a:pt x="69650" y="88738"/>
                    <a:pt x="89459" y="68947"/>
                    <a:pt x="89459" y="44050"/>
                  </a:cubicBezTo>
                  <a:cubicBezTo>
                    <a:pt x="89459" y="43411"/>
                    <a:pt x="89459" y="43411"/>
                    <a:pt x="89459" y="42773"/>
                  </a:cubicBezTo>
                  <a:cubicBezTo>
                    <a:pt x="74763" y="42134"/>
                    <a:pt x="62622" y="35750"/>
                    <a:pt x="53037" y="25536"/>
                  </a:cubicBezTo>
                  <a:close/>
                </a:path>
              </a:pathLst>
            </a:custGeom>
            <a:solidFill>
              <a:srgbClr val="00A3E0"/>
            </a:solidFill>
            <a:ln w="6390" cap="flat">
              <a:noFill/>
              <a:prstDash val="solid"/>
              <a:miter/>
            </a:ln>
          </p:spPr>
          <p:txBody>
            <a:bodyPr rtlCol="0" anchor="ctr"/>
            <a:lstStyle/>
            <a:p>
              <a:endParaRPr lang="en-US"/>
            </a:p>
          </p:txBody>
        </p:sp>
        <p:sp>
          <p:nvSpPr>
            <p:cNvPr id="1263" name="Graphic 4">
              <a:extLst>
                <a:ext uri="{FF2B5EF4-FFF2-40B4-BE49-F238E27FC236}">
                  <a16:creationId xmlns:a16="http://schemas.microsoft.com/office/drawing/2014/main" id="{7220D59C-E2C4-574B-88FA-DAC7B80AF17E}"/>
                </a:ext>
              </a:extLst>
            </p:cNvPr>
            <p:cNvSpPr/>
            <p:nvPr/>
          </p:nvSpPr>
          <p:spPr>
            <a:xfrm>
              <a:off x="10324860" y="2855717"/>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38983 w 361674"/>
                <a:gd name="connsiteY5" fmla="*/ 264935 h 361333"/>
                <a:gd name="connsiteX6" fmla="*/ 238983 w 361674"/>
                <a:gd name="connsiteY6" fmla="*/ 280257 h 361333"/>
                <a:gd name="connsiteX7" fmla="*/ 251124 w 361674"/>
                <a:gd name="connsiteY7" fmla="*/ 280257 h 361333"/>
                <a:gd name="connsiteX8" fmla="*/ 257514 w 361674"/>
                <a:gd name="connsiteY8" fmla="*/ 286641 h 361333"/>
                <a:gd name="connsiteX9" fmla="*/ 251124 w 361674"/>
                <a:gd name="connsiteY9" fmla="*/ 293025 h 361333"/>
                <a:gd name="connsiteX10" fmla="*/ 238983 w 361674"/>
                <a:gd name="connsiteY10" fmla="*/ 293025 h 361333"/>
                <a:gd name="connsiteX11" fmla="*/ 238983 w 361674"/>
                <a:gd name="connsiteY11" fmla="*/ 306431 h 361333"/>
                <a:gd name="connsiteX12" fmla="*/ 232593 w 361674"/>
                <a:gd name="connsiteY12" fmla="*/ 312815 h 361333"/>
                <a:gd name="connsiteX13" fmla="*/ 226203 w 361674"/>
                <a:gd name="connsiteY13" fmla="*/ 306431 h 361333"/>
                <a:gd name="connsiteX14" fmla="*/ 226203 w 361674"/>
                <a:gd name="connsiteY14" fmla="*/ 293025 h 361333"/>
                <a:gd name="connsiteX15" fmla="*/ 214063 w 361674"/>
                <a:gd name="connsiteY15" fmla="*/ 293025 h 361333"/>
                <a:gd name="connsiteX16" fmla="*/ 207673 w 361674"/>
                <a:gd name="connsiteY16" fmla="*/ 286641 h 361333"/>
                <a:gd name="connsiteX17" fmla="*/ 214063 w 361674"/>
                <a:gd name="connsiteY17" fmla="*/ 280257 h 361333"/>
                <a:gd name="connsiteX18" fmla="*/ 226203 w 361674"/>
                <a:gd name="connsiteY18" fmla="*/ 280257 h 361333"/>
                <a:gd name="connsiteX19" fmla="*/ 226203 w 361674"/>
                <a:gd name="connsiteY19" fmla="*/ 264935 h 361333"/>
                <a:gd name="connsiteX20" fmla="*/ 180835 w 361674"/>
                <a:gd name="connsiteY20" fmla="*/ 233654 h 361333"/>
                <a:gd name="connsiteX21" fmla="*/ 136105 w 361674"/>
                <a:gd name="connsiteY21" fmla="*/ 264935 h 361333"/>
                <a:gd name="connsiteX22" fmla="*/ 136105 w 361674"/>
                <a:gd name="connsiteY22" fmla="*/ 280257 h 361333"/>
                <a:gd name="connsiteX23" fmla="*/ 148246 w 361674"/>
                <a:gd name="connsiteY23" fmla="*/ 280257 h 361333"/>
                <a:gd name="connsiteX24" fmla="*/ 154636 w 361674"/>
                <a:gd name="connsiteY24" fmla="*/ 286641 h 361333"/>
                <a:gd name="connsiteX25" fmla="*/ 148246 w 361674"/>
                <a:gd name="connsiteY25" fmla="*/ 293025 h 361333"/>
                <a:gd name="connsiteX26" fmla="*/ 136105 w 361674"/>
                <a:gd name="connsiteY26" fmla="*/ 293025 h 361333"/>
                <a:gd name="connsiteX27" fmla="*/ 136105 w 361674"/>
                <a:gd name="connsiteY27" fmla="*/ 306431 h 361333"/>
                <a:gd name="connsiteX28" fmla="*/ 129715 w 361674"/>
                <a:gd name="connsiteY28" fmla="*/ 312815 h 361333"/>
                <a:gd name="connsiteX29" fmla="*/ 123325 w 361674"/>
                <a:gd name="connsiteY29" fmla="*/ 306431 h 361333"/>
                <a:gd name="connsiteX30" fmla="*/ 123325 w 361674"/>
                <a:gd name="connsiteY30" fmla="*/ 293025 h 361333"/>
                <a:gd name="connsiteX31" fmla="*/ 111184 w 361674"/>
                <a:gd name="connsiteY31" fmla="*/ 293025 h 361333"/>
                <a:gd name="connsiteX32" fmla="*/ 104794 w 361674"/>
                <a:gd name="connsiteY32" fmla="*/ 286641 h 361333"/>
                <a:gd name="connsiteX33" fmla="*/ 111184 w 361674"/>
                <a:gd name="connsiteY33" fmla="*/ 280257 h 361333"/>
                <a:gd name="connsiteX34" fmla="*/ 123325 w 361674"/>
                <a:gd name="connsiteY34" fmla="*/ 280257 h 361333"/>
                <a:gd name="connsiteX35" fmla="*/ 123325 w 361674"/>
                <a:gd name="connsiteY35" fmla="*/ 264935 h 361333"/>
                <a:gd name="connsiteX36" fmla="*/ 72206 w 361674"/>
                <a:gd name="connsiteY36" fmla="*/ 208118 h 361333"/>
                <a:gd name="connsiteX37" fmla="*/ 123325 w 361674"/>
                <a:gd name="connsiteY37" fmla="*/ 151300 h 361333"/>
                <a:gd name="connsiteX38" fmla="*/ 141217 w 361674"/>
                <a:gd name="connsiteY38" fmla="*/ 109166 h 361333"/>
                <a:gd name="connsiteX39" fmla="*/ 177001 w 361674"/>
                <a:gd name="connsiteY39" fmla="*/ 93844 h 361333"/>
                <a:gd name="connsiteX40" fmla="*/ 177001 w 361674"/>
                <a:gd name="connsiteY40" fmla="*/ 70224 h 361333"/>
                <a:gd name="connsiteX41" fmla="*/ 163582 w 361674"/>
                <a:gd name="connsiteY41" fmla="*/ 82992 h 361333"/>
                <a:gd name="connsiteX42" fmla="*/ 159109 w 361674"/>
                <a:gd name="connsiteY42" fmla="*/ 84907 h 361333"/>
                <a:gd name="connsiteX43" fmla="*/ 154636 w 361674"/>
                <a:gd name="connsiteY43" fmla="*/ 82992 h 361333"/>
                <a:gd name="connsiteX44" fmla="*/ 154636 w 361674"/>
                <a:gd name="connsiteY44" fmla="*/ 74054 h 361333"/>
                <a:gd name="connsiteX45" fmla="*/ 178918 w 361674"/>
                <a:gd name="connsiteY45" fmla="*/ 51072 h 361333"/>
                <a:gd name="connsiteX46" fmla="*/ 183391 w 361674"/>
                <a:gd name="connsiteY46" fmla="*/ 49157 h 361333"/>
                <a:gd name="connsiteX47" fmla="*/ 187864 w 361674"/>
                <a:gd name="connsiteY47" fmla="*/ 51072 h 361333"/>
                <a:gd name="connsiteX48" fmla="*/ 210228 w 361674"/>
                <a:gd name="connsiteY48" fmla="*/ 75331 h 361333"/>
                <a:gd name="connsiteX49" fmla="*/ 210228 w 361674"/>
                <a:gd name="connsiteY49" fmla="*/ 84268 h 361333"/>
                <a:gd name="connsiteX50" fmla="*/ 205756 w 361674"/>
                <a:gd name="connsiteY50" fmla="*/ 86184 h 361333"/>
                <a:gd name="connsiteX51" fmla="*/ 201283 w 361674"/>
                <a:gd name="connsiteY51" fmla="*/ 84268 h 361333"/>
                <a:gd name="connsiteX52" fmla="*/ 189781 w 361674"/>
                <a:gd name="connsiteY52" fmla="*/ 71500 h 361333"/>
                <a:gd name="connsiteX53" fmla="*/ 189781 w 361674"/>
                <a:gd name="connsiteY53" fmla="*/ 94483 h 361333"/>
                <a:gd name="connsiteX54" fmla="*/ 221731 w 361674"/>
                <a:gd name="connsiteY54" fmla="*/ 111720 h 361333"/>
                <a:gd name="connsiteX55" fmla="*/ 237067 w 361674"/>
                <a:gd name="connsiteY55" fmla="*/ 151300 h 361333"/>
                <a:gd name="connsiteX56" fmla="*/ 289464 w 361674"/>
                <a:gd name="connsiteY56" fmla="*/ 208118 h 361333"/>
                <a:gd name="connsiteX57" fmla="*/ 238983 w 361674"/>
                <a:gd name="connsiteY57" fmla="*/ 26493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61674" h="361333">
                  <a:moveTo>
                    <a:pt x="180835" y="0"/>
                  </a:moveTo>
                  <a:cubicBezTo>
                    <a:pt x="80513" y="0"/>
                    <a:pt x="0" y="81076"/>
                    <a:pt x="0" y="180667"/>
                  </a:cubicBezTo>
                  <a:cubicBezTo>
                    <a:pt x="0" y="280895"/>
                    <a:pt x="81152" y="361333"/>
                    <a:pt x="180835" y="361333"/>
                  </a:cubicBezTo>
                  <a:cubicBezTo>
                    <a:pt x="280518" y="361333"/>
                    <a:pt x="361670" y="280257"/>
                    <a:pt x="361670" y="180667"/>
                  </a:cubicBezTo>
                  <a:cubicBezTo>
                    <a:pt x="362309" y="80438"/>
                    <a:pt x="281157" y="0"/>
                    <a:pt x="180835" y="0"/>
                  </a:cubicBezTo>
                  <a:close/>
                  <a:moveTo>
                    <a:pt x="238983" y="264935"/>
                  </a:moveTo>
                  <a:lnTo>
                    <a:pt x="238983" y="280257"/>
                  </a:lnTo>
                  <a:lnTo>
                    <a:pt x="251124" y="280257"/>
                  </a:lnTo>
                  <a:cubicBezTo>
                    <a:pt x="254958" y="280257"/>
                    <a:pt x="257514" y="282810"/>
                    <a:pt x="257514" y="286641"/>
                  </a:cubicBezTo>
                  <a:cubicBezTo>
                    <a:pt x="257514" y="290471"/>
                    <a:pt x="254958" y="293025"/>
                    <a:pt x="251124" y="293025"/>
                  </a:cubicBezTo>
                  <a:lnTo>
                    <a:pt x="238983" y="293025"/>
                  </a:lnTo>
                  <a:lnTo>
                    <a:pt x="238983" y="306431"/>
                  </a:lnTo>
                  <a:cubicBezTo>
                    <a:pt x="238983" y="310261"/>
                    <a:pt x="236428" y="312815"/>
                    <a:pt x="232593" y="312815"/>
                  </a:cubicBezTo>
                  <a:cubicBezTo>
                    <a:pt x="228759" y="312815"/>
                    <a:pt x="226203" y="310261"/>
                    <a:pt x="226203" y="306431"/>
                  </a:cubicBezTo>
                  <a:lnTo>
                    <a:pt x="226203" y="293025"/>
                  </a:lnTo>
                  <a:lnTo>
                    <a:pt x="214063" y="293025"/>
                  </a:lnTo>
                  <a:cubicBezTo>
                    <a:pt x="210228" y="293025"/>
                    <a:pt x="207673" y="290471"/>
                    <a:pt x="207673" y="286641"/>
                  </a:cubicBezTo>
                  <a:cubicBezTo>
                    <a:pt x="207673" y="282810"/>
                    <a:pt x="210228" y="280257"/>
                    <a:pt x="214063" y="280257"/>
                  </a:cubicBezTo>
                  <a:lnTo>
                    <a:pt x="226203" y="280257"/>
                  </a:lnTo>
                  <a:lnTo>
                    <a:pt x="226203" y="264935"/>
                  </a:lnTo>
                  <a:cubicBezTo>
                    <a:pt x="206395" y="263020"/>
                    <a:pt x="189781" y="250252"/>
                    <a:pt x="180835" y="233654"/>
                  </a:cubicBezTo>
                  <a:cubicBezTo>
                    <a:pt x="172528" y="250890"/>
                    <a:pt x="155914" y="263020"/>
                    <a:pt x="136105" y="264935"/>
                  </a:cubicBezTo>
                  <a:lnTo>
                    <a:pt x="136105" y="280257"/>
                  </a:lnTo>
                  <a:lnTo>
                    <a:pt x="148246" y="280257"/>
                  </a:lnTo>
                  <a:cubicBezTo>
                    <a:pt x="152080" y="280257"/>
                    <a:pt x="154636" y="282810"/>
                    <a:pt x="154636" y="286641"/>
                  </a:cubicBezTo>
                  <a:cubicBezTo>
                    <a:pt x="154636" y="290471"/>
                    <a:pt x="152080" y="293025"/>
                    <a:pt x="148246" y="293025"/>
                  </a:cubicBezTo>
                  <a:lnTo>
                    <a:pt x="136105" y="293025"/>
                  </a:lnTo>
                  <a:lnTo>
                    <a:pt x="136105" y="306431"/>
                  </a:lnTo>
                  <a:cubicBezTo>
                    <a:pt x="136105" y="310261"/>
                    <a:pt x="133549" y="312815"/>
                    <a:pt x="129715" y="312815"/>
                  </a:cubicBezTo>
                  <a:cubicBezTo>
                    <a:pt x="125881" y="312815"/>
                    <a:pt x="123325" y="310261"/>
                    <a:pt x="123325" y="306431"/>
                  </a:cubicBezTo>
                  <a:lnTo>
                    <a:pt x="123325" y="293025"/>
                  </a:lnTo>
                  <a:lnTo>
                    <a:pt x="111184" y="293025"/>
                  </a:lnTo>
                  <a:cubicBezTo>
                    <a:pt x="107350" y="293025"/>
                    <a:pt x="104794" y="290471"/>
                    <a:pt x="104794" y="286641"/>
                  </a:cubicBezTo>
                  <a:cubicBezTo>
                    <a:pt x="104794" y="282810"/>
                    <a:pt x="107350" y="280257"/>
                    <a:pt x="111184" y="280257"/>
                  </a:cubicBezTo>
                  <a:lnTo>
                    <a:pt x="123325" y="280257"/>
                  </a:lnTo>
                  <a:lnTo>
                    <a:pt x="123325" y="264935"/>
                  </a:lnTo>
                  <a:cubicBezTo>
                    <a:pt x="94571" y="261743"/>
                    <a:pt x="72206" y="237484"/>
                    <a:pt x="72206" y="208118"/>
                  </a:cubicBezTo>
                  <a:cubicBezTo>
                    <a:pt x="72206" y="178752"/>
                    <a:pt x="94571" y="154492"/>
                    <a:pt x="123325" y="151300"/>
                  </a:cubicBezTo>
                  <a:cubicBezTo>
                    <a:pt x="123325" y="135979"/>
                    <a:pt x="129076" y="120019"/>
                    <a:pt x="141217" y="109166"/>
                  </a:cubicBezTo>
                  <a:cubicBezTo>
                    <a:pt x="150802" y="100228"/>
                    <a:pt x="163582" y="94483"/>
                    <a:pt x="177001" y="93844"/>
                  </a:cubicBezTo>
                  <a:lnTo>
                    <a:pt x="177001" y="70224"/>
                  </a:lnTo>
                  <a:lnTo>
                    <a:pt x="163582" y="82992"/>
                  </a:lnTo>
                  <a:cubicBezTo>
                    <a:pt x="162304" y="84268"/>
                    <a:pt x="161026" y="84907"/>
                    <a:pt x="159109" y="84907"/>
                  </a:cubicBezTo>
                  <a:cubicBezTo>
                    <a:pt x="157192" y="84907"/>
                    <a:pt x="155914" y="84268"/>
                    <a:pt x="154636" y="82992"/>
                  </a:cubicBezTo>
                  <a:cubicBezTo>
                    <a:pt x="152080" y="80438"/>
                    <a:pt x="152080" y="76608"/>
                    <a:pt x="154636" y="74054"/>
                  </a:cubicBezTo>
                  <a:lnTo>
                    <a:pt x="178918" y="51072"/>
                  </a:lnTo>
                  <a:cubicBezTo>
                    <a:pt x="180196" y="49795"/>
                    <a:pt x="182113" y="49157"/>
                    <a:pt x="183391" y="49157"/>
                  </a:cubicBezTo>
                  <a:cubicBezTo>
                    <a:pt x="185308" y="49157"/>
                    <a:pt x="186586" y="49795"/>
                    <a:pt x="187864" y="51072"/>
                  </a:cubicBezTo>
                  <a:lnTo>
                    <a:pt x="210228" y="75331"/>
                  </a:lnTo>
                  <a:cubicBezTo>
                    <a:pt x="212784" y="77884"/>
                    <a:pt x="212784" y="81715"/>
                    <a:pt x="210228" y="84268"/>
                  </a:cubicBezTo>
                  <a:cubicBezTo>
                    <a:pt x="208951" y="85545"/>
                    <a:pt x="207673" y="86184"/>
                    <a:pt x="205756" y="86184"/>
                  </a:cubicBezTo>
                  <a:cubicBezTo>
                    <a:pt x="203838" y="86184"/>
                    <a:pt x="202561" y="85545"/>
                    <a:pt x="201283" y="84268"/>
                  </a:cubicBezTo>
                  <a:lnTo>
                    <a:pt x="189781" y="71500"/>
                  </a:lnTo>
                  <a:lnTo>
                    <a:pt x="189781" y="94483"/>
                  </a:lnTo>
                  <a:cubicBezTo>
                    <a:pt x="201922" y="96398"/>
                    <a:pt x="213423" y="102144"/>
                    <a:pt x="221731" y="111720"/>
                  </a:cubicBezTo>
                  <a:cubicBezTo>
                    <a:pt x="231954" y="123211"/>
                    <a:pt x="237067" y="137256"/>
                    <a:pt x="237067" y="151300"/>
                  </a:cubicBezTo>
                  <a:cubicBezTo>
                    <a:pt x="266460" y="153854"/>
                    <a:pt x="289464" y="178113"/>
                    <a:pt x="289464" y="208118"/>
                  </a:cubicBezTo>
                  <a:cubicBezTo>
                    <a:pt x="289464" y="237484"/>
                    <a:pt x="267099" y="261743"/>
                    <a:pt x="238983" y="264935"/>
                  </a:cubicBezTo>
                  <a:close/>
                </a:path>
              </a:pathLst>
            </a:custGeom>
            <a:solidFill>
              <a:srgbClr val="00A3E0"/>
            </a:solidFill>
            <a:ln w="6390" cap="flat">
              <a:noFill/>
              <a:prstDash val="solid"/>
              <a:miter/>
            </a:ln>
          </p:spPr>
          <p:txBody>
            <a:bodyPr rtlCol="0" anchor="ctr"/>
            <a:lstStyle/>
            <a:p>
              <a:endParaRPr lang="en-US"/>
            </a:p>
          </p:txBody>
        </p:sp>
        <p:sp>
          <p:nvSpPr>
            <p:cNvPr id="1264" name="Graphic 4">
              <a:extLst>
                <a:ext uri="{FF2B5EF4-FFF2-40B4-BE49-F238E27FC236}">
                  <a16:creationId xmlns:a16="http://schemas.microsoft.com/office/drawing/2014/main" id="{6062118C-7515-404F-8787-87C30DDB8A15}"/>
                </a:ext>
              </a:extLst>
            </p:cNvPr>
            <p:cNvSpPr/>
            <p:nvPr/>
          </p:nvSpPr>
          <p:spPr>
            <a:xfrm>
              <a:off x="10512724" y="3019786"/>
              <a:ext cx="89459" cy="88737"/>
            </a:xfrm>
            <a:custGeom>
              <a:avLst/>
              <a:gdLst>
                <a:gd name="connsiteX0" fmla="*/ 47286 w 89459"/>
                <a:gd name="connsiteY0" fmla="*/ 0 h 88737"/>
                <a:gd name="connsiteX1" fmla="*/ 31311 w 89459"/>
                <a:gd name="connsiteY1" fmla="*/ 28089 h 88737"/>
                <a:gd name="connsiteX2" fmla="*/ 0 w 89459"/>
                <a:gd name="connsiteY2" fmla="*/ 42773 h 88737"/>
                <a:gd name="connsiteX3" fmla="*/ 0 w 89459"/>
                <a:gd name="connsiteY3" fmla="*/ 44049 h 88737"/>
                <a:gd name="connsiteX4" fmla="*/ 44730 w 89459"/>
                <a:gd name="connsiteY4" fmla="*/ 88737 h 88737"/>
                <a:gd name="connsiteX5" fmla="*/ 89459 w 89459"/>
                <a:gd name="connsiteY5" fmla="*/ 44049 h 88737"/>
                <a:gd name="connsiteX6" fmla="*/ 47286 w 89459"/>
                <a:gd name="connsiteY6" fmla="*/ 0 h 88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459" h="88737">
                  <a:moveTo>
                    <a:pt x="47286" y="0"/>
                  </a:moveTo>
                  <a:cubicBezTo>
                    <a:pt x="44730" y="10214"/>
                    <a:pt x="39618" y="19790"/>
                    <a:pt x="31311" y="28089"/>
                  </a:cubicBezTo>
                  <a:cubicBezTo>
                    <a:pt x="22365" y="36389"/>
                    <a:pt x="11502" y="41496"/>
                    <a:pt x="0" y="42773"/>
                  </a:cubicBezTo>
                  <a:cubicBezTo>
                    <a:pt x="0" y="43411"/>
                    <a:pt x="0" y="44049"/>
                    <a:pt x="0" y="44049"/>
                  </a:cubicBezTo>
                  <a:cubicBezTo>
                    <a:pt x="0" y="68309"/>
                    <a:pt x="19809" y="88737"/>
                    <a:pt x="44730" y="88737"/>
                  </a:cubicBezTo>
                  <a:cubicBezTo>
                    <a:pt x="69650" y="88737"/>
                    <a:pt x="89459" y="68947"/>
                    <a:pt x="89459" y="44049"/>
                  </a:cubicBezTo>
                  <a:cubicBezTo>
                    <a:pt x="88820" y="20429"/>
                    <a:pt x="70289" y="1277"/>
                    <a:pt x="47286" y="0"/>
                  </a:cubicBezTo>
                  <a:close/>
                </a:path>
              </a:pathLst>
            </a:custGeom>
            <a:solidFill>
              <a:srgbClr val="00A3E0"/>
            </a:solidFill>
            <a:ln w="6390" cap="flat">
              <a:noFill/>
              <a:prstDash val="solid"/>
              <a:miter/>
            </a:ln>
          </p:spPr>
          <p:txBody>
            <a:bodyPr rtlCol="0" anchor="ctr"/>
            <a:lstStyle/>
            <a:p>
              <a:endParaRPr lang="en-US"/>
            </a:p>
          </p:txBody>
        </p:sp>
      </p:grpSp>
      <p:grpSp>
        <p:nvGrpSpPr>
          <p:cNvPr id="1265" name="Graphic 4">
            <a:extLst>
              <a:ext uri="{FF2B5EF4-FFF2-40B4-BE49-F238E27FC236}">
                <a16:creationId xmlns:a16="http://schemas.microsoft.com/office/drawing/2014/main" id="{C09F4BC7-8B7F-E04B-B545-DB28B059EC5F}"/>
              </a:ext>
            </a:extLst>
          </p:cNvPr>
          <p:cNvGrpSpPr/>
          <p:nvPr/>
        </p:nvGrpSpPr>
        <p:grpSpPr>
          <a:xfrm>
            <a:off x="8239823" y="2371173"/>
            <a:ext cx="361674" cy="361333"/>
            <a:chOff x="8239823" y="2371173"/>
            <a:chExt cx="361674" cy="361333"/>
          </a:xfrm>
          <a:solidFill>
            <a:srgbClr val="00A3E0"/>
          </a:solidFill>
        </p:grpSpPr>
        <p:sp>
          <p:nvSpPr>
            <p:cNvPr id="1266" name="Graphic 4">
              <a:extLst>
                <a:ext uri="{FF2B5EF4-FFF2-40B4-BE49-F238E27FC236}">
                  <a16:creationId xmlns:a16="http://schemas.microsoft.com/office/drawing/2014/main" id="{141E4391-2CC7-2A4F-BA47-8B7D26911DC6}"/>
                </a:ext>
              </a:extLst>
            </p:cNvPr>
            <p:cNvSpPr/>
            <p:nvPr/>
          </p:nvSpPr>
          <p:spPr>
            <a:xfrm>
              <a:off x="8365705" y="2525027"/>
              <a:ext cx="35144" cy="28727"/>
            </a:xfrm>
            <a:custGeom>
              <a:avLst/>
              <a:gdLst>
                <a:gd name="connsiteX0" fmla="*/ 0 w 35144"/>
                <a:gd name="connsiteY0" fmla="*/ 0 h 28727"/>
                <a:gd name="connsiteX1" fmla="*/ 35145 w 35144"/>
                <a:gd name="connsiteY1" fmla="*/ 28728 h 28727"/>
                <a:gd name="connsiteX2" fmla="*/ 0 w 35144"/>
                <a:gd name="connsiteY2" fmla="*/ 0 h 28727"/>
              </a:gdLst>
              <a:ahLst/>
              <a:cxnLst>
                <a:cxn ang="0">
                  <a:pos x="connsiteX0" y="connsiteY0"/>
                </a:cxn>
                <a:cxn ang="0">
                  <a:pos x="connsiteX1" y="connsiteY1"/>
                </a:cxn>
                <a:cxn ang="0">
                  <a:pos x="connsiteX2" y="connsiteY2"/>
                </a:cxn>
              </a:cxnLst>
              <a:rect l="l" t="t" r="r" b="b"/>
              <a:pathLst>
                <a:path w="35144" h="28727">
                  <a:moveTo>
                    <a:pt x="0" y="0"/>
                  </a:moveTo>
                  <a:cubicBezTo>
                    <a:pt x="5751" y="14683"/>
                    <a:pt x="19170" y="26174"/>
                    <a:pt x="35145" y="28728"/>
                  </a:cubicBezTo>
                  <a:cubicBezTo>
                    <a:pt x="30033" y="14045"/>
                    <a:pt x="16614" y="2554"/>
                    <a:pt x="0" y="0"/>
                  </a:cubicBezTo>
                  <a:close/>
                </a:path>
              </a:pathLst>
            </a:custGeom>
            <a:solidFill>
              <a:srgbClr val="00A3E0"/>
            </a:solidFill>
            <a:ln w="6390" cap="flat">
              <a:noFill/>
              <a:prstDash val="solid"/>
              <a:miter/>
            </a:ln>
          </p:spPr>
          <p:txBody>
            <a:bodyPr rtlCol="0" anchor="ctr"/>
            <a:lstStyle/>
            <a:p>
              <a:endParaRPr lang="en-US"/>
            </a:p>
          </p:txBody>
        </p:sp>
        <p:sp>
          <p:nvSpPr>
            <p:cNvPr id="1267" name="Graphic 4">
              <a:extLst>
                <a:ext uri="{FF2B5EF4-FFF2-40B4-BE49-F238E27FC236}">
                  <a16:creationId xmlns:a16="http://schemas.microsoft.com/office/drawing/2014/main" id="{428CECE2-1EAB-9747-9937-B7C91714BE69}"/>
                </a:ext>
              </a:extLst>
            </p:cNvPr>
            <p:cNvSpPr/>
            <p:nvPr/>
          </p:nvSpPr>
          <p:spPr>
            <a:xfrm>
              <a:off x="8361871" y="2463103"/>
              <a:ext cx="92015" cy="79799"/>
            </a:xfrm>
            <a:custGeom>
              <a:avLst/>
              <a:gdLst>
                <a:gd name="connsiteX0" fmla="*/ 47925 w 92015"/>
                <a:gd name="connsiteY0" fmla="*/ 79800 h 79799"/>
                <a:gd name="connsiteX1" fmla="*/ 92015 w 92015"/>
                <a:gd name="connsiteY1" fmla="*/ 49157 h 79799"/>
                <a:gd name="connsiteX2" fmla="*/ 92015 w 92015"/>
                <a:gd name="connsiteY2" fmla="*/ 45965 h 79799"/>
                <a:gd name="connsiteX3" fmla="*/ 46008 w 92015"/>
                <a:gd name="connsiteY3" fmla="*/ 0 h 79799"/>
                <a:gd name="connsiteX4" fmla="*/ 0 w 92015"/>
                <a:gd name="connsiteY4" fmla="*/ 45965 h 79799"/>
                <a:gd name="connsiteX5" fmla="*/ 0 w 92015"/>
                <a:gd name="connsiteY5" fmla="*/ 49157 h 79799"/>
                <a:gd name="connsiteX6" fmla="*/ 47925 w 92015"/>
                <a:gd name="connsiteY6" fmla="*/ 79800 h 79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015" h="79799">
                  <a:moveTo>
                    <a:pt x="47925" y="79800"/>
                  </a:moveTo>
                  <a:cubicBezTo>
                    <a:pt x="56871" y="63201"/>
                    <a:pt x="72845" y="51710"/>
                    <a:pt x="92015" y="49157"/>
                  </a:cubicBezTo>
                  <a:cubicBezTo>
                    <a:pt x="92015" y="47880"/>
                    <a:pt x="92015" y="46603"/>
                    <a:pt x="92015" y="45965"/>
                  </a:cubicBezTo>
                  <a:cubicBezTo>
                    <a:pt x="92015" y="20429"/>
                    <a:pt x="71568" y="0"/>
                    <a:pt x="46008" y="0"/>
                  </a:cubicBezTo>
                  <a:cubicBezTo>
                    <a:pt x="20448" y="0"/>
                    <a:pt x="0" y="20429"/>
                    <a:pt x="0" y="45965"/>
                  </a:cubicBezTo>
                  <a:cubicBezTo>
                    <a:pt x="0" y="47241"/>
                    <a:pt x="0" y="47880"/>
                    <a:pt x="0" y="49157"/>
                  </a:cubicBezTo>
                  <a:cubicBezTo>
                    <a:pt x="21726" y="50433"/>
                    <a:pt x="39618" y="62563"/>
                    <a:pt x="47925" y="79800"/>
                  </a:cubicBezTo>
                  <a:close/>
                </a:path>
              </a:pathLst>
            </a:custGeom>
            <a:solidFill>
              <a:srgbClr val="00A3E0"/>
            </a:solidFill>
            <a:ln w="6390" cap="flat">
              <a:noFill/>
              <a:prstDash val="solid"/>
              <a:miter/>
            </a:ln>
          </p:spPr>
          <p:txBody>
            <a:bodyPr rtlCol="0" anchor="ctr"/>
            <a:lstStyle/>
            <a:p>
              <a:endParaRPr lang="en-US"/>
            </a:p>
          </p:txBody>
        </p:sp>
        <p:sp>
          <p:nvSpPr>
            <p:cNvPr id="1268" name="Graphic 4">
              <a:extLst>
                <a:ext uri="{FF2B5EF4-FFF2-40B4-BE49-F238E27FC236}">
                  <a16:creationId xmlns:a16="http://schemas.microsoft.com/office/drawing/2014/main" id="{AC427B4A-DA1D-404B-9394-F8BC0C065E28}"/>
                </a:ext>
              </a:extLst>
            </p:cNvPr>
            <p:cNvSpPr/>
            <p:nvPr/>
          </p:nvSpPr>
          <p:spPr>
            <a:xfrm>
              <a:off x="8419380" y="2526304"/>
              <a:ext cx="31949" cy="27451"/>
            </a:xfrm>
            <a:custGeom>
              <a:avLst/>
              <a:gdLst>
                <a:gd name="connsiteX0" fmla="*/ 31950 w 31949"/>
                <a:gd name="connsiteY0" fmla="*/ 0 h 27451"/>
                <a:gd name="connsiteX1" fmla="*/ 0 w 31949"/>
                <a:gd name="connsiteY1" fmla="*/ 27451 h 27451"/>
                <a:gd name="connsiteX2" fmla="*/ 31950 w 31949"/>
                <a:gd name="connsiteY2" fmla="*/ 0 h 27451"/>
              </a:gdLst>
              <a:ahLst/>
              <a:cxnLst>
                <a:cxn ang="0">
                  <a:pos x="connsiteX0" y="connsiteY0"/>
                </a:cxn>
                <a:cxn ang="0">
                  <a:pos x="connsiteX1" y="connsiteY1"/>
                </a:cxn>
                <a:cxn ang="0">
                  <a:pos x="connsiteX2" y="connsiteY2"/>
                </a:cxn>
              </a:cxnLst>
              <a:rect l="l" t="t" r="r" b="b"/>
              <a:pathLst>
                <a:path w="31949" h="27451">
                  <a:moveTo>
                    <a:pt x="31950" y="0"/>
                  </a:moveTo>
                  <a:cubicBezTo>
                    <a:pt x="17253" y="3830"/>
                    <a:pt x="5751" y="14045"/>
                    <a:pt x="0" y="27451"/>
                  </a:cubicBezTo>
                  <a:cubicBezTo>
                    <a:pt x="14697" y="23621"/>
                    <a:pt x="26199" y="13406"/>
                    <a:pt x="31950" y="0"/>
                  </a:cubicBezTo>
                  <a:close/>
                </a:path>
              </a:pathLst>
            </a:custGeom>
            <a:solidFill>
              <a:srgbClr val="00A3E0"/>
            </a:solidFill>
            <a:ln w="6390" cap="flat">
              <a:noFill/>
              <a:prstDash val="solid"/>
              <a:miter/>
            </a:ln>
          </p:spPr>
          <p:txBody>
            <a:bodyPr rtlCol="0" anchor="ctr"/>
            <a:lstStyle/>
            <a:p>
              <a:endParaRPr lang="en-US"/>
            </a:p>
          </p:txBody>
        </p:sp>
        <p:sp>
          <p:nvSpPr>
            <p:cNvPr id="1269" name="Graphic 4">
              <a:extLst>
                <a:ext uri="{FF2B5EF4-FFF2-40B4-BE49-F238E27FC236}">
                  <a16:creationId xmlns:a16="http://schemas.microsoft.com/office/drawing/2014/main" id="{5C84C051-3ECE-3D4B-A222-BC86A0827E70}"/>
                </a:ext>
              </a:extLst>
            </p:cNvPr>
            <p:cNvSpPr/>
            <p:nvPr/>
          </p:nvSpPr>
          <p:spPr>
            <a:xfrm>
              <a:off x="8315225" y="2525027"/>
              <a:ext cx="88180" cy="87460"/>
            </a:xfrm>
            <a:custGeom>
              <a:avLst/>
              <a:gdLst>
                <a:gd name="connsiteX0" fmla="*/ 88181 w 88180"/>
                <a:gd name="connsiteY0" fmla="*/ 42134 h 87460"/>
                <a:gd name="connsiteX1" fmla="*/ 37061 w 88180"/>
                <a:gd name="connsiteY1" fmla="*/ 0 h 87460"/>
                <a:gd name="connsiteX2" fmla="*/ 0 w 88180"/>
                <a:gd name="connsiteY2" fmla="*/ 43411 h 87460"/>
                <a:gd name="connsiteX3" fmla="*/ 44090 w 88180"/>
                <a:gd name="connsiteY3" fmla="*/ 87461 h 87460"/>
                <a:gd name="connsiteX4" fmla="*/ 88181 w 88180"/>
                <a:gd name="connsiteY4" fmla="*/ 43411 h 87460"/>
                <a:gd name="connsiteX5" fmla="*/ 88181 w 88180"/>
                <a:gd name="connsiteY5" fmla="*/ 42134 h 8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180" h="87460">
                  <a:moveTo>
                    <a:pt x="88181" y="42134"/>
                  </a:moveTo>
                  <a:cubicBezTo>
                    <a:pt x="63899" y="40219"/>
                    <a:pt x="43451" y="22982"/>
                    <a:pt x="37061" y="0"/>
                  </a:cubicBezTo>
                  <a:cubicBezTo>
                    <a:pt x="15975" y="3192"/>
                    <a:pt x="0" y="21706"/>
                    <a:pt x="0" y="43411"/>
                  </a:cubicBezTo>
                  <a:cubicBezTo>
                    <a:pt x="0" y="67670"/>
                    <a:pt x="19809" y="87461"/>
                    <a:pt x="44090" y="87461"/>
                  </a:cubicBezTo>
                  <a:cubicBezTo>
                    <a:pt x="68372" y="87461"/>
                    <a:pt x="88181" y="67670"/>
                    <a:pt x="88181" y="43411"/>
                  </a:cubicBezTo>
                  <a:cubicBezTo>
                    <a:pt x="88181" y="43411"/>
                    <a:pt x="88181" y="42773"/>
                    <a:pt x="88181" y="42134"/>
                  </a:cubicBezTo>
                  <a:close/>
                </a:path>
              </a:pathLst>
            </a:custGeom>
            <a:solidFill>
              <a:srgbClr val="00A3E0"/>
            </a:solidFill>
            <a:ln w="6390" cap="flat">
              <a:noFill/>
              <a:prstDash val="solid"/>
              <a:miter/>
            </a:ln>
          </p:spPr>
          <p:txBody>
            <a:bodyPr rtlCol="0" anchor="ctr"/>
            <a:lstStyle/>
            <a:p>
              <a:endParaRPr lang="en-US"/>
            </a:p>
          </p:txBody>
        </p:sp>
        <p:sp>
          <p:nvSpPr>
            <p:cNvPr id="1270" name="Graphic 4">
              <a:extLst>
                <a:ext uri="{FF2B5EF4-FFF2-40B4-BE49-F238E27FC236}">
                  <a16:creationId xmlns:a16="http://schemas.microsoft.com/office/drawing/2014/main" id="{A1C8A4AC-0691-BD40-B60E-84CFFA87FF9A}"/>
                </a:ext>
              </a:extLst>
            </p:cNvPr>
            <p:cNvSpPr/>
            <p:nvPr/>
          </p:nvSpPr>
          <p:spPr>
            <a:xfrm>
              <a:off x="8239823" y="2371173"/>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297771 w 361674"/>
                <a:gd name="connsiteY5" fmla="*/ 164068 h 361333"/>
                <a:gd name="connsiteX6" fmla="*/ 291381 w 361674"/>
                <a:gd name="connsiteY6" fmla="*/ 170452 h 361333"/>
                <a:gd name="connsiteX7" fmla="*/ 284991 w 361674"/>
                <a:gd name="connsiteY7" fmla="*/ 164068 h 361333"/>
                <a:gd name="connsiteX8" fmla="*/ 284991 w 361674"/>
                <a:gd name="connsiteY8" fmla="*/ 144278 h 361333"/>
                <a:gd name="connsiteX9" fmla="*/ 266460 w 361674"/>
                <a:gd name="connsiteY9" fmla="*/ 161515 h 361333"/>
                <a:gd name="connsiteX10" fmla="*/ 280518 w 361674"/>
                <a:gd name="connsiteY10" fmla="*/ 199180 h 361333"/>
                <a:gd name="connsiteX11" fmla="*/ 221731 w 361674"/>
                <a:gd name="connsiteY11" fmla="*/ 257913 h 361333"/>
                <a:gd name="connsiteX12" fmla="*/ 169333 w 361674"/>
                <a:gd name="connsiteY12" fmla="*/ 224716 h 361333"/>
                <a:gd name="connsiteX13" fmla="*/ 125881 w 361674"/>
                <a:gd name="connsiteY13" fmla="*/ 254083 h 361333"/>
                <a:gd name="connsiteX14" fmla="*/ 125881 w 361674"/>
                <a:gd name="connsiteY14" fmla="*/ 268766 h 361333"/>
                <a:gd name="connsiteX15" fmla="*/ 138022 w 361674"/>
                <a:gd name="connsiteY15" fmla="*/ 268766 h 361333"/>
                <a:gd name="connsiteX16" fmla="*/ 144412 w 361674"/>
                <a:gd name="connsiteY16" fmla="*/ 275150 h 361333"/>
                <a:gd name="connsiteX17" fmla="*/ 138022 w 361674"/>
                <a:gd name="connsiteY17" fmla="*/ 281534 h 361333"/>
                <a:gd name="connsiteX18" fmla="*/ 125881 w 361674"/>
                <a:gd name="connsiteY18" fmla="*/ 281534 h 361333"/>
                <a:gd name="connsiteX19" fmla="*/ 125881 w 361674"/>
                <a:gd name="connsiteY19" fmla="*/ 294302 h 361333"/>
                <a:gd name="connsiteX20" fmla="*/ 119492 w 361674"/>
                <a:gd name="connsiteY20" fmla="*/ 300686 h 361333"/>
                <a:gd name="connsiteX21" fmla="*/ 113102 w 361674"/>
                <a:gd name="connsiteY21" fmla="*/ 294302 h 361333"/>
                <a:gd name="connsiteX22" fmla="*/ 113102 w 361674"/>
                <a:gd name="connsiteY22" fmla="*/ 281534 h 361333"/>
                <a:gd name="connsiteX23" fmla="*/ 100961 w 361674"/>
                <a:gd name="connsiteY23" fmla="*/ 281534 h 361333"/>
                <a:gd name="connsiteX24" fmla="*/ 94571 w 361674"/>
                <a:gd name="connsiteY24" fmla="*/ 275150 h 361333"/>
                <a:gd name="connsiteX25" fmla="*/ 100961 w 361674"/>
                <a:gd name="connsiteY25" fmla="*/ 268766 h 361333"/>
                <a:gd name="connsiteX26" fmla="*/ 113102 w 361674"/>
                <a:gd name="connsiteY26" fmla="*/ 268766 h 361333"/>
                <a:gd name="connsiteX27" fmla="*/ 113102 w 361674"/>
                <a:gd name="connsiteY27" fmla="*/ 254083 h 361333"/>
                <a:gd name="connsiteX28" fmla="*/ 62622 w 361674"/>
                <a:gd name="connsiteY28" fmla="*/ 197903 h 361333"/>
                <a:gd name="connsiteX29" fmla="*/ 110546 w 361674"/>
                <a:gd name="connsiteY29" fmla="*/ 141724 h 361333"/>
                <a:gd name="connsiteX30" fmla="*/ 110546 w 361674"/>
                <a:gd name="connsiteY30" fmla="*/ 137894 h 361333"/>
                <a:gd name="connsiteX31" fmla="*/ 169333 w 361674"/>
                <a:gd name="connsiteY31" fmla="*/ 79162 h 361333"/>
                <a:gd name="connsiteX32" fmla="*/ 205117 w 361674"/>
                <a:gd name="connsiteY32" fmla="*/ 91291 h 361333"/>
                <a:gd name="connsiteX33" fmla="*/ 223009 w 361674"/>
                <a:gd name="connsiteY33" fmla="*/ 74054 h 361333"/>
                <a:gd name="connsiteX34" fmla="*/ 204478 w 361674"/>
                <a:gd name="connsiteY34" fmla="*/ 74054 h 361333"/>
                <a:gd name="connsiteX35" fmla="*/ 198088 w 361674"/>
                <a:gd name="connsiteY35" fmla="*/ 67670 h 361333"/>
                <a:gd name="connsiteX36" fmla="*/ 204478 w 361674"/>
                <a:gd name="connsiteY36" fmla="*/ 61286 h 361333"/>
                <a:gd name="connsiteX37" fmla="*/ 238345 w 361674"/>
                <a:gd name="connsiteY37" fmla="*/ 61286 h 361333"/>
                <a:gd name="connsiteX38" fmla="*/ 242818 w 361674"/>
                <a:gd name="connsiteY38" fmla="*/ 63202 h 361333"/>
                <a:gd name="connsiteX39" fmla="*/ 244735 w 361674"/>
                <a:gd name="connsiteY39" fmla="*/ 67670 h 361333"/>
                <a:gd name="connsiteX40" fmla="*/ 244735 w 361674"/>
                <a:gd name="connsiteY40" fmla="*/ 102144 h 361333"/>
                <a:gd name="connsiteX41" fmla="*/ 238345 w 361674"/>
                <a:gd name="connsiteY41" fmla="*/ 108528 h 361333"/>
                <a:gd name="connsiteX42" fmla="*/ 231955 w 361674"/>
                <a:gd name="connsiteY42" fmla="*/ 102144 h 361333"/>
                <a:gd name="connsiteX43" fmla="*/ 231955 w 361674"/>
                <a:gd name="connsiteY43" fmla="*/ 82354 h 361333"/>
                <a:gd name="connsiteX44" fmla="*/ 213424 w 361674"/>
                <a:gd name="connsiteY44" fmla="*/ 99590 h 361333"/>
                <a:gd name="connsiteX45" fmla="*/ 227482 w 361674"/>
                <a:gd name="connsiteY45" fmla="*/ 137256 h 361333"/>
                <a:gd name="connsiteX46" fmla="*/ 227482 w 361674"/>
                <a:gd name="connsiteY46" fmla="*/ 140448 h 361333"/>
                <a:gd name="connsiteX47" fmla="*/ 258154 w 361674"/>
                <a:gd name="connsiteY47" fmla="*/ 152577 h 361333"/>
                <a:gd name="connsiteX48" fmla="*/ 276045 w 361674"/>
                <a:gd name="connsiteY48" fmla="*/ 135341 h 361333"/>
                <a:gd name="connsiteX49" fmla="*/ 257515 w 361674"/>
                <a:gd name="connsiteY49" fmla="*/ 135341 h 361333"/>
                <a:gd name="connsiteX50" fmla="*/ 251125 w 361674"/>
                <a:gd name="connsiteY50" fmla="*/ 128957 h 361333"/>
                <a:gd name="connsiteX51" fmla="*/ 257515 w 361674"/>
                <a:gd name="connsiteY51" fmla="*/ 122573 h 361333"/>
                <a:gd name="connsiteX52" fmla="*/ 291381 w 361674"/>
                <a:gd name="connsiteY52" fmla="*/ 122573 h 361333"/>
                <a:gd name="connsiteX53" fmla="*/ 295854 w 361674"/>
                <a:gd name="connsiteY53" fmla="*/ 124488 h 361333"/>
                <a:gd name="connsiteX54" fmla="*/ 297771 w 361674"/>
                <a:gd name="connsiteY54" fmla="*/ 128957 h 361333"/>
                <a:gd name="connsiteX55" fmla="*/ 297771 w 361674"/>
                <a:gd name="connsiteY55" fmla="*/ 16406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61674" h="361333">
                  <a:moveTo>
                    <a:pt x="180836" y="0"/>
                  </a:moveTo>
                  <a:cubicBezTo>
                    <a:pt x="80513" y="0"/>
                    <a:pt x="0" y="81077"/>
                    <a:pt x="0" y="180667"/>
                  </a:cubicBezTo>
                  <a:cubicBezTo>
                    <a:pt x="0" y="280895"/>
                    <a:pt x="81152" y="361333"/>
                    <a:pt x="180836" y="361333"/>
                  </a:cubicBezTo>
                  <a:cubicBezTo>
                    <a:pt x="280518" y="361333"/>
                    <a:pt x="361670" y="280257"/>
                    <a:pt x="361670" y="180667"/>
                  </a:cubicBezTo>
                  <a:cubicBezTo>
                    <a:pt x="362309" y="81077"/>
                    <a:pt x="281157" y="0"/>
                    <a:pt x="180836" y="0"/>
                  </a:cubicBezTo>
                  <a:close/>
                  <a:moveTo>
                    <a:pt x="297771" y="164068"/>
                  </a:moveTo>
                  <a:cubicBezTo>
                    <a:pt x="297771" y="167899"/>
                    <a:pt x="295215" y="170452"/>
                    <a:pt x="291381" y="170452"/>
                  </a:cubicBezTo>
                  <a:cubicBezTo>
                    <a:pt x="287547" y="170452"/>
                    <a:pt x="284991" y="167899"/>
                    <a:pt x="284991" y="164068"/>
                  </a:cubicBezTo>
                  <a:lnTo>
                    <a:pt x="284991" y="144278"/>
                  </a:lnTo>
                  <a:lnTo>
                    <a:pt x="266460" y="161515"/>
                  </a:lnTo>
                  <a:cubicBezTo>
                    <a:pt x="274767" y="171729"/>
                    <a:pt x="280518" y="184497"/>
                    <a:pt x="280518" y="199180"/>
                  </a:cubicBezTo>
                  <a:cubicBezTo>
                    <a:pt x="280518" y="231739"/>
                    <a:pt x="254320" y="257913"/>
                    <a:pt x="221731" y="257913"/>
                  </a:cubicBezTo>
                  <a:cubicBezTo>
                    <a:pt x="198727" y="257913"/>
                    <a:pt x="178279" y="244507"/>
                    <a:pt x="169333" y="224716"/>
                  </a:cubicBezTo>
                  <a:cubicBezTo>
                    <a:pt x="160387" y="240676"/>
                    <a:pt x="145051" y="251529"/>
                    <a:pt x="125881" y="254083"/>
                  </a:cubicBezTo>
                  <a:lnTo>
                    <a:pt x="125881" y="268766"/>
                  </a:lnTo>
                  <a:lnTo>
                    <a:pt x="138022" y="268766"/>
                  </a:lnTo>
                  <a:cubicBezTo>
                    <a:pt x="141856" y="268766"/>
                    <a:pt x="144412" y="271319"/>
                    <a:pt x="144412" y="275150"/>
                  </a:cubicBezTo>
                  <a:cubicBezTo>
                    <a:pt x="144412" y="278980"/>
                    <a:pt x="141856" y="281534"/>
                    <a:pt x="138022" y="281534"/>
                  </a:cubicBezTo>
                  <a:lnTo>
                    <a:pt x="125881" y="281534"/>
                  </a:lnTo>
                  <a:lnTo>
                    <a:pt x="125881" y="294302"/>
                  </a:lnTo>
                  <a:cubicBezTo>
                    <a:pt x="125881" y="298132"/>
                    <a:pt x="123326" y="300686"/>
                    <a:pt x="119492" y="300686"/>
                  </a:cubicBezTo>
                  <a:cubicBezTo>
                    <a:pt x="115658" y="300686"/>
                    <a:pt x="113102" y="298132"/>
                    <a:pt x="113102" y="294302"/>
                  </a:cubicBezTo>
                  <a:lnTo>
                    <a:pt x="113102" y="281534"/>
                  </a:lnTo>
                  <a:lnTo>
                    <a:pt x="100961" y="281534"/>
                  </a:lnTo>
                  <a:cubicBezTo>
                    <a:pt x="97127" y="281534"/>
                    <a:pt x="94571" y="278980"/>
                    <a:pt x="94571" y="275150"/>
                  </a:cubicBezTo>
                  <a:cubicBezTo>
                    <a:pt x="94571" y="271319"/>
                    <a:pt x="97127" y="268766"/>
                    <a:pt x="100961" y="268766"/>
                  </a:cubicBezTo>
                  <a:lnTo>
                    <a:pt x="113102" y="268766"/>
                  </a:lnTo>
                  <a:lnTo>
                    <a:pt x="113102" y="254083"/>
                  </a:lnTo>
                  <a:cubicBezTo>
                    <a:pt x="84347" y="250891"/>
                    <a:pt x="62622" y="226631"/>
                    <a:pt x="62622" y="197903"/>
                  </a:cubicBezTo>
                  <a:cubicBezTo>
                    <a:pt x="62622" y="169814"/>
                    <a:pt x="83069" y="146193"/>
                    <a:pt x="110546" y="141724"/>
                  </a:cubicBezTo>
                  <a:cubicBezTo>
                    <a:pt x="110546" y="140448"/>
                    <a:pt x="110546" y="139171"/>
                    <a:pt x="110546" y="137894"/>
                  </a:cubicBezTo>
                  <a:cubicBezTo>
                    <a:pt x="110546" y="105336"/>
                    <a:pt x="136745" y="79162"/>
                    <a:pt x="169333" y="79162"/>
                  </a:cubicBezTo>
                  <a:cubicBezTo>
                    <a:pt x="182752" y="79162"/>
                    <a:pt x="194893" y="83630"/>
                    <a:pt x="205117" y="91291"/>
                  </a:cubicBezTo>
                  <a:lnTo>
                    <a:pt x="223009" y="74054"/>
                  </a:lnTo>
                  <a:lnTo>
                    <a:pt x="204478" y="74054"/>
                  </a:lnTo>
                  <a:cubicBezTo>
                    <a:pt x="200644" y="74054"/>
                    <a:pt x="198088" y="71501"/>
                    <a:pt x="198088" y="67670"/>
                  </a:cubicBezTo>
                  <a:cubicBezTo>
                    <a:pt x="198088" y="63840"/>
                    <a:pt x="200644" y="61286"/>
                    <a:pt x="204478" y="61286"/>
                  </a:cubicBezTo>
                  <a:lnTo>
                    <a:pt x="238345" y="61286"/>
                  </a:lnTo>
                  <a:cubicBezTo>
                    <a:pt x="240261" y="61286"/>
                    <a:pt x="241540" y="61925"/>
                    <a:pt x="242818" y="63202"/>
                  </a:cubicBezTo>
                  <a:cubicBezTo>
                    <a:pt x="244095" y="64478"/>
                    <a:pt x="244735" y="65755"/>
                    <a:pt x="244735" y="67670"/>
                  </a:cubicBezTo>
                  <a:lnTo>
                    <a:pt x="244735" y="102144"/>
                  </a:lnTo>
                  <a:cubicBezTo>
                    <a:pt x="244735" y="105974"/>
                    <a:pt x="242179" y="108528"/>
                    <a:pt x="238345" y="108528"/>
                  </a:cubicBezTo>
                  <a:cubicBezTo>
                    <a:pt x="234510" y="108528"/>
                    <a:pt x="231955" y="105974"/>
                    <a:pt x="231955" y="102144"/>
                  </a:cubicBezTo>
                  <a:lnTo>
                    <a:pt x="231955" y="82354"/>
                  </a:lnTo>
                  <a:lnTo>
                    <a:pt x="213424" y="99590"/>
                  </a:lnTo>
                  <a:cubicBezTo>
                    <a:pt x="221731" y="109805"/>
                    <a:pt x="227482" y="122573"/>
                    <a:pt x="227482" y="137256"/>
                  </a:cubicBezTo>
                  <a:cubicBezTo>
                    <a:pt x="227482" y="138533"/>
                    <a:pt x="227482" y="139171"/>
                    <a:pt x="227482" y="140448"/>
                  </a:cubicBezTo>
                  <a:cubicBezTo>
                    <a:pt x="238984" y="141724"/>
                    <a:pt x="249208" y="145555"/>
                    <a:pt x="258154" y="152577"/>
                  </a:cubicBezTo>
                  <a:lnTo>
                    <a:pt x="276045" y="135341"/>
                  </a:lnTo>
                  <a:lnTo>
                    <a:pt x="257515" y="135341"/>
                  </a:lnTo>
                  <a:cubicBezTo>
                    <a:pt x="253680" y="135341"/>
                    <a:pt x="251125" y="132787"/>
                    <a:pt x="251125" y="128957"/>
                  </a:cubicBezTo>
                  <a:cubicBezTo>
                    <a:pt x="251125" y="125126"/>
                    <a:pt x="253680" y="122573"/>
                    <a:pt x="257515" y="122573"/>
                  </a:cubicBezTo>
                  <a:lnTo>
                    <a:pt x="291381" y="122573"/>
                  </a:lnTo>
                  <a:cubicBezTo>
                    <a:pt x="293298" y="122573"/>
                    <a:pt x="294576" y="123211"/>
                    <a:pt x="295854" y="124488"/>
                  </a:cubicBezTo>
                  <a:cubicBezTo>
                    <a:pt x="297132" y="125765"/>
                    <a:pt x="297771" y="127041"/>
                    <a:pt x="297771" y="128957"/>
                  </a:cubicBezTo>
                  <a:lnTo>
                    <a:pt x="297771" y="164068"/>
                  </a:lnTo>
                  <a:close/>
                </a:path>
              </a:pathLst>
            </a:custGeom>
            <a:solidFill>
              <a:srgbClr val="00A3E0"/>
            </a:solidFill>
            <a:ln w="6390" cap="flat">
              <a:noFill/>
              <a:prstDash val="solid"/>
              <a:miter/>
            </a:ln>
          </p:spPr>
          <p:txBody>
            <a:bodyPr rtlCol="0" anchor="ctr"/>
            <a:lstStyle/>
            <a:p>
              <a:endParaRPr lang="en-US"/>
            </a:p>
          </p:txBody>
        </p:sp>
        <p:sp>
          <p:nvSpPr>
            <p:cNvPr id="1271" name="Graphic 4">
              <a:extLst>
                <a:ext uri="{FF2B5EF4-FFF2-40B4-BE49-F238E27FC236}">
                  <a16:creationId xmlns:a16="http://schemas.microsoft.com/office/drawing/2014/main" id="{0445B55D-47FD-0F48-A559-5FB1765993DB}"/>
                </a:ext>
              </a:extLst>
            </p:cNvPr>
            <p:cNvSpPr/>
            <p:nvPr/>
          </p:nvSpPr>
          <p:spPr>
            <a:xfrm>
              <a:off x="8416186" y="2525027"/>
              <a:ext cx="92015" cy="91291"/>
            </a:xfrm>
            <a:custGeom>
              <a:avLst/>
              <a:gdLst>
                <a:gd name="connsiteX0" fmla="*/ 48563 w 92015"/>
                <a:gd name="connsiteY0" fmla="*/ 0 h 91291"/>
                <a:gd name="connsiteX1" fmla="*/ 0 w 92015"/>
                <a:gd name="connsiteY1" fmla="*/ 42134 h 91291"/>
                <a:gd name="connsiteX2" fmla="*/ 0 w 92015"/>
                <a:gd name="connsiteY2" fmla="*/ 45326 h 91291"/>
                <a:gd name="connsiteX3" fmla="*/ 46008 w 92015"/>
                <a:gd name="connsiteY3" fmla="*/ 91291 h 91291"/>
                <a:gd name="connsiteX4" fmla="*/ 92015 w 92015"/>
                <a:gd name="connsiteY4" fmla="*/ 45326 h 91291"/>
                <a:gd name="connsiteX5" fmla="*/ 48563 w 92015"/>
                <a:gd name="connsiteY5" fmla="*/ 0 h 9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015" h="91291">
                  <a:moveTo>
                    <a:pt x="48563" y="0"/>
                  </a:moveTo>
                  <a:cubicBezTo>
                    <a:pt x="42173" y="22344"/>
                    <a:pt x="23004" y="38942"/>
                    <a:pt x="0" y="42134"/>
                  </a:cubicBezTo>
                  <a:cubicBezTo>
                    <a:pt x="0" y="43411"/>
                    <a:pt x="0" y="44688"/>
                    <a:pt x="0" y="45326"/>
                  </a:cubicBezTo>
                  <a:cubicBezTo>
                    <a:pt x="0" y="70862"/>
                    <a:pt x="20448" y="91291"/>
                    <a:pt x="46008" y="91291"/>
                  </a:cubicBezTo>
                  <a:cubicBezTo>
                    <a:pt x="71568" y="91291"/>
                    <a:pt x="92015" y="70862"/>
                    <a:pt x="92015" y="45326"/>
                  </a:cubicBezTo>
                  <a:cubicBezTo>
                    <a:pt x="91376" y="21067"/>
                    <a:pt x="72845" y="1277"/>
                    <a:pt x="48563" y="0"/>
                  </a:cubicBezTo>
                  <a:close/>
                </a:path>
              </a:pathLst>
            </a:custGeom>
            <a:solidFill>
              <a:srgbClr val="00A3E0"/>
            </a:solidFill>
            <a:ln w="6390" cap="flat">
              <a:noFill/>
              <a:prstDash val="solid"/>
              <a:miter/>
            </a:ln>
          </p:spPr>
          <p:txBody>
            <a:bodyPr rtlCol="0" anchor="ctr"/>
            <a:lstStyle/>
            <a:p>
              <a:endParaRPr lang="en-US"/>
            </a:p>
          </p:txBody>
        </p:sp>
      </p:grpSp>
      <p:grpSp>
        <p:nvGrpSpPr>
          <p:cNvPr id="1272" name="Graphic 4">
            <a:extLst>
              <a:ext uri="{FF2B5EF4-FFF2-40B4-BE49-F238E27FC236}">
                <a16:creationId xmlns:a16="http://schemas.microsoft.com/office/drawing/2014/main" id="{60903D83-35B3-BE46-B2D2-54C3DCEE1CAD}"/>
              </a:ext>
            </a:extLst>
          </p:cNvPr>
          <p:cNvGrpSpPr/>
          <p:nvPr/>
        </p:nvGrpSpPr>
        <p:grpSpPr>
          <a:xfrm>
            <a:off x="9279466" y="2371173"/>
            <a:ext cx="361671" cy="361333"/>
            <a:chOff x="9279466" y="2371173"/>
            <a:chExt cx="361671" cy="361333"/>
          </a:xfrm>
          <a:solidFill>
            <a:srgbClr val="00A3E0"/>
          </a:solidFill>
        </p:grpSpPr>
        <p:sp>
          <p:nvSpPr>
            <p:cNvPr id="1273" name="Graphic 4">
              <a:extLst>
                <a:ext uri="{FF2B5EF4-FFF2-40B4-BE49-F238E27FC236}">
                  <a16:creationId xmlns:a16="http://schemas.microsoft.com/office/drawing/2014/main" id="{4AB024E6-9830-CE47-A705-1759BF307948}"/>
                </a:ext>
              </a:extLst>
            </p:cNvPr>
            <p:cNvSpPr/>
            <p:nvPr/>
          </p:nvSpPr>
          <p:spPr>
            <a:xfrm>
              <a:off x="9342088" y="2512259"/>
              <a:ext cx="63899" cy="74054"/>
            </a:xfrm>
            <a:custGeom>
              <a:avLst/>
              <a:gdLst>
                <a:gd name="connsiteX0" fmla="*/ 56871 w 63899"/>
                <a:gd name="connsiteY0" fmla="*/ 37027 h 74054"/>
                <a:gd name="connsiteX1" fmla="*/ 63899 w 63899"/>
                <a:gd name="connsiteY1" fmla="*/ 11491 h 74054"/>
                <a:gd name="connsiteX2" fmla="*/ 37062 w 63899"/>
                <a:gd name="connsiteY2" fmla="*/ 0 h 74054"/>
                <a:gd name="connsiteX3" fmla="*/ 0 w 63899"/>
                <a:gd name="connsiteY3" fmla="*/ 37027 h 74054"/>
                <a:gd name="connsiteX4" fmla="*/ 37062 w 63899"/>
                <a:gd name="connsiteY4" fmla="*/ 74054 h 74054"/>
                <a:gd name="connsiteX5" fmla="*/ 63899 w 63899"/>
                <a:gd name="connsiteY5" fmla="*/ 62563 h 74054"/>
                <a:gd name="connsiteX6" fmla="*/ 56871 w 63899"/>
                <a:gd name="connsiteY6" fmla="*/ 37027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99" h="74054">
                  <a:moveTo>
                    <a:pt x="56871" y="37027"/>
                  </a:moveTo>
                  <a:cubicBezTo>
                    <a:pt x="56871" y="27451"/>
                    <a:pt x="59427" y="19152"/>
                    <a:pt x="63899" y="11491"/>
                  </a:cubicBezTo>
                  <a:cubicBezTo>
                    <a:pt x="56871" y="4469"/>
                    <a:pt x="47286" y="0"/>
                    <a:pt x="37062" y="0"/>
                  </a:cubicBezTo>
                  <a:cubicBezTo>
                    <a:pt x="16614" y="0"/>
                    <a:pt x="0" y="16598"/>
                    <a:pt x="0" y="37027"/>
                  </a:cubicBezTo>
                  <a:cubicBezTo>
                    <a:pt x="0" y="57456"/>
                    <a:pt x="16614" y="74054"/>
                    <a:pt x="37062" y="74054"/>
                  </a:cubicBezTo>
                  <a:cubicBezTo>
                    <a:pt x="47925" y="74054"/>
                    <a:pt x="56871" y="69585"/>
                    <a:pt x="63899" y="62563"/>
                  </a:cubicBezTo>
                  <a:cubicBezTo>
                    <a:pt x="59427" y="54902"/>
                    <a:pt x="56871" y="45965"/>
                    <a:pt x="56871" y="37027"/>
                  </a:cubicBezTo>
                  <a:close/>
                </a:path>
              </a:pathLst>
            </a:custGeom>
            <a:solidFill>
              <a:srgbClr val="00A3E0"/>
            </a:solidFill>
            <a:ln w="6390" cap="flat">
              <a:noFill/>
              <a:prstDash val="solid"/>
              <a:miter/>
            </a:ln>
          </p:spPr>
          <p:txBody>
            <a:bodyPr rtlCol="0" anchor="ctr"/>
            <a:lstStyle/>
            <a:p>
              <a:endParaRPr lang="en-US"/>
            </a:p>
          </p:txBody>
        </p:sp>
        <p:sp>
          <p:nvSpPr>
            <p:cNvPr id="1274" name="Graphic 4">
              <a:extLst>
                <a:ext uri="{FF2B5EF4-FFF2-40B4-BE49-F238E27FC236}">
                  <a16:creationId xmlns:a16="http://schemas.microsoft.com/office/drawing/2014/main" id="{C8C69E8F-2DB2-0847-AF69-F0A64E9D6587}"/>
                </a:ext>
              </a:extLst>
            </p:cNvPr>
            <p:cNvSpPr/>
            <p:nvPr/>
          </p:nvSpPr>
          <p:spPr>
            <a:xfrm>
              <a:off x="9411738" y="2536518"/>
              <a:ext cx="5111" cy="25535"/>
            </a:xfrm>
            <a:custGeom>
              <a:avLst/>
              <a:gdLst>
                <a:gd name="connsiteX0" fmla="*/ 5112 w 5111"/>
                <a:gd name="connsiteY0" fmla="*/ 12768 h 25535"/>
                <a:gd name="connsiteX1" fmla="*/ 2556 w 5111"/>
                <a:gd name="connsiteY1" fmla="*/ 25536 h 25535"/>
                <a:gd name="connsiteX2" fmla="*/ -1 w 5111"/>
                <a:gd name="connsiteY2" fmla="*/ 12768 h 25535"/>
                <a:gd name="connsiteX3" fmla="*/ 2556 w 5111"/>
                <a:gd name="connsiteY3" fmla="*/ 0 h 25535"/>
                <a:gd name="connsiteX4" fmla="*/ 5112 w 5111"/>
                <a:gd name="connsiteY4" fmla="*/ 12768 h 25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1" h="25535">
                  <a:moveTo>
                    <a:pt x="5112" y="12768"/>
                  </a:moveTo>
                  <a:cubicBezTo>
                    <a:pt x="5112" y="19820"/>
                    <a:pt x="3967" y="25536"/>
                    <a:pt x="2556" y="25536"/>
                  </a:cubicBezTo>
                  <a:cubicBezTo>
                    <a:pt x="1144" y="25536"/>
                    <a:pt x="-1" y="19820"/>
                    <a:pt x="-1" y="12768"/>
                  </a:cubicBezTo>
                  <a:cubicBezTo>
                    <a:pt x="-1" y="5716"/>
                    <a:pt x="1144" y="0"/>
                    <a:pt x="2556" y="0"/>
                  </a:cubicBezTo>
                  <a:cubicBezTo>
                    <a:pt x="3967" y="0"/>
                    <a:pt x="5112" y="5716"/>
                    <a:pt x="5112" y="12768"/>
                  </a:cubicBezTo>
                  <a:close/>
                </a:path>
              </a:pathLst>
            </a:custGeom>
            <a:solidFill>
              <a:srgbClr val="00A3E0"/>
            </a:solidFill>
            <a:ln w="6390" cap="flat">
              <a:noFill/>
              <a:prstDash val="solid"/>
              <a:miter/>
            </a:ln>
          </p:spPr>
          <p:txBody>
            <a:bodyPr rtlCol="0" anchor="ctr"/>
            <a:lstStyle/>
            <a:p>
              <a:endParaRPr lang="en-US"/>
            </a:p>
          </p:txBody>
        </p:sp>
        <p:sp>
          <p:nvSpPr>
            <p:cNvPr id="1275" name="Graphic 4">
              <a:extLst>
                <a:ext uri="{FF2B5EF4-FFF2-40B4-BE49-F238E27FC236}">
                  <a16:creationId xmlns:a16="http://schemas.microsoft.com/office/drawing/2014/main" id="{31C0123D-F780-E84B-88BD-E65701E3F97C}"/>
                </a:ext>
              </a:extLst>
            </p:cNvPr>
            <p:cNvSpPr/>
            <p:nvPr/>
          </p:nvSpPr>
          <p:spPr>
            <a:xfrm>
              <a:off x="9421962" y="2512259"/>
              <a:ext cx="54314" cy="74054"/>
            </a:xfrm>
            <a:custGeom>
              <a:avLst/>
              <a:gdLst>
                <a:gd name="connsiteX0" fmla="*/ 54314 w 54314"/>
                <a:gd name="connsiteY0" fmla="*/ 12130 h 74054"/>
                <a:gd name="connsiteX1" fmla="*/ 26837 w 54314"/>
                <a:gd name="connsiteY1" fmla="*/ 0 h 74054"/>
                <a:gd name="connsiteX2" fmla="*/ 0 w 54314"/>
                <a:gd name="connsiteY2" fmla="*/ 11491 h 74054"/>
                <a:gd name="connsiteX3" fmla="*/ 7029 w 54314"/>
                <a:gd name="connsiteY3" fmla="*/ 37027 h 74054"/>
                <a:gd name="connsiteX4" fmla="*/ 0 w 54314"/>
                <a:gd name="connsiteY4" fmla="*/ 62563 h 74054"/>
                <a:gd name="connsiteX5" fmla="*/ 26837 w 54314"/>
                <a:gd name="connsiteY5" fmla="*/ 74054 h 74054"/>
                <a:gd name="connsiteX6" fmla="*/ 53676 w 54314"/>
                <a:gd name="connsiteY6" fmla="*/ 62563 h 74054"/>
                <a:gd name="connsiteX7" fmla="*/ 47286 w 54314"/>
                <a:gd name="connsiteY7" fmla="*/ 38304 h 74054"/>
                <a:gd name="connsiteX8" fmla="*/ 54314 w 54314"/>
                <a:gd name="connsiteY8" fmla="*/ 12130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314" h="74054">
                  <a:moveTo>
                    <a:pt x="54314" y="12130"/>
                  </a:moveTo>
                  <a:cubicBezTo>
                    <a:pt x="47286" y="4469"/>
                    <a:pt x="37701" y="0"/>
                    <a:pt x="26837" y="0"/>
                  </a:cubicBezTo>
                  <a:cubicBezTo>
                    <a:pt x="15975" y="0"/>
                    <a:pt x="7029" y="4469"/>
                    <a:pt x="0" y="11491"/>
                  </a:cubicBezTo>
                  <a:cubicBezTo>
                    <a:pt x="4473" y="19152"/>
                    <a:pt x="7029" y="27451"/>
                    <a:pt x="7029" y="37027"/>
                  </a:cubicBezTo>
                  <a:cubicBezTo>
                    <a:pt x="7029" y="46603"/>
                    <a:pt x="4473" y="54902"/>
                    <a:pt x="0" y="62563"/>
                  </a:cubicBezTo>
                  <a:cubicBezTo>
                    <a:pt x="7029" y="69585"/>
                    <a:pt x="16614" y="74054"/>
                    <a:pt x="26837" y="74054"/>
                  </a:cubicBezTo>
                  <a:cubicBezTo>
                    <a:pt x="37062" y="74054"/>
                    <a:pt x="46647" y="69585"/>
                    <a:pt x="53676" y="62563"/>
                  </a:cubicBezTo>
                  <a:cubicBezTo>
                    <a:pt x="49842" y="55541"/>
                    <a:pt x="47286" y="47241"/>
                    <a:pt x="47286" y="38304"/>
                  </a:cubicBezTo>
                  <a:cubicBezTo>
                    <a:pt x="47286" y="28728"/>
                    <a:pt x="49842" y="19790"/>
                    <a:pt x="54314" y="12130"/>
                  </a:cubicBezTo>
                  <a:close/>
                </a:path>
              </a:pathLst>
            </a:custGeom>
            <a:solidFill>
              <a:srgbClr val="00A3E0"/>
            </a:solidFill>
            <a:ln w="6390" cap="flat">
              <a:noFill/>
              <a:prstDash val="solid"/>
              <a:miter/>
            </a:ln>
          </p:spPr>
          <p:txBody>
            <a:bodyPr rtlCol="0" anchor="ctr"/>
            <a:lstStyle/>
            <a:p>
              <a:endParaRPr lang="en-US"/>
            </a:p>
          </p:txBody>
        </p:sp>
        <p:sp>
          <p:nvSpPr>
            <p:cNvPr id="1276" name="Graphic 4">
              <a:extLst>
                <a:ext uri="{FF2B5EF4-FFF2-40B4-BE49-F238E27FC236}">
                  <a16:creationId xmlns:a16="http://schemas.microsoft.com/office/drawing/2014/main" id="{DB7C6E0C-F8A0-0246-8BFF-82071F4BF6B6}"/>
                </a:ext>
              </a:extLst>
            </p:cNvPr>
            <p:cNvSpPr/>
            <p:nvPr/>
          </p:nvSpPr>
          <p:spPr>
            <a:xfrm>
              <a:off x="9482416" y="2537795"/>
              <a:ext cx="4084" cy="24259"/>
            </a:xfrm>
            <a:custGeom>
              <a:avLst/>
              <a:gdLst>
                <a:gd name="connsiteX0" fmla="*/ 1528 w 4084"/>
                <a:gd name="connsiteY0" fmla="*/ 24259 h 24259"/>
                <a:gd name="connsiteX1" fmla="*/ 4084 w 4084"/>
                <a:gd name="connsiteY1" fmla="*/ 11491 h 24259"/>
                <a:gd name="connsiteX2" fmla="*/ 2168 w 4084"/>
                <a:gd name="connsiteY2" fmla="*/ 0 h 24259"/>
                <a:gd name="connsiteX3" fmla="*/ 251 w 4084"/>
                <a:gd name="connsiteY3" fmla="*/ 12768 h 24259"/>
                <a:gd name="connsiteX4" fmla="*/ 1528 w 4084"/>
                <a:gd name="connsiteY4" fmla="*/ 24259 h 242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4" h="24259">
                  <a:moveTo>
                    <a:pt x="1528" y="24259"/>
                  </a:moveTo>
                  <a:cubicBezTo>
                    <a:pt x="2807" y="20429"/>
                    <a:pt x="4084" y="15960"/>
                    <a:pt x="4084" y="11491"/>
                  </a:cubicBezTo>
                  <a:cubicBezTo>
                    <a:pt x="4084" y="7661"/>
                    <a:pt x="3446" y="3830"/>
                    <a:pt x="2168" y="0"/>
                  </a:cubicBezTo>
                  <a:cubicBezTo>
                    <a:pt x="889" y="3830"/>
                    <a:pt x="251" y="8299"/>
                    <a:pt x="251" y="12768"/>
                  </a:cubicBezTo>
                  <a:cubicBezTo>
                    <a:pt x="-388" y="16598"/>
                    <a:pt x="251" y="20429"/>
                    <a:pt x="1528" y="24259"/>
                  </a:cubicBezTo>
                  <a:close/>
                </a:path>
              </a:pathLst>
            </a:custGeom>
            <a:solidFill>
              <a:srgbClr val="00A3E0"/>
            </a:solidFill>
            <a:ln w="6390" cap="flat">
              <a:noFill/>
              <a:prstDash val="solid"/>
              <a:miter/>
            </a:ln>
          </p:spPr>
          <p:txBody>
            <a:bodyPr rtlCol="0" anchor="ctr"/>
            <a:lstStyle/>
            <a:p>
              <a:endParaRPr lang="en-US"/>
            </a:p>
          </p:txBody>
        </p:sp>
        <p:sp>
          <p:nvSpPr>
            <p:cNvPr id="1277" name="Graphic 4">
              <a:extLst>
                <a:ext uri="{FF2B5EF4-FFF2-40B4-BE49-F238E27FC236}">
                  <a16:creationId xmlns:a16="http://schemas.microsoft.com/office/drawing/2014/main" id="{81DF33EB-56A0-5149-89D6-4D2E001D63BC}"/>
                </a:ext>
              </a:extLst>
            </p:cNvPr>
            <p:cNvSpPr/>
            <p:nvPr/>
          </p:nvSpPr>
          <p:spPr>
            <a:xfrm>
              <a:off x="9279466" y="2371173"/>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307357 w 361671"/>
                <a:gd name="connsiteY5" fmla="*/ 148747 h 361333"/>
                <a:gd name="connsiteX6" fmla="*/ 300967 w 361671"/>
                <a:gd name="connsiteY6" fmla="*/ 155131 h 361333"/>
                <a:gd name="connsiteX7" fmla="*/ 294577 w 361671"/>
                <a:gd name="connsiteY7" fmla="*/ 148747 h 361333"/>
                <a:gd name="connsiteX8" fmla="*/ 294577 w 361671"/>
                <a:gd name="connsiteY8" fmla="*/ 134064 h 361333"/>
                <a:gd name="connsiteX9" fmla="*/ 281157 w 361671"/>
                <a:gd name="connsiteY9" fmla="*/ 146832 h 361333"/>
                <a:gd name="connsiteX10" fmla="*/ 292659 w 361671"/>
                <a:gd name="connsiteY10" fmla="*/ 179390 h 361333"/>
                <a:gd name="connsiteX11" fmla="*/ 241540 w 361671"/>
                <a:gd name="connsiteY11" fmla="*/ 230462 h 361333"/>
                <a:gd name="connsiteX12" fmla="*/ 203839 w 361671"/>
                <a:gd name="connsiteY12" fmla="*/ 213863 h 361333"/>
                <a:gd name="connsiteX13" fmla="*/ 176363 w 361671"/>
                <a:gd name="connsiteY13" fmla="*/ 226631 h 361333"/>
                <a:gd name="connsiteX14" fmla="*/ 176363 w 361671"/>
                <a:gd name="connsiteY14" fmla="*/ 238123 h 361333"/>
                <a:gd name="connsiteX15" fmla="*/ 185948 w 361671"/>
                <a:gd name="connsiteY15" fmla="*/ 238123 h 361333"/>
                <a:gd name="connsiteX16" fmla="*/ 192338 w 361671"/>
                <a:gd name="connsiteY16" fmla="*/ 244507 h 361333"/>
                <a:gd name="connsiteX17" fmla="*/ 185948 w 361671"/>
                <a:gd name="connsiteY17" fmla="*/ 250891 h 361333"/>
                <a:gd name="connsiteX18" fmla="*/ 176363 w 361671"/>
                <a:gd name="connsiteY18" fmla="*/ 250891 h 361333"/>
                <a:gd name="connsiteX19" fmla="*/ 176363 w 361671"/>
                <a:gd name="connsiteY19" fmla="*/ 261105 h 361333"/>
                <a:gd name="connsiteX20" fmla="*/ 169973 w 361671"/>
                <a:gd name="connsiteY20" fmla="*/ 267489 h 361333"/>
                <a:gd name="connsiteX21" fmla="*/ 163583 w 361671"/>
                <a:gd name="connsiteY21" fmla="*/ 261105 h 361333"/>
                <a:gd name="connsiteX22" fmla="*/ 163583 w 361671"/>
                <a:gd name="connsiteY22" fmla="*/ 250891 h 361333"/>
                <a:gd name="connsiteX23" fmla="*/ 153998 w 361671"/>
                <a:gd name="connsiteY23" fmla="*/ 250891 h 361333"/>
                <a:gd name="connsiteX24" fmla="*/ 147608 w 361671"/>
                <a:gd name="connsiteY24" fmla="*/ 244507 h 361333"/>
                <a:gd name="connsiteX25" fmla="*/ 153998 w 361671"/>
                <a:gd name="connsiteY25" fmla="*/ 238123 h 361333"/>
                <a:gd name="connsiteX26" fmla="*/ 163583 w 361671"/>
                <a:gd name="connsiteY26" fmla="*/ 238123 h 361333"/>
                <a:gd name="connsiteX27" fmla="*/ 163583 w 361671"/>
                <a:gd name="connsiteY27" fmla="*/ 226631 h 361333"/>
                <a:gd name="connsiteX28" fmla="*/ 134828 w 361671"/>
                <a:gd name="connsiteY28" fmla="*/ 212587 h 361333"/>
                <a:gd name="connsiteX29" fmla="*/ 106712 w 361671"/>
                <a:gd name="connsiteY29" fmla="*/ 225993 h 361333"/>
                <a:gd name="connsiteX30" fmla="*/ 106712 w 361671"/>
                <a:gd name="connsiteY30" fmla="*/ 237484 h 361333"/>
                <a:gd name="connsiteX31" fmla="*/ 116297 w 361671"/>
                <a:gd name="connsiteY31" fmla="*/ 237484 h 361333"/>
                <a:gd name="connsiteX32" fmla="*/ 122687 w 361671"/>
                <a:gd name="connsiteY32" fmla="*/ 243868 h 361333"/>
                <a:gd name="connsiteX33" fmla="*/ 116297 w 361671"/>
                <a:gd name="connsiteY33" fmla="*/ 250252 h 361333"/>
                <a:gd name="connsiteX34" fmla="*/ 106712 w 361671"/>
                <a:gd name="connsiteY34" fmla="*/ 250252 h 361333"/>
                <a:gd name="connsiteX35" fmla="*/ 106712 w 361671"/>
                <a:gd name="connsiteY35" fmla="*/ 260467 h 361333"/>
                <a:gd name="connsiteX36" fmla="*/ 100322 w 361671"/>
                <a:gd name="connsiteY36" fmla="*/ 266851 h 361333"/>
                <a:gd name="connsiteX37" fmla="*/ 93933 w 361671"/>
                <a:gd name="connsiteY37" fmla="*/ 260467 h 361333"/>
                <a:gd name="connsiteX38" fmla="*/ 93933 w 361671"/>
                <a:gd name="connsiteY38" fmla="*/ 250252 h 361333"/>
                <a:gd name="connsiteX39" fmla="*/ 84348 w 361671"/>
                <a:gd name="connsiteY39" fmla="*/ 250252 h 361333"/>
                <a:gd name="connsiteX40" fmla="*/ 77958 w 361671"/>
                <a:gd name="connsiteY40" fmla="*/ 243868 h 361333"/>
                <a:gd name="connsiteX41" fmla="*/ 84348 w 361671"/>
                <a:gd name="connsiteY41" fmla="*/ 237484 h 361333"/>
                <a:gd name="connsiteX42" fmla="*/ 93933 w 361671"/>
                <a:gd name="connsiteY42" fmla="*/ 237484 h 361333"/>
                <a:gd name="connsiteX43" fmla="*/ 93933 w 361671"/>
                <a:gd name="connsiteY43" fmla="*/ 225993 h 361333"/>
                <a:gd name="connsiteX44" fmla="*/ 50481 w 361671"/>
                <a:gd name="connsiteY44" fmla="*/ 176836 h 361333"/>
                <a:gd name="connsiteX45" fmla="*/ 100322 w 361671"/>
                <a:gd name="connsiteY45" fmla="*/ 127041 h 361333"/>
                <a:gd name="connsiteX46" fmla="*/ 135467 w 361671"/>
                <a:gd name="connsiteY46" fmla="*/ 141086 h 361333"/>
                <a:gd name="connsiteX47" fmla="*/ 170612 w 361671"/>
                <a:gd name="connsiteY47" fmla="*/ 127041 h 361333"/>
                <a:gd name="connsiteX48" fmla="*/ 206395 w 361671"/>
                <a:gd name="connsiteY48" fmla="*/ 141724 h 361333"/>
                <a:gd name="connsiteX49" fmla="*/ 242818 w 361671"/>
                <a:gd name="connsiteY49" fmla="*/ 127041 h 361333"/>
                <a:gd name="connsiteX50" fmla="*/ 273490 w 361671"/>
                <a:gd name="connsiteY50" fmla="*/ 137256 h 361333"/>
                <a:gd name="connsiteX51" fmla="*/ 286908 w 361671"/>
                <a:gd name="connsiteY51" fmla="*/ 124488 h 361333"/>
                <a:gd name="connsiteX52" fmla="*/ 273490 w 361671"/>
                <a:gd name="connsiteY52" fmla="*/ 124488 h 361333"/>
                <a:gd name="connsiteX53" fmla="*/ 267100 w 361671"/>
                <a:gd name="connsiteY53" fmla="*/ 118104 h 361333"/>
                <a:gd name="connsiteX54" fmla="*/ 273490 w 361671"/>
                <a:gd name="connsiteY54" fmla="*/ 111720 h 361333"/>
                <a:gd name="connsiteX55" fmla="*/ 302883 w 361671"/>
                <a:gd name="connsiteY55" fmla="*/ 111720 h 361333"/>
                <a:gd name="connsiteX56" fmla="*/ 307357 w 361671"/>
                <a:gd name="connsiteY56" fmla="*/ 113635 h 361333"/>
                <a:gd name="connsiteX57" fmla="*/ 309273 w 361671"/>
                <a:gd name="connsiteY57" fmla="*/ 118104 h 361333"/>
                <a:gd name="connsiteX58" fmla="*/ 309273 w 361671"/>
                <a:gd name="connsiteY58" fmla="*/ 148747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61671" h="361333">
                  <a:moveTo>
                    <a:pt x="180836" y="0"/>
                  </a:moveTo>
                  <a:cubicBezTo>
                    <a:pt x="80514" y="0"/>
                    <a:pt x="0" y="81077"/>
                    <a:pt x="0" y="180667"/>
                  </a:cubicBezTo>
                  <a:cubicBezTo>
                    <a:pt x="0" y="280895"/>
                    <a:pt x="81153" y="361333"/>
                    <a:pt x="180836" y="361333"/>
                  </a:cubicBezTo>
                  <a:cubicBezTo>
                    <a:pt x="280518" y="361333"/>
                    <a:pt x="361671" y="280257"/>
                    <a:pt x="361671" y="180667"/>
                  </a:cubicBezTo>
                  <a:cubicBezTo>
                    <a:pt x="361671" y="81077"/>
                    <a:pt x="280518" y="0"/>
                    <a:pt x="180836" y="0"/>
                  </a:cubicBezTo>
                  <a:close/>
                  <a:moveTo>
                    <a:pt x="307357" y="148747"/>
                  </a:moveTo>
                  <a:cubicBezTo>
                    <a:pt x="307357" y="152577"/>
                    <a:pt x="304800" y="155131"/>
                    <a:pt x="300967" y="155131"/>
                  </a:cubicBezTo>
                  <a:cubicBezTo>
                    <a:pt x="297132" y="155131"/>
                    <a:pt x="294577" y="152577"/>
                    <a:pt x="294577" y="148747"/>
                  </a:cubicBezTo>
                  <a:lnTo>
                    <a:pt x="294577" y="134064"/>
                  </a:lnTo>
                  <a:lnTo>
                    <a:pt x="281157" y="146832"/>
                  </a:lnTo>
                  <a:cubicBezTo>
                    <a:pt x="288187" y="155769"/>
                    <a:pt x="292659" y="166622"/>
                    <a:pt x="292659" y="179390"/>
                  </a:cubicBezTo>
                  <a:cubicBezTo>
                    <a:pt x="292659" y="207479"/>
                    <a:pt x="269656" y="230462"/>
                    <a:pt x="241540" y="230462"/>
                  </a:cubicBezTo>
                  <a:cubicBezTo>
                    <a:pt x="226843" y="230462"/>
                    <a:pt x="213424" y="224078"/>
                    <a:pt x="203839" y="213863"/>
                  </a:cubicBezTo>
                  <a:cubicBezTo>
                    <a:pt x="196172" y="220886"/>
                    <a:pt x="187225" y="225355"/>
                    <a:pt x="176363" y="226631"/>
                  </a:cubicBezTo>
                  <a:lnTo>
                    <a:pt x="176363" y="238123"/>
                  </a:lnTo>
                  <a:lnTo>
                    <a:pt x="185948" y="238123"/>
                  </a:lnTo>
                  <a:cubicBezTo>
                    <a:pt x="189782" y="238123"/>
                    <a:pt x="192338" y="240676"/>
                    <a:pt x="192338" y="244507"/>
                  </a:cubicBezTo>
                  <a:cubicBezTo>
                    <a:pt x="192338" y="248337"/>
                    <a:pt x="189782" y="250891"/>
                    <a:pt x="185948" y="250891"/>
                  </a:cubicBezTo>
                  <a:lnTo>
                    <a:pt x="176363" y="250891"/>
                  </a:lnTo>
                  <a:lnTo>
                    <a:pt x="176363" y="261105"/>
                  </a:lnTo>
                  <a:cubicBezTo>
                    <a:pt x="176363" y="264935"/>
                    <a:pt x="173807" y="267489"/>
                    <a:pt x="169973" y="267489"/>
                  </a:cubicBezTo>
                  <a:cubicBezTo>
                    <a:pt x="166138" y="267489"/>
                    <a:pt x="163583" y="264935"/>
                    <a:pt x="163583" y="261105"/>
                  </a:cubicBezTo>
                  <a:lnTo>
                    <a:pt x="163583" y="250891"/>
                  </a:lnTo>
                  <a:lnTo>
                    <a:pt x="153998" y="250891"/>
                  </a:lnTo>
                  <a:cubicBezTo>
                    <a:pt x="150164" y="250891"/>
                    <a:pt x="147608" y="248337"/>
                    <a:pt x="147608" y="244507"/>
                  </a:cubicBezTo>
                  <a:cubicBezTo>
                    <a:pt x="147608" y="240676"/>
                    <a:pt x="150164" y="238123"/>
                    <a:pt x="153998" y="238123"/>
                  </a:cubicBezTo>
                  <a:lnTo>
                    <a:pt x="163583" y="238123"/>
                  </a:lnTo>
                  <a:lnTo>
                    <a:pt x="163583" y="226631"/>
                  </a:lnTo>
                  <a:cubicBezTo>
                    <a:pt x="152720" y="225355"/>
                    <a:pt x="142496" y="220247"/>
                    <a:pt x="134828" y="212587"/>
                  </a:cubicBezTo>
                  <a:cubicBezTo>
                    <a:pt x="127160" y="219609"/>
                    <a:pt x="117575" y="224716"/>
                    <a:pt x="106712" y="225993"/>
                  </a:cubicBezTo>
                  <a:lnTo>
                    <a:pt x="106712" y="237484"/>
                  </a:lnTo>
                  <a:lnTo>
                    <a:pt x="116297" y="237484"/>
                  </a:lnTo>
                  <a:cubicBezTo>
                    <a:pt x="120131" y="237484"/>
                    <a:pt x="122687" y="240038"/>
                    <a:pt x="122687" y="243868"/>
                  </a:cubicBezTo>
                  <a:cubicBezTo>
                    <a:pt x="122687" y="247699"/>
                    <a:pt x="120131" y="250252"/>
                    <a:pt x="116297" y="250252"/>
                  </a:cubicBezTo>
                  <a:lnTo>
                    <a:pt x="106712" y="250252"/>
                  </a:lnTo>
                  <a:lnTo>
                    <a:pt x="106712" y="260467"/>
                  </a:lnTo>
                  <a:cubicBezTo>
                    <a:pt x="106712" y="264297"/>
                    <a:pt x="104156" y="266851"/>
                    <a:pt x="100322" y="266851"/>
                  </a:cubicBezTo>
                  <a:cubicBezTo>
                    <a:pt x="96489" y="266851"/>
                    <a:pt x="93933" y="264297"/>
                    <a:pt x="93933" y="260467"/>
                  </a:cubicBezTo>
                  <a:lnTo>
                    <a:pt x="93933" y="250252"/>
                  </a:lnTo>
                  <a:lnTo>
                    <a:pt x="84348" y="250252"/>
                  </a:lnTo>
                  <a:cubicBezTo>
                    <a:pt x="80514" y="250252"/>
                    <a:pt x="77958" y="247699"/>
                    <a:pt x="77958" y="243868"/>
                  </a:cubicBezTo>
                  <a:cubicBezTo>
                    <a:pt x="77958" y="240038"/>
                    <a:pt x="80514" y="237484"/>
                    <a:pt x="84348" y="237484"/>
                  </a:cubicBezTo>
                  <a:lnTo>
                    <a:pt x="93933" y="237484"/>
                  </a:lnTo>
                  <a:lnTo>
                    <a:pt x="93933" y="225993"/>
                  </a:lnTo>
                  <a:cubicBezTo>
                    <a:pt x="69012" y="222801"/>
                    <a:pt x="50481" y="201734"/>
                    <a:pt x="50481" y="176836"/>
                  </a:cubicBezTo>
                  <a:cubicBezTo>
                    <a:pt x="50481" y="149385"/>
                    <a:pt x="72845" y="127041"/>
                    <a:pt x="100322" y="127041"/>
                  </a:cubicBezTo>
                  <a:cubicBezTo>
                    <a:pt x="113741" y="127041"/>
                    <a:pt x="125882" y="132787"/>
                    <a:pt x="135467" y="141086"/>
                  </a:cubicBezTo>
                  <a:cubicBezTo>
                    <a:pt x="144413" y="132149"/>
                    <a:pt x="156553" y="127041"/>
                    <a:pt x="170612" y="127041"/>
                  </a:cubicBezTo>
                  <a:cubicBezTo>
                    <a:pt x="184669" y="127041"/>
                    <a:pt x="196810" y="132787"/>
                    <a:pt x="206395" y="141724"/>
                  </a:cubicBezTo>
                  <a:cubicBezTo>
                    <a:pt x="215980" y="132787"/>
                    <a:pt x="228760" y="127041"/>
                    <a:pt x="242818" y="127041"/>
                  </a:cubicBezTo>
                  <a:cubicBezTo>
                    <a:pt x="254320" y="127041"/>
                    <a:pt x="264544" y="130872"/>
                    <a:pt x="273490" y="137256"/>
                  </a:cubicBezTo>
                  <a:lnTo>
                    <a:pt x="286908" y="124488"/>
                  </a:lnTo>
                  <a:lnTo>
                    <a:pt x="273490" y="124488"/>
                  </a:lnTo>
                  <a:cubicBezTo>
                    <a:pt x="269656" y="124488"/>
                    <a:pt x="267100" y="121934"/>
                    <a:pt x="267100" y="118104"/>
                  </a:cubicBezTo>
                  <a:cubicBezTo>
                    <a:pt x="267100" y="114273"/>
                    <a:pt x="269656" y="111720"/>
                    <a:pt x="273490" y="111720"/>
                  </a:cubicBezTo>
                  <a:lnTo>
                    <a:pt x="302883" y="111720"/>
                  </a:lnTo>
                  <a:cubicBezTo>
                    <a:pt x="304800" y="111720"/>
                    <a:pt x="306078" y="112358"/>
                    <a:pt x="307357" y="113635"/>
                  </a:cubicBezTo>
                  <a:cubicBezTo>
                    <a:pt x="308634" y="114912"/>
                    <a:pt x="309273" y="116189"/>
                    <a:pt x="309273" y="118104"/>
                  </a:cubicBezTo>
                  <a:lnTo>
                    <a:pt x="309273" y="148747"/>
                  </a:lnTo>
                  <a:close/>
                </a:path>
              </a:pathLst>
            </a:custGeom>
            <a:solidFill>
              <a:srgbClr val="00A3E0"/>
            </a:solidFill>
            <a:ln w="6390" cap="flat">
              <a:noFill/>
              <a:prstDash val="solid"/>
              <a:miter/>
            </a:ln>
          </p:spPr>
          <p:txBody>
            <a:bodyPr rtlCol="0" anchor="ctr"/>
            <a:lstStyle/>
            <a:p>
              <a:endParaRPr lang="en-US"/>
            </a:p>
          </p:txBody>
        </p:sp>
        <p:sp>
          <p:nvSpPr>
            <p:cNvPr id="1278" name="Graphic 4">
              <a:extLst>
                <a:ext uri="{FF2B5EF4-FFF2-40B4-BE49-F238E27FC236}">
                  <a16:creationId xmlns:a16="http://schemas.microsoft.com/office/drawing/2014/main" id="{69EB1684-39BE-824B-9206-AC101B645B46}"/>
                </a:ext>
              </a:extLst>
            </p:cNvPr>
            <p:cNvSpPr/>
            <p:nvPr/>
          </p:nvSpPr>
          <p:spPr>
            <a:xfrm>
              <a:off x="9490973" y="2511621"/>
              <a:ext cx="67733" cy="77246"/>
            </a:xfrm>
            <a:custGeom>
              <a:avLst/>
              <a:gdLst>
                <a:gd name="connsiteX0" fmla="*/ 29394 w 67733"/>
                <a:gd name="connsiteY0" fmla="*/ 0 h 77246"/>
                <a:gd name="connsiteX1" fmla="*/ 1278 w 67733"/>
                <a:gd name="connsiteY1" fmla="*/ 12768 h 77246"/>
                <a:gd name="connsiteX2" fmla="*/ 7668 w 67733"/>
                <a:gd name="connsiteY2" fmla="*/ 37666 h 77246"/>
                <a:gd name="connsiteX3" fmla="*/ 0 w 67733"/>
                <a:gd name="connsiteY3" fmla="*/ 63840 h 77246"/>
                <a:gd name="connsiteX4" fmla="*/ 29394 w 67733"/>
                <a:gd name="connsiteY4" fmla="*/ 77246 h 77246"/>
                <a:gd name="connsiteX5" fmla="*/ 67733 w 67733"/>
                <a:gd name="connsiteY5" fmla="*/ 38942 h 77246"/>
                <a:gd name="connsiteX6" fmla="*/ 29394 w 67733"/>
                <a:gd name="connsiteY6" fmla="*/ 0 h 77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733" h="77246">
                  <a:moveTo>
                    <a:pt x="29394" y="0"/>
                  </a:moveTo>
                  <a:cubicBezTo>
                    <a:pt x="17891" y="0"/>
                    <a:pt x="8306" y="5107"/>
                    <a:pt x="1278" y="12768"/>
                  </a:cubicBezTo>
                  <a:cubicBezTo>
                    <a:pt x="5111" y="19790"/>
                    <a:pt x="7668" y="28728"/>
                    <a:pt x="7668" y="37666"/>
                  </a:cubicBezTo>
                  <a:cubicBezTo>
                    <a:pt x="7668" y="47242"/>
                    <a:pt x="5111" y="56179"/>
                    <a:pt x="0" y="63840"/>
                  </a:cubicBezTo>
                  <a:cubicBezTo>
                    <a:pt x="7029" y="72139"/>
                    <a:pt x="17891" y="77246"/>
                    <a:pt x="29394" y="77246"/>
                  </a:cubicBezTo>
                  <a:cubicBezTo>
                    <a:pt x="50480" y="77246"/>
                    <a:pt x="67733" y="60010"/>
                    <a:pt x="67733" y="38942"/>
                  </a:cubicBezTo>
                  <a:cubicBezTo>
                    <a:pt x="67733" y="17875"/>
                    <a:pt x="51119" y="0"/>
                    <a:pt x="29394" y="0"/>
                  </a:cubicBezTo>
                  <a:close/>
                </a:path>
              </a:pathLst>
            </a:custGeom>
            <a:solidFill>
              <a:srgbClr val="00A3E0"/>
            </a:solidFill>
            <a:ln w="6390" cap="flat">
              <a:noFill/>
              <a:prstDash val="solid"/>
              <a:miter/>
            </a:ln>
          </p:spPr>
          <p:txBody>
            <a:bodyPr rtlCol="0" anchor="ctr"/>
            <a:lstStyle/>
            <a:p>
              <a:endParaRPr lang="en-US"/>
            </a:p>
          </p:txBody>
        </p:sp>
      </p:grpSp>
      <p:grpSp>
        <p:nvGrpSpPr>
          <p:cNvPr id="1279" name="Graphic 4">
            <a:extLst>
              <a:ext uri="{FF2B5EF4-FFF2-40B4-BE49-F238E27FC236}">
                <a16:creationId xmlns:a16="http://schemas.microsoft.com/office/drawing/2014/main" id="{340F229D-C2BB-724E-A25D-7CAFF350EAFF}"/>
              </a:ext>
            </a:extLst>
          </p:cNvPr>
          <p:cNvGrpSpPr/>
          <p:nvPr/>
        </p:nvGrpSpPr>
        <p:grpSpPr>
          <a:xfrm>
            <a:off x="10324860" y="2371173"/>
            <a:ext cx="361674" cy="361333"/>
            <a:chOff x="10324860" y="2371173"/>
            <a:chExt cx="361674" cy="361333"/>
          </a:xfrm>
          <a:solidFill>
            <a:srgbClr val="00A3E0"/>
          </a:solidFill>
        </p:grpSpPr>
        <p:sp>
          <p:nvSpPr>
            <p:cNvPr id="1280" name="Graphic 4">
              <a:extLst>
                <a:ext uri="{FF2B5EF4-FFF2-40B4-BE49-F238E27FC236}">
                  <a16:creationId xmlns:a16="http://schemas.microsoft.com/office/drawing/2014/main" id="{AE99C89F-9EA6-494C-B2FC-69E265328CCA}"/>
                </a:ext>
              </a:extLst>
            </p:cNvPr>
            <p:cNvSpPr/>
            <p:nvPr/>
          </p:nvSpPr>
          <p:spPr>
            <a:xfrm>
              <a:off x="10324860" y="237117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275406 w 361674"/>
                <a:gd name="connsiteY5" fmla="*/ 137256 h 361333"/>
                <a:gd name="connsiteX6" fmla="*/ 269016 w 361674"/>
                <a:gd name="connsiteY6" fmla="*/ 143640 h 361333"/>
                <a:gd name="connsiteX7" fmla="*/ 262626 w 361674"/>
                <a:gd name="connsiteY7" fmla="*/ 137256 h 361333"/>
                <a:gd name="connsiteX8" fmla="*/ 262626 w 361674"/>
                <a:gd name="connsiteY8" fmla="*/ 110443 h 361333"/>
                <a:gd name="connsiteX9" fmla="*/ 234510 w 361674"/>
                <a:gd name="connsiteY9" fmla="*/ 137256 h 361333"/>
                <a:gd name="connsiteX10" fmla="*/ 253680 w 361674"/>
                <a:gd name="connsiteY10" fmla="*/ 185135 h 361333"/>
                <a:gd name="connsiteX11" fmla="*/ 190420 w 361674"/>
                <a:gd name="connsiteY11" fmla="*/ 254721 h 361333"/>
                <a:gd name="connsiteX12" fmla="*/ 190420 w 361674"/>
                <a:gd name="connsiteY12" fmla="*/ 276427 h 361333"/>
                <a:gd name="connsiteX13" fmla="*/ 207673 w 361674"/>
                <a:gd name="connsiteY13" fmla="*/ 276427 h 361333"/>
                <a:gd name="connsiteX14" fmla="*/ 214063 w 361674"/>
                <a:gd name="connsiteY14" fmla="*/ 282811 h 361333"/>
                <a:gd name="connsiteX15" fmla="*/ 207673 w 361674"/>
                <a:gd name="connsiteY15" fmla="*/ 289195 h 361333"/>
                <a:gd name="connsiteX16" fmla="*/ 190420 w 361674"/>
                <a:gd name="connsiteY16" fmla="*/ 289195 h 361333"/>
                <a:gd name="connsiteX17" fmla="*/ 190420 w 361674"/>
                <a:gd name="connsiteY17" fmla="*/ 307070 h 361333"/>
                <a:gd name="connsiteX18" fmla="*/ 184030 w 361674"/>
                <a:gd name="connsiteY18" fmla="*/ 313454 h 361333"/>
                <a:gd name="connsiteX19" fmla="*/ 177640 w 361674"/>
                <a:gd name="connsiteY19" fmla="*/ 307070 h 361333"/>
                <a:gd name="connsiteX20" fmla="*/ 177640 w 361674"/>
                <a:gd name="connsiteY20" fmla="*/ 289195 h 361333"/>
                <a:gd name="connsiteX21" fmla="*/ 160387 w 361674"/>
                <a:gd name="connsiteY21" fmla="*/ 289195 h 361333"/>
                <a:gd name="connsiteX22" fmla="*/ 153997 w 361674"/>
                <a:gd name="connsiteY22" fmla="*/ 282811 h 361333"/>
                <a:gd name="connsiteX23" fmla="*/ 160387 w 361674"/>
                <a:gd name="connsiteY23" fmla="*/ 276427 h 361333"/>
                <a:gd name="connsiteX24" fmla="*/ 177640 w 361674"/>
                <a:gd name="connsiteY24" fmla="*/ 276427 h 361333"/>
                <a:gd name="connsiteX25" fmla="*/ 177640 w 361674"/>
                <a:gd name="connsiteY25" fmla="*/ 254721 h 361333"/>
                <a:gd name="connsiteX26" fmla="*/ 113740 w 361674"/>
                <a:gd name="connsiteY26" fmla="*/ 185135 h 361333"/>
                <a:gd name="connsiteX27" fmla="*/ 130354 w 361674"/>
                <a:gd name="connsiteY27" fmla="*/ 139809 h 361333"/>
                <a:gd name="connsiteX28" fmla="*/ 129076 w 361674"/>
                <a:gd name="connsiteY28" fmla="*/ 139171 h 361333"/>
                <a:gd name="connsiteX29" fmla="*/ 125243 w 361674"/>
                <a:gd name="connsiteY29" fmla="*/ 135979 h 361333"/>
                <a:gd name="connsiteX30" fmla="*/ 116935 w 361674"/>
                <a:gd name="connsiteY30" fmla="*/ 144278 h 361333"/>
                <a:gd name="connsiteX31" fmla="*/ 112463 w 361674"/>
                <a:gd name="connsiteY31" fmla="*/ 146193 h 361333"/>
                <a:gd name="connsiteX32" fmla="*/ 107989 w 361674"/>
                <a:gd name="connsiteY32" fmla="*/ 144278 h 361333"/>
                <a:gd name="connsiteX33" fmla="*/ 107989 w 361674"/>
                <a:gd name="connsiteY33" fmla="*/ 135341 h 361333"/>
                <a:gd name="connsiteX34" fmla="*/ 116297 w 361674"/>
                <a:gd name="connsiteY34" fmla="*/ 127041 h 361333"/>
                <a:gd name="connsiteX35" fmla="*/ 99683 w 361674"/>
                <a:gd name="connsiteY35" fmla="*/ 111081 h 361333"/>
                <a:gd name="connsiteX36" fmla="*/ 99683 w 361674"/>
                <a:gd name="connsiteY36" fmla="*/ 137894 h 361333"/>
                <a:gd name="connsiteX37" fmla="*/ 93293 w 361674"/>
                <a:gd name="connsiteY37" fmla="*/ 144278 h 361333"/>
                <a:gd name="connsiteX38" fmla="*/ 86903 w 361674"/>
                <a:gd name="connsiteY38" fmla="*/ 137894 h 361333"/>
                <a:gd name="connsiteX39" fmla="*/ 86903 w 361674"/>
                <a:gd name="connsiteY39" fmla="*/ 96398 h 361333"/>
                <a:gd name="connsiteX40" fmla="*/ 88820 w 361674"/>
                <a:gd name="connsiteY40" fmla="*/ 91930 h 361333"/>
                <a:gd name="connsiteX41" fmla="*/ 93293 w 361674"/>
                <a:gd name="connsiteY41" fmla="*/ 90014 h 361333"/>
                <a:gd name="connsiteX42" fmla="*/ 134828 w 361674"/>
                <a:gd name="connsiteY42" fmla="*/ 90014 h 361333"/>
                <a:gd name="connsiteX43" fmla="*/ 141217 w 361674"/>
                <a:gd name="connsiteY43" fmla="*/ 96398 h 361333"/>
                <a:gd name="connsiteX44" fmla="*/ 134828 w 361674"/>
                <a:gd name="connsiteY44" fmla="*/ 102782 h 361333"/>
                <a:gd name="connsiteX45" fmla="*/ 109268 w 361674"/>
                <a:gd name="connsiteY45" fmla="*/ 102782 h 361333"/>
                <a:gd name="connsiteX46" fmla="*/ 125243 w 361674"/>
                <a:gd name="connsiteY46" fmla="*/ 118104 h 361333"/>
                <a:gd name="connsiteX47" fmla="*/ 134189 w 361674"/>
                <a:gd name="connsiteY47" fmla="*/ 109166 h 361333"/>
                <a:gd name="connsiteX48" fmla="*/ 143134 w 361674"/>
                <a:gd name="connsiteY48" fmla="*/ 109166 h 361333"/>
                <a:gd name="connsiteX49" fmla="*/ 143134 w 361674"/>
                <a:gd name="connsiteY49" fmla="*/ 118104 h 361333"/>
                <a:gd name="connsiteX50" fmla="*/ 134189 w 361674"/>
                <a:gd name="connsiteY50" fmla="*/ 127041 h 361333"/>
                <a:gd name="connsiteX51" fmla="*/ 137384 w 361674"/>
                <a:gd name="connsiteY51" fmla="*/ 130233 h 361333"/>
                <a:gd name="connsiteX52" fmla="*/ 138661 w 361674"/>
                <a:gd name="connsiteY52" fmla="*/ 132149 h 361333"/>
                <a:gd name="connsiteX53" fmla="*/ 182752 w 361674"/>
                <a:gd name="connsiteY53" fmla="*/ 116189 h 361333"/>
                <a:gd name="connsiteX54" fmla="*/ 223648 w 361674"/>
                <a:gd name="connsiteY54" fmla="*/ 129595 h 361333"/>
                <a:gd name="connsiteX55" fmla="*/ 251763 w 361674"/>
                <a:gd name="connsiteY55" fmla="*/ 102782 h 361333"/>
                <a:gd name="connsiteX56" fmla="*/ 226203 w 361674"/>
                <a:gd name="connsiteY56" fmla="*/ 102782 h 361333"/>
                <a:gd name="connsiteX57" fmla="*/ 219813 w 361674"/>
                <a:gd name="connsiteY57" fmla="*/ 96398 h 361333"/>
                <a:gd name="connsiteX58" fmla="*/ 226203 w 361674"/>
                <a:gd name="connsiteY58" fmla="*/ 90014 h 361333"/>
                <a:gd name="connsiteX59" fmla="*/ 267738 w 361674"/>
                <a:gd name="connsiteY59" fmla="*/ 90014 h 361333"/>
                <a:gd name="connsiteX60" fmla="*/ 272211 w 361674"/>
                <a:gd name="connsiteY60" fmla="*/ 91930 h 361333"/>
                <a:gd name="connsiteX61" fmla="*/ 274128 w 361674"/>
                <a:gd name="connsiteY61" fmla="*/ 96398 h 361333"/>
                <a:gd name="connsiteX62" fmla="*/ 274128 w 361674"/>
                <a:gd name="connsiteY62" fmla="*/ 13725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61674"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2309" y="81077"/>
                    <a:pt x="281157" y="0"/>
                    <a:pt x="180835" y="0"/>
                  </a:cubicBezTo>
                  <a:close/>
                  <a:moveTo>
                    <a:pt x="275406" y="137256"/>
                  </a:moveTo>
                  <a:cubicBezTo>
                    <a:pt x="275406" y="141086"/>
                    <a:pt x="272850" y="143640"/>
                    <a:pt x="269016" y="143640"/>
                  </a:cubicBezTo>
                  <a:cubicBezTo>
                    <a:pt x="265182" y="143640"/>
                    <a:pt x="262626" y="141086"/>
                    <a:pt x="262626" y="137256"/>
                  </a:cubicBezTo>
                  <a:lnTo>
                    <a:pt x="262626" y="110443"/>
                  </a:lnTo>
                  <a:lnTo>
                    <a:pt x="234510" y="137256"/>
                  </a:lnTo>
                  <a:cubicBezTo>
                    <a:pt x="246651" y="150024"/>
                    <a:pt x="253680" y="166622"/>
                    <a:pt x="253680" y="185135"/>
                  </a:cubicBezTo>
                  <a:cubicBezTo>
                    <a:pt x="253680" y="221524"/>
                    <a:pt x="226203" y="250891"/>
                    <a:pt x="190420" y="254721"/>
                  </a:cubicBezTo>
                  <a:lnTo>
                    <a:pt x="190420" y="276427"/>
                  </a:lnTo>
                  <a:lnTo>
                    <a:pt x="207673" y="276427"/>
                  </a:lnTo>
                  <a:cubicBezTo>
                    <a:pt x="211507" y="276427"/>
                    <a:pt x="214063" y="278980"/>
                    <a:pt x="214063" y="282811"/>
                  </a:cubicBezTo>
                  <a:cubicBezTo>
                    <a:pt x="214063" y="286641"/>
                    <a:pt x="211507" y="289195"/>
                    <a:pt x="207673" y="289195"/>
                  </a:cubicBezTo>
                  <a:lnTo>
                    <a:pt x="190420" y="289195"/>
                  </a:lnTo>
                  <a:lnTo>
                    <a:pt x="190420" y="307070"/>
                  </a:lnTo>
                  <a:cubicBezTo>
                    <a:pt x="190420" y="310900"/>
                    <a:pt x="187864" y="313454"/>
                    <a:pt x="184030" y="313454"/>
                  </a:cubicBezTo>
                  <a:cubicBezTo>
                    <a:pt x="180196" y="313454"/>
                    <a:pt x="177640" y="310900"/>
                    <a:pt x="177640" y="307070"/>
                  </a:cubicBezTo>
                  <a:lnTo>
                    <a:pt x="177640" y="289195"/>
                  </a:lnTo>
                  <a:lnTo>
                    <a:pt x="160387" y="289195"/>
                  </a:lnTo>
                  <a:cubicBezTo>
                    <a:pt x="156553" y="289195"/>
                    <a:pt x="153997" y="286641"/>
                    <a:pt x="153997" y="282811"/>
                  </a:cubicBezTo>
                  <a:cubicBezTo>
                    <a:pt x="153997" y="278980"/>
                    <a:pt x="156553" y="276427"/>
                    <a:pt x="160387" y="276427"/>
                  </a:cubicBezTo>
                  <a:lnTo>
                    <a:pt x="177640" y="276427"/>
                  </a:lnTo>
                  <a:lnTo>
                    <a:pt x="177640" y="254721"/>
                  </a:lnTo>
                  <a:cubicBezTo>
                    <a:pt x="141856" y="251529"/>
                    <a:pt x="113740" y="221524"/>
                    <a:pt x="113740" y="185135"/>
                  </a:cubicBezTo>
                  <a:cubicBezTo>
                    <a:pt x="113740" y="167899"/>
                    <a:pt x="120130" y="151939"/>
                    <a:pt x="130354" y="139809"/>
                  </a:cubicBezTo>
                  <a:cubicBezTo>
                    <a:pt x="129715" y="139809"/>
                    <a:pt x="129076" y="139171"/>
                    <a:pt x="129076" y="139171"/>
                  </a:cubicBezTo>
                  <a:lnTo>
                    <a:pt x="125243" y="135979"/>
                  </a:lnTo>
                  <a:lnTo>
                    <a:pt x="116935" y="144278"/>
                  </a:lnTo>
                  <a:cubicBezTo>
                    <a:pt x="115658" y="145555"/>
                    <a:pt x="113740" y="146193"/>
                    <a:pt x="112463" y="146193"/>
                  </a:cubicBezTo>
                  <a:cubicBezTo>
                    <a:pt x="111184" y="146193"/>
                    <a:pt x="109268" y="145555"/>
                    <a:pt x="107989" y="144278"/>
                  </a:cubicBezTo>
                  <a:cubicBezTo>
                    <a:pt x="105434" y="141724"/>
                    <a:pt x="105434" y="137894"/>
                    <a:pt x="107989" y="135341"/>
                  </a:cubicBezTo>
                  <a:lnTo>
                    <a:pt x="116297" y="127041"/>
                  </a:lnTo>
                  <a:lnTo>
                    <a:pt x="99683" y="111081"/>
                  </a:lnTo>
                  <a:lnTo>
                    <a:pt x="99683" y="137894"/>
                  </a:lnTo>
                  <a:cubicBezTo>
                    <a:pt x="99683" y="141724"/>
                    <a:pt x="97127" y="144278"/>
                    <a:pt x="93293" y="144278"/>
                  </a:cubicBezTo>
                  <a:cubicBezTo>
                    <a:pt x="89459" y="144278"/>
                    <a:pt x="86903" y="141724"/>
                    <a:pt x="86903" y="137894"/>
                  </a:cubicBezTo>
                  <a:lnTo>
                    <a:pt x="86903" y="96398"/>
                  </a:lnTo>
                  <a:cubicBezTo>
                    <a:pt x="86903" y="94483"/>
                    <a:pt x="87542" y="93206"/>
                    <a:pt x="88820" y="91930"/>
                  </a:cubicBezTo>
                  <a:cubicBezTo>
                    <a:pt x="90098" y="90653"/>
                    <a:pt x="91376" y="90014"/>
                    <a:pt x="93293" y="90014"/>
                  </a:cubicBezTo>
                  <a:lnTo>
                    <a:pt x="134828" y="90014"/>
                  </a:lnTo>
                  <a:cubicBezTo>
                    <a:pt x="138661" y="90014"/>
                    <a:pt x="141217" y="92568"/>
                    <a:pt x="141217" y="96398"/>
                  </a:cubicBezTo>
                  <a:cubicBezTo>
                    <a:pt x="141217" y="100229"/>
                    <a:pt x="138661" y="102782"/>
                    <a:pt x="134828" y="102782"/>
                  </a:cubicBezTo>
                  <a:lnTo>
                    <a:pt x="109268" y="102782"/>
                  </a:lnTo>
                  <a:lnTo>
                    <a:pt x="125243" y="118104"/>
                  </a:lnTo>
                  <a:lnTo>
                    <a:pt x="134189" y="109166"/>
                  </a:lnTo>
                  <a:cubicBezTo>
                    <a:pt x="136744" y="106613"/>
                    <a:pt x="140579" y="106613"/>
                    <a:pt x="143134" y="109166"/>
                  </a:cubicBezTo>
                  <a:cubicBezTo>
                    <a:pt x="145690" y="111720"/>
                    <a:pt x="145690" y="115550"/>
                    <a:pt x="143134" y="118104"/>
                  </a:cubicBezTo>
                  <a:lnTo>
                    <a:pt x="134189" y="127041"/>
                  </a:lnTo>
                  <a:lnTo>
                    <a:pt x="137384" y="130233"/>
                  </a:lnTo>
                  <a:cubicBezTo>
                    <a:pt x="138022" y="130872"/>
                    <a:pt x="138022" y="131510"/>
                    <a:pt x="138661" y="132149"/>
                  </a:cubicBezTo>
                  <a:cubicBezTo>
                    <a:pt x="150802" y="121934"/>
                    <a:pt x="166138" y="116189"/>
                    <a:pt x="182752" y="116189"/>
                  </a:cubicBezTo>
                  <a:cubicBezTo>
                    <a:pt x="198088" y="116189"/>
                    <a:pt x="212146" y="121296"/>
                    <a:pt x="223648" y="129595"/>
                  </a:cubicBezTo>
                  <a:lnTo>
                    <a:pt x="251763" y="102782"/>
                  </a:lnTo>
                  <a:lnTo>
                    <a:pt x="226203" y="102782"/>
                  </a:lnTo>
                  <a:cubicBezTo>
                    <a:pt x="222369" y="102782"/>
                    <a:pt x="219813" y="100229"/>
                    <a:pt x="219813" y="96398"/>
                  </a:cubicBezTo>
                  <a:cubicBezTo>
                    <a:pt x="219813" y="92568"/>
                    <a:pt x="222369" y="90014"/>
                    <a:pt x="226203" y="90014"/>
                  </a:cubicBezTo>
                  <a:lnTo>
                    <a:pt x="267738" y="90014"/>
                  </a:lnTo>
                  <a:cubicBezTo>
                    <a:pt x="269655" y="90014"/>
                    <a:pt x="271572" y="90653"/>
                    <a:pt x="272211" y="91930"/>
                  </a:cubicBezTo>
                  <a:cubicBezTo>
                    <a:pt x="273489" y="93206"/>
                    <a:pt x="274128" y="94483"/>
                    <a:pt x="274128" y="96398"/>
                  </a:cubicBezTo>
                  <a:lnTo>
                    <a:pt x="274128" y="137256"/>
                  </a:lnTo>
                  <a:close/>
                </a:path>
              </a:pathLst>
            </a:custGeom>
            <a:solidFill>
              <a:srgbClr val="00A3E0"/>
            </a:solidFill>
            <a:ln w="6390" cap="flat">
              <a:noFill/>
              <a:prstDash val="solid"/>
              <a:miter/>
            </a:ln>
          </p:spPr>
          <p:txBody>
            <a:bodyPr rtlCol="0" anchor="ctr"/>
            <a:lstStyle/>
            <a:p>
              <a:endParaRPr lang="en-US"/>
            </a:p>
          </p:txBody>
        </p:sp>
        <p:sp>
          <p:nvSpPr>
            <p:cNvPr id="1281" name="Graphic 4">
              <a:extLst>
                <a:ext uri="{FF2B5EF4-FFF2-40B4-BE49-F238E27FC236}">
                  <a16:creationId xmlns:a16="http://schemas.microsoft.com/office/drawing/2014/main" id="{A7C047A9-8278-D440-987C-2E257E09997B}"/>
                </a:ext>
              </a:extLst>
            </p:cNvPr>
            <p:cNvSpPr/>
            <p:nvPr/>
          </p:nvSpPr>
          <p:spPr>
            <a:xfrm>
              <a:off x="10452659" y="2499491"/>
              <a:ext cx="113740" cy="113635"/>
            </a:xfrm>
            <a:custGeom>
              <a:avLst/>
              <a:gdLst>
                <a:gd name="connsiteX0" fmla="*/ 56870 w 113740"/>
                <a:gd name="connsiteY0" fmla="*/ 0 h 113635"/>
                <a:gd name="connsiteX1" fmla="*/ 0 w 113740"/>
                <a:gd name="connsiteY1" fmla="*/ 56817 h 113635"/>
                <a:gd name="connsiteX2" fmla="*/ 56870 w 113740"/>
                <a:gd name="connsiteY2" fmla="*/ 113635 h 113635"/>
                <a:gd name="connsiteX3" fmla="*/ 113740 w 113740"/>
                <a:gd name="connsiteY3" fmla="*/ 56817 h 113635"/>
                <a:gd name="connsiteX4" fmla="*/ 56870 w 113740"/>
                <a:gd name="connsiteY4" fmla="*/ 0 h 113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740" h="113635">
                  <a:moveTo>
                    <a:pt x="56870" y="0"/>
                  </a:moveTo>
                  <a:cubicBezTo>
                    <a:pt x="25560" y="0"/>
                    <a:pt x="0" y="25536"/>
                    <a:pt x="0" y="56817"/>
                  </a:cubicBezTo>
                  <a:cubicBezTo>
                    <a:pt x="0" y="88099"/>
                    <a:pt x="25560" y="113635"/>
                    <a:pt x="56870" y="113635"/>
                  </a:cubicBezTo>
                  <a:cubicBezTo>
                    <a:pt x="88181" y="113635"/>
                    <a:pt x="113740" y="88099"/>
                    <a:pt x="113740" y="56817"/>
                  </a:cubicBezTo>
                  <a:cubicBezTo>
                    <a:pt x="113740" y="25536"/>
                    <a:pt x="88181" y="0"/>
                    <a:pt x="56870" y="0"/>
                  </a:cubicBezTo>
                  <a:close/>
                </a:path>
              </a:pathLst>
            </a:custGeom>
            <a:solidFill>
              <a:srgbClr val="00A3E0"/>
            </a:solidFill>
            <a:ln w="6390" cap="flat">
              <a:noFill/>
              <a:prstDash val="solid"/>
              <a:miter/>
            </a:ln>
          </p:spPr>
          <p:txBody>
            <a:bodyPr rtlCol="0" anchor="ctr"/>
            <a:lstStyle/>
            <a:p>
              <a:endParaRPr lang="en-US"/>
            </a:p>
          </p:txBody>
        </p:sp>
      </p:grpSp>
      <p:grpSp>
        <p:nvGrpSpPr>
          <p:cNvPr id="1282" name="Graphic 4">
            <a:extLst>
              <a:ext uri="{FF2B5EF4-FFF2-40B4-BE49-F238E27FC236}">
                <a16:creationId xmlns:a16="http://schemas.microsoft.com/office/drawing/2014/main" id="{D391E2F6-0BD5-1C4D-A7F5-E0B8A2EC300D}"/>
              </a:ext>
            </a:extLst>
          </p:cNvPr>
          <p:cNvGrpSpPr/>
          <p:nvPr/>
        </p:nvGrpSpPr>
        <p:grpSpPr>
          <a:xfrm>
            <a:off x="8239823" y="4792617"/>
            <a:ext cx="361674" cy="361333"/>
            <a:chOff x="8239823" y="4792617"/>
            <a:chExt cx="361674" cy="361333"/>
          </a:xfrm>
          <a:solidFill>
            <a:srgbClr val="00A3E0"/>
          </a:solidFill>
        </p:grpSpPr>
        <p:sp>
          <p:nvSpPr>
            <p:cNvPr id="1283" name="Graphic 4">
              <a:extLst>
                <a:ext uri="{FF2B5EF4-FFF2-40B4-BE49-F238E27FC236}">
                  <a16:creationId xmlns:a16="http://schemas.microsoft.com/office/drawing/2014/main" id="{6F45203F-895F-1D48-9B9E-EA1F6776915E}"/>
                </a:ext>
              </a:extLst>
            </p:cNvPr>
            <p:cNvSpPr/>
            <p:nvPr/>
          </p:nvSpPr>
          <p:spPr>
            <a:xfrm>
              <a:off x="8373373" y="4881933"/>
              <a:ext cx="125242" cy="25561"/>
            </a:xfrm>
            <a:custGeom>
              <a:avLst/>
              <a:gdLst>
                <a:gd name="connsiteX0" fmla="*/ 0 w 125242"/>
                <a:gd name="connsiteY0" fmla="*/ 10913 h 25561"/>
                <a:gd name="connsiteX1" fmla="*/ 62621 w 125242"/>
                <a:gd name="connsiteY1" fmla="*/ 17936 h 25561"/>
                <a:gd name="connsiteX2" fmla="*/ 125243 w 125242"/>
                <a:gd name="connsiteY2" fmla="*/ 23043 h 25561"/>
                <a:gd name="connsiteX3" fmla="*/ 125243 w 125242"/>
                <a:gd name="connsiteY3" fmla="*/ 14105 h 25561"/>
                <a:gd name="connsiteX4" fmla="*/ 106073 w 125242"/>
                <a:gd name="connsiteY4" fmla="*/ 16020 h 25561"/>
                <a:gd name="connsiteX5" fmla="*/ 59426 w 125242"/>
                <a:gd name="connsiteY5" fmla="*/ 7721 h 25561"/>
                <a:gd name="connsiteX6" fmla="*/ 0 w 125242"/>
                <a:gd name="connsiteY6" fmla="*/ 1337 h 25561"/>
                <a:gd name="connsiteX7" fmla="*/ 0 w 125242"/>
                <a:gd name="connsiteY7" fmla="*/ 10913 h 25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242" h="25561">
                  <a:moveTo>
                    <a:pt x="0" y="10913"/>
                  </a:moveTo>
                  <a:cubicBezTo>
                    <a:pt x="22365" y="7083"/>
                    <a:pt x="42812" y="12828"/>
                    <a:pt x="62621" y="17936"/>
                  </a:cubicBezTo>
                  <a:cubicBezTo>
                    <a:pt x="83708" y="23681"/>
                    <a:pt x="104156" y="28788"/>
                    <a:pt x="125243" y="23043"/>
                  </a:cubicBezTo>
                  <a:lnTo>
                    <a:pt x="125243" y="14105"/>
                  </a:lnTo>
                  <a:cubicBezTo>
                    <a:pt x="118853" y="15382"/>
                    <a:pt x="112463" y="16020"/>
                    <a:pt x="106073" y="16020"/>
                  </a:cubicBezTo>
                  <a:cubicBezTo>
                    <a:pt x="90098" y="16020"/>
                    <a:pt x="74123" y="12190"/>
                    <a:pt x="59426" y="7721"/>
                  </a:cubicBezTo>
                  <a:cubicBezTo>
                    <a:pt x="39617" y="2614"/>
                    <a:pt x="20447" y="-2493"/>
                    <a:pt x="0" y="1337"/>
                  </a:cubicBezTo>
                  <a:lnTo>
                    <a:pt x="0" y="10913"/>
                  </a:lnTo>
                  <a:close/>
                </a:path>
              </a:pathLst>
            </a:custGeom>
            <a:solidFill>
              <a:srgbClr val="00A3E0"/>
            </a:solidFill>
            <a:ln w="6390" cap="flat">
              <a:noFill/>
              <a:prstDash val="solid"/>
              <a:miter/>
            </a:ln>
          </p:spPr>
          <p:txBody>
            <a:bodyPr rtlCol="0" anchor="ctr"/>
            <a:lstStyle/>
            <a:p>
              <a:endParaRPr lang="en-US"/>
            </a:p>
          </p:txBody>
        </p:sp>
        <p:sp>
          <p:nvSpPr>
            <p:cNvPr id="1284" name="Graphic 4">
              <a:extLst>
                <a:ext uri="{FF2B5EF4-FFF2-40B4-BE49-F238E27FC236}">
                  <a16:creationId xmlns:a16="http://schemas.microsoft.com/office/drawing/2014/main" id="{1C689948-CD3D-3C44-9D55-E0A31CBFEB8B}"/>
                </a:ext>
              </a:extLst>
            </p:cNvPr>
            <p:cNvSpPr/>
            <p:nvPr/>
          </p:nvSpPr>
          <p:spPr>
            <a:xfrm>
              <a:off x="8374012" y="4948326"/>
              <a:ext cx="125242" cy="25561"/>
            </a:xfrm>
            <a:custGeom>
              <a:avLst/>
              <a:gdLst>
                <a:gd name="connsiteX0" fmla="*/ 62622 w 125242"/>
                <a:gd name="connsiteY0" fmla="*/ 17936 h 25561"/>
                <a:gd name="connsiteX1" fmla="*/ 125243 w 125242"/>
                <a:gd name="connsiteY1" fmla="*/ 23043 h 25561"/>
                <a:gd name="connsiteX2" fmla="*/ 125243 w 125242"/>
                <a:gd name="connsiteY2" fmla="*/ 14105 h 25561"/>
                <a:gd name="connsiteX3" fmla="*/ 106073 w 125242"/>
                <a:gd name="connsiteY3" fmla="*/ 16021 h 25561"/>
                <a:gd name="connsiteX4" fmla="*/ 59427 w 125242"/>
                <a:gd name="connsiteY4" fmla="*/ 7721 h 25561"/>
                <a:gd name="connsiteX5" fmla="*/ 0 w 125242"/>
                <a:gd name="connsiteY5" fmla="*/ 1337 h 25561"/>
                <a:gd name="connsiteX6" fmla="*/ 0 w 125242"/>
                <a:gd name="connsiteY6" fmla="*/ 10275 h 25561"/>
                <a:gd name="connsiteX7" fmla="*/ 62622 w 125242"/>
                <a:gd name="connsiteY7" fmla="*/ 17936 h 25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242" h="25561">
                  <a:moveTo>
                    <a:pt x="62622" y="17936"/>
                  </a:moveTo>
                  <a:cubicBezTo>
                    <a:pt x="83708" y="23681"/>
                    <a:pt x="104156" y="28788"/>
                    <a:pt x="125243" y="23043"/>
                  </a:cubicBezTo>
                  <a:lnTo>
                    <a:pt x="125243" y="14105"/>
                  </a:lnTo>
                  <a:cubicBezTo>
                    <a:pt x="118853" y="15382"/>
                    <a:pt x="112463" y="16021"/>
                    <a:pt x="106073" y="16021"/>
                  </a:cubicBezTo>
                  <a:cubicBezTo>
                    <a:pt x="90098" y="16021"/>
                    <a:pt x="74123" y="12190"/>
                    <a:pt x="59427" y="7721"/>
                  </a:cubicBezTo>
                  <a:cubicBezTo>
                    <a:pt x="39617" y="2614"/>
                    <a:pt x="20447" y="-2493"/>
                    <a:pt x="0" y="1337"/>
                  </a:cubicBezTo>
                  <a:lnTo>
                    <a:pt x="0" y="10275"/>
                  </a:lnTo>
                  <a:cubicBezTo>
                    <a:pt x="21726" y="7721"/>
                    <a:pt x="42173" y="12829"/>
                    <a:pt x="62622" y="17936"/>
                  </a:cubicBezTo>
                  <a:close/>
                </a:path>
              </a:pathLst>
            </a:custGeom>
            <a:solidFill>
              <a:srgbClr val="00A3E0"/>
            </a:solidFill>
            <a:ln w="6390" cap="flat">
              <a:noFill/>
              <a:prstDash val="solid"/>
              <a:miter/>
            </a:ln>
          </p:spPr>
          <p:txBody>
            <a:bodyPr rtlCol="0" anchor="ctr"/>
            <a:lstStyle/>
            <a:p>
              <a:endParaRPr lang="en-US"/>
            </a:p>
          </p:txBody>
        </p:sp>
        <p:sp>
          <p:nvSpPr>
            <p:cNvPr id="1285" name="Graphic 4">
              <a:extLst>
                <a:ext uri="{FF2B5EF4-FFF2-40B4-BE49-F238E27FC236}">
                  <a16:creationId xmlns:a16="http://schemas.microsoft.com/office/drawing/2014/main" id="{A3B680F2-BA44-814B-AF8B-E3824E17B239}"/>
                </a:ext>
              </a:extLst>
            </p:cNvPr>
            <p:cNvSpPr/>
            <p:nvPr/>
          </p:nvSpPr>
          <p:spPr>
            <a:xfrm>
              <a:off x="8373373" y="4904915"/>
              <a:ext cx="125242" cy="24923"/>
            </a:xfrm>
            <a:custGeom>
              <a:avLst/>
              <a:gdLst>
                <a:gd name="connsiteX0" fmla="*/ 59426 w 125242"/>
                <a:gd name="connsiteY0" fmla="*/ 7721 h 24923"/>
                <a:gd name="connsiteX1" fmla="*/ 0 w 125242"/>
                <a:gd name="connsiteY1" fmla="*/ 1337 h 24923"/>
                <a:gd name="connsiteX2" fmla="*/ 0 w 125242"/>
                <a:gd name="connsiteY2" fmla="*/ 10275 h 24923"/>
                <a:gd name="connsiteX3" fmla="*/ 62621 w 125242"/>
                <a:gd name="connsiteY3" fmla="*/ 17297 h 24923"/>
                <a:gd name="connsiteX4" fmla="*/ 125243 w 125242"/>
                <a:gd name="connsiteY4" fmla="*/ 22405 h 24923"/>
                <a:gd name="connsiteX5" fmla="*/ 125243 w 125242"/>
                <a:gd name="connsiteY5" fmla="*/ 13467 h 24923"/>
                <a:gd name="connsiteX6" fmla="*/ 106073 w 125242"/>
                <a:gd name="connsiteY6" fmla="*/ 15382 h 24923"/>
                <a:gd name="connsiteX7" fmla="*/ 59426 w 125242"/>
                <a:gd name="connsiteY7" fmla="*/ 7721 h 2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242" h="24923">
                  <a:moveTo>
                    <a:pt x="59426" y="7721"/>
                  </a:moveTo>
                  <a:cubicBezTo>
                    <a:pt x="39617" y="2614"/>
                    <a:pt x="20447" y="-2493"/>
                    <a:pt x="0" y="1337"/>
                  </a:cubicBezTo>
                  <a:lnTo>
                    <a:pt x="0" y="10275"/>
                  </a:lnTo>
                  <a:cubicBezTo>
                    <a:pt x="22365" y="6445"/>
                    <a:pt x="42812" y="12190"/>
                    <a:pt x="62621" y="17297"/>
                  </a:cubicBezTo>
                  <a:cubicBezTo>
                    <a:pt x="83708" y="23043"/>
                    <a:pt x="104156" y="28150"/>
                    <a:pt x="125243" y="22405"/>
                  </a:cubicBezTo>
                  <a:lnTo>
                    <a:pt x="125243" y="13467"/>
                  </a:lnTo>
                  <a:cubicBezTo>
                    <a:pt x="118853" y="14744"/>
                    <a:pt x="112463" y="15382"/>
                    <a:pt x="106073" y="15382"/>
                  </a:cubicBezTo>
                  <a:cubicBezTo>
                    <a:pt x="90098" y="15382"/>
                    <a:pt x="74762" y="11552"/>
                    <a:pt x="59426" y="7721"/>
                  </a:cubicBezTo>
                  <a:close/>
                </a:path>
              </a:pathLst>
            </a:custGeom>
            <a:solidFill>
              <a:srgbClr val="00A3E0"/>
            </a:solidFill>
            <a:ln w="6390" cap="flat">
              <a:noFill/>
              <a:prstDash val="solid"/>
              <a:miter/>
            </a:ln>
          </p:spPr>
          <p:txBody>
            <a:bodyPr rtlCol="0" anchor="ctr"/>
            <a:lstStyle/>
            <a:p>
              <a:endParaRPr lang="en-US"/>
            </a:p>
          </p:txBody>
        </p:sp>
        <p:sp>
          <p:nvSpPr>
            <p:cNvPr id="1286" name="Graphic 4">
              <a:extLst>
                <a:ext uri="{FF2B5EF4-FFF2-40B4-BE49-F238E27FC236}">
                  <a16:creationId xmlns:a16="http://schemas.microsoft.com/office/drawing/2014/main" id="{B5D4E988-E8D9-7243-A543-AE87B3D53F3C}"/>
                </a:ext>
              </a:extLst>
            </p:cNvPr>
            <p:cNvSpPr/>
            <p:nvPr/>
          </p:nvSpPr>
          <p:spPr>
            <a:xfrm>
              <a:off x="8374012" y="4926621"/>
              <a:ext cx="125242" cy="25561"/>
            </a:xfrm>
            <a:custGeom>
              <a:avLst/>
              <a:gdLst>
                <a:gd name="connsiteX0" fmla="*/ 62622 w 125242"/>
                <a:gd name="connsiteY0" fmla="*/ 17936 h 25561"/>
                <a:gd name="connsiteX1" fmla="*/ 125243 w 125242"/>
                <a:gd name="connsiteY1" fmla="*/ 23043 h 25561"/>
                <a:gd name="connsiteX2" fmla="*/ 125243 w 125242"/>
                <a:gd name="connsiteY2" fmla="*/ 14105 h 25561"/>
                <a:gd name="connsiteX3" fmla="*/ 106073 w 125242"/>
                <a:gd name="connsiteY3" fmla="*/ 16020 h 25561"/>
                <a:gd name="connsiteX4" fmla="*/ 59427 w 125242"/>
                <a:gd name="connsiteY4" fmla="*/ 7721 h 25561"/>
                <a:gd name="connsiteX5" fmla="*/ 0 w 125242"/>
                <a:gd name="connsiteY5" fmla="*/ 1337 h 25561"/>
                <a:gd name="connsiteX6" fmla="*/ 0 w 125242"/>
                <a:gd name="connsiteY6" fmla="*/ 10275 h 25561"/>
                <a:gd name="connsiteX7" fmla="*/ 62622 w 125242"/>
                <a:gd name="connsiteY7" fmla="*/ 17936 h 25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242" h="25561">
                  <a:moveTo>
                    <a:pt x="62622" y="17936"/>
                  </a:moveTo>
                  <a:cubicBezTo>
                    <a:pt x="83708" y="23681"/>
                    <a:pt x="104156" y="28788"/>
                    <a:pt x="125243" y="23043"/>
                  </a:cubicBezTo>
                  <a:lnTo>
                    <a:pt x="125243" y="14105"/>
                  </a:lnTo>
                  <a:cubicBezTo>
                    <a:pt x="118853" y="15382"/>
                    <a:pt x="112463" y="16020"/>
                    <a:pt x="106073" y="16020"/>
                  </a:cubicBezTo>
                  <a:cubicBezTo>
                    <a:pt x="90098" y="16020"/>
                    <a:pt x="74123" y="12190"/>
                    <a:pt x="59427" y="7721"/>
                  </a:cubicBezTo>
                  <a:cubicBezTo>
                    <a:pt x="39617" y="2614"/>
                    <a:pt x="20447" y="-2493"/>
                    <a:pt x="0" y="1337"/>
                  </a:cubicBezTo>
                  <a:lnTo>
                    <a:pt x="0" y="10275"/>
                  </a:lnTo>
                  <a:cubicBezTo>
                    <a:pt x="21726" y="7083"/>
                    <a:pt x="42173" y="12190"/>
                    <a:pt x="62622" y="17936"/>
                  </a:cubicBezTo>
                  <a:close/>
                </a:path>
              </a:pathLst>
            </a:custGeom>
            <a:solidFill>
              <a:srgbClr val="00A3E0"/>
            </a:solidFill>
            <a:ln w="6390" cap="flat">
              <a:noFill/>
              <a:prstDash val="solid"/>
              <a:miter/>
            </a:ln>
          </p:spPr>
          <p:txBody>
            <a:bodyPr rtlCol="0" anchor="ctr"/>
            <a:lstStyle/>
            <a:p>
              <a:endParaRPr lang="en-US"/>
            </a:p>
          </p:txBody>
        </p:sp>
        <p:sp>
          <p:nvSpPr>
            <p:cNvPr id="1287" name="Graphic 4">
              <a:extLst>
                <a:ext uri="{FF2B5EF4-FFF2-40B4-BE49-F238E27FC236}">
                  <a16:creationId xmlns:a16="http://schemas.microsoft.com/office/drawing/2014/main" id="{3FF77935-40E6-CB46-A8A7-02C7F27D486A}"/>
                </a:ext>
              </a:extLst>
            </p:cNvPr>
            <p:cNvSpPr/>
            <p:nvPr/>
          </p:nvSpPr>
          <p:spPr>
            <a:xfrm>
              <a:off x="8239823" y="4792617"/>
              <a:ext cx="361674" cy="361333"/>
            </a:xfrm>
            <a:custGeom>
              <a:avLst/>
              <a:gdLst>
                <a:gd name="connsiteX0" fmla="*/ 180836 w 361674"/>
                <a:gd name="connsiteY0" fmla="*/ 0 h 361333"/>
                <a:gd name="connsiteX1" fmla="*/ 0 w 361674"/>
                <a:gd name="connsiteY1" fmla="*/ 180667 h 361333"/>
                <a:gd name="connsiteX2" fmla="*/ 180836 w 361674"/>
                <a:gd name="connsiteY2" fmla="*/ 361334 h 361333"/>
                <a:gd name="connsiteX3" fmla="*/ 361670 w 361674"/>
                <a:gd name="connsiteY3" fmla="*/ 180667 h 361333"/>
                <a:gd name="connsiteX4" fmla="*/ 180836 w 361674"/>
                <a:gd name="connsiteY4" fmla="*/ 0 h 361333"/>
                <a:gd name="connsiteX5" fmla="*/ 272211 w 361674"/>
                <a:gd name="connsiteY5" fmla="*/ 205564 h 361333"/>
                <a:gd name="connsiteX6" fmla="*/ 267739 w 361674"/>
                <a:gd name="connsiteY6" fmla="*/ 211310 h 361333"/>
                <a:gd name="connsiteX7" fmla="*/ 267100 w 361674"/>
                <a:gd name="connsiteY7" fmla="*/ 211948 h 361333"/>
                <a:gd name="connsiteX8" fmla="*/ 240900 w 361674"/>
                <a:gd name="connsiteY8" fmla="*/ 215779 h 361333"/>
                <a:gd name="connsiteX9" fmla="*/ 194254 w 361674"/>
                <a:gd name="connsiteY9" fmla="*/ 207479 h 361333"/>
                <a:gd name="connsiteX10" fmla="*/ 134828 w 361674"/>
                <a:gd name="connsiteY10" fmla="*/ 201095 h 361333"/>
                <a:gd name="connsiteX11" fmla="*/ 134828 w 361674"/>
                <a:gd name="connsiteY11" fmla="*/ 290471 h 361333"/>
                <a:gd name="connsiteX12" fmla="*/ 128438 w 361674"/>
                <a:gd name="connsiteY12" fmla="*/ 296855 h 361333"/>
                <a:gd name="connsiteX13" fmla="*/ 122048 w 361674"/>
                <a:gd name="connsiteY13" fmla="*/ 290471 h 361333"/>
                <a:gd name="connsiteX14" fmla="*/ 122048 w 361674"/>
                <a:gd name="connsiteY14" fmla="*/ 84907 h 361333"/>
                <a:gd name="connsiteX15" fmla="*/ 127160 w 361674"/>
                <a:gd name="connsiteY15" fmla="*/ 78523 h 361333"/>
                <a:gd name="connsiteX16" fmla="*/ 127160 w 361674"/>
                <a:gd name="connsiteY16" fmla="*/ 78523 h 361333"/>
                <a:gd name="connsiteX17" fmla="*/ 198088 w 361674"/>
                <a:gd name="connsiteY17" fmla="*/ 84269 h 361333"/>
                <a:gd name="connsiteX18" fmla="*/ 263905 w 361674"/>
                <a:gd name="connsiteY18" fmla="*/ 88738 h 361333"/>
                <a:gd name="connsiteX19" fmla="*/ 267100 w 361674"/>
                <a:gd name="connsiteY19" fmla="*/ 88738 h 361333"/>
                <a:gd name="connsiteX20" fmla="*/ 267100 w 361674"/>
                <a:gd name="connsiteY20" fmla="*/ 88738 h 361333"/>
                <a:gd name="connsiteX21" fmla="*/ 273490 w 361674"/>
                <a:gd name="connsiteY21" fmla="*/ 95121 h 361333"/>
                <a:gd name="connsiteX22" fmla="*/ 273490 w 361674"/>
                <a:gd name="connsiteY22" fmla="*/ 20556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1674" h="361333">
                  <a:moveTo>
                    <a:pt x="180836" y="0"/>
                  </a:moveTo>
                  <a:cubicBezTo>
                    <a:pt x="80513" y="0"/>
                    <a:pt x="0" y="81077"/>
                    <a:pt x="0" y="180667"/>
                  </a:cubicBezTo>
                  <a:cubicBezTo>
                    <a:pt x="0" y="280895"/>
                    <a:pt x="81152" y="361334"/>
                    <a:pt x="180836" y="361334"/>
                  </a:cubicBezTo>
                  <a:cubicBezTo>
                    <a:pt x="280518" y="361334"/>
                    <a:pt x="361670" y="280257"/>
                    <a:pt x="361670" y="180667"/>
                  </a:cubicBezTo>
                  <a:cubicBezTo>
                    <a:pt x="362309" y="81077"/>
                    <a:pt x="281157" y="0"/>
                    <a:pt x="180836" y="0"/>
                  </a:cubicBezTo>
                  <a:close/>
                  <a:moveTo>
                    <a:pt x="272211" y="205564"/>
                  </a:moveTo>
                  <a:cubicBezTo>
                    <a:pt x="272211" y="208756"/>
                    <a:pt x="270295" y="210671"/>
                    <a:pt x="267739" y="211310"/>
                  </a:cubicBezTo>
                  <a:cubicBezTo>
                    <a:pt x="267739" y="211310"/>
                    <a:pt x="267100" y="211948"/>
                    <a:pt x="267100" y="211948"/>
                  </a:cubicBezTo>
                  <a:cubicBezTo>
                    <a:pt x="258154" y="215140"/>
                    <a:pt x="249208" y="215779"/>
                    <a:pt x="240900" y="215779"/>
                  </a:cubicBezTo>
                  <a:cubicBezTo>
                    <a:pt x="224925" y="215779"/>
                    <a:pt x="208951" y="211948"/>
                    <a:pt x="194254" y="207479"/>
                  </a:cubicBezTo>
                  <a:cubicBezTo>
                    <a:pt x="174446" y="202372"/>
                    <a:pt x="155276" y="197265"/>
                    <a:pt x="134828" y="201095"/>
                  </a:cubicBezTo>
                  <a:lnTo>
                    <a:pt x="134828" y="290471"/>
                  </a:lnTo>
                  <a:cubicBezTo>
                    <a:pt x="134828" y="294302"/>
                    <a:pt x="132271" y="296855"/>
                    <a:pt x="128438" y="296855"/>
                  </a:cubicBezTo>
                  <a:cubicBezTo>
                    <a:pt x="124604" y="296855"/>
                    <a:pt x="122048" y="294302"/>
                    <a:pt x="122048" y="290471"/>
                  </a:cubicBezTo>
                  <a:lnTo>
                    <a:pt x="122048" y="84907"/>
                  </a:lnTo>
                  <a:cubicBezTo>
                    <a:pt x="122048" y="81715"/>
                    <a:pt x="123965" y="79800"/>
                    <a:pt x="127160" y="78523"/>
                  </a:cubicBezTo>
                  <a:cubicBezTo>
                    <a:pt x="127160" y="78523"/>
                    <a:pt x="127160" y="78523"/>
                    <a:pt x="127160" y="78523"/>
                  </a:cubicBezTo>
                  <a:cubicBezTo>
                    <a:pt x="152720" y="72139"/>
                    <a:pt x="175723" y="77885"/>
                    <a:pt x="198088" y="84269"/>
                  </a:cubicBezTo>
                  <a:cubicBezTo>
                    <a:pt x="220453" y="90014"/>
                    <a:pt x="241540" y="95760"/>
                    <a:pt x="263905" y="88738"/>
                  </a:cubicBezTo>
                  <a:cubicBezTo>
                    <a:pt x="265182" y="88738"/>
                    <a:pt x="265821" y="88099"/>
                    <a:pt x="267100" y="88738"/>
                  </a:cubicBezTo>
                  <a:cubicBezTo>
                    <a:pt x="267100" y="88738"/>
                    <a:pt x="267100" y="88738"/>
                    <a:pt x="267100" y="88738"/>
                  </a:cubicBezTo>
                  <a:cubicBezTo>
                    <a:pt x="270934" y="88738"/>
                    <a:pt x="273490" y="91291"/>
                    <a:pt x="273490" y="95121"/>
                  </a:cubicBezTo>
                  <a:lnTo>
                    <a:pt x="273490" y="205564"/>
                  </a:lnTo>
                  <a:close/>
                </a:path>
              </a:pathLst>
            </a:custGeom>
            <a:solidFill>
              <a:srgbClr val="00A3E0"/>
            </a:solidFill>
            <a:ln w="6390" cap="flat">
              <a:noFill/>
              <a:prstDash val="solid"/>
              <a:miter/>
            </a:ln>
          </p:spPr>
          <p:txBody>
            <a:bodyPr rtlCol="0" anchor="ctr"/>
            <a:lstStyle/>
            <a:p>
              <a:endParaRPr lang="en-US"/>
            </a:p>
          </p:txBody>
        </p:sp>
        <p:sp>
          <p:nvSpPr>
            <p:cNvPr id="1288" name="Graphic 4">
              <a:extLst>
                <a:ext uri="{FF2B5EF4-FFF2-40B4-BE49-F238E27FC236}">
                  <a16:creationId xmlns:a16="http://schemas.microsoft.com/office/drawing/2014/main" id="{9D389BC5-C6B6-534F-8495-492975814E78}"/>
                </a:ext>
              </a:extLst>
            </p:cNvPr>
            <p:cNvSpPr/>
            <p:nvPr/>
          </p:nvSpPr>
          <p:spPr>
            <a:xfrm>
              <a:off x="8374012" y="4970670"/>
              <a:ext cx="125242" cy="24923"/>
            </a:xfrm>
            <a:custGeom>
              <a:avLst/>
              <a:gdLst>
                <a:gd name="connsiteX0" fmla="*/ 125243 w 125242"/>
                <a:gd name="connsiteY0" fmla="*/ 14105 h 24923"/>
                <a:gd name="connsiteX1" fmla="*/ 106073 w 125242"/>
                <a:gd name="connsiteY1" fmla="*/ 16021 h 24923"/>
                <a:gd name="connsiteX2" fmla="*/ 59427 w 125242"/>
                <a:gd name="connsiteY2" fmla="*/ 7721 h 24923"/>
                <a:gd name="connsiteX3" fmla="*/ 0 w 125242"/>
                <a:gd name="connsiteY3" fmla="*/ 1337 h 24923"/>
                <a:gd name="connsiteX4" fmla="*/ 0 w 125242"/>
                <a:gd name="connsiteY4" fmla="*/ 10275 h 24923"/>
                <a:gd name="connsiteX5" fmla="*/ 62622 w 125242"/>
                <a:gd name="connsiteY5" fmla="*/ 17297 h 24923"/>
                <a:gd name="connsiteX6" fmla="*/ 125243 w 125242"/>
                <a:gd name="connsiteY6" fmla="*/ 22405 h 24923"/>
                <a:gd name="connsiteX7" fmla="*/ 125243 w 125242"/>
                <a:gd name="connsiteY7" fmla="*/ 14105 h 2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242" h="24923">
                  <a:moveTo>
                    <a:pt x="125243" y="14105"/>
                  </a:moveTo>
                  <a:cubicBezTo>
                    <a:pt x="118853" y="15382"/>
                    <a:pt x="112463" y="16021"/>
                    <a:pt x="106073" y="16021"/>
                  </a:cubicBezTo>
                  <a:cubicBezTo>
                    <a:pt x="90098" y="16021"/>
                    <a:pt x="74123" y="12190"/>
                    <a:pt x="59427" y="7721"/>
                  </a:cubicBezTo>
                  <a:cubicBezTo>
                    <a:pt x="39617" y="2614"/>
                    <a:pt x="20447" y="-2493"/>
                    <a:pt x="0" y="1337"/>
                  </a:cubicBezTo>
                  <a:lnTo>
                    <a:pt x="0" y="10275"/>
                  </a:lnTo>
                  <a:cubicBezTo>
                    <a:pt x="22365" y="6445"/>
                    <a:pt x="42812" y="12190"/>
                    <a:pt x="62622" y="17297"/>
                  </a:cubicBezTo>
                  <a:cubicBezTo>
                    <a:pt x="83708" y="23043"/>
                    <a:pt x="104156" y="28150"/>
                    <a:pt x="125243" y="22405"/>
                  </a:cubicBezTo>
                  <a:lnTo>
                    <a:pt x="125243" y="14105"/>
                  </a:lnTo>
                  <a:close/>
                </a:path>
              </a:pathLst>
            </a:custGeom>
            <a:solidFill>
              <a:srgbClr val="00A3E0"/>
            </a:solidFill>
            <a:ln w="6390" cap="flat">
              <a:noFill/>
              <a:prstDash val="solid"/>
              <a:miter/>
            </a:ln>
          </p:spPr>
          <p:txBody>
            <a:bodyPr rtlCol="0" anchor="ctr"/>
            <a:lstStyle/>
            <a:p>
              <a:endParaRPr lang="en-US"/>
            </a:p>
          </p:txBody>
        </p:sp>
      </p:grpSp>
      <p:grpSp>
        <p:nvGrpSpPr>
          <p:cNvPr id="1289" name="Graphic 4">
            <a:extLst>
              <a:ext uri="{FF2B5EF4-FFF2-40B4-BE49-F238E27FC236}">
                <a16:creationId xmlns:a16="http://schemas.microsoft.com/office/drawing/2014/main" id="{947074AF-34D9-664A-9884-477F87C3703B}"/>
              </a:ext>
            </a:extLst>
          </p:cNvPr>
          <p:cNvGrpSpPr/>
          <p:nvPr/>
        </p:nvGrpSpPr>
        <p:grpSpPr>
          <a:xfrm>
            <a:off x="8239823" y="4308712"/>
            <a:ext cx="361674" cy="361333"/>
            <a:chOff x="8239823" y="4308712"/>
            <a:chExt cx="361674" cy="361333"/>
          </a:xfrm>
          <a:solidFill>
            <a:srgbClr val="00A3E0"/>
          </a:solidFill>
        </p:grpSpPr>
        <p:sp>
          <p:nvSpPr>
            <p:cNvPr id="1290" name="Graphic 4">
              <a:extLst>
                <a:ext uri="{FF2B5EF4-FFF2-40B4-BE49-F238E27FC236}">
                  <a16:creationId xmlns:a16="http://schemas.microsoft.com/office/drawing/2014/main" id="{B3453CF5-090F-DA4C-A01B-006B25503756}"/>
                </a:ext>
              </a:extLst>
            </p:cNvPr>
            <p:cNvSpPr/>
            <p:nvPr/>
          </p:nvSpPr>
          <p:spPr>
            <a:xfrm>
              <a:off x="8386952" y="4374467"/>
              <a:ext cx="67413" cy="56817"/>
            </a:xfrm>
            <a:custGeom>
              <a:avLst/>
              <a:gdLst>
                <a:gd name="connsiteX0" fmla="*/ 43931 w 67413"/>
                <a:gd name="connsiteY0" fmla="*/ 4469 h 56817"/>
                <a:gd name="connsiteX1" fmla="*/ 33707 w 67413"/>
                <a:gd name="connsiteY1" fmla="*/ 14683 h 56817"/>
                <a:gd name="connsiteX2" fmla="*/ 23483 w 67413"/>
                <a:gd name="connsiteY2" fmla="*/ 4469 h 56817"/>
                <a:gd name="connsiteX3" fmla="*/ 13898 w 67413"/>
                <a:gd name="connsiteY3" fmla="*/ 0 h 56817"/>
                <a:gd name="connsiteX4" fmla="*/ 4313 w 67413"/>
                <a:gd name="connsiteY4" fmla="*/ 4469 h 56817"/>
                <a:gd name="connsiteX5" fmla="*/ 4313 w 67413"/>
                <a:gd name="connsiteY5" fmla="*/ 25536 h 56817"/>
                <a:gd name="connsiteX6" fmla="*/ 33707 w 67413"/>
                <a:gd name="connsiteY6" fmla="*/ 56818 h 56817"/>
                <a:gd name="connsiteX7" fmla="*/ 63101 w 67413"/>
                <a:gd name="connsiteY7" fmla="*/ 25536 h 56817"/>
                <a:gd name="connsiteX8" fmla="*/ 63101 w 67413"/>
                <a:gd name="connsiteY8" fmla="*/ 4469 h 56817"/>
                <a:gd name="connsiteX9" fmla="*/ 43931 w 67413"/>
                <a:gd name="connsiteY9" fmla="*/ 4469 h 56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413" h="56817">
                  <a:moveTo>
                    <a:pt x="43931" y="4469"/>
                  </a:moveTo>
                  <a:lnTo>
                    <a:pt x="33707" y="14683"/>
                  </a:lnTo>
                  <a:lnTo>
                    <a:pt x="23483" y="4469"/>
                  </a:lnTo>
                  <a:cubicBezTo>
                    <a:pt x="20927" y="1916"/>
                    <a:pt x="17093" y="0"/>
                    <a:pt x="13898" y="0"/>
                  </a:cubicBezTo>
                  <a:cubicBezTo>
                    <a:pt x="10703" y="0"/>
                    <a:pt x="6869" y="1277"/>
                    <a:pt x="4313" y="4469"/>
                  </a:cubicBezTo>
                  <a:cubicBezTo>
                    <a:pt x="-1438" y="10215"/>
                    <a:pt x="-1438" y="19791"/>
                    <a:pt x="4313" y="25536"/>
                  </a:cubicBezTo>
                  <a:lnTo>
                    <a:pt x="33707" y="56818"/>
                  </a:lnTo>
                  <a:lnTo>
                    <a:pt x="63101" y="25536"/>
                  </a:lnTo>
                  <a:cubicBezTo>
                    <a:pt x="68852" y="19791"/>
                    <a:pt x="68852" y="10215"/>
                    <a:pt x="63101" y="4469"/>
                  </a:cubicBezTo>
                  <a:cubicBezTo>
                    <a:pt x="57988" y="-1276"/>
                    <a:pt x="49042" y="-1276"/>
                    <a:pt x="43931" y="4469"/>
                  </a:cubicBezTo>
                  <a:close/>
                </a:path>
              </a:pathLst>
            </a:custGeom>
            <a:solidFill>
              <a:srgbClr val="00A3E0"/>
            </a:solidFill>
            <a:ln w="6390" cap="flat">
              <a:noFill/>
              <a:prstDash val="solid"/>
              <a:miter/>
            </a:ln>
          </p:spPr>
          <p:txBody>
            <a:bodyPr rtlCol="0" anchor="ctr"/>
            <a:lstStyle/>
            <a:p>
              <a:endParaRPr lang="en-US"/>
            </a:p>
          </p:txBody>
        </p:sp>
        <p:sp>
          <p:nvSpPr>
            <p:cNvPr id="1291" name="Graphic 4">
              <a:extLst>
                <a:ext uri="{FF2B5EF4-FFF2-40B4-BE49-F238E27FC236}">
                  <a16:creationId xmlns:a16="http://schemas.microsoft.com/office/drawing/2014/main" id="{BE6CCE5F-E34B-FB41-B74B-DD02C415CB79}"/>
                </a:ext>
              </a:extLst>
            </p:cNvPr>
            <p:cNvSpPr/>
            <p:nvPr/>
          </p:nvSpPr>
          <p:spPr>
            <a:xfrm>
              <a:off x="8342701" y="4476610"/>
              <a:ext cx="43451" cy="56817"/>
            </a:xfrm>
            <a:custGeom>
              <a:avLst/>
              <a:gdLst>
                <a:gd name="connsiteX0" fmla="*/ 0 w 43451"/>
                <a:gd name="connsiteY0" fmla="*/ 0 h 56817"/>
                <a:gd name="connsiteX1" fmla="*/ 43452 w 43451"/>
                <a:gd name="connsiteY1" fmla="*/ 0 h 56817"/>
                <a:gd name="connsiteX2" fmla="*/ 43452 w 43451"/>
                <a:gd name="connsiteY2" fmla="*/ 56817 h 56817"/>
                <a:gd name="connsiteX3" fmla="*/ 0 w 43451"/>
                <a:gd name="connsiteY3" fmla="*/ 56817 h 56817"/>
              </a:gdLst>
              <a:ahLst/>
              <a:cxnLst>
                <a:cxn ang="0">
                  <a:pos x="connsiteX0" y="connsiteY0"/>
                </a:cxn>
                <a:cxn ang="0">
                  <a:pos x="connsiteX1" y="connsiteY1"/>
                </a:cxn>
                <a:cxn ang="0">
                  <a:pos x="connsiteX2" y="connsiteY2"/>
                </a:cxn>
                <a:cxn ang="0">
                  <a:pos x="connsiteX3" y="connsiteY3"/>
                </a:cxn>
              </a:cxnLst>
              <a:rect l="l" t="t" r="r" b="b"/>
              <a:pathLst>
                <a:path w="43451" h="56817">
                  <a:moveTo>
                    <a:pt x="0" y="0"/>
                  </a:moveTo>
                  <a:lnTo>
                    <a:pt x="43452" y="0"/>
                  </a:lnTo>
                  <a:lnTo>
                    <a:pt x="43452" y="56817"/>
                  </a:lnTo>
                  <a:lnTo>
                    <a:pt x="0" y="56817"/>
                  </a:lnTo>
                  <a:close/>
                </a:path>
              </a:pathLst>
            </a:custGeom>
            <a:solidFill>
              <a:srgbClr val="00A3E0"/>
            </a:solidFill>
            <a:ln w="6390" cap="flat">
              <a:noFill/>
              <a:prstDash val="solid"/>
              <a:miter/>
            </a:ln>
          </p:spPr>
          <p:txBody>
            <a:bodyPr rtlCol="0" anchor="ctr"/>
            <a:lstStyle/>
            <a:p>
              <a:endParaRPr lang="en-US"/>
            </a:p>
          </p:txBody>
        </p:sp>
        <p:sp>
          <p:nvSpPr>
            <p:cNvPr id="1292" name="Graphic 4">
              <a:extLst>
                <a:ext uri="{FF2B5EF4-FFF2-40B4-BE49-F238E27FC236}">
                  <a16:creationId xmlns:a16="http://schemas.microsoft.com/office/drawing/2014/main" id="{9F0626EA-7065-504F-8E39-B0D7D3B242EB}"/>
                </a:ext>
              </a:extLst>
            </p:cNvPr>
            <p:cNvSpPr/>
            <p:nvPr/>
          </p:nvSpPr>
          <p:spPr>
            <a:xfrm>
              <a:off x="8356120" y="4428092"/>
              <a:ext cx="15335" cy="15321"/>
            </a:xfrm>
            <a:custGeom>
              <a:avLst/>
              <a:gdLst>
                <a:gd name="connsiteX0" fmla="*/ 15336 w 15335"/>
                <a:gd name="connsiteY0" fmla="*/ 7661 h 15321"/>
                <a:gd name="connsiteX1" fmla="*/ 7668 w 15335"/>
                <a:gd name="connsiteY1" fmla="*/ 15322 h 15321"/>
                <a:gd name="connsiteX2" fmla="*/ 0 w 15335"/>
                <a:gd name="connsiteY2" fmla="*/ 7661 h 15321"/>
                <a:gd name="connsiteX3" fmla="*/ 7668 w 15335"/>
                <a:gd name="connsiteY3" fmla="*/ 0 h 15321"/>
                <a:gd name="connsiteX4" fmla="*/ 15336 w 15335"/>
                <a:gd name="connsiteY4" fmla="*/ 7661 h 1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5" h="15321">
                  <a:moveTo>
                    <a:pt x="15336" y="7661"/>
                  </a:moveTo>
                  <a:cubicBezTo>
                    <a:pt x="15336" y="11892"/>
                    <a:pt x="11903" y="15322"/>
                    <a:pt x="7668" y="15322"/>
                  </a:cubicBezTo>
                  <a:cubicBezTo>
                    <a:pt x="3433" y="15322"/>
                    <a:pt x="0" y="11892"/>
                    <a:pt x="0" y="7661"/>
                  </a:cubicBezTo>
                  <a:cubicBezTo>
                    <a:pt x="0" y="3430"/>
                    <a:pt x="3433" y="0"/>
                    <a:pt x="7668" y="0"/>
                  </a:cubicBezTo>
                  <a:cubicBezTo>
                    <a:pt x="11903" y="0"/>
                    <a:pt x="15336" y="3430"/>
                    <a:pt x="15336" y="7661"/>
                  </a:cubicBezTo>
                  <a:close/>
                </a:path>
              </a:pathLst>
            </a:custGeom>
            <a:solidFill>
              <a:srgbClr val="00A3E0"/>
            </a:solidFill>
            <a:ln w="6390" cap="flat">
              <a:noFill/>
              <a:prstDash val="solid"/>
              <a:miter/>
            </a:ln>
          </p:spPr>
          <p:txBody>
            <a:bodyPr rtlCol="0" anchor="ctr"/>
            <a:lstStyle/>
            <a:p>
              <a:endParaRPr lang="en-US"/>
            </a:p>
          </p:txBody>
        </p:sp>
        <p:sp>
          <p:nvSpPr>
            <p:cNvPr id="1293" name="Graphic 4">
              <a:extLst>
                <a:ext uri="{FF2B5EF4-FFF2-40B4-BE49-F238E27FC236}">
                  <a16:creationId xmlns:a16="http://schemas.microsoft.com/office/drawing/2014/main" id="{DD790FE3-865E-B043-935E-AEE63AA7D618}"/>
                </a:ext>
              </a:extLst>
            </p:cNvPr>
            <p:cNvSpPr/>
            <p:nvPr/>
          </p:nvSpPr>
          <p:spPr>
            <a:xfrm>
              <a:off x="8469861" y="4428092"/>
              <a:ext cx="15335" cy="15321"/>
            </a:xfrm>
            <a:custGeom>
              <a:avLst/>
              <a:gdLst>
                <a:gd name="connsiteX0" fmla="*/ 15336 w 15335"/>
                <a:gd name="connsiteY0" fmla="*/ 7661 h 15321"/>
                <a:gd name="connsiteX1" fmla="*/ 7668 w 15335"/>
                <a:gd name="connsiteY1" fmla="*/ 15322 h 15321"/>
                <a:gd name="connsiteX2" fmla="*/ 1 w 15335"/>
                <a:gd name="connsiteY2" fmla="*/ 7661 h 15321"/>
                <a:gd name="connsiteX3" fmla="*/ 7668 w 15335"/>
                <a:gd name="connsiteY3" fmla="*/ 0 h 15321"/>
                <a:gd name="connsiteX4" fmla="*/ 15336 w 15335"/>
                <a:gd name="connsiteY4" fmla="*/ 7661 h 1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5" h="15321">
                  <a:moveTo>
                    <a:pt x="15336" y="7661"/>
                  </a:moveTo>
                  <a:cubicBezTo>
                    <a:pt x="15336" y="11892"/>
                    <a:pt x="11903" y="15322"/>
                    <a:pt x="7668" y="15322"/>
                  </a:cubicBezTo>
                  <a:cubicBezTo>
                    <a:pt x="3434" y="15322"/>
                    <a:pt x="1" y="11892"/>
                    <a:pt x="1" y="7661"/>
                  </a:cubicBezTo>
                  <a:cubicBezTo>
                    <a:pt x="1" y="3430"/>
                    <a:pt x="3434" y="0"/>
                    <a:pt x="7668" y="0"/>
                  </a:cubicBezTo>
                  <a:cubicBezTo>
                    <a:pt x="11903" y="0"/>
                    <a:pt x="15336" y="3430"/>
                    <a:pt x="15336" y="7661"/>
                  </a:cubicBezTo>
                  <a:close/>
                </a:path>
              </a:pathLst>
            </a:custGeom>
            <a:solidFill>
              <a:srgbClr val="00A3E0"/>
            </a:solidFill>
            <a:ln w="6390" cap="flat">
              <a:noFill/>
              <a:prstDash val="solid"/>
              <a:miter/>
            </a:ln>
          </p:spPr>
          <p:txBody>
            <a:bodyPr rtlCol="0" anchor="ctr"/>
            <a:lstStyle/>
            <a:p>
              <a:endParaRPr lang="en-US"/>
            </a:p>
          </p:txBody>
        </p:sp>
        <p:sp>
          <p:nvSpPr>
            <p:cNvPr id="1294" name="Graphic 4">
              <a:extLst>
                <a:ext uri="{FF2B5EF4-FFF2-40B4-BE49-F238E27FC236}">
                  <a16:creationId xmlns:a16="http://schemas.microsoft.com/office/drawing/2014/main" id="{0321985D-31A7-E54A-9BA2-B87101EE5729}"/>
                </a:ext>
              </a:extLst>
            </p:cNvPr>
            <p:cNvSpPr/>
            <p:nvPr/>
          </p:nvSpPr>
          <p:spPr>
            <a:xfrm>
              <a:off x="8239823" y="4308712"/>
              <a:ext cx="361674" cy="361333"/>
            </a:xfrm>
            <a:custGeom>
              <a:avLst/>
              <a:gdLst>
                <a:gd name="connsiteX0" fmla="*/ 180836 w 361674"/>
                <a:gd name="connsiteY0" fmla="*/ 0 h 361333"/>
                <a:gd name="connsiteX1" fmla="*/ 0 w 361674"/>
                <a:gd name="connsiteY1" fmla="*/ 180667 h 361333"/>
                <a:gd name="connsiteX2" fmla="*/ 180836 w 361674"/>
                <a:gd name="connsiteY2" fmla="*/ 361334 h 361333"/>
                <a:gd name="connsiteX3" fmla="*/ 361670 w 361674"/>
                <a:gd name="connsiteY3" fmla="*/ 180667 h 361333"/>
                <a:gd name="connsiteX4" fmla="*/ 180836 w 361674"/>
                <a:gd name="connsiteY4" fmla="*/ 0 h 361333"/>
                <a:gd name="connsiteX5" fmla="*/ 258154 w 361674"/>
                <a:gd name="connsiteY5" fmla="*/ 127041 h 361333"/>
                <a:gd name="connsiteX6" fmla="*/ 237705 w 361674"/>
                <a:gd name="connsiteY6" fmla="*/ 147470 h 361333"/>
                <a:gd name="connsiteX7" fmla="*/ 217258 w 361674"/>
                <a:gd name="connsiteY7" fmla="*/ 127041 h 361333"/>
                <a:gd name="connsiteX8" fmla="*/ 237705 w 361674"/>
                <a:gd name="connsiteY8" fmla="*/ 106613 h 361333"/>
                <a:gd name="connsiteX9" fmla="*/ 258154 w 361674"/>
                <a:gd name="connsiteY9" fmla="*/ 127041 h 361333"/>
                <a:gd name="connsiteX10" fmla="*/ 123965 w 361674"/>
                <a:gd name="connsiteY10" fmla="*/ 106613 h 361333"/>
                <a:gd name="connsiteX11" fmla="*/ 144412 w 361674"/>
                <a:gd name="connsiteY11" fmla="*/ 127041 h 361333"/>
                <a:gd name="connsiteX12" fmla="*/ 123965 w 361674"/>
                <a:gd name="connsiteY12" fmla="*/ 147470 h 361333"/>
                <a:gd name="connsiteX13" fmla="*/ 103517 w 361674"/>
                <a:gd name="connsiteY13" fmla="*/ 127041 h 361333"/>
                <a:gd name="connsiteX14" fmla="*/ 123965 w 361674"/>
                <a:gd name="connsiteY14" fmla="*/ 106613 h 361333"/>
                <a:gd name="connsiteX15" fmla="*/ 159110 w 361674"/>
                <a:gd name="connsiteY15" fmla="*/ 231738 h 361333"/>
                <a:gd name="connsiteX16" fmla="*/ 152720 w 361674"/>
                <a:gd name="connsiteY16" fmla="*/ 238122 h 361333"/>
                <a:gd name="connsiteX17" fmla="*/ 146330 w 361674"/>
                <a:gd name="connsiteY17" fmla="*/ 238122 h 361333"/>
                <a:gd name="connsiteX18" fmla="*/ 146330 w 361674"/>
                <a:gd name="connsiteY18" fmla="*/ 302601 h 361333"/>
                <a:gd name="connsiteX19" fmla="*/ 139940 w 361674"/>
                <a:gd name="connsiteY19" fmla="*/ 308985 h 361333"/>
                <a:gd name="connsiteX20" fmla="*/ 133550 w 361674"/>
                <a:gd name="connsiteY20" fmla="*/ 302601 h 361333"/>
                <a:gd name="connsiteX21" fmla="*/ 133550 w 361674"/>
                <a:gd name="connsiteY21" fmla="*/ 238122 h 361333"/>
                <a:gd name="connsiteX22" fmla="*/ 117575 w 361674"/>
                <a:gd name="connsiteY22" fmla="*/ 238122 h 361333"/>
                <a:gd name="connsiteX23" fmla="*/ 117575 w 361674"/>
                <a:gd name="connsiteY23" fmla="*/ 302601 h 361333"/>
                <a:gd name="connsiteX24" fmla="*/ 111185 w 361674"/>
                <a:gd name="connsiteY24" fmla="*/ 308985 h 361333"/>
                <a:gd name="connsiteX25" fmla="*/ 104795 w 361674"/>
                <a:gd name="connsiteY25" fmla="*/ 302601 h 361333"/>
                <a:gd name="connsiteX26" fmla="*/ 104795 w 361674"/>
                <a:gd name="connsiteY26" fmla="*/ 238122 h 361333"/>
                <a:gd name="connsiteX27" fmla="*/ 96488 w 361674"/>
                <a:gd name="connsiteY27" fmla="*/ 238122 h 361333"/>
                <a:gd name="connsiteX28" fmla="*/ 90098 w 361674"/>
                <a:gd name="connsiteY28" fmla="*/ 231738 h 361333"/>
                <a:gd name="connsiteX29" fmla="*/ 90098 w 361674"/>
                <a:gd name="connsiteY29" fmla="*/ 162153 h 361333"/>
                <a:gd name="connsiteX30" fmla="*/ 96488 w 361674"/>
                <a:gd name="connsiteY30" fmla="*/ 155769 h 361333"/>
                <a:gd name="connsiteX31" fmla="*/ 152720 w 361674"/>
                <a:gd name="connsiteY31" fmla="*/ 155769 h 361333"/>
                <a:gd name="connsiteX32" fmla="*/ 159110 w 361674"/>
                <a:gd name="connsiteY32" fmla="*/ 162153 h 361333"/>
                <a:gd name="connsiteX33" fmla="*/ 159110 w 361674"/>
                <a:gd name="connsiteY33" fmla="*/ 231738 h 361333"/>
                <a:gd name="connsiteX34" fmla="*/ 180836 w 361674"/>
                <a:gd name="connsiteY34" fmla="*/ 136617 h 361333"/>
                <a:gd name="connsiteX35" fmla="*/ 180196 w 361674"/>
                <a:gd name="connsiteY35" fmla="*/ 136617 h 361333"/>
                <a:gd name="connsiteX36" fmla="*/ 173806 w 361674"/>
                <a:gd name="connsiteY36" fmla="*/ 134064 h 361333"/>
                <a:gd name="connsiteX37" fmla="*/ 141856 w 361674"/>
                <a:gd name="connsiteY37" fmla="*/ 100229 h 361333"/>
                <a:gd name="connsiteX38" fmla="*/ 141856 w 361674"/>
                <a:gd name="connsiteY38" fmla="*/ 61286 h 361333"/>
                <a:gd name="connsiteX39" fmla="*/ 161026 w 361674"/>
                <a:gd name="connsiteY39" fmla="*/ 52987 h 361333"/>
                <a:gd name="connsiteX40" fmla="*/ 180196 w 361674"/>
                <a:gd name="connsiteY40" fmla="*/ 61286 h 361333"/>
                <a:gd name="connsiteX41" fmla="*/ 180836 w 361674"/>
                <a:gd name="connsiteY41" fmla="*/ 61925 h 361333"/>
                <a:gd name="connsiteX42" fmla="*/ 181474 w 361674"/>
                <a:gd name="connsiteY42" fmla="*/ 61286 h 361333"/>
                <a:gd name="connsiteX43" fmla="*/ 200644 w 361674"/>
                <a:gd name="connsiteY43" fmla="*/ 52987 h 361333"/>
                <a:gd name="connsiteX44" fmla="*/ 219814 w 361674"/>
                <a:gd name="connsiteY44" fmla="*/ 61286 h 361333"/>
                <a:gd name="connsiteX45" fmla="*/ 219814 w 361674"/>
                <a:gd name="connsiteY45" fmla="*/ 100229 h 361333"/>
                <a:gd name="connsiteX46" fmla="*/ 187864 w 361674"/>
                <a:gd name="connsiteY46" fmla="*/ 134064 h 361333"/>
                <a:gd name="connsiteX47" fmla="*/ 180836 w 361674"/>
                <a:gd name="connsiteY47" fmla="*/ 136617 h 361333"/>
                <a:gd name="connsiteX48" fmla="*/ 272850 w 361674"/>
                <a:gd name="connsiteY48" fmla="*/ 231738 h 361333"/>
                <a:gd name="connsiteX49" fmla="*/ 266460 w 361674"/>
                <a:gd name="connsiteY49" fmla="*/ 238122 h 361333"/>
                <a:gd name="connsiteX50" fmla="*/ 260070 w 361674"/>
                <a:gd name="connsiteY50" fmla="*/ 238122 h 361333"/>
                <a:gd name="connsiteX51" fmla="*/ 260070 w 361674"/>
                <a:gd name="connsiteY51" fmla="*/ 302601 h 361333"/>
                <a:gd name="connsiteX52" fmla="*/ 253680 w 361674"/>
                <a:gd name="connsiteY52" fmla="*/ 308985 h 361333"/>
                <a:gd name="connsiteX53" fmla="*/ 247290 w 361674"/>
                <a:gd name="connsiteY53" fmla="*/ 302601 h 361333"/>
                <a:gd name="connsiteX54" fmla="*/ 247290 w 361674"/>
                <a:gd name="connsiteY54" fmla="*/ 238122 h 361333"/>
                <a:gd name="connsiteX55" fmla="*/ 231315 w 361674"/>
                <a:gd name="connsiteY55" fmla="*/ 238122 h 361333"/>
                <a:gd name="connsiteX56" fmla="*/ 231315 w 361674"/>
                <a:gd name="connsiteY56" fmla="*/ 302601 h 361333"/>
                <a:gd name="connsiteX57" fmla="*/ 224925 w 361674"/>
                <a:gd name="connsiteY57" fmla="*/ 308985 h 361333"/>
                <a:gd name="connsiteX58" fmla="*/ 218536 w 361674"/>
                <a:gd name="connsiteY58" fmla="*/ 302601 h 361333"/>
                <a:gd name="connsiteX59" fmla="*/ 218536 w 361674"/>
                <a:gd name="connsiteY59" fmla="*/ 238122 h 361333"/>
                <a:gd name="connsiteX60" fmla="*/ 210229 w 361674"/>
                <a:gd name="connsiteY60" fmla="*/ 238122 h 361333"/>
                <a:gd name="connsiteX61" fmla="*/ 203839 w 361674"/>
                <a:gd name="connsiteY61" fmla="*/ 231738 h 361333"/>
                <a:gd name="connsiteX62" fmla="*/ 203839 w 361674"/>
                <a:gd name="connsiteY62" fmla="*/ 162153 h 361333"/>
                <a:gd name="connsiteX63" fmla="*/ 210229 w 361674"/>
                <a:gd name="connsiteY63" fmla="*/ 155769 h 361333"/>
                <a:gd name="connsiteX64" fmla="*/ 266460 w 361674"/>
                <a:gd name="connsiteY64" fmla="*/ 155769 h 361333"/>
                <a:gd name="connsiteX65" fmla="*/ 272850 w 361674"/>
                <a:gd name="connsiteY65" fmla="*/ 162153 h 361333"/>
                <a:gd name="connsiteX66" fmla="*/ 272850 w 361674"/>
                <a:gd name="connsiteY66" fmla="*/ 23173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61674" h="361333">
                  <a:moveTo>
                    <a:pt x="180836" y="0"/>
                  </a:moveTo>
                  <a:cubicBezTo>
                    <a:pt x="80513" y="0"/>
                    <a:pt x="0" y="81077"/>
                    <a:pt x="0" y="180667"/>
                  </a:cubicBezTo>
                  <a:cubicBezTo>
                    <a:pt x="0" y="280895"/>
                    <a:pt x="81152" y="361334"/>
                    <a:pt x="180836" y="361334"/>
                  </a:cubicBezTo>
                  <a:cubicBezTo>
                    <a:pt x="280518" y="361334"/>
                    <a:pt x="361670" y="280257"/>
                    <a:pt x="361670" y="180667"/>
                  </a:cubicBezTo>
                  <a:cubicBezTo>
                    <a:pt x="362309" y="81077"/>
                    <a:pt x="281157" y="0"/>
                    <a:pt x="180836" y="0"/>
                  </a:cubicBezTo>
                  <a:close/>
                  <a:moveTo>
                    <a:pt x="258154" y="127041"/>
                  </a:moveTo>
                  <a:cubicBezTo>
                    <a:pt x="258154" y="138533"/>
                    <a:pt x="249208" y="147470"/>
                    <a:pt x="237705" y="147470"/>
                  </a:cubicBezTo>
                  <a:cubicBezTo>
                    <a:pt x="226204" y="147470"/>
                    <a:pt x="217258" y="138533"/>
                    <a:pt x="217258" y="127041"/>
                  </a:cubicBezTo>
                  <a:cubicBezTo>
                    <a:pt x="217258" y="115550"/>
                    <a:pt x="226204" y="106613"/>
                    <a:pt x="237705" y="106613"/>
                  </a:cubicBezTo>
                  <a:cubicBezTo>
                    <a:pt x="249208" y="106613"/>
                    <a:pt x="258154" y="115550"/>
                    <a:pt x="258154" y="127041"/>
                  </a:cubicBezTo>
                  <a:close/>
                  <a:moveTo>
                    <a:pt x="123965" y="106613"/>
                  </a:moveTo>
                  <a:cubicBezTo>
                    <a:pt x="135466" y="106613"/>
                    <a:pt x="144412" y="115550"/>
                    <a:pt x="144412" y="127041"/>
                  </a:cubicBezTo>
                  <a:cubicBezTo>
                    <a:pt x="144412" y="138533"/>
                    <a:pt x="135466" y="147470"/>
                    <a:pt x="123965" y="147470"/>
                  </a:cubicBezTo>
                  <a:cubicBezTo>
                    <a:pt x="112463" y="147470"/>
                    <a:pt x="103517" y="138533"/>
                    <a:pt x="103517" y="127041"/>
                  </a:cubicBezTo>
                  <a:cubicBezTo>
                    <a:pt x="103517" y="115550"/>
                    <a:pt x="112463" y="106613"/>
                    <a:pt x="123965" y="106613"/>
                  </a:cubicBezTo>
                  <a:close/>
                  <a:moveTo>
                    <a:pt x="159110" y="231738"/>
                  </a:moveTo>
                  <a:cubicBezTo>
                    <a:pt x="159110" y="235569"/>
                    <a:pt x="156553" y="238122"/>
                    <a:pt x="152720" y="238122"/>
                  </a:cubicBezTo>
                  <a:lnTo>
                    <a:pt x="146330" y="238122"/>
                  </a:lnTo>
                  <a:lnTo>
                    <a:pt x="146330" y="302601"/>
                  </a:lnTo>
                  <a:cubicBezTo>
                    <a:pt x="146330" y="306431"/>
                    <a:pt x="143774" y="308985"/>
                    <a:pt x="139940" y="308985"/>
                  </a:cubicBezTo>
                  <a:cubicBezTo>
                    <a:pt x="136106" y="308985"/>
                    <a:pt x="133550" y="306431"/>
                    <a:pt x="133550" y="302601"/>
                  </a:cubicBezTo>
                  <a:lnTo>
                    <a:pt x="133550" y="238122"/>
                  </a:lnTo>
                  <a:lnTo>
                    <a:pt x="117575" y="238122"/>
                  </a:lnTo>
                  <a:lnTo>
                    <a:pt x="117575" y="302601"/>
                  </a:lnTo>
                  <a:cubicBezTo>
                    <a:pt x="117575" y="306431"/>
                    <a:pt x="115019" y="308985"/>
                    <a:pt x="111185" y="308985"/>
                  </a:cubicBezTo>
                  <a:cubicBezTo>
                    <a:pt x="107351" y="308985"/>
                    <a:pt x="104795" y="306431"/>
                    <a:pt x="104795" y="302601"/>
                  </a:cubicBezTo>
                  <a:lnTo>
                    <a:pt x="104795" y="238122"/>
                  </a:lnTo>
                  <a:lnTo>
                    <a:pt x="96488" y="238122"/>
                  </a:lnTo>
                  <a:cubicBezTo>
                    <a:pt x="92654" y="238122"/>
                    <a:pt x="90098" y="235569"/>
                    <a:pt x="90098" y="231738"/>
                  </a:cubicBezTo>
                  <a:lnTo>
                    <a:pt x="90098" y="162153"/>
                  </a:lnTo>
                  <a:cubicBezTo>
                    <a:pt x="90098" y="158323"/>
                    <a:pt x="92654" y="155769"/>
                    <a:pt x="96488" y="155769"/>
                  </a:cubicBezTo>
                  <a:lnTo>
                    <a:pt x="152720" y="155769"/>
                  </a:lnTo>
                  <a:cubicBezTo>
                    <a:pt x="156553" y="155769"/>
                    <a:pt x="159110" y="158323"/>
                    <a:pt x="159110" y="162153"/>
                  </a:cubicBezTo>
                  <a:lnTo>
                    <a:pt x="159110" y="231738"/>
                  </a:lnTo>
                  <a:close/>
                  <a:moveTo>
                    <a:pt x="180836" y="136617"/>
                  </a:moveTo>
                  <a:lnTo>
                    <a:pt x="180196" y="136617"/>
                  </a:lnTo>
                  <a:cubicBezTo>
                    <a:pt x="177641" y="136617"/>
                    <a:pt x="175723" y="135341"/>
                    <a:pt x="173806" y="134064"/>
                  </a:cubicBezTo>
                  <a:lnTo>
                    <a:pt x="141856" y="100229"/>
                  </a:lnTo>
                  <a:cubicBezTo>
                    <a:pt x="131633" y="89376"/>
                    <a:pt x="131633" y="72139"/>
                    <a:pt x="141856" y="61286"/>
                  </a:cubicBezTo>
                  <a:cubicBezTo>
                    <a:pt x="146969" y="56179"/>
                    <a:pt x="153997" y="52987"/>
                    <a:pt x="161026" y="52987"/>
                  </a:cubicBezTo>
                  <a:cubicBezTo>
                    <a:pt x="168056" y="52987"/>
                    <a:pt x="175084" y="56179"/>
                    <a:pt x="180196" y="61286"/>
                  </a:cubicBezTo>
                  <a:lnTo>
                    <a:pt x="180836" y="61925"/>
                  </a:lnTo>
                  <a:lnTo>
                    <a:pt x="181474" y="61286"/>
                  </a:lnTo>
                  <a:cubicBezTo>
                    <a:pt x="186586" y="56179"/>
                    <a:pt x="193615" y="52987"/>
                    <a:pt x="200644" y="52987"/>
                  </a:cubicBezTo>
                  <a:cubicBezTo>
                    <a:pt x="207673" y="52987"/>
                    <a:pt x="214702" y="56179"/>
                    <a:pt x="219814" y="61286"/>
                  </a:cubicBezTo>
                  <a:cubicBezTo>
                    <a:pt x="230038" y="72139"/>
                    <a:pt x="230038" y="89376"/>
                    <a:pt x="219814" y="100229"/>
                  </a:cubicBezTo>
                  <a:lnTo>
                    <a:pt x="187864" y="134064"/>
                  </a:lnTo>
                  <a:cubicBezTo>
                    <a:pt x="185947" y="135341"/>
                    <a:pt x="183391" y="136617"/>
                    <a:pt x="180836" y="136617"/>
                  </a:cubicBezTo>
                  <a:close/>
                  <a:moveTo>
                    <a:pt x="272850" y="231738"/>
                  </a:moveTo>
                  <a:cubicBezTo>
                    <a:pt x="272850" y="235569"/>
                    <a:pt x="270295" y="238122"/>
                    <a:pt x="266460" y="238122"/>
                  </a:cubicBezTo>
                  <a:lnTo>
                    <a:pt x="260070" y="238122"/>
                  </a:lnTo>
                  <a:lnTo>
                    <a:pt x="260070" y="302601"/>
                  </a:lnTo>
                  <a:cubicBezTo>
                    <a:pt x="260070" y="306431"/>
                    <a:pt x="257515" y="308985"/>
                    <a:pt x="253680" y="308985"/>
                  </a:cubicBezTo>
                  <a:cubicBezTo>
                    <a:pt x="249846" y="308985"/>
                    <a:pt x="247290" y="306431"/>
                    <a:pt x="247290" y="302601"/>
                  </a:cubicBezTo>
                  <a:lnTo>
                    <a:pt x="247290" y="238122"/>
                  </a:lnTo>
                  <a:lnTo>
                    <a:pt x="231315" y="238122"/>
                  </a:lnTo>
                  <a:lnTo>
                    <a:pt x="231315" y="302601"/>
                  </a:lnTo>
                  <a:cubicBezTo>
                    <a:pt x="231315" y="306431"/>
                    <a:pt x="228760" y="308985"/>
                    <a:pt x="224925" y="308985"/>
                  </a:cubicBezTo>
                  <a:cubicBezTo>
                    <a:pt x="221092" y="308985"/>
                    <a:pt x="218536" y="306431"/>
                    <a:pt x="218536" y="302601"/>
                  </a:cubicBezTo>
                  <a:lnTo>
                    <a:pt x="218536" y="238122"/>
                  </a:lnTo>
                  <a:lnTo>
                    <a:pt x="210229" y="238122"/>
                  </a:lnTo>
                  <a:cubicBezTo>
                    <a:pt x="206395" y="238122"/>
                    <a:pt x="203839" y="235569"/>
                    <a:pt x="203839" y="231738"/>
                  </a:cubicBezTo>
                  <a:lnTo>
                    <a:pt x="203839" y="162153"/>
                  </a:lnTo>
                  <a:cubicBezTo>
                    <a:pt x="203839" y="158323"/>
                    <a:pt x="206395" y="155769"/>
                    <a:pt x="210229" y="155769"/>
                  </a:cubicBezTo>
                  <a:lnTo>
                    <a:pt x="266460" y="155769"/>
                  </a:lnTo>
                  <a:cubicBezTo>
                    <a:pt x="270295" y="155769"/>
                    <a:pt x="272850" y="158323"/>
                    <a:pt x="272850" y="162153"/>
                  </a:cubicBezTo>
                  <a:lnTo>
                    <a:pt x="272850" y="231738"/>
                  </a:lnTo>
                  <a:close/>
                </a:path>
              </a:pathLst>
            </a:custGeom>
            <a:solidFill>
              <a:srgbClr val="00A3E0"/>
            </a:solidFill>
            <a:ln w="6390" cap="flat">
              <a:noFill/>
              <a:prstDash val="solid"/>
              <a:miter/>
            </a:ln>
          </p:spPr>
          <p:txBody>
            <a:bodyPr rtlCol="0" anchor="ctr"/>
            <a:lstStyle/>
            <a:p>
              <a:endParaRPr lang="en-US"/>
            </a:p>
          </p:txBody>
        </p:sp>
        <p:sp>
          <p:nvSpPr>
            <p:cNvPr id="1295" name="Graphic 4">
              <a:extLst>
                <a:ext uri="{FF2B5EF4-FFF2-40B4-BE49-F238E27FC236}">
                  <a16:creationId xmlns:a16="http://schemas.microsoft.com/office/drawing/2014/main" id="{28104831-33EF-994E-B6B4-46B92F45FE0F}"/>
                </a:ext>
              </a:extLst>
            </p:cNvPr>
            <p:cNvSpPr/>
            <p:nvPr/>
          </p:nvSpPr>
          <p:spPr>
            <a:xfrm>
              <a:off x="8456442" y="4476610"/>
              <a:ext cx="43451" cy="56817"/>
            </a:xfrm>
            <a:custGeom>
              <a:avLst/>
              <a:gdLst>
                <a:gd name="connsiteX0" fmla="*/ 0 w 43451"/>
                <a:gd name="connsiteY0" fmla="*/ 0 h 56817"/>
                <a:gd name="connsiteX1" fmla="*/ 43452 w 43451"/>
                <a:gd name="connsiteY1" fmla="*/ 0 h 56817"/>
                <a:gd name="connsiteX2" fmla="*/ 43452 w 43451"/>
                <a:gd name="connsiteY2" fmla="*/ 56817 h 56817"/>
                <a:gd name="connsiteX3" fmla="*/ 0 w 43451"/>
                <a:gd name="connsiteY3" fmla="*/ 56817 h 56817"/>
              </a:gdLst>
              <a:ahLst/>
              <a:cxnLst>
                <a:cxn ang="0">
                  <a:pos x="connsiteX0" y="connsiteY0"/>
                </a:cxn>
                <a:cxn ang="0">
                  <a:pos x="connsiteX1" y="connsiteY1"/>
                </a:cxn>
                <a:cxn ang="0">
                  <a:pos x="connsiteX2" y="connsiteY2"/>
                </a:cxn>
                <a:cxn ang="0">
                  <a:pos x="connsiteX3" y="connsiteY3"/>
                </a:cxn>
              </a:cxnLst>
              <a:rect l="l" t="t" r="r" b="b"/>
              <a:pathLst>
                <a:path w="43451" h="56817">
                  <a:moveTo>
                    <a:pt x="0" y="0"/>
                  </a:moveTo>
                  <a:lnTo>
                    <a:pt x="43452" y="0"/>
                  </a:lnTo>
                  <a:lnTo>
                    <a:pt x="43452" y="56817"/>
                  </a:lnTo>
                  <a:lnTo>
                    <a:pt x="0" y="56817"/>
                  </a:lnTo>
                  <a:close/>
                </a:path>
              </a:pathLst>
            </a:custGeom>
            <a:solidFill>
              <a:srgbClr val="00A3E0"/>
            </a:solidFill>
            <a:ln w="6390" cap="flat">
              <a:noFill/>
              <a:prstDash val="solid"/>
              <a:miter/>
            </a:ln>
          </p:spPr>
          <p:txBody>
            <a:bodyPr rtlCol="0" anchor="ctr"/>
            <a:lstStyle/>
            <a:p>
              <a:endParaRPr lang="en-US"/>
            </a:p>
          </p:txBody>
        </p:sp>
      </p:grpSp>
      <p:grpSp>
        <p:nvGrpSpPr>
          <p:cNvPr id="1296" name="Graphic 4">
            <a:extLst>
              <a:ext uri="{FF2B5EF4-FFF2-40B4-BE49-F238E27FC236}">
                <a16:creationId xmlns:a16="http://schemas.microsoft.com/office/drawing/2014/main" id="{D3732246-C06C-1F4A-9CB6-ECDF03FB5EE9}"/>
              </a:ext>
            </a:extLst>
          </p:cNvPr>
          <p:cNvGrpSpPr/>
          <p:nvPr/>
        </p:nvGrpSpPr>
        <p:grpSpPr>
          <a:xfrm>
            <a:off x="9279466" y="4308712"/>
            <a:ext cx="361671" cy="361333"/>
            <a:chOff x="9279466" y="4308712"/>
            <a:chExt cx="361671" cy="361333"/>
          </a:xfrm>
          <a:solidFill>
            <a:srgbClr val="00A3E0"/>
          </a:solidFill>
        </p:grpSpPr>
        <p:sp>
          <p:nvSpPr>
            <p:cNvPr id="1297" name="Graphic 4">
              <a:extLst>
                <a:ext uri="{FF2B5EF4-FFF2-40B4-BE49-F238E27FC236}">
                  <a16:creationId xmlns:a16="http://schemas.microsoft.com/office/drawing/2014/main" id="{51568763-AB90-644D-AEFB-116B7D5D119D}"/>
                </a:ext>
              </a:extLst>
            </p:cNvPr>
            <p:cNvSpPr/>
            <p:nvPr/>
          </p:nvSpPr>
          <p:spPr>
            <a:xfrm>
              <a:off x="9425956" y="4373190"/>
              <a:ext cx="67413" cy="56817"/>
            </a:xfrm>
            <a:custGeom>
              <a:avLst/>
              <a:gdLst>
                <a:gd name="connsiteX0" fmla="*/ 43931 w 67413"/>
                <a:gd name="connsiteY0" fmla="*/ 4468 h 56817"/>
                <a:gd name="connsiteX1" fmla="*/ 33707 w 67413"/>
                <a:gd name="connsiteY1" fmla="*/ 14683 h 56817"/>
                <a:gd name="connsiteX2" fmla="*/ 23483 w 67413"/>
                <a:gd name="connsiteY2" fmla="*/ 4468 h 56817"/>
                <a:gd name="connsiteX3" fmla="*/ 13898 w 67413"/>
                <a:gd name="connsiteY3" fmla="*/ 0 h 56817"/>
                <a:gd name="connsiteX4" fmla="*/ 4313 w 67413"/>
                <a:gd name="connsiteY4" fmla="*/ 4468 h 56817"/>
                <a:gd name="connsiteX5" fmla="*/ 4313 w 67413"/>
                <a:gd name="connsiteY5" fmla="*/ 25536 h 56817"/>
                <a:gd name="connsiteX6" fmla="*/ 33707 w 67413"/>
                <a:gd name="connsiteY6" fmla="*/ 56817 h 56817"/>
                <a:gd name="connsiteX7" fmla="*/ 63100 w 67413"/>
                <a:gd name="connsiteY7" fmla="*/ 25536 h 56817"/>
                <a:gd name="connsiteX8" fmla="*/ 63100 w 67413"/>
                <a:gd name="connsiteY8" fmla="*/ 4468 h 56817"/>
                <a:gd name="connsiteX9" fmla="*/ 43931 w 67413"/>
                <a:gd name="connsiteY9" fmla="*/ 4468 h 56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413" h="56817">
                  <a:moveTo>
                    <a:pt x="43931" y="4468"/>
                  </a:moveTo>
                  <a:lnTo>
                    <a:pt x="33707" y="14683"/>
                  </a:lnTo>
                  <a:lnTo>
                    <a:pt x="23483" y="4468"/>
                  </a:lnTo>
                  <a:cubicBezTo>
                    <a:pt x="20927" y="1915"/>
                    <a:pt x="17093" y="0"/>
                    <a:pt x="13898" y="0"/>
                  </a:cubicBezTo>
                  <a:cubicBezTo>
                    <a:pt x="10703" y="0"/>
                    <a:pt x="6869" y="1276"/>
                    <a:pt x="4313" y="4468"/>
                  </a:cubicBezTo>
                  <a:cubicBezTo>
                    <a:pt x="-1438" y="10214"/>
                    <a:pt x="-1438" y="19790"/>
                    <a:pt x="4313" y="25536"/>
                  </a:cubicBezTo>
                  <a:lnTo>
                    <a:pt x="33707" y="56817"/>
                  </a:lnTo>
                  <a:lnTo>
                    <a:pt x="63100" y="25536"/>
                  </a:lnTo>
                  <a:cubicBezTo>
                    <a:pt x="68852" y="19790"/>
                    <a:pt x="68852" y="10214"/>
                    <a:pt x="63100" y="4468"/>
                  </a:cubicBezTo>
                  <a:cubicBezTo>
                    <a:pt x="58628" y="-1277"/>
                    <a:pt x="49682" y="-1277"/>
                    <a:pt x="43931" y="4468"/>
                  </a:cubicBezTo>
                  <a:close/>
                </a:path>
              </a:pathLst>
            </a:custGeom>
            <a:solidFill>
              <a:srgbClr val="00A3E0"/>
            </a:solidFill>
            <a:ln w="6390" cap="flat">
              <a:noFill/>
              <a:prstDash val="solid"/>
              <a:miter/>
            </a:ln>
          </p:spPr>
          <p:txBody>
            <a:bodyPr rtlCol="0" anchor="ctr"/>
            <a:lstStyle/>
            <a:p>
              <a:endParaRPr lang="en-US"/>
            </a:p>
          </p:txBody>
        </p:sp>
        <p:sp>
          <p:nvSpPr>
            <p:cNvPr id="1298" name="Graphic 4">
              <a:extLst>
                <a:ext uri="{FF2B5EF4-FFF2-40B4-BE49-F238E27FC236}">
                  <a16:creationId xmlns:a16="http://schemas.microsoft.com/office/drawing/2014/main" id="{E56322EF-53F9-F649-B8C7-BA1A7240D92C}"/>
                </a:ext>
              </a:extLst>
            </p:cNvPr>
            <p:cNvSpPr/>
            <p:nvPr/>
          </p:nvSpPr>
          <p:spPr>
            <a:xfrm>
              <a:off x="9388095" y="4475334"/>
              <a:ext cx="31310" cy="63839"/>
            </a:xfrm>
            <a:custGeom>
              <a:avLst/>
              <a:gdLst>
                <a:gd name="connsiteX0" fmla="*/ 12780 w 31310"/>
                <a:gd name="connsiteY0" fmla="*/ 0 h 63839"/>
                <a:gd name="connsiteX1" fmla="*/ 0 w 31310"/>
                <a:gd name="connsiteY1" fmla="*/ 63840 h 63839"/>
                <a:gd name="connsiteX2" fmla="*/ 31311 w 31310"/>
                <a:gd name="connsiteY2" fmla="*/ 63840 h 63839"/>
                <a:gd name="connsiteX3" fmla="*/ 17892 w 31310"/>
                <a:gd name="connsiteY3" fmla="*/ 0 h 63839"/>
              </a:gdLst>
              <a:ahLst/>
              <a:cxnLst>
                <a:cxn ang="0">
                  <a:pos x="connsiteX0" y="connsiteY0"/>
                </a:cxn>
                <a:cxn ang="0">
                  <a:pos x="connsiteX1" y="connsiteY1"/>
                </a:cxn>
                <a:cxn ang="0">
                  <a:pos x="connsiteX2" y="connsiteY2"/>
                </a:cxn>
                <a:cxn ang="0">
                  <a:pos x="connsiteX3" y="connsiteY3"/>
                </a:cxn>
              </a:cxnLst>
              <a:rect l="l" t="t" r="r" b="b"/>
              <a:pathLst>
                <a:path w="31310" h="63839">
                  <a:moveTo>
                    <a:pt x="12780" y="0"/>
                  </a:moveTo>
                  <a:lnTo>
                    <a:pt x="0" y="63840"/>
                  </a:lnTo>
                  <a:lnTo>
                    <a:pt x="31311" y="63840"/>
                  </a:lnTo>
                  <a:lnTo>
                    <a:pt x="17892" y="0"/>
                  </a:lnTo>
                  <a:close/>
                </a:path>
              </a:pathLst>
            </a:custGeom>
            <a:solidFill>
              <a:srgbClr val="00A3E0"/>
            </a:solidFill>
            <a:ln w="6390" cap="flat">
              <a:noFill/>
              <a:prstDash val="solid"/>
              <a:miter/>
            </a:ln>
          </p:spPr>
          <p:txBody>
            <a:bodyPr rtlCol="0" anchor="ctr"/>
            <a:lstStyle/>
            <a:p>
              <a:endParaRPr lang="en-US"/>
            </a:p>
          </p:txBody>
        </p:sp>
        <p:sp>
          <p:nvSpPr>
            <p:cNvPr id="1299" name="Graphic 4">
              <a:extLst>
                <a:ext uri="{FF2B5EF4-FFF2-40B4-BE49-F238E27FC236}">
                  <a16:creationId xmlns:a16="http://schemas.microsoft.com/office/drawing/2014/main" id="{A01E304B-0E65-4043-A850-400466F43A31}"/>
                </a:ext>
              </a:extLst>
            </p:cNvPr>
            <p:cNvSpPr/>
            <p:nvPr/>
          </p:nvSpPr>
          <p:spPr>
            <a:xfrm>
              <a:off x="9395763" y="4426815"/>
              <a:ext cx="15336" cy="15321"/>
            </a:xfrm>
            <a:custGeom>
              <a:avLst/>
              <a:gdLst>
                <a:gd name="connsiteX0" fmla="*/ 7668 w 15336"/>
                <a:gd name="connsiteY0" fmla="*/ 15322 h 15321"/>
                <a:gd name="connsiteX1" fmla="*/ 15336 w 15336"/>
                <a:gd name="connsiteY1" fmla="*/ 7661 h 15321"/>
                <a:gd name="connsiteX2" fmla="*/ 7668 w 15336"/>
                <a:gd name="connsiteY2" fmla="*/ 0 h 15321"/>
                <a:gd name="connsiteX3" fmla="*/ 0 w 15336"/>
                <a:gd name="connsiteY3" fmla="*/ 7661 h 15321"/>
                <a:gd name="connsiteX4" fmla="*/ 7668 w 15336"/>
                <a:gd name="connsiteY4" fmla="*/ 15322 h 1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6" h="15321">
                  <a:moveTo>
                    <a:pt x="7668" y="15322"/>
                  </a:moveTo>
                  <a:cubicBezTo>
                    <a:pt x="12141" y="15322"/>
                    <a:pt x="15336" y="12130"/>
                    <a:pt x="15336" y="7661"/>
                  </a:cubicBezTo>
                  <a:cubicBezTo>
                    <a:pt x="15336" y="3192"/>
                    <a:pt x="12141" y="0"/>
                    <a:pt x="7668" y="0"/>
                  </a:cubicBezTo>
                  <a:cubicBezTo>
                    <a:pt x="3195" y="0"/>
                    <a:pt x="0" y="3192"/>
                    <a:pt x="0" y="7661"/>
                  </a:cubicBezTo>
                  <a:cubicBezTo>
                    <a:pt x="0" y="12130"/>
                    <a:pt x="3834" y="15322"/>
                    <a:pt x="7668" y="15322"/>
                  </a:cubicBezTo>
                  <a:close/>
                </a:path>
              </a:pathLst>
            </a:custGeom>
            <a:solidFill>
              <a:srgbClr val="00A3E0"/>
            </a:solidFill>
            <a:ln w="6390" cap="flat">
              <a:noFill/>
              <a:prstDash val="solid"/>
              <a:miter/>
            </a:ln>
          </p:spPr>
          <p:txBody>
            <a:bodyPr rtlCol="0" anchor="ctr"/>
            <a:lstStyle/>
            <a:p>
              <a:endParaRPr lang="en-US"/>
            </a:p>
          </p:txBody>
        </p:sp>
        <p:sp>
          <p:nvSpPr>
            <p:cNvPr id="1300" name="Graphic 4">
              <a:extLst>
                <a:ext uri="{FF2B5EF4-FFF2-40B4-BE49-F238E27FC236}">
                  <a16:creationId xmlns:a16="http://schemas.microsoft.com/office/drawing/2014/main" id="{484B8FDE-147E-F04E-9112-3509611E7414}"/>
                </a:ext>
              </a:extLst>
            </p:cNvPr>
            <p:cNvSpPr/>
            <p:nvPr/>
          </p:nvSpPr>
          <p:spPr>
            <a:xfrm>
              <a:off x="9510143" y="4426815"/>
              <a:ext cx="15335" cy="15321"/>
            </a:xfrm>
            <a:custGeom>
              <a:avLst/>
              <a:gdLst>
                <a:gd name="connsiteX0" fmla="*/ 7668 w 15335"/>
                <a:gd name="connsiteY0" fmla="*/ 15322 h 15321"/>
                <a:gd name="connsiteX1" fmla="*/ 15335 w 15335"/>
                <a:gd name="connsiteY1" fmla="*/ 7661 h 15321"/>
                <a:gd name="connsiteX2" fmla="*/ 7668 w 15335"/>
                <a:gd name="connsiteY2" fmla="*/ 0 h 15321"/>
                <a:gd name="connsiteX3" fmla="*/ 0 w 15335"/>
                <a:gd name="connsiteY3" fmla="*/ 7661 h 15321"/>
                <a:gd name="connsiteX4" fmla="*/ 7668 w 15335"/>
                <a:gd name="connsiteY4" fmla="*/ 15322 h 1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5" h="15321">
                  <a:moveTo>
                    <a:pt x="7668" y="15322"/>
                  </a:moveTo>
                  <a:cubicBezTo>
                    <a:pt x="12140" y="15322"/>
                    <a:pt x="15335" y="12130"/>
                    <a:pt x="15335" y="7661"/>
                  </a:cubicBezTo>
                  <a:cubicBezTo>
                    <a:pt x="15335" y="3192"/>
                    <a:pt x="12140" y="0"/>
                    <a:pt x="7668" y="0"/>
                  </a:cubicBezTo>
                  <a:cubicBezTo>
                    <a:pt x="3195" y="0"/>
                    <a:pt x="0" y="3192"/>
                    <a:pt x="0" y="7661"/>
                  </a:cubicBezTo>
                  <a:cubicBezTo>
                    <a:pt x="0" y="12130"/>
                    <a:pt x="3195" y="15322"/>
                    <a:pt x="7668" y="15322"/>
                  </a:cubicBezTo>
                  <a:close/>
                </a:path>
              </a:pathLst>
            </a:custGeom>
            <a:solidFill>
              <a:srgbClr val="00A3E0"/>
            </a:solidFill>
            <a:ln w="6390" cap="flat">
              <a:noFill/>
              <a:prstDash val="solid"/>
              <a:miter/>
            </a:ln>
          </p:spPr>
          <p:txBody>
            <a:bodyPr rtlCol="0" anchor="ctr"/>
            <a:lstStyle/>
            <a:p>
              <a:endParaRPr lang="en-US"/>
            </a:p>
          </p:txBody>
        </p:sp>
        <p:sp>
          <p:nvSpPr>
            <p:cNvPr id="1301" name="Graphic 4">
              <a:extLst>
                <a:ext uri="{FF2B5EF4-FFF2-40B4-BE49-F238E27FC236}">
                  <a16:creationId xmlns:a16="http://schemas.microsoft.com/office/drawing/2014/main" id="{8E710FAC-328B-2747-9BDD-805FF18E7527}"/>
                </a:ext>
              </a:extLst>
            </p:cNvPr>
            <p:cNvSpPr/>
            <p:nvPr/>
          </p:nvSpPr>
          <p:spPr>
            <a:xfrm>
              <a:off x="9501836" y="4475334"/>
              <a:ext cx="31949" cy="63839"/>
            </a:xfrm>
            <a:custGeom>
              <a:avLst/>
              <a:gdLst>
                <a:gd name="connsiteX0" fmla="*/ 13419 w 31949"/>
                <a:gd name="connsiteY0" fmla="*/ 0 h 63839"/>
                <a:gd name="connsiteX1" fmla="*/ 0 w 31949"/>
                <a:gd name="connsiteY1" fmla="*/ 63840 h 63839"/>
                <a:gd name="connsiteX2" fmla="*/ 31950 w 31949"/>
                <a:gd name="connsiteY2" fmla="*/ 63840 h 63839"/>
                <a:gd name="connsiteX3" fmla="*/ 17892 w 31949"/>
                <a:gd name="connsiteY3" fmla="*/ 0 h 63839"/>
              </a:gdLst>
              <a:ahLst/>
              <a:cxnLst>
                <a:cxn ang="0">
                  <a:pos x="connsiteX0" y="connsiteY0"/>
                </a:cxn>
                <a:cxn ang="0">
                  <a:pos x="connsiteX1" y="connsiteY1"/>
                </a:cxn>
                <a:cxn ang="0">
                  <a:pos x="connsiteX2" y="connsiteY2"/>
                </a:cxn>
                <a:cxn ang="0">
                  <a:pos x="connsiteX3" y="connsiteY3"/>
                </a:cxn>
              </a:cxnLst>
              <a:rect l="l" t="t" r="r" b="b"/>
              <a:pathLst>
                <a:path w="31949" h="63839">
                  <a:moveTo>
                    <a:pt x="13419" y="0"/>
                  </a:moveTo>
                  <a:lnTo>
                    <a:pt x="0" y="63840"/>
                  </a:lnTo>
                  <a:lnTo>
                    <a:pt x="31950" y="63840"/>
                  </a:lnTo>
                  <a:lnTo>
                    <a:pt x="17892" y="0"/>
                  </a:lnTo>
                  <a:close/>
                </a:path>
              </a:pathLst>
            </a:custGeom>
            <a:solidFill>
              <a:srgbClr val="00A3E0"/>
            </a:solidFill>
            <a:ln w="6390" cap="flat">
              <a:noFill/>
              <a:prstDash val="solid"/>
              <a:miter/>
            </a:ln>
          </p:spPr>
          <p:txBody>
            <a:bodyPr rtlCol="0" anchor="ctr"/>
            <a:lstStyle/>
            <a:p>
              <a:endParaRPr lang="en-US"/>
            </a:p>
          </p:txBody>
        </p:sp>
        <p:sp>
          <p:nvSpPr>
            <p:cNvPr id="1302" name="Graphic 4">
              <a:extLst>
                <a:ext uri="{FF2B5EF4-FFF2-40B4-BE49-F238E27FC236}">
                  <a16:creationId xmlns:a16="http://schemas.microsoft.com/office/drawing/2014/main" id="{8526B118-7706-BA43-BB1A-5611E0967517}"/>
                </a:ext>
              </a:extLst>
            </p:cNvPr>
            <p:cNvSpPr/>
            <p:nvPr/>
          </p:nvSpPr>
          <p:spPr>
            <a:xfrm>
              <a:off x="9279466" y="4308712"/>
              <a:ext cx="361671" cy="361333"/>
            </a:xfrm>
            <a:custGeom>
              <a:avLst/>
              <a:gdLst>
                <a:gd name="connsiteX0" fmla="*/ 180836 w 361671"/>
                <a:gd name="connsiteY0" fmla="*/ 0 h 361333"/>
                <a:gd name="connsiteX1" fmla="*/ 0 w 361671"/>
                <a:gd name="connsiteY1" fmla="*/ 180667 h 361333"/>
                <a:gd name="connsiteX2" fmla="*/ 180836 w 361671"/>
                <a:gd name="connsiteY2" fmla="*/ 361334 h 361333"/>
                <a:gd name="connsiteX3" fmla="*/ 361671 w 361671"/>
                <a:gd name="connsiteY3" fmla="*/ 180667 h 361333"/>
                <a:gd name="connsiteX4" fmla="*/ 180836 w 361671"/>
                <a:gd name="connsiteY4" fmla="*/ 0 h 361333"/>
                <a:gd name="connsiteX5" fmla="*/ 258792 w 361671"/>
                <a:gd name="connsiteY5" fmla="*/ 125765 h 361333"/>
                <a:gd name="connsiteX6" fmla="*/ 238345 w 361671"/>
                <a:gd name="connsiteY6" fmla="*/ 146193 h 361333"/>
                <a:gd name="connsiteX7" fmla="*/ 217897 w 361671"/>
                <a:gd name="connsiteY7" fmla="*/ 125765 h 361333"/>
                <a:gd name="connsiteX8" fmla="*/ 238345 w 361671"/>
                <a:gd name="connsiteY8" fmla="*/ 105336 h 361333"/>
                <a:gd name="connsiteX9" fmla="*/ 258792 w 361671"/>
                <a:gd name="connsiteY9" fmla="*/ 125765 h 361333"/>
                <a:gd name="connsiteX10" fmla="*/ 123965 w 361671"/>
                <a:gd name="connsiteY10" fmla="*/ 105336 h 361333"/>
                <a:gd name="connsiteX11" fmla="*/ 144413 w 361671"/>
                <a:gd name="connsiteY11" fmla="*/ 125765 h 361333"/>
                <a:gd name="connsiteX12" fmla="*/ 123965 w 361671"/>
                <a:gd name="connsiteY12" fmla="*/ 146193 h 361333"/>
                <a:gd name="connsiteX13" fmla="*/ 103517 w 361671"/>
                <a:gd name="connsiteY13" fmla="*/ 125765 h 361333"/>
                <a:gd name="connsiteX14" fmla="*/ 123965 w 361671"/>
                <a:gd name="connsiteY14" fmla="*/ 105336 h 361333"/>
                <a:gd name="connsiteX15" fmla="*/ 152720 w 361671"/>
                <a:gd name="connsiteY15" fmla="*/ 241314 h 361333"/>
                <a:gd name="connsiteX16" fmla="*/ 147608 w 361671"/>
                <a:gd name="connsiteY16" fmla="*/ 243868 h 361333"/>
                <a:gd name="connsiteX17" fmla="*/ 146330 w 361671"/>
                <a:gd name="connsiteY17" fmla="*/ 243868 h 361333"/>
                <a:gd name="connsiteX18" fmla="*/ 146330 w 361671"/>
                <a:gd name="connsiteY18" fmla="*/ 303878 h 361333"/>
                <a:gd name="connsiteX19" fmla="*/ 139940 w 361671"/>
                <a:gd name="connsiteY19" fmla="*/ 310262 h 361333"/>
                <a:gd name="connsiteX20" fmla="*/ 133550 w 361671"/>
                <a:gd name="connsiteY20" fmla="*/ 303878 h 361333"/>
                <a:gd name="connsiteX21" fmla="*/ 133550 w 361671"/>
                <a:gd name="connsiteY21" fmla="*/ 243868 h 361333"/>
                <a:gd name="connsiteX22" fmla="*/ 115019 w 361671"/>
                <a:gd name="connsiteY22" fmla="*/ 243868 h 361333"/>
                <a:gd name="connsiteX23" fmla="*/ 115019 w 361671"/>
                <a:gd name="connsiteY23" fmla="*/ 303878 h 361333"/>
                <a:gd name="connsiteX24" fmla="*/ 108629 w 361671"/>
                <a:gd name="connsiteY24" fmla="*/ 310262 h 361333"/>
                <a:gd name="connsiteX25" fmla="*/ 102239 w 361671"/>
                <a:gd name="connsiteY25" fmla="*/ 303878 h 361333"/>
                <a:gd name="connsiteX26" fmla="*/ 102239 w 361671"/>
                <a:gd name="connsiteY26" fmla="*/ 243868 h 361333"/>
                <a:gd name="connsiteX27" fmla="*/ 100961 w 361671"/>
                <a:gd name="connsiteY27" fmla="*/ 243868 h 361333"/>
                <a:gd name="connsiteX28" fmla="*/ 95849 w 361671"/>
                <a:gd name="connsiteY28" fmla="*/ 241314 h 361333"/>
                <a:gd name="connsiteX29" fmla="*/ 94571 w 361671"/>
                <a:gd name="connsiteY29" fmla="*/ 236207 h 361333"/>
                <a:gd name="connsiteX30" fmla="*/ 110546 w 361671"/>
                <a:gd name="connsiteY30" fmla="*/ 158961 h 361333"/>
                <a:gd name="connsiteX31" fmla="*/ 116936 w 361671"/>
                <a:gd name="connsiteY31" fmla="*/ 153854 h 361333"/>
                <a:gd name="connsiteX32" fmla="*/ 132272 w 361671"/>
                <a:gd name="connsiteY32" fmla="*/ 153854 h 361333"/>
                <a:gd name="connsiteX33" fmla="*/ 138662 w 361671"/>
                <a:gd name="connsiteY33" fmla="*/ 158961 h 361333"/>
                <a:gd name="connsiteX34" fmla="*/ 154637 w 361671"/>
                <a:gd name="connsiteY34" fmla="*/ 236207 h 361333"/>
                <a:gd name="connsiteX35" fmla="*/ 152720 w 361671"/>
                <a:gd name="connsiteY35" fmla="*/ 241314 h 361333"/>
                <a:gd name="connsiteX36" fmla="*/ 180836 w 361671"/>
                <a:gd name="connsiteY36" fmla="*/ 135341 h 361333"/>
                <a:gd name="connsiteX37" fmla="*/ 180197 w 361671"/>
                <a:gd name="connsiteY37" fmla="*/ 135341 h 361333"/>
                <a:gd name="connsiteX38" fmla="*/ 173807 w 361671"/>
                <a:gd name="connsiteY38" fmla="*/ 132787 h 361333"/>
                <a:gd name="connsiteX39" fmla="*/ 141857 w 361671"/>
                <a:gd name="connsiteY39" fmla="*/ 98952 h 361333"/>
                <a:gd name="connsiteX40" fmla="*/ 141857 w 361671"/>
                <a:gd name="connsiteY40" fmla="*/ 60010 h 361333"/>
                <a:gd name="connsiteX41" fmla="*/ 161027 w 361671"/>
                <a:gd name="connsiteY41" fmla="*/ 51710 h 361333"/>
                <a:gd name="connsiteX42" fmla="*/ 180197 w 361671"/>
                <a:gd name="connsiteY42" fmla="*/ 60010 h 361333"/>
                <a:gd name="connsiteX43" fmla="*/ 180836 w 361671"/>
                <a:gd name="connsiteY43" fmla="*/ 60648 h 361333"/>
                <a:gd name="connsiteX44" fmla="*/ 181474 w 361671"/>
                <a:gd name="connsiteY44" fmla="*/ 60010 h 361333"/>
                <a:gd name="connsiteX45" fmla="*/ 200644 w 361671"/>
                <a:gd name="connsiteY45" fmla="*/ 51710 h 361333"/>
                <a:gd name="connsiteX46" fmla="*/ 219814 w 361671"/>
                <a:gd name="connsiteY46" fmla="*/ 60010 h 361333"/>
                <a:gd name="connsiteX47" fmla="*/ 219814 w 361671"/>
                <a:gd name="connsiteY47" fmla="*/ 98952 h 361333"/>
                <a:gd name="connsiteX48" fmla="*/ 187864 w 361671"/>
                <a:gd name="connsiteY48" fmla="*/ 132787 h 361333"/>
                <a:gd name="connsiteX49" fmla="*/ 180836 w 361671"/>
                <a:gd name="connsiteY49" fmla="*/ 135341 h 361333"/>
                <a:gd name="connsiteX50" fmla="*/ 267100 w 361671"/>
                <a:gd name="connsiteY50" fmla="*/ 241314 h 361333"/>
                <a:gd name="connsiteX51" fmla="*/ 261987 w 361671"/>
                <a:gd name="connsiteY51" fmla="*/ 243868 h 361333"/>
                <a:gd name="connsiteX52" fmla="*/ 260710 w 361671"/>
                <a:gd name="connsiteY52" fmla="*/ 243868 h 361333"/>
                <a:gd name="connsiteX53" fmla="*/ 260710 w 361671"/>
                <a:gd name="connsiteY53" fmla="*/ 303878 h 361333"/>
                <a:gd name="connsiteX54" fmla="*/ 254320 w 361671"/>
                <a:gd name="connsiteY54" fmla="*/ 310262 h 361333"/>
                <a:gd name="connsiteX55" fmla="*/ 247930 w 361671"/>
                <a:gd name="connsiteY55" fmla="*/ 303878 h 361333"/>
                <a:gd name="connsiteX56" fmla="*/ 247930 w 361671"/>
                <a:gd name="connsiteY56" fmla="*/ 243868 h 361333"/>
                <a:gd name="connsiteX57" fmla="*/ 229399 w 361671"/>
                <a:gd name="connsiteY57" fmla="*/ 243868 h 361333"/>
                <a:gd name="connsiteX58" fmla="*/ 229399 w 361671"/>
                <a:gd name="connsiteY58" fmla="*/ 303878 h 361333"/>
                <a:gd name="connsiteX59" fmla="*/ 223009 w 361671"/>
                <a:gd name="connsiteY59" fmla="*/ 310262 h 361333"/>
                <a:gd name="connsiteX60" fmla="*/ 216619 w 361671"/>
                <a:gd name="connsiteY60" fmla="*/ 303878 h 361333"/>
                <a:gd name="connsiteX61" fmla="*/ 216619 w 361671"/>
                <a:gd name="connsiteY61" fmla="*/ 243868 h 361333"/>
                <a:gd name="connsiteX62" fmla="*/ 215341 w 361671"/>
                <a:gd name="connsiteY62" fmla="*/ 243868 h 361333"/>
                <a:gd name="connsiteX63" fmla="*/ 210229 w 361671"/>
                <a:gd name="connsiteY63" fmla="*/ 241314 h 361333"/>
                <a:gd name="connsiteX64" fmla="*/ 208951 w 361671"/>
                <a:gd name="connsiteY64" fmla="*/ 236207 h 361333"/>
                <a:gd name="connsiteX65" fmla="*/ 224926 w 361671"/>
                <a:gd name="connsiteY65" fmla="*/ 158961 h 361333"/>
                <a:gd name="connsiteX66" fmla="*/ 231316 w 361671"/>
                <a:gd name="connsiteY66" fmla="*/ 153854 h 361333"/>
                <a:gd name="connsiteX67" fmla="*/ 246652 w 361671"/>
                <a:gd name="connsiteY67" fmla="*/ 153854 h 361333"/>
                <a:gd name="connsiteX68" fmla="*/ 253042 w 361671"/>
                <a:gd name="connsiteY68" fmla="*/ 158961 h 361333"/>
                <a:gd name="connsiteX69" fmla="*/ 269017 w 361671"/>
                <a:gd name="connsiteY69" fmla="*/ 236207 h 361333"/>
                <a:gd name="connsiteX70" fmla="*/ 267100 w 361671"/>
                <a:gd name="connsiteY70" fmla="*/ 24131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61671" h="361333">
                  <a:moveTo>
                    <a:pt x="180836" y="0"/>
                  </a:moveTo>
                  <a:cubicBezTo>
                    <a:pt x="80514" y="0"/>
                    <a:pt x="0" y="81077"/>
                    <a:pt x="0" y="180667"/>
                  </a:cubicBezTo>
                  <a:cubicBezTo>
                    <a:pt x="0" y="280895"/>
                    <a:pt x="81153" y="361334"/>
                    <a:pt x="180836" y="361334"/>
                  </a:cubicBezTo>
                  <a:cubicBezTo>
                    <a:pt x="281157" y="361334"/>
                    <a:pt x="361671" y="280257"/>
                    <a:pt x="361671" y="180667"/>
                  </a:cubicBezTo>
                  <a:cubicBezTo>
                    <a:pt x="361671" y="81077"/>
                    <a:pt x="280518" y="0"/>
                    <a:pt x="180836" y="0"/>
                  </a:cubicBezTo>
                  <a:close/>
                  <a:moveTo>
                    <a:pt x="258792" y="125765"/>
                  </a:moveTo>
                  <a:cubicBezTo>
                    <a:pt x="258792" y="137256"/>
                    <a:pt x="249847" y="146193"/>
                    <a:pt x="238345" y="146193"/>
                  </a:cubicBezTo>
                  <a:cubicBezTo>
                    <a:pt x="226843" y="146193"/>
                    <a:pt x="217897" y="137256"/>
                    <a:pt x="217897" y="125765"/>
                  </a:cubicBezTo>
                  <a:cubicBezTo>
                    <a:pt x="217897" y="114273"/>
                    <a:pt x="226843" y="105336"/>
                    <a:pt x="238345" y="105336"/>
                  </a:cubicBezTo>
                  <a:cubicBezTo>
                    <a:pt x="249847" y="105336"/>
                    <a:pt x="258792" y="114912"/>
                    <a:pt x="258792" y="125765"/>
                  </a:cubicBezTo>
                  <a:close/>
                  <a:moveTo>
                    <a:pt x="123965" y="105336"/>
                  </a:moveTo>
                  <a:cubicBezTo>
                    <a:pt x="135467" y="105336"/>
                    <a:pt x="144413" y="114273"/>
                    <a:pt x="144413" y="125765"/>
                  </a:cubicBezTo>
                  <a:cubicBezTo>
                    <a:pt x="144413" y="137256"/>
                    <a:pt x="135467" y="146193"/>
                    <a:pt x="123965" y="146193"/>
                  </a:cubicBezTo>
                  <a:cubicBezTo>
                    <a:pt x="112464" y="146193"/>
                    <a:pt x="103517" y="137256"/>
                    <a:pt x="103517" y="125765"/>
                  </a:cubicBezTo>
                  <a:cubicBezTo>
                    <a:pt x="103517" y="114273"/>
                    <a:pt x="113102" y="105336"/>
                    <a:pt x="123965" y="105336"/>
                  </a:cubicBezTo>
                  <a:close/>
                  <a:moveTo>
                    <a:pt x="152720" y="241314"/>
                  </a:moveTo>
                  <a:cubicBezTo>
                    <a:pt x="151442" y="242591"/>
                    <a:pt x="149525" y="243868"/>
                    <a:pt x="147608" y="243868"/>
                  </a:cubicBezTo>
                  <a:lnTo>
                    <a:pt x="146330" y="243868"/>
                  </a:lnTo>
                  <a:lnTo>
                    <a:pt x="146330" y="303878"/>
                  </a:lnTo>
                  <a:cubicBezTo>
                    <a:pt x="146330" y="307708"/>
                    <a:pt x="143774" y="310262"/>
                    <a:pt x="139940" y="310262"/>
                  </a:cubicBezTo>
                  <a:cubicBezTo>
                    <a:pt x="136106" y="310262"/>
                    <a:pt x="133550" y="307708"/>
                    <a:pt x="133550" y="303878"/>
                  </a:cubicBezTo>
                  <a:lnTo>
                    <a:pt x="133550" y="243868"/>
                  </a:lnTo>
                  <a:lnTo>
                    <a:pt x="115019" y="243868"/>
                  </a:lnTo>
                  <a:lnTo>
                    <a:pt x="115019" y="303878"/>
                  </a:lnTo>
                  <a:cubicBezTo>
                    <a:pt x="115019" y="307708"/>
                    <a:pt x="112464" y="310262"/>
                    <a:pt x="108629" y="310262"/>
                  </a:cubicBezTo>
                  <a:cubicBezTo>
                    <a:pt x="104795" y="310262"/>
                    <a:pt x="102239" y="307708"/>
                    <a:pt x="102239" y="303878"/>
                  </a:cubicBezTo>
                  <a:lnTo>
                    <a:pt x="102239" y="243868"/>
                  </a:lnTo>
                  <a:lnTo>
                    <a:pt x="100961" y="243868"/>
                  </a:lnTo>
                  <a:cubicBezTo>
                    <a:pt x="99044" y="243868"/>
                    <a:pt x="97128" y="243230"/>
                    <a:pt x="95849" y="241314"/>
                  </a:cubicBezTo>
                  <a:cubicBezTo>
                    <a:pt x="94571" y="239399"/>
                    <a:pt x="93933" y="238122"/>
                    <a:pt x="94571" y="236207"/>
                  </a:cubicBezTo>
                  <a:lnTo>
                    <a:pt x="110546" y="158961"/>
                  </a:lnTo>
                  <a:cubicBezTo>
                    <a:pt x="111185" y="155769"/>
                    <a:pt x="113741" y="153854"/>
                    <a:pt x="116936" y="153854"/>
                  </a:cubicBezTo>
                  <a:lnTo>
                    <a:pt x="132272" y="153854"/>
                  </a:lnTo>
                  <a:cubicBezTo>
                    <a:pt x="135467" y="153854"/>
                    <a:pt x="138023" y="155769"/>
                    <a:pt x="138662" y="158961"/>
                  </a:cubicBezTo>
                  <a:lnTo>
                    <a:pt x="154637" y="236207"/>
                  </a:lnTo>
                  <a:cubicBezTo>
                    <a:pt x="154637" y="237484"/>
                    <a:pt x="153998" y="239399"/>
                    <a:pt x="152720" y="241314"/>
                  </a:cubicBezTo>
                  <a:close/>
                  <a:moveTo>
                    <a:pt x="180836" y="135341"/>
                  </a:moveTo>
                  <a:lnTo>
                    <a:pt x="180197" y="135341"/>
                  </a:lnTo>
                  <a:cubicBezTo>
                    <a:pt x="177641" y="135341"/>
                    <a:pt x="175723" y="134064"/>
                    <a:pt x="173807" y="132787"/>
                  </a:cubicBezTo>
                  <a:lnTo>
                    <a:pt x="141857" y="98952"/>
                  </a:lnTo>
                  <a:cubicBezTo>
                    <a:pt x="131633" y="88099"/>
                    <a:pt x="131633" y="70862"/>
                    <a:pt x="141857" y="60010"/>
                  </a:cubicBezTo>
                  <a:cubicBezTo>
                    <a:pt x="146969" y="54902"/>
                    <a:pt x="153998" y="51710"/>
                    <a:pt x="161027" y="51710"/>
                  </a:cubicBezTo>
                  <a:cubicBezTo>
                    <a:pt x="168056" y="51710"/>
                    <a:pt x="175084" y="54902"/>
                    <a:pt x="180197" y="60010"/>
                  </a:cubicBezTo>
                  <a:lnTo>
                    <a:pt x="180836" y="60648"/>
                  </a:lnTo>
                  <a:lnTo>
                    <a:pt x="181474" y="60010"/>
                  </a:lnTo>
                  <a:cubicBezTo>
                    <a:pt x="186587" y="54902"/>
                    <a:pt x="193615" y="51710"/>
                    <a:pt x="200644" y="51710"/>
                  </a:cubicBezTo>
                  <a:cubicBezTo>
                    <a:pt x="207673" y="51710"/>
                    <a:pt x="214703" y="54902"/>
                    <a:pt x="219814" y="60010"/>
                  </a:cubicBezTo>
                  <a:cubicBezTo>
                    <a:pt x="230038" y="70862"/>
                    <a:pt x="230038" y="88099"/>
                    <a:pt x="219814" y="98952"/>
                  </a:cubicBezTo>
                  <a:lnTo>
                    <a:pt x="187864" y="132787"/>
                  </a:lnTo>
                  <a:cubicBezTo>
                    <a:pt x="185948" y="134702"/>
                    <a:pt x="183392" y="135341"/>
                    <a:pt x="180836" y="135341"/>
                  </a:cubicBezTo>
                  <a:close/>
                  <a:moveTo>
                    <a:pt x="267100" y="241314"/>
                  </a:moveTo>
                  <a:cubicBezTo>
                    <a:pt x="265822" y="242591"/>
                    <a:pt x="263905" y="243868"/>
                    <a:pt x="261987" y="243868"/>
                  </a:cubicBezTo>
                  <a:lnTo>
                    <a:pt x="260710" y="243868"/>
                  </a:lnTo>
                  <a:lnTo>
                    <a:pt x="260710" y="303878"/>
                  </a:lnTo>
                  <a:cubicBezTo>
                    <a:pt x="260710" y="307708"/>
                    <a:pt x="258154" y="310262"/>
                    <a:pt x="254320" y="310262"/>
                  </a:cubicBezTo>
                  <a:cubicBezTo>
                    <a:pt x="250486" y="310262"/>
                    <a:pt x="247930" y="307708"/>
                    <a:pt x="247930" y="303878"/>
                  </a:cubicBezTo>
                  <a:lnTo>
                    <a:pt x="247930" y="243868"/>
                  </a:lnTo>
                  <a:lnTo>
                    <a:pt x="229399" y="243868"/>
                  </a:lnTo>
                  <a:lnTo>
                    <a:pt x="229399" y="303878"/>
                  </a:lnTo>
                  <a:cubicBezTo>
                    <a:pt x="229399" y="307708"/>
                    <a:pt x="226843" y="310262"/>
                    <a:pt x="223009" y="310262"/>
                  </a:cubicBezTo>
                  <a:cubicBezTo>
                    <a:pt x="219175" y="310262"/>
                    <a:pt x="216619" y="307708"/>
                    <a:pt x="216619" y="303878"/>
                  </a:cubicBezTo>
                  <a:lnTo>
                    <a:pt x="216619" y="243868"/>
                  </a:lnTo>
                  <a:lnTo>
                    <a:pt x="215341" y="243868"/>
                  </a:lnTo>
                  <a:cubicBezTo>
                    <a:pt x="213424" y="243868"/>
                    <a:pt x="211508" y="243230"/>
                    <a:pt x="210229" y="241314"/>
                  </a:cubicBezTo>
                  <a:cubicBezTo>
                    <a:pt x="208951" y="239399"/>
                    <a:pt x="208313" y="238122"/>
                    <a:pt x="208951" y="236207"/>
                  </a:cubicBezTo>
                  <a:lnTo>
                    <a:pt x="224926" y="158961"/>
                  </a:lnTo>
                  <a:cubicBezTo>
                    <a:pt x="225565" y="155769"/>
                    <a:pt x="228121" y="153854"/>
                    <a:pt x="231316" y="153854"/>
                  </a:cubicBezTo>
                  <a:lnTo>
                    <a:pt x="246652" y="153854"/>
                  </a:lnTo>
                  <a:cubicBezTo>
                    <a:pt x="249847" y="153854"/>
                    <a:pt x="252403" y="155769"/>
                    <a:pt x="253042" y="158961"/>
                  </a:cubicBezTo>
                  <a:lnTo>
                    <a:pt x="269017" y="236207"/>
                  </a:lnTo>
                  <a:cubicBezTo>
                    <a:pt x="268377" y="237484"/>
                    <a:pt x="267739" y="239399"/>
                    <a:pt x="267100" y="241314"/>
                  </a:cubicBezTo>
                  <a:close/>
                </a:path>
              </a:pathLst>
            </a:custGeom>
            <a:solidFill>
              <a:srgbClr val="00A3E0"/>
            </a:solidFill>
            <a:ln w="6390" cap="flat">
              <a:noFill/>
              <a:prstDash val="solid"/>
              <a:miter/>
            </a:ln>
          </p:spPr>
          <p:txBody>
            <a:bodyPr rtlCol="0" anchor="ctr"/>
            <a:lstStyle/>
            <a:p>
              <a:endParaRPr lang="en-US"/>
            </a:p>
          </p:txBody>
        </p:sp>
      </p:grpSp>
      <p:sp>
        <p:nvSpPr>
          <p:cNvPr id="1303" name="Graphic 4">
            <a:extLst>
              <a:ext uri="{FF2B5EF4-FFF2-40B4-BE49-F238E27FC236}">
                <a16:creationId xmlns:a16="http://schemas.microsoft.com/office/drawing/2014/main" id="{0B73E8C8-DE3A-C44F-89BC-F75379E6D9D0}"/>
              </a:ext>
            </a:extLst>
          </p:cNvPr>
          <p:cNvSpPr/>
          <p:nvPr/>
        </p:nvSpPr>
        <p:spPr>
          <a:xfrm>
            <a:off x="10324860" y="4308712"/>
            <a:ext cx="361674" cy="361333"/>
          </a:xfrm>
          <a:custGeom>
            <a:avLst/>
            <a:gdLst>
              <a:gd name="connsiteX0" fmla="*/ 180835 w 361674"/>
              <a:gd name="connsiteY0" fmla="*/ 0 h 361333"/>
              <a:gd name="connsiteX1" fmla="*/ 0 w 361674"/>
              <a:gd name="connsiteY1" fmla="*/ 180667 h 361333"/>
              <a:gd name="connsiteX2" fmla="*/ 180835 w 361674"/>
              <a:gd name="connsiteY2" fmla="*/ 361334 h 361333"/>
              <a:gd name="connsiteX3" fmla="*/ 361670 w 361674"/>
              <a:gd name="connsiteY3" fmla="*/ 180667 h 361333"/>
              <a:gd name="connsiteX4" fmla="*/ 180835 w 361674"/>
              <a:gd name="connsiteY4" fmla="*/ 0 h 361333"/>
              <a:gd name="connsiteX5" fmla="*/ 268377 w 361674"/>
              <a:gd name="connsiteY5" fmla="*/ 225993 h 361333"/>
              <a:gd name="connsiteX6" fmla="*/ 98404 w 361674"/>
              <a:gd name="connsiteY6" fmla="*/ 225993 h 361333"/>
              <a:gd name="connsiteX7" fmla="*/ 92014 w 361674"/>
              <a:gd name="connsiteY7" fmla="*/ 219609 h 361333"/>
              <a:gd name="connsiteX8" fmla="*/ 98404 w 361674"/>
              <a:gd name="connsiteY8" fmla="*/ 213225 h 361333"/>
              <a:gd name="connsiteX9" fmla="*/ 268377 w 361674"/>
              <a:gd name="connsiteY9" fmla="*/ 213225 h 361333"/>
              <a:gd name="connsiteX10" fmla="*/ 274767 w 361674"/>
              <a:gd name="connsiteY10" fmla="*/ 219609 h 361333"/>
              <a:gd name="connsiteX11" fmla="*/ 268377 w 361674"/>
              <a:gd name="connsiteY11" fmla="*/ 225993 h 361333"/>
              <a:gd name="connsiteX12" fmla="*/ 268377 w 361674"/>
              <a:gd name="connsiteY12" fmla="*/ 156408 h 361333"/>
              <a:gd name="connsiteX13" fmla="*/ 98404 w 361674"/>
              <a:gd name="connsiteY13" fmla="*/ 156408 h 361333"/>
              <a:gd name="connsiteX14" fmla="*/ 92014 w 361674"/>
              <a:gd name="connsiteY14" fmla="*/ 150024 h 361333"/>
              <a:gd name="connsiteX15" fmla="*/ 98404 w 361674"/>
              <a:gd name="connsiteY15" fmla="*/ 143640 h 361333"/>
              <a:gd name="connsiteX16" fmla="*/ 268377 w 361674"/>
              <a:gd name="connsiteY16" fmla="*/ 143640 h 361333"/>
              <a:gd name="connsiteX17" fmla="*/ 274767 w 361674"/>
              <a:gd name="connsiteY17" fmla="*/ 150024 h 361333"/>
              <a:gd name="connsiteX18" fmla="*/ 268377 w 361674"/>
              <a:gd name="connsiteY18" fmla="*/ 15640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1674" h="361333">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2309" y="81077"/>
                  <a:pt x="281157" y="0"/>
                  <a:pt x="180835" y="0"/>
                </a:cubicBezTo>
                <a:close/>
                <a:moveTo>
                  <a:pt x="268377" y="225993"/>
                </a:moveTo>
                <a:lnTo>
                  <a:pt x="98404" y="225993"/>
                </a:lnTo>
                <a:cubicBezTo>
                  <a:pt x="94571" y="225993"/>
                  <a:pt x="92014" y="223439"/>
                  <a:pt x="92014" y="219609"/>
                </a:cubicBezTo>
                <a:cubicBezTo>
                  <a:pt x="92014" y="215779"/>
                  <a:pt x="94571" y="213225"/>
                  <a:pt x="98404" y="213225"/>
                </a:cubicBezTo>
                <a:lnTo>
                  <a:pt x="268377" y="213225"/>
                </a:lnTo>
                <a:cubicBezTo>
                  <a:pt x="272211" y="213225"/>
                  <a:pt x="274767" y="215779"/>
                  <a:pt x="274767" y="219609"/>
                </a:cubicBezTo>
                <a:cubicBezTo>
                  <a:pt x="274767" y="223439"/>
                  <a:pt x="271572" y="225993"/>
                  <a:pt x="268377" y="225993"/>
                </a:cubicBezTo>
                <a:close/>
                <a:moveTo>
                  <a:pt x="268377" y="156408"/>
                </a:moveTo>
                <a:lnTo>
                  <a:pt x="98404" y="156408"/>
                </a:lnTo>
                <a:cubicBezTo>
                  <a:pt x="94571" y="156408"/>
                  <a:pt x="92014" y="153854"/>
                  <a:pt x="92014" y="150024"/>
                </a:cubicBezTo>
                <a:cubicBezTo>
                  <a:pt x="92014" y="146193"/>
                  <a:pt x="94571" y="143640"/>
                  <a:pt x="98404" y="143640"/>
                </a:cubicBezTo>
                <a:lnTo>
                  <a:pt x="268377" y="143640"/>
                </a:lnTo>
                <a:cubicBezTo>
                  <a:pt x="272211" y="143640"/>
                  <a:pt x="274767" y="146193"/>
                  <a:pt x="274767" y="150024"/>
                </a:cubicBezTo>
                <a:cubicBezTo>
                  <a:pt x="274767" y="153854"/>
                  <a:pt x="271572" y="156408"/>
                  <a:pt x="268377" y="156408"/>
                </a:cubicBezTo>
                <a:close/>
              </a:path>
            </a:pathLst>
          </a:custGeom>
          <a:solidFill>
            <a:srgbClr val="00A3E0"/>
          </a:solidFill>
          <a:ln w="6390" cap="flat">
            <a:noFill/>
            <a:prstDash val="solid"/>
            <a:miter/>
          </a:ln>
        </p:spPr>
        <p:txBody>
          <a:bodyPr rtlCol="0" anchor="ctr"/>
          <a:lstStyle/>
          <a:p>
            <a:endParaRPr lang="en-US"/>
          </a:p>
        </p:txBody>
      </p:sp>
      <p:grpSp>
        <p:nvGrpSpPr>
          <p:cNvPr id="1304" name="Graphic 4">
            <a:extLst>
              <a:ext uri="{FF2B5EF4-FFF2-40B4-BE49-F238E27FC236}">
                <a16:creationId xmlns:a16="http://schemas.microsoft.com/office/drawing/2014/main" id="{1C7EE27C-8810-8440-862B-74DF17B28C8C}"/>
              </a:ext>
            </a:extLst>
          </p:cNvPr>
          <p:cNvGrpSpPr/>
          <p:nvPr/>
        </p:nvGrpSpPr>
        <p:grpSpPr>
          <a:xfrm>
            <a:off x="8239823" y="3824168"/>
            <a:ext cx="361674" cy="361333"/>
            <a:chOff x="8239823" y="3824168"/>
            <a:chExt cx="361674" cy="361333"/>
          </a:xfrm>
          <a:solidFill>
            <a:srgbClr val="00A3E0"/>
          </a:solidFill>
        </p:grpSpPr>
        <p:sp>
          <p:nvSpPr>
            <p:cNvPr id="1305" name="Graphic 4">
              <a:extLst>
                <a:ext uri="{FF2B5EF4-FFF2-40B4-BE49-F238E27FC236}">
                  <a16:creationId xmlns:a16="http://schemas.microsoft.com/office/drawing/2014/main" id="{29CEC9F2-88AF-7648-87B7-C230F85C65B7}"/>
                </a:ext>
              </a:extLst>
            </p:cNvPr>
            <p:cNvSpPr/>
            <p:nvPr/>
          </p:nvSpPr>
          <p:spPr>
            <a:xfrm>
              <a:off x="8331200" y="4020156"/>
              <a:ext cx="53036" cy="46044"/>
            </a:xfrm>
            <a:custGeom>
              <a:avLst/>
              <a:gdLst>
                <a:gd name="connsiteX0" fmla="*/ 46007 w 53036"/>
                <a:gd name="connsiteY0" fmla="*/ 35751 h 46044"/>
                <a:gd name="connsiteX1" fmla="*/ 53036 w 53036"/>
                <a:gd name="connsiteY1" fmla="*/ 15322 h 46044"/>
                <a:gd name="connsiteX2" fmla="*/ 42173 w 53036"/>
                <a:gd name="connsiteY2" fmla="*/ 0 h 46044"/>
                <a:gd name="connsiteX3" fmla="*/ 0 w 53036"/>
                <a:gd name="connsiteY3" fmla="*/ 14045 h 46044"/>
                <a:gd name="connsiteX4" fmla="*/ 27476 w 53036"/>
                <a:gd name="connsiteY4" fmla="*/ 45965 h 46044"/>
                <a:gd name="connsiteX5" fmla="*/ 46007 w 53036"/>
                <a:gd name="connsiteY5" fmla="*/ 35751 h 46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036" h="46044">
                  <a:moveTo>
                    <a:pt x="46007" y="35751"/>
                  </a:moveTo>
                  <a:cubicBezTo>
                    <a:pt x="48563" y="31920"/>
                    <a:pt x="51119" y="23621"/>
                    <a:pt x="53036" y="15322"/>
                  </a:cubicBezTo>
                  <a:cubicBezTo>
                    <a:pt x="47925" y="12130"/>
                    <a:pt x="44730" y="5746"/>
                    <a:pt x="42173" y="0"/>
                  </a:cubicBezTo>
                  <a:cubicBezTo>
                    <a:pt x="33866" y="6384"/>
                    <a:pt x="19809" y="15960"/>
                    <a:pt x="0" y="14045"/>
                  </a:cubicBezTo>
                  <a:cubicBezTo>
                    <a:pt x="1917" y="30643"/>
                    <a:pt x="11501" y="45965"/>
                    <a:pt x="27476" y="45965"/>
                  </a:cubicBezTo>
                  <a:cubicBezTo>
                    <a:pt x="35145" y="46603"/>
                    <a:pt x="40895" y="43411"/>
                    <a:pt x="46007" y="35751"/>
                  </a:cubicBezTo>
                  <a:close/>
                </a:path>
              </a:pathLst>
            </a:custGeom>
            <a:solidFill>
              <a:srgbClr val="00A3E0"/>
            </a:solidFill>
            <a:ln w="6390" cap="flat">
              <a:noFill/>
              <a:prstDash val="solid"/>
              <a:miter/>
            </a:ln>
          </p:spPr>
          <p:txBody>
            <a:bodyPr rtlCol="0" anchor="ctr"/>
            <a:lstStyle/>
            <a:p>
              <a:endParaRPr lang="en-US"/>
            </a:p>
          </p:txBody>
        </p:sp>
        <p:sp>
          <p:nvSpPr>
            <p:cNvPr id="1306" name="Graphic 4">
              <a:extLst>
                <a:ext uri="{FF2B5EF4-FFF2-40B4-BE49-F238E27FC236}">
                  <a16:creationId xmlns:a16="http://schemas.microsoft.com/office/drawing/2014/main" id="{DCF8A4E7-21A6-7C47-B889-3F596B5A56DB}"/>
                </a:ext>
              </a:extLst>
            </p:cNvPr>
            <p:cNvSpPr/>
            <p:nvPr/>
          </p:nvSpPr>
          <p:spPr>
            <a:xfrm>
              <a:off x="8455164" y="3965204"/>
              <a:ext cx="64677" cy="36257"/>
            </a:xfrm>
            <a:custGeom>
              <a:avLst/>
              <a:gdLst>
                <a:gd name="connsiteX0" fmla="*/ 7030 w 64677"/>
                <a:gd name="connsiteY0" fmla="*/ 27500 h 36257"/>
                <a:gd name="connsiteX1" fmla="*/ 14058 w 64677"/>
                <a:gd name="connsiteY1" fmla="*/ 30692 h 36257"/>
                <a:gd name="connsiteX2" fmla="*/ 23004 w 64677"/>
                <a:gd name="connsiteY2" fmla="*/ 35800 h 36257"/>
                <a:gd name="connsiteX3" fmla="*/ 52398 w 64677"/>
                <a:gd name="connsiteY3" fmla="*/ 28777 h 36257"/>
                <a:gd name="connsiteX4" fmla="*/ 56871 w 64677"/>
                <a:gd name="connsiteY4" fmla="*/ 27500 h 36257"/>
                <a:gd name="connsiteX5" fmla="*/ 64539 w 64677"/>
                <a:gd name="connsiteY5" fmla="*/ 32608 h 36257"/>
                <a:gd name="connsiteX6" fmla="*/ 54314 w 64677"/>
                <a:gd name="connsiteY6" fmla="*/ 10264 h 36257"/>
                <a:gd name="connsiteX7" fmla="*/ 52398 w 64677"/>
                <a:gd name="connsiteY7" fmla="*/ 8987 h 36257"/>
                <a:gd name="connsiteX8" fmla="*/ 19809 w 64677"/>
                <a:gd name="connsiteY8" fmla="*/ 2603 h 36257"/>
                <a:gd name="connsiteX9" fmla="*/ 0 w 64677"/>
                <a:gd name="connsiteY9" fmla="*/ 30692 h 36257"/>
                <a:gd name="connsiteX10" fmla="*/ 7030 w 64677"/>
                <a:gd name="connsiteY10" fmla="*/ 27500 h 36257"/>
                <a:gd name="connsiteX11" fmla="*/ 7030 w 64677"/>
                <a:gd name="connsiteY11" fmla="*/ 27500 h 36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677" h="36257">
                  <a:moveTo>
                    <a:pt x="7030" y="27500"/>
                  </a:moveTo>
                  <a:cubicBezTo>
                    <a:pt x="9585" y="27500"/>
                    <a:pt x="11502" y="28777"/>
                    <a:pt x="14058" y="30692"/>
                  </a:cubicBezTo>
                  <a:cubicBezTo>
                    <a:pt x="16614" y="32608"/>
                    <a:pt x="20448" y="35161"/>
                    <a:pt x="23004" y="35800"/>
                  </a:cubicBezTo>
                  <a:cubicBezTo>
                    <a:pt x="40257" y="38353"/>
                    <a:pt x="51759" y="29416"/>
                    <a:pt x="52398" y="28777"/>
                  </a:cubicBezTo>
                  <a:cubicBezTo>
                    <a:pt x="53676" y="27500"/>
                    <a:pt x="55593" y="27500"/>
                    <a:pt x="56871" y="27500"/>
                  </a:cubicBezTo>
                  <a:cubicBezTo>
                    <a:pt x="60066" y="27500"/>
                    <a:pt x="61983" y="29416"/>
                    <a:pt x="64539" y="32608"/>
                  </a:cubicBezTo>
                  <a:cubicBezTo>
                    <a:pt x="65178" y="20478"/>
                    <a:pt x="63899" y="14094"/>
                    <a:pt x="54314" y="10264"/>
                  </a:cubicBezTo>
                  <a:cubicBezTo>
                    <a:pt x="53676" y="10264"/>
                    <a:pt x="53037" y="9625"/>
                    <a:pt x="52398" y="8987"/>
                  </a:cubicBezTo>
                  <a:cubicBezTo>
                    <a:pt x="43452" y="49"/>
                    <a:pt x="30672" y="-2504"/>
                    <a:pt x="19809" y="2603"/>
                  </a:cubicBezTo>
                  <a:cubicBezTo>
                    <a:pt x="8946" y="7072"/>
                    <a:pt x="1917" y="17924"/>
                    <a:pt x="0" y="30692"/>
                  </a:cubicBezTo>
                  <a:cubicBezTo>
                    <a:pt x="2556" y="28777"/>
                    <a:pt x="4473" y="27500"/>
                    <a:pt x="7030" y="27500"/>
                  </a:cubicBezTo>
                  <a:cubicBezTo>
                    <a:pt x="6390" y="27500"/>
                    <a:pt x="7030" y="27500"/>
                    <a:pt x="7030" y="27500"/>
                  </a:cubicBezTo>
                  <a:close/>
                </a:path>
              </a:pathLst>
            </a:custGeom>
            <a:solidFill>
              <a:srgbClr val="00A3E0"/>
            </a:solidFill>
            <a:ln w="6390" cap="flat">
              <a:noFill/>
              <a:prstDash val="solid"/>
              <a:miter/>
            </a:ln>
          </p:spPr>
          <p:txBody>
            <a:bodyPr rtlCol="0" anchor="ctr"/>
            <a:lstStyle/>
            <a:p>
              <a:endParaRPr lang="en-US"/>
            </a:p>
          </p:txBody>
        </p:sp>
        <p:sp>
          <p:nvSpPr>
            <p:cNvPr id="1307" name="Graphic 4">
              <a:extLst>
                <a:ext uri="{FF2B5EF4-FFF2-40B4-BE49-F238E27FC236}">
                  <a16:creationId xmlns:a16="http://schemas.microsoft.com/office/drawing/2014/main" id="{9AEAC224-BCA6-3248-A8F0-D00FFB82A45C}"/>
                </a:ext>
              </a:extLst>
            </p:cNvPr>
            <p:cNvSpPr/>
            <p:nvPr/>
          </p:nvSpPr>
          <p:spPr>
            <a:xfrm>
              <a:off x="8458999" y="4007388"/>
              <a:ext cx="56869" cy="54902"/>
            </a:xfrm>
            <a:custGeom>
              <a:avLst/>
              <a:gdLst>
                <a:gd name="connsiteX0" fmla="*/ 28115 w 56869"/>
                <a:gd name="connsiteY0" fmla="*/ 54902 h 54902"/>
                <a:gd name="connsiteX1" fmla="*/ 42173 w 56869"/>
                <a:gd name="connsiteY1" fmla="*/ 52349 h 54902"/>
                <a:gd name="connsiteX2" fmla="*/ 56870 w 56869"/>
                <a:gd name="connsiteY2" fmla="*/ 21067 h 54902"/>
                <a:gd name="connsiteX3" fmla="*/ 51758 w 56869"/>
                <a:gd name="connsiteY3" fmla="*/ 0 h 54902"/>
                <a:gd name="connsiteX4" fmla="*/ 17891 w 56869"/>
                <a:gd name="connsiteY4" fmla="*/ 5746 h 54902"/>
                <a:gd name="connsiteX5" fmla="*/ 4473 w 56869"/>
                <a:gd name="connsiteY5" fmla="*/ 0 h 54902"/>
                <a:gd name="connsiteX6" fmla="*/ 0 w 56869"/>
                <a:gd name="connsiteY6" fmla="*/ 21067 h 54902"/>
                <a:gd name="connsiteX7" fmla="*/ 14696 w 56869"/>
                <a:gd name="connsiteY7" fmla="*/ 52349 h 54902"/>
                <a:gd name="connsiteX8" fmla="*/ 28115 w 56869"/>
                <a:gd name="connsiteY8" fmla="*/ 54902 h 5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869" h="54902">
                  <a:moveTo>
                    <a:pt x="28115" y="54902"/>
                  </a:moveTo>
                  <a:cubicBezTo>
                    <a:pt x="36422" y="54902"/>
                    <a:pt x="40895" y="52987"/>
                    <a:pt x="42173" y="52349"/>
                  </a:cubicBezTo>
                  <a:cubicBezTo>
                    <a:pt x="46646" y="47880"/>
                    <a:pt x="53675" y="37027"/>
                    <a:pt x="56870" y="21067"/>
                  </a:cubicBezTo>
                  <a:cubicBezTo>
                    <a:pt x="56870" y="16599"/>
                    <a:pt x="54314" y="5746"/>
                    <a:pt x="51758" y="0"/>
                  </a:cubicBezTo>
                  <a:cubicBezTo>
                    <a:pt x="45368" y="3831"/>
                    <a:pt x="33227" y="8299"/>
                    <a:pt x="17891" y="5746"/>
                  </a:cubicBezTo>
                  <a:cubicBezTo>
                    <a:pt x="12780" y="5107"/>
                    <a:pt x="8306" y="1916"/>
                    <a:pt x="4473" y="0"/>
                  </a:cubicBezTo>
                  <a:cubicBezTo>
                    <a:pt x="2555" y="5746"/>
                    <a:pt x="0" y="16599"/>
                    <a:pt x="0" y="21067"/>
                  </a:cubicBezTo>
                  <a:cubicBezTo>
                    <a:pt x="3195" y="36389"/>
                    <a:pt x="10224" y="47880"/>
                    <a:pt x="14696" y="52349"/>
                  </a:cubicBezTo>
                  <a:cubicBezTo>
                    <a:pt x="15335" y="53626"/>
                    <a:pt x="19809" y="54902"/>
                    <a:pt x="28115" y="54902"/>
                  </a:cubicBezTo>
                  <a:close/>
                </a:path>
              </a:pathLst>
            </a:custGeom>
            <a:solidFill>
              <a:srgbClr val="00A3E0"/>
            </a:solidFill>
            <a:ln w="6390" cap="flat">
              <a:noFill/>
              <a:prstDash val="solid"/>
              <a:miter/>
            </a:ln>
          </p:spPr>
          <p:txBody>
            <a:bodyPr rtlCol="0" anchor="ctr"/>
            <a:lstStyle/>
            <a:p>
              <a:endParaRPr lang="en-US"/>
            </a:p>
          </p:txBody>
        </p:sp>
        <p:sp>
          <p:nvSpPr>
            <p:cNvPr id="1308" name="Graphic 4">
              <a:extLst>
                <a:ext uri="{FF2B5EF4-FFF2-40B4-BE49-F238E27FC236}">
                  <a16:creationId xmlns:a16="http://schemas.microsoft.com/office/drawing/2014/main" id="{AEE075C4-2C03-9C45-AF00-469E4AE7D8D8}"/>
                </a:ext>
              </a:extLst>
            </p:cNvPr>
            <p:cNvSpPr/>
            <p:nvPr/>
          </p:nvSpPr>
          <p:spPr>
            <a:xfrm>
              <a:off x="8388869" y="3893753"/>
              <a:ext cx="68052" cy="56817"/>
            </a:xfrm>
            <a:custGeom>
              <a:avLst/>
              <a:gdLst>
                <a:gd name="connsiteX0" fmla="*/ 34346 w 68052"/>
                <a:gd name="connsiteY0" fmla="*/ 56818 h 56817"/>
                <a:gd name="connsiteX1" fmla="*/ 63740 w 68052"/>
                <a:gd name="connsiteY1" fmla="*/ 25536 h 56817"/>
                <a:gd name="connsiteX2" fmla="*/ 63740 w 68052"/>
                <a:gd name="connsiteY2" fmla="*/ 4469 h 56817"/>
                <a:gd name="connsiteX3" fmla="*/ 43931 w 68052"/>
                <a:gd name="connsiteY3" fmla="*/ 4469 h 56817"/>
                <a:gd name="connsiteX4" fmla="*/ 33707 w 68052"/>
                <a:gd name="connsiteY4" fmla="*/ 14683 h 56817"/>
                <a:gd name="connsiteX5" fmla="*/ 23483 w 68052"/>
                <a:gd name="connsiteY5" fmla="*/ 4469 h 56817"/>
                <a:gd name="connsiteX6" fmla="*/ 13898 w 68052"/>
                <a:gd name="connsiteY6" fmla="*/ 0 h 56817"/>
                <a:gd name="connsiteX7" fmla="*/ 4313 w 68052"/>
                <a:gd name="connsiteY7" fmla="*/ 4469 h 56817"/>
                <a:gd name="connsiteX8" fmla="*/ 4313 w 68052"/>
                <a:gd name="connsiteY8" fmla="*/ 25536 h 56817"/>
                <a:gd name="connsiteX9" fmla="*/ 34346 w 68052"/>
                <a:gd name="connsiteY9" fmla="*/ 56818 h 56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8052" h="56817">
                  <a:moveTo>
                    <a:pt x="34346" y="56818"/>
                  </a:moveTo>
                  <a:lnTo>
                    <a:pt x="63740" y="25536"/>
                  </a:lnTo>
                  <a:cubicBezTo>
                    <a:pt x="69490" y="19791"/>
                    <a:pt x="69490" y="10215"/>
                    <a:pt x="63740" y="4469"/>
                  </a:cubicBezTo>
                  <a:cubicBezTo>
                    <a:pt x="58628" y="-1277"/>
                    <a:pt x="49043" y="-1277"/>
                    <a:pt x="43931" y="4469"/>
                  </a:cubicBezTo>
                  <a:lnTo>
                    <a:pt x="33707" y="14683"/>
                  </a:lnTo>
                  <a:lnTo>
                    <a:pt x="23483" y="4469"/>
                  </a:lnTo>
                  <a:cubicBezTo>
                    <a:pt x="20927" y="1915"/>
                    <a:pt x="17093" y="0"/>
                    <a:pt x="13898" y="0"/>
                  </a:cubicBezTo>
                  <a:cubicBezTo>
                    <a:pt x="10064" y="0"/>
                    <a:pt x="6869" y="1277"/>
                    <a:pt x="4313" y="4469"/>
                  </a:cubicBezTo>
                  <a:cubicBezTo>
                    <a:pt x="-1438" y="10215"/>
                    <a:pt x="-1438" y="19791"/>
                    <a:pt x="4313" y="25536"/>
                  </a:cubicBezTo>
                  <a:lnTo>
                    <a:pt x="34346" y="56818"/>
                  </a:lnTo>
                  <a:close/>
                </a:path>
              </a:pathLst>
            </a:custGeom>
            <a:solidFill>
              <a:srgbClr val="00A3E0"/>
            </a:solidFill>
            <a:ln w="6390" cap="flat">
              <a:noFill/>
              <a:prstDash val="solid"/>
              <a:miter/>
            </a:ln>
          </p:spPr>
          <p:txBody>
            <a:bodyPr rtlCol="0" anchor="ctr"/>
            <a:lstStyle/>
            <a:p>
              <a:endParaRPr lang="en-US"/>
            </a:p>
          </p:txBody>
        </p:sp>
        <p:sp>
          <p:nvSpPr>
            <p:cNvPr id="1309" name="Graphic 4">
              <a:extLst>
                <a:ext uri="{FF2B5EF4-FFF2-40B4-BE49-F238E27FC236}">
                  <a16:creationId xmlns:a16="http://schemas.microsoft.com/office/drawing/2014/main" id="{B861AB15-B371-5A42-8EF4-9A8484A5FCD5}"/>
                </a:ext>
              </a:extLst>
            </p:cNvPr>
            <p:cNvSpPr/>
            <p:nvPr/>
          </p:nvSpPr>
          <p:spPr>
            <a:xfrm>
              <a:off x="8312451" y="3979646"/>
              <a:ext cx="84264" cy="97965"/>
            </a:xfrm>
            <a:custGeom>
              <a:avLst/>
              <a:gdLst>
                <a:gd name="connsiteX0" fmla="*/ 2774 w 84264"/>
                <a:gd name="connsiteY0" fmla="*/ 97966 h 97965"/>
                <a:gd name="connsiteX1" fmla="*/ 20666 w 84264"/>
                <a:gd name="connsiteY1" fmla="*/ 92220 h 97965"/>
                <a:gd name="connsiteX2" fmla="*/ 20666 w 84264"/>
                <a:gd name="connsiteY2" fmla="*/ 89666 h 97965"/>
                <a:gd name="connsiteX3" fmla="*/ 5330 w 84264"/>
                <a:gd name="connsiteY3" fmla="*/ 48171 h 97965"/>
                <a:gd name="connsiteX4" fmla="*/ 5330 w 84264"/>
                <a:gd name="connsiteY4" fmla="*/ 46894 h 97965"/>
                <a:gd name="connsiteX5" fmla="*/ 5330 w 84264"/>
                <a:gd name="connsiteY5" fmla="*/ 46255 h 97965"/>
                <a:gd name="connsiteX6" fmla="*/ 5330 w 84264"/>
                <a:gd name="connsiteY6" fmla="*/ 46255 h 97965"/>
                <a:gd name="connsiteX7" fmla="*/ 5969 w 84264"/>
                <a:gd name="connsiteY7" fmla="*/ 44340 h 97965"/>
                <a:gd name="connsiteX8" fmla="*/ 6608 w 84264"/>
                <a:gd name="connsiteY8" fmla="*/ 43702 h 97965"/>
                <a:gd name="connsiteX9" fmla="*/ 7886 w 84264"/>
                <a:gd name="connsiteY9" fmla="*/ 42425 h 97965"/>
                <a:gd name="connsiteX10" fmla="*/ 8525 w 84264"/>
                <a:gd name="connsiteY10" fmla="*/ 41787 h 97965"/>
                <a:gd name="connsiteX11" fmla="*/ 9803 w 84264"/>
                <a:gd name="connsiteY11" fmla="*/ 41148 h 97965"/>
                <a:gd name="connsiteX12" fmla="*/ 11081 w 84264"/>
                <a:gd name="connsiteY12" fmla="*/ 41148 h 97965"/>
                <a:gd name="connsiteX13" fmla="*/ 11719 w 84264"/>
                <a:gd name="connsiteY13" fmla="*/ 41148 h 97965"/>
                <a:gd name="connsiteX14" fmla="*/ 11719 w 84264"/>
                <a:gd name="connsiteY14" fmla="*/ 41148 h 97965"/>
                <a:gd name="connsiteX15" fmla="*/ 12359 w 84264"/>
                <a:gd name="connsiteY15" fmla="*/ 41148 h 97965"/>
                <a:gd name="connsiteX16" fmla="*/ 12998 w 84264"/>
                <a:gd name="connsiteY16" fmla="*/ 41148 h 97965"/>
                <a:gd name="connsiteX17" fmla="*/ 55810 w 84264"/>
                <a:gd name="connsiteY17" fmla="*/ 27104 h 97965"/>
                <a:gd name="connsiteX18" fmla="*/ 59005 w 84264"/>
                <a:gd name="connsiteY18" fmla="*/ 23912 h 97965"/>
                <a:gd name="connsiteX19" fmla="*/ 64756 w 84264"/>
                <a:gd name="connsiteY19" fmla="*/ 23273 h 97965"/>
                <a:gd name="connsiteX20" fmla="*/ 68590 w 84264"/>
                <a:gd name="connsiteY20" fmla="*/ 27742 h 97965"/>
                <a:gd name="connsiteX21" fmla="*/ 78175 w 84264"/>
                <a:gd name="connsiteY21" fmla="*/ 45617 h 97965"/>
                <a:gd name="connsiteX22" fmla="*/ 78175 w 84264"/>
                <a:gd name="connsiteY22" fmla="*/ 45617 h 97965"/>
                <a:gd name="connsiteX23" fmla="*/ 78175 w 84264"/>
                <a:gd name="connsiteY23" fmla="*/ 45617 h 97965"/>
                <a:gd name="connsiteX24" fmla="*/ 78814 w 84264"/>
                <a:gd name="connsiteY24" fmla="*/ 45617 h 97965"/>
                <a:gd name="connsiteX25" fmla="*/ 80092 w 84264"/>
                <a:gd name="connsiteY25" fmla="*/ 46255 h 97965"/>
                <a:gd name="connsiteX26" fmla="*/ 80731 w 84264"/>
                <a:gd name="connsiteY26" fmla="*/ 46894 h 97965"/>
                <a:gd name="connsiteX27" fmla="*/ 82009 w 84264"/>
                <a:gd name="connsiteY27" fmla="*/ 48171 h 97965"/>
                <a:gd name="connsiteX28" fmla="*/ 82009 w 84264"/>
                <a:gd name="connsiteY28" fmla="*/ 48171 h 97965"/>
                <a:gd name="connsiteX29" fmla="*/ 82648 w 84264"/>
                <a:gd name="connsiteY29" fmla="*/ 50086 h 97965"/>
                <a:gd name="connsiteX30" fmla="*/ 82648 w 84264"/>
                <a:gd name="connsiteY30" fmla="*/ 50724 h 97965"/>
                <a:gd name="connsiteX31" fmla="*/ 82648 w 84264"/>
                <a:gd name="connsiteY31" fmla="*/ 52639 h 97965"/>
                <a:gd name="connsiteX32" fmla="*/ 82648 w 84264"/>
                <a:gd name="connsiteY32" fmla="*/ 52639 h 97965"/>
                <a:gd name="connsiteX33" fmla="*/ 82648 w 84264"/>
                <a:gd name="connsiteY33" fmla="*/ 52639 h 97965"/>
                <a:gd name="connsiteX34" fmla="*/ 73063 w 84264"/>
                <a:gd name="connsiteY34" fmla="*/ 82644 h 97965"/>
                <a:gd name="connsiteX35" fmla="*/ 67951 w 84264"/>
                <a:gd name="connsiteY35" fmla="*/ 89028 h 97965"/>
                <a:gd name="connsiteX36" fmla="*/ 67951 w 84264"/>
                <a:gd name="connsiteY36" fmla="*/ 90943 h 97965"/>
                <a:gd name="connsiteX37" fmla="*/ 83926 w 84264"/>
                <a:gd name="connsiteY37" fmla="*/ 96050 h 97965"/>
                <a:gd name="connsiteX38" fmla="*/ 82009 w 84264"/>
                <a:gd name="connsiteY38" fmla="*/ 67961 h 97965"/>
                <a:gd name="connsiteX39" fmla="*/ 75619 w 84264"/>
                <a:gd name="connsiteY39" fmla="*/ 16251 h 97965"/>
                <a:gd name="connsiteX40" fmla="*/ 61561 w 84264"/>
                <a:gd name="connsiteY40" fmla="*/ 6675 h 97965"/>
                <a:gd name="connsiteX41" fmla="*/ 57089 w 84264"/>
                <a:gd name="connsiteY41" fmla="*/ 4760 h 97965"/>
                <a:gd name="connsiteX42" fmla="*/ 36640 w 84264"/>
                <a:gd name="connsiteY42" fmla="*/ 291 h 97965"/>
                <a:gd name="connsiteX43" fmla="*/ 9803 w 84264"/>
                <a:gd name="connsiteY43" fmla="*/ 17528 h 97965"/>
                <a:gd name="connsiteX44" fmla="*/ 2135 w 84264"/>
                <a:gd name="connsiteY44" fmla="*/ 69876 h 97965"/>
                <a:gd name="connsiteX45" fmla="*/ 2774 w 84264"/>
                <a:gd name="connsiteY45" fmla="*/ 97966 h 97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84264" h="97965">
                  <a:moveTo>
                    <a:pt x="2774" y="97966"/>
                  </a:moveTo>
                  <a:cubicBezTo>
                    <a:pt x="9803" y="95412"/>
                    <a:pt x="16193" y="93497"/>
                    <a:pt x="20666" y="92220"/>
                  </a:cubicBezTo>
                  <a:cubicBezTo>
                    <a:pt x="20666" y="90943"/>
                    <a:pt x="20666" y="90305"/>
                    <a:pt x="20666" y="89666"/>
                  </a:cubicBezTo>
                  <a:cubicBezTo>
                    <a:pt x="10442" y="79452"/>
                    <a:pt x="5330" y="63492"/>
                    <a:pt x="5330" y="48171"/>
                  </a:cubicBezTo>
                  <a:cubicBezTo>
                    <a:pt x="5330" y="47532"/>
                    <a:pt x="5330" y="47532"/>
                    <a:pt x="5330" y="46894"/>
                  </a:cubicBezTo>
                  <a:cubicBezTo>
                    <a:pt x="5330" y="46894"/>
                    <a:pt x="5330" y="46894"/>
                    <a:pt x="5330" y="46255"/>
                  </a:cubicBezTo>
                  <a:cubicBezTo>
                    <a:pt x="5330" y="46255"/>
                    <a:pt x="5330" y="46255"/>
                    <a:pt x="5330" y="46255"/>
                  </a:cubicBezTo>
                  <a:cubicBezTo>
                    <a:pt x="5330" y="45617"/>
                    <a:pt x="5969" y="44979"/>
                    <a:pt x="5969" y="44340"/>
                  </a:cubicBezTo>
                  <a:cubicBezTo>
                    <a:pt x="5969" y="44340"/>
                    <a:pt x="5969" y="43702"/>
                    <a:pt x="6608" y="43702"/>
                  </a:cubicBezTo>
                  <a:cubicBezTo>
                    <a:pt x="7247" y="43063"/>
                    <a:pt x="7247" y="43063"/>
                    <a:pt x="7886" y="42425"/>
                  </a:cubicBezTo>
                  <a:cubicBezTo>
                    <a:pt x="7886" y="42425"/>
                    <a:pt x="8525" y="41787"/>
                    <a:pt x="8525" y="41787"/>
                  </a:cubicBezTo>
                  <a:cubicBezTo>
                    <a:pt x="9164" y="41787"/>
                    <a:pt x="9164" y="41148"/>
                    <a:pt x="9803" y="41148"/>
                  </a:cubicBezTo>
                  <a:cubicBezTo>
                    <a:pt x="10442" y="41148"/>
                    <a:pt x="10442" y="41148"/>
                    <a:pt x="11081" y="41148"/>
                  </a:cubicBezTo>
                  <a:cubicBezTo>
                    <a:pt x="11081" y="41148"/>
                    <a:pt x="11081" y="41148"/>
                    <a:pt x="11719" y="41148"/>
                  </a:cubicBezTo>
                  <a:cubicBezTo>
                    <a:pt x="11719" y="41148"/>
                    <a:pt x="11719" y="41148"/>
                    <a:pt x="11719" y="41148"/>
                  </a:cubicBezTo>
                  <a:cubicBezTo>
                    <a:pt x="11719" y="41148"/>
                    <a:pt x="12359" y="41148"/>
                    <a:pt x="12359" y="41148"/>
                  </a:cubicBezTo>
                  <a:cubicBezTo>
                    <a:pt x="12359" y="41148"/>
                    <a:pt x="12998" y="41148"/>
                    <a:pt x="12998" y="41148"/>
                  </a:cubicBezTo>
                  <a:cubicBezTo>
                    <a:pt x="34724" y="46255"/>
                    <a:pt x="49420" y="33488"/>
                    <a:pt x="55810" y="27104"/>
                  </a:cubicBezTo>
                  <a:cubicBezTo>
                    <a:pt x="57089" y="25827"/>
                    <a:pt x="58366" y="24550"/>
                    <a:pt x="59005" y="23912"/>
                  </a:cubicBezTo>
                  <a:cubicBezTo>
                    <a:pt x="60922" y="22635"/>
                    <a:pt x="62839" y="22635"/>
                    <a:pt x="64756" y="23273"/>
                  </a:cubicBezTo>
                  <a:cubicBezTo>
                    <a:pt x="66674" y="23912"/>
                    <a:pt x="67951" y="25827"/>
                    <a:pt x="68590" y="27742"/>
                  </a:cubicBezTo>
                  <a:cubicBezTo>
                    <a:pt x="71146" y="36041"/>
                    <a:pt x="76258" y="44979"/>
                    <a:pt x="78175" y="45617"/>
                  </a:cubicBezTo>
                  <a:cubicBezTo>
                    <a:pt x="78175" y="45617"/>
                    <a:pt x="78175" y="45617"/>
                    <a:pt x="78175" y="45617"/>
                  </a:cubicBezTo>
                  <a:cubicBezTo>
                    <a:pt x="78175" y="45617"/>
                    <a:pt x="78175" y="45617"/>
                    <a:pt x="78175" y="45617"/>
                  </a:cubicBezTo>
                  <a:cubicBezTo>
                    <a:pt x="78175" y="45617"/>
                    <a:pt x="78814" y="45617"/>
                    <a:pt x="78814" y="45617"/>
                  </a:cubicBezTo>
                  <a:cubicBezTo>
                    <a:pt x="79453" y="45617"/>
                    <a:pt x="80092" y="45617"/>
                    <a:pt x="80092" y="46255"/>
                  </a:cubicBezTo>
                  <a:cubicBezTo>
                    <a:pt x="80092" y="46255"/>
                    <a:pt x="80092" y="46255"/>
                    <a:pt x="80731" y="46894"/>
                  </a:cubicBezTo>
                  <a:cubicBezTo>
                    <a:pt x="81370" y="47532"/>
                    <a:pt x="82009" y="47532"/>
                    <a:pt x="82009" y="48171"/>
                  </a:cubicBezTo>
                  <a:cubicBezTo>
                    <a:pt x="82009" y="48171"/>
                    <a:pt x="82009" y="48171"/>
                    <a:pt x="82009" y="48171"/>
                  </a:cubicBezTo>
                  <a:cubicBezTo>
                    <a:pt x="82648" y="48809"/>
                    <a:pt x="82648" y="49447"/>
                    <a:pt x="82648" y="50086"/>
                  </a:cubicBezTo>
                  <a:cubicBezTo>
                    <a:pt x="82648" y="50086"/>
                    <a:pt x="82648" y="50086"/>
                    <a:pt x="82648" y="50724"/>
                  </a:cubicBezTo>
                  <a:cubicBezTo>
                    <a:pt x="82648" y="51363"/>
                    <a:pt x="82648" y="52001"/>
                    <a:pt x="82648" y="52639"/>
                  </a:cubicBezTo>
                  <a:cubicBezTo>
                    <a:pt x="82648" y="52639"/>
                    <a:pt x="82648" y="52639"/>
                    <a:pt x="82648" y="52639"/>
                  </a:cubicBezTo>
                  <a:cubicBezTo>
                    <a:pt x="82648" y="52639"/>
                    <a:pt x="82648" y="52639"/>
                    <a:pt x="82648" y="52639"/>
                  </a:cubicBezTo>
                  <a:cubicBezTo>
                    <a:pt x="81370" y="62215"/>
                    <a:pt x="77536" y="75622"/>
                    <a:pt x="73063" y="82644"/>
                  </a:cubicBezTo>
                  <a:cubicBezTo>
                    <a:pt x="71146" y="85198"/>
                    <a:pt x="69869" y="87113"/>
                    <a:pt x="67951" y="89028"/>
                  </a:cubicBezTo>
                  <a:cubicBezTo>
                    <a:pt x="67951" y="89666"/>
                    <a:pt x="67951" y="90305"/>
                    <a:pt x="67951" y="90943"/>
                  </a:cubicBezTo>
                  <a:cubicBezTo>
                    <a:pt x="71785" y="91582"/>
                    <a:pt x="77536" y="93497"/>
                    <a:pt x="83926" y="96050"/>
                  </a:cubicBezTo>
                  <a:cubicBezTo>
                    <a:pt x="80731" y="86474"/>
                    <a:pt x="80092" y="75622"/>
                    <a:pt x="82009" y="67961"/>
                  </a:cubicBezTo>
                  <a:cubicBezTo>
                    <a:pt x="87760" y="39233"/>
                    <a:pt x="81370" y="23912"/>
                    <a:pt x="75619" y="16251"/>
                  </a:cubicBezTo>
                  <a:cubicBezTo>
                    <a:pt x="69869" y="8590"/>
                    <a:pt x="62839" y="6675"/>
                    <a:pt x="61561" y="6675"/>
                  </a:cubicBezTo>
                  <a:cubicBezTo>
                    <a:pt x="59644" y="6675"/>
                    <a:pt x="58366" y="6036"/>
                    <a:pt x="57089" y="4760"/>
                  </a:cubicBezTo>
                  <a:cubicBezTo>
                    <a:pt x="54533" y="2206"/>
                    <a:pt x="46864" y="-986"/>
                    <a:pt x="36640" y="291"/>
                  </a:cubicBezTo>
                  <a:cubicBezTo>
                    <a:pt x="25139" y="1568"/>
                    <a:pt x="16193" y="7313"/>
                    <a:pt x="9803" y="17528"/>
                  </a:cubicBezTo>
                  <a:cubicBezTo>
                    <a:pt x="218" y="31572"/>
                    <a:pt x="-2338" y="52639"/>
                    <a:pt x="2135" y="69876"/>
                  </a:cubicBezTo>
                  <a:cubicBezTo>
                    <a:pt x="6608" y="80729"/>
                    <a:pt x="5330" y="90305"/>
                    <a:pt x="2774" y="97966"/>
                  </a:cubicBezTo>
                  <a:close/>
                </a:path>
              </a:pathLst>
            </a:custGeom>
            <a:solidFill>
              <a:srgbClr val="00A3E0"/>
            </a:solidFill>
            <a:ln w="6390" cap="flat">
              <a:noFill/>
              <a:prstDash val="solid"/>
              <a:miter/>
            </a:ln>
          </p:spPr>
          <p:txBody>
            <a:bodyPr rtlCol="0" anchor="ctr"/>
            <a:lstStyle/>
            <a:p>
              <a:endParaRPr lang="en-US"/>
            </a:p>
          </p:txBody>
        </p:sp>
        <p:sp>
          <p:nvSpPr>
            <p:cNvPr id="1310" name="Graphic 4">
              <a:extLst>
                <a:ext uri="{FF2B5EF4-FFF2-40B4-BE49-F238E27FC236}">
                  <a16:creationId xmlns:a16="http://schemas.microsoft.com/office/drawing/2014/main" id="{A874B4BE-AB1D-AA4E-8346-93D814666426}"/>
                </a:ext>
              </a:extLst>
            </p:cNvPr>
            <p:cNvSpPr/>
            <p:nvPr/>
          </p:nvSpPr>
          <p:spPr>
            <a:xfrm>
              <a:off x="8345257" y="4076973"/>
              <a:ext cx="24282" cy="25535"/>
            </a:xfrm>
            <a:custGeom>
              <a:avLst/>
              <a:gdLst>
                <a:gd name="connsiteX0" fmla="*/ 12780 w 24282"/>
                <a:gd name="connsiteY0" fmla="*/ 2554 h 25535"/>
                <a:gd name="connsiteX1" fmla="*/ 0 w 24282"/>
                <a:gd name="connsiteY1" fmla="*/ 0 h 25535"/>
                <a:gd name="connsiteX2" fmla="*/ 12780 w 24282"/>
                <a:gd name="connsiteY2" fmla="*/ 25536 h 25535"/>
                <a:gd name="connsiteX3" fmla="*/ 24282 w 24282"/>
                <a:gd name="connsiteY3" fmla="*/ 0 h 25535"/>
                <a:gd name="connsiteX4" fmla="*/ 12780 w 24282"/>
                <a:gd name="connsiteY4" fmla="*/ 2554 h 25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82" h="25535">
                  <a:moveTo>
                    <a:pt x="12780" y="2554"/>
                  </a:moveTo>
                  <a:cubicBezTo>
                    <a:pt x="8307" y="2554"/>
                    <a:pt x="3834" y="1915"/>
                    <a:pt x="0" y="0"/>
                  </a:cubicBezTo>
                  <a:cubicBezTo>
                    <a:pt x="2556" y="12768"/>
                    <a:pt x="8307" y="25536"/>
                    <a:pt x="12780" y="25536"/>
                  </a:cubicBezTo>
                  <a:cubicBezTo>
                    <a:pt x="17253" y="25536"/>
                    <a:pt x="22365" y="12768"/>
                    <a:pt x="24282" y="0"/>
                  </a:cubicBezTo>
                  <a:cubicBezTo>
                    <a:pt x="21087" y="1915"/>
                    <a:pt x="17253" y="2554"/>
                    <a:pt x="12780" y="2554"/>
                  </a:cubicBezTo>
                  <a:close/>
                </a:path>
              </a:pathLst>
            </a:custGeom>
            <a:solidFill>
              <a:srgbClr val="00A3E0"/>
            </a:solidFill>
            <a:ln w="6390" cap="flat">
              <a:noFill/>
              <a:prstDash val="solid"/>
              <a:miter/>
            </a:ln>
          </p:spPr>
          <p:txBody>
            <a:bodyPr rtlCol="0" anchor="ctr"/>
            <a:lstStyle/>
            <a:p>
              <a:endParaRPr lang="en-US"/>
            </a:p>
          </p:txBody>
        </p:sp>
        <p:sp>
          <p:nvSpPr>
            <p:cNvPr id="1311" name="Graphic 4">
              <a:extLst>
                <a:ext uri="{FF2B5EF4-FFF2-40B4-BE49-F238E27FC236}">
                  <a16:creationId xmlns:a16="http://schemas.microsoft.com/office/drawing/2014/main" id="{39F12727-F4EA-2344-9B02-324BBED1CAF4}"/>
                </a:ext>
              </a:extLst>
            </p:cNvPr>
            <p:cNvSpPr/>
            <p:nvPr/>
          </p:nvSpPr>
          <p:spPr>
            <a:xfrm>
              <a:off x="8239823" y="3824168"/>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0 w 361674"/>
                <a:gd name="connsiteY3" fmla="*/ 180667 h 361333"/>
                <a:gd name="connsiteX4" fmla="*/ 180836 w 361674"/>
                <a:gd name="connsiteY4" fmla="*/ 0 h 361333"/>
                <a:gd name="connsiteX5" fmla="*/ 144412 w 361674"/>
                <a:gd name="connsiteY5" fmla="*/ 65116 h 361333"/>
                <a:gd name="connsiteX6" fmla="*/ 163582 w 361674"/>
                <a:gd name="connsiteY6" fmla="*/ 56817 h 361333"/>
                <a:gd name="connsiteX7" fmla="*/ 182752 w 361674"/>
                <a:gd name="connsiteY7" fmla="*/ 65116 h 361333"/>
                <a:gd name="connsiteX8" fmla="*/ 183391 w 361674"/>
                <a:gd name="connsiteY8" fmla="*/ 65755 h 361333"/>
                <a:gd name="connsiteX9" fmla="*/ 184031 w 361674"/>
                <a:gd name="connsiteY9" fmla="*/ 65116 h 361333"/>
                <a:gd name="connsiteX10" fmla="*/ 203200 w 361674"/>
                <a:gd name="connsiteY10" fmla="*/ 56817 h 361333"/>
                <a:gd name="connsiteX11" fmla="*/ 222370 w 361674"/>
                <a:gd name="connsiteY11" fmla="*/ 65116 h 361333"/>
                <a:gd name="connsiteX12" fmla="*/ 222370 w 361674"/>
                <a:gd name="connsiteY12" fmla="*/ 104059 h 361333"/>
                <a:gd name="connsiteX13" fmla="*/ 190420 w 361674"/>
                <a:gd name="connsiteY13" fmla="*/ 137894 h 361333"/>
                <a:gd name="connsiteX14" fmla="*/ 184669 w 361674"/>
                <a:gd name="connsiteY14" fmla="*/ 140448 h 361333"/>
                <a:gd name="connsiteX15" fmla="*/ 184669 w 361674"/>
                <a:gd name="connsiteY15" fmla="*/ 140448 h 361333"/>
                <a:gd name="connsiteX16" fmla="*/ 184031 w 361674"/>
                <a:gd name="connsiteY16" fmla="*/ 140448 h 361333"/>
                <a:gd name="connsiteX17" fmla="*/ 182752 w 361674"/>
                <a:gd name="connsiteY17" fmla="*/ 140448 h 361333"/>
                <a:gd name="connsiteX18" fmla="*/ 177001 w 361674"/>
                <a:gd name="connsiteY18" fmla="*/ 137894 h 361333"/>
                <a:gd name="connsiteX19" fmla="*/ 145051 w 361674"/>
                <a:gd name="connsiteY19" fmla="*/ 104059 h 361333"/>
                <a:gd name="connsiteX20" fmla="*/ 144412 w 361674"/>
                <a:gd name="connsiteY20" fmla="*/ 65116 h 361333"/>
                <a:gd name="connsiteX21" fmla="*/ 307995 w 361674"/>
                <a:gd name="connsiteY21" fmla="*/ 263658 h 361333"/>
                <a:gd name="connsiteX22" fmla="*/ 299049 w 361674"/>
                <a:gd name="connsiteY22" fmla="*/ 266212 h 361333"/>
                <a:gd name="connsiteX23" fmla="*/ 281157 w 361674"/>
                <a:gd name="connsiteY23" fmla="*/ 258551 h 361333"/>
                <a:gd name="connsiteX24" fmla="*/ 276045 w 361674"/>
                <a:gd name="connsiteY24" fmla="*/ 268766 h 361333"/>
                <a:gd name="connsiteX25" fmla="*/ 247930 w 361674"/>
                <a:gd name="connsiteY25" fmla="*/ 278980 h 361333"/>
                <a:gd name="connsiteX26" fmla="*/ 219814 w 361674"/>
                <a:gd name="connsiteY26" fmla="*/ 268766 h 361333"/>
                <a:gd name="connsiteX27" fmla="*/ 214702 w 361674"/>
                <a:gd name="connsiteY27" fmla="*/ 258551 h 361333"/>
                <a:gd name="connsiteX28" fmla="*/ 185947 w 361674"/>
                <a:gd name="connsiteY28" fmla="*/ 273873 h 361333"/>
                <a:gd name="connsiteX29" fmla="*/ 178279 w 361674"/>
                <a:gd name="connsiteY29" fmla="*/ 274511 h 361333"/>
                <a:gd name="connsiteX30" fmla="*/ 175723 w 361674"/>
                <a:gd name="connsiteY30" fmla="*/ 273873 h 361333"/>
                <a:gd name="connsiteX31" fmla="*/ 142496 w 361674"/>
                <a:gd name="connsiteY31" fmla="*/ 260466 h 361333"/>
                <a:gd name="connsiteX32" fmla="*/ 118853 w 361674"/>
                <a:gd name="connsiteY32" fmla="*/ 291748 h 361333"/>
                <a:gd name="connsiteX33" fmla="*/ 94571 w 361674"/>
                <a:gd name="connsiteY33" fmla="*/ 260466 h 361333"/>
                <a:gd name="connsiteX34" fmla="*/ 67094 w 361674"/>
                <a:gd name="connsiteY34" fmla="*/ 270681 h 361333"/>
                <a:gd name="connsiteX35" fmla="*/ 65817 w 361674"/>
                <a:gd name="connsiteY35" fmla="*/ 271319 h 361333"/>
                <a:gd name="connsiteX36" fmla="*/ 61343 w 361674"/>
                <a:gd name="connsiteY36" fmla="*/ 273234 h 361333"/>
                <a:gd name="connsiteX37" fmla="*/ 56871 w 361674"/>
                <a:gd name="connsiteY37" fmla="*/ 271319 h 361333"/>
                <a:gd name="connsiteX38" fmla="*/ 56232 w 361674"/>
                <a:gd name="connsiteY38" fmla="*/ 262382 h 361333"/>
                <a:gd name="connsiteX39" fmla="*/ 63899 w 361674"/>
                <a:gd name="connsiteY39" fmla="*/ 229185 h 361333"/>
                <a:gd name="connsiteX40" fmla="*/ 72845 w 361674"/>
                <a:gd name="connsiteY40" fmla="*/ 165984 h 361333"/>
                <a:gd name="connsiteX41" fmla="*/ 109268 w 361674"/>
                <a:gd name="connsiteY41" fmla="*/ 143001 h 361333"/>
                <a:gd name="connsiteX42" fmla="*/ 139301 w 361674"/>
                <a:gd name="connsiteY42" fmla="*/ 150024 h 361333"/>
                <a:gd name="connsiteX43" fmla="*/ 160387 w 361674"/>
                <a:gd name="connsiteY43" fmla="*/ 163430 h 361333"/>
                <a:gd name="connsiteX44" fmla="*/ 169972 w 361674"/>
                <a:gd name="connsiteY44" fmla="*/ 225993 h 361333"/>
                <a:gd name="connsiteX45" fmla="*/ 178279 w 361674"/>
                <a:gd name="connsiteY45" fmla="*/ 259828 h 361333"/>
                <a:gd name="connsiteX46" fmla="*/ 180836 w 361674"/>
                <a:gd name="connsiteY46" fmla="*/ 261105 h 361333"/>
                <a:gd name="connsiteX47" fmla="*/ 215980 w 361674"/>
                <a:gd name="connsiteY47" fmla="*/ 243868 h 361333"/>
                <a:gd name="connsiteX48" fmla="*/ 218536 w 361674"/>
                <a:gd name="connsiteY48" fmla="*/ 234930 h 361333"/>
                <a:gd name="connsiteX49" fmla="*/ 207673 w 361674"/>
                <a:gd name="connsiteY49" fmla="*/ 206841 h 361333"/>
                <a:gd name="connsiteX50" fmla="*/ 203839 w 361674"/>
                <a:gd name="connsiteY50" fmla="*/ 177475 h 361333"/>
                <a:gd name="connsiteX51" fmla="*/ 231315 w 361674"/>
                <a:gd name="connsiteY51" fmla="*/ 130872 h 361333"/>
                <a:gd name="connsiteX52" fmla="*/ 276685 w 361674"/>
                <a:gd name="connsiteY52" fmla="*/ 139171 h 361333"/>
                <a:gd name="connsiteX53" fmla="*/ 293298 w 361674"/>
                <a:gd name="connsiteY53" fmla="*/ 178113 h 361333"/>
                <a:gd name="connsiteX54" fmla="*/ 293298 w 361674"/>
                <a:gd name="connsiteY54" fmla="*/ 180028 h 361333"/>
                <a:gd name="connsiteX55" fmla="*/ 289464 w 361674"/>
                <a:gd name="connsiteY55" fmla="*/ 206841 h 361333"/>
                <a:gd name="connsiteX56" fmla="*/ 277962 w 361674"/>
                <a:gd name="connsiteY56" fmla="*/ 235569 h 361333"/>
                <a:gd name="connsiteX57" fmla="*/ 280518 w 361674"/>
                <a:gd name="connsiteY57" fmla="*/ 244506 h 361333"/>
                <a:gd name="connsiteX58" fmla="*/ 306078 w 361674"/>
                <a:gd name="connsiteY58" fmla="*/ 255359 h 361333"/>
                <a:gd name="connsiteX59" fmla="*/ 307995 w 361674"/>
                <a:gd name="connsiteY59" fmla="*/ 26365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61674" h="361333">
                  <a:moveTo>
                    <a:pt x="180836" y="0"/>
                  </a:moveTo>
                  <a:cubicBezTo>
                    <a:pt x="80513" y="0"/>
                    <a:pt x="0" y="81076"/>
                    <a:pt x="0" y="180667"/>
                  </a:cubicBezTo>
                  <a:cubicBezTo>
                    <a:pt x="0" y="280895"/>
                    <a:pt x="81152" y="361333"/>
                    <a:pt x="180836" y="361333"/>
                  </a:cubicBezTo>
                  <a:cubicBezTo>
                    <a:pt x="280518" y="361333"/>
                    <a:pt x="361670" y="280257"/>
                    <a:pt x="361670" y="180667"/>
                  </a:cubicBezTo>
                  <a:cubicBezTo>
                    <a:pt x="362309" y="81076"/>
                    <a:pt x="281157" y="0"/>
                    <a:pt x="180836" y="0"/>
                  </a:cubicBezTo>
                  <a:close/>
                  <a:moveTo>
                    <a:pt x="144412" y="65116"/>
                  </a:moveTo>
                  <a:cubicBezTo>
                    <a:pt x="149525" y="60009"/>
                    <a:pt x="156553" y="56817"/>
                    <a:pt x="163582" y="56817"/>
                  </a:cubicBezTo>
                  <a:cubicBezTo>
                    <a:pt x="170611" y="56817"/>
                    <a:pt x="177641" y="60009"/>
                    <a:pt x="182752" y="65116"/>
                  </a:cubicBezTo>
                  <a:lnTo>
                    <a:pt x="183391" y="65755"/>
                  </a:lnTo>
                  <a:lnTo>
                    <a:pt x="184031" y="65116"/>
                  </a:lnTo>
                  <a:cubicBezTo>
                    <a:pt x="189142" y="60009"/>
                    <a:pt x="196171" y="56817"/>
                    <a:pt x="203200" y="56817"/>
                  </a:cubicBezTo>
                  <a:cubicBezTo>
                    <a:pt x="210229" y="56817"/>
                    <a:pt x="217258" y="60009"/>
                    <a:pt x="222370" y="65116"/>
                  </a:cubicBezTo>
                  <a:cubicBezTo>
                    <a:pt x="232594" y="75969"/>
                    <a:pt x="232594" y="93206"/>
                    <a:pt x="222370" y="104059"/>
                  </a:cubicBezTo>
                  <a:lnTo>
                    <a:pt x="190420" y="137894"/>
                  </a:lnTo>
                  <a:cubicBezTo>
                    <a:pt x="189142" y="139809"/>
                    <a:pt x="186586" y="140448"/>
                    <a:pt x="184669" y="140448"/>
                  </a:cubicBezTo>
                  <a:lnTo>
                    <a:pt x="184669" y="140448"/>
                  </a:lnTo>
                  <a:cubicBezTo>
                    <a:pt x="184669" y="140448"/>
                    <a:pt x="184031" y="140448"/>
                    <a:pt x="184031" y="140448"/>
                  </a:cubicBezTo>
                  <a:lnTo>
                    <a:pt x="182752" y="140448"/>
                  </a:lnTo>
                  <a:cubicBezTo>
                    <a:pt x="180196" y="140448"/>
                    <a:pt x="178279" y="139171"/>
                    <a:pt x="177001" y="137894"/>
                  </a:cubicBezTo>
                  <a:lnTo>
                    <a:pt x="145051" y="104059"/>
                  </a:lnTo>
                  <a:cubicBezTo>
                    <a:pt x="134189" y="93206"/>
                    <a:pt x="134189" y="75969"/>
                    <a:pt x="144412" y="65116"/>
                  </a:cubicBezTo>
                  <a:close/>
                  <a:moveTo>
                    <a:pt x="307995" y="263658"/>
                  </a:moveTo>
                  <a:cubicBezTo>
                    <a:pt x="306078" y="266850"/>
                    <a:pt x="302244" y="268127"/>
                    <a:pt x="299049" y="266212"/>
                  </a:cubicBezTo>
                  <a:cubicBezTo>
                    <a:pt x="292659" y="263020"/>
                    <a:pt x="286270" y="260466"/>
                    <a:pt x="281157" y="258551"/>
                  </a:cubicBezTo>
                  <a:cubicBezTo>
                    <a:pt x="280518" y="261743"/>
                    <a:pt x="278601" y="265574"/>
                    <a:pt x="276045" y="268766"/>
                  </a:cubicBezTo>
                  <a:cubicBezTo>
                    <a:pt x="270295" y="275788"/>
                    <a:pt x="260710" y="278980"/>
                    <a:pt x="247930" y="278980"/>
                  </a:cubicBezTo>
                  <a:cubicBezTo>
                    <a:pt x="235150" y="278980"/>
                    <a:pt x="225565" y="275149"/>
                    <a:pt x="219814" y="268766"/>
                  </a:cubicBezTo>
                  <a:cubicBezTo>
                    <a:pt x="217258" y="265574"/>
                    <a:pt x="215341" y="261743"/>
                    <a:pt x="214702" y="258551"/>
                  </a:cubicBezTo>
                  <a:cubicBezTo>
                    <a:pt x="206395" y="261743"/>
                    <a:pt x="192976" y="266850"/>
                    <a:pt x="185947" y="273873"/>
                  </a:cubicBezTo>
                  <a:cubicBezTo>
                    <a:pt x="184031" y="275788"/>
                    <a:pt x="180836" y="275788"/>
                    <a:pt x="178279" y="274511"/>
                  </a:cubicBezTo>
                  <a:cubicBezTo>
                    <a:pt x="177641" y="274511"/>
                    <a:pt x="177001" y="273873"/>
                    <a:pt x="175723" y="273873"/>
                  </a:cubicBezTo>
                  <a:cubicBezTo>
                    <a:pt x="166138" y="267489"/>
                    <a:pt x="150802" y="262382"/>
                    <a:pt x="142496" y="260466"/>
                  </a:cubicBezTo>
                  <a:cubicBezTo>
                    <a:pt x="139940" y="271958"/>
                    <a:pt x="134189" y="291748"/>
                    <a:pt x="118853" y="291748"/>
                  </a:cubicBezTo>
                  <a:cubicBezTo>
                    <a:pt x="104156" y="291748"/>
                    <a:pt x="97127" y="271958"/>
                    <a:pt x="94571" y="260466"/>
                  </a:cubicBezTo>
                  <a:cubicBezTo>
                    <a:pt x="87542" y="262382"/>
                    <a:pt x="76040" y="266212"/>
                    <a:pt x="67094" y="270681"/>
                  </a:cubicBezTo>
                  <a:cubicBezTo>
                    <a:pt x="66456" y="270681"/>
                    <a:pt x="65817" y="271319"/>
                    <a:pt x="65817" y="271319"/>
                  </a:cubicBezTo>
                  <a:cubicBezTo>
                    <a:pt x="64538" y="272596"/>
                    <a:pt x="63261" y="273234"/>
                    <a:pt x="61343" y="273234"/>
                  </a:cubicBezTo>
                  <a:cubicBezTo>
                    <a:pt x="60066" y="273234"/>
                    <a:pt x="58148" y="272596"/>
                    <a:pt x="56871" y="271319"/>
                  </a:cubicBezTo>
                  <a:cubicBezTo>
                    <a:pt x="54314" y="268766"/>
                    <a:pt x="54314" y="264935"/>
                    <a:pt x="56232" y="262382"/>
                  </a:cubicBezTo>
                  <a:cubicBezTo>
                    <a:pt x="56871" y="261743"/>
                    <a:pt x="69012" y="247698"/>
                    <a:pt x="63899" y="229185"/>
                  </a:cubicBezTo>
                  <a:cubicBezTo>
                    <a:pt x="58148" y="208118"/>
                    <a:pt x="61343" y="183220"/>
                    <a:pt x="72845" y="165984"/>
                  </a:cubicBezTo>
                  <a:cubicBezTo>
                    <a:pt x="81792" y="153216"/>
                    <a:pt x="93932" y="144916"/>
                    <a:pt x="109268" y="143001"/>
                  </a:cubicBezTo>
                  <a:cubicBezTo>
                    <a:pt x="123326" y="141086"/>
                    <a:pt x="133550" y="144916"/>
                    <a:pt x="139301" y="150024"/>
                  </a:cubicBezTo>
                  <a:cubicBezTo>
                    <a:pt x="144412" y="151300"/>
                    <a:pt x="153358" y="154492"/>
                    <a:pt x="160387" y="163430"/>
                  </a:cubicBezTo>
                  <a:cubicBezTo>
                    <a:pt x="168056" y="173006"/>
                    <a:pt x="176362" y="192158"/>
                    <a:pt x="169972" y="225993"/>
                  </a:cubicBezTo>
                  <a:cubicBezTo>
                    <a:pt x="168056" y="235569"/>
                    <a:pt x="169972" y="249614"/>
                    <a:pt x="178279" y="259828"/>
                  </a:cubicBezTo>
                  <a:cubicBezTo>
                    <a:pt x="178918" y="260466"/>
                    <a:pt x="180196" y="261105"/>
                    <a:pt x="180836" y="261105"/>
                  </a:cubicBezTo>
                  <a:cubicBezTo>
                    <a:pt x="192337" y="252167"/>
                    <a:pt x="209590" y="246422"/>
                    <a:pt x="215980" y="243868"/>
                  </a:cubicBezTo>
                  <a:cubicBezTo>
                    <a:pt x="217258" y="241314"/>
                    <a:pt x="217897" y="237484"/>
                    <a:pt x="218536" y="234930"/>
                  </a:cubicBezTo>
                  <a:cubicBezTo>
                    <a:pt x="214702" y="228546"/>
                    <a:pt x="210229" y="219609"/>
                    <a:pt x="207673" y="206841"/>
                  </a:cubicBezTo>
                  <a:cubicBezTo>
                    <a:pt x="207034" y="205564"/>
                    <a:pt x="203839" y="194711"/>
                    <a:pt x="203839" y="177475"/>
                  </a:cubicBezTo>
                  <a:cubicBezTo>
                    <a:pt x="203839" y="155769"/>
                    <a:pt x="214063" y="137894"/>
                    <a:pt x="231315" y="130872"/>
                  </a:cubicBezTo>
                  <a:cubicBezTo>
                    <a:pt x="246651" y="124488"/>
                    <a:pt x="263905" y="127680"/>
                    <a:pt x="276685" y="139171"/>
                  </a:cubicBezTo>
                  <a:cubicBezTo>
                    <a:pt x="294576" y="147470"/>
                    <a:pt x="293937" y="163430"/>
                    <a:pt x="293298" y="178113"/>
                  </a:cubicBezTo>
                  <a:lnTo>
                    <a:pt x="293298" y="180028"/>
                  </a:lnTo>
                  <a:cubicBezTo>
                    <a:pt x="292659" y="195988"/>
                    <a:pt x="289464" y="206203"/>
                    <a:pt x="289464" y="206841"/>
                  </a:cubicBezTo>
                  <a:cubicBezTo>
                    <a:pt x="286270" y="220247"/>
                    <a:pt x="281796" y="229185"/>
                    <a:pt x="277962" y="235569"/>
                  </a:cubicBezTo>
                  <a:cubicBezTo>
                    <a:pt x="278601" y="238122"/>
                    <a:pt x="279880" y="241953"/>
                    <a:pt x="280518" y="244506"/>
                  </a:cubicBezTo>
                  <a:cubicBezTo>
                    <a:pt x="284991" y="245783"/>
                    <a:pt x="295854" y="249614"/>
                    <a:pt x="306078" y="255359"/>
                  </a:cubicBezTo>
                  <a:cubicBezTo>
                    <a:pt x="308634" y="256636"/>
                    <a:pt x="309273" y="260466"/>
                    <a:pt x="307995" y="263658"/>
                  </a:cubicBezTo>
                  <a:close/>
                </a:path>
              </a:pathLst>
            </a:custGeom>
            <a:solidFill>
              <a:srgbClr val="00A3E0"/>
            </a:solidFill>
            <a:ln w="6390" cap="flat">
              <a:noFill/>
              <a:prstDash val="solid"/>
              <a:miter/>
            </a:ln>
          </p:spPr>
          <p:txBody>
            <a:bodyPr rtlCol="0" anchor="ctr"/>
            <a:lstStyle/>
            <a:p>
              <a:endParaRPr lang="en-US"/>
            </a:p>
          </p:txBody>
        </p:sp>
        <p:sp>
          <p:nvSpPr>
            <p:cNvPr id="1312" name="Graphic 4">
              <a:extLst>
                <a:ext uri="{FF2B5EF4-FFF2-40B4-BE49-F238E27FC236}">
                  <a16:creationId xmlns:a16="http://schemas.microsoft.com/office/drawing/2014/main" id="{64900B85-D76F-9140-BEF8-418798C2E25E}"/>
                </a:ext>
              </a:extLst>
            </p:cNvPr>
            <p:cNvSpPr/>
            <p:nvPr/>
          </p:nvSpPr>
          <p:spPr>
            <a:xfrm>
              <a:off x="8466027" y="4071227"/>
              <a:ext cx="42173" cy="19151"/>
            </a:xfrm>
            <a:custGeom>
              <a:avLst/>
              <a:gdLst>
                <a:gd name="connsiteX0" fmla="*/ 40896 w 42173"/>
                <a:gd name="connsiteY0" fmla="*/ 0 h 19151"/>
                <a:gd name="connsiteX1" fmla="*/ 21726 w 42173"/>
                <a:gd name="connsiteY1" fmla="*/ 3831 h 19151"/>
                <a:gd name="connsiteX2" fmla="*/ 1917 w 42173"/>
                <a:gd name="connsiteY2" fmla="*/ 0 h 19151"/>
                <a:gd name="connsiteX3" fmla="*/ 0 w 42173"/>
                <a:gd name="connsiteY3" fmla="*/ 4469 h 19151"/>
                <a:gd name="connsiteX4" fmla="*/ 2556 w 42173"/>
                <a:gd name="connsiteY4" fmla="*/ 13407 h 19151"/>
                <a:gd name="connsiteX5" fmla="*/ 21086 w 42173"/>
                <a:gd name="connsiteY5" fmla="*/ 19152 h 19151"/>
                <a:gd name="connsiteX6" fmla="*/ 39617 w 42173"/>
                <a:gd name="connsiteY6" fmla="*/ 13407 h 19151"/>
                <a:gd name="connsiteX7" fmla="*/ 42173 w 42173"/>
                <a:gd name="connsiteY7" fmla="*/ 5107 h 19151"/>
                <a:gd name="connsiteX8" fmla="*/ 40896 w 42173"/>
                <a:gd name="connsiteY8" fmla="*/ 0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173" h="19151">
                  <a:moveTo>
                    <a:pt x="40896" y="0"/>
                  </a:moveTo>
                  <a:cubicBezTo>
                    <a:pt x="34506" y="3192"/>
                    <a:pt x="25560" y="3831"/>
                    <a:pt x="21726" y="3831"/>
                  </a:cubicBezTo>
                  <a:cubicBezTo>
                    <a:pt x="17253" y="3831"/>
                    <a:pt x="8306" y="3192"/>
                    <a:pt x="1917" y="0"/>
                  </a:cubicBezTo>
                  <a:cubicBezTo>
                    <a:pt x="1278" y="1916"/>
                    <a:pt x="639" y="3192"/>
                    <a:pt x="0" y="4469"/>
                  </a:cubicBezTo>
                  <a:cubicBezTo>
                    <a:pt x="0" y="5746"/>
                    <a:pt x="0" y="10215"/>
                    <a:pt x="2556" y="13407"/>
                  </a:cubicBezTo>
                  <a:cubicBezTo>
                    <a:pt x="5751" y="17237"/>
                    <a:pt x="12141" y="19152"/>
                    <a:pt x="21086" y="19152"/>
                  </a:cubicBezTo>
                  <a:cubicBezTo>
                    <a:pt x="30032" y="19152"/>
                    <a:pt x="36422" y="17237"/>
                    <a:pt x="39617" y="13407"/>
                  </a:cubicBezTo>
                  <a:cubicBezTo>
                    <a:pt x="42173" y="10215"/>
                    <a:pt x="42173" y="6384"/>
                    <a:pt x="42173" y="5107"/>
                  </a:cubicBezTo>
                  <a:cubicBezTo>
                    <a:pt x="42173" y="3831"/>
                    <a:pt x="41535" y="1916"/>
                    <a:pt x="40896" y="0"/>
                  </a:cubicBezTo>
                  <a:close/>
                </a:path>
              </a:pathLst>
            </a:custGeom>
            <a:solidFill>
              <a:srgbClr val="00A3E0"/>
            </a:solidFill>
            <a:ln w="6390" cap="flat">
              <a:noFill/>
              <a:prstDash val="solid"/>
              <a:miter/>
            </a:ln>
          </p:spPr>
          <p:txBody>
            <a:bodyPr rtlCol="0" anchor="ctr"/>
            <a:lstStyle/>
            <a:p>
              <a:endParaRPr lang="en-US"/>
            </a:p>
          </p:txBody>
        </p:sp>
      </p:grpSp>
      <p:grpSp>
        <p:nvGrpSpPr>
          <p:cNvPr id="1313" name="Graphic 4">
            <a:extLst>
              <a:ext uri="{FF2B5EF4-FFF2-40B4-BE49-F238E27FC236}">
                <a16:creationId xmlns:a16="http://schemas.microsoft.com/office/drawing/2014/main" id="{E48A1D14-414A-F74E-93DB-2AD5201ECDC3}"/>
              </a:ext>
            </a:extLst>
          </p:cNvPr>
          <p:cNvGrpSpPr/>
          <p:nvPr/>
        </p:nvGrpSpPr>
        <p:grpSpPr>
          <a:xfrm>
            <a:off x="9279466" y="3824168"/>
            <a:ext cx="361671" cy="361333"/>
            <a:chOff x="9279466" y="3824168"/>
            <a:chExt cx="361671" cy="361333"/>
          </a:xfrm>
          <a:solidFill>
            <a:srgbClr val="00A3E0"/>
          </a:solidFill>
        </p:grpSpPr>
        <p:sp>
          <p:nvSpPr>
            <p:cNvPr id="1314" name="Graphic 4">
              <a:extLst>
                <a:ext uri="{FF2B5EF4-FFF2-40B4-BE49-F238E27FC236}">
                  <a16:creationId xmlns:a16="http://schemas.microsoft.com/office/drawing/2014/main" id="{2907CB01-FA7D-A74B-BB50-52A123FFA62C}"/>
                </a:ext>
              </a:extLst>
            </p:cNvPr>
            <p:cNvSpPr/>
            <p:nvPr/>
          </p:nvSpPr>
          <p:spPr>
            <a:xfrm>
              <a:off x="9495446" y="3967119"/>
              <a:ext cx="64676" cy="36257"/>
            </a:xfrm>
            <a:custGeom>
              <a:avLst/>
              <a:gdLst>
                <a:gd name="connsiteX0" fmla="*/ 7029 w 64676"/>
                <a:gd name="connsiteY0" fmla="*/ 27500 h 36257"/>
                <a:gd name="connsiteX1" fmla="*/ 14058 w 64676"/>
                <a:gd name="connsiteY1" fmla="*/ 30692 h 36257"/>
                <a:gd name="connsiteX2" fmla="*/ 23004 w 64676"/>
                <a:gd name="connsiteY2" fmla="*/ 35800 h 36257"/>
                <a:gd name="connsiteX3" fmla="*/ 52397 w 64676"/>
                <a:gd name="connsiteY3" fmla="*/ 28777 h 36257"/>
                <a:gd name="connsiteX4" fmla="*/ 56871 w 64676"/>
                <a:gd name="connsiteY4" fmla="*/ 27500 h 36257"/>
                <a:gd name="connsiteX5" fmla="*/ 64538 w 64676"/>
                <a:gd name="connsiteY5" fmla="*/ 32608 h 36257"/>
                <a:gd name="connsiteX6" fmla="*/ 54314 w 64676"/>
                <a:gd name="connsiteY6" fmla="*/ 10264 h 36257"/>
                <a:gd name="connsiteX7" fmla="*/ 52397 w 64676"/>
                <a:gd name="connsiteY7" fmla="*/ 8987 h 36257"/>
                <a:gd name="connsiteX8" fmla="*/ 19809 w 64676"/>
                <a:gd name="connsiteY8" fmla="*/ 2603 h 36257"/>
                <a:gd name="connsiteX9" fmla="*/ 0 w 64676"/>
                <a:gd name="connsiteY9" fmla="*/ 30692 h 36257"/>
                <a:gd name="connsiteX10" fmla="*/ 7029 w 64676"/>
                <a:gd name="connsiteY10" fmla="*/ 27500 h 36257"/>
                <a:gd name="connsiteX11" fmla="*/ 7029 w 64676"/>
                <a:gd name="connsiteY11" fmla="*/ 27500 h 36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676" h="36257">
                  <a:moveTo>
                    <a:pt x="7029" y="27500"/>
                  </a:moveTo>
                  <a:cubicBezTo>
                    <a:pt x="9585" y="27500"/>
                    <a:pt x="11502" y="28777"/>
                    <a:pt x="14058" y="30692"/>
                  </a:cubicBezTo>
                  <a:cubicBezTo>
                    <a:pt x="16614" y="32608"/>
                    <a:pt x="20447" y="35161"/>
                    <a:pt x="23004" y="35800"/>
                  </a:cubicBezTo>
                  <a:cubicBezTo>
                    <a:pt x="40257" y="38353"/>
                    <a:pt x="51758" y="29416"/>
                    <a:pt x="52397" y="28777"/>
                  </a:cubicBezTo>
                  <a:cubicBezTo>
                    <a:pt x="53676" y="27500"/>
                    <a:pt x="55592" y="27500"/>
                    <a:pt x="56871" y="27500"/>
                  </a:cubicBezTo>
                  <a:cubicBezTo>
                    <a:pt x="60066" y="27500"/>
                    <a:pt x="61982" y="29416"/>
                    <a:pt x="64538" y="32608"/>
                  </a:cubicBezTo>
                  <a:cubicBezTo>
                    <a:pt x="65177" y="20478"/>
                    <a:pt x="63899" y="14094"/>
                    <a:pt x="54314" y="10264"/>
                  </a:cubicBezTo>
                  <a:cubicBezTo>
                    <a:pt x="53676" y="10264"/>
                    <a:pt x="53037" y="9625"/>
                    <a:pt x="52397" y="8987"/>
                  </a:cubicBezTo>
                  <a:cubicBezTo>
                    <a:pt x="43452" y="49"/>
                    <a:pt x="30672" y="-2504"/>
                    <a:pt x="19809" y="2603"/>
                  </a:cubicBezTo>
                  <a:cubicBezTo>
                    <a:pt x="8946" y="7072"/>
                    <a:pt x="1917" y="17924"/>
                    <a:pt x="0" y="30692"/>
                  </a:cubicBezTo>
                  <a:cubicBezTo>
                    <a:pt x="2556" y="28777"/>
                    <a:pt x="4473" y="27500"/>
                    <a:pt x="7029" y="27500"/>
                  </a:cubicBezTo>
                  <a:cubicBezTo>
                    <a:pt x="7029" y="27500"/>
                    <a:pt x="7029" y="27500"/>
                    <a:pt x="7029" y="27500"/>
                  </a:cubicBezTo>
                  <a:close/>
                </a:path>
              </a:pathLst>
            </a:custGeom>
            <a:solidFill>
              <a:srgbClr val="00A3E0"/>
            </a:solidFill>
            <a:ln w="6390" cap="flat">
              <a:noFill/>
              <a:prstDash val="solid"/>
              <a:miter/>
            </a:ln>
          </p:spPr>
          <p:txBody>
            <a:bodyPr rtlCol="0" anchor="ctr"/>
            <a:lstStyle/>
            <a:p>
              <a:endParaRPr lang="en-US"/>
            </a:p>
          </p:txBody>
        </p:sp>
        <p:sp>
          <p:nvSpPr>
            <p:cNvPr id="1315" name="Graphic 4">
              <a:extLst>
                <a:ext uri="{FF2B5EF4-FFF2-40B4-BE49-F238E27FC236}">
                  <a16:creationId xmlns:a16="http://schemas.microsoft.com/office/drawing/2014/main" id="{B936BBEB-1BB1-9746-909D-5C96203643CE}"/>
                </a:ext>
              </a:extLst>
            </p:cNvPr>
            <p:cNvSpPr/>
            <p:nvPr/>
          </p:nvSpPr>
          <p:spPr>
            <a:xfrm>
              <a:off x="9365091" y="4009303"/>
              <a:ext cx="56870" cy="54902"/>
            </a:xfrm>
            <a:custGeom>
              <a:avLst/>
              <a:gdLst>
                <a:gd name="connsiteX0" fmla="*/ 28116 w 56870"/>
                <a:gd name="connsiteY0" fmla="*/ 54902 h 54902"/>
                <a:gd name="connsiteX1" fmla="*/ 42173 w 56870"/>
                <a:gd name="connsiteY1" fmla="*/ 52348 h 54902"/>
                <a:gd name="connsiteX2" fmla="*/ 56871 w 56870"/>
                <a:gd name="connsiteY2" fmla="*/ 21067 h 54902"/>
                <a:gd name="connsiteX3" fmla="*/ 52398 w 56870"/>
                <a:gd name="connsiteY3" fmla="*/ 0 h 54902"/>
                <a:gd name="connsiteX4" fmla="*/ 38978 w 56870"/>
                <a:gd name="connsiteY4" fmla="*/ 5745 h 54902"/>
                <a:gd name="connsiteX5" fmla="*/ 5112 w 56870"/>
                <a:gd name="connsiteY5" fmla="*/ 0 h 54902"/>
                <a:gd name="connsiteX6" fmla="*/ 0 w 56870"/>
                <a:gd name="connsiteY6" fmla="*/ 21067 h 54902"/>
                <a:gd name="connsiteX7" fmla="*/ 14697 w 56870"/>
                <a:gd name="connsiteY7" fmla="*/ 52348 h 54902"/>
                <a:gd name="connsiteX8" fmla="*/ 28116 w 56870"/>
                <a:gd name="connsiteY8" fmla="*/ 54902 h 5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870" h="54902">
                  <a:moveTo>
                    <a:pt x="28116" y="54902"/>
                  </a:moveTo>
                  <a:cubicBezTo>
                    <a:pt x="36423" y="54902"/>
                    <a:pt x="40896" y="52987"/>
                    <a:pt x="42173" y="52348"/>
                  </a:cubicBezTo>
                  <a:cubicBezTo>
                    <a:pt x="46647" y="47880"/>
                    <a:pt x="53676" y="37027"/>
                    <a:pt x="56871" y="21067"/>
                  </a:cubicBezTo>
                  <a:cubicBezTo>
                    <a:pt x="56871" y="16598"/>
                    <a:pt x="54314" y="5745"/>
                    <a:pt x="52398" y="0"/>
                  </a:cubicBezTo>
                  <a:cubicBezTo>
                    <a:pt x="49203" y="2553"/>
                    <a:pt x="44091" y="5107"/>
                    <a:pt x="38978" y="5745"/>
                  </a:cubicBezTo>
                  <a:cubicBezTo>
                    <a:pt x="23643" y="8299"/>
                    <a:pt x="11502" y="3192"/>
                    <a:pt x="5112" y="0"/>
                  </a:cubicBezTo>
                  <a:cubicBezTo>
                    <a:pt x="2556" y="5745"/>
                    <a:pt x="0" y="17236"/>
                    <a:pt x="0" y="21067"/>
                  </a:cubicBezTo>
                  <a:cubicBezTo>
                    <a:pt x="3195" y="36388"/>
                    <a:pt x="10224" y="47880"/>
                    <a:pt x="14697" y="52348"/>
                  </a:cubicBezTo>
                  <a:cubicBezTo>
                    <a:pt x="15336" y="52987"/>
                    <a:pt x="19809" y="54902"/>
                    <a:pt x="28116" y="54902"/>
                  </a:cubicBezTo>
                  <a:close/>
                </a:path>
              </a:pathLst>
            </a:custGeom>
            <a:solidFill>
              <a:srgbClr val="00A3E0"/>
            </a:solidFill>
            <a:ln w="6390" cap="flat">
              <a:noFill/>
              <a:prstDash val="solid"/>
              <a:miter/>
            </a:ln>
          </p:spPr>
          <p:txBody>
            <a:bodyPr rtlCol="0" anchor="ctr"/>
            <a:lstStyle/>
            <a:p>
              <a:endParaRPr lang="en-US"/>
            </a:p>
          </p:txBody>
        </p:sp>
        <p:sp>
          <p:nvSpPr>
            <p:cNvPr id="1316" name="Graphic 4">
              <a:extLst>
                <a:ext uri="{FF2B5EF4-FFF2-40B4-BE49-F238E27FC236}">
                  <a16:creationId xmlns:a16="http://schemas.microsoft.com/office/drawing/2014/main" id="{B25F9224-5BA1-6E40-B2BD-4C87EEC4F3EA}"/>
                </a:ext>
              </a:extLst>
            </p:cNvPr>
            <p:cNvSpPr/>
            <p:nvPr/>
          </p:nvSpPr>
          <p:spPr>
            <a:xfrm>
              <a:off x="9499919" y="4009303"/>
              <a:ext cx="56870" cy="54902"/>
            </a:xfrm>
            <a:custGeom>
              <a:avLst/>
              <a:gdLst>
                <a:gd name="connsiteX0" fmla="*/ 28116 w 56870"/>
                <a:gd name="connsiteY0" fmla="*/ 54902 h 54902"/>
                <a:gd name="connsiteX1" fmla="*/ 42174 w 56870"/>
                <a:gd name="connsiteY1" fmla="*/ 52348 h 54902"/>
                <a:gd name="connsiteX2" fmla="*/ 56871 w 56870"/>
                <a:gd name="connsiteY2" fmla="*/ 21067 h 54902"/>
                <a:gd name="connsiteX3" fmla="*/ 51759 w 56870"/>
                <a:gd name="connsiteY3" fmla="*/ 0 h 54902"/>
                <a:gd name="connsiteX4" fmla="*/ 17892 w 56870"/>
                <a:gd name="connsiteY4" fmla="*/ 5745 h 54902"/>
                <a:gd name="connsiteX5" fmla="*/ 4473 w 56870"/>
                <a:gd name="connsiteY5" fmla="*/ 0 h 54902"/>
                <a:gd name="connsiteX6" fmla="*/ 0 w 56870"/>
                <a:gd name="connsiteY6" fmla="*/ 21067 h 54902"/>
                <a:gd name="connsiteX7" fmla="*/ 14697 w 56870"/>
                <a:gd name="connsiteY7" fmla="*/ 52348 h 54902"/>
                <a:gd name="connsiteX8" fmla="*/ 28116 w 56870"/>
                <a:gd name="connsiteY8" fmla="*/ 54902 h 5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870" h="54902">
                  <a:moveTo>
                    <a:pt x="28116" y="54902"/>
                  </a:moveTo>
                  <a:cubicBezTo>
                    <a:pt x="36423" y="54902"/>
                    <a:pt x="40896" y="52987"/>
                    <a:pt x="42174" y="52348"/>
                  </a:cubicBezTo>
                  <a:cubicBezTo>
                    <a:pt x="46647" y="47880"/>
                    <a:pt x="53676" y="37027"/>
                    <a:pt x="56871" y="21067"/>
                  </a:cubicBezTo>
                  <a:cubicBezTo>
                    <a:pt x="56871" y="16598"/>
                    <a:pt x="54314" y="5745"/>
                    <a:pt x="51759" y="0"/>
                  </a:cubicBezTo>
                  <a:cubicBezTo>
                    <a:pt x="45369" y="3830"/>
                    <a:pt x="33228" y="8299"/>
                    <a:pt x="17892" y="5745"/>
                  </a:cubicBezTo>
                  <a:cubicBezTo>
                    <a:pt x="12780" y="5107"/>
                    <a:pt x="8307" y="1915"/>
                    <a:pt x="4473" y="0"/>
                  </a:cubicBezTo>
                  <a:cubicBezTo>
                    <a:pt x="2556" y="5745"/>
                    <a:pt x="0" y="16598"/>
                    <a:pt x="0" y="21067"/>
                  </a:cubicBezTo>
                  <a:cubicBezTo>
                    <a:pt x="3195" y="36388"/>
                    <a:pt x="10225" y="47880"/>
                    <a:pt x="14697" y="52348"/>
                  </a:cubicBezTo>
                  <a:cubicBezTo>
                    <a:pt x="15336" y="52987"/>
                    <a:pt x="19809" y="54902"/>
                    <a:pt x="28116" y="54902"/>
                  </a:cubicBezTo>
                  <a:close/>
                </a:path>
              </a:pathLst>
            </a:custGeom>
            <a:solidFill>
              <a:srgbClr val="00A3E0"/>
            </a:solidFill>
            <a:ln w="6390" cap="flat">
              <a:noFill/>
              <a:prstDash val="solid"/>
              <a:miter/>
            </a:ln>
          </p:spPr>
          <p:txBody>
            <a:bodyPr rtlCol="0" anchor="ctr"/>
            <a:lstStyle/>
            <a:p>
              <a:endParaRPr lang="en-US"/>
            </a:p>
          </p:txBody>
        </p:sp>
        <p:sp>
          <p:nvSpPr>
            <p:cNvPr id="1317" name="Graphic 4">
              <a:extLst>
                <a:ext uri="{FF2B5EF4-FFF2-40B4-BE49-F238E27FC236}">
                  <a16:creationId xmlns:a16="http://schemas.microsoft.com/office/drawing/2014/main" id="{3AD91773-EA9B-1B49-B39E-02F8FB7B0B0C}"/>
                </a:ext>
              </a:extLst>
            </p:cNvPr>
            <p:cNvSpPr/>
            <p:nvPr/>
          </p:nvSpPr>
          <p:spPr>
            <a:xfrm>
              <a:off x="9427872" y="3895668"/>
              <a:ext cx="68053" cy="56817"/>
            </a:xfrm>
            <a:custGeom>
              <a:avLst/>
              <a:gdLst>
                <a:gd name="connsiteX0" fmla="*/ 34346 w 68053"/>
                <a:gd name="connsiteY0" fmla="*/ 56818 h 56817"/>
                <a:gd name="connsiteX1" fmla="*/ 63740 w 68053"/>
                <a:gd name="connsiteY1" fmla="*/ 25536 h 56817"/>
                <a:gd name="connsiteX2" fmla="*/ 63740 w 68053"/>
                <a:gd name="connsiteY2" fmla="*/ 4469 h 56817"/>
                <a:gd name="connsiteX3" fmla="*/ 63740 w 68053"/>
                <a:gd name="connsiteY3" fmla="*/ 4469 h 56817"/>
                <a:gd name="connsiteX4" fmla="*/ 43931 w 68053"/>
                <a:gd name="connsiteY4" fmla="*/ 4469 h 56817"/>
                <a:gd name="connsiteX5" fmla="*/ 33707 w 68053"/>
                <a:gd name="connsiteY5" fmla="*/ 14683 h 56817"/>
                <a:gd name="connsiteX6" fmla="*/ 23483 w 68053"/>
                <a:gd name="connsiteY6" fmla="*/ 4469 h 56817"/>
                <a:gd name="connsiteX7" fmla="*/ 13898 w 68053"/>
                <a:gd name="connsiteY7" fmla="*/ 0 h 56817"/>
                <a:gd name="connsiteX8" fmla="*/ 4313 w 68053"/>
                <a:gd name="connsiteY8" fmla="*/ 4469 h 56817"/>
                <a:gd name="connsiteX9" fmla="*/ 4313 w 68053"/>
                <a:gd name="connsiteY9" fmla="*/ 25536 h 56817"/>
                <a:gd name="connsiteX10" fmla="*/ 34346 w 68053"/>
                <a:gd name="connsiteY10" fmla="*/ 56818 h 56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8053" h="56817">
                  <a:moveTo>
                    <a:pt x="34346" y="56818"/>
                  </a:moveTo>
                  <a:lnTo>
                    <a:pt x="63740" y="25536"/>
                  </a:lnTo>
                  <a:cubicBezTo>
                    <a:pt x="69491" y="19791"/>
                    <a:pt x="69491" y="10215"/>
                    <a:pt x="63740" y="4469"/>
                  </a:cubicBezTo>
                  <a:lnTo>
                    <a:pt x="63740" y="4469"/>
                  </a:lnTo>
                  <a:cubicBezTo>
                    <a:pt x="58628" y="-1276"/>
                    <a:pt x="49043" y="-1276"/>
                    <a:pt x="43931" y="4469"/>
                  </a:cubicBezTo>
                  <a:lnTo>
                    <a:pt x="33707" y="14683"/>
                  </a:lnTo>
                  <a:lnTo>
                    <a:pt x="23483" y="4469"/>
                  </a:lnTo>
                  <a:cubicBezTo>
                    <a:pt x="20927" y="1916"/>
                    <a:pt x="17093" y="0"/>
                    <a:pt x="13898" y="0"/>
                  </a:cubicBezTo>
                  <a:cubicBezTo>
                    <a:pt x="10703" y="0"/>
                    <a:pt x="6869" y="1277"/>
                    <a:pt x="4313" y="4469"/>
                  </a:cubicBezTo>
                  <a:cubicBezTo>
                    <a:pt x="-1438" y="10215"/>
                    <a:pt x="-1438" y="19791"/>
                    <a:pt x="4313" y="25536"/>
                  </a:cubicBezTo>
                  <a:lnTo>
                    <a:pt x="34346" y="56818"/>
                  </a:lnTo>
                  <a:close/>
                </a:path>
              </a:pathLst>
            </a:custGeom>
            <a:solidFill>
              <a:srgbClr val="00A3E0"/>
            </a:solidFill>
            <a:ln w="6390" cap="flat">
              <a:noFill/>
              <a:prstDash val="solid"/>
              <a:miter/>
            </a:ln>
          </p:spPr>
          <p:txBody>
            <a:bodyPr rtlCol="0" anchor="ctr"/>
            <a:lstStyle/>
            <a:p>
              <a:endParaRPr lang="en-US"/>
            </a:p>
          </p:txBody>
        </p:sp>
        <p:sp>
          <p:nvSpPr>
            <p:cNvPr id="1318" name="Graphic 4">
              <a:extLst>
                <a:ext uri="{FF2B5EF4-FFF2-40B4-BE49-F238E27FC236}">
                  <a16:creationId xmlns:a16="http://schemas.microsoft.com/office/drawing/2014/main" id="{A9768621-FA22-6842-A1AB-A4724625F236}"/>
                </a:ext>
              </a:extLst>
            </p:cNvPr>
            <p:cNvSpPr/>
            <p:nvPr/>
          </p:nvSpPr>
          <p:spPr>
            <a:xfrm>
              <a:off x="9279466" y="3824168"/>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143774 w 361671"/>
                <a:gd name="connsiteY5" fmla="*/ 67032 h 361333"/>
                <a:gd name="connsiteX6" fmla="*/ 162943 w 361671"/>
                <a:gd name="connsiteY6" fmla="*/ 58732 h 361333"/>
                <a:gd name="connsiteX7" fmla="*/ 182113 w 361671"/>
                <a:gd name="connsiteY7" fmla="*/ 67032 h 361333"/>
                <a:gd name="connsiteX8" fmla="*/ 182753 w 361671"/>
                <a:gd name="connsiteY8" fmla="*/ 67670 h 361333"/>
                <a:gd name="connsiteX9" fmla="*/ 183392 w 361671"/>
                <a:gd name="connsiteY9" fmla="*/ 67032 h 361333"/>
                <a:gd name="connsiteX10" fmla="*/ 202561 w 361671"/>
                <a:gd name="connsiteY10" fmla="*/ 58732 h 361333"/>
                <a:gd name="connsiteX11" fmla="*/ 221731 w 361671"/>
                <a:gd name="connsiteY11" fmla="*/ 67032 h 361333"/>
                <a:gd name="connsiteX12" fmla="*/ 221731 w 361671"/>
                <a:gd name="connsiteY12" fmla="*/ 105974 h 361333"/>
                <a:gd name="connsiteX13" fmla="*/ 189782 w 361671"/>
                <a:gd name="connsiteY13" fmla="*/ 139809 h 361333"/>
                <a:gd name="connsiteX14" fmla="*/ 184031 w 361671"/>
                <a:gd name="connsiteY14" fmla="*/ 142363 h 361333"/>
                <a:gd name="connsiteX15" fmla="*/ 184031 w 361671"/>
                <a:gd name="connsiteY15" fmla="*/ 142363 h 361333"/>
                <a:gd name="connsiteX16" fmla="*/ 183392 w 361671"/>
                <a:gd name="connsiteY16" fmla="*/ 142363 h 361333"/>
                <a:gd name="connsiteX17" fmla="*/ 182753 w 361671"/>
                <a:gd name="connsiteY17" fmla="*/ 142363 h 361333"/>
                <a:gd name="connsiteX18" fmla="*/ 177002 w 361671"/>
                <a:gd name="connsiteY18" fmla="*/ 139809 h 361333"/>
                <a:gd name="connsiteX19" fmla="*/ 145052 w 361671"/>
                <a:gd name="connsiteY19" fmla="*/ 105974 h 361333"/>
                <a:gd name="connsiteX20" fmla="*/ 143774 w 361671"/>
                <a:gd name="connsiteY20" fmla="*/ 67032 h 361333"/>
                <a:gd name="connsiteX21" fmla="*/ 308634 w 361671"/>
                <a:gd name="connsiteY21" fmla="*/ 265574 h 361333"/>
                <a:gd name="connsiteX22" fmla="*/ 299688 w 361671"/>
                <a:gd name="connsiteY22" fmla="*/ 268127 h 361333"/>
                <a:gd name="connsiteX23" fmla="*/ 281797 w 361671"/>
                <a:gd name="connsiteY23" fmla="*/ 260466 h 361333"/>
                <a:gd name="connsiteX24" fmla="*/ 276685 w 361671"/>
                <a:gd name="connsiteY24" fmla="*/ 270681 h 361333"/>
                <a:gd name="connsiteX25" fmla="*/ 248569 w 361671"/>
                <a:gd name="connsiteY25" fmla="*/ 280895 h 361333"/>
                <a:gd name="connsiteX26" fmla="*/ 220453 w 361671"/>
                <a:gd name="connsiteY26" fmla="*/ 270681 h 361333"/>
                <a:gd name="connsiteX27" fmla="*/ 215341 w 361671"/>
                <a:gd name="connsiteY27" fmla="*/ 260466 h 361333"/>
                <a:gd name="connsiteX28" fmla="*/ 186587 w 361671"/>
                <a:gd name="connsiteY28" fmla="*/ 275788 h 361333"/>
                <a:gd name="connsiteX29" fmla="*/ 181474 w 361671"/>
                <a:gd name="connsiteY29" fmla="*/ 277703 h 361333"/>
                <a:gd name="connsiteX30" fmla="*/ 176363 w 361671"/>
                <a:gd name="connsiteY30" fmla="*/ 275788 h 361333"/>
                <a:gd name="connsiteX31" fmla="*/ 147608 w 361671"/>
                <a:gd name="connsiteY31" fmla="*/ 260466 h 361333"/>
                <a:gd name="connsiteX32" fmla="*/ 142496 w 361671"/>
                <a:gd name="connsiteY32" fmla="*/ 270681 h 361333"/>
                <a:gd name="connsiteX33" fmla="*/ 114380 w 361671"/>
                <a:gd name="connsiteY33" fmla="*/ 280895 h 361333"/>
                <a:gd name="connsiteX34" fmla="*/ 86264 w 361671"/>
                <a:gd name="connsiteY34" fmla="*/ 270681 h 361333"/>
                <a:gd name="connsiteX35" fmla="*/ 81153 w 361671"/>
                <a:gd name="connsiteY35" fmla="*/ 260466 h 361333"/>
                <a:gd name="connsiteX36" fmla="*/ 63261 w 361671"/>
                <a:gd name="connsiteY36" fmla="*/ 268127 h 361333"/>
                <a:gd name="connsiteX37" fmla="*/ 54314 w 361671"/>
                <a:gd name="connsiteY37" fmla="*/ 265574 h 361333"/>
                <a:gd name="connsiteX38" fmla="*/ 56871 w 361671"/>
                <a:gd name="connsiteY38" fmla="*/ 256636 h 361333"/>
                <a:gd name="connsiteX39" fmla="*/ 82430 w 361671"/>
                <a:gd name="connsiteY39" fmla="*/ 245783 h 361333"/>
                <a:gd name="connsiteX40" fmla="*/ 84986 w 361671"/>
                <a:gd name="connsiteY40" fmla="*/ 236846 h 361333"/>
                <a:gd name="connsiteX41" fmla="*/ 73484 w 361671"/>
                <a:gd name="connsiteY41" fmla="*/ 208118 h 361333"/>
                <a:gd name="connsiteX42" fmla="*/ 69650 w 361671"/>
                <a:gd name="connsiteY42" fmla="*/ 181305 h 361333"/>
                <a:gd name="connsiteX43" fmla="*/ 69650 w 361671"/>
                <a:gd name="connsiteY43" fmla="*/ 179390 h 361333"/>
                <a:gd name="connsiteX44" fmla="*/ 86264 w 361671"/>
                <a:gd name="connsiteY44" fmla="*/ 140448 h 361333"/>
                <a:gd name="connsiteX45" fmla="*/ 131633 w 361671"/>
                <a:gd name="connsiteY45" fmla="*/ 132148 h 361333"/>
                <a:gd name="connsiteX46" fmla="*/ 159110 w 361671"/>
                <a:gd name="connsiteY46" fmla="*/ 178752 h 361333"/>
                <a:gd name="connsiteX47" fmla="*/ 155276 w 361671"/>
                <a:gd name="connsiteY47" fmla="*/ 208118 h 361333"/>
                <a:gd name="connsiteX48" fmla="*/ 144413 w 361671"/>
                <a:gd name="connsiteY48" fmla="*/ 236207 h 361333"/>
                <a:gd name="connsiteX49" fmla="*/ 146969 w 361671"/>
                <a:gd name="connsiteY49" fmla="*/ 245145 h 361333"/>
                <a:gd name="connsiteX50" fmla="*/ 182113 w 361671"/>
                <a:gd name="connsiteY50" fmla="*/ 261743 h 361333"/>
                <a:gd name="connsiteX51" fmla="*/ 217258 w 361671"/>
                <a:gd name="connsiteY51" fmla="*/ 245145 h 361333"/>
                <a:gd name="connsiteX52" fmla="*/ 219814 w 361671"/>
                <a:gd name="connsiteY52" fmla="*/ 236207 h 361333"/>
                <a:gd name="connsiteX53" fmla="*/ 208951 w 361671"/>
                <a:gd name="connsiteY53" fmla="*/ 208118 h 361333"/>
                <a:gd name="connsiteX54" fmla="*/ 205118 w 361671"/>
                <a:gd name="connsiteY54" fmla="*/ 178752 h 361333"/>
                <a:gd name="connsiteX55" fmla="*/ 232594 w 361671"/>
                <a:gd name="connsiteY55" fmla="*/ 132148 h 361333"/>
                <a:gd name="connsiteX56" fmla="*/ 277962 w 361671"/>
                <a:gd name="connsiteY56" fmla="*/ 140448 h 361333"/>
                <a:gd name="connsiteX57" fmla="*/ 294577 w 361671"/>
                <a:gd name="connsiteY57" fmla="*/ 179390 h 361333"/>
                <a:gd name="connsiteX58" fmla="*/ 294577 w 361671"/>
                <a:gd name="connsiteY58" fmla="*/ 181305 h 361333"/>
                <a:gd name="connsiteX59" fmla="*/ 290742 w 361671"/>
                <a:gd name="connsiteY59" fmla="*/ 208118 h 361333"/>
                <a:gd name="connsiteX60" fmla="*/ 279241 w 361671"/>
                <a:gd name="connsiteY60" fmla="*/ 236846 h 361333"/>
                <a:gd name="connsiteX61" fmla="*/ 281797 w 361671"/>
                <a:gd name="connsiteY61" fmla="*/ 245783 h 361333"/>
                <a:gd name="connsiteX62" fmla="*/ 307357 w 361671"/>
                <a:gd name="connsiteY62" fmla="*/ 256636 h 361333"/>
                <a:gd name="connsiteX63" fmla="*/ 308634 w 361671"/>
                <a:gd name="connsiteY63" fmla="*/ 26557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61671" h="361333">
                  <a:moveTo>
                    <a:pt x="180836" y="0"/>
                  </a:moveTo>
                  <a:cubicBezTo>
                    <a:pt x="80514" y="0"/>
                    <a:pt x="0" y="81076"/>
                    <a:pt x="0" y="180667"/>
                  </a:cubicBezTo>
                  <a:cubicBezTo>
                    <a:pt x="0" y="280895"/>
                    <a:pt x="81153" y="361333"/>
                    <a:pt x="180836" y="361333"/>
                  </a:cubicBezTo>
                  <a:cubicBezTo>
                    <a:pt x="280518" y="361333"/>
                    <a:pt x="361671" y="280257"/>
                    <a:pt x="361671" y="180667"/>
                  </a:cubicBezTo>
                  <a:cubicBezTo>
                    <a:pt x="361671" y="81076"/>
                    <a:pt x="280518" y="0"/>
                    <a:pt x="180836" y="0"/>
                  </a:cubicBezTo>
                  <a:close/>
                  <a:moveTo>
                    <a:pt x="143774" y="67032"/>
                  </a:moveTo>
                  <a:cubicBezTo>
                    <a:pt x="148886" y="61924"/>
                    <a:pt x="155915" y="58732"/>
                    <a:pt x="162943" y="58732"/>
                  </a:cubicBezTo>
                  <a:cubicBezTo>
                    <a:pt x="169973" y="58732"/>
                    <a:pt x="177002" y="61924"/>
                    <a:pt x="182113" y="67032"/>
                  </a:cubicBezTo>
                  <a:lnTo>
                    <a:pt x="182753" y="67670"/>
                  </a:lnTo>
                  <a:lnTo>
                    <a:pt x="183392" y="67032"/>
                  </a:lnTo>
                  <a:cubicBezTo>
                    <a:pt x="188503" y="61924"/>
                    <a:pt x="195533" y="58732"/>
                    <a:pt x="202561" y="58732"/>
                  </a:cubicBezTo>
                  <a:cubicBezTo>
                    <a:pt x="209590" y="58732"/>
                    <a:pt x="216619" y="61924"/>
                    <a:pt x="221731" y="67032"/>
                  </a:cubicBezTo>
                  <a:cubicBezTo>
                    <a:pt x="231955" y="77884"/>
                    <a:pt x="231955" y="95121"/>
                    <a:pt x="221731" y="105974"/>
                  </a:cubicBezTo>
                  <a:lnTo>
                    <a:pt x="189782" y="139809"/>
                  </a:lnTo>
                  <a:cubicBezTo>
                    <a:pt x="188503" y="141724"/>
                    <a:pt x="185948" y="142363"/>
                    <a:pt x="184031" y="142363"/>
                  </a:cubicBezTo>
                  <a:lnTo>
                    <a:pt x="184031" y="142363"/>
                  </a:lnTo>
                  <a:cubicBezTo>
                    <a:pt x="184031" y="142363"/>
                    <a:pt x="183392" y="142363"/>
                    <a:pt x="183392" y="142363"/>
                  </a:cubicBezTo>
                  <a:lnTo>
                    <a:pt x="182753" y="142363"/>
                  </a:lnTo>
                  <a:cubicBezTo>
                    <a:pt x="180197" y="142363"/>
                    <a:pt x="178279" y="141086"/>
                    <a:pt x="177002" y="139809"/>
                  </a:cubicBezTo>
                  <a:lnTo>
                    <a:pt x="145052" y="105974"/>
                  </a:lnTo>
                  <a:cubicBezTo>
                    <a:pt x="133550" y="95121"/>
                    <a:pt x="133550" y="77884"/>
                    <a:pt x="143774" y="67032"/>
                  </a:cubicBezTo>
                  <a:close/>
                  <a:moveTo>
                    <a:pt x="308634" y="265574"/>
                  </a:moveTo>
                  <a:cubicBezTo>
                    <a:pt x="306717" y="268766"/>
                    <a:pt x="302883" y="270042"/>
                    <a:pt x="299688" y="268127"/>
                  </a:cubicBezTo>
                  <a:cubicBezTo>
                    <a:pt x="293298" y="264935"/>
                    <a:pt x="286908" y="262382"/>
                    <a:pt x="281797" y="260466"/>
                  </a:cubicBezTo>
                  <a:cubicBezTo>
                    <a:pt x="281157" y="263658"/>
                    <a:pt x="279241" y="267489"/>
                    <a:pt x="276685" y="270681"/>
                  </a:cubicBezTo>
                  <a:cubicBezTo>
                    <a:pt x="270934" y="277703"/>
                    <a:pt x="261349" y="280895"/>
                    <a:pt x="248569" y="280895"/>
                  </a:cubicBezTo>
                  <a:cubicBezTo>
                    <a:pt x="235789" y="280895"/>
                    <a:pt x="226204" y="277065"/>
                    <a:pt x="220453" y="270681"/>
                  </a:cubicBezTo>
                  <a:cubicBezTo>
                    <a:pt x="217897" y="267489"/>
                    <a:pt x="215980" y="263658"/>
                    <a:pt x="215341" y="260466"/>
                  </a:cubicBezTo>
                  <a:cubicBezTo>
                    <a:pt x="207034" y="263658"/>
                    <a:pt x="193615" y="268766"/>
                    <a:pt x="186587" y="275788"/>
                  </a:cubicBezTo>
                  <a:cubicBezTo>
                    <a:pt x="185308" y="277065"/>
                    <a:pt x="183392" y="277703"/>
                    <a:pt x="181474" y="277703"/>
                  </a:cubicBezTo>
                  <a:cubicBezTo>
                    <a:pt x="179558" y="277703"/>
                    <a:pt x="177641" y="277703"/>
                    <a:pt x="176363" y="275788"/>
                  </a:cubicBezTo>
                  <a:cubicBezTo>
                    <a:pt x="169333" y="268766"/>
                    <a:pt x="155915" y="263658"/>
                    <a:pt x="147608" y="260466"/>
                  </a:cubicBezTo>
                  <a:cubicBezTo>
                    <a:pt x="146969" y="263658"/>
                    <a:pt x="145052" y="267489"/>
                    <a:pt x="142496" y="270681"/>
                  </a:cubicBezTo>
                  <a:cubicBezTo>
                    <a:pt x="136745" y="277703"/>
                    <a:pt x="127160" y="280895"/>
                    <a:pt x="114380" y="280895"/>
                  </a:cubicBezTo>
                  <a:cubicBezTo>
                    <a:pt x="101600" y="280895"/>
                    <a:pt x="92015" y="277065"/>
                    <a:pt x="86264" y="270681"/>
                  </a:cubicBezTo>
                  <a:cubicBezTo>
                    <a:pt x="83709" y="267489"/>
                    <a:pt x="81792" y="263658"/>
                    <a:pt x="81153" y="260466"/>
                  </a:cubicBezTo>
                  <a:cubicBezTo>
                    <a:pt x="76040" y="262382"/>
                    <a:pt x="69650" y="264935"/>
                    <a:pt x="63261" y="268127"/>
                  </a:cubicBezTo>
                  <a:cubicBezTo>
                    <a:pt x="60066" y="270042"/>
                    <a:pt x="56232" y="268766"/>
                    <a:pt x="54314" y="265574"/>
                  </a:cubicBezTo>
                  <a:cubicBezTo>
                    <a:pt x="52398" y="262382"/>
                    <a:pt x="53676" y="258551"/>
                    <a:pt x="56871" y="256636"/>
                  </a:cubicBezTo>
                  <a:cubicBezTo>
                    <a:pt x="67094" y="251529"/>
                    <a:pt x="77319" y="247698"/>
                    <a:pt x="82430" y="245783"/>
                  </a:cubicBezTo>
                  <a:cubicBezTo>
                    <a:pt x="83709" y="243868"/>
                    <a:pt x="84986" y="240038"/>
                    <a:pt x="84986" y="236846"/>
                  </a:cubicBezTo>
                  <a:cubicBezTo>
                    <a:pt x="81153" y="230462"/>
                    <a:pt x="76679" y="221524"/>
                    <a:pt x="73484" y="208118"/>
                  </a:cubicBezTo>
                  <a:cubicBezTo>
                    <a:pt x="73484" y="207479"/>
                    <a:pt x="70289" y="197265"/>
                    <a:pt x="69650" y="181305"/>
                  </a:cubicBezTo>
                  <a:lnTo>
                    <a:pt x="69650" y="179390"/>
                  </a:lnTo>
                  <a:cubicBezTo>
                    <a:pt x="69012" y="165345"/>
                    <a:pt x="68373" y="149385"/>
                    <a:pt x="86264" y="140448"/>
                  </a:cubicBezTo>
                  <a:cubicBezTo>
                    <a:pt x="99044" y="128956"/>
                    <a:pt x="116297" y="125764"/>
                    <a:pt x="131633" y="132148"/>
                  </a:cubicBezTo>
                  <a:cubicBezTo>
                    <a:pt x="148886" y="139809"/>
                    <a:pt x="159110" y="157684"/>
                    <a:pt x="159110" y="178752"/>
                  </a:cubicBezTo>
                  <a:cubicBezTo>
                    <a:pt x="159110" y="195988"/>
                    <a:pt x="155915" y="206203"/>
                    <a:pt x="155276" y="208118"/>
                  </a:cubicBezTo>
                  <a:cubicBezTo>
                    <a:pt x="152720" y="220886"/>
                    <a:pt x="148247" y="230462"/>
                    <a:pt x="144413" y="236207"/>
                  </a:cubicBezTo>
                  <a:cubicBezTo>
                    <a:pt x="144413" y="239399"/>
                    <a:pt x="145691" y="242591"/>
                    <a:pt x="146969" y="245145"/>
                  </a:cubicBezTo>
                  <a:cubicBezTo>
                    <a:pt x="153998" y="247060"/>
                    <a:pt x="170612" y="253444"/>
                    <a:pt x="182113" y="261743"/>
                  </a:cubicBezTo>
                  <a:cubicBezTo>
                    <a:pt x="193615" y="252806"/>
                    <a:pt x="210229" y="247060"/>
                    <a:pt x="217258" y="245145"/>
                  </a:cubicBezTo>
                  <a:cubicBezTo>
                    <a:pt x="218536" y="242591"/>
                    <a:pt x="219175" y="238761"/>
                    <a:pt x="219814" y="236207"/>
                  </a:cubicBezTo>
                  <a:cubicBezTo>
                    <a:pt x="215980" y="229823"/>
                    <a:pt x="211508" y="220886"/>
                    <a:pt x="208951" y="208118"/>
                  </a:cubicBezTo>
                  <a:cubicBezTo>
                    <a:pt x="208313" y="206841"/>
                    <a:pt x="205118" y="195988"/>
                    <a:pt x="205118" y="178752"/>
                  </a:cubicBezTo>
                  <a:cubicBezTo>
                    <a:pt x="205118" y="157046"/>
                    <a:pt x="215341" y="139171"/>
                    <a:pt x="232594" y="132148"/>
                  </a:cubicBezTo>
                  <a:cubicBezTo>
                    <a:pt x="247930" y="125764"/>
                    <a:pt x="265182" y="128956"/>
                    <a:pt x="277962" y="140448"/>
                  </a:cubicBezTo>
                  <a:cubicBezTo>
                    <a:pt x="295854" y="148747"/>
                    <a:pt x="295216" y="164707"/>
                    <a:pt x="294577" y="179390"/>
                  </a:cubicBezTo>
                  <a:lnTo>
                    <a:pt x="294577" y="181305"/>
                  </a:lnTo>
                  <a:cubicBezTo>
                    <a:pt x="293937" y="197265"/>
                    <a:pt x="290742" y="207479"/>
                    <a:pt x="290742" y="208118"/>
                  </a:cubicBezTo>
                  <a:cubicBezTo>
                    <a:pt x="287547" y="221524"/>
                    <a:pt x="283075" y="230462"/>
                    <a:pt x="279241" y="236846"/>
                  </a:cubicBezTo>
                  <a:cubicBezTo>
                    <a:pt x="279880" y="239399"/>
                    <a:pt x="281157" y="243230"/>
                    <a:pt x="281797" y="245783"/>
                  </a:cubicBezTo>
                  <a:cubicBezTo>
                    <a:pt x="286270" y="247060"/>
                    <a:pt x="297132" y="250890"/>
                    <a:pt x="307357" y="256636"/>
                  </a:cubicBezTo>
                  <a:cubicBezTo>
                    <a:pt x="309273" y="258551"/>
                    <a:pt x="310552" y="262382"/>
                    <a:pt x="308634" y="265574"/>
                  </a:cubicBezTo>
                  <a:close/>
                </a:path>
              </a:pathLst>
            </a:custGeom>
            <a:solidFill>
              <a:srgbClr val="00A3E0"/>
            </a:solidFill>
            <a:ln w="6390" cap="flat">
              <a:noFill/>
              <a:prstDash val="solid"/>
              <a:miter/>
            </a:ln>
          </p:spPr>
          <p:txBody>
            <a:bodyPr rtlCol="0" anchor="ctr"/>
            <a:lstStyle/>
            <a:p>
              <a:endParaRPr lang="en-US"/>
            </a:p>
          </p:txBody>
        </p:sp>
        <p:sp>
          <p:nvSpPr>
            <p:cNvPr id="1319" name="Graphic 4">
              <a:extLst>
                <a:ext uri="{FF2B5EF4-FFF2-40B4-BE49-F238E27FC236}">
                  <a16:creationId xmlns:a16="http://schemas.microsoft.com/office/drawing/2014/main" id="{EBB5EC23-25E3-804E-A549-50C77CA0EF4A}"/>
                </a:ext>
              </a:extLst>
            </p:cNvPr>
            <p:cNvSpPr/>
            <p:nvPr/>
          </p:nvSpPr>
          <p:spPr>
            <a:xfrm>
              <a:off x="9359841" y="3967547"/>
              <a:ext cx="64676" cy="35830"/>
            </a:xfrm>
            <a:custGeom>
              <a:avLst/>
              <a:gdLst>
                <a:gd name="connsiteX0" fmla="*/ 8445 w 64676"/>
                <a:gd name="connsiteY0" fmla="*/ 27073 h 35830"/>
                <a:gd name="connsiteX1" fmla="*/ 8445 w 64676"/>
                <a:gd name="connsiteY1" fmla="*/ 27073 h 35830"/>
                <a:gd name="connsiteX2" fmla="*/ 12918 w 64676"/>
                <a:gd name="connsiteY2" fmla="*/ 28350 h 35830"/>
                <a:gd name="connsiteX3" fmla="*/ 42312 w 64676"/>
                <a:gd name="connsiteY3" fmla="*/ 35373 h 35830"/>
                <a:gd name="connsiteX4" fmla="*/ 51258 w 64676"/>
                <a:gd name="connsiteY4" fmla="*/ 30265 h 35830"/>
                <a:gd name="connsiteX5" fmla="*/ 58926 w 64676"/>
                <a:gd name="connsiteY5" fmla="*/ 27073 h 35830"/>
                <a:gd name="connsiteX6" fmla="*/ 64677 w 64676"/>
                <a:gd name="connsiteY6" fmla="*/ 30265 h 35830"/>
                <a:gd name="connsiteX7" fmla="*/ 44868 w 64676"/>
                <a:gd name="connsiteY7" fmla="*/ 2176 h 35830"/>
                <a:gd name="connsiteX8" fmla="*/ 12279 w 64676"/>
                <a:gd name="connsiteY8" fmla="*/ 8560 h 35830"/>
                <a:gd name="connsiteX9" fmla="*/ 10362 w 64676"/>
                <a:gd name="connsiteY9" fmla="*/ 9837 h 35830"/>
                <a:gd name="connsiteX10" fmla="*/ 138 w 64676"/>
                <a:gd name="connsiteY10" fmla="*/ 32181 h 35830"/>
                <a:gd name="connsiteX11" fmla="*/ 8445 w 64676"/>
                <a:gd name="connsiteY11" fmla="*/ 27073 h 35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676" h="35830">
                  <a:moveTo>
                    <a:pt x="8445" y="27073"/>
                  </a:moveTo>
                  <a:cubicBezTo>
                    <a:pt x="8445" y="27073"/>
                    <a:pt x="8445" y="27073"/>
                    <a:pt x="8445" y="27073"/>
                  </a:cubicBezTo>
                  <a:cubicBezTo>
                    <a:pt x="10362" y="27073"/>
                    <a:pt x="11640" y="27712"/>
                    <a:pt x="12918" y="28350"/>
                  </a:cubicBezTo>
                  <a:cubicBezTo>
                    <a:pt x="13557" y="28989"/>
                    <a:pt x="25059" y="37926"/>
                    <a:pt x="42312" y="35373"/>
                  </a:cubicBezTo>
                  <a:cubicBezTo>
                    <a:pt x="44868" y="34734"/>
                    <a:pt x="48702" y="32181"/>
                    <a:pt x="51258" y="30265"/>
                  </a:cubicBezTo>
                  <a:cubicBezTo>
                    <a:pt x="54453" y="28350"/>
                    <a:pt x="56369" y="27073"/>
                    <a:pt x="58926" y="27073"/>
                  </a:cubicBezTo>
                  <a:cubicBezTo>
                    <a:pt x="60843" y="27073"/>
                    <a:pt x="62759" y="28350"/>
                    <a:pt x="64677" y="30265"/>
                  </a:cubicBezTo>
                  <a:cubicBezTo>
                    <a:pt x="62759" y="16859"/>
                    <a:pt x="55731" y="6645"/>
                    <a:pt x="44868" y="2176"/>
                  </a:cubicBezTo>
                  <a:cubicBezTo>
                    <a:pt x="34005" y="-2293"/>
                    <a:pt x="21225" y="261"/>
                    <a:pt x="12279" y="8560"/>
                  </a:cubicBezTo>
                  <a:cubicBezTo>
                    <a:pt x="11640" y="9198"/>
                    <a:pt x="11001" y="9837"/>
                    <a:pt x="10362" y="9837"/>
                  </a:cubicBezTo>
                  <a:cubicBezTo>
                    <a:pt x="777" y="13667"/>
                    <a:pt x="-501" y="20051"/>
                    <a:pt x="138" y="32181"/>
                  </a:cubicBezTo>
                  <a:cubicBezTo>
                    <a:pt x="3333" y="28989"/>
                    <a:pt x="5250" y="27073"/>
                    <a:pt x="8445" y="27073"/>
                  </a:cubicBezTo>
                  <a:close/>
                </a:path>
              </a:pathLst>
            </a:custGeom>
            <a:solidFill>
              <a:srgbClr val="00A3E0"/>
            </a:solidFill>
            <a:ln w="6390" cap="flat">
              <a:noFill/>
              <a:prstDash val="solid"/>
              <a:miter/>
            </a:ln>
          </p:spPr>
          <p:txBody>
            <a:bodyPr rtlCol="0" anchor="ctr"/>
            <a:lstStyle/>
            <a:p>
              <a:endParaRPr lang="en-US"/>
            </a:p>
          </p:txBody>
        </p:sp>
        <p:sp>
          <p:nvSpPr>
            <p:cNvPr id="1320" name="Graphic 4">
              <a:extLst>
                <a:ext uri="{FF2B5EF4-FFF2-40B4-BE49-F238E27FC236}">
                  <a16:creationId xmlns:a16="http://schemas.microsoft.com/office/drawing/2014/main" id="{0CFB1017-BD9E-F945-A404-CACD4885B7EA}"/>
                </a:ext>
              </a:extLst>
            </p:cNvPr>
            <p:cNvSpPr/>
            <p:nvPr/>
          </p:nvSpPr>
          <p:spPr>
            <a:xfrm>
              <a:off x="9506309" y="4073143"/>
              <a:ext cx="42348" cy="19151"/>
            </a:xfrm>
            <a:custGeom>
              <a:avLst/>
              <a:gdLst>
                <a:gd name="connsiteX0" fmla="*/ 40896 w 42348"/>
                <a:gd name="connsiteY0" fmla="*/ 0 h 19151"/>
                <a:gd name="connsiteX1" fmla="*/ 21726 w 42348"/>
                <a:gd name="connsiteY1" fmla="*/ 3830 h 19151"/>
                <a:gd name="connsiteX2" fmla="*/ 1917 w 42348"/>
                <a:gd name="connsiteY2" fmla="*/ 0 h 19151"/>
                <a:gd name="connsiteX3" fmla="*/ 0 w 42348"/>
                <a:gd name="connsiteY3" fmla="*/ 4468 h 19151"/>
                <a:gd name="connsiteX4" fmla="*/ 2556 w 42348"/>
                <a:gd name="connsiteY4" fmla="*/ 13406 h 19151"/>
                <a:gd name="connsiteX5" fmla="*/ 21087 w 42348"/>
                <a:gd name="connsiteY5" fmla="*/ 19152 h 19151"/>
                <a:gd name="connsiteX6" fmla="*/ 39618 w 42348"/>
                <a:gd name="connsiteY6" fmla="*/ 13406 h 19151"/>
                <a:gd name="connsiteX7" fmla="*/ 42174 w 42348"/>
                <a:gd name="connsiteY7" fmla="*/ 5107 h 19151"/>
                <a:gd name="connsiteX8" fmla="*/ 40896 w 42348"/>
                <a:gd name="connsiteY8" fmla="*/ 0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348" h="19151">
                  <a:moveTo>
                    <a:pt x="40896" y="0"/>
                  </a:moveTo>
                  <a:cubicBezTo>
                    <a:pt x="34506" y="3192"/>
                    <a:pt x="25560" y="3830"/>
                    <a:pt x="21726" y="3830"/>
                  </a:cubicBezTo>
                  <a:cubicBezTo>
                    <a:pt x="17253" y="3830"/>
                    <a:pt x="8307" y="3192"/>
                    <a:pt x="1917" y="0"/>
                  </a:cubicBezTo>
                  <a:cubicBezTo>
                    <a:pt x="1278" y="1915"/>
                    <a:pt x="640" y="3192"/>
                    <a:pt x="0" y="4468"/>
                  </a:cubicBezTo>
                  <a:cubicBezTo>
                    <a:pt x="0" y="5745"/>
                    <a:pt x="0" y="10214"/>
                    <a:pt x="2556" y="13406"/>
                  </a:cubicBezTo>
                  <a:cubicBezTo>
                    <a:pt x="5751" y="17236"/>
                    <a:pt x="12141" y="19152"/>
                    <a:pt x="21087" y="19152"/>
                  </a:cubicBezTo>
                  <a:cubicBezTo>
                    <a:pt x="30033" y="19152"/>
                    <a:pt x="36423" y="17236"/>
                    <a:pt x="39618" y="13406"/>
                  </a:cubicBezTo>
                  <a:cubicBezTo>
                    <a:pt x="42174" y="10214"/>
                    <a:pt x="42174" y="6384"/>
                    <a:pt x="42174" y="5107"/>
                  </a:cubicBezTo>
                  <a:cubicBezTo>
                    <a:pt x="42813" y="3192"/>
                    <a:pt x="41535" y="1915"/>
                    <a:pt x="40896" y="0"/>
                  </a:cubicBezTo>
                  <a:close/>
                </a:path>
              </a:pathLst>
            </a:custGeom>
            <a:solidFill>
              <a:srgbClr val="00A3E0"/>
            </a:solidFill>
            <a:ln w="6390" cap="flat">
              <a:noFill/>
              <a:prstDash val="solid"/>
              <a:miter/>
            </a:ln>
          </p:spPr>
          <p:txBody>
            <a:bodyPr rtlCol="0" anchor="ctr"/>
            <a:lstStyle/>
            <a:p>
              <a:endParaRPr lang="en-US"/>
            </a:p>
          </p:txBody>
        </p:sp>
        <p:sp>
          <p:nvSpPr>
            <p:cNvPr id="1321" name="Graphic 4">
              <a:extLst>
                <a:ext uri="{FF2B5EF4-FFF2-40B4-BE49-F238E27FC236}">
                  <a16:creationId xmlns:a16="http://schemas.microsoft.com/office/drawing/2014/main" id="{4C813F6C-E828-A54D-84BA-F685E34B4B26}"/>
                </a:ext>
              </a:extLst>
            </p:cNvPr>
            <p:cNvSpPr/>
            <p:nvPr/>
          </p:nvSpPr>
          <p:spPr>
            <a:xfrm>
              <a:off x="9372120" y="4073143"/>
              <a:ext cx="42813" cy="19151"/>
            </a:xfrm>
            <a:custGeom>
              <a:avLst/>
              <a:gdLst>
                <a:gd name="connsiteX0" fmla="*/ 40896 w 42813"/>
                <a:gd name="connsiteY0" fmla="*/ 0 h 19151"/>
                <a:gd name="connsiteX1" fmla="*/ 21726 w 42813"/>
                <a:gd name="connsiteY1" fmla="*/ 3830 h 19151"/>
                <a:gd name="connsiteX2" fmla="*/ 1917 w 42813"/>
                <a:gd name="connsiteY2" fmla="*/ 0 h 19151"/>
                <a:gd name="connsiteX3" fmla="*/ 0 w 42813"/>
                <a:gd name="connsiteY3" fmla="*/ 5107 h 19151"/>
                <a:gd name="connsiteX4" fmla="*/ 3195 w 42813"/>
                <a:gd name="connsiteY4" fmla="*/ 13406 h 19151"/>
                <a:gd name="connsiteX5" fmla="*/ 21726 w 42813"/>
                <a:gd name="connsiteY5" fmla="*/ 19152 h 19151"/>
                <a:gd name="connsiteX6" fmla="*/ 40257 w 42813"/>
                <a:gd name="connsiteY6" fmla="*/ 13406 h 19151"/>
                <a:gd name="connsiteX7" fmla="*/ 42813 w 42813"/>
                <a:gd name="connsiteY7" fmla="*/ 4468 h 19151"/>
                <a:gd name="connsiteX8" fmla="*/ 40896 w 42813"/>
                <a:gd name="connsiteY8" fmla="*/ 0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13" h="19151">
                  <a:moveTo>
                    <a:pt x="40896" y="0"/>
                  </a:moveTo>
                  <a:cubicBezTo>
                    <a:pt x="34506" y="3192"/>
                    <a:pt x="25560" y="3830"/>
                    <a:pt x="21726" y="3830"/>
                  </a:cubicBezTo>
                  <a:cubicBezTo>
                    <a:pt x="17253" y="3830"/>
                    <a:pt x="8307" y="3192"/>
                    <a:pt x="1917" y="0"/>
                  </a:cubicBezTo>
                  <a:cubicBezTo>
                    <a:pt x="1278" y="1915"/>
                    <a:pt x="640" y="3192"/>
                    <a:pt x="0" y="5107"/>
                  </a:cubicBezTo>
                  <a:cubicBezTo>
                    <a:pt x="0" y="7022"/>
                    <a:pt x="0" y="10852"/>
                    <a:pt x="3195" y="13406"/>
                  </a:cubicBezTo>
                  <a:cubicBezTo>
                    <a:pt x="6390" y="17236"/>
                    <a:pt x="12780" y="19152"/>
                    <a:pt x="21726" y="19152"/>
                  </a:cubicBezTo>
                  <a:cubicBezTo>
                    <a:pt x="30672" y="19152"/>
                    <a:pt x="37062" y="17236"/>
                    <a:pt x="40257" y="13406"/>
                  </a:cubicBezTo>
                  <a:cubicBezTo>
                    <a:pt x="42813" y="10214"/>
                    <a:pt x="42813" y="5745"/>
                    <a:pt x="42813" y="4468"/>
                  </a:cubicBezTo>
                  <a:cubicBezTo>
                    <a:pt x="42174" y="3192"/>
                    <a:pt x="41535" y="1915"/>
                    <a:pt x="40896" y="0"/>
                  </a:cubicBezTo>
                  <a:close/>
                </a:path>
              </a:pathLst>
            </a:custGeom>
            <a:solidFill>
              <a:srgbClr val="00A3E0"/>
            </a:solidFill>
            <a:ln w="6390" cap="flat">
              <a:noFill/>
              <a:prstDash val="solid"/>
              <a:miter/>
            </a:ln>
          </p:spPr>
          <p:txBody>
            <a:bodyPr rtlCol="0" anchor="ctr"/>
            <a:lstStyle/>
            <a:p>
              <a:endParaRPr lang="en-US"/>
            </a:p>
          </p:txBody>
        </p:sp>
      </p:grpSp>
      <p:grpSp>
        <p:nvGrpSpPr>
          <p:cNvPr id="1322" name="Graphic 4">
            <a:extLst>
              <a:ext uri="{FF2B5EF4-FFF2-40B4-BE49-F238E27FC236}">
                <a16:creationId xmlns:a16="http://schemas.microsoft.com/office/drawing/2014/main" id="{8549EC11-5445-4940-92B7-5C0A166090F1}"/>
              </a:ext>
            </a:extLst>
          </p:cNvPr>
          <p:cNvGrpSpPr/>
          <p:nvPr/>
        </p:nvGrpSpPr>
        <p:grpSpPr>
          <a:xfrm>
            <a:off x="10324860" y="3824168"/>
            <a:ext cx="361674" cy="361333"/>
            <a:chOff x="10324860" y="3824168"/>
            <a:chExt cx="361674" cy="361333"/>
          </a:xfrm>
          <a:solidFill>
            <a:srgbClr val="00A3E0"/>
          </a:solidFill>
        </p:grpSpPr>
        <p:sp>
          <p:nvSpPr>
            <p:cNvPr id="1323" name="Graphic 4">
              <a:extLst>
                <a:ext uri="{FF2B5EF4-FFF2-40B4-BE49-F238E27FC236}">
                  <a16:creationId xmlns:a16="http://schemas.microsoft.com/office/drawing/2014/main" id="{4E1588EF-CB83-8F47-BB66-1DEF8F130079}"/>
                </a:ext>
              </a:extLst>
            </p:cNvPr>
            <p:cNvSpPr/>
            <p:nvPr/>
          </p:nvSpPr>
          <p:spPr>
            <a:xfrm>
              <a:off x="10418153" y="4027178"/>
              <a:ext cx="53036" cy="46033"/>
            </a:xfrm>
            <a:custGeom>
              <a:avLst/>
              <a:gdLst>
                <a:gd name="connsiteX0" fmla="*/ 46007 w 53036"/>
                <a:gd name="connsiteY0" fmla="*/ 35750 h 46033"/>
                <a:gd name="connsiteX1" fmla="*/ 53036 w 53036"/>
                <a:gd name="connsiteY1" fmla="*/ 15321 h 46033"/>
                <a:gd name="connsiteX2" fmla="*/ 42173 w 53036"/>
                <a:gd name="connsiteY2" fmla="*/ 0 h 46033"/>
                <a:gd name="connsiteX3" fmla="*/ 0 w 53036"/>
                <a:gd name="connsiteY3" fmla="*/ 14045 h 46033"/>
                <a:gd name="connsiteX4" fmla="*/ 27476 w 53036"/>
                <a:gd name="connsiteY4" fmla="*/ 45965 h 46033"/>
                <a:gd name="connsiteX5" fmla="*/ 46007 w 53036"/>
                <a:gd name="connsiteY5" fmla="*/ 35750 h 46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036" h="46033">
                  <a:moveTo>
                    <a:pt x="46007" y="35750"/>
                  </a:moveTo>
                  <a:cubicBezTo>
                    <a:pt x="48563" y="31920"/>
                    <a:pt x="51119" y="23621"/>
                    <a:pt x="53036" y="15321"/>
                  </a:cubicBezTo>
                  <a:cubicBezTo>
                    <a:pt x="47925" y="12129"/>
                    <a:pt x="44730" y="5745"/>
                    <a:pt x="42173" y="0"/>
                  </a:cubicBezTo>
                  <a:cubicBezTo>
                    <a:pt x="33866" y="6384"/>
                    <a:pt x="19809" y="15960"/>
                    <a:pt x="0" y="14045"/>
                  </a:cubicBezTo>
                  <a:cubicBezTo>
                    <a:pt x="1917" y="30643"/>
                    <a:pt x="11501" y="45965"/>
                    <a:pt x="27476" y="45965"/>
                  </a:cubicBezTo>
                  <a:cubicBezTo>
                    <a:pt x="35783" y="46603"/>
                    <a:pt x="41535" y="42773"/>
                    <a:pt x="46007" y="35750"/>
                  </a:cubicBezTo>
                  <a:close/>
                </a:path>
              </a:pathLst>
            </a:custGeom>
            <a:solidFill>
              <a:srgbClr val="00A3E0"/>
            </a:solidFill>
            <a:ln w="6390" cap="flat">
              <a:noFill/>
              <a:prstDash val="solid"/>
              <a:miter/>
            </a:ln>
          </p:spPr>
          <p:txBody>
            <a:bodyPr rtlCol="0" anchor="ctr"/>
            <a:lstStyle/>
            <a:p>
              <a:endParaRPr lang="en-US"/>
            </a:p>
          </p:txBody>
        </p:sp>
        <p:sp>
          <p:nvSpPr>
            <p:cNvPr id="1324" name="Graphic 4">
              <a:extLst>
                <a:ext uri="{FF2B5EF4-FFF2-40B4-BE49-F238E27FC236}">
                  <a16:creationId xmlns:a16="http://schemas.microsoft.com/office/drawing/2014/main" id="{A2B53A89-67A1-054A-B531-28125068B41C}"/>
                </a:ext>
              </a:extLst>
            </p:cNvPr>
            <p:cNvSpPr/>
            <p:nvPr/>
          </p:nvSpPr>
          <p:spPr>
            <a:xfrm>
              <a:off x="10399404" y="3986030"/>
              <a:ext cx="84264" cy="97965"/>
            </a:xfrm>
            <a:custGeom>
              <a:avLst/>
              <a:gdLst>
                <a:gd name="connsiteX0" fmla="*/ 2774 w 84264"/>
                <a:gd name="connsiteY0" fmla="*/ 97966 h 97965"/>
                <a:gd name="connsiteX1" fmla="*/ 20665 w 84264"/>
                <a:gd name="connsiteY1" fmla="*/ 92220 h 97965"/>
                <a:gd name="connsiteX2" fmla="*/ 20665 w 84264"/>
                <a:gd name="connsiteY2" fmla="*/ 89666 h 97965"/>
                <a:gd name="connsiteX3" fmla="*/ 5330 w 84264"/>
                <a:gd name="connsiteY3" fmla="*/ 48171 h 97965"/>
                <a:gd name="connsiteX4" fmla="*/ 5330 w 84264"/>
                <a:gd name="connsiteY4" fmla="*/ 46894 h 97965"/>
                <a:gd name="connsiteX5" fmla="*/ 5330 w 84264"/>
                <a:gd name="connsiteY5" fmla="*/ 46255 h 97965"/>
                <a:gd name="connsiteX6" fmla="*/ 5330 w 84264"/>
                <a:gd name="connsiteY6" fmla="*/ 46255 h 97965"/>
                <a:gd name="connsiteX7" fmla="*/ 5969 w 84264"/>
                <a:gd name="connsiteY7" fmla="*/ 44340 h 97965"/>
                <a:gd name="connsiteX8" fmla="*/ 6608 w 84264"/>
                <a:gd name="connsiteY8" fmla="*/ 43702 h 97965"/>
                <a:gd name="connsiteX9" fmla="*/ 7885 w 84264"/>
                <a:gd name="connsiteY9" fmla="*/ 42425 h 97965"/>
                <a:gd name="connsiteX10" fmla="*/ 8525 w 84264"/>
                <a:gd name="connsiteY10" fmla="*/ 41787 h 97965"/>
                <a:gd name="connsiteX11" fmla="*/ 9803 w 84264"/>
                <a:gd name="connsiteY11" fmla="*/ 41148 h 97965"/>
                <a:gd name="connsiteX12" fmla="*/ 11080 w 84264"/>
                <a:gd name="connsiteY12" fmla="*/ 41148 h 97965"/>
                <a:gd name="connsiteX13" fmla="*/ 11720 w 84264"/>
                <a:gd name="connsiteY13" fmla="*/ 41148 h 97965"/>
                <a:gd name="connsiteX14" fmla="*/ 11720 w 84264"/>
                <a:gd name="connsiteY14" fmla="*/ 41148 h 97965"/>
                <a:gd name="connsiteX15" fmla="*/ 12359 w 84264"/>
                <a:gd name="connsiteY15" fmla="*/ 41148 h 97965"/>
                <a:gd name="connsiteX16" fmla="*/ 12998 w 84264"/>
                <a:gd name="connsiteY16" fmla="*/ 41148 h 97965"/>
                <a:gd name="connsiteX17" fmla="*/ 55810 w 84264"/>
                <a:gd name="connsiteY17" fmla="*/ 27104 h 97965"/>
                <a:gd name="connsiteX18" fmla="*/ 59005 w 84264"/>
                <a:gd name="connsiteY18" fmla="*/ 23912 h 97965"/>
                <a:gd name="connsiteX19" fmla="*/ 64756 w 84264"/>
                <a:gd name="connsiteY19" fmla="*/ 23273 h 97965"/>
                <a:gd name="connsiteX20" fmla="*/ 68590 w 84264"/>
                <a:gd name="connsiteY20" fmla="*/ 27742 h 97965"/>
                <a:gd name="connsiteX21" fmla="*/ 78175 w 84264"/>
                <a:gd name="connsiteY21" fmla="*/ 45617 h 97965"/>
                <a:gd name="connsiteX22" fmla="*/ 78175 w 84264"/>
                <a:gd name="connsiteY22" fmla="*/ 45617 h 97965"/>
                <a:gd name="connsiteX23" fmla="*/ 78175 w 84264"/>
                <a:gd name="connsiteY23" fmla="*/ 45617 h 97965"/>
                <a:gd name="connsiteX24" fmla="*/ 78814 w 84264"/>
                <a:gd name="connsiteY24" fmla="*/ 45617 h 97965"/>
                <a:gd name="connsiteX25" fmla="*/ 80092 w 84264"/>
                <a:gd name="connsiteY25" fmla="*/ 46255 h 97965"/>
                <a:gd name="connsiteX26" fmla="*/ 80731 w 84264"/>
                <a:gd name="connsiteY26" fmla="*/ 46894 h 97965"/>
                <a:gd name="connsiteX27" fmla="*/ 82009 w 84264"/>
                <a:gd name="connsiteY27" fmla="*/ 48171 h 97965"/>
                <a:gd name="connsiteX28" fmla="*/ 82009 w 84264"/>
                <a:gd name="connsiteY28" fmla="*/ 48171 h 97965"/>
                <a:gd name="connsiteX29" fmla="*/ 82648 w 84264"/>
                <a:gd name="connsiteY29" fmla="*/ 50086 h 97965"/>
                <a:gd name="connsiteX30" fmla="*/ 82648 w 84264"/>
                <a:gd name="connsiteY30" fmla="*/ 50724 h 97965"/>
                <a:gd name="connsiteX31" fmla="*/ 82648 w 84264"/>
                <a:gd name="connsiteY31" fmla="*/ 52639 h 97965"/>
                <a:gd name="connsiteX32" fmla="*/ 82648 w 84264"/>
                <a:gd name="connsiteY32" fmla="*/ 52639 h 97965"/>
                <a:gd name="connsiteX33" fmla="*/ 82648 w 84264"/>
                <a:gd name="connsiteY33" fmla="*/ 52639 h 97965"/>
                <a:gd name="connsiteX34" fmla="*/ 73063 w 84264"/>
                <a:gd name="connsiteY34" fmla="*/ 82644 h 97965"/>
                <a:gd name="connsiteX35" fmla="*/ 67951 w 84264"/>
                <a:gd name="connsiteY35" fmla="*/ 89028 h 97965"/>
                <a:gd name="connsiteX36" fmla="*/ 67951 w 84264"/>
                <a:gd name="connsiteY36" fmla="*/ 90943 h 97965"/>
                <a:gd name="connsiteX37" fmla="*/ 83926 w 84264"/>
                <a:gd name="connsiteY37" fmla="*/ 96050 h 97965"/>
                <a:gd name="connsiteX38" fmla="*/ 82009 w 84264"/>
                <a:gd name="connsiteY38" fmla="*/ 67961 h 97965"/>
                <a:gd name="connsiteX39" fmla="*/ 75619 w 84264"/>
                <a:gd name="connsiteY39" fmla="*/ 16251 h 97965"/>
                <a:gd name="connsiteX40" fmla="*/ 61561 w 84264"/>
                <a:gd name="connsiteY40" fmla="*/ 6675 h 97965"/>
                <a:gd name="connsiteX41" fmla="*/ 57088 w 84264"/>
                <a:gd name="connsiteY41" fmla="*/ 4760 h 97965"/>
                <a:gd name="connsiteX42" fmla="*/ 36640 w 84264"/>
                <a:gd name="connsiteY42" fmla="*/ 291 h 97965"/>
                <a:gd name="connsiteX43" fmla="*/ 9803 w 84264"/>
                <a:gd name="connsiteY43" fmla="*/ 17528 h 97965"/>
                <a:gd name="connsiteX44" fmla="*/ 2135 w 84264"/>
                <a:gd name="connsiteY44" fmla="*/ 69876 h 97965"/>
                <a:gd name="connsiteX45" fmla="*/ 2774 w 84264"/>
                <a:gd name="connsiteY45" fmla="*/ 97966 h 97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84264" h="97965">
                  <a:moveTo>
                    <a:pt x="2774" y="97966"/>
                  </a:moveTo>
                  <a:cubicBezTo>
                    <a:pt x="9803" y="95412"/>
                    <a:pt x="16193" y="93497"/>
                    <a:pt x="20665" y="92220"/>
                  </a:cubicBezTo>
                  <a:cubicBezTo>
                    <a:pt x="20665" y="90943"/>
                    <a:pt x="20665" y="90305"/>
                    <a:pt x="20665" y="89666"/>
                  </a:cubicBezTo>
                  <a:cubicBezTo>
                    <a:pt x="10442" y="79452"/>
                    <a:pt x="5330" y="63492"/>
                    <a:pt x="5330" y="48171"/>
                  </a:cubicBezTo>
                  <a:cubicBezTo>
                    <a:pt x="5330" y="47532"/>
                    <a:pt x="5330" y="47532"/>
                    <a:pt x="5330" y="46894"/>
                  </a:cubicBezTo>
                  <a:cubicBezTo>
                    <a:pt x="5330" y="46894"/>
                    <a:pt x="5330" y="46894"/>
                    <a:pt x="5330" y="46255"/>
                  </a:cubicBezTo>
                  <a:cubicBezTo>
                    <a:pt x="5330" y="46255"/>
                    <a:pt x="5330" y="46255"/>
                    <a:pt x="5330" y="46255"/>
                  </a:cubicBezTo>
                  <a:cubicBezTo>
                    <a:pt x="5330" y="45617"/>
                    <a:pt x="5969" y="44979"/>
                    <a:pt x="5969" y="44340"/>
                  </a:cubicBezTo>
                  <a:cubicBezTo>
                    <a:pt x="5969" y="44340"/>
                    <a:pt x="5969" y="43702"/>
                    <a:pt x="6608" y="43702"/>
                  </a:cubicBezTo>
                  <a:cubicBezTo>
                    <a:pt x="7247" y="43063"/>
                    <a:pt x="7247" y="43063"/>
                    <a:pt x="7885" y="42425"/>
                  </a:cubicBezTo>
                  <a:cubicBezTo>
                    <a:pt x="7885" y="42425"/>
                    <a:pt x="8525" y="41787"/>
                    <a:pt x="8525" y="41787"/>
                  </a:cubicBezTo>
                  <a:cubicBezTo>
                    <a:pt x="9164" y="41787"/>
                    <a:pt x="9164" y="41787"/>
                    <a:pt x="9803" y="41148"/>
                  </a:cubicBezTo>
                  <a:cubicBezTo>
                    <a:pt x="10442" y="41148"/>
                    <a:pt x="10442" y="41148"/>
                    <a:pt x="11080" y="41148"/>
                  </a:cubicBezTo>
                  <a:cubicBezTo>
                    <a:pt x="11080" y="41148"/>
                    <a:pt x="11080" y="41148"/>
                    <a:pt x="11720" y="41148"/>
                  </a:cubicBezTo>
                  <a:cubicBezTo>
                    <a:pt x="11720" y="41148"/>
                    <a:pt x="11720" y="41148"/>
                    <a:pt x="11720" y="41148"/>
                  </a:cubicBezTo>
                  <a:cubicBezTo>
                    <a:pt x="11720" y="41148"/>
                    <a:pt x="12359" y="41148"/>
                    <a:pt x="12359" y="41148"/>
                  </a:cubicBezTo>
                  <a:cubicBezTo>
                    <a:pt x="12359" y="41148"/>
                    <a:pt x="12998" y="41148"/>
                    <a:pt x="12998" y="41148"/>
                  </a:cubicBezTo>
                  <a:cubicBezTo>
                    <a:pt x="34724" y="46255"/>
                    <a:pt x="49420" y="33488"/>
                    <a:pt x="55810" y="27104"/>
                  </a:cubicBezTo>
                  <a:cubicBezTo>
                    <a:pt x="57088" y="25827"/>
                    <a:pt x="58366" y="24550"/>
                    <a:pt x="59005" y="23912"/>
                  </a:cubicBezTo>
                  <a:cubicBezTo>
                    <a:pt x="60922" y="22635"/>
                    <a:pt x="62840" y="22635"/>
                    <a:pt x="64756" y="23273"/>
                  </a:cubicBezTo>
                  <a:cubicBezTo>
                    <a:pt x="66673" y="23912"/>
                    <a:pt x="67951" y="25827"/>
                    <a:pt x="68590" y="27742"/>
                  </a:cubicBezTo>
                  <a:cubicBezTo>
                    <a:pt x="71146" y="36041"/>
                    <a:pt x="76258" y="44979"/>
                    <a:pt x="78175" y="45617"/>
                  </a:cubicBezTo>
                  <a:cubicBezTo>
                    <a:pt x="78175" y="45617"/>
                    <a:pt x="78175" y="45617"/>
                    <a:pt x="78175" y="45617"/>
                  </a:cubicBezTo>
                  <a:cubicBezTo>
                    <a:pt x="78175" y="45617"/>
                    <a:pt x="78175" y="45617"/>
                    <a:pt x="78175" y="45617"/>
                  </a:cubicBezTo>
                  <a:cubicBezTo>
                    <a:pt x="78175" y="45617"/>
                    <a:pt x="78814" y="45617"/>
                    <a:pt x="78814" y="45617"/>
                  </a:cubicBezTo>
                  <a:cubicBezTo>
                    <a:pt x="79453" y="45617"/>
                    <a:pt x="80092" y="45617"/>
                    <a:pt x="80092" y="46255"/>
                  </a:cubicBezTo>
                  <a:cubicBezTo>
                    <a:pt x="80092" y="46255"/>
                    <a:pt x="80092" y="46255"/>
                    <a:pt x="80731" y="46894"/>
                  </a:cubicBezTo>
                  <a:cubicBezTo>
                    <a:pt x="81370" y="47532"/>
                    <a:pt x="82009" y="47532"/>
                    <a:pt x="82009" y="48171"/>
                  </a:cubicBezTo>
                  <a:cubicBezTo>
                    <a:pt x="82009" y="48171"/>
                    <a:pt x="82009" y="48171"/>
                    <a:pt x="82009" y="48171"/>
                  </a:cubicBezTo>
                  <a:cubicBezTo>
                    <a:pt x="82648" y="48809"/>
                    <a:pt x="82648" y="49447"/>
                    <a:pt x="82648" y="50086"/>
                  </a:cubicBezTo>
                  <a:cubicBezTo>
                    <a:pt x="82648" y="50086"/>
                    <a:pt x="82648" y="50086"/>
                    <a:pt x="82648" y="50724"/>
                  </a:cubicBezTo>
                  <a:cubicBezTo>
                    <a:pt x="82648" y="51363"/>
                    <a:pt x="82648" y="52001"/>
                    <a:pt x="82648" y="52639"/>
                  </a:cubicBezTo>
                  <a:cubicBezTo>
                    <a:pt x="82648" y="52639"/>
                    <a:pt x="82648" y="52639"/>
                    <a:pt x="82648" y="52639"/>
                  </a:cubicBezTo>
                  <a:cubicBezTo>
                    <a:pt x="82648" y="52639"/>
                    <a:pt x="82648" y="52639"/>
                    <a:pt x="82648" y="52639"/>
                  </a:cubicBezTo>
                  <a:cubicBezTo>
                    <a:pt x="81370" y="62215"/>
                    <a:pt x="77536" y="75622"/>
                    <a:pt x="73063" y="82644"/>
                  </a:cubicBezTo>
                  <a:cubicBezTo>
                    <a:pt x="71146" y="85198"/>
                    <a:pt x="69868" y="87113"/>
                    <a:pt x="67951" y="89028"/>
                  </a:cubicBezTo>
                  <a:cubicBezTo>
                    <a:pt x="67951" y="89666"/>
                    <a:pt x="67951" y="90305"/>
                    <a:pt x="67951" y="90943"/>
                  </a:cubicBezTo>
                  <a:cubicBezTo>
                    <a:pt x="71785" y="91582"/>
                    <a:pt x="77536" y="93497"/>
                    <a:pt x="83926" y="96050"/>
                  </a:cubicBezTo>
                  <a:cubicBezTo>
                    <a:pt x="80731" y="86474"/>
                    <a:pt x="80092" y="75622"/>
                    <a:pt x="82009" y="67961"/>
                  </a:cubicBezTo>
                  <a:cubicBezTo>
                    <a:pt x="87760" y="39233"/>
                    <a:pt x="81370" y="23912"/>
                    <a:pt x="75619" y="16251"/>
                  </a:cubicBezTo>
                  <a:cubicBezTo>
                    <a:pt x="69868" y="8590"/>
                    <a:pt x="62840" y="6675"/>
                    <a:pt x="61561" y="6675"/>
                  </a:cubicBezTo>
                  <a:cubicBezTo>
                    <a:pt x="59645" y="6675"/>
                    <a:pt x="58366" y="6036"/>
                    <a:pt x="57088" y="4760"/>
                  </a:cubicBezTo>
                  <a:cubicBezTo>
                    <a:pt x="54532" y="2206"/>
                    <a:pt x="46865" y="-986"/>
                    <a:pt x="36640" y="291"/>
                  </a:cubicBezTo>
                  <a:cubicBezTo>
                    <a:pt x="25139" y="1568"/>
                    <a:pt x="16193" y="7313"/>
                    <a:pt x="9803" y="17528"/>
                  </a:cubicBezTo>
                  <a:cubicBezTo>
                    <a:pt x="218" y="31572"/>
                    <a:pt x="-2338" y="52639"/>
                    <a:pt x="2135" y="69876"/>
                  </a:cubicBezTo>
                  <a:cubicBezTo>
                    <a:pt x="6608" y="81367"/>
                    <a:pt x="5330" y="90305"/>
                    <a:pt x="2774" y="97966"/>
                  </a:cubicBezTo>
                  <a:close/>
                </a:path>
              </a:pathLst>
            </a:custGeom>
            <a:solidFill>
              <a:srgbClr val="00A3E0"/>
            </a:solidFill>
            <a:ln w="6390" cap="flat">
              <a:noFill/>
              <a:prstDash val="solid"/>
              <a:miter/>
            </a:ln>
          </p:spPr>
          <p:txBody>
            <a:bodyPr rtlCol="0" anchor="ctr"/>
            <a:lstStyle/>
            <a:p>
              <a:endParaRPr lang="en-US"/>
            </a:p>
          </p:txBody>
        </p:sp>
        <p:sp>
          <p:nvSpPr>
            <p:cNvPr id="1325" name="Graphic 4">
              <a:extLst>
                <a:ext uri="{FF2B5EF4-FFF2-40B4-BE49-F238E27FC236}">
                  <a16:creationId xmlns:a16="http://schemas.microsoft.com/office/drawing/2014/main" id="{5539F1E2-A047-864D-829E-96842BE2E792}"/>
                </a:ext>
              </a:extLst>
            </p:cNvPr>
            <p:cNvSpPr/>
            <p:nvPr/>
          </p:nvSpPr>
          <p:spPr>
            <a:xfrm>
              <a:off x="10526332" y="3986668"/>
              <a:ext cx="84658" cy="97326"/>
            </a:xfrm>
            <a:custGeom>
              <a:avLst/>
              <a:gdLst>
                <a:gd name="connsiteX0" fmla="*/ 17063 w 84658"/>
                <a:gd name="connsiteY0" fmla="*/ 90943 h 97326"/>
                <a:gd name="connsiteX1" fmla="*/ 17063 w 84658"/>
                <a:gd name="connsiteY1" fmla="*/ 89028 h 97326"/>
                <a:gd name="connsiteX2" fmla="*/ 11951 w 84658"/>
                <a:gd name="connsiteY2" fmla="*/ 82644 h 97326"/>
                <a:gd name="connsiteX3" fmla="*/ 2366 w 84658"/>
                <a:gd name="connsiteY3" fmla="*/ 52639 h 97326"/>
                <a:gd name="connsiteX4" fmla="*/ 2366 w 84658"/>
                <a:gd name="connsiteY4" fmla="*/ 52639 h 97326"/>
                <a:gd name="connsiteX5" fmla="*/ 2366 w 84658"/>
                <a:gd name="connsiteY5" fmla="*/ 52639 h 97326"/>
                <a:gd name="connsiteX6" fmla="*/ 2366 w 84658"/>
                <a:gd name="connsiteY6" fmla="*/ 51363 h 97326"/>
                <a:gd name="connsiteX7" fmla="*/ 2366 w 84658"/>
                <a:gd name="connsiteY7" fmla="*/ 50086 h 97326"/>
                <a:gd name="connsiteX8" fmla="*/ 3006 w 84658"/>
                <a:gd name="connsiteY8" fmla="*/ 48809 h 97326"/>
                <a:gd name="connsiteX9" fmla="*/ 3645 w 84658"/>
                <a:gd name="connsiteY9" fmla="*/ 47532 h 97326"/>
                <a:gd name="connsiteX10" fmla="*/ 4283 w 84658"/>
                <a:gd name="connsiteY10" fmla="*/ 46894 h 97326"/>
                <a:gd name="connsiteX11" fmla="*/ 4922 w 84658"/>
                <a:gd name="connsiteY11" fmla="*/ 46255 h 97326"/>
                <a:gd name="connsiteX12" fmla="*/ 6201 w 84658"/>
                <a:gd name="connsiteY12" fmla="*/ 45617 h 97326"/>
                <a:gd name="connsiteX13" fmla="*/ 7478 w 84658"/>
                <a:gd name="connsiteY13" fmla="*/ 44979 h 97326"/>
                <a:gd name="connsiteX14" fmla="*/ 7478 w 84658"/>
                <a:gd name="connsiteY14" fmla="*/ 44979 h 97326"/>
                <a:gd name="connsiteX15" fmla="*/ 7478 w 84658"/>
                <a:gd name="connsiteY15" fmla="*/ 44979 h 97326"/>
                <a:gd name="connsiteX16" fmla="*/ 17063 w 84658"/>
                <a:gd name="connsiteY16" fmla="*/ 27103 h 97326"/>
                <a:gd name="connsiteX17" fmla="*/ 20897 w 84658"/>
                <a:gd name="connsiteY17" fmla="*/ 22635 h 97326"/>
                <a:gd name="connsiteX18" fmla="*/ 26648 w 84658"/>
                <a:gd name="connsiteY18" fmla="*/ 23273 h 97326"/>
                <a:gd name="connsiteX19" fmla="*/ 29843 w 84658"/>
                <a:gd name="connsiteY19" fmla="*/ 26465 h 97326"/>
                <a:gd name="connsiteX20" fmla="*/ 72655 w 84658"/>
                <a:gd name="connsiteY20" fmla="*/ 40510 h 97326"/>
                <a:gd name="connsiteX21" fmla="*/ 73295 w 84658"/>
                <a:gd name="connsiteY21" fmla="*/ 40510 h 97326"/>
                <a:gd name="connsiteX22" fmla="*/ 73934 w 84658"/>
                <a:gd name="connsiteY22" fmla="*/ 40510 h 97326"/>
                <a:gd name="connsiteX23" fmla="*/ 73934 w 84658"/>
                <a:gd name="connsiteY23" fmla="*/ 40510 h 97326"/>
                <a:gd name="connsiteX24" fmla="*/ 74573 w 84658"/>
                <a:gd name="connsiteY24" fmla="*/ 40510 h 97326"/>
                <a:gd name="connsiteX25" fmla="*/ 75850 w 84658"/>
                <a:gd name="connsiteY25" fmla="*/ 40510 h 97326"/>
                <a:gd name="connsiteX26" fmla="*/ 77129 w 84658"/>
                <a:gd name="connsiteY26" fmla="*/ 41148 h 97326"/>
                <a:gd name="connsiteX27" fmla="*/ 77768 w 84658"/>
                <a:gd name="connsiteY27" fmla="*/ 41787 h 97326"/>
                <a:gd name="connsiteX28" fmla="*/ 79045 w 84658"/>
                <a:gd name="connsiteY28" fmla="*/ 43063 h 97326"/>
                <a:gd name="connsiteX29" fmla="*/ 79685 w 84658"/>
                <a:gd name="connsiteY29" fmla="*/ 43702 h 97326"/>
                <a:gd name="connsiteX30" fmla="*/ 80324 w 84658"/>
                <a:gd name="connsiteY30" fmla="*/ 45617 h 97326"/>
                <a:gd name="connsiteX31" fmla="*/ 80324 w 84658"/>
                <a:gd name="connsiteY31" fmla="*/ 45617 h 97326"/>
                <a:gd name="connsiteX32" fmla="*/ 80324 w 84658"/>
                <a:gd name="connsiteY32" fmla="*/ 46255 h 97326"/>
                <a:gd name="connsiteX33" fmla="*/ 80324 w 84658"/>
                <a:gd name="connsiteY33" fmla="*/ 47532 h 97326"/>
                <a:gd name="connsiteX34" fmla="*/ 64988 w 84658"/>
                <a:gd name="connsiteY34" fmla="*/ 89028 h 97326"/>
                <a:gd name="connsiteX35" fmla="*/ 64988 w 84658"/>
                <a:gd name="connsiteY35" fmla="*/ 91582 h 97326"/>
                <a:gd name="connsiteX36" fmla="*/ 82880 w 84658"/>
                <a:gd name="connsiteY36" fmla="*/ 97327 h 97326"/>
                <a:gd name="connsiteX37" fmla="*/ 82240 w 84658"/>
                <a:gd name="connsiteY37" fmla="*/ 69876 h 97326"/>
                <a:gd name="connsiteX38" fmla="*/ 74573 w 84658"/>
                <a:gd name="connsiteY38" fmla="*/ 17527 h 97326"/>
                <a:gd name="connsiteX39" fmla="*/ 47735 w 84658"/>
                <a:gd name="connsiteY39" fmla="*/ 291 h 97326"/>
                <a:gd name="connsiteX40" fmla="*/ 27287 w 84658"/>
                <a:gd name="connsiteY40" fmla="*/ 4759 h 97326"/>
                <a:gd name="connsiteX41" fmla="*/ 22814 w 84658"/>
                <a:gd name="connsiteY41" fmla="*/ 6675 h 97326"/>
                <a:gd name="connsiteX42" fmla="*/ 8756 w 84658"/>
                <a:gd name="connsiteY42" fmla="*/ 16251 h 97326"/>
                <a:gd name="connsiteX43" fmla="*/ 2366 w 84658"/>
                <a:gd name="connsiteY43" fmla="*/ 67961 h 97326"/>
                <a:gd name="connsiteX44" fmla="*/ 450 w 84658"/>
                <a:gd name="connsiteY44" fmla="*/ 96050 h 97326"/>
                <a:gd name="connsiteX45" fmla="*/ 17063 w 84658"/>
                <a:gd name="connsiteY45" fmla="*/ 90943 h 9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84658" h="97326">
                  <a:moveTo>
                    <a:pt x="17063" y="90943"/>
                  </a:moveTo>
                  <a:cubicBezTo>
                    <a:pt x="17063" y="90305"/>
                    <a:pt x="17063" y="89666"/>
                    <a:pt x="17063" y="89028"/>
                  </a:cubicBezTo>
                  <a:cubicBezTo>
                    <a:pt x="15146" y="87113"/>
                    <a:pt x="13229" y="85198"/>
                    <a:pt x="11951" y="82644"/>
                  </a:cubicBezTo>
                  <a:cubicBezTo>
                    <a:pt x="7478" y="75622"/>
                    <a:pt x="3645" y="62215"/>
                    <a:pt x="2366" y="52639"/>
                  </a:cubicBezTo>
                  <a:cubicBezTo>
                    <a:pt x="2366" y="52639"/>
                    <a:pt x="2366" y="52639"/>
                    <a:pt x="2366" y="52639"/>
                  </a:cubicBezTo>
                  <a:cubicBezTo>
                    <a:pt x="2366" y="52639"/>
                    <a:pt x="2366" y="52639"/>
                    <a:pt x="2366" y="52639"/>
                  </a:cubicBezTo>
                  <a:cubicBezTo>
                    <a:pt x="2366" y="52001"/>
                    <a:pt x="2366" y="52001"/>
                    <a:pt x="2366" y="51363"/>
                  </a:cubicBezTo>
                  <a:cubicBezTo>
                    <a:pt x="2366" y="50724"/>
                    <a:pt x="2366" y="50724"/>
                    <a:pt x="2366" y="50086"/>
                  </a:cubicBezTo>
                  <a:cubicBezTo>
                    <a:pt x="2366" y="49447"/>
                    <a:pt x="3006" y="49447"/>
                    <a:pt x="3006" y="48809"/>
                  </a:cubicBezTo>
                  <a:cubicBezTo>
                    <a:pt x="3006" y="48171"/>
                    <a:pt x="3645" y="48171"/>
                    <a:pt x="3645" y="47532"/>
                  </a:cubicBezTo>
                  <a:cubicBezTo>
                    <a:pt x="3645" y="47532"/>
                    <a:pt x="4283" y="46894"/>
                    <a:pt x="4283" y="46894"/>
                  </a:cubicBezTo>
                  <a:cubicBezTo>
                    <a:pt x="4283" y="46894"/>
                    <a:pt x="4922" y="46255"/>
                    <a:pt x="4922" y="46255"/>
                  </a:cubicBezTo>
                  <a:cubicBezTo>
                    <a:pt x="5561" y="46255"/>
                    <a:pt x="5561" y="46255"/>
                    <a:pt x="6201" y="45617"/>
                  </a:cubicBezTo>
                  <a:cubicBezTo>
                    <a:pt x="6839" y="45617"/>
                    <a:pt x="6839" y="45617"/>
                    <a:pt x="7478" y="44979"/>
                  </a:cubicBezTo>
                  <a:cubicBezTo>
                    <a:pt x="7478" y="44979"/>
                    <a:pt x="7478" y="44979"/>
                    <a:pt x="7478" y="44979"/>
                  </a:cubicBezTo>
                  <a:cubicBezTo>
                    <a:pt x="7478" y="44979"/>
                    <a:pt x="7478" y="44979"/>
                    <a:pt x="7478" y="44979"/>
                  </a:cubicBezTo>
                  <a:cubicBezTo>
                    <a:pt x="10034" y="44340"/>
                    <a:pt x="15146" y="35403"/>
                    <a:pt x="17063" y="27103"/>
                  </a:cubicBezTo>
                  <a:cubicBezTo>
                    <a:pt x="17702" y="25188"/>
                    <a:pt x="18981" y="23273"/>
                    <a:pt x="20897" y="22635"/>
                  </a:cubicBezTo>
                  <a:cubicBezTo>
                    <a:pt x="22814" y="21996"/>
                    <a:pt x="24731" y="21996"/>
                    <a:pt x="26648" y="23273"/>
                  </a:cubicBezTo>
                  <a:cubicBezTo>
                    <a:pt x="27287" y="23911"/>
                    <a:pt x="28565" y="24550"/>
                    <a:pt x="29843" y="26465"/>
                  </a:cubicBezTo>
                  <a:cubicBezTo>
                    <a:pt x="36872" y="32849"/>
                    <a:pt x="50930" y="45617"/>
                    <a:pt x="72655" y="40510"/>
                  </a:cubicBezTo>
                  <a:cubicBezTo>
                    <a:pt x="72655" y="40510"/>
                    <a:pt x="73295" y="40510"/>
                    <a:pt x="73295" y="40510"/>
                  </a:cubicBezTo>
                  <a:cubicBezTo>
                    <a:pt x="73295" y="40510"/>
                    <a:pt x="73934" y="40510"/>
                    <a:pt x="73934" y="40510"/>
                  </a:cubicBezTo>
                  <a:cubicBezTo>
                    <a:pt x="73934" y="40510"/>
                    <a:pt x="73934" y="40510"/>
                    <a:pt x="73934" y="40510"/>
                  </a:cubicBezTo>
                  <a:cubicBezTo>
                    <a:pt x="73934" y="40510"/>
                    <a:pt x="73934" y="40510"/>
                    <a:pt x="74573" y="40510"/>
                  </a:cubicBezTo>
                  <a:cubicBezTo>
                    <a:pt x="75212" y="40510"/>
                    <a:pt x="75212" y="40510"/>
                    <a:pt x="75850" y="40510"/>
                  </a:cubicBezTo>
                  <a:cubicBezTo>
                    <a:pt x="76490" y="40510"/>
                    <a:pt x="76490" y="40510"/>
                    <a:pt x="77129" y="41148"/>
                  </a:cubicBezTo>
                  <a:cubicBezTo>
                    <a:pt x="77129" y="41148"/>
                    <a:pt x="77768" y="41787"/>
                    <a:pt x="77768" y="41787"/>
                  </a:cubicBezTo>
                  <a:cubicBezTo>
                    <a:pt x="78406" y="41787"/>
                    <a:pt x="78406" y="42425"/>
                    <a:pt x="79045" y="43063"/>
                  </a:cubicBezTo>
                  <a:cubicBezTo>
                    <a:pt x="79045" y="43063"/>
                    <a:pt x="79045" y="43702"/>
                    <a:pt x="79685" y="43702"/>
                  </a:cubicBezTo>
                  <a:cubicBezTo>
                    <a:pt x="80324" y="44340"/>
                    <a:pt x="80324" y="44979"/>
                    <a:pt x="80324" y="45617"/>
                  </a:cubicBezTo>
                  <a:cubicBezTo>
                    <a:pt x="80324" y="45617"/>
                    <a:pt x="80324" y="45617"/>
                    <a:pt x="80324" y="45617"/>
                  </a:cubicBezTo>
                  <a:cubicBezTo>
                    <a:pt x="80324" y="45617"/>
                    <a:pt x="80324" y="45617"/>
                    <a:pt x="80324" y="46255"/>
                  </a:cubicBezTo>
                  <a:cubicBezTo>
                    <a:pt x="80324" y="46894"/>
                    <a:pt x="80324" y="46894"/>
                    <a:pt x="80324" y="47532"/>
                  </a:cubicBezTo>
                  <a:cubicBezTo>
                    <a:pt x="80324" y="63492"/>
                    <a:pt x="75212" y="79452"/>
                    <a:pt x="64988" y="89028"/>
                  </a:cubicBezTo>
                  <a:cubicBezTo>
                    <a:pt x="64988" y="89666"/>
                    <a:pt x="64988" y="90305"/>
                    <a:pt x="64988" y="91582"/>
                  </a:cubicBezTo>
                  <a:cubicBezTo>
                    <a:pt x="69460" y="92858"/>
                    <a:pt x="75850" y="94774"/>
                    <a:pt x="82880" y="97327"/>
                  </a:cubicBezTo>
                  <a:cubicBezTo>
                    <a:pt x="80324" y="89666"/>
                    <a:pt x="79045" y="80729"/>
                    <a:pt x="82240" y="69876"/>
                  </a:cubicBezTo>
                  <a:cubicBezTo>
                    <a:pt x="87353" y="52639"/>
                    <a:pt x="84158" y="31572"/>
                    <a:pt x="74573" y="17527"/>
                  </a:cubicBezTo>
                  <a:cubicBezTo>
                    <a:pt x="68183" y="7313"/>
                    <a:pt x="58598" y="1567"/>
                    <a:pt x="47735" y="291"/>
                  </a:cubicBezTo>
                  <a:cubicBezTo>
                    <a:pt x="36872" y="-986"/>
                    <a:pt x="29204" y="2206"/>
                    <a:pt x="27287" y="4759"/>
                  </a:cubicBezTo>
                  <a:cubicBezTo>
                    <a:pt x="26009" y="6036"/>
                    <a:pt x="24731" y="6675"/>
                    <a:pt x="22814" y="6675"/>
                  </a:cubicBezTo>
                  <a:cubicBezTo>
                    <a:pt x="21536" y="6675"/>
                    <a:pt x="14507" y="8590"/>
                    <a:pt x="8756" y="16251"/>
                  </a:cubicBezTo>
                  <a:cubicBezTo>
                    <a:pt x="2366" y="23911"/>
                    <a:pt x="-3384" y="39233"/>
                    <a:pt x="2366" y="67961"/>
                  </a:cubicBezTo>
                  <a:cubicBezTo>
                    <a:pt x="3645" y="75622"/>
                    <a:pt x="3645" y="86474"/>
                    <a:pt x="450" y="96050"/>
                  </a:cubicBezTo>
                  <a:cubicBezTo>
                    <a:pt x="7478" y="94135"/>
                    <a:pt x="13229" y="92220"/>
                    <a:pt x="17063" y="90943"/>
                  </a:cubicBezTo>
                  <a:close/>
                </a:path>
              </a:pathLst>
            </a:custGeom>
            <a:solidFill>
              <a:srgbClr val="00A3E0"/>
            </a:solidFill>
            <a:ln w="6390" cap="flat">
              <a:noFill/>
              <a:prstDash val="solid"/>
              <a:miter/>
            </a:ln>
          </p:spPr>
          <p:txBody>
            <a:bodyPr rtlCol="0" anchor="ctr"/>
            <a:lstStyle/>
            <a:p>
              <a:endParaRPr lang="en-US"/>
            </a:p>
          </p:txBody>
        </p:sp>
        <p:sp>
          <p:nvSpPr>
            <p:cNvPr id="1326" name="Graphic 4">
              <a:extLst>
                <a:ext uri="{FF2B5EF4-FFF2-40B4-BE49-F238E27FC236}">
                  <a16:creationId xmlns:a16="http://schemas.microsoft.com/office/drawing/2014/main" id="{2DD14AA6-1788-D64B-9038-E82591FFCFEA}"/>
                </a:ext>
              </a:extLst>
            </p:cNvPr>
            <p:cNvSpPr/>
            <p:nvPr/>
          </p:nvSpPr>
          <p:spPr>
            <a:xfrm>
              <a:off x="10476461" y="3900137"/>
              <a:ext cx="68052" cy="56817"/>
            </a:xfrm>
            <a:custGeom>
              <a:avLst/>
              <a:gdLst>
                <a:gd name="connsiteX0" fmla="*/ 34346 w 68052"/>
                <a:gd name="connsiteY0" fmla="*/ 56818 h 56817"/>
                <a:gd name="connsiteX1" fmla="*/ 63739 w 68052"/>
                <a:gd name="connsiteY1" fmla="*/ 25536 h 56817"/>
                <a:gd name="connsiteX2" fmla="*/ 63739 w 68052"/>
                <a:gd name="connsiteY2" fmla="*/ 4469 h 56817"/>
                <a:gd name="connsiteX3" fmla="*/ 43931 w 68052"/>
                <a:gd name="connsiteY3" fmla="*/ 4469 h 56817"/>
                <a:gd name="connsiteX4" fmla="*/ 33707 w 68052"/>
                <a:gd name="connsiteY4" fmla="*/ 14683 h 56817"/>
                <a:gd name="connsiteX5" fmla="*/ 23483 w 68052"/>
                <a:gd name="connsiteY5" fmla="*/ 4469 h 56817"/>
                <a:gd name="connsiteX6" fmla="*/ 13898 w 68052"/>
                <a:gd name="connsiteY6" fmla="*/ 0 h 56817"/>
                <a:gd name="connsiteX7" fmla="*/ 4313 w 68052"/>
                <a:gd name="connsiteY7" fmla="*/ 4469 h 56817"/>
                <a:gd name="connsiteX8" fmla="*/ 4313 w 68052"/>
                <a:gd name="connsiteY8" fmla="*/ 25536 h 56817"/>
                <a:gd name="connsiteX9" fmla="*/ 34346 w 68052"/>
                <a:gd name="connsiteY9" fmla="*/ 56818 h 56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8052" h="56817">
                  <a:moveTo>
                    <a:pt x="34346" y="56818"/>
                  </a:moveTo>
                  <a:lnTo>
                    <a:pt x="63739" y="25536"/>
                  </a:lnTo>
                  <a:cubicBezTo>
                    <a:pt x="69491" y="19791"/>
                    <a:pt x="69491" y="10215"/>
                    <a:pt x="63739" y="4469"/>
                  </a:cubicBezTo>
                  <a:cubicBezTo>
                    <a:pt x="58627" y="-1277"/>
                    <a:pt x="49042" y="-1277"/>
                    <a:pt x="43931" y="4469"/>
                  </a:cubicBezTo>
                  <a:lnTo>
                    <a:pt x="33707" y="14683"/>
                  </a:lnTo>
                  <a:lnTo>
                    <a:pt x="23483" y="4469"/>
                  </a:lnTo>
                  <a:cubicBezTo>
                    <a:pt x="20927" y="1915"/>
                    <a:pt x="17093" y="0"/>
                    <a:pt x="13898" y="0"/>
                  </a:cubicBezTo>
                  <a:cubicBezTo>
                    <a:pt x="10064" y="0"/>
                    <a:pt x="6869" y="1277"/>
                    <a:pt x="4313" y="4469"/>
                  </a:cubicBezTo>
                  <a:cubicBezTo>
                    <a:pt x="-1438" y="10215"/>
                    <a:pt x="-1438" y="19791"/>
                    <a:pt x="4313" y="25536"/>
                  </a:cubicBezTo>
                  <a:lnTo>
                    <a:pt x="34346" y="56818"/>
                  </a:lnTo>
                  <a:close/>
                </a:path>
              </a:pathLst>
            </a:custGeom>
            <a:solidFill>
              <a:srgbClr val="00A3E0"/>
            </a:solidFill>
            <a:ln w="6390" cap="flat">
              <a:noFill/>
              <a:prstDash val="solid"/>
              <a:miter/>
            </a:ln>
          </p:spPr>
          <p:txBody>
            <a:bodyPr rtlCol="0" anchor="ctr"/>
            <a:lstStyle/>
            <a:p>
              <a:endParaRPr lang="en-US"/>
            </a:p>
          </p:txBody>
        </p:sp>
        <p:sp>
          <p:nvSpPr>
            <p:cNvPr id="1327" name="Graphic 4">
              <a:extLst>
                <a:ext uri="{FF2B5EF4-FFF2-40B4-BE49-F238E27FC236}">
                  <a16:creationId xmlns:a16="http://schemas.microsoft.com/office/drawing/2014/main" id="{E751BD40-EB0E-0D44-9999-978696C3E333}"/>
                </a:ext>
              </a:extLst>
            </p:cNvPr>
            <p:cNvSpPr/>
            <p:nvPr/>
          </p:nvSpPr>
          <p:spPr>
            <a:xfrm>
              <a:off x="10541478" y="4026540"/>
              <a:ext cx="53036" cy="46622"/>
            </a:xfrm>
            <a:custGeom>
              <a:avLst/>
              <a:gdLst>
                <a:gd name="connsiteX0" fmla="*/ 53037 w 53036"/>
                <a:gd name="connsiteY0" fmla="*/ 14683 h 46622"/>
                <a:gd name="connsiteX1" fmla="*/ 10863 w 53036"/>
                <a:gd name="connsiteY1" fmla="*/ 0 h 46622"/>
                <a:gd name="connsiteX2" fmla="*/ 0 w 53036"/>
                <a:gd name="connsiteY2" fmla="*/ 15322 h 46622"/>
                <a:gd name="connsiteX3" fmla="*/ 7030 w 53036"/>
                <a:gd name="connsiteY3" fmla="*/ 35751 h 46622"/>
                <a:gd name="connsiteX4" fmla="*/ 25560 w 53036"/>
                <a:gd name="connsiteY4" fmla="*/ 46603 h 46622"/>
                <a:gd name="connsiteX5" fmla="*/ 53037 w 53036"/>
                <a:gd name="connsiteY5" fmla="*/ 14683 h 46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036" h="46622">
                  <a:moveTo>
                    <a:pt x="53037" y="14683"/>
                  </a:moveTo>
                  <a:cubicBezTo>
                    <a:pt x="33228" y="16599"/>
                    <a:pt x="19170" y="7023"/>
                    <a:pt x="10863" y="0"/>
                  </a:cubicBezTo>
                  <a:cubicBezTo>
                    <a:pt x="8307" y="5746"/>
                    <a:pt x="5112" y="12130"/>
                    <a:pt x="0" y="15322"/>
                  </a:cubicBezTo>
                  <a:cubicBezTo>
                    <a:pt x="1917" y="22983"/>
                    <a:pt x="4473" y="31920"/>
                    <a:pt x="7030" y="35751"/>
                  </a:cubicBezTo>
                  <a:cubicBezTo>
                    <a:pt x="12141" y="43411"/>
                    <a:pt x="17892" y="46603"/>
                    <a:pt x="25560" y="46603"/>
                  </a:cubicBezTo>
                  <a:cubicBezTo>
                    <a:pt x="41535" y="47242"/>
                    <a:pt x="51119" y="31920"/>
                    <a:pt x="53037" y="14683"/>
                  </a:cubicBezTo>
                  <a:close/>
                </a:path>
              </a:pathLst>
            </a:custGeom>
            <a:solidFill>
              <a:srgbClr val="00A3E0"/>
            </a:solidFill>
            <a:ln w="6390" cap="flat">
              <a:noFill/>
              <a:prstDash val="solid"/>
              <a:miter/>
            </a:ln>
          </p:spPr>
          <p:txBody>
            <a:bodyPr rtlCol="0" anchor="ctr"/>
            <a:lstStyle/>
            <a:p>
              <a:endParaRPr lang="en-US"/>
            </a:p>
          </p:txBody>
        </p:sp>
        <p:sp>
          <p:nvSpPr>
            <p:cNvPr id="1328" name="Graphic 4">
              <a:extLst>
                <a:ext uri="{FF2B5EF4-FFF2-40B4-BE49-F238E27FC236}">
                  <a16:creationId xmlns:a16="http://schemas.microsoft.com/office/drawing/2014/main" id="{02976BB8-7902-5440-B77C-78FC73C5FC9B}"/>
                </a:ext>
              </a:extLst>
            </p:cNvPr>
            <p:cNvSpPr/>
            <p:nvPr/>
          </p:nvSpPr>
          <p:spPr>
            <a:xfrm>
              <a:off x="10324860" y="3824168"/>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46969 w 361674"/>
                <a:gd name="connsiteY5" fmla="*/ 72139 h 361333"/>
                <a:gd name="connsiteX6" fmla="*/ 166138 w 361674"/>
                <a:gd name="connsiteY6" fmla="*/ 63840 h 361333"/>
                <a:gd name="connsiteX7" fmla="*/ 185308 w 361674"/>
                <a:gd name="connsiteY7" fmla="*/ 72139 h 361333"/>
                <a:gd name="connsiteX8" fmla="*/ 185947 w 361674"/>
                <a:gd name="connsiteY8" fmla="*/ 72777 h 361333"/>
                <a:gd name="connsiteX9" fmla="*/ 186586 w 361674"/>
                <a:gd name="connsiteY9" fmla="*/ 72139 h 361333"/>
                <a:gd name="connsiteX10" fmla="*/ 205756 w 361674"/>
                <a:gd name="connsiteY10" fmla="*/ 63840 h 361333"/>
                <a:gd name="connsiteX11" fmla="*/ 224925 w 361674"/>
                <a:gd name="connsiteY11" fmla="*/ 72139 h 361333"/>
                <a:gd name="connsiteX12" fmla="*/ 224925 w 361674"/>
                <a:gd name="connsiteY12" fmla="*/ 72139 h 361333"/>
                <a:gd name="connsiteX13" fmla="*/ 224925 w 361674"/>
                <a:gd name="connsiteY13" fmla="*/ 111081 h 361333"/>
                <a:gd name="connsiteX14" fmla="*/ 192976 w 361674"/>
                <a:gd name="connsiteY14" fmla="*/ 144916 h 361333"/>
                <a:gd name="connsiteX15" fmla="*/ 186586 w 361674"/>
                <a:gd name="connsiteY15" fmla="*/ 147470 h 361333"/>
                <a:gd name="connsiteX16" fmla="*/ 185947 w 361674"/>
                <a:gd name="connsiteY16" fmla="*/ 147470 h 361333"/>
                <a:gd name="connsiteX17" fmla="*/ 179557 w 361674"/>
                <a:gd name="connsiteY17" fmla="*/ 144916 h 361333"/>
                <a:gd name="connsiteX18" fmla="*/ 147607 w 361674"/>
                <a:gd name="connsiteY18" fmla="*/ 111081 h 361333"/>
                <a:gd name="connsiteX19" fmla="*/ 146969 w 361674"/>
                <a:gd name="connsiteY19" fmla="*/ 72139 h 361333"/>
                <a:gd name="connsiteX20" fmla="*/ 304800 w 361674"/>
                <a:gd name="connsiteY20" fmla="*/ 278341 h 361333"/>
                <a:gd name="connsiteX21" fmla="*/ 300327 w 361674"/>
                <a:gd name="connsiteY21" fmla="*/ 280257 h 361333"/>
                <a:gd name="connsiteX22" fmla="*/ 295854 w 361674"/>
                <a:gd name="connsiteY22" fmla="*/ 278341 h 361333"/>
                <a:gd name="connsiteX23" fmla="*/ 294576 w 361674"/>
                <a:gd name="connsiteY23" fmla="*/ 277703 h 361333"/>
                <a:gd name="connsiteX24" fmla="*/ 267099 w 361674"/>
                <a:gd name="connsiteY24" fmla="*/ 267489 h 361333"/>
                <a:gd name="connsiteX25" fmla="*/ 242818 w 361674"/>
                <a:gd name="connsiteY25" fmla="*/ 298770 h 361333"/>
                <a:gd name="connsiteX26" fmla="*/ 219174 w 361674"/>
                <a:gd name="connsiteY26" fmla="*/ 267489 h 361333"/>
                <a:gd name="connsiteX27" fmla="*/ 191059 w 361674"/>
                <a:gd name="connsiteY27" fmla="*/ 278341 h 361333"/>
                <a:gd name="connsiteX28" fmla="*/ 191059 w 361674"/>
                <a:gd name="connsiteY28" fmla="*/ 278341 h 361333"/>
                <a:gd name="connsiteX29" fmla="*/ 185947 w 361674"/>
                <a:gd name="connsiteY29" fmla="*/ 281533 h 361333"/>
                <a:gd name="connsiteX30" fmla="*/ 182752 w 361674"/>
                <a:gd name="connsiteY30" fmla="*/ 282810 h 361333"/>
                <a:gd name="connsiteX31" fmla="*/ 182113 w 361674"/>
                <a:gd name="connsiteY31" fmla="*/ 282810 h 361333"/>
                <a:gd name="connsiteX32" fmla="*/ 181474 w 361674"/>
                <a:gd name="connsiteY32" fmla="*/ 282810 h 361333"/>
                <a:gd name="connsiteX33" fmla="*/ 178279 w 361674"/>
                <a:gd name="connsiteY33" fmla="*/ 281533 h 361333"/>
                <a:gd name="connsiteX34" fmla="*/ 145051 w 361674"/>
                <a:gd name="connsiteY34" fmla="*/ 268127 h 361333"/>
                <a:gd name="connsiteX35" fmla="*/ 121409 w 361674"/>
                <a:gd name="connsiteY35" fmla="*/ 299409 h 361333"/>
                <a:gd name="connsiteX36" fmla="*/ 97127 w 361674"/>
                <a:gd name="connsiteY36" fmla="*/ 268127 h 361333"/>
                <a:gd name="connsiteX37" fmla="*/ 69650 w 361674"/>
                <a:gd name="connsiteY37" fmla="*/ 278341 h 361333"/>
                <a:gd name="connsiteX38" fmla="*/ 68372 w 361674"/>
                <a:gd name="connsiteY38" fmla="*/ 278980 h 361333"/>
                <a:gd name="connsiteX39" fmla="*/ 63899 w 361674"/>
                <a:gd name="connsiteY39" fmla="*/ 280895 h 361333"/>
                <a:gd name="connsiteX40" fmla="*/ 59426 w 361674"/>
                <a:gd name="connsiteY40" fmla="*/ 278980 h 361333"/>
                <a:gd name="connsiteX41" fmla="*/ 58787 w 361674"/>
                <a:gd name="connsiteY41" fmla="*/ 270042 h 361333"/>
                <a:gd name="connsiteX42" fmla="*/ 66455 w 361674"/>
                <a:gd name="connsiteY42" fmla="*/ 236846 h 361333"/>
                <a:gd name="connsiteX43" fmla="*/ 75401 w 361674"/>
                <a:gd name="connsiteY43" fmla="*/ 173644 h 361333"/>
                <a:gd name="connsiteX44" fmla="*/ 111824 w 361674"/>
                <a:gd name="connsiteY44" fmla="*/ 150662 h 361333"/>
                <a:gd name="connsiteX45" fmla="*/ 141856 w 361674"/>
                <a:gd name="connsiteY45" fmla="*/ 157684 h 361333"/>
                <a:gd name="connsiteX46" fmla="*/ 162943 w 361674"/>
                <a:gd name="connsiteY46" fmla="*/ 171091 h 361333"/>
                <a:gd name="connsiteX47" fmla="*/ 172528 w 361674"/>
                <a:gd name="connsiteY47" fmla="*/ 233654 h 361333"/>
                <a:gd name="connsiteX48" fmla="*/ 180835 w 361674"/>
                <a:gd name="connsiteY48" fmla="*/ 267489 h 361333"/>
                <a:gd name="connsiteX49" fmla="*/ 182752 w 361674"/>
                <a:gd name="connsiteY49" fmla="*/ 268766 h 361333"/>
                <a:gd name="connsiteX50" fmla="*/ 184669 w 361674"/>
                <a:gd name="connsiteY50" fmla="*/ 267489 h 361333"/>
                <a:gd name="connsiteX51" fmla="*/ 192976 w 361674"/>
                <a:gd name="connsiteY51" fmla="*/ 233654 h 361333"/>
                <a:gd name="connsiteX52" fmla="*/ 202561 w 361674"/>
                <a:gd name="connsiteY52" fmla="*/ 171091 h 361333"/>
                <a:gd name="connsiteX53" fmla="*/ 223648 w 361674"/>
                <a:gd name="connsiteY53" fmla="*/ 157684 h 361333"/>
                <a:gd name="connsiteX54" fmla="*/ 253680 w 361674"/>
                <a:gd name="connsiteY54" fmla="*/ 150662 h 361333"/>
                <a:gd name="connsiteX55" fmla="*/ 290103 w 361674"/>
                <a:gd name="connsiteY55" fmla="*/ 173644 h 361333"/>
                <a:gd name="connsiteX56" fmla="*/ 299049 w 361674"/>
                <a:gd name="connsiteY56" fmla="*/ 236846 h 361333"/>
                <a:gd name="connsiteX57" fmla="*/ 306717 w 361674"/>
                <a:gd name="connsiteY57" fmla="*/ 270042 h 361333"/>
                <a:gd name="connsiteX58" fmla="*/ 304800 w 361674"/>
                <a:gd name="connsiteY58" fmla="*/ 27834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61674" h="361333">
                  <a:moveTo>
                    <a:pt x="180835" y="0"/>
                  </a:moveTo>
                  <a:cubicBezTo>
                    <a:pt x="80513" y="0"/>
                    <a:pt x="0" y="81076"/>
                    <a:pt x="0" y="180667"/>
                  </a:cubicBezTo>
                  <a:cubicBezTo>
                    <a:pt x="0" y="280895"/>
                    <a:pt x="81152" y="361333"/>
                    <a:pt x="180835" y="361333"/>
                  </a:cubicBezTo>
                  <a:cubicBezTo>
                    <a:pt x="281157" y="361333"/>
                    <a:pt x="361670" y="280257"/>
                    <a:pt x="361670" y="180667"/>
                  </a:cubicBezTo>
                  <a:cubicBezTo>
                    <a:pt x="362309" y="81076"/>
                    <a:pt x="281157" y="0"/>
                    <a:pt x="180835" y="0"/>
                  </a:cubicBezTo>
                  <a:close/>
                  <a:moveTo>
                    <a:pt x="146969" y="72139"/>
                  </a:moveTo>
                  <a:cubicBezTo>
                    <a:pt x="152080" y="67032"/>
                    <a:pt x="159109" y="63840"/>
                    <a:pt x="166138" y="63840"/>
                  </a:cubicBezTo>
                  <a:cubicBezTo>
                    <a:pt x="173167" y="63840"/>
                    <a:pt x="180196" y="67032"/>
                    <a:pt x="185308" y="72139"/>
                  </a:cubicBezTo>
                  <a:lnTo>
                    <a:pt x="185947" y="72777"/>
                  </a:lnTo>
                  <a:lnTo>
                    <a:pt x="186586" y="72139"/>
                  </a:lnTo>
                  <a:cubicBezTo>
                    <a:pt x="191698" y="67032"/>
                    <a:pt x="198727" y="63840"/>
                    <a:pt x="205756" y="63840"/>
                  </a:cubicBezTo>
                  <a:cubicBezTo>
                    <a:pt x="212784" y="63840"/>
                    <a:pt x="219813" y="67032"/>
                    <a:pt x="224925" y="72139"/>
                  </a:cubicBezTo>
                  <a:lnTo>
                    <a:pt x="224925" y="72139"/>
                  </a:lnTo>
                  <a:cubicBezTo>
                    <a:pt x="235149" y="82992"/>
                    <a:pt x="235149" y="100228"/>
                    <a:pt x="224925" y="111081"/>
                  </a:cubicBezTo>
                  <a:lnTo>
                    <a:pt x="192976" y="144916"/>
                  </a:lnTo>
                  <a:cubicBezTo>
                    <a:pt x="191059" y="146832"/>
                    <a:pt x="189142" y="147470"/>
                    <a:pt x="186586" y="147470"/>
                  </a:cubicBezTo>
                  <a:lnTo>
                    <a:pt x="185947" y="147470"/>
                  </a:lnTo>
                  <a:cubicBezTo>
                    <a:pt x="183391" y="147470"/>
                    <a:pt x="181474" y="146193"/>
                    <a:pt x="179557" y="144916"/>
                  </a:cubicBezTo>
                  <a:lnTo>
                    <a:pt x="147607" y="111081"/>
                  </a:lnTo>
                  <a:cubicBezTo>
                    <a:pt x="136744" y="100228"/>
                    <a:pt x="136744" y="82353"/>
                    <a:pt x="146969" y="72139"/>
                  </a:cubicBezTo>
                  <a:close/>
                  <a:moveTo>
                    <a:pt x="304800" y="278341"/>
                  </a:moveTo>
                  <a:cubicBezTo>
                    <a:pt x="303522" y="279618"/>
                    <a:pt x="302244" y="280257"/>
                    <a:pt x="300327" y="280257"/>
                  </a:cubicBezTo>
                  <a:cubicBezTo>
                    <a:pt x="299049" y="280257"/>
                    <a:pt x="297132" y="279618"/>
                    <a:pt x="295854" y="278341"/>
                  </a:cubicBezTo>
                  <a:cubicBezTo>
                    <a:pt x="295215" y="278341"/>
                    <a:pt x="294576" y="278341"/>
                    <a:pt x="294576" y="277703"/>
                  </a:cubicBezTo>
                  <a:cubicBezTo>
                    <a:pt x="285630" y="273234"/>
                    <a:pt x="274128" y="269404"/>
                    <a:pt x="267099" y="267489"/>
                  </a:cubicBezTo>
                  <a:cubicBezTo>
                    <a:pt x="264543" y="278980"/>
                    <a:pt x="257514" y="298770"/>
                    <a:pt x="242818" y="298770"/>
                  </a:cubicBezTo>
                  <a:cubicBezTo>
                    <a:pt x="228120" y="298770"/>
                    <a:pt x="221731" y="278980"/>
                    <a:pt x="219174" y="267489"/>
                  </a:cubicBezTo>
                  <a:cubicBezTo>
                    <a:pt x="212146" y="269404"/>
                    <a:pt x="200643" y="273234"/>
                    <a:pt x="191059" y="278341"/>
                  </a:cubicBezTo>
                  <a:cubicBezTo>
                    <a:pt x="191059" y="278341"/>
                    <a:pt x="191059" y="278341"/>
                    <a:pt x="191059" y="278341"/>
                  </a:cubicBezTo>
                  <a:cubicBezTo>
                    <a:pt x="189142" y="279618"/>
                    <a:pt x="187225" y="280257"/>
                    <a:pt x="185947" y="281533"/>
                  </a:cubicBezTo>
                  <a:cubicBezTo>
                    <a:pt x="184669" y="282172"/>
                    <a:pt x="183391" y="282810"/>
                    <a:pt x="182752" y="282810"/>
                  </a:cubicBezTo>
                  <a:cubicBezTo>
                    <a:pt x="182752" y="282810"/>
                    <a:pt x="182752" y="282810"/>
                    <a:pt x="182113" y="282810"/>
                  </a:cubicBezTo>
                  <a:cubicBezTo>
                    <a:pt x="182113" y="282810"/>
                    <a:pt x="182113" y="282810"/>
                    <a:pt x="181474" y="282810"/>
                  </a:cubicBezTo>
                  <a:cubicBezTo>
                    <a:pt x="180196" y="282810"/>
                    <a:pt x="178918" y="282172"/>
                    <a:pt x="178279" y="281533"/>
                  </a:cubicBezTo>
                  <a:cubicBezTo>
                    <a:pt x="168694" y="275149"/>
                    <a:pt x="153358" y="270042"/>
                    <a:pt x="145051" y="268127"/>
                  </a:cubicBezTo>
                  <a:cubicBezTo>
                    <a:pt x="142495" y="279618"/>
                    <a:pt x="136744" y="299409"/>
                    <a:pt x="121409" y="299409"/>
                  </a:cubicBezTo>
                  <a:cubicBezTo>
                    <a:pt x="106712" y="299409"/>
                    <a:pt x="99683" y="279618"/>
                    <a:pt x="97127" y="268127"/>
                  </a:cubicBezTo>
                  <a:cubicBezTo>
                    <a:pt x="90098" y="270042"/>
                    <a:pt x="78596" y="273873"/>
                    <a:pt x="69650" y="278341"/>
                  </a:cubicBezTo>
                  <a:cubicBezTo>
                    <a:pt x="69011" y="278341"/>
                    <a:pt x="68372" y="278980"/>
                    <a:pt x="68372" y="278980"/>
                  </a:cubicBezTo>
                  <a:cubicBezTo>
                    <a:pt x="67094" y="280257"/>
                    <a:pt x="65816" y="280895"/>
                    <a:pt x="63899" y="280895"/>
                  </a:cubicBezTo>
                  <a:cubicBezTo>
                    <a:pt x="62621" y="280895"/>
                    <a:pt x="60704" y="280257"/>
                    <a:pt x="59426" y="278980"/>
                  </a:cubicBezTo>
                  <a:cubicBezTo>
                    <a:pt x="56870" y="276426"/>
                    <a:pt x="56870" y="272596"/>
                    <a:pt x="58787" y="270042"/>
                  </a:cubicBezTo>
                  <a:cubicBezTo>
                    <a:pt x="59426" y="269404"/>
                    <a:pt x="71567" y="255359"/>
                    <a:pt x="66455" y="236846"/>
                  </a:cubicBezTo>
                  <a:cubicBezTo>
                    <a:pt x="60704" y="215779"/>
                    <a:pt x="63899" y="190881"/>
                    <a:pt x="75401" y="173644"/>
                  </a:cubicBezTo>
                  <a:cubicBezTo>
                    <a:pt x="84347" y="160876"/>
                    <a:pt x="96488" y="152577"/>
                    <a:pt x="111824" y="150662"/>
                  </a:cubicBezTo>
                  <a:cubicBezTo>
                    <a:pt x="125881" y="148747"/>
                    <a:pt x="136105" y="153216"/>
                    <a:pt x="141856" y="157684"/>
                  </a:cubicBezTo>
                  <a:cubicBezTo>
                    <a:pt x="146969" y="158961"/>
                    <a:pt x="155914" y="162153"/>
                    <a:pt x="162943" y="171091"/>
                  </a:cubicBezTo>
                  <a:cubicBezTo>
                    <a:pt x="170611" y="180667"/>
                    <a:pt x="178918" y="199819"/>
                    <a:pt x="172528" y="233654"/>
                  </a:cubicBezTo>
                  <a:cubicBezTo>
                    <a:pt x="170611" y="243230"/>
                    <a:pt x="172528" y="257274"/>
                    <a:pt x="180835" y="267489"/>
                  </a:cubicBezTo>
                  <a:cubicBezTo>
                    <a:pt x="181474" y="268127"/>
                    <a:pt x="182113" y="268127"/>
                    <a:pt x="182752" y="268766"/>
                  </a:cubicBezTo>
                  <a:cubicBezTo>
                    <a:pt x="183391" y="268127"/>
                    <a:pt x="184030" y="268127"/>
                    <a:pt x="184669" y="267489"/>
                  </a:cubicBezTo>
                  <a:cubicBezTo>
                    <a:pt x="192976" y="257274"/>
                    <a:pt x="194893" y="243230"/>
                    <a:pt x="192976" y="233654"/>
                  </a:cubicBezTo>
                  <a:cubicBezTo>
                    <a:pt x="186586" y="199819"/>
                    <a:pt x="194253" y="181305"/>
                    <a:pt x="202561" y="171091"/>
                  </a:cubicBezTo>
                  <a:cubicBezTo>
                    <a:pt x="209589" y="162153"/>
                    <a:pt x="218536" y="158323"/>
                    <a:pt x="223648" y="157684"/>
                  </a:cubicBezTo>
                  <a:cubicBezTo>
                    <a:pt x="229398" y="153216"/>
                    <a:pt x="239623" y="149385"/>
                    <a:pt x="253680" y="150662"/>
                  </a:cubicBezTo>
                  <a:cubicBezTo>
                    <a:pt x="268377" y="152577"/>
                    <a:pt x="281157" y="160238"/>
                    <a:pt x="290103" y="173644"/>
                  </a:cubicBezTo>
                  <a:cubicBezTo>
                    <a:pt x="301605" y="190881"/>
                    <a:pt x="304800" y="215779"/>
                    <a:pt x="299049" y="236846"/>
                  </a:cubicBezTo>
                  <a:cubicBezTo>
                    <a:pt x="293937" y="255359"/>
                    <a:pt x="306077" y="269404"/>
                    <a:pt x="306717" y="270042"/>
                  </a:cubicBezTo>
                  <a:cubicBezTo>
                    <a:pt x="307356" y="271958"/>
                    <a:pt x="307356" y="275788"/>
                    <a:pt x="304800" y="278341"/>
                  </a:cubicBezTo>
                  <a:close/>
                </a:path>
              </a:pathLst>
            </a:custGeom>
            <a:solidFill>
              <a:srgbClr val="00A3E0"/>
            </a:solidFill>
            <a:ln w="6390" cap="flat">
              <a:noFill/>
              <a:prstDash val="solid"/>
              <a:miter/>
            </a:ln>
          </p:spPr>
          <p:txBody>
            <a:bodyPr rtlCol="0" anchor="ctr"/>
            <a:lstStyle/>
            <a:p>
              <a:endParaRPr lang="en-US"/>
            </a:p>
          </p:txBody>
        </p:sp>
        <p:sp>
          <p:nvSpPr>
            <p:cNvPr id="1329" name="Graphic 4">
              <a:extLst>
                <a:ext uri="{FF2B5EF4-FFF2-40B4-BE49-F238E27FC236}">
                  <a16:creationId xmlns:a16="http://schemas.microsoft.com/office/drawing/2014/main" id="{B71E7A71-4886-544B-8047-F133620FEF35}"/>
                </a:ext>
              </a:extLst>
            </p:cNvPr>
            <p:cNvSpPr/>
            <p:nvPr/>
          </p:nvSpPr>
          <p:spPr>
            <a:xfrm>
              <a:off x="10432850" y="4083995"/>
              <a:ext cx="24282" cy="25535"/>
            </a:xfrm>
            <a:custGeom>
              <a:avLst/>
              <a:gdLst>
                <a:gd name="connsiteX0" fmla="*/ 12780 w 24282"/>
                <a:gd name="connsiteY0" fmla="*/ 2554 h 25535"/>
                <a:gd name="connsiteX1" fmla="*/ 0 w 24282"/>
                <a:gd name="connsiteY1" fmla="*/ 0 h 25535"/>
                <a:gd name="connsiteX2" fmla="*/ 12780 w 24282"/>
                <a:gd name="connsiteY2" fmla="*/ 25536 h 25535"/>
                <a:gd name="connsiteX3" fmla="*/ 24282 w 24282"/>
                <a:gd name="connsiteY3" fmla="*/ 0 h 25535"/>
                <a:gd name="connsiteX4" fmla="*/ 12780 w 24282"/>
                <a:gd name="connsiteY4" fmla="*/ 2554 h 25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82" h="25535">
                  <a:moveTo>
                    <a:pt x="12780" y="2554"/>
                  </a:moveTo>
                  <a:cubicBezTo>
                    <a:pt x="8307" y="2554"/>
                    <a:pt x="3835" y="1916"/>
                    <a:pt x="0" y="0"/>
                  </a:cubicBezTo>
                  <a:cubicBezTo>
                    <a:pt x="2556" y="12768"/>
                    <a:pt x="8307" y="25536"/>
                    <a:pt x="12780" y="25536"/>
                  </a:cubicBezTo>
                  <a:cubicBezTo>
                    <a:pt x="17253" y="25536"/>
                    <a:pt x="22365" y="12768"/>
                    <a:pt x="24282" y="0"/>
                  </a:cubicBezTo>
                  <a:cubicBezTo>
                    <a:pt x="21087" y="1277"/>
                    <a:pt x="16614" y="2554"/>
                    <a:pt x="12780" y="2554"/>
                  </a:cubicBezTo>
                  <a:close/>
                </a:path>
              </a:pathLst>
            </a:custGeom>
            <a:solidFill>
              <a:srgbClr val="00A3E0"/>
            </a:solidFill>
            <a:ln w="6390" cap="flat">
              <a:noFill/>
              <a:prstDash val="solid"/>
              <a:miter/>
            </a:ln>
          </p:spPr>
          <p:txBody>
            <a:bodyPr rtlCol="0" anchor="ctr"/>
            <a:lstStyle/>
            <a:p>
              <a:endParaRPr lang="en-US"/>
            </a:p>
          </p:txBody>
        </p:sp>
        <p:sp>
          <p:nvSpPr>
            <p:cNvPr id="1330" name="Graphic 4">
              <a:extLst>
                <a:ext uri="{FF2B5EF4-FFF2-40B4-BE49-F238E27FC236}">
                  <a16:creationId xmlns:a16="http://schemas.microsoft.com/office/drawing/2014/main" id="{85CC4CDC-9384-2E4D-8270-A5698A7FCD9D}"/>
                </a:ext>
              </a:extLst>
            </p:cNvPr>
            <p:cNvSpPr/>
            <p:nvPr/>
          </p:nvSpPr>
          <p:spPr>
            <a:xfrm>
              <a:off x="10555537" y="4084634"/>
              <a:ext cx="24281" cy="25535"/>
            </a:xfrm>
            <a:custGeom>
              <a:avLst/>
              <a:gdLst>
                <a:gd name="connsiteX0" fmla="*/ 12141 w 24281"/>
                <a:gd name="connsiteY0" fmla="*/ 1915 h 25535"/>
                <a:gd name="connsiteX1" fmla="*/ 0 w 24281"/>
                <a:gd name="connsiteY1" fmla="*/ 0 h 25535"/>
                <a:gd name="connsiteX2" fmla="*/ 11501 w 24281"/>
                <a:gd name="connsiteY2" fmla="*/ 25536 h 25535"/>
                <a:gd name="connsiteX3" fmla="*/ 24281 w 24281"/>
                <a:gd name="connsiteY3" fmla="*/ 0 h 25535"/>
                <a:gd name="connsiteX4" fmla="*/ 12141 w 24281"/>
                <a:gd name="connsiteY4" fmla="*/ 1915 h 25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81" h="25535">
                  <a:moveTo>
                    <a:pt x="12141" y="1915"/>
                  </a:moveTo>
                  <a:cubicBezTo>
                    <a:pt x="7668" y="1915"/>
                    <a:pt x="3834" y="1277"/>
                    <a:pt x="0" y="0"/>
                  </a:cubicBezTo>
                  <a:cubicBezTo>
                    <a:pt x="1917" y="12129"/>
                    <a:pt x="7029" y="25536"/>
                    <a:pt x="11501" y="25536"/>
                  </a:cubicBezTo>
                  <a:cubicBezTo>
                    <a:pt x="16614" y="25536"/>
                    <a:pt x="21726" y="12129"/>
                    <a:pt x="24281" y="0"/>
                  </a:cubicBezTo>
                  <a:cubicBezTo>
                    <a:pt x="21086" y="638"/>
                    <a:pt x="16614" y="1915"/>
                    <a:pt x="12141" y="1915"/>
                  </a:cubicBezTo>
                  <a:close/>
                </a:path>
              </a:pathLst>
            </a:custGeom>
            <a:solidFill>
              <a:srgbClr val="00A3E0"/>
            </a:solidFill>
            <a:ln w="6390" cap="flat">
              <a:noFill/>
              <a:prstDash val="solid"/>
              <a:miter/>
            </a:ln>
          </p:spPr>
          <p:txBody>
            <a:bodyPr rtlCol="0" anchor="ctr"/>
            <a:lstStyle/>
            <a:p>
              <a:endParaRPr lang="en-US"/>
            </a:p>
          </p:txBody>
        </p:sp>
      </p:grpSp>
      <p:grpSp>
        <p:nvGrpSpPr>
          <p:cNvPr id="1331" name="Graphic 4">
            <a:extLst>
              <a:ext uri="{FF2B5EF4-FFF2-40B4-BE49-F238E27FC236}">
                <a16:creationId xmlns:a16="http://schemas.microsoft.com/office/drawing/2014/main" id="{C7964823-42C8-0A4D-9324-24CB34FB0F24}"/>
              </a:ext>
            </a:extLst>
          </p:cNvPr>
          <p:cNvGrpSpPr/>
          <p:nvPr/>
        </p:nvGrpSpPr>
        <p:grpSpPr>
          <a:xfrm>
            <a:off x="10324860" y="3339623"/>
            <a:ext cx="361674" cy="361333"/>
            <a:chOff x="10324860" y="3339623"/>
            <a:chExt cx="361674" cy="361333"/>
          </a:xfrm>
          <a:solidFill>
            <a:srgbClr val="00A3E0"/>
          </a:solidFill>
        </p:grpSpPr>
        <p:sp>
          <p:nvSpPr>
            <p:cNvPr id="1332" name="Graphic 4">
              <a:extLst>
                <a:ext uri="{FF2B5EF4-FFF2-40B4-BE49-F238E27FC236}">
                  <a16:creationId xmlns:a16="http://schemas.microsoft.com/office/drawing/2014/main" id="{AD6E1EA1-CCCA-D64B-9D6A-7596A65F5301}"/>
                </a:ext>
              </a:extLst>
            </p:cNvPr>
            <p:cNvSpPr/>
            <p:nvPr/>
          </p:nvSpPr>
          <p:spPr>
            <a:xfrm>
              <a:off x="10451380" y="3493477"/>
              <a:ext cx="109907" cy="109804"/>
            </a:xfrm>
            <a:custGeom>
              <a:avLst/>
              <a:gdLst>
                <a:gd name="connsiteX0" fmla="*/ 54953 w 109907"/>
                <a:gd name="connsiteY0" fmla="*/ 0 h 109804"/>
                <a:gd name="connsiteX1" fmla="*/ 0 w 109907"/>
                <a:gd name="connsiteY1" fmla="*/ 54902 h 109804"/>
                <a:gd name="connsiteX2" fmla="*/ 54953 w 109907"/>
                <a:gd name="connsiteY2" fmla="*/ 109805 h 109804"/>
                <a:gd name="connsiteX3" fmla="*/ 109907 w 109907"/>
                <a:gd name="connsiteY3" fmla="*/ 54902 h 109804"/>
                <a:gd name="connsiteX4" fmla="*/ 54953 w 109907"/>
                <a:gd name="connsiteY4" fmla="*/ 0 h 109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07" h="109804">
                  <a:moveTo>
                    <a:pt x="54953" y="0"/>
                  </a:moveTo>
                  <a:cubicBezTo>
                    <a:pt x="24921" y="0"/>
                    <a:pt x="0" y="24259"/>
                    <a:pt x="0" y="54902"/>
                  </a:cubicBezTo>
                  <a:cubicBezTo>
                    <a:pt x="0" y="85546"/>
                    <a:pt x="24282" y="109805"/>
                    <a:pt x="54953" y="109805"/>
                  </a:cubicBezTo>
                  <a:cubicBezTo>
                    <a:pt x="85625" y="109805"/>
                    <a:pt x="109907" y="85546"/>
                    <a:pt x="109907" y="54902"/>
                  </a:cubicBezTo>
                  <a:cubicBezTo>
                    <a:pt x="109907" y="24259"/>
                    <a:pt x="84986" y="0"/>
                    <a:pt x="54953" y="0"/>
                  </a:cubicBezTo>
                  <a:close/>
                </a:path>
              </a:pathLst>
            </a:custGeom>
            <a:solidFill>
              <a:srgbClr val="00A3E0"/>
            </a:solidFill>
            <a:ln w="6390" cap="flat">
              <a:noFill/>
              <a:prstDash val="solid"/>
              <a:miter/>
            </a:ln>
          </p:spPr>
          <p:txBody>
            <a:bodyPr rtlCol="0" anchor="ctr"/>
            <a:lstStyle/>
            <a:p>
              <a:endParaRPr lang="en-US"/>
            </a:p>
          </p:txBody>
        </p:sp>
        <p:sp>
          <p:nvSpPr>
            <p:cNvPr id="1333" name="Graphic 4">
              <a:extLst>
                <a:ext uri="{FF2B5EF4-FFF2-40B4-BE49-F238E27FC236}">
                  <a16:creationId xmlns:a16="http://schemas.microsoft.com/office/drawing/2014/main" id="{A699A0DC-2410-4646-8221-D3673E5FA5CB}"/>
                </a:ext>
              </a:extLst>
            </p:cNvPr>
            <p:cNvSpPr/>
            <p:nvPr/>
          </p:nvSpPr>
          <p:spPr>
            <a:xfrm>
              <a:off x="10324860" y="3339623"/>
              <a:ext cx="361674" cy="361333"/>
            </a:xfrm>
            <a:custGeom>
              <a:avLst/>
              <a:gdLst>
                <a:gd name="connsiteX0" fmla="*/ 180835 w 361674"/>
                <a:gd name="connsiteY0" fmla="*/ 0 h 361333"/>
                <a:gd name="connsiteX1" fmla="*/ 0 w 361674"/>
                <a:gd name="connsiteY1" fmla="*/ 180667 h 361333"/>
                <a:gd name="connsiteX2" fmla="*/ 180835 w 361674"/>
                <a:gd name="connsiteY2" fmla="*/ 361333 h 361333"/>
                <a:gd name="connsiteX3" fmla="*/ 361670 w 361674"/>
                <a:gd name="connsiteY3" fmla="*/ 180667 h 361333"/>
                <a:gd name="connsiteX4" fmla="*/ 180835 w 361674"/>
                <a:gd name="connsiteY4" fmla="*/ 0 h 361333"/>
                <a:gd name="connsiteX5" fmla="*/ 181474 w 361674"/>
                <a:gd name="connsiteY5" fmla="*/ 276426 h 361333"/>
                <a:gd name="connsiteX6" fmla="*/ 113740 w 361674"/>
                <a:gd name="connsiteY6" fmla="*/ 208756 h 361333"/>
                <a:gd name="connsiteX7" fmla="*/ 175084 w 361674"/>
                <a:gd name="connsiteY7" fmla="*/ 141724 h 361333"/>
                <a:gd name="connsiteX8" fmla="*/ 175084 w 361674"/>
                <a:gd name="connsiteY8" fmla="*/ 116189 h 361333"/>
                <a:gd name="connsiteX9" fmla="*/ 164221 w 361674"/>
                <a:gd name="connsiteY9" fmla="*/ 122573 h 361333"/>
                <a:gd name="connsiteX10" fmla="*/ 161026 w 361674"/>
                <a:gd name="connsiteY10" fmla="*/ 123211 h 361333"/>
                <a:gd name="connsiteX11" fmla="*/ 155275 w 361674"/>
                <a:gd name="connsiteY11" fmla="*/ 120019 h 361333"/>
                <a:gd name="connsiteX12" fmla="*/ 157831 w 361674"/>
                <a:gd name="connsiteY12" fmla="*/ 111081 h 361333"/>
                <a:gd name="connsiteX13" fmla="*/ 168694 w 361674"/>
                <a:gd name="connsiteY13" fmla="*/ 104697 h 361333"/>
                <a:gd name="connsiteX14" fmla="*/ 157831 w 361674"/>
                <a:gd name="connsiteY14" fmla="*/ 98313 h 361333"/>
                <a:gd name="connsiteX15" fmla="*/ 155275 w 361674"/>
                <a:gd name="connsiteY15" fmla="*/ 89376 h 361333"/>
                <a:gd name="connsiteX16" fmla="*/ 164221 w 361674"/>
                <a:gd name="connsiteY16" fmla="*/ 86822 h 361333"/>
                <a:gd name="connsiteX17" fmla="*/ 175084 w 361674"/>
                <a:gd name="connsiteY17" fmla="*/ 93206 h 361333"/>
                <a:gd name="connsiteX18" fmla="*/ 175084 w 361674"/>
                <a:gd name="connsiteY18" fmla="*/ 79800 h 361333"/>
                <a:gd name="connsiteX19" fmla="*/ 181474 w 361674"/>
                <a:gd name="connsiteY19" fmla="*/ 73416 h 361333"/>
                <a:gd name="connsiteX20" fmla="*/ 187864 w 361674"/>
                <a:gd name="connsiteY20" fmla="*/ 79800 h 361333"/>
                <a:gd name="connsiteX21" fmla="*/ 187864 w 361674"/>
                <a:gd name="connsiteY21" fmla="*/ 93206 h 361333"/>
                <a:gd name="connsiteX22" fmla="*/ 198727 w 361674"/>
                <a:gd name="connsiteY22" fmla="*/ 86822 h 361333"/>
                <a:gd name="connsiteX23" fmla="*/ 207673 w 361674"/>
                <a:gd name="connsiteY23" fmla="*/ 89376 h 361333"/>
                <a:gd name="connsiteX24" fmla="*/ 205117 w 361674"/>
                <a:gd name="connsiteY24" fmla="*/ 98313 h 361333"/>
                <a:gd name="connsiteX25" fmla="*/ 194253 w 361674"/>
                <a:gd name="connsiteY25" fmla="*/ 104697 h 361333"/>
                <a:gd name="connsiteX26" fmla="*/ 205117 w 361674"/>
                <a:gd name="connsiteY26" fmla="*/ 111081 h 361333"/>
                <a:gd name="connsiteX27" fmla="*/ 207673 w 361674"/>
                <a:gd name="connsiteY27" fmla="*/ 120019 h 361333"/>
                <a:gd name="connsiteX28" fmla="*/ 201922 w 361674"/>
                <a:gd name="connsiteY28" fmla="*/ 123211 h 361333"/>
                <a:gd name="connsiteX29" fmla="*/ 198727 w 361674"/>
                <a:gd name="connsiteY29" fmla="*/ 122573 h 361333"/>
                <a:gd name="connsiteX30" fmla="*/ 187864 w 361674"/>
                <a:gd name="connsiteY30" fmla="*/ 116189 h 361333"/>
                <a:gd name="connsiteX31" fmla="*/ 187864 w 361674"/>
                <a:gd name="connsiteY31" fmla="*/ 141724 h 361333"/>
                <a:gd name="connsiteX32" fmla="*/ 249208 w 361674"/>
                <a:gd name="connsiteY32" fmla="*/ 208756 h 361333"/>
                <a:gd name="connsiteX33" fmla="*/ 181474 w 361674"/>
                <a:gd name="connsiteY33" fmla="*/ 27642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1674"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09" y="81077"/>
                    <a:pt x="281157" y="0"/>
                    <a:pt x="180835" y="0"/>
                  </a:cubicBezTo>
                  <a:close/>
                  <a:moveTo>
                    <a:pt x="181474" y="276426"/>
                  </a:moveTo>
                  <a:cubicBezTo>
                    <a:pt x="144412" y="276426"/>
                    <a:pt x="113740" y="246422"/>
                    <a:pt x="113740" y="208756"/>
                  </a:cubicBezTo>
                  <a:cubicBezTo>
                    <a:pt x="113740" y="173644"/>
                    <a:pt x="140579" y="144916"/>
                    <a:pt x="175084" y="141724"/>
                  </a:cubicBezTo>
                  <a:lnTo>
                    <a:pt x="175084" y="116189"/>
                  </a:lnTo>
                  <a:lnTo>
                    <a:pt x="164221" y="122573"/>
                  </a:lnTo>
                  <a:cubicBezTo>
                    <a:pt x="162943" y="123211"/>
                    <a:pt x="162304" y="123211"/>
                    <a:pt x="161026" y="123211"/>
                  </a:cubicBezTo>
                  <a:cubicBezTo>
                    <a:pt x="159109" y="123211"/>
                    <a:pt x="156553" y="121934"/>
                    <a:pt x="155275" y="120019"/>
                  </a:cubicBezTo>
                  <a:cubicBezTo>
                    <a:pt x="153358" y="116827"/>
                    <a:pt x="154636" y="112997"/>
                    <a:pt x="157831" y="111081"/>
                  </a:cubicBezTo>
                  <a:lnTo>
                    <a:pt x="168694" y="104697"/>
                  </a:lnTo>
                  <a:lnTo>
                    <a:pt x="157831" y="98313"/>
                  </a:lnTo>
                  <a:cubicBezTo>
                    <a:pt x="154636" y="96398"/>
                    <a:pt x="153997" y="92568"/>
                    <a:pt x="155275" y="89376"/>
                  </a:cubicBezTo>
                  <a:cubicBezTo>
                    <a:pt x="157192" y="86184"/>
                    <a:pt x="161026" y="85546"/>
                    <a:pt x="164221" y="86822"/>
                  </a:cubicBezTo>
                  <a:lnTo>
                    <a:pt x="175084" y="93206"/>
                  </a:lnTo>
                  <a:lnTo>
                    <a:pt x="175084" y="79800"/>
                  </a:lnTo>
                  <a:cubicBezTo>
                    <a:pt x="175084" y="75970"/>
                    <a:pt x="177640" y="73416"/>
                    <a:pt x="181474" y="73416"/>
                  </a:cubicBezTo>
                  <a:cubicBezTo>
                    <a:pt x="185308" y="73416"/>
                    <a:pt x="187864" y="75970"/>
                    <a:pt x="187864" y="79800"/>
                  </a:cubicBezTo>
                  <a:lnTo>
                    <a:pt x="187864" y="93206"/>
                  </a:lnTo>
                  <a:lnTo>
                    <a:pt x="198727" y="86822"/>
                  </a:lnTo>
                  <a:cubicBezTo>
                    <a:pt x="201922" y="84907"/>
                    <a:pt x="205756" y="86184"/>
                    <a:pt x="207673" y="89376"/>
                  </a:cubicBezTo>
                  <a:cubicBezTo>
                    <a:pt x="209589" y="92568"/>
                    <a:pt x="208312" y="96398"/>
                    <a:pt x="205117" y="98313"/>
                  </a:cubicBezTo>
                  <a:lnTo>
                    <a:pt x="194253" y="104697"/>
                  </a:lnTo>
                  <a:lnTo>
                    <a:pt x="205117" y="111081"/>
                  </a:lnTo>
                  <a:cubicBezTo>
                    <a:pt x="208312" y="112997"/>
                    <a:pt x="208951" y="116827"/>
                    <a:pt x="207673" y="120019"/>
                  </a:cubicBezTo>
                  <a:cubicBezTo>
                    <a:pt x="206395" y="121934"/>
                    <a:pt x="204478" y="123211"/>
                    <a:pt x="201922" y="123211"/>
                  </a:cubicBezTo>
                  <a:cubicBezTo>
                    <a:pt x="200643" y="123211"/>
                    <a:pt x="200005" y="123211"/>
                    <a:pt x="198727" y="122573"/>
                  </a:cubicBezTo>
                  <a:lnTo>
                    <a:pt x="187864" y="116189"/>
                  </a:lnTo>
                  <a:lnTo>
                    <a:pt x="187864" y="141724"/>
                  </a:lnTo>
                  <a:cubicBezTo>
                    <a:pt x="222369" y="144916"/>
                    <a:pt x="249208" y="173644"/>
                    <a:pt x="249208" y="208756"/>
                  </a:cubicBezTo>
                  <a:cubicBezTo>
                    <a:pt x="249208" y="245783"/>
                    <a:pt x="219174" y="276426"/>
                    <a:pt x="181474" y="276426"/>
                  </a:cubicBezTo>
                  <a:close/>
                </a:path>
              </a:pathLst>
            </a:custGeom>
            <a:solidFill>
              <a:srgbClr val="00A3E0"/>
            </a:solidFill>
            <a:ln w="6390" cap="flat">
              <a:noFill/>
              <a:prstDash val="solid"/>
              <a:miter/>
            </a:ln>
          </p:spPr>
          <p:txBody>
            <a:bodyPr rtlCol="0" anchor="ctr"/>
            <a:lstStyle/>
            <a:p>
              <a:endParaRPr lang="en-US"/>
            </a:p>
          </p:txBody>
        </p:sp>
      </p:grpSp>
      <p:grpSp>
        <p:nvGrpSpPr>
          <p:cNvPr id="1334" name="Graphic 4">
            <a:extLst>
              <a:ext uri="{FF2B5EF4-FFF2-40B4-BE49-F238E27FC236}">
                <a16:creationId xmlns:a16="http://schemas.microsoft.com/office/drawing/2014/main" id="{B3B823BD-7379-7B4E-BF44-3967A0E44F47}"/>
              </a:ext>
            </a:extLst>
          </p:cNvPr>
          <p:cNvGrpSpPr/>
          <p:nvPr/>
        </p:nvGrpSpPr>
        <p:grpSpPr>
          <a:xfrm>
            <a:off x="10324860" y="1402085"/>
            <a:ext cx="361670" cy="361333"/>
            <a:chOff x="10324860" y="1402085"/>
            <a:chExt cx="361670" cy="361333"/>
          </a:xfrm>
          <a:solidFill>
            <a:srgbClr val="00A3E0"/>
          </a:solidFill>
        </p:grpSpPr>
        <p:sp>
          <p:nvSpPr>
            <p:cNvPr id="1335" name="Graphic 4">
              <a:extLst>
                <a:ext uri="{FF2B5EF4-FFF2-40B4-BE49-F238E27FC236}">
                  <a16:creationId xmlns:a16="http://schemas.microsoft.com/office/drawing/2014/main" id="{07E41D39-75FD-E04B-9926-B8D957E8C6FB}"/>
                </a:ext>
              </a:extLst>
            </p:cNvPr>
            <p:cNvSpPr/>
            <p:nvPr/>
          </p:nvSpPr>
          <p:spPr>
            <a:xfrm>
              <a:off x="10506973" y="1529764"/>
              <a:ext cx="93931" cy="108527"/>
            </a:xfrm>
            <a:custGeom>
              <a:avLst/>
              <a:gdLst>
                <a:gd name="connsiteX0" fmla="*/ 38340 w 93931"/>
                <a:gd name="connsiteY0" fmla="*/ 0 h 108527"/>
                <a:gd name="connsiteX1" fmla="*/ 0 w 93931"/>
                <a:gd name="connsiteY1" fmla="*/ 15960 h 108527"/>
                <a:gd name="connsiteX2" fmla="*/ 12780 w 93931"/>
                <a:gd name="connsiteY2" fmla="*/ 54902 h 108527"/>
                <a:gd name="connsiteX3" fmla="*/ 639 w 93931"/>
                <a:gd name="connsiteY3" fmla="*/ 93206 h 108527"/>
                <a:gd name="connsiteX4" fmla="*/ 38978 w 93931"/>
                <a:gd name="connsiteY4" fmla="*/ 108528 h 108527"/>
                <a:gd name="connsiteX5" fmla="*/ 93932 w 93931"/>
                <a:gd name="connsiteY5" fmla="*/ 53625 h 108527"/>
                <a:gd name="connsiteX6" fmla="*/ 38340 w 93931"/>
                <a:gd name="connsiteY6" fmla="*/ 0 h 10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931" h="108527">
                  <a:moveTo>
                    <a:pt x="38340" y="0"/>
                  </a:moveTo>
                  <a:cubicBezTo>
                    <a:pt x="23004" y="0"/>
                    <a:pt x="9585" y="6384"/>
                    <a:pt x="0" y="15960"/>
                  </a:cubicBezTo>
                  <a:cubicBezTo>
                    <a:pt x="7668" y="26813"/>
                    <a:pt x="12780" y="40219"/>
                    <a:pt x="12780" y="54902"/>
                  </a:cubicBezTo>
                  <a:cubicBezTo>
                    <a:pt x="12780" y="68947"/>
                    <a:pt x="8306" y="82353"/>
                    <a:pt x="639" y="93206"/>
                  </a:cubicBezTo>
                  <a:cubicBezTo>
                    <a:pt x="10224" y="102782"/>
                    <a:pt x="24281" y="108528"/>
                    <a:pt x="38978" y="108528"/>
                  </a:cubicBezTo>
                  <a:cubicBezTo>
                    <a:pt x="69011" y="108528"/>
                    <a:pt x="93932" y="84269"/>
                    <a:pt x="93932" y="53625"/>
                  </a:cubicBezTo>
                  <a:cubicBezTo>
                    <a:pt x="93932" y="22982"/>
                    <a:pt x="68372" y="0"/>
                    <a:pt x="38340" y="0"/>
                  </a:cubicBezTo>
                  <a:close/>
                </a:path>
              </a:pathLst>
            </a:custGeom>
            <a:solidFill>
              <a:srgbClr val="00A3E0"/>
            </a:solidFill>
            <a:ln w="6390" cap="flat">
              <a:noFill/>
              <a:prstDash val="solid"/>
              <a:miter/>
            </a:ln>
          </p:spPr>
          <p:txBody>
            <a:bodyPr rtlCol="0" anchor="ctr"/>
            <a:lstStyle/>
            <a:p>
              <a:endParaRPr lang="en-US"/>
            </a:p>
          </p:txBody>
        </p:sp>
        <p:sp>
          <p:nvSpPr>
            <p:cNvPr id="1336" name="Graphic 4">
              <a:extLst>
                <a:ext uri="{FF2B5EF4-FFF2-40B4-BE49-F238E27FC236}">
                  <a16:creationId xmlns:a16="http://schemas.microsoft.com/office/drawing/2014/main" id="{ED45829B-BF69-AE4B-9073-0043B585C085}"/>
                </a:ext>
              </a:extLst>
            </p:cNvPr>
            <p:cNvSpPr/>
            <p:nvPr/>
          </p:nvSpPr>
          <p:spPr>
            <a:xfrm>
              <a:off x="10396427" y="1530403"/>
              <a:ext cx="93931" cy="109804"/>
            </a:xfrm>
            <a:custGeom>
              <a:avLst/>
              <a:gdLst>
                <a:gd name="connsiteX0" fmla="*/ 93932 w 93931"/>
                <a:gd name="connsiteY0" fmla="*/ 92568 h 109804"/>
                <a:gd name="connsiteX1" fmla="*/ 81152 w 93931"/>
                <a:gd name="connsiteY1" fmla="*/ 53625 h 109804"/>
                <a:gd name="connsiteX2" fmla="*/ 93293 w 93931"/>
                <a:gd name="connsiteY2" fmla="*/ 15322 h 109804"/>
                <a:gd name="connsiteX3" fmla="*/ 54953 w 93931"/>
                <a:gd name="connsiteY3" fmla="*/ 0 h 109804"/>
                <a:gd name="connsiteX4" fmla="*/ 0 w 93931"/>
                <a:gd name="connsiteY4" fmla="*/ 54902 h 109804"/>
                <a:gd name="connsiteX5" fmla="*/ 54953 w 93931"/>
                <a:gd name="connsiteY5" fmla="*/ 109804 h 109804"/>
                <a:gd name="connsiteX6" fmla="*/ 93932 w 93931"/>
                <a:gd name="connsiteY6" fmla="*/ 92568 h 10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931" h="109804">
                  <a:moveTo>
                    <a:pt x="93932" y="92568"/>
                  </a:moveTo>
                  <a:cubicBezTo>
                    <a:pt x="86264" y="81715"/>
                    <a:pt x="81152" y="68309"/>
                    <a:pt x="81152" y="53625"/>
                  </a:cubicBezTo>
                  <a:cubicBezTo>
                    <a:pt x="81152" y="39581"/>
                    <a:pt x="85625" y="26174"/>
                    <a:pt x="93293" y="15322"/>
                  </a:cubicBezTo>
                  <a:cubicBezTo>
                    <a:pt x="83708" y="5746"/>
                    <a:pt x="69650" y="0"/>
                    <a:pt x="54953" y="0"/>
                  </a:cubicBezTo>
                  <a:cubicBezTo>
                    <a:pt x="24921" y="0"/>
                    <a:pt x="0" y="24259"/>
                    <a:pt x="0" y="54902"/>
                  </a:cubicBezTo>
                  <a:cubicBezTo>
                    <a:pt x="0" y="85545"/>
                    <a:pt x="24282" y="109804"/>
                    <a:pt x="54953" y="109804"/>
                  </a:cubicBezTo>
                  <a:cubicBezTo>
                    <a:pt x="70289" y="109166"/>
                    <a:pt x="84347" y="102782"/>
                    <a:pt x="93932" y="92568"/>
                  </a:cubicBezTo>
                  <a:close/>
                </a:path>
              </a:pathLst>
            </a:custGeom>
            <a:solidFill>
              <a:srgbClr val="00A3E0"/>
            </a:solidFill>
            <a:ln w="6390" cap="flat">
              <a:noFill/>
              <a:prstDash val="solid"/>
              <a:miter/>
            </a:ln>
          </p:spPr>
          <p:txBody>
            <a:bodyPr rtlCol="0" anchor="ctr"/>
            <a:lstStyle/>
            <a:p>
              <a:endParaRPr lang="en-US"/>
            </a:p>
          </p:txBody>
        </p:sp>
        <p:sp>
          <p:nvSpPr>
            <p:cNvPr id="1337" name="Graphic 4">
              <a:extLst>
                <a:ext uri="{FF2B5EF4-FFF2-40B4-BE49-F238E27FC236}">
                  <a16:creationId xmlns:a16="http://schemas.microsoft.com/office/drawing/2014/main" id="{6B20EDD2-4D28-D54C-94DE-C0481641A6F7}"/>
                </a:ext>
              </a:extLst>
            </p:cNvPr>
            <p:cNvSpPr/>
            <p:nvPr/>
          </p:nvSpPr>
          <p:spPr>
            <a:xfrm>
              <a:off x="10490999" y="1555939"/>
              <a:ext cx="15974" cy="56817"/>
            </a:xfrm>
            <a:custGeom>
              <a:avLst/>
              <a:gdLst>
                <a:gd name="connsiteX0" fmla="*/ 7668 w 15974"/>
                <a:gd name="connsiteY0" fmla="*/ 0 h 56817"/>
                <a:gd name="connsiteX1" fmla="*/ 0 w 15974"/>
                <a:gd name="connsiteY1" fmla="*/ 28089 h 56817"/>
                <a:gd name="connsiteX2" fmla="*/ 8306 w 15974"/>
                <a:gd name="connsiteY2" fmla="*/ 56817 h 56817"/>
                <a:gd name="connsiteX3" fmla="*/ 15975 w 15974"/>
                <a:gd name="connsiteY3" fmla="*/ 28728 h 56817"/>
                <a:gd name="connsiteX4" fmla="*/ 7668 w 15974"/>
                <a:gd name="connsiteY4" fmla="*/ 0 h 56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74" h="56817">
                  <a:moveTo>
                    <a:pt x="7668" y="0"/>
                  </a:moveTo>
                  <a:cubicBezTo>
                    <a:pt x="2555" y="8299"/>
                    <a:pt x="0" y="17875"/>
                    <a:pt x="0" y="28089"/>
                  </a:cubicBezTo>
                  <a:cubicBezTo>
                    <a:pt x="0" y="38304"/>
                    <a:pt x="3195" y="48518"/>
                    <a:pt x="8306" y="56817"/>
                  </a:cubicBezTo>
                  <a:cubicBezTo>
                    <a:pt x="13419" y="48518"/>
                    <a:pt x="15975" y="38942"/>
                    <a:pt x="15975" y="28728"/>
                  </a:cubicBezTo>
                  <a:cubicBezTo>
                    <a:pt x="15335" y="18514"/>
                    <a:pt x="12780" y="8299"/>
                    <a:pt x="7668" y="0"/>
                  </a:cubicBezTo>
                  <a:close/>
                </a:path>
              </a:pathLst>
            </a:custGeom>
            <a:solidFill>
              <a:srgbClr val="00A3E0"/>
            </a:solidFill>
            <a:ln w="6390" cap="flat">
              <a:noFill/>
              <a:prstDash val="solid"/>
              <a:miter/>
            </a:ln>
          </p:spPr>
          <p:txBody>
            <a:bodyPr rtlCol="0" anchor="ctr"/>
            <a:lstStyle/>
            <a:p>
              <a:endParaRPr lang="en-US"/>
            </a:p>
          </p:txBody>
        </p:sp>
        <p:sp>
          <p:nvSpPr>
            <p:cNvPr id="1338" name="Graphic 4">
              <a:extLst>
                <a:ext uri="{FF2B5EF4-FFF2-40B4-BE49-F238E27FC236}">
                  <a16:creationId xmlns:a16="http://schemas.microsoft.com/office/drawing/2014/main" id="{D3788087-F13C-5443-9CE0-F63408B776A4}"/>
                </a:ext>
              </a:extLst>
            </p:cNvPr>
            <p:cNvSpPr/>
            <p:nvPr/>
          </p:nvSpPr>
          <p:spPr>
            <a:xfrm>
              <a:off x="10324860" y="1402085"/>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307995 w 361670"/>
                <a:gd name="connsiteY5" fmla="*/ 140448 h 361333"/>
                <a:gd name="connsiteX6" fmla="*/ 301605 w 361670"/>
                <a:gd name="connsiteY6" fmla="*/ 146832 h 361333"/>
                <a:gd name="connsiteX7" fmla="*/ 295215 w 361670"/>
                <a:gd name="connsiteY7" fmla="*/ 140448 h 361333"/>
                <a:gd name="connsiteX8" fmla="*/ 295215 w 361670"/>
                <a:gd name="connsiteY8" fmla="*/ 114912 h 361333"/>
                <a:gd name="connsiteX9" fmla="*/ 271572 w 361670"/>
                <a:gd name="connsiteY9" fmla="*/ 137894 h 361333"/>
                <a:gd name="connsiteX10" fmla="*/ 288186 w 361670"/>
                <a:gd name="connsiteY10" fmla="*/ 181944 h 361333"/>
                <a:gd name="connsiteX11" fmla="*/ 220453 w 361670"/>
                <a:gd name="connsiteY11" fmla="*/ 249614 h 361333"/>
                <a:gd name="connsiteX12" fmla="*/ 173806 w 361670"/>
                <a:gd name="connsiteY12" fmla="*/ 231100 h 361333"/>
                <a:gd name="connsiteX13" fmla="*/ 132910 w 361670"/>
                <a:gd name="connsiteY13" fmla="*/ 249614 h 361333"/>
                <a:gd name="connsiteX14" fmla="*/ 132910 w 361670"/>
                <a:gd name="connsiteY14" fmla="*/ 267489 h 361333"/>
                <a:gd name="connsiteX15" fmla="*/ 150164 w 361670"/>
                <a:gd name="connsiteY15" fmla="*/ 267489 h 361333"/>
                <a:gd name="connsiteX16" fmla="*/ 156553 w 361670"/>
                <a:gd name="connsiteY16" fmla="*/ 273873 h 361333"/>
                <a:gd name="connsiteX17" fmla="*/ 150164 w 361670"/>
                <a:gd name="connsiteY17" fmla="*/ 280257 h 361333"/>
                <a:gd name="connsiteX18" fmla="*/ 132910 w 361670"/>
                <a:gd name="connsiteY18" fmla="*/ 280257 h 361333"/>
                <a:gd name="connsiteX19" fmla="*/ 132910 w 361670"/>
                <a:gd name="connsiteY19" fmla="*/ 298132 h 361333"/>
                <a:gd name="connsiteX20" fmla="*/ 126520 w 361670"/>
                <a:gd name="connsiteY20" fmla="*/ 304516 h 361333"/>
                <a:gd name="connsiteX21" fmla="*/ 120130 w 361670"/>
                <a:gd name="connsiteY21" fmla="*/ 298132 h 361333"/>
                <a:gd name="connsiteX22" fmla="*/ 120130 w 361670"/>
                <a:gd name="connsiteY22" fmla="*/ 280257 h 361333"/>
                <a:gd name="connsiteX23" fmla="*/ 102878 w 361670"/>
                <a:gd name="connsiteY23" fmla="*/ 280257 h 361333"/>
                <a:gd name="connsiteX24" fmla="*/ 96488 w 361670"/>
                <a:gd name="connsiteY24" fmla="*/ 273873 h 361333"/>
                <a:gd name="connsiteX25" fmla="*/ 102878 w 361670"/>
                <a:gd name="connsiteY25" fmla="*/ 267489 h 361333"/>
                <a:gd name="connsiteX26" fmla="*/ 120130 w 361670"/>
                <a:gd name="connsiteY26" fmla="*/ 267489 h 361333"/>
                <a:gd name="connsiteX27" fmla="*/ 120130 w 361670"/>
                <a:gd name="connsiteY27" fmla="*/ 249614 h 361333"/>
                <a:gd name="connsiteX28" fmla="*/ 58787 w 361670"/>
                <a:gd name="connsiteY28" fmla="*/ 182582 h 361333"/>
                <a:gd name="connsiteX29" fmla="*/ 126520 w 361670"/>
                <a:gd name="connsiteY29" fmla="*/ 114912 h 361333"/>
                <a:gd name="connsiteX30" fmla="*/ 173167 w 361670"/>
                <a:gd name="connsiteY30" fmla="*/ 133425 h 361333"/>
                <a:gd name="connsiteX31" fmla="*/ 220453 w 361670"/>
                <a:gd name="connsiteY31" fmla="*/ 114273 h 361333"/>
                <a:gd name="connsiteX32" fmla="*/ 261987 w 361670"/>
                <a:gd name="connsiteY32" fmla="*/ 128956 h 361333"/>
                <a:gd name="connsiteX33" fmla="*/ 285630 w 361670"/>
                <a:gd name="connsiteY33" fmla="*/ 106612 h 361333"/>
                <a:gd name="connsiteX34" fmla="*/ 261348 w 361670"/>
                <a:gd name="connsiteY34" fmla="*/ 106612 h 361333"/>
                <a:gd name="connsiteX35" fmla="*/ 254958 w 361670"/>
                <a:gd name="connsiteY35" fmla="*/ 100229 h 361333"/>
                <a:gd name="connsiteX36" fmla="*/ 261348 w 361670"/>
                <a:gd name="connsiteY36" fmla="*/ 93845 h 361333"/>
                <a:gd name="connsiteX37" fmla="*/ 300966 w 361670"/>
                <a:gd name="connsiteY37" fmla="*/ 93845 h 361333"/>
                <a:gd name="connsiteX38" fmla="*/ 305439 w 361670"/>
                <a:gd name="connsiteY38" fmla="*/ 95760 h 361333"/>
                <a:gd name="connsiteX39" fmla="*/ 307356 w 361670"/>
                <a:gd name="connsiteY39" fmla="*/ 100229 h 361333"/>
                <a:gd name="connsiteX40" fmla="*/ 307356 w 361670"/>
                <a:gd name="connsiteY40" fmla="*/ 14044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1670" h="361333">
                  <a:moveTo>
                    <a:pt x="180835" y="0"/>
                  </a:moveTo>
                  <a:cubicBezTo>
                    <a:pt x="80513" y="0"/>
                    <a:pt x="0" y="81077"/>
                    <a:pt x="0" y="180667"/>
                  </a:cubicBezTo>
                  <a:cubicBezTo>
                    <a:pt x="0" y="280257"/>
                    <a:pt x="81152" y="361333"/>
                    <a:pt x="180835" y="361333"/>
                  </a:cubicBezTo>
                  <a:cubicBezTo>
                    <a:pt x="280518" y="361333"/>
                    <a:pt x="361670" y="280257"/>
                    <a:pt x="361670" y="180667"/>
                  </a:cubicBezTo>
                  <a:cubicBezTo>
                    <a:pt x="361670" y="81077"/>
                    <a:pt x="281157" y="0"/>
                    <a:pt x="180835" y="0"/>
                  </a:cubicBezTo>
                  <a:close/>
                  <a:moveTo>
                    <a:pt x="307995" y="140448"/>
                  </a:moveTo>
                  <a:cubicBezTo>
                    <a:pt x="307995" y="144278"/>
                    <a:pt x="305439" y="146832"/>
                    <a:pt x="301605" y="146832"/>
                  </a:cubicBezTo>
                  <a:cubicBezTo>
                    <a:pt x="297771" y="146832"/>
                    <a:pt x="295215" y="144278"/>
                    <a:pt x="295215" y="140448"/>
                  </a:cubicBezTo>
                  <a:lnTo>
                    <a:pt x="295215" y="114912"/>
                  </a:lnTo>
                  <a:lnTo>
                    <a:pt x="271572" y="137894"/>
                  </a:lnTo>
                  <a:cubicBezTo>
                    <a:pt x="281796" y="150024"/>
                    <a:pt x="288186" y="165345"/>
                    <a:pt x="288186" y="181944"/>
                  </a:cubicBezTo>
                  <a:cubicBezTo>
                    <a:pt x="288186" y="218971"/>
                    <a:pt x="258153" y="249614"/>
                    <a:pt x="220453" y="249614"/>
                  </a:cubicBezTo>
                  <a:cubicBezTo>
                    <a:pt x="202561" y="249614"/>
                    <a:pt x="185947" y="242591"/>
                    <a:pt x="173806" y="231100"/>
                  </a:cubicBezTo>
                  <a:cubicBezTo>
                    <a:pt x="162943" y="241314"/>
                    <a:pt x="148885" y="248337"/>
                    <a:pt x="132910" y="249614"/>
                  </a:cubicBezTo>
                  <a:lnTo>
                    <a:pt x="132910" y="267489"/>
                  </a:lnTo>
                  <a:lnTo>
                    <a:pt x="150164" y="267489"/>
                  </a:lnTo>
                  <a:cubicBezTo>
                    <a:pt x="153997" y="267489"/>
                    <a:pt x="156553" y="270042"/>
                    <a:pt x="156553" y="273873"/>
                  </a:cubicBezTo>
                  <a:cubicBezTo>
                    <a:pt x="156553" y="277703"/>
                    <a:pt x="153997" y="280257"/>
                    <a:pt x="150164" y="280257"/>
                  </a:cubicBezTo>
                  <a:lnTo>
                    <a:pt x="132910" y="280257"/>
                  </a:lnTo>
                  <a:lnTo>
                    <a:pt x="132910" y="298132"/>
                  </a:lnTo>
                  <a:cubicBezTo>
                    <a:pt x="132910" y="301962"/>
                    <a:pt x="130354" y="304516"/>
                    <a:pt x="126520" y="304516"/>
                  </a:cubicBezTo>
                  <a:cubicBezTo>
                    <a:pt x="122686" y="304516"/>
                    <a:pt x="120130" y="301962"/>
                    <a:pt x="120130" y="298132"/>
                  </a:cubicBezTo>
                  <a:lnTo>
                    <a:pt x="120130" y="280257"/>
                  </a:lnTo>
                  <a:lnTo>
                    <a:pt x="102878" y="280257"/>
                  </a:lnTo>
                  <a:cubicBezTo>
                    <a:pt x="99044" y="280257"/>
                    <a:pt x="96488" y="277703"/>
                    <a:pt x="96488" y="273873"/>
                  </a:cubicBezTo>
                  <a:cubicBezTo>
                    <a:pt x="96488" y="270042"/>
                    <a:pt x="99044" y="267489"/>
                    <a:pt x="102878" y="267489"/>
                  </a:cubicBezTo>
                  <a:lnTo>
                    <a:pt x="120130" y="267489"/>
                  </a:lnTo>
                  <a:lnTo>
                    <a:pt x="120130" y="249614"/>
                  </a:lnTo>
                  <a:cubicBezTo>
                    <a:pt x="85625" y="246422"/>
                    <a:pt x="58787" y="217694"/>
                    <a:pt x="58787" y="182582"/>
                  </a:cubicBezTo>
                  <a:cubicBezTo>
                    <a:pt x="58787" y="145555"/>
                    <a:pt x="88820" y="114912"/>
                    <a:pt x="126520" y="114912"/>
                  </a:cubicBezTo>
                  <a:cubicBezTo>
                    <a:pt x="144412" y="114912"/>
                    <a:pt x="161026" y="121934"/>
                    <a:pt x="173167" y="133425"/>
                  </a:cubicBezTo>
                  <a:cubicBezTo>
                    <a:pt x="185308" y="121296"/>
                    <a:pt x="201922" y="114273"/>
                    <a:pt x="220453" y="114273"/>
                  </a:cubicBezTo>
                  <a:cubicBezTo>
                    <a:pt x="236428" y="114273"/>
                    <a:pt x="250485" y="120019"/>
                    <a:pt x="261987" y="128956"/>
                  </a:cubicBezTo>
                  <a:lnTo>
                    <a:pt x="285630" y="106612"/>
                  </a:lnTo>
                  <a:lnTo>
                    <a:pt x="261348" y="106612"/>
                  </a:lnTo>
                  <a:cubicBezTo>
                    <a:pt x="257514" y="106612"/>
                    <a:pt x="254958" y="104059"/>
                    <a:pt x="254958" y="100229"/>
                  </a:cubicBezTo>
                  <a:cubicBezTo>
                    <a:pt x="254958" y="96398"/>
                    <a:pt x="257514" y="93845"/>
                    <a:pt x="261348" y="93845"/>
                  </a:cubicBezTo>
                  <a:lnTo>
                    <a:pt x="300966" y="93845"/>
                  </a:lnTo>
                  <a:cubicBezTo>
                    <a:pt x="302882" y="93845"/>
                    <a:pt x="304161" y="94483"/>
                    <a:pt x="305439" y="95760"/>
                  </a:cubicBezTo>
                  <a:cubicBezTo>
                    <a:pt x="306717" y="97037"/>
                    <a:pt x="307356" y="98313"/>
                    <a:pt x="307356" y="100229"/>
                  </a:cubicBezTo>
                  <a:lnTo>
                    <a:pt x="307356" y="140448"/>
                  </a:lnTo>
                  <a:close/>
                </a:path>
              </a:pathLst>
            </a:custGeom>
            <a:solidFill>
              <a:srgbClr val="00A3E0"/>
            </a:solidFill>
            <a:ln w="6390" cap="flat">
              <a:noFill/>
              <a:prstDash val="solid"/>
              <a:miter/>
            </a:ln>
          </p:spPr>
          <p:txBody>
            <a:bodyPr rtlCol="0" anchor="ctr"/>
            <a:lstStyle/>
            <a:p>
              <a:endParaRPr lang="en-US"/>
            </a:p>
          </p:txBody>
        </p:sp>
      </p:grpSp>
      <p:grpSp>
        <p:nvGrpSpPr>
          <p:cNvPr id="1339" name="Graphic 4">
            <a:extLst>
              <a:ext uri="{FF2B5EF4-FFF2-40B4-BE49-F238E27FC236}">
                <a16:creationId xmlns:a16="http://schemas.microsoft.com/office/drawing/2014/main" id="{EA7F2499-6D99-4742-A863-5457942F3771}"/>
              </a:ext>
            </a:extLst>
          </p:cNvPr>
          <p:cNvGrpSpPr/>
          <p:nvPr/>
        </p:nvGrpSpPr>
        <p:grpSpPr>
          <a:xfrm>
            <a:off x="11372170" y="2371173"/>
            <a:ext cx="361674" cy="361333"/>
            <a:chOff x="11372170" y="2371173"/>
            <a:chExt cx="361674" cy="361333"/>
          </a:xfrm>
          <a:solidFill>
            <a:srgbClr val="00A3E0"/>
          </a:solidFill>
        </p:grpSpPr>
        <p:sp>
          <p:nvSpPr>
            <p:cNvPr id="1340" name="Graphic 4">
              <a:extLst>
                <a:ext uri="{FF2B5EF4-FFF2-40B4-BE49-F238E27FC236}">
                  <a16:creationId xmlns:a16="http://schemas.microsoft.com/office/drawing/2014/main" id="{B3040E7B-F5E8-8140-8CF0-EAFD43D2A4D6}"/>
                </a:ext>
              </a:extLst>
            </p:cNvPr>
            <p:cNvSpPr/>
            <p:nvPr/>
          </p:nvSpPr>
          <p:spPr>
            <a:xfrm>
              <a:off x="11563230" y="2533965"/>
              <a:ext cx="34505" cy="31919"/>
            </a:xfrm>
            <a:custGeom>
              <a:avLst/>
              <a:gdLst>
                <a:gd name="connsiteX0" fmla="*/ 34506 w 34505"/>
                <a:gd name="connsiteY0" fmla="*/ 0 h 31919"/>
                <a:gd name="connsiteX1" fmla="*/ 0 w 34505"/>
                <a:gd name="connsiteY1" fmla="*/ 31920 h 31919"/>
                <a:gd name="connsiteX2" fmla="*/ 34506 w 34505"/>
                <a:gd name="connsiteY2" fmla="*/ 0 h 31919"/>
              </a:gdLst>
              <a:ahLst/>
              <a:cxnLst>
                <a:cxn ang="0">
                  <a:pos x="connsiteX0" y="connsiteY0"/>
                </a:cxn>
                <a:cxn ang="0">
                  <a:pos x="connsiteX1" y="connsiteY1"/>
                </a:cxn>
                <a:cxn ang="0">
                  <a:pos x="connsiteX2" y="connsiteY2"/>
                </a:cxn>
              </a:cxnLst>
              <a:rect l="l" t="t" r="r" b="b"/>
              <a:pathLst>
                <a:path w="34505" h="31919">
                  <a:moveTo>
                    <a:pt x="34506" y="0"/>
                  </a:moveTo>
                  <a:cubicBezTo>
                    <a:pt x="17892" y="3830"/>
                    <a:pt x="5112" y="15960"/>
                    <a:pt x="0" y="31920"/>
                  </a:cubicBezTo>
                  <a:cubicBezTo>
                    <a:pt x="16614" y="28090"/>
                    <a:pt x="30033" y="15322"/>
                    <a:pt x="34506" y="0"/>
                  </a:cubicBezTo>
                  <a:close/>
                </a:path>
              </a:pathLst>
            </a:custGeom>
            <a:solidFill>
              <a:srgbClr val="00A3E0"/>
            </a:solidFill>
            <a:ln w="6390" cap="flat">
              <a:noFill/>
              <a:prstDash val="solid"/>
              <a:miter/>
            </a:ln>
          </p:spPr>
          <p:txBody>
            <a:bodyPr rtlCol="0" anchor="ctr"/>
            <a:lstStyle/>
            <a:p>
              <a:endParaRPr lang="en-US"/>
            </a:p>
          </p:txBody>
        </p:sp>
        <p:sp>
          <p:nvSpPr>
            <p:cNvPr id="1341" name="Graphic 4">
              <a:extLst>
                <a:ext uri="{FF2B5EF4-FFF2-40B4-BE49-F238E27FC236}">
                  <a16:creationId xmlns:a16="http://schemas.microsoft.com/office/drawing/2014/main" id="{DFE2C79D-ED26-174F-A398-74B11F9E721D}"/>
                </a:ext>
              </a:extLst>
            </p:cNvPr>
            <p:cNvSpPr/>
            <p:nvPr/>
          </p:nvSpPr>
          <p:spPr>
            <a:xfrm>
              <a:off x="11508915" y="2533326"/>
              <a:ext cx="36423" cy="32558"/>
            </a:xfrm>
            <a:custGeom>
              <a:avLst/>
              <a:gdLst>
                <a:gd name="connsiteX0" fmla="*/ 0 w 36423"/>
                <a:gd name="connsiteY0" fmla="*/ 0 h 32558"/>
                <a:gd name="connsiteX1" fmla="*/ 36423 w 36423"/>
                <a:gd name="connsiteY1" fmla="*/ 32558 h 32558"/>
                <a:gd name="connsiteX2" fmla="*/ 0 w 36423"/>
                <a:gd name="connsiteY2" fmla="*/ 0 h 32558"/>
              </a:gdLst>
              <a:ahLst/>
              <a:cxnLst>
                <a:cxn ang="0">
                  <a:pos x="connsiteX0" y="connsiteY0"/>
                </a:cxn>
                <a:cxn ang="0">
                  <a:pos x="connsiteX1" y="connsiteY1"/>
                </a:cxn>
                <a:cxn ang="0">
                  <a:pos x="connsiteX2" y="connsiteY2"/>
                </a:cxn>
              </a:cxnLst>
              <a:rect l="l" t="t" r="r" b="b"/>
              <a:pathLst>
                <a:path w="36423" h="32558">
                  <a:moveTo>
                    <a:pt x="0" y="0"/>
                  </a:moveTo>
                  <a:cubicBezTo>
                    <a:pt x="5112" y="16598"/>
                    <a:pt x="19170" y="29366"/>
                    <a:pt x="36423" y="32558"/>
                  </a:cubicBezTo>
                  <a:cubicBezTo>
                    <a:pt x="31311" y="15960"/>
                    <a:pt x="17253" y="3192"/>
                    <a:pt x="0" y="0"/>
                  </a:cubicBezTo>
                  <a:close/>
                </a:path>
              </a:pathLst>
            </a:custGeom>
            <a:solidFill>
              <a:srgbClr val="00A3E0"/>
            </a:solidFill>
            <a:ln w="6390" cap="flat">
              <a:noFill/>
              <a:prstDash val="solid"/>
              <a:miter/>
            </a:ln>
          </p:spPr>
          <p:txBody>
            <a:bodyPr rtlCol="0" anchor="ctr"/>
            <a:lstStyle/>
            <a:p>
              <a:endParaRPr lang="en-US"/>
            </a:p>
          </p:txBody>
        </p:sp>
        <p:sp>
          <p:nvSpPr>
            <p:cNvPr id="1342" name="Graphic 4">
              <a:extLst>
                <a:ext uri="{FF2B5EF4-FFF2-40B4-BE49-F238E27FC236}">
                  <a16:creationId xmlns:a16="http://schemas.microsoft.com/office/drawing/2014/main" id="{96FFAAD6-A23D-EE4E-8ED2-A53B6AC789EF}"/>
                </a:ext>
              </a:extLst>
            </p:cNvPr>
            <p:cNvSpPr/>
            <p:nvPr/>
          </p:nvSpPr>
          <p:spPr>
            <a:xfrm>
              <a:off x="11506999" y="2473317"/>
              <a:ext cx="93292" cy="80438"/>
            </a:xfrm>
            <a:custGeom>
              <a:avLst/>
              <a:gdLst>
                <a:gd name="connsiteX0" fmla="*/ 47285 w 93292"/>
                <a:gd name="connsiteY0" fmla="*/ 80438 h 80438"/>
                <a:gd name="connsiteX1" fmla="*/ 93293 w 93292"/>
                <a:gd name="connsiteY1" fmla="*/ 47242 h 80438"/>
                <a:gd name="connsiteX2" fmla="*/ 93293 w 93292"/>
                <a:gd name="connsiteY2" fmla="*/ 46603 h 80438"/>
                <a:gd name="connsiteX3" fmla="*/ 46646 w 93292"/>
                <a:gd name="connsiteY3" fmla="*/ 0 h 80438"/>
                <a:gd name="connsiteX4" fmla="*/ 0 w 93292"/>
                <a:gd name="connsiteY4" fmla="*/ 46603 h 80438"/>
                <a:gd name="connsiteX5" fmla="*/ 0 w 93292"/>
                <a:gd name="connsiteY5" fmla="*/ 47242 h 80438"/>
                <a:gd name="connsiteX6" fmla="*/ 47285 w 93292"/>
                <a:gd name="connsiteY6" fmla="*/ 80438 h 80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292" h="80438">
                  <a:moveTo>
                    <a:pt x="47285" y="80438"/>
                  </a:moveTo>
                  <a:cubicBezTo>
                    <a:pt x="55592" y="62563"/>
                    <a:pt x="72845" y="49795"/>
                    <a:pt x="93293" y="47242"/>
                  </a:cubicBezTo>
                  <a:cubicBezTo>
                    <a:pt x="93293" y="47242"/>
                    <a:pt x="93293" y="46603"/>
                    <a:pt x="93293" y="46603"/>
                  </a:cubicBezTo>
                  <a:cubicBezTo>
                    <a:pt x="93293" y="21067"/>
                    <a:pt x="72206" y="0"/>
                    <a:pt x="46646" y="0"/>
                  </a:cubicBezTo>
                  <a:cubicBezTo>
                    <a:pt x="21086" y="0"/>
                    <a:pt x="0" y="21067"/>
                    <a:pt x="0" y="46603"/>
                  </a:cubicBezTo>
                  <a:cubicBezTo>
                    <a:pt x="0" y="46603"/>
                    <a:pt x="0" y="46603"/>
                    <a:pt x="0" y="47242"/>
                  </a:cubicBezTo>
                  <a:cubicBezTo>
                    <a:pt x="21086" y="49157"/>
                    <a:pt x="38340" y="61925"/>
                    <a:pt x="47285" y="80438"/>
                  </a:cubicBezTo>
                  <a:close/>
                </a:path>
              </a:pathLst>
            </a:custGeom>
            <a:solidFill>
              <a:srgbClr val="00A3E0"/>
            </a:solidFill>
            <a:ln w="6390" cap="flat">
              <a:noFill/>
              <a:prstDash val="solid"/>
              <a:miter/>
            </a:ln>
          </p:spPr>
          <p:txBody>
            <a:bodyPr rtlCol="0" anchor="ctr"/>
            <a:lstStyle/>
            <a:p>
              <a:endParaRPr lang="en-US"/>
            </a:p>
          </p:txBody>
        </p:sp>
        <p:sp>
          <p:nvSpPr>
            <p:cNvPr id="1343" name="Graphic 4">
              <a:extLst>
                <a:ext uri="{FF2B5EF4-FFF2-40B4-BE49-F238E27FC236}">
                  <a16:creationId xmlns:a16="http://schemas.microsoft.com/office/drawing/2014/main" id="{B7BDD081-460D-8043-8CEF-095322DD0883}"/>
                </a:ext>
              </a:extLst>
            </p:cNvPr>
            <p:cNvSpPr/>
            <p:nvPr/>
          </p:nvSpPr>
          <p:spPr>
            <a:xfrm>
              <a:off x="11372170" y="2371173"/>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242179 w 361674"/>
                <a:gd name="connsiteY5" fmla="*/ 266851 h 361333"/>
                <a:gd name="connsiteX6" fmla="*/ 242179 w 361674"/>
                <a:gd name="connsiteY6" fmla="*/ 283449 h 361333"/>
                <a:gd name="connsiteX7" fmla="*/ 255597 w 361674"/>
                <a:gd name="connsiteY7" fmla="*/ 283449 h 361333"/>
                <a:gd name="connsiteX8" fmla="*/ 261987 w 361674"/>
                <a:gd name="connsiteY8" fmla="*/ 289833 h 361333"/>
                <a:gd name="connsiteX9" fmla="*/ 255597 w 361674"/>
                <a:gd name="connsiteY9" fmla="*/ 296217 h 361333"/>
                <a:gd name="connsiteX10" fmla="*/ 242179 w 361674"/>
                <a:gd name="connsiteY10" fmla="*/ 296217 h 361333"/>
                <a:gd name="connsiteX11" fmla="*/ 242179 w 361674"/>
                <a:gd name="connsiteY11" fmla="*/ 310262 h 361333"/>
                <a:gd name="connsiteX12" fmla="*/ 235789 w 361674"/>
                <a:gd name="connsiteY12" fmla="*/ 316646 h 361333"/>
                <a:gd name="connsiteX13" fmla="*/ 229399 w 361674"/>
                <a:gd name="connsiteY13" fmla="*/ 310262 h 361333"/>
                <a:gd name="connsiteX14" fmla="*/ 229399 w 361674"/>
                <a:gd name="connsiteY14" fmla="*/ 296217 h 361333"/>
                <a:gd name="connsiteX15" fmla="*/ 215980 w 361674"/>
                <a:gd name="connsiteY15" fmla="*/ 296217 h 361333"/>
                <a:gd name="connsiteX16" fmla="*/ 209590 w 361674"/>
                <a:gd name="connsiteY16" fmla="*/ 289833 h 361333"/>
                <a:gd name="connsiteX17" fmla="*/ 215980 w 361674"/>
                <a:gd name="connsiteY17" fmla="*/ 283449 h 361333"/>
                <a:gd name="connsiteX18" fmla="*/ 229399 w 361674"/>
                <a:gd name="connsiteY18" fmla="*/ 283449 h 361333"/>
                <a:gd name="connsiteX19" fmla="*/ 229399 w 361674"/>
                <a:gd name="connsiteY19" fmla="*/ 267489 h 361333"/>
                <a:gd name="connsiteX20" fmla="*/ 182113 w 361674"/>
                <a:gd name="connsiteY20" fmla="*/ 234292 h 361333"/>
                <a:gd name="connsiteX21" fmla="*/ 135467 w 361674"/>
                <a:gd name="connsiteY21" fmla="*/ 267489 h 361333"/>
                <a:gd name="connsiteX22" fmla="*/ 135467 w 361674"/>
                <a:gd name="connsiteY22" fmla="*/ 284087 h 361333"/>
                <a:gd name="connsiteX23" fmla="*/ 148886 w 361674"/>
                <a:gd name="connsiteY23" fmla="*/ 284087 h 361333"/>
                <a:gd name="connsiteX24" fmla="*/ 155276 w 361674"/>
                <a:gd name="connsiteY24" fmla="*/ 290471 h 361333"/>
                <a:gd name="connsiteX25" fmla="*/ 148886 w 361674"/>
                <a:gd name="connsiteY25" fmla="*/ 296855 h 361333"/>
                <a:gd name="connsiteX26" fmla="*/ 135467 w 361674"/>
                <a:gd name="connsiteY26" fmla="*/ 296855 h 361333"/>
                <a:gd name="connsiteX27" fmla="*/ 135467 w 361674"/>
                <a:gd name="connsiteY27" fmla="*/ 310900 h 361333"/>
                <a:gd name="connsiteX28" fmla="*/ 129077 w 361674"/>
                <a:gd name="connsiteY28" fmla="*/ 317284 h 361333"/>
                <a:gd name="connsiteX29" fmla="*/ 122687 w 361674"/>
                <a:gd name="connsiteY29" fmla="*/ 310900 h 361333"/>
                <a:gd name="connsiteX30" fmla="*/ 122687 w 361674"/>
                <a:gd name="connsiteY30" fmla="*/ 296855 h 361333"/>
                <a:gd name="connsiteX31" fmla="*/ 109269 w 361674"/>
                <a:gd name="connsiteY31" fmla="*/ 296855 h 361333"/>
                <a:gd name="connsiteX32" fmla="*/ 102879 w 361674"/>
                <a:gd name="connsiteY32" fmla="*/ 290471 h 361333"/>
                <a:gd name="connsiteX33" fmla="*/ 109269 w 361674"/>
                <a:gd name="connsiteY33" fmla="*/ 284087 h 361333"/>
                <a:gd name="connsiteX34" fmla="*/ 122687 w 361674"/>
                <a:gd name="connsiteY34" fmla="*/ 284087 h 361333"/>
                <a:gd name="connsiteX35" fmla="*/ 122687 w 361674"/>
                <a:gd name="connsiteY35" fmla="*/ 268127 h 361333"/>
                <a:gd name="connsiteX36" fmla="*/ 69650 w 361674"/>
                <a:gd name="connsiteY36" fmla="*/ 209395 h 361333"/>
                <a:gd name="connsiteX37" fmla="*/ 122048 w 361674"/>
                <a:gd name="connsiteY37" fmla="*/ 150662 h 361333"/>
                <a:gd name="connsiteX38" fmla="*/ 122048 w 361674"/>
                <a:gd name="connsiteY38" fmla="*/ 150024 h 361333"/>
                <a:gd name="connsiteX39" fmla="*/ 174446 w 361674"/>
                <a:gd name="connsiteY39" fmla="*/ 91291 h 361333"/>
                <a:gd name="connsiteX40" fmla="*/ 174446 w 361674"/>
                <a:gd name="connsiteY40" fmla="*/ 74693 h 361333"/>
                <a:gd name="connsiteX41" fmla="*/ 161027 w 361674"/>
                <a:gd name="connsiteY41" fmla="*/ 74693 h 361333"/>
                <a:gd name="connsiteX42" fmla="*/ 154637 w 361674"/>
                <a:gd name="connsiteY42" fmla="*/ 68309 h 361333"/>
                <a:gd name="connsiteX43" fmla="*/ 161027 w 361674"/>
                <a:gd name="connsiteY43" fmla="*/ 61925 h 361333"/>
                <a:gd name="connsiteX44" fmla="*/ 174446 w 361674"/>
                <a:gd name="connsiteY44" fmla="*/ 61925 h 361333"/>
                <a:gd name="connsiteX45" fmla="*/ 174446 w 361674"/>
                <a:gd name="connsiteY45" fmla="*/ 47880 h 361333"/>
                <a:gd name="connsiteX46" fmla="*/ 180836 w 361674"/>
                <a:gd name="connsiteY46" fmla="*/ 41496 h 361333"/>
                <a:gd name="connsiteX47" fmla="*/ 187225 w 361674"/>
                <a:gd name="connsiteY47" fmla="*/ 47880 h 361333"/>
                <a:gd name="connsiteX48" fmla="*/ 187225 w 361674"/>
                <a:gd name="connsiteY48" fmla="*/ 61925 h 361333"/>
                <a:gd name="connsiteX49" fmla="*/ 200644 w 361674"/>
                <a:gd name="connsiteY49" fmla="*/ 61925 h 361333"/>
                <a:gd name="connsiteX50" fmla="*/ 207034 w 361674"/>
                <a:gd name="connsiteY50" fmla="*/ 68309 h 361333"/>
                <a:gd name="connsiteX51" fmla="*/ 200644 w 361674"/>
                <a:gd name="connsiteY51" fmla="*/ 74693 h 361333"/>
                <a:gd name="connsiteX52" fmla="*/ 187225 w 361674"/>
                <a:gd name="connsiteY52" fmla="*/ 74693 h 361333"/>
                <a:gd name="connsiteX53" fmla="*/ 187225 w 361674"/>
                <a:gd name="connsiteY53" fmla="*/ 90653 h 361333"/>
                <a:gd name="connsiteX54" fmla="*/ 240262 w 361674"/>
                <a:gd name="connsiteY54" fmla="*/ 149385 h 361333"/>
                <a:gd name="connsiteX55" fmla="*/ 240262 w 361674"/>
                <a:gd name="connsiteY55" fmla="*/ 150024 h 361333"/>
                <a:gd name="connsiteX56" fmla="*/ 294577 w 361674"/>
                <a:gd name="connsiteY56" fmla="*/ 209395 h 361333"/>
                <a:gd name="connsiteX57" fmla="*/ 242179 w 361674"/>
                <a:gd name="connsiteY57" fmla="*/ 266851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61674" h="361333">
                  <a:moveTo>
                    <a:pt x="180836" y="0"/>
                  </a:moveTo>
                  <a:cubicBezTo>
                    <a:pt x="80514" y="0"/>
                    <a:pt x="0" y="81077"/>
                    <a:pt x="0" y="180667"/>
                  </a:cubicBezTo>
                  <a:cubicBezTo>
                    <a:pt x="0" y="280895"/>
                    <a:pt x="81153" y="361333"/>
                    <a:pt x="180836" y="361333"/>
                  </a:cubicBezTo>
                  <a:cubicBezTo>
                    <a:pt x="280518" y="361333"/>
                    <a:pt x="361671" y="280257"/>
                    <a:pt x="361671" y="180667"/>
                  </a:cubicBezTo>
                  <a:cubicBezTo>
                    <a:pt x="362310" y="81077"/>
                    <a:pt x="281157" y="0"/>
                    <a:pt x="180836" y="0"/>
                  </a:cubicBezTo>
                  <a:close/>
                  <a:moveTo>
                    <a:pt x="242179" y="266851"/>
                  </a:moveTo>
                  <a:lnTo>
                    <a:pt x="242179" y="283449"/>
                  </a:lnTo>
                  <a:lnTo>
                    <a:pt x="255597" y="283449"/>
                  </a:lnTo>
                  <a:cubicBezTo>
                    <a:pt x="259432" y="283449"/>
                    <a:pt x="261987" y="286003"/>
                    <a:pt x="261987" y="289833"/>
                  </a:cubicBezTo>
                  <a:cubicBezTo>
                    <a:pt x="261987" y="293663"/>
                    <a:pt x="259432" y="296217"/>
                    <a:pt x="255597" y="296217"/>
                  </a:cubicBezTo>
                  <a:lnTo>
                    <a:pt x="242179" y="296217"/>
                  </a:lnTo>
                  <a:lnTo>
                    <a:pt x="242179" y="310262"/>
                  </a:lnTo>
                  <a:cubicBezTo>
                    <a:pt x="242179" y="314092"/>
                    <a:pt x="239623" y="316646"/>
                    <a:pt x="235789" y="316646"/>
                  </a:cubicBezTo>
                  <a:cubicBezTo>
                    <a:pt x="231955" y="316646"/>
                    <a:pt x="229399" y="314092"/>
                    <a:pt x="229399" y="310262"/>
                  </a:cubicBezTo>
                  <a:lnTo>
                    <a:pt x="229399" y="296217"/>
                  </a:lnTo>
                  <a:lnTo>
                    <a:pt x="215980" y="296217"/>
                  </a:lnTo>
                  <a:cubicBezTo>
                    <a:pt x="212146" y="296217"/>
                    <a:pt x="209590" y="293663"/>
                    <a:pt x="209590" y="289833"/>
                  </a:cubicBezTo>
                  <a:cubicBezTo>
                    <a:pt x="209590" y="286003"/>
                    <a:pt x="212146" y="283449"/>
                    <a:pt x="215980" y="283449"/>
                  </a:cubicBezTo>
                  <a:lnTo>
                    <a:pt x="229399" y="283449"/>
                  </a:lnTo>
                  <a:lnTo>
                    <a:pt x="229399" y="267489"/>
                  </a:lnTo>
                  <a:cubicBezTo>
                    <a:pt x="208313" y="265574"/>
                    <a:pt x="191059" y="252167"/>
                    <a:pt x="182113" y="234292"/>
                  </a:cubicBezTo>
                  <a:cubicBezTo>
                    <a:pt x="173168" y="252167"/>
                    <a:pt x="155915" y="264935"/>
                    <a:pt x="135467" y="267489"/>
                  </a:cubicBezTo>
                  <a:lnTo>
                    <a:pt x="135467" y="284087"/>
                  </a:lnTo>
                  <a:lnTo>
                    <a:pt x="148886" y="284087"/>
                  </a:lnTo>
                  <a:cubicBezTo>
                    <a:pt x="152720" y="284087"/>
                    <a:pt x="155276" y="286641"/>
                    <a:pt x="155276" y="290471"/>
                  </a:cubicBezTo>
                  <a:cubicBezTo>
                    <a:pt x="155276" y="294302"/>
                    <a:pt x="152720" y="296855"/>
                    <a:pt x="148886" y="296855"/>
                  </a:cubicBezTo>
                  <a:lnTo>
                    <a:pt x="135467" y="296855"/>
                  </a:lnTo>
                  <a:lnTo>
                    <a:pt x="135467" y="310900"/>
                  </a:lnTo>
                  <a:cubicBezTo>
                    <a:pt x="135467" y="314730"/>
                    <a:pt x="132911" y="317284"/>
                    <a:pt x="129077" y="317284"/>
                  </a:cubicBezTo>
                  <a:cubicBezTo>
                    <a:pt x="125243" y="317284"/>
                    <a:pt x="122687" y="314730"/>
                    <a:pt x="122687" y="310900"/>
                  </a:cubicBezTo>
                  <a:lnTo>
                    <a:pt x="122687" y="296855"/>
                  </a:lnTo>
                  <a:lnTo>
                    <a:pt x="109269" y="296855"/>
                  </a:lnTo>
                  <a:cubicBezTo>
                    <a:pt x="105434" y="296855"/>
                    <a:pt x="102879" y="294302"/>
                    <a:pt x="102879" y="290471"/>
                  </a:cubicBezTo>
                  <a:cubicBezTo>
                    <a:pt x="102879" y="286641"/>
                    <a:pt x="105434" y="284087"/>
                    <a:pt x="109269" y="284087"/>
                  </a:cubicBezTo>
                  <a:lnTo>
                    <a:pt x="122687" y="284087"/>
                  </a:lnTo>
                  <a:lnTo>
                    <a:pt x="122687" y="268127"/>
                  </a:lnTo>
                  <a:cubicBezTo>
                    <a:pt x="92654" y="264935"/>
                    <a:pt x="69650" y="240038"/>
                    <a:pt x="69650" y="209395"/>
                  </a:cubicBezTo>
                  <a:cubicBezTo>
                    <a:pt x="69650" y="178752"/>
                    <a:pt x="92654" y="153854"/>
                    <a:pt x="122048" y="150662"/>
                  </a:cubicBezTo>
                  <a:cubicBezTo>
                    <a:pt x="122048" y="150662"/>
                    <a:pt x="122048" y="150024"/>
                    <a:pt x="122048" y="150024"/>
                  </a:cubicBezTo>
                  <a:cubicBezTo>
                    <a:pt x="122048" y="119381"/>
                    <a:pt x="145052" y="94483"/>
                    <a:pt x="174446" y="91291"/>
                  </a:cubicBezTo>
                  <a:lnTo>
                    <a:pt x="174446" y="74693"/>
                  </a:lnTo>
                  <a:lnTo>
                    <a:pt x="161027" y="74693"/>
                  </a:lnTo>
                  <a:cubicBezTo>
                    <a:pt x="157193" y="74693"/>
                    <a:pt x="154637" y="72139"/>
                    <a:pt x="154637" y="68309"/>
                  </a:cubicBezTo>
                  <a:cubicBezTo>
                    <a:pt x="154637" y="64478"/>
                    <a:pt x="157193" y="61925"/>
                    <a:pt x="161027" y="61925"/>
                  </a:cubicBezTo>
                  <a:lnTo>
                    <a:pt x="174446" y="61925"/>
                  </a:lnTo>
                  <a:lnTo>
                    <a:pt x="174446" y="47880"/>
                  </a:lnTo>
                  <a:cubicBezTo>
                    <a:pt x="174446" y="44050"/>
                    <a:pt x="177002" y="41496"/>
                    <a:pt x="180836" y="41496"/>
                  </a:cubicBezTo>
                  <a:cubicBezTo>
                    <a:pt x="184669" y="41496"/>
                    <a:pt x="187225" y="44050"/>
                    <a:pt x="187225" y="47880"/>
                  </a:cubicBezTo>
                  <a:lnTo>
                    <a:pt x="187225" y="61925"/>
                  </a:lnTo>
                  <a:lnTo>
                    <a:pt x="200644" y="61925"/>
                  </a:lnTo>
                  <a:cubicBezTo>
                    <a:pt x="204478" y="61925"/>
                    <a:pt x="207034" y="64478"/>
                    <a:pt x="207034" y="68309"/>
                  </a:cubicBezTo>
                  <a:cubicBezTo>
                    <a:pt x="207034" y="72139"/>
                    <a:pt x="204478" y="74693"/>
                    <a:pt x="200644" y="74693"/>
                  </a:cubicBezTo>
                  <a:lnTo>
                    <a:pt x="187225" y="74693"/>
                  </a:lnTo>
                  <a:lnTo>
                    <a:pt x="187225" y="90653"/>
                  </a:lnTo>
                  <a:cubicBezTo>
                    <a:pt x="217258" y="93845"/>
                    <a:pt x="240262" y="118742"/>
                    <a:pt x="240262" y="149385"/>
                  </a:cubicBezTo>
                  <a:cubicBezTo>
                    <a:pt x="240262" y="149385"/>
                    <a:pt x="240262" y="149385"/>
                    <a:pt x="240262" y="150024"/>
                  </a:cubicBezTo>
                  <a:cubicBezTo>
                    <a:pt x="270934" y="152577"/>
                    <a:pt x="294577" y="178113"/>
                    <a:pt x="294577" y="209395"/>
                  </a:cubicBezTo>
                  <a:cubicBezTo>
                    <a:pt x="295216" y="238761"/>
                    <a:pt x="272212" y="263659"/>
                    <a:pt x="242179" y="266851"/>
                  </a:cubicBezTo>
                  <a:close/>
                </a:path>
              </a:pathLst>
            </a:custGeom>
            <a:solidFill>
              <a:srgbClr val="00A3E0"/>
            </a:solidFill>
            <a:ln w="6390" cap="flat">
              <a:noFill/>
              <a:prstDash val="solid"/>
              <a:miter/>
            </a:ln>
          </p:spPr>
          <p:txBody>
            <a:bodyPr rtlCol="0" anchor="ctr"/>
            <a:lstStyle/>
            <a:p>
              <a:endParaRPr lang="en-US"/>
            </a:p>
          </p:txBody>
        </p:sp>
        <p:sp>
          <p:nvSpPr>
            <p:cNvPr id="1344" name="Graphic 4">
              <a:extLst>
                <a:ext uri="{FF2B5EF4-FFF2-40B4-BE49-F238E27FC236}">
                  <a16:creationId xmlns:a16="http://schemas.microsoft.com/office/drawing/2014/main" id="{85B8F1B9-9D8D-1E45-BCD2-5E514BC8AB17}"/>
                </a:ext>
              </a:extLst>
            </p:cNvPr>
            <p:cNvSpPr/>
            <p:nvPr/>
          </p:nvSpPr>
          <p:spPr>
            <a:xfrm>
              <a:off x="11560673" y="2532688"/>
              <a:ext cx="93309" cy="93206"/>
            </a:xfrm>
            <a:custGeom>
              <a:avLst/>
              <a:gdLst>
                <a:gd name="connsiteX0" fmla="*/ 50481 w 93309"/>
                <a:gd name="connsiteY0" fmla="*/ 0 h 93206"/>
                <a:gd name="connsiteX1" fmla="*/ 0 w 93309"/>
                <a:gd name="connsiteY1" fmla="*/ 45965 h 93206"/>
                <a:gd name="connsiteX2" fmla="*/ 0 w 93309"/>
                <a:gd name="connsiteY2" fmla="*/ 46603 h 93206"/>
                <a:gd name="connsiteX3" fmla="*/ 46647 w 93309"/>
                <a:gd name="connsiteY3" fmla="*/ 93206 h 93206"/>
                <a:gd name="connsiteX4" fmla="*/ 93294 w 93309"/>
                <a:gd name="connsiteY4" fmla="*/ 46603 h 93206"/>
                <a:gd name="connsiteX5" fmla="*/ 50481 w 93309"/>
                <a:gd name="connsiteY5" fmla="*/ 0 h 93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309" h="93206">
                  <a:moveTo>
                    <a:pt x="50481" y="0"/>
                  </a:moveTo>
                  <a:cubicBezTo>
                    <a:pt x="45369" y="24259"/>
                    <a:pt x="24921" y="42773"/>
                    <a:pt x="0" y="45965"/>
                  </a:cubicBezTo>
                  <a:cubicBezTo>
                    <a:pt x="0" y="45965"/>
                    <a:pt x="0" y="46603"/>
                    <a:pt x="0" y="46603"/>
                  </a:cubicBezTo>
                  <a:cubicBezTo>
                    <a:pt x="0" y="72139"/>
                    <a:pt x="21087" y="93206"/>
                    <a:pt x="46647" y="93206"/>
                  </a:cubicBezTo>
                  <a:cubicBezTo>
                    <a:pt x="72207" y="93206"/>
                    <a:pt x="93294" y="72139"/>
                    <a:pt x="93294" y="46603"/>
                  </a:cubicBezTo>
                  <a:cubicBezTo>
                    <a:pt x="93933" y="22344"/>
                    <a:pt x="74763" y="1915"/>
                    <a:pt x="50481" y="0"/>
                  </a:cubicBezTo>
                  <a:close/>
                </a:path>
              </a:pathLst>
            </a:custGeom>
            <a:solidFill>
              <a:srgbClr val="00A3E0"/>
            </a:solidFill>
            <a:ln w="6390" cap="flat">
              <a:noFill/>
              <a:prstDash val="solid"/>
              <a:miter/>
            </a:ln>
          </p:spPr>
          <p:txBody>
            <a:bodyPr rtlCol="0" anchor="ctr"/>
            <a:lstStyle/>
            <a:p>
              <a:endParaRPr lang="en-US"/>
            </a:p>
          </p:txBody>
        </p:sp>
        <p:sp>
          <p:nvSpPr>
            <p:cNvPr id="1345" name="Graphic 4">
              <a:extLst>
                <a:ext uri="{FF2B5EF4-FFF2-40B4-BE49-F238E27FC236}">
                  <a16:creationId xmlns:a16="http://schemas.microsoft.com/office/drawing/2014/main" id="{C4663E51-AB5F-1A4A-B405-A33C3D83022E}"/>
                </a:ext>
              </a:extLst>
            </p:cNvPr>
            <p:cNvSpPr/>
            <p:nvPr/>
          </p:nvSpPr>
          <p:spPr>
            <a:xfrm>
              <a:off x="11453962" y="2532688"/>
              <a:ext cx="93292" cy="92567"/>
            </a:xfrm>
            <a:custGeom>
              <a:avLst/>
              <a:gdLst>
                <a:gd name="connsiteX0" fmla="*/ 41535 w 93292"/>
                <a:gd name="connsiteY0" fmla="*/ 0 h 92567"/>
                <a:gd name="connsiteX1" fmla="*/ 0 w 93292"/>
                <a:gd name="connsiteY1" fmla="*/ 45965 h 92567"/>
                <a:gd name="connsiteX2" fmla="*/ 46647 w 93292"/>
                <a:gd name="connsiteY2" fmla="*/ 92568 h 92567"/>
                <a:gd name="connsiteX3" fmla="*/ 93293 w 93292"/>
                <a:gd name="connsiteY3" fmla="*/ 45965 h 92567"/>
                <a:gd name="connsiteX4" fmla="*/ 93293 w 93292"/>
                <a:gd name="connsiteY4" fmla="*/ 45326 h 92567"/>
                <a:gd name="connsiteX5" fmla="*/ 41535 w 93292"/>
                <a:gd name="connsiteY5" fmla="*/ 0 h 92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292" h="92567">
                  <a:moveTo>
                    <a:pt x="41535" y="0"/>
                  </a:moveTo>
                  <a:cubicBezTo>
                    <a:pt x="18531" y="2554"/>
                    <a:pt x="0" y="22344"/>
                    <a:pt x="0" y="45965"/>
                  </a:cubicBezTo>
                  <a:cubicBezTo>
                    <a:pt x="0" y="71500"/>
                    <a:pt x="21087" y="92568"/>
                    <a:pt x="46647" y="92568"/>
                  </a:cubicBezTo>
                  <a:cubicBezTo>
                    <a:pt x="72207" y="92568"/>
                    <a:pt x="93293" y="71500"/>
                    <a:pt x="93293" y="45965"/>
                  </a:cubicBezTo>
                  <a:cubicBezTo>
                    <a:pt x="93293" y="45965"/>
                    <a:pt x="93293" y="45965"/>
                    <a:pt x="93293" y="45326"/>
                  </a:cubicBezTo>
                  <a:cubicBezTo>
                    <a:pt x="68372" y="43411"/>
                    <a:pt x="47286" y="24897"/>
                    <a:pt x="41535" y="0"/>
                  </a:cubicBezTo>
                  <a:close/>
                </a:path>
              </a:pathLst>
            </a:custGeom>
            <a:solidFill>
              <a:srgbClr val="00A3E0"/>
            </a:solidFill>
            <a:ln w="6390" cap="flat">
              <a:noFill/>
              <a:prstDash val="solid"/>
              <a:miter/>
            </a:ln>
          </p:spPr>
          <p:txBody>
            <a:bodyPr rtlCol="0" anchor="ctr"/>
            <a:lstStyle/>
            <a:p>
              <a:endParaRPr lang="en-US"/>
            </a:p>
          </p:txBody>
        </p:sp>
      </p:grpSp>
      <p:grpSp>
        <p:nvGrpSpPr>
          <p:cNvPr id="1346" name="Graphic 4">
            <a:extLst>
              <a:ext uri="{FF2B5EF4-FFF2-40B4-BE49-F238E27FC236}">
                <a16:creationId xmlns:a16="http://schemas.microsoft.com/office/drawing/2014/main" id="{ADFC4260-E81C-0B43-92C8-6828370AE485}"/>
              </a:ext>
            </a:extLst>
          </p:cNvPr>
          <p:cNvGrpSpPr/>
          <p:nvPr/>
        </p:nvGrpSpPr>
        <p:grpSpPr>
          <a:xfrm>
            <a:off x="9279466" y="3339623"/>
            <a:ext cx="361671" cy="361333"/>
            <a:chOff x="9279466" y="3339623"/>
            <a:chExt cx="361671" cy="361333"/>
          </a:xfrm>
          <a:solidFill>
            <a:srgbClr val="00A3E0"/>
          </a:solidFill>
        </p:grpSpPr>
        <p:sp>
          <p:nvSpPr>
            <p:cNvPr id="1347" name="Graphic 4">
              <a:extLst>
                <a:ext uri="{FF2B5EF4-FFF2-40B4-BE49-F238E27FC236}">
                  <a16:creationId xmlns:a16="http://schemas.microsoft.com/office/drawing/2014/main" id="{848B8A31-6CCD-1349-8858-F8AE913085C9}"/>
                </a:ext>
              </a:extLst>
            </p:cNvPr>
            <p:cNvSpPr/>
            <p:nvPr/>
          </p:nvSpPr>
          <p:spPr>
            <a:xfrm>
              <a:off x="9405987" y="3464749"/>
              <a:ext cx="108628" cy="47241"/>
            </a:xfrm>
            <a:custGeom>
              <a:avLst/>
              <a:gdLst>
                <a:gd name="connsiteX0" fmla="*/ 108629 w 108628"/>
                <a:gd name="connsiteY0" fmla="*/ 47242 h 47241"/>
                <a:gd name="connsiteX1" fmla="*/ 54314 w 108628"/>
                <a:gd name="connsiteY1" fmla="*/ 0 h 47241"/>
                <a:gd name="connsiteX2" fmla="*/ 0 w 108628"/>
                <a:gd name="connsiteY2" fmla="*/ 47242 h 47241"/>
                <a:gd name="connsiteX3" fmla="*/ 108629 w 108628"/>
                <a:gd name="connsiteY3" fmla="*/ 47242 h 47241"/>
              </a:gdLst>
              <a:ahLst/>
              <a:cxnLst>
                <a:cxn ang="0">
                  <a:pos x="connsiteX0" y="connsiteY0"/>
                </a:cxn>
                <a:cxn ang="0">
                  <a:pos x="connsiteX1" y="connsiteY1"/>
                </a:cxn>
                <a:cxn ang="0">
                  <a:pos x="connsiteX2" y="connsiteY2"/>
                </a:cxn>
                <a:cxn ang="0">
                  <a:pos x="connsiteX3" y="connsiteY3"/>
                </a:cxn>
              </a:cxnLst>
              <a:rect l="l" t="t" r="r" b="b"/>
              <a:pathLst>
                <a:path w="108628" h="47241">
                  <a:moveTo>
                    <a:pt x="108629" y="47242"/>
                  </a:moveTo>
                  <a:cubicBezTo>
                    <a:pt x="104795" y="20429"/>
                    <a:pt x="81792" y="0"/>
                    <a:pt x="54314" y="0"/>
                  </a:cubicBezTo>
                  <a:cubicBezTo>
                    <a:pt x="26837" y="0"/>
                    <a:pt x="3834" y="20429"/>
                    <a:pt x="0" y="47242"/>
                  </a:cubicBezTo>
                  <a:lnTo>
                    <a:pt x="108629" y="47242"/>
                  </a:lnTo>
                  <a:close/>
                </a:path>
              </a:pathLst>
            </a:custGeom>
            <a:solidFill>
              <a:srgbClr val="00A3E0"/>
            </a:solidFill>
            <a:ln w="6390" cap="flat">
              <a:noFill/>
              <a:prstDash val="solid"/>
              <a:miter/>
            </a:ln>
          </p:spPr>
          <p:txBody>
            <a:bodyPr rtlCol="0" anchor="ctr"/>
            <a:lstStyle/>
            <a:p>
              <a:endParaRPr lang="en-US"/>
            </a:p>
          </p:txBody>
        </p:sp>
        <p:sp>
          <p:nvSpPr>
            <p:cNvPr id="1348" name="Graphic 4">
              <a:extLst>
                <a:ext uri="{FF2B5EF4-FFF2-40B4-BE49-F238E27FC236}">
                  <a16:creationId xmlns:a16="http://schemas.microsoft.com/office/drawing/2014/main" id="{4E6075E2-E164-0142-8274-0AD1CF6826BC}"/>
                </a:ext>
              </a:extLst>
            </p:cNvPr>
            <p:cNvSpPr/>
            <p:nvPr/>
          </p:nvSpPr>
          <p:spPr>
            <a:xfrm>
              <a:off x="9405987" y="3524759"/>
              <a:ext cx="108628" cy="49794"/>
            </a:xfrm>
            <a:custGeom>
              <a:avLst/>
              <a:gdLst>
                <a:gd name="connsiteX0" fmla="*/ 0 w 108628"/>
                <a:gd name="connsiteY0" fmla="*/ 0 h 49794"/>
                <a:gd name="connsiteX1" fmla="*/ 54314 w 108628"/>
                <a:gd name="connsiteY1" fmla="*/ 49795 h 49794"/>
                <a:gd name="connsiteX2" fmla="*/ 108629 w 108628"/>
                <a:gd name="connsiteY2" fmla="*/ 0 h 49794"/>
                <a:gd name="connsiteX3" fmla="*/ 0 w 108628"/>
                <a:gd name="connsiteY3" fmla="*/ 0 h 49794"/>
              </a:gdLst>
              <a:ahLst/>
              <a:cxnLst>
                <a:cxn ang="0">
                  <a:pos x="connsiteX0" y="connsiteY0"/>
                </a:cxn>
                <a:cxn ang="0">
                  <a:pos x="connsiteX1" y="connsiteY1"/>
                </a:cxn>
                <a:cxn ang="0">
                  <a:pos x="connsiteX2" y="connsiteY2"/>
                </a:cxn>
                <a:cxn ang="0">
                  <a:pos x="connsiteX3" y="connsiteY3"/>
                </a:cxn>
              </a:cxnLst>
              <a:rect l="l" t="t" r="r" b="b"/>
              <a:pathLst>
                <a:path w="108628" h="49794">
                  <a:moveTo>
                    <a:pt x="0" y="0"/>
                  </a:moveTo>
                  <a:cubicBezTo>
                    <a:pt x="2556" y="27451"/>
                    <a:pt x="26199" y="49795"/>
                    <a:pt x="54314" y="49795"/>
                  </a:cubicBezTo>
                  <a:cubicBezTo>
                    <a:pt x="82430" y="49795"/>
                    <a:pt x="106073" y="28090"/>
                    <a:pt x="108629" y="0"/>
                  </a:cubicBezTo>
                  <a:lnTo>
                    <a:pt x="0" y="0"/>
                  </a:lnTo>
                  <a:close/>
                </a:path>
              </a:pathLst>
            </a:custGeom>
            <a:solidFill>
              <a:srgbClr val="00A3E0"/>
            </a:solidFill>
            <a:ln w="6390" cap="flat">
              <a:noFill/>
              <a:prstDash val="solid"/>
              <a:miter/>
            </a:ln>
          </p:spPr>
          <p:txBody>
            <a:bodyPr rtlCol="0" anchor="ctr"/>
            <a:lstStyle/>
            <a:p>
              <a:endParaRPr lang="en-US"/>
            </a:p>
          </p:txBody>
        </p:sp>
        <p:sp>
          <p:nvSpPr>
            <p:cNvPr id="1349" name="Graphic 4">
              <a:extLst>
                <a:ext uri="{FF2B5EF4-FFF2-40B4-BE49-F238E27FC236}">
                  <a16:creationId xmlns:a16="http://schemas.microsoft.com/office/drawing/2014/main" id="{6E08DCF4-B3BE-A549-90F2-4F88F2CDEA8D}"/>
                </a:ext>
              </a:extLst>
            </p:cNvPr>
            <p:cNvSpPr/>
            <p:nvPr/>
          </p:nvSpPr>
          <p:spPr>
            <a:xfrm>
              <a:off x="9279466" y="3339623"/>
              <a:ext cx="361671" cy="361333"/>
            </a:xfrm>
            <a:custGeom>
              <a:avLst/>
              <a:gdLst>
                <a:gd name="connsiteX0" fmla="*/ 180836 w 361671"/>
                <a:gd name="connsiteY0" fmla="*/ 0 h 361333"/>
                <a:gd name="connsiteX1" fmla="*/ 0 w 361671"/>
                <a:gd name="connsiteY1" fmla="*/ 180667 h 361333"/>
                <a:gd name="connsiteX2" fmla="*/ 180836 w 361671"/>
                <a:gd name="connsiteY2" fmla="*/ 361333 h 361333"/>
                <a:gd name="connsiteX3" fmla="*/ 361671 w 361671"/>
                <a:gd name="connsiteY3" fmla="*/ 180667 h 361333"/>
                <a:gd name="connsiteX4" fmla="*/ 180836 w 361671"/>
                <a:gd name="connsiteY4" fmla="*/ 0 h 361333"/>
                <a:gd name="connsiteX5" fmla="*/ 181474 w 361671"/>
                <a:gd name="connsiteY5" fmla="*/ 247060 h 361333"/>
                <a:gd name="connsiteX6" fmla="*/ 113741 w 361671"/>
                <a:gd name="connsiteY6" fmla="*/ 179390 h 361333"/>
                <a:gd name="connsiteX7" fmla="*/ 181474 w 361671"/>
                <a:gd name="connsiteY7" fmla="*/ 111720 h 361333"/>
                <a:gd name="connsiteX8" fmla="*/ 249208 w 361671"/>
                <a:gd name="connsiteY8" fmla="*/ 179390 h 361333"/>
                <a:gd name="connsiteX9" fmla="*/ 181474 w 361671"/>
                <a:gd name="connsiteY9" fmla="*/ 24706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1" h="361333">
                  <a:moveTo>
                    <a:pt x="180836" y="0"/>
                  </a:moveTo>
                  <a:cubicBezTo>
                    <a:pt x="80514" y="0"/>
                    <a:pt x="0" y="81077"/>
                    <a:pt x="0" y="180667"/>
                  </a:cubicBezTo>
                  <a:cubicBezTo>
                    <a:pt x="0" y="280895"/>
                    <a:pt x="81153" y="361333"/>
                    <a:pt x="180836" y="361333"/>
                  </a:cubicBezTo>
                  <a:cubicBezTo>
                    <a:pt x="280518" y="361333"/>
                    <a:pt x="361671" y="280257"/>
                    <a:pt x="361671" y="180667"/>
                  </a:cubicBezTo>
                  <a:cubicBezTo>
                    <a:pt x="361671" y="81077"/>
                    <a:pt x="280518" y="0"/>
                    <a:pt x="180836" y="0"/>
                  </a:cubicBezTo>
                  <a:close/>
                  <a:moveTo>
                    <a:pt x="181474" y="247060"/>
                  </a:moveTo>
                  <a:cubicBezTo>
                    <a:pt x="144413" y="247060"/>
                    <a:pt x="113741" y="217055"/>
                    <a:pt x="113741" y="179390"/>
                  </a:cubicBezTo>
                  <a:cubicBezTo>
                    <a:pt x="113741" y="141724"/>
                    <a:pt x="143774" y="111720"/>
                    <a:pt x="181474" y="111720"/>
                  </a:cubicBezTo>
                  <a:cubicBezTo>
                    <a:pt x="219175" y="111720"/>
                    <a:pt x="249208" y="141724"/>
                    <a:pt x="249208" y="179390"/>
                  </a:cubicBezTo>
                  <a:cubicBezTo>
                    <a:pt x="249208" y="217055"/>
                    <a:pt x="218536" y="247060"/>
                    <a:pt x="181474" y="247060"/>
                  </a:cubicBezTo>
                  <a:close/>
                </a:path>
              </a:pathLst>
            </a:custGeom>
            <a:solidFill>
              <a:srgbClr val="00A3E0"/>
            </a:solidFill>
            <a:ln w="6390" cap="flat">
              <a:noFill/>
              <a:prstDash val="solid"/>
              <a:miter/>
            </a:ln>
          </p:spPr>
          <p:txBody>
            <a:bodyPr rtlCol="0" anchor="ctr"/>
            <a:lstStyle/>
            <a:p>
              <a:endParaRPr lang="en-US"/>
            </a:p>
          </p:txBody>
        </p:sp>
      </p:grpSp>
      <p:grpSp>
        <p:nvGrpSpPr>
          <p:cNvPr id="1350" name="Graphic 4">
            <a:extLst>
              <a:ext uri="{FF2B5EF4-FFF2-40B4-BE49-F238E27FC236}">
                <a16:creationId xmlns:a16="http://schemas.microsoft.com/office/drawing/2014/main" id="{1564CE52-0640-A84B-AE15-DCFA18ACF9E4}"/>
              </a:ext>
            </a:extLst>
          </p:cNvPr>
          <p:cNvGrpSpPr/>
          <p:nvPr/>
        </p:nvGrpSpPr>
        <p:grpSpPr>
          <a:xfrm>
            <a:off x="11372170" y="3339623"/>
            <a:ext cx="361674" cy="361333"/>
            <a:chOff x="11372170" y="3339623"/>
            <a:chExt cx="361674" cy="361333"/>
          </a:xfrm>
          <a:solidFill>
            <a:srgbClr val="00A3E0"/>
          </a:solidFill>
        </p:grpSpPr>
        <p:sp>
          <p:nvSpPr>
            <p:cNvPr id="1351" name="Graphic 4">
              <a:extLst>
                <a:ext uri="{FF2B5EF4-FFF2-40B4-BE49-F238E27FC236}">
                  <a16:creationId xmlns:a16="http://schemas.microsoft.com/office/drawing/2014/main" id="{3005FCAE-39A4-A64A-9A13-D21B63BCC3D8}"/>
                </a:ext>
              </a:extLst>
            </p:cNvPr>
            <p:cNvSpPr/>
            <p:nvPr/>
          </p:nvSpPr>
          <p:spPr>
            <a:xfrm>
              <a:off x="11498691" y="3480709"/>
              <a:ext cx="109906" cy="109804"/>
            </a:xfrm>
            <a:custGeom>
              <a:avLst/>
              <a:gdLst>
                <a:gd name="connsiteX0" fmla="*/ 54953 w 109906"/>
                <a:gd name="connsiteY0" fmla="*/ 0 h 109804"/>
                <a:gd name="connsiteX1" fmla="*/ 0 w 109906"/>
                <a:gd name="connsiteY1" fmla="*/ 54902 h 109804"/>
                <a:gd name="connsiteX2" fmla="*/ 54953 w 109906"/>
                <a:gd name="connsiteY2" fmla="*/ 109805 h 109804"/>
                <a:gd name="connsiteX3" fmla="*/ 109907 w 109906"/>
                <a:gd name="connsiteY3" fmla="*/ 54902 h 109804"/>
                <a:gd name="connsiteX4" fmla="*/ 54953 w 109906"/>
                <a:gd name="connsiteY4" fmla="*/ 0 h 109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06" h="109804">
                  <a:moveTo>
                    <a:pt x="54953" y="0"/>
                  </a:moveTo>
                  <a:cubicBezTo>
                    <a:pt x="24921" y="0"/>
                    <a:pt x="0" y="24259"/>
                    <a:pt x="0" y="54902"/>
                  </a:cubicBezTo>
                  <a:cubicBezTo>
                    <a:pt x="0" y="85546"/>
                    <a:pt x="24282" y="109805"/>
                    <a:pt x="54953" y="109805"/>
                  </a:cubicBezTo>
                  <a:cubicBezTo>
                    <a:pt x="85625" y="109805"/>
                    <a:pt x="109907" y="85546"/>
                    <a:pt x="109907" y="54902"/>
                  </a:cubicBezTo>
                  <a:cubicBezTo>
                    <a:pt x="109907" y="24259"/>
                    <a:pt x="84986" y="0"/>
                    <a:pt x="54953" y="0"/>
                  </a:cubicBezTo>
                  <a:close/>
                </a:path>
              </a:pathLst>
            </a:custGeom>
            <a:solidFill>
              <a:srgbClr val="00A3E0"/>
            </a:solidFill>
            <a:ln w="6390" cap="flat">
              <a:noFill/>
              <a:prstDash val="solid"/>
              <a:miter/>
            </a:ln>
          </p:spPr>
          <p:txBody>
            <a:bodyPr rtlCol="0" anchor="ctr"/>
            <a:lstStyle/>
            <a:p>
              <a:endParaRPr lang="en-US"/>
            </a:p>
          </p:txBody>
        </p:sp>
        <p:sp>
          <p:nvSpPr>
            <p:cNvPr id="1352" name="Graphic 4">
              <a:extLst>
                <a:ext uri="{FF2B5EF4-FFF2-40B4-BE49-F238E27FC236}">
                  <a16:creationId xmlns:a16="http://schemas.microsoft.com/office/drawing/2014/main" id="{2EFC3A43-19A8-144B-96D5-B2A79E6A83F9}"/>
                </a:ext>
              </a:extLst>
            </p:cNvPr>
            <p:cNvSpPr/>
            <p:nvPr/>
          </p:nvSpPr>
          <p:spPr>
            <a:xfrm>
              <a:off x="11372170" y="3339623"/>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1474 w 361674"/>
                <a:gd name="connsiteY5" fmla="*/ 263658 h 361333"/>
                <a:gd name="connsiteX6" fmla="*/ 113741 w 361674"/>
                <a:gd name="connsiteY6" fmla="*/ 195988 h 361333"/>
                <a:gd name="connsiteX7" fmla="*/ 175084 w 361674"/>
                <a:gd name="connsiteY7" fmla="*/ 128957 h 361333"/>
                <a:gd name="connsiteX8" fmla="*/ 175084 w 361674"/>
                <a:gd name="connsiteY8" fmla="*/ 77246 h 361333"/>
                <a:gd name="connsiteX9" fmla="*/ 181474 w 361674"/>
                <a:gd name="connsiteY9" fmla="*/ 70862 h 361333"/>
                <a:gd name="connsiteX10" fmla="*/ 187864 w 361674"/>
                <a:gd name="connsiteY10" fmla="*/ 77246 h 361333"/>
                <a:gd name="connsiteX11" fmla="*/ 187864 w 361674"/>
                <a:gd name="connsiteY11" fmla="*/ 128957 h 361333"/>
                <a:gd name="connsiteX12" fmla="*/ 249208 w 361674"/>
                <a:gd name="connsiteY12" fmla="*/ 195988 h 361333"/>
                <a:gd name="connsiteX13" fmla="*/ 181474 w 361674"/>
                <a:gd name="connsiteY13" fmla="*/ 26365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4" h="361333">
                  <a:moveTo>
                    <a:pt x="180836" y="0"/>
                  </a:moveTo>
                  <a:cubicBezTo>
                    <a:pt x="80514" y="0"/>
                    <a:pt x="0" y="81077"/>
                    <a:pt x="0" y="180667"/>
                  </a:cubicBezTo>
                  <a:cubicBezTo>
                    <a:pt x="0" y="280895"/>
                    <a:pt x="81153" y="361333"/>
                    <a:pt x="180836" y="361333"/>
                  </a:cubicBezTo>
                  <a:cubicBezTo>
                    <a:pt x="280518" y="361333"/>
                    <a:pt x="361671" y="280257"/>
                    <a:pt x="361671" y="180667"/>
                  </a:cubicBezTo>
                  <a:cubicBezTo>
                    <a:pt x="362310" y="81077"/>
                    <a:pt x="281157" y="0"/>
                    <a:pt x="180836" y="0"/>
                  </a:cubicBezTo>
                  <a:close/>
                  <a:moveTo>
                    <a:pt x="181474" y="263658"/>
                  </a:moveTo>
                  <a:cubicBezTo>
                    <a:pt x="144413" y="263658"/>
                    <a:pt x="113741" y="233654"/>
                    <a:pt x="113741" y="195988"/>
                  </a:cubicBezTo>
                  <a:cubicBezTo>
                    <a:pt x="113741" y="160876"/>
                    <a:pt x="140579" y="132149"/>
                    <a:pt x="175084" y="128957"/>
                  </a:cubicBezTo>
                  <a:lnTo>
                    <a:pt x="175084" y="77246"/>
                  </a:lnTo>
                  <a:cubicBezTo>
                    <a:pt x="175084" y="73416"/>
                    <a:pt x="177641" y="70862"/>
                    <a:pt x="181474" y="70862"/>
                  </a:cubicBezTo>
                  <a:cubicBezTo>
                    <a:pt x="185308" y="70862"/>
                    <a:pt x="187864" y="73416"/>
                    <a:pt x="187864" y="77246"/>
                  </a:cubicBezTo>
                  <a:lnTo>
                    <a:pt x="187864" y="128957"/>
                  </a:lnTo>
                  <a:cubicBezTo>
                    <a:pt x="222370" y="132149"/>
                    <a:pt x="249208" y="160876"/>
                    <a:pt x="249208" y="195988"/>
                  </a:cubicBezTo>
                  <a:cubicBezTo>
                    <a:pt x="249208" y="233015"/>
                    <a:pt x="218536" y="263658"/>
                    <a:pt x="181474" y="263658"/>
                  </a:cubicBezTo>
                  <a:close/>
                </a:path>
              </a:pathLst>
            </a:custGeom>
            <a:solidFill>
              <a:srgbClr val="00A3E0"/>
            </a:solidFill>
            <a:ln w="6390" cap="flat">
              <a:noFill/>
              <a:prstDash val="solid"/>
              <a:miter/>
            </a:ln>
          </p:spPr>
          <p:txBody>
            <a:bodyPr rtlCol="0" anchor="ctr"/>
            <a:lstStyle/>
            <a:p>
              <a:endParaRPr lang="en-US"/>
            </a:p>
          </p:txBody>
        </p:sp>
      </p:grpSp>
      <p:grpSp>
        <p:nvGrpSpPr>
          <p:cNvPr id="1353" name="Graphic 4">
            <a:extLst>
              <a:ext uri="{FF2B5EF4-FFF2-40B4-BE49-F238E27FC236}">
                <a16:creationId xmlns:a16="http://schemas.microsoft.com/office/drawing/2014/main" id="{84A797EE-CDBB-C04D-AA91-7D776531963D}"/>
              </a:ext>
            </a:extLst>
          </p:cNvPr>
          <p:cNvGrpSpPr/>
          <p:nvPr/>
        </p:nvGrpSpPr>
        <p:grpSpPr>
          <a:xfrm>
            <a:off x="11372170" y="3824168"/>
            <a:ext cx="361674" cy="361333"/>
            <a:chOff x="11372170" y="3824168"/>
            <a:chExt cx="361674" cy="361333"/>
          </a:xfrm>
          <a:solidFill>
            <a:srgbClr val="00A3E0"/>
          </a:solidFill>
        </p:grpSpPr>
        <p:sp>
          <p:nvSpPr>
            <p:cNvPr id="1354" name="Graphic 4">
              <a:extLst>
                <a:ext uri="{FF2B5EF4-FFF2-40B4-BE49-F238E27FC236}">
                  <a16:creationId xmlns:a16="http://schemas.microsoft.com/office/drawing/2014/main" id="{FFFAD3D4-E690-7049-AB6B-254934AC5053}"/>
                </a:ext>
              </a:extLst>
            </p:cNvPr>
            <p:cNvSpPr/>
            <p:nvPr/>
          </p:nvSpPr>
          <p:spPr>
            <a:xfrm>
              <a:off x="11499330" y="3965254"/>
              <a:ext cx="108628" cy="48518"/>
            </a:xfrm>
            <a:custGeom>
              <a:avLst/>
              <a:gdLst>
                <a:gd name="connsiteX0" fmla="*/ 108629 w 108628"/>
                <a:gd name="connsiteY0" fmla="*/ 48518 h 48518"/>
                <a:gd name="connsiteX1" fmla="*/ 54314 w 108628"/>
                <a:gd name="connsiteY1" fmla="*/ 0 h 48518"/>
                <a:gd name="connsiteX2" fmla="*/ 0 w 108628"/>
                <a:gd name="connsiteY2" fmla="*/ 48518 h 48518"/>
                <a:gd name="connsiteX3" fmla="*/ 108629 w 108628"/>
                <a:gd name="connsiteY3" fmla="*/ 48518 h 48518"/>
              </a:gdLst>
              <a:ahLst/>
              <a:cxnLst>
                <a:cxn ang="0">
                  <a:pos x="connsiteX0" y="connsiteY0"/>
                </a:cxn>
                <a:cxn ang="0">
                  <a:pos x="connsiteX1" y="connsiteY1"/>
                </a:cxn>
                <a:cxn ang="0">
                  <a:pos x="connsiteX2" y="connsiteY2"/>
                </a:cxn>
                <a:cxn ang="0">
                  <a:pos x="connsiteX3" y="connsiteY3"/>
                </a:cxn>
              </a:cxnLst>
              <a:rect l="l" t="t" r="r" b="b"/>
              <a:pathLst>
                <a:path w="108628" h="48518">
                  <a:moveTo>
                    <a:pt x="108629" y="48518"/>
                  </a:moveTo>
                  <a:cubicBezTo>
                    <a:pt x="105434" y="21706"/>
                    <a:pt x="82430" y="0"/>
                    <a:pt x="54314" y="0"/>
                  </a:cubicBezTo>
                  <a:cubicBezTo>
                    <a:pt x="26199" y="0"/>
                    <a:pt x="3195" y="21067"/>
                    <a:pt x="0" y="48518"/>
                  </a:cubicBezTo>
                  <a:lnTo>
                    <a:pt x="108629" y="48518"/>
                  </a:lnTo>
                  <a:close/>
                </a:path>
              </a:pathLst>
            </a:custGeom>
            <a:solidFill>
              <a:srgbClr val="00A3E0"/>
            </a:solidFill>
            <a:ln w="6390" cap="flat">
              <a:noFill/>
              <a:prstDash val="solid"/>
              <a:miter/>
            </a:ln>
          </p:spPr>
          <p:txBody>
            <a:bodyPr rtlCol="0" anchor="ctr"/>
            <a:lstStyle/>
            <a:p>
              <a:endParaRPr lang="en-US"/>
            </a:p>
          </p:txBody>
        </p:sp>
        <p:sp>
          <p:nvSpPr>
            <p:cNvPr id="1355" name="Graphic 4">
              <a:extLst>
                <a:ext uri="{FF2B5EF4-FFF2-40B4-BE49-F238E27FC236}">
                  <a16:creationId xmlns:a16="http://schemas.microsoft.com/office/drawing/2014/main" id="{88DFD8BC-2226-E342-8066-2D277D4E1294}"/>
                </a:ext>
              </a:extLst>
            </p:cNvPr>
            <p:cNvSpPr/>
            <p:nvPr/>
          </p:nvSpPr>
          <p:spPr>
            <a:xfrm>
              <a:off x="11372170" y="3824168"/>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1474 w 361674"/>
                <a:gd name="connsiteY5" fmla="*/ 263020 h 361333"/>
                <a:gd name="connsiteX6" fmla="*/ 113741 w 361674"/>
                <a:gd name="connsiteY6" fmla="*/ 195350 h 361333"/>
                <a:gd name="connsiteX7" fmla="*/ 175084 w 361674"/>
                <a:gd name="connsiteY7" fmla="*/ 128318 h 361333"/>
                <a:gd name="connsiteX8" fmla="*/ 175084 w 361674"/>
                <a:gd name="connsiteY8" fmla="*/ 75969 h 361333"/>
                <a:gd name="connsiteX9" fmla="*/ 181474 w 361674"/>
                <a:gd name="connsiteY9" fmla="*/ 69585 h 361333"/>
                <a:gd name="connsiteX10" fmla="*/ 187864 w 361674"/>
                <a:gd name="connsiteY10" fmla="*/ 75969 h 361333"/>
                <a:gd name="connsiteX11" fmla="*/ 187864 w 361674"/>
                <a:gd name="connsiteY11" fmla="*/ 128318 h 361333"/>
                <a:gd name="connsiteX12" fmla="*/ 249208 w 361674"/>
                <a:gd name="connsiteY12" fmla="*/ 195350 h 361333"/>
                <a:gd name="connsiteX13" fmla="*/ 181474 w 361674"/>
                <a:gd name="connsiteY13" fmla="*/ 26302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4" h="361333">
                  <a:moveTo>
                    <a:pt x="180836" y="0"/>
                  </a:moveTo>
                  <a:cubicBezTo>
                    <a:pt x="80514" y="0"/>
                    <a:pt x="0" y="81076"/>
                    <a:pt x="0" y="180667"/>
                  </a:cubicBezTo>
                  <a:cubicBezTo>
                    <a:pt x="0" y="280895"/>
                    <a:pt x="81153" y="361333"/>
                    <a:pt x="180836" y="361333"/>
                  </a:cubicBezTo>
                  <a:cubicBezTo>
                    <a:pt x="280518" y="361333"/>
                    <a:pt x="361671" y="280257"/>
                    <a:pt x="361671" y="180667"/>
                  </a:cubicBezTo>
                  <a:cubicBezTo>
                    <a:pt x="362310" y="81076"/>
                    <a:pt x="281157" y="0"/>
                    <a:pt x="180836" y="0"/>
                  </a:cubicBezTo>
                  <a:close/>
                  <a:moveTo>
                    <a:pt x="181474" y="263020"/>
                  </a:moveTo>
                  <a:cubicBezTo>
                    <a:pt x="144413" y="263020"/>
                    <a:pt x="113741" y="233015"/>
                    <a:pt x="113741" y="195350"/>
                  </a:cubicBezTo>
                  <a:cubicBezTo>
                    <a:pt x="113741" y="160238"/>
                    <a:pt x="140579" y="131510"/>
                    <a:pt x="175084" y="128318"/>
                  </a:cubicBezTo>
                  <a:lnTo>
                    <a:pt x="175084" y="75969"/>
                  </a:lnTo>
                  <a:cubicBezTo>
                    <a:pt x="175084" y="72139"/>
                    <a:pt x="177641" y="69585"/>
                    <a:pt x="181474" y="69585"/>
                  </a:cubicBezTo>
                  <a:cubicBezTo>
                    <a:pt x="185308" y="69585"/>
                    <a:pt x="187864" y="72139"/>
                    <a:pt x="187864" y="75969"/>
                  </a:cubicBezTo>
                  <a:lnTo>
                    <a:pt x="187864" y="128318"/>
                  </a:lnTo>
                  <a:cubicBezTo>
                    <a:pt x="222370" y="131510"/>
                    <a:pt x="249208" y="160238"/>
                    <a:pt x="249208" y="195350"/>
                  </a:cubicBezTo>
                  <a:cubicBezTo>
                    <a:pt x="249208" y="233015"/>
                    <a:pt x="218536" y="263020"/>
                    <a:pt x="181474" y="263020"/>
                  </a:cubicBezTo>
                  <a:close/>
                </a:path>
              </a:pathLst>
            </a:custGeom>
            <a:solidFill>
              <a:srgbClr val="00A3E0"/>
            </a:solidFill>
            <a:ln w="6390" cap="flat">
              <a:noFill/>
              <a:prstDash val="solid"/>
              <a:miter/>
            </a:ln>
          </p:spPr>
          <p:txBody>
            <a:bodyPr rtlCol="0" anchor="ctr"/>
            <a:lstStyle/>
            <a:p>
              <a:endParaRPr lang="en-US"/>
            </a:p>
          </p:txBody>
        </p:sp>
        <p:sp>
          <p:nvSpPr>
            <p:cNvPr id="1356" name="Graphic 4">
              <a:extLst>
                <a:ext uri="{FF2B5EF4-FFF2-40B4-BE49-F238E27FC236}">
                  <a16:creationId xmlns:a16="http://schemas.microsoft.com/office/drawing/2014/main" id="{59CD136E-ABB8-AE43-94DB-9B3ADBD32C0E}"/>
                </a:ext>
              </a:extLst>
            </p:cNvPr>
            <p:cNvSpPr/>
            <p:nvPr/>
          </p:nvSpPr>
          <p:spPr>
            <a:xfrm>
              <a:off x="11499330" y="4026540"/>
              <a:ext cx="108628" cy="48518"/>
            </a:xfrm>
            <a:custGeom>
              <a:avLst/>
              <a:gdLst>
                <a:gd name="connsiteX0" fmla="*/ 0 w 108628"/>
                <a:gd name="connsiteY0" fmla="*/ 0 h 48518"/>
                <a:gd name="connsiteX1" fmla="*/ 54314 w 108628"/>
                <a:gd name="connsiteY1" fmla="*/ 48519 h 48518"/>
                <a:gd name="connsiteX2" fmla="*/ 108629 w 108628"/>
                <a:gd name="connsiteY2" fmla="*/ 0 h 48518"/>
                <a:gd name="connsiteX3" fmla="*/ 0 w 108628"/>
                <a:gd name="connsiteY3" fmla="*/ 0 h 48518"/>
              </a:gdLst>
              <a:ahLst/>
              <a:cxnLst>
                <a:cxn ang="0">
                  <a:pos x="connsiteX0" y="connsiteY0"/>
                </a:cxn>
                <a:cxn ang="0">
                  <a:pos x="connsiteX1" y="connsiteY1"/>
                </a:cxn>
                <a:cxn ang="0">
                  <a:pos x="connsiteX2" y="connsiteY2"/>
                </a:cxn>
                <a:cxn ang="0">
                  <a:pos x="connsiteX3" y="connsiteY3"/>
                </a:cxn>
              </a:cxnLst>
              <a:rect l="l" t="t" r="r" b="b"/>
              <a:pathLst>
                <a:path w="108628" h="48518">
                  <a:moveTo>
                    <a:pt x="0" y="0"/>
                  </a:moveTo>
                  <a:cubicBezTo>
                    <a:pt x="3195" y="26813"/>
                    <a:pt x="26199" y="48519"/>
                    <a:pt x="54314" y="48519"/>
                  </a:cubicBezTo>
                  <a:cubicBezTo>
                    <a:pt x="82430" y="48519"/>
                    <a:pt x="105434" y="27451"/>
                    <a:pt x="108629" y="0"/>
                  </a:cubicBezTo>
                  <a:lnTo>
                    <a:pt x="0" y="0"/>
                  </a:lnTo>
                  <a:close/>
                </a:path>
              </a:pathLst>
            </a:custGeom>
            <a:solidFill>
              <a:srgbClr val="00A3E0"/>
            </a:solidFill>
            <a:ln w="6390" cap="flat">
              <a:noFill/>
              <a:prstDash val="solid"/>
              <a:miter/>
            </a:ln>
          </p:spPr>
          <p:txBody>
            <a:bodyPr rtlCol="0" anchor="ctr"/>
            <a:lstStyle/>
            <a:p>
              <a:endParaRPr lang="en-US"/>
            </a:p>
          </p:txBody>
        </p:sp>
      </p:grpSp>
      <p:grpSp>
        <p:nvGrpSpPr>
          <p:cNvPr id="1357" name="Graphic 4">
            <a:extLst>
              <a:ext uri="{FF2B5EF4-FFF2-40B4-BE49-F238E27FC236}">
                <a16:creationId xmlns:a16="http://schemas.microsoft.com/office/drawing/2014/main" id="{587C1F0D-9B75-C54B-A0E8-118261AA12AA}"/>
              </a:ext>
            </a:extLst>
          </p:cNvPr>
          <p:cNvGrpSpPr/>
          <p:nvPr/>
        </p:nvGrpSpPr>
        <p:grpSpPr>
          <a:xfrm>
            <a:off x="8841116" y="918179"/>
            <a:ext cx="361674" cy="361333"/>
            <a:chOff x="8841116" y="918179"/>
            <a:chExt cx="361674" cy="361333"/>
          </a:xfrm>
          <a:solidFill>
            <a:srgbClr val="00A3E0"/>
          </a:solidFill>
        </p:grpSpPr>
        <p:sp>
          <p:nvSpPr>
            <p:cNvPr id="1358" name="Graphic 4">
              <a:extLst>
                <a:ext uri="{FF2B5EF4-FFF2-40B4-BE49-F238E27FC236}">
                  <a16:creationId xmlns:a16="http://schemas.microsoft.com/office/drawing/2014/main" id="{FF6EEEED-89EA-A746-883A-4BE520531AA0}"/>
                </a:ext>
              </a:extLst>
            </p:cNvPr>
            <p:cNvSpPr/>
            <p:nvPr/>
          </p:nvSpPr>
          <p:spPr>
            <a:xfrm>
              <a:off x="8841116" y="918179"/>
              <a:ext cx="361674" cy="361333"/>
            </a:xfrm>
            <a:custGeom>
              <a:avLst/>
              <a:gdLst>
                <a:gd name="connsiteX0" fmla="*/ 180836 w 361674"/>
                <a:gd name="connsiteY0" fmla="*/ 349204 h 361333"/>
                <a:gd name="connsiteX1" fmla="*/ 12780 w 361674"/>
                <a:gd name="connsiteY1" fmla="*/ 181305 h 361333"/>
                <a:gd name="connsiteX2" fmla="*/ 180836 w 361674"/>
                <a:gd name="connsiteY2" fmla="*/ 13406 h 361333"/>
                <a:gd name="connsiteX3" fmla="*/ 348890 w 361674"/>
                <a:gd name="connsiteY3" fmla="*/ 181305 h 361333"/>
                <a:gd name="connsiteX4" fmla="*/ 180836 w 361674"/>
                <a:gd name="connsiteY4" fmla="*/ 349204 h 361333"/>
                <a:gd name="connsiteX5" fmla="*/ 180836 w 361674"/>
                <a:gd name="connsiteY5" fmla="*/ 0 h 361333"/>
                <a:gd name="connsiteX6" fmla="*/ 0 w 361674"/>
                <a:gd name="connsiteY6" fmla="*/ 180667 h 361333"/>
                <a:gd name="connsiteX7" fmla="*/ 180836 w 361674"/>
                <a:gd name="connsiteY7" fmla="*/ 361333 h 361333"/>
                <a:gd name="connsiteX8" fmla="*/ 361670 w 361674"/>
                <a:gd name="connsiteY8" fmla="*/ 180667 h 361333"/>
                <a:gd name="connsiteX9" fmla="*/ 180836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9530" y="273234"/>
                    <a:pt x="274128" y="349204"/>
                    <a:pt x="180836" y="349204"/>
                  </a:cubicBezTo>
                  <a:moveTo>
                    <a:pt x="180836" y="0"/>
                  </a:moveTo>
                  <a:cubicBezTo>
                    <a:pt x="80513" y="0"/>
                    <a:pt x="0" y="81077"/>
                    <a:pt x="0" y="180667"/>
                  </a:cubicBezTo>
                  <a:cubicBezTo>
                    <a:pt x="0" y="280895"/>
                    <a:pt x="81153" y="361333"/>
                    <a:pt x="180836" y="361333"/>
                  </a:cubicBezTo>
                  <a:cubicBezTo>
                    <a:pt x="280518" y="361333"/>
                    <a:pt x="361670" y="280257"/>
                    <a:pt x="361670" y="180667"/>
                  </a:cubicBezTo>
                  <a:cubicBezTo>
                    <a:pt x="362310" y="81077"/>
                    <a:pt x="281157" y="0"/>
                    <a:pt x="180836" y="0"/>
                  </a:cubicBezTo>
                </a:path>
              </a:pathLst>
            </a:custGeom>
            <a:solidFill>
              <a:srgbClr val="00A3E0"/>
            </a:solidFill>
            <a:ln w="6390" cap="flat">
              <a:noFill/>
              <a:prstDash val="solid"/>
              <a:miter/>
            </a:ln>
          </p:spPr>
          <p:txBody>
            <a:bodyPr rtlCol="0" anchor="ctr"/>
            <a:lstStyle/>
            <a:p>
              <a:endParaRPr lang="en-US"/>
            </a:p>
          </p:txBody>
        </p:sp>
        <p:sp>
          <p:nvSpPr>
            <p:cNvPr id="1359" name="Graphic 4">
              <a:extLst>
                <a:ext uri="{FF2B5EF4-FFF2-40B4-BE49-F238E27FC236}">
                  <a16:creationId xmlns:a16="http://schemas.microsoft.com/office/drawing/2014/main" id="{1E394EE7-29E7-194D-BE06-97454FB3DDBA}"/>
                </a:ext>
              </a:extLst>
            </p:cNvPr>
            <p:cNvSpPr/>
            <p:nvPr/>
          </p:nvSpPr>
          <p:spPr>
            <a:xfrm>
              <a:off x="8937604" y="978188"/>
              <a:ext cx="168702" cy="241314"/>
            </a:xfrm>
            <a:custGeom>
              <a:avLst/>
              <a:gdLst>
                <a:gd name="connsiteX0" fmla="*/ 84348 w 168702"/>
                <a:gd name="connsiteY0" fmla="*/ 156408 h 241314"/>
                <a:gd name="connsiteX1" fmla="*/ 12780 w 168702"/>
                <a:gd name="connsiteY1" fmla="*/ 84907 h 241314"/>
                <a:gd name="connsiteX2" fmla="*/ 84348 w 168702"/>
                <a:gd name="connsiteY2" fmla="*/ 13406 h 241314"/>
                <a:gd name="connsiteX3" fmla="*/ 155915 w 168702"/>
                <a:gd name="connsiteY3" fmla="*/ 84907 h 241314"/>
                <a:gd name="connsiteX4" fmla="*/ 84348 w 168702"/>
                <a:gd name="connsiteY4" fmla="*/ 156408 h 241314"/>
                <a:gd name="connsiteX5" fmla="*/ 84348 w 168702"/>
                <a:gd name="connsiteY5" fmla="*/ 0 h 241314"/>
                <a:gd name="connsiteX6" fmla="*/ 0 w 168702"/>
                <a:gd name="connsiteY6" fmla="*/ 84269 h 241314"/>
                <a:gd name="connsiteX7" fmla="*/ 77958 w 168702"/>
                <a:gd name="connsiteY7" fmla="*/ 168537 h 241314"/>
                <a:gd name="connsiteX8" fmla="*/ 77958 w 168702"/>
                <a:gd name="connsiteY8" fmla="*/ 198542 h 241314"/>
                <a:gd name="connsiteX9" fmla="*/ 55593 w 168702"/>
                <a:gd name="connsiteY9" fmla="*/ 198542 h 241314"/>
                <a:gd name="connsiteX10" fmla="*/ 49203 w 168702"/>
                <a:gd name="connsiteY10" fmla="*/ 204926 h 241314"/>
                <a:gd name="connsiteX11" fmla="*/ 55593 w 168702"/>
                <a:gd name="connsiteY11" fmla="*/ 211310 h 241314"/>
                <a:gd name="connsiteX12" fmla="*/ 77958 w 168702"/>
                <a:gd name="connsiteY12" fmla="*/ 211310 h 241314"/>
                <a:gd name="connsiteX13" fmla="*/ 77958 w 168702"/>
                <a:gd name="connsiteY13" fmla="*/ 234930 h 241314"/>
                <a:gd name="connsiteX14" fmla="*/ 84348 w 168702"/>
                <a:gd name="connsiteY14" fmla="*/ 241314 h 241314"/>
                <a:gd name="connsiteX15" fmla="*/ 90738 w 168702"/>
                <a:gd name="connsiteY15" fmla="*/ 234930 h 241314"/>
                <a:gd name="connsiteX16" fmla="*/ 90738 w 168702"/>
                <a:gd name="connsiteY16" fmla="*/ 211310 h 241314"/>
                <a:gd name="connsiteX17" fmla="*/ 113102 w 168702"/>
                <a:gd name="connsiteY17" fmla="*/ 211310 h 241314"/>
                <a:gd name="connsiteX18" fmla="*/ 119492 w 168702"/>
                <a:gd name="connsiteY18" fmla="*/ 204926 h 241314"/>
                <a:gd name="connsiteX19" fmla="*/ 113102 w 168702"/>
                <a:gd name="connsiteY19" fmla="*/ 198542 h 241314"/>
                <a:gd name="connsiteX20" fmla="*/ 90738 w 168702"/>
                <a:gd name="connsiteY20" fmla="*/ 198542 h 241314"/>
                <a:gd name="connsiteX21" fmla="*/ 90738 w 168702"/>
                <a:gd name="connsiteY21" fmla="*/ 168537 h 241314"/>
                <a:gd name="connsiteX22" fmla="*/ 168695 w 168702"/>
                <a:gd name="connsiteY22" fmla="*/ 84269 h 241314"/>
                <a:gd name="connsiteX23" fmla="*/ 84348 w 168702"/>
                <a:gd name="connsiteY23" fmla="*/ 0 h 24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68702" h="241314">
                  <a:moveTo>
                    <a:pt x="84348" y="156408"/>
                  </a:moveTo>
                  <a:cubicBezTo>
                    <a:pt x="44730" y="156408"/>
                    <a:pt x="12780" y="124488"/>
                    <a:pt x="12780" y="84907"/>
                  </a:cubicBezTo>
                  <a:cubicBezTo>
                    <a:pt x="12780" y="45326"/>
                    <a:pt x="44730" y="13406"/>
                    <a:pt x="84348" y="13406"/>
                  </a:cubicBezTo>
                  <a:cubicBezTo>
                    <a:pt x="123965" y="13406"/>
                    <a:pt x="155915" y="45326"/>
                    <a:pt x="155915" y="84907"/>
                  </a:cubicBezTo>
                  <a:cubicBezTo>
                    <a:pt x="156553" y="123849"/>
                    <a:pt x="123965" y="156408"/>
                    <a:pt x="84348" y="156408"/>
                  </a:cubicBezTo>
                  <a:moveTo>
                    <a:pt x="84348" y="0"/>
                  </a:moveTo>
                  <a:cubicBezTo>
                    <a:pt x="37701" y="0"/>
                    <a:pt x="0" y="37665"/>
                    <a:pt x="0" y="84269"/>
                  </a:cubicBezTo>
                  <a:cubicBezTo>
                    <a:pt x="0" y="128956"/>
                    <a:pt x="34506" y="165345"/>
                    <a:pt x="77958" y="168537"/>
                  </a:cubicBezTo>
                  <a:lnTo>
                    <a:pt x="77958" y="198542"/>
                  </a:lnTo>
                  <a:lnTo>
                    <a:pt x="55593" y="198542"/>
                  </a:lnTo>
                  <a:cubicBezTo>
                    <a:pt x="51759" y="198542"/>
                    <a:pt x="49203" y="201095"/>
                    <a:pt x="49203" y="204926"/>
                  </a:cubicBezTo>
                  <a:cubicBezTo>
                    <a:pt x="49203" y="208756"/>
                    <a:pt x="51759" y="211310"/>
                    <a:pt x="55593" y="211310"/>
                  </a:cubicBezTo>
                  <a:lnTo>
                    <a:pt x="77958" y="211310"/>
                  </a:lnTo>
                  <a:lnTo>
                    <a:pt x="77958" y="234930"/>
                  </a:lnTo>
                  <a:cubicBezTo>
                    <a:pt x="77958" y="238761"/>
                    <a:pt x="80514" y="241314"/>
                    <a:pt x="84348" y="241314"/>
                  </a:cubicBezTo>
                  <a:cubicBezTo>
                    <a:pt x="88181" y="241314"/>
                    <a:pt x="90738" y="238761"/>
                    <a:pt x="90738" y="234930"/>
                  </a:cubicBezTo>
                  <a:lnTo>
                    <a:pt x="90738" y="211310"/>
                  </a:lnTo>
                  <a:lnTo>
                    <a:pt x="113102" y="211310"/>
                  </a:lnTo>
                  <a:cubicBezTo>
                    <a:pt x="116936" y="211310"/>
                    <a:pt x="119492" y="208756"/>
                    <a:pt x="119492" y="204926"/>
                  </a:cubicBezTo>
                  <a:cubicBezTo>
                    <a:pt x="119492" y="201095"/>
                    <a:pt x="116936" y="198542"/>
                    <a:pt x="113102" y="198542"/>
                  </a:cubicBezTo>
                  <a:lnTo>
                    <a:pt x="90738" y="198542"/>
                  </a:lnTo>
                  <a:lnTo>
                    <a:pt x="90738" y="168537"/>
                  </a:lnTo>
                  <a:cubicBezTo>
                    <a:pt x="134189" y="165345"/>
                    <a:pt x="168695" y="128956"/>
                    <a:pt x="168695" y="84269"/>
                  </a:cubicBezTo>
                  <a:cubicBezTo>
                    <a:pt x="169333" y="38304"/>
                    <a:pt x="130994" y="0"/>
                    <a:pt x="84348" y="0"/>
                  </a:cubicBezTo>
                </a:path>
              </a:pathLst>
            </a:custGeom>
            <a:solidFill>
              <a:srgbClr val="00A3E0"/>
            </a:solidFill>
            <a:ln w="6390" cap="flat">
              <a:noFill/>
              <a:prstDash val="solid"/>
              <a:miter/>
            </a:ln>
          </p:spPr>
          <p:txBody>
            <a:bodyPr rtlCol="0" anchor="ctr"/>
            <a:lstStyle/>
            <a:p>
              <a:endParaRPr lang="en-US"/>
            </a:p>
          </p:txBody>
        </p:sp>
      </p:grpSp>
      <p:grpSp>
        <p:nvGrpSpPr>
          <p:cNvPr id="1360" name="Graphic 4">
            <a:extLst>
              <a:ext uri="{FF2B5EF4-FFF2-40B4-BE49-F238E27FC236}">
                <a16:creationId xmlns:a16="http://schemas.microsoft.com/office/drawing/2014/main" id="{35F464DF-FEC8-EB41-9529-F1E7E5CFE8B7}"/>
              </a:ext>
            </a:extLst>
          </p:cNvPr>
          <p:cNvGrpSpPr/>
          <p:nvPr/>
        </p:nvGrpSpPr>
        <p:grpSpPr>
          <a:xfrm>
            <a:off x="9279466" y="918179"/>
            <a:ext cx="361671" cy="361333"/>
            <a:chOff x="9279466" y="918179"/>
            <a:chExt cx="361671" cy="361333"/>
          </a:xfrm>
          <a:solidFill>
            <a:srgbClr val="00A3E0"/>
          </a:solidFill>
        </p:grpSpPr>
        <p:sp>
          <p:nvSpPr>
            <p:cNvPr id="1361" name="Graphic 4">
              <a:extLst>
                <a:ext uri="{FF2B5EF4-FFF2-40B4-BE49-F238E27FC236}">
                  <a16:creationId xmlns:a16="http://schemas.microsoft.com/office/drawing/2014/main" id="{F46717EC-141D-7D48-943A-8F660319AA54}"/>
                </a:ext>
              </a:extLst>
            </p:cNvPr>
            <p:cNvSpPr/>
            <p:nvPr/>
          </p:nvSpPr>
          <p:spPr>
            <a:xfrm>
              <a:off x="9279466" y="918179"/>
              <a:ext cx="361671" cy="361333"/>
            </a:xfrm>
            <a:custGeom>
              <a:avLst/>
              <a:gdLst>
                <a:gd name="connsiteX0" fmla="*/ 187225 w 361671"/>
                <a:gd name="connsiteY0" fmla="*/ 228547 h 361333"/>
                <a:gd name="connsiteX1" fmla="*/ 187225 w 361671"/>
                <a:gd name="connsiteY1" fmla="*/ 258551 h 361333"/>
                <a:gd name="connsiteX2" fmla="*/ 209590 w 361671"/>
                <a:gd name="connsiteY2" fmla="*/ 258551 h 361333"/>
                <a:gd name="connsiteX3" fmla="*/ 215980 w 361671"/>
                <a:gd name="connsiteY3" fmla="*/ 264935 h 361333"/>
                <a:gd name="connsiteX4" fmla="*/ 209590 w 361671"/>
                <a:gd name="connsiteY4" fmla="*/ 271319 h 361333"/>
                <a:gd name="connsiteX5" fmla="*/ 187225 w 361671"/>
                <a:gd name="connsiteY5" fmla="*/ 271319 h 361333"/>
                <a:gd name="connsiteX6" fmla="*/ 187225 w 361671"/>
                <a:gd name="connsiteY6" fmla="*/ 294940 h 361333"/>
                <a:gd name="connsiteX7" fmla="*/ 180836 w 361671"/>
                <a:gd name="connsiteY7" fmla="*/ 301324 h 361333"/>
                <a:gd name="connsiteX8" fmla="*/ 174446 w 361671"/>
                <a:gd name="connsiteY8" fmla="*/ 294940 h 361333"/>
                <a:gd name="connsiteX9" fmla="*/ 174446 w 361671"/>
                <a:gd name="connsiteY9" fmla="*/ 271319 h 361333"/>
                <a:gd name="connsiteX10" fmla="*/ 152081 w 361671"/>
                <a:gd name="connsiteY10" fmla="*/ 271319 h 361333"/>
                <a:gd name="connsiteX11" fmla="*/ 145691 w 361671"/>
                <a:gd name="connsiteY11" fmla="*/ 264935 h 361333"/>
                <a:gd name="connsiteX12" fmla="*/ 152081 w 361671"/>
                <a:gd name="connsiteY12" fmla="*/ 258551 h 361333"/>
                <a:gd name="connsiteX13" fmla="*/ 174446 w 361671"/>
                <a:gd name="connsiteY13" fmla="*/ 258551 h 361333"/>
                <a:gd name="connsiteX14" fmla="*/ 174446 w 361671"/>
                <a:gd name="connsiteY14" fmla="*/ 228547 h 361333"/>
                <a:gd name="connsiteX15" fmla="*/ 96489 w 361671"/>
                <a:gd name="connsiteY15" fmla="*/ 144278 h 361333"/>
                <a:gd name="connsiteX16" fmla="*/ 180836 w 361671"/>
                <a:gd name="connsiteY16" fmla="*/ 60009 h 361333"/>
                <a:gd name="connsiteX17" fmla="*/ 265182 w 361671"/>
                <a:gd name="connsiteY17" fmla="*/ 144278 h 361333"/>
                <a:gd name="connsiteX18" fmla="*/ 187225 w 361671"/>
                <a:gd name="connsiteY18" fmla="*/ 228547 h 361333"/>
                <a:gd name="connsiteX19" fmla="*/ 180836 w 361671"/>
                <a:gd name="connsiteY19" fmla="*/ 0 h 361333"/>
                <a:gd name="connsiteX20" fmla="*/ 0 w 361671"/>
                <a:gd name="connsiteY20" fmla="*/ 180667 h 361333"/>
                <a:gd name="connsiteX21" fmla="*/ 180836 w 361671"/>
                <a:gd name="connsiteY21" fmla="*/ 361333 h 361333"/>
                <a:gd name="connsiteX22" fmla="*/ 361671 w 361671"/>
                <a:gd name="connsiteY22" fmla="*/ 180667 h 361333"/>
                <a:gd name="connsiteX23" fmla="*/ 180836 w 361671"/>
                <a:gd name="connsiteY23"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1671" h="361333">
                  <a:moveTo>
                    <a:pt x="187225" y="228547"/>
                  </a:moveTo>
                  <a:lnTo>
                    <a:pt x="187225" y="258551"/>
                  </a:lnTo>
                  <a:lnTo>
                    <a:pt x="209590" y="258551"/>
                  </a:lnTo>
                  <a:cubicBezTo>
                    <a:pt x="213424" y="258551"/>
                    <a:pt x="215980" y="261105"/>
                    <a:pt x="215980" y="264935"/>
                  </a:cubicBezTo>
                  <a:cubicBezTo>
                    <a:pt x="215980" y="268766"/>
                    <a:pt x="213424" y="271319"/>
                    <a:pt x="209590" y="271319"/>
                  </a:cubicBezTo>
                  <a:lnTo>
                    <a:pt x="187225" y="271319"/>
                  </a:lnTo>
                  <a:lnTo>
                    <a:pt x="187225" y="294940"/>
                  </a:lnTo>
                  <a:cubicBezTo>
                    <a:pt x="187225" y="298770"/>
                    <a:pt x="184669" y="301324"/>
                    <a:pt x="180836" y="301324"/>
                  </a:cubicBezTo>
                  <a:cubicBezTo>
                    <a:pt x="177002" y="301324"/>
                    <a:pt x="174446" y="298770"/>
                    <a:pt x="174446" y="294940"/>
                  </a:cubicBezTo>
                  <a:lnTo>
                    <a:pt x="174446" y="271319"/>
                  </a:lnTo>
                  <a:lnTo>
                    <a:pt x="152081" y="271319"/>
                  </a:lnTo>
                  <a:cubicBezTo>
                    <a:pt x="148247" y="271319"/>
                    <a:pt x="145691" y="268766"/>
                    <a:pt x="145691" y="264935"/>
                  </a:cubicBezTo>
                  <a:cubicBezTo>
                    <a:pt x="145691" y="261105"/>
                    <a:pt x="148247" y="258551"/>
                    <a:pt x="152081" y="258551"/>
                  </a:cubicBezTo>
                  <a:lnTo>
                    <a:pt x="174446" y="258551"/>
                  </a:lnTo>
                  <a:lnTo>
                    <a:pt x="174446" y="228547"/>
                  </a:lnTo>
                  <a:cubicBezTo>
                    <a:pt x="130994" y="225355"/>
                    <a:pt x="96489" y="188966"/>
                    <a:pt x="96489" y="144278"/>
                  </a:cubicBezTo>
                  <a:cubicBezTo>
                    <a:pt x="96489" y="97675"/>
                    <a:pt x="134189" y="60009"/>
                    <a:pt x="180836" y="60009"/>
                  </a:cubicBezTo>
                  <a:cubicBezTo>
                    <a:pt x="227482" y="60009"/>
                    <a:pt x="265182" y="97675"/>
                    <a:pt x="265182" y="144278"/>
                  </a:cubicBezTo>
                  <a:cubicBezTo>
                    <a:pt x="265182" y="188966"/>
                    <a:pt x="230677" y="225355"/>
                    <a:pt x="187225" y="228547"/>
                  </a:cubicBezTo>
                  <a:moveTo>
                    <a:pt x="180836" y="0"/>
                  </a:moveTo>
                  <a:cubicBezTo>
                    <a:pt x="80514" y="0"/>
                    <a:pt x="0" y="81077"/>
                    <a:pt x="0" y="180667"/>
                  </a:cubicBezTo>
                  <a:cubicBezTo>
                    <a:pt x="0" y="280895"/>
                    <a:pt x="81153" y="361333"/>
                    <a:pt x="180836" y="361333"/>
                  </a:cubicBezTo>
                  <a:cubicBezTo>
                    <a:pt x="280518" y="361333"/>
                    <a:pt x="361671" y="280257"/>
                    <a:pt x="361671" y="180667"/>
                  </a:cubicBezTo>
                  <a:cubicBezTo>
                    <a:pt x="361671" y="81077"/>
                    <a:pt x="280518" y="0"/>
                    <a:pt x="180836" y="0"/>
                  </a:cubicBezTo>
                </a:path>
              </a:pathLst>
            </a:custGeom>
            <a:solidFill>
              <a:srgbClr val="00A3E0"/>
            </a:solidFill>
            <a:ln w="6390" cap="flat">
              <a:noFill/>
              <a:prstDash val="solid"/>
              <a:miter/>
            </a:ln>
          </p:spPr>
          <p:txBody>
            <a:bodyPr rtlCol="0" anchor="ctr"/>
            <a:lstStyle/>
            <a:p>
              <a:endParaRPr lang="en-US"/>
            </a:p>
          </p:txBody>
        </p:sp>
        <p:sp>
          <p:nvSpPr>
            <p:cNvPr id="1362" name="Graphic 4">
              <a:extLst>
                <a:ext uri="{FF2B5EF4-FFF2-40B4-BE49-F238E27FC236}">
                  <a16:creationId xmlns:a16="http://schemas.microsoft.com/office/drawing/2014/main" id="{78C29473-1D24-F746-8E39-34A52084BD5C}"/>
                </a:ext>
              </a:extLst>
            </p:cNvPr>
            <p:cNvSpPr/>
            <p:nvPr/>
          </p:nvSpPr>
          <p:spPr>
            <a:xfrm>
              <a:off x="9388734" y="990956"/>
              <a:ext cx="143133" cy="143001"/>
            </a:xfrm>
            <a:custGeom>
              <a:avLst/>
              <a:gdLst>
                <a:gd name="connsiteX0" fmla="*/ 71567 w 143133"/>
                <a:gd name="connsiteY0" fmla="*/ 0 h 143001"/>
                <a:gd name="connsiteX1" fmla="*/ 0 w 143133"/>
                <a:gd name="connsiteY1" fmla="*/ 71501 h 143001"/>
                <a:gd name="connsiteX2" fmla="*/ 71567 w 143133"/>
                <a:gd name="connsiteY2" fmla="*/ 143001 h 143001"/>
                <a:gd name="connsiteX3" fmla="*/ 143134 w 143133"/>
                <a:gd name="connsiteY3" fmla="*/ 71501 h 143001"/>
                <a:gd name="connsiteX4" fmla="*/ 71567 w 143133"/>
                <a:gd name="connsiteY4" fmla="*/ 0 h 143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133" h="143001">
                  <a:moveTo>
                    <a:pt x="71567" y="0"/>
                  </a:moveTo>
                  <a:cubicBezTo>
                    <a:pt x="31950" y="0"/>
                    <a:pt x="0" y="31920"/>
                    <a:pt x="0" y="71501"/>
                  </a:cubicBezTo>
                  <a:cubicBezTo>
                    <a:pt x="0" y="111081"/>
                    <a:pt x="31950" y="143001"/>
                    <a:pt x="71567" y="143001"/>
                  </a:cubicBezTo>
                  <a:cubicBezTo>
                    <a:pt x="111184" y="143001"/>
                    <a:pt x="143134" y="111081"/>
                    <a:pt x="143134" y="71501"/>
                  </a:cubicBezTo>
                  <a:cubicBezTo>
                    <a:pt x="143134" y="32558"/>
                    <a:pt x="111184" y="0"/>
                    <a:pt x="71567" y="0"/>
                  </a:cubicBezTo>
                </a:path>
              </a:pathLst>
            </a:custGeom>
            <a:solidFill>
              <a:srgbClr val="00A3E0"/>
            </a:solidFill>
            <a:ln w="6390" cap="flat">
              <a:noFill/>
              <a:prstDash val="solid"/>
              <a:miter/>
            </a:ln>
          </p:spPr>
          <p:txBody>
            <a:bodyPr rtlCol="0" anchor="ctr"/>
            <a:lstStyle/>
            <a:p>
              <a:endParaRPr lang="en-US"/>
            </a:p>
          </p:txBody>
        </p:sp>
      </p:grpSp>
      <p:grpSp>
        <p:nvGrpSpPr>
          <p:cNvPr id="1363" name="Graphic 4">
            <a:extLst>
              <a:ext uri="{FF2B5EF4-FFF2-40B4-BE49-F238E27FC236}">
                <a16:creationId xmlns:a16="http://schemas.microsoft.com/office/drawing/2014/main" id="{79B5B652-955F-0348-BD0F-B5AE67C9D671}"/>
              </a:ext>
            </a:extLst>
          </p:cNvPr>
          <p:cNvGrpSpPr/>
          <p:nvPr/>
        </p:nvGrpSpPr>
        <p:grpSpPr>
          <a:xfrm>
            <a:off x="7802113" y="918179"/>
            <a:ext cx="361670" cy="361333"/>
            <a:chOff x="7802113" y="918179"/>
            <a:chExt cx="361670" cy="361333"/>
          </a:xfrm>
          <a:solidFill>
            <a:srgbClr val="00A3E0"/>
          </a:solidFill>
        </p:grpSpPr>
        <p:sp>
          <p:nvSpPr>
            <p:cNvPr id="1364" name="Graphic 4">
              <a:extLst>
                <a:ext uri="{FF2B5EF4-FFF2-40B4-BE49-F238E27FC236}">
                  <a16:creationId xmlns:a16="http://schemas.microsoft.com/office/drawing/2014/main" id="{940B1F9B-CF11-0F48-8668-836C8AD339A7}"/>
                </a:ext>
              </a:extLst>
            </p:cNvPr>
            <p:cNvSpPr/>
            <p:nvPr/>
          </p:nvSpPr>
          <p:spPr>
            <a:xfrm>
              <a:off x="7802113" y="918179"/>
              <a:ext cx="361670" cy="361333"/>
            </a:xfrm>
            <a:custGeom>
              <a:avLst/>
              <a:gdLst>
                <a:gd name="connsiteX0" fmla="*/ 180836 w 361670"/>
                <a:gd name="connsiteY0" fmla="*/ 349204 h 361333"/>
                <a:gd name="connsiteX1" fmla="*/ 12780 w 361670"/>
                <a:gd name="connsiteY1" fmla="*/ 181305 h 361333"/>
                <a:gd name="connsiteX2" fmla="*/ 180836 w 361670"/>
                <a:gd name="connsiteY2" fmla="*/ 13406 h 361333"/>
                <a:gd name="connsiteX3" fmla="*/ 348890 w 361670"/>
                <a:gd name="connsiteY3" fmla="*/ 181305 h 361333"/>
                <a:gd name="connsiteX4" fmla="*/ 180836 w 361670"/>
                <a:gd name="connsiteY4" fmla="*/ 349204 h 361333"/>
                <a:gd name="connsiteX5" fmla="*/ 180836 w 361670"/>
                <a:gd name="connsiteY5" fmla="*/ 0 h 361333"/>
                <a:gd name="connsiteX6" fmla="*/ 0 w 361670"/>
                <a:gd name="connsiteY6" fmla="*/ 180667 h 361333"/>
                <a:gd name="connsiteX7" fmla="*/ 180836 w 361670"/>
                <a:gd name="connsiteY7" fmla="*/ 361333 h 361333"/>
                <a:gd name="connsiteX8" fmla="*/ 361670 w 361670"/>
                <a:gd name="connsiteY8" fmla="*/ 180667 h 361333"/>
                <a:gd name="connsiteX9" fmla="*/ 180836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349204"/>
                  </a:moveTo>
                  <a:cubicBezTo>
                    <a:pt x="88181" y="349204"/>
                    <a:pt x="12780" y="273873"/>
                    <a:pt x="12780" y="181305"/>
                  </a:cubicBezTo>
                  <a:cubicBezTo>
                    <a:pt x="12780" y="88737"/>
                    <a:pt x="88181" y="13406"/>
                    <a:pt x="180836" y="13406"/>
                  </a:cubicBezTo>
                  <a:cubicBezTo>
                    <a:pt x="273490" y="13406"/>
                    <a:pt x="348890" y="88737"/>
                    <a:pt x="348890" y="181305"/>
                  </a:cubicBezTo>
                  <a:cubicBezTo>
                    <a:pt x="348890" y="273234"/>
                    <a:pt x="273490" y="349204"/>
                    <a:pt x="180836" y="349204"/>
                  </a:cubicBezTo>
                  <a:moveTo>
                    <a:pt x="180836" y="0"/>
                  </a:moveTo>
                  <a:cubicBezTo>
                    <a:pt x="80513" y="0"/>
                    <a:pt x="0" y="81077"/>
                    <a:pt x="0" y="180667"/>
                  </a:cubicBezTo>
                  <a:cubicBezTo>
                    <a:pt x="0" y="280895"/>
                    <a:pt x="81152" y="361333"/>
                    <a:pt x="180836" y="361333"/>
                  </a:cubicBezTo>
                  <a:cubicBezTo>
                    <a:pt x="281157" y="361333"/>
                    <a:pt x="361670" y="280257"/>
                    <a:pt x="361670" y="180667"/>
                  </a:cubicBezTo>
                  <a:cubicBezTo>
                    <a:pt x="361670" y="81077"/>
                    <a:pt x="280518" y="0"/>
                    <a:pt x="180836" y="0"/>
                  </a:cubicBezTo>
                </a:path>
              </a:pathLst>
            </a:custGeom>
            <a:solidFill>
              <a:srgbClr val="00A3E0"/>
            </a:solidFill>
            <a:ln w="6390" cap="flat">
              <a:noFill/>
              <a:prstDash val="solid"/>
              <a:miter/>
            </a:ln>
          </p:spPr>
          <p:txBody>
            <a:bodyPr rtlCol="0" anchor="ctr"/>
            <a:lstStyle/>
            <a:p>
              <a:endParaRPr lang="en-US"/>
            </a:p>
          </p:txBody>
        </p:sp>
        <p:sp>
          <p:nvSpPr>
            <p:cNvPr id="1365" name="Graphic 4">
              <a:extLst>
                <a:ext uri="{FF2B5EF4-FFF2-40B4-BE49-F238E27FC236}">
                  <a16:creationId xmlns:a16="http://schemas.microsoft.com/office/drawing/2014/main" id="{41E0E89C-2CA1-F049-AB0D-70A1F3835648}"/>
                </a:ext>
              </a:extLst>
            </p:cNvPr>
            <p:cNvSpPr/>
            <p:nvPr/>
          </p:nvSpPr>
          <p:spPr>
            <a:xfrm>
              <a:off x="7884585" y="990859"/>
              <a:ext cx="196128" cy="215875"/>
            </a:xfrm>
            <a:custGeom>
              <a:avLst/>
              <a:gdLst>
                <a:gd name="connsiteX0" fmla="*/ 120728 w 196128"/>
                <a:gd name="connsiteY0" fmla="*/ 180764 h 215875"/>
                <a:gd name="connsiteX1" fmla="*/ 35742 w 196128"/>
                <a:gd name="connsiteY1" fmla="*/ 190340 h 215875"/>
                <a:gd name="connsiteX2" fmla="*/ 13377 w 196128"/>
                <a:gd name="connsiteY2" fmla="*/ 150121 h 215875"/>
                <a:gd name="connsiteX3" fmla="*/ 26157 w 196128"/>
                <a:gd name="connsiteY3" fmla="*/ 105433 h 215875"/>
                <a:gd name="connsiteX4" fmla="*/ 66414 w 196128"/>
                <a:gd name="connsiteY4" fmla="*/ 83089 h 215875"/>
                <a:gd name="connsiteX5" fmla="*/ 73443 w 196128"/>
                <a:gd name="connsiteY5" fmla="*/ 82450 h 215875"/>
                <a:gd name="connsiteX6" fmla="*/ 111143 w 196128"/>
                <a:gd name="connsiteY6" fmla="*/ 95857 h 215875"/>
                <a:gd name="connsiteX7" fmla="*/ 133508 w 196128"/>
                <a:gd name="connsiteY7" fmla="*/ 136076 h 215875"/>
                <a:gd name="connsiteX8" fmla="*/ 120728 w 196128"/>
                <a:gd name="connsiteY8" fmla="*/ 180764 h 215875"/>
                <a:gd name="connsiteX9" fmla="*/ 181433 w 196128"/>
                <a:gd name="connsiteY9" fmla="*/ 97 h 215875"/>
                <a:gd name="connsiteX10" fmla="*/ 181433 w 196128"/>
                <a:gd name="connsiteY10" fmla="*/ 97 h 215875"/>
                <a:gd name="connsiteX11" fmla="*/ 180793 w 196128"/>
                <a:gd name="connsiteY11" fmla="*/ 97 h 215875"/>
                <a:gd name="connsiteX12" fmla="*/ 113699 w 196128"/>
                <a:gd name="connsiteY12" fmla="*/ 7758 h 215875"/>
                <a:gd name="connsiteX13" fmla="*/ 107948 w 196128"/>
                <a:gd name="connsiteY13" fmla="*/ 14780 h 215875"/>
                <a:gd name="connsiteX14" fmla="*/ 114338 w 196128"/>
                <a:gd name="connsiteY14" fmla="*/ 20526 h 215875"/>
                <a:gd name="connsiteX15" fmla="*/ 114977 w 196128"/>
                <a:gd name="connsiteY15" fmla="*/ 20526 h 215875"/>
                <a:gd name="connsiteX16" fmla="*/ 167374 w 196128"/>
                <a:gd name="connsiteY16" fmla="*/ 14780 h 215875"/>
                <a:gd name="connsiteX17" fmla="*/ 114338 w 196128"/>
                <a:gd name="connsiteY17" fmla="*/ 82450 h 215875"/>
                <a:gd name="connsiteX18" fmla="*/ 65135 w 196128"/>
                <a:gd name="connsiteY18" fmla="*/ 70321 h 215875"/>
                <a:gd name="connsiteX19" fmla="*/ 15933 w 196128"/>
                <a:gd name="connsiteY19" fmla="*/ 97134 h 215875"/>
                <a:gd name="connsiteX20" fmla="*/ 597 w 196128"/>
                <a:gd name="connsiteY20" fmla="*/ 150759 h 215875"/>
                <a:gd name="connsiteX21" fmla="*/ 27434 w 196128"/>
                <a:gd name="connsiteY21" fmla="*/ 199916 h 215875"/>
                <a:gd name="connsiteX22" fmla="*/ 72804 w 196128"/>
                <a:gd name="connsiteY22" fmla="*/ 215876 h 215875"/>
                <a:gd name="connsiteX23" fmla="*/ 130313 w 196128"/>
                <a:gd name="connsiteY23" fmla="*/ 188425 h 215875"/>
                <a:gd name="connsiteX24" fmla="*/ 145648 w 196128"/>
                <a:gd name="connsiteY24" fmla="*/ 134799 h 215875"/>
                <a:gd name="connsiteX25" fmla="*/ 124562 w 196128"/>
                <a:gd name="connsiteY25" fmla="*/ 91388 h 215875"/>
                <a:gd name="connsiteX26" fmla="*/ 177598 w 196128"/>
                <a:gd name="connsiteY26" fmla="*/ 23718 h 215875"/>
                <a:gd name="connsiteX27" fmla="*/ 183349 w 196128"/>
                <a:gd name="connsiteY27" fmla="*/ 75428 h 215875"/>
                <a:gd name="connsiteX28" fmla="*/ 189739 w 196128"/>
                <a:gd name="connsiteY28" fmla="*/ 81174 h 215875"/>
                <a:gd name="connsiteX29" fmla="*/ 190378 w 196128"/>
                <a:gd name="connsiteY29" fmla="*/ 81174 h 215875"/>
                <a:gd name="connsiteX30" fmla="*/ 196129 w 196128"/>
                <a:gd name="connsiteY30" fmla="*/ 74151 h 215875"/>
                <a:gd name="connsiteX31" fmla="*/ 188461 w 196128"/>
                <a:gd name="connsiteY31" fmla="*/ 6481 h 215875"/>
                <a:gd name="connsiteX32" fmla="*/ 181433 w 196128"/>
                <a:gd name="connsiteY32" fmla="*/ 97 h 215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96128" h="215875">
                  <a:moveTo>
                    <a:pt x="120728" y="180764"/>
                  </a:moveTo>
                  <a:cubicBezTo>
                    <a:pt x="100280" y="206938"/>
                    <a:pt x="61940" y="211407"/>
                    <a:pt x="35742" y="190340"/>
                  </a:cubicBezTo>
                  <a:cubicBezTo>
                    <a:pt x="22962" y="180125"/>
                    <a:pt x="15294" y="166081"/>
                    <a:pt x="13377" y="150121"/>
                  </a:cubicBezTo>
                  <a:cubicBezTo>
                    <a:pt x="11460" y="134161"/>
                    <a:pt x="15933" y="118201"/>
                    <a:pt x="26157" y="105433"/>
                  </a:cubicBezTo>
                  <a:cubicBezTo>
                    <a:pt x="36381" y="92665"/>
                    <a:pt x="50439" y="85004"/>
                    <a:pt x="66414" y="83089"/>
                  </a:cubicBezTo>
                  <a:cubicBezTo>
                    <a:pt x="68969" y="83089"/>
                    <a:pt x="70886" y="82450"/>
                    <a:pt x="73443" y="82450"/>
                  </a:cubicBezTo>
                  <a:cubicBezTo>
                    <a:pt x="86861" y="82450"/>
                    <a:pt x="100280" y="86919"/>
                    <a:pt x="111143" y="95857"/>
                  </a:cubicBezTo>
                  <a:cubicBezTo>
                    <a:pt x="123923" y="106071"/>
                    <a:pt x="131591" y="120116"/>
                    <a:pt x="133508" y="136076"/>
                  </a:cubicBezTo>
                  <a:cubicBezTo>
                    <a:pt x="135425" y="152036"/>
                    <a:pt x="130313" y="167996"/>
                    <a:pt x="120728" y="180764"/>
                  </a:cubicBezTo>
                  <a:moveTo>
                    <a:pt x="181433" y="97"/>
                  </a:moveTo>
                  <a:lnTo>
                    <a:pt x="181433" y="97"/>
                  </a:lnTo>
                  <a:cubicBezTo>
                    <a:pt x="180793" y="97"/>
                    <a:pt x="180793" y="97"/>
                    <a:pt x="180793" y="97"/>
                  </a:cubicBezTo>
                  <a:lnTo>
                    <a:pt x="113699" y="7758"/>
                  </a:lnTo>
                  <a:cubicBezTo>
                    <a:pt x="110504" y="8396"/>
                    <a:pt x="107948" y="11588"/>
                    <a:pt x="107948" y="14780"/>
                  </a:cubicBezTo>
                  <a:cubicBezTo>
                    <a:pt x="108587" y="17972"/>
                    <a:pt x="111143" y="20526"/>
                    <a:pt x="114338" y="20526"/>
                  </a:cubicBezTo>
                  <a:cubicBezTo>
                    <a:pt x="114338" y="20526"/>
                    <a:pt x="114977" y="20526"/>
                    <a:pt x="114977" y="20526"/>
                  </a:cubicBezTo>
                  <a:lnTo>
                    <a:pt x="167374" y="14780"/>
                  </a:lnTo>
                  <a:lnTo>
                    <a:pt x="114338" y="82450"/>
                  </a:lnTo>
                  <a:cubicBezTo>
                    <a:pt x="99641" y="72874"/>
                    <a:pt x="83027" y="68406"/>
                    <a:pt x="65135" y="70321"/>
                  </a:cubicBezTo>
                  <a:cubicBezTo>
                    <a:pt x="45965" y="72236"/>
                    <a:pt x="28074" y="82450"/>
                    <a:pt x="15933" y="97134"/>
                  </a:cubicBezTo>
                  <a:cubicBezTo>
                    <a:pt x="3792" y="112455"/>
                    <a:pt x="-1959" y="131607"/>
                    <a:pt x="597" y="150759"/>
                  </a:cubicBezTo>
                  <a:cubicBezTo>
                    <a:pt x="2514" y="169911"/>
                    <a:pt x="12738" y="187786"/>
                    <a:pt x="27434" y="199916"/>
                  </a:cubicBezTo>
                  <a:cubicBezTo>
                    <a:pt x="40854" y="210769"/>
                    <a:pt x="56829" y="215876"/>
                    <a:pt x="72804" y="215876"/>
                  </a:cubicBezTo>
                  <a:cubicBezTo>
                    <a:pt x="94529" y="215876"/>
                    <a:pt x="115616" y="206300"/>
                    <a:pt x="130313" y="188425"/>
                  </a:cubicBezTo>
                  <a:cubicBezTo>
                    <a:pt x="142453" y="173103"/>
                    <a:pt x="148204" y="153951"/>
                    <a:pt x="145648" y="134799"/>
                  </a:cubicBezTo>
                  <a:cubicBezTo>
                    <a:pt x="143732" y="118201"/>
                    <a:pt x="136063" y="102879"/>
                    <a:pt x="124562" y="91388"/>
                  </a:cubicBezTo>
                  <a:lnTo>
                    <a:pt x="177598" y="23718"/>
                  </a:lnTo>
                  <a:lnTo>
                    <a:pt x="183349" y="75428"/>
                  </a:lnTo>
                  <a:cubicBezTo>
                    <a:pt x="183988" y="78620"/>
                    <a:pt x="186544" y="81174"/>
                    <a:pt x="189739" y="81174"/>
                  </a:cubicBezTo>
                  <a:cubicBezTo>
                    <a:pt x="189739" y="81174"/>
                    <a:pt x="190378" y="81174"/>
                    <a:pt x="190378" y="81174"/>
                  </a:cubicBezTo>
                  <a:cubicBezTo>
                    <a:pt x="193573" y="80535"/>
                    <a:pt x="196129" y="77343"/>
                    <a:pt x="196129" y="74151"/>
                  </a:cubicBezTo>
                  <a:lnTo>
                    <a:pt x="188461" y="6481"/>
                  </a:lnTo>
                  <a:cubicBezTo>
                    <a:pt x="187823" y="2012"/>
                    <a:pt x="184628" y="-541"/>
                    <a:pt x="181433" y="97"/>
                  </a:cubicBezTo>
                </a:path>
              </a:pathLst>
            </a:custGeom>
            <a:solidFill>
              <a:srgbClr val="00A3E0"/>
            </a:solidFill>
            <a:ln w="6390" cap="flat">
              <a:noFill/>
              <a:prstDash val="solid"/>
              <a:miter/>
            </a:ln>
          </p:spPr>
          <p:txBody>
            <a:bodyPr rtlCol="0" anchor="ctr"/>
            <a:lstStyle/>
            <a:p>
              <a:endParaRPr lang="en-US"/>
            </a:p>
          </p:txBody>
        </p:sp>
      </p:grpSp>
      <p:grpSp>
        <p:nvGrpSpPr>
          <p:cNvPr id="1366" name="Graphic 4">
            <a:extLst>
              <a:ext uri="{FF2B5EF4-FFF2-40B4-BE49-F238E27FC236}">
                <a16:creationId xmlns:a16="http://schemas.microsoft.com/office/drawing/2014/main" id="{733AEBFB-0B67-2E4B-A5EB-C009CE74F7B3}"/>
              </a:ext>
            </a:extLst>
          </p:cNvPr>
          <p:cNvGrpSpPr/>
          <p:nvPr/>
        </p:nvGrpSpPr>
        <p:grpSpPr>
          <a:xfrm>
            <a:off x="8239823" y="918179"/>
            <a:ext cx="361674" cy="361333"/>
            <a:chOff x="8239823" y="918179"/>
            <a:chExt cx="361674" cy="361333"/>
          </a:xfrm>
          <a:solidFill>
            <a:srgbClr val="00A3E0"/>
          </a:solidFill>
        </p:grpSpPr>
        <p:sp>
          <p:nvSpPr>
            <p:cNvPr id="1367" name="Graphic 4">
              <a:extLst>
                <a:ext uri="{FF2B5EF4-FFF2-40B4-BE49-F238E27FC236}">
                  <a16:creationId xmlns:a16="http://schemas.microsoft.com/office/drawing/2014/main" id="{DF572005-CF8B-3C42-B787-225E9FE1A3C6}"/>
                </a:ext>
              </a:extLst>
            </p:cNvPr>
            <p:cNvSpPr/>
            <p:nvPr/>
          </p:nvSpPr>
          <p:spPr>
            <a:xfrm>
              <a:off x="8335391" y="1073667"/>
              <a:ext cx="120206" cy="120732"/>
            </a:xfrm>
            <a:custGeom>
              <a:avLst/>
              <a:gdLst>
                <a:gd name="connsiteX0" fmla="*/ 98047 w 120206"/>
                <a:gd name="connsiteY0" fmla="*/ 13049 h 120732"/>
                <a:gd name="connsiteX1" fmla="*/ 13061 w 120206"/>
                <a:gd name="connsiteY1" fmla="*/ 22625 h 120732"/>
                <a:gd name="connsiteX2" fmla="*/ 22646 w 120206"/>
                <a:gd name="connsiteY2" fmla="*/ 107532 h 120732"/>
                <a:gd name="connsiteX3" fmla="*/ 66737 w 120206"/>
                <a:gd name="connsiteY3" fmla="*/ 120300 h 120732"/>
                <a:gd name="connsiteX4" fmla="*/ 106993 w 120206"/>
                <a:gd name="connsiteY4" fmla="*/ 97956 h 120732"/>
                <a:gd name="connsiteX5" fmla="*/ 119773 w 120206"/>
                <a:gd name="connsiteY5" fmla="*/ 53268 h 120732"/>
                <a:gd name="connsiteX6" fmla="*/ 98047 w 120206"/>
                <a:gd name="connsiteY6" fmla="*/ 13049 h 120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206" h="120732">
                  <a:moveTo>
                    <a:pt x="98047" y="13049"/>
                  </a:moveTo>
                  <a:cubicBezTo>
                    <a:pt x="71848" y="-7380"/>
                    <a:pt x="34148" y="-3549"/>
                    <a:pt x="13061" y="22625"/>
                  </a:cubicBezTo>
                  <a:cubicBezTo>
                    <a:pt x="-7386" y="48799"/>
                    <a:pt x="-3553" y="86465"/>
                    <a:pt x="22646" y="107532"/>
                  </a:cubicBezTo>
                  <a:cubicBezTo>
                    <a:pt x="35426" y="117746"/>
                    <a:pt x="50762" y="122215"/>
                    <a:pt x="66737" y="120300"/>
                  </a:cubicBezTo>
                  <a:cubicBezTo>
                    <a:pt x="82711" y="118385"/>
                    <a:pt x="97408" y="110724"/>
                    <a:pt x="106993" y="97956"/>
                  </a:cubicBezTo>
                  <a:cubicBezTo>
                    <a:pt x="117217" y="85188"/>
                    <a:pt x="121690" y="69866"/>
                    <a:pt x="119773" y="53268"/>
                  </a:cubicBezTo>
                  <a:cubicBezTo>
                    <a:pt x="118495" y="37308"/>
                    <a:pt x="110827" y="23263"/>
                    <a:pt x="98047" y="13049"/>
                  </a:cubicBezTo>
                </a:path>
              </a:pathLst>
            </a:custGeom>
            <a:solidFill>
              <a:srgbClr val="00A3E0"/>
            </a:solidFill>
            <a:ln w="6390" cap="flat">
              <a:noFill/>
              <a:prstDash val="solid"/>
              <a:miter/>
            </a:ln>
          </p:spPr>
          <p:txBody>
            <a:bodyPr rtlCol="0" anchor="ctr"/>
            <a:lstStyle/>
            <a:p>
              <a:endParaRPr lang="en-US"/>
            </a:p>
          </p:txBody>
        </p:sp>
        <p:sp>
          <p:nvSpPr>
            <p:cNvPr id="1368" name="Graphic 4">
              <a:extLst>
                <a:ext uri="{FF2B5EF4-FFF2-40B4-BE49-F238E27FC236}">
                  <a16:creationId xmlns:a16="http://schemas.microsoft.com/office/drawing/2014/main" id="{99C681C6-BF38-0345-8FCF-1155AF7C1612}"/>
                </a:ext>
              </a:extLst>
            </p:cNvPr>
            <p:cNvSpPr/>
            <p:nvPr/>
          </p:nvSpPr>
          <p:spPr>
            <a:xfrm>
              <a:off x="8239823" y="918179"/>
              <a:ext cx="361674" cy="361333"/>
            </a:xfrm>
            <a:custGeom>
              <a:avLst/>
              <a:gdLst>
                <a:gd name="connsiteX0" fmla="*/ 273490 w 361674"/>
                <a:gd name="connsiteY0" fmla="*/ 153216 h 361333"/>
                <a:gd name="connsiteX1" fmla="*/ 272850 w 361674"/>
                <a:gd name="connsiteY1" fmla="*/ 153216 h 361333"/>
                <a:gd name="connsiteX2" fmla="*/ 266460 w 361674"/>
                <a:gd name="connsiteY2" fmla="*/ 147470 h 361333"/>
                <a:gd name="connsiteX3" fmla="*/ 260710 w 361674"/>
                <a:gd name="connsiteY3" fmla="*/ 95121 h 361333"/>
                <a:gd name="connsiteX4" fmla="*/ 207034 w 361674"/>
                <a:gd name="connsiteY4" fmla="*/ 162153 h 361333"/>
                <a:gd name="connsiteX5" fmla="*/ 207034 w 361674"/>
                <a:gd name="connsiteY5" fmla="*/ 162153 h 361333"/>
                <a:gd name="connsiteX6" fmla="*/ 229399 w 361674"/>
                <a:gd name="connsiteY6" fmla="*/ 206841 h 361333"/>
                <a:gd name="connsiteX7" fmla="*/ 214063 w 361674"/>
                <a:gd name="connsiteY7" fmla="*/ 260467 h 361333"/>
                <a:gd name="connsiteX8" fmla="*/ 156553 w 361674"/>
                <a:gd name="connsiteY8" fmla="*/ 287918 h 361333"/>
                <a:gd name="connsiteX9" fmla="*/ 111185 w 361674"/>
                <a:gd name="connsiteY9" fmla="*/ 271958 h 361333"/>
                <a:gd name="connsiteX10" fmla="*/ 99683 w 361674"/>
                <a:gd name="connsiteY10" fmla="*/ 169176 h 361333"/>
                <a:gd name="connsiteX11" fmla="*/ 196810 w 361674"/>
                <a:gd name="connsiteY11" fmla="*/ 153216 h 361333"/>
                <a:gd name="connsiteX12" fmla="*/ 196810 w 361674"/>
                <a:gd name="connsiteY12" fmla="*/ 153216 h 361333"/>
                <a:gd name="connsiteX13" fmla="*/ 250485 w 361674"/>
                <a:gd name="connsiteY13" fmla="*/ 86184 h 361333"/>
                <a:gd name="connsiteX14" fmla="*/ 198727 w 361674"/>
                <a:gd name="connsiteY14" fmla="*/ 91929 h 361333"/>
                <a:gd name="connsiteX15" fmla="*/ 198088 w 361674"/>
                <a:gd name="connsiteY15" fmla="*/ 91929 h 361333"/>
                <a:gd name="connsiteX16" fmla="*/ 191698 w 361674"/>
                <a:gd name="connsiteY16" fmla="*/ 86184 h 361333"/>
                <a:gd name="connsiteX17" fmla="*/ 197449 w 361674"/>
                <a:gd name="connsiteY17" fmla="*/ 79161 h 361333"/>
                <a:gd name="connsiteX18" fmla="*/ 264544 w 361674"/>
                <a:gd name="connsiteY18" fmla="*/ 71501 h 361333"/>
                <a:gd name="connsiteX19" fmla="*/ 265182 w 361674"/>
                <a:gd name="connsiteY19" fmla="*/ 71501 h 361333"/>
                <a:gd name="connsiteX20" fmla="*/ 265182 w 361674"/>
                <a:gd name="connsiteY20" fmla="*/ 71501 h 361333"/>
                <a:gd name="connsiteX21" fmla="*/ 272211 w 361674"/>
                <a:gd name="connsiteY21" fmla="*/ 77246 h 361333"/>
                <a:gd name="connsiteX22" fmla="*/ 279880 w 361674"/>
                <a:gd name="connsiteY22" fmla="*/ 144916 h 361333"/>
                <a:gd name="connsiteX23" fmla="*/ 273490 w 361674"/>
                <a:gd name="connsiteY23" fmla="*/ 153216 h 361333"/>
                <a:gd name="connsiteX24" fmla="*/ 180836 w 361674"/>
                <a:gd name="connsiteY24" fmla="*/ 0 h 361333"/>
                <a:gd name="connsiteX25" fmla="*/ 0 w 361674"/>
                <a:gd name="connsiteY25" fmla="*/ 180667 h 361333"/>
                <a:gd name="connsiteX26" fmla="*/ 180836 w 361674"/>
                <a:gd name="connsiteY26" fmla="*/ 361333 h 361333"/>
                <a:gd name="connsiteX27" fmla="*/ 361670 w 361674"/>
                <a:gd name="connsiteY27" fmla="*/ 180667 h 361333"/>
                <a:gd name="connsiteX28" fmla="*/ 180836 w 361674"/>
                <a:gd name="connsiteY28"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1674" h="361333">
                  <a:moveTo>
                    <a:pt x="273490" y="153216"/>
                  </a:moveTo>
                  <a:cubicBezTo>
                    <a:pt x="273490" y="153216"/>
                    <a:pt x="272850" y="153216"/>
                    <a:pt x="272850" y="153216"/>
                  </a:cubicBezTo>
                  <a:cubicBezTo>
                    <a:pt x="269655" y="153216"/>
                    <a:pt x="267100" y="150662"/>
                    <a:pt x="266460" y="147470"/>
                  </a:cubicBezTo>
                  <a:lnTo>
                    <a:pt x="260710" y="95121"/>
                  </a:lnTo>
                  <a:lnTo>
                    <a:pt x="207034" y="162153"/>
                  </a:lnTo>
                  <a:cubicBezTo>
                    <a:pt x="207034" y="162153"/>
                    <a:pt x="207034" y="162153"/>
                    <a:pt x="207034" y="162153"/>
                  </a:cubicBezTo>
                  <a:cubicBezTo>
                    <a:pt x="219814" y="174283"/>
                    <a:pt x="227482" y="189604"/>
                    <a:pt x="229399" y="206841"/>
                  </a:cubicBezTo>
                  <a:cubicBezTo>
                    <a:pt x="231315" y="225993"/>
                    <a:pt x="226204" y="245145"/>
                    <a:pt x="214063" y="260467"/>
                  </a:cubicBezTo>
                  <a:cubicBezTo>
                    <a:pt x="199366" y="278342"/>
                    <a:pt x="178279" y="287918"/>
                    <a:pt x="156553" y="287918"/>
                  </a:cubicBezTo>
                  <a:cubicBezTo>
                    <a:pt x="140579" y="287918"/>
                    <a:pt x="124604" y="282810"/>
                    <a:pt x="111185" y="271958"/>
                  </a:cubicBezTo>
                  <a:cubicBezTo>
                    <a:pt x="79874" y="247060"/>
                    <a:pt x="74123" y="201095"/>
                    <a:pt x="99683" y="169176"/>
                  </a:cubicBezTo>
                  <a:cubicBezTo>
                    <a:pt x="123326" y="139809"/>
                    <a:pt x="165500" y="133425"/>
                    <a:pt x="196810" y="153216"/>
                  </a:cubicBezTo>
                  <a:cubicBezTo>
                    <a:pt x="196810" y="153216"/>
                    <a:pt x="196810" y="153216"/>
                    <a:pt x="196810" y="153216"/>
                  </a:cubicBezTo>
                  <a:lnTo>
                    <a:pt x="250485" y="86184"/>
                  </a:lnTo>
                  <a:lnTo>
                    <a:pt x="198727" y="91929"/>
                  </a:lnTo>
                  <a:cubicBezTo>
                    <a:pt x="198727" y="91929"/>
                    <a:pt x="198088" y="91929"/>
                    <a:pt x="198088" y="91929"/>
                  </a:cubicBezTo>
                  <a:cubicBezTo>
                    <a:pt x="194893" y="91929"/>
                    <a:pt x="192337" y="89376"/>
                    <a:pt x="191698" y="86184"/>
                  </a:cubicBezTo>
                  <a:cubicBezTo>
                    <a:pt x="191059" y="82992"/>
                    <a:pt x="193615" y="79800"/>
                    <a:pt x="197449" y="79161"/>
                  </a:cubicBezTo>
                  <a:lnTo>
                    <a:pt x="264544" y="71501"/>
                  </a:lnTo>
                  <a:cubicBezTo>
                    <a:pt x="264544" y="71501"/>
                    <a:pt x="264544" y="71501"/>
                    <a:pt x="265182" y="71501"/>
                  </a:cubicBezTo>
                  <a:lnTo>
                    <a:pt x="265182" y="71501"/>
                  </a:lnTo>
                  <a:cubicBezTo>
                    <a:pt x="269016" y="70862"/>
                    <a:pt x="271572" y="73416"/>
                    <a:pt x="272211" y="77246"/>
                  </a:cubicBezTo>
                  <a:lnTo>
                    <a:pt x="279880" y="144916"/>
                  </a:lnTo>
                  <a:cubicBezTo>
                    <a:pt x="279240" y="149385"/>
                    <a:pt x="276685" y="152577"/>
                    <a:pt x="273490" y="153216"/>
                  </a:cubicBezTo>
                  <a:moveTo>
                    <a:pt x="180836" y="0"/>
                  </a:moveTo>
                  <a:cubicBezTo>
                    <a:pt x="80513" y="0"/>
                    <a:pt x="0" y="81077"/>
                    <a:pt x="0" y="180667"/>
                  </a:cubicBezTo>
                  <a:cubicBezTo>
                    <a:pt x="0" y="280895"/>
                    <a:pt x="81152" y="361333"/>
                    <a:pt x="180836" y="361333"/>
                  </a:cubicBezTo>
                  <a:cubicBezTo>
                    <a:pt x="281157" y="361333"/>
                    <a:pt x="361670" y="280257"/>
                    <a:pt x="361670" y="180667"/>
                  </a:cubicBezTo>
                  <a:cubicBezTo>
                    <a:pt x="362309" y="81077"/>
                    <a:pt x="281157" y="0"/>
                    <a:pt x="180836" y="0"/>
                  </a:cubicBezTo>
                </a:path>
              </a:pathLst>
            </a:custGeom>
            <a:solidFill>
              <a:srgbClr val="00A3E0"/>
            </a:solidFill>
            <a:ln w="6390" cap="flat">
              <a:noFill/>
              <a:prstDash val="solid"/>
              <a:miter/>
            </a:ln>
          </p:spPr>
          <p:txBody>
            <a:bodyPr rtlCol="0" anchor="ctr"/>
            <a:lstStyle/>
            <a:p>
              <a:endParaRPr lang="en-US"/>
            </a:p>
          </p:txBody>
        </p:sp>
      </p:grpSp>
      <p:grpSp>
        <p:nvGrpSpPr>
          <p:cNvPr id="1369" name="Graphic 4">
            <a:extLst>
              <a:ext uri="{FF2B5EF4-FFF2-40B4-BE49-F238E27FC236}">
                <a16:creationId xmlns:a16="http://schemas.microsoft.com/office/drawing/2014/main" id="{1298F0D4-A703-4F40-BF06-D8317850A4C6}"/>
              </a:ext>
            </a:extLst>
          </p:cNvPr>
          <p:cNvGrpSpPr/>
          <p:nvPr/>
        </p:nvGrpSpPr>
        <p:grpSpPr>
          <a:xfrm>
            <a:off x="7802113" y="3339623"/>
            <a:ext cx="361670" cy="361333"/>
            <a:chOff x="7802113" y="3339623"/>
            <a:chExt cx="361670" cy="361333"/>
          </a:xfrm>
          <a:solidFill>
            <a:srgbClr val="00A3E0"/>
          </a:solidFill>
        </p:grpSpPr>
        <p:sp>
          <p:nvSpPr>
            <p:cNvPr id="1370" name="Graphic 4">
              <a:extLst>
                <a:ext uri="{FF2B5EF4-FFF2-40B4-BE49-F238E27FC236}">
                  <a16:creationId xmlns:a16="http://schemas.microsoft.com/office/drawing/2014/main" id="{4C0C4021-6424-9B44-A8A4-DCF5CBCE176E}"/>
                </a:ext>
              </a:extLst>
            </p:cNvPr>
            <p:cNvSpPr/>
            <p:nvPr/>
          </p:nvSpPr>
          <p:spPr>
            <a:xfrm>
              <a:off x="7802113" y="3339623"/>
              <a:ext cx="361670" cy="361333"/>
            </a:xfrm>
            <a:custGeom>
              <a:avLst/>
              <a:gdLst>
                <a:gd name="connsiteX0" fmla="*/ 180836 w 361670"/>
                <a:gd name="connsiteY0" fmla="*/ 349204 h 361333"/>
                <a:gd name="connsiteX1" fmla="*/ 12780 w 361670"/>
                <a:gd name="connsiteY1" fmla="*/ 181305 h 361333"/>
                <a:gd name="connsiteX2" fmla="*/ 180836 w 361670"/>
                <a:gd name="connsiteY2" fmla="*/ 13406 h 361333"/>
                <a:gd name="connsiteX3" fmla="*/ 348890 w 361670"/>
                <a:gd name="connsiteY3" fmla="*/ 181305 h 361333"/>
                <a:gd name="connsiteX4" fmla="*/ 180836 w 361670"/>
                <a:gd name="connsiteY4" fmla="*/ 349204 h 361333"/>
                <a:gd name="connsiteX5" fmla="*/ 180836 w 361670"/>
                <a:gd name="connsiteY5" fmla="*/ 0 h 361333"/>
                <a:gd name="connsiteX6" fmla="*/ 0 w 361670"/>
                <a:gd name="connsiteY6" fmla="*/ 180667 h 361333"/>
                <a:gd name="connsiteX7" fmla="*/ 180836 w 361670"/>
                <a:gd name="connsiteY7" fmla="*/ 361333 h 361333"/>
                <a:gd name="connsiteX8" fmla="*/ 361670 w 361670"/>
                <a:gd name="connsiteY8" fmla="*/ 180667 h 361333"/>
                <a:gd name="connsiteX9" fmla="*/ 180836 w 361670"/>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6" y="349204"/>
                  </a:moveTo>
                  <a:cubicBezTo>
                    <a:pt x="88181" y="349204"/>
                    <a:pt x="12780" y="273873"/>
                    <a:pt x="12780" y="181305"/>
                  </a:cubicBezTo>
                  <a:cubicBezTo>
                    <a:pt x="12780" y="88738"/>
                    <a:pt x="88181" y="13406"/>
                    <a:pt x="180836" y="13406"/>
                  </a:cubicBezTo>
                  <a:cubicBezTo>
                    <a:pt x="273490" y="13406"/>
                    <a:pt x="348890" y="88738"/>
                    <a:pt x="348890" y="181305"/>
                  </a:cubicBezTo>
                  <a:cubicBezTo>
                    <a:pt x="348890" y="273873"/>
                    <a:pt x="273490" y="349204"/>
                    <a:pt x="180836" y="349204"/>
                  </a:cubicBezTo>
                  <a:moveTo>
                    <a:pt x="180836" y="0"/>
                  </a:moveTo>
                  <a:cubicBezTo>
                    <a:pt x="80513" y="0"/>
                    <a:pt x="0" y="81077"/>
                    <a:pt x="0" y="180667"/>
                  </a:cubicBezTo>
                  <a:cubicBezTo>
                    <a:pt x="0" y="280895"/>
                    <a:pt x="81152" y="361333"/>
                    <a:pt x="180836" y="361333"/>
                  </a:cubicBezTo>
                  <a:cubicBezTo>
                    <a:pt x="281157" y="361333"/>
                    <a:pt x="361670" y="280257"/>
                    <a:pt x="361670" y="180667"/>
                  </a:cubicBezTo>
                  <a:cubicBezTo>
                    <a:pt x="361670" y="81077"/>
                    <a:pt x="280518" y="0"/>
                    <a:pt x="180836" y="0"/>
                  </a:cubicBezTo>
                </a:path>
              </a:pathLst>
            </a:custGeom>
            <a:solidFill>
              <a:srgbClr val="00A3E0"/>
            </a:solidFill>
            <a:ln w="6390" cap="flat">
              <a:noFill/>
              <a:prstDash val="solid"/>
              <a:miter/>
            </a:ln>
          </p:spPr>
          <p:txBody>
            <a:bodyPr rtlCol="0" anchor="ctr"/>
            <a:lstStyle/>
            <a:p>
              <a:endParaRPr lang="en-US"/>
            </a:p>
          </p:txBody>
        </p:sp>
        <p:sp>
          <p:nvSpPr>
            <p:cNvPr id="1371" name="Graphic 4">
              <a:extLst>
                <a:ext uri="{FF2B5EF4-FFF2-40B4-BE49-F238E27FC236}">
                  <a16:creationId xmlns:a16="http://schemas.microsoft.com/office/drawing/2014/main" id="{92A347E7-4053-A640-A1A7-F9E6CDB10C7C}"/>
                </a:ext>
              </a:extLst>
            </p:cNvPr>
            <p:cNvSpPr/>
            <p:nvPr/>
          </p:nvSpPr>
          <p:spPr>
            <a:xfrm>
              <a:off x="7864734" y="3428999"/>
              <a:ext cx="107350" cy="184497"/>
            </a:xfrm>
            <a:custGeom>
              <a:avLst/>
              <a:gdLst>
                <a:gd name="connsiteX0" fmla="*/ 53675 w 107350"/>
                <a:gd name="connsiteY0" fmla="*/ 94483 h 184497"/>
                <a:gd name="connsiteX1" fmla="*/ 12780 w 107350"/>
                <a:gd name="connsiteY1" fmla="*/ 53626 h 184497"/>
                <a:gd name="connsiteX2" fmla="*/ 53675 w 107350"/>
                <a:gd name="connsiteY2" fmla="*/ 12768 h 184497"/>
                <a:gd name="connsiteX3" fmla="*/ 94571 w 107350"/>
                <a:gd name="connsiteY3" fmla="*/ 53626 h 184497"/>
                <a:gd name="connsiteX4" fmla="*/ 53675 w 107350"/>
                <a:gd name="connsiteY4" fmla="*/ 94483 h 184497"/>
                <a:gd name="connsiteX5" fmla="*/ 107350 w 107350"/>
                <a:gd name="connsiteY5" fmla="*/ 53626 h 184497"/>
                <a:gd name="connsiteX6" fmla="*/ 53675 w 107350"/>
                <a:gd name="connsiteY6" fmla="*/ 0 h 184497"/>
                <a:gd name="connsiteX7" fmla="*/ 0 w 107350"/>
                <a:gd name="connsiteY7" fmla="*/ 53626 h 184497"/>
                <a:gd name="connsiteX8" fmla="*/ 47925 w 107350"/>
                <a:gd name="connsiteY8" fmla="*/ 107251 h 184497"/>
                <a:gd name="connsiteX9" fmla="*/ 47285 w 107350"/>
                <a:gd name="connsiteY9" fmla="*/ 109166 h 184497"/>
                <a:gd name="connsiteX10" fmla="*/ 47285 w 107350"/>
                <a:gd name="connsiteY10" fmla="*/ 137256 h 184497"/>
                <a:gd name="connsiteX11" fmla="*/ 19170 w 107350"/>
                <a:gd name="connsiteY11" fmla="*/ 137256 h 184497"/>
                <a:gd name="connsiteX12" fmla="*/ 12780 w 107350"/>
                <a:gd name="connsiteY12" fmla="*/ 143640 h 184497"/>
                <a:gd name="connsiteX13" fmla="*/ 19170 w 107350"/>
                <a:gd name="connsiteY13" fmla="*/ 150024 h 184497"/>
                <a:gd name="connsiteX14" fmla="*/ 47285 w 107350"/>
                <a:gd name="connsiteY14" fmla="*/ 150024 h 184497"/>
                <a:gd name="connsiteX15" fmla="*/ 47285 w 107350"/>
                <a:gd name="connsiteY15" fmla="*/ 178113 h 184497"/>
                <a:gd name="connsiteX16" fmla="*/ 53675 w 107350"/>
                <a:gd name="connsiteY16" fmla="*/ 184497 h 184497"/>
                <a:gd name="connsiteX17" fmla="*/ 60065 w 107350"/>
                <a:gd name="connsiteY17" fmla="*/ 178113 h 184497"/>
                <a:gd name="connsiteX18" fmla="*/ 60065 w 107350"/>
                <a:gd name="connsiteY18" fmla="*/ 150024 h 184497"/>
                <a:gd name="connsiteX19" fmla="*/ 88181 w 107350"/>
                <a:gd name="connsiteY19" fmla="*/ 150024 h 184497"/>
                <a:gd name="connsiteX20" fmla="*/ 94571 w 107350"/>
                <a:gd name="connsiteY20" fmla="*/ 143640 h 184497"/>
                <a:gd name="connsiteX21" fmla="*/ 88181 w 107350"/>
                <a:gd name="connsiteY21" fmla="*/ 137256 h 184497"/>
                <a:gd name="connsiteX22" fmla="*/ 60065 w 107350"/>
                <a:gd name="connsiteY22" fmla="*/ 137256 h 184497"/>
                <a:gd name="connsiteX23" fmla="*/ 60065 w 107350"/>
                <a:gd name="connsiteY23" fmla="*/ 109166 h 184497"/>
                <a:gd name="connsiteX24" fmla="*/ 59426 w 107350"/>
                <a:gd name="connsiteY24" fmla="*/ 107251 h 184497"/>
                <a:gd name="connsiteX25" fmla="*/ 107350 w 107350"/>
                <a:gd name="connsiteY25" fmla="*/ 53626 h 184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7350" h="184497">
                  <a:moveTo>
                    <a:pt x="53675" y="94483"/>
                  </a:moveTo>
                  <a:cubicBezTo>
                    <a:pt x="31310" y="94483"/>
                    <a:pt x="12780" y="75970"/>
                    <a:pt x="12780" y="53626"/>
                  </a:cubicBezTo>
                  <a:cubicBezTo>
                    <a:pt x="12780" y="31282"/>
                    <a:pt x="31310" y="12768"/>
                    <a:pt x="53675" y="12768"/>
                  </a:cubicBezTo>
                  <a:cubicBezTo>
                    <a:pt x="76040" y="12768"/>
                    <a:pt x="94571" y="31282"/>
                    <a:pt x="94571" y="53626"/>
                  </a:cubicBezTo>
                  <a:cubicBezTo>
                    <a:pt x="94571" y="75970"/>
                    <a:pt x="76040" y="94483"/>
                    <a:pt x="53675" y="94483"/>
                  </a:cubicBezTo>
                  <a:moveTo>
                    <a:pt x="107350" y="53626"/>
                  </a:moveTo>
                  <a:cubicBezTo>
                    <a:pt x="107350" y="24259"/>
                    <a:pt x="83069" y="0"/>
                    <a:pt x="53675" y="0"/>
                  </a:cubicBezTo>
                  <a:cubicBezTo>
                    <a:pt x="24281" y="0"/>
                    <a:pt x="0" y="24259"/>
                    <a:pt x="0" y="53626"/>
                  </a:cubicBezTo>
                  <a:cubicBezTo>
                    <a:pt x="0" y="81077"/>
                    <a:pt x="21086" y="104059"/>
                    <a:pt x="47925" y="107251"/>
                  </a:cubicBezTo>
                  <a:cubicBezTo>
                    <a:pt x="47925" y="107889"/>
                    <a:pt x="47285" y="108528"/>
                    <a:pt x="47285" y="109166"/>
                  </a:cubicBezTo>
                  <a:lnTo>
                    <a:pt x="47285" y="137256"/>
                  </a:lnTo>
                  <a:lnTo>
                    <a:pt x="19170" y="137256"/>
                  </a:lnTo>
                  <a:cubicBezTo>
                    <a:pt x="15335" y="137256"/>
                    <a:pt x="12780" y="139809"/>
                    <a:pt x="12780" y="143640"/>
                  </a:cubicBezTo>
                  <a:cubicBezTo>
                    <a:pt x="12780" y="147470"/>
                    <a:pt x="15335" y="150024"/>
                    <a:pt x="19170" y="150024"/>
                  </a:cubicBezTo>
                  <a:lnTo>
                    <a:pt x="47285" y="150024"/>
                  </a:lnTo>
                  <a:lnTo>
                    <a:pt x="47285" y="178113"/>
                  </a:lnTo>
                  <a:cubicBezTo>
                    <a:pt x="47285" y="181944"/>
                    <a:pt x="49841" y="184497"/>
                    <a:pt x="53675" y="184497"/>
                  </a:cubicBezTo>
                  <a:cubicBezTo>
                    <a:pt x="57509" y="184497"/>
                    <a:pt x="60065" y="181944"/>
                    <a:pt x="60065" y="178113"/>
                  </a:cubicBezTo>
                  <a:lnTo>
                    <a:pt x="60065" y="150024"/>
                  </a:lnTo>
                  <a:lnTo>
                    <a:pt x="88181" y="150024"/>
                  </a:lnTo>
                  <a:cubicBezTo>
                    <a:pt x="92014" y="150024"/>
                    <a:pt x="94571" y="147470"/>
                    <a:pt x="94571" y="143640"/>
                  </a:cubicBezTo>
                  <a:cubicBezTo>
                    <a:pt x="94571" y="139809"/>
                    <a:pt x="92014" y="137256"/>
                    <a:pt x="88181" y="137256"/>
                  </a:cubicBezTo>
                  <a:lnTo>
                    <a:pt x="60065" y="137256"/>
                  </a:lnTo>
                  <a:lnTo>
                    <a:pt x="60065" y="109166"/>
                  </a:lnTo>
                  <a:cubicBezTo>
                    <a:pt x="60065" y="108528"/>
                    <a:pt x="60065" y="107889"/>
                    <a:pt x="59426" y="107251"/>
                  </a:cubicBezTo>
                  <a:cubicBezTo>
                    <a:pt x="86264" y="104059"/>
                    <a:pt x="107350" y="81077"/>
                    <a:pt x="107350" y="53626"/>
                  </a:cubicBezTo>
                </a:path>
              </a:pathLst>
            </a:custGeom>
            <a:solidFill>
              <a:srgbClr val="00A3E0"/>
            </a:solidFill>
            <a:ln w="6390" cap="flat">
              <a:noFill/>
              <a:prstDash val="solid"/>
              <a:miter/>
            </a:ln>
          </p:spPr>
          <p:txBody>
            <a:bodyPr rtlCol="0" anchor="ctr"/>
            <a:lstStyle/>
            <a:p>
              <a:endParaRPr lang="en-US"/>
            </a:p>
          </p:txBody>
        </p:sp>
        <p:sp>
          <p:nvSpPr>
            <p:cNvPr id="1372" name="Graphic 4">
              <a:extLst>
                <a:ext uri="{FF2B5EF4-FFF2-40B4-BE49-F238E27FC236}">
                  <a16:creationId xmlns:a16="http://schemas.microsoft.com/office/drawing/2014/main" id="{3381B147-5D77-814F-B856-BF48AAC94F51}"/>
                </a:ext>
              </a:extLst>
            </p:cNvPr>
            <p:cNvSpPr/>
            <p:nvPr/>
          </p:nvSpPr>
          <p:spPr>
            <a:xfrm>
              <a:off x="7993811" y="3429159"/>
              <a:ext cx="107351" cy="183699"/>
            </a:xfrm>
            <a:custGeom>
              <a:avLst/>
              <a:gdLst>
                <a:gd name="connsiteX0" fmla="*/ 53037 w 107351"/>
                <a:gd name="connsiteY0" fmla="*/ 170931 h 183699"/>
                <a:gd name="connsiteX1" fmla="*/ 12141 w 107351"/>
                <a:gd name="connsiteY1" fmla="*/ 130074 h 183699"/>
                <a:gd name="connsiteX2" fmla="*/ 53037 w 107351"/>
                <a:gd name="connsiteY2" fmla="*/ 89216 h 183699"/>
                <a:gd name="connsiteX3" fmla="*/ 93932 w 107351"/>
                <a:gd name="connsiteY3" fmla="*/ 130074 h 183699"/>
                <a:gd name="connsiteX4" fmla="*/ 53037 w 107351"/>
                <a:gd name="connsiteY4" fmla="*/ 170931 h 183699"/>
                <a:gd name="connsiteX5" fmla="*/ 59427 w 107351"/>
                <a:gd name="connsiteY5" fmla="*/ 76448 h 183699"/>
                <a:gd name="connsiteX6" fmla="*/ 60066 w 107351"/>
                <a:gd name="connsiteY6" fmla="*/ 74533 h 183699"/>
                <a:gd name="connsiteX7" fmla="*/ 60066 w 107351"/>
                <a:gd name="connsiteY7" fmla="*/ 21546 h 183699"/>
                <a:gd name="connsiteX8" fmla="*/ 83708 w 107351"/>
                <a:gd name="connsiteY8" fmla="*/ 45167 h 183699"/>
                <a:gd name="connsiteX9" fmla="*/ 88181 w 107351"/>
                <a:gd name="connsiteY9" fmla="*/ 47082 h 183699"/>
                <a:gd name="connsiteX10" fmla="*/ 92654 w 107351"/>
                <a:gd name="connsiteY10" fmla="*/ 45167 h 183699"/>
                <a:gd name="connsiteX11" fmla="*/ 92654 w 107351"/>
                <a:gd name="connsiteY11" fmla="*/ 36229 h 183699"/>
                <a:gd name="connsiteX12" fmla="*/ 58148 w 107351"/>
                <a:gd name="connsiteY12" fmla="*/ 1756 h 183699"/>
                <a:gd name="connsiteX13" fmla="*/ 56232 w 107351"/>
                <a:gd name="connsiteY13" fmla="*/ 479 h 183699"/>
                <a:gd name="connsiteX14" fmla="*/ 51119 w 107351"/>
                <a:gd name="connsiteY14" fmla="*/ 479 h 183699"/>
                <a:gd name="connsiteX15" fmla="*/ 49202 w 107351"/>
                <a:gd name="connsiteY15" fmla="*/ 1756 h 183699"/>
                <a:gd name="connsiteX16" fmla="*/ 14697 w 107351"/>
                <a:gd name="connsiteY16" fmla="*/ 36229 h 183699"/>
                <a:gd name="connsiteX17" fmla="*/ 14697 w 107351"/>
                <a:gd name="connsiteY17" fmla="*/ 45167 h 183699"/>
                <a:gd name="connsiteX18" fmla="*/ 19170 w 107351"/>
                <a:gd name="connsiteY18" fmla="*/ 47082 h 183699"/>
                <a:gd name="connsiteX19" fmla="*/ 23642 w 107351"/>
                <a:gd name="connsiteY19" fmla="*/ 45167 h 183699"/>
                <a:gd name="connsiteX20" fmla="*/ 47286 w 107351"/>
                <a:gd name="connsiteY20" fmla="*/ 21546 h 183699"/>
                <a:gd name="connsiteX21" fmla="*/ 47286 w 107351"/>
                <a:gd name="connsiteY21" fmla="*/ 74533 h 183699"/>
                <a:gd name="connsiteX22" fmla="*/ 47925 w 107351"/>
                <a:gd name="connsiteY22" fmla="*/ 76448 h 183699"/>
                <a:gd name="connsiteX23" fmla="*/ 0 w 107351"/>
                <a:gd name="connsiteY23" fmla="*/ 130074 h 183699"/>
                <a:gd name="connsiteX24" fmla="*/ 53676 w 107351"/>
                <a:gd name="connsiteY24" fmla="*/ 183699 h 183699"/>
                <a:gd name="connsiteX25" fmla="*/ 107351 w 107351"/>
                <a:gd name="connsiteY25" fmla="*/ 130074 h 183699"/>
                <a:gd name="connsiteX26" fmla="*/ 59427 w 107351"/>
                <a:gd name="connsiteY26" fmla="*/ 76448 h 18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7351" h="183699">
                  <a:moveTo>
                    <a:pt x="53037" y="170931"/>
                  </a:moveTo>
                  <a:cubicBezTo>
                    <a:pt x="30672" y="170931"/>
                    <a:pt x="12141" y="152418"/>
                    <a:pt x="12141" y="130074"/>
                  </a:cubicBezTo>
                  <a:cubicBezTo>
                    <a:pt x="12141" y="107730"/>
                    <a:pt x="30672" y="89216"/>
                    <a:pt x="53037" y="89216"/>
                  </a:cubicBezTo>
                  <a:cubicBezTo>
                    <a:pt x="75402" y="89216"/>
                    <a:pt x="93932" y="107730"/>
                    <a:pt x="93932" y="130074"/>
                  </a:cubicBezTo>
                  <a:cubicBezTo>
                    <a:pt x="93932" y="152418"/>
                    <a:pt x="76040" y="170931"/>
                    <a:pt x="53037" y="170931"/>
                  </a:cubicBezTo>
                  <a:moveTo>
                    <a:pt x="59427" y="76448"/>
                  </a:moveTo>
                  <a:cubicBezTo>
                    <a:pt x="59427" y="75810"/>
                    <a:pt x="60066" y="75171"/>
                    <a:pt x="60066" y="74533"/>
                  </a:cubicBezTo>
                  <a:lnTo>
                    <a:pt x="60066" y="21546"/>
                  </a:lnTo>
                  <a:lnTo>
                    <a:pt x="83708" y="45167"/>
                  </a:lnTo>
                  <a:cubicBezTo>
                    <a:pt x="84986" y="46443"/>
                    <a:pt x="86903" y="47082"/>
                    <a:pt x="88181" y="47082"/>
                  </a:cubicBezTo>
                  <a:cubicBezTo>
                    <a:pt x="90098" y="47082"/>
                    <a:pt x="91376" y="46443"/>
                    <a:pt x="92654" y="45167"/>
                  </a:cubicBezTo>
                  <a:cubicBezTo>
                    <a:pt x="95210" y="42613"/>
                    <a:pt x="95210" y="38783"/>
                    <a:pt x="92654" y="36229"/>
                  </a:cubicBezTo>
                  <a:lnTo>
                    <a:pt x="58148" y="1756"/>
                  </a:lnTo>
                  <a:cubicBezTo>
                    <a:pt x="57509" y="1117"/>
                    <a:pt x="56871" y="479"/>
                    <a:pt x="56232" y="479"/>
                  </a:cubicBezTo>
                  <a:cubicBezTo>
                    <a:pt x="54953" y="-160"/>
                    <a:pt x="53037" y="-160"/>
                    <a:pt x="51119" y="479"/>
                  </a:cubicBezTo>
                  <a:cubicBezTo>
                    <a:pt x="50481" y="1117"/>
                    <a:pt x="49842" y="1117"/>
                    <a:pt x="49202" y="1756"/>
                  </a:cubicBezTo>
                  <a:lnTo>
                    <a:pt x="14697" y="36229"/>
                  </a:lnTo>
                  <a:cubicBezTo>
                    <a:pt x="12141" y="38783"/>
                    <a:pt x="12141" y="42613"/>
                    <a:pt x="14697" y="45167"/>
                  </a:cubicBezTo>
                  <a:cubicBezTo>
                    <a:pt x="15975" y="46443"/>
                    <a:pt x="17892" y="47082"/>
                    <a:pt x="19170" y="47082"/>
                  </a:cubicBezTo>
                  <a:cubicBezTo>
                    <a:pt x="20447" y="47082"/>
                    <a:pt x="22365" y="46443"/>
                    <a:pt x="23642" y="45167"/>
                  </a:cubicBezTo>
                  <a:lnTo>
                    <a:pt x="47286" y="21546"/>
                  </a:lnTo>
                  <a:lnTo>
                    <a:pt x="47286" y="74533"/>
                  </a:lnTo>
                  <a:cubicBezTo>
                    <a:pt x="47286" y="75171"/>
                    <a:pt x="47286" y="75810"/>
                    <a:pt x="47925" y="76448"/>
                  </a:cubicBezTo>
                  <a:cubicBezTo>
                    <a:pt x="21087" y="79640"/>
                    <a:pt x="0" y="101984"/>
                    <a:pt x="0" y="130074"/>
                  </a:cubicBezTo>
                  <a:cubicBezTo>
                    <a:pt x="0" y="159440"/>
                    <a:pt x="24282" y="183699"/>
                    <a:pt x="53676" y="183699"/>
                  </a:cubicBezTo>
                  <a:cubicBezTo>
                    <a:pt x="83069" y="183699"/>
                    <a:pt x="107351" y="159440"/>
                    <a:pt x="107351" y="130074"/>
                  </a:cubicBezTo>
                  <a:cubicBezTo>
                    <a:pt x="106712" y="101984"/>
                    <a:pt x="86264" y="79640"/>
                    <a:pt x="59427" y="76448"/>
                  </a:cubicBezTo>
                </a:path>
              </a:pathLst>
            </a:custGeom>
            <a:solidFill>
              <a:srgbClr val="00A3E0"/>
            </a:solidFill>
            <a:ln w="6390" cap="flat">
              <a:noFill/>
              <a:prstDash val="solid"/>
              <a:miter/>
            </a:ln>
          </p:spPr>
          <p:txBody>
            <a:bodyPr rtlCol="0" anchor="ctr"/>
            <a:lstStyle/>
            <a:p>
              <a:endParaRPr lang="en-US"/>
            </a:p>
          </p:txBody>
        </p:sp>
      </p:grpSp>
      <p:grpSp>
        <p:nvGrpSpPr>
          <p:cNvPr id="1373" name="Graphic 4">
            <a:extLst>
              <a:ext uri="{FF2B5EF4-FFF2-40B4-BE49-F238E27FC236}">
                <a16:creationId xmlns:a16="http://schemas.microsoft.com/office/drawing/2014/main" id="{BA3C839D-C431-DD46-A36F-754942BD1699}"/>
              </a:ext>
            </a:extLst>
          </p:cNvPr>
          <p:cNvGrpSpPr/>
          <p:nvPr/>
        </p:nvGrpSpPr>
        <p:grpSpPr>
          <a:xfrm>
            <a:off x="8239823" y="3339623"/>
            <a:ext cx="361674" cy="361333"/>
            <a:chOff x="8239823" y="3339623"/>
            <a:chExt cx="361674" cy="361333"/>
          </a:xfrm>
          <a:solidFill>
            <a:srgbClr val="00A3E0"/>
          </a:solidFill>
        </p:grpSpPr>
        <p:sp>
          <p:nvSpPr>
            <p:cNvPr id="1374" name="Graphic 4">
              <a:extLst>
                <a:ext uri="{FF2B5EF4-FFF2-40B4-BE49-F238E27FC236}">
                  <a16:creationId xmlns:a16="http://schemas.microsoft.com/office/drawing/2014/main" id="{F9325D15-C31E-9C4E-BE99-1C88A27BB1DE}"/>
                </a:ext>
              </a:extLst>
            </p:cNvPr>
            <p:cNvSpPr/>
            <p:nvPr/>
          </p:nvSpPr>
          <p:spPr>
            <a:xfrm>
              <a:off x="8444301" y="3518375"/>
              <a:ext cx="81791" cy="81714"/>
            </a:xfrm>
            <a:custGeom>
              <a:avLst/>
              <a:gdLst>
                <a:gd name="connsiteX0" fmla="*/ 40896 w 81791"/>
                <a:gd name="connsiteY0" fmla="*/ 0 h 81714"/>
                <a:gd name="connsiteX1" fmla="*/ 0 w 81791"/>
                <a:gd name="connsiteY1" fmla="*/ 40858 h 81714"/>
                <a:gd name="connsiteX2" fmla="*/ 40896 w 81791"/>
                <a:gd name="connsiteY2" fmla="*/ 81715 h 81714"/>
                <a:gd name="connsiteX3" fmla="*/ 81792 w 81791"/>
                <a:gd name="connsiteY3" fmla="*/ 40858 h 81714"/>
                <a:gd name="connsiteX4" fmla="*/ 40896 w 81791"/>
                <a:gd name="connsiteY4" fmla="*/ 0 h 81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91" h="81714">
                  <a:moveTo>
                    <a:pt x="40896" y="0"/>
                  </a:moveTo>
                  <a:cubicBezTo>
                    <a:pt x="18531" y="0"/>
                    <a:pt x="0" y="18514"/>
                    <a:pt x="0" y="40858"/>
                  </a:cubicBezTo>
                  <a:cubicBezTo>
                    <a:pt x="0" y="63202"/>
                    <a:pt x="18531" y="81715"/>
                    <a:pt x="40896" y="81715"/>
                  </a:cubicBezTo>
                  <a:cubicBezTo>
                    <a:pt x="63261" y="81715"/>
                    <a:pt x="81792" y="63202"/>
                    <a:pt x="81792" y="40858"/>
                  </a:cubicBezTo>
                  <a:cubicBezTo>
                    <a:pt x="81792" y="18514"/>
                    <a:pt x="63261" y="0"/>
                    <a:pt x="40896" y="0"/>
                  </a:cubicBezTo>
                </a:path>
              </a:pathLst>
            </a:custGeom>
            <a:solidFill>
              <a:srgbClr val="00A3E0"/>
            </a:solidFill>
            <a:ln w="6390" cap="flat">
              <a:noFill/>
              <a:prstDash val="solid"/>
              <a:miter/>
            </a:ln>
          </p:spPr>
          <p:txBody>
            <a:bodyPr rtlCol="0" anchor="ctr"/>
            <a:lstStyle/>
            <a:p>
              <a:endParaRPr lang="en-US"/>
            </a:p>
          </p:txBody>
        </p:sp>
        <p:sp>
          <p:nvSpPr>
            <p:cNvPr id="1375" name="Graphic 4">
              <a:extLst>
                <a:ext uri="{FF2B5EF4-FFF2-40B4-BE49-F238E27FC236}">
                  <a16:creationId xmlns:a16="http://schemas.microsoft.com/office/drawing/2014/main" id="{F1785165-E8B2-3C41-91EF-867D7125D0FF}"/>
                </a:ext>
              </a:extLst>
            </p:cNvPr>
            <p:cNvSpPr/>
            <p:nvPr/>
          </p:nvSpPr>
          <p:spPr>
            <a:xfrm>
              <a:off x="8315864" y="3441767"/>
              <a:ext cx="81790" cy="81714"/>
            </a:xfrm>
            <a:custGeom>
              <a:avLst/>
              <a:gdLst>
                <a:gd name="connsiteX0" fmla="*/ 40896 w 81790"/>
                <a:gd name="connsiteY0" fmla="*/ 0 h 81714"/>
                <a:gd name="connsiteX1" fmla="*/ 0 w 81790"/>
                <a:gd name="connsiteY1" fmla="*/ 40858 h 81714"/>
                <a:gd name="connsiteX2" fmla="*/ 40896 w 81790"/>
                <a:gd name="connsiteY2" fmla="*/ 81715 h 81714"/>
                <a:gd name="connsiteX3" fmla="*/ 81791 w 81790"/>
                <a:gd name="connsiteY3" fmla="*/ 40858 h 81714"/>
                <a:gd name="connsiteX4" fmla="*/ 40896 w 81790"/>
                <a:gd name="connsiteY4" fmla="*/ 0 h 81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90" h="81714">
                  <a:moveTo>
                    <a:pt x="40896" y="0"/>
                  </a:moveTo>
                  <a:cubicBezTo>
                    <a:pt x="18531" y="0"/>
                    <a:pt x="0" y="18514"/>
                    <a:pt x="0" y="40858"/>
                  </a:cubicBezTo>
                  <a:cubicBezTo>
                    <a:pt x="0" y="63202"/>
                    <a:pt x="18531" y="81715"/>
                    <a:pt x="40896" y="81715"/>
                  </a:cubicBezTo>
                  <a:cubicBezTo>
                    <a:pt x="63261" y="81715"/>
                    <a:pt x="81791" y="63202"/>
                    <a:pt x="81791" y="40858"/>
                  </a:cubicBezTo>
                  <a:cubicBezTo>
                    <a:pt x="81791" y="18514"/>
                    <a:pt x="63261" y="0"/>
                    <a:pt x="40896" y="0"/>
                  </a:cubicBezTo>
                </a:path>
              </a:pathLst>
            </a:custGeom>
            <a:solidFill>
              <a:srgbClr val="00A3E0"/>
            </a:solidFill>
            <a:ln w="6390" cap="flat">
              <a:noFill/>
              <a:prstDash val="solid"/>
              <a:miter/>
            </a:ln>
          </p:spPr>
          <p:txBody>
            <a:bodyPr rtlCol="0" anchor="ctr"/>
            <a:lstStyle/>
            <a:p>
              <a:endParaRPr lang="en-US"/>
            </a:p>
          </p:txBody>
        </p:sp>
        <p:sp>
          <p:nvSpPr>
            <p:cNvPr id="1376" name="Graphic 4">
              <a:extLst>
                <a:ext uri="{FF2B5EF4-FFF2-40B4-BE49-F238E27FC236}">
                  <a16:creationId xmlns:a16="http://schemas.microsoft.com/office/drawing/2014/main" id="{B75B073C-6A4D-7F4E-A74B-DF1689845AE4}"/>
                </a:ext>
              </a:extLst>
            </p:cNvPr>
            <p:cNvSpPr/>
            <p:nvPr/>
          </p:nvSpPr>
          <p:spPr>
            <a:xfrm>
              <a:off x="8239823" y="3339623"/>
              <a:ext cx="361674" cy="361333"/>
            </a:xfrm>
            <a:custGeom>
              <a:avLst/>
              <a:gdLst>
                <a:gd name="connsiteX0" fmla="*/ 245374 w 361674"/>
                <a:gd name="connsiteY0" fmla="*/ 273234 h 361333"/>
                <a:gd name="connsiteX1" fmla="*/ 191698 w 361674"/>
                <a:gd name="connsiteY1" fmla="*/ 219609 h 361333"/>
                <a:gd name="connsiteX2" fmla="*/ 239623 w 361674"/>
                <a:gd name="connsiteY2" fmla="*/ 165984 h 361333"/>
                <a:gd name="connsiteX3" fmla="*/ 238984 w 361674"/>
                <a:gd name="connsiteY3" fmla="*/ 164068 h 361333"/>
                <a:gd name="connsiteX4" fmla="*/ 238984 w 361674"/>
                <a:gd name="connsiteY4" fmla="*/ 111081 h 361333"/>
                <a:gd name="connsiteX5" fmla="*/ 215341 w 361674"/>
                <a:gd name="connsiteY5" fmla="*/ 134702 h 361333"/>
                <a:gd name="connsiteX6" fmla="*/ 210868 w 361674"/>
                <a:gd name="connsiteY6" fmla="*/ 136617 h 361333"/>
                <a:gd name="connsiteX7" fmla="*/ 206395 w 361674"/>
                <a:gd name="connsiteY7" fmla="*/ 134702 h 361333"/>
                <a:gd name="connsiteX8" fmla="*/ 206395 w 361674"/>
                <a:gd name="connsiteY8" fmla="*/ 125765 h 361333"/>
                <a:gd name="connsiteX9" fmla="*/ 240900 w 361674"/>
                <a:gd name="connsiteY9" fmla="*/ 91291 h 361333"/>
                <a:gd name="connsiteX10" fmla="*/ 242818 w 361674"/>
                <a:gd name="connsiteY10" fmla="*/ 90014 h 361333"/>
                <a:gd name="connsiteX11" fmla="*/ 247930 w 361674"/>
                <a:gd name="connsiteY11" fmla="*/ 90014 h 361333"/>
                <a:gd name="connsiteX12" fmla="*/ 249846 w 361674"/>
                <a:gd name="connsiteY12" fmla="*/ 91291 h 361333"/>
                <a:gd name="connsiteX13" fmla="*/ 284352 w 361674"/>
                <a:gd name="connsiteY13" fmla="*/ 125765 h 361333"/>
                <a:gd name="connsiteX14" fmla="*/ 284352 w 361674"/>
                <a:gd name="connsiteY14" fmla="*/ 134702 h 361333"/>
                <a:gd name="connsiteX15" fmla="*/ 279880 w 361674"/>
                <a:gd name="connsiteY15" fmla="*/ 136617 h 361333"/>
                <a:gd name="connsiteX16" fmla="*/ 275406 w 361674"/>
                <a:gd name="connsiteY16" fmla="*/ 134702 h 361333"/>
                <a:gd name="connsiteX17" fmla="*/ 251764 w 361674"/>
                <a:gd name="connsiteY17" fmla="*/ 111081 h 361333"/>
                <a:gd name="connsiteX18" fmla="*/ 251764 w 361674"/>
                <a:gd name="connsiteY18" fmla="*/ 164068 h 361333"/>
                <a:gd name="connsiteX19" fmla="*/ 251125 w 361674"/>
                <a:gd name="connsiteY19" fmla="*/ 165984 h 361333"/>
                <a:gd name="connsiteX20" fmla="*/ 299049 w 361674"/>
                <a:gd name="connsiteY20" fmla="*/ 219609 h 361333"/>
                <a:gd name="connsiteX21" fmla="*/ 245374 w 361674"/>
                <a:gd name="connsiteY21" fmla="*/ 273234 h 361333"/>
                <a:gd name="connsiteX22" fmla="*/ 123326 w 361674"/>
                <a:gd name="connsiteY22" fmla="*/ 198542 h 361333"/>
                <a:gd name="connsiteX23" fmla="*/ 123326 w 361674"/>
                <a:gd name="connsiteY23" fmla="*/ 226631 h 361333"/>
                <a:gd name="connsiteX24" fmla="*/ 151441 w 361674"/>
                <a:gd name="connsiteY24" fmla="*/ 226631 h 361333"/>
                <a:gd name="connsiteX25" fmla="*/ 157831 w 361674"/>
                <a:gd name="connsiteY25" fmla="*/ 233015 h 361333"/>
                <a:gd name="connsiteX26" fmla="*/ 151441 w 361674"/>
                <a:gd name="connsiteY26" fmla="*/ 239399 h 361333"/>
                <a:gd name="connsiteX27" fmla="*/ 123326 w 361674"/>
                <a:gd name="connsiteY27" fmla="*/ 239399 h 361333"/>
                <a:gd name="connsiteX28" fmla="*/ 123326 w 361674"/>
                <a:gd name="connsiteY28" fmla="*/ 267489 h 361333"/>
                <a:gd name="connsiteX29" fmla="*/ 116936 w 361674"/>
                <a:gd name="connsiteY29" fmla="*/ 273873 h 361333"/>
                <a:gd name="connsiteX30" fmla="*/ 110546 w 361674"/>
                <a:gd name="connsiteY30" fmla="*/ 267489 h 361333"/>
                <a:gd name="connsiteX31" fmla="*/ 110546 w 361674"/>
                <a:gd name="connsiteY31" fmla="*/ 239399 h 361333"/>
                <a:gd name="connsiteX32" fmla="*/ 82430 w 361674"/>
                <a:gd name="connsiteY32" fmla="*/ 239399 h 361333"/>
                <a:gd name="connsiteX33" fmla="*/ 76040 w 361674"/>
                <a:gd name="connsiteY33" fmla="*/ 233015 h 361333"/>
                <a:gd name="connsiteX34" fmla="*/ 82430 w 361674"/>
                <a:gd name="connsiteY34" fmla="*/ 226631 h 361333"/>
                <a:gd name="connsiteX35" fmla="*/ 110546 w 361674"/>
                <a:gd name="connsiteY35" fmla="*/ 226631 h 361333"/>
                <a:gd name="connsiteX36" fmla="*/ 110546 w 361674"/>
                <a:gd name="connsiteY36" fmla="*/ 198542 h 361333"/>
                <a:gd name="connsiteX37" fmla="*/ 111185 w 361674"/>
                <a:gd name="connsiteY37" fmla="*/ 196627 h 361333"/>
                <a:gd name="connsiteX38" fmla="*/ 63261 w 361674"/>
                <a:gd name="connsiteY38" fmla="*/ 143001 h 361333"/>
                <a:gd name="connsiteX39" fmla="*/ 116936 w 361674"/>
                <a:gd name="connsiteY39" fmla="*/ 89376 h 361333"/>
                <a:gd name="connsiteX40" fmla="*/ 170611 w 361674"/>
                <a:gd name="connsiteY40" fmla="*/ 143001 h 361333"/>
                <a:gd name="connsiteX41" fmla="*/ 122686 w 361674"/>
                <a:gd name="connsiteY41" fmla="*/ 196627 h 361333"/>
                <a:gd name="connsiteX42" fmla="*/ 123326 w 361674"/>
                <a:gd name="connsiteY42" fmla="*/ 198542 h 361333"/>
                <a:gd name="connsiteX43" fmla="*/ 180836 w 361674"/>
                <a:gd name="connsiteY43" fmla="*/ 0 h 361333"/>
                <a:gd name="connsiteX44" fmla="*/ 0 w 361674"/>
                <a:gd name="connsiteY44" fmla="*/ 180667 h 361333"/>
                <a:gd name="connsiteX45" fmla="*/ 180836 w 361674"/>
                <a:gd name="connsiteY45" fmla="*/ 361333 h 361333"/>
                <a:gd name="connsiteX46" fmla="*/ 361670 w 361674"/>
                <a:gd name="connsiteY46" fmla="*/ 180667 h 361333"/>
                <a:gd name="connsiteX47" fmla="*/ 180836 w 361674"/>
                <a:gd name="connsiteY47"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1674" h="361333">
                  <a:moveTo>
                    <a:pt x="245374" y="273234"/>
                  </a:moveTo>
                  <a:cubicBezTo>
                    <a:pt x="215980" y="273234"/>
                    <a:pt x="191698" y="248975"/>
                    <a:pt x="191698" y="219609"/>
                  </a:cubicBezTo>
                  <a:cubicBezTo>
                    <a:pt x="191698" y="192158"/>
                    <a:pt x="212785" y="169176"/>
                    <a:pt x="239623" y="165984"/>
                  </a:cubicBezTo>
                  <a:cubicBezTo>
                    <a:pt x="239623" y="165345"/>
                    <a:pt x="238984" y="164707"/>
                    <a:pt x="238984" y="164068"/>
                  </a:cubicBezTo>
                  <a:lnTo>
                    <a:pt x="238984" y="111081"/>
                  </a:lnTo>
                  <a:lnTo>
                    <a:pt x="215341" y="134702"/>
                  </a:lnTo>
                  <a:cubicBezTo>
                    <a:pt x="214063" y="135979"/>
                    <a:pt x="212146" y="136617"/>
                    <a:pt x="210868" y="136617"/>
                  </a:cubicBezTo>
                  <a:cubicBezTo>
                    <a:pt x="208951" y="136617"/>
                    <a:pt x="207673" y="135979"/>
                    <a:pt x="206395" y="134702"/>
                  </a:cubicBezTo>
                  <a:cubicBezTo>
                    <a:pt x="203839" y="132149"/>
                    <a:pt x="203839" y="128318"/>
                    <a:pt x="206395" y="125765"/>
                  </a:cubicBezTo>
                  <a:lnTo>
                    <a:pt x="240900" y="91291"/>
                  </a:lnTo>
                  <a:cubicBezTo>
                    <a:pt x="241540" y="90653"/>
                    <a:pt x="242179" y="90014"/>
                    <a:pt x="242818" y="90014"/>
                  </a:cubicBezTo>
                  <a:cubicBezTo>
                    <a:pt x="244095" y="89376"/>
                    <a:pt x="246013" y="89376"/>
                    <a:pt x="247930" y="90014"/>
                  </a:cubicBezTo>
                  <a:cubicBezTo>
                    <a:pt x="248569" y="90653"/>
                    <a:pt x="249208" y="90653"/>
                    <a:pt x="249846" y="91291"/>
                  </a:cubicBezTo>
                  <a:lnTo>
                    <a:pt x="284352" y="125765"/>
                  </a:lnTo>
                  <a:cubicBezTo>
                    <a:pt x="286908" y="128318"/>
                    <a:pt x="286908" y="132149"/>
                    <a:pt x="284352" y="134702"/>
                  </a:cubicBezTo>
                  <a:cubicBezTo>
                    <a:pt x="283075" y="135979"/>
                    <a:pt x="281157" y="136617"/>
                    <a:pt x="279880" y="136617"/>
                  </a:cubicBezTo>
                  <a:cubicBezTo>
                    <a:pt x="278601" y="136617"/>
                    <a:pt x="276685" y="135979"/>
                    <a:pt x="275406" y="134702"/>
                  </a:cubicBezTo>
                  <a:lnTo>
                    <a:pt x="251764" y="111081"/>
                  </a:lnTo>
                  <a:lnTo>
                    <a:pt x="251764" y="164068"/>
                  </a:lnTo>
                  <a:cubicBezTo>
                    <a:pt x="251764" y="164707"/>
                    <a:pt x="251764" y="165345"/>
                    <a:pt x="251125" y="165984"/>
                  </a:cubicBezTo>
                  <a:cubicBezTo>
                    <a:pt x="277962" y="169176"/>
                    <a:pt x="299049" y="191519"/>
                    <a:pt x="299049" y="219609"/>
                  </a:cubicBezTo>
                  <a:cubicBezTo>
                    <a:pt x="299049" y="248975"/>
                    <a:pt x="274767" y="273234"/>
                    <a:pt x="245374" y="273234"/>
                  </a:cubicBezTo>
                  <a:moveTo>
                    <a:pt x="123326" y="198542"/>
                  </a:moveTo>
                  <a:lnTo>
                    <a:pt x="123326" y="226631"/>
                  </a:lnTo>
                  <a:lnTo>
                    <a:pt x="151441" y="226631"/>
                  </a:lnTo>
                  <a:cubicBezTo>
                    <a:pt x="155276" y="226631"/>
                    <a:pt x="157831" y="229185"/>
                    <a:pt x="157831" y="233015"/>
                  </a:cubicBezTo>
                  <a:cubicBezTo>
                    <a:pt x="157831" y="236846"/>
                    <a:pt x="155276" y="239399"/>
                    <a:pt x="151441" y="239399"/>
                  </a:cubicBezTo>
                  <a:lnTo>
                    <a:pt x="123326" y="239399"/>
                  </a:lnTo>
                  <a:lnTo>
                    <a:pt x="123326" y="267489"/>
                  </a:lnTo>
                  <a:cubicBezTo>
                    <a:pt x="123326" y="271319"/>
                    <a:pt x="120770" y="273873"/>
                    <a:pt x="116936" y="273873"/>
                  </a:cubicBezTo>
                  <a:cubicBezTo>
                    <a:pt x="113102" y="273873"/>
                    <a:pt x="110546" y="271319"/>
                    <a:pt x="110546" y="267489"/>
                  </a:cubicBezTo>
                  <a:lnTo>
                    <a:pt x="110546" y="239399"/>
                  </a:lnTo>
                  <a:lnTo>
                    <a:pt x="82430" y="239399"/>
                  </a:lnTo>
                  <a:cubicBezTo>
                    <a:pt x="78597" y="239399"/>
                    <a:pt x="76040" y="236846"/>
                    <a:pt x="76040" y="233015"/>
                  </a:cubicBezTo>
                  <a:cubicBezTo>
                    <a:pt x="76040" y="229185"/>
                    <a:pt x="78597" y="226631"/>
                    <a:pt x="82430" y="226631"/>
                  </a:cubicBezTo>
                  <a:lnTo>
                    <a:pt x="110546" y="226631"/>
                  </a:lnTo>
                  <a:lnTo>
                    <a:pt x="110546" y="198542"/>
                  </a:lnTo>
                  <a:cubicBezTo>
                    <a:pt x="110546" y="197903"/>
                    <a:pt x="110546" y="197265"/>
                    <a:pt x="111185" y="196627"/>
                  </a:cubicBezTo>
                  <a:cubicBezTo>
                    <a:pt x="84347" y="193435"/>
                    <a:pt x="63261" y="171091"/>
                    <a:pt x="63261" y="143001"/>
                  </a:cubicBezTo>
                  <a:cubicBezTo>
                    <a:pt x="63261" y="113635"/>
                    <a:pt x="87542" y="89376"/>
                    <a:pt x="116936" y="89376"/>
                  </a:cubicBezTo>
                  <a:cubicBezTo>
                    <a:pt x="146330" y="89376"/>
                    <a:pt x="170611" y="113635"/>
                    <a:pt x="170611" y="143001"/>
                  </a:cubicBezTo>
                  <a:cubicBezTo>
                    <a:pt x="170611" y="170452"/>
                    <a:pt x="149525" y="193435"/>
                    <a:pt x="122686" y="196627"/>
                  </a:cubicBezTo>
                  <a:cubicBezTo>
                    <a:pt x="122686" y="196627"/>
                    <a:pt x="123326" y="197265"/>
                    <a:pt x="123326" y="198542"/>
                  </a:cubicBezTo>
                  <a:moveTo>
                    <a:pt x="180836" y="0"/>
                  </a:moveTo>
                  <a:cubicBezTo>
                    <a:pt x="80513" y="0"/>
                    <a:pt x="0" y="81077"/>
                    <a:pt x="0" y="180667"/>
                  </a:cubicBezTo>
                  <a:cubicBezTo>
                    <a:pt x="0" y="280895"/>
                    <a:pt x="81152" y="361333"/>
                    <a:pt x="180836" y="361333"/>
                  </a:cubicBezTo>
                  <a:cubicBezTo>
                    <a:pt x="281157" y="361333"/>
                    <a:pt x="361670" y="280257"/>
                    <a:pt x="361670" y="180667"/>
                  </a:cubicBezTo>
                  <a:cubicBezTo>
                    <a:pt x="362309" y="81077"/>
                    <a:pt x="281157" y="0"/>
                    <a:pt x="180836" y="0"/>
                  </a:cubicBezTo>
                </a:path>
              </a:pathLst>
            </a:custGeom>
            <a:solidFill>
              <a:srgbClr val="00A3E0"/>
            </a:solidFill>
            <a:ln w="6390" cap="flat">
              <a:noFill/>
              <a:prstDash val="solid"/>
              <a:miter/>
            </a:ln>
          </p:spPr>
          <p:txBody>
            <a:bodyPr rtlCol="0" anchor="ctr"/>
            <a:lstStyle/>
            <a:p>
              <a:endParaRPr lang="en-US"/>
            </a:p>
          </p:txBody>
        </p:sp>
      </p:grpSp>
      <p:grpSp>
        <p:nvGrpSpPr>
          <p:cNvPr id="1377" name="Graphic 4">
            <a:extLst>
              <a:ext uri="{FF2B5EF4-FFF2-40B4-BE49-F238E27FC236}">
                <a16:creationId xmlns:a16="http://schemas.microsoft.com/office/drawing/2014/main" id="{3CA33619-995B-614C-A577-7213E21D244D}"/>
              </a:ext>
            </a:extLst>
          </p:cNvPr>
          <p:cNvGrpSpPr/>
          <p:nvPr/>
        </p:nvGrpSpPr>
        <p:grpSpPr>
          <a:xfrm>
            <a:off x="1515054" y="4308712"/>
            <a:ext cx="361670" cy="361333"/>
            <a:chOff x="1515054" y="4308712"/>
            <a:chExt cx="361670" cy="361333"/>
          </a:xfrm>
          <a:solidFill>
            <a:srgbClr val="007CB0"/>
          </a:solidFill>
        </p:grpSpPr>
        <p:sp>
          <p:nvSpPr>
            <p:cNvPr id="1378" name="Graphic 4">
              <a:extLst>
                <a:ext uri="{FF2B5EF4-FFF2-40B4-BE49-F238E27FC236}">
                  <a16:creationId xmlns:a16="http://schemas.microsoft.com/office/drawing/2014/main" id="{1A49A78F-9A99-1B43-9710-B62FA269D0A8}"/>
                </a:ext>
              </a:extLst>
            </p:cNvPr>
            <p:cNvSpPr/>
            <p:nvPr/>
          </p:nvSpPr>
          <p:spPr>
            <a:xfrm>
              <a:off x="1515054"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4"/>
                    <a:pt x="180835" y="361334"/>
                  </a:cubicBezTo>
                  <a:cubicBezTo>
                    <a:pt x="280518" y="361334"/>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234"/>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1379" name="Graphic 4">
              <a:extLst>
                <a:ext uri="{FF2B5EF4-FFF2-40B4-BE49-F238E27FC236}">
                  <a16:creationId xmlns:a16="http://schemas.microsoft.com/office/drawing/2014/main" id="{AC2C4934-2D93-1D4B-8ED5-4B97DA70074A}"/>
                </a:ext>
              </a:extLst>
            </p:cNvPr>
            <p:cNvSpPr/>
            <p:nvPr/>
          </p:nvSpPr>
          <p:spPr>
            <a:xfrm>
              <a:off x="1679275" y="4392980"/>
              <a:ext cx="39617" cy="39580"/>
            </a:xfrm>
            <a:custGeom>
              <a:avLst/>
              <a:gdLst>
                <a:gd name="connsiteX0" fmla="*/ 19809 w 39617"/>
                <a:gd name="connsiteY0" fmla="*/ 39581 h 39580"/>
                <a:gd name="connsiteX1" fmla="*/ 39618 w 39617"/>
                <a:gd name="connsiteY1" fmla="*/ 19790 h 39580"/>
                <a:gd name="connsiteX2" fmla="*/ 19809 w 39617"/>
                <a:gd name="connsiteY2" fmla="*/ 0 h 39580"/>
                <a:gd name="connsiteX3" fmla="*/ 0 w 39617"/>
                <a:gd name="connsiteY3" fmla="*/ 19790 h 39580"/>
                <a:gd name="connsiteX4" fmla="*/ 19809 w 39617"/>
                <a:gd name="connsiteY4" fmla="*/ 39581 h 39580"/>
                <a:gd name="connsiteX5" fmla="*/ 19809 w 39617"/>
                <a:gd name="connsiteY5" fmla="*/ 12768 h 39580"/>
                <a:gd name="connsiteX6" fmla="*/ 26838 w 39617"/>
                <a:gd name="connsiteY6" fmla="*/ 19790 h 39580"/>
                <a:gd name="connsiteX7" fmla="*/ 19809 w 39617"/>
                <a:gd name="connsiteY7" fmla="*/ 26813 h 39580"/>
                <a:gd name="connsiteX8" fmla="*/ 12780 w 39617"/>
                <a:gd name="connsiteY8" fmla="*/ 19790 h 39580"/>
                <a:gd name="connsiteX9" fmla="*/ 19809 w 39617"/>
                <a:gd name="connsiteY9" fmla="*/ 12768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17" h="39580">
                  <a:moveTo>
                    <a:pt x="19809" y="39581"/>
                  </a:moveTo>
                  <a:cubicBezTo>
                    <a:pt x="30672" y="39581"/>
                    <a:pt x="39618" y="30643"/>
                    <a:pt x="39618" y="19790"/>
                  </a:cubicBezTo>
                  <a:cubicBezTo>
                    <a:pt x="39618" y="8938"/>
                    <a:pt x="30672" y="0"/>
                    <a:pt x="19809" y="0"/>
                  </a:cubicBezTo>
                  <a:cubicBezTo>
                    <a:pt x="8946" y="0"/>
                    <a:pt x="0" y="8938"/>
                    <a:pt x="0" y="19790"/>
                  </a:cubicBezTo>
                  <a:cubicBezTo>
                    <a:pt x="0" y="30643"/>
                    <a:pt x="8946" y="39581"/>
                    <a:pt x="19809" y="39581"/>
                  </a:cubicBezTo>
                  <a:close/>
                  <a:moveTo>
                    <a:pt x="19809" y="12768"/>
                  </a:moveTo>
                  <a:cubicBezTo>
                    <a:pt x="23643" y="12768"/>
                    <a:pt x="26838" y="15960"/>
                    <a:pt x="26838" y="19790"/>
                  </a:cubicBezTo>
                  <a:cubicBezTo>
                    <a:pt x="26838" y="23621"/>
                    <a:pt x="23643" y="26813"/>
                    <a:pt x="19809" y="26813"/>
                  </a:cubicBezTo>
                  <a:cubicBezTo>
                    <a:pt x="15975" y="26813"/>
                    <a:pt x="12780" y="23621"/>
                    <a:pt x="12780" y="19790"/>
                  </a:cubicBezTo>
                  <a:cubicBezTo>
                    <a:pt x="12780" y="15960"/>
                    <a:pt x="15975" y="12768"/>
                    <a:pt x="19809" y="12768"/>
                  </a:cubicBezTo>
                  <a:close/>
                </a:path>
              </a:pathLst>
            </a:custGeom>
            <a:solidFill>
              <a:srgbClr val="007CB0"/>
            </a:solidFill>
            <a:ln w="6390" cap="flat">
              <a:noFill/>
              <a:prstDash val="solid"/>
              <a:miter/>
            </a:ln>
          </p:spPr>
          <p:txBody>
            <a:bodyPr rtlCol="0" anchor="ctr"/>
            <a:lstStyle/>
            <a:p>
              <a:endParaRPr lang="en-US"/>
            </a:p>
          </p:txBody>
        </p:sp>
        <p:sp>
          <p:nvSpPr>
            <p:cNvPr id="1380" name="Graphic 4">
              <a:extLst>
                <a:ext uri="{FF2B5EF4-FFF2-40B4-BE49-F238E27FC236}">
                  <a16:creationId xmlns:a16="http://schemas.microsoft.com/office/drawing/2014/main" id="{8256602D-4C2E-AE4E-A190-6A1F8121F4F7}"/>
                </a:ext>
              </a:extLst>
            </p:cNvPr>
            <p:cNvSpPr/>
            <p:nvPr/>
          </p:nvSpPr>
          <p:spPr>
            <a:xfrm>
              <a:off x="1671356" y="4446606"/>
              <a:ext cx="55454" cy="139808"/>
            </a:xfrm>
            <a:custGeom>
              <a:avLst/>
              <a:gdLst>
                <a:gd name="connsiteX0" fmla="*/ 34117 w 55454"/>
                <a:gd name="connsiteY0" fmla="*/ 0 h 139808"/>
                <a:gd name="connsiteX1" fmla="*/ 20698 w 55454"/>
                <a:gd name="connsiteY1" fmla="*/ 0 h 139808"/>
                <a:gd name="connsiteX2" fmla="*/ 14308 w 55454"/>
                <a:gd name="connsiteY2" fmla="*/ 5107 h 139808"/>
                <a:gd name="connsiteX3" fmla="*/ 251 w 55454"/>
                <a:gd name="connsiteY3" fmla="*/ 73416 h 139808"/>
                <a:gd name="connsiteX4" fmla="*/ 1529 w 55454"/>
                <a:gd name="connsiteY4" fmla="*/ 78523 h 139808"/>
                <a:gd name="connsiteX5" fmla="*/ 6641 w 55454"/>
                <a:gd name="connsiteY5" fmla="*/ 81076 h 139808"/>
                <a:gd name="connsiteX6" fmla="*/ 7280 w 55454"/>
                <a:gd name="connsiteY6" fmla="*/ 81076 h 139808"/>
                <a:gd name="connsiteX7" fmla="*/ 7280 w 55454"/>
                <a:gd name="connsiteY7" fmla="*/ 133425 h 139808"/>
                <a:gd name="connsiteX8" fmla="*/ 13670 w 55454"/>
                <a:gd name="connsiteY8" fmla="*/ 139809 h 139808"/>
                <a:gd name="connsiteX9" fmla="*/ 20060 w 55454"/>
                <a:gd name="connsiteY9" fmla="*/ 133425 h 139808"/>
                <a:gd name="connsiteX10" fmla="*/ 20060 w 55454"/>
                <a:gd name="connsiteY10" fmla="*/ 81076 h 139808"/>
                <a:gd name="connsiteX11" fmla="*/ 35395 w 55454"/>
                <a:gd name="connsiteY11" fmla="*/ 81076 h 139808"/>
                <a:gd name="connsiteX12" fmla="*/ 35395 w 55454"/>
                <a:gd name="connsiteY12" fmla="*/ 133425 h 139808"/>
                <a:gd name="connsiteX13" fmla="*/ 41785 w 55454"/>
                <a:gd name="connsiteY13" fmla="*/ 139809 h 139808"/>
                <a:gd name="connsiteX14" fmla="*/ 48175 w 55454"/>
                <a:gd name="connsiteY14" fmla="*/ 133425 h 139808"/>
                <a:gd name="connsiteX15" fmla="*/ 48175 w 55454"/>
                <a:gd name="connsiteY15" fmla="*/ 81076 h 139808"/>
                <a:gd name="connsiteX16" fmla="*/ 48814 w 55454"/>
                <a:gd name="connsiteY16" fmla="*/ 81076 h 139808"/>
                <a:gd name="connsiteX17" fmla="*/ 53926 w 55454"/>
                <a:gd name="connsiteY17" fmla="*/ 78523 h 139808"/>
                <a:gd name="connsiteX18" fmla="*/ 55204 w 55454"/>
                <a:gd name="connsiteY18" fmla="*/ 73416 h 139808"/>
                <a:gd name="connsiteX19" fmla="*/ 41146 w 55454"/>
                <a:gd name="connsiteY19" fmla="*/ 5107 h 139808"/>
                <a:gd name="connsiteX20" fmla="*/ 34117 w 55454"/>
                <a:gd name="connsiteY20" fmla="*/ 0 h 139808"/>
                <a:gd name="connsiteX21" fmla="*/ 14308 w 55454"/>
                <a:gd name="connsiteY21" fmla="*/ 68308 h 139808"/>
                <a:gd name="connsiteX22" fmla="*/ 25810 w 55454"/>
                <a:gd name="connsiteY22" fmla="*/ 12768 h 139808"/>
                <a:gd name="connsiteX23" fmla="*/ 29005 w 55454"/>
                <a:gd name="connsiteY23" fmla="*/ 12768 h 139808"/>
                <a:gd name="connsiteX24" fmla="*/ 40507 w 55454"/>
                <a:gd name="connsiteY24" fmla="*/ 68308 h 139808"/>
                <a:gd name="connsiteX25" fmla="*/ 14308 w 55454"/>
                <a:gd name="connsiteY25" fmla="*/ 68308 h 139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5454" h="139808">
                  <a:moveTo>
                    <a:pt x="34117" y="0"/>
                  </a:moveTo>
                  <a:lnTo>
                    <a:pt x="20698" y="0"/>
                  </a:lnTo>
                  <a:cubicBezTo>
                    <a:pt x="17503" y="0"/>
                    <a:pt x="14947" y="1915"/>
                    <a:pt x="14308" y="5107"/>
                  </a:cubicBezTo>
                  <a:lnTo>
                    <a:pt x="251" y="73416"/>
                  </a:lnTo>
                  <a:cubicBezTo>
                    <a:pt x="-388" y="75331"/>
                    <a:pt x="251" y="77246"/>
                    <a:pt x="1529" y="78523"/>
                  </a:cubicBezTo>
                  <a:cubicBezTo>
                    <a:pt x="2807" y="79800"/>
                    <a:pt x="4724" y="81076"/>
                    <a:pt x="6641" y="81076"/>
                  </a:cubicBezTo>
                  <a:lnTo>
                    <a:pt x="7280" y="81076"/>
                  </a:lnTo>
                  <a:lnTo>
                    <a:pt x="7280" y="133425"/>
                  </a:lnTo>
                  <a:cubicBezTo>
                    <a:pt x="7280" y="137256"/>
                    <a:pt x="9836" y="139809"/>
                    <a:pt x="13670" y="139809"/>
                  </a:cubicBezTo>
                  <a:cubicBezTo>
                    <a:pt x="17503" y="139809"/>
                    <a:pt x="20060" y="137256"/>
                    <a:pt x="20060" y="133425"/>
                  </a:cubicBezTo>
                  <a:lnTo>
                    <a:pt x="20060" y="81076"/>
                  </a:lnTo>
                  <a:lnTo>
                    <a:pt x="35395" y="81076"/>
                  </a:lnTo>
                  <a:lnTo>
                    <a:pt x="35395" y="133425"/>
                  </a:lnTo>
                  <a:cubicBezTo>
                    <a:pt x="35395" y="137256"/>
                    <a:pt x="37951" y="139809"/>
                    <a:pt x="41785" y="139809"/>
                  </a:cubicBezTo>
                  <a:cubicBezTo>
                    <a:pt x="45619" y="139809"/>
                    <a:pt x="48175" y="137256"/>
                    <a:pt x="48175" y="133425"/>
                  </a:cubicBezTo>
                  <a:lnTo>
                    <a:pt x="48175" y="81076"/>
                  </a:lnTo>
                  <a:lnTo>
                    <a:pt x="48814" y="81076"/>
                  </a:lnTo>
                  <a:cubicBezTo>
                    <a:pt x="50731" y="81076"/>
                    <a:pt x="52648" y="80438"/>
                    <a:pt x="53926" y="78523"/>
                  </a:cubicBezTo>
                  <a:cubicBezTo>
                    <a:pt x="55204" y="77246"/>
                    <a:pt x="55843" y="75331"/>
                    <a:pt x="55204" y="73416"/>
                  </a:cubicBezTo>
                  <a:lnTo>
                    <a:pt x="41146" y="5107"/>
                  </a:lnTo>
                  <a:cubicBezTo>
                    <a:pt x="39868" y="2553"/>
                    <a:pt x="37312" y="0"/>
                    <a:pt x="34117" y="0"/>
                  </a:cubicBezTo>
                  <a:close/>
                  <a:moveTo>
                    <a:pt x="14308" y="68308"/>
                  </a:moveTo>
                  <a:lnTo>
                    <a:pt x="25810" y="12768"/>
                  </a:lnTo>
                  <a:lnTo>
                    <a:pt x="29005" y="12768"/>
                  </a:lnTo>
                  <a:lnTo>
                    <a:pt x="40507" y="68308"/>
                  </a:lnTo>
                  <a:lnTo>
                    <a:pt x="14308" y="68308"/>
                  </a:lnTo>
                  <a:close/>
                </a:path>
              </a:pathLst>
            </a:custGeom>
            <a:solidFill>
              <a:srgbClr val="007CB0"/>
            </a:solidFill>
            <a:ln w="6390" cap="flat">
              <a:noFill/>
              <a:prstDash val="solid"/>
              <a:miter/>
            </a:ln>
          </p:spPr>
          <p:txBody>
            <a:bodyPr rtlCol="0" anchor="ctr"/>
            <a:lstStyle/>
            <a:p>
              <a:endParaRPr lang="en-US"/>
            </a:p>
          </p:txBody>
        </p:sp>
        <p:sp>
          <p:nvSpPr>
            <p:cNvPr id="1381" name="Graphic 4">
              <a:extLst>
                <a:ext uri="{FF2B5EF4-FFF2-40B4-BE49-F238E27FC236}">
                  <a16:creationId xmlns:a16="http://schemas.microsoft.com/office/drawing/2014/main" id="{FBDF160C-4417-9E4A-9FEC-B8F1EC92779B}"/>
                </a:ext>
              </a:extLst>
            </p:cNvPr>
            <p:cNvSpPr/>
            <p:nvPr/>
          </p:nvSpPr>
          <p:spPr>
            <a:xfrm>
              <a:off x="1746369" y="4454905"/>
              <a:ext cx="30671" cy="30643"/>
            </a:xfrm>
            <a:custGeom>
              <a:avLst/>
              <a:gdLst>
                <a:gd name="connsiteX0" fmla="*/ 15336 w 30671"/>
                <a:gd name="connsiteY0" fmla="*/ 30643 h 30643"/>
                <a:gd name="connsiteX1" fmla="*/ 30672 w 30671"/>
                <a:gd name="connsiteY1" fmla="*/ 15321 h 30643"/>
                <a:gd name="connsiteX2" fmla="*/ 15336 w 30671"/>
                <a:gd name="connsiteY2" fmla="*/ 0 h 30643"/>
                <a:gd name="connsiteX3" fmla="*/ 0 w 30671"/>
                <a:gd name="connsiteY3" fmla="*/ 15321 h 30643"/>
                <a:gd name="connsiteX4" fmla="*/ 15336 w 30671"/>
                <a:gd name="connsiteY4" fmla="*/ 30643 h 3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71" h="30643">
                  <a:moveTo>
                    <a:pt x="15336" y="30643"/>
                  </a:moveTo>
                  <a:cubicBezTo>
                    <a:pt x="23643" y="30643"/>
                    <a:pt x="30672" y="23621"/>
                    <a:pt x="30672" y="15321"/>
                  </a:cubicBezTo>
                  <a:cubicBezTo>
                    <a:pt x="30672" y="7022"/>
                    <a:pt x="23643" y="0"/>
                    <a:pt x="15336" y="0"/>
                  </a:cubicBezTo>
                  <a:cubicBezTo>
                    <a:pt x="7029" y="0"/>
                    <a:pt x="0" y="7022"/>
                    <a:pt x="0" y="15321"/>
                  </a:cubicBezTo>
                  <a:cubicBezTo>
                    <a:pt x="0" y="23621"/>
                    <a:pt x="7029" y="30643"/>
                    <a:pt x="15336" y="30643"/>
                  </a:cubicBezTo>
                  <a:close/>
                </a:path>
              </a:pathLst>
            </a:custGeom>
            <a:solidFill>
              <a:srgbClr val="007CB0"/>
            </a:solidFill>
            <a:ln w="6390" cap="flat">
              <a:noFill/>
              <a:prstDash val="solid"/>
              <a:miter/>
            </a:ln>
          </p:spPr>
          <p:txBody>
            <a:bodyPr rtlCol="0" anchor="ctr"/>
            <a:lstStyle/>
            <a:p>
              <a:endParaRPr lang="en-US"/>
            </a:p>
          </p:txBody>
        </p:sp>
        <p:sp>
          <p:nvSpPr>
            <p:cNvPr id="1382" name="Graphic 4">
              <a:extLst>
                <a:ext uri="{FF2B5EF4-FFF2-40B4-BE49-F238E27FC236}">
                  <a16:creationId xmlns:a16="http://schemas.microsoft.com/office/drawing/2014/main" id="{4552D261-D5EB-C34F-9C39-187EDC36FFDB}"/>
                </a:ext>
              </a:extLst>
            </p:cNvPr>
            <p:cNvSpPr/>
            <p:nvPr/>
          </p:nvSpPr>
          <p:spPr>
            <a:xfrm>
              <a:off x="1741646" y="4490655"/>
              <a:ext cx="40757" cy="95759"/>
            </a:xfrm>
            <a:custGeom>
              <a:avLst/>
              <a:gdLst>
                <a:gd name="connsiteX0" fmla="*/ 24532 w 40757"/>
                <a:gd name="connsiteY0" fmla="*/ 0 h 95759"/>
                <a:gd name="connsiteX1" fmla="*/ 15587 w 40757"/>
                <a:gd name="connsiteY1" fmla="*/ 0 h 95759"/>
                <a:gd name="connsiteX2" fmla="*/ 9197 w 40757"/>
                <a:gd name="connsiteY2" fmla="*/ 5107 h 95759"/>
                <a:gd name="connsiteX3" fmla="*/ 251 w 40757"/>
                <a:gd name="connsiteY3" fmla="*/ 49795 h 95759"/>
                <a:gd name="connsiteX4" fmla="*/ 1529 w 40757"/>
                <a:gd name="connsiteY4" fmla="*/ 54902 h 95759"/>
                <a:gd name="connsiteX5" fmla="*/ 4724 w 40757"/>
                <a:gd name="connsiteY5" fmla="*/ 56818 h 95759"/>
                <a:gd name="connsiteX6" fmla="*/ 4724 w 40757"/>
                <a:gd name="connsiteY6" fmla="*/ 89376 h 95759"/>
                <a:gd name="connsiteX7" fmla="*/ 11113 w 40757"/>
                <a:gd name="connsiteY7" fmla="*/ 95760 h 95759"/>
                <a:gd name="connsiteX8" fmla="*/ 17503 w 40757"/>
                <a:gd name="connsiteY8" fmla="*/ 89376 h 95759"/>
                <a:gd name="connsiteX9" fmla="*/ 17503 w 40757"/>
                <a:gd name="connsiteY9" fmla="*/ 57456 h 95759"/>
                <a:gd name="connsiteX10" fmla="*/ 23255 w 40757"/>
                <a:gd name="connsiteY10" fmla="*/ 57456 h 95759"/>
                <a:gd name="connsiteX11" fmla="*/ 23255 w 40757"/>
                <a:gd name="connsiteY11" fmla="*/ 89376 h 95759"/>
                <a:gd name="connsiteX12" fmla="*/ 29644 w 40757"/>
                <a:gd name="connsiteY12" fmla="*/ 95760 h 95759"/>
                <a:gd name="connsiteX13" fmla="*/ 36034 w 40757"/>
                <a:gd name="connsiteY13" fmla="*/ 89376 h 95759"/>
                <a:gd name="connsiteX14" fmla="*/ 36034 w 40757"/>
                <a:gd name="connsiteY14" fmla="*/ 56818 h 95759"/>
                <a:gd name="connsiteX15" fmla="*/ 39229 w 40757"/>
                <a:gd name="connsiteY15" fmla="*/ 54902 h 95759"/>
                <a:gd name="connsiteX16" fmla="*/ 40507 w 40757"/>
                <a:gd name="connsiteY16" fmla="*/ 49795 h 95759"/>
                <a:gd name="connsiteX17" fmla="*/ 30922 w 40757"/>
                <a:gd name="connsiteY17" fmla="*/ 5107 h 95759"/>
                <a:gd name="connsiteX18" fmla="*/ 24532 w 40757"/>
                <a:gd name="connsiteY18" fmla="*/ 0 h 95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757" h="95759">
                  <a:moveTo>
                    <a:pt x="24532" y="0"/>
                  </a:moveTo>
                  <a:lnTo>
                    <a:pt x="15587" y="0"/>
                  </a:lnTo>
                  <a:cubicBezTo>
                    <a:pt x="12392" y="0"/>
                    <a:pt x="9836" y="1915"/>
                    <a:pt x="9197" y="5107"/>
                  </a:cubicBezTo>
                  <a:lnTo>
                    <a:pt x="251" y="49795"/>
                  </a:lnTo>
                  <a:cubicBezTo>
                    <a:pt x="-388" y="51710"/>
                    <a:pt x="251" y="53626"/>
                    <a:pt x="1529" y="54902"/>
                  </a:cubicBezTo>
                  <a:cubicBezTo>
                    <a:pt x="2168" y="56179"/>
                    <a:pt x="3446" y="56179"/>
                    <a:pt x="4724" y="56818"/>
                  </a:cubicBezTo>
                  <a:lnTo>
                    <a:pt x="4724" y="89376"/>
                  </a:lnTo>
                  <a:cubicBezTo>
                    <a:pt x="4724" y="93206"/>
                    <a:pt x="7280" y="95760"/>
                    <a:pt x="11113" y="95760"/>
                  </a:cubicBezTo>
                  <a:cubicBezTo>
                    <a:pt x="14947" y="95760"/>
                    <a:pt x="17503" y="93206"/>
                    <a:pt x="17503" y="89376"/>
                  </a:cubicBezTo>
                  <a:lnTo>
                    <a:pt x="17503" y="57456"/>
                  </a:lnTo>
                  <a:lnTo>
                    <a:pt x="23255" y="57456"/>
                  </a:lnTo>
                  <a:lnTo>
                    <a:pt x="23255" y="89376"/>
                  </a:lnTo>
                  <a:cubicBezTo>
                    <a:pt x="23255" y="93206"/>
                    <a:pt x="25810" y="95760"/>
                    <a:pt x="29644" y="95760"/>
                  </a:cubicBezTo>
                  <a:cubicBezTo>
                    <a:pt x="33478" y="95760"/>
                    <a:pt x="36034" y="93206"/>
                    <a:pt x="36034" y="89376"/>
                  </a:cubicBezTo>
                  <a:lnTo>
                    <a:pt x="36034" y="56818"/>
                  </a:lnTo>
                  <a:cubicBezTo>
                    <a:pt x="37312" y="56179"/>
                    <a:pt x="38590" y="56179"/>
                    <a:pt x="39229" y="54902"/>
                  </a:cubicBezTo>
                  <a:cubicBezTo>
                    <a:pt x="40507" y="53626"/>
                    <a:pt x="41146" y="51710"/>
                    <a:pt x="40507" y="49795"/>
                  </a:cubicBezTo>
                  <a:lnTo>
                    <a:pt x="30922" y="5107"/>
                  </a:lnTo>
                  <a:cubicBezTo>
                    <a:pt x="30283" y="1915"/>
                    <a:pt x="27727" y="0"/>
                    <a:pt x="24532" y="0"/>
                  </a:cubicBezTo>
                  <a:close/>
                </a:path>
              </a:pathLst>
            </a:custGeom>
            <a:solidFill>
              <a:srgbClr val="007CB0"/>
            </a:solidFill>
            <a:ln w="6390" cap="flat">
              <a:noFill/>
              <a:prstDash val="solid"/>
              <a:miter/>
            </a:ln>
          </p:spPr>
          <p:txBody>
            <a:bodyPr rtlCol="0" anchor="ctr"/>
            <a:lstStyle/>
            <a:p>
              <a:endParaRPr lang="en-US"/>
            </a:p>
          </p:txBody>
        </p:sp>
        <p:sp>
          <p:nvSpPr>
            <p:cNvPr id="1383" name="Graphic 4">
              <a:extLst>
                <a:ext uri="{FF2B5EF4-FFF2-40B4-BE49-F238E27FC236}">
                  <a16:creationId xmlns:a16="http://schemas.microsoft.com/office/drawing/2014/main" id="{3AB4BBD8-5CFC-C64B-937D-8317330AF2C3}"/>
                </a:ext>
              </a:extLst>
            </p:cNvPr>
            <p:cNvSpPr/>
            <p:nvPr/>
          </p:nvSpPr>
          <p:spPr>
            <a:xfrm>
              <a:off x="1614098" y="4491294"/>
              <a:ext cx="41534" cy="95121"/>
            </a:xfrm>
            <a:custGeom>
              <a:avLst/>
              <a:gdLst>
                <a:gd name="connsiteX0" fmla="*/ 34506 w 41534"/>
                <a:gd name="connsiteY0" fmla="*/ 0 h 95121"/>
                <a:gd name="connsiteX1" fmla="*/ 6390 w 41534"/>
                <a:gd name="connsiteY1" fmla="*/ 0 h 95121"/>
                <a:gd name="connsiteX2" fmla="*/ 0 w 41534"/>
                <a:gd name="connsiteY2" fmla="*/ 6384 h 95121"/>
                <a:gd name="connsiteX3" fmla="*/ 0 w 41534"/>
                <a:gd name="connsiteY3" fmla="*/ 42134 h 95121"/>
                <a:gd name="connsiteX4" fmla="*/ 5112 w 41534"/>
                <a:gd name="connsiteY4" fmla="*/ 48518 h 95121"/>
                <a:gd name="connsiteX5" fmla="*/ 5112 w 41534"/>
                <a:gd name="connsiteY5" fmla="*/ 88737 h 95121"/>
                <a:gd name="connsiteX6" fmla="*/ 11502 w 41534"/>
                <a:gd name="connsiteY6" fmla="*/ 95121 h 95121"/>
                <a:gd name="connsiteX7" fmla="*/ 17892 w 41534"/>
                <a:gd name="connsiteY7" fmla="*/ 88737 h 95121"/>
                <a:gd name="connsiteX8" fmla="*/ 17892 w 41534"/>
                <a:gd name="connsiteY8" fmla="*/ 48518 h 95121"/>
                <a:gd name="connsiteX9" fmla="*/ 23643 w 41534"/>
                <a:gd name="connsiteY9" fmla="*/ 48518 h 95121"/>
                <a:gd name="connsiteX10" fmla="*/ 23643 w 41534"/>
                <a:gd name="connsiteY10" fmla="*/ 88737 h 95121"/>
                <a:gd name="connsiteX11" fmla="*/ 30033 w 41534"/>
                <a:gd name="connsiteY11" fmla="*/ 95121 h 95121"/>
                <a:gd name="connsiteX12" fmla="*/ 36423 w 41534"/>
                <a:gd name="connsiteY12" fmla="*/ 88737 h 95121"/>
                <a:gd name="connsiteX13" fmla="*/ 36423 w 41534"/>
                <a:gd name="connsiteY13" fmla="*/ 48518 h 95121"/>
                <a:gd name="connsiteX14" fmla="*/ 41535 w 41534"/>
                <a:gd name="connsiteY14" fmla="*/ 42134 h 95121"/>
                <a:gd name="connsiteX15" fmla="*/ 41535 w 41534"/>
                <a:gd name="connsiteY15" fmla="*/ 6384 h 95121"/>
                <a:gd name="connsiteX16" fmla="*/ 34506 w 41534"/>
                <a:gd name="connsiteY16" fmla="*/ 0 h 95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534" h="95121">
                  <a:moveTo>
                    <a:pt x="34506" y="0"/>
                  </a:moveTo>
                  <a:lnTo>
                    <a:pt x="6390" y="0"/>
                  </a:lnTo>
                  <a:cubicBezTo>
                    <a:pt x="2556" y="0"/>
                    <a:pt x="0" y="2553"/>
                    <a:pt x="0" y="6384"/>
                  </a:cubicBezTo>
                  <a:lnTo>
                    <a:pt x="0" y="42134"/>
                  </a:lnTo>
                  <a:cubicBezTo>
                    <a:pt x="0" y="45326"/>
                    <a:pt x="1917" y="47880"/>
                    <a:pt x="5112" y="48518"/>
                  </a:cubicBezTo>
                  <a:lnTo>
                    <a:pt x="5112" y="88737"/>
                  </a:lnTo>
                  <a:cubicBezTo>
                    <a:pt x="5112" y="92568"/>
                    <a:pt x="7668" y="95121"/>
                    <a:pt x="11502" y="95121"/>
                  </a:cubicBezTo>
                  <a:cubicBezTo>
                    <a:pt x="15336" y="95121"/>
                    <a:pt x="17892" y="92568"/>
                    <a:pt x="17892" y="88737"/>
                  </a:cubicBezTo>
                  <a:lnTo>
                    <a:pt x="17892" y="48518"/>
                  </a:lnTo>
                  <a:lnTo>
                    <a:pt x="23643" y="48518"/>
                  </a:lnTo>
                  <a:lnTo>
                    <a:pt x="23643" y="88737"/>
                  </a:lnTo>
                  <a:cubicBezTo>
                    <a:pt x="23643" y="92568"/>
                    <a:pt x="26199" y="95121"/>
                    <a:pt x="30033" y="95121"/>
                  </a:cubicBezTo>
                  <a:cubicBezTo>
                    <a:pt x="33867" y="95121"/>
                    <a:pt x="36423" y="92568"/>
                    <a:pt x="36423" y="88737"/>
                  </a:cubicBezTo>
                  <a:lnTo>
                    <a:pt x="36423" y="48518"/>
                  </a:lnTo>
                  <a:cubicBezTo>
                    <a:pt x="38979" y="47880"/>
                    <a:pt x="41535" y="45326"/>
                    <a:pt x="41535" y="42134"/>
                  </a:cubicBezTo>
                  <a:lnTo>
                    <a:pt x="41535" y="6384"/>
                  </a:lnTo>
                  <a:cubicBezTo>
                    <a:pt x="40896" y="2553"/>
                    <a:pt x="37701" y="0"/>
                    <a:pt x="34506" y="0"/>
                  </a:cubicBezTo>
                  <a:close/>
                </a:path>
              </a:pathLst>
            </a:custGeom>
            <a:solidFill>
              <a:srgbClr val="007CB0"/>
            </a:solidFill>
            <a:ln w="6390" cap="flat">
              <a:noFill/>
              <a:prstDash val="solid"/>
              <a:miter/>
            </a:ln>
          </p:spPr>
          <p:txBody>
            <a:bodyPr rtlCol="0" anchor="ctr"/>
            <a:lstStyle/>
            <a:p>
              <a:endParaRPr lang="en-US"/>
            </a:p>
          </p:txBody>
        </p:sp>
        <p:sp>
          <p:nvSpPr>
            <p:cNvPr id="1384" name="Graphic 4">
              <a:extLst>
                <a:ext uri="{FF2B5EF4-FFF2-40B4-BE49-F238E27FC236}">
                  <a16:creationId xmlns:a16="http://schemas.microsoft.com/office/drawing/2014/main" id="{C5A01B19-1C10-EB4B-9F43-1080FB174D90}"/>
                </a:ext>
              </a:extLst>
            </p:cNvPr>
            <p:cNvSpPr/>
            <p:nvPr/>
          </p:nvSpPr>
          <p:spPr>
            <a:xfrm>
              <a:off x="1619210" y="4454905"/>
              <a:ext cx="30671" cy="30643"/>
            </a:xfrm>
            <a:custGeom>
              <a:avLst/>
              <a:gdLst>
                <a:gd name="connsiteX0" fmla="*/ 30672 w 30671"/>
                <a:gd name="connsiteY0" fmla="*/ 15321 h 30643"/>
                <a:gd name="connsiteX1" fmla="*/ 15336 w 30671"/>
                <a:gd name="connsiteY1" fmla="*/ 30643 h 30643"/>
                <a:gd name="connsiteX2" fmla="*/ 0 w 30671"/>
                <a:gd name="connsiteY2" fmla="*/ 15321 h 30643"/>
                <a:gd name="connsiteX3" fmla="*/ 15336 w 30671"/>
                <a:gd name="connsiteY3" fmla="*/ 0 h 30643"/>
                <a:gd name="connsiteX4" fmla="*/ 30672 w 30671"/>
                <a:gd name="connsiteY4" fmla="*/ 15321 h 3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71" h="30643">
                  <a:moveTo>
                    <a:pt x="30672" y="15321"/>
                  </a:moveTo>
                  <a:cubicBezTo>
                    <a:pt x="30672" y="23783"/>
                    <a:pt x="23806" y="30643"/>
                    <a:pt x="15336" y="30643"/>
                  </a:cubicBezTo>
                  <a:cubicBezTo>
                    <a:pt x="6866" y="30643"/>
                    <a:pt x="0" y="23783"/>
                    <a:pt x="0" y="15321"/>
                  </a:cubicBezTo>
                  <a:cubicBezTo>
                    <a:pt x="0" y="6859"/>
                    <a:pt x="6866" y="0"/>
                    <a:pt x="15336" y="0"/>
                  </a:cubicBezTo>
                  <a:cubicBezTo>
                    <a:pt x="23806" y="0"/>
                    <a:pt x="30672" y="6859"/>
                    <a:pt x="30672" y="15321"/>
                  </a:cubicBezTo>
                  <a:close/>
                </a:path>
              </a:pathLst>
            </a:custGeom>
            <a:solidFill>
              <a:srgbClr val="007CB0"/>
            </a:solidFill>
            <a:ln w="6390" cap="flat">
              <a:noFill/>
              <a:prstDash val="solid"/>
              <a:miter/>
            </a:ln>
          </p:spPr>
          <p:txBody>
            <a:bodyPr rtlCol="0" anchor="ctr"/>
            <a:lstStyle/>
            <a:p>
              <a:endParaRPr lang="en-US"/>
            </a:p>
          </p:txBody>
        </p:sp>
      </p:grpSp>
      <p:grpSp>
        <p:nvGrpSpPr>
          <p:cNvPr id="1385" name="Graphic 4">
            <a:extLst>
              <a:ext uri="{FF2B5EF4-FFF2-40B4-BE49-F238E27FC236}">
                <a16:creationId xmlns:a16="http://schemas.microsoft.com/office/drawing/2014/main" id="{63A3ECD4-13AD-0C43-8682-10DED655A9BE}"/>
              </a:ext>
            </a:extLst>
          </p:cNvPr>
          <p:cNvGrpSpPr/>
          <p:nvPr/>
        </p:nvGrpSpPr>
        <p:grpSpPr>
          <a:xfrm>
            <a:off x="1952764" y="4308712"/>
            <a:ext cx="361674" cy="361333"/>
            <a:chOff x="1952764" y="4308712"/>
            <a:chExt cx="361674" cy="361333"/>
          </a:xfrm>
          <a:solidFill>
            <a:srgbClr val="007CB0"/>
          </a:solidFill>
        </p:grpSpPr>
        <p:sp>
          <p:nvSpPr>
            <p:cNvPr id="1386" name="Graphic 4">
              <a:extLst>
                <a:ext uri="{FF2B5EF4-FFF2-40B4-BE49-F238E27FC236}">
                  <a16:creationId xmlns:a16="http://schemas.microsoft.com/office/drawing/2014/main" id="{E027516D-93EE-5143-920B-3F2A560EE820}"/>
                </a:ext>
              </a:extLst>
            </p:cNvPr>
            <p:cNvSpPr/>
            <p:nvPr/>
          </p:nvSpPr>
          <p:spPr>
            <a:xfrm>
              <a:off x="2124015" y="4459374"/>
              <a:ext cx="26198" cy="55540"/>
            </a:xfrm>
            <a:custGeom>
              <a:avLst/>
              <a:gdLst>
                <a:gd name="connsiteX0" fmla="*/ 10863 w 26198"/>
                <a:gd name="connsiteY0" fmla="*/ 0 h 55540"/>
                <a:gd name="connsiteX1" fmla="*/ 0 w 26198"/>
                <a:gd name="connsiteY1" fmla="*/ 55540 h 55540"/>
                <a:gd name="connsiteX2" fmla="*/ 26199 w 26198"/>
                <a:gd name="connsiteY2" fmla="*/ 55540 h 55540"/>
                <a:gd name="connsiteX3" fmla="*/ 14058 w 26198"/>
                <a:gd name="connsiteY3" fmla="*/ 0 h 55540"/>
              </a:gdLst>
              <a:ahLst/>
              <a:cxnLst>
                <a:cxn ang="0">
                  <a:pos x="connsiteX0" y="connsiteY0"/>
                </a:cxn>
                <a:cxn ang="0">
                  <a:pos x="connsiteX1" y="connsiteY1"/>
                </a:cxn>
                <a:cxn ang="0">
                  <a:pos x="connsiteX2" y="connsiteY2"/>
                </a:cxn>
                <a:cxn ang="0">
                  <a:pos x="connsiteX3" y="connsiteY3"/>
                </a:cxn>
              </a:cxnLst>
              <a:rect l="l" t="t" r="r" b="b"/>
              <a:pathLst>
                <a:path w="26198" h="55540">
                  <a:moveTo>
                    <a:pt x="10863" y="0"/>
                  </a:moveTo>
                  <a:lnTo>
                    <a:pt x="0" y="55540"/>
                  </a:lnTo>
                  <a:lnTo>
                    <a:pt x="26199" y="55540"/>
                  </a:lnTo>
                  <a:lnTo>
                    <a:pt x="14058" y="0"/>
                  </a:lnTo>
                  <a:close/>
                </a:path>
              </a:pathLst>
            </a:custGeom>
            <a:solidFill>
              <a:srgbClr val="007CB0"/>
            </a:solidFill>
            <a:ln w="6390" cap="flat">
              <a:noFill/>
              <a:prstDash val="solid"/>
              <a:miter/>
            </a:ln>
          </p:spPr>
          <p:txBody>
            <a:bodyPr rtlCol="0" anchor="ctr"/>
            <a:lstStyle/>
            <a:p>
              <a:endParaRPr lang="en-US"/>
            </a:p>
          </p:txBody>
        </p:sp>
        <p:sp>
          <p:nvSpPr>
            <p:cNvPr id="1387" name="Graphic 4">
              <a:extLst>
                <a:ext uri="{FF2B5EF4-FFF2-40B4-BE49-F238E27FC236}">
                  <a16:creationId xmlns:a16="http://schemas.microsoft.com/office/drawing/2014/main" id="{1D201C8F-2D6D-5E4D-B34B-80A1C2673467}"/>
                </a:ext>
              </a:extLst>
            </p:cNvPr>
            <p:cNvSpPr/>
            <p:nvPr/>
          </p:nvSpPr>
          <p:spPr>
            <a:xfrm>
              <a:off x="2129765" y="4405748"/>
              <a:ext cx="14057" cy="14044"/>
            </a:xfrm>
            <a:custGeom>
              <a:avLst/>
              <a:gdLst>
                <a:gd name="connsiteX0" fmla="*/ 7029 w 14057"/>
                <a:gd name="connsiteY0" fmla="*/ 14045 h 14044"/>
                <a:gd name="connsiteX1" fmla="*/ 14058 w 14057"/>
                <a:gd name="connsiteY1" fmla="*/ 7022 h 14044"/>
                <a:gd name="connsiteX2" fmla="*/ 7029 w 14057"/>
                <a:gd name="connsiteY2" fmla="*/ 0 h 14044"/>
                <a:gd name="connsiteX3" fmla="*/ 0 w 14057"/>
                <a:gd name="connsiteY3" fmla="*/ 7022 h 14044"/>
                <a:gd name="connsiteX4" fmla="*/ 7029 w 14057"/>
                <a:gd name="connsiteY4" fmla="*/ 14045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14045"/>
                  </a:moveTo>
                  <a:cubicBezTo>
                    <a:pt x="10863" y="14045"/>
                    <a:pt x="14058" y="10853"/>
                    <a:pt x="14058" y="7022"/>
                  </a:cubicBezTo>
                  <a:cubicBezTo>
                    <a:pt x="14058" y="3192"/>
                    <a:pt x="10863" y="0"/>
                    <a:pt x="7029" y="0"/>
                  </a:cubicBezTo>
                  <a:cubicBezTo>
                    <a:pt x="3195" y="0"/>
                    <a:pt x="0" y="3192"/>
                    <a:pt x="0" y="7022"/>
                  </a:cubicBezTo>
                  <a:cubicBezTo>
                    <a:pt x="0" y="10853"/>
                    <a:pt x="3195" y="14045"/>
                    <a:pt x="7029" y="14045"/>
                  </a:cubicBezTo>
                  <a:close/>
                </a:path>
              </a:pathLst>
            </a:custGeom>
            <a:solidFill>
              <a:srgbClr val="007CB0"/>
            </a:solidFill>
            <a:ln w="6390" cap="flat">
              <a:noFill/>
              <a:prstDash val="solid"/>
              <a:miter/>
            </a:ln>
          </p:spPr>
          <p:txBody>
            <a:bodyPr rtlCol="0" anchor="ctr"/>
            <a:lstStyle/>
            <a:p>
              <a:endParaRPr lang="en-US"/>
            </a:p>
          </p:txBody>
        </p:sp>
        <p:sp>
          <p:nvSpPr>
            <p:cNvPr id="1388" name="Graphic 4">
              <a:extLst>
                <a:ext uri="{FF2B5EF4-FFF2-40B4-BE49-F238E27FC236}">
                  <a16:creationId xmlns:a16="http://schemas.microsoft.com/office/drawing/2014/main" id="{09F653DE-7E92-3E4E-B454-035AED5C2E5F}"/>
                </a:ext>
              </a:extLst>
            </p:cNvPr>
            <p:cNvSpPr/>
            <p:nvPr/>
          </p:nvSpPr>
          <p:spPr>
            <a:xfrm>
              <a:off x="1952764" y="4308712"/>
              <a:ext cx="361674" cy="361333"/>
            </a:xfrm>
            <a:custGeom>
              <a:avLst/>
              <a:gdLst>
                <a:gd name="connsiteX0" fmla="*/ 180835 w 361674"/>
                <a:gd name="connsiteY0" fmla="*/ 0 h 361333"/>
                <a:gd name="connsiteX1" fmla="*/ 0 w 361674"/>
                <a:gd name="connsiteY1" fmla="*/ 180667 h 361333"/>
                <a:gd name="connsiteX2" fmla="*/ 180835 w 361674"/>
                <a:gd name="connsiteY2" fmla="*/ 361334 h 361333"/>
                <a:gd name="connsiteX3" fmla="*/ 361670 w 361674"/>
                <a:gd name="connsiteY3" fmla="*/ 180667 h 361333"/>
                <a:gd name="connsiteX4" fmla="*/ 180835 w 361674"/>
                <a:gd name="connsiteY4" fmla="*/ 0 h 361333"/>
                <a:gd name="connsiteX5" fmla="*/ 247290 w 361674"/>
                <a:gd name="connsiteY5" fmla="*/ 146193 h 361333"/>
                <a:gd name="connsiteX6" fmla="*/ 262626 w 361674"/>
                <a:gd name="connsiteY6" fmla="*/ 161515 h 361333"/>
                <a:gd name="connsiteX7" fmla="*/ 247290 w 361674"/>
                <a:gd name="connsiteY7" fmla="*/ 176836 h 361333"/>
                <a:gd name="connsiteX8" fmla="*/ 231955 w 361674"/>
                <a:gd name="connsiteY8" fmla="*/ 161515 h 361333"/>
                <a:gd name="connsiteX9" fmla="*/ 247290 w 361674"/>
                <a:gd name="connsiteY9" fmla="*/ 146193 h 361333"/>
                <a:gd name="connsiteX10" fmla="*/ 184030 w 361674"/>
                <a:gd name="connsiteY10" fmla="*/ 84269 h 361333"/>
                <a:gd name="connsiteX11" fmla="*/ 203839 w 361674"/>
                <a:gd name="connsiteY11" fmla="*/ 104059 h 361333"/>
                <a:gd name="connsiteX12" fmla="*/ 184030 w 361674"/>
                <a:gd name="connsiteY12" fmla="*/ 123849 h 361333"/>
                <a:gd name="connsiteX13" fmla="*/ 164221 w 361674"/>
                <a:gd name="connsiteY13" fmla="*/ 104059 h 361333"/>
                <a:gd name="connsiteX14" fmla="*/ 184030 w 361674"/>
                <a:gd name="connsiteY14" fmla="*/ 84269 h 361333"/>
                <a:gd name="connsiteX15" fmla="*/ 119492 w 361674"/>
                <a:gd name="connsiteY15" fmla="*/ 146193 h 361333"/>
                <a:gd name="connsiteX16" fmla="*/ 134828 w 361674"/>
                <a:gd name="connsiteY16" fmla="*/ 161515 h 361333"/>
                <a:gd name="connsiteX17" fmla="*/ 119492 w 361674"/>
                <a:gd name="connsiteY17" fmla="*/ 176836 h 361333"/>
                <a:gd name="connsiteX18" fmla="*/ 104156 w 361674"/>
                <a:gd name="connsiteY18" fmla="*/ 161515 h 361333"/>
                <a:gd name="connsiteX19" fmla="*/ 119492 w 361674"/>
                <a:gd name="connsiteY19" fmla="*/ 146193 h 361333"/>
                <a:gd name="connsiteX20" fmla="*/ 139940 w 361674"/>
                <a:gd name="connsiteY20" fmla="*/ 224716 h 361333"/>
                <a:gd name="connsiteX21" fmla="*/ 134828 w 361674"/>
                <a:gd name="connsiteY21" fmla="*/ 231100 h 361333"/>
                <a:gd name="connsiteX22" fmla="*/ 134828 w 361674"/>
                <a:gd name="connsiteY22" fmla="*/ 271319 h 361333"/>
                <a:gd name="connsiteX23" fmla="*/ 128438 w 361674"/>
                <a:gd name="connsiteY23" fmla="*/ 277703 h 361333"/>
                <a:gd name="connsiteX24" fmla="*/ 122048 w 361674"/>
                <a:gd name="connsiteY24" fmla="*/ 271319 h 361333"/>
                <a:gd name="connsiteX25" fmla="*/ 122048 w 361674"/>
                <a:gd name="connsiteY25" fmla="*/ 231100 h 361333"/>
                <a:gd name="connsiteX26" fmla="*/ 116297 w 361674"/>
                <a:gd name="connsiteY26" fmla="*/ 231100 h 361333"/>
                <a:gd name="connsiteX27" fmla="*/ 116297 w 361674"/>
                <a:gd name="connsiteY27" fmla="*/ 271319 h 361333"/>
                <a:gd name="connsiteX28" fmla="*/ 109907 w 361674"/>
                <a:gd name="connsiteY28" fmla="*/ 277703 h 361333"/>
                <a:gd name="connsiteX29" fmla="*/ 103517 w 361674"/>
                <a:gd name="connsiteY29" fmla="*/ 271319 h 361333"/>
                <a:gd name="connsiteX30" fmla="*/ 103517 w 361674"/>
                <a:gd name="connsiteY30" fmla="*/ 231100 h 361333"/>
                <a:gd name="connsiteX31" fmla="*/ 98405 w 361674"/>
                <a:gd name="connsiteY31" fmla="*/ 224716 h 361333"/>
                <a:gd name="connsiteX32" fmla="*/ 98405 w 361674"/>
                <a:gd name="connsiteY32" fmla="*/ 188966 h 361333"/>
                <a:gd name="connsiteX33" fmla="*/ 104795 w 361674"/>
                <a:gd name="connsiteY33" fmla="*/ 182582 h 361333"/>
                <a:gd name="connsiteX34" fmla="*/ 132911 w 361674"/>
                <a:gd name="connsiteY34" fmla="*/ 182582 h 361333"/>
                <a:gd name="connsiteX35" fmla="*/ 139301 w 361674"/>
                <a:gd name="connsiteY35" fmla="*/ 188966 h 361333"/>
                <a:gd name="connsiteX36" fmla="*/ 139301 w 361674"/>
                <a:gd name="connsiteY36" fmla="*/ 224716 h 361333"/>
                <a:gd name="connsiteX37" fmla="*/ 210229 w 361674"/>
                <a:gd name="connsiteY37" fmla="*/ 216417 h 361333"/>
                <a:gd name="connsiteX38" fmla="*/ 205117 w 361674"/>
                <a:gd name="connsiteY38" fmla="*/ 218971 h 361333"/>
                <a:gd name="connsiteX39" fmla="*/ 204478 w 361674"/>
                <a:gd name="connsiteY39" fmla="*/ 218971 h 361333"/>
                <a:gd name="connsiteX40" fmla="*/ 204478 w 361674"/>
                <a:gd name="connsiteY40" fmla="*/ 271319 h 361333"/>
                <a:gd name="connsiteX41" fmla="*/ 198088 w 361674"/>
                <a:gd name="connsiteY41" fmla="*/ 277703 h 361333"/>
                <a:gd name="connsiteX42" fmla="*/ 191698 w 361674"/>
                <a:gd name="connsiteY42" fmla="*/ 271319 h 361333"/>
                <a:gd name="connsiteX43" fmla="*/ 191698 w 361674"/>
                <a:gd name="connsiteY43" fmla="*/ 218971 h 361333"/>
                <a:gd name="connsiteX44" fmla="*/ 176362 w 361674"/>
                <a:gd name="connsiteY44" fmla="*/ 218971 h 361333"/>
                <a:gd name="connsiteX45" fmla="*/ 176362 w 361674"/>
                <a:gd name="connsiteY45" fmla="*/ 271319 h 361333"/>
                <a:gd name="connsiteX46" fmla="*/ 169972 w 361674"/>
                <a:gd name="connsiteY46" fmla="*/ 277703 h 361333"/>
                <a:gd name="connsiteX47" fmla="*/ 163582 w 361674"/>
                <a:gd name="connsiteY47" fmla="*/ 271319 h 361333"/>
                <a:gd name="connsiteX48" fmla="*/ 163582 w 361674"/>
                <a:gd name="connsiteY48" fmla="*/ 218971 h 361333"/>
                <a:gd name="connsiteX49" fmla="*/ 162943 w 361674"/>
                <a:gd name="connsiteY49" fmla="*/ 218971 h 361333"/>
                <a:gd name="connsiteX50" fmla="*/ 157831 w 361674"/>
                <a:gd name="connsiteY50" fmla="*/ 216417 h 361333"/>
                <a:gd name="connsiteX51" fmla="*/ 156553 w 361674"/>
                <a:gd name="connsiteY51" fmla="*/ 211310 h 361333"/>
                <a:gd name="connsiteX52" fmla="*/ 170611 w 361674"/>
                <a:gd name="connsiteY52" fmla="*/ 143001 h 361333"/>
                <a:gd name="connsiteX53" fmla="*/ 177001 w 361674"/>
                <a:gd name="connsiteY53" fmla="*/ 137894 h 361333"/>
                <a:gd name="connsiteX54" fmla="*/ 190420 w 361674"/>
                <a:gd name="connsiteY54" fmla="*/ 137894 h 361333"/>
                <a:gd name="connsiteX55" fmla="*/ 196810 w 361674"/>
                <a:gd name="connsiteY55" fmla="*/ 143001 h 361333"/>
                <a:gd name="connsiteX56" fmla="*/ 210868 w 361674"/>
                <a:gd name="connsiteY56" fmla="*/ 211310 h 361333"/>
                <a:gd name="connsiteX57" fmla="*/ 210229 w 361674"/>
                <a:gd name="connsiteY57" fmla="*/ 216417 h 361333"/>
                <a:gd name="connsiteX58" fmla="*/ 265821 w 361674"/>
                <a:gd name="connsiteY58" fmla="*/ 236846 h 361333"/>
                <a:gd name="connsiteX59" fmla="*/ 262626 w 361674"/>
                <a:gd name="connsiteY59" fmla="*/ 238761 h 361333"/>
                <a:gd name="connsiteX60" fmla="*/ 262626 w 361674"/>
                <a:gd name="connsiteY60" fmla="*/ 271319 h 361333"/>
                <a:gd name="connsiteX61" fmla="*/ 256237 w 361674"/>
                <a:gd name="connsiteY61" fmla="*/ 277703 h 361333"/>
                <a:gd name="connsiteX62" fmla="*/ 249847 w 361674"/>
                <a:gd name="connsiteY62" fmla="*/ 271319 h 361333"/>
                <a:gd name="connsiteX63" fmla="*/ 249847 w 361674"/>
                <a:gd name="connsiteY63" fmla="*/ 239399 h 361333"/>
                <a:gd name="connsiteX64" fmla="*/ 244095 w 361674"/>
                <a:gd name="connsiteY64" fmla="*/ 239399 h 361333"/>
                <a:gd name="connsiteX65" fmla="*/ 244095 w 361674"/>
                <a:gd name="connsiteY65" fmla="*/ 271319 h 361333"/>
                <a:gd name="connsiteX66" fmla="*/ 237706 w 361674"/>
                <a:gd name="connsiteY66" fmla="*/ 277703 h 361333"/>
                <a:gd name="connsiteX67" fmla="*/ 231316 w 361674"/>
                <a:gd name="connsiteY67" fmla="*/ 271319 h 361333"/>
                <a:gd name="connsiteX68" fmla="*/ 231316 w 361674"/>
                <a:gd name="connsiteY68" fmla="*/ 238761 h 361333"/>
                <a:gd name="connsiteX69" fmla="*/ 228121 w 361674"/>
                <a:gd name="connsiteY69" fmla="*/ 236846 h 361333"/>
                <a:gd name="connsiteX70" fmla="*/ 226843 w 361674"/>
                <a:gd name="connsiteY70" fmla="*/ 231738 h 361333"/>
                <a:gd name="connsiteX71" fmla="*/ 235789 w 361674"/>
                <a:gd name="connsiteY71" fmla="*/ 187051 h 361333"/>
                <a:gd name="connsiteX72" fmla="*/ 242179 w 361674"/>
                <a:gd name="connsiteY72" fmla="*/ 181944 h 361333"/>
                <a:gd name="connsiteX73" fmla="*/ 251124 w 361674"/>
                <a:gd name="connsiteY73" fmla="*/ 181944 h 361333"/>
                <a:gd name="connsiteX74" fmla="*/ 257514 w 361674"/>
                <a:gd name="connsiteY74" fmla="*/ 187051 h 361333"/>
                <a:gd name="connsiteX75" fmla="*/ 267099 w 361674"/>
                <a:gd name="connsiteY75" fmla="*/ 231738 h 361333"/>
                <a:gd name="connsiteX76" fmla="*/ 265821 w 361674"/>
                <a:gd name="connsiteY76" fmla="*/ 236846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61674" h="361333">
                  <a:moveTo>
                    <a:pt x="180835" y="0"/>
                  </a:moveTo>
                  <a:cubicBezTo>
                    <a:pt x="80513" y="0"/>
                    <a:pt x="0" y="81077"/>
                    <a:pt x="0" y="180667"/>
                  </a:cubicBezTo>
                  <a:cubicBezTo>
                    <a:pt x="0" y="280895"/>
                    <a:pt x="81152" y="361334"/>
                    <a:pt x="180835" y="361334"/>
                  </a:cubicBezTo>
                  <a:cubicBezTo>
                    <a:pt x="280518" y="361334"/>
                    <a:pt x="361670" y="280257"/>
                    <a:pt x="361670" y="180667"/>
                  </a:cubicBezTo>
                  <a:cubicBezTo>
                    <a:pt x="362309" y="81077"/>
                    <a:pt x="281157" y="0"/>
                    <a:pt x="180835" y="0"/>
                  </a:cubicBezTo>
                  <a:close/>
                  <a:moveTo>
                    <a:pt x="247290" y="146193"/>
                  </a:moveTo>
                  <a:cubicBezTo>
                    <a:pt x="255597" y="146193"/>
                    <a:pt x="262626" y="153216"/>
                    <a:pt x="262626" y="161515"/>
                  </a:cubicBezTo>
                  <a:cubicBezTo>
                    <a:pt x="262626" y="169814"/>
                    <a:pt x="255597" y="176836"/>
                    <a:pt x="247290" y="176836"/>
                  </a:cubicBezTo>
                  <a:cubicBezTo>
                    <a:pt x="238984" y="176836"/>
                    <a:pt x="231955" y="169814"/>
                    <a:pt x="231955" y="161515"/>
                  </a:cubicBezTo>
                  <a:cubicBezTo>
                    <a:pt x="231955" y="153216"/>
                    <a:pt x="238984" y="146193"/>
                    <a:pt x="247290" y="146193"/>
                  </a:cubicBezTo>
                  <a:close/>
                  <a:moveTo>
                    <a:pt x="184030" y="84269"/>
                  </a:moveTo>
                  <a:cubicBezTo>
                    <a:pt x="194893" y="84269"/>
                    <a:pt x="203839" y="93206"/>
                    <a:pt x="203839" y="104059"/>
                  </a:cubicBezTo>
                  <a:cubicBezTo>
                    <a:pt x="203839" y="114912"/>
                    <a:pt x="194893" y="123849"/>
                    <a:pt x="184030" y="123849"/>
                  </a:cubicBezTo>
                  <a:cubicBezTo>
                    <a:pt x="173167" y="123849"/>
                    <a:pt x="164221" y="114912"/>
                    <a:pt x="164221" y="104059"/>
                  </a:cubicBezTo>
                  <a:cubicBezTo>
                    <a:pt x="164221" y="93206"/>
                    <a:pt x="173167" y="84269"/>
                    <a:pt x="184030" y="84269"/>
                  </a:cubicBezTo>
                  <a:close/>
                  <a:moveTo>
                    <a:pt x="119492" y="146193"/>
                  </a:moveTo>
                  <a:cubicBezTo>
                    <a:pt x="127799" y="146193"/>
                    <a:pt x="134828" y="153216"/>
                    <a:pt x="134828" y="161515"/>
                  </a:cubicBezTo>
                  <a:cubicBezTo>
                    <a:pt x="134828" y="169814"/>
                    <a:pt x="127799" y="176836"/>
                    <a:pt x="119492" y="176836"/>
                  </a:cubicBezTo>
                  <a:cubicBezTo>
                    <a:pt x="111185" y="176836"/>
                    <a:pt x="104156" y="169814"/>
                    <a:pt x="104156" y="161515"/>
                  </a:cubicBezTo>
                  <a:cubicBezTo>
                    <a:pt x="104156" y="153216"/>
                    <a:pt x="111185" y="146193"/>
                    <a:pt x="119492" y="146193"/>
                  </a:cubicBezTo>
                  <a:close/>
                  <a:moveTo>
                    <a:pt x="139940" y="224716"/>
                  </a:moveTo>
                  <a:cubicBezTo>
                    <a:pt x="139940" y="227908"/>
                    <a:pt x="138023" y="230462"/>
                    <a:pt x="134828" y="231100"/>
                  </a:cubicBezTo>
                  <a:lnTo>
                    <a:pt x="134828" y="271319"/>
                  </a:lnTo>
                  <a:cubicBezTo>
                    <a:pt x="134828" y="275150"/>
                    <a:pt x="132272" y="277703"/>
                    <a:pt x="128438" y="277703"/>
                  </a:cubicBezTo>
                  <a:cubicBezTo>
                    <a:pt x="124604" y="277703"/>
                    <a:pt x="122048" y="275150"/>
                    <a:pt x="122048" y="271319"/>
                  </a:cubicBezTo>
                  <a:lnTo>
                    <a:pt x="122048" y="231100"/>
                  </a:lnTo>
                  <a:lnTo>
                    <a:pt x="116297" y="231100"/>
                  </a:lnTo>
                  <a:lnTo>
                    <a:pt x="116297" y="271319"/>
                  </a:lnTo>
                  <a:cubicBezTo>
                    <a:pt x="116297" y="275150"/>
                    <a:pt x="113741" y="277703"/>
                    <a:pt x="109907" y="277703"/>
                  </a:cubicBezTo>
                  <a:cubicBezTo>
                    <a:pt x="106073" y="277703"/>
                    <a:pt x="103517" y="275150"/>
                    <a:pt x="103517" y="271319"/>
                  </a:cubicBezTo>
                  <a:lnTo>
                    <a:pt x="103517" y="231100"/>
                  </a:lnTo>
                  <a:cubicBezTo>
                    <a:pt x="100961" y="230462"/>
                    <a:pt x="98405" y="227908"/>
                    <a:pt x="98405" y="224716"/>
                  </a:cubicBezTo>
                  <a:lnTo>
                    <a:pt x="98405" y="188966"/>
                  </a:lnTo>
                  <a:cubicBezTo>
                    <a:pt x="98405" y="185135"/>
                    <a:pt x="100961" y="182582"/>
                    <a:pt x="104795" y="182582"/>
                  </a:cubicBezTo>
                  <a:lnTo>
                    <a:pt x="132911" y="182582"/>
                  </a:lnTo>
                  <a:cubicBezTo>
                    <a:pt x="136745" y="182582"/>
                    <a:pt x="139301" y="185135"/>
                    <a:pt x="139301" y="188966"/>
                  </a:cubicBezTo>
                  <a:lnTo>
                    <a:pt x="139301" y="224716"/>
                  </a:lnTo>
                  <a:close/>
                  <a:moveTo>
                    <a:pt x="210229" y="216417"/>
                  </a:moveTo>
                  <a:cubicBezTo>
                    <a:pt x="208951" y="217694"/>
                    <a:pt x="207034" y="218971"/>
                    <a:pt x="205117" y="218971"/>
                  </a:cubicBezTo>
                  <a:lnTo>
                    <a:pt x="204478" y="218971"/>
                  </a:lnTo>
                  <a:lnTo>
                    <a:pt x="204478" y="271319"/>
                  </a:lnTo>
                  <a:cubicBezTo>
                    <a:pt x="204478" y="275150"/>
                    <a:pt x="201922" y="277703"/>
                    <a:pt x="198088" y="277703"/>
                  </a:cubicBezTo>
                  <a:cubicBezTo>
                    <a:pt x="194254" y="277703"/>
                    <a:pt x="191698" y="275150"/>
                    <a:pt x="191698" y="271319"/>
                  </a:cubicBezTo>
                  <a:lnTo>
                    <a:pt x="191698" y="218971"/>
                  </a:lnTo>
                  <a:lnTo>
                    <a:pt x="176362" y="218971"/>
                  </a:lnTo>
                  <a:lnTo>
                    <a:pt x="176362" y="271319"/>
                  </a:lnTo>
                  <a:cubicBezTo>
                    <a:pt x="176362" y="275150"/>
                    <a:pt x="173806" y="277703"/>
                    <a:pt x="169972" y="277703"/>
                  </a:cubicBezTo>
                  <a:cubicBezTo>
                    <a:pt x="166138" y="277703"/>
                    <a:pt x="163582" y="275150"/>
                    <a:pt x="163582" y="271319"/>
                  </a:cubicBezTo>
                  <a:lnTo>
                    <a:pt x="163582" y="218971"/>
                  </a:lnTo>
                  <a:lnTo>
                    <a:pt x="162943" y="218971"/>
                  </a:lnTo>
                  <a:cubicBezTo>
                    <a:pt x="161026" y="218971"/>
                    <a:pt x="159109" y="218332"/>
                    <a:pt x="157831" y="216417"/>
                  </a:cubicBezTo>
                  <a:cubicBezTo>
                    <a:pt x="156553" y="214502"/>
                    <a:pt x="155914" y="213225"/>
                    <a:pt x="156553" y="211310"/>
                  </a:cubicBezTo>
                  <a:lnTo>
                    <a:pt x="170611" y="143001"/>
                  </a:lnTo>
                  <a:cubicBezTo>
                    <a:pt x="171250" y="139809"/>
                    <a:pt x="173806" y="137894"/>
                    <a:pt x="177001" y="137894"/>
                  </a:cubicBezTo>
                  <a:lnTo>
                    <a:pt x="190420" y="137894"/>
                  </a:lnTo>
                  <a:cubicBezTo>
                    <a:pt x="193615" y="137894"/>
                    <a:pt x="196171" y="139809"/>
                    <a:pt x="196810" y="143001"/>
                  </a:cubicBezTo>
                  <a:lnTo>
                    <a:pt x="210868" y="211310"/>
                  </a:lnTo>
                  <a:cubicBezTo>
                    <a:pt x="211507" y="213225"/>
                    <a:pt x="211507" y="215140"/>
                    <a:pt x="210229" y="216417"/>
                  </a:cubicBezTo>
                  <a:close/>
                  <a:moveTo>
                    <a:pt x="265821" y="236846"/>
                  </a:moveTo>
                  <a:cubicBezTo>
                    <a:pt x="265182" y="238122"/>
                    <a:pt x="263904" y="238122"/>
                    <a:pt x="262626" y="238761"/>
                  </a:cubicBezTo>
                  <a:lnTo>
                    <a:pt x="262626" y="271319"/>
                  </a:lnTo>
                  <a:cubicBezTo>
                    <a:pt x="262626" y="275150"/>
                    <a:pt x="260070" y="277703"/>
                    <a:pt x="256237" y="277703"/>
                  </a:cubicBezTo>
                  <a:cubicBezTo>
                    <a:pt x="252403" y="277703"/>
                    <a:pt x="249847" y="275150"/>
                    <a:pt x="249847" y="271319"/>
                  </a:cubicBezTo>
                  <a:lnTo>
                    <a:pt x="249847" y="239399"/>
                  </a:lnTo>
                  <a:lnTo>
                    <a:pt x="244095" y="239399"/>
                  </a:lnTo>
                  <a:lnTo>
                    <a:pt x="244095" y="271319"/>
                  </a:lnTo>
                  <a:cubicBezTo>
                    <a:pt x="244095" y="275150"/>
                    <a:pt x="241540" y="277703"/>
                    <a:pt x="237706" y="277703"/>
                  </a:cubicBezTo>
                  <a:cubicBezTo>
                    <a:pt x="233872" y="277703"/>
                    <a:pt x="231316" y="275150"/>
                    <a:pt x="231316" y="271319"/>
                  </a:cubicBezTo>
                  <a:lnTo>
                    <a:pt x="231316" y="238761"/>
                  </a:lnTo>
                  <a:cubicBezTo>
                    <a:pt x="230038" y="238122"/>
                    <a:pt x="228760" y="238122"/>
                    <a:pt x="228121" y="236846"/>
                  </a:cubicBezTo>
                  <a:cubicBezTo>
                    <a:pt x="226843" y="235569"/>
                    <a:pt x="226204" y="233654"/>
                    <a:pt x="226843" y="231738"/>
                  </a:cubicBezTo>
                  <a:lnTo>
                    <a:pt x="235789" y="187051"/>
                  </a:lnTo>
                  <a:cubicBezTo>
                    <a:pt x="236428" y="183859"/>
                    <a:pt x="238984" y="181944"/>
                    <a:pt x="242179" y="181944"/>
                  </a:cubicBezTo>
                  <a:lnTo>
                    <a:pt x="251124" y="181944"/>
                  </a:lnTo>
                  <a:cubicBezTo>
                    <a:pt x="254319" y="181944"/>
                    <a:pt x="256875" y="183859"/>
                    <a:pt x="257514" y="187051"/>
                  </a:cubicBezTo>
                  <a:lnTo>
                    <a:pt x="267099" y="231738"/>
                  </a:lnTo>
                  <a:cubicBezTo>
                    <a:pt x="267738" y="233654"/>
                    <a:pt x="267099" y="235569"/>
                    <a:pt x="265821" y="236846"/>
                  </a:cubicBezTo>
                  <a:close/>
                </a:path>
              </a:pathLst>
            </a:custGeom>
            <a:solidFill>
              <a:srgbClr val="007CB0"/>
            </a:solidFill>
            <a:ln w="6390" cap="flat">
              <a:noFill/>
              <a:prstDash val="solid"/>
              <a:miter/>
            </a:ln>
          </p:spPr>
          <p:txBody>
            <a:bodyPr rtlCol="0" anchor="ctr"/>
            <a:lstStyle/>
            <a:p>
              <a:endParaRPr lang="en-US"/>
            </a:p>
          </p:txBody>
        </p:sp>
      </p:grpSp>
      <p:grpSp>
        <p:nvGrpSpPr>
          <p:cNvPr id="1389" name="Graphic 4">
            <a:extLst>
              <a:ext uri="{FF2B5EF4-FFF2-40B4-BE49-F238E27FC236}">
                <a16:creationId xmlns:a16="http://schemas.microsoft.com/office/drawing/2014/main" id="{6E04EBFB-BAA3-E04D-814F-504535545C67}"/>
              </a:ext>
            </a:extLst>
          </p:cNvPr>
          <p:cNvGrpSpPr/>
          <p:nvPr/>
        </p:nvGrpSpPr>
        <p:grpSpPr>
          <a:xfrm>
            <a:off x="2561086" y="4308712"/>
            <a:ext cx="361670" cy="361333"/>
            <a:chOff x="2561086" y="4308712"/>
            <a:chExt cx="361670" cy="361333"/>
          </a:xfrm>
          <a:solidFill>
            <a:srgbClr val="007CB0"/>
          </a:solidFill>
        </p:grpSpPr>
        <p:sp>
          <p:nvSpPr>
            <p:cNvPr id="1390" name="Graphic 4">
              <a:extLst>
                <a:ext uri="{FF2B5EF4-FFF2-40B4-BE49-F238E27FC236}">
                  <a16:creationId xmlns:a16="http://schemas.microsoft.com/office/drawing/2014/main" id="{02E460CF-BBC2-BE41-9F25-D5EC6186D187}"/>
                </a:ext>
              </a:extLst>
            </p:cNvPr>
            <p:cNvSpPr/>
            <p:nvPr/>
          </p:nvSpPr>
          <p:spPr>
            <a:xfrm>
              <a:off x="2561086"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7 h 361333"/>
                <a:gd name="connsiteX8" fmla="*/ 348891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257"/>
                    <a:pt x="81152" y="361334"/>
                    <a:pt x="180835" y="361334"/>
                  </a:cubicBezTo>
                  <a:cubicBezTo>
                    <a:pt x="280518" y="361334"/>
                    <a:pt x="361670" y="280257"/>
                    <a:pt x="361670" y="180667"/>
                  </a:cubicBezTo>
                  <a:cubicBezTo>
                    <a:pt x="361670" y="81077"/>
                    <a:pt x="280518" y="0"/>
                    <a:pt x="180835" y="0"/>
                  </a:cubicBezTo>
                  <a:close/>
                  <a:moveTo>
                    <a:pt x="180835" y="349204"/>
                  </a:moveTo>
                  <a:cubicBezTo>
                    <a:pt x="88181" y="349204"/>
                    <a:pt x="12780" y="273873"/>
                    <a:pt x="12780" y="181305"/>
                  </a:cubicBezTo>
                  <a:cubicBezTo>
                    <a:pt x="12780" y="88738"/>
                    <a:pt x="88181" y="13407"/>
                    <a:pt x="180835" y="13407"/>
                  </a:cubicBezTo>
                  <a:cubicBezTo>
                    <a:pt x="273489" y="13407"/>
                    <a:pt x="348891" y="88738"/>
                    <a:pt x="348891" y="181305"/>
                  </a:cubicBezTo>
                  <a:cubicBezTo>
                    <a:pt x="348891" y="273873"/>
                    <a:pt x="273489" y="349204"/>
                    <a:pt x="180835" y="349204"/>
                  </a:cubicBezTo>
                  <a:close/>
                </a:path>
              </a:pathLst>
            </a:custGeom>
            <a:solidFill>
              <a:srgbClr val="007CB0"/>
            </a:solidFill>
            <a:ln w="6390" cap="flat">
              <a:noFill/>
              <a:prstDash val="solid"/>
              <a:miter/>
            </a:ln>
          </p:spPr>
          <p:txBody>
            <a:bodyPr rtlCol="0" anchor="ctr"/>
            <a:lstStyle/>
            <a:p>
              <a:endParaRPr lang="en-US"/>
            </a:p>
          </p:txBody>
        </p:sp>
        <p:sp>
          <p:nvSpPr>
            <p:cNvPr id="1391" name="Graphic 4">
              <a:extLst>
                <a:ext uri="{FF2B5EF4-FFF2-40B4-BE49-F238E27FC236}">
                  <a16:creationId xmlns:a16="http://schemas.microsoft.com/office/drawing/2014/main" id="{03E88E59-137D-9A43-A7AD-A12F60EF0C63}"/>
                </a:ext>
              </a:extLst>
            </p:cNvPr>
            <p:cNvSpPr/>
            <p:nvPr/>
          </p:nvSpPr>
          <p:spPr>
            <a:xfrm>
              <a:off x="2793041" y="4449798"/>
              <a:ext cx="30671" cy="30643"/>
            </a:xfrm>
            <a:custGeom>
              <a:avLst/>
              <a:gdLst>
                <a:gd name="connsiteX0" fmla="*/ 30672 w 30671"/>
                <a:gd name="connsiteY0" fmla="*/ 15321 h 30643"/>
                <a:gd name="connsiteX1" fmla="*/ 15336 w 30671"/>
                <a:gd name="connsiteY1" fmla="*/ 30643 h 30643"/>
                <a:gd name="connsiteX2" fmla="*/ 0 w 30671"/>
                <a:gd name="connsiteY2" fmla="*/ 15321 h 30643"/>
                <a:gd name="connsiteX3" fmla="*/ 15336 w 30671"/>
                <a:gd name="connsiteY3" fmla="*/ 0 h 30643"/>
                <a:gd name="connsiteX4" fmla="*/ 30672 w 30671"/>
                <a:gd name="connsiteY4" fmla="*/ 15321 h 3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71" h="30643">
                  <a:moveTo>
                    <a:pt x="30672" y="15321"/>
                  </a:moveTo>
                  <a:cubicBezTo>
                    <a:pt x="30672" y="23783"/>
                    <a:pt x="23806" y="30643"/>
                    <a:pt x="15336" y="30643"/>
                  </a:cubicBezTo>
                  <a:cubicBezTo>
                    <a:pt x="6866" y="30643"/>
                    <a:pt x="0" y="23783"/>
                    <a:pt x="0" y="15321"/>
                  </a:cubicBezTo>
                  <a:cubicBezTo>
                    <a:pt x="0" y="6860"/>
                    <a:pt x="6866" y="0"/>
                    <a:pt x="15336" y="0"/>
                  </a:cubicBezTo>
                  <a:cubicBezTo>
                    <a:pt x="23806" y="0"/>
                    <a:pt x="30672" y="6860"/>
                    <a:pt x="30672" y="15321"/>
                  </a:cubicBezTo>
                  <a:close/>
                </a:path>
              </a:pathLst>
            </a:custGeom>
            <a:solidFill>
              <a:srgbClr val="007CB0"/>
            </a:solidFill>
            <a:ln w="6390" cap="flat">
              <a:noFill/>
              <a:prstDash val="solid"/>
              <a:miter/>
            </a:ln>
          </p:spPr>
          <p:txBody>
            <a:bodyPr rtlCol="0" anchor="ctr"/>
            <a:lstStyle/>
            <a:p>
              <a:endParaRPr lang="en-US"/>
            </a:p>
          </p:txBody>
        </p:sp>
        <p:sp>
          <p:nvSpPr>
            <p:cNvPr id="1392" name="Graphic 4">
              <a:extLst>
                <a:ext uri="{FF2B5EF4-FFF2-40B4-BE49-F238E27FC236}">
                  <a16:creationId xmlns:a16="http://schemas.microsoft.com/office/drawing/2014/main" id="{664B30E3-C8A9-4D40-8622-08379BE85515}"/>
                </a:ext>
              </a:extLst>
            </p:cNvPr>
            <p:cNvSpPr/>
            <p:nvPr/>
          </p:nvSpPr>
          <p:spPr>
            <a:xfrm>
              <a:off x="2788317" y="4485548"/>
              <a:ext cx="40758" cy="95759"/>
            </a:xfrm>
            <a:custGeom>
              <a:avLst/>
              <a:gdLst>
                <a:gd name="connsiteX0" fmla="*/ 24533 w 40758"/>
                <a:gd name="connsiteY0" fmla="*/ 0 h 95759"/>
                <a:gd name="connsiteX1" fmla="*/ 15587 w 40758"/>
                <a:gd name="connsiteY1" fmla="*/ 0 h 95759"/>
                <a:gd name="connsiteX2" fmla="*/ 9197 w 40758"/>
                <a:gd name="connsiteY2" fmla="*/ 5107 h 95759"/>
                <a:gd name="connsiteX3" fmla="*/ 251 w 40758"/>
                <a:gd name="connsiteY3" fmla="*/ 49795 h 95759"/>
                <a:gd name="connsiteX4" fmla="*/ 1529 w 40758"/>
                <a:gd name="connsiteY4" fmla="*/ 54902 h 95759"/>
                <a:gd name="connsiteX5" fmla="*/ 4724 w 40758"/>
                <a:gd name="connsiteY5" fmla="*/ 56818 h 95759"/>
                <a:gd name="connsiteX6" fmla="*/ 4724 w 40758"/>
                <a:gd name="connsiteY6" fmla="*/ 89376 h 95759"/>
                <a:gd name="connsiteX7" fmla="*/ 11114 w 40758"/>
                <a:gd name="connsiteY7" fmla="*/ 95760 h 95759"/>
                <a:gd name="connsiteX8" fmla="*/ 17504 w 40758"/>
                <a:gd name="connsiteY8" fmla="*/ 89376 h 95759"/>
                <a:gd name="connsiteX9" fmla="*/ 17504 w 40758"/>
                <a:gd name="connsiteY9" fmla="*/ 57456 h 95759"/>
                <a:gd name="connsiteX10" fmla="*/ 23255 w 40758"/>
                <a:gd name="connsiteY10" fmla="*/ 57456 h 95759"/>
                <a:gd name="connsiteX11" fmla="*/ 23255 w 40758"/>
                <a:gd name="connsiteY11" fmla="*/ 89376 h 95759"/>
                <a:gd name="connsiteX12" fmla="*/ 29644 w 40758"/>
                <a:gd name="connsiteY12" fmla="*/ 95760 h 95759"/>
                <a:gd name="connsiteX13" fmla="*/ 36034 w 40758"/>
                <a:gd name="connsiteY13" fmla="*/ 89376 h 95759"/>
                <a:gd name="connsiteX14" fmla="*/ 36034 w 40758"/>
                <a:gd name="connsiteY14" fmla="*/ 56818 h 95759"/>
                <a:gd name="connsiteX15" fmla="*/ 39229 w 40758"/>
                <a:gd name="connsiteY15" fmla="*/ 54902 h 95759"/>
                <a:gd name="connsiteX16" fmla="*/ 40507 w 40758"/>
                <a:gd name="connsiteY16" fmla="*/ 49795 h 95759"/>
                <a:gd name="connsiteX17" fmla="*/ 30923 w 40758"/>
                <a:gd name="connsiteY17" fmla="*/ 5107 h 95759"/>
                <a:gd name="connsiteX18" fmla="*/ 24533 w 40758"/>
                <a:gd name="connsiteY18" fmla="*/ 0 h 95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758" h="95759">
                  <a:moveTo>
                    <a:pt x="24533" y="0"/>
                  </a:moveTo>
                  <a:lnTo>
                    <a:pt x="15587" y="0"/>
                  </a:lnTo>
                  <a:cubicBezTo>
                    <a:pt x="12392" y="0"/>
                    <a:pt x="9836" y="1915"/>
                    <a:pt x="9197" y="5107"/>
                  </a:cubicBezTo>
                  <a:lnTo>
                    <a:pt x="251" y="49795"/>
                  </a:lnTo>
                  <a:cubicBezTo>
                    <a:pt x="-388" y="51710"/>
                    <a:pt x="251" y="53626"/>
                    <a:pt x="1529" y="54902"/>
                  </a:cubicBezTo>
                  <a:cubicBezTo>
                    <a:pt x="2168" y="56179"/>
                    <a:pt x="3446" y="56179"/>
                    <a:pt x="4724" y="56818"/>
                  </a:cubicBezTo>
                  <a:lnTo>
                    <a:pt x="4724" y="89376"/>
                  </a:lnTo>
                  <a:cubicBezTo>
                    <a:pt x="4724" y="93206"/>
                    <a:pt x="7280" y="95760"/>
                    <a:pt x="11114" y="95760"/>
                  </a:cubicBezTo>
                  <a:cubicBezTo>
                    <a:pt x="14948" y="95760"/>
                    <a:pt x="17504" y="93206"/>
                    <a:pt x="17504" y="89376"/>
                  </a:cubicBezTo>
                  <a:lnTo>
                    <a:pt x="17504" y="57456"/>
                  </a:lnTo>
                  <a:lnTo>
                    <a:pt x="23255" y="57456"/>
                  </a:lnTo>
                  <a:lnTo>
                    <a:pt x="23255" y="89376"/>
                  </a:lnTo>
                  <a:cubicBezTo>
                    <a:pt x="23255" y="93206"/>
                    <a:pt x="25810" y="95760"/>
                    <a:pt x="29644" y="95760"/>
                  </a:cubicBezTo>
                  <a:cubicBezTo>
                    <a:pt x="33478" y="95760"/>
                    <a:pt x="36034" y="93206"/>
                    <a:pt x="36034" y="89376"/>
                  </a:cubicBezTo>
                  <a:lnTo>
                    <a:pt x="36034" y="56818"/>
                  </a:lnTo>
                  <a:cubicBezTo>
                    <a:pt x="37312" y="56179"/>
                    <a:pt x="38590" y="56179"/>
                    <a:pt x="39229" y="54902"/>
                  </a:cubicBezTo>
                  <a:cubicBezTo>
                    <a:pt x="40507" y="53626"/>
                    <a:pt x="41146" y="51710"/>
                    <a:pt x="40507" y="49795"/>
                  </a:cubicBezTo>
                  <a:lnTo>
                    <a:pt x="30923" y="5107"/>
                  </a:lnTo>
                  <a:cubicBezTo>
                    <a:pt x="30283" y="1915"/>
                    <a:pt x="27728" y="0"/>
                    <a:pt x="24533" y="0"/>
                  </a:cubicBezTo>
                  <a:close/>
                </a:path>
              </a:pathLst>
            </a:custGeom>
            <a:solidFill>
              <a:srgbClr val="007CB0"/>
            </a:solidFill>
            <a:ln w="6390" cap="flat">
              <a:noFill/>
              <a:prstDash val="solid"/>
              <a:miter/>
            </a:ln>
          </p:spPr>
          <p:txBody>
            <a:bodyPr rtlCol="0" anchor="ctr"/>
            <a:lstStyle/>
            <a:p>
              <a:endParaRPr lang="en-US"/>
            </a:p>
          </p:txBody>
        </p:sp>
        <p:sp>
          <p:nvSpPr>
            <p:cNvPr id="1393" name="Graphic 4">
              <a:extLst>
                <a:ext uri="{FF2B5EF4-FFF2-40B4-BE49-F238E27FC236}">
                  <a16:creationId xmlns:a16="http://schemas.microsoft.com/office/drawing/2014/main" id="{464DDF4A-4F74-0C40-8073-56A9C550520D}"/>
                </a:ext>
              </a:extLst>
            </p:cNvPr>
            <p:cNvSpPr/>
            <p:nvPr/>
          </p:nvSpPr>
          <p:spPr>
            <a:xfrm>
              <a:off x="2655018" y="4486186"/>
              <a:ext cx="41534" cy="95121"/>
            </a:xfrm>
            <a:custGeom>
              <a:avLst/>
              <a:gdLst>
                <a:gd name="connsiteX0" fmla="*/ 34506 w 41534"/>
                <a:gd name="connsiteY0" fmla="*/ 0 h 95121"/>
                <a:gd name="connsiteX1" fmla="*/ 6390 w 41534"/>
                <a:gd name="connsiteY1" fmla="*/ 0 h 95121"/>
                <a:gd name="connsiteX2" fmla="*/ 0 w 41534"/>
                <a:gd name="connsiteY2" fmla="*/ 6384 h 95121"/>
                <a:gd name="connsiteX3" fmla="*/ 0 w 41534"/>
                <a:gd name="connsiteY3" fmla="*/ 42135 h 95121"/>
                <a:gd name="connsiteX4" fmla="*/ 5112 w 41534"/>
                <a:gd name="connsiteY4" fmla="*/ 48519 h 95121"/>
                <a:gd name="connsiteX5" fmla="*/ 5112 w 41534"/>
                <a:gd name="connsiteY5" fmla="*/ 88738 h 95121"/>
                <a:gd name="connsiteX6" fmla="*/ 11502 w 41534"/>
                <a:gd name="connsiteY6" fmla="*/ 95121 h 95121"/>
                <a:gd name="connsiteX7" fmla="*/ 17892 w 41534"/>
                <a:gd name="connsiteY7" fmla="*/ 88738 h 95121"/>
                <a:gd name="connsiteX8" fmla="*/ 17892 w 41534"/>
                <a:gd name="connsiteY8" fmla="*/ 48519 h 95121"/>
                <a:gd name="connsiteX9" fmla="*/ 23643 w 41534"/>
                <a:gd name="connsiteY9" fmla="*/ 48519 h 95121"/>
                <a:gd name="connsiteX10" fmla="*/ 23643 w 41534"/>
                <a:gd name="connsiteY10" fmla="*/ 88738 h 95121"/>
                <a:gd name="connsiteX11" fmla="*/ 30033 w 41534"/>
                <a:gd name="connsiteY11" fmla="*/ 95121 h 95121"/>
                <a:gd name="connsiteX12" fmla="*/ 36423 w 41534"/>
                <a:gd name="connsiteY12" fmla="*/ 88738 h 95121"/>
                <a:gd name="connsiteX13" fmla="*/ 36423 w 41534"/>
                <a:gd name="connsiteY13" fmla="*/ 48519 h 95121"/>
                <a:gd name="connsiteX14" fmla="*/ 41535 w 41534"/>
                <a:gd name="connsiteY14" fmla="*/ 42135 h 95121"/>
                <a:gd name="connsiteX15" fmla="*/ 41535 w 41534"/>
                <a:gd name="connsiteY15" fmla="*/ 6384 h 95121"/>
                <a:gd name="connsiteX16" fmla="*/ 34506 w 41534"/>
                <a:gd name="connsiteY16" fmla="*/ 0 h 95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534" h="95121">
                  <a:moveTo>
                    <a:pt x="34506" y="0"/>
                  </a:moveTo>
                  <a:lnTo>
                    <a:pt x="6390" y="0"/>
                  </a:lnTo>
                  <a:cubicBezTo>
                    <a:pt x="2556" y="0"/>
                    <a:pt x="0" y="2554"/>
                    <a:pt x="0" y="6384"/>
                  </a:cubicBezTo>
                  <a:lnTo>
                    <a:pt x="0" y="42135"/>
                  </a:lnTo>
                  <a:cubicBezTo>
                    <a:pt x="0" y="45327"/>
                    <a:pt x="1917" y="47880"/>
                    <a:pt x="5112" y="48519"/>
                  </a:cubicBezTo>
                  <a:lnTo>
                    <a:pt x="5112" y="88738"/>
                  </a:lnTo>
                  <a:cubicBezTo>
                    <a:pt x="5112" y="92568"/>
                    <a:pt x="7668" y="95121"/>
                    <a:pt x="11502" y="95121"/>
                  </a:cubicBezTo>
                  <a:cubicBezTo>
                    <a:pt x="15336" y="95121"/>
                    <a:pt x="17892" y="92568"/>
                    <a:pt x="17892" y="88738"/>
                  </a:cubicBezTo>
                  <a:lnTo>
                    <a:pt x="17892" y="48519"/>
                  </a:lnTo>
                  <a:lnTo>
                    <a:pt x="23643" y="48519"/>
                  </a:lnTo>
                  <a:lnTo>
                    <a:pt x="23643" y="88738"/>
                  </a:lnTo>
                  <a:cubicBezTo>
                    <a:pt x="23643" y="92568"/>
                    <a:pt x="26199" y="95121"/>
                    <a:pt x="30033" y="95121"/>
                  </a:cubicBezTo>
                  <a:cubicBezTo>
                    <a:pt x="33867" y="95121"/>
                    <a:pt x="36423" y="92568"/>
                    <a:pt x="36423" y="88738"/>
                  </a:cubicBezTo>
                  <a:lnTo>
                    <a:pt x="36423" y="48519"/>
                  </a:lnTo>
                  <a:cubicBezTo>
                    <a:pt x="38979" y="47880"/>
                    <a:pt x="41535" y="45327"/>
                    <a:pt x="41535" y="42135"/>
                  </a:cubicBezTo>
                  <a:lnTo>
                    <a:pt x="41535" y="6384"/>
                  </a:lnTo>
                  <a:cubicBezTo>
                    <a:pt x="40896" y="3192"/>
                    <a:pt x="37701" y="0"/>
                    <a:pt x="34506" y="0"/>
                  </a:cubicBezTo>
                  <a:close/>
                </a:path>
              </a:pathLst>
            </a:custGeom>
            <a:solidFill>
              <a:srgbClr val="007CB0"/>
            </a:solidFill>
            <a:ln w="6390" cap="flat">
              <a:noFill/>
              <a:prstDash val="solid"/>
              <a:miter/>
            </a:ln>
          </p:spPr>
          <p:txBody>
            <a:bodyPr rtlCol="0" anchor="ctr"/>
            <a:lstStyle/>
            <a:p>
              <a:endParaRPr lang="en-US"/>
            </a:p>
          </p:txBody>
        </p:sp>
        <p:sp>
          <p:nvSpPr>
            <p:cNvPr id="1394" name="Graphic 4">
              <a:extLst>
                <a:ext uri="{FF2B5EF4-FFF2-40B4-BE49-F238E27FC236}">
                  <a16:creationId xmlns:a16="http://schemas.microsoft.com/office/drawing/2014/main" id="{F387E99D-3990-E745-B69D-D6DF4D55550F}"/>
                </a:ext>
              </a:extLst>
            </p:cNvPr>
            <p:cNvSpPr/>
            <p:nvPr/>
          </p:nvSpPr>
          <p:spPr>
            <a:xfrm>
              <a:off x="2660130" y="4449798"/>
              <a:ext cx="30671" cy="30643"/>
            </a:xfrm>
            <a:custGeom>
              <a:avLst/>
              <a:gdLst>
                <a:gd name="connsiteX0" fmla="*/ 30672 w 30671"/>
                <a:gd name="connsiteY0" fmla="*/ 15321 h 30643"/>
                <a:gd name="connsiteX1" fmla="*/ 15336 w 30671"/>
                <a:gd name="connsiteY1" fmla="*/ 30643 h 30643"/>
                <a:gd name="connsiteX2" fmla="*/ 0 w 30671"/>
                <a:gd name="connsiteY2" fmla="*/ 15321 h 30643"/>
                <a:gd name="connsiteX3" fmla="*/ 15336 w 30671"/>
                <a:gd name="connsiteY3" fmla="*/ 0 h 30643"/>
                <a:gd name="connsiteX4" fmla="*/ 30672 w 30671"/>
                <a:gd name="connsiteY4" fmla="*/ 15321 h 3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71" h="30643">
                  <a:moveTo>
                    <a:pt x="30672" y="15321"/>
                  </a:moveTo>
                  <a:cubicBezTo>
                    <a:pt x="30672" y="23783"/>
                    <a:pt x="23806" y="30643"/>
                    <a:pt x="15336" y="30643"/>
                  </a:cubicBezTo>
                  <a:cubicBezTo>
                    <a:pt x="6866" y="30643"/>
                    <a:pt x="0" y="23783"/>
                    <a:pt x="0" y="15321"/>
                  </a:cubicBezTo>
                  <a:cubicBezTo>
                    <a:pt x="0" y="6860"/>
                    <a:pt x="6866" y="0"/>
                    <a:pt x="15336" y="0"/>
                  </a:cubicBezTo>
                  <a:cubicBezTo>
                    <a:pt x="23806" y="0"/>
                    <a:pt x="30672" y="6860"/>
                    <a:pt x="30672" y="15321"/>
                  </a:cubicBezTo>
                  <a:close/>
                </a:path>
              </a:pathLst>
            </a:custGeom>
            <a:solidFill>
              <a:srgbClr val="007CB0"/>
            </a:solidFill>
            <a:ln w="6390" cap="flat">
              <a:noFill/>
              <a:prstDash val="solid"/>
              <a:miter/>
            </a:ln>
          </p:spPr>
          <p:txBody>
            <a:bodyPr rtlCol="0" anchor="ctr"/>
            <a:lstStyle/>
            <a:p>
              <a:endParaRPr lang="en-US"/>
            </a:p>
          </p:txBody>
        </p:sp>
        <p:sp>
          <p:nvSpPr>
            <p:cNvPr id="1395" name="Graphic 4">
              <a:extLst>
                <a:ext uri="{FF2B5EF4-FFF2-40B4-BE49-F238E27FC236}">
                  <a16:creationId xmlns:a16="http://schemas.microsoft.com/office/drawing/2014/main" id="{3F98E9EF-5C0B-FC44-A765-3A2B4A412769}"/>
                </a:ext>
              </a:extLst>
            </p:cNvPr>
            <p:cNvSpPr/>
            <p:nvPr/>
          </p:nvSpPr>
          <p:spPr>
            <a:xfrm>
              <a:off x="2713806" y="4443414"/>
              <a:ext cx="56231" cy="137893"/>
            </a:xfrm>
            <a:custGeom>
              <a:avLst/>
              <a:gdLst>
                <a:gd name="connsiteX0" fmla="*/ 49841 w 56231"/>
                <a:gd name="connsiteY0" fmla="*/ 0 h 137893"/>
                <a:gd name="connsiteX1" fmla="*/ 6390 w 56231"/>
                <a:gd name="connsiteY1" fmla="*/ 0 h 137893"/>
                <a:gd name="connsiteX2" fmla="*/ 0 w 56231"/>
                <a:gd name="connsiteY2" fmla="*/ 6384 h 137893"/>
                <a:gd name="connsiteX3" fmla="*/ 0 w 56231"/>
                <a:gd name="connsiteY3" fmla="*/ 60648 h 137893"/>
                <a:gd name="connsiteX4" fmla="*/ 6390 w 56231"/>
                <a:gd name="connsiteY4" fmla="*/ 67032 h 137893"/>
                <a:gd name="connsiteX5" fmla="*/ 7668 w 56231"/>
                <a:gd name="connsiteY5" fmla="*/ 67032 h 137893"/>
                <a:gd name="connsiteX6" fmla="*/ 7668 w 56231"/>
                <a:gd name="connsiteY6" fmla="*/ 131510 h 137893"/>
                <a:gd name="connsiteX7" fmla="*/ 14058 w 56231"/>
                <a:gd name="connsiteY7" fmla="*/ 137894 h 137893"/>
                <a:gd name="connsiteX8" fmla="*/ 20448 w 56231"/>
                <a:gd name="connsiteY8" fmla="*/ 131510 h 137893"/>
                <a:gd name="connsiteX9" fmla="*/ 20448 w 56231"/>
                <a:gd name="connsiteY9" fmla="*/ 67032 h 137893"/>
                <a:gd name="connsiteX10" fmla="*/ 35783 w 56231"/>
                <a:gd name="connsiteY10" fmla="*/ 67032 h 137893"/>
                <a:gd name="connsiteX11" fmla="*/ 35783 w 56231"/>
                <a:gd name="connsiteY11" fmla="*/ 131510 h 137893"/>
                <a:gd name="connsiteX12" fmla="*/ 42173 w 56231"/>
                <a:gd name="connsiteY12" fmla="*/ 137894 h 137893"/>
                <a:gd name="connsiteX13" fmla="*/ 48563 w 56231"/>
                <a:gd name="connsiteY13" fmla="*/ 131510 h 137893"/>
                <a:gd name="connsiteX14" fmla="*/ 48563 w 56231"/>
                <a:gd name="connsiteY14" fmla="*/ 67032 h 137893"/>
                <a:gd name="connsiteX15" fmla="*/ 49841 w 56231"/>
                <a:gd name="connsiteY15" fmla="*/ 67032 h 137893"/>
                <a:gd name="connsiteX16" fmla="*/ 56231 w 56231"/>
                <a:gd name="connsiteY16" fmla="*/ 60648 h 137893"/>
                <a:gd name="connsiteX17" fmla="*/ 56231 w 56231"/>
                <a:gd name="connsiteY17" fmla="*/ 6384 h 137893"/>
                <a:gd name="connsiteX18" fmla="*/ 49841 w 56231"/>
                <a:gd name="connsiteY18" fmla="*/ 0 h 137893"/>
                <a:gd name="connsiteX19" fmla="*/ 13419 w 56231"/>
                <a:gd name="connsiteY19" fmla="*/ 12768 h 137893"/>
                <a:gd name="connsiteX20" fmla="*/ 44091 w 56231"/>
                <a:gd name="connsiteY20" fmla="*/ 12768 h 137893"/>
                <a:gd name="connsiteX21" fmla="*/ 44091 w 56231"/>
                <a:gd name="connsiteY21" fmla="*/ 54264 h 137893"/>
                <a:gd name="connsiteX22" fmla="*/ 13419 w 56231"/>
                <a:gd name="connsiteY22" fmla="*/ 54264 h 137893"/>
                <a:gd name="connsiteX23" fmla="*/ 13419 w 56231"/>
                <a:gd name="connsiteY23" fmla="*/ 12768 h 137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231" h="137893">
                  <a:moveTo>
                    <a:pt x="49841" y="0"/>
                  </a:moveTo>
                  <a:lnTo>
                    <a:pt x="6390" y="0"/>
                  </a:lnTo>
                  <a:cubicBezTo>
                    <a:pt x="2556" y="0"/>
                    <a:pt x="0" y="2553"/>
                    <a:pt x="0" y="6384"/>
                  </a:cubicBezTo>
                  <a:lnTo>
                    <a:pt x="0" y="60648"/>
                  </a:lnTo>
                  <a:cubicBezTo>
                    <a:pt x="0" y="64478"/>
                    <a:pt x="2556" y="67032"/>
                    <a:pt x="6390" y="67032"/>
                  </a:cubicBezTo>
                  <a:lnTo>
                    <a:pt x="7668" y="67032"/>
                  </a:lnTo>
                  <a:lnTo>
                    <a:pt x="7668" y="131510"/>
                  </a:lnTo>
                  <a:cubicBezTo>
                    <a:pt x="7668" y="135340"/>
                    <a:pt x="10224" y="137894"/>
                    <a:pt x="14058" y="137894"/>
                  </a:cubicBezTo>
                  <a:cubicBezTo>
                    <a:pt x="17892" y="137894"/>
                    <a:pt x="20448" y="135340"/>
                    <a:pt x="20448" y="131510"/>
                  </a:cubicBezTo>
                  <a:lnTo>
                    <a:pt x="20448" y="67032"/>
                  </a:lnTo>
                  <a:lnTo>
                    <a:pt x="35783" y="67032"/>
                  </a:lnTo>
                  <a:lnTo>
                    <a:pt x="35783" y="131510"/>
                  </a:lnTo>
                  <a:cubicBezTo>
                    <a:pt x="35783" y="135340"/>
                    <a:pt x="38340" y="137894"/>
                    <a:pt x="42173" y="137894"/>
                  </a:cubicBezTo>
                  <a:cubicBezTo>
                    <a:pt x="46007" y="137894"/>
                    <a:pt x="48563" y="135340"/>
                    <a:pt x="48563" y="131510"/>
                  </a:cubicBezTo>
                  <a:lnTo>
                    <a:pt x="48563" y="67032"/>
                  </a:lnTo>
                  <a:lnTo>
                    <a:pt x="49841" y="67032"/>
                  </a:lnTo>
                  <a:cubicBezTo>
                    <a:pt x="53675" y="67032"/>
                    <a:pt x="56231" y="64478"/>
                    <a:pt x="56231" y="60648"/>
                  </a:cubicBezTo>
                  <a:lnTo>
                    <a:pt x="56231" y="6384"/>
                  </a:lnTo>
                  <a:cubicBezTo>
                    <a:pt x="56231" y="2553"/>
                    <a:pt x="53675" y="0"/>
                    <a:pt x="49841" y="0"/>
                  </a:cubicBezTo>
                  <a:close/>
                  <a:moveTo>
                    <a:pt x="13419" y="12768"/>
                  </a:moveTo>
                  <a:lnTo>
                    <a:pt x="44091" y="12768"/>
                  </a:lnTo>
                  <a:lnTo>
                    <a:pt x="44091" y="54264"/>
                  </a:lnTo>
                  <a:lnTo>
                    <a:pt x="13419" y="54264"/>
                  </a:lnTo>
                  <a:lnTo>
                    <a:pt x="13419" y="12768"/>
                  </a:lnTo>
                  <a:close/>
                </a:path>
              </a:pathLst>
            </a:custGeom>
            <a:solidFill>
              <a:srgbClr val="007CB0"/>
            </a:solidFill>
            <a:ln w="6390" cap="flat">
              <a:noFill/>
              <a:prstDash val="solid"/>
              <a:miter/>
            </a:ln>
          </p:spPr>
          <p:txBody>
            <a:bodyPr rtlCol="0" anchor="ctr"/>
            <a:lstStyle/>
            <a:p>
              <a:endParaRPr lang="en-US"/>
            </a:p>
          </p:txBody>
        </p:sp>
        <p:sp>
          <p:nvSpPr>
            <p:cNvPr id="1396" name="Graphic 4">
              <a:extLst>
                <a:ext uri="{FF2B5EF4-FFF2-40B4-BE49-F238E27FC236}">
                  <a16:creationId xmlns:a16="http://schemas.microsoft.com/office/drawing/2014/main" id="{E9DA895C-B8AD-B242-8BB2-A93C23D27CDE}"/>
                </a:ext>
              </a:extLst>
            </p:cNvPr>
            <p:cNvSpPr/>
            <p:nvPr/>
          </p:nvSpPr>
          <p:spPr>
            <a:xfrm>
              <a:off x="2722752" y="4387873"/>
              <a:ext cx="39617" cy="39580"/>
            </a:xfrm>
            <a:custGeom>
              <a:avLst/>
              <a:gdLst>
                <a:gd name="connsiteX0" fmla="*/ 19809 w 39617"/>
                <a:gd name="connsiteY0" fmla="*/ 39581 h 39580"/>
                <a:gd name="connsiteX1" fmla="*/ 39617 w 39617"/>
                <a:gd name="connsiteY1" fmla="*/ 19790 h 39580"/>
                <a:gd name="connsiteX2" fmla="*/ 19809 w 39617"/>
                <a:gd name="connsiteY2" fmla="*/ 0 h 39580"/>
                <a:gd name="connsiteX3" fmla="*/ 0 w 39617"/>
                <a:gd name="connsiteY3" fmla="*/ 19790 h 39580"/>
                <a:gd name="connsiteX4" fmla="*/ 19809 w 39617"/>
                <a:gd name="connsiteY4" fmla="*/ 39581 h 39580"/>
                <a:gd name="connsiteX5" fmla="*/ 19809 w 39617"/>
                <a:gd name="connsiteY5" fmla="*/ 12768 h 39580"/>
                <a:gd name="connsiteX6" fmla="*/ 26838 w 39617"/>
                <a:gd name="connsiteY6" fmla="*/ 19790 h 39580"/>
                <a:gd name="connsiteX7" fmla="*/ 19809 w 39617"/>
                <a:gd name="connsiteY7" fmla="*/ 26813 h 39580"/>
                <a:gd name="connsiteX8" fmla="*/ 12780 w 39617"/>
                <a:gd name="connsiteY8" fmla="*/ 19790 h 39580"/>
                <a:gd name="connsiteX9" fmla="*/ 19809 w 39617"/>
                <a:gd name="connsiteY9" fmla="*/ 12768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17" h="39580">
                  <a:moveTo>
                    <a:pt x="19809" y="39581"/>
                  </a:moveTo>
                  <a:cubicBezTo>
                    <a:pt x="30672" y="39581"/>
                    <a:pt x="39617" y="30643"/>
                    <a:pt x="39617" y="19790"/>
                  </a:cubicBezTo>
                  <a:cubicBezTo>
                    <a:pt x="39617" y="8937"/>
                    <a:pt x="30672" y="0"/>
                    <a:pt x="19809" y="0"/>
                  </a:cubicBezTo>
                  <a:cubicBezTo>
                    <a:pt x="8946" y="0"/>
                    <a:pt x="0" y="8937"/>
                    <a:pt x="0" y="19790"/>
                  </a:cubicBezTo>
                  <a:cubicBezTo>
                    <a:pt x="0" y="30643"/>
                    <a:pt x="8307" y="39581"/>
                    <a:pt x="19809" y="39581"/>
                  </a:cubicBezTo>
                  <a:close/>
                  <a:moveTo>
                    <a:pt x="19809" y="12768"/>
                  </a:moveTo>
                  <a:cubicBezTo>
                    <a:pt x="23643" y="12768"/>
                    <a:pt x="26838" y="15960"/>
                    <a:pt x="26838" y="19790"/>
                  </a:cubicBezTo>
                  <a:cubicBezTo>
                    <a:pt x="26838" y="23621"/>
                    <a:pt x="23643" y="26813"/>
                    <a:pt x="19809" y="26813"/>
                  </a:cubicBezTo>
                  <a:cubicBezTo>
                    <a:pt x="15975" y="26813"/>
                    <a:pt x="12780" y="23621"/>
                    <a:pt x="12780" y="19790"/>
                  </a:cubicBezTo>
                  <a:cubicBezTo>
                    <a:pt x="12780" y="15960"/>
                    <a:pt x="15336" y="12768"/>
                    <a:pt x="19809" y="12768"/>
                  </a:cubicBezTo>
                  <a:close/>
                </a:path>
              </a:pathLst>
            </a:custGeom>
            <a:solidFill>
              <a:srgbClr val="007CB0"/>
            </a:solidFill>
            <a:ln w="6390" cap="flat">
              <a:noFill/>
              <a:prstDash val="solid"/>
              <a:miter/>
            </a:ln>
          </p:spPr>
          <p:txBody>
            <a:bodyPr rtlCol="0" anchor="ctr"/>
            <a:lstStyle/>
            <a:p>
              <a:endParaRPr lang="en-US"/>
            </a:p>
          </p:txBody>
        </p:sp>
      </p:grpSp>
      <p:grpSp>
        <p:nvGrpSpPr>
          <p:cNvPr id="1397" name="Graphic 4">
            <a:extLst>
              <a:ext uri="{FF2B5EF4-FFF2-40B4-BE49-F238E27FC236}">
                <a16:creationId xmlns:a16="http://schemas.microsoft.com/office/drawing/2014/main" id="{A8BEE00A-9FDC-804C-96ED-19F40104209E}"/>
              </a:ext>
            </a:extLst>
          </p:cNvPr>
          <p:cNvGrpSpPr/>
          <p:nvPr/>
        </p:nvGrpSpPr>
        <p:grpSpPr>
          <a:xfrm>
            <a:off x="2998797" y="4308712"/>
            <a:ext cx="361670" cy="361333"/>
            <a:chOff x="2998797" y="4308712"/>
            <a:chExt cx="361670" cy="361333"/>
          </a:xfrm>
          <a:solidFill>
            <a:srgbClr val="007CB0"/>
          </a:solidFill>
        </p:grpSpPr>
        <p:sp>
          <p:nvSpPr>
            <p:cNvPr id="1398" name="Graphic 4">
              <a:extLst>
                <a:ext uri="{FF2B5EF4-FFF2-40B4-BE49-F238E27FC236}">
                  <a16:creationId xmlns:a16="http://schemas.microsoft.com/office/drawing/2014/main" id="{AAC508D3-16EF-8F44-87C1-0A5E28566077}"/>
                </a:ext>
              </a:extLst>
            </p:cNvPr>
            <p:cNvSpPr/>
            <p:nvPr/>
          </p:nvSpPr>
          <p:spPr>
            <a:xfrm>
              <a:off x="3164935" y="4456182"/>
              <a:ext cx="30671" cy="41495"/>
            </a:xfrm>
            <a:custGeom>
              <a:avLst/>
              <a:gdLst>
                <a:gd name="connsiteX0" fmla="*/ 0 w 30671"/>
                <a:gd name="connsiteY0" fmla="*/ 0 h 41495"/>
                <a:gd name="connsiteX1" fmla="*/ 30672 w 30671"/>
                <a:gd name="connsiteY1" fmla="*/ 0 h 41495"/>
                <a:gd name="connsiteX2" fmla="*/ 30672 w 30671"/>
                <a:gd name="connsiteY2" fmla="*/ 41496 h 41495"/>
                <a:gd name="connsiteX3" fmla="*/ 0 w 30671"/>
                <a:gd name="connsiteY3" fmla="*/ 41496 h 41495"/>
              </a:gdLst>
              <a:ahLst/>
              <a:cxnLst>
                <a:cxn ang="0">
                  <a:pos x="connsiteX0" y="connsiteY0"/>
                </a:cxn>
                <a:cxn ang="0">
                  <a:pos x="connsiteX1" y="connsiteY1"/>
                </a:cxn>
                <a:cxn ang="0">
                  <a:pos x="connsiteX2" y="connsiteY2"/>
                </a:cxn>
                <a:cxn ang="0">
                  <a:pos x="connsiteX3" y="connsiteY3"/>
                </a:cxn>
              </a:cxnLst>
              <a:rect l="l" t="t" r="r" b="b"/>
              <a:pathLst>
                <a:path w="30671" h="41495">
                  <a:moveTo>
                    <a:pt x="0" y="0"/>
                  </a:moveTo>
                  <a:lnTo>
                    <a:pt x="30672" y="0"/>
                  </a:lnTo>
                  <a:lnTo>
                    <a:pt x="30672" y="41496"/>
                  </a:lnTo>
                  <a:lnTo>
                    <a:pt x="0" y="41496"/>
                  </a:lnTo>
                  <a:close/>
                </a:path>
              </a:pathLst>
            </a:custGeom>
            <a:solidFill>
              <a:srgbClr val="007CB0"/>
            </a:solidFill>
            <a:ln w="6390" cap="flat">
              <a:noFill/>
              <a:prstDash val="solid"/>
              <a:miter/>
            </a:ln>
          </p:spPr>
          <p:txBody>
            <a:bodyPr rtlCol="0" anchor="ctr"/>
            <a:lstStyle/>
            <a:p>
              <a:endParaRPr lang="en-US"/>
            </a:p>
          </p:txBody>
        </p:sp>
        <p:sp>
          <p:nvSpPr>
            <p:cNvPr id="1399" name="Graphic 4">
              <a:extLst>
                <a:ext uri="{FF2B5EF4-FFF2-40B4-BE49-F238E27FC236}">
                  <a16:creationId xmlns:a16="http://schemas.microsoft.com/office/drawing/2014/main" id="{D69776E4-ED51-B042-9D3D-2DBF0BFC9647}"/>
                </a:ext>
              </a:extLst>
            </p:cNvPr>
            <p:cNvSpPr/>
            <p:nvPr/>
          </p:nvSpPr>
          <p:spPr>
            <a:xfrm>
              <a:off x="3173242" y="4400641"/>
              <a:ext cx="14057" cy="14044"/>
            </a:xfrm>
            <a:custGeom>
              <a:avLst/>
              <a:gdLst>
                <a:gd name="connsiteX0" fmla="*/ 7029 w 14057"/>
                <a:gd name="connsiteY0" fmla="*/ 14045 h 14044"/>
                <a:gd name="connsiteX1" fmla="*/ 14058 w 14057"/>
                <a:gd name="connsiteY1" fmla="*/ 7022 h 14044"/>
                <a:gd name="connsiteX2" fmla="*/ 7029 w 14057"/>
                <a:gd name="connsiteY2" fmla="*/ 0 h 14044"/>
                <a:gd name="connsiteX3" fmla="*/ 0 w 14057"/>
                <a:gd name="connsiteY3" fmla="*/ 7022 h 14044"/>
                <a:gd name="connsiteX4" fmla="*/ 7029 w 14057"/>
                <a:gd name="connsiteY4" fmla="*/ 14045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7029" y="14045"/>
                  </a:moveTo>
                  <a:cubicBezTo>
                    <a:pt x="10863" y="14045"/>
                    <a:pt x="14058" y="10853"/>
                    <a:pt x="14058" y="7022"/>
                  </a:cubicBezTo>
                  <a:cubicBezTo>
                    <a:pt x="14058" y="3192"/>
                    <a:pt x="10863" y="0"/>
                    <a:pt x="7029" y="0"/>
                  </a:cubicBezTo>
                  <a:cubicBezTo>
                    <a:pt x="3195" y="0"/>
                    <a:pt x="0" y="3192"/>
                    <a:pt x="0" y="7022"/>
                  </a:cubicBezTo>
                  <a:cubicBezTo>
                    <a:pt x="0" y="10853"/>
                    <a:pt x="3195" y="14045"/>
                    <a:pt x="7029" y="14045"/>
                  </a:cubicBezTo>
                  <a:close/>
                </a:path>
              </a:pathLst>
            </a:custGeom>
            <a:solidFill>
              <a:srgbClr val="007CB0"/>
            </a:solidFill>
            <a:ln w="6390" cap="flat">
              <a:noFill/>
              <a:prstDash val="solid"/>
              <a:miter/>
            </a:ln>
          </p:spPr>
          <p:txBody>
            <a:bodyPr rtlCol="0" anchor="ctr"/>
            <a:lstStyle/>
            <a:p>
              <a:endParaRPr lang="en-US"/>
            </a:p>
          </p:txBody>
        </p:sp>
        <p:sp>
          <p:nvSpPr>
            <p:cNvPr id="1400" name="Graphic 4">
              <a:extLst>
                <a:ext uri="{FF2B5EF4-FFF2-40B4-BE49-F238E27FC236}">
                  <a16:creationId xmlns:a16="http://schemas.microsoft.com/office/drawing/2014/main" id="{960A276C-8881-C741-A704-2F1719B215AB}"/>
                </a:ext>
              </a:extLst>
            </p:cNvPr>
            <p:cNvSpPr/>
            <p:nvPr/>
          </p:nvSpPr>
          <p:spPr>
            <a:xfrm>
              <a:off x="2998797" y="4308712"/>
              <a:ext cx="361670" cy="361333"/>
            </a:xfrm>
            <a:custGeom>
              <a:avLst/>
              <a:gdLst>
                <a:gd name="connsiteX0" fmla="*/ 180835 w 361670"/>
                <a:gd name="connsiteY0" fmla="*/ 0 h 361333"/>
                <a:gd name="connsiteX1" fmla="*/ 0 w 361670"/>
                <a:gd name="connsiteY1" fmla="*/ 180667 h 361333"/>
                <a:gd name="connsiteX2" fmla="*/ 180835 w 361670"/>
                <a:gd name="connsiteY2" fmla="*/ 361334 h 361333"/>
                <a:gd name="connsiteX3" fmla="*/ 361671 w 361670"/>
                <a:gd name="connsiteY3" fmla="*/ 180667 h 361333"/>
                <a:gd name="connsiteX4" fmla="*/ 180835 w 361670"/>
                <a:gd name="connsiteY4" fmla="*/ 0 h 361333"/>
                <a:gd name="connsiteX5" fmla="*/ 247291 w 361670"/>
                <a:gd name="connsiteY5" fmla="*/ 141086 h 361333"/>
                <a:gd name="connsiteX6" fmla="*/ 262626 w 361670"/>
                <a:gd name="connsiteY6" fmla="*/ 156408 h 361333"/>
                <a:gd name="connsiteX7" fmla="*/ 247291 w 361670"/>
                <a:gd name="connsiteY7" fmla="*/ 171729 h 361333"/>
                <a:gd name="connsiteX8" fmla="*/ 231955 w 361670"/>
                <a:gd name="connsiteY8" fmla="*/ 156408 h 361333"/>
                <a:gd name="connsiteX9" fmla="*/ 247291 w 361670"/>
                <a:gd name="connsiteY9" fmla="*/ 141086 h 361333"/>
                <a:gd name="connsiteX10" fmla="*/ 181474 w 361670"/>
                <a:gd name="connsiteY10" fmla="*/ 79162 h 361333"/>
                <a:gd name="connsiteX11" fmla="*/ 201283 w 361670"/>
                <a:gd name="connsiteY11" fmla="*/ 98952 h 361333"/>
                <a:gd name="connsiteX12" fmla="*/ 181474 w 361670"/>
                <a:gd name="connsiteY12" fmla="*/ 118742 h 361333"/>
                <a:gd name="connsiteX13" fmla="*/ 161666 w 361670"/>
                <a:gd name="connsiteY13" fmla="*/ 98952 h 361333"/>
                <a:gd name="connsiteX14" fmla="*/ 181474 w 361670"/>
                <a:gd name="connsiteY14" fmla="*/ 79162 h 361333"/>
                <a:gd name="connsiteX15" fmla="*/ 114380 w 361670"/>
                <a:gd name="connsiteY15" fmla="*/ 141086 h 361333"/>
                <a:gd name="connsiteX16" fmla="*/ 129716 w 361670"/>
                <a:gd name="connsiteY16" fmla="*/ 156408 h 361333"/>
                <a:gd name="connsiteX17" fmla="*/ 114380 w 361670"/>
                <a:gd name="connsiteY17" fmla="*/ 171729 h 361333"/>
                <a:gd name="connsiteX18" fmla="*/ 99044 w 361670"/>
                <a:gd name="connsiteY18" fmla="*/ 156408 h 361333"/>
                <a:gd name="connsiteX19" fmla="*/ 114380 w 361670"/>
                <a:gd name="connsiteY19" fmla="*/ 141086 h 361333"/>
                <a:gd name="connsiteX20" fmla="*/ 134828 w 361670"/>
                <a:gd name="connsiteY20" fmla="*/ 219609 h 361333"/>
                <a:gd name="connsiteX21" fmla="*/ 129716 w 361670"/>
                <a:gd name="connsiteY21" fmla="*/ 225993 h 361333"/>
                <a:gd name="connsiteX22" fmla="*/ 129716 w 361670"/>
                <a:gd name="connsiteY22" fmla="*/ 266212 h 361333"/>
                <a:gd name="connsiteX23" fmla="*/ 123326 w 361670"/>
                <a:gd name="connsiteY23" fmla="*/ 272596 h 361333"/>
                <a:gd name="connsiteX24" fmla="*/ 116936 w 361670"/>
                <a:gd name="connsiteY24" fmla="*/ 266212 h 361333"/>
                <a:gd name="connsiteX25" fmla="*/ 116936 w 361670"/>
                <a:gd name="connsiteY25" fmla="*/ 225993 h 361333"/>
                <a:gd name="connsiteX26" fmla="*/ 111185 w 361670"/>
                <a:gd name="connsiteY26" fmla="*/ 225993 h 361333"/>
                <a:gd name="connsiteX27" fmla="*/ 111185 w 361670"/>
                <a:gd name="connsiteY27" fmla="*/ 266212 h 361333"/>
                <a:gd name="connsiteX28" fmla="*/ 104795 w 361670"/>
                <a:gd name="connsiteY28" fmla="*/ 272596 h 361333"/>
                <a:gd name="connsiteX29" fmla="*/ 98405 w 361670"/>
                <a:gd name="connsiteY29" fmla="*/ 266212 h 361333"/>
                <a:gd name="connsiteX30" fmla="*/ 98405 w 361670"/>
                <a:gd name="connsiteY30" fmla="*/ 225993 h 361333"/>
                <a:gd name="connsiteX31" fmla="*/ 93293 w 361670"/>
                <a:gd name="connsiteY31" fmla="*/ 219609 h 361333"/>
                <a:gd name="connsiteX32" fmla="*/ 93293 w 361670"/>
                <a:gd name="connsiteY32" fmla="*/ 183859 h 361333"/>
                <a:gd name="connsiteX33" fmla="*/ 99683 w 361670"/>
                <a:gd name="connsiteY33" fmla="*/ 177475 h 361333"/>
                <a:gd name="connsiteX34" fmla="*/ 127799 w 361670"/>
                <a:gd name="connsiteY34" fmla="*/ 177475 h 361333"/>
                <a:gd name="connsiteX35" fmla="*/ 134189 w 361670"/>
                <a:gd name="connsiteY35" fmla="*/ 183859 h 361333"/>
                <a:gd name="connsiteX36" fmla="*/ 134189 w 361670"/>
                <a:gd name="connsiteY36" fmla="*/ 219609 h 361333"/>
                <a:gd name="connsiteX37" fmla="*/ 209590 w 361670"/>
                <a:gd name="connsiteY37" fmla="*/ 195350 h 361333"/>
                <a:gd name="connsiteX38" fmla="*/ 203200 w 361670"/>
                <a:gd name="connsiteY38" fmla="*/ 201734 h 361333"/>
                <a:gd name="connsiteX39" fmla="*/ 201922 w 361670"/>
                <a:gd name="connsiteY39" fmla="*/ 201734 h 361333"/>
                <a:gd name="connsiteX40" fmla="*/ 201922 w 361670"/>
                <a:gd name="connsiteY40" fmla="*/ 266212 h 361333"/>
                <a:gd name="connsiteX41" fmla="*/ 195532 w 361670"/>
                <a:gd name="connsiteY41" fmla="*/ 272596 h 361333"/>
                <a:gd name="connsiteX42" fmla="*/ 189142 w 361670"/>
                <a:gd name="connsiteY42" fmla="*/ 266212 h 361333"/>
                <a:gd name="connsiteX43" fmla="*/ 189142 w 361670"/>
                <a:gd name="connsiteY43" fmla="*/ 201734 h 361333"/>
                <a:gd name="connsiteX44" fmla="*/ 173806 w 361670"/>
                <a:gd name="connsiteY44" fmla="*/ 201734 h 361333"/>
                <a:gd name="connsiteX45" fmla="*/ 173806 w 361670"/>
                <a:gd name="connsiteY45" fmla="*/ 266212 h 361333"/>
                <a:gd name="connsiteX46" fmla="*/ 167416 w 361670"/>
                <a:gd name="connsiteY46" fmla="*/ 272596 h 361333"/>
                <a:gd name="connsiteX47" fmla="*/ 161027 w 361670"/>
                <a:gd name="connsiteY47" fmla="*/ 266212 h 361333"/>
                <a:gd name="connsiteX48" fmla="*/ 161027 w 361670"/>
                <a:gd name="connsiteY48" fmla="*/ 201734 h 361333"/>
                <a:gd name="connsiteX49" fmla="*/ 159748 w 361670"/>
                <a:gd name="connsiteY49" fmla="*/ 201734 h 361333"/>
                <a:gd name="connsiteX50" fmla="*/ 153358 w 361670"/>
                <a:gd name="connsiteY50" fmla="*/ 195350 h 361333"/>
                <a:gd name="connsiteX51" fmla="*/ 153358 w 361670"/>
                <a:gd name="connsiteY51" fmla="*/ 141086 h 361333"/>
                <a:gd name="connsiteX52" fmla="*/ 159748 w 361670"/>
                <a:gd name="connsiteY52" fmla="*/ 134702 h 361333"/>
                <a:gd name="connsiteX53" fmla="*/ 203200 w 361670"/>
                <a:gd name="connsiteY53" fmla="*/ 134702 h 361333"/>
                <a:gd name="connsiteX54" fmla="*/ 209590 w 361670"/>
                <a:gd name="connsiteY54" fmla="*/ 141086 h 361333"/>
                <a:gd name="connsiteX55" fmla="*/ 209590 w 361670"/>
                <a:gd name="connsiteY55" fmla="*/ 195350 h 361333"/>
                <a:gd name="connsiteX56" fmla="*/ 266460 w 361670"/>
                <a:gd name="connsiteY56" fmla="*/ 231738 h 361333"/>
                <a:gd name="connsiteX57" fmla="*/ 263266 w 361670"/>
                <a:gd name="connsiteY57" fmla="*/ 233654 h 361333"/>
                <a:gd name="connsiteX58" fmla="*/ 263266 w 361670"/>
                <a:gd name="connsiteY58" fmla="*/ 266212 h 361333"/>
                <a:gd name="connsiteX59" fmla="*/ 256876 w 361670"/>
                <a:gd name="connsiteY59" fmla="*/ 272596 h 361333"/>
                <a:gd name="connsiteX60" fmla="*/ 250486 w 361670"/>
                <a:gd name="connsiteY60" fmla="*/ 266212 h 361333"/>
                <a:gd name="connsiteX61" fmla="*/ 250486 w 361670"/>
                <a:gd name="connsiteY61" fmla="*/ 234292 h 361333"/>
                <a:gd name="connsiteX62" fmla="*/ 244735 w 361670"/>
                <a:gd name="connsiteY62" fmla="*/ 234292 h 361333"/>
                <a:gd name="connsiteX63" fmla="*/ 244735 w 361670"/>
                <a:gd name="connsiteY63" fmla="*/ 266212 h 361333"/>
                <a:gd name="connsiteX64" fmla="*/ 238345 w 361670"/>
                <a:gd name="connsiteY64" fmla="*/ 272596 h 361333"/>
                <a:gd name="connsiteX65" fmla="*/ 231955 w 361670"/>
                <a:gd name="connsiteY65" fmla="*/ 266212 h 361333"/>
                <a:gd name="connsiteX66" fmla="*/ 231955 w 361670"/>
                <a:gd name="connsiteY66" fmla="*/ 233654 h 361333"/>
                <a:gd name="connsiteX67" fmla="*/ 228760 w 361670"/>
                <a:gd name="connsiteY67" fmla="*/ 231738 h 361333"/>
                <a:gd name="connsiteX68" fmla="*/ 227482 w 361670"/>
                <a:gd name="connsiteY68" fmla="*/ 226631 h 361333"/>
                <a:gd name="connsiteX69" fmla="*/ 236428 w 361670"/>
                <a:gd name="connsiteY69" fmla="*/ 181944 h 361333"/>
                <a:gd name="connsiteX70" fmla="*/ 242818 w 361670"/>
                <a:gd name="connsiteY70" fmla="*/ 176836 h 361333"/>
                <a:gd name="connsiteX71" fmla="*/ 251764 w 361670"/>
                <a:gd name="connsiteY71" fmla="*/ 176836 h 361333"/>
                <a:gd name="connsiteX72" fmla="*/ 258154 w 361670"/>
                <a:gd name="connsiteY72" fmla="*/ 181944 h 361333"/>
                <a:gd name="connsiteX73" fmla="*/ 267739 w 361670"/>
                <a:gd name="connsiteY73" fmla="*/ 226631 h 361333"/>
                <a:gd name="connsiteX74" fmla="*/ 266460 w 361670"/>
                <a:gd name="connsiteY74" fmla="*/ 231738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1670" h="361333">
                  <a:moveTo>
                    <a:pt x="180835" y="0"/>
                  </a:moveTo>
                  <a:cubicBezTo>
                    <a:pt x="80513" y="0"/>
                    <a:pt x="0" y="81077"/>
                    <a:pt x="0" y="180667"/>
                  </a:cubicBezTo>
                  <a:cubicBezTo>
                    <a:pt x="0" y="280257"/>
                    <a:pt x="81152" y="361334"/>
                    <a:pt x="180835" y="361334"/>
                  </a:cubicBezTo>
                  <a:cubicBezTo>
                    <a:pt x="280518" y="361334"/>
                    <a:pt x="361671" y="280257"/>
                    <a:pt x="361671" y="180667"/>
                  </a:cubicBezTo>
                  <a:cubicBezTo>
                    <a:pt x="361671" y="81077"/>
                    <a:pt x="281157" y="0"/>
                    <a:pt x="180835" y="0"/>
                  </a:cubicBezTo>
                  <a:close/>
                  <a:moveTo>
                    <a:pt x="247291" y="141086"/>
                  </a:moveTo>
                  <a:cubicBezTo>
                    <a:pt x="255597" y="141086"/>
                    <a:pt x="262626" y="148108"/>
                    <a:pt x="262626" y="156408"/>
                  </a:cubicBezTo>
                  <a:cubicBezTo>
                    <a:pt x="262626" y="164707"/>
                    <a:pt x="255597" y="171729"/>
                    <a:pt x="247291" y="171729"/>
                  </a:cubicBezTo>
                  <a:cubicBezTo>
                    <a:pt x="238984" y="171729"/>
                    <a:pt x="231955" y="164707"/>
                    <a:pt x="231955" y="156408"/>
                  </a:cubicBezTo>
                  <a:cubicBezTo>
                    <a:pt x="231955" y="148108"/>
                    <a:pt x="238984" y="141086"/>
                    <a:pt x="247291" y="141086"/>
                  </a:cubicBezTo>
                  <a:close/>
                  <a:moveTo>
                    <a:pt x="181474" y="79162"/>
                  </a:moveTo>
                  <a:cubicBezTo>
                    <a:pt x="192337" y="79162"/>
                    <a:pt x="201283" y="88099"/>
                    <a:pt x="201283" y="98952"/>
                  </a:cubicBezTo>
                  <a:cubicBezTo>
                    <a:pt x="201283" y="109805"/>
                    <a:pt x="192337" y="118742"/>
                    <a:pt x="181474" y="118742"/>
                  </a:cubicBezTo>
                  <a:cubicBezTo>
                    <a:pt x="170611" y="118742"/>
                    <a:pt x="161666" y="109805"/>
                    <a:pt x="161666" y="98952"/>
                  </a:cubicBezTo>
                  <a:cubicBezTo>
                    <a:pt x="161666" y="88099"/>
                    <a:pt x="170611" y="79162"/>
                    <a:pt x="181474" y="79162"/>
                  </a:cubicBezTo>
                  <a:close/>
                  <a:moveTo>
                    <a:pt x="114380" y="141086"/>
                  </a:moveTo>
                  <a:cubicBezTo>
                    <a:pt x="122687" y="141086"/>
                    <a:pt x="129716" y="148108"/>
                    <a:pt x="129716" y="156408"/>
                  </a:cubicBezTo>
                  <a:cubicBezTo>
                    <a:pt x="129716" y="164707"/>
                    <a:pt x="122687" y="171729"/>
                    <a:pt x="114380" y="171729"/>
                  </a:cubicBezTo>
                  <a:cubicBezTo>
                    <a:pt x="106073" y="171729"/>
                    <a:pt x="99044" y="164707"/>
                    <a:pt x="99044" y="156408"/>
                  </a:cubicBezTo>
                  <a:cubicBezTo>
                    <a:pt x="99044" y="148108"/>
                    <a:pt x="106073" y="141086"/>
                    <a:pt x="114380" y="141086"/>
                  </a:cubicBezTo>
                  <a:close/>
                  <a:moveTo>
                    <a:pt x="134828" y="219609"/>
                  </a:moveTo>
                  <a:cubicBezTo>
                    <a:pt x="134828" y="222801"/>
                    <a:pt x="132911" y="225355"/>
                    <a:pt x="129716" y="225993"/>
                  </a:cubicBezTo>
                  <a:lnTo>
                    <a:pt x="129716" y="266212"/>
                  </a:lnTo>
                  <a:cubicBezTo>
                    <a:pt x="129716" y="270042"/>
                    <a:pt x="127160" y="272596"/>
                    <a:pt x="123326" y="272596"/>
                  </a:cubicBezTo>
                  <a:cubicBezTo>
                    <a:pt x="119492" y="272596"/>
                    <a:pt x="116936" y="270042"/>
                    <a:pt x="116936" y="266212"/>
                  </a:cubicBezTo>
                  <a:lnTo>
                    <a:pt x="116936" y="225993"/>
                  </a:lnTo>
                  <a:lnTo>
                    <a:pt x="111185" y="225993"/>
                  </a:lnTo>
                  <a:lnTo>
                    <a:pt x="111185" y="266212"/>
                  </a:lnTo>
                  <a:cubicBezTo>
                    <a:pt x="111185" y="270042"/>
                    <a:pt x="108629" y="272596"/>
                    <a:pt x="104795" y="272596"/>
                  </a:cubicBezTo>
                  <a:cubicBezTo>
                    <a:pt x="100961" y="272596"/>
                    <a:pt x="98405" y="270042"/>
                    <a:pt x="98405" y="266212"/>
                  </a:cubicBezTo>
                  <a:lnTo>
                    <a:pt x="98405" y="225993"/>
                  </a:lnTo>
                  <a:cubicBezTo>
                    <a:pt x="95849" y="225355"/>
                    <a:pt x="93293" y="222801"/>
                    <a:pt x="93293" y="219609"/>
                  </a:cubicBezTo>
                  <a:lnTo>
                    <a:pt x="93293" y="183859"/>
                  </a:lnTo>
                  <a:cubicBezTo>
                    <a:pt x="93293" y="180028"/>
                    <a:pt x="95849" y="177475"/>
                    <a:pt x="99683" y="177475"/>
                  </a:cubicBezTo>
                  <a:lnTo>
                    <a:pt x="127799" y="177475"/>
                  </a:lnTo>
                  <a:cubicBezTo>
                    <a:pt x="131633" y="177475"/>
                    <a:pt x="134189" y="180028"/>
                    <a:pt x="134189" y="183859"/>
                  </a:cubicBezTo>
                  <a:lnTo>
                    <a:pt x="134189" y="219609"/>
                  </a:lnTo>
                  <a:close/>
                  <a:moveTo>
                    <a:pt x="209590" y="195350"/>
                  </a:moveTo>
                  <a:cubicBezTo>
                    <a:pt x="209590" y="199180"/>
                    <a:pt x="207034" y="201734"/>
                    <a:pt x="203200" y="201734"/>
                  </a:cubicBezTo>
                  <a:lnTo>
                    <a:pt x="201922" y="201734"/>
                  </a:lnTo>
                  <a:lnTo>
                    <a:pt x="201922" y="266212"/>
                  </a:lnTo>
                  <a:cubicBezTo>
                    <a:pt x="201922" y="270042"/>
                    <a:pt x="199366" y="272596"/>
                    <a:pt x="195532" y="272596"/>
                  </a:cubicBezTo>
                  <a:cubicBezTo>
                    <a:pt x="191698" y="272596"/>
                    <a:pt x="189142" y="270042"/>
                    <a:pt x="189142" y="266212"/>
                  </a:cubicBezTo>
                  <a:lnTo>
                    <a:pt x="189142" y="201734"/>
                  </a:lnTo>
                  <a:lnTo>
                    <a:pt x="173806" y="201734"/>
                  </a:lnTo>
                  <a:lnTo>
                    <a:pt x="173806" y="266212"/>
                  </a:lnTo>
                  <a:cubicBezTo>
                    <a:pt x="173806" y="270042"/>
                    <a:pt x="171250" y="272596"/>
                    <a:pt x="167416" y="272596"/>
                  </a:cubicBezTo>
                  <a:cubicBezTo>
                    <a:pt x="163582" y="272596"/>
                    <a:pt x="161027" y="270042"/>
                    <a:pt x="161027" y="266212"/>
                  </a:cubicBezTo>
                  <a:lnTo>
                    <a:pt x="161027" y="201734"/>
                  </a:lnTo>
                  <a:lnTo>
                    <a:pt x="159748" y="201734"/>
                  </a:lnTo>
                  <a:cubicBezTo>
                    <a:pt x="155915" y="201734"/>
                    <a:pt x="153358" y="199180"/>
                    <a:pt x="153358" y="195350"/>
                  </a:cubicBezTo>
                  <a:lnTo>
                    <a:pt x="153358" y="141086"/>
                  </a:lnTo>
                  <a:cubicBezTo>
                    <a:pt x="153358" y="137256"/>
                    <a:pt x="155915" y="134702"/>
                    <a:pt x="159748" y="134702"/>
                  </a:cubicBezTo>
                  <a:lnTo>
                    <a:pt x="203200" y="134702"/>
                  </a:lnTo>
                  <a:cubicBezTo>
                    <a:pt x="207034" y="134702"/>
                    <a:pt x="209590" y="137256"/>
                    <a:pt x="209590" y="141086"/>
                  </a:cubicBezTo>
                  <a:lnTo>
                    <a:pt x="209590" y="195350"/>
                  </a:lnTo>
                  <a:close/>
                  <a:moveTo>
                    <a:pt x="266460" y="231738"/>
                  </a:moveTo>
                  <a:cubicBezTo>
                    <a:pt x="265821" y="233015"/>
                    <a:pt x="264544" y="233015"/>
                    <a:pt x="263266" y="233654"/>
                  </a:cubicBezTo>
                  <a:lnTo>
                    <a:pt x="263266" y="266212"/>
                  </a:lnTo>
                  <a:cubicBezTo>
                    <a:pt x="263266" y="270042"/>
                    <a:pt x="260710" y="272596"/>
                    <a:pt x="256876" y="272596"/>
                  </a:cubicBezTo>
                  <a:cubicBezTo>
                    <a:pt x="253042" y="272596"/>
                    <a:pt x="250486" y="270042"/>
                    <a:pt x="250486" y="266212"/>
                  </a:cubicBezTo>
                  <a:lnTo>
                    <a:pt x="250486" y="234292"/>
                  </a:lnTo>
                  <a:lnTo>
                    <a:pt x="244735" y="234292"/>
                  </a:lnTo>
                  <a:lnTo>
                    <a:pt x="244735" y="266212"/>
                  </a:lnTo>
                  <a:cubicBezTo>
                    <a:pt x="244735" y="270042"/>
                    <a:pt x="242179" y="272596"/>
                    <a:pt x="238345" y="272596"/>
                  </a:cubicBezTo>
                  <a:cubicBezTo>
                    <a:pt x="234511" y="272596"/>
                    <a:pt x="231955" y="270042"/>
                    <a:pt x="231955" y="266212"/>
                  </a:cubicBezTo>
                  <a:lnTo>
                    <a:pt x="231955" y="233654"/>
                  </a:lnTo>
                  <a:cubicBezTo>
                    <a:pt x="230677" y="233015"/>
                    <a:pt x="229399" y="233015"/>
                    <a:pt x="228760" y="231738"/>
                  </a:cubicBezTo>
                  <a:cubicBezTo>
                    <a:pt x="227482" y="230462"/>
                    <a:pt x="226843" y="228546"/>
                    <a:pt x="227482" y="226631"/>
                  </a:cubicBezTo>
                  <a:lnTo>
                    <a:pt x="236428" y="181944"/>
                  </a:lnTo>
                  <a:cubicBezTo>
                    <a:pt x="237067" y="178752"/>
                    <a:pt x="239623" y="176836"/>
                    <a:pt x="242818" y="176836"/>
                  </a:cubicBezTo>
                  <a:lnTo>
                    <a:pt x="251764" y="176836"/>
                  </a:lnTo>
                  <a:cubicBezTo>
                    <a:pt x="254959" y="176836"/>
                    <a:pt x="257515" y="178752"/>
                    <a:pt x="258154" y="181944"/>
                  </a:cubicBezTo>
                  <a:lnTo>
                    <a:pt x="267739" y="226631"/>
                  </a:lnTo>
                  <a:cubicBezTo>
                    <a:pt x="267739" y="228546"/>
                    <a:pt x="267739" y="230462"/>
                    <a:pt x="266460" y="231738"/>
                  </a:cubicBezTo>
                  <a:close/>
                </a:path>
              </a:pathLst>
            </a:custGeom>
            <a:solidFill>
              <a:srgbClr val="007CB0"/>
            </a:solidFill>
            <a:ln w="6390" cap="flat">
              <a:noFill/>
              <a:prstDash val="solid"/>
              <a:miter/>
            </a:ln>
          </p:spPr>
          <p:txBody>
            <a:bodyPr rtlCol="0" anchor="ctr"/>
            <a:lstStyle/>
            <a:p>
              <a:endParaRPr lang="en-US"/>
            </a:p>
          </p:txBody>
        </p:sp>
      </p:grpSp>
    </p:spTree>
    <p:extLst>
      <p:ext uri="{BB962C8B-B14F-4D97-AF65-F5344CB8AC3E}">
        <p14:creationId xmlns:p14="http://schemas.microsoft.com/office/powerpoint/2010/main" val="3739322858"/>
      </p:ext>
    </p:extLst>
  </p:cSld>
  <p:clrMapOvr>
    <a:masterClrMapping/>
  </p:clrMapOvr>
  <p:transition>
    <p:fade/>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0AB181-1E9F-2244-B53A-BC8E2F101DA6}"/>
              </a:ext>
            </a:extLst>
          </p:cNvPr>
          <p:cNvSpPr>
            <a:spLocks noGrp="1"/>
          </p:cNvSpPr>
          <p:nvPr>
            <p:ph type="title"/>
          </p:nvPr>
        </p:nvSpPr>
        <p:spPr/>
        <p:txBody>
          <a:bodyPr/>
          <a:lstStyle/>
          <a:p>
            <a:r>
              <a:rPr lang="en-US" dirty="0"/>
              <a:t>PEOPLE &amp; CULTURE</a:t>
            </a:r>
          </a:p>
        </p:txBody>
      </p:sp>
      <p:sp>
        <p:nvSpPr>
          <p:cNvPr id="4" name="Content Placeholder 3">
            <a:extLst>
              <a:ext uri="{FF2B5EF4-FFF2-40B4-BE49-F238E27FC236}">
                <a16:creationId xmlns:a16="http://schemas.microsoft.com/office/drawing/2014/main" id="{DB57E314-8EE4-694B-B268-A9071E1D395E}"/>
              </a:ext>
            </a:extLst>
          </p:cNvPr>
          <p:cNvSpPr>
            <a:spLocks noGrp="1"/>
          </p:cNvSpPr>
          <p:nvPr>
            <p:ph idx="10"/>
          </p:nvPr>
        </p:nvSpPr>
        <p:spPr>
          <a:xfrm>
            <a:off x="463296" y="5473209"/>
            <a:ext cx="5209535" cy="1114021"/>
          </a:xfrm>
        </p:spPr>
        <p:txBody>
          <a:bodyPr/>
          <a:lstStyle/>
          <a:p>
            <a:r>
              <a:rPr lang="en-US" dirty="0"/>
              <a:t>Ability Diversity</a:t>
            </a:r>
          </a:p>
          <a:p>
            <a:r>
              <a:rPr lang="en-US" sz="900" dirty="0"/>
              <a:t>Keywords:</a:t>
            </a:r>
            <a:br>
              <a:rPr lang="en-US" sz="900" dirty="0"/>
            </a:br>
            <a:r>
              <a:rPr lang="en-US" sz="850" b="0" dirty="0"/>
              <a:t>Access, Accessibility, Accessible, Aged, Aid assistance, Athlete, Attention, Blind, Blindness, Blood, Braille, Brain, Care, Caregiver, Condition, Deaf, Deafness, Diagnosis, Difficulty, Disability, Differently abled, Disabled, Disease, Dog, Ear, Elderly, Guide, Wheel chair, Wheelchair, Prosthetic arm, Psychological Deviation, Mute, Crutches, Ramp, Glasses, Implant, Sign language, Paralympics, OK, Wave</a:t>
            </a:r>
          </a:p>
        </p:txBody>
      </p:sp>
      <p:grpSp>
        <p:nvGrpSpPr>
          <p:cNvPr id="6" name="Graphic 4">
            <a:extLst>
              <a:ext uri="{FF2B5EF4-FFF2-40B4-BE49-F238E27FC236}">
                <a16:creationId xmlns:a16="http://schemas.microsoft.com/office/drawing/2014/main" id="{648470E2-E22C-B84C-9616-6A36C9EC2427}"/>
              </a:ext>
            </a:extLst>
          </p:cNvPr>
          <p:cNvGrpSpPr>
            <a:grpSpLocks noChangeAspect="1"/>
          </p:cNvGrpSpPr>
          <p:nvPr/>
        </p:nvGrpSpPr>
        <p:grpSpPr>
          <a:xfrm>
            <a:off x="2560447" y="3824168"/>
            <a:ext cx="362309" cy="361971"/>
            <a:chOff x="2560447" y="3824168"/>
            <a:chExt cx="362309" cy="361971"/>
          </a:xfrm>
          <a:solidFill>
            <a:srgbClr val="00A3E0"/>
          </a:solidFill>
        </p:grpSpPr>
        <p:sp>
          <p:nvSpPr>
            <p:cNvPr id="7" name="Graphic 4">
              <a:extLst>
                <a:ext uri="{FF2B5EF4-FFF2-40B4-BE49-F238E27FC236}">
                  <a16:creationId xmlns:a16="http://schemas.microsoft.com/office/drawing/2014/main" id="{8966194E-648F-1545-B836-9F8F5AC23B33}"/>
                </a:ext>
              </a:extLst>
            </p:cNvPr>
            <p:cNvSpPr/>
            <p:nvPr/>
          </p:nvSpPr>
          <p:spPr>
            <a:xfrm>
              <a:off x="2560447" y="3824168"/>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895"/>
                    <a:pt x="81152" y="361971"/>
                    <a:pt x="180835" y="361971"/>
                  </a:cubicBezTo>
                  <a:cubicBezTo>
                    <a:pt x="281157" y="361971"/>
                    <a:pt x="362309" y="280895"/>
                    <a:pt x="362309" y="181305"/>
                  </a:cubicBezTo>
                  <a:cubicBezTo>
                    <a:pt x="362309" y="181305"/>
                    <a:pt x="362309" y="181305"/>
                    <a:pt x="362309" y="181305"/>
                  </a:cubicBezTo>
                  <a:cubicBezTo>
                    <a:pt x="362309" y="81076"/>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lnTo>
                    <a:pt x="181474" y="349204"/>
                  </a:lnTo>
                  <a:close/>
                </a:path>
              </a:pathLst>
            </a:custGeom>
            <a:solidFill>
              <a:srgbClr val="00A3E0"/>
            </a:solidFill>
            <a:ln w="6390" cap="flat">
              <a:noFill/>
              <a:prstDash val="solid"/>
              <a:miter/>
            </a:ln>
          </p:spPr>
          <p:txBody>
            <a:bodyPr rtlCol="0" anchor="ctr"/>
            <a:lstStyle/>
            <a:p>
              <a:endParaRPr lang="en-US"/>
            </a:p>
          </p:txBody>
        </p:sp>
        <p:sp>
          <p:nvSpPr>
            <p:cNvPr id="8" name="Graphic 4">
              <a:extLst>
                <a:ext uri="{FF2B5EF4-FFF2-40B4-BE49-F238E27FC236}">
                  <a16:creationId xmlns:a16="http://schemas.microsoft.com/office/drawing/2014/main" id="{D249CD7C-80C5-2C43-BFE2-EDBF5430D6EC}"/>
                </a:ext>
              </a:extLst>
            </p:cNvPr>
            <p:cNvSpPr/>
            <p:nvPr/>
          </p:nvSpPr>
          <p:spPr>
            <a:xfrm>
              <a:off x="2635609" y="3886722"/>
              <a:ext cx="220934" cy="233662"/>
            </a:xfrm>
            <a:custGeom>
              <a:avLst/>
              <a:gdLst>
                <a:gd name="connsiteX0" fmla="*/ 191299 w 220934"/>
                <a:gd name="connsiteY0" fmla="*/ 60657 h 233662"/>
                <a:gd name="connsiteX1" fmla="*/ 172129 w 220934"/>
                <a:gd name="connsiteY1" fmla="*/ 80447 h 233662"/>
                <a:gd name="connsiteX2" fmla="*/ 165100 w 220934"/>
                <a:gd name="connsiteY2" fmla="*/ 70871 h 233662"/>
                <a:gd name="connsiteX3" fmla="*/ 156154 w 220934"/>
                <a:gd name="connsiteY3" fmla="*/ 70233 h 233662"/>
                <a:gd name="connsiteX4" fmla="*/ 154876 w 220934"/>
                <a:gd name="connsiteY4" fmla="*/ 78532 h 233662"/>
                <a:gd name="connsiteX5" fmla="*/ 166378 w 220934"/>
                <a:gd name="connsiteY5" fmla="*/ 93853 h 233662"/>
                <a:gd name="connsiteX6" fmla="*/ 167017 w 220934"/>
                <a:gd name="connsiteY6" fmla="*/ 93853 h 233662"/>
                <a:gd name="connsiteX7" fmla="*/ 167017 w 220934"/>
                <a:gd name="connsiteY7" fmla="*/ 94492 h 233662"/>
                <a:gd name="connsiteX8" fmla="*/ 168295 w 220934"/>
                <a:gd name="connsiteY8" fmla="*/ 95130 h 233662"/>
                <a:gd name="connsiteX9" fmla="*/ 168934 w 220934"/>
                <a:gd name="connsiteY9" fmla="*/ 95768 h 233662"/>
                <a:gd name="connsiteX10" fmla="*/ 171490 w 220934"/>
                <a:gd name="connsiteY10" fmla="*/ 96407 h 233662"/>
                <a:gd name="connsiteX11" fmla="*/ 172129 w 220934"/>
                <a:gd name="connsiteY11" fmla="*/ 96407 h 233662"/>
                <a:gd name="connsiteX12" fmla="*/ 174046 w 220934"/>
                <a:gd name="connsiteY12" fmla="*/ 95768 h 233662"/>
                <a:gd name="connsiteX13" fmla="*/ 174685 w 220934"/>
                <a:gd name="connsiteY13" fmla="*/ 95130 h 233662"/>
                <a:gd name="connsiteX14" fmla="*/ 175324 w 220934"/>
                <a:gd name="connsiteY14" fmla="*/ 94492 h 233662"/>
                <a:gd name="connsiteX15" fmla="*/ 175324 w 220934"/>
                <a:gd name="connsiteY15" fmla="*/ 93853 h 233662"/>
                <a:gd name="connsiteX16" fmla="*/ 175963 w 220934"/>
                <a:gd name="connsiteY16" fmla="*/ 93853 h 233662"/>
                <a:gd name="connsiteX17" fmla="*/ 200245 w 220934"/>
                <a:gd name="connsiteY17" fmla="*/ 68956 h 233662"/>
                <a:gd name="connsiteX18" fmla="*/ 205996 w 220934"/>
                <a:gd name="connsiteY18" fmla="*/ 68956 h 233662"/>
                <a:gd name="connsiteX19" fmla="*/ 205996 w 220934"/>
                <a:gd name="connsiteY19" fmla="*/ 68956 h 233662"/>
                <a:gd name="connsiteX20" fmla="*/ 207274 w 220934"/>
                <a:gd name="connsiteY20" fmla="*/ 72148 h 233662"/>
                <a:gd name="connsiteX21" fmla="*/ 205996 w 220934"/>
                <a:gd name="connsiteY21" fmla="*/ 75340 h 233662"/>
                <a:gd name="connsiteX22" fmla="*/ 174046 w 220934"/>
                <a:gd name="connsiteY22" fmla="*/ 108536 h 233662"/>
                <a:gd name="connsiteX23" fmla="*/ 174046 w 220934"/>
                <a:gd name="connsiteY23" fmla="*/ 108536 h 233662"/>
                <a:gd name="connsiteX24" fmla="*/ 174046 w 220934"/>
                <a:gd name="connsiteY24" fmla="*/ 108536 h 233662"/>
                <a:gd name="connsiteX25" fmla="*/ 172768 w 220934"/>
                <a:gd name="connsiteY25" fmla="*/ 109813 h 233662"/>
                <a:gd name="connsiteX26" fmla="*/ 172768 w 220934"/>
                <a:gd name="connsiteY26" fmla="*/ 109813 h 233662"/>
                <a:gd name="connsiteX27" fmla="*/ 170212 w 220934"/>
                <a:gd name="connsiteY27" fmla="*/ 110452 h 233662"/>
                <a:gd name="connsiteX28" fmla="*/ 167017 w 220934"/>
                <a:gd name="connsiteY28" fmla="*/ 108536 h 233662"/>
                <a:gd name="connsiteX29" fmla="*/ 154237 w 220934"/>
                <a:gd name="connsiteY29" fmla="*/ 91300 h 233662"/>
                <a:gd name="connsiteX30" fmla="*/ 147847 w 220934"/>
                <a:gd name="connsiteY30" fmla="*/ 88746 h 233662"/>
                <a:gd name="connsiteX31" fmla="*/ 147847 w 220934"/>
                <a:gd name="connsiteY31" fmla="*/ 88108 h 233662"/>
                <a:gd name="connsiteX32" fmla="*/ 151042 w 220934"/>
                <a:gd name="connsiteY32" fmla="*/ 75340 h 233662"/>
                <a:gd name="connsiteX33" fmla="*/ 139540 w 220934"/>
                <a:gd name="connsiteY33" fmla="*/ 51719 h 233662"/>
                <a:gd name="connsiteX34" fmla="*/ 170851 w 220934"/>
                <a:gd name="connsiteY34" fmla="*/ 31929 h 233662"/>
                <a:gd name="connsiteX35" fmla="*/ 151042 w 220934"/>
                <a:gd name="connsiteY35" fmla="*/ 647 h 233662"/>
                <a:gd name="connsiteX36" fmla="*/ 119732 w 220934"/>
                <a:gd name="connsiteY36" fmla="*/ 20438 h 233662"/>
                <a:gd name="connsiteX37" fmla="*/ 127399 w 220934"/>
                <a:gd name="connsiteY37" fmla="*/ 45335 h 233662"/>
                <a:gd name="connsiteX38" fmla="*/ 105674 w 220934"/>
                <a:gd name="connsiteY38" fmla="*/ 36398 h 233662"/>
                <a:gd name="connsiteX39" fmla="*/ 89699 w 220934"/>
                <a:gd name="connsiteY39" fmla="*/ 30652 h 233662"/>
                <a:gd name="connsiteX40" fmla="*/ 71168 w 220934"/>
                <a:gd name="connsiteY40" fmla="*/ 35759 h 233662"/>
                <a:gd name="connsiteX41" fmla="*/ 71168 w 220934"/>
                <a:gd name="connsiteY41" fmla="*/ 36398 h 233662"/>
                <a:gd name="connsiteX42" fmla="*/ 71168 w 220934"/>
                <a:gd name="connsiteY42" fmla="*/ 36398 h 233662"/>
                <a:gd name="connsiteX43" fmla="*/ 71168 w 220934"/>
                <a:gd name="connsiteY43" fmla="*/ 36398 h 233662"/>
                <a:gd name="connsiteX44" fmla="*/ 71168 w 220934"/>
                <a:gd name="connsiteY44" fmla="*/ 36398 h 233662"/>
                <a:gd name="connsiteX45" fmla="*/ 48164 w 220934"/>
                <a:gd name="connsiteY45" fmla="*/ 66402 h 233662"/>
                <a:gd name="connsiteX46" fmla="*/ 44330 w 220934"/>
                <a:gd name="connsiteY46" fmla="*/ 76617 h 233662"/>
                <a:gd name="connsiteX47" fmla="*/ 50720 w 220934"/>
                <a:gd name="connsiteY47" fmla="*/ 90023 h 233662"/>
                <a:gd name="connsiteX48" fmla="*/ 60944 w 220934"/>
                <a:gd name="connsiteY48" fmla="*/ 93853 h 233662"/>
                <a:gd name="connsiteX49" fmla="*/ 74363 w 220934"/>
                <a:gd name="connsiteY49" fmla="*/ 87469 h 233662"/>
                <a:gd name="connsiteX50" fmla="*/ 90338 w 220934"/>
                <a:gd name="connsiteY50" fmla="*/ 67041 h 233662"/>
                <a:gd name="connsiteX51" fmla="*/ 96728 w 220934"/>
                <a:gd name="connsiteY51" fmla="*/ 68956 h 233662"/>
                <a:gd name="connsiteX52" fmla="*/ 80114 w 220934"/>
                <a:gd name="connsiteY52" fmla="*/ 103429 h 233662"/>
                <a:gd name="connsiteX53" fmla="*/ 81392 w 220934"/>
                <a:gd name="connsiteY53" fmla="*/ 135349 h 233662"/>
                <a:gd name="connsiteX54" fmla="*/ 78836 w 220934"/>
                <a:gd name="connsiteY54" fmla="*/ 132157 h 233662"/>
                <a:gd name="connsiteX55" fmla="*/ 78836 w 220934"/>
                <a:gd name="connsiteY55" fmla="*/ 132157 h 233662"/>
                <a:gd name="connsiteX56" fmla="*/ 78836 w 220934"/>
                <a:gd name="connsiteY56" fmla="*/ 132157 h 233662"/>
                <a:gd name="connsiteX57" fmla="*/ 78197 w 220934"/>
                <a:gd name="connsiteY57" fmla="*/ 131519 h 233662"/>
                <a:gd name="connsiteX58" fmla="*/ 76919 w 220934"/>
                <a:gd name="connsiteY58" fmla="*/ 130880 h 233662"/>
                <a:gd name="connsiteX59" fmla="*/ 75641 w 220934"/>
                <a:gd name="connsiteY59" fmla="*/ 130880 h 233662"/>
                <a:gd name="connsiteX60" fmla="*/ 74363 w 220934"/>
                <a:gd name="connsiteY60" fmla="*/ 130880 h 233662"/>
                <a:gd name="connsiteX61" fmla="*/ 73085 w 220934"/>
                <a:gd name="connsiteY61" fmla="*/ 130880 h 233662"/>
                <a:gd name="connsiteX62" fmla="*/ 72446 w 220934"/>
                <a:gd name="connsiteY62" fmla="*/ 130880 h 233662"/>
                <a:gd name="connsiteX63" fmla="*/ 71168 w 220934"/>
                <a:gd name="connsiteY63" fmla="*/ 131519 h 233662"/>
                <a:gd name="connsiteX64" fmla="*/ 70529 w 220934"/>
                <a:gd name="connsiteY64" fmla="*/ 132157 h 233662"/>
                <a:gd name="connsiteX65" fmla="*/ 70529 w 220934"/>
                <a:gd name="connsiteY65" fmla="*/ 132157 h 233662"/>
                <a:gd name="connsiteX66" fmla="*/ 70529 w 220934"/>
                <a:gd name="connsiteY66" fmla="*/ 132157 h 233662"/>
                <a:gd name="connsiteX67" fmla="*/ 67973 w 220934"/>
                <a:gd name="connsiteY67" fmla="*/ 134711 h 233662"/>
                <a:gd name="connsiteX68" fmla="*/ 59666 w 220934"/>
                <a:gd name="connsiteY68" fmla="*/ 150671 h 233662"/>
                <a:gd name="connsiteX69" fmla="*/ 60944 w 220934"/>
                <a:gd name="connsiteY69" fmla="*/ 158331 h 233662"/>
                <a:gd name="connsiteX70" fmla="*/ 53915 w 220934"/>
                <a:gd name="connsiteY70" fmla="*/ 163439 h 233662"/>
                <a:gd name="connsiteX71" fmla="*/ 30911 w 220934"/>
                <a:gd name="connsiteY71" fmla="*/ 161523 h 233662"/>
                <a:gd name="connsiteX72" fmla="*/ 5991 w 220934"/>
                <a:gd name="connsiteY72" fmla="*/ 172376 h 233662"/>
                <a:gd name="connsiteX73" fmla="*/ 2157 w 220934"/>
                <a:gd name="connsiteY73" fmla="*/ 206211 h 233662"/>
                <a:gd name="connsiteX74" fmla="*/ 21326 w 220934"/>
                <a:gd name="connsiteY74" fmla="*/ 220894 h 233662"/>
                <a:gd name="connsiteX75" fmla="*/ 21965 w 220934"/>
                <a:gd name="connsiteY75" fmla="*/ 220894 h 233662"/>
                <a:gd name="connsiteX76" fmla="*/ 28355 w 220934"/>
                <a:gd name="connsiteY76" fmla="*/ 214510 h 233662"/>
                <a:gd name="connsiteX77" fmla="*/ 21965 w 220934"/>
                <a:gd name="connsiteY77" fmla="*/ 208126 h 233662"/>
                <a:gd name="connsiteX78" fmla="*/ 14298 w 220934"/>
                <a:gd name="connsiteY78" fmla="*/ 202381 h 233662"/>
                <a:gd name="connsiteX79" fmla="*/ 15575 w 220934"/>
                <a:gd name="connsiteY79" fmla="*/ 180037 h 233662"/>
                <a:gd name="connsiteX80" fmla="*/ 29633 w 220934"/>
                <a:gd name="connsiteY80" fmla="*/ 173653 h 233662"/>
                <a:gd name="connsiteX81" fmla="*/ 55193 w 220934"/>
                <a:gd name="connsiteY81" fmla="*/ 175568 h 233662"/>
                <a:gd name="connsiteX82" fmla="*/ 59027 w 220934"/>
                <a:gd name="connsiteY82" fmla="*/ 174291 h 233662"/>
                <a:gd name="connsiteX83" fmla="*/ 69251 w 220934"/>
                <a:gd name="connsiteY83" fmla="*/ 167269 h 233662"/>
                <a:gd name="connsiteX84" fmla="*/ 79475 w 220934"/>
                <a:gd name="connsiteY84" fmla="*/ 170461 h 233662"/>
                <a:gd name="connsiteX85" fmla="*/ 80753 w 220934"/>
                <a:gd name="connsiteY85" fmla="*/ 170461 h 233662"/>
                <a:gd name="connsiteX86" fmla="*/ 94811 w 220934"/>
                <a:gd name="connsiteY86" fmla="*/ 165354 h 233662"/>
                <a:gd name="connsiteX87" fmla="*/ 98006 w 220934"/>
                <a:gd name="connsiteY87" fmla="*/ 162162 h 233662"/>
                <a:gd name="connsiteX88" fmla="*/ 98006 w 220934"/>
                <a:gd name="connsiteY88" fmla="*/ 162162 h 233662"/>
                <a:gd name="connsiteX89" fmla="*/ 98006 w 220934"/>
                <a:gd name="connsiteY89" fmla="*/ 161523 h 233662"/>
                <a:gd name="connsiteX90" fmla="*/ 99284 w 220934"/>
                <a:gd name="connsiteY90" fmla="*/ 160247 h 233662"/>
                <a:gd name="connsiteX91" fmla="*/ 99284 w 220934"/>
                <a:gd name="connsiteY91" fmla="*/ 159608 h 233662"/>
                <a:gd name="connsiteX92" fmla="*/ 99923 w 220934"/>
                <a:gd name="connsiteY92" fmla="*/ 157693 h 233662"/>
                <a:gd name="connsiteX93" fmla="*/ 99923 w 220934"/>
                <a:gd name="connsiteY93" fmla="*/ 157055 h 233662"/>
                <a:gd name="connsiteX94" fmla="*/ 99923 w 220934"/>
                <a:gd name="connsiteY94" fmla="*/ 155139 h 233662"/>
                <a:gd name="connsiteX95" fmla="*/ 99923 w 220934"/>
                <a:gd name="connsiteY95" fmla="*/ 154501 h 233662"/>
                <a:gd name="connsiteX96" fmla="*/ 99284 w 220934"/>
                <a:gd name="connsiteY96" fmla="*/ 153224 h 233662"/>
                <a:gd name="connsiteX97" fmla="*/ 99284 w 220934"/>
                <a:gd name="connsiteY97" fmla="*/ 153224 h 233662"/>
                <a:gd name="connsiteX98" fmla="*/ 96089 w 220934"/>
                <a:gd name="connsiteY98" fmla="*/ 149394 h 233662"/>
                <a:gd name="connsiteX99" fmla="*/ 113980 w 220934"/>
                <a:gd name="connsiteY99" fmla="*/ 165992 h 233662"/>
                <a:gd name="connsiteX100" fmla="*/ 129955 w 220934"/>
                <a:gd name="connsiteY100" fmla="*/ 173015 h 233662"/>
                <a:gd name="connsiteX101" fmla="*/ 137623 w 220934"/>
                <a:gd name="connsiteY101" fmla="*/ 171738 h 233662"/>
                <a:gd name="connsiteX102" fmla="*/ 142735 w 220934"/>
                <a:gd name="connsiteY102" fmla="*/ 178760 h 233662"/>
                <a:gd name="connsiteX103" fmla="*/ 140818 w 220934"/>
                <a:gd name="connsiteY103" fmla="*/ 202381 h 233662"/>
                <a:gd name="connsiteX104" fmla="*/ 151681 w 220934"/>
                <a:gd name="connsiteY104" fmla="*/ 227278 h 233662"/>
                <a:gd name="connsiteX105" fmla="*/ 170851 w 220934"/>
                <a:gd name="connsiteY105" fmla="*/ 233662 h 233662"/>
                <a:gd name="connsiteX106" fmla="*/ 185548 w 220934"/>
                <a:gd name="connsiteY106" fmla="*/ 231109 h 233662"/>
                <a:gd name="connsiteX107" fmla="*/ 200245 w 220934"/>
                <a:gd name="connsiteY107" fmla="*/ 211318 h 233662"/>
                <a:gd name="connsiteX108" fmla="*/ 193855 w 220934"/>
                <a:gd name="connsiteY108" fmla="*/ 204934 h 233662"/>
                <a:gd name="connsiteX109" fmla="*/ 193855 w 220934"/>
                <a:gd name="connsiteY109" fmla="*/ 204934 h 233662"/>
                <a:gd name="connsiteX110" fmla="*/ 187465 w 220934"/>
                <a:gd name="connsiteY110" fmla="*/ 211318 h 233662"/>
                <a:gd name="connsiteX111" fmla="*/ 181714 w 220934"/>
                <a:gd name="connsiteY111" fmla="*/ 218979 h 233662"/>
                <a:gd name="connsiteX112" fmla="*/ 159349 w 220934"/>
                <a:gd name="connsiteY112" fmla="*/ 217064 h 233662"/>
                <a:gd name="connsiteX113" fmla="*/ 152959 w 220934"/>
                <a:gd name="connsiteY113" fmla="*/ 203019 h 233662"/>
                <a:gd name="connsiteX114" fmla="*/ 154876 w 220934"/>
                <a:gd name="connsiteY114" fmla="*/ 177483 h 233662"/>
                <a:gd name="connsiteX115" fmla="*/ 153598 w 220934"/>
                <a:gd name="connsiteY115" fmla="*/ 173015 h 233662"/>
                <a:gd name="connsiteX116" fmla="*/ 146569 w 220934"/>
                <a:gd name="connsiteY116" fmla="*/ 162800 h 233662"/>
                <a:gd name="connsiteX117" fmla="*/ 149764 w 220934"/>
                <a:gd name="connsiteY117" fmla="*/ 152586 h 233662"/>
                <a:gd name="connsiteX118" fmla="*/ 144652 w 220934"/>
                <a:gd name="connsiteY118" fmla="*/ 137264 h 233662"/>
                <a:gd name="connsiteX119" fmla="*/ 141457 w 220934"/>
                <a:gd name="connsiteY119" fmla="*/ 134072 h 233662"/>
                <a:gd name="connsiteX120" fmla="*/ 141457 w 220934"/>
                <a:gd name="connsiteY120" fmla="*/ 134072 h 233662"/>
                <a:gd name="connsiteX121" fmla="*/ 131233 w 220934"/>
                <a:gd name="connsiteY121" fmla="*/ 121943 h 233662"/>
                <a:gd name="connsiteX122" fmla="*/ 144013 w 220934"/>
                <a:gd name="connsiteY122" fmla="*/ 95130 h 233662"/>
                <a:gd name="connsiteX123" fmla="*/ 144652 w 220934"/>
                <a:gd name="connsiteY123" fmla="*/ 96407 h 233662"/>
                <a:gd name="connsiteX124" fmla="*/ 157432 w 220934"/>
                <a:gd name="connsiteY124" fmla="*/ 113644 h 233662"/>
                <a:gd name="connsiteX125" fmla="*/ 171490 w 220934"/>
                <a:gd name="connsiteY125" fmla="*/ 120666 h 233662"/>
                <a:gd name="connsiteX126" fmla="*/ 181075 w 220934"/>
                <a:gd name="connsiteY126" fmla="*/ 117474 h 233662"/>
                <a:gd name="connsiteX127" fmla="*/ 182353 w 220934"/>
                <a:gd name="connsiteY127" fmla="*/ 116197 h 233662"/>
                <a:gd name="connsiteX128" fmla="*/ 182353 w 220934"/>
                <a:gd name="connsiteY128" fmla="*/ 116197 h 233662"/>
                <a:gd name="connsiteX129" fmla="*/ 182353 w 220934"/>
                <a:gd name="connsiteY129" fmla="*/ 116197 h 233662"/>
                <a:gd name="connsiteX130" fmla="*/ 183631 w 220934"/>
                <a:gd name="connsiteY130" fmla="*/ 114920 h 233662"/>
                <a:gd name="connsiteX131" fmla="*/ 183631 w 220934"/>
                <a:gd name="connsiteY131" fmla="*/ 114920 h 233662"/>
                <a:gd name="connsiteX132" fmla="*/ 216219 w 220934"/>
                <a:gd name="connsiteY132" fmla="*/ 81724 h 233662"/>
                <a:gd name="connsiteX133" fmla="*/ 215581 w 220934"/>
                <a:gd name="connsiteY133" fmla="*/ 57465 h 233662"/>
                <a:gd name="connsiteX134" fmla="*/ 191299 w 220934"/>
                <a:gd name="connsiteY134" fmla="*/ 60657 h 233662"/>
                <a:gd name="connsiteX135" fmla="*/ 145291 w 220934"/>
                <a:gd name="connsiteY135" fmla="*/ 13415 h 233662"/>
                <a:gd name="connsiteX136" fmla="*/ 158710 w 220934"/>
                <a:gd name="connsiteY136" fmla="*/ 26822 h 233662"/>
                <a:gd name="connsiteX137" fmla="*/ 145291 w 220934"/>
                <a:gd name="connsiteY137" fmla="*/ 40228 h 233662"/>
                <a:gd name="connsiteX138" fmla="*/ 131872 w 220934"/>
                <a:gd name="connsiteY138" fmla="*/ 26822 h 233662"/>
                <a:gd name="connsiteX139" fmla="*/ 131872 w 220934"/>
                <a:gd name="connsiteY139" fmla="*/ 26822 h 233662"/>
                <a:gd name="connsiteX140" fmla="*/ 145291 w 220934"/>
                <a:gd name="connsiteY140" fmla="*/ 13415 h 233662"/>
                <a:gd name="connsiteX141" fmla="*/ 145291 w 220934"/>
                <a:gd name="connsiteY141" fmla="*/ 13415 h 233662"/>
                <a:gd name="connsiteX142" fmla="*/ 79475 w 220934"/>
                <a:gd name="connsiteY142" fmla="*/ 160247 h 233662"/>
                <a:gd name="connsiteX143" fmla="*/ 73724 w 220934"/>
                <a:gd name="connsiteY143" fmla="*/ 157693 h 233662"/>
                <a:gd name="connsiteX144" fmla="*/ 71807 w 220934"/>
                <a:gd name="connsiteY144" fmla="*/ 151947 h 233662"/>
                <a:gd name="connsiteX145" fmla="*/ 73085 w 220934"/>
                <a:gd name="connsiteY145" fmla="*/ 147479 h 233662"/>
                <a:gd name="connsiteX146" fmla="*/ 83948 w 220934"/>
                <a:gd name="connsiteY146" fmla="*/ 159608 h 233662"/>
                <a:gd name="connsiteX147" fmla="*/ 79475 w 220934"/>
                <a:gd name="connsiteY147" fmla="*/ 160247 h 233662"/>
                <a:gd name="connsiteX148" fmla="*/ 79475 w 220934"/>
                <a:gd name="connsiteY148" fmla="*/ 160247 h 233662"/>
                <a:gd name="connsiteX149" fmla="*/ 123565 w 220934"/>
                <a:gd name="connsiteY149" fmla="*/ 161523 h 233662"/>
                <a:gd name="connsiteX150" fmla="*/ 135706 w 220934"/>
                <a:gd name="connsiteY150" fmla="*/ 150671 h 233662"/>
                <a:gd name="connsiteX151" fmla="*/ 136345 w 220934"/>
                <a:gd name="connsiteY151" fmla="*/ 155139 h 233662"/>
                <a:gd name="connsiteX152" fmla="*/ 133789 w 220934"/>
                <a:gd name="connsiteY152" fmla="*/ 160885 h 233662"/>
                <a:gd name="connsiteX153" fmla="*/ 123565 w 220934"/>
                <a:gd name="connsiteY153" fmla="*/ 161523 h 233662"/>
                <a:gd name="connsiteX154" fmla="*/ 123565 w 220934"/>
                <a:gd name="connsiteY154" fmla="*/ 161523 h 233662"/>
                <a:gd name="connsiteX155" fmla="*/ 136345 w 220934"/>
                <a:gd name="connsiteY155" fmla="*/ 83639 h 233662"/>
                <a:gd name="connsiteX156" fmla="*/ 117175 w 220934"/>
                <a:gd name="connsiteY156" fmla="*/ 123220 h 233662"/>
                <a:gd name="connsiteX157" fmla="*/ 117175 w 220934"/>
                <a:gd name="connsiteY157" fmla="*/ 123220 h 233662"/>
                <a:gd name="connsiteX158" fmla="*/ 117175 w 220934"/>
                <a:gd name="connsiteY158" fmla="*/ 123858 h 233662"/>
                <a:gd name="connsiteX159" fmla="*/ 116537 w 220934"/>
                <a:gd name="connsiteY159" fmla="*/ 125773 h 233662"/>
                <a:gd name="connsiteX160" fmla="*/ 116537 w 220934"/>
                <a:gd name="connsiteY160" fmla="*/ 127050 h 233662"/>
                <a:gd name="connsiteX161" fmla="*/ 116537 w 220934"/>
                <a:gd name="connsiteY161" fmla="*/ 128327 h 233662"/>
                <a:gd name="connsiteX162" fmla="*/ 117175 w 220934"/>
                <a:gd name="connsiteY162" fmla="*/ 129604 h 233662"/>
                <a:gd name="connsiteX163" fmla="*/ 117175 w 220934"/>
                <a:gd name="connsiteY163" fmla="*/ 130242 h 233662"/>
                <a:gd name="connsiteX164" fmla="*/ 117175 w 220934"/>
                <a:gd name="connsiteY164" fmla="*/ 130242 h 233662"/>
                <a:gd name="connsiteX165" fmla="*/ 126121 w 220934"/>
                <a:gd name="connsiteY165" fmla="*/ 141095 h 233662"/>
                <a:gd name="connsiteX166" fmla="*/ 112703 w 220934"/>
                <a:gd name="connsiteY166" fmla="*/ 153224 h 233662"/>
                <a:gd name="connsiteX167" fmla="*/ 94172 w 220934"/>
                <a:gd name="connsiteY167" fmla="*/ 135987 h 233662"/>
                <a:gd name="connsiteX168" fmla="*/ 89060 w 220934"/>
                <a:gd name="connsiteY168" fmla="*/ 110452 h 233662"/>
                <a:gd name="connsiteX169" fmla="*/ 108230 w 220934"/>
                <a:gd name="connsiteY169" fmla="*/ 69594 h 233662"/>
                <a:gd name="connsiteX170" fmla="*/ 108230 w 220934"/>
                <a:gd name="connsiteY170" fmla="*/ 69594 h 233662"/>
                <a:gd name="connsiteX171" fmla="*/ 108230 w 220934"/>
                <a:gd name="connsiteY171" fmla="*/ 68956 h 233662"/>
                <a:gd name="connsiteX172" fmla="*/ 108230 w 220934"/>
                <a:gd name="connsiteY172" fmla="*/ 68317 h 233662"/>
                <a:gd name="connsiteX173" fmla="*/ 108230 w 220934"/>
                <a:gd name="connsiteY173" fmla="*/ 67041 h 233662"/>
                <a:gd name="connsiteX174" fmla="*/ 108230 w 220934"/>
                <a:gd name="connsiteY174" fmla="*/ 65764 h 233662"/>
                <a:gd name="connsiteX175" fmla="*/ 108230 w 220934"/>
                <a:gd name="connsiteY175" fmla="*/ 64487 h 233662"/>
                <a:gd name="connsiteX176" fmla="*/ 107590 w 220934"/>
                <a:gd name="connsiteY176" fmla="*/ 63210 h 233662"/>
                <a:gd name="connsiteX177" fmla="*/ 106952 w 220934"/>
                <a:gd name="connsiteY177" fmla="*/ 61933 h 233662"/>
                <a:gd name="connsiteX178" fmla="*/ 106313 w 220934"/>
                <a:gd name="connsiteY178" fmla="*/ 61295 h 233662"/>
                <a:gd name="connsiteX179" fmla="*/ 105674 w 220934"/>
                <a:gd name="connsiteY179" fmla="*/ 60657 h 233662"/>
                <a:gd name="connsiteX180" fmla="*/ 105035 w 220934"/>
                <a:gd name="connsiteY180" fmla="*/ 60657 h 233662"/>
                <a:gd name="connsiteX181" fmla="*/ 105035 w 220934"/>
                <a:gd name="connsiteY181" fmla="*/ 60657 h 233662"/>
                <a:gd name="connsiteX182" fmla="*/ 87782 w 220934"/>
                <a:gd name="connsiteY182" fmla="*/ 54911 h 233662"/>
                <a:gd name="connsiteX183" fmla="*/ 87782 w 220934"/>
                <a:gd name="connsiteY183" fmla="*/ 54911 h 233662"/>
                <a:gd name="connsiteX184" fmla="*/ 86504 w 220934"/>
                <a:gd name="connsiteY184" fmla="*/ 54911 h 233662"/>
                <a:gd name="connsiteX185" fmla="*/ 86504 w 220934"/>
                <a:gd name="connsiteY185" fmla="*/ 54911 h 233662"/>
                <a:gd name="connsiteX186" fmla="*/ 85226 w 220934"/>
                <a:gd name="connsiteY186" fmla="*/ 55549 h 233662"/>
                <a:gd name="connsiteX187" fmla="*/ 84587 w 220934"/>
                <a:gd name="connsiteY187" fmla="*/ 55549 h 233662"/>
                <a:gd name="connsiteX188" fmla="*/ 83309 w 220934"/>
                <a:gd name="connsiteY188" fmla="*/ 56188 h 233662"/>
                <a:gd name="connsiteX189" fmla="*/ 82670 w 220934"/>
                <a:gd name="connsiteY189" fmla="*/ 56826 h 233662"/>
                <a:gd name="connsiteX190" fmla="*/ 82670 w 220934"/>
                <a:gd name="connsiteY190" fmla="*/ 56826 h 233662"/>
                <a:gd name="connsiteX191" fmla="*/ 64139 w 220934"/>
                <a:gd name="connsiteY191" fmla="*/ 81085 h 233662"/>
                <a:gd name="connsiteX192" fmla="*/ 58388 w 220934"/>
                <a:gd name="connsiteY192" fmla="*/ 81724 h 233662"/>
                <a:gd name="connsiteX193" fmla="*/ 58388 w 220934"/>
                <a:gd name="connsiteY193" fmla="*/ 81724 h 233662"/>
                <a:gd name="connsiteX194" fmla="*/ 56471 w 220934"/>
                <a:gd name="connsiteY194" fmla="*/ 78532 h 233662"/>
                <a:gd name="connsiteX195" fmla="*/ 57110 w 220934"/>
                <a:gd name="connsiteY195" fmla="*/ 75978 h 233662"/>
                <a:gd name="connsiteX196" fmla="*/ 80114 w 220934"/>
                <a:gd name="connsiteY196" fmla="*/ 46612 h 233662"/>
                <a:gd name="connsiteX197" fmla="*/ 80114 w 220934"/>
                <a:gd name="connsiteY197" fmla="*/ 46612 h 233662"/>
                <a:gd name="connsiteX198" fmla="*/ 80114 w 220934"/>
                <a:gd name="connsiteY198" fmla="*/ 45973 h 233662"/>
                <a:gd name="connsiteX199" fmla="*/ 80114 w 220934"/>
                <a:gd name="connsiteY199" fmla="*/ 45973 h 233662"/>
                <a:gd name="connsiteX200" fmla="*/ 80114 w 220934"/>
                <a:gd name="connsiteY200" fmla="*/ 45973 h 233662"/>
                <a:gd name="connsiteX201" fmla="*/ 84587 w 220934"/>
                <a:gd name="connsiteY201" fmla="*/ 44697 h 233662"/>
                <a:gd name="connsiteX202" fmla="*/ 100562 w 220934"/>
                <a:gd name="connsiteY202" fmla="*/ 50442 h 233662"/>
                <a:gd name="connsiteX203" fmla="*/ 121009 w 220934"/>
                <a:gd name="connsiteY203" fmla="*/ 58741 h 233662"/>
                <a:gd name="connsiteX204" fmla="*/ 128038 w 220934"/>
                <a:gd name="connsiteY204" fmla="*/ 61933 h 233662"/>
                <a:gd name="connsiteX205" fmla="*/ 136345 w 220934"/>
                <a:gd name="connsiteY205" fmla="*/ 83639 h 233662"/>
                <a:gd name="connsiteX206" fmla="*/ 135706 w 220934"/>
                <a:gd name="connsiteY206" fmla="*/ 84277 h 233662"/>
                <a:gd name="connsiteX207" fmla="*/ 136345 w 220934"/>
                <a:gd name="connsiteY207" fmla="*/ 83639 h 23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220934" h="233662">
                  <a:moveTo>
                    <a:pt x="191299" y="60657"/>
                  </a:moveTo>
                  <a:lnTo>
                    <a:pt x="172129" y="80447"/>
                  </a:lnTo>
                  <a:lnTo>
                    <a:pt x="165100" y="70871"/>
                  </a:lnTo>
                  <a:cubicBezTo>
                    <a:pt x="162544" y="68317"/>
                    <a:pt x="158710" y="67679"/>
                    <a:pt x="156154" y="70233"/>
                  </a:cubicBezTo>
                  <a:cubicBezTo>
                    <a:pt x="153598" y="72148"/>
                    <a:pt x="152959" y="75978"/>
                    <a:pt x="154876" y="78532"/>
                  </a:cubicBezTo>
                  <a:lnTo>
                    <a:pt x="166378" y="93853"/>
                  </a:lnTo>
                  <a:cubicBezTo>
                    <a:pt x="166378" y="93853"/>
                    <a:pt x="166378" y="93853"/>
                    <a:pt x="167017" y="93853"/>
                  </a:cubicBezTo>
                  <a:cubicBezTo>
                    <a:pt x="167017" y="93853"/>
                    <a:pt x="167017" y="94492"/>
                    <a:pt x="167017" y="94492"/>
                  </a:cubicBezTo>
                  <a:cubicBezTo>
                    <a:pt x="167656" y="94492"/>
                    <a:pt x="167656" y="95130"/>
                    <a:pt x="168295" y="95130"/>
                  </a:cubicBezTo>
                  <a:lnTo>
                    <a:pt x="168934" y="95768"/>
                  </a:lnTo>
                  <a:cubicBezTo>
                    <a:pt x="169573" y="96407"/>
                    <a:pt x="170212" y="96407"/>
                    <a:pt x="171490" y="96407"/>
                  </a:cubicBezTo>
                  <a:lnTo>
                    <a:pt x="172129" y="96407"/>
                  </a:lnTo>
                  <a:cubicBezTo>
                    <a:pt x="172768" y="96407"/>
                    <a:pt x="173407" y="96407"/>
                    <a:pt x="174046" y="95768"/>
                  </a:cubicBezTo>
                  <a:lnTo>
                    <a:pt x="174685" y="95130"/>
                  </a:lnTo>
                  <a:cubicBezTo>
                    <a:pt x="174685" y="95130"/>
                    <a:pt x="175324" y="95130"/>
                    <a:pt x="175324" y="94492"/>
                  </a:cubicBezTo>
                  <a:lnTo>
                    <a:pt x="175324" y="93853"/>
                  </a:lnTo>
                  <a:cubicBezTo>
                    <a:pt x="175324" y="93853"/>
                    <a:pt x="175324" y="93853"/>
                    <a:pt x="175963" y="93853"/>
                  </a:cubicBezTo>
                  <a:lnTo>
                    <a:pt x="200245" y="68956"/>
                  </a:lnTo>
                  <a:cubicBezTo>
                    <a:pt x="202162" y="67041"/>
                    <a:pt x="204718" y="67041"/>
                    <a:pt x="205996" y="68956"/>
                  </a:cubicBezTo>
                  <a:cubicBezTo>
                    <a:pt x="205996" y="68956"/>
                    <a:pt x="205996" y="68956"/>
                    <a:pt x="205996" y="68956"/>
                  </a:cubicBezTo>
                  <a:cubicBezTo>
                    <a:pt x="206635" y="69594"/>
                    <a:pt x="207274" y="70871"/>
                    <a:pt x="207274" y="72148"/>
                  </a:cubicBezTo>
                  <a:cubicBezTo>
                    <a:pt x="207274" y="73425"/>
                    <a:pt x="206635" y="74063"/>
                    <a:pt x="205996" y="75340"/>
                  </a:cubicBezTo>
                  <a:lnTo>
                    <a:pt x="174046" y="108536"/>
                  </a:lnTo>
                  <a:lnTo>
                    <a:pt x="174046" y="108536"/>
                  </a:lnTo>
                  <a:lnTo>
                    <a:pt x="174046" y="108536"/>
                  </a:lnTo>
                  <a:lnTo>
                    <a:pt x="172768" y="109813"/>
                  </a:lnTo>
                  <a:lnTo>
                    <a:pt x="172768" y="109813"/>
                  </a:lnTo>
                  <a:cubicBezTo>
                    <a:pt x="172129" y="110452"/>
                    <a:pt x="170851" y="110452"/>
                    <a:pt x="170212" y="110452"/>
                  </a:cubicBezTo>
                  <a:cubicBezTo>
                    <a:pt x="168934" y="110452"/>
                    <a:pt x="167656" y="109813"/>
                    <a:pt x="167017" y="108536"/>
                  </a:cubicBezTo>
                  <a:lnTo>
                    <a:pt x="154237" y="91300"/>
                  </a:lnTo>
                  <a:cubicBezTo>
                    <a:pt x="152959" y="89384"/>
                    <a:pt x="150403" y="88108"/>
                    <a:pt x="147847" y="88746"/>
                  </a:cubicBezTo>
                  <a:lnTo>
                    <a:pt x="147847" y="88108"/>
                  </a:lnTo>
                  <a:cubicBezTo>
                    <a:pt x="149764" y="84277"/>
                    <a:pt x="151042" y="79809"/>
                    <a:pt x="151042" y="75340"/>
                  </a:cubicBezTo>
                  <a:cubicBezTo>
                    <a:pt x="151042" y="66402"/>
                    <a:pt x="146569" y="57465"/>
                    <a:pt x="139540" y="51719"/>
                  </a:cubicBezTo>
                  <a:cubicBezTo>
                    <a:pt x="153598" y="54911"/>
                    <a:pt x="167656" y="45973"/>
                    <a:pt x="170851" y="31929"/>
                  </a:cubicBezTo>
                  <a:cubicBezTo>
                    <a:pt x="174046" y="17884"/>
                    <a:pt x="165100" y="3839"/>
                    <a:pt x="151042" y="647"/>
                  </a:cubicBezTo>
                  <a:cubicBezTo>
                    <a:pt x="136984" y="-2545"/>
                    <a:pt x="122926" y="6393"/>
                    <a:pt x="119732" y="20438"/>
                  </a:cubicBezTo>
                  <a:cubicBezTo>
                    <a:pt x="117814" y="29375"/>
                    <a:pt x="120370" y="38951"/>
                    <a:pt x="127399" y="45335"/>
                  </a:cubicBezTo>
                  <a:cubicBezTo>
                    <a:pt x="120370" y="42143"/>
                    <a:pt x="113342" y="38951"/>
                    <a:pt x="105674" y="36398"/>
                  </a:cubicBezTo>
                  <a:lnTo>
                    <a:pt x="89699" y="30652"/>
                  </a:lnTo>
                  <a:cubicBezTo>
                    <a:pt x="82670" y="28737"/>
                    <a:pt x="75641" y="30652"/>
                    <a:pt x="71168" y="35759"/>
                  </a:cubicBezTo>
                  <a:lnTo>
                    <a:pt x="71168" y="36398"/>
                  </a:lnTo>
                  <a:lnTo>
                    <a:pt x="71168" y="36398"/>
                  </a:lnTo>
                  <a:lnTo>
                    <a:pt x="71168" y="36398"/>
                  </a:lnTo>
                  <a:lnTo>
                    <a:pt x="71168" y="36398"/>
                  </a:lnTo>
                  <a:lnTo>
                    <a:pt x="48164" y="66402"/>
                  </a:lnTo>
                  <a:cubicBezTo>
                    <a:pt x="45608" y="69594"/>
                    <a:pt x="44330" y="72786"/>
                    <a:pt x="44330" y="76617"/>
                  </a:cubicBezTo>
                  <a:cubicBezTo>
                    <a:pt x="44330" y="81724"/>
                    <a:pt x="46886" y="86831"/>
                    <a:pt x="50720" y="90023"/>
                  </a:cubicBezTo>
                  <a:cubicBezTo>
                    <a:pt x="53915" y="92576"/>
                    <a:pt x="57110" y="93853"/>
                    <a:pt x="60944" y="93853"/>
                  </a:cubicBezTo>
                  <a:cubicBezTo>
                    <a:pt x="66056" y="93853"/>
                    <a:pt x="71168" y="91300"/>
                    <a:pt x="74363" y="87469"/>
                  </a:cubicBezTo>
                  <a:lnTo>
                    <a:pt x="90338" y="67041"/>
                  </a:lnTo>
                  <a:lnTo>
                    <a:pt x="96728" y="68956"/>
                  </a:lnTo>
                  <a:lnTo>
                    <a:pt x="80114" y="103429"/>
                  </a:lnTo>
                  <a:cubicBezTo>
                    <a:pt x="75002" y="113644"/>
                    <a:pt x="75641" y="125773"/>
                    <a:pt x="81392" y="135349"/>
                  </a:cubicBezTo>
                  <a:lnTo>
                    <a:pt x="78836" y="132157"/>
                  </a:lnTo>
                  <a:lnTo>
                    <a:pt x="78836" y="132157"/>
                  </a:lnTo>
                  <a:lnTo>
                    <a:pt x="78836" y="132157"/>
                  </a:lnTo>
                  <a:cubicBezTo>
                    <a:pt x="78836" y="132157"/>
                    <a:pt x="78197" y="132157"/>
                    <a:pt x="78197" y="131519"/>
                  </a:cubicBezTo>
                  <a:lnTo>
                    <a:pt x="76919" y="130880"/>
                  </a:lnTo>
                  <a:cubicBezTo>
                    <a:pt x="76280" y="130880"/>
                    <a:pt x="76280" y="130880"/>
                    <a:pt x="75641" y="130880"/>
                  </a:cubicBezTo>
                  <a:lnTo>
                    <a:pt x="74363" y="130880"/>
                  </a:lnTo>
                  <a:cubicBezTo>
                    <a:pt x="73724" y="130880"/>
                    <a:pt x="73724" y="130880"/>
                    <a:pt x="73085" y="130880"/>
                  </a:cubicBezTo>
                  <a:lnTo>
                    <a:pt x="72446" y="130880"/>
                  </a:lnTo>
                  <a:cubicBezTo>
                    <a:pt x="71807" y="130880"/>
                    <a:pt x="71807" y="131519"/>
                    <a:pt x="71168" y="131519"/>
                  </a:cubicBezTo>
                  <a:cubicBezTo>
                    <a:pt x="71168" y="131519"/>
                    <a:pt x="70529" y="131519"/>
                    <a:pt x="70529" y="132157"/>
                  </a:cubicBezTo>
                  <a:lnTo>
                    <a:pt x="70529" y="132157"/>
                  </a:lnTo>
                  <a:lnTo>
                    <a:pt x="70529" y="132157"/>
                  </a:lnTo>
                  <a:lnTo>
                    <a:pt x="67973" y="134711"/>
                  </a:lnTo>
                  <a:cubicBezTo>
                    <a:pt x="62861" y="138541"/>
                    <a:pt x="60305" y="144287"/>
                    <a:pt x="59666" y="150671"/>
                  </a:cubicBezTo>
                  <a:cubicBezTo>
                    <a:pt x="59666" y="153224"/>
                    <a:pt x="60305" y="155778"/>
                    <a:pt x="60944" y="158331"/>
                  </a:cubicBezTo>
                  <a:lnTo>
                    <a:pt x="53915" y="163439"/>
                  </a:lnTo>
                  <a:lnTo>
                    <a:pt x="30911" y="161523"/>
                  </a:lnTo>
                  <a:cubicBezTo>
                    <a:pt x="21326" y="160885"/>
                    <a:pt x="11741" y="164715"/>
                    <a:pt x="5991" y="172376"/>
                  </a:cubicBezTo>
                  <a:cubicBezTo>
                    <a:pt x="-399" y="180675"/>
                    <a:pt x="-1677" y="192166"/>
                    <a:pt x="2157" y="206211"/>
                  </a:cubicBezTo>
                  <a:cubicBezTo>
                    <a:pt x="4074" y="215149"/>
                    <a:pt x="12380" y="220894"/>
                    <a:pt x="21326" y="220894"/>
                  </a:cubicBezTo>
                  <a:lnTo>
                    <a:pt x="21965" y="220894"/>
                  </a:lnTo>
                  <a:cubicBezTo>
                    <a:pt x="25799" y="220894"/>
                    <a:pt x="28355" y="217702"/>
                    <a:pt x="28355" y="214510"/>
                  </a:cubicBezTo>
                  <a:cubicBezTo>
                    <a:pt x="28355" y="210680"/>
                    <a:pt x="25160" y="208126"/>
                    <a:pt x="21965" y="208126"/>
                  </a:cubicBezTo>
                  <a:cubicBezTo>
                    <a:pt x="18131" y="208765"/>
                    <a:pt x="14936" y="206211"/>
                    <a:pt x="14298" y="202381"/>
                  </a:cubicBezTo>
                  <a:cubicBezTo>
                    <a:pt x="11103" y="192805"/>
                    <a:pt x="11741" y="185144"/>
                    <a:pt x="15575" y="180037"/>
                  </a:cubicBezTo>
                  <a:cubicBezTo>
                    <a:pt x="18770" y="175568"/>
                    <a:pt x="23882" y="173015"/>
                    <a:pt x="29633" y="173653"/>
                  </a:cubicBezTo>
                  <a:lnTo>
                    <a:pt x="55193" y="175568"/>
                  </a:lnTo>
                  <a:cubicBezTo>
                    <a:pt x="56471" y="175568"/>
                    <a:pt x="58388" y="175568"/>
                    <a:pt x="59027" y="174291"/>
                  </a:cubicBezTo>
                  <a:lnTo>
                    <a:pt x="69251" y="167269"/>
                  </a:lnTo>
                  <a:cubicBezTo>
                    <a:pt x="72446" y="169184"/>
                    <a:pt x="75641" y="170461"/>
                    <a:pt x="79475" y="170461"/>
                  </a:cubicBezTo>
                  <a:lnTo>
                    <a:pt x="80753" y="170461"/>
                  </a:lnTo>
                  <a:cubicBezTo>
                    <a:pt x="85865" y="170461"/>
                    <a:pt x="90977" y="168546"/>
                    <a:pt x="94811" y="165354"/>
                  </a:cubicBezTo>
                  <a:lnTo>
                    <a:pt x="98006" y="162162"/>
                  </a:lnTo>
                  <a:lnTo>
                    <a:pt x="98006" y="162162"/>
                  </a:lnTo>
                  <a:cubicBezTo>
                    <a:pt x="98006" y="162162"/>
                    <a:pt x="98006" y="162162"/>
                    <a:pt x="98006" y="161523"/>
                  </a:cubicBezTo>
                  <a:cubicBezTo>
                    <a:pt x="98645" y="160885"/>
                    <a:pt x="98645" y="160247"/>
                    <a:pt x="99284" y="160247"/>
                  </a:cubicBezTo>
                  <a:cubicBezTo>
                    <a:pt x="99284" y="160247"/>
                    <a:pt x="99284" y="160247"/>
                    <a:pt x="99284" y="159608"/>
                  </a:cubicBezTo>
                  <a:cubicBezTo>
                    <a:pt x="99284" y="158970"/>
                    <a:pt x="99923" y="158331"/>
                    <a:pt x="99923" y="157693"/>
                  </a:cubicBezTo>
                  <a:cubicBezTo>
                    <a:pt x="99923" y="157693"/>
                    <a:pt x="99923" y="157693"/>
                    <a:pt x="99923" y="157055"/>
                  </a:cubicBezTo>
                  <a:cubicBezTo>
                    <a:pt x="99923" y="156416"/>
                    <a:pt x="99923" y="155778"/>
                    <a:pt x="99923" y="155139"/>
                  </a:cubicBezTo>
                  <a:cubicBezTo>
                    <a:pt x="99923" y="155139"/>
                    <a:pt x="99923" y="154501"/>
                    <a:pt x="99923" y="154501"/>
                  </a:cubicBezTo>
                  <a:cubicBezTo>
                    <a:pt x="99923" y="153863"/>
                    <a:pt x="99284" y="153224"/>
                    <a:pt x="99284" y="153224"/>
                  </a:cubicBezTo>
                  <a:lnTo>
                    <a:pt x="99284" y="153224"/>
                  </a:lnTo>
                  <a:lnTo>
                    <a:pt x="96089" y="149394"/>
                  </a:lnTo>
                  <a:lnTo>
                    <a:pt x="113980" y="165992"/>
                  </a:lnTo>
                  <a:cubicBezTo>
                    <a:pt x="117814" y="170461"/>
                    <a:pt x="123565" y="173015"/>
                    <a:pt x="129955" y="173015"/>
                  </a:cubicBezTo>
                  <a:cubicBezTo>
                    <a:pt x="132511" y="173015"/>
                    <a:pt x="135067" y="172376"/>
                    <a:pt x="137623" y="171738"/>
                  </a:cubicBezTo>
                  <a:lnTo>
                    <a:pt x="142735" y="178760"/>
                  </a:lnTo>
                  <a:lnTo>
                    <a:pt x="140818" y="202381"/>
                  </a:lnTo>
                  <a:cubicBezTo>
                    <a:pt x="140179" y="211957"/>
                    <a:pt x="144013" y="221533"/>
                    <a:pt x="151681" y="227278"/>
                  </a:cubicBezTo>
                  <a:cubicBezTo>
                    <a:pt x="157432" y="231747"/>
                    <a:pt x="163822" y="233662"/>
                    <a:pt x="170851" y="233662"/>
                  </a:cubicBezTo>
                  <a:cubicBezTo>
                    <a:pt x="175963" y="233662"/>
                    <a:pt x="180436" y="233024"/>
                    <a:pt x="185548" y="231109"/>
                  </a:cubicBezTo>
                  <a:cubicBezTo>
                    <a:pt x="194494" y="229193"/>
                    <a:pt x="200884" y="220256"/>
                    <a:pt x="200245" y="211318"/>
                  </a:cubicBezTo>
                  <a:cubicBezTo>
                    <a:pt x="200245" y="207488"/>
                    <a:pt x="197689" y="204934"/>
                    <a:pt x="193855" y="204934"/>
                  </a:cubicBezTo>
                  <a:lnTo>
                    <a:pt x="193855" y="204934"/>
                  </a:lnTo>
                  <a:cubicBezTo>
                    <a:pt x="190021" y="204934"/>
                    <a:pt x="187465" y="207488"/>
                    <a:pt x="187465" y="211318"/>
                  </a:cubicBezTo>
                  <a:cubicBezTo>
                    <a:pt x="188104" y="215149"/>
                    <a:pt x="185548" y="218341"/>
                    <a:pt x="181714" y="218979"/>
                  </a:cubicBezTo>
                  <a:cubicBezTo>
                    <a:pt x="172129" y="222171"/>
                    <a:pt x="164461" y="221533"/>
                    <a:pt x="159349" y="217064"/>
                  </a:cubicBezTo>
                  <a:cubicBezTo>
                    <a:pt x="154876" y="213872"/>
                    <a:pt x="152959" y="208126"/>
                    <a:pt x="152959" y="203019"/>
                  </a:cubicBezTo>
                  <a:lnTo>
                    <a:pt x="154876" y="177483"/>
                  </a:lnTo>
                  <a:cubicBezTo>
                    <a:pt x="154876" y="176206"/>
                    <a:pt x="154237" y="174291"/>
                    <a:pt x="153598" y="173015"/>
                  </a:cubicBezTo>
                  <a:lnTo>
                    <a:pt x="146569" y="162800"/>
                  </a:lnTo>
                  <a:cubicBezTo>
                    <a:pt x="148486" y="159608"/>
                    <a:pt x="149764" y="156416"/>
                    <a:pt x="149764" y="152586"/>
                  </a:cubicBezTo>
                  <a:cubicBezTo>
                    <a:pt x="150403" y="146840"/>
                    <a:pt x="148486" y="141095"/>
                    <a:pt x="144652" y="137264"/>
                  </a:cubicBezTo>
                  <a:lnTo>
                    <a:pt x="141457" y="134072"/>
                  </a:lnTo>
                  <a:lnTo>
                    <a:pt x="141457" y="134072"/>
                  </a:lnTo>
                  <a:lnTo>
                    <a:pt x="131233" y="121943"/>
                  </a:lnTo>
                  <a:lnTo>
                    <a:pt x="144013" y="95130"/>
                  </a:lnTo>
                  <a:cubicBezTo>
                    <a:pt x="144013" y="95768"/>
                    <a:pt x="144652" y="95768"/>
                    <a:pt x="144652" y="96407"/>
                  </a:cubicBezTo>
                  <a:lnTo>
                    <a:pt x="157432" y="113644"/>
                  </a:lnTo>
                  <a:cubicBezTo>
                    <a:pt x="160627" y="118112"/>
                    <a:pt x="165739" y="120666"/>
                    <a:pt x="171490" y="120666"/>
                  </a:cubicBezTo>
                  <a:cubicBezTo>
                    <a:pt x="174685" y="120666"/>
                    <a:pt x="178519" y="119389"/>
                    <a:pt x="181075" y="117474"/>
                  </a:cubicBezTo>
                  <a:cubicBezTo>
                    <a:pt x="181714" y="116836"/>
                    <a:pt x="182353" y="116836"/>
                    <a:pt x="182353" y="116197"/>
                  </a:cubicBezTo>
                  <a:lnTo>
                    <a:pt x="182353" y="116197"/>
                  </a:lnTo>
                  <a:lnTo>
                    <a:pt x="182353" y="116197"/>
                  </a:lnTo>
                  <a:lnTo>
                    <a:pt x="183631" y="114920"/>
                  </a:lnTo>
                  <a:lnTo>
                    <a:pt x="183631" y="114920"/>
                  </a:lnTo>
                  <a:lnTo>
                    <a:pt x="216219" y="81724"/>
                  </a:lnTo>
                  <a:cubicBezTo>
                    <a:pt x="222609" y="74701"/>
                    <a:pt x="222609" y="64487"/>
                    <a:pt x="215581" y="57465"/>
                  </a:cubicBezTo>
                  <a:cubicBezTo>
                    <a:pt x="208552" y="54273"/>
                    <a:pt x="197689" y="54273"/>
                    <a:pt x="191299" y="60657"/>
                  </a:cubicBezTo>
                  <a:close/>
                  <a:moveTo>
                    <a:pt x="145291" y="13415"/>
                  </a:moveTo>
                  <a:cubicBezTo>
                    <a:pt x="152959" y="13415"/>
                    <a:pt x="158710" y="19161"/>
                    <a:pt x="158710" y="26822"/>
                  </a:cubicBezTo>
                  <a:cubicBezTo>
                    <a:pt x="158710" y="34482"/>
                    <a:pt x="152959" y="40228"/>
                    <a:pt x="145291" y="40228"/>
                  </a:cubicBezTo>
                  <a:cubicBezTo>
                    <a:pt x="137623" y="40228"/>
                    <a:pt x="131872" y="34482"/>
                    <a:pt x="131872" y="26822"/>
                  </a:cubicBezTo>
                  <a:cubicBezTo>
                    <a:pt x="131872" y="26822"/>
                    <a:pt x="131872" y="26822"/>
                    <a:pt x="131872" y="26822"/>
                  </a:cubicBezTo>
                  <a:cubicBezTo>
                    <a:pt x="131872" y="19799"/>
                    <a:pt x="137623" y="13415"/>
                    <a:pt x="145291" y="13415"/>
                  </a:cubicBezTo>
                  <a:cubicBezTo>
                    <a:pt x="145291" y="13415"/>
                    <a:pt x="145291" y="13415"/>
                    <a:pt x="145291" y="13415"/>
                  </a:cubicBezTo>
                  <a:close/>
                  <a:moveTo>
                    <a:pt x="79475" y="160247"/>
                  </a:moveTo>
                  <a:cubicBezTo>
                    <a:pt x="77558" y="160247"/>
                    <a:pt x="75002" y="158970"/>
                    <a:pt x="73724" y="157693"/>
                  </a:cubicBezTo>
                  <a:cubicBezTo>
                    <a:pt x="72446" y="156416"/>
                    <a:pt x="71807" y="154501"/>
                    <a:pt x="71807" y="151947"/>
                  </a:cubicBezTo>
                  <a:cubicBezTo>
                    <a:pt x="71807" y="150032"/>
                    <a:pt x="72446" y="148755"/>
                    <a:pt x="73085" y="147479"/>
                  </a:cubicBezTo>
                  <a:lnTo>
                    <a:pt x="83948" y="159608"/>
                  </a:lnTo>
                  <a:cubicBezTo>
                    <a:pt x="82670" y="160247"/>
                    <a:pt x="81392" y="160247"/>
                    <a:pt x="79475" y="160247"/>
                  </a:cubicBezTo>
                  <a:lnTo>
                    <a:pt x="79475" y="160247"/>
                  </a:lnTo>
                  <a:close/>
                  <a:moveTo>
                    <a:pt x="123565" y="161523"/>
                  </a:moveTo>
                  <a:lnTo>
                    <a:pt x="135706" y="150671"/>
                  </a:lnTo>
                  <a:cubicBezTo>
                    <a:pt x="136345" y="151947"/>
                    <a:pt x="136984" y="153224"/>
                    <a:pt x="136345" y="155139"/>
                  </a:cubicBezTo>
                  <a:cubicBezTo>
                    <a:pt x="136345" y="157055"/>
                    <a:pt x="135067" y="159608"/>
                    <a:pt x="133789" y="160885"/>
                  </a:cubicBezTo>
                  <a:cubicBezTo>
                    <a:pt x="130594" y="163439"/>
                    <a:pt x="126760" y="163439"/>
                    <a:pt x="123565" y="161523"/>
                  </a:cubicBezTo>
                  <a:lnTo>
                    <a:pt x="123565" y="161523"/>
                  </a:lnTo>
                  <a:close/>
                  <a:moveTo>
                    <a:pt x="136345" y="83639"/>
                  </a:moveTo>
                  <a:lnTo>
                    <a:pt x="117175" y="123220"/>
                  </a:lnTo>
                  <a:lnTo>
                    <a:pt x="117175" y="123220"/>
                  </a:lnTo>
                  <a:cubicBezTo>
                    <a:pt x="117175" y="123220"/>
                    <a:pt x="117175" y="123858"/>
                    <a:pt x="117175" y="123858"/>
                  </a:cubicBezTo>
                  <a:cubicBezTo>
                    <a:pt x="117175" y="124496"/>
                    <a:pt x="116537" y="125135"/>
                    <a:pt x="116537" y="125773"/>
                  </a:cubicBezTo>
                  <a:cubicBezTo>
                    <a:pt x="116537" y="126412"/>
                    <a:pt x="116537" y="126412"/>
                    <a:pt x="116537" y="127050"/>
                  </a:cubicBezTo>
                  <a:cubicBezTo>
                    <a:pt x="116537" y="127688"/>
                    <a:pt x="116537" y="127688"/>
                    <a:pt x="116537" y="128327"/>
                  </a:cubicBezTo>
                  <a:cubicBezTo>
                    <a:pt x="116537" y="128965"/>
                    <a:pt x="117175" y="129604"/>
                    <a:pt x="117175" y="129604"/>
                  </a:cubicBezTo>
                  <a:cubicBezTo>
                    <a:pt x="117175" y="129604"/>
                    <a:pt x="117175" y="130242"/>
                    <a:pt x="117175" y="130242"/>
                  </a:cubicBezTo>
                  <a:lnTo>
                    <a:pt x="117175" y="130242"/>
                  </a:lnTo>
                  <a:lnTo>
                    <a:pt x="126121" y="141095"/>
                  </a:lnTo>
                  <a:lnTo>
                    <a:pt x="112703" y="153224"/>
                  </a:lnTo>
                  <a:lnTo>
                    <a:pt x="94172" y="135987"/>
                  </a:lnTo>
                  <a:cubicBezTo>
                    <a:pt x="87143" y="129604"/>
                    <a:pt x="85226" y="119389"/>
                    <a:pt x="89060" y="110452"/>
                  </a:cubicBezTo>
                  <a:lnTo>
                    <a:pt x="108230" y="69594"/>
                  </a:lnTo>
                  <a:lnTo>
                    <a:pt x="108230" y="69594"/>
                  </a:lnTo>
                  <a:lnTo>
                    <a:pt x="108230" y="68956"/>
                  </a:lnTo>
                  <a:cubicBezTo>
                    <a:pt x="108230" y="68956"/>
                    <a:pt x="108230" y="68317"/>
                    <a:pt x="108230" y="68317"/>
                  </a:cubicBezTo>
                  <a:cubicBezTo>
                    <a:pt x="108230" y="67679"/>
                    <a:pt x="108230" y="67679"/>
                    <a:pt x="108230" y="67041"/>
                  </a:cubicBezTo>
                  <a:cubicBezTo>
                    <a:pt x="108230" y="66402"/>
                    <a:pt x="108230" y="66402"/>
                    <a:pt x="108230" y="65764"/>
                  </a:cubicBezTo>
                  <a:cubicBezTo>
                    <a:pt x="108230" y="65125"/>
                    <a:pt x="108230" y="65125"/>
                    <a:pt x="108230" y="64487"/>
                  </a:cubicBezTo>
                  <a:cubicBezTo>
                    <a:pt x="108230" y="63849"/>
                    <a:pt x="107590" y="63849"/>
                    <a:pt x="107590" y="63210"/>
                  </a:cubicBezTo>
                  <a:cubicBezTo>
                    <a:pt x="107590" y="62572"/>
                    <a:pt x="106952" y="62572"/>
                    <a:pt x="106952" y="61933"/>
                  </a:cubicBezTo>
                  <a:cubicBezTo>
                    <a:pt x="106952" y="61933"/>
                    <a:pt x="106313" y="61295"/>
                    <a:pt x="106313" y="61295"/>
                  </a:cubicBezTo>
                  <a:lnTo>
                    <a:pt x="105674" y="60657"/>
                  </a:lnTo>
                  <a:lnTo>
                    <a:pt x="105035" y="60657"/>
                  </a:lnTo>
                  <a:lnTo>
                    <a:pt x="105035" y="60657"/>
                  </a:lnTo>
                  <a:lnTo>
                    <a:pt x="87782" y="54911"/>
                  </a:lnTo>
                  <a:lnTo>
                    <a:pt x="87782" y="54911"/>
                  </a:lnTo>
                  <a:lnTo>
                    <a:pt x="86504" y="54911"/>
                  </a:lnTo>
                  <a:lnTo>
                    <a:pt x="86504" y="54911"/>
                  </a:lnTo>
                  <a:lnTo>
                    <a:pt x="85226" y="55549"/>
                  </a:lnTo>
                  <a:cubicBezTo>
                    <a:pt x="85226" y="55549"/>
                    <a:pt x="84587" y="55549"/>
                    <a:pt x="84587" y="55549"/>
                  </a:cubicBezTo>
                  <a:cubicBezTo>
                    <a:pt x="83948" y="55549"/>
                    <a:pt x="83948" y="56188"/>
                    <a:pt x="83309" y="56188"/>
                  </a:cubicBezTo>
                  <a:cubicBezTo>
                    <a:pt x="82670" y="56188"/>
                    <a:pt x="82670" y="56826"/>
                    <a:pt x="82670" y="56826"/>
                  </a:cubicBezTo>
                  <a:lnTo>
                    <a:pt x="82670" y="56826"/>
                  </a:lnTo>
                  <a:lnTo>
                    <a:pt x="64139" y="81085"/>
                  </a:lnTo>
                  <a:cubicBezTo>
                    <a:pt x="62861" y="83001"/>
                    <a:pt x="60305" y="83639"/>
                    <a:pt x="58388" y="81724"/>
                  </a:cubicBezTo>
                  <a:cubicBezTo>
                    <a:pt x="58388" y="81724"/>
                    <a:pt x="58388" y="81724"/>
                    <a:pt x="58388" y="81724"/>
                  </a:cubicBezTo>
                  <a:cubicBezTo>
                    <a:pt x="57110" y="81085"/>
                    <a:pt x="56471" y="79809"/>
                    <a:pt x="56471" y="78532"/>
                  </a:cubicBezTo>
                  <a:cubicBezTo>
                    <a:pt x="56471" y="77893"/>
                    <a:pt x="56471" y="76617"/>
                    <a:pt x="57110" y="75978"/>
                  </a:cubicBezTo>
                  <a:lnTo>
                    <a:pt x="80114" y="46612"/>
                  </a:lnTo>
                  <a:lnTo>
                    <a:pt x="80114" y="46612"/>
                  </a:lnTo>
                  <a:lnTo>
                    <a:pt x="80114" y="45973"/>
                  </a:lnTo>
                  <a:lnTo>
                    <a:pt x="80114" y="45973"/>
                  </a:lnTo>
                  <a:lnTo>
                    <a:pt x="80114" y="45973"/>
                  </a:lnTo>
                  <a:cubicBezTo>
                    <a:pt x="81392" y="44697"/>
                    <a:pt x="83309" y="44058"/>
                    <a:pt x="84587" y="44697"/>
                  </a:cubicBezTo>
                  <a:lnTo>
                    <a:pt x="100562" y="50442"/>
                  </a:lnTo>
                  <a:cubicBezTo>
                    <a:pt x="107590" y="52996"/>
                    <a:pt x="114619" y="55549"/>
                    <a:pt x="121009" y="58741"/>
                  </a:cubicBezTo>
                  <a:lnTo>
                    <a:pt x="128038" y="61933"/>
                  </a:lnTo>
                  <a:cubicBezTo>
                    <a:pt x="136345" y="65764"/>
                    <a:pt x="140179" y="75978"/>
                    <a:pt x="136345" y="83639"/>
                  </a:cubicBezTo>
                  <a:cubicBezTo>
                    <a:pt x="136345" y="84277"/>
                    <a:pt x="136345" y="84277"/>
                    <a:pt x="135706" y="84277"/>
                  </a:cubicBezTo>
                  <a:lnTo>
                    <a:pt x="136345" y="83639"/>
                  </a:lnTo>
                  <a:close/>
                </a:path>
              </a:pathLst>
            </a:custGeom>
            <a:solidFill>
              <a:srgbClr val="00A3E0"/>
            </a:solidFill>
            <a:ln w="6390" cap="flat">
              <a:noFill/>
              <a:prstDash val="solid"/>
              <a:miter/>
            </a:ln>
          </p:spPr>
          <p:txBody>
            <a:bodyPr rtlCol="0" anchor="ctr"/>
            <a:lstStyle/>
            <a:p>
              <a:endParaRPr lang="en-US"/>
            </a:p>
          </p:txBody>
        </p:sp>
        <p:sp>
          <p:nvSpPr>
            <p:cNvPr id="9" name="Graphic 4">
              <a:extLst>
                <a:ext uri="{FF2B5EF4-FFF2-40B4-BE49-F238E27FC236}">
                  <a16:creationId xmlns:a16="http://schemas.microsoft.com/office/drawing/2014/main" id="{941DD587-79D9-D441-86A7-4E54036EEE75}"/>
                </a:ext>
              </a:extLst>
            </p:cNvPr>
            <p:cNvSpPr/>
            <p:nvPr/>
          </p:nvSpPr>
          <p:spPr>
            <a:xfrm>
              <a:off x="2661408" y="3930780"/>
              <a:ext cx="24920" cy="12767"/>
            </a:xfrm>
            <a:custGeom>
              <a:avLst/>
              <a:gdLst>
                <a:gd name="connsiteX0" fmla="*/ 6390 w 24920"/>
                <a:gd name="connsiteY0" fmla="*/ 12768 h 12767"/>
                <a:gd name="connsiteX1" fmla="*/ 18531 w 24920"/>
                <a:gd name="connsiteY1" fmla="*/ 12768 h 12767"/>
                <a:gd name="connsiteX2" fmla="*/ 24921 w 24920"/>
                <a:gd name="connsiteY2" fmla="*/ 6384 h 12767"/>
                <a:gd name="connsiteX3" fmla="*/ 18531 w 24920"/>
                <a:gd name="connsiteY3" fmla="*/ 0 h 12767"/>
                <a:gd name="connsiteX4" fmla="*/ 6390 w 24920"/>
                <a:gd name="connsiteY4" fmla="*/ 0 h 12767"/>
                <a:gd name="connsiteX5" fmla="*/ 0 w 24920"/>
                <a:gd name="connsiteY5" fmla="*/ 6384 h 12767"/>
                <a:gd name="connsiteX6" fmla="*/ 6390 w 24920"/>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20" h="12767">
                  <a:moveTo>
                    <a:pt x="6390" y="12768"/>
                  </a:moveTo>
                  <a:lnTo>
                    <a:pt x="18531" y="12768"/>
                  </a:lnTo>
                  <a:cubicBezTo>
                    <a:pt x="22365" y="12768"/>
                    <a:pt x="24921" y="10215"/>
                    <a:pt x="24921" y="6384"/>
                  </a:cubicBezTo>
                  <a:cubicBezTo>
                    <a:pt x="24921" y="2554"/>
                    <a:pt x="22365" y="0"/>
                    <a:pt x="18531" y="0"/>
                  </a:cubicBezTo>
                  <a:lnTo>
                    <a:pt x="6390" y="0"/>
                  </a:lnTo>
                  <a:cubicBezTo>
                    <a:pt x="2556" y="0"/>
                    <a:pt x="0" y="2554"/>
                    <a:pt x="0" y="6384"/>
                  </a:cubicBezTo>
                  <a:cubicBezTo>
                    <a:pt x="0" y="10215"/>
                    <a:pt x="3195" y="12768"/>
                    <a:pt x="6390" y="12768"/>
                  </a:cubicBezTo>
                  <a:close/>
                </a:path>
              </a:pathLst>
            </a:custGeom>
            <a:solidFill>
              <a:srgbClr val="00A3E0"/>
            </a:solidFill>
            <a:ln w="6390" cap="flat">
              <a:noFill/>
              <a:prstDash val="solid"/>
              <a:miter/>
            </a:ln>
          </p:spPr>
          <p:txBody>
            <a:bodyPr rtlCol="0" anchor="ctr"/>
            <a:lstStyle/>
            <a:p>
              <a:endParaRPr lang="en-US"/>
            </a:p>
          </p:txBody>
        </p:sp>
        <p:sp>
          <p:nvSpPr>
            <p:cNvPr id="10" name="Graphic 4">
              <a:extLst>
                <a:ext uri="{FF2B5EF4-FFF2-40B4-BE49-F238E27FC236}">
                  <a16:creationId xmlns:a16="http://schemas.microsoft.com/office/drawing/2014/main" id="{55915A7E-7305-A441-AC08-7FAE5D51C548}"/>
                </a:ext>
              </a:extLst>
            </p:cNvPr>
            <p:cNvSpPr/>
            <p:nvPr/>
          </p:nvSpPr>
          <p:spPr>
            <a:xfrm>
              <a:off x="2627542" y="3954401"/>
              <a:ext cx="19169" cy="12767"/>
            </a:xfrm>
            <a:custGeom>
              <a:avLst/>
              <a:gdLst>
                <a:gd name="connsiteX0" fmla="*/ 12780 w 19169"/>
                <a:gd name="connsiteY0" fmla="*/ 12768 h 12767"/>
                <a:gd name="connsiteX1" fmla="*/ 19170 w 19169"/>
                <a:gd name="connsiteY1" fmla="*/ 6384 h 12767"/>
                <a:gd name="connsiteX2" fmla="*/ 12780 w 19169"/>
                <a:gd name="connsiteY2" fmla="*/ 0 h 12767"/>
                <a:gd name="connsiteX3" fmla="*/ 6390 w 19169"/>
                <a:gd name="connsiteY3" fmla="*/ 0 h 12767"/>
                <a:gd name="connsiteX4" fmla="*/ 0 w 19169"/>
                <a:gd name="connsiteY4" fmla="*/ 6384 h 12767"/>
                <a:gd name="connsiteX5" fmla="*/ 6390 w 19169"/>
                <a:gd name="connsiteY5" fmla="*/ 12768 h 12767"/>
                <a:gd name="connsiteX6" fmla="*/ 12780 w 19169"/>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69" h="12767">
                  <a:moveTo>
                    <a:pt x="12780" y="12768"/>
                  </a:moveTo>
                  <a:cubicBezTo>
                    <a:pt x="16614" y="12768"/>
                    <a:pt x="19170" y="10215"/>
                    <a:pt x="19170" y="6384"/>
                  </a:cubicBezTo>
                  <a:cubicBezTo>
                    <a:pt x="19170" y="2554"/>
                    <a:pt x="16614" y="0"/>
                    <a:pt x="12780" y="0"/>
                  </a:cubicBezTo>
                  <a:lnTo>
                    <a:pt x="6390" y="0"/>
                  </a:lnTo>
                  <a:cubicBezTo>
                    <a:pt x="2556" y="0"/>
                    <a:pt x="0" y="2554"/>
                    <a:pt x="0" y="6384"/>
                  </a:cubicBezTo>
                  <a:cubicBezTo>
                    <a:pt x="0" y="10215"/>
                    <a:pt x="2556" y="12768"/>
                    <a:pt x="6390" y="12768"/>
                  </a:cubicBezTo>
                  <a:lnTo>
                    <a:pt x="12780" y="12768"/>
                  </a:lnTo>
                  <a:close/>
                </a:path>
              </a:pathLst>
            </a:custGeom>
            <a:solidFill>
              <a:srgbClr val="00A3E0"/>
            </a:solidFill>
            <a:ln w="6390" cap="flat">
              <a:noFill/>
              <a:prstDash val="solid"/>
              <a:miter/>
            </a:ln>
          </p:spPr>
          <p:txBody>
            <a:bodyPr rtlCol="0" anchor="ctr"/>
            <a:lstStyle/>
            <a:p>
              <a:endParaRPr lang="en-US"/>
            </a:p>
          </p:txBody>
        </p:sp>
        <p:sp>
          <p:nvSpPr>
            <p:cNvPr id="167" name="Graphic 4">
              <a:extLst>
                <a:ext uri="{FF2B5EF4-FFF2-40B4-BE49-F238E27FC236}">
                  <a16:creationId xmlns:a16="http://schemas.microsoft.com/office/drawing/2014/main" id="{3422C880-1196-A64A-AD0C-8D266823459A}"/>
                </a:ext>
              </a:extLst>
            </p:cNvPr>
            <p:cNvSpPr/>
            <p:nvPr/>
          </p:nvSpPr>
          <p:spPr>
            <a:xfrm>
              <a:off x="2648628" y="3954401"/>
              <a:ext cx="23642" cy="12767"/>
            </a:xfrm>
            <a:custGeom>
              <a:avLst/>
              <a:gdLst>
                <a:gd name="connsiteX0" fmla="*/ 6390 w 23642"/>
                <a:gd name="connsiteY0" fmla="*/ 12768 h 12767"/>
                <a:gd name="connsiteX1" fmla="*/ 17253 w 23642"/>
                <a:gd name="connsiteY1" fmla="*/ 12768 h 12767"/>
                <a:gd name="connsiteX2" fmla="*/ 23643 w 23642"/>
                <a:gd name="connsiteY2" fmla="*/ 6384 h 12767"/>
                <a:gd name="connsiteX3" fmla="*/ 17253 w 23642"/>
                <a:gd name="connsiteY3" fmla="*/ 0 h 12767"/>
                <a:gd name="connsiteX4" fmla="*/ 6390 w 23642"/>
                <a:gd name="connsiteY4" fmla="*/ 0 h 12767"/>
                <a:gd name="connsiteX5" fmla="*/ 0 w 23642"/>
                <a:gd name="connsiteY5" fmla="*/ 6384 h 12767"/>
                <a:gd name="connsiteX6" fmla="*/ 6390 w 23642"/>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642" h="12767">
                  <a:moveTo>
                    <a:pt x="6390" y="12768"/>
                  </a:moveTo>
                  <a:lnTo>
                    <a:pt x="17253" y="12768"/>
                  </a:lnTo>
                  <a:cubicBezTo>
                    <a:pt x="21087" y="12768"/>
                    <a:pt x="23643" y="10215"/>
                    <a:pt x="23643" y="6384"/>
                  </a:cubicBezTo>
                  <a:cubicBezTo>
                    <a:pt x="23643" y="2554"/>
                    <a:pt x="21087" y="0"/>
                    <a:pt x="17253" y="0"/>
                  </a:cubicBezTo>
                  <a:lnTo>
                    <a:pt x="6390" y="0"/>
                  </a:lnTo>
                  <a:cubicBezTo>
                    <a:pt x="2556" y="0"/>
                    <a:pt x="0" y="2554"/>
                    <a:pt x="0" y="6384"/>
                  </a:cubicBezTo>
                  <a:cubicBezTo>
                    <a:pt x="0" y="10215"/>
                    <a:pt x="3195" y="12768"/>
                    <a:pt x="6390" y="12768"/>
                  </a:cubicBezTo>
                  <a:close/>
                </a:path>
              </a:pathLst>
            </a:custGeom>
            <a:solidFill>
              <a:srgbClr val="00A3E0"/>
            </a:solidFill>
            <a:ln w="6390" cap="flat">
              <a:noFill/>
              <a:prstDash val="solid"/>
              <a:miter/>
            </a:ln>
          </p:spPr>
          <p:txBody>
            <a:bodyPr rtlCol="0" anchor="ctr"/>
            <a:lstStyle/>
            <a:p>
              <a:endParaRPr lang="en-US"/>
            </a:p>
          </p:txBody>
        </p:sp>
        <p:sp>
          <p:nvSpPr>
            <p:cNvPr id="168" name="Graphic 4">
              <a:extLst>
                <a:ext uri="{FF2B5EF4-FFF2-40B4-BE49-F238E27FC236}">
                  <a16:creationId xmlns:a16="http://schemas.microsoft.com/office/drawing/2014/main" id="{CDCC7A7B-D8FF-B944-9938-49BC88BE5C04}"/>
                </a:ext>
              </a:extLst>
            </p:cNvPr>
            <p:cNvSpPr/>
            <p:nvPr/>
          </p:nvSpPr>
          <p:spPr>
            <a:xfrm>
              <a:off x="2633293" y="3981852"/>
              <a:ext cx="35144" cy="12767"/>
            </a:xfrm>
            <a:custGeom>
              <a:avLst/>
              <a:gdLst>
                <a:gd name="connsiteX0" fmla="*/ 6390 w 35144"/>
                <a:gd name="connsiteY0" fmla="*/ 12768 h 12767"/>
                <a:gd name="connsiteX1" fmla="*/ 28755 w 35144"/>
                <a:gd name="connsiteY1" fmla="*/ 12768 h 12767"/>
                <a:gd name="connsiteX2" fmla="*/ 35145 w 35144"/>
                <a:gd name="connsiteY2" fmla="*/ 6384 h 12767"/>
                <a:gd name="connsiteX3" fmla="*/ 28755 w 35144"/>
                <a:gd name="connsiteY3" fmla="*/ 0 h 12767"/>
                <a:gd name="connsiteX4" fmla="*/ 6390 w 35144"/>
                <a:gd name="connsiteY4" fmla="*/ 0 h 12767"/>
                <a:gd name="connsiteX5" fmla="*/ 0 w 35144"/>
                <a:gd name="connsiteY5" fmla="*/ 6384 h 12767"/>
                <a:gd name="connsiteX6" fmla="*/ 6390 w 35144"/>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44" h="12767">
                  <a:moveTo>
                    <a:pt x="6390" y="12768"/>
                  </a:moveTo>
                  <a:lnTo>
                    <a:pt x="28755" y="12768"/>
                  </a:lnTo>
                  <a:cubicBezTo>
                    <a:pt x="32589" y="12768"/>
                    <a:pt x="35145" y="10215"/>
                    <a:pt x="35145" y="6384"/>
                  </a:cubicBezTo>
                  <a:cubicBezTo>
                    <a:pt x="35145" y="2554"/>
                    <a:pt x="32589" y="0"/>
                    <a:pt x="28755" y="0"/>
                  </a:cubicBezTo>
                  <a:lnTo>
                    <a:pt x="6390" y="0"/>
                  </a:lnTo>
                  <a:cubicBezTo>
                    <a:pt x="2556" y="0"/>
                    <a:pt x="0" y="2554"/>
                    <a:pt x="0" y="6384"/>
                  </a:cubicBezTo>
                  <a:cubicBezTo>
                    <a:pt x="0" y="10215"/>
                    <a:pt x="2556" y="12768"/>
                    <a:pt x="6390" y="12768"/>
                  </a:cubicBezTo>
                  <a:close/>
                </a:path>
              </a:pathLst>
            </a:custGeom>
            <a:solidFill>
              <a:srgbClr val="00A3E0"/>
            </a:solidFill>
            <a:ln w="6390" cap="flat">
              <a:noFill/>
              <a:prstDash val="solid"/>
              <a:miter/>
            </a:ln>
          </p:spPr>
          <p:txBody>
            <a:bodyPr rtlCol="0" anchor="ctr"/>
            <a:lstStyle/>
            <a:p>
              <a:endParaRPr lang="en-US"/>
            </a:p>
          </p:txBody>
        </p:sp>
      </p:grpSp>
      <p:grpSp>
        <p:nvGrpSpPr>
          <p:cNvPr id="169" name="Graphic 4">
            <a:extLst>
              <a:ext uri="{FF2B5EF4-FFF2-40B4-BE49-F238E27FC236}">
                <a16:creationId xmlns:a16="http://schemas.microsoft.com/office/drawing/2014/main" id="{9DF7A9BC-EDCF-A444-AE15-33B5EBE86C62}"/>
              </a:ext>
            </a:extLst>
          </p:cNvPr>
          <p:cNvGrpSpPr>
            <a:grpSpLocks noChangeAspect="1"/>
          </p:cNvGrpSpPr>
          <p:nvPr/>
        </p:nvGrpSpPr>
        <p:grpSpPr>
          <a:xfrm>
            <a:off x="2998797" y="3824168"/>
            <a:ext cx="362309" cy="361971"/>
            <a:chOff x="2998797" y="3824168"/>
            <a:chExt cx="362309" cy="361971"/>
          </a:xfrm>
          <a:solidFill>
            <a:srgbClr val="00A3E0"/>
          </a:solidFill>
        </p:grpSpPr>
        <p:sp>
          <p:nvSpPr>
            <p:cNvPr id="170" name="Graphic 4">
              <a:extLst>
                <a:ext uri="{FF2B5EF4-FFF2-40B4-BE49-F238E27FC236}">
                  <a16:creationId xmlns:a16="http://schemas.microsoft.com/office/drawing/2014/main" id="{7FCBDBE8-34AA-A44F-87B7-A1A34BD4EA8B}"/>
                </a:ext>
              </a:extLst>
            </p:cNvPr>
            <p:cNvSpPr/>
            <p:nvPr/>
          </p:nvSpPr>
          <p:spPr>
            <a:xfrm>
              <a:off x="3197524" y="4037392"/>
              <a:ext cx="12779" cy="12217"/>
            </a:xfrm>
            <a:custGeom>
              <a:avLst/>
              <a:gdLst>
                <a:gd name="connsiteX0" fmla="*/ 12780 w 12779"/>
                <a:gd name="connsiteY0" fmla="*/ 4469 h 12217"/>
                <a:gd name="connsiteX1" fmla="*/ 12141 w 12779"/>
                <a:gd name="connsiteY1" fmla="*/ 0 h 12217"/>
                <a:gd name="connsiteX2" fmla="*/ 0 w 12779"/>
                <a:gd name="connsiteY2" fmla="*/ 10853 h 12217"/>
                <a:gd name="connsiteX3" fmla="*/ 10224 w 12779"/>
                <a:gd name="connsiteY3" fmla="*/ 10215 h 12217"/>
                <a:gd name="connsiteX4" fmla="*/ 12780 w 12779"/>
                <a:gd name="connsiteY4" fmla="*/ 4469 h 122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9" h="12217">
                  <a:moveTo>
                    <a:pt x="12780" y="4469"/>
                  </a:moveTo>
                  <a:cubicBezTo>
                    <a:pt x="12780" y="3192"/>
                    <a:pt x="12780" y="1277"/>
                    <a:pt x="12141" y="0"/>
                  </a:cubicBezTo>
                  <a:lnTo>
                    <a:pt x="0" y="10853"/>
                  </a:lnTo>
                  <a:cubicBezTo>
                    <a:pt x="3195" y="12768"/>
                    <a:pt x="7029" y="12768"/>
                    <a:pt x="10224" y="10215"/>
                  </a:cubicBezTo>
                  <a:cubicBezTo>
                    <a:pt x="11502" y="8938"/>
                    <a:pt x="12780" y="6384"/>
                    <a:pt x="12780" y="4469"/>
                  </a:cubicBezTo>
                  <a:close/>
                </a:path>
              </a:pathLst>
            </a:custGeom>
            <a:solidFill>
              <a:srgbClr val="00A3E0"/>
            </a:solidFill>
            <a:ln w="6390" cap="flat">
              <a:noFill/>
              <a:prstDash val="solid"/>
              <a:miter/>
            </a:ln>
          </p:spPr>
          <p:txBody>
            <a:bodyPr rtlCol="0" anchor="ctr"/>
            <a:lstStyle/>
            <a:p>
              <a:endParaRPr lang="en-US"/>
            </a:p>
          </p:txBody>
        </p:sp>
        <p:sp>
          <p:nvSpPr>
            <p:cNvPr id="171" name="Graphic 4">
              <a:extLst>
                <a:ext uri="{FF2B5EF4-FFF2-40B4-BE49-F238E27FC236}">
                  <a16:creationId xmlns:a16="http://schemas.microsoft.com/office/drawing/2014/main" id="{E427440D-74F0-5B45-AF8A-2C09CB2BDD16}"/>
                </a:ext>
              </a:extLst>
            </p:cNvPr>
            <p:cNvSpPr/>
            <p:nvPr/>
          </p:nvSpPr>
          <p:spPr>
            <a:xfrm>
              <a:off x="3205192" y="3900775"/>
              <a:ext cx="26837" cy="26812"/>
            </a:xfrm>
            <a:custGeom>
              <a:avLst/>
              <a:gdLst>
                <a:gd name="connsiteX0" fmla="*/ 26838 w 26837"/>
                <a:gd name="connsiteY0" fmla="*/ 13406 h 26812"/>
                <a:gd name="connsiteX1" fmla="*/ 13419 w 26837"/>
                <a:gd name="connsiteY1" fmla="*/ 26813 h 26812"/>
                <a:gd name="connsiteX2" fmla="*/ 0 w 26837"/>
                <a:gd name="connsiteY2" fmla="*/ 13406 h 26812"/>
                <a:gd name="connsiteX3" fmla="*/ 13419 w 26837"/>
                <a:gd name="connsiteY3" fmla="*/ 0 h 26812"/>
                <a:gd name="connsiteX4" fmla="*/ 26838 w 26837"/>
                <a:gd name="connsiteY4" fmla="*/ 13406 h 26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7" h="26812">
                  <a:moveTo>
                    <a:pt x="26838" y="13406"/>
                  </a:moveTo>
                  <a:cubicBezTo>
                    <a:pt x="26838" y="20810"/>
                    <a:pt x="20830" y="26813"/>
                    <a:pt x="13419" y="26813"/>
                  </a:cubicBezTo>
                  <a:cubicBezTo>
                    <a:pt x="6008" y="26813"/>
                    <a:pt x="0" y="20810"/>
                    <a:pt x="0" y="13406"/>
                  </a:cubicBezTo>
                  <a:cubicBezTo>
                    <a:pt x="0" y="6002"/>
                    <a:pt x="6008" y="0"/>
                    <a:pt x="13419" y="0"/>
                  </a:cubicBezTo>
                  <a:cubicBezTo>
                    <a:pt x="20830" y="0"/>
                    <a:pt x="26838" y="6002"/>
                    <a:pt x="26838" y="13406"/>
                  </a:cubicBezTo>
                  <a:close/>
                </a:path>
              </a:pathLst>
            </a:custGeom>
            <a:solidFill>
              <a:srgbClr val="00A3E0"/>
            </a:solidFill>
            <a:ln w="6390" cap="flat">
              <a:noFill/>
              <a:prstDash val="solid"/>
              <a:miter/>
            </a:ln>
          </p:spPr>
          <p:txBody>
            <a:bodyPr rtlCol="0" anchor="ctr"/>
            <a:lstStyle/>
            <a:p>
              <a:endParaRPr lang="en-US"/>
            </a:p>
          </p:txBody>
        </p:sp>
        <p:sp>
          <p:nvSpPr>
            <p:cNvPr id="172" name="Graphic 4">
              <a:extLst>
                <a:ext uri="{FF2B5EF4-FFF2-40B4-BE49-F238E27FC236}">
                  <a16:creationId xmlns:a16="http://schemas.microsoft.com/office/drawing/2014/main" id="{4CF22D15-02F1-F346-9593-C6431C06D2FA}"/>
                </a:ext>
              </a:extLst>
            </p:cNvPr>
            <p:cNvSpPr/>
            <p:nvPr/>
          </p:nvSpPr>
          <p:spPr>
            <a:xfrm>
              <a:off x="3153433" y="3932057"/>
              <a:ext cx="6389" cy="6383"/>
            </a:xfrm>
            <a:custGeom>
              <a:avLst/>
              <a:gdLst>
                <a:gd name="connsiteX0" fmla="*/ 0 w 6389"/>
                <a:gd name="connsiteY0" fmla="*/ 0 h 6383"/>
                <a:gd name="connsiteX1" fmla="*/ 0 w 6389"/>
                <a:gd name="connsiteY1" fmla="*/ 0 h 6383"/>
                <a:gd name="connsiteX2" fmla="*/ 0 w 6389"/>
                <a:gd name="connsiteY2" fmla="*/ 0 h 6383"/>
                <a:gd name="connsiteX3" fmla="*/ 0 w 6389"/>
                <a:gd name="connsiteY3" fmla="*/ 0 h 6383"/>
              </a:gdLst>
              <a:ahLst/>
              <a:cxnLst>
                <a:cxn ang="0">
                  <a:pos x="connsiteX0" y="connsiteY0"/>
                </a:cxn>
                <a:cxn ang="0">
                  <a:pos x="connsiteX1" y="connsiteY1"/>
                </a:cxn>
                <a:cxn ang="0">
                  <a:pos x="connsiteX2" y="connsiteY2"/>
                </a:cxn>
                <a:cxn ang="0">
                  <a:pos x="connsiteX3" y="connsiteY3"/>
                </a:cxn>
              </a:cxnLst>
              <a:rect l="l" t="t" r="r" b="b"/>
              <a:pathLst>
                <a:path w="6389" h="6383">
                  <a:moveTo>
                    <a:pt x="0" y="0"/>
                  </a:moveTo>
                  <a:lnTo>
                    <a:pt x="0" y="0"/>
                  </a:lnTo>
                  <a:lnTo>
                    <a:pt x="0" y="0"/>
                  </a:lnTo>
                  <a:lnTo>
                    <a:pt x="0" y="0"/>
                  </a:lnTo>
                  <a:close/>
                </a:path>
              </a:pathLst>
            </a:custGeom>
            <a:solidFill>
              <a:srgbClr val="00A3E0"/>
            </a:solidFill>
            <a:ln w="6390" cap="flat">
              <a:noFill/>
              <a:prstDash val="solid"/>
              <a:miter/>
            </a:ln>
          </p:spPr>
          <p:txBody>
            <a:bodyPr rtlCol="0" anchor="ctr"/>
            <a:lstStyle/>
            <a:p>
              <a:endParaRPr lang="en-US"/>
            </a:p>
          </p:txBody>
        </p:sp>
        <p:sp>
          <p:nvSpPr>
            <p:cNvPr id="173" name="Graphic 4">
              <a:extLst>
                <a:ext uri="{FF2B5EF4-FFF2-40B4-BE49-F238E27FC236}">
                  <a16:creationId xmlns:a16="http://schemas.microsoft.com/office/drawing/2014/main" id="{9D8229D2-8042-F541-A706-0A3083882E9F}"/>
                </a:ext>
              </a:extLst>
            </p:cNvPr>
            <p:cNvSpPr/>
            <p:nvPr/>
          </p:nvSpPr>
          <p:spPr>
            <a:xfrm>
              <a:off x="3145765" y="4034200"/>
              <a:ext cx="12141" cy="12767"/>
            </a:xfrm>
            <a:custGeom>
              <a:avLst/>
              <a:gdLst>
                <a:gd name="connsiteX0" fmla="*/ 1278 w 12141"/>
                <a:gd name="connsiteY0" fmla="*/ 0 h 12767"/>
                <a:gd name="connsiteX1" fmla="*/ 0 w 12141"/>
                <a:gd name="connsiteY1" fmla="*/ 4469 h 12767"/>
                <a:gd name="connsiteX2" fmla="*/ 7668 w 12141"/>
                <a:gd name="connsiteY2" fmla="*/ 12768 h 12767"/>
                <a:gd name="connsiteX3" fmla="*/ 12141 w 12141"/>
                <a:gd name="connsiteY3" fmla="*/ 11491 h 12767"/>
                <a:gd name="connsiteX4" fmla="*/ 1278 w 12141"/>
                <a:gd name="connsiteY4" fmla="*/ 0 h 12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41" h="12767">
                  <a:moveTo>
                    <a:pt x="1278" y="0"/>
                  </a:moveTo>
                  <a:cubicBezTo>
                    <a:pt x="639" y="1277"/>
                    <a:pt x="0" y="3192"/>
                    <a:pt x="0" y="4469"/>
                  </a:cubicBezTo>
                  <a:cubicBezTo>
                    <a:pt x="0" y="8938"/>
                    <a:pt x="3195" y="12768"/>
                    <a:pt x="7668" y="12768"/>
                  </a:cubicBezTo>
                  <a:cubicBezTo>
                    <a:pt x="8946" y="12768"/>
                    <a:pt x="10863" y="12768"/>
                    <a:pt x="12141" y="11491"/>
                  </a:cubicBezTo>
                  <a:lnTo>
                    <a:pt x="1278" y="0"/>
                  </a:lnTo>
                  <a:close/>
                </a:path>
              </a:pathLst>
            </a:custGeom>
            <a:solidFill>
              <a:srgbClr val="00A3E0"/>
            </a:solidFill>
            <a:ln w="6390" cap="flat">
              <a:noFill/>
              <a:prstDash val="solid"/>
              <a:miter/>
            </a:ln>
          </p:spPr>
          <p:txBody>
            <a:bodyPr rtlCol="0" anchor="ctr"/>
            <a:lstStyle/>
            <a:p>
              <a:endParaRPr lang="en-US"/>
            </a:p>
          </p:txBody>
        </p:sp>
        <p:sp>
          <p:nvSpPr>
            <p:cNvPr id="174" name="Graphic 4">
              <a:extLst>
                <a:ext uri="{FF2B5EF4-FFF2-40B4-BE49-F238E27FC236}">
                  <a16:creationId xmlns:a16="http://schemas.microsoft.com/office/drawing/2014/main" id="{0E6E4EC4-EFB0-3A4D-BFBF-107338F7E432}"/>
                </a:ext>
              </a:extLst>
            </p:cNvPr>
            <p:cNvSpPr/>
            <p:nvPr/>
          </p:nvSpPr>
          <p:spPr>
            <a:xfrm>
              <a:off x="2998797" y="3824168"/>
              <a:ext cx="362309" cy="361971"/>
            </a:xfrm>
            <a:custGeom>
              <a:avLst/>
              <a:gdLst>
                <a:gd name="connsiteX0" fmla="*/ 180835 w 362309"/>
                <a:gd name="connsiteY0" fmla="*/ 0 h 361971"/>
                <a:gd name="connsiteX1" fmla="*/ 0 w 362309"/>
                <a:gd name="connsiteY1" fmla="*/ 181305 h 361971"/>
                <a:gd name="connsiteX2" fmla="*/ 181474 w 362309"/>
                <a:gd name="connsiteY2" fmla="*/ 361971 h 361971"/>
                <a:gd name="connsiteX3" fmla="*/ 362310 w 362309"/>
                <a:gd name="connsiteY3" fmla="*/ 181305 h 361971"/>
                <a:gd name="connsiteX4" fmla="*/ 180835 w 362309"/>
                <a:gd name="connsiteY4" fmla="*/ 0 h 361971"/>
                <a:gd name="connsiteX5" fmla="*/ 180835 w 362309"/>
                <a:gd name="connsiteY5" fmla="*/ 0 h 361971"/>
                <a:gd name="connsiteX6" fmla="*/ 107351 w 362309"/>
                <a:gd name="connsiteY6" fmla="*/ 106612 h 361971"/>
                <a:gd name="connsiteX7" fmla="*/ 119492 w 362309"/>
                <a:gd name="connsiteY7" fmla="*/ 106612 h 361971"/>
                <a:gd name="connsiteX8" fmla="*/ 125882 w 362309"/>
                <a:gd name="connsiteY8" fmla="*/ 112996 h 361971"/>
                <a:gd name="connsiteX9" fmla="*/ 119492 w 362309"/>
                <a:gd name="connsiteY9" fmla="*/ 119380 h 361971"/>
                <a:gd name="connsiteX10" fmla="*/ 107351 w 362309"/>
                <a:gd name="connsiteY10" fmla="*/ 119380 h 361971"/>
                <a:gd name="connsiteX11" fmla="*/ 100961 w 362309"/>
                <a:gd name="connsiteY11" fmla="*/ 112996 h 361971"/>
                <a:gd name="connsiteX12" fmla="*/ 107351 w 362309"/>
                <a:gd name="connsiteY12" fmla="*/ 106612 h 361971"/>
                <a:gd name="connsiteX13" fmla="*/ 94571 w 362309"/>
                <a:gd name="connsiteY13" fmla="*/ 130872 h 361971"/>
                <a:gd name="connsiteX14" fmla="*/ 105434 w 362309"/>
                <a:gd name="connsiteY14" fmla="*/ 130872 h 361971"/>
                <a:gd name="connsiteX15" fmla="*/ 111824 w 362309"/>
                <a:gd name="connsiteY15" fmla="*/ 137256 h 361971"/>
                <a:gd name="connsiteX16" fmla="*/ 105434 w 362309"/>
                <a:gd name="connsiteY16" fmla="*/ 143640 h 361971"/>
                <a:gd name="connsiteX17" fmla="*/ 94571 w 362309"/>
                <a:gd name="connsiteY17" fmla="*/ 143640 h 361971"/>
                <a:gd name="connsiteX18" fmla="*/ 88181 w 362309"/>
                <a:gd name="connsiteY18" fmla="*/ 137256 h 361971"/>
                <a:gd name="connsiteX19" fmla="*/ 94571 w 362309"/>
                <a:gd name="connsiteY19" fmla="*/ 130872 h 361971"/>
                <a:gd name="connsiteX20" fmla="*/ 66456 w 362309"/>
                <a:gd name="connsiteY20" fmla="*/ 137256 h 361971"/>
                <a:gd name="connsiteX21" fmla="*/ 72845 w 362309"/>
                <a:gd name="connsiteY21" fmla="*/ 130872 h 361971"/>
                <a:gd name="connsiteX22" fmla="*/ 79235 w 362309"/>
                <a:gd name="connsiteY22" fmla="*/ 130872 h 361971"/>
                <a:gd name="connsiteX23" fmla="*/ 85625 w 362309"/>
                <a:gd name="connsiteY23" fmla="*/ 137256 h 361971"/>
                <a:gd name="connsiteX24" fmla="*/ 79235 w 362309"/>
                <a:gd name="connsiteY24" fmla="*/ 143640 h 361971"/>
                <a:gd name="connsiteX25" fmla="*/ 72845 w 362309"/>
                <a:gd name="connsiteY25" fmla="*/ 143640 h 361971"/>
                <a:gd name="connsiteX26" fmla="*/ 66456 w 362309"/>
                <a:gd name="connsiteY26" fmla="*/ 137256 h 361971"/>
                <a:gd name="connsiteX27" fmla="*/ 66456 w 362309"/>
                <a:gd name="connsiteY27" fmla="*/ 137256 h 361971"/>
                <a:gd name="connsiteX28" fmla="*/ 66456 w 362309"/>
                <a:gd name="connsiteY28" fmla="*/ 137256 h 361971"/>
                <a:gd name="connsiteX29" fmla="*/ 79235 w 362309"/>
                <a:gd name="connsiteY29" fmla="*/ 157684 h 361971"/>
                <a:gd name="connsiteX30" fmla="*/ 101600 w 362309"/>
                <a:gd name="connsiteY30" fmla="*/ 157684 h 361971"/>
                <a:gd name="connsiteX31" fmla="*/ 107990 w 362309"/>
                <a:gd name="connsiteY31" fmla="*/ 164068 h 361971"/>
                <a:gd name="connsiteX32" fmla="*/ 101600 w 362309"/>
                <a:gd name="connsiteY32" fmla="*/ 170452 h 361971"/>
                <a:gd name="connsiteX33" fmla="*/ 79235 w 362309"/>
                <a:gd name="connsiteY33" fmla="*/ 170452 h 361971"/>
                <a:gd name="connsiteX34" fmla="*/ 72845 w 362309"/>
                <a:gd name="connsiteY34" fmla="*/ 164068 h 361971"/>
                <a:gd name="connsiteX35" fmla="*/ 79235 w 362309"/>
                <a:gd name="connsiteY35" fmla="*/ 157684 h 361971"/>
                <a:gd name="connsiteX36" fmla="*/ 290742 w 362309"/>
                <a:gd name="connsiteY36" fmla="*/ 146832 h 361971"/>
                <a:gd name="connsiteX37" fmla="*/ 258792 w 362309"/>
                <a:gd name="connsiteY37" fmla="*/ 180028 h 361971"/>
                <a:gd name="connsiteX38" fmla="*/ 258792 w 362309"/>
                <a:gd name="connsiteY38" fmla="*/ 180028 h 361971"/>
                <a:gd name="connsiteX39" fmla="*/ 257515 w 362309"/>
                <a:gd name="connsiteY39" fmla="*/ 181305 h 361971"/>
                <a:gd name="connsiteX40" fmla="*/ 257515 w 362309"/>
                <a:gd name="connsiteY40" fmla="*/ 181305 h 361971"/>
                <a:gd name="connsiteX41" fmla="*/ 256876 w 362309"/>
                <a:gd name="connsiteY41" fmla="*/ 181944 h 361971"/>
                <a:gd name="connsiteX42" fmla="*/ 255597 w 362309"/>
                <a:gd name="connsiteY42" fmla="*/ 182582 h 361971"/>
                <a:gd name="connsiteX43" fmla="*/ 246013 w 362309"/>
                <a:gd name="connsiteY43" fmla="*/ 185774 h 361971"/>
                <a:gd name="connsiteX44" fmla="*/ 232594 w 362309"/>
                <a:gd name="connsiteY44" fmla="*/ 178752 h 361971"/>
                <a:gd name="connsiteX45" fmla="*/ 219814 w 362309"/>
                <a:gd name="connsiteY45" fmla="*/ 161515 h 361971"/>
                <a:gd name="connsiteX46" fmla="*/ 219175 w 362309"/>
                <a:gd name="connsiteY46" fmla="*/ 160238 h 361971"/>
                <a:gd name="connsiteX47" fmla="*/ 206395 w 362309"/>
                <a:gd name="connsiteY47" fmla="*/ 187051 h 361971"/>
                <a:gd name="connsiteX48" fmla="*/ 216619 w 362309"/>
                <a:gd name="connsiteY48" fmla="*/ 199180 h 361971"/>
                <a:gd name="connsiteX49" fmla="*/ 216619 w 362309"/>
                <a:gd name="connsiteY49" fmla="*/ 199180 h 361971"/>
                <a:gd name="connsiteX50" fmla="*/ 219814 w 362309"/>
                <a:gd name="connsiteY50" fmla="*/ 202372 h 361971"/>
                <a:gd name="connsiteX51" fmla="*/ 224926 w 362309"/>
                <a:gd name="connsiteY51" fmla="*/ 217694 h 361971"/>
                <a:gd name="connsiteX52" fmla="*/ 221731 w 362309"/>
                <a:gd name="connsiteY52" fmla="*/ 227908 h 361971"/>
                <a:gd name="connsiteX53" fmla="*/ 228760 w 362309"/>
                <a:gd name="connsiteY53" fmla="*/ 238122 h 361971"/>
                <a:gd name="connsiteX54" fmla="*/ 230038 w 362309"/>
                <a:gd name="connsiteY54" fmla="*/ 242591 h 361971"/>
                <a:gd name="connsiteX55" fmla="*/ 228121 w 362309"/>
                <a:gd name="connsiteY55" fmla="*/ 268127 h 361971"/>
                <a:gd name="connsiteX56" fmla="*/ 234511 w 362309"/>
                <a:gd name="connsiteY56" fmla="*/ 282172 h 361971"/>
                <a:gd name="connsiteX57" fmla="*/ 256876 w 362309"/>
                <a:gd name="connsiteY57" fmla="*/ 284087 h 361971"/>
                <a:gd name="connsiteX58" fmla="*/ 262626 w 362309"/>
                <a:gd name="connsiteY58" fmla="*/ 276426 h 361971"/>
                <a:gd name="connsiteX59" fmla="*/ 269016 w 362309"/>
                <a:gd name="connsiteY59" fmla="*/ 270042 h 361971"/>
                <a:gd name="connsiteX60" fmla="*/ 275407 w 362309"/>
                <a:gd name="connsiteY60" fmla="*/ 276426 h 361971"/>
                <a:gd name="connsiteX61" fmla="*/ 275407 w 362309"/>
                <a:gd name="connsiteY61" fmla="*/ 276426 h 361971"/>
                <a:gd name="connsiteX62" fmla="*/ 260071 w 362309"/>
                <a:gd name="connsiteY62" fmla="*/ 296217 h 361971"/>
                <a:gd name="connsiteX63" fmla="*/ 245374 w 362309"/>
                <a:gd name="connsiteY63" fmla="*/ 298770 h 361971"/>
                <a:gd name="connsiteX64" fmla="*/ 226204 w 362309"/>
                <a:gd name="connsiteY64" fmla="*/ 292386 h 361971"/>
                <a:gd name="connsiteX65" fmla="*/ 215341 w 362309"/>
                <a:gd name="connsiteY65" fmla="*/ 267489 h 361971"/>
                <a:gd name="connsiteX66" fmla="*/ 217258 w 362309"/>
                <a:gd name="connsiteY66" fmla="*/ 243868 h 361971"/>
                <a:gd name="connsiteX67" fmla="*/ 212146 w 362309"/>
                <a:gd name="connsiteY67" fmla="*/ 236846 h 361971"/>
                <a:gd name="connsiteX68" fmla="*/ 204478 w 362309"/>
                <a:gd name="connsiteY68" fmla="*/ 238122 h 361971"/>
                <a:gd name="connsiteX69" fmla="*/ 188503 w 362309"/>
                <a:gd name="connsiteY69" fmla="*/ 231100 h 361971"/>
                <a:gd name="connsiteX70" fmla="*/ 169972 w 362309"/>
                <a:gd name="connsiteY70" fmla="*/ 214502 h 361971"/>
                <a:gd name="connsiteX71" fmla="*/ 173167 w 362309"/>
                <a:gd name="connsiteY71" fmla="*/ 218332 h 361971"/>
                <a:gd name="connsiteX72" fmla="*/ 173167 w 362309"/>
                <a:gd name="connsiteY72" fmla="*/ 218332 h 361971"/>
                <a:gd name="connsiteX73" fmla="*/ 174445 w 362309"/>
                <a:gd name="connsiteY73" fmla="*/ 220247 h 361971"/>
                <a:gd name="connsiteX74" fmla="*/ 174445 w 362309"/>
                <a:gd name="connsiteY74" fmla="*/ 220886 h 361971"/>
                <a:gd name="connsiteX75" fmla="*/ 174445 w 362309"/>
                <a:gd name="connsiteY75" fmla="*/ 222801 h 361971"/>
                <a:gd name="connsiteX76" fmla="*/ 174445 w 362309"/>
                <a:gd name="connsiteY76" fmla="*/ 222801 h 361971"/>
                <a:gd name="connsiteX77" fmla="*/ 173806 w 362309"/>
                <a:gd name="connsiteY77" fmla="*/ 224716 h 361971"/>
                <a:gd name="connsiteX78" fmla="*/ 173806 w 362309"/>
                <a:gd name="connsiteY78" fmla="*/ 224716 h 361971"/>
                <a:gd name="connsiteX79" fmla="*/ 172528 w 362309"/>
                <a:gd name="connsiteY79" fmla="*/ 226631 h 361971"/>
                <a:gd name="connsiteX80" fmla="*/ 172528 w 362309"/>
                <a:gd name="connsiteY80" fmla="*/ 226631 h 361971"/>
                <a:gd name="connsiteX81" fmla="*/ 172528 w 362309"/>
                <a:gd name="connsiteY81" fmla="*/ 226631 h 361971"/>
                <a:gd name="connsiteX82" fmla="*/ 169333 w 362309"/>
                <a:gd name="connsiteY82" fmla="*/ 229823 h 361971"/>
                <a:gd name="connsiteX83" fmla="*/ 155276 w 362309"/>
                <a:gd name="connsiteY83" fmla="*/ 234930 h 361971"/>
                <a:gd name="connsiteX84" fmla="*/ 153998 w 362309"/>
                <a:gd name="connsiteY84" fmla="*/ 234930 h 361971"/>
                <a:gd name="connsiteX85" fmla="*/ 143774 w 362309"/>
                <a:gd name="connsiteY85" fmla="*/ 231738 h 361971"/>
                <a:gd name="connsiteX86" fmla="*/ 133550 w 362309"/>
                <a:gd name="connsiteY86" fmla="*/ 238761 h 361971"/>
                <a:gd name="connsiteX87" fmla="*/ 129716 w 362309"/>
                <a:gd name="connsiteY87" fmla="*/ 240038 h 361971"/>
                <a:gd name="connsiteX88" fmla="*/ 104156 w 362309"/>
                <a:gd name="connsiteY88" fmla="*/ 238122 h 361971"/>
                <a:gd name="connsiteX89" fmla="*/ 90098 w 362309"/>
                <a:gd name="connsiteY89" fmla="*/ 244506 h 361971"/>
                <a:gd name="connsiteX90" fmla="*/ 88820 w 362309"/>
                <a:gd name="connsiteY90" fmla="*/ 266850 h 361971"/>
                <a:gd name="connsiteX91" fmla="*/ 96488 w 362309"/>
                <a:gd name="connsiteY91" fmla="*/ 272596 h 361971"/>
                <a:gd name="connsiteX92" fmla="*/ 102878 w 362309"/>
                <a:gd name="connsiteY92" fmla="*/ 278980 h 361971"/>
                <a:gd name="connsiteX93" fmla="*/ 96488 w 362309"/>
                <a:gd name="connsiteY93" fmla="*/ 285364 h 361971"/>
                <a:gd name="connsiteX94" fmla="*/ 95849 w 362309"/>
                <a:gd name="connsiteY94" fmla="*/ 285364 h 361971"/>
                <a:gd name="connsiteX95" fmla="*/ 76679 w 362309"/>
                <a:gd name="connsiteY95" fmla="*/ 270681 h 361971"/>
                <a:gd name="connsiteX96" fmla="*/ 80513 w 362309"/>
                <a:gd name="connsiteY96" fmla="*/ 236846 h 361971"/>
                <a:gd name="connsiteX97" fmla="*/ 105434 w 362309"/>
                <a:gd name="connsiteY97" fmla="*/ 225993 h 361971"/>
                <a:gd name="connsiteX98" fmla="*/ 129077 w 362309"/>
                <a:gd name="connsiteY98" fmla="*/ 227908 h 361971"/>
                <a:gd name="connsiteX99" fmla="*/ 136106 w 362309"/>
                <a:gd name="connsiteY99" fmla="*/ 222801 h 361971"/>
                <a:gd name="connsiteX100" fmla="*/ 134828 w 362309"/>
                <a:gd name="connsiteY100" fmla="*/ 215140 h 361971"/>
                <a:gd name="connsiteX101" fmla="*/ 141857 w 362309"/>
                <a:gd name="connsiteY101" fmla="*/ 199180 h 361971"/>
                <a:gd name="connsiteX102" fmla="*/ 144413 w 362309"/>
                <a:gd name="connsiteY102" fmla="*/ 196627 h 361971"/>
                <a:gd name="connsiteX103" fmla="*/ 144413 w 362309"/>
                <a:gd name="connsiteY103" fmla="*/ 196627 h 361971"/>
                <a:gd name="connsiteX104" fmla="*/ 144413 w 362309"/>
                <a:gd name="connsiteY104" fmla="*/ 196627 h 361971"/>
                <a:gd name="connsiteX105" fmla="*/ 145052 w 362309"/>
                <a:gd name="connsiteY105" fmla="*/ 195988 h 361971"/>
                <a:gd name="connsiteX106" fmla="*/ 146330 w 362309"/>
                <a:gd name="connsiteY106" fmla="*/ 195350 h 361971"/>
                <a:gd name="connsiteX107" fmla="*/ 146969 w 362309"/>
                <a:gd name="connsiteY107" fmla="*/ 195350 h 361971"/>
                <a:gd name="connsiteX108" fmla="*/ 148247 w 362309"/>
                <a:gd name="connsiteY108" fmla="*/ 195350 h 361971"/>
                <a:gd name="connsiteX109" fmla="*/ 149525 w 362309"/>
                <a:gd name="connsiteY109" fmla="*/ 195350 h 361971"/>
                <a:gd name="connsiteX110" fmla="*/ 150803 w 362309"/>
                <a:gd name="connsiteY110" fmla="*/ 195350 h 361971"/>
                <a:gd name="connsiteX111" fmla="*/ 152081 w 362309"/>
                <a:gd name="connsiteY111" fmla="*/ 195988 h 361971"/>
                <a:gd name="connsiteX112" fmla="*/ 152720 w 362309"/>
                <a:gd name="connsiteY112" fmla="*/ 196627 h 361971"/>
                <a:gd name="connsiteX113" fmla="*/ 152720 w 362309"/>
                <a:gd name="connsiteY113" fmla="*/ 196627 h 361971"/>
                <a:gd name="connsiteX114" fmla="*/ 152720 w 362309"/>
                <a:gd name="connsiteY114" fmla="*/ 196627 h 361971"/>
                <a:gd name="connsiteX115" fmla="*/ 155276 w 362309"/>
                <a:gd name="connsiteY115" fmla="*/ 199819 h 361971"/>
                <a:gd name="connsiteX116" fmla="*/ 153998 w 362309"/>
                <a:gd name="connsiteY116" fmla="*/ 167899 h 361971"/>
                <a:gd name="connsiteX117" fmla="*/ 170611 w 362309"/>
                <a:gd name="connsiteY117" fmla="*/ 133425 h 361971"/>
                <a:gd name="connsiteX118" fmla="*/ 164221 w 362309"/>
                <a:gd name="connsiteY118" fmla="*/ 131510 h 361971"/>
                <a:gd name="connsiteX119" fmla="*/ 148247 w 362309"/>
                <a:gd name="connsiteY119" fmla="*/ 151939 h 361971"/>
                <a:gd name="connsiteX120" fmla="*/ 134828 w 362309"/>
                <a:gd name="connsiteY120" fmla="*/ 158323 h 361971"/>
                <a:gd name="connsiteX121" fmla="*/ 124604 w 362309"/>
                <a:gd name="connsiteY121" fmla="*/ 154492 h 361971"/>
                <a:gd name="connsiteX122" fmla="*/ 121409 w 362309"/>
                <a:gd name="connsiteY122" fmla="*/ 130872 h 361971"/>
                <a:gd name="connsiteX123" fmla="*/ 121409 w 362309"/>
                <a:gd name="connsiteY123" fmla="*/ 130872 h 361971"/>
                <a:gd name="connsiteX124" fmla="*/ 144413 w 362309"/>
                <a:gd name="connsiteY124" fmla="*/ 101505 h 361971"/>
                <a:gd name="connsiteX125" fmla="*/ 144413 w 362309"/>
                <a:gd name="connsiteY125" fmla="*/ 101505 h 361971"/>
                <a:gd name="connsiteX126" fmla="*/ 144413 w 362309"/>
                <a:gd name="connsiteY126" fmla="*/ 101505 h 361971"/>
                <a:gd name="connsiteX127" fmla="*/ 144413 w 362309"/>
                <a:gd name="connsiteY127" fmla="*/ 101505 h 361971"/>
                <a:gd name="connsiteX128" fmla="*/ 144413 w 362309"/>
                <a:gd name="connsiteY128" fmla="*/ 100867 h 361971"/>
                <a:gd name="connsiteX129" fmla="*/ 162943 w 362309"/>
                <a:gd name="connsiteY129" fmla="*/ 95760 h 361971"/>
                <a:gd name="connsiteX130" fmla="*/ 178918 w 362309"/>
                <a:gd name="connsiteY130" fmla="*/ 101505 h 361971"/>
                <a:gd name="connsiteX131" fmla="*/ 200644 w 362309"/>
                <a:gd name="connsiteY131" fmla="*/ 110443 h 361971"/>
                <a:gd name="connsiteX132" fmla="*/ 200005 w 362309"/>
                <a:gd name="connsiteY132" fmla="*/ 73416 h 361971"/>
                <a:gd name="connsiteX133" fmla="*/ 237067 w 362309"/>
                <a:gd name="connsiteY133" fmla="*/ 72777 h 361971"/>
                <a:gd name="connsiteX134" fmla="*/ 237706 w 362309"/>
                <a:gd name="connsiteY134" fmla="*/ 109804 h 361971"/>
                <a:gd name="connsiteX135" fmla="*/ 218536 w 362309"/>
                <a:gd name="connsiteY135" fmla="*/ 118104 h 361971"/>
                <a:gd name="connsiteX136" fmla="*/ 212146 w 362309"/>
                <a:gd name="connsiteY136" fmla="*/ 117465 h 361971"/>
                <a:gd name="connsiteX137" fmla="*/ 221092 w 362309"/>
                <a:gd name="connsiteY137" fmla="*/ 153854 h 361971"/>
                <a:gd name="connsiteX138" fmla="*/ 221092 w 362309"/>
                <a:gd name="connsiteY138" fmla="*/ 154492 h 361971"/>
                <a:gd name="connsiteX139" fmla="*/ 227482 w 362309"/>
                <a:gd name="connsiteY139" fmla="*/ 157046 h 361971"/>
                <a:gd name="connsiteX140" fmla="*/ 240262 w 362309"/>
                <a:gd name="connsiteY140" fmla="*/ 174283 h 361971"/>
                <a:gd name="connsiteX141" fmla="*/ 246013 w 362309"/>
                <a:gd name="connsiteY141" fmla="*/ 175560 h 361971"/>
                <a:gd name="connsiteX142" fmla="*/ 246013 w 362309"/>
                <a:gd name="connsiteY142" fmla="*/ 175560 h 361971"/>
                <a:gd name="connsiteX143" fmla="*/ 247291 w 362309"/>
                <a:gd name="connsiteY143" fmla="*/ 174283 h 361971"/>
                <a:gd name="connsiteX144" fmla="*/ 247291 w 362309"/>
                <a:gd name="connsiteY144" fmla="*/ 174283 h 361971"/>
                <a:gd name="connsiteX145" fmla="*/ 279879 w 362309"/>
                <a:gd name="connsiteY145" fmla="*/ 141086 h 361971"/>
                <a:gd name="connsiteX146" fmla="*/ 281157 w 362309"/>
                <a:gd name="connsiteY146" fmla="*/ 137894 h 361971"/>
                <a:gd name="connsiteX147" fmla="*/ 279879 w 362309"/>
                <a:gd name="connsiteY147" fmla="*/ 134702 h 361971"/>
                <a:gd name="connsiteX148" fmla="*/ 274128 w 362309"/>
                <a:gd name="connsiteY148" fmla="*/ 134064 h 361971"/>
                <a:gd name="connsiteX149" fmla="*/ 273489 w 362309"/>
                <a:gd name="connsiteY149" fmla="*/ 134702 h 361971"/>
                <a:gd name="connsiteX150" fmla="*/ 249208 w 362309"/>
                <a:gd name="connsiteY150" fmla="*/ 159600 h 361971"/>
                <a:gd name="connsiteX151" fmla="*/ 248569 w 362309"/>
                <a:gd name="connsiteY151" fmla="*/ 159600 h 361971"/>
                <a:gd name="connsiteX152" fmla="*/ 247930 w 362309"/>
                <a:gd name="connsiteY152" fmla="*/ 160238 h 361971"/>
                <a:gd name="connsiteX153" fmla="*/ 247291 w 362309"/>
                <a:gd name="connsiteY153" fmla="*/ 160876 h 361971"/>
                <a:gd name="connsiteX154" fmla="*/ 246652 w 362309"/>
                <a:gd name="connsiteY154" fmla="*/ 161515 h 361971"/>
                <a:gd name="connsiteX155" fmla="*/ 244735 w 362309"/>
                <a:gd name="connsiteY155" fmla="*/ 162153 h 361971"/>
                <a:gd name="connsiteX156" fmla="*/ 244096 w 362309"/>
                <a:gd name="connsiteY156" fmla="*/ 162153 h 361971"/>
                <a:gd name="connsiteX157" fmla="*/ 241540 w 362309"/>
                <a:gd name="connsiteY157" fmla="*/ 161515 h 361971"/>
                <a:gd name="connsiteX158" fmla="*/ 240901 w 362309"/>
                <a:gd name="connsiteY158" fmla="*/ 160876 h 361971"/>
                <a:gd name="connsiteX159" fmla="*/ 239623 w 362309"/>
                <a:gd name="connsiteY159" fmla="*/ 160238 h 361971"/>
                <a:gd name="connsiteX160" fmla="*/ 238984 w 362309"/>
                <a:gd name="connsiteY160" fmla="*/ 159600 h 361971"/>
                <a:gd name="connsiteX161" fmla="*/ 238345 w 362309"/>
                <a:gd name="connsiteY161" fmla="*/ 159600 h 361971"/>
                <a:gd name="connsiteX162" fmla="*/ 226843 w 362309"/>
                <a:gd name="connsiteY162" fmla="*/ 144278 h 361971"/>
                <a:gd name="connsiteX163" fmla="*/ 228121 w 362309"/>
                <a:gd name="connsiteY163" fmla="*/ 135340 h 361971"/>
                <a:gd name="connsiteX164" fmla="*/ 237067 w 362309"/>
                <a:gd name="connsiteY164" fmla="*/ 136617 h 361971"/>
                <a:gd name="connsiteX165" fmla="*/ 237067 w 362309"/>
                <a:gd name="connsiteY165" fmla="*/ 136617 h 361971"/>
                <a:gd name="connsiteX166" fmla="*/ 244096 w 362309"/>
                <a:gd name="connsiteY166" fmla="*/ 146193 h 361971"/>
                <a:gd name="connsiteX167" fmla="*/ 263266 w 362309"/>
                <a:gd name="connsiteY167" fmla="*/ 126403 h 361971"/>
                <a:gd name="connsiteX168" fmla="*/ 287547 w 362309"/>
                <a:gd name="connsiteY168" fmla="*/ 126403 h 361971"/>
                <a:gd name="connsiteX169" fmla="*/ 292659 w 362309"/>
                <a:gd name="connsiteY169" fmla="*/ 138532 h 361971"/>
                <a:gd name="connsiteX170" fmla="*/ 290742 w 362309"/>
                <a:gd name="connsiteY170" fmla="*/ 146832 h 361971"/>
                <a:gd name="connsiteX171" fmla="*/ 290742 w 362309"/>
                <a:gd name="connsiteY171" fmla="*/ 14683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362309" h="361971">
                  <a:moveTo>
                    <a:pt x="180835" y="0"/>
                  </a:moveTo>
                  <a:cubicBezTo>
                    <a:pt x="80513" y="0"/>
                    <a:pt x="0" y="81076"/>
                    <a:pt x="0" y="181305"/>
                  </a:cubicBezTo>
                  <a:cubicBezTo>
                    <a:pt x="0" y="281533"/>
                    <a:pt x="81152" y="361971"/>
                    <a:pt x="181474" y="361971"/>
                  </a:cubicBezTo>
                  <a:cubicBezTo>
                    <a:pt x="281157" y="361971"/>
                    <a:pt x="362310" y="280895"/>
                    <a:pt x="362310" y="181305"/>
                  </a:cubicBezTo>
                  <a:cubicBezTo>
                    <a:pt x="362310" y="81076"/>
                    <a:pt x="281157" y="0"/>
                    <a:pt x="180835" y="0"/>
                  </a:cubicBezTo>
                  <a:cubicBezTo>
                    <a:pt x="180835" y="0"/>
                    <a:pt x="180835" y="0"/>
                    <a:pt x="180835" y="0"/>
                  </a:cubicBezTo>
                  <a:close/>
                  <a:moveTo>
                    <a:pt x="107351" y="106612"/>
                  </a:moveTo>
                  <a:lnTo>
                    <a:pt x="119492" y="106612"/>
                  </a:lnTo>
                  <a:cubicBezTo>
                    <a:pt x="123326" y="106612"/>
                    <a:pt x="125882" y="109166"/>
                    <a:pt x="125882" y="112996"/>
                  </a:cubicBezTo>
                  <a:cubicBezTo>
                    <a:pt x="125882" y="116827"/>
                    <a:pt x="123326" y="119380"/>
                    <a:pt x="119492" y="119380"/>
                  </a:cubicBezTo>
                  <a:lnTo>
                    <a:pt x="107351" y="119380"/>
                  </a:lnTo>
                  <a:cubicBezTo>
                    <a:pt x="103517" y="119380"/>
                    <a:pt x="100961" y="116827"/>
                    <a:pt x="100961" y="112996"/>
                  </a:cubicBezTo>
                  <a:cubicBezTo>
                    <a:pt x="100961" y="109166"/>
                    <a:pt x="103517" y="106612"/>
                    <a:pt x="107351" y="106612"/>
                  </a:cubicBezTo>
                  <a:close/>
                  <a:moveTo>
                    <a:pt x="94571" y="130872"/>
                  </a:moveTo>
                  <a:lnTo>
                    <a:pt x="105434" y="130872"/>
                  </a:lnTo>
                  <a:cubicBezTo>
                    <a:pt x="109268" y="130872"/>
                    <a:pt x="111824" y="133425"/>
                    <a:pt x="111824" y="137256"/>
                  </a:cubicBezTo>
                  <a:cubicBezTo>
                    <a:pt x="111824" y="141086"/>
                    <a:pt x="109268" y="143640"/>
                    <a:pt x="105434" y="143640"/>
                  </a:cubicBezTo>
                  <a:lnTo>
                    <a:pt x="94571" y="143640"/>
                  </a:lnTo>
                  <a:cubicBezTo>
                    <a:pt x="90737" y="143640"/>
                    <a:pt x="88181" y="141086"/>
                    <a:pt x="88181" y="137256"/>
                  </a:cubicBezTo>
                  <a:cubicBezTo>
                    <a:pt x="88181" y="133425"/>
                    <a:pt x="90737" y="130872"/>
                    <a:pt x="94571" y="130872"/>
                  </a:cubicBezTo>
                  <a:close/>
                  <a:moveTo>
                    <a:pt x="66456" y="137256"/>
                  </a:moveTo>
                  <a:cubicBezTo>
                    <a:pt x="66456" y="133425"/>
                    <a:pt x="69011" y="130872"/>
                    <a:pt x="72845" y="130872"/>
                  </a:cubicBezTo>
                  <a:lnTo>
                    <a:pt x="79235" y="130872"/>
                  </a:lnTo>
                  <a:cubicBezTo>
                    <a:pt x="83069" y="130872"/>
                    <a:pt x="85625" y="133425"/>
                    <a:pt x="85625" y="137256"/>
                  </a:cubicBezTo>
                  <a:cubicBezTo>
                    <a:pt x="85625" y="141086"/>
                    <a:pt x="83069" y="143640"/>
                    <a:pt x="79235" y="143640"/>
                  </a:cubicBezTo>
                  <a:lnTo>
                    <a:pt x="72845" y="143640"/>
                  </a:lnTo>
                  <a:cubicBezTo>
                    <a:pt x="69011" y="143640"/>
                    <a:pt x="66456" y="140448"/>
                    <a:pt x="66456" y="137256"/>
                  </a:cubicBezTo>
                  <a:lnTo>
                    <a:pt x="66456" y="137256"/>
                  </a:lnTo>
                  <a:lnTo>
                    <a:pt x="66456" y="137256"/>
                  </a:lnTo>
                  <a:close/>
                  <a:moveTo>
                    <a:pt x="79235" y="157684"/>
                  </a:moveTo>
                  <a:lnTo>
                    <a:pt x="101600" y="157684"/>
                  </a:lnTo>
                  <a:cubicBezTo>
                    <a:pt x="105434" y="157684"/>
                    <a:pt x="107990" y="160238"/>
                    <a:pt x="107990" y="164068"/>
                  </a:cubicBezTo>
                  <a:cubicBezTo>
                    <a:pt x="107990" y="167899"/>
                    <a:pt x="105434" y="170452"/>
                    <a:pt x="101600" y="170452"/>
                  </a:cubicBezTo>
                  <a:lnTo>
                    <a:pt x="79235" y="170452"/>
                  </a:lnTo>
                  <a:cubicBezTo>
                    <a:pt x="75401" y="170452"/>
                    <a:pt x="72845" y="167899"/>
                    <a:pt x="72845" y="164068"/>
                  </a:cubicBezTo>
                  <a:cubicBezTo>
                    <a:pt x="72845" y="160238"/>
                    <a:pt x="75401" y="157684"/>
                    <a:pt x="79235" y="157684"/>
                  </a:cubicBezTo>
                  <a:close/>
                  <a:moveTo>
                    <a:pt x="290742" y="146832"/>
                  </a:moveTo>
                  <a:lnTo>
                    <a:pt x="258792" y="180028"/>
                  </a:lnTo>
                  <a:lnTo>
                    <a:pt x="258792" y="180028"/>
                  </a:lnTo>
                  <a:lnTo>
                    <a:pt x="257515" y="181305"/>
                  </a:lnTo>
                  <a:lnTo>
                    <a:pt x="257515" y="181305"/>
                  </a:lnTo>
                  <a:lnTo>
                    <a:pt x="256876" y="181944"/>
                  </a:lnTo>
                  <a:cubicBezTo>
                    <a:pt x="256876" y="182582"/>
                    <a:pt x="256237" y="182582"/>
                    <a:pt x="255597" y="182582"/>
                  </a:cubicBezTo>
                  <a:cubicBezTo>
                    <a:pt x="252403" y="184497"/>
                    <a:pt x="249208" y="185774"/>
                    <a:pt x="246013" y="185774"/>
                  </a:cubicBezTo>
                  <a:cubicBezTo>
                    <a:pt x="240901" y="185774"/>
                    <a:pt x="235789" y="183220"/>
                    <a:pt x="232594" y="178752"/>
                  </a:cubicBezTo>
                  <a:lnTo>
                    <a:pt x="219814" y="161515"/>
                  </a:lnTo>
                  <a:cubicBezTo>
                    <a:pt x="219814" y="160876"/>
                    <a:pt x="219175" y="160876"/>
                    <a:pt x="219175" y="160238"/>
                  </a:cubicBezTo>
                  <a:lnTo>
                    <a:pt x="206395" y="187051"/>
                  </a:lnTo>
                  <a:lnTo>
                    <a:pt x="216619" y="199180"/>
                  </a:lnTo>
                  <a:lnTo>
                    <a:pt x="216619" y="199180"/>
                  </a:lnTo>
                  <a:lnTo>
                    <a:pt x="219814" y="202372"/>
                  </a:lnTo>
                  <a:cubicBezTo>
                    <a:pt x="223648" y="206841"/>
                    <a:pt x="225565" y="211948"/>
                    <a:pt x="224926" y="217694"/>
                  </a:cubicBezTo>
                  <a:cubicBezTo>
                    <a:pt x="224926" y="221524"/>
                    <a:pt x="223648" y="224716"/>
                    <a:pt x="221731" y="227908"/>
                  </a:cubicBezTo>
                  <a:lnTo>
                    <a:pt x="228760" y="238122"/>
                  </a:lnTo>
                  <a:cubicBezTo>
                    <a:pt x="229399" y="239399"/>
                    <a:pt x="230038" y="240676"/>
                    <a:pt x="230038" y="242591"/>
                  </a:cubicBezTo>
                  <a:lnTo>
                    <a:pt x="228121" y="268127"/>
                  </a:lnTo>
                  <a:cubicBezTo>
                    <a:pt x="227482" y="273873"/>
                    <a:pt x="230038" y="278980"/>
                    <a:pt x="234511" y="282172"/>
                  </a:cubicBezTo>
                  <a:cubicBezTo>
                    <a:pt x="239623" y="286002"/>
                    <a:pt x="246652" y="286641"/>
                    <a:pt x="256876" y="284087"/>
                  </a:cubicBezTo>
                  <a:cubicBezTo>
                    <a:pt x="260710" y="283449"/>
                    <a:pt x="263266" y="280257"/>
                    <a:pt x="262626" y="276426"/>
                  </a:cubicBezTo>
                  <a:cubicBezTo>
                    <a:pt x="262626" y="272596"/>
                    <a:pt x="265182" y="270042"/>
                    <a:pt x="269016" y="270042"/>
                  </a:cubicBezTo>
                  <a:cubicBezTo>
                    <a:pt x="272850" y="270042"/>
                    <a:pt x="275407" y="272596"/>
                    <a:pt x="275407" y="276426"/>
                  </a:cubicBezTo>
                  <a:lnTo>
                    <a:pt x="275407" y="276426"/>
                  </a:lnTo>
                  <a:cubicBezTo>
                    <a:pt x="276045" y="286002"/>
                    <a:pt x="269655" y="294301"/>
                    <a:pt x="260071" y="296217"/>
                  </a:cubicBezTo>
                  <a:cubicBezTo>
                    <a:pt x="255597" y="297493"/>
                    <a:pt x="250486" y="298770"/>
                    <a:pt x="245374" y="298770"/>
                  </a:cubicBezTo>
                  <a:cubicBezTo>
                    <a:pt x="238345" y="298770"/>
                    <a:pt x="231955" y="296855"/>
                    <a:pt x="226204" y="292386"/>
                  </a:cubicBezTo>
                  <a:cubicBezTo>
                    <a:pt x="218536" y="286641"/>
                    <a:pt x="214702" y="277065"/>
                    <a:pt x="215341" y="267489"/>
                  </a:cubicBezTo>
                  <a:lnTo>
                    <a:pt x="217258" y="243868"/>
                  </a:lnTo>
                  <a:lnTo>
                    <a:pt x="212146" y="236846"/>
                  </a:lnTo>
                  <a:cubicBezTo>
                    <a:pt x="209590" y="238122"/>
                    <a:pt x="207034" y="238122"/>
                    <a:pt x="204478" y="238122"/>
                  </a:cubicBezTo>
                  <a:cubicBezTo>
                    <a:pt x="198727" y="238122"/>
                    <a:pt x="192976" y="235569"/>
                    <a:pt x="188503" y="231100"/>
                  </a:cubicBezTo>
                  <a:lnTo>
                    <a:pt x="169972" y="214502"/>
                  </a:lnTo>
                  <a:lnTo>
                    <a:pt x="173167" y="218332"/>
                  </a:lnTo>
                  <a:lnTo>
                    <a:pt x="173167" y="218332"/>
                  </a:lnTo>
                  <a:cubicBezTo>
                    <a:pt x="173806" y="218971"/>
                    <a:pt x="173806" y="219609"/>
                    <a:pt x="174445" y="220247"/>
                  </a:cubicBezTo>
                  <a:cubicBezTo>
                    <a:pt x="174445" y="220247"/>
                    <a:pt x="174445" y="220247"/>
                    <a:pt x="174445" y="220886"/>
                  </a:cubicBezTo>
                  <a:cubicBezTo>
                    <a:pt x="174445" y="221524"/>
                    <a:pt x="175084" y="222163"/>
                    <a:pt x="174445" y="222801"/>
                  </a:cubicBezTo>
                  <a:lnTo>
                    <a:pt x="174445" y="222801"/>
                  </a:lnTo>
                  <a:cubicBezTo>
                    <a:pt x="174445" y="223439"/>
                    <a:pt x="174445" y="224078"/>
                    <a:pt x="173806" y="224716"/>
                  </a:cubicBezTo>
                  <a:lnTo>
                    <a:pt x="173806" y="224716"/>
                  </a:lnTo>
                  <a:cubicBezTo>
                    <a:pt x="173167" y="225355"/>
                    <a:pt x="173167" y="225993"/>
                    <a:pt x="172528" y="226631"/>
                  </a:cubicBezTo>
                  <a:lnTo>
                    <a:pt x="172528" y="226631"/>
                  </a:lnTo>
                  <a:lnTo>
                    <a:pt x="172528" y="226631"/>
                  </a:lnTo>
                  <a:lnTo>
                    <a:pt x="169333" y="229823"/>
                  </a:lnTo>
                  <a:cubicBezTo>
                    <a:pt x="165500" y="233015"/>
                    <a:pt x="160387" y="234930"/>
                    <a:pt x="155276" y="234930"/>
                  </a:cubicBezTo>
                  <a:lnTo>
                    <a:pt x="153998" y="234930"/>
                  </a:lnTo>
                  <a:cubicBezTo>
                    <a:pt x="150164" y="234930"/>
                    <a:pt x="146969" y="233654"/>
                    <a:pt x="143774" y="231738"/>
                  </a:cubicBezTo>
                  <a:lnTo>
                    <a:pt x="133550" y="238761"/>
                  </a:lnTo>
                  <a:cubicBezTo>
                    <a:pt x="132272" y="239399"/>
                    <a:pt x="130994" y="240038"/>
                    <a:pt x="129716" y="240038"/>
                  </a:cubicBezTo>
                  <a:lnTo>
                    <a:pt x="104156" y="238122"/>
                  </a:lnTo>
                  <a:cubicBezTo>
                    <a:pt x="98405" y="237484"/>
                    <a:pt x="93293" y="240038"/>
                    <a:pt x="90098" y="244506"/>
                  </a:cubicBezTo>
                  <a:cubicBezTo>
                    <a:pt x="86264" y="249614"/>
                    <a:pt x="85625" y="256636"/>
                    <a:pt x="88820" y="266850"/>
                  </a:cubicBezTo>
                  <a:cubicBezTo>
                    <a:pt x="89459" y="270681"/>
                    <a:pt x="92654" y="273234"/>
                    <a:pt x="96488" y="272596"/>
                  </a:cubicBezTo>
                  <a:cubicBezTo>
                    <a:pt x="100322" y="272596"/>
                    <a:pt x="102878" y="275149"/>
                    <a:pt x="102878" y="278980"/>
                  </a:cubicBezTo>
                  <a:cubicBezTo>
                    <a:pt x="102878" y="282810"/>
                    <a:pt x="100322" y="285364"/>
                    <a:pt x="96488" y="285364"/>
                  </a:cubicBezTo>
                  <a:lnTo>
                    <a:pt x="95849" y="285364"/>
                  </a:lnTo>
                  <a:cubicBezTo>
                    <a:pt x="86903" y="285364"/>
                    <a:pt x="78596" y="279618"/>
                    <a:pt x="76679" y="270681"/>
                  </a:cubicBezTo>
                  <a:cubicBezTo>
                    <a:pt x="72845" y="256636"/>
                    <a:pt x="73484" y="245145"/>
                    <a:pt x="80513" y="236846"/>
                  </a:cubicBezTo>
                  <a:cubicBezTo>
                    <a:pt x="86264" y="229185"/>
                    <a:pt x="95849" y="225355"/>
                    <a:pt x="105434" y="225993"/>
                  </a:cubicBezTo>
                  <a:lnTo>
                    <a:pt x="129077" y="227908"/>
                  </a:lnTo>
                  <a:lnTo>
                    <a:pt x="136106" y="222801"/>
                  </a:lnTo>
                  <a:cubicBezTo>
                    <a:pt x="134828" y="220247"/>
                    <a:pt x="134828" y="217694"/>
                    <a:pt x="134828" y="215140"/>
                  </a:cubicBezTo>
                  <a:cubicBezTo>
                    <a:pt x="134828" y="209395"/>
                    <a:pt x="137384" y="203649"/>
                    <a:pt x="141857" y="199180"/>
                  </a:cubicBezTo>
                  <a:lnTo>
                    <a:pt x="144413" y="196627"/>
                  </a:lnTo>
                  <a:lnTo>
                    <a:pt x="144413" y="196627"/>
                  </a:lnTo>
                  <a:lnTo>
                    <a:pt x="144413" y="196627"/>
                  </a:lnTo>
                  <a:cubicBezTo>
                    <a:pt x="144413" y="196627"/>
                    <a:pt x="145052" y="196627"/>
                    <a:pt x="145052" y="195988"/>
                  </a:cubicBezTo>
                  <a:cubicBezTo>
                    <a:pt x="145691" y="195988"/>
                    <a:pt x="145691" y="195350"/>
                    <a:pt x="146330" y="195350"/>
                  </a:cubicBezTo>
                  <a:lnTo>
                    <a:pt x="146969" y="195350"/>
                  </a:lnTo>
                  <a:cubicBezTo>
                    <a:pt x="147608" y="195350"/>
                    <a:pt x="148247" y="195350"/>
                    <a:pt x="148247" y="195350"/>
                  </a:cubicBezTo>
                  <a:lnTo>
                    <a:pt x="149525" y="195350"/>
                  </a:lnTo>
                  <a:cubicBezTo>
                    <a:pt x="150164" y="195350"/>
                    <a:pt x="150164" y="195350"/>
                    <a:pt x="150803" y="195350"/>
                  </a:cubicBezTo>
                  <a:lnTo>
                    <a:pt x="152081" y="195988"/>
                  </a:lnTo>
                  <a:cubicBezTo>
                    <a:pt x="152081" y="195988"/>
                    <a:pt x="152720" y="195988"/>
                    <a:pt x="152720" y="196627"/>
                  </a:cubicBezTo>
                  <a:lnTo>
                    <a:pt x="152720" y="196627"/>
                  </a:lnTo>
                  <a:lnTo>
                    <a:pt x="152720" y="196627"/>
                  </a:lnTo>
                  <a:lnTo>
                    <a:pt x="155276" y="199819"/>
                  </a:lnTo>
                  <a:cubicBezTo>
                    <a:pt x="149525" y="190243"/>
                    <a:pt x="149525" y="178113"/>
                    <a:pt x="153998" y="167899"/>
                  </a:cubicBezTo>
                  <a:lnTo>
                    <a:pt x="170611" y="133425"/>
                  </a:lnTo>
                  <a:lnTo>
                    <a:pt x="164221" y="131510"/>
                  </a:lnTo>
                  <a:lnTo>
                    <a:pt x="148247" y="151939"/>
                  </a:lnTo>
                  <a:cubicBezTo>
                    <a:pt x="145052" y="155769"/>
                    <a:pt x="139940" y="158323"/>
                    <a:pt x="134828" y="158323"/>
                  </a:cubicBezTo>
                  <a:cubicBezTo>
                    <a:pt x="130994" y="158323"/>
                    <a:pt x="127160" y="157046"/>
                    <a:pt x="124604" y="154492"/>
                  </a:cubicBezTo>
                  <a:cubicBezTo>
                    <a:pt x="116936" y="148747"/>
                    <a:pt x="115658" y="137894"/>
                    <a:pt x="121409" y="130872"/>
                  </a:cubicBezTo>
                  <a:cubicBezTo>
                    <a:pt x="121409" y="130872"/>
                    <a:pt x="121409" y="130872"/>
                    <a:pt x="121409" y="130872"/>
                  </a:cubicBezTo>
                  <a:lnTo>
                    <a:pt x="144413" y="101505"/>
                  </a:lnTo>
                  <a:lnTo>
                    <a:pt x="144413" y="101505"/>
                  </a:lnTo>
                  <a:lnTo>
                    <a:pt x="144413" y="101505"/>
                  </a:lnTo>
                  <a:lnTo>
                    <a:pt x="144413" y="101505"/>
                  </a:lnTo>
                  <a:lnTo>
                    <a:pt x="144413" y="100867"/>
                  </a:lnTo>
                  <a:cubicBezTo>
                    <a:pt x="148886" y="95760"/>
                    <a:pt x="156553" y="93206"/>
                    <a:pt x="162943" y="95760"/>
                  </a:cubicBezTo>
                  <a:lnTo>
                    <a:pt x="178918" y="101505"/>
                  </a:lnTo>
                  <a:cubicBezTo>
                    <a:pt x="186586" y="104059"/>
                    <a:pt x="193615" y="107251"/>
                    <a:pt x="200644" y="110443"/>
                  </a:cubicBezTo>
                  <a:cubicBezTo>
                    <a:pt x="190420" y="100228"/>
                    <a:pt x="189781" y="83630"/>
                    <a:pt x="200005" y="73416"/>
                  </a:cubicBezTo>
                  <a:cubicBezTo>
                    <a:pt x="210229" y="63201"/>
                    <a:pt x="226843" y="62563"/>
                    <a:pt x="237067" y="72777"/>
                  </a:cubicBezTo>
                  <a:cubicBezTo>
                    <a:pt x="247291" y="82992"/>
                    <a:pt x="247930" y="99590"/>
                    <a:pt x="237706" y="109804"/>
                  </a:cubicBezTo>
                  <a:cubicBezTo>
                    <a:pt x="232594" y="114912"/>
                    <a:pt x="225565" y="118104"/>
                    <a:pt x="218536" y="118104"/>
                  </a:cubicBezTo>
                  <a:cubicBezTo>
                    <a:pt x="216619" y="118104"/>
                    <a:pt x="214702" y="118104"/>
                    <a:pt x="212146" y="117465"/>
                  </a:cubicBezTo>
                  <a:cubicBezTo>
                    <a:pt x="223648" y="125764"/>
                    <a:pt x="226843" y="141086"/>
                    <a:pt x="221092" y="153854"/>
                  </a:cubicBezTo>
                  <a:lnTo>
                    <a:pt x="221092" y="154492"/>
                  </a:lnTo>
                  <a:cubicBezTo>
                    <a:pt x="223648" y="153854"/>
                    <a:pt x="226204" y="155131"/>
                    <a:pt x="227482" y="157046"/>
                  </a:cubicBezTo>
                  <a:lnTo>
                    <a:pt x="240262" y="174283"/>
                  </a:lnTo>
                  <a:cubicBezTo>
                    <a:pt x="241540" y="176198"/>
                    <a:pt x="244096" y="176836"/>
                    <a:pt x="246013" y="175560"/>
                  </a:cubicBezTo>
                  <a:lnTo>
                    <a:pt x="246013" y="175560"/>
                  </a:lnTo>
                  <a:lnTo>
                    <a:pt x="247291" y="174283"/>
                  </a:lnTo>
                  <a:lnTo>
                    <a:pt x="247291" y="174283"/>
                  </a:lnTo>
                  <a:lnTo>
                    <a:pt x="279879" y="141086"/>
                  </a:lnTo>
                  <a:cubicBezTo>
                    <a:pt x="280518" y="140448"/>
                    <a:pt x="281157" y="139171"/>
                    <a:pt x="281157" y="137894"/>
                  </a:cubicBezTo>
                  <a:cubicBezTo>
                    <a:pt x="281157" y="136617"/>
                    <a:pt x="280518" y="135340"/>
                    <a:pt x="279879" y="134702"/>
                  </a:cubicBezTo>
                  <a:cubicBezTo>
                    <a:pt x="278602" y="132787"/>
                    <a:pt x="275407" y="132787"/>
                    <a:pt x="274128" y="134064"/>
                  </a:cubicBezTo>
                  <a:cubicBezTo>
                    <a:pt x="274128" y="134064"/>
                    <a:pt x="274128" y="134064"/>
                    <a:pt x="273489" y="134702"/>
                  </a:cubicBezTo>
                  <a:lnTo>
                    <a:pt x="249208" y="159600"/>
                  </a:lnTo>
                  <a:cubicBezTo>
                    <a:pt x="249208" y="159600"/>
                    <a:pt x="249208" y="159600"/>
                    <a:pt x="248569" y="159600"/>
                  </a:cubicBezTo>
                  <a:cubicBezTo>
                    <a:pt x="247930" y="159600"/>
                    <a:pt x="248569" y="159600"/>
                    <a:pt x="247930" y="160238"/>
                  </a:cubicBezTo>
                  <a:cubicBezTo>
                    <a:pt x="247930" y="160238"/>
                    <a:pt x="247291" y="160238"/>
                    <a:pt x="247291" y="160876"/>
                  </a:cubicBezTo>
                  <a:lnTo>
                    <a:pt x="246652" y="161515"/>
                  </a:lnTo>
                  <a:cubicBezTo>
                    <a:pt x="246013" y="161515"/>
                    <a:pt x="245374" y="162153"/>
                    <a:pt x="244735" y="162153"/>
                  </a:cubicBezTo>
                  <a:lnTo>
                    <a:pt x="244096" y="162153"/>
                  </a:lnTo>
                  <a:cubicBezTo>
                    <a:pt x="243457" y="162153"/>
                    <a:pt x="242818" y="162153"/>
                    <a:pt x="241540" y="161515"/>
                  </a:cubicBezTo>
                  <a:cubicBezTo>
                    <a:pt x="241540" y="161515"/>
                    <a:pt x="240901" y="161515"/>
                    <a:pt x="240901" y="160876"/>
                  </a:cubicBezTo>
                  <a:cubicBezTo>
                    <a:pt x="240262" y="160876"/>
                    <a:pt x="240262" y="160238"/>
                    <a:pt x="239623" y="160238"/>
                  </a:cubicBezTo>
                  <a:lnTo>
                    <a:pt x="238984" y="159600"/>
                  </a:lnTo>
                  <a:cubicBezTo>
                    <a:pt x="238984" y="159600"/>
                    <a:pt x="238984" y="159600"/>
                    <a:pt x="238345" y="159600"/>
                  </a:cubicBezTo>
                  <a:lnTo>
                    <a:pt x="226843" y="144278"/>
                  </a:lnTo>
                  <a:cubicBezTo>
                    <a:pt x="224926" y="141724"/>
                    <a:pt x="225565" y="137256"/>
                    <a:pt x="228121" y="135340"/>
                  </a:cubicBezTo>
                  <a:cubicBezTo>
                    <a:pt x="230677" y="133425"/>
                    <a:pt x="235150" y="134064"/>
                    <a:pt x="237067" y="136617"/>
                  </a:cubicBezTo>
                  <a:cubicBezTo>
                    <a:pt x="237067" y="136617"/>
                    <a:pt x="237067" y="136617"/>
                    <a:pt x="237067" y="136617"/>
                  </a:cubicBezTo>
                  <a:lnTo>
                    <a:pt x="244096" y="146193"/>
                  </a:lnTo>
                  <a:lnTo>
                    <a:pt x="263266" y="126403"/>
                  </a:lnTo>
                  <a:cubicBezTo>
                    <a:pt x="269655" y="119380"/>
                    <a:pt x="280518" y="119380"/>
                    <a:pt x="287547" y="126403"/>
                  </a:cubicBezTo>
                  <a:cubicBezTo>
                    <a:pt x="290742" y="129595"/>
                    <a:pt x="292659" y="134064"/>
                    <a:pt x="292659" y="138532"/>
                  </a:cubicBezTo>
                  <a:cubicBezTo>
                    <a:pt x="293937" y="139171"/>
                    <a:pt x="293298" y="143640"/>
                    <a:pt x="290742" y="146832"/>
                  </a:cubicBezTo>
                  <a:lnTo>
                    <a:pt x="290742" y="146832"/>
                  </a:lnTo>
                  <a:close/>
                </a:path>
              </a:pathLst>
            </a:custGeom>
            <a:solidFill>
              <a:srgbClr val="00A3E0"/>
            </a:solidFill>
            <a:ln w="6390" cap="flat">
              <a:noFill/>
              <a:prstDash val="solid"/>
              <a:miter/>
            </a:ln>
          </p:spPr>
          <p:txBody>
            <a:bodyPr rtlCol="0" anchor="ctr"/>
            <a:lstStyle/>
            <a:p>
              <a:endParaRPr lang="en-US"/>
            </a:p>
          </p:txBody>
        </p:sp>
        <p:sp>
          <p:nvSpPr>
            <p:cNvPr id="175" name="Graphic 4">
              <a:extLst>
                <a:ext uri="{FF2B5EF4-FFF2-40B4-BE49-F238E27FC236}">
                  <a16:creationId xmlns:a16="http://schemas.microsoft.com/office/drawing/2014/main" id="{B9D20FAB-E415-4F45-B6E1-73E37069A060}"/>
                </a:ext>
              </a:extLst>
            </p:cNvPr>
            <p:cNvSpPr/>
            <p:nvPr/>
          </p:nvSpPr>
          <p:spPr>
            <a:xfrm>
              <a:off x="3129526" y="3930529"/>
              <a:ext cx="82373" cy="109416"/>
            </a:xfrm>
            <a:custGeom>
              <a:avLst/>
              <a:gdLst>
                <a:gd name="connsiteX0" fmla="*/ 72471 w 82373"/>
                <a:gd name="connsiteY0" fmla="*/ 17487 h 109416"/>
                <a:gd name="connsiteX1" fmla="*/ 65442 w 82373"/>
                <a:gd name="connsiteY1" fmla="*/ 14295 h 109416"/>
                <a:gd name="connsiteX2" fmla="*/ 44994 w 82373"/>
                <a:gd name="connsiteY2" fmla="*/ 5996 h 109416"/>
                <a:gd name="connsiteX3" fmla="*/ 29019 w 82373"/>
                <a:gd name="connsiteY3" fmla="*/ 250 h 109416"/>
                <a:gd name="connsiteX4" fmla="*/ 24546 w 82373"/>
                <a:gd name="connsiteY4" fmla="*/ 1527 h 109416"/>
                <a:gd name="connsiteX5" fmla="*/ 24546 w 82373"/>
                <a:gd name="connsiteY5" fmla="*/ 1527 h 109416"/>
                <a:gd name="connsiteX6" fmla="*/ 24546 w 82373"/>
                <a:gd name="connsiteY6" fmla="*/ 1527 h 109416"/>
                <a:gd name="connsiteX7" fmla="*/ 24546 w 82373"/>
                <a:gd name="connsiteY7" fmla="*/ 1527 h 109416"/>
                <a:gd name="connsiteX8" fmla="*/ 24546 w 82373"/>
                <a:gd name="connsiteY8" fmla="*/ 1527 h 109416"/>
                <a:gd name="connsiteX9" fmla="*/ 24546 w 82373"/>
                <a:gd name="connsiteY9" fmla="*/ 1527 h 109416"/>
                <a:gd name="connsiteX10" fmla="*/ 904 w 82373"/>
                <a:gd name="connsiteY10" fmla="*/ 32170 h 109416"/>
                <a:gd name="connsiteX11" fmla="*/ 265 w 82373"/>
                <a:gd name="connsiteY11" fmla="*/ 34724 h 109416"/>
                <a:gd name="connsiteX12" fmla="*/ 2182 w 82373"/>
                <a:gd name="connsiteY12" fmla="*/ 37916 h 109416"/>
                <a:gd name="connsiteX13" fmla="*/ 7933 w 82373"/>
                <a:gd name="connsiteY13" fmla="*/ 37278 h 109416"/>
                <a:gd name="connsiteX14" fmla="*/ 7933 w 82373"/>
                <a:gd name="connsiteY14" fmla="*/ 37278 h 109416"/>
                <a:gd name="connsiteX15" fmla="*/ 26463 w 82373"/>
                <a:gd name="connsiteY15" fmla="*/ 13018 h 109416"/>
                <a:gd name="connsiteX16" fmla="*/ 26463 w 82373"/>
                <a:gd name="connsiteY16" fmla="*/ 13018 h 109416"/>
                <a:gd name="connsiteX17" fmla="*/ 27102 w 82373"/>
                <a:gd name="connsiteY17" fmla="*/ 12380 h 109416"/>
                <a:gd name="connsiteX18" fmla="*/ 27741 w 82373"/>
                <a:gd name="connsiteY18" fmla="*/ 11742 h 109416"/>
                <a:gd name="connsiteX19" fmla="*/ 29019 w 82373"/>
                <a:gd name="connsiteY19" fmla="*/ 11742 h 109416"/>
                <a:gd name="connsiteX20" fmla="*/ 30297 w 82373"/>
                <a:gd name="connsiteY20" fmla="*/ 11103 h 109416"/>
                <a:gd name="connsiteX21" fmla="*/ 30936 w 82373"/>
                <a:gd name="connsiteY21" fmla="*/ 11103 h 109416"/>
                <a:gd name="connsiteX22" fmla="*/ 32214 w 82373"/>
                <a:gd name="connsiteY22" fmla="*/ 11103 h 109416"/>
                <a:gd name="connsiteX23" fmla="*/ 32214 w 82373"/>
                <a:gd name="connsiteY23" fmla="*/ 11103 h 109416"/>
                <a:gd name="connsiteX24" fmla="*/ 49467 w 82373"/>
                <a:gd name="connsiteY24" fmla="*/ 16849 h 109416"/>
                <a:gd name="connsiteX25" fmla="*/ 49467 w 82373"/>
                <a:gd name="connsiteY25" fmla="*/ 16849 h 109416"/>
                <a:gd name="connsiteX26" fmla="*/ 50106 w 82373"/>
                <a:gd name="connsiteY26" fmla="*/ 16849 h 109416"/>
                <a:gd name="connsiteX27" fmla="*/ 50745 w 82373"/>
                <a:gd name="connsiteY27" fmla="*/ 17487 h 109416"/>
                <a:gd name="connsiteX28" fmla="*/ 51384 w 82373"/>
                <a:gd name="connsiteY28" fmla="*/ 18126 h 109416"/>
                <a:gd name="connsiteX29" fmla="*/ 52023 w 82373"/>
                <a:gd name="connsiteY29" fmla="*/ 19402 h 109416"/>
                <a:gd name="connsiteX30" fmla="*/ 52662 w 82373"/>
                <a:gd name="connsiteY30" fmla="*/ 20679 h 109416"/>
                <a:gd name="connsiteX31" fmla="*/ 52662 w 82373"/>
                <a:gd name="connsiteY31" fmla="*/ 21956 h 109416"/>
                <a:gd name="connsiteX32" fmla="*/ 52662 w 82373"/>
                <a:gd name="connsiteY32" fmla="*/ 23233 h 109416"/>
                <a:gd name="connsiteX33" fmla="*/ 52662 w 82373"/>
                <a:gd name="connsiteY33" fmla="*/ 24510 h 109416"/>
                <a:gd name="connsiteX34" fmla="*/ 52662 w 82373"/>
                <a:gd name="connsiteY34" fmla="*/ 25148 h 109416"/>
                <a:gd name="connsiteX35" fmla="*/ 52662 w 82373"/>
                <a:gd name="connsiteY35" fmla="*/ 25786 h 109416"/>
                <a:gd name="connsiteX36" fmla="*/ 52662 w 82373"/>
                <a:gd name="connsiteY36" fmla="*/ 25786 h 109416"/>
                <a:gd name="connsiteX37" fmla="*/ 33492 w 82373"/>
                <a:gd name="connsiteY37" fmla="*/ 66644 h 109416"/>
                <a:gd name="connsiteX38" fmla="*/ 38604 w 82373"/>
                <a:gd name="connsiteY38" fmla="*/ 92180 h 109416"/>
                <a:gd name="connsiteX39" fmla="*/ 57135 w 82373"/>
                <a:gd name="connsiteY39" fmla="*/ 109417 h 109416"/>
                <a:gd name="connsiteX40" fmla="*/ 70554 w 82373"/>
                <a:gd name="connsiteY40" fmla="*/ 97287 h 109416"/>
                <a:gd name="connsiteX41" fmla="*/ 61608 w 82373"/>
                <a:gd name="connsiteY41" fmla="*/ 86434 h 109416"/>
                <a:gd name="connsiteX42" fmla="*/ 61608 w 82373"/>
                <a:gd name="connsiteY42" fmla="*/ 86434 h 109416"/>
                <a:gd name="connsiteX43" fmla="*/ 61608 w 82373"/>
                <a:gd name="connsiteY43" fmla="*/ 85796 h 109416"/>
                <a:gd name="connsiteX44" fmla="*/ 60969 w 82373"/>
                <a:gd name="connsiteY44" fmla="*/ 84519 h 109416"/>
                <a:gd name="connsiteX45" fmla="*/ 60969 w 82373"/>
                <a:gd name="connsiteY45" fmla="*/ 83242 h 109416"/>
                <a:gd name="connsiteX46" fmla="*/ 60969 w 82373"/>
                <a:gd name="connsiteY46" fmla="*/ 81966 h 109416"/>
                <a:gd name="connsiteX47" fmla="*/ 61608 w 82373"/>
                <a:gd name="connsiteY47" fmla="*/ 80050 h 109416"/>
                <a:gd name="connsiteX48" fmla="*/ 61608 w 82373"/>
                <a:gd name="connsiteY48" fmla="*/ 79412 h 109416"/>
                <a:gd name="connsiteX49" fmla="*/ 61608 w 82373"/>
                <a:gd name="connsiteY49" fmla="*/ 79412 h 109416"/>
                <a:gd name="connsiteX50" fmla="*/ 80778 w 82373"/>
                <a:gd name="connsiteY50" fmla="*/ 39831 h 109416"/>
                <a:gd name="connsiteX51" fmla="*/ 72471 w 82373"/>
                <a:gd name="connsiteY51" fmla="*/ 17487 h 109416"/>
                <a:gd name="connsiteX52" fmla="*/ 72471 w 82373"/>
                <a:gd name="connsiteY52" fmla="*/ 17487 h 109416"/>
                <a:gd name="connsiteX53" fmla="*/ 72471 w 82373"/>
                <a:gd name="connsiteY53" fmla="*/ 17487 h 109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82373" h="109416">
                  <a:moveTo>
                    <a:pt x="72471" y="17487"/>
                  </a:moveTo>
                  <a:lnTo>
                    <a:pt x="65442" y="14295"/>
                  </a:lnTo>
                  <a:cubicBezTo>
                    <a:pt x="59052" y="11103"/>
                    <a:pt x="52023" y="8550"/>
                    <a:pt x="44994" y="5996"/>
                  </a:cubicBezTo>
                  <a:lnTo>
                    <a:pt x="29019" y="250"/>
                  </a:lnTo>
                  <a:cubicBezTo>
                    <a:pt x="27102" y="-388"/>
                    <a:pt x="25824" y="250"/>
                    <a:pt x="24546" y="1527"/>
                  </a:cubicBezTo>
                  <a:lnTo>
                    <a:pt x="24546" y="1527"/>
                  </a:lnTo>
                  <a:lnTo>
                    <a:pt x="24546" y="1527"/>
                  </a:lnTo>
                  <a:lnTo>
                    <a:pt x="24546" y="1527"/>
                  </a:lnTo>
                  <a:lnTo>
                    <a:pt x="24546" y="1527"/>
                  </a:lnTo>
                  <a:lnTo>
                    <a:pt x="24546" y="1527"/>
                  </a:lnTo>
                  <a:lnTo>
                    <a:pt x="904" y="32170"/>
                  </a:lnTo>
                  <a:cubicBezTo>
                    <a:pt x="265" y="32809"/>
                    <a:pt x="-374" y="34086"/>
                    <a:pt x="265" y="34724"/>
                  </a:cubicBezTo>
                  <a:cubicBezTo>
                    <a:pt x="265" y="36001"/>
                    <a:pt x="904" y="37278"/>
                    <a:pt x="2182" y="37916"/>
                  </a:cubicBezTo>
                  <a:cubicBezTo>
                    <a:pt x="4099" y="39193"/>
                    <a:pt x="6655" y="39193"/>
                    <a:pt x="7933" y="37278"/>
                  </a:cubicBezTo>
                  <a:cubicBezTo>
                    <a:pt x="7933" y="37278"/>
                    <a:pt x="7933" y="37278"/>
                    <a:pt x="7933" y="37278"/>
                  </a:cubicBezTo>
                  <a:lnTo>
                    <a:pt x="26463" y="13018"/>
                  </a:lnTo>
                  <a:lnTo>
                    <a:pt x="26463" y="13018"/>
                  </a:lnTo>
                  <a:cubicBezTo>
                    <a:pt x="26463" y="12380"/>
                    <a:pt x="27102" y="12380"/>
                    <a:pt x="27102" y="12380"/>
                  </a:cubicBezTo>
                  <a:lnTo>
                    <a:pt x="27741" y="11742"/>
                  </a:lnTo>
                  <a:cubicBezTo>
                    <a:pt x="28380" y="11742"/>
                    <a:pt x="28380" y="11742"/>
                    <a:pt x="29019" y="11742"/>
                  </a:cubicBezTo>
                  <a:lnTo>
                    <a:pt x="30297" y="11103"/>
                  </a:lnTo>
                  <a:lnTo>
                    <a:pt x="30936" y="11103"/>
                  </a:lnTo>
                  <a:cubicBezTo>
                    <a:pt x="31575" y="11103"/>
                    <a:pt x="32214" y="11103"/>
                    <a:pt x="32214" y="11103"/>
                  </a:cubicBezTo>
                  <a:lnTo>
                    <a:pt x="32214" y="11103"/>
                  </a:lnTo>
                  <a:lnTo>
                    <a:pt x="49467" y="16849"/>
                  </a:lnTo>
                  <a:lnTo>
                    <a:pt x="49467" y="16849"/>
                  </a:lnTo>
                  <a:lnTo>
                    <a:pt x="50106" y="16849"/>
                  </a:lnTo>
                  <a:lnTo>
                    <a:pt x="50745" y="17487"/>
                  </a:lnTo>
                  <a:lnTo>
                    <a:pt x="51384" y="18126"/>
                  </a:lnTo>
                  <a:cubicBezTo>
                    <a:pt x="51384" y="18126"/>
                    <a:pt x="52023" y="18764"/>
                    <a:pt x="52023" y="19402"/>
                  </a:cubicBezTo>
                  <a:cubicBezTo>
                    <a:pt x="52023" y="20041"/>
                    <a:pt x="52662" y="20041"/>
                    <a:pt x="52662" y="20679"/>
                  </a:cubicBezTo>
                  <a:cubicBezTo>
                    <a:pt x="52662" y="21318"/>
                    <a:pt x="52662" y="21318"/>
                    <a:pt x="52662" y="21956"/>
                  </a:cubicBezTo>
                  <a:cubicBezTo>
                    <a:pt x="52662" y="22594"/>
                    <a:pt x="52662" y="22594"/>
                    <a:pt x="52662" y="23233"/>
                  </a:cubicBezTo>
                  <a:cubicBezTo>
                    <a:pt x="52662" y="23871"/>
                    <a:pt x="52662" y="23871"/>
                    <a:pt x="52662" y="24510"/>
                  </a:cubicBezTo>
                  <a:cubicBezTo>
                    <a:pt x="52662" y="24510"/>
                    <a:pt x="52662" y="25148"/>
                    <a:pt x="52662" y="25148"/>
                  </a:cubicBezTo>
                  <a:cubicBezTo>
                    <a:pt x="52662" y="25148"/>
                    <a:pt x="52662" y="25148"/>
                    <a:pt x="52662" y="25786"/>
                  </a:cubicBezTo>
                  <a:lnTo>
                    <a:pt x="52662" y="25786"/>
                  </a:lnTo>
                  <a:lnTo>
                    <a:pt x="33492" y="66644"/>
                  </a:lnTo>
                  <a:cubicBezTo>
                    <a:pt x="29658" y="75582"/>
                    <a:pt x="31575" y="85796"/>
                    <a:pt x="38604" y="92180"/>
                  </a:cubicBezTo>
                  <a:lnTo>
                    <a:pt x="57135" y="109417"/>
                  </a:lnTo>
                  <a:lnTo>
                    <a:pt x="70554" y="97287"/>
                  </a:lnTo>
                  <a:lnTo>
                    <a:pt x="61608" y="86434"/>
                  </a:lnTo>
                  <a:lnTo>
                    <a:pt x="61608" y="86434"/>
                  </a:lnTo>
                  <a:cubicBezTo>
                    <a:pt x="61608" y="86434"/>
                    <a:pt x="61608" y="85796"/>
                    <a:pt x="61608" y="85796"/>
                  </a:cubicBezTo>
                  <a:cubicBezTo>
                    <a:pt x="60969" y="85158"/>
                    <a:pt x="60969" y="84519"/>
                    <a:pt x="60969" y="84519"/>
                  </a:cubicBezTo>
                  <a:cubicBezTo>
                    <a:pt x="60969" y="83881"/>
                    <a:pt x="60969" y="83881"/>
                    <a:pt x="60969" y="83242"/>
                  </a:cubicBezTo>
                  <a:cubicBezTo>
                    <a:pt x="60969" y="82604"/>
                    <a:pt x="60969" y="82604"/>
                    <a:pt x="60969" y="81966"/>
                  </a:cubicBezTo>
                  <a:cubicBezTo>
                    <a:pt x="60969" y="81327"/>
                    <a:pt x="60969" y="80689"/>
                    <a:pt x="61608" y="80050"/>
                  </a:cubicBezTo>
                  <a:cubicBezTo>
                    <a:pt x="61608" y="80050"/>
                    <a:pt x="61608" y="79412"/>
                    <a:pt x="61608" y="79412"/>
                  </a:cubicBezTo>
                  <a:lnTo>
                    <a:pt x="61608" y="79412"/>
                  </a:lnTo>
                  <a:lnTo>
                    <a:pt x="80778" y="39831"/>
                  </a:lnTo>
                  <a:cubicBezTo>
                    <a:pt x="84612" y="30894"/>
                    <a:pt x="81417" y="20679"/>
                    <a:pt x="72471" y="17487"/>
                  </a:cubicBezTo>
                  <a:cubicBezTo>
                    <a:pt x="73110" y="16849"/>
                    <a:pt x="73110" y="16849"/>
                    <a:pt x="72471" y="17487"/>
                  </a:cubicBezTo>
                  <a:lnTo>
                    <a:pt x="72471" y="17487"/>
                  </a:lnTo>
                  <a:close/>
                </a:path>
              </a:pathLst>
            </a:custGeom>
            <a:solidFill>
              <a:srgbClr val="00A3E0"/>
            </a:solidFill>
            <a:ln w="6390" cap="flat">
              <a:noFill/>
              <a:prstDash val="solid"/>
              <a:miter/>
            </a:ln>
          </p:spPr>
          <p:txBody>
            <a:bodyPr rtlCol="0" anchor="ctr"/>
            <a:lstStyle/>
            <a:p>
              <a:endParaRPr lang="en-US"/>
            </a:p>
          </p:txBody>
        </p:sp>
      </p:grpSp>
      <p:grpSp>
        <p:nvGrpSpPr>
          <p:cNvPr id="5" name="Group 4">
            <a:extLst>
              <a:ext uri="{FF2B5EF4-FFF2-40B4-BE49-F238E27FC236}">
                <a16:creationId xmlns:a16="http://schemas.microsoft.com/office/drawing/2014/main" id="{EE11D9D9-31D2-0A42-A3E6-34B6D36831E5}"/>
              </a:ext>
            </a:extLst>
          </p:cNvPr>
          <p:cNvGrpSpPr>
            <a:grpSpLocks noChangeAspect="1"/>
          </p:cNvGrpSpPr>
          <p:nvPr/>
        </p:nvGrpSpPr>
        <p:grpSpPr>
          <a:xfrm>
            <a:off x="467104" y="3339623"/>
            <a:ext cx="362309" cy="361971"/>
            <a:chOff x="467104" y="3339623"/>
            <a:chExt cx="362309" cy="361971"/>
          </a:xfrm>
        </p:grpSpPr>
        <p:sp>
          <p:nvSpPr>
            <p:cNvPr id="177" name="Graphic 4">
              <a:extLst>
                <a:ext uri="{FF2B5EF4-FFF2-40B4-BE49-F238E27FC236}">
                  <a16:creationId xmlns:a16="http://schemas.microsoft.com/office/drawing/2014/main" id="{87E04E49-78BA-6D4C-B8E9-B10DFDE99735}"/>
                </a:ext>
              </a:extLst>
            </p:cNvPr>
            <p:cNvSpPr/>
            <p:nvPr/>
          </p:nvSpPr>
          <p:spPr>
            <a:xfrm>
              <a:off x="467104" y="3339623"/>
              <a:ext cx="362309" cy="361971"/>
            </a:xfrm>
            <a:custGeom>
              <a:avLst/>
              <a:gdLst>
                <a:gd name="connsiteX0" fmla="*/ 181474 w 362309"/>
                <a:gd name="connsiteY0" fmla="*/ 0 h 361971"/>
                <a:gd name="connsiteX1" fmla="*/ 0 w 362309"/>
                <a:gd name="connsiteY1" fmla="*/ 180667 h 361971"/>
                <a:gd name="connsiteX2" fmla="*/ 181474 w 362309"/>
                <a:gd name="connsiteY2" fmla="*/ 361972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0 h 361971"/>
                <a:gd name="connsiteX7" fmla="*/ 181474 w 362309"/>
                <a:gd name="connsiteY7" fmla="*/ 349204 h 361971"/>
                <a:gd name="connsiteX8" fmla="*/ 13419 w 362309"/>
                <a:gd name="connsiteY8" fmla="*/ 181305 h 361971"/>
                <a:gd name="connsiteX9" fmla="*/ 181474 w 362309"/>
                <a:gd name="connsiteY9" fmla="*/ 12768 h 361971"/>
                <a:gd name="connsiteX10" fmla="*/ 349530 w 362309"/>
                <a:gd name="connsiteY10" fmla="*/ 181305 h 361971"/>
                <a:gd name="connsiteX11" fmla="*/ 349530 w 362309"/>
                <a:gd name="connsiteY11" fmla="*/ 181305 h 361971"/>
                <a:gd name="connsiteX12" fmla="*/ 181474 w 362309"/>
                <a:gd name="connsiteY12" fmla="*/ 349204 h 361971"/>
                <a:gd name="connsiteX13" fmla="*/ 181474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1474" y="0"/>
                  </a:moveTo>
                  <a:cubicBezTo>
                    <a:pt x="81152" y="0"/>
                    <a:pt x="0" y="81077"/>
                    <a:pt x="0" y="180667"/>
                  </a:cubicBezTo>
                  <a:cubicBezTo>
                    <a:pt x="0" y="280895"/>
                    <a:pt x="81152" y="361972"/>
                    <a:pt x="181474" y="361972"/>
                  </a:cubicBezTo>
                  <a:cubicBezTo>
                    <a:pt x="281796" y="361972"/>
                    <a:pt x="362309" y="280895"/>
                    <a:pt x="362309" y="180667"/>
                  </a:cubicBezTo>
                  <a:lnTo>
                    <a:pt x="362309" y="180667"/>
                  </a:lnTo>
                  <a:cubicBezTo>
                    <a:pt x="362309" y="81077"/>
                    <a:pt x="281796" y="0"/>
                    <a:pt x="181474" y="0"/>
                  </a:cubicBezTo>
                  <a:cubicBezTo>
                    <a:pt x="181474" y="0"/>
                    <a:pt x="181474"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lnTo>
                    <a:pt x="181474" y="349204"/>
                  </a:lnTo>
                  <a:close/>
                </a:path>
              </a:pathLst>
            </a:custGeom>
            <a:solidFill>
              <a:srgbClr val="00A3E0"/>
            </a:solidFill>
            <a:ln w="6390" cap="flat">
              <a:noFill/>
              <a:prstDash val="solid"/>
              <a:miter/>
            </a:ln>
          </p:spPr>
          <p:txBody>
            <a:bodyPr rtlCol="0" anchor="ctr"/>
            <a:lstStyle/>
            <a:p>
              <a:endParaRPr lang="en-US"/>
            </a:p>
          </p:txBody>
        </p:sp>
        <p:sp>
          <p:nvSpPr>
            <p:cNvPr id="178" name="Graphic 4">
              <a:extLst>
                <a:ext uri="{FF2B5EF4-FFF2-40B4-BE49-F238E27FC236}">
                  <a16:creationId xmlns:a16="http://schemas.microsoft.com/office/drawing/2014/main" id="{41180104-AB52-BE40-8387-F04951FDDEB1}"/>
                </a:ext>
              </a:extLst>
            </p:cNvPr>
            <p:cNvSpPr/>
            <p:nvPr/>
          </p:nvSpPr>
          <p:spPr>
            <a:xfrm>
              <a:off x="532920" y="3419423"/>
              <a:ext cx="244734" cy="203874"/>
            </a:xfrm>
            <a:custGeom>
              <a:avLst/>
              <a:gdLst>
                <a:gd name="connsiteX0" fmla="*/ 237706 w 244734"/>
                <a:gd name="connsiteY0" fmla="*/ 172368 h 203874"/>
                <a:gd name="connsiteX1" fmla="*/ 212785 w 244734"/>
                <a:gd name="connsiteY1" fmla="*/ 172368 h 203874"/>
                <a:gd name="connsiteX2" fmla="*/ 198088 w 244734"/>
                <a:gd name="connsiteY2" fmla="*/ 108528 h 203874"/>
                <a:gd name="connsiteX3" fmla="*/ 191698 w 244734"/>
                <a:gd name="connsiteY3" fmla="*/ 103421 h 203874"/>
                <a:gd name="connsiteX4" fmla="*/ 177001 w 244734"/>
                <a:gd name="connsiteY4" fmla="*/ 103421 h 203874"/>
                <a:gd name="connsiteX5" fmla="*/ 177001 w 244734"/>
                <a:gd name="connsiteY5" fmla="*/ 74693 h 203874"/>
                <a:gd name="connsiteX6" fmla="*/ 155914 w 244734"/>
                <a:gd name="connsiteY6" fmla="*/ 52987 h 203874"/>
                <a:gd name="connsiteX7" fmla="*/ 91376 w 244734"/>
                <a:gd name="connsiteY7" fmla="*/ 52987 h 203874"/>
                <a:gd name="connsiteX8" fmla="*/ 84986 w 244734"/>
                <a:gd name="connsiteY8" fmla="*/ 11491 h 203874"/>
                <a:gd name="connsiteX9" fmla="*/ 78596 w 244734"/>
                <a:gd name="connsiteY9" fmla="*/ 6384 h 203874"/>
                <a:gd name="connsiteX10" fmla="*/ 42174 w 244734"/>
                <a:gd name="connsiteY10" fmla="*/ 6384 h 203874"/>
                <a:gd name="connsiteX11" fmla="*/ 35784 w 244734"/>
                <a:gd name="connsiteY11" fmla="*/ 0 h 203874"/>
                <a:gd name="connsiteX12" fmla="*/ 6390 w 244734"/>
                <a:gd name="connsiteY12" fmla="*/ 0 h 203874"/>
                <a:gd name="connsiteX13" fmla="*/ 0 w 244734"/>
                <a:gd name="connsiteY13" fmla="*/ 6384 h 203874"/>
                <a:gd name="connsiteX14" fmla="*/ 0 w 244734"/>
                <a:gd name="connsiteY14" fmla="*/ 20429 h 203874"/>
                <a:gd name="connsiteX15" fmla="*/ 6390 w 244734"/>
                <a:gd name="connsiteY15" fmla="*/ 26813 h 203874"/>
                <a:gd name="connsiteX16" fmla="*/ 35784 w 244734"/>
                <a:gd name="connsiteY16" fmla="*/ 26813 h 203874"/>
                <a:gd name="connsiteX17" fmla="*/ 42174 w 244734"/>
                <a:gd name="connsiteY17" fmla="*/ 20429 h 203874"/>
                <a:gd name="connsiteX18" fmla="*/ 42174 w 244734"/>
                <a:gd name="connsiteY18" fmla="*/ 19152 h 203874"/>
                <a:gd name="connsiteX19" fmla="*/ 72845 w 244734"/>
                <a:gd name="connsiteY19" fmla="*/ 19152 h 203874"/>
                <a:gd name="connsiteX20" fmla="*/ 87542 w 244734"/>
                <a:gd name="connsiteY20" fmla="*/ 111720 h 203874"/>
                <a:gd name="connsiteX21" fmla="*/ 93932 w 244734"/>
                <a:gd name="connsiteY21" fmla="*/ 116827 h 203874"/>
                <a:gd name="connsiteX22" fmla="*/ 175084 w 244734"/>
                <a:gd name="connsiteY22" fmla="*/ 116827 h 203874"/>
                <a:gd name="connsiteX23" fmla="*/ 175084 w 244734"/>
                <a:gd name="connsiteY23" fmla="*/ 174283 h 203874"/>
                <a:gd name="connsiteX24" fmla="*/ 167416 w 244734"/>
                <a:gd name="connsiteY24" fmla="*/ 194711 h 203874"/>
                <a:gd name="connsiteX25" fmla="*/ 187864 w 244734"/>
                <a:gd name="connsiteY25" fmla="*/ 202372 h 203874"/>
                <a:gd name="connsiteX26" fmla="*/ 195532 w 244734"/>
                <a:gd name="connsiteY26" fmla="*/ 181944 h 203874"/>
                <a:gd name="connsiteX27" fmla="*/ 187864 w 244734"/>
                <a:gd name="connsiteY27" fmla="*/ 174283 h 203874"/>
                <a:gd name="connsiteX28" fmla="*/ 187864 w 244734"/>
                <a:gd name="connsiteY28" fmla="*/ 118742 h 203874"/>
                <a:gd name="connsiteX29" fmla="*/ 201922 w 244734"/>
                <a:gd name="connsiteY29" fmla="*/ 180028 h 203874"/>
                <a:gd name="connsiteX30" fmla="*/ 208312 w 244734"/>
                <a:gd name="connsiteY30" fmla="*/ 185135 h 203874"/>
                <a:gd name="connsiteX31" fmla="*/ 238345 w 244734"/>
                <a:gd name="connsiteY31" fmla="*/ 185135 h 203874"/>
                <a:gd name="connsiteX32" fmla="*/ 244735 w 244734"/>
                <a:gd name="connsiteY32" fmla="*/ 178752 h 203874"/>
                <a:gd name="connsiteX33" fmla="*/ 237706 w 244734"/>
                <a:gd name="connsiteY33" fmla="*/ 172368 h 203874"/>
                <a:gd name="connsiteX34" fmla="*/ 237706 w 244734"/>
                <a:gd name="connsiteY34" fmla="*/ 172368 h 203874"/>
                <a:gd name="connsiteX35" fmla="*/ 29394 w 244734"/>
                <a:gd name="connsiteY35" fmla="*/ 13406 h 203874"/>
                <a:gd name="connsiteX36" fmla="*/ 12780 w 244734"/>
                <a:gd name="connsiteY36" fmla="*/ 13406 h 203874"/>
                <a:gd name="connsiteX37" fmla="*/ 12780 w 244734"/>
                <a:gd name="connsiteY37" fmla="*/ 12130 h 203874"/>
                <a:gd name="connsiteX38" fmla="*/ 29394 w 244734"/>
                <a:gd name="connsiteY38" fmla="*/ 12130 h 203874"/>
                <a:gd name="connsiteX39" fmla="*/ 29394 w 244734"/>
                <a:gd name="connsiteY39" fmla="*/ 13406 h 203874"/>
                <a:gd name="connsiteX40" fmla="*/ 93293 w 244734"/>
                <a:gd name="connsiteY40" fmla="*/ 65117 h 203874"/>
                <a:gd name="connsiteX41" fmla="*/ 156553 w 244734"/>
                <a:gd name="connsiteY41" fmla="*/ 65117 h 203874"/>
                <a:gd name="connsiteX42" fmla="*/ 164860 w 244734"/>
                <a:gd name="connsiteY42" fmla="*/ 74054 h 203874"/>
                <a:gd name="connsiteX43" fmla="*/ 164860 w 244734"/>
                <a:gd name="connsiteY43" fmla="*/ 102782 h 203874"/>
                <a:gd name="connsiteX44" fmla="*/ 99044 w 244734"/>
                <a:gd name="connsiteY44" fmla="*/ 102782 h 203874"/>
                <a:gd name="connsiteX45" fmla="*/ 93293 w 244734"/>
                <a:gd name="connsiteY45" fmla="*/ 65117 h 203874"/>
                <a:gd name="connsiteX46" fmla="*/ 181474 w 244734"/>
                <a:gd name="connsiteY46" fmla="*/ 190881 h 203874"/>
                <a:gd name="connsiteX47" fmla="*/ 178279 w 244734"/>
                <a:gd name="connsiteY47" fmla="*/ 188327 h 203874"/>
                <a:gd name="connsiteX48" fmla="*/ 180835 w 244734"/>
                <a:gd name="connsiteY48" fmla="*/ 185135 h 203874"/>
                <a:gd name="connsiteX49" fmla="*/ 181474 w 244734"/>
                <a:gd name="connsiteY49" fmla="*/ 185135 h 203874"/>
                <a:gd name="connsiteX50" fmla="*/ 184030 w 244734"/>
                <a:gd name="connsiteY50" fmla="*/ 188327 h 203874"/>
                <a:gd name="connsiteX51" fmla="*/ 181474 w 244734"/>
                <a:gd name="connsiteY51" fmla="*/ 190881 h 203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44734" h="203874">
                  <a:moveTo>
                    <a:pt x="237706" y="172368"/>
                  </a:moveTo>
                  <a:lnTo>
                    <a:pt x="212785" y="172368"/>
                  </a:lnTo>
                  <a:lnTo>
                    <a:pt x="198088" y="108528"/>
                  </a:lnTo>
                  <a:cubicBezTo>
                    <a:pt x="197449" y="105336"/>
                    <a:pt x="194893" y="103421"/>
                    <a:pt x="191698" y="103421"/>
                  </a:cubicBezTo>
                  <a:lnTo>
                    <a:pt x="177001" y="103421"/>
                  </a:lnTo>
                  <a:lnTo>
                    <a:pt x="177001" y="74693"/>
                  </a:lnTo>
                  <a:cubicBezTo>
                    <a:pt x="177001" y="63202"/>
                    <a:pt x="168055" y="52987"/>
                    <a:pt x="155914" y="52987"/>
                  </a:cubicBezTo>
                  <a:lnTo>
                    <a:pt x="91376" y="52987"/>
                  </a:lnTo>
                  <a:lnTo>
                    <a:pt x="84986" y="11491"/>
                  </a:lnTo>
                  <a:cubicBezTo>
                    <a:pt x="84347" y="8299"/>
                    <a:pt x="81791" y="5746"/>
                    <a:pt x="78596" y="6384"/>
                  </a:cubicBezTo>
                  <a:lnTo>
                    <a:pt x="42174" y="6384"/>
                  </a:lnTo>
                  <a:cubicBezTo>
                    <a:pt x="42174" y="2554"/>
                    <a:pt x="39618" y="0"/>
                    <a:pt x="35784" y="0"/>
                  </a:cubicBezTo>
                  <a:lnTo>
                    <a:pt x="6390" y="0"/>
                  </a:lnTo>
                  <a:cubicBezTo>
                    <a:pt x="2556" y="0"/>
                    <a:pt x="0" y="2554"/>
                    <a:pt x="0" y="6384"/>
                  </a:cubicBezTo>
                  <a:lnTo>
                    <a:pt x="0" y="20429"/>
                  </a:lnTo>
                  <a:cubicBezTo>
                    <a:pt x="0" y="24259"/>
                    <a:pt x="2556" y="26813"/>
                    <a:pt x="6390" y="26813"/>
                  </a:cubicBezTo>
                  <a:lnTo>
                    <a:pt x="35784" y="26813"/>
                  </a:lnTo>
                  <a:cubicBezTo>
                    <a:pt x="39618" y="26813"/>
                    <a:pt x="42174" y="24259"/>
                    <a:pt x="42174" y="20429"/>
                  </a:cubicBezTo>
                  <a:lnTo>
                    <a:pt x="42174" y="19152"/>
                  </a:lnTo>
                  <a:lnTo>
                    <a:pt x="72845" y="19152"/>
                  </a:lnTo>
                  <a:lnTo>
                    <a:pt x="87542" y="111720"/>
                  </a:lnTo>
                  <a:cubicBezTo>
                    <a:pt x="88181" y="114912"/>
                    <a:pt x="90737" y="116827"/>
                    <a:pt x="93932" y="116827"/>
                  </a:cubicBezTo>
                  <a:lnTo>
                    <a:pt x="175084" y="116827"/>
                  </a:lnTo>
                  <a:lnTo>
                    <a:pt x="175084" y="174283"/>
                  </a:lnTo>
                  <a:cubicBezTo>
                    <a:pt x="167416" y="178113"/>
                    <a:pt x="163582" y="187051"/>
                    <a:pt x="167416" y="194711"/>
                  </a:cubicBezTo>
                  <a:cubicBezTo>
                    <a:pt x="171250" y="202372"/>
                    <a:pt x="180196" y="206203"/>
                    <a:pt x="187864" y="202372"/>
                  </a:cubicBezTo>
                  <a:cubicBezTo>
                    <a:pt x="195532" y="198542"/>
                    <a:pt x="199366" y="189604"/>
                    <a:pt x="195532" y="181944"/>
                  </a:cubicBezTo>
                  <a:cubicBezTo>
                    <a:pt x="194254" y="178113"/>
                    <a:pt x="191059" y="175560"/>
                    <a:pt x="187864" y="174283"/>
                  </a:cubicBezTo>
                  <a:lnTo>
                    <a:pt x="187864" y="118742"/>
                  </a:lnTo>
                  <a:lnTo>
                    <a:pt x="201922" y="180028"/>
                  </a:lnTo>
                  <a:cubicBezTo>
                    <a:pt x="202561" y="183220"/>
                    <a:pt x="205117" y="185135"/>
                    <a:pt x="208312" y="185135"/>
                  </a:cubicBezTo>
                  <a:lnTo>
                    <a:pt x="238345" y="185135"/>
                  </a:lnTo>
                  <a:cubicBezTo>
                    <a:pt x="242179" y="185135"/>
                    <a:pt x="244735" y="182582"/>
                    <a:pt x="244735" y="178752"/>
                  </a:cubicBezTo>
                  <a:cubicBezTo>
                    <a:pt x="244735" y="174921"/>
                    <a:pt x="241540" y="172368"/>
                    <a:pt x="237706" y="172368"/>
                  </a:cubicBezTo>
                  <a:lnTo>
                    <a:pt x="237706" y="172368"/>
                  </a:lnTo>
                  <a:close/>
                  <a:moveTo>
                    <a:pt x="29394" y="13406"/>
                  </a:moveTo>
                  <a:lnTo>
                    <a:pt x="12780" y="13406"/>
                  </a:lnTo>
                  <a:lnTo>
                    <a:pt x="12780" y="12130"/>
                  </a:lnTo>
                  <a:lnTo>
                    <a:pt x="29394" y="12130"/>
                  </a:lnTo>
                  <a:lnTo>
                    <a:pt x="29394" y="13406"/>
                  </a:lnTo>
                  <a:close/>
                  <a:moveTo>
                    <a:pt x="93293" y="65117"/>
                  </a:moveTo>
                  <a:lnTo>
                    <a:pt x="156553" y="65117"/>
                  </a:lnTo>
                  <a:cubicBezTo>
                    <a:pt x="161026" y="65755"/>
                    <a:pt x="164860" y="69586"/>
                    <a:pt x="164860" y="74054"/>
                  </a:cubicBezTo>
                  <a:lnTo>
                    <a:pt x="164860" y="102782"/>
                  </a:lnTo>
                  <a:lnTo>
                    <a:pt x="99044" y="102782"/>
                  </a:lnTo>
                  <a:lnTo>
                    <a:pt x="93293" y="65117"/>
                  </a:lnTo>
                  <a:close/>
                  <a:moveTo>
                    <a:pt x="181474" y="190881"/>
                  </a:moveTo>
                  <a:cubicBezTo>
                    <a:pt x="179557" y="190881"/>
                    <a:pt x="178279" y="190243"/>
                    <a:pt x="178279" y="188327"/>
                  </a:cubicBezTo>
                  <a:cubicBezTo>
                    <a:pt x="178279" y="186412"/>
                    <a:pt x="178918" y="185135"/>
                    <a:pt x="180835" y="185135"/>
                  </a:cubicBezTo>
                  <a:cubicBezTo>
                    <a:pt x="180835" y="185135"/>
                    <a:pt x="181474" y="185135"/>
                    <a:pt x="181474" y="185135"/>
                  </a:cubicBezTo>
                  <a:cubicBezTo>
                    <a:pt x="183391" y="185135"/>
                    <a:pt x="184030" y="187051"/>
                    <a:pt x="184030" y="188327"/>
                  </a:cubicBezTo>
                  <a:cubicBezTo>
                    <a:pt x="183391" y="189604"/>
                    <a:pt x="182752" y="190881"/>
                    <a:pt x="181474" y="190881"/>
                  </a:cubicBezTo>
                  <a:close/>
                </a:path>
              </a:pathLst>
            </a:custGeom>
            <a:solidFill>
              <a:srgbClr val="00A3E0"/>
            </a:solidFill>
            <a:ln w="6390" cap="flat">
              <a:noFill/>
              <a:prstDash val="solid"/>
              <a:miter/>
            </a:ln>
          </p:spPr>
          <p:txBody>
            <a:bodyPr rtlCol="0" anchor="ctr"/>
            <a:lstStyle/>
            <a:p>
              <a:endParaRPr lang="en-US"/>
            </a:p>
          </p:txBody>
        </p:sp>
        <p:sp>
          <p:nvSpPr>
            <p:cNvPr id="179" name="Graphic 4">
              <a:extLst>
                <a:ext uri="{FF2B5EF4-FFF2-40B4-BE49-F238E27FC236}">
                  <a16:creationId xmlns:a16="http://schemas.microsoft.com/office/drawing/2014/main" id="{E78A5068-D9E1-4341-9822-5D5BCC43E8D8}"/>
                </a:ext>
              </a:extLst>
            </p:cNvPr>
            <p:cNvSpPr/>
            <p:nvPr/>
          </p:nvSpPr>
          <p:spPr>
            <a:xfrm>
              <a:off x="615989" y="3537527"/>
              <a:ext cx="35783" cy="35750"/>
            </a:xfrm>
            <a:custGeom>
              <a:avLst/>
              <a:gdLst>
                <a:gd name="connsiteX0" fmla="*/ 35784 w 35783"/>
                <a:gd name="connsiteY0" fmla="*/ 17875 h 35750"/>
                <a:gd name="connsiteX1" fmla="*/ 17892 w 35783"/>
                <a:gd name="connsiteY1" fmla="*/ 0 h 35750"/>
                <a:gd name="connsiteX2" fmla="*/ 0 w 35783"/>
                <a:gd name="connsiteY2" fmla="*/ 17875 h 35750"/>
                <a:gd name="connsiteX3" fmla="*/ 17892 w 35783"/>
                <a:gd name="connsiteY3" fmla="*/ 35750 h 35750"/>
                <a:gd name="connsiteX4" fmla="*/ 17892 w 35783"/>
                <a:gd name="connsiteY4" fmla="*/ 35750 h 35750"/>
                <a:gd name="connsiteX5" fmla="*/ 35784 w 35783"/>
                <a:gd name="connsiteY5" fmla="*/ 17875 h 35750"/>
                <a:gd name="connsiteX6" fmla="*/ 12780 w 35783"/>
                <a:gd name="connsiteY6" fmla="*/ 17875 h 35750"/>
                <a:gd name="connsiteX7" fmla="*/ 17892 w 35783"/>
                <a:gd name="connsiteY7" fmla="*/ 12768 h 35750"/>
                <a:gd name="connsiteX8" fmla="*/ 23004 w 35783"/>
                <a:gd name="connsiteY8" fmla="*/ 17875 h 35750"/>
                <a:gd name="connsiteX9" fmla="*/ 17892 w 35783"/>
                <a:gd name="connsiteY9" fmla="*/ 22982 h 35750"/>
                <a:gd name="connsiteX10" fmla="*/ 12780 w 35783"/>
                <a:gd name="connsiteY10" fmla="*/ 17875 h 3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783" h="35750">
                  <a:moveTo>
                    <a:pt x="35784" y="17875"/>
                  </a:moveTo>
                  <a:cubicBezTo>
                    <a:pt x="35784" y="7661"/>
                    <a:pt x="27477" y="0"/>
                    <a:pt x="17892" y="0"/>
                  </a:cubicBezTo>
                  <a:cubicBezTo>
                    <a:pt x="7668" y="0"/>
                    <a:pt x="0" y="8299"/>
                    <a:pt x="0" y="17875"/>
                  </a:cubicBezTo>
                  <a:cubicBezTo>
                    <a:pt x="0" y="27451"/>
                    <a:pt x="8307" y="35750"/>
                    <a:pt x="17892" y="35750"/>
                  </a:cubicBezTo>
                  <a:cubicBezTo>
                    <a:pt x="17892" y="35750"/>
                    <a:pt x="17892" y="35750"/>
                    <a:pt x="17892" y="35750"/>
                  </a:cubicBezTo>
                  <a:cubicBezTo>
                    <a:pt x="27477" y="35750"/>
                    <a:pt x="35784" y="28090"/>
                    <a:pt x="35784" y="17875"/>
                  </a:cubicBezTo>
                  <a:close/>
                  <a:moveTo>
                    <a:pt x="12780" y="17875"/>
                  </a:moveTo>
                  <a:cubicBezTo>
                    <a:pt x="12780" y="14683"/>
                    <a:pt x="15336" y="12768"/>
                    <a:pt x="17892" y="12768"/>
                  </a:cubicBezTo>
                  <a:cubicBezTo>
                    <a:pt x="21087" y="12768"/>
                    <a:pt x="23004" y="15322"/>
                    <a:pt x="23004" y="17875"/>
                  </a:cubicBezTo>
                  <a:cubicBezTo>
                    <a:pt x="23004" y="21067"/>
                    <a:pt x="20448" y="22982"/>
                    <a:pt x="17892" y="22982"/>
                  </a:cubicBezTo>
                  <a:cubicBezTo>
                    <a:pt x="14697" y="22982"/>
                    <a:pt x="12780" y="21067"/>
                    <a:pt x="12780" y="17875"/>
                  </a:cubicBezTo>
                  <a:close/>
                </a:path>
              </a:pathLst>
            </a:custGeom>
            <a:solidFill>
              <a:srgbClr val="00A3E0"/>
            </a:solidFill>
            <a:ln w="6390" cap="flat">
              <a:noFill/>
              <a:prstDash val="solid"/>
              <a:miter/>
            </a:ln>
          </p:spPr>
          <p:txBody>
            <a:bodyPr rtlCol="0" anchor="ctr"/>
            <a:lstStyle/>
            <a:p>
              <a:endParaRPr lang="en-US"/>
            </a:p>
          </p:txBody>
        </p:sp>
        <p:sp>
          <p:nvSpPr>
            <p:cNvPr id="180" name="Graphic 4">
              <a:extLst>
                <a:ext uri="{FF2B5EF4-FFF2-40B4-BE49-F238E27FC236}">
                  <a16:creationId xmlns:a16="http://schemas.microsoft.com/office/drawing/2014/main" id="{D4CF5F10-1FA2-3746-897D-0DEB131C1E2E}"/>
                </a:ext>
              </a:extLst>
            </p:cNvPr>
            <p:cNvSpPr/>
            <p:nvPr/>
          </p:nvSpPr>
          <p:spPr>
            <a:xfrm>
              <a:off x="566180" y="3494354"/>
              <a:ext cx="134796" cy="128686"/>
            </a:xfrm>
            <a:custGeom>
              <a:avLst/>
              <a:gdLst>
                <a:gd name="connsiteX0" fmla="*/ 134157 w 134796"/>
                <a:gd name="connsiteY0" fmla="*/ 48918 h 128686"/>
                <a:gd name="connsiteX1" fmla="*/ 126489 w 134796"/>
                <a:gd name="connsiteY1" fmla="*/ 43811 h 128686"/>
                <a:gd name="connsiteX2" fmla="*/ 121377 w 134796"/>
                <a:gd name="connsiteY2" fmla="*/ 51472 h 128686"/>
                <a:gd name="connsiteX3" fmla="*/ 122016 w 134796"/>
                <a:gd name="connsiteY3" fmla="*/ 61686 h 128686"/>
                <a:gd name="connsiteX4" fmla="*/ 67063 w 134796"/>
                <a:gd name="connsiteY4" fmla="*/ 116588 h 128686"/>
                <a:gd name="connsiteX5" fmla="*/ 12109 w 134796"/>
                <a:gd name="connsiteY5" fmla="*/ 61686 h 128686"/>
                <a:gd name="connsiteX6" fmla="*/ 42781 w 134796"/>
                <a:gd name="connsiteY6" fmla="*/ 12530 h 128686"/>
                <a:gd name="connsiteX7" fmla="*/ 46615 w 134796"/>
                <a:gd name="connsiteY7" fmla="*/ 4231 h 128686"/>
                <a:gd name="connsiteX8" fmla="*/ 38308 w 134796"/>
                <a:gd name="connsiteY8" fmla="*/ 400 h 128686"/>
                <a:gd name="connsiteX9" fmla="*/ 37669 w 134796"/>
                <a:gd name="connsiteY9" fmla="*/ 1039 h 128686"/>
                <a:gd name="connsiteX10" fmla="*/ 6997 w 134796"/>
                <a:gd name="connsiteY10" fmla="*/ 91053 h 128686"/>
                <a:gd name="connsiteX11" fmla="*/ 97095 w 134796"/>
                <a:gd name="connsiteY11" fmla="*/ 121696 h 128686"/>
                <a:gd name="connsiteX12" fmla="*/ 134796 w 134796"/>
                <a:gd name="connsiteY12" fmla="*/ 61048 h 128686"/>
                <a:gd name="connsiteX13" fmla="*/ 134157 w 134796"/>
                <a:gd name="connsiteY13" fmla="*/ 48918 h 128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4796" h="128686">
                  <a:moveTo>
                    <a:pt x="134157" y="48918"/>
                  </a:moveTo>
                  <a:cubicBezTo>
                    <a:pt x="133518" y="45088"/>
                    <a:pt x="130323" y="43173"/>
                    <a:pt x="126489" y="43811"/>
                  </a:cubicBezTo>
                  <a:cubicBezTo>
                    <a:pt x="122655" y="44450"/>
                    <a:pt x="120738" y="47642"/>
                    <a:pt x="121377" y="51472"/>
                  </a:cubicBezTo>
                  <a:cubicBezTo>
                    <a:pt x="122016" y="54664"/>
                    <a:pt x="122016" y="58494"/>
                    <a:pt x="122016" y="61686"/>
                  </a:cubicBezTo>
                  <a:cubicBezTo>
                    <a:pt x="122016" y="91691"/>
                    <a:pt x="97734" y="116588"/>
                    <a:pt x="67063" y="116588"/>
                  </a:cubicBezTo>
                  <a:cubicBezTo>
                    <a:pt x="37030" y="116588"/>
                    <a:pt x="12109" y="92329"/>
                    <a:pt x="12109" y="61686"/>
                  </a:cubicBezTo>
                  <a:cubicBezTo>
                    <a:pt x="12109" y="40619"/>
                    <a:pt x="24250" y="21467"/>
                    <a:pt x="42781" y="12530"/>
                  </a:cubicBezTo>
                  <a:cubicBezTo>
                    <a:pt x="45976" y="11253"/>
                    <a:pt x="47893" y="7423"/>
                    <a:pt x="46615" y="4231"/>
                  </a:cubicBezTo>
                  <a:cubicBezTo>
                    <a:pt x="45337" y="1039"/>
                    <a:pt x="41503" y="-877"/>
                    <a:pt x="38308" y="400"/>
                  </a:cubicBezTo>
                  <a:cubicBezTo>
                    <a:pt x="38308" y="400"/>
                    <a:pt x="37669" y="400"/>
                    <a:pt x="37669" y="1039"/>
                  </a:cubicBezTo>
                  <a:cubicBezTo>
                    <a:pt x="4441" y="17637"/>
                    <a:pt x="-9617" y="57856"/>
                    <a:pt x="6997" y="91053"/>
                  </a:cubicBezTo>
                  <a:cubicBezTo>
                    <a:pt x="23611" y="124249"/>
                    <a:pt x="63868" y="138294"/>
                    <a:pt x="97095" y="121696"/>
                  </a:cubicBezTo>
                  <a:cubicBezTo>
                    <a:pt x="120099" y="110205"/>
                    <a:pt x="134796" y="87222"/>
                    <a:pt x="134796" y="61048"/>
                  </a:cubicBezTo>
                  <a:cubicBezTo>
                    <a:pt x="134796" y="57218"/>
                    <a:pt x="134796" y="52749"/>
                    <a:pt x="134157" y="48918"/>
                  </a:cubicBezTo>
                  <a:close/>
                </a:path>
              </a:pathLst>
            </a:custGeom>
            <a:solidFill>
              <a:srgbClr val="00A3E0"/>
            </a:solidFill>
            <a:ln w="6390" cap="flat">
              <a:noFill/>
              <a:prstDash val="solid"/>
              <a:miter/>
            </a:ln>
          </p:spPr>
          <p:txBody>
            <a:bodyPr rtlCol="0" anchor="ctr"/>
            <a:lstStyle/>
            <a:p>
              <a:endParaRPr lang="en-US"/>
            </a:p>
          </p:txBody>
        </p:sp>
        <p:sp>
          <p:nvSpPr>
            <p:cNvPr id="181" name="Graphic 4">
              <a:extLst>
                <a:ext uri="{FF2B5EF4-FFF2-40B4-BE49-F238E27FC236}">
                  <a16:creationId xmlns:a16="http://schemas.microsoft.com/office/drawing/2014/main" id="{60B4F776-B636-4E47-BB50-5C082122B62F}"/>
                </a:ext>
              </a:extLst>
            </p:cNvPr>
            <p:cNvSpPr/>
            <p:nvPr/>
          </p:nvSpPr>
          <p:spPr>
            <a:xfrm>
              <a:off x="630686" y="3488370"/>
              <a:ext cx="54953" cy="31920"/>
            </a:xfrm>
            <a:custGeom>
              <a:avLst/>
              <a:gdLst>
                <a:gd name="connsiteX0" fmla="*/ 6390 w 54953"/>
                <a:gd name="connsiteY0" fmla="*/ 0 h 31920"/>
                <a:gd name="connsiteX1" fmla="*/ 0 w 54953"/>
                <a:gd name="connsiteY1" fmla="*/ 6384 h 31920"/>
                <a:gd name="connsiteX2" fmla="*/ 6390 w 54953"/>
                <a:gd name="connsiteY2" fmla="*/ 12768 h 31920"/>
                <a:gd name="connsiteX3" fmla="*/ 44091 w 54953"/>
                <a:gd name="connsiteY3" fmla="*/ 30005 h 31920"/>
                <a:gd name="connsiteX4" fmla="*/ 53036 w 54953"/>
                <a:gd name="connsiteY4" fmla="*/ 30005 h 31920"/>
                <a:gd name="connsiteX5" fmla="*/ 53036 w 54953"/>
                <a:gd name="connsiteY5" fmla="*/ 21067 h 31920"/>
                <a:gd name="connsiteX6" fmla="*/ 6390 w 54953"/>
                <a:gd name="connsiteY6" fmla="*/ 0 h 3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953" h="31920">
                  <a:moveTo>
                    <a:pt x="6390" y="0"/>
                  </a:moveTo>
                  <a:cubicBezTo>
                    <a:pt x="2556" y="0"/>
                    <a:pt x="0" y="2554"/>
                    <a:pt x="0" y="6384"/>
                  </a:cubicBezTo>
                  <a:cubicBezTo>
                    <a:pt x="0" y="10215"/>
                    <a:pt x="2556" y="12768"/>
                    <a:pt x="6390" y="12768"/>
                  </a:cubicBezTo>
                  <a:cubicBezTo>
                    <a:pt x="20448" y="13407"/>
                    <a:pt x="33867" y="19791"/>
                    <a:pt x="44091" y="30005"/>
                  </a:cubicBezTo>
                  <a:cubicBezTo>
                    <a:pt x="46647" y="32559"/>
                    <a:pt x="50481" y="32559"/>
                    <a:pt x="53036" y="30005"/>
                  </a:cubicBezTo>
                  <a:cubicBezTo>
                    <a:pt x="55592" y="27451"/>
                    <a:pt x="55592" y="23621"/>
                    <a:pt x="53036" y="21067"/>
                  </a:cubicBezTo>
                  <a:cubicBezTo>
                    <a:pt x="40257" y="8299"/>
                    <a:pt x="23643" y="639"/>
                    <a:pt x="6390" y="0"/>
                  </a:cubicBezTo>
                  <a:close/>
                </a:path>
              </a:pathLst>
            </a:custGeom>
            <a:solidFill>
              <a:srgbClr val="00A3E0"/>
            </a:solidFill>
            <a:ln w="6390" cap="flat">
              <a:noFill/>
              <a:prstDash val="solid"/>
              <a:miter/>
            </a:ln>
          </p:spPr>
          <p:txBody>
            <a:bodyPr rtlCol="0" anchor="ctr"/>
            <a:lstStyle/>
            <a:p>
              <a:endParaRPr lang="en-US"/>
            </a:p>
          </p:txBody>
        </p:sp>
      </p:grpSp>
      <p:grpSp>
        <p:nvGrpSpPr>
          <p:cNvPr id="16" name="Group 15">
            <a:extLst>
              <a:ext uri="{FF2B5EF4-FFF2-40B4-BE49-F238E27FC236}">
                <a16:creationId xmlns:a16="http://schemas.microsoft.com/office/drawing/2014/main" id="{B49466D2-CF74-6241-908D-C979E32D9F44}"/>
              </a:ext>
            </a:extLst>
          </p:cNvPr>
          <p:cNvGrpSpPr>
            <a:grpSpLocks noChangeAspect="1"/>
          </p:cNvGrpSpPr>
          <p:nvPr/>
        </p:nvGrpSpPr>
        <p:grpSpPr>
          <a:xfrm>
            <a:off x="905454" y="3339623"/>
            <a:ext cx="362309" cy="361971"/>
            <a:chOff x="905454" y="3339623"/>
            <a:chExt cx="362309" cy="361971"/>
          </a:xfrm>
        </p:grpSpPr>
        <p:sp>
          <p:nvSpPr>
            <p:cNvPr id="182" name="Graphic 4">
              <a:extLst>
                <a:ext uri="{FF2B5EF4-FFF2-40B4-BE49-F238E27FC236}">
                  <a16:creationId xmlns:a16="http://schemas.microsoft.com/office/drawing/2014/main" id="{8950A037-49FC-3A46-99E0-058251E09091}"/>
                </a:ext>
              </a:extLst>
            </p:cNvPr>
            <p:cNvSpPr/>
            <p:nvPr/>
          </p:nvSpPr>
          <p:spPr>
            <a:xfrm>
              <a:off x="1064563" y="3485178"/>
              <a:ext cx="70928" cy="38303"/>
            </a:xfrm>
            <a:custGeom>
              <a:avLst/>
              <a:gdLst>
                <a:gd name="connsiteX0" fmla="*/ 70928 w 70928"/>
                <a:gd name="connsiteY0" fmla="*/ 8938 h 38303"/>
                <a:gd name="connsiteX1" fmla="*/ 63260 w 70928"/>
                <a:gd name="connsiteY1" fmla="*/ 0 h 38303"/>
                <a:gd name="connsiteX2" fmla="*/ 0 w 70928"/>
                <a:gd name="connsiteY2" fmla="*/ 0 h 38303"/>
                <a:gd name="connsiteX3" fmla="*/ 5751 w 70928"/>
                <a:gd name="connsiteY3" fmla="*/ 38304 h 38303"/>
                <a:gd name="connsiteX4" fmla="*/ 70928 w 70928"/>
                <a:gd name="connsiteY4" fmla="*/ 38304 h 38303"/>
                <a:gd name="connsiteX5" fmla="*/ 70928 w 70928"/>
                <a:gd name="connsiteY5" fmla="*/ 8938 h 38303"/>
                <a:gd name="connsiteX6" fmla="*/ 56231 w 70928"/>
                <a:gd name="connsiteY6" fmla="*/ 33835 h 38303"/>
                <a:gd name="connsiteX7" fmla="*/ 47285 w 70928"/>
                <a:gd name="connsiteY7" fmla="*/ 33835 h 38303"/>
                <a:gd name="connsiteX8" fmla="*/ 47285 w 70928"/>
                <a:gd name="connsiteY8" fmla="*/ 33835 h 38303"/>
                <a:gd name="connsiteX9" fmla="*/ 9585 w 70928"/>
                <a:gd name="connsiteY9" fmla="*/ 16599 h 38303"/>
                <a:gd name="connsiteX10" fmla="*/ 3834 w 70928"/>
                <a:gd name="connsiteY10" fmla="*/ 10215 h 38303"/>
                <a:gd name="connsiteX11" fmla="*/ 10224 w 70928"/>
                <a:gd name="connsiteY11" fmla="*/ 3831 h 38303"/>
                <a:gd name="connsiteX12" fmla="*/ 56231 w 70928"/>
                <a:gd name="connsiteY12" fmla="*/ 25536 h 38303"/>
                <a:gd name="connsiteX13" fmla="*/ 56231 w 70928"/>
                <a:gd name="connsiteY13" fmla="*/ 33835 h 3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0928" h="38303">
                  <a:moveTo>
                    <a:pt x="70928" y="8938"/>
                  </a:moveTo>
                  <a:cubicBezTo>
                    <a:pt x="70928" y="4469"/>
                    <a:pt x="67733" y="0"/>
                    <a:pt x="63260" y="0"/>
                  </a:cubicBezTo>
                  <a:lnTo>
                    <a:pt x="0" y="0"/>
                  </a:lnTo>
                  <a:lnTo>
                    <a:pt x="5751" y="38304"/>
                  </a:lnTo>
                  <a:lnTo>
                    <a:pt x="70928" y="38304"/>
                  </a:lnTo>
                  <a:lnTo>
                    <a:pt x="70928" y="8938"/>
                  </a:lnTo>
                  <a:close/>
                  <a:moveTo>
                    <a:pt x="56231" y="33835"/>
                  </a:moveTo>
                  <a:cubicBezTo>
                    <a:pt x="53675" y="36389"/>
                    <a:pt x="49841" y="36389"/>
                    <a:pt x="47285" y="33835"/>
                  </a:cubicBezTo>
                  <a:cubicBezTo>
                    <a:pt x="47285" y="33835"/>
                    <a:pt x="47285" y="33835"/>
                    <a:pt x="47285" y="33835"/>
                  </a:cubicBezTo>
                  <a:cubicBezTo>
                    <a:pt x="37701" y="23621"/>
                    <a:pt x="24282" y="17237"/>
                    <a:pt x="9585" y="16599"/>
                  </a:cubicBezTo>
                  <a:cubicBezTo>
                    <a:pt x="6390" y="16599"/>
                    <a:pt x="3195" y="13407"/>
                    <a:pt x="3834" y="10215"/>
                  </a:cubicBezTo>
                  <a:cubicBezTo>
                    <a:pt x="3834" y="6384"/>
                    <a:pt x="6390" y="3831"/>
                    <a:pt x="10224" y="3831"/>
                  </a:cubicBezTo>
                  <a:cubicBezTo>
                    <a:pt x="28116" y="4469"/>
                    <a:pt x="44730" y="12130"/>
                    <a:pt x="56231" y="25536"/>
                  </a:cubicBezTo>
                  <a:cubicBezTo>
                    <a:pt x="58787" y="27451"/>
                    <a:pt x="58787" y="31282"/>
                    <a:pt x="56231" y="33835"/>
                  </a:cubicBezTo>
                  <a:close/>
                </a:path>
              </a:pathLst>
            </a:custGeom>
            <a:solidFill>
              <a:srgbClr val="00A3E0"/>
            </a:solidFill>
            <a:ln w="6390" cap="flat">
              <a:noFill/>
              <a:prstDash val="solid"/>
              <a:miter/>
            </a:ln>
          </p:spPr>
          <p:txBody>
            <a:bodyPr rtlCol="0" anchor="ctr"/>
            <a:lstStyle/>
            <a:p>
              <a:endParaRPr lang="en-US"/>
            </a:p>
          </p:txBody>
        </p:sp>
        <p:sp>
          <p:nvSpPr>
            <p:cNvPr id="183" name="Graphic 4">
              <a:extLst>
                <a:ext uri="{FF2B5EF4-FFF2-40B4-BE49-F238E27FC236}">
                  <a16:creationId xmlns:a16="http://schemas.microsoft.com/office/drawing/2014/main" id="{8A413677-E241-674D-8D22-EE17EEC6D626}"/>
                </a:ext>
              </a:extLst>
            </p:cNvPr>
            <p:cNvSpPr/>
            <p:nvPr/>
          </p:nvSpPr>
          <p:spPr>
            <a:xfrm>
              <a:off x="983411" y="3431553"/>
              <a:ext cx="17252" cy="1276"/>
            </a:xfrm>
            <a:custGeom>
              <a:avLst/>
              <a:gdLst>
                <a:gd name="connsiteX0" fmla="*/ 0 w 17252"/>
                <a:gd name="connsiteY0" fmla="*/ 0 h 1276"/>
                <a:gd name="connsiteX1" fmla="*/ 17253 w 17252"/>
                <a:gd name="connsiteY1" fmla="*/ 0 h 1276"/>
                <a:gd name="connsiteX2" fmla="*/ 17253 w 17252"/>
                <a:gd name="connsiteY2" fmla="*/ 1277 h 1276"/>
                <a:gd name="connsiteX3" fmla="*/ 0 w 17252"/>
                <a:gd name="connsiteY3" fmla="*/ 1277 h 1276"/>
              </a:gdLst>
              <a:ahLst/>
              <a:cxnLst>
                <a:cxn ang="0">
                  <a:pos x="connsiteX0" y="connsiteY0"/>
                </a:cxn>
                <a:cxn ang="0">
                  <a:pos x="connsiteX1" y="connsiteY1"/>
                </a:cxn>
                <a:cxn ang="0">
                  <a:pos x="connsiteX2" y="connsiteY2"/>
                </a:cxn>
                <a:cxn ang="0">
                  <a:pos x="connsiteX3" y="connsiteY3"/>
                </a:cxn>
              </a:cxnLst>
              <a:rect l="l" t="t" r="r" b="b"/>
              <a:pathLst>
                <a:path w="17252" h="1276">
                  <a:moveTo>
                    <a:pt x="0" y="0"/>
                  </a:moveTo>
                  <a:lnTo>
                    <a:pt x="17253" y="0"/>
                  </a:lnTo>
                  <a:lnTo>
                    <a:pt x="17253" y="1277"/>
                  </a:lnTo>
                  <a:lnTo>
                    <a:pt x="0" y="1277"/>
                  </a:lnTo>
                  <a:close/>
                </a:path>
              </a:pathLst>
            </a:custGeom>
            <a:solidFill>
              <a:srgbClr val="00A3E0"/>
            </a:solidFill>
            <a:ln w="6390" cap="flat">
              <a:noFill/>
              <a:prstDash val="solid"/>
              <a:miter/>
            </a:ln>
          </p:spPr>
          <p:txBody>
            <a:bodyPr rtlCol="0" anchor="ctr"/>
            <a:lstStyle/>
            <a:p>
              <a:endParaRPr lang="en-US"/>
            </a:p>
          </p:txBody>
        </p:sp>
        <p:sp>
          <p:nvSpPr>
            <p:cNvPr id="184" name="Graphic 4">
              <a:extLst>
                <a:ext uri="{FF2B5EF4-FFF2-40B4-BE49-F238E27FC236}">
                  <a16:creationId xmlns:a16="http://schemas.microsoft.com/office/drawing/2014/main" id="{FBFB7CAF-7A2B-584E-B1BC-2C38CD387EAC}"/>
                </a:ext>
              </a:extLst>
            </p:cNvPr>
            <p:cNvSpPr/>
            <p:nvPr/>
          </p:nvSpPr>
          <p:spPr>
            <a:xfrm>
              <a:off x="1066480" y="3550295"/>
              <a:ext cx="10223" cy="10214"/>
            </a:xfrm>
            <a:custGeom>
              <a:avLst/>
              <a:gdLst>
                <a:gd name="connsiteX0" fmla="*/ 10224 w 10223"/>
                <a:gd name="connsiteY0" fmla="*/ 5107 h 10214"/>
                <a:gd name="connsiteX1" fmla="*/ 5112 w 10223"/>
                <a:gd name="connsiteY1" fmla="*/ 10214 h 10214"/>
                <a:gd name="connsiteX2" fmla="*/ 0 w 10223"/>
                <a:gd name="connsiteY2" fmla="*/ 5107 h 10214"/>
                <a:gd name="connsiteX3" fmla="*/ 5112 w 10223"/>
                <a:gd name="connsiteY3" fmla="*/ 0 h 10214"/>
                <a:gd name="connsiteX4" fmla="*/ 10224 w 10223"/>
                <a:gd name="connsiteY4" fmla="*/ 5107 h 10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23" h="10214">
                  <a:moveTo>
                    <a:pt x="10224" y="5107"/>
                  </a:moveTo>
                  <a:cubicBezTo>
                    <a:pt x="10224" y="7928"/>
                    <a:pt x="7935" y="10214"/>
                    <a:pt x="5112" y="10214"/>
                  </a:cubicBezTo>
                  <a:cubicBezTo>
                    <a:pt x="2289" y="10214"/>
                    <a:pt x="0" y="7928"/>
                    <a:pt x="0" y="5107"/>
                  </a:cubicBezTo>
                  <a:cubicBezTo>
                    <a:pt x="0" y="2286"/>
                    <a:pt x="2289" y="0"/>
                    <a:pt x="5112" y="0"/>
                  </a:cubicBezTo>
                  <a:cubicBezTo>
                    <a:pt x="7935" y="0"/>
                    <a:pt x="10224" y="2286"/>
                    <a:pt x="10224" y="5107"/>
                  </a:cubicBezTo>
                  <a:close/>
                </a:path>
              </a:pathLst>
            </a:custGeom>
            <a:solidFill>
              <a:srgbClr val="00A3E0"/>
            </a:solidFill>
            <a:ln w="6390" cap="flat">
              <a:noFill/>
              <a:prstDash val="solid"/>
              <a:miter/>
            </a:ln>
          </p:spPr>
          <p:txBody>
            <a:bodyPr rtlCol="0" anchor="ctr"/>
            <a:lstStyle/>
            <a:p>
              <a:endParaRPr lang="en-US"/>
            </a:p>
          </p:txBody>
        </p:sp>
        <p:sp>
          <p:nvSpPr>
            <p:cNvPr id="185" name="Graphic 4">
              <a:extLst>
                <a:ext uri="{FF2B5EF4-FFF2-40B4-BE49-F238E27FC236}">
                  <a16:creationId xmlns:a16="http://schemas.microsoft.com/office/drawing/2014/main" id="{DDE7BBF5-A1CE-924D-A0C0-DE4FA389B0C2}"/>
                </a:ext>
              </a:extLst>
            </p:cNvPr>
            <p:cNvSpPr/>
            <p:nvPr/>
          </p:nvSpPr>
          <p:spPr>
            <a:xfrm>
              <a:off x="1148910" y="3604559"/>
              <a:ext cx="5917" cy="5745"/>
            </a:xfrm>
            <a:custGeom>
              <a:avLst/>
              <a:gdLst>
                <a:gd name="connsiteX0" fmla="*/ 3195 w 5917"/>
                <a:gd name="connsiteY0" fmla="*/ 0 h 5745"/>
                <a:gd name="connsiteX1" fmla="*/ 0 w 5917"/>
                <a:gd name="connsiteY1" fmla="*/ 2554 h 5745"/>
                <a:gd name="connsiteX2" fmla="*/ 2556 w 5917"/>
                <a:gd name="connsiteY2" fmla="*/ 5746 h 5745"/>
                <a:gd name="connsiteX3" fmla="*/ 5751 w 5917"/>
                <a:gd name="connsiteY3" fmla="*/ 3192 h 5745"/>
                <a:gd name="connsiteX4" fmla="*/ 5751 w 5917"/>
                <a:gd name="connsiteY4" fmla="*/ 3192 h 5745"/>
                <a:gd name="connsiteX5" fmla="*/ 3195 w 5917"/>
                <a:gd name="connsiteY5" fmla="*/ 0 h 5745"/>
                <a:gd name="connsiteX6" fmla="*/ 3195 w 5917"/>
                <a:gd name="connsiteY6" fmla="*/ 0 h 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17" h="5745">
                  <a:moveTo>
                    <a:pt x="3195" y="0"/>
                  </a:moveTo>
                  <a:cubicBezTo>
                    <a:pt x="1278" y="0"/>
                    <a:pt x="0" y="1277"/>
                    <a:pt x="0" y="2554"/>
                  </a:cubicBezTo>
                  <a:cubicBezTo>
                    <a:pt x="0" y="3830"/>
                    <a:pt x="1278" y="5746"/>
                    <a:pt x="2556" y="5746"/>
                  </a:cubicBezTo>
                  <a:cubicBezTo>
                    <a:pt x="4473" y="5746"/>
                    <a:pt x="5751" y="4469"/>
                    <a:pt x="5751" y="3192"/>
                  </a:cubicBezTo>
                  <a:cubicBezTo>
                    <a:pt x="5751" y="3192"/>
                    <a:pt x="5751" y="3192"/>
                    <a:pt x="5751" y="3192"/>
                  </a:cubicBezTo>
                  <a:cubicBezTo>
                    <a:pt x="6390" y="1277"/>
                    <a:pt x="5112" y="0"/>
                    <a:pt x="3195" y="0"/>
                  </a:cubicBezTo>
                  <a:cubicBezTo>
                    <a:pt x="3195" y="0"/>
                    <a:pt x="3195" y="0"/>
                    <a:pt x="3195" y="0"/>
                  </a:cubicBezTo>
                  <a:close/>
                </a:path>
              </a:pathLst>
            </a:custGeom>
            <a:solidFill>
              <a:srgbClr val="00A3E0"/>
            </a:solidFill>
            <a:ln w="6390" cap="flat">
              <a:noFill/>
              <a:prstDash val="solid"/>
              <a:miter/>
            </a:ln>
          </p:spPr>
          <p:txBody>
            <a:bodyPr rtlCol="0" anchor="ctr"/>
            <a:lstStyle/>
            <a:p>
              <a:endParaRPr lang="en-US"/>
            </a:p>
          </p:txBody>
        </p:sp>
        <p:sp>
          <p:nvSpPr>
            <p:cNvPr id="186" name="Graphic 4">
              <a:extLst>
                <a:ext uri="{FF2B5EF4-FFF2-40B4-BE49-F238E27FC236}">
                  <a16:creationId xmlns:a16="http://schemas.microsoft.com/office/drawing/2014/main" id="{DEEB8300-4E94-1141-A02F-BF58BE67F374}"/>
                </a:ext>
              </a:extLst>
            </p:cNvPr>
            <p:cNvSpPr/>
            <p:nvPr/>
          </p:nvSpPr>
          <p:spPr>
            <a:xfrm>
              <a:off x="905454" y="3339623"/>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66138 w 362309"/>
                <a:gd name="connsiteY6" fmla="*/ 283449 h 361971"/>
                <a:gd name="connsiteX7" fmla="*/ 99044 w 362309"/>
                <a:gd name="connsiteY7" fmla="*/ 215779 h 361971"/>
                <a:gd name="connsiteX8" fmla="*/ 136745 w 362309"/>
                <a:gd name="connsiteY8" fmla="*/ 155769 h 361971"/>
                <a:gd name="connsiteX9" fmla="*/ 145691 w 362309"/>
                <a:gd name="connsiteY9" fmla="*/ 158323 h 361971"/>
                <a:gd name="connsiteX10" fmla="*/ 143135 w 362309"/>
                <a:gd name="connsiteY10" fmla="*/ 167260 h 361971"/>
                <a:gd name="connsiteX11" fmla="*/ 142496 w 362309"/>
                <a:gd name="connsiteY11" fmla="*/ 167899 h 361971"/>
                <a:gd name="connsiteX12" fmla="*/ 116936 w 362309"/>
                <a:gd name="connsiteY12" fmla="*/ 241314 h 361971"/>
                <a:gd name="connsiteX13" fmla="*/ 190420 w 362309"/>
                <a:gd name="connsiteY13" fmla="*/ 266850 h 361971"/>
                <a:gd name="connsiteX14" fmla="*/ 220453 w 362309"/>
                <a:gd name="connsiteY14" fmla="*/ 207479 h 361971"/>
                <a:gd name="connsiteX15" fmla="*/ 225565 w 362309"/>
                <a:gd name="connsiteY15" fmla="*/ 199819 h 361971"/>
                <a:gd name="connsiteX16" fmla="*/ 233233 w 362309"/>
                <a:gd name="connsiteY16" fmla="*/ 204926 h 361971"/>
                <a:gd name="connsiteX17" fmla="*/ 234511 w 362309"/>
                <a:gd name="connsiteY17" fmla="*/ 217055 h 361971"/>
                <a:gd name="connsiteX18" fmla="*/ 166138 w 362309"/>
                <a:gd name="connsiteY18" fmla="*/ 283449 h 361971"/>
                <a:gd name="connsiteX19" fmla="*/ 166138 w 362309"/>
                <a:gd name="connsiteY19" fmla="*/ 283449 h 361971"/>
                <a:gd name="connsiteX20" fmla="*/ 148247 w 362309"/>
                <a:gd name="connsiteY20" fmla="*/ 215779 h 361971"/>
                <a:gd name="connsiteX21" fmla="*/ 166138 w 362309"/>
                <a:gd name="connsiteY21" fmla="*/ 197903 h 361971"/>
                <a:gd name="connsiteX22" fmla="*/ 184030 w 362309"/>
                <a:gd name="connsiteY22" fmla="*/ 215779 h 361971"/>
                <a:gd name="connsiteX23" fmla="*/ 166138 w 362309"/>
                <a:gd name="connsiteY23" fmla="*/ 233654 h 361971"/>
                <a:gd name="connsiteX24" fmla="*/ 166138 w 362309"/>
                <a:gd name="connsiteY24" fmla="*/ 233654 h 361971"/>
                <a:gd name="connsiteX25" fmla="*/ 148247 w 362309"/>
                <a:gd name="connsiteY25" fmla="*/ 215779 h 361971"/>
                <a:gd name="connsiteX26" fmla="*/ 148247 w 362309"/>
                <a:gd name="connsiteY26" fmla="*/ 215779 h 361971"/>
                <a:gd name="connsiteX27" fmla="*/ 303522 w 362309"/>
                <a:gd name="connsiteY27" fmla="*/ 264935 h 361971"/>
                <a:gd name="connsiteX28" fmla="*/ 273489 w 362309"/>
                <a:gd name="connsiteY28" fmla="*/ 264935 h 361971"/>
                <a:gd name="connsiteX29" fmla="*/ 267099 w 362309"/>
                <a:gd name="connsiteY29" fmla="*/ 259828 h 361971"/>
                <a:gd name="connsiteX30" fmla="*/ 253042 w 362309"/>
                <a:gd name="connsiteY30" fmla="*/ 198542 h 361971"/>
                <a:gd name="connsiteX31" fmla="*/ 253042 w 362309"/>
                <a:gd name="connsiteY31" fmla="*/ 254082 h 361971"/>
                <a:gd name="connsiteX32" fmla="*/ 260709 w 362309"/>
                <a:gd name="connsiteY32" fmla="*/ 274511 h 361971"/>
                <a:gd name="connsiteX33" fmla="*/ 240262 w 362309"/>
                <a:gd name="connsiteY33" fmla="*/ 282172 h 361971"/>
                <a:gd name="connsiteX34" fmla="*/ 232594 w 362309"/>
                <a:gd name="connsiteY34" fmla="*/ 261743 h 361971"/>
                <a:gd name="connsiteX35" fmla="*/ 240262 w 362309"/>
                <a:gd name="connsiteY35" fmla="*/ 254082 h 361971"/>
                <a:gd name="connsiteX36" fmla="*/ 240262 w 362309"/>
                <a:gd name="connsiteY36" fmla="*/ 196627 h 361971"/>
                <a:gd name="connsiteX37" fmla="*/ 159110 w 362309"/>
                <a:gd name="connsiteY37" fmla="*/ 196627 h 361971"/>
                <a:gd name="connsiteX38" fmla="*/ 152720 w 362309"/>
                <a:gd name="connsiteY38" fmla="*/ 191519 h 361971"/>
                <a:gd name="connsiteX39" fmla="*/ 138023 w 362309"/>
                <a:gd name="connsiteY39" fmla="*/ 98952 h 361971"/>
                <a:gd name="connsiteX40" fmla="*/ 107351 w 362309"/>
                <a:gd name="connsiteY40" fmla="*/ 98952 h 361971"/>
                <a:gd name="connsiteX41" fmla="*/ 107351 w 362309"/>
                <a:gd name="connsiteY41" fmla="*/ 100229 h 361971"/>
                <a:gd name="connsiteX42" fmla="*/ 100961 w 362309"/>
                <a:gd name="connsiteY42" fmla="*/ 106613 h 361971"/>
                <a:gd name="connsiteX43" fmla="*/ 70928 w 362309"/>
                <a:gd name="connsiteY43" fmla="*/ 106613 h 361971"/>
                <a:gd name="connsiteX44" fmla="*/ 64538 w 362309"/>
                <a:gd name="connsiteY44" fmla="*/ 100229 h 361971"/>
                <a:gd name="connsiteX45" fmla="*/ 64538 w 362309"/>
                <a:gd name="connsiteY45" fmla="*/ 86184 h 361971"/>
                <a:gd name="connsiteX46" fmla="*/ 70928 w 362309"/>
                <a:gd name="connsiteY46" fmla="*/ 79800 h 361971"/>
                <a:gd name="connsiteX47" fmla="*/ 100961 w 362309"/>
                <a:gd name="connsiteY47" fmla="*/ 79800 h 361971"/>
                <a:gd name="connsiteX48" fmla="*/ 107351 w 362309"/>
                <a:gd name="connsiteY48" fmla="*/ 86184 h 361971"/>
                <a:gd name="connsiteX49" fmla="*/ 143135 w 362309"/>
                <a:gd name="connsiteY49" fmla="*/ 86184 h 361971"/>
                <a:gd name="connsiteX50" fmla="*/ 149525 w 362309"/>
                <a:gd name="connsiteY50" fmla="*/ 91291 h 361971"/>
                <a:gd name="connsiteX51" fmla="*/ 155915 w 362309"/>
                <a:gd name="connsiteY51" fmla="*/ 132787 h 361971"/>
                <a:gd name="connsiteX52" fmla="*/ 221731 w 362309"/>
                <a:gd name="connsiteY52" fmla="*/ 132787 h 361971"/>
                <a:gd name="connsiteX53" fmla="*/ 242179 w 362309"/>
                <a:gd name="connsiteY53" fmla="*/ 154492 h 361971"/>
                <a:gd name="connsiteX54" fmla="*/ 242179 w 362309"/>
                <a:gd name="connsiteY54" fmla="*/ 183220 h 361971"/>
                <a:gd name="connsiteX55" fmla="*/ 256875 w 362309"/>
                <a:gd name="connsiteY55" fmla="*/ 183220 h 361971"/>
                <a:gd name="connsiteX56" fmla="*/ 263265 w 362309"/>
                <a:gd name="connsiteY56" fmla="*/ 188327 h 361971"/>
                <a:gd name="connsiteX57" fmla="*/ 277962 w 362309"/>
                <a:gd name="connsiteY57" fmla="*/ 252167 h 361971"/>
                <a:gd name="connsiteX58" fmla="*/ 302883 w 362309"/>
                <a:gd name="connsiteY58" fmla="*/ 252167 h 361971"/>
                <a:gd name="connsiteX59" fmla="*/ 309273 w 362309"/>
                <a:gd name="connsiteY59" fmla="*/ 258551 h 361971"/>
                <a:gd name="connsiteX60" fmla="*/ 303522 w 362309"/>
                <a:gd name="connsiteY60" fmla="*/ 264935 h 361971"/>
                <a:gd name="connsiteX61" fmla="*/ 303522 w 362309"/>
                <a:gd name="connsiteY61" fmla="*/ 26493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1157" y="0"/>
                    <a:pt x="180835" y="0"/>
                  </a:cubicBezTo>
                  <a:close/>
                  <a:moveTo>
                    <a:pt x="166138" y="283449"/>
                  </a:moveTo>
                  <a:cubicBezTo>
                    <a:pt x="129077" y="283449"/>
                    <a:pt x="99044" y="252806"/>
                    <a:pt x="99044" y="215779"/>
                  </a:cubicBezTo>
                  <a:cubicBezTo>
                    <a:pt x="99044" y="190243"/>
                    <a:pt x="113741" y="167260"/>
                    <a:pt x="136745" y="155769"/>
                  </a:cubicBezTo>
                  <a:cubicBezTo>
                    <a:pt x="139940" y="153854"/>
                    <a:pt x="143774" y="155131"/>
                    <a:pt x="145691" y="158323"/>
                  </a:cubicBezTo>
                  <a:cubicBezTo>
                    <a:pt x="147608" y="161515"/>
                    <a:pt x="146330" y="165345"/>
                    <a:pt x="143135" y="167260"/>
                  </a:cubicBezTo>
                  <a:cubicBezTo>
                    <a:pt x="143135" y="167260"/>
                    <a:pt x="142496" y="167260"/>
                    <a:pt x="142496" y="167899"/>
                  </a:cubicBezTo>
                  <a:cubicBezTo>
                    <a:pt x="115019" y="181305"/>
                    <a:pt x="104156" y="213863"/>
                    <a:pt x="116936" y="241314"/>
                  </a:cubicBezTo>
                  <a:cubicBezTo>
                    <a:pt x="130355" y="268766"/>
                    <a:pt x="162943" y="279618"/>
                    <a:pt x="190420" y="266850"/>
                  </a:cubicBezTo>
                  <a:cubicBezTo>
                    <a:pt x="212785" y="255998"/>
                    <a:pt x="224926" y="231738"/>
                    <a:pt x="220453" y="207479"/>
                  </a:cubicBezTo>
                  <a:cubicBezTo>
                    <a:pt x="219814" y="203649"/>
                    <a:pt x="222370" y="200457"/>
                    <a:pt x="225565" y="199819"/>
                  </a:cubicBezTo>
                  <a:cubicBezTo>
                    <a:pt x="228760" y="199180"/>
                    <a:pt x="232594" y="201734"/>
                    <a:pt x="233233" y="204926"/>
                  </a:cubicBezTo>
                  <a:cubicBezTo>
                    <a:pt x="233872" y="208756"/>
                    <a:pt x="234511" y="213225"/>
                    <a:pt x="234511" y="217055"/>
                  </a:cubicBezTo>
                  <a:cubicBezTo>
                    <a:pt x="233233" y="253444"/>
                    <a:pt x="203200" y="283449"/>
                    <a:pt x="166138" y="283449"/>
                  </a:cubicBezTo>
                  <a:lnTo>
                    <a:pt x="166138" y="283449"/>
                  </a:lnTo>
                  <a:close/>
                  <a:moveTo>
                    <a:pt x="148247" y="215779"/>
                  </a:moveTo>
                  <a:cubicBezTo>
                    <a:pt x="148247" y="205564"/>
                    <a:pt x="156553" y="197903"/>
                    <a:pt x="166138" y="197903"/>
                  </a:cubicBezTo>
                  <a:cubicBezTo>
                    <a:pt x="176362" y="197903"/>
                    <a:pt x="184030" y="206203"/>
                    <a:pt x="184030" y="215779"/>
                  </a:cubicBezTo>
                  <a:cubicBezTo>
                    <a:pt x="184030" y="225355"/>
                    <a:pt x="175723" y="233654"/>
                    <a:pt x="166138" y="233654"/>
                  </a:cubicBezTo>
                  <a:cubicBezTo>
                    <a:pt x="166138" y="233654"/>
                    <a:pt x="166138" y="233654"/>
                    <a:pt x="166138" y="233654"/>
                  </a:cubicBezTo>
                  <a:cubicBezTo>
                    <a:pt x="156553" y="233654"/>
                    <a:pt x="148247" y="225993"/>
                    <a:pt x="148247" y="215779"/>
                  </a:cubicBezTo>
                  <a:lnTo>
                    <a:pt x="148247" y="215779"/>
                  </a:lnTo>
                  <a:close/>
                  <a:moveTo>
                    <a:pt x="303522" y="264935"/>
                  </a:moveTo>
                  <a:lnTo>
                    <a:pt x="273489" y="264935"/>
                  </a:lnTo>
                  <a:cubicBezTo>
                    <a:pt x="270294" y="264935"/>
                    <a:pt x="267738" y="263020"/>
                    <a:pt x="267099" y="259828"/>
                  </a:cubicBezTo>
                  <a:lnTo>
                    <a:pt x="253042" y="198542"/>
                  </a:lnTo>
                  <a:lnTo>
                    <a:pt x="253042" y="254082"/>
                  </a:lnTo>
                  <a:cubicBezTo>
                    <a:pt x="260709" y="257913"/>
                    <a:pt x="264543" y="266850"/>
                    <a:pt x="260709" y="274511"/>
                  </a:cubicBezTo>
                  <a:cubicBezTo>
                    <a:pt x="256875" y="282172"/>
                    <a:pt x="247930" y="286002"/>
                    <a:pt x="240262" y="282172"/>
                  </a:cubicBezTo>
                  <a:cubicBezTo>
                    <a:pt x="232594" y="278341"/>
                    <a:pt x="228760" y="269404"/>
                    <a:pt x="232594" y="261743"/>
                  </a:cubicBezTo>
                  <a:cubicBezTo>
                    <a:pt x="233872" y="257913"/>
                    <a:pt x="237067" y="255359"/>
                    <a:pt x="240262" y="254082"/>
                  </a:cubicBezTo>
                  <a:lnTo>
                    <a:pt x="240262" y="196627"/>
                  </a:lnTo>
                  <a:lnTo>
                    <a:pt x="159110" y="196627"/>
                  </a:lnTo>
                  <a:cubicBezTo>
                    <a:pt x="155915" y="196627"/>
                    <a:pt x="153358" y="194073"/>
                    <a:pt x="152720" y="191519"/>
                  </a:cubicBezTo>
                  <a:lnTo>
                    <a:pt x="138023" y="98952"/>
                  </a:lnTo>
                  <a:lnTo>
                    <a:pt x="107351" y="98952"/>
                  </a:lnTo>
                  <a:lnTo>
                    <a:pt x="107351" y="100229"/>
                  </a:lnTo>
                  <a:cubicBezTo>
                    <a:pt x="107351" y="104059"/>
                    <a:pt x="104795" y="106613"/>
                    <a:pt x="100961" y="106613"/>
                  </a:cubicBezTo>
                  <a:lnTo>
                    <a:pt x="70928" y="106613"/>
                  </a:lnTo>
                  <a:cubicBezTo>
                    <a:pt x="67094" y="106613"/>
                    <a:pt x="64538" y="104059"/>
                    <a:pt x="64538" y="100229"/>
                  </a:cubicBezTo>
                  <a:lnTo>
                    <a:pt x="64538" y="86184"/>
                  </a:lnTo>
                  <a:cubicBezTo>
                    <a:pt x="64538" y="82354"/>
                    <a:pt x="67094" y="79800"/>
                    <a:pt x="70928" y="79800"/>
                  </a:cubicBezTo>
                  <a:lnTo>
                    <a:pt x="100961" y="79800"/>
                  </a:lnTo>
                  <a:cubicBezTo>
                    <a:pt x="104795" y="79800"/>
                    <a:pt x="107351" y="82354"/>
                    <a:pt x="107351" y="86184"/>
                  </a:cubicBezTo>
                  <a:lnTo>
                    <a:pt x="143135" y="86184"/>
                  </a:lnTo>
                  <a:cubicBezTo>
                    <a:pt x="146330" y="86184"/>
                    <a:pt x="148886" y="88738"/>
                    <a:pt x="149525" y="91291"/>
                  </a:cubicBezTo>
                  <a:lnTo>
                    <a:pt x="155915" y="132787"/>
                  </a:lnTo>
                  <a:lnTo>
                    <a:pt x="221731" y="132787"/>
                  </a:lnTo>
                  <a:cubicBezTo>
                    <a:pt x="233233" y="133425"/>
                    <a:pt x="242818" y="143001"/>
                    <a:pt x="242179" y="154492"/>
                  </a:cubicBezTo>
                  <a:lnTo>
                    <a:pt x="242179" y="183220"/>
                  </a:lnTo>
                  <a:lnTo>
                    <a:pt x="256875" y="183220"/>
                  </a:lnTo>
                  <a:cubicBezTo>
                    <a:pt x="260070" y="183220"/>
                    <a:pt x="262626" y="185135"/>
                    <a:pt x="263265" y="188327"/>
                  </a:cubicBezTo>
                  <a:lnTo>
                    <a:pt x="277962" y="252167"/>
                  </a:lnTo>
                  <a:lnTo>
                    <a:pt x="302883" y="252167"/>
                  </a:lnTo>
                  <a:cubicBezTo>
                    <a:pt x="306717" y="252167"/>
                    <a:pt x="309273" y="254721"/>
                    <a:pt x="309273" y="258551"/>
                  </a:cubicBezTo>
                  <a:cubicBezTo>
                    <a:pt x="309273" y="262382"/>
                    <a:pt x="306717" y="264935"/>
                    <a:pt x="303522" y="264935"/>
                  </a:cubicBezTo>
                  <a:lnTo>
                    <a:pt x="303522" y="264935"/>
                  </a:lnTo>
                  <a:close/>
                </a:path>
              </a:pathLst>
            </a:custGeom>
            <a:solidFill>
              <a:srgbClr val="00A3E0"/>
            </a:solidFill>
            <a:ln w="6390" cap="flat">
              <a:noFill/>
              <a:prstDash val="solid"/>
              <a:miter/>
            </a:ln>
          </p:spPr>
          <p:txBody>
            <a:bodyPr rtlCol="0" anchor="ctr"/>
            <a:lstStyle/>
            <a:p>
              <a:endParaRPr lang="en-US"/>
            </a:p>
          </p:txBody>
        </p:sp>
      </p:grpSp>
      <p:grpSp>
        <p:nvGrpSpPr>
          <p:cNvPr id="187" name="Graphic 4">
            <a:extLst>
              <a:ext uri="{FF2B5EF4-FFF2-40B4-BE49-F238E27FC236}">
                <a16:creationId xmlns:a16="http://schemas.microsoft.com/office/drawing/2014/main" id="{3C292872-D2E5-1F47-958A-5C29DAE0C202}"/>
              </a:ext>
            </a:extLst>
          </p:cNvPr>
          <p:cNvGrpSpPr>
            <a:grpSpLocks noChangeAspect="1"/>
          </p:cNvGrpSpPr>
          <p:nvPr/>
        </p:nvGrpSpPr>
        <p:grpSpPr>
          <a:xfrm>
            <a:off x="1515054" y="1402723"/>
            <a:ext cx="362309" cy="361971"/>
            <a:chOff x="1515054" y="1402723"/>
            <a:chExt cx="362309" cy="361971"/>
          </a:xfrm>
          <a:solidFill>
            <a:srgbClr val="00A3E0"/>
          </a:solidFill>
        </p:grpSpPr>
        <p:sp>
          <p:nvSpPr>
            <p:cNvPr id="188" name="Graphic 4">
              <a:extLst>
                <a:ext uri="{FF2B5EF4-FFF2-40B4-BE49-F238E27FC236}">
                  <a16:creationId xmlns:a16="http://schemas.microsoft.com/office/drawing/2014/main" id="{78046099-43C0-BE48-8D5C-3F33E4000393}"/>
                </a:ext>
              </a:extLst>
            </p:cNvPr>
            <p:cNvSpPr/>
            <p:nvPr/>
          </p:nvSpPr>
          <p:spPr>
            <a:xfrm>
              <a:off x="1515054" y="1402723"/>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362309 w 362309"/>
                <a:gd name="connsiteY4" fmla="*/ 181305 h 361971"/>
                <a:gd name="connsiteX5" fmla="*/ 180835 w 362309"/>
                <a:gd name="connsiteY5" fmla="*/ 0 h 361971"/>
                <a:gd name="connsiteX6" fmla="*/ 180835 w 362309"/>
                <a:gd name="connsiteY6" fmla="*/ 0 h 361971"/>
                <a:gd name="connsiteX7" fmla="*/ 180835 w 362309"/>
                <a:gd name="connsiteY7" fmla="*/ 348565 h 361971"/>
                <a:gd name="connsiteX8" fmla="*/ 12780 w 362309"/>
                <a:gd name="connsiteY8" fmla="*/ 180028 h 361971"/>
                <a:gd name="connsiteX9" fmla="*/ 180835 w 362309"/>
                <a:gd name="connsiteY9" fmla="*/ 12130 h 361971"/>
                <a:gd name="connsiteX10" fmla="*/ 349529 w 362309"/>
                <a:gd name="connsiteY10" fmla="*/ 180028 h 361971"/>
                <a:gd name="connsiteX11" fmla="*/ 180835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181305"/>
                    <a:pt x="362309" y="181305"/>
                    <a:pt x="362309" y="181305"/>
                  </a:cubicBezTo>
                  <a:cubicBezTo>
                    <a:pt x="361670" y="80438"/>
                    <a:pt x="281157" y="0"/>
                    <a:pt x="180835" y="0"/>
                  </a:cubicBezTo>
                  <a:cubicBezTo>
                    <a:pt x="180835" y="0"/>
                    <a:pt x="180835" y="0"/>
                    <a:pt x="180835" y="0"/>
                  </a:cubicBezTo>
                  <a:close/>
                  <a:moveTo>
                    <a:pt x="180835" y="348565"/>
                  </a:moveTo>
                  <a:cubicBezTo>
                    <a:pt x="87542" y="348565"/>
                    <a:pt x="12780" y="273234"/>
                    <a:pt x="12780" y="180028"/>
                  </a:cubicBezTo>
                  <a:cubicBezTo>
                    <a:pt x="12780" y="86822"/>
                    <a:pt x="88181" y="12130"/>
                    <a:pt x="180835" y="12130"/>
                  </a:cubicBezTo>
                  <a:cubicBezTo>
                    <a:pt x="274128" y="12130"/>
                    <a:pt x="349529" y="87461"/>
                    <a:pt x="349529" y="180028"/>
                  </a:cubicBezTo>
                  <a:cubicBezTo>
                    <a:pt x="348891" y="273234"/>
                    <a:pt x="273489" y="348565"/>
                    <a:pt x="180835" y="348565"/>
                  </a:cubicBezTo>
                  <a:close/>
                </a:path>
              </a:pathLst>
            </a:custGeom>
            <a:solidFill>
              <a:srgbClr val="00A3E0"/>
            </a:solidFill>
            <a:ln w="6390" cap="flat">
              <a:noFill/>
              <a:prstDash val="solid"/>
              <a:miter/>
            </a:ln>
          </p:spPr>
          <p:txBody>
            <a:bodyPr rtlCol="0" anchor="ctr"/>
            <a:lstStyle/>
            <a:p>
              <a:endParaRPr lang="en-US"/>
            </a:p>
          </p:txBody>
        </p:sp>
        <p:sp>
          <p:nvSpPr>
            <p:cNvPr id="189" name="Graphic 4">
              <a:extLst>
                <a:ext uri="{FF2B5EF4-FFF2-40B4-BE49-F238E27FC236}">
                  <a16:creationId xmlns:a16="http://schemas.microsoft.com/office/drawing/2014/main" id="{5236DF5C-4F87-E549-A352-FFB4073ADAF5}"/>
                </a:ext>
              </a:extLst>
            </p:cNvPr>
            <p:cNvSpPr/>
            <p:nvPr/>
          </p:nvSpPr>
          <p:spPr>
            <a:xfrm>
              <a:off x="1568892" y="1483161"/>
              <a:ext cx="255214" cy="201733"/>
            </a:xfrm>
            <a:custGeom>
              <a:avLst/>
              <a:gdLst>
                <a:gd name="connsiteX0" fmla="*/ 254156 w 255214"/>
                <a:gd name="connsiteY0" fmla="*/ 43411 h 201733"/>
                <a:gd name="connsiteX1" fmla="*/ 245849 w 255214"/>
                <a:gd name="connsiteY1" fmla="*/ 35112 h 201733"/>
                <a:gd name="connsiteX2" fmla="*/ 239459 w 255214"/>
                <a:gd name="connsiteY2" fmla="*/ 32558 h 201733"/>
                <a:gd name="connsiteX3" fmla="*/ 238820 w 255214"/>
                <a:gd name="connsiteY3" fmla="*/ 31920 h 201733"/>
                <a:gd name="connsiteX4" fmla="*/ 222206 w 255214"/>
                <a:gd name="connsiteY4" fmla="*/ 15322 h 201733"/>
                <a:gd name="connsiteX5" fmla="*/ 215178 w 255214"/>
                <a:gd name="connsiteY5" fmla="*/ 14683 h 201733"/>
                <a:gd name="connsiteX6" fmla="*/ 179394 w 255214"/>
                <a:gd name="connsiteY6" fmla="*/ 31282 h 201733"/>
                <a:gd name="connsiteX7" fmla="*/ 157668 w 255214"/>
                <a:gd name="connsiteY7" fmla="*/ 2554 h 201733"/>
                <a:gd name="connsiteX8" fmla="*/ 152556 w 255214"/>
                <a:gd name="connsiteY8" fmla="*/ 0 h 201733"/>
                <a:gd name="connsiteX9" fmla="*/ 97603 w 255214"/>
                <a:gd name="connsiteY9" fmla="*/ 0 h 201733"/>
                <a:gd name="connsiteX10" fmla="*/ 91213 w 255214"/>
                <a:gd name="connsiteY10" fmla="*/ 6384 h 201733"/>
                <a:gd name="connsiteX11" fmla="*/ 92491 w 255214"/>
                <a:gd name="connsiteY11" fmla="*/ 10214 h 201733"/>
                <a:gd name="connsiteX12" fmla="*/ 127635 w 255214"/>
                <a:gd name="connsiteY12" fmla="*/ 63201 h 201733"/>
                <a:gd name="connsiteX13" fmla="*/ 81628 w 255214"/>
                <a:gd name="connsiteY13" fmla="*/ 66393 h 201733"/>
                <a:gd name="connsiteX14" fmla="*/ 49039 w 255214"/>
                <a:gd name="connsiteY14" fmla="*/ 76608 h 201733"/>
                <a:gd name="connsiteX15" fmla="*/ 27313 w 255214"/>
                <a:gd name="connsiteY15" fmla="*/ 98952 h 201733"/>
                <a:gd name="connsiteX16" fmla="*/ 19645 w 255214"/>
                <a:gd name="connsiteY16" fmla="*/ 116188 h 201733"/>
                <a:gd name="connsiteX17" fmla="*/ 11339 w 255214"/>
                <a:gd name="connsiteY17" fmla="*/ 134064 h 201733"/>
                <a:gd name="connsiteX18" fmla="*/ 1115 w 255214"/>
                <a:gd name="connsiteY18" fmla="*/ 147470 h 201733"/>
                <a:gd name="connsiteX19" fmla="*/ 2393 w 255214"/>
                <a:gd name="connsiteY19" fmla="*/ 156408 h 201733"/>
                <a:gd name="connsiteX20" fmla="*/ 8783 w 255214"/>
                <a:gd name="connsiteY20" fmla="*/ 157046 h 201733"/>
                <a:gd name="connsiteX21" fmla="*/ 46483 w 255214"/>
                <a:gd name="connsiteY21" fmla="*/ 132787 h 201733"/>
                <a:gd name="connsiteX22" fmla="*/ 45844 w 255214"/>
                <a:gd name="connsiteY22" fmla="*/ 142363 h 201733"/>
                <a:gd name="connsiteX23" fmla="*/ 32425 w 255214"/>
                <a:gd name="connsiteY23" fmla="*/ 157684 h 201733"/>
                <a:gd name="connsiteX24" fmla="*/ 31147 w 255214"/>
                <a:gd name="connsiteY24" fmla="*/ 162153 h 201733"/>
                <a:gd name="connsiteX25" fmla="*/ 31147 w 255214"/>
                <a:gd name="connsiteY25" fmla="*/ 187689 h 201733"/>
                <a:gd name="connsiteX26" fmla="*/ 32425 w 255214"/>
                <a:gd name="connsiteY26" fmla="*/ 191520 h 201733"/>
                <a:gd name="connsiteX27" fmla="*/ 38815 w 255214"/>
                <a:gd name="connsiteY27" fmla="*/ 199180 h 201733"/>
                <a:gd name="connsiteX28" fmla="*/ 43927 w 255214"/>
                <a:gd name="connsiteY28" fmla="*/ 201734 h 201733"/>
                <a:gd name="connsiteX29" fmla="*/ 66292 w 255214"/>
                <a:gd name="connsiteY29" fmla="*/ 201734 h 201733"/>
                <a:gd name="connsiteX30" fmla="*/ 72682 w 255214"/>
                <a:gd name="connsiteY30" fmla="*/ 195350 h 201733"/>
                <a:gd name="connsiteX31" fmla="*/ 72043 w 255214"/>
                <a:gd name="connsiteY31" fmla="*/ 192796 h 201733"/>
                <a:gd name="connsiteX32" fmla="*/ 66292 w 255214"/>
                <a:gd name="connsiteY32" fmla="*/ 178752 h 201733"/>
                <a:gd name="connsiteX33" fmla="*/ 66931 w 255214"/>
                <a:gd name="connsiteY33" fmla="*/ 168537 h 201733"/>
                <a:gd name="connsiteX34" fmla="*/ 100159 w 255214"/>
                <a:gd name="connsiteY34" fmla="*/ 132148 h 201733"/>
                <a:gd name="connsiteX35" fmla="*/ 158946 w 255214"/>
                <a:gd name="connsiteY35" fmla="*/ 141086 h 201733"/>
                <a:gd name="connsiteX36" fmla="*/ 159585 w 255214"/>
                <a:gd name="connsiteY36" fmla="*/ 174283 h 201733"/>
                <a:gd name="connsiteX37" fmla="*/ 160224 w 255214"/>
                <a:gd name="connsiteY37" fmla="*/ 176836 h 201733"/>
                <a:gd name="connsiteX38" fmla="*/ 169170 w 255214"/>
                <a:gd name="connsiteY38" fmla="*/ 197265 h 201733"/>
                <a:gd name="connsiteX39" fmla="*/ 174921 w 255214"/>
                <a:gd name="connsiteY39" fmla="*/ 201096 h 201733"/>
                <a:gd name="connsiteX40" fmla="*/ 200481 w 255214"/>
                <a:gd name="connsiteY40" fmla="*/ 201096 h 201733"/>
                <a:gd name="connsiteX41" fmla="*/ 206871 w 255214"/>
                <a:gd name="connsiteY41" fmla="*/ 194712 h 201733"/>
                <a:gd name="connsiteX42" fmla="*/ 206232 w 255214"/>
                <a:gd name="connsiteY42" fmla="*/ 192158 h 201733"/>
                <a:gd name="connsiteX43" fmla="*/ 197286 w 255214"/>
                <a:gd name="connsiteY43" fmla="*/ 173644 h 201733"/>
                <a:gd name="connsiteX44" fmla="*/ 196647 w 255214"/>
                <a:gd name="connsiteY44" fmla="*/ 131510 h 201733"/>
                <a:gd name="connsiteX45" fmla="*/ 221568 w 255214"/>
                <a:gd name="connsiteY45" fmla="*/ 71501 h 201733"/>
                <a:gd name="connsiteX46" fmla="*/ 242654 w 255214"/>
                <a:gd name="connsiteY46" fmla="*/ 68947 h 201733"/>
                <a:gd name="connsiteX47" fmla="*/ 252239 w 255214"/>
                <a:gd name="connsiteY47" fmla="*/ 61925 h 201733"/>
                <a:gd name="connsiteX48" fmla="*/ 254795 w 255214"/>
                <a:gd name="connsiteY48" fmla="*/ 55541 h 201733"/>
                <a:gd name="connsiteX49" fmla="*/ 254156 w 255214"/>
                <a:gd name="connsiteY49" fmla="*/ 43411 h 201733"/>
                <a:gd name="connsiteX50" fmla="*/ 169809 w 255214"/>
                <a:gd name="connsiteY50" fmla="*/ 99590 h 201733"/>
                <a:gd name="connsiteX51" fmla="*/ 169809 w 255214"/>
                <a:gd name="connsiteY51" fmla="*/ 58094 h 201733"/>
                <a:gd name="connsiteX52" fmla="*/ 171726 w 255214"/>
                <a:gd name="connsiteY52" fmla="*/ 56818 h 201733"/>
                <a:gd name="connsiteX53" fmla="*/ 203037 w 255214"/>
                <a:gd name="connsiteY53" fmla="*/ 81077 h 201733"/>
                <a:gd name="connsiteX54" fmla="*/ 169809 w 255214"/>
                <a:gd name="connsiteY54" fmla="*/ 99590 h 201733"/>
                <a:gd name="connsiteX55" fmla="*/ 157029 w 255214"/>
                <a:gd name="connsiteY55" fmla="*/ 84907 h 201733"/>
                <a:gd name="connsiteX56" fmla="*/ 147444 w 255214"/>
                <a:gd name="connsiteY56" fmla="*/ 70224 h 201733"/>
                <a:gd name="connsiteX57" fmla="*/ 157029 w 255214"/>
                <a:gd name="connsiteY57" fmla="*/ 65755 h 201733"/>
                <a:gd name="connsiteX58" fmla="*/ 157029 w 255214"/>
                <a:gd name="connsiteY58" fmla="*/ 84907 h 201733"/>
                <a:gd name="connsiteX59" fmla="*/ 148722 w 255214"/>
                <a:gd name="connsiteY59" fmla="*/ 12130 h 201733"/>
                <a:gd name="connsiteX60" fmla="*/ 169809 w 255214"/>
                <a:gd name="connsiteY60" fmla="*/ 40858 h 201733"/>
                <a:gd name="connsiteX61" fmla="*/ 167253 w 255214"/>
                <a:gd name="connsiteY61" fmla="*/ 44050 h 201733"/>
                <a:gd name="connsiteX62" fmla="*/ 140415 w 255214"/>
                <a:gd name="connsiteY62" fmla="*/ 60009 h 201733"/>
                <a:gd name="connsiteX63" fmla="*/ 109105 w 255214"/>
                <a:gd name="connsiteY63" fmla="*/ 12768 h 201733"/>
                <a:gd name="connsiteX64" fmla="*/ 148722 w 255214"/>
                <a:gd name="connsiteY64" fmla="*/ 12768 h 201733"/>
                <a:gd name="connsiteX65" fmla="*/ 56707 w 255214"/>
                <a:gd name="connsiteY65" fmla="*/ 158323 h 201733"/>
                <a:gd name="connsiteX66" fmla="*/ 52234 w 255214"/>
                <a:gd name="connsiteY66" fmla="*/ 164068 h 201733"/>
                <a:gd name="connsiteX67" fmla="*/ 51595 w 255214"/>
                <a:gd name="connsiteY67" fmla="*/ 179390 h 201733"/>
                <a:gd name="connsiteX68" fmla="*/ 52234 w 255214"/>
                <a:gd name="connsiteY68" fmla="*/ 181944 h 201733"/>
                <a:gd name="connsiteX69" fmla="*/ 54790 w 255214"/>
                <a:gd name="connsiteY69" fmla="*/ 188328 h 201733"/>
                <a:gd name="connsiteX70" fmla="*/ 45205 w 255214"/>
                <a:gd name="connsiteY70" fmla="*/ 188328 h 201733"/>
                <a:gd name="connsiteX71" fmla="*/ 42649 w 255214"/>
                <a:gd name="connsiteY71" fmla="*/ 184497 h 201733"/>
                <a:gd name="connsiteX72" fmla="*/ 42649 w 255214"/>
                <a:gd name="connsiteY72" fmla="*/ 163430 h 201733"/>
                <a:gd name="connsiteX73" fmla="*/ 56068 w 255214"/>
                <a:gd name="connsiteY73" fmla="*/ 148108 h 201733"/>
                <a:gd name="connsiteX74" fmla="*/ 57346 w 255214"/>
                <a:gd name="connsiteY74" fmla="*/ 144278 h 201733"/>
                <a:gd name="connsiteX75" fmla="*/ 58624 w 255214"/>
                <a:gd name="connsiteY75" fmla="*/ 112996 h 201733"/>
                <a:gd name="connsiteX76" fmla="*/ 53512 w 255214"/>
                <a:gd name="connsiteY76" fmla="*/ 106612 h 201733"/>
                <a:gd name="connsiteX77" fmla="*/ 46483 w 255214"/>
                <a:gd name="connsiteY77" fmla="*/ 111081 h 201733"/>
                <a:gd name="connsiteX78" fmla="*/ 25396 w 255214"/>
                <a:gd name="connsiteY78" fmla="*/ 131510 h 201733"/>
                <a:gd name="connsiteX79" fmla="*/ 30508 w 255214"/>
                <a:gd name="connsiteY79" fmla="*/ 120019 h 201733"/>
                <a:gd name="connsiteX80" fmla="*/ 36898 w 255214"/>
                <a:gd name="connsiteY80" fmla="*/ 105336 h 201733"/>
                <a:gd name="connsiteX81" fmla="*/ 54790 w 255214"/>
                <a:gd name="connsiteY81" fmla="*/ 86822 h 201733"/>
                <a:gd name="connsiteX82" fmla="*/ 80350 w 255214"/>
                <a:gd name="connsiteY82" fmla="*/ 78523 h 201733"/>
                <a:gd name="connsiteX83" fmla="*/ 134664 w 255214"/>
                <a:gd name="connsiteY83" fmla="*/ 74054 h 201733"/>
                <a:gd name="connsiteX84" fmla="*/ 157029 w 255214"/>
                <a:gd name="connsiteY84" fmla="*/ 108528 h 201733"/>
                <a:gd name="connsiteX85" fmla="*/ 157029 w 255214"/>
                <a:gd name="connsiteY85" fmla="*/ 128318 h 201733"/>
                <a:gd name="connsiteX86" fmla="*/ 102715 w 255214"/>
                <a:gd name="connsiteY86" fmla="*/ 120019 h 201733"/>
                <a:gd name="connsiteX87" fmla="*/ 99520 w 255214"/>
                <a:gd name="connsiteY87" fmla="*/ 104059 h 201733"/>
                <a:gd name="connsiteX88" fmla="*/ 91213 w 255214"/>
                <a:gd name="connsiteY88" fmla="*/ 100867 h 201733"/>
                <a:gd name="connsiteX89" fmla="*/ 88018 w 255214"/>
                <a:gd name="connsiteY89" fmla="*/ 109166 h 201733"/>
                <a:gd name="connsiteX90" fmla="*/ 88018 w 255214"/>
                <a:gd name="connsiteY90" fmla="*/ 109166 h 201733"/>
                <a:gd name="connsiteX91" fmla="*/ 89296 w 255214"/>
                <a:gd name="connsiteY91" fmla="*/ 121296 h 201733"/>
                <a:gd name="connsiteX92" fmla="*/ 56707 w 255214"/>
                <a:gd name="connsiteY92" fmla="*/ 158323 h 201733"/>
                <a:gd name="connsiteX93" fmla="*/ 56707 w 255214"/>
                <a:gd name="connsiteY93" fmla="*/ 158323 h 201733"/>
                <a:gd name="connsiteX94" fmla="*/ 182589 w 255214"/>
                <a:gd name="connsiteY94" fmla="*/ 174921 h 201733"/>
                <a:gd name="connsiteX95" fmla="*/ 183228 w 255214"/>
                <a:gd name="connsiteY95" fmla="*/ 177475 h 201733"/>
                <a:gd name="connsiteX96" fmla="*/ 188340 w 255214"/>
                <a:gd name="connsiteY96" fmla="*/ 187689 h 201733"/>
                <a:gd name="connsiteX97" fmla="*/ 176838 w 255214"/>
                <a:gd name="connsiteY97" fmla="*/ 187689 h 201733"/>
                <a:gd name="connsiteX98" fmla="*/ 170448 w 255214"/>
                <a:gd name="connsiteY98" fmla="*/ 172368 h 201733"/>
                <a:gd name="connsiteX99" fmla="*/ 169809 w 255214"/>
                <a:gd name="connsiteY99" fmla="*/ 134064 h 201733"/>
                <a:gd name="connsiteX100" fmla="*/ 169809 w 255214"/>
                <a:gd name="connsiteY100" fmla="*/ 112358 h 201733"/>
                <a:gd name="connsiteX101" fmla="*/ 196647 w 255214"/>
                <a:gd name="connsiteY101" fmla="*/ 104059 h 201733"/>
                <a:gd name="connsiteX102" fmla="*/ 185145 w 255214"/>
                <a:gd name="connsiteY102" fmla="*/ 123211 h 201733"/>
                <a:gd name="connsiteX103" fmla="*/ 182589 w 255214"/>
                <a:gd name="connsiteY103" fmla="*/ 128318 h 201733"/>
                <a:gd name="connsiteX104" fmla="*/ 182589 w 255214"/>
                <a:gd name="connsiteY104" fmla="*/ 174921 h 201733"/>
                <a:gd name="connsiteX105" fmla="*/ 242015 w 255214"/>
                <a:gd name="connsiteY105" fmla="*/ 50434 h 201733"/>
                <a:gd name="connsiteX106" fmla="*/ 239459 w 255214"/>
                <a:gd name="connsiteY106" fmla="*/ 56179 h 201733"/>
                <a:gd name="connsiteX107" fmla="*/ 213900 w 255214"/>
                <a:gd name="connsiteY107" fmla="*/ 59371 h 201733"/>
                <a:gd name="connsiteX108" fmla="*/ 208149 w 255214"/>
                <a:gd name="connsiteY108" fmla="*/ 64478 h 201733"/>
                <a:gd name="connsiteX109" fmla="*/ 207510 w 255214"/>
                <a:gd name="connsiteY109" fmla="*/ 68309 h 201733"/>
                <a:gd name="connsiteX110" fmla="*/ 180672 w 255214"/>
                <a:gd name="connsiteY110" fmla="*/ 47880 h 201733"/>
                <a:gd name="connsiteX111" fmla="*/ 187701 w 255214"/>
                <a:gd name="connsiteY111" fmla="*/ 39581 h 201733"/>
                <a:gd name="connsiteX112" fmla="*/ 188340 w 255214"/>
                <a:gd name="connsiteY112" fmla="*/ 38942 h 201733"/>
                <a:gd name="connsiteX113" fmla="*/ 213261 w 255214"/>
                <a:gd name="connsiteY113" fmla="*/ 27451 h 201733"/>
                <a:gd name="connsiteX114" fmla="*/ 213900 w 255214"/>
                <a:gd name="connsiteY114" fmla="*/ 27451 h 201733"/>
                <a:gd name="connsiteX115" fmla="*/ 219011 w 255214"/>
                <a:gd name="connsiteY115" fmla="*/ 28090 h 201733"/>
                <a:gd name="connsiteX116" fmla="*/ 225401 w 255214"/>
                <a:gd name="connsiteY116" fmla="*/ 35750 h 201733"/>
                <a:gd name="connsiteX117" fmla="*/ 227318 w 255214"/>
                <a:gd name="connsiteY117" fmla="*/ 39581 h 201733"/>
                <a:gd name="connsiteX118" fmla="*/ 234347 w 255214"/>
                <a:gd name="connsiteY118" fmla="*/ 44688 h 201733"/>
                <a:gd name="connsiteX119" fmla="*/ 240737 w 255214"/>
                <a:gd name="connsiteY119" fmla="*/ 47242 h 201733"/>
                <a:gd name="connsiteX120" fmla="*/ 240737 w 255214"/>
                <a:gd name="connsiteY120" fmla="*/ 47242 h 201733"/>
                <a:gd name="connsiteX121" fmla="*/ 242015 w 255214"/>
                <a:gd name="connsiteY121" fmla="*/ 48518 h 201733"/>
                <a:gd name="connsiteX122" fmla="*/ 242015 w 255214"/>
                <a:gd name="connsiteY122" fmla="*/ 50434 h 201733"/>
                <a:gd name="connsiteX123" fmla="*/ 242015 w 255214"/>
                <a:gd name="connsiteY123" fmla="*/ 50434 h 201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255214" h="201733">
                  <a:moveTo>
                    <a:pt x="254156" y="43411"/>
                  </a:moveTo>
                  <a:cubicBezTo>
                    <a:pt x="252878" y="39581"/>
                    <a:pt x="249683" y="36389"/>
                    <a:pt x="245849" y="35112"/>
                  </a:cubicBezTo>
                  <a:lnTo>
                    <a:pt x="239459" y="32558"/>
                  </a:lnTo>
                  <a:lnTo>
                    <a:pt x="238820" y="31920"/>
                  </a:lnTo>
                  <a:cubicBezTo>
                    <a:pt x="237542" y="23621"/>
                    <a:pt x="230513" y="17237"/>
                    <a:pt x="222206" y="15322"/>
                  </a:cubicBezTo>
                  <a:cubicBezTo>
                    <a:pt x="219650" y="14683"/>
                    <a:pt x="217095" y="14683"/>
                    <a:pt x="215178" y="14683"/>
                  </a:cubicBezTo>
                  <a:cubicBezTo>
                    <a:pt x="201120" y="13406"/>
                    <a:pt x="187701" y="19790"/>
                    <a:pt x="179394" y="31282"/>
                  </a:cubicBezTo>
                  <a:lnTo>
                    <a:pt x="157668" y="2554"/>
                  </a:lnTo>
                  <a:cubicBezTo>
                    <a:pt x="156390" y="638"/>
                    <a:pt x="154473" y="0"/>
                    <a:pt x="152556" y="0"/>
                  </a:cubicBezTo>
                  <a:lnTo>
                    <a:pt x="97603" y="0"/>
                  </a:lnTo>
                  <a:cubicBezTo>
                    <a:pt x="93769" y="0"/>
                    <a:pt x="91213" y="2554"/>
                    <a:pt x="91213" y="6384"/>
                  </a:cubicBezTo>
                  <a:cubicBezTo>
                    <a:pt x="91213" y="7661"/>
                    <a:pt x="91852" y="8938"/>
                    <a:pt x="92491" y="10214"/>
                  </a:cubicBezTo>
                  <a:lnTo>
                    <a:pt x="127635" y="63201"/>
                  </a:lnTo>
                  <a:cubicBezTo>
                    <a:pt x="112300" y="65117"/>
                    <a:pt x="96964" y="66393"/>
                    <a:pt x="81628" y="66393"/>
                  </a:cubicBezTo>
                  <a:cubicBezTo>
                    <a:pt x="70126" y="66393"/>
                    <a:pt x="58624" y="70224"/>
                    <a:pt x="49039" y="76608"/>
                  </a:cubicBezTo>
                  <a:cubicBezTo>
                    <a:pt x="40093" y="82353"/>
                    <a:pt x="32425" y="90014"/>
                    <a:pt x="27313" y="98952"/>
                  </a:cubicBezTo>
                  <a:cubicBezTo>
                    <a:pt x="24118" y="104697"/>
                    <a:pt x="21562" y="109804"/>
                    <a:pt x="19645" y="116188"/>
                  </a:cubicBezTo>
                  <a:cubicBezTo>
                    <a:pt x="17728" y="122572"/>
                    <a:pt x="14534" y="128318"/>
                    <a:pt x="11339" y="134064"/>
                  </a:cubicBezTo>
                  <a:lnTo>
                    <a:pt x="1115" y="147470"/>
                  </a:lnTo>
                  <a:cubicBezTo>
                    <a:pt x="-802" y="150662"/>
                    <a:pt x="-163" y="154492"/>
                    <a:pt x="2393" y="156408"/>
                  </a:cubicBezTo>
                  <a:cubicBezTo>
                    <a:pt x="4310" y="157684"/>
                    <a:pt x="6866" y="157684"/>
                    <a:pt x="8783" y="157046"/>
                  </a:cubicBezTo>
                  <a:cubicBezTo>
                    <a:pt x="22201" y="150662"/>
                    <a:pt x="34981" y="142363"/>
                    <a:pt x="46483" y="132787"/>
                  </a:cubicBezTo>
                  <a:lnTo>
                    <a:pt x="45844" y="142363"/>
                  </a:lnTo>
                  <a:lnTo>
                    <a:pt x="32425" y="157684"/>
                  </a:lnTo>
                  <a:cubicBezTo>
                    <a:pt x="31147" y="158961"/>
                    <a:pt x="31147" y="160238"/>
                    <a:pt x="31147" y="162153"/>
                  </a:cubicBezTo>
                  <a:lnTo>
                    <a:pt x="31147" y="187689"/>
                  </a:lnTo>
                  <a:cubicBezTo>
                    <a:pt x="31147" y="188966"/>
                    <a:pt x="31786" y="190881"/>
                    <a:pt x="32425" y="191520"/>
                  </a:cubicBezTo>
                  <a:lnTo>
                    <a:pt x="38815" y="199180"/>
                  </a:lnTo>
                  <a:cubicBezTo>
                    <a:pt x="40093" y="200457"/>
                    <a:pt x="42010" y="201734"/>
                    <a:pt x="43927" y="201734"/>
                  </a:cubicBezTo>
                  <a:lnTo>
                    <a:pt x="66292" y="201734"/>
                  </a:lnTo>
                  <a:cubicBezTo>
                    <a:pt x="70126" y="201734"/>
                    <a:pt x="72682" y="199180"/>
                    <a:pt x="72682" y="195350"/>
                  </a:cubicBezTo>
                  <a:cubicBezTo>
                    <a:pt x="72682" y="194712"/>
                    <a:pt x="72682" y="193435"/>
                    <a:pt x="72043" y="192796"/>
                  </a:cubicBezTo>
                  <a:lnTo>
                    <a:pt x="66292" y="178752"/>
                  </a:lnTo>
                  <a:lnTo>
                    <a:pt x="66931" y="168537"/>
                  </a:lnTo>
                  <a:cubicBezTo>
                    <a:pt x="73321" y="164707"/>
                    <a:pt x="86101" y="155131"/>
                    <a:pt x="100159" y="132148"/>
                  </a:cubicBezTo>
                  <a:cubicBezTo>
                    <a:pt x="119329" y="137894"/>
                    <a:pt x="139137" y="141086"/>
                    <a:pt x="158946" y="141086"/>
                  </a:cubicBezTo>
                  <a:lnTo>
                    <a:pt x="159585" y="174283"/>
                  </a:lnTo>
                  <a:cubicBezTo>
                    <a:pt x="159585" y="174921"/>
                    <a:pt x="159585" y="176198"/>
                    <a:pt x="160224" y="176836"/>
                  </a:cubicBezTo>
                  <a:lnTo>
                    <a:pt x="169170" y="197265"/>
                  </a:lnTo>
                  <a:cubicBezTo>
                    <a:pt x="170448" y="199819"/>
                    <a:pt x="172365" y="201096"/>
                    <a:pt x="174921" y="201096"/>
                  </a:cubicBezTo>
                  <a:lnTo>
                    <a:pt x="200481" y="201096"/>
                  </a:lnTo>
                  <a:cubicBezTo>
                    <a:pt x="204315" y="201096"/>
                    <a:pt x="206871" y="198542"/>
                    <a:pt x="206871" y="194712"/>
                  </a:cubicBezTo>
                  <a:cubicBezTo>
                    <a:pt x="206871" y="193435"/>
                    <a:pt x="206871" y="192796"/>
                    <a:pt x="206232" y="192158"/>
                  </a:cubicBezTo>
                  <a:lnTo>
                    <a:pt x="197286" y="173644"/>
                  </a:lnTo>
                  <a:lnTo>
                    <a:pt x="196647" y="131510"/>
                  </a:lnTo>
                  <a:cubicBezTo>
                    <a:pt x="210066" y="118104"/>
                    <a:pt x="219011" y="84269"/>
                    <a:pt x="221568" y="71501"/>
                  </a:cubicBezTo>
                  <a:lnTo>
                    <a:pt x="242654" y="68947"/>
                  </a:lnTo>
                  <a:cubicBezTo>
                    <a:pt x="247127" y="68309"/>
                    <a:pt x="250322" y="65755"/>
                    <a:pt x="252239" y="61925"/>
                  </a:cubicBezTo>
                  <a:lnTo>
                    <a:pt x="254795" y="55541"/>
                  </a:lnTo>
                  <a:cubicBezTo>
                    <a:pt x="255434" y="51710"/>
                    <a:pt x="255434" y="47242"/>
                    <a:pt x="254156" y="43411"/>
                  </a:cubicBezTo>
                  <a:close/>
                  <a:moveTo>
                    <a:pt x="169809" y="99590"/>
                  </a:moveTo>
                  <a:lnTo>
                    <a:pt x="169809" y="58094"/>
                  </a:lnTo>
                  <a:cubicBezTo>
                    <a:pt x="170448" y="57456"/>
                    <a:pt x="171087" y="57456"/>
                    <a:pt x="171726" y="56818"/>
                  </a:cubicBezTo>
                  <a:lnTo>
                    <a:pt x="203037" y="81077"/>
                  </a:lnTo>
                  <a:cubicBezTo>
                    <a:pt x="195369" y="91929"/>
                    <a:pt x="183228" y="98952"/>
                    <a:pt x="169809" y="99590"/>
                  </a:cubicBezTo>
                  <a:close/>
                  <a:moveTo>
                    <a:pt x="157029" y="84907"/>
                  </a:moveTo>
                  <a:lnTo>
                    <a:pt x="147444" y="70224"/>
                  </a:lnTo>
                  <a:cubicBezTo>
                    <a:pt x="150639" y="68947"/>
                    <a:pt x="153834" y="67670"/>
                    <a:pt x="157029" y="65755"/>
                  </a:cubicBezTo>
                  <a:lnTo>
                    <a:pt x="157029" y="84907"/>
                  </a:lnTo>
                  <a:close/>
                  <a:moveTo>
                    <a:pt x="148722" y="12130"/>
                  </a:moveTo>
                  <a:lnTo>
                    <a:pt x="169809" y="40858"/>
                  </a:lnTo>
                  <a:lnTo>
                    <a:pt x="167253" y="44050"/>
                  </a:lnTo>
                  <a:cubicBezTo>
                    <a:pt x="159585" y="51072"/>
                    <a:pt x="150000" y="56818"/>
                    <a:pt x="140415" y="60009"/>
                  </a:cubicBezTo>
                  <a:lnTo>
                    <a:pt x="109105" y="12768"/>
                  </a:lnTo>
                  <a:lnTo>
                    <a:pt x="148722" y="12768"/>
                  </a:lnTo>
                  <a:close/>
                  <a:moveTo>
                    <a:pt x="56707" y="158323"/>
                  </a:moveTo>
                  <a:cubicBezTo>
                    <a:pt x="54151" y="158961"/>
                    <a:pt x="52234" y="161515"/>
                    <a:pt x="52234" y="164068"/>
                  </a:cubicBezTo>
                  <a:lnTo>
                    <a:pt x="51595" y="179390"/>
                  </a:lnTo>
                  <a:cubicBezTo>
                    <a:pt x="51595" y="180028"/>
                    <a:pt x="51595" y="181305"/>
                    <a:pt x="52234" y="181944"/>
                  </a:cubicBezTo>
                  <a:lnTo>
                    <a:pt x="54790" y="188328"/>
                  </a:lnTo>
                  <a:lnTo>
                    <a:pt x="45205" y="188328"/>
                  </a:lnTo>
                  <a:lnTo>
                    <a:pt x="42649" y="184497"/>
                  </a:lnTo>
                  <a:lnTo>
                    <a:pt x="42649" y="163430"/>
                  </a:lnTo>
                  <a:lnTo>
                    <a:pt x="56068" y="148108"/>
                  </a:lnTo>
                  <a:cubicBezTo>
                    <a:pt x="57346" y="146832"/>
                    <a:pt x="57346" y="145555"/>
                    <a:pt x="57346" y="144278"/>
                  </a:cubicBezTo>
                  <a:lnTo>
                    <a:pt x="58624" y="112996"/>
                  </a:lnTo>
                  <a:cubicBezTo>
                    <a:pt x="58624" y="109804"/>
                    <a:pt x="56707" y="107251"/>
                    <a:pt x="53512" y="106612"/>
                  </a:cubicBezTo>
                  <a:cubicBezTo>
                    <a:pt x="50317" y="105974"/>
                    <a:pt x="47122" y="107889"/>
                    <a:pt x="46483" y="111081"/>
                  </a:cubicBezTo>
                  <a:cubicBezTo>
                    <a:pt x="44566" y="116827"/>
                    <a:pt x="35620" y="124488"/>
                    <a:pt x="25396" y="131510"/>
                  </a:cubicBezTo>
                  <a:cubicBezTo>
                    <a:pt x="27313" y="127680"/>
                    <a:pt x="28591" y="123849"/>
                    <a:pt x="30508" y="120019"/>
                  </a:cubicBezTo>
                  <a:cubicBezTo>
                    <a:pt x="32425" y="114912"/>
                    <a:pt x="34342" y="109804"/>
                    <a:pt x="36898" y="105336"/>
                  </a:cubicBezTo>
                  <a:cubicBezTo>
                    <a:pt x="41371" y="97675"/>
                    <a:pt x="47761" y="91929"/>
                    <a:pt x="54790" y="86822"/>
                  </a:cubicBezTo>
                  <a:cubicBezTo>
                    <a:pt x="62458" y="81715"/>
                    <a:pt x="71404" y="78523"/>
                    <a:pt x="80350" y="78523"/>
                  </a:cubicBezTo>
                  <a:cubicBezTo>
                    <a:pt x="98242" y="78523"/>
                    <a:pt x="116772" y="77246"/>
                    <a:pt x="134664" y="74054"/>
                  </a:cubicBezTo>
                  <a:lnTo>
                    <a:pt x="157029" y="108528"/>
                  </a:lnTo>
                  <a:lnTo>
                    <a:pt x="157029" y="128318"/>
                  </a:lnTo>
                  <a:cubicBezTo>
                    <a:pt x="138498" y="128318"/>
                    <a:pt x="120606" y="125126"/>
                    <a:pt x="102715" y="120019"/>
                  </a:cubicBezTo>
                  <a:cubicBezTo>
                    <a:pt x="103354" y="114273"/>
                    <a:pt x="102076" y="109166"/>
                    <a:pt x="99520" y="104059"/>
                  </a:cubicBezTo>
                  <a:cubicBezTo>
                    <a:pt x="98242" y="100867"/>
                    <a:pt x="94408" y="99590"/>
                    <a:pt x="91213" y="100867"/>
                  </a:cubicBezTo>
                  <a:cubicBezTo>
                    <a:pt x="88018" y="102144"/>
                    <a:pt x="86740" y="105974"/>
                    <a:pt x="88018" y="109166"/>
                  </a:cubicBezTo>
                  <a:lnTo>
                    <a:pt x="88018" y="109166"/>
                  </a:lnTo>
                  <a:cubicBezTo>
                    <a:pt x="89935" y="112996"/>
                    <a:pt x="89935" y="117465"/>
                    <a:pt x="89296" y="121296"/>
                  </a:cubicBezTo>
                  <a:cubicBezTo>
                    <a:pt x="72043" y="151939"/>
                    <a:pt x="56707" y="158323"/>
                    <a:pt x="56707" y="158323"/>
                  </a:cubicBezTo>
                  <a:lnTo>
                    <a:pt x="56707" y="158323"/>
                  </a:lnTo>
                  <a:close/>
                  <a:moveTo>
                    <a:pt x="182589" y="174921"/>
                  </a:moveTo>
                  <a:cubicBezTo>
                    <a:pt x="182589" y="175560"/>
                    <a:pt x="182589" y="176836"/>
                    <a:pt x="183228" y="177475"/>
                  </a:cubicBezTo>
                  <a:lnTo>
                    <a:pt x="188340" y="187689"/>
                  </a:lnTo>
                  <a:lnTo>
                    <a:pt x="176838" y="187689"/>
                  </a:lnTo>
                  <a:lnTo>
                    <a:pt x="170448" y="172368"/>
                  </a:lnTo>
                  <a:lnTo>
                    <a:pt x="169809" y="134064"/>
                  </a:lnTo>
                  <a:lnTo>
                    <a:pt x="169809" y="112358"/>
                  </a:lnTo>
                  <a:cubicBezTo>
                    <a:pt x="179394" y="111720"/>
                    <a:pt x="188340" y="109166"/>
                    <a:pt x="196647" y="104059"/>
                  </a:cubicBezTo>
                  <a:cubicBezTo>
                    <a:pt x="194091" y="111081"/>
                    <a:pt x="190257" y="118104"/>
                    <a:pt x="185145" y="123211"/>
                  </a:cubicBezTo>
                  <a:cubicBezTo>
                    <a:pt x="183228" y="124488"/>
                    <a:pt x="182589" y="126403"/>
                    <a:pt x="182589" y="128318"/>
                  </a:cubicBezTo>
                  <a:lnTo>
                    <a:pt x="182589" y="174921"/>
                  </a:lnTo>
                  <a:close/>
                  <a:moveTo>
                    <a:pt x="242015" y="50434"/>
                  </a:moveTo>
                  <a:lnTo>
                    <a:pt x="239459" y="56179"/>
                  </a:lnTo>
                  <a:lnTo>
                    <a:pt x="213900" y="59371"/>
                  </a:lnTo>
                  <a:cubicBezTo>
                    <a:pt x="211344" y="59371"/>
                    <a:pt x="208788" y="61925"/>
                    <a:pt x="208149" y="64478"/>
                  </a:cubicBezTo>
                  <a:cubicBezTo>
                    <a:pt x="208149" y="65755"/>
                    <a:pt x="207510" y="67032"/>
                    <a:pt x="207510" y="68309"/>
                  </a:cubicBezTo>
                  <a:lnTo>
                    <a:pt x="180672" y="47880"/>
                  </a:lnTo>
                  <a:lnTo>
                    <a:pt x="187701" y="39581"/>
                  </a:lnTo>
                  <a:lnTo>
                    <a:pt x="188340" y="38942"/>
                  </a:lnTo>
                  <a:cubicBezTo>
                    <a:pt x="194091" y="31282"/>
                    <a:pt x="203676" y="26813"/>
                    <a:pt x="213261" y="27451"/>
                  </a:cubicBezTo>
                  <a:lnTo>
                    <a:pt x="213900" y="27451"/>
                  </a:lnTo>
                  <a:cubicBezTo>
                    <a:pt x="215816" y="27451"/>
                    <a:pt x="217095" y="28090"/>
                    <a:pt x="219011" y="28090"/>
                  </a:cubicBezTo>
                  <a:cubicBezTo>
                    <a:pt x="222845" y="28728"/>
                    <a:pt x="225401" y="31920"/>
                    <a:pt x="225401" y="35750"/>
                  </a:cubicBezTo>
                  <a:cubicBezTo>
                    <a:pt x="225401" y="37027"/>
                    <a:pt x="226040" y="38304"/>
                    <a:pt x="227318" y="39581"/>
                  </a:cubicBezTo>
                  <a:cubicBezTo>
                    <a:pt x="229235" y="41496"/>
                    <a:pt x="231791" y="43411"/>
                    <a:pt x="234347" y="44688"/>
                  </a:cubicBezTo>
                  <a:lnTo>
                    <a:pt x="240737" y="47242"/>
                  </a:lnTo>
                  <a:lnTo>
                    <a:pt x="240737" y="47242"/>
                  </a:lnTo>
                  <a:cubicBezTo>
                    <a:pt x="241376" y="47242"/>
                    <a:pt x="241376" y="47880"/>
                    <a:pt x="242015" y="48518"/>
                  </a:cubicBezTo>
                  <a:cubicBezTo>
                    <a:pt x="242015" y="48518"/>
                    <a:pt x="242015" y="49157"/>
                    <a:pt x="242015" y="50434"/>
                  </a:cubicBezTo>
                  <a:lnTo>
                    <a:pt x="242015" y="50434"/>
                  </a:lnTo>
                  <a:close/>
                </a:path>
              </a:pathLst>
            </a:custGeom>
            <a:solidFill>
              <a:srgbClr val="00A3E0"/>
            </a:solidFill>
            <a:ln w="6390" cap="flat">
              <a:noFill/>
              <a:prstDash val="solid"/>
              <a:miter/>
            </a:ln>
          </p:spPr>
          <p:txBody>
            <a:bodyPr rtlCol="0" anchor="ctr"/>
            <a:lstStyle/>
            <a:p>
              <a:endParaRPr lang="en-US"/>
            </a:p>
          </p:txBody>
        </p:sp>
        <p:sp>
          <p:nvSpPr>
            <p:cNvPr id="190" name="Graphic 4">
              <a:extLst>
                <a:ext uri="{FF2B5EF4-FFF2-40B4-BE49-F238E27FC236}">
                  <a16:creationId xmlns:a16="http://schemas.microsoft.com/office/drawing/2014/main" id="{0F8A636F-9882-594D-BBB2-85A438F47942}"/>
                </a:ext>
              </a:extLst>
            </p:cNvPr>
            <p:cNvSpPr/>
            <p:nvPr/>
          </p:nvSpPr>
          <p:spPr>
            <a:xfrm>
              <a:off x="1758390" y="1516358"/>
              <a:ext cx="31430" cy="25535"/>
            </a:xfrm>
            <a:custGeom>
              <a:avLst/>
              <a:gdLst>
                <a:gd name="connsiteX0" fmla="*/ 25680 w 31430"/>
                <a:gd name="connsiteY0" fmla="*/ 0 h 25535"/>
                <a:gd name="connsiteX1" fmla="*/ 18651 w 31430"/>
                <a:gd name="connsiteY1" fmla="*/ 5746 h 25535"/>
                <a:gd name="connsiteX2" fmla="*/ 18012 w 31430"/>
                <a:gd name="connsiteY2" fmla="*/ 13406 h 25535"/>
                <a:gd name="connsiteX3" fmla="*/ 13539 w 31430"/>
                <a:gd name="connsiteY3" fmla="*/ 13406 h 25535"/>
                <a:gd name="connsiteX4" fmla="*/ 12900 w 31430"/>
                <a:gd name="connsiteY4" fmla="*/ 7661 h 25535"/>
                <a:gd name="connsiteX5" fmla="*/ 6510 w 31430"/>
                <a:gd name="connsiteY5" fmla="*/ 1277 h 25535"/>
                <a:gd name="connsiteX6" fmla="*/ 120 w 31430"/>
                <a:gd name="connsiteY6" fmla="*/ 7661 h 25535"/>
                <a:gd name="connsiteX7" fmla="*/ 5871 w 31430"/>
                <a:gd name="connsiteY7" fmla="*/ 22982 h 25535"/>
                <a:gd name="connsiteX8" fmla="*/ 15456 w 31430"/>
                <a:gd name="connsiteY8" fmla="*/ 25536 h 25535"/>
                <a:gd name="connsiteX9" fmla="*/ 22485 w 31430"/>
                <a:gd name="connsiteY9" fmla="*/ 24898 h 25535"/>
                <a:gd name="connsiteX10" fmla="*/ 30791 w 31430"/>
                <a:gd name="connsiteY10" fmla="*/ 15322 h 25535"/>
                <a:gd name="connsiteX11" fmla="*/ 31430 w 31430"/>
                <a:gd name="connsiteY11" fmla="*/ 5746 h 25535"/>
                <a:gd name="connsiteX12" fmla="*/ 25680 w 31430"/>
                <a:gd name="connsiteY12" fmla="*/ 0 h 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430" h="25535">
                  <a:moveTo>
                    <a:pt x="25680" y="0"/>
                  </a:moveTo>
                  <a:cubicBezTo>
                    <a:pt x="22485" y="0"/>
                    <a:pt x="19290" y="2554"/>
                    <a:pt x="18651" y="5746"/>
                  </a:cubicBezTo>
                  <a:lnTo>
                    <a:pt x="18012" y="13406"/>
                  </a:lnTo>
                  <a:cubicBezTo>
                    <a:pt x="16734" y="13406"/>
                    <a:pt x="14817" y="13406"/>
                    <a:pt x="13539" y="13406"/>
                  </a:cubicBezTo>
                  <a:cubicBezTo>
                    <a:pt x="12900" y="11491"/>
                    <a:pt x="12900" y="9576"/>
                    <a:pt x="12900" y="7661"/>
                  </a:cubicBezTo>
                  <a:cubicBezTo>
                    <a:pt x="12900" y="3830"/>
                    <a:pt x="10344" y="1277"/>
                    <a:pt x="6510" y="1277"/>
                  </a:cubicBezTo>
                  <a:cubicBezTo>
                    <a:pt x="2676" y="1277"/>
                    <a:pt x="120" y="3830"/>
                    <a:pt x="120" y="7661"/>
                  </a:cubicBezTo>
                  <a:cubicBezTo>
                    <a:pt x="-519" y="13406"/>
                    <a:pt x="1398" y="19152"/>
                    <a:pt x="5871" y="22982"/>
                  </a:cubicBezTo>
                  <a:cubicBezTo>
                    <a:pt x="8427" y="24898"/>
                    <a:pt x="12261" y="25536"/>
                    <a:pt x="15456" y="25536"/>
                  </a:cubicBezTo>
                  <a:cubicBezTo>
                    <a:pt x="18012" y="25536"/>
                    <a:pt x="19928" y="25536"/>
                    <a:pt x="22485" y="24898"/>
                  </a:cubicBezTo>
                  <a:cubicBezTo>
                    <a:pt x="26957" y="23621"/>
                    <a:pt x="30152" y="20429"/>
                    <a:pt x="30791" y="15322"/>
                  </a:cubicBezTo>
                  <a:lnTo>
                    <a:pt x="31430" y="5746"/>
                  </a:lnTo>
                  <a:cubicBezTo>
                    <a:pt x="31430" y="3192"/>
                    <a:pt x="28875" y="0"/>
                    <a:pt x="25680" y="0"/>
                  </a:cubicBezTo>
                  <a:close/>
                </a:path>
              </a:pathLst>
            </a:custGeom>
            <a:solidFill>
              <a:srgbClr val="00A3E0"/>
            </a:solidFill>
            <a:ln w="6390" cap="flat">
              <a:noFill/>
              <a:prstDash val="solid"/>
              <a:miter/>
            </a:ln>
          </p:spPr>
          <p:txBody>
            <a:bodyPr rtlCol="0" anchor="ctr"/>
            <a:lstStyle/>
            <a:p>
              <a:endParaRPr lang="en-US"/>
            </a:p>
          </p:txBody>
        </p:sp>
      </p:grpSp>
      <p:grpSp>
        <p:nvGrpSpPr>
          <p:cNvPr id="191" name="Graphic 4">
            <a:extLst>
              <a:ext uri="{FF2B5EF4-FFF2-40B4-BE49-F238E27FC236}">
                <a16:creationId xmlns:a16="http://schemas.microsoft.com/office/drawing/2014/main" id="{171833C6-585F-FF4D-884F-D850CAC4DBC6}"/>
              </a:ext>
            </a:extLst>
          </p:cNvPr>
          <p:cNvGrpSpPr>
            <a:grpSpLocks noChangeAspect="1"/>
          </p:cNvGrpSpPr>
          <p:nvPr/>
        </p:nvGrpSpPr>
        <p:grpSpPr>
          <a:xfrm>
            <a:off x="1952125" y="1402723"/>
            <a:ext cx="362313" cy="361971"/>
            <a:chOff x="1952125" y="1402723"/>
            <a:chExt cx="362313" cy="361971"/>
          </a:xfrm>
          <a:solidFill>
            <a:srgbClr val="00A3E0"/>
          </a:solidFill>
        </p:grpSpPr>
        <p:sp>
          <p:nvSpPr>
            <p:cNvPr id="192" name="Graphic 4">
              <a:extLst>
                <a:ext uri="{FF2B5EF4-FFF2-40B4-BE49-F238E27FC236}">
                  <a16:creationId xmlns:a16="http://schemas.microsoft.com/office/drawing/2014/main" id="{377E1145-04FE-734C-B3E0-B66A0365E788}"/>
                </a:ext>
              </a:extLst>
            </p:cNvPr>
            <p:cNvSpPr/>
            <p:nvPr/>
          </p:nvSpPr>
          <p:spPr>
            <a:xfrm>
              <a:off x="2115069" y="1495291"/>
              <a:ext cx="61343" cy="47241"/>
            </a:xfrm>
            <a:custGeom>
              <a:avLst/>
              <a:gdLst>
                <a:gd name="connsiteX0" fmla="*/ 58788 w 61343"/>
                <a:gd name="connsiteY0" fmla="*/ 31920 h 47241"/>
                <a:gd name="connsiteX1" fmla="*/ 61343 w 61343"/>
                <a:gd name="connsiteY1" fmla="*/ 28728 h 47241"/>
                <a:gd name="connsiteX2" fmla="*/ 40257 w 61343"/>
                <a:gd name="connsiteY2" fmla="*/ 0 h 47241"/>
                <a:gd name="connsiteX3" fmla="*/ 0 w 61343"/>
                <a:gd name="connsiteY3" fmla="*/ 0 h 47241"/>
                <a:gd name="connsiteX4" fmla="*/ 31950 w 61343"/>
                <a:gd name="connsiteY4" fmla="*/ 47241 h 47241"/>
                <a:gd name="connsiteX5" fmla="*/ 58788 w 61343"/>
                <a:gd name="connsiteY5" fmla="*/ 31920 h 4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343" h="47241">
                  <a:moveTo>
                    <a:pt x="58788" y="31920"/>
                  </a:moveTo>
                  <a:lnTo>
                    <a:pt x="61343" y="28728"/>
                  </a:lnTo>
                  <a:lnTo>
                    <a:pt x="40257" y="0"/>
                  </a:lnTo>
                  <a:lnTo>
                    <a:pt x="0" y="0"/>
                  </a:lnTo>
                  <a:lnTo>
                    <a:pt x="31950" y="47241"/>
                  </a:lnTo>
                  <a:cubicBezTo>
                    <a:pt x="42174" y="44049"/>
                    <a:pt x="51119" y="38942"/>
                    <a:pt x="58788" y="31920"/>
                  </a:cubicBezTo>
                  <a:close/>
                </a:path>
              </a:pathLst>
            </a:custGeom>
            <a:solidFill>
              <a:srgbClr val="00A3E0"/>
            </a:solidFill>
            <a:ln w="6390" cap="flat">
              <a:noFill/>
              <a:prstDash val="solid"/>
              <a:miter/>
            </a:ln>
          </p:spPr>
          <p:txBody>
            <a:bodyPr rtlCol="0" anchor="ctr"/>
            <a:lstStyle/>
            <a:p>
              <a:endParaRPr lang="en-US"/>
            </a:p>
          </p:txBody>
        </p:sp>
        <p:sp>
          <p:nvSpPr>
            <p:cNvPr id="193" name="Graphic 4">
              <a:extLst>
                <a:ext uri="{FF2B5EF4-FFF2-40B4-BE49-F238E27FC236}">
                  <a16:creationId xmlns:a16="http://schemas.microsoft.com/office/drawing/2014/main" id="{E246021F-8E8D-4D4B-A3A0-9C020B20E3A7}"/>
                </a:ext>
              </a:extLst>
            </p:cNvPr>
            <p:cNvSpPr/>
            <p:nvPr/>
          </p:nvSpPr>
          <p:spPr>
            <a:xfrm>
              <a:off x="2154047" y="1549555"/>
              <a:ext cx="9584" cy="18513"/>
            </a:xfrm>
            <a:custGeom>
              <a:avLst/>
              <a:gdLst>
                <a:gd name="connsiteX0" fmla="*/ 9585 w 9584"/>
                <a:gd name="connsiteY0" fmla="*/ 18514 h 18513"/>
                <a:gd name="connsiteX1" fmla="*/ 9585 w 9584"/>
                <a:gd name="connsiteY1" fmla="*/ 0 h 18513"/>
                <a:gd name="connsiteX2" fmla="*/ 0 w 9584"/>
                <a:gd name="connsiteY2" fmla="*/ 4469 h 18513"/>
                <a:gd name="connsiteX3" fmla="*/ 9585 w 9584"/>
                <a:gd name="connsiteY3" fmla="*/ 18514 h 18513"/>
              </a:gdLst>
              <a:ahLst/>
              <a:cxnLst>
                <a:cxn ang="0">
                  <a:pos x="connsiteX0" y="connsiteY0"/>
                </a:cxn>
                <a:cxn ang="0">
                  <a:pos x="connsiteX1" y="connsiteY1"/>
                </a:cxn>
                <a:cxn ang="0">
                  <a:pos x="connsiteX2" y="connsiteY2"/>
                </a:cxn>
                <a:cxn ang="0">
                  <a:pos x="connsiteX3" y="connsiteY3"/>
                </a:cxn>
              </a:cxnLst>
              <a:rect l="l" t="t" r="r" b="b"/>
              <a:pathLst>
                <a:path w="9584" h="18513">
                  <a:moveTo>
                    <a:pt x="9585" y="18514"/>
                  </a:moveTo>
                  <a:lnTo>
                    <a:pt x="9585" y="0"/>
                  </a:lnTo>
                  <a:cubicBezTo>
                    <a:pt x="6390" y="1915"/>
                    <a:pt x="3195" y="3192"/>
                    <a:pt x="0" y="4469"/>
                  </a:cubicBezTo>
                  <a:lnTo>
                    <a:pt x="9585" y="18514"/>
                  </a:lnTo>
                  <a:close/>
                </a:path>
              </a:pathLst>
            </a:custGeom>
            <a:solidFill>
              <a:srgbClr val="00A3E0"/>
            </a:solidFill>
            <a:ln w="6390" cap="flat">
              <a:noFill/>
              <a:prstDash val="solid"/>
              <a:miter/>
            </a:ln>
          </p:spPr>
          <p:txBody>
            <a:bodyPr rtlCol="0" anchor="ctr"/>
            <a:lstStyle/>
            <a:p>
              <a:endParaRPr lang="en-US"/>
            </a:p>
          </p:txBody>
        </p:sp>
        <p:sp>
          <p:nvSpPr>
            <p:cNvPr id="194" name="Graphic 4">
              <a:extLst>
                <a:ext uri="{FF2B5EF4-FFF2-40B4-BE49-F238E27FC236}">
                  <a16:creationId xmlns:a16="http://schemas.microsoft.com/office/drawing/2014/main" id="{CAA72050-0D1C-FB47-9BCA-8B6FD7C298E8}"/>
                </a:ext>
              </a:extLst>
            </p:cNvPr>
            <p:cNvSpPr/>
            <p:nvPr/>
          </p:nvSpPr>
          <p:spPr>
            <a:xfrm>
              <a:off x="2176412" y="1539340"/>
              <a:ext cx="33227" cy="43411"/>
            </a:xfrm>
            <a:custGeom>
              <a:avLst/>
              <a:gdLst>
                <a:gd name="connsiteX0" fmla="*/ 0 w 33227"/>
                <a:gd name="connsiteY0" fmla="*/ 1915 h 43411"/>
                <a:gd name="connsiteX1" fmla="*/ 0 w 33227"/>
                <a:gd name="connsiteY1" fmla="*/ 43411 h 43411"/>
                <a:gd name="connsiteX2" fmla="*/ 33228 w 33227"/>
                <a:gd name="connsiteY2" fmla="*/ 24259 h 43411"/>
                <a:gd name="connsiteX3" fmla="*/ 1917 w 33227"/>
                <a:gd name="connsiteY3" fmla="*/ 0 h 43411"/>
                <a:gd name="connsiteX4" fmla="*/ 0 w 33227"/>
                <a:gd name="connsiteY4" fmla="*/ 1915 h 434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27" h="43411">
                  <a:moveTo>
                    <a:pt x="0" y="1915"/>
                  </a:moveTo>
                  <a:lnTo>
                    <a:pt x="0" y="43411"/>
                  </a:lnTo>
                  <a:cubicBezTo>
                    <a:pt x="13419" y="42773"/>
                    <a:pt x="25560" y="35750"/>
                    <a:pt x="33228" y="24259"/>
                  </a:cubicBezTo>
                  <a:lnTo>
                    <a:pt x="1917" y="0"/>
                  </a:lnTo>
                  <a:lnTo>
                    <a:pt x="0" y="1915"/>
                  </a:lnTo>
                  <a:close/>
                </a:path>
              </a:pathLst>
            </a:custGeom>
            <a:solidFill>
              <a:srgbClr val="00A3E0"/>
            </a:solidFill>
            <a:ln w="6390" cap="flat">
              <a:noFill/>
              <a:prstDash val="solid"/>
              <a:miter/>
            </a:ln>
          </p:spPr>
          <p:txBody>
            <a:bodyPr rtlCol="0" anchor="ctr"/>
            <a:lstStyle/>
            <a:p>
              <a:endParaRPr lang="en-US"/>
            </a:p>
          </p:txBody>
        </p:sp>
        <p:sp>
          <p:nvSpPr>
            <p:cNvPr id="195" name="Graphic 4">
              <a:extLst>
                <a:ext uri="{FF2B5EF4-FFF2-40B4-BE49-F238E27FC236}">
                  <a16:creationId xmlns:a16="http://schemas.microsoft.com/office/drawing/2014/main" id="{47BF2525-1BEE-6541-8F3F-C8927975BFDC}"/>
                </a:ext>
              </a:extLst>
            </p:cNvPr>
            <p:cNvSpPr/>
            <p:nvPr/>
          </p:nvSpPr>
          <p:spPr>
            <a:xfrm>
              <a:off x="2176412" y="1587220"/>
              <a:ext cx="26837" cy="83630"/>
            </a:xfrm>
            <a:custGeom>
              <a:avLst/>
              <a:gdLst>
                <a:gd name="connsiteX0" fmla="*/ 15336 w 26837"/>
                <a:gd name="connsiteY0" fmla="*/ 19152 h 83630"/>
                <a:gd name="connsiteX1" fmla="*/ 26838 w 26837"/>
                <a:gd name="connsiteY1" fmla="*/ 0 h 83630"/>
                <a:gd name="connsiteX2" fmla="*/ 0 w 26837"/>
                <a:gd name="connsiteY2" fmla="*/ 8299 h 83630"/>
                <a:gd name="connsiteX3" fmla="*/ 0 w 26837"/>
                <a:gd name="connsiteY3" fmla="*/ 30005 h 83630"/>
                <a:gd name="connsiteX4" fmla="*/ 639 w 26837"/>
                <a:gd name="connsiteY4" fmla="*/ 68309 h 83630"/>
                <a:gd name="connsiteX5" fmla="*/ 7029 w 26837"/>
                <a:gd name="connsiteY5" fmla="*/ 83630 h 83630"/>
                <a:gd name="connsiteX6" fmla="*/ 18531 w 26837"/>
                <a:gd name="connsiteY6" fmla="*/ 83630 h 83630"/>
                <a:gd name="connsiteX7" fmla="*/ 13419 w 26837"/>
                <a:gd name="connsiteY7" fmla="*/ 73416 h 83630"/>
                <a:gd name="connsiteX8" fmla="*/ 12780 w 26837"/>
                <a:gd name="connsiteY8" fmla="*/ 70862 h 83630"/>
                <a:gd name="connsiteX9" fmla="*/ 12141 w 26837"/>
                <a:gd name="connsiteY9" fmla="*/ 24259 h 83630"/>
                <a:gd name="connsiteX10" fmla="*/ 15336 w 26837"/>
                <a:gd name="connsiteY10" fmla="*/ 19152 h 83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837" h="83630">
                  <a:moveTo>
                    <a:pt x="15336" y="19152"/>
                  </a:moveTo>
                  <a:cubicBezTo>
                    <a:pt x="20448" y="14045"/>
                    <a:pt x="24921" y="7022"/>
                    <a:pt x="26838" y="0"/>
                  </a:cubicBezTo>
                  <a:cubicBezTo>
                    <a:pt x="18531" y="4469"/>
                    <a:pt x="9585" y="7661"/>
                    <a:pt x="0" y="8299"/>
                  </a:cubicBezTo>
                  <a:lnTo>
                    <a:pt x="0" y="30005"/>
                  </a:lnTo>
                  <a:lnTo>
                    <a:pt x="639" y="68309"/>
                  </a:lnTo>
                  <a:lnTo>
                    <a:pt x="7029" y="83630"/>
                  </a:lnTo>
                  <a:lnTo>
                    <a:pt x="18531" y="83630"/>
                  </a:lnTo>
                  <a:lnTo>
                    <a:pt x="13419" y="73416"/>
                  </a:lnTo>
                  <a:cubicBezTo>
                    <a:pt x="12780" y="72777"/>
                    <a:pt x="12780" y="71501"/>
                    <a:pt x="12780" y="70862"/>
                  </a:cubicBezTo>
                  <a:lnTo>
                    <a:pt x="12141" y="24259"/>
                  </a:lnTo>
                  <a:cubicBezTo>
                    <a:pt x="12780" y="22344"/>
                    <a:pt x="13419" y="20429"/>
                    <a:pt x="15336" y="19152"/>
                  </a:cubicBezTo>
                  <a:close/>
                </a:path>
              </a:pathLst>
            </a:custGeom>
            <a:solidFill>
              <a:srgbClr val="00A3E0"/>
            </a:solidFill>
            <a:ln w="6390" cap="flat">
              <a:noFill/>
              <a:prstDash val="solid"/>
              <a:miter/>
            </a:ln>
          </p:spPr>
          <p:txBody>
            <a:bodyPr rtlCol="0" anchor="ctr"/>
            <a:lstStyle/>
            <a:p>
              <a:endParaRPr lang="en-US"/>
            </a:p>
          </p:txBody>
        </p:sp>
        <p:sp>
          <p:nvSpPr>
            <p:cNvPr id="196" name="Graphic 4">
              <a:extLst>
                <a:ext uri="{FF2B5EF4-FFF2-40B4-BE49-F238E27FC236}">
                  <a16:creationId xmlns:a16="http://schemas.microsoft.com/office/drawing/2014/main" id="{712F7497-636C-2D48-B12C-683BB19549FE}"/>
                </a:ext>
              </a:extLst>
            </p:cNvPr>
            <p:cNvSpPr/>
            <p:nvPr/>
          </p:nvSpPr>
          <p:spPr>
            <a:xfrm>
              <a:off x="2033278" y="1556577"/>
              <a:ext cx="130993" cy="114911"/>
            </a:xfrm>
            <a:custGeom>
              <a:avLst/>
              <a:gdLst>
                <a:gd name="connsiteX0" fmla="*/ 61982 w 130993"/>
                <a:gd name="connsiteY0" fmla="*/ 35750 h 114911"/>
                <a:gd name="connsiteX1" fmla="*/ 65816 w 130993"/>
                <a:gd name="connsiteY1" fmla="*/ 27451 h 114911"/>
                <a:gd name="connsiteX2" fmla="*/ 73484 w 130993"/>
                <a:gd name="connsiteY2" fmla="*/ 30005 h 114911"/>
                <a:gd name="connsiteX3" fmla="*/ 76679 w 130993"/>
                <a:gd name="connsiteY3" fmla="*/ 45965 h 114911"/>
                <a:gd name="connsiteX4" fmla="*/ 130994 w 130993"/>
                <a:gd name="connsiteY4" fmla="*/ 54264 h 114911"/>
                <a:gd name="connsiteX5" fmla="*/ 130994 w 130993"/>
                <a:gd name="connsiteY5" fmla="*/ 34474 h 114911"/>
                <a:gd name="connsiteX6" fmla="*/ 107990 w 130993"/>
                <a:gd name="connsiteY6" fmla="*/ 0 h 114911"/>
                <a:gd name="connsiteX7" fmla="*/ 54314 w 130993"/>
                <a:gd name="connsiteY7" fmla="*/ 4469 h 114911"/>
                <a:gd name="connsiteX8" fmla="*/ 28755 w 130993"/>
                <a:gd name="connsiteY8" fmla="*/ 12768 h 114911"/>
                <a:gd name="connsiteX9" fmla="*/ 10863 w 130993"/>
                <a:gd name="connsiteY9" fmla="*/ 31282 h 114911"/>
                <a:gd name="connsiteX10" fmla="*/ 4473 w 130993"/>
                <a:gd name="connsiteY10" fmla="*/ 45965 h 114911"/>
                <a:gd name="connsiteX11" fmla="*/ 0 w 130993"/>
                <a:gd name="connsiteY11" fmla="*/ 57456 h 114911"/>
                <a:gd name="connsiteX12" fmla="*/ 21087 w 130993"/>
                <a:gd name="connsiteY12" fmla="*/ 37027 h 114911"/>
                <a:gd name="connsiteX13" fmla="*/ 29394 w 130993"/>
                <a:gd name="connsiteY13" fmla="*/ 33197 h 114911"/>
                <a:gd name="connsiteX14" fmla="*/ 33867 w 130993"/>
                <a:gd name="connsiteY14" fmla="*/ 39581 h 114911"/>
                <a:gd name="connsiteX15" fmla="*/ 32589 w 130993"/>
                <a:gd name="connsiteY15" fmla="*/ 70862 h 114911"/>
                <a:gd name="connsiteX16" fmla="*/ 31311 w 130993"/>
                <a:gd name="connsiteY16" fmla="*/ 74693 h 114911"/>
                <a:gd name="connsiteX17" fmla="*/ 17892 w 130993"/>
                <a:gd name="connsiteY17" fmla="*/ 90014 h 114911"/>
                <a:gd name="connsiteX18" fmla="*/ 17892 w 130993"/>
                <a:gd name="connsiteY18" fmla="*/ 111081 h 114911"/>
                <a:gd name="connsiteX19" fmla="*/ 21087 w 130993"/>
                <a:gd name="connsiteY19" fmla="*/ 114912 h 114911"/>
                <a:gd name="connsiteX20" fmla="*/ 30672 w 130993"/>
                <a:gd name="connsiteY20" fmla="*/ 114912 h 114911"/>
                <a:gd name="connsiteX21" fmla="*/ 28116 w 130993"/>
                <a:gd name="connsiteY21" fmla="*/ 108528 h 114911"/>
                <a:gd name="connsiteX22" fmla="*/ 27477 w 130993"/>
                <a:gd name="connsiteY22" fmla="*/ 105974 h 114911"/>
                <a:gd name="connsiteX23" fmla="*/ 28116 w 130993"/>
                <a:gd name="connsiteY23" fmla="*/ 90653 h 114911"/>
                <a:gd name="connsiteX24" fmla="*/ 32589 w 130993"/>
                <a:gd name="connsiteY24" fmla="*/ 84907 h 114911"/>
                <a:gd name="connsiteX25" fmla="*/ 65177 w 130993"/>
                <a:gd name="connsiteY25" fmla="*/ 47880 h 114911"/>
                <a:gd name="connsiteX26" fmla="*/ 61982 w 130993"/>
                <a:gd name="connsiteY26" fmla="*/ 35750 h 11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0993" h="114911">
                  <a:moveTo>
                    <a:pt x="61982" y="35750"/>
                  </a:moveTo>
                  <a:cubicBezTo>
                    <a:pt x="60704" y="32558"/>
                    <a:pt x="61982" y="28728"/>
                    <a:pt x="65816" y="27451"/>
                  </a:cubicBezTo>
                  <a:cubicBezTo>
                    <a:pt x="69011" y="26174"/>
                    <a:pt x="72206" y="27451"/>
                    <a:pt x="73484" y="30005"/>
                  </a:cubicBezTo>
                  <a:cubicBezTo>
                    <a:pt x="76040" y="35112"/>
                    <a:pt x="76679" y="40858"/>
                    <a:pt x="76679" y="45965"/>
                  </a:cubicBezTo>
                  <a:cubicBezTo>
                    <a:pt x="93932" y="51710"/>
                    <a:pt x="112463" y="54264"/>
                    <a:pt x="130994" y="54264"/>
                  </a:cubicBezTo>
                  <a:lnTo>
                    <a:pt x="130994" y="34474"/>
                  </a:lnTo>
                  <a:lnTo>
                    <a:pt x="107990" y="0"/>
                  </a:lnTo>
                  <a:cubicBezTo>
                    <a:pt x="90098" y="3192"/>
                    <a:pt x="72206" y="4469"/>
                    <a:pt x="54314" y="4469"/>
                  </a:cubicBezTo>
                  <a:cubicBezTo>
                    <a:pt x="45368" y="4469"/>
                    <a:pt x="36423" y="7022"/>
                    <a:pt x="28755" y="12768"/>
                  </a:cubicBezTo>
                  <a:cubicBezTo>
                    <a:pt x="21087" y="17237"/>
                    <a:pt x="15336" y="23621"/>
                    <a:pt x="10863" y="31282"/>
                  </a:cubicBezTo>
                  <a:cubicBezTo>
                    <a:pt x="8307" y="35750"/>
                    <a:pt x="6390" y="40858"/>
                    <a:pt x="4473" y="45965"/>
                  </a:cubicBezTo>
                  <a:cubicBezTo>
                    <a:pt x="3195" y="49795"/>
                    <a:pt x="1278" y="53626"/>
                    <a:pt x="0" y="57456"/>
                  </a:cubicBezTo>
                  <a:cubicBezTo>
                    <a:pt x="10224" y="50434"/>
                    <a:pt x="19170" y="42773"/>
                    <a:pt x="21087" y="37027"/>
                  </a:cubicBezTo>
                  <a:cubicBezTo>
                    <a:pt x="22365" y="33835"/>
                    <a:pt x="25560" y="31920"/>
                    <a:pt x="29394" y="33197"/>
                  </a:cubicBezTo>
                  <a:cubicBezTo>
                    <a:pt x="31950" y="33835"/>
                    <a:pt x="33867" y="37027"/>
                    <a:pt x="33867" y="39581"/>
                  </a:cubicBezTo>
                  <a:lnTo>
                    <a:pt x="32589" y="70862"/>
                  </a:lnTo>
                  <a:cubicBezTo>
                    <a:pt x="32589" y="72139"/>
                    <a:pt x="31950" y="73416"/>
                    <a:pt x="31311" y="74693"/>
                  </a:cubicBezTo>
                  <a:lnTo>
                    <a:pt x="17892" y="90014"/>
                  </a:lnTo>
                  <a:lnTo>
                    <a:pt x="17892" y="111081"/>
                  </a:lnTo>
                  <a:lnTo>
                    <a:pt x="21087" y="114912"/>
                  </a:lnTo>
                  <a:lnTo>
                    <a:pt x="30672" y="114912"/>
                  </a:lnTo>
                  <a:lnTo>
                    <a:pt x="28116" y="108528"/>
                  </a:lnTo>
                  <a:cubicBezTo>
                    <a:pt x="27477" y="107889"/>
                    <a:pt x="27477" y="106612"/>
                    <a:pt x="27477" y="105974"/>
                  </a:cubicBezTo>
                  <a:lnTo>
                    <a:pt x="28116" y="90653"/>
                  </a:lnTo>
                  <a:cubicBezTo>
                    <a:pt x="28116" y="88099"/>
                    <a:pt x="30033" y="85545"/>
                    <a:pt x="32589" y="84907"/>
                  </a:cubicBezTo>
                  <a:cubicBezTo>
                    <a:pt x="32589" y="84907"/>
                    <a:pt x="47925" y="79161"/>
                    <a:pt x="65177" y="47880"/>
                  </a:cubicBezTo>
                  <a:cubicBezTo>
                    <a:pt x="64538" y="44050"/>
                    <a:pt x="63899" y="39581"/>
                    <a:pt x="61982" y="35750"/>
                  </a:cubicBezTo>
                  <a:close/>
                </a:path>
              </a:pathLst>
            </a:custGeom>
            <a:solidFill>
              <a:srgbClr val="00A3E0"/>
            </a:solidFill>
            <a:ln w="6390" cap="flat">
              <a:noFill/>
              <a:prstDash val="solid"/>
              <a:miter/>
            </a:ln>
          </p:spPr>
          <p:txBody>
            <a:bodyPr rtlCol="0" anchor="ctr"/>
            <a:lstStyle/>
            <a:p>
              <a:endParaRPr lang="en-US"/>
            </a:p>
          </p:txBody>
        </p:sp>
        <p:sp>
          <p:nvSpPr>
            <p:cNvPr id="197" name="Graphic 4">
              <a:extLst>
                <a:ext uri="{FF2B5EF4-FFF2-40B4-BE49-F238E27FC236}">
                  <a16:creationId xmlns:a16="http://schemas.microsoft.com/office/drawing/2014/main" id="{40821780-2C81-F445-ACFF-ABE4B8145831}"/>
                </a:ext>
              </a:extLst>
            </p:cNvPr>
            <p:cNvSpPr/>
            <p:nvPr/>
          </p:nvSpPr>
          <p:spPr>
            <a:xfrm>
              <a:off x="1952125" y="14027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308634 w 362313"/>
                <a:gd name="connsiteY6" fmla="*/ 135979 h 361971"/>
                <a:gd name="connsiteX7" fmla="*/ 305439 w 362313"/>
                <a:gd name="connsiteY7" fmla="*/ 142363 h 361971"/>
                <a:gd name="connsiteX8" fmla="*/ 295854 w 362313"/>
                <a:gd name="connsiteY8" fmla="*/ 149385 h 361971"/>
                <a:gd name="connsiteX9" fmla="*/ 274767 w 362313"/>
                <a:gd name="connsiteY9" fmla="*/ 151939 h 361971"/>
                <a:gd name="connsiteX10" fmla="*/ 249847 w 362313"/>
                <a:gd name="connsiteY10" fmla="*/ 211948 h 361971"/>
                <a:gd name="connsiteX11" fmla="*/ 250486 w 362313"/>
                <a:gd name="connsiteY11" fmla="*/ 254082 h 361971"/>
                <a:gd name="connsiteX12" fmla="*/ 259431 w 362313"/>
                <a:gd name="connsiteY12" fmla="*/ 272596 h 361971"/>
                <a:gd name="connsiteX13" fmla="*/ 259431 w 362313"/>
                <a:gd name="connsiteY13" fmla="*/ 278980 h 361971"/>
                <a:gd name="connsiteX14" fmla="*/ 253681 w 362313"/>
                <a:gd name="connsiteY14" fmla="*/ 282172 h 361971"/>
                <a:gd name="connsiteX15" fmla="*/ 228121 w 362313"/>
                <a:gd name="connsiteY15" fmla="*/ 282172 h 361971"/>
                <a:gd name="connsiteX16" fmla="*/ 222370 w 362313"/>
                <a:gd name="connsiteY16" fmla="*/ 278342 h 361971"/>
                <a:gd name="connsiteX17" fmla="*/ 213424 w 362313"/>
                <a:gd name="connsiteY17" fmla="*/ 257913 h 361971"/>
                <a:gd name="connsiteX18" fmla="*/ 212785 w 362313"/>
                <a:gd name="connsiteY18" fmla="*/ 255359 h 361971"/>
                <a:gd name="connsiteX19" fmla="*/ 212146 w 362313"/>
                <a:gd name="connsiteY19" fmla="*/ 222163 h 361971"/>
                <a:gd name="connsiteX20" fmla="*/ 153358 w 362313"/>
                <a:gd name="connsiteY20" fmla="*/ 213225 h 361971"/>
                <a:gd name="connsiteX21" fmla="*/ 120131 w 362313"/>
                <a:gd name="connsiteY21" fmla="*/ 249614 h 361971"/>
                <a:gd name="connsiteX22" fmla="*/ 120131 w 362313"/>
                <a:gd name="connsiteY22" fmla="*/ 259828 h 361971"/>
                <a:gd name="connsiteX23" fmla="*/ 125882 w 362313"/>
                <a:gd name="connsiteY23" fmla="*/ 273873 h 361971"/>
                <a:gd name="connsiteX24" fmla="*/ 122687 w 362313"/>
                <a:gd name="connsiteY24" fmla="*/ 282172 h 361971"/>
                <a:gd name="connsiteX25" fmla="*/ 120131 w 362313"/>
                <a:gd name="connsiteY25" fmla="*/ 282810 h 361971"/>
                <a:gd name="connsiteX26" fmla="*/ 97127 w 362313"/>
                <a:gd name="connsiteY26" fmla="*/ 282810 h 361971"/>
                <a:gd name="connsiteX27" fmla="*/ 92015 w 362313"/>
                <a:gd name="connsiteY27" fmla="*/ 280257 h 361971"/>
                <a:gd name="connsiteX28" fmla="*/ 85625 w 362313"/>
                <a:gd name="connsiteY28" fmla="*/ 272596 h 361971"/>
                <a:gd name="connsiteX29" fmla="*/ 84347 w 362313"/>
                <a:gd name="connsiteY29" fmla="*/ 268766 h 361971"/>
                <a:gd name="connsiteX30" fmla="*/ 84347 w 362313"/>
                <a:gd name="connsiteY30" fmla="*/ 243230 h 361971"/>
                <a:gd name="connsiteX31" fmla="*/ 85625 w 362313"/>
                <a:gd name="connsiteY31" fmla="*/ 238761 h 361971"/>
                <a:gd name="connsiteX32" fmla="*/ 99044 w 362313"/>
                <a:gd name="connsiteY32" fmla="*/ 223439 h 361971"/>
                <a:gd name="connsiteX33" fmla="*/ 99683 w 362313"/>
                <a:gd name="connsiteY33" fmla="*/ 213863 h 361971"/>
                <a:gd name="connsiteX34" fmla="*/ 61982 w 362313"/>
                <a:gd name="connsiteY34" fmla="*/ 238122 h 361971"/>
                <a:gd name="connsiteX35" fmla="*/ 54314 w 362313"/>
                <a:gd name="connsiteY35" fmla="*/ 236846 h 361971"/>
                <a:gd name="connsiteX36" fmla="*/ 54314 w 362313"/>
                <a:gd name="connsiteY36" fmla="*/ 229185 h 361971"/>
                <a:gd name="connsiteX37" fmla="*/ 63899 w 362313"/>
                <a:gd name="connsiteY37" fmla="*/ 215779 h 361971"/>
                <a:gd name="connsiteX38" fmla="*/ 72206 w 362313"/>
                <a:gd name="connsiteY38" fmla="*/ 197903 h 361971"/>
                <a:gd name="connsiteX39" fmla="*/ 79874 w 362313"/>
                <a:gd name="connsiteY39" fmla="*/ 180667 h 361971"/>
                <a:gd name="connsiteX40" fmla="*/ 101600 w 362313"/>
                <a:gd name="connsiteY40" fmla="*/ 158323 h 361971"/>
                <a:gd name="connsiteX41" fmla="*/ 134189 w 362313"/>
                <a:gd name="connsiteY41" fmla="*/ 148108 h 361971"/>
                <a:gd name="connsiteX42" fmla="*/ 180196 w 362313"/>
                <a:gd name="connsiteY42" fmla="*/ 144916 h 361971"/>
                <a:gd name="connsiteX43" fmla="*/ 145052 w 362313"/>
                <a:gd name="connsiteY43" fmla="*/ 91929 h 361971"/>
                <a:gd name="connsiteX44" fmla="*/ 145052 w 362313"/>
                <a:gd name="connsiteY44" fmla="*/ 85545 h 361971"/>
                <a:gd name="connsiteX45" fmla="*/ 150803 w 362313"/>
                <a:gd name="connsiteY45" fmla="*/ 82353 h 361971"/>
                <a:gd name="connsiteX46" fmla="*/ 205756 w 362313"/>
                <a:gd name="connsiteY46" fmla="*/ 82353 h 361971"/>
                <a:gd name="connsiteX47" fmla="*/ 210868 w 362313"/>
                <a:gd name="connsiteY47" fmla="*/ 84907 h 361971"/>
                <a:gd name="connsiteX48" fmla="*/ 232594 w 362313"/>
                <a:gd name="connsiteY48" fmla="*/ 114273 h 361971"/>
                <a:gd name="connsiteX49" fmla="*/ 268377 w 362313"/>
                <a:gd name="connsiteY49" fmla="*/ 97675 h 361971"/>
                <a:gd name="connsiteX50" fmla="*/ 275406 w 362313"/>
                <a:gd name="connsiteY50" fmla="*/ 98313 h 361971"/>
                <a:gd name="connsiteX51" fmla="*/ 292020 w 362313"/>
                <a:gd name="connsiteY51" fmla="*/ 114912 h 361971"/>
                <a:gd name="connsiteX52" fmla="*/ 292659 w 362313"/>
                <a:gd name="connsiteY52" fmla="*/ 115550 h 361971"/>
                <a:gd name="connsiteX53" fmla="*/ 299049 w 362313"/>
                <a:gd name="connsiteY53" fmla="*/ 118104 h 361971"/>
                <a:gd name="connsiteX54" fmla="*/ 307356 w 362313"/>
                <a:gd name="connsiteY54" fmla="*/ 126403 h 361971"/>
                <a:gd name="connsiteX55" fmla="*/ 308634 w 362313"/>
                <a:gd name="connsiteY55" fmla="*/ 13597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308634" y="135979"/>
                  </a:moveTo>
                  <a:lnTo>
                    <a:pt x="305439" y="142363"/>
                  </a:lnTo>
                  <a:cubicBezTo>
                    <a:pt x="303522" y="146193"/>
                    <a:pt x="299688" y="148747"/>
                    <a:pt x="295854" y="149385"/>
                  </a:cubicBezTo>
                  <a:lnTo>
                    <a:pt x="274767" y="151939"/>
                  </a:lnTo>
                  <a:cubicBezTo>
                    <a:pt x="271572" y="164707"/>
                    <a:pt x="262626" y="199180"/>
                    <a:pt x="249847" y="211948"/>
                  </a:cubicBezTo>
                  <a:lnTo>
                    <a:pt x="250486" y="254082"/>
                  </a:lnTo>
                  <a:lnTo>
                    <a:pt x="259431" y="272596"/>
                  </a:lnTo>
                  <a:cubicBezTo>
                    <a:pt x="260709" y="274511"/>
                    <a:pt x="260709" y="277065"/>
                    <a:pt x="259431" y="278980"/>
                  </a:cubicBezTo>
                  <a:cubicBezTo>
                    <a:pt x="258153" y="280895"/>
                    <a:pt x="256237" y="282172"/>
                    <a:pt x="253681" y="282172"/>
                  </a:cubicBezTo>
                  <a:lnTo>
                    <a:pt x="228121" y="282172"/>
                  </a:lnTo>
                  <a:cubicBezTo>
                    <a:pt x="225565" y="282172"/>
                    <a:pt x="223009" y="280895"/>
                    <a:pt x="222370" y="278342"/>
                  </a:cubicBezTo>
                  <a:lnTo>
                    <a:pt x="213424" y="257913"/>
                  </a:lnTo>
                  <a:cubicBezTo>
                    <a:pt x="212785" y="257274"/>
                    <a:pt x="212785" y="256636"/>
                    <a:pt x="212785" y="255359"/>
                  </a:cubicBezTo>
                  <a:lnTo>
                    <a:pt x="212146" y="222163"/>
                  </a:lnTo>
                  <a:cubicBezTo>
                    <a:pt x="192337" y="222163"/>
                    <a:pt x="172528" y="218971"/>
                    <a:pt x="153358" y="213225"/>
                  </a:cubicBezTo>
                  <a:cubicBezTo>
                    <a:pt x="139301" y="236846"/>
                    <a:pt x="126521" y="246422"/>
                    <a:pt x="120131" y="249614"/>
                  </a:cubicBezTo>
                  <a:lnTo>
                    <a:pt x="120131" y="259828"/>
                  </a:lnTo>
                  <a:lnTo>
                    <a:pt x="125882" y="273873"/>
                  </a:lnTo>
                  <a:cubicBezTo>
                    <a:pt x="127160" y="277065"/>
                    <a:pt x="125882" y="280895"/>
                    <a:pt x="122687" y="282172"/>
                  </a:cubicBezTo>
                  <a:cubicBezTo>
                    <a:pt x="122048" y="282810"/>
                    <a:pt x="120770" y="282810"/>
                    <a:pt x="120131" y="282810"/>
                  </a:cubicBezTo>
                  <a:lnTo>
                    <a:pt x="97127" y="282810"/>
                  </a:lnTo>
                  <a:cubicBezTo>
                    <a:pt x="95210" y="282810"/>
                    <a:pt x="93293" y="282172"/>
                    <a:pt x="92015" y="280257"/>
                  </a:cubicBezTo>
                  <a:lnTo>
                    <a:pt x="85625" y="272596"/>
                  </a:lnTo>
                  <a:cubicBezTo>
                    <a:pt x="84986" y="271319"/>
                    <a:pt x="84347" y="270042"/>
                    <a:pt x="84347" y="268766"/>
                  </a:cubicBezTo>
                  <a:lnTo>
                    <a:pt x="84347" y="243230"/>
                  </a:lnTo>
                  <a:cubicBezTo>
                    <a:pt x="84347" y="241953"/>
                    <a:pt x="84986" y="240038"/>
                    <a:pt x="85625" y="238761"/>
                  </a:cubicBezTo>
                  <a:lnTo>
                    <a:pt x="99044" y="223439"/>
                  </a:lnTo>
                  <a:lnTo>
                    <a:pt x="99683" y="213863"/>
                  </a:lnTo>
                  <a:cubicBezTo>
                    <a:pt x="88181" y="223439"/>
                    <a:pt x="75401" y="231100"/>
                    <a:pt x="61982" y="238122"/>
                  </a:cubicBezTo>
                  <a:cubicBezTo>
                    <a:pt x="59426" y="239399"/>
                    <a:pt x="56231" y="238761"/>
                    <a:pt x="54314" y="236846"/>
                  </a:cubicBezTo>
                  <a:cubicBezTo>
                    <a:pt x="52398" y="234292"/>
                    <a:pt x="52398" y="231100"/>
                    <a:pt x="54314" y="229185"/>
                  </a:cubicBezTo>
                  <a:lnTo>
                    <a:pt x="63899" y="215779"/>
                  </a:lnTo>
                  <a:cubicBezTo>
                    <a:pt x="67733" y="210033"/>
                    <a:pt x="70289" y="204287"/>
                    <a:pt x="72206" y="197903"/>
                  </a:cubicBezTo>
                  <a:cubicBezTo>
                    <a:pt x="74123" y="192158"/>
                    <a:pt x="76679" y="186412"/>
                    <a:pt x="79874" y="180667"/>
                  </a:cubicBezTo>
                  <a:cubicBezTo>
                    <a:pt x="84986" y="171729"/>
                    <a:pt x="92654" y="164068"/>
                    <a:pt x="101600" y="158323"/>
                  </a:cubicBezTo>
                  <a:cubicBezTo>
                    <a:pt x="111185" y="151939"/>
                    <a:pt x="122687" y="148108"/>
                    <a:pt x="134189" y="148108"/>
                  </a:cubicBezTo>
                  <a:cubicBezTo>
                    <a:pt x="149524" y="148108"/>
                    <a:pt x="164860" y="146832"/>
                    <a:pt x="180196" y="144916"/>
                  </a:cubicBezTo>
                  <a:lnTo>
                    <a:pt x="145052" y="91929"/>
                  </a:lnTo>
                  <a:cubicBezTo>
                    <a:pt x="143774" y="90014"/>
                    <a:pt x="143774" y="87461"/>
                    <a:pt x="145052" y="85545"/>
                  </a:cubicBezTo>
                  <a:cubicBezTo>
                    <a:pt x="146330" y="83630"/>
                    <a:pt x="148247" y="82353"/>
                    <a:pt x="150803" y="82353"/>
                  </a:cubicBezTo>
                  <a:lnTo>
                    <a:pt x="205756" y="82353"/>
                  </a:lnTo>
                  <a:cubicBezTo>
                    <a:pt x="207673" y="82353"/>
                    <a:pt x="209590" y="82992"/>
                    <a:pt x="210868" y="84907"/>
                  </a:cubicBezTo>
                  <a:lnTo>
                    <a:pt x="232594" y="114273"/>
                  </a:lnTo>
                  <a:cubicBezTo>
                    <a:pt x="240901" y="102782"/>
                    <a:pt x="254319" y="97037"/>
                    <a:pt x="268377" y="97675"/>
                  </a:cubicBezTo>
                  <a:cubicBezTo>
                    <a:pt x="270933" y="97675"/>
                    <a:pt x="273489" y="98313"/>
                    <a:pt x="275406" y="98313"/>
                  </a:cubicBezTo>
                  <a:cubicBezTo>
                    <a:pt x="283713" y="99590"/>
                    <a:pt x="290103" y="106612"/>
                    <a:pt x="292020" y="114912"/>
                  </a:cubicBezTo>
                  <a:lnTo>
                    <a:pt x="292659" y="115550"/>
                  </a:lnTo>
                  <a:lnTo>
                    <a:pt x="299049" y="118104"/>
                  </a:lnTo>
                  <a:cubicBezTo>
                    <a:pt x="302883" y="119380"/>
                    <a:pt x="306078" y="122572"/>
                    <a:pt x="307356" y="126403"/>
                  </a:cubicBezTo>
                  <a:cubicBezTo>
                    <a:pt x="309912" y="128318"/>
                    <a:pt x="309912" y="132148"/>
                    <a:pt x="308634" y="135979"/>
                  </a:cubicBezTo>
                  <a:close/>
                </a:path>
              </a:pathLst>
            </a:custGeom>
            <a:solidFill>
              <a:srgbClr val="00A3E0"/>
            </a:solidFill>
            <a:ln w="6390" cap="flat">
              <a:noFill/>
              <a:prstDash val="solid"/>
              <a:miter/>
            </a:ln>
          </p:spPr>
          <p:txBody>
            <a:bodyPr rtlCol="0" anchor="ctr"/>
            <a:lstStyle/>
            <a:p>
              <a:endParaRPr lang="en-US"/>
            </a:p>
          </p:txBody>
        </p:sp>
        <p:sp>
          <p:nvSpPr>
            <p:cNvPr id="198" name="Graphic 4">
              <a:extLst>
                <a:ext uri="{FF2B5EF4-FFF2-40B4-BE49-F238E27FC236}">
                  <a16:creationId xmlns:a16="http://schemas.microsoft.com/office/drawing/2014/main" id="{1814C3A7-4D4D-4E42-9866-3536A2FBA43A}"/>
                </a:ext>
              </a:extLst>
            </p:cNvPr>
            <p:cNvSpPr/>
            <p:nvPr/>
          </p:nvSpPr>
          <p:spPr>
            <a:xfrm>
              <a:off x="2188553" y="1510552"/>
              <a:ext cx="61343" cy="40917"/>
            </a:xfrm>
            <a:custGeom>
              <a:avLst/>
              <a:gdLst>
                <a:gd name="connsiteX0" fmla="*/ 59426 w 61343"/>
                <a:gd name="connsiteY0" fmla="*/ 19851 h 40917"/>
                <a:gd name="connsiteX1" fmla="*/ 53036 w 61343"/>
                <a:gd name="connsiteY1" fmla="*/ 17297 h 40917"/>
                <a:gd name="connsiteX2" fmla="*/ 46008 w 61343"/>
                <a:gd name="connsiteY2" fmla="*/ 12190 h 40917"/>
                <a:gd name="connsiteX3" fmla="*/ 44730 w 61343"/>
                <a:gd name="connsiteY3" fmla="*/ 8360 h 40917"/>
                <a:gd name="connsiteX4" fmla="*/ 38340 w 61343"/>
                <a:gd name="connsiteY4" fmla="*/ 699 h 40917"/>
                <a:gd name="connsiteX5" fmla="*/ 33228 w 61343"/>
                <a:gd name="connsiteY5" fmla="*/ 60 h 40917"/>
                <a:gd name="connsiteX6" fmla="*/ 32589 w 61343"/>
                <a:gd name="connsiteY6" fmla="*/ 60 h 40917"/>
                <a:gd name="connsiteX7" fmla="*/ 7668 w 61343"/>
                <a:gd name="connsiteY7" fmla="*/ 11552 h 40917"/>
                <a:gd name="connsiteX8" fmla="*/ 7029 w 61343"/>
                <a:gd name="connsiteY8" fmla="*/ 12190 h 40917"/>
                <a:gd name="connsiteX9" fmla="*/ 0 w 61343"/>
                <a:gd name="connsiteY9" fmla="*/ 20489 h 40917"/>
                <a:gd name="connsiteX10" fmla="*/ 26838 w 61343"/>
                <a:gd name="connsiteY10" fmla="*/ 40918 h 40917"/>
                <a:gd name="connsiteX11" fmla="*/ 27477 w 61343"/>
                <a:gd name="connsiteY11" fmla="*/ 37087 h 40917"/>
                <a:gd name="connsiteX12" fmla="*/ 33228 w 61343"/>
                <a:gd name="connsiteY12" fmla="*/ 31980 h 40917"/>
                <a:gd name="connsiteX13" fmla="*/ 58788 w 61343"/>
                <a:gd name="connsiteY13" fmla="*/ 28788 h 40917"/>
                <a:gd name="connsiteX14" fmla="*/ 61343 w 61343"/>
                <a:gd name="connsiteY14" fmla="*/ 23043 h 40917"/>
                <a:gd name="connsiteX15" fmla="*/ 61343 w 61343"/>
                <a:gd name="connsiteY15" fmla="*/ 21127 h 40917"/>
                <a:gd name="connsiteX16" fmla="*/ 59426 w 61343"/>
                <a:gd name="connsiteY16" fmla="*/ 19851 h 40917"/>
                <a:gd name="connsiteX17" fmla="*/ 38340 w 61343"/>
                <a:gd name="connsiteY17" fmla="*/ 22404 h 40917"/>
                <a:gd name="connsiteX18" fmla="*/ 30033 w 61343"/>
                <a:gd name="connsiteY18" fmla="*/ 31980 h 40917"/>
                <a:gd name="connsiteX19" fmla="*/ 23004 w 61343"/>
                <a:gd name="connsiteY19" fmla="*/ 32619 h 40917"/>
                <a:gd name="connsiteX20" fmla="*/ 13419 w 61343"/>
                <a:gd name="connsiteY20" fmla="*/ 30065 h 40917"/>
                <a:gd name="connsiteX21" fmla="*/ 7668 w 61343"/>
                <a:gd name="connsiteY21" fmla="*/ 14744 h 40917"/>
                <a:gd name="connsiteX22" fmla="*/ 14058 w 61343"/>
                <a:gd name="connsiteY22" fmla="*/ 8360 h 40917"/>
                <a:gd name="connsiteX23" fmla="*/ 20448 w 61343"/>
                <a:gd name="connsiteY23" fmla="*/ 14744 h 40917"/>
                <a:gd name="connsiteX24" fmla="*/ 21087 w 61343"/>
                <a:gd name="connsiteY24" fmla="*/ 20489 h 40917"/>
                <a:gd name="connsiteX25" fmla="*/ 25560 w 61343"/>
                <a:gd name="connsiteY25" fmla="*/ 20489 h 40917"/>
                <a:gd name="connsiteX26" fmla="*/ 26199 w 61343"/>
                <a:gd name="connsiteY26" fmla="*/ 12828 h 40917"/>
                <a:gd name="connsiteX27" fmla="*/ 33228 w 61343"/>
                <a:gd name="connsiteY27" fmla="*/ 7083 h 40917"/>
                <a:gd name="connsiteX28" fmla="*/ 38979 w 61343"/>
                <a:gd name="connsiteY28" fmla="*/ 14105 h 40917"/>
                <a:gd name="connsiteX29" fmla="*/ 38340 w 61343"/>
                <a:gd name="connsiteY29" fmla="*/ 22404 h 40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61343" h="40917">
                  <a:moveTo>
                    <a:pt x="59426" y="19851"/>
                  </a:moveTo>
                  <a:lnTo>
                    <a:pt x="53036" y="17297"/>
                  </a:lnTo>
                  <a:cubicBezTo>
                    <a:pt x="50480" y="16020"/>
                    <a:pt x="47925" y="14744"/>
                    <a:pt x="46008" y="12190"/>
                  </a:cubicBezTo>
                  <a:cubicBezTo>
                    <a:pt x="44730" y="10913"/>
                    <a:pt x="44730" y="9636"/>
                    <a:pt x="44730" y="8360"/>
                  </a:cubicBezTo>
                  <a:cubicBezTo>
                    <a:pt x="44730" y="4529"/>
                    <a:pt x="42174" y="1337"/>
                    <a:pt x="38340" y="699"/>
                  </a:cubicBezTo>
                  <a:cubicBezTo>
                    <a:pt x="36423" y="60"/>
                    <a:pt x="35145" y="60"/>
                    <a:pt x="33228" y="60"/>
                  </a:cubicBezTo>
                  <a:lnTo>
                    <a:pt x="32589" y="60"/>
                  </a:lnTo>
                  <a:cubicBezTo>
                    <a:pt x="23004" y="-578"/>
                    <a:pt x="13419" y="3891"/>
                    <a:pt x="7668" y="11552"/>
                  </a:cubicBezTo>
                  <a:lnTo>
                    <a:pt x="7029" y="12190"/>
                  </a:lnTo>
                  <a:lnTo>
                    <a:pt x="0" y="20489"/>
                  </a:lnTo>
                  <a:lnTo>
                    <a:pt x="26838" y="40918"/>
                  </a:lnTo>
                  <a:cubicBezTo>
                    <a:pt x="26838" y="39641"/>
                    <a:pt x="27477" y="38364"/>
                    <a:pt x="27477" y="37087"/>
                  </a:cubicBezTo>
                  <a:cubicBezTo>
                    <a:pt x="28116" y="34534"/>
                    <a:pt x="30033" y="32619"/>
                    <a:pt x="33228" y="31980"/>
                  </a:cubicBezTo>
                  <a:lnTo>
                    <a:pt x="58788" y="28788"/>
                  </a:lnTo>
                  <a:lnTo>
                    <a:pt x="61343" y="23043"/>
                  </a:lnTo>
                  <a:cubicBezTo>
                    <a:pt x="61343" y="22404"/>
                    <a:pt x="61343" y="21766"/>
                    <a:pt x="61343" y="21127"/>
                  </a:cubicBezTo>
                  <a:cubicBezTo>
                    <a:pt x="60065" y="20489"/>
                    <a:pt x="60065" y="19851"/>
                    <a:pt x="59426" y="19851"/>
                  </a:cubicBezTo>
                  <a:close/>
                  <a:moveTo>
                    <a:pt x="38340" y="22404"/>
                  </a:moveTo>
                  <a:cubicBezTo>
                    <a:pt x="37701" y="26873"/>
                    <a:pt x="34506" y="30703"/>
                    <a:pt x="30033" y="31980"/>
                  </a:cubicBezTo>
                  <a:cubicBezTo>
                    <a:pt x="27477" y="32619"/>
                    <a:pt x="25560" y="32619"/>
                    <a:pt x="23004" y="32619"/>
                  </a:cubicBezTo>
                  <a:cubicBezTo>
                    <a:pt x="19809" y="32619"/>
                    <a:pt x="16614" y="31980"/>
                    <a:pt x="13419" y="30065"/>
                  </a:cubicBezTo>
                  <a:cubicBezTo>
                    <a:pt x="8946" y="26235"/>
                    <a:pt x="7029" y="20489"/>
                    <a:pt x="7668" y="14744"/>
                  </a:cubicBezTo>
                  <a:cubicBezTo>
                    <a:pt x="7668" y="10913"/>
                    <a:pt x="10224" y="8360"/>
                    <a:pt x="14058" y="8360"/>
                  </a:cubicBezTo>
                  <a:cubicBezTo>
                    <a:pt x="17892" y="8360"/>
                    <a:pt x="20448" y="10913"/>
                    <a:pt x="20448" y="14744"/>
                  </a:cubicBezTo>
                  <a:cubicBezTo>
                    <a:pt x="20448" y="16659"/>
                    <a:pt x="20448" y="18574"/>
                    <a:pt x="21087" y="20489"/>
                  </a:cubicBezTo>
                  <a:cubicBezTo>
                    <a:pt x="22365" y="20489"/>
                    <a:pt x="24282" y="20489"/>
                    <a:pt x="25560" y="20489"/>
                  </a:cubicBezTo>
                  <a:lnTo>
                    <a:pt x="26199" y="12828"/>
                  </a:lnTo>
                  <a:cubicBezTo>
                    <a:pt x="26199" y="8998"/>
                    <a:pt x="29394" y="6444"/>
                    <a:pt x="33228" y="7083"/>
                  </a:cubicBezTo>
                  <a:cubicBezTo>
                    <a:pt x="37062" y="7721"/>
                    <a:pt x="39618" y="10275"/>
                    <a:pt x="38979" y="14105"/>
                  </a:cubicBezTo>
                  <a:lnTo>
                    <a:pt x="38340" y="22404"/>
                  </a:lnTo>
                  <a:close/>
                </a:path>
              </a:pathLst>
            </a:custGeom>
            <a:solidFill>
              <a:srgbClr val="00A3E0"/>
            </a:solidFill>
            <a:ln w="6390" cap="flat">
              <a:noFill/>
              <a:prstDash val="solid"/>
              <a:miter/>
            </a:ln>
          </p:spPr>
          <p:txBody>
            <a:bodyPr rtlCol="0" anchor="ctr"/>
            <a:lstStyle/>
            <a:p>
              <a:endParaRPr lang="en-US"/>
            </a:p>
          </p:txBody>
        </p:sp>
      </p:grpSp>
      <p:grpSp>
        <p:nvGrpSpPr>
          <p:cNvPr id="199" name="Graphic 4">
            <a:extLst>
              <a:ext uri="{FF2B5EF4-FFF2-40B4-BE49-F238E27FC236}">
                <a16:creationId xmlns:a16="http://schemas.microsoft.com/office/drawing/2014/main" id="{6EFA3BC9-DD69-8842-9ED0-06E46D62E8FE}"/>
              </a:ext>
            </a:extLst>
          </p:cNvPr>
          <p:cNvGrpSpPr>
            <a:grpSpLocks noChangeAspect="1"/>
          </p:cNvGrpSpPr>
          <p:nvPr/>
        </p:nvGrpSpPr>
        <p:grpSpPr>
          <a:xfrm>
            <a:off x="3607758" y="1402723"/>
            <a:ext cx="362309" cy="361971"/>
            <a:chOff x="3607758" y="1402723"/>
            <a:chExt cx="362309" cy="361971"/>
          </a:xfrm>
          <a:solidFill>
            <a:srgbClr val="00A3E0"/>
          </a:solidFill>
        </p:grpSpPr>
        <p:sp>
          <p:nvSpPr>
            <p:cNvPr id="200" name="Graphic 4">
              <a:extLst>
                <a:ext uri="{FF2B5EF4-FFF2-40B4-BE49-F238E27FC236}">
                  <a16:creationId xmlns:a16="http://schemas.microsoft.com/office/drawing/2014/main" id="{2B8AD966-E038-914A-9EB2-5BB58AA7E29F}"/>
                </a:ext>
              </a:extLst>
            </p:cNvPr>
            <p:cNvSpPr/>
            <p:nvPr/>
          </p:nvSpPr>
          <p:spPr>
            <a:xfrm>
              <a:off x="3607758" y="14027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8565 h 361971"/>
                <a:gd name="connsiteX8" fmla="*/ 12780 w 362309"/>
                <a:gd name="connsiteY8" fmla="*/ 180667 h 361971"/>
                <a:gd name="connsiteX9" fmla="*/ 181474 w 362309"/>
                <a:gd name="connsiteY9" fmla="*/ 12130 h 361971"/>
                <a:gd name="connsiteX10" fmla="*/ 350169 w 362309"/>
                <a:gd name="connsiteY10" fmla="*/ 180028 h 361971"/>
                <a:gd name="connsiteX11" fmla="*/ 350169 w 362309"/>
                <a:gd name="connsiteY11" fmla="*/ 180028 h 361971"/>
                <a:gd name="connsiteX12" fmla="*/ 181474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ubicBezTo>
                    <a:pt x="181474" y="0"/>
                    <a:pt x="181474" y="0"/>
                    <a:pt x="181474" y="0"/>
                  </a:cubicBezTo>
                  <a:close/>
                  <a:moveTo>
                    <a:pt x="181474" y="348565"/>
                  </a:moveTo>
                  <a:cubicBezTo>
                    <a:pt x="88181" y="348565"/>
                    <a:pt x="12780" y="273234"/>
                    <a:pt x="12780" y="180667"/>
                  </a:cubicBezTo>
                  <a:cubicBezTo>
                    <a:pt x="12780" y="88099"/>
                    <a:pt x="88181" y="12130"/>
                    <a:pt x="181474" y="12130"/>
                  </a:cubicBezTo>
                  <a:cubicBezTo>
                    <a:pt x="274767" y="12130"/>
                    <a:pt x="350169" y="87461"/>
                    <a:pt x="350169" y="180028"/>
                  </a:cubicBezTo>
                  <a:lnTo>
                    <a:pt x="350169" y="180028"/>
                  </a:lnTo>
                  <a:cubicBezTo>
                    <a:pt x="349530" y="273234"/>
                    <a:pt x="274128" y="348565"/>
                    <a:pt x="181474" y="348565"/>
                  </a:cubicBezTo>
                  <a:close/>
                </a:path>
              </a:pathLst>
            </a:custGeom>
            <a:solidFill>
              <a:srgbClr val="00A3E0"/>
            </a:solidFill>
            <a:ln w="6390" cap="flat">
              <a:noFill/>
              <a:prstDash val="solid"/>
              <a:miter/>
            </a:ln>
          </p:spPr>
          <p:txBody>
            <a:bodyPr rtlCol="0" anchor="ctr"/>
            <a:lstStyle/>
            <a:p>
              <a:endParaRPr lang="en-US"/>
            </a:p>
          </p:txBody>
        </p:sp>
        <p:sp>
          <p:nvSpPr>
            <p:cNvPr id="201" name="Graphic 4">
              <a:extLst>
                <a:ext uri="{FF2B5EF4-FFF2-40B4-BE49-F238E27FC236}">
                  <a16:creationId xmlns:a16="http://schemas.microsoft.com/office/drawing/2014/main" id="{82C1DE62-520E-4B41-8FCC-DBD89F1E546A}"/>
                </a:ext>
              </a:extLst>
            </p:cNvPr>
            <p:cNvSpPr/>
            <p:nvPr/>
          </p:nvSpPr>
          <p:spPr>
            <a:xfrm>
              <a:off x="3755244" y="1465996"/>
              <a:ext cx="150363" cy="235497"/>
            </a:xfrm>
            <a:custGeom>
              <a:avLst/>
              <a:gdLst>
                <a:gd name="connsiteX0" fmla="*/ 99804 w 150363"/>
                <a:gd name="connsiteY0" fmla="*/ 3759 h 235497"/>
                <a:gd name="connsiteX1" fmla="*/ 44851 w 150363"/>
                <a:gd name="connsiteY1" fmla="*/ 8228 h 235497"/>
                <a:gd name="connsiteX2" fmla="*/ 10345 w 150363"/>
                <a:gd name="connsiteY2" fmla="*/ 52916 h 235497"/>
                <a:gd name="connsiteX3" fmla="*/ 14818 w 150363"/>
                <a:gd name="connsiteY3" fmla="*/ 60577 h 235497"/>
                <a:gd name="connsiteX4" fmla="*/ 22486 w 150363"/>
                <a:gd name="connsiteY4" fmla="*/ 56108 h 235497"/>
                <a:gd name="connsiteX5" fmla="*/ 50601 w 150363"/>
                <a:gd name="connsiteY5" fmla="*/ 19081 h 235497"/>
                <a:gd name="connsiteX6" fmla="*/ 95970 w 150363"/>
                <a:gd name="connsiteY6" fmla="*/ 15889 h 235497"/>
                <a:gd name="connsiteX7" fmla="*/ 133032 w 150363"/>
                <a:gd name="connsiteY7" fmla="*/ 52277 h 235497"/>
                <a:gd name="connsiteX8" fmla="*/ 118335 w 150363"/>
                <a:gd name="connsiteY8" fmla="*/ 133992 h 235497"/>
                <a:gd name="connsiteX9" fmla="*/ 101721 w 150363"/>
                <a:gd name="connsiteY9" fmla="*/ 151868 h 235497"/>
                <a:gd name="connsiteX10" fmla="*/ 67215 w 150363"/>
                <a:gd name="connsiteY10" fmla="*/ 202301 h 235497"/>
                <a:gd name="connsiteX11" fmla="*/ 34627 w 150363"/>
                <a:gd name="connsiteY11" fmla="*/ 221453 h 235497"/>
                <a:gd name="connsiteX12" fmla="*/ 12901 w 150363"/>
                <a:gd name="connsiteY12" fmla="*/ 192087 h 235497"/>
                <a:gd name="connsiteX13" fmla="*/ 5233 w 150363"/>
                <a:gd name="connsiteY13" fmla="*/ 186979 h 235497"/>
                <a:gd name="connsiteX14" fmla="*/ 121 w 150363"/>
                <a:gd name="connsiteY14" fmla="*/ 194640 h 235497"/>
                <a:gd name="connsiteX15" fmla="*/ 31432 w 150363"/>
                <a:gd name="connsiteY15" fmla="*/ 234859 h 235497"/>
                <a:gd name="connsiteX16" fmla="*/ 39739 w 150363"/>
                <a:gd name="connsiteY16" fmla="*/ 235498 h 235497"/>
                <a:gd name="connsiteX17" fmla="*/ 78717 w 150363"/>
                <a:gd name="connsiteY17" fmla="*/ 206770 h 235497"/>
                <a:gd name="connsiteX18" fmla="*/ 110028 w 150363"/>
                <a:gd name="connsiteY18" fmla="*/ 161444 h 235497"/>
                <a:gd name="connsiteX19" fmla="*/ 127920 w 150363"/>
                <a:gd name="connsiteY19" fmla="*/ 142930 h 235497"/>
                <a:gd name="connsiteX20" fmla="*/ 145173 w 150363"/>
                <a:gd name="connsiteY20" fmla="*/ 49085 h 235497"/>
                <a:gd name="connsiteX21" fmla="*/ 99804 w 150363"/>
                <a:gd name="connsiteY21" fmla="*/ 3759 h 235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0363" h="235497">
                  <a:moveTo>
                    <a:pt x="99804" y="3759"/>
                  </a:moveTo>
                  <a:cubicBezTo>
                    <a:pt x="81912" y="-2625"/>
                    <a:pt x="61464" y="-710"/>
                    <a:pt x="44851" y="8228"/>
                  </a:cubicBezTo>
                  <a:cubicBezTo>
                    <a:pt x="28237" y="18442"/>
                    <a:pt x="16096" y="34402"/>
                    <a:pt x="10345" y="52916"/>
                  </a:cubicBezTo>
                  <a:cubicBezTo>
                    <a:pt x="9706" y="56108"/>
                    <a:pt x="11623" y="59938"/>
                    <a:pt x="14818" y="60577"/>
                  </a:cubicBezTo>
                  <a:cubicBezTo>
                    <a:pt x="18013" y="61215"/>
                    <a:pt x="21847" y="59300"/>
                    <a:pt x="22486" y="56108"/>
                  </a:cubicBezTo>
                  <a:cubicBezTo>
                    <a:pt x="26959" y="40786"/>
                    <a:pt x="37183" y="28018"/>
                    <a:pt x="50601" y="19081"/>
                  </a:cubicBezTo>
                  <a:cubicBezTo>
                    <a:pt x="64659" y="12058"/>
                    <a:pt x="81273" y="10781"/>
                    <a:pt x="95970" y="15889"/>
                  </a:cubicBezTo>
                  <a:cubicBezTo>
                    <a:pt x="113862" y="20996"/>
                    <a:pt x="127920" y="35041"/>
                    <a:pt x="133032" y="52277"/>
                  </a:cubicBezTo>
                  <a:cubicBezTo>
                    <a:pt x="142617" y="80367"/>
                    <a:pt x="136866" y="111010"/>
                    <a:pt x="118335" y="133992"/>
                  </a:cubicBezTo>
                  <a:cubicBezTo>
                    <a:pt x="113223" y="140376"/>
                    <a:pt x="107472" y="146122"/>
                    <a:pt x="101721" y="151868"/>
                  </a:cubicBezTo>
                  <a:cubicBezTo>
                    <a:pt x="86385" y="165912"/>
                    <a:pt x="74244" y="183149"/>
                    <a:pt x="67215" y="202301"/>
                  </a:cubicBezTo>
                  <a:cubicBezTo>
                    <a:pt x="62742" y="215707"/>
                    <a:pt x="48685" y="224007"/>
                    <a:pt x="34627" y="221453"/>
                  </a:cubicBezTo>
                  <a:cubicBezTo>
                    <a:pt x="23125" y="218899"/>
                    <a:pt x="16096" y="209323"/>
                    <a:pt x="12901" y="192087"/>
                  </a:cubicBezTo>
                  <a:cubicBezTo>
                    <a:pt x="12262" y="188256"/>
                    <a:pt x="9067" y="186341"/>
                    <a:pt x="5233" y="186979"/>
                  </a:cubicBezTo>
                  <a:cubicBezTo>
                    <a:pt x="1399" y="187618"/>
                    <a:pt x="-518" y="190810"/>
                    <a:pt x="121" y="194640"/>
                  </a:cubicBezTo>
                  <a:cubicBezTo>
                    <a:pt x="4594" y="222730"/>
                    <a:pt x="19930" y="232306"/>
                    <a:pt x="31432" y="234859"/>
                  </a:cubicBezTo>
                  <a:cubicBezTo>
                    <a:pt x="33988" y="235498"/>
                    <a:pt x="37183" y="235498"/>
                    <a:pt x="39739" y="235498"/>
                  </a:cubicBezTo>
                  <a:cubicBezTo>
                    <a:pt x="57631" y="234859"/>
                    <a:pt x="72966" y="224007"/>
                    <a:pt x="78717" y="206770"/>
                  </a:cubicBezTo>
                  <a:cubicBezTo>
                    <a:pt x="85107" y="189533"/>
                    <a:pt x="95970" y="173573"/>
                    <a:pt x="110028" y="161444"/>
                  </a:cubicBezTo>
                  <a:cubicBezTo>
                    <a:pt x="116418" y="155698"/>
                    <a:pt x="122169" y="149314"/>
                    <a:pt x="127920" y="142930"/>
                  </a:cubicBezTo>
                  <a:cubicBezTo>
                    <a:pt x="149645" y="116756"/>
                    <a:pt x="156035" y="81005"/>
                    <a:pt x="145173" y="49085"/>
                  </a:cubicBezTo>
                  <a:cubicBezTo>
                    <a:pt x="138144" y="26103"/>
                    <a:pt x="121530" y="10143"/>
                    <a:pt x="99804" y="3759"/>
                  </a:cubicBezTo>
                  <a:close/>
                </a:path>
              </a:pathLst>
            </a:custGeom>
            <a:solidFill>
              <a:srgbClr val="00A3E0"/>
            </a:solidFill>
            <a:ln w="6390" cap="flat">
              <a:noFill/>
              <a:prstDash val="solid"/>
              <a:miter/>
            </a:ln>
          </p:spPr>
          <p:txBody>
            <a:bodyPr rtlCol="0" anchor="ctr"/>
            <a:lstStyle/>
            <a:p>
              <a:endParaRPr lang="en-US"/>
            </a:p>
          </p:txBody>
        </p:sp>
        <p:sp>
          <p:nvSpPr>
            <p:cNvPr id="202" name="Graphic 4">
              <a:extLst>
                <a:ext uri="{FF2B5EF4-FFF2-40B4-BE49-F238E27FC236}">
                  <a16:creationId xmlns:a16="http://schemas.microsoft.com/office/drawing/2014/main" id="{76A5B84C-5DFE-5448-9956-6BD4EDC3C1C0}"/>
                </a:ext>
              </a:extLst>
            </p:cNvPr>
            <p:cNvSpPr/>
            <p:nvPr/>
          </p:nvSpPr>
          <p:spPr>
            <a:xfrm>
              <a:off x="3772528" y="1502289"/>
              <a:ext cx="103606" cy="146217"/>
            </a:xfrm>
            <a:custGeom>
              <a:avLst/>
              <a:gdLst>
                <a:gd name="connsiteX0" fmla="*/ 7758 w 103606"/>
                <a:gd name="connsiteY0" fmla="*/ 110467 h 146217"/>
                <a:gd name="connsiteX1" fmla="*/ 729 w 103606"/>
                <a:gd name="connsiteY1" fmla="*/ 116213 h 146217"/>
                <a:gd name="connsiteX2" fmla="*/ 729 w 103606"/>
                <a:gd name="connsiteY2" fmla="*/ 116213 h 146217"/>
                <a:gd name="connsiteX3" fmla="*/ 5841 w 103606"/>
                <a:gd name="connsiteY3" fmla="*/ 142387 h 146217"/>
                <a:gd name="connsiteX4" fmla="*/ 16065 w 103606"/>
                <a:gd name="connsiteY4" fmla="*/ 146218 h 146217"/>
                <a:gd name="connsiteX5" fmla="*/ 21816 w 103606"/>
                <a:gd name="connsiteY5" fmla="*/ 145579 h 146217"/>
                <a:gd name="connsiteX6" fmla="*/ 40347 w 103606"/>
                <a:gd name="connsiteY6" fmla="*/ 127704 h 146217"/>
                <a:gd name="connsiteX7" fmla="*/ 58877 w 103606"/>
                <a:gd name="connsiteY7" fmla="*/ 110467 h 146217"/>
                <a:gd name="connsiteX8" fmla="*/ 88271 w 103606"/>
                <a:gd name="connsiteY8" fmla="*/ 71525 h 146217"/>
                <a:gd name="connsiteX9" fmla="*/ 60155 w 103606"/>
                <a:gd name="connsiteY9" fmla="*/ 25560 h 146217"/>
                <a:gd name="connsiteX10" fmla="*/ 32679 w 103606"/>
                <a:gd name="connsiteY10" fmla="*/ 25560 h 146217"/>
                <a:gd name="connsiteX11" fmla="*/ 49932 w 103606"/>
                <a:gd name="connsiteY11" fmla="*/ 14069 h 146217"/>
                <a:gd name="connsiteX12" fmla="*/ 74852 w 103606"/>
                <a:gd name="connsiteY12" fmla="*/ 17261 h 146217"/>
                <a:gd name="connsiteX13" fmla="*/ 90827 w 103606"/>
                <a:gd name="connsiteY13" fmla="*/ 46627 h 146217"/>
                <a:gd name="connsiteX14" fmla="*/ 97856 w 103606"/>
                <a:gd name="connsiteY14" fmla="*/ 52373 h 146217"/>
                <a:gd name="connsiteX15" fmla="*/ 103607 w 103606"/>
                <a:gd name="connsiteY15" fmla="*/ 45351 h 146217"/>
                <a:gd name="connsiteX16" fmla="*/ 82520 w 103606"/>
                <a:gd name="connsiteY16" fmla="*/ 7047 h 146217"/>
                <a:gd name="connsiteX17" fmla="*/ 47376 w 103606"/>
                <a:gd name="connsiteY17" fmla="*/ 1940 h 146217"/>
                <a:gd name="connsiteX18" fmla="*/ 20538 w 103606"/>
                <a:gd name="connsiteY18" fmla="*/ 21091 h 146217"/>
                <a:gd name="connsiteX19" fmla="*/ 16065 w 103606"/>
                <a:gd name="connsiteY19" fmla="*/ 46627 h 146217"/>
                <a:gd name="connsiteX20" fmla="*/ 16065 w 103606"/>
                <a:gd name="connsiteY20" fmla="*/ 46627 h 146217"/>
                <a:gd name="connsiteX21" fmla="*/ 21816 w 103606"/>
                <a:gd name="connsiteY21" fmla="*/ 71525 h 146217"/>
                <a:gd name="connsiteX22" fmla="*/ 27567 w 103606"/>
                <a:gd name="connsiteY22" fmla="*/ 75355 h 146217"/>
                <a:gd name="connsiteX23" fmla="*/ 30123 w 103606"/>
                <a:gd name="connsiteY23" fmla="*/ 74717 h 146217"/>
                <a:gd name="connsiteX24" fmla="*/ 33318 w 103606"/>
                <a:gd name="connsiteY24" fmla="*/ 66418 h 146217"/>
                <a:gd name="connsiteX25" fmla="*/ 28845 w 103606"/>
                <a:gd name="connsiteY25" fmla="*/ 47266 h 146217"/>
                <a:gd name="connsiteX26" fmla="*/ 37791 w 103606"/>
                <a:gd name="connsiteY26" fmla="*/ 37690 h 146217"/>
                <a:gd name="connsiteX27" fmla="*/ 55682 w 103606"/>
                <a:gd name="connsiteY27" fmla="*/ 38328 h 146217"/>
                <a:gd name="connsiteX28" fmla="*/ 74852 w 103606"/>
                <a:gd name="connsiteY28" fmla="*/ 70887 h 146217"/>
                <a:gd name="connsiteX29" fmla="*/ 55682 w 103606"/>
                <a:gd name="connsiteY29" fmla="*/ 98338 h 146217"/>
                <a:gd name="connsiteX30" fmla="*/ 27567 w 103606"/>
                <a:gd name="connsiteY30" fmla="*/ 124512 h 146217"/>
                <a:gd name="connsiteX31" fmla="*/ 17982 w 103606"/>
                <a:gd name="connsiteY31" fmla="*/ 134088 h 146217"/>
                <a:gd name="connsiteX32" fmla="*/ 14148 w 103606"/>
                <a:gd name="connsiteY32" fmla="*/ 134088 h 146217"/>
                <a:gd name="connsiteX33" fmla="*/ 12870 w 103606"/>
                <a:gd name="connsiteY33" fmla="*/ 118766 h 146217"/>
                <a:gd name="connsiteX34" fmla="*/ 7758 w 103606"/>
                <a:gd name="connsiteY34" fmla="*/ 110467 h 14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03606" h="146217">
                  <a:moveTo>
                    <a:pt x="7758" y="110467"/>
                  </a:moveTo>
                  <a:cubicBezTo>
                    <a:pt x="4563" y="109829"/>
                    <a:pt x="729" y="112382"/>
                    <a:pt x="729" y="116213"/>
                  </a:cubicBezTo>
                  <a:cubicBezTo>
                    <a:pt x="729" y="116213"/>
                    <a:pt x="729" y="116213"/>
                    <a:pt x="729" y="116213"/>
                  </a:cubicBezTo>
                  <a:cubicBezTo>
                    <a:pt x="-1188" y="128981"/>
                    <a:pt x="729" y="137918"/>
                    <a:pt x="5841" y="142387"/>
                  </a:cubicBezTo>
                  <a:cubicBezTo>
                    <a:pt x="8397" y="144941"/>
                    <a:pt x="12231" y="146218"/>
                    <a:pt x="16065" y="146218"/>
                  </a:cubicBezTo>
                  <a:cubicBezTo>
                    <a:pt x="17982" y="146218"/>
                    <a:pt x="19899" y="146218"/>
                    <a:pt x="21816" y="145579"/>
                  </a:cubicBezTo>
                  <a:cubicBezTo>
                    <a:pt x="30762" y="143026"/>
                    <a:pt x="37791" y="136642"/>
                    <a:pt x="40347" y="127704"/>
                  </a:cubicBezTo>
                  <a:cubicBezTo>
                    <a:pt x="42903" y="118766"/>
                    <a:pt x="49932" y="112382"/>
                    <a:pt x="58877" y="110467"/>
                  </a:cubicBezTo>
                  <a:cubicBezTo>
                    <a:pt x="86354" y="104722"/>
                    <a:pt x="88271" y="72802"/>
                    <a:pt x="88271" y="71525"/>
                  </a:cubicBezTo>
                  <a:cubicBezTo>
                    <a:pt x="91466" y="51735"/>
                    <a:pt x="79325" y="31944"/>
                    <a:pt x="60155" y="25560"/>
                  </a:cubicBezTo>
                  <a:cubicBezTo>
                    <a:pt x="51210" y="21730"/>
                    <a:pt x="41625" y="21730"/>
                    <a:pt x="32679" y="25560"/>
                  </a:cubicBezTo>
                  <a:cubicBezTo>
                    <a:pt x="36513" y="19176"/>
                    <a:pt x="42903" y="15346"/>
                    <a:pt x="49932" y="14069"/>
                  </a:cubicBezTo>
                  <a:cubicBezTo>
                    <a:pt x="58239" y="11516"/>
                    <a:pt x="67185" y="12792"/>
                    <a:pt x="74852" y="17261"/>
                  </a:cubicBezTo>
                  <a:cubicBezTo>
                    <a:pt x="88271" y="26199"/>
                    <a:pt x="90827" y="46627"/>
                    <a:pt x="90827" y="46627"/>
                  </a:cubicBezTo>
                  <a:cubicBezTo>
                    <a:pt x="91466" y="49819"/>
                    <a:pt x="94661" y="52373"/>
                    <a:pt x="97856" y="52373"/>
                  </a:cubicBezTo>
                  <a:cubicBezTo>
                    <a:pt x="101051" y="51735"/>
                    <a:pt x="103607" y="48543"/>
                    <a:pt x="103607" y="45351"/>
                  </a:cubicBezTo>
                  <a:cubicBezTo>
                    <a:pt x="103607" y="44074"/>
                    <a:pt x="100412" y="19176"/>
                    <a:pt x="82520" y="7047"/>
                  </a:cubicBezTo>
                  <a:cubicBezTo>
                    <a:pt x="72297" y="24"/>
                    <a:pt x="59517" y="-1891"/>
                    <a:pt x="47376" y="1940"/>
                  </a:cubicBezTo>
                  <a:cubicBezTo>
                    <a:pt x="35874" y="3855"/>
                    <a:pt x="26289" y="10877"/>
                    <a:pt x="20538" y="21091"/>
                  </a:cubicBezTo>
                  <a:cubicBezTo>
                    <a:pt x="16704" y="28752"/>
                    <a:pt x="15426" y="37690"/>
                    <a:pt x="16065" y="46627"/>
                  </a:cubicBezTo>
                  <a:lnTo>
                    <a:pt x="16065" y="46627"/>
                  </a:lnTo>
                  <a:cubicBezTo>
                    <a:pt x="16704" y="54927"/>
                    <a:pt x="18621" y="63226"/>
                    <a:pt x="21816" y="71525"/>
                  </a:cubicBezTo>
                  <a:cubicBezTo>
                    <a:pt x="23094" y="74079"/>
                    <a:pt x="25011" y="75355"/>
                    <a:pt x="27567" y="75355"/>
                  </a:cubicBezTo>
                  <a:cubicBezTo>
                    <a:pt x="28206" y="75355"/>
                    <a:pt x="29484" y="75355"/>
                    <a:pt x="30123" y="74717"/>
                  </a:cubicBezTo>
                  <a:cubicBezTo>
                    <a:pt x="33318" y="73440"/>
                    <a:pt x="34596" y="69610"/>
                    <a:pt x="33318" y="66418"/>
                  </a:cubicBezTo>
                  <a:cubicBezTo>
                    <a:pt x="30762" y="60034"/>
                    <a:pt x="29484" y="53650"/>
                    <a:pt x="28845" y="47266"/>
                  </a:cubicBezTo>
                  <a:cubicBezTo>
                    <a:pt x="30762" y="43435"/>
                    <a:pt x="33957" y="39605"/>
                    <a:pt x="37791" y="37690"/>
                  </a:cubicBezTo>
                  <a:cubicBezTo>
                    <a:pt x="43542" y="35136"/>
                    <a:pt x="49932" y="35136"/>
                    <a:pt x="55682" y="38328"/>
                  </a:cubicBezTo>
                  <a:cubicBezTo>
                    <a:pt x="69102" y="43435"/>
                    <a:pt x="76770" y="56842"/>
                    <a:pt x="74852" y="70887"/>
                  </a:cubicBezTo>
                  <a:cubicBezTo>
                    <a:pt x="74852" y="71525"/>
                    <a:pt x="73575" y="94507"/>
                    <a:pt x="55682" y="98338"/>
                  </a:cubicBezTo>
                  <a:cubicBezTo>
                    <a:pt x="42264" y="100891"/>
                    <a:pt x="31401" y="111106"/>
                    <a:pt x="27567" y="124512"/>
                  </a:cubicBezTo>
                  <a:cubicBezTo>
                    <a:pt x="26289" y="128981"/>
                    <a:pt x="22455" y="132811"/>
                    <a:pt x="17982" y="134088"/>
                  </a:cubicBezTo>
                  <a:cubicBezTo>
                    <a:pt x="16065" y="134726"/>
                    <a:pt x="14787" y="134726"/>
                    <a:pt x="14148" y="134088"/>
                  </a:cubicBezTo>
                  <a:cubicBezTo>
                    <a:pt x="13509" y="133450"/>
                    <a:pt x="11592" y="131534"/>
                    <a:pt x="12870" y="118766"/>
                  </a:cubicBezTo>
                  <a:cubicBezTo>
                    <a:pt x="13509" y="114298"/>
                    <a:pt x="11592" y="111106"/>
                    <a:pt x="7758" y="110467"/>
                  </a:cubicBezTo>
                  <a:close/>
                </a:path>
              </a:pathLst>
            </a:custGeom>
            <a:solidFill>
              <a:srgbClr val="00A3E0"/>
            </a:solidFill>
            <a:ln w="6390" cap="flat">
              <a:noFill/>
              <a:prstDash val="solid"/>
              <a:miter/>
            </a:ln>
          </p:spPr>
          <p:txBody>
            <a:bodyPr rtlCol="0" anchor="ctr"/>
            <a:lstStyle/>
            <a:p>
              <a:endParaRPr lang="en-US"/>
            </a:p>
          </p:txBody>
        </p:sp>
        <p:sp>
          <p:nvSpPr>
            <p:cNvPr id="203" name="Graphic 4">
              <a:extLst>
                <a:ext uri="{FF2B5EF4-FFF2-40B4-BE49-F238E27FC236}">
                  <a16:creationId xmlns:a16="http://schemas.microsoft.com/office/drawing/2014/main" id="{F99A3439-FB7D-2E47-97BE-078F9572E70F}"/>
                </a:ext>
              </a:extLst>
            </p:cNvPr>
            <p:cNvSpPr/>
            <p:nvPr/>
          </p:nvSpPr>
          <p:spPr>
            <a:xfrm>
              <a:off x="3695939" y="1563599"/>
              <a:ext cx="53675" cy="53625"/>
            </a:xfrm>
            <a:custGeom>
              <a:avLst/>
              <a:gdLst>
                <a:gd name="connsiteX0" fmla="*/ 51759 w 53675"/>
                <a:gd name="connsiteY0" fmla="*/ 1915 h 53625"/>
                <a:gd name="connsiteX1" fmla="*/ 42812 w 53675"/>
                <a:gd name="connsiteY1" fmla="*/ 1915 h 53625"/>
                <a:gd name="connsiteX2" fmla="*/ 26838 w 53675"/>
                <a:gd name="connsiteY2" fmla="*/ 17875 h 53625"/>
                <a:gd name="connsiteX3" fmla="*/ 10863 w 53675"/>
                <a:gd name="connsiteY3" fmla="*/ 1915 h 53625"/>
                <a:gd name="connsiteX4" fmla="*/ 1917 w 53675"/>
                <a:gd name="connsiteY4" fmla="*/ 1915 h 53625"/>
                <a:gd name="connsiteX5" fmla="*/ 1917 w 53675"/>
                <a:gd name="connsiteY5" fmla="*/ 10853 h 53625"/>
                <a:gd name="connsiteX6" fmla="*/ 17892 w 53675"/>
                <a:gd name="connsiteY6" fmla="*/ 26813 h 53625"/>
                <a:gd name="connsiteX7" fmla="*/ 1917 w 53675"/>
                <a:gd name="connsiteY7" fmla="*/ 42773 h 53625"/>
                <a:gd name="connsiteX8" fmla="*/ 1917 w 53675"/>
                <a:gd name="connsiteY8" fmla="*/ 51710 h 53625"/>
                <a:gd name="connsiteX9" fmla="*/ 6390 w 53675"/>
                <a:gd name="connsiteY9" fmla="*/ 53625 h 53625"/>
                <a:gd name="connsiteX10" fmla="*/ 10863 w 53675"/>
                <a:gd name="connsiteY10" fmla="*/ 51710 h 53625"/>
                <a:gd name="connsiteX11" fmla="*/ 26838 w 53675"/>
                <a:gd name="connsiteY11" fmla="*/ 35750 h 53625"/>
                <a:gd name="connsiteX12" fmla="*/ 42812 w 53675"/>
                <a:gd name="connsiteY12" fmla="*/ 51710 h 53625"/>
                <a:gd name="connsiteX13" fmla="*/ 51759 w 53675"/>
                <a:gd name="connsiteY13" fmla="*/ 51710 h 53625"/>
                <a:gd name="connsiteX14" fmla="*/ 51759 w 53675"/>
                <a:gd name="connsiteY14" fmla="*/ 42773 h 53625"/>
                <a:gd name="connsiteX15" fmla="*/ 35784 w 53675"/>
                <a:gd name="connsiteY15" fmla="*/ 26813 h 53625"/>
                <a:gd name="connsiteX16" fmla="*/ 51759 w 53675"/>
                <a:gd name="connsiteY16" fmla="*/ 10853 h 53625"/>
                <a:gd name="connsiteX17" fmla="*/ 51759 w 53675"/>
                <a:gd name="connsiteY17" fmla="*/ 1915 h 5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3675" h="53625">
                  <a:moveTo>
                    <a:pt x="51759" y="1915"/>
                  </a:moveTo>
                  <a:cubicBezTo>
                    <a:pt x="49202" y="-638"/>
                    <a:pt x="45369" y="-638"/>
                    <a:pt x="42812" y="1915"/>
                  </a:cubicBezTo>
                  <a:lnTo>
                    <a:pt x="26838" y="17875"/>
                  </a:lnTo>
                  <a:lnTo>
                    <a:pt x="10863" y="1915"/>
                  </a:lnTo>
                  <a:cubicBezTo>
                    <a:pt x="8307" y="-638"/>
                    <a:pt x="4473" y="-638"/>
                    <a:pt x="1917" y="1915"/>
                  </a:cubicBezTo>
                  <a:cubicBezTo>
                    <a:pt x="-639" y="4469"/>
                    <a:pt x="-639" y="8299"/>
                    <a:pt x="1917" y="10853"/>
                  </a:cubicBezTo>
                  <a:lnTo>
                    <a:pt x="17892" y="26813"/>
                  </a:lnTo>
                  <a:lnTo>
                    <a:pt x="1917" y="42773"/>
                  </a:lnTo>
                  <a:cubicBezTo>
                    <a:pt x="-639" y="45326"/>
                    <a:pt x="-639" y="49157"/>
                    <a:pt x="1917" y="51710"/>
                  </a:cubicBezTo>
                  <a:cubicBezTo>
                    <a:pt x="3195" y="52987"/>
                    <a:pt x="4473" y="53625"/>
                    <a:pt x="6390" y="53625"/>
                  </a:cubicBezTo>
                  <a:cubicBezTo>
                    <a:pt x="8307" y="53625"/>
                    <a:pt x="9585" y="52987"/>
                    <a:pt x="10863" y="51710"/>
                  </a:cubicBezTo>
                  <a:lnTo>
                    <a:pt x="26838" y="35750"/>
                  </a:lnTo>
                  <a:lnTo>
                    <a:pt x="42812" y="51710"/>
                  </a:lnTo>
                  <a:cubicBezTo>
                    <a:pt x="45369" y="54264"/>
                    <a:pt x="49202" y="54264"/>
                    <a:pt x="51759" y="51710"/>
                  </a:cubicBezTo>
                  <a:cubicBezTo>
                    <a:pt x="54315" y="49157"/>
                    <a:pt x="54315" y="45326"/>
                    <a:pt x="51759" y="42773"/>
                  </a:cubicBezTo>
                  <a:lnTo>
                    <a:pt x="35784" y="26813"/>
                  </a:lnTo>
                  <a:lnTo>
                    <a:pt x="51759" y="10853"/>
                  </a:lnTo>
                  <a:cubicBezTo>
                    <a:pt x="54315" y="8299"/>
                    <a:pt x="54315" y="4469"/>
                    <a:pt x="51759" y="1915"/>
                  </a:cubicBezTo>
                  <a:close/>
                </a:path>
              </a:pathLst>
            </a:custGeom>
            <a:solidFill>
              <a:srgbClr val="00A3E0"/>
            </a:solidFill>
            <a:ln w="6390" cap="flat">
              <a:noFill/>
              <a:prstDash val="solid"/>
              <a:miter/>
            </a:ln>
          </p:spPr>
          <p:txBody>
            <a:bodyPr rtlCol="0" anchor="ctr"/>
            <a:lstStyle/>
            <a:p>
              <a:endParaRPr lang="en-US"/>
            </a:p>
          </p:txBody>
        </p:sp>
        <p:sp>
          <p:nvSpPr>
            <p:cNvPr id="204" name="Graphic 4">
              <a:extLst>
                <a:ext uri="{FF2B5EF4-FFF2-40B4-BE49-F238E27FC236}">
                  <a16:creationId xmlns:a16="http://schemas.microsoft.com/office/drawing/2014/main" id="{F74E8111-0711-8242-B259-23F44E3BEA18}"/>
                </a:ext>
              </a:extLst>
            </p:cNvPr>
            <p:cNvSpPr/>
            <p:nvPr/>
          </p:nvSpPr>
          <p:spPr>
            <a:xfrm>
              <a:off x="3671657" y="1539340"/>
              <a:ext cx="102238" cy="102143"/>
            </a:xfrm>
            <a:custGeom>
              <a:avLst/>
              <a:gdLst>
                <a:gd name="connsiteX0" fmla="*/ 102239 w 102238"/>
                <a:gd name="connsiteY0" fmla="*/ 51072 h 102143"/>
                <a:gd name="connsiteX1" fmla="*/ 51119 w 102238"/>
                <a:gd name="connsiteY1" fmla="*/ 0 h 102143"/>
                <a:gd name="connsiteX2" fmla="*/ 0 w 102238"/>
                <a:gd name="connsiteY2" fmla="*/ 51072 h 102143"/>
                <a:gd name="connsiteX3" fmla="*/ 51119 w 102238"/>
                <a:gd name="connsiteY3" fmla="*/ 102144 h 102143"/>
                <a:gd name="connsiteX4" fmla="*/ 102239 w 102238"/>
                <a:gd name="connsiteY4" fmla="*/ 51072 h 102143"/>
                <a:gd name="connsiteX5" fmla="*/ 102239 w 102238"/>
                <a:gd name="connsiteY5" fmla="*/ 51072 h 102143"/>
                <a:gd name="connsiteX6" fmla="*/ 51119 w 102238"/>
                <a:gd name="connsiteY6" fmla="*/ 89376 h 102143"/>
                <a:gd name="connsiteX7" fmla="*/ 12780 w 102238"/>
                <a:gd name="connsiteY7" fmla="*/ 51072 h 102143"/>
                <a:gd name="connsiteX8" fmla="*/ 51119 w 102238"/>
                <a:gd name="connsiteY8" fmla="*/ 12768 h 102143"/>
                <a:gd name="connsiteX9" fmla="*/ 89459 w 102238"/>
                <a:gd name="connsiteY9" fmla="*/ 51072 h 102143"/>
                <a:gd name="connsiteX10" fmla="*/ 51119 w 102238"/>
                <a:gd name="connsiteY10" fmla="*/ 89376 h 10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238" h="102143">
                  <a:moveTo>
                    <a:pt x="102239" y="51072"/>
                  </a:moveTo>
                  <a:cubicBezTo>
                    <a:pt x="102239" y="22982"/>
                    <a:pt x="79235" y="0"/>
                    <a:pt x="51119" y="0"/>
                  </a:cubicBezTo>
                  <a:cubicBezTo>
                    <a:pt x="23004" y="0"/>
                    <a:pt x="0" y="22982"/>
                    <a:pt x="0" y="51072"/>
                  </a:cubicBezTo>
                  <a:cubicBezTo>
                    <a:pt x="0" y="79161"/>
                    <a:pt x="23004" y="102144"/>
                    <a:pt x="51119" y="102144"/>
                  </a:cubicBezTo>
                  <a:cubicBezTo>
                    <a:pt x="79235" y="102144"/>
                    <a:pt x="102239" y="79161"/>
                    <a:pt x="102239" y="51072"/>
                  </a:cubicBezTo>
                  <a:lnTo>
                    <a:pt x="102239" y="51072"/>
                  </a:lnTo>
                  <a:close/>
                  <a:moveTo>
                    <a:pt x="51119" y="89376"/>
                  </a:moveTo>
                  <a:cubicBezTo>
                    <a:pt x="30033" y="89376"/>
                    <a:pt x="12780" y="72139"/>
                    <a:pt x="12780" y="51072"/>
                  </a:cubicBezTo>
                  <a:cubicBezTo>
                    <a:pt x="12780" y="30005"/>
                    <a:pt x="30033" y="12768"/>
                    <a:pt x="51119" y="12768"/>
                  </a:cubicBezTo>
                  <a:cubicBezTo>
                    <a:pt x="72207" y="12768"/>
                    <a:pt x="89459" y="30005"/>
                    <a:pt x="89459" y="51072"/>
                  </a:cubicBezTo>
                  <a:cubicBezTo>
                    <a:pt x="89459" y="72139"/>
                    <a:pt x="72207" y="89376"/>
                    <a:pt x="51119" y="89376"/>
                  </a:cubicBezTo>
                  <a:close/>
                </a:path>
              </a:pathLst>
            </a:custGeom>
            <a:solidFill>
              <a:srgbClr val="00A3E0"/>
            </a:solidFill>
            <a:ln w="6390" cap="flat">
              <a:noFill/>
              <a:prstDash val="solid"/>
              <a:miter/>
            </a:ln>
          </p:spPr>
          <p:txBody>
            <a:bodyPr rtlCol="0" anchor="ctr"/>
            <a:lstStyle/>
            <a:p>
              <a:endParaRPr lang="en-US"/>
            </a:p>
          </p:txBody>
        </p:sp>
      </p:grpSp>
      <p:grpSp>
        <p:nvGrpSpPr>
          <p:cNvPr id="205" name="Graphic 4">
            <a:extLst>
              <a:ext uri="{FF2B5EF4-FFF2-40B4-BE49-F238E27FC236}">
                <a16:creationId xmlns:a16="http://schemas.microsoft.com/office/drawing/2014/main" id="{9A185A3B-CC46-E941-B82A-6E692457A582}"/>
              </a:ext>
            </a:extLst>
          </p:cNvPr>
          <p:cNvGrpSpPr>
            <a:grpSpLocks noChangeAspect="1"/>
          </p:cNvGrpSpPr>
          <p:nvPr/>
        </p:nvGrpSpPr>
        <p:grpSpPr>
          <a:xfrm>
            <a:off x="1515054" y="3824168"/>
            <a:ext cx="362309" cy="361971"/>
            <a:chOff x="1515054" y="3824168"/>
            <a:chExt cx="362309" cy="361971"/>
          </a:xfrm>
          <a:solidFill>
            <a:srgbClr val="00A3E0"/>
          </a:solidFill>
        </p:grpSpPr>
        <p:sp>
          <p:nvSpPr>
            <p:cNvPr id="206" name="Graphic 4">
              <a:extLst>
                <a:ext uri="{FF2B5EF4-FFF2-40B4-BE49-F238E27FC236}">
                  <a16:creationId xmlns:a16="http://schemas.microsoft.com/office/drawing/2014/main" id="{D535CB58-14CB-1246-841D-33494208933E}"/>
                </a:ext>
              </a:extLst>
            </p:cNvPr>
            <p:cNvSpPr/>
            <p:nvPr/>
          </p:nvSpPr>
          <p:spPr>
            <a:xfrm>
              <a:off x="1515054" y="3824168"/>
              <a:ext cx="362309" cy="361971"/>
            </a:xfrm>
            <a:custGeom>
              <a:avLst/>
              <a:gdLst>
                <a:gd name="connsiteX0" fmla="*/ 180835 w 362309"/>
                <a:gd name="connsiteY0" fmla="*/ 0 h 361971"/>
                <a:gd name="connsiteX1" fmla="*/ 0 w 362309"/>
                <a:gd name="connsiteY1" fmla="*/ 180667 h 361971"/>
                <a:gd name="connsiteX2" fmla="*/ 180835 w 362309"/>
                <a:gd name="connsiteY2" fmla="*/ 361971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1305 h 361971"/>
                <a:gd name="connsiteX10" fmla="*/ 349529 w 362309"/>
                <a:gd name="connsiteY10" fmla="*/ 181305 h 361971"/>
                <a:gd name="connsiteX11" fmla="*/ 180835 w 362309"/>
                <a:gd name="connsiteY11" fmla="*/ 349204 h 361971"/>
                <a:gd name="connsiteX12" fmla="*/ 180835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6"/>
                    <a:pt x="0" y="180667"/>
                  </a:cubicBezTo>
                  <a:cubicBezTo>
                    <a:pt x="0" y="280895"/>
                    <a:pt x="81152" y="361971"/>
                    <a:pt x="180835" y="361971"/>
                  </a:cubicBezTo>
                  <a:cubicBezTo>
                    <a:pt x="280518" y="361971"/>
                    <a:pt x="362309" y="280895"/>
                    <a:pt x="362309" y="180667"/>
                  </a:cubicBezTo>
                  <a:lnTo>
                    <a:pt x="362309" y="180667"/>
                  </a:lnTo>
                  <a:cubicBezTo>
                    <a:pt x="361670" y="81076"/>
                    <a:pt x="280518" y="0"/>
                    <a:pt x="180835" y="0"/>
                  </a:cubicBezTo>
                  <a:close/>
                  <a:moveTo>
                    <a:pt x="180835" y="349204"/>
                  </a:moveTo>
                  <a:cubicBezTo>
                    <a:pt x="87542" y="349204"/>
                    <a:pt x="12780" y="273873"/>
                    <a:pt x="12780" y="180667"/>
                  </a:cubicBezTo>
                  <a:cubicBezTo>
                    <a:pt x="12780" y="87460"/>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00A3E0"/>
            </a:solidFill>
            <a:ln w="6390" cap="flat">
              <a:noFill/>
              <a:prstDash val="solid"/>
              <a:miter/>
            </a:ln>
          </p:spPr>
          <p:txBody>
            <a:bodyPr rtlCol="0" anchor="ctr"/>
            <a:lstStyle/>
            <a:p>
              <a:endParaRPr lang="en-US"/>
            </a:p>
          </p:txBody>
        </p:sp>
        <p:sp>
          <p:nvSpPr>
            <p:cNvPr id="207" name="Graphic 4">
              <a:extLst>
                <a:ext uri="{FF2B5EF4-FFF2-40B4-BE49-F238E27FC236}">
                  <a16:creationId xmlns:a16="http://schemas.microsoft.com/office/drawing/2014/main" id="{ED807485-7D93-BF4F-8F98-18AE89CBB592}"/>
                </a:ext>
              </a:extLst>
            </p:cNvPr>
            <p:cNvSpPr/>
            <p:nvPr/>
          </p:nvSpPr>
          <p:spPr>
            <a:xfrm>
              <a:off x="1611798" y="3883539"/>
              <a:ext cx="167140" cy="242591"/>
            </a:xfrm>
            <a:custGeom>
              <a:avLst/>
              <a:gdLst>
                <a:gd name="connsiteX0" fmla="*/ 165882 w 167140"/>
                <a:gd name="connsiteY0" fmla="*/ 228546 h 242591"/>
                <a:gd name="connsiteX1" fmla="*/ 144156 w 167140"/>
                <a:gd name="connsiteY1" fmla="*/ 213863 h 242591"/>
                <a:gd name="connsiteX2" fmla="*/ 119874 w 167140"/>
                <a:gd name="connsiteY2" fmla="*/ 203011 h 242591"/>
                <a:gd name="connsiteX3" fmla="*/ 119874 w 167140"/>
                <a:gd name="connsiteY3" fmla="*/ 199180 h 242591"/>
                <a:gd name="connsiteX4" fmla="*/ 113484 w 167140"/>
                <a:gd name="connsiteY4" fmla="*/ 185135 h 242591"/>
                <a:gd name="connsiteX5" fmla="*/ 116679 w 167140"/>
                <a:gd name="connsiteY5" fmla="*/ 120019 h 242591"/>
                <a:gd name="connsiteX6" fmla="*/ 117957 w 167140"/>
                <a:gd name="connsiteY6" fmla="*/ 86184 h 242591"/>
                <a:gd name="connsiteX7" fmla="*/ 101982 w 167140"/>
                <a:gd name="connsiteY7" fmla="*/ 78523 h 242591"/>
                <a:gd name="connsiteX8" fmla="*/ 93675 w 167140"/>
                <a:gd name="connsiteY8" fmla="*/ 67670 h 242591"/>
                <a:gd name="connsiteX9" fmla="*/ 91758 w 167140"/>
                <a:gd name="connsiteY9" fmla="*/ 38942 h 242591"/>
                <a:gd name="connsiteX10" fmla="*/ 47029 w 167140"/>
                <a:gd name="connsiteY10" fmla="*/ 0 h 242591"/>
                <a:gd name="connsiteX11" fmla="*/ 45112 w 167140"/>
                <a:gd name="connsiteY11" fmla="*/ 0 h 242591"/>
                <a:gd name="connsiteX12" fmla="*/ 382 w 167140"/>
                <a:gd name="connsiteY12" fmla="*/ 36389 h 242591"/>
                <a:gd name="connsiteX13" fmla="*/ 382 w 167140"/>
                <a:gd name="connsiteY13" fmla="*/ 37027 h 242591"/>
                <a:gd name="connsiteX14" fmla="*/ 1660 w 167140"/>
                <a:gd name="connsiteY14" fmla="*/ 43411 h 242591"/>
                <a:gd name="connsiteX15" fmla="*/ 25942 w 167140"/>
                <a:gd name="connsiteY15" fmla="*/ 71501 h 242591"/>
                <a:gd name="connsiteX16" fmla="*/ 57253 w 167140"/>
                <a:gd name="connsiteY16" fmla="*/ 88737 h 242591"/>
                <a:gd name="connsiteX17" fmla="*/ 58531 w 167140"/>
                <a:gd name="connsiteY17" fmla="*/ 88737 h 242591"/>
                <a:gd name="connsiteX18" fmla="*/ 68115 w 167140"/>
                <a:gd name="connsiteY18" fmla="*/ 87461 h 242591"/>
                <a:gd name="connsiteX19" fmla="*/ 76423 w 167140"/>
                <a:gd name="connsiteY19" fmla="*/ 97675 h 242591"/>
                <a:gd name="connsiteX20" fmla="*/ 75783 w 167140"/>
                <a:gd name="connsiteY20" fmla="*/ 102144 h 242591"/>
                <a:gd name="connsiteX21" fmla="*/ 78339 w 167140"/>
                <a:gd name="connsiteY21" fmla="*/ 112997 h 242591"/>
                <a:gd name="connsiteX22" fmla="*/ 73866 w 167140"/>
                <a:gd name="connsiteY22" fmla="*/ 160238 h 242591"/>
                <a:gd name="connsiteX23" fmla="*/ 86007 w 167140"/>
                <a:gd name="connsiteY23" fmla="*/ 187051 h 242591"/>
                <a:gd name="connsiteX24" fmla="*/ 82173 w 167140"/>
                <a:gd name="connsiteY24" fmla="*/ 198542 h 242591"/>
                <a:gd name="connsiteX25" fmla="*/ 82812 w 167140"/>
                <a:gd name="connsiteY25" fmla="*/ 203649 h 242591"/>
                <a:gd name="connsiteX26" fmla="*/ 70671 w 167140"/>
                <a:gd name="connsiteY26" fmla="*/ 231100 h 242591"/>
                <a:gd name="connsiteX27" fmla="*/ 84729 w 167140"/>
                <a:gd name="connsiteY27" fmla="*/ 242591 h 242591"/>
                <a:gd name="connsiteX28" fmla="*/ 155019 w 167140"/>
                <a:gd name="connsiteY28" fmla="*/ 242591 h 242591"/>
                <a:gd name="connsiteX29" fmla="*/ 163965 w 167140"/>
                <a:gd name="connsiteY29" fmla="*/ 237484 h 242591"/>
                <a:gd name="connsiteX30" fmla="*/ 165882 w 167140"/>
                <a:gd name="connsiteY30" fmla="*/ 228546 h 242591"/>
                <a:gd name="connsiteX31" fmla="*/ 165882 w 167140"/>
                <a:gd name="connsiteY31" fmla="*/ 228546 h 242591"/>
                <a:gd name="connsiteX32" fmla="*/ 95592 w 167140"/>
                <a:gd name="connsiteY32" fmla="*/ 198542 h 242591"/>
                <a:gd name="connsiteX33" fmla="*/ 98787 w 167140"/>
                <a:gd name="connsiteY33" fmla="*/ 193435 h 242591"/>
                <a:gd name="connsiteX34" fmla="*/ 100704 w 167140"/>
                <a:gd name="connsiteY34" fmla="*/ 192796 h 242591"/>
                <a:gd name="connsiteX35" fmla="*/ 101343 w 167140"/>
                <a:gd name="connsiteY35" fmla="*/ 192796 h 242591"/>
                <a:gd name="connsiteX36" fmla="*/ 102621 w 167140"/>
                <a:gd name="connsiteY36" fmla="*/ 192796 h 242591"/>
                <a:gd name="connsiteX37" fmla="*/ 103260 w 167140"/>
                <a:gd name="connsiteY37" fmla="*/ 192796 h 242591"/>
                <a:gd name="connsiteX38" fmla="*/ 104538 w 167140"/>
                <a:gd name="connsiteY38" fmla="*/ 193435 h 242591"/>
                <a:gd name="connsiteX39" fmla="*/ 107094 w 167140"/>
                <a:gd name="connsiteY39" fmla="*/ 201095 h 242591"/>
                <a:gd name="connsiteX40" fmla="*/ 106455 w 167140"/>
                <a:gd name="connsiteY40" fmla="*/ 201734 h 242591"/>
                <a:gd name="connsiteX41" fmla="*/ 98148 w 167140"/>
                <a:gd name="connsiteY41" fmla="*/ 202372 h 242591"/>
                <a:gd name="connsiteX42" fmla="*/ 97509 w 167140"/>
                <a:gd name="connsiteY42" fmla="*/ 201734 h 242591"/>
                <a:gd name="connsiteX43" fmla="*/ 95592 w 167140"/>
                <a:gd name="connsiteY43" fmla="*/ 198542 h 242591"/>
                <a:gd name="connsiteX44" fmla="*/ 95592 w 167140"/>
                <a:gd name="connsiteY44" fmla="*/ 198542 h 242591"/>
                <a:gd name="connsiteX45" fmla="*/ 111567 w 167140"/>
                <a:gd name="connsiteY45" fmla="*/ 102144 h 242591"/>
                <a:gd name="connsiteX46" fmla="*/ 100704 w 167140"/>
                <a:gd name="connsiteY46" fmla="*/ 113635 h 242591"/>
                <a:gd name="connsiteX47" fmla="*/ 91758 w 167140"/>
                <a:gd name="connsiteY47" fmla="*/ 109166 h 242591"/>
                <a:gd name="connsiteX48" fmla="*/ 91758 w 167140"/>
                <a:gd name="connsiteY48" fmla="*/ 109166 h 242591"/>
                <a:gd name="connsiteX49" fmla="*/ 89841 w 167140"/>
                <a:gd name="connsiteY49" fmla="*/ 98952 h 242591"/>
                <a:gd name="connsiteX50" fmla="*/ 89841 w 167140"/>
                <a:gd name="connsiteY50" fmla="*/ 98952 h 242591"/>
                <a:gd name="connsiteX51" fmla="*/ 100065 w 167140"/>
                <a:gd name="connsiteY51" fmla="*/ 91291 h 242591"/>
                <a:gd name="connsiteX52" fmla="*/ 100704 w 167140"/>
                <a:gd name="connsiteY52" fmla="*/ 91291 h 242591"/>
                <a:gd name="connsiteX53" fmla="*/ 111567 w 167140"/>
                <a:gd name="connsiteY53" fmla="*/ 102144 h 242591"/>
                <a:gd name="connsiteX54" fmla="*/ 111567 w 167140"/>
                <a:gd name="connsiteY54" fmla="*/ 102144 h 242591"/>
                <a:gd name="connsiteX55" fmla="*/ 111567 w 167140"/>
                <a:gd name="connsiteY55" fmla="*/ 102144 h 242591"/>
                <a:gd name="connsiteX56" fmla="*/ 57892 w 167140"/>
                <a:gd name="connsiteY56" fmla="*/ 76608 h 242591"/>
                <a:gd name="connsiteX57" fmla="*/ 36805 w 167140"/>
                <a:gd name="connsiteY57" fmla="*/ 63201 h 242591"/>
                <a:gd name="connsiteX58" fmla="*/ 15079 w 167140"/>
                <a:gd name="connsiteY58" fmla="*/ 38304 h 242591"/>
                <a:gd name="connsiteX59" fmla="*/ 48307 w 167140"/>
                <a:gd name="connsiteY59" fmla="*/ 12768 h 242591"/>
                <a:gd name="connsiteX60" fmla="*/ 81534 w 167140"/>
                <a:gd name="connsiteY60" fmla="*/ 44688 h 242591"/>
                <a:gd name="connsiteX61" fmla="*/ 82812 w 167140"/>
                <a:gd name="connsiteY61" fmla="*/ 61925 h 242591"/>
                <a:gd name="connsiteX62" fmla="*/ 81534 w 167140"/>
                <a:gd name="connsiteY62" fmla="*/ 63201 h 242591"/>
                <a:gd name="connsiteX63" fmla="*/ 78339 w 167140"/>
                <a:gd name="connsiteY63" fmla="*/ 65755 h 242591"/>
                <a:gd name="connsiteX64" fmla="*/ 78339 w 167140"/>
                <a:gd name="connsiteY64" fmla="*/ 65755 h 242591"/>
                <a:gd name="connsiteX65" fmla="*/ 74505 w 167140"/>
                <a:gd name="connsiteY65" fmla="*/ 68309 h 242591"/>
                <a:gd name="connsiteX66" fmla="*/ 71949 w 167140"/>
                <a:gd name="connsiteY66" fmla="*/ 70224 h 242591"/>
                <a:gd name="connsiteX67" fmla="*/ 70671 w 167140"/>
                <a:gd name="connsiteY67" fmla="*/ 70862 h 242591"/>
                <a:gd name="connsiteX68" fmla="*/ 70671 w 167140"/>
                <a:gd name="connsiteY68" fmla="*/ 70862 h 242591"/>
                <a:gd name="connsiteX69" fmla="*/ 70671 w 167140"/>
                <a:gd name="connsiteY69" fmla="*/ 70862 h 242591"/>
                <a:gd name="connsiteX70" fmla="*/ 67476 w 167140"/>
                <a:gd name="connsiteY70" fmla="*/ 72777 h 242591"/>
                <a:gd name="connsiteX71" fmla="*/ 67476 w 167140"/>
                <a:gd name="connsiteY71" fmla="*/ 72777 h 242591"/>
                <a:gd name="connsiteX72" fmla="*/ 57892 w 167140"/>
                <a:gd name="connsiteY72" fmla="*/ 76608 h 242591"/>
                <a:gd name="connsiteX73" fmla="*/ 57892 w 167140"/>
                <a:gd name="connsiteY73" fmla="*/ 76608 h 242591"/>
                <a:gd name="connsiteX74" fmla="*/ 80256 w 167140"/>
                <a:gd name="connsiteY74" fmla="*/ 81077 h 242591"/>
                <a:gd name="connsiteX75" fmla="*/ 82812 w 167140"/>
                <a:gd name="connsiteY75" fmla="*/ 79161 h 242591"/>
                <a:gd name="connsiteX76" fmla="*/ 85368 w 167140"/>
                <a:gd name="connsiteY76" fmla="*/ 77246 h 242591"/>
                <a:gd name="connsiteX77" fmla="*/ 88563 w 167140"/>
                <a:gd name="connsiteY77" fmla="*/ 81715 h 242591"/>
                <a:gd name="connsiteX78" fmla="*/ 88563 w 167140"/>
                <a:gd name="connsiteY78" fmla="*/ 81715 h 242591"/>
                <a:gd name="connsiteX79" fmla="*/ 86646 w 167140"/>
                <a:gd name="connsiteY79" fmla="*/ 82992 h 242591"/>
                <a:gd name="connsiteX80" fmla="*/ 86007 w 167140"/>
                <a:gd name="connsiteY80" fmla="*/ 83630 h 242591"/>
                <a:gd name="connsiteX81" fmla="*/ 84090 w 167140"/>
                <a:gd name="connsiteY81" fmla="*/ 84907 h 242591"/>
                <a:gd name="connsiteX82" fmla="*/ 80256 w 167140"/>
                <a:gd name="connsiteY82" fmla="*/ 81077 h 242591"/>
                <a:gd name="connsiteX83" fmla="*/ 88563 w 167140"/>
                <a:gd name="connsiteY83" fmla="*/ 123211 h 242591"/>
                <a:gd name="connsiteX84" fmla="*/ 89841 w 167140"/>
                <a:gd name="connsiteY84" fmla="*/ 123849 h 242591"/>
                <a:gd name="connsiteX85" fmla="*/ 92397 w 167140"/>
                <a:gd name="connsiteY85" fmla="*/ 125126 h 242591"/>
                <a:gd name="connsiteX86" fmla="*/ 94953 w 167140"/>
                <a:gd name="connsiteY86" fmla="*/ 125765 h 242591"/>
                <a:gd name="connsiteX87" fmla="*/ 97509 w 167140"/>
                <a:gd name="connsiteY87" fmla="*/ 126403 h 242591"/>
                <a:gd name="connsiteX88" fmla="*/ 100704 w 167140"/>
                <a:gd name="connsiteY88" fmla="*/ 127041 h 242591"/>
                <a:gd name="connsiteX89" fmla="*/ 101343 w 167140"/>
                <a:gd name="connsiteY89" fmla="*/ 127041 h 242591"/>
                <a:gd name="connsiteX90" fmla="*/ 102621 w 167140"/>
                <a:gd name="connsiteY90" fmla="*/ 127041 h 242591"/>
                <a:gd name="connsiteX91" fmla="*/ 104538 w 167140"/>
                <a:gd name="connsiteY91" fmla="*/ 127041 h 242591"/>
                <a:gd name="connsiteX92" fmla="*/ 101982 w 167140"/>
                <a:gd name="connsiteY92" fmla="*/ 181305 h 242591"/>
                <a:gd name="connsiteX93" fmla="*/ 98787 w 167140"/>
                <a:gd name="connsiteY93" fmla="*/ 181305 h 242591"/>
                <a:gd name="connsiteX94" fmla="*/ 98787 w 167140"/>
                <a:gd name="connsiteY94" fmla="*/ 181305 h 242591"/>
                <a:gd name="connsiteX95" fmla="*/ 87285 w 167140"/>
                <a:gd name="connsiteY95" fmla="*/ 155769 h 242591"/>
                <a:gd name="connsiteX96" fmla="*/ 88563 w 167140"/>
                <a:gd name="connsiteY96" fmla="*/ 123211 h 242591"/>
                <a:gd name="connsiteX97" fmla="*/ 88563 w 167140"/>
                <a:gd name="connsiteY97" fmla="*/ 123211 h 242591"/>
                <a:gd name="connsiteX98" fmla="*/ 86007 w 167140"/>
                <a:gd name="connsiteY98" fmla="*/ 230462 h 242591"/>
                <a:gd name="connsiteX99" fmla="*/ 84090 w 167140"/>
                <a:gd name="connsiteY99" fmla="*/ 229185 h 242591"/>
                <a:gd name="connsiteX100" fmla="*/ 91119 w 167140"/>
                <a:gd name="connsiteY100" fmla="*/ 214502 h 242591"/>
                <a:gd name="connsiteX101" fmla="*/ 93675 w 167140"/>
                <a:gd name="connsiteY101" fmla="*/ 215779 h 242591"/>
                <a:gd name="connsiteX102" fmla="*/ 95592 w 167140"/>
                <a:gd name="connsiteY102" fmla="*/ 216417 h 242591"/>
                <a:gd name="connsiteX103" fmla="*/ 96231 w 167140"/>
                <a:gd name="connsiteY103" fmla="*/ 216417 h 242591"/>
                <a:gd name="connsiteX104" fmla="*/ 100704 w 167140"/>
                <a:gd name="connsiteY104" fmla="*/ 217055 h 242591"/>
                <a:gd name="connsiteX105" fmla="*/ 109011 w 167140"/>
                <a:gd name="connsiteY105" fmla="*/ 215140 h 242591"/>
                <a:gd name="connsiteX106" fmla="*/ 110289 w 167140"/>
                <a:gd name="connsiteY106" fmla="*/ 214502 h 242591"/>
                <a:gd name="connsiteX107" fmla="*/ 111567 w 167140"/>
                <a:gd name="connsiteY107" fmla="*/ 213863 h 242591"/>
                <a:gd name="connsiteX108" fmla="*/ 112206 w 167140"/>
                <a:gd name="connsiteY108" fmla="*/ 213225 h 242591"/>
                <a:gd name="connsiteX109" fmla="*/ 139044 w 167140"/>
                <a:gd name="connsiteY109" fmla="*/ 225355 h 242591"/>
                <a:gd name="connsiteX110" fmla="*/ 148629 w 167140"/>
                <a:gd name="connsiteY110" fmla="*/ 230462 h 242591"/>
                <a:gd name="connsiteX111" fmla="*/ 86007 w 167140"/>
                <a:gd name="connsiteY111" fmla="*/ 230462 h 24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67140" h="242591">
                  <a:moveTo>
                    <a:pt x="165882" y="228546"/>
                  </a:moveTo>
                  <a:cubicBezTo>
                    <a:pt x="160131" y="221524"/>
                    <a:pt x="153102" y="215779"/>
                    <a:pt x="144156" y="213863"/>
                  </a:cubicBezTo>
                  <a:cubicBezTo>
                    <a:pt x="135849" y="211310"/>
                    <a:pt x="127542" y="207479"/>
                    <a:pt x="119874" y="203011"/>
                  </a:cubicBezTo>
                  <a:cubicBezTo>
                    <a:pt x="119874" y="201734"/>
                    <a:pt x="119874" y="200457"/>
                    <a:pt x="119874" y="199180"/>
                  </a:cubicBezTo>
                  <a:cubicBezTo>
                    <a:pt x="119874" y="194073"/>
                    <a:pt x="117318" y="188966"/>
                    <a:pt x="113484" y="185135"/>
                  </a:cubicBezTo>
                  <a:lnTo>
                    <a:pt x="116679" y="120019"/>
                  </a:lnTo>
                  <a:cubicBezTo>
                    <a:pt x="126264" y="111081"/>
                    <a:pt x="126903" y="95760"/>
                    <a:pt x="117957" y="86184"/>
                  </a:cubicBezTo>
                  <a:cubicBezTo>
                    <a:pt x="114123" y="81715"/>
                    <a:pt x="108372" y="79161"/>
                    <a:pt x="101982" y="78523"/>
                  </a:cubicBezTo>
                  <a:lnTo>
                    <a:pt x="93675" y="67670"/>
                  </a:lnTo>
                  <a:cubicBezTo>
                    <a:pt x="96870" y="61925"/>
                    <a:pt x="98787" y="52349"/>
                    <a:pt x="91758" y="38942"/>
                  </a:cubicBezTo>
                  <a:cubicBezTo>
                    <a:pt x="73228" y="1915"/>
                    <a:pt x="48307" y="0"/>
                    <a:pt x="47029" y="0"/>
                  </a:cubicBezTo>
                  <a:cubicBezTo>
                    <a:pt x="46390" y="0"/>
                    <a:pt x="45751" y="0"/>
                    <a:pt x="45112" y="0"/>
                  </a:cubicBezTo>
                  <a:cubicBezTo>
                    <a:pt x="24664" y="3830"/>
                    <a:pt x="8050" y="17237"/>
                    <a:pt x="382" y="36389"/>
                  </a:cubicBezTo>
                  <a:lnTo>
                    <a:pt x="382" y="37027"/>
                  </a:lnTo>
                  <a:cubicBezTo>
                    <a:pt x="-257" y="38942"/>
                    <a:pt x="-257" y="41496"/>
                    <a:pt x="1660" y="43411"/>
                  </a:cubicBezTo>
                  <a:lnTo>
                    <a:pt x="25942" y="71501"/>
                  </a:lnTo>
                  <a:cubicBezTo>
                    <a:pt x="33610" y="81077"/>
                    <a:pt x="44473" y="87461"/>
                    <a:pt x="57253" y="88737"/>
                  </a:cubicBezTo>
                  <a:lnTo>
                    <a:pt x="58531" y="88737"/>
                  </a:lnTo>
                  <a:cubicBezTo>
                    <a:pt x="61726" y="88737"/>
                    <a:pt x="64921" y="88099"/>
                    <a:pt x="68115" y="87461"/>
                  </a:cubicBezTo>
                  <a:lnTo>
                    <a:pt x="76423" y="97675"/>
                  </a:lnTo>
                  <a:cubicBezTo>
                    <a:pt x="76423" y="98952"/>
                    <a:pt x="75783" y="100867"/>
                    <a:pt x="75783" y="102144"/>
                  </a:cubicBezTo>
                  <a:cubicBezTo>
                    <a:pt x="75783" y="105974"/>
                    <a:pt x="77061" y="109805"/>
                    <a:pt x="78339" y="112997"/>
                  </a:cubicBezTo>
                  <a:cubicBezTo>
                    <a:pt x="68755" y="127041"/>
                    <a:pt x="66838" y="144916"/>
                    <a:pt x="73866" y="160238"/>
                  </a:cubicBezTo>
                  <a:cubicBezTo>
                    <a:pt x="78978" y="171091"/>
                    <a:pt x="83451" y="180667"/>
                    <a:pt x="86007" y="187051"/>
                  </a:cubicBezTo>
                  <a:cubicBezTo>
                    <a:pt x="83451" y="190243"/>
                    <a:pt x="82173" y="194073"/>
                    <a:pt x="82173" y="198542"/>
                  </a:cubicBezTo>
                  <a:cubicBezTo>
                    <a:pt x="82173" y="200457"/>
                    <a:pt x="82173" y="201734"/>
                    <a:pt x="82812" y="203649"/>
                  </a:cubicBezTo>
                  <a:cubicBezTo>
                    <a:pt x="73866" y="213225"/>
                    <a:pt x="69394" y="222801"/>
                    <a:pt x="70671" y="231100"/>
                  </a:cubicBezTo>
                  <a:cubicBezTo>
                    <a:pt x="71949" y="238122"/>
                    <a:pt x="77700" y="242591"/>
                    <a:pt x="84729" y="242591"/>
                  </a:cubicBezTo>
                  <a:lnTo>
                    <a:pt x="155019" y="242591"/>
                  </a:lnTo>
                  <a:cubicBezTo>
                    <a:pt x="158853" y="242591"/>
                    <a:pt x="162048" y="240676"/>
                    <a:pt x="163965" y="237484"/>
                  </a:cubicBezTo>
                  <a:cubicBezTo>
                    <a:pt x="167799" y="234930"/>
                    <a:pt x="167799" y="231100"/>
                    <a:pt x="165882" y="228546"/>
                  </a:cubicBezTo>
                  <a:lnTo>
                    <a:pt x="165882" y="228546"/>
                  </a:lnTo>
                  <a:close/>
                  <a:moveTo>
                    <a:pt x="95592" y="198542"/>
                  </a:moveTo>
                  <a:cubicBezTo>
                    <a:pt x="95592" y="196627"/>
                    <a:pt x="96870" y="194711"/>
                    <a:pt x="98787" y="193435"/>
                  </a:cubicBezTo>
                  <a:lnTo>
                    <a:pt x="100704" y="192796"/>
                  </a:lnTo>
                  <a:lnTo>
                    <a:pt x="101343" y="192796"/>
                  </a:lnTo>
                  <a:lnTo>
                    <a:pt x="102621" y="192796"/>
                  </a:lnTo>
                  <a:lnTo>
                    <a:pt x="103260" y="192796"/>
                  </a:lnTo>
                  <a:cubicBezTo>
                    <a:pt x="103899" y="192796"/>
                    <a:pt x="103899" y="192796"/>
                    <a:pt x="104538" y="193435"/>
                  </a:cubicBezTo>
                  <a:cubicBezTo>
                    <a:pt x="107094" y="194711"/>
                    <a:pt x="108372" y="197903"/>
                    <a:pt x="107094" y="201095"/>
                  </a:cubicBezTo>
                  <a:cubicBezTo>
                    <a:pt x="107094" y="201095"/>
                    <a:pt x="106455" y="201734"/>
                    <a:pt x="106455" y="201734"/>
                  </a:cubicBezTo>
                  <a:cubicBezTo>
                    <a:pt x="104538" y="204287"/>
                    <a:pt x="100704" y="204926"/>
                    <a:pt x="98148" y="202372"/>
                  </a:cubicBezTo>
                  <a:cubicBezTo>
                    <a:pt x="97509" y="202372"/>
                    <a:pt x="97509" y="201734"/>
                    <a:pt x="97509" y="201734"/>
                  </a:cubicBezTo>
                  <a:cubicBezTo>
                    <a:pt x="96870" y="201095"/>
                    <a:pt x="96231" y="199819"/>
                    <a:pt x="95592" y="198542"/>
                  </a:cubicBezTo>
                  <a:lnTo>
                    <a:pt x="95592" y="198542"/>
                  </a:lnTo>
                  <a:close/>
                  <a:moveTo>
                    <a:pt x="111567" y="102144"/>
                  </a:moveTo>
                  <a:cubicBezTo>
                    <a:pt x="111567" y="108528"/>
                    <a:pt x="106455" y="112997"/>
                    <a:pt x="100704" y="113635"/>
                  </a:cubicBezTo>
                  <a:cubicBezTo>
                    <a:pt x="97509" y="113635"/>
                    <a:pt x="93675" y="112358"/>
                    <a:pt x="91758" y="109166"/>
                  </a:cubicBezTo>
                  <a:lnTo>
                    <a:pt x="91758" y="109166"/>
                  </a:lnTo>
                  <a:cubicBezTo>
                    <a:pt x="89202" y="105974"/>
                    <a:pt x="88563" y="102144"/>
                    <a:pt x="89841" y="98952"/>
                  </a:cubicBezTo>
                  <a:lnTo>
                    <a:pt x="89841" y="98952"/>
                  </a:lnTo>
                  <a:cubicBezTo>
                    <a:pt x="91119" y="94483"/>
                    <a:pt x="94953" y="91929"/>
                    <a:pt x="100065" y="91291"/>
                  </a:cubicBezTo>
                  <a:lnTo>
                    <a:pt x="100704" y="91291"/>
                  </a:lnTo>
                  <a:cubicBezTo>
                    <a:pt x="107094" y="91291"/>
                    <a:pt x="112206" y="96398"/>
                    <a:pt x="111567" y="102144"/>
                  </a:cubicBezTo>
                  <a:cubicBezTo>
                    <a:pt x="112206" y="102144"/>
                    <a:pt x="112206" y="102144"/>
                    <a:pt x="111567" y="102144"/>
                  </a:cubicBezTo>
                  <a:lnTo>
                    <a:pt x="111567" y="102144"/>
                  </a:lnTo>
                  <a:close/>
                  <a:moveTo>
                    <a:pt x="57892" y="76608"/>
                  </a:moveTo>
                  <a:cubicBezTo>
                    <a:pt x="49585" y="75331"/>
                    <a:pt x="41917" y="70224"/>
                    <a:pt x="36805" y="63201"/>
                  </a:cubicBezTo>
                  <a:lnTo>
                    <a:pt x="15079" y="38304"/>
                  </a:lnTo>
                  <a:cubicBezTo>
                    <a:pt x="21469" y="24897"/>
                    <a:pt x="33610" y="15960"/>
                    <a:pt x="48307" y="12768"/>
                  </a:cubicBezTo>
                  <a:cubicBezTo>
                    <a:pt x="52141" y="13406"/>
                    <a:pt x="68115" y="17875"/>
                    <a:pt x="81534" y="44688"/>
                  </a:cubicBezTo>
                  <a:cubicBezTo>
                    <a:pt x="85368" y="52349"/>
                    <a:pt x="86007" y="58094"/>
                    <a:pt x="82812" y="61925"/>
                  </a:cubicBezTo>
                  <a:cubicBezTo>
                    <a:pt x="82173" y="62563"/>
                    <a:pt x="82173" y="62563"/>
                    <a:pt x="81534" y="63201"/>
                  </a:cubicBezTo>
                  <a:cubicBezTo>
                    <a:pt x="80895" y="63840"/>
                    <a:pt x="79617" y="65117"/>
                    <a:pt x="78339" y="65755"/>
                  </a:cubicBezTo>
                  <a:lnTo>
                    <a:pt x="78339" y="65755"/>
                  </a:lnTo>
                  <a:lnTo>
                    <a:pt x="74505" y="68309"/>
                  </a:lnTo>
                  <a:lnTo>
                    <a:pt x="71949" y="70224"/>
                  </a:lnTo>
                  <a:lnTo>
                    <a:pt x="70671" y="70862"/>
                  </a:lnTo>
                  <a:lnTo>
                    <a:pt x="70671" y="70862"/>
                  </a:lnTo>
                  <a:lnTo>
                    <a:pt x="70671" y="70862"/>
                  </a:lnTo>
                  <a:cubicBezTo>
                    <a:pt x="70033" y="71501"/>
                    <a:pt x="68755" y="72139"/>
                    <a:pt x="67476" y="72777"/>
                  </a:cubicBezTo>
                  <a:lnTo>
                    <a:pt x="67476" y="72777"/>
                  </a:lnTo>
                  <a:cubicBezTo>
                    <a:pt x="65560" y="75331"/>
                    <a:pt x="61726" y="76608"/>
                    <a:pt x="57892" y="76608"/>
                  </a:cubicBezTo>
                  <a:lnTo>
                    <a:pt x="57892" y="76608"/>
                  </a:lnTo>
                  <a:close/>
                  <a:moveTo>
                    <a:pt x="80256" y="81077"/>
                  </a:moveTo>
                  <a:lnTo>
                    <a:pt x="82812" y="79161"/>
                  </a:lnTo>
                  <a:lnTo>
                    <a:pt x="85368" y="77246"/>
                  </a:lnTo>
                  <a:lnTo>
                    <a:pt x="88563" y="81715"/>
                  </a:lnTo>
                  <a:lnTo>
                    <a:pt x="88563" y="81715"/>
                  </a:lnTo>
                  <a:lnTo>
                    <a:pt x="86646" y="82992"/>
                  </a:lnTo>
                  <a:lnTo>
                    <a:pt x="86007" y="83630"/>
                  </a:lnTo>
                  <a:cubicBezTo>
                    <a:pt x="85368" y="84269"/>
                    <a:pt x="84729" y="84269"/>
                    <a:pt x="84090" y="84907"/>
                  </a:cubicBezTo>
                  <a:lnTo>
                    <a:pt x="80256" y="81077"/>
                  </a:lnTo>
                  <a:close/>
                  <a:moveTo>
                    <a:pt x="88563" y="123211"/>
                  </a:moveTo>
                  <a:cubicBezTo>
                    <a:pt x="89202" y="123211"/>
                    <a:pt x="89202" y="123849"/>
                    <a:pt x="89841" y="123849"/>
                  </a:cubicBezTo>
                  <a:lnTo>
                    <a:pt x="92397" y="125126"/>
                  </a:lnTo>
                  <a:cubicBezTo>
                    <a:pt x="93036" y="125126"/>
                    <a:pt x="93675" y="125765"/>
                    <a:pt x="94953" y="125765"/>
                  </a:cubicBezTo>
                  <a:cubicBezTo>
                    <a:pt x="95592" y="125765"/>
                    <a:pt x="96870" y="126403"/>
                    <a:pt x="97509" y="126403"/>
                  </a:cubicBezTo>
                  <a:cubicBezTo>
                    <a:pt x="98787" y="126403"/>
                    <a:pt x="99426" y="126403"/>
                    <a:pt x="100704" y="127041"/>
                  </a:cubicBezTo>
                  <a:lnTo>
                    <a:pt x="101343" y="127041"/>
                  </a:lnTo>
                  <a:lnTo>
                    <a:pt x="102621" y="127041"/>
                  </a:lnTo>
                  <a:lnTo>
                    <a:pt x="104538" y="127041"/>
                  </a:lnTo>
                  <a:lnTo>
                    <a:pt x="101982" y="181305"/>
                  </a:lnTo>
                  <a:cubicBezTo>
                    <a:pt x="100704" y="181305"/>
                    <a:pt x="100065" y="181305"/>
                    <a:pt x="98787" y="181305"/>
                  </a:cubicBezTo>
                  <a:lnTo>
                    <a:pt x="98787" y="181305"/>
                  </a:lnTo>
                  <a:cubicBezTo>
                    <a:pt x="96231" y="174921"/>
                    <a:pt x="91758" y="165345"/>
                    <a:pt x="87285" y="155769"/>
                  </a:cubicBezTo>
                  <a:cubicBezTo>
                    <a:pt x="82173" y="144916"/>
                    <a:pt x="82812" y="132787"/>
                    <a:pt x="88563" y="123211"/>
                  </a:cubicBezTo>
                  <a:lnTo>
                    <a:pt x="88563" y="123211"/>
                  </a:lnTo>
                  <a:close/>
                  <a:moveTo>
                    <a:pt x="86007" y="230462"/>
                  </a:moveTo>
                  <a:cubicBezTo>
                    <a:pt x="85368" y="230462"/>
                    <a:pt x="84729" y="229823"/>
                    <a:pt x="84090" y="229185"/>
                  </a:cubicBezTo>
                  <a:cubicBezTo>
                    <a:pt x="84090" y="223439"/>
                    <a:pt x="86646" y="218332"/>
                    <a:pt x="91119" y="214502"/>
                  </a:cubicBezTo>
                  <a:cubicBezTo>
                    <a:pt x="91758" y="215140"/>
                    <a:pt x="93036" y="215779"/>
                    <a:pt x="93675" y="215779"/>
                  </a:cubicBezTo>
                  <a:cubicBezTo>
                    <a:pt x="94314" y="215779"/>
                    <a:pt x="94953" y="216417"/>
                    <a:pt x="95592" y="216417"/>
                  </a:cubicBezTo>
                  <a:lnTo>
                    <a:pt x="96231" y="216417"/>
                  </a:lnTo>
                  <a:cubicBezTo>
                    <a:pt x="97509" y="217055"/>
                    <a:pt x="99426" y="217055"/>
                    <a:pt x="100704" y="217055"/>
                  </a:cubicBezTo>
                  <a:cubicBezTo>
                    <a:pt x="103899" y="217055"/>
                    <a:pt x="106455" y="216417"/>
                    <a:pt x="109011" y="215140"/>
                  </a:cubicBezTo>
                  <a:lnTo>
                    <a:pt x="110289" y="214502"/>
                  </a:lnTo>
                  <a:lnTo>
                    <a:pt x="111567" y="213863"/>
                  </a:lnTo>
                  <a:lnTo>
                    <a:pt x="112206" y="213225"/>
                  </a:lnTo>
                  <a:cubicBezTo>
                    <a:pt x="120513" y="218332"/>
                    <a:pt x="130098" y="222163"/>
                    <a:pt x="139044" y="225355"/>
                  </a:cubicBezTo>
                  <a:cubicBezTo>
                    <a:pt x="142239" y="226631"/>
                    <a:pt x="146073" y="227908"/>
                    <a:pt x="148629" y="230462"/>
                  </a:cubicBezTo>
                  <a:lnTo>
                    <a:pt x="86007" y="230462"/>
                  </a:lnTo>
                  <a:close/>
                </a:path>
              </a:pathLst>
            </a:custGeom>
            <a:solidFill>
              <a:srgbClr val="00A3E0"/>
            </a:solidFill>
            <a:ln w="6390" cap="flat">
              <a:noFill/>
              <a:prstDash val="solid"/>
              <a:miter/>
            </a:ln>
          </p:spPr>
          <p:txBody>
            <a:bodyPr rtlCol="0" anchor="ctr"/>
            <a:lstStyle/>
            <a:p>
              <a:endParaRPr lang="en-US"/>
            </a:p>
          </p:txBody>
        </p:sp>
      </p:grpSp>
      <p:grpSp>
        <p:nvGrpSpPr>
          <p:cNvPr id="208" name="Graphic 4">
            <a:extLst>
              <a:ext uri="{FF2B5EF4-FFF2-40B4-BE49-F238E27FC236}">
                <a16:creationId xmlns:a16="http://schemas.microsoft.com/office/drawing/2014/main" id="{097A25D6-617F-D44C-BD38-7509231157CB}"/>
              </a:ext>
            </a:extLst>
          </p:cNvPr>
          <p:cNvGrpSpPr>
            <a:grpSpLocks noChangeAspect="1"/>
          </p:cNvGrpSpPr>
          <p:nvPr/>
        </p:nvGrpSpPr>
        <p:grpSpPr>
          <a:xfrm>
            <a:off x="1952125" y="3824168"/>
            <a:ext cx="362313" cy="361971"/>
            <a:chOff x="1952125" y="3824168"/>
            <a:chExt cx="362313" cy="361971"/>
          </a:xfrm>
          <a:solidFill>
            <a:srgbClr val="00A3E0"/>
          </a:solidFill>
        </p:grpSpPr>
        <p:sp>
          <p:nvSpPr>
            <p:cNvPr id="209" name="Graphic 4">
              <a:extLst>
                <a:ext uri="{FF2B5EF4-FFF2-40B4-BE49-F238E27FC236}">
                  <a16:creationId xmlns:a16="http://schemas.microsoft.com/office/drawing/2014/main" id="{5C67346F-F81C-BF4F-A39B-ED83C559EA23}"/>
                </a:ext>
              </a:extLst>
            </p:cNvPr>
            <p:cNvSpPr/>
            <p:nvPr/>
          </p:nvSpPr>
          <p:spPr>
            <a:xfrm>
              <a:off x="2129127" y="3961423"/>
              <a:ext cx="8945" cy="8299"/>
            </a:xfrm>
            <a:custGeom>
              <a:avLst/>
              <a:gdLst>
                <a:gd name="connsiteX0" fmla="*/ 6390 w 8945"/>
                <a:gd name="connsiteY0" fmla="*/ 6384 h 8299"/>
                <a:gd name="connsiteX1" fmla="*/ 7029 w 8945"/>
                <a:gd name="connsiteY1" fmla="*/ 5745 h 8299"/>
                <a:gd name="connsiteX2" fmla="*/ 8946 w 8945"/>
                <a:gd name="connsiteY2" fmla="*/ 4468 h 8299"/>
                <a:gd name="connsiteX3" fmla="*/ 8946 w 8945"/>
                <a:gd name="connsiteY3" fmla="*/ 4468 h 8299"/>
                <a:gd name="connsiteX4" fmla="*/ 5112 w 8945"/>
                <a:gd name="connsiteY4" fmla="*/ 0 h 8299"/>
                <a:gd name="connsiteX5" fmla="*/ 2556 w 8945"/>
                <a:gd name="connsiteY5" fmla="*/ 1915 h 8299"/>
                <a:gd name="connsiteX6" fmla="*/ 0 w 8945"/>
                <a:gd name="connsiteY6" fmla="*/ 3830 h 8299"/>
                <a:gd name="connsiteX7" fmla="*/ 3195 w 8945"/>
                <a:gd name="connsiteY7" fmla="*/ 8299 h 8299"/>
                <a:gd name="connsiteX8" fmla="*/ 6390 w 8945"/>
                <a:gd name="connsiteY8" fmla="*/ 6384 h 8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45" h="8299">
                  <a:moveTo>
                    <a:pt x="6390" y="6384"/>
                  </a:moveTo>
                  <a:lnTo>
                    <a:pt x="7029" y="5745"/>
                  </a:lnTo>
                  <a:cubicBezTo>
                    <a:pt x="7668" y="5107"/>
                    <a:pt x="8307" y="4468"/>
                    <a:pt x="8946" y="4468"/>
                  </a:cubicBezTo>
                  <a:lnTo>
                    <a:pt x="8946" y="4468"/>
                  </a:lnTo>
                  <a:lnTo>
                    <a:pt x="5112" y="0"/>
                  </a:lnTo>
                  <a:lnTo>
                    <a:pt x="2556" y="1915"/>
                  </a:lnTo>
                  <a:lnTo>
                    <a:pt x="0" y="3830"/>
                  </a:lnTo>
                  <a:lnTo>
                    <a:pt x="3195" y="8299"/>
                  </a:lnTo>
                  <a:cubicBezTo>
                    <a:pt x="5112" y="7022"/>
                    <a:pt x="5751" y="7022"/>
                    <a:pt x="6390" y="6384"/>
                  </a:cubicBezTo>
                  <a:close/>
                </a:path>
              </a:pathLst>
            </a:custGeom>
            <a:solidFill>
              <a:srgbClr val="00A3E0"/>
            </a:solidFill>
            <a:ln w="6390" cap="flat">
              <a:noFill/>
              <a:prstDash val="solid"/>
              <a:miter/>
            </a:ln>
          </p:spPr>
          <p:txBody>
            <a:bodyPr rtlCol="0" anchor="ctr"/>
            <a:lstStyle/>
            <a:p>
              <a:endParaRPr lang="en-US"/>
            </a:p>
          </p:txBody>
        </p:sp>
        <p:sp>
          <p:nvSpPr>
            <p:cNvPr id="210" name="Graphic 4">
              <a:extLst>
                <a:ext uri="{FF2B5EF4-FFF2-40B4-BE49-F238E27FC236}">
                  <a16:creationId xmlns:a16="http://schemas.microsoft.com/office/drawing/2014/main" id="{24813300-0459-C74F-9027-F7F58B85F187}"/>
                </a:ext>
              </a:extLst>
            </p:cNvPr>
            <p:cNvSpPr/>
            <p:nvPr/>
          </p:nvSpPr>
          <p:spPr>
            <a:xfrm>
              <a:off x="2065866" y="3896945"/>
              <a:ext cx="69514" cy="63839"/>
            </a:xfrm>
            <a:custGeom>
              <a:avLst/>
              <a:gdLst>
                <a:gd name="connsiteX0" fmla="*/ 52398 w 69514"/>
                <a:gd name="connsiteY0" fmla="*/ 60648 h 63839"/>
                <a:gd name="connsiteX1" fmla="*/ 55593 w 69514"/>
                <a:gd name="connsiteY1" fmla="*/ 58733 h 63839"/>
                <a:gd name="connsiteX2" fmla="*/ 55593 w 69514"/>
                <a:gd name="connsiteY2" fmla="*/ 58733 h 63839"/>
                <a:gd name="connsiteX3" fmla="*/ 55593 w 69514"/>
                <a:gd name="connsiteY3" fmla="*/ 58733 h 63839"/>
                <a:gd name="connsiteX4" fmla="*/ 56871 w 69514"/>
                <a:gd name="connsiteY4" fmla="*/ 58094 h 63839"/>
                <a:gd name="connsiteX5" fmla="*/ 59427 w 69514"/>
                <a:gd name="connsiteY5" fmla="*/ 56179 h 63839"/>
                <a:gd name="connsiteX6" fmla="*/ 63261 w 69514"/>
                <a:gd name="connsiteY6" fmla="*/ 52987 h 63839"/>
                <a:gd name="connsiteX7" fmla="*/ 63261 w 69514"/>
                <a:gd name="connsiteY7" fmla="*/ 52987 h 63839"/>
                <a:gd name="connsiteX8" fmla="*/ 66456 w 69514"/>
                <a:gd name="connsiteY8" fmla="*/ 50434 h 63839"/>
                <a:gd name="connsiteX9" fmla="*/ 67733 w 69514"/>
                <a:gd name="connsiteY9" fmla="*/ 49157 h 63839"/>
                <a:gd name="connsiteX10" fmla="*/ 66456 w 69514"/>
                <a:gd name="connsiteY10" fmla="*/ 31920 h 63839"/>
                <a:gd name="connsiteX11" fmla="*/ 33228 w 69514"/>
                <a:gd name="connsiteY11" fmla="*/ 0 h 63839"/>
                <a:gd name="connsiteX12" fmla="*/ 0 w 69514"/>
                <a:gd name="connsiteY12" fmla="*/ 25536 h 63839"/>
                <a:gd name="connsiteX13" fmla="*/ 21726 w 69514"/>
                <a:gd name="connsiteY13" fmla="*/ 50434 h 63839"/>
                <a:gd name="connsiteX14" fmla="*/ 43452 w 69514"/>
                <a:gd name="connsiteY14" fmla="*/ 63840 h 63839"/>
                <a:gd name="connsiteX15" fmla="*/ 52398 w 69514"/>
                <a:gd name="connsiteY15" fmla="*/ 60648 h 63839"/>
                <a:gd name="connsiteX16" fmla="*/ 52398 w 69514"/>
                <a:gd name="connsiteY16" fmla="*/ 60648 h 6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514" h="63839">
                  <a:moveTo>
                    <a:pt x="52398" y="60648"/>
                  </a:moveTo>
                  <a:cubicBezTo>
                    <a:pt x="53676" y="60010"/>
                    <a:pt x="54314" y="59371"/>
                    <a:pt x="55593" y="58733"/>
                  </a:cubicBezTo>
                  <a:lnTo>
                    <a:pt x="55593" y="58733"/>
                  </a:lnTo>
                  <a:lnTo>
                    <a:pt x="55593" y="58733"/>
                  </a:lnTo>
                  <a:lnTo>
                    <a:pt x="56871" y="58094"/>
                  </a:lnTo>
                  <a:lnTo>
                    <a:pt x="59427" y="56179"/>
                  </a:lnTo>
                  <a:lnTo>
                    <a:pt x="63261" y="52987"/>
                  </a:lnTo>
                  <a:lnTo>
                    <a:pt x="63261" y="52987"/>
                  </a:lnTo>
                  <a:cubicBezTo>
                    <a:pt x="64538" y="52349"/>
                    <a:pt x="65177" y="51072"/>
                    <a:pt x="66456" y="50434"/>
                  </a:cubicBezTo>
                  <a:cubicBezTo>
                    <a:pt x="67094" y="49795"/>
                    <a:pt x="67094" y="49795"/>
                    <a:pt x="67733" y="49157"/>
                  </a:cubicBezTo>
                  <a:cubicBezTo>
                    <a:pt x="70289" y="45327"/>
                    <a:pt x="70289" y="38943"/>
                    <a:pt x="66456" y="31920"/>
                  </a:cubicBezTo>
                  <a:cubicBezTo>
                    <a:pt x="53037" y="5107"/>
                    <a:pt x="36423" y="639"/>
                    <a:pt x="33228" y="0"/>
                  </a:cubicBezTo>
                  <a:cubicBezTo>
                    <a:pt x="18531" y="3192"/>
                    <a:pt x="6390" y="12130"/>
                    <a:pt x="0" y="25536"/>
                  </a:cubicBezTo>
                  <a:lnTo>
                    <a:pt x="21726" y="50434"/>
                  </a:lnTo>
                  <a:cubicBezTo>
                    <a:pt x="26838" y="57456"/>
                    <a:pt x="35145" y="62563"/>
                    <a:pt x="43452" y="63840"/>
                  </a:cubicBezTo>
                  <a:cubicBezTo>
                    <a:pt x="45369" y="63840"/>
                    <a:pt x="48564" y="62563"/>
                    <a:pt x="52398" y="60648"/>
                  </a:cubicBezTo>
                  <a:lnTo>
                    <a:pt x="52398" y="60648"/>
                  </a:lnTo>
                  <a:close/>
                </a:path>
              </a:pathLst>
            </a:custGeom>
            <a:solidFill>
              <a:srgbClr val="00A3E0"/>
            </a:solidFill>
            <a:ln w="6390" cap="flat">
              <a:noFill/>
              <a:prstDash val="solid"/>
              <a:miter/>
            </a:ln>
          </p:spPr>
          <p:txBody>
            <a:bodyPr rtlCol="0" anchor="ctr"/>
            <a:lstStyle/>
            <a:p>
              <a:endParaRPr lang="en-US"/>
            </a:p>
          </p:txBody>
        </p:sp>
        <p:sp>
          <p:nvSpPr>
            <p:cNvPr id="211" name="Graphic 4">
              <a:extLst>
                <a:ext uri="{FF2B5EF4-FFF2-40B4-BE49-F238E27FC236}">
                  <a16:creationId xmlns:a16="http://schemas.microsoft.com/office/drawing/2014/main" id="{9D43D556-B79D-7443-971D-BFC6C5F3E921}"/>
                </a:ext>
              </a:extLst>
            </p:cNvPr>
            <p:cNvSpPr/>
            <p:nvPr/>
          </p:nvSpPr>
          <p:spPr>
            <a:xfrm>
              <a:off x="2139989" y="3974829"/>
              <a:ext cx="23003" cy="22696"/>
            </a:xfrm>
            <a:custGeom>
              <a:avLst/>
              <a:gdLst>
                <a:gd name="connsiteX0" fmla="*/ 10224 w 23003"/>
                <a:gd name="connsiteY0" fmla="*/ 0 h 22696"/>
                <a:gd name="connsiteX1" fmla="*/ 10224 w 23003"/>
                <a:gd name="connsiteY1" fmla="*/ 0 h 22696"/>
                <a:gd name="connsiteX2" fmla="*/ 639 w 23003"/>
                <a:gd name="connsiteY2" fmla="*/ 7661 h 22696"/>
                <a:gd name="connsiteX3" fmla="*/ 639 w 23003"/>
                <a:gd name="connsiteY3" fmla="*/ 7661 h 22696"/>
                <a:gd name="connsiteX4" fmla="*/ 0 w 23003"/>
                <a:gd name="connsiteY4" fmla="*/ 11491 h 22696"/>
                <a:gd name="connsiteX5" fmla="*/ 2556 w 23003"/>
                <a:gd name="connsiteY5" fmla="*/ 18514 h 22696"/>
                <a:gd name="connsiteX6" fmla="*/ 2556 w 23003"/>
                <a:gd name="connsiteY6" fmla="*/ 18514 h 22696"/>
                <a:gd name="connsiteX7" fmla="*/ 17892 w 23003"/>
                <a:gd name="connsiteY7" fmla="*/ 20429 h 22696"/>
                <a:gd name="connsiteX8" fmla="*/ 17892 w 23003"/>
                <a:gd name="connsiteY8" fmla="*/ 20429 h 22696"/>
                <a:gd name="connsiteX9" fmla="*/ 23004 w 23003"/>
                <a:gd name="connsiteY9" fmla="*/ 11491 h 22696"/>
                <a:gd name="connsiteX10" fmla="*/ 11502 w 23003"/>
                <a:gd name="connsiteY10" fmla="*/ 0 h 22696"/>
                <a:gd name="connsiteX11" fmla="*/ 10224 w 23003"/>
                <a:gd name="connsiteY11" fmla="*/ 0 h 2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003" h="22696">
                  <a:moveTo>
                    <a:pt x="10224" y="0"/>
                  </a:moveTo>
                  <a:lnTo>
                    <a:pt x="10224" y="0"/>
                  </a:lnTo>
                  <a:cubicBezTo>
                    <a:pt x="5751" y="638"/>
                    <a:pt x="1917" y="3192"/>
                    <a:pt x="639" y="7661"/>
                  </a:cubicBezTo>
                  <a:lnTo>
                    <a:pt x="639" y="7661"/>
                  </a:lnTo>
                  <a:cubicBezTo>
                    <a:pt x="0" y="8938"/>
                    <a:pt x="0" y="10214"/>
                    <a:pt x="0" y="11491"/>
                  </a:cubicBezTo>
                  <a:cubicBezTo>
                    <a:pt x="0" y="14045"/>
                    <a:pt x="639" y="16598"/>
                    <a:pt x="2556" y="18514"/>
                  </a:cubicBezTo>
                  <a:lnTo>
                    <a:pt x="2556" y="18514"/>
                  </a:lnTo>
                  <a:cubicBezTo>
                    <a:pt x="6390" y="22982"/>
                    <a:pt x="12780" y="24259"/>
                    <a:pt x="17892" y="20429"/>
                  </a:cubicBezTo>
                  <a:lnTo>
                    <a:pt x="17892" y="20429"/>
                  </a:lnTo>
                  <a:cubicBezTo>
                    <a:pt x="21087" y="18514"/>
                    <a:pt x="22365" y="14683"/>
                    <a:pt x="23004" y="11491"/>
                  </a:cubicBezTo>
                  <a:cubicBezTo>
                    <a:pt x="23004" y="5107"/>
                    <a:pt x="17892" y="0"/>
                    <a:pt x="11502" y="0"/>
                  </a:cubicBezTo>
                  <a:lnTo>
                    <a:pt x="10224" y="0"/>
                  </a:lnTo>
                  <a:close/>
                </a:path>
              </a:pathLst>
            </a:custGeom>
            <a:solidFill>
              <a:srgbClr val="00A3E0"/>
            </a:solidFill>
            <a:ln w="6390" cap="flat">
              <a:noFill/>
              <a:prstDash val="solid"/>
              <a:miter/>
            </a:ln>
          </p:spPr>
          <p:txBody>
            <a:bodyPr rtlCol="0" anchor="ctr"/>
            <a:lstStyle/>
            <a:p>
              <a:endParaRPr lang="en-US"/>
            </a:p>
          </p:txBody>
        </p:sp>
        <p:sp>
          <p:nvSpPr>
            <p:cNvPr id="212" name="Graphic 4">
              <a:extLst>
                <a:ext uri="{FF2B5EF4-FFF2-40B4-BE49-F238E27FC236}">
                  <a16:creationId xmlns:a16="http://schemas.microsoft.com/office/drawing/2014/main" id="{EABE58E6-1010-CF46-86D8-EA2DBFA7B4B6}"/>
                </a:ext>
              </a:extLst>
            </p:cNvPr>
            <p:cNvSpPr/>
            <p:nvPr/>
          </p:nvSpPr>
          <p:spPr>
            <a:xfrm>
              <a:off x="2146379" y="4076335"/>
              <a:ext cx="11502" cy="11201"/>
            </a:xfrm>
            <a:custGeom>
              <a:avLst/>
              <a:gdLst>
                <a:gd name="connsiteX0" fmla="*/ 10224 w 11502"/>
                <a:gd name="connsiteY0" fmla="*/ 8937 h 11201"/>
                <a:gd name="connsiteX1" fmla="*/ 11502 w 11502"/>
                <a:gd name="connsiteY1" fmla="*/ 5745 h 11201"/>
                <a:gd name="connsiteX2" fmla="*/ 8307 w 11502"/>
                <a:gd name="connsiteY2" fmla="*/ 638 h 11201"/>
                <a:gd name="connsiteX3" fmla="*/ 7029 w 11502"/>
                <a:gd name="connsiteY3" fmla="*/ 0 h 11201"/>
                <a:gd name="connsiteX4" fmla="*/ 6390 w 11502"/>
                <a:gd name="connsiteY4" fmla="*/ 0 h 11201"/>
                <a:gd name="connsiteX5" fmla="*/ 5112 w 11502"/>
                <a:gd name="connsiteY5" fmla="*/ 0 h 11201"/>
                <a:gd name="connsiteX6" fmla="*/ 4473 w 11502"/>
                <a:gd name="connsiteY6" fmla="*/ 0 h 11201"/>
                <a:gd name="connsiteX7" fmla="*/ 3195 w 11502"/>
                <a:gd name="connsiteY7" fmla="*/ 638 h 11201"/>
                <a:gd name="connsiteX8" fmla="*/ 0 w 11502"/>
                <a:gd name="connsiteY8" fmla="*/ 5745 h 11201"/>
                <a:gd name="connsiteX9" fmla="*/ 1278 w 11502"/>
                <a:gd name="connsiteY9" fmla="*/ 8937 h 11201"/>
                <a:gd name="connsiteX10" fmla="*/ 9585 w 11502"/>
                <a:gd name="connsiteY10" fmla="*/ 9576 h 11201"/>
                <a:gd name="connsiteX11" fmla="*/ 10224 w 11502"/>
                <a:gd name="connsiteY11" fmla="*/ 8937 h 11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02" h="11201">
                  <a:moveTo>
                    <a:pt x="10224" y="8937"/>
                  </a:moveTo>
                  <a:cubicBezTo>
                    <a:pt x="10863" y="8299"/>
                    <a:pt x="11502" y="7022"/>
                    <a:pt x="11502" y="5745"/>
                  </a:cubicBezTo>
                  <a:cubicBezTo>
                    <a:pt x="11502" y="3830"/>
                    <a:pt x="10224" y="1915"/>
                    <a:pt x="8307" y="638"/>
                  </a:cubicBezTo>
                  <a:cubicBezTo>
                    <a:pt x="7668" y="638"/>
                    <a:pt x="7668" y="638"/>
                    <a:pt x="7029" y="0"/>
                  </a:cubicBezTo>
                  <a:lnTo>
                    <a:pt x="6390" y="0"/>
                  </a:lnTo>
                  <a:lnTo>
                    <a:pt x="5112" y="0"/>
                  </a:lnTo>
                  <a:lnTo>
                    <a:pt x="4473" y="0"/>
                  </a:lnTo>
                  <a:lnTo>
                    <a:pt x="3195" y="638"/>
                  </a:lnTo>
                  <a:cubicBezTo>
                    <a:pt x="1278" y="1915"/>
                    <a:pt x="0" y="3830"/>
                    <a:pt x="0" y="5745"/>
                  </a:cubicBezTo>
                  <a:cubicBezTo>
                    <a:pt x="0" y="7022"/>
                    <a:pt x="639" y="8299"/>
                    <a:pt x="1278" y="8937"/>
                  </a:cubicBezTo>
                  <a:cubicBezTo>
                    <a:pt x="3195" y="11491"/>
                    <a:pt x="7029" y="12129"/>
                    <a:pt x="9585" y="9576"/>
                  </a:cubicBezTo>
                  <a:cubicBezTo>
                    <a:pt x="9585" y="10214"/>
                    <a:pt x="9585" y="9576"/>
                    <a:pt x="10224" y="8937"/>
                  </a:cubicBezTo>
                  <a:close/>
                </a:path>
              </a:pathLst>
            </a:custGeom>
            <a:solidFill>
              <a:srgbClr val="00A3E0"/>
            </a:solidFill>
            <a:ln w="6390" cap="flat">
              <a:noFill/>
              <a:prstDash val="solid"/>
              <a:miter/>
            </a:ln>
          </p:spPr>
          <p:txBody>
            <a:bodyPr rtlCol="0" anchor="ctr"/>
            <a:lstStyle/>
            <a:p>
              <a:endParaRPr lang="en-US"/>
            </a:p>
          </p:txBody>
        </p:sp>
        <p:sp>
          <p:nvSpPr>
            <p:cNvPr id="213" name="Graphic 4">
              <a:extLst>
                <a:ext uri="{FF2B5EF4-FFF2-40B4-BE49-F238E27FC236}">
                  <a16:creationId xmlns:a16="http://schemas.microsoft.com/office/drawing/2014/main" id="{EC47BDA7-BA7D-E341-A203-3F3A5FFFBA07}"/>
                </a:ext>
              </a:extLst>
            </p:cNvPr>
            <p:cNvSpPr/>
            <p:nvPr/>
          </p:nvSpPr>
          <p:spPr>
            <a:xfrm>
              <a:off x="1952125" y="3824168"/>
              <a:ext cx="362313" cy="361971"/>
            </a:xfrm>
            <a:custGeom>
              <a:avLst/>
              <a:gdLst>
                <a:gd name="connsiteX0" fmla="*/ 181474 w 362313"/>
                <a:gd name="connsiteY0" fmla="*/ 0 h 361971"/>
                <a:gd name="connsiteX1" fmla="*/ 0 w 362313"/>
                <a:gd name="connsiteY1" fmla="*/ 180667 h 361971"/>
                <a:gd name="connsiteX2" fmla="*/ 180835 w 362313"/>
                <a:gd name="connsiteY2" fmla="*/ 361971 h 361971"/>
                <a:gd name="connsiteX3" fmla="*/ 362310 w 362313"/>
                <a:gd name="connsiteY3" fmla="*/ 181305 h 361971"/>
                <a:gd name="connsiteX4" fmla="*/ 362310 w 362313"/>
                <a:gd name="connsiteY4" fmla="*/ 181305 h 361971"/>
                <a:gd name="connsiteX5" fmla="*/ 181474 w 362313"/>
                <a:gd name="connsiteY5" fmla="*/ 0 h 361971"/>
                <a:gd name="connsiteX6" fmla="*/ 263266 w 362313"/>
                <a:gd name="connsiteY6" fmla="*/ 297493 h 361971"/>
                <a:gd name="connsiteX7" fmla="*/ 254319 w 362313"/>
                <a:gd name="connsiteY7" fmla="*/ 302601 h 361971"/>
                <a:gd name="connsiteX8" fmla="*/ 184030 w 362313"/>
                <a:gd name="connsiteY8" fmla="*/ 302601 h 361971"/>
                <a:gd name="connsiteX9" fmla="*/ 169972 w 362313"/>
                <a:gd name="connsiteY9" fmla="*/ 291109 h 361971"/>
                <a:gd name="connsiteX10" fmla="*/ 182113 w 362313"/>
                <a:gd name="connsiteY10" fmla="*/ 263658 h 361971"/>
                <a:gd name="connsiteX11" fmla="*/ 185308 w 362313"/>
                <a:gd name="connsiteY11" fmla="*/ 247698 h 361971"/>
                <a:gd name="connsiteX12" fmla="*/ 173167 w 362313"/>
                <a:gd name="connsiteY12" fmla="*/ 220886 h 361971"/>
                <a:gd name="connsiteX13" fmla="*/ 177640 w 362313"/>
                <a:gd name="connsiteY13" fmla="*/ 173644 h 361971"/>
                <a:gd name="connsiteX14" fmla="*/ 175084 w 362313"/>
                <a:gd name="connsiteY14" fmla="*/ 162792 h 361971"/>
                <a:gd name="connsiteX15" fmla="*/ 175723 w 362313"/>
                <a:gd name="connsiteY15" fmla="*/ 158323 h 361971"/>
                <a:gd name="connsiteX16" fmla="*/ 167416 w 362313"/>
                <a:gd name="connsiteY16" fmla="*/ 148108 h 361971"/>
                <a:gd name="connsiteX17" fmla="*/ 157832 w 362313"/>
                <a:gd name="connsiteY17" fmla="*/ 149385 h 361971"/>
                <a:gd name="connsiteX18" fmla="*/ 156553 w 362313"/>
                <a:gd name="connsiteY18" fmla="*/ 149385 h 361971"/>
                <a:gd name="connsiteX19" fmla="*/ 125243 w 362313"/>
                <a:gd name="connsiteY19" fmla="*/ 132148 h 361971"/>
                <a:gd name="connsiteX20" fmla="*/ 100961 w 362313"/>
                <a:gd name="connsiteY20" fmla="*/ 104059 h 361971"/>
                <a:gd name="connsiteX21" fmla="*/ 99683 w 362313"/>
                <a:gd name="connsiteY21" fmla="*/ 97675 h 361971"/>
                <a:gd name="connsiteX22" fmla="*/ 99683 w 362313"/>
                <a:gd name="connsiteY22" fmla="*/ 97036 h 361971"/>
                <a:gd name="connsiteX23" fmla="*/ 144413 w 362313"/>
                <a:gd name="connsiteY23" fmla="*/ 60648 h 361971"/>
                <a:gd name="connsiteX24" fmla="*/ 145690 w 362313"/>
                <a:gd name="connsiteY24" fmla="*/ 60648 h 361971"/>
                <a:gd name="connsiteX25" fmla="*/ 190420 w 362313"/>
                <a:gd name="connsiteY25" fmla="*/ 99590 h 361971"/>
                <a:gd name="connsiteX26" fmla="*/ 192337 w 362313"/>
                <a:gd name="connsiteY26" fmla="*/ 128318 h 361971"/>
                <a:gd name="connsiteX27" fmla="*/ 200644 w 362313"/>
                <a:gd name="connsiteY27" fmla="*/ 139171 h 361971"/>
                <a:gd name="connsiteX28" fmla="*/ 223009 w 362313"/>
                <a:gd name="connsiteY28" fmla="*/ 164707 h 361971"/>
                <a:gd name="connsiteX29" fmla="*/ 215341 w 362313"/>
                <a:gd name="connsiteY29" fmla="*/ 180667 h 361971"/>
                <a:gd name="connsiteX30" fmla="*/ 212146 w 362313"/>
                <a:gd name="connsiteY30" fmla="*/ 245783 h 361971"/>
                <a:gd name="connsiteX31" fmla="*/ 218536 w 362313"/>
                <a:gd name="connsiteY31" fmla="*/ 259828 h 361971"/>
                <a:gd name="connsiteX32" fmla="*/ 217897 w 362313"/>
                <a:gd name="connsiteY32" fmla="*/ 263658 h 361971"/>
                <a:gd name="connsiteX33" fmla="*/ 242179 w 362313"/>
                <a:gd name="connsiteY33" fmla="*/ 274511 h 361971"/>
                <a:gd name="connsiteX34" fmla="*/ 263904 w 362313"/>
                <a:gd name="connsiteY34" fmla="*/ 289194 h 361971"/>
                <a:gd name="connsiteX35" fmla="*/ 263904 w 362313"/>
                <a:gd name="connsiteY35" fmla="*/ 289194 h 361971"/>
                <a:gd name="connsiteX36" fmla="*/ 263266 w 362313"/>
                <a:gd name="connsiteY36" fmla="*/ 29749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313" h="361971">
                  <a:moveTo>
                    <a:pt x="181474" y="0"/>
                  </a:moveTo>
                  <a:cubicBezTo>
                    <a:pt x="81152" y="0"/>
                    <a:pt x="0" y="81076"/>
                    <a:pt x="0" y="180667"/>
                  </a:cubicBezTo>
                  <a:cubicBezTo>
                    <a:pt x="0" y="280895"/>
                    <a:pt x="81152" y="361971"/>
                    <a:pt x="180835" y="361971"/>
                  </a:cubicBezTo>
                  <a:cubicBezTo>
                    <a:pt x="281157" y="361971"/>
                    <a:pt x="362310" y="280895"/>
                    <a:pt x="362310" y="181305"/>
                  </a:cubicBezTo>
                  <a:cubicBezTo>
                    <a:pt x="362310" y="181305"/>
                    <a:pt x="362310" y="181305"/>
                    <a:pt x="362310" y="181305"/>
                  </a:cubicBezTo>
                  <a:cubicBezTo>
                    <a:pt x="362948" y="81076"/>
                    <a:pt x="281796" y="0"/>
                    <a:pt x="181474" y="0"/>
                  </a:cubicBezTo>
                  <a:close/>
                  <a:moveTo>
                    <a:pt x="263266" y="297493"/>
                  </a:moveTo>
                  <a:cubicBezTo>
                    <a:pt x="261348" y="300685"/>
                    <a:pt x="258153" y="302601"/>
                    <a:pt x="254319" y="302601"/>
                  </a:cubicBezTo>
                  <a:lnTo>
                    <a:pt x="184030" y="302601"/>
                  </a:lnTo>
                  <a:cubicBezTo>
                    <a:pt x="177001" y="302601"/>
                    <a:pt x="171250" y="297493"/>
                    <a:pt x="169972" y="291109"/>
                  </a:cubicBezTo>
                  <a:cubicBezTo>
                    <a:pt x="168694" y="282810"/>
                    <a:pt x="172528" y="273234"/>
                    <a:pt x="182113" y="263658"/>
                  </a:cubicBezTo>
                  <a:cubicBezTo>
                    <a:pt x="180196" y="257913"/>
                    <a:pt x="181474" y="252167"/>
                    <a:pt x="185308" y="247698"/>
                  </a:cubicBezTo>
                  <a:cubicBezTo>
                    <a:pt x="182752" y="241314"/>
                    <a:pt x="178279" y="231738"/>
                    <a:pt x="173167" y="220886"/>
                  </a:cubicBezTo>
                  <a:cubicBezTo>
                    <a:pt x="166138" y="205564"/>
                    <a:pt x="168055" y="187689"/>
                    <a:pt x="177640" y="173644"/>
                  </a:cubicBezTo>
                  <a:cubicBezTo>
                    <a:pt x="175723" y="170452"/>
                    <a:pt x="175084" y="166622"/>
                    <a:pt x="175084" y="162792"/>
                  </a:cubicBezTo>
                  <a:cubicBezTo>
                    <a:pt x="175084" y="161515"/>
                    <a:pt x="175084" y="159600"/>
                    <a:pt x="175723" y="158323"/>
                  </a:cubicBezTo>
                  <a:lnTo>
                    <a:pt x="167416" y="148108"/>
                  </a:lnTo>
                  <a:cubicBezTo>
                    <a:pt x="164221" y="149385"/>
                    <a:pt x="161027" y="150024"/>
                    <a:pt x="157832" y="149385"/>
                  </a:cubicBezTo>
                  <a:lnTo>
                    <a:pt x="156553" y="149385"/>
                  </a:lnTo>
                  <a:cubicBezTo>
                    <a:pt x="144413" y="148108"/>
                    <a:pt x="132911" y="141724"/>
                    <a:pt x="125243" y="132148"/>
                  </a:cubicBezTo>
                  <a:lnTo>
                    <a:pt x="100961" y="104059"/>
                  </a:lnTo>
                  <a:cubicBezTo>
                    <a:pt x="99683" y="102144"/>
                    <a:pt x="99044" y="99590"/>
                    <a:pt x="99683" y="97675"/>
                  </a:cubicBezTo>
                  <a:lnTo>
                    <a:pt x="99683" y="97036"/>
                  </a:lnTo>
                  <a:cubicBezTo>
                    <a:pt x="107351" y="77884"/>
                    <a:pt x="123965" y="64478"/>
                    <a:pt x="144413" y="60648"/>
                  </a:cubicBezTo>
                  <a:cubicBezTo>
                    <a:pt x="145052" y="60648"/>
                    <a:pt x="145690" y="60648"/>
                    <a:pt x="145690" y="60648"/>
                  </a:cubicBezTo>
                  <a:cubicBezTo>
                    <a:pt x="146969" y="60648"/>
                    <a:pt x="171889" y="62563"/>
                    <a:pt x="190420" y="99590"/>
                  </a:cubicBezTo>
                  <a:cubicBezTo>
                    <a:pt x="197449" y="112996"/>
                    <a:pt x="195532" y="122572"/>
                    <a:pt x="192337" y="128318"/>
                  </a:cubicBezTo>
                  <a:lnTo>
                    <a:pt x="200644" y="139171"/>
                  </a:lnTo>
                  <a:cubicBezTo>
                    <a:pt x="214063" y="139809"/>
                    <a:pt x="223648" y="151300"/>
                    <a:pt x="223009" y="164707"/>
                  </a:cubicBezTo>
                  <a:cubicBezTo>
                    <a:pt x="222370" y="171091"/>
                    <a:pt x="219814" y="176198"/>
                    <a:pt x="215341" y="180667"/>
                  </a:cubicBezTo>
                  <a:lnTo>
                    <a:pt x="212146" y="245783"/>
                  </a:lnTo>
                  <a:cubicBezTo>
                    <a:pt x="215980" y="248975"/>
                    <a:pt x="218536" y="254082"/>
                    <a:pt x="218536" y="259828"/>
                  </a:cubicBezTo>
                  <a:cubicBezTo>
                    <a:pt x="218536" y="261105"/>
                    <a:pt x="218536" y="262382"/>
                    <a:pt x="217897" y="263658"/>
                  </a:cubicBezTo>
                  <a:cubicBezTo>
                    <a:pt x="225565" y="268127"/>
                    <a:pt x="233872" y="271958"/>
                    <a:pt x="242179" y="274511"/>
                  </a:cubicBezTo>
                  <a:cubicBezTo>
                    <a:pt x="251124" y="277065"/>
                    <a:pt x="258792" y="282172"/>
                    <a:pt x="263904" y="289194"/>
                  </a:cubicBezTo>
                  <a:lnTo>
                    <a:pt x="263904" y="289194"/>
                  </a:lnTo>
                  <a:cubicBezTo>
                    <a:pt x="265182" y="291109"/>
                    <a:pt x="264543" y="294301"/>
                    <a:pt x="263266" y="297493"/>
                  </a:cubicBezTo>
                  <a:close/>
                </a:path>
              </a:pathLst>
            </a:custGeom>
            <a:solidFill>
              <a:srgbClr val="00A3E0"/>
            </a:solidFill>
            <a:ln w="6390" cap="flat">
              <a:noFill/>
              <a:prstDash val="solid"/>
              <a:miter/>
            </a:ln>
          </p:spPr>
          <p:txBody>
            <a:bodyPr rtlCol="0" anchor="ctr"/>
            <a:lstStyle/>
            <a:p>
              <a:endParaRPr lang="en-US"/>
            </a:p>
          </p:txBody>
        </p:sp>
        <p:sp>
          <p:nvSpPr>
            <p:cNvPr id="214" name="Graphic 4">
              <a:extLst>
                <a:ext uri="{FF2B5EF4-FFF2-40B4-BE49-F238E27FC236}">
                  <a16:creationId xmlns:a16="http://schemas.microsoft.com/office/drawing/2014/main" id="{05455028-FE5B-E247-80A7-E5A1F5BDF008}"/>
                </a:ext>
              </a:extLst>
            </p:cNvPr>
            <p:cNvSpPr/>
            <p:nvPr/>
          </p:nvSpPr>
          <p:spPr>
            <a:xfrm>
              <a:off x="2132827" y="4006111"/>
              <a:ext cx="21220" cy="58094"/>
            </a:xfrm>
            <a:custGeom>
              <a:avLst/>
              <a:gdLst>
                <a:gd name="connsiteX0" fmla="*/ 15470 w 21220"/>
                <a:gd name="connsiteY0" fmla="*/ 58094 h 58094"/>
                <a:gd name="connsiteX1" fmla="*/ 18665 w 21220"/>
                <a:gd name="connsiteY1" fmla="*/ 58094 h 58094"/>
                <a:gd name="connsiteX2" fmla="*/ 21221 w 21220"/>
                <a:gd name="connsiteY2" fmla="*/ 3830 h 58094"/>
                <a:gd name="connsiteX3" fmla="*/ 19303 w 21220"/>
                <a:gd name="connsiteY3" fmla="*/ 3830 h 58094"/>
                <a:gd name="connsiteX4" fmla="*/ 18026 w 21220"/>
                <a:gd name="connsiteY4" fmla="*/ 3830 h 58094"/>
                <a:gd name="connsiteX5" fmla="*/ 17387 w 21220"/>
                <a:gd name="connsiteY5" fmla="*/ 3830 h 58094"/>
                <a:gd name="connsiteX6" fmla="*/ 14192 w 21220"/>
                <a:gd name="connsiteY6" fmla="*/ 3192 h 58094"/>
                <a:gd name="connsiteX7" fmla="*/ 10997 w 21220"/>
                <a:gd name="connsiteY7" fmla="*/ 2553 h 58094"/>
                <a:gd name="connsiteX8" fmla="*/ 8441 w 21220"/>
                <a:gd name="connsiteY8" fmla="*/ 1915 h 58094"/>
                <a:gd name="connsiteX9" fmla="*/ 6524 w 21220"/>
                <a:gd name="connsiteY9" fmla="*/ 638 h 58094"/>
                <a:gd name="connsiteX10" fmla="*/ 5246 w 21220"/>
                <a:gd name="connsiteY10" fmla="*/ 0 h 58094"/>
                <a:gd name="connsiteX11" fmla="*/ 2690 w 21220"/>
                <a:gd name="connsiteY11" fmla="*/ 31920 h 58094"/>
                <a:gd name="connsiteX12" fmla="*/ 15470 w 21220"/>
                <a:gd name="connsiteY12" fmla="*/ 58094 h 58094"/>
                <a:gd name="connsiteX13" fmla="*/ 15470 w 21220"/>
                <a:gd name="connsiteY13" fmla="*/ 58094 h 58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20" h="58094">
                  <a:moveTo>
                    <a:pt x="15470" y="58094"/>
                  </a:moveTo>
                  <a:cubicBezTo>
                    <a:pt x="16748" y="58094"/>
                    <a:pt x="17387" y="58094"/>
                    <a:pt x="18665" y="58094"/>
                  </a:cubicBezTo>
                  <a:lnTo>
                    <a:pt x="21221" y="3830"/>
                  </a:lnTo>
                  <a:lnTo>
                    <a:pt x="19303" y="3830"/>
                  </a:lnTo>
                  <a:lnTo>
                    <a:pt x="18026" y="3830"/>
                  </a:lnTo>
                  <a:lnTo>
                    <a:pt x="17387" y="3830"/>
                  </a:lnTo>
                  <a:cubicBezTo>
                    <a:pt x="16108" y="3830"/>
                    <a:pt x="15470" y="3830"/>
                    <a:pt x="14192" y="3192"/>
                  </a:cubicBezTo>
                  <a:cubicBezTo>
                    <a:pt x="12914" y="3192"/>
                    <a:pt x="12275" y="2553"/>
                    <a:pt x="10997" y="2553"/>
                  </a:cubicBezTo>
                  <a:cubicBezTo>
                    <a:pt x="10358" y="2553"/>
                    <a:pt x="9719" y="1915"/>
                    <a:pt x="8441" y="1915"/>
                  </a:cubicBezTo>
                  <a:lnTo>
                    <a:pt x="6524" y="638"/>
                  </a:lnTo>
                  <a:cubicBezTo>
                    <a:pt x="5885" y="638"/>
                    <a:pt x="5885" y="0"/>
                    <a:pt x="5246" y="0"/>
                  </a:cubicBezTo>
                  <a:cubicBezTo>
                    <a:pt x="-505" y="9576"/>
                    <a:pt x="-1783" y="21705"/>
                    <a:pt x="2690" y="31920"/>
                  </a:cubicBezTo>
                  <a:cubicBezTo>
                    <a:pt x="8441" y="42134"/>
                    <a:pt x="12275" y="51710"/>
                    <a:pt x="15470" y="58094"/>
                  </a:cubicBezTo>
                  <a:lnTo>
                    <a:pt x="15470" y="58094"/>
                  </a:lnTo>
                  <a:close/>
                </a:path>
              </a:pathLst>
            </a:custGeom>
            <a:solidFill>
              <a:srgbClr val="00A3E0"/>
            </a:solidFill>
            <a:ln w="6390" cap="flat">
              <a:noFill/>
              <a:prstDash val="solid"/>
              <a:miter/>
            </a:ln>
          </p:spPr>
          <p:txBody>
            <a:bodyPr rtlCol="0" anchor="ctr"/>
            <a:lstStyle/>
            <a:p>
              <a:endParaRPr lang="en-US"/>
            </a:p>
          </p:txBody>
        </p:sp>
        <p:sp>
          <p:nvSpPr>
            <p:cNvPr id="215" name="Graphic 4">
              <a:extLst>
                <a:ext uri="{FF2B5EF4-FFF2-40B4-BE49-F238E27FC236}">
                  <a16:creationId xmlns:a16="http://schemas.microsoft.com/office/drawing/2014/main" id="{5C9F3773-6F67-7647-9BB6-B7C621DABADA}"/>
                </a:ext>
              </a:extLst>
            </p:cNvPr>
            <p:cNvSpPr/>
            <p:nvPr/>
          </p:nvSpPr>
          <p:spPr>
            <a:xfrm>
              <a:off x="2134238" y="4096763"/>
              <a:ext cx="65816" cy="17236"/>
            </a:xfrm>
            <a:custGeom>
              <a:avLst/>
              <a:gdLst>
                <a:gd name="connsiteX0" fmla="*/ 28755 w 65816"/>
                <a:gd name="connsiteY0" fmla="*/ 0 h 17236"/>
                <a:gd name="connsiteX1" fmla="*/ 28755 w 65816"/>
                <a:gd name="connsiteY1" fmla="*/ 0 h 17236"/>
                <a:gd name="connsiteX2" fmla="*/ 26838 w 65816"/>
                <a:gd name="connsiteY2" fmla="*/ 1277 h 17236"/>
                <a:gd name="connsiteX3" fmla="*/ 25560 w 65816"/>
                <a:gd name="connsiteY3" fmla="*/ 1916 h 17236"/>
                <a:gd name="connsiteX4" fmla="*/ 17253 w 65816"/>
                <a:gd name="connsiteY4" fmla="*/ 3831 h 17236"/>
                <a:gd name="connsiteX5" fmla="*/ 12141 w 65816"/>
                <a:gd name="connsiteY5" fmla="*/ 3192 h 17236"/>
                <a:gd name="connsiteX6" fmla="*/ 11502 w 65816"/>
                <a:gd name="connsiteY6" fmla="*/ 3192 h 17236"/>
                <a:gd name="connsiteX7" fmla="*/ 9585 w 65816"/>
                <a:gd name="connsiteY7" fmla="*/ 2554 h 17236"/>
                <a:gd name="connsiteX8" fmla="*/ 7029 w 65816"/>
                <a:gd name="connsiteY8" fmla="*/ 1277 h 17236"/>
                <a:gd name="connsiteX9" fmla="*/ 0 w 65816"/>
                <a:gd name="connsiteY9" fmla="*/ 15960 h 17236"/>
                <a:gd name="connsiteX10" fmla="*/ 1917 w 65816"/>
                <a:gd name="connsiteY10" fmla="*/ 17237 h 17236"/>
                <a:gd name="connsiteX11" fmla="*/ 65816 w 65816"/>
                <a:gd name="connsiteY11" fmla="*/ 17237 h 17236"/>
                <a:gd name="connsiteX12" fmla="*/ 56231 w 65816"/>
                <a:gd name="connsiteY12" fmla="*/ 12130 h 17236"/>
                <a:gd name="connsiteX13" fmla="*/ 28755 w 65816"/>
                <a:gd name="connsiteY13" fmla="*/ 0 h 17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816" h="17236">
                  <a:moveTo>
                    <a:pt x="28755" y="0"/>
                  </a:moveTo>
                  <a:lnTo>
                    <a:pt x="28755" y="0"/>
                  </a:lnTo>
                  <a:lnTo>
                    <a:pt x="26838" y="1277"/>
                  </a:lnTo>
                  <a:lnTo>
                    <a:pt x="25560" y="1916"/>
                  </a:lnTo>
                  <a:cubicBezTo>
                    <a:pt x="23004" y="3192"/>
                    <a:pt x="19809" y="3831"/>
                    <a:pt x="17253" y="3831"/>
                  </a:cubicBezTo>
                  <a:cubicBezTo>
                    <a:pt x="15336" y="3831"/>
                    <a:pt x="14058" y="3831"/>
                    <a:pt x="12141" y="3192"/>
                  </a:cubicBezTo>
                  <a:lnTo>
                    <a:pt x="11502" y="3192"/>
                  </a:lnTo>
                  <a:cubicBezTo>
                    <a:pt x="10863" y="3192"/>
                    <a:pt x="10224" y="2554"/>
                    <a:pt x="9585" y="2554"/>
                  </a:cubicBezTo>
                  <a:cubicBezTo>
                    <a:pt x="8946" y="1916"/>
                    <a:pt x="7668" y="1916"/>
                    <a:pt x="7029" y="1277"/>
                  </a:cubicBezTo>
                  <a:cubicBezTo>
                    <a:pt x="2556" y="5107"/>
                    <a:pt x="0" y="10215"/>
                    <a:pt x="0" y="15960"/>
                  </a:cubicBezTo>
                  <a:cubicBezTo>
                    <a:pt x="0" y="16599"/>
                    <a:pt x="639" y="17237"/>
                    <a:pt x="1917" y="17237"/>
                  </a:cubicBezTo>
                  <a:lnTo>
                    <a:pt x="65816" y="17237"/>
                  </a:lnTo>
                  <a:cubicBezTo>
                    <a:pt x="62621" y="15322"/>
                    <a:pt x="59426" y="13407"/>
                    <a:pt x="56231" y="12130"/>
                  </a:cubicBezTo>
                  <a:cubicBezTo>
                    <a:pt x="46646" y="8938"/>
                    <a:pt x="37701" y="5107"/>
                    <a:pt x="28755" y="0"/>
                  </a:cubicBezTo>
                  <a:close/>
                </a:path>
              </a:pathLst>
            </a:custGeom>
            <a:solidFill>
              <a:srgbClr val="00A3E0"/>
            </a:solidFill>
            <a:ln w="6390" cap="flat">
              <a:noFill/>
              <a:prstDash val="solid"/>
              <a:miter/>
            </a:ln>
          </p:spPr>
          <p:txBody>
            <a:bodyPr rtlCol="0" anchor="ctr"/>
            <a:lstStyle/>
            <a:p>
              <a:endParaRPr lang="en-US"/>
            </a:p>
          </p:txBody>
        </p:sp>
      </p:grpSp>
      <p:grpSp>
        <p:nvGrpSpPr>
          <p:cNvPr id="216" name="Graphic 4">
            <a:extLst>
              <a:ext uri="{FF2B5EF4-FFF2-40B4-BE49-F238E27FC236}">
                <a16:creationId xmlns:a16="http://schemas.microsoft.com/office/drawing/2014/main" id="{C5061A2D-3945-B448-907C-D11929BDEFE9}"/>
              </a:ext>
            </a:extLst>
          </p:cNvPr>
          <p:cNvGrpSpPr>
            <a:grpSpLocks noChangeAspect="1"/>
          </p:cNvGrpSpPr>
          <p:nvPr/>
        </p:nvGrpSpPr>
        <p:grpSpPr>
          <a:xfrm>
            <a:off x="467743" y="1893013"/>
            <a:ext cx="361670" cy="362610"/>
            <a:chOff x="467743" y="1893013"/>
            <a:chExt cx="361670" cy="362610"/>
          </a:xfrm>
          <a:solidFill>
            <a:srgbClr val="00A3E0"/>
          </a:solidFill>
        </p:grpSpPr>
        <p:sp>
          <p:nvSpPr>
            <p:cNvPr id="217" name="Graphic 4">
              <a:extLst>
                <a:ext uri="{FF2B5EF4-FFF2-40B4-BE49-F238E27FC236}">
                  <a16:creationId xmlns:a16="http://schemas.microsoft.com/office/drawing/2014/main" id="{6F050DEC-58A4-914D-BE55-4DAF82B1884B}"/>
                </a:ext>
              </a:extLst>
            </p:cNvPr>
            <p:cNvSpPr/>
            <p:nvPr/>
          </p:nvSpPr>
          <p:spPr>
            <a:xfrm>
              <a:off x="467743" y="1893013"/>
              <a:ext cx="361670" cy="362610"/>
            </a:xfrm>
            <a:custGeom>
              <a:avLst/>
              <a:gdLst>
                <a:gd name="connsiteX0" fmla="*/ 180835 w 361670"/>
                <a:gd name="connsiteY0" fmla="*/ 0 h 362610"/>
                <a:gd name="connsiteX1" fmla="*/ 0 w 361670"/>
                <a:gd name="connsiteY1" fmla="*/ 181305 h 362610"/>
                <a:gd name="connsiteX2" fmla="*/ 180835 w 361670"/>
                <a:gd name="connsiteY2" fmla="*/ 362610 h 362610"/>
                <a:gd name="connsiteX3" fmla="*/ 361670 w 361670"/>
                <a:gd name="connsiteY3" fmla="*/ 181305 h 362610"/>
                <a:gd name="connsiteX4" fmla="*/ 361670 w 361670"/>
                <a:gd name="connsiteY4" fmla="*/ 181305 h 362610"/>
                <a:gd name="connsiteX5" fmla="*/ 180835 w 361670"/>
                <a:gd name="connsiteY5" fmla="*/ 0 h 362610"/>
                <a:gd name="connsiteX6" fmla="*/ 180835 w 361670"/>
                <a:gd name="connsiteY6" fmla="*/ 0 h 362610"/>
                <a:gd name="connsiteX7" fmla="*/ 180835 w 361670"/>
                <a:gd name="connsiteY7" fmla="*/ 349204 h 362610"/>
                <a:gd name="connsiteX8" fmla="*/ 12780 w 361670"/>
                <a:gd name="connsiteY8" fmla="*/ 180667 h 362610"/>
                <a:gd name="connsiteX9" fmla="*/ 180835 w 361670"/>
                <a:gd name="connsiteY9" fmla="*/ 12130 h 362610"/>
                <a:gd name="connsiteX10" fmla="*/ 348891 w 361670"/>
                <a:gd name="connsiteY10" fmla="*/ 180667 h 362610"/>
                <a:gd name="connsiteX11" fmla="*/ 180835 w 361670"/>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2610">
                  <a:moveTo>
                    <a:pt x="180835" y="0"/>
                  </a:moveTo>
                  <a:cubicBezTo>
                    <a:pt x="80513" y="0"/>
                    <a:pt x="0" y="81077"/>
                    <a:pt x="0" y="181305"/>
                  </a:cubicBezTo>
                  <a:cubicBezTo>
                    <a:pt x="0" y="281534"/>
                    <a:pt x="81152" y="362610"/>
                    <a:pt x="180835" y="362610"/>
                  </a:cubicBezTo>
                  <a:cubicBezTo>
                    <a:pt x="280518" y="362610"/>
                    <a:pt x="361670" y="281534"/>
                    <a:pt x="361670" y="181305"/>
                  </a:cubicBezTo>
                  <a:cubicBezTo>
                    <a:pt x="361670" y="181305"/>
                    <a:pt x="361670" y="181305"/>
                    <a:pt x="361670" y="181305"/>
                  </a:cubicBezTo>
                  <a:cubicBezTo>
                    <a:pt x="361670"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130"/>
                    <a:pt x="180835" y="12130"/>
                  </a:cubicBezTo>
                  <a:cubicBezTo>
                    <a:pt x="273489" y="12130"/>
                    <a:pt x="348891" y="87461"/>
                    <a:pt x="348891" y="180667"/>
                  </a:cubicBezTo>
                  <a:cubicBezTo>
                    <a:pt x="348891"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218" name="Graphic 4">
              <a:extLst>
                <a:ext uri="{FF2B5EF4-FFF2-40B4-BE49-F238E27FC236}">
                  <a16:creationId xmlns:a16="http://schemas.microsoft.com/office/drawing/2014/main" id="{26EAE239-3B4E-0B4C-9A9B-C38FDC08C252}"/>
                </a:ext>
              </a:extLst>
            </p:cNvPr>
            <p:cNvSpPr/>
            <p:nvPr/>
          </p:nvSpPr>
          <p:spPr>
            <a:xfrm>
              <a:off x="608321" y="2017500"/>
              <a:ext cx="80513" cy="181305"/>
            </a:xfrm>
            <a:custGeom>
              <a:avLst/>
              <a:gdLst>
                <a:gd name="connsiteX0" fmla="*/ 74123 w 80513"/>
                <a:gd name="connsiteY0" fmla="*/ 0 h 181305"/>
                <a:gd name="connsiteX1" fmla="*/ 6390 w 80513"/>
                <a:gd name="connsiteY1" fmla="*/ 0 h 181305"/>
                <a:gd name="connsiteX2" fmla="*/ 0 w 80513"/>
                <a:gd name="connsiteY2" fmla="*/ 6384 h 181305"/>
                <a:gd name="connsiteX3" fmla="*/ 0 w 80513"/>
                <a:gd name="connsiteY3" fmla="*/ 90014 h 181305"/>
                <a:gd name="connsiteX4" fmla="*/ 6390 w 80513"/>
                <a:gd name="connsiteY4" fmla="*/ 96398 h 181305"/>
                <a:gd name="connsiteX5" fmla="*/ 17892 w 80513"/>
                <a:gd name="connsiteY5" fmla="*/ 96398 h 181305"/>
                <a:gd name="connsiteX6" fmla="*/ 17892 w 80513"/>
                <a:gd name="connsiteY6" fmla="*/ 174921 h 181305"/>
                <a:gd name="connsiteX7" fmla="*/ 24282 w 80513"/>
                <a:gd name="connsiteY7" fmla="*/ 181305 h 181305"/>
                <a:gd name="connsiteX8" fmla="*/ 30672 w 80513"/>
                <a:gd name="connsiteY8" fmla="*/ 174921 h 181305"/>
                <a:gd name="connsiteX9" fmla="*/ 30672 w 80513"/>
                <a:gd name="connsiteY9" fmla="*/ 96398 h 181305"/>
                <a:gd name="connsiteX10" fmla="*/ 52398 w 80513"/>
                <a:gd name="connsiteY10" fmla="*/ 96398 h 181305"/>
                <a:gd name="connsiteX11" fmla="*/ 52398 w 80513"/>
                <a:gd name="connsiteY11" fmla="*/ 135341 h 181305"/>
                <a:gd name="connsiteX12" fmla="*/ 58787 w 80513"/>
                <a:gd name="connsiteY12" fmla="*/ 141724 h 181305"/>
                <a:gd name="connsiteX13" fmla="*/ 65177 w 80513"/>
                <a:gd name="connsiteY13" fmla="*/ 135341 h 181305"/>
                <a:gd name="connsiteX14" fmla="*/ 65177 w 80513"/>
                <a:gd name="connsiteY14" fmla="*/ 96398 h 181305"/>
                <a:gd name="connsiteX15" fmla="*/ 74123 w 80513"/>
                <a:gd name="connsiteY15" fmla="*/ 96398 h 181305"/>
                <a:gd name="connsiteX16" fmla="*/ 80513 w 80513"/>
                <a:gd name="connsiteY16" fmla="*/ 90014 h 181305"/>
                <a:gd name="connsiteX17" fmla="*/ 80513 w 80513"/>
                <a:gd name="connsiteY17" fmla="*/ 6384 h 181305"/>
                <a:gd name="connsiteX18" fmla="*/ 74123 w 80513"/>
                <a:gd name="connsiteY18" fmla="*/ 0 h 181305"/>
                <a:gd name="connsiteX19" fmla="*/ 74123 w 80513"/>
                <a:gd name="connsiteY19" fmla="*/ 0 h 181305"/>
                <a:gd name="connsiteX20" fmla="*/ 67733 w 80513"/>
                <a:gd name="connsiteY20" fmla="*/ 84269 h 181305"/>
                <a:gd name="connsiteX21" fmla="*/ 13419 w 80513"/>
                <a:gd name="connsiteY21" fmla="*/ 84269 h 181305"/>
                <a:gd name="connsiteX22" fmla="*/ 13419 w 80513"/>
                <a:gd name="connsiteY22" fmla="*/ 13406 h 181305"/>
                <a:gd name="connsiteX23" fmla="*/ 68372 w 80513"/>
                <a:gd name="connsiteY23" fmla="*/ 13406 h 181305"/>
                <a:gd name="connsiteX24" fmla="*/ 67733 w 80513"/>
                <a:gd name="connsiteY24" fmla="*/ 84269 h 181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0513" h="181305">
                  <a:moveTo>
                    <a:pt x="74123" y="0"/>
                  </a:moveTo>
                  <a:lnTo>
                    <a:pt x="6390" y="0"/>
                  </a:lnTo>
                  <a:cubicBezTo>
                    <a:pt x="2556" y="0"/>
                    <a:pt x="0" y="2554"/>
                    <a:pt x="0" y="6384"/>
                  </a:cubicBezTo>
                  <a:lnTo>
                    <a:pt x="0" y="90014"/>
                  </a:lnTo>
                  <a:cubicBezTo>
                    <a:pt x="0" y="93845"/>
                    <a:pt x="2556" y="96398"/>
                    <a:pt x="6390" y="96398"/>
                  </a:cubicBezTo>
                  <a:lnTo>
                    <a:pt x="17892" y="96398"/>
                  </a:lnTo>
                  <a:lnTo>
                    <a:pt x="17892" y="174921"/>
                  </a:lnTo>
                  <a:cubicBezTo>
                    <a:pt x="17892" y="178752"/>
                    <a:pt x="20448" y="181305"/>
                    <a:pt x="24282" y="181305"/>
                  </a:cubicBezTo>
                  <a:cubicBezTo>
                    <a:pt x="28116" y="181305"/>
                    <a:pt x="30672" y="178752"/>
                    <a:pt x="30672" y="174921"/>
                  </a:cubicBezTo>
                  <a:lnTo>
                    <a:pt x="30672" y="96398"/>
                  </a:lnTo>
                  <a:lnTo>
                    <a:pt x="52398" y="96398"/>
                  </a:lnTo>
                  <a:lnTo>
                    <a:pt x="52398" y="135341"/>
                  </a:lnTo>
                  <a:cubicBezTo>
                    <a:pt x="52398" y="139171"/>
                    <a:pt x="54954" y="141724"/>
                    <a:pt x="58787" y="141724"/>
                  </a:cubicBezTo>
                  <a:cubicBezTo>
                    <a:pt x="62621" y="141724"/>
                    <a:pt x="65177" y="139171"/>
                    <a:pt x="65177" y="135341"/>
                  </a:cubicBezTo>
                  <a:lnTo>
                    <a:pt x="65177" y="96398"/>
                  </a:lnTo>
                  <a:lnTo>
                    <a:pt x="74123" y="96398"/>
                  </a:lnTo>
                  <a:cubicBezTo>
                    <a:pt x="77957" y="96398"/>
                    <a:pt x="80513" y="93845"/>
                    <a:pt x="80513" y="90014"/>
                  </a:cubicBezTo>
                  <a:lnTo>
                    <a:pt x="80513" y="6384"/>
                  </a:lnTo>
                  <a:cubicBezTo>
                    <a:pt x="80513" y="3192"/>
                    <a:pt x="77957" y="0"/>
                    <a:pt x="74123" y="0"/>
                  </a:cubicBezTo>
                  <a:cubicBezTo>
                    <a:pt x="74123" y="0"/>
                    <a:pt x="74123" y="0"/>
                    <a:pt x="74123" y="0"/>
                  </a:cubicBezTo>
                  <a:close/>
                  <a:moveTo>
                    <a:pt x="67733" y="84269"/>
                  </a:moveTo>
                  <a:lnTo>
                    <a:pt x="13419" y="84269"/>
                  </a:lnTo>
                  <a:lnTo>
                    <a:pt x="13419" y="13406"/>
                  </a:lnTo>
                  <a:lnTo>
                    <a:pt x="68372" y="13406"/>
                  </a:lnTo>
                  <a:lnTo>
                    <a:pt x="67733" y="84269"/>
                  </a:lnTo>
                  <a:close/>
                </a:path>
              </a:pathLst>
            </a:custGeom>
            <a:solidFill>
              <a:srgbClr val="00A3E0"/>
            </a:solidFill>
            <a:ln w="6390" cap="flat">
              <a:noFill/>
              <a:prstDash val="solid"/>
              <a:miter/>
            </a:ln>
          </p:spPr>
          <p:txBody>
            <a:bodyPr rtlCol="0" anchor="ctr"/>
            <a:lstStyle/>
            <a:p>
              <a:endParaRPr lang="en-US"/>
            </a:p>
          </p:txBody>
        </p:sp>
        <p:sp>
          <p:nvSpPr>
            <p:cNvPr id="219" name="Graphic 4">
              <a:extLst>
                <a:ext uri="{FF2B5EF4-FFF2-40B4-BE49-F238E27FC236}">
                  <a16:creationId xmlns:a16="http://schemas.microsoft.com/office/drawing/2014/main" id="{71282AB0-1D7F-1048-919E-FD6B28663FB4}"/>
                </a:ext>
              </a:extLst>
            </p:cNvPr>
            <p:cNvSpPr/>
            <p:nvPr/>
          </p:nvSpPr>
          <p:spPr>
            <a:xfrm>
              <a:off x="624909" y="1949192"/>
              <a:ext cx="46034" cy="45964"/>
            </a:xfrm>
            <a:custGeom>
              <a:avLst/>
              <a:gdLst>
                <a:gd name="connsiteX0" fmla="*/ 23031 w 46034"/>
                <a:gd name="connsiteY0" fmla="*/ 45965 h 45964"/>
                <a:gd name="connsiteX1" fmla="*/ 46034 w 46034"/>
                <a:gd name="connsiteY1" fmla="*/ 22982 h 45964"/>
                <a:gd name="connsiteX2" fmla="*/ 23031 w 46034"/>
                <a:gd name="connsiteY2" fmla="*/ 0 h 45964"/>
                <a:gd name="connsiteX3" fmla="*/ 27 w 46034"/>
                <a:gd name="connsiteY3" fmla="*/ 22982 h 45964"/>
                <a:gd name="connsiteX4" fmla="*/ 27 w 46034"/>
                <a:gd name="connsiteY4" fmla="*/ 22982 h 45964"/>
                <a:gd name="connsiteX5" fmla="*/ 23031 w 46034"/>
                <a:gd name="connsiteY5" fmla="*/ 45965 h 45964"/>
                <a:gd name="connsiteX6" fmla="*/ 23031 w 46034"/>
                <a:gd name="connsiteY6" fmla="*/ 12130 h 45964"/>
                <a:gd name="connsiteX7" fmla="*/ 33254 w 46034"/>
                <a:gd name="connsiteY7" fmla="*/ 22344 h 45964"/>
                <a:gd name="connsiteX8" fmla="*/ 23031 w 46034"/>
                <a:gd name="connsiteY8" fmla="*/ 32558 h 45964"/>
                <a:gd name="connsiteX9" fmla="*/ 12807 w 46034"/>
                <a:gd name="connsiteY9" fmla="*/ 22344 h 45964"/>
                <a:gd name="connsiteX10" fmla="*/ 23031 w 46034"/>
                <a:gd name="connsiteY10" fmla="*/ 12130 h 45964"/>
                <a:gd name="connsiteX11" fmla="*/ 23031 w 46034"/>
                <a:gd name="connsiteY11" fmla="*/ 12130 h 45964"/>
                <a:gd name="connsiteX12" fmla="*/ 23031 w 46034"/>
                <a:gd name="connsiteY12" fmla="*/ 12130 h 45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034" h="45964">
                  <a:moveTo>
                    <a:pt x="23031" y="45965"/>
                  </a:moveTo>
                  <a:cubicBezTo>
                    <a:pt x="35810" y="45965"/>
                    <a:pt x="46034" y="35750"/>
                    <a:pt x="46034" y="22982"/>
                  </a:cubicBezTo>
                  <a:cubicBezTo>
                    <a:pt x="46034" y="10214"/>
                    <a:pt x="35810" y="0"/>
                    <a:pt x="23031" y="0"/>
                  </a:cubicBezTo>
                  <a:cubicBezTo>
                    <a:pt x="10251" y="0"/>
                    <a:pt x="27" y="10214"/>
                    <a:pt x="27" y="22982"/>
                  </a:cubicBezTo>
                  <a:cubicBezTo>
                    <a:pt x="27" y="22982"/>
                    <a:pt x="27" y="22982"/>
                    <a:pt x="27" y="22982"/>
                  </a:cubicBezTo>
                  <a:cubicBezTo>
                    <a:pt x="-612" y="35750"/>
                    <a:pt x="10251" y="45965"/>
                    <a:pt x="23031" y="45965"/>
                  </a:cubicBezTo>
                  <a:close/>
                  <a:moveTo>
                    <a:pt x="23031" y="12130"/>
                  </a:moveTo>
                  <a:cubicBezTo>
                    <a:pt x="28782" y="12130"/>
                    <a:pt x="33254" y="16598"/>
                    <a:pt x="33254" y="22344"/>
                  </a:cubicBezTo>
                  <a:cubicBezTo>
                    <a:pt x="33254" y="28089"/>
                    <a:pt x="28782" y="32558"/>
                    <a:pt x="23031" y="32558"/>
                  </a:cubicBezTo>
                  <a:cubicBezTo>
                    <a:pt x="17280" y="32558"/>
                    <a:pt x="12807" y="28089"/>
                    <a:pt x="12807" y="22344"/>
                  </a:cubicBezTo>
                  <a:cubicBezTo>
                    <a:pt x="12168" y="17237"/>
                    <a:pt x="17280" y="12130"/>
                    <a:pt x="23031" y="12130"/>
                  </a:cubicBezTo>
                  <a:cubicBezTo>
                    <a:pt x="23031" y="12130"/>
                    <a:pt x="23031" y="12130"/>
                    <a:pt x="23031" y="12130"/>
                  </a:cubicBezTo>
                  <a:lnTo>
                    <a:pt x="23031" y="12130"/>
                  </a:lnTo>
                  <a:close/>
                </a:path>
              </a:pathLst>
            </a:custGeom>
            <a:solidFill>
              <a:srgbClr val="00A3E0"/>
            </a:solidFill>
            <a:ln w="6390" cap="flat">
              <a:noFill/>
              <a:prstDash val="solid"/>
              <a:miter/>
            </a:ln>
          </p:spPr>
          <p:txBody>
            <a:bodyPr rtlCol="0" anchor="ctr"/>
            <a:lstStyle/>
            <a:p>
              <a:endParaRPr lang="en-US"/>
            </a:p>
          </p:txBody>
        </p:sp>
      </p:grpSp>
      <p:grpSp>
        <p:nvGrpSpPr>
          <p:cNvPr id="220" name="Graphic 4">
            <a:extLst>
              <a:ext uri="{FF2B5EF4-FFF2-40B4-BE49-F238E27FC236}">
                <a16:creationId xmlns:a16="http://schemas.microsoft.com/office/drawing/2014/main" id="{E3E8AAB6-C7DF-E447-B027-C6BD008F0003}"/>
              </a:ext>
            </a:extLst>
          </p:cNvPr>
          <p:cNvGrpSpPr>
            <a:grpSpLocks noChangeAspect="1"/>
          </p:cNvGrpSpPr>
          <p:nvPr/>
        </p:nvGrpSpPr>
        <p:grpSpPr>
          <a:xfrm>
            <a:off x="3607758" y="2855717"/>
            <a:ext cx="362309" cy="361971"/>
            <a:chOff x="3607758" y="2855717"/>
            <a:chExt cx="362309" cy="361971"/>
          </a:xfrm>
          <a:solidFill>
            <a:srgbClr val="00A3E0"/>
          </a:solidFill>
        </p:grpSpPr>
        <p:sp>
          <p:nvSpPr>
            <p:cNvPr id="221" name="Graphic 4">
              <a:extLst>
                <a:ext uri="{FF2B5EF4-FFF2-40B4-BE49-F238E27FC236}">
                  <a16:creationId xmlns:a16="http://schemas.microsoft.com/office/drawing/2014/main" id="{C4636E5F-0DD6-B440-B50E-821E795724A9}"/>
                </a:ext>
              </a:extLst>
            </p:cNvPr>
            <p:cNvSpPr/>
            <p:nvPr/>
          </p:nvSpPr>
          <p:spPr>
            <a:xfrm>
              <a:off x="3607758" y="28557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0667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0438"/>
                    <a:pt x="0" y="180667"/>
                  </a:cubicBezTo>
                  <a:cubicBezTo>
                    <a:pt x="0" y="280895"/>
                    <a:pt x="80513" y="361972"/>
                    <a:pt x="180836" y="361972"/>
                  </a:cubicBezTo>
                  <a:cubicBezTo>
                    <a:pt x="281157" y="361972"/>
                    <a:pt x="362310" y="281533"/>
                    <a:pt x="362310" y="181305"/>
                  </a:cubicBezTo>
                  <a:cubicBezTo>
                    <a:pt x="362310" y="181305"/>
                    <a:pt x="362310" y="181305"/>
                    <a:pt x="362310" y="180667"/>
                  </a:cubicBezTo>
                  <a:cubicBezTo>
                    <a:pt x="362310" y="81076"/>
                    <a:pt x="281157" y="0"/>
                    <a:pt x="181474" y="0"/>
                  </a:cubicBezTo>
                  <a:close/>
                  <a:moveTo>
                    <a:pt x="181474" y="349204"/>
                  </a:moveTo>
                  <a:cubicBezTo>
                    <a:pt x="88181" y="349204"/>
                    <a:pt x="12780" y="274511"/>
                    <a:pt x="12780" y="181305"/>
                  </a:cubicBezTo>
                  <a:cubicBezTo>
                    <a:pt x="12780" y="88099"/>
                    <a:pt x="87542" y="12768"/>
                    <a:pt x="180836" y="12768"/>
                  </a:cubicBezTo>
                  <a:cubicBezTo>
                    <a:pt x="274128" y="12768"/>
                    <a:pt x="349530" y="87460"/>
                    <a:pt x="349530" y="180667"/>
                  </a:cubicBezTo>
                  <a:cubicBezTo>
                    <a:pt x="349530" y="180667"/>
                    <a:pt x="349530" y="180667"/>
                    <a:pt x="349530" y="180667"/>
                  </a:cubicBezTo>
                  <a:cubicBezTo>
                    <a:pt x="349530" y="273234"/>
                    <a:pt x="274128" y="348565"/>
                    <a:pt x="181474" y="349204"/>
                  </a:cubicBezTo>
                  <a:close/>
                </a:path>
              </a:pathLst>
            </a:custGeom>
            <a:solidFill>
              <a:srgbClr val="00A3E0"/>
            </a:solidFill>
            <a:ln w="6390" cap="flat">
              <a:noFill/>
              <a:prstDash val="solid"/>
              <a:miter/>
            </a:ln>
          </p:spPr>
          <p:txBody>
            <a:bodyPr rtlCol="0" anchor="ctr"/>
            <a:lstStyle/>
            <a:p>
              <a:endParaRPr lang="en-US"/>
            </a:p>
          </p:txBody>
        </p:sp>
        <p:sp>
          <p:nvSpPr>
            <p:cNvPr id="222" name="Graphic 4">
              <a:extLst>
                <a:ext uri="{FF2B5EF4-FFF2-40B4-BE49-F238E27FC236}">
                  <a16:creationId xmlns:a16="http://schemas.microsoft.com/office/drawing/2014/main" id="{BA64E697-D1A3-3F42-BC0F-B48369DD4CA5}"/>
                </a:ext>
              </a:extLst>
            </p:cNvPr>
            <p:cNvSpPr/>
            <p:nvPr/>
          </p:nvSpPr>
          <p:spPr>
            <a:xfrm>
              <a:off x="3731233" y="3075476"/>
              <a:ext cx="197706" cy="92418"/>
            </a:xfrm>
            <a:custGeom>
              <a:avLst/>
              <a:gdLst>
                <a:gd name="connsiteX0" fmla="*/ 197300 w 197706"/>
                <a:gd name="connsiteY0" fmla="*/ 3681 h 92418"/>
                <a:gd name="connsiteX1" fmla="*/ 188993 w 197706"/>
                <a:gd name="connsiteY1" fmla="*/ 489 h 92418"/>
                <a:gd name="connsiteX2" fmla="*/ 188993 w 197706"/>
                <a:gd name="connsiteY2" fmla="*/ 489 h 92418"/>
                <a:gd name="connsiteX3" fmla="*/ 3685 w 197706"/>
                <a:gd name="connsiteY3" fmla="*/ 80289 h 92418"/>
                <a:gd name="connsiteX4" fmla="*/ 490 w 197706"/>
                <a:gd name="connsiteY4" fmla="*/ 88588 h 92418"/>
                <a:gd name="connsiteX5" fmla="*/ 6241 w 197706"/>
                <a:gd name="connsiteY5" fmla="*/ 92419 h 92418"/>
                <a:gd name="connsiteX6" fmla="*/ 8797 w 197706"/>
                <a:gd name="connsiteY6" fmla="*/ 91780 h 92418"/>
                <a:gd name="connsiteX7" fmla="*/ 194105 w 197706"/>
                <a:gd name="connsiteY7" fmla="*/ 11980 h 92418"/>
                <a:gd name="connsiteX8" fmla="*/ 197300 w 197706"/>
                <a:gd name="connsiteY8" fmla="*/ 3681 h 92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7706" h="92418">
                  <a:moveTo>
                    <a:pt x="197300" y="3681"/>
                  </a:moveTo>
                  <a:cubicBezTo>
                    <a:pt x="196022" y="489"/>
                    <a:pt x="192188" y="-788"/>
                    <a:pt x="188993" y="489"/>
                  </a:cubicBezTo>
                  <a:cubicBezTo>
                    <a:pt x="188993" y="489"/>
                    <a:pt x="188993" y="489"/>
                    <a:pt x="188993" y="489"/>
                  </a:cubicBezTo>
                  <a:lnTo>
                    <a:pt x="3685" y="80289"/>
                  </a:lnTo>
                  <a:cubicBezTo>
                    <a:pt x="490" y="81566"/>
                    <a:pt x="-788" y="85396"/>
                    <a:pt x="490" y="88588"/>
                  </a:cubicBezTo>
                  <a:cubicBezTo>
                    <a:pt x="1768" y="90503"/>
                    <a:pt x="3685" y="92419"/>
                    <a:pt x="6241" y="92419"/>
                  </a:cubicBezTo>
                  <a:cubicBezTo>
                    <a:pt x="6880" y="92419"/>
                    <a:pt x="8158" y="92419"/>
                    <a:pt x="8797" y="91780"/>
                  </a:cubicBezTo>
                  <a:lnTo>
                    <a:pt x="194105" y="11980"/>
                  </a:lnTo>
                  <a:cubicBezTo>
                    <a:pt x="196661" y="10704"/>
                    <a:pt x="198578" y="6873"/>
                    <a:pt x="197300" y="3681"/>
                  </a:cubicBezTo>
                  <a:close/>
                </a:path>
              </a:pathLst>
            </a:custGeom>
            <a:solidFill>
              <a:srgbClr val="00A3E0"/>
            </a:solidFill>
            <a:ln w="6390" cap="flat">
              <a:noFill/>
              <a:prstDash val="solid"/>
              <a:miter/>
            </a:ln>
          </p:spPr>
          <p:txBody>
            <a:bodyPr rtlCol="0" anchor="ctr"/>
            <a:lstStyle/>
            <a:p>
              <a:endParaRPr lang="en-US"/>
            </a:p>
          </p:txBody>
        </p:sp>
        <p:sp>
          <p:nvSpPr>
            <p:cNvPr id="223" name="Graphic 4">
              <a:extLst>
                <a:ext uri="{FF2B5EF4-FFF2-40B4-BE49-F238E27FC236}">
                  <a16:creationId xmlns:a16="http://schemas.microsoft.com/office/drawing/2014/main" id="{AA80FAAE-C8A7-F943-A16F-EAEC87366893}"/>
                </a:ext>
              </a:extLst>
            </p:cNvPr>
            <p:cNvSpPr/>
            <p:nvPr/>
          </p:nvSpPr>
          <p:spPr>
            <a:xfrm>
              <a:off x="3748855" y="2974977"/>
              <a:ext cx="128320" cy="106733"/>
            </a:xfrm>
            <a:custGeom>
              <a:avLst/>
              <a:gdLst>
                <a:gd name="connsiteX0" fmla="*/ 12901 w 128320"/>
                <a:gd name="connsiteY0" fmla="*/ 5228 h 106733"/>
                <a:gd name="connsiteX1" fmla="*/ 5233 w 128320"/>
                <a:gd name="connsiteY1" fmla="*/ 121 h 106733"/>
                <a:gd name="connsiteX2" fmla="*/ 121 w 128320"/>
                <a:gd name="connsiteY2" fmla="*/ 7782 h 106733"/>
                <a:gd name="connsiteX3" fmla="*/ 6511 w 128320"/>
                <a:gd name="connsiteY3" fmla="*/ 47362 h 106733"/>
                <a:gd name="connsiteX4" fmla="*/ 13540 w 128320"/>
                <a:gd name="connsiteY4" fmla="*/ 52470 h 106733"/>
                <a:gd name="connsiteX5" fmla="*/ 67854 w 128320"/>
                <a:gd name="connsiteY5" fmla="*/ 45447 h 106733"/>
                <a:gd name="connsiteX6" fmla="*/ 96609 w 128320"/>
                <a:gd name="connsiteY6" fmla="*/ 103542 h 106733"/>
                <a:gd name="connsiteX7" fmla="*/ 102360 w 128320"/>
                <a:gd name="connsiteY7" fmla="*/ 106734 h 106733"/>
                <a:gd name="connsiteX8" fmla="*/ 104916 w 128320"/>
                <a:gd name="connsiteY8" fmla="*/ 106095 h 106733"/>
                <a:gd name="connsiteX9" fmla="*/ 124086 w 128320"/>
                <a:gd name="connsiteY9" fmla="*/ 98434 h 106733"/>
                <a:gd name="connsiteX10" fmla="*/ 127920 w 128320"/>
                <a:gd name="connsiteY10" fmla="*/ 90135 h 106733"/>
                <a:gd name="connsiteX11" fmla="*/ 119613 w 128320"/>
                <a:gd name="connsiteY11" fmla="*/ 86305 h 106733"/>
                <a:gd name="connsiteX12" fmla="*/ 118974 w 128320"/>
                <a:gd name="connsiteY12" fmla="*/ 86305 h 106733"/>
                <a:gd name="connsiteX13" fmla="*/ 104916 w 128320"/>
                <a:gd name="connsiteY13" fmla="*/ 92050 h 106733"/>
                <a:gd name="connsiteX14" fmla="*/ 76800 w 128320"/>
                <a:gd name="connsiteY14" fmla="*/ 35233 h 106733"/>
                <a:gd name="connsiteX15" fmla="*/ 70410 w 128320"/>
                <a:gd name="connsiteY15" fmla="*/ 32041 h 106733"/>
                <a:gd name="connsiteX16" fmla="*/ 17374 w 128320"/>
                <a:gd name="connsiteY16" fmla="*/ 38425 h 106733"/>
                <a:gd name="connsiteX17" fmla="*/ 14818 w 128320"/>
                <a:gd name="connsiteY17" fmla="*/ 22465 h 106733"/>
                <a:gd name="connsiteX18" fmla="*/ 69771 w 128320"/>
                <a:gd name="connsiteY18" fmla="*/ 16081 h 106733"/>
                <a:gd name="connsiteX19" fmla="*/ 75522 w 128320"/>
                <a:gd name="connsiteY19" fmla="*/ 9059 h 106733"/>
                <a:gd name="connsiteX20" fmla="*/ 68494 w 128320"/>
                <a:gd name="connsiteY20" fmla="*/ 3313 h 106733"/>
                <a:gd name="connsiteX21" fmla="*/ 12901 w 128320"/>
                <a:gd name="connsiteY21" fmla="*/ 9697 h 106733"/>
                <a:gd name="connsiteX22" fmla="*/ 12901 w 128320"/>
                <a:gd name="connsiteY22" fmla="*/ 5228 h 106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8320" h="106733">
                  <a:moveTo>
                    <a:pt x="12901" y="5228"/>
                  </a:moveTo>
                  <a:cubicBezTo>
                    <a:pt x="12262" y="1398"/>
                    <a:pt x="9067" y="-517"/>
                    <a:pt x="5233" y="121"/>
                  </a:cubicBezTo>
                  <a:cubicBezTo>
                    <a:pt x="1399" y="759"/>
                    <a:pt x="-518" y="3951"/>
                    <a:pt x="121" y="7782"/>
                  </a:cubicBezTo>
                  <a:lnTo>
                    <a:pt x="6511" y="47362"/>
                  </a:lnTo>
                  <a:cubicBezTo>
                    <a:pt x="7150" y="50554"/>
                    <a:pt x="10345" y="53108"/>
                    <a:pt x="13540" y="52470"/>
                  </a:cubicBezTo>
                  <a:lnTo>
                    <a:pt x="67854" y="45447"/>
                  </a:lnTo>
                  <a:lnTo>
                    <a:pt x="96609" y="103542"/>
                  </a:lnTo>
                  <a:cubicBezTo>
                    <a:pt x="97887" y="105457"/>
                    <a:pt x="99804" y="106734"/>
                    <a:pt x="102360" y="106734"/>
                  </a:cubicBezTo>
                  <a:cubicBezTo>
                    <a:pt x="102999" y="106734"/>
                    <a:pt x="104277" y="106734"/>
                    <a:pt x="104916" y="106095"/>
                  </a:cubicBezTo>
                  <a:lnTo>
                    <a:pt x="124086" y="98434"/>
                  </a:lnTo>
                  <a:cubicBezTo>
                    <a:pt x="127281" y="97158"/>
                    <a:pt x="129198" y="93966"/>
                    <a:pt x="127920" y="90135"/>
                  </a:cubicBezTo>
                  <a:cubicBezTo>
                    <a:pt x="126642" y="86305"/>
                    <a:pt x="123447" y="85028"/>
                    <a:pt x="119613" y="86305"/>
                  </a:cubicBezTo>
                  <a:cubicBezTo>
                    <a:pt x="119613" y="86305"/>
                    <a:pt x="118974" y="86305"/>
                    <a:pt x="118974" y="86305"/>
                  </a:cubicBezTo>
                  <a:lnTo>
                    <a:pt x="104916" y="92050"/>
                  </a:lnTo>
                  <a:lnTo>
                    <a:pt x="76800" y="35233"/>
                  </a:lnTo>
                  <a:cubicBezTo>
                    <a:pt x="75522" y="32679"/>
                    <a:pt x="72966" y="31402"/>
                    <a:pt x="70410" y="32041"/>
                  </a:cubicBezTo>
                  <a:lnTo>
                    <a:pt x="17374" y="38425"/>
                  </a:lnTo>
                  <a:lnTo>
                    <a:pt x="14818" y="22465"/>
                  </a:lnTo>
                  <a:lnTo>
                    <a:pt x="69771" y="16081"/>
                  </a:lnTo>
                  <a:cubicBezTo>
                    <a:pt x="73605" y="15443"/>
                    <a:pt x="75522" y="12251"/>
                    <a:pt x="75522" y="9059"/>
                  </a:cubicBezTo>
                  <a:cubicBezTo>
                    <a:pt x="75522" y="5867"/>
                    <a:pt x="71689" y="3313"/>
                    <a:pt x="68494" y="3313"/>
                  </a:cubicBezTo>
                  <a:lnTo>
                    <a:pt x="12901" y="9697"/>
                  </a:lnTo>
                  <a:lnTo>
                    <a:pt x="12901" y="5228"/>
                  </a:lnTo>
                  <a:close/>
                </a:path>
              </a:pathLst>
            </a:custGeom>
            <a:solidFill>
              <a:srgbClr val="00A3E0"/>
            </a:solidFill>
            <a:ln w="6390" cap="flat">
              <a:noFill/>
              <a:prstDash val="solid"/>
              <a:miter/>
            </a:ln>
          </p:spPr>
          <p:txBody>
            <a:bodyPr rtlCol="0" anchor="ctr"/>
            <a:lstStyle/>
            <a:p>
              <a:endParaRPr lang="en-US"/>
            </a:p>
          </p:txBody>
        </p:sp>
        <p:sp>
          <p:nvSpPr>
            <p:cNvPr id="224" name="Graphic 4">
              <a:extLst>
                <a:ext uri="{FF2B5EF4-FFF2-40B4-BE49-F238E27FC236}">
                  <a16:creationId xmlns:a16="http://schemas.microsoft.com/office/drawing/2014/main" id="{26F80CAD-8736-1A47-AE74-82A3504F45C1}"/>
                </a:ext>
              </a:extLst>
            </p:cNvPr>
            <p:cNvSpPr/>
            <p:nvPr/>
          </p:nvSpPr>
          <p:spPr>
            <a:xfrm>
              <a:off x="3729806" y="2920196"/>
              <a:ext cx="40895" cy="40857"/>
            </a:xfrm>
            <a:custGeom>
              <a:avLst/>
              <a:gdLst>
                <a:gd name="connsiteX0" fmla="*/ 20448 w 40895"/>
                <a:gd name="connsiteY0" fmla="*/ 40858 h 40857"/>
                <a:gd name="connsiteX1" fmla="*/ 40895 w 40895"/>
                <a:gd name="connsiteY1" fmla="*/ 20429 h 40857"/>
                <a:gd name="connsiteX2" fmla="*/ 20448 w 40895"/>
                <a:gd name="connsiteY2" fmla="*/ 0 h 40857"/>
                <a:gd name="connsiteX3" fmla="*/ 0 w 40895"/>
                <a:gd name="connsiteY3" fmla="*/ 20429 h 40857"/>
                <a:gd name="connsiteX4" fmla="*/ 0 w 40895"/>
                <a:gd name="connsiteY4" fmla="*/ 20429 h 40857"/>
                <a:gd name="connsiteX5" fmla="*/ 20448 w 40895"/>
                <a:gd name="connsiteY5" fmla="*/ 40858 h 40857"/>
                <a:gd name="connsiteX6" fmla="*/ 20448 w 40895"/>
                <a:gd name="connsiteY6" fmla="*/ 13406 h 40857"/>
                <a:gd name="connsiteX7" fmla="*/ 28115 w 40895"/>
                <a:gd name="connsiteY7" fmla="*/ 21067 h 40857"/>
                <a:gd name="connsiteX8" fmla="*/ 20448 w 40895"/>
                <a:gd name="connsiteY8" fmla="*/ 28728 h 40857"/>
                <a:gd name="connsiteX9" fmla="*/ 12780 w 40895"/>
                <a:gd name="connsiteY9" fmla="*/ 21067 h 40857"/>
                <a:gd name="connsiteX10" fmla="*/ 12780 w 40895"/>
                <a:gd name="connsiteY10" fmla="*/ 21067 h 40857"/>
                <a:gd name="connsiteX11" fmla="*/ 20448 w 40895"/>
                <a:gd name="connsiteY11" fmla="*/ 13406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895" h="40857">
                  <a:moveTo>
                    <a:pt x="20448" y="40858"/>
                  </a:moveTo>
                  <a:cubicBezTo>
                    <a:pt x="31950" y="40858"/>
                    <a:pt x="40895" y="31920"/>
                    <a:pt x="40895" y="20429"/>
                  </a:cubicBezTo>
                  <a:cubicBezTo>
                    <a:pt x="40895" y="8938"/>
                    <a:pt x="31950" y="0"/>
                    <a:pt x="20448" y="0"/>
                  </a:cubicBezTo>
                  <a:cubicBezTo>
                    <a:pt x="8946" y="0"/>
                    <a:pt x="0" y="8938"/>
                    <a:pt x="0" y="20429"/>
                  </a:cubicBezTo>
                  <a:lnTo>
                    <a:pt x="0" y="20429"/>
                  </a:lnTo>
                  <a:cubicBezTo>
                    <a:pt x="0" y="31920"/>
                    <a:pt x="9585" y="40858"/>
                    <a:pt x="20448" y="40858"/>
                  </a:cubicBezTo>
                  <a:close/>
                  <a:moveTo>
                    <a:pt x="20448" y="13406"/>
                  </a:moveTo>
                  <a:cubicBezTo>
                    <a:pt x="24921" y="13406"/>
                    <a:pt x="28115" y="16598"/>
                    <a:pt x="28115" y="21067"/>
                  </a:cubicBezTo>
                  <a:cubicBezTo>
                    <a:pt x="28115" y="25536"/>
                    <a:pt x="24921" y="28728"/>
                    <a:pt x="20448" y="28728"/>
                  </a:cubicBezTo>
                  <a:cubicBezTo>
                    <a:pt x="15975" y="28728"/>
                    <a:pt x="12780" y="25536"/>
                    <a:pt x="12780" y="21067"/>
                  </a:cubicBezTo>
                  <a:lnTo>
                    <a:pt x="12780" y="21067"/>
                  </a:lnTo>
                  <a:cubicBezTo>
                    <a:pt x="12780" y="16598"/>
                    <a:pt x="16614" y="13406"/>
                    <a:pt x="20448" y="13406"/>
                  </a:cubicBezTo>
                  <a:close/>
                </a:path>
              </a:pathLst>
            </a:custGeom>
            <a:solidFill>
              <a:srgbClr val="00A3E0"/>
            </a:solidFill>
            <a:ln w="6390" cap="flat">
              <a:noFill/>
              <a:prstDash val="solid"/>
              <a:miter/>
            </a:ln>
          </p:spPr>
          <p:txBody>
            <a:bodyPr rtlCol="0" anchor="ctr"/>
            <a:lstStyle/>
            <a:p>
              <a:endParaRPr lang="en-US"/>
            </a:p>
          </p:txBody>
        </p:sp>
        <p:sp>
          <p:nvSpPr>
            <p:cNvPr id="225" name="Graphic 4">
              <a:extLst>
                <a:ext uri="{FF2B5EF4-FFF2-40B4-BE49-F238E27FC236}">
                  <a16:creationId xmlns:a16="http://schemas.microsoft.com/office/drawing/2014/main" id="{85B626F0-D0D9-694B-9502-E7D90169C619}"/>
                </a:ext>
              </a:extLst>
            </p:cNvPr>
            <p:cNvSpPr/>
            <p:nvPr/>
          </p:nvSpPr>
          <p:spPr>
            <a:xfrm>
              <a:off x="3702238" y="2992534"/>
              <a:ext cx="131484" cy="126932"/>
            </a:xfrm>
            <a:custGeom>
              <a:avLst/>
              <a:gdLst>
                <a:gd name="connsiteX0" fmla="*/ 131085 w 131484"/>
                <a:gd name="connsiteY0" fmla="*/ 86623 h 126932"/>
                <a:gd name="connsiteX1" fmla="*/ 127251 w 131484"/>
                <a:gd name="connsiteY1" fmla="*/ 78323 h 126932"/>
                <a:gd name="connsiteX2" fmla="*/ 119583 w 131484"/>
                <a:gd name="connsiteY2" fmla="*/ 81515 h 126932"/>
                <a:gd name="connsiteX3" fmla="*/ 46098 w 131484"/>
                <a:gd name="connsiteY3" fmla="*/ 109605 h 126932"/>
                <a:gd name="connsiteX4" fmla="*/ 17983 w 131484"/>
                <a:gd name="connsiteY4" fmla="*/ 36189 h 126932"/>
                <a:gd name="connsiteX5" fmla="*/ 38431 w 131484"/>
                <a:gd name="connsiteY5" fmla="*/ 11930 h 126932"/>
                <a:gd name="connsiteX6" fmla="*/ 40348 w 131484"/>
                <a:gd name="connsiteY6" fmla="*/ 2993 h 126932"/>
                <a:gd name="connsiteX7" fmla="*/ 31402 w 131484"/>
                <a:gd name="connsiteY7" fmla="*/ 1077 h 126932"/>
                <a:gd name="connsiteX8" fmla="*/ 10954 w 131484"/>
                <a:gd name="connsiteY8" fmla="*/ 95560 h 126932"/>
                <a:gd name="connsiteX9" fmla="*/ 105525 w 131484"/>
                <a:gd name="connsiteY9" fmla="*/ 115989 h 126932"/>
                <a:gd name="connsiteX10" fmla="*/ 131085 w 131484"/>
                <a:gd name="connsiteY10" fmla="*/ 86623 h 126932"/>
                <a:gd name="connsiteX11" fmla="*/ 131085 w 131484"/>
                <a:gd name="connsiteY11" fmla="*/ 86623 h 126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1484" h="126932">
                  <a:moveTo>
                    <a:pt x="131085" y="86623"/>
                  </a:moveTo>
                  <a:cubicBezTo>
                    <a:pt x="132362" y="83431"/>
                    <a:pt x="130446" y="79600"/>
                    <a:pt x="127251" y="78323"/>
                  </a:cubicBezTo>
                  <a:cubicBezTo>
                    <a:pt x="124056" y="77047"/>
                    <a:pt x="120861" y="78323"/>
                    <a:pt x="119583" y="81515"/>
                  </a:cubicBezTo>
                  <a:cubicBezTo>
                    <a:pt x="106803" y="109605"/>
                    <a:pt x="74214" y="122373"/>
                    <a:pt x="46098" y="109605"/>
                  </a:cubicBezTo>
                  <a:cubicBezTo>
                    <a:pt x="17983" y="96837"/>
                    <a:pt x="5203" y="64279"/>
                    <a:pt x="17983" y="36189"/>
                  </a:cubicBezTo>
                  <a:cubicBezTo>
                    <a:pt x="22456" y="26613"/>
                    <a:pt x="29485" y="18314"/>
                    <a:pt x="38431" y="11930"/>
                  </a:cubicBezTo>
                  <a:cubicBezTo>
                    <a:pt x="41626" y="10015"/>
                    <a:pt x="42265" y="6185"/>
                    <a:pt x="40348" y="2993"/>
                  </a:cubicBezTo>
                  <a:cubicBezTo>
                    <a:pt x="38431" y="-199"/>
                    <a:pt x="34597" y="-838"/>
                    <a:pt x="31402" y="1077"/>
                  </a:cubicBezTo>
                  <a:cubicBezTo>
                    <a:pt x="-548" y="21506"/>
                    <a:pt x="-9494" y="63640"/>
                    <a:pt x="10954" y="95560"/>
                  </a:cubicBezTo>
                  <a:cubicBezTo>
                    <a:pt x="31402" y="127480"/>
                    <a:pt x="73575" y="136418"/>
                    <a:pt x="105525" y="115989"/>
                  </a:cubicBezTo>
                  <a:cubicBezTo>
                    <a:pt x="117027" y="108967"/>
                    <a:pt x="125973" y="98752"/>
                    <a:pt x="131085" y="86623"/>
                  </a:cubicBezTo>
                  <a:lnTo>
                    <a:pt x="131085" y="86623"/>
                  </a:lnTo>
                  <a:close/>
                </a:path>
              </a:pathLst>
            </a:custGeom>
            <a:solidFill>
              <a:srgbClr val="00A3E0"/>
            </a:solidFill>
            <a:ln w="6390" cap="flat">
              <a:noFill/>
              <a:prstDash val="solid"/>
              <a:miter/>
            </a:ln>
          </p:spPr>
          <p:txBody>
            <a:bodyPr rtlCol="0" anchor="ctr"/>
            <a:lstStyle/>
            <a:p>
              <a:endParaRPr lang="en-US"/>
            </a:p>
          </p:txBody>
        </p:sp>
      </p:grpSp>
      <p:grpSp>
        <p:nvGrpSpPr>
          <p:cNvPr id="226" name="Graphic 4">
            <a:extLst>
              <a:ext uri="{FF2B5EF4-FFF2-40B4-BE49-F238E27FC236}">
                <a16:creationId xmlns:a16="http://schemas.microsoft.com/office/drawing/2014/main" id="{747512C6-DBF5-8147-907D-D343AE10A51E}"/>
              </a:ext>
            </a:extLst>
          </p:cNvPr>
          <p:cNvGrpSpPr>
            <a:grpSpLocks noChangeAspect="1"/>
          </p:cNvGrpSpPr>
          <p:nvPr/>
        </p:nvGrpSpPr>
        <p:grpSpPr>
          <a:xfrm>
            <a:off x="4045469" y="2855717"/>
            <a:ext cx="362309" cy="361971"/>
            <a:chOff x="4045469" y="2855717"/>
            <a:chExt cx="362309" cy="361971"/>
          </a:xfrm>
          <a:solidFill>
            <a:srgbClr val="00A3E0"/>
          </a:solidFill>
        </p:grpSpPr>
        <p:sp>
          <p:nvSpPr>
            <p:cNvPr id="227" name="Graphic 4">
              <a:extLst>
                <a:ext uri="{FF2B5EF4-FFF2-40B4-BE49-F238E27FC236}">
                  <a16:creationId xmlns:a16="http://schemas.microsoft.com/office/drawing/2014/main" id="{4AF49903-D20B-C145-B686-169617ED9E99}"/>
                </a:ext>
              </a:extLst>
            </p:cNvPr>
            <p:cNvSpPr/>
            <p:nvPr/>
          </p:nvSpPr>
          <p:spPr>
            <a:xfrm>
              <a:off x="4180935" y="2933602"/>
              <a:ext cx="15335" cy="15321"/>
            </a:xfrm>
            <a:custGeom>
              <a:avLst/>
              <a:gdLst>
                <a:gd name="connsiteX0" fmla="*/ 15336 w 15335"/>
                <a:gd name="connsiteY0" fmla="*/ 7661 h 15321"/>
                <a:gd name="connsiteX1" fmla="*/ 7668 w 15335"/>
                <a:gd name="connsiteY1" fmla="*/ 15322 h 15321"/>
                <a:gd name="connsiteX2" fmla="*/ 0 w 15335"/>
                <a:gd name="connsiteY2" fmla="*/ 7661 h 15321"/>
                <a:gd name="connsiteX3" fmla="*/ 7668 w 15335"/>
                <a:gd name="connsiteY3" fmla="*/ 0 h 15321"/>
                <a:gd name="connsiteX4" fmla="*/ 15336 w 15335"/>
                <a:gd name="connsiteY4" fmla="*/ 7661 h 1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5" h="15321">
                  <a:moveTo>
                    <a:pt x="15336" y="7661"/>
                  </a:moveTo>
                  <a:cubicBezTo>
                    <a:pt x="15336" y="11892"/>
                    <a:pt x="11903" y="15322"/>
                    <a:pt x="7668" y="15322"/>
                  </a:cubicBezTo>
                  <a:cubicBezTo>
                    <a:pt x="3433" y="15322"/>
                    <a:pt x="0" y="11892"/>
                    <a:pt x="0" y="7661"/>
                  </a:cubicBezTo>
                  <a:cubicBezTo>
                    <a:pt x="0" y="3430"/>
                    <a:pt x="3433" y="0"/>
                    <a:pt x="7668" y="0"/>
                  </a:cubicBezTo>
                  <a:cubicBezTo>
                    <a:pt x="11903" y="0"/>
                    <a:pt x="15336" y="3430"/>
                    <a:pt x="15336" y="7661"/>
                  </a:cubicBezTo>
                  <a:close/>
                </a:path>
              </a:pathLst>
            </a:custGeom>
            <a:solidFill>
              <a:srgbClr val="00A3E0"/>
            </a:solidFill>
            <a:ln w="6390" cap="flat">
              <a:noFill/>
              <a:prstDash val="solid"/>
              <a:miter/>
            </a:ln>
          </p:spPr>
          <p:txBody>
            <a:bodyPr rtlCol="0" anchor="ctr"/>
            <a:lstStyle/>
            <a:p>
              <a:endParaRPr lang="en-US"/>
            </a:p>
          </p:txBody>
        </p:sp>
        <p:sp>
          <p:nvSpPr>
            <p:cNvPr id="228" name="Graphic 4">
              <a:extLst>
                <a:ext uri="{FF2B5EF4-FFF2-40B4-BE49-F238E27FC236}">
                  <a16:creationId xmlns:a16="http://schemas.microsoft.com/office/drawing/2014/main" id="{52D96F5B-CA02-9D45-AB42-F4BCD519D0D9}"/>
                </a:ext>
              </a:extLst>
            </p:cNvPr>
            <p:cNvSpPr/>
            <p:nvPr/>
          </p:nvSpPr>
          <p:spPr>
            <a:xfrm>
              <a:off x="4045469" y="28557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10868 w 362309"/>
                <a:gd name="connsiteY6" fmla="*/ 123211 h 361971"/>
                <a:gd name="connsiteX7" fmla="*/ 217897 w 362309"/>
                <a:gd name="connsiteY7" fmla="*/ 128956 h 361971"/>
                <a:gd name="connsiteX8" fmla="*/ 212146 w 362309"/>
                <a:gd name="connsiteY8" fmla="*/ 135979 h 361971"/>
                <a:gd name="connsiteX9" fmla="*/ 157193 w 362309"/>
                <a:gd name="connsiteY9" fmla="*/ 142363 h 361971"/>
                <a:gd name="connsiteX10" fmla="*/ 159748 w 362309"/>
                <a:gd name="connsiteY10" fmla="*/ 158323 h 361971"/>
                <a:gd name="connsiteX11" fmla="*/ 212785 w 362309"/>
                <a:gd name="connsiteY11" fmla="*/ 151939 h 361971"/>
                <a:gd name="connsiteX12" fmla="*/ 219175 w 362309"/>
                <a:gd name="connsiteY12" fmla="*/ 155131 h 361971"/>
                <a:gd name="connsiteX13" fmla="*/ 247930 w 362309"/>
                <a:gd name="connsiteY13" fmla="*/ 211948 h 361971"/>
                <a:gd name="connsiteX14" fmla="*/ 261349 w 362309"/>
                <a:gd name="connsiteY14" fmla="*/ 206203 h 361971"/>
                <a:gd name="connsiteX15" fmla="*/ 269655 w 362309"/>
                <a:gd name="connsiteY15" fmla="*/ 209395 h 361971"/>
                <a:gd name="connsiteX16" fmla="*/ 266460 w 362309"/>
                <a:gd name="connsiteY16" fmla="*/ 217694 h 361971"/>
                <a:gd name="connsiteX17" fmla="*/ 265822 w 362309"/>
                <a:gd name="connsiteY17" fmla="*/ 217694 h 361971"/>
                <a:gd name="connsiteX18" fmla="*/ 246652 w 362309"/>
                <a:gd name="connsiteY18" fmla="*/ 225355 h 361971"/>
                <a:gd name="connsiteX19" fmla="*/ 244096 w 362309"/>
                <a:gd name="connsiteY19" fmla="*/ 225993 h 361971"/>
                <a:gd name="connsiteX20" fmla="*/ 238345 w 362309"/>
                <a:gd name="connsiteY20" fmla="*/ 222801 h 361971"/>
                <a:gd name="connsiteX21" fmla="*/ 209590 w 362309"/>
                <a:gd name="connsiteY21" fmla="*/ 164707 h 361971"/>
                <a:gd name="connsiteX22" fmla="*/ 155276 w 362309"/>
                <a:gd name="connsiteY22" fmla="*/ 171729 h 361971"/>
                <a:gd name="connsiteX23" fmla="*/ 148247 w 362309"/>
                <a:gd name="connsiteY23" fmla="*/ 166622 h 361971"/>
                <a:gd name="connsiteX24" fmla="*/ 141857 w 362309"/>
                <a:gd name="connsiteY24" fmla="*/ 127041 h 361971"/>
                <a:gd name="connsiteX25" fmla="*/ 146969 w 362309"/>
                <a:gd name="connsiteY25" fmla="*/ 119380 h 361971"/>
                <a:gd name="connsiteX26" fmla="*/ 154637 w 362309"/>
                <a:gd name="connsiteY26" fmla="*/ 124488 h 361971"/>
                <a:gd name="connsiteX27" fmla="*/ 155276 w 362309"/>
                <a:gd name="connsiteY27" fmla="*/ 129595 h 361971"/>
                <a:gd name="connsiteX28" fmla="*/ 210868 w 362309"/>
                <a:gd name="connsiteY28" fmla="*/ 123211 h 361971"/>
                <a:gd name="connsiteX29" fmla="*/ 143135 w 362309"/>
                <a:gd name="connsiteY29" fmla="*/ 65117 h 361971"/>
                <a:gd name="connsiteX30" fmla="*/ 163583 w 362309"/>
                <a:gd name="connsiteY30" fmla="*/ 85545 h 361971"/>
                <a:gd name="connsiteX31" fmla="*/ 143135 w 362309"/>
                <a:gd name="connsiteY31" fmla="*/ 105974 h 361971"/>
                <a:gd name="connsiteX32" fmla="*/ 122687 w 362309"/>
                <a:gd name="connsiteY32" fmla="*/ 85545 h 361971"/>
                <a:gd name="connsiteX33" fmla="*/ 143135 w 362309"/>
                <a:gd name="connsiteY33" fmla="*/ 65117 h 361971"/>
                <a:gd name="connsiteX34" fmla="*/ 143135 w 362309"/>
                <a:gd name="connsiteY34" fmla="*/ 65117 h 361971"/>
                <a:gd name="connsiteX35" fmla="*/ 95210 w 362309"/>
                <a:gd name="connsiteY35" fmla="*/ 195988 h 361971"/>
                <a:gd name="connsiteX36" fmla="*/ 126521 w 362309"/>
                <a:gd name="connsiteY36" fmla="*/ 138532 h 361971"/>
                <a:gd name="connsiteX37" fmla="*/ 135467 w 362309"/>
                <a:gd name="connsiteY37" fmla="*/ 140448 h 361971"/>
                <a:gd name="connsiteX38" fmla="*/ 133550 w 362309"/>
                <a:gd name="connsiteY38" fmla="*/ 149385 h 361971"/>
                <a:gd name="connsiteX39" fmla="*/ 133550 w 362309"/>
                <a:gd name="connsiteY39" fmla="*/ 149385 h 361971"/>
                <a:gd name="connsiteX40" fmla="*/ 116936 w 362309"/>
                <a:gd name="connsiteY40" fmla="*/ 225993 h 361971"/>
                <a:gd name="connsiteX41" fmla="*/ 193615 w 362309"/>
                <a:gd name="connsiteY41" fmla="*/ 242591 h 361971"/>
                <a:gd name="connsiteX42" fmla="*/ 214063 w 362309"/>
                <a:gd name="connsiteY42" fmla="*/ 218332 h 361971"/>
                <a:gd name="connsiteX43" fmla="*/ 222370 w 362309"/>
                <a:gd name="connsiteY43" fmla="*/ 215140 h 361971"/>
                <a:gd name="connsiteX44" fmla="*/ 222370 w 362309"/>
                <a:gd name="connsiteY44" fmla="*/ 215140 h 361971"/>
                <a:gd name="connsiteX45" fmla="*/ 225565 w 362309"/>
                <a:gd name="connsiteY45" fmla="*/ 223439 h 361971"/>
                <a:gd name="connsiteX46" fmla="*/ 135467 w 362309"/>
                <a:gd name="connsiteY46" fmla="*/ 257913 h 361971"/>
                <a:gd name="connsiteX47" fmla="*/ 95210 w 362309"/>
                <a:gd name="connsiteY47" fmla="*/ 195988 h 361971"/>
                <a:gd name="connsiteX48" fmla="*/ 317580 w 362309"/>
                <a:gd name="connsiteY48" fmla="*/ 231738 h 361971"/>
                <a:gd name="connsiteX49" fmla="*/ 132272 w 362309"/>
                <a:gd name="connsiteY49" fmla="*/ 311538 h 361971"/>
                <a:gd name="connsiteX50" fmla="*/ 129716 w 362309"/>
                <a:gd name="connsiteY50" fmla="*/ 312177 h 361971"/>
                <a:gd name="connsiteX51" fmla="*/ 123326 w 362309"/>
                <a:gd name="connsiteY51" fmla="*/ 305793 h 361971"/>
                <a:gd name="connsiteX52" fmla="*/ 127160 w 362309"/>
                <a:gd name="connsiteY52" fmla="*/ 300047 h 361971"/>
                <a:gd name="connsiteX53" fmla="*/ 312468 w 362309"/>
                <a:gd name="connsiteY53" fmla="*/ 220247 h 361971"/>
                <a:gd name="connsiteX54" fmla="*/ 320775 w 362309"/>
                <a:gd name="connsiteY54" fmla="*/ 223439 h 361971"/>
                <a:gd name="connsiteX55" fmla="*/ 317580 w 362309"/>
                <a:gd name="connsiteY55" fmla="*/ 231738 h 361971"/>
                <a:gd name="connsiteX56" fmla="*/ 317580 w 362309"/>
                <a:gd name="connsiteY56" fmla="*/ 23173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62309" h="361971">
                  <a:moveTo>
                    <a:pt x="181474" y="0"/>
                  </a:moveTo>
                  <a:cubicBezTo>
                    <a:pt x="81152" y="0"/>
                    <a:pt x="0" y="81076"/>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lose/>
                  <a:moveTo>
                    <a:pt x="210868" y="123211"/>
                  </a:moveTo>
                  <a:cubicBezTo>
                    <a:pt x="214702" y="122572"/>
                    <a:pt x="217897" y="125126"/>
                    <a:pt x="217897" y="128956"/>
                  </a:cubicBezTo>
                  <a:cubicBezTo>
                    <a:pt x="217897" y="132787"/>
                    <a:pt x="215980" y="135979"/>
                    <a:pt x="212146" y="135979"/>
                  </a:cubicBezTo>
                  <a:lnTo>
                    <a:pt x="157193" y="142363"/>
                  </a:lnTo>
                  <a:lnTo>
                    <a:pt x="159748" y="158323"/>
                  </a:lnTo>
                  <a:lnTo>
                    <a:pt x="212785" y="151939"/>
                  </a:lnTo>
                  <a:cubicBezTo>
                    <a:pt x="215341" y="151939"/>
                    <a:pt x="217897" y="153216"/>
                    <a:pt x="219175" y="155131"/>
                  </a:cubicBezTo>
                  <a:lnTo>
                    <a:pt x="247930" y="211948"/>
                  </a:lnTo>
                  <a:lnTo>
                    <a:pt x="261349" y="206203"/>
                  </a:lnTo>
                  <a:cubicBezTo>
                    <a:pt x="264544" y="204926"/>
                    <a:pt x="268377" y="206203"/>
                    <a:pt x="269655" y="209395"/>
                  </a:cubicBezTo>
                  <a:cubicBezTo>
                    <a:pt x="270934" y="212587"/>
                    <a:pt x="269655" y="216417"/>
                    <a:pt x="266460" y="217694"/>
                  </a:cubicBezTo>
                  <a:cubicBezTo>
                    <a:pt x="266460" y="217694"/>
                    <a:pt x="265822" y="217694"/>
                    <a:pt x="265822" y="217694"/>
                  </a:cubicBezTo>
                  <a:lnTo>
                    <a:pt x="246652" y="225355"/>
                  </a:lnTo>
                  <a:cubicBezTo>
                    <a:pt x="246013" y="225355"/>
                    <a:pt x="245374" y="225993"/>
                    <a:pt x="244096" y="225993"/>
                  </a:cubicBezTo>
                  <a:cubicBezTo>
                    <a:pt x="241540" y="225993"/>
                    <a:pt x="239623" y="224716"/>
                    <a:pt x="238345" y="222801"/>
                  </a:cubicBezTo>
                  <a:lnTo>
                    <a:pt x="209590" y="164707"/>
                  </a:lnTo>
                  <a:lnTo>
                    <a:pt x="155276" y="171729"/>
                  </a:lnTo>
                  <a:cubicBezTo>
                    <a:pt x="152081" y="172368"/>
                    <a:pt x="148886" y="169814"/>
                    <a:pt x="148247" y="166622"/>
                  </a:cubicBezTo>
                  <a:lnTo>
                    <a:pt x="141857" y="127041"/>
                  </a:lnTo>
                  <a:cubicBezTo>
                    <a:pt x="141218" y="123211"/>
                    <a:pt x="143774" y="120019"/>
                    <a:pt x="146969" y="119380"/>
                  </a:cubicBezTo>
                  <a:cubicBezTo>
                    <a:pt x="150803" y="118742"/>
                    <a:pt x="153998" y="121296"/>
                    <a:pt x="154637" y="124488"/>
                  </a:cubicBezTo>
                  <a:lnTo>
                    <a:pt x="155276" y="129595"/>
                  </a:lnTo>
                  <a:lnTo>
                    <a:pt x="210868" y="123211"/>
                  </a:lnTo>
                  <a:close/>
                  <a:moveTo>
                    <a:pt x="143135" y="65117"/>
                  </a:moveTo>
                  <a:cubicBezTo>
                    <a:pt x="154637" y="65117"/>
                    <a:pt x="163583" y="74054"/>
                    <a:pt x="163583" y="85545"/>
                  </a:cubicBezTo>
                  <a:cubicBezTo>
                    <a:pt x="163583" y="97036"/>
                    <a:pt x="154637" y="105974"/>
                    <a:pt x="143135" y="105974"/>
                  </a:cubicBezTo>
                  <a:cubicBezTo>
                    <a:pt x="131633" y="105974"/>
                    <a:pt x="122687" y="97036"/>
                    <a:pt x="122687" y="85545"/>
                  </a:cubicBezTo>
                  <a:cubicBezTo>
                    <a:pt x="122687" y="74054"/>
                    <a:pt x="131633" y="65117"/>
                    <a:pt x="143135" y="65117"/>
                  </a:cubicBezTo>
                  <a:lnTo>
                    <a:pt x="143135" y="65117"/>
                  </a:lnTo>
                  <a:close/>
                  <a:moveTo>
                    <a:pt x="95210" y="195988"/>
                  </a:moveTo>
                  <a:cubicBezTo>
                    <a:pt x="95210" y="173006"/>
                    <a:pt x="106712" y="151300"/>
                    <a:pt x="126521" y="138532"/>
                  </a:cubicBezTo>
                  <a:cubicBezTo>
                    <a:pt x="129716" y="136617"/>
                    <a:pt x="133550" y="137256"/>
                    <a:pt x="135467" y="140448"/>
                  </a:cubicBezTo>
                  <a:cubicBezTo>
                    <a:pt x="137384" y="143640"/>
                    <a:pt x="136745" y="147470"/>
                    <a:pt x="133550" y="149385"/>
                  </a:cubicBezTo>
                  <a:lnTo>
                    <a:pt x="133550" y="149385"/>
                  </a:lnTo>
                  <a:cubicBezTo>
                    <a:pt x="107990" y="165984"/>
                    <a:pt x="100322" y="200457"/>
                    <a:pt x="116936" y="225993"/>
                  </a:cubicBezTo>
                  <a:cubicBezTo>
                    <a:pt x="133550" y="251529"/>
                    <a:pt x="168056" y="259190"/>
                    <a:pt x="193615" y="242591"/>
                  </a:cubicBezTo>
                  <a:cubicBezTo>
                    <a:pt x="202561" y="236846"/>
                    <a:pt x="210229" y="228546"/>
                    <a:pt x="214063" y="218332"/>
                  </a:cubicBezTo>
                  <a:cubicBezTo>
                    <a:pt x="215341" y="215140"/>
                    <a:pt x="219175" y="213863"/>
                    <a:pt x="222370" y="215140"/>
                  </a:cubicBezTo>
                  <a:cubicBezTo>
                    <a:pt x="222370" y="215140"/>
                    <a:pt x="222370" y="215140"/>
                    <a:pt x="222370" y="215140"/>
                  </a:cubicBezTo>
                  <a:cubicBezTo>
                    <a:pt x="225565" y="216417"/>
                    <a:pt x="226843" y="220247"/>
                    <a:pt x="225565" y="223439"/>
                  </a:cubicBezTo>
                  <a:cubicBezTo>
                    <a:pt x="210229" y="257913"/>
                    <a:pt x="169973" y="273234"/>
                    <a:pt x="135467" y="257913"/>
                  </a:cubicBezTo>
                  <a:cubicBezTo>
                    <a:pt x="111185" y="247060"/>
                    <a:pt x="95210" y="222801"/>
                    <a:pt x="95210" y="195988"/>
                  </a:cubicBezTo>
                  <a:close/>
                  <a:moveTo>
                    <a:pt x="317580" y="231738"/>
                  </a:moveTo>
                  <a:lnTo>
                    <a:pt x="132272" y="311538"/>
                  </a:lnTo>
                  <a:cubicBezTo>
                    <a:pt x="131633" y="312177"/>
                    <a:pt x="130355" y="312177"/>
                    <a:pt x="129716" y="312177"/>
                  </a:cubicBezTo>
                  <a:cubicBezTo>
                    <a:pt x="125882" y="312177"/>
                    <a:pt x="123326" y="308985"/>
                    <a:pt x="123326" y="305793"/>
                  </a:cubicBezTo>
                  <a:cubicBezTo>
                    <a:pt x="123326" y="303239"/>
                    <a:pt x="124604" y="301324"/>
                    <a:pt x="127160" y="300047"/>
                  </a:cubicBezTo>
                  <a:lnTo>
                    <a:pt x="312468" y="220247"/>
                  </a:lnTo>
                  <a:cubicBezTo>
                    <a:pt x="315663" y="218971"/>
                    <a:pt x="319497" y="220247"/>
                    <a:pt x="320775" y="223439"/>
                  </a:cubicBezTo>
                  <a:cubicBezTo>
                    <a:pt x="322053" y="226631"/>
                    <a:pt x="320775" y="230462"/>
                    <a:pt x="317580" y="231738"/>
                  </a:cubicBezTo>
                  <a:lnTo>
                    <a:pt x="317580" y="231738"/>
                  </a:lnTo>
                  <a:close/>
                </a:path>
              </a:pathLst>
            </a:custGeom>
            <a:solidFill>
              <a:srgbClr val="00A3E0"/>
            </a:solidFill>
            <a:ln w="6390" cap="flat">
              <a:noFill/>
              <a:prstDash val="solid"/>
              <a:miter/>
            </a:ln>
          </p:spPr>
          <p:txBody>
            <a:bodyPr rtlCol="0" anchor="ctr"/>
            <a:lstStyle/>
            <a:p>
              <a:endParaRPr lang="en-US"/>
            </a:p>
          </p:txBody>
        </p:sp>
      </p:grpSp>
      <p:grpSp>
        <p:nvGrpSpPr>
          <p:cNvPr id="229" name="Graphic 4">
            <a:extLst>
              <a:ext uri="{FF2B5EF4-FFF2-40B4-BE49-F238E27FC236}">
                <a16:creationId xmlns:a16="http://schemas.microsoft.com/office/drawing/2014/main" id="{751DFDFC-3E85-6448-8BA7-16BB9A91F279}"/>
              </a:ext>
            </a:extLst>
          </p:cNvPr>
          <p:cNvGrpSpPr>
            <a:grpSpLocks noChangeAspect="1"/>
          </p:cNvGrpSpPr>
          <p:nvPr/>
        </p:nvGrpSpPr>
        <p:grpSpPr>
          <a:xfrm>
            <a:off x="1515054" y="2371173"/>
            <a:ext cx="362309" cy="362610"/>
            <a:chOff x="1515054" y="2371173"/>
            <a:chExt cx="362309" cy="362610"/>
          </a:xfrm>
          <a:solidFill>
            <a:srgbClr val="00A3E0"/>
          </a:solidFill>
        </p:grpSpPr>
        <p:sp>
          <p:nvSpPr>
            <p:cNvPr id="230" name="Graphic 4">
              <a:extLst>
                <a:ext uri="{FF2B5EF4-FFF2-40B4-BE49-F238E27FC236}">
                  <a16:creationId xmlns:a16="http://schemas.microsoft.com/office/drawing/2014/main" id="{0B38AEBF-B674-D84B-90C5-B62B300FC101}"/>
                </a:ext>
              </a:extLst>
            </p:cNvPr>
            <p:cNvSpPr/>
            <p:nvPr/>
          </p:nvSpPr>
          <p:spPr>
            <a:xfrm>
              <a:off x="1515054" y="237117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180835 w 362309"/>
                <a:gd name="connsiteY6" fmla="*/ 349204 h 362610"/>
                <a:gd name="connsiteX7" fmla="*/ 12780 w 362309"/>
                <a:gd name="connsiteY7" fmla="*/ 180667 h 362610"/>
                <a:gd name="connsiteX8" fmla="*/ 181474 w 362309"/>
                <a:gd name="connsiteY8" fmla="*/ 12130 h 362610"/>
                <a:gd name="connsiteX9" fmla="*/ 349529 w 362309"/>
                <a:gd name="connsiteY9" fmla="*/ 180667 h 362610"/>
                <a:gd name="connsiteX10" fmla="*/ 349529 w 362309"/>
                <a:gd name="connsiteY10" fmla="*/ 180667 h 362610"/>
                <a:gd name="connsiteX11" fmla="*/ 180835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1670" y="81077"/>
                    <a:pt x="280518" y="0"/>
                    <a:pt x="180835" y="0"/>
                  </a:cubicBezTo>
                  <a:lnTo>
                    <a:pt x="180835" y="0"/>
                  </a:lnTo>
                  <a:close/>
                  <a:moveTo>
                    <a:pt x="180835" y="349204"/>
                  </a:moveTo>
                  <a:cubicBezTo>
                    <a:pt x="87542" y="349204"/>
                    <a:pt x="12780" y="273873"/>
                    <a:pt x="12780" y="180667"/>
                  </a:cubicBezTo>
                  <a:cubicBezTo>
                    <a:pt x="12780" y="87461"/>
                    <a:pt x="88181" y="12130"/>
                    <a:pt x="181474" y="12130"/>
                  </a:cubicBezTo>
                  <a:cubicBezTo>
                    <a:pt x="274767" y="12130"/>
                    <a:pt x="349529" y="87461"/>
                    <a:pt x="349529" y="180667"/>
                  </a:cubicBezTo>
                  <a:cubicBezTo>
                    <a:pt x="349529" y="180667"/>
                    <a:pt x="349529" y="180667"/>
                    <a:pt x="349529" y="180667"/>
                  </a:cubicBezTo>
                  <a:cubicBezTo>
                    <a:pt x="348891"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231" name="Graphic 4">
              <a:extLst>
                <a:ext uri="{FF2B5EF4-FFF2-40B4-BE49-F238E27FC236}">
                  <a16:creationId xmlns:a16="http://schemas.microsoft.com/office/drawing/2014/main" id="{9BA91137-D4A8-0C48-BFFE-0272FB1A466A}"/>
                </a:ext>
              </a:extLst>
            </p:cNvPr>
            <p:cNvSpPr/>
            <p:nvPr/>
          </p:nvSpPr>
          <p:spPr>
            <a:xfrm>
              <a:off x="1652437" y="2508429"/>
              <a:ext cx="88181" cy="106612"/>
            </a:xfrm>
            <a:custGeom>
              <a:avLst/>
              <a:gdLst>
                <a:gd name="connsiteX0" fmla="*/ 6390 w 88181"/>
                <a:gd name="connsiteY0" fmla="*/ 106613 h 106612"/>
                <a:gd name="connsiteX1" fmla="*/ 81791 w 88181"/>
                <a:gd name="connsiteY1" fmla="*/ 106613 h 106612"/>
                <a:gd name="connsiteX2" fmla="*/ 88181 w 88181"/>
                <a:gd name="connsiteY2" fmla="*/ 100229 h 106612"/>
                <a:gd name="connsiteX3" fmla="*/ 88181 w 88181"/>
                <a:gd name="connsiteY3" fmla="*/ 6384 h 106612"/>
                <a:gd name="connsiteX4" fmla="*/ 81791 w 88181"/>
                <a:gd name="connsiteY4" fmla="*/ 0 h 106612"/>
                <a:gd name="connsiteX5" fmla="*/ 6390 w 88181"/>
                <a:gd name="connsiteY5" fmla="*/ 0 h 106612"/>
                <a:gd name="connsiteX6" fmla="*/ 0 w 88181"/>
                <a:gd name="connsiteY6" fmla="*/ 6384 h 106612"/>
                <a:gd name="connsiteX7" fmla="*/ 0 w 88181"/>
                <a:gd name="connsiteY7" fmla="*/ 100229 h 106612"/>
                <a:gd name="connsiteX8" fmla="*/ 6390 w 88181"/>
                <a:gd name="connsiteY8" fmla="*/ 106613 h 106612"/>
                <a:gd name="connsiteX9" fmla="*/ 12780 w 88181"/>
                <a:gd name="connsiteY9" fmla="*/ 12768 h 106612"/>
                <a:gd name="connsiteX10" fmla="*/ 75401 w 88181"/>
                <a:gd name="connsiteY10" fmla="*/ 12768 h 106612"/>
                <a:gd name="connsiteX11" fmla="*/ 75401 w 88181"/>
                <a:gd name="connsiteY11" fmla="*/ 93845 h 106612"/>
                <a:gd name="connsiteX12" fmla="*/ 12780 w 88181"/>
                <a:gd name="connsiteY12" fmla="*/ 93845 h 106612"/>
                <a:gd name="connsiteX13" fmla="*/ 12780 w 88181"/>
                <a:gd name="connsiteY13" fmla="*/ 12768 h 106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181" h="106612">
                  <a:moveTo>
                    <a:pt x="6390" y="106613"/>
                  </a:moveTo>
                  <a:lnTo>
                    <a:pt x="81791" y="106613"/>
                  </a:lnTo>
                  <a:cubicBezTo>
                    <a:pt x="85625" y="106613"/>
                    <a:pt x="88181" y="104059"/>
                    <a:pt x="88181" y="100229"/>
                  </a:cubicBezTo>
                  <a:lnTo>
                    <a:pt x="88181" y="6384"/>
                  </a:lnTo>
                  <a:cubicBezTo>
                    <a:pt x="88181" y="2554"/>
                    <a:pt x="85625" y="0"/>
                    <a:pt x="81791" y="0"/>
                  </a:cubicBezTo>
                  <a:lnTo>
                    <a:pt x="6390" y="0"/>
                  </a:lnTo>
                  <a:cubicBezTo>
                    <a:pt x="2556" y="0"/>
                    <a:pt x="0" y="2554"/>
                    <a:pt x="0" y="6384"/>
                  </a:cubicBezTo>
                  <a:lnTo>
                    <a:pt x="0" y="100229"/>
                  </a:lnTo>
                  <a:cubicBezTo>
                    <a:pt x="0" y="104059"/>
                    <a:pt x="2556" y="106613"/>
                    <a:pt x="6390" y="106613"/>
                  </a:cubicBezTo>
                  <a:close/>
                  <a:moveTo>
                    <a:pt x="12780" y="12768"/>
                  </a:moveTo>
                  <a:lnTo>
                    <a:pt x="75401" y="12768"/>
                  </a:lnTo>
                  <a:lnTo>
                    <a:pt x="75401" y="93845"/>
                  </a:lnTo>
                  <a:lnTo>
                    <a:pt x="12780" y="93845"/>
                  </a:lnTo>
                  <a:lnTo>
                    <a:pt x="12780" y="12768"/>
                  </a:lnTo>
                  <a:close/>
                </a:path>
              </a:pathLst>
            </a:custGeom>
            <a:solidFill>
              <a:srgbClr val="00A3E0"/>
            </a:solidFill>
            <a:ln w="6390" cap="flat">
              <a:noFill/>
              <a:prstDash val="solid"/>
              <a:miter/>
            </a:ln>
          </p:spPr>
          <p:txBody>
            <a:bodyPr rtlCol="0" anchor="ctr"/>
            <a:lstStyle/>
            <a:p>
              <a:endParaRPr lang="en-US"/>
            </a:p>
          </p:txBody>
        </p:sp>
        <p:sp>
          <p:nvSpPr>
            <p:cNvPr id="232" name="Graphic 4">
              <a:extLst>
                <a:ext uri="{FF2B5EF4-FFF2-40B4-BE49-F238E27FC236}">
                  <a16:creationId xmlns:a16="http://schemas.microsoft.com/office/drawing/2014/main" id="{BF0CFE57-F5B9-3F44-8047-D1867F14248B}"/>
                </a:ext>
              </a:extLst>
            </p:cNvPr>
            <p:cNvSpPr/>
            <p:nvPr/>
          </p:nvSpPr>
          <p:spPr>
            <a:xfrm>
              <a:off x="1749466" y="2508969"/>
              <a:ext cx="29590" cy="104795"/>
            </a:xfrm>
            <a:custGeom>
              <a:avLst/>
              <a:gdLst>
                <a:gd name="connsiteX0" fmla="*/ 5211 w 29590"/>
                <a:gd name="connsiteY0" fmla="*/ 98 h 104795"/>
                <a:gd name="connsiteX1" fmla="*/ 99 w 29590"/>
                <a:gd name="connsiteY1" fmla="*/ 7759 h 104795"/>
                <a:gd name="connsiteX2" fmla="*/ 99 w 29590"/>
                <a:gd name="connsiteY2" fmla="*/ 7759 h 104795"/>
                <a:gd name="connsiteX3" fmla="*/ 16712 w 29590"/>
                <a:gd name="connsiteY3" fmla="*/ 99689 h 104795"/>
                <a:gd name="connsiteX4" fmla="*/ 23102 w 29590"/>
                <a:gd name="connsiteY4" fmla="*/ 104796 h 104795"/>
                <a:gd name="connsiteX5" fmla="*/ 24380 w 29590"/>
                <a:gd name="connsiteY5" fmla="*/ 104796 h 104795"/>
                <a:gd name="connsiteX6" fmla="*/ 29492 w 29590"/>
                <a:gd name="connsiteY6" fmla="*/ 97135 h 104795"/>
                <a:gd name="connsiteX7" fmla="*/ 12878 w 29590"/>
                <a:gd name="connsiteY7" fmla="*/ 5206 h 104795"/>
                <a:gd name="connsiteX8" fmla="*/ 5211 w 29590"/>
                <a:gd name="connsiteY8" fmla="*/ 98 h 104795"/>
                <a:gd name="connsiteX9" fmla="*/ 5211 w 29590"/>
                <a:gd name="connsiteY9" fmla="*/ 98 h 104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90" h="104795">
                  <a:moveTo>
                    <a:pt x="5211" y="98"/>
                  </a:moveTo>
                  <a:cubicBezTo>
                    <a:pt x="2016" y="737"/>
                    <a:pt x="-540" y="3929"/>
                    <a:pt x="99" y="7759"/>
                  </a:cubicBezTo>
                  <a:cubicBezTo>
                    <a:pt x="99" y="7759"/>
                    <a:pt x="99" y="7759"/>
                    <a:pt x="99" y="7759"/>
                  </a:cubicBezTo>
                  <a:lnTo>
                    <a:pt x="16712" y="99689"/>
                  </a:lnTo>
                  <a:cubicBezTo>
                    <a:pt x="17351" y="102881"/>
                    <a:pt x="19907" y="104796"/>
                    <a:pt x="23102" y="104796"/>
                  </a:cubicBezTo>
                  <a:lnTo>
                    <a:pt x="24380" y="104796"/>
                  </a:lnTo>
                  <a:cubicBezTo>
                    <a:pt x="27575" y="104158"/>
                    <a:pt x="30131" y="100966"/>
                    <a:pt x="29492" y="97135"/>
                  </a:cubicBezTo>
                  <a:lnTo>
                    <a:pt x="12878" y="5206"/>
                  </a:lnTo>
                  <a:cubicBezTo>
                    <a:pt x="12240" y="2014"/>
                    <a:pt x="9045" y="-540"/>
                    <a:pt x="5211" y="98"/>
                  </a:cubicBezTo>
                  <a:cubicBezTo>
                    <a:pt x="5211" y="98"/>
                    <a:pt x="5211" y="98"/>
                    <a:pt x="5211" y="98"/>
                  </a:cubicBezTo>
                  <a:close/>
                </a:path>
              </a:pathLst>
            </a:custGeom>
            <a:solidFill>
              <a:srgbClr val="00A3E0"/>
            </a:solidFill>
            <a:ln w="6390" cap="flat">
              <a:noFill/>
              <a:prstDash val="solid"/>
              <a:miter/>
            </a:ln>
          </p:spPr>
          <p:txBody>
            <a:bodyPr rtlCol="0" anchor="ctr"/>
            <a:lstStyle/>
            <a:p>
              <a:endParaRPr lang="en-US"/>
            </a:p>
          </p:txBody>
        </p:sp>
        <p:sp>
          <p:nvSpPr>
            <p:cNvPr id="233" name="Graphic 4">
              <a:extLst>
                <a:ext uri="{FF2B5EF4-FFF2-40B4-BE49-F238E27FC236}">
                  <a16:creationId xmlns:a16="http://schemas.microsoft.com/office/drawing/2014/main" id="{09DB76B4-35FD-8640-939A-781B9C1D72C8}"/>
                </a:ext>
              </a:extLst>
            </p:cNvPr>
            <p:cNvSpPr/>
            <p:nvPr/>
          </p:nvSpPr>
          <p:spPr>
            <a:xfrm>
              <a:off x="1613360" y="2508969"/>
              <a:ext cx="28951" cy="104795"/>
            </a:xfrm>
            <a:custGeom>
              <a:avLst/>
              <a:gdLst>
                <a:gd name="connsiteX0" fmla="*/ 23741 w 28951"/>
                <a:gd name="connsiteY0" fmla="*/ 98 h 104795"/>
                <a:gd name="connsiteX1" fmla="*/ 16712 w 28951"/>
                <a:gd name="connsiteY1" fmla="*/ 5206 h 104795"/>
                <a:gd name="connsiteX2" fmla="*/ 99 w 28951"/>
                <a:gd name="connsiteY2" fmla="*/ 97135 h 104795"/>
                <a:gd name="connsiteX3" fmla="*/ 5211 w 28951"/>
                <a:gd name="connsiteY3" fmla="*/ 104796 h 104795"/>
                <a:gd name="connsiteX4" fmla="*/ 5211 w 28951"/>
                <a:gd name="connsiteY4" fmla="*/ 104796 h 104795"/>
                <a:gd name="connsiteX5" fmla="*/ 6489 w 28951"/>
                <a:gd name="connsiteY5" fmla="*/ 104796 h 104795"/>
                <a:gd name="connsiteX6" fmla="*/ 12878 w 28951"/>
                <a:gd name="connsiteY6" fmla="*/ 99689 h 104795"/>
                <a:gd name="connsiteX7" fmla="*/ 28853 w 28951"/>
                <a:gd name="connsiteY7" fmla="*/ 7759 h 104795"/>
                <a:gd name="connsiteX8" fmla="*/ 23741 w 28951"/>
                <a:gd name="connsiteY8" fmla="*/ 98 h 104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951" h="104795">
                  <a:moveTo>
                    <a:pt x="23741" y="98"/>
                  </a:moveTo>
                  <a:cubicBezTo>
                    <a:pt x="20546" y="-540"/>
                    <a:pt x="16712" y="2014"/>
                    <a:pt x="16712" y="5206"/>
                  </a:cubicBezTo>
                  <a:lnTo>
                    <a:pt x="99" y="97135"/>
                  </a:lnTo>
                  <a:cubicBezTo>
                    <a:pt x="-540" y="100327"/>
                    <a:pt x="2016" y="104158"/>
                    <a:pt x="5211" y="104796"/>
                  </a:cubicBezTo>
                  <a:cubicBezTo>
                    <a:pt x="5211" y="104796"/>
                    <a:pt x="5211" y="104796"/>
                    <a:pt x="5211" y="104796"/>
                  </a:cubicBezTo>
                  <a:lnTo>
                    <a:pt x="6489" y="104796"/>
                  </a:lnTo>
                  <a:cubicBezTo>
                    <a:pt x="9683" y="104796"/>
                    <a:pt x="12239" y="102881"/>
                    <a:pt x="12878" y="99689"/>
                  </a:cubicBezTo>
                  <a:lnTo>
                    <a:pt x="28853" y="7759"/>
                  </a:lnTo>
                  <a:cubicBezTo>
                    <a:pt x="29492" y="3929"/>
                    <a:pt x="26936" y="737"/>
                    <a:pt x="23741" y="98"/>
                  </a:cubicBezTo>
                  <a:close/>
                </a:path>
              </a:pathLst>
            </a:custGeom>
            <a:solidFill>
              <a:srgbClr val="00A3E0"/>
            </a:solidFill>
            <a:ln w="6390" cap="flat">
              <a:noFill/>
              <a:prstDash val="solid"/>
              <a:miter/>
            </a:ln>
          </p:spPr>
          <p:txBody>
            <a:bodyPr rtlCol="0" anchor="ctr"/>
            <a:lstStyle/>
            <a:p>
              <a:endParaRPr lang="en-US"/>
            </a:p>
          </p:txBody>
        </p:sp>
        <p:sp>
          <p:nvSpPr>
            <p:cNvPr id="234" name="Graphic 4">
              <a:extLst>
                <a:ext uri="{FF2B5EF4-FFF2-40B4-BE49-F238E27FC236}">
                  <a16:creationId xmlns:a16="http://schemas.microsoft.com/office/drawing/2014/main" id="{0494E908-CC8E-4D47-B94E-8CFE3004453B}"/>
                </a:ext>
              </a:extLst>
            </p:cNvPr>
            <p:cNvSpPr/>
            <p:nvPr/>
          </p:nvSpPr>
          <p:spPr>
            <a:xfrm>
              <a:off x="1670329" y="2436928"/>
              <a:ext cx="50480" cy="50433"/>
            </a:xfrm>
            <a:custGeom>
              <a:avLst/>
              <a:gdLst>
                <a:gd name="connsiteX0" fmla="*/ 25560 w 50480"/>
                <a:gd name="connsiteY0" fmla="*/ 50433 h 50433"/>
                <a:gd name="connsiteX1" fmla="*/ 50480 w 50480"/>
                <a:gd name="connsiteY1" fmla="*/ 24897 h 50433"/>
                <a:gd name="connsiteX2" fmla="*/ 24921 w 50480"/>
                <a:gd name="connsiteY2" fmla="*/ 0 h 50433"/>
                <a:gd name="connsiteX3" fmla="*/ 0 w 50480"/>
                <a:gd name="connsiteY3" fmla="*/ 24897 h 50433"/>
                <a:gd name="connsiteX4" fmla="*/ 25560 w 50480"/>
                <a:gd name="connsiteY4" fmla="*/ 50433 h 50433"/>
                <a:gd name="connsiteX5" fmla="*/ 25560 w 50480"/>
                <a:gd name="connsiteY5" fmla="*/ 50433 h 50433"/>
                <a:gd name="connsiteX6" fmla="*/ 25560 w 50480"/>
                <a:gd name="connsiteY6" fmla="*/ 12768 h 50433"/>
                <a:gd name="connsiteX7" fmla="*/ 37701 w 50480"/>
                <a:gd name="connsiteY7" fmla="*/ 25536 h 50433"/>
                <a:gd name="connsiteX8" fmla="*/ 24921 w 50480"/>
                <a:gd name="connsiteY8" fmla="*/ 37665 h 50433"/>
                <a:gd name="connsiteX9" fmla="*/ 12780 w 50480"/>
                <a:gd name="connsiteY9" fmla="*/ 25536 h 50433"/>
                <a:gd name="connsiteX10" fmla="*/ 25560 w 50480"/>
                <a:gd name="connsiteY10" fmla="*/ 12768 h 50433"/>
                <a:gd name="connsiteX11" fmla="*/ 25560 w 50480"/>
                <a:gd name="connsiteY11" fmla="*/ 12768 h 5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480" h="50433">
                  <a:moveTo>
                    <a:pt x="25560" y="50433"/>
                  </a:moveTo>
                  <a:cubicBezTo>
                    <a:pt x="39618" y="50433"/>
                    <a:pt x="50480" y="38942"/>
                    <a:pt x="50480" y="24897"/>
                  </a:cubicBezTo>
                  <a:cubicBezTo>
                    <a:pt x="50480" y="10853"/>
                    <a:pt x="38979" y="0"/>
                    <a:pt x="24921" y="0"/>
                  </a:cubicBezTo>
                  <a:cubicBezTo>
                    <a:pt x="10863" y="0"/>
                    <a:pt x="0" y="11491"/>
                    <a:pt x="0" y="24897"/>
                  </a:cubicBezTo>
                  <a:cubicBezTo>
                    <a:pt x="0" y="38304"/>
                    <a:pt x="11502" y="50433"/>
                    <a:pt x="25560" y="50433"/>
                  </a:cubicBezTo>
                  <a:lnTo>
                    <a:pt x="25560" y="50433"/>
                  </a:lnTo>
                  <a:close/>
                  <a:moveTo>
                    <a:pt x="25560" y="12768"/>
                  </a:moveTo>
                  <a:cubicBezTo>
                    <a:pt x="32589" y="12768"/>
                    <a:pt x="37701" y="18514"/>
                    <a:pt x="37701" y="25536"/>
                  </a:cubicBezTo>
                  <a:cubicBezTo>
                    <a:pt x="37701" y="32558"/>
                    <a:pt x="31950" y="37665"/>
                    <a:pt x="24921" y="37665"/>
                  </a:cubicBezTo>
                  <a:cubicBezTo>
                    <a:pt x="17892" y="37665"/>
                    <a:pt x="12780" y="31920"/>
                    <a:pt x="12780" y="25536"/>
                  </a:cubicBezTo>
                  <a:cubicBezTo>
                    <a:pt x="13419" y="18514"/>
                    <a:pt x="18531" y="13406"/>
                    <a:pt x="25560" y="12768"/>
                  </a:cubicBezTo>
                  <a:lnTo>
                    <a:pt x="25560" y="12768"/>
                  </a:lnTo>
                  <a:close/>
                </a:path>
              </a:pathLst>
            </a:custGeom>
            <a:solidFill>
              <a:srgbClr val="00A3E0"/>
            </a:solidFill>
            <a:ln w="6390" cap="flat">
              <a:noFill/>
              <a:prstDash val="solid"/>
              <a:miter/>
            </a:ln>
          </p:spPr>
          <p:txBody>
            <a:bodyPr rtlCol="0" anchor="ctr"/>
            <a:lstStyle/>
            <a:p>
              <a:endParaRPr lang="en-US"/>
            </a:p>
          </p:txBody>
        </p:sp>
        <p:sp>
          <p:nvSpPr>
            <p:cNvPr id="235" name="Graphic 4">
              <a:extLst>
                <a:ext uri="{FF2B5EF4-FFF2-40B4-BE49-F238E27FC236}">
                  <a16:creationId xmlns:a16="http://schemas.microsoft.com/office/drawing/2014/main" id="{9B4A9036-C00A-AD43-B856-A1CE81E137BD}"/>
                </a:ext>
              </a:extLst>
            </p:cNvPr>
            <p:cNvSpPr/>
            <p:nvPr/>
          </p:nvSpPr>
          <p:spPr>
            <a:xfrm>
              <a:off x="1644769" y="2631001"/>
              <a:ext cx="107989" cy="37064"/>
            </a:xfrm>
            <a:custGeom>
              <a:avLst/>
              <a:gdLst>
                <a:gd name="connsiteX0" fmla="*/ 107990 w 107989"/>
                <a:gd name="connsiteY0" fmla="*/ 6384 h 37064"/>
                <a:gd name="connsiteX1" fmla="*/ 101600 w 107989"/>
                <a:gd name="connsiteY1" fmla="*/ 0 h 37064"/>
                <a:gd name="connsiteX2" fmla="*/ 6390 w 107989"/>
                <a:gd name="connsiteY2" fmla="*/ 0 h 37064"/>
                <a:gd name="connsiteX3" fmla="*/ 0 w 107989"/>
                <a:gd name="connsiteY3" fmla="*/ 6384 h 37064"/>
                <a:gd name="connsiteX4" fmla="*/ 2556 w 107989"/>
                <a:gd name="connsiteY4" fmla="*/ 11491 h 37064"/>
                <a:gd name="connsiteX5" fmla="*/ 1278 w 107989"/>
                <a:gd name="connsiteY5" fmla="*/ 17875 h 37064"/>
                <a:gd name="connsiteX6" fmla="*/ 18531 w 107989"/>
                <a:gd name="connsiteY6" fmla="*/ 37027 h 37064"/>
                <a:gd name="connsiteX7" fmla="*/ 37701 w 107989"/>
                <a:gd name="connsiteY7" fmla="*/ 19790 h 37064"/>
                <a:gd name="connsiteX8" fmla="*/ 37701 w 107989"/>
                <a:gd name="connsiteY8" fmla="*/ 17875 h 37064"/>
                <a:gd name="connsiteX9" fmla="*/ 37062 w 107989"/>
                <a:gd name="connsiteY9" fmla="*/ 12768 h 37064"/>
                <a:gd name="connsiteX10" fmla="*/ 71567 w 107989"/>
                <a:gd name="connsiteY10" fmla="*/ 12768 h 37064"/>
                <a:gd name="connsiteX11" fmla="*/ 70928 w 107989"/>
                <a:gd name="connsiteY11" fmla="*/ 17875 h 37064"/>
                <a:gd name="connsiteX12" fmla="*/ 88181 w 107989"/>
                <a:gd name="connsiteY12" fmla="*/ 37027 h 37064"/>
                <a:gd name="connsiteX13" fmla="*/ 107351 w 107989"/>
                <a:gd name="connsiteY13" fmla="*/ 19790 h 37064"/>
                <a:gd name="connsiteX14" fmla="*/ 107351 w 107989"/>
                <a:gd name="connsiteY14" fmla="*/ 17875 h 37064"/>
                <a:gd name="connsiteX15" fmla="*/ 106073 w 107989"/>
                <a:gd name="connsiteY15" fmla="*/ 11491 h 37064"/>
                <a:gd name="connsiteX16" fmla="*/ 107990 w 107989"/>
                <a:gd name="connsiteY16" fmla="*/ 6384 h 37064"/>
                <a:gd name="connsiteX17" fmla="*/ 25560 w 107989"/>
                <a:gd name="connsiteY17" fmla="*/ 17875 h 37064"/>
                <a:gd name="connsiteX18" fmla="*/ 20448 w 107989"/>
                <a:gd name="connsiteY18" fmla="*/ 22982 h 37064"/>
                <a:gd name="connsiteX19" fmla="*/ 15336 w 107989"/>
                <a:gd name="connsiteY19" fmla="*/ 17875 h 37064"/>
                <a:gd name="connsiteX20" fmla="*/ 20448 w 107989"/>
                <a:gd name="connsiteY20" fmla="*/ 12768 h 37064"/>
                <a:gd name="connsiteX21" fmla="*/ 20448 w 107989"/>
                <a:gd name="connsiteY21" fmla="*/ 12768 h 37064"/>
                <a:gd name="connsiteX22" fmla="*/ 25560 w 107989"/>
                <a:gd name="connsiteY22" fmla="*/ 17875 h 37064"/>
                <a:gd name="connsiteX23" fmla="*/ 88820 w 107989"/>
                <a:gd name="connsiteY23" fmla="*/ 22982 h 37064"/>
                <a:gd name="connsiteX24" fmla="*/ 83708 w 107989"/>
                <a:gd name="connsiteY24" fmla="*/ 17875 h 37064"/>
                <a:gd name="connsiteX25" fmla="*/ 88820 w 107989"/>
                <a:gd name="connsiteY25" fmla="*/ 12768 h 37064"/>
                <a:gd name="connsiteX26" fmla="*/ 93932 w 107989"/>
                <a:gd name="connsiteY26" fmla="*/ 17875 h 37064"/>
                <a:gd name="connsiteX27" fmla="*/ 93932 w 107989"/>
                <a:gd name="connsiteY27" fmla="*/ 17875 h 37064"/>
                <a:gd name="connsiteX28" fmla="*/ 88820 w 107989"/>
                <a:gd name="connsiteY28" fmla="*/ 22982 h 37064"/>
                <a:gd name="connsiteX29" fmla="*/ 88820 w 107989"/>
                <a:gd name="connsiteY29" fmla="*/ 22982 h 3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7989" h="37064">
                  <a:moveTo>
                    <a:pt x="107990" y="6384"/>
                  </a:moveTo>
                  <a:cubicBezTo>
                    <a:pt x="107990" y="2554"/>
                    <a:pt x="105434" y="0"/>
                    <a:pt x="101600" y="0"/>
                  </a:cubicBezTo>
                  <a:lnTo>
                    <a:pt x="6390" y="0"/>
                  </a:lnTo>
                  <a:cubicBezTo>
                    <a:pt x="2556" y="0"/>
                    <a:pt x="0" y="3192"/>
                    <a:pt x="0" y="6384"/>
                  </a:cubicBezTo>
                  <a:cubicBezTo>
                    <a:pt x="0" y="8299"/>
                    <a:pt x="1278" y="10214"/>
                    <a:pt x="2556" y="11491"/>
                  </a:cubicBezTo>
                  <a:cubicBezTo>
                    <a:pt x="1917" y="13406"/>
                    <a:pt x="1278" y="15960"/>
                    <a:pt x="1278" y="17875"/>
                  </a:cubicBezTo>
                  <a:cubicBezTo>
                    <a:pt x="639" y="28089"/>
                    <a:pt x="8307" y="36389"/>
                    <a:pt x="18531" y="37027"/>
                  </a:cubicBezTo>
                  <a:cubicBezTo>
                    <a:pt x="28755" y="37665"/>
                    <a:pt x="37062" y="30005"/>
                    <a:pt x="37701" y="19790"/>
                  </a:cubicBezTo>
                  <a:cubicBezTo>
                    <a:pt x="37701" y="19152"/>
                    <a:pt x="37701" y="18514"/>
                    <a:pt x="37701" y="17875"/>
                  </a:cubicBezTo>
                  <a:cubicBezTo>
                    <a:pt x="37701" y="15960"/>
                    <a:pt x="37062" y="14045"/>
                    <a:pt x="37062" y="12768"/>
                  </a:cubicBezTo>
                  <a:lnTo>
                    <a:pt x="71567" y="12768"/>
                  </a:lnTo>
                  <a:cubicBezTo>
                    <a:pt x="70928" y="14683"/>
                    <a:pt x="70928" y="15960"/>
                    <a:pt x="70928" y="17875"/>
                  </a:cubicBezTo>
                  <a:cubicBezTo>
                    <a:pt x="70289" y="28089"/>
                    <a:pt x="77957" y="36389"/>
                    <a:pt x="88181" y="37027"/>
                  </a:cubicBezTo>
                  <a:cubicBezTo>
                    <a:pt x="98405" y="37665"/>
                    <a:pt x="106712" y="30005"/>
                    <a:pt x="107351" y="19790"/>
                  </a:cubicBezTo>
                  <a:cubicBezTo>
                    <a:pt x="107351" y="19152"/>
                    <a:pt x="107351" y="18514"/>
                    <a:pt x="107351" y="17875"/>
                  </a:cubicBezTo>
                  <a:cubicBezTo>
                    <a:pt x="107351" y="15960"/>
                    <a:pt x="106712" y="13406"/>
                    <a:pt x="106073" y="11491"/>
                  </a:cubicBezTo>
                  <a:cubicBezTo>
                    <a:pt x="107351" y="10214"/>
                    <a:pt x="107990" y="8299"/>
                    <a:pt x="107990" y="6384"/>
                  </a:cubicBezTo>
                  <a:close/>
                  <a:moveTo>
                    <a:pt x="25560" y="17875"/>
                  </a:moveTo>
                  <a:cubicBezTo>
                    <a:pt x="25560" y="21067"/>
                    <a:pt x="23004" y="22982"/>
                    <a:pt x="20448" y="22982"/>
                  </a:cubicBezTo>
                  <a:cubicBezTo>
                    <a:pt x="17892" y="22982"/>
                    <a:pt x="15336" y="20429"/>
                    <a:pt x="15336" y="17875"/>
                  </a:cubicBezTo>
                  <a:cubicBezTo>
                    <a:pt x="15336" y="15322"/>
                    <a:pt x="17892" y="12768"/>
                    <a:pt x="20448" y="12768"/>
                  </a:cubicBezTo>
                  <a:cubicBezTo>
                    <a:pt x="20448" y="12768"/>
                    <a:pt x="20448" y="12768"/>
                    <a:pt x="20448" y="12768"/>
                  </a:cubicBezTo>
                  <a:cubicBezTo>
                    <a:pt x="23004" y="12768"/>
                    <a:pt x="24921" y="15322"/>
                    <a:pt x="25560" y="17875"/>
                  </a:cubicBezTo>
                  <a:close/>
                  <a:moveTo>
                    <a:pt x="88820" y="22982"/>
                  </a:moveTo>
                  <a:cubicBezTo>
                    <a:pt x="85625" y="22982"/>
                    <a:pt x="83708" y="20429"/>
                    <a:pt x="83708" y="17875"/>
                  </a:cubicBezTo>
                  <a:cubicBezTo>
                    <a:pt x="83708" y="15322"/>
                    <a:pt x="86264" y="12768"/>
                    <a:pt x="88820" y="12768"/>
                  </a:cubicBezTo>
                  <a:cubicBezTo>
                    <a:pt x="91376" y="12768"/>
                    <a:pt x="93932" y="15322"/>
                    <a:pt x="93932" y="17875"/>
                  </a:cubicBezTo>
                  <a:cubicBezTo>
                    <a:pt x="93932" y="17875"/>
                    <a:pt x="93932" y="17875"/>
                    <a:pt x="93932" y="17875"/>
                  </a:cubicBezTo>
                  <a:cubicBezTo>
                    <a:pt x="93932" y="21067"/>
                    <a:pt x="91376" y="22982"/>
                    <a:pt x="88820" y="22982"/>
                  </a:cubicBezTo>
                  <a:lnTo>
                    <a:pt x="88820" y="22982"/>
                  </a:lnTo>
                  <a:close/>
                </a:path>
              </a:pathLst>
            </a:custGeom>
            <a:solidFill>
              <a:srgbClr val="00A3E0"/>
            </a:solidFill>
            <a:ln w="6390" cap="flat">
              <a:noFill/>
              <a:prstDash val="solid"/>
              <a:miter/>
            </a:ln>
          </p:spPr>
          <p:txBody>
            <a:bodyPr rtlCol="0" anchor="ctr"/>
            <a:lstStyle/>
            <a:p>
              <a:endParaRPr lang="en-US"/>
            </a:p>
          </p:txBody>
        </p:sp>
      </p:grpSp>
      <p:grpSp>
        <p:nvGrpSpPr>
          <p:cNvPr id="236" name="Graphic 4">
            <a:extLst>
              <a:ext uri="{FF2B5EF4-FFF2-40B4-BE49-F238E27FC236}">
                <a16:creationId xmlns:a16="http://schemas.microsoft.com/office/drawing/2014/main" id="{ACE946F7-54E1-E444-AB88-D35A20172D0F}"/>
              </a:ext>
            </a:extLst>
          </p:cNvPr>
          <p:cNvGrpSpPr>
            <a:grpSpLocks noChangeAspect="1"/>
          </p:cNvGrpSpPr>
          <p:nvPr/>
        </p:nvGrpSpPr>
        <p:grpSpPr>
          <a:xfrm>
            <a:off x="1514415" y="2855717"/>
            <a:ext cx="362309" cy="361971"/>
            <a:chOff x="1514415" y="2855717"/>
            <a:chExt cx="362309" cy="361971"/>
          </a:xfrm>
          <a:solidFill>
            <a:srgbClr val="00A3E0"/>
          </a:solidFill>
        </p:grpSpPr>
        <p:sp>
          <p:nvSpPr>
            <p:cNvPr id="237" name="Graphic 4">
              <a:extLst>
                <a:ext uri="{FF2B5EF4-FFF2-40B4-BE49-F238E27FC236}">
                  <a16:creationId xmlns:a16="http://schemas.microsoft.com/office/drawing/2014/main" id="{E65EB93B-66CF-8943-BCC1-9EF27E0DA1F7}"/>
                </a:ext>
              </a:extLst>
            </p:cNvPr>
            <p:cNvSpPr/>
            <p:nvPr/>
          </p:nvSpPr>
          <p:spPr>
            <a:xfrm>
              <a:off x="1514415" y="2855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0438"/>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49530" y="273234"/>
                    <a:pt x="274128" y="348565"/>
                    <a:pt x="181474" y="349204"/>
                  </a:cubicBezTo>
                  <a:close/>
                </a:path>
              </a:pathLst>
            </a:custGeom>
            <a:solidFill>
              <a:srgbClr val="00A3E0"/>
            </a:solidFill>
            <a:ln w="6390" cap="flat">
              <a:noFill/>
              <a:prstDash val="solid"/>
              <a:miter/>
            </a:ln>
          </p:spPr>
          <p:txBody>
            <a:bodyPr rtlCol="0" anchor="ctr"/>
            <a:lstStyle/>
            <a:p>
              <a:endParaRPr lang="en-US"/>
            </a:p>
          </p:txBody>
        </p:sp>
        <p:sp>
          <p:nvSpPr>
            <p:cNvPr id="238" name="Graphic 4">
              <a:extLst>
                <a:ext uri="{FF2B5EF4-FFF2-40B4-BE49-F238E27FC236}">
                  <a16:creationId xmlns:a16="http://schemas.microsoft.com/office/drawing/2014/main" id="{8BFC3C7F-AF74-1145-BB3B-E60D1E437DA5}"/>
                </a:ext>
              </a:extLst>
            </p:cNvPr>
            <p:cNvSpPr/>
            <p:nvPr/>
          </p:nvSpPr>
          <p:spPr>
            <a:xfrm>
              <a:off x="1605126" y="2919425"/>
              <a:ext cx="180475" cy="234424"/>
            </a:xfrm>
            <a:custGeom>
              <a:avLst/>
              <a:gdLst>
                <a:gd name="connsiteX0" fmla="*/ 138687 w 180475"/>
                <a:gd name="connsiteY0" fmla="*/ 9708 h 234424"/>
                <a:gd name="connsiteX1" fmla="*/ 76705 w 180475"/>
                <a:gd name="connsiteY1" fmla="*/ 3962 h 234424"/>
                <a:gd name="connsiteX2" fmla="*/ 19835 w 180475"/>
                <a:gd name="connsiteY2" fmla="*/ 68440 h 234424"/>
                <a:gd name="connsiteX3" fmla="*/ 19196 w 180475"/>
                <a:gd name="connsiteY3" fmla="*/ 74186 h 234424"/>
                <a:gd name="connsiteX4" fmla="*/ 16640 w 180475"/>
                <a:gd name="connsiteY4" fmla="*/ 85039 h 234424"/>
                <a:gd name="connsiteX5" fmla="*/ 665 w 180475"/>
                <a:gd name="connsiteY5" fmla="*/ 118874 h 234424"/>
                <a:gd name="connsiteX6" fmla="*/ 665 w 180475"/>
                <a:gd name="connsiteY6" fmla="*/ 119512 h 234424"/>
                <a:gd name="connsiteX7" fmla="*/ 1943 w 180475"/>
                <a:gd name="connsiteY7" fmla="*/ 132280 h 234424"/>
                <a:gd name="connsiteX8" fmla="*/ 12167 w 180475"/>
                <a:gd name="connsiteY8" fmla="*/ 138026 h 234424"/>
                <a:gd name="connsiteX9" fmla="*/ 19196 w 180475"/>
                <a:gd name="connsiteY9" fmla="*/ 138664 h 234424"/>
                <a:gd name="connsiteX10" fmla="*/ 19196 w 180475"/>
                <a:gd name="connsiteY10" fmla="*/ 158455 h 234424"/>
                <a:gd name="connsiteX11" fmla="*/ 24308 w 180475"/>
                <a:gd name="connsiteY11" fmla="*/ 173776 h 234424"/>
                <a:gd name="connsiteX12" fmla="*/ 42199 w 180475"/>
                <a:gd name="connsiteY12" fmla="*/ 182075 h 234424"/>
                <a:gd name="connsiteX13" fmla="*/ 59452 w 180475"/>
                <a:gd name="connsiteY13" fmla="*/ 182714 h 234424"/>
                <a:gd name="connsiteX14" fmla="*/ 59452 w 180475"/>
                <a:gd name="connsiteY14" fmla="*/ 228040 h 234424"/>
                <a:gd name="connsiteX15" fmla="*/ 65842 w 180475"/>
                <a:gd name="connsiteY15" fmla="*/ 234424 h 234424"/>
                <a:gd name="connsiteX16" fmla="*/ 146355 w 180475"/>
                <a:gd name="connsiteY16" fmla="*/ 234424 h 234424"/>
                <a:gd name="connsiteX17" fmla="*/ 152745 w 180475"/>
                <a:gd name="connsiteY17" fmla="*/ 228040 h 234424"/>
                <a:gd name="connsiteX18" fmla="*/ 152745 w 180475"/>
                <a:gd name="connsiteY18" fmla="*/ 153986 h 234424"/>
                <a:gd name="connsiteX19" fmla="*/ 161052 w 180475"/>
                <a:gd name="connsiteY19" fmla="*/ 133557 h 234424"/>
                <a:gd name="connsiteX20" fmla="*/ 177666 w 180475"/>
                <a:gd name="connsiteY20" fmla="*/ 58865 h 234424"/>
                <a:gd name="connsiteX21" fmla="*/ 138687 w 180475"/>
                <a:gd name="connsiteY21" fmla="*/ 9708 h 234424"/>
                <a:gd name="connsiteX22" fmla="*/ 151467 w 180475"/>
                <a:gd name="connsiteY22" fmla="*/ 124620 h 234424"/>
                <a:gd name="connsiteX23" fmla="*/ 140605 w 180475"/>
                <a:gd name="connsiteY23" fmla="*/ 151432 h 234424"/>
                <a:gd name="connsiteX24" fmla="*/ 140605 w 180475"/>
                <a:gd name="connsiteY24" fmla="*/ 152709 h 234424"/>
                <a:gd name="connsiteX25" fmla="*/ 140605 w 180475"/>
                <a:gd name="connsiteY25" fmla="*/ 221018 h 234424"/>
                <a:gd name="connsiteX26" fmla="*/ 72871 w 180475"/>
                <a:gd name="connsiteY26" fmla="*/ 221018 h 234424"/>
                <a:gd name="connsiteX27" fmla="*/ 72871 w 180475"/>
                <a:gd name="connsiteY27" fmla="*/ 175692 h 234424"/>
                <a:gd name="connsiteX28" fmla="*/ 70954 w 180475"/>
                <a:gd name="connsiteY28" fmla="*/ 171223 h 234424"/>
                <a:gd name="connsiteX29" fmla="*/ 65842 w 180475"/>
                <a:gd name="connsiteY29" fmla="*/ 169308 h 234424"/>
                <a:gd name="connsiteX30" fmla="*/ 43477 w 180475"/>
                <a:gd name="connsiteY30" fmla="*/ 168031 h 234424"/>
                <a:gd name="connsiteX31" fmla="*/ 34532 w 180475"/>
                <a:gd name="connsiteY31" fmla="*/ 164839 h 234424"/>
                <a:gd name="connsiteX32" fmla="*/ 32614 w 180475"/>
                <a:gd name="connsiteY32" fmla="*/ 158455 h 234424"/>
                <a:gd name="connsiteX33" fmla="*/ 32614 w 180475"/>
                <a:gd name="connsiteY33" fmla="*/ 131642 h 234424"/>
                <a:gd name="connsiteX34" fmla="*/ 26225 w 180475"/>
                <a:gd name="connsiteY34" fmla="*/ 125258 h 234424"/>
                <a:gd name="connsiteX35" fmla="*/ 13445 w 180475"/>
                <a:gd name="connsiteY35" fmla="*/ 124620 h 234424"/>
                <a:gd name="connsiteX36" fmla="*/ 12806 w 180475"/>
                <a:gd name="connsiteY36" fmla="*/ 124620 h 234424"/>
                <a:gd name="connsiteX37" fmla="*/ 12806 w 180475"/>
                <a:gd name="connsiteY37" fmla="*/ 123343 h 234424"/>
                <a:gd name="connsiteX38" fmla="*/ 28142 w 180475"/>
                <a:gd name="connsiteY38" fmla="*/ 91423 h 234424"/>
                <a:gd name="connsiteX39" fmla="*/ 32614 w 180475"/>
                <a:gd name="connsiteY39" fmla="*/ 75463 h 234424"/>
                <a:gd name="connsiteX40" fmla="*/ 33254 w 180475"/>
                <a:gd name="connsiteY40" fmla="*/ 70356 h 234424"/>
                <a:gd name="connsiteX41" fmla="*/ 81178 w 180475"/>
                <a:gd name="connsiteY41" fmla="*/ 16730 h 234424"/>
                <a:gd name="connsiteX42" fmla="*/ 165525 w 180475"/>
                <a:gd name="connsiteY42" fmla="*/ 62057 h 234424"/>
                <a:gd name="connsiteX43" fmla="*/ 165525 w 180475"/>
                <a:gd name="connsiteY43" fmla="*/ 62695 h 234424"/>
                <a:gd name="connsiteX44" fmla="*/ 151467 w 180475"/>
                <a:gd name="connsiteY44" fmla="*/ 124620 h 234424"/>
                <a:gd name="connsiteX45" fmla="*/ 151467 w 180475"/>
                <a:gd name="connsiteY45" fmla="*/ 124620 h 234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80475" h="234424">
                  <a:moveTo>
                    <a:pt x="138687" y="9708"/>
                  </a:moveTo>
                  <a:cubicBezTo>
                    <a:pt x="119518" y="-506"/>
                    <a:pt x="97153" y="-3060"/>
                    <a:pt x="76705" y="3962"/>
                  </a:cubicBezTo>
                  <a:cubicBezTo>
                    <a:pt x="45394" y="14815"/>
                    <a:pt x="23030" y="39713"/>
                    <a:pt x="19835" y="68440"/>
                  </a:cubicBezTo>
                  <a:cubicBezTo>
                    <a:pt x="19835" y="70356"/>
                    <a:pt x="19196" y="72271"/>
                    <a:pt x="19196" y="74186"/>
                  </a:cubicBezTo>
                  <a:cubicBezTo>
                    <a:pt x="19196" y="78016"/>
                    <a:pt x="18557" y="81847"/>
                    <a:pt x="16640" y="85039"/>
                  </a:cubicBezTo>
                  <a:cubicBezTo>
                    <a:pt x="12806" y="91423"/>
                    <a:pt x="1304" y="117597"/>
                    <a:pt x="665" y="118874"/>
                  </a:cubicBezTo>
                  <a:lnTo>
                    <a:pt x="665" y="119512"/>
                  </a:lnTo>
                  <a:cubicBezTo>
                    <a:pt x="-613" y="123981"/>
                    <a:pt x="26" y="128450"/>
                    <a:pt x="1943" y="132280"/>
                  </a:cubicBezTo>
                  <a:cubicBezTo>
                    <a:pt x="4499" y="135472"/>
                    <a:pt x="8333" y="137388"/>
                    <a:pt x="12167" y="138026"/>
                  </a:cubicBezTo>
                  <a:cubicBezTo>
                    <a:pt x="14723" y="138026"/>
                    <a:pt x="17279" y="138664"/>
                    <a:pt x="19196" y="138664"/>
                  </a:cubicBezTo>
                  <a:lnTo>
                    <a:pt x="19196" y="158455"/>
                  </a:lnTo>
                  <a:cubicBezTo>
                    <a:pt x="19196" y="164200"/>
                    <a:pt x="20474" y="169308"/>
                    <a:pt x="24308" y="173776"/>
                  </a:cubicBezTo>
                  <a:cubicBezTo>
                    <a:pt x="28781" y="178884"/>
                    <a:pt x="35171" y="182075"/>
                    <a:pt x="42199" y="182075"/>
                  </a:cubicBezTo>
                  <a:cubicBezTo>
                    <a:pt x="49867" y="182714"/>
                    <a:pt x="55618" y="182714"/>
                    <a:pt x="59452" y="182714"/>
                  </a:cubicBezTo>
                  <a:lnTo>
                    <a:pt x="59452" y="228040"/>
                  </a:lnTo>
                  <a:cubicBezTo>
                    <a:pt x="59452" y="231870"/>
                    <a:pt x="62008" y="234424"/>
                    <a:pt x="65842" y="234424"/>
                  </a:cubicBezTo>
                  <a:lnTo>
                    <a:pt x="146355" y="234424"/>
                  </a:lnTo>
                  <a:cubicBezTo>
                    <a:pt x="150189" y="234424"/>
                    <a:pt x="152745" y="231870"/>
                    <a:pt x="152745" y="228040"/>
                  </a:cubicBezTo>
                  <a:lnTo>
                    <a:pt x="152745" y="153986"/>
                  </a:lnTo>
                  <a:cubicBezTo>
                    <a:pt x="154023" y="146964"/>
                    <a:pt x="156579" y="139941"/>
                    <a:pt x="161052" y="133557"/>
                  </a:cubicBezTo>
                  <a:cubicBezTo>
                    <a:pt x="178305" y="112490"/>
                    <a:pt x="184695" y="85039"/>
                    <a:pt x="177666" y="58865"/>
                  </a:cubicBezTo>
                  <a:cubicBezTo>
                    <a:pt x="172554" y="37159"/>
                    <a:pt x="158496" y="19922"/>
                    <a:pt x="138687" y="9708"/>
                  </a:cubicBezTo>
                  <a:close/>
                  <a:moveTo>
                    <a:pt x="151467" y="124620"/>
                  </a:moveTo>
                  <a:cubicBezTo>
                    <a:pt x="145716" y="132919"/>
                    <a:pt x="141882" y="141856"/>
                    <a:pt x="140605" y="151432"/>
                  </a:cubicBezTo>
                  <a:cubicBezTo>
                    <a:pt x="140605" y="152071"/>
                    <a:pt x="140605" y="152071"/>
                    <a:pt x="140605" y="152709"/>
                  </a:cubicBezTo>
                  <a:lnTo>
                    <a:pt x="140605" y="221018"/>
                  </a:lnTo>
                  <a:lnTo>
                    <a:pt x="72871" y="221018"/>
                  </a:lnTo>
                  <a:lnTo>
                    <a:pt x="72871" y="175692"/>
                  </a:lnTo>
                  <a:cubicBezTo>
                    <a:pt x="72871" y="173776"/>
                    <a:pt x="72232" y="172500"/>
                    <a:pt x="70954" y="171223"/>
                  </a:cubicBezTo>
                  <a:cubicBezTo>
                    <a:pt x="69676" y="169946"/>
                    <a:pt x="67759" y="169308"/>
                    <a:pt x="65842" y="169308"/>
                  </a:cubicBezTo>
                  <a:cubicBezTo>
                    <a:pt x="65842" y="169308"/>
                    <a:pt x="61369" y="169308"/>
                    <a:pt x="43477" y="168031"/>
                  </a:cubicBezTo>
                  <a:cubicBezTo>
                    <a:pt x="40282" y="168031"/>
                    <a:pt x="37088" y="166754"/>
                    <a:pt x="34532" y="164839"/>
                  </a:cubicBezTo>
                  <a:cubicBezTo>
                    <a:pt x="33254" y="162924"/>
                    <a:pt x="32614" y="161008"/>
                    <a:pt x="32614" y="158455"/>
                  </a:cubicBezTo>
                  <a:lnTo>
                    <a:pt x="32614" y="131642"/>
                  </a:lnTo>
                  <a:cubicBezTo>
                    <a:pt x="32614" y="127812"/>
                    <a:pt x="30059" y="125258"/>
                    <a:pt x="26225" y="125258"/>
                  </a:cubicBezTo>
                  <a:cubicBezTo>
                    <a:pt x="26225" y="125258"/>
                    <a:pt x="22391" y="125258"/>
                    <a:pt x="13445" y="124620"/>
                  </a:cubicBezTo>
                  <a:lnTo>
                    <a:pt x="12806" y="124620"/>
                  </a:lnTo>
                  <a:cubicBezTo>
                    <a:pt x="12806" y="123981"/>
                    <a:pt x="12806" y="123981"/>
                    <a:pt x="12806" y="123343"/>
                  </a:cubicBezTo>
                  <a:cubicBezTo>
                    <a:pt x="16001" y="115682"/>
                    <a:pt x="24947" y="96530"/>
                    <a:pt x="28142" y="91423"/>
                  </a:cubicBezTo>
                  <a:cubicBezTo>
                    <a:pt x="30698" y="86316"/>
                    <a:pt x="32614" y="81208"/>
                    <a:pt x="32614" y="75463"/>
                  </a:cubicBezTo>
                  <a:cubicBezTo>
                    <a:pt x="32614" y="74186"/>
                    <a:pt x="32614" y="72271"/>
                    <a:pt x="33254" y="70356"/>
                  </a:cubicBezTo>
                  <a:cubicBezTo>
                    <a:pt x="36448" y="43543"/>
                    <a:pt x="59452" y="24391"/>
                    <a:pt x="81178" y="16730"/>
                  </a:cubicBezTo>
                  <a:cubicBezTo>
                    <a:pt x="116962" y="5878"/>
                    <a:pt x="154662" y="25668"/>
                    <a:pt x="165525" y="62057"/>
                  </a:cubicBezTo>
                  <a:cubicBezTo>
                    <a:pt x="165525" y="62057"/>
                    <a:pt x="165525" y="62057"/>
                    <a:pt x="165525" y="62695"/>
                  </a:cubicBezTo>
                  <a:cubicBezTo>
                    <a:pt x="171276" y="83762"/>
                    <a:pt x="166164" y="106744"/>
                    <a:pt x="151467" y="124620"/>
                  </a:cubicBezTo>
                  <a:lnTo>
                    <a:pt x="151467" y="124620"/>
                  </a:lnTo>
                  <a:close/>
                </a:path>
              </a:pathLst>
            </a:custGeom>
            <a:solidFill>
              <a:srgbClr val="00A3E0"/>
            </a:solidFill>
            <a:ln w="6390" cap="flat">
              <a:noFill/>
              <a:prstDash val="solid"/>
              <a:miter/>
            </a:ln>
          </p:spPr>
          <p:txBody>
            <a:bodyPr rtlCol="0" anchor="ctr"/>
            <a:lstStyle/>
            <a:p>
              <a:endParaRPr lang="en-US"/>
            </a:p>
          </p:txBody>
        </p:sp>
        <p:sp>
          <p:nvSpPr>
            <p:cNvPr id="239" name="Graphic 4">
              <a:extLst>
                <a:ext uri="{FF2B5EF4-FFF2-40B4-BE49-F238E27FC236}">
                  <a16:creationId xmlns:a16="http://schemas.microsoft.com/office/drawing/2014/main" id="{A1D3581C-E2BE-0449-83DB-4E6ACD070659}"/>
                </a:ext>
              </a:extLst>
            </p:cNvPr>
            <p:cNvSpPr/>
            <p:nvPr/>
          </p:nvSpPr>
          <p:spPr>
            <a:xfrm>
              <a:off x="1645944" y="2943074"/>
              <a:ext cx="120234" cy="120225"/>
            </a:xfrm>
            <a:custGeom>
              <a:avLst/>
              <a:gdLst>
                <a:gd name="connsiteX0" fmla="*/ 110649 w 120234"/>
                <a:gd name="connsiteY0" fmla="*/ 56283 h 120225"/>
                <a:gd name="connsiteX1" fmla="*/ 120234 w 120234"/>
                <a:gd name="connsiteY1" fmla="*/ 56283 h 120225"/>
                <a:gd name="connsiteX2" fmla="*/ 56335 w 120234"/>
                <a:gd name="connsiteY2" fmla="*/ 103 h 120225"/>
                <a:gd name="connsiteX3" fmla="*/ 104 w 120234"/>
                <a:gd name="connsiteY3" fmla="*/ 63943 h 120225"/>
                <a:gd name="connsiteX4" fmla="*/ 64003 w 120234"/>
                <a:gd name="connsiteY4" fmla="*/ 120122 h 120225"/>
                <a:gd name="connsiteX5" fmla="*/ 120234 w 120234"/>
                <a:gd name="connsiteY5" fmla="*/ 63943 h 120225"/>
                <a:gd name="connsiteX6" fmla="*/ 110649 w 120234"/>
                <a:gd name="connsiteY6" fmla="*/ 63305 h 120225"/>
                <a:gd name="connsiteX7" fmla="*/ 55057 w 120234"/>
                <a:gd name="connsiteY7" fmla="*/ 108631 h 120225"/>
                <a:gd name="connsiteX8" fmla="*/ 28219 w 120234"/>
                <a:gd name="connsiteY8" fmla="*/ 97140 h 120225"/>
                <a:gd name="connsiteX9" fmla="*/ 31414 w 120234"/>
                <a:gd name="connsiteY9" fmla="*/ 93948 h 120225"/>
                <a:gd name="connsiteX10" fmla="*/ 56335 w 120234"/>
                <a:gd name="connsiteY10" fmla="*/ 104162 h 120225"/>
                <a:gd name="connsiteX11" fmla="*/ 56974 w 120234"/>
                <a:gd name="connsiteY11" fmla="*/ 94587 h 120225"/>
                <a:gd name="connsiteX12" fmla="*/ 23746 w 120234"/>
                <a:gd name="connsiteY12" fmla="*/ 61390 h 120225"/>
                <a:gd name="connsiteX13" fmla="*/ 14161 w 120234"/>
                <a:gd name="connsiteY13" fmla="*/ 62028 h 120225"/>
                <a:gd name="connsiteX14" fmla="*/ 24385 w 120234"/>
                <a:gd name="connsiteY14" fmla="*/ 86926 h 120225"/>
                <a:gd name="connsiteX15" fmla="*/ 21190 w 120234"/>
                <a:gd name="connsiteY15" fmla="*/ 90118 h 120225"/>
                <a:gd name="connsiteX16" fmla="*/ 27580 w 120234"/>
                <a:gd name="connsiteY16" fmla="*/ 19255 h 120225"/>
                <a:gd name="connsiteX17" fmla="*/ 55057 w 120234"/>
                <a:gd name="connsiteY17" fmla="*/ 7764 h 120225"/>
                <a:gd name="connsiteX18" fmla="*/ 55057 w 120234"/>
                <a:gd name="connsiteY18" fmla="*/ 12233 h 120225"/>
                <a:gd name="connsiteX19" fmla="*/ 14161 w 120234"/>
                <a:gd name="connsiteY19" fmla="*/ 53729 h 120225"/>
                <a:gd name="connsiteX20" fmla="*/ 23746 w 120234"/>
                <a:gd name="connsiteY20" fmla="*/ 54367 h 120225"/>
                <a:gd name="connsiteX21" fmla="*/ 62725 w 120234"/>
                <a:gd name="connsiteY21" fmla="*/ 21171 h 120225"/>
                <a:gd name="connsiteX22" fmla="*/ 95314 w 120234"/>
                <a:gd name="connsiteY22" fmla="*/ 52452 h 120225"/>
                <a:gd name="connsiteX23" fmla="*/ 90202 w 120234"/>
                <a:gd name="connsiteY23" fmla="*/ 52452 h 120225"/>
                <a:gd name="connsiteX24" fmla="*/ 63364 w 120234"/>
                <a:gd name="connsiteY24" fmla="*/ 26278 h 120225"/>
                <a:gd name="connsiteX25" fmla="*/ 62086 w 120234"/>
                <a:gd name="connsiteY25" fmla="*/ 35854 h 120225"/>
                <a:gd name="connsiteX26" fmla="*/ 80617 w 120234"/>
                <a:gd name="connsiteY26" fmla="*/ 60751 h 120225"/>
                <a:gd name="connsiteX27" fmla="*/ 55696 w 120234"/>
                <a:gd name="connsiteY27" fmla="*/ 79265 h 120225"/>
                <a:gd name="connsiteX28" fmla="*/ 37165 w 120234"/>
                <a:gd name="connsiteY28" fmla="*/ 54367 h 120225"/>
                <a:gd name="connsiteX29" fmla="*/ 55696 w 120234"/>
                <a:gd name="connsiteY29" fmla="*/ 35854 h 120225"/>
                <a:gd name="connsiteX30" fmla="*/ 54418 w 120234"/>
                <a:gd name="connsiteY30" fmla="*/ 26278 h 120225"/>
                <a:gd name="connsiteX31" fmla="*/ 26941 w 120234"/>
                <a:gd name="connsiteY31" fmla="*/ 61390 h 120225"/>
                <a:gd name="connsiteX32" fmla="*/ 62086 w 120234"/>
                <a:gd name="connsiteY32" fmla="*/ 88841 h 120225"/>
                <a:gd name="connsiteX33" fmla="*/ 88924 w 120234"/>
                <a:gd name="connsiteY33" fmla="*/ 62028 h 120225"/>
                <a:gd name="connsiteX34" fmla="*/ 93397 w 120234"/>
                <a:gd name="connsiteY34" fmla="*/ 62028 h 120225"/>
                <a:gd name="connsiteX35" fmla="*/ 60808 w 120234"/>
                <a:gd name="connsiteY35" fmla="*/ 93310 h 120225"/>
                <a:gd name="connsiteX36" fmla="*/ 61447 w 120234"/>
                <a:gd name="connsiteY36" fmla="*/ 102886 h 120225"/>
                <a:gd name="connsiteX37" fmla="*/ 102982 w 120234"/>
                <a:gd name="connsiteY37" fmla="*/ 53091 h 120225"/>
                <a:gd name="connsiteX38" fmla="*/ 62086 w 120234"/>
                <a:gd name="connsiteY38" fmla="*/ 11595 h 120225"/>
                <a:gd name="connsiteX39" fmla="*/ 62086 w 120234"/>
                <a:gd name="connsiteY39" fmla="*/ 7126 h 120225"/>
                <a:gd name="connsiteX40" fmla="*/ 110649 w 120234"/>
                <a:gd name="connsiteY40" fmla="*/ 56283 h 120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20234" h="120225">
                  <a:moveTo>
                    <a:pt x="110649" y="56283"/>
                  </a:moveTo>
                  <a:lnTo>
                    <a:pt x="120234" y="56283"/>
                  </a:lnTo>
                  <a:cubicBezTo>
                    <a:pt x="118317" y="23086"/>
                    <a:pt x="89563" y="-1812"/>
                    <a:pt x="56335" y="103"/>
                  </a:cubicBezTo>
                  <a:cubicBezTo>
                    <a:pt x="23107" y="2019"/>
                    <a:pt x="-1814" y="30747"/>
                    <a:pt x="104" y="63943"/>
                  </a:cubicBezTo>
                  <a:cubicBezTo>
                    <a:pt x="2020" y="97140"/>
                    <a:pt x="30775" y="122038"/>
                    <a:pt x="64003" y="120122"/>
                  </a:cubicBezTo>
                  <a:cubicBezTo>
                    <a:pt x="94036" y="118207"/>
                    <a:pt x="118317" y="93948"/>
                    <a:pt x="120234" y="63943"/>
                  </a:cubicBezTo>
                  <a:lnTo>
                    <a:pt x="110649" y="63305"/>
                  </a:lnTo>
                  <a:cubicBezTo>
                    <a:pt x="108093" y="90756"/>
                    <a:pt x="83173" y="111185"/>
                    <a:pt x="55057" y="108631"/>
                  </a:cubicBezTo>
                  <a:cubicBezTo>
                    <a:pt x="44833" y="107354"/>
                    <a:pt x="35887" y="103524"/>
                    <a:pt x="28219" y="97140"/>
                  </a:cubicBezTo>
                  <a:lnTo>
                    <a:pt x="31414" y="93948"/>
                  </a:lnTo>
                  <a:cubicBezTo>
                    <a:pt x="38443" y="99694"/>
                    <a:pt x="47389" y="102886"/>
                    <a:pt x="56335" y="104162"/>
                  </a:cubicBezTo>
                  <a:lnTo>
                    <a:pt x="56974" y="94587"/>
                  </a:lnTo>
                  <a:cubicBezTo>
                    <a:pt x="39082" y="93310"/>
                    <a:pt x="25663" y="79265"/>
                    <a:pt x="23746" y="61390"/>
                  </a:cubicBezTo>
                  <a:lnTo>
                    <a:pt x="14161" y="62028"/>
                  </a:lnTo>
                  <a:cubicBezTo>
                    <a:pt x="14800" y="70966"/>
                    <a:pt x="18634" y="79903"/>
                    <a:pt x="24385" y="86926"/>
                  </a:cubicBezTo>
                  <a:lnTo>
                    <a:pt x="21190" y="90118"/>
                  </a:lnTo>
                  <a:cubicBezTo>
                    <a:pt x="3299" y="68412"/>
                    <a:pt x="6494" y="37131"/>
                    <a:pt x="27580" y="19255"/>
                  </a:cubicBezTo>
                  <a:cubicBezTo>
                    <a:pt x="35248" y="12871"/>
                    <a:pt x="44833" y="9041"/>
                    <a:pt x="55057" y="7764"/>
                  </a:cubicBezTo>
                  <a:lnTo>
                    <a:pt x="55057" y="12233"/>
                  </a:lnTo>
                  <a:cubicBezTo>
                    <a:pt x="33331" y="14787"/>
                    <a:pt x="16078" y="32023"/>
                    <a:pt x="14161" y="53729"/>
                  </a:cubicBezTo>
                  <a:lnTo>
                    <a:pt x="23746" y="54367"/>
                  </a:lnTo>
                  <a:cubicBezTo>
                    <a:pt x="25663" y="34577"/>
                    <a:pt x="42916" y="19894"/>
                    <a:pt x="62725" y="21171"/>
                  </a:cubicBezTo>
                  <a:cubicBezTo>
                    <a:pt x="79978" y="22447"/>
                    <a:pt x="93397" y="35854"/>
                    <a:pt x="95314" y="52452"/>
                  </a:cubicBezTo>
                  <a:lnTo>
                    <a:pt x="90202" y="52452"/>
                  </a:lnTo>
                  <a:cubicBezTo>
                    <a:pt x="87646" y="39046"/>
                    <a:pt x="76783" y="28193"/>
                    <a:pt x="63364" y="26278"/>
                  </a:cubicBezTo>
                  <a:lnTo>
                    <a:pt x="62086" y="35854"/>
                  </a:lnTo>
                  <a:cubicBezTo>
                    <a:pt x="74227" y="37769"/>
                    <a:pt x="82534" y="48622"/>
                    <a:pt x="80617" y="60751"/>
                  </a:cubicBezTo>
                  <a:cubicBezTo>
                    <a:pt x="78700" y="72881"/>
                    <a:pt x="67837" y="81180"/>
                    <a:pt x="55696" y="79265"/>
                  </a:cubicBezTo>
                  <a:cubicBezTo>
                    <a:pt x="43555" y="77350"/>
                    <a:pt x="35248" y="66497"/>
                    <a:pt x="37165" y="54367"/>
                  </a:cubicBezTo>
                  <a:cubicBezTo>
                    <a:pt x="38443" y="44791"/>
                    <a:pt x="46111" y="37131"/>
                    <a:pt x="55696" y="35854"/>
                  </a:cubicBezTo>
                  <a:lnTo>
                    <a:pt x="54418" y="26278"/>
                  </a:lnTo>
                  <a:cubicBezTo>
                    <a:pt x="37165" y="28831"/>
                    <a:pt x="25024" y="44153"/>
                    <a:pt x="26941" y="61390"/>
                  </a:cubicBezTo>
                  <a:cubicBezTo>
                    <a:pt x="29497" y="78627"/>
                    <a:pt x="44833" y="90756"/>
                    <a:pt x="62086" y="88841"/>
                  </a:cubicBezTo>
                  <a:cubicBezTo>
                    <a:pt x="76144" y="86926"/>
                    <a:pt x="87007" y="76073"/>
                    <a:pt x="88924" y="62028"/>
                  </a:cubicBezTo>
                  <a:lnTo>
                    <a:pt x="93397" y="62028"/>
                  </a:lnTo>
                  <a:cubicBezTo>
                    <a:pt x="90841" y="78627"/>
                    <a:pt x="77422" y="92033"/>
                    <a:pt x="60808" y="93310"/>
                  </a:cubicBezTo>
                  <a:lnTo>
                    <a:pt x="61447" y="102886"/>
                  </a:lnTo>
                  <a:cubicBezTo>
                    <a:pt x="86368" y="100332"/>
                    <a:pt x="105538" y="78627"/>
                    <a:pt x="102982" y="53091"/>
                  </a:cubicBezTo>
                  <a:cubicBezTo>
                    <a:pt x="101064" y="31385"/>
                    <a:pt x="83812" y="14148"/>
                    <a:pt x="62086" y="11595"/>
                  </a:cubicBezTo>
                  <a:lnTo>
                    <a:pt x="62086" y="7126"/>
                  </a:lnTo>
                  <a:cubicBezTo>
                    <a:pt x="90202" y="9679"/>
                    <a:pt x="110010" y="30747"/>
                    <a:pt x="110649" y="56283"/>
                  </a:cubicBezTo>
                  <a:close/>
                </a:path>
              </a:pathLst>
            </a:custGeom>
            <a:solidFill>
              <a:srgbClr val="00A3E0"/>
            </a:solidFill>
            <a:ln w="6390" cap="flat">
              <a:noFill/>
              <a:prstDash val="solid"/>
              <a:miter/>
            </a:ln>
          </p:spPr>
          <p:txBody>
            <a:bodyPr rtlCol="0" anchor="ctr"/>
            <a:lstStyle/>
            <a:p>
              <a:endParaRPr lang="en-US"/>
            </a:p>
          </p:txBody>
        </p:sp>
        <p:sp>
          <p:nvSpPr>
            <p:cNvPr id="240" name="Graphic 4">
              <a:extLst>
                <a:ext uri="{FF2B5EF4-FFF2-40B4-BE49-F238E27FC236}">
                  <a16:creationId xmlns:a16="http://schemas.microsoft.com/office/drawing/2014/main" id="{C2FB3466-CD02-C741-AAC9-43AAEE052A37}"/>
                </a:ext>
              </a:extLst>
            </p:cNvPr>
            <p:cNvSpPr/>
            <p:nvPr/>
          </p:nvSpPr>
          <p:spPr>
            <a:xfrm>
              <a:off x="1692694" y="2987866"/>
              <a:ext cx="26837" cy="26812"/>
            </a:xfrm>
            <a:custGeom>
              <a:avLst/>
              <a:gdLst>
                <a:gd name="connsiteX0" fmla="*/ 13419 w 26837"/>
                <a:gd name="connsiteY0" fmla="*/ 26813 h 26812"/>
                <a:gd name="connsiteX1" fmla="*/ 26838 w 26837"/>
                <a:gd name="connsiteY1" fmla="*/ 13406 h 26812"/>
                <a:gd name="connsiteX2" fmla="*/ 13419 w 26837"/>
                <a:gd name="connsiteY2" fmla="*/ 0 h 26812"/>
                <a:gd name="connsiteX3" fmla="*/ 0 w 26837"/>
                <a:gd name="connsiteY3" fmla="*/ 13406 h 26812"/>
                <a:gd name="connsiteX4" fmla="*/ 0 w 26837"/>
                <a:gd name="connsiteY4" fmla="*/ 13406 h 26812"/>
                <a:gd name="connsiteX5" fmla="*/ 13419 w 26837"/>
                <a:gd name="connsiteY5" fmla="*/ 26813 h 26812"/>
                <a:gd name="connsiteX6" fmla="*/ 13419 w 26837"/>
                <a:gd name="connsiteY6" fmla="*/ 8938 h 26812"/>
                <a:gd name="connsiteX7" fmla="*/ 17253 w 26837"/>
                <a:gd name="connsiteY7" fmla="*/ 12768 h 26812"/>
                <a:gd name="connsiteX8" fmla="*/ 13419 w 26837"/>
                <a:gd name="connsiteY8" fmla="*/ 16598 h 26812"/>
                <a:gd name="connsiteX9" fmla="*/ 9585 w 26837"/>
                <a:gd name="connsiteY9" fmla="*/ 12768 h 26812"/>
                <a:gd name="connsiteX10" fmla="*/ 9585 w 26837"/>
                <a:gd name="connsiteY10" fmla="*/ 12768 h 26812"/>
                <a:gd name="connsiteX11" fmla="*/ 13419 w 26837"/>
                <a:gd name="connsiteY11" fmla="*/ 8938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37" h="26812">
                  <a:moveTo>
                    <a:pt x="13419" y="26813"/>
                  </a:moveTo>
                  <a:cubicBezTo>
                    <a:pt x="21087" y="26813"/>
                    <a:pt x="26838" y="20429"/>
                    <a:pt x="26838" y="13406"/>
                  </a:cubicBezTo>
                  <a:cubicBezTo>
                    <a:pt x="26838" y="5746"/>
                    <a:pt x="20448" y="0"/>
                    <a:pt x="13419" y="0"/>
                  </a:cubicBezTo>
                  <a:cubicBezTo>
                    <a:pt x="5751" y="0"/>
                    <a:pt x="0" y="6384"/>
                    <a:pt x="0" y="13406"/>
                  </a:cubicBezTo>
                  <a:lnTo>
                    <a:pt x="0" y="13406"/>
                  </a:lnTo>
                  <a:cubicBezTo>
                    <a:pt x="0" y="20429"/>
                    <a:pt x="5751" y="26813"/>
                    <a:pt x="13419" y="26813"/>
                  </a:cubicBezTo>
                  <a:close/>
                  <a:moveTo>
                    <a:pt x="13419" y="8938"/>
                  </a:moveTo>
                  <a:cubicBezTo>
                    <a:pt x="15975" y="8938"/>
                    <a:pt x="17253" y="10853"/>
                    <a:pt x="17253" y="12768"/>
                  </a:cubicBezTo>
                  <a:cubicBezTo>
                    <a:pt x="17253" y="15322"/>
                    <a:pt x="15336" y="16598"/>
                    <a:pt x="13419" y="16598"/>
                  </a:cubicBezTo>
                  <a:cubicBezTo>
                    <a:pt x="10863" y="16598"/>
                    <a:pt x="9585" y="14683"/>
                    <a:pt x="9585" y="12768"/>
                  </a:cubicBezTo>
                  <a:lnTo>
                    <a:pt x="9585" y="12768"/>
                  </a:lnTo>
                  <a:cubicBezTo>
                    <a:pt x="9585" y="10853"/>
                    <a:pt x="10863" y="8938"/>
                    <a:pt x="13419" y="8938"/>
                  </a:cubicBezTo>
                  <a:close/>
                </a:path>
              </a:pathLst>
            </a:custGeom>
            <a:solidFill>
              <a:srgbClr val="00A3E0"/>
            </a:solidFill>
            <a:ln w="6390" cap="flat">
              <a:noFill/>
              <a:prstDash val="solid"/>
              <a:miter/>
            </a:ln>
          </p:spPr>
          <p:txBody>
            <a:bodyPr rtlCol="0" anchor="ctr"/>
            <a:lstStyle/>
            <a:p>
              <a:endParaRPr lang="en-US"/>
            </a:p>
          </p:txBody>
        </p:sp>
      </p:grpSp>
      <p:grpSp>
        <p:nvGrpSpPr>
          <p:cNvPr id="241" name="Graphic 4">
            <a:extLst>
              <a:ext uri="{FF2B5EF4-FFF2-40B4-BE49-F238E27FC236}">
                <a16:creationId xmlns:a16="http://schemas.microsoft.com/office/drawing/2014/main" id="{09737904-8AF7-554E-AC0A-712905E53967}"/>
              </a:ext>
            </a:extLst>
          </p:cNvPr>
          <p:cNvGrpSpPr>
            <a:grpSpLocks noChangeAspect="1"/>
          </p:cNvGrpSpPr>
          <p:nvPr/>
        </p:nvGrpSpPr>
        <p:grpSpPr>
          <a:xfrm>
            <a:off x="2560447" y="2371173"/>
            <a:ext cx="362309" cy="361971"/>
            <a:chOff x="2560447" y="2371173"/>
            <a:chExt cx="362309" cy="361971"/>
          </a:xfrm>
          <a:solidFill>
            <a:srgbClr val="00A3E0"/>
          </a:solidFill>
        </p:grpSpPr>
        <p:sp>
          <p:nvSpPr>
            <p:cNvPr id="242" name="Graphic 4">
              <a:extLst>
                <a:ext uri="{FF2B5EF4-FFF2-40B4-BE49-F238E27FC236}">
                  <a16:creationId xmlns:a16="http://schemas.microsoft.com/office/drawing/2014/main" id="{1935E5FF-AC21-C34E-BF1F-DACE09E29FAE}"/>
                </a:ext>
              </a:extLst>
            </p:cNvPr>
            <p:cNvSpPr/>
            <p:nvPr/>
          </p:nvSpPr>
          <p:spPr>
            <a:xfrm>
              <a:off x="2560447"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243" name="Graphic 4">
              <a:extLst>
                <a:ext uri="{FF2B5EF4-FFF2-40B4-BE49-F238E27FC236}">
                  <a16:creationId xmlns:a16="http://schemas.microsoft.com/office/drawing/2014/main" id="{E3049BF4-2806-844C-9216-B315844455A2}"/>
                </a:ext>
              </a:extLst>
            </p:cNvPr>
            <p:cNvSpPr/>
            <p:nvPr/>
          </p:nvSpPr>
          <p:spPr>
            <a:xfrm>
              <a:off x="2652437" y="2437954"/>
              <a:ext cx="180475" cy="230073"/>
            </a:xfrm>
            <a:custGeom>
              <a:avLst/>
              <a:gdLst>
                <a:gd name="connsiteX0" fmla="*/ 132297 w 180475"/>
                <a:gd name="connsiteY0" fmla="*/ 2166 h 230073"/>
                <a:gd name="connsiteX1" fmla="*/ 124630 w 180475"/>
                <a:gd name="connsiteY1" fmla="*/ 4719 h 230073"/>
                <a:gd name="connsiteX2" fmla="*/ 100987 w 180475"/>
                <a:gd name="connsiteY2" fmla="*/ 39831 h 230073"/>
                <a:gd name="connsiteX3" fmla="*/ 100987 w 180475"/>
                <a:gd name="connsiteY3" fmla="*/ 46215 h 230073"/>
                <a:gd name="connsiteX4" fmla="*/ 106738 w 180475"/>
                <a:gd name="connsiteY4" fmla="*/ 49407 h 230073"/>
                <a:gd name="connsiteX5" fmla="*/ 126547 w 180475"/>
                <a:gd name="connsiteY5" fmla="*/ 49407 h 230073"/>
                <a:gd name="connsiteX6" fmla="*/ 85012 w 180475"/>
                <a:gd name="connsiteY6" fmla="*/ 111970 h 230073"/>
                <a:gd name="connsiteX7" fmla="*/ 90124 w 180475"/>
                <a:gd name="connsiteY7" fmla="*/ 76220 h 230073"/>
                <a:gd name="connsiteX8" fmla="*/ 84373 w 180475"/>
                <a:gd name="connsiteY8" fmla="*/ 69198 h 230073"/>
                <a:gd name="connsiteX9" fmla="*/ 83734 w 180475"/>
                <a:gd name="connsiteY9" fmla="*/ 69198 h 230073"/>
                <a:gd name="connsiteX10" fmla="*/ 64564 w 180475"/>
                <a:gd name="connsiteY10" fmla="*/ 69198 h 230073"/>
                <a:gd name="connsiteX11" fmla="*/ 82456 w 180475"/>
                <a:gd name="connsiteY11" fmla="*/ 7911 h 230073"/>
                <a:gd name="connsiteX12" fmla="*/ 80539 w 180475"/>
                <a:gd name="connsiteY12" fmla="*/ 1527 h 230073"/>
                <a:gd name="connsiteX13" fmla="*/ 74149 w 180475"/>
                <a:gd name="connsiteY13" fmla="*/ 250 h 230073"/>
                <a:gd name="connsiteX14" fmla="*/ 19835 w 180475"/>
                <a:gd name="connsiteY14" fmla="*/ 64090 h 230073"/>
                <a:gd name="connsiteX15" fmla="*/ 19196 w 180475"/>
                <a:gd name="connsiteY15" fmla="*/ 69836 h 230073"/>
                <a:gd name="connsiteX16" fmla="*/ 16640 w 180475"/>
                <a:gd name="connsiteY16" fmla="*/ 80689 h 230073"/>
                <a:gd name="connsiteX17" fmla="*/ 665 w 180475"/>
                <a:gd name="connsiteY17" fmla="*/ 114524 h 230073"/>
                <a:gd name="connsiteX18" fmla="*/ 665 w 180475"/>
                <a:gd name="connsiteY18" fmla="*/ 115162 h 230073"/>
                <a:gd name="connsiteX19" fmla="*/ 1943 w 180475"/>
                <a:gd name="connsiteY19" fmla="*/ 127930 h 230073"/>
                <a:gd name="connsiteX20" fmla="*/ 12167 w 180475"/>
                <a:gd name="connsiteY20" fmla="*/ 133676 h 230073"/>
                <a:gd name="connsiteX21" fmla="*/ 19196 w 180475"/>
                <a:gd name="connsiteY21" fmla="*/ 134314 h 230073"/>
                <a:gd name="connsiteX22" fmla="*/ 19196 w 180475"/>
                <a:gd name="connsiteY22" fmla="*/ 154104 h 230073"/>
                <a:gd name="connsiteX23" fmla="*/ 24308 w 180475"/>
                <a:gd name="connsiteY23" fmla="*/ 169426 h 230073"/>
                <a:gd name="connsiteX24" fmla="*/ 42200 w 180475"/>
                <a:gd name="connsiteY24" fmla="*/ 177725 h 230073"/>
                <a:gd name="connsiteX25" fmla="*/ 59452 w 180475"/>
                <a:gd name="connsiteY25" fmla="*/ 178364 h 230073"/>
                <a:gd name="connsiteX26" fmla="*/ 59452 w 180475"/>
                <a:gd name="connsiteY26" fmla="*/ 223690 h 230073"/>
                <a:gd name="connsiteX27" fmla="*/ 65842 w 180475"/>
                <a:gd name="connsiteY27" fmla="*/ 230074 h 230073"/>
                <a:gd name="connsiteX28" fmla="*/ 146355 w 180475"/>
                <a:gd name="connsiteY28" fmla="*/ 230074 h 230073"/>
                <a:gd name="connsiteX29" fmla="*/ 152745 w 180475"/>
                <a:gd name="connsiteY29" fmla="*/ 223690 h 230073"/>
                <a:gd name="connsiteX30" fmla="*/ 152745 w 180475"/>
                <a:gd name="connsiteY30" fmla="*/ 149636 h 230073"/>
                <a:gd name="connsiteX31" fmla="*/ 161052 w 180475"/>
                <a:gd name="connsiteY31" fmla="*/ 129207 h 230073"/>
                <a:gd name="connsiteX32" fmla="*/ 177666 w 180475"/>
                <a:gd name="connsiteY32" fmla="*/ 54514 h 230073"/>
                <a:gd name="connsiteX33" fmla="*/ 132297 w 180475"/>
                <a:gd name="connsiteY33" fmla="*/ 2166 h 230073"/>
                <a:gd name="connsiteX34" fmla="*/ 150189 w 180475"/>
                <a:gd name="connsiteY34" fmla="*/ 119631 h 230073"/>
                <a:gd name="connsiteX35" fmla="*/ 139326 w 180475"/>
                <a:gd name="connsiteY35" fmla="*/ 146444 h 230073"/>
                <a:gd name="connsiteX36" fmla="*/ 139326 w 180475"/>
                <a:gd name="connsiteY36" fmla="*/ 147720 h 230073"/>
                <a:gd name="connsiteX37" fmla="*/ 139326 w 180475"/>
                <a:gd name="connsiteY37" fmla="*/ 216029 h 230073"/>
                <a:gd name="connsiteX38" fmla="*/ 71593 w 180475"/>
                <a:gd name="connsiteY38" fmla="*/ 216029 h 230073"/>
                <a:gd name="connsiteX39" fmla="*/ 71593 w 180475"/>
                <a:gd name="connsiteY39" fmla="*/ 170703 h 230073"/>
                <a:gd name="connsiteX40" fmla="*/ 69676 w 180475"/>
                <a:gd name="connsiteY40" fmla="*/ 166234 h 230073"/>
                <a:gd name="connsiteX41" fmla="*/ 64564 w 180475"/>
                <a:gd name="connsiteY41" fmla="*/ 164319 h 230073"/>
                <a:gd name="connsiteX42" fmla="*/ 42200 w 180475"/>
                <a:gd name="connsiteY42" fmla="*/ 163680 h 230073"/>
                <a:gd name="connsiteX43" fmla="*/ 33253 w 180475"/>
                <a:gd name="connsiteY43" fmla="*/ 159850 h 230073"/>
                <a:gd name="connsiteX44" fmla="*/ 31337 w 180475"/>
                <a:gd name="connsiteY44" fmla="*/ 153466 h 230073"/>
                <a:gd name="connsiteX45" fmla="*/ 31337 w 180475"/>
                <a:gd name="connsiteY45" fmla="*/ 126653 h 230073"/>
                <a:gd name="connsiteX46" fmla="*/ 24947 w 180475"/>
                <a:gd name="connsiteY46" fmla="*/ 120269 h 230073"/>
                <a:gd name="connsiteX47" fmla="*/ 12167 w 180475"/>
                <a:gd name="connsiteY47" fmla="*/ 119631 h 230073"/>
                <a:gd name="connsiteX48" fmla="*/ 11528 w 180475"/>
                <a:gd name="connsiteY48" fmla="*/ 119631 h 230073"/>
                <a:gd name="connsiteX49" fmla="*/ 11528 w 180475"/>
                <a:gd name="connsiteY49" fmla="*/ 118354 h 230073"/>
                <a:gd name="connsiteX50" fmla="*/ 26864 w 180475"/>
                <a:gd name="connsiteY50" fmla="*/ 86434 h 230073"/>
                <a:gd name="connsiteX51" fmla="*/ 31337 w 180475"/>
                <a:gd name="connsiteY51" fmla="*/ 70474 h 230073"/>
                <a:gd name="connsiteX52" fmla="*/ 31976 w 180475"/>
                <a:gd name="connsiteY52" fmla="*/ 65367 h 230073"/>
                <a:gd name="connsiteX53" fmla="*/ 66481 w 180475"/>
                <a:gd name="connsiteY53" fmla="*/ 18126 h 230073"/>
                <a:gd name="connsiteX54" fmla="*/ 49867 w 180475"/>
                <a:gd name="connsiteY54" fmla="*/ 74305 h 230073"/>
                <a:gd name="connsiteX55" fmla="*/ 51145 w 180475"/>
                <a:gd name="connsiteY55" fmla="*/ 80050 h 230073"/>
                <a:gd name="connsiteX56" fmla="*/ 56257 w 180475"/>
                <a:gd name="connsiteY56" fmla="*/ 82604 h 230073"/>
                <a:gd name="connsiteX57" fmla="*/ 76066 w 180475"/>
                <a:gd name="connsiteY57" fmla="*/ 82604 h 230073"/>
                <a:gd name="connsiteX58" fmla="*/ 67759 w 180475"/>
                <a:gd name="connsiteY58" fmla="*/ 139421 h 230073"/>
                <a:gd name="connsiteX59" fmla="*/ 71593 w 180475"/>
                <a:gd name="connsiteY59" fmla="*/ 146444 h 230073"/>
                <a:gd name="connsiteX60" fmla="*/ 79261 w 180475"/>
                <a:gd name="connsiteY60" fmla="*/ 143890 h 230073"/>
                <a:gd name="connsiteX61" fmla="*/ 143160 w 180475"/>
                <a:gd name="connsiteY61" fmla="*/ 48130 h 230073"/>
                <a:gd name="connsiteX62" fmla="*/ 141244 w 180475"/>
                <a:gd name="connsiteY62" fmla="*/ 39193 h 230073"/>
                <a:gd name="connsiteX63" fmla="*/ 137410 w 180475"/>
                <a:gd name="connsiteY63" fmla="*/ 37916 h 230073"/>
                <a:gd name="connsiteX64" fmla="*/ 117601 w 180475"/>
                <a:gd name="connsiteY64" fmla="*/ 37916 h 230073"/>
                <a:gd name="connsiteX65" fmla="*/ 131659 w 180475"/>
                <a:gd name="connsiteY65" fmla="*/ 17487 h 230073"/>
                <a:gd name="connsiteX66" fmla="*/ 164247 w 180475"/>
                <a:gd name="connsiteY66" fmla="*/ 57706 h 230073"/>
                <a:gd name="connsiteX67" fmla="*/ 150189 w 180475"/>
                <a:gd name="connsiteY67" fmla="*/ 119631 h 230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80475" h="230073">
                  <a:moveTo>
                    <a:pt x="132297" y="2166"/>
                  </a:moveTo>
                  <a:cubicBezTo>
                    <a:pt x="129742" y="889"/>
                    <a:pt x="125908" y="2166"/>
                    <a:pt x="124630" y="4719"/>
                  </a:cubicBezTo>
                  <a:lnTo>
                    <a:pt x="100987" y="39831"/>
                  </a:lnTo>
                  <a:cubicBezTo>
                    <a:pt x="99709" y="41746"/>
                    <a:pt x="99709" y="44300"/>
                    <a:pt x="100987" y="46215"/>
                  </a:cubicBezTo>
                  <a:cubicBezTo>
                    <a:pt x="102265" y="48130"/>
                    <a:pt x="104182" y="49407"/>
                    <a:pt x="106738" y="49407"/>
                  </a:cubicBezTo>
                  <a:lnTo>
                    <a:pt x="126547" y="49407"/>
                  </a:lnTo>
                  <a:lnTo>
                    <a:pt x="85012" y="111970"/>
                  </a:lnTo>
                  <a:lnTo>
                    <a:pt x="90124" y="76220"/>
                  </a:lnTo>
                  <a:cubicBezTo>
                    <a:pt x="90763" y="73028"/>
                    <a:pt x="88207" y="69198"/>
                    <a:pt x="84373" y="69198"/>
                  </a:cubicBezTo>
                  <a:cubicBezTo>
                    <a:pt x="84373" y="69198"/>
                    <a:pt x="83734" y="69198"/>
                    <a:pt x="83734" y="69198"/>
                  </a:cubicBezTo>
                  <a:lnTo>
                    <a:pt x="64564" y="69198"/>
                  </a:lnTo>
                  <a:lnTo>
                    <a:pt x="82456" y="7911"/>
                  </a:lnTo>
                  <a:cubicBezTo>
                    <a:pt x="83095" y="5358"/>
                    <a:pt x="82456" y="3442"/>
                    <a:pt x="80539" y="1527"/>
                  </a:cubicBezTo>
                  <a:cubicBezTo>
                    <a:pt x="78622" y="250"/>
                    <a:pt x="76066" y="-388"/>
                    <a:pt x="74149" y="250"/>
                  </a:cubicBezTo>
                  <a:cubicBezTo>
                    <a:pt x="44116" y="11742"/>
                    <a:pt x="22391" y="36639"/>
                    <a:pt x="19835" y="64090"/>
                  </a:cubicBezTo>
                  <a:cubicBezTo>
                    <a:pt x="19835" y="66006"/>
                    <a:pt x="19196" y="67921"/>
                    <a:pt x="19196" y="69836"/>
                  </a:cubicBezTo>
                  <a:cubicBezTo>
                    <a:pt x="19196" y="73666"/>
                    <a:pt x="18557" y="77497"/>
                    <a:pt x="16640" y="80689"/>
                  </a:cubicBezTo>
                  <a:cubicBezTo>
                    <a:pt x="12806" y="87073"/>
                    <a:pt x="1304" y="113247"/>
                    <a:pt x="665" y="114524"/>
                  </a:cubicBezTo>
                  <a:cubicBezTo>
                    <a:pt x="26" y="115801"/>
                    <a:pt x="665" y="115162"/>
                    <a:pt x="665" y="115162"/>
                  </a:cubicBezTo>
                  <a:cubicBezTo>
                    <a:pt x="-613" y="119631"/>
                    <a:pt x="26" y="124100"/>
                    <a:pt x="1943" y="127930"/>
                  </a:cubicBezTo>
                  <a:cubicBezTo>
                    <a:pt x="4499" y="131122"/>
                    <a:pt x="8333" y="133037"/>
                    <a:pt x="12167" y="133676"/>
                  </a:cubicBezTo>
                  <a:lnTo>
                    <a:pt x="19196" y="134314"/>
                  </a:lnTo>
                  <a:lnTo>
                    <a:pt x="19196" y="154104"/>
                  </a:lnTo>
                  <a:cubicBezTo>
                    <a:pt x="19196" y="159850"/>
                    <a:pt x="20474" y="164957"/>
                    <a:pt x="24308" y="169426"/>
                  </a:cubicBezTo>
                  <a:cubicBezTo>
                    <a:pt x="28781" y="174533"/>
                    <a:pt x="35171" y="177725"/>
                    <a:pt x="42200" y="177725"/>
                  </a:cubicBezTo>
                  <a:cubicBezTo>
                    <a:pt x="49867" y="178364"/>
                    <a:pt x="55618" y="178364"/>
                    <a:pt x="59452" y="178364"/>
                  </a:cubicBezTo>
                  <a:lnTo>
                    <a:pt x="59452" y="223690"/>
                  </a:lnTo>
                  <a:cubicBezTo>
                    <a:pt x="59452" y="227520"/>
                    <a:pt x="62008" y="230074"/>
                    <a:pt x="65842" y="230074"/>
                  </a:cubicBezTo>
                  <a:lnTo>
                    <a:pt x="146355" y="230074"/>
                  </a:lnTo>
                  <a:cubicBezTo>
                    <a:pt x="150189" y="230074"/>
                    <a:pt x="152745" y="227520"/>
                    <a:pt x="152745" y="223690"/>
                  </a:cubicBezTo>
                  <a:lnTo>
                    <a:pt x="152745" y="149636"/>
                  </a:lnTo>
                  <a:cubicBezTo>
                    <a:pt x="154023" y="142613"/>
                    <a:pt x="156579" y="135591"/>
                    <a:pt x="161052" y="129207"/>
                  </a:cubicBezTo>
                  <a:cubicBezTo>
                    <a:pt x="178305" y="108140"/>
                    <a:pt x="184695" y="80689"/>
                    <a:pt x="177666" y="54514"/>
                  </a:cubicBezTo>
                  <a:cubicBezTo>
                    <a:pt x="170637" y="30255"/>
                    <a:pt x="154023" y="11742"/>
                    <a:pt x="132297" y="2166"/>
                  </a:cubicBezTo>
                  <a:close/>
                  <a:moveTo>
                    <a:pt x="150189" y="119631"/>
                  </a:moveTo>
                  <a:cubicBezTo>
                    <a:pt x="144439" y="127930"/>
                    <a:pt x="140605" y="136868"/>
                    <a:pt x="139326" y="146444"/>
                  </a:cubicBezTo>
                  <a:cubicBezTo>
                    <a:pt x="139326" y="147082"/>
                    <a:pt x="139326" y="147082"/>
                    <a:pt x="139326" y="147720"/>
                  </a:cubicBezTo>
                  <a:lnTo>
                    <a:pt x="139326" y="216029"/>
                  </a:lnTo>
                  <a:lnTo>
                    <a:pt x="71593" y="216029"/>
                  </a:lnTo>
                  <a:lnTo>
                    <a:pt x="71593" y="170703"/>
                  </a:lnTo>
                  <a:cubicBezTo>
                    <a:pt x="71593" y="168788"/>
                    <a:pt x="70954" y="167511"/>
                    <a:pt x="69676" y="166234"/>
                  </a:cubicBezTo>
                  <a:cubicBezTo>
                    <a:pt x="68398" y="164957"/>
                    <a:pt x="66481" y="164319"/>
                    <a:pt x="64564" y="164319"/>
                  </a:cubicBezTo>
                  <a:cubicBezTo>
                    <a:pt x="56896" y="164319"/>
                    <a:pt x="49867" y="164319"/>
                    <a:pt x="42200" y="163680"/>
                  </a:cubicBezTo>
                  <a:cubicBezTo>
                    <a:pt x="39005" y="163680"/>
                    <a:pt x="35810" y="162404"/>
                    <a:pt x="33253" y="159850"/>
                  </a:cubicBezTo>
                  <a:cubicBezTo>
                    <a:pt x="31976" y="157935"/>
                    <a:pt x="31337" y="156020"/>
                    <a:pt x="31337" y="153466"/>
                  </a:cubicBezTo>
                  <a:lnTo>
                    <a:pt x="31337" y="126653"/>
                  </a:lnTo>
                  <a:cubicBezTo>
                    <a:pt x="31337" y="122823"/>
                    <a:pt x="28781" y="120269"/>
                    <a:pt x="24947" y="120269"/>
                  </a:cubicBezTo>
                  <a:cubicBezTo>
                    <a:pt x="24947" y="120269"/>
                    <a:pt x="21113" y="120269"/>
                    <a:pt x="12167" y="119631"/>
                  </a:cubicBezTo>
                  <a:lnTo>
                    <a:pt x="11528" y="119631"/>
                  </a:lnTo>
                  <a:cubicBezTo>
                    <a:pt x="11528" y="118992"/>
                    <a:pt x="11528" y="118354"/>
                    <a:pt x="11528" y="118354"/>
                  </a:cubicBezTo>
                  <a:cubicBezTo>
                    <a:pt x="14723" y="110693"/>
                    <a:pt x="23669" y="91541"/>
                    <a:pt x="26864" y="86434"/>
                  </a:cubicBezTo>
                  <a:cubicBezTo>
                    <a:pt x="29420" y="81327"/>
                    <a:pt x="31337" y="76220"/>
                    <a:pt x="31337" y="70474"/>
                  </a:cubicBezTo>
                  <a:cubicBezTo>
                    <a:pt x="31337" y="69198"/>
                    <a:pt x="31337" y="67282"/>
                    <a:pt x="31976" y="65367"/>
                  </a:cubicBezTo>
                  <a:cubicBezTo>
                    <a:pt x="35171" y="44938"/>
                    <a:pt x="47950" y="27702"/>
                    <a:pt x="66481" y="18126"/>
                  </a:cubicBezTo>
                  <a:lnTo>
                    <a:pt x="49867" y="74305"/>
                  </a:lnTo>
                  <a:cubicBezTo>
                    <a:pt x="49228" y="76220"/>
                    <a:pt x="49867" y="78135"/>
                    <a:pt x="51145" y="80050"/>
                  </a:cubicBezTo>
                  <a:cubicBezTo>
                    <a:pt x="52423" y="81965"/>
                    <a:pt x="54340" y="82604"/>
                    <a:pt x="56257" y="82604"/>
                  </a:cubicBezTo>
                  <a:lnTo>
                    <a:pt x="76066" y="82604"/>
                  </a:lnTo>
                  <a:lnTo>
                    <a:pt x="67759" y="139421"/>
                  </a:lnTo>
                  <a:cubicBezTo>
                    <a:pt x="67120" y="142613"/>
                    <a:pt x="69037" y="145167"/>
                    <a:pt x="71593" y="146444"/>
                  </a:cubicBezTo>
                  <a:cubicBezTo>
                    <a:pt x="74149" y="147720"/>
                    <a:pt x="77344" y="146444"/>
                    <a:pt x="79261" y="143890"/>
                  </a:cubicBezTo>
                  <a:lnTo>
                    <a:pt x="143160" y="48130"/>
                  </a:lnTo>
                  <a:cubicBezTo>
                    <a:pt x="145077" y="44938"/>
                    <a:pt x="144439" y="41108"/>
                    <a:pt x="141244" y="39193"/>
                  </a:cubicBezTo>
                  <a:cubicBezTo>
                    <a:pt x="139965" y="38554"/>
                    <a:pt x="138687" y="37916"/>
                    <a:pt x="137410" y="37916"/>
                  </a:cubicBezTo>
                  <a:lnTo>
                    <a:pt x="117601" y="37916"/>
                  </a:lnTo>
                  <a:lnTo>
                    <a:pt x="131659" y="17487"/>
                  </a:lnTo>
                  <a:cubicBezTo>
                    <a:pt x="147633" y="25786"/>
                    <a:pt x="159774" y="40470"/>
                    <a:pt x="164247" y="57706"/>
                  </a:cubicBezTo>
                  <a:cubicBezTo>
                    <a:pt x="169998" y="78773"/>
                    <a:pt x="164247" y="101756"/>
                    <a:pt x="150189" y="119631"/>
                  </a:cubicBezTo>
                  <a:close/>
                </a:path>
              </a:pathLst>
            </a:custGeom>
            <a:solidFill>
              <a:srgbClr val="00A3E0"/>
            </a:solidFill>
            <a:ln w="6390" cap="flat">
              <a:noFill/>
              <a:prstDash val="solid"/>
              <a:miter/>
            </a:ln>
          </p:spPr>
          <p:txBody>
            <a:bodyPr rtlCol="0" anchor="ctr"/>
            <a:lstStyle/>
            <a:p>
              <a:endParaRPr lang="en-US"/>
            </a:p>
          </p:txBody>
        </p:sp>
      </p:grpSp>
      <p:grpSp>
        <p:nvGrpSpPr>
          <p:cNvPr id="244" name="Graphic 4">
            <a:extLst>
              <a:ext uri="{FF2B5EF4-FFF2-40B4-BE49-F238E27FC236}">
                <a16:creationId xmlns:a16="http://schemas.microsoft.com/office/drawing/2014/main" id="{5AFD3D63-BE19-354C-A629-35AD39F8A3C2}"/>
              </a:ext>
            </a:extLst>
          </p:cNvPr>
          <p:cNvGrpSpPr>
            <a:grpSpLocks noChangeAspect="1"/>
          </p:cNvGrpSpPr>
          <p:nvPr/>
        </p:nvGrpSpPr>
        <p:grpSpPr>
          <a:xfrm>
            <a:off x="1515054" y="4793256"/>
            <a:ext cx="362309" cy="361971"/>
            <a:chOff x="1515054" y="4793256"/>
            <a:chExt cx="362309" cy="361971"/>
          </a:xfrm>
          <a:solidFill>
            <a:srgbClr val="00A3E0"/>
          </a:solidFill>
        </p:grpSpPr>
        <p:sp>
          <p:nvSpPr>
            <p:cNvPr id="245" name="Graphic 4">
              <a:extLst>
                <a:ext uri="{FF2B5EF4-FFF2-40B4-BE49-F238E27FC236}">
                  <a16:creationId xmlns:a16="http://schemas.microsoft.com/office/drawing/2014/main" id="{6E3D073E-0468-224A-BC37-3634D2695D5C}"/>
                </a:ext>
              </a:extLst>
            </p:cNvPr>
            <p:cNvSpPr/>
            <p:nvPr/>
          </p:nvSpPr>
          <p:spPr>
            <a:xfrm>
              <a:off x="1515054" y="4793256"/>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0 h 361971"/>
                <a:gd name="connsiteX7" fmla="*/ 180835 w 362309"/>
                <a:gd name="connsiteY7" fmla="*/ 348565 h 361971"/>
                <a:gd name="connsiteX8" fmla="*/ 12780 w 362309"/>
                <a:gd name="connsiteY8" fmla="*/ 180028 h 361971"/>
                <a:gd name="connsiteX9" fmla="*/ 180835 w 362309"/>
                <a:gd name="connsiteY9" fmla="*/ 12129 h 361971"/>
                <a:gd name="connsiteX10" fmla="*/ 349529 w 362309"/>
                <a:gd name="connsiteY10" fmla="*/ 180667 h 361971"/>
                <a:gd name="connsiteX11" fmla="*/ 349529 w 362309"/>
                <a:gd name="connsiteY11" fmla="*/ 180667 h 361971"/>
                <a:gd name="connsiteX12" fmla="*/ 180835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0438"/>
                    <a:pt x="281157" y="0"/>
                    <a:pt x="180835" y="0"/>
                  </a:cubicBezTo>
                  <a:cubicBezTo>
                    <a:pt x="180835" y="0"/>
                    <a:pt x="180835" y="0"/>
                    <a:pt x="180835" y="0"/>
                  </a:cubicBezTo>
                  <a:close/>
                  <a:moveTo>
                    <a:pt x="180835" y="348565"/>
                  </a:moveTo>
                  <a:cubicBezTo>
                    <a:pt x="87542" y="348565"/>
                    <a:pt x="12780" y="273234"/>
                    <a:pt x="12780" y="180028"/>
                  </a:cubicBezTo>
                  <a:cubicBezTo>
                    <a:pt x="12780" y="86822"/>
                    <a:pt x="88181" y="12129"/>
                    <a:pt x="180835" y="12129"/>
                  </a:cubicBezTo>
                  <a:cubicBezTo>
                    <a:pt x="274128" y="12129"/>
                    <a:pt x="349529" y="87461"/>
                    <a:pt x="349529" y="180667"/>
                  </a:cubicBezTo>
                  <a:lnTo>
                    <a:pt x="349529" y="180667"/>
                  </a:lnTo>
                  <a:cubicBezTo>
                    <a:pt x="348891" y="273234"/>
                    <a:pt x="273489" y="348565"/>
                    <a:pt x="180835" y="348565"/>
                  </a:cubicBezTo>
                  <a:close/>
                </a:path>
              </a:pathLst>
            </a:custGeom>
            <a:solidFill>
              <a:srgbClr val="00A3E0"/>
            </a:solidFill>
            <a:ln w="6390" cap="flat">
              <a:noFill/>
              <a:prstDash val="solid"/>
              <a:miter/>
            </a:ln>
          </p:spPr>
          <p:txBody>
            <a:bodyPr rtlCol="0" anchor="ctr"/>
            <a:lstStyle/>
            <a:p>
              <a:endParaRPr lang="en-US"/>
            </a:p>
          </p:txBody>
        </p:sp>
        <p:sp>
          <p:nvSpPr>
            <p:cNvPr id="246" name="Graphic 4">
              <a:extLst>
                <a:ext uri="{FF2B5EF4-FFF2-40B4-BE49-F238E27FC236}">
                  <a16:creationId xmlns:a16="http://schemas.microsoft.com/office/drawing/2014/main" id="{DFE4F053-BB6A-2E4A-91C7-499977B9E335}"/>
                </a:ext>
              </a:extLst>
            </p:cNvPr>
            <p:cNvSpPr/>
            <p:nvPr/>
          </p:nvSpPr>
          <p:spPr>
            <a:xfrm>
              <a:off x="1706774" y="4874494"/>
              <a:ext cx="64955" cy="31120"/>
            </a:xfrm>
            <a:custGeom>
              <a:avLst/>
              <a:gdLst>
                <a:gd name="connsiteX0" fmla="*/ 43430 w 64955"/>
                <a:gd name="connsiteY0" fmla="*/ 3669 h 31120"/>
                <a:gd name="connsiteX1" fmla="*/ 3173 w 64955"/>
                <a:gd name="connsiteY1" fmla="*/ 5584 h 31120"/>
                <a:gd name="connsiteX2" fmla="*/ 617 w 64955"/>
                <a:gd name="connsiteY2" fmla="*/ 14522 h 31120"/>
                <a:gd name="connsiteX3" fmla="*/ 9563 w 64955"/>
                <a:gd name="connsiteY3" fmla="*/ 17076 h 31120"/>
                <a:gd name="connsiteX4" fmla="*/ 38957 w 64955"/>
                <a:gd name="connsiteY4" fmla="*/ 15799 h 31120"/>
                <a:gd name="connsiteX5" fmla="*/ 53654 w 64955"/>
                <a:gd name="connsiteY5" fmla="*/ 27928 h 31120"/>
                <a:gd name="connsiteX6" fmla="*/ 58765 w 64955"/>
                <a:gd name="connsiteY6" fmla="*/ 31120 h 31120"/>
                <a:gd name="connsiteX7" fmla="*/ 61960 w 64955"/>
                <a:gd name="connsiteY7" fmla="*/ 29843 h 31120"/>
                <a:gd name="connsiteX8" fmla="*/ 63877 w 64955"/>
                <a:gd name="connsiteY8" fmla="*/ 20906 h 31120"/>
                <a:gd name="connsiteX9" fmla="*/ 43430 w 64955"/>
                <a:gd name="connsiteY9" fmla="*/ 3669 h 3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955" h="31120">
                  <a:moveTo>
                    <a:pt x="43430" y="3669"/>
                  </a:moveTo>
                  <a:cubicBezTo>
                    <a:pt x="30650" y="-2076"/>
                    <a:pt x="15314" y="-800"/>
                    <a:pt x="3173" y="5584"/>
                  </a:cubicBezTo>
                  <a:cubicBezTo>
                    <a:pt x="-22" y="7500"/>
                    <a:pt x="-661" y="11330"/>
                    <a:pt x="617" y="14522"/>
                  </a:cubicBezTo>
                  <a:cubicBezTo>
                    <a:pt x="1895" y="17714"/>
                    <a:pt x="6368" y="18352"/>
                    <a:pt x="9563" y="17076"/>
                  </a:cubicBezTo>
                  <a:cubicBezTo>
                    <a:pt x="18509" y="11968"/>
                    <a:pt x="29372" y="11330"/>
                    <a:pt x="38957" y="15799"/>
                  </a:cubicBezTo>
                  <a:cubicBezTo>
                    <a:pt x="45347" y="18352"/>
                    <a:pt x="50459" y="22821"/>
                    <a:pt x="53654" y="27928"/>
                  </a:cubicBezTo>
                  <a:cubicBezTo>
                    <a:pt x="54932" y="29843"/>
                    <a:pt x="56849" y="31120"/>
                    <a:pt x="58765" y="31120"/>
                  </a:cubicBezTo>
                  <a:cubicBezTo>
                    <a:pt x="60043" y="31120"/>
                    <a:pt x="61322" y="30482"/>
                    <a:pt x="61960" y="29843"/>
                  </a:cubicBezTo>
                  <a:cubicBezTo>
                    <a:pt x="65155" y="27928"/>
                    <a:pt x="65794" y="24098"/>
                    <a:pt x="63877" y="20906"/>
                  </a:cubicBezTo>
                  <a:cubicBezTo>
                    <a:pt x="58765" y="13245"/>
                    <a:pt x="51737" y="6861"/>
                    <a:pt x="43430" y="3669"/>
                  </a:cubicBezTo>
                  <a:close/>
                </a:path>
              </a:pathLst>
            </a:custGeom>
            <a:solidFill>
              <a:srgbClr val="00A3E0"/>
            </a:solidFill>
            <a:ln w="6390" cap="flat">
              <a:noFill/>
              <a:prstDash val="solid"/>
              <a:miter/>
            </a:ln>
          </p:spPr>
          <p:txBody>
            <a:bodyPr rtlCol="0" anchor="ctr"/>
            <a:lstStyle/>
            <a:p>
              <a:endParaRPr lang="en-US"/>
            </a:p>
          </p:txBody>
        </p:sp>
        <p:sp>
          <p:nvSpPr>
            <p:cNvPr id="247" name="Graphic 4">
              <a:extLst>
                <a:ext uri="{FF2B5EF4-FFF2-40B4-BE49-F238E27FC236}">
                  <a16:creationId xmlns:a16="http://schemas.microsoft.com/office/drawing/2014/main" id="{FEEA8777-6FFA-F845-947B-D44158975268}"/>
                </a:ext>
              </a:extLst>
            </p:cNvPr>
            <p:cNvSpPr/>
            <p:nvPr/>
          </p:nvSpPr>
          <p:spPr>
            <a:xfrm>
              <a:off x="1696266" y="4849837"/>
              <a:ext cx="94633" cy="41093"/>
            </a:xfrm>
            <a:custGeom>
              <a:avLst/>
              <a:gdLst>
                <a:gd name="connsiteX0" fmla="*/ 9847 w 94633"/>
                <a:gd name="connsiteY0" fmla="*/ 20027 h 41093"/>
                <a:gd name="connsiteX1" fmla="*/ 83331 w 94633"/>
                <a:gd name="connsiteY1" fmla="*/ 37902 h 41093"/>
                <a:gd name="connsiteX2" fmla="*/ 88443 w 94633"/>
                <a:gd name="connsiteY2" fmla="*/ 41094 h 41093"/>
                <a:gd name="connsiteX3" fmla="*/ 91638 w 94633"/>
                <a:gd name="connsiteY3" fmla="*/ 39817 h 41093"/>
                <a:gd name="connsiteX4" fmla="*/ 93555 w 94633"/>
                <a:gd name="connsiteY4" fmla="*/ 30880 h 41093"/>
                <a:gd name="connsiteX5" fmla="*/ 3457 w 94633"/>
                <a:gd name="connsiteY5" fmla="*/ 8536 h 41093"/>
                <a:gd name="connsiteX6" fmla="*/ 901 w 94633"/>
                <a:gd name="connsiteY6" fmla="*/ 17473 h 41093"/>
                <a:gd name="connsiteX7" fmla="*/ 901 w 94633"/>
                <a:gd name="connsiteY7" fmla="*/ 17473 h 41093"/>
                <a:gd name="connsiteX8" fmla="*/ 9847 w 94633"/>
                <a:gd name="connsiteY8" fmla="*/ 20027 h 41093"/>
                <a:gd name="connsiteX9" fmla="*/ 9847 w 94633"/>
                <a:gd name="connsiteY9" fmla="*/ 20027 h 41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633" h="41093">
                  <a:moveTo>
                    <a:pt x="9847" y="20027"/>
                  </a:moveTo>
                  <a:cubicBezTo>
                    <a:pt x="35406" y="5982"/>
                    <a:pt x="67356" y="13643"/>
                    <a:pt x="83331" y="37902"/>
                  </a:cubicBezTo>
                  <a:cubicBezTo>
                    <a:pt x="84609" y="39817"/>
                    <a:pt x="86526" y="41094"/>
                    <a:pt x="88443" y="41094"/>
                  </a:cubicBezTo>
                  <a:cubicBezTo>
                    <a:pt x="89721" y="41094"/>
                    <a:pt x="90999" y="40456"/>
                    <a:pt x="91638" y="39817"/>
                  </a:cubicBezTo>
                  <a:cubicBezTo>
                    <a:pt x="94833" y="37902"/>
                    <a:pt x="95472" y="34072"/>
                    <a:pt x="93555" y="30880"/>
                  </a:cubicBezTo>
                  <a:cubicBezTo>
                    <a:pt x="73746" y="875"/>
                    <a:pt x="34767" y="-8701"/>
                    <a:pt x="3457" y="8536"/>
                  </a:cubicBezTo>
                  <a:cubicBezTo>
                    <a:pt x="262" y="10451"/>
                    <a:pt x="-1016" y="14281"/>
                    <a:pt x="901" y="17473"/>
                  </a:cubicBezTo>
                  <a:cubicBezTo>
                    <a:pt x="901" y="17473"/>
                    <a:pt x="901" y="17473"/>
                    <a:pt x="901" y="17473"/>
                  </a:cubicBezTo>
                  <a:cubicBezTo>
                    <a:pt x="2818" y="20665"/>
                    <a:pt x="6652" y="21304"/>
                    <a:pt x="9847" y="20027"/>
                  </a:cubicBezTo>
                  <a:cubicBezTo>
                    <a:pt x="9847" y="20027"/>
                    <a:pt x="9847" y="20027"/>
                    <a:pt x="9847" y="20027"/>
                  </a:cubicBezTo>
                  <a:close/>
                </a:path>
              </a:pathLst>
            </a:custGeom>
            <a:solidFill>
              <a:srgbClr val="00A3E0"/>
            </a:solidFill>
            <a:ln w="6390" cap="flat">
              <a:noFill/>
              <a:prstDash val="solid"/>
              <a:miter/>
            </a:ln>
          </p:spPr>
          <p:txBody>
            <a:bodyPr rtlCol="0" anchor="ctr"/>
            <a:lstStyle/>
            <a:p>
              <a:endParaRPr lang="en-US"/>
            </a:p>
          </p:txBody>
        </p:sp>
        <p:sp>
          <p:nvSpPr>
            <p:cNvPr id="248" name="Graphic 4">
              <a:extLst>
                <a:ext uri="{FF2B5EF4-FFF2-40B4-BE49-F238E27FC236}">
                  <a16:creationId xmlns:a16="http://schemas.microsoft.com/office/drawing/2014/main" id="{45860B75-BC64-D84C-8535-780A3F2D76C7}"/>
                </a:ext>
              </a:extLst>
            </p:cNvPr>
            <p:cNvSpPr/>
            <p:nvPr/>
          </p:nvSpPr>
          <p:spPr>
            <a:xfrm>
              <a:off x="1602037" y="4994990"/>
              <a:ext cx="30591" cy="65116"/>
            </a:xfrm>
            <a:custGeom>
              <a:avLst/>
              <a:gdLst>
                <a:gd name="connsiteX0" fmla="*/ 12700 w 30591"/>
                <a:gd name="connsiteY0" fmla="*/ 28090 h 65116"/>
                <a:gd name="connsiteX1" fmla="*/ 17173 w 30591"/>
                <a:gd name="connsiteY1" fmla="*/ 8938 h 65116"/>
                <a:gd name="connsiteX2" fmla="*/ 14617 w 30591"/>
                <a:gd name="connsiteY2" fmla="*/ 638 h 65116"/>
                <a:gd name="connsiteX3" fmla="*/ 6310 w 30591"/>
                <a:gd name="connsiteY3" fmla="*/ 2554 h 65116"/>
                <a:gd name="connsiteX4" fmla="*/ 20367 w 30591"/>
                <a:gd name="connsiteY4" fmla="*/ 63840 h 65116"/>
                <a:gd name="connsiteX5" fmla="*/ 24201 w 30591"/>
                <a:gd name="connsiteY5" fmla="*/ 65117 h 65116"/>
                <a:gd name="connsiteX6" fmla="*/ 30591 w 30591"/>
                <a:gd name="connsiteY6" fmla="*/ 58733 h 65116"/>
                <a:gd name="connsiteX7" fmla="*/ 28035 w 30591"/>
                <a:gd name="connsiteY7" fmla="*/ 53625 h 65116"/>
                <a:gd name="connsiteX8" fmla="*/ 12700 w 30591"/>
                <a:gd name="connsiteY8" fmla="*/ 28090 h 65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591" h="65116">
                  <a:moveTo>
                    <a:pt x="12700" y="28090"/>
                  </a:moveTo>
                  <a:cubicBezTo>
                    <a:pt x="12061" y="21706"/>
                    <a:pt x="13978" y="14683"/>
                    <a:pt x="17173" y="8938"/>
                  </a:cubicBezTo>
                  <a:cubicBezTo>
                    <a:pt x="19090" y="5746"/>
                    <a:pt x="17812" y="1915"/>
                    <a:pt x="14617" y="638"/>
                  </a:cubicBezTo>
                  <a:cubicBezTo>
                    <a:pt x="11422" y="-638"/>
                    <a:pt x="8227" y="0"/>
                    <a:pt x="6310" y="2554"/>
                  </a:cubicBezTo>
                  <a:cubicBezTo>
                    <a:pt x="-5831" y="23621"/>
                    <a:pt x="-80" y="50433"/>
                    <a:pt x="20367" y="63840"/>
                  </a:cubicBezTo>
                  <a:cubicBezTo>
                    <a:pt x="21646" y="64478"/>
                    <a:pt x="22924" y="65117"/>
                    <a:pt x="24201" y="65117"/>
                  </a:cubicBezTo>
                  <a:cubicBezTo>
                    <a:pt x="28035" y="65117"/>
                    <a:pt x="30591" y="62563"/>
                    <a:pt x="30591" y="58733"/>
                  </a:cubicBezTo>
                  <a:cubicBezTo>
                    <a:pt x="30591" y="56817"/>
                    <a:pt x="29313" y="54902"/>
                    <a:pt x="28035" y="53625"/>
                  </a:cubicBezTo>
                  <a:cubicBezTo>
                    <a:pt x="18451" y="47241"/>
                    <a:pt x="13339" y="38304"/>
                    <a:pt x="12700" y="28090"/>
                  </a:cubicBezTo>
                  <a:close/>
                </a:path>
              </a:pathLst>
            </a:custGeom>
            <a:solidFill>
              <a:srgbClr val="00A3E0"/>
            </a:solidFill>
            <a:ln w="6390" cap="flat">
              <a:noFill/>
              <a:prstDash val="solid"/>
              <a:miter/>
            </a:ln>
          </p:spPr>
          <p:txBody>
            <a:bodyPr rtlCol="0" anchor="ctr"/>
            <a:lstStyle/>
            <a:p>
              <a:endParaRPr lang="en-US"/>
            </a:p>
          </p:txBody>
        </p:sp>
        <p:sp>
          <p:nvSpPr>
            <p:cNvPr id="249" name="Graphic 4">
              <a:extLst>
                <a:ext uri="{FF2B5EF4-FFF2-40B4-BE49-F238E27FC236}">
                  <a16:creationId xmlns:a16="http://schemas.microsoft.com/office/drawing/2014/main" id="{C6D5386C-FAD0-E84E-93ED-C9A6DC3635C0}"/>
                </a:ext>
              </a:extLst>
            </p:cNvPr>
            <p:cNvSpPr/>
            <p:nvPr/>
          </p:nvSpPr>
          <p:spPr>
            <a:xfrm>
              <a:off x="1577423" y="4984775"/>
              <a:ext cx="39669" cy="94483"/>
            </a:xfrm>
            <a:custGeom>
              <a:avLst/>
              <a:gdLst>
                <a:gd name="connsiteX0" fmla="*/ 12393 w 39669"/>
                <a:gd name="connsiteY0" fmla="*/ 40219 h 94483"/>
                <a:gd name="connsiteX1" fmla="*/ 20061 w 39669"/>
                <a:gd name="connsiteY1" fmla="*/ 8938 h 94483"/>
                <a:gd name="connsiteX2" fmla="*/ 16866 w 39669"/>
                <a:gd name="connsiteY2" fmla="*/ 638 h 94483"/>
                <a:gd name="connsiteX3" fmla="*/ 9198 w 39669"/>
                <a:gd name="connsiteY3" fmla="*/ 2554 h 94483"/>
                <a:gd name="connsiteX4" fmla="*/ 29646 w 39669"/>
                <a:gd name="connsiteY4" fmla="*/ 93206 h 94483"/>
                <a:gd name="connsiteX5" fmla="*/ 33480 w 39669"/>
                <a:gd name="connsiteY5" fmla="*/ 94483 h 94483"/>
                <a:gd name="connsiteX6" fmla="*/ 38592 w 39669"/>
                <a:gd name="connsiteY6" fmla="*/ 91929 h 94483"/>
                <a:gd name="connsiteX7" fmla="*/ 36675 w 39669"/>
                <a:gd name="connsiteY7" fmla="*/ 82992 h 94483"/>
                <a:gd name="connsiteX8" fmla="*/ 36675 w 39669"/>
                <a:gd name="connsiteY8" fmla="*/ 82992 h 94483"/>
                <a:gd name="connsiteX9" fmla="*/ 12393 w 39669"/>
                <a:gd name="connsiteY9" fmla="*/ 40219 h 94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69" h="94483">
                  <a:moveTo>
                    <a:pt x="12393" y="40219"/>
                  </a:moveTo>
                  <a:cubicBezTo>
                    <a:pt x="11754" y="29366"/>
                    <a:pt x="14310" y="18513"/>
                    <a:pt x="20061" y="8938"/>
                  </a:cubicBezTo>
                  <a:cubicBezTo>
                    <a:pt x="21339" y="5746"/>
                    <a:pt x="20061" y="1915"/>
                    <a:pt x="16866" y="638"/>
                  </a:cubicBezTo>
                  <a:cubicBezTo>
                    <a:pt x="14310" y="-638"/>
                    <a:pt x="11115" y="0"/>
                    <a:pt x="9198" y="2554"/>
                  </a:cubicBezTo>
                  <a:cubicBezTo>
                    <a:pt x="-8694" y="33197"/>
                    <a:pt x="252" y="73416"/>
                    <a:pt x="29646" y="93206"/>
                  </a:cubicBezTo>
                  <a:cubicBezTo>
                    <a:pt x="30924" y="93845"/>
                    <a:pt x="32202" y="94483"/>
                    <a:pt x="33480" y="94483"/>
                  </a:cubicBezTo>
                  <a:cubicBezTo>
                    <a:pt x="35397" y="94483"/>
                    <a:pt x="37314" y="93206"/>
                    <a:pt x="38592" y="91929"/>
                  </a:cubicBezTo>
                  <a:cubicBezTo>
                    <a:pt x="40509" y="88737"/>
                    <a:pt x="39870" y="84907"/>
                    <a:pt x="36675" y="82992"/>
                  </a:cubicBezTo>
                  <a:cubicBezTo>
                    <a:pt x="36675" y="82992"/>
                    <a:pt x="36675" y="82992"/>
                    <a:pt x="36675" y="82992"/>
                  </a:cubicBezTo>
                  <a:cubicBezTo>
                    <a:pt x="22617" y="72777"/>
                    <a:pt x="13671" y="57456"/>
                    <a:pt x="12393" y="40219"/>
                  </a:cubicBezTo>
                  <a:close/>
                </a:path>
              </a:pathLst>
            </a:custGeom>
            <a:solidFill>
              <a:srgbClr val="00A3E0"/>
            </a:solidFill>
            <a:ln w="6390" cap="flat">
              <a:noFill/>
              <a:prstDash val="solid"/>
              <a:miter/>
            </a:ln>
          </p:spPr>
          <p:txBody>
            <a:bodyPr rtlCol="0" anchor="ctr"/>
            <a:lstStyle/>
            <a:p>
              <a:endParaRPr lang="en-US"/>
            </a:p>
          </p:txBody>
        </p:sp>
        <p:sp>
          <p:nvSpPr>
            <p:cNvPr id="250" name="Graphic 4">
              <a:extLst>
                <a:ext uri="{FF2B5EF4-FFF2-40B4-BE49-F238E27FC236}">
                  <a16:creationId xmlns:a16="http://schemas.microsoft.com/office/drawing/2014/main" id="{42867E23-767B-E34C-8DE7-68225BAD2FC8}"/>
                </a:ext>
              </a:extLst>
            </p:cNvPr>
            <p:cNvSpPr/>
            <p:nvPr/>
          </p:nvSpPr>
          <p:spPr>
            <a:xfrm>
              <a:off x="1630634" y="4902727"/>
              <a:ext cx="186024" cy="196321"/>
            </a:xfrm>
            <a:custGeom>
              <a:avLst/>
              <a:gdLst>
                <a:gd name="connsiteX0" fmla="*/ 170050 w 186024"/>
                <a:gd name="connsiteY0" fmla="*/ 119076 h 196321"/>
                <a:gd name="connsiteX1" fmla="*/ 168772 w 186024"/>
                <a:gd name="connsiteY1" fmla="*/ 113969 h 196321"/>
                <a:gd name="connsiteX2" fmla="*/ 159187 w 186024"/>
                <a:gd name="connsiteY2" fmla="*/ 78857 h 196321"/>
                <a:gd name="connsiteX3" fmla="*/ 107429 w 186024"/>
                <a:gd name="connsiteY3" fmla="*/ 11186 h 196321"/>
                <a:gd name="connsiteX4" fmla="*/ 95288 w 186024"/>
                <a:gd name="connsiteY4" fmla="*/ 4164 h 196321"/>
                <a:gd name="connsiteX5" fmla="*/ 81230 w 186024"/>
                <a:gd name="connsiteY5" fmla="*/ 7994 h 196321"/>
                <a:gd name="connsiteX6" fmla="*/ 77396 w 186024"/>
                <a:gd name="connsiteY6" fmla="*/ 12463 h 196321"/>
                <a:gd name="connsiteX7" fmla="*/ 73562 w 186024"/>
                <a:gd name="connsiteY7" fmla="*/ 7356 h 196321"/>
                <a:gd name="connsiteX8" fmla="*/ 47363 w 186024"/>
                <a:gd name="connsiteY8" fmla="*/ 3526 h 196321"/>
                <a:gd name="connsiteX9" fmla="*/ 47363 w 186024"/>
                <a:gd name="connsiteY9" fmla="*/ 3526 h 196321"/>
                <a:gd name="connsiteX10" fmla="*/ 42251 w 186024"/>
                <a:gd name="connsiteY10" fmla="*/ 9910 h 196321"/>
                <a:gd name="connsiteX11" fmla="*/ 36500 w 186024"/>
                <a:gd name="connsiteY11" fmla="*/ 7994 h 196321"/>
                <a:gd name="connsiteX12" fmla="*/ 22443 w 186024"/>
                <a:gd name="connsiteY12" fmla="*/ 11825 h 196321"/>
                <a:gd name="connsiteX13" fmla="*/ 16691 w 186024"/>
                <a:gd name="connsiteY13" fmla="*/ 34807 h 196321"/>
                <a:gd name="connsiteX14" fmla="*/ 10941 w 186024"/>
                <a:gd name="connsiteY14" fmla="*/ 37999 h 196321"/>
                <a:gd name="connsiteX15" fmla="*/ 3912 w 186024"/>
                <a:gd name="connsiteY15" fmla="*/ 50129 h 196321"/>
                <a:gd name="connsiteX16" fmla="*/ 7746 w 186024"/>
                <a:gd name="connsiteY16" fmla="*/ 64174 h 196321"/>
                <a:gd name="connsiteX17" fmla="*/ 44807 w 186024"/>
                <a:gd name="connsiteY17" fmla="*/ 112692 h 196321"/>
                <a:gd name="connsiteX18" fmla="*/ 30110 w 186024"/>
                <a:gd name="connsiteY18" fmla="*/ 106946 h 196321"/>
                <a:gd name="connsiteX19" fmla="*/ 1995 w 186024"/>
                <a:gd name="connsiteY19" fmla="*/ 118437 h 196321"/>
                <a:gd name="connsiteX20" fmla="*/ 5829 w 186024"/>
                <a:gd name="connsiteY20" fmla="*/ 135674 h 196321"/>
                <a:gd name="connsiteX21" fmla="*/ 65894 w 186024"/>
                <a:gd name="connsiteY21" fmla="*/ 170786 h 196321"/>
                <a:gd name="connsiteX22" fmla="*/ 89537 w 186024"/>
                <a:gd name="connsiteY22" fmla="*/ 176532 h 196321"/>
                <a:gd name="connsiteX23" fmla="*/ 95288 w 186024"/>
                <a:gd name="connsiteY23" fmla="*/ 179085 h 196321"/>
                <a:gd name="connsiteX24" fmla="*/ 106790 w 186024"/>
                <a:gd name="connsiteY24" fmla="*/ 193768 h 196321"/>
                <a:gd name="connsiteX25" fmla="*/ 111902 w 186024"/>
                <a:gd name="connsiteY25" fmla="*/ 196322 h 196321"/>
                <a:gd name="connsiteX26" fmla="*/ 115735 w 186024"/>
                <a:gd name="connsiteY26" fmla="*/ 195045 h 196321"/>
                <a:gd name="connsiteX27" fmla="*/ 117014 w 186024"/>
                <a:gd name="connsiteY27" fmla="*/ 186108 h 196321"/>
                <a:gd name="connsiteX28" fmla="*/ 105512 w 186024"/>
                <a:gd name="connsiteY28" fmla="*/ 170786 h 196321"/>
                <a:gd name="connsiteX29" fmla="*/ 89537 w 186024"/>
                <a:gd name="connsiteY29" fmla="*/ 163125 h 196321"/>
                <a:gd name="connsiteX30" fmla="*/ 72923 w 186024"/>
                <a:gd name="connsiteY30" fmla="*/ 159295 h 196321"/>
                <a:gd name="connsiteX31" fmla="*/ 13496 w 186024"/>
                <a:gd name="connsiteY31" fmla="*/ 124821 h 196321"/>
                <a:gd name="connsiteX32" fmla="*/ 17330 w 186024"/>
                <a:gd name="connsiteY32" fmla="*/ 120353 h 196321"/>
                <a:gd name="connsiteX33" fmla="*/ 25638 w 186024"/>
                <a:gd name="connsiteY33" fmla="*/ 119076 h 196321"/>
                <a:gd name="connsiteX34" fmla="*/ 61421 w 186024"/>
                <a:gd name="connsiteY34" fmla="*/ 133121 h 196321"/>
                <a:gd name="connsiteX35" fmla="*/ 62060 w 186024"/>
                <a:gd name="connsiteY35" fmla="*/ 133121 h 196321"/>
                <a:gd name="connsiteX36" fmla="*/ 69089 w 186024"/>
                <a:gd name="connsiteY36" fmla="*/ 131844 h 196321"/>
                <a:gd name="connsiteX37" fmla="*/ 72284 w 186024"/>
                <a:gd name="connsiteY37" fmla="*/ 129290 h 196321"/>
                <a:gd name="connsiteX38" fmla="*/ 106151 w 186024"/>
                <a:gd name="connsiteY38" fmla="*/ 121629 h 196321"/>
                <a:gd name="connsiteX39" fmla="*/ 113819 w 186024"/>
                <a:gd name="connsiteY39" fmla="*/ 116522 h 196321"/>
                <a:gd name="connsiteX40" fmla="*/ 108707 w 186024"/>
                <a:gd name="connsiteY40" fmla="*/ 108862 h 196321"/>
                <a:gd name="connsiteX41" fmla="*/ 65255 w 186024"/>
                <a:gd name="connsiteY41" fmla="*/ 117799 h 196321"/>
                <a:gd name="connsiteX42" fmla="*/ 17970 w 186024"/>
                <a:gd name="connsiteY42" fmla="*/ 55236 h 196321"/>
                <a:gd name="connsiteX43" fmla="*/ 16691 w 186024"/>
                <a:gd name="connsiteY43" fmla="*/ 50767 h 196321"/>
                <a:gd name="connsiteX44" fmla="*/ 19248 w 186024"/>
                <a:gd name="connsiteY44" fmla="*/ 46937 h 196321"/>
                <a:gd name="connsiteX45" fmla="*/ 27554 w 186024"/>
                <a:gd name="connsiteY45" fmla="*/ 48214 h 196321"/>
                <a:gd name="connsiteX46" fmla="*/ 62699 w 186024"/>
                <a:gd name="connsiteY46" fmla="*/ 94178 h 196321"/>
                <a:gd name="connsiteX47" fmla="*/ 67811 w 186024"/>
                <a:gd name="connsiteY47" fmla="*/ 96732 h 196321"/>
                <a:gd name="connsiteX48" fmla="*/ 71645 w 186024"/>
                <a:gd name="connsiteY48" fmla="*/ 95455 h 196321"/>
                <a:gd name="connsiteX49" fmla="*/ 72923 w 186024"/>
                <a:gd name="connsiteY49" fmla="*/ 86518 h 196321"/>
                <a:gd name="connsiteX50" fmla="*/ 38417 w 186024"/>
                <a:gd name="connsiteY50" fmla="*/ 41191 h 196321"/>
                <a:gd name="connsiteX51" fmla="*/ 38417 w 186024"/>
                <a:gd name="connsiteY51" fmla="*/ 41191 h 196321"/>
                <a:gd name="connsiteX52" fmla="*/ 37778 w 186024"/>
                <a:gd name="connsiteY52" fmla="*/ 40553 h 196321"/>
                <a:gd name="connsiteX53" fmla="*/ 30110 w 186024"/>
                <a:gd name="connsiteY53" fmla="*/ 30338 h 196321"/>
                <a:gd name="connsiteX54" fmla="*/ 31388 w 186024"/>
                <a:gd name="connsiteY54" fmla="*/ 22039 h 196321"/>
                <a:gd name="connsiteX55" fmla="*/ 31388 w 186024"/>
                <a:gd name="connsiteY55" fmla="*/ 22039 h 196321"/>
                <a:gd name="connsiteX56" fmla="*/ 39695 w 186024"/>
                <a:gd name="connsiteY56" fmla="*/ 23316 h 196321"/>
                <a:gd name="connsiteX57" fmla="*/ 44168 w 186024"/>
                <a:gd name="connsiteY57" fmla="*/ 29700 h 196321"/>
                <a:gd name="connsiteX58" fmla="*/ 44807 w 186024"/>
                <a:gd name="connsiteY58" fmla="*/ 30338 h 196321"/>
                <a:gd name="connsiteX59" fmla="*/ 44807 w 186024"/>
                <a:gd name="connsiteY59" fmla="*/ 30338 h 196321"/>
                <a:gd name="connsiteX60" fmla="*/ 82508 w 186024"/>
                <a:gd name="connsiteY60" fmla="*/ 80134 h 196321"/>
                <a:gd name="connsiteX61" fmla="*/ 91454 w 186024"/>
                <a:gd name="connsiteY61" fmla="*/ 80772 h 196321"/>
                <a:gd name="connsiteX62" fmla="*/ 92732 w 186024"/>
                <a:gd name="connsiteY62" fmla="*/ 72473 h 196321"/>
                <a:gd name="connsiteX63" fmla="*/ 54392 w 186024"/>
                <a:gd name="connsiteY63" fmla="*/ 22678 h 196321"/>
                <a:gd name="connsiteX64" fmla="*/ 56309 w 186024"/>
                <a:gd name="connsiteY64" fmla="*/ 14378 h 196321"/>
                <a:gd name="connsiteX65" fmla="*/ 60143 w 186024"/>
                <a:gd name="connsiteY65" fmla="*/ 13740 h 196321"/>
                <a:gd name="connsiteX66" fmla="*/ 63977 w 186024"/>
                <a:gd name="connsiteY66" fmla="*/ 15655 h 196321"/>
                <a:gd name="connsiteX67" fmla="*/ 78674 w 186024"/>
                <a:gd name="connsiteY67" fmla="*/ 34807 h 196321"/>
                <a:gd name="connsiteX68" fmla="*/ 101678 w 186024"/>
                <a:gd name="connsiteY68" fmla="*/ 65450 h 196321"/>
                <a:gd name="connsiteX69" fmla="*/ 110624 w 186024"/>
                <a:gd name="connsiteY69" fmla="*/ 66089 h 196321"/>
                <a:gd name="connsiteX70" fmla="*/ 111902 w 186024"/>
                <a:gd name="connsiteY70" fmla="*/ 57790 h 196321"/>
                <a:gd name="connsiteX71" fmla="*/ 89537 w 186024"/>
                <a:gd name="connsiteY71" fmla="*/ 27146 h 196321"/>
                <a:gd name="connsiteX72" fmla="*/ 90815 w 186024"/>
                <a:gd name="connsiteY72" fmla="*/ 18847 h 196321"/>
                <a:gd name="connsiteX73" fmla="*/ 90815 w 186024"/>
                <a:gd name="connsiteY73" fmla="*/ 18847 h 196321"/>
                <a:gd name="connsiteX74" fmla="*/ 99122 w 186024"/>
                <a:gd name="connsiteY74" fmla="*/ 20124 h 196321"/>
                <a:gd name="connsiteX75" fmla="*/ 150880 w 186024"/>
                <a:gd name="connsiteY75" fmla="*/ 87794 h 196321"/>
                <a:gd name="connsiteX76" fmla="*/ 157909 w 186024"/>
                <a:gd name="connsiteY76" fmla="*/ 113969 h 196321"/>
                <a:gd name="connsiteX77" fmla="*/ 161743 w 186024"/>
                <a:gd name="connsiteY77" fmla="*/ 128013 h 196321"/>
                <a:gd name="connsiteX78" fmla="*/ 174523 w 186024"/>
                <a:gd name="connsiteY78" fmla="*/ 144612 h 196321"/>
                <a:gd name="connsiteX79" fmla="*/ 179635 w 186024"/>
                <a:gd name="connsiteY79" fmla="*/ 147165 h 196321"/>
                <a:gd name="connsiteX80" fmla="*/ 186025 w 186024"/>
                <a:gd name="connsiteY80" fmla="*/ 140781 h 196321"/>
                <a:gd name="connsiteX81" fmla="*/ 184747 w 186024"/>
                <a:gd name="connsiteY81" fmla="*/ 136951 h 196321"/>
                <a:gd name="connsiteX82" fmla="*/ 170050 w 186024"/>
                <a:gd name="connsiteY82" fmla="*/ 119076 h 196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86024" h="196321">
                  <a:moveTo>
                    <a:pt x="170050" y="119076"/>
                  </a:moveTo>
                  <a:cubicBezTo>
                    <a:pt x="168772" y="117799"/>
                    <a:pt x="168772" y="115884"/>
                    <a:pt x="168772" y="113969"/>
                  </a:cubicBezTo>
                  <a:cubicBezTo>
                    <a:pt x="170050" y="101201"/>
                    <a:pt x="166855" y="89071"/>
                    <a:pt x="159187" y="78857"/>
                  </a:cubicBezTo>
                  <a:lnTo>
                    <a:pt x="107429" y="11186"/>
                  </a:lnTo>
                  <a:cubicBezTo>
                    <a:pt x="104234" y="7356"/>
                    <a:pt x="99761" y="4802"/>
                    <a:pt x="95288" y="4164"/>
                  </a:cubicBezTo>
                  <a:cubicBezTo>
                    <a:pt x="90176" y="3526"/>
                    <a:pt x="85703" y="4802"/>
                    <a:pt x="81230" y="7994"/>
                  </a:cubicBezTo>
                  <a:cubicBezTo>
                    <a:pt x="79952" y="9271"/>
                    <a:pt x="78035" y="10548"/>
                    <a:pt x="77396" y="12463"/>
                  </a:cubicBezTo>
                  <a:lnTo>
                    <a:pt x="73562" y="7356"/>
                  </a:lnTo>
                  <a:cubicBezTo>
                    <a:pt x="67172" y="-943"/>
                    <a:pt x="55670" y="-2220"/>
                    <a:pt x="47363" y="3526"/>
                  </a:cubicBezTo>
                  <a:cubicBezTo>
                    <a:pt x="47363" y="3526"/>
                    <a:pt x="47363" y="3526"/>
                    <a:pt x="47363" y="3526"/>
                  </a:cubicBezTo>
                  <a:cubicBezTo>
                    <a:pt x="45446" y="5441"/>
                    <a:pt x="43529" y="7356"/>
                    <a:pt x="42251" y="9910"/>
                  </a:cubicBezTo>
                  <a:cubicBezTo>
                    <a:pt x="40334" y="9271"/>
                    <a:pt x="38417" y="8633"/>
                    <a:pt x="36500" y="7994"/>
                  </a:cubicBezTo>
                  <a:cubicBezTo>
                    <a:pt x="31388" y="7356"/>
                    <a:pt x="26915" y="8633"/>
                    <a:pt x="22443" y="11825"/>
                  </a:cubicBezTo>
                  <a:cubicBezTo>
                    <a:pt x="15414" y="16932"/>
                    <a:pt x="13496" y="26508"/>
                    <a:pt x="16691" y="34807"/>
                  </a:cubicBezTo>
                  <a:cubicBezTo>
                    <a:pt x="14775" y="35446"/>
                    <a:pt x="12858" y="36722"/>
                    <a:pt x="10941" y="37999"/>
                  </a:cubicBezTo>
                  <a:cubicBezTo>
                    <a:pt x="7107" y="41191"/>
                    <a:pt x="4551" y="45660"/>
                    <a:pt x="3912" y="50129"/>
                  </a:cubicBezTo>
                  <a:cubicBezTo>
                    <a:pt x="3273" y="55236"/>
                    <a:pt x="4551" y="59705"/>
                    <a:pt x="7746" y="64174"/>
                  </a:cubicBezTo>
                  <a:lnTo>
                    <a:pt x="44807" y="112692"/>
                  </a:lnTo>
                  <a:lnTo>
                    <a:pt x="30110" y="106946"/>
                  </a:lnTo>
                  <a:cubicBezTo>
                    <a:pt x="19248" y="103116"/>
                    <a:pt x="7107" y="108223"/>
                    <a:pt x="1995" y="118437"/>
                  </a:cubicBezTo>
                  <a:cubicBezTo>
                    <a:pt x="-1839" y="124183"/>
                    <a:pt x="78" y="131844"/>
                    <a:pt x="5829" y="135674"/>
                  </a:cubicBezTo>
                  <a:lnTo>
                    <a:pt x="65894" y="170786"/>
                  </a:lnTo>
                  <a:cubicBezTo>
                    <a:pt x="72923" y="174616"/>
                    <a:pt x="81230" y="176532"/>
                    <a:pt x="89537" y="176532"/>
                  </a:cubicBezTo>
                  <a:cubicBezTo>
                    <a:pt x="91454" y="176532"/>
                    <a:pt x="94010" y="177808"/>
                    <a:pt x="95288" y="179085"/>
                  </a:cubicBezTo>
                  <a:lnTo>
                    <a:pt x="106790" y="193768"/>
                  </a:lnTo>
                  <a:cubicBezTo>
                    <a:pt x="108068" y="195684"/>
                    <a:pt x="109985" y="196322"/>
                    <a:pt x="111902" y="196322"/>
                  </a:cubicBezTo>
                  <a:cubicBezTo>
                    <a:pt x="113180" y="196322"/>
                    <a:pt x="114458" y="195684"/>
                    <a:pt x="115735" y="195045"/>
                  </a:cubicBezTo>
                  <a:cubicBezTo>
                    <a:pt x="118292" y="193130"/>
                    <a:pt x="118930" y="188661"/>
                    <a:pt x="117014" y="186108"/>
                  </a:cubicBezTo>
                  <a:lnTo>
                    <a:pt x="105512" y="170786"/>
                  </a:lnTo>
                  <a:cubicBezTo>
                    <a:pt x="101678" y="165679"/>
                    <a:pt x="95927" y="163125"/>
                    <a:pt x="89537" y="163125"/>
                  </a:cubicBezTo>
                  <a:cubicBezTo>
                    <a:pt x="83786" y="163125"/>
                    <a:pt x="78035" y="161848"/>
                    <a:pt x="72923" y="159295"/>
                  </a:cubicBezTo>
                  <a:lnTo>
                    <a:pt x="13496" y="124821"/>
                  </a:lnTo>
                  <a:cubicBezTo>
                    <a:pt x="14136" y="122906"/>
                    <a:pt x="15414" y="120991"/>
                    <a:pt x="17330" y="120353"/>
                  </a:cubicBezTo>
                  <a:cubicBezTo>
                    <a:pt x="19886" y="118437"/>
                    <a:pt x="23081" y="117799"/>
                    <a:pt x="25638" y="119076"/>
                  </a:cubicBezTo>
                  <a:cubicBezTo>
                    <a:pt x="42251" y="125460"/>
                    <a:pt x="61421" y="133121"/>
                    <a:pt x="61421" y="133121"/>
                  </a:cubicBezTo>
                  <a:lnTo>
                    <a:pt x="62060" y="133121"/>
                  </a:lnTo>
                  <a:cubicBezTo>
                    <a:pt x="64616" y="133759"/>
                    <a:pt x="67172" y="133759"/>
                    <a:pt x="69089" y="131844"/>
                  </a:cubicBezTo>
                  <a:cubicBezTo>
                    <a:pt x="69728" y="131205"/>
                    <a:pt x="71006" y="129929"/>
                    <a:pt x="72284" y="129290"/>
                  </a:cubicBezTo>
                  <a:cubicBezTo>
                    <a:pt x="81869" y="121629"/>
                    <a:pt x="94649" y="119076"/>
                    <a:pt x="106151" y="121629"/>
                  </a:cubicBezTo>
                  <a:cubicBezTo>
                    <a:pt x="109985" y="122268"/>
                    <a:pt x="113180" y="120353"/>
                    <a:pt x="113819" y="116522"/>
                  </a:cubicBezTo>
                  <a:cubicBezTo>
                    <a:pt x="114458" y="112692"/>
                    <a:pt x="112541" y="109500"/>
                    <a:pt x="108707" y="108862"/>
                  </a:cubicBezTo>
                  <a:cubicBezTo>
                    <a:pt x="93371" y="105670"/>
                    <a:pt x="78035" y="108862"/>
                    <a:pt x="65255" y="117799"/>
                  </a:cubicBezTo>
                  <a:lnTo>
                    <a:pt x="17970" y="55236"/>
                  </a:lnTo>
                  <a:cubicBezTo>
                    <a:pt x="17330" y="53959"/>
                    <a:pt x="16691" y="52682"/>
                    <a:pt x="16691" y="50767"/>
                  </a:cubicBezTo>
                  <a:cubicBezTo>
                    <a:pt x="16691" y="49490"/>
                    <a:pt x="17970" y="47575"/>
                    <a:pt x="19248" y="46937"/>
                  </a:cubicBezTo>
                  <a:cubicBezTo>
                    <a:pt x="21804" y="45022"/>
                    <a:pt x="25638" y="45660"/>
                    <a:pt x="27554" y="48214"/>
                  </a:cubicBezTo>
                  <a:lnTo>
                    <a:pt x="62699" y="94178"/>
                  </a:lnTo>
                  <a:cubicBezTo>
                    <a:pt x="63977" y="96094"/>
                    <a:pt x="65894" y="96732"/>
                    <a:pt x="67811" y="96732"/>
                  </a:cubicBezTo>
                  <a:cubicBezTo>
                    <a:pt x="69089" y="96732"/>
                    <a:pt x="70367" y="96094"/>
                    <a:pt x="71645" y="95455"/>
                  </a:cubicBezTo>
                  <a:cubicBezTo>
                    <a:pt x="74201" y="93540"/>
                    <a:pt x="74840" y="89071"/>
                    <a:pt x="72923" y="86518"/>
                  </a:cubicBezTo>
                  <a:lnTo>
                    <a:pt x="38417" y="41191"/>
                  </a:lnTo>
                  <a:lnTo>
                    <a:pt x="38417" y="41191"/>
                  </a:lnTo>
                  <a:lnTo>
                    <a:pt x="37778" y="40553"/>
                  </a:lnTo>
                  <a:lnTo>
                    <a:pt x="30110" y="30338"/>
                  </a:lnTo>
                  <a:cubicBezTo>
                    <a:pt x="28193" y="27785"/>
                    <a:pt x="28832" y="23954"/>
                    <a:pt x="31388" y="22039"/>
                  </a:cubicBezTo>
                  <a:cubicBezTo>
                    <a:pt x="31388" y="22039"/>
                    <a:pt x="31388" y="22039"/>
                    <a:pt x="31388" y="22039"/>
                  </a:cubicBezTo>
                  <a:cubicBezTo>
                    <a:pt x="33944" y="20124"/>
                    <a:pt x="37778" y="20762"/>
                    <a:pt x="39695" y="23316"/>
                  </a:cubicBezTo>
                  <a:lnTo>
                    <a:pt x="44168" y="29700"/>
                  </a:lnTo>
                  <a:cubicBezTo>
                    <a:pt x="44168" y="29700"/>
                    <a:pt x="44807" y="30338"/>
                    <a:pt x="44807" y="30338"/>
                  </a:cubicBezTo>
                  <a:lnTo>
                    <a:pt x="44807" y="30338"/>
                  </a:lnTo>
                  <a:lnTo>
                    <a:pt x="82508" y="80134"/>
                  </a:lnTo>
                  <a:cubicBezTo>
                    <a:pt x="85064" y="82687"/>
                    <a:pt x="88898" y="83326"/>
                    <a:pt x="91454" y="80772"/>
                  </a:cubicBezTo>
                  <a:cubicBezTo>
                    <a:pt x="94010" y="78857"/>
                    <a:pt x="94649" y="75026"/>
                    <a:pt x="92732" y="72473"/>
                  </a:cubicBezTo>
                  <a:lnTo>
                    <a:pt x="54392" y="22678"/>
                  </a:lnTo>
                  <a:cubicBezTo>
                    <a:pt x="52475" y="20124"/>
                    <a:pt x="53753" y="16294"/>
                    <a:pt x="56309" y="14378"/>
                  </a:cubicBezTo>
                  <a:cubicBezTo>
                    <a:pt x="57587" y="13740"/>
                    <a:pt x="58865" y="13102"/>
                    <a:pt x="60143" y="13740"/>
                  </a:cubicBezTo>
                  <a:cubicBezTo>
                    <a:pt x="61421" y="13740"/>
                    <a:pt x="62699" y="15017"/>
                    <a:pt x="63977" y="15655"/>
                  </a:cubicBezTo>
                  <a:lnTo>
                    <a:pt x="78674" y="34807"/>
                  </a:lnTo>
                  <a:lnTo>
                    <a:pt x="101678" y="65450"/>
                  </a:lnTo>
                  <a:cubicBezTo>
                    <a:pt x="104234" y="68004"/>
                    <a:pt x="108068" y="68642"/>
                    <a:pt x="110624" y="66089"/>
                  </a:cubicBezTo>
                  <a:cubicBezTo>
                    <a:pt x="113180" y="64174"/>
                    <a:pt x="113819" y="60343"/>
                    <a:pt x="111902" y="57790"/>
                  </a:cubicBezTo>
                  <a:lnTo>
                    <a:pt x="89537" y="27146"/>
                  </a:lnTo>
                  <a:cubicBezTo>
                    <a:pt x="87620" y="24593"/>
                    <a:pt x="88259" y="20762"/>
                    <a:pt x="90815" y="18847"/>
                  </a:cubicBezTo>
                  <a:cubicBezTo>
                    <a:pt x="90815" y="18847"/>
                    <a:pt x="90815" y="18847"/>
                    <a:pt x="90815" y="18847"/>
                  </a:cubicBezTo>
                  <a:cubicBezTo>
                    <a:pt x="93371" y="16932"/>
                    <a:pt x="97205" y="17570"/>
                    <a:pt x="99122" y="20124"/>
                  </a:cubicBezTo>
                  <a:lnTo>
                    <a:pt x="150880" y="87794"/>
                  </a:lnTo>
                  <a:cubicBezTo>
                    <a:pt x="156631" y="95455"/>
                    <a:pt x="159187" y="105031"/>
                    <a:pt x="157909" y="113969"/>
                  </a:cubicBezTo>
                  <a:cubicBezTo>
                    <a:pt x="157270" y="119076"/>
                    <a:pt x="158548" y="124183"/>
                    <a:pt x="161743" y="128013"/>
                  </a:cubicBezTo>
                  <a:lnTo>
                    <a:pt x="174523" y="144612"/>
                  </a:lnTo>
                  <a:cubicBezTo>
                    <a:pt x="175801" y="145889"/>
                    <a:pt x="177718" y="147165"/>
                    <a:pt x="179635" y="147165"/>
                  </a:cubicBezTo>
                  <a:cubicBezTo>
                    <a:pt x="183469" y="147165"/>
                    <a:pt x="186025" y="144612"/>
                    <a:pt x="186025" y="140781"/>
                  </a:cubicBezTo>
                  <a:cubicBezTo>
                    <a:pt x="186025" y="139505"/>
                    <a:pt x="185386" y="138228"/>
                    <a:pt x="184747" y="136951"/>
                  </a:cubicBezTo>
                  <a:lnTo>
                    <a:pt x="170050" y="119076"/>
                  </a:lnTo>
                  <a:close/>
                </a:path>
              </a:pathLst>
            </a:custGeom>
            <a:solidFill>
              <a:srgbClr val="00A3E0"/>
            </a:solidFill>
            <a:ln w="6390" cap="flat">
              <a:noFill/>
              <a:prstDash val="solid"/>
              <a:miter/>
            </a:ln>
          </p:spPr>
          <p:txBody>
            <a:bodyPr rtlCol="0" anchor="ctr"/>
            <a:lstStyle/>
            <a:p>
              <a:endParaRPr lang="en-US"/>
            </a:p>
          </p:txBody>
        </p:sp>
      </p:grpSp>
      <p:sp>
        <p:nvSpPr>
          <p:cNvPr id="251" name="Graphic 4">
            <a:extLst>
              <a:ext uri="{FF2B5EF4-FFF2-40B4-BE49-F238E27FC236}">
                <a16:creationId xmlns:a16="http://schemas.microsoft.com/office/drawing/2014/main" id="{EC76DF1F-66C2-0545-B71D-CEACDC61B353}"/>
              </a:ext>
            </a:extLst>
          </p:cNvPr>
          <p:cNvSpPr>
            <a:spLocks noChangeAspect="1"/>
          </p:cNvSpPr>
          <p:nvPr/>
        </p:nvSpPr>
        <p:spPr>
          <a:xfrm>
            <a:off x="1952125" y="4793256"/>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5308 w 362313"/>
              <a:gd name="connsiteY7" fmla="*/ 65117 h 361971"/>
              <a:gd name="connsiteX8" fmla="*/ 245374 w 362313"/>
              <a:gd name="connsiteY8" fmla="*/ 61925 h 361971"/>
              <a:gd name="connsiteX9" fmla="*/ 276045 w 362313"/>
              <a:gd name="connsiteY9" fmla="*/ 87461 h 361971"/>
              <a:gd name="connsiteX10" fmla="*/ 274128 w 362313"/>
              <a:gd name="connsiteY10" fmla="*/ 96398 h 361971"/>
              <a:gd name="connsiteX11" fmla="*/ 270933 w 362313"/>
              <a:gd name="connsiteY11" fmla="*/ 97675 h 361971"/>
              <a:gd name="connsiteX12" fmla="*/ 265821 w 362313"/>
              <a:gd name="connsiteY12" fmla="*/ 95121 h 361971"/>
              <a:gd name="connsiteX13" fmla="*/ 192337 w 362313"/>
              <a:gd name="connsiteY13" fmla="*/ 77246 h 361971"/>
              <a:gd name="connsiteX14" fmla="*/ 183391 w 362313"/>
              <a:gd name="connsiteY14" fmla="*/ 74693 h 361971"/>
              <a:gd name="connsiteX15" fmla="*/ 185308 w 362313"/>
              <a:gd name="connsiteY15" fmla="*/ 65117 h 361971"/>
              <a:gd name="connsiteX16" fmla="*/ 185308 w 362313"/>
              <a:gd name="connsiteY16" fmla="*/ 65117 h 361971"/>
              <a:gd name="connsiteX17" fmla="*/ 254958 w 362313"/>
              <a:gd name="connsiteY17" fmla="*/ 111081 h 361971"/>
              <a:gd name="connsiteX18" fmla="*/ 246013 w 362313"/>
              <a:gd name="connsiteY18" fmla="*/ 109166 h 361971"/>
              <a:gd name="connsiteX19" fmla="*/ 201922 w 362313"/>
              <a:gd name="connsiteY19" fmla="*/ 98313 h 361971"/>
              <a:gd name="connsiteX20" fmla="*/ 192976 w 362313"/>
              <a:gd name="connsiteY20" fmla="*/ 95760 h 361971"/>
              <a:gd name="connsiteX21" fmla="*/ 195532 w 362313"/>
              <a:gd name="connsiteY21" fmla="*/ 86822 h 361971"/>
              <a:gd name="connsiteX22" fmla="*/ 256237 w 362313"/>
              <a:gd name="connsiteY22" fmla="*/ 101505 h 361971"/>
              <a:gd name="connsiteX23" fmla="*/ 254958 w 362313"/>
              <a:gd name="connsiteY23" fmla="*/ 111081 h 361971"/>
              <a:gd name="connsiteX24" fmla="*/ 254958 w 362313"/>
              <a:gd name="connsiteY24" fmla="*/ 111081 h 361971"/>
              <a:gd name="connsiteX25" fmla="*/ 101600 w 362313"/>
              <a:gd name="connsiteY25" fmla="*/ 282810 h 361971"/>
              <a:gd name="connsiteX26" fmla="*/ 92654 w 362313"/>
              <a:gd name="connsiteY26" fmla="*/ 284725 h 361971"/>
              <a:gd name="connsiteX27" fmla="*/ 92654 w 362313"/>
              <a:gd name="connsiteY27" fmla="*/ 284725 h 361971"/>
              <a:gd name="connsiteX28" fmla="*/ 72206 w 362313"/>
              <a:gd name="connsiteY28" fmla="*/ 194073 h 361971"/>
              <a:gd name="connsiteX29" fmla="*/ 81152 w 362313"/>
              <a:gd name="connsiteY29" fmla="*/ 192796 h 361971"/>
              <a:gd name="connsiteX30" fmla="*/ 83069 w 362313"/>
              <a:gd name="connsiteY30" fmla="*/ 200457 h 361971"/>
              <a:gd name="connsiteX31" fmla="*/ 99683 w 362313"/>
              <a:gd name="connsiteY31" fmla="*/ 273873 h 361971"/>
              <a:gd name="connsiteX32" fmla="*/ 101600 w 362313"/>
              <a:gd name="connsiteY32" fmla="*/ 282810 h 361971"/>
              <a:gd name="connsiteX33" fmla="*/ 101600 w 362313"/>
              <a:gd name="connsiteY33" fmla="*/ 282810 h 361971"/>
              <a:gd name="connsiteX34" fmla="*/ 101600 w 362313"/>
              <a:gd name="connsiteY34" fmla="*/ 282810 h 361971"/>
              <a:gd name="connsiteX35" fmla="*/ 116936 w 362313"/>
              <a:gd name="connsiteY35" fmla="*/ 264297 h 361971"/>
              <a:gd name="connsiteX36" fmla="*/ 107990 w 362313"/>
              <a:gd name="connsiteY36" fmla="*/ 266212 h 361971"/>
              <a:gd name="connsiteX37" fmla="*/ 107990 w 362313"/>
              <a:gd name="connsiteY37" fmla="*/ 266212 h 361971"/>
              <a:gd name="connsiteX38" fmla="*/ 93932 w 362313"/>
              <a:gd name="connsiteY38" fmla="*/ 204926 h 361971"/>
              <a:gd name="connsiteX39" fmla="*/ 102239 w 362313"/>
              <a:gd name="connsiteY39" fmla="*/ 202372 h 361971"/>
              <a:gd name="connsiteX40" fmla="*/ 104795 w 362313"/>
              <a:gd name="connsiteY40" fmla="*/ 210671 h 361971"/>
              <a:gd name="connsiteX41" fmla="*/ 104795 w 362313"/>
              <a:gd name="connsiteY41" fmla="*/ 211310 h 361971"/>
              <a:gd name="connsiteX42" fmla="*/ 115019 w 362313"/>
              <a:gd name="connsiteY42" fmla="*/ 255359 h 361971"/>
              <a:gd name="connsiteX43" fmla="*/ 116936 w 362313"/>
              <a:gd name="connsiteY43" fmla="*/ 264297 h 361971"/>
              <a:gd name="connsiteX44" fmla="*/ 116936 w 362313"/>
              <a:gd name="connsiteY44" fmla="*/ 264297 h 361971"/>
              <a:gd name="connsiteX45" fmla="*/ 116936 w 362313"/>
              <a:gd name="connsiteY45" fmla="*/ 264297 h 361971"/>
              <a:gd name="connsiteX46" fmla="*/ 297771 w 362313"/>
              <a:gd name="connsiteY46" fmla="*/ 253444 h 361971"/>
              <a:gd name="connsiteX47" fmla="*/ 293937 w 362313"/>
              <a:gd name="connsiteY47" fmla="*/ 254721 h 361971"/>
              <a:gd name="connsiteX48" fmla="*/ 288825 w 362313"/>
              <a:gd name="connsiteY48" fmla="*/ 252167 h 361971"/>
              <a:gd name="connsiteX49" fmla="*/ 276045 w 362313"/>
              <a:gd name="connsiteY49" fmla="*/ 235569 h 361971"/>
              <a:gd name="connsiteX50" fmla="*/ 272211 w 362313"/>
              <a:gd name="connsiteY50" fmla="*/ 221524 h 361971"/>
              <a:gd name="connsiteX51" fmla="*/ 265182 w 362313"/>
              <a:gd name="connsiteY51" fmla="*/ 195350 h 361971"/>
              <a:gd name="connsiteX52" fmla="*/ 214063 w 362313"/>
              <a:gd name="connsiteY52" fmla="*/ 127680 h 361971"/>
              <a:gd name="connsiteX53" fmla="*/ 205756 w 362313"/>
              <a:gd name="connsiteY53" fmla="*/ 126403 h 361971"/>
              <a:gd name="connsiteX54" fmla="*/ 204478 w 362313"/>
              <a:gd name="connsiteY54" fmla="*/ 134702 h 361971"/>
              <a:gd name="connsiteX55" fmla="*/ 227482 w 362313"/>
              <a:gd name="connsiteY55" fmla="*/ 165345 h 361971"/>
              <a:gd name="connsiteX56" fmla="*/ 225565 w 362313"/>
              <a:gd name="connsiteY56" fmla="*/ 174283 h 361971"/>
              <a:gd name="connsiteX57" fmla="*/ 217258 w 362313"/>
              <a:gd name="connsiteY57" fmla="*/ 173006 h 361971"/>
              <a:gd name="connsiteX58" fmla="*/ 194254 w 362313"/>
              <a:gd name="connsiteY58" fmla="*/ 142363 h 361971"/>
              <a:gd name="connsiteX59" fmla="*/ 179557 w 362313"/>
              <a:gd name="connsiteY59" fmla="*/ 123211 h 361971"/>
              <a:gd name="connsiteX60" fmla="*/ 175723 w 362313"/>
              <a:gd name="connsiteY60" fmla="*/ 121296 h 361971"/>
              <a:gd name="connsiteX61" fmla="*/ 171250 w 362313"/>
              <a:gd name="connsiteY61" fmla="*/ 122573 h 361971"/>
              <a:gd name="connsiteX62" fmla="*/ 169972 w 362313"/>
              <a:gd name="connsiteY62" fmla="*/ 130233 h 361971"/>
              <a:gd name="connsiteX63" fmla="*/ 208312 w 362313"/>
              <a:gd name="connsiteY63" fmla="*/ 180028 h 361971"/>
              <a:gd name="connsiteX64" fmla="*/ 206395 w 362313"/>
              <a:gd name="connsiteY64" fmla="*/ 188966 h 361971"/>
              <a:gd name="connsiteX65" fmla="*/ 198088 w 362313"/>
              <a:gd name="connsiteY65" fmla="*/ 187689 h 361971"/>
              <a:gd name="connsiteX66" fmla="*/ 159748 w 362313"/>
              <a:gd name="connsiteY66" fmla="*/ 138533 h 361971"/>
              <a:gd name="connsiteX67" fmla="*/ 159748 w 362313"/>
              <a:gd name="connsiteY67" fmla="*/ 138533 h 361971"/>
              <a:gd name="connsiteX68" fmla="*/ 159109 w 362313"/>
              <a:gd name="connsiteY68" fmla="*/ 137894 h 361971"/>
              <a:gd name="connsiteX69" fmla="*/ 154637 w 362313"/>
              <a:gd name="connsiteY69" fmla="*/ 132149 h 361971"/>
              <a:gd name="connsiteX70" fmla="*/ 146330 w 362313"/>
              <a:gd name="connsiteY70" fmla="*/ 130872 h 361971"/>
              <a:gd name="connsiteX71" fmla="*/ 146330 w 362313"/>
              <a:gd name="connsiteY71" fmla="*/ 130872 h 361971"/>
              <a:gd name="connsiteX72" fmla="*/ 145052 w 362313"/>
              <a:gd name="connsiteY72" fmla="*/ 139171 h 361971"/>
              <a:gd name="connsiteX73" fmla="*/ 145052 w 362313"/>
              <a:gd name="connsiteY73" fmla="*/ 139171 h 361971"/>
              <a:gd name="connsiteX74" fmla="*/ 152719 w 362313"/>
              <a:gd name="connsiteY74" fmla="*/ 149385 h 361971"/>
              <a:gd name="connsiteX75" fmla="*/ 153358 w 362313"/>
              <a:gd name="connsiteY75" fmla="*/ 150024 h 361971"/>
              <a:gd name="connsiteX76" fmla="*/ 153358 w 362313"/>
              <a:gd name="connsiteY76" fmla="*/ 150024 h 361971"/>
              <a:gd name="connsiteX77" fmla="*/ 187864 w 362313"/>
              <a:gd name="connsiteY77" fmla="*/ 195350 h 361971"/>
              <a:gd name="connsiteX78" fmla="*/ 186586 w 362313"/>
              <a:gd name="connsiteY78" fmla="*/ 204287 h 361971"/>
              <a:gd name="connsiteX79" fmla="*/ 182752 w 362313"/>
              <a:gd name="connsiteY79" fmla="*/ 205564 h 361971"/>
              <a:gd name="connsiteX80" fmla="*/ 177640 w 362313"/>
              <a:gd name="connsiteY80" fmla="*/ 203011 h 361971"/>
              <a:gd name="connsiteX81" fmla="*/ 142496 w 362313"/>
              <a:gd name="connsiteY81" fmla="*/ 157046 h 361971"/>
              <a:gd name="connsiteX82" fmla="*/ 138662 w 362313"/>
              <a:gd name="connsiteY82" fmla="*/ 155131 h 361971"/>
              <a:gd name="connsiteX83" fmla="*/ 134189 w 362313"/>
              <a:gd name="connsiteY83" fmla="*/ 156408 h 361971"/>
              <a:gd name="connsiteX84" fmla="*/ 132911 w 362313"/>
              <a:gd name="connsiteY84" fmla="*/ 164707 h 361971"/>
              <a:gd name="connsiteX85" fmla="*/ 180196 w 362313"/>
              <a:gd name="connsiteY85" fmla="*/ 226631 h 361971"/>
              <a:gd name="connsiteX86" fmla="*/ 223648 w 362313"/>
              <a:gd name="connsiteY86" fmla="*/ 217694 h 361971"/>
              <a:gd name="connsiteX87" fmla="*/ 228760 w 362313"/>
              <a:gd name="connsiteY87" fmla="*/ 225355 h 361971"/>
              <a:gd name="connsiteX88" fmla="*/ 221092 w 362313"/>
              <a:gd name="connsiteY88" fmla="*/ 230462 h 361971"/>
              <a:gd name="connsiteX89" fmla="*/ 187225 w 362313"/>
              <a:gd name="connsiteY89" fmla="*/ 238122 h 361971"/>
              <a:gd name="connsiteX90" fmla="*/ 184030 w 362313"/>
              <a:gd name="connsiteY90" fmla="*/ 240676 h 361971"/>
              <a:gd name="connsiteX91" fmla="*/ 177001 w 362313"/>
              <a:gd name="connsiteY91" fmla="*/ 241953 h 361971"/>
              <a:gd name="connsiteX92" fmla="*/ 176362 w 362313"/>
              <a:gd name="connsiteY92" fmla="*/ 241953 h 361971"/>
              <a:gd name="connsiteX93" fmla="*/ 140579 w 362313"/>
              <a:gd name="connsiteY93" fmla="*/ 227908 h 361971"/>
              <a:gd name="connsiteX94" fmla="*/ 132272 w 362313"/>
              <a:gd name="connsiteY94" fmla="*/ 229185 h 361971"/>
              <a:gd name="connsiteX95" fmla="*/ 128438 w 362313"/>
              <a:gd name="connsiteY95" fmla="*/ 233654 h 361971"/>
              <a:gd name="connsiteX96" fmla="*/ 187864 w 362313"/>
              <a:gd name="connsiteY96" fmla="*/ 268127 h 361971"/>
              <a:gd name="connsiteX97" fmla="*/ 204478 w 362313"/>
              <a:gd name="connsiteY97" fmla="*/ 271958 h 361971"/>
              <a:gd name="connsiteX98" fmla="*/ 220453 w 362313"/>
              <a:gd name="connsiteY98" fmla="*/ 279618 h 361971"/>
              <a:gd name="connsiteX99" fmla="*/ 231955 w 362313"/>
              <a:gd name="connsiteY99" fmla="*/ 294301 h 361971"/>
              <a:gd name="connsiteX100" fmla="*/ 230677 w 362313"/>
              <a:gd name="connsiteY100" fmla="*/ 303239 h 361971"/>
              <a:gd name="connsiteX101" fmla="*/ 226843 w 362313"/>
              <a:gd name="connsiteY101" fmla="*/ 304516 h 361971"/>
              <a:gd name="connsiteX102" fmla="*/ 221731 w 362313"/>
              <a:gd name="connsiteY102" fmla="*/ 301962 h 361971"/>
              <a:gd name="connsiteX103" fmla="*/ 210229 w 362313"/>
              <a:gd name="connsiteY103" fmla="*/ 287279 h 361971"/>
              <a:gd name="connsiteX104" fmla="*/ 204478 w 362313"/>
              <a:gd name="connsiteY104" fmla="*/ 284725 h 361971"/>
              <a:gd name="connsiteX105" fmla="*/ 181474 w 362313"/>
              <a:gd name="connsiteY105" fmla="*/ 278980 h 361971"/>
              <a:gd name="connsiteX106" fmla="*/ 121409 w 362313"/>
              <a:gd name="connsiteY106" fmla="*/ 243868 h 361971"/>
              <a:gd name="connsiteX107" fmla="*/ 117575 w 362313"/>
              <a:gd name="connsiteY107" fmla="*/ 226631 h 361971"/>
              <a:gd name="connsiteX108" fmla="*/ 145690 w 362313"/>
              <a:gd name="connsiteY108" fmla="*/ 215140 h 361971"/>
              <a:gd name="connsiteX109" fmla="*/ 160387 w 362313"/>
              <a:gd name="connsiteY109" fmla="*/ 220886 h 361971"/>
              <a:gd name="connsiteX110" fmla="*/ 123965 w 362313"/>
              <a:gd name="connsiteY110" fmla="*/ 171729 h 361971"/>
              <a:gd name="connsiteX111" fmla="*/ 127160 w 362313"/>
              <a:gd name="connsiteY111" fmla="*/ 145555 h 361971"/>
              <a:gd name="connsiteX112" fmla="*/ 132911 w 362313"/>
              <a:gd name="connsiteY112" fmla="*/ 143001 h 361971"/>
              <a:gd name="connsiteX113" fmla="*/ 138662 w 362313"/>
              <a:gd name="connsiteY113" fmla="*/ 120019 h 361971"/>
              <a:gd name="connsiteX114" fmla="*/ 152719 w 362313"/>
              <a:gd name="connsiteY114" fmla="*/ 116189 h 361971"/>
              <a:gd name="connsiteX115" fmla="*/ 158470 w 362313"/>
              <a:gd name="connsiteY115" fmla="*/ 118104 h 361971"/>
              <a:gd name="connsiteX116" fmla="*/ 163582 w 362313"/>
              <a:gd name="connsiteY116" fmla="*/ 111720 h 361971"/>
              <a:gd name="connsiteX117" fmla="*/ 177640 w 362313"/>
              <a:gd name="connsiteY117" fmla="*/ 107889 h 361971"/>
              <a:gd name="connsiteX118" fmla="*/ 189781 w 362313"/>
              <a:gd name="connsiteY118" fmla="*/ 114912 h 361971"/>
              <a:gd name="connsiteX119" fmla="*/ 193615 w 362313"/>
              <a:gd name="connsiteY119" fmla="*/ 120019 h 361971"/>
              <a:gd name="connsiteX120" fmla="*/ 197449 w 362313"/>
              <a:gd name="connsiteY120" fmla="*/ 115550 h 361971"/>
              <a:gd name="connsiteX121" fmla="*/ 223648 w 362313"/>
              <a:gd name="connsiteY121" fmla="*/ 118742 h 361971"/>
              <a:gd name="connsiteX122" fmla="*/ 223648 w 362313"/>
              <a:gd name="connsiteY122" fmla="*/ 118742 h 361971"/>
              <a:gd name="connsiteX123" fmla="*/ 275406 w 362313"/>
              <a:gd name="connsiteY123" fmla="*/ 186412 h 361971"/>
              <a:gd name="connsiteX124" fmla="*/ 284991 w 362313"/>
              <a:gd name="connsiteY124" fmla="*/ 221524 h 361971"/>
              <a:gd name="connsiteX125" fmla="*/ 286269 w 362313"/>
              <a:gd name="connsiteY125" fmla="*/ 226631 h 361971"/>
              <a:gd name="connsiteX126" fmla="*/ 299049 w 362313"/>
              <a:gd name="connsiteY126" fmla="*/ 243230 h 361971"/>
              <a:gd name="connsiteX127" fmla="*/ 297771 w 362313"/>
              <a:gd name="connsiteY127" fmla="*/ 253444 h 361971"/>
              <a:gd name="connsiteX128" fmla="*/ 297771 w 362313"/>
              <a:gd name="connsiteY128" fmla="*/ 253444 h 361971"/>
              <a:gd name="connsiteX129" fmla="*/ 297771 w 362313"/>
              <a:gd name="connsiteY129" fmla="*/ 25344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lnTo>
                  <a:pt x="181474" y="0"/>
                </a:lnTo>
                <a:close/>
                <a:moveTo>
                  <a:pt x="185308" y="65117"/>
                </a:moveTo>
                <a:cubicBezTo>
                  <a:pt x="203839" y="54902"/>
                  <a:pt x="225565" y="53625"/>
                  <a:pt x="245374" y="61925"/>
                </a:cubicBezTo>
                <a:cubicBezTo>
                  <a:pt x="258153" y="67032"/>
                  <a:pt x="268377" y="75969"/>
                  <a:pt x="276045" y="87461"/>
                </a:cubicBezTo>
                <a:cubicBezTo>
                  <a:pt x="277962" y="90653"/>
                  <a:pt x="277323" y="94483"/>
                  <a:pt x="274128" y="96398"/>
                </a:cubicBezTo>
                <a:cubicBezTo>
                  <a:pt x="272850" y="97037"/>
                  <a:pt x="272211" y="97675"/>
                  <a:pt x="270933" y="97675"/>
                </a:cubicBezTo>
                <a:cubicBezTo>
                  <a:pt x="269016" y="97675"/>
                  <a:pt x="266460" y="96398"/>
                  <a:pt x="265821" y="95121"/>
                </a:cubicBezTo>
                <a:cubicBezTo>
                  <a:pt x="249847" y="70862"/>
                  <a:pt x="217897" y="62563"/>
                  <a:pt x="192337" y="77246"/>
                </a:cubicBezTo>
                <a:cubicBezTo>
                  <a:pt x="189142" y="79161"/>
                  <a:pt x="185308" y="77885"/>
                  <a:pt x="183391" y="74693"/>
                </a:cubicBezTo>
                <a:cubicBezTo>
                  <a:pt x="181474" y="71501"/>
                  <a:pt x="182113" y="67032"/>
                  <a:pt x="185308" y="65117"/>
                </a:cubicBezTo>
                <a:lnTo>
                  <a:pt x="185308" y="65117"/>
                </a:lnTo>
                <a:close/>
                <a:moveTo>
                  <a:pt x="254958" y="111081"/>
                </a:moveTo>
                <a:cubicBezTo>
                  <a:pt x="251763" y="112997"/>
                  <a:pt x="247929" y="112358"/>
                  <a:pt x="246013" y="109166"/>
                </a:cubicBezTo>
                <a:cubicBezTo>
                  <a:pt x="236428" y="94483"/>
                  <a:pt x="217258" y="90014"/>
                  <a:pt x="201922" y="98313"/>
                </a:cubicBezTo>
                <a:cubicBezTo>
                  <a:pt x="198727" y="100229"/>
                  <a:pt x="194893" y="98952"/>
                  <a:pt x="192976" y="95760"/>
                </a:cubicBezTo>
                <a:cubicBezTo>
                  <a:pt x="191059" y="92568"/>
                  <a:pt x="192337" y="88737"/>
                  <a:pt x="195532" y="86822"/>
                </a:cubicBezTo>
                <a:cubicBezTo>
                  <a:pt x="216619" y="74693"/>
                  <a:pt x="243457" y="81715"/>
                  <a:pt x="256237" y="101505"/>
                </a:cubicBezTo>
                <a:cubicBezTo>
                  <a:pt x="258153" y="104697"/>
                  <a:pt x="257514" y="108528"/>
                  <a:pt x="254958" y="111081"/>
                </a:cubicBezTo>
                <a:lnTo>
                  <a:pt x="254958" y="111081"/>
                </a:lnTo>
                <a:close/>
                <a:moveTo>
                  <a:pt x="101600" y="282810"/>
                </a:moveTo>
                <a:cubicBezTo>
                  <a:pt x="99683" y="286002"/>
                  <a:pt x="95849" y="286641"/>
                  <a:pt x="92654" y="284725"/>
                </a:cubicBezTo>
                <a:cubicBezTo>
                  <a:pt x="92654" y="284725"/>
                  <a:pt x="92654" y="284725"/>
                  <a:pt x="92654" y="284725"/>
                </a:cubicBezTo>
                <a:cubicBezTo>
                  <a:pt x="63260" y="264935"/>
                  <a:pt x="53675" y="224716"/>
                  <a:pt x="72206" y="194073"/>
                </a:cubicBezTo>
                <a:cubicBezTo>
                  <a:pt x="74123" y="191519"/>
                  <a:pt x="78596" y="190881"/>
                  <a:pt x="81152" y="192796"/>
                </a:cubicBezTo>
                <a:cubicBezTo>
                  <a:pt x="83708" y="194711"/>
                  <a:pt x="84347" y="197903"/>
                  <a:pt x="83069" y="200457"/>
                </a:cubicBezTo>
                <a:cubicBezTo>
                  <a:pt x="68372" y="225355"/>
                  <a:pt x="75401" y="257913"/>
                  <a:pt x="99683" y="273873"/>
                </a:cubicBezTo>
                <a:cubicBezTo>
                  <a:pt x="102878" y="275788"/>
                  <a:pt x="104156" y="279618"/>
                  <a:pt x="101600" y="282810"/>
                </a:cubicBezTo>
                <a:cubicBezTo>
                  <a:pt x="102239" y="282810"/>
                  <a:pt x="101600" y="282810"/>
                  <a:pt x="101600" y="282810"/>
                </a:cubicBezTo>
                <a:lnTo>
                  <a:pt x="101600" y="282810"/>
                </a:lnTo>
                <a:close/>
                <a:moveTo>
                  <a:pt x="116936" y="264297"/>
                </a:moveTo>
                <a:cubicBezTo>
                  <a:pt x="115019" y="267489"/>
                  <a:pt x="111185" y="268127"/>
                  <a:pt x="107990" y="266212"/>
                </a:cubicBezTo>
                <a:cubicBezTo>
                  <a:pt x="107990" y="266212"/>
                  <a:pt x="107990" y="266212"/>
                  <a:pt x="107990" y="266212"/>
                </a:cubicBezTo>
                <a:cubicBezTo>
                  <a:pt x="88181" y="252806"/>
                  <a:pt x="81791" y="225993"/>
                  <a:pt x="93932" y="204926"/>
                </a:cubicBezTo>
                <a:cubicBezTo>
                  <a:pt x="95849" y="201734"/>
                  <a:pt x="99683" y="200457"/>
                  <a:pt x="102239" y="202372"/>
                </a:cubicBezTo>
                <a:cubicBezTo>
                  <a:pt x="105434" y="204287"/>
                  <a:pt x="106712" y="208118"/>
                  <a:pt x="104795" y="210671"/>
                </a:cubicBezTo>
                <a:cubicBezTo>
                  <a:pt x="104795" y="210671"/>
                  <a:pt x="104795" y="210671"/>
                  <a:pt x="104795" y="211310"/>
                </a:cubicBezTo>
                <a:cubicBezTo>
                  <a:pt x="95849" y="226631"/>
                  <a:pt x="100322" y="245783"/>
                  <a:pt x="115019" y="255359"/>
                </a:cubicBezTo>
                <a:cubicBezTo>
                  <a:pt x="118214" y="257274"/>
                  <a:pt x="118853" y="261105"/>
                  <a:pt x="116936" y="264297"/>
                </a:cubicBezTo>
                <a:cubicBezTo>
                  <a:pt x="116936" y="263658"/>
                  <a:pt x="116936" y="263658"/>
                  <a:pt x="116936" y="264297"/>
                </a:cubicBezTo>
                <a:lnTo>
                  <a:pt x="116936" y="264297"/>
                </a:lnTo>
                <a:close/>
                <a:moveTo>
                  <a:pt x="297771" y="253444"/>
                </a:moveTo>
                <a:cubicBezTo>
                  <a:pt x="296493" y="254082"/>
                  <a:pt x="295215" y="254721"/>
                  <a:pt x="293937" y="254721"/>
                </a:cubicBezTo>
                <a:cubicBezTo>
                  <a:pt x="292020" y="254721"/>
                  <a:pt x="290103" y="254082"/>
                  <a:pt x="288825" y="252167"/>
                </a:cubicBezTo>
                <a:lnTo>
                  <a:pt x="276045" y="235569"/>
                </a:lnTo>
                <a:cubicBezTo>
                  <a:pt x="272850" y="231738"/>
                  <a:pt x="271572" y="226631"/>
                  <a:pt x="272211" y="221524"/>
                </a:cubicBezTo>
                <a:cubicBezTo>
                  <a:pt x="273489" y="211948"/>
                  <a:pt x="270933" y="203011"/>
                  <a:pt x="265182" y="195350"/>
                </a:cubicBezTo>
                <a:lnTo>
                  <a:pt x="214063" y="127680"/>
                </a:lnTo>
                <a:cubicBezTo>
                  <a:pt x="212146" y="125126"/>
                  <a:pt x="208312" y="124488"/>
                  <a:pt x="205756" y="126403"/>
                </a:cubicBezTo>
                <a:cubicBezTo>
                  <a:pt x="203200" y="128318"/>
                  <a:pt x="202561" y="132149"/>
                  <a:pt x="204478" y="134702"/>
                </a:cubicBezTo>
                <a:lnTo>
                  <a:pt x="227482" y="165345"/>
                </a:lnTo>
                <a:cubicBezTo>
                  <a:pt x="229399" y="168537"/>
                  <a:pt x="228760" y="172368"/>
                  <a:pt x="225565" y="174283"/>
                </a:cubicBezTo>
                <a:cubicBezTo>
                  <a:pt x="223009" y="176198"/>
                  <a:pt x="219175" y="175560"/>
                  <a:pt x="217258" y="173006"/>
                </a:cubicBezTo>
                <a:lnTo>
                  <a:pt x="194254" y="142363"/>
                </a:lnTo>
                <a:lnTo>
                  <a:pt x="179557" y="123211"/>
                </a:lnTo>
                <a:cubicBezTo>
                  <a:pt x="178279" y="121934"/>
                  <a:pt x="177001" y="121296"/>
                  <a:pt x="175723" y="121296"/>
                </a:cubicBezTo>
                <a:cubicBezTo>
                  <a:pt x="174445" y="121296"/>
                  <a:pt x="172528" y="121296"/>
                  <a:pt x="171250" y="122573"/>
                </a:cubicBezTo>
                <a:cubicBezTo>
                  <a:pt x="168694" y="124488"/>
                  <a:pt x="168055" y="127680"/>
                  <a:pt x="169972" y="130233"/>
                </a:cubicBezTo>
                <a:lnTo>
                  <a:pt x="208312" y="180028"/>
                </a:lnTo>
                <a:cubicBezTo>
                  <a:pt x="210229" y="183220"/>
                  <a:pt x="209590" y="187051"/>
                  <a:pt x="206395" y="188966"/>
                </a:cubicBezTo>
                <a:cubicBezTo>
                  <a:pt x="203839" y="190881"/>
                  <a:pt x="200005" y="190243"/>
                  <a:pt x="198088" y="187689"/>
                </a:cubicBezTo>
                <a:lnTo>
                  <a:pt x="159748" y="138533"/>
                </a:lnTo>
                <a:lnTo>
                  <a:pt x="159748" y="138533"/>
                </a:lnTo>
                <a:lnTo>
                  <a:pt x="159109" y="137894"/>
                </a:lnTo>
                <a:lnTo>
                  <a:pt x="154637" y="132149"/>
                </a:lnTo>
                <a:cubicBezTo>
                  <a:pt x="152719" y="129595"/>
                  <a:pt x="148885" y="128957"/>
                  <a:pt x="146330" y="130872"/>
                </a:cubicBezTo>
                <a:cubicBezTo>
                  <a:pt x="146330" y="130872"/>
                  <a:pt x="146330" y="130872"/>
                  <a:pt x="146330" y="130872"/>
                </a:cubicBezTo>
                <a:cubicBezTo>
                  <a:pt x="143774" y="132787"/>
                  <a:pt x="143135" y="136617"/>
                  <a:pt x="145052" y="139171"/>
                </a:cubicBezTo>
                <a:cubicBezTo>
                  <a:pt x="145052" y="139171"/>
                  <a:pt x="145052" y="139171"/>
                  <a:pt x="145052" y="139171"/>
                </a:cubicBezTo>
                <a:lnTo>
                  <a:pt x="152719" y="149385"/>
                </a:lnTo>
                <a:lnTo>
                  <a:pt x="153358" y="150024"/>
                </a:lnTo>
                <a:lnTo>
                  <a:pt x="153358" y="150024"/>
                </a:lnTo>
                <a:lnTo>
                  <a:pt x="187864" y="195350"/>
                </a:lnTo>
                <a:cubicBezTo>
                  <a:pt x="189781" y="197903"/>
                  <a:pt x="189142" y="202372"/>
                  <a:pt x="186586" y="204287"/>
                </a:cubicBezTo>
                <a:cubicBezTo>
                  <a:pt x="185308" y="204926"/>
                  <a:pt x="184030" y="205564"/>
                  <a:pt x="182752" y="205564"/>
                </a:cubicBezTo>
                <a:cubicBezTo>
                  <a:pt x="180835" y="205564"/>
                  <a:pt x="178918" y="204926"/>
                  <a:pt x="177640" y="203011"/>
                </a:cubicBezTo>
                <a:lnTo>
                  <a:pt x="142496" y="157046"/>
                </a:lnTo>
                <a:cubicBezTo>
                  <a:pt x="141857" y="155769"/>
                  <a:pt x="139940" y="155131"/>
                  <a:pt x="138662" y="155131"/>
                </a:cubicBezTo>
                <a:cubicBezTo>
                  <a:pt x="137384" y="155131"/>
                  <a:pt x="135467" y="155131"/>
                  <a:pt x="134189" y="156408"/>
                </a:cubicBezTo>
                <a:cubicBezTo>
                  <a:pt x="131633" y="158323"/>
                  <a:pt x="130994" y="162153"/>
                  <a:pt x="132911" y="164707"/>
                </a:cubicBezTo>
                <a:lnTo>
                  <a:pt x="180196" y="226631"/>
                </a:lnTo>
                <a:cubicBezTo>
                  <a:pt x="192976" y="217694"/>
                  <a:pt x="208312" y="214502"/>
                  <a:pt x="223648" y="217694"/>
                </a:cubicBezTo>
                <a:cubicBezTo>
                  <a:pt x="227482" y="218332"/>
                  <a:pt x="229399" y="222163"/>
                  <a:pt x="228760" y="225355"/>
                </a:cubicBezTo>
                <a:cubicBezTo>
                  <a:pt x="228121" y="229185"/>
                  <a:pt x="224287" y="231100"/>
                  <a:pt x="221092" y="230462"/>
                </a:cubicBezTo>
                <a:cubicBezTo>
                  <a:pt x="208951" y="227908"/>
                  <a:pt x="196810" y="230462"/>
                  <a:pt x="187225" y="238122"/>
                </a:cubicBezTo>
                <a:cubicBezTo>
                  <a:pt x="185947" y="238761"/>
                  <a:pt x="185308" y="240038"/>
                  <a:pt x="184030" y="240676"/>
                </a:cubicBezTo>
                <a:cubicBezTo>
                  <a:pt x="182113" y="242591"/>
                  <a:pt x="179557" y="242591"/>
                  <a:pt x="177001" y="241953"/>
                </a:cubicBezTo>
                <a:lnTo>
                  <a:pt x="176362" y="241953"/>
                </a:lnTo>
                <a:cubicBezTo>
                  <a:pt x="176362" y="241953"/>
                  <a:pt x="157832" y="234292"/>
                  <a:pt x="140579" y="227908"/>
                </a:cubicBezTo>
                <a:cubicBezTo>
                  <a:pt x="137384" y="227270"/>
                  <a:pt x="134828" y="227270"/>
                  <a:pt x="132272" y="229185"/>
                </a:cubicBezTo>
                <a:cubicBezTo>
                  <a:pt x="130355" y="230462"/>
                  <a:pt x="129077" y="231738"/>
                  <a:pt x="128438" y="233654"/>
                </a:cubicBezTo>
                <a:lnTo>
                  <a:pt x="187864" y="268127"/>
                </a:lnTo>
                <a:cubicBezTo>
                  <a:pt x="192976" y="270681"/>
                  <a:pt x="198727" y="272596"/>
                  <a:pt x="204478" y="271958"/>
                </a:cubicBezTo>
                <a:cubicBezTo>
                  <a:pt x="210868" y="271958"/>
                  <a:pt x="216619" y="274511"/>
                  <a:pt x="220453" y="279618"/>
                </a:cubicBezTo>
                <a:lnTo>
                  <a:pt x="231955" y="294301"/>
                </a:lnTo>
                <a:cubicBezTo>
                  <a:pt x="233872" y="296855"/>
                  <a:pt x="233872" y="301324"/>
                  <a:pt x="230677" y="303239"/>
                </a:cubicBezTo>
                <a:cubicBezTo>
                  <a:pt x="229399" y="303877"/>
                  <a:pt x="228121" y="304516"/>
                  <a:pt x="226843" y="304516"/>
                </a:cubicBezTo>
                <a:cubicBezTo>
                  <a:pt x="224926" y="304516"/>
                  <a:pt x="223009" y="303877"/>
                  <a:pt x="221731" y="301962"/>
                </a:cubicBezTo>
                <a:lnTo>
                  <a:pt x="210229" y="287279"/>
                </a:lnTo>
                <a:cubicBezTo>
                  <a:pt x="208951" y="285364"/>
                  <a:pt x="207034" y="284725"/>
                  <a:pt x="204478" y="284725"/>
                </a:cubicBezTo>
                <a:cubicBezTo>
                  <a:pt x="196171" y="284725"/>
                  <a:pt x="188503" y="282810"/>
                  <a:pt x="181474" y="278980"/>
                </a:cubicBezTo>
                <a:lnTo>
                  <a:pt x="121409" y="243868"/>
                </a:lnTo>
                <a:cubicBezTo>
                  <a:pt x="115658" y="240038"/>
                  <a:pt x="113741" y="232377"/>
                  <a:pt x="117575" y="226631"/>
                </a:cubicBezTo>
                <a:cubicBezTo>
                  <a:pt x="122687" y="216417"/>
                  <a:pt x="134828" y="211310"/>
                  <a:pt x="145690" y="215140"/>
                </a:cubicBezTo>
                <a:lnTo>
                  <a:pt x="160387" y="220886"/>
                </a:lnTo>
                <a:lnTo>
                  <a:pt x="123965" y="171729"/>
                </a:lnTo>
                <a:cubicBezTo>
                  <a:pt x="117575" y="163430"/>
                  <a:pt x="119492" y="151939"/>
                  <a:pt x="127160" y="145555"/>
                </a:cubicBezTo>
                <a:cubicBezTo>
                  <a:pt x="129077" y="144278"/>
                  <a:pt x="130994" y="143640"/>
                  <a:pt x="132911" y="143001"/>
                </a:cubicBezTo>
                <a:cubicBezTo>
                  <a:pt x="129077" y="135341"/>
                  <a:pt x="131633" y="125765"/>
                  <a:pt x="138662" y="120019"/>
                </a:cubicBezTo>
                <a:cubicBezTo>
                  <a:pt x="142496" y="116827"/>
                  <a:pt x="147608" y="115550"/>
                  <a:pt x="152719" y="116189"/>
                </a:cubicBezTo>
                <a:cubicBezTo>
                  <a:pt x="154637" y="116189"/>
                  <a:pt x="156553" y="116827"/>
                  <a:pt x="158470" y="118104"/>
                </a:cubicBezTo>
                <a:cubicBezTo>
                  <a:pt x="159748" y="115550"/>
                  <a:pt x="161665" y="113635"/>
                  <a:pt x="163582" y="111720"/>
                </a:cubicBezTo>
                <a:cubicBezTo>
                  <a:pt x="167416" y="108528"/>
                  <a:pt x="172528" y="107251"/>
                  <a:pt x="177640" y="107889"/>
                </a:cubicBezTo>
                <a:cubicBezTo>
                  <a:pt x="182752" y="108528"/>
                  <a:pt x="187225" y="111081"/>
                  <a:pt x="189781" y="114912"/>
                </a:cubicBezTo>
                <a:lnTo>
                  <a:pt x="193615" y="120019"/>
                </a:lnTo>
                <a:cubicBezTo>
                  <a:pt x="194893" y="118104"/>
                  <a:pt x="196171" y="116827"/>
                  <a:pt x="197449" y="115550"/>
                </a:cubicBezTo>
                <a:cubicBezTo>
                  <a:pt x="205756" y="109166"/>
                  <a:pt x="217258" y="111081"/>
                  <a:pt x="223648" y="118742"/>
                </a:cubicBezTo>
                <a:cubicBezTo>
                  <a:pt x="223648" y="118742"/>
                  <a:pt x="223648" y="118742"/>
                  <a:pt x="223648" y="118742"/>
                </a:cubicBezTo>
                <a:lnTo>
                  <a:pt x="275406" y="186412"/>
                </a:lnTo>
                <a:cubicBezTo>
                  <a:pt x="283074" y="196627"/>
                  <a:pt x="286908" y="209395"/>
                  <a:pt x="284991" y="221524"/>
                </a:cubicBezTo>
                <a:cubicBezTo>
                  <a:pt x="284991" y="223439"/>
                  <a:pt x="284991" y="225355"/>
                  <a:pt x="286269" y="226631"/>
                </a:cubicBezTo>
                <a:lnTo>
                  <a:pt x="299049" y="243230"/>
                </a:lnTo>
                <a:cubicBezTo>
                  <a:pt x="301605" y="247060"/>
                  <a:pt x="300966" y="251529"/>
                  <a:pt x="297771" y="253444"/>
                </a:cubicBezTo>
                <a:cubicBezTo>
                  <a:pt x="297771" y="253444"/>
                  <a:pt x="297771" y="253444"/>
                  <a:pt x="297771" y="253444"/>
                </a:cubicBezTo>
                <a:lnTo>
                  <a:pt x="297771" y="253444"/>
                </a:lnTo>
                <a:close/>
              </a:path>
            </a:pathLst>
          </a:custGeom>
          <a:solidFill>
            <a:srgbClr val="00A3E0"/>
          </a:solidFill>
          <a:ln w="6390" cap="flat">
            <a:noFill/>
            <a:prstDash val="solid"/>
            <a:miter/>
          </a:ln>
        </p:spPr>
        <p:txBody>
          <a:bodyPr rtlCol="0" anchor="ctr"/>
          <a:lstStyle/>
          <a:p>
            <a:endParaRPr lang="en-US"/>
          </a:p>
        </p:txBody>
      </p:sp>
      <p:grpSp>
        <p:nvGrpSpPr>
          <p:cNvPr id="252" name="Graphic 4">
            <a:extLst>
              <a:ext uri="{FF2B5EF4-FFF2-40B4-BE49-F238E27FC236}">
                <a16:creationId xmlns:a16="http://schemas.microsoft.com/office/drawing/2014/main" id="{616F86EA-ADB8-F24E-84A4-7C2071C68BCE}"/>
              </a:ext>
            </a:extLst>
          </p:cNvPr>
          <p:cNvGrpSpPr>
            <a:grpSpLocks noChangeAspect="1"/>
          </p:cNvGrpSpPr>
          <p:nvPr/>
        </p:nvGrpSpPr>
        <p:grpSpPr>
          <a:xfrm>
            <a:off x="2560447" y="3339623"/>
            <a:ext cx="362309" cy="361971"/>
            <a:chOff x="2560447" y="3339623"/>
            <a:chExt cx="362309" cy="361971"/>
          </a:xfrm>
          <a:solidFill>
            <a:srgbClr val="00A3E0"/>
          </a:solidFill>
        </p:grpSpPr>
        <p:sp>
          <p:nvSpPr>
            <p:cNvPr id="253" name="Graphic 4">
              <a:extLst>
                <a:ext uri="{FF2B5EF4-FFF2-40B4-BE49-F238E27FC236}">
                  <a16:creationId xmlns:a16="http://schemas.microsoft.com/office/drawing/2014/main" id="{11BAB84E-5EA9-C44B-AF4C-5214AC4FC6B2}"/>
                </a:ext>
              </a:extLst>
            </p:cNvPr>
            <p:cNvSpPr/>
            <p:nvPr/>
          </p:nvSpPr>
          <p:spPr>
            <a:xfrm>
              <a:off x="2560447" y="33396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lnTo>
                    <a:pt x="181474" y="349204"/>
                  </a:lnTo>
                  <a:close/>
                </a:path>
              </a:pathLst>
            </a:custGeom>
            <a:solidFill>
              <a:srgbClr val="00A3E0"/>
            </a:solidFill>
            <a:ln w="6390" cap="flat">
              <a:noFill/>
              <a:prstDash val="solid"/>
              <a:miter/>
            </a:ln>
          </p:spPr>
          <p:txBody>
            <a:bodyPr rtlCol="0" anchor="ctr"/>
            <a:lstStyle/>
            <a:p>
              <a:endParaRPr lang="en-US"/>
            </a:p>
          </p:txBody>
        </p:sp>
        <p:sp>
          <p:nvSpPr>
            <p:cNvPr id="254" name="Graphic 4">
              <a:extLst>
                <a:ext uri="{FF2B5EF4-FFF2-40B4-BE49-F238E27FC236}">
                  <a16:creationId xmlns:a16="http://schemas.microsoft.com/office/drawing/2014/main" id="{69CE5F83-8F82-A443-8E12-3475B0A697A6}"/>
                </a:ext>
              </a:extLst>
            </p:cNvPr>
            <p:cNvSpPr/>
            <p:nvPr/>
          </p:nvSpPr>
          <p:spPr>
            <a:xfrm>
              <a:off x="2635699" y="3420603"/>
              <a:ext cx="206572" cy="204384"/>
            </a:xfrm>
            <a:custGeom>
              <a:avLst/>
              <a:gdLst>
                <a:gd name="connsiteX0" fmla="*/ 183541 w 206572"/>
                <a:gd name="connsiteY0" fmla="*/ 14780 h 204384"/>
                <a:gd name="connsiteX1" fmla="*/ 170761 w 206572"/>
                <a:gd name="connsiteY1" fmla="*/ 18610 h 204384"/>
                <a:gd name="connsiteX2" fmla="*/ 166927 w 206572"/>
                <a:gd name="connsiteY2" fmla="*/ 12865 h 204384"/>
                <a:gd name="connsiteX3" fmla="*/ 150952 w 206572"/>
                <a:gd name="connsiteY3" fmla="*/ 6481 h 204384"/>
                <a:gd name="connsiteX4" fmla="*/ 137533 w 206572"/>
                <a:gd name="connsiteY4" fmla="*/ 10950 h 204384"/>
                <a:gd name="connsiteX5" fmla="*/ 134338 w 206572"/>
                <a:gd name="connsiteY5" fmla="*/ 6481 h 204384"/>
                <a:gd name="connsiteX6" fmla="*/ 118363 w 206572"/>
                <a:gd name="connsiteY6" fmla="*/ 97 h 204384"/>
                <a:gd name="connsiteX7" fmla="*/ 99833 w 206572"/>
                <a:gd name="connsiteY7" fmla="*/ 9673 h 204384"/>
                <a:gd name="connsiteX8" fmla="*/ 85136 w 206572"/>
                <a:gd name="connsiteY8" fmla="*/ 4566 h 204384"/>
                <a:gd name="connsiteX9" fmla="*/ 62132 w 206572"/>
                <a:gd name="connsiteY9" fmla="*/ 27548 h 204384"/>
                <a:gd name="connsiteX10" fmla="*/ 62132 w 206572"/>
                <a:gd name="connsiteY10" fmla="*/ 70959 h 204384"/>
                <a:gd name="connsiteX11" fmla="*/ 46796 w 206572"/>
                <a:gd name="connsiteY11" fmla="*/ 46062 h 204384"/>
                <a:gd name="connsiteX12" fmla="*/ 9734 w 206572"/>
                <a:gd name="connsiteY12" fmla="*/ 36486 h 204384"/>
                <a:gd name="connsiteX13" fmla="*/ 789 w 206572"/>
                <a:gd name="connsiteY13" fmla="*/ 54999 h 204384"/>
                <a:gd name="connsiteX14" fmla="*/ 37211 w 206572"/>
                <a:gd name="connsiteY14" fmla="*/ 142460 h 204384"/>
                <a:gd name="connsiteX15" fmla="*/ 57020 w 206572"/>
                <a:gd name="connsiteY15" fmla="*/ 166719 h 204384"/>
                <a:gd name="connsiteX16" fmla="*/ 61493 w 206572"/>
                <a:gd name="connsiteY16" fmla="*/ 176295 h 204384"/>
                <a:gd name="connsiteX17" fmla="*/ 61493 w 206572"/>
                <a:gd name="connsiteY17" fmla="*/ 196724 h 204384"/>
                <a:gd name="connsiteX18" fmla="*/ 67883 w 206572"/>
                <a:gd name="connsiteY18" fmla="*/ 203108 h 204384"/>
                <a:gd name="connsiteX19" fmla="*/ 74273 w 206572"/>
                <a:gd name="connsiteY19" fmla="*/ 196724 h 204384"/>
                <a:gd name="connsiteX20" fmla="*/ 74273 w 206572"/>
                <a:gd name="connsiteY20" fmla="*/ 176295 h 204384"/>
                <a:gd name="connsiteX21" fmla="*/ 64688 w 206572"/>
                <a:gd name="connsiteY21" fmla="*/ 156505 h 204384"/>
                <a:gd name="connsiteX22" fmla="*/ 49352 w 206572"/>
                <a:gd name="connsiteY22" fmla="*/ 137353 h 204384"/>
                <a:gd name="connsiteX23" fmla="*/ 12929 w 206572"/>
                <a:gd name="connsiteY23" fmla="*/ 49892 h 204384"/>
                <a:gd name="connsiteX24" fmla="*/ 19319 w 206572"/>
                <a:gd name="connsiteY24" fmla="*/ 46700 h 204384"/>
                <a:gd name="connsiteX25" fmla="*/ 35294 w 206572"/>
                <a:gd name="connsiteY25" fmla="*/ 53084 h 204384"/>
                <a:gd name="connsiteX26" fmla="*/ 62132 w 206572"/>
                <a:gd name="connsiteY26" fmla="*/ 97134 h 204384"/>
                <a:gd name="connsiteX27" fmla="*/ 62771 w 206572"/>
                <a:gd name="connsiteY27" fmla="*/ 97772 h 204384"/>
                <a:gd name="connsiteX28" fmla="*/ 69161 w 206572"/>
                <a:gd name="connsiteY28" fmla="*/ 100964 h 204384"/>
                <a:gd name="connsiteX29" fmla="*/ 76190 w 206572"/>
                <a:gd name="connsiteY29" fmla="*/ 100964 h 204384"/>
                <a:gd name="connsiteX30" fmla="*/ 131143 w 206572"/>
                <a:gd name="connsiteY30" fmla="*/ 126500 h 204384"/>
                <a:gd name="connsiteX31" fmla="*/ 140089 w 206572"/>
                <a:gd name="connsiteY31" fmla="*/ 127777 h 204384"/>
                <a:gd name="connsiteX32" fmla="*/ 141367 w 206572"/>
                <a:gd name="connsiteY32" fmla="*/ 118839 h 204384"/>
                <a:gd name="connsiteX33" fmla="*/ 140728 w 206572"/>
                <a:gd name="connsiteY33" fmla="*/ 118201 h 204384"/>
                <a:gd name="connsiteX34" fmla="*/ 74273 w 206572"/>
                <a:gd name="connsiteY34" fmla="*/ 88834 h 204384"/>
                <a:gd name="connsiteX35" fmla="*/ 74273 w 206572"/>
                <a:gd name="connsiteY35" fmla="*/ 76066 h 204384"/>
                <a:gd name="connsiteX36" fmla="*/ 97277 w 206572"/>
                <a:gd name="connsiteY36" fmla="*/ 74151 h 204384"/>
                <a:gd name="connsiteX37" fmla="*/ 127948 w 206572"/>
                <a:gd name="connsiteY37" fmla="*/ 83727 h 204384"/>
                <a:gd name="connsiteX38" fmla="*/ 131143 w 206572"/>
                <a:gd name="connsiteY38" fmla="*/ 81812 h 204384"/>
                <a:gd name="connsiteX39" fmla="*/ 134338 w 206572"/>
                <a:gd name="connsiteY39" fmla="*/ 85642 h 204384"/>
                <a:gd name="connsiteX40" fmla="*/ 166288 w 206572"/>
                <a:gd name="connsiteY40" fmla="*/ 85642 h 204384"/>
                <a:gd name="connsiteX41" fmla="*/ 168844 w 206572"/>
                <a:gd name="connsiteY41" fmla="*/ 83089 h 204384"/>
                <a:gd name="connsiteX42" fmla="*/ 183541 w 206572"/>
                <a:gd name="connsiteY42" fmla="*/ 88834 h 204384"/>
                <a:gd name="connsiteX43" fmla="*/ 193765 w 206572"/>
                <a:gd name="connsiteY43" fmla="*/ 86281 h 204384"/>
                <a:gd name="connsiteX44" fmla="*/ 193765 w 206572"/>
                <a:gd name="connsiteY44" fmla="*/ 116924 h 204384"/>
                <a:gd name="connsiteX45" fmla="*/ 179707 w 206572"/>
                <a:gd name="connsiteY45" fmla="*/ 152674 h 204384"/>
                <a:gd name="connsiteX46" fmla="*/ 172678 w 206572"/>
                <a:gd name="connsiteY46" fmla="*/ 169911 h 204384"/>
                <a:gd name="connsiteX47" fmla="*/ 172678 w 206572"/>
                <a:gd name="connsiteY47" fmla="*/ 198001 h 204384"/>
                <a:gd name="connsiteX48" fmla="*/ 179068 w 206572"/>
                <a:gd name="connsiteY48" fmla="*/ 204385 h 204384"/>
                <a:gd name="connsiteX49" fmla="*/ 185458 w 206572"/>
                <a:gd name="connsiteY49" fmla="*/ 198001 h 204384"/>
                <a:gd name="connsiteX50" fmla="*/ 185458 w 206572"/>
                <a:gd name="connsiteY50" fmla="*/ 169911 h 204384"/>
                <a:gd name="connsiteX51" fmla="*/ 188653 w 206572"/>
                <a:gd name="connsiteY51" fmla="*/ 161612 h 204384"/>
                <a:gd name="connsiteX52" fmla="*/ 206544 w 206572"/>
                <a:gd name="connsiteY52" fmla="*/ 117562 h 204384"/>
                <a:gd name="connsiteX53" fmla="*/ 206544 w 206572"/>
                <a:gd name="connsiteY53" fmla="*/ 39678 h 204384"/>
                <a:gd name="connsiteX54" fmla="*/ 183541 w 206572"/>
                <a:gd name="connsiteY54" fmla="*/ 14780 h 204384"/>
                <a:gd name="connsiteX55" fmla="*/ 183541 w 206572"/>
                <a:gd name="connsiteY55" fmla="*/ 14780 h 204384"/>
                <a:gd name="connsiteX56" fmla="*/ 84497 w 206572"/>
                <a:gd name="connsiteY56" fmla="*/ 63937 h 204384"/>
                <a:gd name="connsiteX57" fmla="*/ 74273 w 206572"/>
                <a:gd name="connsiteY57" fmla="*/ 53722 h 204384"/>
                <a:gd name="connsiteX58" fmla="*/ 74273 w 206572"/>
                <a:gd name="connsiteY58" fmla="*/ 26271 h 204384"/>
                <a:gd name="connsiteX59" fmla="*/ 84497 w 206572"/>
                <a:gd name="connsiteY59" fmla="*/ 16057 h 204384"/>
                <a:gd name="connsiteX60" fmla="*/ 91526 w 206572"/>
                <a:gd name="connsiteY60" fmla="*/ 19249 h 204384"/>
                <a:gd name="connsiteX61" fmla="*/ 94721 w 206572"/>
                <a:gd name="connsiteY61" fmla="*/ 25633 h 204384"/>
                <a:gd name="connsiteX62" fmla="*/ 94721 w 206572"/>
                <a:gd name="connsiteY62" fmla="*/ 54361 h 204384"/>
                <a:gd name="connsiteX63" fmla="*/ 91526 w 206572"/>
                <a:gd name="connsiteY63" fmla="*/ 60745 h 204384"/>
                <a:gd name="connsiteX64" fmla="*/ 84497 w 206572"/>
                <a:gd name="connsiteY64" fmla="*/ 63937 h 204384"/>
                <a:gd name="connsiteX65" fmla="*/ 117724 w 206572"/>
                <a:gd name="connsiteY65" fmla="*/ 71598 h 204384"/>
                <a:gd name="connsiteX66" fmla="*/ 107500 w 206572"/>
                <a:gd name="connsiteY66" fmla="*/ 61383 h 204384"/>
                <a:gd name="connsiteX67" fmla="*/ 107500 w 206572"/>
                <a:gd name="connsiteY67" fmla="*/ 54361 h 204384"/>
                <a:gd name="connsiteX68" fmla="*/ 107500 w 206572"/>
                <a:gd name="connsiteY68" fmla="*/ 53084 h 204384"/>
                <a:gd name="connsiteX69" fmla="*/ 107500 w 206572"/>
                <a:gd name="connsiteY69" fmla="*/ 25633 h 204384"/>
                <a:gd name="connsiteX70" fmla="*/ 107500 w 206572"/>
                <a:gd name="connsiteY70" fmla="*/ 24356 h 204384"/>
                <a:gd name="connsiteX71" fmla="*/ 107500 w 206572"/>
                <a:gd name="connsiteY71" fmla="*/ 20526 h 204384"/>
                <a:gd name="connsiteX72" fmla="*/ 119002 w 206572"/>
                <a:gd name="connsiteY72" fmla="*/ 11588 h 204384"/>
                <a:gd name="connsiteX73" fmla="*/ 127948 w 206572"/>
                <a:gd name="connsiteY73" fmla="*/ 21164 h 204384"/>
                <a:gd name="connsiteX74" fmla="*/ 127948 w 206572"/>
                <a:gd name="connsiteY74" fmla="*/ 26910 h 204384"/>
                <a:gd name="connsiteX75" fmla="*/ 127948 w 206572"/>
                <a:gd name="connsiteY75" fmla="*/ 28186 h 204384"/>
                <a:gd name="connsiteX76" fmla="*/ 127948 w 206572"/>
                <a:gd name="connsiteY76" fmla="*/ 28186 h 204384"/>
                <a:gd name="connsiteX77" fmla="*/ 127948 w 206572"/>
                <a:gd name="connsiteY77" fmla="*/ 60745 h 204384"/>
                <a:gd name="connsiteX78" fmla="*/ 124753 w 206572"/>
                <a:gd name="connsiteY78" fmla="*/ 67767 h 204384"/>
                <a:gd name="connsiteX79" fmla="*/ 117724 w 206572"/>
                <a:gd name="connsiteY79" fmla="*/ 71598 h 204384"/>
                <a:gd name="connsiteX80" fmla="*/ 117724 w 206572"/>
                <a:gd name="connsiteY80" fmla="*/ 71598 h 204384"/>
                <a:gd name="connsiteX81" fmla="*/ 150952 w 206572"/>
                <a:gd name="connsiteY81" fmla="*/ 77343 h 204384"/>
                <a:gd name="connsiteX82" fmla="*/ 143923 w 206572"/>
                <a:gd name="connsiteY82" fmla="*/ 74151 h 204384"/>
                <a:gd name="connsiteX83" fmla="*/ 140728 w 206572"/>
                <a:gd name="connsiteY83" fmla="*/ 67129 h 204384"/>
                <a:gd name="connsiteX84" fmla="*/ 140728 w 206572"/>
                <a:gd name="connsiteY84" fmla="*/ 61383 h 204384"/>
                <a:gd name="connsiteX85" fmla="*/ 140728 w 206572"/>
                <a:gd name="connsiteY85" fmla="*/ 61383 h 204384"/>
                <a:gd name="connsiteX86" fmla="*/ 140728 w 206572"/>
                <a:gd name="connsiteY86" fmla="*/ 28186 h 204384"/>
                <a:gd name="connsiteX87" fmla="*/ 150952 w 206572"/>
                <a:gd name="connsiteY87" fmla="*/ 18610 h 204384"/>
                <a:gd name="connsiteX88" fmla="*/ 161176 w 206572"/>
                <a:gd name="connsiteY88" fmla="*/ 28825 h 204384"/>
                <a:gd name="connsiteX89" fmla="*/ 161176 w 206572"/>
                <a:gd name="connsiteY89" fmla="*/ 28825 h 204384"/>
                <a:gd name="connsiteX90" fmla="*/ 161176 w 206572"/>
                <a:gd name="connsiteY90" fmla="*/ 57553 h 204384"/>
                <a:gd name="connsiteX91" fmla="*/ 161176 w 206572"/>
                <a:gd name="connsiteY91" fmla="*/ 58191 h 204384"/>
                <a:gd name="connsiteX92" fmla="*/ 161176 w 206572"/>
                <a:gd name="connsiteY92" fmla="*/ 63298 h 204384"/>
                <a:gd name="connsiteX93" fmla="*/ 161176 w 206572"/>
                <a:gd name="connsiteY93" fmla="*/ 63298 h 204384"/>
                <a:gd name="connsiteX94" fmla="*/ 161176 w 206572"/>
                <a:gd name="connsiteY94" fmla="*/ 67129 h 204384"/>
                <a:gd name="connsiteX95" fmla="*/ 150952 w 206572"/>
                <a:gd name="connsiteY95" fmla="*/ 77343 h 204384"/>
                <a:gd name="connsiteX96" fmla="*/ 150952 w 206572"/>
                <a:gd name="connsiteY96" fmla="*/ 77343 h 204384"/>
                <a:gd name="connsiteX97" fmla="*/ 191209 w 206572"/>
                <a:gd name="connsiteY97" fmla="*/ 70959 h 204384"/>
                <a:gd name="connsiteX98" fmla="*/ 184180 w 206572"/>
                <a:gd name="connsiteY98" fmla="*/ 74151 h 204384"/>
                <a:gd name="connsiteX99" fmla="*/ 173956 w 206572"/>
                <a:gd name="connsiteY99" fmla="*/ 63937 h 204384"/>
                <a:gd name="connsiteX100" fmla="*/ 173956 w 206572"/>
                <a:gd name="connsiteY100" fmla="*/ 37124 h 204384"/>
                <a:gd name="connsiteX101" fmla="*/ 184819 w 206572"/>
                <a:gd name="connsiteY101" fmla="*/ 27548 h 204384"/>
                <a:gd name="connsiteX102" fmla="*/ 194404 w 206572"/>
                <a:gd name="connsiteY102" fmla="*/ 37124 h 204384"/>
                <a:gd name="connsiteX103" fmla="*/ 194404 w 206572"/>
                <a:gd name="connsiteY103" fmla="*/ 63937 h 204384"/>
                <a:gd name="connsiteX104" fmla="*/ 191209 w 206572"/>
                <a:gd name="connsiteY104" fmla="*/ 70959 h 204384"/>
                <a:gd name="connsiteX105" fmla="*/ 191209 w 206572"/>
                <a:gd name="connsiteY105" fmla="*/ 70959 h 204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206572" h="204384">
                  <a:moveTo>
                    <a:pt x="183541" y="14780"/>
                  </a:moveTo>
                  <a:cubicBezTo>
                    <a:pt x="179068" y="14780"/>
                    <a:pt x="174595" y="16057"/>
                    <a:pt x="170761" y="18610"/>
                  </a:cubicBezTo>
                  <a:cubicBezTo>
                    <a:pt x="169483" y="16695"/>
                    <a:pt x="168205" y="14780"/>
                    <a:pt x="166927" y="12865"/>
                  </a:cubicBezTo>
                  <a:cubicBezTo>
                    <a:pt x="162454" y="8396"/>
                    <a:pt x="156703" y="6481"/>
                    <a:pt x="150952" y="6481"/>
                  </a:cubicBezTo>
                  <a:cubicBezTo>
                    <a:pt x="145840" y="6481"/>
                    <a:pt x="141367" y="7758"/>
                    <a:pt x="137533" y="10950"/>
                  </a:cubicBezTo>
                  <a:cubicBezTo>
                    <a:pt x="136255" y="9034"/>
                    <a:pt x="135616" y="7758"/>
                    <a:pt x="134338" y="6481"/>
                  </a:cubicBezTo>
                  <a:cubicBezTo>
                    <a:pt x="129865" y="2012"/>
                    <a:pt x="124114" y="-541"/>
                    <a:pt x="118363" y="97"/>
                  </a:cubicBezTo>
                  <a:cubicBezTo>
                    <a:pt x="110695" y="97"/>
                    <a:pt x="104305" y="3927"/>
                    <a:pt x="99833" y="9673"/>
                  </a:cubicBezTo>
                  <a:cubicBezTo>
                    <a:pt x="95999" y="6481"/>
                    <a:pt x="90887" y="4566"/>
                    <a:pt x="85136" y="4566"/>
                  </a:cubicBezTo>
                  <a:cubicBezTo>
                    <a:pt x="72356" y="4566"/>
                    <a:pt x="62132" y="14780"/>
                    <a:pt x="62132" y="27548"/>
                  </a:cubicBezTo>
                  <a:lnTo>
                    <a:pt x="62132" y="70959"/>
                  </a:lnTo>
                  <a:lnTo>
                    <a:pt x="46796" y="46062"/>
                  </a:lnTo>
                  <a:cubicBezTo>
                    <a:pt x="38489" y="33932"/>
                    <a:pt x="23153" y="30102"/>
                    <a:pt x="9734" y="36486"/>
                  </a:cubicBezTo>
                  <a:cubicBezTo>
                    <a:pt x="2066" y="39039"/>
                    <a:pt x="-1767" y="47338"/>
                    <a:pt x="789" y="54999"/>
                  </a:cubicBezTo>
                  <a:lnTo>
                    <a:pt x="37211" y="142460"/>
                  </a:lnTo>
                  <a:cubicBezTo>
                    <a:pt x="41684" y="152036"/>
                    <a:pt x="48074" y="160974"/>
                    <a:pt x="57020" y="166719"/>
                  </a:cubicBezTo>
                  <a:cubicBezTo>
                    <a:pt x="60215" y="168634"/>
                    <a:pt x="61493" y="172465"/>
                    <a:pt x="61493" y="176295"/>
                  </a:cubicBezTo>
                  <a:lnTo>
                    <a:pt x="61493" y="196724"/>
                  </a:lnTo>
                  <a:cubicBezTo>
                    <a:pt x="61493" y="200554"/>
                    <a:pt x="64049" y="203108"/>
                    <a:pt x="67883" y="203108"/>
                  </a:cubicBezTo>
                  <a:cubicBezTo>
                    <a:pt x="71717" y="203108"/>
                    <a:pt x="74273" y="200554"/>
                    <a:pt x="74273" y="196724"/>
                  </a:cubicBezTo>
                  <a:lnTo>
                    <a:pt x="74273" y="176295"/>
                  </a:lnTo>
                  <a:cubicBezTo>
                    <a:pt x="74273" y="168634"/>
                    <a:pt x="70439" y="161612"/>
                    <a:pt x="64688" y="156505"/>
                  </a:cubicBezTo>
                  <a:cubicBezTo>
                    <a:pt x="57659" y="151398"/>
                    <a:pt x="52547" y="145014"/>
                    <a:pt x="49352" y="137353"/>
                  </a:cubicBezTo>
                  <a:lnTo>
                    <a:pt x="12929" y="49892"/>
                  </a:lnTo>
                  <a:cubicBezTo>
                    <a:pt x="12929" y="49254"/>
                    <a:pt x="15485" y="47338"/>
                    <a:pt x="19319" y="46700"/>
                  </a:cubicBezTo>
                  <a:cubicBezTo>
                    <a:pt x="25709" y="45423"/>
                    <a:pt x="32099" y="47977"/>
                    <a:pt x="35294" y="53084"/>
                  </a:cubicBezTo>
                  <a:cubicBezTo>
                    <a:pt x="48074" y="74151"/>
                    <a:pt x="62132" y="97772"/>
                    <a:pt x="62132" y="97134"/>
                  </a:cubicBezTo>
                  <a:lnTo>
                    <a:pt x="62771" y="97772"/>
                  </a:lnTo>
                  <a:cubicBezTo>
                    <a:pt x="64049" y="100326"/>
                    <a:pt x="66605" y="100964"/>
                    <a:pt x="69161" y="100964"/>
                  </a:cubicBezTo>
                  <a:cubicBezTo>
                    <a:pt x="71717" y="100964"/>
                    <a:pt x="73634" y="100964"/>
                    <a:pt x="76190" y="100964"/>
                  </a:cubicBezTo>
                  <a:cubicBezTo>
                    <a:pt x="97277" y="100964"/>
                    <a:pt x="117724" y="110540"/>
                    <a:pt x="131143" y="126500"/>
                  </a:cubicBezTo>
                  <a:cubicBezTo>
                    <a:pt x="133060" y="129054"/>
                    <a:pt x="136894" y="129692"/>
                    <a:pt x="140089" y="127777"/>
                  </a:cubicBezTo>
                  <a:cubicBezTo>
                    <a:pt x="142645" y="125862"/>
                    <a:pt x="143284" y="122031"/>
                    <a:pt x="141367" y="118839"/>
                  </a:cubicBezTo>
                  <a:cubicBezTo>
                    <a:pt x="141367" y="118839"/>
                    <a:pt x="140728" y="118201"/>
                    <a:pt x="140728" y="118201"/>
                  </a:cubicBezTo>
                  <a:cubicBezTo>
                    <a:pt x="124114" y="99049"/>
                    <a:pt x="99833" y="88196"/>
                    <a:pt x="74273" y="88834"/>
                  </a:cubicBezTo>
                  <a:lnTo>
                    <a:pt x="74273" y="76066"/>
                  </a:lnTo>
                  <a:cubicBezTo>
                    <a:pt x="81941" y="79897"/>
                    <a:pt x="90887" y="79258"/>
                    <a:pt x="97277" y="74151"/>
                  </a:cubicBezTo>
                  <a:cubicBezTo>
                    <a:pt x="103028" y="85004"/>
                    <a:pt x="117085" y="89473"/>
                    <a:pt x="127948" y="83727"/>
                  </a:cubicBezTo>
                  <a:cubicBezTo>
                    <a:pt x="129226" y="83089"/>
                    <a:pt x="129865" y="82450"/>
                    <a:pt x="131143" y="81812"/>
                  </a:cubicBezTo>
                  <a:cubicBezTo>
                    <a:pt x="131782" y="83089"/>
                    <a:pt x="133060" y="84366"/>
                    <a:pt x="134338" y="85642"/>
                  </a:cubicBezTo>
                  <a:cubicBezTo>
                    <a:pt x="143284" y="94580"/>
                    <a:pt x="157342" y="94580"/>
                    <a:pt x="166288" y="85642"/>
                  </a:cubicBezTo>
                  <a:cubicBezTo>
                    <a:pt x="166927" y="85004"/>
                    <a:pt x="168205" y="83727"/>
                    <a:pt x="168844" y="83089"/>
                  </a:cubicBezTo>
                  <a:cubicBezTo>
                    <a:pt x="172678" y="86919"/>
                    <a:pt x="178429" y="88834"/>
                    <a:pt x="183541" y="88834"/>
                  </a:cubicBezTo>
                  <a:cubicBezTo>
                    <a:pt x="187375" y="88834"/>
                    <a:pt x="190570" y="88196"/>
                    <a:pt x="193765" y="86281"/>
                  </a:cubicBezTo>
                  <a:lnTo>
                    <a:pt x="193765" y="116924"/>
                  </a:lnTo>
                  <a:cubicBezTo>
                    <a:pt x="193765" y="130330"/>
                    <a:pt x="188653" y="143098"/>
                    <a:pt x="179707" y="152674"/>
                  </a:cubicBezTo>
                  <a:cubicBezTo>
                    <a:pt x="175234" y="157143"/>
                    <a:pt x="172678" y="163527"/>
                    <a:pt x="172678" y="169911"/>
                  </a:cubicBezTo>
                  <a:lnTo>
                    <a:pt x="172678" y="198001"/>
                  </a:lnTo>
                  <a:cubicBezTo>
                    <a:pt x="172678" y="201831"/>
                    <a:pt x="175234" y="204385"/>
                    <a:pt x="179068" y="204385"/>
                  </a:cubicBezTo>
                  <a:cubicBezTo>
                    <a:pt x="182902" y="204385"/>
                    <a:pt x="185458" y="201831"/>
                    <a:pt x="185458" y="198001"/>
                  </a:cubicBezTo>
                  <a:lnTo>
                    <a:pt x="185458" y="169911"/>
                  </a:lnTo>
                  <a:cubicBezTo>
                    <a:pt x="185458" y="166719"/>
                    <a:pt x="186736" y="164166"/>
                    <a:pt x="188653" y="161612"/>
                  </a:cubicBezTo>
                  <a:cubicBezTo>
                    <a:pt x="200155" y="149482"/>
                    <a:pt x="206544" y="134161"/>
                    <a:pt x="206544" y="117562"/>
                  </a:cubicBezTo>
                  <a:lnTo>
                    <a:pt x="206544" y="39678"/>
                  </a:lnTo>
                  <a:cubicBezTo>
                    <a:pt x="207183" y="24994"/>
                    <a:pt x="196960" y="14780"/>
                    <a:pt x="183541" y="14780"/>
                  </a:cubicBezTo>
                  <a:lnTo>
                    <a:pt x="183541" y="14780"/>
                  </a:lnTo>
                  <a:close/>
                  <a:moveTo>
                    <a:pt x="84497" y="63937"/>
                  </a:moveTo>
                  <a:cubicBezTo>
                    <a:pt x="78746" y="63937"/>
                    <a:pt x="74273" y="59468"/>
                    <a:pt x="74273" y="53722"/>
                  </a:cubicBezTo>
                  <a:lnTo>
                    <a:pt x="74273" y="26271"/>
                  </a:lnTo>
                  <a:cubicBezTo>
                    <a:pt x="74273" y="20526"/>
                    <a:pt x="78746" y="16057"/>
                    <a:pt x="84497" y="16057"/>
                  </a:cubicBezTo>
                  <a:cubicBezTo>
                    <a:pt x="87053" y="16057"/>
                    <a:pt x="89609" y="17334"/>
                    <a:pt x="91526" y="19249"/>
                  </a:cubicBezTo>
                  <a:cubicBezTo>
                    <a:pt x="93443" y="21164"/>
                    <a:pt x="94082" y="23079"/>
                    <a:pt x="94721" y="25633"/>
                  </a:cubicBezTo>
                  <a:lnTo>
                    <a:pt x="94721" y="54361"/>
                  </a:lnTo>
                  <a:cubicBezTo>
                    <a:pt x="94721" y="56914"/>
                    <a:pt x="93443" y="58830"/>
                    <a:pt x="91526" y="60745"/>
                  </a:cubicBezTo>
                  <a:cubicBezTo>
                    <a:pt x="89609" y="62660"/>
                    <a:pt x="87053" y="63937"/>
                    <a:pt x="84497" y="63937"/>
                  </a:cubicBezTo>
                  <a:close/>
                  <a:moveTo>
                    <a:pt x="117724" y="71598"/>
                  </a:moveTo>
                  <a:cubicBezTo>
                    <a:pt x="111973" y="71598"/>
                    <a:pt x="107500" y="67129"/>
                    <a:pt x="107500" y="61383"/>
                  </a:cubicBezTo>
                  <a:lnTo>
                    <a:pt x="107500" y="54361"/>
                  </a:lnTo>
                  <a:cubicBezTo>
                    <a:pt x="107500" y="53722"/>
                    <a:pt x="107500" y="53722"/>
                    <a:pt x="107500" y="53084"/>
                  </a:cubicBezTo>
                  <a:lnTo>
                    <a:pt x="107500" y="25633"/>
                  </a:lnTo>
                  <a:cubicBezTo>
                    <a:pt x="107500" y="24994"/>
                    <a:pt x="107500" y="24994"/>
                    <a:pt x="107500" y="24356"/>
                  </a:cubicBezTo>
                  <a:lnTo>
                    <a:pt x="107500" y="20526"/>
                  </a:lnTo>
                  <a:cubicBezTo>
                    <a:pt x="108139" y="14780"/>
                    <a:pt x="113252" y="10950"/>
                    <a:pt x="119002" y="11588"/>
                  </a:cubicBezTo>
                  <a:cubicBezTo>
                    <a:pt x="124114" y="12226"/>
                    <a:pt x="127948" y="16057"/>
                    <a:pt x="127948" y="21164"/>
                  </a:cubicBezTo>
                  <a:lnTo>
                    <a:pt x="127948" y="26910"/>
                  </a:lnTo>
                  <a:cubicBezTo>
                    <a:pt x="127948" y="27548"/>
                    <a:pt x="127948" y="27548"/>
                    <a:pt x="127948" y="28186"/>
                  </a:cubicBezTo>
                  <a:lnTo>
                    <a:pt x="127948" y="28186"/>
                  </a:lnTo>
                  <a:lnTo>
                    <a:pt x="127948" y="60745"/>
                  </a:lnTo>
                  <a:cubicBezTo>
                    <a:pt x="127948" y="63298"/>
                    <a:pt x="126670" y="65852"/>
                    <a:pt x="124753" y="67767"/>
                  </a:cubicBezTo>
                  <a:cubicBezTo>
                    <a:pt x="122836" y="70321"/>
                    <a:pt x="120280" y="71598"/>
                    <a:pt x="117724" y="71598"/>
                  </a:cubicBezTo>
                  <a:lnTo>
                    <a:pt x="117724" y="71598"/>
                  </a:lnTo>
                  <a:close/>
                  <a:moveTo>
                    <a:pt x="150952" y="77343"/>
                  </a:moveTo>
                  <a:cubicBezTo>
                    <a:pt x="148396" y="77343"/>
                    <a:pt x="145840" y="76066"/>
                    <a:pt x="143923" y="74151"/>
                  </a:cubicBezTo>
                  <a:cubicBezTo>
                    <a:pt x="142006" y="72236"/>
                    <a:pt x="140728" y="69682"/>
                    <a:pt x="140728" y="67129"/>
                  </a:cubicBezTo>
                  <a:lnTo>
                    <a:pt x="140728" y="61383"/>
                  </a:lnTo>
                  <a:lnTo>
                    <a:pt x="140728" y="61383"/>
                  </a:lnTo>
                  <a:lnTo>
                    <a:pt x="140728" y="28186"/>
                  </a:lnTo>
                  <a:cubicBezTo>
                    <a:pt x="141367" y="23079"/>
                    <a:pt x="145840" y="19249"/>
                    <a:pt x="150952" y="18610"/>
                  </a:cubicBezTo>
                  <a:cubicBezTo>
                    <a:pt x="156703" y="18610"/>
                    <a:pt x="161176" y="23079"/>
                    <a:pt x="161176" y="28825"/>
                  </a:cubicBezTo>
                  <a:cubicBezTo>
                    <a:pt x="161176" y="28825"/>
                    <a:pt x="161176" y="28825"/>
                    <a:pt x="161176" y="28825"/>
                  </a:cubicBezTo>
                  <a:lnTo>
                    <a:pt x="161176" y="57553"/>
                  </a:lnTo>
                  <a:cubicBezTo>
                    <a:pt x="161176" y="57553"/>
                    <a:pt x="161176" y="58191"/>
                    <a:pt x="161176" y="58191"/>
                  </a:cubicBezTo>
                  <a:lnTo>
                    <a:pt x="161176" y="63298"/>
                  </a:lnTo>
                  <a:lnTo>
                    <a:pt x="161176" y="63298"/>
                  </a:lnTo>
                  <a:lnTo>
                    <a:pt x="161176" y="67129"/>
                  </a:lnTo>
                  <a:cubicBezTo>
                    <a:pt x="160537" y="72874"/>
                    <a:pt x="156064" y="77343"/>
                    <a:pt x="150952" y="77343"/>
                  </a:cubicBezTo>
                  <a:lnTo>
                    <a:pt x="150952" y="77343"/>
                  </a:lnTo>
                  <a:close/>
                  <a:moveTo>
                    <a:pt x="191209" y="70959"/>
                  </a:moveTo>
                  <a:cubicBezTo>
                    <a:pt x="189292" y="72874"/>
                    <a:pt x="186736" y="74151"/>
                    <a:pt x="184180" y="74151"/>
                  </a:cubicBezTo>
                  <a:cubicBezTo>
                    <a:pt x="178429" y="74151"/>
                    <a:pt x="173956" y="69682"/>
                    <a:pt x="173956" y="63937"/>
                  </a:cubicBezTo>
                  <a:lnTo>
                    <a:pt x="173956" y="37124"/>
                  </a:lnTo>
                  <a:cubicBezTo>
                    <a:pt x="174595" y="31378"/>
                    <a:pt x="179068" y="27548"/>
                    <a:pt x="184819" y="27548"/>
                  </a:cubicBezTo>
                  <a:cubicBezTo>
                    <a:pt x="189931" y="28186"/>
                    <a:pt x="193765" y="32017"/>
                    <a:pt x="194404" y="37124"/>
                  </a:cubicBezTo>
                  <a:lnTo>
                    <a:pt x="194404" y="63937"/>
                  </a:lnTo>
                  <a:cubicBezTo>
                    <a:pt x="193765" y="67129"/>
                    <a:pt x="193126" y="69044"/>
                    <a:pt x="191209" y="70959"/>
                  </a:cubicBezTo>
                  <a:lnTo>
                    <a:pt x="191209" y="70959"/>
                  </a:lnTo>
                  <a:close/>
                </a:path>
              </a:pathLst>
            </a:custGeom>
            <a:solidFill>
              <a:srgbClr val="00A3E0"/>
            </a:solidFill>
            <a:ln w="6390" cap="flat">
              <a:noFill/>
              <a:prstDash val="solid"/>
              <a:miter/>
            </a:ln>
          </p:spPr>
          <p:txBody>
            <a:bodyPr rtlCol="0" anchor="ctr"/>
            <a:lstStyle/>
            <a:p>
              <a:endParaRPr lang="en-US"/>
            </a:p>
          </p:txBody>
        </p:sp>
      </p:grpSp>
      <p:grpSp>
        <p:nvGrpSpPr>
          <p:cNvPr id="255" name="Graphic 4">
            <a:extLst>
              <a:ext uri="{FF2B5EF4-FFF2-40B4-BE49-F238E27FC236}">
                <a16:creationId xmlns:a16="http://schemas.microsoft.com/office/drawing/2014/main" id="{31BFB8DE-5104-8C4A-9FE7-A207046A6790}"/>
              </a:ext>
            </a:extLst>
          </p:cNvPr>
          <p:cNvGrpSpPr>
            <a:grpSpLocks noChangeAspect="1"/>
          </p:cNvGrpSpPr>
          <p:nvPr/>
        </p:nvGrpSpPr>
        <p:grpSpPr>
          <a:xfrm>
            <a:off x="1515054" y="1893013"/>
            <a:ext cx="362309" cy="362610"/>
            <a:chOff x="1515054" y="1893013"/>
            <a:chExt cx="362309" cy="362610"/>
          </a:xfrm>
          <a:solidFill>
            <a:srgbClr val="00A3E0"/>
          </a:solidFill>
        </p:grpSpPr>
        <p:sp>
          <p:nvSpPr>
            <p:cNvPr id="256" name="Graphic 4">
              <a:extLst>
                <a:ext uri="{FF2B5EF4-FFF2-40B4-BE49-F238E27FC236}">
                  <a16:creationId xmlns:a16="http://schemas.microsoft.com/office/drawing/2014/main" id="{FF9AB901-B535-1D49-BB4E-346DA19528D4}"/>
                </a:ext>
              </a:extLst>
            </p:cNvPr>
            <p:cNvSpPr/>
            <p:nvPr/>
          </p:nvSpPr>
          <p:spPr>
            <a:xfrm>
              <a:off x="1515054" y="189301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362309 w 362309"/>
                <a:gd name="connsiteY4" fmla="*/ 181305 h 362610"/>
                <a:gd name="connsiteX5" fmla="*/ 180835 w 362309"/>
                <a:gd name="connsiteY5" fmla="*/ 0 h 362610"/>
                <a:gd name="connsiteX6" fmla="*/ 180835 w 362309"/>
                <a:gd name="connsiteY6" fmla="*/ 0 h 362610"/>
                <a:gd name="connsiteX7" fmla="*/ 180835 w 362309"/>
                <a:gd name="connsiteY7" fmla="*/ 349204 h 362610"/>
                <a:gd name="connsiteX8" fmla="*/ 12780 w 362309"/>
                <a:gd name="connsiteY8" fmla="*/ 180667 h 362610"/>
                <a:gd name="connsiteX9" fmla="*/ 180835 w 362309"/>
                <a:gd name="connsiteY9" fmla="*/ 12130 h 362610"/>
                <a:gd name="connsiteX10" fmla="*/ 349529 w 362309"/>
                <a:gd name="connsiteY10" fmla="*/ 180667 h 362610"/>
                <a:gd name="connsiteX11" fmla="*/ 180835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181305"/>
                    <a:pt x="362309" y="181305"/>
                    <a:pt x="362309" y="181305"/>
                  </a:cubicBezTo>
                  <a:cubicBezTo>
                    <a:pt x="361670"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130"/>
                    <a:pt x="180835" y="12130"/>
                  </a:cubicBezTo>
                  <a:cubicBezTo>
                    <a:pt x="274128" y="12130"/>
                    <a:pt x="349529" y="87461"/>
                    <a:pt x="349529" y="180667"/>
                  </a:cubicBezTo>
                  <a:cubicBezTo>
                    <a:pt x="348891"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257" name="Graphic 4">
              <a:extLst>
                <a:ext uri="{FF2B5EF4-FFF2-40B4-BE49-F238E27FC236}">
                  <a16:creationId xmlns:a16="http://schemas.microsoft.com/office/drawing/2014/main" id="{96B2171A-EE84-ED42-873D-38CC354BC70F}"/>
                </a:ext>
              </a:extLst>
            </p:cNvPr>
            <p:cNvSpPr/>
            <p:nvPr/>
          </p:nvSpPr>
          <p:spPr>
            <a:xfrm>
              <a:off x="1616654" y="1952065"/>
              <a:ext cx="72970" cy="244187"/>
            </a:xfrm>
            <a:custGeom>
              <a:avLst/>
              <a:gdLst>
                <a:gd name="connsiteX0" fmla="*/ 69650 w 72970"/>
                <a:gd name="connsiteY0" fmla="*/ 958 h 244187"/>
                <a:gd name="connsiteX1" fmla="*/ 63260 w 72970"/>
                <a:gd name="connsiteY1" fmla="*/ 958 h 244187"/>
                <a:gd name="connsiteX2" fmla="*/ 57509 w 72970"/>
                <a:gd name="connsiteY2" fmla="*/ 3511 h 244187"/>
                <a:gd name="connsiteX3" fmla="*/ 14697 w 72970"/>
                <a:gd name="connsiteY3" fmla="*/ 3511 h 244187"/>
                <a:gd name="connsiteX4" fmla="*/ 8946 w 72970"/>
                <a:gd name="connsiteY4" fmla="*/ 958 h 244187"/>
                <a:gd name="connsiteX5" fmla="*/ 639 w 72970"/>
                <a:gd name="connsiteY5" fmla="*/ 3511 h 244187"/>
                <a:gd name="connsiteX6" fmla="*/ 0 w 72970"/>
                <a:gd name="connsiteY6" fmla="*/ 6703 h 244187"/>
                <a:gd name="connsiteX7" fmla="*/ 0 w 72970"/>
                <a:gd name="connsiteY7" fmla="*/ 32239 h 244187"/>
                <a:gd name="connsiteX8" fmla="*/ 3834 w 72970"/>
                <a:gd name="connsiteY8" fmla="*/ 37985 h 244187"/>
                <a:gd name="connsiteX9" fmla="*/ 8946 w 72970"/>
                <a:gd name="connsiteY9" fmla="*/ 40538 h 244187"/>
                <a:gd name="connsiteX10" fmla="*/ 8946 w 72970"/>
                <a:gd name="connsiteY10" fmla="*/ 122253 h 244187"/>
                <a:gd name="connsiteX11" fmla="*/ 30672 w 72970"/>
                <a:gd name="connsiteY11" fmla="*/ 149066 h 244187"/>
                <a:gd name="connsiteX12" fmla="*/ 30672 w 72970"/>
                <a:gd name="connsiteY12" fmla="*/ 214183 h 244187"/>
                <a:gd name="connsiteX13" fmla="*/ 28755 w 72970"/>
                <a:gd name="connsiteY13" fmla="*/ 214183 h 244187"/>
                <a:gd name="connsiteX14" fmla="*/ 22365 w 72970"/>
                <a:gd name="connsiteY14" fmla="*/ 219290 h 244187"/>
                <a:gd name="connsiteX15" fmla="*/ 17892 w 72970"/>
                <a:gd name="connsiteY15" fmla="*/ 236527 h 244187"/>
                <a:gd name="connsiteX16" fmla="*/ 22365 w 72970"/>
                <a:gd name="connsiteY16" fmla="*/ 244187 h 244187"/>
                <a:gd name="connsiteX17" fmla="*/ 24282 w 72970"/>
                <a:gd name="connsiteY17" fmla="*/ 244187 h 244187"/>
                <a:gd name="connsiteX18" fmla="*/ 49841 w 72970"/>
                <a:gd name="connsiteY18" fmla="*/ 244187 h 244187"/>
                <a:gd name="connsiteX19" fmla="*/ 54954 w 72970"/>
                <a:gd name="connsiteY19" fmla="*/ 241634 h 244187"/>
                <a:gd name="connsiteX20" fmla="*/ 56231 w 72970"/>
                <a:gd name="connsiteY20" fmla="*/ 235888 h 244187"/>
                <a:gd name="connsiteX21" fmla="*/ 51759 w 72970"/>
                <a:gd name="connsiteY21" fmla="*/ 218651 h 244187"/>
                <a:gd name="connsiteX22" fmla="*/ 45369 w 72970"/>
                <a:gd name="connsiteY22" fmla="*/ 213544 h 244187"/>
                <a:gd name="connsiteX23" fmla="*/ 43451 w 72970"/>
                <a:gd name="connsiteY23" fmla="*/ 213544 h 244187"/>
                <a:gd name="connsiteX24" fmla="*/ 43451 w 72970"/>
                <a:gd name="connsiteY24" fmla="*/ 148428 h 244187"/>
                <a:gd name="connsiteX25" fmla="*/ 64538 w 72970"/>
                <a:gd name="connsiteY25" fmla="*/ 121615 h 244187"/>
                <a:gd name="connsiteX26" fmla="*/ 64538 w 72970"/>
                <a:gd name="connsiteY26" fmla="*/ 39900 h 244187"/>
                <a:gd name="connsiteX27" fmla="*/ 69650 w 72970"/>
                <a:gd name="connsiteY27" fmla="*/ 37346 h 244187"/>
                <a:gd name="connsiteX28" fmla="*/ 72845 w 72970"/>
                <a:gd name="connsiteY28" fmla="*/ 31601 h 244187"/>
                <a:gd name="connsiteX29" fmla="*/ 72845 w 72970"/>
                <a:gd name="connsiteY29" fmla="*/ 6065 h 244187"/>
                <a:gd name="connsiteX30" fmla="*/ 69650 w 72970"/>
                <a:gd name="connsiteY30" fmla="*/ 958 h 244187"/>
                <a:gd name="connsiteX31" fmla="*/ 31950 w 72970"/>
                <a:gd name="connsiteY31" fmla="*/ 230781 h 244187"/>
                <a:gd name="connsiteX32" fmla="*/ 33228 w 72970"/>
                <a:gd name="connsiteY32" fmla="*/ 226312 h 244187"/>
                <a:gd name="connsiteX33" fmla="*/ 40257 w 72970"/>
                <a:gd name="connsiteY33" fmla="*/ 226312 h 244187"/>
                <a:gd name="connsiteX34" fmla="*/ 41535 w 72970"/>
                <a:gd name="connsiteY34" fmla="*/ 230781 h 244187"/>
                <a:gd name="connsiteX35" fmla="*/ 31950 w 72970"/>
                <a:gd name="connsiteY35" fmla="*/ 230781 h 244187"/>
                <a:gd name="connsiteX36" fmla="*/ 51119 w 72970"/>
                <a:gd name="connsiteY36" fmla="*/ 45007 h 244187"/>
                <a:gd name="connsiteX37" fmla="*/ 51119 w 72970"/>
                <a:gd name="connsiteY37" fmla="*/ 76927 h 244187"/>
                <a:gd name="connsiteX38" fmla="*/ 21087 w 72970"/>
                <a:gd name="connsiteY38" fmla="*/ 76927 h 244187"/>
                <a:gd name="connsiteX39" fmla="*/ 21087 w 72970"/>
                <a:gd name="connsiteY39" fmla="*/ 45007 h 244187"/>
                <a:gd name="connsiteX40" fmla="*/ 21087 w 72970"/>
                <a:gd name="connsiteY40" fmla="*/ 45007 h 244187"/>
                <a:gd name="connsiteX41" fmla="*/ 27477 w 72970"/>
                <a:gd name="connsiteY41" fmla="*/ 46284 h 244187"/>
                <a:gd name="connsiteX42" fmla="*/ 28116 w 72970"/>
                <a:gd name="connsiteY42" fmla="*/ 46284 h 244187"/>
                <a:gd name="connsiteX43" fmla="*/ 35784 w 72970"/>
                <a:gd name="connsiteY43" fmla="*/ 46922 h 244187"/>
                <a:gd name="connsiteX44" fmla="*/ 43451 w 72970"/>
                <a:gd name="connsiteY44" fmla="*/ 46284 h 244187"/>
                <a:gd name="connsiteX45" fmla="*/ 44091 w 72970"/>
                <a:gd name="connsiteY45" fmla="*/ 46284 h 244187"/>
                <a:gd name="connsiteX46" fmla="*/ 51119 w 72970"/>
                <a:gd name="connsiteY46" fmla="*/ 45007 h 244187"/>
                <a:gd name="connsiteX47" fmla="*/ 51119 w 72970"/>
                <a:gd name="connsiteY47" fmla="*/ 45007 h 244187"/>
                <a:gd name="connsiteX48" fmla="*/ 12780 w 72970"/>
                <a:gd name="connsiteY48" fmla="*/ 16917 h 244187"/>
                <a:gd name="connsiteX49" fmla="*/ 60065 w 72970"/>
                <a:gd name="connsiteY49" fmla="*/ 16917 h 244187"/>
                <a:gd name="connsiteX50" fmla="*/ 60065 w 72970"/>
                <a:gd name="connsiteY50" fmla="*/ 28409 h 244187"/>
                <a:gd name="connsiteX51" fmla="*/ 58148 w 72970"/>
                <a:gd name="connsiteY51" fmla="*/ 29685 h 244187"/>
                <a:gd name="connsiteX52" fmla="*/ 55593 w 72970"/>
                <a:gd name="connsiteY52" fmla="*/ 30962 h 244187"/>
                <a:gd name="connsiteX53" fmla="*/ 55593 w 72970"/>
                <a:gd name="connsiteY53" fmla="*/ 30962 h 244187"/>
                <a:gd name="connsiteX54" fmla="*/ 51119 w 72970"/>
                <a:gd name="connsiteY54" fmla="*/ 32239 h 244187"/>
                <a:gd name="connsiteX55" fmla="*/ 49841 w 72970"/>
                <a:gd name="connsiteY55" fmla="*/ 32877 h 244187"/>
                <a:gd name="connsiteX56" fmla="*/ 46646 w 72970"/>
                <a:gd name="connsiteY56" fmla="*/ 33516 h 244187"/>
                <a:gd name="connsiteX57" fmla="*/ 26199 w 72970"/>
                <a:gd name="connsiteY57" fmla="*/ 33516 h 244187"/>
                <a:gd name="connsiteX58" fmla="*/ 23004 w 72970"/>
                <a:gd name="connsiteY58" fmla="*/ 32877 h 244187"/>
                <a:gd name="connsiteX59" fmla="*/ 21726 w 72970"/>
                <a:gd name="connsiteY59" fmla="*/ 32239 h 244187"/>
                <a:gd name="connsiteX60" fmla="*/ 17253 w 72970"/>
                <a:gd name="connsiteY60" fmla="*/ 30962 h 244187"/>
                <a:gd name="connsiteX61" fmla="*/ 17253 w 72970"/>
                <a:gd name="connsiteY61" fmla="*/ 30962 h 244187"/>
                <a:gd name="connsiteX62" fmla="*/ 14697 w 72970"/>
                <a:gd name="connsiteY62" fmla="*/ 29685 h 244187"/>
                <a:gd name="connsiteX63" fmla="*/ 12780 w 72970"/>
                <a:gd name="connsiteY63" fmla="*/ 28409 h 244187"/>
                <a:gd name="connsiteX64" fmla="*/ 12780 w 72970"/>
                <a:gd name="connsiteY64" fmla="*/ 16917 h 244187"/>
                <a:gd name="connsiteX65" fmla="*/ 36423 w 72970"/>
                <a:gd name="connsiteY65" fmla="*/ 136936 h 244187"/>
                <a:gd name="connsiteX66" fmla="*/ 21087 w 72970"/>
                <a:gd name="connsiteY66" fmla="*/ 121615 h 244187"/>
                <a:gd name="connsiteX67" fmla="*/ 21087 w 72970"/>
                <a:gd name="connsiteY67" fmla="*/ 121615 h 244187"/>
                <a:gd name="connsiteX68" fmla="*/ 21087 w 72970"/>
                <a:gd name="connsiteY68" fmla="*/ 89695 h 244187"/>
                <a:gd name="connsiteX69" fmla="*/ 51119 w 72970"/>
                <a:gd name="connsiteY69" fmla="*/ 89695 h 244187"/>
                <a:gd name="connsiteX70" fmla="*/ 51119 w 72970"/>
                <a:gd name="connsiteY70" fmla="*/ 121615 h 244187"/>
                <a:gd name="connsiteX71" fmla="*/ 36423 w 72970"/>
                <a:gd name="connsiteY71" fmla="*/ 136936 h 244187"/>
                <a:gd name="connsiteX72" fmla="*/ 36423 w 72970"/>
                <a:gd name="connsiteY72" fmla="*/ 136936 h 244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72970" h="244187">
                  <a:moveTo>
                    <a:pt x="69650" y="958"/>
                  </a:moveTo>
                  <a:cubicBezTo>
                    <a:pt x="67733" y="-319"/>
                    <a:pt x="65177" y="-319"/>
                    <a:pt x="63260" y="958"/>
                  </a:cubicBezTo>
                  <a:lnTo>
                    <a:pt x="57509" y="3511"/>
                  </a:lnTo>
                  <a:cubicBezTo>
                    <a:pt x="44091" y="9895"/>
                    <a:pt x="28116" y="9895"/>
                    <a:pt x="14697" y="3511"/>
                  </a:cubicBezTo>
                  <a:lnTo>
                    <a:pt x="8946" y="958"/>
                  </a:lnTo>
                  <a:cubicBezTo>
                    <a:pt x="5751" y="-319"/>
                    <a:pt x="1917" y="319"/>
                    <a:pt x="639" y="3511"/>
                  </a:cubicBezTo>
                  <a:cubicBezTo>
                    <a:pt x="0" y="4150"/>
                    <a:pt x="0" y="5426"/>
                    <a:pt x="0" y="6703"/>
                  </a:cubicBezTo>
                  <a:lnTo>
                    <a:pt x="0" y="32239"/>
                  </a:lnTo>
                  <a:cubicBezTo>
                    <a:pt x="0" y="34793"/>
                    <a:pt x="1278" y="36708"/>
                    <a:pt x="3834" y="37985"/>
                  </a:cubicBezTo>
                  <a:lnTo>
                    <a:pt x="8946" y="40538"/>
                  </a:lnTo>
                  <a:lnTo>
                    <a:pt x="8946" y="122253"/>
                  </a:lnTo>
                  <a:cubicBezTo>
                    <a:pt x="8946" y="135021"/>
                    <a:pt x="17892" y="146512"/>
                    <a:pt x="30672" y="149066"/>
                  </a:cubicBezTo>
                  <a:lnTo>
                    <a:pt x="30672" y="214183"/>
                  </a:lnTo>
                  <a:lnTo>
                    <a:pt x="28755" y="214183"/>
                  </a:lnTo>
                  <a:cubicBezTo>
                    <a:pt x="25560" y="214183"/>
                    <a:pt x="23004" y="216098"/>
                    <a:pt x="22365" y="219290"/>
                  </a:cubicBezTo>
                  <a:lnTo>
                    <a:pt x="17892" y="236527"/>
                  </a:lnTo>
                  <a:cubicBezTo>
                    <a:pt x="17253" y="239719"/>
                    <a:pt x="19170" y="243549"/>
                    <a:pt x="22365" y="244187"/>
                  </a:cubicBezTo>
                  <a:cubicBezTo>
                    <a:pt x="23004" y="244187"/>
                    <a:pt x="23643" y="244187"/>
                    <a:pt x="24282" y="244187"/>
                  </a:cubicBezTo>
                  <a:lnTo>
                    <a:pt x="49841" y="244187"/>
                  </a:lnTo>
                  <a:cubicBezTo>
                    <a:pt x="51759" y="244187"/>
                    <a:pt x="53675" y="243549"/>
                    <a:pt x="54954" y="241634"/>
                  </a:cubicBezTo>
                  <a:cubicBezTo>
                    <a:pt x="56231" y="240357"/>
                    <a:pt x="56870" y="237803"/>
                    <a:pt x="56231" y="235888"/>
                  </a:cubicBezTo>
                  <a:lnTo>
                    <a:pt x="51759" y="218651"/>
                  </a:lnTo>
                  <a:cubicBezTo>
                    <a:pt x="51119" y="215459"/>
                    <a:pt x="48564" y="213544"/>
                    <a:pt x="45369" y="213544"/>
                  </a:cubicBezTo>
                  <a:lnTo>
                    <a:pt x="43451" y="213544"/>
                  </a:lnTo>
                  <a:lnTo>
                    <a:pt x="43451" y="148428"/>
                  </a:lnTo>
                  <a:cubicBezTo>
                    <a:pt x="56231" y="145236"/>
                    <a:pt x="64538" y="134383"/>
                    <a:pt x="64538" y="121615"/>
                  </a:cubicBezTo>
                  <a:lnTo>
                    <a:pt x="64538" y="39900"/>
                  </a:lnTo>
                  <a:lnTo>
                    <a:pt x="69650" y="37346"/>
                  </a:lnTo>
                  <a:cubicBezTo>
                    <a:pt x="71567" y="36069"/>
                    <a:pt x="73484" y="34154"/>
                    <a:pt x="72845" y="31601"/>
                  </a:cubicBezTo>
                  <a:lnTo>
                    <a:pt x="72845" y="6065"/>
                  </a:lnTo>
                  <a:cubicBezTo>
                    <a:pt x="72206" y="4788"/>
                    <a:pt x="71567" y="2234"/>
                    <a:pt x="69650" y="958"/>
                  </a:cubicBezTo>
                  <a:close/>
                  <a:moveTo>
                    <a:pt x="31950" y="230781"/>
                  </a:moveTo>
                  <a:lnTo>
                    <a:pt x="33228" y="226312"/>
                  </a:lnTo>
                  <a:lnTo>
                    <a:pt x="40257" y="226312"/>
                  </a:lnTo>
                  <a:lnTo>
                    <a:pt x="41535" y="230781"/>
                  </a:lnTo>
                  <a:lnTo>
                    <a:pt x="31950" y="230781"/>
                  </a:lnTo>
                  <a:close/>
                  <a:moveTo>
                    <a:pt x="51119" y="45007"/>
                  </a:moveTo>
                  <a:lnTo>
                    <a:pt x="51119" y="76927"/>
                  </a:lnTo>
                  <a:lnTo>
                    <a:pt x="21087" y="76927"/>
                  </a:lnTo>
                  <a:lnTo>
                    <a:pt x="21087" y="45007"/>
                  </a:lnTo>
                  <a:lnTo>
                    <a:pt x="21087" y="45007"/>
                  </a:lnTo>
                  <a:cubicBezTo>
                    <a:pt x="23004" y="45645"/>
                    <a:pt x="25560" y="46284"/>
                    <a:pt x="27477" y="46284"/>
                  </a:cubicBezTo>
                  <a:lnTo>
                    <a:pt x="28116" y="46284"/>
                  </a:lnTo>
                  <a:cubicBezTo>
                    <a:pt x="30672" y="46922"/>
                    <a:pt x="33228" y="46922"/>
                    <a:pt x="35784" y="46922"/>
                  </a:cubicBezTo>
                  <a:cubicBezTo>
                    <a:pt x="38340" y="46922"/>
                    <a:pt x="40896" y="46922"/>
                    <a:pt x="43451" y="46284"/>
                  </a:cubicBezTo>
                  <a:lnTo>
                    <a:pt x="44091" y="46284"/>
                  </a:lnTo>
                  <a:cubicBezTo>
                    <a:pt x="46646" y="46284"/>
                    <a:pt x="48564" y="45645"/>
                    <a:pt x="51119" y="45007"/>
                  </a:cubicBezTo>
                  <a:lnTo>
                    <a:pt x="51119" y="45007"/>
                  </a:lnTo>
                  <a:close/>
                  <a:moveTo>
                    <a:pt x="12780" y="16917"/>
                  </a:moveTo>
                  <a:cubicBezTo>
                    <a:pt x="28116" y="23301"/>
                    <a:pt x="44730" y="23301"/>
                    <a:pt x="60065" y="16917"/>
                  </a:cubicBezTo>
                  <a:lnTo>
                    <a:pt x="60065" y="28409"/>
                  </a:lnTo>
                  <a:lnTo>
                    <a:pt x="58148" y="29685"/>
                  </a:lnTo>
                  <a:lnTo>
                    <a:pt x="55593" y="30962"/>
                  </a:lnTo>
                  <a:lnTo>
                    <a:pt x="55593" y="30962"/>
                  </a:lnTo>
                  <a:lnTo>
                    <a:pt x="51119" y="32239"/>
                  </a:lnTo>
                  <a:lnTo>
                    <a:pt x="49841" y="32877"/>
                  </a:lnTo>
                  <a:lnTo>
                    <a:pt x="46646" y="33516"/>
                  </a:lnTo>
                  <a:cubicBezTo>
                    <a:pt x="39618" y="34793"/>
                    <a:pt x="32589" y="34793"/>
                    <a:pt x="26199" y="33516"/>
                  </a:cubicBezTo>
                  <a:lnTo>
                    <a:pt x="23004" y="32877"/>
                  </a:lnTo>
                  <a:lnTo>
                    <a:pt x="21726" y="32239"/>
                  </a:lnTo>
                  <a:cubicBezTo>
                    <a:pt x="20448" y="31601"/>
                    <a:pt x="19170" y="30962"/>
                    <a:pt x="17253" y="30962"/>
                  </a:cubicBezTo>
                  <a:lnTo>
                    <a:pt x="17253" y="30962"/>
                  </a:lnTo>
                  <a:lnTo>
                    <a:pt x="14697" y="29685"/>
                  </a:lnTo>
                  <a:lnTo>
                    <a:pt x="12780" y="28409"/>
                  </a:lnTo>
                  <a:lnTo>
                    <a:pt x="12780" y="16917"/>
                  </a:lnTo>
                  <a:close/>
                  <a:moveTo>
                    <a:pt x="36423" y="136936"/>
                  </a:moveTo>
                  <a:cubicBezTo>
                    <a:pt x="28116" y="136936"/>
                    <a:pt x="21087" y="129914"/>
                    <a:pt x="21087" y="121615"/>
                  </a:cubicBezTo>
                  <a:lnTo>
                    <a:pt x="21087" y="121615"/>
                  </a:lnTo>
                  <a:lnTo>
                    <a:pt x="21087" y="89695"/>
                  </a:lnTo>
                  <a:lnTo>
                    <a:pt x="51119" y="89695"/>
                  </a:lnTo>
                  <a:lnTo>
                    <a:pt x="51119" y="121615"/>
                  </a:lnTo>
                  <a:cubicBezTo>
                    <a:pt x="51119" y="129914"/>
                    <a:pt x="44730" y="136936"/>
                    <a:pt x="36423" y="136936"/>
                  </a:cubicBezTo>
                  <a:lnTo>
                    <a:pt x="36423" y="136936"/>
                  </a:lnTo>
                  <a:close/>
                </a:path>
              </a:pathLst>
            </a:custGeom>
            <a:solidFill>
              <a:srgbClr val="00A3E0"/>
            </a:solidFill>
            <a:ln w="6390" cap="flat">
              <a:noFill/>
              <a:prstDash val="solid"/>
              <a:miter/>
            </a:ln>
          </p:spPr>
          <p:txBody>
            <a:bodyPr rtlCol="0" anchor="ctr"/>
            <a:lstStyle/>
            <a:p>
              <a:endParaRPr lang="en-US"/>
            </a:p>
          </p:txBody>
        </p:sp>
        <p:sp>
          <p:nvSpPr>
            <p:cNvPr id="258" name="Graphic 4">
              <a:extLst>
                <a:ext uri="{FF2B5EF4-FFF2-40B4-BE49-F238E27FC236}">
                  <a16:creationId xmlns:a16="http://schemas.microsoft.com/office/drawing/2014/main" id="{ECFAA7A3-6D2A-714F-9E81-195D3977165C}"/>
                </a:ext>
              </a:extLst>
            </p:cNvPr>
            <p:cNvSpPr/>
            <p:nvPr/>
          </p:nvSpPr>
          <p:spPr>
            <a:xfrm>
              <a:off x="1701640" y="1952065"/>
              <a:ext cx="72970" cy="244825"/>
            </a:xfrm>
            <a:custGeom>
              <a:avLst/>
              <a:gdLst>
                <a:gd name="connsiteX0" fmla="*/ 70289 w 72970"/>
                <a:gd name="connsiteY0" fmla="*/ 958 h 244825"/>
                <a:gd name="connsiteX1" fmla="*/ 63899 w 72970"/>
                <a:gd name="connsiteY1" fmla="*/ 958 h 244825"/>
                <a:gd name="connsiteX2" fmla="*/ 58148 w 72970"/>
                <a:gd name="connsiteY2" fmla="*/ 3511 h 244825"/>
                <a:gd name="connsiteX3" fmla="*/ 15336 w 72970"/>
                <a:gd name="connsiteY3" fmla="*/ 3511 h 244825"/>
                <a:gd name="connsiteX4" fmla="*/ 9585 w 72970"/>
                <a:gd name="connsiteY4" fmla="*/ 958 h 244825"/>
                <a:gd name="connsiteX5" fmla="*/ 3195 w 72970"/>
                <a:gd name="connsiteY5" fmla="*/ 958 h 244825"/>
                <a:gd name="connsiteX6" fmla="*/ 0 w 72970"/>
                <a:gd name="connsiteY6" fmla="*/ 6703 h 244825"/>
                <a:gd name="connsiteX7" fmla="*/ 0 w 72970"/>
                <a:gd name="connsiteY7" fmla="*/ 32239 h 244825"/>
                <a:gd name="connsiteX8" fmla="*/ 3195 w 72970"/>
                <a:gd name="connsiteY8" fmla="*/ 37985 h 244825"/>
                <a:gd name="connsiteX9" fmla="*/ 8307 w 72970"/>
                <a:gd name="connsiteY9" fmla="*/ 40538 h 244825"/>
                <a:gd name="connsiteX10" fmla="*/ 8307 w 72970"/>
                <a:gd name="connsiteY10" fmla="*/ 122253 h 244825"/>
                <a:gd name="connsiteX11" fmla="*/ 29394 w 72970"/>
                <a:gd name="connsiteY11" fmla="*/ 149066 h 244825"/>
                <a:gd name="connsiteX12" fmla="*/ 29394 w 72970"/>
                <a:gd name="connsiteY12" fmla="*/ 214183 h 244825"/>
                <a:gd name="connsiteX13" fmla="*/ 27477 w 72970"/>
                <a:gd name="connsiteY13" fmla="*/ 214183 h 244825"/>
                <a:gd name="connsiteX14" fmla="*/ 21087 w 72970"/>
                <a:gd name="connsiteY14" fmla="*/ 219290 h 244825"/>
                <a:gd name="connsiteX15" fmla="*/ 16614 w 72970"/>
                <a:gd name="connsiteY15" fmla="*/ 236527 h 244825"/>
                <a:gd name="connsiteX16" fmla="*/ 17892 w 72970"/>
                <a:gd name="connsiteY16" fmla="*/ 242272 h 244825"/>
                <a:gd name="connsiteX17" fmla="*/ 23004 w 72970"/>
                <a:gd name="connsiteY17" fmla="*/ 244826 h 244825"/>
                <a:gd name="connsiteX18" fmla="*/ 48564 w 72970"/>
                <a:gd name="connsiteY18" fmla="*/ 244826 h 244825"/>
                <a:gd name="connsiteX19" fmla="*/ 54954 w 72970"/>
                <a:gd name="connsiteY19" fmla="*/ 238442 h 244825"/>
                <a:gd name="connsiteX20" fmla="*/ 54954 w 72970"/>
                <a:gd name="connsiteY20" fmla="*/ 236527 h 244825"/>
                <a:gd name="connsiteX21" fmla="*/ 50481 w 72970"/>
                <a:gd name="connsiteY21" fmla="*/ 219290 h 244825"/>
                <a:gd name="connsiteX22" fmla="*/ 44091 w 72970"/>
                <a:gd name="connsiteY22" fmla="*/ 214183 h 244825"/>
                <a:gd name="connsiteX23" fmla="*/ 42813 w 72970"/>
                <a:gd name="connsiteY23" fmla="*/ 214183 h 244825"/>
                <a:gd name="connsiteX24" fmla="*/ 42813 w 72970"/>
                <a:gd name="connsiteY24" fmla="*/ 149066 h 244825"/>
                <a:gd name="connsiteX25" fmla="*/ 64538 w 72970"/>
                <a:gd name="connsiteY25" fmla="*/ 122253 h 244825"/>
                <a:gd name="connsiteX26" fmla="*/ 64538 w 72970"/>
                <a:gd name="connsiteY26" fmla="*/ 40538 h 244825"/>
                <a:gd name="connsiteX27" fmla="*/ 69650 w 72970"/>
                <a:gd name="connsiteY27" fmla="*/ 37985 h 244825"/>
                <a:gd name="connsiteX28" fmla="*/ 72845 w 72970"/>
                <a:gd name="connsiteY28" fmla="*/ 32239 h 244825"/>
                <a:gd name="connsiteX29" fmla="*/ 72845 w 72970"/>
                <a:gd name="connsiteY29" fmla="*/ 6703 h 244825"/>
                <a:gd name="connsiteX30" fmla="*/ 70289 w 72970"/>
                <a:gd name="connsiteY30" fmla="*/ 958 h 244825"/>
                <a:gd name="connsiteX31" fmla="*/ 32589 w 72970"/>
                <a:gd name="connsiteY31" fmla="*/ 230781 h 244825"/>
                <a:gd name="connsiteX32" fmla="*/ 33867 w 72970"/>
                <a:gd name="connsiteY32" fmla="*/ 226312 h 244825"/>
                <a:gd name="connsiteX33" fmla="*/ 40896 w 72970"/>
                <a:gd name="connsiteY33" fmla="*/ 226312 h 244825"/>
                <a:gd name="connsiteX34" fmla="*/ 42174 w 72970"/>
                <a:gd name="connsiteY34" fmla="*/ 230781 h 244825"/>
                <a:gd name="connsiteX35" fmla="*/ 32589 w 72970"/>
                <a:gd name="connsiteY35" fmla="*/ 230781 h 244825"/>
                <a:gd name="connsiteX36" fmla="*/ 51759 w 72970"/>
                <a:gd name="connsiteY36" fmla="*/ 45007 h 244825"/>
                <a:gd name="connsiteX37" fmla="*/ 51759 w 72970"/>
                <a:gd name="connsiteY37" fmla="*/ 76927 h 244825"/>
                <a:gd name="connsiteX38" fmla="*/ 21726 w 72970"/>
                <a:gd name="connsiteY38" fmla="*/ 76927 h 244825"/>
                <a:gd name="connsiteX39" fmla="*/ 21726 w 72970"/>
                <a:gd name="connsiteY39" fmla="*/ 45007 h 244825"/>
                <a:gd name="connsiteX40" fmla="*/ 21726 w 72970"/>
                <a:gd name="connsiteY40" fmla="*/ 45007 h 244825"/>
                <a:gd name="connsiteX41" fmla="*/ 28116 w 72970"/>
                <a:gd name="connsiteY41" fmla="*/ 46284 h 244825"/>
                <a:gd name="connsiteX42" fmla="*/ 28755 w 72970"/>
                <a:gd name="connsiteY42" fmla="*/ 46284 h 244825"/>
                <a:gd name="connsiteX43" fmla="*/ 36423 w 72970"/>
                <a:gd name="connsiteY43" fmla="*/ 46922 h 244825"/>
                <a:gd name="connsiteX44" fmla="*/ 44091 w 72970"/>
                <a:gd name="connsiteY44" fmla="*/ 46284 h 244825"/>
                <a:gd name="connsiteX45" fmla="*/ 44730 w 72970"/>
                <a:gd name="connsiteY45" fmla="*/ 46284 h 244825"/>
                <a:gd name="connsiteX46" fmla="*/ 51759 w 72970"/>
                <a:gd name="connsiteY46" fmla="*/ 45007 h 244825"/>
                <a:gd name="connsiteX47" fmla="*/ 51759 w 72970"/>
                <a:gd name="connsiteY47" fmla="*/ 45007 h 244825"/>
                <a:gd name="connsiteX48" fmla="*/ 13419 w 72970"/>
                <a:gd name="connsiteY48" fmla="*/ 16917 h 244825"/>
                <a:gd name="connsiteX49" fmla="*/ 60704 w 72970"/>
                <a:gd name="connsiteY49" fmla="*/ 16917 h 244825"/>
                <a:gd name="connsiteX50" fmla="*/ 60704 w 72970"/>
                <a:gd name="connsiteY50" fmla="*/ 28409 h 244825"/>
                <a:gd name="connsiteX51" fmla="*/ 58788 w 72970"/>
                <a:gd name="connsiteY51" fmla="*/ 29685 h 244825"/>
                <a:gd name="connsiteX52" fmla="*/ 56232 w 72970"/>
                <a:gd name="connsiteY52" fmla="*/ 30962 h 244825"/>
                <a:gd name="connsiteX53" fmla="*/ 56232 w 72970"/>
                <a:gd name="connsiteY53" fmla="*/ 30962 h 244825"/>
                <a:gd name="connsiteX54" fmla="*/ 51759 w 72970"/>
                <a:gd name="connsiteY54" fmla="*/ 32239 h 244825"/>
                <a:gd name="connsiteX55" fmla="*/ 50481 w 72970"/>
                <a:gd name="connsiteY55" fmla="*/ 32877 h 244825"/>
                <a:gd name="connsiteX56" fmla="*/ 47286 w 72970"/>
                <a:gd name="connsiteY56" fmla="*/ 33516 h 244825"/>
                <a:gd name="connsiteX57" fmla="*/ 26838 w 72970"/>
                <a:gd name="connsiteY57" fmla="*/ 33516 h 244825"/>
                <a:gd name="connsiteX58" fmla="*/ 23643 w 72970"/>
                <a:gd name="connsiteY58" fmla="*/ 32877 h 244825"/>
                <a:gd name="connsiteX59" fmla="*/ 22365 w 72970"/>
                <a:gd name="connsiteY59" fmla="*/ 32239 h 244825"/>
                <a:gd name="connsiteX60" fmla="*/ 17892 w 72970"/>
                <a:gd name="connsiteY60" fmla="*/ 30962 h 244825"/>
                <a:gd name="connsiteX61" fmla="*/ 17892 w 72970"/>
                <a:gd name="connsiteY61" fmla="*/ 30962 h 244825"/>
                <a:gd name="connsiteX62" fmla="*/ 15336 w 72970"/>
                <a:gd name="connsiteY62" fmla="*/ 29685 h 244825"/>
                <a:gd name="connsiteX63" fmla="*/ 13419 w 72970"/>
                <a:gd name="connsiteY63" fmla="*/ 28409 h 244825"/>
                <a:gd name="connsiteX64" fmla="*/ 13419 w 72970"/>
                <a:gd name="connsiteY64" fmla="*/ 16917 h 244825"/>
                <a:gd name="connsiteX65" fmla="*/ 37062 w 72970"/>
                <a:gd name="connsiteY65" fmla="*/ 136936 h 244825"/>
                <a:gd name="connsiteX66" fmla="*/ 22365 w 72970"/>
                <a:gd name="connsiteY66" fmla="*/ 121615 h 244825"/>
                <a:gd name="connsiteX67" fmla="*/ 22365 w 72970"/>
                <a:gd name="connsiteY67" fmla="*/ 89695 h 244825"/>
                <a:gd name="connsiteX68" fmla="*/ 52398 w 72970"/>
                <a:gd name="connsiteY68" fmla="*/ 89695 h 244825"/>
                <a:gd name="connsiteX69" fmla="*/ 52398 w 72970"/>
                <a:gd name="connsiteY69" fmla="*/ 121615 h 244825"/>
                <a:gd name="connsiteX70" fmla="*/ 37062 w 72970"/>
                <a:gd name="connsiteY70" fmla="*/ 136936 h 244825"/>
                <a:gd name="connsiteX71" fmla="*/ 37062 w 72970"/>
                <a:gd name="connsiteY71" fmla="*/ 136936 h 244825"/>
                <a:gd name="connsiteX72" fmla="*/ 37062 w 72970"/>
                <a:gd name="connsiteY72" fmla="*/ 136936 h 2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72970" h="244825">
                  <a:moveTo>
                    <a:pt x="70289" y="958"/>
                  </a:moveTo>
                  <a:cubicBezTo>
                    <a:pt x="68372" y="-319"/>
                    <a:pt x="65816" y="-319"/>
                    <a:pt x="63899" y="958"/>
                  </a:cubicBezTo>
                  <a:lnTo>
                    <a:pt x="58148" y="3511"/>
                  </a:lnTo>
                  <a:cubicBezTo>
                    <a:pt x="44730" y="9895"/>
                    <a:pt x="28755" y="9895"/>
                    <a:pt x="15336" y="3511"/>
                  </a:cubicBezTo>
                  <a:lnTo>
                    <a:pt x="9585" y="958"/>
                  </a:lnTo>
                  <a:cubicBezTo>
                    <a:pt x="7668" y="-319"/>
                    <a:pt x="5112" y="319"/>
                    <a:pt x="3195" y="958"/>
                  </a:cubicBezTo>
                  <a:cubicBezTo>
                    <a:pt x="1278" y="2234"/>
                    <a:pt x="0" y="4150"/>
                    <a:pt x="0" y="6703"/>
                  </a:cubicBezTo>
                  <a:lnTo>
                    <a:pt x="0" y="32239"/>
                  </a:lnTo>
                  <a:cubicBezTo>
                    <a:pt x="0" y="34793"/>
                    <a:pt x="1278" y="36708"/>
                    <a:pt x="3195" y="37985"/>
                  </a:cubicBezTo>
                  <a:lnTo>
                    <a:pt x="8307" y="40538"/>
                  </a:lnTo>
                  <a:lnTo>
                    <a:pt x="8307" y="122253"/>
                  </a:lnTo>
                  <a:cubicBezTo>
                    <a:pt x="8307" y="135021"/>
                    <a:pt x="17253" y="146512"/>
                    <a:pt x="29394" y="149066"/>
                  </a:cubicBezTo>
                  <a:lnTo>
                    <a:pt x="29394" y="214183"/>
                  </a:lnTo>
                  <a:lnTo>
                    <a:pt x="27477" y="214183"/>
                  </a:lnTo>
                  <a:cubicBezTo>
                    <a:pt x="24282" y="214183"/>
                    <a:pt x="21726" y="216098"/>
                    <a:pt x="21087" y="219290"/>
                  </a:cubicBezTo>
                  <a:lnTo>
                    <a:pt x="16614" y="236527"/>
                  </a:lnTo>
                  <a:cubicBezTo>
                    <a:pt x="15975" y="238442"/>
                    <a:pt x="16614" y="240357"/>
                    <a:pt x="17892" y="242272"/>
                  </a:cubicBezTo>
                  <a:cubicBezTo>
                    <a:pt x="19170" y="243549"/>
                    <a:pt x="21087" y="244826"/>
                    <a:pt x="23004" y="244826"/>
                  </a:cubicBezTo>
                  <a:lnTo>
                    <a:pt x="48564" y="244826"/>
                  </a:lnTo>
                  <a:cubicBezTo>
                    <a:pt x="52398" y="244826"/>
                    <a:pt x="54954" y="242272"/>
                    <a:pt x="54954" y="238442"/>
                  </a:cubicBezTo>
                  <a:cubicBezTo>
                    <a:pt x="54954" y="237803"/>
                    <a:pt x="54954" y="237165"/>
                    <a:pt x="54954" y="236527"/>
                  </a:cubicBezTo>
                  <a:lnTo>
                    <a:pt x="50481" y="219290"/>
                  </a:lnTo>
                  <a:cubicBezTo>
                    <a:pt x="49842" y="216098"/>
                    <a:pt x="47286" y="214183"/>
                    <a:pt x="44091" y="214183"/>
                  </a:cubicBezTo>
                  <a:lnTo>
                    <a:pt x="42813" y="214183"/>
                  </a:lnTo>
                  <a:lnTo>
                    <a:pt x="42813" y="149066"/>
                  </a:lnTo>
                  <a:cubicBezTo>
                    <a:pt x="55593" y="145874"/>
                    <a:pt x="63899" y="135021"/>
                    <a:pt x="64538" y="122253"/>
                  </a:cubicBezTo>
                  <a:lnTo>
                    <a:pt x="64538" y="40538"/>
                  </a:lnTo>
                  <a:lnTo>
                    <a:pt x="69650" y="37985"/>
                  </a:lnTo>
                  <a:cubicBezTo>
                    <a:pt x="71567" y="36708"/>
                    <a:pt x="73484" y="34793"/>
                    <a:pt x="72845" y="32239"/>
                  </a:cubicBezTo>
                  <a:lnTo>
                    <a:pt x="72845" y="6703"/>
                  </a:lnTo>
                  <a:cubicBezTo>
                    <a:pt x="72845" y="4788"/>
                    <a:pt x="71567" y="2234"/>
                    <a:pt x="70289" y="958"/>
                  </a:cubicBezTo>
                  <a:close/>
                  <a:moveTo>
                    <a:pt x="32589" y="230781"/>
                  </a:moveTo>
                  <a:lnTo>
                    <a:pt x="33867" y="226312"/>
                  </a:lnTo>
                  <a:lnTo>
                    <a:pt x="40896" y="226312"/>
                  </a:lnTo>
                  <a:lnTo>
                    <a:pt x="42174" y="230781"/>
                  </a:lnTo>
                  <a:lnTo>
                    <a:pt x="32589" y="230781"/>
                  </a:lnTo>
                  <a:close/>
                  <a:moveTo>
                    <a:pt x="51759" y="45007"/>
                  </a:moveTo>
                  <a:lnTo>
                    <a:pt x="51759" y="76927"/>
                  </a:lnTo>
                  <a:lnTo>
                    <a:pt x="21726" y="76927"/>
                  </a:lnTo>
                  <a:lnTo>
                    <a:pt x="21726" y="45007"/>
                  </a:lnTo>
                  <a:lnTo>
                    <a:pt x="21726" y="45007"/>
                  </a:lnTo>
                  <a:cubicBezTo>
                    <a:pt x="23643" y="45645"/>
                    <a:pt x="26199" y="46284"/>
                    <a:pt x="28116" y="46284"/>
                  </a:cubicBezTo>
                  <a:lnTo>
                    <a:pt x="28755" y="46284"/>
                  </a:lnTo>
                  <a:cubicBezTo>
                    <a:pt x="31311" y="46922"/>
                    <a:pt x="33867" y="46922"/>
                    <a:pt x="36423" y="46922"/>
                  </a:cubicBezTo>
                  <a:cubicBezTo>
                    <a:pt x="38979" y="46922"/>
                    <a:pt x="41535" y="46922"/>
                    <a:pt x="44091" y="46284"/>
                  </a:cubicBezTo>
                  <a:lnTo>
                    <a:pt x="44730" y="46284"/>
                  </a:lnTo>
                  <a:cubicBezTo>
                    <a:pt x="47286" y="46284"/>
                    <a:pt x="49842" y="45645"/>
                    <a:pt x="51759" y="45007"/>
                  </a:cubicBezTo>
                  <a:lnTo>
                    <a:pt x="51759" y="45007"/>
                  </a:lnTo>
                  <a:close/>
                  <a:moveTo>
                    <a:pt x="13419" y="16917"/>
                  </a:moveTo>
                  <a:cubicBezTo>
                    <a:pt x="28755" y="23301"/>
                    <a:pt x="45369" y="23301"/>
                    <a:pt x="60704" y="16917"/>
                  </a:cubicBezTo>
                  <a:lnTo>
                    <a:pt x="60704" y="28409"/>
                  </a:lnTo>
                  <a:lnTo>
                    <a:pt x="58788" y="29685"/>
                  </a:lnTo>
                  <a:lnTo>
                    <a:pt x="56232" y="30962"/>
                  </a:lnTo>
                  <a:lnTo>
                    <a:pt x="56232" y="30962"/>
                  </a:lnTo>
                  <a:lnTo>
                    <a:pt x="51759" y="32239"/>
                  </a:lnTo>
                  <a:lnTo>
                    <a:pt x="50481" y="32877"/>
                  </a:lnTo>
                  <a:cubicBezTo>
                    <a:pt x="49842" y="32877"/>
                    <a:pt x="48564" y="33516"/>
                    <a:pt x="47286" y="33516"/>
                  </a:cubicBezTo>
                  <a:cubicBezTo>
                    <a:pt x="40257" y="34793"/>
                    <a:pt x="33228" y="34793"/>
                    <a:pt x="26838" y="33516"/>
                  </a:cubicBezTo>
                  <a:lnTo>
                    <a:pt x="23643" y="32877"/>
                  </a:lnTo>
                  <a:lnTo>
                    <a:pt x="22365" y="32239"/>
                  </a:lnTo>
                  <a:lnTo>
                    <a:pt x="17892" y="30962"/>
                  </a:lnTo>
                  <a:lnTo>
                    <a:pt x="17892" y="30962"/>
                  </a:lnTo>
                  <a:lnTo>
                    <a:pt x="15336" y="29685"/>
                  </a:lnTo>
                  <a:lnTo>
                    <a:pt x="13419" y="28409"/>
                  </a:lnTo>
                  <a:lnTo>
                    <a:pt x="13419" y="16917"/>
                  </a:lnTo>
                  <a:close/>
                  <a:moveTo>
                    <a:pt x="37062" y="136936"/>
                  </a:moveTo>
                  <a:cubicBezTo>
                    <a:pt x="28755" y="136936"/>
                    <a:pt x="22365" y="129914"/>
                    <a:pt x="22365" y="121615"/>
                  </a:cubicBezTo>
                  <a:lnTo>
                    <a:pt x="22365" y="89695"/>
                  </a:lnTo>
                  <a:lnTo>
                    <a:pt x="52398" y="89695"/>
                  </a:lnTo>
                  <a:lnTo>
                    <a:pt x="52398" y="121615"/>
                  </a:lnTo>
                  <a:cubicBezTo>
                    <a:pt x="51759" y="130552"/>
                    <a:pt x="45369" y="136936"/>
                    <a:pt x="37062" y="136936"/>
                  </a:cubicBezTo>
                  <a:cubicBezTo>
                    <a:pt x="37062" y="136936"/>
                    <a:pt x="37062" y="136936"/>
                    <a:pt x="37062" y="136936"/>
                  </a:cubicBezTo>
                  <a:lnTo>
                    <a:pt x="37062" y="136936"/>
                  </a:lnTo>
                  <a:close/>
                </a:path>
              </a:pathLst>
            </a:custGeom>
            <a:solidFill>
              <a:srgbClr val="00A3E0"/>
            </a:solidFill>
            <a:ln w="6390" cap="flat">
              <a:noFill/>
              <a:prstDash val="solid"/>
              <a:miter/>
            </a:ln>
          </p:spPr>
          <p:txBody>
            <a:bodyPr rtlCol="0" anchor="ctr"/>
            <a:lstStyle/>
            <a:p>
              <a:endParaRPr lang="en-US"/>
            </a:p>
          </p:txBody>
        </p:sp>
      </p:grpSp>
      <p:grpSp>
        <p:nvGrpSpPr>
          <p:cNvPr id="259" name="Graphic 4">
            <a:extLst>
              <a:ext uri="{FF2B5EF4-FFF2-40B4-BE49-F238E27FC236}">
                <a16:creationId xmlns:a16="http://schemas.microsoft.com/office/drawing/2014/main" id="{8A71C75C-28B6-044E-9519-0120B4AE0492}"/>
              </a:ext>
            </a:extLst>
          </p:cNvPr>
          <p:cNvGrpSpPr>
            <a:grpSpLocks noChangeAspect="1"/>
          </p:cNvGrpSpPr>
          <p:nvPr/>
        </p:nvGrpSpPr>
        <p:grpSpPr>
          <a:xfrm>
            <a:off x="2560447" y="1893013"/>
            <a:ext cx="362309" cy="361971"/>
            <a:chOff x="2560447" y="1893013"/>
            <a:chExt cx="362309" cy="361971"/>
          </a:xfrm>
          <a:solidFill>
            <a:srgbClr val="00A3E0"/>
          </a:solidFill>
        </p:grpSpPr>
        <p:sp>
          <p:nvSpPr>
            <p:cNvPr id="260" name="Graphic 4">
              <a:extLst>
                <a:ext uri="{FF2B5EF4-FFF2-40B4-BE49-F238E27FC236}">
                  <a16:creationId xmlns:a16="http://schemas.microsoft.com/office/drawing/2014/main" id="{30089A27-4245-B34C-9F5A-09DE48C2C90D}"/>
                </a:ext>
              </a:extLst>
            </p:cNvPr>
            <p:cNvSpPr/>
            <p:nvPr/>
          </p:nvSpPr>
          <p:spPr>
            <a:xfrm>
              <a:off x="2560447" y="189301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261" name="Graphic 4">
              <a:extLst>
                <a:ext uri="{FF2B5EF4-FFF2-40B4-BE49-F238E27FC236}">
                  <a16:creationId xmlns:a16="http://schemas.microsoft.com/office/drawing/2014/main" id="{8A2ACBE7-4FEB-3C4D-B2DB-404E9DD868CA}"/>
                </a:ext>
              </a:extLst>
            </p:cNvPr>
            <p:cNvSpPr/>
            <p:nvPr/>
          </p:nvSpPr>
          <p:spPr>
            <a:xfrm>
              <a:off x="2703970" y="1948554"/>
              <a:ext cx="75012" cy="250251"/>
            </a:xfrm>
            <a:custGeom>
              <a:avLst/>
              <a:gdLst>
                <a:gd name="connsiteX0" fmla="*/ 59677 w 75012"/>
                <a:gd name="connsiteY0" fmla="*/ 0 h 250251"/>
                <a:gd name="connsiteX1" fmla="*/ 6641 w 75012"/>
                <a:gd name="connsiteY1" fmla="*/ 0 h 250251"/>
                <a:gd name="connsiteX2" fmla="*/ 1529 w 75012"/>
                <a:gd name="connsiteY2" fmla="*/ 2554 h 250251"/>
                <a:gd name="connsiteX3" fmla="*/ 251 w 75012"/>
                <a:gd name="connsiteY3" fmla="*/ 7661 h 250251"/>
                <a:gd name="connsiteX4" fmla="*/ 13669 w 75012"/>
                <a:gd name="connsiteY4" fmla="*/ 69585 h 250251"/>
                <a:gd name="connsiteX5" fmla="*/ 20059 w 75012"/>
                <a:gd name="connsiteY5" fmla="*/ 74692 h 250251"/>
                <a:gd name="connsiteX6" fmla="*/ 22615 w 75012"/>
                <a:gd name="connsiteY6" fmla="*/ 74692 h 250251"/>
                <a:gd name="connsiteX7" fmla="*/ 26449 w 75012"/>
                <a:gd name="connsiteY7" fmla="*/ 95121 h 250251"/>
                <a:gd name="connsiteX8" fmla="*/ 26449 w 75012"/>
                <a:gd name="connsiteY8" fmla="*/ 211310 h 250251"/>
                <a:gd name="connsiteX9" fmla="*/ 24532 w 75012"/>
                <a:gd name="connsiteY9" fmla="*/ 211310 h 250251"/>
                <a:gd name="connsiteX10" fmla="*/ 18142 w 75012"/>
                <a:gd name="connsiteY10" fmla="*/ 216417 h 250251"/>
                <a:gd name="connsiteX11" fmla="*/ 13669 w 75012"/>
                <a:gd name="connsiteY11" fmla="*/ 242591 h 250251"/>
                <a:gd name="connsiteX12" fmla="*/ 14947 w 75012"/>
                <a:gd name="connsiteY12" fmla="*/ 247698 h 250251"/>
                <a:gd name="connsiteX13" fmla="*/ 20059 w 75012"/>
                <a:gd name="connsiteY13" fmla="*/ 250252 h 250251"/>
                <a:gd name="connsiteX14" fmla="*/ 46258 w 75012"/>
                <a:gd name="connsiteY14" fmla="*/ 250252 h 250251"/>
                <a:gd name="connsiteX15" fmla="*/ 51370 w 75012"/>
                <a:gd name="connsiteY15" fmla="*/ 247698 h 250251"/>
                <a:gd name="connsiteX16" fmla="*/ 52648 w 75012"/>
                <a:gd name="connsiteY16" fmla="*/ 242591 h 250251"/>
                <a:gd name="connsiteX17" fmla="*/ 48175 w 75012"/>
                <a:gd name="connsiteY17" fmla="*/ 216417 h 250251"/>
                <a:gd name="connsiteX18" fmla="*/ 41785 w 75012"/>
                <a:gd name="connsiteY18" fmla="*/ 211310 h 250251"/>
                <a:gd name="connsiteX19" fmla="*/ 39229 w 75012"/>
                <a:gd name="connsiteY19" fmla="*/ 211310 h 250251"/>
                <a:gd name="connsiteX20" fmla="*/ 39229 w 75012"/>
                <a:gd name="connsiteY20" fmla="*/ 118104 h 250251"/>
                <a:gd name="connsiteX21" fmla="*/ 59038 w 75012"/>
                <a:gd name="connsiteY21" fmla="*/ 118104 h 250251"/>
                <a:gd name="connsiteX22" fmla="*/ 65428 w 75012"/>
                <a:gd name="connsiteY22" fmla="*/ 111720 h 250251"/>
                <a:gd name="connsiteX23" fmla="*/ 65428 w 75012"/>
                <a:gd name="connsiteY23" fmla="*/ 93844 h 250251"/>
                <a:gd name="connsiteX24" fmla="*/ 59038 w 75012"/>
                <a:gd name="connsiteY24" fmla="*/ 87460 h 250251"/>
                <a:gd name="connsiteX25" fmla="*/ 37951 w 75012"/>
                <a:gd name="connsiteY25" fmla="*/ 87460 h 250251"/>
                <a:gd name="connsiteX26" fmla="*/ 35395 w 75012"/>
                <a:gd name="connsiteY26" fmla="*/ 74054 h 250251"/>
                <a:gd name="connsiteX27" fmla="*/ 37312 w 75012"/>
                <a:gd name="connsiteY27" fmla="*/ 74054 h 250251"/>
                <a:gd name="connsiteX28" fmla="*/ 43702 w 75012"/>
                <a:gd name="connsiteY28" fmla="*/ 67670 h 250251"/>
                <a:gd name="connsiteX29" fmla="*/ 43702 w 75012"/>
                <a:gd name="connsiteY29" fmla="*/ 66393 h 250251"/>
                <a:gd name="connsiteX30" fmla="*/ 38590 w 75012"/>
                <a:gd name="connsiteY30" fmla="*/ 38942 h 250251"/>
                <a:gd name="connsiteX31" fmla="*/ 59677 w 75012"/>
                <a:gd name="connsiteY31" fmla="*/ 38942 h 250251"/>
                <a:gd name="connsiteX32" fmla="*/ 75013 w 75012"/>
                <a:gd name="connsiteY32" fmla="*/ 23621 h 250251"/>
                <a:gd name="connsiteX33" fmla="*/ 75013 w 75012"/>
                <a:gd name="connsiteY33" fmla="*/ 15322 h 250251"/>
                <a:gd name="connsiteX34" fmla="*/ 59677 w 75012"/>
                <a:gd name="connsiteY34" fmla="*/ 0 h 250251"/>
                <a:gd name="connsiteX35" fmla="*/ 59677 w 75012"/>
                <a:gd name="connsiteY35" fmla="*/ 0 h 250251"/>
                <a:gd name="connsiteX36" fmla="*/ 27727 w 75012"/>
                <a:gd name="connsiteY36" fmla="*/ 238122 h 250251"/>
                <a:gd name="connsiteX37" fmla="*/ 30283 w 75012"/>
                <a:gd name="connsiteY37" fmla="*/ 224716 h 250251"/>
                <a:gd name="connsiteX38" fmla="*/ 37312 w 75012"/>
                <a:gd name="connsiteY38" fmla="*/ 224716 h 250251"/>
                <a:gd name="connsiteX39" fmla="*/ 39868 w 75012"/>
                <a:gd name="connsiteY39" fmla="*/ 238122 h 250251"/>
                <a:gd name="connsiteX40" fmla="*/ 27727 w 75012"/>
                <a:gd name="connsiteY40" fmla="*/ 238122 h 250251"/>
                <a:gd name="connsiteX41" fmla="*/ 53287 w 75012"/>
                <a:gd name="connsiteY41" fmla="*/ 105974 h 250251"/>
                <a:gd name="connsiteX42" fmla="*/ 39868 w 75012"/>
                <a:gd name="connsiteY42" fmla="*/ 105974 h 250251"/>
                <a:gd name="connsiteX43" fmla="*/ 39868 w 75012"/>
                <a:gd name="connsiteY43" fmla="*/ 100867 h 250251"/>
                <a:gd name="connsiteX44" fmla="*/ 53287 w 75012"/>
                <a:gd name="connsiteY44" fmla="*/ 100867 h 250251"/>
                <a:gd name="connsiteX45" fmla="*/ 53287 w 75012"/>
                <a:gd name="connsiteY45" fmla="*/ 105974 h 250251"/>
                <a:gd name="connsiteX46" fmla="*/ 62233 w 75012"/>
                <a:gd name="connsiteY46" fmla="*/ 24259 h 250251"/>
                <a:gd name="connsiteX47" fmla="*/ 59677 w 75012"/>
                <a:gd name="connsiteY47" fmla="*/ 26813 h 250251"/>
                <a:gd name="connsiteX48" fmla="*/ 59677 w 75012"/>
                <a:gd name="connsiteY48" fmla="*/ 26813 h 250251"/>
                <a:gd name="connsiteX49" fmla="*/ 30922 w 75012"/>
                <a:gd name="connsiteY49" fmla="*/ 26813 h 250251"/>
                <a:gd name="connsiteX50" fmla="*/ 25810 w 75012"/>
                <a:gd name="connsiteY50" fmla="*/ 29366 h 250251"/>
                <a:gd name="connsiteX51" fmla="*/ 24532 w 75012"/>
                <a:gd name="connsiteY51" fmla="*/ 34473 h 250251"/>
                <a:gd name="connsiteX52" fmla="*/ 29644 w 75012"/>
                <a:gd name="connsiteY52" fmla="*/ 61925 h 250251"/>
                <a:gd name="connsiteX53" fmla="*/ 24532 w 75012"/>
                <a:gd name="connsiteY53" fmla="*/ 61925 h 250251"/>
                <a:gd name="connsiteX54" fmla="*/ 14308 w 75012"/>
                <a:gd name="connsiteY54" fmla="*/ 12768 h 250251"/>
                <a:gd name="connsiteX55" fmla="*/ 59038 w 75012"/>
                <a:gd name="connsiteY55" fmla="*/ 12768 h 250251"/>
                <a:gd name="connsiteX56" fmla="*/ 61594 w 75012"/>
                <a:gd name="connsiteY56" fmla="*/ 15322 h 250251"/>
                <a:gd name="connsiteX57" fmla="*/ 61594 w 75012"/>
                <a:gd name="connsiteY57" fmla="*/ 24259 h 250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75012" h="250251">
                  <a:moveTo>
                    <a:pt x="59677" y="0"/>
                  </a:moveTo>
                  <a:lnTo>
                    <a:pt x="6641" y="0"/>
                  </a:lnTo>
                  <a:cubicBezTo>
                    <a:pt x="4724" y="0"/>
                    <a:pt x="2807" y="638"/>
                    <a:pt x="1529" y="2554"/>
                  </a:cubicBezTo>
                  <a:cubicBezTo>
                    <a:pt x="251" y="3830"/>
                    <a:pt x="-388" y="5746"/>
                    <a:pt x="251" y="7661"/>
                  </a:cubicBezTo>
                  <a:lnTo>
                    <a:pt x="13669" y="69585"/>
                  </a:lnTo>
                  <a:cubicBezTo>
                    <a:pt x="14308" y="72777"/>
                    <a:pt x="16864" y="74692"/>
                    <a:pt x="20059" y="74692"/>
                  </a:cubicBezTo>
                  <a:lnTo>
                    <a:pt x="22615" y="74692"/>
                  </a:lnTo>
                  <a:lnTo>
                    <a:pt x="26449" y="95121"/>
                  </a:lnTo>
                  <a:lnTo>
                    <a:pt x="26449" y="211310"/>
                  </a:lnTo>
                  <a:lnTo>
                    <a:pt x="24532" y="211310"/>
                  </a:lnTo>
                  <a:cubicBezTo>
                    <a:pt x="21337" y="211310"/>
                    <a:pt x="18781" y="213863"/>
                    <a:pt x="18142" y="216417"/>
                  </a:cubicBezTo>
                  <a:lnTo>
                    <a:pt x="13669" y="242591"/>
                  </a:lnTo>
                  <a:cubicBezTo>
                    <a:pt x="13669" y="244506"/>
                    <a:pt x="13669" y="246422"/>
                    <a:pt x="14947" y="247698"/>
                  </a:cubicBezTo>
                  <a:cubicBezTo>
                    <a:pt x="16226" y="248975"/>
                    <a:pt x="18142" y="250252"/>
                    <a:pt x="20059" y="250252"/>
                  </a:cubicBezTo>
                  <a:lnTo>
                    <a:pt x="46258" y="250252"/>
                  </a:lnTo>
                  <a:cubicBezTo>
                    <a:pt x="48175" y="250252"/>
                    <a:pt x="50092" y="249614"/>
                    <a:pt x="51370" y="247698"/>
                  </a:cubicBezTo>
                  <a:cubicBezTo>
                    <a:pt x="52648" y="246422"/>
                    <a:pt x="53287" y="244506"/>
                    <a:pt x="52648" y="242591"/>
                  </a:cubicBezTo>
                  <a:lnTo>
                    <a:pt x="48175" y="216417"/>
                  </a:lnTo>
                  <a:cubicBezTo>
                    <a:pt x="47536" y="213225"/>
                    <a:pt x="44980" y="211310"/>
                    <a:pt x="41785" y="211310"/>
                  </a:cubicBezTo>
                  <a:lnTo>
                    <a:pt x="39229" y="211310"/>
                  </a:lnTo>
                  <a:lnTo>
                    <a:pt x="39229" y="118104"/>
                  </a:lnTo>
                  <a:lnTo>
                    <a:pt x="59038" y="118104"/>
                  </a:lnTo>
                  <a:cubicBezTo>
                    <a:pt x="62872" y="118104"/>
                    <a:pt x="65428" y="115550"/>
                    <a:pt x="65428" y="111720"/>
                  </a:cubicBezTo>
                  <a:lnTo>
                    <a:pt x="65428" y="93844"/>
                  </a:lnTo>
                  <a:cubicBezTo>
                    <a:pt x="65428" y="90014"/>
                    <a:pt x="62872" y="87460"/>
                    <a:pt x="59038" y="87460"/>
                  </a:cubicBezTo>
                  <a:lnTo>
                    <a:pt x="37951" y="87460"/>
                  </a:lnTo>
                  <a:lnTo>
                    <a:pt x="35395" y="74054"/>
                  </a:lnTo>
                  <a:lnTo>
                    <a:pt x="37312" y="74054"/>
                  </a:lnTo>
                  <a:cubicBezTo>
                    <a:pt x="41146" y="74054"/>
                    <a:pt x="43702" y="71500"/>
                    <a:pt x="43702" y="67670"/>
                  </a:cubicBezTo>
                  <a:cubicBezTo>
                    <a:pt x="43702" y="67032"/>
                    <a:pt x="43702" y="67032"/>
                    <a:pt x="43702" y="66393"/>
                  </a:cubicBezTo>
                  <a:lnTo>
                    <a:pt x="38590" y="38942"/>
                  </a:lnTo>
                  <a:lnTo>
                    <a:pt x="59677" y="38942"/>
                  </a:lnTo>
                  <a:cubicBezTo>
                    <a:pt x="67984" y="38942"/>
                    <a:pt x="75013" y="31920"/>
                    <a:pt x="75013" y="23621"/>
                  </a:cubicBezTo>
                  <a:lnTo>
                    <a:pt x="75013" y="15322"/>
                  </a:lnTo>
                  <a:cubicBezTo>
                    <a:pt x="75013" y="7022"/>
                    <a:pt x="67984" y="0"/>
                    <a:pt x="59677" y="0"/>
                  </a:cubicBezTo>
                  <a:lnTo>
                    <a:pt x="59677" y="0"/>
                  </a:lnTo>
                  <a:close/>
                  <a:moveTo>
                    <a:pt x="27727" y="238122"/>
                  </a:moveTo>
                  <a:lnTo>
                    <a:pt x="30283" y="224716"/>
                  </a:lnTo>
                  <a:lnTo>
                    <a:pt x="37312" y="224716"/>
                  </a:lnTo>
                  <a:lnTo>
                    <a:pt x="39868" y="238122"/>
                  </a:lnTo>
                  <a:lnTo>
                    <a:pt x="27727" y="238122"/>
                  </a:lnTo>
                  <a:close/>
                  <a:moveTo>
                    <a:pt x="53287" y="105974"/>
                  </a:moveTo>
                  <a:lnTo>
                    <a:pt x="39868" y="105974"/>
                  </a:lnTo>
                  <a:lnTo>
                    <a:pt x="39868" y="100867"/>
                  </a:lnTo>
                  <a:lnTo>
                    <a:pt x="53287" y="100867"/>
                  </a:lnTo>
                  <a:lnTo>
                    <a:pt x="53287" y="105974"/>
                  </a:lnTo>
                  <a:close/>
                  <a:moveTo>
                    <a:pt x="62233" y="24259"/>
                  </a:moveTo>
                  <a:cubicBezTo>
                    <a:pt x="62233" y="25536"/>
                    <a:pt x="60955" y="26813"/>
                    <a:pt x="59677" y="26813"/>
                  </a:cubicBezTo>
                  <a:lnTo>
                    <a:pt x="59677" y="26813"/>
                  </a:lnTo>
                  <a:lnTo>
                    <a:pt x="30922" y="26813"/>
                  </a:lnTo>
                  <a:cubicBezTo>
                    <a:pt x="29005" y="26813"/>
                    <a:pt x="27088" y="27451"/>
                    <a:pt x="25810" y="29366"/>
                  </a:cubicBezTo>
                  <a:cubicBezTo>
                    <a:pt x="24532" y="30643"/>
                    <a:pt x="23893" y="32558"/>
                    <a:pt x="24532" y="34473"/>
                  </a:cubicBezTo>
                  <a:lnTo>
                    <a:pt x="29644" y="61925"/>
                  </a:lnTo>
                  <a:lnTo>
                    <a:pt x="24532" y="61925"/>
                  </a:lnTo>
                  <a:lnTo>
                    <a:pt x="14308" y="12768"/>
                  </a:lnTo>
                  <a:lnTo>
                    <a:pt x="59038" y="12768"/>
                  </a:lnTo>
                  <a:cubicBezTo>
                    <a:pt x="60316" y="12768"/>
                    <a:pt x="61594" y="14045"/>
                    <a:pt x="61594" y="15322"/>
                  </a:cubicBezTo>
                  <a:lnTo>
                    <a:pt x="61594" y="24259"/>
                  </a:lnTo>
                  <a:close/>
                </a:path>
              </a:pathLst>
            </a:custGeom>
            <a:solidFill>
              <a:srgbClr val="00A3E0"/>
            </a:solidFill>
            <a:ln w="6390" cap="flat">
              <a:noFill/>
              <a:prstDash val="solid"/>
              <a:miter/>
            </a:ln>
          </p:spPr>
          <p:txBody>
            <a:bodyPr rtlCol="0" anchor="ctr"/>
            <a:lstStyle/>
            <a:p>
              <a:endParaRPr lang="en-US"/>
            </a:p>
          </p:txBody>
        </p:sp>
      </p:grpSp>
      <p:grpSp>
        <p:nvGrpSpPr>
          <p:cNvPr id="12" name="Group 11">
            <a:extLst>
              <a:ext uri="{FF2B5EF4-FFF2-40B4-BE49-F238E27FC236}">
                <a16:creationId xmlns:a16="http://schemas.microsoft.com/office/drawing/2014/main" id="{6548866E-5DCC-E747-B527-666029003588}"/>
              </a:ext>
            </a:extLst>
          </p:cNvPr>
          <p:cNvGrpSpPr>
            <a:grpSpLocks noChangeAspect="1"/>
          </p:cNvGrpSpPr>
          <p:nvPr/>
        </p:nvGrpSpPr>
        <p:grpSpPr>
          <a:xfrm>
            <a:off x="467743" y="4308712"/>
            <a:ext cx="361670" cy="361971"/>
            <a:chOff x="467743" y="4308712"/>
            <a:chExt cx="361670" cy="361971"/>
          </a:xfrm>
        </p:grpSpPr>
        <p:sp>
          <p:nvSpPr>
            <p:cNvPr id="263" name="Graphic 4">
              <a:extLst>
                <a:ext uri="{FF2B5EF4-FFF2-40B4-BE49-F238E27FC236}">
                  <a16:creationId xmlns:a16="http://schemas.microsoft.com/office/drawing/2014/main" id="{9B4424DE-36B4-4B4B-AC85-F893E43C693A}"/>
                </a:ext>
              </a:extLst>
            </p:cNvPr>
            <p:cNvSpPr/>
            <p:nvPr/>
          </p:nvSpPr>
          <p:spPr>
            <a:xfrm>
              <a:off x="467743" y="4308712"/>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0667 h 361971"/>
                <a:gd name="connsiteX4" fmla="*/ 361670 w 361670"/>
                <a:gd name="connsiteY4" fmla="*/ 180667 h 361971"/>
                <a:gd name="connsiteX5" fmla="*/ 180835 w 361670"/>
                <a:gd name="connsiteY5" fmla="*/ 0 h 361971"/>
                <a:gd name="connsiteX6" fmla="*/ 180835 w 361670"/>
                <a:gd name="connsiteY6" fmla="*/ 0 h 361971"/>
                <a:gd name="connsiteX7" fmla="*/ 180835 w 361670"/>
                <a:gd name="connsiteY7" fmla="*/ 349204 h 361971"/>
                <a:gd name="connsiteX8" fmla="*/ 12780 w 361670"/>
                <a:gd name="connsiteY8" fmla="*/ 181305 h 361971"/>
                <a:gd name="connsiteX9" fmla="*/ 180835 w 361670"/>
                <a:gd name="connsiteY9" fmla="*/ 12768 h 361971"/>
                <a:gd name="connsiteX10" fmla="*/ 348891 w 361670"/>
                <a:gd name="connsiteY10" fmla="*/ 181305 h 361971"/>
                <a:gd name="connsiteX11" fmla="*/ 348891 w 361670"/>
                <a:gd name="connsiteY11" fmla="*/ 181305 h 361971"/>
                <a:gd name="connsiteX12" fmla="*/ 180835 w 361670"/>
                <a:gd name="connsiteY12" fmla="*/ 349204 h 361971"/>
                <a:gd name="connsiteX13" fmla="*/ 180835 w 361670"/>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0" h="361971">
                  <a:moveTo>
                    <a:pt x="180835" y="0"/>
                  </a:moveTo>
                  <a:cubicBezTo>
                    <a:pt x="80513" y="0"/>
                    <a:pt x="0" y="81077"/>
                    <a:pt x="0" y="180667"/>
                  </a:cubicBezTo>
                  <a:cubicBezTo>
                    <a:pt x="0" y="280895"/>
                    <a:pt x="81152" y="361972"/>
                    <a:pt x="180835" y="361972"/>
                  </a:cubicBezTo>
                  <a:cubicBezTo>
                    <a:pt x="280518" y="361972"/>
                    <a:pt x="361670" y="280895"/>
                    <a:pt x="361670" y="180667"/>
                  </a:cubicBezTo>
                  <a:cubicBezTo>
                    <a:pt x="361670" y="180667"/>
                    <a:pt x="361670" y="180667"/>
                    <a:pt x="361670" y="180667"/>
                  </a:cubicBezTo>
                  <a:cubicBezTo>
                    <a:pt x="361670" y="81077"/>
                    <a:pt x="281157" y="0"/>
                    <a:pt x="180835" y="0"/>
                  </a:cubicBezTo>
                  <a:cubicBezTo>
                    <a:pt x="180835" y="0"/>
                    <a:pt x="180835" y="0"/>
                    <a:pt x="180835" y="0"/>
                  </a:cubicBezTo>
                  <a:close/>
                  <a:moveTo>
                    <a:pt x="180835" y="349204"/>
                  </a:moveTo>
                  <a:cubicBezTo>
                    <a:pt x="87542" y="349204"/>
                    <a:pt x="12780" y="273873"/>
                    <a:pt x="12780" y="181305"/>
                  </a:cubicBezTo>
                  <a:cubicBezTo>
                    <a:pt x="12780" y="88099"/>
                    <a:pt x="88181" y="12768"/>
                    <a:pt x="180835" y="12768"/>
                  </a:cubicBezTo>
                  <a:cubicBezTo>
                    <a:pt x="273489" y="12768"/>
                    <a:pt x="348891" y="88099"/>
                    <a:pt x="348891" y="181305"/>
                  </a:cubicBezTo>
                  <a:lnTo>
                    <a:pt x="348891" y="181305"/>
                  </a:lnTo>
                  <a:cubicBezTo>
                    <a:pt x="348891" y="273873"/>
                    <a:pt x="273489" y="349204"/>
                    <a:pt x="180835" y="349204"/>
                  </a:cubicBezTo>
                  <a:lnTo>
                    <a:pt x="180835" y="349204"/>
                  </a:lnTo>
                  <a:close/>
                </a:path>
              </a:pathLst>
            </a:custGeom>
            <a:solidFill>
              <a:srgbClr val="00A3E0"/>
            </a:solidFill>
            <a:ln w="6390" cap="flat">
              <a:noFill/>
              <a:prstDash val="solid"/>
              <a:miter/>
            </a:ln>
          </p:spPr>
          <p:txBody>
            <a:bodyPr rtlCol="0" anchor="ctr"/>
            <a:lstStyle/>
            <a:p>
              <a:endParaRPr lang="en-US"/>
            </a:p>
          </p:txBody>
        </p:sp>
        <p:sp>
          <p:nvSpPr>
            <p:cNvPr id="264" name="Graphic 4">
              <a:extLst>
                <a:ext uri="{FF2B5EF4-FFF2-40B4-BE49-F238E27FC236}">
                  <a16:creationId xmlns:a16="http://schemas.microsoft.com/office/drawing/2014/main" id="{60D0443B-080B-BD4D-B1F5-938B7454F5CD}"/>
                </a:ext>
              </a:extLst>
            </p:cNvPr>
            <p:cNvSpPr/>
            <p:nvPr/>
          </p:nvSpPr>
          <p:spPr>
            <a:xfrm>
              <a:off x="546917" y="4400003"/>
              <a:ext cx="18591" cy="18513"/>
            </a:xfrm>
            <a:custGeom>
              <a:avLst/>
              <a:gdLst>
                <a:gd name="connsiteX0" fmla="*/ 9007 w 18591"/>
                <a:gd name="connsiteY0" fmla="*/ 18514 h 18513"/>
                <a:gd name="connsiteX1" fmla="*/ 18592 w 18591"/>
                <a:gd name="connsiteY1" fmla="*/ 9576 h 18513"/>
                <a:gd name="connsiteX2" fmla="*/ 9646 w 18591"/>
                <a:gd name="connsiteY2" fmla="*/ 0 h 18513"/>
                <a:gd name="connsiteX3" fmla="*/ 61 w 18591"/>
                <a:gd name="connsiteY3" fmla="*/ 8938 h 18513"/>
                <a:gd name="connsiteX4" fmla="*/ 61 w 18591"/>
                <a:gd name="connsiteY4" fmla="*/ 8938 h 18513"/>
                <a:gd name="connsiteX5" fmla="*/ 9007 w 18591"/>
                <a:gd name="connsiteY5" fmla="*/ 18514 h 1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591" h="18513">
                  <a:moveTo>
                    <a:pt x="9007" y="18514"/>
                  </a:moveTo>
                  <a:cubicBezTo>
                    <a:pt x="14119" y="18514"/>
                    <a:pt x="18592" y="14683"/>
                    <a:pt x="18592" y="9576"/>
                  </a:cubicBezTo>
                  <a:cubicBezTo>
                    <a:pt x="18592" y="4469"/>
                    <a:pt x="14758" y="0"/>
                    <a:pt x="9646" y="0"/>
                  </a:cubicBezTo>
                  <a:cubicBezTo>
                    <a:pt x="4534" y="0"/>
                    <a:pt x="61" y="3831"/>
                    <a:pt x="61" y="8938"/>
                  </a:cubicBezTo>
                  <a:cubicBezTo>
                    <a:pt x="61" y="8938"/>
                    <a:pt x="61" y="8938"/>
                    <a:pt x="61" y="8938"/>
                  </a:cubicBezTo>
                  <a:cubicBezTo>
                    <a:pt x="-578" y="14045"/>
                    <a:pt x="3895" y="18514"/>
                    <a:pt x="9007" y="18514"/>
                  </a:cubicBezTo>
                  <a:close/>
                </a:path>
              </a:pathLst>
            </a:custGeom>
            <a:solidFill>
              <a:srgbClr val="00A3E0"/>
            </a:solidFill>
            <a:ln w="6390" cap="flat">
              <a:noFill/>
              <a:prstDash val="solid"/>
              <a:miter/>
            </a:ln>
          </p:spPr>
          <p:txBody>
            <a:bodyPr rtlCol="0" anchor="ctr"/>
            <a:lstStyle/>
            <a:p>
              <a:endParaRPr lang="en-US"/>
            </a:p>
          </p:txBody>
        </p:sp>
        <p:sp>
          <p:nvSpPr>
            <p:cNvPr id="265" name="Graphic 4">
              <a:extLst>
                <a:ext uri="{FF2B5EF4-FFF2-40B4-BE49-F238E27FC236}">
                  <a16:creationId xmlns:a16="http://schemas.microsoft.com/office/drawing/2014/main" id="{45067D91-7677-DF4C-9181-6C6752BB962E}"/>
                </a:ext>
              </a:extLst>
            </p:cNvPr>
            <p:cNvSpPr/>
            <p:nvPr/>
          </p:nvSpPr>
          <p:spPr>
            <a:xfrm>
              <a:off x="546339" y="4424262"/>
              <a:ext cx="19169" cy="19151"/>
            </a:xfrm>
            <a:custGeom>
              <a:avLst/>
              <a:gdLst>
                <a:gd name="connsiteX0" fmla="*/ 9585 w 19169"/>
                <a:gd name="connsiteY0" fmla="*/ 19152 h 19151"/>
                <a:gd name="connsiteX1" fmla="*/ 19170 w 19169"/>
                <a:gd name="connsiteY1" fmla="*/ 9576 h 19151"/>
                <a:gd name="connsiteX2" fmla="*/ 9585 w 19169"/>
                <a:gd name="connsiteY2" fmla="*/ 0 h 19151"/>
                <a:gd name="connsiteX3" fmla="*/ 0 w 19169"/>
                <a:gd name="connsiteY3" fmla="*/ 9576 h 19151"/>
                <a:gd name="connsiteX4" fmla="*/ 0 w 19169"/>
                <a:gd name="connsiteY4" fmla="*/ 9576 h 19151"/>
                <a:gd name="connsiteX5" fmla="*/ 9585 w 19169"/>
                <a:gd name="connsiteY5" fmla="*/ 19152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9151">
                  <a:moveTo>
                    <a:pt x="9585" y="19152"/>
                  </a:moveTo>
                  <a:cubicBezTo>
                    <a:pt x="14697" y="19152"/>
                    <a:pt x="19170" y="14683"/>
                    <a:pt x="19170" y="9576"/>
                  </a:cubicBezTo>
                  <a:cubicBezTo>
                    <a:pt x="19170" y="4468"/>
                    <a:pt x="14697" y="0"/>
                    <a:pt x="9585" y="0"/>
                  </a:cubicBezTo>
                  <a:cubicBezTo>
                    <a:pt x="4473" y="0"/>
                    <a:pt x="0" y="4468"/>
                    <a:pt x="0" y="9576"/>
                  </a:cubicBezTo>
                  <a:cubicBezTo>
                    <a:pt x="0" y="9576"/>
                    <a:pt x="0" y="9576"/>
                    <a:pt x="0" y="9576"/>
                  </a:cubicBezTo>
                  <a:cubicBezTo>
                    <a:pt x="0" y="15321"/>
                    <a:pt x="4473" y="19152"/>
                    <a:pt x="9585" y="19152"/>
                  </a:cubicBezTo>
                  <a:close/>
                </a:path>
              </a:pathLst>
            </a:custGeom>
            <a:solidFill>
              <a:srgbClr val="00A3E0"/>
            </a:solidFill>
            <a:ln w="6390" cap="flat">
              <a:noFill/>
              <a:prstDash val="solid"/>
              <a:miter/>
            </a:ln>
          </p:spPr>
          <p:txBody>
            <a:bodyPr rtlCol="0" anchor="ctr"/>
            <a:lstStyle/>
            <a:p>
              <a:endParaRPr lang="en-US"/>
            </a:p>
          </p:txBody>
        </p:sp>
        <p:sp>
          <p:nvSpPr>
            <p:cNvPr id="266" name="Graphic 4">
              <a:extLst>
                <a:ext uri="{FF2B5EF4-FFF2-40B4-BE49-F238E27FC236}">
                  <a16:creationId xmlns:a16="http://schemas.microsoft.com/office/drawing/2014/main" id="{F9241316-9675-394E-A3DA-47FEA9B16024}"/>
                </a:ext>
              </a:extLst>
            </p:cNvPr>
            <p:cNvSpPr/>
            <p:nvPr/>
          </p:nvSpPr>
          <p:spPr>
            <a:xfrm>
              <a:off x="605127" y="4424262"/>
              <a:ext cx="19169" cy="19151"/>
            </a:xfrm>
            <a:custGeom>
              <a:avLst/>
              <a:gdLst>
                <a:gd name="connsiteX0" fmla="*/ 9585 w 19169"/>
                <a:gd name="connsiteY0" fmla="*/ 19152 h 19151"/>
                <a:gd name="connsiteX1" fmla="*/ 19170 w 19169"/>
                <a:gd name="connsiteY1" fmla="*/ 9576 h 19151"/>
                <a:gd name="connsiteX2" fmla="*/ 9585 w 19169"/>
                <a:gd name="connsiteY2" fmla="*/ 0 h 19151"/>
                <a:gd name="connsiteX3" fmla="*/ 0 w 19169"/>
                <a:gd name="connsiteY3" fmla="*/ 9576 h 19151"/>
                <a:gd name="connsiteX4" fmla="*/ 0 w 19169"/>
                <a:gd name="connsiteY4" fmla="*/ 9576 h 19151"/>
                <a:gd name="connsiteX5" fmla="*/ 9585 w 19169"/>
                <a:gd name="connsiteY5" fmla="*/ 19152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9151">
                  <a:moveTo>
                    <a:pt x="9585" y="19152"/>
                  </a:moveTo>
                  <a:cubicBezTo>
                    <a:pt x="14697" y="19152"/>
                    <a:pt x="19170" y="14683"/>
                    <a:pt x="19170" y="9576"/>
                  </a:cubicBezTo>
                  <a:cubicBezTo>
                    <a:pt x="19170" y="4468"/>
                    <a:pt x="14697" y="0"/>
                    <a:pt x="9585" y="0"/>
                  </a:cubicBezTo>
                  <a:cubicBezTo>
                    <a:pt x="4473" y="0"/>
                    <a:pt x="0" y="4468"/>
                    <a:pt x="0" y="9576"/>
                  </a:cubicBezTo>
                  <a:cubicBezTo>
                    <a:pt x="0" y="9576"/>
                    <a:pt x="0" y="9576"/>
                    <a:pt x="0" y="9576"/>
                  </a:cubicBezTo>
                  <a:cubicBezTo>
                    <a:pt x="0" y="15321"/>
                    <a:pt x="4473" y="19152"/>
                    <a:pt x="9585" y="19152"/>
                  </a:cubicBezTo>
                  <a:close/>
                </a:path>
              </a:pathLst>
            </a:custGeom>
            <a:solidFill>
              <a:srgbClr val="00A3E0"/>
            </a:solidFill>
            <a:ln w="6390" cap="flat">
              <a:noFill/>
              <a:prstDash val="solid"/>
              <a:miter/>
            </a:ln>
          </p:spPr>
          <p:txBody>
            <a:bodyPr rtlCol="0" anchor="ctr"/>
            <a:lstStyle/>
            <a:p>
              <a:endParaRPr lang="en-US"/>
            </a:p>
          </p:txBody>
        </p:sp>
        <p:sp>
          <p:nvSpPr>
            <p:cNvPr id="267" name="Graphic 4">
              <a:extLst>
                <a:ext uri="{FF2B5EF4-FFF2-40B4-BE49-F238E27FC236}">
                  <a16:creationId xmlns:a16="http://schemas.microsoft.com/office/drawing/2014/main" id="{6614DC63-04EA-F74E-8548-F2A1BCF73245}"/>
                </a:ext>
              </a:extLst>
            </p:cNvPr>
            <p:cNvSpPr/>
            <p:nvPr/>
          </p:nvSpPr>
          <p:spPr>
            <a:xfrm>
              <a:off x="578928" y="4399364"/>
              <a:ext cx="19169" cy="19151"/>
            </a:xfrm>
            <a:custGeom>
              <a:avLst/>
              <a:gdLst>
                <a:gd name="connsiteX0" fmla="*/ 9585 w 19169"/>
                <a:gd name="connsiteY0" fmla="*/ 19152 h 19151"/>
                <a:gd name="connsiteX1" fmla="*/ 19170 w 19169"/>
                <a:gd name="connsiteY1" fmla="*/ 9576 h 19151"/>
                <a:gd name="connsiteX2" fmla="*/ 9585 w 19169"/>
                <a:gd name="connsiteY2" fmla="*/ 0 h 19151"/>
                <a:gd name="connsiteX3" fmla="*/ 0 w 19169"/>
                <a:gd name="connsiteY3" fmla="*/ 9576 h 19151"/>
                <a:gd name="connsiteX4" fmla="*/ 9585 w 19169"/>
                <a:gd name="connsiteY4" fmla="*/ 19152 h 19151"/>
                <a:gd name="connsiteX5" fmla="*/ 9585 w 19169"/>
                <a:gd name="connsiteY5" fmla="*/ 19152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9151">
                  <a:moveTo>
                    <a:pt x="9585" y="19152"/>
                  </a:moveTo>
                  <a:cubicBezTo>
                    <a:pt x="14697" y="19152"/>
                    <a:pt x="19170" y="14683"/>
                    <a:pt x="19170" y="9576"/>
                  </a:cubicBezTo>
                  <a:cubicBezTo>
                    <a:pt x="19170" y="4469"/>
                    <a:pt x="14697" y="0"/>
                    <a:pt x="9585" y="0"/>
                  </a:cubicBezTo>
                  <a:cubicBezTo>
                    <a:pt x="4473" y="0"/>
                    <a:pt x="0" y="3830"/>
                    <a:pt x="0" y="9576"/>
                  </a:cubicBezTo>
                  <a:cubicBezTo>
                    <a:pt x="0" y="14683"/>
                    <a:pt x="3834" y="19152"/>
                    <a:pt x="9585" y="19152"/>
                  </a:cubicBezTo>
                  <a:cubicBezTo>
                    <a:pt x="8946" y="19152"/>
                    <a:pt x="8946" y="19152"/>
                    <a:pt x="9585" y="19152"/>
                  </a:cubicBezTo>
                  <a:close/>
                </a:path>
              </a:pathLst>
            </a:custGeom>
            <a:solidFill>
              <a:srgbClr val="00A3E0"/>
            </a:solidFill>
            <a:ln w="6390" cap="flat">
              <a:noFill/>
              <a:prstDash val="solid"/>
              <a:miter/>
            </a:ln>
          </p:spPr>
          <p:txBody>
            <a:bodyPr rtlCol="0" anchor="ctr"/>
            <a:lstStyle/>
            <a:p>
              <a:endParaRPr lang="en-US"/>
            </a:p>
          </p:txBody>
        </p:sp>
        <p:sp>
          <p:nvSpPr>
            <p:cNvPr id="268" name="Graphic 4">
              <a:extLst>
                <a:ext uri="{FF2B5EF4-FFF2-40B4-BE49-F238E27FC236}">
                  <a16:creationId xmlns:a16="http://schemas.microsoft.com/office/drawing/2014/main" id="{A0601DAB-7EE9-B049-97E1-D94D3267B50F}"/>
                </a:ext>
              </a:extLst>
            </p:cNvPr>
            <p:cNvSpPr/>
            <p:nvPr/>
          </p:nvSpPr>
          <p:spPr>
            <a:xfrm>
              <a:off x="578928" y="4424262"/>
              <a:ext cx="19169" cy="19151"/>
            </a:xfrm>
            <a:custGeom>
              <a:avLst/>
              <a:gdLst>
                <a:gd name="connsiteX0" fmla="*/ 9585 w 19169"/>
                <a:gd name="connsiteY0" fmla="*/ 19152 h 19151"/>
                <a:gd name="connsiteX1" fmla="*/ 19170 w 19169"/>
                <a:gd name="connsiteY1" fmla="*/ 9576 h 19151"/>
                <a:gd name="connsiteX2" fmla="*/ 9585 w 19169"/>
                <a:gd name="connsiteY2" fmla="*/ 0 h 19151"/>
                <a:gd name="connsiteX3" fmla="*/ 0 w 19169"/>
                <a:gd name="connsiteY3" fmla="*/ 9576 h 19151"/>
                <a:gd name="connsiteX4" fmla="*/ 0 w 19169"/>
                <a:gd name="connsiteY4" fmla="*/ 9576 h 19151"/>
                <a:gd name="connsiteX5" fmla="*/ 9585 w 19169"/>
                <a:gd name="connsiteY5" fmla="*/ 19152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9151">
                  <a:moveTo>
                    <a:pt x="9585" y="19152"/>
                  </a:moveTo>
                  <a:cubicBezTo>
                    <a:pt x="14697" y="19152"/>
                    <a:pt x="19170" y="14683"/>
                    <a:pt x="19170" y="9576"/>
                  </a:cubicBezTo>
                  <a:cubicBezTo>
                    <a:pt x="19170" y="4468"/>
                    <a:pt x="14697" y="0"/>
                    <a:pt x="9585" y="0"/>
                  </a:cubicBezTo>
                  <a:cubicBezTo>
                    <a:pt x="4473" y="0"/>
                    <a:pt x="0" y="4468"/>
                    <a:pt x="0" y="9576"/>
                  </a:cubicBezTo>
                  <a:cubicBezTo>
                    <a:pt x="0" y="9576"/>
                    <a:pt x="0" y="9576"/>
                    <a:pt x="0" y="9576"/>
                  </a:cubicBezTo>
                  <a:cubicBezTo>
                    <a:pt x="0" y="15321"/>
                    <a:pt x="3834" y="19152"/>
                    <a:pt x="9585" y="19152"/>
                  </a:cubicBezTo>
                  <a:close/>
                </a:path>
              </a:pathLst>
            </a:custGeom>
            <a:solidFill>
              <a:srgbClr val="00A3E0"/>
            </a:solidFill>
            <a:ln w="6390" cap="flat">
              <a:noFill/>
              <a:prstDash val="solid"/>
              <a:miter/>
            </a:ln>
          </p:spPr>
          <p:txBody>
            <a:bodyPr rtlCol="0" anchor="ctr"/>
            <a:lstStyle/>
            <a:p>
              <a:endParaRPr lang="en-US"/>
            </a:p>
          </p:txBody>
        </p:sp>
        <p:sp>
          <p:nvSpPr>
            <p:cNvPr id="269" name="Graphic 4">
              <a:extLst>
                <a:ext uri="{FF2B5EF4-FFF2-40B4-BE49-F238E27FC236}">
                  <a16:creationId xmlns:a16="http://schemas.microsoft.com/office/drawing/2014/main" id="{5D3340FD-E323-334F-9EF1-E08051669774}"/>
                </a:ext>
              </a:extLst>
            </p:cNvPr>
            <p:cNvSpPr/>
            <p:nvPr/>
          </p:nvSpPr>
          <p:spPr>
            <a:xfrm>
              <a:off x="578928" y="4449159"/>
              <a:ext cx="19169" cy="19151"/>
            </a:xfrm>
            <a:custGeom>
              <a:avLst/>
              <a:gdLst>
                <a:gd name="connsiteX0" fmla="*/ 9585 w 19169"/>
                <a:gd name="connsiteY0" fmla="*/ 19152 h 19151"/>
                <a:gd name="connsiteX1" fmla="*/ 19170 w 19169"/>
                <a:gd name="connsiteY1" fmla="*/ 9576 h 19151"/>
                <a:gd name="connsiteX2" fmla="*/ 9585 w 19169"/>
                <a:gd name="connsiteY2" fmla="*/ 0 h 19151"/>
                <a:gd name="connsiteX3" fmla="*/ 0 w 19169"/>
                <a:gd name="connsiteY3" fmla="*/ 9576 h 19151"/>
                <a:gd name="connsiteX4" fmla="*/ 0 w 19169"/>
                <a:gd name="connsiteY4" fmla="*/ 9576 h 19151"/>
                <a:gd name="connsiteX5" fmla="*/ 9585 w 19169"/>
                <a:gd name="connsiteY5" fmla="*/ 19152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9151">
                  <a:moveTo>
                    <a:pt x="9585" y="19152"/>
                  </a:moveTo>
                  <a:cubicBezTo>
                    <a:pt x="14697" y="19152"/>
                    <a:pt x="19170" y="14683"/>
                    <a:pt x="19170" y="9576"/>
                  </a:cubicBezTo>
                  <a:cubicBezTo>
                    <a:pt x="19170" y="4469"/>
                    <a:pt x="14697" y="0"/>
                    <a:pt x="9585" y="0"/>
                  </a:cubicBezTo>
                  <a:cubicBezTo>
                    <a:pt x="4473" y="0"/>
                    <a:pt x="0" y="4469"/>
                    <a:pt x="0" y="9576"/>
                  </a:cubicBezTo>
                  <a:cubicBezTo>
                    <a:pt x="0" y="9576"/>
                    <a:pt x="0" y="9576"/>
                    <a:pt x="0" y="9576"/>
                  </a:cubicBezTo>
                  <a:cubicBezTo>
                    <a:pt x="0" y="15322"/>
                    <a:pt x="3834" y="19152"/>
                    <a:pt x="9585" y="19152"/>
                  </a:cubicBezTo>
                  <a:close/>
                </a:path>
              </a:pathLst>
            </a:custGeom>
            <a:solidFill>
              <a:srgbClr val="00A3E0"/>
            </a:solidFill>
            <a:ln w="6390" cap="flat">
              <a:noFill/>
              <a:prstDash val="solid"/>
              <a:miter/>
            </a:ln>
          </p:spPr>
          <p:txBody>
            <a:bodyPr rtlCol="0" anchor="ctr"/>
            <a:lstStyle/>
            <a:p>
              <a:endParaRPr lang="en-US"/>
            </a:p>
          </p:txBody>
        </p:sp>
        <p:sp>
          <p:nvSpPr>
            <p:cNvPr id="270" name="Graphic 4">
              <a:extLst>
                <a:ext uri="{FF2B5EF4-FFF2-40B4-BE49-F238E27FC236}">
                  <a16:creationId xmlns:a16="http://schemas.microsoft.com/office/drawing/2014/main" id="{F3F92358-29C3-5143-AEDD-3C786A1FD9EC}"/>
                </a:ext>
              </a:extLst>
            </p:cNvPr>
            <p:cNvSpPr/>
            <p:nvPr/>
          </p:nvSpPr>
          <p:spPr>
            <a:xfrm>
              <a:off x="680528" y="4399364"/>
              <a:ext cx="19169" cy="19151"/>
            </a:xfrm>
            <a:custGeom>
              <a:avLst/>
              <a:gdLst>
                <a:gd name="connsiteX0" fmla="*/ 9585 w 19169"/>
                <a:gd name="connsiteY0" fmla="*/ 19152 h 19151"/>
                <a:gd name="connsiteX1" fmla="*/ 19170 w 19169"/>
                <a:gd name="connsiteY1" fmla="*/ 9576 h 19151"/>
                <a:gd name="connsiteX2" fmla="*/ 9585 w 19169"/>
                <a:gd name="connsiteY2" fmla="*/ 0 h 19151"/>
                <a:gd name="connsiteX3" fmla="*/ 0 w 19169"/>
                <a:gd name="connsiteY3" fmla="*/ 9576 h 19151"/>
                <a:gd name="connsiteX4" fmla="*/ 0 w 19169"/>
                <a:gd name="connsiteY4" fmla="*/ 9576 h 19151"/>
                <a:gd name="connsiteX5" fmla="*/ 9585 w 19169"/>
                <a:gd name="connsiteY5" fmla="*/ 19152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9151">
                  <a:moveTo>
                    <a:pt x="9585" y="19152"/>
                  </a:moveTo>
                  <a:cubicBezTo>
                    <a:pt x="14697" y="19152"/>
                    <a:pt x="19170" y="14683"/>
                    <a:pt x="19170" y="9576"/>
                  </a:cubicBezTo>
                  <a:cubicBezTo>
                    <a:pt x="19170" y="4469"/>
                    <a:pt x="14697" y="0"/>
                    <a:pt x="9585" y="0"/>
                  </a:cubicBezTo>
                  <a:cubicBezTo>
                    <a:pt x="4473" y="0"/>
                    <a:pt x="0" y="4469"/>
                    <a:pt x="0" y="9576"/>
                  </a:cubicBezTo>
                  <a:lnTo>
                    <a:pt x="0" y="9576"/>
                  </a:lnTo>
                  <a:cubicBezTo>
                    <a:pt x="0" y="15322"/>
                    <a:pt x="4473" y="19152"/>
                    <a:pt x="9585" y="19152"/>
                  </a:cubicBezTo>
                  <a:close/>
                </a:path>
              </a:pathLst>
            </a:custGeom>
            <a:solidFill>
              <a:srgbClr val="00A3E0"/>
            </a:solidFill>
            <a:ln w="6390" cap="flat">
              <a:noFill/>
              <a:prstDash val="solid"/>
              <a:miter/>
            </a:ln>
          </p:spPr>
          <p:txBody>
            <a:bodyPr rtlCol="0" anchor="ctr"/>
            <a:lstStyle/>
            <a:p>
              <a:endParaRPr lang="en-US"/>
            </a:p>
          </p:txBody>
        </p:sp>
        <p:sp>
          <p:nvSpPr>
            <p:cNvPr id="271" name="Graphic 4">
              <a:extLst>
                <a:ext uri="{FF2B5EF4-FFF2-40B4-BE49-F238E27FC236}">
                  <a16:creationId xmlns:a16="http://schemas.microsoft.com/office/drawing/2014/main" id="{13F2E964-FF29-7043-9029-C830F4F8040B}"/>
                </a:ext>
              </a:extLst>
            </p:cNvPr>
            <p:cNvSpPr/>
            <p:nvPr/>
          </p:nvSpPr>
          <p:spPr>
            <a:xfrm>
              <a:off x="653690" y="4399364"/>
              <a:ext cx="19169" cy="19151"/>
            </a:xfrm>
            <a:custGeom>
              <a:avLst/>
              <a:gdLst>
                <a:gd name="connsiteX0" fmla="*/ 9585 w 19169"/>
                <a:gd name="connsiteY0" fmla="*/ 19152 h 19151"/>
                <a:gd name="connsiteX1" fmla="*/ 19170 w 19169"/>
                <a:gd name="connsiteY1" fmla="*/ 9576 h 19151"/>
                <a:gd name="connsiteX2" fmla="*/ 9585 w 19169"/>
                <a:gd name="connsiteY2" fmla="*/ 0 h 19151"/>
                <a:gd name="connsiteX3" fmla="*/ 0 w 19169"/>
                <a:gd name="connsiteY3" fmla="*/ 9576 h 19151"/>
                <a:gd name="connsiteX4" fmla="*/ 9585 w 19169"/>
                <a:gd name="connsiteY4" fmla="*/ 19152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9585" y="19152"/>
                  </a:moveTo>
                  <a:cubicBezTo>
                    <a:pt x="14697" y="19152"/>
                    <a:pt x="19170" y="14683"/>
                    <a:pt x="19170" y="9576"/>
                  </a:cubicBezTo>
                  <a:cubicBezTo>
                    <a:pt x="19170" y="4469"/>
                    <a:pt x="14697" y="0"/>
                    <a:pt x="9585" y="0"/>
                  </a:cubicBezTo>
                  <a:cubicBezTo>
                    <a:pt x="4473" y="0"/>
                    <a:pt x="0" y="4469"/>
                    <a:pt x="0" y="9576"/>
                  </a:cubicBezTo>
                  <a:cubicBezTo>
                    <a:pt x="0" y="14683"/>
                    <a:pt x="4473" y="19152"/>
                    <a:pt x="9585" y="19152"/>
                  </a:cubicBezTo>
                  <a:close/>
                </a:path>
              </a:pathLst>
            </a:custGeom>
            <a:solidFill>
              <a:srgbClr val="00A3E0"/>
            </a:solidFill>
            <a:ln w="6390" cap="flat">
              <a:noFill/>
              <a:prstDash val="solid"/>
              <a:miter/>
            </a:ln>
          </p:spPr>
          <p:txBody>
            <a:bodyPr rtlCol="0" anchor="ctr"/>
            <a:lstStyle/>
            <a:p>
              <a:endParaRPr lang="en-US"/>
            </a:p>
          </p:txBody>
        </p:sp>
        <p:sp>
          <p:nvSpPr>
            <p:cNvPr id="272" name="Graphic 4">
              <a:extLst>
                <a:ext uri="{FF2B5EF4-FFF2-40B4-BE49-F238E27FC236}">
                  <a16:creationId xmlns:a16="http://schemas.microsoft.com/office/drawing/2014/main" id="{3B74C30E-CA1D-B047-B2AE-5889C2C09612}"/>
                </a:ext>
              </a:extLst>
            </p:cNvPr>
            <p:cNvSpPr/>
            <p:nvPr/>
          </p:nvSpPr>
          <p:spPr>
            <a:xfrm>
              <a:off x="653690" y="4424262"/>
              <a:ext cx="19169" cy="19151"/>
            </a:xfrm>
            <a:custGeom>
              <a:avLst/>
              <a:gdLst>
                <a:gd name="connsiteX0" fmla="*/ 9585 w 19169"/>
                <a:gd name="connsiteY0" fmla="*/ 19152 h 19151"/>
                <a:gd name="connsiteX1" fmla="*/ 19170 w 19169"/>
                <a:gd name="connsiteY1" fmla="*/ 9576 h 19151"/>
                <a:gd name="connsiteX2" fmla="*/ 9585 w 19169"/>
                <a:gd name="connsiteY2" fmla="*/ 0 h 19151"/>
                <a:gd name="connsiteX3" fmla="*/ 0 w 19169"/>
                <a:gd name="connsiteY3" fmla="*/ 9576 h 19151"/>
                <a:gd name="connsiteX4" fmla="*/ 0 w 19169"/>
                <a:gd name="connsiteY4" fmla="*/ 9576 h 19151"/>
                <a:gd name="connsiteX5" fmla="*/ 9585 w 19169"/>
                <a:gd name="connsiteY5" fmla="*/ 19152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9151">
                  <a:moveTo>
                    <a:pt x="9585" y="19152"/>
                  </a:moveTo>
                  <a:cubicBezTo>
                    <a:pt x="14697" y="19152"/>
                    <a:pt x="19170" y="14683"/>
                    <a:pt x="19170" y="9576"/>
                  </a:cubicBezTo>
                  <a:cubicBezTo>
                    <a:pt x="19170" y="4468"/>
                    <a:pt x="14697" y="0"/>
                    <a:pt x="9585" y="0"/>
                  </a:cubicBezTo>
                  <a:cubicBezTo>
                    <a:pt x="4473" y="0"/>
                    <a:pt x="0" y="4468"/>
                    <a:pt x="0" y="9576"/>
                  </a:cubicBezTo>
                  <a:cubicBezTo>
                    <a:pt x="0" y="9576"/>
                    <a:pt x="0" y="9576"/>
                    <a:pt x="0" y="9576"/>
                  </a:cubicBezTo>
                  <a:cubicBezTo>
                    <a:pt x="639" y="15321"/>
                    <a:pt x="4473" y="19152"/>
                    <a:pt x="9585" y="19152"/>
                  </a:cubicBezTo>
                  <a:close/>
                </a:path>
              </a:pathLst>
            </a:custGeom>
            <a:solidFill>
              <a:srgbClr val="00A3E0"/>
            </a:solidFill>
            <a:ln w="6390" cap="flat">
              <a:noFill/>
              <a:prstDash val="solid"/>
              <a:miter/>
            </a:ln>
          </p:spPr>
          <p:txBody>
            <a:bodyPr rtlCol="0" anchor="ctr"/>
            <a:lstStyle/>
            <a:p>
              <a:endParaRPr lang="en-US"/>
            </a:p>
          </p:txBody>
        </p:sp>
        <p:sp>
          <p:nvSpPr>
            <p:cNvPr id="273" name="Graphic 4">
              <a:extLst>
                <a:ext uri="{FF2B5EF4-FFF2-40B4-BE49-F238E27FC236}">
                  <a16:creationId xmlns:a16="http://schemas.microsoft.com/office/drawing/2014/main" id="{F14BB435-BEB3-CD49-B663-0860B6F9DE1A}"/>
                </a:ext>
              </a:extLst>
            </p:cNvPr>
            <p:cNvSpPr/>
            <p:nvPr/>
          </p:nvSpPr>
          <p:spPr>
            <a:xfrm>
              <a:off x="680528" y="4449159"/>
              <a:ext cx="19169" cy="19151"/>
            </a:xfrm>
            <a:custGeom>
              <a:avLst/>
              <a:gdLst>
                <a:gd name="connsiteX0" fmla="*/ 9585 w 19169"/>
                <a:gd name="connsiteY0" fmla="*/ 19152 h 19151"/>
                <a:gd name="connsiteX1" fmla="*/ 19170 w 19169"/>
                <a:gd name="connsiteY1" fmla="*/ 9576 h 19151"/>
                <a:gd name="connsiteX2" fmla="*/ 9585 w 19169"/>
                <a:gd name="connsiteY2" fmla="*/ 0 h 19151"/>
                <a:gd name="connsiteX3" fmla="*/ 0 w 19169"/>
                <a:gd name="connsiteY3" fmla="*/ 9576 h 19151"/>
                <a:gd name="connsiteX4" fmla="*/ 0 w 19169"/>
                <a:gd name="connsiteY4" fmla="*/ 9576 h 19151"/>
                <a:gd name="connsiteX5" fmla="*/ 9585 w 19169"/>
                <a:gd name="connsiteY5" fmla="*/ 19152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9151">
                  <a:moveTo>
                    <a:pt x="9585" y="19152"/>
                  </a:moveTo>
                  <a:cubicBezTo>
                    <a:pt x="14697" y="19152"/>
                    <a:pt x="19170" y="14683"/>
                    <a:pt x="19170" y="9576"/>
                  </a:cubicBezTo>
                  <a:cubicBezTo>
                    <a:pt x="19170" y="4469"/>
                    <a:pt x="14697" y="0"/>
                    <a:pt x="9585" y="0"/>
                  </a:cubicBezTo>
                  <a:cubicBezTo>
                    <a:pt x="4473" y="0"/>
                    <a:pt x="0" y="4469"/>
                    <a:pt x="0" y="9576"/>
                  </a:cubicBezTo>
                  <a:lnTo>
                    <a:pt x="0" y="9576"/>
                  </a:lnTo>
                  <a:cubicBezTo>
                    <a:pt x="0" y="15322"/>
                    <a:pt x="4473" y="19152"/>
                    <a:pt x="9585" y="19152"/>
                  </a:cubicBezTo>
                  <a:close/>
                </a:path>
              </a:pathLst>
            </a:custGeom>
            <a:solidFill>
              <a:srgbClr val="00A3E0"/>
            </a:solidFill>
            <a:ln w="6390" cap="flat">
              <a:noFill/>
              <a:prstDash val="solid"/>
              <a:miter/>
            </a:ln>
          </p:spPr>
          <p:txBody>
            <a:bodyPr rtlCol="0" anchor="ctr"/>
            <a:lstStyle/>
            <a:p>
              <a:endParaRPr lang="en-US"/>
            </a:p>
          </p:txBody>
        </p:sp>
        <p:sp>
          <p:nvSpPr>
            <p:cNvPr id="274" name="Graphic 4">
              <a:extLst>
                <a:ext uri="{FF2B5EF4-FFF2-40B4-BE49-F238E27FC236}">
                  <a16:creationId xmlns:a16="http://schemas.microsoft.com/office/drawing/2014/main" id="{84F13CA7-9F8A-044B-9A71-C1022B56BE30}"/>
                </a:ext>
              </a:extLst>
            </p:cNvPr>
            <p:cNvSpPr/>
            <p:nvPr/>
          </p:nvSpPr>
          <p:spPr>
            <a:xfrm>
              <a:off x="715033" y="4449159"/>
              <a:ext cx="19169" cy="19151"/>
            </a:xfrm>
            <a:custGeom>
              <a:avLst/>
              <a:gdLst>
                <a:gd name="connsiteX0" fmla="*/ 9585 w 19169"/>
                <a:gd name="connsiteY0" fmla="*/ 19152 h 19151"/>
                <a:gd name="connsiteX1" fmla="*/ 19170 w 19169"/>
                <a:gd name="connsiteY1" fmla="*/ 9576 h 19151"/>
                <a:gd name="connsiteX2" fmla="*/ 9585 w 19169"/>
                <a:gd name="connsiteY2" fmla="*/ 0 h 19151"/>
                <a:gd name="connsiteX3" fmla="*/ 0 w 19169"/>
                <a:gd name="connsiteY3" fmla="*/ 9576 h 19151"/>
                <a:gd name="connsiteX4" fmla="*/ 0 w 19169"/>
                <a:gd name="connsiteY4" fmla="*/ 9576 h 19151"/>
                <a:gd name="connsiteX5" fmla="*/ 9585 w 19169"/>
                <a:gd name="connsiteY5" fmla="*/ 19152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9151">
                  <a:moveTo>
                    <a:pt x="9585" y="19152"/>
                  </a:moveTo>
                  <a:cubicBezTo>
                    <a:pt x="14697" y="19152"/>
                    <a:pt x="19170" y="14683"/>
                    <a:pt x="19170" y="9576"/>
                  </a:cubicBezTo>
                  <a:cubicBezTo>
                    <a:pt x="19170" y="4469"/>
                    <a:pt x="14697" y="0"/>
                    <a:pt x="9585" y="0"/>
                  </a:cubicBezTo>
                  <a:cubicBezTo>
                    <a:pt x="4473" y="0"/>
                    <a:pt x="0" y="4469"/>
                    <a:pt x="0" y="9576"/>
                  </a:cubicBezTo>
                  <a:cubicBezTo>
                    <a:pt x="0" y="9576"/>
                    <a:pt x="0" y="9576"/>
                    <a:pt x="0" y="9576"/>
                  </a:cubicBezTo>
                  <a:cubicBezTo>
                    <a:pt x="0" y="15322"/>
                    <a:pt x="4473" y="19152"/>
                    <a:pt x="9585" y="19152"/>
                  </a:cubicBezTo>
                  <a:close/>
                </a:path>
              </a:pathLst>
            </a:custGeom>
            <a:solidFill>
              <a:srgbClr val="00A3E0"/>
            </a:solidFill>
            <a:ln w="6390" cap="flat">
              <a:noFill/>
              <a:prstDash val="solid"/>
              <a:miter/>
            </a:ln>
          </p:spPr>
          <p:txBody>
            <a:bodyPr rtlCol="0" anchor="ctr"/>
            <a:lstStyle/>
            <a:p>
              <a:endParaRPr lang="en-US"/>
            </a:p>
          </p:txBody>
        </p:sp>
        <p:sp>
          <p:nvSpPr>
            <p:cNvPr id="275" name="Graphic 4">
              <a:extLst>
                <a:ext uri="{FF2B5EF4-FFF2-40B4-BE49-F238E27FC236}">
                  <a16:creationId xmlns:a16="http://schemas.microsoft.com/office/drawing/2014/main" id="{DB62EAC5-CFDB-0E4A-BE21-7986AD4834EA}"/>
                </a:ext>
              </a:extLst>
            </p:cNvPr>
            <p:cNvSpPr/>
            <p:nvPr/>
          </p:nvSpPr>
          <p:spPr>
            <a:xfrm>
              <a:off x="715033" y="4424262"/>
              <a:ext cx="19169" cy="19151"/>
            </a:xfrm>
            <a:custGeom>
              <a:avLst/>
              <a:gdLst>
                <a:gd name="connsiteX0" fmla="*/ 9585 w 19169"/>
                <a:gd name="connsiteY0" fmla="*/ 19152 h 19151"/>
                <a:gd name="connsiteX1" fmla="*/ 19170 w 19169"/>
                <a:gd name="connsiteY1" fmla="*/ 9576 h 19151"/>
                <a:gd name="connsiteX2" fmla="*/ 9585 w 19169"/>
                <a:gd name="connsiteY2" fmla="*/ 0 h 19151"/>
                <a:gd name="connsiteX3" fmla="*/ 0 w 19169"/>
                <a:gd name="connsiteY3" fmla="*/ 9576 h 19151"/>
                <a:gd name="connsiteX4" fmla="*/ 0 w 19169"/>
                <a:gd name="connsiteY4" fmla="*/ 9576 h 19151"/>
                <a:gd name="connsiteX5" fmla="*/ 9585 w 19169"/>
                <a:gd name="connsiteY5" fmla="*/ 19152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9151">
                  <a:moveTo>
                    <a:pt x="9585" y="19152"/>
                  </a:moveTo>
                  <a:cubicBezTo>
                    <a:pt x="14697" y="19152"/>
                    <a:pt x="19170" y="14683"/>
                    <a:pt x="19170" y="9576"/>
                  </a:cubicBezTo>
                  <a:cubicBezTo>
                    <a:pt x="19170" y="4468"/>
                    <a:pt x="14697" y="0"/>
                    <a:pt x="9585" y="0"/>
                  </a:cubicBezTo>
                  <a:cubicBezTo>
                    <a:pt x="4473" y="0"/>
                    <a:pt x="0" y="4468"/>
                    <a:pt x="0" y="9576"/>
                  </a:cubicBezTo>
                  <a:cubicBezTo>
                    <a:pt x="0" y="9576"/>
                    <a:pt x="0" y="9576"/>
                    <a:pt x="0" y="9576"/>
                  </a:cubicBezTo>
                  <a:cubicBezTo>
                    <a:pt x="0" y="15321"/>
                    <a:pt x="4473" y="19152"/>
                    <a:pt x="9585" y="19152"/>
                  </a:cubicBezTo>
                  <a:close/>
                </a:path>
              </a:pathLst>
            </a:custGeom>
            <a:solidFill>
              <a:srgbClr val="00A3E0"/>
            </a:solidFill>
            <a:ln w="6390" cap="flat">
              <a:noFill/>
              <a:prstDash val="solid"/>
              <a:miter/>
            </a:ln>
          </p:spPr>
          <p:txBody>
            <a:bodyPr rtlCol="0" anchor="ctr"/>
            <a:lstStyle/>
            <a:p>
              <a:endParaRPr lang="en-US"/>
            </a:p>
          </p:txBody>
        </p:sp>
        <p:sp>
          <p:nvSpPr>
            <p:cNvPr id="276" name="Graphic 4">
              <a:extLst>
                <a:ext uri="{FF2B5EF4-FFF2-40B4-BE49-F238E27FC236}">
                  <a16:creationId xmlns:a16="http://schemas.microsoft.com/office/drawing/2014/main" id="{B745F793-2FFD-A240-B567-83A95D35F646}"/>
                </a:ext>
              </a:extLst>
            </p:cNvPr>
            <p:cNvSpPr/>
            <p:nvPr/>
          </p:nvSpPr>
          <p:spPr>
            <a:xfrm>
              <a:off x="715033" y="4399364"/>
              <a:ext cx="19169" cy="19151"/>
            </a:xfrm>
            <a:custGeom>
              <a:avLst/>
              <a:gdLst>
                <a:gd name="connsiteX0" fmla="*/ 9585 w 19169"/>
                <a:gd name="connsiteY0" fmla="*/ 19152 h 19151"/>
                <a:gd name="connsiteX1" fmla="*/ 19170 w 19169"/>
                <a:gd name="connsiteY1" fmla="*/ 9576 h 19151"/>
                <a:gd name="connsiteX2" fmla="*/ 9585 w 19169"/>
                <a:gd name="connsiteY2" fmla="*/ 0 h 19151"/>
                <a:gd name="connsiteX3" fmla="*/ 0 w 19169"/>
                <a:gd name="connsiteY3" fmla="*/ 9576 h 19151"/>
                <a:gd name="connsiteX4" fmla="*/ 0 w 19169"/>
                <a:gd name="connsiteY4" fmla="*/ 9576 h 19151"/>
                <a:gd name="connsiteX5" fmla="*/ 9585 w 19169"/>
                <a:gd name="connsiteY5" fmla="*/ 19152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9151">
                  <a:moveTo>
                    <a:pt x="9585" y="19152"/>
                  </a:moveTo>
                  <a:cubicBezTo>
                    <a:pt x="14697" y="19152"/>
                    <a:pt x="19170" y="14683"/>
                    <a:pt x="19170" y="9576"/>
                  </a:cubicBezTo>
                  <a:cubicBezTo>
                    <a:pt x="19170" y="4469"/>
                    <a:pt x="14697" y="0"/>
                    <a:pt x="9585" y="0"/>
                  </a:cubicBezTo>
                  <a:cubicBezTo>
                    <a:pt x="4473" y="0"/>
                    <a:pt x="0" y="4469"/>
                    <a:pt x="0" y="9576"/>
                  </a:cubicBezTo>
                  <a:cubicBezTo>
                    <a:pt x="0" y="9576"/>
                    <a:pt x="0" y="9576"/>
                    <a:pt x="0" y="9576"/>
                  </a:cubicBezTo>
                  <a:cubicBezTo>
                    <a:pt x="0" y="14683"/>
                    <a:pt x="4473" y="19152"/>
                    <a:pt x="9585" y="19152"/>
                  </a:cubicBezTo>
                  <a:close/>
                </a:path>
              </a:pathLst>
            </a:custGeom>
            <a:solidFill>
              <a:srgbClr val="00A3E0"/>
            </a:solidFill>
            <a:ln w="6390" cap="flat">
              <a:noFill/>
              <a:prstDash val="solid"/>
              <a:miter/>
            </a:ln>
          </p:spPr>
          <p:txBody>
            <a:bodyPr rtlCol="0" anchor="ctr"/>
            <a:lstStyle/>
            <a:p>
              <a:endParaRPr lang="en-US"/>
            </a:p>
          </p:txBody>
        </p:sp>
        <p:sp>
          <p:nvSpPr>
            <p:cNvPr id="277" name="Graphic 4">
              <a:extLst>
                <a:ext uri="{FF2B5EF4-FFF2-40B4-BE49-F238E27FC236}">
                  <a16:creationId xmlns:a16="http://schemas.microsoft.com/office/drawing/2014/main" id="{034B725B-64D3-1149-99D4-660AF1B01B15}"/>
                </a:ext>
              </a:extLst>
            </p:cNvPr>
            <p:cNvSpPr/>
            <p:nvPr/>
          </p:nvSpPr>
          <p:spPr>
            <a:xfrm>
              <a:off x="748261" y="4424900"/>
              <a:ext cx="19169" cy="19151"/>
            </a:xfrm>
            <a:custGeom>
              <a:avLst/>
              <a:gdLst>
                <a:gd name="connsiteX0" fmla="*/ 9585 w 19169"/>
                <a:gd name="connsiteY0" fmla="*/ 0 h 19151"/>
                <a:gd name="connsiteX1" fmla="*/ 0 w 19169"/>
                <a:gd name="connsiteY1" fmla="*/ 9576 h 19151"/>
                <a:gd name="connsiteX2" fmla="*/ 9585 w 19169"/>
                <a:gd name="connsiteY2" fmla="*/ 19152 h 19151"/>
                <a:gd name="connsiteX3" fmla="*/ 19170 w 19169"/>
                <a:gd name="connsiteY3" fmla="*/ 9576 h 19151"/>
                <a:gd name="connsiteX4" fmla="*/ 19170 w 19169"/>
                <a:gd name="connsiteY4" fmla="*/ 9576 h 19151"/>
                <a:gd name="connsiteX5" fmla="*/ 9585 w 19169"/>
                <a:gd name="connsiteY5" fmla="*/ 0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9151">
                  <a:moveTo>
                    <a:pt x="9585" y="0"/>
                  </a:moveTo>
                  <a:cubicBezTo>
                    <a:pt x="4473" y="0"/>
                    <a:pt x="0" y="4469"/>
                    <a:pt x="0" y="9576"/>
                  </a:cubicBezTo>
                  <a:cubicBezTo>
                    <a:pt x="0" y="14683"/>
                    <a:pt x="4473" y="19152"/>
                    <a:pt x="9585" y="19152"/>
                  </a:cubicBezTo>
                  <a:cubicBezTo>
                    <a:pt x="14697" y="19152"/>
                    <a:pt x="19170" y="14683"/>
                    <a:pt x="19170" y="9576"/>
                  </a:cubicBezTo>
                  <a:lnTo>
                    <a:pt x="19170" y="9576"/>
                  </a:lnTo>
                  <a:cubicBezTo>
                    <a:pt x="18531" y="3830"/>
                    <a:pt x="14697" y="0"/>
                    <a:pt x="9585" y="0"/>
                  </a:cubicBezTo>
                  <a:close/>
                </a:path>
              </a:pathLst>
            </a:custGeom>
            <a:solidFill>
              <a:srgbClr val="00A3E0"/>
            </a:solidFill>
            <a:ln w="6390" cap="flat">
              <a:noFill/>
              <a:prstDash val="solid"/>
              <a:miter/>
            </a:ln>
          </p:spPr>
          <p:txBody>
            <a:bodyPr rtlCol="0" anchor="ctr"/>
            <a:lstStyle/>
            <a:p>
              <a:endParaRPr lang="en-US"/>
            </a:p>
          </p:txBody>
        </p:sp>
        <p:sp>
          <p:nvSpPr>
            <p:cNvPr id="278" name="Graphic 4">
              <a:extLst>
                <a:ext uri="{FF2B5EF4-FFF2-40B4-BE49-F238E27FC236}">
                  <a16:creationId xmlns:a16="http://schemas.microsoft.com/office/drawing/2014/main" id="{955530AB-E9AA-3446-90DE-688B30AEF965}"/>
                </a:ext>
              </a:extLst>
            </p:cNvPr>
            <p:cNvSpPr/>
            <p:nvPr/>
          </p:nvSpPr>
          <p:spPr>
            <a:xfrm>
              <a:off x="626213" y="4399364"/>
              <a:ext cx="19169" cy="19151"/>
            </a:xfrm>
            <a:custGeom>
              <a:avLst/>
              <a:gdLst>
                <a:gd name="connsiteX0" fmla="*/ 9585 w 19169"/>
                <a:gd name="connsiteY0" fmla="*/ 19152 h 19151"/>
                <a:gd name="connsiteX1" fmla="*/ 19170 w 19169"/>
                <a:gd name="connsiteY1" fmla="*/ 9576 h 19151"/>
                <a:gd name="connsiteX2" fmla="*/ 9585 w 19169"/>
                <a:gd name="connsiteY2" fmla="*/ 0 h 19151"/>
                <a:gd name="connsiteX3" fmla="*/ 0 w 19169"/>
                <a:gd name="connsiteY3" fmla="*/ 9576 h 19151"/>
                <a:gd name="connsiteX4" fmla="*/ 9585 w 19169"/>
                <a:gd name="connsiteY4" fmla="*/ 19152 h 19151"/>
                <a:gd name="connsiteX5" fmla="*/ 9585 w 19169"/>
                <a:gd name="connsiteY5" fmla="*/ 19152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9151">
                  <a:moveTo>
                    <a:pt x="9585" y="19152"/>
                  </a:moveTo>
                  <a:cubicBezTo>
                    <a:pt x="14697" y="19152"/>
                    <a:pt x="19170" y="15322"/>
                    <a:pt x="19170" y="9576"/>
                  </a:cubicBezTo>
                  <a:cubicBezTo>
                    <a:pt x="19170" y="4469"/>
                    <a:pt x="15336" y="0"/>
                    <a:pt x="9585" y="0"/>
                  </a:cubicBezTo>
                  <a:cubicBezTo>
                    <a:pt x="4473" y="0"/>
                    <a:pt x="0" y="3830"/>
                    <a:pt x="0" y="9576"/>
                  </a:cubicBezTo>
                  <a:cubicBezTo>
                    <a:pt x="0" y="14683"/>
                    <a:pt x="3834" y="19152"/>
                    <a:pt x="9585" y="19152"/>
                  </a:cubicBezTo>
                  <a:cubicBezTo>
                    <a:pt x="9585" y="19152"/>
                    <a:pt x="9585" y="19152"/>
                    <a:pt x="9585" y="19152"/>
                  </a:cubicBezTo>
                  <a:close/>
                </a:path>
              </a:pathLst>
            </a:custGeom>
            <a:solidFill>
              <a:srgbClr val="00A3E0"/>
            </a:solidFill>
            <a:ln w="6390" cap="flat">
              <a:noFill/>
              <a:prstDash val="solid"/>
              <a:miter/>
            </a:ln>
          </p:spPr>
          <p:txBody>
            <a:bodyPr rtlCol="0" anchor="ctr"/>
            <a:lstStyle/>
            <a:p>
              <a:endParaRPr lang="en-US"/>
            </a:p>
          </p:txBody>
        </p:sp>
        <p:sp>
          <p:nvSpPr>
            <p:cNvPr id="279" name="Graphic 4">
              <a:extLst>
                <a:ext uri="{FF2B5EF4-FFF2-40B4-BE49-F238E27FC236}">
                  <a16:creationId xmlns:a16="http://schemas.microsoft.com/office/drawing/2014/main" id="{499A989C-9FF3-1645-A910-5DDD0D51E9AF}"/>
                </a:ext>
              </a:extLst>
            </p:cNvPr>
            <p:cNvSpPr/>
            <p:nvPr/>
          </p:nvSpPr>
          <p:spPr>
            <a:xfrm>
              <a:off x="545061" y="4498954"/>
              <a:ext cx="42812" cy="12767"/>
            </a:xfrm>
            <a:custGeom>
              <a:avLst/>
              <a:gdLst>
                <a:gd name="connsiteX0" fmla="*/ 6390 w 42812"/>
                <a:gd name="connsiteY0" fmla="*/ 12768 h 12767"/>
                <a:gd name="connsiteX1" fmla="*/ 36423 w 42812"/>
                <a:gd name="connsiteY1" fmla="*/ 12768 h 12767"/>
                <a:gd name="connsiteX2" fmla="*/ 42813 w 42812"/>
                <a:gd name="connsiteY2" fmla="*/ 6384 h 12767"/>
                <a:gd name="connsiteX3" fmla="*/ 36423 w 42812"/>
                <a:gd name="connsiteY3" fmla="*/ 0 h 12767"/>
                <a:gd name="connsiteX4" fmla="*/ 6390 w 42812"/>
                <a:gd name="connsiteY4" fmla="*/ 0 h 12767"/>
                <a:gd name="connsiteX5" fmla="*/ 0 w 42812"/>
                <a:gd name="connsiteY5" fmla="*/ 6384 h 12767"/>
                <a:gd name="connsiteX6" fmla="*/ 6390 w 42812"/>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812" h="12767">
                  <a:moveTo>
                    <a:pt x="6390" y="12768"/>
                  </a:moveTo>
                  <a:lnTo>
                    <a:pt x="36423" y="12768"/>
                  </a:lnTo>
                  <a:cubicBezTo>
                    <a:pt x="40257" y="12768"/>
                    <a:pt x="42813" y="10215"/>
                    <a:pt x="42813" y="6384"/>
                  </a:cubicBezTo>
                  <a:cubicBezTo>
                    <a:pt x="42813" y="2554"/>
                    <a:pt x="40257" y="0"/>
                    <a:pt x="36423" y="0"/>
                  </a:cubicBezTo>
                  <a:lnTo>
                    <a:pt x="6390" y="0"/>
                  </a:lnTo>
                  <a:cubicBezTo>
                    <a:pt x="2556" y="0"/>
                    <a:pt x="0" y="2554"/>
                    <a:pt x="0" y="6384"/>
                  </a:cubicBezTo>
                  <a:cubicBezTo>
                    <a:pt x="0" y="10215"/>
                    <a:pt x="3195" y="12768"/>
                    <a:pt x="6390" y="12768"/>
                  </a:cubicBezTo>
                  <a:close/>
                </a:path>
              </a:pathLst>
            </a:custGeom>
            <a:solidFill>
              <a:srgbClr val="00A3E0"/>
            </a:solidFill>
            <a:ln w="6390" cap="flat">
              <a:noFill/>
              <a:prstDash val="solid"/>
              <a:miter/>
            </a:ln>
          </p:spPr>
          <p:txBody>
            <a:bodyPr rtlCol="0" anchor="ctr"/>
            <a:lstStyle/>
            <a:p>
              <a:endParaRPr lang="en-US"/>
            </a:p>
          </p:txBody>
        </p:sp>
        <p:sp>
          <p:nvSpPr>
            <p:cNvPr id="280" name="Graphic 4">
              <a:extLst>
                <a:ext uri="{FF2B5EF4-FFF2-40B4-BE49-F238E27FC236}">
                  <a16:creationId xmlns:a16="http://schemas.microsoft.com/office/drawing/2014/main" id="{6A05B2DF-A2AF-C44E-85F0-50E09CF38C69}"/>
                </a:ext>
              </a:extLst>
            </p:cNvPr>
            <p:cNvSpPr/>
            <p:nvPr/>
          </p:nvSpPr>
          <p:spPr>
            <a:xfrm>
              <a:off x="545061" y="4523852"/>
              <a:ext cx="64538" cy="12767"/>
            </a:xfrm>
            <a:custGeom>
              <a:avLst/>
              <a:gdLst>
                <a:gd name="connsiteX0" fmla="*/ 58148 w 64538"/>
                <a:gd name="connsiteY0" fmla="*/ 0 h 12767"/>
                <a:gd name="connsiteX1" fmla="*/ 6390 w 64538"/>
                <a:gd name="connsiteY1" fmla="*/ 0 h 12767"/>
                <a:gd name="connsiteX2" fmla="*/ 0 w 64538"/>
                <a:gd name="connsiteY2" fmla="*/ 6384 h 12767"/>
                <a:gd name="connsiteX3" fmla="*/ 6390 w 64538"/>
                <a:gd name="connsiteY3" fmla="*/ 12768 h 12767"/>
                <a:gd name="connsiteX4" fmla="*/ 58148 w 64538"/>
                <a:gd name="connsiteY4" fmla="*/ 12768 h 12767"/>
                <a:gd name="connsiteX5" fmla="*/ 64538 w 64538"/>
                <a:gd name="connsiteY5" fmla="*/ 6384 h 12767"/>
                <a:gd name="connsiteX6" fmla="*/ 58148 w 64538"/>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538" h="12767">
                  <a:moveTo>
                    <a:pt x="58148" y="0"/>
                  </a:moveTo>
                  <a:lnTo>
                    <a:pt x="6390" y="0"/>
                  </a:lnTo>
                  <a:cubicBezTo>
                    <a:pt x="2556" y="0"/>
                    <a:pt x="0" y="2554"/>
                    <a:pt x="0" y="6384"/>
                  </a:cubicBezTo>
                  <a:cubicBezTo>
                    <a:pt x="0" y="10214"/>
                    <a:pt x="2556" y="12768"/>
                    <a:pt x="6390" y="12768"/>
                  </a:cubicBezTo>
                  <a:lnTo>
                    <a:pt x="58148" y="12768"/>
                  </a:lnTo>
                  <a:cubicBezTo>
                    <a:pt x="61982" y="12768"/>
                    <a:pt x="64538" y="10214"/>
                    <a:pt x="64538" y="6384"/>
                  </a:cubicBezTo>
                  <a:cubicBezTo>
                    <a:pt x="64538" y="2554"/>
                    <a:pt x="61343" y="0"/>
                    <a:pt x="58148" y="0"/>
                  </a:cubicBezTo>
                  <a:close/>
                </a:path>
              </a:pathLst>
            </a:custGeom>
            <a:solidFill>
              <a:srgbClr val="00A3E0"/>
            </a:solidFill>
            <a:ln w="6390" cap="flat">
              <a:noFill/>
              <a:prstDash val="solid"/>
              <a:miter/>
            </a:ln>
          </p:spPr>
          <p:txBody>
            <a:bodyPr rtlCol="0" anchor="ctr"/>
            <a:lstStyle/>
            <a:p>
              <a:endParaRPr lang="en-US"/>
            </a:p>
          </p:txBody>
        </p:sp>
        <p:sp>
          <p:nvSpPr>
            <p:cNvPr id="281" name="Graphic 4">
              <a:extLst>
                <a:ext uri="{FF2B5EF4-FFF2-40B4-BE49-F238E27FC236}">
                  <a16:creationId xmlns:a16="http://schemas.microsoft.com/office/drawing/2014/main" id="{B3AC21F0-7007-F840-A331-BD183EB6D68E}"/>
                </a:ext>
              </a:extLst>
            </p:cNvPr>
            <p:cNvSpPr/>
            <p:nvPr/>
          </p:nvSpPr>
          <p:spPr>
            <a:xfrm>
              <a:off x="608607" y="4473418"/>
              <a:ext cx="136898" cy="139170"/>
            </a:xfrm>
            <a:custGeom>
              <a:avLst/>
              <a:gdLst>
                <a:gd name="connsiteX0" fmla="*/ 131986 w 136898"/>
                <a:gd name="connsiteY0" fmla="*/ 82992 h 139170"/>
                <a:gd name="connsiteX1" fmla="*/ 131347 w 136898"/>
                <a:gd name="connsiteY1" fmla="*/ 80438 h 139170"/>
                <a:gd name="connsiteX2" fmla="*/ 126874 w 136898"/>
                <a:gd name="connsiteY2" fmla="*/ 51710 h 139170"/>
                <a:gd name="connsiteX3" fmla="*/ 109621 w 136898"/>
                <a:gd name="connsiteY3" fmla="*/ 23621 h 139170"/>
                <a:gd name="connsiteX4" fmla="*/ 109621 w 136898"/>
                <a:gd name="connsiteY4" fmla="*/ 23621 h 139170"/>
                <a:gd name="connsiteX5" fmla="*/ 87895 w 136898"/>
                <a:gd name="connsiteY5" fmla="*/ 18514 h 139170"/>
                <a:gd name="connsiteX6" fmla="*/ 84061 w 136898"/>
                <a:gd name="connsiteY6" fmla="*/ 21706 h 139170"/>
                <a:gd name="connsiteX7" fmla="*/ 79588 w 136898"/>
                <a:gd name="connsiteY7" fmla="*/ 19790 h 139170"/>
                <a:gd name="connsiteX8" fmla="*/ 67448 w 136898"/>
                <a:gd name="connsiteY8" fmla="*/ 21706 h 139170"/>
                <a:gd name="connsiteX9" fmla="*/ 64253 w 136898"/>
                <a:gd name="connsiteY9" fmla="*/ 24898 h 139170"/>
                <a:gd name="connsiteX10" fmla="*/ 59141 w 136898"/>
                <a:gd name="connsiteY10" fmla="*/ 22344 h 139170"/>
                <a:gd name="connsiteX11" fmla="*/ 47000 w 136898"/>
                <a:gd name="connsiteY11" fmla="*/ 24259 h 139170"/>
                <a:gd name="connsiteX12" fmla="*/ 44444 w 136898"/>
                <a:gd name="connsiteY12" fmla="*/ 26174 h 139170"/>
                <a:gd name="connsiteX13" fmla="*/ 32942 w 136898"/>
                <a:gd name="connsiteY13" fmla="*/ 7661 h 139170"/>
                <a:gd name="connsiteX14" fmla="*/ 32303 w 136898"/>
                <a:gd name="connsiteY14" fmla="*/ 7022 h 139170"/>
                <a:gd name="connsiteX15" fmla="*/ 23357 w 136898"/>
                <a:gd name="connsiteY15" fmla="*/ 638 h 139170"/>
                <a:gd name="connsiteX16" fmla="*/ 11216 w 136898"/>
                <a:gd name="connsiteY16" fmla="*/ 2554 h 139170"/>
                <a:gd name="connsiteX17" fmla="*/ 6104 w 136898"/>
                <a:gd name="connsiteY17" fmla="*/ 24259 h 139170"/>
                <a:gd name="connsiteX18" fmla="*/ 32303 w 136898"/>
                <a:gd name="connsiteY18" fmla="*/ 67670 h 139170"/>
                <a:gd name="connsiteX19" fmla="*/ 26552 w 136898"/>
                <a:gd name="connsiteY19" fmla="*/ 64478 h 139170"/>
                <a:gd name="connsiteX20" fmla="*/ 2270 w 136898"/>
                <a:gd name="connsiteY20" fmla="*/ 71501 h 139170"/>
                <a:gd name="connsiteX21" fmla="*/ 4187 w 136898"/>
                <a:gd name="connsiteY21" fmla="*/ 86822 h 139170"/>
                <a:gd name="connsiteX22" fmla="*/ 47000 w 136898"/>
                <a:gd name="connsiteY22" fmla="*/ 118104 h 139170"/>
                <a:gd name="connsiteX23" fmla="*/ 64892 w 136898"/>
                <a:gd name="connsiteY23" fmla="*/ 124488 h 139170"/>
                <a:gd name="connsiteX24" fmla="*/ 67448 w 136898"/>
                <a:gd name="connsiteY24" fmla="*/ 126403 h 139170"/>
                <a:gd name="connsiteX25" fmla="*/ 73198 w 136898"/>
                <a:gd name="connsiteY25" fmla="*/ 135979 h 139170"/>
                <a:gd name="connsiteX26" fmla="*/ 78310 w 136898"/>
                <a:gd name="connsiteY26" fmla="*/ 139171 h 139170"/>
                <a:gd name="connsiteX27" fmla="*/ 81505 w 136898"/>
                <a:gd name="connsiteY27" fmla="*/ 138532 h 139170"/>
                <a:gd name="connsiteX28" fmla="*/ 83422 w 136898"/>
                <a:gd name="connsiteY28" fmla="*/ 129595 h 139170"/>
                <a:gd name="connsiteX29" fmla="*/ 77671 w 136898"/>
                <a:gd name="connsiteY29" fmla="*/ 120019 h 139170"/>
                <a:gd name="connsiteX30" fmla="*/ 64892 w 136898"/>
                <a:gd name="connsiteY30" fmla="*/ 112358 h 139170"/>
                <a:gd name="connsiteX31" fmla="*/ 53390 w 136898"/>
                <a:gd name="connsiteY31" fmla="*/ 107889 h 139170"/>
                <a:gd name="connsiteX32" fmla="*/ 12494 w 136898"/>
                <a:gd name="connsiteY32" fmla="*/ 77885 h 139170"/>
                <a:gd name="connsiteX33" fmla="*/ 15050 w 136898"/>
                <a:gd name="connsiteY33" fmla="*/ 75969 h 139170"/>
                <a:gd name="connsiteX34" fmla="*/ 19523 w 136898"/>
                <a:gd name="connsiteY34" fmla="*/ 75969 h 139170"/>
                <a:gd name="connsiteX35" fmla="*/ 45083 w 136898"/>
                <a:gd name="connsiteY35" fmla="*/ 89376 h 139170"/>
                <a:gd name="connsiteX36" fmla="*/ 53390 w 136898"/>
                <a:gd name="connsiteY36" fmla="*/ 86822 h 139170"/>
                <a:gd name="connsiteX37" fmla="*/ 53390 w 136898"/>
                <a:gd name="connsiteY37" fmla="*/ 80438 h 139170"/>
                <a:gd name="connsiteX38" fmla="*/ 15689 w 136898"/>
                <a:gd name="connsiteY38" fmla="*/ 17875 h 139170"/>
                <a:gd name="connsiteX39" fmla="*/ 16967 w 136898"/>
                <a:gd name="connsiteY39" fmla="*/ 14045 h 139170"/>
                <a:gd name="connsiteX40" fmla="*/ 18884 w 136898"/>
                <a:gd name="connsiteY40" fmla="*/ 13406 h 139170"/>
                <a:gd name="connsiteX41" fmla="*/ 20801 w 136898"/>
                <a:gd name="connsiteY41" fmla="*/ 14683 h 139170"/>
                <a:gd name="connsiteX42" fmla="*/ 39332 w 136898"/>
                <a:gd name="connsiteY42" fmla="*/ 45965 h 139170"/>
                <a:gd name="connsiteX43" fmla="*/ 39332 w 136898"/>
                <a:gd name="connsiteY43" fmla="*/ 46603 h 139170"/>
                <a:gd name="connsiteX44" fmla="*/ 39332 w 136898"/>
                <a:gd name="connsiteY44" fmla="*/ 46603 h 139170"/>
                <a:gd name="connsiteX45" fmla="*/ 46361 w 136898"/>
                <a:gd name="connsiteY45" fmla="*/ 58733 h 139170"/>
                <a:gd name="connsiteX46" fmla="*/ 55307 w 136898"/>
                <a:gd name="connsiteY46" fmla="*/ 60648 h 139170"/>
                <a:gd name="connsiteX47" fmla="*/ 55307 w 136898"/>
                <a:gd name="connsiteY47" fmla="*/ 60648 h 139170"/>
                <a:gd name="connsiteX48" fmla="*/ 57224 w 136898"/>
                <a:gd name="connsiteY48" fmla="*/ 51710 h 139170"/>
                <a:gd name="connsiteX49" fmla="*/ 49556 w 136898"/>
                <a:gd name="connsiteY49" fmla="*/ 39581 h 139170"/>
                <a:gd name="connsiteX50" fmla="*/ 50834 w 136898"/>
                <a:gd name="connsiteY50" fmla="*/ 35750 h 139170"/>
                <a:gd name="connsiteX51" fmla="*/ 52751 w 136898"/>
                <a:gd name="connsiteY51" fmla="*/ 35750 h 139170"/>
                <a:gd name="connsiteX52" fmla="*/ 54668 w 136898"/>
                <a:gd name="connsiteY52" fmla="*/ 37027 h 139170"/>
                <a:gd name="connsiteX53" fmla="*/ 58502 w 136898"/>
                <a:gd name="connsiteY53" fmla="*/ 43411 h 139170"/>
                <a:gd name="connsiteX54" fmla="*/ 59141 w 136898"/>
                <a:gd name="connsiteY54" fmla="*/ 44049 h 139170"/>
                <a:gd name="connsiteX55" fmla="*/ 59141 w 136898"/>
                <a:gd name="connsiteY55" fmla="*/ 44049 h 139170"/>
                <a:gd name="connsiteX56" fmla="*/ 64253 w 136898"/>
                <a:gd name="connsiteY56" fmla="*/ 52987 h 139170"/>
                <a:gd name="connsiteX57" fmla="*/ 70003 w 136898"/>
                <a:gd name="connsiteY57" fmla="*/ 56179 h 139170"/>
                <a:gd name="connsiteX58" fmla="*/ 73198 w 136898"/>
                <a:gd name="connsiteY58" fmla="*/ 55541 h 139170"/>
                <a:gd name="connsiteX59" fmla="*/ 75115 w 136898"/>
                <a:gd name="connsiteY59" fmla="*/ 46603 h 139170"/>
                <a:gd name="connsiteX60" fmla="*/ 70003 w 136898"/>
                <a:gd name="connsiteY60" fmla="*/ 37666 h 139170"/>
                <a:gd name="connsiteX61" fmla="*/ 71281 w 136898"/>
                <a:gd name="connsiteY61" fmla="*/ 33835 h 139170"/>
                <a:gd name="connsiteX62" fmla="*/ 73198 w 136898"/>
                <a:gd name="connsiteY62" fmla="*/ 33197 h 139170"/>
                <a:gd name="connsiteX63" fmla="*/ 75115 w 136898"/>
                <a:gd name="connsiteY63" fmla="*/ 34474 h 139170"/>
                <a:gd name="connsiteX64" fmla="*/ 78949 w 136898"/>
                <a:gd name="connsiteY64" fmla="*/ 40858 h 139170"/>
                <a:gd name="connsiteX65" fmla="*/ 78949 w 136898"/>
                <a:gd name="connsiteY65" fmla="*/ 40858 h 139170"/>
                <a:gd name="connsiteX66" fmla="*/ 82783 w 136898"/>
                <a:gd name="connsiteY66" fmla="*/ 47241 h 139170"/>
                <a:gd name="connsiteX67" fmla="*/ 91729 w 136898"/>
                <a:gd name="connsiteY67" fmla="*/ 49157 h 139170"/>
                <a:gd name="connsiteX68" fmla="*/ 93646 w 136898"/>
                <a:gd name="connsiteY68" fmla="*/ 40219 h 139170"/>
                <a:gd name="connsiteX69" fmla="*/ 89812 w 136898"/>
                <a:gd name="connsiteY69" fmla="*/ 33835 h 139170"/>
                <a:gd name="connsiteX70" fmla="*/ 89812 w 136898"/>
                <a:gd name="connsiteY70" fmla="*/ 33835 h 139170"/>
                <a:gd name="connsiteX71" fmla="*/ 89812 w 136898"/>
                <a:gd name="connsiteY71" fmla="*/ 31920 h 139170"/>
                <a:gd name="connsiteX72" fmla="*/ 91090 w 136898"/>
                <a:gd name="connsiteY72" fmla="*/ 30005 h 139170"/>
                <a:gd name="connsiteX73" fmla="*/ 93007 w 136898"/>
                <a:gd name="connsiteY73" fmla="*/ 30005 h 139170"/>
                <a:gd name="connsiteX74" fmla="*/ 94924 w 136898"/>
                <a:gd name="connsiteY74" fmla="*/ 31282 h 139170"/>
                <a:gd name="connsiteX75" fmla="*/ 112177 w 136898"/>
                <a:gd name="connsiteY75" fmla="*/ 59371 h 139170"/>
                <a:gd name="connsiteX76" fmla="*/ 115372 w 136898"/>
                <a:gd name="connsiteY76" fmla="*/ 78523 h 139170"/>
                <a:gd name="connsiteX77" fmla="*/ 117289 w 136898"/>
                <a:gd name="connsiteY77" fmla="*/ 90652 h 139170"/>
                <a:gd name="connsiteX78" fmla="*/ 125596 w 136898"/>
                <a:gd name="connsiteY78" fmla="*/ 104059 h 139170"/>
                <a:gd name="connsiteX79" fmla="*/ 130708 w 136898"/>
                <a:gd name="connsiteY79" fmla="*/ 107251 h 139170"/>
                <a:gd name="connsiteX80" fmla="*/ 133903 w 136898"/>
                <a:gd name="connsiteY80" fmla="*/ 105974 h 139170"/>
                <a:gd name="connsiteX81" fmla="*/ 135820 w 136898"/>
                <a:gd name="connsiteY81" fmla="*/ 97036 h 139170"/>
                <a:gd name="connsiteX82" fmla="*/ 131986 w 136898"/>
                <a:gd name="connsiteY82" fmla="*/ 82992 h 139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36898" h="139170">
                  <a:moveTo>
                    <a:pt x="131986" y="82992"/>
                  </a:moveTo>
                  <a:cubicBezTo>
                    <a:pt x="131347" y="82353"/>
                    <a:pt x="131347" y="81077"/>
                    <a:pt x="131347" y="80438"/>
                  </a:cubicBezTo>
                  <a:cubicBezTo>
                    <a:pt x="133264" y="70862"/>
                    <a:pt x="131986" y="60648"/>
                    <a:pt x="126874" y="51710"/>
                  </a:cubicBezTo>
                  <a:lnTo>
                    <a:pt x="109621" y="23621"/>
                  </a:lnTo>
                  <a:lnTo>
                    <a:pt x="109621" y="23621"/>
                  </a:lnTo>
                  <a:cubicBezTo>
                    <a:pt x="105148" y="15960"/>
                    <a:pt x="95563" y="14045"/>
                    <a:pt x="87895" y="18514"/>
                  </a:cubicBezTo>
                  <a:cubicBezTo>
                    <a:pt x="86617" y="19152"/>
                    <a:pt x="85339" y="20429"/>
                    <a:pt x="84061" y="21706"/>
                  </a:cubicBezTo>
                  <a:cubicBezTo>
                    <a:pt x="82783" y="21067"/>
                    <a:pt x="81505" y="20429"/>
                    <a:pt x="79588" y="19790"/>
                  </a:cubicBezTo>
                  <a:cubicBezTo>
                    <a:pt x="75754" y="18514"/>
                    <a:pt x="71281" y="19152"/>
                    <a:pt x="67448" y="21706"/>
                  </a:cubicBezTo>
                  <a:cubicBezTo>
                    <a:pt x="66170" y="22344"/>
                    <a:pt x="64892" y="23621"/>
                    <a:pt x="64253" y="24898"/>
                  </a:cubicBezTo>
                  <a:cubicBezTo>
                    <a:pt x="62975" y="23621"/>
                    <a:pt x="61058" y="22982"/>
                    <a:pt x="59141" y="22344"/>
                  </a:cubicBezTo>
                  <a:cubicBezTo>
                    <a:pt x="55307" y="21067"/>
                    <a:pt x="50834" y="21706"/>
                    <a:pt x="47000" y="24259"/>
                  </a:cubicBezTo>
                  <a:cubicBezTo>
                    <a:pt x="46361" y="24898"/>
                    <a:pt x="45083" y="25536"/>
                    <a:pt x="44444" y="26174"/>
                  </a:cubicBezTo>
                  <a:lnTo>
                    <a:pt x="32942" y="7661"/>
                  </a:lnTo>
                  <a:lnTo>
                    <a:pt x="32303" y="7022"/>
                  </a:lnTo>
                  <a:cubicBezTo>
                    <a:pt x="30386" y="3830"/>
                    <a:pt x="27191" y="1915"/>
                    <a:pt x="23357" y="638"/>
                  </a:cubicBezTo>
                  <a:cubicBezTo>
                    <a:pt x="19523" y="-638"/>
                    <a:pt x="15050" y="0"/>
                    <a:pt x="11216" y="2554"/>
                  </a:cubicBezTo>
                  <a:cubicBezTo>
                    <a:pt x="3548" y="7022"/>
                    <a:pt x="1631" y="16598"/>
                    <a:pt x="6104" y="24259"/>
                  </a:cubicBezTo>
                  <a:lnTo>
                    <a:pt x="32303" y="67670"/>
                  </a:lnTo>
                  <a:lnTo>
                    <a:pt x="26552" y="64478"/>
                  </a:lnTo>
                  <a:cubicBezTo>
                    <a:pt x="17606" y="60648"/>
                    <a:pt x="7382" y="63201"/>
                    <a:pt x="2270" y="71501"/>
                  </a:cubicBezTo>
                  <a:cubicBezTo>
                    <a:pt x="-1564" y="75969"/>
                    <a:pt x="-286" y="82992"/>
                    <a:pt x="4187" y="86822"/>
                  </a:cubicBezTo>
                  <a:lnTo>
                    <a:pt x="47000" y="118104"/>
                  </a:lnTo>
                  <a:cubicBezTo>
                    <a:pt x="52112" y="121934"/>
                    <a:pt x="58502" y="123849"/>
                    <a:pt x="64892" y="124488"/>
                  </a:cubicBezTo>
                  <a:cubicBezTo>
                    <a:pt x="66170" y="124488"/>
                    <a:pt x="66809" y="125126"/>
                    <a:pt x="67448" y="126403"/>
                  </a:cubicBezTo>
                  <a:lnTo>
                    <a:pt x="73198" y="135979"/>
                  </a:lnTo>
                  <a:cubicBezTo>
                    <a:pt x="74476" y="137894"/>
                    <a:pt x="76393" y="139171"/>
                    <a:pt x="78310" y="139171"/>
                  </a:cubicBezTo>
                  <a:cubicBezTo>
                    <a:pt x="79588" y="139171"/>
                    <a:pt x="80866" y="139171"/>
                    <a:pt x="81505" y="138532"/>
                  </a:cubicBezTo>
                  <a:cubicBezTo>
                    <a:pt x="84700" y="136617"/>
                    <a:pt x="85339" y="132787"/>
                    <a:pt x="83422" y="129595"/>
                  </a:cubicBezTo>
                  <a:lnTo>
                    <a:pt x="77671" y="120019"/>
                  </a:lnTo>
                  <a:cubicBezTo>
                    <a:pt x="75115" y="115550"/>
                    <a:pt x="70003" y="112358"/>
                    <a:pt x="64892" y="112358"/>
                  </a:cubicBezTo>
                  <a:cubicBezTo>
                    <a:pt x="60419" y="111720"/>
                    <a:pt x="56585" y="110443"/>
                    <a:pt x="53390" y="107889"/>
                  </a:cubicBezTo>
                  <a:lnTo>
                    <a:pt x="12494" y="77885"/>
                  </a:lnTo>
                  <a:cubicBezTo>
                    <a:pt x="13133" y="77246"/>
                    <a:pt x="14411" y="76608"/>
                    <a:pt x="15050" y="75969"/>
                  </a:cubicBezTo>
                  <a:cubicBezTo>
                    <a:pt x="16328" y="75331"/>
                    <a:pt x="18245" y="75331"/>
                    <a:pt x="19523" y="75969"/>
                  </a:cubicBezTo>
                  <a:cubicBezTo>
                    <a:pt x="31664" y="82353"/>
                    <a:pt x="45083" y="89376"/>
                    <a:pt x="45083" y="89376"/>
                  </a:cubicBezTo>
                  <a:cubicBezTo>
                    <a:pt x="48278" y="91291"/>
                    <a:pt x="52112" y="90014"/>
                    <a:pt x="53390" y="86822"/>
                  </a:cubicBezTo>
                  <a:cubicBezTo>
                    <a:pt x="54668" y="84907"/>
                    <a:pt x="54029" y="82353"/>
                    <a:pt x="53390" y="80438"/>
                  </a:cubicBezTo>
                  <a:lnTo>
                    <a:pt x="15689" y="17875"/>
                  </a:lnTo>
                  <a:cubicBezTo>
                    <a:pt x="15050" y="16598"/>
                    <a:pt x="15050" y="14683"/>
                    <a:pt x="16967" y="14045"/>
                  </a:cubicBezTo>
                  <a:cubicBezTo>
                    <a:pt x="17606" y="13406"/>
                    <a:pt x="18245" y="13406"/>
                    <a:pt x="18884" y="13406"/>
                  </a:cubicBezTo>
                  <a:cubicBezTo>
                    <a:pt x="19523" y="13406"/>
                    <a:pt x="20162" y="14045"/>
                    <a:pt x="20801" y="14683"/>
                  </a:cubicBezTo>
                  <a:lnTo>
                    <a:pt x="39332" y="45965"/>
                  </a:lnTo>
                  <a:lnTo>
                    <a:pt x="39332" y="46603"/>
                  </a:lnTo>
                  <a:lnTo>
                    <a:pt x="39332" y="46603"/>
                  </a:lnTo>
                  <a:lnTo>
                    <a:pt x="46361" y="58733"/>
                  </a:lnTo>
                  <a:cubicBezTo>
                    <a:pt x="48278" y="61925"/>
                    <a:pt x="52112" y="62563"/>
                    <a:pt x="55307" y="60648"/>
                  </a:cubicBezTo>
                  <a:cubicBezTo>
                    <a:pt x="55307" y="60648"/>
                    <a:pt x="55307" y="60648"/>
                    <a:pt x="55307" y="60648"/>
                  </a:cubicBezTo>
                  <a:cubicBezTo>
                    <a:pt x="58502" y="58733"/>
                    <a:pt x="59141" y="54902"/>
                    <a:pt x="57224" y="51710"/>
                  </a:cubicBezTo>
                  <a:lnTo>
                    <a:pt x="49556" y="39581"/>
                  </a:lnTo>
                  <a:cubicBezTo>
                    <a:pt x="48917" y="38304"/>
                    <a:pt x="49556" y="36389"/>
                    <a:pt x="50834" y="35750"/>
                  </a:cubicBezTo>
                  <a:cubicBezTo>
                    <a:pt x="51473" y="35112"/>
                    <a:pt x="52112" y="35112"/>
                    <a:pt x="52751" y="35750"/>
                  </a:cubicBezTo>
                  <a:cubicBezTo>
                    <a:pt x="53390" y="35750"/>
                    <a:pt x="54029" y="36389"/>
                    <a:pt x="54668" y="37027"/>
                  </a:cubicBezTo>
                  <a:lnTo>
                    <a:pt x="58502" y="43411"/>
                  </a:lnTo>
                  <a:lnTo>
                    <a:pt x="59141" y="44049"/>
                  </a:lnTo>
                  <a:lnTo>
                    <a:pt x="59141" y="44049"/>
                  </a:lnTo>
                  <a:lnTo>
                    <a:pt x="64253" y="52987"/>
                  </a:lnTo>
                  <a:cubicBezTo>
                    <a:pt x="65531" y="54902"/>
                    <a:pt x="67448" y="56179"/>
                    <a:pt x="70003" y="56179"/>
                  </a:cubicBezTo>
                  <a:cubicBezTo>
                    <a:pt x="71281" y="56179"/>
                    <a:pt x="72559" y="55541"/>
                    <a:pt x="73198" y="55541"/>
                  </a:cubicBezTo>
                  <a:cubicBezTo>
                    <a:pt x="76393" y="53625"/>
                    <a:pt x="77032" y="49795"/>
                    <a:pt x="75115" y="46603"/>
                  </a:cubicBezTo>
                  <a:lnTo>
                    <a:pt x="70003" y="37666"/>
                  </a:lnTo>
                  <a:cubicBezTo>
                    <a:pt x="69364" y="36389"/>
                    <a:pt x="70003" y="34474"/>
                    <a:pt x="71281" y="33835"/>
                  </a:cubicBezTo>
                  <a:cubicBezTo>
                    <a:pt x="71920" y="33197"/>
                    <a:pt x="72559" y="33197"/>
                    <a:pt x="73198" y="33197"/>
                  </a:cubicBezTo>
                  <a:cubicBezTo>
                    <a:pt x="73837" y="33197"/>
                    <a:pt x="74476" y="33835"/>
                    <a:pt x="75115" y="34474"/>
                  </a:cubicBezTo>
                  <a:lnTo>
                    <a:pt x="78949" y="40858"/>
                  </a:lnTo>
                  <a:lnTo>
                    <a:pt x="78949" y="40858"/>
                  </a:lnTo>
                  <a:lnTo>
                    <a:pt x="82783" y="47241"/>
                  </a:lnTo>
                  <a:cubicBezTo>
                    <a:pt x="84700" y="50433"/>
                    <a:pt x="88534" y="51072"/>
                    <a:pt x="91729" y="49157"/>
                  </a:cubicBezTo>
                  <a:cubicBezTo>
                    <a:pt x="94924" y="47241"/>
                    <a:pt x="95563" y="43411"/>
                    <a:pt x="93646" y="40219"/>
                  </a:cubicBezTo>
                  <a:lnTo>
                    <a:pt x="89812" y="33835"/>
                  </a:lnTo>
                  <a:lnTo>
                    <a:pt x="89812" y="33835"/>
                  </a:lnTo>
                  <a:cubicBezTo>
                    <a:pt x="89812" y="33197"/>
                    <a:pt x="89812" y="32558"/>
                    <a:pt x="89812" y="31920"/>
                  </a:cubicBezTo>
                  <a:cubicBezTo>
                    <a:pt x="89812" y="31282"/>
                    <a:pt x="90451" y="30643"/>
                    <a:pt x="91090" y="30005"/>
                  </a:cubicBezTo>
                  <a:cubicBezTo>
                    <a:pt x="91729" y="29366"/>
                    <a:pt x="92368" y="29366"/>
                    <a:pt x="93007" y="30005"/>
                  </a:cubicBezTo>
                  <a:cubicBezTo>
                    <a:pt x="93646" y="30005"/>
                    <a:pt x="94285" y="30643"/>
                    <a:pt x="94924" y="31282"/>
                  </a:cubicBezTo>
                  <a:lnTo>
                    <a:pt x="112177" y="59371"/>
                  </a:lnTo>
                  <a:cubicBezTo>
                    <a:pt x="115372" y="65117"/>
                    <a:pt x="116650" y="72139"/>
                    <a:pt x="115372" y="78523"/>
                  </a:cubicBezTo>
                  <a:cubicBezTo>
                    <a:pt x="114094" y="82353"/>
                    <a:pt x="115372" y="86822"/>
                    <a:pt x="117289" y="90652"/>
                  </a:cubicBezTo>
                  <a:lnTo>
                    <a:pt x="125596" y="104059"/>
                  </a:lnTo>
                  <a:cubicBezTo>
                    <a:pt x="126874" y="105974"/>
                    <a:pt x="128791" y="107251"/>
                    <a:pt x="130708" y="107251"/>
                  </a:cubicBezTo>
                  <a:cubicBezTo>
                    <a:pt x="131986" y="107251"/>
                    <a:pt x="133264" y="106612"/>
                    <a:pt x="133903" y="105974"/>
                  </a:cubicBezTo>
                  <a:cubicBezTo>
                    <a:pt x="137098" y="104059"/>
                    <a:pt x="137737" y="100228"/>
                    <a:pt x="135820" y="97036"/>
                  </a:cubicBezTo>
                  <a:lnTo>
                    <a:pt x="131986" y="82992"/>
                  </a:lnTo>
                  <a:close/>
                </a:path>
              </a:pathLst>
            </a:custGeom>
            <a:solidFill>
              <a:srgbClr val="00A3E0"/>
            </a:solidFill>
            <a:ln w="6390" cap="flat">
              <a:noFill/>
              <a:prstDash val="solid"/>
              <a:miter/>
            </a:ln>
          </p:spPr>
          <p:txBody>
            <a:bodyPr rtlCol="0" anchor="ctr"/>
            <a:lstStyle/>
            <a:p>
              <a:endParaRPr lang="en-US"/>
            </a:p>
          </p:txBody>
        </p:sp>
      </p:grpSp>
      <p:sp>
        <p:nvSpPr>
          <p:cNvPr id="282" name="Graphic 4">
            <a:extLst>
              <a:ext uri="{FF2B5EF4-FFF2-40B4-BE49-F238E27FC236}">
                <a16:creationId xmlns:a16="http://schemas.microsoft.com/office/drawing/2014/main" id="{62913E62-D26F-C840-B426-691D38970E70}"/>
              </a:ext>
            </a:extLst>
          </p:cNvPr>
          <p:cNvSpPr>
            <a:spLocks noChangeAspect="1"/>
          </p:cNvSpPr>
          <p:nvPr/>
        </p:nvSpPr>
        <p:spPr>
          <a:xfrm>
            <a:off x="905454" y="4308712"/>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57514 w 362309"/>
              <a:gd name="connsiteY6" fmla="*/ 90653 h 361971"/>
              <a:gd name="connsiteX7" fmla="*/ 267099 w 362309"/>
              <a:gd name="connsiteY7" fmla="*/ 100229 h 361971"/>
              <a:gd name="connsiteX8" fmla="*/ 257514 w 362309"/>
              <a:gd name="connsiteY8" fmla="*/ 109805 h 361971"/>
              <a:gd name="connsiteX9" fmla="*/ 247930 w 362309"/>
              <a:gd name="connsiteY9" fmla="*/ 100229 h 361971"/>
              <a:gd name="connsiteX10" fmla="*/ 247930 w 362309"/>
              <a:gd name="connsiteY10" fmla="*/ 100229 h 361971"/>
              <a:gd name="connsiteX11" fmla="*/ 257514 w 362309"/>
              <a:gd name="connsiteY11" fmla="*/ 90653 h 361971"/>
              <a:gd name="connsiteX12" fmla="*/ 257514 w 362309"/>
              <a:gd name="connsiteY12" fmla="*/ 116189 h 361971"/>
              <a:gd name="connsiteX13" fmla="*/ 267099 w 362309"/>
              <a:gd name="connsiteY13" fmla="*/ 125765 h 361971"/>
              <a:gd name="connsiteX14" fmla="*/ 257514 w 362309"/>
              <a:gd name="connsiteY14" fmla="*/ 135341 h 361971"/>
              <a:gd name="connsiteX15" fmla="*/ 247930 w 362309"/>
              <a:gd name="connsiteY15" fmla="*/ 125765 h 361971"/>
              <a:gd name="connsiteX16" fmla="*/ 257514 w 362309"/>
              <a:gd name="connsiteY16" fmla="*/ 116189 h 361971"/>
              <a:gd name="connsiteX17" fmla="*/ 257514 w 362309"/>
              <a:gd name="connsiteY17" fmla="*/ 141086 h 361971"/>
              <a:gd name="connsiteX18" fmla="*/ 267099 w 362309"/>
              <a:gd name="connsiteY18" fmla="*/ 150662 h 361971"/>
              <a:gd name="connsiteX19" fmla="*/ 257514 w 362309"/>
              <a:gd name="connsiteY19" fmla="*/ 160238 h 361971"/>
              <a:gd name="connsiteX20" fmla="*/ 247930 w 362309"/>
              <a:gd name="connsiteY20" fmla="*/ 150662 h 361971"/>
              <a:gd name="connsiteX21" fmla="*/ 247930 w 362309"/>
              <a:gd name="connsiteY21" fmla="*/ 150662 h 361971"/>
              <a:gd name="connsiteX22" fmla="*/ 257514 w 362309"/>
              <a:gd name="connsiteY22" fmla="*/ 141086 h 361971"/>
              <a:gd name="connsiteX23" fmla="*/ 223009 w 362309"/>
              <a:gd name="connsiteY23" fmla="*/ 90653 h 361971"/>
              <a:gd name="connsiteX24" fmla="*/ 232594 w 362309"/>
              <a:gd name="connsiteY24" fmla="*/ 100229 h 361971"/>
              <a:gd name="connsiteX25" fmla="*/ 223009 w 362309"/>
              <a:gd name="connsiteY25" fmla="*/ 109805 h 361971"/>
              <a:gd name="connsiteX26" fmla="*/ 213424 w 362309"/>
              <a:gd name="connsiteY26" fmla="*/ 100229 h 361971"/>
              <a:gd name="connsiteX27" fmla="*/ 213424 w 362309"/>
              <a:gd name="connsiteY27" fmla="*/ 100229 h 361971"/>
              <a:gd name="connsiteX28" fmla="*/ 223009 w 362309"/>
              <a:gd name="connsiteY28" fmla="*/ 90653 h 361971"/>
              <a:gd name="connsiteX29" fmla="*/ 223009 w 362309"/>
              <a:gd name="connsiteY29" fmla="*/ 90653 h 361971"/>
              <a:gd name="connsiteX30" fmla="*/ 223009 w 362309"/>
              <a:gd name="connsiteY30" fmla="*/ 141086 h 361971"/>
              <a:gd name="connsiteX31" fmla="*/ 232594 w 362309"/>
              <a:gd name="connsiteY31" fmla="*/ 150662 h 361971"/>
              <a:gd name="connsiteX32" fmla="*/ 223009 w 362309"/>
              <a:gd name="connsiteY32" fmla="*/ 160238 h 361971"/>
              <a:gd name="connsiteX33" fmla="*/ 213424 w 362309"/>
              <a:gd name="connsiteY33" fmla="*/ 150662 h 361971"/>
              <a:gd name="connsiteX34" fmla="*/ 213424 w 362309"/>
              <a:gd name="connsiteY34" fmla="*/ 150662 h 361971"/>
              <a:gd name="connsiteX35" fmla="*/ 223009 w 362309"/>
              <a:gd name="connsiteY35" fmla="*/ 141086 h 361971"/>
              <a:gd name="connsiteX36" fmla="*/ 223009 w 362309"/>
              <a:gd name="connsiteY36" fmla="*/ 141086 h 361971"/>
              <a:gd name="connsiteX37" fmla="*/ 196171 w 362309"/>
              <a:gd name="connsiteY37" fmla="*/ 90653 h 361971"/>
              <a:gd name="connsiteX38" fmla="*/ 205756 w 362309"/>
              <a:gd name="connsiteY38" fmla="*/ 100229 h 361971"/>
              <a:gd name="connsiteX39" fmla="*/ 196171 w 362309"/>
              <a:gd name="connsiteY39" fmla="*/ 109805 h 361971"/>
              <a:gd name="connsiteX40" fmla="*/ 186586 w 362309"/>
              <a:gd name="connsiteY40" fmla="*/ 100229 h 361971"/>
              <a:gd name="connsiteX41" fmla="*/ 196171 w 362309"/>
              <a:gd name="connsiteY41" fmla="*/ 90653 h 361971"/>
              <a:gd name="connsiteX42" fmla="*/ 196171 w 362309"/>
              <a:gd name="connsiteY42" fmla="*/ 116189 h 361971"/>
              <a:gd name="connsiteX43" fmla="*/ 205756 w 362309"/>
              <a:gd name="connsiteY43" fmla="*/ 125765 h 361971"/>
              <a:gd name="connsiteX44" fmla="*/ 196171 w 362309"/>
              <a:gd name="connsiteY44" fmla="*/ 135341 h 361971"/>
              <a:gd name="connsiteX45" fmla="*/ 186586 w 362309"/>
              <a:gd name="connsiteY45" fmla="*/ 125765 h 361971"/>
              <a:gd name="connsiteX46" fmla="*/ 186586 w 362309"/>
              <a:gd name="connsiteY46" fmla="*/ 125765 h 361971"/>
              <a:gd name="connsiteX47" fmla="*/ 196171 w 362309"/>
              <a:gd name="connsiteY47" fmla="*/ 116189 h 361971"/>
              <a:gd name="connsiteX48" fmla="*/ 196171 w 362309"/>
              <a:gd name="connsiteY48" fmla="*/ 116189 h 361971"/>
              <a:gd name="connsiteX49" fmla="*/ 168055 w 362309"/>
              <a:gd name="connsiteY49" fmla="*/ 90653 h 361971"/>
              <a:gd name="connsiteX50" fmla="*/ 177640 w 362309"/>
              <a:gd name="connsiteY50" fmla="*/ 100229 h 361971"/>
              <a:gd name="connsiteX51" fmla="*/ 168055 w 362309"/>
              <a:gd name="connsiteY51" fmla="*/ 109805 h 361971"/>
              <a:gd name="connsiteX52" fmla="*/ 158470 w 362309"/>
              <a:gd name="connsiteY52" fmla="*/ 100229 h 361971"/>
              <a:gd name="connsiteX53" fmla="*/ 158470 w 362309"/>
              <a:gd name="connsiteY53" fmla="*/ 100229 h 361971"/>
              <a:gd name="connsiteX54" fmla="*/ 168055 w 362309"/>
              <a:gd name="connsiteY54" fmla="*/ 90653 h 361971"/>
              <a:gd name="connsiteX55" fmla="*/ 168055 w 362309"/>
              <a:gd name="connsiteY55" fmla="*/ 90653 h 361971"/>
              <a:gd name="connsiteX56" fmla="*/ 147608 w 362309"/>
              <a:gd name="connsiteY56" fmla="*/ 116189 h 361971"/>
              <a:gd name="connsiteX57" fmla="*/ 157192 w 362309"/>
              <a:gd name="connsiteY57" fmla="*/ 125765 h 361971"/>
              <a:gd name="connsiteX58" fmla="*/ 147608 w 362309"/>
              <a:gd name="connsiteY58" fmla="*/ 135341 h 361971"/>
              <a:gd name="connsiteX59" fmla="*/ 138023 w 362309"/>
              <a:gd name="connsiteY59" fmla="*/ 125765 h 361971"/>
              <a:gd name="connsiteX60" fmla="*/ 138023 w 362309"/>
              <a:gd name="connsiteY60" fmla="*/ 125765 h 361971"/>
              <a:gd name="connsiteX61" fmla="*/ 147608 w 362309"/>
              <a:gd name="connsiteY61" fmla="*/ 116189 h 361971"/>
              <a:gd name="connsiteX62" fmla="*/ 147608 w 362309"/>
              <a:gd name="connsiteY62" fmla="*/ 116189 h 361971"/>
              <a:gd name="connsiteX63" fmla="*/ 120770 w 362309"/>
              <a:gd name="connsiteY63" fmla="*/ 90653 h 361971"/>
              <a:gd name="connsiteX64" fmla="*/ 130355 w 362309"/>
              <a:gd name="connsiteY64" fmla="*/ 100229 h 361971"/>
              <a:gd name="connsiteX65" fmla="*/ 120770 w 362309"/>
              <a:gd name="connsiteY65" fmla="*/ 109805 h 361971"/>
              <a:gd name="connsiteX66" fmla="*/ 111185 w 362309"/>
              <a:gd name="connsiteY66" fmla="*/ 100229 h 361971"/>
              <a:gd name="connsiteX67" fmla="*/ 111185 w 362309"/>
              <a:gd name="connsiteY67" fmla="*/ 100229 h 361971"/>
              <a:gd name="connsiteX68" fmla="*/ 120770 w 362309"/>
              <a:gd name="connsiteY68" fmla="*/ 90653 h 361971"/>
              <a:gd name="connsiteX69" fmla="*/ 120770 w 362309"/>
              <a:gd name="connsiteY69" fmla="*/ 90653 h 361971"/>
              <a:gd name="connsiteX70" fmla="*/ 120770 w 362309"/>
              <a:gd name="connsiteY70" fmla="*/ 116189 h 361971"/>
              <a:gd name="connsiteX71" fmla="*/ 130355 w 362309"/>
              <a:gd name="connsiteY71" fmla="*/ 125765 h 361971"/>
              <a:gd name="connsiteX72" fmla="*/ 120770 w 362309"/>
              <a:gd name="connsiteY72" fmla="*/ 135341 h 361971"/>
              <a:gd name="connsiteX73" fmla="*/ 111185 w 362309"/>
              <a:gd name="connsiteY73" fmla="*/ 125765 h 361971"/>
              <a:gd name="connsiteX74" fmla="*/ 111185 w 362309"/>
              <a:gd name="connsiteY74" fmla="*/ 125765 h 361971"/>
              <a:gd name="connsiteX75" fmla="*/ 120770 w 362309"/>
              <a:gd name="connsiteY75" fmla="*/ 116189 h 361971"/>
              <a:gd name="connsiteX76" fmla="*/ 120770 w 362309"/>
              <a:gd name="connsiteY76" fmla="*/ 116189 h 361971"/>
              <a:gd name="connsiteX77" fmla="*/ 120770 w 362309"/>
              <a:gd name="connsiteY77" fmla="*/ 141086 h 361971"/>
              <a:gd name="connsiteX78" fmla="*/ 130355 w 362309"/>
              <a:gd name="connsiteY78" fmla="*/ 150662 h 361971"/>
              <a:gd name="connsiteX79" fmla="*/ 120770 w 362309"/>
              <a:gd name="connsiteY79" fmla="*/ 160238 h 361971"/>
              <a:gd name="connsiteX80" fmla="*/ 111185 w 362309"/>
              <a:gd name="connsiteY80" fmla="*/ 150662 h 361971"/>
              <a:gd name="connsiteX81" fmla="*/ 111185 w 362309"/>
              <a:gd name="connsiteY81" fmla="*/ 150662 h 361971"/>
              <a:gd name="connsiteX82" fmla="*/ 120770 w 362309"/>
              <a:gd name="connsiteY82" fmla="*/ 141086 h 361971"/>
              <a:gd name="connsiteX83" fmla="*/ 120770 w 362309"/>
              <a:gd name="connsiteY83" fmla="*/ 141086 h 361971"/>
              <a:gd name="connsiteX84" fmla="*/ 88820 w 362309"/>
              <a:gd name="connsiteY84" fmla="*/ 90653 h 361971"/>
              <a:gd name="connsiteX85" fmla="*/ 98405 w 362309"/>
              <a:gd name="connsiteY85" fmla="*/ 100229 h 361971"/>
              <a:gd name="connsiteX86" fmla="*/ 88820 w 362309"/>
              <a:gd name="connsiteY86" fmla="*/ 109805 h 361971"/>
              <a:gd name="connsiteX87" fmla="*/ 79235 w 362309"/>
              <a:gd name="connsiteY87" fmla="*/ 100229 h 361971"/>
              <a:gd name="connsiteX88" fmla="*/ 79235 w 362309"/>
              <a:gd name="connsiteY88" fmla="*/ 100229 h 361971"/>
              <a:gd name="connsiteX89" fmla="*/ 88820 w 362309"/>
              <a:gd name="connsiteY89" fmla="*/ 90653 h 361971"/>
              <a:gd name="connsiteX90" fmla="*/ 88820 w 362309"/>
              <a:gd name="connsiteY90" fmla="*/ 90653 h 361971"/>
              <a:gd name="connsiteX91" fmla="*/ 88820 w 362309"/>
              <a:gd name="connsiteY91" fmla="*/ 116189 h 361971"/>
              <a:gd name="connsiteX92" fmla="*/ 98405 w 362309"/>
              <a:gd name="connsiteY92" fmla="*/ 125765 h 361971"/>
              <a:gd name="connsiteX93" fmla="*/ 88820 w 362309"/>
              <a:gd name="connsiteY93" fmla="*/ 135341 h 361971"/>
              <a:gd name="connsiteX94" fmla="*/ 79235 w 362309"/>
              <a:gd name="connsiteY94" fmla="*/ 125765 h 361971"/>
              <a:gd name="connsiteX95" fmla="*/ 88820 w 362309"/>
              <a:gd name="connsiteY95" fmla="*/ 116189 h 361971"/>
              <a:gd name="connsiteX96" fmla="*/ 84347 w 362309"/>
              <a:gd name="connsiteY96" fmla="*/ 190243 h 361971"/>
              <a:gd name="connsiteX97" fmla="*/ 114380 w 362309"/>
              <a:gd name="connsiteY97" fmla="*/ 190243 h 361971"/>
              <a:gd name="connsiteX98" fmla="*/ 120770 w 362309"/>
              <a:gd name="connsiteY98" fmla="*/ 196627 h 361971"/>
              <a:gd name="connsiteX99" fmla="*/ 114380 w 362309"/>
              <a:gd name="connsiteY99" fmla="*/ 203011 h 361971"/>
              <a:gd name="connsiteX100" fmla="*/ 84347 w 362309"/>
              <a:gd name="connsiteY100" fmla="*/ 203011 h 361971"/>
              <a:gd name="connsiteX101" fmla="*/ 77957 w 362309"/>
              <a:gd name="connsiteY101" fmla="*/ 196627 h 361971"/>
              <a:gd name="connsiteX102" fmla="*/ 84347 w 362309"/>
              <a:gd name="connsiteY102" fmla="*/ 190243 h 361971"/>
              <a:gd name="connsiteX103" fmla="*/ 136106 w 362309"/>
              <a:gd name="connsiteY103" fmla="*/ 227908 h 361971"/>
              <a:gd name="connsiteX104" fmla="*/ 84347 w 362309"/>
              <a:gd name="connsiteY104" fmla="*/ 227908 h 361971"/>
              <a:gd name="connsiteX105" fmla="*/ 77957 w 362309"/>
              <a:gd name="connsiteY105" fmla="*/ 221524 h 361971"/>
              <a:gd name="connsiteX106" fmla="*/ 84347 w 362309"/>
              <a:gd name="connsiteY106" fmla="*/ 215140 h 361971"/>
              <a:gd name="connsiteX107" fmla="*/ 136106 w 362309"/>
              <a:gd name="connsiteY107" fmla="*/ 215140 h 361971"/>
              <a:gd name="connsiteX108" fmla="*/ 142496 w 362309"/>
              <a:gd name="connsiteY108" fmla="*/ 221524 h 361971"/>
              <a:gd name="connsiteX109" fmla="*/ 136106 w 362309"/>
              <a:gd name="connsiteY109" fmla="*/ 227908 h 361971"/>
              <a:gd name="connsiteX110" fmla="*/ 279240 w 362309"/>
              <a:gd name="connsiteY110" fmla="*/ 270042 h 361971"/>
              <a:gd name="connsiteX111" fmla="*/ 276045 w 362309"/>
              <a:gd name="connsiteY111" fmla="*/ 271319 h 361971"/>
              <a:gd name="connsiteX112" fmla="*/ 270294 w 362309"/>
              <a:gd name="connsiteY112" fmla="*/ 268127 h 361971"/>
              <a:gd name="connsiteX113" fmla="*/ 261987 w 362309"/>
              <a:gd name="connsiteY113" fmla="*/ 254721 h 361971"/>
              <a:gd name="connsiteX114" fmla="*/ 260070 w 362309"/>
              <a:gd name="connsiteY114" fmla="*/ 242591 h 361971"/>
              <a:gd name="connsiteX115" fmla="*/ 256875 w 362309"/>
              <a:gd name="connsiteY115" fmla="*/ 223439 h 361971"/>
              <a:gd name="connsiteX116" fmla="*/ 240262 w 362309"/>
              <a:gd name="connsiteY116" fmla="*/ 195350 h 361971"/>
              <a:gd name="connsiteX117" fmla="*/ 238345 w 362309"/>
              <a:gd name="connsiteY117" fmla="*/ 194073 h 361971"/>
              <a:gd name="connsiteX118" fmla="*/ 235789 w 362309"/>
              <a:gd name="connsiteY118" fmla="*/ 194073 h 361971"/>
              <a:gd name="connsiteX119" fmla="*/ 234511 w 362309"/>
              <a:gd name="connsiteY119" fmla="*/ 195988 h 361971"/>
              <a:gd name="connsiteX120" fmla="*/ 235150 w 362309"/>
              <a:gd name="connsiteY120" fmla="*/ 197903 h 361971"/>
              <a:gd name="connsiteX121" fmla="*/ 235150 w 362309"/>
              <a:gd name="connsiteY121" fmla="*/ 197903 h 361971"/>
              <a:gd name="connsiteX122" fmla="*/ 238984 w 362309"/>
              <a:gd name="connsiteY122" fmla="*/ 204287 h 361971"/>
              <a:gd name="connsiteX123" fmla="*/ 237067 w 362309"/>
              <a:gd name="connsiteY123" fmla="*/ 213225 h 361971"/>
              <a:gd name="connsiteX124" fmla="*/ 233872 w 362309"/>
              <a:gd name="connsiteY124" fmla="*/ 213863 h 361971"/>
              <a:gd name="connsiteX125" fmla="*/ 228121 w 362309"/>
              <a:gd name="connsiteY125" fmla="*/ 210671 h 361971"/>
              <a:gd name="connsiteX126" fmla="*/ 224287 w 362309"/>
              <a:gd name="connsiteY126" fmla="*/ 204287 h 361971"/>
              <a:gd name="connsiteX127" fmla="*/ 224287 w 362309"/>
              <a:gd name="connsiteY127" fmla="*/ 204287 h 361971"/>
              <a:gd name="connsiteX128" fmla="*/ 220453 w 362309"/>
              <a:gd name="connsiteY128" fmla="*/ 197903 h 361971"/>
              <a:gd name="connsiteX129" fmla="*/ 218536 w 362309"/>
              <a:gd name="connsiteY129" fmla="*/ 196627 h 361971"/>
              <a:gd name="connsiteX130" fmla="*/ 215980 w 362309"/>
              <a:gd name="connsiteY130" fmla="*/ 197265 h 361971"/>
              <a:gd name="connsiteX131" fmla="*/ 214702 w 362309"/>
              <a:gd name="connsiteY131" fmla="*/ 201095 h 361971"/>
              <a:gd name="connsiteX132" fmla="*/ 220453 w 362309"/>
              <a:gd name="connsiteY132" fmla="*/ 210033 h 361971"/>
              <a:gd name="connsiteX133" fmla="*/ 218536 w 362309"/>
              <a:gd name="connsiteY133" fmla="*/ 218971 h 361971"/>
              <a:gd name="connsiteX134" fmla="*/ 215341 w 362309"/>
              <a:gd name="connsiteY134" fmla="*/ 219609 h 361971"/>
              <a:gd name="connsiteX135" fmla="*/ 209590 w 362309"/>
              <a:gd name="connsiteY135" fmla="*/ 216417 h 361971"/>
              <a:gd name="connsiteX136" fmla="*/ 204478 w 362309"/>
              <a:gd name="connsiteY136" fmla="*/ 207479 h 361971"/>
              <a:gd name="connsiteX137" fmla="*/ 204478 w 362309"/>
              <a:gd name="connsiteY137" fmla="*/ 207479 h 361971"/>
              <a:gd name="connsiteX138" fmla="*/ 203839 w 362309"/>
              <a:gd name="connsiteY138" fmla="*/ 206841 h 361971"/>
              <a:gd name="connsiteX139" fmla="*/ 200005 w 362309"/>
              <a:gd name="connsiteY139" fmla="*/ 200457 h 361971"/>
              <a:gd name="connsiteX140" fmla="*/ 198088 w 362309"/>
              <a:gd name="connsiteY140" fmla="*/ 199180 h 361971"/>
              <a:gd name="connsiteX141" fmla="*/ 195532 w 362309"/>
              <a:gd name="connsiteY141" fmla="*/ 199180 h 361971"/>
              <a:gd name="connsiteX142" fmla="*/ 194254 w 362309"/>
              <a:gd name="connsiteY142" fmla="*/ 203011 h 361971"/>
              <a:gd name="connsiteX143" fmla="*/ 201922 w 362309"/>
              <a:gd name="connsiteY143" fmla="*/ 215779 h 361971"/>
              <a:gd name="connsiteX144" fmla="*/ 198727 w 362309"/>
              <a:gd name="connsiteY144" fmla="*/ 224078 h 361971"/>
              <a:gd name="connsiteX145" fmla="*/ 191059 w 362309"/>
              <a:gd name="connsiteY145" fmla="*/ 222163 h 361971"/>
              <a:gd name="connsiteX146" fmla="*/ 184030 w 362309"/>
              <a:gd name="connsiteY146" fmla="*/ 210033 h 361971"/>
              <a:gd name="connsiteX147" fmla="*/ 184030 w 362309"/>
              <a:gd name="connsiteY147" fmla="*/ 210033 h 361971"/>
              <a:gd name="connsiteX148" fmla="*/ 183391 w 362309"/>
              <a:gd name="connsiteY148" fmla="*/ 209395 h 361971"/>
              <a:gd name="connsiteX149" fmla="*/ 183391 w 362309"/>
              <a:gd name="connsiteY149" fmla="*/ 209395 h 361971"/>
              <a:gd name="connsiteX150" fmla="*/ 164860 w 362309"/>
              <a:gd name="connsiteY150" fmla="*/ 178113 h 361971"/>
              <a:gd name="connsiteX151" fmla="*/ 162943 w 362309"/>
              <a:gd name="connsiteY151" fmla="*/ 176836 h 361971"/>
              <a:gd name="connsiteX152" fmla="*/ 159110 w 362309"/>
              <a:gd name="connsiteY152" fmla="*/ 178752 h 361971"/>
              <a:gd name="connsiteX153" fmla="*/ 159748 w 362309"/>
              <a:gd name="connsiteY153" fmla="*/ 181305 h 361971"/>
              <a:gd name="connsiteX154" fmla="*/ 197449 w 362309"/>
              <a:gd name="connsiteY154" fmla="*/ 243868 h 361971"/>
              <a:gd name="connsiteX155" fmla="*/ 194893 w 362309"/>
              <a:gd name="connsiteY155" fmla="*/ 252806 h 361971"/>
              <a:gd name="connsiteX156" fmla="*/ 188503 w 362309"/>
              <a:gd name="connsiteY156" fmla="*/ 252806 h 361971"/>
              <a:gd name="connsiteX157" fmla="*/ 162304 w 362309"/>
              <a:gd name="connsiteY157" fmla="*/ 239399 h 361971"/>
              <a:gd name="connsiteX158" fmla="*/ 157831 w 362309"/>
              <a:gd name="connsiteY158" fmla="*/ 239399 h 361971"/>
              <a:gd name="connsiteX159" fmla="*/ 155275 w 362309"/>
              <a:gd name="connsiteY159" fmla="*/ 241314 h 361971"/>
              <a:gd name="connsiteX160" fmla="*/ 196171 w 362309"/>
              <a:gd name="connsiteY160" fmla="*/ 271319 h 361971"/>
              <a:gd name="connsiteX161" fmla="*/ 207673 w 362309"/>
              <a:gd name="connsiteY161" fmla="*/ 275788 h 361971"/>
              <a:gd name="connsiteX162" fmla="*/ 220453 w 362309"/>
              <a:gd name="connsiteY162" fmla="*/ 283449 h 361971"/>
              <a:gd name="connsiteX163" fmla="*/ 226204 w 362309"/>
              <a:gd name="connsiteY163" fmla="*/ 293025 h 361971"/>
              <a:gd name="connsiteX164" fmla="*/ 224287 w 362309"/>
              <a:gd name="connsiteY164" fmla="*/ 301962 h 361971"/>
              <a:gd name="connsiteX165" fmla="*/ 221092 w 362309"/>
              <a:gd name="connsiteY165" fmla="*/ 302601 h 361971"/>
              <a:gd name="connsiteX166" fmla="*/ 215341 w 362309"/>
              <a:gd name="connsiteY166" fmla="*/ 299409 h 361971"/>
              <a:gd name="connsiteX167" fmla="*/ 209590 w 362309"/>
              <a:gd name="connsiteY167" fmla="*/ 289833 h 361971"/>
              <a:gd name="connsiteX168" fmla="*/ 207034 w 362309"/>
              <a:gd name="connsiteY168" fmla="*/ 287918 h 361971"/>
              <a:gd name="connsiteX169" fmla="*/ 189142 w 362309"/>
              <a:gd name="connsiteY169" fmla="*/ 281534 h 361971"/>
              <a:gd name="connsiteX170" fmla="*/ 146330 w 362309"/>
              <a:gd name="connsiteY170" fmla="*/ 250252 h 361971"/>
              <a:gd name="connsiteX171" fmla="*/ 144413 w 362309"/>
              <a:gd name="connsiteY171" fmla="*/ 234930 h 361971"/>
              <a:gd name="connsiteX172" fmla="*/ 168694 w 362309"/>
              <a:gd name="connsiteY172" fmla="*/ 227908 h 361971"/>
              <a:gd name="connsiteX173" fmla="*/ 174445 w 362309"/>
              <a:gd name="connsiteY173" fmla="*/ 231100 h 361971"/>
              <a:gd name="connsiteX174" fmla="*/ 147608 w 362309"/>
              <a:gd name="connsiteY174" fmla="*/ 187051 h 361971"/>
              <a:gd name="connsiteX175" fmla="*/ 152081 w 362309"/>
              <a:gd name="connsiteY175" fmla="*/ 165345 h 361971"/>
              <a:gd name="connsiteX176" fmla="*/ 173806 w 362309"/>
              <a:gd name="connsiteY176" fmla="*/ 169814 h 361971"/>
              <a:gd name="connsiteX177" fmla="*/ 173806 w 362309"/>
              <a:gd name="connsiteY177" fmla="*/ 169814 h 361971"/>
              <a:gd name="connsiteX178" fmla="*/ 174445 w 362309"/>
              <a:gd name="connsiteY178" fmla="*/ 170452 h 361971"/>
              <a:gd name="connsiteX179" fmla="*/ 185947 w 362309"/>
              <a:gd name="connsiteY179" fmla="*/ 188966 h 361971"/>
              <a:gd name="connsiteX180" fmla="*/ 188503 w 362309"/>
              <a:gd name="connsiteY180" fmla="*/ 187051 h 361971"/>
              <a:gd name="connsiteX181" fmla="*/ 200644 w 362309"/>
              <a:gd name="connsiteY181" fmla="*/ 185135 h 361971"/>
              <a:gd name="connsiteX182" fmla="*/ 205756 w 362309"/>
              <a:gd name="connsiteY182" fmla="*/ 187689 h 361971"/>
              <a:gd name="connsiteX183" fmla="*/ 208951 w 362309"/>
              <a:gd name="connsiteY183" fmla="*/ 184497 h 361971"/>
              <a:gd name="connsiteX184" fmla="*/ 221092 w 362309"/>
              <a:gd name="connsiteY184" fmla="*/ 182582 h 361971"/>
              <a:gd name="connsiteX185" fmla="*/ 224926 w 362309"/>
              <a:gd name="connsiteY185" fmla="*/ 184497 h 361971"/>
              <a:gd name="connsiteX186" fmla="*/ 246652 w 362309"/>
              <a:gd name="connsiteY186" fmla="*/ 182582 h 361971"/>
              <a:gd name="connsiteX187" fmla="*/ 250486 w 362309"/>
              <a:gd name="connsiteY187" fmla="*/ 186412 h 361971"/>
              <a:gd name="connsiteX188" fmla="*/ 250486 w 362309"/>
              <a:gd name="connsiteY188" fmla="*/ 186412 h 361971"/>
              <a:gd name="connsiteX189" fmla="*/ 267099 w 362309"/>
              <a:gd name="connsiteY189" fmla="*/ 214502 h 361971"/>
              <a:gd name="connsiteX190" fmla="*/ 271572 w 362309"/>
              <a:gd name="connsiteY190" fmla="*/ 243230 h 361971"/>
              <a:gd name="connsiteX191" fmla="*/ 272211 w 362309"/>
              <a:gd name="connsiteY191" fmla="*/ 245783 h 361971"/>
              <a:gd name="connsiteX192" fmla="*/ 280518 w 362309"/>
              <a:gd name="connsiteY192" fmla="*/ 259190 h 361971"/>
              <a:gd name="connsiteX193" fmla="*/ 279240 w 362309"/>
              <a:gd name="connsiteY193" fmla="*/ 270042 h 361971"/>
              <a:gd name="connsiteX194" fmla="*/ 279240 w 362309"/>
              <a:gd name="connsiteY194" fmla="*/ 270042 h 361971"/>
              <a:gd name="connsiteX195" fmla="*/ 279240 w 362309"/>
              <a:gd name="connsiteY195" fmla="*/ 270042 h 361971"/>
              <a:gd name="connsiteX196" fmla="*/ 290103 w 362309"/>
              <a:gd name="connsiteY196" fmla="*/ 134702 h 361971"/>
              <a:gd name="connsiteX197" fmla="*/ 280518 w 362309"/>
              <a:gd name="connsiteY197" fmla="*/ 125126 h 361971"/>
              <a:gd name="connsiteX198" fmla="*/ 290103 w 362309"/>
              <a:gd name="connsiteY198" fmla="*/ 115550 h 361971"/>
              <a:gd name="connsiteX199" fmla="*/ 299688 w 362309"/>
              <a:gd name="connsiteY199" fmla="*/ 125126 h 361971"/>
              <a:gd name="connsiteX200" fmla="*/ 290103 w 362309"/>
              <a:gd name="connsiteY200" fmla="*/ 134702 h 361971"/>
              <a:gd name="connsiteX201" fmla="*/ 290103 w 362309"/>
              <a:gd name="connsiteY201" fmla="*/ 13470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1077"/>
                  <a:pt x="281157" y="0"/>
                  <a:pt x="180835" y="0"/>
                </a:cubicBezTo>
                <a:close/>
                <a:moveTo>
                  <a:pt x="257514" y="90653"/>
                </a:moveTo>
                <a:cubicBezTo>
                  <a:pt x="262626" y="90653"/>
                  <a:pt x="267099" y="95121"/>
                  <a:pt x="267099" y="100229"/>
                </a:cubicBezTo>
                <a:cubicBezTo>
                  <a:pt x="267099" y="105336"/>
                  <a:pt x="262626" y="109805"/>
                  <a:pt x="257514" y="109805"/>
                </a:cubicBezTo>
                <a:cubicBezTo>
                  <a:pt x="252403" y="109805"/>
                  <a:pt x="247930" y="105336"/>
                  <a:pt x="247930" y="100229"/>
                </a:cubicBezTo>
                <a:cubicBezTo>
                  <a:pt x="247930" y="100229"/>
                  <a:pt x="247930" y="100229"/>
                  <a:pt x="247930" y="100229"/>
                </a:cubicBezTo>
                <a:cubicBezTo>
                  <a:pt x="247930" y="95121"/>
                  <a:pt x="252403" y="91291"/>
                  <a:pt x="257514" y="90653"/>
                </a:cubicBezTo>
                <a:close/>
                <a:moveTo>
                  <a:pt x="257514" y="116189"/>
                </a:moveTo>
                <a:cubicBezTo>
                  <a:pt x="262626" y="116189"/>
                  <a:pt x="267099" y="120657"/>
                  <a:pt x="267099" y="125765"/>
                </a:cubicBezTo>
                <a:cubicBezTo>
                  <a:pt x="267099" y="130872"/>
                  <a:pt x="262626" y="135341"/>
                  <a:pt x="257514" y="135341"/>
                </a:cubicBezTo>
                <a:cubicBezTo>
                  <a:pt x="252403" y="135341"/>
                  <a:pt x="247930" y="130872"/>
                  <a:pt x="247930" y="125765"/>
                </a:cubicBezTo>
                <a:cubicBezTo>
                  <a:pt x="247930" y="120657"/>
                  <a:pt x="252403" y="116189"/>
                  <a:pt x="257514" y="116189"/>
                </a:cubicBezTo>
                <a:close/>
                <a:moveTo>
                  <a:pt x="257514" y="141086"/>
                </a:moveTo>
                <a:cubicBezTo>
                  <a:pt x="262626" y="141086"/>
                  <a:pt x="267099" y="145555"/>
                  <a:pt x="267099" y="150662"/>
                </a:cubicBezTo>
                <a:cubicBezTo>
                  <a:pt x="267099" y="155769"/>
                  <a:pt x="262626" y="160238"/>
                  <a:pt x="257514" y="160238"/>
                </a:cubicBezTo>
                <a:cubicBezTo>
                  <a:pt x="252403" y="160238"/>
                  <a:pt x="247930" y="155769"/>
                  <a:pt x="247930" y="150662"/>
                </a:cubicBezTo>
                <a:cubicBezTo>
                  <a:pt x="247930" y="150662"/>
                  <a:pt x="247930" y="150662"/>
                  <a:pt x="247930" y="150662"/>
                </a:cubicBezTo>
                <a:cubicBezTo>
                  <a:pt x="247930" y="144916"/>
                  <a:pt x="252403" y="141086"/>
                  <a:pt x="257514" y="141086"/>
                </a:cubicBezTo>
                <a:close/>
                <a:moveTo>
                  <a:pt x="223009" y="90653"/>
                </a:moveTo>
                <a:cubicBezTo>
                  <a:pt x="228121" y="90653"/>
                  <a:pt x="232594" y="95121"/>
                  <a:pt x="232594" y="100229"/>
                </a:cubicBezTo>
                <a:cubicBezTo>
                  <a:pt x="232594" y="105336"/>
                  <a:pt x="228121" y="109805"/>
                  <a:pt x="223009" y="109805"/>
                </a:cubicBezTo>
                <a:cubicBezTo>
                  <a:pt x="217897" y="109805"/>
                  <a:pt x="213424" y="105336"/>
                  <a:pt x="213424" y="100229"/>
                </a:cubicBezTo>
                <a:cubicBezTo>
                  <a:pt x="213424" y="100229"/>
                  <a:pt x="213424" y="100229"/>
                  <a:pt x="213424" y="100229"/>
                </a:cubicBezTo>
                <a:cubicBezTo>
                  <a:pt x="213424" y="95121"/>
                  <a:pt x="217897" y="91291"/>
                  <a:pt x="223009" y="90653"/>
                </a:cubicBezTo>
                <a:lnTo>
                  <a:pt x="223009" y="90653"/>
                </a:lnTo>
                <a:close/>
                <a:moveTo>
                  <a:pt x="223009" y="141086"/>
                </a:moveTo>
                <a:cubicBezTo>
                  <a:pt x="228121" y="141086"/>
                  <a:pt x="232594" y="145555"/>
                  <a:pt x="232594" y="150662"/>
                </a:cubicBezTo>
                <a:cubicBezTo>
                  <a:pt x="232594" y="155769"/>
                  <a:pt x="228121" y="160238"/>
                  <a:pt x="223009" y="160238"/>
                </a:cubicBezTo>
                <a:cubicBezTo>
                  <a:pt x="217897" y="160238"/>
                  <a:pt x="213424" y="155769"/>
                  <a:pt x="213424" y="150662"/>
                </a:cubicBezTo>
                <a:cubicBezTo>
                  <a:pt x="213424" y="150662"/>
                  <a:pt x="213424" y="150662"/>
                  <a:pt x="213424" y="150662"/>
                </a:cubicBezTo>
                <a:cubicBezTo>
                  <a:pt x="213424" y="144916"/>
                  <a:pt x="217897" y="141086"/>
                  <a:pt x="223009" y="141086"/>
                </a:cubicBezTo>
                <a:lnTo>
                  <a:pt x="223009" y="141086"/>
                </a:lnTo>
                <a:close/>
                <a:moveTo>
                  <a:pt x="196171" y="90653"/>
                </a:moveTo>
                <a:cubicBezTo>
                  <a:pt x="201283" y="90653"/>
                  <a:pt x="205756" y="95121"/>
                  <a:pt x="205756" y="100229"/>
                </a:cubicBezTo>
                <a:cubicBezTo>
                  <a:pt x="205756" y="105336"/>
                  <a:pt x="201283" y="109805"/>
                  <a:pt x="196171" y="109805"/>
                </a:cubicBezTo>
                <a:cubicBezTo>
                  <a:pt x="191059" y="109805"/>
                  <a:pt x="186586" y="105336"/>
                  <a:pt x="186586" y="100229"/>
                </a:cubicBezTo>
                <a:cubicBezTo>
                  <a:pt x="186586" y="95121"/>
                  <a:pt x="191059" y="90653"/>
                  <a:pt x="196171" y="90653"/>
                </a:cubicBezTo>
                <a:close/>
                <a:moveTo>
                  <a:pt x="196171" y="116189"/>
                </a:moveTo>
                <a:cubicBezTo>
                  <a:pt x="201283" y="116189"/>
                  <a:pt x="205756" y="120657"/>
                  <a:pt x="205756" y="125765"/>
                </a:cubicBezTo>
                <a:cubicBezTo>
                  <a:pt x="205756" y="130872"/>
                  <a:pt x="201283" y="135341"/>
                  <a:pt x="196171" y="135341"/>
                </a:cubicBezTo>
                <a:cubicBezTo>
                  <a:pt x="191059" y="135341"/>
                  <a:pt x="186586" y="130872"/>
                  <a:pt x="186586" y="125765"/>
                </a:cubicBezTo>
                <a:lnTo>
                  <a:pt x="186586" y="125765"/>
                </a:lnTo>
                <a:cubicBezTo>
                  <a:pt x="186586" y="120019"/>
                  <a:pt x="191059" y="116189"/>
                  <a:pt x="196171" y="116189"/>
                </a:cubicBezTo>
                <a:lnTo>
                  <a:pt x="196171" y="116189"/>
                </a:lnTo>
                <a:close/>
                <a:moveTo>
                  <a:pt x="168055" y="90653"/>
                </a:moveTo>
                <a:cubicBezTo>
                  <a:pt x="173167" y="90653"/>
                  <a:pt x="177640" y="95121"/>
                  <a:pt x="177640" y="100229"/>
                </a:cubicBezTo>
                <a:cubicBezTo>
                  <a:pt x="177640" y="105336"/>
                  <a:pt x="173167" y="109805"/>
                  <a:pt x="168055" y="109805"/>
                </a:cubicBezTo>
                <a:cubicBezTo>
                  <a:pt x="162943" y="109805"/>
                  <a:pt x="158470" y="105336"/>
                  <a:pt x="158470" y="100229"/>
                </a:cubicBezTo>
                <a:cubicBezTo>
                  <a:pt x="158470" y="100229"/>
                  <a:pt x="158470" y="100229"/>
                  <a:pt x="158470" y="100229"/>
                </a:cubicBezTo>
                <a:cubicBezTo>
                  <a:pt x="159110" y="95121"/>
                  <a:pt x="162943" y="91291"/>
                  <a:pt x="168055" y="90653"/>
                </a:cubicBezTo>
                <a:lnTo>
                  <a:pt x="168055" y="90653"/>
                </a:lnTo>
                <a:close/>
                <a:moveTo>
                  <a:pt x="147608" y="116189"/>
                </a:moveTo>
                <a:cubicBezTo>
                  <a:pt x="152720" y="116189"/>
                  <a:pt x="157192" y="120657"/>
                  <a:pt x="157192" y="125765"/>
                </a:cubicBezTo>
                <a:cubicBezTo>
                  <a:pt x="157192" y="130872"/>
                  <a:pt x="152720" y="135341"/>
                  <a:pt x="147608" y="135341"/>
                </a:cubicBezTo>
                <a:cubicBezTo>
                  <a:pt x="142496" y="135341"/>
                  <a:pt x="138023" y="130872"/>
                  <a:pt x="138023" y="125765"/>
                </a:cubicBezTo>
                <a:lnTo>
                  <a:pt x="138023" y="125765"/>
                </a:lnTo>
                <a:cubicBezTo>
                  <a:pt x="138023" y="120019"/>
                  <a:pt x="142496" y="116189"/>
                  <a:pt x="147608" y="116189"/>
                </a:cubicBezTo>
                <a:lnTo>
                  <a:pt x="147608" y="116189"/>
                </a:lnTo>
                <a:close/>
                <a:moveTo>
                  <a:pt x="120770" y="90653"/>
                </a:moveTo>
                <a:cubicBezTo>
                  <a:pt x="125882" y="90653"/>
                  <a:pt x="130355" y="95121"/>
                  <a:pt x="130355" y="100229"/>
                </a:cubicBezTo>
                <a:cubicBezTo>
                  <a:pt x="130355" y="105336"/>
                  <a:pt x="125882" y="109805"/>
                  <a:pt x="120770" y="109805"/>
                </a:cubicBezTo>
                <a:cubicBezTo>
                  <a:pt x="115658" y="109805"/>
                  <a:pt x="111185" y="105336"/>
                  <a:pt x="111185" y="100229"/>
                </a:cubicBezTo>
                <a:cubicBezTo>
                  <a:pt x="111185" y="100229"/>
                  <a:pt x="111185" y="100229"/>
                  <a:pt x="111185" y="100229"/>
                </a:cubicBezTo>
                <a:cubicBezTo>
                  <a:pt x="111185" y="95121"/>
                  <a:pt x="115658" y="91291"/>
                  <a:pt x="120770" y="90653"/>
                </a:cubicBezTo>
                <a:lnTo>
                  <a:pt x="120770" y="90653"/>
                </a:lnTo>
                <a:close/>
                <a:moveTo>
                  <a:pt x="120770" y="116189"/>
                </a:moveTo>
                <a:cubicBezTo>
                  <a:pt x="125882" y="116189"/>
                  <a:pt x="130355" y="120657"/>
                  <a:pt x="130355" y="125765"/>
                </a:cubicBezTo>
                <a:cubicBezTo>
                  <a:pt x="130355" y="130872"/>
                  <a:pt x="125882" y="135341"/>
                  <a:pt x="120770" y="135341"/>
                </a:cubicBezTo>
                <a:cubicBezTo>
                  <a:pt x="115658" y="135341"/>
                  <a:pt x="111185" y="130872"/>
                  <a:pt x="111185" y="125765"/>
                </a:cubicBezTo>
                <a:cubicBezTo>
                  <a:pt x="111185" y="125765"/>
                  <a:pt x="111185" y="125765"/>
                  <a:pt x="111185" y="125765"/>
                </a:cubicBezTo>
                <a:cubicBezTo>
                  <a:pt x="111185" y="120019"/>
                  <a:pt x="115658" y="116189"/>
                  <a:pt x="120770" y="116189"/>
                </a:cubicBezTo>
                <a:lnTo>
                  <a:pt x="120770" y="116189"/>
                </a:lnTo>
                <a:close/>
                <a:moveTo>
                  <a:pt x="120770" y="141086"/>
                </a:moveTo>
                <a:cubicBezTo>
                  <a:pt x="125882" y="141086"/>
                  <a:pt x="130355" y="145555"/>
                  <a:pt x="130355" y="150662"/>
                </a:cubicBezTo>
                <a:cubicBezTo>
                  <a:pt x="130355" y="155769"/>
                  <a:pt x="125882" y="160238"/>
                  <a:pt x="120770" y="160238"/>
                </a:cubicBezTo>
                <a:cubicBezTo>
                  <a:pt x="115658" y="160238"/>
                  <a:pt x="111185" y="155769"/>
                  <a:pt x="111185" y="150662"/>
                </a:cubicBezTo>
                <a:cubicBezTo>
                  <a:pt x="111185" y="150662"/>
                  <a:pt x="111185" y="150662"/>
                  <a:pt x="111185" y="150662"/>
                </a:cubicBezTo>
                <a:cubicBezTo>
                  <a:pt x="111185" y="144916"/>
                  <a:pt x="115658" y="141086"/>
                  <a:pt x="120770" y="141086"/>
                </a:cubicBezTo>
                <a:lnTo>
                  <a:pt x="120770" y="141086"/>
                </a:lnTo>
                <a:close/>
                <a:moveTo>
                  <a:pt x="88820" y="90653"/>
                </a:moveTo>
                <a:cubicBezTo>
                  <a:pt x="93932" y="90653"/>
                  <a:pt x="98405" y="95121"/>
                  <a:pt x="98405" y="100229"/>
                </a:cubicBezTo>
                <a:cubicBezTo>
                  <a:pt x="98405" y="105336"/>
                  <a:pt x="93932" y="109805"/>
                  <a:pt x="88820" y="109805"/>
                </a:cubicBezTo>
                <a:cubicBezTo>
                  <a:pt x="83708" y="109805"/>
                  <a:pt x="79235" y="105336"/>
                  <a:pt x="79235" y="100229"/>
                </a:cubicBezTo>
                <a:cubicBezTo>
                  <a:pt x="79235" y="100229"/>
                  <a:pt x="79235" y="100229"/>
                  <a:pt x="79235" y="100229"/>
                </a:cubicBezTo>
                <a:cubicBezTo>
                  <a:pt x="79874" y="95121"/>
                  <a:pt x="83708" y="91291"/>
                  <a:pt x="88820" y="90653"/>
                </a:cubicBezTo>
                <a:lnTo>
                  <a:pt x="88820" y="90653"/>
                </a:lnTo>
                <a:close/>
                <a:moveTo>
                  <a:pt x="88820" y="116189"/>
                </a:moveTo>
                <a:cubicBezTo>
                  <a:pt x="93932" y="116189"/>
                  <a:pt x="98405" y="120657"/>
                  <a:pt x="98405" y="125765"/>
                </a:cubicBezTo>
                <a:cubicBezTo>
                  <a:pt x="98405" y="130872"/>
                  <a:pt x="93932" y="135341"/>
                  <a:pt x="88820" y="135341"/>
                </a:cubicBezTo>
                <a:cubicBezTo>
                  <a:pt x="83708" y="135341"/>
                  <a:pt x="79235" y="130872"/>
                  <a:pt x="79235" y="125765"/>
                </a:cubicBezTo>
                <a:cubicBezTo>
                  <a:pt x="79235" y="120657"/>
                  <a:pt x="83708" y="116189"/>
                  <a:pt x="88820" y="116189"/>
                </a:cubicBezTo>
                <a:close/>
                <a:moveTo>
                  <a:pt x="84347" y="190243"/>
                </a:moveTo>
                <a:lnTo>
                  <a:pt x="114380" y="190243"/>
                </a:lnTo>
                <a:cubicBezTo>
                  <a:pt x="118214" y="190243"/>
                  <a:pt x="120770" y="192796"/>
                  <a:pt x="120770" y="196627"/>
                </a:cubicBezTo>
                <a:cubicBezTo>
                  <a:pt x="120770" y="200457"/>
                  <a:pt x="118214" y="203011"/>
                  <a:pt x="114380" y="203011"/>
                </a:cubicBezTo>
                <a:lnTo>
                  <a:pt x="84347" y="203011"/>
                </a:lnTo>
                <a:cubicBezTo>
                  <a:pt x="80513" y="203011"/>
                  <a:pt x="77957" y="200457"/>
                  <a:pt x="77957" y="196627"/>
                </a:cubicBezTo>
                <a:cubicBezTo>
                  <a:pt x="77957" y="192796"/>
                  <a:pt x="80513" y="190243"/>
                  <a:pt x="84347" y="190243"/>
                </a:cubicBezTo>
                <a:close/>
                <a:moveTo>
                  <a:pt x="136106" y="227908"/>
                </a:moveTo>
                <a:lnTo>
                  <a:pt x="84347" y="227908"/>
                </a:lnTo>
                <a:cubicBezTo>
                  <a:pt x="80513" y="227908"/>
                  <a:pt x="77957" y="225355"/>
                  <a:pt x="77957" y="221524"/>
                </a:cubicBezTo>
                <a:cubicBezTo>
                  <a:pt x="77957" y="217694"/>
                  <a:pt x="80513" y="215140"/>
                  <a:pt x="84347" y="215140"/>
                </a:cubicBezTo>
                <a:lnTo>
                  <a:pt x="136106" y="215140"/>
                </a:lnTo>
                <a:cubicBezTo>
                  <a:pt x="139940" y="215140"/>
                  <a:pt x="142496" y="217694"/>
                  <a:pt x="142496" y="221524"/>
                </a:cubicBezTo>
                <a:cubicBezTo>
                  <a:pt x="142496" y="225355"/>
                  <a:pt x="139301" y="227908"/>
                  <a:pt x="136106" y="227908"/>
                </a:cubicBezTo>
                <a:close/>
                <a:moveTo>
                  <a:pt x="279240" y="270042"/>
                </a:moveTo>
                <a:cubicBezTo>
                  <a:pt x="277962" y="270681"/>
                  <a:pt x="277323" y="270681"/>
                  <a:pt x="276045" y="271319"/>
                </a:cubicBezTo>
                <a:cubicBezTo>
                  <a:pt x="273489" y="271319"/>
                  <a:pt x="271572" y="270042"/>
                  <a:pt x="270294" y="268127"/>
                </a:cubicBezTo>
                <a:lnTo>
                  <a:pt x="261987" y="254721"/>
                </a:lnTo>
                <a:cubicBezTo>
                  <a:pt x="260070" y="250890"/>
                  <a:pt x="258792" y="246422"/>
                  <a:pt x="260070" y="242591"/>
                </a:cubicBezTo>
                <a:cubicBezTo>
                  <a:pt x="261348" y="236207"/>
                  <a:pt x="260709" y="229185"/>
                  <a:pt x="256875" y="223439"/>
                </a:cubicBezTo>
                <a:lnTo>
                  <a:pt x="240262" y="195350"/>
                </a:lnTo>
                <a:cubicBezTo>
                  <a:pt x="239623" y="194711"/>
                  <a:pt x="238984" y="194073"/>
                  <a:pt x="238345" y="194073"/>
                </a:cubicBezTo>
                <a:cubicBezTo>
                  <a:pt x="237706" y="194073"/>
                  <a:pt x="237067" y="194073"/>
                  <a:pt x="235789" y="194073"/>
                </a:cubicBezTo>
                <a:cubicBezTo>
                  <a:pt x="235150" y="194711"/>
                  <a:pt x="234511" y="195350"/>
                  <a:pt x="234511" y="195988"/>
                </a:cubicBezTo>
                <a:cubicBezTo>
                  <a:pt x="234511" y="196627"/>
                  <a:pt x="234511" y="197265"/>
                  <a:pt x="235150" y="197903"/>
                </a:cubicBezTo>
                <a:lnTo>
                  <a:pt x="235150" y="197903"/>
                </a:lnTo>
                <a:lnTo>
                  <a:pt x="238984" y="204287"/>
                </a:lnTo>
                <a:cubicBezTo>
                  <a:pt x="240901" y="207479"/>
                  <a:pt x="239623" y="211310"/>
                  <a:pt x="237067" y="213225"/>
                </a:cubicBezTo>
                <a:cubicBezTo>
                  <a:pt x="235789" y="213863"/>
                  <a:pt x="235150" y="213863"/>
                  <a:pt x="233872" y="213863"/>
                </a:cubicBezTo>
                <a:cubicBezTo>
                  <a:pt x="231316" y="213863"/>
                  <a:pt x="229399" y="212587"/>
                  <a:pt x="228121" y="210671"/>
                </a:cubicBezTo>
                <a:lnTo>
                  <a:pt x="224287" y="204287"/>
                </a:lnTo>
                <a:lnTo>
                  <a:pt x="224287" y="204287"/>
                </a:lnTo>
                <a:lnTo>
                  <a:pt x="220453" y="197903"/>
                </a:lnTo>
                <a:cubicBezTo>
                  <a:pt x="219814" y="197265"/>
                  <a:pt x="219175" y="196627"/>
                  <a:pt x="218536" y="196627"/>
                </a:cubicBezTo>
                <a:cubicBezTo>
                  <a:pt x="217897" y="196627"/>
                  <a:pt x="217258" y="196627"/>
                  <a:pt x="215980" y="197265"/>
                </a:cubicBezTo>
                <a:cubicBezTo>
                  <a:pt x="214702" y="197903"/>
                  <a:pt x="214063" y="199819"/>
                  <a:pt x="214702" y="201095"/>
                </a:cubicBezTo>
                <a:lnTo>
                  <a:pt x="220453" y="210033"/>
                </a:lnTo>
                <a:cubicBezTo>
                  <a:pt x="222370" y="213225"/>
                  <a:pt x="221092" y="217055"/>
                  <a:pt x="218536" y="218971"/>
                </a:cubicBezTo>
                <a:cubicBezTo>
                  <a:pt x="217258" y="219609"/>
                  <a:pt x="216619" y="219609"/>
                  <a:pt x="215341" y="219609"/>
                </a:cubicBezTo>
                <a:cubicBezTo>
                  <a:pt x="212785" y="219609"/>
                  <a:pt x="210868" y="218332"/>
                  <a:pt x="209590" y="216417"/>
                </a:cubicBezTo>
                <a:lnTo>
                  <a:pt x="204478" y="207479"/>
                </a:lnTo>
                <a:lnTo>
                  <a:pt x="204478" y="207479"/>
                </a:lnTo>
                <a:cubicBezTo>
                  <a:pt x="204478" y="207479"/>
                  <a:pt x="204478" y="206841"/>
                  <a:pt x="203839" y="206841"/>
                </a:cubicBezTo>
                <a:lnTo>
                  <a:pt x="200005" y="200457"/>
                </a:lnTo>
                <a:cubicBezTo>
                  <a:pt x="199366" y="199819"/>
                  <a:pt x="198727" y="199180"/>
                  <a:pt x="198088" y="199180"/>
                </a:cubicBezTo>
                <a:cubicBezTo>
                  <a:pt x="197449" y="199180"/>
                  <a:pt x="196810" y="199180"/>
                  <a:pt x="195532" y="199180"/>
                </a:cubicBezTo>
                <a:cubicBezTo>
                  <a:pt x="194254" y="199819"/>
                  <a:pt x="193615" y="201734"/>
                  <a:pt x="194254" y="203011"/>
                </a:cubicBezTo>
                <a:lnTo>
                  <a:pt x="201922" y="215779"/>
                </a:lnTo>
                <a:cubicBezTo>
                  <a:pt x="203200" y="218971"/>
                  <a:pt x="201922" y="222801"/>
                  <a:pt x="198727" y="224078"/>
                </a:cubicBezTo>
                <a:cubicBezTo>
                  <a:pt x="196171" y="225355"/>
                  <a:pt x="192976" y="224716"/>
                  <a:pt x="191059" y="222163"/>
                </a:cubicBezTo>
                <a:lnTo>
                  <a:pt x="184030" y="210033"/>
                </a:lnTo>
                <a:lnTo>
                  <a:pt x="184030" y="210033"/>
                </a:lnTo>
                <a:lnTo>
                  <a:pt x="183391" y="209395"/>
                </a:lnTo>
                <a:lnTo>
                  <a:pt x="183391" y="209395"/>
                </a:lnTo>
                <a:lnTo>
                  <a:pt x="164860" y="178113"/>
                </a:lnTo>
                <a:cubicBezTo>
                  <a:pt x="164221" y="177475"/>
                  <a:pt x="163582" y="176836"/>
                  <a:pt x="162943" y="176836"/>
                </a:cubicBezTo>
                <a:cubicBezTo>
                  <a:pt x="161665" y="176198"/>
                  <a:pt x="159748" y="177475"/>
                  <a:pt x="159110" y="178752"/>
                </a:cubicBezTo>
                <a:cubicBezTo>
                  <a:pt x="159110" y="179390"/>
                  <a:pt x="159110" y="180667"/>
                  <a:pt x="159748" y="181305"/>
                </a:cubicBezTo>
                <a:lnTo>
                  <a:pt x="197449" y="243868"/>
                </a:lnTo>
                <a:cubicBezTo>
                  <a:pt x="199366" y="247060"/>
                  <a:pt x="198088" y="250890"/>
                  <a:pt x="194893" y="252806"/>
                </a:cubicBezTo>
                <a:cubicBezTo>
                  <a:pt x="192976" y="254082"/>
                  <a:pt x="190420" y="254082"/>
                  <a:pt x="188503" y="252806"/>
                </a:cubicBezTo>
                <a:cubicBezTo>
                  <a:pt x="188503" y="252806"/>
                  <a:pt x="175084" y="245783"/>
                  <a:pt x="162304" y="239399"/>
                </a:cubicBezTo>
                <a:cubicBezTo>
                  <a:pt x="161026" y="238761"/>
                  <a:pt x="159110" y="238761"/>
                  <a:pt x="157831" y="239399"/>
                </a:cubicBezTo>
                <a:cubicBezTo>
                  <a:pt x="156553" y="240038"/>
                  <a:pt x="155915" y="240676"/>
                  <a:pt x="155275" y="241314"/>
                </a:cubicBezTo>
                <a:lnTo>
                  <a:pt x="196171" y="271319"/>
                </a:lnTo>
                <a:cubicBezTo>
                  <a:pt x="199366" y="273873"/>
                  <a:pt x="203839" y="275150"/>
                  <a:pt x="207673" y="275788"/>
                </a:cubicBezTo>
                <a:cubicBezTo>
                  <a:pt x="212785" y="276426"/>
                  <a:pt x="217897" y="278980"/>
                  <a:pt x="220453" y="283449"/>
                </a:cubicBezTo>
                <a:lnTo>
                  <a:pt x="226204" y="293025"/>
                </a:lnTo>
                <a:cubicBezTo>
                  <a:pt x="228121" y="296217"/>
                  <a:pt x="226843" y="300047"/>
                  <a:pt x="224287" y="301962"/>
                </a:cubicBezTo>
                <a:cubicBezTo>
                  <a:pt x="223009" y="302601"/>
                  <a:pt x="222370" y="302601"/>
                  <a:pt x="221092" y="302601"/>
                </a:cubicBezTo>
                <a:cubicBezTo>
                  <a:pt x="218536" y="302601"/>
                  <a:pt x="216619" y="301324"/>
                  <a:pt x="215341" y="299409"/>
                </a:cubicBezTo>
                <a:lnTo>
                  <a:pt x="209590" y="289833"/>
                </a:lnTo>
                <a:cubicBezTo>
                  <a:pt x="208951" y="288556"/>
                  <a:pt x="207673" y="287918"/>
                  <a:pt x="207034" y="287918"/>
                </a:cubicBezTo>
                <a:cubicBezTo>
                  <a:pt x="200644" y="287279"/>
                  <a:pt x="194254" y="285364"/>
                  <a:pt x="189142" y="281534"/>
                </a:cubicBezTo>
                <a:lnTo>
                  <a:pt x="146330" y="250252"/>
                </a:lnTo>
                <a:cubicBezTo>
                  <a:pt x="141857" y="246422"/>
                  <a:pt x="140579" y="240038"/>
                  <a:pt x="144413" y="234930"/>
                </a:cubicBezTo>
                <a:cubicBezTo>
                  <a:pt x="149525" y="226631"/>
                  <a:pt x="159748" y="224078"/>
                  <a:pt x="168694" y="227908"/>
                </a:cubicBezTo>
                <a:lnTo>
                  <a:pt x="174445" y="231100"/>
                </a:lnTo>
                <a:lnTo>
                  <a:pt x="147608" y="187051"/>
                </a:lnTo>
                <a:cubicBezTo>
                  <a:pt x="143135" y="180028"/>
                  <a:pt x="145052" y="169814"/>
                  <a:pt x="152081" y="165345"/>
                </a:cubicBezTo>
                <a:cubicBezTo>
                  <a:pt x="159110" y="160876"/>
                  <a:pt x="169333" y="162792"/>
                  <a:pt x="173806" y="169814"/>
                </a:cubicBezTo>
                <a:lnTo>
                  <a:pt x="173806" y="169814"/>
                </a:lnTo>
                <a:cubicBezTo>
                  <a:pt x="173806" y="169814"/>
                  <a:pt x="174445" y="170452"/>
                  <a:pt x="174445" y="170452"/>
                </a:cubicBezTo>
                <a:lnTo>
                  <a:pt x="185947" y="188966"/>
                </a:lnTo>
                <a:cubicBezTo>
                  <a:pt x="186586" y="188327"/>
                  <a:pt x="187225" y="187689"/>
                  <a:pt x="188503" y="187051"/>
                </a:cubicBezTo>
                <a:cubicBezTo>
                  <a:pt x="192337" y="185135"/>
                  <a:pt x="196171" y="184497"/>
                  <a:pt x="200644" y="185135"/>
                </a:cubicBezTo>
                <a:cubicBezTo>
                  <a:pt x="202561" y="185774"/>
                  <a:pt x="203839" y="186412"/>
                  <a:pt x="205756" y="187689"/>
                </a:cubicBezTo>
                <a:cubicBezTo>
                  <a:pt x="207034" y="186412"/>
                  <a:pt x="207673" y="185774"/>
                  <a:pt x="208951" y="184497"/>
                </a:cubicBezTo>
                <a:cubicBezTo>
                  <a:pt x="212785" y="182582"/>
                  <a:pt x="216619" y="181944"/>
                  <a:pt x="221092" y="182582"/>
                </a:cubicBezTo>
                <a:cubicBezTo>
                  <a:pt x="222370" y="183220"/>
                  <a:pt x="223648" y="183859"/>
                  <a:pt x="224926" y="184497"/>
                </a:cubicBezTo>
                <a:cubicBezTo>
                  <a:pt x="230677" y="178113"/>
                  <a:pt x="240262" y="176836"/>
                  <a:pt x="246652" y="182582"/>
                </a:cubicBezTo>
                <a:cubicBezTo>
                  <a:pt x="247930" y="183859"/>
                  <a:pt x="249208" y="185135"/>
                  <a:pt x="250486" y="186412"/>
                </a:cubicBezTo>
                <a:lnTo>
                  <a:pt x="250486" y="186412"/>
                </a:lnTo>
                <a:lnTo>
                  <a:pt x="267099" y="214502"/>
                </a:lnTo>
                <a:cubicBezTo>
                  <a:pt x="272211" y="222801"/>
                  <a:pt x="274128" y="233015"/>
                  <a:pt x="271572" y="243230"/>
                </a:cubicBezTo>
                <a:cubicBezTo>
                  <a:pt x="271572" y="243868"/>
                  <a:pt x="271572" y="245145"/>
                  <a:pt x="272211" y="245783"/>
                </a:cubicBezTo>
                <a:lnTo>
                  <a:pt x="280518" y="259190"/>
                </a:lnTo>
                <a:cubicBezTo>
                  <a:pt x="283074" y="264297"/>
                  <a:pt x="282435" y="268127"/>
                  <a:pt x="279240" y="270042"/>
                </a:cubicBezTo>
                <a:cubicBezTo>
                  <a:pt x="279240" y="270042"/>
                  <a:pt x="279240" y="270042"/>
                  <a:pt x="279240" y="270042"/>
                </a:cubicBezTo>
                <a:lnTo>
                  <a:pt x="279240" y="270042"/>
                </a:lnTo>
                <a:close/>
                <a:moveTo>
                  <a:pt x="290103" y="134702"/>
                </a:moveTo>
                <a:cubicBezTo>
                  <a:pt x="284991" y="134702"/>
                  <a:pt x="280518" y="130233"/>
                  <a:pt x="280518" y="125126"/>
                </a:cubicBezTo>
                <a:cubicBezTo>
                  <a:pt x="280518" y="120019"/>
                  <a:pt x="284991" y="115550"/>
                  <a:pt x="290103" y="115550"/>
                </a:cubicBezTo>
                <a:cubicBezTo>
                  <a:pt x="295215" y="115550"/>
                  <a:pt x="299688" y="120019"/>
                  <a:pt x="299688" y="125126"/>
                </a:cubicBezTo>
                <a:cubicBezTo>
                  <a:pt x="299688" y="130233"/>
                  <a:pt x="295854" y="134702"/>
                  <a:pt x="290103" y="134702"/>
                </a:cubicBezTo>
                <a:lnTo>
                  <a:pt x="290103" y="134702"/>
                </a:lnTo>
                <a:close/>
              </a:path>
            </a:pathLst>
          </a:custGeom>
          <a:solidFill>
            <a:srgbClr val="00A3E0"/>
          </a:solidFill>
          <a:ln w="6390" cap="flat">
            <a:noFill/>
            <a:prstDash val="solid"/>
            <a:miter/>
          </a:ln>
        </p:spPr>
        <p:txBody>
          <a:bodyPr rtlCol="0" anchor="ctr"/>
          <a:lstStyle/>
          <a:p>
            <a:endParaRPr lang="en-US"/>
          </a:p>
        </p:txBody>
      </p:sp>
      <p:grpSp>
        <p:nvGrpSpPr>
          <p:cNvPr id="283" name="Graphic 4">
            <a:extLst>
              <a:ext uri="{FF2B5EF4-FFF2-40B4-BE49-F238E27FC236}">
                <a16:creationId xmlns:a16="http://schemas.microsoft.com/office/drawing/2014/main" id="{4CE1B8E4-5879-AD4D-80D5-A4D6A8609956}"/>
              </a:ext>
            </a:extLst>
          </p:cNvPr>
          <p:cNvGrpSpPr>
            <a:grpSpLocks noChangeAspect="1"/>
          </p:cNvGrpSpPr>
          <p:nvPr/>
        </p:nvGrpSpPr>
        <p:grpSpPr>
          <a:xfrm>
            <a:off x="467104" y="918179"/>
            <a:ext cx="362309" cy="361971"/>
            <a:chOff x="467104" y="918179"/>
            <a:chExt cx="362309" cy="361971"/>
          </a:xfrm>
          <a:solidFill>
            <a:srgbClr val="00A3E0"/>
          </a:solidFill>
        </p:grpSpPr>
        <p:sp>
          <p:nvSpPr>
            <p:cNvPr id="284" name="Graphic 4">
              <a:extLst>
                <a:ext uri="{FF2B5EF4-FFF2-40B4-BE49-F238E27FC236}">
                  <a16:creationId xmlns:a16="http://schemas.microsoft.com/office/drawing/2014/main" id="{FE15D441-3E61-8C43-B851-70E2D5B49615}"/>
                </a:ext>
              </a:extLst>
            </p:cNvPr>
            <p:cNvSpPr/>
            <p:nvPr/>
          </p:nvSpPr>
          <p:spPr>
            <a:xfrm>
              <a:off x="467104" y="918179"/>
              <a:ext cx="362309" cy="361971"/>
            </a:xfrm>
            <a:custGeom>
              <a:avLst/>
              <a:gdLst>
                <a:gd name="connsiteX0" fmla="*/ 181474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1474 w 362309"/>
                <a:gd name="connsiteY4" fmla="*/ 0 h 361971"/>
                <a:gd name="connsiteX5" fmla="*/ 181474 w 362309"/>
                <a:gd name="connsiteY5" fmla="*/ 0 h 361971"/>
                <a:gd name="connsiteX6" fmla="*/ 181474 w 362309"/>
                <a:gd name="connsiteY6" fmla="*/ 349204 h 361971"/>
                <a:gd name="connsiteX7" fmla="*/ 13419 w 362309"/>
                <a:gd name="connsiteY7" fmla="*/ 180667 h 361971"/>
                <a:gd name="connsiteX8" fmla="*/ 181474 w 362309"/>
                <a:gd name="connsiteY8" fmla="*/ 12768 h 361971"/>
                <a:gd name="connsiteX9" fmla="*/ 349530 w 362309"/>
                <a:gd name="connsiteY9" fmla="*/ 180667 h 361971"/>
                <a:gd name="connsiteX10" fmla="*/ 181474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1474" y="0"/>
                  </a:moveTo>
                  <a:cubicBezTo>
                    <a:pt x="81152" y="0"/>
                    <a:pt x="0" y="81077"/>
                    <a:pt x="0" y="181305"/>
                  </a:cubicBezTo>
                  <a:cubicBezTo>
                    <a:pt x="0" y="281534"/>
                    <a:pt x="81152" y="361972"/>
                    <a:pt x="181474" y="361972"/>
                  </a:cubicBezTo>
                  <a:cubicBezTo>
                    <a:pt x="281796" y="361972"/>
                    <a:pt x="362309" y="280895"/>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768"/>
                    <a:pt x="181474" y="12768"/>
                  </a:cubicBezTo>
                  <a:cubicBezTo>
                    <a:pt x="274128" y="12768"/>
                    <a:pt x="349530" y="88099"/>
                    <a:pt x="349530" y="180667"/>
                  </a:cubicBezTo>
                  <a:cubicBezTo>
                    <a:pt x="349530" y="273873"/>
                    <a:pt x="274128"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285" name="Graphic 4">
              <a:extLst>
                <a:ext uri="{FF2B5EF4-FFF2-40B4-BE49-F238E27FC236}">
                  <a16:creationId xmlns:a16="http://schemas.microsoft.com/office/drawing/2014/main" id="{B0631904-9DB9-FF4A-B54C-D1F76850DD7D}"/>
                </a:ext>
              </a:extLst>
            </p:cNvPr>
            <p:cNvSpPr/>
            <p:nvPr/>
          </p:nvSpPr>
          <p:spPr>
            <a:xfrm>
              <a:off x="606405" y="978827"/>
              <a:ext cx="48563" cy="48518"/>
            </a:xfrm>
            <a:custGeom>
              <a:avLst/>
              <a:gdLst>
                <a:gd name="connsiteX0" fmla="*/ 24282 w 48563"/>
                <a:gd name="connsiteY0" fmla="*/ 48518 h 48518"/>
                <a:gd name="connsiteX1" fmla="*/ 48564 w 48563"/>
                <a:gd name="connsiteY1" fmla="*/ 24259 h 48518"/>
                <a:gd name="connsiteX2" fmla="*/ 24282 w 48563"/>
                <a:gd name="connsiteY2" fmla="*/ 0 h 48518"/>
                <a:gd name="connsiteX3" fmla="*/ 0 w 48563"/>
                <a:gd name="connsiteY3" fmla="*/ 24259 h 48518"/>
                <a:gd name="connsiteX4" fmla="*/ 24282 w 48563"/>
                <a:gd name="connsiteY4" fmla="*/ 48518 h 48518"/>
                <a:gd name="connsiteX5" fmla="*/ 24282 w 48563"/>
                <a:gd name="connsiteY5" fmla="*/ 48518 h 48518"/>
                <a:gd name="connsiteX6" fmla="*/ 24282 w 48563"/>
                <a:gd name="connsiteY6" fmla="*/ 12768 h 48518"/>
                <a:gd name="connsiteX7" fmla="*/ 35784 w 48563"/>
                <a:gd name="connsiteY7" fmla="*/ 24259 h 48518"/>
                <a:gd name="connsiteX8" fmla="*/ 24282 w 48563"/>
                <a:gd name="connsiteY8" fmla="*/ 35750 h 48518"/>
                <a:gd name="connsiteX9" fmla="*/ 12780 w 48563"/>
                <a:gd name="connsiteY9" fmla="*/ 24259 h 48518"/>
                <a:gd name="connsiteX10" fmla="*/ 24282 w 48563"/>
                <a:gd name="connsiteY10" fmla="*/ 12768 h 48518"/>
                <a:gd name="connsiteX11" fmla="*/ 24282 w 48563"/>
                <a:gd name="connsiteY11" fmla="*/ 12768 h 4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563" h="48518">
                  <a:moveTo>
                    <a:pt x="24282" y="48518"/>
                  </a:moveTo>
                  <a:cubicBezTo>
                    <a:pt x="37701" y="48518"/>
                    <a:pt x="48564" y="37666"/>
                    <a:pt x="48564" y="24259"/>
                  </a:cubicBezTo>
                  <a:cubicBezTo>
                    <a:pt x="48564" y="10853"/>
                    <a:pt x="37701" y="0"/>
                    <a:pt x="24282" y="0"/>
                  </a:cubicBezTo>
                  <a:cubicBezTo>
                    <a:pt x="10863" y="0"/>
                    <a:pt x="0" y="10853"/>
                    <a:pt x="0" y="24259"/>
                  </a:cubicBezTo>
                  <a:cubicBezTo>
                    <a:pt x="0" y="37666"/>
                    <a:pt x="10863" y="48518"/>
                    <a:pt x="24282" y="48518"/>
                  </a:cubicBezTo>
                  <a:lnTo>
                    <a:pt x="24282" y="48518"/>
                  </a:lnTo>
                  <a:close/>
                  <a:moveTo>
                    <a:pt x="24282" y="12768"/>
                  </a:moveTo>
                  <a:cubicBezTo>
                    <a:pt x="30672" y="12768"/>
                    <a:pt x="35784" y="17875"/>
                    <a:pt x="35784" y="24259"/>
                  </a:cubicBezTo>
                  <a:cubicBezTo>
                    <a:pt x="35784" y="30643"/>
                    <a:pt x="30672" y="35750"/>
                    <a:pt x="24282" y="35750"/>
                  </a:cubicBezTo>
                  <a:cubicBezTo>
                    <a:pt x="17892" y="35750"/>
                    <a:pt x="12780" y="30643"/>
                    <a:pt x="12780" y="24259"/>
                  </a:cubicBezTo>
                  <a:cubicBezTo>
                    <a:pt x="12780" y="17875"/>
                    <a:pt x="17892" y="12768"/>
                    <a:pt x="24282" y="12768"/>
                  </a:cubicBezTo>
                  <a:lnTo>
                    <a:pt x="24282" y="12768"/>
                  </a:lnTo>
                  <a:close/>
                </a:path>
              </a:pathLst>
            </a:custGeom>
            <a:solidFill>
              <a:srgbClr val="00A3E0"/>
            </a:solidFill>
            <a:ln w="6390" cap="flat">
              <a:noFill/>
              <a:prstDash val="solid"/>
              <a:miter/>
            </a:ln>
          </p:spPr>
          <p:txBody>
            <a:bodyPr rtlCol="0" anchor="ctr"/>
            <a:lstStyle/>
            <a:p>
              <a:endParaRPr lang="en-US"/>
            </a:p>
          </p:txBody>
        </p:sp>
        <p:sp>
          <p:nvSpPr>
            <p:cNvPr id="286" name="Graphic 4">
              <a:extLst>
                <a:ext uri="{FF2B5EF4-FFF2-40B4-BE49-F238E27FC236}">
                  <a16:creationId xmlns:a16="http://schemas.microsoft.com/office/drawing/2014/main" id="{CBB3A46A-03B2-744A-A12E-50C2361CFB04}"/>
                </a:ext>
              </a:extLst>
            </p:cNvPr>
            <p:cNvSpPr/>
            <p:nvPr/>
          </p:nvSpPr>
          <p:spPr>
            <a:xfrm>
              <a:off x="589152" y="1038836"/>
              <a:ext cx="86362" cy="180028"/>
            </a:xfrm>
            <a:custGeom>
              <a:avLst/>
              <a:gdLst>
                <a:gd name="connsiteX0" fmla="*/ 76040 w 86362"/>
                <a:gd name="connsiteY0" fmla="*/ 111720 h 180028"/>
                <a:gd name="connsiteX1" fmla="*/ 46008 w 86362"/>
                <a:gd name="connsiteY1" fmla="*/ 72139 h 180028"/>
                <a:gd name="connsiteX2" fmla="*/ 46008 w 86362"/>
                <a:gd name="connsiteY2" fmla="*/ 6384 h 180028"/>
                <a:gd name="connsiteX3" fmla="*/ 39618 w 86362"/>
                <a:gd name="connsiteY3" fmla="*/ 0 h 180028"/>
                <a:gd name="connsiteX4" fmla="*/ 35784 w 86362"/>
                <a:gd name="connsiteY4" fmla="*/ 1277 h 180028"/>
                <a:gd name="connsiteX5" fmla="*/ 2556 w 86362"/>
                <a:gd name="connsiteY5" fmla="*/ 25536 h 180028"/>
                <a:gd name="connsiteX6" fmla="*/ 0 w 86362"/>
                <a:gd name="connsiteY6" fmla="*/ 30643 h 180028"/>
                <a:gd name="connsiteX7" fmla="*/ 0 w 86362"/>
                <a:gd name="connsiteY7" fmla="*/ 86184 h 180028"/>
                <a:gd name="connsiteX8" fmla="*/ 6390 w 86362"/>
                <a:gd name="connsiteY8" fmla="*/ 92568 h 180028"/>
                <a:gd name="connsiteX9" fmla="*/ 12780 w 86362"/>
                <a:gd name="connsiteY9" fmla="*/ 86184 h 180028"/>
                <a:gd name="connsiteX10" fmla="*/ 12780 w 86362"/>
                <a:gd name="connsiteY10" fmla="*/ 33835 h 180028"/>
                <a:gd name="connsiteX11" fmla="*/ 33228 w 86362"/>
                <a:gd name="connsiteY11" fmla="*/ 18514 h 180028"/>
                <a:gd name="connsiteX12" fmla="*/ 33228 w 86362"/>
                <a:gd name="connsiteY12" fmla="*/ 73416 h 180028"/>
                <a:gd name="connsiteX13" fmla="*/ 34506 w 86362"/>
                <a:gd name="connsiteY13" fmla="*/ 77246 h 180028"/>
                <a:gd name="connsiteX14" fmla="*/ 65177 w 86362"/>
                <a:gd name="connsiteY14" fmla="*/ 117465 h 180028"/>
                <a:gd name="connsiteX15" fmla="*/ 73484 w 86362"/>
                <a:gd name="connsiteY15" fmla="*/ 174283 h 180028"/>
                <a:gd name="connsiteX16" fmla="*/ 79874 w 86362"/>
                <a:gd name="connsiteY16" fmla="*/ 180028 h 180028"/>
                <a:gd name="connsiteX17" fmla="*/ 81152 w 86362"/>
                <a:gd name="connsiteY17" fmla="*/ 180028 h 180028"/>
                <a:gd name="connsiteX18" fmla="*/ 86264 w 86362"/>
                <a:gd name="connsiteY18" fmla="*/ 173006 h 180028"/>
                <a:gd name="connsiteX19" fmla="*/ 77957 w 86362"/>
                <a:gd name="connsiteY19" fmla="*/ 114912 h 180028"/>
                <a:gd name="connsiteX20" fmla="*/ 76040 w 86362"/>
                <a:gd name="connsiteY20" fmla="*/ 111720 h 18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6362" h="180028">
                  <a:moveTo>
                    <a:pt x="76040" y="111720"/>
                  </a:moveTo>
                  <a:lnTo>
                    <a:pt x="46008" y="72139"/>
                  </a:lnTo>
                  <a:lnTo>
                    <a:pt x="46008" y="6384"/>
                  </a:lnTo>
                  <a:cubicBezTo>
                    <a:pt x="46008" y="2554"/>
                    <a:pt x="43452" y="0"/>
                    <a:pt x="39618" y="0"/>
                  </a:cubicBezTo>
                  <a:cubicBezTo>
                    <a:pt x="38340" y="0"/>
                    <a:pt x="37062" y="638"/>
                    <a:pt x="35784" y="1277"/>
                  </a:cubicBezTo>
                  <a:lnTo>
                    <a:pt x="2556" y="25536"/>
                  </a:lnTo>
                  <a:cubicBezTo>
                    <a:pt x="639" y="26813"/>
                    <a:pt x="0" y="28728"/>
                    <a:pt x="0" y="30643"/>
                  </a:cubicBezTo>
                  <a:lnTo>
                    <a:pt x="0" y="86184"/>
                  </a:lnTo>
                  <a:cubicBezTo>
                    <a:pt x="0" y="90014"/>
                    <a:pt x="2556" y="92568"/>
                    <a:pt x="6390" y="92568"/>
                  </a:cubicBezTo>
                  <a:cubicBezTo>
                    <a:pt x="10224" y="92568"/>
                    <a:pt x="12780" y="90014"/>
                    <a:pt x="12780" y="86184"/>
                  </a:cubicBezTo>
                  <a:lnTo>
                    <a:pt x="12780" y="33835"/>
                  </a:lnTo>
                  <a:lnTo>
                    <a:pt x="33228" y="18514"/>
                  </a:lnTo>
                  <a:lnTo>
                    <a:pt x="33228" y="73416"/>
                  </a:lnTo>
                  <a:cubicBezTo>
                    <a:pt x="33228" y="74693"/>
                    <a:pt x="33867" y="75969"/>
                    <a:pt x="34506" y="77246"/>
                  </a:cubicBezTo>
                  <a:lnTo>
                    <a:pt x="65177" y="117465"/>
                  </a:lnTo>
                  <a:lnTo>
                    <a:pt x="73484" y="174283"/>
                  </a:lnTo>
                  <a:cubicBezTo>
                    <a:pt x="74123" y="177475"/>
                    <a:pt x="76679" y="180028"/>
                    <a:pt x="79874" y="180028"/>
                  </a:cubicBezTo>
                  <a:lnTo>
                    <a:pt x="81152" y="180028"/>
                  </a:lnTo>
                  <a:cubicBezTo>
                    <a:pt x="84347" y="179390"/>
                    <a:pt x="86903" y="176198"/>
                    <a:pt x="86264" y="173006"/>
                  </a:cubicBezTo>
                  <a:lnTo>
                    <a:pt x="77957" y="114912"/>
                  </a:lnTo>
                  <a:cubicBezTo>
                    <a:pt x="77318" y="113635"/>
                    <a:pt x="76679" y="112996"/>
                    <a:pt x="76040" y="111720"/>
                  </a:cubicBezTo>
                  <a:close/>
                </a:path>
              </a:pathLst>
            </a:custGeom>
            <a:solidFill>
              <a:srgbClr val="00A3E0"/>
            </a:solidFill>
            <a:ln w="6390" cap="flat">
              <a:noFill/>
              <a:prstDash val="solid"/>
              <a:miter/>
            </a:ln>
          </p:spPr>
          <p:txBody>
            <a:bodyPr rtlCol="0" anchor="ctr"/>
            <a:lstStyle/>
            <a:p>
              <a:endParaRPr lang="en-US"/>
            </a:p>
          </p:txBody>
        </p:sp>
        <p:sp>
          <p:nvSpPr>
            <p:cNvPr id="287" name="Graphic 4">
              <a:extLst>
                <a:ext uri="{FF2B5EF4-FFF2-40B4-BE49-F238E27FC236}">
                  <a16:creationId xmlns:a16="http://schemas.microsoft.com/office/drawing/2014/main" id="{C2375ADE-968F-E046-AB55-175CDDE0A60F}"/>
                </a:ext>
              </a:extLst>
            </p:cNvPr>
            <p:cNvSpPr/>
            <p:nvPr/>
          </p:nvSpPr>
          <p:spPr>
            <a:xfrm>
              <a:off x="575294" y="1148610"/>
              <a:ext cx="52673" cy="70892"/>
            </a:xfrm>
            <a:custGeom>
              <a:avLst/>
              <a:gdLst>
                <a:gd name="connsiteX0" fmla="*/ 40696 w 52673"/>
                <a:gd name="connsiteY0" fmla="*/ 2584 h 70892"/>
                <a:gd name="connsiteX1" fmla="*/ 1078 w 52673"/>
                <a:gd name="connsiteY1" fmla="*/ 60678 h 70892"/>
                <a:gd name="connsiteX2" fmla="*/ 2995 w 52673"/>
                <a:gd name="connsiteY2" fmla="*/ 69616 h 70892"/>
                <a:gd name="connsiteX3" fmla="*/ 6829 w 52673"/>
                <a:gd name="connsiteY3" fmla="*/ 70892 h 70892"/>
                <a:gd name="connsiteX4" fmla="*/ 11941 w 52673"/>
                <a:gd name="connsiteY4" fmla="*/ 68339 h 70892"/>
                <a:gd name="connsiteX5" fmla="*/ 51559 w 52673"/>
                <a:gd name="connsiteY5" fmla="*/ 10245 h 70892"/>
                <a:gd name="connsiteX6" fmla="*/ 50281 w 52673"/>
                <a:gd name="connsiteY6" fmla="*/ 1307 h 70892"/>
                <a:gd name="connsiteX7" fmla="*/ 40696 w 52673"/>
                <a:gd name="connsiteY7" fmla="*/ 2584 h 70892"/>
                <a:gd name="connsiteX8" fmla="*/ 40696 w 52673"/>
                <a:gd name="connsiteY8" fmla="*/ 2584 h 70892"/>
                <a:gd name="connsiteX9" fmla="*/ 40696 w 52673"/>
                <a:gd name="connsiteY9" fmla="*/ 2584 h 70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673" h="70892">
                  <a:moveTo>
                    <a:pt x="40696" y="2584"/>
                  </a:moveTo>
                  <a:lnTo>
                    <a:pt x="1078" y="60678"/>
                  </a:lnTo>
                  <a:cubicBezTo>
                    <a:pt x="-839" y="63870"/>
                    <a:pt x="-200" y="67700"/>
                    <a:pt x="2995" y="69616"/>
                  </a:cubicBezTo>
                  <a:cubicBezTo>
                    <a:pt x="4273" y="70254"/>
                    <a:pt x="5551" y="70892"/>
                    <a:pt x="6829" y="70892"/>
                  </a:cubicBezTo>
                  <a:cubicBezTo>
                    <a:pt x="8746" y="70892"/>
                    <a:pt x="10663" y="69616"/>
                    <a:pt x="11941" y="68339"/>
                  </a:cubicBezTo>
                  <a:lnTo>
                    <a:pt x="51559" y="10245"/>
                  </a:lnTo>
                  <a:cubicBezTo>
                    <a:pt x="53476" y="7053"/>
                    <a:pt x="52837" y="3222"/>
                    <a:pt x="50281" y="1307"/>
                  </a:cubicBezTo>
                  <a:cubicBezTo>
                    <a:pt x="47725" y="-608"/>
                    <a:pt x="42613" y="-608"/>
                    <a:pt x="40696" y="2584"/>
                  </a:cubicBezTo>
                  <a:cubicBezTo>
                    <a:pt x="40696" y="1945"/>
                    <a:pt x="40696" y="2584"/>
                    <a:pt x="40696" y="2584"/>
                  </a:cubicBezTo>
                  <a:lnTo>
                    <a:pt x="40696" y="2584"/>
                  </a:lnTo>
                  <a:close/>
                </a:path>
              </a:pathLst>
            </a:custGeom>
            <a:solidFill>
              <a:srgbClr val="00A3E0"/>
            </a:solidFill>
            <a:ln w="6390" cap="flat">
              <a:noFill/>
              <a:prstDash val="solid"/>
              <a:miter/>
            </a:ln>
          </p:spPr>
          <p:txBody>
            <a:bodyPr rtlCol="0" anchor="ctr"/>
            <a:lstStyle/>
            <a:p>
              <a:endParaRPr lang="en-US"/>
            </a:p>
          </p:txBody>
        </p:sp>
        <p:sp>
          <p:nvSpPr>
            <p:cNvPr id="288" name="Graphic 4">
              <a:extLst>
                <a:ext uri="{FF2B5EF4-FFF2-40B4-BE49-F238E27FC236}">
                  <a16:creationId xmlns:a16="http://schemas.microsoft.com/office/drawing/2014/main" id="{16536B14-69B6-E843-8B4A-EF74E7D32B10}"/>
                </a:ext>
              </a:extLst>
            </p:cNvPr>
            <p:cNvSpPr/>
            <p:nvPr/>
          </p:nvSpPr>
          <p:spPr>
            <a:xfrm>
              <a:off x="676055" y="1097569"/>
              <a:ext cx="46646" cy="121295"/>
            </a:xfrm>
            <a:custGeom>
              <a:avLst/>
              <a:gdLst>
                <a:gd name="connsiteX0" fmla="*/ 23004 w 46646"/>
                <a:gd name="connsiteY0" fmla="*/ 0 h 121295"/>
                <a:gd name="connsiteX1" fmla="*/ 0 w 46646"/>
                <a:gd name="connsiteY1" fmla="*/ 22982 h 121295"/>
                <a:gd name="connsiteX2" fmla="*/ 0 w 46646"/>
                <a:gd name="connsiteY2" fmla="*/ 29366 h 121295"/>
                <a:gd name="connsiteX3" fmla="*/ 6390 w 46646"/>
                <a:gd name="connsiteY3" fmla="*/ 35750 h 121295"/>
                <a:gd name="connsiteX4" fmla="*/ 12780 w 46646"/>
                <a:gd name="connsiteY4" fmla="*/ 29366 h 121295"/>
                <a:gd name="connsiteX5" fmla="*/ 12780 w 46646"/>
                <a:gd name="connsiteY5" fmla="*/ 22982 h 121295"/>
                <a:gd name="connsiteX6" fmla="*/ 24282 w 46646"/>
                <a:gd name="connsiteY6" fmla="*/ 13406 h 121295"/>
                <a:gd name="connsiteX7" fmla="*/ 33867 w 46646"/>
                <a:gd name="connsiteY7" fmla="*/ 22982 h 121295"/>
                <a:gd name="connsiteX8" fmla="*/ 33867 w 46646"/>
                <a:gd name="connsiteY8" fmla="*/ 114912 h 121295"/>
                <a:gd name="connsiteX9" fmla="*/ 40257 w 46646"/>
                <a:gd name="connsiteY9" fmla="*/ 121296 h 121295"/>
                <a:gd name="connsiteX10" fmla="*/ 46647 w 46646"/>
                <a:gd name="connsiteY10" fmla="*/ 114912 h 121295"/>
                <a:gd name="connsiteX11" fmla="*/ 46647 w 46646"/>
                <a:gd name="connsiteY11" fmla="*/ 22982 h 121295"/>
                <a:gd name="connsiteX12" fmla="*/ 23004 w 46646"/>
                <a:gd name="connsiteY12" fmla="*/ 0 h 12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46" h="121295">
                  <a:moveTo>
                    <a:pt x="23004" y="0"/>
                  </a:moveTo>
                  <a:cubicBezTo>
                    <a:pt x="10224" y="0"/>
                    <a:pt x="0" y="10214"/>
                    <a:pt x="0" y="22982"/>
                  </a:cubicBezTo>
                  <a:lnTo>
                    <a:pt x="0" y="29366"/>
                  </a:lnTo>
                  <a:cubicBezTo>
                    <a:pt x="0" y="33197"/>
                    <a:pt x="2556" y="35750"/>
                    <a:pt x="6390" y="35750"/>
                  </a:cubicBezTo>
                  <a:cubicBezTo>
                    <a:pt x="10224" y="35750"/>
                    <a:pt x="12780" y="33197"/>
                    <a:pt x="12780" y="29366"/>
                  </a:cubicBezTo>
                  <a:lnTo>
                    <a:pt x="12780" y="22982"/>
                  </a:lnTo>
                  <a:cubicBezTo>
                    <a:pt x="13419" y="17237"/>
                    <a:pt x="18531" y="12768"/>
                    <a:pt x="24282" y="13406"/>
                  </a:cubicBezTo>
                  <a:cubicBezTo>
                    <a:pt x="29394" y="14045"/>
                    <a:pt x="33228" y="17875"/>
                    <a:pt x="33867" y="22982"/>
                  </a:cubicBezTo>
                  <a:lnTo>
                    <a:pt x="33867" y="114912"/>
                  </a:lnTo>
                  <a:cubicBezTo>
                    <a:pt x="33867" y="118742"/>
                    <a:pt x="36423" y="121296"/>
                    <a:pt x="40257" y="121296"/>
                  </a:cubicBezTo>
                  <a:cubicBezTo>
                    <a:pt x="44091" y="121296"/>
                    <a:pt x="46647" y="118742"/>
                    <a:pt x="46647" y="114912"/>
                  </a:cubicBezTo>
                  <a:lnTo>
                    <a:pt x="46647" y="22982"/>
                  </a:lnTo>
                  <a:cubicBezTo>
                    <a:pt x="46008" y="10214"/>
                    <a:pt x="35784" y="0"/>
                    <a:pt x="23004" y="0"/>
                  </a:cubicBezTo>
                  <a:close/>
                </a:path>
              </a:pathLst>
            </a:custGeom>
            <a:solidFill>
              <a:srgbClr val="00A3E0"/>
            </a:solidFill>
            <a:ln w="6390" cap="flat">
              <a:noFill/>
              <a:prstDash val="solid"/>
              <a:miter/>
            </a:ln>
          </p:spPr>
          <p:txBody>
            <a:bodyPr rtlCol="0" anchor="ctr"/>
            <a:lstStyle/>
            <a:p>
              <a:endParaRPr lang="en-US"/>
            </a:p>
          </p:txBody>
        </p:sp>
        <p:sp>
          <p:nvSpPr>
            <p:cNvPr id="289" name="Graphic 4">
              <a:extLst>
                <a:ext uri="{FF2B5EF4-FFF2-40B4-BE49-F238E27FC236}">
                  <a16:creationId xmlns:a16="http://schemas.microsoft.com/office/drawing/2014/main" id="{3605035B-0CD2-E14F-83D4-904D83C27482}"/>
                </a:ext>
              </a:extLst>
            </p:cNvPr>
            <p:cNvSpPr/>
            <p:nvPr/>
          </p:nvSpPr>
          <p:spPr>
            <a:xfrm>
              <a:off x="646312" y="1080970"/>
              <a:ext cx="28814" cy="27451"/>
            </a:xfrm>
            <a:custGeom>
              <a:avLst/>
              <a:gdLst>
                <a:gd name="connsiteX0" fmla="*/ 1627 w 28814"/>
                <a:gd name="connsiteY0" fmla="*/ 1915 h 27451"/>
                <a:gd name="connsiteX1" fmla="*/ 2266 w 28814"/>
                <a:gd name="connsiteY1" fmla="*/ 10853 h 27451"/>
                <a:gd name="connsiteX2" fmla="*/ 18241 w 28814"/>
                <a:gd name="connsiteY2" fmla="*/ 25536 h 27451"/>
                <a:gd name="connsiteX3" fmla="*/ 22714 w 28814"/>
                <a:gd name="connsiteY3" fmla="*/ 27451 h 27451"/>
                <a:gd name="connsiteX4" fmla="*/ 27187 w 28814"/>
                <a:gd name="connsiteY4" fmla="*/ 25536 h 27451"/>
                <a:gd name="connsiteX5" fmla="*/ 26548 w 28814"/>
                <a:gd name="connsiteY5" fmla="*/ 16598 h 27451"/>
                <a:gd name="connsiteX6" fmla="*/ 10573 w 28814"/>
                <a:gd name="connsiteY6" fmla="*/ 1915 h 27451"/>
                <a:gd name="connsiteX7" fmla="*/ 1627 w 28814"/>
                <a:gd name="connsiteY7" fmla="*/ 1915 h 27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14" h="27451">
                  <a:moveTo>
                    <a:pt x="1627" y="1915"/>
                  </a:moveTo>
                  <a:cubicBezTo>
                    <a:pt x="-929" y="4469"/>
                    <a:pt x="-290" y="8299"/>
                    <a:pt x="2266" y="10853"/>
                  </a:cubicBezTo>
                  <a:lnTo>
                    <a:pt x="18241" y="25536"/>
                  </a:lnTo>
                  <a:cubicBezTo>
                    <a:pt x="19519" y="26813"/>
                    <a:pt x="20797" y="27451"/>
                    <a:pt x="22714" y="27451"/>
                  </a:cubicBezTo>
                  <a:cubicBezTo>
                    <a:pt x="24631" y="27451"/>
                    <a:pt x="25909" y="26813"/>
                    <a:pt x="27187" y="25536"/>
                  </a:cubicBezTo>
                  <a:cubicBezTo>
                    <a:pt x="29743" y="22982"/>
                    <a:pt x="29104" y="19152"/>
                    <a:pt x="26548" y="16598"/>
                  </a:cubicBezTo>
                  <a:lnTo>
                    <a:pt x="10573" y="1915"/>
                  </a:lnTo>
                  <a:cubicBezTo>
                    <a:pt x="8017" y="-638"/>
                    <a:pt x="3544" y="-638"/>
                    <a:pt x="1627" y="1915"/>
                  </a:cubicBezTo>
                  <a:close/>
                </a:path>
              </a:pathLst>
            </a:custGeom>
            <a:solidFill>
              <a:srgbClr val="00A3E0"/>
            </a:solidFill>
            <a:ln w="6390" cap="flat">
              <a:noFill/>
              <a:prstDash val="solid"/>
              <a:miter/>
            </a:ln>
          </p:spPr>
          <p:txBody>
            <a:bodyPr rtlCol="0" anchor="ctr"/>
            <a:lstStyle/>
            <a:p>
              <a:endParaRPr lang="en-US"/>
            </a:p>
          </p:txBody>
        </p:sp>
      </p:grpSp>
      <p:grpSp>
        <p:nvGrpSpPr>
          <p:cNvPr id="290" name="Graphic 4">
            <a:extLst>
              <a:ext uri="{FF2B5EF4-FFF2-40B4-BE49-F238E27FC236}">
                <a16:creationId xmlns:a16="http://schemas.microsoft.com/office/drawing/2014/main" id="{FD7D9ECD-9500-7C47-86DC-5D8896E489B6}"/>
              </a:ext>
            </a:extLst>
          </p:cNvPr>
          <p:cNvGrpSpPr>
            <a:grpSpLocks noChangeAspect="1"/>
          </p:cNvGrpSpPr>
          <p:nvPr/>
        </p:nvGrpSpPr>
        <p:grpSpPr>
          <a:xfrm>
            <a:off x="1515054" y="918179"/>
            <a:ext cx="362309" cy="361971"/>
            <a:chOff x="1515054" y="918179"/>
            <a:chExt cx="362309" cy="361971"/>
          </a:xfrm>
          <a:solidFill>
            <a:srgbClr val="00A3E0"/>
          </a:solidFill>
        </p:grpSpPr>
        <p:sp>
          <p:nvSpPr>
            <p:cNvPr id="291" name="Graphic 4">
              <a:extLst>
                <a:ext uri="{FF2B5EF4-FFF2-40B4-BE49-F238E27FC236}">
                  <a16:creationId xmlns:a16="http://schemas.microsoft.com/office/drawing/2014/main" id="{B6309E73-3C40-5547-8CD9-2F1D1084CBB5}"/>
                </a:ext>
              </a:extLst>
            </p:cNvPr>
            <p:cNvSpPr/>
            <p:nvPr/>
          </p:nvSpPr>
          <p:spPr>
            <a:xfrm>
              <a:off x="1515054" y="918179"/>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0667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0518" y="0"/>
                    <a:pt x="180835" y="0"/>
                  </a:cubicBezTo>
                  <a:lnTo>
                    <a:pt x="180835" y="0"/>
                  </a:lnTo>
                  <a:close/>
                  <a:moveTo>
                    <a:pt x="180835" y="349204"/>
                  </a:moveTo>
                  <a:cubicBezTo>
                    <a:pt x="87542" y="349204"/>
                    <a:pt x="12780" y="273873"/>
                    <a:pt x="12780" y="180667"/>
                  </a:cubicBezTo>
                  <a:cubicBezTo>
                    <a:pt x="12780" y="87461"/>
                    <a:pt x="88181" y="12768"/>
                    <a:pt x="180835" y="12768"/>
                  </a:cubicBezTo>
                  <a:cubicBezTo>
                    <a:pt x="274128" y="12768"/>
                    <a:pt x="349529" y="88099"/>
                    <a:pt x="349529" y="180667"/>
                  </a:cubicBezTo>
                  <a:cubicBezTo>
                    <a:pt x="348891"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292" name="Graphic 4">
              <a:extLst>
                <a:ext uri="{FF2B5EF4-FFF2-40B4-BE49-F238E27FC236}">
                  <a16:creationId xmlns:a16="http://schemas.microsoft.com/office/drawing/2014/main" id="{5D294169-90A7-1E4F-851C-9226E694E6BD}"/>
                </a:ext>
              </a:extLst>
            </p:cNvPr>
            <p:cNvSpPr/>
            <p:nvPr/>
          </p:nvSpPr>
          <p:spPr>
            <a:xfrm>
              <a:off x="1682310" y="1095305"/>
              <a:ext cx="108149" cy="112068"/>
            </a:xfrm>
            <a:custGeom>
              <a:avLst/>
              <a:gdLst>
                <a:gd name="connsiteX0" fmla="*/ 10384 w 108149"/>
                <a:gd name="connsiteY0" fmla="*/ 1626 h 112068"/>
                <a:gd name="connsiteX1" fmla="*/ 1438 w 108149"/>
                <a:gd name="connsiteY1" fmla="*/ 2264 h 112068"/>
                <a:gd name="connsiteX2" fmla="*/ 1438 w 108149"/>
                <a:gd name="connsiteY2" fmla="*/ 10563 h 112068"/>
                <a:gd name="connsiteX3" fmla="*/ 97287 w 108149"/>
                <a:gd name="connsiteY3" fmla="*/ 110153 h 112068"/>
                <a:gd name="connsiteX4" fmla="*/ 101760 w 108149"/>
                <a:gd name="connsiteY4" fmla="*/ 112069 h 112068"/>
                <a:gd name="connsiteX5" fmla="*/ 106233 w 108149"/>
                <a:gd name="connsiteY5" fmla="*/ 110153 h 112068"/>
                <a:gd name="connsiteX6" fmla="*/ 106233 w 108149"/>
                <a:gd name="connsiteY6" fmla="*/ 101216 h 112068"/>
                <a:gd name="connsiteX7" fmla="*/ 10384 w 108149"/>
                <a:gd name="connsiteY7" fmla="*/ 1626 h 112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8149" h="112068">
                  <a:moveTo>
                    <a:pt x="10384" y="1626"/>
                  </a:moveTo>
                  <a:cubicBezTo>
                    <a:pt x="7828" y="-928"/>
                    <a:pt x="3994" y="-290"/>
                    <a:pt x="1438" y="2264"/>
                  </a:cubicBezTo>
                  <a:cubicBezTo>
                    <a:pt x="-479" y="4818"/>
                    <a:pt x="-479" y="8010"/>
                    <a:pt x="1438" y="10563"/>
                  </a:cubicBezTo>
                  <a:lnTo>
                    <a:pt x="97287" y="110153"/>
                  </a:lnTo>
                  <a:cubicBezTo>
                    <a:pt x="98565" y="111430"/>
                    <a:pt x="99843" y="112069"/>
                    <a:pt x="101760" y="112069"/>
                  </a:cubicBezTo>
                  <a:cubicBezTo>
                    <a:pt x="103677" y="112069"/>
                    <a:pt x="104955" y="111430"/>
                    <a:pt x="106233" y="110153"/>
                  </a:cubicBezTo>
                  <a:cubicBezTo>
                    <a:pt x="108789" y="107600"/>
                    <a:pt x="108789" y="103769"/>
                    <a:pt x="106233" y="101216"/>
                  </a:cubicBezTo>
                  <a:lnTo>
                    <a:pt x="10384" y="1626"/>
                  </a:lnTo>
                  <a:close/>
                </a:path>
              </a:pathLst>
            </a:custGeom>
            <a:solidFill>
              <a:srgbClr val="00A3E0"/>
            </a:solidFill>
            <a:ln w="6390" cap="flat">
              <a:noFill/>
              <a:prstDash val="solid"/>
              <a:miter/>
            </a:ln>
          </p:spPr>
          <p:txBody>
            <a:bodyPr rtlCol="0" anchor="ctr"/>
            <a:lstStyle/>
            <a:p>
              <a:endParaRPr lang="en-US"/>
            </a:p>
          </p:txBody>
        </p:sp>
        <p:sp>
          <p:nvSpPr>
            <p:cNvPr id="293" name="Graphic 4">
              <a:extLst>
                <a:ext uri="{FF2B5EF4-FFF2-40B4-BE49-F238E27FC236}">
                  <a16:creationId xmlns:a16="http://schemas.microsoft.com/office/drawing/2014/main" id="{F9EFEFCC-A458-904F-8579-FF33250F48AB}"/>
                </a:ext>
              </a:extLst>
            </p:cNvPr>
            <p:cNvSpPr/>
            <p:nvPr/>
          </p:nvSpPr>
          <p:spPr>
            <a:xfrm>
              <a:off x="1632628" y="978827"/>
              <a:ext cx="48563" cy="48518"/>
            </a:xfrm>
            <a:custGeom>
              <a:avLst/>
              <a:gdLst>
                <a:gd name="connsiteX0" fmla="*/ 24282 w 48563"/>
                <a:gd name="connsiteY0" fmla="*/ 48518 h 48518"/>
                <a:gd name="connsiteX1" fmla="*/ 48564 w 48563"/>
                <a:gd name="connsiteY1" fmla="*/ 24259 h 48518"/>
                <a:gd name="connsiteX2" fmla="*/ 24282 w 48563"/>
                <a:gd name="connsiteY2" fmla="*/ 0 h 48518"/>
                <a:gd name="connsiteX3" fmla="*/ 0 w 48563"/>
                <a:gd name="connsiteY3" fmla="*/ 24259 h 48518"/>
                <a:gd name="connsiteX4" fmla="*/ 24282 w 48563"/>
                <a:gd name="connsiteY4" fmla="*/ 48518 h 48518"/>
                <a:gd name="connsiteX5" fmla="*/ 24282 w 48563"/>
                <a:gd name="connsiteY5" fmla="*/ 48518 h 48518"/>
                <a:gd name="connsiteX6" fmla="*/ 24282 w 48563"/>
                <a:gd name="connsiteY6" fmla="*/ 12768 h 48518"/>
                <a:gd name="connsiteX7" fmla="*/ 35784 w 48563"/>
                <a:gd name="connsiteY7" fmla="*/ 24259 h 48518"/>
                <a:gd name="connsiteX8" fmla="*/ 24282 w 48563"/>
                <a:gd name="connsiteY8" fmla="*/ 35750 h 48518"/>
                <a:gd name="connsiteX9" fmla="*/ 12780 w 48563"/>
                <a:gd name="connsiteY9" fmla="*/ 24259 h 48518"/>
                <a:gd name="connsiteX10" fmla="*/ 12780 w 48563"/>
                <a:gd name="connsiteY10" fmla="*/ 24259 h 48518"/>
                <a:gd name="connsiteX11" fmla="*/ 24282 w 48563"/>
                <a:gd name="connsiteY11" fmla="*/ 12768 h 4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563" h="48518">
                  <a:moveTo>
                    <a:pt x="24282" y="48518"/>
                  </a:moveTo>
                  <a:cubicBezTo>
                    <a:pt x="37701" y="48518"/>
                    <a:pt x="48564" y="37666"/>
                    <a:pt x="48564" y="24259"/>
                  </a:cubicBezTo>
                  <a:cubicBezTo>
                    <a:pt x="48564" y="10853"/>
                    <a:pt x="37701" y="0"/>
                    <a:pt x="24282" y="0"/>
                  </a:cubicBezTo>
                  <a:cubicBezTo>
                    <a:pt x="10863" y="0"/>
                    <a:pt x="0" y="10853"/>
                    <a:pt x="0" y="24259"/>
                  </a:cubicBezTo>
                  <a:cubicBezTo>
                    <a:pt x="0" y="37666"/>
                    <a:pt x="10863" y="48518"/>
                    <a:pt x="24282" y="48518"/>
                  </a:cubicBezTo>
                  <a:lnTo>
                    <a:pt x="24282" y="48518"/>
                  </a:lnTo>
                  <a:close/>
                  <a:moveTo>
                    <a:pt x="24282" y="12768"/>
                  </a:moveTo>
                  <a:cubicBezTo>
                    <a:pt x="30672" y="12768"/>
                    <a:pt x="35784" y="17875"/>
                    <a:pt x="35784" y="24259"/>
                  </a:cubicBezTo>
                  <a:cubicBezTo>
                    <a:pt x="35784" y="30643"/>
                    <a:pt x="30672" y="35750"/>
                    <a:pt x="24282" y="35750"/>
                  </a:cubicBezTo>
                  <a:cubicBezTo>
                    <a:pt x="17892" y="35750"/>
                    <a:pt x="12780" y="30643"/>
                    <a:pt x="12780" y="24259"/>
                  </a:cubicBezTo>
                  <a:cubicBezTo>
                    <a:pt x="12780" y="24259"/>
                    <a:pt x="12780" y="24259"/>
                    <a:pt x="12780" y="24259"/>
                  </a:cubicBezTo>
                  <a:cubicBezTo>
                    <a:pt x="12780" y="17875"/>
                    <a:pt x="17892" y="12768"/>
                    <a:pt x="24282" y="12768"/>
                  </a:cubicBezTo>
                  <a:close/>
                </a:path>
              </a:pathLst>
            </a:custGeom>
            <a:solidFill>
              <a:srgbClr val="00A3E0"/>
            </a:solidFill>
            <a:ln w="6390" cap="flat">
              <a:noFill/>
              <a:prstDash val="solid"/>
              <a:miter/>
            </a:ln>
          </p:spPr>
          <p:txBody>
            <a:bodyPr rtlCol="0" anchor="ctr"/>
            <a:lstStyle/>
            <a:p>
              <a:endParaRPr lang="en-US"/>
            </a:p>
          </p:txBody>
        </p:sp>
        <p:sp>
          <p:nvSpPr>
            <p:cNvPr id="294" name="Graphic 4">
              <a:extLst>
                <a:ext uri="{FF2B5EF4-FFF2-40B4-BE49-F238E27FC236}">
                  <a16:creationId xmlns:a16="http://schemas.microsoft.com/office/drawing/2014/main" id="{1CA09091-33FB-1E46-952F-5CC1E8596273}"/>
                </a:ext>
              </a:extLst>
            </p:cNvPr>
            <p:cNvSpPr/>
            <p:nvPr/>
          </p:nvSpPr>
          <p:spPr>
            <a:xfrm>
              <a:off x="1616015" y="1038836"/>
              <a:ext cx="85723" cy="180028"/>
            </a:xfrm>
            <a:custGeom>
              <a:avLst/>
              <a:gdLst>
                <a:gd name="connsiteX0" fmla="*/ 76040 w 85723"/>
                <a:gd name="connsiteY0" fmla="*/ 111720 h 180028"/>
                <a:gd name="connsiteX1" fmla="*/ 46008 w 85723"/>
                <a:gd name="connsiteY1" fmla="*/ 72139 h 180028"/>
                <a:gd name="connsiteX2" fmla="*/ 46008 w 85723"/>
                <a:gd name="connsiteY2" fmla="*/ 6384 h 180028"/>
                <a:gd name="connsiteX3" fmla="*/ 39618 w 85723"/>
                <a:gd name="connsiteY3" fmla="*/ 0 h 180028"/>
                <a:gd name="connsiteX4" fmla="*/ 35784 w 85723"/>
                <a:gd name="connsiteY4" fmla="*/ 1277 h 180028"/>
                <a:gd name="connsiteX5" fmla="*/ 2556 w 85723"/>
                <a:gd name="connsiteY5" fmla="*/ 25536 h 180028"/>
                <a:gd name="connsiteX6" fmla="*/ 0 w 85723"/>
                <a:gd name="connsiteY6" fmla="*/ 30643 h 180028"/>
                <a:gd name="connsiteX7" fmla="*/ 0 w 85723"/>
                <a:gd name="connsiteY7" fmla="*/ 86184 h 180028"/>
                <a:gd name="connsiteX8" fmla="*/ 6390 w 85723"/>
                <a:gd name="connsiteY8" fmla="*/ 92568 h 180028"/>
                <a:gd name="connsiteX9" fmla="*/ 12780 w 85723"/>
                <a:gd name="connsiteY9" fmla="*/ 86184 h 180028"/>
                <a:gd name="connsiteX10" fmla="*/ 12780 w 85723"/>
                <a:gd name="connsiteY10" fmla="*/ 33835 h 180028"/>
                <a:gd name="connsiteX11" fmla="*/ 33228 w 85723"/>
                <a:gd name="connsiteY11" fmla="*/ 18514 h 180028"/>
                <a:gd name="connsiteX12" fmla="*/ 33228 w 85723"/>
                <a:gd name="connsiteY12" fmla="*/ 73416 h 180028"/>
                <a:gd name="connsiteX13" fmla="*/ 34506 w 85723"/>
                <a:gd name="connsiteY13" fmla="*/ 77246 h 180028"/>
                <a:gd name="connsiteX14" fmla="*/ 65177 w 85723"/>
                <a:gd name="connsiteY14" fmla="*/ 117465 h 180028"/>
                <a:gd name="connsiteX15" fmla="*/ 73484 w 85723"/>
                <a:gd name="connsiteY15" fmla="*/ 174283 h 180028"/>
                <a:gd name="connsiteX16" fmla="*/ 79874 w 85723"/>
                <a:gd name="connsiteY16" fmla="*/ 180028 h 180028"/>
                <a:gd name="connsiteX17" fmla="*/ 80513 w 85723"/>
                <a:gd name="connsiteY17" fmla="*/ 180028 h 180028"/>
                <a:gd name="connsiteX18" fmla="*/ 85625 w 85723"/>
                <a:gd name="connsiteY18" fmla="*/ 173006 h 180028"/>
                <a:gd name="connsiteX19" fmla="*/ 77318 w 85723"/>
                <a:gd name="connsiteY19" fmla="*/ 114273 h 180028"/>
                <a:gd name="connsiteX20" fmla="*/ 76040 w 85723"/>
                <a:gd name="connsiteY20" fmla="*/ 111720 h 18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5723" h="180028">
                  <a:moveTo>
                    <a:pt x="76040" y="111720"/>
                  </a:moveTo>
                  <a:lnTo>
                    <a:pt x="46008" y="72139"/>
                  </a:lnTo>
                  <a:lnTo>
                    <a:pt x="46008" y="6384"/>
                  </a:lnTo>
                  <a:cubicBezTo>
                    <a:pt x="46008" y="2554"/>
                    <a:pt x="42813" y="0"/>
                    <a:pt x="39618" y="0"/>
                  </a:cubicBezTo>
                  <a:cubicBezTo>
                    <a:pt x="38340" y="0"/>
                    <a:pt x="37062" y="638"/>
                    <a:pt x="35784" y="1277"/>
                  </a:cubicBezTo>
                  <a:lnTo>
                    <a:pt x="2556" y="25536"/>
                  </a:lnTo>
                  <a:cubicBezTo>
                    <a:pt x="639" y="26813"/>
                    <a:pt x="0" y="28728"/>
                    <a:pt x="0" y="30643"/>
                  </a:cubicBezTo>
                  <a:lnTo>
                    <a:pt x="0" y="86184"/>
                  </a:lnTo>
                  <a:cubicBezTo>
                    <a:pt x="0" y="90014"/>
                    <a:pt x="2556" y="92568"/>
                    <a:pt x="6390" y="92568"/>
                  </a:cubicBezTo>
                  <a:cubicBezTo>
                    <a:pt x="10224" y="92568"/>
                    <a:pt x="12780" y="90014"/>
                    <a:pt x="12780" y="86184"/>
                  </a:cubicBezTo>
                  <a:lnTo>
                    <a:pt x="12780" y="33835"/>
                  </a:lnTo>
                  <a:lnTo>
                    <a:pt x="33228" y="18514"/>
                  </a:lnTo>
                  <a:lnTo>
                    <a:pt x="33228" y="73416"/>
                  </a:lnTo>
                  <a:cubicBezTo>
                    <a:pt x="33228" y="74693"/>
                    <a:pt x="33867" y="75969"/>
                    <a:pt x="34506" y="77246"/>
                  </a:cubicBezTo>
                  <a:lnTo>
                    <a:pt x="65177" y="117465"/>
                  </a:lnTo>
                  <a:lnTo>
                    <a:pt x="73484" y="174283"/>
                  </a:lnTo>
                  <a:cubicBezTo>
                    <a:pt x="74123" y="177475"/>
                    <a:pt x="76679" y="180028"/>
                    <a:pt x="79874" y="180028"/>
                  </a:cubicBezTo>
                  <a:lnTo>
                    <a:pt x="80513" y="180028"/>
                  </a:lnTo>
                  <a:cubicBezTo>
                    <a:pt x="83708" y="179390"/>
                    <a:pt x="86264" y="176198"/>
                    <a:pt x="85625" y="173006"/>
                  </a:cubicBezTo>
                  <a:lnTo>
                    <a:pt x="77318" y="114273"/>
                  </a:lnTo>
                  <a:cubicBezTo>
                    <a:pt x="77318" y="113635"/>
                    <a:pt x="76679" y="112358"/>
                    <a:pt x="76040" y="111720"/>
                  </a:cubicBezTo>
                  <a:close/>
                </a:path>
              </a:pathLst>
            </a:custGeom>
            <a:solidFill>
              <a:srgbClr val="00A3E0"/>
            </a:solidFill>
            <a:ln w="6390" cap="flat">
              <a:noFill/>
              <a:prstDash val="solid"/>
              <a:miter/>
            </a:ln>
          </p:spPr>
          <p:txBody>
            <a:bodyPr rtlCol="0" anchor="ctr"/>
            <a:lstStyle/>
            <a:p>
              <a:endParaRPr lang="en-US"/>
            </a:p>
          </p:txBody>
        </p:sp>
        <p:sp>
          <p:nvSpPr>
            <p:cNvPr id="295" name="Graphic 4">
              <a:extLst>
                <a:ext uri="{FF2B5EF4-FFF2-40B4-BE49-F238E27FC236}">
                  <a16:creationId xmlns:a16="http://schemas.microsoft.com/office/drawing/2014/main" id="{4D5C769D-4304-0D4F-A66B-F93663D0D8B7}"/>
                </a:ext>
              </a:extLst>
            </p:cNvPr>
            <p:cNvSpPr/>
            <p:nvPr/>
          </p:nvSpPr>
          <p:spPr>
            <a:xfrm>
              <a:off x="1601517" y="1148342"/>
              <a:ext cx="53276" cy="71161"/>
            </a:xfrm>
            <a:custGeom>
              <a:avLst/>
              <a:gdLst>
                <a:gd name="connsiteX0" fmla="*/ 40696 w 53276"/>
                <a:gd name="connsiteY0" fmla="*/ 2852 h 71161"/>
                <a:gd name="connsiteX1" fmla="*/ 1078 w 53276"/>
                <a:gd name="connsiteY1" fmla="*/ 60947 h 71161"/>
                <a:gd name="connsiteX2" fmla="*/ 2995 w 53276"/>
                <a:gd name="connsiteY2" fmla="*/ 69884 h 71161"/>
                <a:gd name="connsiteX3" fmla="*/ 6829 w 53276"/>
                <a:gd name="connsiteY3" fmla="*/ 71161 h 71161"/>
                <a:gd name="connsiteX4" fmla="*/ 11941 w 53276"/>
                <a:gd name="connsiteY4" fmla="*/ 68607 h 71161"/>
                <a:gd name="connsiteX5" fmla="*/ 52198 w 53276"/>
                <a:gd name="connsiteY5" fmla="*/ 10513 h 71161"/>
                <a:gd name="connsiteX6" fmla="*/ 50281 w 53276"/>
                <a:gd name="connsiteY6" fmla="*/ 1576 h 71161"/>
                <a:gd name="connsiteX7" fmla="*/ 40696 w 53276"/>
                <a:gd name="connsiteY7" fmla="*/ 2852 h 71161"/>
                <a:gd name="connsiteX8" fmla="*/ 40696 w 53276"/>
                <a:gd name="connsiteY8" fmla="*/ 2852 h 71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276" h="71161">
                  <a:moveTo>
                    <a:pt x="40696" y="2852"/>
                  </a:moveTo>
                  <a:lnTo>
                    <a:pt x="1078" y="60947"/>
                  </a:lnTo>
                  <a:cubicBezTo>
                    <a:pt x="-839" y="64139"/>
                    <a:pt x="-200" y="67969"/>
                    <a:pt x="2995" y="69884"/>
                  </a:cubicBezTo>
                  <a:cubicBezTo>
                    <a:pt x="4273" y="70523"/>
                    <a:pt x="5551" y="71161"/>
                    <a:pt x="6829" y="71161"/>
                  </a:cubicBezTo>
                  <a:cubicBezTo>
                    <a:pt x="8746" y="71161"/>
                    <a:pt x="10663" y="69884"/>
                    <a:pt x="11941" y="68607"/>
                  </a:cubicBezTo>
                  <a:lnTo>
                    <a:pt x="52198" y="10513"/>
                  </a:lnTo>
                  <a:cubicBezTo>
                    <a:pt x="54115" y="7321"/>
                    <a:pt x="53476" y="3491"/>
                    <a:pt x="50281" y="1576"/>
                  </a:cubicBezTo>
                  <a:cubicBezTo>
                    <a:pt x="46447" y="-978"/>
                    <a:pt x="42613" y="-340"/>
                    <a:pt x="40696" y="2852"/>
                  </a:cubicBezTo>
                  <a:lnTo>
                    <a:pt x="40696" y="2852"/>
                  </a:lnTo>
                  <a:close/>
                </a:path>
              </a:pathLst>
            </a:custGeom>
            <a:solidFill>
              <a:srgbClr val="00A3E0"/>
            </a:solidFill>
            <a:ln w="6390" cap="flat">
              <a:noFill/>
              <a:prstDash val="solid"/>
              <a:miter/>
            </a:ln>
          </p:spPr>
          <p:txBody>
            <a:bodyPr rtlCol="0" anchor="ctr"/>
            <a:lstStyle/>
            <a:p>
              <a:endParaRPr lang="en-US"/>
            </a:p>
          </p:txBody>
        </p:sp>
      </p:grpSp>
      <p:grpSp>
        <p:nvGrpSpPr>
          <p:cNvPr id="296" name="Graphic 4">
            <a:extLst>
              <a:ext uri="{FF2B5EF4-FFF2-40B4-BE49-F238E27FC236}">
                <a16:creationId xmlns:a16="http://schemas.microsoft.com/office/drawing/2014/main" id="{21B2198B-61FA-0D48-9960-6F8F4BA60C74}"/>
              </a:ext>
            </a:extLst>
          </p:cNvPr>
          <p:cNvGrpSpPr>
            <a:grpSpLocks noChangeAspect="1"/>
          </p:cNvGrpSpPr>
          <p:nvPr/>
        </p:nvGrpSpPr>
        <p:grpSpPr>
          <a:xfrm>
            <a:off x="1952125" y="2371173"/>
            <a:ext cx="362313" cy="361971"/>
            <a:chOff x="1952125" y="2371173"/>
            <a:chExt cx="362313" cy="361971"/>
          </a:xfrm>
          <a:solidFill>
            <a:srgbClr val="00A3E0"/>
          </a:solidFill>
        </p:grpSpPr>
        <p:sp>
          <p:nvSpPr>
            <p:cNvPr id="297" name="Graphic 4">
              <a:extLst>
                <a:ext uri="{FF2B5EF4-FFF2-40B4-BE49-F238E27FC236}">
                  <a16:creationId xmlns:a16="http://schemas.microsoft.com/office/drawing/2014/main" id="{555F1DDA-4D84-C046-AA8E-382D1201401C}"/>
                </a:ext>
              </a:extLst>
            </p:cNvPr>
            <p:cNvSpPr/>
            <p:nvPr/>
          </p:nvSpPr>
          <p:spPr>
            <a:xfrm>
              <a:off x="2102928" y="2521197"/>
              <a:ext cx="62621" cy="81076"/>
            </a:xfrm>
            <a:custGeom>
              <a:avLst/>
              <a:gdLst>
                <a:gd name="connsiteX0" fmla="*/ 0 w 62621"/>
                <a:gd name="connsiteY0" fmla="*/ 0 h 81076"/>
                <a:gd name="connsiteX1" fmla="*/ 62621 w 62621"/>
                <a:gd name="connsiteY1" fmla="*/ 0 h 81076"/>
                <a:gd name="connsiteX2" fmla="*/ 62621 w 62621"/>
                <a:gd name="connsiteY2" fmla="*/ 81077 h 81076"/>
                <a:gd name="connsiteX3" fmla="*/ 0 w 62621"/>
                <a:gd name="connsiteY3" fmla="*/ 81077 h 81076"/>
              </a:gdLst>
              <a:ahLst/>
              <a:cxnLst>
                <a:cxn ang="0">
                  <a:pos x="connsiteX0" y="connsiteY0"/>
                </a:cxn>
                <a:cxn ang="0">
                  <a:pos x="connsiteX1" y="connsiteY1"/>
                </a:cxn>
                <a:cxn ang="0">
                  <a:pos x="connsiteX2" y="connsiteY2"/>
                </a:cxn>
                <a:cxn ang="0">
                  <a:pos x="connsiteX3" y="connsiteY3"/>
                </a:cxn>
              </a:cxnLst>
              <a:rect l="l" t="t" r="r" b="b"/>
              <a:pathLst>
                <a:path w="62621" h="81076">
                  <a:moveTo>
                    <a:pt x="0" y="0"/>
                  </a:moveTo>
                  <a:lnTo>
                    <a:pt x="62621" y="0"/>
                  </a:lnTo>
                  <a:lnTo>
                    <a:pt x="62621" y="81077"/>
                  </a:lnTo>
                  <a:lnTo>
                    <a:pt x="0" y="81077"/>
                  </a:lnTo>
                  <a:close/>
                </a:path>
              </a:pathLst>
            </a:custGeom>
            <a:solidFill>
              <a:srgbClr val="00A3E0"/>
            </a:solidFill>
            <a:ln w="6390" cap="flat">
              <a:noFill/>
              <a:prstDash val="solid"/>
              <a:miter/>
            </a:ln>
          </p:spPr>
          <p:txBody>
            <a:bodyPr rtlCol="0" anchor="ctr"/>
            <a:lstStyle/>
            <a:p>
              <a:endParaRPr lang="en-US"/>
            </a:p>
          </p:txBody>
        </p:sp>
        <p:sp>
          <p:nvSpPr>
            <p:cNvPr id="298" name="Graphic 4">
              <a:extLst>
                <a:ext uri="{FF2B5EF4-FFF2-40B4-BE49-F238E27FC236}">
                  <a16:creationId xmlns:a16="http://schemas.microsoft.com/office/drawing/2014/main" id="{D21D8FAC-B1C7-6541-AF00-C27C1BEB0C8A}"/>
                </a:ext>
              </a:extLst>
            </p:cNvPr>
            <p:cNvSpPr/>
            <p:nvPr/>
          </p:nvSpPr>
          <p:spPr>
            <a:xfrm>
              <a:off x="2166188" y="2643769"/>
              <a:ext cx="10223" cy="10214"/>
            </a:xfrm>
            <a:custGeom>
              <a:avLst/>
              <a:gdLst>
                <a:gd name="connsiteX0" fmla="*/ 5112 w 10223"/>
                <a:gd name="connsiteY0" fmla="*/ 0 h 10214"/>
                <a:gd name="connsiteX1" fmla="*/ 0 w 10223"/>
                <a:gd name="connsiteY1" fmla="*/ 5107 h 10214"/>
                <a:gd name="connsiteX2" fmla="*/ 5112 w 10223"/>
                <a:gd name="connsiteY2" fmla="*/ 10214 h 10214"/>
                <a:gd name="connsiteX3" fmla="*/ 10224 w 10223"/>
                <a:gd name="connsiteY3" fmla="*/ 5107 h 10214"/>
                <a:gd name="connsiteX4" fmla="*/ 10224 w 10223"/>
                <a:gd name="connsiteY4" fmla="*/ 5107 h 10214"/>
                <a:gd name="connsiteX5" fmla="*/ 5112 w 10223"/>
                <a:gd name="connsiteY5" fmla="*/ 0 h 10214"/>
                <a:gd name="connsiteX6" fmla="*/ 5112 w 10223"/>
                <a:gd name="connsiteY6" fmla="*/ 0 h 1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23" h="10214">
                  <a:moveTo>
                    <a:pt x="5112" y="0"/>
                  </a:moveTo>
                  <a:cubicBezTo>
                    <a:pt x="1917" y="0"/>
                    <a:pt x="0" y="2554"/>
                    <a:pt x="0" y="5107"/>
                  </a:cubicBezTo>
                  <a:cubicBezTo>
                    <a:pt x="0" y="7661"/>
                    <a:pt x="2556" y="10214"/>
                    <a:pt x="5112" y="10214"/>
                  </a:cubicBezTo>
                  <a:cubicBezTo>
                    <a:pt x="7668" y="10214"/>
                    <a:pt x="10224" y="7661"/>
                    <a:pt x="10224" y="5107"/>
                  </a:cubicBezTo>
                  <a:cubicBezTo>
                    <a:pt x="10224" y="5107"/>
                    <a:pt x="10224" y="5107"/>
                    <a:pt x="10224" y="5107"/>
                  </a:cubicBezTo>
                  <a:cubicBezTo>
                    <a:pt x="10224" y="2554"/>
                    <a:pt x="8307" y="0"/>
                    <a:pt x="5112" y="0"/>
                  </a:cubicBezTo>
                  <a:cubicBezTo>
                    <a:pt x="5112" y="0"/>
                    <a:pt x="5112" y="0"/>
                    <a:pt x="5112" y="0"/>
                  </a:cubicBezTo>
                  <a:close/>
                </a:path>
              </a:pathLst>
            </a:custGeom>
            <a:solidFill>
              <a:srgbClr val="00A3E0"/>
            </a:solidFill>
            <a:ln w="6390" cap="flat">
              <a:noFill/>
              <a:prstDash val="solid"/>
              <a:miter/>
            </a:ln>
          </p:spPr>
          <p:txBody>
            <a:bodyPr rtlCol="0" anchor="ctr"/>
            <a:lstStyle/>
            <a:p>
              <a:endParaRPr lang="en-US"/>
            </a:p>
          </p:txBody>
        </p:sp>
        <p:sp>
          <p:nvSpPr>
            <p:cNvPr id="299" name="Graphic 4">
              <a:extLst>
                <a:ext uri="{FF2B5EF4-FFF2-40B4-BE49-F238E27FC236}">
                  <a16:creationId xmlns:a16="http://schemas.microsoft.com/office/drawing/2014/main" id="{43BD64FD-9C19-2E4A-9F87-803E3CCAC019}"/>
                </a:ext>
              </a:extLst>
            </p:cNvPr>
            <p:cNvSpPr/>
            <p:nvPr/>
          </p:nvSpPr>
          <p:spPr>
            <a:xfrm>
              <a:off x="2120820" y="2449696"/>
              <a:ext cx="24920" cy="24897"/>
            </a:xfrm>
            <a:custGeom>
              <a:avLst/>
              <a:gdLst>
                <a:gd name="connsiteX0" fmla="*/ 12780 w 24920"/>
                <a:gd name="connsiteY0" fmla="*/ 24897 h 24897"/>
                <a:gd name="connsiteX1" fmla="*/ 24921 w 24920"/>
                <a:gd name="connsiteY1" fmla="*/ 12130 h 24897"/>
                <a:gd name="connsiteX2" fmla="*/ 12141 w 24920"/>
                <a:gd name="connsiteY2" fmla="*/ 0 h 24897"/>
                <a:gd name="connsiteX3" fmla="*/ 0 w 24920"/>
                <a:gd name="connsiteY3" fmla="*/ 12130 h 24897"/>
                <a:gd name="connsiteX4" fmla="*/ 12780 w 24920"/>
                <a:gd name="connsiteY4" fmla="*/ 24897 h 24897"/>
                <a:gd name="connsiteX5" fmla="*/ 12780 w 24920"/>
                <a:gd name="connsiteY5" fmla="*/ 24897 h 24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920" h="24897">
                  <a:moveTo>
                    <a:pt x="12780" y="24897"/>
                  </a:moveTo>
                  <a:cubicBezTo>
                    <a:pt x="19809" y="24897"/>
                    <a:pt x="24921" y="19152"/>
                    <a:pt x="24921" y="12130"/>
                  </a:cubicBezTo>
                  <a:cubicBezTo>
                    <a:pt x="24921" y="5107"/>
                    <a:pt x="19170" y="0"/>
                    <a:pt x="12141" y="0"/>
                  </a:cubicBezTo>
                  <a:cubicBezTo>
                    <a:pt x="5112" y="0"/>
                    <a:pt x="0" y="5746"/>
                    <a:pt x="0" y="12130"/>
                  </a:cubicBezTo>
                  <a:cubicBezTo>
                    <a:pt x="639" y="19152"/>
                    <a:pt x="5751" y="24897"/>
                    <a:pt x="12780" y="24897"/>
                  </a:cubicBezTo>
                  <a:lnTo>
                    <a:pt x="12780" y="24897"/>
                  </a:lnTo>
                  <a:close/>
                </a:path>
              </a:pathLst>
            </a:custGeom>
            <a:solidFill>
              <a:srgbClr val="00A3E0"/>
            </a:solidFill>
            <a:ln w="6390" cap="flat">
              <a:noFill/>
              <a:prstDash val="solid"/>
              <a:miter/>
            </a:ln>
          </p:spPr>
          <p:txBody>
            <a:bodyPr rtlCol="0" anchor="ctr"/>
            <a:lstStyle/>
            <a:p>
              <a:endParaRPr lang="en-US"/>
            </a:p>
          </p:txBody>
        </p:sp>
        <p:sp>
          <p:nvSpPr>
            <p:cNvPr id="300" name="Graphic 4">
              <a:extLst>
                <a:ext uri="{FF2B5EF4-FFF2-40B4-BE49-F238E27FC236}">
                  <a16:creationId xmlns:a16="http://schemas.microsoft.com/office/drawing/2014/main" id="{DE192075-694B-164B-8D5C-A598FEF1A74E}"/>
                </a:ext>
              </a:extLst>
            </p:cNvPr>
            <p:cNvSpPr/>
            <p:nvPr/>
          </p:nvSpPr>
          <p:spPr>
            <a:xfrm>
              <a:off x="2097177" y="2643769"/>
              <a:ext cx="10223" cy="10214"/>
            </a:xfrm>
            <a:custGeom>
              <a:avLst/>
              <a:gdLst>
                <a:gd name="connsiteX0" fmla="*/ 0 w 10223"/>
                <a:gd name="connsiteY0" fmla="*/ 5107 h 10214"/>
                <a:gd name="connsiteX1" fmla="*/ 5112 w 10223"/>
                <a:gd name="connsiteY1" fmla="*/ 10214 h 10214"/>
                <a:gd name="connsiteX2" fmla="*/ 10224 w 10223"/>
                <a:gd name="connsiteY2" fmla="*/ 5107 h 10214"/>
                <a:gd name="connsiteX3" fmla="*/ 5112 w 10223"/>
                <a:gd name="connsiteY3" fmla="*/ 0 h 10214"/>
                <a:gd name="connsiteX4" fmla="*/ 5112 w 10223"/>
                <a:gd name="connsiteY4" fmla="*/ 0 h 10214"/>
                <a:gd name="connsiteX5" fmla="*/ 0 w 10223"/>
                <a:gd name="connsiteY5" fmla="*/ 5107 h 1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23" h="10214">
                  <a:moveTo>
                    <a:pt x="0" y="5107"/>
                  </a:moveTo>
                  <a:cubicBezTo>
                    <a:pt x="0" y="8299"/>
                    <a:pt x="2556" y="10214"/>
                    <a:pt x="5112" y="10214"/>
                  </a:cubicBezTo>
                  <a:cubicBezTo>
                    <a:pt x="7668" y="10214"/>
                    <a:pt x="10224" y="7661"/>
                    <a:pt x="10224" y="5107"/>
                  </a:cubicBezTo>
                  <a:cubicBezTo>
                    <a:pt x="10224" y="2554"/>
                    <a:pt x="7668" y="0"/>
                    <a:pt x="5112" y="0"/>
                  </a:cubicBezTo>
                  <a:cubicBezTo>
                    <a:pt x="5112" y="0"/>
                    <a:pt x="5112" y="0"/>
                    <a:pt x="5112" y="0"/>
                  </a:cubicBezTo>
                  <a:cubicBezTo>
                    <a:pt x="2556" y="0"/>
                    <a:pt x="639" y="2554"/>
                    <a:pt x="0" y="5107"/>
                  </a:cubicBezTo>
                  <a:close/>
                </a:path>
              </a:pathLst>
            </a:custGeom>
            <a:solidFill>
              <a:srgbClr val="00A3E0"/>
            </a:solidFill>
            <a:ln w="6390" cap="flat">
              <a:noFill/>
              <a:prstDash val="solid"/>
              <a:miter/>
            </a:ln>
          </p:spPr>
          <p:txBody>
            <a:bodyPr rtlCol="0" anchor="ctr"/>
            <a:lstStyle/>
            <a:p>
              <a:endParaRPr lang="en-US"/>
            </a:p>
          </p:txBody>
        </p:sp>
        <p:sp>
          <p:nvSpPr>
            <p:cNvPr id="301" name="Graphic 4">
              <a:extLst>
                <a:ext uri="{FF2B5EF4-FFF2-40B4-BE49-F238E27FC236}">
                  <a16:creationId xmlns:a16="http://schemas.microsoft.com/office/drawing/2014/main" id="{14945025-1613-8A49-B914-F84BEC6D5511}"/>
                </a:ext>
              </a:extLst>
            </p:cNvPr>
            <p:cNvSpPr/>
            <p:nvPr/>
          </p:nvSpPr>
          <p:spPr>
            <a:xfrm>
              <a:off x="1952125" y="237117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65755 h 361971"/>
                <a:gd name="connsiteX7" fmla="*/ 206395 w 362313"/>
                <a:gd name="connsiteY7" fmla="*/ 91291 h 361971"/>
                <a:gd name="connsiteX8" fmla="*/ 180835 w 362313"/>
                <a:gd name="connsiteY8" fmla="*/ 116189 h 361971"/>
                <a:gd name="connsiteX9" fmla="*/ 155914 w 362313"/>
                <a:gd name="connsiteY9" fmla="*/ 91291 h 361971"/>
                <a:gd name="connsiteX10" fmla="*/ 181474 w 362313"/>
                <a:gd name="connsiteY10" fmla="*/ 65755 h 361971"/>
                <a:gd name="connsiteX11" fmla="*/ 181474 w 362313"/>
                <a:gd name="connsiteY11" fmla="*/ 65755 h 361971"/>
                <a:gd name="connsiteX12" fmla="*/ 138662 w 362313"/>
                <a:gd name="connsiteY12" fmla="*/ 143640 h 361971"/>
                <a:gd name="connsiteX13" fmla="*/ 145052 w 362313"/>
                <a:gd name="connsiteY13" fmla="*/ 137256 h 361971"/>
                <a:gd name="connsiteX14" fmla="*/ 220453 w 362313"/>
                <a:gd name="connsiteY14" fmla="*/ 137256 h 361971"/>
                <a:gd name="connsiteX15" fmla="*/ 226843 w 362313"/>
                <a:gd name="connsiteY15" fmla="*/ 143640 h 361971"/>
                <a:gd name="connsiteX16" fmla="*/ 226843 w 362313"/>
                <a:gd name="connsiteY16" fmla="*/ 237484 h 361971"/>
                <a:gd name="connsiteX17" fmla="*/ 220453 w 362313"/>
                <a:gd name="connsiteY17" fmla="*/ 243868 h 361971"/>
                <a:gd name="connsiteX18" fmla="*/ 145052 w 362313"/>
                <a:gd name="connsiteY18" fmla="*/ 243868 h 361971"/>
                <a:gd name="connsiteX19" fmla="*/ 138662 w 362313"/>
                <a:gd name="connsiteY19" fmla="*/ 237484 h 361971"/>
                <a:gd name="connsiteX20" fmla="*/ 138662 w 362313"/>
                <a:gd name="connsiteY20" fmla="*/ 143640 h 361971"/>
                <a:gd name="connsiteX21" fmla="*/ 111824 w 362313"/>
                <a:gd name="connsiteY21" fmla="*/ 237484 h 361971"/>
                <a:gd name="connsiteX22" fmla="*/ 105434 w 362313"/>
                <a:gd name="connsiteY22" fmla="*/ 242591 h 361971"/>
                <a:gd name="connsiteX23" fmla="*/ 104156 w 362313"/>
                <a:gd name="connsiteY23" fmla="*/ 242591 h 361971"/>
                <a:gd name="connsiteX24" fmla="*/ 99044 w 362313"/>
                <a:gd name="connsiteY24" fmla="*/ 234931 h 361971"/>
                <a:gd name="connsiteX25" fmla="*/ 99044 w 362313"/>
                <a:gd name="connsiteY25" fmla="*/ 234931 h 361971"/>
                <a:gd name="connsiteX26" fmla="*/ 115658 w 362313"/>
                <a:gd name="connsiteY26" fmla="*/ 143001 h 361971"/>
                <a:gd name="connsiteX27" fmla="*/ 123326 w 362313"/>
                <a:gd name="connsiteY27" fmla="*/ 137894 h 361971"/>
                <a:gd name="connsiteX28" fmla="*/ 128438 w 362313"/>
                <a:gd name="connsiteY28" fmla="*/ 145555 h 361971"/>
                <a:gd name="connsiteX29" fmla="*/ 111824 w 362313"/>
                <a:gd name="connsiteY29" fmla="*/ 237484 h 361971"/>
                <a:gd name="connsiteX30" fmla="*/ 237067 w 362313"/>
                <a:gd name="connsiteY30" fmla="*/ 278342 h 361971"/>
                <a:gd name="connsiteX31" fmla="*/ 219814 w 362313"/>
                <a:gd name="connsiteY31" fmla="*/ 297494 h 361971"/>
                <a:gd name="connsiteX32" fmla="*/ 200644 w 362313"/>
                <a:gd name="connsiteY32" fmla="*/ 280257 h 361971"/>
                <a:gd name="connsiteX33" fmla="*/ 200644 w 362313"/>
                <a:gd name="connsiteY33" fmla="*/ 278342 h 361971"/>
                <a:gd name="connsiteX34" fmla="*/ 201283 w 362313"/>
                <a:gd name="connsiteY34" fmla="*/ 273235 h 361971"/>
                <a:gd name="connsiteX35" fmla="*/ 166777 w 362313"/>
                <a:gd name="connsiteY35" fmla="*/ 273235 h 361971"/>
                <a:gd name="connsiteX36" fmla="*/ 167416 w 362313"/>
                <a:gd name="connsiteY36" fmla="*/ 278342 h 361971"/>
                <a:gd name="connsiteX37" fmla="*/ 150164 w 362313"/>
                <a:gd name="connsiteY37" fmla="*/ 297494 h 361971"/>
                <a:gd name="connsiteX38" fmla="*/ 130994 w 362313"/>
                <a:gd name="connsiteY38" fmla="*/ 280257 h 361971"/>
                <a:gd name="connsiteX39" fmla="*/ 130994 w 362313"/>
                <a:gd name="connsiteY39" fmla="*/ 278342 h 361971"/>
                <a:gd name="connsiteX40" fmla="*/ 132272 w 362313"/>
                <a:gd name="connsiteY40" fmla="*/ 271958 h 361971"/>
                <a:gd name="connsiteX41" fmla="*/ 130355 w 362313"/>
                <a:gd name="connsiteY41" fmla="*/ 263020 h 361971"/>
                <a:gd name="connsiteX42" fmla="*/ 135467 w 362313"/>
                <a:gd name="connsiteY42" fmla="*/ 260467 h 361971"/>
                <a:gd name="connsiteX43" fmla="*/ 230677 w 362313"/>
                <a:gd name="connsiteY43" fmla="*/ 260467 h 361971"/>
                <a:gd name="connsiteX44" fmla="*/ 237067 w 362313"/>
                <a:gd name="connsiteY44" fmla="*/ 266851 h 361971"/>
                <a:gd name="connsiteX45" fmla="*/ 234511 w 362313"/>
                <a:gd name="connsiteY45" fmla="*/ 271958 h 361971"/>
                <a:gd name="connsiteX46" fmla="*/ 237067 w 362313"/>
                <a:gd name="connsiteY46" fmla="*/ 278342 h 361971"/>
                <a:gd name="connsiteX47" fmla="*/ 237067 w 362313"/>
                <a:gd name="connsiteY47" fmla="*/ 278342 h 361971"/>
                <a:gd name="connsiteX48" fmla="*/ 258792 w 362313"/>
                <a:gd name="connsiteY48" fmla="*/ 242591 h 361971"/>
                <a:gd name="connsiteX49" fmla="*/ 257514 w 362313"/>
                <a:gd name="connsiteY49" fmla="*/ 242591 h 361971"/>
                <a:gd name="connsiteX50" fmla="*/ 251124 w 362313"/>
                <a:gd name="connsiteY50" fmla="*/ 237484 h 361971"/>
                <a:gd name="connsiteX51" fmla="*/ 234511 w 362313"/>
                <a:gd name="connsiteY51" fmla="*/ 145555 h 361971"/>
                <a:gd name="connsiteX52" fmla="*/ 239623 w 362313"/>
                <a:gd name="connsiteY52" fmla="*/ 137894 h 361971"/>
                <a:gd name="connsiteX53" fmla="*/ 247291 w 362313"/>
                <a:gd name="connsiteY53" fmla="*/ 143001 h 361971"/>
                <a:gd name="connsiteX54" fmla="*/ 263904 w 362313"/>
                <a:gd name="connsiteY54" fmla="*/ 234931 h 361971"/>
                <a:gd name="connsiteX55" fmla="*/ 258792 w 362313"/>
                <a:gd name="connsiteY55" fmla="*/ 242591 h 361971"/>
                <a:gd name="connsiteX56" fmla="*/ 258792 w 362313"/>
                <a:gd name="connsiteY56" fmla="*/ 24259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181474" y="65755"/>
                  </a:moveTo>
                  <a:cubicBezTo>
                    <a:pt x="195532" y="65755"/>
                    <a:pt x="206395" y="77246"/>
                    <a:pt x="206395" y="91291"/>
                  </a:cubicBezTo>
                  <a:cubicBezTo>
                    <a:pt x="206395" y="105336"/>
                    <a:pt x="194893" y="116189"/>
                    <a:pt x="180835" y="116189"/>
                  </a:cubicBezTo>
                  <a:cubicBezTo>
                    <a:pt x="166777" y="116189"/>
                    <a:pt x="155914" y="104697"/>
                    <a:pt x="155914" y="91291"/>
                  </a:cubicBezTo>
                  <a:cubicBezTo>
                    <a:pt x="156553" y="77246"/>
                    <a:pt x="168055" y="66394"/>
                    <a:pt x="181474" y="65755"/>
                  </a:cubicBezTo>
                  <a:lnTo>
                    <a:pt x="181474" y="65755"/>
                  </a:lnTo>
                  <a:close/>
                  <a:moveTo>
                    <a:pt x="138662" y="143640"/>
                  </a:moveTo>
                  <a:cubicBezTo>
                    <a:pt x="138662" y="139809"/>
                    <a:pt x="141218" y="137256"/>
                    <a:pt x="145052" y="137256"/>
                  </a:cubicBezTo>
                  <a:lnTo>
                    <a:pt x="220453" y="137256"/>
                  </a:lnTo>
                  <a:cubicBezTo>
                    <a:pt x="224287" y="137256"/>
                    <a:pt x="226843" y="139809"/>
                    <a:pt x="226843" y="143640"/>
                  </a:cubicBezTo>
                  <a:lnTo>
                    <a:pt x="226843" y="237484"/>
                  </a:lnTo>
                  <a:cubicBezTo>
                    <a:pt x="226843" y="241315"/>
                    <a:pt x="224287" y="243868"/>
                    <a:pt x="220453" y="243868"/>
                  </a:cubicBezTo>
                  <a:lnTo>
                    <a:pt x="145052" y="243868"/>
                  </a:lnTo>
                  <a:cubicBezTo>
                    <a:pt x="141218" y="243868"/>
                    <a:pt x="138662" y="241315"/>
                    <a:pt x="138662" y="237484"/>
                  </a:cubicBezTo>
                  <a:lnTo>
                    <a:pt x="138662" y="143640"/>
                  </a:lnTo>
                  <a:close/>
                  <a:moveTo>
                    <a:pt x="111824" y="237484"/>
                  </a:moveTo>
                  <a:cubicBezTo>
                    <a:pt x="111185" y="240676"/>
                    <a:pt x="108629" y="242591"/>
                    <a:pt x="105434" y="242591"/>
                  </a:cubicBezTo>
                  <a:lnTo>
                    <a:pt x="104156" y="242591"/>
                  </a:lnTo>
                  <a:cubicBezTo>
                    <a:pt x="100961" y="241953"/>
                    <a:pt x="98405" y="238761"/>
                    <a:pt x="99044" y="234931"/>
                  </a:cubicBezTo>
                  <a:cubicBezTo>
                    <a:pt x="99044" y="234931"/>
                    <a:pt x="99044" y="234931"/>
                    <a:pt x="99044" y="234931"/>
                  </a:cubicBezTo>
                  <a:lnTo>
                    <a:pt x="115658" y="143001"/>
                  </a:lnTo>
                  <a:cubicBezTo>
                    <a:pt x="116297" y="139171"/>
                    <a:pt x="119492" y="137256"/>
                    <a:pt x="123326" y="137894"/>
                  </a:cubicBezTo>
                  <a:cubicBezTo>
                    <a:pt x="127160" y="138533"/>
                    <a:pt x="129077" y="141724"/>
                    <a:pt x="128438" y="145555"/>
                  </a:cubicBezTo>
                  <a:lnTo>
                    <a:pt x="111824" y="237484"/>
                  </a:lnTo>
                  <a:close/>
                  <a:moveTo>
                    <a:pt x="237067" y="278342"/>
                  </a:moveTo>
                  <a:cubicBezTo>
                    <a:pt x="237706" y="288556"/>
                    <a:pt x="230038" y="296855"/>
                    <a:pt x="219814" y="297494"/>
                  </a:cubicBezTo>
                  <a:cubicBezTo>
                    <a:pt x="209590" y="298132"/>
                    <a:pt x="201283" y="290471"/>
                    <a:pt x="200644" y="280257"/>
                  </a:cubicBezTo>
                  <a:cubicBezTo>
                    <a:pt x="200644" y="279619"/>
                    <a:pt x="200644" y="278980"/>
                    <a:pt x="200644" y="278342"/>
                  </a:cubicBezTo>
                  <a:cubicBezTo>
                    <a:pt x="200644" y="276427"/>
                    <a:pt x="200644" y="274511"/>
                    <a:pt x="201283" y="273235"/>
                  </a:cubicBezTo>
                  <a:lnTo>
                    <a:pt x="166777" y="273235"/>
                  </a:lnTo>
                  <a:cubicBezTo>
                    <a:pt x="167416" y="275150"/>
                    <a:pt x="167416" y="276427"/>
                    <a:pt x="167416" y="278342"/>
                  </a:cubicBezTo>
                  <a:cubicBezTo>
                    <a:pt x="168055" y="288556"/>
                    <a:pt x="160387" y="296855"/>
                    <a:pt x="150164" y="297494"/>
                  </a:cubicBezTo>
                  <a:cubicBezTo>
                    <a:pt x="139940" y="298132"/>
                    <a:pt x="131633" y="290471"/>
                    <a:pt x="130994" y="280257"/>
                  </a:cubicBezTo>
                  <a:cubicBezTo>
                    <a:pt x="130994" y="279619"/>
                    <a:pt x="130994" y="278980"/>
                    <a:pt x="130994" y="278342"/>
                  </a:cubicBezTo>
                  <a:cubicBezTo>
                    <a:pt x="130994" y="276427"/>
                    <a:pt x="131633" y="273873"/>
                    <a:pt x="132272" y="271958"/>
                  </a:cubicBezTo>
                  <a:cubicBezTo>
                    <a:pt x="129077" y="270043"/>
                    <a:pt x="128438" y="266212"/>
                    <a:pt x="130355" y="263020"/>
                  </a:cubicBezTo>
                  <a:cubicBezTo>
                    <a:pt x="131633" y="261105"/>
                    <a:pt x="133550" y="260467"/>
                    <a:pt x="135467" y="260467"/>
                  </a:cubicBezTo>
                  <a:lnTo>
                    <a:pt x="230677" y="260467"/>
                  </a:lnTo>
                  <a:cubicBezTo>
                    <a:pt x="234511" y="260467"/>
                    <a:pt x="237067" y="263020"/>
                    <a:pt x="237067" y="266851"/>
                  </a:cubicBezTo>
                  <a:cubicBezTo>
                    <a:pt x="237067" y="268766"/>
                    <a:pt x="235789" y="270681"/>
                    <a:pt x="234511" y="271958"/>
                  </a:cubicBezTo>
                  <a:cubicBezTo>
                    <a:pt x="237067" y="273235"/>
                    <a:pt x="237067" y="275788"/>
                    <a:pt x="237067" y="278342"/>
                  </a:cubicBezTo>
                  <a:lnTo>
                    <a:pt x="237067" y="278342"/>
                  </a:lnTo>
                  <a:close/>
                  <a:moveTo>
                    <a:pt x="258792" y="242591"/>
                  </a:moveTo>
                  <a:lnTo>
                    <a:pt x="257514" y="242591"/>
                  </a:lnTo>
                  <a:cubicBezTo>
                    <a:pt x="254319" y="242591"/>
                    <a:pt x="251763" y="240676"/>
                    <a:pt x="251124" y="237484"/>
                  </a:cubicBezTo>
                  <a:lnTo>
                    <a:pt x="234511" y="145555"/>
                  </a:lnTo>
                  <a:cubicBezTo>
                    <a:pt x="233872" y="141724"/>
                    <a:pt x="236428" y="138533"/>
                    <a:pt x="239623" y="137894"/>
                  </a:cubicBezTo>
                  <a:cubicBezTo>
                    <a:pt x="243457" y="137256"/>
                    <a:pt x="246652" y="139809"/>
                    <a:pt x="247291" y="143001"/>
                  </a:cubicBezTo>
                  <a:lnTo>
                    <a:pt x="263904" y="234931"/>
                  </a:lnTo>
                  <a:cubicBezTo>
                    <a:pt x="264543" y="238761"/>
                    <a:pt x="261987" y="241953"/>
                    <a:pt x="258792" y="242591"/>
                  </a:cubicBezTo>
                  <a:lnTo>
                    <a:pt x="258792" y="242591"/>
                  </a:lnTo>
                  <a:close/>
                </a:path>
              </a:pathLst>
            </a:custGeom>
            <a:solidFill>
              <a:srgbClr val="00A3E0"/>
            </a:solidFill>
            <a:ln w="6390" cap="flat">
              <a:noFill/>
              <a:prstDash val="solid"/>
              <a:miter/>
            </a:ln>
          </p:spPr>
          <p:txBody>
            <a:bodyPr rtlCol="0" anchor="ctr"/>
            <a:lstStyle/>
            <a:p>
              <a:endParaRPr lang="en-US"/>
            </a:p>
          </p:txBody>
        </p:sp>
      </p:grpSp>
      <p:grpSp>
        <p:nvGrpSpPr>
          <p:cNvPr id="302" name="Graphic 4">
            <a:extLst>
              <a:ext uri="{FF2B5EF4-FFF2-40B4-BE49-F238E27FC236}">
                <a16:creationId xmlns:a16="http://schemas.microsoft.com/office/drawing/2014/main" id="{5869F37E-BFC2-7043-91F6-1CDBE96946E4}"/>
              </a:ext>
            </a:extLst>
          </p:cNvPr>
          <p:cNvGrpSpPr>
            <a:grpSpLocks noChangeAspect="1"/>
          </p:cNvGrpSpPr>
          <p:nvPr/>
        </p:nvGrpSpPr>
        <p:grpSpPr>
          <a:xfrm>
            <a:off x="1952125" y="2855717"/>
            <a:ext cx="362313" cy="361971"/>
            <a:chOff x="1952125" y="2855717"/>
            <a:chExt cx="362313" cy="361971"/>
          </a:xfrm>
          <a:solidFill>
            <a:srgbClr val="00A3E0"/>
          </a:solidFill>
        </p:grpSpPr>
        <p:sp>
          <p:nvSpPr>
            <p:cNvPr id="303" name="Graphic 4">
              <a:extLst>
                <a:ext uri="{FF2B5EF4-FFF2-40B4-BE49-F238E27FC236}">
                  <a16:creationId xmlns:a16="http://schemas.microsoft.com/office/drawing/2014/main" id="{0B7C22D7-A794-FC4A-9D23-F2791E3360DD}"/>
                </a:ext>
              </a:extLst>
            </p:cNvPr>
            <p:cNvSpPr/>
            <p:nvPr/>
          </p:nvSpPr>
          <p:spPr>
            <a:xfrm>
              <a:off x="1952125" y="285571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52403 w 362313"/>
                <a:gd name="connsiteY6" fmla="*/ 196627 h 361971"/>
                <a:gd name="connsiteX7" fmla="*/ 244096 w 362313"/>
                <a:gd name="connsiteY7" fmla="*/ 217055 h 361971"/>
                <a:gd name="connsiteX8" fmla="*/ 244096 w 362313"/>
                <a:gd name="connsiteY8" fmla="*/ 291109 h 361971"/>
                <a:gd name="connsiteX9" fmla="*/ 237706 w 362313"/>
                <a:gd name="connsiteY9" fmla="*/ 297493 h 361971"/>
                <a:gd name="connsiteX10" fmla="*/ 157192 w 362313"/>
                <a:gd name="connsiteY10" fmla="*/ 297493 h 361971"/>
                <a:gd name="connsiteX11" fmla="*/ 150803 w 362313"/>
                <a:gd name="connsiteY11" fmla="*/ 291109 h 361971"/>
                <a:gd name="connsiteX12" fmla="*/ 150803 w 362313"/>
                <a:gd name="connsiteY12" fmla="*/ 245783 h 361971"/>
                <a:gd name="connsiteX13" fmla="*/ 133550 w 362313"/>
                <a:gd name="connsiteY13" fmla="*/ 245145 h 361971"/>
                <a:gd name="connsiteX14" fmla="*/ 115658 w 362313"/>
                <a:gd name="connsiteY14" fmla="*/ 236846 h 361971"/>
                <a:gd name="connsiteX15" fmla="*/ 110546 w 362313"/>
                <a:gd name="connsiteY15" fmla="*/ 221524 h 361971"/>
                <a:gd name="connsiteX16" fmla="*/ 110546 w 362313"/>
                <a:gd name="connsiteY16" fmla="*/ 201734 h 361971"/>
                <a:gd name="connsiteX17" fmla="*/ 103517 w 362313"/>
                <a:gd name="connsiteY17" fmla="*/ 201095 h 361971"/>
                <a:gd name="connsiteX18" fmla="*/ 93293 w 362313"/>
                <a:gd name="connsiteY18" fmla="*/ 195350 h 361971"/>
                <a:gd name="connsiteX19" fmla="*/ 92015 w 362313"/>
                <a:gd name="connsiteY19" fmla="*/ 182582 h 361971"/>
                <a:gd name="connsiteX20" fmla="*/ 92015 w 362313"/>
                <a:gd name="connsiteY20" fmla="*/ 181944 h 361971"/>
                <a:gd name="connsiteX21" fmla="*/ 107990 w 362313"/>
                <a:gd name="connsiteY21" fmla="*/ 148108 h 361971"/>
                <a:gd name="connsiteX22" fmla="*/ 110546 w 362313"/>
                <a:gd name="connsiteY22" fmla="*/ 137256 h 361971"/>
                <a:gd name="connsiteX23" fmla="*/ 111185 w 362313"/>
                <a:gd name="connsiteY23" fmla="*/ 131510 h 361971"/>
                <a:gd name="connsiteX24" fmla="*/ 167416 w 362313"/>
                <a:gd name="connsiteY24" fmla="*/ 67032 h 361971"/>
                <a:gd name="connsiteX25" fmla="*/ 268377 w 362313"/>
                <a:gd name="connsiteY25" fmla="*/ 119380 h 361971"/>
                <a:gd name="connsiteX26" fmla="*/ 269016 w 362313"/>
                <a:gd name="connsiteY26" fmla="*/ 121296 h 361971"/>
                <a:gd name="connsiteX27" fmla="*/ 252403 w 362313"/>
                <a:gd name="connsiteY27" fmla="*/ 19662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2313"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6"/>
                    <a:pt x="281796" y="0"/>
                    <a:pt x="181474" y="0"/>
                  </a:cubicBezTo>
                  <a:close/>
                  <a:moveTo>
                    <a:pt x="252403" y="196627"/>
                  </a:moveTo>
                  <a:cubicBezTo>
                    <a:pt x="248569" y="203011"/>
                    <a:pt x="245374" y="210033"/>
                    <a:pt x="244096" y="217055"/>
                  </a:cubicBezTo>
                  <a:lnTo>
                    <a:pt x="244096" y="291109"/>
                  </a:lnTo>
                  <a:cubicBezTo>
                    <a:pt x="244096" y="294940"/>
                    <a:pt x="241540" y="297493"/>
                    <a:pt x="237706" y="297493"/>
                  </a:cubicBezTo>
                  <a:lnTo>
                    <a:pt x="157192" y="297493"/>
                  </a:lnTo>
                  <a:cubicBezTo>
                    <a:pt x="153358" y="297493"/>
                    <a:pt x="150803" y="294940"/>
                    <a:pt x="150803" y="291109"/>
                  </a:cubicBezTo>
                  <a:lnTo>
                    <a:pt x="150803" y="245783"/>
                  </a:lnTo>
                  <a:cubicBezTo>
                    <a:pt x="146969" y="245783"/>
                    <a:pt x="141857" y="245145"/>
                    <a:pt x="133550" y="245145"/>
                  </a:cubicBezTo>
                  <a:cubicBezTo>
                    <a:pt x="126521" y="245145"/>
                    <a:pt x="120131" y="241953"/>
                    <a:pt x="115658" y="236846"/>
                  </a:cubicBezTo>
                  <a:cubicBezTo>
                    <a:pt x="112463" y="232377"/>
                    <a:pt x="110546" y="227270"/>
                    <a:pt x="110546" y="221524"/>
                  </a:cubicBezTo>
                  <a:lnTo>
                    <a:pt x="110546" y="201734"/>
                  </a:lnTo>
                  <a:cubicBezTo>
                    <a:pt x="108629" y="201734"/>
                    <a:pt x="106073" y="201734"/>
                    <a:pt x="103517" y="201095"/>
                  </a:cubicBezTo>
                  <a:cubicBezTo>
                    <a:pt x="99683" y="201095"/>
                    <a:pt x="95849" y="199180"/>
                    <a:pt x="93293" y="195350"/>
                  </a:cubicBezTo>
                  <a:cubicBezTo>
                    <a:pt x="90737" y="191519"/>
                    <a:pt x="90737" y="187051"/>
                    <a:pt x="92015" y="182582"/>
                  </a:cubicBezTo>
                  <a:cubicBezTo>
                    <a:pt x="92015" y="182582"/>
                    <a:pt x="92015" y="181944"/>
                    <a:pt x="92015" y="181944"/>
                  </a:cubicBezTo>
                  <a:cubicBezTo>
                    <a:pt x="92654" y="180667"/>
                    <a:pt x="104156" y="155131"/>
                    <a:pt x="107990" y="148108"/>
                  </a:cubicBezTo>
                  <a:cubicBezTo>
                    <a:pt x="109907" y="144916"/>
                    <a:pt x="110546" y="141086"/>
                    <a:pt x="110546" y="137256"/>
                  </a:cubicBezTo>
                  <a:cubicBezTo>
                    <a:pt x="110546" y="135340"/>
                    <a:pt x="110546" y="134064"/>
                    <a:pt x="111185" y="131510"/>
                  </a:cubicBezTo>
                  <a:cubicBezTo>
                    <a:pt x="114380" y="103420"/>
                    <a:pt x="136745" y="77884"/>
                    <a:pt x="167416" y="67032"/>
                  </a:cubicBezTo>
                  <a:cubicBezTo>
                    <a:pt x="209590" y="53625"/>
                    <a:pt x="254958" y="77246"/>
                    <a:pt x="268377" y="119380"/>
                  </a:cubicBezTo>
                  <a:cubicBezTo>
                    <a:pt x="268377" y="120019"/>
                    <a:pt x="269016" y="120657"/>
                    <a:pt x="269016" y="121296"/>
                  </a:cubicBezTo>
                  <a:cubicBezTo>
                    <a:pt x="275406" y="148108"/>
                    <a:pt x="269655" y="175560"/>
                    <a:pt x="252403" y="196627"/>
                  </a:cubicBezTo>
                  <a:close/>
                </a:path>
              </a:pathLst>
            </a:custGeom>
            <a:solidFill>
              <a:srgbClr val="00A3E0"/>
            </a:solidFill>
            <a:ln w="6390" cap="flat">
              <a:noFill/>
              <a:prstDash val="solid"/>
              <a:miter/>
            </a:ln>
          </p:spPr>
          <p:txBody>
            <a:bodyPr rtlCol="0" anchor="ctr"/>
            <a:lstStyle/>
            <a:p>
              <a:endParaRPr lang="en-US"/>
            </a:p>
          </p:txBody>
        </p:sp>
        <p:sp>
          <p:nvSpPr>
            <p:cNvPr id="304" name="Graphic 4">
              <a:extLst>
                <a:ext uri="{FF2B5EF4-FFF2-40B4-BE49-F238E27FC236}">
                  <a16:creationId xmlns:a16="http://schemas.microsoft.com/office/drawing/2014/main" id="{F64D17D3-328F-E647-B065-2E5290FE0094}"/>
                </a:ext>
              </a:extLst>
            </p:cNvPr>
            <p:cNvSpPr/>
            <p:nvPr/>
          </p:nvSpPr>
          <p:spPr>
            <a:xfrm>
              <a:off x="2139989" y="2997442"/>
              <a:ext cx="7668" cy="7660"/>
            </a:xfrm>
            <a:custGeom>
              <a:avLst/>
              <a:gdLst>
                <a:gd name="connsiteX0" fmla="*/ 3834 w 7668"/>
                <a:gd name="connsiteY0" fmla="*/ 7661 h 7660"/>
                <a:gd name="connsiteX1" fmla="*/ 7668 w 7668"/>
                <a:gd name="connsiteY1" fmla="*/ 3830 h 7660"/>
                <a:gd name="connsiteX2" fmla="*/ 3834 w 7668"/>
                <a:gd name="connsiteY2" fmla="*/ 0 h 7660"/>
                <a:gd name="connsiteX3" fmla="*/ 0 w 7668"/>
                <a:gd name="connsiteY3" fmla="*/ 3830 h 7660"/>
                <a:gd name="connsiteX4" fmla="*/ 0 w 7668"/>
                <a:gd name="connsiteY4" fmla="*/ 3830 h 7660"/>
                <a:gd name="connsiteX5" fmla="*/ 3834 w 7668"/>
                <a:gd name="connsiteY5" fmla="*/ 7661 h 7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68" h="7660">
                  <a:moveTo>
                    <a:pt x="3834" y="7661"/>
                  </a:moveTo>
                  <a:cubicBezTo>
                    <a:pt x="6390" y="7661"/>
                    <a:pt x="7668" y="5746"/>
                    <a:pt x="7668" y="3830"/>
                  </a:cubicBezTo>
                  <a:cubicBezTo>
                    <a:pt x="7668" y="1277"/>
                    <a:pt x="5751" y="0"/>
                    <a:pt x="3834" y="0"/>
                  </a:cubicBezTo>
                  <a:cubicBezTo>
                    <a:pt x="1278" y="0"/>
                    <a:pt x="0" y="1915"/>
                    <a:pt x="0" y="3830"/>
                  </a:cubicBezTo>
                  <a:lnTo>
                    <a:pt x="0" y="3830"/>
                  </a:lnTo>
                  <a:cubicBezTo>
                    <a:pt x="0" y="5746"/>
                    <a:pt x="1917" y="7661"/>
                    <a:pt x="3834" y="7661"/>
                  </a:cubicBezTo>
                  <a:close/>
                </a:path>
              </a:pathLst>
            </a:custGeom>
            <a:solidFill>
              <a:srgbClr val="00A3E0"/>
            </a:solidFill>
            <a:ln w="6390" cap="flat">
              <a:noFill/>
              <a:prstDash val="solid"/>
              <a:miter/>
            </a:ln>
          </p:spPr>
          <p:txBody>
            <a:bodyPr rtlCol="0" anchor="ctr"/>
            <a:lstStyle/>
            <a:p>
              <a:endParaRPr lang="en-US"/>
            </a:p>
          </p:txBody>
        </p:sp>
        <p:sp>
          <p:nvSpPr>
            <p:cNvPr id="305" name="Graphic 4">
              <a:extLst>
                <a:ext uri="{FF2B5EF4-FFF2-40B4-BE49-F238E27FC236}">
                  <a16:creationId xmlns:a16="http://schemas.microsoft.com/office/drawing/2014/main" id="{DC7DDC1E-6199-F443-A7EE-30C76777EF28}"/>
                </a:ext>
              </a:extLst>
            </p:cNvPr>
            <p:cNvSpPr/>
            <p:nvPr/>
          </p:nvSpPr>
          <p:spPr>
            <a:xfrm>
              <a:off x="2055642" y="2932251"/>
              <a:ext cx="155285" cy="207553"/>
            </a:xfrm>
            <a:custGeom>
              <a:avLst/>
              <a:gdLst>
                <a:gd name="connsiteX0" fmla="*/ 120131 w 155285"/>
                <a:gd name="connsiteY0" fmla="*/ 8374 h 207553"/>
                <a:gd name="connsiteX1" fmla="*/ 68372 w 155285"/>
                <a:gd name="connsiteY1" fmla="*/ 3266 h 207553"/>
                <a:gd name="connsiteX2" fmla="*/ 20448 w 155285"/>
                <a:gd name="connsiteY2" fmla="*/ 56892 h 207553"/>
                <a:gd name="connsiteX3" fmla="*/ 19809 w 155285"/>
                <a:gd name="connsiteY3" fmla="*/ 61999 h 207553"/>
                <a:gd name="connsiteX4" fmla="*/ 15336 w 155285"/>
                <a:gd name="connsiteY4" fmla="*/ 77959 h 207553"/>
                <a:gd name="connsiteX5" fmla="*/ 0 w 155285"/>
                <a:gd name="connsiteY5" fmla="*/ 109879 h 207553"/>
                <a:gd name="connsiteX6" fmla="*/ 0 w 155285"/>
                <a:gd name="connsiteY6" fmla="*/ 111156 h 207553"/>
                <a:gd name="connsiteX7" fmla="*/ 639 w 155285"/>
                <a:gd name="connsiteY7" fmla="*/ 111156 h 207553"/>
                <a:gd name="connsiteX8" fmla="*/ 13419 w 155285"/>
                <a:gd name="connsiteY8" fmla="*/ 111794 h 207553"/>
                <a:gd name="connsiteX9" fmla="*/ 19809 w 155285"/>
                <a:gd name="connsiteY9" fmla="*/ 118178 h 207553"/>
                <a:gd name="connsiteX10" fmla="*/ 19809 w 155285"/>
                <a:gd name="connsiteY10" fmla="*/ 144352 h 207553"/>
                <a:gd name="connsiteX11" fmla="*/ 19809 w 155285"/>
                <a:gd name="connsiteY11" fmla="*/ 144991 h 207553"/>
                <a:gd name="connsiteX12" fmla="*/ 21726 w 155285"/>
                <a:gd name="connsiteY12" fmla="*/ 151375 h 207553"/>
                <a:gd name="connsiteX13" fmla="*/ 30672 w 155285"/>
                <a:gd name="connsiteY13" fmla="*/ 154567 h 207553"/>
                <a:gd name="connsiteX14" fmla="*/ 53036 w 155285"/>
                <a:gd name="connsiteY14" fmla="*/ 155844 h 207553"/>
                <a:gd name="connsiteX15" fmla="*/ 58148 w 155285"/>
                <a:gd name="connsiteY15" fmla="*/ 157759 h 207553"/>
                <a:gd name="connsiteX16" fmla="*/ 60065 w 155285"/>
                <a:gd name="connsiteY16" fmla="*/ 162228 h 207553"/>
                <a:gd name="connsiteX17" fmla="*/ 60065 w 155285"/>
                <a:gd name="connsiteY17" fmla="*/ 207554 h 207553"/>
                <a:gd name="connsiteX18" fmla="*/ 127799 w 155285"/>
                <a:gd name="connsiteY18" fmla="*/ 207554 h 207553"/>
                <a:gd name="connsiteX19" fmla="*/ 127799 w 155285"/>
                <a:gd name="connsiteY19" fmla="*/ 139245 h 207553"/>
                <a:gd name="connsiteX20" fmla="*/ 127799 w 155285"/>
                <a:gd name="connsiteY20" fmla="*/ 137968 h 207553"/>
                <a:gd name="connsiteX21" fmla="*/ 138662 w 155285"/>
                <a:gd name="connsiteY21" fmla="*/ 111156 h 207553"/>
                <a:gd name="connsiteX22" fmla="*/ 153358 w 155285"/>
                <a:gd name="connsiteY22" fmla="*/ 47954 h 207553"/>
                <a:gd name="connsiteX23" fmla="*/ 120131 w 155285"/>
                <a:gd name="connsiteY23" fmla="*/ 8374 h 207553"/>
                <a:gd name="connsiteX24" fmla="*/ 134189 w 155285"/>
                <a:gd name="connsiteY24" fmla="*/ 69021 h 207553"/>
                <a:gd name="connsiteX25" fmla="*/ 92654 w 155285"/>
                <a:gd name="connsiteY25" fmla="*/ 114348 h 207553"/>
                <a:gd name="connsiteX26" fmla="*/ 92015 w 155285"/>
                <a:gd name="connsiteY26" fmla="*/ 104772 h 207553"/>
                <a:gd name="connsiteX27" fmla="*/ 124604 w 155285"/>
                <a:gd name="connsiteY27" fmla="*/ 73490 h 207553"/>
                <a:gd name="connsiteX28" fmla="*/ 120131 w 155285"/>
                <a:gd name="connsiteY28" fmla="*/ 73490 h 207553"/>
                <a:gd name="connsiteX29" fmla="*/ 84347 w 155285"/>
                <a:gd name="connsiteY29" fmla="*/ 99664 h 207553"/>
                <a:gd name="connsiteX30" fmla="*/ 58148 w 155285"/>
                <a:gd name="connsiteY30" fmla="*/ 63914 h 207553"/>
                <a:gd name="connsiteX31" fmla="*/ 84986 w 155285"/>
                <a:gd name="connsiteY31" fmla="*/ 37740 h 207553"/>
                <a:gd name="connsiteX32" fmla="*/ 86264 w 155285"/>
                <a:gd name="connsiteY32" fmla="*/ 47316 h 207553"/>
                <a:gd name="connsiteX33" fmla="*/ 67733 w 155285"/>
                <a:gd name="connsiteY33" fmla="*/ 72213 h 207553"/>
                <a:gd name="connsiteX34" fmla="*/ 92654 w 155285"/>
                <a:gd name="connsiteY34" fmla="*/ 90727 h 207553"/>
                <a:gd name="connsiteX35" fmla="*/ 111185 w 155285"/>
                <a:gd name="connsiteY35" fmla="*/ 65829 h 207553"/>
                <a:gd name="connsiteX36" fmla="*/ 92654 w 155285"/>
                <a:gd name="connsiteY36" fmla="*/ 47316 h 207553"/>
                <a:gd name="connsiteX37" fmla="*/ 93932 w 155285"/>
                <a:gd name="connsiteY37" fmla="*/ 37740 h 207553"/>
                <a:gd name="connsiteX38" fmla="*/ 120770 w 155285"/>
                <a:gd name="connsiteY38" fmla="*/ 63914 h 207553"/>
                <a:gd name="connsiteX39" fmla="*/ 125882 w 155285"/>
                <a:gd name="connsiteY39" fmla="*/ 63914 h 207553"/>
                <a:gd name="connsiteX40" fmla="*/ 84986 w 155285"/>
                <a:gd name="connsiteY40" fmla="*/ 32633 h 207553"/>
                <a:gd name="connsiteX41" fmla="*/ 53675 w 155285"/>
                <a:gd name="connsiteY41" fmla="*/ 65191 h 207553"/>
                <a:gd name="connsiteX42" fmla="*/ 44091 w 155285"/>
                <a:gd name="connsiteY42" fmla="*/ 64553 h 207553"/>
                <a:gd name="connsiteX43" fmla="*/ 84986 w 155285"/>
                <a:gd name="connsiteY43" fmla="*/ 23057 h 207553"/>
                <a:gd name="connsiteX44" fmla="*/ 84986 w 155285"/>
                <a:gd name="connsiteY44" fmla="*/ 18588 h 207553"/>
                <a:gd name="connsiteX45" fmla="*/ 39617 w 155285"/>
                <a:gd name="connsiteY45" fmla="*/ 73490 h 207553"/>
                <a:gd name="connsiteX46" fmla="*/ 51119 w 155285"/>
                <a:gd name="connsiteY46" fmla="*/ 100941 h 207553"/>
                <a:gd name="connsiteX47" fmla="*/ 54953 w 155285"/>
                <a:gd name="connsiteY47" fmla="*/ 97749 h 207553"/>
                <a:gd name="connsiteX48" fmla="*/ 44730 w 155285"/>
                <a:gd name="connsiteY48" fmla="*/ 72852 h 207553"/>
                <a:gd name="connsiteX49" fmla="*/ 54314 w 155285"/>
                <a:gd name="connsiteY49" fmla="*/ 72213 h 207553"/>
                <a:gd name="connsiteX50" fmla="*/ 87542 w 155285"/>
                <a:gd name="connsiteY50" fmla="*/ 105410 h 207553"/>
                <a:gd name="connsiteX51" fmla="*/ 86903 w 155285"/>
                <a:gd name="connsiteY51" fmla="*/ 114986 h 207553"/>
                <a:gd name="connsiteX52" fmla="*/ 61343 w 155285"/>
                <a:gd name="connsiteY52" fmla="*/ 104772 h 207553"/>
                <a:gd name="connsiteX53" fmla="*/ 58148 w 155285"/>
                <a:gd name="connsiteY53" fmla="*/ 107964 h 207553"/>
                <a:gd name="connsiteX54" fmla="*/ 129077 w 155285"/>
                <a:gd name="connsiteY54" fmla="*/ 100941 h 207553"/>
                <a:gd name="connsiteX55" fmla="*/ 140579 w 155285"/>
                <a:gd name="connsiteY55" fmla="*/ 73490 h 207553"/>
                <a:gd name="connsiteX56" fmla="*/ 150164 w 155285"/>
                <a:gd name="connsiteY56" fmla="*/ 74129 h 207553"/>
                <a:gd name="connsiteX57" fmla="*/ 85625 w 155285"/>
                <a:gd name="connsiteY57" fmla="*/ 130946 h 207553"/>
                <a:gd name="connsiteX58" fmla="*/ 28755 w 155285"/>
                <a:gd name="connsiteY58" fmla="*/ 66468 h 207553"/>
                <a:gd name="connsiteX59" fmla="*/ 93293 w 155285"/>
                <a:gd name="connsiteY59" fmla="*/ 9650 h 207553"/>
                <a:gd name="connsiteX60" fmla="*/ 150164 w 155285"/>
                <a:gd name="connsiteY60" fmla="*/ 66468 h 207553"/>
                <a:gd name="connsiteX61" fmla="*/ 140579 w 155285"/>
                <a:gd name="connsiteY61" fmla="*/ 66468 h 207553"/>
                <a:gd name="connsiteX62" fmla="*/ 95210 w 155285"/>
                <a:gd name="connsiteY62" fmla="*/ 17950 h 207553"/>
                <a:gd name="connsiteX63" fmla="*/ 95210 w 155285"/>
                <a:gd name="connsiteY63" fmla="*/ 22418 h 207553"/>
                <a:gd name="connsiteX64" fmla="*/ 134189 w 155285"/>
                <a:gd name="connsiteY64" fmla="*/ 69021 h 207553"/>
                <a:gd name="connsiteX65" fmla="*/ 134189 w 155285"/>
                <a:gd name="connsiteY65" fmla="*/ 69021 h 207553"/>
                <a:gd name="connsiteX66" fmla="*/ 88181 w 155285"/>
                <a:gd name="connsiteY66" fmla="*/ 54977 h 207553"/>
                <a:gd name="connsiteX67" fmla="*/ 101600 w 155285"/>
                <a:gd name="connsiteY67" fmla="*/ 68383 h 207553"/>
                <a:gd name="connsiteX68" fmla="*/ 88181 w 155285"/>
                <a:gd name="connsiteY68" fmla="*/ 81789 h 207553"/>
                <a:gd name="connsiteX69" fmla="*/ 74762 w 155285"/>
                <a:gd name="connsiteY69" fmla="*/ 68383 h 207553"/>
                <a:gd name="connsiteX70" fmla="*/ 74762 w 155285"/>
                <a:gd name="connsiteY70" fmla="*/ 68383 h 207553"/>
                <a:gd name="connsiteX71" fmla="*/ 88181 w 155285"/>
                <a:gd name="connsiteY71" fmla="*/ 54977 h 207553"/>
                <a:gd name="connsiteX72" fmla="*/ 88181 w 155285"/>
                <a:gd name="connsiteY72" fmla="*/ 54977 h 207553"/>
                <a:gd name="connsiteX73" fmla="*/ 88181 w 155285"/>
                <a:gd name="connsiteY73" fmla="*/ 54977 h 20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55285" h="207553">
                  <a:moveTo>
                    <a:pt x="120131" y="8374"/>
                  </a:moveTo>
                  <a:cubicBezTo>
                    <a:pt x="104156" y="-564"/>
                    <a:pt x="85625" y="-2479"/>
                    <a:pt x="68372" y="3266"/>
                  </a:cubicBezTo>
                  <a:cubicBezTo>
                    <a:pt x="46646" y="10927"/>
                    <a:pt x="23643" y="30079"/>
                    <a:pt x="20448" y="56892"/>
                  </a:cubicBezTo>
                  <a:cubicBezTo>
                    <a:pt x="20448" y="58807"/>
                    <a:pt x="19809" y="60722"/>
                    <a:pt x="19809" y="61999"/>
                  </a:cubicBezTo>
                  <a:cubicBezTo>
                    <a:pt x="19809" y="67745"/>
                    <a:pt x="18531" y="73490"/>
                    <a:pt x="15336" y="77959"/>
                  </a:cubicBezTo>
                  <a:cubicBezTo>
                    <a:pt x="12780" y="83066"/>
                    <a:pt x="3834" y="102218"/>
                    <a:pt x="0" y="109879"/>
                  </a:cubicBezTo>
                  <a:cubicBezTo>
                    <a:pt x="0" y="110517"/>
                    <a:pt x="0" y="110517"/>
                    <a:pt x="0" y="111156"/>
                  </a:cubicBezTo>
                  <a:lnTo>
                    <a:pt x="639" y="111156"/>
                  </a:lnTo>
                  <a:cubicBezTo>
                    <a:pt x="8946" y="111794"/>
                    <a:pt x="13419" y="111794"/>
                    <a:pt x="13419" y="111794"/>
                  </a:cubicBezTo>
                  <a:cubicBezTo>
                    <a:pt x="17253" y="111794"/>
                    <a:pt x="19809" y="114348"/>
                    <a:pt x="19809" y="118178"/>
                  </a:cubicBezTo>
                  <a:lnTo>
                    <a:pt x="19809" y="144352"/>
                  </a:lnTo>
                  <a:cubicBezTo>
                    <a:pt x="19809" y="144352"/>
                    <a:pt x="19809" y="144991"/>
                    <a:pt x="19809" y="144991"/>
                  </a:cubicBezTo>
                  <a:cubicBezTo>
                    <a:pt x="19809" y="147544"/>
                    <a:pt x="20448" y="149460"/>
                    <a:pt x="21726" y="151375"/>
                  </a:cubicBezTo>
                  <a:cubicBezTo>
                    <a:pt x="24282" y="153928"/>
                    <a:pt x="27477" y="155205"/>
                    <a:pt x="30672" y="154567"/>
                  </a:cubicBezTo>
                  <a:cubicBezTo>
                    <a:pt x="47925" y="155844"/>
                    <a:pt x="52397" y="155844"/>
                    <a:pt x="53036" y="155844"/>
                  </a:cubicBezTo>
                  <a:cubicBezTo>
                    <a:pt x="54953" y="155844"/>
                    <a:pt x="56231" y="156482"/>
                    <a:pt x="58148" y="157759"/>
                  </a:cubicBezTo>
                  <a:cubicBezTo>
                    <a:pt x="59426" y="159036"/>
                    <a:pt x="60065" y="160951"/>
                    <a:pt x="60065" y="162228"/>
                  </a:cubicBezTo>
                  <a:lnTo>
                    <a:pt x="60065" y="207554"/>
                  </a:lnTo>
                  <a:lnTo>
                    <a:pt x="127799" y="207554"/>
                  </a:lnTo>
                  <a:lnTo>
                    <a:pt x="127799" y="139245"/>
                  </a:lnTo>
                  <a:cubicBezTo>
                    <a:pt x="127799" y="138607"/>
                    <a:pt x="127799" y="138607"/>
                    <a:pt x="127799" y="137968"/>
                  </a:cubicBezTo>
                  <a:cubicBezTo>
                    <a:pt x="129077" y="128392"/>
                    <a:pt x="132911" y="118816"/>
                    <a:pt x="138662" y="111156"/>
                  </a:cubicBezTo>
                  <a:cubicBezTo>
                    <a:pt x="153358" y="93280"/>
                    <a:pt x="158470" y="70298"/>
                    <a:pt x="153358" y="47954"/>
                  </a:cubicBezTo>
                  <a:cubicBezTo>
                    <a:pt x="148885" y="31356"/>
                    <a:pt x="136745" y="16673"/>
                    <a:pt x="120131" y="8374"/>
                  </a:cubicBezTo>
                  <a:close/>
                  <a:moveTo>
                    <a:pt x="134189" y="69021"/>
                  </a:moveTo>
                  <a:cubicBezTo>
                    <a:pt x="134189" y="92642"/>
                    <a:pt x="115658" y="112432"/>
                    <a:pt x="92654" y="114348"/>
                  </a:cubicBezTo>
                  <a:lnTo>
                    <a:pt x="92015" y="104772"/>
                  </a:lnTo>
                  <a:cubicBezTo>
                    <a:pt x="108629" y="103495"/>
                    <a:pt x="122687" y="90088"/>
                    <a:pt x="124604" y="73490"/>
                  </a:cubicBezTo>
                  <a:lnTo>
                    <a:pt x="120131" y="73490"/>
                  </a:lnTo>
                  <a:cubicBezTo>
                    <a:pt x="117575" y="90727"/>
                    <a:pt x="101600" y="102218"/>
                    <a:pt x="84347" y="99664"/>
                  </a:cubicBezTo>
                  <a:cubicBezTo>
                    <a:pt x="67094" y="97111"/>
                    <a:pt x="55592" y="81151"/>
                    <a:pt x="58148" y="63914"/>
                  </a:cubicBezTo>
                  <a:cubicBezTo>
                    <a:pt x="60065" y="49869"/>
                    <a:pt x="71567" y="39655"/>
                    <a:pt x="84986" y="37740"/>
                  </a:cubicBezTo>
                  <a:lnTo>
                    <a:pt x="86264" y="47316"/>
                  </a:lnTo>
                  <a:cubicBezTo>
                    <a:pt x="74123" y="49231"/>
                    <a:pt x="65816" y="60084"/>
                    <a:pt x="67733" y="72213"/>
                  </a:cubicBezTo>
                  <a:cubicBezTo>
                    <a:pt x="69650" y="84343"/>
                    <a:pt x="80513" y="92642"/>
                    <a:pt x="92654" y="90727"/>
                  </a:cubicBezTo>
                  <a:cubicBezTo>
                    <a:pt x="104795" y="88812"/>
                    <a:pt x="113102" y="77959"/>
                    <a:pt x="111185" y="65829"/>
                  </a:cubicBezTo>
                  <a:cubicBezTo>
                    <a:pt x="109907" y="56253"/>
                    <a:pt x="102239" y="48593"/>
                    <a:pt x="92654" y="47316"/>
                  </a:cubicBezTo>
                  <a:lnTo>
                    <a:pt x="93932" y="37740"/>
                  </a:lnTo>
                  <a:cubicBezTo>
                    <a:pt x="107990" y="39655"/>
                    <a:pt x="118853" y="50508"/>
                    <a:pt x="120770" y="63914"/>
                  </a:cubicBezTo>
                  <a:lnTo>
                    <a:pt x="125882" y="63914"/>
                  </a:lnTo>
                  <a:cubicBezTo>
                    <a:pt x="123326" y="44124"/>
                    <a:pt x="104795" y="30079"/>
                    <a:pt x="84986" y="32633"/>
                  </a:cubicBezTo>
                  <a:cubicBezTo>
                    <a:pt x="68372" y="34548"/>
                    <a:pt x="54953" y="48593"/>
                    <a:pt x="53675" y="65191"/>
                  </a:cubicBezTo>
                  <a:lnTo>
                    <a:pt x="44091" y="64553"/>
                  </a:lnTo>
                  <a:cubicBezTo>
                    <a:pt x="46007" y="42847"/>
                    <a:pt x="63260" y="25610"/>
                    <a:pt x="84986" y="23057"/>
                  </a:cubicBezTo>
                  <a:lnTo>
                    <a:pt x="84986" y="18588"/>
                  </a:lnTo>
                  <a:cubicBezTo>
                    <a:pt x="57509" y="21142"/>
                    <a:pt x="37062" y="46039"/>
                    <a:pt x="39617" y="73490"/>
                  </a:cubicBezTo>
                  <a:cubicBezTo>
                    <a:pt x="40257" y="83704"/>
                    <a:pt x="44730" y="93280"/>
                    <a:pt x="51119" y="100941"/>
                  </a:cubicBezTo>
                  <a:lnTo>
                    <a:pt x="54953" y="97749"/>
                  </a:lnTo>
                  <a:cubicBezTo>
                    <a:pt x="49202" y="90727"/>
                    <a:pt x="45368" y="81789"/>
                    <a:pt x="44730" y="72852"/>
                  </a:cubicBezTo>
                  <a:lnTo>
                    <a:pt x="54314" y="72213"/>
                  </a:lnTo>
                  <a:cubicBezTo>
                    <a:pt x="55592" y="90088"/>
                    <a:pt x="69650" y="103495"/>
                    <a:pt x="87542" y="105410"/>
                  </a:cubicBezTo>
                  <a:lnTo>
                    <a:pt x="86903" y="114986"/>
                  </a:lnTo>
                  <a:cubicBezTo>
                    <a:pt x="77318" y="114348"/>
                    <a:pt x="69011" y="110517"/>
                    <a:pt x="61343" y="104772"/>
                  </a:cubicBezTo>
                  <a:lnTo>
                    <a:pt x="58148" y="107964"/>
                  </a:lnTo>
                  <a:cubicBezTo>
                    <a:pt x="79874" y="125839"/>
                    <a:pt x="111824" y="122647"/>
                    <a:pt x="129077" y="100941"/>
                  </a:cubicBezTo>
                  <a:cubicBezTo>
                    <a:pt x="135467" y="93280"/>
                    <a:pt x="139301" y="83704"/>
                    <a:pt x="140579" y="73490"/>
                  </a:cubicBezTo>
                  <a:lnTo>
                    <a:pt x="150164" y="74129"/>
                  </a:lnTo>
                  <a:cubicBezTo>
                    <a:pt x="148246" y="107325"/>
                    <a:pt x="119492" y="132861"/>
                    <a:pt x="85625" y="130946"/>
                  </a:cubicBezTo>
                  <a:cubicBezTo>
                    <a:pt x="51758" y="129031"/>
                    <a:pt x="26838" y="100303"/>
                    <a:pt x="28755" y="66468"/>
                  </a:cubicBezTo>
                  <a:cubicBezTo>
                    <a:pt x="30672" y="32633"/>
                    <a:pt x="59426" y="7735"/>
                    <a:pt x="93293" y="9650"/>
                  </a:cubicBezTo>
                  <a:cubicBezTo>
                    <a:pt x="123965" y="11566"/>
                    <a:pt x="148246" y="35825"/>
                    <a:pt x="150164" y="66468"/>
                  </a:cubicBezTo>
                  <a:lnTo>
                    <a:pt x="140579" y="66468"/>
                  </a:lnTo>
                  <a:cubicBezTo>
                    <a:pt x="139940" y="40932"/>
                    <a:pt x="120131" y="19865"/>
                    <a:pt x="95210" y="17950"/>
                  </a:cubicBezTo>
                  <a:lnTo>
                    <a:pt x="95210" y="22418"/>
                  </a:lnTo>
                  <a:cubicBezTo>
                    <a:pt x="116297" y="24972"/>
                    <a:pt x="134189" y="44762"/>
                    <a:pt x="134189" y="69021"/>
                  </a:cubicBezTo>
                  <a:lnTo>
                    <a:pt x="134189" y="69021"/>
                  </a:lnTo>
                  <a:close/>
                  <a:moveTo>
                    <a:pt x="88181" y="54977"/>
                  </a:moveTo>
                  <a:cubicBezTo>
                    <a:pt x="95849" y="54977"/>
                    <a:pt x="101600" y="61361"/>
                    <a:pt x="101600" y="68383"/>
                  </a:cubicBezTo>
                  <a:cubicBezTo>
                    <a:pt x="101600" y="76044"/>
                    <a:pt x="95210" y="81789"/>
                    <a:pt x="88181" y="81789"/>
                  </a:cubicBezTo>
                  <a:cubicBezTo>
                    <a:pt x="80513" y="81789"/>
                    <a:pt x="74762" y="75405"/>
                    <a:pt x="74762" y="68383"/>
                  </a:cubicBezTo>
                  <a:lnTo>
                    <a:pt x="74762" y="68383"/>
                  </a:lnTo>
                  <a:cubicBezTo>
                    <a:pt x="74762" y="61361"/>
                    <a:pt x="80513" y="54977"/>
                    <a:pt x="88181" y="54977"/>
                  </a:cubicBezTo>
                  <a:cubicBezTo>
                    <a:pt x="88181" y="54977"/>
                    <a:pt x="88181" y="54977"/>
                    <a:pt x="88181" y="54977"/>
                  </a:cubicBezTo>
                  <a:lnTo>
                    <a:pt x="88181" y="54977"/>
                  </a:lnTo>
                  <a:close/>
                </a:path>
              </a:pathLst>
            </a:custGeom>
            <a:solidFill>
              <a:srgbClr val="00A3E0"/>
            </a:solidFill>
            <a:ln w="6390" cap="flat">
              <a:noFill/>
              <a:prstDash val="solid"/>
              <a:miter/>
            </a:ln>
          </p:spPr>
          <p:txBody>
            <a:bodyPr rtlCol="0" anchor="ctr"/>
            <a:lstStyle/>
            <a:p>
              <a:endParaRPr lang="en-US"/>
            </a:p>
          </p:txBody>
        </p:sp>
      </p:grpSp>
      <p:grpSp>
        <p:nvGrpSpPr>
          <p:cNvPr id="306" name="Graphic 4">
            <a:extLst>
              <a:ext uri="{FF2B5EF4-FFF2-40B4-BE49-F238E27FC236}">
                <a16:creationId xmlns:a16="http://schemas.microsoft.com/office/drawing/2014/main" id="{0B345F23-C49D-C243-BCDD-6F654534AD10}"/>
              </a:ext>
            </a:extLst>
          </p:cNvPr>
          <p:cNvGrpSpPr>
            <a:grpSpLocks noChangeAspect="1"/>
          </p:cNvGrpSpPr>
          <p:nvPr/>
        </p:nvGrpSpPr>
        <p:grpSpPr>
          <a:xfrm>
            <a:off x="1952125" y="1893013"/>
            <a:ext cx="362313" cy="361971"/>
            <a:chOff x="1952125" y="1893013"/>
            <a:chExt cx="362313" cy="361971"/>
          </a:xfrm>
          <a:solidFill>
            <a:srgbClr val="00A3E0"/>
          </a:solidFill>
        </p:grpSpPr>
        <p:sp>
          <p:nvSpPr>
            <p:cNvPr id="307" name="Graphic 4">
              <a:extLst>
                <a:ext uri="{FF2B5EF4-FFF2-40B4-BE49-F238E27FC236}">
                  <a16:creationId xmlns:a16="http://schemas.microsoft.com/office/drawing/2014/main" id="{CA05E9A5-999F-FC44-8651-950335CD30C8}"/>
                </a:ext>
              </a:extLst>
            </p:cNvPr>
            <p:cNvSpPr/>
            <p:nvPr/>
          </p:nvSpPr>
          <p:spPr>
            <a:xfrm>
              <a:off x="2067783" y="1968344"/>
              <a:ext cx="47285" cy="17555"/>
            </a:xfrm>
            <a:custGeom>
              <a:avLst/>
              <a:gdLst>
                <a:gd name="connsiteX0" fmla="*/ 4473 w 47285"/>
                <a:gd name="connsiteY0" fmla="*/ 14045 h 17555"/>
                <a:gd name="connsiteX1" fmla="*/ 4473 w 47285"/>
                <a:gd name="connsiteY1" fmla="*/ 14045 h 17555"/>
                <a:gd name="connsiteX2" fmla="*/ 8946 w 47285"/>
                <a:gd name="connsiteY2" fmla="*/ 15322 h 17555"/>
                <a:gd name="connsiteX3" fmla="*/ 10224 w 47285"/>
                <a:gd name="connsiteY3" fmla="*/ 15960 h 17555"/>
                <a:gd name="connsiteX4" fmla="*/ 13419 w 47285"/>
                <a:gd name="connsiteY4" fmla="*/ 16598 h 17555"/>
                <a:gd name="connsiteX5" fmla="*/ 33867 w 47285"/>
                <a:gd name="connsiteY5" fmla="*/ 16598 h 17555"/>
                <a:gd name="connsiteX6" fmla="*/ 37062 w 47285"/>
                <a:gd name="connsiteY6" fmla="*/ 15960 h 17555"/>
                <a:gd name="connsiteX7" fmla="*/ 38340 w 47285"/>
                <a:gd name="connsiteY7" fmla="*/ 15322 h 17555"/>
                <a:gd name="connsiteX8" fmla="*/ 42812 w 47285"/>
                <a:gd name="connsiteY8" fmla="*/ 14045 h 17555"/>
                <a:gd name="connsiteX9" fmla="*/ 45369 w 47285"/>
                <a:gd name="connsiteY9" fmla="*/ 12768 h 17555"/>
                <a:gd name="connsiteX10" fmla="*/ 47285 w 47285"/>
                <a:gd name="connsiteY10" fmla="*/ 11491 h 17555"/>
                <a:gd name="connsiteX11" fmla="*/ 47285 w 47285"/>
                <a:gd name="connsiteY11" fmla="*/ 0 h 17555"/>
                <a:gd name="connsiteX12" fmla="*/ 0 w 47285"/>
                <a:gd name="connsiteY12" fmla="*/ 0 h 17555"/>
                <a:gd name="connsiteX13" fmla="*/ 0 w 47285"/>
                <a:gd name="connsiteY13" fmla="*/ 11491 h 17555"/>
                <a:gd name="connsiteX14" fmla="*/ 1917 w 47285"/>
                <a:gd name="connsiteY14" fmla="*/ 12768 h 17555"/>
                <a:gd name="connsiteX15" fmla="*/ 4473 w 47285"/>
                <a:gd name="connsiteY15" fmla="*/ 14045 h 17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285" h="17555">
                  <a:moveTo>
                    <a:pt x="4473" y="14045"/>
                  </a:moveTo>
                  <a:lnTo>
                    <a:pt x="4473" y="14045"/>
                  </a:lnTo>
                  <a:cubicBezTo>
                    <a:pt x="5751" y="14683"/>
                    <a:pt x="7668" y="15322"/>
                    <a:pt x="8946" y="15322"/>
                  </a:cubicBezTo>
                  <a:lnTo>
                    <a:pt x="10224" y="15960"/>
                  </a:lnTo>
                  <a:lnTo>
                    <a:pt x="13419" y="16598"/>
                  </a:lnTo>
                  <a:cubicBezTo>
                    <a:pt x="20448" y="17875"/>
                    <a:pt x="27477" y="17875"/>
                    <a:pt x="33867" y="16598"/>
                  </a:cubicBezTo>
                  <a:cubicBezTo>
                    <a:pt x="35145" y="16598"/>
                    <a:pt x="35784" y="15960"/>
                    <a:pt x="37062" y="15960"/>
                  </a:cubicBezTo>
                  <a:lnTo>
                    <a:pt x="38340" y="15322"/>
                  </a:lnTo>
                  <a:lnTo>
                    <a:pt x="42812" y="14045"/>
                  </a:lnTo>
                  <a:lnTo>
                    <a:pt x="45369" y="12768"/>
                  </a:lnTo>
                  <a:lnTo>
                    <a:pt x="47285" y="11491"/>
                  </a:lnTo>
                  <a:lnTo>
                    <a:pt x="47285" y="0"/>
                  </a:lnTo>
                  <a:cubicBezTo>
                    <a:pt x="31950" y="6384"/>
                    <a:pt x="15336" y="6384"/>
                    <a:pt x="0" y="0"/>
                  </a:cubicBezTo>
                  <a:lnTo>
                    <a:pt x="0" y="11491"/>
                  </a:lnTo>
                  <a:lnTo>
                    <a:pt x="1917" y="12768"/>
                  </a:lnTo>
                  <a:lnTo>
                    <a:pt x="4473" y="14045"/>
                  </a:lnTo>
                  <a:close/>
                </a:path>
              </a:pathLst>
            </a:custGeom>
            <a:solidFill>
              <a:srgbClr val="00A3E0"/>
            </a:solidFill>
            <a:ln w="6390" cap="flat">
              <a:noFill/>
              <a:prstDash val="solid"/>
              <a:miter/>
            </a:ln>
          </p:spPr>
          <p:txBody>
            <a:bodyPr rtlCol="0" anchor="ctr"/>
            <a:lstStyle/>
            <a:p>
              <a:endParaRPr lang="en-US"/>
            </a:p>
          </p:txBody>
        </p:sp>
        <p:sp>
          <p:nvSpPr>
            <p:cNvPr id="308" name="Graphic 4">
              <a:extLst>
                <a:ext uri="{FF2B5EF4-FFF2-40B4-BE49-F238E27FC236}">
                  <a16:creationId xmlns:a16="http://schemas.microsoft.com/office/drawing/2014/main" id="{131E2C74-F25F-AE4D-A3CA-D1CE55F5F06E}"/>
                </a:ext>
              </a:extLst>
            </p:cNvPr>
            <p:cNvSpPr/>
            <p:nvPr/>
          </p:nvSpPr>
          <p:spPr>
            <a:xfrm>
              <a:off x="2171939" y="2178377"/>
              <a:ext cx="9584" cy="4468"/>
            </a:xfrm>
            <a:custGeom>
              <a:avLst/>
              <a:gdLst>
                <a:gd name="connsiteX0" fmla="*/ 1278 w 9584"/>
                <a:gd name="connsiteY0" fmla="*/ 0 h 4468"/>
                <a:gd name="connsiteX1" fmla="*/ 0 w 9584"/>
                <a:gd name="connsiteY1" fmla="*/ 4469 h 4468"/>
                <a:gd name="connsiteX2" fmla="*/ 9585 w 9584"/>
                <a:gd name="connsiteY2" fmla="*/ 4469 h 4468"/>
                <a:gd name="connsiteX3" fmla="*/ 8307 w 9584"/>
                <a:gd name="connsiteY3" fmla="*/ 0 h 4468"/>
              </a:gdLst>
              <a:ahLst/>
              <a:cxnLst>
                <a:cxn ang="0">
                  <a:pos x="connsiteX0" y="connsiteY0"/>
                </a:cxn>
                <a:cxn ang="0">
                  <a:pos x="connsiteX1" y="connsiteY1"/>
                </a:cxn>
                <a:cxn ang="0">
                  <a:pos x="connsiteX2" y="connsiteY2"/>
                </a:cxn>
                <a:cxn ang="0">
                  <a:pos x="connsiteX3" y="connsiteY3"/>
                </a:cxn>
              </a:cxnLst>
              <a:rect l="l" t="t" r="r" b="b"/>
              <a:pathLst>
                <a:path w="9584" h="4468">
                  <a:moveTo>
                    <a:pt x="1278" y="0"/>
                  </a:moveTo>
                  <a:lnTo>
                    <a:pt x="0" y="4469"/>
                  </a:lnTo>
                  <a:lnTo>
                    <a:pt x="9585" y="4469"/>
                  </a:lnTo>
                  <a:lnTo>
                    <a:pt x="8307" y="0"/>
                  </a:lnTo>
                  <a:close/>
                </a:path>
              </a:pathLst>
            </a:custGeom>
            <a:solidFill>
              <a:srgbClr val="00A3E0"/>
            </a:solidFill>
            <a:ln w="6390" cap="flat">
              <a:noFill/>
              <a:prstDash val="solid"/>
              <a:miter/>
            </a:ln>
          </p:spPr>
          <p:txBody>
            <a:bodyPr rtlCol="0" anchor="ctr"/>
            <a:lstStyle/>
            <a:p>
              <a:endParaRPr lang="en-US"/>
            </a:p>
          </p:txBody>
        </p:sp>
        <p:sp>
          <p:nvSpPr>
            <p:cNvPr id="309" name="Graphic 4">
              <a:extLst>
                <a:ext uri="{FF2B5EF4-FFF2-40B4-BE49-F238E27FC236}">
                  <a16:creationId xmlns:a16="http://schemas.microsoft.com/office/drawing/2014/main" id="{BCDD6129-4CA4-7A43-A993-804290964A1C}"/>
                </a:ext>
              </a:extLst>
            </p:cNvPr>
            <p:cNvSpPr/>
            <p:nvPr/>
          </p:nvSpPr>
          <p:spPr>
            <a:xfrm>
              <a:off x="2076046" y="2041760"/>
              <a:ext cx="30076" cy="47923"/>
            </a:xfrm>
            <a:custGeom>
              <a:avLst/>
              <a:gdLst>
                <a:gd name="connsiteX0" fmla="*/ 44 w 30076"/>
                <a:gd name="connsiteY0" fmla="*/ 0 h 47923"/>
                <a:gd name="connsiteX1" fmla="*/ 44 w 30076"/>
                <a:gd name="connsiteY1" fmla="*/ 31920 h 47923"/>
                <a:gd name="connsiteX2" fmla="*/ 14102 w 30076"/>
                <a:gd name="connsiteY2" fmla="*/ 47880 h 47923"/>
                <a:gd name="connsiteX3" fmla="*/ 30077 w 30076"/>
                <a:gd name="connsiteY3" fmla="*/ 33835 h 47923"/>
                <a:gd name="connsiteX4" fmla="*/ 30077 w 30076"/>
                <a:gd name="connsiteY4" fmla="*/ 31920 h 47923"/>
                <a:gd name="connsiteX5" fmla="*/ 30077 w 30076"/>
                <a:gd name="connsiteY5" fmla="*/ 0 h 47923"/>
                <a:gd name="connsiteX6" fmla="*/ 44 w 30076"/>
                <a:gd name="connsiteY6" fmla="*/ 0 h 47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76" h="47923">
                  <a:moveTo>
                    <a:pt x="44" y="0"/>
                  </a:moveTo>
                  <a:lnTo>
                    <a:pt x="44" y="31920"/>
                  </a:lnTo>
                  <a:cubicBezTo>
                    <a:pt x="-595" y="40219"/>
                    <a:pt x="5795" y="47241"/>
                    <a:pt x="14102" y="47880"/>
                  </a:cubicBezTo>
                  <a:cubicBezTo>
                    <a:pt x="22409" y="48518"/>
                    <a:pt x="29438" y="42134"/>
                    <a:pt x="30077" y="33835"/>
                  </a:cubicBezTo>
                  <a:cubicBezTo>
                    <a:pt x="30077" y="33197"/>
                    <a:pt x="30077" y="32558"/>
                    <a:pt x="30077" y="31920"/>
                  </a:cubicBezTo>
                  <a:lnTo>
                    <a:pt x="30077" y="0"/>
                  </a:lnTo>
                  <a:lnTo>
                    <a:pt x="44" y="0"/>
                  </a:lnTo>
                  <a:close/>
                </a:path>
              </a:pathLst>
            </a:custGeom>
            <a:solidFill>
              <a:srgbClr val="00A3E0"/>
            </a:solidFill>
            <a:ln w="6390" cap="flat">
              <a:noFill/>
              <a:prstDash val="solid"/>
              <a:miter/>
            </a:ln>
          </p:spPr>
          <p:txBody>
            <a:bodyPr rtlCol="0" anchor="ctr"/>
            <a:lstStyle/>
            <a:p>
              <a:endParaRPr lang="en-US"/>
            </a:p>
          </p:txBody>
        </p:sp>
        <p:sp>
          <p:nvSpPr>
            <p:cNvPr id="310" name="Graphic 4">
              <a:extLst>
                <a:ext uri="{FF2B5EF4-FFF2-40B4-BE49-F238E27FC236}">
                  <a16:creationId xmlns:a16="http://schemas.microsoft.com/office/drawing/2014/main" id="{946E135B-8430-4448-B506-516B318BD5B3}"/>
                </a:ext>
              </a:extLst>
            </p:cNvPr>
            <p:cNvSpPr/>
            <p:nvPr/>
          </p:nvSpPr>
          <p:spPr>
            <a:xfrm>
              <a:off x="2086314" y="2178377"/>
              <a:ext cx="9584" cy="4468"/>
            </a:xfrm>
            <a:custGeom>
              <a:avLst/>
              <a:gdLst>
                <a:gd name="connsiteX0" fmla="*/ 1278 w 9584"/>
                <a:gd name="connsiteY0" fmla="*/ 0 h 4468"/>
                <a:gd name="connsiteX1" fmla="*/ 0 w 9584"/>
                <a:gd name="connsiteY1" fmla="*/ 4469 h 4468"/>
                <a:gd name="connsiteX2" fmla="*/ 9585 w 9584"/>
                <a:gd name="connsiteY2" fmla="*/ 4469 h 4468"/>
                <a:gd name="connsiteX3" fmla="*/ 8307 w 9584"/>
                <a:gd name="connsiteY3" fmla="*/ 0 h 4468"/>
              </a:gdLst>
              <a:ahLst/>
              <a:cxnLst>
                <a:cxn ang="0">
                  <a:pos x="connsiteX0" y="connsiteY0"/>
                </a:cxn>
                <a:cxn ang="0">
                  <a:pos x="connsiteX1" y="connsiteY1"/>
                </a:cxn>
                <a:cxn ang="0">
                  <a:pos x="connsiteX2" y="connsiteY2"/>
                </a:cxn>
                <a:cxn ang="0">
                  <a:pos x="connsiteX3" y="connsiteY3"/>
                </a:cxn>
              </a:cxnLst>
              <a:rect l="l" t="t" r="r" b="b"/>
              <a:pathLst>
                <a:path w="9584" h="4468">
                  <a:moveTo>
                    <a:pt x="1278" y="0"/>
                  </a:moveTo>
                  <a:lnTo>
                    <a:pt x="0" y="4469"/>
                  </a:lnTo>
                  <a:lnTo>
                    <a:pt x="9585" y="4469"/>
                  </a:lnTo>
                  <a:lnTo>
                    <a:pt x="8307" y="0"/>
                  </a:lnTo>
                  <a:close/>
                </a:path>
              </a:pathLst>
            </a:custGeom>
            <a:solidFill>
              <a:srgbClr val="00A3E0"/>
            </a:solidFill>
            <a:ln w="6390" cap="flat">
              <a:noFill/>
              <a:prstDash val="solid"/>
              <a:miter/>
            </a:ln>
          </p:spPr>
          <p:txBody>
            <a:bodyPr rtlCol="0" anchor="ctr"/>
            <a:lstStyle/>
            <a:p>
              <a:endParaRPr lang="en-US"/>
            </a:p>
          </p:txBody>
        </p:sp>
        <p:sp>
          <p:nvSpPr>
            <p:cNvPr id="311" name="Graphic 4">
              <a:extLst>
                <a:ext uri="{FF2B5EF4-FFF2-40B4-BE49-F238E27FC236}">
                  <a16:creationId xmlns:a16="http://schemas.microsoft.com/office/drawing/2014/main" id="{42573E78-CFB4-334D-A993-BB9C6A5E586D}"/>
                </a:ext>
              </a:extLst>
            </p:cNvPr>
            <p:cNvSpPr/>
            <p:nvPr/>
          </p:nvSpPr>
          <p:spPr>
            <a:xfrm>
              <a:off x="2076729" y="1997710"/>
              <a:ext cx="30032" cy="31919"/>
            </a:xfrm>
            <a:custGeom>
              <a:avLst/>
              <a:gdLst>
                <a:gd name="connsiteX0" fmla="*/ 21726 w 30032"/>
                <a:gd name="connsiteY0" fmla="*/ 1277 h 31919"/>
                <a:gd name="connsiteX1" fmla="*/ 7029 w 30032"/>
                <a:gd name="connsiteY1" fmla="*/ 1277 h 31919"/>
                <a:gd name="connsiteX2" fmla="*/ 6390 w 30032"/>
                <a:gd name="connsiteY2" fmla="*/ 1277 h 31919"/>
                <a:gd name="connsiteX3" fmla="*/ 0 w 30032"/>
                <a:gd name="connsiteY3" fmla="*/ 0 h 31919"/>
                <a:gd name="connsiteX4" fmla="*/ 0 w 30032"/>
                <a:gd name="connsiteY4" fmla="*/ 0 h 31919"/>
                <a:gd name="connsiteX5" fmla="*/ 0 w 30032"/>
                <a:gd name="connsiteY5" fmla="*/ 31920 h 31919"/>
                <a:gd name="connsiteX6" fmla="*/ 30033 w 30032"/>
                <a:gd name="connsiteY6" fmla="*/ 31920 h 31919"/>
                <a:gd name="connsiteX7" fmla="*/ 30033 w 30032"/>
                <a:gd name="connsiteY7" fmla="*/ 0 h 31919"/>
                <a:gd name="connsiteX8" fmla="*/ 30033 w 30032"/>
                <a:gd name="connsiteY8" fmla="*/ 0 h 31919"/>
                <a:gd name="connsiteX9" fmla="*/ 23643 w 30032"/>
                <a:gd name="connsiteY9" fmla="*/ 1277 h 31919"/>
                <a:gd name="connsiteX10" fmla="*/ 21726 w 30032"/>
                <a:gd name="connsiteY10" fmla="*/ 1277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032" h="31919">
                  <a:moveTo>
                    <a:pt x="21726" y="1277"/>
                  </a:moveTo>
                  <a:cubicBezTo>
                    <a:pt x="16614" y="1915"/>
                    <a:pt x="11502" y="1915"/>
                    <a:pt x="7029" y="1277"/>
                  </a:cubicBezTo>
                  <a:lnTo>
                    <a:pt x="6390" y="1277"/>
                  </a:lnTo>
                  <a:cubicBezTo>
                    <a:pt x="4473" y="1277"/>
                    <a:pt x="1917" y="638"/>
                    <a:pt x="0" y="0"/>
                  </a:cubicBezTo>
                  <a:lnTo>
                    <a:pt x="0" y="0"/>
                  </a:lnTo>
                  <a:lnTo>
                    <a:pt x="0" y="31920"/>
                  </a:lnTo>
                  <a:lnTo>
                    <a:pt x="30033" y="31920"/>
                  </a:lnTo>
                  <a:lnTo>
                    <a:pt x="30033" y="0"/>
                  </a:lnTo>
                  <a:lnTo>
                    <a:pt x="30033" y="0"/>
                  </a:lnTo>
                  <a:cubicBezTo>
                    <a:pt x="28116" y="638"/>
                    <a:pt x="25560" y="1277"/>
                    <a:pt x="23643" y="1277"/>
                  </a:cubicBezTo>
                  <a:lnTo>
                    <a:pt x="21726" y="1277"/>
                  </a:lnTo>
                  <a:close/>
                </a:path>
              </a:pathLst>
            </a:custGeom>
            <a:solidFill>
              <a:srgbClr val="00A3E0"/>
            </a:solidFill>
            <a:ln w="6390" cap="flat">
              <a:noFill/>
              <a:prstDash val="solid"/>
              <a:miter/>
            </a:ln>
          </p:spPr>
          <p:txBody>
            <a:bodyPr rtlCol="0" anchor="ctr"/>
            <a:lstStyle/>
            <a:p>
              <a:endParaRPr lang="en-US"/>
            </a:p>
          </p:txBody>
        </p:sp>
        <p:sp>
          <p:nvSpPr>
            <p:cNvPr id="312" name="Graphic 4">
              <a:extLst>
                <a:ext uri="{FF2B5EF4-FFF2-40B4-BE49-F238E27FC236}">
                  <a16:creationId xmlns:a16="http://schemas.microsoft.com/office/drawing/2014/main" id="{EF354863-D4A5-E54C-87B9-14242092DA39}"/>
                </a:ext>
              </a:extLst>
            </p:cNvPr>
            <p:cNvSpPr/>
            <p:nvPr/>
          </p:nvSpPr>
          <p:spPr>
            <a:xfrm>
              <a:off x="2161715" y="1997710"/>
              <a:ext cx="30032" cy="31919"/>
            </a:xfrm>
            <a:custGeom>
              <a:avLst/>
              <a:gdLst>
                <a:gd name="connsiteX0" fmla="*/ 22365 w 30032"/>
                <a:gd name="connsiteY0" fmla="*/ 1277 h 31919"/>
                <a:gd name="connsiteX1" fmla="*/ 14697 w 30032"/>
                <a:gd name="connsiteY1" fmla="*/ 1915 h 31919"/>
                <a:gd name="connsiteX2" fmla="*/ 7029 w 30032"/>
                <a:gd name="connsiteY2" fmla="*/ 1277 h 31919"/>
                <a:gd name="connsiteX3" fmla="*/ 6390 w 30032"/>
                <a:gd name="connsiteY3" fmla="*/ 1277 h 31919"/>
                <a:gd name="connsiteX4" fmla="*/ 0 w 30032"/>
                <a:gd name="connsiteY4" fmla="*/ 0 h 31919"/>
                <a:gd name="connsiteX5" fmla="*/ 0 w 30032"/>
                <a:gd name="connsiteY5" fmla="*/ 0 h 31919"/>
                <a:gd name="connsiteX6" fmla="*/ 0 w 30032"/>
                <a:gd name="connsiteY6" fmla="*/ 31920 h 31919"/>
                <a:gd name="connsiteX7" fmla="*/ 30033 w 30032"/>
                <a:gd name="connsiteY7" fmla="*/ 31920 h 31919"/>
                <a:gd name="connsiteX8" fmla="*/ 30033 w 30032"/>
                <a:gd name="connsiteY8" fmla="*/ 0 h 31919"/>
                <a:gd name="connsiteX9" fmla="*/ 30033 w 30032"/>
                <a:gd name="connsiteY9" fmla="*/ 0 h 31919"/>
                <a:gd name="connsiteX10" fmla="*/ 23643 w 30032"/>
                <a:gd name="connsiteY10" fmla="*/ 1277 h 31919"/>
                <a:gd name="connsiteX11" fmla="*/ 22365 w 30032"/>
                <a:gd name="connsiteY11" fmla="*/ 1277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032" h="31919">
                  <a:moveTo>
                    <a:pt x="22365" y="1277"/>
                  </a:moveTo>
                  <a:cubicBezTo>
                    <a:pt x="19809" y="1915"/>
                    <a:pt x="17253" y="1915"/>
                    <a:pt x="14697" y="1915"/>
                  </a:cubicBezTo>
                  <a:cubicBezTo>
                    <a:pt x="12141" y="1915"/>
                    <a:pt x="9585" y="1915"/>
                    <a:pt x="7029" y="1277"/>
                  </a:cubicBezTo>
                  <a:lnTo>
                    <a:pt x="6390" y="1277"/>
                  </a:lnTo>
                  <a:cubicBezTo>
                    <a:pt x="4473" y="1277"/>
                    <a:pt x="1917" y="638"/>
                    <a:pt x="0" y="0"/>
                  </a:cubicBezTo>
                  <a:lnTo>
                    <a:pt x="0" y="0"/>
                  </a:lnTo>
                  <a:lnTo>
                    <a:pt x="0" y="31920"/>
                  </a:lnTo>
                  <a:lnTo>
                    <a:pt x="30033" y="31920"/>
                  </a:lnTo>
                  <a:lnTo>
                    <a:pt x="30033" y="0"/>
                  </a:lnTo>
                  <a:lnTo>
                    <a:pt x="30033" y="0"/>
                  </a:lnTo>
                  <a:cubicBezTo>
                    <a:pt x="28116" y="638"/>
                    <a:pt x="25560" y="1277"/>
                    <a:pt x="23643" y="1277"/>
                  </a:cubicBezTo>
                  <a:lnTo>
                    <a:pt x="22365" y="1277"/>
                  </a:lnTo>
                  <a:close/>
                </a:path>
              </a:pathLst>
            </a:custGeom>
            <a:solidFill>
              <a:srgbClr val="00A3E0"/>
            </a:solidFill>
            <a:ln w="6390" cap="flat">
              <a:noFill/>
              <a:prstDash val="solid"/>
              <a:miter/>
            </a:ln>
          </p:spPr>
          <p:txBody>
            <a:bodyPr rtlCol="0" anchor="ctr"/>
            <a:lstStyle/>
            <a:p>
              <a:endParaRPr lang="en-US"/>
            </a:p>
          </p:txBody>
        </p:sp>
        <p:sp>
          <p:nvSpPr>
            <p:cNvPr id="313" name="Graphic 4">
              <a:extLst>
                <a:ext uri="{FF2B5EF4-FFF2-40B4-BE49-F238E27FC236}">
                  <a16:creationId xmlns:a16="http://schemas.microsoft.com/office/drawing/2014/main" id="{8EF6B560-85DA-5740-87FC-78F3DD046898}"/>
                </a:ext>
              </a:extLst>
            </p:cNvPr>
            <p:cNvSpPr/>
            <p:nvPr/>
          </p:nvSpPr>
          <p:spPr>
            <a:xfrm>
              <a:off x="1952125" y="189301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75084 w 362313"/>
                <a:gd name="connsiteY6" fmla="*/ 91291 h 361971"/>
                <a:gd name="connsiteX7" fmla="*/ 171889 w 362313"/>
                <a:gd name="connsiteY7" fmla="*/ 97037 h 361971"/>
                <a:gd name="connsiteX8" fmla="*/ 166777 w 362313"/>
                <a:gd name="connsiteY8" fmla="*/ 99590 h 361971"/>
                <a:gd name="connsiteX9" fmla="*/ 166777 w 362313"/>
                <a:gd name="connsiteY9" fmla="*/ 181305 h 361971"/>
                <a:gd name="connsiteX10" fmla="*/ 145690 w 362313"/>
                <a:gd name="connsiteY10" fmla="*/ 208118 h 361971"/>
                <a:gd name="connsiteX11" fmla="*/ 145690 w 362313"/>
                <a:gd name="connsiteY11" fmla="*/ 273235 h 361971"/>
                <a:gd name="connsiteX12" fmla="*/ 147608 w 362313"/>
                <a:gd name="connsiteY12" fmla="*/ 273235 h 361971"/>
                <a:gd name="connsiteX13" fmla="*/ 153998 w 362313"/>
                <a:gd name="connsiteY13" fmla="*/ 278342 h 361971"/>
                <a:gd name="connsiteX14" fmla="*/ 158470 w 362313"/>
                <a:gd name="connsiteY14" fmla="*/ 295579 h 361971"/>
                <a:gd name="connsiteX15" fmla="*/ 157192 w 362313"/>
                <a:gd name="connsiteY15" fmla="*/ 301324 h 361971"/>
                <a:gd name="connsiteX16" fmla="*/ 152080 w 362313"/>
                <a:gd name="connsiteY16" fmla="*/ 303878 h 361971"/>
                <a:gd name="connsiteX17" fmla="*/ 126521 w 362313"/>
                <a:gd name="connsiteY17" fmla="*/ 303878 h 361971"/>
                <a:gd name="connsiteX18" fmla="*/ 121409 w 362313"/>
                <a:gd name="connsiteY18" fmla="*/ 301324 h 361971"/>
                <a:gd name="connsiteX19" fmla="*/ 120131 w 362313"/>
                <a:gd name="connsiteY19" fmla="*/ 295579 h 361971"/>
                <a:gd name="connsiteX20" fmla="*/ 124604 w 362313"/>
                <a:gd name="connsiteY20" fmla="*/ 278342 h 361971"/>
                <a:gd name="connsiteX21" fmla="*/ 130994 w 362313"/>
                <a:gd name="connsiteY21" fmla="*/ 273235 h 361971"/>
                <a:gd name="connsiteX22" fmla="*/ 132911 w 362313"/>
                <a:gd name="connsiteY22" fmla="*/ 273235 h 361971"/>
                <a:gd name="connsiteX23" fmla="*/ 132911 w 362313"/>
                <a:gd name="connsiteY23" fmla="*/ 208118 h 361971"/>
                <a:gd name="connsiteX24" fmla="*/ 111185 w 362313"/>
                <a:gd name="connsiteY24" fmla="*/ 181305 h 361971"/>
                <a:gd name="connsiteX25" fmla="*/ 111185 w 362313"/>
                <a:gd name="connsiteY25" fmla="*/ 99590 h 361971"/>
                <a:gd name="connsiteX26" fmla="*/ 106073 w 362313"/>
                <a:gd name="connsiteY26" fmla="*/ 97037 h 361971"/>
                <a:gd name="connsiteX27" fmla="*/ 102878 w 362313"/>
                <a:gd name="connsiteY27" fmla="*/ 91291 h 361971"/>
                <a:gd name="connsiteX28" fmla="*/ 102878 w 362313"/>
                <a:gd name="connsiteY28" fmla="*/ 65755 h 361971"/>
                <a:gd name="connsiteX29" fmla="*/ 109268 w 362313"/>
                <a:gd name="connsiteY29" fmla="*/ 59371 h 361971"/>
                <a:gd name="connsiteX30" fmla="*/ 112463 w 362313"/>
                <a:gd name="connsiteY30" fmla="*/ 60009 h 361971"/>
                <a:gd name="connsiteX31" fmla="*/ 118214 w 362313"/>
                <a:gd name="connsiteY31" fmla="*/ 62563 h 361971"/>
                <a:gd name="connsiteX32" fmla="*/ 161027 w 362313"/>
                <a:gd name="connsiteY32" fmla="*/ 62563 h 361971"/>
                <a:gd name="connsiteX33" fmla="*/ 166777 w 362313"/>
                <a:gd name="connsiteY33" fmla="*/ 60009 h 361971"/>
                <a:gd name="connsiteX34" fmla="*/ 175084 w 362313"/>
                <a:gd name="connsiteY34" fmla="*/ 62563 h 361971"/>
                <a:gd name="connsiteX35" fmla="*/ 175723 w 362313"/>
                <a:gd name="connsiteY35" fmla="*/ 65755 h 361971"/>
                <a:gd name="connsiteX36" fmla="*/ 175084 w 362313"/>
                <a:gd name="connsiteY36" fmla="*/ 91291 h 361971"/>
                <a:gd name="connsiteX37" fmla="*/ 260709 w 362313"/>
                <a:gd name="connsiteY37" fmla="*/ 91291 h 361971"/>
                <a:gd name="connsiteX38" fmla="*/ 257514 w 362313"/>
                <a:gd name="connsiteY38" fmla="*/ 97037 h 361971"/>
                <a:gd name="connsiteX39" fmla="*/ 252403 w 362313"/>
                <a:gd name="connsiteY39" fmla="*/ 99590 h 361971"/>
                <a:gd name="connsiteX40" fmla="*/ 252403 w 362313"/>
                <a:gd name="connsiteY40" fmla="*/ 181305 h 361971"/>
                <a:gd name="connsiteX41" fmla="*/ 231316 w 362313"/>
                <a:gd name="connsiteY41" fmla="*/ 208118 h 361971"/>
                <a:gd name="connsiteX42" fmla="*/ 231316 w 362313"/>
                <a:gd name="connsiteY42" fmla="*/ 273235 h 361971"/>
                <a:gd name="connsiteX43" fmla="*/ 233872 w 362313"/>
                <a:gd name="connsiteY43" fmla="*/ 273235 h 361971"/>
                <a:gd name="connsiteX44" fmla="*/ 240262 w 362313"/>
                <a:gd name="connsiteY44" fmla="*/ 278342 h 361971"/>
                <a:gd name="connsiteX45" fmla="*/ 244735 w 362313"/>
                <a:gd name="connsiteY45" fmla="*/ 295579 h 361971"/>
                <a:gd name="connsiteX46" fmla="*/ 243457 w 362313"/>
                <a:gd name="connsiteY46" fmla="*/ 301324 h 361971"/>
                <a:gd name="connsiteX47" fmla="*/ 238345 w 362313"/>
                <a:gd name="connsiteY47" fmla="*/ 303878 h 361971"/>
                <a:gd name="connsiteX48" fmla="*/ 212785 w 362313"/>
                <a:gd name="connsiteY48" fmla="*/ 303878 h 361971"/>
                <a:gd name="connsiteX49" fmla="*/ 206395 w 362313"/>
                <a:gd name="connsiteY49" fmla="*/ 297494 h 361971"/>
                <a:gd name="connsiteX50" fmla="*/ 206395 w 362313"/>
                <a:gd name="connsiteY50" fmla="*/ 295579 h 361971"/>
                <a:gd name="connsiteX51" fmla="*/ 210868 w 362313"/>
                <a:gd name="connsiteY51" fmla="*/ 278342 h 361971"/>
                <a:gd name="connsiteX52" fmla="*/ 217258 w 362313"/>
                <a:gd name="connsiteY52" fmla="*/ 273235 h 361971"/>
                <a:gd name="connsiteX53" fmla="*/ 219175 w 362313"/>
                <a:gd name="connsiteY53" fmla="*/ 273235 h 361971"/>
                <a:gd name="connsiteX54" fmla="*/ 219175 w 362313"/>
                <a:gd name="connsiteY54" fmla="*/ 208118 h 361971"/>
                <a:gd name="connsiteX55" fmla="*/ 197449 w 362313"/>
                <a:gd name="connsiteY55" fmla="*/ 181305 h 361971"/>
                <a:gd name="connsiteX56" fmla="*/ 197449 w 362313"/>
                <a:gd name="connsiteY56" fmla="*/ 99590 h 361971"/>
                <a:gd name="connsiteX57" fmla="*/ 192337 w 362313"/>
                <a:gd name="connsiteY57" fmla="*/ 97037 h 361971"/>
                <a:gd name="connsiteX58" fmla="*/ 188503 w 362313"/>
                <a:gd name="connsiteY58" fmla="*/ 91291 h 361971"/>
                <a:gd name="connsiteX59" fmla="*/ 188503 w 362313"/>
                <a:gd name="connsiteY59" fmla="*/ 65755 h 361971"/>
                <a:gd name="connsiteX60" fmla="*/ 194893 w 362313"/>
                <a:gd name="connsiteY60" fmla="*/ 59371 h 361971"/>
                <a:gd name="connsiteX61" fmla="*/ 198088 w 362313"/>
                <a:gd name="connsiteY61" fmla="*/ 60009 h 361971"/>
                <a:gd name="connsiteX62" fmla="*/ 203839 w 362313"/>
                <a:gd name="connsiteY62" fmla="*/ 62563 h 361971"/>
                <a:gd name="connsiteX63" fmla="*/ 246652 w 362313"/>
                <a:gd name="connsiteY63" fmla="*/ 62563 h 361971"/>
                <a:gd name="connsiteX64" fmla="*/ 252403 w 362313"/>
                <a:gd name="connsiteY64" fmla="*/ 60009 h 361971"/>
                <a:gd name="connsiteX65" fmla="*/ 260709 w 362313"/>
                <a:gd name="connsiteY65" fmla="*/ 62563 h 361971"/>
                <a:gd name="connsiteX66" fmla="*/ 261348 w 362313"/>
                <a:gd name="connsiteY66" fmla="*/ 65755 h 361971"/>
                <a:gd name="connsiteX67" fmla="*/ 260709 w 362313"/>
                <a:gd name="connsiteY67" fmla="*/ 9129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175084" y="91291"/>
                  </a:moveTo>
                  <a:cubicBezTo>
                    <a:pt x="175084" y="93845"/>
                    <a:pt x="173806" y="95760"/>
                    <a:pt x="171889" y="97037"/>
                  </a:cubicBezTo>
                  <a:lnTo>
                    <a:pt x="166777" y="99590"/>
                  </a:lnTo>
                  <a:lnTo>
                    <a:pt x="166777" y="181305"/>
                  </a:lnTo>
                  <a:cubicBezTo>
                    <a:pt x="166777" y="194073"/>
                    <a:pt x="157832" y="205564"/>
                    <a:pt x="145690" y="208118"/>
                  </a:cubicBezTo>
                  <a:lnTo>
                    <a:pt x="145690" y="273235"/>
                  </a:lnTo>
                  <a:lnTo>
                    <a:pt x="147608" y="273235"/>
                  </a:lnTo>
                  <a:cubicBezTo>
                    <a:pt x="150803" y="273235"/>
                    <a:pt x="153358" y="275150"/>
                    <a:pt x="153998" y="278342"/>
                  </a:cubicBezTo>
                  <a:lnTo>
                    <a:pt x="158470" y="295579"/>
                  </a:lnTo>
                  <a:cubicBezTo>
                    <a:pt x="159109" y="297494"/>
                    <a:pt x="158470" y="299409"/>
                    <a:pt x="157192" y="301324"/>
                  </a:cubicBezTo>
                  <a:cubicBezTo>
                    <a:pt x="155914" y="302601"/>
                    <a:pt x="153998" y="303878"/>
                    <a:pt x="152080" y="303878"/>
                  </a:cubicBezTo>
                  <a:lnTo>
                    <a:pt x="126521" y="303878"/>
                  </a:lnTo>
                  <a:cubicBezTo>
                    <a:pt x="124604" y="303878"/>
                    <a:pt x="122687" y="303239"/>
                    <a:pt x="121409" y="301324"/>
                  </a:cubicBezTo>
                  <a:cubicBezTo>
                    <a:pt x="120131" y="300047"/>
                    <a:pt x="119492" y="297494"/>
                    <a:pt x="120131" y="295579"/>
                  </a:cubicBezTo>
                  <a:lnTo>
                    <a:pt x="124604" y="278342"/>
                  </a:lnTo>
                  <a:cubicBezTo>
                    <a:pt x="125243" y="275150"/>
                    <a:pt x="127799" y="273235"/>
                    <a:pt x="130994" y="273235"/>
                  </a:cubicBezTo>
                  <a:lnTo>
                    <a:pt x="132911" y="273235"/>
                  </a:lnTo>
                  <a:lnTo>
                    <a:pt x="132911" y="208118"/>
                  </a:lnTo>
                  <a:cubicBezTo>
                    <a:pt x="120131" y="204926"/>
                    <a:pt x="111824" y="194073"/>
                    <a:pt x="111185" y="181305"/>
                  </a:cubicBezTo>
                  <a:lnTo>
                    <a:pt x="111185" y="99590"/>
                  </a:lnTo>
                  <a:lnTo>
                    <a:pt x="106073" y="97037"/>
                  </a:lnTo>
                  <a:cubicBezTo>
                    <a:pt x="104156" y="95760"/>
                    <a:pt x="102239" y="93845"/>
                    <a:pt x="102878" y="91291"/>
                  </a:cubicBezTo>
                  <a:lnTo>
                    <a:pt x="102878" y="65755"/>
                  </a:lnTo>
                  <a:cubicBezTo>
                    <a:pt x="102878" y="61925"/>
                    <a:pt x="105434" y="59371"/>
                    <a:pt x="109268" y="59371"/>
                  </a:cubicBezTo>
                  <a:cubicBezTo>
                    <a:pt x="110546" y="59371"/>
                    <a:pt x="111185" y="59371"/>
                    <a:pt x="112463" y="60009"/>
                  </a:cubicBezTo>
                  <a:lnTo>
                    <a:pt x="118214" y="62563"/>
                  </a:lnTo>
                  <a:cubicBezTo>
                    <a:pt x="131633" y="68947"/>
                    <a:pt x="147608" y="68947"/>
                    <a:pt x="161027" y="62563"/>
                  </a:cubicBezTo>
                  <a:lnTo>
                    <a:pt x="166777" y="60009"/>
                  </a:lnTo>
                  <a:cubicBezTo>
                    <a:pt x="169972" y="58733"/>
                    <a:pt x="173806" y="59371"/>
                    <a:pt x="175084" y="62563"/>
                  </a:cubicBezTo>
                  <a:cubicBezTo>
                    <a:pt x="175723" y="63201"/>
                    <a:pt x="175723" y="64478"/>
                    <a:pt x="175723" y="65755"/>
                  </a:cubicBezTo>
                  <a:lnTo>
                    <a:pt x="175084" y="91291"/>
                  </a:lnTo>
                  <a:close/>
                  <a:moveTo>
                    <a:pt x="260709" y="91291"/>
                  </a:moveTo>
                  <a:cubicBezTo>
                    <a:pt x="260709" y="93845"/>
                    <a:pt x="259431" y="95760"/>
                    <a:pt x="257514" y="97037"/>
                  </a:cubicBezTo>
                  <a:lnTo>
                    <a:pt x="252403" y="99590"/>
                  </a:lnTo>
                  <a:lnTo>
                    <a:pt x="252403" y="181305"/>
                  </a:lnTo>
                  <a:cubicBezTo>
                    <a:pt x="252403" y="194073"/>
                    <a:pt x="243457" y="205564"/>
                    <a:pt x="231316" y="208118"/>
                  </a:cubicBezTo>
                  <a:lnTo>
                    <a:pt x="231316" y="273235"/>
                  </a:lnTo>
                  <a:lnTo>
                    <a:pt x="233872" y="273235"/>
                  </a:lnTo>
                  <a:cubicBezTo>
                    <a:pt x="237067" y="273235"/>
                    <a:pt x="239623" y="275150"/>
                    <a:pt x="240262" y="278342"/>
                  </a:cubicBezTo>
                  <a:lnTo>
                    <a:pt x="244735" y="295579"/>
                  </a:lnTo>
                  <a:cubicBezTo>
                    <a:pt x="245374" y="297494"/>
                    <a:pt x="244735" y="299409"/>
                    <a:pt x="243457" y="301324"/>
                  </a:cubicBezTo>
                  <a:cubicBezTo>
                    <a:pt x="242179" y="302601"/>
                    <a:pt x="240262" y="303878"/>
                    <a:pt x="238345" y="303878"/>
                  </a:cubicBezTo>
                  <a:lnTo>
                    <a:pt x="212785" y="303878"/>
                  </a:lnTo>
                  <a:cubicBezTo>
                    <a:pt x="208951" y="303878"/>
                    <a:pt x="206395" y="301324"/>
                    <a:pt x="206395" y="297494"/>
                  </a:cubicBezTo>
                  <a:cubicBezTo>
                    <a:pt x="206395" y="296855"/>
                    <a:pt x="206395" y="296217"/>
                    <a:pt x="206395" y="295579"/>
                  </a:cubicBezTo>
                  <a:lnTo>
                    <a:pt x="210868" y="278342"/>
                  </a:lnTo>
                  <a:cubicBezTo>
                    <a:pt x="211507" y="275150"/>
                    <a:pt x="214063" y="273235"/>
                    <a:pt x="217258" y="273235"/>
                  </a:cubicBezTo>
                  <a:lnTo>
                    <a:pt x="219175" y="273235"/>
                  </a:lnTo>
                  <a:lnTo>
                    <a:pt x="219175" y="208118"/>
                  </a:lnTo>
                  <a:cubicBezTo>
                    <a:pt x="206395" y="204926"/>
                    <a:pt x="198088" y="194073"/>
                    <a:pt x="197449" y="181305"/>
                  </a:cubicBezTo>
                  <a:lnTo>
                    <a:pt x="197449" y="99590"/>
                  </a:lnTo>
                  <a:lnTo>
                    <a:pt x="192337" y="97037"/>
                  </a:lnTo>
                  <a:cubicBezTo>
                    <a:pt x="190420" y="95760"/>
                    <a:pt x="188503" y="93845"/>
                    <a:pt x="188503" y="91291"/>
                  </a:cubicBezTo>
                  <a:lnTo>
                    <a:pt x="188503" y="65755"/>
                  </a:lnTo>
                  <a:cubicBezTo>
                    <a:pt x="188503" y="61925"/>
                    <a:pt x="191059" y="59371"/>
                    <a:pt x="194893" y="59371"/>
                  </a:cubicBezTo>
                  <a:cubicBezTo>
                    <a:pt x="196171" y="59371"/>
                    <a:pt x="196810" y="59371"/>
                    <a:pt x="198088" y="60009"/>
                  </a:cubicBezTo>
                  <a:lnTo>
                    <a:pt x="203839" y="62563"/>
                  </a:lnTo>
                  <a:cubicBezTo>
                    <a:pt x="217258" y="68947"/>
                    <a:pt x="233233" y="68947"/>
                    <a:pt x="246652" y="62563"/>
                  </a:cubicBezTo>
                  <a:lnTo>
                    <a:pt x="252403" y="60009"/>
                  </a:lnTo>
                  <a:cubicBezTo>
                    <a:pt x="255597" y="58733"/>
                    <a:pt x="259431" y="59371"/>
                    <a:pt x="260709" y="62563"/>
                  </a:cubicBezTo>
                  <a:cubicBezTo>
                    <a:pt x="261348" y="63201"/>
                    <a:pt x="261348" y="64478"/>
                    <a:pt x="261348" y="65755"/>
                  </a:cubicBezTo>
                  <a:lnTo>
                    <a:pt x="260709" y="91291"/>
                  </a:lnTo>
                  <a:close/>
                </a:path>
              </a:pathLst>
            </a:custGeom>
            <a:solidFill>
              <a:srgbClr val="00A3E0"/>
            </a:solidFill>
            <a:ln w="6390" cap="flat">
              <a:noFill/>
              <a:prstDash val="solid"/>
              <a:miter/>
            </a:ln>
          </p:spPr>
          <p:txBody>
            <a:bodyPr rtlCol="0" anchor="ctr"/>
            <a:lstStyle/>
            <a:p>
              <a:endParaRPr lang="en-US"/>
            </a:p>
          </p:txBody>
        </p:sp>
        <p:sp>
          <p:nvSpPr>
            <p:cNvPr id="314" name="Graphic 4">
              <a:extLst>
                <a:ext uri="{FF2B5EF4-FFF2-40B4-BE49-F238E27FC236}">
                  <a16:creationId xmlns:a16="http://schemas.microsoft.com/office/drawing/2014/main" id="{C787A425-5513-2940-A670-8ECDCC96C238}"/>
                </a:ext>
              </a:extLst>
            </p:cNvPr>
            <p:cNvSpPr/>
            <p:nvPr/>
          </p:nvSpPr>
          <p:spPr>
            <a:xfrm>
              <a:off x="2161671" y="2041760"/>
              <a:ext cx="30076" cy="47923"/>
            </a:xfrm>
            <a:custGeom>
              <a:avLst/>
              <a:gdLst>
                <a:gd name="connsiteX0" fmla="*/ 44 w 30076"/>
                <a:gd name="connsiteY0" fmla="*/ 0 h 47923"/>
                <a:gd name="connsiteX1" fmla="*/ 44 w 30076"/>
                <a:gd name="connsiteY1" fmla="*/ 31920 h 47923"/>
                <a:gd name="connsiteX2" fmla="*/ 14102 w 30076"/>
                <a:gd name="connsiteY2" fmla="*/ 47880 h 47923"/>
                <a:gd name="connsiteX3" fmla="*/ 30077 w 30076"/>
                <a:gd name="connsiteY3" fmla="*/ 33835 h 47923"/>
                <a:gd name="connsiteX4" fmla="*/ 30077 w 30076"/>
                <a:gd name="connsiteY4" fmla="*/ 31920 h 47923"/>
                <a:gd name="connsiteX5" fmla="*/ 30077 w 30076"/>
                <a:gd name="connsiteY5" fmla="*/ 0 h 47923"/>
                <a:gd name="connsiteX6" fmla="*/ 44 w 30076"/>
                <a:gd name="connsiteY6" fmla="*/ 0 h 47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76" h="47923">
                  <a:moveTo>
                    <a:pt x="44" y="0"/>
                  </a:moveTo>
                  <a:lnTo>
                    <a:pt x="44" y="31920"/>
                  </a:lnTo>
                  <a:cubicBezTo>
                    <a:pt x="-595" y="40219"/>
                    <a:pt x="5795" y="47241"/>
                    <a:pt x="14102" y="47880"/>
                  </a:cubicBezTo>
                  <a:cubicBezTo>
                    <a:pt x="22409" y="48518"/>
                    <a:pt x="29438" y="42134"/>
                    <a:pt x="30077" y="33835"/>
                  </a:cubicBezTo>
                  <a:cubicBezTo>
                    <a:pt x="30077" y="33197"/>
                    <a:pt x="30077" y="32558"/>
                    <a:pt x="30077" y="31920"/>
                  </a:cubicBezTo>
                  <a:lnTo>
                    <a:pt x="30077" y="0"/>
                  </a:lnTo>
                  <a:lnTo>
                    <a:pt x="44" y="0"/>
                  </a:lnTo>
                  <a:close/>
                </a:path>
              </a:pathLst>
            </a:custGeom>
            <a:solidFill>
              <a:srgbClr val="00A3E0"/>
            </a:solidFill>
            <a:ln w="6390" cap="flat">
              <a:noFill/>
              <a:prstDash val="solid"/>
              <a:miter/>
            </a:ln>
          </p:spPr>
          <p:txBody>
            <a:bodyPr rtlCol="0" anchor="ctr"/>
            <a:lstStyle/>
            <a:p>
              <a:endParaRPr lang="en-US"/>
            </a:p>
          </p:txBody>
        </p:sp>
        <p:sp>
          <p:nvSpPr>
            <p:cNvPr id="315" name="Graphic 4">
              <a:extLst>
                <a:ext uri="{FF2B5EF4-FFF2-40B4-BE49-F238E27FC236}">
                  <a16:creationId xmlns:a16="http://schemas.microsoft.com/office/drawing/2014/main" id="{D5212B36-EF29-514C-B946-C55E04A0C3BB}"/>
                </a:ext>
              </a:extLst>
            </p:cNvPr>
            <p:cNvSpPr/>
            <p:nvPr/>
          </p:nvSpPr>
          <p:spPr>
            <a:xfrm>
              <a:off x="2153408" y="1968344"/>
              <a:ext cx="47285" cy="17555"/>
            </a:xfrm>
            <a:custGeom>
              <a:avLst/>
              <a:gdLst>
                <a:gd name="connsiteX0" fmla="*/ 4473 w 47285"/>
                <a:gd name="connsiteY0" fmla="*/ 14045 h 17555"/>
                <a:gd name="connsiteX1" fmla="*/ 4473 w 47285"/>
                <a:gd name="connsiteY1" fmla="*/ 14045 h 17555"/>
                <a:gd name="connsiteX2" fmla="*/ 8946 w 47285"/>
                <a:gd name="connsiteY2" fmla="*/ 15322 h 17555"/>
                <a:gd name="connsiteX3" fmla="*/ 10224 w 47285"/>
                <a:gd name="connsiteY3" fmla="*/ 15960 h 17555"/>
                <a:gd name="connsiteX4" fmla="*/ 13419 w 47285"/>
                <a:gd name="connsiteY4" fmla="*/ 16598 h 17555"/>
                <a:gd name="connsiteX5" fmla="*/ 33867 w 47285"/>
                <a:gd name="connsiteY5" fmla="*/ 16598 h 17555"/>
                <a:gd name="connsiteX6" fmla="*/ 37062 w 47285"/>
                <a:gd name="connsiteY6" fmla="*/ 15960 h 17555"/>
                <a:gd name="connsiteX7" fmla="*/ 38340 w 47285"/>
                <a:gd name="connsiteY7" fmla="*/ 15322 h 17555"/>
                <a:gd name="connsiteX8" fmla="*/ 42813 w 47285"/>
                <a:gd name="connsiteY8" fmla="*/ 14045 h 17555"/>
                <a:gd name="connsiteX9" fmla="*/ 42813 w 47285"/>
                <a:gd name="connsiteY9" fmla="*/ 14045 h 17555"/>
                <a:gd name="connsiteX10" fmla="*/ 45369 w 47285"/>
                <a:gd name="connsiteY10" fmla="*/ 12768 h 17555"/>
                <a:gd name="connsiteX11" fmla="*/ 47285 w 47285"/>
                <a:gd name="connsiteY11" fmla="*/ 11491 h 17555"/>
                <a:gd name="connsiteX12" fmla="*/ 47285 w 47285"/>
                <a:gd name="connsiteY12" fmla="*/ 0 h 17555"/>
                <a:gd name="connsiteX13" fmla="*/ 0 w 47285"/>
                <a:gd name="connsiteY13" fmla="*/ 0 h 17555"/>
                <a:gd name="connsiteX14" fmla="*/ 0 w 47285"/>
                <a:gd name="connsiteY14" fmla="*/ 11491 h 17555"/>
                <a:gd name="connsiteX15" fmla="*/ 1917 w 47285"/>
                <a:gd name="connsiteY15" fmla="*/ 12768 h 17555"/>
                <a:gd name="connsiteX16" fmla="*/ 4473 w 47285"/>
                <a:gd name="connsiteY16" fmla="*/ 14045 h 17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7285" h="17555">
                  <a:moveTo>
                    <a:pt x="4473" y="14045"/>
                  </a:moveTo>
                  <a:lnTo>
                    <a:pt x="4473" y="14045"/>
                  </a:lnTo>
                  <a:cubicBezTo>
                    <a:pt x="5751" y="14683"/>
                    <a:pt x="7029" y="15322"/>
                    <a:pt x="8946" y="15322"/>
                  </a:cubicBezTo>
                  <a:lnTo>
                    <a:pt x="10224" y="15960"/>
                  </a:lnTo>
                  <a:cubicBezTo>
                    <a:pt x="10863" y="15960"/>
                    <a:pt x="12141" y="16598"/>
                    <a:pt x="13419" y="16598"/>
                  </a:cubicBezTo>
                  <a:cubicBezTo>
                    <a:pt x="20448" y="17875"/>
                    <a:pt x="27477" y="17875"/>
                    <a:pt x="33867" y="16598"/>
                  </a:cubicBezTo>
                  <a:lnTo>
                    <a:pt x="37062" y="15960"/>
                  </a:lnTo>
                  <a:lnTo>
                    <a:pt x="38340" y="15322"/>
                  </a:lnTo>
                  <a:cubicBezTo>
                    <a:pt x="39618" y="14683"/>
                    <a:pt x="41535" y="14045"/>
                    <a:pt x="42813" y="14045"/>
                  </a:cubicBezTo>
                  <a:lnTo>
                    <a:pt x="42813" y="14045"/>
                  </a:lnTo>
                  <a:lnTo>
                    <a:pt x="45369" y="12768"/>
                  </a:lnTo>
                  <a:lnTo>
                    <a:pt x="47285" y="11491"/>
                  </a:lnTo>
                  <a:lnTo>
                    <a:pt x="47285" y="0"/>
                  </a:lnTo>
                  <a:cubicBezTo>
                    <a:pt x="31950" y="6384"/>
                    <a:pt x="15336" y="6384"/>
                    <a:pt x="0" y="0"/>
                  </a:cubicBezTo>
                  <a:lnTo>
                    <a:pt x="0" y="11491"/>
                  </a:lnTo>
                  <a:lnTo>
                    <a:pt x="1917" y="12768"/>
                  </a:lnTo>
                  <a:lnTo>
                    <a:pt x="4473" y="14045"/>
                  </a:lnTo>
                  <a:close/>
                </a:path>
              </a:pathLst>
            </a:custGeom>
            <a:solidFill>
              <a:srgbClr val="00A3E0"/>
            </a:solidFill>
            <a:ln w="6390" cap="flat">
              <a:noFill/>
              <a:prstDash val="solid"/>
              <a:miter/>
            </a:ln>
          </p:spPr>
          <p:txBody>
            <a:bodyPr rtlCol="0" anchor="ctr"/>
            <a:lstStyle/>
            <a:p>
              <a:endParaRPr lang="en-US"/>
            </a:p>
          </p:txBody>
        </p:sp>
      </p:grpSp>
      <p:grpSp>
        <p:nvGrpSpPr>
          <p:cNvPr id="316" name="Graphic 4">
            <a:extLst>
              <a:ext uri="{FF2B5EF4-FFF2-40B4-BE49-F238E27FC236}">
                <a16:creationId xmlns:a16="http://schemas.microsoft.com/office/drawing/2014/main" id="{0992077F-D300-B349-93F6-A354D12A75B4}"/>
              </a:ext>
            </a:extLst>
          </p:cNvPr>
          <p:cNvGrpSpPr>
            <a:grpSpLocks noChangeAspect="1"/>
          </p:cNvGrpSpPr>
          <p:nvPr/>
        </p:nvGrpSpPr>
        <p:grpSpPr>
          <a:xfrm>
            <a:off x="1952125" y="918179"/>
            <a:ext cx="362313" cy="361971"/>
            <a:chOff x="1952125" y="918179"/>
            <a:chExt cx="362313" cy="361971"/>
          </a:xfrm>
          <a:solidFill>
            <a:srgbClr val="00A3E0"/>
          </a:solidFill>
        </p:grpSpPr>
        <p:sp>
          <p:nvSpPr>
            <p:cNvPr id="317" name="Graphic 4">
              <a:extLst>
                <a:ext uri="{FF2B5EF4-FFF2-40B4-BE49-F238E27FC236}">
                  <a16:creationId xmlns:a16="http://schemas.microsoft.com/office/drawing/2014/main" id="{4342BF06-F7AE-2D48-8158-B2C1B17F023A}"/>
                </a:ext>
              </a:extLst>
            </p:cNvPr>
            <p:cNvSpPr/>
            <p:nvPr/>
          </p:nvSpPr>
          <p:spPr>
            <a:xfrm>
              <a:off x="2083119" y="991595"/>
              <a:ext cx="23003" cy="22982"/>
            </a:xfrm>
            <a:custGeom>
              <a:avLst/>
              <a:gdLst>
                <a:gd name="connsiteX0" fmla="*/ 23004 w 23003"/>
                <a:gd name="connsiteY0" fmla="*/ 11491 h 22982"/>
                <a:gd name="connsiteX1" fmla="*/ 11502 w 23003"/>
                <a:gd name="connsiteY1" fmla="*/ 22982 h 22982"/>
                <a:gd name="connsiteX2" fmla="*/ 0 w 23003"/>
                <a:gd name="connsiteY2" fmla="*/ 11491 h 22982"/>
                <a:gd name="connsiteX3" fmla="*/ 11502 w 23003"/>
                <a:gd name="connsiteY3" fmla="*/ 0 h 22982"/>
                <a:gd name="connsiteX4" fmla="*/ 23004 w 23003"/>
                <a:gd name="connsiteY4" fmla="*/ 11491 h 22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03" h="22982">
                  <a:moveTo>
                    <a:pt x="23004" y="11491"/>
                  </a:moveTo>
                  <a:cubicBezTo>
                    <a:pt x="23004" y="17838"/>
                    <a:pt x="17854" y="22982"/>
                    <a:pt x="11502" y="22982"/>
                  </a:cubicBezTo>
                  <a:cubicBezTo>
                    <a:pt x="5150" y="22982"/>
                    <a:pt x="0" y="17838"/>
                    <a:pt x="0" y="11491"/>
                  </a:cubicBezTo>
                  <a:cubicBezTo>
                    <a:pt x="0" y="5145"/>
                    <a:pt x="5150" y="0"/>
                    <a:pt x="11502" y="0"/>
                  </a:cubicBezTo>
                  <a:cubicBezTo>
                    <a:pt x="17854" y="0"/>
                    <a:pt x="23004" y="5145"/>
                    <a:pt x="23004" y="11491"/>
                  </a:cubicBezTo>
                  <a:close/>
                </a:path>
              </a:pathLst>
            </a:custGeom>
            <a:solidFill>
              <a:srgbClr val="00A3E0"/>
            </a:solidFill>
            <a:ln w="6390" cap="flat">
              <a:noFill/>
              <a:prstDash val="solid"/>
              <a:miter/>
            </a:ln>
          </p:spPr>
          <p:txBody>
            <a:bodyPr rtlCol="0" anchor="ctr"/>
            <a:lstStyle/>
            <a:p>
              <a:endParaRPr lang="en-US"/>
            </a:p>
          </p:txBody>
        </p:sp>
        <p:sp>
          <p:nvSpPr>
            <p:cNvPr id="318" name="Graphic 4">
              <a:extLst>
                <a:ext uri="{FF2B5EF4-FFF2-40B4-BE49-F238E27FC236}">
                  <a16:creationId xmlns:a16="http://schemas.microsoft.com/office/drawing/2014/main" id="{B019C88C-B26B-B540-8514-1A94E556B62B}"/>
                </a:ext>
              </a:extLst>
            </p:cNvPr>
            <p:cNvSpPr/>
            <p:nvPr/>
          </p:nvSpPr>
          <p:spPr>
            <a:xfrm>
              <a:off x="1952125" y="918179"/>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42496 w 362313"/>
                <a:gd name="connsiteY6" fmla="*/ 60648 h 361971"/>
                <a:gd name="connsiteX7" fmla="*/ 166777 w 362313"/>
                <a:gd name="connsiteY7" fmla="*/ 84907 h 361971"/>
                <a:gd name="connsiteX8" fmla="*/ 142496 w 362313"/>
                <a:gd name="connsiteY8" fmla="*/ 109166 h 361971"/>
                <a:gd name="connsiteX9" fmla="*/ 118214 w 362313"/>
                <a:gd name="connsiteY9" fmla="*/ 84907 h 361971"/>
                <a:gd name="connsiteX10" fmla="*/ 142496 w 362313"/>
                <a:gd name="connsiteY10" fmla="*/ 60648 h 361971"/>
                <a:gd name="connsiteX11" fmla="*/ 138662 w 362313"/>
                <a:gd name="connsiteY11" fmla="*/ 240038 h 361971"/>
                <a:gd name="connsiteX12" fmla="*/ 99044 w 362313"/>
                <a:gd name="connsiteY12" fmla="*/ 298132 h 361971"/>
                <a:gd name="connsiteX13" fmla="*/ 93932 w 362313"/>
                <a:gd name="connsiteY13" fmla="*/ 300686 h 361971"/>
                <a:gd name="connsiteX14" fmla="*/ 90098 w 362313"/>
                <a:gd name="connsiteY14" fmla="*/ 299409 h 361971"/>
                <a:gd name="connsiteX15" fmla="*/ 88181 w 362313"/>
                <a:gd name="connsiteY15" fmla="*/ 290471 h 361971"/>
                <a:gd name="connsiteX16" fmla="*/ 127799 w 362313"/>
                <a:gd name="connsiteY16" fmla="*/ 232377 h 361971"/>
                <a:gd name="connsiteX17" fmla="*/ 136745 w 362313"/>
                <a:gd name="connsiteY17" fmla="*/ 230462 h 361971"/>
                <a:gd name="connsiteX18" fmla="*/ 138662 w 362313"/>
                <a:gd name="connsiteY18" fmla="*/ 240038 h 361971"/>
                <a:gd name="connsiteX19" fmla="*/ 138662 w 362313"/>
                <a:gd name="connsiteY19" fmla="*/ 240038 h 361971"/>
                <a:gd name="connsiteX20" fmla="*/ 182113 w 362313"/>
                <a:gd name="connsiteY20" fmla="*/ 301324 h 361971"/>
                <a:gd name="connsiteX21" fmla="*/ 181474 w 362313"/>
                <a:gd name="connsiteY21" fmla="*/ 301324 h 361971"/>
                <a:gd name="connsiteX22" fmla="*/ 175084 w 362313"/>
                <a:gd name="connsiteY22" fmla="*/ 295578 h 361971"/>
                <a:gd name="connsiteX23" fmla="*/ 166777 w 362313"/>
                <a:gd name="connsiteY23" fmla="*/ 238761 h 361971"/>
                <a:gd name="connsiteX24" fmla="*/ 136106 w 362313"/>
                <a:gd name="connsiteY24" fmla="*/ 198542 h 361971"/>
                <a:gd name="connsiteX25" fmla="*/ 134828 w 362313"/>
                <a:gd name="connsiteY25" fmla="*/ 194711 h 361971"/>
                <a:gd name="connsiteX26" fmla="*/ 134828 w 362313"/>
                <a:gd name="connsiteY26" fmla="*/ 139809 h 361971"/>
                <a:gd name="connsiteX27" fmla="*/ 114380 w 362313"/>
                <a:gd name="connsiteY27" fmla="*/ 155131 h 361971"/>
                <a:gd name="connsiteX28" fmla="*/ 114380 w 362313"/>
                <a:gd name="connsiteY28" fmla="*/ 207479 h 361971"/>
                <a:gd name="connsiteX29" fmla="*/ 107990 w 362313"/>
                <a:gd name="connsiteY29" fmla="*/ 213863 h 361971"/>
                <a:gd name="connsiteX30" fmla="*/ 101600 w 362313"/>
                <a:gd name="connsiteY30" fmla="*/ 207479 h 361971"/>
                <a:gd name="connsiteX31" fmla="*/ 101600 w 362313"/>
                <a:gd name="connsiteY31" fmla="*/ 151939 h 361971"/>
                <a:gd name="connsiteX32" fmla="*/ 104156 w 362313"/>
                <a:gd name="connsiteY32" fmla="*/ 146832 h 361971"/>
                <a:gd name="connsiteX33" fmla="*/ 137384 w 362313"/>
                <a:gd name="connsiteY33" fmla="*/ 122572 h 361971"/>
                <a:gd name="connsiteX34" fmla="*/ 146330 w 362313"/>
                <a:gd name="connsiteY34" fmla="*/ 123849 h 361971"/>
                <a:gd name="connsiteX35" fmla="*/ 147608 w 362313"/>
                <a:gd name="connsiteY35" fmla="*/ 127680 h 361971"/>
                <a:gd name="connsiteX36" fmla="*/ 147608 w 362313"/>
                <a:gd name="connsiteY36" fmla="*/ 193435 h 361971"/>
                <a:gd name="connsiteX37" fmla="*/ 177640 w 362313"/>
                <a:gd name="connsiteY37" fmla="*/ 233015 h 361971"/>
                <a:gd name="connsiteX38" fmla="*/ 178918 w 362313"/>
                <a:gd name="connsiteY38" fmla="*/ 236207 h 361971"/>
                <a:gd name="connsiteX39" fmla="*/ 187225 w 362313"/>
                <a:gd name="connsiteY39" fmla="*/ 294302 h 361971"/>
                <a:gd name="connsiteX40" fmla="*/ 182113 w 362313"/>
                <a:gd name="connsiteY40" fmla="*/ 301324 h 361971"/>
                <a:gd name="connsiteX41" fmla="*/ 182113 w 362313"/>
                <a:gd name="connsiteY41" fmla="*/ 301324 h 361971"/>
                <a:gd name="connsiteX42" fmla="*/ 274128 w 362313"/>
                <a:gd name="connsiteY42" fmla="*/ 287279 h 361971"/>
                <a:gd name="connsiteX43" fmla="*/ 269655 w 362313"/>
                <a:gd name="connsiteY43" fmla="*/ 289194 h 361971"/>
                <a:gd name="connsiteX44" fmla="*/ 265182 w 362313"/>
                <a:gd name="connsiteY44" fmla="*/ 287279 h 361971"/>
                <a:gd name="connsiteX45" fmla="*/ 169333 w 362313"/>
                <a:gd name="connsiteY45" fmla="*/ 187689 h 361971"/>
                <a:gd name="connsiteX46" fmla="*/ 169333 w 362313"/>
                <a:gd name="connsiteY46" fmla="*/ 178752 h 361971"/>
                <a:gd name="connsiteX47" fmla="*/ 178279 w 362313"/>
                <a:gd name="connsiteY47" fmla="*/ 178752 h 361971"/>
                <a:gd name="connsiteX48" fmla="*/ 178279 w 362313"/>
                <a:gd name="connsiteY48" fmla="*/ 178752 h 361971"/>
                <a:gd name="connsiteX49" fmla="*/ 274128 w 362313"/>
                <a:gd name="connsiteY49" fmla="*/ 278342 h 361971"/>
                <a:gd name="connsiteX50" fmla="*/ 274128 w 362313"/>
                <a:gd name="connsiteY50" fmla="*/ 287279 h 361971"/>
                <a:gd name="connsiteX51" fmla="*/ 274128 w 362313"/>
                <a:gd name="connsiteY51" fmla="*/ 287279 h 361971"/>
                <a:gd name="connsiteX52" fmla="*/ 274128 w 362313"/>
                <a:gd name="connsiteY52" fmla="*/ 28727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142496" y="60648"/>
                  </a:moveTo>
                  <a:cubicBezTo>
                    <a:pt x="155914" y="60648"/>
                    <a:pt x="166777" y="71501"/>
                    <a:pt x="166777" y="84907"/>
                  </a:cubicBezTo>
                  <a:cubicBezTo>
                    <a:pt x="166777" y="98313"/>
                    <a:pt x="155914" y="109166"/>
                    <a:pt x="142496" y="109166"/>
                  </a:cubicBezTo>
                  <a:cubicBezTo>
                    <a:pt x="129077" y="109166"/>
                    <a:pt x="118214" y="98313"/>
                    <a:pt x="118214" y="84907"/>
                  </a:cubicBezTo>
                  <a:cubicBezTo>
                    <a:pt x="118214" y="71501"/>
                    <a:pt x="129077" y="60648"/>
                    <a:pt x="142496" y="60648"/>
                  </a:cubicBezTo>
                  <a:close/>
                  <a:moveTo>
                    <a:pt x="138662" y="240038"/>
                  </a:moveTo>
                  <a:lnTo>
                    <a:pt x="99044" y="298132"/>
                  </a:lnTo>
                  <a:cubicBezTo>
                    <a:pt x="97766" y="300047"/>
                    <a:pt x="95849" y="300686"/>
                    <a:pt x="93932" y="300686"/>
                  </a:cubicBezTo>
                  <a:cubicBezTo>
                    <a:pt x="92654" y="300686"/>
                    <a:pt x="91376" y="300047"/>
                    <a:pt x="90098" y="299409"/>
                  </a:cubicBezTo>
                  <a:cubicBezTo>
                    <a:pt x="86903" y="297494"/>
                    <a:pt x="86264" y="293663"/>
                    <a:pt x="88181" y="290471"/>
                  </a:cubicBezTo>
                  <a:lnTo>
                    <a:pt x="127799" y="232377"/>
                  </a:lnTo>
                  <a:cubicBezTo>
                    <a:pt x="129716" y="229185"/>
                    <a:pt x="133550" y="228547"/>
                    <a:pt x="136745" y="230462"/>
                  </a:cubicBezTo>
                  <a:cubicBezTo>
                    <a:pt x="139940" y="233015"/>
                    <a:pt x="140579" y="236846"/>
                    <a:pt x="138662" y="240038"/>
                  </a:cubicBezTo>
                  <a:lnTo>
                    <a:pt x="138662" y="240038"/>
                  </a:lnTo>
                  <a:close/>
                  <a:moveTo>
                    <a:pt x="182113" y="301324"/>
                  </a:moveTo>
                  <a:lnTo>
                    <a:pt x="181474" y="301324"/>
                  </a:lnTo>
                  <a:cubicBezTo>
                    <a:pt x="178279" y="301324"/>
                    <a:pt x="175723" y="298770"/>
                    <a:pt x="175084" y="295578"/>
                  </a:cubicBezTo>
                  <a:lnTo>
                    <a:pt x="166777" y="238761"/>
                  </a:lnTo>
                  <a:lnTo>
                    <a:pt x="136106" y="198542"/>
                  </a:lnTo>
                  <a:cubicBezTo>
                    <a:pt x="135467" y="197265"/>
                    <a:pt x="134828" y="195988"/>
                    <a:pt x="134828" y="194711"/>
                  </a:cubicBezTo>
                  <a:lnTo>
                    <a:pt x="134828" y="139809"/>
                  </a:lnTo>
                  <a:lnTo>
                    <a:pt x="114380" y="155131"/>
                  </a:lnTo>
                  <a:lnTo>
                    <a:pt x="114380" y="207479"/>
                  </a:lnTo>
                  <a:cubicBezTo>
                    <a:pt x="114380" y="211310"/>
                    <a:pt x="111824" y="213863"/>
                    <a:pt x="107990" y="213863"/>
                  </a:cubicBezTo>
                  <a:cubicBezTo>
                    <a:pt x="104156" y="213863"/>
                    <a:pt x="101600" y="211310"/>
                    <a:pt x="101600" y="207479"/>
                  </a:cubicBezTo>
                  <a:lnTo>
                    <a:pt x="101600" y="151939"/>
                  </a:lnTo>
                  <a:cubicBezTo>
                    <a:pt x="101600" y="150024"/>
                    <a:pt x="102878" y="148108"/>
                    <a:pt x="104156" y="146832"/>
                  </a:cubicBezTo>
                  <a:lnTo>
                    <a:pt x="137384" y="122572"/>
                  </a:lnTo>
                  <a:cubicBezTo>
                    <a:pt x="139940" y="120657"/>
                    <a:pt x="144413" y="121296"/>
                    <a:pt x="146330" y="123849"/>
                  </a:cubicBezTo>
                  <a:cubicBezTo>
                    <a:pt x="146969" y="125126"/>
                    <a:pt x="147608" y="126403"/>
                    <a:pt x="147608" y="127680"/>
                  </a:cubicBezTo>
                  <a:lnTo>
                    <a:pt x="147608" y="193435"/>
                  </a:lnTo>
                  <a:lnTo>
                    <a:pt x="177640" y="233015"/>
                  </a:lnTo>
                  <a:cubicBezTo>
                    <a:pt x="178279" y="233654"/>
                    <a:pt x="178918" y="234931"/>
                    <a:pt x="178918" y="236207"/>
                  </a:cubicBezTo>
                  <a:lnTo>
                    <a:pt x="187225" y="294302"/>
                  </a:lnTo>
                  <a:cubicBezTo>
                    <a:pt x="187864" y="297494"/>
                    <a:pt x="185308" y="300686"/>
                    <a:pt x="182113" y="301324"/>
                  </a:cubicBezTo>
                  <a:lnTo>
                    <a:pt x="182113" y="301324"/>
                  </a:lnTo>
                  <a:close/>
                  <a:moveTo>
                    <a:pt x="274128" y="287279"/>
                  </a:moveTo>
                  <a:cubicBezTo>
                    <a:pt x="272850" y="288556"/>
                    <a:pt x="271572" y="289194"/>
                    <a:pt x="269655" y="289194"/>
                  </a:cubicBezTo>
                  <a:cubicBezTo>
                    <a:pt x="267738" y="289194"/>
                    <a:pt x="266460" y="288556"/>
                    <a:pt x="265182" y="287279"/>
                  </a:cubicBezTo>
                  <a:lnTo>
                    <a:pt x="169333" y="187689"/>
                  </a:lnTo>
                  <a:cubicBezTo>
                    <a:pt x="166777" y="185135"/>
                    <a:pt x="166777" y="181305"/>
                    <a:pt x="169333" y="178752"/>
                  </a:cubicBezTo>
                  <a:cubicBezTo>
                    <a:pt x="171889" y="176198"/>
                    <a:pt x="175723" y="176198"/>
                    <a:pt x="178279" y="178752"/>
                  </a:cubicBezTo>
                  <a:cubicBezTo>
                    <a:pt x="178279" y="178752"/>
                    <a:pt x="178279" y="178752"/>
                    <a:pt x="178279" y="178752"/>
                  </a:cubicBezTo>
                  <a:lnTo>
                    <a:pt x="274128" y="278342"/>
                  </a:lnTo>
                  <a:cubicBezTo>
                    <a:pt x="276684" y="280895"/>
                    <a:pt x="277323" y="284726"/>
                    <a:pt x="274128" y="287279"/>
                  </a:cubicBezTo>
                  <a:cubicBezTo>
                    <a:pt x="274767" y="287279"/>
                    <a:pt x="274128" y="287279"/>
                    <a:pt x="274128" y="287279"/>
                  </a:cubicBezTo>
                  <a:lnTo>
                    <a:pt x="274128" y="287279"/>
                  </a:lnTo>
                  <a:close/>
                </a:path>
              </a:pathLst>
            </a:custGeom>
            <a:solidFill>
              <a:srgbClr val="00A3E0"/>
            </a:solidFill>
            <a:ln w="6390" cap="flat">
              <a:noFill/>
              <a:prstDash val="solid"/>
              <a:miter/>
            </a:ln>
          </p:spPr>
          <p:txBody>
            <a:bodyPr rtlCol="0" anchor="ctr"/>
            <a:lstStyle/>
            <a:p>
              <a:endParaRPr lang="en-US"/>
            </a:p>
          </p:txBody>
        </p:sp>
      </p:grpSp>
      <p:grpSp>
        <p:nvGrpSpPr>
          <p:cNvPr id="319" name="Graphic 4">
            <a:extLst>
              <a:ext uri="{FF2B5EF4-FFF2-40B4-BE49-F238E27FC236}">
                <a16:creationId xmlns:a16="http://schemas.microsoft.com/office/drawing/2014/main" id="{483E01EE-BB8C-E541-A832-817B0DB6693E}"/>
              </a:ext>
            </a:extLst>
          </p:cNvPr>
          <p:cNvGrpSpPr>
            <a:grpSpLocks noChangeAspect="1"/>
          </p:cNvGrpSpPr>
          <p:nvPr/>
        </p:nvGrpSpPr>
        <p:grpSpPr>
          <a:xfrm>
            <a:off x="2560447" y="918179"/>
            <a:ext cx="362309" cy="361971"/>
            <a:chOff x="2560447" y="918179"/>
            <a:chExt cx="362309" cy="361971"/>
          </a:xfrm>
          <a:solidFill>
            <a:srgbClr val="00A3E0"/>
          </a:solidFill>
        </p:grpSpPr>
        <p:sp>
          <p:nvSpPr>
            <p:cNvPr id="320" name="Graphic 4">
              <a:extLst>
                <a:ext uri="{FF2B5EF4-FFF2-40B4-BE49-F238E27FC236}">
                  <a16:creationId xmlns:a16="http://schemas.microsoft.com/office/drawing/2014/main" id="{6C1778B7-A342-1D47-BE9C-257635C61474}"/>
                </a:ext>
              </a:extLst>
            </p:cNvPr>
            <p:cNvSpPr/>
            <p:nvPr/>
          </p:nvSpPr>
          <p:spPr>
            <a:xfrm>
              <a:off x="2560447" y="91817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737"/>
                    <a:pt x="88181" y="12768"/>
                    <a:pt x="180835" y="12768"/>
                  </a:cubicBezTo>
                  <a:cubicBezTo>
                    <a:pt x="273489" y="12768"/>
                    <a:pt x="349529" y="88099"/>
                    <a:pt x="349529" y="180667"/>
                  </a:cubicBezTo>
                  <a:cubicBezTo>
                    <a:pt x="349529" y="180667"/>
                    <a:pt x="349529" y="180667"/>
                    <a:pt x="349529" y="180667"/>
                  </a:cubicBezTo>
                  <a:cubicBezTo>
                    <a:pt x="349529" y="273873"/>
                    <a:pt x="274128" y="348565"/>
                    <a:pt x="181474" y="349204"/>
                  </a:cubicBezTo>
                  <a:close/>
                </a:path>
              </a:pathLst>
            </a:custGeom>
            <a:solidFill>
              <a:srgbClr val="00A3E0"/>
            </a:solidFill>
            <a:ln w="6390" cap="flat">
              <a:noFill/>
              <a:prstDash val="solid"/>
              <a:miter/>
            </a:ln>
          </p:spPr>
          <p:txBody>
            <a:bodyPr rtlCol="0" anchor="ctr"/>
            <a:lstStyle/>
            <a:p>
              <a:endParaRPr lang="en-US"/>
            </a:p>
          </p:txBody>
        </p:sp>
        <p:sp>
          <p:nvSpPr>
            <p:cNvPr id="321" name="Graphic 4">
              <a:extLst>
                <a:ext uri="{FF2B5EF4-FFF2-40B4-BE49-F238E27FC236}">
                  <a16:creationId xmlns:a16="http://schemas.microsoft.com/office/drawing/2014/main" id="{255A9E6E-BFF6-4B4B-81B1-218B1BBFE5CD}"/>
                </a:ext>
              </a:extLst>
            </p:cNvPr>
            <p:cNvSpPr/>
            <p:nvPr/>
          </p:nvSpPr>
          <p:spPr>
            <a:xfrm>
              <a:off x="2770676" y="1095015"/>
              <a:ext cx="43451" cy="44049"/>
            </a:xfrm>
            <a:custGeom>
              <a:avLst/>
              <a:gdLst>
                <a:gd name="connsiteX0" fmla="*/ 10863 w 43451"/>
                <a:gd name="connsiteY0" fmla="*/ 1915 h 44049"/>
                <a:gd name="connsiteX1" fmla="*/ 1917 w 43451"/>
                <a:gd name="connsiteY1" fmla="*/ 1915 h 44049"/>
                <a:gd name="connsiteX2" fmla="*/ 1917 w 43451"/>
                <a:gd name="connsiteY2" fmla="*/ 10853 h 44049"/>
                <a:gd name="connsiteX3" fmla="*/ 32589 w 43451"/>
                <a:gd name="connsiteY3" fmla="*/ 42134 h 44049"/>
                <a:gd name="connsiteX4" fmla="*/ 37062 w 43451"/>
                <a:gd name="connsiteY4" fmla="*/ 44049 h 44049"/>
                <a:gd name="connsiteX5" fmla="*/ 41535 w 43451"/>
                <a:gd name="connsiteY5" fmla="*/ 42134 h 44049"/>
                <a:gd name="connsiteX6" fmla="*/ 41535 w 43451"/>
                <a:gd name="connsiteY6" fmla="*/ 33197 h 44049"/>
                <a:gd name="connsiteX7" fmla="*/ 41535 w 43451"/>
                <a:gd name="connsiteY7" fmla="*/ 33197 h 44049"/>
                <a:gd name="connsiteX8" fmla="*/ 10863 w 43451"/>
                <a:gd name="connsiteY8" fmla="*/ 1915 h 44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451" h="44049">
                  <a:moveTo>
                    <a:pt x="10863" y="1915"/>
                  </a:moveTo>
                  <a:cubicBezTo>
                    <a:pt x="8307" y="-638"/>
                    <a:pt x="4473" y="-638"/>
                    <a:pt x="1917" y="1915"/>
                  </a:cubicBezTo>
                  <a:cubicBezTo>
                    <a:pt x="-639" y="4469"/>
                    <a:pt x="-639" y="8299"/>
                    <a:pt x="1917" y="10853"/>
                  </a:cubicBezTo>
                  <a:lnTo>
                    <a:pt x="32589" y="42134"/>
                  </a:lnTo>
                  <a:cubicBezTo>
                    <a:pt x="33867" y="43411"/>
                    <a:pt x="35145" y="44049"/>
                    <a:pt x="37062" y="44049"/>
                  </a:cubicBezTo>
                  <a:cubicBezTo>
                    <a:pt x="38979" y="44049"/>
                    <a:pt x="40257" y="43411"/>
                    <a:pt x="41535" y="42134"/>
                  </a:cubicBezTo>
                  <a:cubicBezTo>
                    <a:pt x="44091" y="39581"/>
                    <a:pt x="44091" y="35750"/>
                    <a:pt x="41535" y="33197"/>
                  </a:cubicBezTo>
                  <a:cubicBezTo>
                    <a:pt x="41535" y="33197"/>
                    <a:pt x="41535" y="33197"/>
                    <a:pt x="41535" y="33197"/>
                  </a:cubicBezTo>
                  <a:lnTo>
                    <a:pt x="10863" y="1915"/>
                  </a:lnTo>
                  <a:close/>
                </a:path>
              </a:pathLst>
            </a:custGeom>
            <a:solidFill>
              <a:srgbClr val="00A3E0"/>
            </a:solidFill>
            <a:ln w="6390" cap="flat">
              <a:noFill/>
              <a:prstDash val="solid"/>
              <a:miter/>
            </a:ln>
          </p:spPr>
          <p:txBody>
            <a:bodyPr rtlCol="0" anchor="ctr"/>
            <a:lstStyle/>
            <a:p>
              <a:endParaRPr lang="en-US"/>
            </a:p>
          </p:txBody>
        </p:sp>
        <p:sp>
          <p:nvSpPr>
            <p:cNvPr id="322" name="Graphic 4">
              <a:extLst>
                <a:ext uri="{FF2B5EF4-FFF2-40B4-BE49-F238E27FC236}">
                  <a16:creationId xmlns:a16="http://schemas.microsoft.com/office/drawing/2014/main" id="{FDE31C9C-34E0-4340-BFFD-4BC9C81A5758}"/>
                </a:ext>
              </a:extLst>
            </p:cNvPr>
            <p:cNvSpPr/>
            <p:nvPr/>
          </p:nvSpPr>
          <p:spPr>
            <a:xfrm>
              <a:off x="2720835" y="978827"/>
              <a:ext cx="48563" cy="48518"/>
            </a:xfrm>
            <a:custGeom>
              <a:avLst/>
              <a:gdLst>
                <a:gd name="connsiteX0" fmla="*/ 24282 w 48563"/>
                <a:gd name="connsiteY0" fmla="*/ 48518 h 48518"/>
                <a:gd name="connsiteX1" fmla="*/ 48564 w 48563"/>
                <a:gd name="connsiteY1" fmla="*/ 24259 h 48518"/>
                <a:gd name="connsiteX2" fmla="*/ 24282 w 48563"/>
                <a:gd name="connsiteY2" fmla="*/ 0 h 48518"/>
                <a:gd name="connsiteX3" fmla="*/ 0 w 48563"/>
                <a:gd name="connsiteY3" fmla="*/ 24259 h 48518"/>
                <a:gd name="connsiteX4" fmla="*/ 0 w 48563"/>
                <a:gd name="connsiteY4" fmla="*/ 24259 h 48518"/>
                <a:gd name="connsiteX5" fmla="*/ 24282 w 48563"/>
                <a:gd name="connsiteY5" fmla="*/ 48518 h 48518"/>
                <a:gd name="connsiteX6" fmla="*/ 24282 w 48563"/>
                <a:gd name="connsiteY6" fmla="*/ 12768 h 48518"/>
                <a:gd name="connsiteX7" fmla="*/ 35784 w 48563"/>
                <a:gd name="connsiteY7" fmla="*/ 24259 h 48518"/>
                <a:gd name="connsiteX8" fmla="*/ 24282 w 48563"/>
                <a:gd name="connsiteY8" fmla="*/ 35750 h 48518"/>
                <a:gd name="connsiteX9" fmla="*/ 12780 w 48563"/>
                <a:gd name="connsiteY9" fmla="*/ 24259 h 48518"/>
                <a:gd name="connsiteX10" fmla="*/ 12780 w 48563"/>
                <a:gd name="connsiteY10" fmla="*/ 24259 h 48518"/>
                <a:gd name="connsiteX11" fmla="*/ 24282 w 48563"/>
                <a:gd name="connsiteY11" fmla="*/ 12768 h 4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563" h="48518">
                  <a:moveTo>
                    <a:pt x="24282" y="48518"/>
                  </a:moveTo>
                  <a:cubicBezTo>
                    <a:pt x="37701" y="48518"/>
                    <a:pt x="48564" y="37666"/>
                    <a:pt x="48564" y="24259"/>
                  </a:cubicBezTo>
                  <a:cubicBezTo>
                    <a:pt x="48564" y="10853"/>
                    <a:pt x="37701" y="0"/>
                    <a:pt x="24282" y="0"/>
                  </a:cubicBezTo>
                  <a:cubicBezTo>
                    <a:pt x="10863" y="0"/>
                    <a:pt x="0" y="10853"/>
                    <a:pt x="0" y="24259"/>
                  </a:cubicBezTo>
                  <a:cubicBezTo>
                    <a:pt x="0" y="24259"/>
                    <a:pt x="0" y="24259"/>
                    <a:pt x="0" y="24259"/>
                  </a:cubicBezTo>
                  <a:cubicBezTo>
                    <a:pt x="0" y="37666"/>
                    <a:pt x="10863" y="48518"/>
                    <a:pt x="24282" y="48518"/>
                  </a:cubicBezTo>
                  <a:close/>
                  <a:moveTo>
                    <a:pt x="24282" y="12768"/>
                  </a:moveTo>
                  <a:cubicBezTo>
                    <a:pt x="30672" y="12768"/>
                    <a:pt x="35784" y="17875"/>
                    <a:pt x="35784" y="24259"/>
                  </a:cubicBezTo>
                  <a:cubicBezTo>
                    <a:pt x="35784" y="30643"/>
                    <a:pt x="30672" y="35750"/>
                    <a:pt x="24282" y="35750"/>
                  </a:cubicBezTo>
                  <a:cubicBezTo>
                    <a:pt x="17892" y="35750"/>
                    <a:pt x="12780" y="30643"/>
                    <a:pt x="12780" y="24259"/>
                  </a:cubicBezTo>
                  <a:cubicBezTo>
                    <a:pt x="12780" y="24259"/>
                    <a:pt x="12780" y="24259"/>
                    <a:pt x="12780" y="24259"/>
                  </a:cubicBezTo>
                  <a:cubicBezTo>
                    <a:pt x="12780" y="17875"/>
                    <a:pt x="17892" y="12768"/>
                    <a:pt x="24282" y="12768"/>
                  </a:cubicBezTo>
                  <a:close/>
                </a:path>
              </a:pathLst>
            </a:custGeom>
            <a:solidFill>
              <a:srgbClr val="00A3E0"/>
            </a:solidFill>
            <a:ln w="6390" cap="flat">
              <a:noFill/>
              <a:prstDash val="solid"/>
              <a:miter/>
            </a:ln>
          </p:spPr>
          <p:txBody>
            <a:bodyPr rtlCol="0" anchor="ctr"/>
            <a:lstStyle/>
            <a:p>
              <a:endParaRPr lang="en-US"/>
            </a:p>
          </p:txBody>
        </p:sp>
        <p:sp>
          <p:nvSpPr>
            <p:cNvPr id="323" name="Graphic 4">
              <a:extLst>
                <a:ext uri="{FF2B5EF4-FFF2-40B4-BE49-F238E27FC236}">
                  <a16:creationId xmlns:a16="http://schemas.microsoft.com/office/drawing/2014/main" id="{3E0AE2C5-8F50-6F49-8910-1740076B60F8}"/>
                </a:ext>
              </a:extLst>
            </p:cNvPr>
            <p:cNvSpPr/>
            <p:nvPr/>
          </p:nvSpPr>
          <p:spPr>
            <a:xfrm>
              <a:off x="2689724" y="1148342"/>
              <a:ext cx="52637" cy="71161"/>
            </a:xfrm>
            <a:custGeom>
              <a:avLst/>
              <a:gdLst>
                <a:gd name="connsiteX0" fmla="*/ 40696 w 52637"/>
                <a:gd name="connsiteY0" fmla="*/ 2852 h 71161"/>
                <a:gd name="connsiteX1" fmla="*/ 1078 w 52637"/>
                <a:gd name="connsiteY1" fmla="*/ 60947 h 71161"/>
                <a:gd name="connsiteX2" fmla="*/ 2995 w 52637"/>
                <a:gd name="connsiteY2" fmla="*/ 69884 h 71161"/>
                <a:gd name="connsiteX3" fmla="*/ 6829 w 52637"/>
                <a:gd name="connsiteY3" fmla="*/ 71161 h 71161"/>
                <a:gd name="connsiteX4" fmla="*/ 11941 w 52637"/>
                <a:gd name="connsiteY4" fmla="*/ 68607 h 71161"/>
                <a:gd name="connsiteX5" fmla="*/ 51559 w 52637"/>
                <a:gd name="connsiteY5" fmla="*/ 10513 h 71161"/>
                <a:gd name="connsiteX6" fmla="*/ 49642 w 52637"/>
                <a:gd name="connsiteY6" fmla="*/ 1576 h 71161"/>
                <a:gd name="connsiteX7" fmla="*/ 40696 w 52637"/>
                <a:gd name="connsiteY7" fmla="*/ 2852 h 71161"/>
                <a:gd name="connsiteX8" fmla="*/ 40696 w 52637"/>
                <a:gd name="connsiteY8" fmla="*/ 2852 h 71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637" h="71161">
                  <a:moveTo>
                    <a:pt x="40696" y="2852"/>
                  </a:moveTo>
                  <a:lnTo>
                    <a:pt x="1078" y="60947"/>
                  </a:lnTo>
                  <a:cubicBezTo>
                    <a:pt x="-839" y="64139"/>
                    <a:pt x="-200" y="67969"/>
                    <a:pt x="2995" y="69884"/>
                  </a:cubicBezTo>
                  <a:cubicBezTo>
                    <a:pt x="4273" y="70523"/>
                    <a:pt x="5551" y="71161"/>
                    <a:pt x="6829" y="71161"/>
                  </a:cubicBezTo>
                  <a:cubicBezTo>
                    <a:pt x="8746" y="71161"/>
                    <a:pt x="10663" y="69884"/>
                    <a:pt x="11941" y="68607"/>
                  </a:cubicBezTo>
                  <a:lnTo>
                    <a:pt x="51559" y="10513"/>
                  </a:lnTo>
                  <a:cubicBezTo>
                    <a:pt x="53476" y="7321"/>
                    <a:pt x="52837" y="3491"/>
                    <a:pt x="49642" y="1576"/>
                  </a:cubicBezTo>
                  <a:cubicBezTo>
                    <a:pt x="47086" y="-978"/>
                    <a:pt x="43252" y="-340"/>
                    <a:pt x="40696" y="2852"/>
                  </a:cubicBezTo>
                  <a:lnTo>
                    <a:pt x="40696" y="2852"/>
                  </a:lnTo>
                  <a:close/>
                </a:path>
              </a:pathLst>
            </a:custGeom>
            <a:solidFill>
              <a:srgbClr val="00A3E0"/>
            </a:solidFill>
            <a:ln w="6390" cap="flat">
              <a:noFill/>
              <a:prstDash val="solid"/>
              <a:miter/>
            </a:ln>
          </p:spPr>
          <p:txBody>
            <a:bodyPr rtlCol="0" anchor="ctr"/>
            <a:lstStyle/>
            <a:p>
              <a:endParaRPr lang="en-US"/>
            </a:p>
          </p:txBody>
        </p:sp>
        <p:sp>
          <p:nvSpPr>
            <p:cNvPr id="324" name="Graphic 4">
              <a:extLst>
                <a:ext uri="{FF2B5EF4-FFF2-40B4-BE49-F238E27FC236}">
                  <a16:creationId xmlns:a16="http://schemas.microsoft.com/office/drawing/2014/main" id="{CE64C075-5E6C-9E4E-86A4-FCE9ACB29DB7}"/>
                </a:ext>
              </a:extLst>
            </p:cNvPr>
            <p:cNvSpPr/>
            <p:nvPr/>
          </p:nvSpPr>
          <p:spPr>
            <a:xfrm>
              <a:off x="2637127" y="1006916"/>
              <a:ext cx="209589" cy="204925"/>
            </a:xfrm>
            <a:custGeom>
              <a:avLst/>
              <a:gdLst>
                <a:gd name="connsiteX0" fmla="*/ 198727 w 209589"/>
                <a:gd name="connsiteY0" fmla="*/ 1915 h 204925"/>
                <a:gd name="connsiteX1" fmla="*/ 113102 w 209589"/>
                <a:gd name="connsiteY1" fmla="*/ 85545 h 204925"/>
                <a:gd name="connsiteX2" fmla="*/ 113102 w 209589"/>
                <a:gd name="connsiteY2" fmla="*/ 38942 h 204925"/>
                <a:gd name="connsiteX3" fmla="*/ 106712 w 209589"/>
                <a:gd name="connsiteY3" fmla="*/ 32558 h 204925"/>
                <a:gd name="connsiteX4" fmla="*/ 102878 w 209589"/>
                <a:gd name="connsiteY4" fmla="*/ 33835 h 204925"/>
                <a:gd name="connsiteX5" fmla="*/ 69650 w 209589"/>
                <a:gd name="connsiteY5" fmla="*/ 58094 h 204925"/>
                <a:gd name="connsiteX6" fmla="*/ 67094 w 209589"/>
                <a:gd name="connsiteY6" fmla="*/ 63201 h 204925"/>
                <a:gd name="connsiteX7" fmla="*/ 67094 w 209589"/>
                <a:gd name="connsiteY7" fmla="*/ 118742 h 204925"/>
                <a:gd name="connsiteX8" fmla="*/ 73484 w 209589"/>
                <a:gd name="connsiteY8" fmla="*/ 125126 h 204925"/>
                <a:gd name="connsiteX9" fmla="*/ 1917 w 209589"/>
                <a:gd name="connsiteY9" fmla="*/ 194073 h 204925"/>
                <a:gd name="connsiteX10" fmla="*/ 1917 w 209589"/>
                <a:gd name="connsiteY10" fmla="*/ 203011 h 204925"/>
                <a:gd name="connsiteX11" fmla="*/ 10863 w 209589"/>
                <a:gd name="connsiteY11" fmla="*/ 203011 h 204925"/>
                <a:gd name="connsiteX12" fmla="*/ 207673 w 209589"/>
                <a:gd name="connsiteY12" fmla="*/ 10853 h 204925"/>
                <a:gd name="connsiteX13" fmla="*/ 207673 w 209589"/>
                <a:gd name="connsiteY13" fmla="*/ 1915 h 204925"/>
                <a:gd name="connsiteX14" fmla="*/ 198727 w 209589"/>
                <a:gd name="connsiteY14" fmla="*/ 1915 h 204925"/>
                <a:gd name="connsiteX15" fmla="*/ 198727 w 209589"/>
                <a:gd name="connsiteY15" fmla="*/ 1915 h 204925"/>
                <a:gd name="connsiteX16" fmla="*/ 79235 w 209589"/>
                <a:gd name="connsiteY16" fmla="*/ 65755 h 204925"/>
                <a:gd name="connsiteX17" fmla="*/ 99683 w 209589"/>
                <a:gd name="connsiteY17" fmla="*/ 50433 h 204925"/>
                <a:gd name="connsiteX18" fmla="*/ 99683 w 209589"/>
                <a:gd name="connsiteY18" fmla="*/ 97037 h 204925"/>
                <a:gd name="connsiteX19" fmla="*/ 79235 w 209589"/>
                <a:gd name="connsiteY19" fmla="*/ 117465 h 204925"/>
                <a:gd name="connsiteX20" fmla="*/ 79235 w 209589"/>
                <a:gd name="connsiteY20" fmla="*/ 65755 h 20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9589" h="204925">
                  <a:moveTo>
                    <a:pt x="198727" y="1915"/>
                  </a:moveTo>
                  <a:lnTo>
                    <a:pt x="113102" y="85545"/>
                  </a:lnTo>
                  <a:lnTo>
                    <a:pt x="113102" y="38942"/>
                  </a:lnTo>
                  <a:cubicBezTo>
                    <a:pt x="113102" y="35112"/>
                    <a:pt x="109907" y="32558"/>
                    <a:pt x="106712" y="32558"/>
                  </a:cubicBezTo>
                  <a:cubicBezTo>
                    <a:pt x="105434" y="32558"/>
                    <a:pt x="104156" y="33197"/>
                    <a:pt x="102878" y="33835"/>
                  </a:cubicBezTo>
                  <a:lnTo>
                    <a:pt x="69650" y="58094"/>
                  </a:lnTo>
                  <a:cubicBezTo>
                    <a:pt x="67733" y="59371"/>
                    <a:pt x="67094" y="61286"/>
                    <a:pt x="67094" y="63201"/>
                  </a:cubicBezTo>
                  <a:lnTo>
                    <a:pt x="67094" y="118742"/>
                  </a:lnTo>
                  <a:cubicBezTo>
                    <a:pt x="67094" y="122572"/>
                    <a:pt x="69650" y="125126"/>
                    <a:pt x="73484" y="125126"/>
                  </a:cubicBezTo>
                  <a:lnTo>
                    <a:pt x="1917" y="194073"/>
                  </a:lnTo>
                  <a:cubicBezTo>
                    <a:pt x="-639" y="196627"/>
                    <a:pt x="-639" y="200457"/>
                    <a:pt x="1917" y="203011"/>
                  </a:cubicBezTo>
                  <a:cubicBezTo>
                    <a:pt x="4473" y="205564"/>
                    <a:pt x="8307" y="205564"/>
                    <a:pt x="10863" y="203011"/>
                  </a:cubicBezTo>
                  <a:lnTo>
                    <a:pt x="207673" y="10853"/>
                  </a:lnTo>
                  <a:cubicBezTo>
                    <a:pt x="210229" y="8299"/>
                    <a:pt x="210229" y="4469"/>
                    <a:pt x="207673" y="1915"/>
                  </a:cubicBezTo>
                  <a:cubicBezTo>
                    <a:pt x="205117" y="-638"/>
                    <a:pt x="201283" y="-638"/>
                    <a:pt x="198727" y="1915"/>
                  </a:cubicBezTo>
                  <a:lnTo>
                    <a:pt x="198727" y="1915"/>
                  </a:lnTo>
                  <a:close/>
                  <a:moveTo>
                    <a:pt x="79235" y="65755"/>
                  </a:moveTo>
                  <a:lnTo>
                    <a:pt x="99683" y="50433"/>
                  </a:lnTo>
                  <a:lnTo>
                    <a:pt x="99683" y="97037"/>
                  </a:lnTo>
                  <a:lnTo>
                    <a:pt x="79235" y="117465"/>
                  </a:lnTo>
                  <a:lnTo>
                    <a:pt x="79235" y="65755"/>
                  </a:lnTo>
                  <a:close/>
                </a:path>
              </a:pathLst>
            </a:custGeom>
            <a:solidFill>
              <a:srgbClr val="00A3E0"/>
            </a:solidFill>
            <a:ln w="6390" cap="flat">
              <a:noFill/>
              <a:prstDash val="solid"/>
              <a:miter/>
            </a:ln>
          </p:spPr>
          <p:txBody>
            <a:bodyPr rtlCol="0" anchor="ctr"/>
            <a:lstStyle/>
            <a:p>
              <a:endParaRPr lang="en-US"/>
            </a:p>
          </p:txBody>
        </p:sp>
        <p:sp>
          <p:nvSpPr>
            <p:cNvPr id="325" name="Graphic 4">
              <a:extLst>
                <a:ext uri="{FF2B5EF4-FFF2-40B4-BE49-F238E27FC236}">
                  <a16:creationId xmlns:a16="http://schemas.microsoft.com/office/drawing/2014/main" id="{751D149A-C065-F244-8219-C00FA89F5A92}"/>
                </a:ext>
              </a:extLst>
            </p:cNvPr>
            <p:cNvSpPr/>
            <p:nvPr/>
          </p:nvSpPr>
          <p:spPr>
            <a:xfrm>
              <a:off x="2752309" y="1126460"/>
              <a:ext cx="36996" cy="93042"/>
            </a:xfrm>
            <a:custGeom>
              <a:avLst/>
              <a:gdLst>
                <a:gd name="connsiteX0" fmla="*/ 27952 w 36996"/>
                <a:gd name="connsiteY0" fmla="*/ 24096 h 93042"/>
                <a:gd name="connsiteX1" fmla="*/ 11338 w 36996"/>
                <a:gd name="connsiteY1" fmla="*/ 2390 h 93042"/>
                <a:gd name="connsiteX2" fmla="*/ 2393 w 36996"/>
                <a:gd name="connsiteY2" fmla="*/ 1114 h 93042"/>
                <a:gd name="connsiteX3" fmla="*/ 1115 w 36996"/>
                <a:gd name="connsiteY3" fmla="*/ 10051 h 93042"/>
                <a:gd name="connsiteX4" fmla="*/ 1115 w 36996"/>
                <a:gd name="connsiteY4" fmla="*/ 10051 h 93042"/>
                <a:gd name="connsiteX5" fmla="*/ 16450 w 36996"/>
                <a:gd name="connsiteY5" fmla="*/ 30480 h 93042"/>
                <a:gd name="connsiteX6" fmla="*/ 24757 w 36996"/>
                <a:gd name="connsiteY6" fmla="*/ 87297 h 93042"/>
                <a:gd name="connsiteX7" fmla="*/ 31147 w 36996"/>
                <a:gd name="connsiteY7" fmla="*/ 93043 h 93042"/>
                <a:gd name="connsiteX8" fmla="*/ 31786 w 36996"/>
                <a:gd name="connsiteY8" fmla="*/ 93043 h 93042"/>
                <a:gd name="connsiteX9" fmla="*/ 36898 w 36996"/>
                <a:gd name="connsiteY9" fmla="*/ 86021 h 93042"/>
                <a:gd name="connsiteX10" fmla="*/ 28591 w 36996"/>
                <a:gd name="connsiteY10" fmla="*/ 27926 h 93042"/>
                <a:gd name="connsiteX11" fmla="*/ 27952 w 36996"/>
                <a:gd name="connsiteY11" fmla="*/ 24096 h 9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996" h="93042">
                  <a:moveTo>
                    <a:pt x="27952" y="24096"/>
                  </a:moveTo>
                  <a:lnTo>
                    <a:pt x="11338" y="2390"/>
                  </a:lnTo>
                  <a:cubicBezTo>
                    <a:pt x="9422" y="-163"/>
                    <a:pt x="4949" y="-802"/>
                    <a:pt x="2393" y="1114"/>
                  </a:cubicBezTo>
                  <a:cubicBezTo>
                    <a:pt x="-163" y="3029"/>
                    <a:pt x="-802" y="7498"/>
                    <a:pt x="1115" y="10051"/>
                  </a:cubicBezTo>
                  <a:lnTo>
                    <a:pt x="1115" y="10051"/>
                  </a:lnTo>
                  <a:lnTo>
                    <a:pt x="16450" y="30480"/>
                  </a:lnTo>
                  <a:lnTo>
                    <a:pt x="24757" y="87297"/>
                  </a:lnTo>
                  <a:cubicBezTo>
                    <a:pt x="25396" y="90489"/>
                    <a:pt x="27952" y="93043"/>
                    <a:pt x="31147" y="93043"/>
                  </a:cubicBezTo>
                  <a:lnTo>
                    <a:pt x="31786" y="93043"/>
                  </a:lnTo>
                  <a:cubicBezTo>
                    <a:pt x="34981" y="92405"/>
                    <a:pt x="37537" y="89213"/>
                    <a:pt x="36898" y="86021"/>
                  </a:cubicBezTo>
                  <a:lnTo>
                    <a:pt x="28591" y="27926"/>
                  </a:lnTo>
                  <a:cubicBezTo>
                    <a:pt x="29230" y="26011"/>
                    <a:pt x="28591" y="25373"/>
                    <a:pt x="27952" y="24096"/>
                  </a:cubicBezTo>
                  <a:close/>
                </a:path>
              </a:pathLst>
            </a:custGeom>
            <a:solidFill>
              <a:srgbClr val="00A3E0"/>
            </a:solidFill>
            <a:ln w="6390" cap="flat">
              <a:noFill/>
              <a:prstDash val="solid"/>
              <a:miter/>
            </a:ln>
          </p:spPr>
          <p:txBody>
            <a:bodyPr rtlCol="0" anchor="ctr"/>
            <a:lstStyle/>
            <a:p>
              <a:endParaRPr lang="en-US"/>
            </a:p>
          </p:txBody>
        </p:sp>
      </p:grpSp>
      <p:grpSp>
        <p:nvGrpSpPr>
          <p:cNvPr id="326" name="Graphic 4">
            <a:extLst>
              <a:ext uri="{FF2B5EF4-FFF2-40B4-BE49-F238E27FC236}">
                <a16:creationId xmlns:a16="http://schemas.microsoft.com/office/drawing/2014/main" id="{EB774B1A-F963-1E47-A390-D814BA09AAE3}"/>
              </a:ext>
            </a:extLst>
          </p:cNvPr>
          <p:cNvGrpSpPr>
            <a:grpSpLocks noChangeAspect="1"/>
          </p:cNvGrpSpPr>
          <p:nvPr/>
        </p:nvGrpSpPr>
        <p:grpSpPr>
          <a:xfrm>
            <a:off x="2560447" y="4793256"/>
            <a:ext cx="362309" cy="361971"/>
            <a:chOff x="2560447" y="4793256"/>
            <a:chExt cx="362309" cy="361971"/>
          </a:xfrm>
          <a:solidFill>
            <a:srgbClr val="00A3E0"/>
          </a:solidFill>
        </p:grpSpPr>
        <p:sp>
          <p:nvSpPr>
            <p:cNvPr id="327" name="Graphic 4">
              <a:extLst>
                <a:ext uri="{FF2B5EF4-FFF2-40B4-BE49-F238E27FC236}">
                  <a16:creationId xmlns:a16="http://schemas.microsoft.com/office/drawing/2014/main" id="{2AFC30CE-149C-8E4B-AA12-1087967C13B8}"/>
                </a:ext>
              </a:extLst>
            </p:cNvPr>
            <p:cNvSpPr/>
            <p:nvPr/>
          </p:nvSpPr>
          <p:spPr>
            <a:xfrm>
              <a:off x="2560447" y="479325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181474 w 362309"/>
                <a:gd name="connsiteY7" fmla="*/ 348565 h 361971"/>
                <a:gd name="connsiteX8" fmla="*/ 12780 w 362309"/>
                <a:gd name="connsiteY8" fmla="*/ 180667 h 361971"/>
                <a:gd name="connsiteX9" fmla="*/ 180835 w 362309"/>
                <a:gd name="connsiteY9" fmla="*/ 12129 h 361971"/>
                <a:gd name="connsiteX10" fmla="*/ 349529 w 362309"/>
                <a:gd name="connsiteY10" fmla="*/ 180028 h 361971"/>
                <a:gd name="connsiteX11" fmla="*/ 349529 w 362309"/>
                <a:gd name="connsiteY11" fmla="*/ 180028 h 361971"/>
                <a:gd name="connsiteX12" fmla="*/ 181474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0438"/>
                    <a:pt x="281157" y="0"/>
                    <a:pt x="181474" y="0"/>
                  </a:cubicBezTo>
                  <a:lnTo>
                    <a:pt x="181474" y="0"/>
                  </a:lnTo>
                  <a:close/>
                  <a:moveTo>
                    <a:pt x="181474" y="348565"/>
                  </a:moveTo>
                  <a:cubicBezTo>
                    <a:pt x="88181" y="348565"/>
                    <a:pt x="12780" y="273234"/>
                    <a:pt x="12780" y="180667"/>
                  </a:cubicBezTo>
                  <a:cubicBezTo>
                    <a:pt x="12780" y="87461"/>
                    <a:pt x="88181" y="12129"/>
                    <a:pt x="180835" y="12129"/>
                  </a:cubicBezTo>
                  <a:cubicBezTo>
                    <a:pt x="274128" y="12129"/>
                    <a:pt x="349529" y="87461"/>
                    <a:pt x="349529" y="180028"/>
                  </a:cubicBezTo>
                  <a:cubicBezTo>
                    <a:pt x="349529" y="180028"/>
                    <a:pt x="349529" y="180028"/>
                    <a:pt x="349529" y="180028"/>
                  </a:cubicBezTo>
                  <a:cubicBezTo>
                    <a:pt x="349529" y="273234"/>
                    <a:pt x="274128" y="348565"/>
                    <a:pt x="181474" y="348565"/>
                  </a:cubicBezTo>
                  <a:close/>
                </a:path>
              </a:pathLst>
            </a:custGeom>
            <a:solidFill>
              <a:srgbClr val="00A3E0"/>
            </a:solidFill>
            <a:ln w="6390" cap="flat">
              <a:noFill/>
              <a:prstDash val="solid"/>
              <a:miter/>
            </a:ln>
          </p:spPr>
          <p:txBody>
            <a:bodyPr rtlCol="0" anchor="ctr"/>
            <a:lstStyle/>
            <a:p>
              <a:endParaRPr lang="en-US"/>
            </a:p>
          </p:txBody>
        </p:sp>
        <p:sp>
          <p:nvSpPr>
            <p:cNvPr id="328" name="Graphic 4">
              <a:extLst>
                <a:ext uri="{FF2B5EF4-FFF2-40B4-BE49-F238E27FC236}">
                  <a16:creationId xmlns:a16="http://schemas.microsoft.com/office/drawing/2014/main" id="{C3F5FB4D-5C83-764B-BD2D-FA53C3BEF429}"/>
                </a:ext>
              </a:extLst>
            </p:cNvPr>
            <p:cNvSpPr/>
            <p:nvPr/>
          </p:nvSpPr>
          <p:spPr>
            <a:xfrm>
              <a:off x="2657404" y="4853807"/>
              <a:ext cx="167427" cy="239496"/>
            </a:xfrm>
            <a:custGeom>
              <a:avLst/>
              <a:gdLst>
                <a:gd name="connsiteX0" fmla="*/ 163114 w 167427"/>
                <a:gd name="connsiteY0" fmla="*/ 44785 h 239496"/>
                <a:gd name="connsiteX1" fmla="*/ 150334 w 167427"/>
                <a:gd name="connsiteY1" fmla="*/ 39678 h 239496"/>
                <a:gd name="connsiteX2" fmla="*/ 145222 w 167427"/>
                <a:gd name="connsiteY2" fmla="*/ 40316 h 239496"/>
                <a:gd name="connsiteX3" fmla="*/ 145222 w 167427"/>
                <a:gd name="connsiteY3" fmla="*/ 29463 h 239496"/>
                <a:gd name="connsiteX4" fmla="*/ 126692 w 167427"/>
                <a:gd name="connsiteY4" fmla="*/ 9034 h 239496"/>
                <a:gd name="connsiteX5" fmla="*/ 115190 w 167427"/>
                <a:gd name="connsiteY5" fmla="*/ 10950 h 239496"/>
                <a:gd name="connsiteX6" fmla="*/ 111995 w 167427"/>
                <a:gd name="connsiteY6" fmla="*/ 6481 h 239496"/>
                <a:gd name="connsiteX7" fmla="*/ 96020 w 167427"/>
                <a:gd name="connsiteY7" fmla="*/ 97 h 239496"/>
                <a:gd name="connsiteX8" fmla="*/ 80045 w 167427"/>
                <a:gd name="connsiteY8" fmla="*/ 6481 h 239496"/>
                <a:gd name="connsiteX9" fmla="*/ 74933 w 167427"/>
                <a:gd name="connsiteY9" fmla="*/ 22441 h 239496"/>
                <a:gd name="connsiteX10" fmla="*/ 74933 w 167427"/>
                <a:gd name="connsiteY10" fmla="*/ 76066 h 239496"/>
                <a:gd name="connsiteX11" fmla="*/ 38510 w 167427"/>
                <a:gd name="connsiteY11" fmla="*/ 75428 h 239496"/>
                <a:gd name="connsiteX12" fmla="*/ 37871 w 167427"/>
                <a:gd name="connsiteY12" fmla="*/ 76066 h 239496"/>
                <a:gd name="connsiteX13" fmla="*/ 7200 w 167427"/>
                <a:gd name="connsiteY13" fmla="*/ 104156 h 239496"/>
                <a:gd name="connsiteX14" fmla="*/ 3366 w 167427"/>
                <a:gd name="connsiteY14" fmla="*/ 131607 h 239496"/>
                <a:gd name="connsiteX15" fmla="*/ 5922 w 167427"/>
                <a:gd name="connsiteY15" fmla="*/ 135438 h 239496"/>
                <a:gd name="connsiteX16" fmla="*/ 3366 w 167427"/>
                <a:gd name="connsiteY16" fmla="*/ 153951 h 239496"/>
                <a:gd name="connsiteX17" fmla="*/ 32760 w 167427"/>
                <a:gd name="connsiteY17" fmla="*/ 198639 h 239496"/>
                <a:gd name="connsiteX18" fmla="*/ 33399 w 167427"/>
                <a:gd name="connsiteY18" fmla="*/ 199277 h 239496"/>
                <a:gd name="connsiteX19" fmla="*/ 55763 w 167427"/>
                <a:gd name="connsiteY19" fmla="*/ 217791 h 239496"/>
                <a:gd name="connsiteX20" fmla="*/ 55763 w 167427"/>
                <a:gd name="connsiteY20" fmla="*/ 232474 h 239496"/>
                <a:gd name="connsiteX21" fmla="*/ 62153 w 167427"/>
                <a:gd name="connsiteY21" fmla="*/ 238858 h 239496"/>
                <a:gd name="connsiteX22" fmla="*/ 68543 w 167427"/>
                <a:gd name="connsiteY22" fmla="*/ 232474 h 239496"/>
                <a:gd name="connsiteX23" fmla="*/ 68543 w 167427"/>
                <a:gd name="connsiteY23" fmla="*/ 214599 h 239496"/>
                <a:gd name="connsiteX24" fmla="*/ 65987 w 167427"/>
                <a:gd name="connsiteY24" fmla="*/ 209492 h 239496"/>
                <a:gd name="connsiteX25" fmla="*/ 41705 w 167427"/>
                <a:gd name="connsiteY25" fmla="*/ 189063 h 239496"/>
                <a:gd name="connsiteX26" fmla="*/ 15507 w 167427"/>
                <a:gd name="connsiteY26" fmla="*/ 150759 h 239496"/>
                <a:gd name="connsiteX27" fmla="*/ 17424 w 167427"/>
                <a:gd name="connsiteY27" fmla="*/ 141183 h 239496"/>
                <a:gd name="connsiteX28" fmla="*/ 25092 w 167427"/>
                <a:gd name="connsiteY28" fmla="*/ 143098 h 239496"/>
                <a:gd name="connsiteX29" fmla="*/ 34038 w 167427"/>
                <a:gd name="connsiteY29" fmla="*/ 155866 h 239496"/>
                <a:gd name="connsiteX30" fmla="*/ 53207 w 167427"/>
                <a:gd name="connsiteY30" fmla="*/ 172465 h 239496"/>
                <a:gd name="connsiteX31" fmla="*/ 68543 w 167427"/>
                <a:gd name="connsiteY31" fmla="*/ 162250 h 239496"/>
                <a:gd name="connsiteX32" fmla="*/ 73655 w 167427"/>
                <a:gd name="connsiteY32" fmla="*/ 129054 h 239496"/>
                <a:gd name="connsiteX33" fmla="*/ 57041 w 167427"/>
                <a:gd name="connsiteY33" fmla="*/ 104156 h 239496"/>
                <a:gd name="connsiteX34" fmla="*/ 45539 w 167427"/>
                <a:gd name="connsiteY34" fmla="*/ 106071 h 239496"/>
                <a:gd name="connsiteX35" fmla="*/ 20619 w 167427"/>
                <a:gd name="connsiteY35" fmla="*/ 127777 h 239496"/>
                <a:gd name="connsiteX36" fmla="*/ 12951 w 167427"/>
                <a:gd name="connsiteY36" fmla="*/ 125223 h 239496"/>
                <a:gd name="connsiteX37" fmla="*/ 16146 w 167427"/>
                <a:gd name="connsiteY37" fmla="*/ 112455 h 239496"/>
                <a:gd name="connsiteX38" fmla="*/ 44900 w 167427"/>
                <a:gd name="connsiteY38" fmla="*/ 86281 h 239496"/>
                <a:gd name="connsiteX39" fmla="*/ 75572 w 167427"/>
                <a:gd name="connsiteY39" fmla="*/ 94580 h 239496"/>
                <a:gd name="connsiteX40" fmla="*/ 84518 w 167427"/>
                <a:gd name="connsiteY40" fmla="*/ 95218 h 239496"/>
                <a:gd name="connsiteX41" fmla="*/ 87074 w 167427"/>
                <a:gd name="connsiteY41" fmla="*/ 90111 h 239496"/>
                <a:gd name="connsiteX42" fmla="*/ 87074 w 167427"/>
                <a:gd name="connsiteY42" fmla="*/ 21802 h 239496"/>
                <a:gd name="connsiteX43" fmla="*/ 87074 w 167427"/>
                <a:gd name="connsiteY43" fmla="*/ 21164 h 239496"/>
                <a:gd name="connsiteX44" fmla="*/ 88991 w 167427"/>
                <a:gd name="connsiteY44" fmla="*/ 14780 h 239496"/>
                <a:gd name="connsiteX45" fmla="*/ 101771 w 167427"/>
                <a:gd name="connsiteY45" fmla="*/ 14780 h 239496"/>
                <a:gd name="connsiteX46" fmla="*/ 103688 w 167427"/>
                <a:gd name="connsiteY46" fmla="*/ 20526 h 239496"/>
                <a:gd name="connsiteX47" fmla="*/ 103688 w 167427"/>
                <a:gd name="connsiteY47" fmla="*/ 21164 h 239496"/>
                <a:gd name="connsiteX48" fmla="*/ 103688 w 167427"/>
                <a:gd name="connsiteY48" fmla="*/ 106710 h 239496"/>
                <a:gd name="connsiteX49" fmla="*/ 110078 w 167427"/>
                <a:gd name="connsiteY49" fmla="*/ 113094 h 239496"/>
                <a:gd name="connsiteX50" fmla="*/ 116468 w 167427"/>
                <a:gd name="connsiteY50" fmla="*/ 106710 h 239496"/>
                <a:gd name="connsiteX51" fmla="*/ 116468 w 167427"/>
                <a:gd name="connsiteY51" fmla="*/ 28825 h 239496"/>
                <a:gd name="connsiteX52" fmla="*/ 119024 w 167427"/>
                <a:gd name="connsiteY52" fmla="*/ 22441 h 239496"/>
                <a:gd name="connsiteX53" fmla="*/ 124775 w 167427"/>
                <a:gd name="connsiteY53" fmla="*/ 21164 h 239496"/>
                <a:gd name="connsiteX54" fmla="*/ 131165 w 167427"/>
                <a:gd name="connsiteY54" fmla="*/ 28186 h 239496"/>
                <a:gd name="connsiteX55" fmla="*/ 131165 w 167427"/>
                <a:gd name="connsiteY55" fmla="*/ 28186 h 239496"/>
                <a:gd name="connsiteX56" fmla="*/ 131165 w 167427"/>
                <a:gd name="connsiteY56" fmla="*/ 115009 h 239496"/>
                <a:gd name="connsiteX57" fmla="*/ 137554 w 167427"/>
                <a:gd name="connsiteY57" fmla="*/ 121393 h 239496"/>
                <a:gd name="connsiteX58" fmla="*/ 143944 w 167427"/>
                <a:gd name="connsiteY58" fmla="*/ 115009 h 239496"/>
                <a:gd name="connsiteX59" fmla="*/ 143944 w 167427"/>
                <a:gd name="connsiteY59" fmla="*/ 59468 h 239496"/>
                <a:gd name="connsiteX60" fmla="*/ 143944 w 167427"/>
                <a:gd name="connsiteY60" fmla="*/ 58830 h 239496"/>
                <a:gd name="connsiteX61" fmla="*/ 145861 w 167427"/>
                <a:gd name="connsiteY61" fmla="*/ 53084 h 239496"/>
                <a:gd name="connsiteX62" fmla="*/ 149056 w 167427"/>
                <a:gd name="connsiteY62" fmla="*/ 51807 h 239496"/>
                <a:gd name="connsiteX63" fmla="*/ 152251 w 167427"/>
                <a:gd name="connsiteY63" fmla="*/ 53084 h 239496"/>
                <a:gd name="connsiteX64" fmla="*/ 154168 w 167427"/>
                <a:gd name="connsiteY64" fmla="*/ 60106 h 239496"/>
                <a:gd name="connsiteX65" fmla="*/ 154168 w 167427"/>
                <a:gd name="connsiteY65" fmla="*/ 157782 h 239496"/>
                <a:gd name="connsiteX66" fmla="*/ 137554 w 167427"/>
                <a:gd name="connsiteY66" fmla="*/ 212684 h 239496"/>
                <a:gd name="connsiteX67" fmla="*/ 134999 w 167427"/>
                <a:gd name="connsiteY67" fmla="*/ 217791 h 239496"/>
                <a:gd name="connsiteX68" fmla="*/ 134999 w 167427"/>
                <a:gd name="connsiteY68" fmla="*/ 233112 h 239496"/>
                <a:gd name="connsiteX69" fmla="*/ 141388 w 167427"/>
                <a:gd name="connsiteY69" fmla="*/ 239496 h 239496"/>
                <a:gd name="connsiteX70" fmla="*/ 147778 w 167427"/>
                <a:gd name="connsiteY70" fmla="*/ 233112 h 239496"/>
                <a:gd name="connsiteX71" fmla="*/ 147778 w 167427"/>
                <a:gd name="connsiteY71" fmla="*/ 220345 h 239496"/>
                <a:gd name="connsiteX72" fmla="*/ 166948 w 167427"/>
                <a:gd name="connsiteY72" fmla="*/ 157782 h 239496"/>
                <a:gd name="connsiteX73" fmla="*/ 166948 w 167427"/>
                <a:gd name="connsiteY73" fmla="*/ 61383 h 239496"/>
                <a:gd name="connsiteX74" fmla="*/ 163114 w 167427"/>
                <a:gd name="connsiteY74" fmla="*/ 44785 h 239496"/>
                <a:gd name="connsiteX75" fmla="*/ 54485 w 167427"/>
                <a:gd name="connsiteY75" fmla="*/ 116286 h 239496"/>
                <a:gd name="connsiteX76" fmla="*/ 62153 w 167427"/>
                <a:gd name="connsiteY76" fmla="*/ 132246 h 239496"/>
                <a:gd name="connsiteX77" fmla="*/ 58958 w 167427"/>
                <a:gd name="connsiteY77" fmla="*/ 154590 h 239496"/>
                <a:gd name="connsiteX78" fmla="*/ 53846 w 167427"/>
                <a:gd name="connsiteY78" fmla="*/ 159697 h 239496"/>
                <a:gd name="connsiteX79" fmla="*/ 45539 w 167427"/>
                <a:gd name="connsiteY79" fmla="*/ 148844 h 239496"/>
                <a:gd name="connsiteX80" fmla="*/ 34676 w 167427"/>
                <a:gd name="connsiteY80" fmla="*/ 134161 h 239496"/>
                <a:gd name="connsiteX81" fmla="*/ 34038 w 167427"/>
                <a:gd name="connsiteY81" fmla="*/ 134161 h 239496"/>
                <a:gd name="connsiteX82" fmla="*/ 54485 w 167427"/>
                <a:gd name="connsiteY82" fmla="*/ 116286 h 239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67427" h="239496">
                  <a:moveTo>
                    <a:pt x="163114" y="44785"/>
                  </a:moveTo>
                  <a:cubicBezTo>
                    <a:pt x="159919" y="40954"/>
                    <a:pt x="155446" y="39039"/>
                    <a:pt x="150334" y="39678"/>
                  </a:cubicBezTo>
                  <a:cubicBezTo>
                    <a:pt x="148417" y="39678"/>
                    <a:pt x="147139" y="39678"/>
                    <a:pt x="145222" y="40316"/>
                  </a:cubicBezTo>
                  <a:lnTo>
                    <a:pt x="145222" y="29463"/>
                  </a:lnTo>
                  <a:cubicBezTo>
                    <a:pt x="145222" y="19249"/>
                    <a:pt x="137554" y="10311"/>
                    <a:pt x="126692" y="9034"/>
                  </a:cubicBezTo>
                  <a:cubicBezTo>
                    <a:pt x="122858" y="8396"/>
                    <a:pt x="119024" y="9673"/>
                    <a:pt x="115190" y="10950"/>
                  </a:cubicBezTo>
                  <a:cubicBezTo>
                    <a:pt x="114551" y="9034"/>
                    <a:pt x="113273" y="7758"/>
                    <a:pt x="111995" y="6481"/>
                  </a:cubicBezTo>
                  <a:cubicBezTo>
                    <a:pt x="108161" y="2012"/>
                    <a:pt x="101771" y="-541"/>
                    <a:pt x="96020" y="97"/>
                  </a:cubicBezTo>
                  <a:cubicBezTo>
                    <a:pt x="90269" y="97"/>
                    <a:pt x="84518" y="2012"/>
                    <a:pt x="80045" y="6481"/>
                  </a:cubicBezTo>
                  <a:cubicBezTo>
                    <a:pt x="76211" y="10950"/>
                    <a:pt x="74294" y="16695"/>
                    <a:pt x="74933" y="22441"/>
                  </a:cubicBezTo>
                  <a:lnTo>
                    <a:pt x="74933" y="76066"/>
                  </a:lnTo>
                  <a:cubicBezTo>
                    <a:pt x="64070" y="69044"/>
                    <a:pt x="50012" y="69044"/>
                    <a:pt x="38510" y="75428"/>
                  </a:cubicBezTo>
                  <a:lnTo>
                    <a:pt x="37871" y="76066"/>
                  </a:lnTo>
                  <a:cubicBezTo>
                    <a:pt x="33399" y="79897"/>
                    <a:pt x="10395" y="100326"/>
                    <a:pt x="7200" y="104156"/>
                  </a:cubicBezTo>
                  <a:cubicBezTo>
                    <a:pt x="-3024" y="116286"/>
                    <a:pt x="-468" y="125862"/>
                    <a:pt x="3366" y="131607"/>
                  </a:cubicBezTo>
                  <a:cubicBezTo>
                    <a:pt x="4005" y="132884"/>
                    <a:pt x="5283" y="134161"/>
                    <a:pt x="5922" y="135438"/>
                  </a:cubicBezTo>
                  <a:cubicBezTo>
                    <a:pt x="2727" y="141183"/>
                    <a:pt x="1449" y="147567"/>
                    <a:pt x="3366" y="153951"/>
                  </a:cubicBezTo>
                  <a:cubicBezTo>
                    <a:pt x="7839" y="172465"/>
                    <a:pt x="32120" y="197362"/>
                    <a:pt x="32760" y="198639"/>
                  </a:cubicBezTo>
                  <a:cubicBezTo>
                    <a:pt x="32760" y="198639"/>
                    <a:pt x="32760" y="199277"/>
                    <a:pt x="33399" y="199277"/>
                  </a:cubicBezTo>
                  <a:lnTo>
                    <a:pt x="55763" y="217791"/>
                  </a:lnTo>
                  <a:lnTo>
                    <a:pt x="55763" y="232474"/>
                  </a:lnTo>
                  <a:cubicBezTo>
                    <a:pt x="55763" y="236304"/>
                    <a:pt x="58319" y="238858"/>
                    <a:pt x="62153" y="238858"/>
                  </a:cubicBezTo>
                  <a:cubicBezTo>
                    <a:pt x="65987" y="238858"/>
                    <a:pt x="68543" y="236304"/>
                    <a:pt x="68543" y="232474"/>
                  </a:cubicBezTo>
                  <a:lnTo>
                    <a:pt x="68543" y="214599"/>
                  </a:lnTo>
                  <a:cubicBezTo>
                    <a:pt x="68543" y="212684"/>
                    <a:pt x="67904" y="210769"/>
                    <a:pt x="65987" y="209492"/>
                  </a:cubicBezTo>
                  <a:lnTo>
                    <a:pt x="41705" y="189063"/>
                  </a:lnTo>
                  <a:cubicBezTo>
                    <a:pt x="35315" y="182679"/>
                    <a:pt x="18702" y="163527"/>
                    <a:pt x="15507" y="150759"/>
                  </a:cubicBezTo>
                  <a:cubicBezTo>
                    <a:pt x="14229" y="145652"/>
                    <a:pt x="14868" y="142460"/>
                    <a:pt x="17424" y="141183"/>
                  </a:cubicBezTo>
                  <a:cubicBezTo>
                    <a:pt x="19980" y="139906"/>
                    <a:pt x="23175" y="140545"/>
                    <a:pt x="25092" y="143098"/>
                  </a:cubicBezTo>
                  <a:cubicBezTo>
                    <a:pt x="28286" y="146929"/>
                    <a:pt x="31481" y="151398"/>
                    <a:pt x="34038" y="155866"/>
                  </a:cubicBezTo>
                  <a:cubicBezTo>
                    <a:pt x="39788" y="164804"/>
                    <a:pt x="44900" y="173103"/>
                    <a:pt x="53207" y="172465"/>
                  </a:cubicBezTo>
                  <a:cubicBezTo>
                    <a:pt x="59597" y="171188"/>
                    <a:pt x="65348" y="167996"/>
                    <a:pt x="68543" y="162250"/>
                  </a:cubicBezTo>
                  <a:cubicBezTo>
                    <a:pt x="74933" y="152674"/>
                    <a:pt x="76850" y="140545"/>
                    <a:pt x="73655" y="129054"/>
                  </a:cubicBezTo>
                  <a:cubicBezTo>
                    <a:pt x="69821" y="115009"/>
                    <a:pt x="64709" y="106071"/>
                    <a:pt x="57041" y="104156"/>
                  </a:cubicBezTo>
                  <a:cubicBezTo>
                    <a:pt x="53207" y="102879"/>
                    <a:pt x="48734" y="103518"/>
                    <a:pt x="45539" y="106071"/>
                  </a:cubicBezTo>
                  <a:cubicBezTo>
                    <a:pt x="42344" y="108625"/>
                    <a:pt x="25092" y="123946"/>
                    <a:pt x="20619" y="127777"/>
                  </a:cubicBezTo>
                  <a:cubicBezTo>
                    <a:pt x="18063" y="129054"/>
                    <a:pt x="14868" y="127777"/>
                    <a:pt x="12951" y="125223"/>
                  </a:cubicBezTo>
                  <a:cubicBezTo>
                    <a:pt x="11673" y="122670"/>
                    <a:pt x="10395" y="118839"/>
                    <a:pt x="16146" y="112455"/>
                  </a:cubicBezTo>
                  <a:cubicBezTo>
                    <a:pt x="18063" y="109902"/>
                    <a:pt x="34038" y="95857"/>
                    <a:pt x="44900" y="86281"/>
                  </a:cubicBezTo>
                  <a:cubicBezTo>
                    <a:pt x="48095" y="85004"/>
                    <a:pt x="62153" y="77982"/>
                    <a:pt x="75572" y="94580"/>
                  </a:cubicBezTo>
                  <a:cubicBezTo>
                    <a:pt x="78128" y="97134"/>
                    <a:pt x="81962" y="97772"/>
                    <a:pt x="84518" y="95218"/>
                  </a:cubicBezTo>
                  <a:cubicBezTo>
                    <a:pt x="85796" y="93942"/>
                    <a:pt x="87074" y="92026"/>
                    <a:pt x="87074" y="90111"/>
                  </a:cubicBezTo>
                  <a:lnTo>
                    <a:pt x="87074" y="21802"/>
                  </a:lnTo>
                  <a:cubicBezTo>
                    <a:pt x="87074" y="21802"/>
                    <a:pt x="87074" y="21164"/>
                    <a:pt x="87074" y="21164"/>
                  </a:cubicBezTo>
                  <a:cubicBezTo>
                    <a:pt x="87074" y="18610"/>
                    <a:pt x="87713" y="16695"/>
                    <a:pt x="88991" y="14780"/>
                  </a:cubicBezTo>
                  <a:cubicBezTo>
                    <a:pt x="92825" y="12226"/>
                    <a:pt x="97937" y="12226"/>
                    <a:pt x="101771" y="14780"/>
                  </a:cubicBezTo>
                  <a:cubicBezTo>
                    <a:pt x="103049" y="16695"/>
                    <a:pt x="103688" y="18610"/>
                    <a:pt x="103688" y="20526"/>
                  </a:cubicBezTo>
                  <a:cubicBezTo>
                    <a:pt x="103688" y="20526"/>
                    <a:pt x="103688" y="21164"/>
                    <a:pt x="103688" y="21164"/>
                  </a:cubicBezTo>
                  <a:lnTo>
                    <a:pt x="103688" y="106710"/>
                  </a:lnTo>
                  <a:cubicBezTo>
                    <a:pt x="103688" y="110540"/>
                    <a:pt x="106244" y="113094"/>
                    <a:pt x="110078" y="113094"/>
                  </a:cubicBezTo>
                  <a:cubicBezTo>
                    <a:pt x="113912" y="113094"/>
                    <a:pt x="116468" y="110540"/>
                    <a:pt x="116468" y="106710"/>
                  </a:cubicBezTo>
                  <a:lnTo>
                    <a:pt x="116468" y="28825"/>
                  </a:lnTo>
                  <a:cubicBezTo>
                    <a:pt x="116468" y="26271"/>
                    <a:pt x="117107" y="24356"/>
                    <a:pt x="119024" y="22441"/>
                  </a:cubicBezTo>
                  <a:cubicBezTo>
                    <a:pt x="120941" y="21164"/>
                    <a:pt x="122858" y="20526"/>
                    <a:pt x="124775" y="21164"/>
                  </a:cubicBezTo>
                  <a:cubicBezTo>
                    <a:pt x="128609" y="21164"/>
                    <a:pt x="131165" y="24356"/>
                    <a:pt x="131165" y="28186"/>
                  </a:cubicBezTo>
                  <a:cubicBezTo>
                    <a:pt x="131165" y="28186"/>
                    <a:pt x="131165" y="28186"/>
                    <a:pt x="131165" y="28186"/>
                  </a:cubicBezTo>
                  <a:lnTo>
                    <a:pt x="131165" y="115009"/>
                  </a:lnTo>
                  <a:cubicBezTo>
                    <a:pt x="131165" y="118839"/>
                    <a:pt x="133720" y="121393"/>
                    <a:pt x="137554" y="121393"/>
                  </a:cubicBezTo>
                  <a:cubicBezTo>
                    <a:pt x="141388" y="121393"/>
                    <a:pt x="143944" y="118839"/>
                    <a:pt x="143944" y="115009"/>
                  </a:cubicBezTo>
                  <a:lnTo>
                    <a:pt x="143944" y="59468"/>
                  </a:lnTo>
                  <a:cubicBezTo>
                    <a:pt x="143944" y="59468"/>
                    <a:pt x="143944" y="58830"/>
                    <a:pt x="143944" y="58830"/>
                  </a:cubicBezTo>
                  <a:cubicBezTo>
                    <a:pt x="143944" y="56914"/>
                    <a:pt x="144583" y="54999"/>
                    <a:pt x="145861" y="53084"/>
                  </a:cubicBezTo>
                  <a:cubicBezTo>
                    <a:pt x="146500" y="52446"/>
                    <a:pt x="147778" y="51807"/>
                    <a:pt x="149056" y="51807"/>
                  </a:cubicBezTo>
                  <a:cubicBezTo>
                    <a:pt x="151612" y="51807"/>
                    <a:pt x="152251" y="52446"/>
                    <a:pt x="152251" y="53084"/>
                  </a:cubicBezTo>
                  <a:cubicBezTo>
                    <a:pt x="153529" y="54999"/>
                    <a:pt x="154168" y="57553"/>
                    <a:pt x="154168" y="60106"/>
                  </a:cubicBezTo>
                  <a:lnTo>
                    <a:pt x="154168" y="157782"/>
                  </a:lnTo>
                  <a:cubicBezTo>
                    <a:pt x="154168" y="198001"/>
                    <a:pt x="137554" y="212684"/>
                    <a:pt x="137554" y="212684"/>
                  </a:cubicBezTo>
                  <a:cubicBezTo>
                    <a:pt x="136277" y="213961"/>
                    <a:pt x="134999" y="215876"/>
                    <a:pt x="134999" y="217791"/>
                  </a:cubicBezTo>
                  <a:lnTo>
                    <a:pt x="134999" y="233112"/>
                  </a:lnTo>
                  <a:cubicBezTo>
                    <a:pt x="134999" y="236943"/>
                    <a:pt x="137554" y="239496"/>
                    <a:pt x="141388" y="239496"/>
                  </a:cubicBezTo>
                  <a:cubicBezTo>
                    <a:pt x="145222" y="239496"/>
                    <a:pt x="147778" y="236943"/>
                    <a:pt x="147778" y="233112"/>
                  </a:cubicBezTo>
                  <a:lnTo>
                    <a:pt x="147778" y="220345"/>
                  </a:lnTo>
                  <a:cubicBezTo>
                    <a:pt x="153529" y="213961"/>
                    <a:pt x="166948" y="196085"/>
                    <a:pt x="166948" y="157782"/>
                  </a:cubicBezTo>
                  <a:lnTo>
                    <a:pt x="166948" y="61383"/>
                  </a:lnTo>
                  <a:cubicBezTo>
                    <a:pt x="168226" y="54999"/>
                    <a:pt x="166948" y="49254"/>
                    <a:pt x="163114" y="44785"/>
                  </a:cubicBezTo>
                  <a:close/>
                  <a:moveTo>
                    <a:pt x="54485" y="116286"/>
                  </a:moveTo>
                  <a:cubicBezTo>
                    <a:pt x="55763" y="116924"/>
                    <a:pt x="58958" y="120116"/>
                    <a:pt x="62153" y="132246"/>
                  </a:cubicBezTo>
                  <a:cubicBezTo>
                    <a:pt x="64709" y="139906"/>
                    <a:pt x="63431" y="148206"/>
                    <a:pt x="58958" y="154590"/>
                  </a:cubicBezTo>
                  <a:cubicBezTo>
                    <a:pt x="57680" y="156505"/>
                    <a:pt x="55763" y="158420"/>
                    <a:pt x="53846" y="159697"/>
                  </a:cubicBezTo>
                  <a:cubicBezTo>
                    <a:pt x="50651" y="156505"/>
                    <a:pt x="48095" y="153313"/>
                    <a:pt x="45539" y="148844"/>
                  </a:cubicBezTo>
                  <a:cubicBezTo>
                    <a:pt x="42344" y="143737"/>
                    <a:pt x="39149" y="138630"/>
                    <a:pt x="34676" y="134161"/>
                  </a:cubicBezTo>
                  <a:lnTo>
                    <a:pt x="34038" y="134161"/>
                  </a:lnTo>
                  <a:lnTo>
                    <a:pt x="54485" y="116286"/>
                  </a:lnTo>
                  <a:close/>
                </a:path>
              </a:pathLst>
            </a:custGeom>
            <a:solidFill>
              <a:srgbClr val="00A3E0"/>
            </a:solidFill>
            <a:ln w="6390" cap="flat">
              <a:noFill/>
              <a:prstDash val="solid"/>
              <a:miter/>
            </a:ln>
          </p:spPr>
          <p:txBody>
            <a:bodyPr rtlCol="0" anchor="ctr"/>
            <a:lstStyle/>
            <a:p>
              <a:endParaRPr lang="en-US"/>
            </a:p>
          </p:txBody>
        </p:sp>
      </p:grpSp>
      <p:grpSp>
        <p:nvGrpSpPr>
          <p:cNvPr id="329" name="Graphic 4">
            <a:extLst>
              <a:ext uri="{FF2B5EF4-FFF2-40B4-BE49-F238E27FC236}">
                <a16:creationId xmlns:a16="http://schemas.microsoft.com/office/drawing/2014/main" id="{A03687EA-FF3B-5546-A8CC-F58B2D0F98DA}"/>
              </a:ext>
            </a:extLst>
          </p:cNvPr>
          <p:cNvGrpSpPr>
            <a:grpSpLocks noChangeAspect="1"/>
          </p:cNvGrpSpPr>
          <p:nvPr/>
        </p:nvGrpSpPr>
        <p:grpSpPr>
          <a:xfrm>
            <a:off x="467743" y="1402723"/>
            <a:ext cx="361670" cy="361971"/>
            <a:chOff x="467743" y="1402723"/>
            <a:chExt cx="361670" cy="361971"/>
          </a:xfrm>
          <a:solidFill>
            <a:srgbClr val="00A3E0"/>
          </a:solidFill>
        </p:grpSpPr>
        <p:sp>
          <p:nvSpPr>
            <p:cNvPr id="330" name="Graphic 4">
              <a:extLst>
                <a:ext uri="{FF2B5EF4-FFF2-40B4-BE49-F238E27FC236}">
                  <a16:creationId xmlns:a16="http://schemas.microsoft.com/office/drawing/2014/main" id="{C44BD30D-6FF2-4144-9FD2-952F10F1412E}"/>
                </a:ext>
              </a:extLst>
            </p:cNvPr>
            <p:cNvSpPr/>
            <p:nvPr/>
          </p:nvSpPr>
          <p:spPr>
            <a:xfrm>
              <a:off x="467743" y="1402723"/>
              <a:ext cx="361670" cy="361971"/>
            </a:xfrm>
            <a:custGeom>
              <a:avLst/>
              <a:gdLst>
                <a:gd name="connsiteX0" fmla="*/ 180835 w 361670"/>
                <a:gd name="connsiteY0" fmla="*/ 0 h 361971"/>
                <a:gd name="connsiteX1" fmla="*/ 0 w 361670"/>
                <a:gd name="connsiteY1" fmla="*/ 181305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028 h 361971"/>
                <a:gd name="connsiteX9" fmla="*/ 180835 w 361670"/>
                <a:gd name="connsiteY9" fmla="*/ 12130 h 361971"/>
                <a:gd name="connsiteX10" fmla="*/ 348891 w 361670"/>
                <a:gd name="connsiteY10" fmla="*/ 180028 h 361971"/>
                <a:gd name="connsiteX11" fmla="*/ 180835 w 361670"/>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1971">
                  <a:moveTo>
                    <a:pt x="180835" y="0"/>
                  </a:moveTo>
                  <a:cubicBezTo>
                    <a:pt x="80513" y="0"/>
                    <a:pt x="0" y="81077"/>
                    <a:pt x="0" y="181305"/>
                  </a:cubicBezTo>
                  <a:cubicBezTo>
                    <a:pt x="0" y="281534"/>
                    <a:pt x="81152" y="361972"/>
                    <a:pt x="180835" y="361972"/>
                  </a:cubicBezTo>
                  <a:cubicBezTo>
                    <a:pt x="280518" y="361972"/>
                    <a:pt x="361670" y="280895"/>
                    <a:pt x="361670" y="181305"/>
                  </a:cubicBezTo>
                  <a:cubicBezTo>
                    <a:pt x="361670" y="181305"/>
                    <a:pt x="361670" y="181305"/>
                    <a:pt x="361670" y="181305"/>
                  </a:cubicBezTo>
                  <a:cubicBezTo>
                    <a:pt x="361670" y="80438"/>
                    <a:pt x="281157" y="0"/>
                    <a:pt x="180835" y="0"/>
                  </a:cubicBezTo>
                  <a:cubicBezTo>
                    <a:pt x="180835" y="0"/>
                    <a:pt x="180835" y="0"/>
                    <a:pt x="180835" y="0"/>
                  </a:cubicBezTo>
                  <a:close/>
                  <a:moveTo>
                    <a:pt x="180835" y="348565"/>
                  </a:moveTo>
                  <a:cubicBezTo>
                    <a:pt x="87542" y="348565"/>
                    <a:pt x="12780" y="273234"/>
                    <a:pt x="12780" y="180028"/>
                  </a:cubicBezTo>
                  <a:cubicBezTo>
                    <a:pt x="12780" y="86822"/>
                    <a:pt x="87542" y="12130"/>
                    <a:pt x="180835" y="12130"/>
                  </a:cubicBezTo>
                  <a:cubicBezTo>
                    <a:pt x="274128" y="12130"/>
                    <a:pt x="348891" y="87461"/>
                    <a:pt x="348891" y="180028"/>
                  </a:cubicBezTo>
                  <a:cubicBezTo>
                    <a:pt x="348891" y="273234"/>
                    <a:pt x="273489" y="348565"/>
                    <a:pt x="180835" y="348565"/>
                  </a:cubicBezTo>
                  <a:close/>
                </a:path>
              </a:pathLst>
            </a:custGeom>
            <a:solidFill>
              <a:srgbClr val="00A3E0"/>
            </a:solidFill>
            <a:ln w="6390" cap="flat">
              <a:noFill/>
              <a:prstDash val="solid"/>
              <a:miter/>
            </a:ln>
          </p:spPr>
          <p:txBody>
            <a:bodyPr rtlCol="0" anchor="ctr"/>
            <a:lstStyle/>
            <a:p>
              <a:endParaRPr lang="en-US"/>
            </a:p>
          </p:txBody>
        </p:sp>
        <p:sp>
          <p:nvSpPr>
            <p:cNvPr id="331" name="Graphic 4">
              <a:extLst>
                <a:ext uri="{FF2B5EF4-FFF2-40B4-BE49-F238E27FC236}">
                  <a16:creationId xmlns:a16="http://schemas.microsoft.com/office/drawing/2014/main" id="{D93C52E7-A559-4A47-8D3B-9709A22715E1}"/>
                </a:ext>
              </a:extLst>
            </p:cNvPr>
            <p:cNvSpPr/>
            <p:nvPr/>
          </p:nvSpPr>
          <p:spPr>
            <a:xfrm>
              <a:off x="625738" y="1567593"/>
              <a:ext cx="47421" cy="39447"/>
            </a:xfrm>
            <a:custGeom>
              <a:avLst/>
              <a:gdLst>
                <a:gd name="connsiteX0" fmla="*/ 44566 w 47421"/>
                <a:gd name="connsiteY0" fmla="*/ 27926 h 39447"/>
                <a:gd name="connsiteX1" fmla="*/ 33703 w 47421"/>
                <a:gd name="connsiteY1" fmla="*/ 19627 h 39447"/>
                <a:gd name="connsiteX2" fmla="*/ 44566 w 47421"/>
                <a:gd name="connsiteY2" fmla="*/ 11328 h 39447"/>
                <a:gd name="connsiteX3" fmla="*/ 45844 w 47421"/>
                <a:gd name="connsiteY3" fmla="*/ 2390 h 39447"/>
                <a:gd name="connsiteX4" fmla="*/ 36898 w 47421"/>
                <a:gd name="connsiteY4" fmla="*/ 1114 h 39447"/>
                <a:gd name="connsiteX5" fmla="*/ 36898 w 47421"/>
                <a:gd name="connsiteY5" fmla="*/ 1114 h 39447"/>
                <a:gd name="connsiteX6" fmla="*/ 23479 w 47421"/>
                <a:gd name="connsiteY6" fmla="*/ 11328 h 39447"/>
                <a:gd name="connsiteX7" fmla="*/ 10061 w 47421"/>
                <a:gd name="connsiteY7" fmla="*/ 1114 h 39447"/>
                <a:gd name="connsiteX8" fmla="*/ 1115 w 47421"/>
                <a:gd name="connsiteY8" fmla="*/ 3029 h 39447"/>
                <a:gd name="connsiteX9" fmla="*/ 2393 w 47421"/>
                <a:gd name="connsiteY9" fmla="*/ 11328 h 39447"/>
                <a:gd name="connsiteX10" fmla="*/ 13255 w 47421"/>
                <a:gd name="connsiteY10" fmla="*/ 19627 h 39447"/>
                <a:gd name="connsiteX11" fmla="*/ 2393 w 47421"/>
                <a:gd name="connsiteY11" fmla="*/ 27926 h 39447"/>
                <a:gd name="connsiteX12" fmla="*/ 1115 w 47421"/>
                <a:gd name="connsiteY12" fmla="*/ 36864 h 39447"/>
                <a:gd name="connsiteX13" fmla="*/ 6227 w 47421"/>
                <a:gd name="connsiteY13" fmla="*/ 39418 h 39447"/>
                <a:gd name="connsiteX14" fmla="*/ 10061 w 47421"/>
                <a:gd name="connsiteY14" fmla="*/ 38141 h 39447"/>
                <a:gd name="connsiteX15" fmla="*/ 23479 w 47421"/>
                <a:gd name="connsiteY15" fmla="*/ 27926 h 39447"/>
                <a:gd name="connsiteX16" fmla="*/ 36898 w 47421"/>
                <a:gd name="connsiteY16" fmla="*/ 38141 h 39447"/>
                <a:gd name="connsiteX17" fmla="*/ 45844 w 47421"/>
                <a:gd name="connsiteY17" fmla="*/ 36864 h 39447"/>
                <a:gd name="connsiteX18" fmla="*/ 45844 w 47421"/>
                <a:gd name="connsiteY18" fmla="*/ 36864 h 39447"/>
                <a:gd name="connsiteX19" fmla="*/ 44566 w 47421"/>
                <a:gd name="connsiteY19" fmla="*/ 27926 h 39447"/>
                <a:gd name="connsiteX20" fmla="*/ 44566 w 47421"/>
                <a:gd name="connsiteY20" fmla="*/ 27926 h 39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7421" h="39447">
                  <a:moveTo>
                    <a:pt x="44566" y="27926"/>
                  </a:moveTo>
                  <a:lnTo>
                    <a:pt x="33703" y="19627"/>
                  </a:lnTo>
                  <a:lnTo>
                    <a:pt x="44566" y="11328"/>
                  </a:lnTo>
                  <a:cubicBezTo>
                    <a:pt x="47122" y="9413"/>
                    <a:pt x="47761" y="4944"/>
                    <a:pt x="45844" y="2390"/>
                  </a:cubicBezTo>
                  <a:cubicBezTo>
                    <a:pt x="43927" y="-163"/>
                    <a:pt x="39454" y="-802"/>
                    <a:pt x="36898" y="1114"/>
                  </a:cubicBezTo>
                  <a:cubicBezTo>
                    <a:pt x="36898" y="1114"/>
                    <a:pt x="36898" y="1114"/>
                    <a:pt x="36898" y="1114"/>
                  </a:cubicBezTo>
                  <a:lnTo>
                    <a:pt x="23479" y="11328"/>
                  </a:lnTo>
                  <a:lnTo>
                    <a:pt x="10061" y="1114"/>
                  </a:lnTo>
                  <a:cubicBezTo>
                    <a:pt x="6866" y="-802"/>
                    <a:pt x="3032" y="-163"/>
                    <a:pt x="1115" y="3029"/>
                  </a:cubicBezTo>
                  <a:cubicBezTo>
                    <a:pt x="-802" y="5582"/>
                    <a:pt x="-163" y="9413"/>
                    <a:pt x="2393" y="11328"/>
                  </a:cubicBezTo>
                  <a:lnTo>
                    <a:pt x="13255" y="19627"/>
                  </a:lnTo>
                  <a:lnTo>
                    <a:pt x="2393" y="27926"/>
                  </a:lnTo>
                  <a:cubicBezTo>
                    <a:pt x="-163" y="29842"/>
                    <a:pt x="-802" y="34310"/>
                    <a:pt x="1115" y="36864"/>
                  </a:cubicBezTo>
                  <a:cubicBezTo>
                    <a:pt x="2393" y="38141"/>
                    <a:pt x="4310" y="39418"/>
                    <a:pt x="6227" y="39418"/>
                  </a:cubicBezTo>
                  <a:cubicBezTo>
                    <a:pt x="7505" y="39418"/>
                    <a:pt x="8783" y="38779"/>
                    <a:pt x="10061" y="38141"/>
                  </a:cubicBezTo>
                  <a:lnTo>
                    <a:pt x="23479" y="27926"/>
                  </a:lnTo>
                  <a:lnTo>
                    <a:pt x="36898" y="38141"/>
                  </a:lnTo>
                  <a:cubicBezTo>
                    <a:pt x="39454" y="40056"/>
                    <a:pt x="43927" y="40056"/>
                    <a:pt x="45844" y="36864"/>
                  </a:cubicBezTo>
                  <a:cubicBezTo>
                    <a:pt x="45844" y="36864"/>
                    <a:pt x="45844" y="36864"/>
                    <a:pt x="45844" y="36864"/>
                  </a:cubicBezTo>
                  <a:cubicBezTo>
                    <a:pt x="48400" y="34310"/>
                    <a:pt x="47761" y="30480"/>
                    <a:pt x="44566" y="27926"/>
                  </a:cubicBezTo>
                  <a:cubicBezTo>
                    <a:pt x="44566" y="27926"/>
                    <a:pt x="44566" y="27926"/>
                    <a:pt x="44566" y="27926"/>
                  </a:cubicBezTo>
                  <a:close/>
                </a:path>
              </a:pathLst>
            </a:custGeom>
            <a:solidFill>
              <a:srgbClr val="00A3E0"/>
            </a:solidFill>
            <a:ln w="6390" cap="flat">
              <a:noFill/>
              <a:prstDash val="solid"/>
              <a:miter/>
            </a:ln>
          </p:spPr>
          <p:txBody>
            <a:bodyPr rtlCol="0" anchor="ctr"/>
            <a:lstStyle/>
            <a:p>
              <a:endParaRPr lang="en-US"/>
            </a:p>
          </p:txBody>
        </p:sp>
        <p:sp>
          <p:nvSpPr>
            <p:cNvPr id="332" name="Graphic 4">
              <a:extLst>
                <a:ext uri="{FF2B5EF4-FFF2-40B4-BE49-F238E27FC236}">
                  <a16:creationId xmlns:a16="http://schemas.microsoft.com/office/drawing/2014/main" id="{E79C64F0-A832-1F4C-82D9-4AFAC763E20C}"/>
                </a:ext>
              </a:extLst>
            </p:cNvPr>
            <p:cNvSpPr/>
            <p:nvPr/>
          </p:nvSpPr>
          <p:spPr>
            <a:xfrm>
              <a:off x="545849" y="1479969"/>
              <a:ext cx="205133" cy="207479"/>
            </a:xfrm>
            <a:custGeom>
              <a:avLst/>
              <a:gdLst>
                <a:gd name="connsiteX0" fmla="*/ 202412 w 205133"/>
                <a:gd name="connsiteY0" fmla="*/ 194073 h 207479"/>
                <a:gd name="connsiteX1" fmla="*/ 157682 w 205133"/>
                <a:gd name="connsiteY1" fmla="*/ 183220 h 207479"/>
                <a:gd name="connsiteX2" fmla="*/ 148736 w 205133"/>
                <a:gd name="connsiteY2" fmla="*/ 181944 h 207479"/>
                <a:gd name="connsiteX3" fmla="*/ 139790 w 205133"/>
                <a:gd name="connsiteY3" fmla="*/ 168537 h 207479"/>
                <a:gd name="connsiteX4" fmla="*/ 135317 w 205133"/>
                <a:gd name="connsiteY4" fmla="*/ 148108 h 207479"/>
                <a:gd name="connsiteX5" fmla="*/ 163433 w 205133"/>
                <a:gd name="connsiteY5" fmla="*/ 71501 h 207479"/>
                <a:gd name="connsiteX6" fmla="*/ 152570 w 205133"/>
                <a:gd name="connsiteY6" fmla="*/ 20429 h 207479"/>
                <a:gd name="connsiteX7" fmla="*/ 102090 w 205133"/>
                <a:gd name="connsiteY7" fmla="*/ 0 h 207479"/>
                <a:gd name="connsiteX8" fmla="*/ 56721 w 205133"/>
                <a:gd name="connsiteY8" fmla="*/ 17237 h 207479"/>
                <a:gd name="connsiteX9" fmla="*/ 42663 w 205133"/>
                <a:gd name="connsiteY9" fmla="*/ 70862 h 207479"/>
                <a:gd name="connsiteX10" fmla="*/ 66306 w 205133"/>
                <a:gd name="connsiteY10" fmla="*/ 137894 h 207479"/>
                <a:gd name="connsiteX11" fmla="*/ 70140 w 205133"/>
                <a:gd name="connsiteY11" fmla="*/ 144916 h 207479"/>
                <a:gd name="connsiteX12" fmla="*/ 61833 w 205133"/>
                <a:gd name="connsiteY12" fmla="*/ 178752 h 207479"/>
                <a:gd name="connsiteX13" fmla="*/ 50331 w 205133"/>
                <a:gd name="connsiteY13" fmla="*/ 185136 h 207479"/>
                <a:gd name="connsiteX14" fmla="*/ 3685 w 205133"/>
                <a:gd name="connsiteY14" fmla="*/ 194712 h 207479"/>
                <a:gd name="connsiteX15" fmla="*/ 490 w 205133"/>
                <a:gd name="connsiteY15" fmla="*/ 203011 h 207479"/>
                <a:gd name="connsiteX16" fmla="*/ 8797 w 205133"/>
                <a:gd name="connsiteY16" fmla="*/ 206203 h 207479"/>
                <a:gd name="connsiteX17" fmla="*/ 8797 w 205133"/>
                <a:gd name="connsiteY17" fmla="*/ 206203 h 207479"/>
                <a:gd name="connsiteX18" fmla="*/ 49692 w 205133"/>
                <a:gd name="connsiteY18" fmla="*/ 197904 h 207479"/>
                <a:gd name="connsiteX19" fmla="*/ 72057 w 205133"/>
                <a:gd name="connsiteY19" fmla="*/ 185774 h 207479"/>
                <a:gd name="connsiteX20" fmla="*/ 81642 w 205133"/>
                <a:gd name="connsiteY20" fmla="*/ 141086 h 207479"/>
                <a:gd name="connsiteX21" fmla="*/ 77169 w 205133"/>
                <a:gd name="connsiteY21" fmla="*/ 132148 h 207479"/>
                <a:gd name="connsiteX22" fmla="*/ 54804 w 205133"/>
                <a:gd name="connsiteY22" fmla="*/ 70224 h 207479"/>
                <a:gd name="connsiteX23" fmla="*/ 56082 w 205133"/>
                <a:gd name="connsiteY23" fmla="*/ 44688 h 207479"/>
                <a:gd name="connsiteX24" fmla="*/ 86754 w 205133"/>
                <a:gd name="connsiteY24" fmla="*/ 58094 h 207479"/>
                <a:gd name="connsiteX25" fmla="*/ 91866 w 205133"/>
                <a:gd name="connsiteY25" fmla="*/ 58094 h 207479"/>
                <a:gd name="connsiteX26" fmla="*/ 118704 w 205133"/>
                <a:gd name="connsiteY26" fmla="*/ 50434 h 207479"/>
                <a:gd name="connsiteX27" fmla="*/ 128288 w 205133"/>
                <a:gd name="connsiteY27" fmla="*/ 53626 h 207479"/>
                <a:gd name="connsiteX28" fmla="*/ 150014 w 205133"/>
                <a:gd name="connsiteY28" fmla="*/ 45965 h 207479"/>
                <a:gd name="connsiteX29" fmla="*/ 150014 w 205133"/>
                <a:gd name="connsiteY29" fmla="*/ 70224 h 207479"/>
                <a:gd name="connsiteX30" fmla="*/ 123176 w 205133"/>
                <a:gd name="connsiteY30" fmla="*/ 141724 h 207479"/>
                <a:gd name="connsiteX31" fmla="*/ 125732 w 205133"/>
                <a:gd name="connsiteY31" fmla="*/ 172368 h 207479"/>
                <a:gd name="connsiteX32" fmla="*/ 144902 w 205133"/>
                <a:gd name="connsiteY32" fmla="*/ 194712 h 207479"/>
                <a:gd name="connsiteX33" fmla="*/ 154487 w 205133"/>
                <a:gd name="connsiteY33" fmla="*/ 196627 h 207479"/>
                <a:gd name="connsiteX34" fmla="*/ 196022 w 205133"/>
                <a:gd name="connsiteY34" fmla="*/ 206841 h 207479"/>
                <a:gd name="connsiteX35" fmla="*/ 198578 w 205133"/>
                <a:gd name="connsiteY35" fmla="*/ 207480 h 207479"/>
                <a:gd name="connsiteX36" fmla="*/ 204968 w 205133"/>
                <a:gd name="connsiteY36" fmla="*/ 201096 h 207479"/>
                <a:gd name="connsiteX37" fmla="*/ 202412 w 205133"/>
                <a:gd name="connsiteY37" fmla="*/ 194073 h 207479"/>
                <a:gd name="connsiteX38" fmla="*/ 202412 w 205133"/>
                <a:gd name="connsiteY38" fmla="*/ 194073 h 207479"/>
                <a:gd name="connsiteX39" fmla="*/ 129566 w 205133"/>
                <a:gd name="connsiteY39" fmla="*/ 40219 h 207479"/>
                <a:gd name="connsiteX40" fmla="*/ 123176 w 205133"/>
                <a:gd name="connsiteY40" fmla="*/ 37027 h 207479"/>
                <a:gd name="connsiteX41" fmla="*/ 118065 w 205133"/>
                <a:gd name="connsiteY41" fmla="*/ 34474 h 207479"/>
                <a:gd name="connsiteX42" fmla="*/ 118065 w 205133"/>
                <a:gd name="connsiteY42" fmla="*/ 34474 h 207479"/>
                <a:gd name="connsiteX43" fmla="*/ 112953 w 205133"/>
                <a:gd name="connsiteY43" fmla="*/ 37027 h 207479"/>
                <a:gd name="connsiteX44" fmla="*/ 86754 w 205133"/>
                <a:gd name="connsiteY44" fmla="*/ 44688 h 207479"/>
                <a:gd name="connsiteX45" fmla="*/ 60555 w 205133"/>
                <a:gd name="connsiteY45" fmla="*/ 31920 h 207479"/>
                <a:gd name="connsiteX46" fmla="*/ 64389 w 205133"/>
                <a:gd name="connsiteY46" fmla="*/ 26174 h 207479"/>
                <a:gd name="connsiteX47" fmla="*/ 100812 w 205133"/>
                <a:gd name="connsiteY47" fmla="*/ 13406 h 207479"/>
                <a:gd name="connsiteX48" fmla="*/ 141707 w 205133"/>
                <a:gd name="connsiteY48" fmla="*/ 29366 h 207479"/>
                <a:gd name="connsiteX49" fmla="*/ 144902 w 205133"/>
                <a:gd name="connsiteY49" fmla="*/ 33197 h 207479"/>
                <a:gd name="connsiteX50" fmla="*/ 129566 w 205133"/>
                <a:gd name="connsiteY50" fmla="*/ 40219 h 207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05133" h="207479">
                  <a:moveTo>
                    <a:pt x="202412" y="194073"/>
                  </a:moveTo>
                  <a:cubicBezTo>
                    <a:pt x="187715" y="188966"/>
                    <a:pt x="173018" y="185136"/>
                    <a:pt x="157682" y="183220"/>
                  </a:cubicBezTo>
                  <a:cubicBezTo>
                    <a:pt x="153848" y="182582"/>
                    <a:pt x="151292" y="181944"/>
                    <a:pt x="148736" y="181944"/>
                  </a:cubicBezTo>
                  <a:cubicBezTo>
                    <a:pt x="147458" y="181944"/>
                    <a:pt x="143624" y="178113"/>
                    <a:pt x="139790" y="168537"/>
                  </a:cubicBezTo>
                  <a:cubicBezTo>
                    <a:pt x="136595" y="162153"/>
                    <a:pt x="134678" y="155131"/>
                    <a:pt x="135317" y="148108"/>
                  </a:cubicBezTo>
                  <a:cubicBezTo>
                    <a:pt x="148736" y="124488"/>
                    <a:pt x="158321" y="98313"/>
                    <a:pt x="163433" y="71501"/>
                  </a:cubicBezTo>
                  <a:cubicBezTo>
                    <a:pt x="167906" y="53626"/>
                    <a:pt x="163433" y="35112"/>
                    <a:pt x="152570" y="20429"/>
                  </a:cubicBezTo>
                  <a:cubicBezTo>
                    <a:pt x="141068" y="7022"/>
                    <a:pt x="123816" y="0"/>
                    <a:pt x="102090" y="0"/>
                  </a:cubicBezTo>
                  <a:cubicBezTo>
                    <a:pt x="82281" y="0"/>
                    <a:pt x="66945" y="5746"/>
                    <a:pt x="56721" y="17237"/>
                  </a:cubicBezTo>
                  <a:cubicBezTo>
                    <a:pt x="46497" y="28728"/>
                    <a:pt x="40746" y="47880"/>
                    <a:pt x="42663" y="70862"/>
                  </a:cubicBezTo>
                  <a:cubicBezTo>
                    <a:pt x="45858" y="94483"/>
                    <a:pt x="54165" y="117465"/>
                    <a:pt x="66306" y="137894"/>
                  </a:cubicBezTo>
                  <a:cubicBezTo>
                    <a:pt x="68223" y="141086"/>
                    <a:pt x="69501" y="143640"/>
                    <a:pt x="70140" y="144916"/>
                  </a:cubicBezTo>
                  <a:cubicBezTo>
                    <a:pt x="71418" y="156408"/>
                    <a:pt x="68223" y="168537"/>
                    <a:pt x="61833" y="178752"/>
                  </a:cubicBezTo>
                  <a:cubicBezTo>
                    <a:pt x="59277" y="182582"/>
                    <a:pt x="55443" y="185136"/>
                    <a:pt x="50331" y="185136"/>
                  </a:cubicBezTo>
                  <a:cubicBezTo>
                    <a:pt x="34356" y="185136"/>
                    <a:pt x="18382" y="188328"/>
                    <a:pt x="3685" y="194712"/>
                  </a:cubicBezTo>
                  <a:cubicBezTo>
                    <a:pt x="490" y="195988"/>
                    <a:pt x="-788" y="199819"/>
                    <a:pt x="490" y="203011"/>
                  </a:cubicBezTo>
                  <a:cubicBezTo>
                    <a:pt x="1768" y="206203"/>
                    <a:pt x="5602" y="207480"/>
                    <a:pt x="8797" y="206203"/>
                  </a:cubicBezTo>
                  <a:cubicBezTo>
                    <a:pt x="8797" y="206203"/>
                    <a:pt x="8797" y="206203"/>
                    <a:pt x="8797" y="206203"/>
                  </a:cubicBezTo>
                  <a:cubicBezTo>
                    <a:pt x="21577" y="200457"/>
                    <a:pt x="35634" y="197904"/>
                    <a:pt x="49692" y="197904"/>
                  </a:cubicBezTo>
                  <a:cubicBezTo>
                    <a:pt x="58638" y="197904"/>
                    <a:pt x="66945" y="193435"/>
                    <a:pt x="72057" y="185774"/>
                  </a:cubicBezTo>
                  <a:cubicBezTo>
                    <a:pt x="80364" y="172368"/>
                    <a:pt x="84198" y="156408"/>
                    <a:pt x="81642" y="141086"/>
                  </a:cubicBezTo>
                  <a:cubicBezTo>
                    <a:pt x="80364" y="137894"/>
                    <a:pt x="78447" y="134702"/>
                    <a:pt x="77169" y="132148"/>
                  </a:cubicBezTo>
                  <a:cubicBezTo>
                    <a:pt x="65667" y="112996"/>
                    <a:pt x="57999" y="91929"/>
                    <a:pt x="54804" y="70224"/>
                  </a:cubicBezTo>
                  <a:cubicBezTo>
                    <a:pt x="54165" y="61925"/>
                    <a:pt x="54165" y="52987"/>
                    <a:pt x="56082" y="44688"/>
                  </a:cubicBezTo>
                  <a:cubicBezTo>
                    <a:pt x="64389" y="52349"/>
                    <a:pt x="75252" y="56818"/>
                    <a:pt x="86754" y="58094"/>
                  </a:cubicBezTo>
                  <a:cubicBezTo>
                    <a:pt x="88671" y="58094"/>
                    <a:pt x="90588" y="58094"/>
                    <a:pt x="91866" y="58094"/>
                  </a:cubicBezTo>
                  <a:cubicBezTo>
                    <a:pt x="101451" y="58733"/>
                    <a:pt x="111036" y="56179"/>
                    <a:pt x="118704" y="50434"/>
                  </a:cubicBezTo>
                  <a:cubicBezTo>
                    <a:pt x="121260" y="52349"/>
                    <a:pt x="125093" y="53626"/>
                    <a:pt x="128288" y="53626"/>
                  </a:cubicBezTo>
                  <a:cubicBezTo>
                    <a:pt x="135956" y="53626"/>
                    <a:pt x="143624" y="51072"/>
                    <a:pt x="150014" y="45965"/>
                  </a:cubicBezTo>
                  <a:cubicBezTo>
                    <a:pt x="151931" y="53626"/>
                    <a:pt x="151931" y="61925"/>
                    <a:pt x="150014" y="70224"/>
                  </a:cubicBezTo>
                  <a:cubicBezTo>
                    <a:pt x="145541" y="95121"/>
                    <a:pt x="136595" y="119380"/>
                    <a:pt x="123176" y="141724"/>
                  </a:cubicBezTo>
                  <a:cubicBezTo>
                    <a:pt x="117426" y="150662"/>
                    <a:pt x="123816" y="167260"/>
                    <a:pt x="125732" y="172368"/>
                  </a:cubicBezTo>
                  <a:cubicBezTo>
                    <a:pt x="128927" y="180028"/>
                    <a:pt x="135317" y="192796"/>
                    <a:pt x="144902" y="194712"/>
                  </a:cubicBezTo>
                  <a:cubicBezTo>
                    <a:pt x="147458" y="195350"/>
                    <a:pt x="150653" y="195988"/>
                    <a:pt x="154487" y="196627"/>
                  </a:cubicBezTo>
                  <a:cubicBezTo>
                    <a:pt x="168545" y="198542"/>
                    <a:pt x="182603" y="201734"/>
                    <a:pt x="196022" y="206841"/>
                  </a:cubicBezTo>
                  <a:cubicBezTo>
                    <a:pt x="196661" y="207480"/>
                    <a:pt x="197939" y="207480"/>
                    <a:pt x="198578" y="207480"/>
                  </a:cubicBezTo>
                  <a:cubicBezTo>
                    <a:pt x="202412" y="207480"/>
                    <a:pt x="204968" y="204288"/>
                    <a:pt x="204968" y="201096"/>
                  </a:cubicBezTo>
                  <a:cubicBezTo>
                    <a:pt x="205607" y="197904"/>
                    <a:pt x="204329" y="195350"/>
                    <a:pt x="202412" y="194073"/>
                  </a:cubicBezTo>
                  <a:lnTo>
                    <a:pt x="202412" y="194073"/>
                  </a:lnTo>
                  <a:close/>
                  <a:moveTo>
                    <a:pt x="129566" y="40219"/>
                  </a:moveTo>
                  <a:cubicBezTo>
                    <a:pt x="127010" y="40219"/>
                    <a:pt x="125093" y="38942"/>
                    <a:pt x="123176" y="37027"/>
                  </a:cubicBezTo>
                  <a:cubicBezTo>
                    <a:pt x="121899" y="35112"/>
                    <a:pt x="119982" y="34474"/>
                    <a:pt x="118065" y="34474"/>
                  </a:cubicBezTo>
                  <a:lnTo>
                    <a:pt x="118065" y="34474"/>
                  </a:lnTo>
                  <a:cubicBezTo>
                    <a:pt x="116148" y="34474"/>
                    <a:pt x="114231" y="35750"/>
                    <a:pt x="112953" y="37027"/>
                  </a:cubicBezTo>
                  <a:cubicBezTo>
                    <a:pt x="111036" y="39581"/>
                    <a:pt x="106563" y="45965"/>
                    <a:pt x="86754" y="44688"/>
                  </a:cubicBezTo>
                  <a:cubicBezTo>
                    <a:pt x="76530" y="43411"/>
                    <a:pt x="67584" y="38942"/>
                    <a:pt x="60555" y="31920"/>
                  </a:cubicBezTo>
                  <a:cubicBezTo>
                    <a:pt x="61833" y="30005"/>
                    <a:pt x="63111" y="28090"/>
                    <a:pt x="64389" y="26174"/>
                  </a:cubicBezTo>
                  <a:cubicBezTo>
                    <a:pt x="72057" y="17237"/>
                    <a:pt x="84198" y="13406"/>
                    <a:pt x="100812" y="13406"/>
                  </a:cubicBezTo>
                  <a:cubicBezTo>
                    <a:pt x="118704" y="13406"/>
                    <a:pt x="132761" y="19152"/>
                    <a:pt x="141707" y="29366"/>
                  </a:cubicBezTo>
                  <a:cubicBezTo>
                    <a:pt x="142985" y="30643"/>
                    <a:pt x="143624" y="31920"/>
                    <a:pt x="144902" y="33197"/>
                  </a:cubicBezTo>
                  <a:cubicBezTo>
                    <a:pt x="141068" y="37666"/>
                    <a:pt x="135317" y="40219"/>
                    <a:pt x="129566" y="40219"/>
                  </a:cubicBezTo>
                  <a:close/>
                </a:path>
              </a:pathLst>
            </a:custGeom>
            <a:solidFill>
              <a:srgbClr val="00A3E0"/>
            </a:solidFill>
            <a:ln w="6390" cap="flat">
              <a:noFill/>
              <a:prstDash val="solid"/>
              <a:miter/>
            </a:ln>
          </p:spPr>
          <p:txBody>
            <a:bodyPr rtlCol="0" anchor="ctr"/>
            <a:lstStyle/>
            <a:p>
              <a:endParaRPr lang="en-US"/>
            </a:p>
          </p:txBody>
        </p:sp>
      </p:grpSp>
      <p:grpSp>
        <p:nvGrpSpPr>
          <p:cNvPr id="333" name="Graphic 4">
            <a:extLst>
              <a:ext uri="{FF2B5EF4-FFF2-40B4-BE49-F238E27FC236}">
                <a16:creationId xmlns:a16="http://schemas.microsoft.com/office/drawing/2014/main" id="{E5B1E78C-04A4-3B44-96CC-C7C622FE3D3A}"/>
              </a:ext>
            </a:extLst>
          </p:cNvPr>
          <p:cNvGrpSpPr>
            <a:grpSpLocks noChangeAspect="1"/>
          </p:cNvGrpSpPr>
          <p:nvPr/>
        </p:nvGrpSpPr>
        <p:grpSpPr>
          <a:xfrm>
            <a:off x="905454" y="1893013"/>
            <a:ext cx="362309" cy="362610"/>
            <a:chOff x="905454" y="1893013"/>
            <a:chExt cx="362309" cy="362610"/>
          </a:xfrm>
          <a:solidFill>
            <a:srgbClr val="00A3E0"/>
          </a:solidFill>
        </p:grpSpPr>
        <p:sp>
          <p:nvSpPr>
            <p:cNvPr id="334" name="Graphic 4">
              <a:extLst>
                <a:ext uri="{FF2B5EF4-FFF2-40B4-BE49-F238E27FC236}">
                  <a16:creationId xmlns:a16="http://schemas.microsoft.com/office/drawing/2014/main" id="{80A7C255-4819-A549-8462-528057AC42D4}"/>
                </a:ext>
              </a:extLst>
            </p:cNvPr>
            <p:cNvSpPr/>
            <p:nvPr/>
          </p:nvSpPr>
          <p:spPr>
            <a:xfrm>
              <a:off x="1059451" y="2030268"/>
              <a:ext cx="54953" cy="70862"/>
            </a:xfrm>
            <a:custGeom>
              <a:avLst/>
              <a:gdLst>
                <a:gd name="connsiteX0" fmla="*/ 0 w 54953"/>
                <a:gd name="connsiteY0" fmla="*/ 0 h 70862"/>
                <a:gd name="connsiteX1" fmla="*/ 54954 w 54953"/>
                <a:gd name="connsiteY1" fmla="*/ 0 h 70862"/>
                <a:gd name="connsiteX2" fmla="*/ 54954 w 54953"/>
                <a:gd name="connsiteY2" fmla="*/ 70862 h 70862"/>
                <a:gd name="connsiteX3" fmla="*/ 0 w 54953"/>
                <a:gd name="connsiteY3" fmla="*/ 70862 h 70862"/>
              </a:gdLst>
              <a:ahLst/>
              <a:cxnLst>
                <a:cxn ang="0">
                  <a:pos x="connsiteX0" y="connsiteY0"/>
                </a:cxn>
                <a:cxn ang="0">
                  <a:pos x="connsiteX1" y="connsiteY1"/>
                </a:cxn>
                <a:cxn ang="0">
                  <a:pos x="connsiteX2" y="connsiteY2"/>
                </a:cxn>
                <a:cxn ang="0">
                  <a:pos x="connsiteX3" y="connsiteY3"/>
                </a:cxn>
              </a:cxnLst>
              <a:rect l="l" t="t" r="r" b="b"/>
              <a:pathLst>
                <a:path w="54953" h="70862">
                  <a:moveTo>
                    <a:pt x="0" y="0"/>
                  </a:moveTo>
                  <a:lnTo>
                    <a:pt x="54954" y="0"/>
                  </a:lnTo>
                  <a:lnTo>
                    <a:pt x="54954" y="70862"/>
                  </a:lnTo>
                  <a:lnTo>
                    <a:pt x="0" y="70862"/>
                  </a:lnTo>
                  <a:close/>
                </a:path>
              </a:pathLst>
            </a:custGeom>
            <a:solidFill>
              <a:srgbClr val="00A3E0"/>
            </a:solidFill>
            <a:ln w="6390" cap="flat">
              <a:noFill/>
              <a:prstDash val="solid"/>
              <a:miter/>
            </a:ln>
          </p:spPr>
          <p:txBody>
            <a:bodyPr rtlCol="0" anchor="ctr"/>
            <a:lstStyle/>
            <a:p>
              <a:endParaRPr lang="en-US"/>
            </a:p>
          </p:txBody>
        </p:sp>
        <p:sp>
          <p:nvSpPr>
            <p:cNvPr id="335" name="Graphic 4">
              <a:extLst>
                <a:ext uri="{FF2B5EF4-FFF2-40B4-BE49-F238E27FC236}">
                  <a16:creationId xmlns:a16="http://schemas.microsoft.com/office/drawing/2014/main" id="{1E8041D0-1CF3-7F42-8497-3D45BE9C13C6}"/>
                </a:ext>
              </a:extLst>
            </p:cNvPr>
            <p:cNvSpPr/>
            <p:nvPr/>
          </p:nvSpPr>
          <p:spPr>
            <a:xfrm>
              <a:off x="905454" y="189301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362309 w 362309"/>
                <a:gd name="connsiteY4" fmla="*/ 181305 h 362610"/>
                <a:gd name="connsiteX5" fmla="*/ 180835 w 362309"/>
                <a:gd name="connsiteY5" fmla="*/ 0 h 362610"/>
                <a:gd name="connsiteX6" fmla="*/ 180196 w 362309"/>
                <a:gd name="connsiteY6" fmla="*/ 55541 h 362610"/>
                <a:gd name="connsiteX7" fmla="*/ 203200 w 362309"/>
                <a:gd name="connsiteY7" fmla="*/ 78523 h 362610"/>
                <a:gd name="connsiteX8" fmla="*/ 180196 w 362309"/>
                <a:gd name="connsiteY8" fmla="*/ 101505 h 362610"/>
                <a:gd name="connsiteX9" fmla="*/ 157192 w 362309"/>
                <a:gd name="connsiteY9" fmla="*/ 78523 h 362610"/>
                <a:gd name="connsiteX10" fmla="*/ 180196 w 362309"/>
                <a:gd name="connsiteY10" fmla="*/ 55541 h 362610"/>
                <a:gd name="connsiteX11" fmla="*/ 180196 w 362309"/>
                <a:gd name="connsiteY11" fmla="*/ 55541 h 362610"/>
                <a:gd name="connsiteX12" fmla="*/ 180196 w 362309"/>
                <a:gd name="connsiteY12" fmla="*/ 55541 h 362610"/>
                <a:gd name="connsiteX13" fmla="*/ 221092 w 362309"/>
                <a:gd name="connsiteY13" fmla="*/ 214502 h 362610"/>
                <a:gd name="connsiteX14" fmla="*/ 214702 w 362309"/>
                <a:gd name="connsiteY14" fmla="*/ 220886 h 362610"/>
                <a:gd name="connsiteX15" fmla="*/ 205756 w 362309"/>
                <a:gd name="connsiteY15" fmla="*/ 220886 h 362610"/>
                <a:gd name="connsiteX16" fmla="*/ 205756 w 362309"/>
                <a:gd name="connsiteY16" fmla="*/ 259828 h 362610"/>
                <a:gd name="connsiteX17" fmla="*/ 199366 w 362309"/>
                <a:gd name="connsiteY17" fmla="*/ 266212 h 362610"/>
                <a:gd name="connsiteX18" fmla="*/ 192976 w 362309"/>
                <a:gd name="connsiteY18" fmla="*/ 259828 h 362610"/>
                <a:gd name="connsiteX19" fmla="*/ 192976 w 362309"/>
                <a:gd name="connsiteY19" fmla="*/ 220886 h 362610"/>
                <a:gd name="connsiteX20" fmla="*/ 171250 w 362309"/>
                <a:gd name="connsiteY20" fmla="*/ 220886 h 362610"/>
                <a:gd name="connsiteX21" fmla="*/ 171250 w 362309"/>
                <a:gd name="connsiteY21" fmla="*/ 299409 h 362610"/>
                <a:gd name="connsiteX22" fmla="*/ 164860 w 362309"/>
                <a:gd name="connsiteY22" fmla="*/ 305793 h 362610"/>
                <a:gd name="connsiteX23" fmla="*/ 158470 w 362309"/>
                <a:gd name="connsiteY23" fmla="*/ 299409 h 362610"/>
                <a:gd name="connsiteX24" fmla="*/ 158470 w 362309"/>
                <a:gd name="connsiteY24" fmla="*/ 220886 h 362610"/>
                <a:gd name="connsiteX25" fmla="*/ 147608 w 362309"/>
                <a:gd name="connsiteY25" fmla="*/ 220886 h 362610"/>
                <a:gd name="connsiteX26" fmla="*/ 141218 w 362309"/>
                <a:gd name="connsiteY26" fmla="*/ 214502 h 362610"/>
                <a:gd name="connsiteX27" fmla="*/ 141218 w 362309"/>
                <a:gd name="connsiteY27" fmla="*/ 130872 h 362610"/>
                <a:gd name="connsiteX28" fmla="*/ 147608 w 362309"/>
                <a:gd name="connsiteY28" fmla="*/ 124488 h 362610"/>
                <a:gd name="connsiteX29" fmla="*/ 215341 w 362309"/>
                <a:gd name="connsiteY29" fmla="*/ 124488 h 362610"/>
                <a:gd name="connsiteX30" fmla="*/ 221731 w 362309"/>
                <a:gd name="connsiteY30" fmla="*/ 130872 h 362610"/>
                <a:gd name="connsiteX31" fmla="*/ 221731 w 362309"/>
                <a:gd name="connsiteY31" fmla="*/ 214502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181305"/>
                    <a:pt x="362309" y="181305"/>
                    <a:pt x="362309" y="181305"/>
                  </a:cubicBezTo>
                  <a:cubicBezTo>
                    <a:pt x="361670" y="81077"/>
                    <a:pt x="281157" y="0"/>
                    <a:pt x="180835" y="0"/>
                  </a:cubicBezTo>
                  <a:close/>
                  <a:moveTo>
                    <a:pt x="180196" y="55541"/>
                  </a:moveTo>
                  <a:cubicBezTo>
                    <a:pt x="192976" y="55541"/>
                    <a:pt x="203200" y="65755"/>
                    <a:pt x="203200" y="78523"/>
                  </a:cubicBezTo>
                  <a:cubicBezTo>
                    <a:pt x="203200" y="91291"/>
                    <a:pt x="192976" y="101505"/>
                    <a:pt x="180196" y="101505"/>
                  </a:cubicBezTo>
                  <a:cubicBezTo>
                    <a:pt x="167416" y="101505"/>
                    <a:pt x="157192" y="91291"/>
                    <a:pt x="157192" y="78523"/>
                  </a:cubicBezTo>
                  <a:cubicBezTo>
                    <a:pt x="156553" y="65755"/>
                    <a:pt x="167416" y="55541"/>
                    <a:pt x="180196" y="55541"/>
                  </a:cubicBezTo>
                  <a:cubicBezTo>
                    <a:pt x="180196" y="55541"/>
                    <a:pt x="180196" y="55541"/>
                    <a:pt x="180196" y="55541"/>
                  </a:cubicBezTo>
                  <a:lnTo>
                    <a:pt x="180196" y="55541"/>
                  </a:lnTo>
                  <a:close/>
                  <a:moveTo>
                    <a:pt x="221092" y="214502"/>
                  </a:moveTo>
                  <a:cubicBezTo>
                    <a:pt x="221092" y="218332"/>
                    <a:pt x="218536" y="220886"/>
                    <a:pt x="214702" y="220886"/>
                  </a:cubicBezTo>
                  <a:lnTo>
                    <a:pt x="205756" y="220886"/>
                  </a:lnTo>
                  <a:lnTo>
                    <a:pt x="205756" y="259828"/>
                  </a:lnTo>
                  <a:cubicBezTo>
                    <a:pt x="205756" y="263659"/>
                    <a:pt x="203200" y="266212"/>
                    <a:pt x="199366" y="266212"/>
                  </a:cubicBezTo>
                  <a:cubicBezTo>
                    <a:pt x="195532" y="266212"/>
                    <a:pt x="192976" y="263659"/>
                    <a:pt x="192976" y="259828"/>
                  </a:cubicBezTo>
                  <a:lnTo>
                    <a:pt x="192976" y="220886"/>
                  </a:lnTo>
                  <a:lnTo>
                    <a:pt x="171250" y="220886"/>
                  </a:lnTo>
                  <a:lnTo>
                    <a:pt x="171250" y="299409"/>
                  </a:lnTo>
                  <a:cubicBezTo>
                    <a:pt x="171250" y="303239"/>
                    <a:pt x="168694" y="305793"/>
                    <a:pt x="164860" y="305793"/>
                  </a:cubicBezTo>
                  <a:cubicBezTo>
                    <a:pt x="161026" y="305793"/>
                    <a:pt x="158470" y="303239"/>
                    <a:pt x="158470" y="299409"/>
                  </a:cubicBezTo>
                  <a:lnTo>
                    <a:pt x="158470" y="220886"/>
                  </a:lnTo>
                  <a:lnTo>
                    <a:pt x="147608" y="220886"/>
                  </a:lnTo>
                  <a:cubicBezTo>
                    <a:pt x="143774" y="220886"/>
                    <a:pt x="141218" y="218332"/>
                    <a:pt x="141218" y="214502"/>
                  </a:cubicBezTo>
                  <a:lnTo>
                    <a:pt x="141218" y="130872"/>
                  </a:lnTo>
                  <a:cubicBezTo>
                    <a:pt x="141218" y="127041"/>
                    <a:pt x="143774" y="124488"/>
                    <a:pt x="147608" y="124488"/>
                  </a:cubicBezTo>
                  <a:lnTo>
                    <a:pt x="215341" y="124488"/>
                  </a:lnTo>
                  <a:cubicBezTo>
                    <a:pt x="219175" y="124488"/>
                    <a:pt x="221731" y="127041"/>
                    <a:pt x="221731" y="130872"/>
                  </a:cubicBezTo>
                  <a:lnTo>
                    <a:pt x="221731" y="214502"/>
                  </a:lnTo>
                  <a:close/>
                </a:path>
              </a:pathLst>
            </a:custGeom>
            <a:solidFill>
              <a:srgbClr val="00A3E0"/>
            </a:solidFill>
            <a:ln w="6390" cap="flat">
              <a:noFill/>
              <a:prstDash val="solid"/>
              <a:miter/>
            </a:ln>
          </p:spPr>
          <p:txBody>
            <a:bodyPr rtlCol="0" anchor="ctr"/>
            <a:lstStyle/>
            <a:p>
              <a:endParaRPr lang="en-US"/>
            </a:p>
          </p:txBody>
        </p:sp>
        <p:sp>
          <p:nvSpPr>
            <p:cNvPr id="336" name="Graphic 4">
              <a:extLst>
                <a:ext uri="{FF2B5EF4-FFF2-40B4-BE49-F238E27FC236}">
                  <a16:creationId xmlns:a16="http://schemas.microsoft.com/office/drawing/2014/main" id="{B569EE26-8DF1-AD43-B419-DDA7E782ABA2}"/>
                </a:ext>
              </a:extLst>
            </p:cNvPr>
            <p:cNvSpPr/>
            <p:nvPr/>
          </p:nvSpPr>
          <p:spPr>
            <a:xfrm>
              <a:off x="1075426" y="1961960"/>
              <a:ext cx="20447" cy="20428"/>
            </a:xfrm>
            <a:custGeom>
              <a:avLst/>
              <a:gdLst>
                <a:gd name="connsiteX0" fmla="*/ 20448 w 20447"/>
                <a:gd name="connsiteY0" fmla="*/ 10214 h 20428"/>
                <a:gd name="connsiteX1" fmla="*/ 10224 w 20447"/>
                <a:gd name="connsiteY1" fmla="*/ 20429 h 20428"/>
                <a:gd name="connsiteX2" fmla="*/ 0 w 20447"/>
                <a:gd name="connsiteY2" fmla="*/ 10214 h 20428"/>
                <a:gd name="connsiteX3" fmla="*/ 10224 w 20447"/>
                <a:gd name="connsiteY3" fmla="*/ 0 h 20428"/>
                <a:gd name="connsiteX4" fmla="*/ 20448 w 20447"/>
                <a:gd name="connsiteY4" fmla="*/ 10214 h 20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47" h="20428">
                  <a:moveTo>
                    <a:pt x="20448" y="10214"/>
                  </a:moveTo>
                  <a:cubicBezTo>
                    <a:pt x="20448" y="15856"/>
                    <a:pt x="15870" y="20429"/>
                    <a:pt x="10224" y="20429"/>
                  </a:cubicBezTo>
                  <a:cubicBezTo>
                    <a:pt x="4577" y="20429"/>
                    <a:pt x="0" y="15856"/>
                    <a:pt x="0" y="10214"/>
                  </a:cubicBezTo>
                  <a:cubicBezTo>
                    <a:pt x="0" y="4573"/>
                    <a:pt x="4577" y="0"/>
                    <a:pt x="10224" y="0"/>
                  </a:cubicBezTo>
                  <a:cubicBezTo>
                    <a:pt x="15870" y="0"/>
                    <a:pt x="20448" y="4573"/>
                    <a:pt x="20448" y="10214"/>
                  </a:cubicBezTo>
                  <a:close/>
                </a:path>
              </a:pathLst>
            </a:custGeom>
            <a:solidFill>
              <a:srgbClr val="00A3E0"/>
            </a:solidFill>
            <a:ln w="6390" cap="flat">
              <a:noFill/>
              <a:prstDash val="solid"/>
              <a:miter/>
            </a:ln>
          </p:spPr>
          <p:txBody>
            <a:bodyPr rtlCol="0" anchor="ctr"/>
            <a:lstStyle/>
            <a:p>
              <a:endParaRPr lang="en-US"/>
            </a:p>
          </p:txBody>
        </p:sp>
      </p:grpSp>
      <p:grpSp>
        <p:nvGrpSpPr>
          <p:cNvPr id="337" name="Graphic 4">
            <a:extLst>
              <a:ext uri="{FF2B5EF4-FFF2-40B4-BE49-F238E27FC236}">
                <a16:creationId xmlns:a16="http://schemas.microsoft.com/office/drawing/2014/main" id="{1A2221CC-0295-734A-8286-846D5C93591A}"/>
              </a:ext>
            </a:extLst>
          </p:cNvPr>
          <p:cNvGrpSpPr>
            <a:grpSpLocks noChangeAspect="1"/>
          </p:cNvGrpSpPr>
          <p:nvPr/>
        </p:nvGrpSpPr>
        <p:grpSpPr>
          <a:xfrm>
            <a:off x="905454" y="2371173"/>
            <a:ext cx="362309" cy="362610"/>
            <a:chOff x="905454" y="2371173"/>
            <a:chExt cx="362309" cy="362610"/>
          </a:xfrm>
          <a:solidFill>
            <a:srgbClr val="00A3E0"/>
          </a:solidFill>
        </p:grpSpPr>
        <p:sp>
          <p:nvSpPr>
            <p:cNvPr id="338" name="Graphic 4">
              <a:extLst>
                <a:ext uri="{FF2B5EF4-FFF2-40B4-BE49-F238E27FC236}">
                  <a16:creationId xmlns:a16="http://schemas.microsoft.com/office/drawing/2014/main" id="{D3462BB9-743A-6648-99DF-D3A9CE3BB94A}"/>
                </a:ext>
              </a:extLst>
            </p:cNvPr>
            <p:cNvSpPr/>
            <p:nvPr/>
          </p:nvSpPr>
          <p:spPr>
            <a:xfrm>
              <a:off x="999386" y="2484808"/>
              <a:ext cx="174445" cy="174282"/>
            </a:xfrm>
            <a:custGeom>
              <a:avLst/>
              <a:gdLst>
                <a:gd name="connsiteX0" fmla="*/ 129716 w 174445"/>
                <a:gd name="connsiteY0" fmla="*/ 0 h 174282"/>
                <a:gd name="connsiteX1" fmla="*/ 44730 w 174445"/>
                <a:gd name="connsiteY1" fmla="*/ 0 h 174282"/>
                <a:gd name="connsiteX2" fmla="*/ 0 w 174445"/>
                <a:gd name="connsiteY2" fmla="*/ 44688 h 174282"/>
                <a:gd name="connsiteX3" fmla="*/ 0 w 174445"/>
                <a:gd name="connsiteY3" fmla="*/ 129595 h 174282"/>
                <a:gd name="connsiteX4" fmla="*/ 44730 w 174445"/>
                <a:gd name="connsiteY4" fmla="*/ 174283 h 174282"/>
                <a:gd name="connsiteX5" fmla="*/ 129716 w 174445"/>
                <a:gd name="connsiteY5" fmla="*/ 174283 h 174282"/>
                <a:gd name="connsiteX6" fmla="*/ 174445 w 174445"/>
                <a:gd name="connsiteY6" fmla="*/ 129595 h 174282"/>
                <a:gd name="connsiteX7" fmla="*/ 174445 w 174445"/>
                <a:gd name="connsiteY7" fmla="*/ 44688 h 174282"/>
                <a:gd name="connsiteX8" fmla="*/ 129716 w 174445"/>
                <a:gd name="connsiteY8" fmla="*/ 0 h 174282"/>
                <a:gd name="connsiteX9" fmla="*/ 55593 w 174445"/>
                <a:gd name="connsiteY9" fmla="*/ 26813 h 174282"/>
                <a:gd name="connsiteX10" fmla="*/ 74762 w 174445"/>
                <a:gd name="connsiteY10" fmla="*/ 13406 h 174282"/>
                <a:gd name="connsiteX11" fmla="*/ 88181 w 174445"/>
                <a:gd name="connsiteY11" fmla="*/ 32558 h 174282"/>
                <a:gd name="connsiteX12" fmla="*/ 72206 w 174445"/>
                <a:gd name="connsiteY12" fmla="*/ 45965 h 174282"/>
                <a:gd name="connsiteX13" fmla="*/ 69650 w 174445"/>
                <a:gd name="connsiteY13" fmla="*/ 45965 h 174282"/>
                <a:gd name="connsiteX14" fmla="*/ 59426 w 174445"/>
                <a:gd name="connsiteY14" fmla="*/ 39581 h 174282"/>
                <a:gd name="connsiteX15" fmla="*/ 55593 w 174445"/>
                <a:gd name="connsiteY15" fmla="*/ 26813 h 174282"/>
                <a:gd name="connsiteX16" fmla="*/ 115019 w 174445"/>
                <a:gd name="connsiteY16" fmla="*/ 136617 h 174282"/>
                <a:gd name="connsiteX17" fmla="*/ 72845 w 174445"/>
                <a:gd name="connsiteY17" fmla="*/ 158961 h 174282"/>
                <a:gd name="connsiteX18" fmla="*/ 64538 w 174445"/>
                <a:gd name="connsiteY18" fmla="*/ 158323 h 174282"/>
                <a:gd name="connsiteX19" fmla="*/ 23004 w 174445"/>
                <a:gd name="connsiteY19" fmla="*/ 100867 h 174282"/>
                <a:gd name="connsiteX20" fmla="*/ 53036 w 174445"/>
                <a:gd name="connsiteY20" fmla="*/ 62563 h 174282"/>
                <a:gd name="connsiteX21" fmla="*/ 61343 w 174445"/>
                <a:gd name="connsiteY21" fmla="*/ 66393 h 174282"/>
                <a:gd name="connsiteX22" fmla="*/ 58148 w 174445"/>
                <a:gd name="connsiteY22" fmla="*/ 74054 h 174282"/>
                <a:gd name="connsiteX23" fmla="*/ 38340 w 174445"/>
                <a:gd name="connsiteY23" fmla="*/ 123211 h 174282"/>
                <a:gd name="connsiteX24" fmla="*/ 87542 w 174445"/>
                <a:gd name="connsiteY24" fmla="*/ 143001 h 174282"/>
                <a:gd name="connsiteX25" fmla="*/ 104156 w 174445"/>
                <a:gd name="connsiteY25" fmla="*/ 128956 h 174282"/>
                <a:gd name="connsiteX26" fmla="*/ 113102 w 174445"/>
                <a:gd name="connsiteY26" fmla="*/ 127041 h 174282"/>
                <a:gd name="connsiteX27" fmla="*/ 115019 w 174445"/>
                <a:gd name="connsiteY27" fmla="*/ 136617 h 174282"/>
                <a:gd name="connsiteX28" fmla="*/ 115019 w 174445"/>
                <a:gd name="connsiteY28" fmla="*/ 136617 h 174282"/>
                <a:gd name="connsiteX29" fmla="*/ 142496 w 174445"/>
                <a:gd name="connsiteY29" fmla="*/ 138532 h 174282"/>
                <a:gd name="connsiteX30" fmla="*/ 128438 w 174445"/>
                <a:gd name="connsiteY30" fmla="*/ 141724 h 174282"/>
                <a:gd name="connsiteX31" fmla="*/ 127160 w 174445"/>
                <a:gd name="connsiteY31" fmla="*/ 141724 h 174282"/>
                <a:gd name="connsiteX32" fmla="*/ 121409 w 174445"/>
                <a:gd name="connsiteY32" fmla="*/ 137256 h 174282"/>
                <a:gd name="connsiteX33" fmla="*/ 107990 w 174445"/>
                <a:gd name="connsiteY33" fmla="*/ 94483 h 174282"/>
                <a:gd name="connsiteX34" fmla="*/ 70289 w 174445"/>
                <a:gd name="connsiteY34" fmla="*/ 92568 h 174282"/>
                <a:gd name="connsiteX35" fmla="*/ 63899 w 174445"/>
                <a:gd name="connsiteY35" fmla="*/ 86184 h 174282"/>
                <a:gd name="connsiteX36" fmla="*/ 63899 w 174445"/>
                <a:gd name="connsiteY36" fmla="*/ 57456 h 174282"/>
                <a:gd name="connsiteX37" fmla="*/ 70289 w 174445"/>
                <a:gd name="connsiteY37" fmla="*/ 51072 h 174282"/>
                <a:gd name="connsiteX38" fmla="*/ 76679 w 174445"/>
                <a:gd name="connsiteY38" fmla="*/ 57456 h 174282"/>
                <a:gd name="connsiteX39" fmla="*/ 76679 w 174445"/>
                <a:gd name="connsiteY39" fmla="*/ 60009 h 174282"/>
                <a:gd name="connsiteX40" fmla="*/ 114380 w 174445"/>
                <a:gd name="connsiteY40" fmla="*/ 61925 h 174282"/>
                <a:gd name="connsiteX41" fmla="*/ 120770 w 174445"/>
                <a:gd name="connsiteY41" fmla="*/ 68308 h 174282"/>
                <a:gd name="connsiteX42" fmla="*/ 114380 w 174445"/>
                <a:gd name="connsiteY42" fmla="*/ 74692 h 174282"/>
                <a:gd name="connsiteX43" fmla="*/ 113741 w 174445"/>
                <a:gd name="connsiteY43" fmla="*/ 74692 h 174282"/>
                <a:gd name="connsiteX44" fmla="*/ 76679 w 174445"/>
                <a:gd name="connsiteY44" fmla="*/ 72777 h 174282"/>
                <a:gd name="connsiteX45" fmla="*/ 76679 w 174445"/>
                <a:gd name="connsiteY45" fmla="*/ 80438 h 174282"/>
                <a:gd name="connsiteX46" fmla="*/ 112463 w 174445"/>
                <a:gd name="connsiteY46" fmla="*/ 81715 h 174282"/>
                <a:gd name="connsiteX47" fmla="*/ 118214 w 174445"/>
                <a:gd name="connsiteY47" fmla="*/ 86184 h 174282"/>
                <a:gd name="connsiteX48" fmla="*/ 130994 w 174445"/>
                <a:gd name="connsiteY48" fmla="*/ 127680 h 174282"/>
                <a:gd name="connsiteX49" fmla="*/ 139301 w 174445"/>
                <a:gd name="connsiteY49" fmla="*/ 125764 h 174282"/>
                <a:gd name="connsiteX50" fmla="*/ 146330 w 174445"/>
                <a:gd name="connsiteY50" fmla="*/ 130872 h 174282"/>
                <a:gd name="connsiteX51" fmla="*/ 142496 w 174445"/>
                <a:gd name="connsiteY51" fmla="*/ 138532 h 174282"/>
                <a:gd name="connsiteX52" fmla="*/ 142496 w 174445"/>
                <a:gd name="connsiteY52" fmla="*/ 138532 h 17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74445" h="174282">
                  <a:moveTo>
                    <a:pt x="129716" y="0"/>
                  </a:moveTo>
                  <a:lnTo>
                    <a:pt x="44730" y="0"/>
                  </a:lnTo>
                  <a:cubicBezTo>
                    <a:pt x="19809" y="0"/>
                    <a:pt x="0" y="19790"/>
                    <a:pt x="0" y="44688"/>
                  </a:cubicBezTo>
                  <a:lnTo>
                    <a:pt x="0" y="129595"/>
                  </a:lnTo>
                  <a:cubicBezTo>
                    <a:pt x="0" y="154492"/>
                    <a:pt x="19809" y="174283"/>
                    <a:pt x="44730" y="174283"/>
                  </a:cubicBezTo>
                  <a:lnTo>
                    <a:pt x="129716" y="174283"/>
                  </a:lnTo>
                  <a:cubicBezTo>
                    <a:pt x="154637" y="174283"/>
                    <a:pt x="174445" y="154492"/>
                    <a:pt x="174445" y="129595"/>
                  </a:cubicBezTo>
                  <a:lnTo>
                    <a:pt x="174445" y="44688"/>
                  </a:lnTo>
                  <a:cubicBezTo>
                    <a:pt x="174445" y="19790"/>
                    <a:pt x="154637" y="0"/>
                    <a:pt x="129716" y="0"/>
                  </a:cubicBezTo>
                  <a:close/>
                  <a:moveTo>
                    <a:pt x="55593" y="26813"/>
                  </a:moveTo>
                  <a:cubicBezTo>
                    <a:pt x="56871" y="17875"/>
                    <a:pt x="65816" y="12130"/>
                    <a:pt x="74762" y="13406"/>
                  </a:cubicBezTo>
                  <a:cubicBezTo>
                    <a:pt x="83708" y="14683"/>
                    <a:pt x="89459" y="23621"/>
                    <a:pt x="88181" y="32558"/>
                  </a:cubicBezTo>
                  <a:cubicBezTo>
                    <a:pt x="86903" y="40219"/>
                    <a:pt x="79874" y="45965"/>
                    <a:pt x="72206" y="45965"/>
                  </a:cubicBezTo>
                  <a:cubicBezTo>
                    <a:pt x="71567" y="45965"/>
                    <a:pt x="70289" y="45965"/>
                    <a:pt x="69650" y="45965"/>
                  </a:cubicBezTo>
                  <a:cubicBezTo>
                    <a:pt x="65177" y="45326"/>
                    <a:pt x="61343" y="42773"/>
                    <a:pt x="59426" y="39581"/>
                  </a:cubicBezTo>
                  <a:cubicBezTo>
                    <a:pt x="56231" y="35750"/>
                    <a:pt x="54954" y="30643"/>
                    <a:pt x="55593" y="26813"/>
                  </a:cubicBezTo>
                  <a:close/>
                  <a:moveTo>
                    <a:pt x="115019" y="136617"/>
                  </a:moveTo>
                  <a:cubicBezTo>
                    <a:pt x="105434" y="150662"/>
                    <a:pt x="90098" y="158961"/>
                    <a:pt x="72845" y="158961"/>
                  </a:cubicBezTo>
                  <a:cubicBezTo>
                    <a:pt x="70289" y="158961"/>
                    <a:pt x="67094" y="158961"/>
                    <a:pt x="64538" y="158323"/>
                  </a:cubicBezTo>
                  <a:cubicBezTo>
                    <a:pt x="37062" y="153854"/>
                    <a:pt x="18531" y="128318"/>
                    <a:pt x="23004" y="100867"/>
                  </a:cubicBezTo>
                  <a:cubicBezTo>
                    <a:pt x="25560" y="83630"/>
                    <a:pt x="37062" y="68947"/>
                    <a:pt x="53036" y="62563"/>
                  </a:cubicBezTo>
                  <a:cubicBezTo>
                    <a:pt x="56231" y="61286"/>
                    <a:pt x="60065" y="63201"/>
                    <a:pt x="61343" y="66393"/>
                  </a:cubicBezTo>
                  <a:cubicBezTo>
                    <a:pt x="62621" y="69585"/>
                    <a:pt x="61343" y="72777"/>
                    <a:pt x="58148" y="74054"/>
                  </a:cubicBezTo>
                  <a:cubicBezTo>
                    <a:pt x="38979" y="82353"/>
                    <a:pt x="30033" y="104059"/>
                    <a:pt x="38340" y="123211"/>
                  </a:cubicBezTo>
                  <a:cubicBezTo>
                    <a:pt x="46647" y="142363"/>
                    <a:pt x="68372" y="151300"/>
                    <a:pt x="87542" y="143001"/>
                  </a:cubicBezTo>
                  <a:cubicBezTo>
                    <a:pt x="94571" y="139809"/>
                    <a:pt x="100322" y="135340"/>
                    <a:pt x="104156" y="128956"/>
                  </a:cubicBezTo>
                  <a:cubicBezTo>
                    <a:pt x="106073" y="125764"/>
                    <a:pt x="109907" y="125126"/>
                    <a:pt x="113102" y="127041"/>
                  </a:cubicBezTo>
                  <a:cubicBezTo>
                    <a:pt x="116297" y="129595"/>
                    <a:pt x="116936" y="133425"/>
                    <a:pt x="115019" y="136617"/>
                  </a:cubicBezTo>
                  <a:lnTo>
                    <a:pt x="115019" y="136617"/>
                  </a:lnTo>
                  <a:close/>
                  <a:moveTo>
                    <a:pt x="142496" y="138532"/>
                  </a:moveTo>
                  <a:lnTo>
                    <a:pt x="128438" y="141724"/>
                  </a:lnTo>
                  <a:lnTo>
                    <a:pt x="127160" y="141724"/>
                  </a:lnTo>
                  <a:cubicBezTo>
                    <a:pt x="124604" y="141724"/>
                    <a:pt x="122048" y="139809"/>
                    <a:pt x="121409" y="137256"/>
                  </a:cubicBezTo>
                  <a:lnTo>
                    <a:pt x="107990" y="94483"/>
                  </a:lnTo>
                  <a:lnTo>
                    <a:pt x="70289" y="92568"/>
                  </a:lnTo>
                  <a:cubicBezTo>
                    <a:pt x="66455" y="92568"/>
                    <a:pt x="63899" y="90014"/>
                    <a:pt x="63899" y="86184"/>
                  </a:cubicBezTo>
                  <a:lnTo>
                    <a:pt x="63899" y="57456"/>
                  </a:lnTo>
                  <a:cubicBezTo>
                    <a:pt x="63899" y="53625"/>
                    <a:pt x="66455" y="51072"/>
                    <a:pt x="70289" y="51072"/>
                  </a:cubicBezTo>
                  <a:cubicBezTo>
                    <a:pt x="74123" y="51072"/>
                    <a:pt x="76679" y="53625"/>
                    <a:pt x="76679" y="57456"/>
                  </a:cubicBezTo>
                  <a:lnTo>
                    <a:pt x="76679" y="60009"/>
                  </a:lnTo>
                  <a:lnTo>
                    <a:pt x="114380" y="61925"/>
                  </a:lnTo>
                  <a:cubicBezTo>
                    <a:pt x="118214" y="61925"/>
                    <a:pt x="120770" y="64478"/>
                    <a:pt x="120770" y="68308"/>
                  </a:cubicBezTo>
                  <a:cubicBezTo>
                    <a:pt x="120770" y="72139"/>
                    <a:pt x="118214" y="74692"/>
                    <a:pt x="114380" y="74692"/>
                  </a:cubicBezTo>
                  <a:lnTo>
                    <a:pt x="113741" y="74692"/>
                  </a:lnTo>
                  <a:lnTo>
                    <a:pt x="76679" y="72777"/>
                  </a:lnTo>
                  <a:lnTo>
                    <a:pt x="76679" y="80438"/>
                  </a:lnTo>
                  <a:lnTo>
                    <a:pt x="112463" y="81715"/>
                  </a:lnTo>
                  <a:cubicBezTo>
                    <a:pt x="115019" y="81715"/>
                    <a:pt x="117575" y="83630"/>
                    <a:pt x="118214" y="86184"/>
                  </a:cubicBezTo>
                  <a:lnTo>
                    <a:pt x="130994" y="127680"/>
                  </a:lnTo>
                  <a:lnTo>
                    <a:pt x="139301" y="125764"/>
                  </a:lnTo>
                  <a:cubicBezTo>
                    <a:pt x="142496" y="125126"/>
                    <a:pt x="146330" y="127680"/>
                    <a:pt x="146330" y="130872"/>
                  </a:cubicBezTo>
                  <a:cubicBezTo>
                    <a:pt x="147608" y="134064"/>
                    <a:pt x="145691" y="137256"/>
                    <a:pt x="142496" y="138532"/>
                  </a:cubicBezTo>
                  <a:lnTo>
                    <a:pt x="142496" y="138532"/>
                  </a:lnTo>
                  <a:close/>
                </a:path>
              </a:pathLst>
            </a:custGeom>
            <a:solidFill>
              <a:srgbClr val="00A3E0"/>
            </a:solidFill>
            <a:ln w="6390" cap="flat">
              <a:noFill/>
              <a:prstDash val="solid"/>
              <a:miter/>
            </a:ln>
          </p:spPr>
          <p:txBody>
            <a:bodyPr rtlCol="0" anchor="ctr"/>
            <a:lstStyle/>
            <a:p>
              <a:endParaRPr lang="en-US"/>
            </a:p>
          </p:txBody>
        </p:sp>
        <p:sp>
          <p:nvSpPr>
            <p:cNvPr id="339" name="Graphic 4">
              <a:extLst>
                <a:ext uri="{FF2B5EF4-FFF2-40B4-BE49-F238E27FC236}">
                  <a16:creationId xmlns:a16="http://schemas.microsoft.com/office/drawing/2014/main" id="{440D4B26-D40A-8748-9280-67149A7250E3}"/>
                </a:ext>
              </a:extLst>
            </p:cNvPr>
            <p:cNvSpPr/>
            <p:nvPr/>
          </p:nvSpPr>
          <p:spPr>
            <a:xfrm>
              <a:off x="1067758" y="2510344"/>
              <a:ext cx="7028" cy="7022"/>
            </a:xfrm>
            <a:custGeom>
              <a:avLst/>
              <a:gdLst>
                <a:gd name="connsiteX0" fmla="*/ 3195 w 7028"/>
                <a:gd name="connsiteY0" fmla="*/ 7022 h 7022"/>
                <a:gd name="connsiteX1" fmla="*/ 5751 w 7028"/>
                <a:gd name="connsiteY1" fmla="*/ 6384 h 7022"/>
                <a:gd name="connsiteX2" fmla="*/ 7029 w 7028"/>
                <a:gd name="connsiteY2" fmla="*/ 3830 h 7022"/>
                <a:gd name="connsiteX3" fmla="*/ 6390 w 7028"/>
                <a:gd name="connsiteY3" fmla="*/ 1277 h 7022"/>
                <a:gd name="connsiteX4" fmla="*/ 3834 w 7028"/>
                <a:gd name="connsiteY4" fmla="*/ 0 h 7022"/>
                <a:gd name="connsiteX5" fmla="*/ 3195 w 7028"/>
                <a:gd name="connsiteY5" fmla="*/ 0 h 7022"/>
                <a:gd name="connsiteX6" fmla="*/ 1278 w 7028"/>
                <a:gd name="connsiteY6" fmla="*/ 638 h 7022"/>
                <a:gd name="connsiteX7" fmla="*/ 0 w 7028"/>
                <a:gd name="connsiteY7" fmla="*/ 3192 h 7022"/>
                <a:gd name="connsiteX8" fmla="*/ 639 w 7028"/>
                <a:gd name="connsiteY8" fmla="*/ 5746 h 7022"/>
                <a:gd name="connsiteX9" fmla="*/ 3195 w 7028"/>
                <a:gd name="connsiteY9" fmla="*/ 7022 h 7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28" h="7022">
                  <a:moveTo>
                    <a:pt x="3195" y="7022"/>
                  </a:moveTo>
                  <a:cubicBezTo>
                    <a:pt x="3834" y="7022"/>
                    <a:pt x="5112" y="7022"/>
                    <a:pt x="5751" y="6384"/>
                  </a:cubicBezTo>
                  <a:cubicBezTo>
                    <a:pt x="6390" y="5746"/>
                    <a:pt x="7029" y="5107"/>
                    <a:pt x="7029" y="3830"/>
                  </a:cubicBezTo>
                  <a:cubicBezTo>
                    <a:pt x="7029" y="3192"/>
                    <a:pt x="7029" y="1915"/>
                    <a:pt x="6390" y="1277"/>
                  </a:cubicBezTo>
                  <a:cubicBezTo>
                    <a:pt x="5751" y="638"/>
                    <a:pt x="5112" y="0"/>
                    <a:pt x="3834" y="0"/>
                  </a:cubicBezTo>
                  <a:lnTo>
                    <a:pt x="3195" y="0"/>
                  </a:lnTo>
                  <a:cubicBezTo>
                    <a:pt x="2556" y="0"/>
                    <a:pt x="1917" y="0"/>
                    <a:pt x="1278" y="638"/>
                  </a:cubicBezTo>
                  <a:cubicBezTo>
                    <a:pt x="639" y="1277"/>
                    <a:pt x="0" y="1915"/>
                    <a:pt x="0" y="3192"/>
                  </a:cubicBezTo>
                  <a:cubicBezTo>
                    <a:pt x="0" y="3830"/>
                    <a:pt x="0" y="5107"/>
                    <a:pt x="639" y="5746"/>
                  </a:cubicBezTo>
                  <a:cubicBezTo>
                    <a:pt x="1278" y="6384"/>
                    <a:pt x="1917" y="7022"/>
                    <a:pt x="3195" y="7022"/>
                  </a:cubicBezTo>
                  <a:close/>
                </a:path>
              </a:pathLst>
            </a:custGeom>
            <a:solidFill>
              <a:srgbClr val="00A3E0"/>
            </a:solidFill>
            <a:ln w="6390" cap="flat">
              <a:noFill/>
              <a:prstDash val="solid"/>
              <a:miter/>
            </a:ln>
          </p:spPr>
          <p:txBody>
            <a:bodyPr rtlCol="0" anchor="ctr"/>
            <a:lstStyle/>
            <a:p>
              <a:endParaRPr lang="en-US"/>
            </a:p>
          </p:txBody>
        </p:sp>
        <p:sp>
          <p:nvSpPr>
            <p:cNvPr id="340" name="Graphic 4">
              <a:extLst>
                <a:ext uri="{FF2B5EF4-FFF2-40B4-BE49-F238E27FC236}">
                  <a16:creationId xmlns:a16="http://schemas.microsoft.com/office/drawing/2014/main" id="{A0E1585B-D0C8-9C4E-90F8-7141E48FDA6A}"/>
                </a:ext>
              </a:extLst>
            </p:cNvPr>
            <p:cNvSpPr/>
            <p:nvPr/>
          </p:nvSpPr>
          <p:spPr>
            <a:xfrm>
              <a:off x="905454" y="237117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184669 w 362309"/>
                <a:gd name="connsiteY6" fmla="*/ 67670 h 362610"/>
                <a:gd name="connsiteX7" fmla="*/ 193615 w 362309"/>
                <a:gd name="connsiteY7" fmla="*/ 68309 h 362610"/>
                <a:gd name="connsiteX8" fmla="*/ 198727 w 362309"/>
                <a:gd name="connsiteY8" fmla="*/ 74054 h 362610"/>
                <a:gd name="connsiteX9" fmla="*/ 198727 w 362309"/>
                <a:gd name="connsiteY9" fmla="*/ 54264 h 362610"/>
                <a:gd name="connsiteX10" fmla="*/ 205117 w 362309"/>
                <a:gd name="connsiteY10" fmla="*/ 47880 h 362610"/>
                <a:gd name="connsiteX11" fmla="*/ 211507 w 362309"/>
                <a:gd name="connsiteY11" fmla="*/ 54264 h 362610"/>
                <a:gd name="connsiteX12" fmla="*/ 211507 w 362309"/>
                <a:gd name="connsiteY12" fmla="*/ 74693 h 362610"/>
                <a:gd name="connsiteX13" fmla="*/ 217258 w 362309"/>
                <a:gd name="connsiteY13" fmla="*/ 68947 h 362610"/>
                <a:gd name="connsiteX14" fmla="*/ 226204 w 362309"/>
                <a:gd name="connsiteY14" fmla="*/ 68309 h 362610"/>
                <a:gd name="connsiteX15" fmla="*/ 226843 w 362309"/>
                <a:gd name="connsiteY15" fmla="*/ 77246 h 362610"/>
                <a:gd name="connsiteX16" fmla="*/ 210229 w 362309"/>
                <a:gd name="connsiteY16" fmla="*/ 95121 h 362610"/>
                <a:gd name="connsiteX17" fmla="*/ 207673 w 362309"/>
                <a:gd name="connsiteY17" fmla="*/ 96398 h 362610"/>
                <a:gd name="connsiteX18" fmla="*/ 205117 w 362309"/>
                <a:gd name="connsiteY18" fmla="*/ 97037 h 362610"/>
                <a:gd name="connsiteX19" fmla="*/ 200005 w 362309"/>
                <a:gd name="connsiteY19" fmla="*/ 94483 h 362610"/>
                <a:gd name="connsiteX20" fmla="*/ 184030 w 362309"/>
                <a:gd name="connsiteY20" fmla="*/ 76608 h 362610"/>
                <a:gd name="connsiteX21" fmla="*/ 184669 w 362309"/>
                <a:gd name="connsiteY21" fmla="*/ 67670 h 362610"/>
                <a:gd name="connsiteX22" fmla="*/ 184669 w 362309"/>
                <a:gd name="connsiteY22" fmla="*/ 67670 h 362610"/>
                <a:gd name="connsiteX23" fmla="*/ 184669 w 362309"/>
                <a:gd name="connsiteY23" fmla="*/ 67670 h 362610"/>
                <a:gd name="connsiteX24" fmla="*/ 135467 w 362309"/>
                <a:gd name="connsiteY24" fmla="*/ 67670 h 362610"/>
                <a:gd name="connsiteX25" fmla="*/ 152081 w 362309"/>
                <a:gd name="connsiteY25" fmla="*/ 49795 h 362610"/>
                <a:gd name="connsiteX26" fmla="*/ 156553 w 362309"/>
                <a:gd name="connsiteY26" fmla="*/ 47880 h 362610"/>
                <a:gd name="connsiteX27" fmla="*/ 157192 w 362309"/>
                <a:gd name="connsiteY27" fmla="*/ 47880 h 362610"/>
                <a:gd name="connsiteX28" fmla="*/ 162304 w 362309"/>
                <a:gd name="connsiteY28" fmla="*/ 50434 h 362610"/>
                <a:gd name="connsiteX29" fmla="*/ 178279 w 362309"/>
                <a:gd name="connsiteY29" fmla="*/ 68309 h 362610"/>
                <a:gd name="connsiteX30" fmla="*/ 177640 w 362309"/>
                <a:gd name="connsiteY30" fmla="*/ 77246 h 362610"/>
                <a:gd name="connsiteX31" fmla="*/ 173167 w 362309"/>
                <a:gd name="connsiteY31" fmla="*/ 79162 h 362610"/>
                <a:gd name="connsiteX32" fmla="*/ 168694 w 362309"/>
                <a:gd name="connsiteY32" fmla="*/ 77246 h 362610"/>
                <a:gd name="connsiteX33" fmla="*/ 163582 w 362309"/>
                <a:gd name="connsiteY33" fmla="*/ 71501 h 362610"/>
                <a:gd name="connsiteX34" fmla="*/ 163582 w 362309"/>
                <a:gd name="connsiteY34" fmla="*/ 91930 h 362610"/>
                <a:gd name="connsiteX35" fmla="*/ 157192 w 362309"/>
                <a:gd name="connsiteY35" fmla="*/ 98313 h 362610"/>
                <a:gd name="connsiteX36" fmla="*/ 150803 w 362309"/>
                <a:gd name="connsiteY36" fmla="*/ 91930 h 362610"/>
                <a:gd name="connsiteX37" fmla="*/ 150803 w 362309"/>
                <a:gd name="connsiteY37" fmla="*/ 71501 h 362610"/>
                <a:gd name="connsiteX38" fmla="*/ 145691 w 362309"/>
                <a:gd name="connsiteY38" fmla="*/ 77246 h 362610"/>
                <a:gd name="connsiteX39" fmla="*/ 141218 w 362309"/>
                <a:gd name="connsiteY39" fmla="*/ 79162 h 362610"/>
                <a:gd name="connsiteX40" fmla="*/ 136745 w 362309"/>
                <a:gd name="connsiteY40" fmla="*/ 77246 h 362610"/>
                <a:gd name="connsiteX41" fmla="*/ 135467 w 362309"/>
                <a:gd name="connsiteY41" fmla="*/ 67670 h 362610"/>
                <a:gd name="connsiteX42" fmla="*/ 135467 w 362309"/>
                <a:gd name="connsiteY42" fmla="*/ 67670 h 362610"/>
                <a:gd name="connsiteX43" fmla="*/ 135467 w 362309"/>
                <a:gd name="connsiteY43" fmla="*/ 67670 h 362610"/>
                <a:gd name="connsiteX44" fmla="*/ 281157 w 362309"/>
                <a:gd name="connsiteY44" fmla="*/ 243230 h 362610"/>
                <a:gd name="connsiteX45" fmla="*/ 223648 w 362309"/>
                <a:gd name="connsiteY45" fmla="*/ 300686 h 362610"/>
                <a:gd name="connsiteX46" fmla="*/ 138662 w 362309"/>
                <a:gd name="connsiteY46" fmla="*/ 300686 h 362610"/>
                <a:gd name="connsiteX47" fmla="*/ 81152 w 362309"/>
                <a:gd name="connsiteY47" fmla="*/ 243230 h 362610"/>
                <a:gd name="connsiteX48" fmla="*/ 81152 w 362309"/>
                <a:gd name="connsiteY48" fmla="*/ 158323 h 362610"/>
                <a:gd name="connsiteX49" fmla="*/ 138662 w 362309"/>
                <a:gd name="connsiteY49" fmla="*/ 100867 h 362610"/>
                <a:gd name="connsiteX50" fmla="*/ 138662 w 362309"/>
                <a:gd name="connsiteY50" fmla="*/ 100867 h 362610"/>
                <a:gd name="connsiteX51" fmla="*/ 223648 w 362309"/>
                <a:gd name="connsiteY51" fmla="*/ 100867 h 362610"/>
                <a:gd name="connsiteX52" fmla="*/ 281157 w 362309"/>
                <a:gd name="connsiteY52" fmla="*/ 158323 h 362610"/>
                <a:gd name="connsiteX53" fmla="*/ 281157 w 362309"/>
                <a:gd name="connsiteY53" fmla="*/ 158323 h 362610"/>
                <a:gd name="connsiteX54" fmla="*/ 281157 w 362309"/>
                <a:gd name="connsiteY54" fmla="*/ 243230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81077"/>
                    <a:pt x="281157" y="0"/>
                    <a:pt x="180835" y="0"/>
                  </a:cubicBezTo>
                  <a:cubicBezTo>
                    <a:pt x="180835" y="0"/>
                    <a:pt x="180835" y="0"/>
                    <a:pt x="180835" y="0"/>
                  </a:cubicBezTo>
                  <a:close/>
                  <a:moveTo>
                    <a:pt x="184669" y="67670"/>
                  </a:moveTo>
                  <a:cubicBezTo>
                    <a:pt x="187225" y="65117"/>
                    <a:pt x="191059" y="65755"/>
                    <a:pt x="193615" y="68309"/>
                  </a:cubicBezTo>
                  <a:lnTo>
                    <a:pt x="198727" y="74054"/>
                  </a:lnTo>
                  <a:lnTo>
                    <a:pt x="198727" y="54264"/>
                  </a:lnTo>
                  <a:cubicBezTo>
                    <a:pt x="198727" y="50434"/>
                    <a:pt x="201283" y="47880"/>
                    <a:pt x="205117" y="47880"/>
                  </a:cubicBezTo>
                  <a:cubicBezTo>
                    <a:pt x="208951" y="47880"/>
                    <a:pt x="211507" y="50434"/>
                    <a:pt x="211507" y="54264"/>
                  </a:cubicBezTo>
                  <a:lnTo>
                    <a:pt x="211507" y="74693"/>
                  </a:lnTo>
                  <a:lnTo>
                    <a:pt x="217258" y="68947"/>
                  </a:lnTo>
                  <a:cubicBezTo>
                    <a:pt x="219814" y="66394"/>
                    <a:pt x="223648" y="66394"/>
                    <a:pt x="226204" y="68309"/>
                  </a:cubicBezTo>
                  <a:cubicBezTo>
                    <a:pt x="228760" y="70862"/>
                    <a:pt x="228760" y="74693"/>
                    <a:pt x="226843" y="77246"/>
                  </a:cubicBezTo>
                  <a:lnTo>
                    <a:pt x="210229" y="95121"/>
                  </a:lnTo>
                  <a:cubicBezTo>
                    <a:pt x="209590" y="95760"/>
                    <a:pt x="208951" y="96398"/>
                    <a:pt x="207673" y="96398"/>
                  </a:cubicBezTo>
                  <a:cubicBezTo>
                    <a:pt x="207034" y="97037"/>
                    <a:pt x="205756" y="97037"/>
                    <a:pt x="205117" y="97037"/>
                  </a:cubicBezTo>
                  <a:cubicBezTo>
                    <a:pt x="203200" y="97037"/>
                    <a:pt x="201283" y="96398"/>
                    <a:pt x="200005" y="94483"/>
                  </a:cubicBezTo>
                  <a:lnTo>
                    <a:pt x="184030" y="76608"/>
                  </a:lnTo>
                  <a:cubicBezTo>
                    <a:pt x="181474" y="74054"/>
                    <a:pt x="182113" y="70224"/>
                    <a:pt x="184669" y="67670"/>
                  </a:cubicBezTo>
                  <a:cubicBezTo>
                    <a:pt x="184669" y="67670"/>
                    <a:pt x="184669" y="67670"/>
                    <a:pt x="184669" y="67670"/>
                  </a:cubicBezTo>
                  <a:lnTo>
                    <a:pt x="184669" y="67670"/>
                  </a:lnTo>
                  <a:close/>
                  <a:moveTo>
                    <a:pt x="135467" y="67670"/>
                  </a:moveTo>
                  <a:lnTo>
                    <a:pt x="152081" y="49795"/>
                  </a:lnTo>
                  <a:cubicBezTo>
                    <a:pt x="153358" y="48518"/>
                    <a:pt x="154636" y="47880"/>
                    <a:pt x="156553" y="47880"/>
                  </a:cubicBezTo>
                  <a:lnTo>
                    <a:pt x="157192" y="47880"/>
                  </a:lnTo>
                  <a:cubicBezTo>
                    <a:pt x="159110" y="47880"/>
                    <a:pt x="161026" y="48518"/>
                    <a:pt x="162304" y="50434"/>
                  </a:cubicBezTo>
                  <a:lnTo>
                    <a:pt x="178279" y="68309"/>
                  </a:lnTo>
                  <a:cubicBezTo>
                    <a:pt x="180835" y="70862"/>
                    <a:pt x="180196" y="74693"/>
                    <a:pt x="177640" y="77246"/>
                  </a:cubicBezTo>
                  <a:cubicBezTo>
                    <a:pt x="176362" y="78523"/>
                    <a:pt x="175084" y="79162"/>
                    <a:pt x="173167" y="79162"/>
                  </a:cubicBezTo>
                  <a:cubicBezTo>
                    <a:pt x="171250" y="79162"/>
                    <a:pt x="169333" y="78523"/>
                    <a:pt x="168694" y="77246"/>
                  </a:cubicBezTo>
                  <a:lnTo>
                    <a:pt x="163582" y="71501"/>
                  </a:lnTo>
                  <a:lnTo>
                    <a:pt x="163582" y="91930"/>
                  </a:lnTo>
                  <a:cubicBezTo>
                    <a:pt x="163582" y="95760"/>
                    <a:pt x="161026" y="98313"/>
                    <a:pt x="157192" y="98313"/>
                  </a:cubicBezTo>
                  <a:cubicBezTo>
                    <a:pt x="153358" y="98313"/>
                    <a:pt x="150803" y="95760"/>
                    <a:pt x="150803" y="91930"/>
                  </a:cubicBezTo>
                  <a:lnTo>
                    <a:pt x="150803" y="71501"/>
                  </a:lnTo>
                  <a:lnTo>
                    <a:pt x="145691" y="77246"/>
                  </a:lnTo>
                  <a:cubicBezTo>
                    <a:pt x="144413" y="78523"/>
                    <a:pt x="142496" y="79162"/>
                    <a:pt x="141218" y="79162"/>
                  </a:cubicBezTo>
                  <a:cubicBezTo>
                    <a:pt x="139301" y="79162"/>
                    <a:pt x="138023" y="78523"/>
                    <a:pt x="136745" y="77246"/>
                  </a:cubicBezTo>
                  <a:cubicBezTo>
                    <a:pt x="132911" y="74054"/>
                    <a:pt x="132911" y="70224"/>
                    <a:pt x="135467" y="67670"/>
                  </a:cubicBezTo>
                  <a:cubicBezTo>
                    <a:pt x="135467" y="67670"/>
                    <a:pt x="135467" y="67670"/>
                    <a:pt x="135467" y="67670"/>
                  </a:cubicBezTo>
                  <a:lnTo>
                    <a:pt x="135467" y="67670"/>
                  </a:lnTo>
                  <a:close/>
                  <a:moveTo>
                    <a:pt x="281157" y="243230"/>
                  </a:moveTo>
                  <a:cubicBezTo>
                    <a:pt x="281157" y="275150"/>
                    <a:pt x="255597" y="300686"/>
                    <a:pt x="223648" y="300686"/>
                  </a:cubicBezTo>
                  <a:lnTo>
                    <a:pt x="138662" y="300686"/>
                  </a:lnTo>
                  <a:cubicBezTo>
                    <a:pt x="106712" y="300686"/>
                    <a:pt x="81152" y="275150"/>
                    <a:pt x="81152" y="243230"/>
                  </a:cubicBezTo>
                  <a:lnTo>
                    <a:pt x="81152" y="158323"/>
                  </a:lnTo>
                  <a:cubicBezTo>
                    <a:pt x="81152" y="126403"/>
                    <a:pt x="106712" y="100867"/>
                    <a:pt x="138662" y="100867"/>
                  </a:cubicBezTo>
                  <a:lnTo>
                    <a:pt x="138662" y="100867"/>
                  </a:lnTo>
                  <a:lnTo>
                    <a:pt x="223648" y="100867"/>
                  </a:lnTo>
                  <a:cubicBezTo>
                    <a:pt x="255597" y="100867"/>
                    <a:pt x="281157" y="126403"/>
                    <a:pt x="281157" y="158323"/>
                  </a:cubicBezTo>
                  <a:lnTo>
                    <a:pt x="281157" y="158323"/>
                  </a:lnTo>
                  <a:lnTo>
                    <a:pt x="281157" y="243230"/>
                  </a:lnTo>
                  <a:close/>
                </a:path>
              </a:pathLst>
            </a:custGeom>
            <a:solidFill>
              <a:srgbClr val="00A3E0"/>
            </a:solidFill>
            <a:ln w="6390" cap="flat">
              <a:noFill/>
              <a:prstDash val="solid"/>
              <a:miter/>
            </a:ln>
          </p:spPr>
          <p:txBody>
            <a:bodyPr rtlCol="0" anchor="ctr"/>
            <a:lstStyle/>
            <a:p>
              <a:endParaRPr lang="en-US"/>
            </a:p>
          </p:txBody>
        </p:sp>
      </p:grpSp>
      <p:grpSp>
        <p:nvGrpSpPr>
          <p:cNvPr id="341" name="Graphic 4">
            <a:extLst>
              <a:ext uri="{FF2B5EF4-FFF2-40B4-BE49-F238E27FC236}">
                <a16:creationId xmlns:a16="http://schemas.microsoft.com/office/drawing/2014/main" id="{3FC1BC12-8D9B-9848-9456-E722AE65AD01}"/>
              </a:ext>
            </a:extLst>
          </p:cNvPr>
          <p:cNvGrpSpPr>
            <a:grpSpLocks noChangeAspect="1"/>
          </p:cNvGrpSpPr>
          <p:nvPr/>
        </p:nvGrpSpPr>
        <p:grpSpPr>
          <a:xfrm>
            <a:off x="467104" y="2371173"/>
            <a:ext cx="362309" cy="362610"/>
            <a:chOff x="467104" y="2371173"/>
            <a:chExt cx="362309" cy="362610"/>
          </a:xfrm>
          <a:solidFill>
            <a:srgbClr val="00A3E0"/>
          </a:solidFill>
        </p:grpSpPr>
        <p:sp>
          <p:nvSpPr>
            <p:cNvPr id="342" name="Graphic 4">
              <a:extLst>
                <a:ext uri="{FF2B5EF4-FFF2-40B4-BE49-F238E27FC236}">
                  <a16:creationId xmlns:a16="http://schemas.microsoft.com/office/drawing/2014/main" id="{B16B3D64-DADC-824C-BE32-5D63B9A78DA7}"/>
                </a:ext>
              </a:extLst>
            </p:cNvPr>
            <p:cNvSpPr/>
            <p:nvPr/>
          </p:nvSpPr>
          <p:spPr>
            <a:xfrm>
              <a:off x="467104" y="2371173"/>
              <a:ext cx="362309" cy="362610"/>
            </a:xfrm>
            <a:custGeom>
              <a:avLst/>
              <a:gdLst>
                <a:gd name="connsiteX0" fmla="*/ 181474 w 362309"/>
                <a:gd name="connsiteY0" fmla="*/ 0 h 362610"/>
                <a:gd name="connsiteX1" fmla="*/ 0 w 362309"/>
                <a:gd name="connsiteY1" fmla="*/ 181305 h 362610"/>
                <a:gd name="connsiteX2" fmla="*/ 181474 w 362309"/>
                <a:gd name="connsiteY2" fmla="*/ 362610 h 362610"/>
                <a:gd name="connsiteX3" fmla="*/ 362309 w 362309"/>
                <a:gd name="connsiteY3" fmla="*/ 181305 h 362610"/>
                <a:gd name="connsiteX4" fmla="*/ 181474 w 362309"/>
                <a:gd name="connsiteY4" fmla="*/ 0 h 362610"/>
                <a:gd name="connsiteX5" fmla="*/ 181474 w 362309"/>
                <a:gd name="connsiteY5" fmla="*/ 0 h 362610"/>
                <a:gd name="connsiteX6" fmla="*/ 181474 w 362309"/>
                <a:gd name="connsiteY6" fmla="*/ 349204 h 362610"/>
                <a:gd name="connsiteX7" fmla="*/ 13419 w 362309"/>
                <a:gd name="connsiteY7" fmla="*/ 180667 h 362610"/>
                <a:gd name="connsiteX8" fmla="*/ 181474 w 362309"/>
                <a:gd name="connsiteY8" fmla="*/ 12130 h 362610"/>
                <a:gd name="connsiteX9" fmla="*/ 349530 w 362309"/>
                <a:gd name="connsiteY9" fmla="*/ 180667 h 362610"/>
                <a:gd name="connsiteX10" fmla="*/ 349530 w 362309"/>
                <a:gd name="connsiteY10" fmla="*/ 180667 h 362610"/>
                <a:gd name="connsiteX11" fmla="*/ 181474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1474" y="0"/>
                  </a:moveTo>
                  <a:cubicBezTo>
                    <a:pt x="81152" y="0"/>
                    <a:pt x="0" y="81077"/>
                    <a:pt x="0" y="181305"/>
                  </a:cubicBezTo>
                  <a:cubicBezTo>
                    <a:pt x="0" y="281534"/>
                    <a:pt x="81152" y="362610"/>
                    <a:pt x="181474" y="362610"/>
                  </a:cubicBezTo>
                  <a:cubicBezTo>
                    <a:pt x="281796" y="362610"/>
                    <a:pt x="362309" y="281534"/>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130"/>
                    <a:pt x="181474" y="12130"/>
                  </a:cubicBezTo>
                  <a:cubicBezTo>
                    <a:pt x="274128" y="12130"/>
                    <a:pt x="349530" y="87461"/>
                    <a:pt x="349530" y="180667"/>
                  </a:cubicBezTo>
                  <a:cubicBezTo>
                    <a:pt x="349530" y="180667"/>
                    <a:pt x="349530" y="180667"/>
                    <a:pt x="349530" y="180667"/>
                  </a:cubicBezTo>
                  <a:cubicBezTo>
                    <a:pt x="349530" y="273873"/>
                    <a:pt x="274128"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343" name="Graphic 4">
              <a:extLst>
                <a:ext uri="{FF2B5EF4-FFF2-40B4-BE49-F238E27FC236}">
                  <a16:creationId xmlns:a16="http://schemas.microsoft.com/office/drawing/2014/main" id="{8FF83EA6-53F0-9C4A-AB20-DB4D3339A834}"/>
                </a:ext>
              </a:extLst>
            </p:cNvPr>
            <p:cNvSpPr/>
            <p:nvPr/>
          </p:nvSpPr>
          <p:spPr>
            <a:xfrm>
              <a:off x="626213" y="2536518"/>
              <a:ext cx="83191" cy="90652"/>
            </a:xfrm>
            <a:custGeom>
              <a:avLst/>
              <a:gdLst>
                <a:gd name="connsiteX0" fmla="*/ 74762 w 83191"/>
                <a:gd name="connsiteY0" fmla="*/ 74054 h 90652"/>
                <a:gd name="connsiteX1" fmla="*/ 66455 w 83191"/>
                <a:gd name="connsiteY1" fmla="*/ 75969 h 90652"/>
                <a:gd name="connsiteX2" fmla="*/ 53675 w 83191"/>
                <a:gd name="connsiteY2" fmla="*/ 34473 h 90652"/>
                <a:gd name="connsiteX3" fmla="*/ 47925 w 83191"/>
                <a:gd name="connsiteY3" fmla="*/ 30005 h 90652"/>
                <a:gd name="connsiteX4" fmla="*/ 12141 w 83191"/>
                <a:gd name="connsiteY4" fmla="*/ 28728 h 90652"/>
                <a:gd name="connsiteX5" fmla="*/ 12141 w 83191"/>
                <a:gd name="connsiteY5" fmla="*/ 21067 h 90652"/>
                <a:gd name="connsiteX6" fmla="*/ 49202 w 83191"/>
                <a:gd name="connsiteY6" fmla="*/ 22982 h 90652"/>
                <a:gd name="connsiteX7" fmla="*/ 49842 w 83191"/>
                <a:gd name="connsiteY7" fmla="*/ 22982 h 90652"/>
                <a:gd name="connsiteX8" fmla="*/ 56231 w 83191"/>
                <a:gd name="connsiteY8" fmla="*/ 16598 h 90652"/>
                <a:gd name="connsiteX9" fmla="*/ 49842 w 83191"/>
                <a:gd name="connsiteY9" fmla="*/ 10214 h 90652"/>
                <a:gd name="connsiteX10" fmla="*/ 12780 w 83191"/>
                <a:gd name="connsiteY10" fmla="*/ 8299 h 90652"/>
                <a:gd name="connsiteX11" fmla="*/ 12780 w 83191"/>
                <a:gd name="connsiteY11" fmla="*/ 6384 h 90652"/>
                <a:gd name="connsiteX12" fmla="*/ 6390 w 83191"/>
                <a:gd name="connsiteY12" fmla="*/ 0 h 90652"/>
                <a:gd name="connsiteX13" fmla="*/ 0 w 83191"/>
                <a:gd name="connsiteY13" fmla="*/ 6384 h 90652"/>
                <a:gd name="connsiteX14" fmla="*/ 0 w 83191"/>
                <a:gd name="connsiteY14" fmla="*/ 35112 h 90652"/>
                <a:gd name="connsiteX15" fmla="*/ 6390 w 83191"/>
                <a:gd name="connsiteY15" fmla="*/ 41496 h 90652"/>
                <a:gd name="connsiteX16" fmla="*/ 44091 w 83191"/>
                <a:gd name="connsiteY16" fmla="*/ 43411 h 90652"/>
                <a:gd name="connsiteX17" fmla="*/ 57509 w 83191"/>
                <a:gd name="connsiteY17" fmla="*/ 86184 h 90652"/>
                <a:gd name="connsiteX18" fmla="*/ 63260 w 83191"/>
                <a:gd name="connsiteY18" fmla="*/ 90652 h 90652"/>
                <a:gd name="connsiteX19" fmla="*/ 64538 w 83191"/>
                <a:gd name="connsiteY19" fmla="*/ 90652 h 90652"/>
                <a:gd name="connsiteX20" fmla="*/ 78596 w 83191"/>
                <a:gd name="connsiteY20" fmla="*/ 87460 h 90652"/>
                <a:gd name="connsiteX21" fmla="*/ 83069 w 83191"/>
                <a:gd name="connsiteY21" fmla="*/ 79800 h 90652"/>
                <a:gd name="connsiteX22" fmla="*/ 74762 w 83191"/>
                <a:gd name="connsiteY22" fmla="*/ 74054 h 90652"/>
                <a:gd name="connsiteX23" fmla="*/ 74762 w 83191"/>
                <a:gd name="connsiteY23" fmla="*/ 74054 h 90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3191" h="90652">
                  <a:moveTo>
                    <a:pt x="74762" y="74054"/>
                  </a:moveTo>
                  <a:lnTo>
                    <a:pt x="66455" y="75969"/>
                  </a:lnTo>
                  <a:lnTo>
                    <a:pt x="53675" y="34473"/>
                  </a:lnTo>
                  <a:cubicBezTo>
                    <a:pt x="53036" y="31920"/>
                    <a:pt x="50481" y="30005"/>
                    <a:pt x="47925" y="30005"/>
                  </a:cubicBezTo>
                  <a:lnTo>
                    <a:pt x="12141" y="28728"/>
                  </a:lnTo>
                  <a:lnTo>
                    <a:pt x="12141" y="21067"/>
                  </a:lnTo>
                  <a:lnTo>
                    <a:pt x="49202" y="22982"/>
                  </a:lnTo>
                  <a:lnTo>
                    <a:pt x="49842" y="22982"/>
                  </a:lnTo>
                  <a:cubicBezTo>
                    <a:pt x="53675" y="22982"/>
                    <a:pt x="56231" y="20429"/>
                    <a:pt x="56231" y="16598"/>
                  </a:cubicBezTo>
                  <a:cubicBezTo>
                    <a:pt x="56231" y="12768"/>
                    <a:pt x="53675" y="10214"/>
                    <a:pt x="49842" y="10214"/>
                  </a:cubicBezTo>
                  <a:lnTo>
                    <a:pt x="12780" y="8299"/>
                  </a:lnTo>
                  <a:lnTo>
                    <a:pt x="12780" y="6384"/>
                  </a:lnTo>
                  <a:cubicBezTo>
                    <a:pt x="12780" y="2554"/>
                    <a:pt x="10224" y="0"/>
                    <a:pt x="6390" y="0"/>
                  </a:cubicBezTo>
                  <a:cubicBezTo>
                    <a:pt x="2556" y="0"/>
                    <a:pt x="0" y="2554"/>
                    <a:pt x="0" y="6384"/>
                  </a:cubicBezTo>
                  <a:lnTo>
                    <a:pt x="0" y="35112"/>
                  </a:lnTo>
                  <a:cubicBezTo>
                    <a:pt x="0" y="38942"/>
                    <a:pt x="2556" y="41496"/>
                    <a:pt x="6390" y="41496"/>
                  </a:cubicBezTo>
                  <a:lnTo>
                    <a:pt x="44091" y="43411"/>
                  </a:lnTo>
                  <a:lnTo>
                    <a:pt x="57509" y="86184"/>
                  </a:lnTo>
                  <a:cubicBezTo>
                    <a:pt x="58148" y="88737"/>
                    <a:pt x="60704" y="90652"/>
                    <a:pt x="63260" y="90652"/>
                  </a:cubicBezTo>
                  <a:lnTo>
                    <a:pt x="64538" y="90652"/>
                  </a:lnTo>
                  <a:lnTo>
                    <a:pt x="78596" y="87460"/>
                  </a:lnTo>
                  <a:cubicBezTo>
                    <a:pt x="81791" y="86822"/>
                    <a:pt x="83708" y="82992"/>
                    <a:pt x="83069" y="79800"/>
                  </a:cubicBezTo>
                  <a:cubicBezTo>
                    <a:pt x="81791" y="75969"/>
                    <a:pt x="78596" y="74054"/>
                    <a:pt x="74762" y="74054"/>
                  </a:cubicBezTo>
                  <a:lnTo>
                    <a:pt x="74762" y="74054"/>
                  </a:lnTo>
                  <a:close/>
                </a:path>
              </a:pathLst>
            </a:custGeom>
            <a:solidFill>
              <a:srgbClr val="00A3E0"/>
            </a:solidFill>
            <a:ln w="6390" cap="flat">
              <a:noFill/>
              <a:prstDash val="solid"/>
              <a:miter/>
            </a:ln>
          </p:spPr>
          <p:txBody>
            <a:bodyPr rtlCol="0" anchor="ctr"/>
            <a:lstStyle/>
            <a:p>
              <a:endParaRPr lang="en-US"/>
            </a:p>
          </p:txBody>
        </p:sp>
        <p:sp>
          <p:nvSpPr>
            <p:cNvPr id="344" name="Graphic 4">
              <a:extLst>
                <a:ext uri="{FF2B5EF4-FFF2-40B4-BE49-F238E27FC236}">
                  <a16:creationId xmlns:a16="http://schemas.microsoft.com/office/drawing/2014/main" id="{149CFDBF-2620-EB44-8F09-013012E39352}"/>
                </a:ext>
              </a:extLst>
            </p:cNvPr>
            <p:cNvSpPr/>
            <p:nvPr/>
          </p:nvSpPr>
          <p:spPr>
            <a:xfrm>
              <a:off x="615827" y="2498690"/>
              <a:ext cx="31636" cy="31444"/>
            </a:xfrm>
            <a:custGeom>
              <a:avLst/>
              <a:gdLst>
                <a:gd name="connsiteX0" fmla="*/ 14860 w 31636"/>
                <a:gd name="connsiteY0" fmla="*/ 31444 h 31444"/>
                <a:gd name="connsiteX1" fmla="*/ 17416 w 31636"/>
                <a:gd name="connsiteY1" fmla="*/ 31444 h 31444"/>
                <a:gd name="connsiteX2" fmla="*/ 31474 w 31636"/>
                <a:gd name="connsiteY2" fmla="*/ 14207 h 31444"/>
                <a:gd name="connsiteX3" fmla="*/ 14221 w 31636"/>
                <a:gd name="connsiteY3" fmla="*/ 163 h 31444"/>
                <a:gd name="connsiteX4" fmla="*/ 163 w 31636"/>
                <a:gd name="connsiteY4" fmla="*/ 17399 h 31444"/>
                <a:gd name="connsiteX5" fmla="*/ 14860 w 31636"/>
                <a:gd name="connsiteY5" fmla="*/ 31444 h 31444"/>
                <a:gd name="connsiteX6" fmla="*/ 18055 w 31636"/>
                <a:gd name="connsiteY6" fmla="*/ 11654 h 31444"/>
                <a:gd name="connsiteX7" fmla="*/ 20611 w 31636"/>
                <a:gd name="connsiteY7" fmla="*/ 15484 h 31444"/>
                <a:gd name="connsiteX8" fmla="*/ 16777 w 31636"/>
                <a:gd name="connsiteY8" fmla="*/ 18038 h 31444"/>
                <a:gd name="connsiteX9" fmla="*/ 16777 w 31636"/>
                <a:gd name="connsiteY9" fmla="*/ 18038 h 31444"/>
                <a:gd name="connsiteX10" fmla="*/ 14221 w 31636"/>
                <a:gd name="connsiteY10" fmla="*/ 16761 h 31444"/>
                <a:gd name="connsiteX11" fmla="*/ 13582 w 31636"/>
                <a:gd name="connsiteY11" fmla="*/ 14207 h 31444"/>
                <a:gd name="connsiteX12" fmla="*/ 18055 w 31636"/>
                <a:gd name="connsiteY12" fmla="*/ 11654 h 31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636" h="31444">
                  <a:moveTo>
                    <a:pt x="14860" y="31444"/>
                  </a:moveTo>
                  <a:lnTo>
                    <a:pt x="17416" y="31444"/>
                  </a:lnTo>
                  <a:cubicBezTo>
                    <a:pt x="26362" y="30806"/>
                    <a:pt x="32752" y="23145"/>
                    <a:pt x="31474" y="14207"/>
                  </a:cubicBezTo>
                  <a:cubicBezTo>
                    <a:pt x="30835" y="5270"/>
                    <a:pt x="23167" y="-1114"/>
                    <a:pt x="14221" y="163"/>
                  </a:cubicBezTo>
                  <a:cubicBezTo>
                    <a:pt x="5275" y="801"/>
                    <a:pt x="-1115" y="8462"/>
                    <a:pt x="163" y="17399"/>
                  </a:cubicBezTo>
                  <a:cubicBezTo>
                    <a:pt x="802" y="24422"/>
                    <a:pt x="7192" y="30806"/>
                    <a:pt x="14860" y="31444"/>
                  </a:cubicBezTo>
                  <a:close/>
                  <a:moveTo>
                    <a:pt x="18055" y="11654"/>
                  </a:moveTo>
                  <a:cubicBezTo>
                    <a:pt x="19972" y="11654"/>
                    <a:pt x="21250" y="13569"/>
                    <a:pt x="20611" y="15484"/>
                  </a:cubicBezTo>
                  <a:cubicBezTo>
                    <a:pt x="20611" y="17399"/>
                    <a:pt x="18694" y="18676"/>
                    <a:pt x="16777" y="18038"/>
                  </a:cubicBezTo>
                  <a:lnTo>
                    <a:pt x="16777" y="18038"/>
                  </a:lnTo>
                  <a:cubicBezTo>
                    <a:pt x="16138" y="18038"/>
                    <a:pt x="14860" y="17399"/>
                    <a:pt x="14221" y="16761"/>
                  </a:cubicBezTo>
                  <a:cubicBezTo>
                    <a:pt x="13582" y="16123"/>
                    <a:pt x="13582" y="14846"/>
                    <a:pt x="13582" y="14207"/>
                  </a:cubicBezTo>
                  <a:cubicBezTo>
                    <a:pt x="14221" y="12931"/>
                    <a:pt x="16138" y="11654"/>
                    <a:pt x="18055" y="11654"/>
                  </a:cubicBezTo>
                  <a:close/>
                </a:path>
              </a:pathLst>
            </a:custGeom>
            <a:solidFill>
              <a:srgbClr val="00A3E0"/>
            </a:solidFill>
            <a:ln w="6390" cap="flat">
              <a:noFill/>
              <a:prstDash val="solid"/>
              <a:miter/>
            </a:ln>
          </p:spPr>
          <p:txBody>
            <a:bodyPr rtlCol="0" anchor="ctr"/>
            <a:lstStyle/>
            <a:p>
              <a:endParaRPr lang="en-US"/>
            </a:p>
          </p:txBody>
        </p:sp>
        <p:sp>
          <p:nvSpPr>
            <p:cNvPr id="345" name="Graphic 4">
              <a:extLst>
                <a:ext uri="{FF2B5EF4-FFF2-40B4-BE49-F238E27FC236}">
                  <a16:creationId xmlns:a16="http://schemas.microsoft.com/office/drawing/2014/main" id="{64106584-5612-5846-8BD4-FCC3F67C783E}"/>
                </a:ext>
              </a:extLst>
            </p:cNvPr>
            <p:cNvSpPr/>
            <p:nvPr/>
          </p:nvSpPr>
          <p:spPr>
            <a:xfrm>
              <a:off x="583251" y="2546971"/>
              <a:ext cx="93882" cy="97436"/>
            </a:xfrm>
            <a:custGeom>
              <a:avLst/>
              <a:gdLst>
                <a:gd name="connsiteX0" fmla="*/ 82580 w 93882"/>
                <a:gd name="connsiteY0" fmla="*/ 67432 h 97436"/>
                <a:gd name="connsiteX1" fmla="*/ 30822 w 93882"/>
                <a:gd name="connsiteY1" fmla="*/ 77646 h 97436"/>
                <a:gd name="connsiteX2" fmla="*/ 20598 w 93882"/>
                <a:gd name="connsiteY2" fmla="*/ 25936 h 97436"/>
                <a:gd name="connsiteX3" fmla="*/ 36572 w 93882"/>
                <a:gd name="connsiteY3" fmla="*/ 12529 h 97436"/>
                <a:gd name="connsiteX4" fmla="*/ 40406 w 93882"/>
                <a:gd name="connsiteY4" fmla="*/ 4230 h 97436"/>
                <a:gd name="connsiteX5" fmla="*/ 32100 w 93882"/>
                <a:gd name="connsiteY5" fmla="*/ 400 h 97436"/>
                <a:gd name="connsiteX6" fmla="*/ 30822 w 93882"/>
                <a:gd name="connsiteY6" fmla="*/ 1038 h 97436"/>
                <a:gd name="connsiteX7" fmla="*/ 3984 w 93882"/>
                <a:gd name="connsiteY7" fmla="*/ 66793 h 97436"/>
                <a:gd name="connsiteX8" fmla="*/ 42323 w 93882"/>
                <a:gd name="connsiteY8" fmla="*/ 96798 h 97436"/>
                <a:gd name="connsiteX9" fmla="*/ 50630 w 93882"/>
                <a:gd name="connsiteY9" fmla="*/ 97436 h 97436"/>
                <a:gd name="connsiteX10" fmla="*/ 92804 w 93882"/>
                <a:gd name="connsiteY10" fmla="*/ 75093 h 97436"/>
                <a:gd name="connsiteX11" fmla="*/ 90887 w 93882"/>
                <a:gd name="connsiteY11" fmla="*/ 66155 h 97436"/>
                <a:gd name="connsiteX12" fmla="*/ 82580 w 93882"/>
                <a:gd name="connsiteY12" fmla="*/ 67432 h 97436"/>
                <a:gd name="connsiteX13" fmla="*/ 82580 w 93882"/>
                <a:gd name="connsiteY13" fmla="*/ 67432 h 97436"/>
                <a:gd name="connsiteX14" fmla="*/ 82580 w 93882"/>
                <a:gd name="connsiteY14" fmla="*/ 67432 h 97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3882" h="97436">
                  <a:moveTo>
                    <a:pt x="82580" y="67432"/>
                  </a:moveTo>
                  <a:cubicBezTo>
                    <a:pt x="71078" y="84669"/>
                    <a:pt x="48074" y="89137"/>
                    <a:pt x="30822" y="77646"/>
                  </a:cubicBezTo>
                  <a:cubicBezTo>
                    <a:pt x="13569" y="66155"/>
                    <a:pt x="9096" y="43173"/>
                    <a:pt x="20598" y="25936"/>
                  </a:cubicBezTo>
                  <a:cubicBezTo>
                    <a:pt x="24432" y="20190"/>
                    <a:pt x="30183" y="15721"/>
                    <a:pt x="36572" y="12529"/>
                  </a:cubicBezTo>
                  <a:cubicBezTo>
                    <a:pt x="39767" y="11253"/>
                    <a:pt x="41684" y="8061"/>
                    <a:pt x="40406" y="4230"/>
                  </a:cubicBezTo>
                  <a:cubicBezTo>
                    <a:pt x="39128" y="1038"/>
                    <a:pt x="35933" y="-877"/>
                    <a:pt x="32100" y="400"/>
                  </a:cubicBezTo>
                  <a:cubicBezTo>
                    <a:pt x="31461" y="400"/>
                    <a:pt x="31461" y="400"/>
                    <a:pt x="30822" y="1038"/>
                  </a:cubicBezTo>
                  <a:cubicBezTo>
                    <a:pt x="5262" y="11891"/>
                    <a:pt x="-6879" y="41257"/>
                    <a:pt x="3984" y="66793"/>
                  </a:cubicBezTo>
                  <a:cubicBezTo>
                    <a:pt x="11013" y="82753"/>
                    <a:pt x="25071" y="94245"/>
                    <a:pt x="42323" y="96798"/>
                  </a:cubicBezTo>
                  <a:cubicBezTo>
                    <a:pt x="44879" y="97436"/>
                    <a:pt x="48074" y="97436"/>
                    <a:pt x="50630" y="97436"/>
                  </a:cubicBezTo>
                  <a:cubicBezTo>
                    <a:pt x="67244" y="97436"/>
                    <a:pt x="83219" y="89137"/>
                    <a:pt x="92804" y="75093"/>
                  </a:cubicBezTo>
                  <a:cubicBezTo>
                    <a:pt x="94721" y="71901"/>
                    <a:pt x="94082" y="68070"/>
                    <a:pt x="90887" y="66155"/>
                  </a:cubicBezTo>
                  <a:cubicBezTo>
                    <a:pt x="87692" y="64240"/>
                    <a:pt x="84497" y="64878"/>
                    <a:pt x="82580" y="67432"/>
                  </a:cubicBezTo>
                  <a:lnTo>
                    <a:pt x="82580" y="67432"/>
                  </a:lnTo>
                  <a:lnTo>
                    <a:pt x="82580" y="67432"/>
                  </a:lnTo>
                  <a:close/>
                </a:path>
              </a:pathLst>
            </a:custGeom>
            <a:solidFill>
              <a:srgbClr val="00A3E0"/>
            </a:solidFill>
            <a:ln w="6390" cap="flat">
              <a:noFill/>
              <a:prstDash val="solid"/>
              <a:miter/>
            </a:ln>
          </p:spPr>
          <p:txBody>
            <a:bodyPr rtlCol="0" anchor="ctr"/>
            <a:lstStyle/>
            <a:p>
              <a:endParaRPr lang="en-US"/>
            </a:p>
          </p:txBody>
        </p:sp>
        <p:sp>
          <p:nvSpPr>
            <p:cNvPr id="346" name="Graphic 4">
              <a:extLst>
                <a:ext uri="{FF2B5EF4-FFF2-40B4-BE49-F238E27FC236}">
                  <a16:creationId xmlns:a16="http://schemas.microsoft.com/office/drawing/2014/main" id="{0643FF5C-48F1-3246-90C9-50E276601B53}"/>
                </a:ext>
              </a:extLst>
            </p:cNvPr>
            <p:cNvSpPr/>
            <p:nvPr/>
          </p:nvSpPr>
          <p:spPr>
            <a:xfrm>
              <a:off x="548256" y="2472040"/>
              <a:ext cx="200016" cy="199818"/>
            </a:xfrm>
            <a:custGeom>
              <a:avLst/>
              <a:gdLst>
                <a:gd name="connsiteX0" fmla="*/ 143135 w 200016"/>
                <a:gd name="connsiteY0" fmla="*/ 0 h 199818"/>
                <a:gd name="connsiteX1" fmla="*/ 57509 w 200016"/>
                <a:gd name="connsiteY1" fmla="*/ 0 h 199818"/>
                <a:gd name="connsiteX2" fmla="*/ 0 w 200016"/>
                <a:gd name="connsiteY2" fmla="*/ 57456 h 199818"/>
                <a:gd name="connsiteX3" fmla="*/ 0 w 200016"/>
                <a:gd name="connsiteY3" fmla="*/ 57456 h 199818"/>
                <a:gd name="connsiteX4" fmla="*/ 0 w 200016"/>
                <a:gd name="connsiteY4" fmla="*/ 142363 h 199818"/>
                <a:gd name="connsiteX5" fmla="*/ 57509 w 200016"/>
                <a:gd name="connsiteY5" fmla="*/ 199819 h 199818"/>
                <a:gd name="connsiteX6" fmla="*/ 142496 w 200016"/>
                <a:gd name="connsiteY6" fmla="*/ 199819 h 199818"/>
                <a:gd name="connsiteX7" fmla="*/ 200005 w 200016"/>
                <a:gd name="connsiteY7" fmla="*/ 142363 h 199818"/>
                <a:gd name="connsiteX8" fmla="*/ 200005 w 200016"/>
                <a:gd name="connsiteY8" fmla="*/ 57456 h 199818"/>
                <a:gd name="connsiteX9" fmla="*/ 143135 w 200016"/>
                <a:gd name="connsiteY9" fmla="*/ 0 h 199818"/>
                <a:gd name="connsiteX10" fmla="*/ 143135 w 200016"/>
                <a:gd name="connsiteY10" fmla="*/ 0 h 199818"/>
                <a:gd name="connsiteX11" fmla="*/ 187864 w 200016"/>
                <a:gd name="connsiteY11" fmla="*/ 142363 h 199818"/>
                <a:gd name="connsiteX12" fmla="*/ 143135 w 200016"/>
                <a:gd name="connsiteY12" fmla="*/ 187051 h 199818"/>
                <a:gd name="connsiteX13" fmla="*/ 57509 w 200016"/>
                <a:gd name="connsiteY13" fmla="*/ 187051 h 199818"/>
                <a:gd name="connsiteX14" fmla="*/ 12780 w 200016"/>
                <a:gd name="connsiteY14" fmla="*/ 142363 h 199818"/>
                <a:gd name="connsiteX15" fmla="*/ 12780 w 200016"/>
                <a:gd name="connsiteY15" fmla="*/ 57456 h 199818"/>
                <a:gd name="connsiteX16" fmla="*/ 57509 w 200016"/>
                <a:gd name="connsiteY16" fmla="*/ 12768 h 199818"/>
                <a:gd name="connsiteX17" fmla="*/ 142496 w 200016"/>
                <a:gd name="connsiteY17" fmla="*/ 12768 h 199818"/>
                <a:gd name="connsiteX18" fmla="*/ 187225 w 200016"/>
                <a:gd name="connsiteY18" fmla="*/ 57456 h 199818"/>
                <a:gd name="connsiteX19" fmla="*/ 187225 w 200016"/>
                <a:gd name="connsiteY19" fmla="*/ 142363 h 19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0016" h="199818">
                  <a:moveTo>
                    <a:pt x="143135" y="0"/>
                  </a:moveTo>
                  <a:lnTo>
                    <a:pt x="57509" y="0"/>
                  </a:lnTo>
                  <a:cubicBezTo>
                    <a:pt x="25560" y="0"/>
                    <a:pt x="0" y="25536"/>
                    <a:pt x="0" y="57456"/>
                  </a:cubicBezTo>
                  <a:lnTo>
                    <a:pt x="0" y="57456"/>
                  </a:lnTo>
                  <a:lnTo>
                    <a:pt x="0" y="142363"/>
                  </a:lnTo>
                  <a:cubicBezTo>
                    <a:pt x="0" y="174283"/>
                    <a:pt x="25560" y="199819"/>
                    <a:pt x="57509" y="199819"/>
                  </a:cubicBezTo>
                  <a:lnTo>
                    <a:pt x="142496" y="199819"/>
                  </a:lnTo>
                  <a:cubicBezTo>
                    <a:pt x="174445" y="199819"/>
                    <a:pt x="200005" y="174283"/>
                    <a:pt x="200005" y="142363"/>
                  </a:cubicBezTo>
                  <a:lnTo>
                    <a:pt x="200005" y="57456"/>
                  </a:lnTo>
                  <a:cubicBezTo>
                    <a:pt x="200644" y="25536"/>
                    <a:pt x="174445" y="0"/>
                    <a:pt x="143135" y="0"/>
                  </a:cubicBezTo>
                  <a:lnTo>
                    <a:pt x="143135" y="0"/>
                  </a:lnTo>
                  <a:close/>
                  <a:moveTo>
                    <a:pt x="187864" y="142363"/>
                  </a:moveTo>
                  <a:cubicBezTo>
                    <a:pt x="187864" y="167260"/>
                    <a:pt x="168055" y="187051"/>
                    <a:pt x="143135" y="187051"/>
                  </a:cubicBezTo>
                  <a:lnTo>
                    <a:pt x="57509" y="187051"/>
                  </a:lnTo>
                  <a:cubicBezTo>
                    <a:pt x="32589" y="187051"/>
                    <a:pt x="12780" y="167260"/>
                    <a:pt x="12780" y="142363"/>
                  </a:cubicBezTo>
                  <a:lnTo>
                    <a:pt x="12780" y="57456"/>
                  </a:lnTo>
                  <a:cubicBezTo>
                    <a:pt x="12780" y="32558"/>
                    <a:pt x="32589" y="12768"/>
                    <a:pt x="57509" y="12768"/>
                  </a:cubicBezTo>
                  <a:lnTo>
                    <a:pt x="142496" y="12768"/>
                  </a:lnTo>
                  <a:cubicBezTo>
                    <a:pt x="167416" y="12768"/>
                    <a:pt x="187225" y="32558"/>
                    <a:pt x="187225" y="57456"/>
                  </a:cubicBezTo>
                  <a:lnTo>
                    <a:pt x="187225" y="142363"/>
                  </a:lnTo>
                  <a:close/>
                </a:path>
              </a:pathLst>
            </a:custGeom>
            <a:solidFill>
              <a:srgbClr val="00A3E0"/>
            </a:solidFill>
            <a:ln w="6390" cap="flat">
              <a:noFill/>
              <a:prstDash val="solid"/>
              <a:miter/>
            </a:ln>
          </p:spPr>
          <p:txBody>
            <a:bodyPr rtlCol="0" anchor="ctr"/>
            <a:lstStyle/>
            <a:p>
              <a:endParaRPr lang="en-US"/>
            </a:p>
          </p:txBody>
        </p:sp>
        <p:sp>
          <p:nvSpPr>
            <p:cNvPr id="347" name="Graphic 4">
              <a:extLst>
                <a:ext uri="{FF2B5EF4-FFF2-40B4-BE49-F238E27FC236}">
                  <a16:creationId xmlns:a16="http://schemas.microsoft.com/office/drawing/2014/main" id="{F05F7728-B1A9-744A-9B1B-1FB9BAA80217}"/>
                </a:ext>
              </a:extLst>
            </p:cNvPr>
            <p:cNvSpPr/>
            <p:nvPr/>
          </p:nvSpPr>
          <p:spPr>
            <a:xfrm>
              <a:off x="600304" y="2419053"/>
              <a:ext cx="45806" cy="49795"/>
            </a:xfrm>
            <a:custGeom>
              <a:avLst/>
              <a:gdLst>
                <a:gd name="connsiteX0" fmla="*/ 7378 w 45806"/>
                <a:gd name="connsiteY0" fmla="*/ 30005 h 49795"/>
                <a:gd name="connsiteX1" fmla="*/ 11851 w 45806"/>
                <a:gd name="connsiteY1" fmla="*/ 28090 h 49795"/>
                <a:gd name="connsiteX2" fmla="*/ 16963 w 45806"/>
                <a:gd name="connsiteY2" fmla="*/ 22344 h 49795"/>
                <a:gd name="connsiteX3" fmla="*/ 16963 w 45806"/>
                <a:gd name="connsiteY3" fmla="*/ 43411 h 49795"/>
                <a:gd name="connsiteX4" fmla="*/ 23353 w 45806"/>
                <a:gd name="connsiteY4" fmla="*/ 49795 h 49795"/>
                <a:gd name="connsiteX5" fmla="*/ 29743 w 45806"/>
                <a:gd name="connsiteY5" fmla="*/ 43411 h 49795"/>
                <a:gd name="connsiteX6" fmla="*/ 29743 w 45806"/>
                <a:gd name="connsiteY6" fmla="*/ 23621 h 49795"/>
                <a:gd name="connsiteX7" fmla="*/ 34855 w 45806"/>
                <a:gd name="connsiteY7" fmla="*/ 29366 h 49795"/>
                <a:gd name="connsiteX8" fmla="*/ 39328 w 45806"/>
                <a:gd name="connsiteY8" fmla="*/ 31282 h 49795"/>
                <a:gd name="connsiteX9" fmla="*/ 43801 w 45806"/>
                <a:gd name="connsiteY9" fmla="*/ 29366 h 49795"/>
                <a:gd name="connsiteX10" fmla="*/ 44440 w 45806"/>
                <a:gd name="connsiteY10" fmla="*/ 20429 h 49795"/>
                <a:gd name="connsiteX11" fmla="*/ 28465 w 45806"/>
                <a:gd name="connsiteY11" fmla="*/ 2554 h 49795"/>
                <a:gd name="connsiteX12" fmla="*/ 23353 w 45806"/>
                <a:gd name="connsiteY12" fmla="*/ 0 h 49795"/>
                <a:gd name="connsiteX13" fmla="*/ 22714 w 45806"/>
                <a:gd name="connsiteY13" fmla="*/ 0 h 49795"/>
                <a:gd name="connsiteX14" fmla="*/ 20797 w 45806"/>
                <a:gd name="connsiteY14" fmla="*/ 638 h 49795"/>
                <a:gd name="connsiteX15" fmla="*/ 18241 w 45806"/>
                <a:gd name="connsiteY15" fmla="*/ 1915 h 49795"/>
                <a:gd name="connsiteX16" fmla="*/ 1627 w 45806"/>
                <a:gd name="connsiteY16" fmla="*/ 19790 h 49795"/>
                <a:gd name="connsiteX17" fmla="*/ 2266 w 45806"/>
                <a:gd name="connsiteY17" fmla="*/ 28728 h 49795"/>
                <a:gd name="connsiteX18" fmla="*/ 7378 w 45806"/>
                <a:gd name="connsiteY18" fmla="*/ 30005 h 49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806" h="49795">
                  <a:moveTo>
                    <a:pt x="7378" y="30005"/>
                  </a:moveTo>
                  <a:cubicBezTo>
                    <a:pt x="9295" y="30005"/>
                    <a:pt x="11212" y="29366"/>
                    <a:pt x="11851" y="28090"/>
                  </a:cubicBezTo>
                  <a:lnTo>
                    <a:pt x="16963" y="22344"/>
                  </a:lnTo>
                  <a:lnTo>
                    <a:pt x="16963" y="43411"/>
                  </a:lnTo>
                  <a:cubicBezTo>
                    <a:pt x="16963" y="47242"/>
                    <a:pt x="19519" y="49795"/>
                    <a:pt x="23353" y="49795"/>
                  </a:cubicBezTo>
                  <a:cubicBezTo>
                    <a:pt x="27187" y="49795"/>
                    <a:pt x="29743" y="47242"/>
                    <a:pt x="29743" y="43411"/>
                  </a:cubicBezTo>
                  <a:lnTo>
                    <a:pt x="29743" y="23621"/>
                  </a:lnTo>
                  <a:lnTo>
                    <a:pt x="34855" y="29366"/>
                  </a:lnTo>
                  <a:cubicBezTo>
                    <a:pt x="36133" y="30643"/>
                    <a:pt x="38050" y="31282"/>
                    <a:pt x="39328" y="31282"/>
                  </a:cubicBezTo>
                  <a:cubicBezTo>
                    <a:pt x="40606" y="31282"/>
                    <a:pt x="42523" y="30643"/>
                    <a:pt x="43801" y="29366"/>
                  </a:cubicBezTo>
                  <a:cubicBezTo>
                    <a:pt x="46357" y="26813"/>
                    <a:pt x="46357" y="22982"/>
                    <a:pt x="44440" y="20429"/>
                  </a:cubicBezTo>
                  <a:lnTo>
                    <a:pt x="28465" y="2554"/>
                  </a:lnTo>
                  <a:cubicBezTo>
                    <a:pt x="27187" y="1277"/>
                    <a:pt x="25270" y="0"/>
                    <a:pt x="23353" y="0"/>
                  </a:cubicBezTo>
                  <a:lnTo>
                    <a:pt x="22714" y="0"/>
                  </a:lnTo>
                  <a:cubicBezTo>
                    <a:pt x="22075" y="0"/>
                    <a:pt x="21436" y="0"/>
                    <a:pt x="20797" y="638"/>
                  </a:cubicBezTo>
                  <a:cubicBezTo>
                    <a:pt x="20158" y="1277"/>
                    <a:pt x="18880" y="1277"/>
                    <a:pt x="18241" y="1915"/>
                  </a:cubicBezTo>
                  <a:lnTo>
                    <a:pt x="1627" y="19790"/>
                  </a:lnTo>
                  <a:cubicBezTo>
                    <a:pt x="-929" y="22344"/>
                    <a:pt x="-290" y="26174"/>
                    <a:pt x="2266" y="28728"/>
                  </a:cubicBezTo>
                  <a:cubicBezTo>
                    <a:pt x="4183" y="29366"/>
                    <a:pt x="6100" y="30005"/>
                    <a:pt x="7378" y="30005"/>
                  </a:cubicBezTo>
                  <a:close/>
                </a:path>
              </a:pathLst>
            </a:custGeom>
            <a:solidFill>
              <a:srgbClr val="00A3E0"/>
            </a:solidFill>
            <a:ln w="6390" cap="flat">
              <a:noFill/>
              <a:prstDash val="solid"/>
              <a:miter/>
            </a:ln>
          </p:spPr>
          <p:txBody>
            <a:bodyPr rtlCol="0" anchor="ctr"/>
            <a:lstStyle/>
            <a:p>
              <a:endParaRPr lang="en-US"/>
            </a:p>
          </p:txBody>
        </p:sp>
        <p:sp>
          <p:nvSpPr>
            <p:cNvPr id="348" name="Graphic 4">
              <a:extLst>
                <a:ext uri="{FF2B5EF4-FFF2-40B4-BE49-F238E27FC236}">
                  <a16:creationId xmlns:a16="http://schemas.microsoft.com/office/drawing/2014/main" id="{E701FA43-4B7F-3F40-A8E4-C90C7628B985}"/>
                </a:ext>
              </a:extLst>
            </p:cNvPr>
            <p:cNvSpPr/>
            <p:nvPr/>
          </p:nvSpPr>
          <p:spPr>
            <a:xfrm>
              <a:off x="651046" y="2419053"/>
              <a:ext cx="45167" cy="48757"/>
            </a:xfrm>
            <a:custGeom>
              <a:avLst/>
              <a:gdLst>
                <a:gd name="connsiteX0" fmla="*/ 16702 w 45167"/>
                <a:gd name="connsiteY0" fmla="*/ 46603 h 48757"/>
                <a:gd name="connsiteX1" fmla="*/ 24370 w 45167"/>
                <a:gd name="connsiteY1" fmla="*/ 48518 h 48757"/>
                <a:gd name="connsiteX2" fmla="*/ 26926 w 45167"/>
                <a:gd name="connsiteY2" fmla="*/ 47242 h 48757"/>
                <a:gd name="connsiteX3" fmla="*/ 43540 w 45167"/>
                <a:gd name="connsiteY3" fmla="*/ 29366 h 48757"/>
                <a:gd name="connsiteX4" fmla="*/ 42901 w 45167"/>
                <a:gd name="connsiteY4" fmla="*/ 20429 h 48757"/>
                <a:gd name="connsiteX5" fmla="*/ 33955 w 45167"/>
                <a:gd name="connsiteY5" fmla="*/ 21067 h 48757"/>
                <a:gd name="connsiteX6" fmla="*/ 28843 w 45167"/>
                <a:gd name="connsiteY6" fmla="*/ 26813 h 48757"/>
                <a:gd name="connsiteX7" fmla="*/ 28843 w 45167"/>
                <a:gd name="connsiteY7" fmla="*/ 6384 h 48757"/>
                <a:gd name="connsiteX8" fmla="*/ 22453 w 45167"/>
                <a:gd name="connsiteY8" fmla="*/ 0 h 48757"/>
                <a:gd name="connsiteX9" fmla="*/ 16063 w 45167"/>
                <a:gd name="connsiteY9" fmla="*/ 6384 h 48757"/>
                <a:gd name="connsiteX10" fmla="*/ 16063 w 45167"/>
                <a:gd name="connsiteY10" fmla="*/ 26174 h 48757"/>
                <a:gd name="connsiteX11" fmla="*/ 10951 w 45167"/>
                <a:gd name="connsiteY11" fmla="*/ 20429 h 48757"/>
                <a:gd name="connsiteX12" fmla="*/ 2005 w 45167"/>
                <a:gd name="connsiteY12" fmla="*/ 19790 h 48757"/>
                <a:gd name="connsiteX13" fmla="*/ 2005 w 45167"/>
                <a:gd name="connsiteY13" fmla="*/ 19790 h 48757"/>
                <a:gd name="connsiteX14" fmla="*/ 1366 w 45167"/>
                <a:gd name="connsiteY14" fmla="*/ 28728 h 48757"/>
                <a:gd name="connsiteX15" fmla="*/ 16702 w 45167"/>
                <a:gd name="connsiteY15" fmla="*/ 46603 h 48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167" h="48757">
                  <a:moveTo>
                    <a:pt x="16702" y="46603"/>
                  </a:moveTo>
                  <a:cubicBezTo>
                    <a:pt x="18619" y="48518"/>
                    <a:pt x="21814" y="49157"/>
                    <a:pt x="24370" y="48518"/>
                  </a:cubicBezTo>
                  <a:cubicBezTo>
                    <a:pt x="25009" y="47880"/>
                    <a:pt x="26287" y="47880"/>
                    <a:pt x="26926" y="47242"/>
                  </a:cubicBezTo>
                  <a:lnTo>
                    <a:pt x="43540" y="29366"/>
                  </a:lnTo>
                  <a:cubicBezTo>
                    <a:pt x="46096" y="26813"/>
                    <a:pt x="45457" y="22982"/>
                    <a:pt x="42901" y="20429"/>
                  </a:cubicBezTo>
                  <a:cubicBezTo>
                    <a:pt x="40345" y="17875"/>
                    <a:pt x="36511" y="18514"/>
                    <a:pt x="33955" y="21067"/>
                  </a:cubicBezTo>
                  <a:lnTo>
                    <a:pt x="28843" y="26813"/>
                  </a:lnTo>
                  <a:lnTo>
                    <a:pt x="28843" y="6384"/>
                  </a:lnTo>
                  <a:cubicBezTo>
                    <a:pt x="28843" y="2554"/>
                    <a:pt x="26287" y="0"/>
                    <a:pt x="22453" y="0"/>
                  </a:cubicBezTo>
                  <a:cubicBezTo>
                    <a:pt x="18619" y="0"/>
                    <a:pt x="16063" y="2554"/>
                    <a:pt x="16063" y="6384"/>
                  </a:cubicBezTo>
                  <a:lnTo>
                    <a:pt x="16063" y="26174"/>
                  </a:lnTo>
                  <a:lnTo>
                    <a:pt x="10951" y="20429"/>
                  </a:lnTo>
                  <a:cubicBezTo>
                    <a:pt x="8395" y="17875"/>
                    <a:pt x="4561" y="17875"/>
                    <a:pt x="2005" y="19790"/>
                  </a:cubicBezTo>
                  <a:cubicBezTo>
                    <a:pt x="2005" y="19790"/>
                    <a:pt x="2005" y="19790"/>
                    <a:pt x="2005" y="19790"/>
                  </a:cubicBezTo>
                  <a:cubicBezTo>
                    <a:pt x="-551" y="22344"/>
                    <a:pt x="-551" y="26174"/>
                    <a:pt x="1366" y="28728"/>
                  </a:cubicBezTo>
                  <a:lnTo>
                    <a:pt x="16702" y="46603"/>
                  </a:lnTo>
                  <a:close/>
                </a:path>
              </a:pathLst>
            </a:custGeom>
            <a:solidFill>
              <a:srgbClr val="00A3E0"/>
            </a:solidFill>
            <a:ln w="6390" cap="flat">
              <a:noFill/>
              <a:prstDash val="solid"/>
              <a:miter/>
            </a:ln>
          </p:spPr>
          <p:txBody>
            <a:bodyPr rtlCol="0" anchor="ctr"/>
            <a:lstStyle/>
            <a:p>
              <a:endParaRPr lang="en-US"/>
            </a:p>
          </p:txBody>
        </p:sp>
      </p:grpSp>
      <p:grpSp>
        <p:nvGrpSpPr>
          <p:cNvPr id="2" name="Group 1">
            <a:extLst>
              <a:ext uri="{FF2B5EF4-FFF2-40B4-BE49-F238E27FC236}">
                <a16:creationId xmlns:a16="http://schemas.microsoft.com/office/drawing/2014/main" id="{E6EE6A07-BF5F-8547-A6A1-179FE8E16E26}"/>
              </a:ext>
            </a:extLst>
          </p:cNvPr>
          <p:cNvGrpSpPr>
            <a:grpSpLocks noChangeAspect="1"/>
          </p:cNvGrpSpPr>
          <p:nvPr/>
        </p:nvGrpSpPr>
        <p:grpSpPr>
          <a:xfrm>
            <a:off x="467743" y="2855717"/>
            <a:ext cx="361670" cy="362610"/>
            <a:chOff x="467743" y="2855717"/>
            <a:chExt cx="361670" cy="362610"/>
          </a:xfrm>
        </p:grpSpPr>
        <p:sp>
          <p:nvSpPr>
            <p:cNvPr id="350" name="Graphic 4">
              <a:extLst>
                <a:ext uri="{FF2B5EF4-FFF2-40B4-BE49-F238E27FC236}">
                  <a16:creationId xmlns:a16="http://schemas.microsoft.com/office/drawing/2014/main" id="{8660C771-A1DD-4A44-891E-58FA0F309918}"/>
                </a:ext>
              </a:extLst>
            </p:cNvPr>
            <p:cNvSpPr/>
            <p:nvPr/>
          </p:nvSpPr>
          <p:spPr>
            <a:xfrm>
              <a:off x="467743" y="2855717"/>
              <a:ext cx="361670" cy="362610"/>
            </a:xfrm>
            <a:custGeom>
              <a:avLst/>
              <a:gdLst>
                <a:gd name="connsiteX0" fmla="*/ 180835 w 361670"/>
                <a:gd name="connsiteY0" fmla="*/ 0 h 362610"/>
                <a:gd name="connsiteX1" fmla="*/ 0 w 361670"/>
                <a:gd name="connsiteY1" fmla="*/ 181305 h 362610"/>
                <a:gd name="connsiteX2" fmla="*/ 180835 w 361670"/>
                <a:gd name="connsiteY2" fmla="*/ 362610 h 362610"/>
                <a:gd name="connsiteX3" fmla="*/ 361670 w 361670"/>
                <a:gd name="connsiteY3" fmla="*/ 181305 h 362610"/>
                <a:gd name="connsiteX4" fmla="*/ 361670 w 361670"/>
                <a:gd name="connsiteY4" fmla="*/ 181305 h 362610"/>
                <a:gd name="connsiteX5" fmla="*/ 180835 w 361670"/>
                <a:gd name="connsiteY5" fmla="*/ 0 h 362610"/>
                <a:gd name="connsiteX6" fmla="*/ 180835 w 361670"/>
                <a:gd name="connsiteY6" fmla="*/ 0 h 362610"/>
                <a:gd name="connsiteX7" fmla="*/ 180835 w 361670"/>
                <a:gd name="connsiteY7" fmla="*/ 349204 h 362610"/>
                <a:gd name="connsiteX8" fmla="*/ 12780 w 361670"/>
                <a:gd name="connsiteY8" fmla="*/ 180667 h 362610"/>
                <a:gd name="connsiteX9" fmla="*/ 180835 w 361670"/>
                <a:gd name="connsiteY9" fmla="*/ 12130 h 362610"/>
                <a:gd name="connsiteX10" fmla="*/ 348891 w 361670"/>
                <a:gd name="connsiteY10" fmla="*/ 180667 h 362610"/>
                <a:gd name="connsiteX11" fmla="*/ 180835 w 361670"/>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2610">
                  <a:moveTo>
                    <a:pt x="180835" y="0"/>
                  </a:moveTo>
                  <a:cubicBezTo>
                    <a:pt x="80513" y="0"/>
                    <a:pt x="0" y="81076"/>
                    <a:pt x="0" y="181305"/>
                  </a:cubicBezTo>
                  <a:cubicBezTo>
                    <a:pt x="0" y="281533"/>
                    <a:pt x="81152" y="362610"/>
                    <a:pt x="180835" y="362610"/>
                  </a:cubicBezTo>
                  <a:cubicBezTo>
                    <a:pt x="280518" y="362610"/>
                    <a:pt x="361670" y="281533"/>
                    <a:pt x="361670" y="181305"/>
                  </a:cubicBezTo>
                  <a:cubicBezTo>
                    <a:pt x="361670" y="181305"/>
                    <a:pt x="361670" y="181305"/>
                    <a:pt x="361670" y="181305"/>
                  </a:cubicBezTo>
                  <a:cubicBezTo>
                    <a:pt x="361670" y="80438"/>
                    <a:pt x="281157" y="0"/>
                    <a:pt x="180835" y="0"/>
                  </a:cubicBezTo>
                  <a:cubicBezTo>
                    <a:pt x="180835" y="0"/>
                    <a:pt x="180835" y="0"/>
                    <a:pt x="180835" y="0"/>
                  </a:cubicBezTo>
                  <a:close/>
                  <a:moveTo>
                    <a:pt x="180835" y="349204"/>
                  </a:moveTo>
                  <a:cubicBezTo>
                    <a:pt x="87542" y="349204"/>
                    <a:pt x="12780" y="273873"/>
                    <a:pt x="12780" y="180667"/>
                  </a:cubicBezTo>
                  <a:cubicBezTo>
                    <a:pt x="12780" y="87460"/>
                    <a:pt x="88181" y="12130"/>
                    <a:pt x="180835" y="12130"/>
                  </a:cubicBezTo>
                  <a:cubicBezTo>
                    <a:pt x="273489" y="12130"/>
                    <a:pt x="348891" y="87460"/>
                    <a:pt x="348891" y="180667"/>
                  </a:cubicBezTo>
                  <a:cubicBezTo>
                    <a:pt x="348891" y="273234"/>
                    <a:pt x="273489" y="348565"/>
                    <a:pt x="180835" y="349204"/>
                  </a:cubicBezTo>
                  <a:close/>
                </a:path>
              </a:pathLst>
            </a:custGeom>
            <a:solidFill>
              <a:srgbClr val="00A3E0"/>
            </a:solidFill>
            <a:ln w="6390" cap="flat">
              <a:noFill/>
              <a:prstDash val="solid"/>
              <a:miter/>
            </a:ln>
          </p:spPr>
          <p:txBody>
            <a:bodyPr rtlCol="0" anchor="ctr"/>
            <a:lstStyle/>
            <a:p>
              <a:endParaRPr lang="en-US"/>
            </a:p>
          </p:txBody>
        </p:sp>
        <p:sp>
          <p:nvSpPr>
            <p:cNvPr id="351" name="Graphic 4">
              <a:extLst>
                <a:ext uri="{FF2B5EF4-FFF2-40B4-BE49-F238E27FC236}">
                  <a16:creationId xmlns:a16="http://schemas.microsoft.com/office/drawing/2014/main" id="{5A1F4F4C-9149-9B46-8B6F-4F91C3503AF3}"/>
                </a:ext>
              </a:extLst>
            </p:cNvPr>
            <p:cNvSpPr/>
            <p:nvPr/>
          </p:nvSpPr>
          <p:spPr>
            <a:xfrm>
              <a:off x="557815" y="2919425"/>
              <a:ext cx="180732" cy="234424"/>
            </a:xfrm>
            <a:custGeom>
              <a:avLst/>
              <a:gdLst>
                <a:gd name="connsiteX0" fmla="*/ 138688 w 180732"/>
                <a:gd name="connsiteY0" fmla="*/ 9708 h 234424"/>
                <a:gd name="connsiteX1" fmla="*/ 76705 w 180732"/>
                <a:gd name="connsiteY1" fmla="*/ 3962 h 234424"/>
                <a:gd name="connsiteX2" fmla="*/ 20474 w 180732"/>
                <a:gd name="connsiteY2" fmla="*/ 68440 h 234424"/>
                <a:gd name="connsiteX3" fmla="*/ 19835 w 180732"/>
                <a:gd name="connsiteY3" fmla="*/ 74186 h 234424"/>
                <a:gd name="connsiteX4" fmla="*/ 17279 w 180732"/>
                <a:gd name="connsiteY4" fmla="*/ 85039 h 234424"/>
                <a:gd name="connsiteX5" fmla="*/ 1304 w 180732"/>
                <a:gd name="connsiteY5" fmla="*/ 118874 h 234424"/>
                <a:gd name="connsiteX6" fmla="*/ 665 w 180732"/>
                <a:gd name="connsiteY6" fmla="*/ 119512 h 234424"/>
                <a:gd name="connsiteX7" fmla="*/ 1943 w 180732"/>
                <a:gd name="connsiteY7" fmla="*/ 132280 h 234424"/>
                <a:gd name="connsiteX8" fmla="*/ 12167 w 180732"/>
                <a:gd name="connsiteY8" fmla="*/ 138026 h 234424"/>
                <a:gd name="connsiteX9" fmla="*/ 19196 w 180732"/>
                <a:gd name="connsiteY9" fmla="*/ 138664 h 234424"/>
                <a:gd name="connsiteX10" fmla="*/ 19196 w 180732"/>
                <a:gd name="connsiteY10" fmla="*/ 158455 h 234424"/>
                <a:gd name="connsiteX11" fmla="*/ 24308 w 180732"/>
                <a:gd name="connsiteY11" fmla="*/ 173776 h 234424"/>
                <a:gd name="connsiteX12" fmla="*/ 42199 w 180732"/>
                <a:gd name="connsiteY12" fmla="*/ 182075 h 234424"/>
                <a:gd name="connsiteX13" fmla="*/ 59452 w 180732"/>
                <a:gd name="connsiteY13" fmla="*/ 182714 h 234424"/>
                <a:gd name="connsiteX14" fmla="*/ 59452 w 180732"/>
                <a:gd name="connsiteY14" fmla="*/ 228040 h 234424"/>
                <a:gd name="connsiteX15" fmla="*/ 65842 w 180732"/>
                <a:gd name="connsiteY15" fmla="*/ 234424 h 234424"/>
                <a:gd name="connsiteX16" fmla="*/ 146355 w 180732"/>
                <a:gd name="connsiteY16" fmla="*/ 234424 h 234424"/>
                <a:gd name="connsiteX17" fmla="*/ 152745 w 180732"/>
                <a:gd name="connsiteY17" fmla="*/ 228040 h 234424"/>
                <a:gd name="connsiteX18" fmla="*/ 152745 w 180732"/>
                <a:gd name="connsiteY18" fmla="*/ 153986 h 234424"/>
                <a:gd name="connsiteX19" fmla="*/ 161052 w 180732"/>
                <a:gd name="connsiteY19" fmla="*/ 133557 h 234424"/>
                <a:gd name="connsiteX20" fmla="*/ 178305 w 180732"/>
                <a:gd name="connsiteY20" fmla="*/ 58865 h 234424"/>
                <a:gd name="connsiteX21" fmla="*/ 138688 w 180732"/>
                <a:gd name="connsiteY21" fmla="*/ 9708 h 234424"/>
                <a:gd name="connsiteX22" fmla="*/ 151467 w 180732"/>
                <a:gd name="connsiteY22" fmla="*/ 124620 h 234424"/>
                <a:gd name="connsiteX23" fmla="*/ 140605 w 180732"/>
                <a:gd name="connsiteY23" fmla="*/ 151432 h 234424"/>
                <a:gd name="connsiteX24" fmla="*/ 140605 w 180732"/>
                <a:gd name="connsiteY24" fmla="*/ 152709 h 234424"/>
                <a:gd name="connsiteX25" fmla="*/ 140605 w 180732"/>
                <a:gd name="connsiteY25" fmla="*/ 221018 h 234424"/>
                <a:gd name="connsiteX26" fmla="*/ 72871 w 180732"/>
                <a:gd name="connsiteY26" fmla="*/ 221018 h 234424"/>
                <a:gd name="connsiteX27" fmla="*/ 72871 w 180732"/>
                <a:gd name="connsiteY27" fmla="*/ 175692 h 234424"/>
                <a:gd name="connsiteX28" fmla="*/ 70954 w 180732"/>
                <a:gd name="connsiteY28" fmla="*/ 171223 h 234424"/>
                <a:gd name="connsiteX29" fmla="*/ 66481 w 180732"/>
                <a:gd name="connsiteY29" fmla="*/ 169308 h 234424"/>
                <a:gd name="connsiteX30" fmla="*/ 44116 w 180732"/>
                <a:gd name="connsiteY30" fmla="*/ 168031 h 234424"/>
                <a:gd name="connsiteX31" fmla="*/ 35171 w 180732"/>
                <a:gd name="connsiteY31" fmla="*/ 164200 h 234424"/>
                <a:gd name="connsiteX32" fmla="*/ 33254 w 180732"/>
                <a:gd name="connsiteY32" fmla="*/ 157816 h 234424"/>
                <a:gd name="connsiteX33" fmla="*/ 33254 w 180732"/>
                <a:gd name="connsiteY33" fmla="*/ 131004 h 234424"/>
                <a:gd name="connsiteX34" fmla="*/ 26864 w 180732"/>
                <a:gd name="connsiteY34" fmla="*/ 124620 h 234424"/>
                <a:gd name="connsiteX35" fmla="*/ 14084 w 180732"/>
                <a:gd name="connsiteY35" fmla="*/ 123981 h 234424"/>
                <a:gd name="connsiteX36" fmla="*/ 13445 w 180732"/>
                <a:gd name="connsiteY36" fmla="*/ 123981 h 234424"/>
                <a:gd name="connsiteX37" fmla="*/ 13445 w 180732"/>
                <a:gd name="connsiteY37" fmla="*/ 122704 h 234424"/>
                <a:gd name="connsiteX38" fmla="*/ 28781 w 180732"/>
                <a:gd name="connsiteY38" fmla="*/ 90784 h 234424"/>
                <a:gd name="connsiteX39" fmla="*/ 33254 w 180732"/>
                <a:gd name="connsiteY39" fmla="*/ 74824 h 234424"/>
                <a:gd name="connsiteX40" fmla="*/ 33893 w 180732"/>
                <a:gd name="connsiteY40" fmla="*/ 69717 h 234424"/>
                <a:gd name="connsiteX41" fmla="*/ 81817 w 180732"/>
                <a:gd name="connsiteY41" fmla="*/ 16092 h 234424"/>
                <a:gd name="connsiteX42" fmla="*/ 166164 w 180732"/>
                <a:gd name="connsiteY42" fmla="*/ 60780 h 234424"/>
                <a:gd name="connsiteX43" fmla="*/ 166164 w 180732"/>
                <a:gd name="connsiteY43" fmla="*/ 61418 h 234424"/>
                <a:gd name="connsiteX44" fmla="*/ 151467 w 180732"/>
                <a:gd name="connsiteY44" fmla="*/ 124620 h 234424"/>
                <a:gd name="connsiteX45" fmla="*/ 151467 w 180732"/>
                <a:gd name="connsiteY45" fmla="*/ 124620 h 234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80732" h="234424">
                  <a:moveTo>
                    <a:pt x="138688" y="9708"/>
                  </a:moveTo>
                  <a:cubicBezTo>
                    <a:pt x="119518" y="-506"/>
                    <a:pt x="97153" y="-3060"/>
                    <a:pt x="76705" y="3962"/>
                  </a:cubicBezTo>
                  <a:cubicBezTo>
                    <a:pt x="46033" y="14815"/>
                    <a:pt x="23669" y="40351"/>
                    <a:pt x="20474" y="68440"/>
                  </a:cubicBezTo>
                  <a:cubicBezTo>
                    <a:pt x="20474" y="70356"/>
                    <a:pt x="19835" y="72271"/>
                    <a:pt x="19835" y="74186"/>
                  </a:cubicBezTo>
                  <a:cubicBezTo>
                    <a:pt x="19835" y="78016"/>
                    <a:pt x="19196" y="81847"/>
                    <a:pt x="17279" y="85039"/>
                  </a:cubicBezTo>
                  <a:cubicBezTo>
                    <a:pt x="13445" y="91423"/>
                    <a:pt x="1943" y="117597"/>
                    <a:pt x="1304" y="118874"/>
                  </a:cubicBezTo>
                  <a:cubicBezTo>
                    <a:pt x="1304" y="118874"/>
                    <a:pt x="1304" y="119512"/>
                    <a:pt x="665" y="119512"/>
                  </a:cubicBezTo>
                  <a:cubicBezTo>
                    <a:pt x="-613" y="123981"/>
                    <a:pt x="26" y="128450"/>
                    <a:pt x="1943" y="132280"/>
                  </a:cubicBezTo>
                  <a:cubicBezTo>
                    <a:pt x="4499" y="135472"/>
                    <a:pt x="8333" y="137388"/>
                    <a:pt x="12167" y="138026"/>
                  </a:cubicBezTo>
                  <a:lnTo>
                    <a:pt x="19196" y="138664"/>
                  </a:lnTo>
                  <a:lnTo>
                    <a:pt x="19196" y="158455"/>
                  </a:lnTo>
                  <a:cubicBezTo>
                    <a:pt x="19196" y="164200"/>
                    <a:pt x="20474" y="169308"/>
                    <a:pt x="24308" y="173776"/>
                  </a:cubicBezTo>
                  <a:cubicBezTo>
                    <a:pt x="28781" y="178884"/>
                    <a:pt x="35171" y="182075"/>
                    <a:pt x="42199" y="182075"/>
                  </a:cubicBezTo>
                  <a:cubicBezTo>
                    <a:pt x="49867" y="182714"/>
                    <a:pt x="55618" y="182714"/>
                    <a:pt x="59452" y="182714"/>
                  </a:cubicBezTo>
                  <a:lnTo>
                    <a:pt x="59452" y="228040"/>
                  </a:lnTo>
                  <a:cubicBezTo>
                    <a:pt x="59452" y="231870"/>
                    <a:pt x="62008" y="234424"/>
                    <a:pt x="65842" y="234424"/>
                  </a:cubicBezTo>
                  <a:lnTo>
                    <a:pt x="146355" y="234424"/>
                  </a:lnTo>
                  <a:cubicBezTo>
                    <a:pt x="150189" y="234424"/>
                    <a:pt x="152745" y="231870"/>
                    <a:pt x="152745" y="228040"/>
                  </a:cubicBezTo>
                  <a:lnTo>
                    <a:pt x="152745" y="153986"/>
                  </a:lnTo>
                  <a:cubicBezTo>
                    <a:pt x="154023" y="146964"/>
                    <a:pt x="156579" y="139941"/>
                    <a:pt x="161052" y="133557"/>
                  </a:cubicBezTo>
                  <a:cubicBezTo>
                    <a:pt x="178305" y="112490"/>
                    <a:pt x="184695" y="85039"/>
                    <a:pt x="178305" y="58865"/>
                  </a:cubicBezTo>
                  <a:cubicBezTo>
                    <a:pt x="172554" y="37159"/>
                    <a:pt x="157857" y="19922"/>
                    <a:pt x="138688" y="9708"/>
                  </a:cubicBezTo>
                  <a:close/>
                  <a:moveTo>
                    <a:pt x="151467" y="124620"/>
                  </a:moveTo>
                  <a:cubicBezTo>
                    <a:pt x="145716" y="132919"/>
                    <a:pt x="141883" y="141856"/>
                    <a:pt x="140605" y="151432"/>
                  </a:cubicBezTo>
                  <a:cubicBezTo>
                    <a:pt x="140605" y="152071"/>
                    <a:pt x="140605" y="152071"/>
                    <a:pt x="140605" y="152709"/>
                  </a:cubicBezTo>
                  <a:lnTo>
                    <a:pt x="140605" y="221018"/>
                  </a:lnTo>
                  <a:lnTo>
                    <a:pt x="72871" y="221018"/>
                  </a:lnTo>
                  <a:lnTo>
                    <a:pt x="72871" y="175692"/>
                  </a:lnTo>
                  <a:cubicBezTo>
                    <a:pt x="72871" y="173776"/>
                    <a:pt x="72232" y="172500"/>
                    <a:pt x="70954" y="171223"/>
                  </a:cubicBezTo>
                  <a:cubicBezTo>
                    <a:pt x="69676" y="169946"/>
                    <a:pt x="67759" y="169308"/>
                    <a:pt x="66481" y="169308"/>
                  </a:cubicBezTo>
                  <a:cubicBezTo>
                    <a:pt x="66481" y="169308"/>
                    <a:pt x="62008" y="169308"/>
                    <a:pt x="44116" y="168031"/>
                  </a:cubicBezTo>
                  <a:cubicBezTo>
                    <a:pt x="40921" y="168031"/>
                    <a:pt x="37727" y="166754"/>
                    <a:pt x="35171" y="164200"/>
                  </a:cubicBezTo>
                  <a:cubicBezTo>
                    <a:pt x="33893" y="162285"/>
                    <a:pt x="33254" y="160370"/>
                    <a:pt x="33254" y="157816"/>
                  </a:cubicBezTo>
                  <a:lnTo>
                    <a:pt x="33254" y="131004"/>
                  </a:lnTo>
                  <a:cubicBezTo>
                    <a:pt x="33254" y="127173"/>
                    <a:pt x="30698" y="124620"/>
                    <a:pt x="26864" y="124620"/>
                  </a:cubicBezTo>
                  <a:cubicBezTo>
                    <a:pt x="26864" y="124620"/>
                    <a:pt x="23030" y="124620"/>
                    <a:pt x="14084" y="123981"/>
                  </a:cubicBezTo>
                  <a:lnTo>
                    <a:pt x="13445" y="123981"/>
                  </a:lnTo>
                  <a:cubicBezTo>
                    <a:pt x="13445" y="123343"/>
                    <a:pt x="13445" y="123343"/>
                    <a:pt x="13445" y="122704"/>
                  </a:cubicBezTo>
                  <a:cubicBezTo>
                    <a:pt x="16640" y="115044"/>
                    <a:pt x="25586" y="95892"/>
                    <a:pt x="28781" y="90784"/>
                  </a:cubicBezTo>
                  <a:cubicBezTo>
                    <a:pt x="31337" y="85677"/>
                    <a:pt x="33254" y="80570"/>
                    <a:pt x="33254" y="74824"/>
                  </a:cubicBezTo>
                  <a:cubicBezTo>
                    <a:pt x="33254" y="73548"/>
                    <a:pt x="33254" y="71632"/>
                    <a:pt x="33893" y="69717"/>
                  </a:cubicBezTo>
                  <a:cubicBezTo>
                    <a:pt x="37088" y="42905"/>
                    <a:pt x="60091" y="23753"/>
                    <a:pt x="81817" y="16092"/>
                  </a:cubicBezTo>
                  <a:cubicBezTo>
                    <a:pt x="117601" y="5239"/>
                    <a:pt x="155301" y="25029"/>
                    <a:pt x="166164" y="60780"/>
                  </a:cubicBezTo>
                  <a:cubicBezTo>
                    <a:pt x="166164" y="60780"/>
                    <a:pt x="166164" y="60780"/>
                    <a:pt x="166164" y="61418"/>
                  </a:cubicBezTo>
                  <a:cubicBezTo>
                    <a:pt x="171276" y="83762"/>
                    <a:pt x="165525" y="106744"/>
                    <a:pt x="151467" y="124620"/>
                  </a:cubicBezTo>
                  <a:lnTo>
                    <a:pt x="151467" y="124620"/>
                  </a:lnTo>
                  <a:close/>
                </a:path>
              </a:pathLst>
            </a:custGeom>
            <a:solidFill>
              <a:srgbClr val="00A3E0"/>
            </a:solidFill>
            <a:ln w="6390" cap="flat">
              <a:noFill/>
              <a:prstDash val="solid"/>
              <a:miter/>
            </a:ln>
          </p:spPr>
          <p:txBody>
            <a:bodyPr rtlCol="0" anchor="ctr"/>
            <a:lstStyle/>
            <a:p>
              <a:endParaRPr lang="en-US"/>
            </a:p>
          </p:txBody>
        </p:sp>
        <p:sp>
          <p:nvSpPr>
            <p:cNvPr id="352" name="Graphic 4">
              <a:extLst>
                <a:ext uri="{FF2B5EF4-FFF2-40B4-BE49-F238E27FC236}">
                  <a16:creationId xmlns:a16="http://schemas.microsoft.com/office/drawing/2014/main" id="{603737FF-AA62-CB42-B5B7-A477E6A7FF6F}"/>
                </a:ext>
              </a:extLst>
            </p:cNvPr>
            <p:cNvSpPr/>
            <p:nvPr/>
          </p:nvSpPr>
          <p:spPr>
            <a:xfrm>
              <a:off x="601577" y="2949993"/>
              <a:ext cx="113456" cy="77453"/>
            </a:xfrm>
            <a:custGeom>
              <a:avLst/>
              <a:gdLst>
                <a:gd name="connsiteX0" fmla="*/ 111540 w 113456"/>
                <a:gd name="connsiteY0" fmla="*/ 32765 h 77453"/>
                <a:gd name="connsiteX1" fmla="*/ 100677 w 113456"/>
                <a:gd name="connsiteY1" fmla="*/ 23189 h 77453"/>
                <a:gd name="connsiteX2" fmla="*/ 100677 w 113456"/>
                <a:gd name="connsiteY2" fmla="*/ 22551 h 77453"/>
                <a:gd name="connsiteX3" fmla="*/ 91731 w 113456"/>
                <a:gd name="connsiteY3" fmla="*/ 9783 h 77453"/>
                <a:gd name="connsiteX4" fmla="*/ 78951 w 113456"/>
                <a:gd name="connsiteY4" fmla="*/ 7229 h 77453"/>
                <a:gd name="connsiteX5" fmla="*/ 77673 w 113456"/>
                <a:gd name="connsiteY5" fmla="*/ 7229 h 77453"/>
                <a:gd name="connsiteX6" fmla="*/ 50835 w 113456"/>
                <a:gd name="connsiteY6" fmla="*/ 4037 h 77453"/>
                <a:gd name="connsiteX7" fmla="*/ 50835 w 113456"/>
                <a:gd name="connsiteY7" fmla="*/ 4037 h 77453"/>
                <a:gd name="connsiteX8" fmla="*/ 41889 w 113456"/>
                <a:gd name="connsiteY8" fmla="*/ 1484 h 77453"/>
                <a:gd name="connsiteX9" fmla="*/ 30387 w 113456"/>
                <a:gd name="connsiteY9" fmla="*/ 5314 h 77453"/>
                <a:gd name="connsiteX10" fmla="*/ 27831 w 113456"/>
                <a:gd name="connsiteY10" fmla="*/ 7868 h 77453"/>
                <a:gd name="connsiteX11" fmla="*/ 27192 w 113456"/>
                <a:gd name="connsiteY11" fmla="*/ 8506 h 77453"/>
                <a:gd name="connsiteX12" fmla="*/ 6745 w 113456"/>
                <a:gd name="connsiteY12" fmla="*/ 21913 h 77453"/>
                <a:gd name="connsiteX13" fmla="*/ 6106 w 113456"/>
                <a:gd name="connsiteY13" fmla="*/ 25743 h 77453"/>
                <a:gd name="connsiteX14" fmla="*/ 5467 w 113456"/>
                <a:gd name="connsiteY14" fmla="*/ 27658 h 77453"/>
                <a:gd name="connsiteX15" fmla="*/ 4189 w 113456"/>
                <a:gd name="connsiteY15" fmla="*/ 29573 h 77453"/>
                <a:gd name="connsiteX16" fmla="*/ 2272 w 113456"/>
                <a:gd name="connsiteY16" fmla="*/ 32127 h 77453"/>
                <a:gd name="connsiteX17" fmla="*/ 10579 w 113456"/>
                <a:gd name="connsiteY17" fmla="*/ 58301 h 77453"/>
                <a:gd name="connsiteX18" fmla="*/ 27831 w 113456"/>
                <a:gd name="connsiteY18" fmla="*/ 58301 h 77453"/>
                <a:gd name="connsiteX19" fmla="*/ 46362 w 113456"/>
                <a:gd name="connsiteY19" fmla="*/ 57663 h 77453"/>
                <a:gd name="connsiteX20" fmla="*/ 54030 w 113456"/>
                <a:gd name="connsiteY20" fmla="*/ 60216 h 77453"/>
                <a:gd name="connsiteX21" fmla="*/ 55308 w 113456"/>
                <a:gd name="connsiteY21" fmla="*/ 62770 h 77453"/>
                <a:gd name="connsiteX22" fmla="*/ 67449 w 113456"/>
                <a:gd name="connsiteY22" fmla="*/ 72346 h 77453"/>
                <a:gd name="connsiteX23" fmla="*/ 80229 w 113456"/>
                <a:gd name="connsiteY23" fmla="*/ 71069 h 77453"/>
                <a:gd name="connsiteX24" fmla="*/ 90453 w 113456"/>
                <a:gd name="connsiteY24" fmla="*/ 76815 h 77453"/>
                <a:gd name="connsiteX25" fmla="*/ 94287 w 113456"/>
                <a:gd name="connsiteY25" fmla="*/ 77453 h 77453"/>
                <a:gd name="connsiteX26" fmla="*/ 108984 w 113456"/>
                <a:gd name="connsiteY26" fmla="*/ 70431 h 77453"/>
                <a:gd name="connsiteX27" fmla="*/ 110901 w 113456"/>
                <a:gd name="connsiteY27" fmla="*/ 50002 h 77453"/>
                <a:gd name="connsiteX28" fmla="*/ 111540 w 113456"/>
                <a:gd name="connsiteY28" fmla="*/ 48725 h 77453"/>
                <a:gd name="connsiteX29" fmla="*/ 111540 w 113456"/>
                <a:gd name="connsiteY29" fmla="*/ 32765 h 7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3456" h="77453">
                  <a:moveTo>
                    <a:pt x="111540" y="32765"/>
                  </a:moveTo>
                  <a:cubicBezTo>
                    <a:pt x="108984" y="28297"/>
                    <a:pt x="105150" y="24466"/>
                    <a:pt x="100677" y="23189"/>
                  </a:cubicBezTo>
                  <a:lnTo>
                    <a:pt x="100677" y="22551"/>
                  </a:lnTo>
                  <a:cubicBezTo>
                    <a:pt x="99399" y="17444"/>
                    <a:pt x="96204" y="12337"/>
                    <a:pt x="91731" y="9783"/>
                  </a:cubicBezTo>
                  <a:cubicBezTo>
                    <a:pt x="87897" y="7868"/>
                    <a:pt x="83424" y="6591"/>
                    <a:pt x="78951" y="7229"/>
                  </a:cubicBezTo>
                  <a:lnTo>
                    <a:pt x="77673" y="7229"/>
                  </a:lnTo>
                  <a:cubicBezTo>
                    <a:pt x="71283" y="-1070"/>
                    <a:pt x="59142" y="-2347"/>
                    <a:pt x="50835" y="4037"/>
                  </a:cubicBezTo>
                  <a:lnTo>
                    <a:pt x="50835" y="4037"/>
                  </a:lnTo>
                  <a:cubicBezTo>
                    <a:pt x="47640" y="2761"/>
                    <a:pt x="45084" y="2122"/>
                    <a:pt x="41889" y="1484"/>
                  </a:cubicBezTo>
                  <a:cubicBezTo>
                    <a:pt x="38055" y="1484"/>
                    <a:pt x="34221" y="2761"/>
                    <a:pt x="30387" y="5314"/>
                  </a:cubicBezTo>
                  <a:cubicBezTo>
                    <a:pt x="29109" y="5953"/>
                    <a:pt x="28470" y="7229"/>
                    <a:pt x="27831" y="7868"/>
                  </a:cubicBezTo>
                  <a:lnTo>
                    <a:pt x="27192" y="8506"/>
                  </a:lnTo>
                  <a:cubicBezTo>
                    <a:pt x="18247" y="7229"/>
                    <a:pt x="9301" y="12975"/>
                    <a:pt x="6745" y="21913"/>
                  </a:cubicBezTo>
                  <a:cubicBezTo>
                    <a:pt x="6745" y="23189"/>
                    <a:pt x="6106" y="24466"/>
                    <a:pt x="6106" y="25743"/>
                  </a:cubicBezTo>
                  <a:cubicBezTo>
                    <a:pt x="6106" y="26381"/>
                    <a:pt x="6106" y="27020"/>
                    <a:pt x="5467" y="27658"/>
                  </a:cubicBezTo>
                  <a:cubicBezTo>
                    <a:pt x="4828" y="28297"/>
                    <a:pt x="4828" y="28935"/>
                    <a:pt x="4189" y="29573"/>
                  </a:cubicBezTo>
                  <a:cubicBezTo>
                    <a:pt x="3550" y="30212"/>
                    <a:pt x="2911" y="31488"/>
                    <a:pt x="2272" y="32127"/>
                  </a:cubicBezTo>
                  <a:cubicBezTo>
                    <a:pt x="-2840" y="41703"/>
                    <a:pt x="994" y="53194"/>
                    <a:pt x="10579" y="58301"/>
                  </a:cubicBezTo>
                  <a:cubicBezTo>
                    <a:pt x="16330" y="61493"/>
                    <a:pt x="22720" y="61493"/>
                    <a:pt x="27831" y="58301"/>
                  </a:cubicBezTo>
                  <a:cubicBezTo>
                    <a:pt x="33582" y="61493"/>
                    <a:pt x="40611" y="60855"/>
                    <a:pt x="46362" y="57663"/>
                  </a:cubicBezTo>
                  <a:cubicBezTo>
                    <a:pt x="48918" y="58940"/>
                    <a:pt x="51474" y="60216"/>
                    <a:pt x="54030" y="60216"/>
                  </a:cubicBezTo>
                  <a:cubicBezTo>
                    <a:pt x="54030" y="60855"/>
                    <a:pt x="54669" y="62132"/>
                    <a:pt x="55308" y="62770"/>
                  </a:cubicBezTo>
                  <a:cubicBezTo>
                    <a:pt x="57864" y="67877"/>
                    <a:pt x="62337" y="71069"/>
                    <a:pt x="67449" y="72346"/>
                  </a:cubicBezTo>
                  <a:cubicBezTo>
                    <a:pt x="71922" y="73623"/>
                    <a:pt x="76395" y="72984"/>
                    <a:pt x="80229" y="71069"/>
                  </a:cubicBezTo>
                  <a:cubicBezTo>
                    <a:pt x="82785" y="74261"/>
                    <a:pt x="86619" y="76176"/>
                    <a:pt x="90453" y="76815"/>
                  </a:cubicBezTo>
                  <a:cubicBezTo>
                    <a:pt x="91731" y="76815"/>
                    <a:pt x="93009" y="77453"/>
                    <a:pt x="94287" y="77453"/>
                  </a:cubicBezTo>
                  <a:cubicBezTo>
                    <a:pt x="100038" y="77453"/>
                    <a:pt x="105789" y="74900"/>
                    <a:pt x="108984" y="70431"/>
                  </a:cubicBezTo>
                  <a:cubicBezTo>
                    <a:pt x="113457" y="64685"/>
                    <a:pt x="114096" y="56386"/>
                    <a:pt x="110901" y="50002"/>
                  </a:cubicBezTo>
                  <a:cubicBezTo>
                    <a:pt x="110901" y="50002"/>
                    <a:pt x="110901" y="49364"/>
                    <a:pt x="111540" y="48725"/>
                  </a:cubicBezTo>
                  <a:cubicBezTo>
                    <a:pt x="114096" y="43618"/>
                    <a:pt x="114096" y="37872"/>
                    <a:pt x="111540" y="32765"/>
                  </a:cubicBezTo>
                  <a:close/>
                </a:path>
              </a:pathLst>
            </a:custGeom>
            <a:solidFill>
              <a:srgbClr val="00A3E0"/>
            </a:solidFill>
            <a:ln w="6390" cap="flat">
              <a:noFill/>
              <a:prstDash val="solid"/>
              <a:miter/>
            </a:ln>
          </p:spPr>
          <p:txBody>
            <a:bodyPr rtlCol="0" anchor="ctr"/>
            <a:lstStyle/>
            <a:p>
              <a:endParaRPr lang="en-US"/>
            </a:p>
          </p:txBody>
        </p:sp>
      </p:grpSp>
      <p:grpSp>
        <p:nvGrpSpPr>
          <p:cNvPr id="17" name="Group 16">
            <a:extLst>
              <a:ext uri="{FF2B5EF4-FFF2-40B4-BE49-F238E27FC236}">
                <a16:creationId xmlns:a16="http://schemas.microsoft.com/office/drawing/2014/main" id="{71E96F46-28E3-2540-A64A-1084E1E8DBE0}"/>
              </a:ext>
            </a:extLst>
          </p:cNvPr>
          <p:cNvGrpSpPr>
            <a:grpSpLocks noChangeAspect="1"/>
          </p:cNvGrpSpPr>
          <p:nvPr/>
        </p:nvGrpSpPr>
        <p:grpSpPr>
          <a:xfrm>
            <a:off x="905454" y="2855717"/>
            <a:ext cx="362309" cy="361971"/>
            <a:chOff x="905454" y="2855717"/>
            <a:chExt cx="362309" cy="361971"/>
          </a:xfrm>
        </p:grpSpPr>
        <p:sp>
          <p:nvSpPr>
            <p:cNvPr id="353" name="Graphic 4">
              <a:extLst>
                <a:ext uri="{FF2B5EF4-FFF2-40B4-BE49-F238E27FC236}">
                  <a16:creationId xmlns:a16="http://schemas.microsoft.com/office/drawing/2014/main" id="{B640DF98-BB9C-C54D-98F7-2BD7956A99D0}"/>
                </a:ext>
              </a:extLst>
            </p:cNvPr>
            <p:cNvSpPr/>
            <p:nvPr/>
          </p:nvSpPr>
          <p:spPr>
            <a:xfrm>
              <a:off x="905454" y="28557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251125 w 362309"/>
                <a:gd name="connsiteY6" fmla="*/ 196627 h 361971"/>
                <a:gd name="connsiteX7" fmla="*/ 242818 w 362309"/>
                <a:gd name="connsiteY7" fmla="*/ 217055 h 361971"/>
                <a:gd name="connsiteX8" fmla="*/ 242818 w 362309"/>
                <a:gd name="connsiteY8" fmla="*/ 291109 h 361971"/>
                <a:gd name="connsiteX9" fmla="*/ 236428 w 362309"/>
                <a:gd name="connsiteY9" fmla="*/ 297493 h 361971"/>
                <a:gd name="connsiteX10" fmla="*/ 156553 w 362309"/>
                <a:gd name="connsiteY10" fmla="*/ 297493 h 361971"/>
                <a:gd name="connsiteX11" fmla="*/ 150164 w 362309"/>
                <a:gd name="connsiteY11" fmla="*/ 291109 h 361971"/>
                <a:gd name="connsiteX12" fmla="*/ 150164 w 362309"/>
                <a:gd name="connsiteY12" fmla="*/ 245783 h 361971"/>
                <a:gd name="connsiteX13" fmla="*/ 132911 w 362309"/>
                <a:gd name="connsiteY13" fmla="*/ 245145 h 361971"/>
                <a:gd name="connsiteX14" fmla="*/ 115019 w 362309"/>
                <a:gd name="connsiteY14" fmla="*/ 236846 h 361971"/>
                <a:gd name="connsiteX15" fmla="*/ 109907 w 362309"/>
                <a:gd name="connsiteY15" fmla="*/ 221524 h 361971"/>
                <a:gd name="connsiteX16" fmla="*/ 109907 w 362309"/>
                <a:gd name="connsiteY16" fmla="*/ 201734 h 361971"/>
                <a:gd name="connsiteX17" fmla="*/ 102878 w 362309"/>
                <a:gd name="connsiteY17" fmla="*/ 201095 h 361971"/>
                <a:gd name="connsiteX18" fmla="*/ 92654 w 362309"/>
                <a:gd name="connsiteY18" fmla="*/ 195350 h 361971"/>
                <a:gd name="connsiteX19" fmla="*/ 91376 w 362309"/>
                <a:gd name="connsiteY19" fmla="*/ 182582 h 361971"/>
                <a:gd name="connsiteX20" fmla="*/ 91376 w 362309"/>
                <a:gd name="connsiteY20" fmla="*/ 181944 h 361971"/>
                <a:gd name="connsiteX21" fmla="*/ 107351 w 362309"/>
                <a:gd name="connsiteY21" fmla="*/ 148108 h 361971"/>
                <a:gd name="connsiteX22" fmla="*/ 109907 w 362309"/>
                <a:gd name="connsiteY22" fmla="*/ 137256 h 361971"/>
                <a:gd name="connsiteX23" fmla="*/ 110546 w 362309"/>
                <a:gd name="connsiteY23" fmla="*/ 131510 h 361971"/>
                <a:gd name="connsiteX24" fmla="*/ 166777 w 362309"/>
                <a:gd name="connsiteY24" fmla="*/ 67032 h 361971"/>
                <a:gd name="connsiteX25" fmla="*/ 267738 w 362309"/>
                <a:gd name="connsiteY25" fmla="*/ 119380 h 361971"/>
                <a:gd name="connsiteX26" fmla="*/ 268377 w 362309"/>
                <a:gd name="connsiteY26" fmla="*/ 120657 h 361971"/>
                <a:gd name="connsiteX27" fmla="*/ 251125 w 362309"/>
                <a:gd name="connsiteY27" fmla="*/ 196627 h 361971"/>
                <a:gd name="connsiteX28" fmla="*/ 251125 w 362309"/>
                <a:gd name="connsiteY28" fmla="*/ 19662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2309" h="361971">
                  <a:moveTo>
                    <a:pt x="180835" y="0"/>
                  </a:moveTo>
                  <a:cubicBezTo>
                    <a:pt x="80513" y="0"/>
                    <a:pt x="0" y="81076"/>
                    <a:pt x="0" y="181305"/>
                  </a:cubicBezTo>
                  <a:cubicBezTo>
                    <a:pt x="0" y="281533"/>
                    <a:pt x="81152" y="361972"/>
                    <a:pt x="181474" y="361972"/>
                  </a:cubicBezTo>
                  <a:cubicBezTo>
                    <a:pt x="281157" y="361972"/>
                    <a:pt x="362309" y="280895"/>
                    <a:pt x="362309" y="180667"/>
                  </a:cubicBezTo>
                  <a:cubicBezTo>
                    <a:pt x="362309" y="80438"/>
                    <a:pt x="281157" y="0"/>
                    <a:pt x="180835" y="0"/>
                  </a:cubicBezTo>
                  <a:cubicBezTo>
                    <a:pt x="180835" y="0"/>
                    <a:pt x="180835" y="0"/>
                    <a:pt x="180835" y="0"/>
                  </a:cubicBezTo>
                  <a:close/>
                  <a:moveTo>
                    <a:pt x="251125" y="196627"/>
                  </a:moveTo>
                  <a:cubicBezTo>
                    <a:pt x="247291" y="203011"/>
                    <a:pt x="244096" y="210033"/>
                    <a:pt x="242818" y="217055"/>
                  </a:cubicBezTo>
                  <a:lnTo>
                    <a:pt x="242818" y="291109"/>
                  </a:lnTo>
                  <a:cubicBezTo>
                    <a:pt x="242818" y="294940"/>
                    <a:pt x="240262" y="297493"/>
                    <a:pt x="236428" y="297493"/>
                  </a:cubicBezTo>
                  <a:lnTo>
                    <a:pt x="156553" y="297493"/>
                  </a:lnTo>
                  <a:cubicBezTo>
                    <a:pt x="152720" y="297493"/>
                    <a:pt x="150164" y="294940"/>
                    <a:pt x="150164" y="291109"/>
                  </a:cubicBezTo>
                  <a:lnTo>
                    <a:pt x="150164" y="245783"/>
                  </a:lnTo>
                  <a:cubicBezTo>
                    <a:pt x="146330" y="245783"/>
                    <a:pt x="141218" y="245145"/>
                    <a:pt x="132911" y="245145"/>
                  </a:cubicBezTo>
                  <a:cubicBezTo>
                    <a:pt x="125882" y="245145"/>
                    <a:pt x="119492" y="241953"/>
                    <a:pt x="115019" y="236846"/>
                  </a:cubicBezTo>
                  <a:cubicBezTo>
                    <a:pt x="111824" y="232377"/>
                    <a:pt x="109907" y="227270"/>
                    <a:pt x="109907" y="221524"/>
                  </a:cubicBezTo>
                  <a:lnTo>
                    <a:pt x="109907" y="201734"/>
                  </a:lnTo>
                  <a:lnTo>
                    <a:pt x="102878" y="201095"/>
                  </a:lnTo>
                  <a:cubicBezTo>
                    <a:pt x="99044" y="201095"/>
                    <a:pt x="95210" y="199180"/>
                    <a:pt x="92654" y="195350"/>
                  </a:cubicBezTo>
                  <a:cubicBezTo>
                    <a:pt x="90098" y="191519"/>
                    <a:pt x="90098" y="187051"/>
                    <a:pt x="91376" y="182582"/>
                  </a:cubicBezTo>
                  <a:cubicBezTo>
                    <a:pt x="91376" y="182582"/>
                    <a:pt x="91376" y="181944"/>
                    <a:pt x="91376" y="181944"/>
                  </a:cubicBezTo>
                  <a:cubicBezTo>
                    <a:pt x="92015" y="180667"/>
                    <a:pt x="103517" y="155131"/>
                    <a:pt x="107351" y="148108"/>
                  </a:cubicBezTo>
                  <a:cubicBezTo>
                    <a:pt x="109268" y="144916"/>
                    <a:pt x="109907" y="141086"/>
                    <a:pt x="109907" y="137256"/>
                  </a:cubicBezTo>
                  <a:cubicBezTo>
                    <a:pt x="109907" y="135340"/>
                    <a:pt x="109907" y="134064"/>
                    <a:pt x="110546" y="131510"/>
                  </a:cubicBezTo>
                  <a:cubicBezTo>
                    <a:pt x="113741" y="103420"/>
                    <a:pt x="136106" y="77884"/>
                    <a:pt x="166777" y="67032"/>
                  </a:cubicBezTo>
                  <a:cubicBezTo>
                    <a:pt x="208951" y="53625"/>
                    <a:pt x="254320" y="77246"/>
                    <a:pt x="267738" y="119380"/>
                  </a:cubicBezTo>
                  <a:cubicBezTo>
                    <a:pt x="267738" y="120019"/>
                    <a:pt x="267738" y="120019"/>
                    <a:pt x="268377" y="120657"/>
                  </a:cubicBezTo>
                  <a:cubicBezTo>
                    <a:pt x="274767" y="148108"/>
                    <a:pt x="268377" y="175560"/>
                    <a:pt x="251125" y="196627"/>
                  </a:cubicBezTo>
                  <a:lnTo>
                    <a:pt x="251125" y="196627"/>
                  </a:lnTo>
                  <a:close/>
                </a:path>
              </a:pathLst>
            </a:custGeom>
            <a:solidFill>
              <a:srgbClr val="00A3E0"/>
            </a:solidFill>
            <a:ln w="6390" cap="flat">
              <a:noFill/>
              <a:prstDash val="solid"/>
              <a:miter/>
            </a:ln>
          </p:spPr>
          <p:txBody>
            <a:bodyPr rtlCol="0" anchor="ctr"/>
            <a:lstStyle/>
            <a:p>
              <a:endParaRPr lang="en-US"/>
            </a:p>
          </p:txBody>
        </p:sp>
        <p:sp>
          <p:nvSpPr>
            <p:cNvPr id="354" name="Graphic 4">
              <a:extLst>
                <a:ext uri="{FF2B5EF4-FFF2-40B4-BE49-F238E27FC236}">
                  <a16:creationId xmlns:a16="http://schemas.microsoft.com/office/drawing/2014/main" id="{6AF1F4E2-3D49-594E-87A8-904BA18C984B}"/>
                </a:ext>
              </a:extLst>
            </p:cNvPr>
            <p:cNvSpPr/>
            <p:nvPr/>
          </p:nvSpPr>
          <p:spPr>
            <a:xfrm>
              <a:off x="1008332" y="2932251"/>
              <a:ext cx="155027" cy="208192"/>
            </a:xfrm>
            <a:custGeom>
              <a:avLst/>
              <a:gdLst>
                <a:gd name="connsiteX0" fmla="*/ 120131 w 155027"/>
                <a:gd name="connsiteY0" fmla="*/ 8374 h 208192"/>
                <a:gd name="connsiteX1" fmla="*/ 68372 w 155027"/>
                <a:gd name="connsiteY1" fmla="*/ 3266 h 208192"/>
                <a:gd name="connsiteX2" fmla="*/ 20448 w 155027"/>
                <a:gd name="connsiteY2" fmla="*/ 56892 h 208192"/>
                <a:gd name="connsiteX3" fmla="*/ 19809 w 155027"/>
                <a:gd name="connsiteY3" fmla="*/ 61999 h 208192"/>
                <a:gd name="connsiteX4" fmla="*/ 15336 w 155027"/>
                <a:gd name="connsiteY4" fmla="*/ 77959 h 208192"/>
                <a:gd name="connsiteX5" fmla="*/ 0 w 155027"/>
                <a:gd name="connsiteY5" fmla="*/ 109879 h 208192"/>
                <a:gd name="connsiteX6" fmla="*/ 0 w 155027"/>
                <a:gd name="connsiteY6" fmla="*/ 111156 h 208192"/>
                <a:gd name="connsiteX7" fmla="*/ 639 w 155027"/>
                <a:gd name="connsiteY7" fmla="*/ 111156 h 208192"/>
                <a:gd name="connsiteX8" fmla="*/ 13419 w 155027"/>
                <a:gd name="connsiteY8" fmla="*/ 111794 h 208192"/>
                <a:gd name="connsiteX9" fmla="*/ 19809 w 155027"/>
                <a:gd name="connsiteY9" fmla="*/ 118178 h 208192"/>
                <a:gd name="connsiteX10" fmla="*/ 19809 w 155027"/>
                <a:gd name="connsiteY10" fmla="*/ 144352 h 208192"/>
                <a:gd name="connsiteX11" fmla="*/ 19809 w 155027"/>
                <a:gd name="connsiteY11" fmla="*/ 144991 h 208192"/>
                <a:gd name="connsiteX12" fmla="*/ 21726 w 155027"/>
                <a:gd name="connsiteY12" fmla="*/ 151375 h 208192"/>
                <a:gd name="connsiteX13" fmla="*/ 30672 w 155027"/>
                <a:gd name="connsiteY13" fmla="*/ 155205 h 208192"/>
                <a:gd name="connsiteX14" fmla="*/ 53036 w 155027"/>
                <a:gd name="connsiteY14" fmla="*/ 156482 h 208192"/>
                <a:gd name="connsiteX15" fmla="*/ 60065 w 155027"/>
                <a:gd name="connsiteY15" fmla="*/ 162228 h 208192"/>
                <a:gd name="connsiteX16" fmla="*/ 60065 w 155027"/>
                <a:gd name="connsiteY16" fmla="*/ 162866 h 208192"/>
                <a:gd name="connsiteX17" fmla="*/ 60065 w 155027"/>
                <a:gd name="connsiteY17" fmla="*/ 208192 h 208192"/>
                <a:gd name="connsiteX18" fmla="*/ 127799 w 155027"/>
                <a:gd name="connsiteY18" fmla="*/ 208192 h 208192"/>
                <a:gd name="connsiteX19" fmla="*/ 127799 w 155027"/>
                <a:gd name="connsiteY19" fmla="*/ 139884 h 208192"/>
                <a:gd name="connsiteX20" fmla="*/ 127799 w 155027"/>
                <a:gd name="connsiteY20" fmla="*/ 138607 h 208192"/>
                <a:gd name="connsiteX21" fmla="*/ 138662 w 155027"/>
                <a:gd name="connsiteY21" fmla="*/ 111794 h 208192"/>
                <a:gd name="connsiteX22" fmla="*/ 152719 w 155027"/>
                <a:gd name="connsiteY22" fmla="*/ 48593 h 208192"/>
                <a:gd name="connsiteX23" fmla="*/ 120131 w 155027"/>
                <a:gd name="connsiteY23" fmla="*/ 8374 h 208192"/>
                <a:gd name="connsiteX24" fmla="*/ 140579 w 155027"/>
                <a:gd name="connsiteY24" fmla="*/ 88173 h 208192"/>
                <a:gd name="connsiteX25" fmla="*/ 125882 w 155027"/>
                <a:gd name="connsiteY25" fmla="*/ 95196 h 208192"/>
                <a:gd name="connsiteX26" fmla="*/ 122048 w 155027"/>
                <a:gd name="connsiteY26" fmla="*/ 94557 h 208192"/>
                <a:gd name="connsiteX27" fmla="*/ 111824 w 155027"/>
                <a:gd name="connsiteY27" fmla="*/ 88812 h 208192"/>
                <a:gd name="connsiteX28" fmla="*/ 86903 w 155027"/>
                <a:gd name="connsiteY28" fmla="*/ 80512 h 208192"/>
                <a:gd name="connsiteX29" fmla="*/ 85625 w 155027"/>
                <a:gd name="connsiteY29" fmla="*/ 77959 h 208192"/>
                <a:gd name="connsiteX30" fmla="*/ 77957 w 155027"/>
                <a:gd name="connsiteY30" fmla="*/ 75405 h 208192"/>
                <a:gd name="connsiteX31" fmla="*/ 59426 w 155027"/>
                <a:gd name="connsiteY31" fmla="*/ 76044 h 208192"/>
                <a:gd name="connsiteX32" fmla="*/ 33867 w 155027"/>
                <a:gd name="connsiteY32" fmla="*/ 67745 h 208192"/>
                <a:gd name="connsiteX33" fmla="*/ 33867 w 155027"/>
                <a:gd name="connsiteY33" fmla="*/ 50508 h 208192"/>
                <a:gd name="connsiteX34" fmla="*/ 35784 w 155027"/>
                <a:gd name="connsiteY34" fmla="*/ 47954 h 208192"/>
                <a:gd name="connsiteX35" fmla="*/ 37062 w 155027"/>
                <a:gd name="connsiteY35" fmla="*/ 46039 h 208192"/>
                <a:gd name="connsiteX36" fmla="*/ 37701 w 155027"/>
                <a:gd name="connsiteY36" fmla="*/ 44124 h 208192"/>
                <a:gd name="connsiteX37" fmla="*/ 38340 w 155027"/>
                <a:gd name="connsiteY37" fmla="*/ 40293 h 208192"/>
                <a:gd name="connsiteX38" fmla="*/ 58787 w 155027"/>
                <a:gd name="connsiteY38" fmla="*/ 26887 h 208192"/>
                <a:gd name="connsiteX39" fmla="*/ 59426 w 155027"/>
                <a:gd name="connsiteY39" fmla="*/ 26249 h 208192"/>
                <a:gd name="connsiteX40" fmla="*/ 61982 w 155027"/>
                <a:gd name="connsiteY40" fmla="*/ 23695 h 208192"/>
                <a:gd name="connsiteX41" fmla="*/ 73484 w 155027"/>
                <a:gd name="connsiteY41" fmla="*/ 19865 h 208192"/>
                <a:gd name="connsiteX42" fmla="*/ 82430 w 155027"/>
                <a:gd name="connsiteY42" fmla="*/ 22418 h 208192"/>
                <a:gd name="connsiteX43" fmla="*/ 83069 w 155027"/>
                <a:gd name="connsiteY43" fmla="*/ 22418 h 208192"/>
                <a:gd name="connsiteX44" fmla="*/ 109907 w 155027"/>
                <a:gd name="connsiteY44" fmla="*/ 25610 h 208192"/>
                <a:gd name="connsiteX45" fmla="*/ 111185 w 155027"/>
                <a:gd name="connsiteY45" fmla="*/ 25610 h 208192"/>
                <a:gd name="connsiteX46" fmla="*/ 132911 w 155027"/>
                <a:gd name="connsiteY46" fmla="*/ 40932 h 208192"/>
                <a:gd name="connsiteX47" fmla="*/ 132911 w 155027"/>
                <a:gd name="connsiteY47" fmla="*/ 41570 h 208192"/>
                <a:gd name="connsiteX48" fmla="*/ 145052 w 155027"/>
                <a:gd name="connsiteY48" fmla="*/ 65191 h 208192"/>
                <a:gd name="connsiteX49" fmla="*/ 144413 w 155027"/>
                <a:gd name="connsiteY49" fmla="*/ 67106 h 208192"/>
                <a:gd name="connsiteX50" fmla="*/ 143774 w 155027"/>
                <a:gd name="connsiteY50" fmla="*/ 68383 h 208192"/>
                <a:gd name="connsiteX51" fmla="*/ 140579 w 155027"/>
                <a:gd name="connsiteY51" fmla="*/ 88173 h 20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55027" h="208192">
                  <a:moveTo>
                    <a:pt x="120131" y="8374"/>
                  </a:moveTo>
                  <a:cubicBezTo>
                    <a:pt x="104156" y="-564"/>
                    <a:pt x="85625" y="-2479"/>
                    <a:pt x="68372" y="3266"/>
                  </a:cubicBezTo>
                  <a:cubicBezTo>
                    <a:pt x="46647" y="10927"/>
                    <a:pt x="23643" y="30079"/>
                    <a:pt x="20448" y="56892"/>
                  </a:cubicBezTo>
                  <a:cubicBezTo>
                    <a:pt x="20448" y="58807"/>
                    <a:pt x="19809" y="60722"/>
                    <a:pt x="19809" y="61999"/>
                  </a:cubicBezTo>
                  <a:cubicBezTo>
                    <a:pt x="19809" y="67745"/>
                    <a:pt x="18531" y="73490"/>
                    <a:pt x="15336" y="77959"/>
                  </a:cubicBezTo>
                  <a:cubicBezTo>
                    <a:pt x="12780" y="83066"/>
                    <a:pt x="3834" y="102218"/>
                    <a:pt x="0" y="109879"/>
                  </a:cubicBezTo>
                  <a:cubicBezTo>
                    <a:pt x="0" y="110517"/>
                    <a:pt x="0" y="110517"/>
                    <a:pt x="0" y="111156"/>
                  </a:cubicBezTo>
                  <a:lnTo>
                    <a:pt x="639" y="111156"/>
                  </a:lnTo>
                  <a:cubicBezTo>
                    <a:pt x="8946" y="111794"/>
                    <a:pt x="13419" y="111794"/>
                    <a:pt x="13419" y="111794"/>
                  </a:cubicBezTo>
                  <a:cubicBezTo>
                    <a:pt x="17253" y="111794"/>
                    <a:pt x="19809" y="114348"/>
                    <a:pt x="19809" y="118178"/>
                  </a:cubicBezTo>
                  <a:lnTo>
                    <a:pt x="19809" y="144352"/>
                  </a:lnTo>
                  <a:cubicBezTo>
                    <a:pt x="19809" y="144352"/>
                    <a:pt x="19809" y="144991"/>
                    <a:pt x="19809" y="144991"/>
                  </a:cubicBezTo>
                  <a:cubicBezTo>
                    <a:pt x="19809" y="147544"/>
                    <a:pt x="20448" y="149460"/>
                    <a:pt x="21726" y="151375"/>
                  </a:cubicBezTo>
                  <a:cubicBezTo>
                    <a:pt x="24282" y="153928"/>
                    <a:pt x="27477" y="155205"/>
                    <a:pt x="30672" y="155205"/>
                  </a:cubicBezTo>
                  <a:cubicBezTo>
                    <a:pt x="47925" y="156482"/>
                    <a:pt x="52397" y="156482"/>
                    <a:pt x="53036" y="156482"/>
                  </a:cubicBezTo>
                  <a:cubicBezTo>
                    <a:pt x="56870" y="156482"/>
                    <a:pt x="59426" y="159036"/>
                    <a:pt x="60065" y="162228"/>
                  </a:cubicBezTo>
                  <a:cubicBezTo>
                    <a:pt x="60065" y="162228"/>
                    <a:pt x="60065" y="162228"/>
                    <a:pt x="60065" y="162866"/>
                  </a:cubicBezTo>
                  <a:lnTo>
                    <a:pt x="60065" y="208192"/>
                  </a:lnTo>
                  <a:lnTo>
                    <a:pt x="127799" y="208192"/>
                  </a:lnTo>
                  <a:lnTo>
                    <a:pt x="127799" y="139884"/>
                  </a:lnTo>
                  <a:cubicBezTo>
                    <a:pt x="127799" y="139245"/>
                    <a:pt x="127799" y="139245"/>
                    <a:pt x="127799" y="138607"/>
                  </a:cubicBezTo>
                  <a:cubicBezTo>
                    <a:pt x="129716" y="129031"/>
                    <a:pt x="132911" y="119455"/>
                    <a:pt x="138662" y="111794"/>
                  </a:cubicBezTo>
                  <a:cubicBezTo>
                    <a:pt x="153358" y="93919"/>
                    <a:pt x="158470" y="70937"/>
                    <a:pt x="152719" y="48593"/>
                  </a:cubicBezTo>
                  <a:cubicBezTo>
                    <a:pt x="148886" y="31356"/>
                    <a:pt x="136745" y="16673"/>
                    <a:pt x="120131" y="8374"/>
                  </a:cubicBezTo>
                  <a:close/>
                  <a:moveTo>
                    <a:pt x="140579" y="88173"/>
                  </a:moveTo>
                  <a:cubicBezTo>
                    <a:pt x="136745" y="92642"/>
                    <a:pt x="131633" y="95196"/>
                    <a:pt x="125882" y="95196"/>
                  </a:cubicBezTo>
                  <a:cubicBezTo>
                    <a:pt x="124604" y="95196"/>
                    <a:pt x="123326" y="95196"/>
                    <a:pt x="122048" y="94557"/>
                  </a:cubicBezTo>
                  <a:cubicBezTo>
                    <a:pt x="118214" y="93919"/>
                    <a:pt x="114380" y="92004"/>
                    <a:pt x="111824" y="88812"/>
                  </a:cubicBezTo>
                  <a:cubicBezTo>
                    <a:pt x="102878" y="93280"/>
                    <a:pt x="92015" y="89450"/>
                    <a:pt x="86903" y="80512"/>
                  </a:cubicBezTo>
                  <a:cubicBezTo>
                    <a:pt x="86264" y="79874"/>
                    <a:pt x="86264" y="78597"/>
                    <a:pt x="85625" y="77959"/>
                  </a:cubicBezTo>
                  <a:cubicBezTo>
                    <a:pt x="83069" y="77959"/>
                    <a:pt x="80513" y="76682"/>
                    <a:pt x="77957" y="75405"/>
                  </a:cubicBezTo>
                  <a:cubicBezTo>
                    <a:pt x="72206" y="78597"/>
                    <a:pt x="65177" y="78597"/>
                    <a:pt x="59426" y="76044"/>
                  </a:cubicBezTo>
                  <a:cubicBezTo>
                    <a:pt x="49842" y="80512"/>
                    <a:pt x="38340" y="76682"/>
                    <a:pt x="33867" y="67745"/>
                  </a:cubicBezTo>
                  <a:cubicBezTo>
                    <a:pt x="31311" y="61999"/>
                    <a:pt x="31311" y="55615"/>
                    <a:pt x="33867" y="50508"/>
                  </a:cubicBezTo>
                  <a:cubicBezTo>
                    <a:pt x="34506" y="49869"/>
                    <a:pt x="35145" y="48593"/>
                    <a:pt x="35784" y="47954"/>
                  </a:cubicBezTo>
                  <a:cubicBezTo>
                    <a:pt x="36423" y="47316"/>
                    <a:pt x="36423" y="46677"/>
                    <a:pt x="37062" y="46039"/>
                  </a:cubicBezTo>
                  <a:cubicBezTo>
                    <a:pt x="37062" y="45401"/>
                    <a:pt x="37701" y="44762"/>
                    <a:pt x="37701" y="44124"/>
                  </a:cubicBezTo>
                  <a:cubicBezTo>
                    <a:pt x="37701" y="42847"/>
                    <a:pt x="38340" y="41570"/>
                    <a:pt x="38340" y="40293"/>
                  </a:cubicBezTo>
                  <a:cubicBezTo>
                    <a:pt x="40896" y="31356"/>
                    <a:pt x="49842" y="26249"/>
                    <a:pt x="58787" y="26887"/>
                  </a:cubicBezTo>
                  <a:lnTo>
                    <a:pt x="59426" y="26249"/>
                  </a:lnTo>
                  <a:cubicBezTo>
                    <a:pt x="60065" y="24972"/>
                    <a:pt x="61343" y="24334"/>
                    <a:pt x="61982" y="23695"/>
                  </a:cubicBezTo>
                  <a:cubicBezTo>
                    <a:pt x="65177" y="21142"/>
                    <a:pt x="69011" y="19865"/>
                    <a:pt x="73484" y="19865"/>
                  </a:cubicBezTo>
                  <a:cubicBezTo>
                    <a:pt x="76679" y="19865"/>
                    <a:pt x="79874" y="20503"/>
                    <a:pt x="82430" y="22418"/>
                  </a:cubicBezTo>
                  <a:lnTo>
                    <a:pt x="83069" y="22418"/>
                  </a:lnTo>
                  <a:cubicBezTo>
                    <a:pt x="91376" y="16034"/>
                    <a:pt x="103517" y="17950"/>
                    <a:pt x="109907" y="25610"/>
                  </a:cubicBezTo>
                  <a:lnTo>
                    <a:pt x="111185" y="25610"/>
                  </a:lnTo>
                  <a:cubicBezTo>
                    <a:pt x="121409" y="23695"/>
                    <a:pt x="130994" y="30718"/>
                    <a:pt x="132911" y="40932"/>
                  </a:cubicBezTo>
                  <a:cubicBezTo>
                    <a:pt x="132911" y="40932"/>
                    <a:pt x="132911" y="40932"/>
                    <a:pt x="132911" y="41570"/>
                  </a:cubicBezTo>
                  <a:cubicBezTo>
                    <a:pt x="142496" y="44762"/>
                    <a:pt x="148247" y="54977"/>
                    <a:pt x="145052" y="65191"/>
                  </a:cubicBezTo>
                  <a:cubicBezTo>
                    <a:pt x="145052" y="65829"/>
                    <a:pt x="144413" y="66468"/>
                    <a:pt x="144413" y="67106"/>
                  </a:cubicBezTo>
                  <a:lnTo>
                    <a:pt x="143774" y="68383"/>
                  </a:lnTo>
                  <a:cubicBezTo>
                    <a:pt x="145691" y="74129"/>
                    <a:pt x="145052" y="81789"/>
                    <a:pt x="140579" y="88173"/>
                  </a:cubicBezTo>
                  <a:close/>
                </a:path>
              </a:pathLst>
            </a:custGeom>
            <a:solidFill>
              <a:srgbClr val="00A3E0"/>
            </a:solidFill>
            <a:ln w="6390" cap="flat">
              <a:noFill/>
              <a:prstDash val="solid"/>
              <a:miter/>
            </a:ln>
          </p:spPr>
          <p:txBody>
            <a:bodyPr rtlCol="0" anchor="ctr"/>
            <a:lstStyle/>
            <a:p>
              <a:endParaRPr lang="en-US"/>
            </a:p>
          </p:txBody>
        </p:sp>
      </p:grpSp>
      <p:grpSp>
        <p:nvGrpSpPr>
          <p:cNvPr id="355" name="Graphic 4">
            <a:extLst>
              <a:ext uri="{FF2B5EF4-FFF2-40B4-BE49-F238E27FC236}">
                <a16:creationId xmlns:a16="http://schemas.microsoft.com/office/drawing/2014/main" id="{6E7C9F79-75C0-4645-AE5E-440BD8021B6D}"/>
              </a:ext>
            </a:extLst>
          </p:cNvPr>
          <p:cNvGrpSpPr>
            <a:grpSpLocks noChangeAspect="1"/>
          </p:cNvGrpSpPr>
          <p:nvPr/>
        </p:nvGrpSpPr>
        <p:grpSpPr>
          <a:xfrm>
            <a:off x="905454" y="1402723"/>
            <a:ext cx="362309" cy="361971"/>
            <a:chOff x="905454" y="1402723"/>
            <a:chExt cx="362309" cy="361971"/>
          </a:xfrm>
          <a:solidFill>
            <a:srgbClr val="00A3E0"/>
          </a:solidFill>
        </p:grpSpPr>
        <p:sp>
          <p:nvSpPr>
            <p:cNvPr id="356" name="Graphic 4">
              <a:extLst>
                <a:ext uri="{FF2B5EF4-FFF2-40B4-BE49-F238E27FC236}">
                  <a16:creationId xmlns:a16="http://schemas.microsoft.com/office/drawing/2014/main" id="{DF0CB2E0-E0D4-4B42-915E-B70A9DEF434B}"/>
                </a:ext>
              </a:extLst>
            </p:cNvPr>
            <p:cNvSpPr/>
            <p:nvPr/>
          </p:nvSpPr>
          <p:spPr>
            <a:xfrm>
              <a:off x="1044754" y="1492737"/>
              <a:ext cx="84347" cy="31448"/>
            </a:xfrm>
            <a:custGeom>
              <a:avLst/>
              <a:gdLst>
                <a:gd name="connsiteX0" fmla="*/ 40257 w 84347"/>
                <a:gd name="connsiteY0" fmla="*/ 0 h 31448"/>
                <a:gd name="connsiteX1" fmla="*/ 3834 w 84347"/>
                <a:gd name="connsiteY1" fmla="*/ 12768 h 31448"/>
                <a:gd name="connsiteX2" fmla="*/ 0 w 84347"/>
                <a:gd name="connsiteY2" fmla="*/ 18514 h 31448"/>
                <a:gd name="connsiteX3" fmla="*/ 26199 w 84347"/>
                <a:gd name="connsiteY3" fmla="*/ 31282 h 31448"/>
                <a:gd name="connsiteX4" fmla="*/ 52397 w 84347"/>
                <a:gd name="connsiteY4" fmla="*/ 23621 h 31448"/>
                <a:gd name="connsiteX5" fmla="*/ 57509 w 84347"/>
                <a:gd name="connsiteY5" fmla="*/ 21067 h 31448"/>
                <a:gd name="connsiteX6" fmla="*/ 62621 w 84347"/>
                <a:gd name="connsiteY6" fmla="*/ 23621 h 31448"/>
                <a:gd name="connsiteX7" fmla="*/ 69011 w 84347"/>
                <a:gd name="connsiteY7" fmla="*/ 26813 h 31448"/>
                <a:gd name="connsiteX8" fmla="*/ 84347 w 84347"/>
                <a:gd name="connsiteY8" fmla="*/ 19790 h 31448"/>
                <a:gd name="connsiteX9" fmla="*/ 81152 w 84347"/>
                <a:gd name="connsiteY9" fmla="*/ 15960 h 31448"/>
                <a:gd name="connsiteX10" fmla="*/ 40257 w 84347"/>
                <a:gd name="connsiteY10" fmla="*/ 0 h 31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347" h="31448">
                  <a:moveTo>
                    <a:pt x="40257" y="0"/>
                  </a:moveTo>
                  <a:cubicBezTo>
                    <a:pt x="24282" y="0"/>
                    <a:pt x="12141" y="4469"/>
                    <a:pt x="3834" y="12768"/>
                  </a:cubicBezTo>
                  <a:cubicBezTo>
                    <a:pt x="2556" y="14683"/>
                    <a:pt x="639" y="16598"/>
                    <a:pt x="0" y="18514"/>
                  </a:cubicBezTo>
                  <a:cubicBezTo>
                    <a:pt x="7029" y="25536"/>
                    <a:pt x="15975" y="30005"/>
                    <a:pt x="26199" y="31282"/>
                  </a:cubicBezTo>
                  <a:cubicBezTo>
                    <a:pt x="46008" y="32558"/>
                    <a:pt x="50480" y="26174"/>
                    <a:pt x="52397" y="23621"/>
                  </a:cubicBezTo>
                  <a:cubicBezTo>
                    <a:pt x="53675" y="21706"/>
                    <a:pt x="55592" y="21067"/>
                    <a:pt x="57509" y="21067"/>
                  </a:cubicBezTo>
                  <a:cubicBezTo>
                    <a:pt x="59426" y="21067"/>
                    <a:pt x="61343" y="21706"/>
                    <a:pt x="62621" y="23621"/>
                  </a:cubicBezTo>
                  <a:cubicBezTo>
                    <a:pt x="64538" y="25536"/>
                    <a:pt x="66455" y="26813"/>
                    <a:pt x="69011" y="26813"/>
                  </a:cubicBezTo>
                  <a:cubicBezTo>
                    <a:pt x="74762" y="26174"/>
                    <a:pt x="79874" y="23621"/>
                    <a:pt x="84347" y="19790"/>
                  </a:cubicBezTo>
                  <a:cubicBezTo>
                    <a:pt x="83708" y="18514"/>
                    <a:pt x="82430" y="17237"/>
                    <a:pt x="81152" y="15960"/>
                  </a:cubicBezTo>
                  <a:cubicBezTo>
                    <a:pt x="72206" y="5746"/>
                    <a:pt x="58148" y="0"/>
                    <a:pt x="40257" y="0"/>
                  </a:cubicBezTo>
                  <a:close/>
                </a:path>
              </a:pathLst>
            </a:custGeom>
            <a:solidFill>
              <a:srgbClr val="00A3E0"/>
            </a:solidFill>
            <a:ln w="6390" cap="flat">
              <a:noFill/>
              <a:prstDash val="solid"/>
              <a:miter/>
            </a:ln>
          </p:spPr>
          <p:txBody>
            <a:bodyPr rtlCol="0" anchor="ctr"/>
            <a:lstStyle/>
            <a:p>
              <a:endParaRPr lang="en-US"/>
            </a:p>
          </p:txBody>
        </p:sp>
        <p:sp>
          <p:nvSpPr>
            <p:cNvPr id="357" name="Graphic 4">
              <a:extLst>
                <a:ext uri="{FF2B5EF4-FFF2-40B4-BE49-F238E27FC236}">
                  <a16:creationId xmlns:a16="http://schemas.microsoft.com/office/drawing/2014/main" id="{D69EB7CE-F333-6C44-85DD-08BB71608B3B}"/>
                </a:ext>
              </a:extLst>
            </p:cNvPr>
            <p:cNvSpPr/>
            <p:nvPr/>
          </p:nvSpPr>
          <p:spPr>
            <a:xfrm>
              <a:off x="905454" y="1402723"/>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362309 w 362309"/>
                <a:gd name="connsiteY4" fmla="*/ 181305 h 361971"/>
                <a:gd name="connsiteX5" fmla="*/ 180835 w 362309"/>
                <a:gd name="connsiteY5" fmla="*/ 0 h 361971"/>
                <a:gd name="connsiteX6" fmla="*/ 194893 w 362309"/>
                <a:gd name="connsiteY6" fmla="*/ 202372 h 361971"/>
                <a:gd name="connsiteX7" fmla="*/ 181474 w 362309"/>
                <a:gd name="connsiteY7" fmla="*/ 192158 h 361971"/>
                <a:gd name="connsiteX8" fmla="*/ 168055 w 362309"/>
                <a:gd name="connsiteY8" fmla="*/ 202372 h 361971"/>
                <a:gd name="connsiteX9" fmla="*/ 159110 w 362309"/>
                <a:gd name="connsiteY9" fmla="*/ 201095 h 361971"/>
                <a:gd name="connsiteX10" fmla="*/ 160387 w 362309"/>
                <a:gd name="connsiteY10" fmla="*/ 192158 h 361971"/>
                <a:gd name="connsiteX11" fmla="*/ 171250 w 362309"/>
                <a:gd name="connsiteY11" fmla="*/ 183859 h 361971"/>
                <a:gd name="connsiteX12" fmla="*/ 160387 w 362309"/>
                <a:gd name="connsiteY12" fmla="*/ 175560 h 361971"/>
                <a:gd name="connsiteX13" fmla="*/ 159110 w 362309"/>
                <a:gd name="connsiteY13" fmla="*/ 166622 h 361971"/>
                <a:gd name="connsiteX14" fmla="*/ 168055 w 362309"/>
                <a:gd name="connsiteY14" fmla="*/ 165345 h 361971"/>
                <a:gd name="connsiteX15" fmla="*/ 168055 w 362309"/>
                <a:gd name="connsiteY15" fmla="*/ 165345 h 361971"/>
                <a:gd name="connsiteX16" fmla="*/ 181474 w 362309"/>
                <a:gd name="connsiteY16" fmla="*/ 175560 h 361971"/>
                <a:gd name="connsiteX17" fmla="*/ 194893 w 362309"/>
                <a:gd name="connsiteY17" fmla="*/ 165345 h 361971"/>
                <a:gd name="connsiteX18" fmla="*/ 203839 w 362309"/>
                <a:gd name="connsiteY18" fmla="*/ 166622 h 361971"/>
                <a:gd name="connsiteX19" fmla="*/ 202561 w 362309"/>
                <a:gd name="connsiteY19" fmla="*/ 175560 h 361971"/>
                <a:gd name="connsiteX20" fmla="*/ 202561 w 362309"/>
                <a:gd name="connsiteY20" fmla="*/ 175560 h 361971"/>
                <a:gd name="connsiteX21" fmla="*/ 192337 w 362309"/>
                <a:gd name="connsiteY21" fmla="*/ 184497 h 361971"/>
                <a:gd name="connsiteX22" fmla="*/ 203200 w 362309"/>
                <a:gd name="connsiteY22" fmla="*/ 192796 h 361971"/>
                <a:gd name="connsiteX23" fmla="*/ 204478 w 362309"/>
                <a:gd name="connsiteY23" fmla="*/ 201734 h 361971"/>
                <a:gd name="connsiteX24" fmla="*/ 194893 w 362309"/>
                <a:gd name="connsiteY24" fmla="*/ 202372 h 361971"/>
                <a:gd name="connsiteX25" fmla="*/ 194893 w 362309"/>
                <a:gd name="connsiteY25" fmla="*/ 202372 h 361971"/>
                <a:gd name="connsiteX26" fmla="*/ 283713 w 362309"/>
                <a:gd name="connsiteY26" fmla="*/ 280257 h 361971"/>
                <a:gd name="connsiteX27" fmla="*/ 277962 w 362309"/>
                <a:gd name="connsiteY27" fmla="*/ 284087 h 361971"/>
                <a:gd name="connsiteX28" fmla="*/ 275406 w 362309"/>
                <a:gd name="connsiteY28" fmla="*/ 283449 h 361971"/>
                <a:gd name="connsiteX29" fmla="*/ 233872 w 362309"/>
                <a:gd name="connsiteY29" fmla="*/ 273234 h 361971"/>
                <a:gd name="connsiteX30" fmla="*/ 224287 w 362309"/>
                <a:gd name="connsiteY30" fmla="*/ 271319 h 361971"/>
                <a:gd name="connsiteX31" fmla="*/ 205117 w 362309"/>
                <a:gd name="connsiteY31" fmla="*/ 248975 h 361971"/>
                <a:gd name="connsiteX32" fmla="*/ 202561 w 362309"/>
                <a:gd name="connsiteY32" fmla="*/ 218332 h 361971"/>
                <a:gd name="connsiteX33" fmla="*/ 228760 w 362309"/>
                <a:gd name="connsiteY33" fmla="*/ 146832 h 361971"/>
                <a:gd name="connsiteX34" fmla="*/ 228121 w 362309"/>
                <a:gd name="connsiteY34" fmla="*/ 122572 h 361971"/>
                <a:gd name="connsiteX35" fmla="*/ 206395 w 362309"/>
                <a:gd name="connsiteY35" fmla="*/ 130233 h 361971"/>
                <a:gd name="connsiteX36" fmla="*/ 196810 w 362309"/>
                <a:gd name="connsiteY36" fmla="*/ 127041 h 361971"/>
                <a:gd name="connsiteX37" fmla="*/ 169972 w 362309"/>
                <a:gd name="connsiteY37" fmla="*/ 135340 h 361971"/>
                <a:gd name="connsiteX38" fmla="*/ 164221 w 362309"/>
                <a:gd name="connsiteY38" fmla="*/ 135340 h 361971"/>
                <a:gd name="connsiteX39" fmla="*/ 133550 w 362309"/>
                <a:gd name="connsiteY39" fmla="*/ 121934 h 361971"/>
                <a:gd name="connsiteX40" fmla="*/ 132272 w 362309"/>
                <a:gd name="connsiteY40" fmla="*/ 147470 h 361971"/>
                <a:gd name="connsiteX41" fmla="*/ 154636 w 362309"/>
                <a:gd name="connsiteY41" fmla="*/ 209395 h 361971"/>
                <a:gd name="connsiteX42" fmla="*/ 159110 w 362309"/>
                <a:gd name="connsiteY42" fmla="*/ 218332 h 361971"/>
                <a:gd name="connsiteX43" fmla="*/ 149525 w 362309"/>
                <a:gd name="connsiteY43" fmla="*/ 263020 h 361971"/>
                <a:gd name="connsiteX44" fmla="*/ 127160 w 362309"/>
                <a:gd name="connsiteY44" fmla="*/ 275150 h 361971"/>
                <a:gd name="connsiteX45" fmla="*/ 86264 w 362309"/>
                <a:gd name="connsiteY45" fmla="*/ 283449 h 361971"/>
                <a:gd name="connsiteX46" fmla="*/ 77957 w 362309"/>
                <a:gd name="connsiteY46" fmla="*/ 280257 h 361971"/>
                <a:gd name="connsiteX47" fmla="*/ 81152 w 362309"/>
                <a:gd name="connsiteY47" fmla="*/ 271958 h 361971"/>
                <a:gd name="connsiteX48" fmla="*/ 127799 w 362309"/>
                <a:gd name="connsiteY48" fmla="*/ 262382 h 361971"/>
                <a:gd name="connsiteX49" fmla="*/ 139301 w 362309"/>
                <a:gd name="connsiteY49" fmla="*/ 255998 h 361971"/>
                <a:gd name="connsiteX50" fmla="*/ 147608 w 362309"/>
                <a:gd name="connsiteY50" fmla="*/ 222801 h 361971"/>
                <a:gd name="connsiteX51" fmla="*/ 143774 w 362309"/>
                <a:gd name="connsiteY51" fmla="*/ 215779 h 361971"/>
                <a:gd name="connsiteX52" fmla="*/ 120131 w 362309"/>
                <a:gd name="connsiteY52" fmla="*/ 148747 h 361971"/>
                <a:gd name="connsiteX53" fmla="*/ 134189 w 362309"/>
                <a:gd name="connsiteY53" fmla="*/ 95121 h 361971"/>
                <a:gd name="connsiteX54" fmla="*/ 179557 w 362309"/>
                <a:gd name="connsiteY54" fmla="*/ 77885 h 361971"/>
                <a:gd name="connsiteX55" fmla="*/ 230038 w 362309"/>
                <a:gd name="connsiteY55" fmla="*/ 98313 h 361971"/>
                <a:gd name="connsiteX56" fmla="*/ 240901 w 362309"/>
                <a:gd name="connsiteY56" fmla="*/ 149385 h 361971"/>
                <a:gd name="connsiteX57" fmla="*/ 212785 w 362309"/>
                <a:gd name="connsiteY57" fmla="*/ 225993 h 361971"/>
                <a:gd name="connsiteX58" fmla="*/ 217258 w 362309"/>
                <a:gd name="connsiteY58" fmla="*/ 246422 h 361971"/>
                <a:gd name="connsiteX59" fmla="*/ 226843 w 362309"/>
                <a:gd name="connsiteY59" fmla="*/ 259828 h 361971"/>
                <a:gd name="connsiteX60" fmla="*/ 235789 w 362309"/>
                <a:gd name="connsiteY60" fmla="*/ 261105 h 361971"/>
                <a:gd name="connsiteX61" fmla="*/ 280518 w 362309"/>
                <a:gd name="connsiteY61" fmla="*/ 271958 h 361971"/>
                <a:gd name="connsiteX62" fmla="*/ 283713 w 362309"/>
                <a:gd name="connsiteY62" fmla="*/ 28025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181305"/>
                    <a:pt x="362309" y="181305"/>
                    <a:pt x="362309" y="181305"/>
                  </a:cubicBezTo>
                  <a:cubicBezTo>
                    <a:pt x="361670" y="80438"/>
                    <a:pt x="281157" y="0"/>
                    <a:pt x="180835" y="0"/>
                  </a:cubicBezTo>
                  <a:close/>
                  <a:moveTo>
                    <a:pt x="194893" y="202372"/>
                  </a:moveTo>
                  <a:lnTo>
                    <a:pt x="181474" y="192158"/>
                  </a:lnTo>
                  <a:lnTo>
                    <a:pt x="168055" y="202372"/>
                  </a:lnTo>
                  <a:cubicBezTo>
                    <a:pt x="165499" y="204287"/>
                    <a:pt x="161026" y="204287"/>
                    <a:pt x="159110" y="201095"/>
                  </a:cubicBezTo>
                  <a:cubicBezTo>
                    <a:pt x="157192" y="197903"/>
                    <a:pt x="157192" y="194073"/>
                    <a:pt x="160387" y="192158"/>
                  </a:cubicBezTo>
                  <a:lnTo>
                    <a:pt x="171250" y="183859"/>
                  </a:lnTo>
                  <a:lnTo>
                    <a:pt x="160387" y="175560"/>
                  </a:lnTo>
                  <a:cubicBezTo>
                    <a:pt x="157831" y="173644"/>
                    <a:pt x="157192" y="169176"/>
                    <a:pt x="159110" y="166622"/>
                  </a:cubicBezTo>
                  <a:cubicBezTo>
                    <a:pt x="161026" y="164068"/>
                    <a:pt x="165499" y="163430"/>
                    <a:pt x="168055" y="165345"/>
                  </a:cubicBezTo>
                  <a:lnTo>
                    <a:pt x="168055" y="165345"/>
                  </a:lnTo>
                  <a:lnTo>
                    <a:pt x="181474" y="175560"/>
                  </a:lnTo>
                  <a:lnTo>
                    <a:pt x="194893" y="165345"/>
                  </a:lnTo>
                  <a:cubicBezTo>
                    <a:pt x="197449" y="163430"/>
                    <a:pt x="201922" y="163430"/>
                    <a:pt x="203839" y="166622"/>
                  </a:cubicBezTo>
                  <a:cubicBezTo>
                    <a:pt x="205756" y="169814"/>
                    <a:pt x="205756" y="173644"/>
                    <a:pt x="202561" y="175560"/>
                  </a:cubicBezTo>
                  <a:lnTo>
                    <a:pt x="202561" y="175560"/>
                  </a:lnTo>
                  <a:lnTo>
                    <a:pt x="192337" y="184497"/>
                  </a:lnTo>
                  <a:lnTo>
                    <a:pt x="203200" y="192796"/>
                  </a:lnTo>
                  <a:cubicBezTo>
                    <a:pt x="205756" y="194711"/>
                    <a:pt x="206395" y="199180"/>
                    <a:pt x="204478" y="201734"/>
                  </a:cubicBezTo>
                  <a:cubicBezTo>
                    <a:pt x="202561" y="204287"/>
                    <a:pt x="198088" y="204926"/>
                    <a:pt x="194893" y="202372"/>
                  </a:cubicBezTo>
                  <a:lnTo>
                    <a:pt x="194893" y="202372"/>
                  </a:lnTo>
                  <a:close/>
                  <a:moveTo>
                    <a:pt x="283713" y="280257"/>
                  </a:moveTo>
                  <a:cubicBezTo>
                    <a:pt x="282435" y="282810"/>
                    <a:pt x="280518" y="284087"/>
                    <a:pt x="277962" y="284087"/>
                  </a:cubicBezTo>
                  <a:cubicBezTo>
                    <a:pt x="277323" y="284087"/>
                    <a:pt x="276045" y="284087"/>
                    <a:pt x="275406" y="283449"/>
                  </a:cubicBezTo>
                  <a:cubicBezTo>
                    <a:pt x="261987" y="278342"/>
                    <a:pt x="247930" y="275150"/>
                    <a:pt x="233872" y="273234"/>
                  </a:cubicBezTo>
                  <a:cubicBezTo>
                    <a:pt x="230038" y="272596"/>
                    <a:pt x="226843" y="271958"/>
                    <a:pt x="224287" y="271319"/>
                  </a:cubicBezTo>
                  <a:cubicBezTo>
                    <a:pt x="214702" y="269404"/>
                    <a:pt x="208312" y="256636"/>
                    <a:pt x="205117" y="248975"/>
                  </a:cubicBezTo>
                  <a:cubicBezTo>
                    <a:pt x="203200" y="243868"/>
                    <a:pt x="196171" y="226631"/>
                    <a:pt x="202561" y="218332"/>
                  </a:cubicBezTo>
                  <a:cubicBezTo>
                    <a:pt x="215341" y="195988"/>
                    <a:pt x="224287" y="171729"/>
                    <a:pt x="228760" y="146832"/>
                  </a:cubicBezTo>
                  <a:cubicBezTo>
                    <a:pt x="230038" y="139171"/>
                    <a:pt x="230038" y="130872"/>
                    <a:pt x="228121" y="122572"/>
                  </a:cubicBezTo>
                  <a:cubicBezTo>
                    <a:pt x="222370" y="127680"/>
                    <a:pt x="214063" y="130233"/>
                    <a:pt x="206395" y="130233"/>
                  </a:cubicBezTo>
                  <a:cubicBezTo>
                    <a:pt x="203200" y="129595"/>
                    <a:pt x="200005" y="128956"/>
                    <a:pt x="196810" y="127041"/>
                  </a:cubicBezTo>
                  <a:cubicBezTo>
                    <a:pt x="189142" y="132787"/>
                    <a:pt x="179557" y="135979"/>
                    <a:pt x="169972" y="135340"/>
                  </a:cubicBezTo>
                  <a:cubicBezTo>
                    <a:pt x="168055" y="135340"/>
                    <a:pt x="166138" y="135340"/>
                    <a:pt x="164221" y="135340"/>
                  </a:cubicBezTo>
                  <a:cubicBezTo>
                    <a:pt x="152720" y="134702"/>
                    <a:pt x="142496" y="129595"/>
                    <a:pt x="133550" y="121934"/>
                  </a:cubicBezTo>
                  <a:cubicBezTo>
                    <a:pt x="131633" y="130233"/>
                    <a:pt x="130994" y="139171"/>
                    <a:pt x="132272" y="147470"/>
                  </a:cubicBezTo>
                  <a:cubicBezTo>
                    <a:pt x="135467" y="169814"/>
                    <a:pt x="143135" y="190881"/>
                    <a:pt x="154636" y="209395"/>
                  </a:cubicBezTo>
                  <a:cubicBezTo>
                    <a:pt x="156553" y="212587"/>
                    <a:pt x="157831" y="215140"/>
                    <a:pt x="159110" y="218332"/>
                  </a:cubicBezTo>
                  <a:cubicBezTo>
                    <a:pt x="161665" y="233654"/>
                    <a:pt x="158470" y="249614"/>
                    <a:pt x="149525" y="263020"/>
                  </a:cubicBezTo>
                  <a:cubicBezTo>
                    <a:pt x="144413" y="270681"/>
                    <a:pt x="136106" y="275150"/>
                    <a:pt x="127160" y="275150"/>
                  </a:cubicBezTo>
                  <a:cubicBezTo>
                    <a:pt x="113102" y="275150"/>
                    <a:pt x="99044" y="277703"/>
                    <a:pt x="86264" y="283449"/>
                  </a:cubicBezTo>
                  <a:cubicBezTo>
                    <a:pt x="83069" y="284726"/>
                    <a:pt x="79235" y="283449"/>
                    <a:pt x="77957" y="280257"/>
                  </a:cubicBezTo>
                  <a:cubicBezTo>
                    <a:pt x="76679" y="277065"/>
                    <a:pt x="77957" y="273234"/>
                    <a:pt x="81152" y="271958"/>
                  </a:cubicBezTo>
                  <a:cubicBezTo>
                    <a:pt x="95849" y="265574"/>
                    <a:pt x="111824" y="262382"/>
                    <a:pt x="127799" y="262382"/>
                  </a:cubicBezTo>
                  <a:cubicBezTo>
                    <a:pt x="132272" y="262382"/>
                    <a:pt x="136745" y="260466"/>
                    <a:pt x="139301" y="255998"/>
                  </a:cubicBezTo>
                  <a:cubicBezTo>
                    <a:pt x="145691" y="245783"/>
                    <a:pt x="148247" y="234292"/>
                    <a:pt x="147608" y="222801"/>
                  </a:cubicBezTo>
                  <a:cubicBezTo>
                    <a:pt x="146969" y="221524"/>
                    <a:pt x="145691" y="218971"/>
                    <a:pt x="143774" y="215779"/>
                  </a:cubicBezTo>
                  <a:cubicBezTo>
                    <a:pt x="130994" y="195350"/>
                    <a:pt x="123326" y="172368"/>
                    <a:pt x="120131" y="148747"/>
                  </a:cubicBezTo>
                  <a:cubicBezTo>
                    <a:pt x="118214" y="125764"/>
                    <a:pt x="122687" y="107251"/>
                    <a:pt x="134189" y="95121"/>
                  </a:cubicBezTo>
                  <a:cubicBezTo>
                    <a:pt x="145691" y="82992"/>
                    <a:pt x="159748" y="77885"/>
                    <a:pt x="179557" y="77885"/>
                  </a:cubicBezTo>
                  <a:cubicBezTo>
                    <a:pt x="201283" y="77885"/>
                    <a:pt x="219175" y="84907"/>
                    <a:pt x="230038" y="98313"/>
                  </a:cubicBezTo>
                  <a:cubicBezTo>
                    <a:pt x="241540" y="112996"/>
                    <a:pt x="245374" y="131510"/>
                    <a:pt x="240901" y="149385"/>
                  </a:cubicBezTo>
                  <a:cubicBezTo>
                    <a:pt x="235789" y="176198"/>
                    <a:pt x="226204" y="202372"/>
                    <a:pt x="212785" y="225993"/>
                  </a:cubicBezTo>
                  <a:cubicBezTo>
                    <a:pt x="212146" y="233015"/>
                    <a:pt x="214063" y="240038"/>
                    <a:pt x="217258" y="246422"/>
                  </a:cubicBezTo>
                  <a:cubicBezTo>
                    <a:pt x="219175" y="251529"/>
                    <a:pt x="222370" y="255998"/>
                    <a:pt x="226843" y="259828"/>
                  </a:cubicBezTo>
                  <a:cubicBezTo>
                    <a:pt x="228760" y="260466"/>
                    <a:pt x="231955" y="261105"/>
                    <a:pt x="235789" y="261105"/>
                  </a:cubicBezTo>
                  <a:cubicBezTo>
                    <a:pt x="251125" y="263020"/>
                    <a:pt x="265821" y="266850"/>
                    <a:pt x="280518" y="271958"/>
                  </a:cubicBezTo>
                  <a:cubicBezTo>
                    <a:pt x="283713" y="273873"/>
                    <a:pt x="284991" y="277065"/>
                    <a:pt x="283713" y="280257"/>
                  </a:cubicBezTo>
                  <a:close/>
                </a:path>
              </a:pathLst>
            </a:custGeom>
            <a:solidFill>
              <a:srgbClr val="00A3E0"/>
            </a:solidFill>
            <a:ln w="6390" cap="flat">
              <a:noFill/>
              <a:prstDash val="solid"/>
              <a:miter/>
            </a:ln>
          </p:spPr>
          <p:txBody>
            <a:bodyPr rtlCol="0" anchor="ctr"/>
            <a:lstStyle/>
            <a:p>
              <a:endParaRPr lang="en-US"/>
            </a:p>
          </p:txBody>
        </p:sp>
      </p:grpSp>
      <p:grpSp>
        <p:nvGrpSpPr>
          <p:cNvPr id="358" name="Graphic 4">
            <a:extLst>
              <a:ext uri="{FF2B5EF4-FFF2-40B4-BE49-F238E27FC236}">
                <a16:creationId xmlns:a16="http://schemas.microsoft.com/office/drawing/2014/main" id="{96496840-CF83-B140-A7EA-00516D823771}"/>
              </a:ext>
            </a:extLst>
          </p:cNvPr>
          <p:cNvGrpSpPr>
            <a:grpSpLocks noChangeAspect="1"/>
          </p:cNvGrpSpPr>
          <p:nvPr/>
        </p:nvGrpSpPr>
        <p:grpSpPr>
          <a:xfrm>
            <a:off x="3607758" y="1893013"/>
            <a:ext cx="362309" cy="361971"/>
            <a:chOff x="3607758" y="1893013"/>
            <a:chExt cx="362309" cy="361971"/>
          </a:xfrm>
          <a:solidFill>
            <a:srgbClr val="00A3E0"/>
          </a:solidFill>
        </p:grpSpPr>
        <p:sp>
          <p:nvSpPr>
            <p:cNvPr id="359" name="Graphic 4">
              <a:extLst>
                <a:ext uri="{FF2B5EF4-FFF2-40B4-BE49-F238E27FC236}">
                  <a16:creationId xmlns:a16="http://schemas.microsoft.com/office/drawing/2014/main" id="{DB651C20-C1DF-C947-A505-E4DB48B4AA7C}"/>
                </a:ext>
              </a:extLst>
            </p:cNvPr>
            <p:cNvSpPr/>
            <p:nvPr/>
          </p:nvSpPr>
          <p:spPr>
            <a:xfrm>
              <a:off x="3607758" y="189301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9204 h 361971"/>
                <a:gd name="connsiteX8" fmla="*/ 12780 w 362309"/>
                <a:gd name="connsiteY8" fmla="*/ 181305 h 361971"/>
                <a:gd name="connsiteX9" fmla="*/ 180836 w 362309"/>
                <a:gd name="connsiteY9" fmla="*/ 12768 h 361971"/>
                <a:gd name="connsiteX10" fmla="*/ 349530 w 362309"/>
                <a:gd name="connsiteY10" fmla="*/ 180667 h 361971"/>
                <a:gd name="connsiteX11" fmla="*/ 349530 w 362309"/>
                <a:gd name="connsiteY11" fmla="*/ 180667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ubicBezTo>
                    <a:pt x="181474" y="0"/>
                    <a:pt x="181474" y="0"/>
                    <a:pt x="181474" y="0"/>
                  </a:cubicBezTo>
                  <a:close/>
                  <a:moveTo>
                    <a:pt x="181474" y="349204"/>
                  </a:moveTo>
                  <a:cubicBezTo>
                    <a:pt x="88181" y="349204"/>
                    <a:pt x="12780" y="273873"/>
                    <a:pt x="12780" y="181305"/>
                  </a:cubicBezTo>
                  <a:cubicBezTo>
                    <a:pt x="12780" y="88737"/>
                    <a:pt x="88181" y="12768"/>
                    <a:pt x="180836" y="12768"/>
                  </a:cubicBezTo>
                  <a:cubicBezTo>
                    <a:pt x="274128" y="12768"/>
                    <a:pt x="349530" y="88099"/>
                    <a:pt x="349530" y="180667"/>
                  </a:cubicBezTo>
                  <a:cubicBezTo>
                    <a:pt x="349530" y="180667"/>
                    <a:pt x="349530" y="180667"/>
                    <a:pt x="349530" y="180667"/>
                  </a:cubicBezTo>
                  <a:cubicBezTo>
                    <a:pt x="349530" y="273873"/>
                    <a:pt x="274128"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360" name="Graphic 4">
              <a:extLst>
                <a:ext uri="{FF2B5EF4-FFF2-40B4-BE49-F238E27FC236}">
                  <a16:creationId xmlns:a16="http://schemas.microsoft.com/office/drawing/2014/main" id="{738A76A6-F3D2-4A45-AEE7-F16E5DA0E4C2}"/>
                </a:ext>
              </a:extLst>
            </p:cNvPr>
            <p:cNvSpPr/>
            <p:nvPr/>
          </p:nvSpPr>
          <p:spPr>
            <a:xfrm>
              <a:off x="3671338" y="1972015"/>
              <a:ext cx="219843" cy="205085"/>
            </a:xfrm>
            <a:custGeom>
              <a:avLst/>
              <a:gdLst>
                <a:gd name="connsiteX0" fmla="*/ 116616 w 219843"/>
                <a:gd name="connsiteY0" fmla="*/ 141246 h 205085"/>
                <a:gd name="connsiteX1" fmla="*/ 155595 w 219843"/>
                <a:gd name="connsiteY1" fmla="*/ 102303 h 205085"/>
                <a:gd name="connsiteX2" fmla="*/ 155595 w 219843"/>
                <a:gd name="connsiteY2" fmla="*/ 102303 h 205085"/>
                <a:gd name="connsiteX3" fmla="*/ 148566 w 219843"/>
                <a:gd name="connsiteY3" fmla="*/ 79959 h 205085"/>
                <a:gd name="connsiteX4" fmla="*/ 218216 w 219843"/>
                <a:gd name="connsiteY4" fmla="*/ 10374 h 205085"/>
                <a:gd name="connsiteX5" fmla="*/ 217577 w 219843"/>
                <a:gd name="connsiteY5" fmla="*/ 1436 h 205085"/>
                <a:gd name="connsiteX6" fmla="*/ 209270 w 219843"/>
                <a:gd name="connsiteY6" fmla="*/ 1436 h 205085"/>
                <a:gd name="connsiteX7" fmla="*/ 168375 w 219843"/>
                <a:gd name="connsiteY7" fmla="*/ 42294 h 205085"/>
                <a:gd name="connsiteX8" fmla="*/ 117255 w 219843"/>
                <a:gd name="connsiteY8" fmla="*/ 31441 h 205085"/>
                <a:gd name="connsiteX9" fmla="*/ 959 w 219843"/>
                <a:gd name="connsiteY9" fmla="*/ 98473 h 205085"/>
                <a:gd name="connsiteX10" fmla="*/ 959 w 219843"/>
                <a:gd name="connsiteY10" fmla="*/ 105495 h 205085"/>
                <a:gd name="connsiteX11" fmla="*/ 55273 w 219843"/>
                <a:gd name="connsiteY11" fmla="*/ 155929 h 205085"/>
                <a:gd name="connsiteX12" fmla="*/ 16933 w 219843"/>
                <a:gd name="connsiteY12" fmla="*/ 194233 h 205085"/>
                <a:gd name="connsiteX13" fmla="*/ 16933 w 219843"/>
                <a:gd name="connsiteY13" fmla="*/ 203170 h 205085"/>
                <a:gd name="connsiteX14" fmla="*/ 21406 w 219843"/>
                <a:gd name="connsiteY14" fmla="*/ 205085 h 205085"/>
                <a:gd name="connsiteX15" fmla="*/ 25879 w 219843"/>
                <a:gd name="connsiteY15" fmla="*/ 203170 h 205085"/>
                <a:gd name="connsiteX16" fmla="*/ 94891 w 219843"/>
                <a:gd name="connsiteY16" fmla="*/ 134223 h 205085"/>
                <a:gd name="connsiteX17" fmla="*/ 116616 w 219843"/>
                <a:gd name="connsiteY17" fmla="*/ 141246 h 205085"/>
                <a:gd name="connsiteX18" fmla="*/ 90418 w 219843"/>
                <a:gd name="connsiteY18" fmla="*/ 102303 h 205085"/>
                <a:gd name="connsiteX19" fmla="*/ 115977 w 219843"/>
                <a:gd name="connsiteY19" fmla="*/ 76129 h 205085"/>
                <a:gd name="connsiteX20" fmla="*/ 129396 w 219843"/>
                <a:gd name="connsiteY20" fmla="*/ 79959 h 205085"/>
                <a:gd name="connsiteX21" fmla="*/ 93613 w 219843"/>
                <a:gd name="connsiteY21" fmla="*/ 115710 h 205085"/>
                <a:gd name="connsiteX22" fmla="*/ 90418 w 219843"/>
                <a:gd name="connsiteY22" fmla="*/ 102303 h 205085"/>
                <a:gd name="connsiteX23" fmla="*/ 90418 w 219843"/>
                <a:gd name="connsiteY23" fmla="*/ 102303 h 205085"/>
                <a:gd name="connsiteX24" fmla="*/ 142176 w 219843"/>
                <a:gd name="connsiteY24" fmla="*/ 102303 h 205085"/>
                <a:gd name="connsiteX25" fmla="*/ 115977 w 219843"/>
                <a:gd name="connsiteY25" fmla="*/ 128478 h 205085"/>
                <a:gd name="connsiteX26" fmla="*/ 115977 w 219843"/>
                <a:gd name="connsiteY26" fmla="*/ 128478 h 205085"/>
                <a:gd name="connsiteX27" fmla="*/ 102558 w 219843"/>
                <a:gd name="connsiteY27" fmla="*/ 124647 h 205085"/>
                <a:gd name="connsiteX28" fmla="*/ 138342 w 219843"/>
                <a:gd name="connsiteY28" fmla="*/ 88897 h 205085"/>
                <a:gd name="connsiteX29" fmla="*/ 142176 w 219843"/>
                <a:gd name="connsiteY29" fmla="*/ 102303 h 205085"/>
                <a:gd name="connsiteX30" fmla="*/ 142176 w 219843"/>
                <a:gd name="connsiteY30" fmla="*/ 102303 h 205085"/>
                <a:gd name="connsiteX31" fmla="*/ 13738 w 219843"/>
                <a:gd name="connsiteY31" fmla="*/ 102303 h 205085"/>
                <a:gd name="connsiteX32" fmla="*/ 116616 w 219843"/>
                <a:gd name="connsiteY32" fmla="*/ 44209 h 205085"/>
                <a:gd name="connsiteX33" fmla="*/ 158151 w 219843"/>
                <a:gd name="connsiteY33" fmla="*/ 51870 h 205085"/>
                <a:gd name="connsiteX34" fmla="*/ 138981 w 219843"/>
                <a:gd name="connsiteY34" fmla="*/ 71022 h 205085"/>
                <a:gd name="connsiteX35" fmla="*/ 116616 w 219843"/>
                <a:gd name="connsiteY35" fmla="*/ 63361 h 205085"/>
                <a:gd name="connsiteX36" fmla="*/ 77638 w 219843"/>
                <a:gd name="connsiteY36" fmla="*/ 102303 h 205085"/>
                <a:gd name="connsiteX37" fmla="*/ 85306 w 219843"/>
                <a:gd name="connsiteY37" fmla="*/ 125286 h 205085"/>
                <a:gd name="connsiteX38" fmla="*/ 64219 w 219843"/>
                <a:gd name="connsiteY38" fmla="*/ 146353 h 205085"/>
                <a:gd name="connsiteX39" fmla="*/ 13738 w 219843"/>
                <a:gd name="connsiteY39" fmla="*/ 102303 h 205085"/>
                <a:gd name="connsiteX40" fmla="*/ 13738 w 219843"/>
                <a:gd name="connsiteY40" fmla="*/ 102303 h 205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19843" h="205085">
                  <a:moveTo>
                    <a:pt x="116616" y="141246"/>
                  </a:moveTo>
                  <a:cubicBezTo>
                    <a:pt x="138342" y="141246"/>
                    <a:pt x="155595" y="124009"/>
                    <a:pt x="155595" y="102303"/>
                  </a:cubicBezTo>
                  <a:lnTo>
                    <a:pt x="155595" y="102303"/>
                  </a:lnTo>
                  <a:cubicBezTo>
                    <a:pt x="155595" y="94004"/>
                    <a:pt x="153039" y="86343"/>
                    <a:pt x="148566" y="79959"/>
                  </a:cubicBezTo>
                  <a:lnTo>
                    <a:pt x="218216" y="10374"/>
                  </a:lnTo>
                  <a:cubicBezTo>
                    <a:pt x="220772" y="7820"/>
                    <a:pt x="220133" y="3351"/>
                    <a:pt x="217577" y="1436"/>
                  </a:cubicBezTo>
                  <a:cubicBezTo>
                    <a:pt x="215021" y="-479"/>
                    <a:pt x="211826" y="-479"/>
                    <a:pt x="209270" y="1436"/>
                  </a:cubicBezTo>
                  <a:lnTo>
                    <a:pt x="168375" y="42294"/>
                  </a:lnTo>
                  <a:cubicBezTo>
                    <a:pt x="152400" y="35271"/>
                    <a:pt x="135147" y="31441"/>
                    <a:pt x="117255" y="31441"/>
                  </a:cubicBezTo>
                  <a:cubicBezTo>
                    <a:pt x="45688" y="31441"/>
                    <a:pt x="2875" y="95919"/>
                    <a:pt x="959" y="98473"/>
                  </a:cubicBezTo>
                  <a:cubicBezTo>
                    <a:pt x="-320" y="100388"/>
                    <a:pt x="-320" y="103580"/>
                    <a:pt x="959" y="105495"/>
                  </a:cubicBezTo>
                  <a:cubicBezTo>
                    <a:pt x="15016" y="125924"/>
                    <a:pt x="33547" y="143161"/>
                    <a:pt x="55273" y="155929"/>
                  </a:cubicBezTo>
                  <a:lnTo>
                    <a:pt x="16933" y="194233"/>
                  </a:lnTo>
                  <a:cubicBezTo>
                    <a:pt x="14377" y="196786"/>
                    <a:pt x="14377" y="200617"/>
                    <a:pt x="16933" y="203170"/>
                  </a:cubicBezTo>
                  <a:cubicBezTo>
                    <a:pt x="18211" y="204447"/>
                    <a:pt x="19489" y="205085"/>
                    <a:pt x="21406" y="205085"/>
                  </a:cubicBezTo>
                  <a:cubicBezTo>
                    <a:pt x="23323" y="205085"/>
                    <a:pt x="24601" y="204447"/>
                    <a:pt x="25879" y="203170"/>
                  </a:cubicBezTo>
                  <a:lnTo>
                    <a:pt x="94891" y="134223"/>
                  </a:lnTo>
                  <a:cubicBezTo>
                    <a:pt x="100641" y="138692"/>
                    <a:pt x="108309" y="140607"/>
                    <a:pt x="116616" y="141246"/>
                  </a:cubicBezTo>
                  <a:close/>
                  <a:moveTo>
                    <a:pt x="90418" y="102303"/>
                  </a:moveTo>
                  <a:cubicBezTo>
                    <a:pt x="90418" y="88259"/>
                    <a:pt x="101919" y="76129"/>
                    <a:pt x="115977" y="76129"/>
                  </a:cubicBezTo>
                  <a:cubicBezTo>
                    <a:pt x="121089" y="76129"/>
                    <a:pt x="125562" y="77406"/>
                    <a:pt x="129396" y="79959"/>
                  </a:cubicBezTo>
                  <a:lnTo>
                    <a:pt x="93613" y="115710"/>
                  </a:lnTo>
                  <a:cubicBezTo>
                    <a:pt x="91696" y="111241"/>
                    <a:pt x="90418" y="106772"/>
                    <a:pt x="90418" y="102303"/>
                  </a:cubicBezTo>
                  <a:lnTo>
                    <a:pt x="90418" y="102303"/>
                  </a:lnTo>
                  <a:close/>
                  <a:moveTo>
                    <a:pt x="142176" y="102303"/>
                  </a:moveTo>
                  <a:cubicBezTo>
                    <a:pt x="142176" y="116986"/>
                    <a:pt x="130674" y="128478"/>
                    <a:pt x="115977" y="128478"/>
                  </a:cubicBezTo>
                  <a:lnTo>
                    <a:pt x="115977" y="128478"/>
                  </a:lnTo>
                  <a:cubicBezTo>
                    <a:pt x="111504" y="128478"/>
                    <a:pt x="107031" y="127201"/>
                    <a:pt x="102558" y="124647"/>
                  </a:cubicBezTo>
                  <a:lnTo>
                    <a:pt x="138342" y="88897"/>
                  </a:lnTo>
                  <a:cubicBezTo>
                    <a:pt x="140898" y="92727"/>
                    <a:pt x="142176" y="97196"/>
                    <a:pt x="142176" y="102303"/>
                  </a:cubicBezTo>
                  <a:lnTo>
                    <a:pt x="142176" y="102303"/>
                  </a:lnTo>
                  <a:close/>
                  <a:moveTo>
                    <a:pt x="13738" y="102303"/>
                  </a:moveTo>
                  <a:cubicBezTo>
                    <a:pt x="23323" y="89535"/>
                    <a:pt x="61024" y="44209"/>
                    <a:pt x="116616" y="44209"/>
                  </a:cubicBezTo>
                  <a:cubicBezTo>
                    <a:pt x="130674" y="44209"/>
                    <a:pt x="144732" y="46763"/>
                    <a:pt x="158151" y="51870"/>
                  </a:cubicBezTo>
                  <a:lnTo>
                    <a:pt x="138981" y="71022"/>
                  </a:lnTo>
                  <a:cubicBezTo>
                    <a:pt x="132591" y="65915"/>
                    <a:pt x="124284" y="63361"/>
                    <a:pt x="116616" y="63361"/>
                  </a:cubicBezTo>
                  <a:cubicBezTo>
                    <a:pt x="94891" y="63361"/>
                    <a:pt x="77638" y="80598"/>
                    <a:pt x="77638" y="102303"/>
                  </a:cubicBezTo>
                  <a:cubicBezTo>
                    <a:pt x="77638" y="110602"/>
                    <a:pt x="80194" y="118263"/>
                    <a:pt x="85306" y="125286"/>
                  </a:cubicBezTo>
                  <a:lnTo>
                    <a:pt x="64219" y="146353"/>
                  </a:lnTo>
                  <a:cubicBezTo>
                    <a:pt x="43771" y="135500"/>
                    <a:pt x="26518" y="120178"/>
                    <a:pt x="13738" y="102303"/>
                  </a:cubicBezTo>
                  <a:lnTo>
                    <a:pt x="13738" y="102303"/>
                  </a:lnTo>
                  <a:close/>
                </a:path>
              </a:pathLst>
            </a:custGeom>
            <a:solidFill>
              <a:srgbClr val="00A3E0"/>
            </a:solidFill>
            <a:ln w="6390" cap="flat">
              <a:noFill/>
              <a:prstDash val="solid"/>
              <a:miter/>
            </a:ln>
          </p:spPr>
          <p:txBody>
            <a:bodyPr rtlCol="0" anchor="ctr"/>
            <a:lstStyle/>
            <a:p>
              <a:endParaRPr lang="en-US"/>
            </a:p>
          </p:txBody>
        </p:sp>
        <p:sp>
          <p:nvSpPr>
            <p:cNvPr id="361" name="Graphic 4">
              <a:extLst>
                <a:ext uri="{FF2B5EF4-FFF2-40B4-BE49-F238E27FC236}">
                  <a16:creationId xmlns:a16="http://schemas.microsoft.com/office/drawing/2014/main" id="{659F5798-E6AE-BD47-B07D-8156DC286B01}"/>
                </a:ext>
              </a:extLst>
            </p:cNvPr>
            <p:cNvSpPr/>
            <p:nvPr/>
          </p:nvSpPr>
          <p:spPr>
            <a:xfrm>
              <a:off x="3751131" y="2027240"/>
              <a:ext cx="155995" cy="117940"/>
            </a:xfrm>
            <a:custGeom>
              <a:avLst/>
              <a:gdLst>
                <a:gd name="connsiteX0" fmla="*/ 114141 w 155995"/>
                <a:gd name="connsiteY0" fmla="*/ 1114 h 117940"/>
                <a:gd name="connsiteX1" fmla="*/ 105195 w 155995"/>
                <a:gd name="connsiteY1" fmla="*/ 2390 h 117940"/>
                <a:gd name="connsiteX2" fmla="*/ 106473 w 155995"/>
                <a:gd name="connsiteY2" fmla="*/ 11328 h 117940"/>
                <a:gd name="connsiteX3" fmla="*/ 106473 w 155995"/>
                <a:gd name="connsiteY3" fmla="*/ 11328 h 117940"/>
                <a:gd name="connsiteX4" fmla="*/ 141618 w 155995"/>
                <a:gd name="connsiteY4" fmla="*/ 47078 h 117940"/>
                <a:gd name="connsiteX5" fmla="*/ 38101 w 155995"/>
                <a:gd name="connsiteY5" fmla="*/ 105172 h 117940"/>
                <a:gd name="connsiteX6" fmla="*/ 8707 w 155995"/>
                <a:gd name="connsiteY6" fmla="*/ 101342 h 117940"/>
                <a:gd name="connsiteX7" fmla="*/ 400 w 155995"/>
                <a:gd name="connsiteY7" fmla="*/ 105172 h 117940"/>
                <a:gd name="connsiteX8" fmla="*/ 4234 w 155995"/>
                <a:gd name="connsiteY8" fmla="*/ 113472 h 117940"/>
                <a:gd name="connsiteX9" fmla="*/ 4873 w 155995"/>
                <a:gd name="connsiteY9" fmla="*/ 113472 h 117940"/>
                <a:gd name="connsiteX10" fmla="*/ 38101 w 155995"/>
                <a:gd name="connsiteY10" fmla="*/ 117940 h 117940"/>
                <a:gd name="connsiteX11" fmla="*/ 155037 w 155995"/>
                <a:gd name="connsiteY11" fmla="*/ 50270 h 117940"/>
                <a:gd name="connsiteX12" fmla="*/ 155037 w 155995"/>
                <a:gd name="connsiteY12" fmla="*/ 43248 h 117940"/>
                <a:gd name="connsiteX13" fmla="*/ 114141 w 155995"/>
                <a:gd name="connsiteY13" fmla="*/ 1114 h 11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5995" h="117940">
                  <a:moveTo>
                    <a:pt x="114141" y="1114"/>
                  </a:moveTo>
                  <a:cubicBezTo>
                    <a:pt x="111585" y="-802"/>
                    <a:pt x="107112" y="-163"/>
                    <a:pt x="105195" y="2390"/>
                  </a:cubicBezTo>
                  <a:cubicBezTo>
                    <a:pt x="103278" y="4944"/>
                    <a:pt x="103917" y="9413"/>
                    <a:pt x="106473" y="11328"/>
                  </a:cubicBezTo>
                  <a:lnTo>
                    <a:pt x="106473" y="11328"/>
                  </a:lnTo>
                  <a:cubicBezTo>
                    <a:pt x="119892" y="21542"/>
                    <a:pt x="132033" y="33672"/>
                    <a:pt x="141618" y="47078"/>
                  </a:cubicBezTo>
                  <a:cubicBezTo>
                    <a:pt x="132033" y="59846"/>
                    <a:pt x="95610" y="105172"/>
                    <a:pt x="38101" y="105172"/>
                  </a:cubicBezTo>
                  <a:cubicBezTo>
                    <a:pt x="27877" y="105172"/>
                    <a:pt x="18292" y="103896"/>
                    <a:pt x="8707" y="101342"/>
                  </a:cubicBezTo>
                  <a:cubicBezTo>
                    <a:pt x="5512" y="100065"/>
                    <a:pt x="1678" y="101981"/>
                    <a:pt x="400" y="105172"/>
                  </a:cubicBezTo>
                  <a:cubicBezTo>
                    <a:pt x="-878" y="108364"/>
                    <a:pt x="1039" y="112195"/>
                    <a:pt x="4234" y="113472"/>
                  </a:cubicBezTo>
                  <a:cubicBezTo>
                    <a:pt x="4234" y="113472"/>
                    <a:pt x="4873" y="113472"/>
                    <a:pt x="4873" y="113472"/>
                  </a:cubicBezTo>
                  <a:cubicBezTo>
                    <a:pt x="15736" y="116664"/>
                    <a:pt x="26599" y="117940"/>
                    <a:pt x="38101" y="117940"/>
                  </a:cubicBezTo>
                  <a:cubicBezTo>
                    <a:pt x="112224" y="117940"/>
                    <a:pt x="153120" y="53462"/>
                    <a:pt x="155037" y="50270"/>
                  </a:cubicBezTo>
                  <a:cubicBezTo>
                    <a:pt x="156315" y="48355"/>
                    <a:pt x="156315" y="45802"/>
                    <a:pt x="155037" y="43248"/>
                  </a:cubicBezTo>
                  <a:cubicBezTo>
                    <a:pt x="144174" y="27288"/>
                    <a:pt x="130116" y="13243"/>
                    <a:pt x="114141" y="1114"/>
                  </a:cubicBezTo>
                  <a:close/>
                </a:path>
              </a:pathLst>
            </a:custGeom>
            <a:solidFill>
              <a:srgbClr val="00A3E0"/>
            </a:solidFill>
            <a:ln w="6390" cap="flat">
              <a:noFill/>
              <a:prstDash val="solid"/>
              <a:miter/>
            </a:ln>
          </p:spPr>
          <p:txBody>
            <a:bodyPr rtlCol="0" anchor="ctr"/>
            <a:lstStyle/>
            <a:p>
              <a:endParaRPr lang="en-US"/>
            </a:p>
          </p:txBody>
        </p:sp>
      </p:grpSp>
      <p:grpSp>
        <p:nvGrpSpPr>
          <p:cNvPr id="362" name="Graphic 4">
            <a:extLst>
              <a:ext uri="{FF2B5EF4-FFF2-40B4-BE49-F238E27FC236}">
                <a16:creationId xmlns:a16="http://schemas.microsoft.com/office/drawing/2014/main" id="{8208F847-DF95-0848-B2A1-D26738661C23}"/>
              </a:ext>
            </a:extLst>
          </p:cNvPr>
          <p:cNvGrpSpPr>
            <a:grpSpLocks noChangeAspect="1"/>
          </p:cNvGrpSpPr>
          <p:nvPr/>
        </p:nvGrpSpPr>
        <p:grpSpPr>
          <a:xfrm>
            <a:off x="4045469" y="918179"/>
            <a:ext cx="362309" cy="361971"/>
            <a:chOff x="4045469" y="918179"/>
            <a:chExt cx="362309" cy="361971"/>
          </a:xfrm>
          <a:solidFill>
            <a:srgbClr val="00A3E0"/>
          </a:solidFill>
        </p:grpSpPr>
        <p:sp>
          <p:nvSpPr>
            <p:cNvPr id="363" name="Graphic 4">
              <a:extLst>
                <a:ext uri="{FF2B5EF4-FFF2-40B4-BE49-F238E27FC236}">
                  <a16:creationId xmlns:a16="http://schemas.microsoft.com/office/drawing/2014/main" id="{99E0FFAF-D183-D045-95F8-4EE45327EE83}"/>
                </a:ext>
              </a:extLst>
            </p:cNvPr>
            <p:cNvSpPr/>
            <p:nvPr/>
          </p:nvSpPr>
          <p:spPr>
            <a:xfrm>
              <a:off x="4045469" y="918179"/>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67100 w 362309"/>
                <a:gd name="connsiteY6" fmla="*/ 169176 h 361971"/>
                <a:gd name="connsiteX7" fmla="*/ 260710 w 362309"/>
                <a:gd name="connsiteY7" fmla="*/ 173644 h 361971"/>
                <a:gd name="connsiteX8" fmla="*/ 258792 w 362309"/>
                <a:gd name="connsiteY8" fmla="*/ 173644 h 361971"/>
                <a:gd name="connsiteX9" fmla="*/ 254320 w 362309"/>
                <a:gd name="connsiteY9" fmla="*/ 165984 h 361971"/>
                <a:gd name="connsiteX10" fmla="*/ 254320 w 362309"/>
                <a:gd name="connsiteY10" fmla="*/ 165984 h 361971"/>
                <a:gd name="connsiteX11" fmla="*/ 235150 w 362309"/>
                <a:gd name="connsiteY11" fmla="*/ 97675 h 361971"/>
                <a:gd name="connsiteX12" fmla="*/ 235150 w 362309"/>
                <a:gd name="connsiteY12" fmla="*/ 98313 h 361971"/>
                <a:gd name="connsiteX13" fmla="*/ 212146 w 362309"/>
                <a:gd name="connsiteY13" fmla="*/ 141086 h 361971"/>
                <a:gd name="connsiteX14" fmla="*/ 196171 w 362309"/>
                <a:gd name="connsiteY14" fmla="*/ 169176 h 361971"/>
                <a:gd name="connsiteX15" fmla="*/ 200005 w 362309"/>
                <a:gd name="connsiteY15" fmla="*/ 176198 h 361971"/>
                <a:gd name="connsiteX16" fmla="*/ 201922 w 362309"/>
                <a:gd name="connsiteY16" fmla="*/ 176836 h 361971"/>
                <a:gd name="connsiteX17" fmla="*/ 233233 w 362309"/>
                <a:gd name="connsiteY17" fmla="*/ 169176 h 361971"/>
                <a:gd name="connsiteX18" fmla="*/ 246013 w 362309"/>
                <a:gd name="connsiteY18" fmla="*/ 183220 h 361971"/>
                <a:gd name="connsiteX19" fmla="*/ 244735 w 362309"/>
                <a:gd name="connsiteY19" fmla="*/ 202372 h 361971"/>
                <a:gd name="connsiteX20" fmla="*/ 211507 w 362309"/>
                <a:gd name="connsiteY20" fmla="*/ 213863 h 361971"/>
                <a:gd name="connsiteX21" fmla="*/ 198088 w 362309"/>
                <a:gd name="connsiteY21" fmla="*/ 188966 h 361971"/>
                <a:gd name="connsiteX22" fmla="*/ 193615 w 362309"/>
                <a:gd name="connsiteY22" fmla="*/ 187051 h 361971"/>
                <a:gd name="connsiteX23" fmla="*/ 184031 w 362309"/>
                <a:gd name="connsiteY23" fmla="*/ 171091 h 361971"/>
                <a:gd name="connsiteX24" fmla="*/ 202561 w 362309"/>
                <a:gd name="connsiteY24" fmla="*/ 133425 h 361971"/>
                <a:gd name="connsiteX25" fmla="*/ 223009 w 362309"/>
                <a:gd name="connsiteY25" fmla="*/ 97037 h 361971"/>
                <a:gd name="connsiteX26" fmla="*/ 212785 w 362309"/>
                <a:gd name="connsiteY26" fmla="*/ 72139 h 361971"/>
                <a:gd name="connsiteX27" fmla="*/ 159110 w 362309"/>
                <a:gd name="connsiteY27" fmla="*/ 74054 h 361971"/>
                <a:gd name="connsiteX28" fmla="*/ 109268 w 362309"/>
                <a:gd name="connsiteY28" fmla="*/ 192158 h 361971"/>
                <a:gd name="connsiteX29" fmla="*/ 126521 w 362309"/>
                <a:gd name="connsiteY29" fmla="*/ 189604 h 361971"/>
                <a:gd name="connsiteX30" fmla="*/ 142496 w 362309"/>
                <a:gd name="connsiteY30" fmla="*/ 106612 h 361971"/>
                <a:gd name="connsiteX31" fmla="*/ 196810 w 362309"/>
                <a:gd name="connsiteY31" fmla="*/ 77885 h 361971"/>
                <a:gd name="connsiteX32" fmla="*/ 202561 w 362309"/>
                <a:gd name="connsiteY32" fmla="*/ 84907 h 361971"/>
                <a:gd name="connsiteX33" fmla="*/ 195532 w 362309"/>
                <a:gd name="connsiteY33" fmla="*/ 90653 h 361971"/>
                <a:gd name="connsiteX34" fmla="*/ 152081 w 362309"/>
                <a:gd name="connsiteY34" fmla="*/ 114273 h 361971"/>
                <a:gd name="connsiteX35" fmla="*/ 140579 w 362309"/>
                <a:gd name="connsiteY35" fmla="*/ 194073 h 361971"/>
                <a:gd name="connsiteX36" fmla="*/ 148247 w 362309"/>
                <a:gd name="connsiteY36" fmla="*/ 210671 h 361971"/>
                <a:gd name="connsiteX37" fmla="*/ 162943 w 362309"/>
                <a:gd name="connsiteY37" fmla="*/ 249614 h 361971"/>
                <a:gd name="connsiteX38" fmla="*/ 198088 w 362309"/>
                <a:gd name="connsiteY38" fmla="*/ 294302 h 361971"/>
                <a:gd name="connsiteX39" fmla="*/ 237706 w 362309"/>
                <a:gd name="connsiteY39" fmla="*/ 276426 h 361971"/>
                <a:gd name="connsiteX40" fmla="*/ 246652 w 362309"/>
                <a:gd name="connsiteY40" fmla="*/ 275788 h 361971"/>
                <a:gd name="connsiteX41" fmla="*/ 247291 w 362309"/>
                <a:gd name="connsiteY41" fmla="*/ 284726 h 361971"/>
                <a:gd name="connsiteX42" fmla="*/ 247291 w 362309"/>
                <a:gd name="connsiteY42" fmla="*/ 284726 h 361971"/>
                <a:gd name="connsiteX43" fmla="*/ 205117 w 362309"/>
                <a:gd name="connsiteY43" fmla="*/ 308346 h 361971"/>
                <a:gd name="connsiteX44" fmla="*/ 195532 w 362309"/>
                <a:gd name="connsiteY44" fmla="*/ 307070 h 361971"/>
                <a:gd name="connsiteX45" fmla="*/ 150803 w 362309"/>
                <a:gd name="connsiteY45" fmla="*/ 252806 h 361971"/>
                <a:gd name="connsiteX46" fmla="*/ 138023 w 362309"/>
                <a:gd name="connsiteY46" fmla="*/ 218332 h 361971"/>
                <a:gd name="connsiteX47" fmla="*/ 130355 w 362309"/>
                <a:gd name="connsiteY47" fmla="*/ 203011 h 361971"/>
                <a:gd name="connsiteX48" fmla="*/ 104795 w 362309"/>
                <a:gd name="connsiteY48" fmla="*/ 206203 h 361971"/>
                <a:gd name="connsiteX49" fmla="*/ 104156 w 362309"/>
                <a:gd name="connsiteY49" fmla="*/ 206203 h 361971"/>
                <a:gd name="connsiteX50" fmla="*/ 98405 w 362309"/>
                <a:gd name="connsiteY50" fmla="*/ 201734 h 361971"/>
                <a:gd name="connsiteX51" fmla="*/ 152081 w 362309"/>
                <a:gd name="connsiteY51" fmla="*/ 63840 h 361971"/>
                <a:gd name="connsiteX52" fmla="*/ 218536 w 362309"/>
                <a:gd name="connsiteY52" fmla="*/ 61925 h 361971"/>
                <a:gd name="connsiteX53" fmla="*/ 233872 w 362309"/>
                <a:gd name="connsiteY53" fmla="*/ 82353 h 361971"/>
                <a:gd name="connsiteX54" fmla="*/ 235789 w 362309"/>
                <a:gd name="connsiteY54" fmla="*/ 82992 h 361971"/>
                <a:gd name="connsiteX55" fmla="*/ 267100 w 362309"/>
                <a:gd name="connsiteY55" fmla="*/ 169176 h 361971"/>
                <a:gd name="connsiteX56" fmla="*/ 267100 w 362309"/>
                <a:gd name="connsiteY56" fmla="*/ 169176 h 361971"/>
                <a:gd name="connsiteX57" fmla="*/ 174446 w 362309"/>
                <a:gd name="connsiteY57" fmla="*/ 201095 h 361971"/>
                <a:gd name="connsiteX58" fmla="*/ 201283 w 362309"/>
                <a:gd name="connsiteY58" fmla="*/ 229823 h 361971"/>
                <a:gd name="connsiteX59" fmla="*/ 214063 w 362309"/>
                <a:gd name="connsiteY59" fmla="*/ 245783 h 361971"/>
                <a:gd name="connsiteX60" fmla="*/ 224926 w 362309"/>
                <a:gd name="connsiteY60" fmla="*/ 242591 h 361971"/>
                <a:gd name="connsiteX61" fmla="*/ 230677 w 362309"/>
                <a:gd name="connsiteY61" fmla="*/ 222163 h 361971"/>
                <a:gd name="connsiteX62" fmla="*/ 236428 w 362309"/>
                <a:gd name="connsiteY62" fmla="*/ 215140 h 361971"/>
                <a:gd name="connsiteX63" fmla="*/ 243457 w 362309"/>
                <a:gd name="connsiteY63" fmla="*/ 220886 h 361971"/>
                <a:gd name="connsiteX64" fmla="*/ 233872 w 362309"/>
                <a:gd name="connsiteY64" fmla="*/ 250891 h 361971"/>
                <a:gd name="connsiteX65" fmla="*/ 215341 w 362309"/>
                <a:gd name="connsiteY65" fmla="*/ 257913 h 361971"/>
                <a:gd name="connsiteX66" fmla="*/ 212785 w 362309"/>
                <a:gd name="connsiteY66" fmla="*/ 257913 h 361971"/>
                <a:gd name="connsiteX67" fmla="*/ 212146 w 362309"/>
                <a:gd name="connsiteY67" fmla="*/ 257913 h 361971"/>
                <a:gd name="connsiteX68" fmla="*/ 189142 w 362309"/>
                <a:gd name="connsiteY68" fmla="*/ 233654 h 361971"/>
                <a:gd name="connsiteX69" fmla="*/ 169973 w 362309"/>
                <a:gd name="connsiteY69" fmla="*/ 212587 h 361971"/>
                <a:gd name="connsiteX70" fmla="*/ 169333 w 362309"/>
                <a:gd name="connsiteY70" fmla="*/ 212587 h 361971"/>
                <a:gd name="connsiteX71" fmla="*/ 153358 w 362309"/>
                <a:gd name="connsiteY71" fmla="*/ 185774 h 361971"/>
                <a:gd name="connsiteX72" fmla="*/ 160388 w 362309"/>
                <a:gd name="connsiteY72" fmla="*/ 122572 h 361971"/>
                <a:gd name="connsiteX73" fmla="*/ 202561 w 362309"/>
                <a:gd name="connsiteY73" fmla="*/ 101505 h 361971"/>
                <a:gd name="connsiteX74" fmla="*/ 208951 w 362309"/>
                <a:gd name="connsiteY74" fmla="*/ 107889 h 361971"/>
                <a:gd name="connsiteX75" fmla="*/ 202561 w 362309"/>
                <a:gd name="connsiteY75" fmla="*/ 114273 h 361971"/>
                <a:gd name="connsiteX76" fmla="*/ 170611 w 362309"/>
                <a:gd name="connsiteY76" fmla="*/ 129595 h 361971"/>
                <a:gd name="connsiteX77" fmla="*/ 174446 w 362309"/>
                <a:gd name="connsiteY77" fmla="*/ 201095 h 361971"/>
                <a:gd name="connsiteX78" fmla="*/ 174446 w 362309"/>
                <a:gd name="connsiteY78" fmla="*/ 20109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310" y="81077"/>
                    <a:pt x="281796" y="0"/>
                    <a:pt x="181474" y="0"/>
                  </a:cubicBezTo>
                  <a:close/>
                  <a:moveTo>
                    <a:pt x="267100" y="169176"/>
                  </a:moveTo>
                  <a:cubicBezTo>
                    <a:pt x="266460" y="171729"/>
                    <a:pt x="263905" y="173644"/>
                    <a:pt x="260710" y="173644"/>
                  </a:cubicBezTo>
                  <a:cubicBezTo>
                    <a:pt x="260071" y="173644"/>
                    <a:pt x="259432" y="173644"/>
                    <a:pt x="258792" y="173644"/>
                  </a:cubicBezTo>
                  <a:cubicBezTo>
                    <a:pt x="255597" y="172368"/>
                    <a:pt x="253681" y="169176"/>
                    <a:pt x="254320" y="165984"/>
                  </a:cubicBezTo>
                  <a:lnTo>
                    <a:pt x="254320" y="165984"/>
                  </a:lnTo>
                  <a:cubicBezTo>
                    <a:pt x="254959" y="164068"/>
                    <a:pt x="266460" y="121934"/>
                    <a:pt x="235150" y="97675"/>
                  </a:cubicBezTo>
                  <a:cubicBezTo>
                    <a:pt x="235150" y="97675"/>
                    <a:pt x="235150" y="98313"/>
                    <a:pt x="235150" y="98313"/>
                  </a:cubicBezTo>
                  <a:cubicBezTo>
                    <a:pt x="233872" y="113635"/>
                    <a:pt x="222370" y="128318"/>
                    <a:pt x="212146" y="141086"/>
                  </a:cubicBezTo>
                  <a:cubicBezTo>
                    <a:pt x="203839" y="151300"/>
                    <a:pt x="195532" y="162153"/>
                    <a:pt x="196171" y="169176"/>
                  </a:cubicBezTo>
                  <a:cubicBezTo>
                    <a:pt x="196810" y="171729"/>
                    <a:pt x="198088" y="174283"/>
                    <a:pt x="200005" y="176198"/>
                  </a:cubicBezTo>
                  <a:cubicBezTo>
                    <a:pt x="200644" y="176836"/>
                    <a:pt x="201283" y="176836"/>
                    <a:pt x="201922" y="176836"/>
                  </a:cubicBezTo>
                  <a:cubicBezTo>
                    <a:pt x="208951" y="166622"/>
                    <a:pt x="222370" y="163430"/>
                    <a:pt x="233233" y="169176"/>
                  </a:cubicBezTo>
                  <a:cubicBezTo>
                    <a:pt x="238984" y="171729"/>
                    <a:pt x="244096" y="177475"/>
                    <a:pt x="246013" y="183220"/>
                  </a:cubicBezTo>
                  <a:cubicBezTo>
                    <a:pt x="247930" y="189604"/>
                    <a:pt x="247930" y="196627"/>
                    <a:pt x="244735" y="202372"/>
                  </a:cubicBezTo>
                  <a:cubicBezTo>
                    <a:pt x="238345" y="214502"/>
                    <a:pt x="223648" y="219609"/>
                    <a:pt x="211507" y="213863"/>
                  </a:cubicBezTo>
                  <a:cubicBezTo>
                    <a:pt x="201922" y="209395"/>
                    <a:pt x="196810" y="199180"/>
                    <a:pt x="198088" y="188966"/>
                  </a:cubicBezTo>
                  <a:cubicBezTo>
                    <a:pt x="196810" y="188327"/>
                    <a:pt x="194893" y="187689"/>
                    <a:pt x="193615" y="187051"/>
                  </a:cubicBezTo>
                  <a:cubicBezTo>
                    <a:pt x="188503" y="183220"/>
                    <a:pt x="184669" y="177475"/>
                    <a:pt x="184031" y="171091"/>
                  </a:cubicBezTo>
                  <a:cubicBezTo>
                    <a:pt x="182752" y="158961"/>
                    <a:pt x="192337" y="146193"/>
                    <a:pt x="202561" y="133425"/>
                  </a:cubicBezTo>
                  <a:cubicBezTo>
                    <a:pt x="212785" y="120657"/>
                    <a:pt x="221731" y="108528"/>
                    <a:pt x="223009" y="97037"/>
                  </a:cubicBezTo>
                  <a:cubicBezTo>
                    <a:pt x="224287" y="85545"/>
                    <a:pt x="220453" y="76608"/>
                    <a:pt x="212785" y="72139"/>
                  </a:cubicBezTo>
                  <a:cubicBezTo>
                    <a:pt x="195532" y="63840"/>
                    <a:pt x="175723" y="64478"/>
                    <a:pt x="159110" y="74054"/>
                  </a:cubicBezTo>
                  <a:cubicBezTo>
                    <a:pt x="113741" y="100867"/>
                    <a:pt x="98405" y="155131"/>
                    <a:pt x="109268" y="192158"/>
                  </a:cubicBezTo>
                  <a:lnTo>
                    <a:pt x="126521" y="189604"/>
                  </a:lnTo>
                  <a:cubicBezTo>
                    <a:pt x="118853" y="160876"/>
                    <a:pt x="125243" y="130233"/>
                    <a:pt x="142496" y="106612"/>
                  </a:cubicBezTo>
                  <a:cubicBezTo>
                    <a:pt x="157193" y="87461"/>
                    <a:pt x="177001" y="76608"/>
                    <a:pt x="196810" y="77885"/>
                  </a:cubicBezTo>
                  <a:cubicBezTo>
                    <a:pt x="200644" y="77885"/>
                    <a:pt x="203200" y="81077"/>
                    <a:pt x="202561" y="84907"/>
                  </a:cubicBezTo>
                  <a:cubicBezTo>
                    <a:pt x="201922" y="88737"/>
                    <a:pt x="199366" y="91291"/>
                    <a:pt x="195532" y="90653"/>
                  </a:cubicBezTo>
                  <a:cubicBezTo>
                    <a:pt x="180196" y="90014"/>
                    <a:pt x="164221" y="98313"/>
                    <a:pt x="152081" y="114273"/>
                  </a:cubicBezTo>
                  <a:cubicBezTo>
                    <a:pt x="135467" y="137256"/>
                    <a:pt x="130994" y="167260"/>
                    <a:pt x="140579" y="194073"/>
                  </a:cubicBezTo>
                  <a:cubicBezTo>
                    <a:pt x="142496" y="199819"/>
                    <a:pt x="145052" y="205564"/>
                    <a:pt x="148247" y="210671"/>
                  </a:cubicBezTo>
                  <a:cubicBezTo>
                    <a:pt x="155276" y="222801"/>
                    <a:pt x="160388" y="235569"/>
                    <a:pt x="162943" y="249614"/>
                  </a:cubicBezTo>
                  <a:cubicBezTo>
                    <a:pt x="168056" y="273234"/>
                    <a:pt x="181474" y="290471"/>
                    <a:pt x="198088" y="294302"/>
                  </a:cubicBezTo>
                  <a:cubicBezTo>
                    <a:pt x="211507" y="297494"/>
                    <a:pt x="224926" y="291110"/>
                    <a:pt x="237706" y="276426"/>
                  </a:cubicBezTo>
                  <a:cubicBezTo>
                    <a:pt x="240262" y="273873"/>
                    <a:pt x="244096" y="273234"/>
                    <a:pt x="246652" y="275788"/>
                  </a:cubicBezTo>
                  <a:cubicBezTo>
                    <a:pt x="249208" y="278342"/>
                    <a:pt x="249847" y="282172"/>
                    <a:pt x="247291" y="284726"/>
                  </a:cubicBezTo>
                  <a:lnTo>
                    <a:pt x="247291" y="284726"/>
                  </a:lnTo>
                  <a:cubicBezTo>
                    <a:pt x="234511" y="300047"/>
                    <a:pt x="219814" y="308346"/>
                    <a:pt x="205117" y="308346"/>
                  </a:cubicBezTo>
                  <a:cubicBezTo>
                    <a:pt x="201922" y="308346"/>
                    <a:pt x="198727" y="307708"/>
                    <a:pt x="195532" y="307070"/>
                  </a:cubicBezTo>
                  <a:cubicBezTo>
                    <a:pt x="174446" y="301962"/>
                    <a:pt x="157193" y="280895"/>
                    <a:pt x="150803" y="252806"/>
                  </a:cubicBezTo>
                  <a:cubicBezTo>
                    <a:pt x="148247" y="240676"/>
                    <a:pt x="144413" y="228547"/>
                    <a:pt x="138023" y="218332"/>
                  </a:cubicBezTo>
                  <a:cubicBezTo>
                    <a:pt x="134828" y="213225"/>
                    <a:pt x="132911" y="208756"/>
                    <a:pt x="130355" y="203011"/>
                  </a:cubicBezTo>
                  <a:lnTo>
                    <a:pt x="104795" y="206203"/>
                  </a:lnTo>
                  <a:lnTo>
                    <a:pt x="104156" y="206203"/>
                  </a:lnTo>
                  <a:cubicBezTo>
                    <a:pt x="101600" y="206203"/>
                    <a:pt x="99044" y="204287"/>
                    <a:pt x="98405" y="201734"/>
                  </a:cubicBezTo>
                  <a:cubicBezTo>
                    <a:pt x="78597" y="148108"/>
                    <a:pt x="111185" y="88099"/>
                    <a:pt x="152081" y="63840"/>
                  </a:cubicBezTo>
                  <a:cubicBezTo>
                    <a:pt x="172528" y="52349"/>
                    <a:pt x="197449" y="51710"/>
                    <a:pt x="218536" y="61925"/>
                  </a:cubicBezTo>
                  <a:cubicBezTo>
                    <a:pt x="226204" y="66393"/>
                    <a:pt x="231955" y="74054"/>
                    <a:pt x="233872" y="82353"/>
                  </a:cubicBezTo>
                  <a:cubicBezTo>
                    <a:pt x="234511" y="82353"/>
                    <a:pt x="235150" y="82992"/>
                    <a:pt x="235789" y="82992"/>
                  </a:cubicBezTo>
                  <a:cubicBezTo>
                    <a:pt x="283713" y="111081"/>
                    <a:pt x="267100" y="168537"/>
                    <a:pt x="267100" y="169176"/>
                  </a:cubicBezTo>
                  <a:lnTo>
                    <a:pt x="267100" y="169176"/>
                  </a:lnTo>
                  <a:close/>
                  <a:moveTo>
                    <a:pt x="174446" y="201095"/>
                  </a:moveTo>
                  <a:cubicBezTo>
                    <a:pt x="192337" y="206203"/>
                    <a:pt x="197449" y="218971"/>
                    <a:pt x="201283" y="229823"/>
                  </a:cubicBezTo>
                  <a:cubicBezTo>
                    <a:pt x="204478" y="239399"/>
                    <a:pt x="207034" y="244507"/>
                    <a:pt x="214063" y="245783"/>
                  </a:cubicBezTo>
                  <a:cubicBezTo>
                    <a:pt x="217897" y="246422"/>
                    <a:pt x="221731" y="245145"/>
                    <a:pt x="224926" y="242591"/>
                  </a:cubicBezTo>
                  <a:cubicBezTo>
                    <a:pt x="229399" y="236846"/>
                    <a:pt x="231316" y="229823"/>
                    <a:pt x="230677" y="222163"/>
                  </a:cubicBezTo>
                  <a:cubicBezTo>
                    <a:pt x="230677" y="218332"/>
                    <a:pt x="233233" y="215779"/>
                    <a:pt x="236428" y="215140"/>
                  </a:cubicBezTo>
                  <a:cubicBezTo>
                    <a:pt x="240262" y="215140"/>
                    <a:pt x="242818" y="217694"/>
                    <a:pt x="243457" y="220886"/>
                  </a:cubicBezTo>
                  <a:cubicBezTo>
                    <a:pt x="243457" y="222801"/>
                    <a:pt x="244735" y="240676"/>
                    <a:pt x="233872" y="250891"/>
                  </a:cubicBezTo>
                  <a:cubicBezTo>
                    <a:pt x="228760" y="255998"/>
                    <a:pt x="222370" y="258551"/>
                    <a:pt x="215341" y="257913"/>
                  </a:cubicBezTo>
                  <a:lnTo>
                    <a:pt x="212785" y="257913"/>
                  </a:lnTo>
                  <a:lnTo>
                    <a:pt x="212146" y="257913"/>
                  </a:lnTo>
                  <a:cubicBezTo>
                    <a:pt x="197449" y="254721"/>
                    <a:pt x="192976" y="243230"/>
                    <a:pt x="189142" y="233654"/>
                  </a:cubicBezTo>
                  <a:cubicBezTo>
                    <a:pt x="185308" y="224078"/>
                    <a:pt x="182113" y="215140"/>
                    <a:pt x="169973" y="212587"/>
                  </a:cubicBezTo>
                  <a:lnTo>
                    <a:pt x="169333" y="212587"/>
                  </a:lnTo>
                  <a:cubicBezTo>
                    <a:pt x="162943" y="210033"/>
                    <a:pt x="156553" y="195350"/>
                    <a:pt x="153358" y="185774"/>
                  </a:cubicBezTo>
                  <a:cubicBezTo>
                    <a:pt x="148886" y="172368"/>
                    <a:pt x="144413" y="146193"/>
                    <a:pt x="160388" y="122572"/>
                  </a:cubicBezTo>
                  <a:cubicBezTo>
                    <a:pt x="171889" y="105336"/>
                    <a:pt x="185308" y="102144"/>
                    <a:pt x="202561" y="101505"/>
                  </a:cubicBezTo>
                  <a:cubicBezTo>
                    <a:pt x="206395" y="101505"/>
                    <a:pt x="208951" y="104059"/>
                    <a:pt x="208951" y="107889"/>
                  </a:cubicBezTo>
                  <a:cubicBezTo>
                    <a:pt x="208951" y="111720"/>
                    <a:pt x="206395" y="114273"/>
                    <a:pt x="202561" y="114273"/>
                  </a:cubicBezTo>
                  <a:cubicBezTo>
                    <a:pt x="185947" y="114912"/>
                    <a:pt x="178279" y="118104"/>
                    <a:pt x="170611" y="129595"/>
                  </a:cubicBezTo>
                  <a:cubicBezTo>
                    <a:pt x="151442" y="158961"/>
                    <a:pt x="169333" y="194711"/>
                    <a:pt x="174446" y="201095"/>
                  </a:cubicBezTo>
                  <a:lnTo>
                    <a:pt x="174446" y="201095"/>
                  </a:lnTo>
                  <a:close/>
                </a:path>
              </a:pathLst>
            </a:custGeom>
            <a:solidFill>
              <a:srgbClr val="00A3E0"/>
            </a:solidFill>
            <a:ln w="6390" cap="flat">
              <a:noFill/>
              <a:prstDash val="solid"/>
              <a:miter/>
            </a:ln>
          </p:spPr>
          <p:txBody>
            <a:bodyPr rtlCol="0" anchor="ctr"/>
            <a:lstStyle/>
            <a:p>
              <a:endParaRPr lang="en-US"/>
            </a:p>
          </p:txBody>
        </p:sp>
        <p:sp>
          <p:nvSpPr>
            <p:cNvPr id="364" name="Graphic 4">
              <a:extLst>
                <a:ext uri="{FF2B5EF4-FFF2-40B4-BE49-F238E27FC236}">
                  <a16:creationId xmlns:a16="http://schemas.microsoft.com/office/drawing/2014/main" id="{AB4CEEEB-5F2F-974D-97B6-12E0965ED594}"/>
                </a:ext>
              </a:extLst>
            </p:cNvPr>
            <p:cNvSpPr/>
            <p:nvPr/>
          </p:nvSpPr>
          <p:spPr>
            <a:xfrm>
              <a:off x="4256136" y="1096930"/>
              <a:ext cx="25178" cy="24356"/>
            </a:xfrm>
            <a:custGeom>
              <a:avLst/>
              <a:gdLst>
                <a:gd name="connsiteX0" fmla="*/ 840 w 25178"/>
                <a:gd name="connsiteY0" fmla="*/ 15960 h 24356"/>
                <a:gd name="connsiteX1" fmla="*/ 7229 w 25178"/>
                <a:gd name="connsiteY1" fmla="*/ 22982 h 24356"/>
                <a:gd name="connsiteX2" fmla="*/ 23843 w 25178"/>
                <a:gd name="connsiteY2" fmla="*/ 17237 h 24356"/>
                <a:gd name="connsiteX3" fmla="*/ 24482 w 25178"/>
                <a:gd name="connsiteY3" fmla="*/ 8299 h 24356"/>
                <a:gd name="connsiteX4" fmla="*/ 18092 w 25178"/>
                <a:gd name="connsiteY4" fmla="*/ 1277 h 24356"/>
                <a:gd name="connsiteX5" fmla="*/ 12980 w 25178"/>
                <a:gd name="connsiteY5" fmla="*/ 0 h 24356"/>
                <a:gd name="connsiteX6" fmla="*/ 2118 w 25178"/>
                <a:gd name="connsiteY6" fmla="*/ 7022 h 24356"/>
                <a:gd name="connsiteX7" fmla="*/ 840 w 25178"/>
                <a:gd name="connsiteY7" fmla="*/ 15960 h 2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8" h="24356">
                  <a:moveTo>
                    <a:pt x="840" y="15960"/>
                  </a:moveTo>
                  <a:cubicBezTo>
                    <a:pt x="2118" y="19152"/>
                    <a:pt x="4034" y="21706"/>
                    <a:pt x="7229" y="22982"/>
                  </a:cubicBezTo>
                  <a:cubicBezTo>
                    <a:pt x="13619" y="26174"/>
                    <a:pt x="20648" y="23621"/>
                    <a:pt x="23843" y="17237"/>
                  </a:cubicBezTo>
                  <a:cubicBezTo>
                    <a:pt x="25121" y="14683"/>
                    <a:pt x="25760" y="10853"/>
                    <a:pt x="24482" y="8299"/>
                  </a:cubicBezTo>
                  <a:cubicBezTo>
                    <a:pt x="23204" y="5107"/>
                    <a:pt x="21287" y="2554"/>
                    <a:pt x="18092" y="1277"/>
                  </a:cubicBezTo>
                  <a:cubicBezTo>
                    <a:pt x="16175" y="638"/>
                    <a:pt x="14258" y="0"/>
                    <a:pt x="12980" y="0"/>
                  </a:cubicBezTo>
                  <a:cubicBezTo>
                    <a:pt x="8508" y="0"/>
                    <a:pt x="4034" y="2554"/>
                    <a:pt x="2118" y="7022"/>
                  </a:cubicBezTo>
                  <a:cubicBezTo>
                    <a:pt x="-439" y="9576"/>
                    <a:pt x="-439" y="13406"/>
                    <a:pt x="840" y="15960"/>
                  </a:cubicBezTo>
                  <a:close/>
                </a:path>
              </a:pathLst>
            </a:custGeom>
            <a:solidFill>
              <a:srgbClr val="00A3E0"/>
            </a:solidFill>
            <a:ln w="6390" cap="flat">
              <a:noFill/>
              <a:prstDash val="solid"/>
              <a:miter/>
            </a:ln>
          </p:spPr>
          <p:txBody>
            <a:bodyPr rtlCol="0" anchor="ctr"/>
            <a:lstStyle/>
            <a:p>
              <a:endParaRPr lang="en-US"/>
            </a:p>
          </p:txBody>
        </p:sp>
      </p:grpSp>
      <p:grpSp>
        <p:nvGrpSpPr>
          <p:cNvPr id="365" name="Graphic 4">
            <a:extLst>
              <a:ext uri="{FF2B5EF4-FFF2-40B4-BE49-F238E27FC236}">
                <a16:creationId xmlns:a16="http://schemas.microsoft.com/office/drawing/2014/main" id="{972DCA22-4249-1A47-BF75-6D39CDA6D129}"/>
              </a:ext>
            </a:extLst>
          </p:cNvPr>
          <p:cNvGrpSpPr>
            <a:grpSpLocks noChangeAspect="1"/>
          </p:cNvGrpSpPr>
          <p:nvPr/>
        </p:nvGrpSpPr>
        <p:grpSpPr>
          <a:xfrm>
            <a:off x="3607758" y="918179"/>
            <a:ext cx="362313" cy="361971"/>
            <a:chOff x="3607758" y="918179"/>
            <a:chExt cx="362313" cy="361971"/>
          </a:xfrm>
          <a:solidFill>
            <a:srgbClr val="00A3E0"/>
          </a:solidFill>
        </p:grpSpPr>
        <p:sp>
          <p:nvSpPr>
            <p:cNvPr id="366" name="Graphic 4">
              <a:extLst>
                <a:ext uri="{FF2B5EF4-FFF2-40B4-BE49-F238E27FC236}">
                  <a16:creationId xmlns:a16="http://schemas.microsoft.com/office/drawing/2014/main" id="{5DD09BB9-E536-9842-A71C-1823AC772FEB}"/>
                </a:ext>
              </a:extLst>
            </p:cNvPr>
            <p:cNvSpPr/>
            <p:nvPr/>
          </p:nvSpPr>
          <p:spPr>
            <a:xfrm>
              <a:off x="3607758" y="918179"/>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6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949" y="81077"/>
                    <a:pt x="281796" y="0"/>
                    <a:pt x="181474" y="0"/>
                  </a:cubicBezTo>
                  <a:cubicBezTo>
                    <a:pt x="181474" y="0"/>
                    <a:pt x="181474" y="0"/>
                    <a:pt x="181474" y="0"/>
                  </a:cubicBezTo>
                  <a:close/>
                  <a:moveTo>
                    <a:pt x="181474" y="349204"/>
                  </a:moveTo>
                  <a:cubicBezTo>
                    <a:pt x="88181" y="349204"/>
                    <a:pt x="12780" y="273873"/>
                    <a:pt x="12780" y="181305"/>
                  </a:cubicBezTo>
                  <a:cubicBezTo>
                    <a:pt x="12780" y="88737"/>
                    <a:pt x="88181" y="12768"/>
                    <a:pt x="180836" y="12768"/>
                  </a:cubicBezTo>
                  <a:cubicBezTo>
                    <a:pt x="274128" y="12768"/>
                    <a:pt x="349530" y="88099"/>
                    <a:pt x="349530" y="180667"/>
                  </a:cubicBezTo>
                  <a:lnTo>
                    <a:pt x="349530" y="180667"/>
                  </a:lnTo>
                  <a:cubicBezTo>
                    <a:pt x="349530" y="273873"/>
                    <a:pt x="274128"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367" name="Graphic 4">
              <a:extLst>
                <a:ext uri="{FF2B5EF4-FFF2-40B4-BE49-F238E27FC236}">
                  <a16:creationId xmlns:a16="http://schemas.microsoft.com/office/drawing/2014/main" id="{B617A7A3-9A54-C940-A0C0-508F1CD00A9B}"/>
                </a:ext>
              </a:extLst>
            </p:cNvPr>
            <p:cNvSpPr/>
            <p:nvPr/>
          </p:nvSpPr>
          <p:spPr>
            <a:xfrm>
              <a:off x="3700461" y="972255"/>
              <a:ext cx="176896" cy="254270"/>
            </a:xfrm>
            <a:custGeom>
              <a:avLst/>
              <a:gdLst>
                <a:gd name="connsiteX0" fmla="*/ 143725 w 176896"/>
                <a:gd name="connsiteY0" fmla="*/ 28277 h 254270"/>
                <a:gd name="connsiteX1" fmla="*/ 141808 w 176896"/>
                <a:gd name="connsiteY1" fmla="*/ 27639 h 254270"/>
                <a:gd name="connsiteX2" fmla="*/ 126472 w 176896"/>
                <a:gd name="connsiteY2" fmla="*/ 7210 h 254270"/>
                <a:gd name="connsiteX3" fmla="*/ 60017 w 176896"/>
                <a:gd name="connsiteY3" fmla="*/ 9125 h 254270"/>
                <a:gd name="connsiteX4" fmla="*/ 5702 w 176896"/>
                <a:gd name="connsiteY4" fmla="*/ 147658 h 254270"/>
                <a:gd name="connsiteX5" fmla="*/ 11454 w 176896"/>
                <a:gd name="connsiteY5" fmla="*/ 152127 h 254270"/>
                <a:gd name="connsiteX6" fmla="*/ 12092 w 176896"/>
                <a:gd name="connsiteY6" fmla="*/ 152127 h 254270"/>
                <a:gd name="connsiteX7" fmla="*/ 37652 w 176896"/>
                <a:gd name="connsiteY7" fmla="*/ 148935 h 254270"/>
                <a:gd name="connsiteX8" fmla="*/ 45320 w 176896"/>
                <a:gd name="connsiteY8" fmla="*/ 164256 h 254270"/>
                <a:gd name="connsiteX9" fmla="*/ 58100 w 176896"/>
                <a:gd name="connsiteY9" fmla="*/ 198730 h 254270"/>
                <a:gd name="connsiteX10" fmla="*/ 102830 w 176896"/>
                <a:gd name="connsiteY10" fmla="*/ 252993 h 254270"/>
                <a:gd name="connsiteX11" fmla="*/ 112414 w 176896"/>
                <a:gd name="connsiteY11" fmla="*/ 254270 h 254270"/>
                <a:gd name="connsiteX12" fmla="*/ 154588 w 176896"/>
                <a:gd name="connsiteY12" fmla="*/ 230650 h 254270"/>
                <a:gd name="connsiteX13" fmla="*/ 153949 w 176896"/>
                <a:gd name="connsiteY13" fmla="*/ 221712 h 254270"/>
                <a:gd name="connsiteX14" fmla="*/ 145003 w 176896"/>
                <a:gd name="connsiteY14" fmla="*/ 222350 h 254270"/>
                <a:gd name="connsiteX15" fmla="*/ 105385 w 176896"/>
                <a:gd name="connsiteY15" fmla="*/ 240226 h 254270"/>
                <a:gd name="connsiteX16" fmla="*/ 70241 w 176896"/>
                <a:gd name="connsiteY16" fmla="*/ 195538 h 254270"/>
                <a:gd name="connsiteX17" fmla="*/ 55544 w 176896"/>
                <a:gd name="connsiteY17" fmla="*/ 156595 h 254270"/>
                <a:gd name="connsiteX18" fmla="*/ 47876 w 176896"/>
                <a:gd name="connsiteY18" fmla="*/ 139997 h 254270"/>
                <a:gd name="connsiteX19" fmla="*/ 59378 w 176896"/>
                <a:gd name="connsiteY19" fmla="*/ 60197 h 254270"/>
                <a:gd name="connsiteX20" fmla="*/ 102830 w 176896"/>
                <a:gd name="connsiteY20" fmla="*/ 36576 h 254270"/>
                <a:gd name="connsiteX21" fmla="*/ 109858 w 176896"/>
                <a:gd name="connsiteY21" fmla="*/ 30831 h 254270"/>
                <a:gd name="connsiteX22" fmla="*/ 104108 w 176896"/>
                <a:gd name="connsiteY22" fmla="*/ 23808 h 254270"/>
                <a:gd name="connsiteX23" fmla="*/ 49793 w 176896"/>
                <a:gd name="connsiteY23" fmla="*/ 51898 h 254270"/>
                <a:gd name="connsiteX24" fmla="*/ 33818 w 176896"/>
                <a:gd name="connsiteY24" fmla="*/ 134890 h 254270"/>
                <a:gd name="connsiteX25" fmla="*/ 16565 w 176896"/>
                <a:gd name="connsiteY25" fmla="*/ 137443 h 254270"/>
                <a:gd name="connsiteX26" fmla="*/ 66407 w 176896"/>
                <a:gd name="connsiteY26" fmla="*/ 19340 h 254270"/>
                <a:gd name="connsiteX27" fmla="*/ 120082 w 176896"/>
                <a:gd name="connsiteY27" fmla="*/ 17424 h 254270"/>
                <a:gd name="connsiteX28" fmla="*/ 130306 w 176896"/>
                <a:gd name="connsiteY28" fmla="*/ 42322 h 254270"/>
                <a:gd name="connsiteX29" fmla="*/ 109858 w 176896"/>
                <a:gd name="connsiteY29" fmla="*/ 78711 h 254270"/>
                <a:gd name="connsiteX30" fmla="*/ 91328 w 176896"/>
                <a:gd name="connsiteY30" fmla="*/ 116376 h 254270"/>
                <a:gd name="connsiteX31" fmla="*/ 100913 w 176896"/>
                <a:gd name="connsiteY31" fmla="*/ 132336 h 254270"/>
                <a:gd name="connsiteX32" fmla="*/ 105385 w 176896"/>
                <a:gd name="connsiteY32" fmla="*/ 134251 h 254270"/>
                <a:gd name="connsiteX33" fmla="*/ 127750 w 176896"/>
                <a:gd name="connsiteY33" fmla="*/ 161703 h 254270"/>
                <a:gd name="connsiteX34" fmla="*/ 155227 w 176896"/>
                <a:gd name="connsiteY34" fmla="*/ 139359 h 254270"/>
                <a:gd name="connsiteX35" fmla="*/ 132862 w 176896"/>
                <a:gd name="connsiteY35" fmla="*/ 111907 h 254270"/>
                <a:gd name="connsiteX36" fmla="*/ 109858 w 176896"/>
                <a:gd name="connsiteY36" fmla="*/ 122122 h 254270"/>
                <a:gd name="connsiteX37" fmla="*/ 107941 w 176896"/>
                <a:gd name="connsiteY37" fmla="*/ 121483 h 254270"/>
                <a:gd name="connsiteX38" fmla="*/ 104108 w 176896"/>
                <a:gd name="connsiteY38" fmla="*/ 114461 h 254270"/>
                <a:gd name="connsiteX39" fmla="*/ 120082 w 176896"/>
                <a:gd name="connsiteY39" fmla="*/ 86372 h 254270"/>
                <a:gd name="connsiteX40" fmla="*/ 143086 w 176896"/>
                <a:gd name="connsiteY40" fmla="*/ 43599 h 254270"/>
                <a:gd name="connsiteX41" fmla="*/ 143086 w 176896"/>
                <a:gd name="connsiteY41" fmla="*/ 42960 h 254270"/>
                <a:gd name="connsiteX42" fmla="*/ 162256 w 176896"/>
                <a:gd name="connsiteY42" fmla="*/ 111269 h 254270"/>
                <a:gd name="connsiteX43" fmla="*/ 166729 w 176896"/>
                <a:gd name="connsiteY43" fmla="*/ 118930 h 254270"/>
                <a:gd name="connsiteX44" fmla="*/ 166729 w 176896"/>
                <a:gd name="connsiteY44" fmla="*/ 118930 h 254270"/>
                <a:gd name="connsiteX45" fmla="*/ 168646 w 176896"/>
                <a:gd name="connsiteY45" fmla="*/ 118930 h 254270"/>
                <a:gd name="connsiteX46" fmla="*/ 175036 w 176896"/>
                <a:gd name="connsiteY46" fmla="*/ 114461 h 254270"/>
                <a:gd name="connsiteX47" fmla="*/ 143725 w 176896"/>
                <a:gd name="connsiteY47" fmla="*/ 28277 h 254270"/>
                <a:gd name="connsiteX48" fmla="*/ 125833 w 176896"/>
                <a:gd name="connsiteY48" fmla="*/ 125314 h 254270"/>
                <a:gd name="connsiteX49" fmla="*/ 129667 w 176896"/>
                <a:gd name="connsiteY49" fmla="*/ 124675 h 254270"/>
                <a:gd name="connsiteX50" fmla="*/ 134779 w 176896"/>
                <a:gd name="connsiteY50" fmla="*/ 125952 h 254270"/>
                <a:gd name="connsiteX51" fmla="*/ 140530 w 176896"/>
                <a:gd name="connsiteY51" fmla="*/ 142551 h 254270"/>
                <a:gd name="connsiteX52" fmla="*/ 123916 w 176896"/>
                <a:gd name="connsiteY52" fmla="*/ 148296 h 254270"/>
                <a:gd name="connsiteX53" fmla="*/ 117526 w 176896"/>
                <a:gd name="connsiteY53" fmla="*/ 141274 h 254270"/>
                <a:gd name="connsiteX54" fmla="*/ 125833 w 176896"/>
                <a:gd name="connsiteY54" fmla="*/ 125314 h 254270"/>
                <a:gd name="connsiteX55" fmla="*/ 125833 w 176896"/>
                <a:gd name="connsiteY55" fmla="*/ 125314 h 254270"/>
                <a:gd name="connsiteX56" fmla="*/ 125833 w 176896"/>
                <a:gd name="connsiteY56" fmla="*/ 125314 h 25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76896" h="254270">
                  <a:moveTo>
                    <a:pt x="143725" y="28277"/>
                  </a:moveTo>
                  <a:cubicBezTo>
                    <a:pt x="143086" y="27639"/>
                    <a:pt x="142447" y="27639"/>
                    <a:pt x="141808" y="27639"/>
                  </a:cubicBezTo>
                  <a:cubicBezTo>
                    <a:pt x="139891" y="18701"/>
                    <a:pt x="134140" y="11679"/>
                    <a:pt x="126472" y="7210"/>
                  </a:cubicBezTo>
                  <a:cubicBezTo>
                    <a:pt x="105385" y="-3004"/>
                    <a:pt x="80465" y="-2366"/>
                    <a:pt x="60017" y="9125"/>
                  </a:cubicBezTo>
                  <a:cubicBezTo>
                    <a:pt x="18482" y="33384"/>
                    <a:pt x="-13467" y="93394"/>
                    <a:pt x="5702" y="147658"/>
                  </a:cubicBezTo>
                  <a:cubicBezTo>
                    <a:pt x="6341" y="150211"/>
                    <a:pt x="8897" y="152127"/>
                    <a:pt x="11454" y="152127"/>
                  </a:cubicBezTo>
                  <a:lnTo>
                    <a:pt x="12092" y="152127"/>
                  </a:lnTo>
                  <a:lnTo>
                    <a:pt x="37652" y="148935"/>
                  </a:lnTo>
                  <a:cubicBezTo>
                    <a:pt x="39569" y="154042"/>
                    <a:pt x="42125" y="159149"/>
                    <a:pt x="45320" y="164256"/>
                  </a:cubicBezTo>
                  <a:cubicBezTo>
                    <a:pt x="51710" y="175109"/>
                    <a:pt x="55544" y="186600"/>
                    <a:pt x="58100" y="198730"/>
                  </a:cubicBezTo>
                  <a:cubicBezTo>
                    <a:pt x="64490" y="227458"/>
                    <a:pt x="81743" y="248525"/>
                    <a:pt x="102830" y="252993"/>
                  </a:cubicBezTo>
                  <a:cubicBezTo>
                    <a:pt x="106024" y="253632"/>
                    <a:pt x="109219" y="254270"/>
                    <a:pt x="112414" y="254270"/>
                  </a:cubicBezTo>
                  <a:cubicBezTo>
                    <a:pt x="127111" y="254270"/>
                    <a:pt x="142447" y="245971"/>
                    <a:pt x="154588" y="230650"/>
                  </a:cubicBezTo>
                  <a:cubicBezTo>
                    <a:pt x="157144" y="228096"/>
                    <a:pt x="156505" y="223627"/>
                    <a:pt x="153949" y="221712"/>
                  </a:cubicBezTo>
                  <a:cubicBezTo>
                    <a:pt x="151393" y="219158"/>
                    <a:pt x="146920" y="219797"/>
                    <a:pt x="145003" y="222350"/>
                  </a:cubicBezTo>
                  <a:cubicBezTo>
                    <a:pt x="132862" y="237034"/>
                    <a:pt x="118804" y="243418"/>
                    <a:pt x="105385" y="240226"/>
                  </a:cubicBezTo>
                  <a:cubicBezTo>
                    <a:pt x="89410" y="236395"/>
                    <a:pt x="75992" y="219158"/>
                    <a:pt x="70241" y="195538"/>
                  </a:cubicBezTo>
                  <a:cubicBezTo>
                    <a:pt x="67685" y="182131"/>
                    <a:pt x="62573" y="168725"/>
                    <a:pt x="55544" y="156595"/>
                  </a:cubicBezTo>
                  <a:cubicBezTo>
                    <a:pt x="52349" y="151488"/>
                    <a:pt x="49793" y="145743"/>
                    <a:pt x="47876" y="139997"/>
                  </a:cubicBezTo>
                  <a:cubicBezTo>
                    <a:pt x="38291" y="113184"/>
                    <a:pt x="42764" y="83180"/>
                    <a:pt x="59378" y="60197"/>
                  </a:cubicBezTo>
                  <a:cubicBezTo>
                    <a:pt x="71519" y="44237"/>
                    <a:pt x="86855" y="35938"/>
                    <a:pt x="102830" y="36576"/>
                  </a:cubicBezTo>
                  <a:cubicBezTo>
                    <a:pt x="106663" y="36576"/>
                    <a:pt x="109219" y="34023"/>
                    <a:pt x="109858" y="30831"/>
                  </a:cubicBezTo>
                  <a:cubicBezTo>
                    <a:pt x="110498" y="27639"/>
                    <a:pt x="107303" y="24447"/>
                    <a:pt x="104108" y="23808"/>
                  </a:cubicBezTo>
                  <a:cubicBezTo>
                    <a:pt x="84299" y="22532"/>
                    <a:pt x="64490" y="32746"/>
                    <a:pt x="49793" y="51898"/>
                  </a:cubicBezTo>
                  <a:cubicBezTo>
                    <a:pt x="32540" y="75519"/>
                    <a:pt x="26150" y="106162"/>
                    <a:pt x="33818" y="134890"/>
                  </a:cubicBezTo>
                  <a:lnTo>
                    <a:pt x="16565" y="137443"/>
                  </a:lnTo>
                  <a:cubicBezTo>
                    <a:pt x="5702" y="100416"/>
                    <a:pt x="21038" y="46152"/>
                    <a:pt x="66407" y="19340"/>
                  </a:cubicBezTo>
                  <a:cubicBezTo>
                    <a:pt x="83020" y="9764"/>
                    <a:pt x="102830" y="9125"/>
                    <a:pt x="120082" y="17424"/>
                  </a:cubicBezTo>
                  <a:cubicBezTo>
                    <a:pt x="127750" y="21893"/>
                    <a:pt x="130945" y="30192"/>
                    <a:pt x="130306" y="42322"/>
                  </a:cubicBezTo>
                  <a:cubicBezTo>
                    <a:pt x="129667" y="54452"/>
                    <a:pt x="119443" y="66581"/>
                    <a:pt x="109858" y="78711"/>
                  </a:cubicBezTo>
                  <a:cubicBezTo>
                    <a:pt x="100273" y="90840"/>
                    <a:pt x="90050" y="103608"/>
                    <a:pt x="91328" y="116376"/>
                  </a:cubicBezTo>
                  <a:cubicBezTo>
                    <a:pt x="91967" y="122760"/>
                    <a:pt x="95800" y="128506"/>
                    <a:pt x="100913" y="132336"/>
                  </a:cubicBezTo>
                  <a:cubicBezTo>
                    <a:pt x="102190" y="132975"/>
                    <a:pt x="103468" y="133613"/>
                    <a:pt x="105385" y="134251"/>
                  </a:cubicBezTo>
                  <a:cubicBezTo>
                    <a:pt x="104108" y="147658"/>
                    <a:pt x="113692" y="160426"/>
                    <a:pt x="127750" y="161703"/>
                  </a:cubicBezTo>
                  <a:cubicBezTo>
                    <a:pt x="141808" y="162979"/>
                    <a:pt x="153949" y="153403"/>
                    <a:pt x="155227" y="139359"/>
                  </a:cubicBezTo>
                  <a:cubicBezTo>
                    <a:pt x="156505" y="125952"/>
                    <a:pt x="146920" y="113184"/>
                    <a:pt x="132862" y="111907"/>
                  </a:cubicBezTo>
                  <a:cubicBezTo>
                    <a:pt x="123916" y="111269"/>
                    <a:pt x="114970" y="115099"/>
                    <a:pt x="109858" y="122122"/>
                  </a:cubicBezTo>
                  <a:cubicBezTo>
                    <a:pt x="109219" y="122122"/>
                    <a:pt x="108580" y="121483"/>
                    <a:pt x="107941" y="121483"/>
                  </a:cubicBezTo>
                  <a:cubicBezTo>
                    <a:pt x="106024" y="119568"/>
                    <a:pt x="104746" y="117015"/>
                    <a:pt x="104108" y="114461"/>
                  </a:cubicBezTo>
                  <a:cubicBezTo>
                    <a:pt x="103468" y="107439"/>
                    <a:pt x="111775" y="97224"/>
                    <a:pt x="120082" y="86372"/>
                  </a:cubicBezTo>
                  <a:cubicBezTo>
                    <a:pt x="130306" y="73604"/>
                    <a:pt x="141808" y="58920"/>
                    <a:pt x="143086" y="43599"/>
                  </a:cubicBezTo>
                  <a:lnTo>
                    <a:pt x="143086" y="42960"/>
                  </a:lnTo>
                  <a:cubicBezTo>
                    <a:pt x="174397" y="67220"/>
                    <a:pt x="162256" y="109354"/>
                    <a:pt x="162256" y="111269"/>
                  </a:cubicBezTo>
                  <a:cubicBezTo>
                    <a:pt x="160978" y="114461"/>
                    <a:pt x="162895" y="118291"/>
                    <a:pt x="166729" y="118930"/>
                  </a:cubicBezTo>
                  <a:lnTo>
                    <a:pt x="166729" y="118930"/>
                  </a:lnTo>
                  <a:cubicBezTo>
                    <a:pt x="167368" y="118930"/>
                    <a:pt x="168007" y="118930"/>
                    <a:pt x="168646" y="118930"/>
                  </a:cubicBezTo>
                  <a:cubicBezTo>
                    <a:pt x="171841" y="118930"/>
                    <a:pt x="174397" y="117015"/>
                    <a:pt x="175036" y="114461"/>
                  </a:cubicBezTo>
                  <a:cubicBezTo>
                    <a:pt x="173758" y="114461"/>
                    <a:pt x="190372" y="57005"/>
                    <a:pt x="143725" y="28277"/>
                  </a:cubicBezTo>
                  <a:close/>
                  <a:moveTo>
                    <a:pt x="125833" y="125314"/>
                  </a:moveTo>
                  <a:cubicBezTo>
                    <a:pt x="127111" y="124675"/>
                    <a:pt x="128389" y="124675"/>
                    <a:pt x="129667" y="124675"/>
                  </a:cubicBezTo>
                  <a:cubicBezTo>
                    <a:pt x="131584" y="124675"/>
                    <a:pt x="133501" y="125314"/>
                    <a:pt x="134779" y="125952"/>
                  </a:cubicBezTo>
                  <a:cubicBezTo>
                    <a:pt x="140530" y="129144"/>
                    <a:pt x="143086" y="136167"/>
                    <a:pt x="140530" y="142551"/>
                  </a:cubicBezTo>
                  <a:cubicBezTo>
                    <a:pt x="137335" y="148296"/>
                    <a:pt x="130306" y="150850"/>
                    <a:pt x="123916" y="148296"/>
                  </a:cubicBezTo>
                  <a:cubicBezTo>
                    <a:pt x="120721" y="147019"/>
                    <a:pt x="118804" y="144466"/>
                    <a:pt x="117526" y="141274"/>
                  </a:cubicBezTo>
                  <a:cubicBezTo>
                    <a:pt x="115609" y="134251"/>
                    <a:pt x="119443" y="127867"/>
                    <a:pt x="125833" y="125314"/>
                  </a:cubicBezTo>
                  <a:cubicBezTo>
                    <a:pt x="125833" y="125314"/>
                    <a:pt x="125833" y="125314"/>
                    <a:pt x="125833" y="125314"/>
                  </a:cubicBezTo>
                  <a:lnTo>
                    <a:pt x="125833" y="125314"/>
                  </a:lnTo>
                  <a:close/>
                </a:path>
              </a:pathLst>
            </a:custGeom>
            <a:solidFill>
              <a:srgbClr val="00A3E0"/>
            </a:solidFill>
            <a:ln w="6390" cap="flat">
              <a:noFill/>
              <a:prstDash val="solid"/>
              <a:miter/>
            </a:ln>
          </p:spPr>
          <p:txBody>
            <a:bodyPr rtlCol="0" anchor="ctr"/>
            <a:lstStyle/>
            <a:p>
              <a:endParaRPr lang="en-US"/>
            </a:p>
          </p:txBody>
        </p:sp>
        <p:sp>
          <p:nvSpPr>
            <p:cNvPr id="368" name="Graphic 4">
              <a:extLst>
                <a:ext uri="{FF2B5EF4-FFF2-40B4-BE49-F238E27FC236}">
                  <a16:creationId xmlns:a16="http://schemas.microsoft.com/office/drawing/2014/main" id="{D2F3AB1B-676D-8C4F-AE68-27414336392D}"/>
                </a:ext>
              </a:extLst>
            </p:cNvPr>
            <p:cNvSpPr/>
            <p:nvPr/>
          </p:nvSpPr>
          <p:spPr>
            <a:xfrm>
              <a:off x="3757185" y="1020322"/>
              <a:ext cx="93436" cy="156407"/>
            </a:xfrm>
            <a:custGeom>
              <a:avLst/>
              <a:gdLst>
                <a:gd name="connsiteX0" fmla="*/ 53134 w 93436"/>
                <a:gd name="connsiteY0" fmla="*/ 12768 h 156407"/>
                <a:gd name="connsiteX1" fmla="*/ 59524 w 93436"/>
                <a:gd name="connsiteY1" fmla="*/ 6384 h 156407"/>
                <a:gd name="connsiteX2" fmla="*/ 53134 w 93436"/>
                <a:gd name="connsiteY2" fmla="*/ 0 h 156407"/>
                <a:gd name="connsiteX3" fmla="*/ 10961 w 93436"/>
                <a:gd name="connsiteY3" fmla="*/ 21067 h 156407"/>
                <a:gd name="connsiteX4" fmla="*/ 3931 w 93436"/>
                <a:gd name="connsiteY4" fmla="*/ 84269 h 156407"/>
                <a:gd name="connsiteX5" fmla="*/ 19906 w 93436"/>
                <a:gd name="connsiteY5" fmla="*/ 111081 h 156407"/>
                <a:gd name="connsiteX6" fmla="*/ 20545 w 93436"/>
                <a:gd name="connsiteY6" fmla="*/ 111081 h 156407"/>
                <a:gd name="connsiteX7" fmla="*/ 39715 w 93436"/>
                <a:gd name="connsiteY7" fmla="*/ 132148 h 156407"/>
                <a:gd name="connsiteX8" fmla="*/ 62080 w 93436"/>
                <a:gd name="connsiteY8" fmla="*/ 156408 h 156407"/>
                <a:gd name="connsiteX9" fmla="*/ 62719 w 93436"/>
                <a:gd name="connsiteY9" fmla="*/ 156408 h 156407"/>
                <a:gd name="connsiteX10" fmla="*/ 65275 w 93436"/>
                <a:gd name="connsiteY10" fmla="*/ 156408 h 156407"/>
                <a:gd name="connsiteX11" fmla="*/ 83806 w 93436"/>
                <a:gd name="connsiteY11" fmla="*/ 149385 h 156407"/>
                <a:gd name="connsiteX12" fmla="*/ 93391 w 93436"/>
                <a:gd name="connsiteY12" fmla="*/ 119380 h 156407"/>
                <a:gd name="connsiteX13" fmla="*/ 86362 w 93436"/>
                <a:gd name="connsiteY13" fmla="*/ 113635 h 156407"/>
                <a:gd name="connsiteX14" fmla="*/ 80611 w 93436"/>
                <a:gd name="connsiteY14" fmla="*/ 120657 h 156407"/>
                <a:gd name="connsiteX15" fmla="*/ 74860 w 93436"/>
                <a:gd name="connsiteY15" fmla="*/ 141086 h 156407"/>
                <a:gd name="connsiteX16" fmla="*/ 63997 w 93436"/>
                <a:gd name="connsiteY16" fmla="*/ 144278 h 156407"/>
                <a:gd name="connsiteX17" fmla="*/ 51217 w 93436"/>
                <a:gd name="connsiteY17" fmla="*/ 128318 h 156407"/>
                <a:gd name="connsiteX18" fmla="*/ 24379 w 93436"/>
                <a:gd name="connsiteY18" fmla="*/ 99590 h 156407"/>
                <a:gd name="connsiteX19" fmla="*/ 20545 w 93436"/>
                <a:gd name="connsiteY19" fmla="*/ 28728 h 156407"/>
                <a:gd name="connsiteX20" fmla="*/ 53134 w 93436"/>
                <a:gd name="connsiteY20" fmla="*/ 12768 h 156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3436" h="156407">
                  <a:moveTo>
                    <a:pt x="53134" y="12768"/>
                  </a:moveTo>
                  <a:cubicBezTo>
                    <a:pt x="56968" y="12768"/>
                    <a:pt x="59524" y="10214"/>
                    <a:pt x="59524" y="6384"/>
                  </a:cubicBezTo>
                  <a:cubicBezTo>
                    <a:pt x="59524" y="2554"/>
                    <a:pt x="56968" y="0"/>
                    <a:pt x="53134" y="0"/>
                  </a:cubicBezTo>
                  <a:cubicBezTo>
                    <a:pt x="35881" y="638"/>
                    <a:pt x="22462" y="3830"/>
                    <a:pt x="10961" y="21067"/>
                  </a:cubicBezTo>
                  <a:cubicBezTo>
                    <a:pt x="-5014" y="44050"/>
                    <a:pt x="98" y="70862"/>
                    <a:pt x="3931" y="84269"/>
                  </a:cubicBezTo>
                  <a:cubicBezTo>
                    <a:pt x="7126" y="93845"/>
                    <a:pt x="13516" y="108528"/>
                    <a:pt x="19906" y="111081"/>
                  </a:cubicBezTo>
                  <a:lnTo>
                    <a:pt x="20545" y="111081"/>
                  </a:lnTo>
                  <a:cubicBezTo>
                    <a:pt x="33325" y="114273"/>
                    <a:pt x="35881" y="122572"/>
                    <a:pt x="39715" y="132148"/>
                  </a:cubicBezTo>
                  <a:cubicBezTo>
                    <a:pt x="43549" y="141724"/>
                    <a:pt x="47383" y="153854"/>
                    <a:pt x="62080" y="156408"/>
                  </a:cubicBezTo>
                  <a:lnTo>
                    <a:pt x="62719" y="156408"/>
                  </a:lnTo>
                  <a:lnTo>
                    <a:pt x="65275" y="156408"/>
                  </a:lnTo>
                  <a:cubicBezTo>
                    <a:pt x="72304" y="156408"/>
                    <a:pt x="78694" y="153854"/>
                    <a:pt x="83806" y="149385"/>
                  </a:cubicBezTo>
                  <a:cubicBezTo>
                    <a:pt x="94669" y="139171"/>
                    <a:pt x="93391" y="121296"/>
                    <a:pt x="93391" y="119380"/>
                  </a:cubicBezTo>
                  <a:cubicBezTo>
                    <a:pt x="93391" y="115550"/>
                    <a:pt x="90196" y="112996"/>
                    <a:pt x="86362" y="113635"/>
                  </a:cubicBezTo>
                  <a:cubicBezTo>
                    <a:pt x="82528" y="113635"/>
                    <a:pt x="79972" y="116827"/>
                    <a:pt x="80611" y="120657"/>
                  </a:cubicBezTo>
                  <a:cubicBezTo>
                    <a:pt x="81250" y="127680"/>
                    <a:pt x="79333" y="135340"/>
                    <a:pt x="74860" y="141086"/>
                  </a:cubicBezTo>
                  <a:cubicBezTo>
                    <a:pt x="71665" y="143640"/>
                    <a:pt x="67831" y="144916"/>
                    <a:pt x="63997" y="144278"/>
                  </a:cubicBezTo>
                  <a:cubicBezTo>
                    <a:pt x="56968" y="143001"/>
                    <a:pt x="54412" y="137894"/>
                    <a:pt x="51217" y="128318"/>
                  </a:cubicBezTo>
                  <a:cubicBezTo>
                    <a:pt x="47383" y="117465"/>
                    <a:pt x="42271" y="104059"/>
                    <a:pt x="24379" y="99590"/>
                  </a:cubicBezTo>
                  <a:cubicBezTo>
                    <a:pt x="19267" y="93206"/>
                    <a:pt x="1376" y="57456"/>
                    <a:pt x="20545" y="28728"/>
                  </a:cubicBezTo>
                  <a:cubicBezTo>
                    <a:pt x="28852" y="17237"/>
                    <a:pt x="36520" y="13406"/>
                    <a:pt x="53134" y="12768"/>
                  </a:cubicBezTo>
                  <a:close/>
                </a:path>
              </a:pathLst>
            </a:custGeom>
            <a:solidFill>
              <a:srgbClr val="00A3E0"/>
            </a:solidFill>
            <a:ln w="6390" cap="flat">
              <a:noFill/>
              <a:prstDash val="solid"/>
              <a:miter/>
            </a:ln>
          </p:spPr>
          <p:txBody>
            <a:bodyPr rtlCol="0" anchor="ctr"/>
            <a:lstStyle/>
            <a:p>
              <a:endParaRPr lang="en-US"/>
            </a:p>
          </p:txBody>
        </p:sp>
      </p:grpSp>
      <p:grpSp>
        <p:nvGrpSpPr>
          <p:cNvPr id="369" name="Graphic 4">
            <a:extLst>
              <a:ext uri="{FF2B5EF4-FFF2-40B4-BE49-F238E27FC236}">
                <a16:creationId xmlns:a16="http://schemas.microsoft.com/office/drawing/2014/main" id="{7BD45B43-6071-2F4A-9D91-A50B6E35EB6B}"/>
              </a:ext>
            </a:extLst>
          </p:cNvPr>
          <p:cNvGrpSpPr>
            <a:grpSpLocks noChangeAspect="1"/>
          </p:cNvGrpSpPr>
          <p:nvPr/>
        </p:nvGrpSpPr>
        <p:grpSpPr>
          <a:xfrm>
            <a:off x="4045469" y="1402723"/>
            <a:ext cx="362309" cy="361971"/>
            <a:chOff x="4045469" y="1402723"/>
            <a:chExt cx="362309" cy="361971"/>
          </a:xfrm>
          <a:solidFill>
            <a:srgbClr val="00A3E0"/>
          </a:solidFill>
        </p:grpSpPr>
        <p:sp>
          <p:nvSpPr>
            <p:cNvPr id="370" name="Graphic 4">
              <a:extLst>
                <a:ext uri="{FF2B5EF4-FFF2-40B4-BE49-F238E27FC236}">
                  <a16:creationId xmlns:a16="http://schemas.microsoft.com/office/drawing/2014/main" id="{4730A363-35EA-5C49-8659-D675BD044803}"/>
                </a:ext>
              </a:extLst>
            </p:cNvPr>
            <p:cNvSpPr/>
            <p:nvPr/>
          </p:nvSpPr>
          <p:spPr>
            <a:xfrm>
              <a:off x="4122148" y="1552108"/>
              <a:ext cx="76679" cy="76607"/>
            </a:xfrm>
            <a:custGeom>
              <a:avLst/>
              <a:gdLst>
                <a:gd name="connsiteX0" fmla="*/ 38340 w 76679"/>
                <a:gd name="connsiteY0" fmla="*/ 0 h 76607"/>
                <a:gd name="connsiteX1" fmla="*/ 0 w 76679"/>
                <a:gd name="connsiteY1" fmla="*/ 38304 h 76607"/>
                <a:gd name="connsiteX2" fmla="*/ 38340 w 76679"/>
                <a:gd name="connsiteY2" fmla="*/ 76608 h 76607"/>
                <a:gd name="connsiteX3" fmla="*/ 76679 w 76679"/>
                <a:gd name="connsiteY3" fmla="*/ 38304 h 76607"/>
                <a:gd name="connsiteX4" fmla="*/ 38340 w 76679"/>
                <a:gd name="connsiteY4" fmla="*/ 0 h 76607"/>
                <a:gd name="connsiteX5" fmla="*/ 63261 w 76679"/>
                <a:gd name="connsiteY5" fmla="*/ 54264 h 76607"/>
                <a:gd name="connsiteX6" fmla="*/ 63261 w 76679"/>
                <a:gd name="connsiteY6" fmla="*/ 63201 h 76607"/>
                <a:gd name="connsiteX7" fmla="*/ 58788 w 76679"/>
                <a:gd name="connsiteY7" fmla="*/ 65117 h 76607"/>
                <a:gd name="connsiteX8" fmla="*/ 54314 w 76679"/>
                <a:gd name="connsiteY8" fmla="*/ 63201 h 76607"/>
                <a:gd name="connsiteX9" fmla="*/ 38340 w 76679"/>
                <a:gd name="connsiteY9" fmla="*/ 47241 h 76607"/>
                <a:gd name="connsiteX10" fmla="*/ 22365 w 76679"/>
                <a:gd name="connsiteY10" fmla="*/ 63201 h 76607"/>
                <a:gd name="connsiteX11" fmla="*/ 13419 w 76679"/>
                <a:gd name="connsiteY11" fmla="*/ 63201 h 76607"/>
                <a:gd name="connsiteX12" fmla="*/ 13419 w 76679"/>
                <a:gd name="connsiteY12" fmla="*/ 63201 h 76607"/>
                <a:gd name="connsiteX13" fmla="*/ 13419 w 76679"/>
                <a:gd name="connsiteY13" fmla="*/ 54264 h 76607"/>
                <a:gd name="connsiteX14" fmla="*/ 29394 w 76679"/>
                <a:gd name="connsiteY14" fmla="*/ 38304 h 76607"/>
                <a:gd name="connsiteX15" fmla="*/ 13419 w 76679"/>
                <a:gd name="connsiteY15" fmla="*/ 22344 h 76607"/>
                <a:gd name="connsiteX16" fmla="*/ 13419 w 76679"/>
                <a:gd name="connsiteY16" fmla="*/ 13406 h 76607"/>
                <a:gd name="connsiteX17" fmla="*/ 22365 w 76679"/>
                <a:gd name="connsiteY17" fmla="*/ 13406 h 76607"/>
                <a:gd name="connsiteX18" fmla="*/ 22365 w 76679"/>
                <a:gd name="connsiteY18" fmla="*/ 13406 h 76607"/>
                <a:gd name="connsiteX19" fmla="*/ 38340 w 76679"/>
                <a:gd name="connsiteY19" fmla="*/ 29366 h 76607"/>
                <a:gd name="connsiteX20" fmla="*/ 54314 w 76679"/>
                <a:gd name="connsiteY20" fmla="*/ 13406 h 76607"/>
                <a:gd name="connsiteX21" fmla="*/ 63261 w 76679"/>
                <a:gd name="connsiteY21" fmla="*/ 14683 h 76607"/>
                <a:gd name="connsiteX22" fmla="*/ 63261 w 76679"/>
                <a:gd name="connsiteY22" fmla="*/ 22344 h 76607"/>
                <a:gd name="connsiteX23" fmla="*/ 47286 w 76679"/>
                <a:gd name="connsiteY23" fmla="*/ 38304 h 76607"/>
                <a:gd name="connsiteX24" fmla="*/ 63261 w 76679"/>
                <a:gd name="connsiteY24" fmla="*/ 54264 h 76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6679" h="76607">
                  <a:moveTo>
                    <a:pt x="38340" y="0"/>
                  </a:moveTo>
                  <a:cubicBezTo>
                    <a:pt x="17253" y="0"/>
                    <a:pt x="0" y="17237"/>
                    <a:pt x="0" y="38304"/>
                  </a:cubicBezTo>
                  <a:cubicBezTo>
                    <a:pt x="0" y="59371"/>
                    <a:pt x="17253" y="76608"/>
                    <a:pt x="38340" y="76608"/>
                  </a:cubicBezTo>
                  <a:cubicBezTo>
                    <a:pt x="59427" y="76608"/>
                    <a:pt x="76679" y="59371"/>
                    <a:pt x="76679" y="38304"/>
                  </a:cubicBezTo>
                  <a:cubicBezTo>
                    <a:pt x="76679" y="17237"/>
                    <a:pt x="59427" y="0"/>
                    <a:pt x="38340" y="0"/>
                  </a:cubicBezTo>
                  <a:close/>
                  <a:moveTo>
                    <a:pt x="63261" y="54264"/>
                  </a:moveTo>
                  <a:cubicBezTo>
                    <a:pt x="65817" y="56817"/>
                    <a:pt x="65817" y="60648"/>
                    <a:pt x="63261" y="63201"/>
                  </a:cubicBezTo>
                  <a:cubicBezTo>
                    <a:pt x="61982" y="64478"/>
                    <a:pt x="60704" y="65117"/>
                    <a:pt x="58788" y="65117"/>
                  </a:cubicBezTo>
                  <a:cubicBezTo>
                    <a:pt x="56871" y="65117"/>
                    <a:pt x="55593" y="64478"/>
                    <a:pt x="54314" y="63201"/>
                  </a:cubicBezTo>
                  <a:lnTo>
                    <a:pt x="38340" y="47241"/>
                  </a:lnTo>
                  <a:lnTo>
                    <a:pt x="22365" y="63201"/>
                  </a:lnTo>
                  <a:cubicBezTo>
                    <a:pt x="19809" y="65755"/>
                    <a:pt x="15975" y="65755"/>
                    <a:pt x="13419" y="63201"/>
                  </a:cubicBezTo>
                  <a:cubicBezTo>
                    <a:pt x="13419" y="63201"/>
                    <a:pt x="13419" y="63201"/>
                    <a:pt x="13419" y="63201"/>
                  </a:cubicBezTo>
                  <a:cubicBezTo>
                    <a:pt x="10863" y="60648"/>
                    <a:pt x="10863" y="56817"/>
                    <a:pt x="13419" y="54264"/>
                  </a:cubicBezTo>
                  <a:lnTo>
                    <a:pt x="29394" y="38304"/>
                  </a:lnTo>
                  <a:lnTo>
                    <a:pt x="13419" y="22344"/>
                  </a:lnTo>
                  <a:cubicBezTo>
                    <a:pt x="10863" y="19790"/>
                    <a:pt x="10863" y="15960"/>
                    <a:pt x="13419" y="13406"/>
                  </a:cubicBezTo>
                  <a:cubicBezTo>
                    <a:pt x="15975" y="10853"/>
                    <a:pt x="19809" y="10853"/>
                    <a:pt x="22365" y="13406"/>
                  </a:cubicBezTo>
                  <a:cubicBezTo>
                    <a:pt x="22365" y="13406"/>
                    <a:pt x="22365" y="13406"/>
                    <a:pt x="22365" y="13406"/>
                  </a:cubicBezTo>
                  <a:lnTo>
                    <a:pt x="38340" y="29366"/>
                  </a:lnTo>
                  <a:lnTo>
                    <a:pt x="54314" y="13406"/>
                  </a:lnTo>
                  <a:cubicBezTo>
                    <a:pt x="56871" y="11491"/>
                    <a:pt x="61344" y="11491"/>
                    <a:pt x="63261" y="14683"/>
                  </a:cubicBezTo>
                  <a:cubicBezTo>
                    <a:pt x="65177" y="17237"/>
                    <a:pt x="65177" y="20429"/>
                    <a:pt x="63261" y="22344"/>
                  </a:cubicBezTo>
                  <a:lnTo>
                    <a:pt x="47286" y="38304"/>
                  </a:lnTo>
                  <a:lnTo>
                    <a:pt x="63261" y="54264"/>
                  </a:lnTo>
                  <a:close/>
                </a:path>
              </a:pathLst>
            </a:custGeom>
            <a:solidFill>
              <a:srgbClr val="00A3E0"/>
            </a:solidFill>
            <a:ln w="6390" cap="flat">
              <a:noFill/>
              <a:prstDash val="solid"/>
              <a:miter/>
            </a:ln>
          </p:spPr>
          <p:txBody>
            <a:bodyPr rtlCol="0" anchor="ctr"/>
            <a:lstStyle/>
            <a:p>
              <a:endParaRPr lang="en-US"/>
            </a:p>
          </p:txBody>
        </p:sp>
        <p:sp>
          <p:nvSpPr>
            <p:cNvPr id="371" name="Graphic 4">
              <a:extLst>
                <a:ext uri="{FF2B5EF4-FFF2-40B4-BE49-F238E27FC236}">
                  <a16:creationId xmlns:a16="http://schemas.microsoft.com/office/drawing/2014/main" id="{02EF543A-C348-9D43-8CF7-A9B9866F587B}"/>
                </a:ext>
              </a:extLst>
            </p:cNvPr>
            <p:cNvSpPr/>
            <p:nvPr/>
          </p:nvSpPr>
          <p:spPr>
            <a:xfrm>
              <a:off x="4045469" y="14027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63899 w 362309"/>
                <a:gd name="connsiteY6" fmla="*/ 187689 h 361971"/>
                <a:gd name="connsiteX7" fmla="*/ 115019 w 362309"/>
                <a:gd name="connsiteY7" fmla="*/ 136617 h 361971"/>
                <a:gd name="connsiteX8" fmla="*/ 166138 w 362309"/>
                <a:gd name="connsiteY8" fmla="*/ 187689 h 361971"/>
                <a:gd name="connsiteX9" fmla="*/ 115019 w 362309"/>
                <a:gd name="connsiteY9" fmla="*/ 238761 h 361971"/>
                <a:gd name="connsiteX10" fmla="*/ 63899 w 362309"/>
                <a:gd name="connsiteY10" fmla="*/ 187689 h 361971"/>
                <a:gd name="connsiteX11" fmla="*/ 63899 w 362309"/>
                <a:gd name="connsiteY11" fmla="*/ 187689 h 361971"/>
                <a:gd name="connsiteX12" fmla="*/ 63899 w 362309"/>
                <a:gd name="connsiteY12" fmla="*/ 187689 h 361971"/>
                <a:gd name="connsiteX13" fmla="*/ 179557 w 362309"/>
                <a:gd name="connsiteY13" fmla="*/ 232377 h 361971"/>
                <a:gd name="connsiteX14" fmla="*/ 183391 w 362309"/>
                <a:gd name="connsiteY14" fmla="*/ 232377 h 361971"/>
                <a:gd name="connsiteX15" fmla="*/ 192976 w 362309"/>
                <a:gd name="connsiteY15" fmla="*/ 222801 h 361971"/>
                <a:gd name="connsiteX16" fmla="*/ 221092 w 362309"/>
                <a:gd name="connsiteY16" fmla="*/ 196627 h 361971"/>
                <a:gd name="connsiteX17" fmla="*/ 240262 w 362309"/>
                <a:gd name="connsiteY17" fmla="*/ 169176 h 361971"/>
                <a:gd name="connsiteX18" fmla="*/ 221092 w 362309"/>
                <a:gd name="connsiteY18" fmla="*/ 136617 h 361971"/>
                <a:gd name="connsiteX19" fmla="*/ 202561 w 362309"/>
                <a:gd name="connsiteY19" fmla="*/ 135979 h 361971"/>
                <a:gd name="connsiteX20" fmla="*/ 193615 w 362309"/>
                <a:gd name="connsiteY20" fmla="*/ 145555 h 361971"/>
                <a:gd name="connsiteX21" fmla="*/ 198088 w 362309"/>
                <a:gd name="connsiteY21" fmla="*/ 164707 h 361971"/>
                <a:gd name="connsiteX22" fmla="*/ 194893 w 362309"/>
                <a:gd name="connsiteY22" fmla="*/ 173006 h 361971"/>
                <a:gd name="connsiteX23" fmla="*/ 186586 w 362309"/>
                <a:gd name="connsiteY23" fmla="*/ 169814 h 361971"/>
                <a:gd name="connsiteX24" fmla="*/ 186586 w 362309"/>
                <a:gd name="connsiteY24" fmla="*/ 169814 h 361971"/>
                <a:gd name="connsiteX25" fmla="*/ 180836 w 362309"/>
                <a:gd name="connsiteY25" fmla="*/ 144916 h 361971"/>
                <a:gd name="connsiteX26" fmla="*/ 180836 w 362309"/>
                <a:gd name="connsiteY26" fmla="*/ 144916 h 361971"/>
                <a:gd name="connsiteX27" fmla="*/ 185308 w 362309"/>
                <a:gd name="connsiteY27" fmla="*/ 119380 h 361971"/>
                <a:gd name="connsiteX28" fmla="*/ 212146 w 362309"/>
                <a:gd name="connsiteY28" fmla="*/ 100229 h 361971"/>
                <a:gd name="connsiteX29" fmla="*/ 247291 w 362309"/>
                <a:gd name="connsiteY29" fmla="*/ 105336 h 361971"/>
                <a:gd name="connsiteX30" fmla="*/ 268377 w 362309"/>
                <a:gd name="connsiteY30" fmla="*/ 143640 h 361971"/>
                <a:gd name="connsiteX31" fmla="*/ 262627 w 362309"/>
                <a:gd name="connsiteY31" fmla="*/ 150662 h 361971"/>
                <a:gd name="connsiteX32" fmla="*/ 255597 w 362309"/>
                <a:gd name="connsiteY32" fmla="*/ 144916 h 361971"/>
                <a:gd name="connsiteX33" fmla="*/ 239623 w 362309"/>
                <a:gd name="connsiteY33" fmla="*/ 115550 h 361971"/>
                <a:gd name="connsiteX34" fmla="*/ 214702 w 362309"/>
                <a:gd name="connsiteY34" fmla="*/ 112358 h 361971"/>
                <a:gd name="connsiteX35" fmla="*/ 197449 w 362309"/>
                <a:gd name="connsiteY35" fmla="*/ 123849 h 361971"/>
                <a:gd name="connsiteX36" fmla="*/ 224926 w 362309"/>
                <a:gd name="connsiteY36" fmla="*/ 123849 h 361971"/>
                <a:gd name="connsiteX37" fmla="*/ 253042 w 362309"/>
                <a:gd name="connsiteY37" fmla="*/ 169814 h 361971"/>
                <a:gd name="connsiteX38" fmla="*/ 223648 w 362309"/>
                <a:gd name="connsiteY38" fmla="*/ 208756 h 361971"/>
                <a:gd name="connsiteX39" fmla="*/ 205117 w 362309"/>
                <a:gd name="connsiteY39" fmla="*/ 225993 h 361971"/>
                <a:gd name="connsiteX40" fmla="*/ 186586 w 362309"/>
                <a:gd name="connsiteY40" fmla="*/ 243868 h 361971"/>
                <a:gd name="connsiteX41" fmla="*/ 180836 w 362309"/>
                <a:gd name="connsiteY41" fmla="*/ 244506 h 361971"/>
                <a:gd name="connsiteX42" fmla="*/ 170611 w 362309"/>
                <a:gd name="connsiteY42" fmla="*/ 240676 h 361971"/>
                <a:gd name="connsiteX43" fmla="*/ 165500 w 362309"/>
                <a:gd name="connsiteY43" fmla="*/ 214502 h 361971"/>
                <a:gd name="connsiteX44" fmla="*/ 172528 w 362309"/>
                <a:gd name="connsiteY44" fmla="*/ 208756 h 361971"/>
                <a:gd name="connsiteX45" fmla="*/ 178279 w 362309"/>
                <a:gd name="connsiteY45" fmla="*/ 215779 h 361971"/>
                <a:gd name="connsiteX46" fmla="*/ 179557 w 362309"/>
                <a:gd name="connsiteY46" fmla="*/ 232377 h 361971"/>
                <a:gd name="connsiteX47" fmla="*/ 179557 w 362309"/>
                <a:gd name="connsiteY47" fmla="*/ 232377 h 361971"/>
                <a:gd name="connsiteX48" fmla="*/ 276045 w 362309"/>
                <a:gd name="connsiteY48" fmla="*/ 205564 h 361971"/>
                <a:gd name="connsiteX49" fmla="*/ 258154 w 362309"/>
                <a:gd name="connsiteY49" fmla="*/ 224078 h 361971"/>
                <a:gd name="connsiteX50" fmla="*/ 226843 w 362309"/>
                <a:gd name="connsiteY50" fmla="*/ 269404 h 361971"/>
                <a:gd name="connsiteX51" fmla="*/ 187864 w 362309"/>
                <a:gd name="connsiteY51" fmla="*/ 298132 h 361971"/>
                <a:gd name="connsiteX52" fmla="*/ 179557 w 362309"/>
                <a:gd name="connsiteY52" fmla="*/ 297494 h 361971"/>
                <a:gd name="connsiteX53" fmla="*/ 148247 w 362309"/>
                <a:gd name="connsiteY53" fmla="*/ 257274 h 361971"/>
                <a:gd name="connsiteX54" fmla="*/ 153358 w 362309"/>
                <a:gd name="connsiteY54" fmla="*/ 249614 h 361971"/>
                <a:gd name="connsiteX55" fmla="*/ 161027 w 362309"/>
                <a:gd name="connsiteY55" fmla="*/ 254721 h 361971"/>
                <a:gd name="connsiteX56" fmla="*/ 182752 w 362309"/>
                <a:gd name="connsiteY56" fmla="*/ 284087 h 361971"/>
                <a:gd name="connsiteX57" fmla="*/ 215341 w 362309"/>
                <a:gd name="connsiteY57" fmla="*/ 264935 h 361971"/>
                <a:gd name="connsiteX58" fmla="*/ 249847 w 362309"/>
                <a:gd name="connsiteY58" fmla="*/ 214502 h 361971"/>
                <a:gd name="connsiteX59" fmla="*/ 266460 w 362309"/>
                <a:gd name="connsiteY59" fmla="*/ 196627 h 361971"/>
                <a:gd name="connsiteX60" fmla="*/ 281157 w 362309"/>
                <a:gd name="connsiteY60" fmla="*/ 114912 h 361971"/>
                <a:gd name="connsiteX61" fmla="*/ 244096 w 362309"/>
                <a:gd name="connsiteY61" fmla="*/ 78523 h 361971"/>
                <a:gd name="connsiteX62" fmla="*/ 198727 w 362309"/>
                <a:gd name="connsiteY62" fmla="*/ 81715 h 361971"/>
                <a:gd name="connsiteX63" fmla="*/ 170611 w 362309"/>
                <a:gd name="connsiteY63" fmla="*/ 118742 h 361971"/>
                <a:gd name="connsiteX64" fmla="*/ 162943 w 362309"/>
                <a:gd name="connsiteY64" fmla="*/ 123211 h 361971"/>
                <a:gd name="connsiteX65" fmla="*/ 158471 w 362309"/>
                <a:gd name="connsiteY65" fmla="*/ 115550 h 361971"/>
                <a:gd name="connsiteX66" fmla="*/ 192976 w 362309"/>
                <a:gd name="connsiteY66" fmla="*/ 70862 h 361971"/>
                <a:gd name="connsiteX67" fmla="*/ 247930 w 362309"/>
                <a:gd name="connsiteY67" fmla="*/ 66393 h 361971"/>
                <a:gd name="connsiteX68" fmla="*/ 293937 w 362309"/>
                <a:gd name="connsiteY68" fmla="*/ 110443 h 361971"/>
                <a:gd name="connsiteX69" fmla="*/ 276045 w 362309"/>
                <a:gd name="connsiteY69" fmla="*/ 205564 h 361971"/>
                <a:gd name="connsiteX70" fmla="*/ 276045 w 362309"/>
                <a:gd name="connsiteY70" fmla="*/ 20556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lose/>
                  <a:moveTo>
                    <a:pt x="63899" y="187689"/>
                  </a:moveTo>
                  <a:cubicBezTo>
                    <a:pt x="63899" y="159600"/>
                    <a:pt x="86903" y="136617"/>
                    <a:pt x="115019" y="136617"/>
                  </a:cubicBezTo>
                  <a:cubicBezTo>
                    <a:pt x="143135" y="136617"/>
                    <a:pt x="166138" y="159600"/>
                    <a:pt x="166138" y="187689"/>
                  </a:cubicBezTo>
                  <a:cubicBezTo>
                    <a:pt x="166138" y="215779"/>
                    <a:pt x="143135" y="238761"/>
                    <a:pt x="115019" y="238761"/>
                  </a:cubicBezTo>
                  <a:cubicBezTo>
                    <a:pt x="86903" y="238761"/>
                    <a:pt x="63899" y="215779"/>
                    <a:pt x="63899" y="187689"/>
                  </a:cubicBezTo>
                  <a:lnTo>
                    <a:pt x="63899" y="187689"/>
                  </a:lnTo>
                  <a:lnTo>
                    <a:pt x="63899" y="187689"/>
                  </a:lnTo>
                  <a:close/>
                  <a:moveTo>
                    <a:pt x="179557" y="232377"/>
                  </a:moveTo>
                  <a:cubicBezTo>
                    <a:pt x="180196" y="233015"/>
                    <a:pt x="181474" y="233015"/>
                    <a:pt x="183391" y="232377"/>
                  </a:cubicBezTo>
                  <a:cubicBezTo>
                    <a:pt x="187864" y="231100"/>
                    <a:pt x="191698" y="227270"/>
                    <a:pt x="192976" y="222801"/>
                  </a:cubicBezTo>
                  <a:cubicBezTo>
                    <a:pt x="196810" y="209395"/>
                    <a:pt x="207673" y="199180"/>
                    <a:pt x="221092" y="196627"/>
                  </a:cubicBezTo>
                  <a:cubicBezTo>
                    <a:pt x="238984" y="192796"/>
                    <a:pt x="240262" y="170452"/>
                    <a:pt x="240262" y="169176"/>
                  </a:cubicBezTo>
                  <a:cubicBezTo>
                    <a:pt x="242179" y="155131"/>
                    <a:pt x="234511" y="141724"/>
                    <a:pt x="221092" y="136617"/>
                  </a:cubicBezTo>
                  <a:cubicBezTo>
                    <a:pt x="215341" y="134064"/>
                    <a:pt x="208951" y="134064"/>
                    <a:pt x="202561" y="135979"/>
                  </a:cubicBezTo>
                  <a:cubicBezTo>
                    <a:pt x="198727" y="137894"/>
                    <a:pt x="195532" y="141724"/>
                    <a:pt x="193615" y="145555"/>
                  </a:cubicBezTo>
                  <a:cubicBezTo>
                    <a:pt x="194254" y="151939"/>
                    <a:pt x="196171" y="158323"/>
                    <a:pt x="198088" y="164707"/>
                  </a:cubicBezTo>
                  <a:cubicBezTo>
                    <a:pt x="199366" y="167899"/>
                    <a:pt x="198088" y="171729"/>
                    <a:pt x="194893" y="173006"/>
                  </a:cubicBezTo>
                  <a:cubicBezTo>
                    <a:pt x="191698" y="174283"/>
                    <a:pt x="187864" y="173006"/>
                    <a:pt x="186586" y="169814"/>
                  </a:cubicBezTo>
                  <a:lnTo>
                    <a:pt x="186586" y="169814"/>
                  </a:lnTo>
                  <a:cubicBezTo>
                    <a:pt x="183391" y="162153"/>
                    <a:pt x="181474" y="153854"/>
                    <a:pt x="180836" y="144916"/>
                  </a:cubicBezTo>
                  <a:lnTo>
                    <a:pt x="180836" y="144916"/>
                  </a:lnTo>
                  <a:cubicBezTo>
                    <a:pt x="180196" y="135979"/>
                    <a:pt x="181474" y="127041"/>
                    <a:pt x="185308" y="119380"/>
                  </a:cubicBezTo>
                  <a:cubicBezTo>
                    <a:pt x="191059" y="109166"/>
                    <a:pt x="200644" y="102144"/>
                    <a:pt x="212146" y="100229"/>
                  </a:cubicBezTo>
                  <a:cubicBezTo>
                    <a:pt x="224287" y="96398"/>
                    <a:pt x="237067" y="98313"/>
                    <a:pt x="247291" y="105336"/>
                  </a:cubicBezTo>
                  <a:cubicBezTo>
                    <a:pt x="265182" y="117465"/>
                    <a:pt x="268377" y="143001"/>
                    <a:pt x="268377" y="143640"/>
                  </a:cubicBezTo>
                  <a:cubicBezTo>
                    <a:pt x="269017" y="146832"/>
                    <a:pt x="266460" y="150024"/>
                    <a:pt x="262627" y="150662"/>
                  </a:cubicBezTo>
                  <a:cubicBezTo>
                    <a:pt x="259432" y="151300"/>
                    <a:pt x="256237" y="148747"/>
                    <a:pt x="255597" y="144916"/>
                  </a:cubicBezTo>
                  <a:cubicBezTo>
                    <a:pt x="255597" y="144916"/>
                    <a:pt x="253042" y="124488"/>
                    <a:pt x="239623" y="115550"/>
                  </a:cubicBezTo>
                  <a:cubicBezTo>
                    <a:pt x="231955" y="111081"/>
                    <a:pt x="223009" y="109804"/>
                    <a:pt x="214702" y="112358"/>
                  </a:cubicBezTo>
                  <a:cubicBezTo>
                    <a:pt x="207673" y="113635"/>
                    <a:pt x="201283" y="118104"/>
                    <a:pt x="197449" y="123849"/>
                  </a:cubicBezTo>
                  <a:cubicBezTo>
                    <a:pt x="206395" y="120019"/>
                    <a:pt x="215980" y="120019"/>
                    <a:pt x="224926" y="123849"/>
                  </a:cubicBezTo>
                  <a:cubicBezTo>
                    <a:pt x="244096" y="130872"/>
                    <a:pt x="255597" y="150024"/>
                    <a:pt x="253042" y="169814"/>
                  </a:cubicBezTo>
                  <a:cubicBezTo>
                    <a:pt x="253042" y="170452"/>
                    <a:pt x="251125" y="203011"/>
                    <a:pt x="223648" y="208756"/>
                  </a:cubicBezTo>
                  <a:cubicBezTo>
                    <a:pt x="214702" y="210671"/>
                    <a:pt x="207673" y="217694"/>
                    <a:pt x="205117" y="225993"/>
                  </a:cubicBezTo>
                  <a:cubicBezTo>
                    <a:pt x="202561" y="234930"/>
                    <a:pt x="195532" y="241953"/>
                    <a:pt x="186586" y="243868"/>
                  </a:cubicBezTo>
                  <a:cubicBezTo>
                    <a:pt x="184669" y="244506"/>
                    <a:pt x="182752" y="244506"/>
                    <a:pt x="180836" y="244506"/>
                  </a:cubicBezTo>
                  <a:cubicBezTo>
                    <a:pt x="177001" y="244506"/>
                    <a:pt x="173806" y="243230"/>
                    <a:pt x="170611" y="240676"/>
                  </a:cubicBezTo>
                  <a:cubicBezTo>
                    <a:pt x="165500" y="235569"/>
                    <a:pt x="163583" y="227270"/>
                    <a:pt x="165500" y="214502"/>
                  </a:cubicBezTo>
                  <a:cubicBezTo>
                    <a:pt x="166138" y="211310"/>
                    <a:pt x="169333" y="208756"/>
                    <a:pt x="172528" y="208756"/>
                  </a:cubicBezTo>
                  <a:cubicBezTo>
                    <a:pt x="175723" y="209395"/>
                    <a:pt x="178279" y="212587"/>
                    <a:pt x="178279" y="215779"/>
                  </a:cubicBezTo>
                  <a:cubicBezTo>
                    <a:pt x="177001" y="229185"/>
                    <a:pt x="179557" y="231738"/>
                    <a:pt x="179557" y="232377"/>
                  </a:cubicBezTo>
                  <a:lnTo>
                    <a:pt x="179557" y="232377"/>
                  </a:lnTo>
                  <a:close/>
                  <a:moveTo>
                    <a:pt x="276045" y="205564"/>
                  </a:moveTo>
                  <a:cubicBezTo>
                    <a:pt x="270295" y="211948"/>
                    <a:pt x="264544" y="218332"/>
                    <a:pt x="258154" y="224078"/>
                  </a:cubicBezTo>
                  <a:cubicBezTo>
                    <a:pt x="244096" y="236207"/>
                    <a:pt x="233233" y="252167"/>
                    <a:pt x="226843" y="269404"/>
                  </a:cubicBezTo>
                  <a:cubicBezTo>
                    <a:pt x="221092" y="286002"/>
                    <a:pt x="205756" y="297494"/>
                    <a:pt x="187864" y="298132"/>
                  </a:cubicBezTo>
                  <a:cubicBezTo>
                    <a:pt x="185308" y="298132"/>
                    <a:pt x="182113" y="298132"/>
                    <a:pt x="179557" y="297494"/>
                  </a:cubicBezTo>
                  <a:cubicBezTo>
                    <a:pt x="168056" y="294940"/>
                    <a:pt x="152720" y="286002"/>
                    <a:pt x="148247" y="257274"/>
                  </a:cubicBezTo>
                  <a:cubicBezTo>
                    <a:pt x="147608" y="253444"/>
                    <a:pt x="150164" y="250252"/>
                    <a:pt x="153358" y="249614"/>
                  </a:cubicBezTo>
                  <a:cubicBezTo>
                    <a:pt x="157193" y="248975"/>
                    <a:pt x="160388" y="251529"/>
                    <a:pt x="161027" y="254721"/>
                  </a:cubicBezTo>
                  <a:cubicBezTo>
                    <a:pt x="164221" y="271958"/>
                    <a:pt x="171251" y="281534"/>
                    <a:pt x="182752" y="284087"/>
                  </a:cubicBezTo>
                  <a:cubicBezTo>
                    <a:pt x="196810" y="286641"/>
                    <a:pt x="210868" y="278342"/>
                    <a:pt x="215341" y="264935"/>
                  </a:cubicBezTo>
                  <a:cubicBezTo>
                    <a:pt x="222370" y="245783"/>
                    <a:pt x="234511" y="228546"/>
                    <a:pt x="249847" y="214502"/>
                  </a:cubicBezTo>
                  <a:cubicBezTo>
                    <a:pt x="255597" y="208756"/>
                    <a:pt x="261349" y="203011"/>
                    <a:pt x="266460" y="196627"/>
                  </a:cubicBezTo>
                  <a:cubicBezTo>
                    <a:pt x="285630" y="173644"/>
                    <a:pt x="291381" y="143001"/>
                    <a:pt x="281157" y="114912"/>
                  </a:cubicBezTo>
                  <a:cubicBezTo>
                    <a:pt x="275407" y="97037"/>
                    <a:pt x="261987" y="83630"/>
                    <a:pt x="244096" y="78523"/>
                  </a:cubicBezTo>
                  <a:cubicBezTo>
                    <a:pt x="229399" y="73416"/>
                    <a:pt x="212785" y="74693"/>
                    <a:pt x="198727" y="81715"/>
                  </a:cubicBezTo>
                  <a:cubicBezTo>
                    <a:pt x="185308" y="90014"/>
                    <a:pt x="175084" y="103420"/>
                    <a:pt x="170611" y="118742"/>
                  </a:cubicBezTo>
                  <a:cubicBezTo>
                    <a:pt x="169973" y="121934"/>
                    <a:pt x="166138" y="123849"/>
                    <a:pt x="162943" y="123211"/>
                  </a:cubicBezTo>
                  <a:cubicBezTo>
                    <a:pt x="159748" y="122572"/>
                    <a:pt x="157832" y="118742"/>
                    <a:pt x="158471" y="115550"/>
                  </a:cubicBezTo>
                  <a:cubicBezTo>
                    <a:pt x="164221" y="97037"/>
                    <a:pt x="176363" y="81077"/>
                    <a:pt x="192976" y="70862"/>
                  </a:cubicBezTo>
                  <a:cubicBezTo>
                    <a:pt x="210229" y="61925"/>
                    <a:pt x="230038" y="60648"/>
                    <a:pt x="247930" y="66393"/>
                  </a:cubicBezTo>
                  <a:cubicBezTo>
                    <a:pt x="269655" y="72777"/>
                    <a:pt x="286908" y="89376"/>
                    <a:pt x="293937" y="110443"/>
                  </a:cubicBezTo>
                  <a:cubicBezTo>
                    <a:pt x="304800" y="143640"/>
                    <a:pt x="297771" y="179390"/>
                    <a:pt x="276045" y="205564"/>
                  </a:cubicBezTo>
                  <a:lnTo>
                    <a:pt x="276045" y="205564"/>
                  </a:lnTo>
                  <a:close/>
                </a:path>
              </a:pathLst>
            </a:custGeom>
            <a:solidFill>
              <a:srgbClr val="00A3E0"/>
            </a:solidFill>
            <a:ln w="6390" cap="flat">
              <a:noFill/>
              <a:prstDash val="solid"/>
              <a:miter/>
            </a:ln>
          </p:spPr>
          <p:txBody>
            <a:bodyPr rtlCol="0" anchor="ctr"/>
            <a:lstStyle/>
            <a:p>
              <a:endParaRPr lang="en-US"/>
            </a:p>
          </p:txBody>
        </p:sp>
      </p:grpSp>
      <p:grpSp>
        <p:nvGrpSpPr>
          <p:cNvPr id="372" name="Graphic 4">
            <a:extLst>
              <a:ext uri="{FF2B5EF4-FFF2-40B4-BE49-F238E27FC236}">
                <a16:creationId xmlns:a16="http://schemas.microsoft.com/office/drawing/2014/main" id="{3A4067F1-5D90-AB47-99CF-B907ED18414C}"/>
              </a:ext>
            </a:extLst>
          </p:cNvPr>
          <p:cNvGrpSpPr>
            <a:grpSpLocks noChangeAspect="1"/>
          </p:cNvGrpSpPr>
          <p:nvPr/>
        </p:nvGrpSpPr>
        <p:grpSpPr>
          <a:xfrm>
            <a:off x="4045469" y="1893013"/>
            <a:ext cx="362309" cy="361971"/>
            <a:chOff x="4045469" y="1893013"/>
            <a:chExt cx="362309" cy="361971"/>
          </a:xfrm>
          <a:solidFill>
            <a:srgbClr val="00A3E0"/>
          </a:solidFill>
        </p:grpSpPr>
        <p:sp>
          <p:nvSpPr>
            <p:cNvPr id="373" name="Graphic 4">
              <a:extLst>
                <a:ext uri="{FF2B5EF4-FFF2-40B4-BE49-F238E27FC236}">
                  <a16:creationId xmlns:a16="http://schemas.microsoft.com/office/drawing/2014/main" id="{758C4824-790E-8E41-B2F0-4CAA1E560BEC}"/>
                </a:ext>
              </a:extLst>
            </p:cNvPr>
            <p:cNvSpPr/>
            <p:nvPr/>
          </p:nvSpPr>
          <p:spPr>
            <a:xfrm>
              <a:off x="4045469" y="189301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84347 w 362309"/>
                <a:gd name="connsiteY6" fmla="*/ 283449 h 361971"/>
                <a:gd name="connsiteX7" fmla="*/ 79874 w 362309"/>
                <a:gd name="connsiteY7" fmla="*/ 281534 h 361971"/>
                <a:gd name="connsiteX8" fmla="*/ 79874 w 362309"/>
                <a:gd name="connsiteY8" fmla="*/ 272596 h 361971"/>
                <a:gd name="connsiteX9" fmla="*/ 118214 w 362309"/>
                <a:gd name="connsiteY9" fmla="*/ 234292 h 361971"/>
                <a:gd name="connsiteX10" fmla="*/ 63899 w 362309"/>
                <a:gd name="connsiteY10" fmla="*/ 183859 h 361971"/>
                <a:gd name="connsiteX11" fmla="*/ 63899 w 362309"/>
                <a:gd name="connsiteY11" fmla="*/ 176836 h 361971"/>
                <a:gd name="connsiteX12" fmla="*/ 180196 w 362309"/>
                <a:gd name="connsiteY12" fmla="*/ 109805 h 361971"/>
                <a:gd name="connsiteX13" fmla="*/ 231316 w 362309"/>
                <a:gd name="connsiteY13" fmla="*/ 120657 h 361971"/>
                <a:gd name="connsiteX14" fmla="*/ 272212 w 362309"/>
                <a:gd name="connsiteY14" fmla="*/ 79800 h 361971"/>
                <a:gd name="connsiteX15" fmla="*/ 281157 w 362309"/>
                <a:gd name="connsiteY15" fmla="*/ 79800 h 361971"/>
                <a:gd name="connsiteX16" fmla="*/ 281157 w 362309"/>
                <a:gd name="connsiteY16" fmla="*/ 79800 h 361971"/>
                <a:gd name="connsiteX17" fmla="*/ 281157 w 362309"/>
                <a:gd name="connsiteY17" fmla="*/ 88737 h 361971"/>
                <a:gd name="connsiteX18" fmla="*/ 211507 w 362309"/>
                <a:gd name="connsiteY18" fmla="*/ 158323 h 361971"/>
                <a:gd name="connsiteX19" fmla="*/ 218536 w 362309"/>
                <a:gd name="connsiteY19" fmla="*/ 180667 h 361971"/>
                <a:gd name="connsiteX20" fmla="*/ 180196 w 362309"/>
                <a:gd name="connsiteY20" fmla="*/ 219609 h 361971"/>
                <a:gd name="connsiteX21" fmla="*/ 157193 w 362309"/>
                <a:gd name="connsiteY21" fmla="*/ 212587 h 361971"/>
                <a:gd name="connsiteX22" fmla="*/ 88820 w 362309"/>
                <a:gd name="connsiteY22" fmla="*/ 281534 h 361971"/>
                <a:gd name="connsiteX23" fmla="*/ 84347 w 362309"/>
                <a:gd name="connsiteY23" fmla="*/ 283449 h 361971"/>
                <a:gd name="connsiteX24" fmla="*/ 84347 w 362309"/>
                <a:gd name="connsiteY24" fmla="*/ 283449 h 361971"/>
                <a:gd name="connsiteX25" fmla="*/ 299049 w 362309"/>
                <a:gd name="connsiteY25" fmla="*/ 184497 h 361971"/>
                <a:gd name="connsiteX26" fmla="*/ 182113 w 362309"/>
                <a:gd name="connsiteY26" fmla="*/ 252167 h 361971"/>
                <a:gd name="connsiteX27" fmla="*/ 148886 w 362309"/>
                <a:gd name="connsiteY27" fmla="*/ 247699 h 361971"/>
                <a:gd name="connsiteX28" fmla="*/ 144413 w 362309"/>
                <a:gd name="connsiteY28" fmla="*/ 240038 h 361971"/>
                <a:gd name="connsiteX29" fmla="*/ 152081 w 362309"/>
                <a:gd name="connsiteY29" fmla="*/ 235569 h 361971"/>
                <a:gd name="connsiteX30" fmla="*/ 181474 w 362309"/>
                <a:gd name="connsiteY30" fmla="*/ 239399 h 361971"/>
                <a:gd name="connsiteX31" fmla="*/ 284991 w 362309"/>
                <a:gd name="connsiteY31" fmla="*/ 181305 h 361971"/>
                <a:gd name="connsiteX32" fmla="*/ 249847 w 362309"/>
                <a:gd name="connsiteY32" fmla="*/ 145555 h 361971"/>
                <a:gd name="connsiteX33" fmla="*/ 248569 w 362309"/>
                <a:gd name="connsiteY33" fmla="*/ 136617 h 361971"/>
                <a:gd name="connsiteX34" fmla="*/ 257515 w 362309"/>
                <a:gd name="connsiteY34" fmla="*/ 135341 h 361971"/>
                <a:gd name="connsiteX35" fmla="*/ 257515 w 362309"/>
                <a:gd name="connsiteY35" fmla="*/ 135341 h 361971"/>
                <a:gd name="connsiteX36" fmla="*/ 298410 w 362309"/>
                <a:gd name="connsiteY36" fmla="*/ 178113 h 361971"/>
                <a:gd name="connsiteX37" fmla="*/ 299049 w 362309"/>
                <a:gd name="connsiteY37" fmla="*/ 184497 h 361971"/>
                <a:gd name="connsiteX38" fmla="*/ 299049 w 362309"/>
                <a:gd name="connsiteY38" fmla="*/ 18449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2309" h="361971">
                  <a:moveTo>
                    <a:pt x="181474" y="0"/>
                  </a:moveTo>
                  <a:cubicBezTo>
                    <a:pt x="81152" y="0"/>
                    <a:pt x="0" y="81077"/>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84347" y="283449"/>
                  </a:moveTo>
                  <a:cubicBezTo>
                    <a:pt x="82430" y="283449"/>
                    <a:pt x="81152" y="282811"/>
                    <a:pt x="79874" y="281534"/>
                  </a:cubicBezTo>
                  <a:cubicBezTo>
                    <a:pt x="77318" y="278980"/>
                    <a:pt x="77318" y="275150"/>
                    <a:pt x="79874" y="272596"/>
                  </a:cubicBezTo>
                  <a:lnTo>
                    <a:pt x="118214" y="234292"/>
                  </a:lnTo>
                  <a:cubicBezTo>
                    <a:pt x="96488" y="222163"/>
                    <a:pt x="77957" y="204926"/>
                    <a:pt x="63899" y="183859"/>
                  </a:cubicBezTo>
                  <a:cubicBezTo>
                    <a:pt x="62622" y="181944"/>
                    <a:pt x="62622" y="178752"/>
                    <a:pt x="63899" y="176836"/>
                  </a:cubicBezTo>
                  <a:cubicBezTo>
                    <a:pt x="65817" y="174283"/>
                    <a:pt x="107990" y="109805"/>
                    <a:pt x="180196" y="109805"/>
                  </a:cubicBezTo>
                  <a:cubicBezTo>
                    <a:pt x="198088" y="109805"/>
                    <a:pt x="215341" y="113635"/>
                    <a:pt x="231316" y="120657"/>
                  </a:cubicBezTo>
                  <a:lnTo>
                    <a:pt x="272212" y="79800"/>
                  </a:lnTo>
                  <a:cubicBezTo>
                    <a:pt x="274767" y="77246"/>
                    <a:pt x="278602" y="77246"/>
                    <a:pt x="281157" y="79800"/>
                  </a:cubicBezTo>
                  <a:cubicBezTo>
                    <a:pt x="281157" y="79800"/>
                    <a:pt x="281157" y="79800"/>
                    <a:pt x="281157" y="79800"/>
                  </a:cubicBezTo>
                  <a:cubicBezTo>
                    <a:pt x="283713" y="82353"/>
                    <a:pt x="283713" y="86184"/>
                    <a:pt x="281157" y="88737"/>
                  </a:cubicBezTo>
                  <a:lnTo>
                    <a:pt x="211507" y="158323"/>
                  </a:lnTo>
                  <a:cubicBezTo>
                    <a:pt x="215980" y="164707"/>
                    <a:pt x="218536" y="172368"/>
                    <a:pt x="218536" y="180667"/>
                  </a:cubicBezTo>
                  <a:cubicBezTo>
                    <a:pt x="218536" y="202372"/>
                    <a:pt x="201283" y="219609"/>
                    <a:pt x="180196" y="219609"/>
                  </a:cubicBezTo>
                  <a:cubicBezTo>
                    <a:pt x="171889" y="219609"/>
                    <a:pt x="164221" y="217055"/>
                    <a:pt x="157193" y="212587"/>
                  </a:cubicBezTo>
                  <a:lnTo>
                    <a:pt x="88820" y="281534"/>
                  </a:lnTo>
                  <a:cubicBezTo>
                    <a:pt x="87542" y="282811"/>
                    <a:pt x="86264" y="283449"/>
                    <a:pt x="84347" y="283449"/>
                  </a:cubicBezTo>
                  <a:lnTo>
                    <a:pt x="84347" y="283449"/>
                  </a:lnTo>
                  <a:close/>
                  <a:moveTo>
                    <a:pt x="299049" y="184497"/>
                  </a:moveTo>
                  <a:cubicBezTo>
                    <a:pt x="297132" y="187051"/>
                    <a:pt x="256237" y="252167"/>
                    <a:pt x="182113" y="252167"/>
                  </a:cubicBezTo>
                  <a:cubicBezTo>
                    <a:pt x="171251" y="252167"/>
                    <a:pt x="159748" y="250891"/>
                    <a:pt x="148886" y="247699"/>
                  </a:cubicBezTo>
                  <a:cubicBezTo>
                    <a:pt x="145691" y="246422"/>
                    <a:pt x="143774" y="243230"/>
                    <a:pt x="144413" y="240038"/>
                  </a:cubicBezTo>
                  <a:cubicBezTo>
                    <a:pt x="145691" y="236846"/>
                    <a:pt x="148886" y="234931"/>
                    <a:pt x="152081" y="235569"/>
                  </a:cubicBezTo>
                  <a:cubicBezTo>
                    <a:pt x="161666" y="238123"/>
                    <a:pt x="171889" y="239399"/>
                    <a:pt x="181474" y="239399"/>
                  </a:cubicBezTo>
                  <a:cubicBezTo>
                    <a:pt x="238984" y="239399"/>
                    <a:pt x="276045" y="194073"/>
                    <a:pt x="284991" y="181305"/>
                  </a:cubicBezTo>
                  <a:cubicBezTo>
                    <a:pt x="274767" y="167899"/>
                    <a:pt x="263266" y="155769"/>
                    <a:pt x="249847" y="145555"/>
                  </a:cubicBezTo>
                  <a:cubicBezTo>
                    <a:pt x="247291" y="143640"/>
                    <a:pt x="246652" y="139171"/>
                    <a:pt x="248569" y="136617"/>
                  </a:cubicBezTo>
                  <a:cubicBezTo>
                    <a:pt x="250486" y="134064"/>
                    <a:pt x="254959" y="133425"/>
                    <a:pt x="257515" y="135341"/>
                  </a:cubicBezTo>
                  <a:lnTo>
                    <a:pt x="257515" y="135341"/>
                  </a:lnTo>
                  <a:cubicBezTo>
                    <a:pt x="273490" y="146832"/>
                    <a:pt x="287547" y="161515"/>
                    <a:pt x="298410" y="178113"/>
                  </a:cubicBezTo>
                  <a:cubicBezTo>
                    <a:pt x="300327" y="180028"/>
                    <a:pt x="300327" y="182582"/>
                    <a:pt x="299049" y="184497"/>
                  </a:cubicBezTo>
                  <a:lnTo>
                    <a:pt x="299049" y="184497"/>
                  </a:lnTo>
                  <a:close/>
                </a:path>
              </a:pathLst>
            </a:custGeom>
            <a:solidFill>
              <a:srgbClr val="00A3E0"/>
            </a:solidFill>
            <a:ln w="6390" cap="flat">
              <a:noFill/>
              <a:prstDash val="solid"/>
              <a:miter/>
            </a:ln>
          </p:spPr>
          <p:txBody>
            <a:bodyPr rtlCol="0" anchor="ctr"/>
            <a:lstStyle/>
            <a:p>
              <a:endParaRPr lang="en-US"/>
            </a:p>
          </p:txBody>
        </p:sp>
        <p:sp>
          <p:nvSpPr>
            <p:cNvPr id="374" name="Graphic 4">
              <a:extLst>
                <a:ext uri="{FF2B5EF4-FFF2-40B4-BE49-F238E27FC236}">
                  <a16:creationId xmlns:a16="http://schemas.microsoft.com/office/drawing/2014/main" id="{4180A799-9DCB-144D-89D0-5CD1CAA04496}"/>
                </a:ext>
              </a:extLst>
            </p:cNvPr>
            <p:cNvSpPr/>
            <p:nvPr/>
          </p:nvSpPr>
          <p:spPr>
            <a:xfrm>
              <a:off x="4212246" y="2061550"/>
              <a:ext cx="39617" cy="38942"/>
            </a:xfrm>
            <a:custGeom>
              <a:avLst/>
              <a:gdLst>
                <a:gd name="connsiteX0" fmla="*/ 13419 w 39617"/>
                <a:gd name="connsiteY0" fmla="*/ 38942 h 38942"/>
                <a:gd name="connsiteX1" fmla="*/ 39618 w 39617"/>
                <a:gd name="connsiteY1" fmla="*/ 12768 h 38942"/>
                <a:gd name="connsiteX2" fmla="*/ 35783 w 39617"/>
                <a:gd name="connsiteY2" fmla="*/ 0 h 38942"/>
                <a:gd name="connsiteX3" fmla="*/ 0 w 39617"/>
                <a:gd name="connsiteY3" fmla="*/ 35750 h 38942"/>
                <a:gd name="connsiteX4" fmla="*/ 13419 w 39617"/>
                <a:gd name="connsiteY4" fmla="*/ 38942 h 38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17" h="38942">
                  <a:moveTo>
                    <a:pt x="13419" y="38942"/>
                  </a:moveTo>
                  <a:cubicBezTo>
                    <a:pt x="27477" y="38942"/>
                    <a:pt x="39618" y="27451"/>
                    <a:pt x="39618" y="12768"/>
                  </a:cubicBezTo>
                  <a:cubicBezTo>
                    <a:pt x="39618" y="8299"/>
                    <a:pt x="38340" y="3830"/>
                    <a:pt x="35783" y="0"/>
                  </a:cubicBezTo>
                  <a:lnTo>
                    <a:pt x="0" y="35750"/>
                  </a:lnTo>
                  <a:cubicBezTo>
                    <a:pt x="4473" y="37666"/>
                    <a:pt x="8946" y="38942"/>
                    <a:pt x="13419" y="38942"/>
                  </a:cubicBezTo>
                  <a:close/>
                </a:path>
              </a:pathLst>
            </a:custGeom>
            <a:solidFill>
              <a:srgbClr val="00A3E0"/>
            </a:solidFill>
            <a:ln w="6390" cap="flat">
              <a:noFill/>
              <a:prstDash val="solid"/>
              <a:miter/>
            </a:ln>
          </p:spPr>
          <p:txBody>
            <a:bodyPr rtlCol="0" anchor="ctr"/>
            <a:lstStyle/>
            <a:p>
              <a:endParaRPr lang="en-US"/>
            </a:p>
          </p:txBody>
        </p:sp>
        <p:sp>
          <p:nvSpPr>
            <p:cNvPr id="375" name="Graphic 4">
              <a:extLst>
                <a:ext uri="{FF2B5EF4-FFF2-40B4-BE49-F238E27FC236}">
                  <a16:creationId xmlns:a16="http://schemas.microsoft.com/office/drawing/2014/main" id="{B0570BEE-EF6E-1B4F-8A10-4E5B3B1F2192}"/>
                </a:ext>
              </a:extLst>
            </p:cNvPr>
            <p:cNvSpPr/>
            <p:nvPr/>
          </p:nvSpPr>
          <p:spPr>
            <a:xfrm>
              <a:off x="4199466" y="2048144"/>
              <a:ext cx="39617" cy="39580"/>
            </a:xfrm>
            <a:custGeom>
              <a:avLst/>
              <a:gdLst>
                <a:gd name="connsiteX0" fmla="*/ 26199 w 39617"/>
                <a:gd name="connsiteY0" fmla="*/ 0 h 39580"/>
                <a:gd name="connsiteX1" fmla="*/ 0 w 39617"/>
                <a:gd name="connsiteY1" fmla="*/ 26174 h 39580"/>
                <a:gd name="connsiteX2" fmla="*/ 0 w 39617"/>
                <a:gd name="connsiteY2" fmla="*/ 26174 h 39580"/>
                <a:gd name="connsiteX3" fmla="*/ 3834 w 39617"/>
                <a:gd name="connsiteY3" fmla="*/ 39581 h 39580"/>
                <a:gd name="connsiteX4" fmla="*/ 39618 w 39617"/>
                <a:gd name="connsiteY4" fmla="*/ 3830 h 39580"/>
                <a:gd name="connsiteX5" fmla="*/ 26199 w 39617"/>
                <a:gd name="connsiteY5" fmla="*/ 0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7" h="39580">
                  <a:moveTo>
                    <a:pt x="26199" y="0"/>
                  </a:moveTo>
                  <a:cubicBezTo>
                    <a:pt x="11502" y="0"/>
                    <a:pt x="0" y="11491"/>
                    <a:pt x="0" y="26174"/>
                  </a:cubicBezTo>
                  <a:lnTo>
                    <a:pt x="0" y="26174"/>
                  </a:lnTo>
                  <a:cubicBezTo>
                    <a:pt x="0" y="30643"/>
                    <a:pt x="1278" y="35750"/>
                    <a:pt x="3834" y="39581"/>
                  </a:cubicBezTo>
                  <a:lnTo>
                    <a:pt x="39618" y="3830"/>
                  </a:lnTo>
                  <a:cubicBezTo>
                    <a:pt x="35783" y="1277"/>
                    <a:pt x="31310" y="0"/>
                    <a:pt x="26199" y="0"/>
                  </a:cubicBezTo>
                  <a:close/>
                </a:path>
              </a:pathLst>
            </a:custGeom>
            <a:solidFill>
              <a:srgbClr val="00A3E0"/>
            </a:solidFill>
            <a:ln w="6390" cap="flat">
              <a:noFill/>
              <a:prstDash val="solid"/>
              <a:miter/>
            </a:ln>
          </p:spPr>
          <p:txBody>
            <a:bodyPr rtlCol="0" anchor="ctr"/>
            <a:lstStyle/>
            <a:p>
              <a:endParaRPr lang="en-US"/>
            </a:p>
          </p:txBody>
        </p:sp>
        <p:sp>
          <p:nvSpPr>
            <p:cNvPr id="376" name="Graphic 4">
              <a:extLst>
                <a:ext uri="{FF2B5EF4-FFF2-40B4-BE49-F238E27FC236}">
                  <a16:creationId xmlns:a16="http://schemas.microsoft.com/office/drawing/2014/main" id="{A4826505-7E8F-204D-9B76-A39BBD908915}"/>
                </a:ext>
              </a:extLst>
            </p:cNvPr>
            <p:cNvSpPr/>
            <p:nvPr/>
          </p:nvSpPr>
          <p:spPr>
            <a:xfrm>
              <a:off x="4122787" y="2016224"/>
              <a:ext cx="144412" cy="102143"/>
            </a:xfrm>
            <a:custGeom>
              <a:avLst/>
              <a:gdLst>
                <a:gd name="connsiteX0" fmla="*/ 63899 w 144412"/>
                <a:gd name="connsiteY0" fmla="*/ 58094 h 102143"/>
                <a:gd name="connsiteX1" fmla="*/ 102878 w 144412"/>
                <a:gd name="connsiteY1" fmla="*/ 19152 h 102143"/>
                <a:gd name="connsiteX2" fmla="*/ 102878 w 144412"/>
                <a:gd name="connsiteY2" fmla="*/ 19152 h 102143"/>
                <a:gd name="connsiteX3" fmla="*/ 125243 w 144412"/>
                <a:gd name="connsiteY3" fmla="*/ 26813 h 102143"/>
                <a:gd name="connsiteX4" fmla="*/ 144412 w 144412"/>
                <a:gd name="connsiteY4" fmla="*/ 7661 h 102143"/>
                <a:gd name="connsiteX5" fmla="*/ 102878 w 144412"/>
                <a:gd name="connsiteY5" fmla="*/ 0 h 102143"/>
                <a:gd name="connsiteX6" fmla="*/ 0 w 144412"/>
                <a:gd name="connsiteY6" fmla="*/ 58094 h 102143"/>
                <a:gd name="connsiteX7" fmla="*/ 50480 w 144412"/>
                <a:gd name="connsiteY7" fmla="*/ 102144 h 102143"/>
                <a:gd name="connsiteX8" fmla="*/ 71567 w 144412"/>
                <a:gd name="connsiteY8" fmla="*/ 81076 h 102143"/>
                <a:gd name="connsiteX9" fmla="*/ 63899 w 144412"/>
                <a:gd name="connsiteY9" fmla="*/ 58094 h 10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412" h="102143">
                  <a:moveTo>
                    <a:pt x="63899" y="58094"/>
                  </a:moveTo>
                  <a:cubicBezTo>
                    <a:pt x="63899" y="36389"/>
                    <a:pt x="81152" y="19152"/>
                    <a:pt x="102878" y="19152"/>
                  </a:cubicBezTo>
                  <a:lnTo>
                    <a:pt x="102878" y="19152"/>
                  </a:lnTo>
                  <a:cubicBezTo>
                    <a:pt x="111185" y="19152"/>
                    <a:pt x="118853" y="21706"/>
                    <a:pt x="125243" y="26813"/>
                  </a:cubicBezTo>
                  <a:lnTo>
                    <a:pt x="144412" y="7661"/>
                  </a:lnTo>
                  <a:cubicBezTo>
                    <a:pt x="130994" y="2554"/>
                    <a:pt x="116936" y="0"/>
                    <a:pt x="102878" y="0"/>
                  </a:cubicBezTo>
                  <a:cubicBezTo>
                    <a:pt x="47285" y="0"/>
                    <a:pt x="9585" y="44688"/>
                    <a:pt x="0" y="58094"/>
                  </a:cubicBezTo>
                  <a:cubicBezTo>
                    <a:pt x="13419" y="75969"/>
                    <a:pt x="30672" y="91291"/>
                    <a:pt x="50480" y="102144"/>
                  </a:cubicBezTo>
                  <a:lnTo>
                    <a:pt x="71567" y="81076"/>
                  </a:lnTo>
                  <a:cubicBezTo>
                    <a:pt x="67094" y="74054"/>
                    <a:pt x="63899" y="65755"/>
                    <a:pt x="63899" y="58094"/>
                  </a:cubicBezTo>
                  <a:close/>
                </a:path>
              </a:pathLst>
            </a:custGeom>
            <a:solidFill>
              <a:srgbClr val="00A3E0"/>
            </a:solidFill>
            <a:ln w="6390" cap="flat">
              <a:noFill/>
              <a:prstDash val="solid"/>
              <a:miter/>
            </a:ln>
          </p:spPr>
          <p:txBody>
            <a:bodyPr rtlCol="0" anchor="ctr"/>
            <a:lstStyle/>
            <a:p>
              <a:endParaRPr lang="en-US"/>
            </a:p>
          </p:txBody>
        </p:sp>
      </p:grpSp>
      <p:grpSp>
        <p:nvGrpSpPr>
          <p:cNvPr id="377" name="Graphic 4">
            <a:extLst>
              <a:ext uri="{FF2B5EF4-FFF2-40B4-BE49-F238E27FC236}">
                <a16:creationId xmlns:a16="http://schemas.microsoft.com/office/drawing/2014/main" id="{BD690F9B-F674-F049-AB8A-C24DAF0E4DBE}"/>
              </a:ext>
            </a:extLst>
          </p:cNvPr>
          <p:cNvGrpSpPr>
            <a:grpSpLocks noChangeAspect="1"/>
          </p:cNvGrpSpPr>
          <p:nvPr/>
        </p:nvGrpSpPr>
        <p:grpSpPr>
          <a:xfrm>
            <a:off x="2560447" y="4308712"/>
            <a:ext cx="362309" cy="361971"/>
            <a:chOff x="2560447" y="4308712"/>
            <a:chExt cx="362309" cy="361971"/>
          </a:xfrm>
          <a:solidFill>
            <a:srgbClr val="00A3E0"/>
          </a:solidFill>
        </p:grpSpPr>
        <p:sp>
          <p:nvSpPr>
            <p:cNvPr id="378" name="Graphic 4">
              <a:extLst>
                <a:ext uri="{FF2B5EF4-FFF2-40B4-BE49-F238E27FC236}">
                  <a16:creationId xmlns:a16="http://schemas.microsoft.com/office/drawing/2014/main" id="{46566D80-4710-4B45-91CD-AF7BEC9F2888}"/>
                </a:ext>
              </a:extLst>
            </p:cNvPr>
            <p:cNvSpPr/>
            <p:nvPr/>
          </p:nvSpPr>
          <p:spPr>
            <a:xfrm>
              <a:off x="2560447" y="430871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181474 w 362309"/>
                <a:gd name="connsiteY7" fmla="*/ 349204 h 361971"/>
                <a:gd name="connsiteX8" fmla="*/ 12780 w 362309"/>
                <a:gd name="connsiteY8" fmla="*/ 181305 h 361971"/>
                <a:gd name="connsiteX9" fmla="*/ 180835 w 362309"/>
                <a:gd name="connsiteY9" fmla="*/ 12768 h 361971"/>
                <a:gd name="connsiteX10" fmla="*/ 349529 w 362309"/>
                <a:gd name="connsiteY10" fmla="*/ 180667 h 361971"/>
                <a:gd name="connsiteX11" fmla="*/ 349529 w 362309"/>
                <a:gd name="connsiteY11" fmla="*/ 180667 h 361971"/>
                <a:gd name="connsiteX12" fmla="*/ 181474 w 362309"/>
                <a:gd name="connsiteY12" fmla="*/ 349204 h 361971"/>
                <a:gd name="connsiteX13" fmla="*/ 181474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lnTo>
                    <a:pt x="181474" y="0"/>
                  </a:ln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lnTo>
                    <a:pt x="181474" y="349204"/>
                  </a:lnTo>
                  <a:close/>
                </a:path>
              </a:pathLst>
            </a:custGeom>
            <a:solidFill>
              <a:srgbClr val="00A3E0"/>
            </a:solidFill>
            <a:ln w="6390" cap="flat">
              <a:noFill/>
              <a:prstDash val="solid"/>
              <a:miter/>
            </a:ln>
          </p:spPr>
          <p:txBody>
            <a:bodyPr rtlCol="0" anchor="ctr"/>
            <a:lstStyle/>
            <a:p>
              <a:endParaRPr lang="en-US"/>
            </a:p>
          </p:txBody>
        </p:sp>
        <p:sp>
          <p:nvSpPr>
            <p:cNvPr id="379" name="Graphic 4">
              <a:extLst>
                <a:ext uri="{FF2B5EF4-FFF2-40B4-BE49-F238E27FC236}">
                  <a16:creationId xmlns:a16="http://schemas.microsoft.com/office/drawing/2014/main" id="{43CE61FE-C085-E748-8A06-3FA75C58FE94}"/>
                </a:ext>
              </a:extLst>
            </p:cNvPr>
            <p:cNvSpPr/>
            <p:nvPr/>
          </p:nvSpPr>
          <p:spPr>
            <a:xfrm>
              <a:off x="2767084" y="4531737"/>
              <a:ext cx="63018" cy="64253"/>
            </a:xfrm>
            <a:custGeom>
              <a:avLst/>
              <a:gdLst>
                <a:gd name="connsiteX0" fmla="*/ 9343 w 63018"/>
                <a:gd name="connsiteY0" fmla="*/ 414 h 64253"/>
                <a:gd name="connsiteX1" fmla="*/ 4232 w 63018"/>
                <a:gd name="connsiteY1" fmla="*/ 4883 h 64253"/>
                <a:gd name="connsiteX2" fmla="*/ 4870 w 63018"/>
                <a:gd name="connsiteY2" fmla="*/ 50209 h 64253"/>
                <a:gd name="connsiteX3" fmla="*/ 25318 w 63018"/>
                <a:gd name="connsiteY3" fmla="*/ 63616 h 64253"/>
                <a:gd name="connsiteX4" fmla="*/ 31069 w 63018"/>
                <a:gd name="connsiteY4" fmla="*/ 64254 h 64253"/>
                <a:gd name="connsiteX5" fmla="*/ 48322 w 63018"/>
                <a:gd name="connsiteY5" fmla="*/ 57870 h 64253"/>
                <a:gd name="connsiteX6" fmla="*/ 63019 w 63018"/>
                <a:gd name="connsiteY6" fmla="*/ 20843 h 64253"/>
                <a:gd name="connsiteX7" fmla="*/ 61102 w 63018"/>
                <a:gd name="connsiteY7" fmla="*/ 16374 h 64253"/>
                <a:gd name="connsiteX8" fmla="*/ 9343 w 63018"/>
                <a:gd name="connsiteY8" fmla="*/ 414 h 64253"/>
                <a:gd name="connsiteX9" fmla="*/ 40654 w 63018"/>
                <a:gd name="connsiteY9" fmla="*/ 48294 h 64253"/>
                <a:gd name="connsiteX10" fmla="*/ 27874 w 63018"/>
                <a:gd name="connsiteY10" fmla="*/ 50848 h 64253"/>
                <a:gd name="connsiteX11" fmla="*/ 15733 w 63018"/>
                <a:gd name="connsiteY11" fmla="*/ 43187 h 64253"/>
                <a:gd name="connsiteX12" fmla="*/ 15094 w 63018"/>
                <a:gd name="connsiteY12" fmla="*/ 12544 h 64253"/>
                <a:gd name="connsiteX13" fmla="*/ 50239 w 63018"/>
                <a:gd name="connsiteY13" fmla="*/ 23397 h 64253"/>
                <a:gd name="connsiteX14" fmla="*/ 40654 w 63018"/>
                <a:gd name="connsiteY14" fmla="*/ 48294 h 64253"/>
                <a:gd name="connsiteX15" fmla="*/ 40654 w 63018"/>
                <a:gd name="connsiteY15" fmla="*/ 48294 h 64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018" h="64253">
                  <a:moveTo>
                    <a:pt x="9343" y="414"/>
                  </a:moveTo>
                  <a:cubicBezTo>
                    <a:pt x="6788" y="1053"/>
                    <a:pt x="4870" y="2329"/>
                    <a:pt x="4232" y="4883"/>
                  </a:cubicBezTo>
                  <a:cubicBezTo>
                    <a:pt x="3593" y="6160"/>
                    <a:pt x="-5353" y="32972"/>
                    <a:pt x="4870" y="50209"/>
                  </a:cubicBezTo>
                  <a:cubicBezTo>
                    <a:pt x="9343" y="57870"/>
                    <a:pt x="17011" y="62339"/>
                    <a:pt x="25318" y="63616"/>
                  </a:cubicBezTo>
                  <a:cubicBezTo>
                    <a:pt x="27235" y="64254"/>
                    <a:pt x="29152" y="64254"/>
                    <a:pt x="31069" y="64254"/>
                  </a:cubicBezTo>
                  <a:cubicBezTo>
                    <a:pt x="37459" y="64254"/>
                    <a:pt x="43210" y="62339"/>
                    <a:pt x="48322" y="57870"/>
                  </a:cubicBezTo>
                  <a:cubicBezTo>
                    <a:pt x="62380" y="46379"/>
                    <a:pt x="63019" y="22120"/>
                    <a:pt x="63019" y="20843"/>
                  </a:cubicBezTo>
                  <a:cubicBezTo>
                    <a:pt x="63019" y="18928"/>
                    <a:pt x="62380" y="17651"/>
                    <a:pt x="61102" y="16374"/>
                  </a:cubicBezTo>
                  <a:cubicBezTo>
                    <a:pt x="40654" y="-4055"/>
                    <a:pt x="10622" y="414"/>
                    <a:pt x="9343" y="414"/>
                  </a:cubicBezTo>
                  <a:close/>
                  <a:moveTo>
                    <a:pt x="40654" y="48294"/>
                  </a:moveTo>
                  <a:cubicBezTo>
                    <a:pt x="36820" y="50848"/>
                    <a:pt x="32347" y="52124"/>
                    <a:pt x="27874" y="50848"/>
                  </a:cubicBezTo>
                  <a:cubicBezTo>
                    <a:pt x="22762" y="50209"/>
                    <a:pt x="18928" y="47656"/>
                    <a:pt x="15733" y="43187"/>
                  </a:cubicBezTo>
                  <a:cubicBezTo>
                    <a:pt x="10622" y="34888"/>
                    <a:pt x="13177" y="20843"/>
                    <a:pt x="15094" y="12544"/>
                  </a:cubicBezTo>
                  <a:cubicBezTo>
                    <a:pt x="27874" y="11905"/>
                    <a:pt x="40015" y="15736"/>
                    <a:pt x="50239" y="23397"/>
                  </a:cubicBezTo>
                  <a:cubicBezTo>
                    <a:pt x="49600" y="30419"/>
                    <a:pt x="47044" y="42548"/>
                    <a:pt x="40654" y="48294"/>
                  </a:cubicBezTo>
                  <a:lnTo>
                    <a:pt x="40654" y="48294"/>
                  </a:lnTo>
                  <a:close/>
                </a:path>
              </a:pathLst>
            </a:custGeom>
            <a:solidFill>
              <a:srgbClr val="00A3E0"/>
            </a:solidFill>
            <a:ln w="6390" cap="flat">
              <a:noFill/>
              <a:prstDash val="solid"/>
              <a:miter/>
            </a:ln>
          </p:spPr>
          <p:txBody>
            <a:bodyPr rtlCol="0" anchor="ctr"/>
            <a:lstStyle/>
            <a:p>
              <a:endParaRPr lang="en-US"/>
            </a:p>
          </p:txBody>
        </p:sp>
        <p:sp>
          <p:nvSpPr>
            <p:cNvPr id="380" name="Graphic 4">
              <a:extLst>
                <a:ext uri="{FF2B5EF4-FFF2-40B4-BE49-F238E27FC236}">
                  <a16:creationId xmlns:a16="http://schemas.microsoft.com/office/drawing/2014/main" id="{6048A4BB-A956-9744-9CE8-F529BDD69780}"/>
                </a:ext>
              </a:extLst>
            </p:cNvPr>
            <p:cNvSpPr/>
            <p:nvPr/>
          </p:nvSpPr>
          <p:spPr>
            <a:xfrm>
              <a:off x="2672510" y="4550665"/>
              <a:ext cx="43972" cy="45326"/>
            </a:xfrm>
            <a:custGeom>
              <a:avLst/>
              <a:gdLst>
                <a:gd name="connsiteX0" fmla="*/ 36823 w 43972"/>
                <a:gd name="connsiteY0" fmla="*/ 0 h 45326"/>
                <a:gd name="connsiteX1" fmla="*/ 31072 w 43972"/>
                <a:gd name="connsiteY1" fmla="*/ 7022 h 45326"/>
                <a:gd name="connsiteX2" fmla="*/ 31072 w 43972"/>
                <a:gd name="connsiteY2" fmla="*/ 7022 h 45326"/>
                <a:gd name="connsiteX3" fmla="*/ 16375 w 43972"/>
                <a:gd name="connsiteY3" fmla="*/ 31920 h 45326"/>
                <a:gd name="connsiteX4" fmla="*/ 8068 w 43972"/>
                <a:gd name="connsiteY4" fmla="*/ 31281 h 45326"/>
                <a:gd name="connsiteX5" fmla="*/ 400 w 43972"/>
                <a:gd name="connsiteY5" fmla="*/ 35750 h 45326"/>
                <a:gd name="connsiteX6" fmla="*/ 4234 w 43972"/>
                <a:gd name="connsiteY6" fmla="*/ 44049 h 45326"/>
                <a:gd name="connsiteX7" fmla="*/ 12541 w 43972"/>
                <a:gd name="connsiteY7" fmla="*/ 45326 h 45326"/>
                <a:gd name="connsiteX8" fmla="*/ 18292 w 43972"/>
                <a:gd name="connsiteY8" fmla="*/ 44688 h 45326"/>
                <a:gd name="connsiteX9" fmla="*/ 43852 w 43972"/>
                <a:gd name="connsiteY9" fmla="*/ 6384 h 45326"/>
                <a:gd name="connsiteX10" fmla="*/ 36823 w 43972"/>
                <a:gd name="connsiteY10" fmla="*/ 0 h 45326"/>
                <a:gd name="connsiteX11" fmla="*/ 36823 w 43972"/>
                <a:gd name="connsiteY11" fmla="*/ 0 h 45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972" h="45326">
                  <a:moveTo>
                    <a:pt x="36823" y="0"/>
                  </a:moveTo>
                  <a:cubicBezTo>
                    <a:pt x="32989" y="0"/>
                    <a:pt x="30433" y="3192"/>
                    <a:pt x="31072" y="7022"/>
                  </a:cubicBezTo>
                  <a:cubicBezTo>
                    <a:pt x="31072" y="7022"/>
                    <a:pt x="31072" y="7022"/>
                    <a:pt x="31072" y="7022"/>
                  </a:cubicBezTo>
                  <a:cubicBezTo>
                    <a:pt x="32350" y="29366"/>
                    <a:pt x="20209" y="31281"/>
                    <a:pt x="16375" y="31920"/>
                  </a:cubicBezTo>
                  <a:cubicBezTo>
                    <a:pt x="13819" y="32558"/>
                    <a:pt x="10624" y="32558"/>
                    <a:pt x="8068" y="31281"/>
                  </a:cubicBezTo>
                  <a:cubicBezTo>
                    <a:pt x="4873" y="30005"/>
                    <a:pt x="1039" y="31920"/>
                    <a:pt x="400" y="35750"/>
                  </a:cubicBezTo>
                  <a:cubicBezTo>
                    <a:pt x="-878" y="38942"/>
                    <a:pt x="1039" y="42773"/>
                    <a:pt x="4234" y="44049"/>
                  </a:cubicBezTo>
                  <a:cubicBezTo>
                    <a:pt x="6790" y="44688"/>
                    <a:pt x="9985" y="45326"/>
                    <a:pt x="12541" y="45326"/>
                  </a:cubicBezTo>
                  <a:cubicBezTo>
                    <a:pt x="14458" y="45326"/>
                    <a:pt x="16375" y="45326"/>
                    <a:pt x="18292" y="44688"/>
                  </a:cubicBezTo>
                  <a:cubicBezTo>
                    <a:pt x="36184" y="41496"/>
                    <a:pt x="45130" y="28089"/>
                    <a:pt x="43852" y="6384"/>
                  </a:cubicBezTo>
                  <a:cubicBezTo>
                    <a:pt x="43852" y="2553"/>
                    <a:pt x="40657" y="0"/>
                    <a:pt x="36823" y="0"/>
                  </a:cubicBezTo>
                  <a:cubicBezTo>
                    <a:pt x="36823" y="0"/>
                    <a:pt x="36823" y="0"/>
                    <a:pt x="36823" y="0"/>
                  </a:cubicBezTo>
                  <a:close/>
                </a:path>
              </a:pathLst>
            </a:custGeom>
            <a:solidFill>
              <a:srgbClr val="00A3E0"/>
            </a:solidFill>
            <a:ln w="6390" cap="flat">
              <a:noFill/>
              <a:prstDash val="solid"/>
              <a:miter/>
            </a:ln>
          </p:spPr>
          <p:txBody>
            <a:bodyPr rtlCol="0" anchor="ctr"/>
            <a:lstStyle/>
            <a:p>
              <a:endParaRPr lang="en-US"/>
            </a:p>
          </p:txBody>
        </p:sp>
        <p:sp>
          <p:nvSpPr>
            <p:cNvPr id="381" name="Graphic 4">
              <a:extLst>
                <a:ext uri="{FF2B5EF4-FFF2-40B4-BE49-F238E27FC236}">
                  <a16:creationId xmlns:a16="http://schemas.microsoft.com/office/drawing/2014/main" id="{FB3407AE-02A4-7942-8F41-FE120CE6B4A7}"/>
                </a:ext>
              </a:extLst>
            </p:cNvPr>
            <p:cNvSpPr/>
            <p:nvPr/>
          </p:nvSpPr>
          <p:spPr>
            <a:xfrm>
              <a:off x="2638987" y="4382706"/>
              <a:ext cx="86601" cy="144338"/>
            </a:xfrm>
            <a:custGeom>
              <a:avLst/>
              <a:gdLst>
                <a:gd name="connsiteX0" fmla="*/ 11558 w 86601"/>
                <a:gd name="connsiteY0" fmla="*/ 144338 h 144338"/>
                <a:gd name="connsiteX1" fmla="*/ 13476 w 86601"/>
                <a:gd name="connsiteY1" fmla="*/ 144338 h 144338"/>
                <a:gd name="connsiteX2" fmla="*/ 16671 w 86601"/>
                <a:gd name="connsiteY2" fmla="*/ 143700 h 144338"/>
                <a:gd name="connsiteX3" fmla="*/ 67790 w 86601"/>
                <a:gd name="connsiteY3" fmla="*/ 130932 h 144338"/>
                <a:gd name="connsiteX4" fmla="*/ 74180 w 86601"/>
                <a:gd name="connsiteY4" fmla="*/ 125825 h 144338"/>
                <a:gd name="connsiteX5" fmla="*/ 85682 w 86601"/>
                <a:gd name="connsiteY5" fmla="*/ 73476 h 144338"/>
                <a:gd name="connsiteX6" fmla="*/ 74180 w 86601"/>
                <a:gd name="connsiteY6" fmla="*/ 11551 h 144338"/>
                <a:gd name="connsiteX7" fmla="*/ 47981 w 86601"/>
                <a:gd name="connsiteY7" fmla="*/ 60 h 144338"/>
                <a:gd name="connsiteX8" fmla="*/ 47981 w 86601"/>
                <a:gd name="connsiteY8" fmla="*/ 60 h 144338"/>
                <a:gd name="connsiteX9" fmla="*/ 57 w 86601"/>
                <a:gd name="connsiteY9" fmla="*/ 60708 h 144338"/>
                <a:gd name="connsiteX10" fmla="*/ 57 w 86601"/>
                <a:gd name="connsiteY10" fmla="*/ 61346 h 144338"/>
                <a:gd name="connsiteX11" fmla="*/ 8363 w 86601"/>
                <a:gd name="connsiteY11" fmla="*/ 140508 h 144338"/>
                <a:gd name="connsiteX12" fmla="*/ 11558 w 86601"/>
                <a:gd name="connsiteY12" fmla="*/ 144338 h 144338"/>
                <a:gd name="connsiteX13" fmla="*/ 12197 w 86601"/>
                <a:gd name="connsiteY13" fmla="*/ 62623 h 144338"/>
                <a:gd name="connsiteX14" fmla="*/ 47342 w 86601"/>
                <a:gd name="connsiteY14" fmla="*/ 12828 h 144338"/>
                <a:gd name="connsiteX15" fmla="*/ 64595 w 86601"/>
                <a:gd name="connsiteY15" fmla="*/ 19851 h 144338"/>
                <a:gd name="connsiteX16" fmla="*/ 73541 w 86601"/>
                <a:gd name="connsiteY16" fmla="*/ 70922 h 144338"/>
                <a:gd name="connsiteX17" fmla="*/ 63317 w 86601"/>
                <a:gd name="connsiteY17" fmla="*/ 118164 h 144338"/>
                <a:gd name="connsiteX18" fmla="*/ 17948 w 86601"/>
                <a:gd name="connsiteY18" fmla="*/ 129017 h 144338"/>
                <a:gd name="connsiteX19" fmla="*/ 12197 w 86601"/>
                <a:gd name="connsiteY19" fmla="*/ 62623 h 14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6601" h="144338">
                  <a:moveTo>
                    <a:pt x="11558" y="144338"/>
                  </a:moveTo>
                  <a:cubicBezTo>
                    <a:pt x="12197" y="144338"/>
                    <a:pt x="12837" y="144338"/>
                    <a:pt x="13476" y="144338"/>
                  </a:cubicBezTo>
                  <a:cubicBezTo>
                    <a:pt x="14753" y="144338"/>
                    <a:pt x="15392" y="144338"/>
                    <a:pt x="16671" y="143700"/>
                  </a:cubicBezTo>
                  <a:cubicBezTo>
                    <a:pt x="32645" y="136039"/>
                    <a:pt x="49898" y="131570"/>
                    <a:pt x="67790" y="130932"/>
                  </a:cubicBezTo>
                  <a:cubicBezTo>
                    <a:pt x="70985" y="130932"/>
                    <a:pt x="73541" y="129017"/>
                    <a:pt x="74180" y="125825"/>
                  </a:cubicBezTo>
                  <a:lnTo>
                    <a:pt x="85682" y="73476"/>
                  </a:lnTo>
                  <a:cubicBezTo>
                    <a:pt x="85682" y="71561"/>
                    <a:pt x="91433" y="31980"/>
                    <a:pt x="74180" y="11551"/>
                  </a:cubicBezTo>
                  <a:cubicBezTo>
                    <a:pt x="67790" y="3891"/>
                    <a:pt x="58205" y="-578"/>
                    <a:pt x="47981" y="60"/>
                  </a:cubicBezTo>
                  <a:lnTo>
                    <a:pt x="47981" y="60"/>
                  </a:lnTo>
                  <a:cubicBezTo>
                    <a:pt x="46703" y="60"/>
                    <a:pt x="8363" y="-2493"/>
                    <a:pt x="57" y="60708"/>
                  </a:cubicBezTo>
                  <a:cubicBezTo>
                    <a:pt x="57" y="60708"/>
                    <a:pt x="57" y="61346"/>
                    <a:pt x="57" y="61346"/>
                  </a:cubicBezTo>
                  <a:cubicBezTo>
                    <a:pt x="57" y="67730"/>
                    <a:pt x="-1221" y="121356"/>
                    <a:pt x="8363" y="140508"/>
                  </a:cubicBezTo>
                  <a:cubicBezTo>
                    <a:pt x="9003" y="142423"/>
                    <a:pt x="9642" y="143700"/>
                    <a:pt x="11558" y="144338"/>
                  </a:cubicBezTo>
                  <a:close/>
                  <a:moveTo>
                    <a:pt x="12197" y="62623"/>
                  </a:moveTo>
                  <a:cubicBezTo>
                    <a:pt x="19226" y="12190"/>
                    <a:pt x="45425" y="12828"/>
                    <a:pt x="47342" y="12828"/>
                  </a:cubicBezTo>
                  <a:cubicBezTo>
                    <a:pt x="53732" y="12190"/>
                    <a:pt x="60122" y="15382"/>
                    <a:pt x="64595" y="19851"/>
                  </a:cubicBezTo>
                  <a:cubicBezTo>
                    <a:pt x="76097" y="32619"/>
                    <a:pt x="74819" y="61346"/>
                    <a:pt x="73541" y="70922"/>
                  </a:cubicBezTo>
                  <a:lnTo>
                    <a:pt x="63317" y="118164"/>
                  </a:lnTo>
                  <a:cubicBezTo>
                    <a:pt x="47981" y="119441"/>
                    <a:pt x="32645" y="122633"/>
                    <a:pt x="17948" y="129017"/>
                  </a:cubicBezTo>
                  <a:cubicBezTo>
                    <a:pt x="12197" y="111780"/>
                    <a:pt x="11558" y="76668"/>
                    <a:pt x="12197" y="62623"/>
                  </a:cubicBezTo>
                  <a:close/>
                </a:path>
              </a:pathLst>
            </a:custGeom>
            <a:solidFill>
              <a:srgbClr val="00A3E0"/>
            </a:solidFill>
            <a:ln w="6390" cap="flat">
              <a:noFill/>
              <a:prstDash val="solid"/>
              <a:miter/>
            </a:ln>
          </p:spPr>
          <p:txBody>
            <a:bodyPr rtlCol="0" anchor="ctr"/>
            <a:lstStyle/>
            <a:p>
              <a:endParaRPr lang="en-US"/>
            </a:p>
          </p:txBody>
        </p:sp>
        <p:sp>
          <p:nvSpPr>
            <p:cNvPr id="382" name="Graphic 4">
              <a:extLst>
                <a:ext uri="{FF2B5EF4-FFF2-40B4-BE49-F238E27FC236}">
                  <a16:creationId xmlns:a16="http://schemas.microsoft.com/office/drawing/2014/main" id="{1D6A1092-6438-134A-AE51-903D4CE64CCE}"/>
                </a:ext>
              </a:extLst>
            </p:cNvPr>
            <p:cNvSpPr/>
            <p:nvPr/>
          </p:nvSpPr>
          <p:spPr>
            <a:xfrm>
              <a:off x="2767383" y="4427971"/>
              <a:ext cx="77736" cy="99710"/>
            </a:xfrm>
            <a:custGeom>
              <a:avLst/>
              <a:gdLst>
                <a:gd name="connsiteX0" fmla="*/ 77417 w 77736"/>
                <a:gd name="connsiteY0" fmla="*/ 16081 h 99710"/>
                <a:gd name="connsiteX1" fmla="*/ 75500 w 77736"/>
                <a:gd name="connsiteY1" fmla="*/ 5228 h 99710"/>
                <a:gd name="connsiteX2" fmla="*/ 67832 w 77736"/>
                <a:gd name="connsiteY2" fmla="*/ 121 h 99710"/>
                <a:gd name="connsiteX3" fmla="*/ 62720 w 77736"/>
                <a:gd name="connsiteY3" fmla="*/ 7782 h 99710"/>
                <a:gd name="connsiteX4" fmla="*/ 64637 w 77736"/>
                <a:gd name="connsiteY4" fmla="*/ 17358 h 99710"/>
                <a:gd name="connsiteX5" fmla="*/ 59525 w 77736"/>
                <a:gd name="connsiteY5" fmla="*/ 84390 h 99710"/>
                <a:gd name="connsiteX6" fmla="*/ 14156 w 77736"/>
                <a:gd name="connsiteY6" fmla="*/ 73537 h 99710"/>
                <a:gd name="connsiteX7" fmla="*/ 12878 w 77736"/>
                <a:gd name="connsiteY7" fmla="*/ 66515 h 99710"/>
                <a:gd name="connsiteX8" fmla="*/ 5210 w 77736"/>
                <a:gd name="connsiteY8" fmla="*/ 61407 h 99710"/>
                <a:gd name="connsiteX9" fmla="*/ 99 w 77736"/>
                <a:gd name="connsiteY9" fmla="*/ 69068 h 99710"/>
                <a:gd name="connsiteX10" fmla="*/ 99 w 77736"/>
                <a:gd name="connsiteY10" fmla="*/ 69706 h 99710"/>
                <a:gd name="connsiteX11" fmla="*/ 2655 w 77736"/>
                <a:gd name="connsiteY11" fmla="*/ 81198 h 99710"/>
                <a:gd name="connsiteX12" fmla="*/ 9044 w 77736"/>
                <a:gd name="connsiteY12" fmla="*/ 86305 h 99710"/>
                <a:gd name="connsiteX13" fmla="*/ 60164 w 77736"/>
                <a:gd name="connsiteY13" fmla="*/ 99073 h 99710"/>
                <a:gd name="connsiteX14" fmla="*/ 63359 w 77736"/>
                <a:gd name="connsiteY14" fmla="*/ 99711 h 99710"/>
                <a:gd name="connsiteX15" fmla="*/ 65276 w 77736"/>
                <a:gd name="connsiteY15" fmla="*/ 99711 h 99710"/>
                <a:gd name="connsiteX16" fmla="*/ 69110 w 77736"/>
                <a:gd name="connsiteY16" fmla="*/ 96519 h 99710"/>
                <a:gd name="connsiteX17" fmla="*/ 77417 w 77736"/>
                <a:gd name="connsiteY17" fmla="*/ 17358 h 99710"/>
                <a:gd name="connsiteX18" fmla="*/ 77417 w 77736"/>
                <a:gd name="connsiteY18" fmla="*/ 16081 h 9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7736" h="99710">
                  <a:moveTo>
                    <a:pt x="77417" y="16081"/>
                  </a:moveTo>
                  <a:cubicBezTo>
                    <a:pt x="76778" y="12251"/>
                    <a:pt x="76139" y="8420"/>
                    <a:pt x="75500" y="5228"/>
                  </a:cubicBezTo>
                  <a:cubicBezTo>
                    <a:pt x="74861" y="1398"/>
                    <a:pt x="71027" y="-517"/>
                    <a:pt x="67832" y="121"/>
                  </a:cubicBezTo>
                  <a:cubicBezTo>
                    <a:pt x="63998" y="759"/>
                    <a:pt x="62081" y="4590"/>
                    <a:pt x="62720" y="7782"/>
                  </a:cubicBezTo>
                  <a:cubicBezTo>
                    <a:pt x="63359" y="10974"/>
                    <a:pt x="63998" y="14166"/>
                    <a:pt x="64637" y="17358"/>
                  </a:cubicBezTo>
                  <a:cubicBezTo>
                    <a:pt x="64637" y="31403"/>
                    <a:pt x="64637" y="66515"/>
                    <a:pt x="59525" y="84390"/>
                  </a:cubicBezTo>
                  <a:cubicBezTo>
                    <a:pt x="45467" y="78644"/>
                    <a:pt x="30131" y="74814"/>
                    <a:pt x="14156" y="73537"/>
                  </a:cubicBezTo>
                  <a:lnTo>
                    <a:pt x="12878" y="66515"/>
                  </a:lnTo>
                  <a:cubicBezTo>
                    <a:pt x="12239" y="63323"/>
                    <a:pt x="9044" y="60769"/>
                    <a:pt x="5210" y="61407"/>
                  </a:cubicBezTo>
                  <a:cubicBezTo>
                    <a:pt x="2015" y="62046"/>
                    <a:pt x="-540" y="65238"/>
                    <a:pt x="99" y="69068"/>
                  </a:cubicBezTo>
                  <a:cubicBezTo>
                    <a:pt x="99" y="69068"/>
                    <a:pt x="99" y="69068"/>
                    <a:pt x="99" y="69706"/>
                  </a:cubicBezTo>
                  <a:lnTo>
                    <a:pt x="2655" y="81198"/>
                  </a:lnTo>
                  <a:cubicBezTo>
                    <a:pt x="3294" y="83751"/>
                    <a:pt x="5849" y="86305"/>
                    <a:pt x="9044" y="86305"/>
                  </a:cubicBezTo>
                  <a:cubicBezTo>
                    <a:pt x="26936" y="86943"/>
                    <a:pt x="44189" y="91412"/>
                    <a:pt x="60164" y="99073"/>
                  </a:cubicBezTo>
                  <a:cubicBezTo>
                    <a:pt x="60803" y="99711"/>
                    <a:pt x="62081" y="99711"/>
                    <a:pt x="63359" y="99711"/>
                  </a:cubicBezTo>
                  <a:cubicBezTo>
                    <a:pt x="63998" y="99711"/>
                    <a:pt x="64637" y="99711"/>
                    <a:pt x="65276" y="99711"/>
                  </a:cubicBezTo>
                  <a:cubicBezTo>
                    <a:pt x="67193" y="99073"/>
                    <a:pt x="68471" y="97796"/>
                    <a:pt x="69110" y="96519"/>
                  </a:cubicBezTo>
                  <a:cubicBezTo>
                    <a:pt x="78695" y="77367"/>
                    <a:pt x="78056" y="23742"/>
                    <a:pt x="77417" y="17358"/>
                  </a:cubicBezTo>
                  <a:cubicBezTo>
                    <a:pt x="77417" y="16719"/>
                    <a:pt x="77417" y="16719"/>
                    <a:pt x="77417" y="16081"/>
                  </a:cubicBezTo>
                  <a:close/>
                </a:path>
              </a:pathLst>
            </a:custGeom>
            <a:solidFill>
              <a:srgbClr val="00A3E0"/>
            </a:solidFill>
            <a:ln w="6390" cap="flat">
              <a:noFill/>
              <a:prstDash val="solid"/>
              <a:miter/>
            </a:ln>
          </p:spPr>
          <p:txBody>
            <a:bodyPr rtlCol="0" anchor="ctr"/>
            <a:lstStyle/>
            <a:p>
              <a:endParaRPr lang="en-US"/>
            </a:p>
          </p:txBody>
        </p:sp>
        <p:sp>
          <p:nvSpPr>
            <p:cNvPr id="383" name="Graphic 4">
              <a:extLst>
                <a:ext uri="{FF2B5EF4-FFF2-40B4-BE49-F238E27FC236}">
                  <a16:creationId xmlns:a16="http://schemas.microsoft.com/office/drawing/2014/main" id="{D40F580C-0B60-4E41-8727-1C95BE2938CA}"/>
                </a:ext>
              </a:extLst>
            </p:cNvPr>
            <p:cNvSpPr/>
            <p:nvPr/>
          </p:nvSpPr>
          <p:spPr>
            <a:xfrm>
              <a:off x="2638404" y="4383344"/>
              <a:ext cx="206476" cy="212008"/>
            </a:xfrm>
            <a:custGeom>
              <a:avLst/>
              <a:gdLst>
                <a:gd name="connsiteX0" fmla="*/ 203200 w 206476"/>
                <a:gd name="connsiteY0" fmla="*/ 9636 h 212008"/>
                <a:gd name="connsiteX1" fmla="*/ 194254 w 206476"/>
                <a:gd name="connsiteY1" fmla="*/ 9636 h 212008"/>
                <a:gd name="connsiteX2" fmla="*/ 194254 w 206476"/>
                <a:gd name="connsiteY2" fmla="*/ 9636 h 212008"/>
                <a:gd name="connsiteX3" fmla="*/ 188503 w 206476"/>
                <a:gd name="connsiteY3" fmla="*/ 15382 h 212008"/>
                <a:gd name="connsiteX4" fmla="*/ 159109 w 206476"/>
                <a:gd name="connsiteY4" fmla="*/ 60 h 212008"/>
                <a:gd name="connsiteX5" fmla="*/ 132272 w 206476"/>
                <a:gd name="connsiteY5" fmla="*/ 11551 h 212008"/>
                <a:gd name="connsiteX6" fmla="*/ 120770 w 206476"/>
                <a:gd name="connsiteY6" fmla="*/ 73476 h 212008"/>
                <a:gd name="connsiteX7" fmla="*/ 122048 w 206476"/>
                <a:gd name="connsiteY7" fmla="*/ 81775 h 212008"/>
                <a:gd name="connsiteX8" fmla="*/ 54954 w 206476"/>
                <a:gd name="connsiteY8" fmla="*/ 148807 h 212008"/>
                <a:gd name="connsiteX9" fmla="*/ 54314 w 206476"/>
                <a:gd name="connsiteY9" fmla="*/ 148807 h 212008"/>
                <a:gd name="connsiteX10" fmla="*/ 16614 w 206476"/>
                <a:gd name="connsiteY10" fmla="*/ 164767 h 212008"/>
                <a:gd name="connsiteX11" fmla="*/ 14697 w 206476"/>
                <a:gd name="connsiteY11" fmla="*/ 169236 h 212008"/>
                <a:gd name="connsiteX12" fmla="*/ 17253 w 206476"/>
                <a:gd name="connsiteY12" fmla="*/ 185834 h 212008"/>
                <a:gd name="connsiteX13" fmla="*/ 1917 w 206476"/>
                <a:gd name="connsiteY13" fmla="*/ 201156 h 212008"/>
                <a:gd name="connsiteX14" fmla="*/ 1917 w 206476"/>
                <a:gd name="connsiteY14" fmla="*/ 210093 h 212008"/>
                <a:gd name="connsiteX15" fmla="*/ 6390 w 206476"/>
                <a:gd name="connsiteY15" fmla="*/ 212009 h 212008"/>
                <a:gd name="connsiteX16" fmla="*/ 10863 w 206476"/>
                <a:gd name="connsiteY16" fmla="*/ 210093 h 212008"/>
                <a:gd name="connsiteX17" fmla="*/ 203200 w 206476"/>
                <a:gd name="connsiteY17" fmla="*/ 17935 h 212008"/>
                <a:gd name="connsiteX18" fmla="*/ 205117 w 206476"/>
                <a:gd name="connsiteY18" fmla="*/ 9636 h 212008"/>
                <a:gd name="connsiteX19" fmla="*/ 203200 w 206476"/>
                <a:gd name="connsiteY19" fmla="*/ 9636 h 212008"/>
                <a:gd name="connsiteX20" fmla="*/ 141857 w 206476"/>
                <a:gd name="connsiteY20" fmla="*/ 19850 h 212008"/>
                <a:gd name="connsiteX21" fmla="*/ 158471 w 206476"/>
                <a:gd name="connsiteY21" fmla="*/ 12828 h 212008"/>
                <a:gd name="connsiteX22" fmla="*/ 179557 w 206476"/>
                <a:gd name="connsiteY22" fmla="*/ 24958 h 212008"/>
                <a:gd name="connsiteX23" fmla="*/ 133550 w 206476"/>
                <a:gd name="connsiteY23" fmla="*/ 70922 h 212008"/>
                <a:gd name="connsiteX24" fmla="*/ 141857 w 206476"/>
                <a:gd name="connsiteY24" fmla="*/ 19850 h 212008"/>
                <a:gd name="connsiteX25" fmla="*/ 141857 w 206476"/>
                <a:gd name="connsiteY25" fmla="*/ 19850 h 212008"/>
                <a:gd name="connsiteX26" fmla="*/ 28116 w 206476"/>
                <a:gd name="connsiteY26" fmla="*/ 172428 h 212008"/>
                <a:gd name="connsiteX27" fmla="*/ 38340 w 206476"/>
                <a:gd name="connsiteY27" fmla="*/ 166044 h 212008"/>
                <a:gd name="connsiteX28" fmla="*/ 28116 w 206476"/>
                <a:gd name="connsiteY28" fmla="*/ 176258 h 212008"/>
                <a:gd name="connsiteX29" fmla="*/ 28116 w 206476"/>
                <a:gd name="connsiteY29" fmla="*/ 172428 h 212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06476" h="212008">
                  <a:moveTo>
                    <a:pt x="203200" y="9636"/>
                  </a:moveTo>
                  <a:cubicBezTo>
                    <a:pt x="200644" y="7083"/>
                    <a:pt x="196810" y="7083"/>
                    <a:pt x="194254" y="9636"/>
                  </a:cubicBezTo>
                  <a:cubicBezTo>
                    <a:pt x="194254" y="9636"/>
                    <a:pt x="194254" y="9636"/>
                    <a:pt x="194254" y="9636"/>
                  </a:cubicBezTo>
                  <a:lnTo>
                    <a:pt x="188503" y="15382"/>
                  </a:lnTo>
                  <a:cubicBezTo>
                    <a:pt x="180835" y="6444"/>
                    <a:pt x="170611" y="1337"/>
                    <a:pt x="159109" y="60"/>
                  </a:cubicBezTo>
                  <a:cubicBezTo>
                    <a:pt x="148886" y="-578"/>
                    <a:pt x="139301" y="3891"/>
                    <a:pt x="132272" y="11551"/>
                  </a:cubicBezTo>
                  <a:cubicBezTo>
                    <a:pt x="115019" y="31980"/>
                    <a:pt x="120131" y="71561"/>
                    <a:pt x="120770" y="73476"/>
                  </a:cubicBezTo>
                  <a:lnTo>
                    <a:pt x="122048" y="81775"/>
                  </a:lnTo>
                  <a:lnTo>
                    <a:pt x="54954" y="148807"/>
                  </a:lnTo>
                  <a:lnTo>
                    <a:pt x="54314" y="148807"/>
                  </a:lnTo>
                  <a:cubicBezTo>
                    <a:pt x="40257" y="149446"/>
                    <a:pt x="26838" y="155191"/>
                    <a:pt x="16614" y="164767"/>
                  </a:cubicBezTo>
                  <a:cubicBezTo>
                    <a:pt x="15336" y="166044"/>
                    <a:pt x="14697" y="167959"/>
                    <a:pt x="14697" y="169236"/>
                  </a:cubicBezTo>
                  <a:cubicBezTo>
                    <a:pt x="14697" y="174982"/>
                    <a:pt x="15975" y="180727"/>
                    <a:pt x="17253" y="185834"/>
                  </a:cubicBezTo>
                  <a:lnTo>
                    <a:pt x="1917" y="201156"/>
                  </a:lnTo>
                  <a:cubicBezTo>
                    <a:pt x="-639" y="203710"/>
                    <a:pt x="-639" y="207540"/>
                    <a:pt x="1917" y="210093"/>
                  </a:cubicBezTo>
                  <a:cubicBezTo>
                    <a:pt x="3195" y="211370"/>
                    <a:pt x="4473" y="212009"/>
                    <a:pt x="6390" y="212009"/>
                  </a:cubicBezTo>
                  <a:cubicBezTo>
                    <a:pt x="8307" y="212009"/>
                    <a:pt x="9585" y="211370"/>
                    <a:pt x="10863" y="210093"/>
                  </a:cubicBezTo>
                  <a:lnTo>
                    <a:pt x="203200" y="17935"/>
                  </a:lnTo>
                  <a:cubicBezTo>
                    <a:pt x="206395" y="16020"/>
                    <a:pt x="207673" y="12828"/>
                    <a:pt x="205117" y="9636"/>
                  </a:cubicBezTo>
                  <a:cubicBezTo>
                    <a:pt x="205117" y="10275"/>
                    <a:pt x="204478" y="9636"/>
                    <a:pt x="203200" y="9636"/>
                  </a:cubicBezTo>
                  <a:close/>
                  <a:moveTo>
                    <a:pt x="141857" y="19850"/>
                  </a:moveTo>
                  <a:cubicBezTo>
                    <a:pt x="145691" y="15382"/>
                    <a:pt x="152081" y="12828"/>
                    <a:pt x="158471" y="12828"/>
                  </a:cubicBezTo>
                  <a:cubicBezTo>
                    <a:pt x="166777" y="14105"/>
                    <a:pt x="174445" y="18574"/>
                    <a:pt x="179557" y="24958"/>
                  </a:cubicBezTo>
                  <a:lnTo>
                    <a:pt x="133550" y="70922"/>
                  </a:lnTo>
                  <a:cubicBezTo>
                    <a:pt x="131633" y="60708"/>
                    <a:pt x="130994" y="32618"/>
                    <a:pt x="141857" y="19850"/>
                  </a:cubicBezTo>
                  <a:lnTo>
                    <a:pt x="141857" y="19850"/>
                  </a:lnTo>
                  <a:close/>
                  <a:moveTo>
                    <a:pt x="28116" y="172428"/>
                  </a:moveTo>
                  <a:cubicBezTo>
                    <a:pt x="31311" y="169874"/>
                    <a:pt x="34506" y="167321"/>
                    <a:pt x="38340" y="166044"/>
                  </a:cubicBezTo>
                  <a:lnTo>
                    <a:pt x="28116" y="176258"/>
                  </a:lnTo>
                  <a:cubicBezTo>
                    <a:pt x="28116" y="174982"/>
                    <a:pt x="28116" y="173705"/>
                    <a:pt x="28116" y="172428"/>
                  </a:cubicBezTo>
                  <a:close/>
                </a:path>
              </a:pathLst>
            </a:custGeom>
            <a:solidFill>
              <a:srgbClr val="00A3E0"/>
            </a:solidFill>
            <a:ln w="6390" cap="flat">
              <a:noFill/>
              <a:prstDash val="solid"/>
              <a:miter/>
            </a:ln>
          </p:spPr>
          <p:txBody>
            <a:bodyPr rtlCol="0" anchor="ctr"/>
            <a:lstStyle/>
            <a:p>
              <a:endParaRPr lang="en-US"/>
            </a:p>
          </p:txBody>
        </p:sp>
      </p:grpSp>
      <p:grpSp>
        <p:nvGrpSpPr>
          <p:cNvPr id="384" name="Graphic 4">
            <a:extLst>
              <a:ext uri="{FF2B5EF4-FFF2-40B4-BE49-F238E27FC236}">
                <a16:creationId xmlns:a16="http://schemas.microsoft.com/office/drawing/2014/main" id="{01DC29CB-526D-384A-AB3A-1632A3594832}"/>
              </a:ext>
            </a:extLst>
          </p:cNvPr>
          <p:cNvGrpSpPr>
            <a:grpSpLocks noChangeAspect="1"/>
          </p:cNvGrpSpPr>
          <p:nvPr/>
        </p:nvGrpSpPr>
        <p:grpSpPr>
          <a:xfrm>
            <a:off x="3607758" y="3824168"/>
            <a:ext cx="362309" cy="361971"/>
            <a:chOff x="3607758" y="3824168"/>
            <a:chExt cx="362309" cy="361971"/>
          </a:xfrm>
          <a:solidFill>
            <a:srgbClr val="00A3E0"/>
          </a:solidFill>
        </p:grpSpPr>
        <p:sp>
          <p:nvSpPr>
            <p:cNvPr id="385" name="Graphic 4">
              <a:extLst>
                <a:ext uri="{FF2B5EF4-FFF2-40B4-BE49-F238E27FC236}">
                  <a16:creationId xmlns:a16="http://schemas.microsoft.com/office/drawing/2014/main" id="{1F4DE0FC-2573-8740-92CB-9575C97F9E45}"/>
                </a:ext>
              </a:extLst>
            </p:cNvPr>
            <p:cNvSpPr/>
            <p:nvPr/>
          </p:nvSpPr>
          <p:spPr>
            <a:xfrm>
              <a:off x="3607758" y="3824168"/>
              <a:ext cx="362309" cy="361971"/>
            </a:xfrm>
            <a:custGeom>
              <a:avLst/>
              <a:gdLst>
                <a:gd name="connsiteX0" fmla="*/ 181474 w 362309"/>
                <a:gd name="connsiteY0" fmla="*/ 0 h 361971"/>
                <a:gd name="connsiteX1" fmla="*/ 0 w 362309"/>
                <a:gd name="connsiteY1" fmla="*/ 180667 h 361971"/>
                <a:gd name="connsiteX2" fmla="*/ 180836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257"/>
                    <a:pt x="81152" y="361971"/>
                    <a:pt x="180836" y="361971"/>
                  </a:cubicBezTo>
                  <a:cubicBezTo>
                    <a:pt x="280518" y="361971"/>
                    <a:pt x="362310" y="280895"/>
                    <a:pt x="362310" y="181305"/>
                  </a:cubicBezTo>
                  <a:lnTo>
                    <a:pt x="362310" y="181305"/>
                  </a:lnTo>
                  <a:cubicBezTo>
                    <a:pt x="362310" y="81076"/>
                    <a:pt x="281796" y="0"/>
                    <a:pt x="181474" y="0"/>
                  </a:cubicBezTo>
                  <a:close/>
                  <a:moveTo>
                    <a:pt x="181474" y="349204"/>
                  </a:moveTo>
                  <a:cubicBezTo>
                    <a:pt x="88181" y="349204"/>
                    <a:pt x="12780" y="273873"/>
                    <a:pt x="12780" y="181305"/>
                  </a:cubicBezTo>
                  <a:cubicBezTo>
                    <a:pt x="12780" y="88737"/>
                    <a:pt x="88181" y="12768"/>
                    <a:pt x="180836" y="12768"/>
                  </a:cubicBezTo>
                  <a:cubicBezTo>
                    <a:pt x="274128" y="12768"/>
                    <a:pt x="349530" y="88099"/>
                    <a:pt x="349530" y="180667"/>
                  </a:cubicBezTo>
                  <a:lnTo>
                    <a:pt x="349530" y="180667"/>
                  </a:lnTo>
                  <a:cubicBezTo>
                    <a:pt x="349530" y="273873"/>
                    <a:pt x="274128" y="349204"/>
                    <a:pt x="181474" y="349204"/>
                  </a:cubicBezTo>
                  <a:lnTo>
                    <a:pt x="181474" y="349204"/>
                  </a:lnTo>
                  <a:close/>
                </a:path>
              </a:pathLst>
            </a:custGeom>
            <a:solidFill>
              <a:srgbClr val="00A3E0"/>
            </a:solidFill>
            <a:ln w="6390" cap="flat">
              <a:noFill/>
              <a:prstDash val="solid"/>
              <a:miter/>
            </a:ln>
          </p:spPr>
          <p:txBody>
            <a:bodyPr rtlCol="0" anchor="ctr"/>
            <a:lstStyle/>
            <a:p>
              <a:endParaRPr lang="en-US"/>
            </a:p>
          </p:txBody>
        </p:sp>
        <p:sp>
          <p:nvSpPr>
            <p:cNvPr id="386" name="Graphic 4">
              <a:extLst>
                <a:ext uri="{FF2B5EF4-FFF2-40B4-BE49-F238E27FC236}">
                  <a16:creationId xmlns:a16="http://schemas.microsoft.com/office/drawing/2014/main" id="{C170C43F-5C11-504D-9B58-8F62DE4494D5}"/>
                </a:ext>
              </a:extLst>
            </p:cNvPr>
            <p:cNvSpPr/>
            <p:nvPr/>
          </p:nvSpPr>
          <p:spPr>
            <a:xfrm>
              <a:off x="3711275" y="3883539"/>
              <a:ext cx="155914" cy="243229"/>
            </a:xfrm>
            <a:custGeom>
              <a:avLst/>
              <a:gdLst>
                <a:gd name="connsiteX0" fmla="*/ 130355 w 155914"/>
                <a:gd name="connsiteY0" fmla="*/ 188966 h 243229"/>
                <a:gd name="connsiteX1" fmla="*/ 106073 w 155914"/>
                <a:gd name="connsiteY1" fmla="*/ 24897 h 243229"/>
                <a:gd name="connsiteX2" fmla="*/ 91376 w 155914"/>
                <a:gd name="connsiteY2" fmla="*/ 12129 h 243229"/>
                <a:gd name="connsiteX3" fmla="*/ 86264 w 155914"/>
                <a:gd name="connsiteY3" fmla="*/ 12129 h 243229"/>
                <a:gd name="connsiteX4" fmla="*/ 86264 w 155914"/>
                <a:gd name="connsiteY4" fmla="*/ 6384 h 243229"/>
                <a:gd name="connsiteX5" fmla="*/ 79874 w 155914"/>
                <a:gd name="connsiteY5" fmla="*/ 0 h 243229"/>
                <a:gd name="connsiteX6" fmla="*/ 41535 w 155914"/>
                <a:gd name="connsiteY6" fmla="*/ 0 h 243229"/>
                <a:gd name="connsiteX7" fmla="*/ 35145 w 155914"/>
                <a:gd name="connsiteY7" fmla="*/ 6384 h 243229"/>
                <a:gd name="connsiteX8" fmla="*/ 35145 w 155914"/>
                <a:gd name="connsiteY8" fmla="*/ 12129 h 243229"/>
                <a:gd name="connsiteX9" fmla="*/ 27477 w 155914"/>
                <a:gd name="connsiteY9" fmla="*/ 12129 h 243229"/>
                <a:gd name="connsiteX10" fmla="*/ 12780 w 155914"/>
                <a:gd name="connsiteY10" fmla="*/ 26813 h 243229"/>
                <a:gd name="connsiteX11" fmla="*/ 12780 w 155914"/>
                <a:gd name="connsiteY11" fmla="*/ 196627 h 243229"/>
                <a:gd name="connsiteX12" fmla="*/ 10863 w 155914"/>
                <a:gd name="connsiteY12" fmla="*/ 196627 h 243229"/>
                <a:gd name="connsiteX13" fmla="*/ 4473 w 155914"/>
                <a:gd name="connsiteY13" fmla="*/ 202372 h 243229"/>
                <a:gd name="connsiteX14" fmla="*/ 0 w 155914"/>
                <a:gd name="connsiteY14" fmla="*/ 236207 h 243229"/>
                <a:gd name="connsiteX15" fmla="*/ 1278 w 155914"/>
                <a:gd name="connsiteY15" fmla="*/ 241314 h 243229"/>
                <a:gd name="connsiteX16" fmla="*/ 6390 w 155914"/>
                <a:gd name="connsiteY16" fmla="*/ 243230 h 243229"/>
                <a:gd name="connsiteX17" fmla="*/ 31950 w 155914"/>
                <a:gd name="connsiteY17" fmla="*/ 243230 h 243229"/>
                <a:gd name="connsiteX18" fmla="*/ 37062 w 155914"/>
                <a:gd name="connsiteY18" fmla="*/ 241314 h 243229"/>
                <a:gd name="connsiteX19" fmla="*/ 38340 w 155914"/>
                <a:gd name="connsiteY19" fmla="*/ 236207 h 243229"/>
                <a:gd name="connsiteX20" fmla="*/ 33867 w 155914"/>
                <a:gd name="connsiteY20" fmla="*/ 202372 h 243229"/>
                <a:gd name="connsiteX21" fmla="*/ 27477 w 155914"/>
                <a:gd name="connsiteY21" fmla="*/ 196627 h 243229"/>
                <a:gd name="connsiteX22" fmla="*/ 25560 w 155914"/>
                <a:gd name="connsiteY22" fmla="*/ 196627 h 243229"/>
                <a:gd name="connsiteX23" fmla="*/ 25560 w 155914"/>
                <a:gd name="connsiteY23" fmla="*/ 108528 h 243229"/>
                <a:gd name="connsiteX24" fmla="*/ 106073 w 155914"/>
                <a:gd name="connsiteY24" fmla="*/ 108528 h 243229"/>
                <a:gd name="connsiteX25" fmla="*/ 118214 w 155914"/>
                <a:gd name="connsiteY25" fmla="*/ 190881 h 243229"/>
                <a:gd name="connsiteX26" fmla="*/ 102239 w 155914"/>
                <a:gd name="connsiteY26" fmla="*/ 215779 h 243229"/>
                <a:gd name="connsiteX27" fmla="*/ 129716 w 155914"/>
                <a:gd name="connsiteY27" fmla="*/ 241953 h 243229"/>
                <a:gd name="connsiteX28" fmla="*/ 155915 w 155914"/>
                <a:gd name="connsiteY28" fmla="*/ 214502 h 243229"/>
                <a:gd name="connsiteX29" fmla="*/ 130355 w 155914"/>
                <a:gd name="connsiteY29" fmla="*/ 188966 h 243229"/>
                <a:gd name="connsiteX30" fmla="*/ 130355 w 155914"/>
                <a:gd name="connsiteY30" fmla="*/ 188966 h 243229"/>
                <a:gd name="connsiteX31" fmla="*/ 13419 w 155914"/>
                <a:gd name="connsiteY31" fmla="*/ 230462 h 243229"/>
                <a:gd name="connsiteX32" fmla="*/ 15975 w 155914"/>
                <a:gd name="connsiteY32" fmla="*/ 209395 h 243229"/>
                <a:gd name="connsiteX33" fmla="*/ 21726 w 155914"/>
                <a:gd name="connsiteY33" fmla="*/ 209395 h 243229"/>
                <a:gd name="connsiteX34" fmla="*/ 24282 w 155914"/>
                <a:gd name="connsiteY34" fmla="*/ 230462 h 243229"/>
                <a:gd name="connsiteX35" fmla="*/ 13419 w 155914"/>
                <a:gd name="connsiteY35" fmla="*/ 230462 h 243229"/>
                <a:gd name="connsiteX36" fmla="*/ 47925 w 155914"/>
                <a:gd name="connsiteY36" fmla="*/ 12768 h 243229"/>
                <a:gd name="connsiteX37" fmla="*/ 73484 w 155914"/>
                <a:gd name="connsiteY37" fmla="*/ 12768 h 243229"/>
                <a:gd name="connsiteX38" fmla="*/ 73484 w 155914"/>
                <a:gd name="connsiteY38" fmla="*/ 22344 h 243229"/>
                <a:gd name="connsiteX39" fmla="*/ 47925 w 155914"/>
                <a:gd name="connsiteY39" fmla="*/ 22344 h 243229"/>
                <a:gd name="connsiteX40" fmla="*/ 47925 w 155914"/>
                <a:gd name="connsiteY40" fmla="*/ 12768 h 243229"/>
                <a:gd name="connsiteX41" fmla="*/ 24921 w 155914"/>
                <a:gd name="connsiteY41" fmla="*/ 96398 h 243229"/>
                <a:gd name="connsiteX42" fmla="*/ 24921 w 155914"/>
                <a:gd name="connsiteY42" fmla="*/ 27451 h 243229"/>
                <a:gd name="connsiteX43" fmla="*/ 26838 w 155914"/>
                <a:gd name="connsiteY43" fmla="*/ 25536 h 243229"/>
                <a:gd name="connsiteX44" fmla="*/ 34506 w 155914"/>
                <a:gd name="connsiteY44" fmla="*/ 25536 h 243229"/>
                <a:gd name="connsiteX45" fmla="*/ 34506 w 155914"/>
                <a:gd name="connsiteY45" fmla="*/ 29366 h 243229"/>
                <a:gd name="connsiteX46" fmla="*/ 40896 w 155914"/>
                <a:gd name="connsiteY46" fmla="*/ 35750 h 243229"/>
                <a:gd name="connsiteX47" fmla="*/ 79235 w 155914"/>
                <a:gd name="connsiteY47" fmla="*/ 35750 h 243229"/>
                <a:gd name="connsiteX48" fmla="*/ 85625 w 155914"/>
                <a:gd name="connsiteY48" fmla="*/ 29366 h 243229"/>
                <a:gd name="connsiteX49" fmla="*/ 85625 w 155914"/>
                <a:gd name="connsiteY49" fmla="*/ 25536 h 243229"/>
                <a:gd name="connsiteX50" fmla="*/ 90737 w 155914"/>
                <a:gd name="connsiteY50" fmla="*/ 25536 h 243229"/>
                <a:gd name="connsiteX51" fmla="*/ 92654 w 155914"/>
                <a:gd name="connsiteY51" fmla="*/ 27451 h 243229"/>
                <a:gd name="connsiteX52" fmla="*/ 102878 w 155914"/>
                <a:gd name="connsiteY52" fmla="*/ 97037 h 243229"/>
                <a:gd name="connsiteX53" fmla="*/ 24921 w 155914"/>
                <a:gd name="connsiteY53" fmla="*/ 97037 h 243229"/>
                <a:gd name="connsiteX54" fmla="*/ 129077 w 155914"/>
                <a:gd name="connsiteY54" fmla="*/ 230462 h 243229"/>
                <a:gd name="connsiteX55" fmla="*/ 113741 w 155914"/>
                <a:gd name="connsiteY55" fmla="*/ 216417 h 243229"/>
                <a:gd name="connsiteX56" fmla="*/ 127799 w 155914"/>
                <a:gd name="connsiteY56" fmla="*/ 201095 h 243229"/>
                <a:gd name="connsiteX57" fmla="*/ 143135 w 155914"/>
                <a:gd name="connsiteY57" fmla="*/ 215140 h 243229"/>
                <a:gd name="connsiteX58" fmla="*/ 143135 w 155914"/>
                <a:gd name="connsiteY58" fmla="*/ 215779 h 243229"/>
                <a:gd name="connsiteX59" fmla="*/ 129077 w 155914"/>
                <a:gd name="connsiteY59" fmla="*/ 230462 h 243229"/>
                <a:gd name="connsiteX60" fmla="*/ 129077 w 155914"/>
                <a:gd name="connsiteY60" fmla="*/ 230462 h 243229"/>
                <a:gd name="connsiteX61" fmla="*/ 129077 w 155914"/>
                <a:gd name="connsiteY61" fmla="*/ 230462 h 243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55914" h="243229">
                  <a:moveTo>
                    <a:pt x="130355" y="188966"/>
                  </a:moveTo>
                  <a:lnTo>
                    <a:pt x="106073" y="24897"/>
                  </a:lnTo>
                  <a:cubicBezTo>
                    <a:pt x="104795" y="17875"/>
                    <a:pt x="98405" y="12129"/>
                    <a:pt x="91376" y="12129"/>
                  </a:cubicBezTo>
                  <a:lnTo>
                    <a:pt x="86264" y="12129"/>
                  </a:lnTo>
                  <a:lnTo>
                    <a:pt x="86264" y="6384"/>
                  </a:lnTo>
                  <a:cubicBezTo>
                    <a:pt x="86264" y="2553"/>
                    <a:pt x="83708" y="0"/>
                    <a:pt x="79874" y="0"/>
                  </a:cubicBezTo>
                  <a:lnTo>
                    <a:pt x="41535" y="0"/>
                  </a:lnTo>
                  <a:cubicBezTo>
                    <a:pt x="37701" y="0"/>
                    <a:pt x="35145" y="2553"/>
                    <a:pt x="35145" y="6384"/>
                  </a:cubicBezTo>
                  <a:lnTo>
                    <a:pt x="35145" y="12129"/>
                  </a:lnTo>
                  <a:lnTo>
                    <a:pt x="27477" y="12129"/>
                  </a:lnTo>
                  <a:cubicBezTo>
                    <a:pt x="19170" y="12129"/>
                    <a:pt x="12780" y="18513"/>
                    <a:pt x="12780" y="26813"/>
                  </a:cubicBezTo>
                  <a:lnTo>
                    <a:pt x="12780" y="196627"/>
                  </a:lnTo>
                  <a:lnTo>
                    <a:pt x="10863" y="196627"/>
                  </a:lnTo>
                  <a:cubicBezTo>
                    <a:pt x="7668" y="196627"/>
                    <a:pt x="5112" y="199180"/>
                    <a:pt x="4473" y="202372"/>
                  </a:cubicBezTo>
                  <a:lnTo>
                    <a:pt x="0" y="236207"/>
                  </a:lnTo>
                  <a:cubicBezTo>
                    <a:pt x="0" y="238122"/>
                    <a:pt x="639" y="240038"/>
                    <a:pt x="1278" y="241314"/>
                  </a:cubicBezTo>
                  <a:cubicBezTo>
                    <a:pt x="2556" y="242591"/>
                    <a:pt x="4473" y="243230"/>
                    <a:pt x="6390" y="243230"/>
                  </a:cubicBezTo>
                  <a:lnTo>
                    <a:pt x="31950" y="243230"/>
                  </a:lnTo>
                  <a:cubicBezTo>
                    <a:pt x="33867" y="243230"/>
                    <a:pt x="35784" y="242591"/>
                    <a:pt x="37062" y="241314"/>
                  </a:cubicBezTo>
                  <a:cubicBezTo>
                    <a:pt x="38340" y="240038"/>
                    <a:pt x="38979" y="238122"/>
                    <a:pt x="38340" y="236207"/>
                  </a:cubicBezTo>
                  <a:lnTo>
                    <a:pt x="33867" y="202372"/>
                  </a:lnTo>
                  <a:cubicBezTo>
                    <a:pt x="33228" y="199180"/>
                    <a:pt x="30672" y="196627"/>
                    <a:pt x="27477" y="196627"/>
                  </a:cubicBezTo>
                  <a:lnTo>
                    <a:pt x="25560" y="196627"/>
                  </a:lnTo>
                  <a:lnTo>
                    <a:pt x="25560" y="108528"/>
                  </a:lnTo>
                  <a:lnTo>
                    <a:pt x="106073" y="108528"/>
                  </a:lnTo>
                  <a:lnTo>
                    <a:pt x="118214" y="190881"/>
                  </a:lnTo>
                  <a:cubicBezTo>
                    <a:pt x="108629" y="195350"/>
                    <a:pt x="102239" y="204926"/>
                    <a:pt x="102239" y="215779"/>
                  </a:cubicBezTo>
                  <a:cubicBezTo>
                    <a:pt x="102878" y="230462"/>
                    <a:pt x="115019" y="241953"/>
                    <a:pt x="129716" y="241953"/>
                  </a:cubicBezTo>
                  <a:cubicBezTo>
                    <a:pt x="144413" y="241314"/>
                    <a:pt x="155915" y="229185"/>
                    <a:pt x="155915" y="214502"/>
                  </a:cubicBezTo>
                  <a:cubicBezTo>
                    <a:pt x="155275" y="200457"/>
                    <a:pt x="144413" y="189604"/>
                    <a:pt x="130355" y="188966"/>
                  </a:cubicBezTo>
                  <a:lnTo>
                    <a:pt x="130355" y="188966"/>
                  </a:lnTo>
                  <a:close/>
                  <a:moveTo>
                    <a:pt x="13419" y="230462"/>
                  </a:moveTo>
                  <a:lnTo>
                    <a:pt x="15975" y="209395"/>
                  </a:lnTo>
                  <a:lnTo>
                    <a:pt x="21726" y="209395"/>
                  </a:lnTo>
                  <a:lnTo>
                    <a:pt x="24282" y="230462"/>
                  </a:lnTo>
                  <a:lnTo>
                    <a:pt x="13419" y="230462"/>
                  </a:lnTo>
                  <a:close/>
                  <a:moveTo>
                    <a:pt x="47925" y="12768"/>
                  </a:moveTo>
                  <a:lnTo>
                    <a:pt x="73484" y="12768"/>
                  </a:lnTo>
                  <a:lnTo>
                    <a:pt x="73484" y="22344"/>
                  </a:lnTo>
                  <a:lnTo>
                    <a:pt x="47925" y="22344"/>
                  </a:lnTo>
                  <a:lnTo>
                    <a:pt x="47925" y="12768"/>
                  </a:lnTo>
                  <a:close/>
                  <a:moveTo>
                    <a:pt x="24921" y="96398"/>
                  </a:moveTo>
                  <a:lnTo>
                    <a:pt x="24921" y="27451"/>
                  </a:lnTo>
                  <a:cubicBezTo>
                    <a:pt x="24921" y="26174"/>
                    <a:pt x="25560" y="25536"/>
                    <a:pt x="26838" y="25536"/>
                  </a:cubicBezTo>
                  <a:lnTo>
                    <a:pt x="34506" y="25536"/>
                  </a:lnTo>
                  <a:lnTo>
                    <a:pt x="34506" y="29366"/>
                  </a:lnTo>
                  <a:cubicBezTo>
                    <a:pt x="34506" y="33197"/>
                    <a:pt x="37062" y="35750"/>
                    <a:pt x="40896" y="35750"/>
                  </a:cubicBezTo>
                  <a:lnTo>
                    <a:pt x="79235" y="35750"/>
                  </a:lnTo>
                  <a:cubicBezTo>
                    <a:pt x="83069" y="35750"/>
                    <a:pt x="85625" y="33197"/>
                    <a:pt x="85625" y="29366"/>
                  </a:cubicBezTo>
                  <a:lnTo>
                    <a:pt x="85625" y="25536"/>
                  </a:lnTo>
                  <a:lnTo>
                    <a:pt x="90737" y="25536"/>
                  </a:lnTo>
                  <a:cubicBezTo>
                    <a:pt x="92015" y="25536"/>
                    <a:pt x="92654" y="26174"/>
                    <a:pt x="92654" y="27451"/>
                  </a:cubicBezTo>
                  <a:lnTo>
                    <a:pt x="102878" y="97037"/>
                  </a:lnTo>
                  <a:lnTo>
                    <a:pt x="24921" y="97037"/>
                  </a:lnTo>
                  <a:close/>
                  <a:moveTo>
                    <a:pt x="129077" y="230462"/>
                  </a:moveTo>
                  <a:cubicBezTo>
                    <a:pt x="120770" y="231100"/>
                    <a:pt x="114380" y="224716"/>
                    <a:pt x="113741" y="216417"/>
                  </a:cubicBezTo>
                  <a:cubicBezTo>
                    <a:pt x="113102" y="208118"/>
                    <a:pt x="119492" y="201734"/>
                    <a:pt x="127799" y="201095"/>
                  </a:cubicBezTo>
                  <a:cubicBezTo>
                    <a:pt x="136106" y="200457"/>
                    <a:pt x="142496" y="206841"/>
                    <a:pt x="143135" y="215140"/>
                  </a:cubicBezTo>
                  <a:cubicBezTo>
                    <a:pt x="143135" y="215140"/>
                    <a:pt x="143135" y="215779"/>
                    <a:pt x="143135" y="215779"/>
                  </a:cubicBezTo>
                  <a:cubicBezTo>
                    <a:pt x="143135" y="223439"/>
                    <a:pt x="137384" y="229823"/>
                    <a:pt x="129077" y="230462"/>
                  </a:cubicBezTo>
                  <a:cubicBezTo>
                    <a:pt x="129077" y="230462"/>
                    <a:pt x="129077" y="230462"/>
                    <a:pt x="129077" y="230462"/>
                  </a:cubicBezTo>
                  <a:lnTo>
                    <a:pt x="129077" y="230462"/>
                  </a:lnTo>
                  <a:close/>
                </a:path>
              </a:pathLst>
            </a:custGeom>
            <a:solidFill>
              <a:srgbClr val="00A3E0"/>
            </a:solidFill>
            <a:ln w="6390" cap="flat">
              <a:noFill/>
              <a:prstDash val="solid"/>
              <a:miter/>
            </a:ln>
          </p:spPr>
          <p:txBody>
            <a:bodyPr rtlCol="0" anchor="ctr"/>
            <a:lstStyle/>
            <a:p>
              <a:endParaRPr lang="en-US"/>
            </a:p>
          </p:txBody>
        </p:sp>
      </p:grpSp>
      <p:grpSp>
        <p:nvGrpSpPr>
          <p:cNvPr id="387" name="Graphic 4">
            <a:extLst>
              <a:ext uri="{FF2B5EF4-FFF2-40B4-BE49-F238E27FC236}">
                <a16:creationId xmlns:a16="http://schemas.microsoft.com/office/drawing/2014/main" id="{D94BC83F-19BE-F249-AE12-876F24917D99}"/>
              </a:ext>
            </a:extLst>
          </p:cNvPr>
          <p:cNvGrpSpPr>
            <a:grpSpLocks noChangeAspect="1"/>
          </p:cNvGrpSpPr>
          <p:nvPr/>
        </p:nvGrpSpPr>
        <p:grpSpPr>
          <a:xfrm>
            <a:off x="4045469" y="3824168"/>
            <a:ext cx="362309" cy="361971"/>
            <a:chOff x="4045469" y="3824168"/>
            <a:chExt cx="362309" cy="361971"/>
          </a:xfrm>
          <a:solidFill>
            <a:srgbClr val="00A3E0"/>
          </a:solidFill>
        </p:grpSpPr>
        <p:sp>
          <p:nvSpPr>
            <p:cNvPr id="388" name="Graphic 4">
              <a:extLst>
                <a:ext uri="{FF2B5EF4-FFF2-40B4-BE49-F238E27FC236}">
                  <a16:creationId xmlns:a16="http://schemas.microsoft.com/office/drawing/2014/main" id="{185DA037-9E7C-4347-A362-27B0222DB271}"/>
                </a:ext>
              </a:extLst>
            </p:cNvPr>
            <p:cNvSpPr/>
            <p:nvPr/>
          </p:nvSpPr>
          <p:spPr>
            <a:xfrm>
              <a:off x="4175185" y="3908436"/>
              <a:ext cx="78596" cy="70862"/>
            </a:xfrm>
            <a:custGeom>
              <a:avLst/>
              <a:gdLst>
                <a:gd name="connsiteX0" fmla="*/ 65816 w 78596"/>
                <a:gd name="connsiteY0" fmla="*/ 0 h 70862"/>
                <a:gd name="connsiteX1" fmla="*/ 60704 w 78596"/>
                <a:gd name="connsiteY1" fmla="*/ 0 h 70862"/>
                <a:gd name="connsiteX2" fmla="*/ 60704 w 78596"/>
                <a:gd name="connsiteY2" fmla="*/ 3831 h 70862"/>
                <a:gd name="connsiteX3" fmla="*/ 54314 w 78596"/>
                <a:gd name="connsiteY3" fmla="*/ 10215 h 70862"/>
                <a:gd name="connsiteX4" fmla="*/ 15975 w 78596"/>
                <a:gd name="connsiteY4" fmla="*/ 10215 h 70862"/>
                <a:gd name="connsiteX5" fmla="*/ 9585 w 78596"/>
                <a:gd name="connsiteY5" fmla="*/ 3831 h 70862"/>
                <a:gd name="connsiteX6" fmla="*/ 9585 w 78596"/>
                <a:gd name="connsiteY6" fmla="*/ 0 h 70862"/>
                <a:gd name="connsiteX7" fmla="*/ 1917 w 78596"/>
                <a:gd name="connsiteY7" fmla="*/ 0 h 70862"/>
                <a:gd name="connsiteX8" fmla="*/ 0 w 78596"/>
                <a:gd name="connsiteY8" fmla="*/ 1916 h 70862"/>
                <a:gd name="connsiteX9" fmla="*/ 0 w 78596"/>
                <a:gd name="connsiteY9" fmla="*/ 70862 h 70862"/>
                <a:gd name="connsiteX10" fmla="*/ 78596 w 78596"/>
                <a:gd name="connsiteY10" fmla="*/ 70862 h 70862"/>
                <a:gd name="connsiteX11" fmla="*/ 68372 w 78596"/>
                <a:gd name="connsiteY11" fmla="*/ 1277 h 70862"/>
                <a:gd name="connsiteX12" fmla="*/ 65816 w 78596"/>
                <a:gd name="connsiteY12" fmla="*/ 0 h 7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596" h="70862">
                  <a:moveTo>
                    <a:pt x="65816" y="0"/>
                  </a:moveTo>
                  <a:lnTo>
                    <a:pt x="60704" y="0"/>
                  </a:lnTo>
                  <a:lnTo>
                    <a:pt x="60704" y="3831"/>
                  </a:lnTo>
                  <a:cubicBezTo>
                    <a:pt x="60704" y="7661"/>
                    <a:pt x="58148" y="10215"/>
                    <a:pt x="54314" y="10215"/>
                  </a:cubicBezTo>
                  <a:lnTo>
                    <a:pt x="15975" y="10215"/>
                  </a:lnTo>
                  <a:cubicBezTo>
                    <a:pt x="12141" y="10215"/>
                    <a:pt x="9585" y="7661"/>
                    <a:pt x="9585" y="3831"/>
                  </a:cubicBezTo>
                  <a:lnTo>
                    <a:pt x="9585" y="0"/>
                  </a:lnTo>
                  <a:lnTo>
                    <a:pt x="1917" y="0"/>
                  </a:lnTo>
                  <a:cubicBezTo>
                    <a:pt x="639" y="0"/>
                    <a:pt x="0" y="639"/>
                    <a:pt x="0" y="1916"/>
                  </a:cubicBezTo>
                  <a:lnTo>
                    <a:pt x="0" y="70862"/>
                  </a:lnTo>
                  <a:lnTo>
                    <a:pt x="78596" y="70862"/>
                  </a:lnTo>
                  <a:lnTo>
                    <a:pt x="68372" y="1277"/>
                  </a:lnTo>
                  <a:cubicBezTo>
                    <a:pt x="67733" y="639"/>
                    <a:pt x="66455" y="0"/>
                    <a:pt x="65816" y="0"/>
                  </a:cubicBezTo>
                  <a:close/>
                </a:path>
              </a:pathLst>
            </a:custGeom>
            <a:solidFill>
              <a:srgbClr val="00A3E0"/>
            </a:solidFill>
            <a:ln w="6390" cap="flat">
              <a:noFill/>
              <a:prstDash val="solid"/>
              <a:miter/>
            </a:ln>
          </p:spPr>
          <p:txBody>
            <a:bodyPr rtlCol="0" anchor="ctr"/>
            <a:lstStyle/>
            <a:p>
              <a:endParaRPr lang="en-US"/>
            </a:p>
          </p:txBody>
        </p:sp>
        <p:sp>
          <p:nvSpPr>
            <p:cNvPr id="389" name="Graphic 4">
              <a:extLst>
                <a:ext uri="{FF2B5EF4-FFF2-40B4-BE49-F238E27FC236}">
                  <a16:creationId xmlns:a16="http://schemas.microsoft.com/office/drawing/2014/main" id="{959DA134-EFB4-D547-810D-C9AB8BF80405}"/>
                </a:ext>
              </a:extLst>
            </p:cNvPr>
            <p:cNvSpPr/>
            <p:nvPr/>
          </p:nvSpPr>
          <p:spPr>
            <a:xfrm>
              <a:off x="4196910" y="3896307"/>
              <a:ext cx="25559" cy="9575"/>
            </a:xfrm>
            <a:custGeom>
              <a:avLst/>
              <a:gdLst>
                <a:gd name="connsiteX0" fmla="*/ 0 w 25559"/>
                <a:gd name="connsiteY0" fmla="*/ 0 h 9575"/>
                <a:gd name="connsiteX1" fmla="*/ 25560 w 25559"/>
                <a:gd name="connsiteY1" fmla="*/ 0 h 9575"/>
                <a:gd name="connsiteX2" fmla="*/ 25560 w 25559"/>
                <a:gd name="connsiteY2" fmla="*/ 9576 h 9575"/>
                <a:gd name="connsiteX3" fmla="*/ 0 w 25559"/>
                <a:gd name="connsiteY3" fmla="*/ 9576 h 9575"/>
              </a:gdLst>
              <a:ahLst/>
              <a:cxnLst>
                <a:cxn ang="0">
                  <a:pos x="connsiteX0" y="connsiteY0"/>
                </a:cxn>
                <a:cxn ang="0">
                  <a:pos x="connsiteX1" y="connsiteY1"/>
                </a:cxn>
                <a:cxn ang="0">
                  <a:pos x="connsiteX2" y="connsiteY2"/>
                </a:cxn>
                <a:cxn ang="0">
                  <a:pos x="connsiteX3" y="connsiteY3"/>
                </a:cxn>
              </a:cxnLst>
              <a:rect l="l" t="t" r="r" b="b"/>
              <a:pathLst>
                <a:path w="25559" h="9575">
                  <a:moveTo>
                    <a:pt x="0" y="0"/>
                  </a:moveTo>
                  <a:lnTo>
                    <a:pt x="25560" y="0"/>
                  </a:lnTo>
                  <a:lnTo>
                    <a:pt x="25560" y="9576"/>
                  </a:lnTo>
                  <a:lnTo>
                    <a:pt x="0" y="9576"/>
                  </a:lnTo>
                  <a:close/>
                </a:path>
              </a:pathLst>
            </a:custGeom>
            <a:solidFill>
              <a:srgbClr val="00A3E0"/>
            </a:solidFill>
            <a:ln w="6390" cap="flat">
              <a:noFill/>
              <a:prstDash val="solid"/>
              <a:miter/>
            </a:ln>
          </p:spPr>
          <p:txBody>
            <a:bodyPr rtlCol="0" anchor="ctr"/>
            <a:lstStyle/>
            <a:p>
              <a:endParaRPr lang="en-US"/>
            </a:p>
          </p:txBody>
        </p:sp>
        <p:sp>
          <p:nvSpPr>
            <p:cNvPr id="390" name="Graphic 4">
              <a:extLst>
                <a:ext uri="{FF2B5EF4-FFF2-40B4-BE49-F238E27FC236}">
                  <a16:creationId xmlns:a16="http://schemas.microsoft.com/office/drawing/2014/main" id="{EBFD6899-C2D8-5644-83B3-C1F4445680BD}"/>
                </a:ext>
              </a:extLst>
            </p:cNvPr>
            <p:cNvSpPr/>
            <p:nvPr/>
          </p:nvSpPr>
          <p:spPr>
            <a:xfrm>
              <a:off x="4163044" y="4092933"/>
              <a:ext cx="10223" cy="21067"/>
            </a:xfrm>
            <a:custGeom>
              <a:avLst/>
              <a:gdLst>
                <a:gd name="connsiteX0" fmla="*/ 2556 w 10223"/>
                <a:gd name="connsiteY0" fmla="*/ 0 h 21067"/>
                <a:gd name="connsiteX1" fmla="*/ 0 w 10223"/>
                <a:gd name="connsiteY1" fmla="*/ 21067 h 21067"/>
                <a:gd name="connsiteX2" fmla="*/ 10224 w 10223"/>
                <a:gd name="connsiteY2" fmla="*/ 21067 h 21067"/>
                <a:gd name="connsiteX3" fmla="*/ 7668 w 10223"/>
                <a:gd name="connsiteY3" fmla="*/ 0 h 21067"/>
              </a:gdLst>
              <a:ahLst/>
              <a:cxnLst>
                <a:cxn ang="0">
                  <a:pos x="connsiteX0" y="connsiteY0"/>
                </a:cxn>
                <a:cxn ang="0">
                  <a:pos x="connsiteX1" y="connsiteY1"/>
                </a:cxn>
                <a:cxn ang="0">
                  <a:pos x="connsiteX2" y="connsiteY2"/>
                </a:cxn>
                <a:cxn ang="0">
                  <a:pos x="connsiteX3" y="connsiteY3"/>
                </a:cxn>
              </a:cxnLst>
              <a:rect l="l" t="t" r="r" b="b"/>
              <a:pathLst>
                <a:path w="10223" h="21067">
                  <a:moveTo>
                    <a:pt x="2556" y="0"/>
                  </a:moveTo>
                  <a:lnTo>
                    <a:pt x="0" y="21067"/>
                  </a:lnTo>
                  <a:lnTo>
                    <a:pt x="10224" y="21067"/>
                  </a:lnTo>
                  <a:lnTo>
                    <a:pt x="7668" y="0"/>
                  </a:lnTo>
                  <a:close/>
                </a:path>
              </a:pathLst>
            </a:custGeom>
            <a:solidFill>
              <a:srgbClr val="00A3E0"/>
            </a:solidFill>
            <a:ln w="6390" cap="flat">
              <a:noFill/>
              <a:prstDash val="solid"/>
              <a:miter/>
            </a:ln>
          </p:spPr>
          <p:txBody>
            <a:bodyPr rtlCol="0" anchor="ctr"/>
            <a:lstStyle/>
            <a:p>
              <a:endParaRPr lang="en-US"/>
            </a:p>
          </p:txBody>
        </p:sp>
        <p:sp>
          <p:nvSpPr>
            <p:cNvPr id="391" name="Graphic 4">
              <a:extLst>
                <a:ext uri="{FF2B5EF4-FFF2-40B4-BE49-F238E27FC236}">
                  <a16:creationId xmlns:a16="http://schemas.microsoft.com/office/drawing/2014/main" id="{469444ED-0736-624F-8F29-2165484112C5}"/>
                </a:ext>
              </a:extLst>
            </p:cNvPr>
            <p:cNvSpPr/>
            <p:nvPr/>
          </p:nvSpPr>
          <p:spPr>
            <a:xfrm>
              <a:off x="4045469" y="3824168"/>
              <a:ext cx="362309" cy="361971"/>
            </a:xfrm>
            <a:custGeom>
              <a:avLst/>
              <a:gdLst>
                <a:gd name="connsiteX0" fmla="*/ 181474 w 362309"/>
                <a:gd name="connsiteY0" fmla="*/ 0 h 361971"/>
                <a:gd name="connsiteX1" fmla="*/ 0 w 362309"/>
                <a:gd name="connsiteY1" fmla="*/ 180667 h 361971"/>
                <a:gd name="connsiteX2" fmla="*/ 180836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232594 w 362309"/>
                <a:gd name="connsiteY6" fmla="*/ 302601 h 361971"/>
                <a:gd name="connsiteX7" fmla="*/ 205756 w 362309"/>
                <a:gd name="connsiteY7" fmla="*/ 275149 h 361971"/>
                <a:gd name="connsiteX8" fmla="*/ 221731 w 362309"/>
                <a:gd name="connsiteY8" fmla="*/ 250252 h 361971"/>
                <a:gd name="connsiteX9" fmla="*/ 209590 w 362309"/>
                <a:gd name="connsiteY9" fmla="*/ 167899 h 361971"/>
                <a:gd name="connsiteX10" fmla="*/ 129077 w 362309"/>
                <a:gd name="connsiteY10" fmla="*/ 167899 h 361971"/>
                <a:gd name="connsiteX11" fmla="*/ 129077 w 362309"/>
                <a:gd name="connsiteY11" fmla="*/ 255998 h 361971"/>
                <a:gd name="connsiteX12" fmla="*/ 130994 w 362309"/>
                <a:gd name="connsiteY12" fmla="*/ 255998 h 361971"/>
                <a:gd name="connsiteX13" fmla="*/ 137384 w 362309"/>
                <a:gd name="connsiteY13" fmla="*/ 261743 h 361971"/>
                <a:gd name="connsiteX14" fmla="*/ 141857 w 362309"/>
                <a:gd name="connsiteY14" fmla="*/ 295578 h 361971"/>
                <a:gd name="connsiteX15" fmla="*/ 140579 w 362309"/>
                <a:gd name="connsiteY15" fmla="*/ 300685 h 361971"/>
                <a:gd name="connsiteX16" fmla="*/ 135467 w 362309"/>
                <a:gd name="connsiteY16" fmla="*/ 302601 h 361971"/>
                <a:gd name="connsiteX17" fmla="*/ 110546 w 362309"/>
                <a:gd name="connsiteY17" fmla="*/ 302601 h 361971"/>
                <a:gd name="connsiteX18" fmla="*/ 105434 w 362309"/>
                <a:gd name="connsiteY18" fmla="*/ 300685 h 361971"/>
                <a:gd name="connsiteX19" fmla="*/ 104156 w 362309"/>
                <a:gd name="connsiteY19" fmla="*/ 295578 h 361971"/>
                <a:gd name="connsiteX20" fmla="*/ 108629 w 362309"/>
                <a:gd name="connsiteY20" fmla="*/ 261743 h 361971"/>
                <a:gd name="connsiteX21" fmla="*/ 115019 w 362309"/>
                <a:gd name="connsiteY21" fmla="*/ 255998 h 361971"/>
                <a:gd name="connsiteX22" fmla="*/ 116936 w 362309"/>
                <a:gd name="connsiteY22" fmla="*/ 255998 h 361971"/>
                <a:gd name="connsiteX23" fmla="*/ 116936 w 362309"/>
                <a:gd name="connsiteY23" fmla="*/ 86184 h 361971"/>
                <a:gd name="connsiteX24" fmla="*/ 131633 w 362309"/>
                <a:gd name="connsiteY24" fmla="*/ 71500 h 361971"/>
                <a:gd name="connsiteX25" fmla="*/ 139301 w 362309"/>
                <a:gd name="connsiteY25" fmla="*/ 71500 h 361971"/>
                <a:gd name="connsiteX26" fmla="*/ 139301 w 362309"/>
                <a:gd name="connsiteY26" fmla="*/ 65755 h 361971"/>
                <a:gd name="connsiteX27" fmla="*/ 145691 w 362309"/>
                <a:gd name="connsiteY27" fmla="*/ 59371 h 361971"/>
                <a:gd name="connsiteX28" fmla="*/ 184031 w 362309"/>
                <a:gd name="connsiteY28" fmla="*/ 59371 h 361971"/>
                <a:gd name="connsiteX29" fmla="*/ 190420 w 362309"/>
                <a:gd name="connsiteY29" fmla="*/ 65755 h 361971"/>
                <a:gd name="connsiteX30" fmla="*/ 190420 w 362309"/>
                <a:gd name="connsiteY30" fmla="*/ 71500 h 361971"/>
                <a:gd name="connsiteX31" fmla="*/ 195532 w 362309"/>
                <a:gd name="connsiteY31" fmla="*/ 71500 h 361971"/>
                <a:gd name="connsiteX32" fmla="*/ 210229 w 362309"/>
                <a:gd name="connsiteY32" fmla="*/ 84268 h 361971"/>
                <a:gd name="connsiteX33" fmla="*/ 234511 w 362309"/>
                <a:gd name="connsiteY33" fmla="*/ 248337 h 361971"/>
                <a:gd name="connsiteX34" fmla="*/ 258792 w 362309"/>
                <a:gd name="connsiteY34" fmla="*/ 278341 h 361971"/>
                <a:gd name="connsiteX35" fmla="*/ 232594 w 362309"/>
                <a:gd name="connsiteY35" fmla="*/ 302601 h 361971"/>
                <a:gd name="connsiteX36" fmla="*/ 232594 w 362309"/>
                <a:gd name="connsiteY36" fmla="*/ 30260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309" h="361971">
                  <a:moveTo>
                    <a:pt x="181474" y="0"/>
                  </a:moveTo>
                  <a:cubicBezTo>
                    <a:pt x="81152" y="0"/>
                    <a:pt x="0" y="81076"/>
                    <a:pt x="0" y="180667"/>
                  </a:cubicBezTo>
                  <a:cubicBezTo>
                    <a:pt x="0" y="280257"/>
                    <a:pt x="81152" y="361971"/>
                    <a:pt x="180836" y="361971"/>
                  </a:cubicBezTo>
                  <a:cubicBezTo>
                    <a:pt x="280518" y="361971"/>
                    <a:pt x="362310" y="280895"/>
                    <a:pt x="362310" y="181305"/>
                  </a:cubicBezTo>
                  <a:lnTo>
                    <a:pt x="362310" y="181305"/>
                  </a:lnTo>
                  <a:cubicBezTo>
                    <a:pt x="362310" y="81076"/>
                    <a:pt x="281796" y="0"/>
                    <a:pt x="181474" y="0"/>
                  </a:cubicBezTo>
                  <a:close/>
                  <a:moveTo>
                    <a:pt x="232594" y="302601"/>
                  </a:moveTo>
                  <a:cubicBezTo>
                    <a:pt x="217897" y="302601"/>
                    <a:pt x="205756" y="289833"/>
                    <a:pt x="205756" y="275149"/>
                  </a:cubicBezTo>
                  <a:cubicBezTo>
                    <a:pt x="205756" y="264297"/>
                    <a:pt x="211507" y="254721"/>
                    <a:pt x="221731" y="250252"/>
                  </a:cubicBezTo>
                  <a:lnTo>
                    <a:pt x="209590" y="167899"/>
                  </a:lnTo>
                  <a:lnTo>
                    <a:pt x="129077" y="167899"/>
                  </a:lnTo>
                  <a:lnTo>
                    <a:pt x="129077" y="255998"/>
                  </a:lnTo>
                  <a:lnTo>
                    <a:pt x="130994" y="255998"/>
                  </a:lnTo>
                  <a:cubicBezTo>
                    <a:pt x="134189" y="255998"/>
                    <a:pt x="136745" y="258551"/>
                    <a:pt x="137384" y="261743"/>
                  </a:cubicBezTo>
                  <a:lnTo>
                    <a:pt x="141857" y="295578"/>
                  </a:lnTo>
                  <a:cubicBezTo>
                    <a:pt x="141857" y="297493"/>
                    <a:pt x="141218" y="299409"/>
                    <a:pt x="140579" y="300685"/>
                  </a:cubicBezTo>
                  <a:cubicBezTo>
                    <a:pt x="139301" y="301962"/>
                    <a:pt x="137384" y="302601"/>
                    <a:pt x="135467" y="302601"/>
                  </a:cubicBezTo>
                  <a:lnTo>
                    <a:pt x="110546" y="302601"/>
                  </a:lnTo>
                  <a:cubicBezTo>
                    <a:pt x="108629" y="302601"/>
                    <a:pt x="106712" y="301962"/>
                    <a:pt x="105434" y="300685"/>
                  </a:cubicBezTo>
                  <a:cubicBezTo>
                    <a:pt x="104156" y="299409"/>
                    <a:pt x="103517" y="297493"/>
                    <a:pt x="104156" y="295578"/>
                  </a:cubicBezTo>
                  <a:lnTo>
                    <a:pt x="108629" y="261743"/>
                  </a:lnTo>
                  <a:cubicBezTo>
                    <a:pt x="109268" y="258551"/>
                    <a:pt x="111824" y="255998"/>
                    <a:pt x="115019" y="255998"/>
                  </a:cubicBezTo>
                  <a:lnTo>
                    <a:pt x="116936" y="255998"/>
                  </a:lnTo>
                  <a:lnTo>
                    <a:pt x="116936" y="86184"/>
                  </a:lnTo>
                  <a:cubicBezTo>
                    <a:pt x="116936" y="77884"/>
                    <a:pt x="123326" y="71500"/>
                    <a:pt x="131633" y="71500"/>
                  </a:cubicBezTo>
                  <a:lnTo>
                    <a:pt x="139301" y="71500"/>
                  </a:lnTo>
                  <a:lnTo>
                    <a:pt x="139301" y="65755"/>
                  </a:lnTo>
                  <a:cubicBezTo>
                    <a:pt x="139301" y="61924"/>
                    <a:pt x="141857" y="59371"/>
                    <a:pt x="145691" y="59371"/>
                  </a:cubicBezTo>
                  <a:lnTo>
                    <a:pt x="184031" y="59371"/>
                  </a:lnTo>
                  <a:cubicBezTo>
                    <a:pt x="187864" y="59371"/>
                    <a:pt x="190420" y="61924"/>
                    <a:pt x="190420" y="65755"/>
                  </a:cubicBezTo>
                  <a:lnTo>
                    <a:pt x="190420" y="71500"/>
                  </a:lnTo>
                  <a:lnTo>
                    <a:pt x="195532" y="71500"/>
                  </a:lnTo>
                  <a:cubicBezTo>
                    <a:pt x="202561" y="71500"/>
                    <a:pt x="208951" y="76608"/>
                    <a:pt x="210229" y="84268"/>
                  </a:cubicBezTo>
                  <a:lnTo>
                    <a:pt x="234511" y="248337"/>
                  </a:lnTo>
                  <a:cubicBezTo>
                    <a:pt x="249847" y="250252"/>
                    <a:pt x="260710" y="263658"/>
                    <a:pt x="258792" y="278341"/>
                  </a:cubicBezTo>
                  <a:cubicBezTo>
                    <a:pt x="257515" y="291748"/>
                    <a:pt x="246013" y="301962"/>
                    <a:pt x="232594" y="302601"/>
                  </a:cubicBezTo>
                  <a:lnTo>
                    <a:pt x="232594" y="302601"/>
                  </a:lnTo>
                  <a:close/>
                </a:path>
              </a:pathLst>
            </a:custGeom>
            <a:solidFill>
              <a:srgbClr val="00A3E0"/>
            </a:solidFill>
            <a:ln w="6390" cap="flat">
              <a:noFill/>
              <a:prstDash val="solid"/>
              <a:miter/>
            </a:ln>
          </p:spPr>
          <p:txBody>
            <a:bodyPr rtlCol="0" anchor="ctr"/>
            <a:lstStyle/>
            <a:p>
              <a:endParaRPr lang="en-US"/>
            </a:p>
          </p:txBody>
        </p:sp>
        <p:sp>
          <p:nvSpPr>
            <p:cNvPr id="392" name="Graphic 4">
              <a:extLst>
                <a:ext uri="{FF2B5EF4-FFF2-40B4-BE49-F238E27FC236}">
                  <a16:creationId xmlns:a16="http://schemas.microsoft.com/office/drawing/2014/main" id="{7387CC1D-6266-3A4D-B091-45230882D372}"/>
                </a:ext>
              </a:extLst>
            </p:cNvPr>
            <p:cNvSpPr/>
            <p:nvPr/>
          </p:nvSpPr>
          <p:spPr>
            <a:xfrm>
              <a:off x="4262682" y="4084590"/>
              <a:ext cx="28847" cy="28816"/>
            </a:xfrm>
            <a:custGeom>
              <a:avLst/>
              <a:gdLst>
                <a:gd name="connsiteX0" fmla="*/ 15380 w 28847"/>
                <a:gd name="connsiteY0" fmla="*/ 44 h 28816"/>
                <a:gd name="connsiteX1" fmla="*/ 44 w 28847"/>
                <a:gd name="connsiteY1" fmla="*/ 13450 h 28816"/>
                <a:gd name="connsiteX2" fmla="*/ 13463 w 28847"/>
                <a:gd name="connsiteY2" fmla="*/ 28772 h 28816"/>
                <a:gd name="connsiteX3" fmla="*/ 28799 w 28847"/>
                <a:gd name="connsiteY3" fmla="*/ 15365 h 28816"/>
                <a:gd name="connsiteX4" fmla="*/ 28799 w 28847"/>
                <a:gd name="connsiteY4" fmla="*/ 14727 h 28816"/>
                <a:gd name="connsiteX5" fmla="*/ 15380 w 28847"/>
                <a:gd name="connsiteY5" fmla="*/ 44 h 2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47" h="28816">
                  <a:moveTo>
                    <a:pt x="15380" y="44"/>
                  </a:moveTo>
                  <a:cubicBezTo>
                    <a:pt x="7073" y="-595"/>
                    <a:pt x="683" y="5789"/>
                    <a:pt x="44" y="13450"/>
                  </a:cubicBezTo>
                  <a:cubicBezTo>
                    <a:pt x="-595" y="21749"/>
                    <a:pt x="5795" y="28133"/>
                    <a:pt x="13463" y="28772"/>
                  </a:cubicBezTo>
                  <a:cubicBezTo>
                    <a:pt x="21770" y="29410"/>
                    <a:pt x="28160" y="23026"/>
                    <a:pt x="28799" y="15365"/>
                  </a:cubicBezTo>
                  <a:cubicBezTo>
                    <a:pt x="28799" y="15365"/>
                    <a:pt x="28799" y="14727"/>
                    <a:pt x="28799" y="14727"/>
                  </a:cubicBezTo>
                  <a:cubicBezTo>
                    <a:pt x="29438" y="7066"/>
                    <a:pt x="23687" y="682"/>
                    <a:pt x="15380" y="44"/>
                  </a:cubicBezTo>
                  <a:close/>
                </a:path>
              </a:pathLst>
            </a:custGeom>
            <a:solidFill>
              <a:srgbClr val="00A3E0"/>
            </a:solidFill>
            <a:ln w="6390" cap="flat">
              <a:noFill/>
              <a:prstDash val="solid"/>
              <a:miter/>
            </a:ln>
          </p:spPr>
          <p:txBody>
            <a:bodyPr rtlCol="0" anchor="ctr"/>
            <a:lstStyle/>
            <a:p>
              <a:endParaRPr lang="en-US"/>
            </a:p>
          </p:txBody>
        </p:sp>
      </p:grpSp>
      <p:grpSp>
        <p:nvGrpSpPr>
          <p:cNvPr id="393" name="Graphic 4">
            <a:extLst>
              <a:ext uri="{FF2B5EF4-FFF2-40B4-BE49-F238E27FC236}">
                <a16:creationId xmlns:a16="http://schemas.microsoft.com/office/drawing/2014/main" id="{AD475571-FDBD-2447-9458-BC852C76D576}"/>
              </a:ext>
            </a:extLst>
          </p:cNvPr>
          <p:cNvGrpSpPr>
            <a:grpSpLocks noChangeAspect="1"/>
          </p:cNvGrpSpPr>
          <p:nvPr/>
        </p:nvGrpSpPr>
        <p:grpSpPr>
          <a:xfrm>
            <a:off x="2998797" y="4792777"/>
            <a:ext cx="362309" cy="362450"/>
            <a:chOff x="2998797" y="4792777"/>
            <a:chExt cx="362309" cy="362450"/>
          </a:xfrm>
          <a:solidFill>
            <a:srgbClr val="00A3E0"/>
          </a:solidFill>
        </p:grpSpPr>
        <p:sp>
          <p:nvSpPr>
            <p:cNvPr id="394" name="Graphic 4">
              <a:extLst>
                <a:ext uri="{FF2B5EF4-FFF2-40B4-BE49-F238E27FC236}">
                  <a16:creationId xmlns:a16="http://schemas.microsoft.com/office/drawing/2014/main" id="{5495F322-C803-5A47-BA76-936CEBE9C8AB}"/>
                </a:ext>
              </a:extLst>
            </p:cNvPr>
            <p:cNvSpPr/>
            <p:nvPr/>
          </p:nvSpPr>
          <p:spPr>
            <a:xfrm>
              <a:off x="3129791" y="4970092"/>
              <a:ext cx="29418" cy="43411"/>
            </a:xfrm>
            <a:custGeom>
              <a:avLst/>
              <a:gdLst>
                <a:gd name="connsiteX0" fmla="*/ 11502 w 29418"/>
                <a:gd name="connsiteY0" fmla="*/ 32558 h 43411"/>
                <a:gd name="connsiteX1" fmla="*/ 19170 w 29418"/>
                <a:gd name="connsiteY1" fmla="*/ 43411 h 43411"/>
                <a:gd name="connsiteX2" fmla="*/ 24921 w 29418"/>
                <a:gd name="connsiteY2" fmla="*/ 38304 h 43411"/>
                <a:gd name="connsiteX3" fmla="*/ 28116 w 29418"/>
                <a:gd name="connsiteY3" fmla="*/ 15960 h 43411"/>
                <a:gd name="connsiteX4" fmla="*/ 20448 w 29418"/>
                <a:gd name="connsiteY4" fmla="*/ 0 h 43411"/>
                <a:gd name="connsiteX5" fmla="*/ 0 w 29418"/>
                <a:gd name="connsiteY5" fmla="*/ 17875 h 43411"/>
                <a:gd name="connsiteX6" fmla="*/ 639 w 29418"/>
                <a:gd name="connsiteY6" fmla="*/ 17875 h 43411"/>
                <a:gd name="connsiteX7" fmla="*/ 11502 w 29418"/>
                <a:gd name="connsiteY7" fmla="*/ 32558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418" h="43411">
                  <a:moveTo>
                    <a:pt x="11502" y="32558"/>
                  </a:moveTo>
                  <a:cubicBezTo>
                    <a:pt x="13419" y="36388"/>
                    <a:pt x="15975" y="40219"/>
                    <a:pt x="19170" y="43411"/>
                  </a:cubicBezTo>
                  <a:cubicBezTo>
                    <a:pt x="21087" y="42134"/>
                    <a:pt x="23004" y="40857"/>
                    <a:pt x="24921" y="38304"/>
                  </a:cubicBezTo>
                  <a:cubicBezTo>
                    <a:pt x="29394" y="31281"/>
                    <a:pt x="30672" y="23620"/>
                    <a:pt x="28116" y="15960"/>
                  </a:cubicBezTo>
                  <a:cubicBezTo>
                    <a:pt x="24921" y="3830"/>
                    <a:pt x="21726" y="638"/>
                    <a:pt x="20448" y="0"/>
                  </a:cubicBezTo>
                  <a:cubicBezTo>
                    <a:pt x="17253" y="3192"/>
                    <a:pt x="6390" y="12129"/>
                    <a:pt x="0" y="17875"/>
                  </a:cubicBezTo>
                  <a:lnTo>
                    <a:pt x="639" y="17875"/>
                  </a:lnTo>
                  <a:cubicBezTo>
                    <a:pt x="4473" y="21705"/>
                    <a:pt x="8307" y="26812"/>
                    <a:pt x="11502" y="32558"/>
                  </a:cubicBezTo>
                  <a:close/>
                </a:path>
              </a:pathLst>
            </a:custGeom>
            <a:solidFill>
              <a:srgbClr val="00A3E0"/>
            </a:solidFill>
            <a:ln w="6390" cap="flat">
              <a:noFill/>
              <a:prstDash val="solid"/>
              <a:miter/>
            </a:ln>
          </p:spPr>
          <p:txBody>
            <a:bodyPr rtlCol="0" anchor="ctr"/>
            <a:lstStyle/>
            <a:p>
              <a:endParaRPr lang="en-US"/>
            </a:p>
          </p:txBody>
        </p:sp>
        <p:sp>
          <p:nvSpPr>
            <p:cNvPr id="395" name="Graphic 4">
              <a:extLst>
                <a:ext uri="{FF2B5EF4-FFF2-40B4-BE49-F238E27FC236}">
                  <a16:creationId xmlns:a16="http://schemas.microsoft.com/office/drawing/2014/main" id="{92CF2284-058C-F846-BFA9-EF914CAD68AC}"/>
                </a:ext>
              </a:extLst>
            </p:cNvPr>
            <p:cNvSpPr/>
            <p:nvPr/>
          </p:nvSpPr>
          <p:spPr>
            <a:xfrm>
              <a:off x="2998797" y="4792777"/>
              <a:ext cx="362309" cy="362450"/>
            </a:xfrm>
            <a:custGeom>
              <a:avLst/>
              <a:gdLst>
                <a:gd name="connsiteX0" fmla="*/ 180835 w 362309"/>
                <a:gd name="connsiteY0" fmla="*/ 479 h 362450"/>
                <a:gd name="connsiteX1" fmla="*/ 0 w 362309"/>
                <a:gd name="connsiteY1" fmla="*/ 181784 h 362450"/>
                <a:gd name="connsiteX2" fmla="*/ 181474 w 362309"/>
                <a:gd name="connsiteY2" fmla="*/ 362451 h 362450"/>
                <a:gd name="connsiteX3" fmla="*/ 362310 w 362309"/>
                <a:gd name="connsiteY3" fmla="*/ 181146 h 362450"/>
                <a:gd name="connsiteX4" fmla="*/ 180835 w 362309"/>
                <a:gd name="connsiteY4" fmla="*/ 479 h 362450"/>
                <a:gd name="connsiteX5" fmla="*/ 180835 w 362309"/>
                <a:gd name="connsiteY5" fmla="*/ 479 h 362450"/>
                <a:gd name="connsiteX6" fmla="*/ 264544 w 362309"/>
                <a:gd name="connsiteY6" fmla="*/ 219449 h 362450"/>
                <a:gd name="connsiteX7" fmla="*/ 245374 w 362309"/>
                <a:gd name="connsiteY7" fmla="*/ 282012 h 362450"/>
                <a:gd name="connsiteX8" fmla="*/ 245374 w 362309"/>
                <a:gd name="connsiteY8" fmla="*/ 294780 h 362450"/>
                <a:gd name="connsiteX9" fmla="*/ 238984 w 362309"/>
                <a:gd name="connsiteY9" fmla="*/ 301164 h 362450"/>
                <a:gd name="connsiteX10" fmla="*/ 232594 w 362309"/>
                <a:gd name="connsiteY10" fmla="*/ 294780 h 362450"/>
                <a:gd name="connsiteX11" fmla="*/ 232594 w 362309"/>
                <a:gd name="connsiteY11" fmla="*/ 279459 h 362450"/>
                <a:gd name="connsiteX12" fmla="*/ 235150 w 362309"/>
                <a:gd name="connsiteY12" fmla="*/ 274352 h 362450"/>
                <a:gd name="connsiteX13" fmla="*/ 251764 w 362309"/>
                <a:gd name="connsiteY13" fmla="*/ 219449 h 362450"/>
                <a:gd name="connsiteX14" fmla="*/ 251764 w 362309"/>
                <a:gd name="connsiteY14" fmla="*/ 121775 h 362450"/>
                <a:gd name="connsiteX15" fmla="*/ 249847 w 362309"/>
                <a:gd name="connsiteY15" fmla="*/ 114752 h 362450"/>
                <a:gd name="connsiteX16" fmla="*/ 246652 w 362309"/>
                <a:gd name="connsiteY16" fmla="*/ 113476 h 362450"/>
                <a:gd name="connsiteX17" fmla="*/ 243457 w 362309"/>
                <a:gd name="connsiteY17" fmla="*/ 114752 h 362450"/>
                <a:gd name="connsiteX18" fmla="*/ 241540 w 362309"/>
                <a:gd name="connsiteY18" fmla="*/ 120498 h 362450"/>
                <a:gd name="connsiteX19" fmla="*/ 241540 w 362309"/>
                <a:gd name="connsiteY19" fmla="*/ 121136 h 362450"/>
                <a:gd name="connsiteX20" fmla="*/ 241540 w 362309"/>
                <a:gd name="connsiteY20" fmla="*/ 177315 h 362450"/>
                <a:gd name="connsiteX21" fmla="*/ 235150 w 362309"/>
                <a:gd name="connsiteY21" fmla="*/ 183699 h 362450"/>
                <a:gd name="connsiteX22" fmla="*/ 228760 w 362309"/>
                <a:gd name="connsiteY22" fmla="*/ 177315 h 362450"/>
                <a:gd name="connsiteX23" fmla="*/ 228760 w 362309"/>
                <a:gd name="connsiteY23" fmla="*/ 90493 h 362450"/>
                <a:gd name="connsiteX24" fmla="*/ 222370 w 362309"/>
                <a:gd name="connsiteY24" fmla="*/ 83471 h 362450"/>
                <a:gd name="connsiteX25" fmla="*/ 222370 w 362309"/>
                <a:gd name="connsiteY25" fmla="*/ 83471 h 362450"/>
                <a:gd name="connsiteX26" fmla="*/ 216619 w 362309"/>
                <a:gd name="connsiteY26" fmla="*/ 84748 h 362450"/>
                <a:gd name="connsiteX27" fmla="*/ 214063 w 362309"/>
                <a:gd name="connsiteY27" fmla="*/ 91132 h 362450"/>
                <a:gd name="connsiteX28" fmla="*/ 214063 w 362309"/>
                <a:gd name="connsiteY28" fmla="*/ 169016 h 362450"/>
                <a:gd name="connsiteX29" fmla="*/ 207673 w 362309"/>
                <a:gd name="connsiteY29" fmla="*/ 175400 h 362450"/>
                <a:gd name="connsiteX30" fmla="*/ 201283 w 362309"/>
                <a:gd name="connsiteY30" fmla="*/ 169016 h 362450"/>
                <a:gd name="connsiteX31" fmla="*/ 201283 w 362309"/>
                <a:gd name="connsiteY31" fmla="*/ 82832 h 362450"/>
                <a:gd name="connsiteX32" fmla="*/ 201283 w 362309"/>
                <a:gd name="connsiteY32" fmla="*/ 82194 h 362450"/>
                <a:gd name="connsiteX33" fmla="*/ 199366 w 362309"/>
                <a:gd name="connsiteY33" fmla="*/ 76448 h 362450"/>
                <a:gd name="connsiteX34" fmla="*/ 192976 w 362309"/>
                <a:gd name="connsiteY34" fmla="*/ 74533 h 362450"/>
                <a:gd name="connsiteX35" fmla="*/ 186586 w 362309"/>
                <a:gd name="connsiteY35" fmla="*/ 76448 h 362450"/>
                <a:gd name="connsiteX36" fmla="*/ 184669 w 362309"/>
                <a:gd name="connsiteY36" fmla="*/ 82832 h 362450"/>
                <a:gd name="connsiteX37" fmla="*/ 184669 w 362309"/>
                <a:gd name="connsiteY37" fmla="*/ 151141 h 362450"/>
                <a:gd name="connsiteX38" fmla="*/ 178279 w 362309"/>
                <a:gd name="connsiteY38" fmla="*/ 157525 h 362450"/>
                <a:gd name="connsiteX39" fmla="*/ 173167 w 362309"/>
                <a:gd name="connsiteY39" fmla="*/ 154971 h 362450"/>
                <a:gd name="connsiteX40" fmla="*/ 142496 w 362309"/>
                <a:gd name="connsiteY40" fmla="*/ 146672 h 362450"/>
                <a:gd name="connsiteX41" fmla="*/ 113741 w 362309"/>
                <a:gd name="connsiteY41" fmla="*/ 172847 h 362450"/>
                <a:gd name="connsiteX42" fmla="*/ 110546 w 362309"/>
                <a:gd name="connsiteY42" fmla="*/ 185614 h 362450"/>
                <a:gd name="connsiteX43" fmla="*/ 118214 w 362309"/>
                <a:gd name="connsiteY43" fmla="*/ 188168 h 362450"/>
                <a:gd name="connsiteX44" fmla="*/ 143135 w 362309"/>
                <a:gd name="connsiteY44" fmla="*/ 166463 h 362450"/>
                <a:gd name="connsiteX45" fmla="*/ 154637 w 362309"/>
                <a:gd name="connsiteY45" fmla="*/ 164547 h 362450"/>
                <a:gd name="connsiteX46" fmla="*/ 170611 w 362309"/>
                <a:gd name="connsiteY46" fmla="*/ 189445 h 362450"/>
                <a:gd name="connsiteX47" fmla="*/ 165500 w 362309"/>
                <a:gd name="connsiteY47" fmla="*/ 222641 h 362450"/>
                <a:gd name="connsiteX48" fmla="*/ 150164 w 362309"/>
                <a:gd name="connsiteY48" fmla="*/ 232856 h 362450"/>
                <a:gd name="connsiteX49" fmla="*/ 130994 w 362309"/>
                <a:gd name="connsiteY49" fmla="*/ 216258 h 362450"/>
                <a:gd name="connsiteX50" fmla="*/ 122048 w 362309"/>
                <a:gd name="connsiteY50" fmla="*/ 203490 h 362450"/>
                <a:gd name="connsiteX51" fmla="*/ 114380 w 362309"/>
                <a:gd name="connsiteY51" fmla="*/ 201574 h 362450"/>
                <a:gd name="connsiteX52" fmla="*/ 112463 w 362309"/>
                <a:gd name="connsiteY52" fmla="*/ 211150 h 362450"/>
                <a:gd name="connsiteX53" fmla="*/ 138662 w 362309"/>
                <a:gd name="connsiteY53" fmla="*/ 249454 h 362450"/>
                <a:gd name="connsiteX54" fmla="*/ 162943 w 362309"/>
                <a:gd name="connsiteY54" fmla="*/ 269883 h 362450"/>
                <a:gd name="connsiteX55" fmla="*/ 165500 w 362309"/>
                <a:gd name="connsiteY55" fmla="*/ 274990 h 362450"/>
                <a:gd name="connsiteX56" fmla="*/ 165500 w 362309"/>
                <a:gd name="connsiteY56" fmla="*/ 292865 h 362450"/>
                <a:gd name="connsiteX57" fmla="*/ 159110 w 362309"/>
                <a:gd name="connsiteY57" fmla="*/ 299249 h 362450"/>
                <a:gd name="connsiteX58" fmla="*/ 152720 w 362309"/>
                <a:gd name="connsiteY58" fmla="*/ 292865 h 362450"/>
                <a:gd name="connsiteX59" fmla="*/ 152720 w 362309"/>
                <a:gd name="connsiteY59" fmla="*/ 278182 h 362450"/>
                <a:gd name="connsiteX60" fmla="*/ 130355 w 362309"/>
                <a:gd name="connsiteY60" fmla="*/ 259669 h 362450"/>
                <a:gd name="connsiteX61" fmla="*/ 129716 w 362309"/>
                <a:gd name="connsiteY61" fmla="*/ 259030 h 362450"/>
                <a:gd name="connsiteX62" fmla="*/ 100322 w 362309"/>
                <a:gd name="connsiteY62" fmla="*/ 214342 h 362450"/>
                <a:gd name="connsiteX63" fmla="*/ 102239 w 362309"/>
                <a:gd name="connsiteY63" fmla="*/ 195829 h 362450"/>
                <a:gd name="connsiteX64" fmla="*/ 99683 w 362309"/>
                <a:gd name="connsiteY64" fmla="*/ 191998 h 362450"/>
                <a:gd name="connsiteX65" fmla="*/ 103517 w 362309"/>
                <a:gd name="connsiteY65" fmla="*/ 164547 h 362450"/>
                <a:gd name="connsiteX66" fmla="*/ 134189 w 362309"/>
                <a:gd name="connsiteY66" fmla="*/ 136458 h 362450"/>
                <a:gd name="connsiteX67" fmla="*/ 134828 w 362309"/>
                <a:gd name="connsiteY67" fmla="*/ 135819 h 362450"/>
                <a:gd name="connsiteX68" fmla="*/ 171250 w 362309"/>
                <a:gd name="connsiteY68" fmla="*/ 136458 h 362450"/>
                <a:gd name="connsiteX69" fmla="*/ 171250 w 362309"/>
                <a:gd name="connsiteY69" fmla="*/ 82832 h 362450"/>
                <a:gd name="connsiteX70" fmla="*/ 176362 w 362309"/>
                <a:gd name="connsiteY70" fmla="*/ 66872 h 362450"/>
                <a:gd name="connsiteX71" fmla="*/ 208312 w 362309"/>
                <a:gd name="connsiteY71" fmla="*/ 66872 h 362450"/>
                <a:gd name="connsiteX72" fmla="*/ 211507 w 362309"/>
                <a:gd name="connsiteY72" fmla="*/ 71341 h 362450"/>
                <a:gd name="connsiteX73" fmla="*/ 223009 w 362309"/>
                <a:gd name="connsiteY73" fmla="*/ 69426 h 362450"/>
                <a:gd name="connsiteX74" fmla="*/ 241540 w 362309"/>
                <a:gd name="connsiteY74" fmla="*/ 89855 h 362450"/>
                <a:gd name="connsiteX75" fmla="*/ 241540 w 362309"/>
                <a:gd name="connsiteY75" fmla="*/ 101346 h 362450"/>
                <a:gd name="connsiteX76" fmla="*/ 246652 w 362309"/>
                <a:gd name="connsiteY76" fmla="*/ 100708 h 362450"/>
                <a:gd name="connsiteX77" fmla="*/ 259431 w 362309"/>
                <a:gd name="connsiteY77" fmla="*/ 105815 h 362450"/>
                <a:gd name="connsiteX78" fmla="*/ 264544 w 362309"/>
                <a:gd name="connsiteY78" fmla="*/ 122413 h 362450"/>
                <a:gd name="connsiteX79" fmla="*/ 264544 w 362309"/>
                <a:gd name="connsiteY79" fmla="*/ 219449 h 36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362309" h="362450">
                  <a:moveTo>
                    <a:pt x="180835" y="479"/>
                  </a:moveTo>
                  <a:cubicBezTo>
                    <a:pt x="80513" y="479"/>
                    <a:pt x="0" y="81556"/>
                    <a:pt x="0" y="181784"/>
                  </a:cubicBezTo>
                  <a:cubicBezTo>
                    <a:pt x="0" y="282012"/>
                    <a:pt x="81152" y="362451"/>
                    <a:pt x="181474" y="362451"/>
                  </a:cubicBezTo>
                  <a:cubicBezTo>
                    <a:pt x="281157" y="362451"/>
                    <a:pt x="362310" y="281374"/>
                    <a:pt x="362310" y="181146"/>
                  </a:cubicBezTo>
                  <a:cubicBezTo>
                    <a:pt x="362310" y="80917"/>
                    <a:pt x="281157" y="-160"/>
                    <a:pt x="180835" y="479"/>
                  </a:cubicBezTo>
                  <a:cubicBezTo>
                    <a:pt x="180835" y="-160"/>
                    <a:pt x="180835" y="-160"/>
                    <a:pt x="180835" y="479"/>
                  </a:cubicBezTo>
                  <a:close/>
                  <a:moveTo>
                    <a:pt x="264544" y="219449"/>
                  </a:moveTo>
                  <a:cubicBezTo>
                    <a:pt x="264544" y="257753"/>
                    <a:pt x="251125" y="276267"/>
                    <a:pt x="245374" y="282012"/>
                  </a:cubicBezTo>
                  <a:lnTo>
                    <a:pt x="245374" y="294780"/>
                  </a:lnTo>
                  <a:cubicBezTo>
                    <a:pt x="245374" y="298611"/>
                    <a:pt x="242818" y="301164"/>
                    <a:pt x="238984" y="301164"/>
                  </a:cubicBezTo>
                  <a:cubicBezTo>
                    <a:pt x="235150" y="301164"/>
                    <a:pt x="232594" y="298611"/>
                    <a:pt x="232594" y="294780"/>
                  </a:cubicBezTo>
                  <a:lnTo>
                    <a:pt x="232594" y="279459"/>
                  </a:lnTo>
                  <a:cubicBezTo>
                    <a:pt x="232594" y="277544"/>
                    <a:pt x="233233" y="275628"/>
                    <a:pt x="235150" y="274352"/>
                  </a:cubicBezTo>
                  <a:cubicBezTo>
                    <a:pt x="235150" y="274352"/>
                    <a:pt x="251764" y="259669"/>
                    <a:pt x="251764" y="219449"/>
                  </a:cubicBezTo>
                  <a:lnTo>
                    <a:pt x="251764" y="121775"/>
                  </a:lnTo>
                  <a:cubicBezTo>
                    <a:pt x="251764" y="119221"/>
                    <a:pt x="251764" y="116668"/>
                    <a:pt x="249847" y="114752"/>
                  </a:cubicBezTo>
                  <a:cubicBezTo>
                    <a:pt x="249208" y="114114"/>
                    <a:pt x="247930" y="113476"/>
                    <a:pt x="246652" y="113476"/>
                  </a:cubicBezTo>
                  <a:cubicBezTo>
                    <a:pt x="245374" y="113476"/>
                    <a:pt x="244096" y="113476"/>
                    <a:pt x="243457" y="114752"/>
                  </a:cubicBezTo>
                  <a:cubicBezTo>
                    <a:pt x="242179" y="116668"/>
                    <a:pt x="241540" y="118583"/>
                    <a:pt x="241540" y="120498"/>
                  </a:cubicBezTo>
                  <a:cubicBezTo>
                    <a:pt x="241540" y="120498"/>
                    <a:pt x="241540" y="120498"/>
                    <a:pt x="241540" y="121136"/>
                  </a:cubicBezTo>
                  <a:lnTo>
                    <a:pt x="241540" y="177315"/>
                  </a:lnTo>
                  <a:cubicBezTo>
                    <a:pt x="241540" y="181146"/>
                    <a:pt x="238984" y="183699"/>
                    <a:pt x="235150" y="183699"/>
                  </a:cubicBezTo>
                  <a:cubicBezTo>
                    <a:pt x="231316" y="183699"/>
                    <a:pt x="228760" y="181146"/>
                    <a:pt x="228760" y="177315"/>
                  </a:cubicBezTo>
                  <a:lnTo>
                    <a:pt x="228760" y="90493"/>
                  </a:lnTo>
                  <a:cubicBezTo>
                    <a:pt x="228760" y="86663"/>
                    <a:pt x="226204" y="83471"/>
                    <a:pt x="222370" y="83471"/>
                  </a:cubicBezTo>
                  <a:cubicBezTo>
                    <a:pt x="222370" y="83471"/>
                    <a:pt x="222370" y="83471"/>
                    <a:pt x="222370" y="83471"/>
                  </a:cubicBezTo>
                  <a:cubicBezTo>
                    <a:pt x="220453" y="82832"/>
                    <a:pt x="217897" y="83471"/>
                    <a:pt x="216619" y="84748"/>
                  </a:cubicBezTo>
                  <a:cubicBezTo>
                    <a:pt x="215341" y="86663"/>
                    <a:pt x="214063" y="88578"/>
                    <a:pt x="214063" y="91132"/>
                  </a:cubicBezTo>
                  <a:lnTo>
                    <a:pt x="214063" y="169016"/>
                  </a:lnTo>
                  <a:cubicBezTo>
                    <a:pt x="214063" y="172847"/>
                    <a:pt x="211507" y="175400"/>
                    <a:pt x="207673" y="175400"/>
                  </a:cubicBezTo>
                  <a:cubicBezTo>
                    <a:pt x="203839" y="175400"/>
                    <a:pt x="201283" y="172847"/>
                    <a:pt x="201283" y="169016"/>
                  </a:cubicBezTo>
                  <a:lnTo>
                    <a:pt x="201283" y="82832"/>
                  </a:lnTo>
                  <a:cubicBezTo>
                    <a:pt x="201283" y="82832"/>
                    <a:pt x="201283" y="82194"/>
                    <a:pt x="201283" y="82194"/>
                  </a:cubicBezTo>
                  <a:cubicBezTo>
                    <a:pt x="201283" y="80279"/>
                    <a:pt x="200644" y="77725"/>
                    <a:pt x="199366" y="76448"/>
                  </a:cubicBezTo>
                  <a:cubicBezTo>
                    <a:pt x="197449" y="75172"/>
                    <a:pt x="195532" y="73895"/>
                    <a:pt x="192976" y="74533"/>
                  </a:cubicBezTo>
                  <a:cubicBezTo>
                    <a:pt x="190420" y="74533"/>
                    <a:pt x="188503" y="75172"/>
                    <a:pt x="186586" y="76448"/>
                  </a:cubicBezTo>
                  <a:cubicBezTo>
                    <a:pt x="185308" y="78364"/>
                    <a:pt x="184669" y="80279"/>
                    <a:pt x="184669" y="82832"/>
                  </a:cubicBezTo>
                  <a:lnTo>
                    <a:pt x="184669" y="151141"/>
                  </a:lnTo>
                  <a:cubicBezTo>
                    <a:pt x="184669" y="154971"/>
                    <a:pt x="182113" y="157525"/>
                    <a:pt x="178279" y="157525"/>
                  </a:cubicBezTo>
                  <a:cubicBezTo>
                    <a:pt x="176362" y="157525"/>
                    <a:pt x="174445" y="156887"/>
                    <a:pt x="173167" y="154971"/>
                  </a:cubicBezTo>
                  <a:cubicBezTo>
                    <a:pt x="159110" y="139011"/>
                    <a:pt x="145052" y="145395"/>
                    <a:pt x="142496" y="146672"/>
                  </a:cubicBezTo>
                  <a:cubicBezTo>
                    <a:pt x="131633" y="156248"/>
                    <a:pt x="115658" y="170931"/>
                    <a:pt x="113741" y="172847"/>
                  </a:cubicBezTo>
                  <a:cubicBezTo>
                    <a:pt x="107990" y="179230"/>
                    <a:pt x="109268" y="183061"/>
                    <a:pt x="110546" y="185614"/>
                  </a:cubicBezTo>
                  <a:cubicBezTo>
                    <a:pt x="112463" y="188168"/>
                    <a:pt x="115019" y="188806"/>
                    <a:pt x="118214" y="188168"/>
                  </a:cubicBezTo>
                  <a:cubicBezTo>
                    <a:pt x="122687" y="184338"/>
                    <a:pt x="139940" y="169016"/>
                    <a:pt x="143135" y="166463"/>
                  </a:cubicBezTo>
                  <a:cubicBezTo>
                    <a:pt x="146330" y="163909"/>
                    <a:pt x="150803" y="163271"/>
                    <a:pt x="154637" y="164547"/>
                  </a:cubicBezTo>
                  <a:cubicBezTo>
                    <a:pt x="161666" y="167101"/>
                    <a:pt x="167416" y="175400"/>
                    <a:pt x="170611" y="189445"/>
                  </a:cubicBezTo>
                  <a:cubicBezTo>
                    <a:pt x="173806" y="200936"/>
                    <a:pt x="171889" y="213066"/>
                    <a:pt x="165500" y="222641"/>
                  </a:cubicBezTo>
                  <a:cubicBezTo>
                    <a:pt x="162305" y="227749"/>
                    <a:pt x="156553" y="231579"/>
                    <a:pt x="150164" y="232856"/>
                  </a:cubicBezTo>
                  <a:cubicBezTo>
                    <a:pt x="141857" y="233494"/>
                    <a:pt x="136745" y="225195"/>
                    <a:pt x="130994" y="216258"/>
                  </a:cubicBezTo>
                  <a:cubicBezTo>
                    <a:pt x="128438" y="211789"/>
                    <a:pt x="125243" y="207320"/>
                    <a:pt x="122048" y="203490"/>
                  </a:cubicBezTo>
                  <a:cubicBezTo>
                    <a:pt x="120131" y="200936"/>
                    <a:pt x="116936" y="200298"/>
                    <a:pt x="114380" y="201574"/>
                  </a:cubicBezTo>
                  <a:cubicBezTo>
                    <a:pt x="111824" y="202851"/>
                    <a:pt x="111185" y="206682"/>
                    <a:pt x="112463" y="211150"/>
                  </a:cubicBezTo>
                  <a:cubicBezTo>
                    <a:pt x="115658" y="223918"/>
                    <a:pt x="132272" y="243070"/>
                    <a:pt x="138662" y="249454"/>
                  </a:cubicBezTo>
                  <a:lnTo>
                    <a:pt x="162943" y="269883"/>
                  </a:lnTo>
                  <a:cubicBezTo>
                    <a:pt x="164221" y="271160"/>
                    <a:pt x="165500" y="273075"/>
                    <a:pt x="165500" y="274990"/>
                  </a:cubicBezTo>
                  <a:lnTo>
                    <a:pt x="165500" y="292865"/>
                  </a:lnTo>
                  <a:cubicBezTo>
                    <a:pt x="165500" y="296696"/>
                    <a:pt x="162943" y="299249"/>
                    <a:pt x="159110" y="299249"/>
                  </a:cubicBezTo>
                  <a:cubicBezTo>
                    <a:pt x="155276" y="299249"/>
                    <a:pt x="152720" y="296696"/>
                    <a:pt x="152720" y="292865"/>
                  </a:cubicBezTo>
                  <a:lnTo>
                    <a:pt x="152720" y="278182"/>
                  </a:lnTo>
                  <a:lnTo>
                    <a:pt x="130355" y="259669"/>
                  </a:lnTo>
                  <a:lnTo>
                    <a:pt x="129716" y="259030"/>
                  </a:lnTo>
                  <a:cubicBezTo>
                    <a:pt x="129077" y="257753"/>
                    <a:pt x="104795" y="233494"/>
                    <a:pt x="100322" y="214342"/>
                  </a:cubicBezTo>
                  <a:cubicBezTo>
                    <a:pt x="98405" y="207958"/>
                    <a:pt x="99044" y="201574"/>
                    <a:pt x="102239" y="195829"/>
                  </a:cubicBezTo>
                  <a:cubicBezTo>
                    <a:pt x="100961" y="194552"/>
                    <a:pt x="100322" y="193275"/>
                    <a:pt x="99683" y="191998"/>
                  </a:cubicBezTo>
                  <a:cubicBezTo>
                    <a:pt x="95849" y="186253"/>
                    <a:pt x="93932" y="176038"/>
                    <a:pt x="103517" y="164547"/>
                  </a:cubicBezTo>
                  <a:cubicBezTo>
                    <a:pt x="106712" y="160717"/>
                    <a:pt x="129716" y="140288"/>
                    <a:pt x="134189" y="136458"/>
                  </a:cubicBezTo>
                  <a:lnTo>
                    <a:pt x="134828" y="135819"/>
                  </a:lnTo>
                  <a:cubicBezTo>
                    <a:pt x="146330" y="129435"/>
                    <a:pt x="160387" y="129435"/>
                    <a:pt x="171250" y="136458"/>
                  </a:cubicBezTo>
                  <a:lnTo>
                    <a:pt x="171250" y="82832"/>
                  </a:lnTo>
                  <a:cubicBezTo>
                    <a:pt x="170611" y="77087"/>
                    <a:pt x="172528" y="71341"/>
                    <a:pt x="176362" y="66872"/>
                  </a:cubicBezTo>
                  <a:cubicBezTo>
                    <a:pt x="185308" y="58573"/>
                    <a:pt x="199366" y="58573"/>
                    <a:pt x="208312" y="66872"/>
                  </a:cubicBezTo>
                  <a:cubicBezTo>
                    <a:pt x="209590" y="68149"/>
                    <a:pt x="210229" y="69426"/>
                    <a:pt x="211507" y="71341"/>
                  </a:cubicBezTo>
                  <a:cubicBezTo>
                    <a:pt x="214702" y="69426"/>
                    <a:pt x="219175" y="68788"/>
                    <a:pt x="223009" y="69426"/>
                  </a:cubicBezTo>
                  <a:cubicBezTo>
                    <a:pt x="233233" y="70064"/>
                    <a:pt x="241540" y="79002"/>
                    <a:pt x="241540" y="89855"/>
                  </a:cubicBezTo>
                  <a:lnTo>
                    <a:pt x="241540" y="101346"/>
                  </a:lnTo>
                  <a:cubicBezTo>
                    <a:pt x="243457" y="100708"/>
                    <a:pt x="244735" y="100708"/>
                    <a:pt x="246652" y="100708"/>
                  </a:cubicBezTo>
                  <a:cubicBezTo>
                    <a:pt x="251764" y="100708"/>
                    <a:pt x="256237" y="102623"/>
                    <a:pt x="259431" y="105815"/>
                  </a:cubicBezTo>
                  <a:cubicBezTo>
                    <a:pt x="263266" y="110284"/>
                    <a:pt x="265182" y="116668"/>
                    <a:pt x="264544" y="122413"/>
                  </a:cubicBezTo>
                  <a:lnTo>
                    <a:pt x="264544" y="219449"/>
                  </a:lnTo>
                  <a:close/>
                </a:path>
              </a:pathLst>
            </a:custGeom>
            <a:solidFill>
              <a:srgbClr val="00A3E0"/>
            </a:solidFill>
            <a:ln w="6390" cap="flat">
              <a:noFill/>
              <a:prstDash val="solid"/>
              <a:miter/>
            </a:ln>
          </p:spPr>
          <p:txBody>
            <a:bodyPr rtlCol="0" anchor="ctr"/>
            <a:lstStyle/>
            <a:p>
              <a:endParaRPr lang="en-US"/>
            </a:p>
          </p:txBody>
        </p:sp>
      </p:grpSp>
      <p:grpSp>
        <p:nvGrpSpPr>
          <p:cNvPr id="396" name="Graphic 4">
            <a:extLst>
              <a:ext uri="{FF2B5EF4-FFF2-40B4-BE49-F238E27FC236}">
                <a16:creationId xmlns:a16="http://schemas.microsoft.com/office/drawing/2014/main" id="{58EA2574-3F35-924A-B4BD-34CF4ACA30F1}"/>
              </a:ext>
            </a:extLst>
          </p:cNvPr>
          <p:cNvGrpSpPr>
            <a:grpSpLocks noChangeAspect="1"/>
          </p:cNvGrpSpPr>
          <p:nvPr/>
        </p:nvGrpSpPr>
        <p:grpSpPr>
          <a:xfrm>
            <a:off x="2998797" y="4308712"/>
            <a:ext cx="362309" cy="361971"/>
            <a:chOff x="2998797" y="4308712"/>
            <a:chExt cx="362309" cy="361971"/>
          </a:xfrm>
          <a:solidFill>
            <a:srgbClr val="00A3E0"/>
          </a:solidFill>
        </p:grpSpPr>
        <p:sp>
          <p:nvSpPr>
            <p:cNvPr id="397" name="Graphic 4">
              <a:extLst>
                <a:ext uri="{FF2B5EF4-FFF2-40B4-BE49-F238E27FC236}">
                  <a16:creationId xmlns:a16="http://schemas.microsoft.com/office/drawing/2014/main" id="{4A595E61-2F5B-084E-A2D0-4BDDFE7500C4}"/>
                </a:ext>
              </a:extLst>
            </p:cNvPr>
            <p:cNvSpPr/>
            <p:nvPr/>
          </p:nvSpPr>
          <p:spPr>
            <a:xfrm>
              <a:off x="3208218" y="4396172"/>
              <a:ext cx="46815" cy="58094"/>
            </a:xfrm>
            <a:custGeom>
              <a:avLst/>
              <a:gdLst>
                <a:gd name="connsiteX0" fmla="*/ 26368 w 46815"/>
                <a:gd name="connsiteY0" fmla="*/ 0 h 58094"/>
                <a:gd name="connsiteX1" fmla="*/ 9754 w 46815"/>
                <a:gd name="connsiteY1" fmla="*/ 7022 h 58094"/>
                <a:gd name="connsiteX2" fmla="*/ 808 w 46815"/>
                <a:gd name="connsiteY2" fmla="*/ 58094 h 58094"/>
                <a:gd name="connsiteX3" fmla="*/ 46816 w 46815"/>
                <a:gd name="connsiteY3" fmla="*/ 12130 h 58094"/>
                <a:gd name="connsiteX4" fmla="*/ 26368 w 46815"/>
                <a:gd name="connsiteY4" fmla="*/ 0 h 58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15" h="58094">
                  <a:moveTo>
                    <a:pt x="26368" y="0"/>
                  </a:moveTo>
                  <a:cubicBezTo>
                    <a:pt x="19978" y="0"/>
                    <a:pt x="14227" y="2554"/>
                    <a:pt x="9754" y="7022"/>
                  </a:cubicBezTo>
                  <a:cubicBezTo>
                    <a:pt x="-1748" y="19790"/>
                    <a:pt x="-470" y="47880"/>
                    <a:pt x="808" y="58094"/>
                  </a:cubicBezTo>
                  <a:lnTo>
                    <a:pt x="46816" y="12130"/>
                  </a:lnTo>
                  <a:cubicBezTo>
                    <a:pt x="42343" y="5746"/>
                    <a:pt x="34675" y="1277"/>
                    <a:pt x="26368" y="0"/>
                  </a:cubicBezTo>
                  <a:close/>
                </a:path>
              </a:pathLst>
            </a:custGeom>
            <a:solidFill>
              <a:srgbClr val="00A3E0"/>
            </a:solidFill>
            <a:ln w="6390" cap="flat">
              <a:noFill/>
              <a:prstDash val="solid"/>
              <a:miter/>
            </a:ln>
          </p:spPr>
          <p:txBody>
            <a:bodyPr rtlCol="0" anchor="ctr"/>
            <a:lstStyle/>
            <a:p>
              <a:endParaRPr lang="en-US"/>
            </a:p>
          </p:txBody>
        </p:sp>
        <p:sp>
          <p:nvSpPr>
            <p:cNvPr id="398" name="Graphic 4">
              <a:extLst>
                <a:ext uri="{FF2B5EF4-FFF2-40B4-BE49-F238E27FC236}">
                  <a16:creationId xmlns:a16="http://schemas.microsoft.com/office/drawing/2014/main" id="{2DA22DBB-EA76-2749-B7F4-944EB5914836}"/>
                </a:ext>
              </a:extLst>
            </p:cNvPr>
            <p:cNvSpPr/>
            <p:nvPr/>
          </p:nvSpPr>
          <p:spPr>
            <a:xfrm>
              <a:off x="3218165" y="4544680"/>
              <a:ext cx="37507" cy="39044"/>
            </a:xfrm>
            <a:custGeom>
              <a:avLst/>
              <a:gdLst>
                <a:gd name="connsiteX0" fmla="*/ 2363 w 37507"/>
                <a:gd name="connsiteY0" fmla="*/ 239 h 39044"/>
                <a:gd name="connsiteX1" fmla="*/ 3002 w 37507"/>
                <a:gd name="connsiteY1" fmla="*/ 30882 h 39044"/>
                <a:gd name="connsiteX2" fmla="*/ 15143 w 37507"/>
                <a:gd name="connsiteY2" fmla="*/ 38543 h 39044"/>
                <a:gd name="connsiteX3" fmla="*/ 27923 w 37507"/>
                <a:gd name="connsiteY3" fmla="*/ 35990 h 39044"/>
                <a:gd name="connsiteX4" fmla="*/ 37508 w 37507"/>
                <a:gd name="connsiteY4" fmla="*/ 11731 h 39044"/>
                <a:gd name="connsiteX5" fmla="*/ 2363 w 37507"/>
                <a:gd name="connsiteY5" fmla="*/ 239 h 3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07" h="39044">
                  <a:moveTo>
                    <a:pt x="2363" y="239"/>
                  </a:moveTo>
                  <a:cubicBezTo>
                    <a:pt x="446" y="7900"/>
                    <a:pt x="-2110" y="22583"/>
                    <a:pt x="3002" y="30882"/>
                  </a:cubicBezTo>
                  <a:cubicBezTo>
                    <a:pt x="5558" y="35351"/>
                    <a:pt x="10031" y="37905"/>
                    <a:pt x="15143" y="38543"/>
                  </a:cubicBezTo>
                  <a:cubicBezTo>
                    <a:pt x="19616" y="39820"/>
                    <a:pt x="24089" y="38543"/>
                    <a:pt x="27923" y="35990"/>
                  </a:cubicBezTo>
                  <a:cubicBezTo>
                    <a:pt x="34313" y="30244"/>
                    <a:pt x="36869" y="18114"/>
                    <a:pt x="37508" y="11731"/>
                  </a:cubicBezTo>
                  <a:cubicBezTo>
                    <a:pt x="27284" y="2793"/>
                    <a:pt x="15143" y="-1037"/>
                    <a:pt x="2363" y="239"/>
                  </a:cubicBezTo>
                  <a:close/>
                </a:path>
              </a:pathLst>
            </a:custGeom>
            <a:solidFill>
              <a:srgbClr val="00A3E0"/>
            </a:solidFill>
            <a:ln w="6390" cap="flat">
              <a:noFill/>
              <a:prstDash val="solid"/>
              <a:miter/>
            </a:ln>
          </p:spPr>
          <p:txBody>
            <a:bodyPr rtlCol="0" anchor="ctr"/>
            <a:lstStyle/>
            <a:p>
              <a:endParaRPr lang="en-US"/>
            </a:p>
          </p:txBody>
        </p:sp>
        <p:sp>
          <p:nvSpPr>
            <p:cNvPr id="399" name="Graphic 4">
              <a:extLst>
                <a:ext uri="{FF2B5EF4-FFF2-40B4-BE49-F238E27FC236}">
                  <a16:creationId xmlns:a16="http://schemas.microsoft.com/office/drawing/2014/main" id="{6E1D0408-7655-EE4E-9CB3-80C550F11762}"/>
                </a:ext>
              </a:extLst>
            </p:cNvPr>
            <p:cNvSpPr/>
            <p:nvPr/>
          </p:nvSpPr>
          <p:spPr>
            <a:xfrm>
              <a:off x="3088895" y="4396076"/>
              <a:ext cx="61512" cy="116923"/>
            </a:xfrm>
            <a:custGeom>
              <a:avLst/>
              <a:gdLst>
                <a:gd name="connsiteX0" fmla="*/ 50480 w 61512"/>
                <a:gd name="connsiteY0" fmla="*/ 105432 h 116923"/>
                <a:gd name="connsiteX1" fmla="*/ 60704 w 61512"/>
                <a:gd name="connsiteY1" fmla="*/ 58190 h 116923"/>
                <a:gd name="connsiteX2" fmla="*/ 51759 w 61512"/>
                <a:gd name="connsiteY2" fmla="*/ 7119 h 116923"/>
                <a:gd name="connsiteX3" fmla="*/ 34506 w 61512"/>
                <a:gd name="connsiteY3" fmla="*/ 96 h 116923"/>
                <a:gd name="connsiteX4" fmla="*/ 0 w 61512"/>
                <a:gd name="connsiteY4" fmla="*/ 49891 h 116923"/>
                <a:gd name="connsiteX5" fmla="*/ 5112 w 61512"/>
                <a:gd name="connsiteY5" fmla="*/ 116923 h 116923"/>
                <a:gd name="connsiteX6" fmla="*/ 50480 w 61512"/>
                <a:gd name="connsiteY6" fmla="*/ 105432 h 116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512" h="116923">
                  <a:moveTo>
                    <a:pt x="50480" y="105432"/>
                  </a:moveTo>
                  <a:lnTo>
                    <a:pt x="60704" y="58190"/>
                  </a:lnTo>
                  <a:cubicBezTo>
                    <a:pt x="61982" y="48614"/>
                    <a:pt x="63260" y="19887"/>
                    <a:pt x="51759" y="7119"/>
                  </a:cubicBezTo>
                  <a:cubicBezTo>
                    <a:pt x="47285" y="2011"/>
                    <a:pt x="40896" y="-542"/>
                    <a:pt x="34506" y="96"/>
                  </a:cubicBezTo>
                  <a:cubicBezTo>
                    <a:pt x="33228" y="96"/>
                    <a:pt x="6390" y="-1181"/>
                    <a:pt x="0" y="49891"/>
                  </a:cubicBezTo>
                  <a:cubicBezTo>
                    <a:pt x="0" y="63936"/>
                    <a:pt x="0" y="99048"/>
                    <a:pt x="5112" y="116923"/>
                  </a:cubicBezTo>
                  <a:cubicBezTo>
                    <a:pt x="19809" y="109901"/>
                    <a:pt x="34506" y="106070"/>
                    <a:pt x="50480" y="105432"/>
                  </a:cubicBezTo>
                  <a:close/>
                </a:path>
              </a:pathLst>
            </a:custGeom>
            <a:solidFill>
              <a:srgbClr val="00A3E0"/>
            </a:solidFill>
            <a:ln w="6390" cap="flat">
              <a:noFill/>
              <a:prstDash val="solid"/>
              <a:miter/>
            </a:ln>
          </p:spPr>
          <p:txBody>
            <a:bodyPr rtlCol="0" anchor="ctr"/>
            <a:lstStyle/>
            <a:p>
              <a:endParaRPr lang="en-US"/>
            </a:p>
          </p:txBody>
        </p:sp>
        <p:sp>
          <p:nvSpPr>
            <p:cNvPr id="400" name="Graphic 4">
              <a:extLst>
                <a:ext uri="{FF2B5EF4-FFF2-40B4-BE49-F238E27FC236}">
                  <a16:creationId xmlns:a16="http://schemas.microsoft.com/office/drawing/2014/main" id="{38DA8ED4-25DB-774A-A025-DB8734D9AC6F}"/>
                </a:ext>
              </a:extLst>
            </p:cNvPr>
            <p:cNvSpPr/>
            <p:nvPr/>
          </p:nvSpPr>
          <p:spPr>
            <a:xfrm>
              <a:off x="3104231" y="4549388"/>
              <a:ext cx="10862" cy="10214"/>
            </a:xfrm>
            <a:custGeom>
              <a:avLst/>
              <a:gdLst>
                <a:gd name="connsiteX0" fmla="*/ 0 w 10862"/>
                <a:gd name="connsiteY0" fmla="*/ 6384 h 10214"/>
                <a:gd name="connsiteX1" fmla="*/ 639 w 10862"/>
                <a:gd name="connsiteY1" fmla="*/ 10214 h 10214"/>
                <a:gd name="connsiteX2" fmla="*/ 10863 w 10862"/>
                <a:gd name="connsiteY2" fmla="*/ 0 h 10214"/>
                <a:gd name="connsiteX3" fmla="*/ 0 w 10862"/>
                <a:gd name="connsiteY3" fmla="*/ 6384 h 10214"/>
              </a:gdLst>
              <a:ahLst/>
              <a:cxnLst>
                <a:cxn ang="0">
                  <a:pos x="connsiteX0" y="connsiteY0"/>
                </a:cxn>
                <a:cxn ang="0">
                  <a:pos x="connsiteX1" y="connsiteY1"/>
                </a:cxn>
                <a:cxn ang="0">
                  <a:pos x="connsiteX2" y="connsiteY2"/>
                </a:cxn>
                <a:cxn ang="0">
                  <a:pos x="connsiteX3" y="connsiteY3"/>
                </a:cxn>
              </a:cxnLst>
              <a:rect l="l" t="t" r="r" b="b"/>
              <a:pathLst>
                <a:path w="10862" h="10214">
                  <a:moveTo>
                    <a:pt x="0" y="6384"/>
                  </a:moveTo>
                  <a:cubicBezTo>
                    <a:pt x="0" y="7661"/>
                    <a:pt x="0" y="8299"/>
                    <a:pt x="639" y="10214"/>
                  </a:cubicBezTo>
                  <a:lnTo>
                    <a:pt x="10863" y="0"/>
                  </a:lnTo>
                  <a:cubicBezTo>
                    <a:pt x="7029" y="1277"/>
                    <a:pt x="3195" y="3830"/>
                    <a:pt x="0" y="6384"/>
                  </a:cubicBezTo>
                  <a:close/>
                </a:path>
              </a:pathLst>
            </a:custGeom>
            <a:solidFill>
              <a:srgbClr val="00A3E0"/>
            </a:solidFill>
            <a:ln w="6390" cap="flat">
              <a:noFill/>
              <a:prstDash val="solid"/>
              <a:miter/>
            </a:ln>
          </p:spPr>
          <p:txBody>
            <a:bodyPr rtlCol="0" anchor="ctr"/>
            <a:lstStyle/>
            <a:p>
              <a:endParaRPr lang="en-US"/>
            </a:p>
          </p:txBody>
        </p:sp>
        <p:sp>
          <p:nvSpPr>
            <p:cNvPr id="401" name="Graphic 4">
              <a:extLst>
                <a:ext uri="{FF2B5EF4-FFF2-40B4-BE49-F238E27FC236}">
                  <a16:creationId xmlns:a16="http://schemas.microsoft.com/office/drawing/2014/main" id="{474EA820-1294-A349-AD71-14446A2F0DBF}"/>
                </a:ext>
              </a:extLst>
            </p:cNvPr>
            <p:cNvSpPr/>
            <p:nvPr/>
          </p:nvSpPr>
          <p:spPr>
            <a:xfrm>
              <a:off x="2998797" y="4308712"/>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77318 w 362309"/>
                <a:gd name="connsiteY6" fmla="*/ 135979 h 361971"/>
                <a:gd name="connsiteX7" fmla="*/ 77318 w 362309"/>
                <a:gd name="connsiteY7" fmla="*/ 135341 h 361971"/>
                <a:gd name="connsiteX8" fmla="*/ 125243 w 362309"/>
                <a:gd name="connsiteY8" fmla="*/ 74693 h 361971"/>
                <a:gd name="connsiteX9" fmla="*/ 125243 w 362309"/>
                <a:gd name="connsiteY9" fmla="*/ 74693 h 361971"/>
                <a:gd name="connsiteX10" fmla="*/ 151442 w 362309"/>
                <a:gd name="connsiteY10" fmla="*/ 86184 h 361971"/>
                <a:gd name="connsiteX11" fmla="*/ 162943 w 362309"/>
                <a:gd name="connsiteY11" fmla="*/ 148108 h 361971"/>
                <a:gd name="connsiteX12" fmla="*/ 151442 w 362309"/>
                <a:gd name="connsiteY12" fmla="*/ 200457 h 361971"/>
                <a:gd name="connsiteX13" fmla="*/ 145052 w 362309"/>
                <a:gd name="connsiteY13" fmla="*/ 205564 h 361971"/>
                <a:gd name="connsiteX14" fmla="*/ 93932 w 362309"/>
                <a:gd name="connsiteY14" fmla="*/ 218332 h 361971"/>
                <a:gd name="connsiteX15" fmla="*/ 90737 w 362309"/>
                <a:gd name="connsiteY15" fmla="*/ 218971 h 361971"/>
                <a:gd name="connsiteX16" fmla="*/ 88820 w 362309"/>
                <a:gd name="connsiteY16" fmla="*/ 218971 h 361971"/>
                <a:gd name="connsiteX17" fmla="*/ 84986 w 362309"/>
                <a:gd name="connsiteY17" fmla="*/ 215779 h 361971"/>
                <a:gd name="connsiteX18" fmla="*/ 77318 w 362309"/>
                <a:gd name="connsiteY18" fmla="*/ 135979 h 361971"/>
                <a:gd name="connsiteX19" fmla="*/ 130355 w 362309"/>
                <a:gd name="connsiteY19" fmla="*/ 286641 h 361971"/>
                <a:gd name="connsiteX20" fmla="*/ 124604 w 362309"/>
                <a:gd name="connsiteY20" fmla="*/ 287279 h 361971"/>
                <a:gd name="connsiteX21" fmla="*/ 116297 w 362309"/>
                <a:gd name="connsiteY21" fmla="*/ 286002 h 361971"/>
                <a:gd name="connsiteX22" fmla="*/ 112463 w 362309"/>
                <a:gd name="connsiteY22" fmla="*/ 277703 h 361971"/>
                <a:gd name="connsiteX23" fmla="*/ 120770 w 362309"/>
                <a:gd name="connsiteY23" fmla="*/ 273873 h 361971"/>
                <a:gd name="connsiteX24" fmla="*/ 129077 w 362309"/>
                <a:gd name="connsiteY24" fmla="*/ 274511 h 361971"/>
                <a:gd name="connsiteX25" fmla="*/ 143774 w 362309"/>
                <a:gd name="connsiteY25" fmla="*/ 249614 h 361971"/>
                <a:gd name="connsiteX26" fmla="*/ 149525 w 362309"/>
                <a:gd name="connsiteY26" fmla="*/ 242591 h 361971"/>
                <a:gd name="connsiteX27" fmla="*/ 156553 w 362309"/>
                <a:gd name="connsiteY27" fmla="*/ 248337 h 361971"/>
                <a:gd name="connsiteX28" fmla="*/ 156553 w 362309"/>
                <a:gd name="connsiteY28" fmla="*/ 248337 h 361971"/>
                <a:gd name="connsiteX29" fmla="*/ 130355 w 362309"/>
                <a:gd name="connsiteY29" fmla="*/ 286641 h 361971"/>
                <a:gd name="connsiteX30" fmla="*/ 130355 w 362309"/>
                <a:gd name="connsiteY30" fmla="*/ 286641 h 361971"/>
                <a:gd name="connsiteX31" fmla="*/ 88820 w 362309"/>
                <a:gd name="connsiteY31" fmla="*/ 285364 h 361971"/>
                <a:gd name="connsiteX32" fmla="*/ 84347 w 362309"/>
                <a:gd name="connsiteY32" fmla="*/ 287279 h 361971"/>
                <a:gd name="connsiteX33" fmla="*/ 77957 w 362309"/>
                <a:gd name="connsiteY33" fmla="*/ 280895 h 361971"/>
                <a:gd name="connsiteX34" fmla="*/ 79874 w 362309"/>
                <a:gd name="connsiteY34" fmla="*/ 276426 h 361971"/>
                <a:gd name="connsiteX35" fmla="*/ 95210 w 362309"/>
                <a:gd name="connsiteY35" fmla="*/ 261105 h 361971"/>
                <a:gd name="connsiteX36" fmla="*/ 92654 w 362309"/>
                <a:gd name="connsiteY36" fmla="*/ 244506 h 361971"/>
                <a:gd name="connsiteX37" fmla="*/ 94571 w 362309"/>
                <a:gd name="connsiteY37" fmla="*/ 240038 h 361971"/>
                <a:gd name="connsiteX38" fmla="*/ 132272 w 362309"/>
                <a:gd name="connsiteY38" fmla="*/ 224078 h 361971"/>
                <a:gd name="connsiteX39" fmla="*/ 132911 w 362309"/>
                <a:gd name="connsiteY39" fmla="*/ 224078 h 361971"/>
                <a:gd name="connsiteX40" fmla="*/ 200005 w 362309"/>
                <a:gd name="connsiteY40" fmla="*/ 157046 h 361971"/>
                <a:gd name="connsiteX41" fmla="*/ 198727 w 362309"/>
                <a:gd name="connsiteY41" fmla="*/ 148747 h 361971"/>
                <a:gd name="connsiteX42" fmla="*/ 210229 w 362309"/>
                <a:gd name="connsiteY42" fmla="*/ 86822 h 361971"/>
                <a:gd name="connsiteX43" fmla="*/ 237067 w 362309"/>
                <a:gd name="connsiteY43" fmla="*/ 75331 h 361971"/>
                <a:gd name="connsiteX44" fmla="*/ 266460 w 362309"/>
                <a:gd name="connsiteY44" fmla="*/ 91291 h 361971"/>
                <a:gd name="connsiteX45" fmla="*/ 272211 w 362309"/>
                <a:gd name="connsiteY45" fmla="*/ 85546 h 361971"/>
                <a:gd name="connsiteX46" fmla="*/ 281157 w 362309"/>
                <a:gd name="connsiteY46" fmla="*/ 85546 h 361971"/>
                <a:gd name="connsiteX47" fmla="*/ 281157 w 362309"/>
                <a:gd name="connsiteY47" fmla="*/ 85546 h 361971"/>
                <a:gd name="connsiteX48" fmla="*/ 281157 w 362309"/>
                <a:gd name="connsiteY48" fmla="*/ 94483 h 361971"/>
                <a:gd name="connsiteX49" fmla="*/ 88820 w 362309"/>
                <a:gd name="connsiteY49" fmla="*/ 285364 h 361971"/>
                <a:gd name="connsiteX50" fmla="*/ 254959 w 362309"/>
                <a:gd name="connsiteY50" fmla="*/ 280895 h 361971"/>
                <a:gd name="connsiteX51" fmla="*/ 237706 w 362309"/>
                <a:gd name="connsiteY51" fmla="*/ 287279 h 361971"/>
                <a:gd name="connsiteX52" fmla="*/ 231955 w 362309"/>
                <a:gd name="connsiteY52" fmla="*/ 286641 h 361971"/>
                <a:gd name="connsiteX53" fmla="*/ 211507 w 362309"/>
                <a:gd name="connsiteY53" fmla="*/ 273234 h 361971"/>
                <a:gd name="connsiteX54" fmla="*/ 210868 w 362309"/>
                <a:gd name="connsiteY54" fmla="*/ 227908 h 361971"/>
                <a:gd name="connsiteX55" fmla="*/ 215980 w 362309"/>
                <a:gd name="connsiteY55" fmla="*/ 223439 h 361971"/>
                <a:gd name="connsiteX56" fmla="*/ 267739 w 362309"/>
                <a:gd name="connsiteY56" fmla="*/ 239399 h 361971"/>
                <a:gd name="connsiteX57" fmla="*/ 269655 w 362309"/>
                <a:gd name="connsiteY57" fmla="*/ 243868 h 361971"/>
                <a:gd name="connsiteX58" fmla="*/ 254959 w 362309"/>
                <a:gd name="connsiteY58" fmla="*/ 280895 h 361971"/>
                <a:gd name="connsiteX59" fmla="*/ 254959 w 362309"/>
                <a:gd name="connsiteY59" fmla="*/ 280895 h 361971"/>
                <a:gd name="connsiteX60" fmla="*/ 276045 w 362309"/>
                <a:gd name="connsiteY60" fmla="*/ 215140 h 361971"/>
                <a:gd name="connsiteX61" fmla="*/ 272211 w 362309"/>
                <a:gd name="connsiteY61" fmla="*/ 218332 h 361971"/>
                <a:gd name="connsiteX62" fmla="*/ 270294 w 362309"/>
                <a:gd name="connsiteY62" fmla="*/ 218332 h 361971"/>
                <a:gd name="connsiteX63" fmla="*/ 267100 w 362309"/>
                <a:gd name="connsiteY63" fmla="*/ 217694 h 361971"/>
                <a:gd name="connsiteX64" fmla="*/ 215980 w 362309"/>
                <a:gd name="connsiteY64" fmla="*/ 204926 h 361971"/>
                <a:gd name="connsiteX65" fmla="*/ 209590 w 362309"/>
                <a:gd name="connsiteY65" fmla="*/ 199819 h 361971"/>
                <a:gd name="connsiteX66" fmla="*/ 207034 w 362309"/>
                <a:gd name="connsiteY66" fmla="*/ 188327 h 361971"/>
                <a:gd name="connsiteX67" fmla="*/ 212146 w 362309"/>
                <a:gd name="connsiteY67" fmla="*/ 180667 h 361971"/>
                <a:gd name="connsiteX68" fmla="*/ 219814 w 362309"/>
                <a:gd name="connsiteY68" fmla="*/ 185774 h 361971"/>
                <a:gd name="connsiteX69" fmla="*/ 221092 w 362309"/>
                <a:gd name="connsiteY69" fmla="*/ 192796 h 361971"/>
                <a:gd name="connsiteX70" fmla="*/ 266460 w 362309"/>
                <a:gd name="connsiteY70" fmla="*/ 203649 h 361971"/>
                <a:gd name="connsiteX71" fmla="*/ 271572 w 362309"/>
                <a:gd name="connsiteY71" fmla="*/ 136617 h 361971"/>
                <a:gd name="connsiteX72" fmla="*/ 269655 w 362309"/>
                <a:gd name="connsiteY72" fmla="*/ 127041 h 361971"/>
                <a:gd name="connsiteX73" fmla="*/ 274767 w 362309"/>
                <a:gd name="connsiteY73" fmla="*/ 119381 h 361971"/>
                <a:gd name="connsiteX74" fmla="*/ 282435 w 362309"/>
                <a:gd name="connsiteY74" fmla="*/ 124488 h 361971"/>
                <a:gd name="connsiteX75" fmla="*/ 284352 w 362309"/>
                <a:gd name="connsiteY75" fmla="*/ 135341 h 361971"/>
                <a:gd name="connsiteX76" fmla="*/ 284352 w 362309"/>
                <a:gd name="connsiteY76" fmla="*/ 135979 h 361971"/>
                <a:gd name="connsiteX77" fmla="*/ 276045 w 362309"/>
                <a:gd name="connsiteY77" fmla="*/ 215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0667"/>
                  </a:cubicBezTo>
                  <a:cubicBezTo>
                    <a:pt x="362310" y="81077"/>
                    <a:pt x="281157" y="0"/>
                    <a:pt x="180835" y="0"/>
                  </a:cubicBezTo>
                  <a:cubicBezTo>
                    <a:pt x="180835" y="0"/>
                    <a:pt x="180835" y="0"/>
                    <a:pt x="180835" y="0"/>
                  </a:cubicBezTo>
                  <a:close/>
                  <a:moveTo>
                    <a:pt x="77318" y="135979"/>
                  </a:moveTo>
                  <a:cubicBezTo>
                    <a:pt x="77318" y="135979"/>
                    <a:pt x="77318" y="135341"/>
                    <a:pt x="77318" y="135341"/>
                  </a:cubicBezTo>
                  <a:cubicBezTo>
                    <a:pt x="85625" y="71501"/>
                    <a:pt x="123965" y="74054"/>
                    <a:pt x="125243" y="74693"/>
                  </a:cubicBezTo>
                  <a:lnTo>
                    <a:pt x="125243" y="74693"/>
                  </a:lnTo>
                  <a:cubicBezTo>
                    <a:pt x="135467" y="74693"/>
                    <a:pt x="145052" y="78523"/>
                    <a:pt x="151442" y="86184"/>
                  </a:cubicBezTo>
                  <a:cubicBezTo>
                    <a:pt x="168695" y="106613"/>
                    <a:pt x="163582" y="146193"/>
                    <a:pt x="162943" y="148108"/>
                  </a:cubicBezTo>
                  <a:lnTo>
                    <a:pt x="151442" y="200457"/>
                  </a:lnTo>
                  <a:cubicBezTo>
                    <a:pt x="150803" y="203011"/>
                    <a:pt x="148247" y="205564"/>
                    <a:pt x="145052" y="205564"/>
                  </a:cubicBezTo>
                  <a:cubicBezTo>
                    <a:pt x="127160" y="206203"/>
                    <a:pt x="109907" y="210671"/>
                    <a:pt x="93932" y="218332"/>
                  </a:cubicBezTo>
                  <a:cubicBezTo>
                    <a:pt x="93293" y="218971"/>
                    <a:pt x="92015" y="218971"/>
                    <a:pt x="90737" y="218971"/>
                  </a:cubicBezTo>
                  <a:cubicBezTo>
                    <a:pt x="90098" y="218971"/>
                    <a:pt x="89459" y="218971"/>
                    <a:pt x="88820" y="218971"/>
                  </a:cubicBezTo>
                  <a:cubicBezTo>
                    <a:pt x="86903" y="218332"/>
                    <a:pt x="85625" y="217055"/>
                    <a:pt x="84986" y="215779"/>
                  </a:cubicBezTo>
                  <a:cubicBezTo>
                    <a:pt x="76679" y="195988"/>
                    <a:pt x="77318" y="141724"/>
                    <a:pt x="77318" y="135979"/>
                  </a:cubicBezTo>
                  <a:close/>
                  <a:moveTo>
                    <a:pt x="130355" y="286641"/>
                  </a:moveTo>
                  <a:cubicBezTo>
                    <a:pt x="128438" y="287279"/>
                    <a:pt x="126521" y="287279"/>
                    <a:pt x="124604" y="287279"/>
                  </a:cubicBezTo>
                  <a:cubicBezTo>
                    <a:pt x="121409" y="287279"/>
                    <a:pt x="118853" y="286641"/>
                    <a:pt x="116297" y="286002"/>
                  </a:cubicBezTo>
                  <a:cubicBezTo>
                    <a:pt x="113102" y="284726"/>
                    <a:pt x="111185" y="281534"/>
                    <a:pt x="112463" y="277703"/>
                  </a:cubicBezTo>
                  <a:cubicBezTo>
                    <a:pt x="113741" y="274511"/>
                    <a:pt x="116936" y="272596"/>
                    <a:pt x="120770" y="273873"/>
                  </a:cubicBezTo>
                  <a:cubicBezTo>
                    <a:pt x="123326" y="274511"/>
                    <a:pt x="126521" y="274511"/>
                    <a:pt x="129077" y="274511"/>
                  </a:cubicBezTo>
                  <a:cubicBezTo>
                    <a:pt x="136106" y="273234"/>
                    <a:pt x="145052" y="269404"/>
                    <a:pt x="143774" y="249614"/>
                  </a:cubicBezTo>
                  <a:cubicBezTo>
                    <a:pt x="143774" y="246422"/>
                    <a:pt x="146330" y="243230"/>
                    <a:pt x="149525" y="242591"/>
                  </a:cubicBezTo>
                  <a:cubicBezTo>
                    <a:pt x="153358" y="242591"/>
                    <a:pt x="155915" y="245145"/>
                    <a:pt x="156553" y="248337"/>
                  </a:cubicBezTo>
                  <a:cubicBezTo>
                    <a:pt x="156553" y="248337"/>
                    <a:pt x="156553" y="248337"/>
                    <a:pt x="156553" y="248337"/>
                  </a:cubicBezTo>
                  <a:cubicBezTo>
                    <a:pt x="157192" y="270042"/>
                    <a:pt x="148247" y="283449"/>
                    <a:pt x="130355" y="286641"/>
                  </a:cubicBezTo>
                  <a:lnTo>
                    <a:pt x="130355" y="286641"/>
                  </a:lnTo>
                  <a:close/>
                  <a:moveTo>
                    <a:pt x="88820" y="285364"/>
                  </a:moveTo>
                  <a:cubicBezTo>
                    <a:pt x="87542" y="286641"/>
                    <a:pt x="86264" y="287279"/>
                    <a:pt x="84347" y="287279"/>
                  </a:cubicBezTo>
                  <a:cubicBezTo>
                    <a:pt x="80513" y="287279"/>
                    <a:pt x="77957" y="284726"/>
                    <a:pt x="77957" y="280895"/>
                  </a:cubicBezTo>
                  <a:cubicBezTo>
                    <a:pt x="77957" y="278980"/>
                    <a:pt x="78596" y="277703"/>
                    <a:pt x="79874" y="276426"/>
                  </a:cubicBezTo>
                  <a:lnTo>
                    <a:pt x="95210" y="261105"/>
                  </a:lnTo>
                  <a:cubicBezTo>
                    <a:pt x="93932" y="255359"/>
                    <a:pt x="92654" y="250252"/>
                    <a:pt x="92654" y="244506"/>
                  </a:cubicBezTo>
                  <a:cubicBezTo>
                    <a:pt x="92654" y="242591"/>
                    <a:pt x="93293" y="241314"/>
                    <a:pt x="94571" y="240038"/>
                  </a:cubicBezTo>
                  <a:cubicBezTo>
                    <a:pt x="104795" y="230462"/>
                    <a:pt x="118214" y="224716"/>
                    <a:pt x="132272" y="224078"/>
                  </a:cubicBezTo>
                  <a:lnTo>
                    <a:pt x="132911" y="224078"/>
                  </a:lnTo>
                  <a:lnTo>
                    <a:pt x="200005" y="157046"/>
                  </a:lnTo>
                  <a:lnTo>
                    <a:pt x="198727" y="148747"/>
                  </a:lnTo>
                  <a:cubicBezTo>
                    <a:pt x="198727" y="146832"/>
                    <a:pt x="192976" y="107251"/>
                    <a:pt x="210229" y="86822"/>
                  </a:cubicBezTo>
                  <a:cubicBezTo>
                    <a:pt x="217258" y="79162"/>
                    <a:pt x="226843" y="74693"/>
                    <a:pt x="237067" y="75331"/>
                  </a:cubicBezTo>
                  <a:cubicBezTo>
                    <a:pt x="248569" y="76608"/>
                    <a:pt x="258792" y="82354"/>
                    <a:pt x="266460" y="91291"/>
                  </a:cubicBezTo>
                  <a:lnTo>
                    <a:pt x="272211" y="85546"/>
                  </a:lnTo>
                  <a:cubicBezTo>
                    <a:pt x="274767" y="82992"/>
                    <a:pt x="278602" y="82992"/>
                    <a:pt x="281157" y="85546"/>
                  </a:cubicBezTo>
                  <a:cubicBezTo>
                    <a:pt x="281157" y="85546"/>
                    <a:pt x="281157" y="85546"/>
                    <a:pt x="281157" y="85546"/>
                  </a:cubicBezTo>
                  <a:cubicBezTo>
                    <a:pt x="283713" y="88099"/>
                    <a:pt x="283713" y="91930"/>
                    <a:pt x="281157" y="94483"/>
                  </a:cubicBezTo>
                  <a:lnTo>
                    <a:pt x="88820" y="285364"/>
                  </a:lnTo>
                  <a:close/>
                  <a:moveTo>
                    <a:pt x="254959" y="280895"/>
                  </a:moveTo>
                  <a:cubicBezTo>
                    <a:pt x="249847" y="284726"/>
                    <a:pt x="244096" y="287279"/>
                    <a:pt x="237706" y="287279"/>
                  </a:cubicBezTo>
                  <a:cubicBezTo>
                    <a:pt x="235789" y="287279"/>
                    <a:pt x="233872" y="287279"/>
                    <a:pt x="231955" y="286641"/>
                  </a:cubicBezTo>
                  <a:cubicBezTo>
                    <a:pt x="223648" y="285364"/>
                    <a:pt x="215980" y="280257"/>
                    <a:pt x="211507" y="273234"/>
                  </a:cubicBezTo>
                  <a:cubicBezTo>
                    <a:pt x="201283" y="255998"/>
                    <a:pt x="210868" y="229185"/>
                    <a:pt x="210868" y="227908"/>
                  </a:cubicBezTo>
                  <a:cubicBezTo>
                    <a:pt x="211507" y="225993"/>
                    <a:pt x="213424" y="224078"/>
                    <a:pt x="215980" y="223439"/>
                  </a:cubicBezTo>
                  <a:cubicBezTo>
                    <a:pt x="217258" y="223439"/>
                    <a:pt x="247291" y="218971"/>
                    <a:pt x="267739" y="239399"/>
                  </a:cubicBezTo>
                  <a:cubicBezTo>
                    <a:pt x="269016" y="240676"/>
                    <a:pt x="269655" y="242591"/>
                    <a:pt x="269655" y="243868"/>
                  </a:cubicBezTo>
                  <a:cubicBezTo>
                    <a:pt x="269655" y="245145"/>
                    <a:pt x="269016" y="269404"/>
                    <a:pt x="254959" y="280895"/>
                  </a:cubicBezTo>
                  <a:lnTo>
                    <a:pt x="254959" y="280895"/>
                  </a:lnTo>
                  <a:close/>
                  <a:moveTo>
                    <a:pt x="276045" y="215140"/>
                  </a:moveTo>
                  <a:cubicBezTo>
                    <a:pt x="275407" y="216417"/>
                    <a:pt x="274128" y="217694"/>
                    <a:pt x="272211" y="218332"/>
                  </a:cubicBezTo>
                  <a:cubicBezTo>
                    <a:pt x="271572" y="218332"/>
                    <a:pt x="270934" y="218971"/>
                    <a:pt x="270294" y="218332"/>
                  </a:cubicBezTo>
                  <a:cubicBezTo>
                    <a:pt x="269016" y="218332"/>
                    <a:pt x="268377" y="218332"/>
                    <a:pt x="267100" y="217694"/>
                  </a:cubicBezTo>
                  <a:cubicBezTo>
                    <a:pt x="251125" y="210033"/>
                    <a:pt x="233872" y="205564"/>
                    <a:pt x="215980" y="204926"/>
                  </a:cubicBezTo>
                  <a:cubicBezTo>
                    <a:pt x="212785" y="204926"/>
                    <a:pt x="210229" y="203011"/>
                    <a:pt x="209590" y="199819"/>
                  </a:cubicBezTo>
                  <a:lnTo>
                    <a:pt x="207034" y="188327"/>
                  </a:lnTo>
                  <a:cubicBezTo>
                    <a:pt x="206395" y="184497"/>
                    <a:pt x="208312" y="181305"/>
                    <a:pt x="212146" y="180667"/>
                  </a:cubicBezTo>
                  <a:cubicBezTo>
                    <a:pt x="215980" y="180028"/>
                    <a:pt x="219175" y="181944"/>
                    <a:pt x="219814" y="185774"/>
                  </a:cubicBezTo>
                  <a:lnTo>
                    <a:pt x="221092" y="192796"/>
                  </a:lnTo>
                  <a:cubicBezTo>
                    <a:pt x="236428" y="194073"/>
                    <a:pt x="251764" y="197265"/>
                    <a:pt x="266460" y="203649"/>
                  </a:cubicBezTo>
                  <a:cubicBezTo>
                    <a:pt x="271572" y="185774"/>
                    <a:pt x="271572" y="150662"/>
                    <a:pt x="271572" y="136617"/>
                  </a:cubicBezTo>
                  <a:cubicBezTo>
                    <a:pt x="270934" y="133425"/>
                    <a:pt x="270294" y="130233"/>
                    <a:pt x="269655" y="127041"/>
                  </a:cubicBezTo>
                  <a:cubicBezTo>
                    <a:pt x="269016" y="123211"/>
                    <a:pt x="270934" y="120019"/>
                    <a:pt x="274767" y="119381"/>
                  </a:cubicBezTo>
                  <a:cubicBezTo>
                    <a:pt x="278602" y="118742"/>
                    <a:pt x="281796" y="120657"/>
                    <a:pt x="282435" y="124488"/>
                  </a:cubicBezTo>
                  <a:cubicBezTo>
                    <a:pt x="283074" y="128318"/>
                    <a:pt x="283713" y="131510"/>
                    <a:pt x="284352" y="135341"/>
                  </a:cubicBezTo>
                  <a:cubicBezTo>
                    <a:pt x="284352" y="135341"/>
                    <a:pt x="284352" y="135979"/>
                    <a:pt x="284352" y="135979"/>
                  </a:cubicBezTo>
                  <a:cubicBezTo>
                    <a:pt x="284352" y="142363"/>
                    <a:pt x="285630" y="195988"/>
                    <a:pt x="276045" y="215140"/>
                  </a:cubicBezTo>
                  <a:close/>
                </a:path>
              </a:pathLst>
            </a:custGeom>
            <a:solidFill>
              <a:srgbClr val="00A3E0"/>
            </a:solidFill>
            <a:ln w="6390" cap="flat">
              <a:noFill/>
              <a:prstDash val="solid"/>
              <a:miter/>
            </a:ln>
          </p:spPr>
          <p:txBody>
            <a:bodyPr rtlCol="0" anchor="ctr"/>
            <a:lstStyle/>
            <a:p>
              <a:endParaRPr lang="en-US"/>
            </a:p>
          </p:txBody>
        </p:sp>
      </p:grpSp>
      <p:grpSp>
        <p:nvGrpSpPr>
          <p:cNvPr id="402" name="Graphic 4">
            <a:extLst>
              <a:ext uri="{FF2B5EF4-FFF2-40B4-BE49-F238E27FC236}">
                <a16:creationId xmlns:a16="http://schemas.microsoft.com/office/drawing/2014/main" id="{82B94A8E-3EF6-F44B-930E-5A0F14C77634}"/>
              </a:ext>
            </a:extLst>
          </p:cNvPr>
          <p:cNvGrpSpPr>
            <a:grpSpLocks noChangeAspect="1"/>
          </p:cNvGrpSpPr>
          <p:nvPr/>
        </p:nvGrpSpPr>
        <p:grpSpPr>
          <a:xfrm>
            <a:off x="1515054" y="3339623"/>
            <a:ext cx="362309" cy="361971"/>
            <a:chOff x="1515054" y="3339623"/>
            <a:chExt cx="362309" cy="361971"/>
          </a:xfrm>
          <a:solidFill>
            <a:srgbClr val="00A3E0"/>
          </a:solidFill>
        </p:grpSpPr>
        <p:sp>
          <p:nvSpPr>
            <p:cNvPr id="403" name="Graphic 4">
              <a:extLst>
                <a:ext uri="{FF2B5EF4-FFF2-40B4-BE49-F238E27FC236}">
                  <a16:creationId xmlns:a16="http://schemas.microsoft.com/office/drawing/2014/main" id="{B27A73EE-B136-0A44-B19A-0C70C75DD98C}"/>
                </a:ext>
              </a:extLst>
            </p:cNvPr>
            <p:cNvSpPr/>
            <p:nvPr/>
          </p:nvSpPr>
          <p:spPr>
            <a:xfrm>
              <a:off x="1515054" y="3339623"/>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1305 h 361971"/>
                <a:gd name="connsiteX10" fmla="*/ 349529 w 362309"/>
                <a:gd name="connsiteY10" fmla="*/ 181305 h 361971"/>
                <a:gd name="connsiteX11" fmla="*/ 180835 w 362309"/>
                <a:gd name="connsiteY11" fmla="*/ 349204 h 361971"/>
                <a:gd name="connsiteX12" fmla="*/ 180835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0518" y="0"/>
                    <a:pt x="180835" y="0"/>
                  </a:cubicBezTo>
                  <a:close/>
                  <a:moveTo>
                    <a:pt x="180835" y="349204"/>
                  </a:moveTo>
                  <a:cubicBezTo>
                    <a:pt x="87542" y="349204"/>
                    <a:pt x="12780" y="273873"/>
                    <a:pt x="12780" y="180667"/>
                  </a:cubicBezTo>
                  <a:cubicBezTo>
                    <a:pt x="12780" y="87461"/>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00A3E0"/>
            </a:solidFill>
            <a:ln w="6390" cap="flat">
              <a:noFill/>
              <a:prstDash val="solid"/>
              <a:miter/>
            </a:ln>
          </p:spPr>
          <p:txBody>
            <a:bodyPr rtlCol="0" anchor="ctr"/>
            <a:lstStyle/>
            <a:p>
              <a:endParaRPr lang="en-US"/>
            </a:p>
          </p:txBody>
        </p:sp>
        <p:sp>
          <p:nvSpPr>
            <p:cNvPr id="404" name="Graphic 4">
              <a:extLst>
                <a:ext uri="{FF2B5EF4-FFF2-40B4-BE49-F238E27FC236}">
                  <a16:creationId xmlns:a16="http://schemas.microsoft.com/office/drawing/2014/main" id="{0C280D7F-1ACB-AC43-AF19-CF54D10CE70F}"/>
                </a:ext>
              </a:extLst>
            </p:cNvPr>
            <p:cNvSpPr/>
            <p:nvPr/>
          </p:nvSpPr>
          <p:spPr>
            <a:xfrm>
              <a:off x="1576397" y="3473374"/>
              <a:ext cx="237066" cy="93249"/>
            </a:xfrm>
            <a:custGeom>
              <a:avLst/>
              <a:gdLst>
                <a:gd name="connsiteX0" fmla="*/ 231316 w 237066"/>
                <a:gd name="connsiteY0" fmla="*/ 40532 h 93249"/>
                <a:gd name="connsiteX1" fmla="*/ 229399 w 237066"/>
                <a:gd name="connsiteY1" fmla="*/ 40532 h 93249"/>
                <a:gd name="connsiteX2" fmla="*/ 176362 w 237066"/>
                <a:gd name="connsiteY2" fmla="*/ 951 h 93249"/>
                <a:gd name="connsiteX3" fmla="*/ 137384 w 237066"/>
                <a:gd name="connsiteY3" fmla="*/ 37340 h 93249"/>
                <a:gd name="connsiteX4" fmla="*/ 100322 w 237066"/>
                <a:gd name="connsiteY4" fmla="*/ 36702 h 93249"/>
                <a:gd name="connsiteX5" fmla="*/ 44730 w 237066"/>
                <a:gd name="connsiteY5" fmla="*/ 951 h 93249"/>
                <a:gd name="connsiteX6" fmla="*/ 8307 w 237066"/>
                <a:gd name="connsiteY6" fmla="*/ 39894 h 93249"/>
                <a:gd name="connsiteX7" fmla="*/ 6390 w 237066"/>
                <a:gd name="connsiteY7" fmla="*/ 39894 h 93249"/>
                <a:gd name="connsiteX8" fmla="*/ 0 w 237066"/>
                <a:gd name="connsiteY8" fmla="*/ 46278 h 93249"/>
                <a:gd name="connsiteX9" fmla="*/ 6390 w 237066"/>
                <a:gd name="connsiteY9" fmla="*/ 52662 h 93249"/>
                <a:gd name="connsiteX10" fmla="*/ 8307 w 237066"/>
                <a:gd name="connsiteY10" fmla="*/ 52662 h 93249"/>
                <a:gd name="connsiteX11" fmla="*/ 60705 w 237066"/>
                <a:gd name="connsiteY11" fmla="*/ 92881 h 93249"/>
                <a:gd name="connsiteX12" fmla="*/ 100961 w 237066"/>
                <a:gd name="connsiteY12" fmla="*/ 51385 h 93249"/>
                <a:gd name="connsiteX13" fmla="*/ 101600 w 237066"/>
                <a:gd name="connsiteY13" fmla="*/ 51385 h 93249"/>
                <a:gd name="connsiteX14" fmla="*/ 135467 w 237066"/>
                <a:gd name="connsiteY14" fmla="*/ 51385 h 93249"/>
                <a:gd name="connsiteX15" fmla="*/ 136106 w 237066"/>
                <a:gd name="connsiteY15" fmla="*/ 51385 h 93249"/>
                <a:gd name="connsiteX16" fmla="*/ 187225 w 237066"/>
                <a:gd name="connsiteY16" fmla="*/ 92881 h 93249"/>
                <a:gd name="connsiteX17" fmla="*/ 228760 w 237066"/>
                <a:gd name="connsiteY17" fmla="*/ 52662 h 93249"/>
                <a:gd name="connsiteX18" fmla="*/ 230677 w 237066"/>
                <a:gd name="connsiteY18" fmla="*/ 52662 h 93249"/>
                <a:gd name="connsiteX19" fmla="*/ 237067 w 237066"/>
                <a:gd name="connsiteY19" fmla="*/ 46278 h 93249"/>
                <a:gd name="connsiteX20" fmla="*/ 231316 w 237066"/>
                <a:gd name="connsiteY20" fmla="*/ 40532 h 93249"/>
                <a:gd name="connsiteX21" fmla="*/ 231316 w 237066"/>
                <a:gd name="connsiteY21" fmla="*/ 40532 h 93249"/>
                <a:gd name="connsiteX22" fmla="*/ 55592 w 237066"/>
                <a:gd name="connsiteY22" fmla="*/ 81390 h 93249"/>
                <a:gd name="connsiteX23" fmla="*/ 21726 w 237066"/>
                <a:gd name="connsiteY23" fmla="*/ 47555 h 93249"/>
                <a:gd name="connsiteX24" fmla="*/ 55592 w 237066"/>
                <a:gd name="connsiteY24" fmla="*/ 13719 h 93249"/>
                <a:gd name="connsiteX25" fmla="*/ 89459 w 237066"/>
                <a:gd name="connsiteY25" fmla="*/ 47555 h 93249"/>
                <a:gd name="connsiteX26" fmla="*/ 89459 w 237066"/>
                <a:gd name="connsiteY26" fmla="*/ 47555 h 93249"/>
                <a:gd name="connsiteX27" fmla="*/ 55592 w 237066"/>
                <a:gd name="connsiteY27" fmla="*/ 81390 h 93249"/>
                <a:gd name="connsiteX28" fmla="*/ 55592 w 237066"/>
                <a:gd name="connsiteY28" fmla="*/ 81390 h 93249"/>
                <a:gd name="connsiteX29" fmla="*/ 183391 w 237066"/>
                <a:gd name="connsiteY29" fmla="*/ 81390 h 93249"/>
                <a:gd name="connsiteX30" fmla="*/ 149525 w 237066"/>
                <a:gd name="connsiteY30" fmla="*/ 47555 h 93249"/>
                <a:gd name="connsiteX31" fmla="*/ 183391 w 237066"/>
                <a:gd name="connsiteY31" fmla="*/ 13719 h 93249"/>
                <a:gd name="connsiteX32" fmla="*/ 217258 w 237066"/>
                <a:gd name="connsiteY32" fmla="*/ 47555 h 93249"/>
                <a:gd name="connsiteX33" fmla="*/ 217258 w 237066"/>
                <a:gd name="connsiteY33" fmla="*/ 47555 h 93249"/>
                <a:gd name="connsiteX34" fmla="*/ 183391 w 237066"/>
                <a:gd name="connsiteY34" fmla="*/ 81390 h 93249"/>
                <a:gd name="connsiteX35" fmla="*/ 183391 w 237066"/>
                <a:gd name="connsiteY35" fmla="*/ 81390 h 93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37066" h="93249">
                  <a:moveTo>
                    <a:pt x="231316" y="40532"/>
                  </a:moveTo>
                  <a:lnTo>
                    <a:pt x="229399" y="40532"/>
                  </a:lnTo>
                  <a:cubicBezTo>
                    <a:pt x="225565" y="14996"/>
                    <a:pt x="201922" y="-2241"/>
                    <a:pt x="176362" y="951"/>
                  </a:cubicBezTo>
                  <a:cubicBezTo>
                    <a:pt x="157192" y="3505"/>
                    <a:pt x="141218" y="18188"/>
                    <a:pt x="137384" y="37340"/>
                  </a:cubicBezTo>
                  <a:cubicBezTo>
                    <a:pt x="125882" y="30956"/>
                    <a:pt x="112463" y="30956"/>
                    <a:pt x="100322" y="36702"/>
                  </a:cubicBezTo>
                  <a:cubicBezTo>
                    <a:pt x="94571" y="11804"/>
                    <a:pt x="69650" y="-4156"/>
                    <a:pt x="44730" y="951"/>
                  </a:cubicBezTo>
                  <a:cubicBezTo>
                    <a:pt x="25560" y="5420"/>
                    <a:pt x="11502" y="20742"/>
                    <a:pt x="8307" y="39894"/>
                  </a:cubicBezTo>
                  <a:lnTo>
                    <a:pt x="6390" y="39894"/>
                  </a:lnTo>
                  <a:cubicBezTo>
                    <a:pt x="2556" y="39894"/>
                    <a:pt x="0" y="42447"/>
                    <a:pt x="0" y="46278"/>
                  </a:cubicBezTo>
                  <a:cubicBezTo>
                    <a:pt x="0" y="50108"/>
                    <a:pt x="2556" y="52662"/>
                    <a:pt x="6390" y="52662"/>
                  </a:cubicBezTo>
                  <a:lnTo>
                    <a:pt x="8307" y="52662"/>
                  </a:lnTo>
                  <a:cubicBezTo>
                    <a:pt x="11502" y="78198"/>
                    <a:pt x="35145" y="96073"/>
                    <a:pt x="60705" y="92881"/>
                  </a:cubicBezTo>
                  <a:cubicBezTo>
                    <a:pt x="81791" y="90327"/>
                    <a:pt x="99044" y="73091"/>
                    <a:pt x="100961" y="51385"/>
                  </a:cubicBezTo>
                  <a:lnTo>
                    <a:pt x="101600" y="51385"/>
                  </a:lnTo>
                  <a:cubicBezTo>
                    <a:pt x="111185" y="43086"/>
                    <a:pt x="125882" y="43086"/>
                    <a:pt x="135467" y="51385"/>
                  </a:cubicBezTo>
                  <a:cubicBezTo>
                    <a:pt x="135467" y="51385"/>
                    <a:pt x="136106" y="51385"/>
                    <a:pt x="136106" y="51385"/>
                  </a:cubicBezTo>
                  <a:cubicBezTo>
                    <a:pt x="138662" y="76921"/>
                    <a:pt x="161665" y="95435"/>
                    <a:pt x="187225" y="92881"/>
                  </a:cubicBezTo>
                  <a:cubicBezTo>
                    <a:pt x="208951" y="90327"/>
                    <a:pt x="225565" y="73729"/>
                    <a:pt x="228760" y="52662"/>
                  </a:cubicBezTo>
                  <a:lnTo>
                    <a:pt x="230677" y="52662"/>
                  </a:lnTo>
                  <a:cubicBezTo>
                    <a:pt x="234511" y="52662"/>
                    <a:pt x="237067" y="50108"/>
                    <a:pt x="237067" y="46278"/>
                  </a:cubicBezTo>
                  <a:cubicBezTo>
                    <a:pt x="237067" y="42447"/>
                    <a:pt x="235150" y="40532"/>
                    <a:pt x="231316" y="40532"/>
                  </a:cubicBezTo>
                  <a:lnTo>
                    <a:pt x="231316" y="40532"/>
                  </a:lnTo>
                  <a:close/>
                  <a:moveTo>
                    <a:pt x="55592" y="81390"/>
                  </a:moveTo>
                  <a:cubicBezTo>
                    <a:pt x="37062" y="81390"/>
                    <a:pt x="21726" y="66068"/>
                    <a:pt x="21726" y="47555"/>
                  </a:cubicBezTo>
                  <a:cubicBezTo>
                    <a:pt x="21726" y="29041"/>
                    <a:pt x="37062" y="13719"/>
                    <a:pt x="55592" y="13719"/>
                  </a:cubicBezTo>
                  <a:cubicBezTo>
                    <a:pt x="74123" y="13719"/>
                    <a:pt x="89459" y="29041"/>
                    <a:pt x="89459" y="47555"/>
                  </a:cubicBezTo>
                  <a:cubicBezTo>
                    <a:pt x="89459" y="47555"/>
                    <a:pt x="89459" y="47555"/>
                    <a:pt x="89459" y="47555"/>
                  </a:cubicBezTo>
                  <a:cubicBezTo>
                    <a:pt x="89459" y="66068"/>
                    <a:pt x="74123" y="81390"/>
                    <a:pt x="55592" y="81390"/>
                  </a:cubicBezTo>
                  <a:lnTo>
                    <a:pt x="55592" y="81390"/>
                  </a:lnTo>
                  <a:close/>
                  <a:moveTo>
                    <a:pt x="183391" y="81390"/>
                  </a:moveTo>
                  <a:cubicBezTo>
                    <a:pt x="164860" y="81390"/>
                    <a:pt x="149525" y="66068"/>
                    <a:pt x="149525" y="47555"/>
                  </a:cubicBezTo>
                  <a:cubicBezTo>
                    <a:pt x="149525" y="29041"/>
                    <a:pt x="164860" y="13719"/>
                    <a:pt x="183391" y="13719"/>
                  </a:cubicBezTo>
                  <a:cubicBezTo>
                    <a:pt x="201922" y="13719"/>
                    <a:pt x="217258" y="29041"/>
                    <a:pt x="217258" y="47555"/>
                  </a:cubicBezTo>
                  <a:lnTo>
                    <a:pt x="217258" y="47555"/>
                  </a:lnTo>
                  <a:cubicBezTo>
                    <a:pt x="217258" y="66068"/>
                    <a:pt x="201922" y="81390"/>
                    <a:pt x="183391" y="81390"/>
                  </a:cubicBezTo>
                  <a:lnTo>
                    <a:pt x="183391" y="81390"/>
                  </a:lnTo>
                  <a:close/>
                </a:path>
              </a:pathLst>
            </a:custGeom>
            <a:solidFill>
              <a:srgbClr val="00A3E0"/>
            </a:solidFill>
            <a:ln w="6390" cap="flat">
              <a:noFill/>
              <a:prstDash val="solid"/>
              <a:miter/>
            </a:ln>
          </p:spPr>
          <p:txBody>
            <a:bodyPr rtlCol="0" anchor="ctr"/>
            <a:lstStyle/>
            <a:p>
              <a:endParaRPr lang="en-US"/>
            </a:p>
          </p:txBody>
        </p:sp>
      </p:grpSp>
      <p:grpSp>
        <p:nvGrpSpPr>
          <p:cNvPr id="405" name="Graphic 4">
            <a:extLst>
              <a:ext uri="{FF2B5EF4-FFF2-40B4-BE49-F238E27FC236}">
                <a16:creationId xmlns:a16="http://schemas.microsoft.com/office/drawing/2014/main" id="{CC616978-4E1C-B140-B208-2EBC55307C8F}"/>
              </a:ext>
            </a:extLst>
          </p:cNvPr>
          <p:cNvGrpSpPr>
            <a:grpSpLocks noChangeAspect="1"/>
          </p:cNvGrpSpPr>
          <p:nvPr/>
        </p:nvGrpSpPr>
        <p:grpSpPr>
          <a:xfrm>
            <a:off x="1952125" y="3339623"/>
            <a:ext cx="362313" cy="361971"/>
            <a:chOff x="1952125" y="3339623"/>
            <a:chExt cx="362313" cy="361971"/>
          </a:xfrm>
          <a:solidFill>
            <a:srgbClr val="00A3E0"/>
          </a:solidFill>
        </p:grpSpPr>
        <p:sp>
          <p:nvSpPr>
            <p:cNvPr id="406" name="Graphic 4">
              <a:extLst>
                <a:ext uri="{FF2B5EF4-FFF2-40B4-BE49-F238E27FC236}">
                  <a16:creationId xmlns:a16="http://schemas.microsoft.com/office/drawing/2014/main" id="{5E51FF4F-7BA3-0142-8D70-E4C0878DC2E0}"/>
                </a:ext>
              </a:extLst>
            </p:cNvPr>
            <p:cNvSpPr/>
            <p:nvPr/>
          </p:nvSpPr>
          <p:spPr>
            <a:xfrm>
              <a:off x="2035833" y="3487093"/>
              <a:ext cx="67733" cy="67670"/>
            </a:xfrm>
            <a:custGeom>
              <a:avLst/>
              <a:gdLst>
                <a:gd name="connsiteX0" fmla="*/ 67733 w 67733"/>
                <a:gd name="connsiteY0" fmla="*/ 33835 h 67670"/>
                <a:gd name="connsiteX1" fmla="*/ 33867 w 67733"/>
                <a:gd name="connsiteY1" fmla="*/ 67670 h 67670"/>
                <a:gd name="connsiteX2" fmla="*/ 0 w 67733"/>
                <a:gd name="connsiteY2" fmla="*/ 33835 h 67670"/>
                <a:gd name="connsiteX3" fmla="*/ 33867 w 67733"/>
                <a:gd name="connsiteY3" fmla="*/ 0 h 67670"/>
                <a:gd name="connsiteX4" fmla="*/ 67733 w 67733"/>
                <a:gd name="connsiteY4" fmla="*/ 33835 h 67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33" h="67670">
                  <a:moveTo>
                    <a:pt x="67733" y="33835"/>
                  </a:moveTo>
                  <a:cubicBezTo>
                    <a:pt x="67733" y="52522"/>
                    <a:pt x="52571" y="67670"/>
                    <a:pt x="33867" y="67670"/>
                  </a:cubicBezTo>
                  <a:cubicBezTo>
                    <a:pt x="15163" y="67670"/>
                    <a:pt x="0" y="52522"/>
                    <a:pt x="0" y="33835"/>
                  </a:cubicBezTo>
                  <a:cubicBezTo>
                    <a:pt x="0" y="15149"/>
                    <a:pt x="15163" y="0"/>
                    <a:pt x="33867" y="0"/>
                  </a:cubicBezTo>
                  <a:cubicBezTo>
                    <a:pt x="52571" y="0"/>
                    <a:pt x="67733" y="15149"/>
                    <a:pt x="67733" y="33835"/>
                  </a:cubicBezTo>
                  <a:close/>
                </a:path>
              </a:pathLst>
            </a:custGeom>
            <a:solidFill>
              <a:srgbClr val="00A3E0"/>
            </a:solidFill>
            <a:ln w="6390" cap="flat">
              <a:noFill/>
              <a:prstDash val="solid"/>
              <a:miter/>
            </a:ln>
          </p:spPr>
          <p:txBody>
            <a:bodyPr rtlCol="0" anchor="ctr"/>
            <a:lstStyle/>
            <a:p>
              <a:endParaRPr lang="en-US"/>
            </a:p>
          </p:txBody>
        </p:sp>
        <p:sp>
          <p:nvSpPr>
            <p:cNvPr id="407" name="Graphic 4">
              <a:extLst>
                <a:ext uri="{FF2B5EF4-FFF2-40B4-BE49-F238E27FC236}">
                  <a16:creationId xmlns:a16="http://schemas.microsoft.com/office/drawing/2014/main" id="{48B13D76-E807-D947-B5C7-44B8BD69BF96}"/>
                </a:ext>
              </a:extLst>
            </p:cNvPr>
            <p:cNvSpPr/>
            <p:nvPr/>
          </p:nvSpPr>
          <p:spPr>
            <a:xfrm>
              <a:off x="2163632" y="3487093"/>
              <a:ext cx="67733" cy="67670"/>
            </a:xfrm>
            <a:custGeom>
              <a:avLst/>
              <a:gdLst>
                <a:gd name="connsiteX0" fmla="*/ 67733 w 67733"/>
                <a:gd name="connsiteY0" fmla="*/ 33835 h 67670"/>
                <a:gd name="connsiteX1" fmla="*/ 33867 w 67733"/>
                <a:gd name="connsiteY1" fmla="*/ 67670 h 67670"/>
                <a:gd name="connsiteX2" fmla="*/ 0 w 67733"/>
                <a:gd name="connsiteY2" fmla="*/ 33835 h 67670"/>
                <a:gd name="connsiteX3" fmla="*/ 33867 w 67733"/>
                <a:gd name="connsiteY3" fmla="*/ 0 h 67670"/>
                <a:gd name="connsiteX4" fmla="*/ 67733 w 67733"/>
                <a:gd name="connsiteY4" fmla="*/ 33835 h 67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33" h="67670">
                  <a:moveTo>
                    <a:pt x="67733" y="33835"/>
                  </a:moveTo>
                  <a:cubicBezTo>
                    <a:pt x="67733" y="52522"/>
                    <a:pt x="52571" y="67670"/>
                    <a:pt x="33867" y="67670"/>
                  </a:cubicBezTo>
                  <a:cubicBezTo>
                    <a:pt x="15163" y="67670"/>
                    <a:pt x="0" y="52522"/>
                    <a:pt x="0" y="33835"/>
                  </a:cubicBezTo>
                  <a:cubicBezTo>
                    <a:pt x="0" y="15149"/>
                    <a:pt x="15163" y="0"/>
                    <a:pt x="33867" y="0"/>
                  </a:cubicBezTo>
                  <a:cubicBezTo>
                    <a:pt x="52571" y="0"/>
                    <a:pt x="67733" y="15149"/>
                    <a:pt x="67733" y="33835"/>
                  </a:cubicBezTo>
                  <a:close/>
                </a:path>
              </a:pathLst>
            </a:custGeom>
            <a:solidFill>
              <a:srgbClr val="00A3E0"/>
            </a:solidFill>
            <a:ln w="6390" cap="flat">
              <a:noFill/>
              <a:prstDash val="solid"/>
              <a:miter/>
            </a:ln>
          </p:spPr>
          <p:txBody>
            <a:bodyPr rtlCol="0" anchor="ctr"/>
            <a:lstStyle/>
            <a:p>
              <a:endParaRPr lang="en-US"/>
            </a:p>
          </p:txBody>
        </p:sp>
        <p:sp>
          <p:nvSpPr>
            <p:cNvPr id="408" name="Graphic 4">
              <a:extLst>
                <a:ext uri="{FF2B5EF4-FFF2-40B4-BE49-F238E27FC236}">
                  <a16:creationId xmlns:a16="http://schemas.microsoft.com/office/drawing/2014/main" id="{31AB07F5-B1FA-CE44-B81A-A2968B69C967}"/>
                </a:ext>
              </a:extLst>
            </p:cNvPr>
            <p:cNvSpPr/>
            <p:nvPr/>
          </p:nvSpPr>
          <p:spPr>
            <a:xfrm>
              <a:off x="1952125" y="33396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93937 w 362313"/>
                <a:gd name="connsiteY6" fmla="*/ 187051 h 361971"/>
                <a:gd name="connsiteX7" fmla="*/ 292020 w 362313"/>
                <a:gd name="connsiteY7" fmla="*/ 187051 h 361971"/>
                <a:gd name="connsiteX8" fmla="*/ 239623 w 362313"/>
                <a:gd name="connsiteY8" fmla="*/ 227270 h 361971"/>
                <a:gd name="connsiteX9" fmla="*/ 199366 w 362313"/>
                <a:gd name="connsiteY9" fmla="*/ 186412 h 361971"/>
                <a:gd name="connsiteX10" fmla="*/ 198727 w 362313"/>
                <a:gd name="connsiteY10" fmla="*/ 186412 h 361971"/>
                <a:gd name="connsiteX11" fmla="*/ 164860 w 362313"/>
                <a:gd name="connsiteY11" fmla="*/ 186412 h 361971"/>
                <a:gd name="connsiteX12" fmla="*/ 164221 w 362313"/>
                <a:gd name="connsiteY12" fmla="*/ 186412 h 361971"/>
                <a:gd name="connsiteX13" fmla="*/ 113102 w 362313"/>
                <a:gd name="connsiteY13" fmla="*/ 228546 h 361971"/>
                <a:gd name="connsiteX14" fmla="*/ 71567 w 362313"/>
                <a:gd name="connsiteY14" fmla="*/ 187689 h 361971"/>
                <a:gd name="connsiteX15" fmla="*/ 69650 w 362313"/>
                <a:gd name="connsiteY15" fmla="*/ 187689 h 361971"/>
                <a:gd name="connsiteX16" fmla="*/ 63260 w 362313"/>
                <a:gd name="connsiteY16" fmla="*/ 181305 h 361971"/>
                <a:gd name="connsiteX17" fmla="*/ 69650 w 362313"/>
                <a:gd name="connsiteY17" fmla="*/ 174921 h 361971"/>
                <a:gd name="connsiteX18" fmla="*/ 71567 w 362313"/>
                <a:gd name="connsiteY18" fmla="*/ 174921 h 361971"/>
                <a:gd name="connsiteX19" fmla="*/ 124604 w 362313"/>
                <a:gd name="connsiteY19" fmla="*/ 135341 h 361971"/>
                <a:gd name="connsiteX20" fmla="*/ 163582 w 362313"/>
                <a:gd name="connsiteY20" fmla="*/ 171729 h 361971"/>
                <a:gd name="connsiteX21" fmla="*/ 200644 w 362313"/>
                <a:gd name="connsiteY21" fmla="*/ 172368 h 361971"/>
                <a:gd name="connsiteX22" fmla="*/ 255597 w 362313"/>
                <a:gd name="connsiteY22" fmla="*/ 135979 h 361971"/>
                <a:gd name="connsiteX23" fmla="*/ 292659 w 362313"/>
                <a:gd name="connsiteY23" fmla="*/ 174921 h 361971"/>
                <a:gd name="connsiteX24" fmla="*/ 294576 w 362313"/>
                <a:gd name="connsiteY24" fmla="*/ 174921 h 361971"/>
                <a:gd name="connsiteX25" fmla="*/ 300966 w 362313"/>
                <a:gd name="connsiteY25" fmla="*/ 181305 h 361971"/>
                <a:gd name="connsiteX26" fmla="*/ 293937 w 362313"/>
                <a:gd name="connsiteY26" fmla="*/ 187051 h 361971"/>
                <a:gd name="connsiteX27" fmla="*/ 293937 w 362313"/>
                <a:gd name="connsiteY27" fmla="*/ 18705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293937" y="187051"/>
                  </a:moveTo>
                  <a:lnTo>
                    <a:pt x="292020" y="187051"/>
                  </a:lnTo>
                  <a:cubicBezTo>
                    <a:pt x="288825" y="212587"/>
                    <a:pt x="265182" y="230462"/>
                    <a:pt x="239623" y="227270"/>
                  </a:cubicBezTo>
                  <a:cubicBezTo>
                    <a:pt x="218536" y="224716"/>
                    <a:pt x="201922" y="207479"/>
                    <a:pt x="199366" y="186412"/>
                  </a:cubicBezTo>
                  <a:cubicBezTo>
                    <a:pt x="199366" y="186412"/>
                    <a:pt x="198727" y="186412"/>
                    <a:pt x="198727" y="186412"/>
                  </a:cubicBezTo>
                  <a:cubicBezTo>
                    <a:pt x="189142" y="178113"/>
                    <a:pt x="174445" y="178113"/>
                    <a:pt x="164860" y="186412"/>
                  </a:cubicBezTo>
                  <a:lnTo>
                    <a:pt x="164221" y="186412"/>
                  </a:lnTo>
                  <a:cubicBezTo>
                    <a:pt x="161665" y="211948"/>
                    <a:pt x="138662" y="230462"/>
                    <a:pt x="113102" y="228546"/>
                  </a:cubicBezTo>
                  <a:cubicBezTo>
                    <a:pt x="91376" y="226631"/>
                    <a:pt x="74123" y="209395"/>
                    <a:pt x="71567" y="187689"/>
                  </a:cubicBezTo>
                  <a:lnTo>
                    <a:pt x="69650" y="187689"/>
                  </a:lnTo>
                  <a:cubicBezTo>
                    <a:pt x="65816" y="187689"/>
                    <a:pt x="63260" y="185135"/>
                    <a:pt x="63260" y="181305"/>
                  </a:cubicBezTo>
                  <a:cubicBezTo>
                    <a:pt x="63260" y="177475"/>
                    <a:pt x="65816" y="174921"/>
                    <a:pt x="69650" y="174921"/>
                  </a:cubicBezTo>
                  <a:lnTo>
                    <a:pt x="71567" y="174921"/>
                  </a:lnTo>
                  <a:cubicBezTo>
                    <a:pt x="75401" y="149385"/>
                    <a:pt x="99044" y="132149"/>
                    <a:pt x="124604" y="135341"/>
                  </a:cubicBezTo>
                  <a:cubicBezTo>
                    <a:pt x="143774" y="137894"/>
                    <a:pt x="159109" y="152577"/>
                    <a:pt x="163582" y="171729"/>
                  </a:cubicBezTo>
                  <a:cubicBezTo>
                    <a:pt x="175084" y="165345"/>
                    <a:pt x="189142" y="165984"/>
                    <a:pt x="200644" y="172368"/>
                  </a:cubicBezTo>
                  <a:cubicBezTo>
                    <a:pt x="205756" y="147470"/>
                    <a:pt x="230677" y="130872"/>
                    <a:pt x="255597" y="135979"/>
                  </a:cubicBezTo>
                  <a:cubicBezTo>
                    <a:pt x="274767" y="139809"/>
                    <a:pt x="289464" y="155769"/>
                    <a:pt x="292659" y="174921"/>
                  </a:cubicBezTo>
                  <a:lnTo>
                    <a:pt x="294576" y="174921"/>
                  </a:lnTo>
                  <a:cubicBezTo>
                    <a:pt x="298410" y="174921"/>
                    <a:pt x="300966" y="177475"/>
                    <a:pt x="300966" y="181305"/>
                  </a:cubicBezTo>
                  <a:cubicBezTo>
                    <a:pt x="300966" y="185135"/>
                    <a:pt x="297132" y="187689"/>
                    <a:pt x="293937" y="187051"/>
                  </a:cubicBezTo>
                  <a:lnTo>
                    <a:pt x="293937" y="187051"/>
                  </a:lnTo>
                  <a:close/>
                </a:path>
              </a:pathLst>
            </a:custGeom>
            <a:solidFill>
              <a:srgbClr val="00A3E0"/>
            </a:solidFill>
            <a:ln w="6390" cap="flat">
              <a:noFill/>
              <a:prstDash val="solid"/>
              <a:miter/>
            </a:ln>
          </p:spPr>
          <p:txBody>
            <a:bodyPr rtlCol="0" anchor="ctr"/>
            <a:lstStyle/>
            <a:p>
              <a:endParaRPr lang="en-US"/>
            </a:p>
          </p:txBody>
        </p:sp>
      </p:grpSp>
      <p:grpSp>
        <p:nvGrpSpPr>
          <p:cNvPr id="409" name="Graphic 4">
            <a:extLst>
              <a:ext uri="{FF2B5EF4-FFF2-40B4-BE49-F238E27FC236}">
                <a16:creationId xmlns:a16="http://schemas.microsoft.com/office/drawing/2014/main" id="{BF7CC5D4-1D5B-1041-8F65-B95B5AC3407E}"/>
              </a:ext>
            </a:extLst>
          </p:cNvPr>
          <p:cNvGrpSpPr>
            <a:grpSpLocks noChangeAspect="1"/>
          </p:cNvGrpSpPr>
          <p:nvPr/>
        </p:nvGrpSpPr>
        <p:grpSpPr>
          <a:xfrm>
            <a:off x="1515054" y="4308712"/>
            <a:ext cx="362309" cy="361971"/>
            <a:chOff x="1515054" y="4308712"/>
            <a:chExt cx="362309" cy="361971"/>
          </a:xfrm>
          <a:solidFill>
            <a:srgbClr val="00A3E0"/>
          </a:solidFill>
        </p:grpSpPr>
        <p:sp>
          <p:nvSpPr>
            <p:cNvPr id="410" name="Graphic 4">
              <a:extLst>
                <a:ext uri="{FF2B5EF4-FFF2-40B4-BE49-F238E27FC236}">
                  <a16:creationId xmlns:a16="http://schemas.microsoft.com/office/drawing/2014/main" id="{B4DD145C-ADFD-B64E-AA15-7246C4F56D47}"/>
                </a:ext>
              </a:extLst>
            </p:cNvPr>
            <p:cNvSpPr/>
            <p:nvPr/>
          </p:nvSpPr>
          <p:spPr>
            <a:xfrm>
              <a:off x="1515054" y="4308712"/>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0 h 361971"/>
                <a:gd name="connsiteX7" fmla="*/ 180835 w 362309"/>
                <a:gd name="connsiteY7" fmla="*/ 349204 h 361971"/>
                <a:gd name="connsiteX8" fmla="*/ 12780 w 362309"/>
                <a:gd name="connsiteY8" fmla="*/ 180667 h 361971"/>
                <a:gd name="connsiteX9" fmla="*/ 180835 w 362309"/>
                <a:gd name="connsiteY9" fmla="*/ 12768 h 361971"/>
                <a:gd name="connsiteX10" fmla="*/ 349529 w 362309"/>
                <a:gd name="connsiteY10" fmla="*/ 181305 h 361971"/>
                <a:gd name="connsiteX11" fmla="*/ 349529 w 362309"/>
                <a:gd name="connsiteY11" fmla="*/ 181305 h 361971"/>
                <a:gd name="connsiteX12" fmla="*/ 180835 w 362309"/>
                <a:gd name="connsiteY12" fmla="*/ 349204 h 361971"/>
                <a:gd name="connsiteX13" fmla="*/ 180835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00A3E0"/>
            </a:solidFill>
            <a:ln w="6390" cap="flat">
              <a:noFill/>
              <a:prstDash val="solid"/>
              <a:miter/>
            </a:ln>
          </p:spPr>
          <p:txBody>
            <a:bodyPr rtlCol="0" anchor="ctr"/>
            <a:lstStyle/>
            <a:p>
              <a:endParaRPr lang="en-US"/>
            </a:p>
          </p:txBody>
        </p:sp>
        <p:sp>
          <p:nvSpPr>
            <p:cNvPr id="411" name="Graphic 4">
              <a:extLst>
                <a:ext uri="{FF2B5EF4-FFF2-40B4-BE49-F238E27FC236}">
                  <a16:creationId xmlns:a16="http://schemas.microsoft.com/office/drawing/2014/main" id="{72382A7F-F8D2-A447-8D68-E4A3F81FFD2F}"/>
                </a:ext>
              </a:extLst>
            </p:cNvPr>
            <p:cNvSpPr/>
            <p:nvPr/>
          </p:nvSpPr>
          <p:spPr>
            <a:xfrm>
              <a:off x="1609475" y="4425219"/>
              <a:ext cx="173414" cy="172048"/>
            </a:xfrm>
            <a:custGeom>
              <a:avLst/>
              <a:gdLst>
                <a:gd name="connsiteX0" fmla="*/ 166927 w 173414"/>
                <a:gd name="connsiteY0" fmla="*/ 87780 h 172048"/>
                <a:gd name="connsiteX1" fmla="*/ 150952 w 173414"/>
                <a:gd name="connsiteY1" fmla="*/ 81396 h 172048"/>
                <a:gd name="connsiteX2" fmla="*/ 150952 w 173414"/>
                <a:gd name="connsiteY2" fmla="*/ 81396 h 172048"/>
                <a:gd name="connsiteX3" fmla="*/ 140089 w 173414"/>
                <a:gd name="connsiteY3" fmla="*/ 84588 h 172048"/>
                <a:gd name="connsiteX4" fmla="*/ 117724 w 173414"/>
                <a:gd name="connsiteY4" fmla="*/ 66713 h 172048"/>
                <a:gd name="connsiteX5" fmla="*/ 117724 w 173414"/>
                <a:gd name="connsiteY5" fmla="*/ 66713 h 172048"/>
                <a:gd name="connsiteX6" fmla="*/ 107501 w 173414"/>
                <a:gd name="connsiteY6" fmla="*/ 69266 h 172048"/>
                <a:gd name="connsiteX7" fmla="*/ 107501 w 173414"/>
                <a:gd name="connsiteY7" fmla="*/ 23302 h 172048"/>
                <a:gd name="connsiteX8" fmla="*/ 107501 w 173414"/>
                <a:gd name="connsiteY8" fmla="*/ 21386 h 172048"/>
                <a:gd name="connsiteX9" fmla="*/ 100472 w 173414"/>
                <a:gd name="connsiteY9" fmla="*/ 6703 h 172048"/>
                <a:gd name="connsiteX10" fmla="*/ 67883 w 173414"/>
                <a:gd name="connsiteY10" fmla="*/ 6703 h 172048"/>
                <a:gd name="connsiteX11" fmla="*/ 67883 w 173414"/>
                <a:gd name="connsiteY11" fmla="*/ 6703 h 172048"/>
                <a:gd name="connsiteX12" fmla="*/ 61493 w 173414"/>
                <a:gd name="connsiteY12" fmla="*/ 23302 h 172048"/>
                <a:gd name="connsiteX13" fmla="*/ 62132 w 173414"/>
                <a:gd name="connsiteY13" fmla="*/ 131829 h 172048"/>
                <a:gd name="connsiteX14" fmla="*/ 46796 w 173414"/>
                <a:gd name="connsiteY14" fmla="*/ 106293 h 172048"/>
                <a:gd name="connsiteX15" fmla="*/ 9734 w 173414"/>
                <a:gd name="connsiteY15" fmla="*/ 96717 h 172048"/>
                <a:gd name="connsiteX16" fmla="*/ 789 w 173414"/>
                <a:gd name="connsiteY16" fmla="*/ 115231 h 172048"/>
                <a:gd name="connsiteX17" fmla="*/ 789 w 173414"/>
                <a:gd name="connsiteY17" fmla="*/ 115231 h 172048"/>
                <a:gd name="connsiteX18" fmla="*/ 24431 w 173414"/>
                <a:gd name="connsiteY18" fmla="*/ 172048 h 172048"/>
                <a:gd name="connsiteX19" fmla="*/ 35933 w 173414"/>
                <a:gd name="connsiteY19" fmla="*/ 166941 h 172048"/>
                <a:gd name="connsiteX20" fmla="*/ 12290 w 173414"/>
                <a:gd name="connsiteY20" fmla="*/ 110124 h 172048"/>
                <a:gd name="connsiteX21" fmla="*/ 18680 w 173414"/>
                <a:gd name="connsiteY21" fmla="*/ 106932 h 172048"/>
                <a:gd name="connsiteX22" fmla="*/ 35294 w 173414"/>
                <a:gd name="connsiteY22" fmla="*/ 113316 h 172048"/>
                <a:gd name="connsiteX23" fmla="*/ 62771 w 173414"/>
                <a:gd name="connsiteY23" fmla="*/ 158003 h 172048"/>
                <a:gd name="connsiteX24" fmla="*/ 69800 w 173414"/>
                <a:gd name="connsiteY24" fmla="*/ 160557 h 172048"/>
                <a:gd name="connsiteX25" fmla="*/ 74273 w 173414"/>
                <a:gd name="connsiteY25" fmla="*/ 154173 h 172048"/>
                <a:gd name="connsiteX26" fmla="*/ 73634 w 173414"/>
                <a:gd name="connsiteY26" fmla="*/ 22663 h 172048"/>
                <a:gd name="connsiteX27" fmla="*/ 83858 w 173414"/>
                <a:gd name="connsiteY27" fmla="*/ 12449 h 172048"/>
                <a:gd name="connsiteX28" fmla="*/ 83858 w 173414"/>
                <a:gd name="connsiteY28" fmla="*/ 12449 h 172048"/>
                <a:gd name="connsiteX29" fmla="*/ 90887 w 173414"/>
                <a:gd name="connsiteY29" fmla="*/ 15641 h 172048"/>
                <a:gd name="connsiteX30" fmla="*/ 94082 w 173414"/>
                <a:gd name="connsiteY30" fmla="*/ 22025 h 172048"/>
                <a:gd name="connsiteX31" fmla="*/ 94082 w 173414"/>
                <a:gd name="connsiteY31" fmla="*/ 88418 h 172048"/>
                <a:gd name="connsiteX32" fmla="*/ 94082 w 173414"/>
                <a:gd name="connsiteY32" fmla="*/ 89057 h 172048"/>
                <a:gd name="connsiteX33" fmla="*/ 94082 w 173414"/>
                <a:gd name="connsiteY33" fmla="*/ 114592 h 172048"/>
                <a:gd name="connsiteX34" fmla="*/ 100472 w 173414"/>
                <a:gd name="connsiteY34" fmla="*/ 120976 h 172048"/>
                <a:gd name="connsiteX35" fmla="*/ 100472 w 173414"/>
                <a:gd name="connsiteY35" fmla="*/ 120976 h 172048"/>
                <a:gd name="connsiteX36" fmla="*/ 106862 w 173414"/>
                <a:gd name="connsiteY36" fmla="*/ 114592 h 172048"/>
                <a:gd name="connsiteX37" fmla="*/ 106862 w 173414"/>
                <a:gd name="connsiteY37" fmla="*/ 88418 h 172048"/>
                <a:gd name="connsiteX38" fmla="*/ 117085 w 173414"/>
                <a:gd name="connsiteY38" fmla="*/ 78842 h 172048"/>
                <a:gd name="connsiteX39" fmla="*/ 117085 w 173414"/>
                <a:gd name="connsiteY39" fmla="*/ 78842 h 172048"/>
                <a:gd name="connsiteX40" fmla="*/ 127309 w 173414"/>
                <a:gd name="connsiteY40" fmla="*/ 89057 h 172048"/>
                <a:gd name="connsiteX41" fmla="*/ 127309 w 173414"/>
                <a:gd name="connsiteY41" fmla="*/ 89057 h 172048"/>
                <a:gd name="connsiteX42" fmla="*/ 127309 w 173414"/>
                <a:gd name="connsiteY42" fmla="*/ 103101 h 172048"/>
                <a:gd name="connsiteX43" fmla="*/ 127309 w 173414"/>
                <a:gd name="connsiteY43" fmla="*/ 104378 h 172048"/>
                <a:gd name="connsiteX44" fmla="*/ 127309 w 173414"/>
                <a:gd name="connsiteY44" fmla="*/ 104378 h 172048"/>
                <a:gd name="connsiteX45" fmla="*/ 127309 w 173414"/>
                <a:gd name="connsiteY45" fmla="*/ 122253 h 172048"/>
                <a:gd name="connsiteX46" fmla="*/ 133699 w 173414"/>
                <a:gd name="connsiteY46" fmla="*/ 128637 h 172048"/>
                <a:gd name="connsiteX47" fmla="*/ 133699 w 173414"/>
                <a:gd name="connsiteY47" fmla="*/ 128637 h 172048"/>
                <a:gd name="connsiteX48" fmla="*/ 140089 w 173414"/>
                <a:gd name="connsiteY48" fmla="*/ 122253 h 172048"/>
                <a:gd name="connsiteX49" fmla="*/ 140089 w 173414"/>
                <a:gd name="connsiteY49" fmla="*/ 103101 h 172048"/>
                <a:gd name="connsiteX50" fmla="*/ 150313 w 173414"/>
                <a:gd name="connsiteY50" fmla="*/ 93525 h 172048"/>
                <a:gd name="connsiteX51" fmla="*/ 150313 w 173414"/>
                <a:gd name="connsiteY51" fmla="*/ 93525 h 172048"/>
                <a:gd name="connsiteX52" fmla="*/ 157342 w 173414"/>
                <a:gd name="connsiteY52" fmla="*/ 96717 h 172048"/>
                <a:gd name="connsiteX53" fmla="*/ 160537 w 173414"/>
                <a:gd name="connsiteY53" fmla="*/ 103740 h 172048"/>
                <a:gd name="connsiteX54" fmla="*/ 160537 w 173414"/>
                <a:gd name="connsiteY54" fmla="*/ 130552 h 172048"/>
                <a:gd name="connsiteX55" fmla="*/ 166927 w 173414"/>
                <a:gd name="connsiteY55" fmla="*/ 136936 h 172048"/>
                <a:gd name="connsiteX56" fmla="*/ 166927 w 173414"/>
                <a:gd name="connsiteY56" fmla="*/ 136936 h 172048"/>
                <a:gd name="connsiteX57" fmla="*/ 173317 w 173414"/>
                <a:gd name="connsiteY57" fmla="*/ 130552 h 172048"/>
                <a:gd name="connsiteX58" fmla="*/ 173317 w 173414"/>
                <a:gd name="connsiteY58" fmla="*/ 103740 h 172048"/>
                <a:gd name="connsiteX59" fmla="*/ 166927 w 173414"/>
                <a:gd name="connsiteY59" fmla="*/ 87780 h 172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73414" h="172048">
                  <a:moveTo>
                    <a:pt x="166927" y="87780"/>
                  </a:moveTo>
                  <a:cubicBezTo>
                    <a:pt x="162454" y="83311"/>
                    <a:pt x="156703" y="81396"/>
                    <a:pt x="150952" y="81396"/>
                  </a:cubicBezTo>
                  <a:lnTo>
                    <a:pt x="150952" y="81396"/>
                  </a:lnTo>
                  <a:cubicBezTo>
                    <a:pt x="147118" y="81396"/>
                    <a:pt x="143284" y="82673"/>
                    <a:pt x="140089" y="84588"/>
                  </a:cubicBezTo>
                  <a:cubicBezTo>
                    <a:pt x="137533" y="74373"/>
                    <a:pt x="128587" y="66713"/>
                    <a:pt x="117724" y="66713"/>
                  </a:cubicBezTo>
                  <a:lnTo>
                    <a:pt x="117724" y="66713"/>
                  </a:lnTo>
                  <a:cubicBezTo>
                    <a:pt x="113891" y="66713"/>
                    <a:pt x="110696" y="67351"/>
                    <a:pt x="107501" y="69266"/>
                  </a:cubicBezTo>
                  <a:lnTo>
                    <a:pt x="107501" y="23302"/>
                  </a:lnTo>
                  <a:cubicBezTo>
                    <a:pt x="107501" y="22663"/>
                    <a:pt x="107501" y="22025"/>
                    <a:pt x="107501" y="21386"/>
                  </a:cubicBezTo>
                  <a:cubicBezTo>
                    <a:pt x="106862" y="15641"/>
                    <a:pt x="104944" y="10534"/>
                    <a:pt x="100472" y="6703"/>
                  </a:cubicBezTo>
                  <a:cubicBezTo>
                    <a:pt x="91526" y="-2234"/>
                    <a:pt x="76829" y="-2234"/>
                    <a:pt x="67883" y="6703"/>
                  </a:cubicBezTo>
                  <a:cubicBezTo>
                    <a:pt x="67883" y="6703"/>
                    <a:pt x="67883" y="6703"/>
                    <a:pt x="67883" y="6703"/>
                  </a:cubicBezTo>
                  <a:cubicBezTo>
                    <a:pt x="63410" y="11172"/>
                    <a:pt x="61493" y="16918"/>
                    <a:pt x="61493" y="23302"/>
                  </a:cubicBezTo>
                  <a:lnTo>
                    <a:pt x="62132" y="131829"/>
                  </a:lnTo>
                  <a:cubicBezTo>
                    <a:pt x="57659" y="124168"/>
                    <a:pt x="51908" y="115231"/>
                    <a:pt x="46796" y="106293"/>
                  </a:cubicBezTo>
                  <a:cubicBezTo>
                    <a:pt x="38489" y="94164"/>
                    <a:pt x="22514" y="90333"/>
                    <a:pt x="9734" y="96717"/>
                  </a:cubicBezTo>
                  <a:cubicBezTo>
                    <a:pt x="2067" y="99271"/>
                    <a:pt x="-1767" y="107570"/>
                    <a:pt x="789" y="115231"/>
                  </a:cubicBezTo>
                  <a:cubicBezTo>
                    <a:pt x="789" y="115231"/>
                    <a:pt x="789" y="115231"/>
                    <a:pt x="789" y="115231"/>
                  </a:cubicBezTo>
                  <a:lnTo>
                    <a:pt x="24431" y="172048"/>
                  </a:lnTo>
                  <a:lnTo>
                    <a:pt x="35933" y="166941"/>
                  </a:lnTo>
                  <a:lnTo>
                    <a:pt x="12290" y="110124"/>
                  </a:lnTo>
                  <a:cubicBezTo>
                    <a:pt x="12290" y="109485"/>
                    <a:pt x="14207" y="107570"/>
                    <a:pt x="18680" y="106932"/>
                  </a:cubicBezTo>
                  <a:cubicBezTo>
                    <a:pt x="25070" y="105655"/>
                    <a:pt x="31460" y="108208"/>
                    <a:pt x="35294" y="113316"/>
                  </a:cubicBezTo>
                  <a:cubicBezTo>
                    <a:pt x="48074" y="134383"/>
                    <a:pt x="62771" y="158003"/>
                    <a:pt x="62771" y="158003"/>
                  </a:cubicBezTo>
                  <a:cubicBezTo>
                    <a:pt x="64049" y="160557"/>
                    <a:pt x="67244" y="161834"/>
                    <a:pt x="69800" y="160557"/>
                  </a:cubicBezTo>
                  <a:cubicBezTo>
                    <a:pt x="72356" y="159919"/>
                    <a:pt x="74273" y="157365"/>
                    <a:pt x="74273" y="154173"/>
                  </a:cubicBezTo>
                  <a:lnTo>
                    <a:pt x="73634" y="22663"/>
                  </a:lnTo>
                  <a:cubicBezTo>
                    <a:pt x="73634" y="16918"/>
                    <a:pt x="78107" y="12449"/>
                    <a:pt x="83858" y="12449"/>
                  </a:cubicBezTo>
                  <a:lnTo>
                    <a:pt x="83858" y="12449"/>
                  </a:lnTo>
                  <a:cubicBezTo>
                    <a:pt x="86414" y="12449"/>
                    <a:pt x="88970" y="13726"/>
                    <a:pt x="90887" y="15641"/>
                  </a:cubicBezTo>
                  <a:cubicBezTo>
                    <a:pt x="92804" y="17556"/>
                    <a:pt x="93443" y="19471"/>
                    <a:pt x="94082" y="22025"/>
                  </a:cubicBezTo>
                  <a:lnTo>
                    <a:pt x="94082" y="88418"/>
                  </a:lnTo>
                  <a:cubicBezTo>
                    <a:pt x="94082" y="88418"/>
                    <a:pt x="94082" y="89057"/>
                    <a:pt x="94082" y="89057"/>
                  </a:cubicBezTo>
                  <a:lnTo>
                    <a:pt x="94082" y="114592"/>
                  </a:lnTo>
                  <a:cubicBezTo>
                    <a:pt x="94082" y="118423"/>
                    <a:pt x="96638" y="120976"/>
                    <a:pt x="100472" y="120976"/>
                  </a:cubicBezTo>
                  <a:lnTo>
                    <a:pt x="100472" y="120976"/>
                  </a:lnTo>
                  <a:cubicBezTo>
                    <a:pt x="104306" y="120976"/>
                    <a:pt x="106862" y="118423"/>
                    <a:pt x="106862" y="114592"/>
                  </a:cubicBezTo>
                  <a:lnTo>
                    <a:pt x="106862" y="88418"/>
                  </a:lnTo>
                  <a:cubicBezTo>
                    <a:pt x="107501" y="83311"/>
                    <a:pt x="111973" y="78842"/>
                    <a:pt x="117085" y="78842"/>
                  </a:cubicBezTo>
                  <a:lnTo>
                    <a:pt x="117085" y="78842"/>
                  </a:lnTo>
                  <a:cubicBezTo>
                    <a:pt x="122836" y="78842"/>
                    <a:pt x="127309" y="83311"/>
                    <a:pt x="127309" y="89057"/>
                  </a:cubicBezTo>
                  <a:cubicBezTo>
                    <a:pt x="127309" y="89057"/>
                    <a:pt x="127309" y="89057"/>
                    <a:pt x="127309" y="89057"/>
                  </a:cubicBezTo>
                  <a:lnTo>
                    <a:pt x="127309" y="103101"/>
                  </a:lnTo>
                  <a:cubicBezTo>
                    <a:pt x="127309" y="103740"/>
                    <a:pt x="127309" y="103740"/>
                    <a:pt x="127309" y="104378"/>
                  </a:cubicBezTo>
                  <a:cubicBezTo>
                    <a:pt x="127309" y="105016"/>
                    <a:pt x="127309" y="104378"/>
                    <a:pt x="127309" y="104378"/>
                  </a:cubicBezTo>
                  <a:lnTo>
                    <a:pt x="127309" y="122253"/>
                  </a:lnTo>
                  <a:cubicBezTo>
                    <a:pt x="127309" y="126084"/>
                    <a:pt x="129865" y="128637"/>
                    <a:pt x="133699" y="128637"/>
                  </a:cubicBezTo>
                  <a:lnTo>
                    <a:pt x="133699" y="128637"/>
                  </a:lnTo>
                  <a:cubicBezTo>
                    <a:pt x="137533" y="128637"/>
                    <a:pt x="140089" y="126084"/>
                    <a:pt x="140089" y="122253"/>
                  </a:cubicBezTo>
                  <a:lnTo>
                    <a:pt x="140089" y="103101"/>
                  </a:lnTo>
                  <a:cubicBezTo>
                    <a:pt x="140728" y="97994"/>
                    <a:pt x="145201" y="93525"/>
                    <a:pt x="150313" y="93525"/>
                  </a:cubicBezTo>
                  <a:lnTo>
                    <a:pt x="150313" y="93525"/>
                  </a:lnTo>
                  <a:cubicBezTo>
                    <a:pt x="152869" y="93525"/>
                    <a:pt x="155425" y="94802"/>
                    <a:pt x="157342" y="96717"/>
                  </a:cubicBezTo>
                  <a:cubicBezTo>
                    <a:pt x="159259" y="98633"/>
                    <a:pt x="160537" y="101186"/>
                    <a:pt x="160537" y="103740"/>
                  </a:cubicBezTo>
                  <a:lnTo>
                    <a:pt x="160537" y="130552"/>
                  </a:lnTo>
                  <a:cubicBezTo>
                    <a:pt x="160537" y="134383"/>
                    <a:pt x="163093" y="136936"/>
                    <a:pt x="166927" y="136936"/>
                  </a:cubicBezTo>
                  <a:lnTo>
                    <a:pt x="166927" y="136936"/>
                  </a:lnTo>
                  <a:cubicBezTo>
                    <a:pt x="170761" y="136936"/>
                    <a:pt x="173317" y="134383"/>
                    <a:pt x="173317" y="130552"/>
                  </a:cubicBezTo>
                  <a:lnTo>
                    <a:pt x="173317" y="103740"/>
                  </a:lnTo>
                  <a:cubicBezTo>
                    <a:pt x="173956" y="97356"/>
                    <a:pt x="171400" y="91610"/>
                    <a:pt x="166927" y="87780"/>
                  </a:cubicBezTo>
                  <a:close/>
                </a:path>
              </a:pathLst>
            </a:custGeom>
            <a:solidFill>
              <a:srgbClr val="00A3E0"/>
            </a:solidFill>
            <a:ln w="6390" cap="flat">
              <a:noFill/>
              <a:prstDash val="solid"/>
              <a:miter/>
            </a:ln>
          </p:spPr>
          <p:txBody>
            <a:bodyPr rtlCol="0" anchor="ctr"/>
            <a:lstStyle/>
            <a:p>
              <a:endParaRPr lang="en-US"/>
            </a:p>
          </p:txBody>
        </p:sp>
        <p:sp>
          <p:nvSpPr>
            <p:cNvPr id="412" name="Graphic 4">
              <a:extLst>
                <a:ext uri="{FF2B5EF4-FFF2-40B4-BE49-F238E27FC236}">
                  <a16:creationId xmlns:a16="http://schemas.microsoft.com/office/drawing/2014/main" id="{963ACDB2-5951-A34D-94BE-B4337169EBFF}"/>
                </a:ext>
              </a:extLst>
            </p:cNvPr>
            <p:cNvSpPr/>
            <p:nvPr/>
          </p:nvSpPr>
          <p:spPr>
            <a:xfrm>
              <a:off x="1619210" y="4378297"/>
              <a:ext cx="26837" cy="26812"/>
            </a:xfrm>
            <a:custGeom>
              <a:avLst/>
              <a:gdLst>
                <a:gd name="connsiteX0" fmla="*/ 13419 w 26837"/>
                <a:gd name="connsiteY0" fmla="*/ 26813 h 26812"/>
                <a:gd name="connsiteX1" fmla="*/ 26838 w 26837"/>
                <a:gd name="connsiteY1" fmla="*/ 13406 h 26812"/>
                <a:gd name="connsiteX2" fmla="*/ 13419 w 26837"/>
                <a:gd name="connsiteY2" fmla="*/ 0 h 26812"/>
                <a:gd name="connsiteX3" fmla="*/ 0 w 26837"/>
                <a:gd name="connsiteY3" fmla="*/ 13406 h 26812"/>
                <a:gd name="connsiteX4" fmla="*/ 0 w 26837"/>
                <a:gd name="connsiteY4" fmla="*/ 13406 h 26812"/>
                <a:gd name="connsiteX5" fmla="*/ 13419 w 26837"/>
                <a:gd name="connsiteY5" fmla="*/ 26813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37" h="26812">
                  <a:moveTo>
                    <a:pt x="13419" y="26813"/>
                  </a:moveTo>
                  <a:cubicBezTo>
                    <a:pt x="21087" y="26813"/>
                    <a:pt x="26838" y="21067"/>
                    <a:pt x="26838" y="13406"/>
                  </a:cubicBezTo>
                  <a:cubicBezTo>
                    <a:pt x="26838" y="5745"/>
                    <a:pt x="21087" y="0"/>
                    <a:pt x="13419" y="0"/>
                  </a:cubicBezTo>
                  <a:cubicBezTo>
                    <a:pt x="5751" y="0"/>
                    <a:pt x="0" y="5745"/>
                    <a:pt x="0" y="13406"/>
                  </a:cubicBezTo>
                  <a:cubicBezTo>
                    <a:pt x="0" y="13406"/>
                    <a:pt x="0" y="13406"/>
                    <a:pt x="0" y="13406"/>
                  </a:cubicBezTo>
                  <a:cubicBezTo>
                    <a:pt x="0" y="21067"/>
                    <a:pt x="6390" y="26813"/>
                    <a:pt x="13419" y="26813"/>
                  </a:cubicBezTo>
                  <a:close/>
                </a:path>
              </a:pathLst>
            </a:custGeom>
            <a:solidFill>
              <a:srgbClr val="00A3E0"/>
            </a:solidFill>
            <a:ln w="6390" cap="flat">
              <a:noFill/>
              <a:prstDash val="solid"/>
              <a:miter/>
            </a:ln>
          </p:spPr>
          <p:txBody>
            <a:bodyPr rtlCol="0" anchor="ctr"/>
            <a:lstStyle/>
            <a:p>
              <a:endParaRPr lang="en-US"/>
            </a:p>
          </p:txBody>
        </p:sp>
        <p:sp>
          <p:nvSpPr>
            <p:cNvPr id="413" name="Graphic 4">
              <a:extLst>
                <a:ext uri="{FF2B5EF4-FFF2-40B4-BE49-F238E27FC236}">
                  <a16:creationId xmlns:a16="http://schemas.microsoft.com/office/drawing/2014/main" id="{1E14ABB6-A3B8-B14B-9C97-DFD294095306}"/>
                </a:ext>
              </a:extLst>
            </p:cNvPr>
            <p:cNvSpPr/>
            <p:nvPr/>
          </p:nvSpPr>
          <p:spPr>
            <a:xfrm>
              <a:off x="1676719" y="4378297"/>
              <a:ext cx="26837" cy="26812"/>
            </a:xfrm>
            <a:custGeom>
              <a:avLst/>
              <a:gdLst>
                <a:gd name="connsiteX0" fmla="*/ 13419 w 26837"/>
                <a:gd name="connsiteY0" fmla="*/ 26813 h 26812"/>
                <a:gd name="connsiteX1" fmla="*/ 26838 w 26837"/>
                <a:gd name="connsiteY1" fmla="*/ 13406 h 26812"/>
                <a:gd name="connsiteX2" fmla="*/ 13419 w 26837"/>
                <a:gd name="connsiteY2" fmla="*/ 0 h 26812"/>
                <a:gd name="connsiteX3" fmla="*/ 0 w 26837"/>
                <a:gd name="connsiteY3" fmla="*/ 13406 h 26812"/>
                <a:gd name="connsiteX4" fmla="*/ 0 w 26837"/>
                <a:gd name="connsiteY4" fmla="*/ 13406 h 26812"/>
                <a:gd name="connsiteX5" fmla="*/ 13419 w 26837"/>
                <a:gd name="connsiteY5" fmla="*/ 26813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37" h="26812">
                  <a:moveTo>
                    <a:pt x="13419" y="26813"/>
                  </a:moveTo>
                  <a:cubicBezTo>
                    <a:pt x="21087" y="26813"/>
                    <a:pt x="26838" y="21067"/>
                    <a:pt x="26838" y="13406"/>
                  </a:cubicBezTo>
                  <a:cubicBezTo>
                    <a:pt x="26838" y="5745"/>
                    <a:pt x="21087" y="0"/>
                    <a:pt x="13419" y="0"/>
                  </a:cubicBezTo>
                  <a:cubicBezTo>
                    <a:pt x="5751" y="0"/>
                    <a:pt x="0" y="5745"/>
                    <a:pt x="0" y="13406"/>
                  </a:cubicBezTo>
                  <a:lnTo>
                    <a:pt x="0" y="13406"/>
                  </a:lnTo>
                  <a:cubicBezTo>
                    <a:pt x="0" y="21067"/>
                    <a:pt x="5751" y="26813"/>
                    <a:pt x="13419" y="26813"/>
                  </a:cubicBezTo>
                  <a:close/>
                </a:path>
              </a:pathLst>
            </a:custGeom>
            <a:solidFill>
              <a:srgbClr val="00A3E0"/>
            </a:solidFill>
            <a:ln w="6390" cap="flat">
              <a:noFill/>
              <a:prstDash val="solid"/>
              <a:miter/>
            </a:ln>
          </p:spPr>
          <p:txBody>
            <a:bodyPr rtlCol="0" anchor="ctr"/>
            <a:lstStyle/>
            <a:p>
              <a:endParaRPr lang="en-US"/>
            </a:p>
          </p:txBody>
        </p:sp>
        <p:sp>
          <p:nvSpPr>
            <p:cNvPr id="414" name="Graphic 4">
              <a:extLst>
                <a:ext uri="{FF2B5EF4-FFF2-40B4-BE49-F238E27FC236}">
                  <a16:creationId xmlns:a16="http://schemas.microsoft.com/office/drawing/2014/main" id="{173F670E-D5FC-6D45-9731-32704E460871}"/>
                </a:ext>
              </a:extLst>
            </p:cNvPr>
            <p:cNvSpPr/>
            <p:nvPr/>
          </p:nvSpPr>
          <p:spPr>
            <a:xfrm>
              <a:off x="1734184" y="4378297"/>
              <a:ext cx="26881" cy="26812"/>
            </a:xfrm>
            <a:custGeom>
              <a:avLst/>
              <a:gdLst>
                <a:gd name="connsiteX0" fmla="*/ 13463 w 26881"/>
                <a:gd name="connsiteY0" fmla="*/ 26813 h 26812"/>
                <a:gd name="connsiteX1" fmla="*/ 26882 w 26881"/>
                <a:gd name="connsiteY1" fmla="*/ 13406 h 26812"/>
                <a:gd name="connsiteX2" fmla="*/ 13463 w 26881"/>
                <a:gd name="connsiteY2" fmla="*/ 0 h 26812"/>
                <a:gd name="connsiteX3" fmla="*/ 44 w 26881"/>
                <a:gd name="connsiteY3" fmla="*/ 13406 h 26812"/>
                <a:gd name="connsiteX4" fmla="*/ 44 w 26881"/>
                <a:gd name="connsiteY4" fmla="*/ 13406 h 26812"/>
                <a:gd name="connsiteX5" fmla="*/ 13463 w 26881"/>
                <a:gd name="connsiteY5" fmla="*/ 26813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81" h="26812">
                  <a:moveTo>
                    <a:pt x="13463" y="26813"/>
                  </a:moveTo>
                  <a:cubicBezTo>
                    <a:pt x="21131" y="26813"/>
                    <a:pt x="26882" y="21067"/>
                    <a:pt x="26882" y="13406"/>
                  </a:cubicBezTo>
                  <a:cubicBezTo>
                    <a:pt x="26882" y="5745"/>
                    <a:pt x="21131" y="0"/>
                    <a:pt x="13463" y="0"/>
                  </a:cubicBezTo>
                  <a:cubicBezTo>
                    <a:pt x="5795" y="0"/>
                    <a:pt x="44" y="5745"/>
                    <a:pt x="44" y="13406"/>
                  </a:cubicBezTo>
                  <a:lnTo>
                    <a:pt x="44" y="13406"/>
                  </a:lnTo>
                  <a:cubicBezTo>
                    <a:pt x="-595" y="21067"/>
                    <a:pt x="5795" y="26813"/>
                    <a:pt x="13463" y="26813"/>
                  </a:cubicBezTo>
                  <a:close/>
                </a:path>
              </a:pathLst>
            </a:custGeom>
            <a:solidFill>
              <a:srgbClr val="00A3E0"/>
            </a:solidFill>
            <a:ln w="6390" cap="flat">
              <a:noFill/>
              <a:prstDash val="solid"/>
              <a:miter/>
            </a:ln>
          </p:spPr>
          <p:txBody>
            <a:bodyPr rtlCol="0" anchor="ctr"/>
            <a:lstStyle/>
            <a:p>
              <a:endParaRPr lang="en-US"/>
            </a:p>
          </p:txBody>
        </p:sp>
      </p:grpSp>
      <p:grpSp>
        <p:nvGrpSpPr>
          <p:cNvPr id="13" name="Group 12">
            <a:extLst>
              <a:ext uri="{FF2B5EF4-FFF2-40B4-BE49-F238E27FC236}">
                <a16:creationId xmlns:a16="http://schemas.microsoft.com/office/drawing/2014/main" id="{0C11D830-36BE-3C4C-854D-5373A75D4DE1}"/>
              </a:ext>
            </a:extLst>
          </p:cNvPr>
          <p:cNvGrpSpPr>
            <a:grpSpLocks noChangeAspect="1"/>
          </p:cNvGrpSpPr>
          <p:nvPr/>
        </p:nvGrpSpPr>
        <p:grpSpPr>
          <a:xfrm>
            <a:off x="467743" y="4793256"/>
            <a:ext cx="361670" cy="361971"/>
            <a:chOff x="467743" y="4793256"/>
            <a:chExt cx="361670" cy="361971"/>
          </a:xfrm>
        </p:grpSpPr>
        <p:sp>
          <p:nvSpPr>
            <p:cNvPr id="416" name="Graphic 4">
              <a:extLst>
                <a:ext uri="{FF2B5EF4-FFF2-40B4-BE49-F238E27FC236}">
                  <a16:creationId xmlns:a16="http://schemas.microsoft.com/office/drawing/2014/main" id="{A2E137CB-1A38-BB4C-8367-C9C1FD1BB4F7}"/>
                </a:ext>
              </a:extLst>
            </p:cNvPr>
            <p:cNvSpPr/>
            <p:nvPr/>
          </p:nvSpPr>
          <p:spPr>
            <a:xfrm>
              <a:off x="467743" y="4793256"/>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0667 h 361971"/>
                <a:gd name="connsiteX4" fmla="*/ 361670 w 361670"/>
                <a:gd name="connsiteY4" fmla="*/ 180667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667 h 361971"/>
                <a:gd name="connsiteX9" fmla="*/ 180835 w 361670"/>
                <a:gd name="connsiteY9" fmla="*/ 12129 h 361971"/>
                <a:gd name="connsiteX10" fmla="*/ 348891 w 361670"/>
                <a:gd name="connsiteY10" fmla="*/ 180667 h 361971"/>
                <a:gd name="connsiteX11" fmla="*/ 348891 w 361670"/>
                <a:gd name="connsiteY11" fmla="*/ 180667 h 361971"/>
                <a:gd name="connsiteX12" fmla="*/ 180835 w 361670"/>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5" y="0"/>
                  </a:moveTo>
                  <a:cubicBezTo>
                    <a:pt x="80513" y="0"/>
                    <a:pt x="0" y="81077"/>
                    <a:pt x="0" y="180667"/>
                  </a:cubicBezTo>
                  <a:cubicBezTo>
                    <a:pt x="0" y="280895"/>
                    <a:pt x="81152" y="361972"/>
                    <a:pt x="180835" y="361972"/>
                  </a:cubicBezTo>
                  <a:cubicBezTo>
                    <a:pt x="280518" y="361972"/>
                    <a:pt x="361670" y="280895"/>
                    <a:pt x="361670" y="180667"/>
                  </a:cubicBezTo>
                  <a:cubicBezTo>
                    <a:pt x="361670" y="180667"/>
                    <a:pt x="361670" y="180667"/>
                    <a:pt x="361670" y="180667"/>
                  </a:cubicBezTo>
                  <a:cubicBezTo>
                    <a:pt x="361670" y="80438"/>
                    <a:pt x="281157" y="0"/>
                    <a:pt x="180835" y="0"/>
                  </a:cubicBezTo>
                  <a:cubicBezTo>
                    <a:pt x="180835" y="0"/>
                    <a:pt x="180835" y="0"/>
                    <a:pt x="180835" y="0"/>
                  </a:cubicBezTo>
                  <a:close/>
                  <a:moveTo>
                    <a:pt x="180835" y="348565"/>
                  </a:moveTo>
                  <a:cubicBezTo>
                    <a:pt x="87542" y="348565"/>
                    <a:pt x="12780" y="273234"/>
                    <a:pt x="12780" y="180667"/>
                  </a:cubicBezTo>
                  <a:cubicBezTo>
                    <a:pt x="12780" y="87461"/>
                    <a:pt x="88181" y="12129"/>
                    <a:pt x="180835" y="12129"/>
                  </a:cubicBezTo>
                  <a:cubicBezTo>
                    <a:pt x="273489" y="12129"/>
                    <a:pt x="348891" y="87461"/>
                    <a:pt x="348891" y="180667"/>
                  </a:cubicBezTo>
                  <a:lnTo>
                    <a:pt x="348891" y="180667"/>
                  </a:lnTo>
                  <a:cubicBezTo>
                    <a:pt x="348891" y="273234"/>
                    <a:pt x="273489" y="348565"/>
                    <a:pt x="180835" y="348565"/>
                  </a:cubicBezTo>
                  <a:close/>
                </a:path>
              </a:pathLst>
            </a:custGeom>
            <a:solidFill>
              <a:srgbClr val="00A3E0"/>
            </a:solidFill>
            <a:ln w="6390" cap="flat">
              <a:noFill/>
              <a:prstDash val="solid"/>
              <a:miter/>
            </a:ln>
          </p:spPr>
          <p:txBody>
            <a:bodyPr rtlCol="0" anchor="ctr"/>
            <a:lstStyle/>
            <a:p>
              <a:endParaRPr lang="en-US"/>
            </a:p>
          </p:txBody>
        </p:sp>
        <p:sp>
          <p:nvSpPr>
            <p:cNvPr id="417" name="Graphic 4">
              <a:extLst>
                <a:ext uri="{FF2B5EF4-FFF2-40B4-BE49-F238E27FC236}">
                  <a16:creationId xmlns:a16="http://schemas.microsoft.com/office/drawing/2014/main" id="{B8929BCB-7D6D-8048-B94E-C42CA9751938}"/>
                </a:ext>
              </a:extLst>
            </p:cNvPr>
            <p:cNvSpPr/>
            <p:nvPr/>
          </p:nvSpPr>
          <p:spPr>
            <a:xfrm>
              <a:off x="621097" y="4848154"/>
              <a:ext cx="55346" cy="55190"/>
            </a:xfrm>
            <a:custGeom>
              <a:avLst/>
              <a:gdLst>
                <a:gd name="connsiteX0" fmla="*/ 23647 w 55346"/>
                <a:gd name="connsiteY0" fmla="*/ 54907 h 55190"/>
                <a:gd name="connsiteX1" fmla="*/ 28120 w 55346"/>
                <a:gd name="connsiteY1" fmla="*/ 54907 h 55190"/>
                <a:gd name="connsiteX2" fmla="*/ 54958 w 55346"/>
                <a:gd name="connsiteY2" fmla="*/ 31924 h 55190"/>
                <a:gd name="connsiteX3" fmla="*/ 49846 w 55346"/>
                <a:gd name="connsiteY3" fmla="*/ 11496 h 55190"/>
                <a:gd name="connsiteX4" fmla="*/ 11506 w 55346"/>
                <a:gd name="connsiteY4" fmla="*/ 5112 h 55190"/>
                <a:gd name="connsiteX5" fmla="*/ 5116 w 55346"/>
                <a:gd name="connsiteY5" fmla="*/ 43415 h 55190"/>
                <a:gd name="connsiteX6" fmla="*/ 23647 w 55346"/>
                <a:gd name="connsiteY6" fmla="*/ 54907 h 55190"/>
                <a:gd name="connsiteX7" fmla="*/ 13423 w 55346"/>
                <a:gd name="connsiteY7" fmla="*/ 25540 h 55190"/>
                <a:gd name="connsiteX8" fmla="*/ 30676 w 55346"/>
                <a:gd name="connsiteY8" fmla="*/ 13411 h 55190"/>
                <a:gd name="connsiteX9" fmla="*/ 30676 w 55346"/>
                <a:gd name="connsiteY9" fmla="*/ 13411 h 55190"/>
                <a:gd name="connsiteX10" fmla="*/ 40261 w 55346"/>
                <a:gd name="connsiteY10" fmla="*/ 19156 h 55190"/>
                <a:gd name="connsiteX11" fmla="*/ 37066 w 55346"/>
                <a:gd name="connsiteY11" fmla="*/ 39585 h 55190"/>
                <a:gd name="connsiteX12" fmla="*/ 37066 w 55346"/>
                <a:gd name="connsiteY12" fmla="*/ 39585 h 55190"/>
                <a:gd name="connsiteX13" fmla="*/ 26203 w 55346"/>
                <a:gd name="connsiteY13" fmla="*/ 42139 h 55190"/>
                <a:gd name="connsiteX14" fmla="*/ 13423 w 55346"/>
                <a:gd name="connsiteY14" fmla="*/ 25540 h 5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346" h="55190">
                  <a:moveTo>
                    <a:pt x="23647" y="54907"/>
                  </a:moveTo>
                  <a:cubicBezTo>
                    <a:pt x="24925" y="54907"/>
                    <a:pt x="26842" y="55545"/>
                    <a:pt x="28120" y="54907"/>
                  </a:cubicBezTo>
                  <a:cubicBezTo>
                    <a:pt x="41539" y="54907"/>
                    <a:pt x="53041" y="45331"/>
                    <a:pt x="54958" y="31924"/>
                  </a:cubicBezTo>
                  <a:cubicBezTo>
                    <a:pt x="56236" y="24902"/>
                    <a:pt x="54319" y="17241"/>
                    <a:pt x="49846" y="11496"/>
                  </a:cubicBezTo>
                  <a:cubicBezTo>
                    <a:pt x="40900" y="-634"/>
                    <a:pt x="23647" y="-3826"/>
                    <a:pt x="11506" y="5112"/>
                  </a:cubicBezTo>
                  <a:cubicBezTo>
                    <a:pt x="-634" y="14049"/>
                    <a:pt x="-3829" y="31286"/>
                    <a:pt x="5116" y="43415"/>
                  </a:cubicBezTo>
                  <a:cubicBezTo>
                    <a:pt x="9589" y="49799"/>
                    <a:pt x="15979" y="53630"/>
                    <a:pt x="23647" y="54907"/>
                  </a:cubicBezTo>
                  <a:close/>
                  <a:moveTo>
                    <a:pt x="13423" y="25540"/>
                  </a:moveTo>
                  <a:cubicBezTo>
                    <a:pt x="14701" y="17241"/>
                    <a:pt x="22369" y="12134"/>
                    <a:pt x="30676" y="13411"/>
                  </a:cubicBezTo>
                  <a:cubicBezTo>
                    <a:pt x="30676" y="13411"/>
                    <a:pt x="30676" y="13411"/>
                    <a:pt x="30676" y="13411"/>
                  </a:cubicBezTo>
                  <a:cubicBezTo>
                    <a:pt x="34510" y="14049"/>
                    <a:pt x="38344" y="15964"/>
                    <a:pt x="40261" y="19156"/>
                  </a:cubicBezTo>
                  <a:cubicBezTo>
                    <a:pt x="45373" y="25540"/>
                    <a:pt x="43456" y="35116"/>
                    <a:pt x="37066" y="39585"/>
                  </a:cubicBezTo>
                  <a:cubicBezTo>
                    <a:pt x="37066" y="39585"/>
                    <a:pt x="37066" y="39585"/>
                    <a:pt x="37066" y="39585"/>
                  </a:cubicBezTo>
                  <a:cubicBezTo>
                    <a:pt x="33871" y="42139"/>
                    <a:pt x="30037" y="42777"/>
                    <a:pt x="26203" y="42139"/>
                  </a:cubicBezTo>
                  <a:cubicBezTo>
                    <a:pt x="17257" y="40862"/>
                    <a:pt x="12145" y="33839"/>
                    <a:pt x="13423" y="25540"/>
                  </a:cubicBezTo>
                  <a:close/>
                </a:path>
              </a:pathLst>
            </a:custGeom>
            <a:solidFill>
              <a:srgbClr val="00A3E0"/>
            </a:solidFill>
            <a:ln w="6390" cap="flat">
              <a:noFill/>
              <a:prstDash val="solid"/>
              <a:miter/>
            </a:ln>
          </p:spPr>
          <p:txBody>
            <a:bodyPr rtlCol="0" anchor="ctr"/>
            <a:lstStyle/>
            <a:p>
              <a:endParaRPr lang="en-US"/>
            </a:p>
          </p:txBody>
        </p:sp>
        <p:sp>
          <p:nvSpPr>
            <p:cNvPr id="418" name="Graphic 4">
              <a:extLst>
                <a:ext uri="{FF2B5EF4-FFF2-40B4-BE49-F238E27FC236}">
                  <a16:creationId xmlns:a16="http://schemas.microsoft.com/office/drawing/2014/main" id="{91918238-4964-CF4C-9DE9-46DEF3FAAD33}"/>
                </a:ext>
              </a:extLst>
            </p:cNvPr>
            <p:cNvSpPr/>
            <p:nvPr/>
          </p:nvSpPr>
          <p:spPr>
            <a:xfrm>
              <a:off x="563827" y="4905614"/>
              <a:ext cx="170406" cy="192796"/>
            </a:xfrm>
            <a:custGeom>
              <a:avLst/>
              <a:gdLst>
                <a:gd name="connsiteX0" fmla="*/ 149290 w 170406"/>
                <a:gd name="connsiteY0" fmla="*/ 95121 h 192796"/>
                <a:gd name="connsiteX1" fmla="*/ 122452 w 170406"/>
                <a:gd name="connsiteY1" fmla="*/ 94483 h 192796"/>
                <a:gd name="connsiteX2" fmla="*/ 121174 w 170406"/>
                <a:gd name="connsiteY2" fmla="*/ 94483 h 192796"/>
                <a:gd name="connsiteX3" fmla="*/ 113506 w 170406"/>
                <a:gd name="connsiteY3" fmla="*/ 87460 h 192796"/>
                <a:gd name="connsiteX4" fmla="*/ 108394 w 170406"/>
                <a:gd name="connsiteY4" fmla="*/ 84907 h 192796"/>
                <a:gd name="connsiteX5" fmla="*/ 108394 w 170406"/>
                <a:gd name="connsiteY5" fmla="*/ 28728 h 192796"/>
                <a:gd name="connsiteX6" fmla="*/ 87307 w 170406"/>
                <a:gd name="connsiteY6" fmla="*/ 638 h 192796"/>
                <a:gd name="connsiteX7" fmla="*/ 67498 w 170406"/>
                <a:gd name="connsiteY7" fmla="*/ 2554 h 192796"/>
                <a:gd name="connsiteX8" fmla="*/ 17657 w 170406"/>
                <a:gd name="connsiteY8" fmla="*/ 31282 h 192796"/>
                <a:gd name="connsiteX9" fmla="*/ 8711 w 170406"/>
                <a:gd name="connsiteY9" fmla="*/ 43411 h 192796"/>
                <a:gd name="connsiteX10" fmla="*/ 1043 w 170406"/>
                <a:gd name="connsiteY10" fmla="*/ 70862 h 192796"/>
                <a:gd name="connsiteX11" fmla="*/ 9989 w 170406"/>
                <a:gd name="connsiteY11" fmla="*/ 90652 h 192796"/>
                <a:gd name="connsiteX12" fmla="*/ 16379 w 170406"/>
                <a:gd name="connsiteY12" fmla="*/ 91291 h 192796"/>
                <a:gd name="connsiteX13" fmla="*/ 9350 w 170406"/>
                <a:gd name="connsiteY13" fmla="*/ 100228 h 192796"/>
                <a:gd name="connsiteX14" fmla="*/ 6794 w 170406"/>
                <a:gd name="connsiteY14" fmla="*/ 133425 h 192796"/>
                <a:gd name="connsiteX15" fmla="*/ 64942 w 170406"/>
                <a:gd name="connsiteY15" fmla="*/ 192158 h 192796"/>
                <a:gd name="connsiteX16" fmla="*/ 67498 w 170406"/>
                <a:gd name="connsiteY16" fmla="*/ 192796 h 192796"/>
                <a:gd name="connsiteX17" fmla="*/ 70054 w 170406"/>
                <a:gd name="connsiteY17" fmla="*/ 192158 h 192796"/>
                <a:gd name="connsiteX18" fmla="*/ 126925 w 170406"/>
                <a:gd name="connsiteY18" fmla="*/ 132148 h 192796"/>
                <a:gd name="connsiteX19" fmla="*/ 129481 w 170406"/>
                <a:gd name="connsiteY19" fmla="*/ 132148 h 192796"/>
                <a:gd name="connsiteX20" fmla="*/ 130120 w 170406"/>
                <a:gd name="connsiteY20" fmla="*/ 134702 h 192796"/>
                <a:gd name="connsiteX21" fmla="*/ 128842 w 170406"/>
                <a:gd name="connsiteY21" fmla="*/ 171729 h 192796"/>
                <a:gd name="connsiteX22" fmla="*/ 134593 w 170406"/>
                <a:gd name="connsiteY22" fmla="*/ 187050 h 192796"/>
                <a:gd name="connsiteX23" fmla="*/ 148651 w 170406"/>
                <a:gd name="connsiteY23" fmla="*/ 192796 h 192796"/>
                <a:gd name="connsiteX24" fmla="*/ 163348 w 170406"/>
                <a:gd name="connsiteY24" fmla="*/ 187050 h 192796"/>
                <a:gd name="connsiteX25" fmla="*/ 169098 w 170406"/>
                <a:gd name="connsiteY25" fmla="*/ 173006 h 192796"/>
                <a:gd name="connsiteX26" fmla="*/ 170376 w 170406"/>
                <a:gd name="connsiteY26" fmla="*/ 119380 h 192796"/>
                <a:gd name="connsiteX27" fmla="*/ 149290 w 170406"/>
                <a:gd name="connsiteY27" fmla="*/ 95121 h 192796"/>
                <a:gd name="connsiteX28" fmla="*/ 15101 w 170406"/>
                <a:gd name="connsiteY28" fmla="*/ 79161 h 192796"/>
                <a:gd name="connsiteX29" fmla="*/ 13823 w 170406"/>
                <a:gd name="connsiteY29" fmla="*/ 79161 h 192796"/>
                <a:gd name="connsiteX30" fmla="*/ 12545 w 170406"/>
                <a:gd name="connsiteY30" fmla="*/ 74693 h 192796"/>
                <a:gd name="connsiteX31" fmla="*/ 20213 w 170406"/>
                <a:gd name="connsiteY31" fmla="*/ 48518 h 192796"/>
                <a:gd name="connsiteX32" fmla="*/ 24686 w 170406"/>
                <a:gd name="connsiteY32" fmla="*/ 42773 h 192796"/>
                <a:gd name="connsiteX33" fmla="*/ 24686 w 170406"/>
                <a:gd name="connsiteY33" fmla="*/ 42773 h 192796"/>
                <a:gd name="connsiteX34" fmla="*/ 72610 w 170406"/>
                <a:gd name="connsiteY34" fmla="*/ 14683 h 192796"/>
                <a:gd name="connsiteX35" fmla="*/ 84112 w 170406"/>
                <a:gd name="connsiteY35" fmla="*/ 13406 h 192796"/>
                <a:gd name="connsiteX36" fmla="*/ 95614 w 170406"/>
                <a:gd name="connsiteY36" fmla="*/ 28728 h 192796"/>
                <a:gd name="connsiteX37" fmla="*/ 95614 w 170406"/>
                <a:gd name="connsiteY37" fmla="*/ 81715 h 192796"/>
                <a:gd name="connsiteX38" fmla="*/ 68137 w 170406"/>
                <a:gd name="connsiteY38" fmla="*/ 89376 h 192796"/>
                <a:gd name="connsiteX39" fmla="*/ 63664 w 170406"/>
                <a:gd name="connsiteY39" fmla="*/ 86822 h 192796"/>
                <a:gd name="connsiteX40" fmla="*/ 63664 w 170406"/>
                <a:gd name="connsiteY40" fmla="*/ 85545 h 192796"/>
                <a:gd name="connsiteX41" fmla="*/ 63664 w 170406"/>
                <a:gd name="connsiteY41" fmla="*/ 35750 h 192796"/>
                <a:gd name="connsiteX42" fmla="*/ 60469 w 170406"/>
                <a:gd name="connsiteY42" fmla="*/ 30005 h 192796"/>
                <a:gd name="connsiteX43" fmla="*/ 54080 w 170406"/>
                <a:gd name="connsiteY43" fmla="*/ 30005 h 192796"/>
                <a:gd name="connsiteX44" fmla="*/ 28520 w 170406"/>
                <a:gd name="connsiteY44" fmla="*/ 45326 h 192796"/>
                <a:gd name="connsiteX45" fmla="*/ 25964 w 170406"/>
                <a:gd name="connsiteY45" fmla="*/ 49157 h 192796"/>
                <a:gd name="connsiteX46" fmla="*/ 17657 w 170406"/>
                <a:gd name="connsiteY46" fmla="*/ 75969 h 192796"/>
                <a:gd name="connsiteX47" fmla="*/ 15101 w 170406"/>
                <a:gd name="connsiteY47" fmla="*/ 79161 h 192796"/>
                <a:gd name="connsiteX48" fmla="*/ 15101 w 170406"/>
                <a:gd name="connsiteY48" fmla="*/ 79161 h 192796"/>
                <a:gd name="connsiteX49" fmla="*/ 50246 w 170406"/>
                <a:gd name="connsiteY49" fmla="*/ 81715 h 192796"/>
                <a:gd name="connsiteX50" fmla="*/ 34910 w 170406"/>
                <a:gd name="connsiteY50" fmla="*/ 81077 h 192796"/>
                <a:gd name="connsiteX51" fmla="*/ 27881 w 170406"/>
                <a:gd name="connsiteY51" fmla="*/ 82992 h 192796"/>
                <a:gd name="connsiteX52" fmla="*/ 29798 w 170406"/>
                <a:gd name="connsiteY52" fmla="*/ 78523 h 192796"/>
                <a:gd name="connsiteX53" fmla="*/ 36827 w 170406"/>
                <a:gd name="connsiteY53" fmla="*/ 54902 h 192796"/>
                <a:gd name="connsiteX54" fmla="*/ 50885 w 170406"/>
                <a:gd name="connsiteY54" fmla="*/ 46603 h 192796"/>
                <a:gd name="connsiteX55" fmla="*/ 50246 w 170406"/>
                <a:gd name="connsiteY55" fmla="*/ 81715 h 192796"/>
                <a:gd name="connsiteX56" fmla="*/ 114784 w 170406"/>
                <a:gd name="connsiteY56" fmla="*/ 127041 h 192796"/>
                <a:gd name="connsiteX57" fmla="*/ 66220 w 170406"/>
                <a:gd name="connsiteY57" fmla="*/ 180028 h 192796"/>
                <a:gd name="connsiteX58" fmla="*/ 17657 w 170406"/>
                <a:gd name="connsiteY58" fmla="*/ 130233 h 192796"/>
                <a:gd name="connsiteX59" fmla="*/ 18935 w 170406"/>
                <a:gd name="connsiteY59" fmla="*/ 107889 h 192796"/>
                <a:gd name="connsiteX60" fmla="*/ 36188 w 170406"/>
                <a:gd name="connsiteY60" fmla="*/ 93844 h 192796"/>
                <a:gd name="connsiteX61" fmla="*/ 40022 w 170406"/>
                <a:gd name="connsiteY61" fmla="*/ 93844 h 192796"/>
                <a:gd name="connsiteX62" fmla="*/ 62386 w 170406"/>
                <a:gd name="connsiteY62" fmla="*/ 102782 h 192796"/>
                <a:gd name="connsiteX63" fmla="*/ 70693 w 170406"/>
                <a:gd name="connsiteY63" fmla="*/ 102782 h 192796"/>
                <a:gd name="connsiteX64" fmla="*/ 105838 w 170406"/>
                <a:gd name="connsiteY64" fmla="*/ 98952 h 192796"/>
                <a:gd name="connsiteX65" fmla="*/ 114784 w 170406"/>
                <a:gd name="connsiteY65" fmla="*/ 127041 h 192796"/>
                <a:gd name="connsiteX66" fmla="*/ 114784 w 170406"/>
                <a:gd name="connsiteY66" fmla="*/ 127041 h 192796"/>
                <a:gd name="connsiteX67" fmla="*/ 156319 w 170406"/>
                <a:gd name="connsiteY67" fmla="*/ 173644 h 192796"/>
                <a:gd name="connsiteX68" fmla="*/ 154402 w 170406"/>
                <a:gd name="connsiteY68" fmla="*/ 179390 h 192796"/>
                <a:gd name="connsiteX69" fmla="*/ 149290 w 170406"/>
                <a:gd name="connsiteY69" fmla="*/ 181305 h 192796"/>
                <a:gd name="connsiteX70" fmla="*/ 144178 w 170406"/>
                <a:gd name="connsiteY70" fmla="*/ 180028 h 192796"/>
                <a:gd name="connsiteX71" fmla="*/ 142261 w 170406"/>
                <a:gd name="connsiteY71" fmla="*/ 173644 h 192796"/>
                <a:gd name="connsiteX72" fmla="*/ 143539 w 170406"/>
                <a:gd name="connsiteY72" fmla="*/ 136617 h 192796"/>
                <a:gd name="connsiteX73" fmla="*/ 138427 w 170406"/>
                <a:gd name="connsiteY73" fmla="*/ 123211 h 192796"/>
                <a:gd name="connsiteX74" fmla="*/ 129481 w 170406"/>
                <a:gd name="connsiteY74" fmla="*/ 120019 h 192796"/>
                <a:gd name="connsiteX75" fmla="*/ 128203 w 170406"/>
                <a:gd name="connsiteY75" fmla="*/ 107251 h 192796"/>
                <a:gd name="connsiteX76" fmla="*/ 149290 w 170406"/>
                <a:gd name="connsiteY76" fmla="*/ 107889 h 192796"/>
                <a:gd name="connsiteX77" fmla="*/ 158875 w 170406"/>
                <a:gd name="connsiteY77" fmla="*/ 120019 h 192796"/>
                <a:gd name="connsiteX78" fmla="*/ 156319 w 170406"/>
                <a:gd name="connsiteY78" fmla="*/ 173644 h 192796"/>
                <a:gd name="connsiteX79" fmla="*/ 156319 w 170406"/>
                <a:gd name="connsiteY79" fmla="*/ 173644 h 19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70406" h="192796">
                  <a:moveTo>
                    <a:pt x="149290" y="95121"/>
                  </a:moveTo>
                  <a:lnTo>
                    <a:pt x="122452" y="94483"/>
                  </a:lnTo>
                  <a:cubicBezTo>
                    <a:pt x="121813" y="94483"/>
                    <a:pt x="121813" y="94483"/>
                    <a:pt x="121174" y="94483"/>
                  </a:cubicBezTo>
                  <a:cubicBezTo>
                    <a:pt x="119257" y="91929"/>
                    <a:pt x="116062" y="89376"/>
                    <a:pt x="113506" y="87460"/>
                  </a:cubicBezTo>
                  <a:cubicBezTo>
                    <a:pt x="111589" y="86184"/>
                    <a:pt x="109672" y="85545"/>
                    <a:pt x="108394" y="84907"/>
                  </a:cubicBezTo>
                  <a:lnTo>
                    <a:pt x="108394" y="28728"/>
                  </a:lnTo>
                  <a:cubicBezTo>
                    <a:pt x="109033" y="15960"/>
                    <a:pt x="100087" y="3830"/>
                    <a:pt x="87307" y="638"/>
                  </a:cubicBezTo>
                  <a:cubicBezTo>
                    <a:pt x="80917" y="-638"/>
                    <a:pt x="73888" y="0"/>
                    <a:pt x="67498" y="2554"/>
                  </a:cubicBezTo>
                  <a:cubicBezTo>
                    <a:pt x="59830" y="6384"/>
                    <a:pt x="20213" y="30005"/>
                    <a:pt x="17657" y="31282"/>
                  </a:cubicBezTo>
                  <a:cubicBezTo>
                    <a:pt x="13184" y="34474"/>
                    <a:pt x="9989" y="38304"/>
                    <a:pt x="8711" y="43411"/>
                  </a:cubicBezTo>
                  <a:cubicBezTo>
                    <a:pt x="6794" y="49157"/>
                    <a:pt x="1043" y="70224"/>
                    <a:pt x="1043" y="70862"/>
                  </a:cubicBezTo>
                  <a:cubicBezTo>
                    <a:pt x="-2152" y="79161"/>
                    <a:pt x="2321" y="87460"/>
                    <a:pt x="9989" y="90652"/>
                  </a:cubicBezTo>
                  <a:cubicBezTo>
                    <a:pt x="11906" y="91291"/>
                    <a:pt x="14462" y="91929"/>
                    <a:pt x="16379" y="91291"/>
                  </a:cubicBezTo>
                  <a:cubicBezTo>
                    <a:pt x="13823" y="93844"/>
                    <a:pt x="11267" y="97036"/>
                    <a:pt x="9350" y="100228"/>
                  </a:cubicBezTo>
                  <a:cubicBezTo>
                    <a:pt x="3599" y="110443"/>
                    <a:pt x="2321" y="122572"/>
                    <a:pt x="6794" y="133425"/>
                  </a:cubicBezTo>
                  <a:cubicBezTo>
                    <a:pt x="16379" y="162153"/>
                    <a:pt x="52163" y="187050"/>
                    <a:pt x="64942" y="192158"/>
                  </a:cubicBezTo>
                  <a:cubicBezTo>
                    <a:pt x="65581" y="192158"/>
                    <a:pt x="66220" y="192796"/>
                    <a:pt x="67498" y="192796"/>
                  </a:cubicBezTo>
                  <a:cubicBezTo>
                    <a:pt x="68137" y="192796"/>
                    <a:pt x="69415" y="192796"/>
                    <a:pt x="70054" y="192158"/>
                  </a:cubicBezTo>
                  <a:cubicBezTo>
                    <a:pt x="71971" y="191519"/>
                    <a:pt x="116062" y="170452"/>
                    <a:pt x="126925" y="132148"/>
                  </a:cubicBezTo>
                  <a:cubicBezTo>
                    <a:pt x="127564" y="132148"/>
                    <a:pt x="128842" y="132148"/>
                    <a:pt x="129481" y="132148"/>
                  </a:cubicBezTo>
                  <a:cubicBezTo>
                    <a:pt x="130120" y="132787"/>
                    <a:pt x="130120" y="134063"/>
                    <a:pt x="130120" y="134702"/>
                  </a:cubicBezTo>
                  <a:lnTo>
                    <a:pt x="128842" y="171729"/>
                  </a:lnTo>
                  <a:cubicBezTo>
                    <a:pt x="128842" y="177474"/>
                    <a:pt x="130759" y="182582"/>
                    <a:pt x="134593" y="187050"/>
                  </a:cubicBezTo>
                  <a:cubicBezTo>
                    <a:pt x="138427" y="190881"/>
                    <a:pt x="143539" y="192796"/>
                    <a:pt x="148651" y="192796"/>
                  </a:cubicBezTo>
                  <a:cubicBezTo>
                    <a:pt x="153763" y="192796"/>
                    <a:pt x="159514" y="190881"/>
                    <a:pt x="163348" y="187050"/>
                  </a:cubicBezTo>
                  <a:cubicBezTo>
                    <a:pt x="167181" y="183220"/>
                    <a:pt x="169098" y="178113"/>
                    <a:pt x="169098" y="173006"/>
                  </a:cubicBezTo>
                  <a:cubicBezTo>
                    <a:pt x="169098" y="171729"/>
                    <a:pt x="170376" y="136617"/>
                    <a:pt x="170376" y="119380"/>
                  </a:cubicBezTo>
                  <a:cubicBezTo>
                    <a:pt x="171015" y="107251"/>
                    <a:pt x="161431" y="96398"/>
                    <a:pt x="149290" y="95121"/>
                  </a:cubicBezTo>
                  <a:close/>
                  <a:moveTo>
                    <a:pt x="15101" y="79161"/>
                  </a:moveTo>
                  <a:cubicBezTo>
                    <a:pt x="14462" y="79161"/>
                    <a:pt x="14462" y="79161"/>
                    <a:pt x="13823" y="79161"/>
                  </a:cubicBezTo>
                  <a:cubicBezTo>
                    <a:pt x="11906" y="78523"/>
                    <a:pt x="12545" y="75969"/>
                    <a:pt x="12545" y="74693"/>
                  </a:cubicBezTo>
                  <a:cubicBezTo>
                    <a:pt x="13823" y="68947"/>
                    <a:pt x="18935" y="52349"/>
                    <a:pt x="20213" y="48518"/>
                  </a:cubicBezTo>
                  <a:cubicBezTo>
                    <a:pt x="20852" y="46603"/>
                    <a:pt x="22769" y="44688"/>
                    <a:pt x="24686" y="42773"/>
                  </a:cubicBezTo>
                  <a:lnTo>
                    <a:pt x="24686" y="42773"/>
                  </a:lnTo>
                  <a:cubicBezTo>
                    <a:pt x="36188" y="35750"/>
                    <a:pt x="66859" y="17237"/>
                    <a:pt x="72610" y="14683"/>
                  </a:cubicBezTo>
                  <a:cubicBezTo>
                    <a:pt x="76444" y="13406"/>
                    <a:pt x="80278" y="12768"/>
                    <a:pt x="84112" y="13406"/>
                  </a:cubicBezTo>
                  <a:cubicBezTo>
                    <a:pt x="91141" y="15322"/>
                    <a:pt x="95614" y="21706"/>
                    <a:pt x="95614" y="28728"/>
                  </a:cubicBezTo>
                  <a:lnTo>
                    <a:pt x="95614" y="81715"/>
                  </a:lnTo>
                  <a:cubicBezTo>
                    <a:pt x="86029" y="81077"/>
                    <a:pt x="76444" y="83630"/>
                    <a:pt x="68137" y="89376"/>
                  </a:cubicBezTo>
                  <a:cubicBezTo>
                    <a:pt x="66859" y="88737"/>
                    <a:pt x="65581" y="87460"/>
                    <a:pt x="63664" y="86822"/>
                  </a:cubicBezTo>
                  <a:cubicBezTo>
                    <a:pt x="63664" y="86184"/>
                    <a:pt x="63664" y="86184"/>
                    <a:pt x="63664" y="85545"/>
                  </a:cubicBezTo>
                  <a:lnTo>
                    <a:pt x="63664" y="35750"/>
                  </a:lnTo>
                  <a:cubicBezTo>
                    <a:pt x="63664" y="33197"/>
                    <a:pt x="62386" y="31282"/>
                    <a:pt x="60469" y="30005"/>
                  </a:cubicBezTo>
                  <a:cubicBezTo>
                    <a:pt x="58553" y="28728"/>
                    <a:pt x="55997" y="28728"/>
                    <a:pt x="54080" y="30005"/>
                  </a:cubicBezTo>
                  <a:lnTo>
                    <a:pt x="28520" y="45326"/>
                  </a:lnTo>
                  <a:cubicBezTo>
                    <a:pt x="27242" y="45965"/>
                    <a:pt x="25964" y="47241"/>
                    <a:pt x="25964" y="49157"/>
                  </a:cubicBezTo>
                  <a:cubicBezTo>
                    <a:pt x="24686" y="52987"/>
                    <a:pt x="18296" y="73416"/>
                    <a:pt x="17657" y="75969"/>
                  </a:cubicBezTo>
                  <a:cubicBezTo>
                    <a:pt x="16379" y="77246"/>
                    <a:pt x="15740" y="78523"/>
                    <a:pt x="15101" y="79161"/>
                  </a:cubicBezTo>
                  <a:lnTo>
                    <a:pt x="15101" y="79161"/>
                  </a:lnTo>
                  <a:close/>
                  <a:moveTo>
                    <a:pt x="50246" y="81715"/>
                  </a:moveTo>
                  <a:cubicBezTo>
                    <a:pt x="45134" y="80438"/>
                    <a:pt x="40022" y="79800"/>
                    <a:pt x="34910" y="81077"/>
                  </a:cubicBezTo>
                  <a:cubicBezTo>
                    <a:pt x="32354" y="81715"/>
                    <a:pt x="29798" y="82353"/>
                    <a:pt x="27881" y="82992"/>
                  </a:cubicBezTo>
                  <a:cubicBezTo>
                    <a:pt x="28520" y="81715"/>
                    <a:pt x="29159" y="80438"/>
                    <a:pt x="29798" y="78523"/>
                  </a:cubicBezTo>
                  <a:cubicBezTo>
                    <a:pt x="29798" y="77246"/>
                    <a:pt x="34271" y="64478"/>
                    <a:pt x="36827" y="54902"/>
                  </a:cubicBezTo>
                  <a:lnTo>
                    <a:pt x="50885" y="46603"/>
                  </a:lnTo>
                  <a:lnTo>
                    <a:pt x="50246" y="81715"/>
                  </a:lnTo>
                  <a:close/>
                  <a:moveTo>
                    <a:pt x="114784" y="127041"/>
                  </a:moveTo>
                  <a:cubicBezTo>
                    <a:pt x="107116" y="155769"/>
                    <a:pt x="75805" y="174921"/>
                    <a:pt x="66220" y="180028"/>
                  </a:cubicBezTo>
                  <a:cubicBezTo>
                    <a:pt x="52802" y="173644"/>
                    <a:pt x="25325" y="151300"/>
                    <a:pt x="17657" y="130233"/>
                  </a:cubicBezTo>
                  <a:cubicBezTo>
                    <a:pt x="14462" y="122572"/>
                    <a:pt x="15101" y="114912"/>
                    <a:pt x="18935" y="107889"/>
                  </a:cubicBezTo>
                  <a:cubicBezTo>
                    <a:pt x="22130" y="100867"/>
                    <a:pt x="28520" y="95760"/>
                    <a:pt x="36188" y="93844"/>
                  </a:cubicBezTo>
                  <a:cubicBezTo>
                    <a:pt x="37466" y="93844"/>
                    <a:pt x="38744" y="93206"/>
                    <a:pt x="40022" y="93844"/>
                  </a:cubicBezTo>
                  <a:cubicBezTo>
                    <a:pt x="48329" y="94483"/>
                    <a:pt x="55997" y="97675"/>
                    <a:pt x="62386" y="102782"/>
                  </a:cubicBezTo>
                  <a:cubicBezTo>
                    <a:pt x="64942" y="104697"/>
                    <a:pt x="68137" y="104697"/>
                    <a:pt x="70693" y="102782"/>
                  </a:cubicBezTo>
                  <a:cubicBezTo>
                    <a:pt x="80278" y="94483"/>
                    <a:pt x="94336" y="92568"/>
                    <a:pt x="105838" y="98952"/>
                  </a:cubicBezTo>
                  <a:cubicBezTo>
                    <a:pt x="114784" y="104059"/>
                    <a:pt x="117979" y="114912"/>
                    <a:pt x="114784" y="127041"/>
                  </a:cubicBezTo>
                  <a:lnTo>
                    <a:pt x="114784" y="127041"/>
                  </a:lnTo>
                  <a:close/>
                  <a:moveTo>
                    <a:pt x="156319" y="173644"/>
                  </a:moveTo>
                  <a:cubicBezTo>
                    <a:pt x="156319" y="175559"/>
                    <a:pt x="155680" y="177474"/>
                    <a:pt x="154402" y="179390"/>
                  </a:cubicBezTo>
                  <a:cubicBezTo>
                    <a:pt x="153124" y="180666"/>
                    <a:pt x="151207" y="181305"/>
                    <a:pt x="149290" y="181305"/>
                  </a:cubicBezTo>
                  <a:cubicBezTo>
                    <a:pt x="147373" y="181305"/>
                    <a:pt x="145456" y="180666"/>
                    <a:pt x="144178" y="180028"/>
                  </a:cubicBezTo>
                  <a:cubicBezTo>
                    <a:pt x="142900" y="178113"/>
                    <a:pt x="142261" y="176198"/>
                    <a:pt x="142261" y="173644"/>
                  </a:cubicBezTo>
                  <a:lnTo>
                    <a:pt x="143539" y="136617"/>
                  </a:lnTo>
                  <a:cubicBezTo>
                    <a:pt x="143539" y="131510"/>
                    <a:pt x="141622" y="127041"/>
                    <a:pt x="138427" y="123211"/>
                  </a:cubicBezTo>
                  <a:cubicBezTo>
                    <a:pt x="135871" y="121296"/>
                    <a:pt x="132676" y="120019"/>
                    <a:pt x="129481" y="120019"/>
                  </a:cubicBezTo>
                  <a:cubicBezTo>
                    <a:pt x="129481" y="115550"/>
                    <a:pt x="129481" y="111720"/>
                    <a:pt x="128203" y="107251"/>
                  </a:cubicBezTo>
                  <a:lnTo>
                    <a:pt x="149290" y="107889"/>
                  </a:lnTo>
                  <a:cubicBezTo>
                    <a:pt x="155041" y="108528"/>
                    <a:pt x="159514" y="114273"/>
                    <a:pt x="158875" y="120019"/>
                  </a:cubicBezTo>
                  <a:cubicBezTo>
                    <a:pt x="157597" y="137255"/>
                    <a:pt x="156319" y="173006"/>
                    <a:pt x="156319" y="173644"/>
                  </a:cubicBezTo>
                  <a:lnTo>
                    <a:pt x="156319" y="173644"/>
                  </a:lnTo>
                  <a:close/>
                </a:path>
              </a:pathLst>
            </a:custGeom>
            <a:solidFill>
              <a:srgbClr val="00A3E0"/>
            </a:solidFill>
            <a:ln w="6390" cap="flat">
              <a:noFill/>
              <a:prstDash val="solid"/>
              <a:miter/>
            </a:ln>
          </p:spPr>
          <p:txBody>
            <a:bodyPr rtlCol="0" anchor="ctr"/>
            <a:lstStyle/>
            <a:p>
              <a:endParaRPr lang="en-US"/>
            </a:p>
          </p:txBody>
        </p:sp>
      </p:grpSp>
      <p:grpSp>
        <p:nvGrpSpPr>
          <p:cNvPr id="14" name="Group 13">
            <a:extLst>
              <a:ext uri="{FF2B5EF4-FFF2-40B4-BE49-F238E27FC236}">
                <a16:creationId xmlns:a16="http://schemas.microsoft.com/office/drawing/2014/main" id="{89FD0D91-7C23-3C4D-A19E-4B5A4183469D}"/>
              </a:ext>
            </a:extLst>
          </p:cNvPr>
          <p:cNvGrpSpPr>
            <a:grpSpLocks noChangeAspect="1"/>
          </p:cNvGrpSpPr>
          <p:nvPr/>
        </p:nvGrpSpPr>
        <p:grpSpPr>
          <a:xfrm>
            <a:off x="905454" y="4793256"/>
            <a:ext cx="362309" cy="361971"/>
            <a:chOff x="905454" y="4793256"/>
            <a:chExt cx="362309" cy="361971"/>
          </a:xfrm>
        </p:grpSpPr>
        <p:sp>
          <p:nvSpPr>
            <p:cNvPr id="419" name="Graphic 4">
              <a:extLst>
                <a:ext uri="{FF2B5EF4-FFF2-40B4-BE49-F238E27FC236}">
                  <a16:creationId xmlns:a16="http://schemas.microsoft.com/office/drawing/2014/main" id="{2502480D-9EA9-A94E-8B35-62DD86AF2411}"/>
                </a:ext>
              </a:extLst>
            </p:cNvPr>
            <p:cNvSpPr/>
            <p:nvPr/>
          </p:nvSpPr>
          <p:spPr>
            <a:xfrm>
              <a:off x="1018427" y="4999459"/>
              <a:ext cx="99711" cy="86183"/>
            </a:xfrm>
            <a:custGeom>
              <a:avLst/>
              <a:gdLst>
                <a:gd name="connsiteX0" fmla="*/ 89588 w 99711"/>
                <a:gd name="connsiteY0" fmla="*/ 5107 h 86183"/>
                <a:gd name="connsiteX1" fmla="*/ 54443 w 99711"/>
                <a:gd name="connsiteY1" fmla="*/ 8938 h 86183"/>
                <a:gd name="connsiteX2" fmla="*/ 46136 w 99711"/>
                <a:gd name="connsiteY2" fmla="*/ 8938 h 86183"/>
                <a:gd name="connsiteX3" fmla="*/ 23772 w 99711"/>
                <a:gd name="connsiteY3" fmla="*/ 0 h 86183"/>
                <a:gd name="connsiteX4" fmla="*/ 19938 w 99711"/>
                <a:gd name="connsiteY4" fmla="*/ 0 h 86183"/>
                <a:gd name="connsiteX5" fmla="*/ 3324 w 99711"/>
                <a:gd name="connsiteY5" fmla="*/ 14045 h 86183"/>
                <a:gd name="connsiteX6" fmla="*/ 2046 w 99711"/>
                <a:gd name="connsiteY6" fmla="*/ 36389 h 86183"/>
                <a:gd name="connsiteX7" fmla="*/ 50609 w 99711"/>
                <a:gd name="connsiteY7" fmla="*/ 86184 h 86183"/>
                <a:gd name="connsiteX8" fmla="*/ 99173 w 99711"/>
                <a:gd name="connsiteY8" fmla="*/ 33197 h 86183"/>
                <a:gd name="connsiteX9" fmla="*/ 89588 w 99711"/>
                <a:gd name="connsiteY9" fmla="*/ 5107 h 86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9711" h="86183">
                  <a:moveTo>
                    <a:pt x="89588" y="5107"/>
                  </a:moveTo>
                  <a:cubicBezTo>
                    <a:pt x="78086" y="-1277"/>
                    <a:pt x="64028" y="638"/>
                    <a:pt x="54443" y="8938"/>
                  </a:cubicBezTo>
                  <a:cubicBezTo>
                    <a:pt x="51887" y="10853"/>
                    <a:pt x="48692" y="10853"/>
                    <a:pt x="46136" y="8938"/>
                  </a:cubicBezTo>
                  <a:cubicBezTo>
                    <a:pt x="39746" y="3830"/>
                    <a:pt x="32078" y="638"/>
                    <a:pt x="23772" y="0"/>
                  </a:cubicBezTo>
                  <a:cubicBezTo>
                    <a:pt x="22493" y="0"/>
                    <a:pt x="21215" y="0"/>
                    <a:pt x="19938" y="0"/>
                  </a:cubicBezTo>
                  <a:cubicBezTo>
                    <a:pt x="12270" y="1915"/>
                    <a:pt x="6519" y="7022"/>
                    <a:pt x="3324" y="14045"/>
                  </a:cubicBezTo>
                  <a:cubicBezTo>
                    <a:pt x="-510" y="21067"/>
                    <a:pt x="-1149" y="29366"/>
                    <a:pt x="2046" y="36389"/>
                  </a:cubicBezTo>
                  <a:cubicBezTo>
                    <a:pt x="9075" y="58094"/>
                    <a:pt x="37190" y="79800"/>
                    <a:pt x="50609" y="86184"/>
                  </a:cubicBezTo>
                  <a:cubicBezTo>
                    <a:pt x="59555" y="81077"/>
                    <a:pt x="91505" y="62563"/>
                    <a:pt x="99173" y="33197"/>
                  </a:cubicBezTo>
                  <a:cubicBezTo>
                    <a:pt x="101090" y="21067"/>
                    <a:pt x="97895" y="10214"/>
                    <a:pt x="89588" y="5107"/>
                  </a:cubicBezTo>
                  <a:close/>
                </a:path>
              </a:pathLst>
            </a:custGeom>
            <a:solidFill>
              <a:srgbClr val="00A3E0"/>
            </a:solidFill>
            <a:ln w="6390" cap="flat">
              <a:noFill/>
              <a:prstDash val="solid"/>
              <a:miter/>
            </a:ln>
          </p:spPr>
          <p:txBody>
            <a:bodyPr rtlCol="0" anchor="ctr"/>
            <a:lstStyle/>
            <a:p>
              <a:endParaRPr lang="en-US"/>
            </a:p>
          </p:txBody>
        </p:sp>
        <p:sp>
          <p:nvSpPr>
            <p:cNvPr id="420" name="Graphic 4">
              <a:extLst>
                <a:ext uri="{FF2B5EF4-FFF2-40B4-BE49-F238E27FC236}">
                  <a16:creationId xmlns:a16="http://schemas.microsoft.com/office/drawing/2014/main" id="{467DA6C5-323D-9A4E-A8D2-294316836E3D}"/>
                </a:ext>
              </a:extLst>
            </p:cNvPr>
            <p:cNvSpPr/>
            <p:nvPr/>
          </p:nvSpPr>
          <p:spPr>
            <a:xfrm>
              <a:off x="1028779" y="4952856"/>
              <a:ext cx="22364" cy="36388"/>
            </a:xfrm>
            <a:custGeom>
              <a:avLst/>
              <a:gdLst>
                <a:gd name="connsiteX0" fmla="*/ 1917 w 22364"/>
                <a:gd name="connsiteY0" fmla="*/ 31920 h 36388"/>
                <a:gd name="connsiteX1" fmla="*/ 0 w 22364"/>
                <a:gd name="connsiteY1" fmla="*/ 36389 h 36388"/>
                <a:gd name="connsiteX2" fmla="*/ 7029 w 22364"/>
                <a:gd name="connsiteY2" fmla="*/ 34473 h 36388"/>
                <a:gd name="connsiteX3" fmla="*/ 22365 w 22364"/>
                <a:gd name="connsiteY3" fmla="*/ 35112 h 36388"/>
                <a:gd name="connsiteX4" fmla="*/ 22365 w 22364"/>
                <a:gd name="connsiteY4" fmla="*/ 0 h 36388"/>
                <a:gd name="connsiteX5" fmla="*/ 8307 w 22364"/>
                <a:gd name="connsiteY5" fmla="*/ 8299 h 36388"/>
                <a:gd name="connsiteX6" fmla="*/ 1917 w 22364"/>
                <a:gd name="connsiteY6" fmla="*/ 31920 h 36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64" h="36388">
                  <a:moveTo>
                    <a:pt x="1917" y="31920"/>
                  </a:moveTo>
                  <a:cubicBezTo>
                    <a:pt x="1278" y="33197"/>
                    <a:pt x="1278" y="35112"/>
                    <a:pt x="0" y="36389"/>
                  </a:cubicBezTo>
                  <a:cubicBezTo>
                    <a:pt x="2556" y="35112"/>
                    <a:pt x="4473" y="34473"/>
                    <a:pt x="7029" y="34473"/>
                  </a:cubicBezTo>
                  <a:cubicBezTo>
                    <a:pt x="12141" y="33835"/>
                    <a:pt x="17253" y="33835"/>
                    <a:pt x="22365" y="35112"/>
                  </a:cubicBezTo>
                  <a:lnTo>
                    <a:pt x="22365" y="0"/>
                  </a:lnTo>
                  <a:lnTo>
                    <a:pt x="8307" y="8299"/>
                  </a:lnTo>
                  <a:cubicBezTo>
                    <a:pt x="6390" y="17237"/>
                    <a:pt x="2556" y="30643"/>
                    <a:pt x="1917" y="31920"/>
                  </a:cubicBezTo>
                  <a:close/>
                </a:path>
              </a:pathLst>
            </a:custGeom>
            <a:solidFill>
              <a:srgbClr val="00A3E0"/>
            </a:solidFill>
            <a:ln w="6390" cap="flat">
              <a:noFill/>
              <a:prstDash val="solid"/>
              <a:miter/>
            </a:ln>
          </p:spPr>
          <p:txBody>
            <a:bodyPr rtlCol="0" anchor="ctr"/>
            <a:lstStyle/>
            <a:p>
              <a:endParaRPr lang="en-US"/>
            </a:p>
          </p:txBody>
        </p:sp>
        <p:sp>
          <p:nvSpPr>
            <p:cNvPr id="421" name="Graphic 4">
              <a:extLst>
                <a:ext uri="{FF2B5EF4-FFF2-40B4-BE49-F238E27FC236}">
                  <a16:creationId xmlns:a16="http://schemas.microsoft.com/office/drawing/2014/main" id="{BCC706BB-EAAB-F64E-8AF2-1E9DE1C22749}"/>
                </a:ext>
              </a:extLst>
            </p:cNvPr>
            <p:cNvSpPr/>
            <p:nvPr/>
          </p:nvSpPr>
          <p:spPr>
            <a:xfrm>
              <a:off x="1013061" y="4918639"/>
              <a:ext cx="83451" cy="76351"/>
            </a:xfrm>
            <a:custGeom>
              <a:avLst/>
              <a:gdLst>
                <a:gd name="connsiteX0" fmla="*/ 13162 w 83451"/>
                <a:gd name="connsiteY0" fmla="*/ 36132 h 76351"/>
                <a:gd name="connsiteX1" fmla="*/ 15718 w 83451"/>
                <a:gd name="connsiteY1" fmla="*/ 32302 h 76351"/>
                <a:gd name="connsiteX2" fmla="*/ 41917 w 83451"/>
                <a:gd name="connsiteY2" fmla="*/ 16980 h 76351"/>
                <a:gd name="connsiteX3" fmla="*/ 50863 w 83451"/>
                <a:gd name="connsiteY3" fmla="*/ 19534 h 76351"/>
                <a:gd name="connsiteX4" fmla="*/ 51502 w 83451"/>
                <a:gd name="connsiteY4" fmla="*/ 22726 h 76351"/>
                <a:gd name="connsiteX5" fmla="*/ 51502 w 83451"/>
                <a:gd name="connsiteY5" fmla="*/ 72521 h 76351"/>
                <a:gd name="connsiteX6" fmla="*/ 51502 w 83451"/>
                <a:gd name="connsiteY6" fmla="*/ 73798 h 76351"/>
                <a:gd name="connsiteX7" fmla="*/ 55975 w 83451"/>
                <a:gd name="connsiteY7" fmla="*/ 76351 h 76351"/>
                <a:gd name="connsiteX8" fmla="*/ 83451 w 83451"/>
                <a:gd name="connsiteY8" fmla="*/ 68690 h 76351"/>
                <a:gd name="connsiteX9" fmla="*/ 83451 w 83451"/>
                <a:gd name="connsiteY9" fmla="*/ 15703 h 76351"/>
                <a:gd name="connsiteX10" fmla="*/ 71949 w 83451"/>
                <a:gd name="connsiteY10" fmla="*/ 382 h 76351"/>
                <a:gd name="connsiteX11" fmla="*/ 60448 w 83451"/>
                <a:gd name="connsiteY11" fmla="*/ 1658 h 76351"/>
                <a:gd name="connsiteX12" fmla="*/ 12523 w 83451"/>
                <a:gd name="connsiteY12" fmla="*/ 29748 h 76351"/>
                <a:gd name="connsiteX13" fmla="*/ 12523 w 83451"/>
                <a:gd name="connsiteY13" fmla="*/ 29748 h 76351"/>
                <a:gd name="connsiteX14" fmla="*/ 8050 w 83451"/>
                <a:gd name="connsiteY14" fmla="*/ 35494 h 76351"/>
                <a:gd name="connsiteX15" fmla="*/ 382 w 83451"/>
                <a:gd name="connsiteY15" fmla="*/ 61668 h 76351"/>
                <a:gd name="connsiteX16" fmla="*/ 1660 w 83451"/>
                <a:gd name="connsiteY16" fmla="*/ 66137 h 76351"/>
                <a:gd name="connsiteX17" fmla="*/ 2938 w 83451"/>
                <a:gd name="connsiteY17" fmla="*/ 66137 h 76351"/>
                <a:gd name="connsiteX18" fmla="*/ 4855 w 83451"/>
                <a:gd name="connsiteY18" fmla="*/ 62945 h 76351"/>
                <a:gd name="connsiteX19" fmla="*/ 13162 w 83451"/>
                <a:gd name="connsiteY19" fmla="*/ 36132 h 76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3451" h="76351">
                  <a:moveTo>
                    <a:pt x="13162" y="36132"/>
                  </a:moveTo>
                  <a:cubicBezTo>
                    <a:pt x="13801" y="34855"/>
                    <a:pt x="14440" y="33578"/>
                    <a:pt x="15718" y="32302"/>
                  </a:cubicBezTo>
                  <a:lnTo>
                    <a:pt x="41917" y="16980"/>
                  </a:lnTo>
                  <a:cubicBezTo>
                    <a:pt x="45112" y="15065"/>
                    <a:pt x="48946" y="16342"/>
                    <a:pt x="50863" y="19534"/>
                  </a:cubicBezTo>
                  <a:cubicBezTo>
                    <a:pt x="51502" y="20810"/>
                    <a:pt x="51502" y="21449"/>
                    <a:pt x="51502" y="22726"/>
                  </a:cubicBezTo>
                  <a:lnTo>
                    <a:pt x="51502" y="72521"/>
                  </a:lnTo>
                  <a:cubicBezTo>
                    <a:pt x="51502" y="73159"/>
                    <a:pt x="51502" y="73159"/>
                    <a:pt x="51502" y="73798"/>
                  </a:cubicBezTo>
                  <a:cubicBezTo>
                    <a:pt x="53419" y="75074"/>
                    <a:pt x="54697" y="75713"/>
                    <a:pt x="55975" y="76351"/>
                  </a:cubicBezTo>
                  <a:cubicBezTo>
                    <a:pt x="64282" y="71244"/>
                    <a:pt x="73866" y="68052"/>
                    <a:pt x="83451" y="68690"/>
                  </a:cubicBezTo>
                  <a:lnTo>
                    <a:pt x="83451" y="15703"/>
                  </a:lnTo>
                  <a:cubicBezTo>
                    <a:pt x="83451" y="8681"/>
                    <a:pt x="78978" y="2297"/>
                    <a:pt x="71949" y="382"/>
                  </a:cubicBezTo>
                  <a:cubicBezTo>
                    <a:pt x="68115" y="-257"/>
                    <a:pt x="64282" y="-257"/>
                    <a:pt x="60448" y="1658"/>
                  </a:cubicBezTo>
                  <a:cubicBezTo>
                    <a:pt x="54697" y="4212"/>
                    <a:pt x="24025" y="22726"/>
                    <a:pt x="12523" y="29748"/>
                  </a:cubicBezTo>
                  <a:lnTo>
                    <a:pt x="12523" y="29748"/>
                  </a:lnTo>
                  <a:cubicBezTo>
                    <a:pt x="10606" y="31025"/>
                    <a:pt x="9328" y="32940"/>
                    <a:pt x="8050" y="35494"/>
                  </a:cubicBezTo>
                  <a:cubicBezTo>
                    <a:pt x="6772" y="39962"/>
                    <a:pt x="2299" y="55922"/>
                    <a:pt x="382" y="61668"/>
                  </a:cubicBezTo>
                  <a:cubicBezTo>
                    <a:pt x="-257" y="62945"/>
                    <a:pt x="-257" y="65498"/>
                    <a:pt x="1660" y="66137"/>
                  </a:cubicBezTo>
                  <a:cubicBezTo>
                    <a:pt x="2299" y="66137"/>
                    <a:pt x="2299" y="66137"/>
                    <a:pt x="2938" y="66137"/>
                  </a:cubicBezTo>
                  <a:cubicBezTo>
                    <a:pt x="4216" y="65498"/>
                    <a:pt x="4855" y="64222"/>
                    <a:pt x="4855" y="62945"/>
                  </a:cubicBezTo>
                  <a:cubicBezTo>
                    <a:pt x="5494" y="61030"/>
                    <a:pt x="11884" y="40601"/>
                    <a:pt x="13162" y="36132"/>
                  </a:cubicBezTo>
                  <a:close/>
                </a:path>
              </a:pathLst>
            </a:custGeom>
            <a:solidFill>
              <a:srgbClr val="00A3E0"/>
            </a:solidFill>
            <a:ln w="6390" cap="flat">
              <a:noFill/>
              <a:prstDash val="solid"/>
              <a:miter/>
            </a:ln>
          </p:spPr>
          <p:txBody>
            <a:bodyPr rtlCol="0" anchor="ctr"/>
            <a:lstStyle/>
            <a:p>
              <a:endParaRPr lang="en-US"/>
            </a:p>
          </p:txBody>
        </p:sp>
        <p:sp>
          <p:nvSpPr>
            <p:cNvPr id="422" name="Graphic 4">
              <a:extLst>
                <a:ext uri="{FF2B5EF4-FFF2-40B4-BE49-F238E27FC236}">
                  <a16:creationId xmlns:a16="http://schemas.microsoft.com/office/drawing/2014/main" id="{EE44BBED-2221-1B42-ABEE-BE70D2C646E9}"/>
                </a:ext>
              </a:extLst>
            </p:cNvPr>
            <p:cNvSpPr/>
            <p:nvPr/>
          </p:nvSpPr>
          <p:spPr>
            <a:xfrm>
              <a:off x="1071592" y="4861565"/>
              <a:ext cx="29572" cy="29596"/>
            </a:xfrm>
            <a:custGeom>
              <a:avLst/>
              <a:gdLst>
                <a:gd name="connsiteX0" fmla="*/ 12780 w 29572"/>
                <a:gd name="connsiteY0" fmla="*/ 29366 h 29596"/>
                <a:gd name="connsiteX1" fmla="*/ 23643 w 29572"/>
                <a:gd name="connsiteY1" fmla="*/ 26812 h 29596"/>
                <a:gd name="connsiteX2" fmla="*/ 29394 w 29572"/>
                <a:gd name="connsiteY2" fmla="*/ 17236 h 29596"/>
                <a:gd name="connsiteX3" fmla="*/ 17253 w 29572"/>
                <a:gd name="connsiteY3" fmla="*/ 0 h 29596"/>
                <a:gd name="connsiteX4" fmla="*/ 14697 w 29572"/>
                <a:gd name="connsiteY4" fmla="*/ 0 h 29596"/>
                <a:gd name="connsiteX5" fmla="*/ 0 w 29572"/>
                <a:gd name="connsiteY5" fmla="*/ 14683 h 29596"/>
                <a:gd name="connsiteX6" fmla="*/ 2556 w 29572"/>
                <a:gd name="connsiteY6" fmla="*/ 23620 h 29596"/>
                <a:gd name="connsiteX7" fmla="*/ 12780 w 29572"/>
                <a:gd name="connsiteY7" fmla="*/ 29366 h 2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72" h="29596">
                  <a:moveTo>
                    <a:pt x="12780" y="29366"/>
                  </a:moveTo>
                  <a:cubicBezTo>
                    <a:pt x="16614" y="30004"/>
                    <a:pt x="20448" y="29366"/>
                    <a:pt x="23643" y="26812"/>
                  </a:cubicBezTo>
                  <a:cubicBezTo>
                    <a:pt x="26838" y="24259"/>
                    <a:pt x="28755" y="21067"/>
                    <a:pt x="29394" y="17236"/>
                  </a:cubicBezTo>
                  <a:cubicBezTo>
                    <a:pt x="30672" y="8937"/>
                    <a:pt x="24921" y="1276"/>
                    <a:pt x="17253" y="0"/>
                  </a:cubicBezTo>
                  <a:cubicBezTo>
                    <a:pt x="16614" y="0"/>
                    <a:pt x="15975" y="0"/>
                    <a:pt x="14697" y="0"/>
                  </a:cubicBezTo>
                  <a:cubicBezTo>
                    <a:pt x="6390" y="0"/>
                    <a:pt x="0" y="6384"/>
                    <a:pt x="0" y="14683"/>
                  </a:cubicBezTo>
                  <a:cubicBezTo>
                    <a:pt x="0" y="17875"/>
                    <a:pt x="1278" y="21067"/>
                    <a:pt x="2556" y="23620"/>
                  </a:cubicBezTo>
                  <a:cubicBezTo>
                    <a:pt x="5751" y="26174"/>
                    <a:pt x="8946" y="28728"/>
                    <a:pt x="12780" y="29366"/>
                  </a:cubicBezTo>
                  <a:close/>
                </a:path>
              </a:pathLst>
            </a:custGeom>
            <a:solidFill>
              <a:srgbClr val="00A3E0"/>
            </a:solidFill>
            <a:ln w="6390" cap="flat">
              <a:noFill/>
              <a:prstDash val="solid"/>
              <a:miter/>
            </a:ln>
          </p:spPr>
          <p:txBody>
            <a:bodyPr rtlCol="0" anchor="ctr"/>
            <a:lstStyle/>
            <a:p>
              <a:endParaRPr lang="en-US"/>
            </a:p>
          </p:txBody>
        </p:sp>
        <p:sp>
          <p:nvSpPr>
            <p:cNvPr id="423" name="Graphic 4">
              <a:extLst>
                <a:ext uri="{FF2B5EF4-FFF2-40B4-BE49-F238E27FC236}">
                  <a16:creationId xmlns:a16="http://schemas.microsoft.com/office/drawing/2014/main" id="{C3ECDA6D-6478-7841-938B-041B084D6CC1}"/>
                </a:ext>
              </a:extLst>
            </p:cNvPr>
            <p:cNvSpPr/>
            <p:nvPr/>
          </p:nvSpPr>
          <p:spPr>
            <a:xfrm>
              <a:off x="905454" y="4793256"/>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53998 w 362309"/>
                <a:gd name="connsiteY6" fmla="*/ 78523 h 361971"/>
                <a:gd name="connsiteX7" fmla="*/ 184669 w 362309"/>
                <a:gd name="connsiteY7" fmla="*/ 54264 h 361971"/>
                <a:gd name="connsiteX8" fmla="*/ 208951 w 362309"/>
                <a:gd name="connsiteY8" fmla="*/ 84907 h 361971"/>
                <a:gd name="connsiteX9" fmla="*/ 208312 w 362309"/>
                <a:gd name="connsiteY9" fmla="*/ 87461 h 361971"/>
                <a:gd name="connsiteX10" fmla="*/ 180835 w 362309"/>
                <a:gd name="connsiteY10" fmla="*/ 110443 h 361971"/>
                <a:gd name="connsiteX11" fmla="*/ 176362 w 362309"/>
                <a:gd name="connsiteY11" fmla="*/ 110443 h 361971"/>
                <a:gd name="connsiteX12" fmla="*/ 153998 w 362309"/>
                <a:gd name="connsiteY12" fmla="*/ 78523 h 361971"/>
                <a:gd name="connsiteX13" fmla="*/ 153998 w 362309"/>
                <a:gd name="connsiteY13" fmla="*/ 78523 h 361971"/>
                <a:gd name="connsiteX14" fmla="*/ 153998 w 362309"/>
                <a:gd name="connsiteY14" fmla="*/ 78523 h 361971"/>
                <a:gd name="connsiteX15" fmla="*/ 265182 w 362309"/>
                <a:gd name="connsiteY15" fmla="*/ 286002 h 361971"/>
                <a:gd name="connsiteX16" fmla="*/ 259431 w 362309"/>
                <a:gd name="connsiteY16" fmla="*/ 300047 h 361971"/>
                <a:gd name="connsiteX17" fmla="*/ 244735 w 362309"/>
                <a:gd name="connsiteY17" fmla="*/ 305793 h 361971"/>
                <a:gd name="connsiteX18" fmla="*/ 230677 w 362309"/>
                <a:gd name="connsiteY18" fmla="*/ 300047 h 361971"/>
                <a:gd name="connsiteX19" fmla="*/ 224926 w 362309"/>
                <a:gd name="connsiteY19" fmla="*/ 284725 h 361971"/>
                <a:gd name="connsiteX20" fmla="*/ 226204 w 362309"/>
                <a:gd name="connsiteY20" fmla="*/ 247698 h 361971"/>
                <a:gd name="connsiteX21" fmla="*/ 225565 w 362309"/>
                <a:gd name="connsiteY21" fmla="*/ 245145 h 361971"/>
                <a:gd name="connsiteX22" fmla="*/ 223009 w 362309"/>
                <a:gd name="connsiteY22" fmla="*/ 245145 h 361971"/>
                <a:gd name="connsiteX23" fmla="*/ 166138 w 362309"/>
                <a:gd name="connsiteY23" fmla="*/ 305154 h 361971"/>
                <a:gd name="connsiteX24" fmla="*/ 163582 w 362309"/>
                <a:gd name="connsiteY24" fmla="*/ 305793 h 361971"/>
                <a:gd name="connsiteX25" fmla="*/ 161026 w 362309"/>
                <a:gd name="connsiteY25" fmla="*/ 305154 h 361971"/>
                <a:gd name="connsiteX26" fmla="*/ 102878 w 362309"/>
                <a:gd name="connsiteY26" fmla="*/ 246422 h 361971"/>
                <a:gd name="connsiteX27" fmla="*/ 105434 w 362309"/>
                <a:gd name="connsiteY27" fmla="*/ 213225 h 361971"/>
                <a:gd name="connsiteX28" fmla="*/ 112463 w 362309"/>
                <a:gd name="connsiteY28" fmla="*/ 204287 h 361971"/>
                <a:gd name="connsiteX29" fmla="*/ 106073 w 362309"/>
                <a:gd name="connsiteY29" fmla="*/ 203649 h 361971"/>
                <a:gd name="connsiteX30" fmla="*/ 97127 w 362309"/>
                <a:gd name="connsiteY30" fmla="*/ 183859 h 361971"/>
                <a:gd name="connsiteX31" fmla="*/ 104795 w 362309"/>
                <a:gd name="connsiteY31" fmla="*/ 156408 h 361971"/>
                <a:gd name="connsiteX32" fmla="*/ 113741 w 362309"/>
                <a:gd name="connsiteY32" fmla="*/ 144278 h 361971"/>
                <a:gd name="connsiteX33" fmla="*/ 163582 w 362309"/>
                <a:gd name="connsiteY33" fmla="*/ 115550 h 361971"/>
                <a:gd name="connsiteX34" fmla="*/ 183391 w 362309"/>
                <a:gd name="connsiteY34" fmla="*/ 113635 h 361971"/>
                <a:gd name="connsiteX35" fmla="*/ 204478 w 362309"/>
                <a:gd name="connsiteY35" fmla="*/ 141724 h 361971"/>
                <a:gd name="connsiteX36" fmla="*/ 204478 w 362309"/>
                <a:gd name="connsiteY36" fmla="*/ 197903 h 361971"/>
                <a:gd name="connsiteX37" fmla="*/ 210229 w 362309"/>
                <a:gd name="connsiteY37" fmla="*/ 201095 h 361971"/>
                <a:gd name="connsiteX38" fmla="*/ 217897 w 362309"/>
                <a:gd name="connsiteY38" fmla="*/ 208118 h 361971"/>
                <a:gd name="connsiteX39" fmla="*/ 219175 w 362309"/>
                <a:gd name="connsiteY39" fmla="*/ 208118 h 361971"/>
                <a:gd name="connsiteX40" fmla="*/ 246013 w 362309"/>
                <a:gd name="connsiteY40" fmla="*/ 208756 h 361971"/>
                <a:gd name="connsiteX41" fmla="*/ 267099 w 362309"/>
                <a:gd name="connsiteY41" fmla="*/ 233654 h 361971"/>
                <a:gd name="connsiteX42" fmla="*/ 265182 w 362309"/>
                <a:gd name="connsiteY42" fmla="*/ 28600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0438"/>
                    <a:pt x="281157" y="0"/>
                    <a:pt x="180835" y="0"/>
                  </a:cubicBezTo>
                  <a:close/>
                  <a:moveTo>
                    <a:pt x="153998" y="78523"/>
                  </a:moveTo>
                  <a:cubicBezTo>
                    <a:pt x="155915" y="63201"/>
                    <a:pt x="169333" y="52349"/>
                    <a:pt x="184669" y="54264"/>
                  </a:cubicBezTo>
                  <a:cubicBezTo>
                    <a:pt x="200005" y="56179"/>
                    <a:pt x="210868" y="69585"/>
                    <a:pt x="208951" y="84907"/>
                  </a:cubicBezTo>
                  <a:cubicBezTo>
                    <a:pt x="208951" y="85545"/>
                    <a:pt x="208951" y="86822"/>
                    <a:pt x="208312" y="87461"/>
                  </a:cubicBezTo>
                  <a:cubicBezTo>
                    <a:pt x="206395" y="100867"/>
                    <a:pt x="194893" y="110443"/>
                    <a:pt x="180835" y="110443"/>
                  </a:cubicBezTo>
                  <a:cubicBezTo>
                    <a:pt x="179557" y="110443"/>
                    <a:pt x="177640" y="110443"/>
                    <a:pt x="176362" y="110443"/>
                  </a:cubicBezTo>
                  <a:cubicBezTo>
                    <a:pt x="161665" y="107251"/>
                    <a:pt x="151441" y="93206"/>
                    <a:pt x="153998" y="78523"/>
                  </a:cubicBezTo>
                  <a:cubicBezTo>
                    <a:pt x="153998" y="77885"/>
                    <a:pt x="153998" y="77885"/>
                    <a:pt x="153998" y="78523"/>
                  </a:cubicBezTo>
                  <a:lnTo>
                    <a:pt x="153998" y="78523"/>
                  </a:lnTo>
                  <a:close/>
                  <a:moveTo>
                    <a:pt x="265182" y="286002"/>
                  </a:moveTo>
                  <a:cubicBezTo>
                    <a:pt x="265182" y="291109"/>
                    <a:pt x="263265" y="296217"/>
                    <a:pt x="259431" y="300047"/>
                  </a:cubicBezTo>
                  <a:cubicBezTo>
                    <a:pt x="255597" y="303877"/>
                    <a:pt x="250486" y="305793"/>
                    <a:pt x="244735" y="305793"/>
                  </a:cubicBezTo>
                  <a:cubicBezTo>
                    <a:pt x="239623" y="305793"/>
                    <a:pt x="233872" y="303877"/>
                    <a:pt x="230677" y="300047"/>
                  </a:cubicBezTo>
                  <a:cubicBezTo>
                    <a:pt x="226843" y="295578"/>
                    <a:pt x="224926" y="290471"/>
                    <a:pt x="224926" y="284725"/>
                  </a:cubicBezTo>
                  <a:lnTo>
                    <a:pt x="226204" y="247698"/>
                  </a:lnTo>
                  <a:cubicBezTo>
                    <a:pt x="226204" y="246422"/>
                    <a:pt x="226204" y="245783"/>
                    <a:pt x="225565" y="245145"/>
                  </a:cubicBezTo>
                  <a:cubicBezTo>
                    <a:pt x="224926" y="245145"/>
                    <a:pt x="223648" y="245145"/>
                    <a:pt x="223009" y="245145"/>
                  </a:cubicBezTo>
                  <a:cubicBezTo>
                    <a:pt x="211507" y="283449"/>
                    <a:pt x="168055" y="304516"/>
                    <a:pt x="166138" y="305154"/>
                  </a:cubicBezTo>
                  <a:cubicBezTo>
                    <a:pt x="165499" y="305793"/>
                    <a:pt x="164221" y="305793"/>
                    <a:pt x="163582" y="305793"/>
                  </a:cubicBezTo>
                  <a:cubicBezTo>
                    <a:pt x="162943" y="305793"/>
                    <a:pt x="161665" y="305793"/>
                    <a:pt x="161026" y="305154"/>
                  </a:cubicBezTo>
                  <a:cubicBezTo>
                    <a:pt x="148247" y="300047"/>
                    <a:pt x="112463" y="274511"/>
                    <a:pt x="102878" y="246422"/>
                  </a:cubicBezTo>
                  <a:cubicBezTo>
                    <a:pt x="98405" y="235569"/>
                    <a:pt x="99683" y="223439"/>
                    <a:pt x="105434" y="213225"/>
                  </a:cubicBezTo>
                  <a:cubicBezTo>
                    <a:pt x="107351" y="210033"/>
                    <a:pt x="109907" y="206841"/>
                    <a:pt x="112463" y="204287"/>
                  </a:cubicBezTo>
                  <a:cubicBezTo>
                    <a:pt x="110546" y="204287"/>
                    <a:pt x="107990" y="204287"/>
                    <a:pt x="106073" y="203649"/>
                  </a:cubicBezTo>
                  <a:cubicBezTo>
                    <a:pt x="98405" y="200457"/>
                    <a:pt x="93932" y="191519"/>
                    <a:pt x="97127" y="183859"/>
                  </a:cubicBezTo>
                  <a:cubicBezTo>
                    <a:pt x="97127" y="183220"/>
                    <a:pt x="102878" y="162153"/>
                    <a:pt x="104795" y="156408"/>
                  </a:cubicBezTo>
                  <a:cubicBezTo>
                    <a:pt x="106712" y="151300"/>
                    <a:pt x="109907" y="147470"/>
                    <a:pt x="113741" y="144278"/>
                  </a:cubicBezTo>
                  <a:cubicBezTo>
                    <a:pt x="115658" y="143001"/>
                    <a:pt x="155915" y="119381"/>
                    <a:pt x="163582" y="115550"/>
                  </a:cubicBezTo>
                  <a:cubicBezTo>
                    <a:pt x="169972" y="112997"/>
                    <a:pt x="177001" y="112358"/>
                    <a:pt x="183391" y="113635"/>
                  </a:cubicBezTo>
                  <a:cubicBezTo>
                    <a:pt x="196171" y="116827"/>
                    <a:pt x="204478" y="128318"/>
                    <a:pt x="204478" y="141724"/>
                  </a:cubicBezTo>
                  <a:lnTo>
                    <a:pt x="204478" y="197903"/>
                  </a:lnTo>
                  <a:cubicBezTo>
                    <a:pt x="206395" y="198542"/>
                    <a:pt x="208312" y="199819"/>
                    <a:pt x="210229" y="201095"/>
                  </a:cubicBezTo>
                  <a:cubicBezTo>
                    <a:pt x="213424" y="203011"/>
                    <a:pt x="215980" y="205564"/>
                    <a:pt x="217897" y="208118"/>
                  </a:cubicBezTo>
                  <a:cubicBezTo>
                    <a:pt x="218536" y="208118"/>
                    <a:pt x="218536" y="208118"/>
                    <a:pt x="219175" y="208118"/>
                  </a:cubicBezTo>
                  <a:lnTo>
                    <a:pt x="246013" y="208756"/>
                  </a:lnTo>
                  <a:cubicBezTo>
                    <a:pt x="258792" y="210033"/>
                    <a:pt x="268377" y="220886"/>
                    <a:pt x="267099" y="233654"/>
                  </a:cubicBezTo>
                  <a:cubicBezTo>
                    <a:pt x="266460" y="249614"/>
                    <a:pt x="265182" y="284725"/>
                    <a:pt x="265182" y="286002"/>
                  </a:cubicBezTo>
                  <a:close/>
                </a:path>
              </a:pathLst>
            </a:custGeom>
            <a:solidFill>
              <a:srgbClr val="00A3E0"/>
            </a:solidFill>
            <a:ln w="6390" cap="flat">
              <a:noFill/>
              <a:prstDash val="solid"/>
              <a:miter/>
            </a:ln>
          </p:spPr>
          <p:txBody>
            <a:bodyPr rtlCol="0" anchor="ctr"/>
            <a:lstStyle/>
            <a:p>
              <a:endParaRPr lang="en-US"/>
            </a:p>
          </p:txBody>
        </p:sp>
        <p:sp>
          <p:nvSpPr>
            <p:cNvPr id="424" name="Graphic 4">
              <a:extLst>
                <a:ext uri="{FF2B5EF4-FFF2-40B4-BE49-F238E27FC236}">
                  <a16:creationId xmlns:a16="http://schemas.microsoft.com/office/drawing/2014/main" id="{65309BAF-3923-4449-8F14-30C0E5AA1BE7}"/>
                </a:ext>
              </a:extLst>
            </p:cNvPr>
            <p:cNvSpPr/>
            <p:nvPr/>
          </p:nvSpPr>
          <p:spPr>
            <a:xfrm>
              <a:off x="1129101" y="5012865"/>
              <a:ext cx="30740" cy="74304"/>
            </a:xfrm>
            <a:custGeom>
              <a:avLst/>
              <a:gdLst>
                <a:gd name="connsiteX0" fmla="*/ 21087 w 30740"/>
                <a:gd name="connsiteY0" fmla="*/ 639 h 74304"/>
                <a:gd name="connsiteX1" fmla="*/ 0 w 30740"/>
                <a:gd name="connsiteY1" fmla="*/ 0 h 74304"/>
                <a:gd name="connsiteX2" fmla="*/ 1278 w 30740"/>
                <a:gd name="connsiteY2" fmla="*/ 12768 h 74304"/>
                <a:gd name="connsiteX3" fmla="*/ 10224 w 30740"/>
                <a:gd name="connsiteY3" fmla="*/ 15960 h 74304"/>
                <a:gd name="connsiteX4" fmla="*/ 15975 w 30740"/>
                <a:gd name="connsiteY4" fmla="*/ 29367 h 74304"/>
                <a:gd name="connsiteX5" fmla="*/ 14697 w 30740"/>
                <a:gd name="connsiteY5" fmla="*/ 66394 h 74304"/>
                <a:gd name="connsiteX6" fmla="*/ 16614 w 30740"/>
                <a:gd name="connsiteY6" fmla="*/ 72778 h 74304"/>
                <a:gd name="connsiteX7" fmla="*/ 21726 w 30740"/>
                <a:gd name="connsiteY7" fmla="*/ 74054 h 74304"/>
                <a:gd name="connsiteX8" fmla="*/ 27477 w 30740"/>
                <a:gd name="connsiteY8" fmla="*/ 72139 h 74304"/>
                <a:gd name="connsiteX9" fmla="*/ 29394 w 30740"/>
                <a:gd name="connsiteY9" fmla="*/ 66394 h 74304"/>
                <a:gd name="connsiteX10" fmla="*/ 30672 w 30740"/>
                <a:gd name="connsiteY10" fmla="*/ 13407 h 74304"/>
                <a:gd name="connsiteX11" fmla="*/ 21087 w 30740"/>
                <a:gd name="connsiteY11" fmla="*/ 639 h 74304"/>
                <a:gd name="connsiteX12" fmla="*/ 21087 w 30740"/>
                <a:gd name="connsiteY12" fmla="*/ 639 h 7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740" h="74304">
                  <a:moveTo>
                    <a:pt x="21087" y="639"/>
                  </a:moveTo>
                  <a:lnTo>
                    <a:pt x="0" y="0"/>
                  </a:lnTo>
                  <a:cubicBezTo>
                    <a:pt x="1278" y="4469"/>
                    <a:pt x="1917" y="8299"/>
                    <a:pt x="1278" y="12768"/>
                  </a:cubicBezTo>
                  <a:cubicBezTo>
                    <a:pt x="4473" y="12768"/>
                    <a:pt x="7668" y="14045"/>
                    <a:pt x="10224" y="15960"/>
                  </a:cubicBezTo>
                  <a:cubicBezTo>
                    <a:pt x="14058" y="19152"/>
                    <a:pt x="15975" y="24259"/>
                    <a:pt x="15975" y="29367"/>
                  </a:cubicBezTo>
                  <a:lnTo>
                    <a:pt x="14697" y="66394"/>
                  </a:lnTo>
                  <a:cubicBezTo>
                    <a:pt x="14697" y="68309"/>
                    <a:pt x="15336" y="70862"/>
                    <a:pt x="16614" y="72778"/>
                  </a:cubicBezTo>
                  <a:cubicBezTo>
                    <a:pt x="17892" y="74054"/>
                    <a:pt x="19809" y="74693"/>
                    <a:pt x="21726" y="74054"/>
                  </a:cubicBezTo>
                  <a:cubicBezTo>
                    <a:pt x="23643" y="74054"/>
                    <a:pt x="25560" y="73416"/>
                    <a:pt x="27477" y="72139"/>
                  </a:cubicBezTo>
                  <a:cubicBezTo>
                    <a:pt x="28755" y="70224"/>
                    <a:pt x="29394" y="68309"/>
                    <a:pt x="29394" y="66394"/>
                  </a:cubicBezTo>
                  <a:cubicBezTo>
                    <a:pt x="29394" y="65755"/>
                    <a:pt x="30672" y="30005"/>
                    <a:pt x="30672" y="13407"/>
                  </a:cubicBezTo>
                  <a:cubicBezTo>
                    <a:pt x="31311" y="7661"/>
                    <a:pt x="27477" y="1916"/>
                    <a:pt x="21087" y="639"/>
                  </a:cubicBezTo>
                  <a:cubicBezTo>
                    <a:pt x="21087" y="639"/>
                    <a:pt x="21087" y="639"/>
                    <a:pt x="21087" y="639"/>
                  </a:cubicBezTo>
                  <a:close/>
                </a:path>
              </a:pathLst>
            </a:custGeom>
            <a:solidFill>
              <a:srgbClr val="00A3E0"/>
            </a:solidFill>
            <a:ln w="6390" cap="flat">
              <a:noFill/>
              <a:prstDash val="solid"/>
              <a:miter/>
            </a:ln>
          </p:spPr>
          <p:txBody>
            <a:bodyPr rtlCol="0" anchor="ctr"/>
            <a:lstStyle/>
            <a:p>
              <a:endParaRPr lang="en-US"/>
            </a:p>
          </p:txBody>
        </p:sp>
      </p:grpSp>
      <p:sp>
        <p:nvSpPr>
          <p:cNvPr id="425" name="Graphic 4">
            <a:extLst>
              <a:ext uri="{FF2B5EF4-FFF2-40B4-BE49-F238E27FC236}">
                <a16:creationId xmlns:a16="http://schemas.microsoft.com/office/drawing/2014/main" id="{C8492637-29D9-944C-AB99-8D953DF41A85}"/>
              </a:ext>
            </a:extLst>
          </p:cNvPr>
          <p:cNvSpPr>
            <a:spLocks noChangeAspect="1"/>
          </p:cNvSpPr>
          <p:nvPr/>
        </p:nvSpPr>
        <p:spPr>
          <a:xfrm>
            <a:off x="1952125" y="4308712"/>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233233 w 362313"/>
              <a:gd name="connsiteY7" fmla="*/ 69586 h 361971"/>
              <a:gd name="connsiteX8" fmla="*/ 246652 w 362313"/>
              <a:gd name="connsiteY8" fmla="*/ 82992 h 361971"/>
              <a:gd name="connsiteX9" fmla="*/ 233233 w 362313"/>
              <a:gd name="connsiteY9" fmla="*/ 96398 h 361971"/>
              <a:gd name="connsiteX10" fmla="*/ 219814 w 362313"/>
              <a:gd name="connsiteY10" fmla="*/ 82992 h 361971"/>
              <a:gd name="connsiteX11" fmla="*/ 219814 w 362313"/>
              <a:gd name="connsiteY11" fmla="*/ 82992 h 361971"/>
              <a:gd name="connsiteX12" fmla="*/ 233233 w 362313"/>
              <a:gd name="connsiteY12" fmla="*/ 69586 h 361971"/>
              <a:gd name="connsiteX13" fmla="*/ 175723 w 362313"/>
              <a:gd name="connsiteY13" fmla="*/ 69586 h 361971"/>
              <a:gd name="connsiteX14" fmla="*/ 189142 w 362313"/>
              <a:gd name="connsiteY14" fmla="*/ 82992 h 361971"/>
              <a:gd name="connsiteX15" fmla="*/ 175723 w 362313"/>
              <a:gd name="connsiteY15" fmla="*/ 96398 h 361971"/>
              <a:gd name="connsiteX16" fmla="*/ 162304 w 362313"/>
              <a:gd name="connsiteY16" fmla="*/ 82992 h 361971"/>
              <a:gd name="connsiteX17" fmla="*/ 162304 w 362313"/>
              <a:gd name="connsiteY17" fmla="*/ 82992 h 361971"/>
              <a:gd name="connsiteX18" fmla="*/ 175723 w 362313"/>
              <a:gd name="connsiteY18" fmla="*/ 69586 h 361971"/>
              <a:gd name="connsiteX19" fmla="*/ 118214 w 362313"/>
              <a:gd name="connsiteY19" fmla="*/ 69586 h 361971"/>
              <a:gd name="connsiteX20" fmla="*/ 132272 w 362313"/>
              <a:gd name="connsiteY20" fmla="*/ 82354 h 361971"/>
              <a:gd name="connsiteX21" fmla="*/ 119492 w 362313"/>
              <a:gd name="connsiteY21" fmla="*/ 96398 h 361971"/>
              <a:gd name="connsiteX22" fmla="*/ 105434 w 362313"/>
              <a:gd name="connsiteY22" fmla="*/ 83630 h 361971"/>
              <a:gd name="connsiteX23" fmla="*/ 105434 w 362313"/>
              <a:gd name="connsiteY23" fmla="*/ 82992 h 361971"/>
              <a:gd name="connsiteX24" fmla="*/ 118214 w 362313"/>
              <a:gd name="connsiteY24" fmla="*/ 69586 h 361971"/>
              <a:gd name="connsiteX25" fmla="*/ 118214 w 362313"/>
              <a:gd name="connsiteY25" fmla="*/ 69586 h 361971"/>
              <a:gd name="connsiteX26" fmla="*/ 262626 w 362313"/>
              <a:gd name="connsiteY26" fmla="*/ 253444 h 361971"/>
              <a:gd name="connsiteX27" fmla="*/ 262626 w 362313"/>
              <a:gd name="connsiteY27" fmla="*/ 253444 h 361971"/>
              <a:gd name="connsiteX28" fmla="*/ 256237 w 362313"/>
              <a:gd name="connsiteY28" fmla="*/ 247060 h 361971"/>
              <a:gd name="connsiteX29" fmla="*/ 256237 w 362313"/>
              <a:gd name="connsiteY29" fmla="*/ 220247 h 361971"/>
              <a:gd name="connsiteX30" fmla="*/ 253042 w 362313"/>
              <a:gd name="connsiteY30" fmla="*/ 213225 h 361971"/>
              <a:gd name="connsiteX31" fmla="*/ 246013 w 362313"/>
              <a:gd name="connsiteY31" fmla="*/ 210033 h 361971"/>
              <a:gd name="connsiteX32" fmla="*/ 246013 w 362313"/>
              <a:gd name="connsiteY32" fmla="*/ 210033 h 361971"/>
              <a:gd name="connsiteX33" fmla="*/ 235789 w 362313"/>
              <a:gd name="connsiteY33" fmla="*/ 219609 h 361971"/>
              <a:gd name="connsiteX34" fmla="*/ 235789 w 362313"/>
              <a:gd name="connsiteY34" fmla="*/ 238761 h 361971"/>
              <a:gd name="connsiteX35" fmla="*/ 229399 w 362313"/>
              <a:gd name="connsiteY35" fmla="*/ 245145 h 361971"/>
              <a:gd name="connsiteX36" fmla="*/ 229399 w 362313"/>
              <a:gd name="connsiteY36" fmla="*/ 245145 h 361971"/>
              <a:gd name="connsiteX37" fmla="*/ 223009 w 362313"/>
              <a:gd name="connsiteY37" fmla="*/ 238761 h 361971"/>
              <a:gd name="connsiteX38" fmla="*/ 223009 w 362313"/>
              <a:gd name="connsiteY38" fmla="*/ 220886 h 361971"/>
              <a:gd name="connsiteX39" fmla="*/ 223009 w 362313"/>
              <a:gd name="connsiteY39" fmla="*/ 220886 h 361971"/>
              <a:gd name="connsiteX40" fmla="*/ 223009 w 362313"/>
              <a:gd name="connsiteY40" fmla="*/ 219609 h 361971"/>
              <a:gd name="connsiteX41" fmla="*/ 223009 w 362313"/>
              <a:gd name="connsiteY41" fmla="*/ 205564 h 361971"/>
              <a:gd name="connsiteX42" fmla="*/ 212785 w 362313"/>
              <a:gd name="connsiteY42" fmla="*/ 195350 h 361971"/>
              <a:gd name="connsiteX43" fmla="*/ 212785 w 362313"/>
              <a:gd name="connsiteY43" fmla="*/ 195350 h 361971"/>
              <a:gd name="connsiteX44" fmla="*/ 202561 w 362313"/>
              <a:gd name="connsiteY44" fmla="*/ 204926 h 361971"/>
              <a:gd name="connsiteX45" fmla="*/ 202561 w 362313"/>
              <a:gd name="connsiteY45" fmla="*/ 231100 h 361971"/>
              <a:gd name="connsiteX46" fmla="*/ 196171 w 362313"/>
              <a:gd name="connsiteY46" fmla="*/ 237484 h 361971"/>
              <a:gd name="connsiteX47" fmla="*/ 196171 w 362313"/>
              <a:gd name="connsiteY47" fmla="*/ 237484 h 361971"/>
              <a:gd name="connsiteX48" fmla="*/ 189781 w 362313"/>
              <a:gd name="connsiteY48" fmla="*/ 231100 h 361971"/>
              <a:gd name="connsiteX49" fmla="*/ 189781 w 362313"/>
              <a:gd name="connsiteY49" fmla="*/ 205564 h 361971"/>
              <a:gd name="connsiteX50" fmla="*/ 189781 w 362313"/>
              <a:gd name="connsiteY50" fmla="*/ 204287 h 361971"/>
              <a:gd name="connsiteX51" fmla="*/ 189781 w 362313"/>
              <a:gd name="connsiteY51" fmla="*/ 137894 h 361971"/>
              <a:gd name="connsiteX52" fmla="*/ 179557 w 362313"/>
              <a:gd name="connsiteY52" fmla="*/ 128318 h 361971"/>
              <a:gd name="connsiteX53" fmla="*/ 179557 w 362313"/>
              <a:gd name="connsiteY53" fmla="*/ 128318 h 361971"/>
              <a:gd name="connsiteX54" fmla="*/ 169333 w 362313"/>
              <a:gd name="connsiteY54" fmla="*/ 138533 h 361971"/>
              <a:gd name="connsiteX55" fmla="*/ 169972 w 362313"/>
              <a:gd name="connsiteY55" fmla="*/ 270042 h 361971"/>
              <a:gd name="connsiteX56" fmla="*/ 163582 w 362313"/>
              <a:gd name="connsiteY56" fmla="*/ 276426 h 361971"/>
              <a:gd name="connsiteX57" fmla="*/ 157832 w 362313"/>
              <a:gd name="connsiteY57" fmla="*/ 273234 h 361971"/>
              <a:gd name="connsiteX58" fmla="*/ 130355 w 362313"/>
              <a:gd name="connsiteY58" fmla="*/ 228546 h 361971"/>
              <a:gd name="connsiteX59" fmla="*/ 113741 w 362313"/>
              <a:gd name="connsiteY59" fmla="*/ 222163 h 361971"/>
              <a:gd name="connsiteX60" fmla="*/ 107351 w 362313"/>
              <a:gd name="connsiteY60" fmla="*/ 225355 h 361971"/>
              <a:gd name="connsiteX61" fmla="*/ 130994 w 362313"/>
              <a:gd name="connsiteY61" fmla="*/ 282172 h 361971"/>
              <a:gd name="connsiteX62" fmla="*/ 127799 w 362313"/>
              <a:gd name="connsiteY62" fmla="*/ 290471 h 361971"/>
              <a:gd name="connsiteX63" fmla="*/ 125243 w 362313"/>
              <a:gd name="connsiteY63" fmla="*/ 291110 h 361971"/>
              <a:gd name="connsiteX64" fmla="*/ 119492 w 362313"/>
              <a:gd name="connsiteY64" fmla="*/ 287279 h 361971"/>
              <a:gd name="connsiteX65" fmla="*/ 95849 w 362313"/>
              <a:gd name="connsiteY65" fmla="*/ 230462 h 361971"/>
              <a:gd name="connsiteX66" fmla="*/ 104795 w 362313"/>
              <a:gd name="connsiteY66" fmla="*/ 211948 h 361971"/>
              <a:gd name="connsiteX67" fmla="*/ 141857 w 362313"/>
              <a:gd name="connsiteY67" fmla="*/ 221524 h 361971"/>
              <a:gd name="connsiteX68" fmla="*/ 157192 w 362313"/>
              <a:gd name="connsiteY68" fmla="*/ 247060 h 361971"/>
              <a:gd name="connsiteX69" fmla="*/ 156553 w 362313"/>
              <a:gd name="connsiteY69" fmla="*/ 138533 h 361971"/>
              <a:gd name="connsiteX70" fmla="*/ 162943 w 362313"/>
              <a:gd name="connsiteY70" fmla="*/ 121934 h 361971"/>
              <a:gd name="connsiteX71" fmla="*/ 178918 w 362313"/>
              <a:gd name="connsiteY71" fmla="*/ 114912 h 361971"/>
              <a:gd name="connsiteX72" fmla="*/ 195532 w 362313"/>
              <a:gd name="connsiteY72" fmla="*/ 121296 h 361971"/>
              <a:gd name="connsiteX73" fmla="*/ 202561 w 362313"/>
              <a:gd name="connsiteY73" fmla="*/ 135979 h 361971"/>
              <a:gd name="connsiteX74" fmla="*/ 202561 w 362313"/>
              <a:gd name="connsiteY74" fmla="*/ 137894 h 361971"/>
              <a:gd name="connsiteX75" fmla="*/ 202561 w 362313"/>
              <a:gd name="connsiteY75" fmla="*/ 183859 h 361971"/>
              <a:gd name="connsiteX76" fmla="*/ 212785 w 362313"/>
              <a:gd name="connsiteY76" fmla="*/ 181305 h 361971"/>
              <a:gd name="connsiteX77" fmla="*/ 212785 w 362313"/>
              <a:gd name="connsiteY77" fmla="*/ 181305 h 361971"/>
              <a:gd name="connsiteX78" fmla="*/ 228760 w 362313"/>
              <a:gd name="connsiteY78" fmla="*/ 187689 h 361971"/>
              <a:gd name="connsiteX79" fmla="*/ 235150 w 362313"/>
              <a:gd name="connsiteY79" fmla="*/ 199180 h 361971"/>
              <a:gd name="connsiteX80" fmla="*/ 246013 w 362313"/>
              <a:gd name="connsiteY80" fmla="*/ 195988 h 361971"/>
              <a:gd name="connsiteX81" fmla="*/ 246013 w 362313"/>
              <a:gd name="connsiteY81" fmla="*/ 195988 h 361971"/>
              <a:gd name="connsiteX82" fmla="*/ 269016 w 362313"/>
              <a:gd name="connsiteY82" fmla="*/ 218971 h 361971"/>
              <a:gd name="connsiteX83" fmla="*/ 269016 w 362313"/>
              <a:gd name="connsiteY83" fmla="*/ 245783 h 361971"/>
              <a:gd name="connsiteX84" fmla="*/ 263904 w 362313"/>
              <a:gd name="connsiteY84" fmla="*/ 252806 h 361971"/>
              <a:gd name="connsiteX85" fmla="*/ 262626 w 362313"/>
              <a:gd name="connsiteY85" fmla="*/ 25344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lnTo>
                  <a:pt x="181474" y="0"/>
                </a:lnTo>
                <a:close/>
                <a:moveTo>
                  <a:pt x="233233" y="69586"/>
                </a:moveTo>
                <a:cubicBezTo>
                  <a:pt x="240901" y="69586"/>
                  <a:pt x="246652" y="75331"/>
                  <a:pt x="246652" y="82992"/>
                </a:cubicBezTo>
                <a:cubicBezTo>
                  <a:pt x="246652" y="90653"/>
                  <a:pt x="240901" y="96398"/>
                  <a:pt x="233233" y="96398"/>
                </a:cubicBezTo>
                <a:cubicBezTo>
                  <a:pt x="225565" y="96398"/>
                  <a:pt x="219814" y="90653"/>
                  <a:pt x="219814" y="82992"/>
                </a:cubicBezTo>
                <a:cubicBezTo>
                  <a:pt x="219814" y="82992"/>
                  <a:pt x="219814" y="82992"/>
                  <a:pt x="219814" y="82992"/>
                </a:cubicBezTo>
                <a:cubicBezTo>
                  <a:pt x="219814" y="75331"/>
                  <a:pt x="225565" y="69586"/>
                  <a:pt x="233233" y="69586"/>
                </a:cubicBezTo>
                <a:close/>
                <a:moveTo>
                  <a:pt x="175723" y="69586"/>
                </a:moveTo>
                <a:cubicBezTo>
                  <a:pt x="183391" y="69586"/>
                  <a:pt x="189142" y="75331"/>
                  <a:pt x="189142" y="82992"/>
                </a:cubicBezTo>
                <a:cubicBezTo>
                  <a:pt x="189142" y="90653"/>
                  <a:pt x="183391" y="96398"/>
                  <a:pt x="175723" y="96398"/>
                </a:cubicBezTo>
                <a:cubicBezTo>
                  <a:pt x="168055" y="96398"/>
                  <a:pt x="162304" y="90653"/>
                  <a:pt x="162304" y="82992"/>
                </a:cubicBezTo>
                <a:cubicBezTo>
                  <a:pt x="162304" y="82992"/>
                  <a:pt x="162304" y="82992"/>
                  <a:pt x="162304" y="82992"/>
                </a:cubicBezTo>
                <a:cubicBezTo>
                  <a:pt x="162304" y="75331"/>
                  <a:pt x="168055" y="69586"/>
                  <a:pt x="175723" y="69586"/>
                </a:cubicBezTo>
                <a:close/>
                <a:moveTo>
                  <a:pt x="118214" y="69586"/>
                </a:moveTo>
                <a:cubicBezTo>
                  <a:pt x="125882" y="68947"/>
                  <a:pt x="132272" y="74693"/>
                  <a:pt x="132272" y="82354"/>
                </a:cubicBezTo>
                <a:cubicBezTo>
                  <a:pt x="132911" y="90014"/>
                  <a:pt x="127160" y="96398"/>
                  <a:pt x="119492" y="96398"/>
                </a:cubicBezTo>
                <a:cubicBezTo>
                  <a:pt x="111824" y="97037"/>
                  <a:pt x="105434" y="91291"/>
                  <a:pt x="105434" y="83630"/>
                </a:cubicBezTo>
                <a:cubicBezTo>
                  <a:pt x="105434" y="83630"/>
                  <a:pt x="105434" y="82992"/>
                  <a:pt x="105434" y="82992"/>
                </a:cubicBezTo>
                <a:cubicBezTo>
                  <a:pt x="105434" y="75331"/>
                  <a:pt x="111185" y="69586"/>
                  <a:pt x="118214" y="69586"/>
                </a:cubicBezTo>
                <a:lnTo>
                  <a:pt x="118214" y="69586"/>
                </a:lnTo>
                <a:close/>
                <a:moveTo>
                  <a:pt x="262626" y="253444"/>
                </a:moveTo>
                <a:lnTo>
                  <a:pt x="262626" y="253444"/>
                </a:lnTo>
                <a:cubicBezTo>
                  <a:pt x="258792" y="253444"/>
                  <a:pt x="256237" y="250890"/>
                  <a:pt x="256237" y="247060"/>
                </a:cubicBezTo>
                <a:lnTo>
                  <a:pt x="256237" y="220247"/>
                </a:lnTo>
                <a:cubicBezTo>
                  <a:pt x="256237" y="217694"/>
                  <a:pt x="254958" y="215140"/>
                  <a:pt x="253042" y="213225"/>
                </a:cubicBezTo>
                <a:cubicBezTo>
                  <a:pt x="251124" y="211310"/>
                  <a:pt x="248569" y="210033"/>
                  <a:pt x="246013" y="210033"/>
                </a:cubicBezTo>
                <a:lnTo>
                  <a:pt x="246013" y="210033"/>
                </a:lnTo>
                <a:cubicBezTo>
                  <a:pt x="240901" y="210033"/>
                  <a:pt x="236428" y="213863"/>
                  <a:pt x="235789" y="219609"/>
                </a:cubicBezTo>
                <a:lnTo>
                  <a:pt x="235789" y="238761"/>
                </a:lnTo>
                <a:cubicBezTo>
                  <a:pt x="235789" y="242591"/>
                  <a:pt x="233233" y="245145"/>
                  <a:pt x="229399" y="245145"/>
                </a:cubicBezTo>
                <a:lnTo>
                  <a:pt x="229399" y="245145"/>
                </a:lnTo>
                <a:cubicBezTo>
                  <a:pt x="225565" y="245145"/>
                  <a:pt x="223009" y="242591"/>
                  <a:pt x="223009" y="238761"/>
                </a:cubicBezTo>
                <a:lnTo>
                  <a:pt x="223009" y="220886"/>
                </a:lnTo>
                <a:lnTo>
                  <a:pt x="223009" y="220886"/>
                </a:lnTo>
                <a:cubicBezTo>
                  <a:pt x="223009" y="220247"/>
                  <a:pt x="223009" y="220247"/>
                  <a:pt x="223009" y="219609"/>
                </a:cubicBezTo>
                <a:lnTo>
                  <a:pt x="223009" y="205564"/>
                </a:lnTo>
                <a:cubicBezTo>
                  <a:pt x="223009" y="199819"/>
                  <a:pt x="218536" y="195350"/>
                  <a:pt x="212785" y="195350"/>
                </a:cubicBezTo>
                <a:lnTo>
                  <a:pt x="212785" y="195350"/>
                </a:lnTo>
                <a:cubicBezTo>
                  <a:pt x="207673" y="195350"/>
                  <a:pt x="203200" y="199819"/>
                  <a:pt x="202561" y="204926"/>
                </a:cubicBezTo>
                <a:lnTo>
                  <a:pt x="202561" y="231100"/>
                </a:lnTo>
                <a:cubicBezTo>
                  <a:pt x="202561" y="234930"/>
                  <a:pt x="200005" y="237484"/>
                  <a:pt x="196171" y="237484"/>
                </a:cubicBezTo>
                <a:lnTo>
                  <a:pt x="196171" y="237484"/>
                </a:lnTo>
                <a:cubicBezTo>
                  <a:pt x="192337" y="237484"/>
                  <a:pt x="189781" y="234930"/>
                  <a:pt x="189781" y="231100"/>
                </a:cubicBezTo>
                <a:lnTo>
                  <a:pt x="189781" y="205564"/>
                </a:lnTo>
                <a:lnTo>
                  <a:pt x="189781" y="204287"/>
                </a:lnTo>
                <a:lnTo>
                  <a:pt x="189781" y="137894"/>
                </a:lnTo>
                <a:cubicBezTo>
                  <a:pt x="189142" y="132787"/>
                  <a:pt x="184669" y="128318"/>
                  <a:pt x="179557" y="128318"/>
                </a:cubicBezTo>
                <a:lnTo>
                  <a:pt x="179557" y="128318"/>
                </a:lnTo>
                <a:cubicBezTo>
                  <a:pt x="173806" y="128318"/>
                  <a:pt x="169333" y="132787"/>
                  <a:pt x="169333" y="138533"/>
                </a:cubicBezTo>
                <a:lnTo>
                  <a:pt x="169972" y="270042"/>
                </a:lnTo>
                <a:cubicBezTo>
                  <a:pt x="169972" y="273873"/>
                  <a:pt x="167416" y="276426"/>
                  <a:pt x="163582" y="276426"/>
                </a:cubicBezTo>
                <a:cubicBezTo>
                  <a:pt x="161665" y="276426"/>
                  <a:pt x="159109" y="275150"/>
                  <a:pt x="157832" y="273234"/>
                </a:cubicBezTo>
                <a:cubicBezTo>
                  <a:pt x="157832" y="273234"/>
                  <a:pt x="143135" y="249614"/>
                  <a:pt x="130355" y="228546"/>
                </a:cubicBezTo>
                <a:cubicBezTo>
                  <a:pt x="126521" y="223439"/>
                  <a:pt x="120131" y="220886"/>
                  <a:pt x="113741" y="222163"/>
                </a:cubicBezTo>
                <a:cubicBezTo>
                  <a:pt x="109268" y="222801"/>
                  <a:pt x="107351" y="225355"/>
                  <a:pt x="107351" y="225355"/>
                </a:cubicBezTo>
                <a:lnTo>
                  <a:pt x="130994" y="282172"/>
                </a:lnTo>
                <a:cubicBezTo>
                  <a:pt x="132272" y="285364"/>
                  <a:pt x="130994" y="289194"/>
                  <a:pt x="127799" y="290471"/>
                </a:cubicBezTo>
                <a:cubicBezTo>
                  <a:pt x="127160" y="291110"/>
                  <a:pt x="125882" y="291110"/>
                  <a:pt x="125243" y="291110"/>
                </a:cubicBezTo>
                <a:cubicBezTo>
                  <a:pt x="122687" y="291110"/>
                  <a:pt x="120131" y="289833"/>
                  <a:pt x="119492" y="287279"/>
                </a:cubicBezTo>
                <a:lnTo>
                  <a:pt x="95849" y="230462"/>
                </a:lnTo>
                <a:cubicBezTo>
                  <a:pt x="93293" y="222801"/>
                  <a:pt x="97127" y="214502"/>
                  <a:pt x="104795" y="211948"/>
                </a:cubicBezTo>
                <a:cubicBezTo>
                  <a:pt x="117575" y="205564"/>
                  <a:pt x="133550" y="209395"/>
                  <a:pt x="141857" y="221524"/>
                </a:cubicBezTo>
                <a:lnTo>
                  <a:pt x="157192" y="247060"/>
                </a:lnTo>
                <a:lnTo>
                  <a:pt x="156553" y="138533"/>
                </a:lnTo>
                <a:cubicBezTo>
                  <a:pt x="156553" y="132149"/>
                  <a:pt x="159109" y="126403"/>
                  <a:pt x="162943" y="121934"/>
                </a:cubicBezTo>
                <a:cubicBezTo>
                  <a:pt x="167416" y="117465"/>
                  <a:pt x="173167" y="114912"/>
                  <a:pt x="178918" y="114912"/>
                </a:cubicBezTo>
                <a:cubicBezTo>
                  <a:pt x="184669" y="114912"/>
                  <a:pt x="191059" y="117465"/>
                  <a:pt x="195532" y="121296"/>
                </a:cubicBezTo>
                <a:cubicBezTo>
                  <a:pt x="199366" y="125126"/>
                  <a:pt x="201922" y="130233"/>
                  <a:pt x="202561" y="135979"/>
                </a:cubicBezTo>
                <a:cubicBezTo>
                  <a:pt x="202561" y="136617"/>
                  <a:pt x="202561" y="137256"/>
                  <a:pt x="202561" y="137894"/>
                </a:cubicBezTo>
                <a:lnTo>
                  <a:pt x="202561" y="183859"/>
                </a:lnTo>
                <a:cubicBezTo>
                  <a:pt x="205756" y="181944"/>
                  <a:pt x="208951" y="181305"/>
                  <a:pt x="212785" y="181305"/>
                </a:cubicBezTo>
                <a:lnTo>
                  <a:pt x="212785" y="181305"/>
                </a:lnTo>
                <a:cubicBezTo>
                  <a:pt x="218536" y="181305"/>
                  <a:pt x="224926" y="183220"/>
                  <a:pt x="228760" y="187689"/>
                </a:cubicBezTo>
                <a:cubicBezTo>
                  <a:pt x="231955" y="190881"/>
                  <a:pt x="233872" y="194711"/>
                  <a:pt x="235150" y="199180"/>
                </a:cubicBezTo>
                <a:cubicBezTo>
                  <a:pt x="238345" y="197265"/>
                  <a:pt x="242179" y="196627"/>
                  <a:pt x="246013" y="195988"/>
                </a:cubicBezTo>
                <a:lnTo>
                  <a:pt x="246013" y="195988"/>
                </a:lnTo>
                <a:cubicBezTo>
                  <a:pt x="258792" y="195988"/>
                  <a:pt x="269016" y="206203"/>
                  <a:pt x="269016" y="218971"/>
                </a:cubicBezTo>
                <a:lnTo>
                  <a:pt x="269016" y="245783"/>
                </a:lnTo>
                <a:cubicBezTo>
                  <a:pt x="269655" y="248975"/>
                  <a:pt x="267099" y="252806"/>
                  <a:pt x="263904" y="252806"/>
                </a:cubicBezTo>
                <a:cubicBezTo>
                  <a:pt x="263904" y="253444"/>
                  <a:pt x="263266" y="253444"/>
                  <a:pt x="262626" y="253444"/>
                </a:cubicBezTo>
                <a:close/>
              </a:path>
            </a:pathLst>
          </a:custGeom>
          <a:solidFill>
            <a:srgbClr val="00A3E0"/>
          </a:solidFill>
          <a:ln w="6390" cap="flat">
            <a:noFill/>
            <a:prstDash val="solid"/>
            <a:miter/>
          </a:ln>
        </p:spPr>
        <p:txBody>
          <a:bodyPr rtlCol="0" anchor="ctr"/>
          <a:lstStyle/>
          <a:p>
            <a:endParaRPr lang="en-US"/>
          </a:p>
        </p:txBody>
      </p:sp>
      <p:grpSp>
        <p:nvGrpSpPr>
          <p:cNvPr id="426" name="Graphic 4">
            <a:extLst>
              <a:ext uri="{FF2B5EF4-FFF2-40B4-BE49-F238E27FC236}">
                <a16:creationId xmlns:a16="http://schemas.microsoft.com/office/drawing/2014/main" id="{0A2CDFE5-5039-F840-8B76-7FB72CA67115}"/>
              </a:ext>
            </a:extLst>
          </p:cNvPr>
          <p:cNvGrpSpPr>
            <a:grpSpLocks noChangeAspect="1"/>
          </p:cNvGrpSpPr>
          <p:nvPr/>
        </p:nvGrpSpPr>
        <p:grpSpPr>
          <a:xfrm>
            <a:off x="2560447" y="2855717"/>
            <a:ext cx="362309" cy="361971"/>
            <a:chOff x="2560447" y="2855717"/>
            <a:chExt cx="362309" cy="361971"/>
          </a:xfrm>
          <a:solidFill>
            <a:srgbClr val="00A3E0"/>
          </a:solidFill>
        </p:grpSpPr>
        <p:sp>
          <p:nvSpPr>
            <p:cNvPr id="427" name="Graphic 4">
              <a:extLst>
                <a:ext uri="{FF2B5EF4-FFF2-40B4-BE49-F238E27FC236}">
                  <a16:creationId xmlns:a16="http://schemas.microsoft.com/office/drawing/2014/main" id="{9F403DAB-5D07-A24E-AE92-D0487CCDA8CC}"/>
                </a:ext>
              </a:extLst>
            </p:cNvPr>
            <p:cNvSpPr/>
            <p:nvPr/>
          </p:nvSpPr>
          <p:spPr>
            <a:xfrm>
              <a:off x="2560447" y="2855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6"/>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234"/>
                    <a:pt x="274128" y="348565"/>
                    <a:pt x="181474" y="349204"/>
                  </a:cubicBezTo>
                  <a:close/>
                </a:path>
              </a:pathLst>
            </a:custGeom>
            <a:solidFill>
              <a:srgbClr val="00A3E0"/>
            </a:solidFill>
            <a:ln w="6390" cap="flat">
              <a:noFill/>
              <a:prstDash val="solid"/>
              <a:miter/>
            </a:ln>
          </p:spPr>
          <p:txBody>
            <a:bodyPr rtlCol="0" anchor="ctr"/>
            <a:lstStyle/>
            <a:p>
              <a:endParaRPr lang="en-US"/>
            </a:p>
          </p:txBody>
        </p:sp>
        <p:sp>
          <p:nvSpPr>
            <p:cNvPr id="428" name="Graphic 4">
              <a:extLst>
                <a:ext uri="{FF2B5EF4-FFF2-40B4-BE49-F238E27FC236}">
                  <a16:creationId xmlns:a16="http://schemas.microsoft.com/office/drawing/2014/main" id="{72350092-71F4-3E4C-BB18-34FEC6346861}"/>
                </a:ext>
              </a:extLst>
            </p:cNvPr>
            <p:cNvSpPr/>
            <p:nvPr/>
          </p:nvSpPr>
          <p:spPr>
            <a:xfrm>
              <a:off x="2704122" y="2975009"/>
              <a:ext cx="166875" cy="160964"/>
            </a:xfrm>
            <a:custGeom>
              <a:avLst/>
              <a:gdLst>
                <a:gd name="connsiteX0" fmla="*/ 143872 w 166875"/>
                <a:gd name="connsiteY0" fmla="*/ 2004 h 160964"/>
                <a:gd name="connsiteX1" fmla="*/ 134926 w 166875"/>
                <a:gd name="connsiteY1" fmla="*/ 1365 h 160964"/>
                <a:gd name="connsiteX2" fmla="*/ 134926 w 166875"/>
                <a:gd name="connsiteY2" fmla="*/ 10303 h 160964"/>
                <a:gd name="connsiteX3" fmla="*/ 134926 w 166875"/>
                <a:gd name="connsiteY3" fmla="*/ 10303 h 160964"/>
                <a:gd name="connsiteX4" fmla="*/ 154096 w 166875"/>
                <a:gd name="connsiteY4" fmla="*/ 54991 h 160964"/>
                <a:gd name="connsiteX5" fmla="*/ 123424 w 166875"/>
                <a:gd name="connsiteY5" fmla="*/ 109893 h 160964"/>
                <a:gd name="connsiteX6" fmla="*/ 124063 w 166875"/>
                <a:gd name="connsiteY6" fmla="*/ 136067 h 160964"/>
                <a:gd name="connsiteX7" fmla="*/ 126619 w 166875"/>
                <a:gd name="connsiteY7" fmla="*/ 144366 h 160964"/>
                <a:gd name="connsiteX8" fmla="*/ 119590 w 166875"/>
                <a:gd name="connsiteY8" fmla="*/ 138621 h 160964"/>
                <a:gd name="connsiteX9" fmla="*/ 94670 w 166875"/>
                <a:gd name="connsiteY9" fmla="*/ 125853 h 160964"/>
                <a:gd name="connsiteX10" fmla="*/ 7766 w 166875"/>
                <a:gd name="connsiteY10" fmla="*/ 132875 h 160964"/>
                <a:gd name="connsiteX11" fmla="*/ 99 w 166875"/>
                <a:gd name="connsiteY11" fmla="*/ 137982 h 160964"/>
                <a:gd name="connsiteX12" fmla="*/ 5210 w 166875"/>
                <a:gd name="connsiteY12" fmla="*/ 145643 h 160964"/>
                <a:gd name="connsiteX13" fmla="*/ 5210 w 166875"/>
                <a:gd name="connsiteY13" fmla="*/ 145643 h 160964"/>
                <a:gd name="connsiteX14" fmla="*/ 97226 w 166875"/>
                <a:gd name="connsiteY14" fmla="*/ 137982 h 160964"/>
                <a:gd name="connsiteX15" fmla="*/ 110644 w 166875"/>
                <a:gd name="connsiteY15" fmla="*/ 148197 h 160964"/>
                <a:gd name="connsiteX16" fmla="*/ 131731 w 166875"/>
                <a:gd name="connsiteY16" fmla="*/ 160965 h 160964"/>
                <a:gd name="connsiteX17" fmla="*/ 135565 w 166875"/>
                <a:gd name="connsiteY17" fmla="*/ 159688 h 160964"/>
                <a:gd name="connsiteX18" fmla="*/ 135565 w 166875"/>
                <a:gd name="connsiteY18" fmla="*/ 131598 h 160964"/>
                <a:gd name="connsiteX19" fmla="*/ 132370 w 166875"/>
                <a:gd name="connsiteY19" fmla="*/ 117554 h 160964"/>
                <a:gd name="connsiteX20" fmla="*/ 166876 w 166875"/>
                <a:gd name="connsiteY20" fmla="*/ 53714 h 160964"/>
                <a:gd name="connsiteX21" fmla="*/ 143872 w 166875"/>
                <a:gd name="connsiteY21" fmla="*/ 2004 h 16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6875" h="160964">
                  <a:moveTo>
                    <a:pt x="143872" y="2004"/>
                  </a:moveTo>
                  <a:cubicBezTo>
                    <a:pt x="141316" y="-550"/>
                    <a:pt x="137482" y="-550"/>
                    <a:pt x="134926" y="1365"/>
                  </a:cubicBezTo>
                  <a:cubicBezTo>
                    <a:pt x="132370" y="3919"/>
                    <a:pt x="132370" y="7749"/>
                    <a:pt x="134926" y="10303"/>
                  </a:cubicBezTo>
                  <a:lnTo>
                    <a:pt x="134926" y="10303"/>
                  </a:lnTo>
                  <a:cubicBezTo>
                    <a:pt x="147067" y="21794"/>
                    <a:pt x="153457" y="37754"/>
                    <a:pt x="154096" y="54991"/>
                  </a:cubicBezTo>
                  <a:cubicBezTo>
                    <a:pt x="154096" y="75419"/>
                    <a:pt x="143233" y="95210"/>
                    <a:pt x="123424" y="109893"/>
                  </a:cubicBezTo>
                  <a:cubicBezTo>
                    <a:pt x="117673" y="114362"/>
                    <a:pt x="120229" y="122661"/>
                    <a:pt x="124063" y="136067"/>
                  </a:cubicBezTo>
                  <a:cubicBezTo>
                    <a:pt x="124702" y="138621"/>
                    <a:pt x="125341" y="141174"/>
                    <a:pt x="126619" y="144366"/>
                  </a:cubicBezTo>
                  <a:cubicBezTo>
                    <a:pt x="124063" y="142451"/>
                    <a:pt x="121507" y="140536"/>
                    <a:pt x="119590" y="138621"/>
                  </a:cubicBezTo>
                  <a:cubicBezTo>
                    <a:pt x="107449" y="128406"/>
                    <a:pt x="101060" y="123299"/>
                    <a:pt x="94670" y="125853"/>
                  </a:cubicBezTo>
                  <a:cubicBezTo>
                    <a:pt x="67193" y="136067"/>
                    <a:pt x="37160" y="138621"/>
                    <a:pt x="7766" y="132875"/>
                  </a:cubicBezTo>
                  <a:cubicBezTo>
                    <a:pt x="4571" y="132237"/>
                    <a:pt x="737" y="134152"/>
                    <a:pt x="99" y="137982"/>
                  </a:cubicBezTo>
                  <a:cubicBezTo>
                    <a:pt x="-540" y="141174"/>
                    <a:pt x="2015" y="145005"/>
                    <a:pt x="5210" y="145643"/>
                  </a:cubicBezTo>
                  <a:cubicBezTo>
                    <a:pt x="5210" y="145643"/>
                    <a:pt x="5210" y="145643"/>
                    <a:pt x="5210" y="145643"/>
                  </a:cubicBezTo>
                  <a:cubicBezTo>
                    <a:pt x="35882" y="151389"/>
                    <a:pt x="67832" y="148835"/>
                    <a:pt x="97226" y="137982"/>
                  </a:cubicBezTo>
                  <a:cubicBezTo>
                    <a:pt x="101699" y="141174"/>
                    <a:pt x="106171" y="144366"/>
                    <a:pt x="110644" y="148197"/>
                  </a:cubicBezTo>
                  <a:cubicBezTo>
                    <a:pt x="120229" y="155858"/>
                    <a:pt x="126619" y="160965"/>
                    <a:pt x="131731" y="160965"/>
                  </a:cubicBezTo>
                  <a:cubicBezTo>
                    <a:pt x="133009" y="160965"/>
                    <a:pt x="134287" y="160326"/>
                    <a:pt x="135565" y="159688"/>
                  </a:cubicBezTo>
                  <a:cubicBezTo>
                    <a:pt x="142594" y="155858"/>
                    <a:pt x="140038" y="146282"/>
                    <a:pt x="135565" y="131598"/>
                  </a:cubicBezTo>
                  <a:cubicBezTo>
                    <a:pt x="134287" y="127130"/>
                    <a:pt x="133009" y="122022"/>
                    <a:pt x="132370" y="117554"/>
                  </a:cubicBezTo>
                  <a:cubicBezTo>
                    <a:pt x="154735" y="100317"/>
                    <a:pt x="166876" y="77335"/>
                    <a:pt x="166876" y="53714"/>
                  </a:cubicBezTo>
                  <a:cubicBezTo>
                    <a:pt x="165598" y="35200"/>
                    <a:pt x="157930" y="16048"/>
                    <a:pt x="143872" y="2004"/>
                  </a:cubicBezTo>
                  <a:close/>
                </a:path>
              </a:pathLst>
            </a:custGeom>
            <a:solidFill>
              <a:srgbClr val="00A3E0"/>
            </a:solidFill>
            <a:ln w="6390" cap="flat">
              <a:noFill/>
              <a:prstDash val="solid"/>
              <a:miter/>
            </a:ln>
          </p:spPr>
          <p:txBody>
            <a:bodyPr rtlCol="0" anchor="ctr"/>
            <a:lstStyle/>
            <a:p>
              <a:endParaRPr lang="en-US"/>
            </a:p>
          </p:txBody>
        </p:sp>
        <p:sp>
          <p:nvSpPr>
            <p:cNvPr id="429" name="Graphic 4">
              <a:extLst>
                <a:ext uri="{FF2B5EF4-FFF2-40B4-BE49-F238E27FC236}">
                  <a16:creationId xmlns:a16="http://schemas.microsoft.com/office/drawing/2014/main" id="{F9174B33-FED0-DC42-9E6A-62EB5AB4BE27}"/>
                </a:ext>
              </a:extLst>
            </p:cNvPr>
            <p:cNvSpPr/>
            <p:nvPr/>
          </p:nvSpPr>
          <p:spPr>
            <a:xfrm>
              <a:off x="2781539" y="3017232"/>
              <a:ext cx="29393" cy="29366"/>
            </a:xfrm>
            <a:custGeom>
              <a:avLst/>
              <a:gdLst>
                <a:gd name="connsiteX0" fmla="*/ 0 w 29393"/>
                <a:gd name="connsiteY0" fmla="*/ 14683 h 29366"/>
                <a:gd name="connsiteX1" fmla="*/ 14697 w 29393"/>
                <a:gd name="connsiteY1" fmla="*/ 29366 h 29366"/>
                <a:gd name="connsiteX2" fmla="*/ 29394 w 29393"/>
                <a:gd name="connsiteY2" fmla="*/ 14683 h 29366"/>
                <a:gd name="connsiteX3" fmla="*/ 14697 w 29393"/>
                <a:gd name="connsiteY3" fmla="*/ 0 h 29366"/>
                <a:gd name="connsiteX4" fmla="*/ 14697 w 29393"/>
                <a:gd name="connsiteY4" fmla="*/ 0 h 29366"/>
                <a:gd name="connsiteX5" fmla="*/ 0 w 29393"/>
                <a:gd name="connsiteY5" fmla="*/ 14683 h 29366"/>
                <a:gd name="connsiteX6" fmla="*/ 16614 w 29393"/>
                <a:gd name="connsiteY6" fmla="*/ 14683 h 29366"/>
                <a:gd name="connsiteX7" fmla="*/ 14697 w 29393"/>
                <a:gd name="connsiteY7" fmla="*/ 16598 h 29366"/>
                <a:gd name="connsiteX8" fmla="*/ 12780 w 29393"/>
                <a:gd name="connsiteY8" fmla="*/ 14683 h 29366"/>
                <a:gd name="connsiteX9" fmla="*/ 14697 w 29393"/>
                <a:gd name="connsiteY9" fmla="*/ 12768 h 29366"/>
                <a:gd name="connsiteX10" fmla="*/ 14697 w 29393"/>
                <a:gd name="connsiteY10" fmla="*/ 12768 h 29366"/>
                <a:gd name="connsiteX11" fmla="*/ 16614 w 29393"/>
                <a:gd name="connsiteY11" fmla="*/ 14683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393" h="29366">
                  <a:moveTo>
                    <a:pt x="0" y="14683"/>
                  </a:moveTo>
                  <a:cubicBezTo>
                    <a:pt x="0" y="22982"/>
                    <a:pt x="6390" y="29366"/>
                    <a:pt x="14697" y="29366"/>
                  </a:cubicBezTo>
                  <a:cubicBezTo>
                    <a:pt x="23004" y="29366"/>
                    <a:pt x="29394" y="22982"/>
                    <a:pt x="29394" y="14683"/>
                  </a:cubicBezTo>
                  <a:cubicBezTo>
                    <a:pt x="29394" y="6384"/>
                    <a:pt x="23004" y="0"/>
                    <a:pt x="14697" y="0"/>
                  </a:cubicBezTo>
                  <a:cubicBezTo>
                    <a:pt x="14697" y="0"/>
                    <a:pt x="14697" y="0"/>
                    <a:pt x="14697" y="0"/>
                  </a:cubicBezTo>
                  <a:cubicBezTo>
                    <a:pt x="6390" y="0"/>
                    <a:pt x="0" y="6384"/>
                    <a:pt x="0" y="14683"/>
                  </a:cubicBezTo>
                  <a:close/>
                  <a:moveTo>
                    <a:pt x="16614" y="14683"/>
                  </a:moveTo>
                  <a:cubicBezTo>
                    <a:pt x="16614" y="15960"/>
                    <a:pt x="15975" y="16598"/>
                    <a:pt x="14697" y="16598"/>
                  </a:cubicBezTo>
                  <a:cubicBezTo>
                    <a:pt x="13419" y="16598"/>
                    <a:pt x="12780" y="15960"/>
                    <a:pt x="12780" y="14683"/>
                  </a:cubicBezTo>
                  <a:cubicBezTo>
                    <a:pt x="12780" y="13406"/>
                    <a:pt x="13419" y="12768"/>
                    <a:pt x="14697" y="12768"/>
                  </a:cubicBezTo>
                  <a:cubicBezTo>
                    <a:pt x="14697" y="12768"/>
                    <a:pt x="14697" y="12768"/>
                    <a:pt x="14697" y="12768"/>
                  </a:cubicBezTo>
                  <a:cubicBezTo>
                    <a:pt x="15975" y="12768"/>
                    <a:pt x="16614" y="13406"/>
                    <a:pt x="16614" y="14683"/>
                  </a:cubicBezTo>
                  <a:close/>
                </a:path>
              </a:pathLst>
            </a:custGeom>
            <a:solidFill>
              <a:srgbClr val="00A3E0"/>
            </a:solidFill>
            <a:ln w="6390" cap="flat">
              <a:noFill/>
              <a:prstDash val="solid"/>
              <a:miter/>
            </a:ln>
          </p:spPr>
          <p:txBody>
            <a:bodyPr rtlCol="0" anchor="ctr"/>
            <a:lstStyle/>
            <a:p>
              <a:endParaRPr lang="en-US"/>
            </a:p>
          </p:txBody>
        </p:sp>
        <p:sp>
          <p:nvSpPr>
            <p:cNvPr id="430" name="Graphic 4">
              <a:extLst>
                <a:ext uri="{FF2B5EF4-FFF2-40B4-BE49-F238E27FC236}">
                  <a16:creationId xmlns:a16="http://schemas.microsoft.com/office/drawing/2014/main" id="{36D09B99-FA8A-BC40-9BF0-86FC496149A1}"/>
                </a:ext>
              </a:extLst>
            </p:cNvPr>
            <p:cNvSpPr/>
            <p:nvPr/>
          </p:nvSpPr>
          <p:spPr>
            <a:xfrm>
              <a:off x="2676744" y="3017232"/>
              <a:ext cx="29393" cy="29366"/>
            </a:xfrm>
            <a:custGeom>
              <a:avLst/>
              <a:gdLst>
                <a:gd name="connsiteX0" fmla="*/ 14697 w 29393"/>
                <a:gd name="connsiteY0" fmla="*/ 0 h 29366"/>
                <a:gd name="connsiteX1" fmla="*/ 0 w 29393"/>
                <a:gd name="connsiteY1" fmla="*/ 14683 h 29366"/>
                <a:gd name="connsiteX2" fmla="*/ 14697 w 29393"/>
                <a:gd name="connsiteY2" fmla="*/ 29366 h 29366"/>
                <a:gd name="connsiteX3" fmla="*/ 29394 w 29393"/>
                <a:gd name="connsiteY3" fmla="*/ 14683 h 29366"/>
                <a:gd name="connsiteX4" fmla="*/ 14697 w 29393"/>
                <a:gd name="connsiteY4" fmla="*/ 0 h 29366"/>
                <a:gd name="connsiteX5" fmla="*/ 14697 w 29393"/>
                <a:gd name="connsiteY5" fmla="*/ 0 h 29366"/>
                <a:gd name="connsiteX6" fmla="*/ 14697 w 29393"/>
                <a:gd name="connsiteY6" fmla="*/ 16598 h 29366"/>
                <a:gd name="connsiteX7" fmla="*/ 12780 w 29393"/>
                <a:gd name="connsiteY7" fmla="*/ 14683 h 29366"/>
                <a:gd name="connsiteX8" fmla="*/ 14697 w 29393"/>
                <a:gd name="connsiteY8" fmla="*/ 12768 h 29366"/>
                <a:gd name="connsiteX9" fmla="*/ 16614 w 29393"/>
                <a:gd name="connsiteY9" fmla="*/ 14683 h 29366"/>
                <a:gd name="connsiteX10" fmla="*/ 14697 w 29393"/>
                <a:gd name="connsiteY10" fmla="*/ 16598 h 29366"/>
                <a:gd name="connsiteX11" fmla="*/ 14697 w 29393"/>
                <a:gd name="connsiteY11" fmla="*/ 16598 h 29366"/>
                <a:gd name="connsiteX12" fmla="*/ 14697 w 29393"/>
                <a:gd name="connsiteY12" fmla="*/ 16598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393" h="29366">
                  <a:moveTo>
                    <a:pt x="14697" y="0"/>
                  </a:moveTo>
                  <a:cubicBezTo>
                    <a:pt x="6390" y="0"/>
                    <a:pt x="0" y="6384"/>
                    <a:pt x="0" y="14683"/>
                  </a:cubicBezTo>
                  <a:cubicBezTo>
                    <a:pt x="0" y="22982"/>
                    <a:pt x="6390" y="29366"/>
                    <a:pt x="14697" y="29366"/>
                  </a:cubicBezTo>
                  <a:cubicBezTo>
                    <a:pt x="23004" y="29366"/>
                    <a:pt x="29394" y="22982"/>
                    <a:pt x="29394" y="14683"/>
                  </a:cubicBezTo>
                  <a:cubicBezTo>
                    <a:pt x="29394" y="6384"/>
                    <a:pt x="23004" y="0"/>
                    <a:pt x="14697" y="0"/>
                  </a:cubicBezTo>
                  <a:cubicBezTo>
                    <a:pt x="14697" y="0"/>
                    <a:pt x="14697" y="0"/>
                    <a:pt x="14697" y="0"/>
                  </a:cubicBezTo>
                  <a:close/>
                  <a:moveTo>
                    <a:pt x="14697" y="16598"/>
                  </a:moveTo>
                  <a:cubicBezTo>
                    <a:pt x="13419" y="16598"/>
                    <a:pt x="12780" y="15960"/>
                    <a:pt x="12780" y="14683"/>
                  </a:cubicBezTo>
                  <a:cubicBezTo>
                    <a:pt x="12780" y="13406"/>
                    <a:pt x="13419" y="12768"/>
                    <a:pt x="14697" y="12768"/>
                  </a:cubicBezTo>
                  <a:cubicBezTo>
                    <a:pt x="15975" y="12768"/>
                    <a:pt x="16614" y="13406"/>
                    <a:pt x="16614" y="14683"/>
                  </a:cubicBezTo>
                  <a:cubicBezTo>
                    <a:pt x="16614" y="15960"/>
                    <a:pt x="15975" y="16598"/>
                    <a:pt x="14697" y="16598"/>
                  </a:cubicBezTo>
                  <a:cubicBezTo>
                    <a:pt x="14697" y="16598"/>
                    <a:pt x="14697" y="16598"/>
                    <a:pt x="14697" y="16598"/>
                  </a:cubicBezTo>
                  <a:lnTo>
                    <a:pt x="14697" y="16598"/>
                  </a:lnTo>
                  <a:close/>
                </a:path>
              </a:pathLst>
            </a:custGeom>
            <a:solidFill>
              <a:srgbClr val="00A3E0"/>
            </a:solidFill>
            <a:ln w="6390" cap="flat">
              <a:noFill/>
              <a:prstDash val="solid"/>
              <a:miter/>
            </a:ln>
          </p:spPr>
          <p:txBody>
            <a:bodyPr rtlCol="0" anchor="ctr"/>
            <a:lstStyle/>
            <a:p>
              <a:endParaRPr lang="en-US"/>
            </a:p>
          </p:txBody>
        </p:sp>
        <p:sp>
          <p:nvSpPr>
            <p:cNvPr id="431" name="Graphic 4">
              <a:extLst>
                <a:ext uri="{FF2B5EF4-FFF2-40B4-BE49-F238E27FC236}">
                  <a16:creationId xmlns:a16="http://schemas.microsoft.com/office/drawing/2014/main" id="{79BA0C52-36BA-224E-B8BE-11A215DEAE4D}"/>
                </a:ext>
              </a:extLst>
            </p:cNvPr>
            <p:cNvSpPr/>
            <p:nvPr/>
          </p:nvSpPr>
          <p:spPr>
            <a:xfrm>
              <a:off x="2613484" y="2935517"/>
              <a:ext cx="219263" cy="195349"/>
            </a:xfrm>
            <a:custGeom>
              <a:avLst/>
              <a:gdLst>
                <a:gd name="connsiteX0" fmla="*/ 217258 w 219263"/>
                <a:gd name="connsiteY0" fmla="*/ 5107 h 195349"/>
                <a:gd name="connsiteX1" fmla="*/ 208312 w 219263"/>
                <a:gd name="connsiteY1" fmla="*/ 5107 h 195349"/>
                <a:gd name="connsiteX2" fmla="*/ 198727 w 219263"/>
                <a:gd name="connsiteY2" fmla="*/ 15322 h 195349"/>
                <a:gd name="connsiteX3" fmla="*/ 128438 w 219263"/>
                <a:gd name="connsiteY3" fmla="*/ 0 h 195349"/>
                <a:gd name="connsiteX4" fmla="*/ 0 w 219263"/>
                <a:gd name="connsiteY4" fmla="*/ 93844 h 195349"/>
                <a:gd name="connsiteX5" fmla="*/ 53036 w 219263"/>
                <a:gd name="connsiteY5" fmla="*/ 169814 h 195349"/>
                <a:gd name="connsiteX6" fmla="*/ 38979 w 219263"/>
                <a:gd name="connsiteY6" fmla="*/ 184497 h 195349"/>
                <a:gd name="connsiteX7" fmla="*/ 39618 w 219263"/>
                <a:gd name="connsiteY7" fmla="*/ 193435 h 195349"/>
                <a:gd name="connsiteX8" fmla="*/ 44091 w 219263"/>
                <a:gd name="connsiteY8" fmla="*/ 195350 h 195349"/>
                <a:gd name="connsiteX9" fmla="*/ 48564 w 219263"/>
                <a:gd name="connsiteY9" fmla="*/ 193435 h 195349"/>
                <a:gd name="connsiteX10" fmla="*/ 217897 w 219263"/>
                <a:gd name="connsiteY10" fmla="*/ 13406 h 195349"/>
                <a:gd name="connsiteX11" fmla="*/ 217258 w 219263"/>
                <a:gd name="connsiteY11" fmla="*/ 5107 h 195349"/>
                <a:gd name="connsiteX12" fmla="*/ 12141 w 219263"/>
                <a:gd name="connsiteY12" fmla="*/ 94483 h 195349"/>
                <a:gd name="connsiteX13" fmla="*/ 127799 w 219263"/>
                <a:gd name="connsiteY13" fmla="*/ 13406 h 195349"/>
                <a:gd name="connsiteX14" fmla="*/ 189142 w 219263"/>
                <a:gd name="connsiteY14" fmla="*/ 25536 h 195349"/>
                <a:gd name="connsiteX15" fmla="*/ 135467 w 219263"/>
                <a:gd name="connsiteY15" fmla="*/ 82353 h 195349"/>
                <a:gd name="connsiteX16" fmla="*/ 116936 w 219263"/>
                <a:gd name="connsiteY16" fmla="*/ 90652 h 195349"/>
                <a:gd name="connsiteX17" fmla="*/ 117575 w 219263"/>
                <a:gd name="connsiteY17" fmla="*/ 101505 h 195349"/>
                <a:gd name="connsiteX18" fmla="*/ 61982 w 219263"/>
                <a:gd name="connsiteY18" fmla="*/ 160238 h 195349"/>
                <a:gd name="connsiteX19" fmla="*/ 12141 w 219263"/>
                <a:gd name="connsiteY19" fmla="*/ 94483 h 195349"/>
                <a:gd name="connsiteX20" fmla="*/ 12141 w 219263"/>
                <a:gd name="connsiteY20" fmla="*/ 94483 h 195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9263" h="195349">
                  <a:moveTo>
                    <a:pt x="217258" y="5107"/>
                  </a:moveTo>
                  <a:cubicBezTo>
                    <a:pt x="214702" y="2554"/>
                    <a:pt x="210868" y="2554"/>
                    <a:pt x="208312" y="5107"/>
                  </a:cubicBezTo>
                  <a:lnTo>
                    <a:pt x="198727" y="15322"/>
                  </a:lnTo>
                  <a:cubicBezTo>
                    <a:pt x="177001" y="5107"/>
                    <a:pt x="152719" y="0"/>
                    <a:pt x="128438" y="0"/>
                  </a:cubicBezTo>
                  <a:cubicBezTo>
                    <a:pt x="57509" y="0"/>
                    <a:pt x="0" y="42134"/>
                    <a:pt x="0" y="93844"/>
                  </a:cubicBezTo>
                  <a:cubicBezTo>
                    <a:pt x="0" y="124488"/>
                    <a:pt x="19809" y="152577"/>
                    <a:pt x="53036" y="169814"/>
                  </a:cubicBezTo>
                  <a:lnTo>
                    <a:pt x="38979" y="184497"/>
                  </a:lnTo>
                  <a:cubicBezTo>
                    <a:pt x="36423" y="187051"/>
                    <a:pt x="36423" y="190881"/>
                    <a:pt x="39618" y="193435"/>
                  </a:cubicBezTo>
                  <a:cubicBezTo>
                    <a:pt x="40896" y="194711"/>
                    <a:pt x="42174" y="195350"/>
                    <a:pt x="44091" y="195350"/>
                  </a:cubicBezTo>
                  <a:cubicBezTo>
                    <a:pt x="46008" y="195350"/>
                    <a:pt x="47285" y="194711"/>
                    <a:pt x="48564" y="193435"/>
                  </a:cubicBezTo>
                  <a:lnTo>
                    <a:pt x="217897" y="13406"/>
                  </a:lnTo>
                  <a:cubicBezTo>
                    <a:pt x="219814" y="11491"/>
                    <a:pt x="219814" y="7661"/>
                    <a:pt x="217258" y="5107"/>
                  </a:cubicBezTo>
                  <a:close/>
                  <a:moveTo>
                    <a:pt x="12141" y="94483"/>
                  </a:moveTo>
                  <a:cubicBezTo>
                    <a:pt x="12141" y="49795"/>
                    <a:pt x="63899" y="13406"/>
                    <a:pt x="127799" y="13406"/>
                  </a:cubicBezTo>
                  <a:cubicBezTo>
                    <a:pt x="148885" y="13406"/>
                    <a:pt x="169333" y="17237"/>
                    <a:pt x="189142" y="25536"/>
                  </a:cubicBezTo>
                  <a:lnTo>
                    <a:pt x="135467" y="82353"/>
                  </a:lnTo>
                  <a:cubicBezTo>
                    <a:pt x="127799" y="79800"/>
                    <a:pt x="119492" y="83630"/>
                    <a:pt x="116936" y="90652"/>
                  </a:cubicBezTo>
                  <a:cubicBezTo>
                    <a:pt x="115658" y="94483"/>
                    <a:pt x="115658" y="98313"/>
                    <a:pt x="117575" y="101505"/>
                  </a:cubicBezTo>
                  <a:lnTo>
                    <a:pt x="61982" y="160238"/>
                  </a:lnTo>
                  <a:cubicBezTo>
                    <a:pt x="30672" y="145555"/>
                    <a:pt x="12141" y="120657"/>
                    <a:pt x="12141" y="94483"/>
                  </a:cubicBezTo>
                  <a:lnTo>
                    <a:pt x="12141" y="94483"/>
                  </a:lnTo>
                  <a:close/>
                </a:path>
              </a:pathLst>
            </a:custGeom>
            <a:solidFill>
              <a:srgbClr val="00A3E0"/>
            </a:solidFill>
            <a:ln w="6390" cap="flat">
              <a:noFill/>
              <a:prstDash val="solid"/>
              <a:miter/>
            </a:ln>
          </p:spPr>
          <p:txBody>
            <a:bodyPr rtlCol="0" anchor="ctr"/>
            <a:lstStyle/>
            <a:p>
              <a:endParaRPr lang="en-US"/>
            </a:p>
          </p:txBody>
        </p:sp>
      </p:grpSp>
      <p:grpSp>
        <p:nvGrpSpPr>
          <p:cNvPr id="432" name="Graphic 4">
            <a:extLst>
              <a:ext uri="{FF2B5EF4-FFF2-40B4-BE49-F238E27FC236}">
                <a16:creationId xmlns:a16="http://schemas.microsoft.com/office/drawing/2014/main" id="{8952064D-CCC3-6C49-86E5-96117F68562A}"/>
              </a:ext>
            </a:extLst>
          </p:cNvPr>
          <p:cNvGrpSpPr>
            <a:grpSpLocks noChangeAspect="1"/>
          </p:cNvGrpSpPr>
          <p:nvPr/>
        </p:nvGrpSpPr>
        <p:grpSpPr>
          <a:xfrm>
            <a:off x="2998797" y="2855717"/>
            <a:ext cx="362309" cy="361971"/>
            <a:chOff x="2998797" y="2855717"/>
            <a:chExt cx="362309" cy="361971"/>
          </a:xfrm>
          <a:solidFill>
            <a:srgbClr val="00A3E0"/>
          </a:solidFill>
        </p:grpSpPr>
        <p:sp>
          <p:nvSpPr>
            <p:cNvPr id="433" name="Graphic 4">
              <a:extLst>
                <a:ext uri="{FF2B5EF4-FFF2-40B4-BE49-F238E27FC236}">
                  <a16:creationId xmlns:a16="http://schemas.microsoft.com/office/drawing/2014/main" id="{72B5350C-C9E3-FA44-9400-FB5466DD6FE4}"/>
                </a:ext>
              </a:extLst>
            </p:cNvPr>
            <p:cNvSpPr/>
            <p:nvPr/>
          </p:nvSpPr>
          <p:spPr>
            <a:xfrm>
              <a:off x="3127874" y="3030000"/>
              <a:ext cx="3834" cy="3830"/>
            </a:xfrm>
            <a:custGeom>
              <a:avLst/>
              <a:gdLst>
                <a:gd name="connsiteX0" fmla="*/ 1917 w 3834"/>
                <a:gd name="connsiteY0" fmla="*/ 0 h 3830"/>
                <a:gd name="connsiteX1" fmla="*/ 0 w 3834"/>
                <a:gd name="connsiteY1" fmla="*/ 1915 h 3830"/>
                <a:gd name="connsiteX2" fmla="*/ 1917 w 3834"/>
                <a:gd name="connsiteY2" fmla="*/ 3830 h 3830"/>
                <a:gd name="connsiteX3" fmla="*/ 3834 w 3834"/>
                <a:gd name="connsiteY3" fmla="*/ 1915 h 3830"/>
                <a:gd name="connsiteX4" fmla="*/ 1917 w 3834"/>
                <a:gd name="connsiteY4" fmla="*/ 0 h 3830"/>
                <a:gd name="connsiteX5" fmla="*/ 1917 w 3834"/>
                <a:gd name="connsiteY5" fmla="*/ 0 h 3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4" h="3830">
                  <a:moveTo>
                    <a:pt x="1917" y="0"/>
                  </a:moveTo>
                  <a:cubicBezTo>
                    <a:pt x="639" y="0"/>
                    <a:pt x="0" y="638"/>
                    <a:pt x="0" y="1915"/>
                  </a:cubicBezTo>
                  <a:cubicBezTo>
                    <a:pt x="0" y="3192"/>
                    <a:pt x="639" y="3830"/>
                    <a:pt x="1917" y="3830"/>
                  </a:cubicBezTo>
                  <a:cubicBezTo>
                    <a:pt x="3195" y="3830"/>
                    <a:pt x="3834" y="3192"/>
                    <a:pt x="3834" y="1915"/>
                  </a:cubicBezTo>
                  <a:cubicBezTo>
                    <a:pt x="3834" y="638"/>
                    <a:pt x="2556" y="0"/>
                    <a:pt x="1917" y="0"/>
                  </a:cubicBezTo>
                  <a:cubicBezTo>
                    <a:pt x="1917" y="0"/>
                    <a:pt x="1917" y="0"/>
                    <a:pt x="1917" y="0"/>
                  </a:cubicBezTo>
                  <a:close/>
                </a:path>
              </a:pathLst>
            </a:custGeom>
            <a:solidFill>
              <a:srgbClr val="00A3E0"/>
            </a:solidFill>
            <a:ln w="6390" cap="flat">
              <a:noFill/>
              <a:prstDash val="solid"/>
              <a:miter/>
            </a:ln>
          </p:spPr>
          <p:txBody>
            <a:bodyPr rtlCol="0" anchor="ctr"/>
            <a:lstStyle/>
            <a:p>
              <a:endParaRPr lang="en-US"/>
            </a:p>
          </p:txBody>
        </p:sp>
        <p:sp>
          <p:nvSpPr>
            <p:cNvPr id="434" name="Graphic 4">
              <a:extLst>
                <a:ext uri="{FF2B5EF4-FFF2-40B4-BE49-F238E27FC236}">
                  <a16:creationId xmlns:a16="http://schemas.microsoft.com/office/drawing/2014/main" id="{CC4C635B-6340-034F-9976-DB61EDC7BF71}"/>
                </a:ext>
              </a:extLst>
            </p:cNvPr>
            <p:cNvSpPr/>
            <p:nvPr/>
          </p:nvSpPr>
          <p:spPr>
            <a:xfrm>
              <a:off x="3063974" y="2948923"/>
              <a:ext cx="177001" cy="147470"/>
            </a:xfrm>
            <a:custGeom>
              <a:avLst/>
              <a:gdLst>
                <a:gd name="connsiteX0" fmla="*/ 107351 w 177001"/>
                <a:gd name="connsiteY0" fmla="*/ 72778 h 147470"/>
                <a:gd name="connsiteX1" fmla="*/ 123326 w 177001"/>
                <a:gd name="connsiteY1" fmla="*/ 68947 h 147470"/>
                <a:gd name="connsiteX2" fmla="*/ 177001 w 177001"/>
                <a:gd name="connsiteY2" fmla="*/ 12130 h 147470"/>
                <a:gd name="connsiteX3" fmla="*/ 115658 w 177001"/>
                <a:gd name="connsiteY3" fmla="*/ 0 h 147470"/>
                <a:gd name="connsiteX4" fmla="*/ 0 w 177001"/>
                <a:gd name="connsiteY4" fmla="*/ 81077 h 147470"/>
                <a:gd name="connsiteX5" fmla="*/ 49841 w 177001"/>
                <a:gd name="connsiteY5" fmla="*/ 147470 h 147470"/>
                <a:gd name="connsiteX6" fmla="*/ 105434 w 177001"/>
                <a:gd name="connsiteY6" fmla="*/ 88738 h 147470"/>
                <a:gd name="connsiteX7" fmla="*/ 107351 w 177001"/>
                <a:gd name="connsiteY7" fmla="*/ 72778 h 147470"/>
                <a:gd name="connsiteX8" fmla="*/ 65816 w 177001"/>
                <a:gd name="connsiteY8" fmla="*/ 97675 h 147470"/>
                <a:gd name="connsiteX9" fmla="*/ 51119 w 177001"/>
                <a:gd name="connsiteY9" fmla="*/ 82992 h 147470"/>
                <a:gd name="connsiteX10" fmla="*/ 65816 w 177001"/>
                <a:gd name="connsiteY10" fmla="*/ 68309 h 147470"/>
                <a:gd name="connsiteX11" fmla="*/ 80513 w 177001"/>
                <a:gd name="connsiteY11" fmla="*/ 82992 h 147470"/>
                <a:gd name="connsiteX12" fmla="*/ 65816 w 177001"/>
                <a:gd name="connsiteY12" fmla="*/ 97675 h 147470"/>
                <a:gd name="connsiteX13" fmla="*/ 65816 w 177001"/>
                <a:gd name="connsiteY13" fmla="*/ 97675 h 147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01" h="147470">
                  <a:moveTo>
                    <a:pt x="107351" y="72778"/>
                  </a:moveTo>
                  <a:cubicBezTo>
                    <a:pt x="111185" y="68309"/>
                    <a:pt x="117575" y="67032"/>
                    <a:pt x="123326" y="68947"/>
                  </a:cubicBezTo>
                  <a:lnTo>
                    <a:pt x="177001" y="12130"/>
                  </a:lnTo>
                  <a:cubicBezTo>
                    <a:pt x="157832" y="3830"/>
                    <a:pt x="136745" y="0"/>
                    <a:pt x="115658" y="0"/>
                  </a:cubicBezTo>
                  <a:cubicBezTo>
                    <a:pt x="51759" y="0"/>
                    <a:pt x="0" y="36389"/>
                    <a:pt x="0" y="81077"/>
                  </a:cubicBezTo>
                  <a:cubicBezTo>
                    <a:pt x="0" y="107251"/>
                    <a:pt x="18531" y="132149"/>
                    <a:pt x="49841" y="147470"/>
                  </a:cubicBezTo>
                  <a:lnTo>
                    <a:pt x="105434" y="88738"/>
                  </a:lnTo>
                  <a:cubicBezTo>
                    <a:pt x="102239" y="83630"/>
                    <a:pt x="103517" y="77246"/>
                    <a:pt x="107351" y="72778"/>
                  </a:cubicBezTo>
                  <a:close/>
                  <a:moveTo>
                    <a:pt x="65816" y="97675"/>
                  </a:moveTo>
                  <a:cubicBezTo>
                    <a:pt x="57509" y="97675"/>
                    <a:pt x="51119" y="91291"/>
                    <a:pt x="51119" y="82992"/>
                  </a:cubicBezTo>
                  <a:cubicBezTo>
                    <a:pt x="51119" y="74693"/>
                    <a:pt x="57509" y="68309"/>
                    <a:pt x="65816" y="68309"/>
                  </a:cubicBezTo>
                  <a:cubicBezTo>
                    <a:pt x="74123" y="68309"/>
                    <a:pt x="80513" y="74693"/>
                    <a:pt x="80513" y="82992"/>
                  </a:cubicBezTo>
                  <a:cubicBezTo>
                    <a:pt x="79874" y="91291"/>
                    <a:pt x="73484" y="97675"/>
                    <a:pt x="65816" y="97675"/>
                  </a:cubicBezTo>
                  <a:lnTo>
                    <a:pt x="65816" y="97675"/>
                  </a:lnTo>
                  <a:close/>
                </a:path>
              </a:pathLst>
            </a:custGeom>
            <a:solidFill>
              <a:srgbClr val="00A3E0"/>
            </a:solidFill>
            <a:ln w="6390" cap="flat">
              <a:noFill/>
              <a:prstDash val="solid"/>
              <a:miter/>
            </a:ln>
          </p:spPr>
          <p:txBody>
            <a:bodyPr rtlCol="0" anchor="ctr"/>
            <a:lstStyle/>
            <a:p>
              <a:endParaRPr lang="en-US"/>
            </a:p>
          </p:txBody>
        </p:sp>
        <p:sp>
          <p:nvSpPr>
            <p:cNvPr id="435" name="Graphic 4">
              <a:extLst>
                <a:ext uri="{FF2B5EF4-FFF2-40B4-BE49-F238E27FC236}">
                  <a16:creationId xmlns:a16="http://schemas.microsoft.com/office/drawing/2014/main" id="{8BD07386-F66C-E646-8078-F5DB7C516174}"/>
                </a:ext>
              </a:extLst>
            </p:cNvPr>
            <p:cNvSpPr/>
            <p:nvPr/>
          </p:nvSpPr>
          <p:spPr>
            <a:xfrm>
              <a:off x="3232669" y="3030000"/>
              <a:ext cx="3834" cy="3830"/>
            </a:xfrm>
            <a:custGeom>
              <a:avLst/>
              <a:gdLst>
                <a:gd name="connsiteX0" fmla="*/ 0 w 3834"/>
                <a:gd name="connsiteY0" fmla="*/ 1915 h 3830"/>
                <a:gd name="connsiteX1" fmla="*/ 1917 w 3834"/>
                <a:gd name="connsiteY1" fmla="*/ 3830 h 3830"/>
                <a:gd name="connsiteX2" fmla="*/ 3834 w 3834"/>
                <a:gd name="connsiteY2" fmla="*/ 1915 h 3830"/>
                <a:gd name="connsiteX3" fmla="*/ 1917 w 3834"/>
                <a:gd name="connsiteY3" fmla="*/ 0 h 3830"/>
                <a:gd name="connsiteX4" fmla="*/ 0 w 3834"/>
                <a:gd name="connsiteY4" fmla="*/ 1915 h 3830"/>
                <a:gd name="connsiteX5" fmla="*/ 0 w 3834"/>
                <a:gd name="connsiteY5" fmla="*/ 1915 h 3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4" h="3830">
                  <a:moveTo>
                    <a:pt x="0" y="1915"/>
                  </a:moveTo>
                  <a:cubicBezTo>
                    <a:pt x="0" y="3192"/>
                    <a:pt x="639" y="3830"/>
                    <a:pt x="1917" y="3830"/>
                  </a:cubicBezTo>
                  <a:cubicBezTo>
                    <a:pt x="3195" y="3830"/>
                    <a:pt x="3834" y="3192"/>
                    <a:pt x="3834" y="1915"/>
                  </a:cubicBezTo>
                  <a:cubicBezTo>
                    <a:pt x="3834" y="638"/>
                    <a:pt x="3195" y="0"/>
                    <a:pt x="1917" y="0"/>
                  </a:cubicBezTo>
                  <a:cubicBezTo>
                    <a:pt x="639" y="0"/>
                    <a:pt x="0" y="638"/>
                    <a:pt x="0" y="1915"/>
                  </a:cubicBezTo>
                  <a:cubicBezTo>
                    <a:pt x="0" y="1915"/>
                    <a:pt x="0" y="1915"/>
                    <a:pt x="0" y="1915"/>
                  </a:cubicBezTo>
                  <a:close/>
                </a:path>
              </a:pathLst>
            </a:custGeom>
            <a:solidFill>
              <a:srgbClr val="00A3E0"/>
            </a:solidFill>
            <a:ln w="6390" cap="flat">
              <a:noFill/>
              <a:prstDash val="solid"/>
              <a:miter/>
            </a:ln>
          </p:spPr>
          <p:txBody>
            <a:bodyPr rtlCol="0" anchor="ctr"/>
            <a:lstStyle/>
            <a:p>
              <a:endParaRPr lang="en-US"/>
            </a:p>
          </p:txBody>
        </p:sp>
        <p:sp>
          <p:nvSpPr>
            <p:cNvPr id="436" name="Graphic 4">
              <a:extLst>
                <a:ext uri="{FF2B5EF4-FFF2-40B4-BE49-F238E27FC236}">
                  <a16:creationId xmlns:a16="http://schemas.microsoft.com/office/drawing/2014/main" id="{4FB17925-BDAD-0946-A734-85A60C554550}"/>
                </a:ext>
              </a:extLst>
            </p:cNvPr>
            <p:cNvSpPr/>
            <p:nvPr/>
          </p:nvSpPr>
          <p:spPr>
            <a:xfrm>
              <a:off x="2998797" y="28557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95849 w 362309"/>
                <a:gd name="connsiteY6" fmla="*/ 275788 h 361971"/>
                <a:gd name="connsiteX7" fmla="*/ 91376 w 362309"/>
                <a:gd name="connsiteY7" fmla="*/ 273873 h 361971"/>
                <a:gd name="connsiteX8" fmla="*/ 91376 w 362309"/>
                <a:gd name="connsiteY8" fmla="*/ 264935 h 361971"/>
                <a:gd name="connsiteX9" fmla="*/ 105434 w 362309"/>
                <a:gd name="connsiteY9" fmla="*/ 250252 h 361971"/>
                <a:gd name="connsiteX10" fmla="*/ 52398 w 362309"/>
                <a:gd name="connsiteY10" fmla="*/ 174283 h 361971"/>
                <a:gd name="connsiteX11" fmla="*/ 180835 w 362309"/>
                <a:gd name="connsiteY11" fmla="*/ 80438 h 361971"/>
                <a:gd name="connsiteX12" fmla="*/ 251125 w 362309"/>
                <a:gd name="connsiteY12" fmla="*/ 95760 h 361971"/>
                <a:gd name="connsiteX13" fmla="*/ 260710 w 362309"/>
                <a:gd name="connsiteY13" fmla="*/ 85545 h 361971"/>
                <a:gd name="connsiteX14" fmla="*/ 269655 w 362309"/>
                <a:gd name="connsiteY14" fmla="*/ 85545 h 361971"/>
                <a:gd name="connsiteX15" fmla="*/ 269655 w 362309"/>
                <a:gd name="connsiteY15" fmla="*/ 85545 h 361971"/>
                <a:gd name="connsiteX16" fmla="*/ 269655 w 362309"/>
                <a:gd name="connsiteY16" fmla="*/ 94483 h 361971"/>
                <a:gd name="connsiteX17" fmla="*/ 100322 w 362309"/>
                <a:gd name="connsiteY17" fmla="*/ 274511 h 361971"/>
                <a:gd name="connsiteX18" fmla="*/ 95849 w 362309"/>
                <a:gd name="connsiteY18" fmla="*/ 275788 h 361971"/>
                <a:gd name="connsiteX19" fmla="*/ 95849 w 362309"/>
                <a:gd name="connsiteY19" fmla="*/ 275788 h 361971"/>
                <a:gd name="connsiteX20" fmla="*/ 249847 w 362309"/>
                <a:gd name="connsiteY20" fmla="*/ 176198 h 361971"/>
                <a:gd name="connsiteX21" fmla="*/ 235150 w 362309"/>
                <a:gd name="connsiteY21" fmla="*/ 190881 h 361971"/>
                <a:gd name="connsiteX22" fmla="*/ 220453 w 362309"/>
                <a:gd name="connsiteY22" fmla="*/ 176198 h 361971"/>
                <a:gd name="connsiteX23" fmla="*/ 235150 w 362309"/>
                <a:gd name="connsiteY23" fmla="*/ 161515 h 361971"/>
                <a:gd name="connsiteX24" fmla="*/ 249847 w 362309"/>
                <a:gd name="connsiteY24" fmla="*/ 176198 h 361971"/>
                <a:gd name="connsiteX25" fmla="*/ 275407 w 362309"/>
                <a:gd name="connsiteY25" fmla="*/ 238122 h 361971"/>
                <a:gd name="connsiteX26" fmla="*/ 278602 w 362309"/>
                <a:gd name="connsiteY26" fmla="*/ 252167 h 361971"/>
                <a:gd name="connsiteX27" fmla="*/ 278602 w 362309"/>
                <a:gd name="connsiteY27" fmla="*/ 280257 h 361971"/>
                <a:gd name="connsiteX28" fmla="*/ 274767 w 362309"/>
                <a:gd name="connsiteY28" fmla="*/ 281533 h 361971"/>
                <a:gd name="connsiteX29" fmla="*/ 253681 w 362309"/>
                <a:gd name="connsiteY29" fmla="*/ 268766 h 361971"/>
                <a:gd name="connsiteX30" fmla="*/ 240262 w 362309"/>
                <a:gd name="connsiteY30" fmla="*/ 258551 h 361971"/>
                <a:gd name="connsiteX31" fmla="*/ 147608 w 362309"/>
                <a:gd name="connsiteY31" fmla="*/ 266212 h 361971"/>
                <a:gd name="connsiteX32" fmla="*/ 142496 w 362309"/>
                <a:gd name="connsiteY32" fmla="*/ 258551 h 361971"/>
                <a:gd name="connsiteX33" fmla="*/ 150164 w 362309"/>
                <a:gd name="connsiteY33" fmla="*/ 253444 h 361971"/>
                <a:gd name="connsiteX34" fmla="*/ 150164 w 362309"/>
                <a:gd name="connsiteY34" fmla="*/ 253444 h 361971"/>
                <a:gd name="connsiteX35" fmla="*/ 237067 w 362309"/>
                <a:gd name="connsiteY35" fmla="*/ 246422 h 361971"/>
                <a:gd name="connsiteX36" fmla="*/ 261987 w 362309"/>
                <a:gd name="connsiteY36" fmla="*/ 259190 h 361971"/>
                <a:gd name="connsiteX37" fmla="*/ 269016 w 362309"/>
                <a:gd name="connsiteY37" fmla="*/ 264935 h 361971"/>
                <a:gd name="connsiteX38" fmla="*/ 266460 w 362309"/>
                <a:gd name="connsiteY38" fmla="*/ 256636 h 361971"/>
                <a:gd name="connsiteX39" fmla="*/ 265821 w 362309"/>
                <a:gd name="connsiteY39" fmla="*/ 230462 h 361971"/>
                <a:gd name="connsiteX40" fmla="*/ 296493 w 362309"/>
                <a:gd name="connsiteY40" fmla="*/ 175560 h 361971"/>
                <a:gd name="connsiteX41" fmla="*/ 277323 w 362309"/>
                <a:gd name="connsiteY41" fmla="*/ 130872 h 361971"/>
                <a:gd name="connsiteX42" fmla="*/ 277323 w 362309"/>
                <a:gd name="connsiteY42" fmla="*/ 121934 h 361971"/>
                <a:gd name="connsiteX43" fmla="*/ 286269 w 362309"/>
                <a:gd name="connsiteY43" fmla="*/ 121934 h 361971"/>
                <a:gd name="connsiteX44" fmla="*/ 308634 w 362309"/>
                <a:gd name="connsiteY44" fmla="*/ 174921 h 361971"/>
                <a:gd name="connsiteX45" fmla="*/ 275407 w 362309"/>
                <a:gd name="connsiteY45" fmla="*/ 238122 h 361971"/>
                <a:gd name="connsiteX46" fmla="*/ 275407 w 362309"/>
                <a:gd name="connsiteY46" fmla="*/ 23812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2309" h="361971">
                  <a:moveTo>
                    <a:pt x="180835" y="0"/>
                  </a:moveTo>
                  <a:cubicBezTo>
                    <a:pt x="80513" y="0"/>
                    <a:pt x="0" y="81076"/>
                    <a:pt x="0" y="181305"/>
                  </a:cubicBezTo>
                  <a:cubicBezTo>
                    <a:pt x="0" y="281533"/>
                    <a:pt x="81152" y="361972"/>
                    <a:pt x="181474" y="361972"/>
                  </a:cubicBezTo>
                  <a:cubicBezTo>
                    <a:pt x="281157" y="361972"/>
                    <a:pt x="362310" y="280895"/>
                    <a:pt x="362310" y="180667"/>
                  </a:cubicBezTo>
                  <a:cubicBezTo>
                    <a:pt x="362310" y="80438"/>
                    <a:pt x="281157" y="0"/>
                    <a:pt x="180835" y="0"/>
                  </a:cubicBezTo>
                  <a:cubicBezTo>
                    <a:pt x="180835" y="0"/>
                    <a:pt x="180835" y="0"/>
                    <a:pt x="180835" y="0"/>
                  </a:cubicBezTo>
                  <a:close/>
                  <a:moveTo>
                    <a:pt x="95849" y="275788"/>
                  </a:moveTo>
                  <a:cubicBezTo>
                    <a:pt x="93932" y="275788"/>
                    <a:pt x="92654" y="275149"/>
                    <a:pt x="91376" y="273873"/>
                  </a:cubicBezTo>
                  <a:cubicBezTo>
                    <a:pt x="88820" y="271319"/>
                    <a:pt x="88820" y="267489"/>
                    <a:pt x="91376" y="264935"/>
                  </a:cubicBezTo>
                  <a:lnTo>
                    <a:pt x="105434" y="250252"/>
                  </a:lnTo>
                  <a:cubicBezTo>
                    <a:pt x="72206" y="232377"/>
                    <a:pt x="52398" y="204287"/>
                    <a:pt x="52398" y="174283"/>
                  </a:cubicBezTo>
                  <a:cubicBezTo>
                    <a:pt x="52398" y="122572"/>
                    <a:pt x="109907" y="80438"/>
                    <a:pt x="180835" y="80438"/>
                  </a:cubicBezTo>
                  <a:cubicBezTo>
                    <a:pt x="205117" y="80438"/>
                    <a:pt x="229399" y="85545"/>
                    <a:pt x="251125" y="95760"/>
                  </a:cubicBezTo>
                  <a:lnTo>
                    <a:pt x="260710" y="85545"/>
                  </a:lnTo>
                  <a:cubicBezTo>
                    <a:pt x="263266" y="82992"/>
                    <a:pt x="267100" y="82992"/>
                    <a:pt x="269655" y="85545"/>
                  </a:cubicBezTo>
                  <a:cubicBezTo>
                    <a:pt x="269655" y="85545"/>
                    <a:pt x="269655" y="85545"/>
                    <a:pt x="269655" y="85545"/>
                  </a:cubicBezTo>
                  <a:cubicBezTo>
                    <a:pt x="272211" y="88099"/>
                    <a:pt x="272211" y="91929"/>
                    <a:pt x="269655" y="94483"/>
                  </a:cubicBezTo>
                  <a:lnTo>
                    <a:pt x="100322" y="274511"/>
                  </a:lnTo>
                  <a:cubicBezTo>
                    <a:pt x="99683" y="275788"/>
                    <a:pt x="97766" y="276426"/>
                    <a:pt x="95849" y="275788"/>
                  </a:cubicBezTo>
                  <a:lnTo>
                    <a:pt x="95849" y="275788"/>
                  </a:lnTo>
                  <a:close/>
                  <a:moveTo>
                    <a:pt x="249847" y="176198"/>
                  </a:moveTo>
                  <a:cubicBezTo>
                    <a:pt x="249847" y="184497"/>
                    <a:pt x="243457" y="190881"/>
                    <a:pt x="235150" y="190881"/>
                  </a:cubicBezTo>
                  <a:cubicBezTo>
                    <a:pt x="226843" y="190881"/>
                    <a:pt x="220453" y="184497"/>
                    <a:pt x="220453" y="176198"/>
                  </a:cubicBezTo>
                  <a:cubicBezTo>
                    <a:pt x="220453" y="167899"/>
                    <a:pt x="226843" y="161515"/>
                    <a:pt x="235150" y="161515"/>
                  </a:cubicBezTo>
                  <a:cubicBezTo>
                    <a:pt x="243457" y="161515"/>
                    <a:pt x="249847" y="167899"/>
                    <a:pt x="249847" y="176198"/>
                  </a:cubicBezTo>
                  <a:close/>
                  <a:moveTo>
                    <a:pt x="275407" y="238122"/>
                  </a:moveTo>
                  <a:cubicBezTo>
                    <a:pt x="276045" y="242591"/>
                    <a:pt x="277323" y="247698"/>
                    <a:pt x="278602" y="252167"/>
                  </a:cubicBezTo>
                  <a:cubicBezTo>
                    <a:pt x="283074" y="266212"/>
                    <a:pt x="285630" y="275788"/>
                    <a:pt x="278602" y="280257"/>
                  </a:cubicBezTo>
                  <a:cubicBezTo>
                    <a:pt x="277323" y="280895"/>
                    <a:pt x="276045" y="281533"/>
                    <a:pt x="274767" y="281533"/>
                  </a:cubicBezTo>
                  <a:cubicBezTo>
                    <a:pt x="269016" y="281533"/>
                    <a:pt x="262626" y="276426"/>
                    <a:pt x="253681" y="268766"/>
                  </a:cubicBezTo>
                  <a:cubicBezTo>
                    <a:pt x="249208" y="264935"/>
                    <a:pt x="244735" y="261743"/>
                    <a:pt x="240262" y="258551"/>
                  </a:cubicBezTo>
                  <a:cubicBezTo>
                    <a:pt x="210868" y="269404"/>
                    <a:pt x="178918" y="271958"/>
                    <a:pt x="147608" y="266212"/>
                  </a:cubicBezTo>
                  <a:cubicBezTo>
                    <a:pt x="143774" y="265574"/>
                    <a:pt x="141857" y="262382"/>
                    <a:pt x="142496" y="258551"/>
                  </a:cubicBezTo>
                  <a:cubicBezTo>
                    <a:pt x="143135" y="254721"/>
                    <a:pt x="146330" y="252806"/>
                    <a:pt x="150164" y="253444"/>
                  </a:cubicBezTo>
                  <a:lnTo>
                    <a:pt x="150164" y="253444"/>
                  </a:lnTo>
                  <a:cubicBezTo>
                    <a:pt x="178918" y="259190"/>
                    <a:pt x="208951" y="256636"/>
                    <a:pt x="237067" y="246422"/>
                  </a:cubicBezTo>
                  <a:cubicBezTo>
                    <a:pt x="243457" y="243868"/>
                    <a:pt x="249208" y="248975"/>
                    <a:pt x="261987" y="259190"/>
                  </a:cubicBezTo>
                  <a:cubicBezTo>
                    <a:pt x="263905" y="261105"/>
                    <a:pt x="266460" y="263020"/>
                    <a:pt x="269016" y="264935"/>
                  </a:cubicBezTo>
                  <a:cubicBezTo>
                    <a:pt x="268377" y="262382"/>
                    <a:pt x="267739" y="259190"/>
                    <a:pt x="266460" y="256636"/>
                  </a:cubicBezTo>
                  <a:cubicBezTo>
                    <a:pt x="262626" y="242591"/>
                    <a:pt x="260071" y="234292"/>
                    <a:pt x="265821" y="230462"/>
                  </a:cubicBezTo>
                  <a:cubicBezTo>
                    <a:pt x="285630" y="215140"/>
                    <a:pt x="296493" y="195988"/>
                    <a:pt x="296493" y="175560"/>
                  </a:cubicBezTo>
                  <a:cubicBezTo>
                    <a:pt x="295854" y="158961"/>
                    <a:pt x="289464" y="143001"/>
                    <a:pt x="277323" y="130872"/>
                  </a:cubicBezTo>
                  <a:cubicBezTo>
                    <a:pt x="274767" y="128318"/>
                    <a:pt x="274767" y="124488"/>
                    <a:pt x="277323" y="121934"/>
                  </a:cubicBezTo>
                  <a:cubicBezTo>
                    <a:pt x="279879" y="119380"/>
                    <a:pt x="283713" y="119380"/>
                    <a:pt x="286269" y="121934"/>
                  </a:cubicBezTo>
                  <a:cubicBezTo>
                    <a:pt x="300327" y="135979"/>
                    <a:pt x="308634" y="155131"/>
                    <a:pt x="308634" y="174921"/>
                  </a:cubicBezTo>
                  <a:cubicBezTo>
                    <a:pt x="309912" y="198542"/>
                    <a:pt x="297132" y="220886"/>
                    <a:pt x="275407" y="238122"/>
                  </a:cubicBezTo>
                  <a:lnTo>
                    <a:pt x="275407" y="238122"/>
                  </a:lnTo>
                  <a:close/>
                </a:path>
              </a:pathLst>
            </a:custGeom>
            <a:solidFill>
              <a:srgbClr val="00A3E0"/>
            </a:solidFill>
            <a:ln w="6390" cap="flat">
              <a:noFill/>
              <a:prstDash val="solid"/>
              <a:miter/>
            </a:ln>
          </p:spPr>
          <p:txBody>
            <a:bodyPr rtlCol="0" anchor="ctr"/>
            <a:lstStyle/>
            <a:p>
              <a:endParaRPr lang="en-US"/>
            </a:p>
          </p:txBody>
        </p:sp>
      </p:grpSp>
      <p:grpSp>
        <p:nvGrpSpPr>
          <p:cNvPr id="437" name="Graphic 4">
            <a:extLst>
              <a:ext uri="{FF2B5EF4-FFF2-40B4-BE49-F238E27FC236}">
                <a16:creationId xmlns:a16="http://schemas.microsoft.com/office/drawing/2014/main" id="{DC9C72CA-68DA-5D4F-A7BB-FB9223C575A3}"/>
              </a:ext>
            </a:extLst>
          </p:cNvPr>
          <p:cNvGrpSpPr>
            <a:grpSpLocks noChangeAspect="1"/>
          </p:cNvGrpSpPr>
          <p:nvPr/>
        </p:nvGrpSpPr>
        <p:grpSpPr>
          <a:xfrm>
            <a:off x="2998797" y="3339623"/>
            <a:ext cx="362309" cy="361971"/>
            <a:chOff x="2998797" y="3339623"/>
            <a:chExt cx="362309" cy="361971"/>
          </a:xfrm>
          <a:solidFill>
            <a:srgbClr val="00A3E0"/>
          </a:solidFill>
        </p:grpSpPr>
        <p:sp>
          <p:nvSpPr>
            <p:cNvPr id="438" name="Graphic 4">
              <a:extLst>
                <a:ext uri="{FF2B5EF4-FFF2-40B4-BE49-F238E27FC236}">
                  <a16:creationId xmlns:a16="http://schemas.microsoft.com/office/drawing/2014/main" id="{A7C0BFAD-C31C-1548-BB64-8C99ACC576D7}"/>
                </a:ext>
              </a:extLst>
            </p:cNvPr>
            <p:cNvSpPr/>
            <p:nvPr/>
          </p:nvSpPr>
          <p:spPr>
            <a:xfrm>
              <a:off x="3214138" y="3439213"/>
              <a:ext cx="20447" cy="58732"/>
            </a:xfrm>
            <a:custGeom>
              <a:avLst/>
              <a:gdLst>
                <a:gd name="connsiteX0" fmla="*/ 20448 w 20447"/>
                <a:gd name="connsiteY0" fmla="*/ 39581 h 58732"/>
                <a:gd name="connsiteX1" fmla="*/ 20448 w 20447"/>
                <a:gd name="connsiteY1" fmla="*/ 10215 h 58732"/>
                <a:gd name="connsiteX2" fmla="*/ 10224 w 20447"/>
                <a:gd name="connsiteY2" fmla="*/ 0 h 58732"/>
                <a:gd name="connsiteX3" fmla="*/ 0 w 20447"/>
                <a:gd name="connsiteY3" fmla="*/ 9576 h 58732"/>
                <a:gd name="connsiteX4" fmla="*/ 0 w 20447"/>
                <a:gd name="connsiteY4" fmla="*/ 42773 h 58732"/>
                <a:gd name="connsiteX5" fmla="*/ 0 w 20447"/>
                <a:gd name="connsiteY5" fmla="*/ 42773 h 58732"/>
                <a:gd name="connsiteX6" fmla="*/ 0 w 20447"/>
                <a:gd name="connsiteY6" fmla="*/ 48519 h 58732"/>
                <a:gd name="connsiteX7" fmla="*/ 10224 w 20447"/>
                <a:gd name="connsiteY7" fmla="*/ 58733 h 58732"/>
                <a:gd name="connsiteX8" fmla="*/ 20448 w 20447"/>
                <a:gd name="connsiteY8" fmla="*/ 48519 h 58732"/>
                <a:gd name="connsiteX9" fmla="*/ 20448 w 20447"/>
                <a:gd name="connsiteY9" fmla="*/ 39581 h 58732"/>
                <a:gd name="connsiteX10" fmla="*/ 20448 w 20447"/>
                <a:gd name="connsiteY10" fmla="*/ 39581 h 5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447" h="58732">
                  <a:moveTo>
                    <a:pt x="20448" y="39581"/>
                  </a:moveTo>
                  <a:lnTo>
                    <a:pt x="20448" y="10215"/>
                  </a:lnTo>
                  <a:cubicBezTo>
                    <a:pt x="20448" y="4469"/>
                    <a:pt x="15975" y="0"/>
                    <a:pt x="10224" y="0"/>
                  </a:cubicBezTo>
                  <a:cubicBezTo>
                    <a:pt x="5112" y="0"/>
                    <a:pt x="639" y="3831"/>
                    <a:pt x="0" y="9576"/>
                  </a:cubicBezTo>
                  <a:lnTo>
                    <a:pt x="0" y="42773"/>
                  </a:lnTo>
                  <a:lnTo>
                    <a:pt x="0" y="42773"/>
                  </a:lnTo>
                  <a:lnTo>
                    <a:pt x="0" y="48519"/>
                  </a:lnTo>
                  <a:cubicBezTo>
                    <a:pt x="0" y="54264"/>
                    <a:pt x="4473" y="58733"/>
                    <a:pt x="10224" y="58733"/>
                  </a:cubicBezTo>
                  <a:cubicBezTo>
                    <a:pt x="15975" y="58733"/>
                    <a:pt x="20448" y="54264"/>
                    <a:pt x="20448" y="48519"/>
                  </a:cubicBezTo>
                  <a:lnTo>
                    <a:pt x="20448" y="39581"/>
                  </a:lnTo>
                  <a:lnTo>
                    <a:pt x="20448" y="39581"/>
                  </a:lnTo>
                  <a:close/>
                </a:path>
              </a:pathLst>
            </a:custGeom>
            <a:solidFill>
              <a:srgbClr val="00A3E0"/>
            </a:solidFill>
            <a:ln w="6390" cap="flat">
              <a:noFill/>
              <a:prstDash val="solid"/>
              <a:miter/>
            </a:ln>
          </p:spPr>
          <p:txBody>
            <a:bodyPr rtlCol="0" anchor="ctr"/>
            <a:lstStyle/>
            <a:p>
              <a:endParaRPr lang="en-US"/>
            </a:p>
          </p:txBody>
        </p:sp>
        <p:sp>
          <p:nvSpPr>
            <p:cNvPr id="439" name="Graphic 4">
              <a:extLst>
                <a:ext uri="{FF2B5EF4-FFF2-40B4-BE49-F238E27FC236}">
                  <a16:creationId xmlns:a16="http://schemas.microsoft.com/office/drawing/2014/main" id="{F66641A0-4779-C344-A5DB-DE44582125A7}"/>
                </a:ext>
              </a:extLst>
            </p:cNvPr>
            <p:cNvSpPr/>
            <p:nvPr/>
          </p:nvSpPr>
          <p:spPr>
            <a:xfrm>
              <a:off x="2998797" y="333962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1305 h 361971"/>
                <a:gd name="connsiteX4" fmla="*/ 180835 w 362309"/>
                <a:gd name="connsiteY4" fmla="*/ 0 h 361971"/>
                <a:gd name="connsiteX5" fmla="*/ 180835 w 362309"/>
                <a:gd name="connsiteY5" fmla="*/ 0 h 361971"/>
                <a:gd name="connsiteX6" fmla="*/ 281796 w 362309"/>
                <a:gd name="connsiteY6" fmla="*/ 137256 h 361971"/>
                <a:gd name="connsiteX7" fmla="*/ 281796 w 362309"/>
                <a:gd name="connsiteY7" fmla="*/ 195350 h 361971"/>
                <a:gd name="connsiteX8" fmla="*/ 263905 w 362309"/>
                <a:gd name="connsiteY8" fmla="*/ 239399 h 361971"/>
                <a:gd name="connsiteX9" fmla="*/ 260710 w 362309"/>
                <a:gd name="connsiteY9" fmla="*/ 247698 h 361971"/>
                <a:gd name="connsiteX10" fmla="*/ 260710 w 362309"/>
                <a:gd name="connsiteY10" fmla="*/ 275788 h 361971"/>
                <a:gd name="connsiteX11" fmla="*/ 254320 w 362309"/>
                <a:gd name="connsiteY11" fmla="*/ 282172 h 361971"/>
                <a:gd name="connsiteX12" fmla="*/ 247930 w 362309"/>
                <a:gd name="connsiteY12" fmla="*/ 275788 h 361971"/>
                <a:gd name="connsiteX13" fmla="*/ 247930 w 362309"/>
                <a:gd name="connsiteY13" fmla="*/ 247698 h 361971"/>
                <a:gd name="connsiteX14" fmla="*/ 254959 w 362309"/>
                <a:gd name="connsiteY14" fmla="*/ 230462 h 361971"/>
                <a:gd name="connsiteX15" fmla="*/ 269016 w 362309"/>
                <a:gd name="connsiteY15" fmla="*/ 194711 h 361971"/>
                <a:gd name="connsiteX16" fmla="*/ 269016 w 362309"/>
                <a:gd name="connsiteY16" fmla="*/ 164068 h 361971"/>
                <a:gd name="connsiteX17" fmla="*/ 258792 w 362309"/>
                <a:gd name="connsiteY17" fmla="*/ 166622 h 361971"/>
                <a:gd name="connsiteX18" fmla="*/ 244096 w 362309"/>
                <a:gd name="connsiteY18" fmla="*/ 160876 h 361971"/>
                <a:gd name="connsiteX19" fmla="*/ 212146 w 362309"/>
                <a:gd name="connsiteY19" fmla="*/ 165984 h 361971"/>
                <a:gd name="connsiteX20" fmla="*/ 206395 w 362309"/>
                <a:gd name="connsiteY20" fmla="*/ 159600 h 361971"/>
                <a:gd name="connsiteX21" fmla="*/ 174445 w 362309"/>
                <a:gd name="connsiteY21" fmla="*/ 155769 h 361971"/>
                <a:gd name="connsiteX22" fmla="*/ 172528 w 362309"/>
                <a:gd name="connsiteY22" fmla="*/ 152577 h 361971"/>
                <a:gd name="connsiteX23" fmla="*/ 159748 w 362309"/>
                <a:gd name="connsiteY23" fmla="*/ 157046 h 361971"/>
                <a:gd name="connsiteX24" fmla="*/ 149525 w 362309"/>
                <a:gd name="connsiteY24" fmla="*/ 154492 h 361971"/>
                <a:gd name="connsiteX25" fmla="*/ 149525 w 362309"/>
                <a:gd name="connsiteY25" fmla="*/ 167260 h 361971"/>
                <a:gd name="connsiteX26" fmla="*/ 151442 w 362309"/>
                <a:gd name="connsiteY26" fmla="*/ 167260 h 361971"/>
                <a:gd name="connsiteX27" fmla="*/ 215980 w 362309"/>
                <a:gd name="connsiteY27" fmla="*/ 197265 h 361971"/>
                <a:gd name="connsiteX28" fmla="*/ 215341 w 362309"/>
                <a:gd name="connsiteY28" fmla="*/ 206203 h 361971"/>
                <a:gd name="connsiteX29" fmla="*/ 206395 w 362309"/>
                <a:gd name="connsiteY29" fmla="*/ 205564 h 361971"/>
                <a:gd name="connsiteX30" fmla="*/ 151442 w 362309"/>
                <a:gd name="connsiteY30" fmla="*/ 180028 h 361971"/>
                <a:gd name="connsiteX31" fmla="*/ 144413 w 362309"/>
                <a:gd name="connsiteY31" fmla="*/ 180028 h 361971"/>
                <a:gd name="connsiteX32" fmla="*/ 138023 w 362309"/>
                <a:gd name="connsiteY32" fmla="*/ 176836 h 361971"/>
                <a:gd name="connsiteX33" fmla="*/ 137384 w 362309"/>
                <a:gd name="connsiteY33" fmla="*/ 176198 h 361971"/>
                <a:gd name="connsiteX34" fmla="*/ 110546 w 362309"/>
                <a:gd name="connsiteY34" fmla="*/ 132149 h 361971"/>
                <a:gd name="connsiteX35" fmla="*/ 94571 w 362309"/>
                <a:gd name="connsiteY35" fmla="*/ 125765 h 361971"/>
                <a:gd name="connsiteX36" fmla="*/ 88181 w 362309"/>
                <a:gd name="connsiteY36" fmla="*/ 128957 h 361971"/>
                <a:gd name="connsiteX37" fmla="*/ 124604 w 362309"/>
                <a:gd name="connsiteY37" fmla="*/ 216417 h 361971"/>
                <a:gd name="connsiteX38" fmla="*/ 139940 w 362309"/>
                <a:gd name="connsiteY38" fmla="*/ 235569 h 361971"/>
                <a:gd name="connsiteX39" fmla="*/ 149525 w 362309"/>
                <a:gd name="connsiteY39" fmla="*/ 255359 h 361971"/>
                <a:gd name="connsiteX40" fmla="*/ 149525 w 362309"/>
                <a:gd name="connsiteY40" fmla="*/ 275788 h 361971"/>
                <a:gd name="connsiteX41" fmla="*/ 143135 w 362309"/>
                <a:gd name="connsiteY41" fmla="*/ 282172 h 361971"/>
                <a:gd name="connsiteX42" fmla="*/ 136745 w 362309"/>
                <a:gd name="connsiteY42" fmla="*/ 275788 h 361971"/>
                <a:gd name="connsiteX43" fmla="*/ 136745 w 362309"/>
                <a:gd name="connsiteY43" fmla="*/ 255359 h 361971"/>
                <a:gd name="connsiteX44" fmla="*/ 131633 w 362309"/>
                <a:gd name="connsiteY44" fmla="*/ 245783 h 361971"/>
                <a:gd name="connsiteX45" fmla="*/ 111824 w 362309"/>
                <a:gd name="connsiteY45" fmla="*/ 221524 h 361971"/>
                <a:gd name="connsiteX46" fmla="*/ 75401 w 362309"/>
                <a:gd name="connsiteY46" fmla="*/ 134064 h 361971"/>
                <a:gd name="connsiteX47" fmla="*/ 84347 w 362309"/>
                <a:gd name="connsiteY47" fmla="*/ 115550 h 361971"/>
                <a:gd name="connsiteX48" fmla="*/ 84347 w 362309"/>
                <a:gd name="connsiteY48" fmla="*/ 115550 h 361971"/>
                <a:gd name="connsiteX49" fmla="*/ 121409 w 362309"/>
                <a:gd name="connsiteY49" fmla="*/ 125126 h 361971"/>
                <a:gd name="connsiteX50" fmla="*/ 136745 w 362309"/>
                <a:gd name="connsiteY50" fmla="*/ 150024 h 361971"/>
                <a:gd name="connsiteX51" fmla="*/ 136745 w 362309"/>
                <a:gd name="connsiteY51" fmla="*/ 106613 h 361971"/>
                <a:gd name="connsiteX52" fmla="*/ 159748 w 362309"/>
                <a:gd name="connsiteY52" fmla="*/ 83630 h 361971"/>
                <a:gd name="connsiteX53" fmla="*/ 174445 w 362309"/>
                <a:gd name="connsiteY53" fmla="*/ 88738 h 361971"/>
                <a:gd name="connsiteX54" fmla="*/ 192976 w 362309"/>
                <a:gd name="connsiteY54" fmla="*/ 79162 h 361971"/>
                <a:gd name="connsiteX55" fmla="*/ 208951 w 362309"/>
                <a:gd name="connsiteY55" fmla="*/ 85546 h 361971"/>
                <a:gd name="connsiteX56" fmla="*/ 212146 w 362309"/>
                <a:gd name="connsiteY56" fmla="*/ 90014 h 361971"/>
                <a:gd name="connsiteX57" fmla="*/ 225565 w 362309"/>
                <a:gd name="connsiteY57" fmla="*/ 85546 h 361971"/>
                <a:gd name="connsiteX58" fmla="*/ 241540 w 362309"/>
                <a:gd name="connsiteY58" fmla="*/ 91930 h 361971"/>
                <a:gd name="connsiteX59" fmla="*/ 245374 w 362309"/>
                <a:gd name="connsiteY59" fmla="*/ 97675 h 361971"/>
                <a:gd name="connsiteX60" fmla="*/ 277323 w 362309"/>
                <a:gd name="connsiteY60" fmla="*/ 104059 h 361971"/>
                <a:gd name="connsiteX61" fmla="*/ 281157 w 362309"/>
                <a:gd name="connsiteY61" fmla="*/ 116827 h 361971"/>
                <a:gd name="connsiteX62" fmla="*/ 281796 w 362309"/>
                <a:gd name="connsiteY62" fmla="*/ 137256 h 361971"/>
                <a:gd name="connsiteX63" fmla="*/ 281796 w 362309"/>
                <a:gd name="connsiteY63" fmla="*/ 13725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62309" h="361971">
                  <a:moveTo>
                    <a:pt x="180835" y="0"/>
                  </a:moveTo>
                  <a:cubicBezTo>
                    <a:pt x="80513" y="0"/>
                    <a:pt x="0" y="81077"/>
                    <a:pt x="0" y="181305"/>
                  </a:cubicBezTo>
                  <a:cubicBezTo>
                    <a:pt x="0" y="281533"/>
                    <a:pt x="81152" y="361972"/>
                    <a:pt x="181474" y="361972"/>
                  </a:cubicBezTo>
                  <a:cubicBezTo>
                    <a:pt x="281157" y="361972"/>
                    <a:pt x="362310" y="280895"/>
                    <a:pt x="362310" y="181305"/>
                  </a:cubicBezTo>
                  <a:cubicBezTo>
                    <a:pt x="362310" y="81077"/>
                    <a:pt x="281157" y="0"/>
                    <a:pt x="180835" y="0"/>
                  </a:cubicBezTo>
                  <a:cubicBezTo>
                    <a:pt x="180835" y="0"/>
                    <a:pt x="180835" y="0"/>
                    <a:pt x="180835" y="0"/>
                  </a:cubicBezTo>
                  <a:close/>
                  <a:moveTo>
                    <a:pt x="281796" y="137256"/>
                  </a:moveTo>
                  <a:lnTo>
                    <a:pt x="281796" y="195350"/>
                  </a:lnTo>
                  <a:cubicBezTo>
                    <a:pt x="281796" y="211948"/>
                    <a:pt x="275407" y="227908"/>
                    <a:pt x="263905" y="239399"/>
                  </a:cubicBezTo>
                  <a:cubicBezTo>
                    <a:pt x="261987" y="241314"/>
                    <a:pt x="260710" y="244506"/>
                    <a:pt x="260710" y="247698"/>
                  </a:cubicBezTo>
                  <a:lnTo>
                    <a:pt x="260710" y="275788"/>
                  </a:lnTo>
                  <a:cubicBezTo>
                    <a:pt x="260710" y="279618"/>
                    <a:pt x="258154" y="282172"/>
                    <a:pt x="254320" y="282172"/>
                  </a:cubicBezTo>
                  <a:cubicBezTo>
                    <a:pt x="250486" y="282172"/>
                    <a:pt x="247930" y="279618"/>
                    <a:pt x="247930" y="275788"/>
                  </a:cubicBezTo>
                  <a:lnTo>
                    <a:pt x="247930" y="247698"/>
                  </a:lnTo>
                  <a:cubicBezTo>
                    <a:pt x="247930" y="241314"/>
                    <a:pt x="250486" y="235569"/>
                    <a:pt x="254959" y="230462"/>
                  </a:cubicBezTo>
                  <a:cubicBezTo>
                    <a:pt x="263905" y="220886"/>
                    <a:pt x="269016" y="208118"/>
                    <a:pt x="269016" y="194711"/>
                  </a:cubicBezTo>
                  <a:lnTo>
                    <a:pt x="269016" y="164068"/>
                  </a:lnTo>
                  <a:cubicBezTo>
                    <a:pt x="265821" y="165345"/>
                    <a:pt x="262626" y="166622"/>
                    <a:pt x="258792" y="166622"/>
                  </a:cubicBezTo>
                  <a:cubicBezTo>
                    <a:pt x="253042" y="166622"/>
                    <a:pt x="247930" y="164707"/>
                    <a:pt x="244096" y="160876"/>
                  </a:cubicBezTo>
                  <a:cubicBezTo>
                    <a:pt x="236428" y="171091"/>
                    <a:pt x="222370" y="173006"/>
                    <a:pt x="212146" y="165984"/>
                  </a:cubicBezTo>
                  <a:cubicBezTo>
                    <a:pt x="209590" y="164068"/>
                    <a:pt x="207673" y="162153"/>
                    <a:pt x="206395" y="159600"/>
                  </a:cubicBezTo>
                  <a:cubicBezTo>
                    <a:pt x="196171" y="167260"/>
                    <a:pt x="182113" y="165345"/>
                    <a:pt x="174445" y="155769"/>
                  </a:cubicBezTo>
                  <a:cubicBezTo>
                    <a:pt x="173806" y="154492"/>
                    <a:pt x="173167" y="153854"/>
                    <a:pt x="172528" y="152577"/>
                  </a:cubicBezTo>
                  <a:cubicBezTo>
                    <a:pt x="168695" y="155131"/>
                    <a:pt x="164221" y="156408"/>
                    <a:pt x="159748" y="157046"/>
                  </a:cubicBezTo>
                  <a:cubicBezTo>
                    <a:pt x="155915" y="157046"/>
                    <a:pt x="152720" y="156408"/>
                    <a:pt x="149525" y="154492"/>
                  </a:cubicBezTo>
                  <a:lnTo>
                    <a:pt x="149525" y="167260"/>
                  </a:lnTo>
                  <a:lnTo>
                    <a:pt x="151442" y="167260"/>
                  </a:lnTo>
                  <a:cubicBezTo>
                    <a:pt x="176362" y="167260"/>
                    <a:pt x="200005" y="178113"/>
                    <a:pt x="215980" y="197265"/>
                  </a:cubicBezTo>
                  <a:cubicBezTo>
                    <a:pt x="218536" y="199819"/>
                    <a:pt x="217897" y="204287"/>
                    <a:pt x="215341" y="206203"/>
                  </a:cubicBezTo>
                  <a:cubicBezTo>
                    <a:pt x="212785" y="208756"/>
                    <a:pt x="208312" y="208118"/>
                    <a:pt x="206395" y="205564"/>
                  </a:cubicBezTo>
                  <a:cubicBezTo>
                    <a:pt x="192976" y="189604"/>
                    <a:pt x="172528" y="180028"/>
                    <a:pt x="151442" y="180028"/>
                  </a:cubicBezTo>
                  <a:cubicBezTo>
                    <a:pt x="148886" y="180028"/>
                    <a:pt x="146969" y="180028"/>
                    <a:pt x="144413" y="180028"/>
                  </a:cubicBezTo>
                  <a:cubicBezTo>
                    <a:pt x="141857" y="180667"/>
                    <a:pt x="139301" y="179390"/>
                    <a:pt x="138023" y="176836"/>
                  </a:cubicBezTo>
                  <a:lnTo>
                    <a:pt x="137384" y="176198"/>
                  </a:lnTo>
                  <a:cubicBezTo>
                    <a:pt x="137384" y="176198"/>
                    <a:pt x="123326" y="152577"/>
                    <a:pt x="110546" y="132149"/>
                  </a:cubicBezTo>
                  <a:cubicBezTo>
                    <a:pt x="106712" y="127041"/>
                    <a:pt x="100322" y="124488"/>
                    <a:pt x="94571" y="125765"/>
                  </a:cubicBezTo>
                  <a:cubicBezTo>
                    <a:pt x="90098" y="126403"/>
                    <a:pt x="88181" y="128318"/>
                    <a:pt x="88181" y="128957"/>
                  </a:cubicBezTo>
                  <a:lnTo>
                    <a:pt x="124604" y="216417"/>
                  </a:lnTo>
                  <a:cubicBezTo>
                    <a:pt x="127799" y="224078"/>
                    <a:pt x="133550" y="230462"/>
                    <a:pt x="139940" y="235569"/>
                  </a:cubicBezTo>
                  <a:cubicBezTo>
                    <a:pt x="146330" y="240038"/>
                    <a:pt x="149525" y="247698"/>
                    <a:pt x="149525" y="255359"/>
                  </a:cubicBezTo>
                  <a:lnTo>
                    <a:pt x="149525" y="275788"/>
                  </a:lnTo>
                  <a:cubicBezTo>
                    <a:pt x="149525" y="279618"/>
                    <a:pt x="146969" y="282172"/>
                    <a:pt x="143135" y="282172"/>
                  </a:cubicBezTo>
                  <a:cubicBezTo>
                    <a:pt x="139301" y="282172"/>
                    <a:pt x="136745" y="279618"/>
                    <a:pt x="136745" y="275788"/>
                  </a:cubicBezTo>
                  <a:lnTo>
                    <a:pt x="136745" y="255359"/>
                  </a:lnTo>
                  <a:cubicBezTo>
                    <a:pt x="136745" y="251529"/>
                    <a:pt x="134828" y="248337"/>
                    <a:pt x="131633" y="245783"/>
                  </a:cubicBezTo>
                  <a:cubicBezTo>
                    <a:pt x="123326" y="239399"/>
                    <a:pt x="116297" y="231100"/>
                    <a:pt x="111824" y="221524"/>
                  </a:cubicBezTo>
                  <a:lnTo>
                    <a:pt x="75401" y="134064"/>
                  </a:lnTo>
                  <a:cubicBezTo>
                    <a:pt x="72845" y="126403"/>
                    <a:pt x="76679" y="118104"/>
                    <a:pt x="84347" y="115550"/>
                  </a:cubicBezTo>
                  <a:cubicBezTo>
                    <a:pt x="84347" y="115550"/>
                    <a:pt x="84347" y="115550"/>
                    <a:pt x="84347" y="115550"/>
                  </a:cubicBezTo>
                  <a:cubicBezTo>
                    <a:pt x="97127" y="109166"/>
                    <a:pt x="113102" y="112997"/>
                    <a:pt x="121409" y="125126"/>
                  </a:cubicBezTo>
                  <a:lnTo>
                    <a:pt x="136745" y="150024"/>
                  </a:lnTo>
                  <a:lnTo>
                    <a:pt x="136745" y="106613"/>
                  </a:lnTo>
                  <a:cubicBezTo>
                    <a:pt x="136745" y="93845"/>
                    <a:pt x="146969" y="83630"/>
                    <a:pt x="159748" y="83630"/>
                  </a:cubicBezTo>
                  <a:cubicBezTo>
                    <a:pt x="164861" y="83630"/>
                    <a:pt x="170611" y="85546"/>
                    <a:pt x="174445" y="88738"/>
                  </a:cubicBezTo>
                  <a:cubicBezTo>
                    <a:pt x="178918" y="82992"/>
                    <a:pt x="185947" y="79162"/>
                    <a:pt x="192976" y="79162"/>
                  </a:cubicBezTo>
                  <a:cubicBezTo>
                    <a:pt x="199366" y="79162"/>
                    <a:pt x="205117" y="81715"/>
                    <a:pt x="208951" y="85546"/>
                  </a:cubicBezTo>
                  <a:cubicBezTo>
                    <a:pt x="210229" y="86822"/>
                    <a:pt x="211507" y="88738"/>
                    <a:pt x="212146" y="90014"/>
                  </a:cubicBezTo>
                  <a:cubicBezTo>
                    <a:pt x="215980" y="86822"/>
                    <a:pt x="220453" y="85546"/>
                    <a:pt x="225565" y="85546"/>
                  </a:cubicBezTo>
                  <a:cubicBezTo>
                    <a:pt x="231316" y="85546"/>
                    <a:pt x="237706" y="87461"/>
                    <a:pt x="241540" y="91930"/>
                  </a:cubicBezTo>
                  <a:cubicBezTo>
                    <a:pt x="243457" y="93845"/>
                    <a:pt x="244735" y="95760"/>
                    <a:pt x="245374" y="97675"/>
                  </a:cubicBezTo>
                  <a:cubicBezTo>
                    <a:pt x="256237" y="90653"/>
                    <a:pt x="270294" y="93845"/>
                    <a:pt x="277323" y="104059"/>
                  </a:cubicBezTo>
                  <a:cubicBezTo>
                    <a:pt x="279879" y="107889"/>
                    <a:pt x="281157" y="112358"/>
                    <a:pt x="281157" y="116827"/>
                  </a:cubicBezTo>
                  <a:lnTo>
                    <a:pt x="281796" y="137256"/>
                  </a:lnTo>
                  <a:lnTo>
                    <a:pt x="281796" y="137256"/>
                  </a:lnTo>
                  <a:close/>
                </a:path>
              </a:pathLst>
            </a:custGeom>
            <a:solidFill>
              <a:srgbClr val="00A3E0"/>
            </a:solidFill>
            <a:ln w="6390" cap="flat">
              <a:noFill/>
              <a:prstDash val="solid"/>
              <a:miter/>
            </a:ln>
          </p:spPr>
          <p:txBody>
            <a:bodyPr rtlCol="0" anchor="ctr"/>
            <a:lstStyle/>
            <a:p>
              <a:endParaRPr lang="en-US"/>
            </a:p>
          </p:txBody>
        </p:sp>
        <p:sp>
          <p:nvSpPr>
            <p:cNvPr id="440" name="Graphic 4">
              <a:extLst>
                <a:ext uri="{FF2B5EF4-FFF2-40B4-BE49-F238E27FC236}">
                  <a16:creationId xmlns:a16="http://schemas.microsoft.com/office/drawing/2014/main" id="{95F0FB26-9448-8644-8414-2C380A6B8009}"/>
                </a:ext>
              </a:extLst>
            </p:cNvPr>
            <p:cNvSpPr/>
            <p:nvPr/>
          </p:nvSpPr>
          <p:spPr>
            <a:xfrm>
              <a:off x="3147683" y="3436660"/>
              <a:ext cx="20447" cy="47879"/>
            </a:xfrm>
            <a:custGeom>
              <a:avLst/>
              <a:gdLst>
                <a:gd name="connsiteX0" fmla="*/ 20448 w 20447"/>
                <a:gd name="connsiteY0" fmla="*/ 9576 h 47879"/>
                <a:gd name="connsiteX1" fmla="*/ 17253 w 20447"/>
                <a:gd name="connsiteY1" fmla="*/ 3192 h 47879"/>
                <a:gd name="connsiteX2" fmla="*/ 10224 w 20447"/>
                <a:gd name="connsiteY2" fmla="*/ 0 h 47879"/>
                <a:gd name="connsiteX3" fmla="*/ 0 w 20447"/>
                <a:gd name="connsiteY3" fmla="*/ 10214 h 47879"/>
                <a:gd name="connsiteX4" fmla="*/ 0 w 20447"/>
                <a:gd name="connsiteY4" fmla="*/ 37665 h 47879"/>
                <a:gd name="connsiteX5" fmla="*/ 10224 w 20447"/>
                <a:gd name="connsiteY5" fmla="*/ 47880 h 47879"/>
                <a:gd name="connsiteX6" fmla="*/ 17253 w 20447"/>
                <a:gd name="connsiteY6" fmla="*/ 44688 h 47879"/>
                <a:gd name="connsiteX7" fmla="*/ 20448 w 20447"/>
                <a:gd name="connsiteY7" fmla="*/ 38304 h 47879"/>
                <a:gd name="connsiteX8" fmla="*/ 20448 w 20447"/>
                <a:gd name="connsiteY8" fmla="*/ 9576 h 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47" h="47879">
                  <a:moveTo>
                    <a:pt x="20448" y="9576"/>
                  </a:moveTo>
                  <a:cubicBezTo>
                    <a:pt x="20448" y="7022"/>
                    <a:pt x="19170" y="5107"/>
                    <a:pt x="17253" y="3192"/>
                  </a:cubicBezTo>
                  <a:cubicBezTo>
                    <a:pt x="15336" y="1277"/>
                    <a:pt x="12780" y="0"/>
                    <a:pt x="10224" y="0"/>
                  </a:cubicBezTo>
                  <a:cubicBezTo>
                    <a:pt x="4473" y="0"/>
                    <a:pt x="0" y="4469"/>
                    <a:pt x="0" y="10214"/>
                  </a:cubicBezTo>
                  <a:lnTo>
                    <a:pt x="0" y="37665"/>
                  </a:lnTo>
                  <a:cubicBezTo>
                    <a:pt x="0" y="43411"/>
                    <a:pt x="4473" y="47880"/>
                    <a:pt x="10224" y="47880"/>
                  </a:cubicBezTo>
                  <a:cubicBezTo>
                    <a:pt x="12780" y="47880"/>
                    <a:pt x="15336" y="46603"/>
                    <a:pt x="17253" y="44688"/>
                  </a:cubicBezTo>
                  <a:cubicBezTo>
                    <a:pt x="19170" y="42773"/>
                    <a:pt x="19809" y="40857"/>
                    <a:pt x="20448" y="38304"/>
                  </a:cubicBezTo>
                  <a:lnTo>
                    <a:pt x="20448" y="9576"/>
                  </a:lnTo>
                  <a:close/>
                </a:path>
              </a:pathLst>
            </a:custGeom>
            <a:solidFill>
              <a:srgbClr val="00A3E0"/>
            </a:solidFill>
            <a:ln w="6390" cap="flat">
              <a:noFill/>
              <a:prstDash val="solid"/>
              <a:miter/>
            </a:ln>
          </p:spPr>
          <p:txBody>
            <a:bodyPr rtlCol="0" anchor="ctr"/>
            <a:lstStyle/>
            <a:p>
              <a:endParaRPr lang="en-US"/>
            </a:p>
          </p:txBody>
        </p:sp>
        <p:sp>
          <p:nvSpPr>
            <p:cNvPr id="441" name="Graphic 4">
              <a:extLst>
                <a:ext uri="{FF2B5EF4-FFF2-40B4-BE49-F238E27FC236}">
                  <a16:creationId xmlns:a16="http://schemas.microsoft.com/office/drawing/2014/main" id="{0F35BC96-29DA-E045-9864-86E773978310}"/>
                </a:ext>
              </a:extLst>
            </p:cNvPr>
            <p:cNvSpPr/>
            <p:nvPr/>
          </p:nvSpPr>
          <p:spPr>
            <a:xfrm>
              <a:off x="3180910" y="3432191"/>
              <a:ext cx="20447" cy="60009"/>
            </a:xfrm>
            <a:custGeom>
              <a:avLst/>
              <a:gdLst>
                <a:gd name="connsiteX0" fmla="*/ 20448 w 20447"/>
                <a:gd name="connsiteY0" fmla="*/ 17237 h 60009"/>
                <a:gd name="connsiteX1" fmla="*/ 20448 w 20447"/>
                <a:gd name="connsiteY1" fmla="*/ 17237 h 60009"/>
                <a:gd name="connsiteX2" fmla="*/ 20448 w 20447"/>
                <a:gd name="connsiteY2" fmla="*/ 10214 h 60009"/>
                <a:gd name="connsiteX3" fmla="*/ 17253 w 20447"/>
                <a:gd name="connsiteY3" fmla="*/ 3192 h 60009"/>
                <a:gd name="connsiteX4" fmla="*/ 10224 w 20447"/>
                <a:gd name="connsiteY4" fmla="*/ 0 h 60009"/>
                <a:gd name="connsiteX5" fmla="*/ 0 w 20447"/>
                <a:gd name="connsiteY5" fmla="*/ 9576 h 60009"/>
                <a:gd name="connsiteX6" fmla="*/ 0 w 20447"/>
                <a:gd name="connsiteY6" fmla="*/ 49795 h 60009"/>
                <a:gd name="connsiteX7" fmla="*/ 10224 w 20447"/>
                <a:gd name="connsiteY7" fmla="*/ 60010 h 60009"/>
                <a:gd name="connsiteX8" fmla="*/ 17253 w 20447"/>
                <a:gd name="connsiteY8" fmla="*/ 56818 h 60009"/>
                <a:gd name="connsiteX9" fmla="*/ 20448 w 20447"/>
                <a:gd name="connsiteY9" fmla="*/ 49795 h 60009"/>
                <a:gd name="connsiteX10" fmla="*/ 20448 w 20447"/>
                <a:gd name="connsiteY10" fmla="*/ 17237 h 60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447" h="60009">
                  <a:moveTo>
                    <a:pt x="20448" y="17237"/>
                  </a:moveTo>
                  <a:lnTo>
                    <a:pt x="20448" y="17237"/>
                  </a:lnTo>
                  <a:lnTo>
                    <a:pt x="20448" y="10214"/>
                  </a:lnTo>
                  <a:cubicBezTo>
                    <a:pt x="20448" y="7661"/>
                    <a:pt x="19170" y="5107"/>
                    <a:pt x="17253" y="3192"/>
                  </a:cubicBezTo>
                  <a:cubicBezTo>
                    <a:pt x="15336" y="1277"/>
                    <a:pt x="12780" y="0"/>
                    <a:pt x="10224" y="0"/>
                  </a:cubicBezTo>
                  <a:cubicBezTo>
                    <a:pt x="5112" y="0"/>
                    <a:pt x="639" y="3830"/>
                    <a:pt x="0" y="9576"/>
                  </a:cubicBezTo>
                  <a:lnTo>
                    <a:pt x="0" y="49795"/>
                  </a:lnTo>
                  <a:cubicBezTo>
                    <a:pt x="0" y="55541"/>
                    <a:pt x="4473" y="60010"/>
                    <a:pt x="10224" y="60010"/>
                  </a:cubicBezTo>
                  <a:cubicBezTo>
                    <a:pt x="12780" y="60010"/>
                    <a:pt x="15336" y="58733"/>
                    <a:pt x="17253" y="56818"/>
                  </a:cubicBezTo>
                  <a:cubicBezTo>
                    <a:pt x="19170" y="54902"/>
                    <a:pt x="20448" y="52349"/>
                    <a:pt x="20448" y="49795"/>
                  </a:cubicBezTo>
                  <a:lnTo>
                    <a:pt x="20448" y="17237"/>
                  </a:lnTo>
                  <a:close/>
                </a:path>
              </a:pathLst>
            </a:custGeom>
            <a:solidFill>
              <a:srgbClr val="00A3E0"/>
            </a:solidFill>
            <a:ln w="6390" cap="flat">
              <a:noFill/>
              <a:prstDash val="solid"/>
              <a:miter/>
            </a:ln>
          </p:spPr>
          <p:txBody>
            <a:bodyPr rtlCol="0" anchor="ctr"/>
            <a:lstStyle/>
            <a:p>
              <a:endParaRPr lang="en-US"/>
            </a:p>
          </p:txBody>
        </p:sp>
        <p:sp>
          <p:nvSpPr>
            <p:cNvPr id="442" name="Graphic 4">
              <a:extLst>
                <a:ext uri="{FF2B5EF4-FFF2-40B4-BE49-F238E27FC236}">
                  <a16:creationId xmlns:a16="http://schemas.microsoft.com/office/drawing/2014/main" id="{24F5519B-5B78-2E4D-A216-DB709B3A271D}"/>
                </a:ext>
              </a:extLst>
            </p:cNvPr>
            <p:cNvSpPr/>
            <p:nvPr/>
          </p:nvSpPr>
          <p:spPr>
            <a:xfrm>
              <a:off x="3246727" y="3447832"/>
              <a:ext cx="20613" cy="46283"/>
            </a:xfrm>
            <a:custGeom>
              <a:avLst/>
              <a:gdLst>
                <a:gd name="connsiteX0" fmla="*/ 17892 w 20613"/>
                <a:gd name="connsiteY0" fmla="*/ 2873 h 46283"/>
                <a:gd name="connsiteX1" fmla="*/ 3195 w 20613"/>
                <a:gd name="connsiteY1" fmla="*/ 2873 h 46283"/>
                <a:gd name="connsiteX2" fmla="*/ 0 w 20613"/>
                <a:gd name="connsiteY2" fmla="*/ 9895 h 46283"/>
                <a:gd name="connsiteX3" fmla="*/ 0 w 20613"/>
                <a:gd name="connsiteY3" fmla="*/ 36069 h 46283"/>
                <a:gd name="connsiteX4" fmla="*/ 10224 w 20613"/>
                <a:gd name="connsiteY4" fmla="*/ 46284 h 46283"/>
                <a:gd name="connsiteX5" fmla="*/ 17253 w 20613"/>
                <a:gd name="connsiteY5" fmla="*/ 43092 h 46283"/>
                <a:gd name="connsiteX6" fmla="*/ 20448 w 20613"/>
                <a:gd name="connsiteY6" fmla="*/ 36708 h 46283"/>
                <a:gd name="connsiteX7" fmla="*/ 20448 w 20613"/>
                <a:gd name="connsiteY7" fmla="*/ 9895 h 46283"/>
                <a:gd name="connsiteX8" fmla="*/ 17892 w 20613"/>
                <a:gd name="connsiteY8" fmla="*/ 2873 h 46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13" h="46283">
                  <a:moveTo>
                    <a:pt x="17892" y="2873"/>
                  </a:moveTo>
                  <a:cubicBezTo>
                    <a:pt x="14058" y="-958"/>
                    <a:pt x="7668" y="-958"/>
                    <a:pt x="3195" y="2873"/>
                  </a:cubicBezTo>
                  <a:cubicBezTo>
                    <a:pt x="1278" y="4788"/>
                    <a:pt x="0" y="7341"/>
                    <a:pt x="0" y="9895"/>
                  </a:cubicBezTo>
                  <a:lnTo>
                    <a:pt x="0" y="36069"/>
                  </a:lnTo>
                  <a:cubicBezTo>
                    <a:pt x="0" y="41815"/>
                    <a:pt x="4473" y="46284"/>
                    <a:pt x="10224" y="46284"/>
                  </a:cubicBezTo>
                  <a:cubicBezTo>
                    <a:pt x="12780" y="46284"/>
                    <a:pt x="15336" y="45007"/>
                    <a:pt x="17253" y="43092"/>
                  </a:cubicBezTo>
                  <a:cubicBezTo>
                    <a:pt x="19170" y="41177"/>
                    <a:pt x="19809" y="39261"/>
                    <a:pt x="20448" y="36708"/>
                  </a:cubicBezTo>
                  <a:lnTo>
                    <a:pt x="20448" y="9895"/>
                  </a:lnTo>
                  <a:cubicBezTo>
                    <a:pt x="21087" y="7341"/>
                    <a:pt x="19809" y="4788"/>
                    <a:pt x="17892" y="2873"/>
                  </a:cubicBezTo>
                  <a:close/>
                </a:path>
              </a:pathLst>
            </a:custGeom>
            <a:solidFill>
              <a:srgbClr val="00A3E0"/>
            </a:solidFill>
            <a:ln w="6390" cap="flat">
              <a:noFill/>
              <a:prstDash val="solid"/>
              <a:miter/>
            </a:ln>
          </p:spPr>
          <p:txBody>
            <a:bodyPr rtlCol="0" anchor="ctr"/>
            <a:lstStyle/>
            <a:p>
              <a:endParaRPr lang="en-US"/>
            </a:p>
          </p:txBody>
        </p:sp>
      </p:grpSp>
      <p:grpSp>
        <p:nvGrpSpPr>
          <p:cNvPr id="11" name="Group 10">
            <a:extLst>
              <a:ext uri="{FF2B5EF4-FFF2-40B4-BE49-F238E27FC236}">
                <a16:creationId xmlns:a16="http://schemas.microsoft.com/office/drawing/2014/main" id="{6968F3E4-7136-A145-9B7B-F4BBB6EB7C55}"/>
              </a:ext>
            </a:extLst>
          </p:cNvPr>
          <p:cNvGrpSpPr>
            <a:grpSpLocks noChangeAspect="1"/>
          </p:cNvGrpSpPr>
          <p:nvPr/>
        </p:nvGrpSpPr>
        <p:grpSpPr>
          <a:xfrm>
            <a:off x="467104" y="3824168"/>
            <a:ext cx="362309" cy="361971"/>
            <a:chOff x="467104" y="3824168"/>
            <a:chExt cx="362309" cy="361971"/>
          </a:xfrm>
        </p:grpSpPr>
        <p:sp>
          <p:nvSpPr>
            <p:cNvPr id="444" name="Graphic 4">
              <a:extLst>
                <a:ext uri="{FF2B5EF4-FFF2-40B4-BE49-F238E27FC236}">
                  <a16:creationId xmlns:a16="http://schemas.microsoft.com/office/drawing/2014/main" id="{7CEEE8F3-BFB5-DE49-A4F2-03D993775678}"/>
                </a:ext>
              </a:extLst>
            </p:cNvPr>
            <p:cNvSpPr/>
            <p:nvPr/>
          </p:nvSpPr>
          <p:spPr>
            <a:xfrm>
              <a:off x="467104" y="3824168"/>
              <a:ext cx="362309" cy="361971"/>
            </a:xfrm>
            <a:custGeom>
              <a:avLst/>
              <a:gdLst>
                <a:gd name="connsiteX0" fmla="*/ 181474 w 362309"/>
                <a:gd name="connsiteY0" fmla="*/ 0 h 361971"/>
                <a:gd name="connsiteX1" fmla="*/ 0 w 362309"/>
                <a:gd name="connsiteY1" fmla="*/ 180667 h 361971"/>
                <a:gd name="connsiteX2" fmla="*/ 181474 w 362309"/>
                <a:gd name="connsiteY2" fmla="*/ 361971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349204 h 361971"/>
                <a:gd name="connsiteX7" fmla="*/ 13419 w 362309"/>
                <a:gd name="connsiteY7" fmla="*/ 181305 h 361971"/>
                <a:gd name="connsiteX8" fmla="*/ 181474 w 362309"/>
                <a:gd name="connsiteY8" fmla="*/ 12768 h 361971"/>
                <a:gd name="connsiteX9" fmla="*/ 349530 w 362309"/>
                <a:gd name="connsiteY9" fmla="*/ 181305 h 361971"/>
                <a:gd name="connsiteX10" fmla="*/ 349530 w 362309"/>
                <a:gd name="connsiteY10" fmla="*/ 181305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895"/>
                    <a:pt x="81152" y="361971"/>
                    <a:pt x="181474" y="361971"/>
                  </a:cubicBezTo>
                  <a:cubicBezTo>
                    <a:pt x="281796" y="361971"/>
                    <a:pt x="362309" y="280895"/>
                    <a:pt x="362309" y="180667"/>
                  </a:cubicBezTo>
                  <a:lnTo>
                    <a:pt x="362309" y="180667"/>
                  </a:lnTo>
                  <a:cubicBezTo>
                    <a:pt x="362309" y="81076"/>
                    <a:pt x="281157"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lnTo>
                    <a:pt x="181474" y="349204"/>
                  </a:lnTo>
                  <a:close/>
                </a:path>
              </a:pathLst>
            </a:custGeom>
            <a:solidFill>
              <a:srgbClr val="00A3E0"/>
            </a:solidFill>
            <a:ln w="6390" cap="flat">
              <a:noFill/>
              <a:prstDash val="solid"/>
              <a:miter/>
            </a:ln>
          </p:spPr>
          <p:txBody>
            <a:bodyPr rtlCol="0" anchor="ctr"/>
            <a:lstStyle/>
            <a:p>
              <a:endParaRPr lang="en-US"/>
            </a:p>
          </p:txBody>
        </p:sp>
        <p:sp>
          <p:nvSpPr>
            <p:cNvPr id="445" name="Graphic 4">
              <a:extLst>
                <a:ext uri="{FF2B5EF4-FFF2-40B4-BE49-F238E27FC236}">
                  <a16:creationId xmlns:a16="http://schemas.microsoft.com/office/drawing/2014/main" id="{6F1AF601-A7B1-FD4D-BA34-50826630E45E}"/>
                </a:ext>
              </a:extLst>
            </p:cNvPr>
            <p:cNvSpPr/>
            <p:nvPr/>
          </p:nvSpPr>
          <p:spPr>
            <a:xfrm>
              <a:off x="594264" y="3883539"/>
              <a:ext cx="108628" cy="243868"/>
            </a:xfrm>
            <a:custGeom>
              <a:avLst/>
              <a:gdLst>
                <a:gd name="connsiteX0" fmla="*/ 95210 w 108628"/>
                <a:gd name="connsiteY0" fmla="*/ 217694 h 243868"/>
                <a:gd name="connsiteX1" fmla="*/ 85625 w 108628"/>
                <a:gd name="connsiteY1" fmla="*/ 215779 h 243868"/>
                <a:gd name="connsiteX2" fmla="*/ 72845 w 108628"/>
                <a:gd name="connsiteY2" fmla="*/ 208756 h 243868"/>
                <a:gd name="connsiteX3" fmla="*/ 61982 w 108628"/>
                <a:gd name="connsiteY3" fmla="*/ 202372 h 243868"/>
                <a:gd name="connsiteX4" fmla="*/ 49202 w 108628"/>
                <a:gd name="connsiteY4" fmla="*/ 192796 h 243868"/>
                <a:gd name="connsiteX5" fmla="*/ 47286 w 108628"/>
                <a:gd name="connsiteY5" fmla="*/ 191519 h 243868"/>
                <a:gd name="connsiteX6" fmla="*/ 47286 w 108628"/>
                <a:gd name="connsiteY6" fmla="*/ 159600 h 243868"/>
                <a:gd name="connsiteX7" fmla="*/ 54314 w 108628"/>
                <a:gd name="connsiteY7" fmla="*/ 94483 h 243868"/>
                <a:gd name="connsiteX8" fmla="*/ 72845 w 108628"/>
                <a:gd name="connsiteY8" fmla="*/ 65755 h 243868"/>
                <a:gd name="connsiteX9" fmla="*/ 72845 w 108628"/>
                <a:gd name="connsiteY9" fmla="*/ 22982 h 243868"/>
                <a:gd name="connsiteX10" fmla="*/ 66455 w 108628"/>
                <a:gd name="connsiteY10" fmla="*/ 16598 h 243868"/>
                <a:gd name="connsiteX11" fmla="*/ 60704 w 108628"/>
                <a:gd name="connsiteY11" fmla="*/ 16598 h 243868"/>
                <a:gd name="connsiteX12" fmla="*/ 46008 w 108628"/>
                <a:gd name="connsiteY12" fmla="*/ 10853 h 243868"/>
                <a:gd name="connsiteX13" fmla="*/ 44730 w 108628"/>
                <a:gd name="connsiteY13" fmla="*/ 9576 h 243868"/>
                <a:gd name="connsiteX14" fmla="*/ 21087 w 108628"/>
                <a:gd name="connsiteY14" fmla="*/ 0 h 243868"/>
                <a:gd name="connsiteX15" fmla="*/ 6390 w 108628"/>
                <a:gd name="connsiteY15" fmla="*/ 0 h 243868"/>
                <a:gd name="connsiteX16" fmla="*/ 0 w 108628"/>
                <a:gd name="connsiteY16" fmla="*/ 6384 h 243868"/>
                <a:gd name="connsiteX17" fmla="*/ 0 w 108628"/>
                <a:gd name="connsiteY17" fmla="*/ 26174 h 243868"/>
                <a:gd name="connsiteX18" fmla="*/ 3195 w 108628"/>
                <a:gd name="connsiteY18" fmla="*/ 40219 h 243868"/>
                <a:gd name="connsiteX19" fmla="*/ 6390 w 108628"/>
                <a:gd name="connsiteY19" fmla="*/ 46603 h 243868"/>
                <a:gd name="connsiteX20" fmla="*/ 8307 w 108628"/>
                <a:gd name="connsiteY20" fmla="*/ 54902 h 243868"/>
                <a:gd name="connsiteX21" fmla="*/ 8307 w 108628"/>
                <a:gd name="connsiteY21" fmla="*/ 65755 h 243868"/>
                <a:gd name="connsiteX22" fmla="*/ 15336 w 108628"/>
                <a:gd name="connsiteY22" fmla="*/ 85545 h 243868"/>
                <a:gd name="connsiteX23" fmla="*/ 12780 w 108628"/>
                <a:gd name="connsiteY23" fmla="*/ 97675 h 243868"/>
                <a:gd name="connsiteX24" fmla="*/ 9585 w 108628"/>
                <a:gd name="connsiteY24" fmla="*/ 118742 h 243868"/>
                <a:gd name="connsiteX25" fmla="*/ 11502 w 108628"/>
                <a:gd name="connsiteY25" fmla="*/ 134702 h 243868"/>
                <a:gd name="connsiteX26" fmla="*/ 17892 w 108628"/>
                <a:gd name="connsiteY26" fmla="*/ 160876 h 243868"/>
                <a:gd name="connsiteX27" fmla="*/ 17892 w 108628"/>
                <a:gd name="connsiteY27" fmla="*/ 192796 h 243868"/>
                <a:gd name="connsiteX28" fmla="*/ 15975 w 108628"/>
                <a:gd name="connsiteY28" fmla="*/ 194073 h 243868"/>
                <a:gd name="connsiteX29" fmla="*/ 639 w 108628"/>
                <a:gd name="connsiteY29" fmla="*/ 224716 h 243868"/>
                <a:gd name="connsiteX30" fmla="*/ 5751 w 108628"/>
                <a:gd name="connsiteY30" fmla="*/ 238122 h 243868"/>
                <a:gd name="connsiteX31" fmla="*/ 19170 w 108628"/>
                <a:gd name="connsiteY31" fmla="*/ 243868 h 243868"/>
                <a:gd name="connsiteX32" fmla="*/ 28755 w 108628"/>
                <a:gd name="connsiteY32" fmla="*/ 243868 h 243868"/>
                <a:gd name="connsiteX33" fmla="*/ 39618 w 108628"/>
                <a:gd name="connsiteY33" fmla="*/ 240038 h 243868"/>
                <a:gd name="connsiteX34" fmla="*/ 45369 w 108628"/>
                <a:gd name="connsiteY34" fmla="*/ 237484 h 243868"/>
                <a:gd name="connsiteX35" fmla="*/ 54314 w 108628"/>
                <a:gd name="connsiteY35" fmla="*/ 240038 h 243868"/>
                <a:gd name="connsiteX36" fmla="*/ 70289 w 108628"/>
                <a:gd name="connsiteY36" fmla="*/ 243868 h 243868"/>
                <a:gd name="connsiteX37" fmla="*/ 79235 w 108628"/>
                <a:gd name="connsiteY37" fmla="*/ 243868 h 243868"/>
                <a:gd name="connsiteX38" fmla="*/ 91376 w 108628"/>
                <a:gd name="connsiteY38" fmla="*/ 243868 h 243868"/>
                <a:gd name="connsiteX39" fmla="*/ 95849 w 108628"/>
                <a:gd name="connsiteY39" fmla="*/ 243868 h 243868"/>
                <a:gd name="connsiteX40" fmla="*/ 108629 w 108628"/>
                <a:gd name="connsiteY40" fmla="*/ 231100 h 243868"/>
                <a:gd name="connsiteX41" fmla="*/ 95210 w 108628"/>
                <a:gd name="connsiteY41" fmla="*/ 217694 h 243868"/>
                <a:gd name="connsiteX42" fmla="*/ 95210 w 108628"/>
                <a:gd name="connsiteY42" fmla="*/ 217694 h 243868"/>
                <a:gd name="connsiteX43" fmla="*/ 30672 w 108628"/>
                <a:gd name="connsiteY43" fmla="*/ 166622 h 243868"/>
                <a:gd name="connsiteX44" fmla="*/ 35145 w 108628"/>
                <a:gd name="connsiteY44" fmla="*/ 166622 h 243868"/>
                <a:gd name="connsiteX45" fmla="*/ 35145 w 108628"/>
                <a:gd name="connsiteY45" fmla="*/ 192158 h 243868"/>
                <a:gd name="connsiteX46" fmla="*/ 30672 w 108628"/>
                <a:gd name="connsiteY46" fmla="*/ 192158 h 243868"/>
                <a:gd name="connsiteX47" fmla="*/ 30672 w 108628"/>
                <a:gd name="connsiteY47" fmla="*/ 166622 h 243868"/>
                <a:gd name="connsiteX48" fmla="*/ 42174 w 108628"/>
                <a:gd name="connsiteY48" fmla="*/ 98313 h 243868"/>
                <a:gd name="connsiteX49" fmla="*/ 35784 w 108628"/>
                <a:gd name="connsiteY49" fmla="*/ 153854 h 243868"/>
                <a:gd name="connsiteX50" fmla="*/ 29394 w 108628"/>
                <a:gd name="connsiteY50" fmla="*/ 153854 h 243868"/>
                <a:gd name="connsiteX51" fmla="*/ 23643 w 108628"/>
                <a:gd name="connsiteY51" fmla="*/ 131510 h 243868"/>
                <a:gd name="connsiteX52" fmla="*/ 24921 w 108628"/>
                <a:gd name="connsiteY52" fmla="*/ 101505 h 243868"/>
                <a:gd name="connsiteX53" fmla="*/ 27477 w 108628"/>
                <a:gd name="connsiteY53" fmla="*/ 94483 h 243868"/>
                <a:gd name="connsiteX54" fmla="*/ 28755 w 108628"/>
                <a:gd name="connsiteY54" fmla="*/ 95121 h 243868"/>
                <a:gd name="connsiteX55" fmla="*/ 30033 w 108628"/>
                <a:gd name="connsiteY55" fmla="*/ 95760 h 243868"/>
                <a:gd name="connsiteX56" fmla="*/ 35145 w 108628"/>
                <a:gd name="connsiteY56" fmla="*/ 97037 h 243868"/>
                <a:gd name="connsiteX57" fmla="*/ 36423 w 108628"/>
                <a:gd name="connsiteY57" fmla="*/ 97037 h 243868"/>
                <a:gd name="connsiteX58" fmla="*/ 41535 w 108628"/>
                <a:gd name="connsiteY58" fmla="*/ 97675 h 243868"/>
                <a:gd name="connsiteX59" fmla="*/ 42174 w 108628"/>
                <a:gd name="connsiteY59" fmla="*/ 98313 h 243868"/>
                <a:gd name="connsiteX60" fmla="*/ 42174 w 108628"/>
                <a:gd name="connsiteY60" fmla="*/ 98313 h 243868"/>
                <a:gd name="connsiteX61" fmla="*/ 13419 w 108628"/>
                <a:gd name="connsiteY61" fmla="*/ 26174 h 243868"/>
                <a:gd name="connsiteX62" fmla="*/ 13419 w 108628"/>
                <a:gd name="connsiteY62" fmla="*/ 12768 h 243868"/>
                <a:gd name="connsiteX63" fmla="*/ 21726 w 108628"/>
                <a:gd name="connsiteY63" fmla="*/ 12768 h 243868"/>
                <a:gd name="connsiteX64" fmla="*/ 36423 w 108628"/>
                <a:gd name="connsiteY64" fmla="*/ 18513 h 243868"/>
                <a:gd name="connsiteX65" fmla="*/ 37701 w 108628"/>
                <a:gd name="connsiteY65" fmla="*/ 19790 h 243868"/>
                <a:gd name="connsiteX66" fmla="*/ 60704 w 108628"/>
                <a:gd name="connsiteY66" fmla="*/ 29366 h 243868"/>
                <a:gd name="connsiteX67" fmla="*/ 60704 w 108628"/>
                <a:gd name="connsiteY67" fmla="*/ 65755 h 243868"/>
                <a:gd name="connsiteX68" fmla="*/ 47286 w 108628"/>
                <a:gd name="connsiteY68" fmla="*/ 83630 h 243868"/>
                <a:gd name="connsiteX69" fmla="*/ 47286 w 108628"/>
                <a:gd name="connsiteY69" fmla="*/ 83630 h 243868"/>
                <a:gd name="connsiteX70" fmla="*/ 44730 w 108628"/>
                <a:gd name="connsiteY70" fmla="*/ 84269 h 243868"/>
                <a:gd name="connsiteX71" fmla="*/ 41535 w 108628"/>
                <a:gd name="connsiteY71" fmla="*/ 84269 h 243868"/>
                <a:gd name="connsiteX72" fmla="*/ 37701 w 108628"/>
                <a:gd name="connsiteY72" fmla="*/ 83630 h 243868"/>
                <a:gd name="connsiteX73" fmla="*/ 35784 w 108628"/>
                <a:gd name="connsiteY73" fmla="*/ 82992 h 243868"/>
                <a:gd name="connsiteX74" fmla="*/ 34506 w 108628"/>
                <a:gd name="connsiteY74" fmla="*/ 82353 h 243868"/>
                <a:gd name="connsiteX75" fmla="*/ 31950 w 108628"/>
                <a:gd name="connsiteY75" fmla="*/ 81077 h 243868"/>
                <a:gd name="connsiteX76" fmla="*/ 31950 w 108628"/>
                <a:gd name="connsiteY76" fmla="*/ 81077 h 243868"/>
                <a:gd name="connsiteX77" fmla="*/ 29394 w 108628"/>
                <a:gd name="connsiteY77" fmla="*/ 78523 h 243868"/>
                <a:gd name="connsiteX78" fmla="*/ 29394 w 108628"/>
                <a:gd name="connsiteY78" fmla="*/ 78523 h 243868"/>
                <a:gd name="connsiteX79" fmla="*/ 23643 w 108628"/>
                <a:gd name="connsiteY79" fmla="*/ 64478 h 243868"/>
                <a:gd name="connsiteX80" fmla="*/ 23643 w 108628"/>
                <a:gd name="connsiteY80" fmla="*/ 53625 h 243868"/>
                <a:gd name="connsiteX81" fmla="*/ 20448 w 108628"/>
                <a:gd name="connsiteY81" fmla="*/ 39581 h 243868"/>
                <a:gd name="connsiteX82" fmla="*/ 17253 w 108628"/>
                <a:gd name="connsiteY82" fmla="*/ 33197 h 243868"/>
                <a:gd name="connsiteX83" fmla="*/ 13419 w 108628"/>
                <a:gd name="connsiteY83" fmla="*/ 26174 h 243868"/>
                <a:gd name="connsiteX84" fmla="*/ 13419 w 108628"/>
                <a:gd name="connsiteY84" fmla="*/ 26174 h 243868"/>
                <a:gd name="connsiteX85" fmla="*/ 90098 w 108628"/>
                <a:gd name="connsiteY85" fmla="*/ 230462 h 243868"/>
                <a:gd name="connsiteX86" fmla="*/ 70289 w 108628"/>
                <a:gd name="connsiteY86" fmla="*/ 230462 h 243868"/>
                <a:gd name="connsiteX87" fmla="*/ 57509 w 108628"/>
                <a:gd name="connsiteY87" fmla="*/ 227270 h 243868"/>
                <a:gd name="connsiteX88" fmla="*/ 44730 w 108628"/>
                <a:gd name="connsiteY88" fmla="*/ 224078 h 243868"/>
                <a:gd name="connsiteX89" fmla="*/ 44730 w 108628"/>
                <a:gd name="connsiteY89" fmla="*/ 224078 h 243868"/>
                <a:gd name="connsiteX90" fmla="*/ 31311 w 108628"/>
                <a:gd name="connsiteY90" fmla="*/ 229185 h 243868"/>
                <a:gd name="connsiteX91" fmla="*/ 28116 w 108628"/>
                <a:gd name="connsiteY91" fmla="*/ 230462 h 243868"/>
                <a:gd name="connsiteX92" fmla="*/ 19170 w 108628"/>
                <a:gd name="connsiteY92" fmla="*/ 230462 h 243868"/>
                <a:gd name="connsiteX93" fmla="*/ 15336 w 108628"/>
                <a:gd name="connsiteY93" fmla="*/ 228546 h 243868"/>
                <a:gd name="connsiteX94" fmla="*/ 14058 w 108628"/>
                <a:gd name="connsiteY94" fmla="*/ 224716 h 243868"/>
                <a:gd name="connsiteX95" fmla="*/ 23004 w 108628"/>
                <a:gd name="connsiteY95" fmla="*/ 204926 h 243868"/>
                <a:gd name="connsiteX96" fmla="*/ 44091 w 108628"/>
                <a:gd name="connsiteY96" fmla="*/ 204926 h 243868"/>
                <a:gd name="connsiteX97" fmla="*/ 54953 w 108628"/>
                <a:gd name="connsiteY97" fmla="*/ 213225 h 243868"/>
                <a:gd name="connsiteX98" fmla="*/ 67094 w 108628"/>
                <a:gd name="connsiteY98" fmla="*/ 220247 h 243868"/>
                <a:gd name="connsiteX99" fmla="*/ 80513 w 108628"/>
                <a:gd name="connsiteY99" fmla="*/ 227270 h 243868"/>
                <a:gd name="connsiteX100" fmla="*/ 81152 w 108628"/>
                <a:gd name="connsiteY100" fmla="*/ 227270 h 243868"/>
                <a:gd name="connsiteX101" fmla="*/ 94571 w 108628"/>
                <a:gd name="connsiteY101" fmla="*/ 229823 h 243868"/>
                <a:gd name="connsiteX102" fmla="*/ 90098 w 108628"/>
                <a:gd name="connsiteY102" fmla="*/ 230462 h 243868"/>
                <a:gd name="connsiteX103" fmla="*/ 90098 w 108628"/>
                <a:gd name="connsiteY103" fmla="*/ 230462 h 243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108628" h="243868">
                  <a:moveTo>
                    <a:pt x="95210" y="217694"/>
                  </a:moveTo>
                  <a:cubicBezTo>
                    <a:pt x="92015" y="217694"/>
                    <a:pt x="88820" y="217055"/>
                    <a:pt x="85625" y="215779"/>
                  </a:cubicBezTo>
                  <a:lnTo>
                    <a:pt x="72845" y="208756"/>
                  </a:lnTo>
                  <a:cubicBezTo>
                    <a:pt x="69011" y="206841"/>
                    <a:pt x="65816" y="204926"/>
                    <a:pt x="61982" y="202372"/>
                  </a:cubicBezTo>
                  <a:lnTo>
                    <a:pt x="49202" y="192796"/>
                  </a:lnTo>
                  <a:cubicBezTo>
                    <a:pt x="48564" y="192158"/>
                    <a:pt x="47925" y="192158"/>
                    <a:pt x="47286" y="191519"/>
                  </a:cubicBezTo>
                  <a:lnTo>
                    <a:pt x="47286" y="159600"/>
                  </a:lnTo>
                  <a:lnTo>
                    <a:pt x="54314" y="94483"/>
                  </a:lnTo>
                  <a:cubicBezTo>
                    <a:pt x="65816" y="89376"/>
                    <a:pt x="72845" y="77885"/>
                    <a:pt x="72845" y="65755"/>
                  </a:cubicBezTo>
                  <a:lnTo>
                    <a:pt x="72845" y="22982"/>
                  </a:lnTo>
                  <a:cubicBezTo>
                    <a:pt x="72845" y="19152"/>
                    <a:pt x="70289" y="16598"/>
                    <a:pt x="66455" y="16598"/>
                  </a:cubicBezTo>
                  <a:lnTo>
                    <a:pt x="60704" y="16598"/>
                  </a:lnTo>
                  <a:cubicBezTo>
                    <a:pt x="55592" y="16598"/>
                    <a:pt x="49842" y="14683"/>
                    <a:pt x="46008" y="10853"/>
                  </a:cubicBezTo>
                  <a:lnTo>
                    <a:pt x="44730" y="9576"/>
                  </a:lnTo>
                  <a:cubicBezTo>
                    <a:pt x="38340" y="3192"/>
                    <a:pt x="30033" y="0"/>
                    <a:pt x="21087" y="0"/>
                  </a:cubicBezTo>
                  <a:lnTo>
                    <a:pt x="6390" y="0"/>
                  </a:lnTo>
                  <a:cubicBezTo>
                    <a:pt x="2556" y="0"/>
                    <a:pt x="0" y="2553"/>
                    <a:pt x="0" y="6384"/>
                  </a:cubicBezTo>
                  <a:lnTo>
                    <a:pt x="0" y="26174"/>
                  </a:lnTo>
                  <a:cubicBezTo>
                    <a:pt x="0" y="31281"/>
                    <a:pt x="1278" y="35750"/>
                    <a:pt x="3195" y="40219"/>
                  </a:cubicBezTo>
                  <a:lnTo>
                    <a:pt x="6390" y="46603"/>
                  </a:lnTo>
                  <a:cubicBezTo>
                    <a:pt x="7668" y="49157"/>
                    <a:pt x="8307" y="52349"/>
                    <a:pt x="8307" y="54902"/>
                  </a:cubicBezTo>
                  <a:lnTo>
                    <a:pt x="8307" y="65755"/>
                  </a:lnTo>
                  <a:cubicBezTo>
                    <a:pt x="8307" y="72777"/>
                    <a:pt x="10863" y="79800"/>
                    <a:pt x="15336" y="85545"/>
                  </a:cubicBezTo>
                  <a:lnTo>
                    <a:pt x="12780" y="97675"/>
                  </a:lnTo>
                  <a:cubicBezTo>
                    <a:pt x="10863" y="104697"/>
                    <a:pt x="9585" y="111720"/>
                    <a:pt x="9585" y="118742"/>
                  </a:cubicBezTo>
                  <a:cubicBezTo>
                    <a:pt x="9585" y="123849"/>
                    <a:pt x="10224" y="129595"/>
                    <a:pt x="11502" y="134702"/>
                  </a:cubicBezTo>
                  <a:lnTo>
                    <a:pt x="17892" y="160876"/>
                  </a:lnTo>
                  <a:lnTo>
                    <a:pt x="17892" y="192796"/>
                  </a:lnTo>
                  <a:cubicBezTo>
                    <a:pt x="17253" y="192796"/>
                    <a:pt x="16614" y="193435"/>
                    <a:pt x="15975" y="194073"/>
                  </a:cubicBezTo>
                  <a:cubicBezTo>
                    <a:pt x="7029" y="201734"/>
                    <a:pt x="1917" y="212587"/>
                    <a:pt x="639" y="224716"/>
                  </a:cubicBezTo>
                  <a:cubicBezTo>
                    <a:pt x="639" y="229823"/>
                    <a:pt x="1917" y="234292"/>
                    <a:pt x="5751" y="238122"/>
                  </a:cubicBezTo>
                  <a:cubicBezTo>
                    <a:pt x="8946" y="241953"/>
                    <a:pt x="14058" y="243868"/>
                    <a:pt x="19170" y="243868"/>
                  </a:cubicBezTo>
                  <a:lnTo>
                    <a:pt x="28755" y="243868"/>
                  </a:lnTo>
                  <a:cubicBezTo>
                    <a:pt x="32589" y="243868"/>
                    <a:pt x="36423" y="242591"/>
                    <a:pt x="39618" y="240038"/>
                  </a:cubicBezTo>
                  <a:cubicBezTo>
                    <a:pt x="42174" y="238122"/>
                    <a:pt x="44091" y="237484"/>
                    <a:pt x="45369" y="237484"/>
                  </a:cubicBezTo>
                  <a:cubicBezTo>
                    <a:pt x="48564" y="238122"/>
                    <a:pt x="51758" y="238761"/>
                    <a:pt x="54314" y="240038"/>
                  </a:cubicBezTo>
                  <a:cubicBezTo>
                    <a:pt x="59426" y="241953"/>
                    <a:pt x="64538" y="243230"/>
                    <a:pt x="70289" y="243868"/>
                  </a:cubicBezTo>
                  <a:cubicBezTo>
                    <a:pt x="72845" y="243868"/>
                    <a:pt x="76040" y="243868"/>
                    <a:pt x="79235" y="243868"/>
                  </a:cubicBezTo>
                  <a:lnTo>
                    <a:pt x="91376" y="243868"/>
                  </a:lnTo>
                  <a:lnTo>
                    <a:pt x="95849" y="243868"/>
                  </a:lnTo>
                  <a:cubicBezTo>
                    <a:pt x="102878" y="243868"/>
                    <a:pt x="108629" y="238122"/>
                    <a:pt x="108629" y="231100"/>
                  </a:cubicBezTo>
                  <a:cubicBezTo>
                    <a:pt x="108629" y="224078"/>
                    <a:pt x="102239" y="218332"/>
                    <a:pt x="95210" y="217694"/>
                  </a:cubicBezTo>
                  <a:lnTo>
                    <a:pt x="95210" y="217694"/>
                  </a:lnTo>
                  <a:close/>
                  <a:moveTo>
                    <a:pt x="30672" y="166622"/>
                  </a:moveTo>
                  <a:lnTo>
                    <a:pt x="35145" y="166622"/>
                  </a:lnTo>
                  <a:lnTo>
                    <a:pt x="35145" y="192158"/>
                  </a:lnTo>
                  <a:lnTo>
                    <a:pt x="30672" y="192158"/>
                  </a:lnTo>
                  <a:lnTo>
                    <a:pt x="30672" y="166622"/>
                  </a:lnTo>
                  <a:close/>
                  <a:moveTo>
                    <a:pt x="42174" y="98313"/>
                  </a:moveTo>
                  <a:lnTo>
                    <a:pt x="35784" y="153854"/>
                  </a:lnTo>
                  <a:lnTo>
                    <a:pt x="29394" y="153854"/>
                  </a:lnTo>
                  <a:lnTo>
                    <a:pt x="23643" y="131510"/>
                  </a:lnTo>
                  <a:cubicBezTo>
                    <a:pt x="21087" y="121934"/>
                    <a:pt x="21726" y="111081"/>
                    <a:pt x="24921" y="101505"/>
                  </a:cubicBezTo>
                  <a:lnTo>
                    <a:pt x="27477" y="94483"/>
                  </a:lnTo>
                  <a:lnTo>
                    <a:pt x="28755" y="95121"/>
                  </a:lnTo>
                  <a:lnTo>
                    <a:pt x="30033" y="95760"/>
                  </a:lnTo>
                  <a:cubicBezTo>
                    <a:pt x="31950" y="96398"/>
                    <a:pt x="33228" y="97037"/>
                    <a:pt x="35145" y="97037"/>
                  </a:cubicBezTo>
                  <a:lnTo>
                    <a:pt x="36423" y="97037"/>
                  </a:lnTo>
                  <a:cubicBezTo>
                    <a:pt x="38340" y="97675"/>
                    <a:pt x="40257" y="97675"/>
                    <a:pt x="41535" y="97675"/>
                  </a:cubicBezTo>
                  <a:lnTo>
                    <a:pt x="42174" y="98313"/>
                  </a:lnTo>
                  <a:lnTo>
                    <a:pt x="42174" y="98313"/>
                  </a:lnTo>
                  <a:close/>
                  <a:moveTo>
                    <a:pt x="13419" y="26174"/>
                  </a:moveTo>
                  <a:lnTo>
                    <a:pt x="13419" y="12768"/>
                  </a:lnTo>
                  <a:lnTo>
                    <a:pt x="21726" y="12768"/>
                  </a:lnTo>
                  <a:cubicBezTo>
                    <a:pt x="26838" y="12768"/>
                    <a:pt x="32589" y="14683"/>
                    <a:pt x="36423" y="18513"/>
                  </a:cubicBezTo>
                  <a:lnTo>
                    <a:pt x="37701" y="19790"/>
                  </a:lnTo>
                  <a:cubicBezTo>
                    <a:pt x="44091" y="26174"/>
                    <a:pt x="52397" y="29366"/>
                    <a:pt x="60704" y="29366"/>
                  </a:cubicBezTo>
                  <a:lnTo>
                    <a:pt x="60704" y="65755"/>
                  </a:lnTo>
                  <a:cubicBezTo>
                    <a:pt x="60704" y="74054"/>
                    <a:pt x="55592" y="81077"/>
                    <a:pt x="47286" y="83630"/>
                  </a:cubicBezTo>
                  <a:lnTo>
                    <a:pt x="47286" y="83630"/>
                  </a:lnTo>
                  <a:cubicBezTo>
                    <a:pt x="46008" y="83630"/>
                    <a:pt x="45369" y="84269"/>
                    <a:pt x="44730" y="84269"/>
                  </a:cubicBezTo>
                  <a:cubicBezTo>
                    <a:pt x="43452" y="84269"/>
                    <a:pt x="42813" y="84269"/>
                    <a:pt x="41535" y="84269"/>
                  </a:cubicBezTo>
                  <a:cubicBezTo>
                    <a:pt x="40257" y="84269"/>
                    <a:pt x="38979" y="84269"/>
                    <a:pt x="37701" y="83630"/>
                  </a:cubicBezTo>
                  <a:lnTo>
                    <a:pt x="35784" y="82992"/>
                  </a:lnTo>
                  <a:cubicBezTo>
                    <a:pt x="35145" y="82992"/>
                    <a:pt x="35145" y="82992"/>
                    <a:pt x="34506" y="82353"/>
                  </a:cubicBezTo>
                  <a:cubicBezTo>
                    <a:pt x="33228" y="81715"/>
                    <a:pt x="32589" y="81715"/>
                    <a:pt x="31950" y="81077"/>
                  </a:cubicBezTo>
                  <a:lnTo>
                    <a:pt x="31950" y="81077"/>
                  </a:lnTo>
                  <a:cubicBezTo>
                    <a:pt x="30672" y="80438"/>
                    <a:pt x="30033" y="79800"/>
                    <a:pt x="29394" y="78523"/>
                  </a:cubicBezTo>
                  <a:lnTo>
                    <a:pt x="29394" y="78523"/>
                  </a:lnTo>
                  <a:cubicBezTo>
                    <a:pt x="25560" y="74693"/>
                    <a:pt x="23643" y="69585"/>
                    <a:pt x="23643" y="64478"/>
                  </a:cubicBezTo>
                  <a:lnTo>
                    <a:pt x="23643" y="53625"/>
                  </a:lnTo>
                  <a:cubicBezTo>
                    <a:pt x="23643" y="48518"/>
                    <a:pt x="22365" y="44049"/>
                    <a:pt x="20448" y="39581"/>
                  </a:cubicBezTo>
                  <a:lnTo>
                    <a:pt x="17253" y="33197"/>
                  </a:lnTo>
                  <a:cubicBezTo>
                    <a:pt x="14697" y="31920"/>
                    <a:pt x="14058" y="28728"/>
                    <a:pt x="13419" y="26174"/>
                  </a:cubicBezTo>
                  <a:lnTo>
                    <a:pt x="13419" y="26174"/>
                  </a:lnTo>
                  <a:close/>
                  <a:moveTo>
                    <a:pt x="90098" y="230462"/>
                  </a:moveTo>
                  <a:cubicBezTo>
                    <a:pt x="82430" y="230462"/>
                    <a:pt x="74762" y="230462"/>
                    <a:pt x="70289" y="230462"/>
                  </a:cubicBezTo>
                  <a:cubicBezTo>
                    <a:pt x="65816" y="229823"/>
                    <a:pt x="61343" y="228546"/>
                    <a:pt x="57509" y="227270"/>
                  </a:cubicBezTo>
                  <a:cubicBezTo>
                    <a:pt x="53675" y="225993"/>
                    <a:pt x="49202" y="224716"/>
                    <a:pt x="44730" y="224078"/>
                  </a:cubicBezTo>
                  <a:lnTo>
                    <a:pt x="44730" y="224078"/>
                  </a:lnTo>
                  <a:cubicBezTo>
                    <a:pt x="39618" y="224078"/>
                    <a:pt x="35145" y="225993"/>
                    <a:pt x="31311" y="229185"/>
                  </a:cubicBezTo>
                  <a:cubicBezTo>
                    <a:pt x="30033" y="229823"/>
                    <a:pt x="29394" y="230462"/>
                    <a:pt x="28116" y="230462"/>
                  </a:cubicBezTo>
                  <a:lnTo>
                    <a:pt x="19170" y="230462"/>
                  </a:lnTo>
                  <a:cubicBezTo>
                    <a:pt x="17892" y="230462"/>
                    <a:pt x="15975" y="229823"/>
                    <a:pt x="15336" y="228546"/>
                  </a:cubicBezTo>
                  <a:cubicBezTo>
                    <a:pt x="14058" y="227270"/>
                    <a:pt x="14058" y="225993"/>
                    <a:pt x="14058" y="224716"/>
                  </a:cubicBezTo>
                  <a:cubicBezTo>
                    <a:pt x="14697" y="217055"/>
                    <a:pt x="17892" y="210033"/>
                    <a:pt x="23004" y="204926"/>
                  </a:cubicBezTo>
                  <a:lnTo>
                    <a:pt x="44091" y="204926"/>
                  </a:lnTo>
                  <a:lnTo>
                    <a:pt x="54953" y="213225"/>
                  </a:lnTo>
                  <a:cubicBezTo>
                    <a:pt x="58787" y="215779"/>
                    <a:pt x="63260" y="218332"/>
                    <a:pt x="67094" y="220247"/>
                  </a:cubicBezTo>
                  <a:lnTo>
                    <a:pt x="80513" y="227270"/>
                  </a:lnTo>
                  <a:lnTo>
                    <a:pt x="81152" y="227270"/>
                  </a:lnTo>
                  <a:cubicBezTo>
                    <a:pt x="85625" y="229185"/>
                    <a:pt x="90098" y="229823"/>
                    <a:pt x="94571" y="229823"/>
                  </a:cubicBezTo>
                  <a:lnTo>
                    <a:pt x="90098" y="230462"/>
                  </a:lnTo>
                  <a:lnTo>
                    <a:pt x="90098" y="230462"/>
                  </a:lnTo>
                  <a:close/>
                </a:path>
              </a:pathLst>
            </a:custGeom>
            <a:solidFill>
              <a:srgbClr val="00A3E0"/>
            </a:solidFill>
            <a:ln w="6390" cap="flat">
              <a:noFill/>
              <a:prstDash val="solid"/>
              <a:miter/>
            </a:ln>
          </p:spPr>
          <p:txBody>
            <a:bodyPr rtlCol="0" anchor="ctr"/>
            <a:lstStyle/>
            <a:p>
              <a:endParaRPr lang="en-US"/>
            </a:p>
          </p:txBody>
        </p:sp>
      </p:grpSp>
      <p:grpSp>
        <p:nvGrpSpPr>
          <p:cNvPr id="15" name="Group 14">
            <a:extLst>
              <a:ext uri="{FF2B5EF4-FFF2-40B4-BE49-F238E27FC236}">
                <a16:creationId xmlns:a16="http://schemas.microsoft.com/office/drawing/2014/main" id="{0E2204A9-1DAA-0F48-8AB3-EF4CCB74AD3D}"/>
              </a:ext>
            </a:extLst>
          </p:cNvPr>
          <p:cNvGrpSpPr>
            <a:grpSpLocks noChangeAspect="1"/>
          </p:cNvGrpSpPr>
          <p:nvPr/>
        </p:nvGrpSpPr>
        <p:grpSpPr>
          <a:xfrm>
            <a:off x="905454" y="3824168"/>
            <a:ext cx="362309" cy="361971"/>
            <a:chOff x="905454" y="3824168"/>
            <a:chExt cx="362309" cy="361971"/>
          </a:xfrm>
        </p:grpSpPr>
        <p:sp>
          <p:nvSpPr>
            <p:cNvPr id="446" name="Graphic 4">
              <a:extLst>
                <a:ext uri="{FF2B5EF4-FFF2-40B4-BE49-F238E27FC236}">
                  <a16:creationId xmlns:a16="http://schemas.microsoft.com/office/drawing/2014/main" id="{F7EE67A6-4A80-A34B-BF20-5643F1293386}"/>
                </a:ext>
              </a:extLst>
            </p:cNvPr>
            <p:cNvSpPr/>
            <p:nvPr/>
          </p:nvSpPr>
          <p:spPr>
            <a:xfrm>
              <a:off x="1046032" y="3897583"/>
              <a:ext cx="47285" cy="71500"/>
            </a:xfrm>
            <a:custGeom>
              <a:avLst/>
              <a:gdLst>
                <a:gd name="connsiteX0" fmla="*/ 8307 w 47285"/>
                <a:gd name="connsiteY0" fmla="*/ 40857 h 71500"/>
                <a:gd name="connsiteX1" fmla="*/ 8307 w 47285"/>
                <a:gd name="connsiteY1" fmla="*/ 51710 h 71500"/>
                <a:gd name="connsiteX2" fmla="*/ 14058 w 47285"/>
                <a:gd name="connsiteY2" fmla="*/ 65755 h 71500"/>
                <a:gd name="connsiteX3" fmla="*/ 14058 w 47285"/>
                <a:gd name="connsiteY3" fmla="*/ 65755 h 71500"/>
                <a:gd name="connsiteX4" fmla="*/ 17253 w 47285"/>
                <a:gd name="connsiteY4" fmla="*/ 68308 h 71500"/>
                <a:gd name="connsiteX5" fmla="*/ 17253 w 47285"/>
                <a:gd name="connsiteY5" fmla="*/ 68308 h 71500"/>
                <a:gd name="connsiteX6" fmla="*/ 20448 w 47285"/>
                <a:gd name="connsiteY6" fmla="*/ 69585 h 71500"/>
                <a:gd name="connsiteX7" fmla="*/ 21726 w 47285"/>
                <a:gd name="connsiteY7" fmla="*/ 70224 h 71500"/>
                <a:gd name="connsiteX8" fmla="*/ 24282 w 47285"/>
                <a:gd name="connsiteY8" fmla="*/ 70862 h 71500"/>
                <a:gd name="connsiteX9" fmla="*/ 28116 w 47285"/>
                <a:gd name="connsiteY9" fmla="*/ 71500 h 71500"/>
                <a:gd name="connsiteX10" fmla="*/ 31311 w 47285"/>
                <a:gd name="connsiteY10" fmla="*/ 71500 h 71500"/>
                <a:gd name="connsiteX11" fmla="*/ 33867 w 47285"/>
                <a:gd name="connsiteY11" fmla="*/ 70862 h 71500"/>
                <a:gd name="connsiteX12" fmla="*/ 33867 w 47285"/>
                <a:gd name="connsiteY12" fmla="*/ 70862 h 71500"/>
                <a:gd name="connsiteX13" fmla="*/ 47286 w 47285"/>
                <a:gd name="connsiteY13" fmla="*/ 52987 h 71500"/>
                <a:gd name="connsiteX14" fmla="*/ 47286 w 47285"/>
                <a:gd name="connsiteY14" fmla="*/ 16598 h 71500"/>
                <a:gd name="connsiteX15" fmla="*/ 24282 w 47285"/>
                <a:gd name="connsiteY15" fmla="*/ 7022 h 71500"/>
                <a:gd name="connsiteX16" fmla="*/ 23004 w 47285"/>
                <a:gd name="connsiteY16" fmla="*/ 5745 h 71500"/>
                <a:gd name="connsiteX17" fmla="*/ 8307 w 47285"/>
                <a:gd name="connsiteY17" fmla="*/ 0 h 71500"/>
                <a:gd name="connsiteX18" fmla="*/ 0 w 47285"/>
                <a:gd name="connsiteY18" fmla="*/ 0 h 71500"/>
                <a:gd name="connsiteX19" fmla="*/ 0 w 47285"/>
                <a:gd name="connsiteY19" fmla="*/ 13406 h 71500"/>
                <a:gd name="connsiteX20" fmla="*/ 1917 w 47285"/>
                <a:gd name="connsiteY20" fmla="*/ 21705 h 71500"/>
                <a:gd name="connsiteX21" fmla="*/ 5112 w 47285"/>
                <a:gd name="connsiteY21" fmla="*/ 28089 h 71500"/>
                <a:gd name="connsiteX22" fmla="*/ 8307 w 47285"/>
                <a:gd name="connsiteY22" fmla="*/ 40857 h 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285" h="71500">
                  <a:moveTo>
                    <a:pt x="8307" y="40857"/>
                  </a:moveTo>
                  <a:lnTo>
                    <a:pt x="8307" y="51710"/>
                  </a:lnTo>
                  <a:cubicBezTo>
                    <a:pt x="8307" y="56817"/>
                    <a:pt x="10224" y="61924"/>
                    <a:pt x="14058" y="65755"/>
                  </a:cubicBezTo>
                  <a:lnTo>
                    <a:pt x="14058" y="65755"/>
                  </a:lnTo>
                  <a:cubicBezTo>
                    <a:pt x="14697" y="66393"/>
                    <a:pt x="15975" y="67670"/>
                    <a:pt x="17253" y="68308"/>
                  </a:cubicBezTo>
                  <a:lnTo>
                    <a:pt x="17253" y="68308"/>
                  </a:lnTo>
                  <a:cubicBezTo>
                    <a:pt x="17892" y="68947"/>
                    <a:pt x="19170" y="69585"/>
                    <a:pt x="20448" y="69585"/>
                  </a:cubicBezTo>
                  <a:lnTo>
                    <a:pt x="21726" y="70224"/>
                  </a:lnTo>
                  <a:lnTo>
                    <a:pt x="24282" y="70862"/>
                  </a:lnTo>
                  <a:cubicBezTo>
                    <a:pt x="25560" y="70862"/>
                    <a:pt x="26838" y="71500"/>
                    <a:pt x="28116" y="71500"/>
                  </a:cubicBezTo>
                  <a:cubicBezTo>
                    <a:pt x="29394" y="71500"/>
                    <a:pt x="30033" y="71500"/>
                    <a:pt x="31311" y="71500"/>
                  </a:cubicBezTo>
                  <a:cubicBezTo>
                    <a:pt x="31950" y="71500"/>
                    <a:pt x="33228" y="70862"/>
                    <a:pt x="33867" y="70862"/>
                  </a:cubicBezTo>
                  <a:lnTo>
                    <a:pt x="33867" y="70862"/>
                  </a:lnTo>
                  <a:cubicBezTo>
                    <a:pt x="41535" y="68308"/>
                    <a:pt x="47286" y="60648"/>
                    <a:pt x="47286" y="52987"/>
                  </a:cubicBezTo>
                  <a:lnTo>
                    <a:pt x="47286" y="16598"/>
                  </a:lnTo>
                  <a:cubicBezTo>
                    <a:pt x="38340" y="16598"/>
                    <a:pt x="30033" y="12768"/>
                    <a:pt x="24282" y="7022"/>
                  </a:cubicBezTo>
                  <a:lnTo>
                    <a:pt x="23004" y="5745"/>
                  </a:lnTo>
                  <a:cubicBezTo>
                    <a:pt x="19170" y="1915"/>
                    <a:pt x="14058" y="0"/>
                    <a:pt x="8307" y="0"/>
                  </a:cubicBezTo>
                  <a:lnTo>
                    <a:pt x="0" y="0"/>
                  </a:lnTo>
                  <a:lnTo>
                    <a:pt x="0" y="13406"/>
                  </a:lnTo>
                  <a:cubicBezTo>
                    <a:pt x="0" y="16598"/>
                    <a:pt x="639" y="19152"/>
                    <a:pt x="1917" y="21705"/>
                  </a:cubicBezTo>
                  <a:lnTo>
                    <a:pt x="5112" y="28089"/>
                  </a:lnTo>
                  <a:cubicBezTo>
                    <a:pt x="7029" y="31281"/>
                    <a:pt x="8307" y="35750"/>
                    <a:pt x="8307" y="40857"/>
                  </a:cubicBezTo>
                  <a:close/>
                </a:path>
              </a:pathLst>
            </a:custGeom>
            <a:solidFill>
              <a:srgbClr val="00A3E0"/>
            </a:solidFill>
            <a:ln w="6390" cap="flat">
              <a:noFill/>
              <a:prstDash val="solid"/>
              <a:miter/>
            </a:ln>
          </p:spPr>
          <p:txBody>
            <a:bodyPr rtlCol="0" anchor="ctr"/>
            <a:lstStyle/>
            <a:p>
              <a:endParaRPr lang="en-US"/>
            </a:p>
          </p:txBody>
        </p:sp>
        <p:sp>
          <p:nvSpPr>
            <p:cNvPr id="447" name="Graphic 4">
              <a:extLst>
                <a:ext uri="{FF2B5EF4-FFF2-40B4-BE49-F238E27FC236}">
                  <a16:creationId xmlns:a16="http://schemas.microsoft.com/office/drawing/2014/main" id="{DA99C75C-3D93-2746-83B4-872C1AFD7C83}"/>
                </a:ext>
              </a:extLst>
            </p:cNvPr>
            <p:cNvSpPr/>
            <p:nvPr/>
          </p:nvSpPr>
          <p:spPr>
            <a:xfrm>
              <a:off x="1063285" y="4050160"/>
              <a:ext cx="4472" cy="25535"/>
            </a:xfrm>
            <a:custGeom>
              <a:avLst/>
              <a:gdLst>
                <a:gd name="connsiteX0" fmla="*/ 0 w 4472"/>
                <a:gd name="connsiteY0" fmla="*/ 0 h 25535"/>
                <a:gd name="connsiteX1" fmla="*/ 4473 w 4472"/>
                <a:gd name="connsiteY1" fmla="*/ 0 h 25535"/>
                <a:gd name="connsiteX2" fmla="*/ 4473 w 4472"/>
                <a:gd name="connsiteY2" fmla="*/ 25536 h 25535"/>
                <a:gd name="connsiteX3" fmla="*/ 0 w 4472"/>
                <a:gd name="connsiteY3" fmla="*/ 25536 h 25535"/>
              </a:gdLst>
              <a:ahLst/>
              <a:cxnLst>
                <a:cxn ang="0">
                  <a:pos x="connsiteX0" y="connsiteY0"/>
                </a:cxn>
                <a:cxn ang="0">
                  <a:pos x="connsiteX1" y="connsiteY1"/>
                </a:cxn>
                <a:cxn ang="0">
                  <a:pos x="connsiteX2" y="connsiteY2"/>
                </a:cxn>
                <a:cxn ang="0">
                  <a:pos x="connsiteX3" y="connsiteY3"/>
                </a:cxn>
              </a:cxnLst>
              <a:rect l="l" t="t" r="r" b="b"/>
              <a:pathLst>
                <a:path w="4472" h="25535">
                  <a:moveTo>
                    <a:pt x="0" y="0"/>
                  </a:moveTo>
                  <a:lnTo>
                    <a:pt x="4473" y="0"/>
                  </a:lnTo>
                  <a:lnTo>
                    <a:pt x="4473" y="25536"/>
                  </a:lnTo>
                  <a:lnTo>
                    <a:pt x="0" y="25536"/>
                  </a:lnTo>
                  <a:close/>
                </a:path>
              </a:pathLst>
            </a:custGeom>
            <a:solidFill>
              <a:srgbClr val="00A3E0"/>
            </a:solidFill>
            <a:ln w="6390" cap="flat">
              <a:noFill/>
              <a:prstDash val="solid"/>
              <a:miter/>
            </a:ln>
          </p:spPr>
          <p:txBody>
            <a:bodyPr rtlCol="0" anchor="ctr"/>
            <a:lstStyle/>
            <a:p>
              <a:endParaRPr lang="en-US"/>
            </a:p>
          </p:txBody>
        </p:sp>
        <p:sp>
          <p:nvSpPr>
            <p:cNvPr id="448" name="Graphic 4">
              <a:extLst>
                <a:ext uri="{FF2B5EF4-FFF2-40B4-BE49-F238E27FC236}">
                  <a16:creationId xmlns:a16="http://schemas.microsoft.com/office/drawing/2014/main" id="{9385B37A-2CD6-B74B-B6DE-23E358EBE8C7}"/>
                </a:ext>
              </a:extLst>
            </p:cNvPr>
            <p:cNvSpPr/>
            <p:nvPr/>
          </p:nvSpPr>
          <p:spPr>
            <a:xfrm>
              <a:off x="1054040" y="3978660"/>
              <a:ext cx="20108" cy="59371"/>
            </a:xfrm>
            <a:custGeom>
              <a:avLst/>
              <a:gdLst>
                <a:gd name="connsiteX0" fmla="*/ 19469 w 20108"/>
                <a:gd name="connsiteY0" fmla="*/ 3192 h 59371"/>
                <a:gd name="connsiteX1" fmla="*/ 14357 w 20108"/>
                <a:gd name="connsiteY1" fmla="*/ 2554 h 59371"/>
                <a:gd name="connsiteX2" fmla="*/ 13079 w 20108"/>
                <a:gd name="connsiteY2" fmla="*/ 2554 h 59371"/>
                <a:gd name="connsiteX3" fmla="*/ 7967 w 20108"/>
                <a:gd name="connsiteY3" fmla="*/ 1277 h 59371"/>
                <a:gd name="connsiteX4" fmla="*/ 6689 w 20108"/>
                <a:gd name="connsiteY4" fmla="*/ 639 h 59371"/>
                <a:gd name="connsiteX5" fmla="*/ 5411 w 20108"/>
                <a:gd name="connsiteY5" fmla="*/ 0 h 59371"/>
                <a:gd name="connsiteX6" fmla="*/ 2855 w 20108"/>
                <a:gd name="connsiteY6" fmla="*/ 7023 h 59371"/>
                <a:gd name="connsiteX7" fmla="*/ 1577 w 20108"/>
                <a:gd name="connsiteY7" fmla="*/ 37027 h 59371"/>
                <a:gd name="connsiteX8" fmla="*/ 7328 w 20108"/>
                <a:gd name="connsiteY8" fmla="*/ 59371 h 59371"/>
                <a:gd name="connsiteX9" fmla="*/ 13718 w 20108"/>
                <a:gd name="connsiteY9" fmla="*/ 59371 h 59371"/>
                <a:gd name="connsiteX10" fmla="*/ 20108 w 20108"/>
                <a:gd name="connsiteY10" fmla="*/ 3831 h 59371"/>
                <a:gd name="connsiteX11" fmla="*/ 19469 w 20108"/>
                <a:gd name="connsiteY11" fmla="*/ 3192 h 59371"/>
                <a:gd name="connsiteX12" fmla="*/ 19469 w 20108"/>
                <a:gd name="connsiteY12" fmla="*/ 3192 h 59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108" h="59371">
                  <a:moveTo>
                    <a:pt x="19469" y="3192"/>
                  </a:moveTo>
                  <a:cubicBezTo>
                    <a:pt x="17552" y="3192"/>
                    <a:pt x="15635" y="3192"/>
                    <a:pt x="14357" y="2554"/>
                  </a:cubicBezTo>
                  <a:lnTo>
                    <a:pt x="13079" y="2554"/>
                  </a:lnTo>
                  <a:cubicBezTo>
                    <a:pt x="11162" y="1916"/>
                    <a:pt x="9884" y="1916"/>
                    <a:pt x="7967" y="1277"/>
                  </a:cubicBezTo>
                  <a:lnTo>
                    <a:pt x="6689" y="639"/>
                  </a:lnTo>
                  <a:lnTo>
                    <a:pt x="5411" y="0"/>
                  </a:lnTo>
                  <a:lnTo>
                    <a:pt x="2855" y="7023"/>
                  </a:lnTo>
                  <a:cubicBezTo>
                    <a:pt x="-340" y="16599"/>
                    <a:pt x="-979" y="26813"/>
                    <a:pt x="1577" y="37027"/>
                  </a:cubicBezTo>
                  <a:lnTo>
                    <a:pt x="7328" y="59371"/>
                  </a:lnTo>
                  <a:lnTo>
                    <a:pt x="13718" y="59371"/>
                  </a:lnTo>
                  <a:lnTo>
                    <a:pt x="20108" y="3831"/>
                  </a:lnTo>
                  <a:lnTo>
                    <a:pt x="19469" y="3192"/>
                  </a:lnTo>
                  <a:lnTo>
                    <a:pt x="19469" y="3192"/>
                  </a:lnTo>
                  <a:close/>
                </a:path>
              </a:pathLst>
            </a:custGeom>
            <a:solidFill>
              <a:srgbClr val="00A3E0"/>
            </a:solidFill>
            <a:ln w="6390" cap="flat">
              <a:noFill/>
              <a:prstDash val="solid"/>
              <a:miter/>
            </a:ln>
          </p:spPr>
          <p:txBody>
            <a:bodyPr rtlCol="0" anchor="ctr"/>
            <a:lstStyle/>
            <a:p>
              <a:endParaRPr lang="en-US"/>
            </a:p>
          </p:txBody>
        </p:sp>
        <p:sp>
          <p:nvSpPr>
            <p:cNvPr id="449" name="Graphic 4">
              <a:extLst>
                <a:ext uri="{FF2B5EF4-FFF2-40B4-BE49-F238E27FC236}">
                  <a16:creationId xmlns:a16="http://schemas.microsoft.com/office/drawing/2014/main" id="{41A90482-9B0D-AF4B-862A-157C495D9D83}"/>
                </a:ext>
              </a:extLst>
            </p:cNvPr>
            <p:cNvSpPr/>
            <p:nvPr/>
          </p:nvSpPr>
          <p:spPr>
            <a:xfrm>
              <a:off x="905454" y="3824168"/>
              <a:ext cx="362309" cy="361971"/>
            </a:xfrm>
            <a:custGeom>
              <a:avLst/>
              <a:gdLst>
                <a:gd name="connsiteX0" fmla="*/ 180835 w 362309"/>
                <a:gd name="connsiteY0" fmla="*/ 0 h 361971"/>
                <a:gd name="connsiteX1" fmla="*/ 0 w 362309"/>
                <a:gd name="connsiteY1" fmla="*/ 180667 h 361971"/>
                <a:gd name="connsiteX2" fmla="*/ 180835 w 362309"/>
                <a:gd name="connsiteY2" fmla="*/ 361971 h 361971"/>
                <a:gd name="connsiteX3" fmla="*/ 362309 w 362309"/>
                <a:gd name="connsiteY3" fmla="*/ 180667 h 361971"/>
                <a:gd name="connsiteX4" fmla="*/ 362309 w 362309"/>
                <a:gd name="connsiteY4" fmla="*/ 180667 h 361971"/>
                <a:gd name="connsiteX5" fmla="*/ 180835 w 362309"/>
                <a:gd name="connsiteY5" fmla="*/ 0 h 361971"/>
                <a:gd name="connsiteX6" fmla="*/ 221731 w 362309"/>
                <a:gd name="connsiteY6" fmla="*/ 302601 h 361971"/>
                <a:gd name="connsiteX7" fmla="*/ 217258 w 362309"/>
                <a:gd name="connsiteY7" fmla="*/ 302601 h 361971"/>
                <a:gd name="connsiteX8" fmla="*/ 205117 w 362309"/>
                <a:gd name="connsiteY8" fmla="*/ 302601 h 361971"/>
                <a:gd name="connsiteX9" fmla="*/ 196171 w 362309"/>
                <a:gd name="connsiteY9" fmla="*/ 302601 h 361971"/>
                <a:gd name="connsiteX10" fmla="*/ 180196 w 362309"/>
                <a:gd name="connsiteY10" fmla="*/ 298770 h 361971"/>
                <a:gd name="connsiteX11" fmla="*/ 171250 w 362309"/>
                <a:gd name="connsiteY11" fmla="*/ 296217 h 361971"/>
                <a:gd name="connsiteX12" fmla="*/ 165499 w 362309"/>
                <a:gd name="connsiteY12" fmla="*/ 298770 h 361971"/>
                <a:gd name="connsiteX13" fmla="*/ 154636 w 362309"/>
                <a:gd name="connsiteY13" fmla="*/ 302601 h 361971"/>
                <a:gd name="connsiteX14" fmla="*/ 145691 w 362309"/>
                <a:gd name="connsiteY14" fmla="*/ 302601 h 361971"/>
                <a:gd name="connsiteX15" fmla="*/ 132272 w 362309"/>
                <a:gd name="connsiteY15" fmla="*/ 296855 h 361971"/>
                <a:gd name="connsiteX16" fmla="*/ 127160 w 362309"/>
                <a:gd name="connsiteY16" fmla="*/ 283449 h 361971"/>
                <a:gd name="connsiteX17" fmla="*/ 142496 w 362309"/>
                <a:gd name="connsiteY17" fmla="*/ 252806 h 361971"/>
                <a:gd name="connsiteX18" fmla="*/ 144413 w 362309"/>
                <a:gd name="connsiteY18" fmla="*/ 251529 h 361971"/>
                <a:gd name="connsiteX19" fmla="*/ 144413 w 362309"/>
                <a:gd name="connsiteY19" fmla="*/ 219609 h 361971"/>
                <a:gd name="connsiteX20" fmla="*/ 138023 w 362309"/>
                <a:gd name="connsiteY20" fmla="*/ 193435 h 361971"/>
                <a:gd name="connsiteX21" fmla="*/ 139301 w 362309"/>
                <a:gd name="connsiteY21" fmla="*/ 156408 h 361971"/>
                <a:gd name="connsiteX22" fmla="*/ 143135 w 362309"/>
                <a:gd name="connsiteY22" fmla="*/ 144916 h 361971"/>
                <a:gd name="connsiteX23" fmla="*/ 136106 w 362309"/>
                <a:gd name="connsiteY23" fmla="*/ 125126 h 361971"/>
                <a:gd name="connsiteX24" fmla="*/ 136106 w 362309"/>
                <a:gd name="connsiteY24" fmla="*/ 114273 h 361971"/>
                <a:gd name="connsiteX25" fmla="*/ 134189 w 362309"/>
                <a:gd name="connsiteY25" fmla="*/ 105974 h 361971"/>
                <a:gd name="connsiteX26" fmla="*/ 130994 w 362309"/>
                <a:gd name="connsiteY26" fmla="*/ 99590 h 361971"/>
                <a:gd name="connsiteX27" fmla="*/ 127799 w 362309"/>
                <a:gd name="connsiteY27" fmla="*/ 85545 h 361971"/>
                <a:gd name="connsiteX28" fmla="*/ 127799 w 362309"/>
                <a:gd name="connsiteY28" fmla="*/ 65755 h 361971"/>
                <a:gd name="connsiteX29" fmla="*/ 134189 w 362309"/>
                <a:gd name="connsiteY29" fmla="*/ 59371 h 361971"/>
                <a:gd name="connsiteX30" fmla="*/ 148886 w 362309"/>
                <a:gd name="connsiteY30" fmla="*/ 59371 h 361971"/>
                <a:gd name="connsiteX31" fmla="*/ 172528 w 362309"/>
                <a:gd name="connsiteY31" fmla="*/ 68947 h 361971"/>
                <a:gd name="connsiteX32" fmla="*/ 173806 w 362309"/>
                <a:gd name="connsiteY32" fmla="*/ 70224 h 361971"/>
                <a:gd name="connsiteX33" fmla="*/ 188503 w 362309"/>
                <a:gd name="connsiteY33" fmla="*/ 75969 h 361971"/>
                <a:gd name="connsiteX34" fmla="*/ 194254 w 362309"/>
                <a:gd name="connsiteY34" fmla="*/ 75969 h 361971"/>
                <a:gd name="connsiteX35" fmla="*/ 200644 w 362309"/>
                <a:gd name="connsiteY35" fmla="*/ 82353 h 361971"/>
                <a:gd name="connsiteX36" fmla="*/ 200644 w 362309"/>
                <a:gd name="connsiteY36" fmla="*/ 125126 h 361971"/>
                <a:gd name="connsiteX37" fmla="*/ 182113 w 362309"/>
                <a:gd name="connsiteY37" fmla="*/ 153854 h 361971"/>
                <a:gd name="connsiteX38" fmla="*/ 174445 w 362309"/>
                <a:gd name="connsiteY38" fmla="*/ 219609 h 361971"/>
                <a:gd name="connsiteX39" fmla="*/ 174445 w 362309"/>
                <a:gd name="connsiteY39" fmla="*/ 251529 h 361971"/>
                <a:gd name="connsiteX40" fmla="*/ 176362 w 362309"/>
                <a:gd name="connsiteY40" fmla="*/ 252806 h 361971"/>
                <a:gd name="connsiteX41" fmla="*/ 188503 w 362309"/>
                <a:gd name="connsiteY41" fmla="*/ 262382 h 361971"/>
                <a:gd name="connsiteX42" fmla="*/ 199366 w 362309"/>
                <a:gd name="connsiteY42" fmla="*/ 268766 h 361971"/>
                <a:gd name="connsiteX43" fmla="*/ 212146 w 362309"/>
                <a:gd name="connsiteY43" fmla="*/ 275788 h 361971"/>
                <a:gd name="connsiteX44" fmla="*/ 221731 w 362309"/>
                <a:gd name="connsiteY44" fmla="*/ 277703 h 361971"/>
                <a:gd name="connsiteX45" fmla="*/ 234511 w 362309"/>
                <a:gd name="connsiteY45" fmla="*/ 290471 h 361971"/>
                <a:gd name="connsiteX46" fmla="*/ 221731 w 362309"/>
                <a:gd name="connsiteY46" fmla="*/ 302601 h 361971"/>
                <a:gd name="connsiteX47" fmla="*/ 221731 w 362309"/>
                <a:gd name="connsiteY47" fmla="*/ 30260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2309" h="361971">
                  <a:moveTo>
                    <a:pt x="180835" y="0"/>
                  </a:moveTo>
                  <a:cubicBezTo>
                    <a:pt x="80513" y="0"/>
                    <a:pt x="0" y="81076"/>
                    <a:pt x="0" y="180667"/>
                  </a:cubicBezTo>
                  <a:cubicBezTo>
                    <a:pt x="0" y="280895"/>
                    <a:pt x="81152" y="361971"/>
                    <a:pt x="180835" y="361971"/>
                  </a:cubicBezTo>
                  <a:cubicBezTo>
                    <a:pt x="280518" y="361971"/>
                    <a:pt x="362309" y="280895"/>
                    <a:pt x="362309" y="180667"/>
                  </a:cubicBezTo>
                  <a:lnTo>
                    <a:pt x="362309" y="180667"/>
                  </a:lnTo>
                  <a:cubicBezTo>
                    <a:pt x="361670" y="81076"/>
                    <a:pt x="281157" y="0"/>
                    <a:pt x="180835" y="0"/>
                  </a:cubicBezTo>
                  <a:close/>
                  <a:moveTo>
                    <a:pt x="221731" y="302601"/>
                  </a:moveTo>
                  <a:lnTo>
                    <a:pt x="217258" y="302601"/>
                  </a:lnTo>
                  <a:lnTo>
                    <a:pt x="205117" y="302601"/>
                  </a:lnTo>
                  <a:cubicBezTo>
                    <a:pt x="201922" y="302601"/>
                    <a:pt x="198727" y="302601"/>
                    <a:pt x="196171" y="302601"/>
                  </a:cubicBezTo>
                  <a:cubicBezTo>
                    <a:pt x="191059" y="301962"/>
                    <a:pt x="185308" y="300685"/>
                    <a:pt x="180196" y="298770"/>
                  </a:cubicBezTo>
                  <a:cubicBezTo>
                    <a:pt x="177001" y="297493"/>
                    <a:pt x="174445" y="296855"/>
                    <a:pt x="171250" y="296217"/>
                  </a:cubicBezTo>
                  <a:cubicBezTo>
                    <a:pt x="169972" y="296217"/>
                    <a:pt x="168055" y="296855"/>
                    <a:pt x="165499" y="298770"/>
                  </a:cubicBezTo>
                  <a:cubicBezTo>
                    <a:pt x="162304" y="301324"/>
                    <a:pt x="158470" y="302601"/>
                    <a:pt x="154636" y="302601"/>
                  </a:cubicBezTo>
                  <a:lnTo>
                    <a:pt x="145691" y="302601"/>
                  </a:lnTo>
                  <a:cubicBezTo>
                    <a:pt x="140579" y="302601"/>
                    <a:pt x="136106" y="300685"/>
                    <a:pt x="132272" y="296855"/>
                  </a:cubicBezTo>
                  <a:cubicBezTo>
                    <a:pt x="129077" y="293025"/>
                    <a:pt x="127160" y="288556"/>
                    <a:pt x="127160" y="283449"/>
                  </a:cubicBezTo>
                  <a:cubicBezTo>
                    <a:pt x="127799" y="271958"/>
                    <a:pt x="133550" y="261105"/>
                    <a:pt x="142496" y="252806"/>
                  </a:cubicBezTo>
                  <a:cubicBezTo>
                    <a:pt x="143135" y="252167"/>
                    <a:pt x="143774" y="252167"/>
                    <a:pt x="144413" y="251529"/>
                  </a:cubicBezTo>
                  <a:lnTo>
                    <a:pt x="144413" y="219609"/>
                  </a:lnTo>
                  <a:lnTo>
                    <a:pt x="138023" y="193435"/>
                  </a:lnTo>
                  <a:cubicBezTo>
                    <a:pt x="134828" y="181305"/>
                    <a:pt x="135467" y="168537"/>
                    <a:pt x="139301" y="156408"/>
                  </a:cubicBezTo>
                  <a:lnTo>
                    <a:pt x="143135" y="144916"/>
                  </a:lnTo>
                  <a:cubicBezTo>
                    <a:pt x="138662" y="139171"/>
                    <a:pt x="136106" y="132148"/>
                    <a:pt x="136106" y="125126"/>
                  </a:cubicBezTo>
                  <a:lnTo>
                    <a:pt x="136106" y="114273"/>
                  </a:lnTo>
                  <a:cubicBezTo>
                    <a:pt x="136106" y="111081"/>
                    <a:pt x="135467" y="108528"/>
                    <a:pt x="134189" y="105974"/>
                  </a:cubicBezTo>
                  <a:lnTo>
                    <a:pt x="130994" y="99590"/>
                  </a:lnTo>
                  <a:cubicBezTo>
                    <a:pt x="129077" y="95121"/>
                    <a:pt x="127799" y="90014"/>
                    <a:pt x="127799" y="85545"/>
                  </a:cubicBezTo>
                  <a:lnTo>
                    <a:pt x="127799" y="65755"/>
                  </a:lnTo>
                  <a:cubicBezTo>
                    <a:pt x="127799" y="61924"/>
                    <a:pt x="130355" y="59371"/>
                    <a:pt x="134189" y="59371"/>
                  </a:cubicBezTo>
                  <a:lnTo>
                    <a:pt x="148886" y="59371"/>
                  </a:lnTo>
                  <a:cubicBezTo>
                    <a:pt x="157831" y="59371"/>
                    <a:pt x="166138" y="62563"/>
                    <a:pt x="172528" y="68947"/>
                  </a:cubicBezTo>
                  <a:lnTo>
                    <a:pt x="173806" y="70224"/>
                  </a:lnTo>
                  <a:cubicBezTo>
                    <a:pt x="177640" y="74054"/>
                    <a:pt x="182752" y="75969"/>
                    <a:pt x="188503" y="75969"/>
                  </a:cubicBezTo>
                  <a:lnTo>
                    <a:pt x="194254" y="75969"/>
                  </a:lnTo>
                  <a:cubicBezTo>
                    <a:pt x="198088" y="75969"/>
                    <a:pt x="200644" y="78523"/>
                    <a:pt x="200644" y="82353"/>
                  </a:cubicBezTo>
                  <a:lnTo>
                    <a:pt x="200644" y="125126"/>
                  </a:lnTo>
                  <a:cubicBezTo>
                    <a:pt x="200644" y="137256"/>
                    <a:pt x="193615" y="148747"/>
                    <a:pt x="182113" y="153854"/>
                  </a:cubicBezTo>
                  <a:lnTo>
                    <a:pt x="174445" y="219609"/>
                  </a:lnTo>
                  <a:lnTo>
                    <a:pt x="174445" y="251529"/>
                  </a:lnTo>
                  <a:cubicBezTo>
                    <a:pt x="175084" y="251529"/>
                    <a:pt x="175723" y="252167"/>
                    <a:pt x="176362" y="252806"/>
                  </a:cubicBezTo>
                  <a:lnTo>
                    <a:pt x="188503" y="262382"/>
                  </a:lnTo>
                  <a:cubicBezTo>
                    <a:pt x="191698" y="264935"/>
                    <a:pt x="195532" y="266850"/>
                    <a:pt x="199366" y="268766"/>
                  </a:cubicBezTo>
                  <a:lnTo>
                    <a:pt x="212146" y="275788"/>
                  </a:lnTo>
                  <a:cubicBezTo>
                    <a:pt x="215341" y="277065"/>
                    <a:pt x="218536" y="277703"/>
                    <a:pt x="221731" y="277703"/>
                  </a:cubicBezTo>
                  <a:cubicBezTo>
                    <a:pt x="228760" y="277703"/>
                    <a:pt x="234511" y="283449"/>
                    <a:pt x="234511" y="290471"/>
                  </a:cubicBezTo>
                  <a:cubicBezTo>
                    <a:pt x="234511" y="297493"/>
                    <a:pt x="228760" y="302601"/>
                    <a:pt x="221731" y="302601"/>
                  </a:cubicBezTo>
                  <a:lnTo>
                    <a:pt x="221731" y="302601"/>
                  </a:lnTo>
                  <a:close/>
                </a:path>
              </a:pathLst>
            </a:custGeom>
            <a:solidFill>
              <a:srgbClr val="00A3E0"/>
            </a:solidFill>
            <a:ln w="6390" cap="flat">
              <a:noFill/>
              <a:prstDash val="solid"/>
              <a:miter/>
            </a:ln>
          </p:spPr>
          <p:txBody>
            <a:bodyPr rtlCol="0" anchor="ctr"/>
            <a:lstStyle/>
            <a:p>
              <a:endParaRPr lang="en-US"/>
            </a:p>
          </p:txBody>
        </p:sp>
        <p:sp>
          <p:nvSpPr>
            <p:cNvPr id="450" name="Graphic 4">
              <a:extLst>
                <a:ext uri="{FF2B5EF4-FFF2-40B4-BE49-F238E27FC236}">
                  <a16:creationId xmlns:a16="http://schemas.microsoft.com/office/drawing/2014/main" id="{C925B4F5-CD5F-9F4A-A8CB-4994B86BEDAE}"/>
                </a:ext>
              </a:extLst>
            </p:cNvPr>
            <p:cNvSpPr/>
            <p:nvPr/>
          </p:nvSpPr>
          <p:spPr>
            <a:xfrm>
              <a:off x="1046032" y="4088464"/>
              <a:ext cx="81152" cy="25535"/>
            </a:xfrm>
            <a:custGeom>
              <a:avLst/>
              <a:gdLst>
                <a:gd name="connsiteX0" fmla="*/ 66455 w 81152"/>
                <a:gd name="connsiteY0" fmla="*/ 22344 h 25535"/>
                <a:gd name="connsiteX1" fmla="*/ 53036 w 81152"/>
                <a:gd name="connsiteY1" fmla="*/ 15322 h 25535"/>
                <a:gd name="connsiteX2" fmla="*/ 40896 w 81152"/>
                <a:gd name="connsiteY2" fmla="*/ 8299 h 25535"/>
                <a:gd name="connsiteX3" fmla="*/ 30033 w 81152"/>
                <a:gd name="connsiteY3" fmla="*/ 0 h 25535"/>
                <a:gd name="connsiteX4" fmla="*/ 8946 w 81152"/>
                <a:gd name="connsiteY4" fmla="*/ 0 h 25535"/>
                <a:gd name="connsiteX5" fmla="*/ 0 w 81152"/>
                <a:gd name="connsiteY5" fmla="*/ 19791 h 25535"/>
                <a:gd name="connsiteX6" fmla="*/ 1278 w 81152"/>
                <a:gd name="connsiteY6" fmla="*/ 23621 h 25535"/>
                <a:gd name="connsiteX7" fmla="*/ 5112 w 81152"/>
                <a:gd name="connsiteY7" fmla="*/ 25536 h 25535"/>
                <a:gd name="connsiteX8" fmla="*/ 14697 w 81152"/>
                <a:gd name="connsiteY8" fmla="*/ 25536 h 25535"/>
                <a:gd name="connsiteX9" fmla="*/ 17892 w 81152"/>
                <a:gd name="connsiteY9" fmla="*/ 24259 h 25535"/>
                <a:gd name="connsiteX10" fmla="*/ 31311 w 81152"/>
                <a:gd name="connsiteY10" fmla="*/ 19152 h 25535"/>
                <a:gd name="connsiteX11" fmla="*/ 31950 w 81152"/>
                <a:gd name="connsiteY11" fmla="*/ 19152 h 25535"/>
                <a:gd name="connsiteX12" fmla="*/ 44730 w 81152"/>
                <a:gd name="connsiteY12" fmla="*/ 22344 h 25535"/>
                <a:gd name="connsiteX13" fmla="*/ 57509 w 81152"/>
                <a:gd name="connsiteY13" fmla="*/ 25536 h 25535"/>
                <a:gd name="connsiteX14" fmla="*/ 77318 w 81152"/>
                <a:gd name="connsiteY14" fmla="*/ 25536 h 25535"/>
                <a:gd name="connsiteX15" fmla="*/ 81152 w 81152"/>
                <a:gd name="connsiteY15" fmla="*/ 25536 h 25535"/>
                <a:gd name="connsiteX16" fmla="*/ 67733 w 81152"/>
                <a:gd name="connsiteY16" fmla="*/ 22983 h 25535"/>
                <a:gd name="connsiteX17" fmla="*/ 66455 w 81152"/>
                <a:gd name="connsiteY17" fmla="*/ 22344 h 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152" h="25535">
                  <a:moveTo>
                    <a:pt x="66455" y="22344"/>
                  </a:moveTo>
                  <a:lnTo>
                    <a:pt x="53036" y="15322"/>
                  </a:lnTo>
                  <a:cubicBezTo>
                    <a:pt x="48564" y="13407"/>
                    <a:pt x="44730" y="10853"/>
                    <a:pt x="40896" y="8299"/>
                  </a:cubicBezTo>
                  <a:lnTo>
                    <a:pt x="30033" y="0"/>
                  </a:lnTo>
                  <a:lnTo>
                    <a:pt x="8946" y="0"/>
                  </a:lnTo>
                  <a:cubicBezTo>
                    <a:pt x="3834" y="5107"/>
                    <a:pt x="639" y="12130"/>
                    <a:pt x="0" y="19791"/>
                  </a:cubicBezTo>
                  <a:cubicBezTo>
                    <a:pt x="0" y="21067"/>
                    <a:pt x="639" y="22983"/>
                    <a:pt x="1278" y="23621"/>
                  </a:cubicBezTo>
                  <a:cubicBezTo>
                    <a:pt x="2556" y="24898"/>
                    <a:pt x="3834" y="25536"/>
                    <a:pt x="5112" y="25536"/>
                  </a:cubicBezTo>
                  <a:lnTo>
                    <a:pt x="14697" y="25536"/>
                  </a:lnTo>
                  <a:cubicBezTo>
                    <a:pt x="15975" y="25536"/>
                    <a:pt x="17253" y="24898"/>
                    <a:pt x="17892" y="24259"/>
                  </a:cubicBezTo>
                  <a:cubicBezTo>
                    <a:pt x="21726" y="21067"/>
                    <a:pt x="26199" y="19152"/>
                    <a:pt x="31311" y="19152"/>
                  </a:cubicBezTo>
                  <a:lnTo>
                    <a:pt x="31950" y="19152"/>
                  </a:lnTo>
                  <a:cubicBezTo>
                    <a:pt x="36423" y="19791"/>
                    <a:pt x="40896" y="20429"/>
                    <a:pt x="44730" y="22344"/>
                  </a:cubicBezTo>
                  <a:cubicBezTo>
                    <a:pt x="48564" y="23621"/>
                    <a:pt x="53036" y="24898"/>
                    <a:pt x="57509" y="25536"/>
                  </a:cubicBezTo>
                  <a:cubicBezTo>
                    <a:pt x="61982" y="25536"/>
                    <a:pt x="70289" y="25536"/>
                    <a:pt x="77318" y="25536"/>
                  </a:cubicBezTo>
                  <a:lnTo>
                    <a:pt x="81152" y="25536"/>
                  </a:lnTo>
                  <a:cubicBezTo>
                    <a:pt x="76679" y="25536"/>
                    <a:pt x="72206" y="24898"/>
                    <a:pt x="67733" y="22983"/>
                  </a:cubicBezTo>
                  <a:lnTo>
                    <a:pt x="66455" y="22344"/>
                  </a:lnTo>
                  <a:close/>
                </a:path>
              </a:pathLst>
            </a:custGeom>
            <a:solidFill>
              <a:srgbClr val="00A3E0"/>
            </a:solidFill>
            <a:ln w="6390" cap="flat">
              <a:noFill/>
              <a:prstDash val="solid"/>
              <a:miter/>
            </a:ln>
          </p:spPr>
          <p:txBody>
            <a:bodyPr rtlCol="0" anchor="ctr"/>
            <a:lstStyle/>
            <a:p>
              <a:endParaRPr lang="en-US"/>
            </a:p>
          </p:txBody>
        </p:sp>
      </p:grpSp>
      <p:grpSp>
        <p:nvGrpSpPr>
          <p:cNvPr id="451" name="Graphic 4">
            <a:extLst>
              <a:ext uri="{FF2B5EF4-FFF2-40B4-BE49-F238E27FC236}">
                <a16:creationId xmlns:a16="http://schemas.microsoft.com/office/drawing/2014/main" id="{1239B04F-5B60-0B43-ABC9-7A02E34423AE}"/>
              </a:ext>
            </a:extLst>
          </p:cNvPr>
          <p:cNvGrpSpPr>
            <a:grpSpLocks noChangeAspect="1"/>
          </p:cNvGrpSpPr>
          <p:nvPr/>
        </p:nvGrpSpPr>
        <p:grpSpPr>
          <a:xfrm>
            <a:off x="2560447" y="1402723"/>
            <a:ext cx="362309" cy="361971"/>
            <a:chOff x="2560447" y="1402723"/>
            <a:chExt cx="362309" cy="361971"/>
          </a:xfrm>
          <a:solidFill>
            <a:srgbClr val="00A3E0"/>
          </a:solidFill>
        </p:grpSpPr>
        <p:sp>
          <p:nvSpPr>
            <p:cNvPr id="452" name="Graphic 4">
              <a:extLst>
                <a:ext uri="{FF2B5EF4-FFF2-40B4-BE49-F238E27FC236}">
                  <a16:creationId xmlns:a16="http://schemas.microsoft.com/office/drawing/2014/main" id="{B863E14E-4403-5248-9C2A-94A12756DBA4}"/>
                </a:ext>
              </a:extLst>
            </p:cNvPr>
            <p:cNvSpPr/>
            <p:nvPr/>
          </p:nvSpPr>
          <p:spPr>
            <a:xfrm>
              <a:off x="2560447" y="14027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8565 h 361971"/>
                <a:gd name="connsiteX7" fmla="*/ 12780 w 362309"/>
                <a:gd name="connsiteY7" fmla="*/ 180667 h 361971"/>
                <a:gd name="connsiteX8" fmla="*/ 180835 w 362309"/>
                <a:gd name="connsiteY8" fmla="*/ 12130 h 361971"/>
                <a:gd name="connsiteX9" fmla="*/ 349529 w 362309"/>
                <a:gd name="connsiteY9" fmla="*/ 180028 h 361971"/>
                <a:gd name="connsiteX10" fmla="*/ 349529 w 362309"/>
                <a:gd name="connsiteY10" fmla="*/ 180028 h 361971"/>
                <a:gd name="connsiteX11" fmla="*/ 181474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0438"/>
                    <a:pt x="281157" y="0"/>
                    <a:pt x="181474" y="0"/>
                  </a:cubicBezTo>
                  <a:close/>
                  <a:moveTo>
                    <a:pt x="181474" y="348565"/>
                  </a:moveTo>
                  <a:cubicBezTo>
                    <a:pt x="88181" y="348565"/>
                    <a:pt x="12780" y="273234"/>
                    <a:pt x="12780" y="180667"/>
                  </a:cubicBezTo>
                  <a:cubicBezTo>
                    <a:pt x="12780" y="88099"/>
                    <a:pt x="88181" y="12130"/>
                    <a:pt x="180835" y="12130"/>
                  </a:cubicBezTo>
                  <a:cubicBezTo>
                    <a:pt x="273489" y="12130"/>
                    <a:pt x="349529" y="87461"/>
                    <a:pt x="349529" y="180028"/>
                  </a:cubicBezTo>
                  <a:cubicBezTo>
                    <a:pt x="349529" y="180028"/>
                    <a:pt x="349529" y="180028"/>
                    <a:pt x="349529" y="180028"/>
                  </a:cubicBezTo>
                  <a:cubicBezTo>
                    <a:pt x="349529" y="273234"/>
                    <a:pt x="274128" y="348565"/>
                    <a:pt x="181474" y="348565"/>
                  </a:cubicBezTo>
                  <a:close/>
                </a:path>
              </a:pathLst>
            </a:custGeom>
            <a:solidFill>
              <a:srgbClr val="00A3E0"/>
            </a:solidFill>
            <a:ln w="6390" cap="flat">
              <a:noFill/>
              <a:prstDash val="solid"/>
              <a:miter/>
            </a:ln>
          </p:spPr>
          <p:txBody>
            <a:bodyPr rtlCol="0" anchor="ctr"/>
            <a:lstStyle/>
            <a:p>
              <a:endParaRPr lang="en-US"/>
            </a:p>
          </p:txBody>
        </p:sp>
        <p:sp>
          <p:nvSpPr>
            <p:cNvPr id="453" name="Graphic 4">
              <a:extLst>
                <a:ext uri="{FF2B5EF4-FFF2-40B4-BE49-F238E27FC236}">
                  <a16:creationId xmlns:a16="http://schemas.microsoft.com/office/drawing/2014/main" id="{9F4A00D3-11D0-044B-A8D9-A41A9D740DC5}"/>
                </a:ext>
              </a:extLst>
            </p:cNvPr>
            <p:cNvSpPr/>
            <p:nvPr/>
          </p:nvSpPr>
          <p:spPr>
            <a:xfrm>
              <a:off x="2614762" y="1501036"/>
              <a:ext cx="253704" cy="164706"/>
            </a:xfrm>
            <a:custGeom>
              <a:avLst/>
              <a:gdLst>
                <a:gd name="connsiteX0" fmla="*/ 227482 w 253704"/>
                <a:gd name="connsiteY0" fmla="*/ 0 h 164706"/>
                <a:gd name="connsiteX1" fmla="*/ 146330 w 253704"/>
                <a:gd name="connsiteY1" fmla="*/ 0 h 164706"/>
                <a:gd name="connsiteX2" fmla="*/ 126521 w 253704"/>
                <a:gd name="connsiteY2" fmla="*/ 9576 h 164706"/>
                <a:gd name="connsiteX3" fmla="*/ 106712 w 253704"/>
                <a:gd name="connsiteY3" fmla="*/ 0 h 164706"/>
                <a:gd name="connsiteX4" fmla="*/ 26199 w 253704"/>
                <a:gd name="connsiteY4" fmla="*/ 0 h 164706"/>
                <a:gd name="connsiteX5" fmla="*/ 0 w 253704"/>
                <a:gd name="connsiteY5" fmla="*/ 26174 h 164706"/>
                <a:gd name="connsiteX6" fmla="*/ 0 w 253704"/>
                <a:gd name="connsiteY6" fmla="*/ 138533 h 164706"/>
                <a:gd name="connsiteX7" fmla="*/ 26199 w 253704"/>
                <a:gd name="connsiteY7" fmla="*/ 164707 h 164706"/>
                <a:gd name="connsiteX8" fmla="*/ 106712 w 253704"/>
                <a:gd name="connsiteY8" fmla="*/ 164707 h 164706"/>
                <a:gd name="connsiteX9" fmla="*/ 126521 w 253704"/>
                <a:gd name="connsiteY9" fmla="*/ 155131 h 164706"/>
                <a:gd name="connsiteX10" fmla="*/ 146330 w 253704"/>
                <a:gd name="connsiteY10" fmla="*/ 164707 h 164706"/>
                <a:gd name="connsiteX11" fmla="*/ 227482 w 253704"/>
                <a:gd name="connsiteY11" fmla="*/ 164707 h 164706"/>
                <a:gd name="connsiteX12" fmla="*/ 253680 w 253704"/>
                <a:gd name="connsiteY12" fmla="*/ 138533 h 164706"/>
                <a:gd name="connsiteX13" fmla="*/ 253680 w 253704"/>
                <a:gd name="connsiteY13" fmla="*/ 26174 h 164706"/>
                <a:gd name="connsiteX14" fmla="*/ 227482 w 253704"/>
                <a:gd name="connsiteY14" fmla="*/ 0 h 164706"/>
                <a:gd name="connsiteX15" fmla="*/ 106712 w 253704"/>
                <a:gd name="connsiteY15" fmla="*/ 151939 h 164706"/>
                <a:gd name="connsiteX16" fmla="*/ 26199 w 253704"/>
                <a:gd name="connsiteY16" fmla="*/ 151939 h 164706"/>
                <a:gd name="connsiteX17" fmla="*/ 12780 w 253704"/>
                <a:gd name="connsiteY17" fmla="*/ 138533 h 164706"/>
                <a:gd name="connsiteX18" fmla="*/ 12780 w 253704"/>
                <a:gd name="connsiteY18" fmla="*/ 26174 h 164706"/>
                <a:gd name="connsiteX19" fmla="*/ 26199 w 253704"/>
                <a:gd name="connsiteY19" fmla="*/ 12768 h 164706"/>
                <a:gd name="connsiteX20" fmla="*/ 106712 w 253704"/>
                <a:gd name="connsiteY20" fmla="*/ 12768 h 164706"/>
                <a:gd name="connsiteX21" fmla="*/ 120131 w 253704"/>
                <a:gd name="connsiteY21" fmla="*/ 26174 h 164706"/>
                <a:gd name="connsiteX22" fmla="*/ 120131 w 253704"/>
                <a:gd name="connsiteY22" fmla="*/ 138533 h 164706"/>
                <a:gd name="connsiteX23" fmla="*/ 106712 w 253704"/>
                <a:gd name="connsiteY23" fmla="*/ 151939 h 164706"/>
                <a:gd name="connsiteX24" fmla="*/ 240901 w 253704"/>
                <a:gd name="connsiteY24" fmla="*/ 138533 h 164706"/>
                <a:gd name="connsiteX25" fmla="*/ 227482 w 253704"/>
                <a:gd name="connsiteY25" fmla="*/ 151939 h 164706"/>
                <a:gd name="connsiteX26" fmla="*/ 146969 w 253704"/>
                <a:gd name="connsiteY26" fmla="*/ 151939 h 164706"/>
                <a:gd name="connsiteX27" fmla="*/ 133550 w 253704"/>
                <a:gd name="connsiteY27" fmla="*/ 138533 h 164706"/>
                <a:gd name="connsiteX28" fmla="*/ 133550 w 253704"/>
                <a:gd name="connsiteY28" fmla="*/ 26174 h 164706"/>
                <a:gd name="connsiteX29" fmla="*/ 146969 w 253704"/>
                <a:gd name="connsiteY29" fmla="*/ 12768 h 164706"/>
                <a:gd name="connsiteX30" fmla="*/ 228121 w 253704"/>
                <a:gd name="connsiteY30" fmla="*/ 12768 h 164706"/>
                <a:gd name="connsiteX31" fmla="*/ 241540 w 253704"/>
                <a:gd name="connsiteY31" fmla="*/ 26174 h 164706"/>
                <a:gd name="connsiteX32" fmla="*/ 240901 w 253704"/>
                <a:gd name="connsiteY32" fmla="*/ 138533 h 16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3704" h="164706">
                  <a:moveTo>
                    <a:pt x="227482" y="0"/>
                  </a:moveTo>
                  <a:lnTo>
                    <a:pt x="146330" y="0"/>
                  </a:lnTo>
                  <a:cubicBezTo>
                    <a:pt x="138662" y="0"/>
                    <a:pt x="131633" y="3192"/>
                    <a:pt x="126521" y="9576"/>
                  </a:cubicBezTo>
                  <a:cubicBezTo>
                    <a:pt x="121409" y="3830"/>
                    <a:pt x="114380" y="0"/>
                    <a:pt x="106712" y="0"/>
                  </a:cubicBezTo>
                  <a:lnTo>
                    <a:pt x="26199" y="0"/>
                  </a:lnTo>
                  <a:cubicBezTo>
                    <a:pt x="11502" y="0"/>
                    <a:pt x="0" y="11491"/>
                    <a:pt x="0" y="26174"/>
                  </a:cubicBezTo>
                  <a:lnTo>
                    <a:pt x="0" y="138533"/>
                  </a:lnTo>
                  <a:cubicBezTo>
                    <a:pt x="0" y="153216"/>
                    <a:pt x="12141" y="164707"/>
                    <a:pt x="26199" y="164707"/>
                  </a:cubicBezTo>
                  <a:lnTo>
                    <a:pt x="106712" y="164707"/>
                  </a:lnTo>
                  <a:cubicBezTo>
                    <a:pt x="114380" y="164707"/>
                    <a:pt x="122048" y="161515"/>
                    <a:pt x="126521" y="155131"/>
                  </a:cubicBezTo>
                  <a:cubicBezTo>
                    <a:pt x="131633" y="160876"/>
                    <a:pt x="138662" y="164707"/>
                    <a:pt x="146330" y="164707"/>
                  </a:cubicBezTo>
                  <a:lnTo>
                    <a:pt x="227482" y="164707"/>
                  </a:lnTo>
                  <a:cubicBezTo>
                    <a:pt x="242179" y="164707"/>
                    <a:pt x="253680" y="153216"/>
                    <a:pt x="253680" y="138533"/>
                  </a:cubicBezTo>
                  <a:lnTo>
                    <a:pt x="253680" y="26174"/>
                  </a:lnTo>
                  <a:cubicBezTo>
                    <a:pt x="254319" y="11491"/>
                    <a:pt x="242179" y="0"/>
                    <a:pt x="227482" y="0"/>
                  </a:cubicBezTo>
                  <a:close/>
                  <a:moveTo>
                    <a:pt x="106712" y="151939"/>
                  </a:moveTo>
                  <a:lnTo>
                    <a:pt x="26199" y="151939"/>
                  </a:lnTo>
                  <a:cubicBezTo>
                    <a:pt x="18531" y="151939"/>
                    <a:pt x="12780" y="146193"/>
                    <a:pt x="12780" y="138533"/>
                  </a:cubicBezTo>
                  <a:lnTo>
                    <a:pt x="12780" y="26174"/>
                  </a:lnTo>
                  <a:cubicBezTo>
                    <a:pt x="12780" y="18514"/>
                    <a:pt x="19170" y="12768"/>
                    <a:pt x="26199" y="12768"/>
                  </a:cubicBezTo>
                  <a:lnTo>
                    <a:pt x="106712" y="12768"/>
                  </a:lnTo>
                  <a:cubicBezTo>
                    <a:pt x="114380" y="12768"/>
                    <a:pt x="120131" y="18514"/>
                    <a:pt x="120131" y="26174"/>
                  </a:cubicBezTo>
                  <a:lnTo>
                    <a:pt x="120131" y="138533"/>
                  </a:lnTo>
                  <a:cubicBezTo>
                    <a:pt x="120770" y="145555"/>
                    <a:pt x="114380" y="151939"/>
                    <a:pt x="106712" y="151939"/>
                  </a:cubicBezTo>
                  <a:close/>
                  <a:moveTo>
                    <a:pt x="240901" y="138533"/>
                  </a:moveTo>
                  <a:cubicBezTo>
                    <a:pt x="240901" y="146193"/>
                    <a:pt x="235150" y="151939"/>
                    <a:pt x="227482" y="151939"/>
                  </a:cubicBezTo>
                  <a:lnTo>
                    <a:pt x="146969" y="151939"/>
                  </a:lnTo>
                  <a:cubicBezTo>
                    <a:pt x="139301" y="151939"/>
                    <a:pt x="133550" y="146193"/>
                    <a:pt x="133550" y="138533"/>
                  </a:cubicBezTo>
                  <a:lnTo>
                    <a:pt x="133550" y="26174"/>
                  </a:lnTo>
                  <a:cubicBezTo>
                    <a:pt x="133550" y="18514"/>
                    <a:pt x="139301" y="12768"/>
                    <a:pt x="146969" y="12768"/>
                  </a:cubicBezTo>
                  <a:lnTo>
                    <a:pt x="228121" y="12768"/>
                  </a:lnTo>
                  <a:cubicBezTo>
                    <a:pt x="235789" y="12768"/>
                    <a:pt x="241540" y="18514"/>
                    <a:pt x="241540" y="26174"/>
                  </a:cubicBezTo>
                  <a:lnTo>
                    <a:pt x="240901" y="138533"/>
                  </a:lnTo>
                  <a:close/>
                </a:path>
              </a:pathLst>
            </a:custGeom>
            <a:solidFill>
              <a:srgbClr val="00A3E0"/>
            </a:solidFill>
            <a:ln w="6390" cap="flat">
              <a:noFill/>
              <a:prstDash val="solid"/>
              <a:miter/>
            </a:ln>
          </p:spPr>
          <p:txBody>
            <a:bodyPr rtlCol="0" anchor="ctr"/>
            <a:lstStyle/>
            <a:p>
              <a:endParaRPr lang="en-US"/>
            </a:p>
          </p:txBody>
        </p:sp>
        <p:sp>
          <p:nvSpPr>
            <p:cNvPr id="454" name="Graphic 4">
              <a:extLst>
                <a:ext uri="{FF2B5EF4-FFF2-40B4-BE49-F238E27FC236}">
                  <a16:creationId xmlns:a16="http://schemas.microsoft.com/office/drawing/2014/main" id="{D02CE2DE-BCDB-4044-8B66-8BDC1E46B249}"/>
                </a:ext>
              </a:extLst>
            </p:cNvPr>
            <p:cNvSpPr/>
            <p:nvPr/>
          </p:nvSpPr>
          <p:spPr>
            <a:xfrm>
              <a:off x="2635849" y="1528487"/>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55" name="Graphic 4">
              <a:extLst>
                <a:ext uri="{FF2B5EF4-FFF2-40B4-BE49-F238E27FC236}">
                  <a16:creationId xmlns:a16="http://schemas.microsoft.com/office/drawing/2014/main" id="{2EB4A12A-D151-9749-BB3F-719F1AD35012}"/>
                </a:ext>
              </a:extLst>
            </p:cNvPr>
            <p:cNvSpPr/>
            <p:nvPr/>
          </p:nvSpPr>
          <p:spPr>
            <a:xfrm>
              <a:off x="2635849" y="1569983"/>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56" name="Graphic 4">
              <a:extLst>
                <a:ext uri="{FF2B5EF4-FFF2-40B4-BE49-F238E27FC236}">
                  <a16:creationId xmlns:a16="http://schemas.microsoft.com/office/drawing/2014/main" id="{7F1405F5-1DBB-CA46-973A-53FD358D5460}"/>
                </a:ext>
              </a:extLst>
            </p:cNvPr>
            <p:cNvSpPr/>
            <p:nvPr/>
          </p:nvSpPr>
          <p:spPr>
            <a:xfrm>
              <a:off x="2635849" y="1585943"/>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57" name="Graphic 4">
              <a:extLst>
                <a:ext uri="{FF2B5EF4-FFF2-40B4-BE49-F238E27FC236}">
                  <a16:creationId xmlns:a16="http://schemas.microsoft.com/office/drawing/2014/main" id="{20290CC6-26B5-8D4A-8A41-73B6C62F5E40}"/>
                </a:ext>
              </a:extLst>
            </p:cNvPr>
            <p:cNvSpPr/>
            <p:nvPr/>
          </p:nvSpPr>
          <p:spPr>
            <a:xfrm>
              <a:off x="2651823" y="1585943"/>
              <a:ext cx="14057" cy="14044"/>
            </a:xfrm>
            <a:custGeom>
              <a:avLst/>
              <a:gdLst>
                <a:gd name="connsiteX0" fmla="*/ 14058 w 14057"/>
                <a:gd name="connsiteY0" fmla="*/ 7022 h 14044"/>
                <a:gd name="connsiteX1" fmla="*/ 7029 w 14057"/>
                <a:gd name="connsiteY1" fmla="*/ 0 h 14044"/>
                <a:gd name="connsiteX2" fmla="*/ 0 w 14057"/>
                <a:gd name="connsiteY2" fmla="*/ 7022 h 14044"/>
                <a:gd name="connsiteX3" fmla="*/ 7029 w 14057"/>
                <a:gd name="connsiteY3" fmla="*/ 14045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3192"/>
                    <a:pt x="10863" y="0"/>
                    <a:pt x="7029" y="0"/>
                  </a:cubicBezTo>
                  <a:cubicBezTo>
                    <a:pt x="3195" y="0"/>
                    <a:pt x="0" y="3192"/>
                    <a:pt x="0" y="7022"/>
                  </a:cubicBezTo>
                  <a:cubicBezTo>
                    <a:pt x="0" y="10853"/>
                    <a:pt x="3195" y="14045"/>
                    <a:pt x="7029" y="14045"/>
                  </a:cubicBezTo>
                  <a:cubicBezTo>
                    <a:pt x="10863" y="14045"/>
                    <a:pt x="14058" y="10853"/>
                    <a:pt x="14058" y="7022"/>
                  </a:cubicBezTo>
                  <a:close/>
                </a:path>
              </a:pathLst>
            </a:custGeom>
            <a:solidFill>
              <a:srgbClr val="00A3E0"/>
            </a:solidFill>
            <a:ln w="6390" cap="flat">
              <a:noFill/>
              <a:prstDash val="solid"/>
              <a:miter/>
            </a:ln>
          </p:spPr>
          <p:txBody>
            <a:bodyPr rtlCol="0" anchor="ctr"/>
            <a:lstStyle/>
            <a:p>
              <a:endParaRPr lang="en-US"/>
            </a:p>
          </p:txBody>
        </p:sp>
        <p:sp>
          <p:nvSpPr>
            <p:cNvPr id="458" name="Graphic 4">
              <a:extLst>
                <a:ext uri="{FF2B5EF4-FFF2-40B4-BE49-F238E27FC236}">
                  <a16:creationId xmlns:a16="http://schemas.microsoft.com/office/drawing/2014/main" id="{438EC67C-259C-2E42-84B2-2C6C597C7074}"/>
                </a:ext>
              </a:extLst>
            </p:cNvPr>
            <p:cNvSpPr/>
            <p:nvPr/>
          </p:nvSpPr>
          <p:spPr>
            <a:xfrm>
              <a:off x="2672271" y="1585943"/>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59" name="Graphic 4">
              <a:extLst>
                <a:ext uri="{FF2B5EF4-FFF2-40B4-BE49-F238E27FC236}">
                  <a16:creationId xmlns:a16="http://schemas.microsoft.com/office/drawing/2014/main" id="{55E1846D-C74A-9E44-85AB-7116E5839FDA}"/>
                </a:ext>
              </a:extLst>
            </p:cNvPr>
            <p:cNvSpPr/>
            <p:nvPr/>
          </p:nvSpPr>
          <p:spPr>
            <a:xfrm>
              <a:off x="2701665" y="1585943"/>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60" name="Graphic 4">
              <a:extLst>
                <a:ext uri="{FF2B5EF4-FFF2-40B4-BE49-F238E27FC236}">
                  <a16:creationId xmlns:a16="http://schemas.microsoft.com/office/drawing/2014/main" id="{C97E4329-1819-1D45-8151-DFBE7C43DF52}"/>
                </a:ext>
              </a:extLst>
            </p:cNvPr>
            <p:cNvSpPr/>
            <p:nvPr/>
          </p:nvSpPr>
          <p:spPr>
            <a:xfrm>
              <a:off x="2712528" y="1569983"/>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61" name="Graphic 4">
              <a:extLst>
                <a:ext uri="{FF2B5EF4-FFF2-40B4-BE49-F238E27FC236}">
                  <a16:creationId xmlns:a16="http://schemas.microsoft.com/office/drawing/2014/main" id="{C6E73247-F5A2-2C48-867E-0336689E9FBE}"/>
                </a:ext>
              </a:extLst>
            </p:cNvPr>
            <p:cNvSpPr/>
            <p:nvPr/>
          </p:nvSpPr>
          <p:spPr>
            <a:xfrm>
              <a:off x="2692719" y="1569983"/>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62" name="Graphic 4">
              <a:extLst>
                <a:ext uri="{FF2B5EF4-FFF2-40B4-BE49-F238E27FC236}">
                  <a16:creationId xmlns:a16="http://schemas.microsoft.com/office/drawing/2014/main" id="{77ECBD96-5956-6A4F-8E33-1B4DB0DFB513}"/>
                </a:ext>
              </a:extLst>
            </p:cNvPr>
            <p:cNvSpPr/>
            <p:nvPr/>
          </p:nvSpPr>
          <p:spPr>
            <a:xfrm>
              <a:off x="2672271" y="1569983"/>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63" name="Graphic 4">
              <a:extLst>
                <a:ext uri="{FF2B5EF4-FFF2-40B4-BE49-F238E27FC236}">
                  <a16:creationId xmlns:a16="http://schemas.microsoft.com/office/drawing/2014/main" id="{AF6C47CE-4B5B-CD49-B0C1-E23EA19682C8}"/>
                </a:ext>
              </a:extLst>
            </p:cNvPr>
            <p:cNvSpPr/>
            <p:nvPr/>
          </p:nvSpPr>
          <p:spPr>
            <a:xfrm>
              <a:off x="2635849" y="1607649"/>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64" name="Graphic 4">
              <a:extLst>
                <a:ext uri="{FF2B5EF4-FFF2-40B4-BE49-F238E27FC236}">
                  <a16:creationId xmlns:a16="http://schemas.microsoft.com/office/drawing/2014/main" id="{917C7296-230F-6E4D-A34C-C5F88F1E6BA5}"/>
                </a:ext>
              </a:extLst>
            </p:cNvPr>
            <p:cNvSpPr/>
            <p:nvPr/>
          </p:nvSpPr>
          <p:spPr>
            <a:xfrm>
              <a:off x="2672271" y="1607649"/>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65" name="Graphic 4">
              <a:extLst>
                <a:ext uri="{FF2B5EF4-FFF2-40B4-BE49-F238E27FC236}">
                  <a16:creationId xmlns:a16="http://schemas.microsoft.com/office/drawing/2014/main" id="{C00C8F34-9BED-7C46-B8C2-B9BA81821476}"/>
                </a:ext>
              </a:extLst>
            </p:cNvPr>
            <p:cNvSpPr/>
            <p:nvPr/>
          </p:nvSpPr>
          <p:spPr>
            <a:xfrm>
              <a:off x="2693358" y="1607649"/>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66" name="Graphic 4">
              <a:extLst>
                <a:ext uri="{FF2B5EF4-FFF2-40B4-BE49-F238E27FC236}">
                  <a16:creationId xmlns:a16="http://schemas.microsoft.com/office/drawing/2014/main" id="{386D6DE5-CD92-B745-B631-F1A26CDC3028}"/>
                </a:ext>
              </a:extLst>
            </p:cNvPr>
            <p:cNvSpPr/>
            <p:nvPr/>
          </p:nvSpPr>
          <p:spPr>
            <a:xfrm>
              <a:off x="2712528" y="1607649"/>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67" name="Graphic 4">
              <a:extLst>
                <a:ext uri="{FF2B5EF4-FFF2-40B4-BE49-F238E27FC236}">
                  <a16:creationId xmlns:a16="http://schemas.microsoft.com/office/drawing/2014/main" id="{12AEC52C-C9EA-594F-8CC0-72B1471654BB}"/>
                </a:ext>
              </a:extLst>
            </p:cNvPr>
            <p:cNvSpPr/>
            <p:nvPr/>
          </p:nvSpPr>
          <p:spPr>
            <a:xfrm>
              <a:off x="2635849" y="1623609"/>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68" name="Graphic 4">
              <a:extLst>
                <a:ext uri="{FF2B5EF4-FFF2-40B4-BE49-F238E27FC236}">
                  <a16:creationId xmlns:a16="http://schemas.microsoft.com/office/drawing/2014/main" id="{FA7B6928-5265-9A4C-8AF2-A3AA728EAD65}"/>
                </a:ext>
              </a:extLst>
            </p:cNvPr>
            <p:cNvSpPr/>
            <p:nvPr/>
          </p:nvSpPr>
          <p:spPr>
            <a:xfrm>
              <a:off x="2654379" y="1623609"/>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69" name="Graphic 4">
              <a:extLst>
                <a:ext uri="{FF2B5EF4-FFF2-40B4-BE49-F238E27FC236}">
                  <a16:creationId xmlns:a16="http://schemas.microsoft.com/office/drawing/2014/main" id="{3068D1F6-83B9-8B44-9D21-B80BB6414699}"/>
                </a:ext>
              </a:extLst>
            </p:cNvPr>
            <p:cNvSpPr/>
            <p:nvPr/>
          </p:nvSpPr>
          <p:spPr>
            <a:xfrm>
              <a:off x="2672271" y="1623609"/>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70" name="Graphic 4">
              <a:extLst>
                <a:ext uri="{FF2B5EF4-FFF2-40B4-BE49-F238E27FC236}">
                  <a16:creationId xmlns:a16="http://schemas.microsoft.com/office/drawing/2014/main" id="{5066135D-583B-234F-AC0A-8C7C24CEE3EB}"/>
                </a:ext>
              </a:extLst>
            </p:cNvPr>
            <p:cNvSpPr/>
            <p:nvPr/>
          </p:nvSpPr>
          <p:spPr>
            <a:xfrm>
              <a:off x="2693358" y="1623609"/>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71" name="Graphic 4">
              <a:extLst>
                <a:ext uri="{FF2B5EF4-FFF2-40B4-BE49-F238E27FC236}">
                  <a16:creationId xmlns:a16="http://schemas.microsoft.com/office/drawing/2014/main" id="{377A0F2D-E511-7146-BB77-5B622C9D0015}"/>
                </a:ext>
              </a:extLst>
            </p:cNvPr>
            <p:cNvSpPr/>
            <p:nvPr/>
          </p:nvSpPr>
          <p:spPr>
            <a:xfrm>
              <a:off x="2655018" y="1528487"/>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72" name="Graphic 4">
              <a:extLst>
                <a:ext uri="{FF2B5EF4-FFF2-40B4-BE49-F238E27FC236}">
                  <a16:creationId xmlns:a16="http://schemas.microsoft.com/office/drawing/2014/main" id="{6236A158-F90A-BA45-8441-74A1D8000D30}"/>
                </a:ext>
              </a:extLst>
            </p:cNvPr>
            <p:cNvSpPr/>
            <p:nvPr/>
          </p:nvSpPr>
          <p:spPr>
            <a:xfrm>
              <a:off x="2672910" y="1528487"/>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73" name="Graphic 4">
              <a:extLst>
                <a:ext uri="{FF2B5EF4-FFF2-40B4-BE49-F238E27FC236}">
                  <a16:creationId xmlns:a16="http://schemas.microsoft.com/office/drawing/2014/main" id="{258918E8-01F6-0B42-8207-487EC6B6CE1E}"/>
                </a:ext>
              </a:extLst>
            </p:cNvPr>
            <p:cNvSpPr/>
            <p:nvPr/>
          </p:nvSpPr>
          <p:spPr>
            <a:xfrm>
              <a:off x="2712528" y="1528487"/>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74" name="Graphic 4">
              <a:extLst>
                <a:ext uri="{FF2B5EF4-FFF2-40B4-BE49-F238E27FC236}">
                  <a16:creationId xmlns:a16="http://schemas.microsoft.com/office/drawing/2014/main" id="{994D6160-2E24-8444-81CE-B8DF5D66D605}"/>
                </a:ext>
              </a:extLst>
            </p:cNvPr>
            <p:cNvSpPr/>
            <p:nvPr/>
          </p:nvSpPr>
          <p:spPr>
            <a:xfrm>
              <a:off x="2712528" y="1544447"/>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75" name="Graphic 4">
              <a:extLst>
                <a:ext uri="{FF2B5EF4-FFF2-40B4-BE49-F238E27FC236}">
                  <a16:creationId xmlns:a16="http://schemas.microsoft.com/office/drawing/2014/main" id="{4D66694D-6F20-D146-90F0-B0071E7968F2}"/>
                </a:ext>
              </a:extLst>
            </p:cNvPr>
            <p:cNvSpPr/>
            <p:nvPr/>
          </p:nvSpPr>
          <p:spPr>
            <a:xfrm>
              <a:off x="2696553" y="1544447"/>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76" name="Graphic 4">
              <a:extLst>
                <a:ext uri="{FF2B5EF4-FFF2-40B4-BE49-F238E27FC236}">
                  <a16:creationId xmlns:a16="http://schemas.microsoft.com/office/drawing/2014/main" id="{C8972161-24F7-814A-BABF-EFECA8BA8DEC}"/>
                </a:ext>
              </a:extLst>
            </p:cNvPr>
            <p:cNvSpPr/>
            <p:nvPr/>
          </p:nvSpPr>
          <p:spPr>
            <a:xfrm>
              <a:off x="2678661" y="1544447"/>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77" name="Graphic 4">
              <a:extLst>
                <a:ext uri="{FF2B5EF4-FFF2-40B4-BE49-F238E27FC236}">
                  <a16:creationId xmlns:a16="http://schemas.microsoft.com/office/drawing/2014/main" id="{71D62EFF-BF38-7F40-8518-D23B7278708E}"/>
                </a:ext>
              </a:extLst>
            </p:cNvPr>
            <p:cNvSpPr/>
            <p:nvPr/>
          </p:nvSpPr>
          <p:spPr>
            <a:xfrm>
              <a:off x="2655018" y="1544447"/>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78" name="Graphic 4">
              <a:extLst>
                <a:ext uri="{FF2B5EF4-FFF2-40B4-BE49-F238E27FC236}">
                  <a16:creationId xmlns:a16="http://schemas.microsoft.com/office/drawing/2014/main" id="{4E4FBC9E-40E0-1745-BC21-85A440F3E69F}"/>
                </a:ext>
              </a:extLst>
            </p:cNvPr>
            <p:cNvSpPr/>
            <p:nvPr/>
          </p:nvSpPr>
          <p:spPr>
            <a:xfrm>
              <a:off x="2834576" y="1528487"/>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79" name="Graphic 4">
              <a:extLst>
                <a:ext uri="{FF2B5EF4-FFF2-40B4-BE49-F238E27FC236}">
                  <a16:creationId xmlns:a16="http://schemas.microsoft.com/office/drawing/2014/main" id="{6B5F54CE-561B-6643-9422-08F96BA5369E}"/>
                </a:ext>
              </a:extLst>
            </p:cNvPr>
            <p:cNvSpPr/>
            <p:nvPr/>
          </p:nvSpPr>
          <p:spPr>
            <a:xfrm>
              <a:off x="2834576" y="1569983"/>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80" name="Graphic 4">
              <a:extLst>
                <a:ext uri="{FF2B5EF4-FFF2-40B4-BE49-F238E27FC236}">
                  <a16:creationId xmlns:a16="http://schemas.microsoft.com/office/drawing/2014/main" id="{C318FC4F-2E82-9244-A4F5-8668A9C3D662}"/>
                </a:ext>
              </a:extLst>
            </p:cNvPr>
            <p:cNvSpPr/>
            <p:nvPr/>
          </p:nvSpPr>
          <p:spPr>
            <a:xfrm>
              <a:off x="2834576" y="1585943"/>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81" name="Graphic 4">
              <a:extLst>
                <a:ext uri="{FF2B5EF4-FFF2-40B4-BE49-F238E27FC236}">
                  <a16:creationId xmlns:a16="http://schemas.microsoft.com/office/drawing/2014/main" id="{5B9738F8-76DB-1A40-BDC4-EAA647F98341}"/>
                </a:ext>
              </a:extLst>
            </p:cNvPr>
            <p:cNvSpPr/>
            <p:nvPr/>
          </p:nvSpPr>
          <p:spPr>
            <a:xfrm>
              <a:off x="2818601" y="1585943"/>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82" name="Graphic 4">
              <a:extLst>
                <a:ext uri="{FF2B5EF4-FFF2-40B4-BE49-F238E27FC236}">
                  <a16:creationId xmlns:a16="http://schemas.microsoft.com/office/drawing/2014/main" id="{DF828270-DC87-0F44-8F86-DA442E3DD764}"/>
                </a:ext>
              </a:extLst>
            </p:cNvPr>
            <p:cNvSpPr/>
            <p:nvPr/>
          </p:nvSpPr>
          <p:spPr>
            <a:xfrm>
              <a:off x="2798153" y="1585943"/>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83" name="Graphic 4">
              <a:extLst>
                <a:ext uri="{FF2B5EF4-FFF2-40B4-BE49-F238E27FC236}">
                  <a16:creationId xmlns:a16="http://schemas.microsoft.com/office/drawing/2014/main" id="{02F1DB24-29F0-AF4E-9626-455C41D58943}"/>
                </a:ext>
              </a:extLst>
            </p:cNvPr>
            <p:cNvSpPr/>
            <p:nvPr/>
          </p:nvSpPr>
          <p:spPr>
            <a:xfrm>
              <a:off x="2768759" y="1585943"/>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84" name="Graphic 4">
              <a:extLst>
                <a:ext uri="{FF2B5EF4-FFF2-40B4-BE49-F238E27FC236}">
                  <a16:creationId xmlns:a16="http://schemas.microsoft.com/office/drawing/2014/main" id="{65AA9E4D-165E-E04C-8BBF-3E64E4CB9CDB}"/>
                </a:ext>
              </a:extLst>
            </p:cNvPr>
            <p:cNvSpPr/>
            <p:nvPr/>
          </p:nvSpPr>
          <p:spPr>
            <a:xfrm>
              <a:off x="2757896" y="1569983"/>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85" name="Graphic 4">
              <a:extLst>
                <a:ext uri="{FF2B5EF4-FFF2-40B4-BE49-F238E27FC236}">
                  <a16:creationId xmlns:a16="http://schemas.microsoft.com/office/drawing/2014/main" id="{5FD43C74-54C7-1A4F-BE40-2E665981402D}"/>
                </a:ext>
              </a:extLst>
            </p:cNvPr>
            <p:cNvSpPr/>
            <p:nvPr/>
          </p:nvSpPr>
          <p:spPr>
            <a:xfrm>
              <a:off x="2778344" y="1569983"/>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86" name="Graphic 4">
              <a:extLst>
                <a:ext uri="{FF2B5EF4-FFF2-40B4-BE49-F238E27FC236}">
                  <a16:creationId xmlns:a16="http://schemas.microsoft.com/office/drawing/2014/main" id="{06A36ED6-7A58-844A-B92C-2AEC4E621CB4}"/>
                </a:ext>
              </a:extLst>
            </p:cNvPr>
            <p:cNvSpPr/>
            <p:nvPr/>
          </p:nvSpPr>
          <p:spPr>
            <a:xfrm>
              <a:off x="2798153" y="1569983"/>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87" name="Graphic 4">
              <a:extLst>
                <a:ext uri="{FF2B5EF4-FFF2-40B4-BE49-F238E27FC236}">
                  <a16:creationId xmlns:a16="http://schemas.microsoft.com/office/drawing/2014/main" id="{DBD4B80D-9469-AB40-8438-9A4F8F46E1C4}"/>
                </a:ext>
              </a:extLst>
            </p:cNvPr>
            <p:cNvSpPr/>
            <p:nvPr/>
          </p:nvSpPr>
          <p:spPr>
            <a:xfrm>
              <a:off x="2834576" y="1607649"/>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88" name="Graphic 4">
              <a:extLst>
                <a:ext uri="{FF2B5EF4-FFF2-40B4-BE49-F238E27FC236}">
                  <a16:creationId xmlns:a16="http://schemas.microsoft.com/office/drawing/2014/main" id="{3D26E3EB-D4B9-544E-9AE2-53F834AF1B11}"/>
                </a:ext>
              </a:extLst>
            </p:cNvPr>
            <p:cNvSpPr/>
            <p:nvPr/>
          </p:nvSpPr>
          <p:spPr>
            <a:xfrm>
              <a:off x="2798153" y="1607649"/>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89" name="Graphic 4">
              <a:extLst>
                <a:ext uri="{FF2B5EF4-FFF2-40B4-BE49-F238E27FC236}">
                  <a16:creationId xmlns:a16="http://schemas.microsoft.com/office/drawing/2014/main" id="{7C9EEACB-A3EB-5243-A8B1-A765CAADA82D}"/>
                </a:ext>
              </a:extLst>
            </p:cNvPr>
            <p:cNvSpPr/>
            <p:nvPr/>
          </p:nvSpPr>
          <p:spPr>
            <a:xfrm>
              <a:off x="2777066" y="1607649"/>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90" name="Graphic 4">
              <a:extLst>
                <a:ext uri="{FF2B5EF4-FFF2-40B4-BE49-F238E27FC236}">
                  <a16:creationId xmlns:a16="http://schemas.microsoft.com/office/drawing/2014/main" id="{7E417AEC-8C02-2A48-902E-CB200E6B9962}"/>
                </a:ext>
              </a:extLst>
            </p:cNvPr>
            <p:cNvSpPr/>
            <p:nvPr/>
          </p:nvSpPr>
          <p:spPr>
            <a:xfrm>
              <a:off x="2757896" y="1607649"/>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91" name="Graphic 4">
              <a:extLst>
                <a:ext uri="{FF2B5EF4-FFF2-40B4-BE49-F238E27FC236}">
                  <a16:creationId xmlns:a16="http://schemas.microsoft.com/office/drawing/2014/main" id="{F1AFA7AF-57C2-5F44-85AD-4D9678C4F608}"/>
                </a:ext>
              </a:extLst>
            </p:cNvPr>
            <p:cNvSpPr/>
            <p:nvPr/>
          </p:nvSpPr>
          <p:spPr>
            <a:xfrm>
              <a:off x="2834576" y="1623609"/>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92" name="Graphic 4">
              <a:extLst>
                <a:ext uri="{FF2B5EF4-FFF2-40B4-BE49-F238E27FC236}">
                  <a16:creationId xmlns:a16="http://schemas.microsoft.com/office/drawing/2014/main" id="{D0164654-A7AC-F24A-B6A1-506CB55DDB29}"/>
                </a:ext>
              </a:extLst>
            </p:cNvPr>
            <p:cNvSpPr/>
            <p:nvPr/>
          </p:nvSpPr>
          <p:spPr>
            <a:xfrm>
              <a:off x="2816045" y="1623609"/>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93" name="Graphic 4">
              <a:extLst>
                <a:ext uri="{FF2B5EF4-FFF2-40B4-BE49-F238E27FC236}">
                  <a16:creationId xmlns:a16="http://schemas.microsoft.com/office/drawing/2014/main" id="{CE40FDEC-8FF0-C646-9990-EBF19565F05D}"/>
                </a:ext>
              </a:extLst>
            </p:cNvPr>
            <p:cNvSpPr/>
            <p:nvPr/>
          </p:nvSpPr>
          <p:spPr>
            <a:xfrm>
              <a:off x="2798153" y="1623609"/>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94" name="Graphic 4">
              <a:extLst>
                <a:ext uri="{FF2B5EF4-FFF2-40B4-BE49-F238E27FC236}">
                  <a16:creationId xmlns:a16="http://schemas.microsoft.com/office/drawing/2014/main" id="{BB5DF344-D758-654C-8C14-656B33E470A0}"/>
                </a:ext>
              </a:extLst>
            </p:cNvPr>
            <p:cNvSpPr/>
            <p:nvPr/>
          </p:nvSpPr>
          <p:spPr>
            <a:xfrm>
              <a:off x="2777066" y="1623609"/>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95" name="Graphic 4">
              <a:extLst>
                <a:ext uri="{FF2B5EF4-FFF2-40B4-BE49-F238E27FC236}">
                  <a16:creationId xmlns:a16="http://schemas.microsoft.com/office/drawing/2014/main" id="{A377E5F4-4424-9C44-97F4-C79DE193FC34}"/>
                </a:ext>
              </a:extLst>
            </p:cNvPr>
            <p:cNvSpPr/>
            <p:nvPr/>
          </p:nvSpPr>
          <p:spPr>
            <a:xfrm>
              <a:off x="2815406" y="1528487"/>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96" name="Graphic 4">
              <a:extLst>
                <a:ext uri="{FF2B5EF4-FFF2-40B4-BE49-F238E27FC236}">
                  <a16:creationId xmlns:a16="http://schemas.microsoft.com/office/drawing/2014/main" id="{438DE0B8-25D6-CD41-B5CC-7568621F6AC2}"/>
                </a:ext>
              </a:extLst>
            </p:cNvPr>
            <p:cNvSpPr/>
            <p:nvPr/>
          </p:nvSpPr>
          <p:spPr>
            <a:xfrm>
              <a:off x="2797514" y="1528487"/>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97" name="Graphic 4">
              <a:extLst>
                <a:ext uri="{FF2B5EF4-FFF2-40B4-BE49-F238E27FC236}">
                  <a16:creationId xmlns:a16="http://schemas.microsoft.com/office/drawing/2014/main" id="{8B340981-A4B5-CE47-B84A-ED3D4E6D9675}"/>
                </a:ext>
              </a:extLst>
            </p:cNvPr>
            <p:cNvSpPr/>
            <p:nvPr/>
          </p:nvSpPr>
          <p:spPr>
            <a:xfrm>
              <a:off x="2757896" y="1528487"/>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98" name="Graphic 4">
              <a:extLst>
                <a:ext uri="{FF2B5EF4-FFF2-40B4-BE49-F238E27FC236}">
                  <a16:creationId xmlns:a16="http://schemas.microsoft.com/office/drawing/2014/main" id="{7C7662F7-4666-C94D-A576-2D06D338038B}"/>
                </a:ext>
              </a:extLst>
            </p:cNvPr>
            <p:cNvSpPr/>
            <p:nvPr/>
          </p:nvSpPr>
          <p:spPr>
            <a:xfrm>
              <a:off x="2757896" y="1544447"/>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499" name="Graphic 4">
              <a:extLst>
                <a:ext uri="{FF2B5EF4-FFF2-40B4-BE49-F238E27FC236}">
                  <a16:creationId xmlns:a16="http://schemas.microsoft.com/office/drawing/2014/main" id="{B0E73E24-F0AE-1342-AE2C-D10BCC140C10}"/>
                </a:ext>
              </a:extLst>
            </p:cNvPr>
            <p:cNvSpPr/>
            <p:nvPr/>
          </p:nvSpPr>
          <p:spPr>
            <a:xfrm>
              <a:off x="2773871" y="1544447"/>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500" name="Graphic 4">
              <a:extLst>
                <a:ext uri="{FF2B5EF4-FFF2-40B4-BE49-F238E27FC236}">
                  <a16:creationId xmlns:a16="http://schemas.microsoft.com/office/drawing/2014/main" id="{A0D78878-5187-3F47-9055-C910156180E6}"/>
                </a:ext>
              </a:extLst>
            </p:cNvPr>
            <p:cNvSpPr/>
            <p:nvPr/>
          </p:nvSpPr>
          <p:spPr>
            <a:xfrm>
              <a:off x="2791763" y="1544447"/>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sp>
          <p:nvSpPr>
            <p:cNvPr id="501" name="Graphic 4">
              <a:extLst>
                <a:ext uri="{FF2B5EF4-FFF2-40B4-BE49-F238E27FC236}">
                  <a16:creationId xmlns:a16="http://schemas.microsoft.com/office/drawing/2014/main" id="{F8A41DDC-C81B-B148-9193-7C5E38EE1B03}"/>
                </a:ext>
              </a:extLst>
            </p:cNvPr>
            <p:cNvSpPr/>
            <p:nvPr/>
          </p:nvSpPr>
          <p:spPr>
            <a:xfrm>
              <a:off x="2815406" y="1544447"/>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00A3E0"/>
            </a:solidFill>
            <a:ln w="6390" cap="flat">
              <a:noFill/>
              <a:prstDash val="solid"/>
              <a:miter/>
            </a:ln>
          </p:spPr>
          <p:txBody>
            <a:bodyPr rtlCol="0" anchor="ctr"/>
            <a:lstStyle/>
            <a:p>
              <a:endParaRPr lang="en-US"/>
            </a:p>
          </p:txBody>
        </p:sp>
      </p:grpSp>
      <p:grpSp>
        <p:nvGrpSpPr>
          <p:cNvPr id="502" name="Graphic 4">
            <a:extLst>
              <a:ext uri="{FF2B5EF4-FFF2-40B4-BE49-F238E27FC236}">
                <a16:creationId xmlns:a16="http://schemas.microsoft.com/office/drawing/2014/main" id="{D2F11042-BDB2-9345-8FAF-C31A090AA761}"/>
              </a:ext>
            </a:extLst>
          </p:cNvPr>
          <p:cNvGrpSpPr>
            <a:grpSpLocks noChangeAspect="1"/>
          </p:cNvGrpSpPr>
          <p:nvPr/>
        </p:nvGrpSpPr>
        <p:grpSpPr>
          <a:xfrm>
            <a:off x="2998797" y="1402244"/>
            <a:ext cx="362309" cy="362450"/>
            <a:chOff x="2998797" y="1402244"/>
            <a:chExt cx="362309" cy="362450"/>
          </a:xfrm>
          <a:solidFill>
            <a:srgbClr val="00A3E0"/>
          </a:solidFill>
        </p:grpSpPr>
        <p:sp>
          <p:nvSpPr>
            <p:cNvPr id="503" name="Graphic 4">
              <a:extLst>
                <a:ext uri="{FF2B5EF4-FFF2-40B4-BE49-F238E27FC236}">
                  <a16:creationId xmlns:a16="http://schemas.microsoft.com/office/drawing/2014/main" id="{C8AD530D-53E5-B943-ABC2-676453A3BB21}"/>
                </a:ext>
              </a:extLst>
            </p:cNvPr>
            <p:cNvSpPr/>
            <p:nvPr/>
          </p:nvSpPr>
          <p:spPr>
            <a:xfrm>
              <a:off x="3186661" y="1513804"/>
              <a:ext cx="107350" cy="139170"/>
            </a:xfrm>
            <a:custGeom>
              <a:avLst/>
              <a:gdLst>
                <a:gd name="connsiteX0" fmla="*/ 93932 w 107350"/>
                <a:gd name="connsiteY0" fmla="*/ 0 h 139170"/>
                <a:gd name="connsiteX1" fmla="*/ 13419 w 107350"/>
                <a:gd name="connsiteY1" fmla="*/ 0 h 139170"/>
                <a:gd name="connsiteX2" fmla="*/ 0 w 107350"/>
                <a:gd name="connsiteY2" fmla="*/ 13406 h 139170"/>
                <a:gd name="connsiteX3" fmla="*/ 0 w 107350"/>
                <a:gd name="connsiteY3" fmla="*/ 125765 h 139170"/>
                <a:gd name="connsiteX4" fmla="*/ 13419 w 107350"/>
                <a:gd name="connsiteY4" fmla="*/ 139171 h 139170"/>
                <a:gd name="connsiteX5" fmla="*/ 93932 w 107350"/>
                <a:gd name="connsiteY5" fmla="*/ 139171 h 139170"/>
                <a:gd name="connsiteX6" fmla="*/ 107351 w 107350"/>
                <a:gd name="connsiteY6" fmla="*/ 125765 h 139170"/>
                <a:gd name="connsiteX7" fmla="*/ 107351 w 107350"/>
                <a:gd name="connsiteY7" fmla="*/ 125765 h 139170"/>
                <a:gd name="connsiteX8" fmla="*/ 107351 w 107350"/>
                <a:gd name="connsiteY8" fmla="*/ 13406 h 139170"/>
                <a:gd name="connsiteX9" fmla="*/ 93932 w 107350"/>
                <a:gd name="connsiteY9" fmla="*/ 0 h 139170"/>
                <a:gd name="connsiteX10" fmla="*/ 93932 w 107350"/>
                <a:gd name="connsiteY10" fmla="*/ 0 h 139170"/>
                <a:gd name="connsiteX11" fmla="*/ 74123 w 107350"/>
                <a:gd name="connsiteY11" fmla="*/ 14683 h 139170"/>
                <a:gd name="connsiteX12" fmla="*/ 81152 w 107350"/>
                <a:gd name="connsiteY12" fmla="*/ 21706 h 139170"/>
                <a:gd name="connsiteX13" fmla="*/ 74123 w 107350"/>
                <a:gd name="connsiteY13" fmla="*/ 28728 h 139170"/>
                <a:gd name="connsiteX14" fmla="*/ 67094 w 107350"/>
                <a:gd name="connsiteY14" fmla="*/ 21706 h 139170"/>
                <a:gd name="connsiteX15" fmla="*/ 74123 w 107350"/>
                <a:gd name="connsiteY15" fmla="*/ 14683 h 139170"/>
                <a:gd name="connsiteX16" fmla="*/ 74123 w 107350"/>
                <a:gd name="connsiteY16" fmla="*/ 14683 h 139170"/>
                <a:gd name="connsiteX17" fmla="*/ 74123 w 107350"/>
                <a:gd name="connsiteY17" fmla="*/ 14683 h 139170"/>
                <a:gd name="connsiteX18" fmla="*/ 55592 w 107350"/>
                <a:gd name="connsiteY18" fmla="*/ 14683 h 139170"/>
                <a:gd name="connsiteX19" fmla="*/ 62621 w 107350"/>
                <a:gd name="connsiteY19" fmla="*/ 21706 h 139170"/>
                <a:gd name="connsiteX20" fmla="*/ 55592 w 107350"/>
                <a:gd name="connsiteY20" fmla="*/ 28728 h 139170"/>
                <a:gd name="connsiteX21" fmla="*/ 48563 w 107350"/>
                <a:gd name="connsiteY21" fmla="*/ 21706 h 139170"/>
                <a:gd name="connsiteX22" fmla="*/ 55592 w 107350"/>
                <a:gd name="connsiteY22" fmla="*/ 14683 h 139170"/>
                <a:gd name="connsiteX23" fmla="*/ 55592 w 107350"/>
                <a:gd name="connsiteY23" fmla="*/ 14683 h 139170"/>
                <a:gd name="connsiteX24" fmla="*/ 55592 w 107350"/>
                <a:gd name="connsiteY24" fmla="*/ 14683 h 139170"/>
                <a:gd name="connsiteX25" fmla="*/ 63260 w 107350"/>
                <a:gd name="connsiteY25" fmla="*/ 63201 h 139170"/>
                <a:gd name="connsiteX26" fmla="*/ 56231 w 107350"/>
                <a:gd name="connsiteY26" fmla="*/ 70224 h 139170"/>
                <a:gd name="connsiteX27" fmla="*/ 49202 w 107350"/>
                <a:gd name="connsiteY27" fmla="*/ 63201 h 139170"/>
                <a:gd name="connsiteX28" fmla="*/ 56231 w 107350"/>
                <a:gd name="connsiteY28" fmla="*/ 56179 h 139170"/>
                <a:gd name="connsiteX29" fmla="*/ 63260 w 107350"/>
                <a:gd name="connsiteY29" fmla="*/ 63201 h 139170"/>
                <a:gd name="connsiteX30" fmla="*/ 63260 w 107350"/>
                <a:gd name="connsiteY30" fmla="*/ 63201 h 139170"/>
                <a:gd name="connsiteX31" fmla="*/ 31950 w 107350"/>
                <a:gd name="connsiteY31" fmla="*/ 30643 h 139170"/>
                <a:gd name="connsiteX32" fmla="*/ 38978 w 107350"/>
                <a:gd name="connsiteY32" fmla="*/ 37665 h 139170"/>
                <a:gd name="connsiteX33" fmla="*/ 31950 w 107350"/>
                <a:gd name="connsiteY33" fmla="*/ 44688 h 139170"/>
                <a:gd name="connsiteX34" fmla="*/ 24921 w 107350"/>
                <a:gd name="connsiteY34" fmla="*/ 37665 h 139170"/>
                <a:gd name="connsiteX35" fmla="*/ 31950 w 107350"/>
                <a:gd name="connsiteY35" fmla="*/ 30643 h 139170"/>
                <a:gd name="connsiteX36" fmla="*/ 31950 w 107350"/>
                <a:gd name="connsiteY36" fmla="*/ 30643 h 139170"/>
                <a:gd name="connsiteX37" fmla="*/ 31950 w 107350"/>
                <a:gd name="connsiteY37" fmla="*/ 30643 h 139170"/>
                <a:gd name="connsiteX38" fmla="*/ 15975 w 107350"/>
                <a:gd name="connsiteY38" fmla="*/ 14683 h 139170"/>
                <a:gd name="connsiteX39" fmla="*/ 23004 w 107350"/>
                <a:gd name="connsiteY39" fmla="*/ 21706 h 139170"/>
                <a:gd name="connsiteX40" fmla="*/ 15975 w 107350"/>
                <a:gd name="connsiteY40" fmla="*/ 28728 h 139170"/>
                <a:gd name="connsiteX41" fmla="*/ 8946 w 107350"/>
                <a:gd name="connsiteY41" fmla="*/ 21706 h 139170"/>
                <a:gd name="connsiteX42" fmla="*/ 15975 w 107350"/>
                <a:gd name="connsiteY42" fmla="*/ 14683 h 139170"/>
                <a:gd name="connsiteX43" fmla="*/ 15975 w 107350"/>
                <a:gd name="connsiteY43" fmla="*/ 14683 h 139170"/>
                <a:gd name="connsiteX44" fmla="*/ 23643 w 107350"/>
                <a:gd name="connsiteY44" fmla="*/ 63201 h 139170"/>
                <a:gd name="connsiteX45" fmla="*/ 16614 w 107350"/>
                <a:gd name="connsiteY45" fmla="*/ 70224 h 139170"/>
                <a:gd name="connsiteX46" fmla="*/ 9585 w 107350"/>
                <a:gd name="connsiteY46" fmla="*/ 63201 h 139170"/>
                <a:gd name="connsiteX47" fmla="*/ 16614 w 107350"/>
                <a:gd name="connsiteY47" fmla="*/ 56179 h 139170"/>
                <a:gd name="connsiteX48" fmla="*/ 16614 w 107350"/>
                <a:gd name="connsiteY48" fmla="*/ 56179 h 139170"/>
                <a:gd name="connsiteX49" fmla="*/ 23643 w 107350"/>
                <a:gd name="connsiteY49" fmla="*/ 63201 h 139170"/>
                <a:gd name="connsiteX50" fmla="*/ 23643 w 107350"/>
                <a:gd name="connsiteY50" fmla="*/ 63201 h 139170"/>
                <a:gd name="connsiteX51" fmla="*/ 15975 w 107350"/>
                <a:gd name="connsiteY51" fmla="*/ 30643 h 139170"/>
                <a:gd name="connsiteX52" fmla="*/ 23004 w 107350"/>
                <a:gd name="connsiteY52" fmla="*/ 37665 h 139170"/>
                <a:gd name="connsiteX53" fmla="*/ 15975 w 107350"/>
                <a:gd name="connsiteY53" fmla="*/ 44688 h 139170"/>
                <a:gd name="connsiteX54" fmla="*/ 8946 w 107350"/>
                <a:gd name="connsiteY54" fmla="*/ 37665 h 139170"/>
                <a:gd name="connsiteX55" fmla="*/ 15975 w 107350"/>
                <a:gd name="connsiteY55" fmla="*/ 30643 h 139170"/>
                <a:gd name="connsiteX56" fmla="*/ 15975 w 107350"/>
                <a:gd name="connsiteY56" fmla="*/ 30643 h 139170"/>
                <a:gd name="connsiteX57" fmla="*/ 15975 w 107350"/>
                <a:gd name="connsiteY57" fmla="*/ 107889 h 139170"/>
                <a:gd name="connsiteX58" fmla="*/ 8946 w 107350"/>
                <a:gd name="connsiteY58" fmla="*/ 100867 h 139170"/>
                <a:gd name="connsiteX59" fmla="*/ 15975 w 107350"/>
                <a:gd name="connsiteY59" fmla="*/ 93845 h 139170"/>
                <a:gd name="connsiteX60" fmla="*/ 23004 w 107350"/>
                <a:gd name="connsiteY60" fmla="*/ 100867 h 139170"/>
                <a:gd name="connsiteX61" fmla="*/ 23004 w 107350"/>
                <a:gd name="connsiteY61" fmla="*/ 100867 h 139170"/>
                <a:gd name="connsiteX62" fmla="*/ 15975 w 107350"/>
                <a:gd name="connsiteY62" fmla="*/ 107889 h 139170"/>
                <a:gd name="connsiteX63" fmla="*/ 15975 w 107350"/>
                <a:gd name="connsiteY63" fmla="*/ 107889 h 139170"/>
                <a:gd name="connsiteX64" fmla="*/ 15975 w 107350"/>
                <a:gd name="connsiteY64" fmla="*/ 107889 h 139170"/>
                <a:gd name="connsiteX65" fmla="*/ 20448 w 107350"/>
                <a:gd name="connsiteY65" fmla="*/ 79161 h 139170"/>
                <a:gd name="connsiteX66" fmla="*/ 27477 w 107350"/>
                <a:gd name="connsiteY66" fmla="*/ 72139 h 139170"/>
                <a:gd name="connsiteX67" fmla="*/ 34506 w 107350"/>
                <a:gd name="connsiteY67" fmla="*/ 79161 h 139170"/>
                <a:gd name="connsiteX68" fmla="*/ 27477 w 107350"/>
                <a:gd name="connsiteY68" fmla="*/ 86184 h 139170"/>
                <a:gd name="connsiteX69" fmla="*/ 27477 w 107350"/>
                <a:gd name="connsiteY69" fmla="*/ 86184 h 139170"/>
                <a:gd name="connsiteX70" fmla="*/ 20448 w 107350"/>
                <a:gd name="connsiteY70" fmla="*/ 79161 h 139170"/>
                <a:gd name="connsiteX71" fmla="*/ 20448 w 107350"/>
                <a:gd name="connsiteY71" fmla="*/ 79161 h 139170"/>
                <a:gd name="connsiteX72" fmla="*/ 20448 w 107350"/>
                <a:gd name="connsiteY72" fmla="*/ 79161 h 139170"/>
                <a:gd name="connsiteX73" fmla="*/ 35783 w 107350"/>
                <a:gd name="connsiteY73" fmla="*/ 123849 h 139170"/>
                <a:gd name="connsiteX74" fmla="*/ 28755 w 107350"/>
                <a:gd name="connsiteY74" fmla="*/ 116827 h 139170"/>
                <a:gd name="connsiteX75" fmla="*/ 35783 w 107350"/>
                <a:gd name="connsiteY75" fmla="*/ 109804 h 139170"/>
                <a:gd name="connsiteX76" fmla="*/ 42812 w 107350"/>
                <a:gd name="connsiteY76" fmla="*/ 116827 h 139170"/>
                <a:gd name="connsiteX77" fmla="*/ 35783 w 107350"/>
                <a:gd name="connsiteY77" fmla="*/ 123849 h 139170"/>
                <a:gd name="connsiteX78" fmla="*/ 35783 w 107350"/>
                <a:gd name="connsiteY78" fmla="*/ 123849 h 139170"/>
                <a:gd name="connsiteX79" fmla="*/ 35783 w 107350"/>
                <a:gd name="connsiteY79" fmla="*/ 123849 h 139170"/>
                <a:gd name="connsiteX80" fmla="*/ 35783 w 107350"/>
                <a:gd name="connsiteY80" fmla="*/ 107889 h 139170"/>
                <a:gd name="connsiteX81" fmla="*/ 28755 w 107350"/>
                <a:gd name="connsiteY81" fmla="*/ 100867 h 139170"/>
                <a:gd name="connsiteX82" fmla="*/ 35783 w 107350"/>
                <a:gd name="connsiteY82" fmla="*/ 93845 h 139170"/>
                <a:gd name="connsiteX83" fmla="*/ 42812 w 107350"/>
                <a:gd name="connsiteY83" fmla="*/ 100867 h 139170"/>
                <a:gd name="connsiteX84" fmla="*/ 42812 w 107350"/>
                <a:gd name="connsiteY84" fmla="*/ 100867 h 139170"/>
                <a:gd name="connsiteX85" fmla="*/ 35783 w 107350"/>
                <a:gd name="connsiteY85" fmla="*/ 107889 h 139170"/>
                <a:gd name="connsiteX86" fmla="*/ 35783 w 107350"/>
                <a:gd name="connsiteY86" fmla="*/ 107889 h 139170"/>
                <a:gd name="connsiteX87" fmla="*/ 35783 w 107350"/>
                <a:gd name="connsiteY87" fmla="*/ 107889 h 139170"/>
                <a:gd name="connsiteX88" fmla="*/ 36423 w 107350"/>
                <a:gd name="connsiteY88" fmla="*/ 70224 h 139170"/>
                <a:gd name="connsiteX89" fmla="*/ 29394 w 107350"/>
                <a:gd name="connsiteY89" fmla="*/ 63201 h 139170"/>
                <a:gd name="connsiteX90" fmla="*/ 36423 w 107350"/>
                <a:gd name="connsiteY90" fmla="*/ 56179 h 139170"/>
                <a:gd name="connsiteX91" fmla="*/ 43451 w 107350"/>
                <a:gd name="connsiteY91" fmla="*/ 63201 h 139170"/>
                <a:gd name="connsiteX92" fmla="*/ 36423 w 107350"/>
                <a:gd name="connsiteY92" fmla="*/ 70224 h 139170"/>
                <a:gd name="connsiteX93" fmla="*/ 36423 w 107350"/>
                <a:gd name="connsiteY93" fmla="*/ 70224 h 139170"/>
                <a:gd name="connsiteX94" fmla="*/ 36423 w 107350"/>
                <a:gd name="connsiteY94" fmla="*/ 70224 h 139170"/>
                <a:gd name="connsiteX95" fmla="*/ 43451 w 107350"/>
                <a:gd name="connsiteY95" fmla="*/ 37665 h 139170"/>
                <a:gd name="connsiteX96" fmla="*/ 50480 w 107350"/>
                <a:gd name="connsiteY96" fmla="*/ 30643 h 139170"/>
                <a:gd name="connsiteX97" fmla="*/ 57509 w 107350"/>
                <a:gd name="connsiteY97" fmla="*/ 37665 h 139170"/>
                <a:gd name="connsiteX98" fmla="*/ 50480 w 107350"/>
                <a:gd name="connsiteY98" fmla="*/ 44688 h 139170"/>
                <a:gd name="connsiteX99" fmla="*/ 43451 w 107350"/>
                <a:gd name="connsiteY99" fmla="*/ 37665 h 139170"/>
                <a:gd name="connsiteX100" fmla="*/ 43451 w 107350"/>
                <a:gd name="connsiteY100" fmla="*/ 37665 h 139170"/>
                <a:gd name="connsiteX101" fmla="*/ 43451 w 107350"/>
                <a:gd name="connsiteY101" fmla="*/ 37665 h 139170"/>
                <a:gd name="connsiteX102" fmla="*/ 56231 w 107350"/>
                <a:gd name="connsiteY102" fmla="*/ 72139 h 139170"/>
                <a:gd name="connsiteX103" fmla="*/ 63260 w 107350"/>
                <a:gd name="connsiteY103" fmla="*/ 79161 h 139170"/>
                <a:gd name="connsiteX104" fmla="*/ 56231 w 107350"/>
                <a:gd name="connsiteY104" fmla="*/ 86184 h 139170"/>
                <a:gd name="connsiteX105" fmla="*/ 49202 w 107350"/>
                <a:gd name="connsiteY105" fmla="*/ 79161 h 139170"/>
                <a:gd name="connsiteX106" fmla="*/ 49202 w 107350"/>
                <a:gd name="connsiteY106" fmla="*/ 79161 h 139170"/>
                <a:gd name="connsiteX107" fmla="*/ 56231 w 107350"/>
                <a:gd name="connsiteY107" fmla="*/ 72139 h 139170"/>
                <a:gd name="connsiteX108" fmla="*/ 56231 w 107350"/>
                <a:gd name="connsiteY108" fmla="*/ 72139 h 139170"/>
                <a:gd name="connsiteX109" fmla="*/ 56231 w 107350"/>
                <a:gd name="connsiteY109" fmla="*/ 72139 h 139170"/>
                <a:gd name="connsiteX110" fmla="*/ 56870 w 107350"/>
                <a:gd name="connsiteY110" fmla="*/ 123849 h 139170"/>
                <a:gd name="connsiteX111" fmla="*/ 49841 w 107350"/>
                <a:gd name="connsiteY111" fmla="*/ 116827 h 139170"/>
                <a:gd name="connsiteX112" fmla="*/ 56870 w 107350"/>
                <a:gd name="connsiteY112" fmla="*/ 109804 h 139170"/>
                <a:gd name="connsiteX113" fmla="*/ 63899 w 107350"/>
                <a:gd name="connsiteY113" fmla="*/ 116827 h 139170"/>
                <a:gd name="connsiteX114" fmla="*/ 56870 w 107350"/>
                <a:gd name="connsiteY114" fmla="*/ 123849 h 139170"/>
                <a:gd name="connsiteX115" fmla="*/ 56870 w 107350"/>
                <a:gd name="connsiteY115" fmla="*/ 123849 h 139170"/>
                <a:gd name="connsiteX116" fmla="*/ 56870 w 107350"/>
                <a:gd name="connsiteY116" fmla="*/ 107889 h 139170"/>
                <a:gd name="connsiteX117" fmla="*/ 49841 w 107350"/>
                <a:gd name="connsiteY117" fmla="*/ 100867 h 139170"/>
                <a:gd name="connsiteX118" fmla="*/ 56870 w 107350"/>
                <a:gd name="connsiteY118" fmla="*/ 93845 h 139170"/>
                <a:gd name="connsiteX119" fmla="*/ 63899 w 107350"/>
                <a:gd name="connsiteY119" fmla="*/ 100867 h 139170"/>
                <a:gd name="connsiteX120" fmla="*/ 63899 w 107350"/>
                <a:gd name="connsiteY120" fmla="*/ 100867 h 139170"/>
                <a:gd name="connsiteX121" fmla="*/ 56870 w 107350"/>
                <a:gd name="connsiteY121" fmla="*/ 107889 h 139170"/>
                <a:gd name="connsiteX122" fmla="*/ 56870 w 107350"/>
                <a:gd name="connsiteY122" fmla="*/ 107889 h 139170"/>
                <a:gd name="connsiteX123" fmla="*/ 74123 w 107350"/>
                <a:gd name="connsiteY123" fmla="*/ 30643 h 139170"/>
                <a:gd name="connsiteX124" fmla="*/ 81152 w 107350"/>
                <a:gd name="connsiteY124" fmla="*/ 37665 h 139170"/>
                <a:gd name="connsiteX125" fmla="*/ 74123 w 107350"/>
                <a:gd name="connsiteY125" fmla="*/ 44688 h 139170"/>
                <a:gd name="connsiteX126" fmla="*/ 67094 w 107350"/>
                <a:gd name="connsiteY126" fmla="*/ 37665 h 139170"/>
                <a:gd name="connsiteX127" fmla="*/ 74123 w 107350"/>
                <a:gd name="connsiteY127" fmla="*/ 30643 h 139170"/>
                <a:gd name="connsiteX128" fmla="*/ 74123 w 107350"/>
                <a:gd name="connsiteY128" fmla="*/ 30643 h 139170"/>
                <a:gd name="connsiteX129" fmla="*/ 74123 w 107350"/>
                <a:gd name="connsiteY129" fmla="*/ 30643 h 139170"/>
                <a:gd name="connsiteX130" fmla="*/ 74123 w 107350"/>
                <a:gd name="connsiteY130" fmla="*/ 123849 h 139170"/>
                <a:gd name="connsiteX131" fmla="*/ 67094 w 107350"/>
                <a:gd name="connsiteY131" fmla="*/ 116827 h 139170"/>
                <a:gd name="connsiteX132" fmla="*/ 74123 w 107350"/>
                <a:gd name="connsiteY132" fmla="*/ 109804 h 139170"/>
                <a:gd name="connsiteX133" fmla="*/ 81152 w 107350"/>
                <a:gd name="connsiteY133" fmla="*/ 116827 h 139170"/>
                <a:gd name="connsiteX134" fmla="*/ 74123 w 107350"/>
                <a:gd name="connsiteY134" fmla="*/ 123849 h 139170"/>
                <a:gd name="connsiteX135" fmla="*/ 74123 w 107350"/>
                <a:gd name="connsiteY135" fmla="*/ 123849 h 139170"/>
                <a:gd name="connsiteX136" fmla="*/ 77318 w 107350"/>
                <a:gd name="connsiteY136" fmla="*/ 86184 h 139170"/>
                <a:gd name="connsiteX137" fmla="*/ 70289 w 107350"/>
                <a:gd name="connsiteY137" fmla="*/ 79161 h 139170"/>
                <a:gd name="connsiteX138" fmla="*/ 77318 w 107350"/>
                <a:gd name="connsiteY138" fmla="*/ 72139 h 139170"/>
                <a:gd name="connsiteX139" fmla="*/ 84347 w 107350"/>
                <a:gd name="connsiteY139" fmla="*/ 79161 h 139170"/>
                <a:gd name="connsiteX140" fmla="*/ 84347 w 107350"/>
                <a:gd name="connsiteY140" fmla="*/ 79161 h 139170"/>
                <a:gd name="connsiteX141" fmla="*/ 77318 w 107350"/>
                <a:gd name="connsiteY141" fmla="*/ 86184 h 139170"/>
                <a:gd name="connsiteX142" fmla="*/ 77318 w 107350"/>
                <a:gd name="connsiteY142" fmla="*/ 86184 h 139170"/>
                <a:gd name="connsiteX143" fmla="*/ 92654 w 107350"/>
                <a:gd name="connsiteY143" fmla="*/ 123849 h 139170"/>
                <a:gd name="connsiteX144" fmla="*/ 85625 w 107350"/>
                <a:gd name="connsiteY144" fmla="*/ 116827 h 139170"/>
                <a:gd name="connsiteX145" fmla="*/ 92654 w 107350"/>
                <a:gd name="connsiteY145" fmla="*/ 109804 h 139170"/>
                <a:gd name="connsiteX146" fmla="*/ 99683 w 107350"/>
                <a:gd name="connsiteY146" fmla="*/ 116827 h 139170"/>
                <a:gd name="connsiteX147" fmla="*/ 92654 w 107350"/>
                <a:gd name="connsiteY147" fmla="*/ 123849 h 139170"/>
                <a:gd name="connsiteX148" fmla="*/ 92654 w 107350"/>
                <a:gd name="connsiteY148" fmla="*/ 123849 h 139170"/>
                <a:gd name="connsiteX149" fmla="*/ 92654 w 107350"/>
                <a:gd name="connsiteY149" fmla="*/ 107889 h 139170"/>
                <a:gd name="connsiteX150" fmla="*/ 85625 w 107350"/>
                <a:gd name="connsiteY150" fmla="*/ 100867 h 139170"/>
                <a:gd name="connsiteX151" fmla="*/ 92654 w 107350"/>
                <a:gd name="connsiteY151" fmla="*/ 93845 h 139170"/>
                <a:gd name="connsiteX152" fmla="*/ 99683 w 107350"/>
                <a:gd name="connsiteY152" fmla="*/ 100867 h 139170"/>
                <a:gd name="connsiteX153" fmla="*/ 99683 w 107350"/>
                <a:gd name="connsiteY153" fmla="*/ 100867 h 139170"/>
                <a:gd name="connsiteX154" fmla="*/ 92654 w 107350"/>
                <a:gd name="connsiteY154" fmla="*/ 107889 h 139170"/>
                <a:gd name="connsiteX155" fmla="*/ 92654 w 107350"/>
                <a:gd name="connsiteY155" fmla="*/ 107889 h 139170"/>
                <a:gd name="connsiteX156" fmla="*/ 92654 w 107350"/>
                <a:gd name="connsiteY156" fmla="*/ 86184 h 139170"/>
                <a:gd name="connsiteX157" fmla="*/ 85625 w 107350"/>
                <a:gd name="connsiteY157" fmla="*/ 79161 h 139170"/>
                <a:gd name="connsiteX158" fmla="*/ 92654 w 107350"/>
                <a:gd name="connsiteY158" fmla="*/ 72139 h 139170"/>
                <a:gd name="connsiteX159" fmla="*/ 99683 w 107350"/>
                <a:gd name="connsiteY159" fmla="*/ 79161 h 139170"/>
                <a:gd name="connsiteX160" fmla="*/ 99683 w 107350"/>
                <a:gd name="connsiteY160" fmla="*/ 79161 h 139170"/>
                <a:gd name="connsiteX161" fmla="*/ 92654 w 107350"/>
                <a:gd name="connsiteY161" fmla="*/ 86184 h 139170"/>
                <a:gd name="connsiteX162" fmla="*/ 92654 w 107350"/>
                <a:gd name="connsiteY162" fmla="*/ 86184 h 139170"/>
                <a:gd name="connsiteX163" fmla="*/ 92654 w 107350"/>
                <a:gd name="connsiteY163" fmla="*/ 70224 h 139170"/>
                <a:gd name="connsiteX164" fmla="*/ 85625 w 107350"/>
                <a:gd name="connsiteY164" fmla="*/ 63201 h 139170"/>
                <a:gd name="connsiteX165" fmla="*/ 92654 w 107350"/>
                <a:gd name="connsiteY165" fmla="*/ 56179 h 139170"/>
                <a:gd name="connsiteX166" fmla="*/ 99683 w 107350"/>
                <a:gd name="connsiteY166" fmla="*/ 63201 h 139170"/>
                <a:gd name="connsiteX167" fmla="*/ 92654 w 107350"/>
                <a:gd name="connsiteY167" fmla="*/ 70224 h 139170"/>
                <a:gd name="connsiteX168" fmla="*/ 92654 w 107350"/>
                <a:gd name="connsiteY168" fmla="*/ 70224 h 139170"/>
                <a:gd name="connsiteX169" fmla="*/ 92654 w 107350"/>
                <a:gd name="connsiteY169" fmla="*/ 28728 h 139170"/>
                <a:gd name="connsiteX170" fmla="*/ 85625 w 107350"/>
                <a:gd name="connsiteY170" fmla="*/ 21706 h 139170"/>
                <a:gd name="connsiteX171" fmla="*/ 92654 w 107350"/>
                <a:gd name="connsiteY171" fmla="*/ 14683 h 139170"/>
                <a:gd name="connsiteX172" fmla="*/ 99683 w 107350"/>
                <a:gd name="connsiteY172" fmla="*/ 21706 h 139170"/>
                <a:gd name="connsiteX173" fmla="*/ 92654 w 107350"/>
                <a:gd name="connsiteY173" fmla="*/ 28728 h 139170"/>
                <a:gd name="connsiteX174" fmla="*/ 92654 w 107350"/>
                <a:gd name="connsiteY174" fmla="*/ 28728 h 139170"/>
                <a:gd name="connsiteX175" fmla="*/ 92654 w 107350"/>
                <a:gd name="connsiteY175" fmla="*/ 28728 h 139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107350" h="139170">
                  <a:moveTo>
                    <a:pt x="93932" y="0"/>
                  </a:moveTo>
                  <a:lnTo>
                    <a:pt x="13419" y="0"/>
                  </a:lnTo>
                  <a:cubicBezTo>
                    <a:pt x="5751" y="0"/>
                    <a:pt x="0" y="5746"/>
                    <a:pt x="0" y="13406"/>
                  </a:cubicBezTo>
                  <a:lnTo>
                    <a:pt x="0" y="125765"/>
                  </a:lnTo>
                  <a:cubicBezTo>
                    <a:pt x="0" y="133425"/>
                    <a:pt x="6390" y="139171"/>
                    <a:pt x="13419" y="139171"/>
                  </a:cubicBezTo>
                  <a:lnTo>
                    <a:pt x="93932" y="139171"/>
                  </a:lnTo>
                  <a:cubicBezTo>
                    <a:pt x="101600" y="139171"/>
                    <a:pt x="107351" y="133425"/>
                    <a:pt x="107351" y="125765"/>
                  </a:cubicBezTo>
                  <a:cubicBezTo>
                    <a:pt x="107351" y="125765"/>
                    <a:pt x="107351" y="125765"/>
                    <a:pt x="107351" y="125765"/>
                  </a:cubicBezTo>
                  <a:lnTo>
                    <a:pt x="107351" y="13406"/>
                  </a:lnTo>
                  <a:cubicBezTo>
                    <a:pt x="107351" y="5746"/>
                    <a:pt x="101600" y="0"/>
                    <a:pt x="93932" y="0"/>
                  </a:cubicBezTo>
                  <a:cubicBezTo>
                    <a:pt x="93932" y="0"/>
                    <a:pt x="93932" y="0"/>
                    <a:pt x="93932" y="0"/>
                  </a:cubicBezTo>
                  <a:close/>
                  <a:moveTo>
                    <a:pt x="74123" y="14683"/>
                  </a:moveTo>
                  <a:cubicBezTo>
                    <a:pt x="77957" y="14683"/>
                    <a:pt x="81152" y="17875"/>
                    <a:pt x="81152" y="21706"/>
                  </a:cubicBezTo>
                  <a:cubicBezTo>
                    <a:pt x="81152" y="25536"/>
                    <a:pt x="77957" y="28728"/>
                    <a:pt x="74123" y="28728"/>
                  </a:cubicBezTo>
                  <a:cubicBezTo>
                    <a:pt x="70289" y="28728"/>
                    <a:pt x="67094" y="25536"/>
                    <a:pt x="67094" y="21706"/>
                  </a:cubicBezTo>
                  <a:cubicBezTo>
                    <a:pt x="67094" y="17875"/>
                    <a:pt x="70289" y="14683"/>
                    <a:pt x="74123" y="14683"/>
                  </a:cubicBezTo>
                  <a:lnTo>
                    <a:pt x="74123" y="14683"/>
                  </a:lnTo>
                  <a:lnTo>
                    <a:pt x="74123" y="14683"/>
                  </a:lnTo>
                  <a:close/>
                  <a:moveTo>
                    <a:pt x="55592" y="14683"/>
                  </a:moveTo>
                  <a:cubicBezTo>
                    <a:pt x="59426" y="14683"/>
                    <a:pt x="62621" y="17875"/>
                    <a:pt x="62621" y="21706"/>
                  </a:cubicBezTo>
                  <a:cubicBezTo>
                    <a:pt x="62621" y="25536"/>
                    <a:pt x="59426" y="28728"/>
                    <a:pt x="55592" y="28728"/>
                  </a:cubicBezTo>
                  <a:cubicBezTo>
                    <a:pt x="51758" y="28728"/>
                    <a:pt x="48563" y="25536"/>
                    <a:pt x="48563" y="21706"/>
                  </a:cubicBezTo>
                  <a:cubicBezTo>
                    <a:pt x="48563" y="17875"/>
                    <a:pt x="51758" y="14683"/>
                    <a:pt x="55592" y="14683"/>
                  </a:cubicBezTo>
                  <a:cubicBezTo>
                    <a:pt x="55592" y="14683"/>
                    <a:pt x="55592" y="14683"/>
                    <a:pt x="55592" y="14683"/>
                  </a:cubicBezTo>
                  <a:lnTo>
                    <a:pt x="55592" y="14683"/>
                  </a:lnTo>
                  <a:close/>
                  <a:moveTo>
                    <a:pt x="63260" y="63201"/>
                  </a:moveTo>
                  <a:cubicBezTo>
                    <a:pt x="63260" y="67032"/>
                    <a:pt x="60065" y="70224"/>
                    <a:pt x="56231" y="70224"/>
                  </a:cubicBezTo>
                  <a:cubicBezTo>
                    <a:pt x="52397" y="70224"/>
                    <a:pt x="49202" y="67032"/>
                    <a:pt x="49202" y="63201"/>
                  </a:cubicBezTo>
                  <a:cubicBezTo>
                    <a:pt x="49202" y="59371"/>
                    <a:pt x="52397" y="56179"/>
                    <a:pt x="56231" y="56179"/>
                  </a:cubicBezTo>
                  <a:cubicBezTo>
                    <a:pt x="60065" y="56179"/>
                    <a:pt x="63260" y="59371"/>
                    <a:pt x="63260" y="63201"/>
                  </a:cubicBezTo>
                  <a:lnTo>
                    <a:pt x="63260" y="63201"/>
                  </a:lnTo>
                  <a:close/>
                  <a:moveTo>
                    <a:pt x="31950" y="30643"/>
                  </a:moveTo>
                  <a:cubicBezTo>
                    <a:pt x="35783" y="30643"/>
                    <a:pt x="38978" y="33835"/>
                    <a:pt x="38978" y="37665"/>
                  </a:cubicBezTo>
                  <a:cubicBezTo>
                    <a:pt x="38978" y="41496"/>
                    <a:pt x="35783" y="44688"/>
                    <a:pt x="31950" y="44688"/>
                  </a:cubicBezTo>
                  <a:cubicBezTo>
                    <a:pt x="28116" y="44688"/>
                    <a:pt x="24921" y="41496"/>
                    <a:pt x="24921" y="37665"/>
                  </a:cubicBezTo>
                  <a:cubicBezTo>
                    <a:pt x="24921" y="33835"/>
                    <a:pt x="28116" y="30643"/>
                    <a:pt x="31950" y="30643"/>
                  </a:cubicBezTo>
                  <a:lnTo>
                    <a:pt x="31950" y="30643"/>
                  </a:lnTo>
                  <a:lnTo>
                    <a:pt x="31950" y="30643"/>
                  </a:lnTo>
                  <a:close/>
                  <a:moveTo>
                    <a:pt x="15975" y="14683"/>
                  </a:moveTo>
                  <a:cubicBezTo>
                    <a:pt x="19809" y="14683"/>
                    <a:pt x="23004" y="17875"/>
                    <a:pt x="23004" y="21706"/>
                  </a:cubicBezTo>
                  <a:cubicBezTo>
                    <a:pt x="23004" y="25536"/>
                    <a:pt x="19809" y="28728"/>
                    <a:pt x="15975" y="28728"/>
                  </a:cubicBezTo>
                  <a:cubicBezTo>
                    <a:pt x="12141" y="28728"/>
                    <a:pt x="8946" y="25536"/>
                    <a:pt x="8946" y="21706"/>
                  </a:cubicBezTo>
                  <a:cubicBezTo>
                    <a:pt x="9585" y="17875"/>
                    <a:pt x="12141" y="14683"/>
                    <a:pt x="15975" y="14683"/>
                  </a:cubicBezTo>
                  <a:lnTo>
                    <a:pt x="15975" y="14683"/>
                  </a:lnTo>
                  <a:close/>
                  <a:moveTo>
                    <a:pt x="23643" y="63201"/>
                  </a:moveTo>
                  <a:cubicBezTo>
                    <a:pt x="23643" y="67032"/>
                    <a:pt x="20448" y="70224"/>
                    <a:pt x="16614" y="70224"/>
                  </a:cubicBezTo>
                  <a:cubicBezTo>
                    <a:pt x="12780" y="70224"/>
                    <a:pt x="9585" y="67032"/>
                    <a:pt x="9585" y="63201"/>
                  </a:cubicBezTo>
                  <a:cubicBezTo>
                    <a:pt x="9585" y="59371"/>
                    <a:pt x="12780" y="56179"/>
                    <a:pt x="16614" y="56179"/>
                  </a:cubicBezTo>
                  <a:cubicBezTo>
                    <a:pt x="16614" y="56179"/>
                    <a:pt x="16614" y="56179"/>
                    <a:pt x="16614" y="56179"/>
                  </a:cubicBezTo>
                  <a:cubicBezTo>
                    <a:pt x="20448" y="56179"/>
                    <a:pt x="23643" y="59371"/>
                    <a:pt x="23643" y="63201"/>
                  </a:cubicBezTo>
                  <a:lnTo>
                    <a:pt x="23643" y="63201"/>
                  </a:lnTo>
                  <a:close/>
                  <a:moveTo>
                    <a:pt x="15975" y="30643"/>
                  </a:moveTo>
                  <a:cubicBezTo>
                    <a:pt x="19809" y="30643"/>
                    <a:pt x="23004" y="33835"/>
                    <a:pt x="23004" y="37665"/>
                  </a:cubicBezTo>
                  <a:cubicBezTo>
                    <a:pt x="23004" y="41496"/>
                    <a:pt x="19809" y="44688"/>
                    <a:pt x="15975" y="44688"/>
                  </a:cubicBezTo>
                  <a:cubicBezTo>
                    <a:pt x="12141" y="44688"/>
                    <a:pt x="8946" y="41496"/>
                    <a:pt x="8946" y="37665"/>
                  </a:cubicBezTo>
                  <a:cubicBezTo>
                    <a:pt x="9585" y="33835"/>
                    <a:pt x="12141" y="30643"/>
                    <a:pt x="15975" y="30643"/>
                  </a:cubicBezTo>
                  <a:lnTo>
                    <a:pt x="15975" y="30643"/>
                  </a:lnTo>
                  <a:close/>
                  <a:moveTo>
                    <a:pt x="15975" y="107889"/>
                  </a:moveTo>
                  <a:cubicBezTo>
                    <a:pt x="12141" y="107889"/>
                    <a:pt x="8946" y="104697"/>
                    <a:pt x="8946" y="100867"/>
                  </a:cubicBezTo>
                  <a:cubicBezTo>
                    <a:pt x="8946" y="97037"/>
                    <a:pt x="12141" y="93845"/>
                    <a:pt x="15975" y="93845"/>
                  </a:cubicBezTo>
                  <a:cubicBezTo>
                    <a:pt x="19809" y="93845"/>
                    <a:pt x="23004" y="97037"/>
                    <a:pt x="23004" y="100867"/>
                  </a:cubicBezTo>
                  <a:cubicBezTo>
                    <a:pt x="23004" y="100867"/>
                    <a:pt x="23004" y="100867"/>
                    <a:pt x="23004" y="100867"/>
                  </a:cubicBezTo>
                  <a:cubicBezTo>
                    <a:pt x="23643" y="104697"/>
                    <a:pt x="20448" y="107889"/>
                    <a:pt x="15975" y="107889"/>
                  </a:cubicBezTo>
                  <a:cubicBezTo>
                    <a:pt x="15975" y="107889"/>
                    <a:pt x="15975" y="107889"/>
                    <a:pt x="15975" y="107889"/>
                  </a:cubicBezTo>
                  <a:lnTo>
                    <a:pt x="15975" y="107889"/>
                  </a:lnTo>
                  <a:close/>
                  <a:moveTo>
                    <a:pt x="20448" y="79161"/>
                  </a:moveTo>
                  <a:cubicBezTo>
                    <a:pt x="20448" y="75331"/>
                    <a:pt x="23643" y="72139"/>
                    <a:pt x="27477" y="72139"/>
                  </a:cubicBezTo>
                  <a:cubicBezTo>
                    <a:pt x="31311" y="72139"/>
                    <a:pt x="34506" y="75331"/>
                    <a:pt x="34506" y="79161"/>
                  </a:cubicBezTo>
                  <a:cubicBezTo>
                    <a:pt x="34506" y="82992"/>
                    <a:pt x="31311" y="86184"/>
                    <a:pt x="27477" y="86184"/>
                  </a:cubicBezTo>
                  <a:cubicBezTo>
                    <a:pt x="27477" y="86184"/>
                    <a:pt x="27477" y="86184"/>
                    <a:pt x="27477" y="86184"/>
                  </a:cubicBezTo>
                  <a:cubicBezTo>
                    <a:pt x="23643" y="86184"/>
                    <a:pt x="20448" y="83630"/>
                    <a:pt x="20448" y="79161"/>
                  </a:cubicBezTo>
                  <a:cubicBezTo>
                    <a:pt x="19809" y="79161"/>
                    <a:pt x="19809" y="79161"/>
                    <a:pt x="20448" y="79161"/>
                  </a:cubicBezTo>
                  <a:lnTo>
                    <a:pt x="20448" y="79161"/>
                  </a:lnTo>
                  <a:close/>
                  <a:moveTo>
                    <a:pt x="35783" y="123849"/>
                  </a:moveTo>
                  <a:cubicBezTo>
                    <a:pt x="31950" y="123849"/>
                    <a:pt x="28755" y="120657"/>
                    <a:pt x="28755" y="116827"/>
                  </a:cubicBezTo>
                  <a:cubicBezTo>
                    <a:pt x="28755" y="112996"/>
                    <a:pt x="31950" y="109804"/>
                    <a:pt x="35783" y="109804"/>
                  </a:cubicBezTo>
                  <a:cubicBezTo>
                    <a:pt x="39617" y="109804"/>
                    <a:pt x="42812" y="112996"/>
                    <a:pt x="42812" y="116827"/>
                  </a:cubicBezTo>
                  <a:cubicBezTo>
                    <a:pt x="42812" y="120657"/>
                    <a:pt x="39617" y="123849"/>
                    <a:pt x="35783" y="123849"/>
                  </a:cubicBezTo>
                  <a:cubicBezTo>
                    <a:pt x="35783" y="123849"/>
                    <a:pt x="35783" y="123849"/>
                    <a:pt x="35783" y="123849"/>
                  </a:cubicBezTo>
                  <a:lnTo>
                    <a:pt x="35783" y="123849"/>
                  </a:lnTo>
                  <a:close/>
                  <a:moveTo>
                    <a:pt x="35783" y="107889"/>
                  </a:moveTo>
                  <a:cubicBezTo>
                    <a:pt x="31950" y="107889"/>
                    <a:pt x="28755" y="104697"/>
                    <a:pt x="28755" y="100867"/>
                  </a:cubicBezTo>
                  <a:cubicBezTo>
                    <a:pt x="28755" y="97037"/>
                    <a:pt x="31950" y="93845"/>
                    <a:pt x="35783" y="93845"/>
                  </a:cubicBezTo>
                  <a:cubicBezTo>
                    <a:pt x="39617" y="93845"/>
                    <a:pt x="42812" y="97037"/>
                    <a:pt x="42812" y="100867"/>
                  </a:cubicBezTo>
                  <a:cubicBezTo>
                    <a:pt x="42812" y="100867"/>
                    <a:pt x="42812" y="100867"/>
                    <a:pt x="42812" y="100867"/>
                  </a:cubicBezTo>
                  <a:cubicBezTo>
                    <a:pt x="42812" y="104697"/>
                    <a:pt x="39617" y="107889"/>
                    <a:pt x="35783" y="107889"/>
                  </a:cubicBezTo>
                  <a:cubicBezTo>
                    <a:pt x="35783" y="107889"/>
                    <a:pt x="35783" y="107889"/>
                    <a:pt x="35783" y="107889"/>
                  </a:cubicBezTo>
                  <a:lnTo>
                    <a:pt x="35783" y="107889"/>
                  </a:lnTo>
                  <a:close/>
                  <a:moveTo>
                    <a:pt x="36423" y="70224"/>
                  </a:moveTo>
                  <a:cubicBezTo>
                    <a:pt x="32589" y="70224"/>
                    <a:pt x="29394" y="67032"/>
                    <a:pt x="29394" y="63201"/>
                  </a:cubicBezTo>
                  <a:cubicBezTo>
                    <a:pt x="29394" y="59371"/>
                    <a:pt x="32589" y="56179"/>
                    <a:pt x="36423" y="56179"/>
                  </a:cubicBezTo>
                  <a:cubicBezTo>
                    <a:pt x="40257" y="56179"/>
                    <a:pt x="43451" y="59371"/>
                    <a:pt x="43451" y="63201"/>
                  </a:cubicBezTo>
                  <a:cubicBezTo>
                    <a:pt x="43451" y="67032"/>
                    <a:pt x="40257" y="70224"/>
                    <a:pt x="36423" y="70224"/>
                  </a:cubicBezTo>
                  <a:cubicBezTo>
                    <a:pt x="36423" y="70224"/>
                    <a:pt x="36423" y="70224"/>
                    <a:pt x="36423" y="70224"/>
                  </a:cubicBezTo>
                  <a:lnTo>
                    <a:pt x="36423" y="70224"/>
                  </a:lnTo>
                  <a:close/>
                  <a:moveTo>
                    <a:pt x="43451" y="37665"/>
                  </a:moveTo>
                  <a:cubicBezTo>
                    <a:pt x="43451" y="33835"/>
                    <a:pt x="46646" y="30643"/>
                    <a:pt x="50480" y="30643"/>
                  </a:cubicBezTo>
                  <a:cubicBezTo>
                    <a:pt x="54314" y="30643"/>
                    <a:pt x="57509" y="33835"/>
                    <a:pt x="57509" y="37665"/>
                  </a:cubicBezTo>
                  <a:cubicBezTo>
                    <a:pt x="57509" y="41496"/>
                    <a:pt x="54314" y="44688"/>
                    <a:pt x="50480" y="44688"/>
                  </a:cubicBezTo>
                  <a:cubicBezTo>
                    <a:pt x="46646" y="44688"/>
                    <a:pt x="43451" y="41496"/>
                    <a:pt x="43451" y="37665"/>
                  </a:cubicBezTo>
                  <a:cubicBezTo>
                    <a:pt x="43451" y="37665"/>
                    <a:pt x="43451" y="37665"/>
                    <a:pt x="43451" y="37665"/>
                  </a:cubicBezTo>
                  <a:lnTo>
                    <a:pt x="43451" y="37665"/>
                  </a:lnTo>
                  <a:close/>
                  <a:moveTo>
                    <a:pt x="56231" y="72139"/>
                  </a:moveTo>
                  <a:cubicBezTo>
                    <a:pt x="60065" y="72139"/>
                    <a:pt x="63260" y="75331"/>
                    <a:pt x="63260" y="79161"/>
                  </a:cubicBezTo>
                  <a:cubicBezTo>
                    <a:pt x="63260" y="82992"/>
                    <a:pt x="60065" y="86184"/>
                    <a:pt x="56231" y="86184"/>
                  </a:cubicBezTo>
                  <a:cubicBezTo>
                    <a:pt x="52397" y="86184"/>
                    <a:pt x="49202" y="82992"/>
                    <a:pt x="49202" y="79161"/>
                  </a:cubicBezTo>
                  <a:cubicBezTo>
                    <a:pt x="49202" y="79161"/>
                    <a:pt x="49202" y="79161"/>
                    <a:pt x="49202" y="79161"/>
                  </a:cubicBezTo>
                  <a:cubicBezTo>
                    <a:pt x="49202" y="75331"/>
                    <a:pt x="52397" y="72139"/>
                    <a:pt x="56231" y="72139"/>
                  </a:cubicBezTo>
                  <a:lnTo>
                    <a:pt x="56231" y="72139"/>
                  </a:lnTo>
                  <a:lnTo>
                    <a:pt x="56231" y="72139"/>
                  </a:lnTo>
                  <a:close/>
                  <a:moveTo>
                    <a:pt x="56870" y="123849"/>
                  </a:moveTo>
                  <a:cubicBezTo>
                    <a:pt x="53036" y="123849"/>
                    <a:pt x="49841" y="120657"/>
                    <a:pt x="49841" y="116827"/>
                  </a:cubicBezTo>
                  <a:cubicBezTo>
                    <a:pt x="49841" y="112996"/>
                    <a:pt x="53036" y="109804"/>
                    <a:pt x="56870" y="109804"/>
                  </a:cubicBezTo>
                  <a:cubicBezTo>
                    <a:pt x="60704" y="109804"/>
                    <a:pt x="63899" y="112996"/>
                    <a:pt x="63899" y="116827"/>
                  </a:cubicBezTo>
                  <a:cubicBezTo>
                    <a:pt x="63899" y="120657"/>
                    <a:pt x="60704" y="123849"/>
                    <a:pt x="56870" y="123849"/>
                  </a:cubicBezTo>
                  <a:lnTo>
                    <a:pt x="56870" y="123849"/>
                  </a:lnTo>
                  <a:close/>
                  <a:moveTo>
                    <a:pt x="56870" y="107889"/>
                  </a:moveTo>
                  <a:cubicBezTo>
                    <a:pt x="53036" y="107889"/>
                    <a:pt x="49841" y="104697"/>
                    <a:pt x="49841" y="100867"/>
                  </a:cubicBezTo>
                  <a:cubicBezTo>
                    <a:pt x="49841" y="97037"/>
                    <a:pt x="53036" y="93845"/>
                    <a:pt x="56870" y="93845"/>
                  </a:cubicBezTo>
                  <a:cubicBezTo>
                    <a:pt x="60704" y="93845"/>
                    <a:pt x="63899" y="97037"/>
                    <a:pt x="63899" y="100867"/>
                  </a:cubicBezTo>
                  <a:cubicBezTo>
                    <a:pt x="63899" y="100867"/>
                    <a:pt x="63899" y="100867"/>
                    <a:pt x="63899" y="100867"/>
                  </a:cubicBezTo>
                  <a:cubicBezTo>
                    <a:pt x="63899" y="104697"/>
                    <a:pt x="60704" y="107889"/>
                    <a:pt x="56870" y="107889"/>
                  </a:cubicBezTo>
                  <a:lnTo>
                    <a:pt x="56870" y="107889"/>
                  </a:lnTo>
                  <a:close/>
                  <a:moveTo>
                    <a:pt x="74123" y="30643"/>
                  </a:moveTo>
                  <a:cubicBezTo>
                    <a:pt x="77957" y="30643"/>
                    <a:pt x="81152" y="33835"/>
                    <a:pt x="81152" y="37665"/>
                  </a:cubicBezTo>
                  <a:cubicBezTo>
                    <a:pt x="81152" y="41496"/>
                    <a:pt x="77957" y="44688"/>
                    <a:pt x="74123" y="44688"/>
                  </a:cubicBezTo>
                  <a:cubicBezTo>
                    <a:pt x="70289" y="44688"/>
                    <a:pt x="67094" y="41496"/>
                    <a:pt x="67094" y="37665"/>
                  </a:cubicBezTo>
                  <a:cubicBezTo>
                    <a:pt x="67094" y="33835"/>
                    <a:pt x="70289" y="30643"/>
                    <a:pt x="74123" y="30643"/>
                  </a:cubicBezTo>
                  <a:cubicBezTo>
                    <a:pt x="74123" y="30643"/>
                    <a:pt x="74123" y="30643"/>
                    <a:pt x="74123" y="30643"/>
                  </a:cubicBezTo>
                  <a:lnTo>
                    <a:pt x="74123" y="30643"/>
                  </a:lnTo>
                  <a:close/>
                  <a:moveTo>
                    <a:pt x="74123" y="123849"/>
                  </a:moveTo>
                  <a:cubicBezTo>
                    <a:pt x="70289" y="123849"/>
                    <a:pt x="67094" y="120657"/>
                    <a:pt x="67094" y="116827"/>
                  </a:cubicBezTo>
                  <a:cubicBezTo>
                    <a:pt x="67094" y="112996"/>
                    <a:pt x="70289" y="109804"/>
                    <a:pt x="74123" y="109804"/>
                  </a:cubicBezTo>
                  <a:cubicBezTo>
                    <a:pt x="77957" y="109804"/>
                    <a:pt x="81152" y="112996"/>
                    <a:pt x="81152" y="116827"/>
                  </a:cubicBezTo>
                  <a:cubicBezTo>
                    <a:pt x="81152" y="120657"/>
                    <a:pt x="77957" y="123849"/>
                    <a:pt x="74123" y="123849"/>
                  </a:cubicBezTo>
                  <a:lnTo>
                    <a:pt x="74123" y="123849"/>
                  </a:lnTo>
                  <a:close/>
                  <a:moveTo>
                    <a:pt x="77318" y="86184"/>
                  </a:moveTo>
                  <a:cubicBezTo>
                    <a:pt x="73484" y="86184"/>
                    <a:pt x="70289" y="82992"/>
                    <a:pt x="70289" y="79161"/>
                  </a:cubicBezTo>
                  <a:cubicBezTo>
                    <a:pt x="70289" y="75331"/>
                    <a:pt x="73484" y="72139"/>
                    <a:pt x="77318" y="72139"/>
                  </a:cubicBezTo>
                  <a:cubicBezTo>
                    <a:pt x="81152" y="72139"/>
                    <a:pt x="84347" y="75331"/>
                    <a:pt x="84347" y="79161"/>
                  </a:cubicBezTo>
                  <a:cubicBezTo>
                    <a:pt x="84347" y="79161"/>
                    <a:pt x="84347" y="79161"/>
                    <a:pt x="84347" y="79161"/>
                  </a:cubicBezTo>
                  <a:cubicBezTo>
                    <a:pt x="84347" y="82992"/>
                    <a:pt x="81152" y="86184"/>
                    <a:pt x="77318" y="86184"/>
                  </a:cubicBezTo>
                  <a:lnTo>
                    <a:pt x="77318" y="86184"/>
                  </a:lnTo>
                  <a:close/>
                  <a:moveTo>
                    <a:pt x="92654" y="123849"/>
                  </a:moveTo>
                  <a:cubicBezTo>
                    <a:pt x="88820" y="123849"/>
                    <a:pt x="85625" y="120657"/>
                    <a:pt x="85625" y="116827"/>
                  </a:cubicBezTo>
                  <a:cubicBezTo>
                    <a:pt x="85625" y="112996"/>
                    <a:pt x="88820" y="109804"/>
                    <a:pt x="92654" y="109804"/>
                  </a:cubicBezTo>
                  <a:cubicBezTo>
                    <a:pt x="96488" y="109804"/>
                    <a:pt x="99683" y="112996"/>
                    <a:pt x="99683" y="116827"/>
                  </a:cubicBezTo>
                  <a:cubicBezTo>
                    <a:pt x="99683" y="120657"/>
                    <a:pt x="96488" y="123849"/>
                    <a:pt x="92654" y="123849"/>
                  </a:cubicBezTo>
                  <a:lnTo>
                    <a:pt x="92654" y="123849"/>
                  </a:lnTo>
                  <a:close/>
                  <a:moveTo>
                    <a:pt x="92654" y="107889"/>
                  </a:moveTo>
                  <a:cubicBezTo>
                    <a:pt x="88820" y="107889"/>
                    <a:pt x="85625" y="104697"/>
                    <a:pt x="85625" y="100867"/>
                  </a:cubicBezTo>
                  <a:cubicBezTo>
                    <a:pt x="85625" y="97037"/>
                    <a:pt x="88820" y="93845"/>
                    <a:pt x="92654" y="93845"/>
                  </a:cubicBezTo>
                  <a:cubicBezTo>
                    <a:pt x="96488" y="93845"/>
                    <a:pt x="99683" y="97037"/>
                    <a:pt x="99683" y="100867"/>
                  </a:cubicBezTo>
                  <a:cubicBezTo>
                    <a:pt x="99683" y="100867"/>
                    <a:pt x="99683" y="100867"/>
                    <a:pt x="99683" y="100867"/>
                  </a:cubicBezTo>
                  <a:cubicBezTo>
                    <a:pt x="99683" y="104697"/>
                    <a:pt x="96488" y="107889"/>
                    <a:pt x="92654" y="107889"/>
                  </a:cubicBezTo>
                  <a:lnTo>
                    <a:pt x="92654" y="107889"/>
                  </a:lnTo>
                  <a:close/>
                  <a:moveTo>
                    <a:pt x="92654" y="86184"/>
                  </a:moveTo>
                  <a:cubicBezTo>
                    <a:pt x="88820" y="86184"/>
                    <a:pt x="85625" y="82992"/>
                    <a:pt x="85625" y="79161"/>
                  </a:cubicBezTo>
                  <a:cubicBezTo>
                    <a:pt x="85625" y="75331"/>
                    <a:pt x="88820" y="72139"/>
                    <a:pt x="92654" y="72139"/>
                  </a:cubicBezTo>
                  <a:cubicBezTo>
                    <a:pt x="96488" y="72139"/>
                    <a:pt x="99683" y="75331"/>
                    <a:pt x="99683" y="79161"/>
                  </a:cubicBezTo>
                  <a:cubicBezTo>
                    <a:pt x="99683" y="79161"/>
                    <a:pt x="99683" y="79161"/>
                    <a:pt x="99683" y="79161"/>
                  </a:cubicBezTo>
                  <a:cubicBezTo>
                    <a:pt x="99683" y="82992"/>
                    <a:pt x="96488" y="86184"/>
                    <a:pt x="92654" y="86184"/>
                  </a:cubicBezTo>
                  <a:lnTo>
                    <a:pt x="92654" y="86184"/>
                  </a:lnTo>
                  <a:close/>
                  <a:moveTo>
                    <a:pt x="92654" y="70224"/>
                  </a:moveTo>
                  <a:cubicBezTo>
                    <a:pt x="88820" y="70224"/>
                    <a:pt x="85625" y="67032"/>
                    <a:pt x="85625" y="63201"/>
                  </a:cubicBezTo>
                  <a:cubicBezTo>
                    <a:pt x="85625" y="59371"/>
                    <a:pt x="88820" y="56179"/>
                    <a:pt x="92654" y="56179"/>
                  </a:cubicBezTo>
                  <a:cubicBezTo>
                    <a:pt x="96488" y="56179"/>
                    <a:pt x="99683" y="59371"/>
                    <a:pt x="99683" y="63201"/>
                  </a:cubicBezTo>
                  <a:cubicBezTo>
                    <a:pt x="99683" y="67032"/>
                    <a:pt x="96488" y="70224"/>
                    <a:pt x="92654" y="70224"/>
                  </a:cubicBezTo>
                  <a:lnTo>
                    <a:pt x="92654" y="70224"/>
                  </a:lnTo>
                  <a:close/>
                  <a:moveTo>
                    <a:pt x="92654" y="28728"/>
                  </a:moveTo>
                  <a:cubicBezTo>
                    <a:pt x="88820" y="28728"/>
                    <a:pt x="85625" y="25536"/>
                    <a:pt x="85625" y="21706"/>
                  </a:cubicBezTo>
                  <a:cubicBezTo>
                    <a:pt x="85625" y="17875"/>
                    <a:pt x="88820" y="14683"/>
                    <a:pt x="92654" y="14683"/>
                  </a:cubicBezTo>
                  <a:cubicBezTo>
                    <a:pt x="96488" y="14683"/>
                    <a:pt x="99683" y="17875"/>
                    <a:pt x="99683" y="21706"/>
                  </a:cubicBezTo>
                  <a:cubicBezTo>
                    <a:pt x="100322" y="25536"/>
                    <a:pt x="97127" y="28728"/>
                    <a:pt x="92654" y="28728"/>
                  </a:cubicBezTo>
                  <a:cubicBezTo>
                    <a:pt x="93293" y="28728"/>
                    <a:pt x="93293" y="28728"/>
                    <a:pt x="92654" y="28728"/>
                  </a:cubicBezTo>
                  <a:lnTo>
                    <a:pt x="92654" y="28728"/>
                  </a:lnTo>
                  <a:close/>
                </a:path>
              </a:pathLst>
            </a:custGeom>
            <a:solidFill>
              <a:srgbClr val="00A3E0"/>
            </a:solidFill>
            <a:ln w="6390" cap="flat">
              <a:noFill/>
              <a:prstDash val="solid"/>
              <a:miter/>
            </a:ln>
          </p:spPr>
          <p:txBody>
            <a:bodyPr rtlCol="0" anchor="ctr"/>
            <a:lstStyle/>
            <a:p>
              <a:endParaRPr lang="en-US"/>
            </a:p>
          </p:txBody>
        </p:sp>
        <p:sp>
          <p:nvSpPr>
            <p:cNvPr id="504" name="Graphic 4">
              <a:extLst>
                <a:ext uri="{FF2B5EF4-FFF2-40B4-BE49-F238E27FC236}">
                  <a16:creationId xmlns:a16="http://schemas.microsoft.com/office/drawing/2014/main" id="{ABAE651B-C76F-924B-9610-071E5A9E0FF4}"/>
                </a:ext>
              </a:extLst>
            </p:cNvPr>
            <p:cNvSpPr/>
            <p:nvPr/>
          </p:nvSpPr>
          <p:spPr>
            <a:xfrm>
              <a:off x="2998797" y="1402244"/>
              <a:ext cx="362309" cy="362450"/>
            </a:xfrm>
            <a:custGeom>
              <a:avLst/>
              <a:gdLst>
                <a:gd name="connsiteX0" fmla="*/ 180835 w 362309"/>
                <a:gd name="connsiteY0" fmla="*/ 479 h 362450"/>
                <a:gd name="connsiteX1" fmla="*/ 0 w 362309"/>
                <a:gd name="connsiteY1" fmla="*/ 181784 h 362450"/>
                <a:gd name="connsiteX2" fmla="*/ 181474 w 362309"/>
                <a:gd name="connsiteY2" fmla="*/ 362451 h 362450"/>
                <a:gd name="connsiteX3" fmla="*/ 362310 w 362309"/>
                <a:gd name="connsiteY3" fmla="*/ 181145 h 362450"/>
                <a:gd name="connsiteX4" fmla="*/ 180835 w 362309"/>
                <a:gd name="connsiteY4" fmla="*/ 479 h 362450"/>
                <a:gd name="connsiteX5" fmla="*/ 180835 w 362309"/>
                <a:gd name="connsiteY5" fmla="*/ 479 h 362450"/>
                <a:gd name="connsiteX6" fmla="*/ 307995 w 362309"/>
                <a:gd name="connsiteY6" fmla="*/ 237325 h 362450"/>
                <a:gd name="connsiteX7" fmla="*/ 281796 w 362309"/>
                <a:gd name="connsiteY7" fmla="*/ 263499 h 362450"/>
                <a:gd name="connsiteX8" fmla="*/ 201283 w 362309"/>
                <a:gd name="connsiteY8" fmla="*/ 263499 h 362450"/>
                <a:gd name="connsiteX9" fmla="*/ 181474 w 362309"/>
                <a:gd name="connsiteY9" fmla="*/ 253923 h 362450"/>
                <a:gd name="connsiteX10" fmla="*/ 161666 w 362309"/>
                <a:gd name="connsiteY10" fmla="*/ 263499 h 362450"/>
                <a:gd name="connsiteX11" fmla="*/ 80513 w 362309"/>
                <a:gd name="connsiteY11" fmla="*/ 263499 h 362450"/>
                <a:gd name="connsiteX12" fmla="*/ 54314 w 362309"/>
                <a:gd name="connsiteY12" fmla="*/ 237325 h 362450"/>
                <a:gd name="connsiteX13" fmla="*/ 54314 w 362309"/>
                <a:gd name="connsiteY13" fmla="*/ 124966 h 362450"/>
                <a:gd name="connsiteX14" fmla="*/ 80513 w 362309"/>
                <a:gd name="connsiteY14" fmla="*/ 98792 h 362450"/>
                <a:gd name="connsiteX15" fmla="*/ 161027 w 362309"/>
                <a:gd name="connsiteY15" fmla="*/ 98792 h 362450"/>
                <a:gd name="connsiteX16" fmla="*/ 180835 w 362309"/>
                <a:gd name="connsiteY16" fmla="*/ 108368 h 362450"/>
                <a:gd name="connsiteX17" fmla="*/ 200644 w 362309"/>
                <a:gd name="connsiteY17" fmla="*/ 98792 h 362450"/>
                <a:gd name="connsiteX18" fmla="*/ 281157 w 362309"/>
                <a:gd name="connsiteY18" fmla="*/ 98792 h 362450"/>
                <a:gd name="connsiteX19" fmla="*/ 307356 w 362309"/>
                <a:gd name="connsiteY19" fmla="*/ 124966 h 362450"/>
                <a:gd name="connsiteX20" fmla="*/ 307356 w 362309"/>
                <a:gd name="connsiteY20" fmla="*/ 237325 h 36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2309" h="362450">
                  <a:moveTo>
                    <a:pt x="180835" y="479"/>
                  </a:moveTo>
                  <a:cubicBezTo>
                    <a:pt x="80513" y="479"/>
                    <a:pt x="0" y="81555"/>
                    <a:pt x="0" y="181784"/>
                  </a:cubicBezTo>
                  <a:cubicBezTo>
                    <a:pt x="0" y="282013"/>
                    <a:pt x="81152" y="362451"/>
                    <a:pt x="181474" y="362451"/>
                  </a:cubicBezTo>
                  <a:cubicBezTo>
                    <a:pt x="281157" y="362451"/>
                    <a:pt x="362310" y="281374"/>
                    <a:pt x="362310" y="181145"/>
                  </a:cubicBezTo>
                  <a:cubicBezTo>
                    <a:pt x="362310" y="80917"/>
                    <a:pt x="281157" y="-160"/>
                    <a:pt x="180835" y="479"/>
                  </a:cubicBezTo>
                  <a:cubicBezTo>
                    <a:pt x="180835" y="-160"/>
                    <a:pt x="180835" y="-160"/>
                    <a:pt x="180835" y="479"/>
                  </a:cubicBezTo>
                  <a:close/>
                  <a:moveTo>
                    <a:pt x="307995" y="237325"/>
                  </a:moveTo>
                  <a:cubicBezTo>
                    <a:pt x="307995" y="252008"/>
                    <a:pt x="295854" y="263499"/>
                    <a:pt x="281796" y="263499"/>
                  </a:cubicBezTo>
                  <a:lnTo>
                    <a:pt x="201283" y="263499"/>
                  </a:lnTo>
                  <a:cubicBezTo>
                    <a:pt x="193615" y="263499"/>
                    <a:pt x="185947" y="260307"/>
                    <a:pt x="181474" y="253923"/>
                  </a:cubicBezTo>
                  <a:cubicBezTo>
                    <a:pt x="176362" y="259669"/>
                    <a:pt x="169333" y="263499"/>
                    <a:pt x="161666" y="263499"/>
                  </a:cubicBezTo>
                  <a:lnTo>
                    <a:pt x="80513" y="263499"/>
                  </a:lnTo>
                  <a:cubicBezTo>
                    <a:pt x="65816" y="263499"/>
                    <a:pt x="54314" y="252008"/>
                    <a:pt x="54314" y="237325"/>
                  </a:cubicBezTo>
                  <a:lnTo>
                    <a:pt x="54314" y="124966"/>
                  </a:lnTo>
                  <a:cubicBezTo>
                    <a:pt x="54314" y="110283"/>
                    <a:pt x="66456" y="98792"/>
                    <a:pt x="80513" y="98792"/>
                  </a:cubicBezTo>
                  <a:lnTo>
                    <a:pt x="161027" y="98792"/>
                  </a:lnTo>
                  <a:cubicBezTo>
                    <a:pt x="168695" y="98792"/>
                    <a:pt x="176362" y="102623"/>
                    <a:pt x="180835" y="108368"/>
                  </a:cubicBezTo>
                  <a:cubicBezTo>
                    <a:pt x="185947" y="102623"/>
                    <a:pt x="192976" y="98792"/>
                    <a:pt x="200644" y="98792"/>
                  </a:cubicBezTo>
                  <a:lnTo>
                    <a:pt x="281157" y="98792"/>
                  </a:lnTo>
                  <a:cubicBezTo>
                    <a:pt x="295854" y="98792"/>
                    <a:pt x="307356" y="110283"/>
                    <a:pt x="307356" y="124966"/>
                  </a:cubicBezTo>
                  <a:lnTo>
                    <a:pt x="307356" y="237325"/>
                  </a:lnTo>
                  <a:close/>
                </a:path>
              </a:pathLst>
            </a:custGeom>
            <a:solidFill>
              <a:srgbClr val="00A3E0"/>
            </a:solidFill>
            <a:ln w="6390" cap="flat">
              <a:noFill/>
              <a:prstDash val="solid"/>
              <a:miter/>
            </a:ln>
          </p:spPr>
          <p:txBody>
            <a:bodyPr rtlCol="0" anchor="ctr"/>
            <a:lstStyle/>
            <a:p>
              <a:endParaRPr lang="en-US"/>
            </a:p>
          </p:txBody>
        </p:sp>
        <p:sp>
          <p:nvSpPr>
            <p:cNvPr id="505" name="Graphic 4">
              <a:extLst>
                <a:ext uri="{FF2B5EF4-FFF2-40B4-BE49-F238E27FC236}">
                  <a16:creationId xmlns:a16="http://schemas.microsoft.com/office/drawing/2014/main" id="{0BF81693-2265-4445-9345-16FB0644EC86}"/>
                </a:ext>
              </a:extLst>
            </p:cNvPr>
            <p:cNvSpPr/>
            <p:nvPr/>
          </p:nvSpPr>
          <p:spPr>
            <a:xfrm>
              <a:off x="3065252" y="1513804"/>
              <a:ext cx="107399" cy="139170"/>
            </a:xfrm>
            <a:custGeom>
              <a:avLst/>
              <a:gdLst>
                <a:gd name="connsiteX0" fmla="*/ 94571 w 107399"/>
                <a:gd name="connsiteY0" fmla="*/ 0 h 139170"/>
                <a:gd name="connsiteX1" fmla="*/ 13419 w 107399"/>
                <a:gd name="connsiteY1" fmla="*/ 0 h 139170"/>
                <a:gd name="connsiteX2" fmla="*/ 0 w 107399"/>
                <a:gd name="connsiteY2" fmla="*/ 13406 h 139170"/>
                <a:gd name="connsiteX3" fmla="*/ 0 w 107399"/>
                <a:gd name="connsiteY3" fmla="*/ 13406 h 139170"/>
                <a:gd name="connsiteX4" fmla="*/ 0 w 107399"/>
                <a:gd name="connsiteY4" fmla="*/ 125765 h 139170"/>
                <a:gd name="connsiteX5" fmla="*/ 13419 w 107399"/>
                <a:gd name="connsiteY5" fmla="*/ 139171 h 139170"/>
                <a:gd name="connsiteX6" fmla="*/ 13419 w 107399"/>
                <a:gd name="connsiteY6" fmla="*/ 139171 h 139170"/>
                <a:gd name="connsiteX7" fmla="*/ 93932 w 107399"/>
                <a:gd name="connsiteY7" fmla="*/ 139171 h 139170"/>
                <a:gd name="connsiteX8" fmla="*/ 107351 w 107399"/>
                <a:gd name="connsiteY8" fmla="*/ 125765 h 139170"/>
                <a:gd name="connsiteX9" fmla="*/ 107351 w 107399"/>
                <a:gd name="connsiteY9" fmla="*/ 13406 h 139170"/>
                <a:gd name="connsiteX10" fmla="*/ 94571 w 107399"/>
                <a:gd name="connsiteY10" fmla="*/ 0 h 139170"/>
                <a:gd name="connsiteX11" fmla="*/ 92654 w 107399"/>
                <a:gd name="connsiteY11" fmla="*/ 14683 h 139170"/>
                <a:gd name="connsiteX12" fmla="*/ 99683 w 107399"/>
                <a:gd name="connsiteY12" fmla="*/ 21706 h 139170"/>
                <a:gd name="connsiteX13" fmla="*/ 92654 w 107399"/>
                <a:gd name="connsiteY13" fmla="*/ 28728 h 139170"/>
                <a:gd name="connsiteX14" fmla="*/ 85625 w 107399"/>
                <a:gd name="connsiteY14" fmla="*/ 21706 h 139170"/>
                <a:gd name="connsiteX15" fmla="*/ 92654 w 107399"/>
                <a:gd name="connsiteY15" fmla="*/ 14683 h 139170"/>
                <a:gd name="connsiteX16" fmla="*/ 92654 w 107399"/>
                <a:gd name="connsiteY16" fmla="*/ 14683 h 139170"/>
                <a:gd name="connsiteX17" fmla="*/ 92654 w 107399"/>
                <a:gd name="connsiteY17" fmla="*/ 30643 h 139170"/>
                <a:gd name="connsiteX18" fmla="*/ 99683 w 107399"/>
                <a:gd name="connsiteY18" fmla="*/ 37665 h 139170"/>
                <a:gd name="connsiteX19" fmla="*/ 92654 w 107399"/>
                <a:gd name="connsiteY19" fmla="*/ 44688 h 139170"/>
                <a:gd name="connsiteX20" fmla="*/ 85625 w 107399"/>
                <a:gd name="connsiteY20" fmla="*/ 37665 h 139170"/>
                <a:gd name="connsiteX21" fmla="*/ 92654 w 107399"/>
                <a:gd name="connsiteY21" fmla="*/ 30643 h 139170"/>
                <a:gd name="connsiteX22" fmla="*/ 92654 w 107399"/>
                <a:gd name="connsiteY22" fmla="*/ 30643 h 139170"/>
                <a:gd name="connsiteX23" fmla="*/ 92654 w 107399"/>
                <a:gd name="connsiteY23" fmla="*/ 56179 h 139170"/>
                <a:gd name="connsiteX24" fmla="*/ 99683 w 107399"/>
                <a:gd name="connsiteY24" fmla="*/ 63201 h 139170"/>
                <a:gd name="connsiteX25" fmla="*/ 92654 w 107399"/>
                <a:gd name="connsiteY25" fmla="*/ 70224 h 139170"/>
                <a:gd name="connsiteX26" fmla="*/ 85625 w 107399"/>
                <a:gd name="connsiteY26" fmla="*/ 63201 h 139170"/>
                <a:gd name="connsiteX27" fmla="*/ 92654 w 107399"/>
                <a:gd name="connsiteY27" fmla="*/ 56179 h 139170"/>
                <a:gd name="connsiteX28" fmla="*/ 92654 w 107399"/>
                <a:gd name="connsiteY28" fmla="*/ 56179 h 139170"/>
                <a:gd name="connsiteX29" fmla="*/ 76679 w 107399"/>
                <a:gd name="connsiteY29" fmla="*/ 30643 h 139170"/>
                <a:gd name="connsiteX30" fmla="*/ 83708 w 107399"/>
                <a:gd name="connsiteY30" fmla="*/ 37665 h 139170"/>
                <a:gd name="connsiteX31" fmla="*/ 76679 w 107399"/>
                <a:gd name="connsiteY31" fmla="*/ 44688 h 139170"/>
                <a:gd name="connsiteX32" fmla="*/ 69650 w 107399"/>
                <a:gd name="connsiteY32" fmla="*/ 37665 h 139170"/>
                <a:gd name="connsiteX33" fmla="*/ 76679 w 107399"/>
                <a:gd name="connsiteY33" fmla="*/ 30643 h 139170"/>
                <a:gd name="connsiteX34" fmla="*/ 76679 w 107399"/>
                <a:gd name="connsiteY34" fmla="*/ 30643 h 139170"/>
                <a:gd name="connsiteX35" fmla="*/ 53036 w 107399"/>
                <a:gd name="connsiteY35" fmla="*/ 14683 h 139170"/>
                <a:gd name="connsiteX36" fmla="*/ 60065 w 107399"/>
                <a:gd name="connsiteY36" fmla="*/ 21706 h 139170"/>
                <a:gd name="connsiteX37" fmla="*/ 53036 w 107399"/>
                <a:gd name="connsiteY37" fmla="*/ 28728 h 139170"/>
                <a:gd name="connsiteX38" fmla="*/ 46007 w 107399"/>
                <a:gd name="connsiteY38" fmla="*/ 21706 h 139170"/>
                <a:gd name="connsiteX39" fmla="*/ 53036 w 107399"/>
                <a:gd name="connsiteY39" fmla="*/ 14683 h 139170"/>
                <a:gd name="connsiteX40" fmla="*/ 53036 w 107399"/>
                <a:gd name="connsiteY40" fmla="*/ 14683 h 139170"/>
                <a:gd name="connsiteX41" fmla="*/ 15975 w 107399"/>
                <a:gd name="connsiteY41" fmla="*/ 123849 h 139170"/>
                <a:gd name="connsiteX42" fmla="*/ 8946 w 107399"/>
                <a:gd name="connsiteY42" fmla="*/ 116827 h 139170"/>
                <a:gd name="connsiteX43" fmla="*/ 15975 w 107399"/>
                <a:gd name="connsiteY43" fmla="*/ 109804 h 139170"/>
                <a:gd name="connsiteX44" fmla="*/ 23004 w 107399"/>
                <a:gd name="connsiteY44" fmla="*/ 116827 h 139170"/>
                <a:gd name="connsiteX45" fmla="*/ 15975 w 107399"/>
                <a:gd name="connsiteY45" fmla="*/ 123849 h 139170"/>
                <a:gd name="connsiteX46" fmla="*/ 15975 w 107399"/>
                <a:gd name="connsiteY46" fmla="*/ 123849 h 139170"/>
                <a:gd name="connsiteX47" fmla="*/ 15975 w 107399"/>
                <a:gd name="connsiteY47" fmla="*/ 123849 h 139170"/>
                <a:gd name="connsiteX48" fmla="*/ 15975 w 107399"/>
                <a:gd name="connsiteY48" fmla="*/ 107889 h 139170"/>
                <a:gd name="connsiteX49" fmla="*/ 8946 w 107399"/>
                <a:gd name="connsiteY49" fmla="*/ 100867 h 139170"/>
                <a:gd name="connsiteX50" fmla="*/ 15975 w 107399"/>
                <a:gd name="connsiteY50" fmla="*/ 93845 h 139170"/>
                <a:gd name="connsiteX51" fmla="*/ 23004 w 107399"/>
                <a:gd name="connsiteY51" fmla="*/ 100867 h 139170"/>
                <a:gd name="connsiteX52" fmla="*/ 23004 w 107399"/>
                <a:gd name="connsiteY52" fmla="*/ 100867 h 139170"/>
                <a:gd name="connsiteX53" fmla="*/ 15975 w 107399"/>
                <a:gd name="connsiteY53" fmla="*/ 107889 h 139170"/>
                <a:gd name="connsiteX54" fmla="*/ 15975 w 107399"/>
                <a:gd name="connsiteY54" fmla="*/ 107889 h 139170"/>
                <a:gd name="connsiteX55" fmla="*/ 15975 w 107399"/>
                <a:gd name="connsiteY55" fmla="*/ 107889 h 139170"/>
                <a:gd name="connsiteX56" fmla="*/ 15975 w 107399"/>
                <a:gd name="connsiteY56" fmla="*/ 86184 h 139170"/>
                <a:gd name="connsiteX57" fmla="*/ 8946 w 107399"/>
                <a:gd name="connsiteY57" fmla="*/ 79161 h 139170"/>
                <a:gd name="connsiteX58" fmla="*/ 15975 w 107399"/>
                <a:gd name="connsiteY58" fmla="*/ 72139 h 139170"/>
                <a:gd name="connsiteX59" fmla="*/ 23004 w 107399"/>
                <a:gd name="connsiteY59" fmla="*/ 79161 h 139170"/>
                <a:gd name="connsiteX60" fmla="*/ 23004 w 107399"/>
                <a:gd name="connsiteY60" fmla="*/ 79161 h 139170"/>
                <a:gd name="connsiteX61" fmla="*/ 15975 w 107399"/>
                <a:gd name="connsiteY61" fmla="*/ 86184 h 139170"/>
                <a:gd name="connsiteX62" fmla="*/ 15975 w 107399"/>
                <a:gd name="connsiteY62" fmla="*/ 86184 h 139170"/>
                <a:gd name="connsiteX63" fmla="*/ 15975 w 107399"/>
                <a:gd name="connsiteY63" fmla="*/ 70224 h 139170"/>
                <a:gd name="connsiteX64" fmla="*/ 8946 w 107399"/>
                <a:gd name="connsiteY64" fmla="*/ 63201 h 139170"/>
                <a:gd name="connsiteX65" fmla="*/ 15975 w 107399"/>
                <a:gd name="connsiteY65" fmla="*/ 56179 h 139170"/>
                <a:gd name="connsiteX66" fmla="*/ 23004 w 107399"/>
                <a:gd name="connsiteY66" fmla="*/ 63201 h 139170"/>
                <a:gd name="connsiteX67" fmla="*/ 15975 w 107399"/>
                <a:gd name="connsiteY67" fmla="*/ 70224 h 139170"/>
                <a:gd name="connsiteX68" fmla="*/ 15975 w 107399"/>
                <a:gd name="connsiteY68" fmla="*/ 70224 h 139170"/>
                <a:gd name="connsiteX69" fmla="*/ 15975 w 107399"/>
                <a:gd name="connsiteY69" fmla="*/ 70224 h 139170"/>
                <a:gd name="connsiteX70" fmla="*/ 15975 w 107399"/>
                <a:gd name="connsiteY70" fmla="*/ 28728 h 139170"/>
                <a:gd name="connsiteX71" fmla="*/ 8946 w 107399"/>
                <a:gd name="connsiteY71" fmla="*/ 21706 h 139170"/>
                <a:gd name="connsiteX72" fmla="*/ 15975 w 107399"/>
                <a:gd name="connsiteY72" fmla="*/ 14683 h 139170"/>
                <a:gd name="connsiteX73" fmla="*/ 23004 w 107399"/>
                <a:gd name="connsiteY73" fmla="*/ 21706 h 139170"/>
                <a:gd name="connsiteX74" fmla="*/ 15975 w 107399"/>
                <a:gd name="connsiteY74" fmla="*/ 28728 h 139170"/>
                <a:gd name="connsiteX75" fmla="*/ 15975 w 107399"/>
                <a:gd name="connsiteY75" fmla="*/ 28728 h 139170"/>
                <a:gd name="connsiteX76" fmla="*/ 15975 w 107399"/>
                <a:gd name="connsiteY76" fmla="*/ 28728 h 139170"/>
                <a:gd name="connsiteX77" fmla="*/ 24282 w 107399"/>
                <a:gd name="connsiteY77" fmla="*/ 79800 h 139170"/>
                <a:gd name="connsiteX78" fmla="*/ 31311 w 107399"/>
                <a:gd name="connsiteY78" fmla="*/ 72777 h 139170"/>
                <a:gd name="connsiteX79" fmla="*/ 38340 w 107399"/>
                <a:gd name="connsiteY79" fmla="*/ 79800 h 139170"/>
                <a:gd name="connsiteX80" fmla="*/ 31311 w 107399"/>
                <a:gd name="connsiteY80" fmla="*/ 86822 h 139170"/>
                <a:gd name="connsiteX81" fmla="*/ 31311 w 107399"/>
                <a:gd name="connsiteY81" fmla="*/ 86822 h 139170"/>
                <a:gd name="connsiteX82" fmla="*/ 24282 w 107399"/>
                <a:gd name="connsiteY82" fmla="*/ 79800 h 139170"/>
                <a:gd name="connsiteX83" fmla="*/ 24282 w 107399"/>
                <a:gd name="connsiteY83" fmla="*/ 79800 h 139170"/>
                <a:gd name="connsiteX84" fmla="*/ 24282 w 107399"/>
                <a:gd name="connsiteY84" fmla="*/ 79800 h 139170"/>
                <a:gd name="connsiteX85" fmla="*/ 34506 w 107399"/>
                <a:gd name="connsiteY85" fmla="*/ 124488 h 139170"/>
                <a:gd name="connsiteX86" fmla="*/ 27477 w 107399"/>
                <a:gd name="connsiteY86" fmla="*/ 117465 h 139170"/>
                <a:gd name="connsiteX87" fmla="*/ 34506 w 107399"/>
                <a:gd name="connsiteY87" fmla="*/ 110443 h 139170"/>
                <a:gd name="connsiteX88" fmla="*/ 41535 w 107399"/>
                <a:gd name="connsiteY88" fmla="*/ 117465 h 139170"/>
                <a:gd name="connsiteX89" fmla="*/ 34506 w 107399"/>
                <a:gd name="connsiteY89" fmla="*/ 124488 h 139170"/>
                <a:gd name="connsiteX90" fmla="*/ 34506 w 107399"/>
                <a:gd name="connsiteY90" fmla="*/ 124488 h 139170"/>
                <a:gd name="connsiteX91" fmla="*/ 34506 w 107399"/>
                <a:gd name="connsiteY91" fmla="*/ 44688 h 139170"/>
                <a:gd name="connsiteX92" fmla="*/ 27477 w 107399"/>
                <a:gd name="connsiteY92" fmla="*/ 37665 h 139170"/>
                <a:gd name="connsiteX93" fmla="*/ 34506 w 107399"/>
                <a:gd name="connsiteY93" fmla="*/ 30643 h 139170"/>
                <a:gd name="connsiteX94" fmla="*/ 41535 w 107399"/>
                <a:gd name="connsiteY94" fmla="*/ 37665 h 139170"/>
                <a:gd name="connsiteX95" fmla="*/ 34506 w 107399"/>
                <a:gd name="connsiteY95" fmla="*/ 44688 h 139170"/>
                <a:gd name="connsiteX96" fmla="*/ 34506 w 107399"/>
                <a:gd name="connsiteY96" fmla="*/ 44688 h 139170"/>
                <a:gd name="connsiteX97" fmla="*/ 34506 w 107399"/>
                <a:gd name="connsiteY97" fmla="*/ 44688 h 139170"/>
                <a:gd name="connsiteX98" fmla="*/ 34506 w 107399"/>
                <a:gd name="connsiteY98" fmla="*/ 28728 h 139170"/>
                <a:gd name="connsiteX99" fmla="*/ 27477 w 107399"/>
                <a:gd name="connsiteY99" fmla="*/ 21706 h 139170"/>
                <a:gd name="connsiteX100" fmla="*/ 34506 w 107399"/>
                <a:gd name="connsiteY100" fmla="*/ 14683 h 139170"/>
                <a:gd name="connsiteX101" fmla="*/ 41535 w 107399"/>
                <a:gd name="connsiteY101" fmla="*/ 21706 h 139170"/>
                <a:gd name="connsiteX102" fmla="*/ 34506 w 107399"/>
                <a:gd name="connsiteY102" fmla="*/ 28728 h 139170"/>
                <a:gd name="connsiteX103" fmla="*/ 34506 w 107399"/>
                <a:gd name="connsiteY103" fmla="*/ 28728 h 139170"/>
                <a:gd name="connsiteX104" fmla="*/ 34506 w 107399"/>
                <a:gd name="connsiteY104" fmla="*/ 28728 h 139170"/>
                <a:gd name="connsiteX105" fmla="*/ 51758 w 107399"/>
                <a:gd name="connsiteY105" fmla="*/ 124488 h 139170"/>
                <a:gd name="connsiteX106" fmla="*/ 44730 w 107399"/>
                <a:gd name="connsiteY106" fmla="*/ 117465 h 139170"/>
                <a:gd name="connsiteX107" fmla="*/ 51758 w 107399"/>
                <a:gd name="connsiteY107" fmla="*/ 110443 h 139170"/>
                <a:gd name="connsiteX108" fmla="*/ 58787 w 107399"/>
                <a:gd name="connsiteY108" fmla="*/ 117465 h 139170"/>
                <a:gd name="connsiteX109" fmla="*/ 51758 w 107399"/>
                <a:gd name="connsiteY109" fmla="*/ 124488 h 139170"/>
                <a:gd name="connsiteX110" fmla="*/ 51758 w 107399"/>
                <a:gd name="connsiteY110" fmla="*/ 124488 h 139170"/>
                <a:gd name="connsiteX111" fmla="*/ 51758 w 107399"/>
                <a:gd name="connsiteY111" fmla="*/ 108528 h 139170"/>
                <a:gd name="connsiteX112" fmla="*/ 44730 w 107399"/>
                <a:gd name="connsiteY112" fmla="*/ 101505 h 139170"/>
                <a:gd name="connsiteX113" fmla="*/ 51758 w 107399"/>
                <a:gd name="connsiteY113" fmla="*/ 94483 h 139170"/>
                <a:gd name="connsiteX114" fmla="*/ 58787 w 107399"/>
                <a:gd name="connsiteY114" fmla="*/ 101505 h 139170"/>
                <a:gd name="connsiteX115" fmla="*/ 58787 w 107399"/>
                <a:gd name="connsiteY115" fmla="*/ 101505 h 139170"/>
                <a:gd name="connsiteX116" fmla="*/ 51758 w 107399"/>
                <a:gd name="connsiteY116" fmla="*/ 108528 h 139170"/>
                <a:gd name="connsiteX117" fmla="*/ 51758 w 107399"/>
                <a:gd name="connsiteY117" fmla="*/ 108528 h 139170"/>
                <a:gd name="connsiteX118" fmla="*/ 52397 w 107399"/>
                <a:gd name="connsiteY118" fmla="*/ 86822 h 139170"/>
                <a:gd name="connsiteX119" fmla="*/ 45368 w 107399"/>
                <a:gd name="connsiteY119" fmla="*/ 79800 h 139170"/>
                <a:gd name="connsiteX120" fmla="*/ 52397 w 107399"/>
                <a:gd name="connsiteY120" fmla="*/ 72777 h 139170"/>
                <a:gd name="connsiteX121" fmla="*/ 59426 w 107399"/>
                <a:gd name="connsiteY121" fmla="*/ 79800 h 139170"/>
                <a:gd name="connsiteX122" fmla="*/ 59426 w 107399"/>
                <a:gd name="connsiteY122" fmla="*/ 79800 h 139170"/>
                <a:gd name="connsiteX123" fmla="*/ 52397 w 107399"/>
                <a:gd name="connsiteY123" fmla="*/ 86822 h 139170"/>
                <a:gd name="connsiteX124" fmla="*/ 52397 w 107399"/>
                <a:gd name="connsiteY124" fmla="*/ 86822 h 139170"/>
                <a:gd name="connsiteX125" fmla="*/ 52397 w 107399"/>
                <a:gd name="connsiteY125" fmla="*/ 70862 h 139170"/>
                <a:gd name="connsiteX126" fmla="*/ 45368 w 107399"/>
                <a:gd name="connsiteY126" fmla="*/ 63840 h 139170"/>
                <a:gd name="connsiteX127" fmla="*/ 52397 w 107399"/>
                <a:gd name="connsiteY127" fmla="*/ 56817 h 139170"/>
                <a:gd name="connsiteX128" fmla="*/ 59426 w 107399"/>
                <a:gd name="connsiteY128" fmla="*/ 63840 h 139170"/>
                <a:gd name="connsiteX129" fmla="*/ 52397 w 107399"/>
                <a:gd name="connsiteY129" fmla="*/ 70862 h 139170"/>
                <a:gd name="connsiteX130" fmla="*/ 52397 w 107399"/>
                <a:gd name="connsiteY130" fmla="*/ 70862 h 139170"/>
                <a:gd name="connsiteX131" fmla="*/ 58148 w 107399"/>
                <a:gd name="connsiteY131" fmla="*/ 45326 h 139170"/>
                <a:gd name="connsiteX132" fmla="*/ 51119 w 107399"/>
                <a:gd name="connsiteY132" fmla="*/ 38304 h 139170"/>
                <a:gd name="connsiteX133" fmla="*/ 58148 w 107399"/>
                <a:gd name="connsiteY133" fmla="*/ 31281 h 139170"/>
                <a:gd name="connsiteX134" fmla="*/ 65177 w 107399"/>
                <a:gd name="connsiteY134" fmla="*/ 38304 h 139170"/>
                <a:gd name="connsiteX135" fmla="*/ 58148 w 107399"/>
                <a:gd name="connsiteY135" fmla="*/ 45326 h 139170"/>
                <a:gd name="connsiteX136" fmla="*/ 58148 w 107399"/>
                <a:gd name="connsiteY136" fmla="*/ 45326 h 139170"/>
                <a:gd name="connsiteX137" fmla="*/ 72206 w 107399"/>
                <a:gd name="connsiteY137" fmla="*/ 56179 h 139170"/>
                <a:gd name="connsiteX138" fmla="*/ 79235 w 107399"/>
                <a:gd name="connsiteY138" fmla="*/ 63201 h 139170"/>
                <a:gd name="connsiteX139" fmla="*/ 72206 w 107399"/>
                <a:gd name="connsiteY139" fmla="*/ 70224 h 139170"/>
                <a:gd name="connsiteX140" fmla="*/ 65177 w 107399"/>
                <a:gd name="connsiteY140" fmla="*/ 63201 h 139170"/>
                <a:gd name="connsiteX141" fmla="*/ 72206 w 107399"/>
                <a:gd name="connsiteY141" fmla="*/ 56179 h 139170"/>
                <a:gd name="connsiteX142" fmla="*/ 72206 w 107399"/>
                <a:gd name="connsiteY142" fmla="*/ 56179 h 139170"/>
                <a:gd name="connsiteX143" fmla="*/ 73484 w 107399"/>
                <a:gd name="connsiteY143" fmla="*/ 123849 h 139170"/>
                <a:gd name="connsiteX144" fmla="*/ 66455 w 107399"/>
                <a:gd name="connsiteY144" fmla="*/ 116827 h 139170"/>
                <a:gd name="connsiteX145" fmla="*/ 73484 w 107399"/>
                <a:gd name="connsiteY145" fmla="*/ 109804 h 139170"/>
                <a:gd name="connsiteX146" fmla="*/ 80513 w 107399"/>
                <a:gd name="connsiteY146" fmla="*/ 116827 h 139170"/>
                <a:gd name="connsiteX147" fmla="*/ 73484 w 107399"/>
                <a:gd name="connsiteY147" fmla="*/ 123849 h 139170"/>
                <a:gd name="connsiteX148" fmla="*/ 73484 w 107399"/>
                <a:gd name="connsiteY148" fmla="*/ 123849 h 139170"/>
                <a:gd name="connsiteX149" fmla="*/ 73484 w 107399"/>
                <a:gd name="connsiteY149" fmla="*/ 107889 h 139170"/>
                <a:gd name="connsiteX150" fmla="*/ 66455 w 107399"/>
                <a:gd name="connsiteY150" fmla="*/ 100867 h 139170"/>
                <a:gd name="connsiteX151" fmla="*/ 73484 w 107399"/>
                <a:gd name="connsiteY151" fmla="*/ 93845 h 139170"/>
                <a:gd name="connsiteX152" fmla="*/ 80513 w 107399"/>
                <a:gd name="connsiteY152" fmla="*/ 100867 h 139170"/>
                <a:gd name="connsiteX153" fmla="*/ 80513 w 107399"/>
                <a:gd name="connsiteY153" fmla="*/ 100867 h 139170"/>
                <a:gd name="connsiteX154" fmla="*/ 73484 w 107399"/>
                <a:gd name="connsiteY154" fmla="*/ 107889 h 139170"/>
                <a:gd name="connsiteX155" fmla="*/ 73484 w 107399"/>
                <a:gd name="connsiteY155" fmla="*/ 107889 h 139170"/>
                <a:gd name="connsiteX156" fmla="*/ 74762 w 107399"/>
                <a:gd name="connsiteY156" fmla="*/ 79161 h 139170"/>
                <a:gd name="connsiteX157" fmla="*/ 81791 w 107399"/>
                <a:gd name="connsiteY157" fmla="*/ 72139 h 139170"/>
                <a:gd name="connsiteX158" fmla="*/ 88820 w 107399"/>
                <a:gd name="connsiteY158" fmla="*/ 79161 h 139170"/>
                <a:gd name="connsiteX159" fmla="*/ 81791 w 107399"/>
                <a:gd name="connsiteY159" fmla="*/ 86184 h 139170"/>
                <a:gd name="connsiteX160" fmla="*/ 81791 w 107399"/>
                <a:gd name="connsiteY160" fmla="*/ 86184 h 139170"/>
                <a:gd name="connsiteX161" fmla="*/ 74762 w 107399"/>
                <a:gd name="connsiteY161" fmla="*/ 79161 h 139170"/>
                <a:gd name="connsiteX162" fmla="*/ 74762 w 107399"/>
                <a:gd name="connsiteY162" fmla="*/ 79161 h 139170"/>
                <a:gd name="connsiteX163" fmla="*/ 92654 w 107399"/>
                <a:gd name="connsiteY163" fmla="*/ 107889 h 139170"/>
                <a:gd name="connsiteX164" fmla="*/ 85625 w 107399"/>
                <a:gd name="connsiteY164" fmla="*/ 100867 h 139170"/>
                <a:gd name="connsiteX165" fmla="*/ 92654 w 107399"/>
                <a:gd name="connsiteY165" fmla="*/ 93845 h 139170"/>
                <a:gd name="connsiteX166" fmla="*/ 99683 w 107399"/>
                <a:gd name="connsiteY166" fmla="*/ 100867 h 139170"/>
                <a:gd name="connsiteX167" fmla="*/ 99683 w 107399"/>
                <a:gd name="connsiteY167" fmla="*/ 100867 h 139170"/>
                <a:gd name="connsiteX168" fmla="*/ 92654 w 107399"/>
                <a:gd name="connsiteY168" fmla="*/ 107889 h 139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07399" h="139170">
                  <a:moveTo>
                    <a:pt x="94571" y="0"/>
                  </a:moveTo>
                  <a:lnTo>
                    <a:pt x="13419" y="0"/>
                  </a:lnTo>
                  <a:cubicBezTo>
                    <a:pt x="5751" y="0"/>
                    <a:pt x="0" y="5746"/>
                    <a:pt x="0" y="13406"/>
                  </a:cubicBezTo>
                  <a:cubicBezTo>
                    <a:pt x="0" y="13406"/>
                    <a:pt x="0" y="13406"/>
                    <a:pt x="0" y="13406"/>
                  </a:cubicBezTo>
                  <a:lnTo>
                    <a:pt x="0" y="125765"/>
                  </a:lnTo>
                  <a:cubicBezTo>
                    <a:pt x="0" y="133425"/>
                    <a:pt x="5751" y="139171"/>
                    <a:pt x="13419" y="139171"/>
                  </a:cubicBezTo>
                  <a:cubicBezTo>
                    <a:pt x="13419" y="139171"/>
                    <a:pt x="13419" y="139171"/>
                    <a:pt x="13419" y="139171"/>
                  </a:cubicBezTo>
                  <a:lnTo>
                    <a:pt x="93932" y="139171"/>
                  </a:lnTo>
                  <a:cubicBezTo>
                    <a:pt x="101600" y="139171"/>
                    <a:pt x="107351" y="133425"/>
                    <a:pt x="107351" y="125765"/>
                  </a:cubicBezTo>
                  <a:lnTo>
                    <a:pt x="107351" y="13406"/>
                  </a:lnTo>
                  <a:cubicBezTo>
                    <a:pt x="107990" y="5746"/>
                    <a:pt x="102239" y="0"/>
                    <a:pt x="94571" y="0"/>
                  </a:cubicBezTo>
                  <a:close/>
                  <a:moveTo>
                    <a:pt x="92654" y="14683"/>
                  </a:moveTo>
                  <a:cubicBezTo>
                    <a:pt x="96488" y="14683"/>
                    <a:pt x="99683" y="17875"/>
                    <a:pt x="99683" y="21706"/>
                  </a:cubicBezTo>
                  <a:cubicBezTo>
                    <a:pt x="99683" y="25536"/>
                    <a:pt x="96488" y="28728"/>
                    <a:pt x="92654" y="28728"/>
                  </a:cubicBezTo>
                  <a:cubicBezTo>
                    <a:pt x="88820" y="28728"/>
                    <a:pt x="85625" y="25536"/>
                    <a:pt x="85625" y="21706"/>
                  </a:cubicBezTo>
                  <a:cubicBezTo>
                    <a:pt x="85625" y="17875"/>
                    <a:pt x="88181" y="14683"/>
                    <a:pt x="92654" y="14683"/>
                  </a:cubicBezTo>
                  <a:lnTo>
                    <a:pt x="92654" y="14683"/>
                  </a:lnTo>
                  <a:close/>
                  <a:moveTo>
                    <a:pt x="92654" y="30643"/>
                  </a:moveTo>
                  <a:cubicBezTo>
                    <a:pt x="96488" y="30643"/>
                    <a:pt x="99683" y="33835"/>
                    <a:pt x="99683" y="37665"/>
                  </a:cubicBezTo>
                  <a:cubicBezTo>
                    <a:pt x="99683" y="41496"/>
                    <a:pt x="96488" y="44688"/>
                    <a:pt x="92654" y="44688"/>
                  </a:cubicBezTo>
                  <a:cubicBezTo>
                    <a:pt x="88820" y="44688"/>
                    <a:pt x="85625" y="41496"/>
                    <a:pt x="85625" y="37665"/>
                  </a:cubicBezTo>
                  <a:cubicBezTo>
                    <a:pt x="85625" y="33835"/>
                    <a:pt x="88181" y="30643"/>
                    <a:pt x="92654" y="30643"/>
                  </a:cubicBezTo>
                  <a:lnTo>
                    <a:pt x="92654" y="30643"/>
                  </a:lnTo>
                  <a:close/>
                  <a:moveTo>
                    <a:pt x="92654" y="56179"/>
                  </a:moveTo>
                  <a:cubicBezTo>
                    <a:pt x="96488" y="56179"/>
                    <a:pt x="99683" y="59371"/>
                    <a:pt x="99683" y="63201"/>
                  </a:cubicBezTo>
                  <a:cubicBezTo>
                    <a:pt x="99683" y="67032"/>
                    <a:pt x="96488" y="70224"/>
                    <a:pt x="92654" y="70224"/>
                  </a:cubicBezTo>
                  <a:cubicBezTo>
                    <a:pt x="88820" y="70224"/>
                    <a:pt x="85625" y="67032"/>
                    <a:pt x="85625" y="63201"/>
                  </a:cubicBezTo>
                  <a:cubicBezTo>
                    <a:pt x="85625" y="59371"/>
                    <a:pt x="88181" y="56179"/>
                    <a:pt x="92654" y="56179"/>
                  </a:cubicBezTo>
                  <a:lnTo>
                    <a:pt x="92654" y="56179"/>
                  </a:lnTo>
                  <a:close/>
                  <a:moveTo>
                    <a:pt x="76679" y="30643"/>
                  </a:moveTo>
                  <a:cubicBezTo>
                    <a:pt x="80513" y="30643"/>
                    <a:pt x="83708" y="33835"/>
                    <a:pt x="83708" y="37665"/>
                  </a:cubicBezTo>
                  <a:cubicBezTo>
                    <a:pt x="83708" y="41496"/>
                    <a:pt x="80513" y="44688"/>
                    <a:pt x="76679" y="44688"/>
                  </a:cubicBezTo>
                  <a:cubicBezTo>
                    <a:pt x="72845" y="44688"/>
                    <a:pt x="69650" y="41496"/>
                    <a:pt x="69650" y="37665"/>
                  </a:cubicBezTo>
                  <a:cubicBezTo>
                    <a:pt x="69650" y="33835"/>
                    <a:pt x="72845" y="30643"/>
                    <a:pt x="76679" y="30643"/>
                  </a:cubicBezTo>
                  <a:lnTo>
                    <a:pt x="76679" y="30643"/>
                  </a:lnTo>
                  <a:close/>
                  <a:moveTo>
                    <a:pt x="53036" y="14683"/>
                  </a:moveTo>
                  <a:cubicBezTo>
                    <a:pt x="56870" y="14683"/>
                    <a:pt x="60065" y="17875"/>
                    <a:pt x="60065" y="21706"/>
                  </a:cubicBezTo>
                  <a:cubicBezTo>
                    <a:pt x="60065" y="25536"/>
                    <a:pt x="56870" y="28728"/>
                    <a:pt x="53036" y="28728"/>
                  </a:cubicBezTo>
                  <a:cubicBezTo>
                    <a:pt x="49202" y="28728"/>
                    <a:pt x="46007" y="25536"/>
                    <a:pt x="46007" y="21706"/>
                  </a:cubicBezTo>
                  <a:cubicBezTo>
                    <a:pt x="46007" y="17875"/>
                    <a:pt x="49202" y="14683"/>
                    <a:pt x="53036" y="14683"/>
                  </a:cubicBezTo>
                  <a:cubicBezTo>
                    <a:pt x="53036" y="14683"/>
                    <a:pt x="53036" y="14683"/>
                    <a:pt x="53036" y="14683"/>
                  </a:cubicBezTo>
                  <a:close/>
                  <a:moveTo>
                    <a:pt x="15975" y="123849"/>
                  </a:moveTo>
                  <a:cubicBezTo>
                    <a:pt x="12141" y="123849"/>
                    <a:pt x="8946" y="120657"/>
                    <a:pt x="8946" y="116827"/>
                  </a:cubicBezTo>
                  <a:cubicBezTo>
                    <a:pt x="8946" y="112996"/>
                    <a:pt x="12141" y="109804"/>
                    <a:pt x="15975" y="109804"/>
                  </a:cubicBezTo>
                  <a:cubicBezTo>
                    <a:pt x="19809" y="109804"/>
                    <a:pt x="23004" y="112996"/>
                    <a:pt x="23004" y="116827"/>
                  </a:cubicBezTo>
                  <a:cubicBezTo>
                    <a:pt x="23004" y="120657"/>
                    <a:pt x="19809" y="123849"/>
                    <a:pt x="15975" y="123849"/>
                  </a:cubicBezTo>
                  <a:cubicBezTo>
                    <a:pt x="15975" y="123849"/>
                    <a:pt x="15975" y="123849"/>
                    <a:pt x="15975" y="123849"/>
                  </a:cubicBezTo>
                  <a:lnTo>
                    <a:pt x="15975" y="123849"/>
                  </a:lnTo>
                  <a:close/>
                  <a:moveTo>
                    <a:pt x="15975" y="107889"/>
                  </a:moveTo>
                  <a:cubicBezTo>
                    <a:pt x="12141" y="107889"/>
                    <a:pt x="8946" y="104697"/>
                    <a:pt x="8946" y="100867"/>
                  </a:cubicBezTo>
                  <a:cubicBezTo>
                    <a:pt x="8946" y="97037"/>
                    <a:pt x="12141" y="93845"/>
                    <a:pt x="15975" y="93845"/>
                  </a:cubicBezTo>
                  <a:cubicBezTo>
                    <a:pt x="19809" y="93845"/>
                    <a:pt x="23004" y="97037"/>
                    <a:pt x="23004" y="100867"/>
                  </a:cubicBezTo>
                  <a:cubicBezTo>
                    <a:pt x="23004" y="100867"/>
                    <a:pt x="23004" y="100867"/>
                    <a:pt x="23004" y="100867"/>
                  </a:cubicBezTo>
                  <a:cubicBezTo>
                    <a:pt x="23004" y="104697"/>
                    <a:pt x="19809" y="107889"/>
                    <a:pt x="15975" y="107889"/>
                  </a:cubicBezTo>
                  <a:cubicBezTo>
                    <a:pt x="15975" y="107889"/>
                    <a:pt x="15975" y="107889"/>
                    <a:pt x="15975" y="107889"/>
                  </a:cubicBezTo>
                  <a:lnTo>
                    <a:pt x="15975" y="107889"/>
                  </a:lnTo>
                  <a:close/>
                  <a:moveTo>
                    <a:pt x="15975" y="86184"/>
                  </a:moveTo>
                  <a:cubicBezTo>
                    <a:pt x="12141" y="86184"/>
                    <a:pt x="8946" y="82992"/>
                    <a:pt x="8946" y="79161"/>
                  </a:cubicBezTo>
                  <a:cubicBezTo>
                    <a:pt x="8946" y="75331"/>
                    <a:pt x="12141" y="72139"/>
                    <a:pt x="15975" y="72139"/>
                  </a:cubicBezTo>
                  <a:cubicBezTo>
                    <a:pt x="19809" y="72139"/>
                    <a:pt x="23004" y="75331"/>
                    <a:pt x="23004" y="79161"/>
                  </a:cubicBezTo>
                  <a:cubicBezTo>
                    <a:pt x="23004" y="79161"/>
                    <a:pt x="23004" y="79161"/>
                    <a:pt x="23004" y="79161"/>
                  </a:cubicBezTo>
                  <a:cubicBezTo>
                    <a:pt x="23004" y="82992"/>
                    <a:pt x="19809" y="86184"/>
                    <a:pt x="15975" y="86184"/>
                  </a:cubicBezTo>
                  <a:lnTo>
                    <a:pt x="15975" y="86184"/>
                  </a:lnTo>
                  <a:close/>
                  <a:moveTo>
                    <a:pt x="15975" y="70224"/>
                  </a:moveTo>
                  <a:cubicBezTo>
                    <a:pt x="12141" y="70224"/>
                    <a:pt x="8946" y="67032"/>
                    <a:pt x="8946" y="63201"/>
                  </a:cubicBezTo>
                  <a:cubicBezTo>
                    <a:pt x="8946" y="59371"/>
                    <a:pt x="12141" y="56179"/>
                    <a:pt x="15975" y="56179"/>
                  </a:cubicBezTo>
                  <a:cubicBezTo>
                    <a:pt x="19809" y="56179"/>
                    <a:pt x="23004" y="59371"/>
                    <a:pt x="23004" y="63201"/>
                  </a:cubicBezTo>
                  <a:cubicBezTo>
                    <a:pt x="23004" y="67032"/>
                    <a:pt x="19809" y="70224"/>
                    <a:pt x="15975" y="70224"/>
                  </a:cubicBezTo>
                  <a:cubicBezTo>
                    <a:pt x="15975" y="70224"/>
                    <a:pt x="15975" y="70224"/>
                    <a:pt x="15975" y="70224"/>
                  </a:cubicBezTo>
                  <a:lnTo>
                    <a:pt x="15975" y="70224"/>
                  </a:lnTo>
                  <a:close/>
                  <a:moveTo>
                    <a:pt x="15975" y="28728"/>
                  </a:moveTo>
                  <a:cubicBezTo>
                    <a:pt x="12141" y="28728"/>
                    <a:pt x="8946" y="25536"/>
                    <a:pt x="8946" y="21706"/>
                  </a:cubicBezTo>
                  <a:cubicBezTo>
                    <a:pt x="8946" y="17875"/>
                    <a:pt x="12141" y="14683"/>
                    <a:pt x="15975" y="14683"/>
                  </a:cubicBezTo>
                  <a:cubicBezTo>
                    <a:pt x="19809" y="14683"/>
                    <a:pt x="23004" y="17875"/>
                    <a:pt x="23004" y="21706"/>
                  </a:cubicBezTo>
                  <a:cubicBezTo>
                    <a:pt x="23004" y="25536"/>
                    <a:pt x="19809" y="28728"/>
                    <a:pt x="15975" y="28728"/>
                  </a:cubicBezTo>
                  <a:cubicBezTo>
                    <a:pt x="15975" y="28728"/>
                    <a:pt x="15975" y="28728"/>
                    <a:pt x="15975" y="28728"/>
                  </a:cubicBezTo>
                  <a:lnTo>
                    <a:pt x="15975" y="28728"/>
                  </a:lnTo>
                  <a:close/>
                  <a:moveTo>
                    <a:pt x="24282" y="79800"/>
                  </a:moveTo>
                  <a:cubicBezTo>
                    <a:pt x="24282" y="75969"/>
                    <a:pt x="27477" y="72777"/>
                    <a:pt x="31311" y="72777"/>
                  </a:cubicBezTo>
                  <a:cubicBezTo>
                    <a:pt x="35145" y="72777"/>
                    <a:pt x="38340" y="75969"/>
                    <a:pt x="38340" y="79800"/>
                  </a:cubicBezTo>
                  <a:cubicBezTo>
                    <a:pt x="38340" y="83630"/>
                    <a:pt x="35145" y="86822"/>
                    <a:pt x="31311" y="86822"/>
                  </a:cubicBezTo>
                  <a:cubicBezTo>
                    <a:pt x="31311" y="86822"/>
                    <a:pt x="31311" y="86822"/>
                    <a:pt x="31311" y="86822"/>
                  </a:cubicBezTo>
                  <a:cubicBezTo>
                    <a:pt x="27477" y="86822"/>
                    <a:pt x="24282" y="83630"/>
                    <a:pt x="24282" y="79800"/>
                  </a:cubicBezTo>
                  <a:cubicBezTo>
                    <a:pt x="24282" y="79800"/>
                    <a:pt x="24282" y="79161"/>
                    <a:pt x="24282" y="79800"/>
                  </a:cubicBezTo>
                  <a:lnTo>
                    <a:pt x="24282" y="79800"/>
                  </a:lnTo>
                  <a:close/>
                  <a:moveTo>
                    <a:pt x="34506" y="124488"/>
                  </a:moveTo>
                  <a:cubicBezTo>
                    <a:pt x="30672" y="124488"/>
                    <a:pt x="27477" y="121296"/>
                    <a:pt x="27477" y="117465"/>
                  </a:cubicBezTo>
                  <a:cubicBezTo>
                    <a:pt x="27477" y="113635"/>
                    <a:pt x="30672" y="110443"/>
                    <a:pt x="34506" y="110443"/>
                  </a:cubicBezTo>
                  <a:cubicBezTo>
                    <a:pt x="38340" y="110443"/>
                    <a:pt x="41535" y="113635"/>
                    <a:pt x="41535" y="117465"/>
                  </a:cubicBezTo>
                  <a:cubicBezTo>
                    <a:pt x="41535" y="121296"/>
                    <a:pt x="38340" y="123849"/>
                    <a:pt x="34506" y="124488"/>
                  </a:cubicBezTo>
                  <a:lnTo>
                    <a:pt x="34506" y="124488"/>
                  </a:lnTo>
                  <a:close/>
                  <a:moveTo>
                    <a:pt x="34506" y="44688"/>
                  </a:moveTo>
                  <a:cubicBezTo>
                    <a:pt x="30672" y="44688"/>
                    <a:pt x="27477" y="41496"/>
                    <a:pt x="27477" y="37665"/>
                  </a:cubicBezTo>
                  <a:cubicBezTo>
                    <a:pt x="27477" y="33835"/>
                    <a:pt x="30672" y="30643"/>
                    <a:pt x="34506" y="30643"/>
                  </a:cubicBezTo>
                  <a:cubicBezTo>
                    <a:pt x="38340" y="30643"/>
                    <a:pt x="41535" y="33835"/>
                    <a:pt x="41535" y="37665"/>
                  </a:cubicBezTo>
                  <a:cubicBezTo>
                    <a:pt x="41535" y="41496"/>
                    <a:pt x="38340" y="44688"/>
                    <a:pt x="34506" y="44688"/>
                  </a:cubicBezTo>
                  <a:cubicBezTo>
                    <a:pt x="34506" y="44688"/>
                    <a:pt x="34506" y="44688"/>
                    <a:pt x="34506" y="44688"/>
                  </a:cubicBezTo>
                  <a:lnTo>
                    <a:pt x="34506" y="44688"/>
                  </a:lnTo>
                  <a:close/>
                  <a:moveTo>
                    <a:pt x="34506" y="28728"/>
                  </a:moveTo>
                  <a:cubicBezTo>
                    <a:pt x="30672" y="28728"/>
                    <a:pt x="27477" y="25536"/>
                    <a:pt x="27477" y="21706"/>
                  </a:cubicBezTo>
                  <a:cubicBezTo>
                    <a:pt x="27477" y="17875"/>
                    <a:pt x="30672" y="14683"/>
                    <a:pt x="34506" y="14683"/>
                  </a:cubicBezTo>
                  <a:cubicBezTo>
                    <a:pt x="38340" y="14683"/>
                    <a:pt x="41535" y="17875"/>
                    <a:pt x="41535" y="21706"/>
                  </a:cubicBezTo>
                  <a:cubicBezTo>
                    <a:pt x="42173" y="25536"/>
                    <a:pt x="38978" y="28728"/>
                    <a:pt x="34506" y="28728"/>
                  </a:cubicBezTo>
                  <a:cubicBezTo>
                    <a:pt x="34506" y="28728"/>
                    <a:pt x="34506" y="28728"/>
                    <a:pt x="34506" y="28728"/>
                  </a:cubicBezTo>
                  <a:lnTo>
                    <a:pt x="34506" y="28728"/>
                  </a:lnTo>
                  <a:close/>
                  <a:moveTo>
                    <a:pt x="51758" y="124488"/>
                  </a:moveTo>
                  <a:cubicBezTo>
                    <a:pt x="47925" y="124488"/>
                    <a:pt x="44730" y="121296"/>
                    <a:pt x="44730" y="117465"/>
                  </a:cubicBezTo>
                  <a:cubicBezTo>
                    <a:pt x="44730" y="113635"/>
                    <a:pt x="47925" y="110443"/>
                    <a:pt x="51758" y="110443"/>
                  </a:cubicBezTo>
                  <a:cubicBezTo>
                    <a:pt x="55592" y="110443"/>
                    <a:pt x="58787" y="113635"/>
                    <a:pt x="58787" y="117465"/>
                  </a:cubicBezTo>
                  <a:cubicBezTo>
                    <a:pt x="58787" y="121296"/>
                    <a:pt x="55592" y="123849"/>
                    <a:pt x="51758" y="124488"/>
                  </a:cubicBezTo>
                  <a:lnTo>
                    <a:pt x="51758" y="124488"/>
                  </a:lnTo>
                  <a:close/>
                  <a:moveTo>
                    <a:pt x="51758" y="108528"/>
                  </a:moveTo>
                  <a:cubicBezTo>
                    <a:pt x="47925" y="108528"/>
                    <a:pt x="44730" y="105336"/>
                    <a:pt x="44730" y="101505"/>
                  </a:cubicBezTo>
                  <a:cubicBezTo>
                    <a:pt x="44730" y="97675"/>
                    <a:pt x="47925" y="94483"/>
                    <a:pt x="51758" y="94483"/>
                  </a:cubicBezTo>
                  <a:cubicBezTo>
                    <a:pt x="55592" y="94483"/>
                    <a:pt x="58787" y="97675"/>
                    <a:pt x="58787" y="101505"/>
                  </a:cubicBezTo>
                  <a:cubicBezTo>
                    <a:pt x="58787" y="101505"/>
                    <a:pt x="58787" y="101505"/>
                    <a:pt x="58787" y="101505"/>
                  </a:cubicBezTo>
                  <a:cubicBezTo>
                    <a:pt x="58787" y="105336"/>
                    <a:pt x="55592" y="107889"/>
                    <a:pt x="51758" y="108528"/>
                  </a:cubicBezTo>
                  <a:lnTo>
                    <a:pt x="51758" y="108528"/>
                  </a:lnTo>
                  <a:close/>
                  <a:moveTo>
                    <a:pt x="52397" y="86822"/>
                  </a:moveTo>
                  <a:cubicBezTo>
                    <a:pt x="48563" y="86822"/>
                    <a:pt x="45368" y="83630"/>
                    <a:pt x="45368" y="79800"/>
                  </a:cubicBezTo>
                  <a:cubicBezTo>
                    <a:pt x="45368" y="75969"/>
                    <a:pt x="48563" y="72777"/>
                    <a:pt x="52397" y="72777"/>
                  </a:cubicBezTo>
                  <a:cubicBezTo>
                    <a:pt x="56231" y="72777"/>
                    <a:pt x="59426" y="75969"/>
                    <a:pt x="59426" y="79800"/>
                  </a:cubicBezTo>
                  <a:cubicBezTo>
                    <a:pt x="59426" y="79800"/>
                    <a:pt x="59426" y="79800"/>
                    <a:pt x="59426" y="79800"/>
                  </a:cubicBezTo>
                  <a:cubicBezTo>
                    <a:pt x="59426" y="83630"/>
                    <a:pt x="56231" y="86184"/>
                    <a:pt x="52397" y="86822"/>
                  </a:cubicBezTo>
                  <a:lnTo>
                    <a:pt x="52397" y="86822"/>
                  </a:lnTo>
                  <a:close/>
                  <a:moveTo>
                    <a:pt x="52397" y="70862"/>
                  </a:moveTo>
                  <a:cubicBezTo>
                    <a:pt x="48563" y="70862"/>
                    <a:pt x="45368" y="67670"/>
                    <a:pt x="45368" y="63840"/>
                  </a:cubicBezTo>
                  <a:cubicBezTo>
                    <a:pt x="45368" y="60009"/>
                    <a:pt x="48563" y="56817"/>
                    <a:pt x="52397" y="56817"/>
                  </a:cubicBezTo>
                  <a:cubicBezTo>
                    <a:pt x="56231" y="56817"/>
                    <a:pt x="59426" y="60009"/>
                    <a:pt x="59426" y="63840"/>
                  </a:cubicBezTo>
                  <a:cubicBezTo>
                    <a:pt x="59426" y="67670"/>
                    <a:pt x="56231" y="70224"/>
                    <a:pt x="52397" y="70862"/>
                  </a:cubicBezTo>
                  <a:lnTo>
                    <a:pt x="52397" y="70862"/>
                  </a:lnTo>
                  <a:close/>
                  <a:moveTo>
                    <a:pt x="58148" y="45326"/>
                  </a:moveTo>
                  <a:cubicBezTo>
                    <a:pt x="54314" y="45326"/>
                    <a:pt x="51119" y="42134"/>
                    <a:pt x="51119" y="38304"/>
                  </a:cubicBezTo>
                  <a:cubicBezTo>
                    <a:pt x="51119" y="34473"/>
                    <a:pt x="54314" y="31281"/>
                    <a:pt x="58148" y="31281"/>
                  </a:cubicBezTo>
                  <a:cubicBezTo>
                    <a:pt x="61982" y="31281"/>
                    <a:pt x="65177" y="34473"/>
                    <a:pt x="65177" y="38304"/>
                  </a:cubicBezTo>
                  <a:cubicBezTo>
                    <a:pt x="65177" y="41496"/>
                    <a:pt x="61982" y="44688"/>
                    <a:pt x="58148" y="45326"/>
                  </a:cubicBezTo>
                  <a:lnTo>
                    <a:pt x="58148" y="45326"/>
                  </a:lnTo>
                  <a:close/>
                  <a:moveTo>
                    <a:pt x="72206" y="56179"/>
                  </a:moveTo>
                  <a:cubicBezTo>
                    <a:pt x="76040" y="56179"/>
                    <a:pt x="79235" y="59371"/>
                    <a:pt x="79235" y="63201"/>
                  </a:cubicBezTo>
                  <a:cubicBezTo>
                    <a:pt x="79235" y="67032"/>
                    <a:pt x="76040" y="70224"/>
                    <a:pt x="72206" y="70224"/>
                  </a:cubicBezTo>
                  <a:cubicBezTo>
                    <a:pt x="68372" y="70224"/>
                    <a:pt x="65177" y="67032"/>
                    <a:pt x="65177" y="63201"/>
                  </a:cubicBezTo>
                  <a:cubicBezTo>
                    <a:pt x="65177" y="59371"/>
                    <a:pt x="68372" y="56179"/>
                    <a:pt x="72206" y="56179"/>
                  </a:cubicBezTo>
                  <a:lnTo>
                    <a:pt x="72206" y="56179"/>
                  </a:lnTo>
                  <a:close/>
                  <a:moveTo>
                    <a:pt x="73484" y="123849"/>
                  </a:moveTo>
                  <a:cubicBezTo>
                    <a:pt x="69650" y="123849"/>
                    <a:pt x="66455" y="120657"/>
                    <a:pt x="66455" y="116827"/>
                  </a:cubicBezTo>
                  <a:cubicBezTo>
                    <a:pt x="66455" y="112996"/>
                    <a:pt x="69650" y="109804"/>
                    <a:pt x="73484" y="109804"/>
                  </a:cubicBezTo>
                  <a:cubicBezTo>
                    <a:pt x="77318" y="109804"/>
                    <a:pt x="80513" y="112996"/>
                    <a:pt x="80513" y="116827"/>
                  </a:cubicBezTo>
                  <a:cubicBezTo>
                    <a:pt x="80513" y="120657"/>
                    <a:pt x="77318" y="123849"/>
                    <a:pt x="73484" y="123849"/>
                  </a:cubicBezTo>
                  <a:lnTo>
                    <a:pt x="73484" y="123849"/>
                  </a:lnTo>
                  <a:close/>
                  <a:moveTo>
                    <a:pt x="73484" y="107889"/>
                  </a:moveTo>
                  <a:cubicBezTo>
                    <a:pt x="69650" y="107889"/>
                    <a:pt x="66455" y="104697"/>
                    <a:pt x="66455" y="100867"/>
                  </a:cubicBezTo>
                  <a:cubicBezTo>
                    <a:pt x="66455" y="97037"/>
                    <a:pt x="69650" y="93845"/>
                    <a:pt x="73484" y="93845"/>
                  </a:cubicBezTo>
                  <a:cubicBezTo>
                    <a:pt x="77318" y="93845"/>
                    <a:pt x="80513" y="97037"/>
                    <a:pt x="80513" y="100867"/>
                  </a:cubicBezTo>
                  <a:cubicBezTo>
                    <a:pt x="80513" y="100867"/>
                    <a:pt x="80513" y="100867"/>
                    <a:pt x="80513" y="100867"/>
                  </a:cubicBezTo>
                  <a:cubicBezTo>
                    <a:pt x="80513" y="104697"/>
                    <a:pt x="77318" y="107889"/>
                    <a:pt x="73484" y="107889"/>
                  </a:cubicBezTo>
                  <a:lnTo>
                    <a:pt x="73484" y="107889"/>
                  </a:lnTo>
                  <a:close/>
                  <a:moveTo>
                    <a:pt x="74762" y="79161"/>
                  </a:moveTo>
                  <a:cubicBezTo>
                    <a:pt x="74762" y="75331"/>
                    <a:pt x="77957" y="72139"/>
                    <a:pt x="81791" y="72139"/>
                  </a:cubicBezTo>
                  <a:cubicBezTo>
                    <a:pt x="85625" y="72139"/>
                    <a:pt x="88820" y="75331"/>
                    <a:pt x="88820" y="79161"/>
                  </a:cubicBezTo>
                  <a:cubicBezTo>
                    <a:pt x="88820" y="82992"/>
                    <a:pt x="85625" y="86184"/>
                    <a:pt x="81791" y="86184"/>
                  </a:cubicBezTo>
                  <a:cubicBezTo>
                    <a:pt x="81791" y="86184"/>
                    <a:pt x="81791" y="86184"/>
                    <a:pt x="81791" y="86184"/>
                  </a:cubicBezTo>
                  <a:cubicBezTo>
                    <a:pt x="77957" y="86184"/>
                    <a:pt x="74762" y="82992"/>
                    <a:pt x="74762" y="79161"/>
                  </a:cubicBezTo>
                  <a:lnTo>
                    <a:pt x="74762" y="79161"/>
                  </a:lnTo>
                  <a:close/>
                  <a:moveTo>
                    <a:pt x="92654" y="107889"/>
                  </a:moveTo>
                  <a:cubicBezTo>
                    <a:pt x="88820" y="107889"/>
                    <a:pt x="85625" y="104697"/>
                    <a:pt x="85625" y="100867"/>
                  </a:cubicBezTo>
                  <a:cubicBezTo>
                    <a:pt x="85625" y="97037"/>
                    <a:pt x="88820" y="93845"/>
                    <a:pt x="92654" y="93845"/>
                  </a:cubicBezTo>
                  <a:cubicBezTo>
                    <a:pt x="96488" y="93845"/>
                    <a:pt x="99683" y="97037"/>
                    <a:pt x="99683" y="100867"/>
                  </a:cubicBezTo>
                  <a:cubicBezTo>
                    <a:pt x="99683" y="100867"/>
                    <a:pt x="99683" y="100867"/>
                    <a:pt x="99683" y="100867"/>
                  </a:cubicBezTo>
                  <a:cubicBezTo>
                    <a:pt x="99683" y="104697"/>
                    <a:pt x="96488" y="107889"/>
                    <a:pt x="92654" y="107889"/>
                  </a:cubicBezTo>
                  <a:close/>
                </a:path>
              </a:pathLst>
            </a:custGeom>
            <a:solidFill>
              <a:srgbClr val="00A3E0"/>
            </a:solidFill>
            <a:ln w="6390" cap="flat">
              <a:noFill/>
              <a:prstDash val="solid"/>
              <a:miter/>
            </a:ln>
          </p:spPr>
          <p:txBody>
            <a:bodyPr rtlCol="0" anchor="ctr"/>
            <a:lstStyle/>
            <a:p>
              <a:endParaRPr lang="en-US"/>
            </a:p>
          </p:txBody>
        </p:sp>
      </p:grpSp>
      <p:grpSp>
        <p:nvGrpSpPr>
          <p:cNvPr id="506" name="Graphic 4">
            <a:extLst>
              <a:ext uri="{FF2B5EF4-FFF2-40B4-BE49-F238E27FC236}">
                <a16:creationId xmlns:a16="http://schemas.microsoft.com/office/drawing/2014/main" id="{D4D6F63E-8035-D743-AC77-CD3DA9D109A9}"/>
              </a:ext>
            </a:extLst>
          </p:cNvPr>
          <p:cNvGrpSpPr>
            <a:grpSpLocks noChangeAspect="1"/>
          </p:cNvGrpSpPr>
          <p:nvPr/>
        </p:nvGrpSpPr>
        <p:grpSpPr>
          <a:xfrm>
            <a:off x="2998797" y="2371173"/>
            <a:ext cx="362309" cy="361971"/>
            <a:chOff x="2998797" y="2371173"/>
            <a:chExt cx="362309" cy="361971"/>
          </a:xfrm>
          <a:solidFill>
            <a:srgbClr val="00A3E0"/>
          </a:solidFill>
        </p:grpSpPr>
        <p:sp>
          <p:nvSpPr>
            <p:cNvPr id="507" name="Graphic 4">
              <a:extLst>
                <a:ext uri="{FF2B5EF4-FFF2-40B4-BE49-F238E27FC236}">
                  <a16:creationId xmlns:a16="http://schemas.microsoft.com/office/drawing/2014/main" id="{05BA767A-17AA-884A-B3D7-5D376F900278}"/>
                </a:ext>
              </a:extLst>
            </p:cNvPr>
            <p:cNvSpPr/>
            <p:nvPr/>
          </p:nvSpPr>
          <p:spPr>
            <a:xfrm>
              <a:off x="3102314" y="2454165"/>
              <a:ext cx="155285" cy="198541"/>
            </a:xfrm>
            <a:custGeom>
              <a:avLst/>
              <a:gdLst>
                <a:gd name="connsiteX0" fmla="*/ 119492 w 155285"/>
                <a:gd name="connsiteY0" fmla="*/ 0 h 198541"/>
                <a:gd name="connsiteX1" fmla="*/ 105434 w 155285"/>
                <a:gd name="connsiteY1" fmla="*/ 20429 h 198541"/>
                <a:gd name="connsiteX2" fmla="*/ 125243 w 155285"/>
                <a:gd name="connsiteY2" fmla="*/ 20429 h 198541"/>
                <a:gd name="connsiteX3" fmla="*/ 130994 w 155285"/>
                <a:gd name="connsiteY3" fmla="*/ 23621 h 198541"/>
                <a:gd name="connsiteX4" fmla="*/ 130994 w 155285"/>
                <a:gd name="connsiteY4" fmla="*/ 30005 h 198541"/>
                <a:gd name="connsiteX5" fmla="*/ 67094 w 155285"/>
                <a:gd name="connsiteY5" fmla="*/ 125765 h 198541"/>
                <a:gd name="connsiteX6" fmla="*/ 58148 w 155285"/>
                <a:gd name="connsiteY6" fmla="*/ 127680 h 198541"/>
                <a:gd name="connsiteX7" fmla="*/ 55593 w 155285"/>
                <a:gd name="connsiteY7" fmla="*/ 121296 h 198541"/>
                <a:gd name="connsiteX8" fmla="*/ 63899 w 155285"/>
                <a:gd name="connsiteY8" fmla="*/ 64478 h 198541"/>
                <a:gd name="connsiteX9" fmla="*/ 44091 w 155285"/>
                <a:gd name="connsiteY9" fmla="*/ 64478 h 198541"/>
                <a:gd name="connsiteX10" fmla="*/ 38979 w 155285"/>
                <a:gd name="connsiteY10" fmla="*/ 61925 h 198541"/>
                <a:gd name="connsiteX11" fmla="*/ 37701 w 155285"/>
                <a:gd name="connsiteY11" fmla="*/ 56179 h 198541"/>
                <a:gd name="connsiteX12" fmla="*/ 54314 w 155285"/>
                <a:gd name="connsiteY12" fmla="*/ 638 h 198541"/>
                <a:gd name="connsiteX13" fmla="*/ 20448 w 155285"/>
                <a:gd name="connsiteY13" fmla="*/ 47880 h 198541"/>
                <a:gd name="connsiteX14" fmla="*/ 19809 w 155285"/>
                <a:gd name="connsiteY14" fmla="*/ 52987 h 198541"/>
                <a:gd name="connsiteX15" fmla="*/ 15336 w 155285"/>
                <a:gd name="connsiteY15" fmla="*/ 68947 h 198541"/>
                <a:gd name="connsiteX16" fmla="*/ 0 w 155285"/>
                <a:gd name="connsiteY16" fmla="*/ 100867 h 198541"/>
                <a:gd name="connsiteX17" fmla="*/ 0 w 155285"/>
                <a:gd name="connsiteY17" fmla="*/ 102144 h 198541"/>
                <a:gd name="connsiteX18" fmla="*/ 639 w 155285"/>
                <a:gd name="connsiteY18" fmla="*/ 102144 h 198541"/>
                <a:gd name="connsiteX19" fmla="*/ 13419 w 155285"/>
                <a:gd name="connsiteY19" fmla="*/ 102782 h 198541"/>
                <a:gd name="connsiteX20" fmla="*/ 19809 w 155285"/>
                <a:gd name="connsiteY20" fmla="*/ 109166 h 198541"/>
                <a:gd name="connsiteX21" fmla="*/ 19809 w 155285"/>
                <a:gd name="connsiteY21" fmla="*/ 135341 h 198541"/>
                <a:gd name="connsiteX22" fmla="*/ 19809 w 155285"/>
                <a:gd name="connsiteY22" fmla="*/ 135979 h 198541"/>
                <a:gd name="connsiteX23" fmla="*/ 21726 w 155285"/>
                <a:gd name="connsiteY23" fmla="*/ 142363 h 198541"/>
                <a:gd name="connsiteX24" fmla="*/ 30672 w 155285"/>
                <a:gd name="connsiteY24" fmla="*/ 146193 h 198541"/>
                <a:gd name="connsiteX25" fmla="*/ 53036 w 155285"/>
                <a:gd name="connsiteY25" fmla="*/ 146832 h 198541"/>
                <a:gd name="connsiteX26" fmla="*/ 58148 w 155285"/>
                <a:gd name="connsiteY26" fmla="*/ 148747 h 198541"/>
                <a:gd name="connsiteX27" fmla="*/ 60065 w 155285"/>
                <a:gd name="connsiteY27" fmla="*/ 153216 h 198541"/>
                <a:gd name="connsiteX28" fmla="*/ 60065 w 155285"/>
                <a:gd name="connsiteY28" fmla="*/ 198542 h 198541"/>
                <a:gd name="connsiteX29" fmla="*/ 127799 w 155285"/>
                <a:gd name="connsiteY29" fmla="*/ 198542 h 198541"/>
                <a:gd name="connsiteX30" fmla="*/ 127799 w 155285"/>
                <a:gd name="connsiteY30" fmla="*/ 130233 h 198541"/>
                <a:gd name="connsiteX31" fmla="*/ 127799 w 155285"/>
                <a:gd name="connsiteY31" fmla="*/ 128957 h 198541"/>
                <a:gd name="connsiteX32" fmla="*/ 138662 w 155285"/>
                <a:gd name="connsiteY32" fmla="*/ 102144 h 198541"/>
                <a:gd name="connsiteX33" fmla="*/ 153358 w 155285"/>
                <a:gd name="connsiteY33" fmla="*/ 38942 h 198541"/>
                <a:gd name="connsiteX34" fmla="*/ 119492 w 155285"/>
                <a:gd name="connsiteY34" fmla="*/ 0 h 198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55285" h="198541">
                  <a:moveTo>
                    <a:pt x="119492" y="0"/>
                  </a:moveTo>
                  <a:lnTo>
                    <a:pt x="105434" y="20429"/>
                  </a:lnTo>
                  <a:lnTo>
                    <a:pt x="125243" y="20429"/>
                  </a:lnTo>
                  <a:cubicBezTo>
                    <a:pt x="127799" y="20429"/>
                    <a:pt x="129716" y="21706"/>
                    <a:pt x="130994" y="23621"/>
                  </a:cubicBezTo>
                  <a:cubicBezTo>
                    <a:pt x="132272" y="25536"/>
                    <a:pt x="131633" y="28090"/>
                    <a:pt x="130994" y="30005"/>
                  </a:cubicBezTo>
                  <a:lnTo>
                    <a:pt x="67094" y="125765"/>
                  </a:lnTo>
                  <a:cubicBezTo>
                    <a:pt x="65177" y="128957"/>
                    <a:pt x="61343" y="129595"/>
                    <a:pt x="58148" y="127680"/>
                  </a:cubicBezTo>
                  <a:cubicBezTo>
                    <a:pt x="56231" y="126403"/>
                    <a:pt x="54954" y="123849"/>
                    <a:pt x="55593" y="121296"/>
                  </a:cubicBezTo>
                  <a:lnTo>
                    <a:pt x="63899" y="64478"/>
                  </a:lnTo>
                  <a:lnTo>
                    <a:pt x="44091" y="64478"/>
                  </a:lnTo>
                  <a:cubicBezTo>
                    <a:pt x="42174" y="64478"/>
                    <a:pt x="40257" y="63840"/>
                    <a:pt x="38979" y="61925"/>
                  </a:cubicBezTo>
                  <a:cubicBezTo>
                    <a:pt x="37701" y="60010"/>
                    <a:pt x="37701" y="58094"/>
                    <a:pt x="37701" y="56179"/>
                  </a:cubicBezTo>
                  <a:lnTo>
                    <a:pt x="54314" y="638"/>
                  </a:lnTo>
                  <a:cubicBezTo>
                    <a:pt x="36423" y="10214"/>
                    <a:pt x="23643" y="28090"/>
                    <a:pt x="20448" y="47880"/>
                  </a:cubicBezTo>
                  <a:cubicBezTo>
                    <a:pt x="20448" y="49795"/>
                    <a:pt x="19809" y="51710"/>
                    <a:pt x="19809" y="52987"/>
                  </a:cubicBezTo>
                  <a:cubicBezTo>
                    <a:pt x="19809" y="58733"/>
                    <a:pt x="18531" y="64478"/>
                    <a:pt x="15336" y="68947"/>
                  </a:cubicBezTo>
                  <a:cubicBezTo>
                    <a:pt x="12780" y="74054"/>
                    <a:pt x="3834" y="93206"/>
                    <a:pt x="0" y="100867"/>
                  </a:cubicBezTo>
                  <a:cubicBezTo>
                    <a:pt x="0" y="101505"/>
                    <a:pt x="0" y="102144"/>
                    <a:pt x="0" y="102144"/>
                  </a:cubicBezTo>
                  <a:lnTo>
                    <a:pt x="639" y="102144"/>
                  </a:lnTo>
                  <a:cubicBezTo>
                    <a:pt x="9585" y="102782"/>
                    <a:pt x="13419" y="102782"/>
                    <a:pt x="13419" y="102782"/>
                  </a:cubicBezTo>
                  <a:cubicBezTo>
                    <a:pt x="17253" y="102782"/>
                    <a:pt x="19809" y="105336"/>
                    <a:pt x="19809" y="109166"/>
                  </a:cubicBezTo>
                  <a:lnTo>
                    <a:pt x="19809" y="135341"/>
                  </a:lnTo>
                  <a:cubicBezTo>
                    <a:pt x="19809" y="135341"/>
                    <a:pt x="19809" y="135979"/>
                    <a:pt x="19809" y="135979"/>
                  </a:cubicBezTo>
                  <a:cubicBezTo>
                    <a:pt x="19809" y="138533"/>
                    <a:pt x="20448" y="140448"/>
                    <a:pt x="21726" y="142363"/>
                  </a:cubicBezTo>
                  <a:cubicBezTo>
                    <a:pt x="24282" y="144916"/>
                    <a:pt x="27477" y="146193"/>
                    <a:pt x="30672" y="146193"/>
                  </a:cubicBezTo>
                  <a:cubicBezTo>
                    <a:pt x="38340" y="146832"/>
                    <a:pt x="45369" y="147470"/>
                    <a:pt x="53036" y="146832"/>
                  </a:cubicBezTo>
                  <a:cubicBezTo>
                    <a:pt x="54954" y="146832"/>
                    <a:pt x="56231" y="147470"/>
                    <a:pt x="58148" y="148747"/>
                  </a:cubicBezTo>
                  <a:cubicBezTo>
                    <a:pt x="59426" y="150024"/>
                    <a:pt x="60065" y="151300"/>
                    <a:pt x="60065" y="153216"/>
                  </a:cubicBezTo>
                  <a:lnTo>
                    <a:pt x="60065" y="198542"/>
                  </a:lnTo>
                  <a:lnTo>
                    <a:pt x="127799" y="198542"/>
                  </a:lnTo>
                  <a:lnTo>
                    <a:pt x="127799" y="130233"/>
                  </a:lnTo>
                  <a:cubicBezTo>
                    <a:pt x="127799" y="129595"/>
                    <a:pt x="127799" y="129595"/>
                    <a:pt x="127799" y="128957"/>
                  </a:cubicBezTo>
                  <a:cubicBezTo>
                    <a:pt x="129077" y="119381"/>
                    <a:pt x="132911" y="109805"/>
                    <a:pt x="138662" y="102144"/>
                  </a:cubicBezTo>
                  <a:cubicBezTo>
                    <a:pt x="153358" y="84269"/>
                    <a:pt x="158470" y="61286"/>
                    <a:pt x="153358" y="38942"/>
                  </a:cubicBezTo>
                  <a:cubicBezTo>
                    <a:pt x="148247" y="22982"/>
                    <a:pt x="136106" y="8299"/>
                    <a:pt x="119492" y="0"/>
                  </a:cubicBezTo>
                  <a:close/>
                </a:path>
              </a:pathLst>
            </a:custGeom>
            <a:solidFill>
              <a:srgbClr val="00A3E0"/>
            </a:solidFill>
            <a:ln w="6390" cap="flat">
              <a:noFill/>
              <a:prstDash val="solid"/>
              <a:miter/>
            </a:ln>
          </p:spPr>
          <p:txBody>
            <a:bodyPr rtlCol="0" anchor="ctr"/>
            <a:lstStyle/>
            <a:p>
              <a:endParaRPr lang="en-US"/>
            </a:p>
          </p:txBody>
        </p:sp>
        <p:sp>
          <p:nvSpPr>
            <p:cNvPr id="508" name="Graphic 4">
              <a:extLst>
                <a:ext uri="{FF2B5EF4-FFF2-40B4-BE49-F238E27FC236}">
                  <a16:creationId xmlns:a16="http://schemas.microsoft.com/office/drawing/2014/main" id="{150CCB28-D10A-6A4E-BEF1-0E6F575F648C}"/>
                </a:ext>
              </a:extLst>
            </p:cNvPr>
            <p:cNvSpPr/>
            <p:nvPr/>
          </p:nvSpPr>
          <p:spPr>
            <a:xfrm>
              <a:off x="2998797" y="237117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1305 h 361971"/>
                <a:gd name="connsiteX4" fmla="*/ 180835 w 362309"/>
                <a:gd name="connsiteY4" fmla="*/ 0 h 361971"/>
                <a:gd name="connsiteX5" fmla="*/ 180835 w 362309"/>
                <a:gd name="connsiteY5" fmla="*/ 0 h 361971"/>
                <a:gd name="connsiteX6" fmla="*/ 251764 w 362309"/>
                <a:gd name="connsiteY6" fmla="*/ 194711 h 361971"/>
                <a:gd name="connsiteX7" fmla="*/ 243457 w 362309"/>
                <a:gd name="connsiteY7" fmla="*/ 215140 h 361971"/>
                <a:gd name="connsiteX8" fmla="*/ 243457 w 362309"/>
                <a:gd name="connsiteY8" fmla="*/ 289195 h 361971"/>
                <a:gd name="connsiteX9" fmla="*/ 237067 w 362309"/>
                <a:gd name="connsiteY9" fmla="*/ 295579 h 361971"/>
                <a:gd name="connsiteX10" fmla="*/ 156553 w 362309"/>
                <a:gd name="connsiteY10" fmla="*/ 295579 h 361971"/>
                <a:gd name="connsiteX11" fmla="*/ 150164 w 362309"/>
                <a:gd name="connsiteY11" fmla="*/ 289195 h 361971"/>
                <a:gd name="connsiteX12" fmla="*/ 150164 w 362309"/>
                <a:gd name="connsiteY12" fmla="*/ 243868 h 361971"/>
                <a:gd name="connsiteX13" fmla="*/ 132911 w 362309"/>
                <a:gd name="connsiteY13" fmla="*/ 243230 h 361971"/>
                <a:gd name="connsiteX14" fmla="*/ 115019 w 362309"/>
                <a:gd name="connsiteY14" fmla="*/ 234931 h 361971"/>
                <a:gd name="connsiteX15" fmla="*/ 109907 w 362309"/>
                <a:gd name="connsiteY15" fmla="*/ 219609 h 361971"/>
                <a:gd name="connsiteX16" fmla="*/ 109907 w 362309"/>
                <a:gd name="connsiteY16" fmla="*/ 199819 h 361971"/>
                <a:gd name="connsiteX17" fmla="*/ 102878 w 362309"/>
                <a:gd name="connsiteY17" fmla="*/ 199180 h 361971"/>
                <a:gd name="connsiteX18" fmla="*/ 92654 w 362309"/>
                <a:gd name="connsiteY18" fmla="*/ 193435 h 361971"/>
                <a:gd name="connsiteX19" fmla="*/ 91376 w 362309"/>
                <a:gd name="connsiteY19" fmla="*/ 180667 h 361971"/>
                <a:gd name="connsiteX20" fmla="*/ 91376 w 362309"/>
                <a:gd name="connsiteY20" fmla="*/ 180028 h 361971"/>
                <a:gd name="connsiteX21" fmla="*/ 107351 w 362309"/>
                <a:gd name="connsiteY21" fmla="*/ 146193 h 361971"/>
                <a:gd name="connsiteX22" fmla="*/ 109907 w 362309"/>
                <a:gd name="connsiteY22" fmla="*/ 135341 h 361971"/>
                <a:gd name="connsiteX23" fmla="*/ 110546 w 362309"/>
                <a:gd name="connsiteY23" fmla="*/ 129595 h 361971"/>
                <a:gd name="connsiteX24" fmla="*/ 164861 w 362309"/>
                <a:gd name="connsiteY24" fmla="*/ 65755 h 361971"/>
                <a:gd name="connsiteX25" fmla="*/ 171250 w 362309"/>
                <a:gd name="connsiteY25" fmla="*/ 67032 h 361971"/>
                <a:gd name="connsiteX26" fmla="*/ 173167 w 362309"/>
                <a:gd name="connsiteY26" fmla="*/ 73416 h 361971"/>
                <a:gd name="connsiteX27" fmla="*/ 155276 w 362309"/>
                <a:gd name="connsiteY27" fmla="*/ 134702 h 361971"/>
                <a:gd name="connsiteX28" fmla="*/ 174445 w 362309"/>
                <a:gd name="connsiteY28" fmla="*/ 134702 h 361971"/>
                <a:gd name="connsiteX29" fmla="*/ 179557 w 362309"/>
                <a:gd name="connsiteY29" fmla="*/ 136617 h 361971"/>
                <a:gd name="connsiteX30" fmla="*/ 180835 w 362309"/>
                <a:gd name="connsiteY30" fmla="*/ 141724 h 361971"/>
                <a:gd name="connsiteX31" fmla="*/ 175723 w 362309"/>
                <a:gd name="connsiteY31" fmla="*/ 177475 h 361971"/>
                <a:gd name="connsiteX32" fmla="*/ 217258 w 362309"/>
                <a:gd name="connsiteY32" fmla="*/ 114912 h 361971"/>
                <a:gd name="connsiteX33" fmla="*/ 197449 w 362309"/>
                <a:gd name="connsiteY33" fmla="*/ 114912 h 361971"/>
                <a:gd name="connsiteX34" fmla="*/ 191698 w 362309"/>
                <a:gd name="connsiteY34" fmla="*/ 111720 h 361971"/>
                <a:gd name="connsiteX35" fmla="*/ 191698 w 362309"/>
                <a:gd name="connsiteY35" fmla="*/ 105336 h 361971"/>
                <a:gd name="connsiteX36" fmla="*/ 215341 w 362309"/>
                <a:gd name="connsiteY36" fmla="*/ 70224 h 361971"/>
                <a:gd name="connsiteX37" fmla="*/ 223009 w 362309"/>
                <a:gd name="connsiteY37" fmla="*/ 67670 h 361971"/>
                <a:gd name="connsiteX38" fmla="*/ 267739 w 362309"/>
                <a:gd name="connsiteY38" fmla="*/ 118742 h 361971"/>
                <a:gd name="connsiteX39" fmla="*/ 251764 w 362309"/>
                <a:gd name="connsiteY39" fmla="*/ 194711 h 361971"/>
                <a:gd name="connsiteX40" fmla="*/ 251764 w 362309"/>
                <a:gd name="connsiteY40" fmla="*/ 19471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1305"/>
                  </a:cubicBezTo>
                  <a:cubicBezTo>
                    <a:pt x="362310" y="81077"/>
                    <a:pt x="281157" y="0"/>
                    <a:pt x="180835" y="0"/>
                  </a:cubicBezTo>
                  <a:cubicBezTo>
                    <a:pt x="180835" y="0"/>
                    <a:pt x="180835" y="0"/>
                    <a:pt x="180835" y="0"/>
                  </a:cubicBezTo>
                  <a:close/>
                  <a:moveTo>
                    <a:pt x="251764" y="194711"/>
                  </a:moveTo>
                  <a:cubicBezTo>
                    <a:pt x="247930" y="201095"/>
                    <a:pt x="244735" y="208118"/>
                    <a:pt x="243457" y="215140"/>
                  </a:cubicBezTo>
                  <a:lnTo>
                    <a:pt x="243457" y="289195"/>
                  </a:lnTo>
                  <a:cubicBezTo>
                    <a:pt x="243457" y="293025"/>
                    <a:pt x="240901" y="295579"/>
                    <a:pt x="237067" y="295579"/>
                  </a:cubicBezTo>
                  <a:lnTo>
                    <a:pt x="156553" y="295579"/>
                  </a:lnTo>
                  <a:cubicBezTo>
                    <a:pt x="152720" y="295579"/>
                    <a:pt x="150164" y="293025"/>
                    <a:pt x="150164" y="289195"/>
                  </a:cubicBezTo>
                  <a:lnTo>
                    <a:pt x="150164" y="243868"/>
                  </a:lnTo>
                  <a:cubicBezTo>
                    <a:pt x="146330" y="243868"/>
                    <a:pt x="141218" y="243230"/>
                    <a:pt x="132911" y="243230"/>
                  </a:cubicBezTo>
                  <a:cubicBezTo>
                    <a:pt x="125882" y="243230"/>
                    <a:pt x="119492" y="240038"/>
                    <a:pt x="115019" y="234931"/>
                  </a:cubicBezTo>
                  <a:cubicBezTo>
                    <a:pt x="111185" y="230462"/>
                    <a:pt x="109907" y="225355"/>
                    <a:pt x="109907" y="219609"/>
                  </a:cubicBezTo>
                  <a:lnTo>
                    <a:pt x="109907" y="199819"/>
                  </a:lnTo>
                  <a:lnTo>
                    <a:pt x="102878" y="199180"/>
                  </a:lnTo>
                  <a:cubicBezTo>
                    <a:pt x="99044" y="199180"/>
                    <a:pt x="95210" y="197265"/>
                    <a:pt x="92654" y="193435"/>
                  </a:cubicBezTo>
                  <a:cubicBezTo>
                    <a:pt x="90098" y="189604"/>
                    <a:pt x="90098" y="185135"/>
                    <a:pt x="91376" y="180667"/>
                  </a:cubicBezTo>
                  <a:cubicBezTo>
                    <a:pt x="91376" y="180667"/>
                    <a:pt x="91376" y="180028"/>
                    <a:pt x="91376" y="180028"/>
                  </a:cubicBezTo>
                  <a:cubicBezTo>
                    <a:pt x="92015" y="178752"/>
                    <a:pt x="103517" y="153216"/>
                    <a:pt x="107351" y="146193"/>
                  </a:cubicBezTo>
                  <a:cubicBezTo>
                    <a:pt x="109268" y="143001"/>
                    <a:pt x="109907" y="139171"/>
                    <a:pt x="109907" y="135341"/>
                  </a:cubicBezTo>
                  <a:cubicBezTo>
                    <a:pt x="109907" y="133425"/>
                    <a:pt x="109907" y="131510"/>
                    <a:pt x="110546" y="129595"/>
                  </a:cubicBezTo>
                  <a:cubicBezTo>
                    <a:pt x="113741" y="102144"/>
                    <a:pt x="134828" y="77246"/>
                    <a:pt x="164861" y="65755"/>
                  </a:cubicBezTo>
                  <a:cubicBezTo>
                    <a:pt x="166777" y="65117"/>
                    <a:pt x="169333" y="65755"/>
                    <a:pt x="171250" y="67032"/>
                  </a:cubicBezTo>
                  <a:cubicBezTo>
                    <a:pt x="173167" y="68947"/>
                    <a:pt x="173806" y="70862"/>
                    <a:pt x="173167" y="73416"/>
                  </a:cubicBezTo>
                  <a:lnTo>
                    <a:pt x="155276" y="134702"/>
                  </a:lnTo>
                  <a:lnTo>
                    <a:pt x="174445" y="134702"/>
                  </a:lnTo>
                  <a:cubicBezTo>
                    <a:pt x="176362" y="134702"/>
                    <a:pt x="178279" y="135341"/>
                    <a:pt x="179557" y="136617"/>
                  </a:cubicBezTo>
                  <a:cubicBezTo>
                    <a:pt x="180835" y="137894"/>
                    <a:pt x="181474" y="139809"/>
                    <a:pt x="180835" y="141724"/>
                  </a:cubicBezTo>
                  <a:lnTo>
                    <a:pt x="175723" y="177475"/>
                  </a:lnTo>
                  <a:lnTo>
                    <a:pt x="217258" y="114912"/>
                  </a:lnTo>
                  <a:lnTo>
                    <a:pt x="197449" y="114912"/>
                  </a:lnTo>
                  <a:cubicBezTo>
                    <a:pt x="194893" y="114912"/>
                    <a:pt x="192976" y="113635"/>
                    <a:pt x="191698" y="111720"/>
                  </a:cubicBezTo>
                  <a:cubicBezTo>
                    <a:pt x="190420" y="109805"/>
                    <a:pt x="191059" y="107251"/>
                    <a:pt x="191698" y="105336"/>
                  </a:cubicBezTo>
                  <a:lnTo>
                    <a:pt x="215341" y="70224"/>
                  </a:lnTo>
                  <a:cubicBezTo>
                    <a:pt x="217258" y="67670"/>
                    <a:pt x="220453" y="66394"/>
                    <a:pt x="223009" y="67670"/>
                  </a:cubicBezTo>
                  <a:cubicBezTo>
                    <a:pt x="244735" y="77246"/>
                    <a:pt x="261349" y="95760"/>
                    <a:pt x="267739" y="118742"/>
                  </a:cubicBezTo>
                  <a:cubicBezTo>
                    <a:pt x="274767" y="146193"/>
                    <a:pt x="268377" y="173644"/>
                    <a:pt x="251764" y="194711"/>
                  </a:cubicBezTo>
                  <a:lnTo>
                    <a:pt x="251764" y="194711"/>
                  </a:lnTo>
                  <a:close/>
                </a:path>
              </a:pathLst>
            </a:custGeom>
            <a:solidFill>
              <a:srgbClr val="00A3E0"/>
            </a:solidFill>
            <a:ln w="6390" cap="flat">
              <a:noFill/>
              <a:prstDash val="solid"/>
              <a:miter/>
            </a:ln>
          </p:spPr>
          <p:txBody>
            <a:bodyPr rtlCol="0" anchor="ctr"/>
            <a:lstStyle/>
            <a:p>
              <a:endParaRPr lang="en-US"/>
            </a:p>
          </p:txBody>
        </p:sp>
      </p:grpSp>
      <p:grpSp>
        <p:nvGrpSpPr>
          <p:cNvPr id="509" name="Graphic 4">
            <a:extLst>
              <a:ext uri="{FF2B5EF4-FFF2-40B4-BE49-F238E27FC236}">
                <a16:creationId xmlns:a16="http://schemas.microsoft.com/office/drawing/2014/main" id="{B4B4A5F6-16B5-D24E-BC2E-F4B3F0EAE094}"/>
              </a:ext>
            </a:extLst>
          </p:cNvPr>
          <p:cNvGrpSpPr>
            <a:grpSpLocks noChangeAspect="1"/>
          </p:cNvGrpSpPr>
          <p:nvPr/>
        </p:nvGrpSpPr>
        <p:grpSpPr>
          <a:xfrm>
            <a:off x="2998797" y="1893013"/>
            <a:ext cx="362309" cy="361971"/>
            <a:chOff x="2998797" y="1893013"/>
            <a:chExt cx="362309" cy="361971"/>
          </a:xfrm>
          <a:solidFill>
            <a:srgbClr val="00A3E0"/>
          </a:solidFill>
        </p:grpSpPr>
        <p:sp>
          <p:nvSpPr>
            <p:cNvPr id="510" name="Graphic 4">
              <a:extLst>
                <a:ext uri="{FF2B5EF4-FFF2-40B4-BE49-F238E27FC236}">
                  <a16:creationId xmlns:a16="http://schemas.microsoft.com/office/drawing/2014/main" id="{9798216A-EED0-E84E-AAFC-E24FF5F770CA}"/>
                </a:ext>
              </a:extLst>
            </p:cNvPr>
            <p:cNvSpPr/>
            <p:nvPr/>
          </p:nvSpPr>
          <p:spPr>
            <a:xfrm>
              <a:off x="3169408" y="2172631"/>
              <a:ext cx="11501" cy="14044"/>
            </a:xfrm>
            <a:custGeom>
              <a:avLst/>
              <a:gdLst>
                <a:gd name="connsiteX0" fmla="*/ 2556 w 11501"/>
                <a:gd name="connsiteY0" fmla="*/ 0 h 14044"/>
                <a:gd name="connsiteX1" fmla="*/ 0 w 11501"/>
                <a:gd name="connsiteY1" fmla="*/ 14045 h 14044"/>
                <a:gd name="connsiteX2" fmla="*/ 11502 w 11501"/>
                <a:gd name="connsiteY2" fmla="*/ 14045 h 14044"/>
                <a:gd name="connsiteX3" fmla="*/ 9585 w 11501"/>
                <a:gd name="connsiteY3" fmla="*/ 0 h 14044"/>
              </a:gdLst>
              <a:ahLst/>
              <a:cxnLst>
                <a:cxn ang="0">
                  <a:pos x="connsiteX0" y="connsiteY0"/>
                </a:cxn>
                <a:cxn ang="0">
                  <a:pos x="connsiteX1" y="connsiteY1"/>
                </a:cxn>
                <a:cxn ang="0">
                  <a:pos x="connsiteX2" y="connsiteY2"/>
                </a:cxn>
                <a:cxn ang="0">
                  <a:pos x="connsiteX3" y="connsiteY3"/>
                </a:cxn>
              </a:cxnLst>
              <a:rect l="l" t="t" r="r" b="b"/>
              <a:pathLst>
                <a:path w="11501" h="14044">
                  <a:moveTo>
                    <a:pt x="2556" y="0"/>
                  </a:moveTo>
                  <a:lnTo>
                    <a:pt x="0" y="14045"/>
                  </a:lnTo>
                  <a:lnTo>
                    <a:pt x="11502" y="14045"/>
                  </a:lnTo>
                  <a:lnTo>
                    <a:pt x="9585" y="0"/>
                  </a:lnTo>
                  <a:close/>
                </a:path>
              </a:pathLst>
            </a:custGeom>
            <a:solidFill>
              <a:srgbClr val="00A3E0"/>
            </a:solidFill>
            <a:ln w="6390" cap="flat">
              <a:noFill/>
              <a:prstDash val="solid"/>
              <a:miter/>
            </a:ln>
          </p:spPr>
          <p:txBody>
            <a:bodyPr rtlCol="0" anchor="ctr"/>
            <a:lstStyle/>
            <a:p>
              <a:endParaRPr lang="en-US"/>
            </a:p>
          </p:txBody>
        </p:sp>
        <p:sp>
          <p:nvSpPr>
            <p:cNvPr id="511" name="Graphic 4">
              <a:extLst>
                <a:ext uri="{FF2B5EF4-FFF2-40B4-BE49-F238E27FC236}">
                  <a16:creationId xmlns:a16="http://schemas.microsoft.com/office/drawing/2014/main" id="{7AE69857-A605-8543-91A4-B6FEDF42A005}"/>
                </a:ext>
              </a:extLst>
            </p:cNvPr>
            <p:cNvSpPr/>
            <p:nvPr/>
          </p:nvSpPr>
          <p:spPr>
            <a:xfrm>
              <a:off x="3181549" y="2049420"/>
              <a:ext cx="13418" cy="5107"/>
            </a:xfrm>
            <a:custGeom>
              <a:avLst/>
              <a:gdLst>
                <a:gd name="connsiteX0" fmla="*/ 0 w 13418"/>
                <a:gd name="connsiteY0" fmla="*/ 0 h 5107"/>
                <a:gd name="connsiteX1" fmla="*/ 13419 w 13418"/>
                <a:gd name="connsiteY1" fmla="*/ 0 h 5107"/>
                <a:gd name="connsiteX2" fmla="*/ 13419 w 13418"/>
                <a:gd name="connsiteY2" fmla="*/ 5107 h 5107"/>
                <a:gd name="connsiteX3" fmla="*/ 0 w 13418"/>
                <a:gd name="connsiteY3" fmla="*/ 5107 h 5107"/>
              </a:gdLst>
              <a:ahLst/>
              <a:cxnLst>
                <a:cxn ang="0">
                  <a:pos x="connsiteX0" y="connsiteY0"/>
                </a:cxn>
                <a:cxn ang="0">
                  <a:pos x="connsiteX1" y="connsiteY1"/>
                </a:cxn>
                <a:cxn ang="0">
                  <a:pos x="connsiteX2" y="connsiteY2"/>
                </a:cxn>
                <a:cxn ang="0">
                  <a:pos x="connsiteX3" y="connsiteY3"/>
                </a:cxn>
              </a:cxnLst>
              <a:rect l="l" t="t" r="r" b="b"/>
              <a:pathLst>
                <a:path w="13418" h="5107">
                  <a:moveTo>
                    <a:pt x="0" y="0"/>
                  </a:moveTo>
                  <a:lnTo>
                    <a:pt x="13419" y="0"/>
                  </a:lnTo>
                  <a:lnTo>
                    <a:pt x="13419" y="5107"/>
                  </a:lnTo>
                  <a:lnTo>
                    <a:pt x="0" y="5107"/>
                  </a:lnTo>
                  <a:close/>
                </a:path>
              </a:pathLst>
            </a:custGeom>
            <a:solidFill>
              <a:srgbClr val="00A3E0"/>
            </a:solidFill>
            <a:ln w="6390" cap="flat">
              <a:noFill/>
              <a:prstDash val="solid"/>
              <a:miter/>
            </a:ln>
          </p:spPr>
          <p:txBody>
            <a:bodyPr rtlCol="0" anchor="ctr"/>
            <a:lstStyle/>
            <a:p>
              <a:endParaRPr lang="en-US"/>
            </a:p>
          </p:txBody>
        </p:sp>
        <p:sp>
          <p:nvSpPr>
            <p:cNvPr id="512" name="Graphic 4">
              <a:extLst>
                <a:ext uri="{FF2B5EF4-FFF2-40B4-BE49-F238E27FC236}">
                  <a16:creationId xmlns:a16="http://schemas.microsoft.com/office/drawing/2014/main" id="{B0BD5BA1-DCD4-FE4C-9910-B701402F5320}"/>
                </a:ext>
              </a:extLst>
            </p:cNvPr>
            <p:cNvSpPr/>
            <p:nvPr/>
          </p:nvSpPr>
          <p:spPr>
            <a:xfrm>
              <a:off x="2998797" y="189301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217897 w 362309"/>
                <a:gd name="connsiteY6" fmla="*/ 79800 h 361971"/>
                <a:gd name="connsiteX7" fmla="*/ 202561 w 362309"/>
                <a:gd name="connsiteY7" fmla="*/ 95121 h 361971"/>
                <a:gd name="connsiteX8" fmla="*/ 181474 w 362309"/>
                <a:gd name="connsiteY8" fmla="*/ 95121 h 361971"/>
                <a:gd name="connsiteX9" fmla="*/ 186586 w 362309"/>
                <a:gd name="connsiteY9" fmla="*/ 122573 h 361971"/>
                <a:gd name="connsiteX10" fmla="*/ 185308 w 362309"/>
                <a:gd name="connsiteY10" fmla="*/ 127680 h 361971"/>
                <a:gd name="connsiteX11" fmla="*/ 180196 w 362309"/>
                <a:gd name="connsiteY11" fmla="*/ 130233 h 361971"/>
                <a:gd name="connsiteX12" fmla="*/ 178279 w 362309"/>
                <a:gd name="connsiteY12" fmla="*/ 130233 h 361971"/>
                <a:gd name="connsiteX13" fmla="*/ 180835 w 362309"/>
                <a:gd name="connsiteY13" fmla="*/ 143640 h 361971"/>
                <a:gd name="connsiteX14" fmla="*/ 201922 w 362309"/>
                <a:gd name="connsiteY14" fmla="*/ 143640 h 361971"/>
                <a:gd name="connsiteX15" fmla="*/ 208312 w 362309"/>
                <a:gd name="connsiteY15" fmla="*/ 150024 h 361971"/>
                <a:gd name="connsiteX16" fmla="*/ 208312 w 362309"/>
                <a:gd name="connsiteY16" fmla="*/ 167899 h 361971"/>
                <a:gd name="connsiteX17" fmla="*/ 201922 w 362309"/>
                <a:gd name="connsiteY17" fmla="*/ 174283 h 361971"/>
                <a:gd name="connsiteX18" fmla="*/ 182113 w 362309"/>
                <a:gd name="connsiteY18" fmla="*/ 174283 h 361971"/>
                <a:gd name="connsiteX19" fmla="*/ 182113 w 362309"/>
                <a:gd name="connsiteY19" fmla="*/ 267489 h 361971"/>
                <a:gd name="connsiteX20" fmla="*/ 184669 w 362309"/>
                <a:gd name="connsiteY20" fmla="*/ 267489 h 361971"/>
                <a:gd name="connsiteX21" fmla="*/ 191059 w 362309"/>
                <a:gd name="connsiteY21" fmla="*/ 272596 h 361971"/>
                <a:gd name="connsiteX22" fmla="*/ 195532 w 362309"/>
                <a:gd name="connsiteY22" fmla="*/ 298771 h 361971"/>
                <a:gd name="connsiteX23" fmla="*/ 194254 w 362309"/>
                <a:gd name="connsiteY23" fmla="*/ 303878 h 361971"/>
                <a:gd name="connsiteX24" fmla="*/ 189142 w 362309"/>
                <a:gd name="connsiteY24" fmla="*/ 306431 h 361971"/>
                <a:gd name="connsiteX25" fmla="*/ 162943 w 362309"/>
                <a:gd name="connsiteY25" fmla="*/ 306431 h 361971"/>
                <a:gd name="connsiteX26" fmla="*/ 157832 w 362309"/>
                <a:gd name="connsiteY26" fmla="*/ 303878 h 361971"/>
                <a:gd name="connsiteX27" fmla="*/ 156553 w 362309"/>
                <a:gd name="connsiteY27" fmla="*/ 298771 h 361971"/>
                <a:gd name="connsiteX28" fmla="*/ 161027 w 362309"/>
                <a:gd name="connsiteY28" fmla="*/ 272596 h 361971"/>
                <a:gd name="connsiteX29" fmla="*/ 167416 w 362309"/>
                <a:gd name="connsiteY29" fmla="*/ 267489 h 361971"/>
                <a:gd name="connsiteX30" fmla="*/ 169972 w 362309"/>
                <a:gd name="connsiteY30" fmla="*/ 267489 h 361971"/>
                <a:gd name="connsiteX31" fmla="*/ 169972 w 362309"/>
                <a:gd name="connsiteY31" fmla="*/ 151300 h 361971"/>
                <a:gd name="connsiteX32" fmla="*/ 166138 w 362309"/>
                <a:gd name="connsiteY32" fmla="*/ 130872 h 361971"/>
                <a:gd name="connsiteX33" fmla="*/ 163582 w 362309"/>
                <a:gd name="connsiteY33" fmla="*/ 130872 h 361971"/>
                <a:gd name="connsiteX34" fmla="*/ 157192 w 362309"/>
                <a:gd name="connsiteY34" fmla="*/ 125765 h 361971"/>
                <a:gd name="connsiteX35" fmla="*/ 143774 w 362309"/>
                <a:gd name="connsiteY35" fmla="*/ 63840 h 361971"/>
                <a:gd name="connsiteX36" fmla="*/ 145052 w 362309"/>
                <a:gd name="connsiteY36" fmla="*/ 58733 h 361971"/>
                <a:gd name="connsiteX37" fmla="*/ 150164 w 362309"/>
                <a:gd name="connsiteY37" fmla="*/ 56179 h 361971"/>
                <a:gd name="connsiteX38" fmla="*/ 203200 w 362309"/>
                <a:gd name="connsiteY38" fmla="*/ 56179 h 361971"/>
                <a:gd name="connsiteX39" fmla="*/ 218536 w 362309"/>
                <a:gd name="connsiteY39" fmla="*/ 71501 h 361971"/>
                <a:gd name="connsiteX40" fmla="*/ 218536 w 362309"/>
                <a:gd name="connsiteY40" fmla="*/ 7980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0667"/>
                  </a:cubicBezTo>
                  <a:cubicBezTo>
                    <a:pt x="362310" y="81077"/>
                    <a:pt x="281157" y="0"/>
                    <a:pt x="180835" y="0"/>
                  </a:cubicBezTo>
                  <a:cubicBezTo>
                    <a:pt x="180835" y="0"/>
                    <a:pt x="180835" y="0"/>
                    <a:pt x="180835" y="0"/>
                  </a:cubicBezTo>
                  <a:close/>
                  <a:moveTo>
                    <a:pt x="217897" y="79800"/>
                  </a:moveTo>
                  <a:cubicBezTo>
                    <a:pt x="217897" y="88099"/>
                    <a:pt x="210868" y="95121"/>
                    <a:pt x="202561" y="95121"/>
                  </a:cubicBezTo>
                  <a:lnTo>
                    <a:pt x="181474" y="95121"/>
                  </a:lnTo>
                  <a:lnTo>
                    <a:pt x="186586" y="122573"/>
                  </a:lnTo>
                  <a:cubicBezTo>
                    <a:pt x="187225" y="124488"/>
                    <a:pt x="186586" y="126403"/>
                    <a:pt x="185308" y="127680"/>
                  </a:cubicBezTo>
                  <a:cubicBezTo>
                    <a:pt x="184030" y="128957"/>
                    <a:pt x="182113" y="130233"/>
                    <a:pt x="180196" y="130233"/>
                  </a:cubicBezTo>
                  <a:lnTo>
                    <a:pt x="178279" y="130233"/>
                  </a:lnTo>
                  <a:lnTo>
                    <a:pt x="180835" y="143640"/>
                  </a:lnTo>
                  <a:lnTo>
                    <a:pt x="201922" y="143640"/>
                  </a:lnTo>
                  <a:cubicBezTo>
                    <a:pt x="205756" y="143640"/>
                    <a:pt x="208312" y="146193"/>
                    <a:pt x="208312" y="150024"/>
                  </a:cubicBezTo>
                  <a:lnTo>
                    <a:pt x="208312" y="167899"/>
                  </a:lnTo>
                  <a:cubicBezTo>
                    <a:pt x="208312" y="171729"/>
                    <a:pt x="205756" y="174283"/>
                    <a:pt x="201922" y="174283"/>
                  </a:cubicBezTo>
                  <a:lnTo>
                    <a:pt x="182113" y="174283"/>
                  </a:lnTo>
                  <a:lnTo>
                    <a:pt x="182113" y="267489"/>
                  </a:lnTo>
                  <a:lnTo>
                    <a:pt x="184669" y="267489"/>
                  </a:lnTo>
                  <a:cubicBezTo>
                    <a:pt x="187864" y="267489"/>
                    <a:pt x="190420" y="270043"/>
                    <a:pt x="191059" y="272596"/>
                  </a:cubicBezTo>
                  <a:lnTo>
                    <a:pt x="195532" y="298771"/>
                  </a:lnTo>
                  <a:cubicBezTo>
                    <a:pt x="195532" y="300686"/>
                    <a:pt x="195532" y="302601"/>
                    <a:pt x="194254" y="303878"/>
                  </a:cubicBezTo>
                  <a:cubicBezTo>
                    <a:pt x="192976" y="305154"/>
                    <a:pt x="191059" y="306431"/>
                    <a:pt x="189142" y="306431"/>
                  </a:cubicBezTo>
                  <a:lnTo>
                    <a:pt x="162943" y="306431"/>
                  </a:lnTo>
                  <a:cubicBezTo>
                    <a:pt x="161027" y="306431"/>
                    <a:pt x="159110" y="305793"/>
                    <a:pt x="157832" y="303878"/>
                  </a:cubicBezTo>
                  <a:cubicBezTo>
                    <a:pt x="156553" y="302601"/>
                    <a:pt x="155915" y="300686"/>
                    <a:pt x="156553" y="298771"/>
                  </a:cubicBezTo>
                  <a:lnTo>
                    <a:pt x="161027" y="272596"/>
                  </a:lnTo>
                  <a:cubicBezTo>
                    <a:pt x="161666" y="269404"/>
                    <a:pt x="164221" y="267489"/>
                    <a:pt x="167416" y="267489"/>
                  </a:cubicBezTo>
                  <a:lnTo>
                    <a:pt x="169972" y="267489"/>
                  </a:lnTo>
                  <a:lnTo>
                    <a:pt x="169972" y="151300"/>
                  </a:lnTo>
                  <a:lnTo>
                    <a:pt x="166138" y="130872"/>
                  </a:lnTo>
                  <a:lnTo>
                    <a:pt x="163582" y="130872"/>
                  </a:lnTo>
                  <a:cubicBezTo>
                    <a:pt x="160387" y="130872"/>
                    <a:pt x="157832" y="128957"/>
                    <a:pt x="157192" y="125765"/>
                  </a:cubicBezTo>
                  <a:lnTo>
                    <a:pt x="143774" y="63840"/>
                  </a:lnTo>
                  <a:cubicBezTo>
                    <a:pt x="143135" y="61925"/>
                    <a:pt x="143774" y="60009"/>
                    <a:pt x="145052" y="58733"/>
                  </a:cubicBezTo>
                  <a:cubicBezTo>
                    <a:pt x="146330" y="57456"/>
                    <a:pt x="148247" y="56179"/>
                    <a:pt x="150164" y="56179"/>
                  </a:cubicBezTo>
                  <a:lnTo>
                    <a:pt x="203200" y="56179"/>
                  </a:lnTo>
                  <a:cubicBezTo>
                    <a:pt x="211507" y="56179"/>
                    <a:pt x="218536" y="63201"/>
                    <a:pt x="218536" y="71501"/>
                  </a:cubicBezTo>
                  <a:lnTo>
                    <a:pt x="218536" y="79800"/>
                  </a:lnTo>
                  <a:close/>
                </a:path>
              </a:pathLst>
            </a:custGeom>
            <a:solidFill>
              <a:srgbClr val="00A3E0"/>
            </a:solidFill>
            <a:ln w="6390" cap="flat">
              <a:noFill/>
              <a:prstDash val="solid"/>
              <a:miter/>
            </a:ln>
          </p:spPr>
          <p:txBody>
            <a:bodyPr rtlCol="0" anchor="ctr"/>
            <a:lstStyle/>
            <a:p>
              <a:endParaRPr lang="en-US"/>
            </a:p>
          </p:txBody>
        </p:sp>
        <p:sp>
          <p:nvSpPr>
            <p:cNvPr id="513" name="Graphic 4">
              <a:extLst>
                <a:ext uri="{FF2B5EF4-FFF2-40B4-BE49-F238E27FC236}">
                  <a16:creationId xmlns:a16="http://schemas.microsoft.com/office/drawing/2014/main" id="{F7A0F1B6-50B6-A142-84B9-B386D70F1E0E}"/>
                </a:ext>
              </a:extLst>
            </p:cNvPr>
            <p:cNvSpPr/>
            <p:nvPr/>
          </p:nvSpPr>
          <p:spPr>
            <a:xfrm>
              <a:off x="3156628" y="1961322"/>
              <a:ext cx="47924" cy="49156"/>
            </a:xfrm>
            <a:custGeom>
              <a:avLst/>
              <a:gdLst>
                <a:gd name="connsiteX0" fmla="*/ 45369 w 47924"/>
                <a:gd name="connsiteY0" fmla="*/ 0 h 49156"/>
                <a:gd name="connsiteX1" fmla="*/ 0 w 47924"/>
                <a:gd name="connsiteY1" fmla="*/ 0 h 49156"/>
                <a:gd name="connsiteX2" fmla="*/ 10224 w 47924"/>
                <a:gd name="connsiteY2" fmla="*/ 49157 h 49156"/>
                <a:gd name="connsiteX3" fmla="*/ 15336 w 47924"/>
                <a:gd name="connsiteY3" fmla="*/ 49157 h 49156"/>
                <a:gd name="connsiteX4" fmla="*/ 10224 w 47924"/>
                <a:gd name="connsiteY4" fmla="*/ 21706 h 49156"/>
                <a:gd name="connsiteX5" fmla="*/ 11502 w 47924"/>
                <a:gd name="connsiteY5" fmla="*/ 16598 h 49156"/>
                <a:gd name="connsiteX6" fmla="*/ 16614 w 47924"/>
                <a:gd name="connsiteY6" fmla="*/ 14045 h 49156"/>
                <a:gd name="connsiteX7" fmla="*/ 45369 w 47924"/>
                <a:gd name="connsiteY7" fmla="*/ 14045 h 49156"/>
                <a:gd name="connsiteX8" fmla="*/ 47925 w 47924"/>
                <a:gd name="connsiteY8" fmla="*/ 11491 h 49156"/>
                <a:gd name="connsiteX9" fmla="*/ 47925 w 47924"/>
                <a:gd name="connsiteY9" fmla="*/ 11491 h 49156"/>
                <a:gd name="connsiteX10" fmla="*/ 47925 w 47924"/>
                <a:gd name="connsiteY10" fmla="*/ 2554 h 49156"/>
                <a:gd name="connsiteX11" fmla="*/ 45369 w 47924"/>
                <a:gd name="connsiteY11" fmla="*/ 0 h 49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924" h="49156">
                  <a:moveTo>
                    <a:pt x="45369" y="0"/>
                  </a:moveTo>
                  <a:lnTo>
                    <a:pt x="0" y="0"/>
                  </a:lnTo>
                  <a:lnTo>
                    <a:pt x="10224" y="49157"/>
                  </a:lnTo>
                  <a:lnTo>
                    <a:pt x="15336" y="49157"/>
                  </a:lnTo>
                  <a:lnTo>
                    <a:pt x="10224" y="21706"/>
                  </a:lnTo>
                  <a:cubicBezTo>
                    <a:pt x="9585" y="19790"/>
                    <a:pt x="10224" y="17875"/>
                    <a:pt x="11502" y="16598"/>
                  </a:cubicBezTo>
                  <a:cubicBezTo>
                    <a:pt x="12780" y="15322"/>
                    <a:pt x="14697" y="14045"/>
                    <a:pt x="16614" y="14045"/>
                  </a:cubicBezTo>
                  <a:lnTo>
                    <a:pt x="45369" y="14045"/>
                  </a:lnTo>
                  <a:cubicBezTo>
                    <a:pt x="46646" y="14045"/>
                    <a:pt x="47925" y="12768"/>
                    <a:pt x="47925" y="11491"/>
                  </a:cubicBezTo>
                  <a:lnTo>
                    <a:pt x="47925" y="11491"/>
                  </a:lnTo>
                  <a:lnTo>
                    <a:pt x="47925" y="2554"/>
                  </a:lnTo>
                  <a:cubicBezTo>
                    <a:pt x="47285" y="1277"/>
                    <a:pt x="46646" y="0"/>
                    <a:pt x="45369" y="0"/>
                  </a:cubicBezTo>
                  <a:close/>
                </a:path>
              </a:pathLst>
            </a:custGeom>
            <a:solidFill>
              <a:srgbClr val="00A3E0"/>
            </a:solidFill>
            <a:ln w="6390" cap="flat">
              <a:noFill/>
              <a:prstDash val="solid"/>
              <a:miter/>
            </a:ln>
          </p:spPr>
          <p:txBody>
            <a:bodyPr rtlCol="0" anchor="ctr"/>
            <a:lstStyle/>
            <a:p>
              <a:endParaRPr lang="en-US"/>
            </a:p>
          </p:txBody>
        </p:sp>
      </p:grpSp>
      <p:grpSp>
        <p:nvGrpSpPr>
          <p:cNvPr id="514" name="Graphic 4">
            <a:extLst>
              <a:ext uri="{FF2B5EF4-FFF2-40B4-BE49-F238E27FC236}">
                <a16:creationId xmlns:a16="http://schemas.microsoft.com/office/drawing/2014/main" id="{40CE0D85-2D36-D94D-BA59-6E007A4AA236}"/>
              </a:ext>
            </a:extLst>
          </p:cNvPr>
          <p:cNvGrpSpPr>
            <a:grpSpLocks noChangeAspect="1"/>
          </p:cNvGrpSpPr>
          <p:nvPr/>
        </p:nvGrpSpPr>
        <p:grpSpPr>
          <a:xfrm>
            <a:off x="2998797" y="918179"/>
            <a:ext cx="362309" cy="361971"/>
            <a:chOff x="2998797" y="918179"/>
            <a:chExt cx="362309" cy="361971"/>
          </a:xfrm>
          <a:solidFill>
            <a:srgbClr val="00A3E0"/>
          </a:solidFill>
        </p:grpSpPr>
        <p:sp>
          <p:nvSpPr>
            <p:cNvPr id="515" name="Graphic 4">
              <a:extLst>
                <a:ext uri="{FF2B5EF4-FFF2-40B4-BE49-F238E27FC236}">
                  <a16:creationId xmlns:a16="http://schemas.microsoft.com/office/drawing/2014/main" id="{6AA66FEC-3BD4-A840-A8D7-74AD8446C59A}"/>
                </a:ext>
              </a:extLst>
            </p:cNvPr>
            <p:cNvSpPr/>
            <p:nvPr/>
          </p:nvSpPr>
          <p:spPr>
            <a:xfrm>
              <a:off x="2998797" y="918179"/>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1305 h 361971"/>
                <a:gd name="connsiteX4" fmla="*/ 180835 w 362309"/>
                <a:gd name="connsiteY4" fmla="*/ 0 h 361971"/>
                <a:gd name="connsiteX5" fmla="*/ 180835 w 362309"/>
                <a:gd name="connsiteY5" fmla="*/ 0 h 361971"/>
                <a:gd name="connsiteX6" fmla="*/ 184669 w 362309"/>
                <a:gd name="connsiteY6" fmla="*/ 60648 h 361971"/>
                <a:gd name="connsiteX7" fmla="*/ 208951 w 362309"/>
                <a:gd name="connsiteY7" fmla="*/ 84907 h 361971"/>
                <a:gd name="connsiteX8" fmla="*/ 184669 w 362309"/>
                <a:gd name="connsiteY8" fmla="*/ 109166 h 361971"/>
                <a:gd name="connsiteX9" fmla="*/ 160387 w 362309"/>
                <a:gd name="connsiteY9" fmla="*/ 84907 h 361971"/>
                <a:gd name="connsiteX10" fmla="*/ 184669 w 362309"/>
                <a:gd name="connsiteY10" fmla="*/ 60648 h 361971"/>
                <a:gd name="connsiteX11" fmla="*/ 180196 w 362309"/>
                <a:gd name="connsiteY11" fmla="*/ 240038 h 361971"/>
                <a:gd name="connsiteX12" fmla="*/ 140579 w 362309"/>
                <a:gd name="connsiteY12" fmla="*/ 298132 h 361971"/>
                <a:gd name="connsiteX13" fmla="*/ 135467 w 362309"/>
                <a:gd name="connsiteY13" fmla="*/ 300686 h 361971"/>
                <a:gd name="connsiteX14" fmla="*/ 131633 w 362309"/>
                <a:gd name="connsiteY14" fmla="*/ 299409 h 361971"/>
                <a:gd name="connsiteX15" fmla="*/ 129716 w 362309"/>
                <a:gd name="connsiteY15" fmla="*/ 290471 h 361971"/>
                <a:gd name="connsiteX16" fmla="*/ 169333 w 362309"/>
                <a:gd name="connsiteY16" fmla="*/ 232377 h 361971"/>
                <a:gd name="connsiteX17" fmla="*/ 178279 w 362309"/>
                <a:gd name="connsiteY17" fmla="*/ 230462 h 361971"/>
                <a:gd name="connsiteX18" fmla="*/ 180196 w 362309"/>
                <a:gd name="connsiteY18" fmla="*/ 240038 h 361971"/>
                <a:gd name="connsiteX19" fmla="*/ 180196 w 362309"/>
                <a:gd name="connsiteY19" fmla="*/ 240038 h 361971"/>
                <a:gd name="connsiteX20" fmla="*/ 223648 w 362309"/>
                <a:gd name="connsiteY20" fmla="*/ 301324 h 361971"/>
                <a:gd name="connsiteX21" fmla="*/ 223009 w 362309"/>
                <a:gd name="connsiteY21" fmla="*/ 301324 h 361971"/>
                <a:gd name="connsiteX22" fmla="*/ 216619 w 362309"/>
                <a:gd name="connsiteY22" fmla="*/ 295578 h 361971"/>
                <a:gd name="connsiteX23" fmla="*/ 208312 w 362309"/>
                <a:gd name="connsiteY23" fmla="*/ 238761 h 361971"/>
                <a:gd name="connsiteX24" fmla="*/ 192976 w 362309"/>
                <a:gd name="connsiteY24" fmla="*/ 218332 h 361971"/>
                <a:gd name="connsiteX25" fmla="*/ 194893 w 362309"/>
                <a:gd name="connsiteY25" fmla="*/ 209395 h 361971"/>
                <a:gd name="connsiteX26" fmla="*/ 203200 w 362309"/>
                <a:gd name="connsiteY26" fmla="*/ 210671 h 361971"/>
                <a:gd name="connsiteX27" fmla="*/ 219814 w 362309"/>
                <a:gd name="connsiteY27" fmla="*/ 232377 h 361971"/>
                <a:gd name="connsiteX28" fmla="*/ 221092 w 362309"/>
                <a:gd name="connsiteY28" fmla="*/ 235569 h 361971"/>
                <a:gd name="connsiteX29" fmla="*/ 229399 w 362309"/>
                <a:gd name="connsiteY29" fmla="*/ 293663 h 361971"/>
                <a:gd name="connsiteX30" fmla="*/ 223648 w 362309"/>
                <a:gd name="connsiteY30" fmla="*/ 301324 h 361971"/>
                <a:gd name="connsiteX31" fmla="*/ 223648 w 362309"/>
                <a:gd name="connsiteY31" fmla="*/ 301324 h 361971"/>
                <a:gd name="connsiteX32" fmla="*/ 223648 w 362309"/>
                <a:gd name="connsiteY32" fmla="*/ 301324 h 361971"/>
                <a:gd name="connsiteX33" fmla="*/ 250486 w 362309"/>
                <a:gd name="connsiteY33" fmla="*/ 218971 h 361971"/>
                <a:gd name="connsiteX34" fmla="*/ 246013 w 362309"/>
                <a:gd name="connsiteY34" fmla="*/ 220886 h 361971"/>
                <a:gd name="connsiteX35" fmla="*/ 241540 w 362309"/>
                <a:gd name="connsiteY35" fmla="*/ 218971 h 361971"/>
                <a:gd name="connsiteX36" fmla="*/ 210868 w 362309"/>
                <a:gd name="connsiteY36" fmla="*/ 187689 h 361971"/>
                <a:gd name="connsiteX37" fmla="*/ 210868 w 362309"/>
                <a:gd name="connsiteY37" fmla="*/ 178752 h 361971"/>
                <a:gd name="connsiteX38" fmla="*/ 219814 w 362309"/>
                <a:gd name="connsiteY38" fmla="*/ 178752 h 361971"/>
                <a:gd name="connsiteX39" fmla="*/ 250486 w 362309"/>
                <a:gd name="connsiteY39" fmla="*/ 210033 h 361971"/>
                <a:gd name="connsiteX40" fmla="*/ 250486 w 362309"/>
                <a:gd name="connsiteY40" fmla="*/ 218971 h 361971"/>
                <a:gd name="connsiteX41" fmla="*/ 250486 w 362309"/>
                <a:gd name="connsiteY41" fmla="*/ 218971 h 361971"/>
                <a:gd name="connsiteX42" fmla="*/ 250486 w 362309"/>
                <a:gd name="connsiteY42" fmla="*/ 218971 h 361971"/>
                <a:gd name="connsiteX43" fmla="*/ 283713 w 362309"/>
                <a:gd name="connsiteY43" fmla="*/ 99590 h 361971"/>
                <a:gd name="connsiteX44" fmla="*/ 86903 w 362309"/>
                <a:gd name="connsiteY44" fmla="*/ 292386 h 361971"/>
                <a:gd name="connsiteX45" fmla="*/ 77957 w 362309"/>
                <a:gd name="connsiteY45" fmla="*/ 292386 h 361971"/>
                <a:gd name="connsiteX46" fmla="*/ 77957 w 362309"/>
                <a:gd name="connsiteY46" fmla="*/ 292386 h 361971"/>
                <a:gd name="connsiteX47" fmla="*/ 77957 w 362309"/>
                <a:gd name="connsiteY47" fmla="*/ 283449 h 361971"/>
                <a:gd name="connsiteX48" fmla="*/ 148886 w 362309"/>
                <a:gd name="connsiteY48" fmla="*/ 213863 h 361971"/>
                <a:gd name="connsiteX49" fmla="*/ 142496 w 362309"/>
                <a:gd name="connsiteY49" fmla="*/ 207479 h 361971"/>
                <a:gd name="connsiteX50" fmla="*/ 142496 w 362309"/>
                <a:gd name="connsiteY50" fmla="*/ 151939 h 361971"/>
                <a:gd name="connsiteX51" fmla="*/ 145052 w 362309"/>
                <a:gd name="connsiteY51" fmla="*/ 146832 h 361971"/>
                <a:gd name="connsiteX52" fmla="*/ 178279 w 362309"/>
                <a:gd name="connsiteY52" fmla="*/ 122572 h 361971"/>
                <a:gd name="connsiteX53" fmla="*/ 187225 w 362309"/>
                <a:gd name="connsiteY53" fmla="*/ 123849 h 361971"/>
                <a:gd name="connsiteX54" fmla="*/ 188503 w 362309"/>
                <a:gd name="connsiteY54" fmla="*/ 127680 h 361971"/>
                <a:gd name="connsiteX55" fmla="*/ 188503 w 362309"/>
                <a:gd name="connsiteY55" fmla="*/ 174283 h 361971"/>
                <a:gd name="connsiteX56" fmla="*/ 274128 w 362309"/>
                <a:gd name="connsiteY56" fmla="*/ 90653 h 361971"/>
                <a:gd name="connsiteX57" fmla="*/ 283074 w 362309"/>
                <a:gd name="connsiteY57" fmla="*/ 90653 h 361971"/>
                <a:gd name="connsiteX58" fmla="*/ 283713 w 362309"/>
                <a:gd name="connsiteY58" fmla="*/ 99590 h 361971"/>
                <a:gd name="connsiteX59" fmla="*/ 283713 w 362309"/>
                <a:gd name="connsiteY59" fmla="*/ 9959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1305"/>
                  </a:cubicBezTo>
                  <a:cubicBezTo>
                    <a:pt x="362310" y="81077"/>
                    <a:pt x="281157" y="0"/>
                    <a:pt x="180835" y="0"/>
                  </a:cubicBezTo>
                  <a:cubicBezTo>
                    <a:pt x="180835" y="0"/>
                    <a:pt x="180835" y="0"/>
                    <a:pt x="180835" y="0"/>
                  </a:cubicBezTo>
                  <a:close/>
                  <a:moveTo>
                    <a:pt x="184669" y="60648"/>
                  </a:moveTo>
                  <a:cubicBezTo>
                    <a:pt x="198088" y="60648"/>
                    <a:pt x="208951" y="71501"/>
                    <a:pt x="208951" y="84907"/>
                  </a:cubicBezTo>
                  <a:cubicBezTo>
                    <a:pt x="208951" y="98313"/>
                    <a:pt x="198088" y="109166"/>
                    <a:pt x="184669" y="109166"/>
                  </a:cubicBezTo>
                  <a:cubicBezTo>
                    <a:pt x="171250" y="109166"/>
                    <a:pt x="160387" y="98313"/>
                    <a:pt x="160387" y="84907"/>
                  </a:cubicBezTo>
                  <a:cubicBezTo>
                    <a:pt x="160387" y="71501"/>
                    <a:pt x="171250" y="60648"/>
                    <a:pt x="184669" y="60648"/>
                  </a:cubicBezTo>
                  <a:close/>
                  <a:moveTo>
                    <a:pt x="180196" y="240038"/>
                  </a:moveTo>
                  <a:lnTo>
                    <a:pt x="140579" y="298132"/>
                  </a:lnTo>
                  <a:cubicBezTo>
                    <a:pt x="139301" y="300047"/>
                    <a:pt x="137384" y="300686"/>
                    <a:pt x="135467" y="300686"/>
                  </a:cubicBezTo>
                  <a:cubicBezTo>
                    <a:pt x="134189" y="300686"/>
                    <a:pt x="132911" y="300047"/>
                    <a:pt x="131633" y="299409"/>
                  </a:cubicBezTo>
                  <a:cubicBezTo>
                    <a:pt x="128438" y="297494"/>
                    <a:pt x="127799" y="293663"/>
                    <a:pt x="129716" y="290471"/>
                  </a:cubicBezTo>
                  <a:lnTo>
                    <a:pt x="169333" y="232377"/>
                  </a:lnTo>
                  <a:cubicBezTo>
                    <a:pt x="171250" y="229185"/>
                    <a:pt x="175084" y="228547"/>
                    <a:pt x="178279" y="230462"/>
                  </a:cubicBezTo>
                  <a:cubicBezTo>
                    <a:pt x="181474" y="233015"/>
                    <a:pt x="182752" y="236846"/>
                    <a:pt x="180196" y="240038"/>
                  </a:cubicBezTo>
                  <a:lnTo>
                    <a:pt x="180196" y="240038"/>
                  </a:lnTo>
                  <a:close/>
                  <a:moveTo>
                    <a:pt x="223648" y="301324"/>
                  </a:moveTo>
                  <a:lnTo>
                    <a:pt x="223009" y="301324"/>
                  </a:lnTo>
                  <a:cubicBezTo>
                    <a:pt x="219814" y="301324"/>
                    <a:pt x="217258" y="298770"/>
                    <a:pt x="216619" y="295578"/>
                  </a:cubicBezTo>
                  <a:lnTo>
                    <a:pt x="208312" y="238761"/>
                  </a:lnTo>
                  <a:lnTo>
                    <a:pt x="192976" y="218332"/>
                  </a:lnTo>
                  <a:cubicBezTo>
                    <a:pt x="191059" y="215140"/>
                    <a:pt x="191698" y="211310"/>
                    <a:pt x="194893" y="209395"/>
                  </a:cubicBezTo>
                  <a:cubicBezTo>
                    <a:pt x="197449" y="207479"/>
                    <a:pt x="201283" y="208118"/>
                    <a:pt x="203200" y="210671"/>
                  </a:cubicBezTo>
                  <a:lnTo>
                    <a:pt x="219814" y="232377"/>
                  </a:lnTo>
                  <a:cubicBezTo>
                    <a:pt x="220453" y="233015"/>
                    <a:pt x="221092" y="234292"/>
                    <a:pt x="221092" y="235569"/>
                  </a:cubicBezTo>
                  <a:lnTo>
                    <a:pt x="229399" y="293663"/>
                  </a:lnTo>
                  <a:cubicBezTo>
                    <a:pt x="230038" y="297494"/>
                    <a:pt x="227482" y="300686"/>
                    <a:pt x="223648" y="301324"/>
                  </a:cubicBezTo>
                  <a:cubicBezTo>
                    <a:pt x="223648" y="301324"/>
                    <a:pt x="223648" y="301324"/>
                    <a:pt x="223648" y="301324"/>
                  </a:cubicBezTo>
                  <a:lnTo>
                    <a:pt x="223648" y="301324"/>
                  </a:lnTo>
                  <a:close/>
                  <a:moveTo>
                    <a:pt x="250486" y="218971"/>
                  </a:moveTo>
                  <a:cubicBezTo>
                    <a:pt x="249208" y="220247"/>
                    <a:pt x="247930" y="220886"/>
                    <a:pt x="246013" y="220886"/>
                  </a:cubicBezTo>
                  <a:cubicBezTo>
                    <a:pt x="244096" y="220886"/>
                    <a:pt x="242818" y="220247"/>
                    <a:pt x="241540" y="218971"/>
                  </a:cubicBezTo>
                  <a:lnTo>
                    <a:pt x="210868" y="187689"/>
                  </a:lnTo>
                  <a:cubicBezTo>
                    <a:pt x="208312" y="185135"/>
                    <a:pt x="208312" y="181305"/>
                    <a:pt x="210868" y="178752"/>
                  </a:cubicBezTo>
                  <a:cubicBezTo>
                    <a:pt x="213424" y="176198"/>
                    <a:pt x="217258" y="176198"/>
                    <a:pt x="219814" y="178752"/>
                  </a:cubicBezTo>
                  <a:lnTo>
                    <a:pt x="250486" y="210033"/>
                  </a:lnTo>
                  <a:cubicBezTo>
                    <a:pt x="253681" y="212587"/>
                    <a:pt x="253681" y="217055"/>
                    <a:pt x="250486" y="218971"/>
                  </a:cubicBezTo>
                  <a:cubicBezTo>
                    <a:pt x="251125" y="218971"/>
                    <a:pt x="251125" y="218971"/>
                    <a:pt x="250486" y="218971"/>
                  </a:cubicBezTo>
                  <a:lnTo>
                    <a:pt x="250486" y="218971"/>
                  </a:lnTo>
                  <a:close/>
                  <a:moveTo>
                    <a:pt x="283713" y="99590"/>
                  </a:moveTo>
                  <a:lnTo>
                    <a:pt x="86903" y="292386"/>
                  </a:lnTo>
                  <a:cubicBezTo>
                    <a:pt x="84347" y="294940"/>
                    <a:pt x="80513" y="294940"/>
                    <a:pt x="77957" y="292386"/>
                  </a:cubicBezTo>
                  <a:cubicBezTo>
                    <a:pt x="77957" y="292386"/>
                    <a:pt x="77957" y="292386"/>
                    <a:pt x="77957" y="292386"/>
                  </a:cubicBezTo>
                  <a:cubicBezTo>
                    <a:pt x="75401" y="289833"/>
                    <a:pt x="75401" y="286002"/>
                    <a:pt x="77957" y="283449"/>
                  </a:cubicBezTo>
                  <a:lnTo>
                    <a:pt x="148886" y="213863"/>
                  </a:lnTo>
                  <a:cubicBezTo>
                    <a:pt x="145691" y="213863"/>
                    <a:pt x="142496" y="210671"/>
                    <a:pt x="142496" y="207479"/>
                  </a:cubicBezTo>
                  <a:lnTo>
                    <a:pt x="142496" y="151939"/>
                  </a:lnTo>
                  <a:cubicBezTo>
                    <a:pt x="142496" y="150024"/>
                    <a:pt x="143774" y="148108"/>
                    <a:pt x="145052" y="146832"/>
                  </a:cubicBezTo>
                  <a:lnTo>
                    <a:pt x="178279" y="122572"/>
                  </a:lnTo>
                  <a:cubicBezTo>
                    <a:pt x="180835" y="120657"/>
                    <a:pt x="185308" y="121296"/>
                    <a:pt x="187225" y="123849"/>
                  </a:cubicBezTo>
                  <a:cubicBezTo>
                    <a:pt x="187864" y="125126"/>
                    <a:pt x="188503" y="126403"/>
                    <a:pt x="188503" y="127680"/>
                  </a:cubicBezTo>
                  <a:lnTo>
                    <a:pt x="188503" y="174283"/>
                  </a:lnTo>
                  <a:lnTo>
                    <a:pt x="274128" y="90653"/>
                  </a:lnTo>
                  <a:cubicBezTo>
                    <a:pt x="276684" y="88099"/>
                    <a:pt x="280518" y="88099"/>
                    <a:pt x="283074" y="90653"/>
                  </a:cubicBezTo>
                  <a:cubicBezTo>
                    <a:pt x="286269" y="93845"/>
                    <a:pt x="286269" y="97675"/>
                    <a:pt x="283713" y="99590"/>
                  </a:cubicBezTo>
                  <a:lnTo>
                    <a:pt x="283713" y="99590"/>
                  </a:lnTo>
                  <a:close/>
                </a:path>
              </a:pathLst>
            </a:custGeom>
            <a:solidFill>
              <a:srgbClr val="00A3E0"/>
            </a:solidFill>
            <a:ln w="6390" cap="flat">
              <a:noFill/>
              <a:prstDash val="solid"/>
              <a:miter/>
            </a:ln>
          </p:spPr>
          <p:txBody>
            <a:bodyPr rtlCol="0" anchor="ctr"/>
            <a:lstStyle/>
            <a:p>
              <a:endParaRPr lang="en-US"/>
            </a:p>
          </p:txBody>
        </p:sp>
        <p:sp>
          <p:nvSpPr>
            <p:cNvPr id="516" name="Graphic 4">
              <a:extLst>
                <a:ext uri="{FF2B5EF4-FFF2-40B4-BE49-F238E27FC236}">
                  <a16:creationId xmlns:a16="http://schemas.microsoft.com/office/drawing/2014/main" id="{873A6A97-BC57-CA47-9D01-3B6368A59349}"/>
                </a:ext>
              </a:extLst>
            </p:cNvPr>
            <p:cNvSpPr/>
            <p:nvPr/>
          </p:nvSpPr>
          <p:spPr>
            <a:xfrm>
              <a:off x="3154712" y="1057988"/>
              <a:ext cx="20447" cy="67031"/>
            </a:xfrm>
            <a:custGeom>
              <a:avLst/>
              <a:gdLst>
                <a:gd name="connsiteX0" fmla="*/ 20448 w 20447"/>
                <a:gd name="connsiteY0" fmla="*/ 0 h 67031"/>
                <a:gd name="connsiteX1" fmla="*/ 0 w 20447"/>
                <a:gd name="connsiteY1" fmla="*/ 15322 h 67031"/>
                <a:gd name="connsiteX2" fmla="*/ 0 w 20447"/>
                <a:gd name="connsiteY2" fmla="*/ 67032 h 67031"/>
                <a:gd name="connsiteX3" fmla="*/ 20448 w 20447"/>
                <a:gd name="connsiteY3" fmla="*/ 46603 h 67031"/>
              </a:gdLst>
              <a:ahLst/>
              <a:cxnLst>
                <a:cxn ang="0">
                  <a:pos x="connsiteX0" y="connsiteY0"/>
                </a:cxn>
                <a:cxn ang="0">
                  <a:pos x="connsiteX1" y="connsiteY1"/>
                </a:cxn>
                <a:cxn ang="0">
                  <a:pos x="connsiteX2" y="connsiteY2"/>
                </a:cxn>
                <a:cxn ang="0">
                  <a:pos x="connsiteX3" y="connsiteY3"/>
                </a:cxn>
              </a:cxnLst>
              <a:rect l="l" t="t" r="r" b="b"/>
              <a:pathLst>
                <a:path w="20447" h="67031">
                  <a:moveTo>
                    <a:pt x="20448" y="0"/>
                  </a:moveTo>
                  <a:lnTo>
                    <a:pt x="0" y="15322"/>
                  </a:lnTo>
                  <a:lnTo>
                    <a:pt x="0" y="67032"/>
                  </a:lnTo>
                  <a:lnTo>
                    <a:pt x="20448" y="46603"/>
                  </a:lnTo>
                  <a:close/>
                </a:path>
              </a:pathLst>
            </a:custGeom>
            <a:solidFill>
              <a:srgbClr val="00A3E0"/>
            </a:solidFill>
            <a:ln w="6390" cap="flat">
              <a:noFill/>
              <a:prstDash val="solid"/>
              <a:miter/>
            </a:ln>
          </p:spPr>
          <p:txBody>
            <a:bodyPr rtlCol="0" anchor="ctr"/>
            <a:lstStyle/>
            <a:p>
              <a:endParaRPr lang="en-US"/>
            </a:p>
          </p:txBody>
        </p:sp>
        <p:sp>
          <p:nvSpPr>
            <p:cNvPr id="517" name="Graphic 4">
              <a:extLst>
                <a:ext uri="{FF2B5EF4-FFF2-40B4-BE49-F238E27FC236}">
                  <a16:creationId xmlns:a16="http://schemas.microsoft.com/office/drawing/2014/main" id="{9E58209F-0D04-FA45-BBB7-89D75D83E654}"/>
                </a:ext>
              </a:extLst>
            </p:cNvPr>
            <p:cNvSpPr/>
            <p:nvPr/>
          </p:nvSpPr>
          <p:spPr>
            <a:xfrm>
              <a:off x="3171964" y="991595"/>
              <a:ext cx="23003" cy="22982"/>
            </a:xfrm>
            <a:custGeom>
              <a:avLst/>
              <a:gdLst>
                <a:gd name="connsiteX0" fmla="*/ 23004 w 23003"/>
                <a:gd name="connsiteY0" fmla="*/ 11491 h 22982"/>
                <a:gd name="connsiteX1" fmla="*/ 11502 w 23003"/>
                <a:gd name="connsiteY1" fmla="*/ 22982 h 22982"/>
                <a:gd name="connsiteX2" fmla="*/ 0 w 23003"/>
                <a:gd name="connsiteY2" fmla="*/ 11491 h 22982"/>
                <a:gd name="connsiteX3" fmla="*/ 11502 w 23003"/>
                <a:gd name="connsiteY3" fmla="*/ 0 h 22982"/>
                <a:gd name="connsiteX4" fmla="*/ 23004 w 23003"/>
                <a:gd name="connsiteY4" fmla="*/ 11491 h 22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03" h="22982">
                  <a:moveTo>
                    <a:pt x="23004" y="11491"/>
                  </a:moveTo>
                  <a:cubicBezTo>
                    <a:pt x="23004" y="17838"/>
                    <a:pt x="17854" y="22982"/>
                    <a:pt x="11502" y="22982"/>
                  </a:cubicBezTo>
                  <a:cubicBezTo>
                    <a:pt x="5150" y="22982"/>
                    <a:pt x="0" y="17838"/>
                    <a:pt x="0" y="11491"/>
                  </a:cubicBezTo>
                  <a:cubicBezTo>
                    <a:pt x="0" y="5145"/>
                    <a:pt x="5150" y="0"/>
                    <a:pt x="11502" y="0"/>
                  </a:cubicBezTo>
                  <a:cubicBezTo>
                    <a:pt x="17854" y="0"/>
                    <a:pt x="23004" y="5145"/>
                    <a:pt x="23004" y="11491"/>
                  </a:cubicBezTo>
                  <a:close/>
                </a:path>
              </a:pathLst>
            </a:custGeom>
            <a:solidFill>
              <a:srgbClr val="00A3E0"/>
            </a:solidFill>
            <a:ln w="6390" cap="flat">
              <a:noFill/>
              <a:prstDash val="solid"/>
              <a:miter/>
            </a:ln>
          </p:spPr>
          <p:txBody>
            <a:bodyPr rtlCol="0" anchor="ctr"/>
            <a:lstStyle/>
            <a:p>
              <a:endParaRPr lang="en-US"/>
            </a:p>
          </p:txBody>
        </p:sp>
      </p:grpSp>
      <p:grpSp>
        <p:nvGrpSpPr>
          <p:cNvPr id="518" name="Graphic 4">
            <a:extLst>
              <a:ext uri="{FF2B5EF4-FFF2-40B4-BE49-F238E27FC236}">
                <a16:creationId xmlns:a16="http://schemas.microsoft.com/office/drawing/2014/main" id="{78A13F1A-3A45-F846-BBAC-FCF6B2B2AFEF}"/>
              </a:ext>
            </a:extLst>
          </p:cNvPr>
          <p:cNvGrpSpPr>
            <a:grpSpLocks noChangeAspect="1"/>
          </p:cNvGrpSpPr>
          <p:nvPr/>
        </p:nvGrpSpPr>
        <p:grpSpPr>
          <a:xfrm>
            <a:off x="905454" y="918179"/>
            <a:ext cx="362309" cy="361971"/>
            <a:chOff x="905454" y="918179"/>
            <a:chExt cx="362309" cy="361971"/>
          </a:xfrm>
          <a:solidFill>
            <a:srgbClr val="00A3E0"/>
          </a:solidFill>
        </p:grpSpPr>
        <p:sp>
          <p:nvSpPr>
            <p:cNvPr id="519" name="Graphic 4">
              <a:extLst>
                <a:ext uri="{FF2B5EF4-FFF2-40B4-BE49-F238E27FC236}">
                  <a16:creationId xmlns:a16="http://schemas.microsoft.com/office/drawing/2014/main" id="{2144B07E-B92C-7B4A-A985-4407C6753D3B}"/>
                </a:ext>
              </a:extLst>
            </p:cNvPr>
            <p:cNvSpPr/>
            <p:nvPr/>
          </p:nvSpPr>
          <p:spPr>
            <a:xfrm>
              <a:off x="1056895" y="991595"/>
              <a:ext cx="23003" cy="22982"/>
            </a:xfrm>
            <a:custGeom>
              <a:avLst/>
              <a:gdLst>
                <a:gd name="connsiteX0" fmla="*/ 23004 w 23003"/>
                <a:gd name="connsiteY0" fmla="*/ 11491 h 22982"/>
                <a:gd name="connsiteX1" fmla="*/ 11502 w 23003"/>
                <a:gd name="connsiteY1" fmla="*/ 22982 h 22982"/>
                <a:gd name="connsiteX2" fmla="*/ 0 w 23003"/>
                <a:gd name="connsiteY2" fmla="*/ 11491 h 22982"/>
                <a:gd name="connsiteX3" fmla="*/ 11502 w 23003"/>
                <a:gd name="connsiteY3" fmla="*/ 0 h 22982"/>
                <a:gd name="connsiteX4" fmla="*/ 23004 w 23003"/>
                <a:gd name="connsiteY4" fmla="*/ 11491 h 22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03" h="22982">
                  <a:moveTo>
                    <a:pt x="23004" y="11491"/>
                  </a:moveTo>
                  <a:cubicBezTo>
                    <a:pt x="23004" y="17838"/>
                    <a:pt x="17854" y="22982"/>
                    <a:pt x="11502" y="22982"/>
                  </a:cubicBezTo>
                  <a:cubicBezTo>
                    <a:pt x="5150" y="22982"/>
                    <a:pt x="0" y="17838"/>
                    <a:pt x="0" y="11491"/>
                  </a:cubicBezTo>
                  <a:cubicBezTo>
                    <a:pt x="0" y="5145"/>
                    <a:pt x="5150" y="0"/>
                    <a:pt x="11502" y="0"/>
                  </a:cubicBezTo>
                  <a:cubicBezTo>
                    <a:pt x="17854" y="0"/>
                    <a:pt x="23004" y="5145"/>
                    <a:pt x="23004" y="11491"/>
                  </a:cubicBezTo>
                  <a:close/>
                </a:path>
              </a:pathLst>
            </a:custGeom>
            <a:solidFill>
              <a:srgbClr val="00A3E0"/>
            </a:solidFill>
            <a:ln w="6390" cap="flat">
              <a:noFill/>
              <a:prstDash val="solid"/>
              <a:miter/>
            </a:ln>
          </p:spPr>
          <p:txBody>
            <a:bodyPr rtlCol="0" anchor="ctr"/>
            <a:lstStyle/>
            <a:p>
              <a:endParaRPr lang="en-US"/>
            </a:p>
          </p:txBody>
        </p:sp>
        <p:sp>
          <p:nvSpPr>
            <p:cNvPr id="520" name="Graphic 4">
              <a:extLst>
                <a:ext uri="{FF2B5EF4-FFF2-40B4-BE49-F238E27FC236}">
                  <a16:creationId xmlns:a16="http://schemas.microsoft.com/office/drawing/2014/main" id="{DD9B81DB-9CC6-4746-B078-91739CF749F7}"/>
                </a:ext>
              </a:extLst>
            </p:cNvPr>
            <p:cNvSpPr/>
            <p:nvPr/>
          </p:nvSpPr>
          <p:spPr>
            <a:xfrm>
              <a:off x="905454" y="918179"/>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205117 w 362309"/>
                <a:gd name="connsiteY6" fmla="*/ 178752 h 361971"/>
                <a:gd name="connsiteX7" fmla="*/ 205756 w 362309"/>
                <a:gd name="connsiteY7" fmla="*/ 187689 h 361971"/>
                <a:gd name="connsiteX8" fmla="*/ 201283 w 362309"/>
                <a:gd name="connsiteY8" fmla="*/ 189604 h 361971"/>
                <a:gd name="connsiteX9" fmla="*/ 196810 w 362309"/>
                <a:gd name="connsiteY9" fmla="*/ 187689 h 361971"/>
                <a:gd name="connsiteX10" fmla="*/ 181474 w 362309"/>
                <a:gd name="connsiteY10" fmla="*/ 173006 h 361971"/>
                <a:gd name="connsiteX11" fmla="*/ 181474 w 362309"/>
                <a:gd name="connsiteY11" fmla="*/ 164068 h 361971"/>
                <a:gd name="connsiteX12" fmla="*/ 189781 w 362309"/>
                <a:gd name="connsiteY12" fmla="*/ 163430 h 361971"/>
                <a:gd name="connsiteX13" fmla="*/ 205117 w 362309"/>
                <a:gd name="connsiteY13" fmla="*/ 178752 h 361971"/>
                <a:gd name="connsiteX14" fmla="*/ 162943 w 362309"/>
                <a:gd name="connsiteY14" fmla="*/ 60648 h 361971"/>
                <a:gd name="connsiteX15" fmla="*/ 187225 w 362309"/>
                <a:gd name="connsiteY15" fmla="*/ 84907 h 361971"/>
                <a:gd name="connsiteX16" fmla="*/ 162943 w 362309"/>
                <a:gd name="connsiteY16" fmla="*/ 109166 h 361971"/>
                <a:gd name="connsiteX17" fmla="*/ 138662 w 362309"/>
                <a:gd name="connsiteY17" fmla="*/ 84907 h 361971"/>
                <a:gd name="connsiteX18" fmla="*/ 162943 w 362309"/>
                <a:gd name="connsiteY18" fmla="*/ 60648 h 361971"/>
                <a:gd name="connsiteX19" fmla="*/ 162943 w 362309"/>
                <a:gd name="connsiteY19" fmla="*/ 60648 h 361971"/>
                <a:gd name="connsiteX20" fmla="*/ 162943 w 362309"/>
                <a:gd name="connsiteY20" fmla="*/ 60648 h 361971"/>
                <a:gd name="connsiteX21" fmla="*/ 158470 w 362309"/>
                <a:gd name="connsiteY21" fmla="*/ 240038 h 361971"/>
                <a:gd name="connsiteX22" fmla="*/ 118853 w 362309"/>
                <a:gd name="connsiteY22" fmla="*/ 298132 h 361971"/>
                <a:gd name="connsiteX23" fmla="*/ 113741 w 362309"/>
                <a:gd name="connsiteY23" fmla="*/ 300686 h 361971"/>
                <a:gd name="connsiteX24" fmla="*/ 109907 w 362309"/>
                <a:gd name="connsiteY24" fmla="*/ 299409 h 361971"/>
                <a:gd name="connsiteX25" fmla="*/ 107990 w 362309"/>
                <a:gd name="connsiteY25" fmla="*/ 290471 h 361971"/>
                <a:gd name="connsiteX26" fmla="*/ 147608 w 362309"/>
                <a:gd name="connsiteY26" fmla="*/ 232377 h 361971"/>
                <a:gd name="connsiteX27" fmla="*/ 156553 w 362309"/>
                <a:gd name="connsiteY27" fmla="*/ 230462 h 361971"/>
                <a:gd name="connsiteX28" fmla="*/ 158470 w 362309"/>
                <a:gd name="connsiteY28" fmla="*/ 240038 h 361971"/>
                <a:gd name="connsiteX29" fmla="*/ 158470 w 362309"/>
                <a:gd name="connsiteY29" fmla="*/ 240038 h 361971"/>
                <a:gd name="connsiteX30" fmla="*/ 158470 w 362309"/>
                <a:gd name="connsiteY30" fmla="*/ 240038 h 361971"/>
                <a:gd name="connsiteX31" fmla="*/ 201922 w 362309"/>
                <a:gd name="connsiteY31" fmla="*/ 301324 h 361971"/>
                <a:gd name="connsiteX32" fmla="*/ 201283 w 362309"/>
                <a:gd name="connsiteY32" fmla="*/ 301324 h 361971"/>
                <a:gd name="connsiteX33" fmla="*/ 194893 w 362309"/>
                <a:gd name="connsiteY33" fmla="*/ 295578 h 361971"/>
                <a:gd name="connsiteX34" fmla="*/ 186586 w 362309"/>
                <a:gd name="connsiteY34" fmla="*/ 238761 h 361971"/>
                <a:gd name="connsiteX35" fmla="*/ 155915 w 362309"/>
                <a:gd name="connsiteY35" fmla="*/ 198542 h 361971"/>
                <a:gd name="connsiteX36" fmla="*/ 154636 w 362309"/>
                <a:gd name="connsiteY36" fmla="*/ 194711 h 361971"/>
                <a:gd name="connsiteX37" fmla="*/ 154636 w 362309"/>
                <a:gd name="connsiteY37" fmla="*/ 139809 h 361971"/>
                <a:gd name="connsiteX38" fmla="*/ 134189 w 362309"/>
                <a:gd name="connsiteY38" fmla="*/ 155131 h 361971"/>
                <a:gd name="connsiteX39" fmla="*/ 134189 w 362309"/>
                <a:gd name="connsiteY39" fmla="*/ 207479 h 361971"/>
                <a:gd name="connsiteX40" fmla="*/ 127799 w 362309"/>
                <a:gd name="connsiteY40" fmla="*/ 213863 h 361971"/>
                <a:gd name="connsiteX41" fmla="*/ 121409 w 362309"/>
                <a:gd name="connsiteY41" fmla="*/ 207479 h 361971"/>
                <a:gd name="connsiteX42" fmla="*/ 121409 w 362309"/>
                <a:gd name="connsiteY42" fmla="*/ 151939 h 361971"/>
                <a:gd name="connsiteX43" fmla="*/ 123965 w 362309"/>
                <a:gd name="connsiteY43" fmla="*/ 146832 h 361971"/>
                <a:gd name="connsiteX44" fmla="*/ 157192 w 362309"/>
                <a:gd name="connsiteY44" fmla="*/ 122572 h 361971"/>
                <a:gd name="connsiteX45" fmla="*/ 166138 w 362309"/>
                <a:gd name="connsiteY45" fmla="*/ 123849 h 361971"/>
                <a:gd name="connsiteX46" fmla="*/ 167416 w 362309"/>
                <a:gd name="connsiteY46" fmla="*/ 127680 h 361971"/>
                <a:gd name="connsiteX47" fmla="*/ 167416 w 362309"/>
                <a:gd name="connsiteY47" fmla="*/ 193435 h 361971"/>
                <a:gd name="connsiteX48" fmla="*/ 197449 w 362309"/>
                <a:gd name="connsiteY48" fmla="*/ 233015 h 361971"/>
                <a:gd name="connsiteX49" fmla="*/ 198727 w 362309"/>
                <a:gd name="connsiteY49" fmla="*/ 236207 h 361971"/>
                <a:gd name="connsiteX50" fmla="*/ 207034 w 362309"/>
                <a:gd name="connsiteY50" fmla="*/ 294302 h 361971"/>
                <a:gd name="connsiteX51" fmla="*/ 201922 w 362309"/>
                <a:gd name="connsiteY51" fmla="*/ 301324 h 361971"/>
                <a:gd name="connsiteX52" fmla="*/ 201922 w 362309"/>
                <a:gd name="connsiteY52" fmla="*/ 301324 h 361971"/>
                <a:gd name="connsiteX53" fmla="*/ 254320 w 362309"/>
                <a:gd name="connsiteY53" fmla="*/ 294940 h 361971"/>
                <a:gd name="connsiteX54" fmla="*/ 247930 w 362309"/>
                <a:gd name="connsiteY54" fmla="*/ 301324 h 361971"/>
                <a:gd name="connsiteX55" fmla="*/ 241540 w 362309"/>
                <a:gd name="connsiteY55" fmla="*/ 294940 h 361971"/>
                <a:gd name="connsiteX56" fmla="*/ 241540 w 362309"/>
                <a:gd name="connsiteY56" fmla="*/ 202372 h 361971"/>
                <a:gd name="connsiteX57" fmla="*/ 231316 w 362309"/>
                <a:gd name="connsiteY57" fmla="*/ 192158 h 361971"/>
                <a:gd name="connsiteX58" fmla="*/ 221092 w 362309"/>
                <a:gd name="connsiteY58" fmla="*/ 202372 h 361971"/>
                <a:gd name="connsiteX59" fmla="*/ 221092 w 362309"/>
                <a:gd name="connsiteY59" fmla="*/ 208756 h 361971"/>
                <a:gd name="connsiteX60" fmla="*/ 214702 w 362309"/>
                <a:gd name="connsiteY60" fmla="*/ 215140 h 361971"/>
                <a:gd name="connsiteX61" fmla="*/ 208312 w 362309"/>
                <a:gd name="connsiteY61" fmla="*/ 208756 h 361971"/>
                <a:gd name="connsiteX62" fmla="*/ 208312 w 362309"/>
                <a:gd name="connsiteY62" fmla="*/ 202372 h 361971"/>
                <a:gd name="connsiteX63" fmla="*/ 231316 w 362309"/>
                <a:gd name="connsiteY63" fmla="*/ 179390 h 361971"/>
                <a:gd name="connsiteX64" fmla="*/ 254320 w 362309"/>
                <a:gd name="connsiteY64" fmla="*/ 202372 h 361971"/>
                <a:gd name="connsiteX65" fmla="*/ 254320 w 362309"/>
                <a:gd name="connsiteY65" fmla="*/ 202372 h 361971"/>
                <a:gd name="connsiteX66" fmla="*/ 254320 w 362309"/>
                <a:gd name="connsiteY66" fmla="*/ 2949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1157" y="0"/>
                    <a:pt x="180835" y="0"/>
                  </a:cubicBezTo>
                  <a:cubicBezTo>
                    <a:pt x="180835" y="0"/>
                    <a:pt x="180835" y="0"/>
                    <a:pt x="180835" y="0"/>
                  </a:cubicBezTo>
                  <a:close/>
                  <a:moveTo>
                    <a:pt x="205117" y="178752"/>
                  </a:moveTo>
                  <a:cubicBezTo>
                    <a:pt x="207673" y="181305"/>
                    <a:pt x="207673" y="185135"/>
                    <a:pt x="205756" y="187689"/>
                  </a:cubicBezTo>
                  <a:cubicBezTo>
                    <a:pt x="204478" y="188966"/>
                    <a:pt x="202561" y="189604"/>
                    <a:pt x="201283" y="189604"/>
                  </a:cubicBezTo>
                  <a:cubicBezTo>
                    <a:pt x="200005" y="189604"/>
                    <a:pt x="198088" y="188966"/>
                    <a:pt x="196810" y="187689"/>
                  </a:cubicBezTo>
                  <a:lnTo>
                    <a:pt x="181474" y="173006"/>
                  </a:lnTo>
                  <a:cubicBezTo>
                    <a:pt x="178918" y="170452"/>
                    <a:pt x="178918" y="166622"/>
                    <a:pt x="181474" y="164068"/>
                  </a:cubicBezTo>
                  <a:cubicBezTo>
                    <a:pt x="184030" y="162153"/>
                    <a:pt x="187225" y="161515"/>
                    <a:pt x="189781" y="163430"/>
                  </a:cubicBezTo>
                  <a:lnTo>
                    <a:pt x="205117" y="178752"/>
                  </a:lnTo>
                  <a:close/>
                  <a:moveTo>
                    <a:pt x="162943" y="60648"/>
                  </a:moveTo>
                  <a:cubicBezTo>
                    <a:pt x="176362" y="60648"/>
                    <a:pt x="187225" y="71501"/>
                    <a:pt x="187225" y="84907"/>
                  </a:cubicBezTo>
                  <a:cubicBezTo>
                    <a:pt x="187225" y="98313"/>
                    <a:pt x="176362" y="109166"/>
                    <a:pt x="162943" y="109166"/>
                  </a:cubicBezTo>
                  <a:cubicBezTo>
                    <a:pt x="149525" y="109166"/>
                    <a:pt x="138662" y="98313"/>
                    <a:pt x="138662" y="84907"/>
                  </a:cubicBezTo>
                  <a:cubicBezTo>
                    <a:pt x="138662" y="71501"/>
                    <a:pt x="149525" y="60648"/>
                    <a:pt x="162943" y="60648"/>
                  </a:cubicBezTo>
                  <a:cubicBezTo>
                    <a:pt x="162943" y="60648"/>
                    <a:pt x="162943" y="60648"/>
                    <a:pt x="162943" y="60648"/>
                  </a:cubicBezTo>
                  <a:lnTo>
                    <a:pt x="162943" y="60648"/>
                  </a:lnTo>
                  <a:close/>
                  <a:moveTo>
                    <a:pt x="158470" y="240038"/>
                  </a:moveTo>
                  <a:lnTo>
                    <a:pt x="118853" y="298132"/>
                  </a:lnTo>
                  <a:cubicBezTo>
                    <a:pt x="117575" y="300047"/>
                    <a:pt x="115658" y="300686"/>
                    <a:pt x="113741" y="300686"/>
                  </a:cubicBezTo>
                  <a:cubicBezTo>
                    <a:pt x="112463" y="300686"/>
                    <a:pt x="111185" y="300047"/>
                    <a:pt x="109907" y="299409"/>
                  </a:cubicBezTo>
                  <a:cubicBezTo>
                    <a:pt x="106712" y="297494"/>
                    <a:pt x="106073" y="293663"/>
                    <a:pt x="107990" y="290471"/>
                  </a:cubicBezTo>
                  <a:lnTo>
                    <a:pt x="147608" y="232377"/>
                  </a:lnTo>
                  <a:cubicBezTo>
                    <a:pt x="149525" y="229185"/>
                    <a:pt x="153358" y="228547"/>
                    <a:pt x="156553" y="230462"/>
                  </a:cubicBezTo>
                  <a:cubicBezTo>
                    <a:pt x="159748" y="233015"/>
                    <a:pt x="161026" y="236846"/>
                    <a:pt x="158470" y="240038"/>
                  </a:cubicBezTo>
                  <a:cubicBezTo>
                    <a:pt x="158470" y="240038"/>
                    <a:pt x="158470" y="240038"/>
                    <a:pt x="158470" y="240038"/>
                  </a:cubicBezTo>
                  <a:lnTo>
                    <a:pt x="158470" y="240038"/>
                  </a:lnTo>
                  <a:close/>
                  <a:moveTo>
                    <a:pt x="201922" y="301324"/>
                  </a:moveTo>
                  <a:lnTo>
                    <a:pt x="201283" y="301324"/>
                  </a:lnTo>
                  <a:cubicBezTo>
                    <a:pt x="198088" y="301324"/>
                    <a:pt x="195532" y="298770"/>
                    <a:pt x="194893" y="295578"/>
                  </a:cubicBezTo>
                  <a:lnTo>
                    <a:pt x="186586" y="238761"/>
                  </a:lnTo>
                  <a:lnTo>
                    <a:pt x="155915" y="198542"/>
                  </a:lnTo>
                  <a:cubicBezTo>
                    <a:pt x="155275" y="197265"/>
                    <a:pt x="154636" y="195988"/>
                    <a:pt x="154636" y="194711"/>
                  </a:cubicBezTo>
                  <a:lnTo>
                    <a:pt x="154636" y="139809"/>
                  </a:lnTo>
                  <a:lnTo>
                    <a:pt x="134189" y="155131"/>
                  </a:lnTo>
                  <a:lnTo>
                    <a:pt x="134189" y="207479"/>
                  </a:lnTo>
                  <a:cubicBezTo>
                    <a:pt x="134189" y="211310"/>
                    <a:pt x="131633" y="213863"/>
                    <a:pt x="127799" y="213863"/>
                  </a:cubicBezTo>
                  <a:cubicBezTo>
                    <a:pt x="123965" y="213863"/>
                    <a:pt x="121409" y="211310"/>
                    <a:pt x="121409" y="207479"/>
                  </a:cubicBezTo>
                  <a:lnTo>
                    <a:pt x="121409" y="151939"/>
                  </a:lnTo>
                  <a:cubicBezTo>
                    <a:pt x="121409" y="150024"/>
                    <a:pt x="122687" y="148108"/>
                    <a:pt x="123965" y="146832"/>
                  </a:cubicBezTo>
                  <a:lnTo>
                    <a:pt x="157192" y="122572"/>
                  </a:lnTo>
                  <a:cubicBezTo>
                    <a:pt x="159748" y="120657"/>
                    <a:pt x="164221" y="121296"/>
                    <a:pt x="166138" y="123849"/>
                  </a:cubicBezTo>
                  <a:cubicBezTo>
                    <a:pt x="166777" y="125126"/>
                    <a:pt x="167416" y="126403"/>
                    <a:pt x="167416" y="127680"/>
                  </a:cubicBezTo>
                  <a:lnTo>
                    <a:pt x="167416" y="193435"/>
                  </a:lnTo>
                  <a:lnTo>
                    <a:pt x="197449" y="233015"/>
                  </a:lnTo>
                  <a:cubicBezTo>
                    <a:pt x="198088" y="233654"/>
                    <a:pt x="198727" y="234931"/>
                    <a:pt x="198727" y="236207"/>
                  </a:cubicBezTo>
                  <a:lnTo>
                    <a:pt x="207034" y="294302"/>
                  </a:lnTo>
                  <a:cubicBezTo>
                    <a:pt x="207673" y="297494"/>
                    <a:pt x="205756" y="300686"/>
                    <a:pt x="201922" y="301324"/>
                  </a:cubicBezTo>
                  <a:lnTo>
                    <a:pt x="201922" y="301324"/>
                  </a:lnTo>
                  <a:close/>
                  <a:moveTo>
                    <a:pt x="254320" y="294940"/>
                  </a:moveTo>
                  <a:cubicBezTo>
                    <a:pt x="254320" y="298770"/>
                    <a:pt x="251764" y="301324"/>
                    <a:pt x="247930" y="301324"/>
                  </a:cubicBezTo>
                  <a:cubicBezTo>
                    <a:pt x="244096" y="301324"/>
                    <a:pt x="241540" y="298770"/>
                    <a:pt x="241540" y="294940"/>
                  </a:cubicBezTo>
                  <a:lnTo>
                    <a:pt x="241540" y="202372"/>
                  </a:lnTo>
                  <a:cubicBezTo>
                    <a:pt x="241540" y="196627"/>
                    <a:pt x="237067" y="192158"/>
                    <a:pt x="231316" y="192158"/>
                  </a:cubicBezTo>
                  <a:cubicBezTo>
                    <a:pt x="225565" y="192158"/>
                    <a:pt x="221092" y="196627"/>
                    <a:pt x="221092" y="202372"/>
                  </a:cubicBezTo>
                  <a:lnTo>
                    <a:pt x="221092" y="208756"/>
                  </a:lnTo>
                  <a:cubicBezTo>
                    <a:pt x="221092" y="212587"/>
                    <a:pt x="218536" y="215140"/>
                    <a:pt x="214702" y="215140"/>
                  </a:cubicBezTo>
                  <a:cubicBezTo>
                    <a:pt x="210868" y="215140"/>
                    <a:pt x="208312" y="212587"/>
                    <a:pt x="208312" y="208756"/>
                  </a:cubicBezTo>
                  <a:lnTo>
                    <a:pt x="208312" y="202372"/>
                  </a:lnTo>
                  <a:cubicBezTo>
                    <a:pt x="208312" y="189604"/>
                    <a:pt x="218536" y="179390"/>
                    <a:pt x="231316" y="179390"/>
                  </a:cubicBezTo>
                  <a:cubicBezTo>
                    <a:pt x="244096" y="179390"/>
                    <a:pt x="254320" y="189604"/>
                    <a:pt x="254320" y="202372"/>
                  </a:cubicBezTo>
                  <a:lnTo>
                    <a:pt x="254320" y="202372"/>
                  </a:lnTo>
                  <a:lnTo>
                    <a:pt x="254320" y="294940"/>
                  </a:lnTo>
                  <a:close/>
                </a:path>
              </a:pathLst>
            </a:custGeom>
            <a:solidFill>
              <a:srgbClr val="00A3E0"/>
            </a:solidFill>
            <a:ln w="6390" cap="flat">
              <a:noFill/>
              <a:prstDash val="solid"/>
              <a:miter/>
            </a:ln>
          </p:spPr>
          <p:txBody>
            <a:bodyPr rtlCol="0" anchor="ctr"/>
            <a:lstStyle/>
            <a:p>
              <a:endParaRPr lang="en-US"/>
            </a:p>
          </p:txBody>
        </p:sp>
      </p:grpSp>
      <p:grpSp>
        <p:nvGrpSpPr>
          <p:cNvPr id="521" name="Graphic 4">
            <a:extLst>
              <a:ext uri="{FF2B5EF4-FFF2-40B4-BE49-F238E27FC236}">
                <a16:creationId xmlns:a16="http://schemas.microsoft.com/office/drawing/2014/main" id="{32CFF155-ECC0-C848-B024-2EE4E54C055B}"/>
              </a:ext>
            </a:extLst>
          </p:cNvPr>
          <p:cNvGrpSpPr>
            <a:grpSpLocks noChangeAspect="1"/>
          </p:cNvGrpSpPr>
          <p:nvPr/>
        </p:nvGrpSpPr>
        <p:grpSpPr>
          <a:xfrm>
            <a:off x="3607758" y="4308712"/>
            <a:ext cx="362948" cy="361971"/>
            <a:chOff x="3607758" y="4308712"/>
            <a:chExt cx="362948" cy="361971"/>
          </a:xfrm>
          <a:solidFill>
            <a:srgbClr val="00A3E0"/>
          </a:solidFill>
        </p:grpSpPr>
        <p:sp>
          <p:nvSpPr>
            <p:cNvPr id="522" name="Graphic 4">
              <a:extLst>
                <a:ext uri="{FF2B5EF4-FFF2-40B4-BE49-F238E27FC236}">
                  <a16:creationId xmlns:a16="http://schemas.microsoft.com/office/drawing/2014/main" id="{255A3989-315B-0C45-831F-E42BC6DBC4FB}"/>
                </a:ext>
              </a:extLst>
            </p:cNvPr>
            <p:cNvSpPr/>
            <p:nvPr/>
          </p:nvSpPr>
          <p:spPr>
            <a:xfrm>
              <a:off x="3607758" y="4308712"/>
              <a:ext cx="362948" cy="361971"/>
            </a:xfrm>
            <a:custGeom>
              <a:avLst/>
              <a:gdLst>
                <a:gd name="connsiteX0" fmla="*/ 181474 w 362948"/>
                <a:gd name="connsiteY0" fmla="*/ 349204 h 361971"/>
                <a:gd name="connsiteX1" fmla="*/ 12780 w 362948"/>
                <a:gd name="connsiteY1" fmla="*/ 181305 h 361971"/>
                <a:gd name="connsiteX2" fmla="*/ 180836 w 362948"/>
                <a:gd name="connsiteY2" fmla="*/ 12768 h 361971"/>
                <a:gd name="connsiteX3" fmla="*/ 349530 w 362948"/>
                <a:gd name="connsiteY3" fmla="*/ 180667 h 361971"/>
                <a:gd name="connsiteX4" fmla="*/ 349530 w 362948"/>
                <a:gd name="connsiteY4" fmla="*/ 180667 h 361971"/>
                <a:gd name="connsiteX5" fmla="*/ 181474 w 362948"/>
                <a:gd name="connsiteY5" fmla="*/ 349204 h 361971"/>
                <a:gd name="connsiteX6" fmla="*/ 181474 w 362948"/>
                <a:gd name="connsiteY6" fmla="*/ 0 h 361971"/>
                <a:gd name="connsiteX7" fmla="*/ 0 w 362948"/>
                <a:gd name="connsiteY7" fmla="*/ 180667 h 361971"/>
                <a:gd name="connsiteX8" fmla="*/ 181474 w 362948"/>
                <a:gd name="connsiteY8" fmla="*/ 361972 h 361971"/>
                <a:gd name="connsiteX9" fmla="*/ 362949 w 362948"/>
                <a:gd name="connsiteY9" fmla="*/ 181305 h 361971"/>
                <a:gd name="connsiteX10" fmla="*/ 362949 w 362948"/>
                <a:gd name="connsiteY10" fmla="*/ 181305 h 361971"/>
                <a:gd name="connsiteX11" fmla="*/ 181474 w 362948"/>
                <a:gd name="connsiteY11" fmla="*/ 0 h 361971"/>
                <a:gd name="connsiteX12" fmla="*/ 181474 w 362948"/>
                <a:gd name="connsiteY12"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948" h="361971">
                  <a:moveTo>
                    <a:pt x="181474" y="349204"/>
                  </a:moveTo>
                  <a:cubicBezTo>
                    <a:pt x="88181" y="349204"/>
                    <a:pt x="12780" y="273873"/>
                    <a:pt x="12780" y="181305"/>
                  </a:cubicBezTo>
                  <a:cubicBezTo>
                    <a:pt x="12780" y="88738"/>
                    <a:pt x="88181" y="12768"/>
                    <a:pt x="180836" y="12768"/>
                  </a:cubicBezTo>
                  <a:cubicBezTo>
                    <a:pt x="274128" y="12768"/>
                    <a:pt x="349530" y="88099"/>
                    <a:pt x="349530" y="180667"/>
                  </a:cubicBezTo>
                  <a:lnTo>
                    <a:pt x="349530" y="180667"/>
                  </a:lnTo>
                  <a:cubicBezTo>
                    <a:pt x="349530" y="273873"/>
                    <a:pt x="274128" y="349204"/>
                    <a:pt x="181474" y="349204"/>
                  </a:cubicBezTo>
                  <a:moveTo>
                    <a:pt x="181474" y="0"/>
                  </a:moveTo>
                  <a:cubicBezTo>
                    <a:pt x="81152" y="0"/>
                    <a:pt x="0" y="81077"/>
                    <a:pt x="0" y="180667"/>
                  </a:cubicBezTo>
                  <a:cubicBezTo>
                    <a:pt x="0" y="280257"/>
                    <a:pt x="81152" y="361972"/>
                    <a:pt x="181474" y="361972"/>
                  </a:cubicBezTo>
                  <a:cubicBezTo>
                    <a:pt x="281796" y="361972"/>
                    <a:pt x="362949" y="280895"/>
                    <a:pt x="362949" y="181305"/>
                  </a:cubicBezTo>
                  <a:cubicBezTo>
                    <a:pt x="362949" y="181305"/>
                    <a:pt x="362949" y="181305"/>
                    <a:pt x="362949" y="181305"/>
                  </a:cubicBezTo>
                  <a:cubicBezTo>
                    <a:pt x="362949" y="81077"/>
                    <a:pt x="281796" y="0"/>
                    <a:pt x="181474" y="0"/>
                  </a:cubicBezTo>
                  <a:cubicBezTo>
                    <a:pt x="181474" y="0"/>
                    <a:pt x="181474" y="0"/>
                    <a:pt x="181474" y="0"/>
                  </a:cubicBezTo>
                </a:path>
              </a:pathLst>
            </a:custGeom>
            <a:solidFill>
              <a:srgbClr val="00A3E0"/>
            </a:solidFill>
            <a:ln w="6390" cap="flat">
              <a:noFill/>
              <a:prstDash val="solid"/>
              <a:miter/>
            </a:ln>
          </p:spPr>
          <p:txBody>
            <a:bodyPr rtlCol="0" anchor="ctr"/>
            <a:lstStyle/>
            <a:p>
              <a:endParaRPr lang="en-US"/>
            </a:p>
          </p:txBody>
        </p:sp>
        <p:sp>
          <p:nvSpPr>
            <p:cNvPr id="523" name="Graphic 4">
              <a:extLst>
                <a:ext uri="{FF2B5EF4-FFF2-40B4-BE49-F238E27FC236}">
                  <a16:creationId xmlns:a16="http://schemas.microsoft.com/office/drawing/2014/main" id="{49041F13-955B-564F-979C-6F1FCF6188D9}"/>
                </a:ext>
              </a:extLst>
            </p:cNvPr>
            <p:cNvSpPr/>
            <p:nvPr/>
          </p:nvSpPr>
          <p:spPr>
            <a:xfrm>
              <a:off x="3684007" y="4464644"/>
              <a:ext cx="146596" cy="147569"/>
            </a:xfrm>
            <a:custGeom>
              <a:avLst/>
              <a:gdLst>
                <a:gd name="connsiteX0" fmla="*/ 135258 w 146596"/>
                <a:gd name="connsiteY0" fmla="*/ 105811 h 147569"/>
                <a:gd name="connsiteX1" fmla="*/ 41326 w 146596"/>
                <a:gd name="connsiteY1" fmla="*/ 121771 h 147569"/>
                <a:gd name="connsiteX2" fmla="*/ 25351 w 146596"/>
                <a:gd name="connsiteY2" fmla="*/ 27926 h 147569"/>
                <a:gd name="connsiteX3" fmla="*/ 42604 w 146596"/>
                <a:gd name="connsiteY3" fmla="*/ 11328 h 147569"/>
                <a:gd name="connsiteX4" fmla="*/ 43882 w 146596"/>
                <a:gd name="connsiteY4" fmla="*/ 2390 h 147569"/>
                <a:gd name="connsiteX5" fmla="*/ 35575 w 146596"/>
                <a:gd name="connsiteY5" fmla="*/ 1114 h 147569"/>
                <a:gd name="connsiteX6" fmla="*/ 13850 w 146596"/>
                <a:gd name="connsiteY6" fmla="*/ 112195 h 147569"/>
                <a:gd name="connsiteX7" fmla="*/ 125034 w 146596"/>
                <a:gd name="connsiteY7" fmla="*/ 133901 h 147569"/>
                <a:gd name="connsiteX8" fmla="*/ 145482 w 146596"/>
                <a:gd name="connsiteY8" fmla="*/ 113472 h 147569"/>
                <a:gd name="connsiteX9" fmla="*/ 144204 w 146596"/>
                <a:gd name="connsiteY9" fmla="*/ 104534 h 147569"/>
                <a:gd name="connsiteX10" fmla="*/ 135258 w 146596"/>
                <a:gd name="connsiteY10" fmla="*/ 105811 h 147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596" h="147569">
                  <a:moveTo>
                    <a:pt x="135258" y="105811"/>
                  </a:moveTo>
                  <a:cubicBezTo>
                    <a:pt x="113532" y="136454"/>
                    <a:pt x="71359" y="143476"/>
                    <a:pt x="41326" y="121771"/>
                  </a:cubicBezTo>
                  <a:cubicBezTo>
                    <a:pt x="11293" y="100065"/>
                    <a:pt x="3625" y="57931"/>
                    <a:pt x="25351" y="27926"/>
                  </a:cubicBezTo>
                  <a:cubicBezTo>
                    <a:pt x="29824" y="21542"/>
                    <a:pt x="36214" y="15797"/>
                    <a:pt x="42604" y="11328"/>
                  </a:cubicBezTo>
                  <a:cubicBezTo>
                    <a:pt x="45160" y="9413"/>
                    <a:pt x="45799" y="4944"/>
                    <a:pt x="43882" y="2390"/>
                  </a:cubicBezTo>
                  <a:cubicBezTo>
                    <a:pt x="41965" y="-163"/>
                    <a:pt x="38131" y="-802"/>
                    <a:pt x="35575" y="1114"/>
                  </a:cubicBezTo>
                  <a:cubicBezTo>
                    <a:pt x="-1486" y="26011"/>
                    <a:pt x="-11071" y="75806"/>
                    <a:pt x="13850" y="112195"/>
                  </a:cubicBezTo>
                  <a:cubicBezTo>
                    <a:pt x="38770" y="148584"/>
                    <a:pt x="88612" y="158798"/>
                    <a:pt x="125034" y="133901"/>
                  </a:cubicBezTo>
                  <a:cubicBezTo>
                    <a:pt x="133341" y="128793"/>
                    <a:pt x="140370" y="121771"/>
                    <a:pt x="145482" y="113472"/>
                  </a:cubicBezTo>
                  <a:cubicBezTo>
                    <a:pt x="147399" y="110280"/>
                    <a:pt x="146760" y="106449"/>
                    <a:pt x="144204" y="104534"/>
                  </a:cubicBezTo>
                  <a:cubicBezTo>
                    <a:pt x="141009" y="102619"/>
                    <a:pt x="137175" y="103257"/>
                    <a:pt x="135258" y="105811"/>
                  </a:cubicBezTo>
                </a:path>
              </a:pathLst>
            </a:custGeom>
            <a:solidFill>
              <a:srgbClr val="00A3E0"/>
            </a:solidFill>
            <a:ln w="6390" cap="flat">
              <a:noFill/>
              <a:prstDash val="solid"/>
              <a:miter/>
            </a:ln>
          </p:spPr>
          <p:txBody>
            <a:bodyPr rtlCol="0" anchor="ctr"/>
            <a:lstStyle/>
            <a:p>
              <a:endParaRPr lang="en-US"/>
            </a:p>
          </p:txBody>
        </p:sp>
        <p:sp>
          <p:nvSpPr>
            <p:cNvPr id="524" name="Graphic 4">
              <a:extLst>
                <a:ext uri="{FF2B5EF4-FFF2-40B4-BE49-F238E27FC236}">
                  <a16:creationId xmlns:a16="http://schemas.microsoft.com/office/drawing/2014/main" id="{451DF37F-94BF-EA4E-915C-C0B32023A4FE}"/>
                </a:ext>
              </a:extLst>
            </p:cNvPr>
            <p:cNvSpPr/>
            <p:nvPr/>
          </p:nvSpPr>
          <p:spPr>
            <a:xfrm>
              <a:off x="3752171" y="4436391"/>
              <a:ext cx="140978" cy="148746"/>
            </a:xfrm>
            <a:custGeom>
              <a:avLst/>
              <a:gdLst>
                <a:gd name="connsiteX0" fmla="*/ 133549 w 140978"/>
                <a:gd name="connsiteY0" fmla="*/ 128318 h 148746"/>
                <a:gd name="connsiteX1" fmla="*/ 113741 w 140978"/>
                <a:gd name="connsiteY1" fmla="*/ 134702 h 148746"/>
                <a:gd name="connsiteX2" fmla="*/ 90098 w 140978"/>
                <a:gd name="connsiteY2" fmla="*/ 55541 h 148746"/>
                <a:gd name="connsiteX3" fmla="*/ 90098 w 140978"/>
                <a:gd name="connsiteY3" fmla="*/ 55541 h 148746"/>
                <a:gd name="connsiteX4" fmla="*/ 89459 w 140978"/>
                <a:gd name="connsiteY4" fmla="*/ 54264 h 148746"/>
                <a:gd name="connsiteX5" fmla="*/ 88820 w 140978"/>
                <a:gd name="connsiteY5" fmla="*/ 53626 h 148746"/>
                <a:gd name="connsiteX6" fmla="*/ 87542 w 140978"/>
                <a:gd name="connsiteY6" fmla="*/ 52987 h 148746"/>
                <a:gd name="connsiteX7" fmla="*/ 86903 w 140978"/>
                <a:gd name="connsiteY7" fmla="*/ 52349 h 148746"/>
                <a:gd name="connsiteX8" fmla="*/ 85625 w 140978"/>
                <a:gd name="connsiteY8" fmla="*/ 51710 h 148746"/>
                <a:gd name="connsiteX9" fmla="*/ 84347 w 140978"/>
                <a:gd name="connsiteY9" fmla="*/ 51710 h 148746"/>
                <a:gd name="connsiteX10" fmla="*/ 12780 w 140978"/>
                <a:gd name="connsiteY10" fmla="*/ 51710 h 148746"/>
                <a:gd name="connsiteX11" fmla="*/ 12780 w 140978"/>
                <a:gd name="connsiteY11" fmla="*/ 30005 h 148746"/>
                <a:gd name="connsiteX12" fmla="*/ 83708 w 140978"/>
                <a:gd name="connsiteY12" fmla="*/ 30005 h 148746"/>
                <a:gd name="connsiteX13" fmla="*/ 90098 w 140978"/>
                <a:gd name="connsiteY13" fmla="*/ 23621 h 148746"/>
                <a:gd name="connsiteX14" fmla="*/ 83708 w 140978"/>
                <a:gd name="connsiteY14" fmla="*/ 17237 h 148746"/>
                <a:gd name="connsiteX15" fmla="*/ 12780 w 140978"/>
                <a:gd name="connsiteY15" fmla="*/ 17237 h 148746"/>
                <a:gd name="connsiteX16" fmla="*/ 12780 w 140978"/>
                <a:gd name="connsiteY16" fmla="*/ 6384 h 148746"/>
                <a:gd name="connsiteX17" fmla="*/ 6390 w 140978"/>
                <a:gd name="connsiteY17" fmla="*/ 0 h 148746"/>
                <a:gd name="connsiteX18" fmla="*/ 0 w 140978"/>
                <a:gd name="connsiteY18" fmla="*/ 6384 h 148746"/>
                <a:gd name="connsiteX19" fmla="*/ 0 w 140978"/>
                <a:gd name="connsiteY19" fmla="*/ 58094 h 148746"/>
                <a:gd name="connsiteX20" fmla="*/ 6390 w 140978"/>
                <a:gd name="connsiteY20" fmla="*/ 64478 h 148746"/>
                <a:gd name="connsiteX21" fmla="*/ 78596 w 140978"/>
                <a:gd name="connsiteY21" fmla="*/ 64478 h 148746"/>
                <a:gd name="connsiteX22" fmla="*/ 102878 w 140978"/>
                <a:gd name="connsiteY22" fmla="*/ 144916 h 148746"/>
                <a:gd name="connsiteX23" fmla="*/ 102878 w 140978"/>
                <a:gd name="connsiteY23" fmla="*/ 144916 h 148746"/>
                <a:gd name="connsiteX24" fmla="*/ 102878 w 140978"/>
                <a:gd name="connsiteY24" fmla="*/ 144916 h 148746"/>
                <a:gd name="connsiteX25" fmla="*/ 103517 w 140978"/>
                <a:gd name="connsiteY25" fmla="*/ 146193 h 148746"/>
                <a:gd name="connsiteX26" fmla="*/ 104156 w 140978"/>
                <a:gd name="connsiteY26" fmla="*/ 146832 h 148746"/>
                <a:gd name="connsiteX27" fmla="*/ 104795 w 140978"/>
                <a:gd name="connsiteY27" fmla="*/ 147470 h 148746"/>
                <a:gd name="connsiteX28" fmla="*/ 105434 w 140978"/>
                <a:gd name="connsiteY28" fmla="*/ 148108 h 148746"/>
                <a:gd name="connsiteX29" fmla="*/ 106712 w 140978"/>
                <a:gd name="connsiteY29" fmla="*/ 148747 h 148746"/>
                <a:gd name="connsiteX30" fmla="*/ 107351 w 140978"/>
                <a:gd name="connsiteY30" fmla="*/ 148747 h 148746"/>
                <a:gd name="connsiteX31" fmla="*/ 109268 w 140978"/>
                <a:gd name="connsiteY31" fmla="*/ 148747 h 148746"/>
                <a:gd name="connsiteX32" fmla="*/ 109268 w 140978"/>
                <a:gd name="connsiteY32" fmla="*/ 148747 h 148746"/>
                <a:gd name="connsiteX33" fmla="*/ 111185 w 140978"/>
                <a:gd name="connsiteY33" fmla="*/ 148747 h 148746"/>
                <a:gd name="connsiteX34" fmla="*/ 111185 w 140978"/>
                <a:gd name="connsiteY34" fmla="*/ 148747 h 148746"/>
                <a:gd name="connsiteX35" fmla="*/ 136744 w 140978"/>
                <a:gd name="connsiteY35" fmla="*/ 140448 h 148746"/>
                <a:gd name="connsiteX36" fmla="*/ 140579 w 140978"/>
                <a:gd name="connsiteY36" fmla="*/ 132149 h 148746"/>
                <a:gd name="connsiteX37" fmla="*/ 133549 w 140978"/>
                <a:gd name="connsiteY37" fmla="*/ 128318 h 148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40978" h="148746">
                  <a:moveTo>
                    <a:pt x="133549" y="128318"/>
                  </a:moveTo>
                  <a:lnTo>
                    <a:pt x="113741" y="134702"/>
                  </a:lnTo>
                  <a:lnTo>
                    <a:pt x="90098" y="55541"/>
                  </a:lnTo>
                  <a:lnTo>
                    <a:pt x="90098" y="55541"/>
                  </a:lnTo>
                  <a:cubicBezTo>
                    <a:pt x="90098" y="54902"/>
                    <a:pt x="89459" y="54902"/>
                    <a:pt x="89459" y="54264"/>
                  </a:cubicBezTo>
                  <a:cubicBezTo>
                    <a:pt x="89459" y="53626"/>
                    <a:pt x="88820" y="53626"/>
                    <a:pt x="88820" y="53626"/>
                  </a:cubicBezTo>
                  <a:cubicBezTo>
                    <a:pt x="88820" y="52987"/>
                    <a:pt x="88181" y="52987"/>
                    <a:pt x="87542" y="52987"/>
                  </a:cubicBezTo>
                  <a:lnTo>
                    <a:pt x="86903" y="52349"/>
                  </a:lnTo>
                  <a:cubicBezTo>
                    <a:pt x="86264" y="52349"/>
                    <a:pt x="86264" y="52349"/>
                    <a:pt x="85625" y="51710"/>
                  </a:cubicBezTo>
                  <a:cubicBezTo>
                    <a:pt x="84986" y="51710"/>
                    <a:pt x="84986" y="51710"/>
                    <a:pt x="84347" y="51710"/>
                  </a:cubicBezTo>
                  <a:lnTo>
                    <a:pt x="12780" y="51710"/>
                  </a:lnTo>
                  <a:lnTo>
                    <a:pt x="12780" y="30005"/>
                  </a:lnTo>
                  <a:lnTo>
                    <a:pt x="83708" y="30005"/>
                  </a:lnTo>
                  <a:cubicBezTo>
                    <a:pt x="87542" y="30005"/>
                    <a:pt x="90098" y="27451"/>
                    <a:pt x="90098" y="23621"/>
                  </a:cubicBezTo>
                  <a:cubicBezTo>
                    <a:pt x="90098" y="19791"/>
                    <a:pt x="87542" y="17237"/>
                    <a:pt x="83708" y="17237"/>
                  </a:cubicBezTo>
                  <a:lnTo>
                    <a:pt x="12780" y="17237"/>
                  </a:lnTo>
                  <a:lnTo>
                    <a:pt x="12780" y="6384"/>
                  </a:lnTo>
                  <a:cubicBezTo>
                    <a:pt x="12780" y="2554"/>
                    <a:pt x="10224" y="0"/>
                    <a:pt x="6390" y="0"/>
                  </a:cubicBezTo>
                  <a:cubicBezTo>
                    <a:pt x="2556" y="0"/>
                    <a:pt x="0" y="2554"/>
                    <a:pt x="0" y="6384"/>
                  </a:cubicBezTo>
                  <a:lnTo>
                    <a:pt x="0" y="58094"/>
                  </a:lnTo>
                  <a:cubicBezTo>
                    <a:pt x="0" y="61925"/>
                    <a:pt x="2556" y="64478"/>
                    <a:pt x="6390" y="64478"/>
                  </a:cubicBezTo>
                  <a:lnTo>
                    <a:pt x="78596" y="64478"/>
                  </a:lnTo>
                  <a:lnTo>
                    <a:pt x="102878" y="144916"/>
                  </a:lnTo>
                  <a:lnTo>
                    <a:pt x="102878" y="144916"/>
                  </a:lnTo>
                  <a:lnTo>
                    <a:pt x="102878" y="144916"/>
                  </a:lnTo>
                  <a:cubicBezTo>
                    <a:pt x="102878" y="145555"/>
                    <a:pt x="102878" y="145555"/>
                    <a:pt x="103517" y="146193"/>
                  </a:cubicBezTo>
                  <a:lnTo>
                    <a:pt x="104156" y="146832"/>
                  </a:lnTo>
                  <a:cubicBezTo>
                    <a:pt x="104156" y="146832"/>
                    <a:pt x="104795" y="147470"/>
                    <a:pt x="104795" y="147470"/>
                  </a:cubicBezTo>
                  <a:lnTo>
                    <a:pt x="105434" y="148108"/>
                  </a:lnTo>
                  <a:cubicBezTo>
                    <a:pt x="106073" y="148108"/>
                    <a:pt x="106073" y="148747"/>
                    <a:pt x="106712" y="148747"/>
                  </a:cubicBezTo>
                  <a:lnTo>
                    <a:pt x="107351" y="148747"/>
                  </a:lnTo>
                  <a:cubicBezTo>
                    <a:pt x="107990" y="148747"/>
                    <a:pt x="108629" y="148747"/>
                    <a:pt x="109268" y="148747"/>
                  </a:cubicBezTo>
                  <a:lnTo>
                    <a:pt x="109268" y="148747"/>
                  </a:lnTo>
                  <a:cubicBezTo>
                    <a:pt x="109907" y="148747"/>
                    <a:pt x="110546" y="148747"/>
                    <a:pt x="111185" y="148747"/>
                  </a:cubicBezTo>
                  <a:lnTo>
                    <a:pt x="111185" y="148747"/>
                  </a:lnTo>
                  <a:lnTo>
                    <a:pt x="136744" y="140448"/>
                  </a:lnTo>
                  <a:cubicBezTo>
                    <a:pt x="139939" y="139171"/>
                    <a:pt x="141857" y="135979"/>
                    <a:pt x="140579" y="132149"/>
                  </a:cubicBezTo>
                  <a:cubicBezTo>
                    <a:pt x="139301" y="128318"/>
                    <a:pt x="136106" y="127041"/>
                    <a:pt x="133549" y="128318"/>
                  </a:cubicBezTo>
                </a:path>
              </a:pathLst>
            </a:custGeom>
            <a:solidFill>
              <a:srgbClr val="00A3E0"/>
            </a:solidFill>
            <a:ln w="6390" cap="flat">
              <a:noFill/>
              <a:prstDash val="solid"/>
              <a:miter/>
            </a:ln>
          </p:spPr>
          <p:txBody>
            <a:bodyPr rtlCol="0" anchor="ctr"/>
            <a:lstStyle/>
            <a:p>
              <a:endParaRPr lang="en-US"/>
            </a:p>
          </p:txBody>
        </p:sp>
        <p:sp>
          <p:nvSpPr>
            <p:cNvPr id="525" name="Graphic 4">
              <a:extLst>
                <a:ext uri="{FF2B5EF4-FFF2-40B4-BE49-F238E27FC236}">
                  <a16:creationId xmlns:a16="http://schemas.microsoft.com/office/drawing/2014/main" id="{33FB2CE2-224F-A94B-BCA5-33267CF784A0}"/>
                </a:ext>
              </a:extLst>
            </p:cNvPr>
            <p:cNvSpPr/>
            <p:nvPr/>
          </p:nvSpPr>
          <p:spPr>
            <a:xfrm>
              <a:off x="3734918" y="4366806"/>
              <a:ext cx="47285" cy="47241"/>
            </a:xfrm>
            <a:custGeom>
              <a:avLst/>
              <a:gdLst>
                <a:gd name="connsiteX0" fmla="*/ 23643 w 47285"/>
                <a:gd name="connsiteY0" fmla="*/ 13406 h 47241"/>
                <a:gd name="connsiteX1" fmla="*/ 34506 w 47285"/>
                <a:gd name="connsiteY1" fmla="*/ 24259 h 47241"/>
                <a:gd name="connsiteX2" fmla="*/ 23643 w 47285"/>
                <a:gd name="connsiteY2" fmla="*/ 35112 h 47241"/>
                <a:gd name="connsiteX3" fmla="*/ 12780 w 47285"/>
                <a:gd name="connsiteY3" fmla="*/ 24259 h 47241"/>
                <a:gd name="connsiteX4" fmla="*/ 23643 w 47285"/>
                <a:gd name="connsiteY4" fmla="*/ 13406 h 47241"/>
                <a:gd name="connsiteX5" fmla="*/ 23643 w 47285"/>
                <a:gd name="connsiteY5" fmla="*/ 13406 h 47241"/>
                <a:gd name="connsiteX6" fmla="*/ 23643 w 47285"/>
                <a:gd name="connsiteY6" fmla="*/ 47241 h 47241"/>
                <a:gd name="connsiteX7" fmla="*/ 47286 w 47285"/>
                <a:gd name="connsiteY7" fmla="*/ 23620 h 47241"/>
                <a:gd name="connsiteX8" fmla="*/ 23643 w 47285"/>
                <a:gd name="connsiteY8" fmla="*/ 0 h 47241"/>
                <a:gd name="connsiteX9" fmla="*/ 0 w 47285"/>
                <a:gd name="connsiteY9" fmla="*/ 23620 h 47241"/>
                <a:gd name="connsiteX10" fmla="*/ 23643 w 47285"/>
                <a:gd name="connsiteY10" fmla="*/ 47241 h 47241"/>
                <a:gd name="connsiteX11" fmla="*/ 23643 w 47285"/>
                <a:gd name="connsiteY11" fmla="*/ 47241 h 4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285" h="47241">
                  <a:moveTo>
                    <a:pt x="23643" y="13406"/>
                  </a:moveTo>
                  <a:cubicBezTo>
                    <a:pt x="29394" y="13406"/>
                    <a:pt x="34506" y="18513"/>
                    <a:pt x="34506" y="24259"/>
                  </a:cubicBezTo>
                  <a:cubicBezTo>
                    <a:pt x="34506" y="30004"/>
                    <a:pt x="29394" y="35112"/>
                    <a:pt x="23643" y="35112"/>
                  </a:cubicBezTo>
                  <a:cubicBezTo>
                    <a:pt x="17892" y="35112"/>
                    <a:pt x="12780" y="30004"/>
                    <a:pt x="12780" y="24259"/>
                  </a:cubicBezTo>
                  <a:cubicBezTo>
                    <a:pt x="12780" y="18513"/>
                    <a:pt x="17892" y="13406"/>
                    <a:pt x="23643" y="13406"/>
                  </a:cubicBezTo>
                  <a:lnTo>
                    <a:pt x="23643" y="13406"/>
                  </a:lnTo>
                  <a:moveTo>
                    <a:pt x="23643" y="47241"/>
                  </a:moveTo>
                  <a:cubicBezTo>
                    <a:pt x="36423" y="47241"/>
                    <a:pt x="47286" y="36388"/>
                    <a:pt x="47286" y="23620"/>
                  </a:cubicBezTo>
                  <a:cubicBezTo>
                    <a:pt x="47286" y="10852"/>
                    <a:pt x="36423" y="0"/>
                    <a:pt x="23643" y="0"/>
                  </a:cubicBezTo>
                  <a:cubicBezTo>
                    <a:pt x="10863" y="0"/>
                    <a:pt x="0" y="10852"/>
                    <a:pt x="0" y="23620"/>
                  </a:cubicBezTo>
                  <a:cubicBezTo>
                    <a:pt x="0" y="36388"/>
                    <a:pt x="10863" y="47241"/>
                    <a:pt x="23643" y="47241"/>
                  </a:cubicBezTo>
                  <a:lnTo>
                    <a:pt x="23643" y="47241"/>
                  </a:lnTo>
                </a:path>
              </a:pathLst>
            </a:custGeom>
            <a:solidFill>
              <a:srgbClr val="00A3E0"/>
            </a:solidFill>
            <a:ln w="6390" cap="flat">
              <a:noFill/>
              <a:prstDash val="solid"/>
              <a:miter/>
            </a:ln>
          </p:spPr>
          <p:txBody>
            <a:bodyPr rtlCol="0" anchor="ctr"/>
            <a:lstStyle/>
            <a:p>
              <a:endParaRPr lang="en-US"/>
            </a:p>
          </p:txBody>
        </p:sp>
      </p:grpSp>
      <p:grpSp>
        <p:nvGrpSpPr>
          <p:cNvPr id="526" name="Graphic 4">
            <a:extLst>
              <a:ext uri="{FF2B5EF4-FFF2-40B4-BE49-F238E27FC236}">
                <a16:creationId xmlns:a16="http://schemas.microsoft.com/office/drawing/2014/main" id="{90DB09A1-5B32-4B40-BC81-A31EB2BD1FBC}"/>
              </a:ext>
            </a:extLst>
          </p:cNvPr>
          <p:cNvGrpSpPr>
            <a:grpSpLocks noChangeAspect="1"/>
          </p:cNvGrpSpPr>
          <p:nvPr/>
        </p:nvGrpSpPr>
        <p:grpSpPr>
          <a:xfrm>
            <a:off x="4044830" y="4308073"/>
            <a:ext cx="362313" cy="361971"/>
            <a:chOff x="4044830" y="4308073"/>
            <a:chExt cx="362313" cy="361971"/>
          </a:xfrm>
          <a:solidFill>
            <a:srgbClr val="00A3E0"/>
          </a:solidFill>
        </p:grpSpPr>
        <p:sp>
          <p:nvSpPr>
            <p:cNvPr id="527" name="Graphic 4">
              <a:extLst>
                <a:ext uri="{FF2B5EF4-FFF2-40B4-BE49-F238E27FC236}">
                  <a16:creationId xmlns:a16="http://schemas.microsoft.com/office/drawing/2014/main" id="{A6CF5591-7E57-D14C-AFCA-AEE80C666960}"/>
                </a:ext>
              </a:extLst>
            </p:cNvPr>
            <p:cNvSpPr/>
            <p:nvPr/>
          </p:nvSpPr>
          <p:spPr>
            <a:xfrm>
              <a:off x="4186047" y="4379574"/>
              <a:ext cx="21725" cy="21705"/>
            </a:xfrm>
            <a:custGeom>
              <a:avLst/>
              <a:gdLst>
                <a:gd name="connsiteX0" fmla="*/ 10863 w 21725"/>
                <a:gd name="connsiteY0" fmla="*/ 21705 h 21705"/>
                <a:gd name="connsiteX1" fmla="*/ 21726 w 21725"/>
                <a:gd name="connsiteY1" fmla="*/ 10852 h 21705"/>
                <a:gd name="connsiteX2" fmla="*/ 10863 w 21725"/>
                <a:gd name="connsiteY2" fmla="*/ 0 h 21705"/>
                <a:gd name="connsiteX3" fmla="*/ 0 w 21725"/>
                <a:gd name="connsiteY3" fmla="*/ 10852 h 21705"/>
                <a:gd name="connsiteX4" fmla="*/ 10863 w 21725"/>
                <a:gd name="connsiteY4" fmla="*/ 21705 h 21705"/>
                <a:gd name="connsiteX5" fmla="*/ 10863 w 21725"/>
                <a:gd name="connsiteY5" fmla="*/ 21705 h 2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5" h="21705">
                  <a:moveTo>
                    <a:pt x="10863" y="21705"/>
                  </a:moveTo>
                  <a:cubicBezTo>
                    <a:pt x="16614" y="21705"/>
                    <a:pt x="21726" y="16598"/>
                    <a:pt x="21726" y="10852"/>
                  </a:cubicBezTo>
                  <a:cubicBezTo>
                    <a:pt x="21726" y="5107"/>
                    <a:pt x="16614" y="0"/>
                    <a:pt x="10863" y="0"/>
                  </a:cubicBezTo>
                  <a:cubicBezTo>
                    <a:pt x="5112" y="0"/>
                    <a:pt x="0" y="5107"/>
                    <a:pt x="0" y="10852"/>
                  </a:cubicBezTo>
                  <a:cubicBezTo>
                    <a:pt x="0" y="16598"/>
                    <a:pt x="5112" y="21705"/>
                    <a:pt x="10863" y="21705"/>
                  </a:cubicBezTo>
                  <a:lnTo>
                    <a:pt x="10863" y="21705"/>
                  </a:lnTo>
                </a:path>
              </a:pathLst>
            </a:custGeom>
            <a:solidFill>
              <a:srgbClr val="00A3E0"/>
            </a:solidFill>
            <a:ln w="6390" cap="flat">
              <a:noFill/>
              <a:prstDash val="solid"/>
              <a:miter/>
            </a:ln>
          </p:spPr>
          <p:txBody>
            <a:bodyPr rtlCol="0" anchor="ctr"/>
            <a:lstStyle/>
            <a:p>
              <a:endParaRPr lang="en-US"/>
            </a:p>
          </p:txBody>
        </p:sp>
        <p:sp>
          <p:nvSpPr>
            <p:cNvPr id="528" name="Graphic 4">
              <a:extLst>
                <a:ext uri="{FF2B5EF4-FFF2-40B4-BE49-F238E27FC236}">
                  <a16:creationId xmlns:a16="http://schemas.microsoft.com/office/drawing/2014/main" id="{430E317E-2796-244C-88E2-76CC4E110C9C}"/>
                </a:ext>
              </a:extLst>
            </p:cNvPr>
            <p:cNvSpPr/>
            <p:nvPr/>
          </p:nvSpPr>
          <p:spPr>
            <a:xfrm>
              <a:off x="4044830" y="4308073"/>
              <a:ext cx="362313" cy="361971"/>
            </a:xfrm>
            <a:custGeom>
              <a:avLst/>
              <a:gdLst>
                <a:gd name="connsiteX0" fmla="*/ 283074 w 362313"/>
                <a:gd name="connsiteY0" fmla="*/ 268766 h 361971"/>
                <a:gd name="connsiteX1" fmla="*/ 257514 w 362313"/>
                <a:gd name="connsiteY1" fmla="*/ 277065 h 361971"/>
                <a:gd name="connsiteX2" fmla="*/ 257514 w 362313"/>
                <a:gd name="connsiteY2" fmla="*/ 277065 h 361971"/>
                <a:gd name="connsiteX3" fmla="*/ 255597 w 362313"/>
                <a:gd name="connsiteY3" fmla="*/ 277065 h 361971"/>
                <a:gd name="connsiteX4" fmla="*/ 255597 w 362313"/>
                <a:gd name="connsiteY4" fmla="*/ 277065 h 361971"/>
                <a:gd name="connsiteX5" fmla="*/ 253681 w 362313"/>
                <a:gd name="connsiteY5" fmla="*/ 277065 h 361971"/>
                <a:gd name="connsiteX6" fmla="*/ 253041 w 362313"/>
                <a:gd name="connsiteY6" fmla="*/ 277065 h 361971"/>
                <a:gd name="connsiteX7" fmla="*/ 251764 w 362313"/>
                <a:gd name="connsiteY7" fmla="*/ 276426 h 361971"/>
                <a:gd name="connsiteX8" fmla="*/ 251124 w 362313"/>
                <a:gd name="connsiteY8" fmla="*/ 275788 h 361971"/>
                <a:gd name="connsiteX9" fmla="*/ 250486 w 362313"/>
                <a:gd name="connsiteY9" fmla="*/ 275149 h 361971"/>
                <a:gd name="connsiteX10" fmla="*/ 249846 w 362313"/>
                <a:gd name="connsiteY10" fmla="*/ 274511 h 361971"/>
                <a:gd name="connsiteX11" fmla="*/ 249208 w 362313"/>
                <a:gd name="connsiteY11" fmla="*/ 273234 h 361971"/>
                <a:gd name="connsiteX12" fmla="*/ 249208 w 362313"/>
                <a:gd name="connsiteY12" fmla="*/ 273234 h 361971"/>
                <a:gd name="connsiteX13" fmla="*/ 249208 w 362313"/>
                <a:gd name="connsiteY13" fmla="*/ 273234 h 361971"/>
                <a:gd name="connsiteX14" fmla="*/ 224926 w 362313"/>
                <a:gd name="connsiteY14" fmla="*/ 192158 h 361971"/>
                <a:gd name="connsiteX15" fmla="*/ 151442 w 362313"/>
                <a:gd name="connsiteY15" fmla="*/ 192158 h 361971"/>
                <a:gd name="connsiteX16" fmla="*/ 145052 w 362313"/>
                <a:gd name="connsiteY16" fmla="*/ 185774 h 361971"/>
                <a:gd name="connsiteX17" fmla="*/ 145052 w 362313"/>
                <a:gd name="connsiteY17" fmla="*/ 134064 h 361971"/>
                <a:gd name="connsiteX18" fmla="*/ 151442 w 362313"/>
                <a:gd name="connsiteY18" fmla="*/ 127680 h 361971"/>
                <a:gd name="connsiteX19" fmla="*/ 157832 w 362313"/>
                <a:gd name="connsiteY19" fmla="*/ 134064 h 361971"/>
                <a:gd name="connsiteX20" fmla="*/ 157832 w 362313"/>
                <a:gd name="connsiteY20" fmla="*/ 144916 h 361971"/>
                <a:gd name="connsiteX21" fmla="*/ 228760 w 362313"/>
                <a:gd name="connsiteY21" fmla="*/ 144916 h 361971"/>
                <a:gd name="connsiteX22" fmla="*/ 235150 w 362313"/>
                <a:gd name="connsiteY22" fmla="*/ 151300 h 361971"/>
                <a:gd name="connsiteX23" fmla="*/ 228760 w 362313"/>
                <a:gd name="connsiteY23" fmla="*/ 157684 h 361971"/>
                <a:gd name="connsiteX24" fmla="*/ 157832 w 362313"/>
                <a:gd name="connsiteY24" fmla="*/ 157684 h 361971"/>
                <a:gd name="connsiteX25" fmla="*/ 157832 w 362313"/>
                <a:gd name="connsiteY25" fmla="*/ 179390 h 361971"/>
                <a:gd name="connsiteX26" fmla="*/ 228760 w 362313"/>
                <a:gd name="connsiteY26" fmla="*/ 179390 h 361971"/>
                <a:gd name="connsiteX27" fmla="*/ 229399 w 362313"/>
                <a:gd name="connsiteY27" fmla="*/ 179390 h 361971"/>
                <a:gd name="connsiteX28" fmla="*/ 230677 w 362313"/>
                <a:gd name="connsiteY28" fmla="*/ 179390 h 361971"/>
                <a:gd name="connsiteX29" fmla="*/ 231955 w 362313"/>
                <a:gd name="connsiteY29" fmla="*/ 180028 h 361971"/>
                <a:gd name="connsiteX30" fmla="*/ 233233 w 362313"/>
                <a:gd name="connsiteY30" fmla="*/ 180667 h 361971"/>
                <a:gd name="connsiteX31" fmla="*/ 234511 w 362313"/>
                <a:gd name="connsiteY31" fmla="*/ 181305 h 361971"/>
                <a:gd name="connsiteX32" fmla="*/ 235150 w 362313"/>
                <a:gd name="connsiteY32" fmla="*/ 182582 h 361971"/>
                <a:gd name="connsiteX33" fmla="*/ 235789 w 362313"/>
                <a:gd name="connsiteY33" fmla="*/ 183859 h 361971"/>
                <a:gd name="connsiteX34" fmla="*/ 235789 w 362313"/>
                <a:gd name="connsiteY34" fmla="*/ 183859 h 361971"/>
                <a:gd name="connsiteX35" fmla="*/ 259431 w 362313"/>
                <a:gd name="connsiteY35" fmla="*/ 263658 h 361971"/>
                <a:gd name="connsiteX36" fmla="*/ 278601 w 362313"/>
                <a:gd name="connsiteY36" fmla="*/ 257274 h 361971"/>
                <a:gd name="connsiteX37" fmla="*/ 286908 w 362313"/>
                <a:gd name="connsiteY37" fmla="*/ 261105 h 361971"/>
                <a:gd name="connsiteX38" fmla="*/ 283074 w 362313"/>
                <a:gd name="connsiteY38" fmla="*/ 268766 h 361971"/>
                <a:gd name="connsiteX39" fmla="*/ 222370 w 362313"/>
                <a:gd name="connsiteY39" fmla="*/ 269404 h 361971"/>
                <a:gd name="connsiteX40" fmla="*/ 110546 w 362313"/>
                <a:gd name="connsiteY40" fmla="*/ 288556 h 361971"/>
                <a:gd name="connsiteX41" fmla="*/ 91376 w 362313"/>
                <a:gd name="connsiteY41" fmla="*/ 176836 h 361971"/>
                <a:gd name="connsiteX42" fmla="*/ 111824 w 362313"/>
                <a:gd name="connsiteY42" fmla="*/ 157046 h 361971"/>
                <a:gd name="connsiteX43" fmla="*/ 120770 w 362313"/>
                <a:gd name="connsiteY43" fmla="*/ 158323 h 361971"/>
                <a:gd name="connsiteX44" fmla="*/ 119492 w 362313"/>
                <a:gd name="connsiteY44" fmla="*/ 167260 h 361971"/>
                <a:gd name="connsiteX45" fmla="*/ 118853 w 362313"/>
                <a:gd name="connsiteY45" fmla="*/ 167899 h 361971"/>
                <a:gd name="connsiteX46" fmla="*/ 100961 w 362313"/>
                <a:gd name="connsiteY46" fmla="*/ 261743 h 361971"/>
                <a:gd name="connsiteX47" fmla="*/ 194893 w 362313"/>
                <a:gd name="connsiteY47" fmla="*/ 279618 h 361971"/>
                <a:gd name="connsiteX48" fmla="*/ 212146 w 362313"/>
                <a:gd name="connsiteY48" fmla="*/ 263020 h 361971"/>
                <a:gd name="connsiteX49" fmla="*/ 221092 w 362313"/>
                <a:gd name="connsiteY49" fmla="*/ 261743 h 361971"/>
                <a:gd name="connsiteX50" fmla="*/ 222370 w 362313"/>
                <a:gd name="connsiteY50" fmla="*/ 269404 h 361971"/>
                <a:gd name="connsiteX51" fmla="*/ 151442 w 362313"/>
                <a:gd name="connsiteY51" fmla="*/ 58733 h 361971"/>
                <a:gd name="connsiteX52" fmla="*/ 175084 w 362313"/>
                <a:gd name="connsiteY52" fmla="*/ 82353 h 361971"/>
                <a:gd name="connsiteX53" fmla="*/ 151442 w 362313"/>
                <a:gd name="connsiteY53" fmla="*/ 105974 h 361971"/>
                <a:gd name="connsiteX54" fmla="*/ 127799 w 362313"/>
                <a:gd name="connsiteY54" fmla="*/ 82353 h 361971"/>
                <a:gd name="connsiteX55" fmla="*/ 151442 w 362313"/>
                <a:gd name="connsiteY55" fmla="*/ 58733 h 361971"/>
                <a:gd name="connsiteX56" fmla="*/ 181474 w 362313"/>
                <a:gd name="connsiteY56" fmla="*/ 0 h 361971"/>
                <a:gd name="connsiteX57" fmla="*/ 0 w 362313"/>
                <a:gd name="connsiteY57" fmla="*/ 180667 h 361971"/>
                <a:gd name="connsiteX58" fmla="*/ 180835 w 362313"/>
                <a:gd name="connsiteY58" fmla="*/ 361972 h 361971"/>
                <a:gd name="connsiteX59" fmla="*/ 362310 w 362313"/>
                <a:gd name="connsiteY59" fmla="*/ 181305 h 361971"/>
                <a:gd name="connsiteX60" fmla="*/ 362310 w 362313"/>
                <a:gd name="connsiteY60" fmla="*/ 181305 h 361971"/>
                <a:gd name="connsiteX61" fmla="*/ 181474 w 362313"/>
                <a:gd name="connsiteY61"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2313" h="361971">
                  <a:moveTo>
                    <a:pt x="283074" y="268766"/>
                  </a:moveTo>
                  <a:lnTo>
                    <a:pt x="257514" y="277065"/>
                  </a:lnTo>
                  <a:lnTo>
                    <a:pt x="257514" y="277065"/>
                  </a:lnTo>
                  <a:cubicBezTo>
                    <a:pt x="256876" y="277065"/>
                    <a:pt x="256236" y="277065"/>
                    <a:pt x="255597" y="277065"/>
                  </a:cubicBezTo>
                  <a:lnTo>
                    <a:pt x="255597" y="277065"/>
                  </a:lnTo>
                  <a:cubicBezTo>
                    <a:pt x="254959" y="277065"/>
                    <a:pt x="254319" y="277065"/>
                    <a:pt x="253681" y="277065"/>
                  </a:cubicBezTo>
                  <a:lnTo>
                    <a:pt x="253041" y="277065"/>
                  </a:lnTo>
                  <a:cubicBezTo>
                    <a:pt x="252403" y="277065"/>
                    <a:pt x="252403" y="276426"/>
                    <a:pt x="251764" y="276426"/>
                  </a:cubicBezTo>
                  <a:lnTo>
                    <a:pt x="251124" y="275788"/>
                  </a:lnTo>
                  <a:cubicBezTo>
                    <a:pt x="250486" y="275788"/>
                    <a:pt x="250486" y="275149"/>
                    <a:pt x="250486" y="275149"/>
                  </a:cubicBezTo>
                  <a:lnTo>
                    <a:pt x="249846" y="274511"/>
                  </a:lnTo>
                  <a:cubicBezTo>
                    <a:pt x="249846" y="273873"/>
                    <a:pt x="249208" y="273873"/>
                    <a:pt x="249208" y="273234"/>
                  </a:cubicBezTo>
                  <a:lnTo>
                    <a:pt x="249208" y="273234"/>
                  </a:lnTo>
                  <a:lnTo>
                    <a:pt x="249208" y="273234"/>
                  </a:lnTo>
                  <a:lnTo>
                    <a:pt x="224926" y="192158"/>
                  </a:lnTo>
                  <a:lnTo>
                    <a:pt x="151442" y="192158"/>
                  </a:lnTo>
                  <a:cubicBezTo>
                    <a:pt x="147607" y="192158"/>
                    <a:pt x="145052" y="189604"/>
                    <a:pt x="145052" y="185774"/>
                  </a:cubicBezTo>
                  <a:lnTo>
                    <a:pt x="145052" y="134064"/>
                  </a:lnTo>
                  <a:cubicBezTo>
                    <a:pt x="145052" y="130233"/>
                    <a:pt x="147607" y="127680"/>
                    <a:pt x="151442" y="127680"/>
                  </a:cubicBezTo>
                  <a:cubicBezTo>
                    <a:pt x="155275" y="127680"/>
                    <a:pt x="157832" y="130233"/>
                    <a:pt x="157832" y="134064"/>
                  </a:cubicBezTo>
                  <a:lnTo>
                    <a:pt x="157832" y="144916"/>
                  </a:lnTo>
                  <a:lnTo>
                    <a:pt x="228760" y="144916"/>
                  </a:lnTo>
                  <a:cubicBezTo>
                    <a:pt x="232594" y="144916"/>
                    <a:pt x="235150" y="147470"/>
                    <a:pt x="235150" y="151300"/>
                  </a:cubicBezTo>
                  <a:cubicBezTo>
                    <a:pt x="235150" y="155131"/>
                    <a:pt x="232594" y="157684"/>
                    <a:pt x="228760" y="157684"/>
                  </a:cubicBezTo>
                  <a:lnTo>
                    <a:pt x="157832" y="157684"/>
                  </a:lnTo>
                  <a:lnTo>
                    <a:pt x="157832" y="179390"/>
                  </a:lnTo>
                  <a:lnTo>
                    <a:pt x="228760" y="179390"/>
                  </a:lnTo>
                  <a:lnTo>
                    <a:pt x="229399" y="179390"/>
                  </a:lnTo>
                  <a:cubicBezTo>
                    <a:pt x="230038" y="179390"/>
                    <a:pt x="230038" y="179390"/>
                    <a:pt x="230677" y="179390"/>
                  </a:cubicBezTo>
                  <a:cubicBezTo>
                    <a:pt x="231316" y="179390"/>
                    <a:pt x="231316" y="179390"/>
                    <a:pt x="231955" y="180028"/>
                  </a:cubicBezTo>
                  <a:lnTo>
                    <a:pt x="233233" y="180667"/>
                  </a:lnTo>
                  <a:lnTo>
                    <a:pt x="234511" y="181305"/>
                  </a:lnTo>
                  <a:cubicBezTo>
                    <a:pt x="234511" y="181305"/>
                    <a:pt x="235150" y="181944"/>
                    <a:pt x="235150" y="182582"/>
                  </a:cubicBezTo>
                  <a:cubicBezTo>
                    <a:pt x="235150" y="183220"/>
                    <a:pt x="235789" y="183220"/>
                    <a:pt x="235789" y="183859"/>
                  </a:cubicBezTo>
                  <a:lnTo>
                    <a:pt x="235789" y="183859"/>
                  </a:lnTo>
                  <a:lnTo>
                    <a:pt x="259431" y="263658"/>
                  </a:lnTo>
                  <a:lnTo>
                    <a:pt x="278601" y="257274"/>
                  </a:lnTo>
                  <a:cubicBezTo>
                    <a:pt x="281796" y="255998"/>
                    <a:pt x="285630" y="257913"/>
                    <a:pt x="286908" y="261105"/>
                  </a:cubicBezTo>
                  <a:cubicBezTo>
                    <a:pt x="288186" y="264297"/>
                    <a:pt x="285630" y="267489"/>
                    <a:pt x="283074" y="268766"/>
                  </a:cubicBezTo>
                  <a:moveTo>
                    <a:pt x="222370" y="269404"/>
                  </a:moveTo>
                  <a:cubicBezTo>
                    <a:pt x="196810" y="305793"/>
                    <a:pt x="146330" y="314092"/>
                    <a:pt x="110546" y="288556"/>
                  </a:cubicBezTo>
                  <a:cubicBezTo>
                    <a:pt x="74123" y="263020"/>
                    <a:pt x="65816" y="212587"/>
                    <a:pt x="91376" y="176836"/>
                  </a:cubicBezTo>
                  <a:cubicBezTo>
                    <a:pt x="97127" y="169176"/>
                    <a:pt x="104156" y="162153"/>
                    <a:pt x="111824" y="157046"/>
                  </a:cubicBezTo>
                  <a:cubicBezTo>
                    <a:pt x="114380" y="155131"/>
                    <a:pt x="118853" y="155131"/>
                    <a:pt x="120770" y="158323"/>
                  </a:cubicBezTo>
                  <a:cubicBezTo>
                    <a:pt x="122687" y="160876"/>
                    <a:pt x="122687" y="165345"/>
                    <a:pt x="119492" y="167260"/>
                  </a:cubicBezTo>
                  <a:cubicBezTo>
                    <a:pt x="119492" y="167260"/>
                    <a:pt x="118853" y="167899"/>
                    <a:pt x="118853" y="167899"/>
                  </a:cubicBezTo>
                  <a:cubicBezTo>
                    <a:pt x="88181" y="188966"/>
                    <a:pt x="79874" y="230462"/>
                    <a:pt x="100961" y="261743"/>
                  </a:cubicBezTo>
                  <a:cubicBezTo>
                    <a:pt x="122048" y="292386"/>
                    <a:pt x="163582" y="300685"/>
                    <a:pt x="194893" y="279618"/>
                  </a:cubicBezTo>
                  <a:cubicBezTo>
                    <a:pt x="201283" y="275149"/>
                    <a:pt x="207673" y="269404"/>
                    <a:pt x="212146" y="263020"/>
                  </a:cubicBezTo>
                  <a:cubicBezTo>
                    <a:pt x="214063" y="259828"/>
                    <a:pt x="217897" y="259190"/>
                    <a:pt x="221092" y="261743"/>
                  </a:cubicBezTo>
                  <a:cubicBezTo>
                    <a:pt x="223648" y="263020"/>
                    <a:pt x="224287" y="266850"/>
                    <a:pt x="222370" y="269404"/>
                  </a:cubicBezTo>
                  <a:moveTo>
                    <a:pt x="151442" y="58733"/>
                  </a:moveTo>
                  <a:cubicBezTo>
                    <a:pt x="164221" y="58733"/>
                    <a:pt x="175084" y="69585"/>
                    <a:pt x="175084" y="82353"/>
                  </a:cubicBezTo>
                  <a:cubicBezTo>
                    <a:pt x="175084" y="95121"/>
                    <a:pt x="164221" y="105974"/>
                    <a:pt x="151442" y="105974"/>
                  </a:cubicBezTo>
                  <a:cubicBezTo>
                    <a:pt x="138662" y="105974"/>
                    <a:pt x="127799" y="95121"/>
                    <a:pt x="127799" y="82353"/>
                  </a:cubicBezTo>
                  <a:cubicBezTo>
                    <a:pt x="127799" y="69585"/>
                    <a:pt x="138662" y="58733"/>
                    <a:pt x="151442" y="58733"/>
                  </a:cubicBezTo>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948" y="81077"/>
                    <a:pt x="281796" y="0"/>
                    <a:pt x="181474" y="0"/>
                  </a:cubicBezTo>
                </a:path>
              </a:pathLst>
            </a:custGeom>
            <a:solidFill>
              <a:srgbClr val="00A3E0"/>
            </a:solidFill>
            <a:ln w="6390" cap="flat">
              <a:noFill/>
              <a:prstDash val="solid"/>
              <a:miter/>
            </a:ln>
          </p:spPr>
          <p:txBody>
            <a:bodyPr rtlCol="0" anchor="ctr"/>
            <a:lstStyle/>
            <a:p>
              <a:endParaRPr lang="en-US"/>
            </a:p>
          </p:txBody>
        </p:sp>
      </p:grpSp>
      <p:grpSp>
        <p:nvGrpSpPr>
          <p:cNvPr id="529" name="Graphic 4">
            <a:extLst>
              <a:ext uri="{FF2B5EF4-FFF2-40B4-BE49-F238E27FC236}">
                <a16:creationId xmlns:a16="http://schemas.microsoft.com/office/drawing/2014/main" id="{5F1D855F-E2A2-BB48-9202-D5B7395000A1}"/>
              </a:ext>
            </a:extLst>
          </p:cNvPr>
          <p:cNvGrpSpPr>
            <a:grpSpLocks noChangeAspect="1"/>
          </p:cNvGrpSpPr>
          <p:nvPr/>
        </p:nvGrpSpPr>
        <p:grpSpPr>
          <a:xfrm>
            <a:off x="3608397" y="2371173"/>
            <a:ext cx="361670" cy="361333"/>
            <a:chOff x="3608397" y="2371173"/>
            <a:chExt cx="361670" cy="361333"/>
          </a:xfrm>
          <a:solidFill>
            <a:srgbClr val="00A3E0"/>
          </a:solidFill>
        </p:grpSpPr>
        <p:sp>
          <p:nvSpPr>
            <p:cNvPr id="530" name="Graphic 4">
              <a:extLst>
                <a:ext uri="{FF2B5EF4-FFF2-40B4-BE49-F238E27FC236}">
                  <a16:creationId xmlns:a16="http://schemas.microsoft.com/office/drawing/2014/main" id="{F4BB06CE-C082-FB46-853F-DC6BDB4903BA}"/>
                </a:ext>
              </a:extLst>
            </p:cNvPr>
            <p:cNvSpPr/>
            <p:nvPr/>
          </p:nvSpPr>
          <p:spPr>
            <a:xfrm>
              <a:off x="3608397"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180835 w 361670"/>
                <a:gd name="connsiteY5" fmla="*/ 349204 h 361333"/>
                <a:gd name="connsiteX6" fmla="*/ 12780 w 361670"/>
                <a:gd name="connsiteY6" fmla="*/ 181305 h 361333"/>
                <a:gd name="connsiteX7" fmla="*/ 180835 w 361670"/>
                <a:gd name="connsiteY7" fmla="*/ 13406 h 361333"/>
                <a:gd name="connsiteX8" fmla="*/ 348890 w 361670"/>
                <a:gd name="connsiteY8" fmla="*/ 181305 h 361333"/>
                <a:gd name="connsiteX9" fmla="*/ 180835 w 361670"/>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1157" y="0"/>
                    <a:pt x="180835" y="0"/>
                  </a:cubicBezTo>
                  <a:close/>
                  <a:moveTo>
                    <a:pt x="180835" y="349204"/>
                  </a:moveTo>
                  <a:cubicBezTo>
                    <a:pt x="88181" y="349204"/>
                    <a:pt x="12780" y="273873"/>
                    <a:pt x="12780" y="181305"/>
                  </a:cubicBezTo>
                  <a:cubicBezTo>
                    <a:pt x="12780" y="88738"/>
                    <a:pt x="88181" y="13406"/>
                    <a:pt x="180835" y="13406"/>
                  </a:cubicBezTo>
                  <a:cubicBezTo>
                    <a:pt x="273489" y="13406"/>
                    <a:pt x="348890" y="88738"/>
                    <a:pt x="348890" y="181305"/>
                  </a:cubicBezTo>
                  <a:cubicBezTo>
                    <a:pt x="348890"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531" name="Graphic 4">
              <a:extLst>
                <a:ext uri="{FF2B5EF4-FFF2-40B4-BE49-F238E27FC236}">
                  <a16:creationId xmlns:a16="http://schemas.microsoft.com/office/drawing/2014/main" id="{50E23A9A-56FB-A34D-9D82-C84C8C30D18F}"/>
                </a:ext>
              </a:extLst>
            </p:cNvPr>
            <p:cNvSpPr/>
            <p:nvPr/>
          </p:nvSpPr>
          <p:spPr>
            <a:xfrm>
              <a:off x="3699134" y="2440759"/>
              <a:ext cx="179557" cy="223439"/>
            </a:xfrm>
            <a:custGeom>
              <a:avLst/>
              <a:gdLst>
                <a:gd name="connsiteX0" fmla="*/ 155914 w 179557"/>
                <a:gd name="connsiteY0" fmla="*/ 21706 h 223439"/>
                <a:gd name="connsiteX1" fmla="*/ 143134 w 179557"/>
                <a:gd name="connsiteY1" fmla="*/ 25536 h 223439"/>
                <a:gd name="connsiteX2" fmla="*/ 137384 w 179557"/>
                <a:gd name="connsiteY2" fmla="*/ 15322 h 223439"/>
                <a:gd name="connsiteX3" fmla="*/ 120131 w 179557"/>
                <a:gd name="connsiteY3" fmla="*/ 8299 h 223439"/>
                <a:gd name="connsiteX4" fmla="*/ 106073 w 179557"/>
                <a:gd name="connsiteY4" fmla="*/ 13406 h 223439"/>
                <a:gd name="connsiteX5" fmla="*/ 101600 w 179557"/>
                <a:gd name="connsiteY5" fmla="*/ 7022 h 223439"/>
                <a:gd name="connsiteX6" fmla="*/ 84347 w 179557"/>
                <a:gd name="connsiteY6" fmla="*/ 0 h 223439"/>
                <a:gd name="connsiteX7" fmla="*/ 62621 w 179557"/>
                <a:gd name="connsiteY7" fmla="*/ 14045 h 223439"/>
                <a:gd name="connsiteX8" fmla="*/ 48563 w 179557"/>
                <a:gd name="connsiteY8" fmla="*/ 9576 h 223439"/>
                <a:gd name="connsiteX9" fmla="*/ 24282 w 179557"/>
                <a:gd name="connsiteY9" fmla="*/ 33835 h 223439"/>
                <a:gd name="connsiteX10" fmla="*/ 24282 w 179557"/>
                <a:gd name="connsiteY10" fmla="*/ 50433 h 223439"/>
                <a:gd name="connsiteX11" fmla="*/ 22365 w 179557"/>
                <a:gd name="connsiteY11" fmla="*/ 50433 h 223439"/>
                <a:gd name="connsiteX12" fmla="*/ 0 w 179557"/>
                <a:gd name="connsiteY12" fmla="*/ 72777 h 223439"/>
                <a:gd name="connsiteX13" fmla="*/ 0 w 179557"/>
                <a:gd name="connsiteY13" fmla="*/ 121296 h 223439"/>
                <a:gd name="connsiteX14" fmla="*/ 0 w 179557"/>
                <a:gd name="connsiteY14" fmla="*/ 123849 h 223439"/>
                <a:gd name="connsiteX15" fmla="*/ 30032 w 179557"/>
                <a:gd name="connsiteY15" fmla="*/ 178752 h 223439"/>
                <a:gd name="connsiteX16" fmla="*/ 35783 w 179557"/>
                <a:gd name="connsiteY16" fmla="*/ 189604 h 223439"/>
                <a:gd name="connsiteX17" fmla="*/ 35783 w 179557"/>
                <a:gd name="connsiteY17" fmla="*/ 217055 h 223439"/>
                <a:gd name="connsiteX18" fmla="*/ 42173 w 179557"/>
                <a:gd name="connsiteY18" fmla="*/ 223439 h 223439"/>
                <a:gd name="connsiteX19" fmla="*/ 48563 w 179557"/>
                <a:gd name="connsiteY19" fmla="*/ 217055 h 223439"/>
                <a:gd name="connsiteX20" fmla="*/ 48563 w 179557"/>
                <a:gd name="connsiteY20" fmla="*/ 189604 h 223439"/>
                <a:gd name="connsiteX21" fmla="*/ 37062 w 179557"/>
                <a:gd name="connsiteY21" fmla="*/ 168537 h 223439"/>
                <a:gd name="connsiteX22" fmla="*/ 12141 w 179557"/>
                <a:gd name="connsiteY22" fmla="*/ 123849 h 223439"/>
                <a:gd name="connsiteX23" fmla="*/ 12141 w 179557"/>
                <a:gd name="connsiteY23" fmla="*/ 73416 h 223439"/>
                <a:gd name="connsiteX24" fmla="*/ 21726 w 179557"/>
                <a:gd name="connsiteY24" fmla="*/ 63840 h 223439"/>
                <a:gd name="connsiteX25" fmla="*/ 23642 w 179557"/>
                <a:gd name="connsiteY25" fmla="*/ 63840 h 223439"/>
                <a:gd name="connsiteX26" fmla="*/ 23642 w 179557"/>
                <a:gd name="connsiteY26" fmla="*/ 95760 h 223439"/>
                <a:gd name="connsiteX27" fmla="*/ 30032 w 179557"/>
                <a:gd name="connsiteY27" fmla="*/ 102144 h 223439"/>
                <a:gd name="connsiteX28" fmla="*/ 36422 w 179557"/>
                <a:gd name="connsiteY28" fmla="*/ 95760 h 223439"/>
                <a:gd name="connsiteX29" fmla="*/ 36422 w 179557"/>
                <a:gd name="connsiteY29" fmla="*/ 33835 h 223439"/>
                <a:gd name="connsiteX30" fmla="*/ 47925 w 179557"/>
                <a:gd name="connsiteY30" fmla="*/ 22344 h 223439"/>
                <a:gd name="connsiteX31" fmla="*/ 56231 w 179557"/>
                <a:gd name="connsiteY31" fmla="*/ 25536 h 223439"/>
                <a:gd name="connsiteX32" fmla="*/ 59426 w 179557"/>
                <a:gd name="connsiteY32" fmla="*/ 32558 h 223439"/>
                <a:gd name="connsiteX33" fmla="*/ 59426 w 179557"/>
                <a:gd name="connsiteY33" fmla="*/ 62563 h 223439"/>
                <a:gd name="connsiteX34" fmla="*/ 65816 w 179557"/>
                <a:gd name="connsiteY34" fmla="*/ 68947 h 223439"/>
                <a:gd name="connsiteX35" fmla="*/ 72206 w 179557"/>
                <a:gd name="connsiteY35" fmla="*/ 62563 h 223439"/>
                <a:gd name="connsiteX36" fmla="*/ 72206 w 179557"/>
                <a:gd name="connsiteY36" fmla="*/ 33835 h 223439"/>
                <a:gd name="connsiteX37" fmla="*/ 72206 w 179557"/>
                <a:gd name="connsiteY37" fmla="*/ 33835 h 223439"/>
                <a:gd name="connsiteX38" fmla="*/ 72206 w 179557"/>
                <a:gd name="connsiteY38" fmla="*/ 32558 h 223439"/>
                <a:gd name="connsiteX39" fmla="*/ 72206 w 179557"/>
                <a:gd name="connsiteY39" fmla="*/ 24259 h 223439"/>
                <a:gd name="connsiteX40" fmla="*/ 83708 w 179557"/>
                <a:gd name="connsiteY40" fmla="*/ 12768 h 223439"/>
                <a:gd name="connsiteX41" fmla="*/ 92015 w 179557"/>
                <a:gd name="connsiteY41" fmla="*/ 15960 h 223439"/>
                <a:gd name="connsiteX42" fmla="*/ 95210 w 179557"/>
                <a:gd name="connsiteY42" fmla="*/ 24259 h 223439"/>
                <a:gd name="connsiteX43" fmla="*/ 95210 w 179557"/>
                <a:gd name="connsiteY43" fmla="*/ 31281 h 223439"/>
                <a:gd name="connsiteX44" fmla="*/ 95210 w 179557"/>
                <a:gd name="connsiteY44" fmla="*/ 32558 h 223439"/>
                <a:gd name="connsiteX45" fmla="*/ 95210 w 179557"/>
                <a:gd name="connsiteY45" fmla="*/ 51072 h 223439"/>
                <a:gd name="connsiteX46" fmla="*/ 95210 w 179557"/>
                <a:gd name="connsiteY46" fmla="*/ 51072 h 223439"/>
                <a:gd name="connsiteX47" fmla="*/ 95210 w 179557"/>
                <a:gd name="connsiteY47" fmla="*/ 62563 h 223439"/>
                <a:gd name="connsiteX48" fmla="*/ 101600 w 179557"/>
                <a:gd name="connsiteY48" fmla="*/ 68947 h 223439"/>
                <a:gd name="connsiteX49" fmla="*/ 107990 w 179557"/>
                <a:gd name="connsiteY49" fmla="*/ 62563 h 223439"/>
                <a:gd name="connsiteX50" fmla="*/ 107990 w 179557"/>
                <a:gd name="connsiteY50" fmla="*/ 31281 h 223439"/>
                <a:gd name="connsiteX51" fmla="*/ 119492 w 179557"/>
                <a:gd name="connsiteY51" fmla="*/ 20429 h 223439"/>
                <a:gd name="connsiteX52" fmla="*/ 127799 w 179557"/>
                <a:gd name="connsiteY52" fmla="*/ 23621 h 223439"/>
                <a:gd name="connsiteX53" fmla="*/ 130994 w 179557"/>
                <a:gd name="connsiteY53" fmla="*/ 31920 h 223439"/>
                <a:gd name="connsiteX54" fmla="*/ 130994 w 179557"/>
                <a:gd name="connsiteY54" fmla="*/ 45326 h 223439"/>
                <a:gd name="connsiteX55" fmla="*/ 130994 w 179557"/>
                <a:gd name="connsiteY55" fmla="*/ 45326 h 223439"/>
                <a:gd name="connsiteX56" fmla="*/ 130994 w 179557"/>
                <a:gd name="connsiteY56" fmla="*/ 63840 h 223439"/>
                <a:gd name="connsiteX57" fmla="*/ 137384 w 179557"/>
                <a:gd name="connsiteY57" fmla="*/ 70224 h 223439"/>
                <a:gd name="connsiteX58" fmla="*/ 143774 w 179557"/>
                <a:gd name="connsiteY58" fmla="*/ 63840 h 223439"/>
                <a:gd name="connsiteX59" fmla="*/ 143774 w 179557"/>
                <a:gd name="connsiteY59" fmla="*/ 61925 h 223439"/>
                <a:gd name="connsiteX60" fmla="*/ 143774 w 179557"/>
                <a:gd name="connsiteY60" fmla="*/ 61925 h 223439"/>
                <a:gd name="connsiteX61" fmla="*/ 143774 w 179557"/>
                <a:gd name="connsiteY61" fmla="*/ 45326 h 223439"/>
                <a:gd name="connsiteX62" fmla="*/ 155275 w 179557"/>
                <a:gd name="connsiteY62" fmla="*/ 33835 h 223439"/>
                <a:gd name="connsiteX63" fmla="*/ 163582 w 179557"/>
                <a:gd name="connsiteY63" fmla="*/ 37027 h 223439"/>
                <a:gd name="connsiteX64" fmla="*/ 166777 w 179557"/>
                <a:gd name="connsiteY64" fmla="*/ 45326 h 223439"/>
                <a:gd name="connsiteX65" fmla="*/ 166777 w 179557"/>
                <a:gd name="connsiteY65" fmla="*/ 65117 h 223439"/>
                <a:gd name="connsiteX66" fmla="*/ 166777 w 179557"/>
                <a:gd name="connsiteY66" fmla="*/ 65117 h 223439"/>
                <a:gd name="connsiteX67" fmla="*/ 166777 w 179557"/>
                <a:gd name="connsiteY67" fmla="*/ 127680 h 223439"/>
                <a:gd name="connsiteX68" fmla="*/ 150802 w 179557"/>
                <a:gd name="connsiteY68" fmla="*/ 166622 h 223439"/>
                <a:gd name="connsiteX69" fmla="*/ 143774 w 179557"/>
                <a:gd name="connsiteY69" fmla="*/ 184497 h 223439"/>
                <a:gd name="connsiteX70" fmla="*/ 143774 w 179557"/>
                <a:gd name="connsiteY70" fmla="*/ 214502 h 223439"/>
                <a:gd name="connsiteX71" fmla="*/ 150164 w 179557"/>
                <a:gd name="connsiteY71" fmla="*/ 220886 h 223439"/>
                <a:gd name="connsiteX72" fmla="*/ 156553 w 179557"/>
                <a:gd name="connsiteY72" fmla="*/ 214502 h 223439"/>
                <a:gd name="connsiteX73" fmla="*/ 156553 w 179557"/>
                <a:gd name="connsiteY73" fmla="*/ 184497 h 223439"/>
                <a:gd name="connsiteX74" fmla="*/ 160387 w 179557"/>
                <a:gd name="connsiteY74" fmla="*/ 175560 h 223439"/>
                <a:gd name="connsiteX75" fmla="*/ 179557 w 179557"/>
                <a:gd name="connsiteY75" fmla="*/ 127680 h 223439"/>
                <a:gd name="connsiteX76" fmla="*/ 179557 w 179557"/>
                <a:gd name="connsiteY76" fmla="*/ 65117 h 223439"/>
                <a:gd name="connsiteX77" fmla="*/ 179557 w 179557"/>
                <a:gd name="connsiteY77" fmla="*/ 46603 h 223439"/>
                <a:gd name="connsiteX78" fmla="*/ 179557 w 179557"/>
                <a:gd name="connsiteY78" fmla="*/ 45326 h 223439"/>
                <a:gd name="connsiteX79" fmla="*/ 172528 w 179557"/>
                <a:gd name="connsiteY79" fmla="*/ 28089 h 223439"/>
                <a:gd name="connsiteX80" fmla="*/ 155914 w 179557"/>
                <a:gd name="connsiteY80" fmla="*/ 21706 h 223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79557" h="223439">
                  <a:moveTo>
                    <a:pt x="155914" y="21706"/>
                  </a:moveTo>
                  <a:cubicBezTo>
                    <a:pt x="151441" y="21706"/>
                    <a:pt x="146969" y="22982"/>
                    <a:pt x="143134" y="25536"/>
                  </a:cubicBezTo>
                  <a:cubicBezTo>
                    <a:pt x="141856" y="21706"/>
                    <a:pt x="139939" y="18514"/>
                    <a:pt x="137384" y="15322"/>
                  </a:cubicBezTo>
                  <a:cubicBezTo>
                    <a:pt x="132911" y="10853"/>
                    <a:pt x="126521" y="8299"/>
                    <a:pt x="120131" y="8299"/>
                  </a:cubicBezTo>
                  <a:cubicBezTo>
                    <a:pt x="115019" y="8299"/>
                    <a:pt x="109907" y="10214"/>
                    <a:pt x="106073" y="13406"/>
                  </a:cubicBezTo>
                  <a:cubicBezTo>
                    <a:pt x="104795" y="11491"/>
                    <a:pt x="103517" y="8938"/>
                    <a:pt x="101600" y="7022"/>
                  </a:cubicBezTo>
                  <a:cubicBezTo>
                    <a:pt x="97127" y="2554"/>
                    <a:pt x="90737" y="0"/>
                    <a:pt x="84347" y="0"/>
                  </a:cubicBezTo>
                  <a:cubicBezTo>
                    <a:pt x="74762" y="0"/>
                    <a:pt x="66455" y="5746"/>
                    <a:pt x="62621" y="14045"/>
                  </a:cubicBezTo>
                  <a:cubicBezTo>
                    <a:pt x="58787" y="10853"/>
                    <a:pt x="53675" y="9576"/>
                    <a:pt x="48563" y="9576"/>
                  </a:cubicBezTo>
                  <a:cubicBezTo>
                    <a:pt x="35145" y="9576"/>
                    <a:pt x="24282" y="20429"/>
                    <a:pt x="24282" y="33835"/>
                  </a:cubicBezTo>
                  <a:lnTo>
                    <a:pt x="24282" y="50433"/>
                  </a:lnTo>
                  <a:lnTo>
                    <a:pt x="22365" y="50433"/>
                  </a:lnTo>
                  <a:cubicBezTo>
                    <a:pt x="10224" y="50433"/>
                    <a:pt x="0" y="60648"/>
                    <a:pt x="0" y="72777"/>
                  </a:cubicBezTo>
                  <a:lnTo>
                    <a:pt x="0" y="121296"/>
                  </a:lnTo>
                  <a:cubicBezTo>
                    <a:pt x="0" y="121934"/>
                    <a:pt x="0" y="122572"/>
                    <a:pt x="0" y="123849"/>
                  </a:cubicBezTo>
                  <a:cubicBezTo>
                    <a:pt x="639" y="145555"/>
                    <a:pt x="12141" y="166622"/>
                    <a:pt x="30032" y="178752"/>
                  </a:cubicBezTo>
                  <a:cubicBezTo>
                    <a:pt x="33867" y="181305"/>
                    <a:pt x="35783" y="185135"/>
                    <a:pt x="35783" y="189604"/>
                  </a:cubicBezTo>
                  <a:lnTo>
                    <a:pt x="35783" y="217055"/>
                  </a:lnTo>
                  <a:cubicBezTo>
                    <a:pt x="35783" y="220886"/>
                    <a:pt x="38340" y="223439"/>
                    <a:pt x="42173" y="223439"/>
                  </a:cubicBezTo>
                  <a:cubicBezTo>
                    <a:pt x="46007" y="223439"/>
                    <a:pt x="48563" y="220886"/>
                    <a:pt x="48563" y="217055"/>
                  </a:cubicBezTo>
                  <a:lnTo>
                    <a:pt x="48563" y="189604"/>
                  </a:lnTo>
                  <a:cubicBezTo>
                    <a:pt x="48563" y="181305"/>
                    <a:pt x="44090" y="173006"/>
                    <a:pt x="37062" y="168537"/>
                  </a:cubicBezTo>
                  <a:cubicBezTo>
                    <a:pt x="22365" y="158323"/>
                    <a:pt x="12780" y="141724"/>
                    <a:pt x="12141" y="123849"/>
                  </a:cubicBezTo>
                  <a:lnTo>
                    <a:pt x="12141" y="73416"/>
                  </a:lnTo>
                  <a:cubicBezTo>
                    <a:pt x="12141" y="68308"/>
                    <a:pt x="16614" y="63840"/>
                    <a:pt x="21726" y="63840"/>
                  </a:cubicBezTo>
                  <a:lnTo>
                    <a:pt x="23642" y="63840"/>
                  </a:lnTo>
                  <a:lnTo>
                    <a:pt x="23642" y="95760"/>
                  </a:lnTo>
                  <a:cubicBezTo>
                    <a:pt x="23642" y="99590"/>
                    <a:pt x="26199" y="102144"/>
                    <a:pt x="30032" y="102144"/>
                  </a:cubicBezTo>
                  <a:cubicBezTo>
                    <a:pt x="33867" y="102144"/>
                    <a:pt x="36422" y="99590"/>
                    <a:pt x="36422" y="95760"/>
                  </a:cubicBezTo>
                  <a:lnTo>
                    <a:pt x="36422" y="33835"/>
                  </a:lnTo>
                  <a:cubicBezTo>
                    <a:pt x="36422" y="27451"/>
                    <a:pt x="41535" y="22344"/>
                    <a:pt x="47925" y="22344"/>
                  </a:cubicBezTo>
                  <a:cubicBezTo>
                    <a:pt x="51119" y="22344"/>
                    <a:pt x="53675" y="23621"/>
                    <a:pt x="56231" y="25536"/>
                  </a:cubicBezTo>
                  <a:cubicBezTo>
                    <a:pt x="58148" y="27451"/>
                    <a:pt x="59426" y="30005"/>
                    <a:pt x="59426" y="32558"/>
                  </a:cubicBezTo>
                  <a:lnTo>
                    <a:pt x="59426" y="62563"/>
                  </a:lnTo>
                  <a:cubicBezTo>
                    <a:pt x="59426" y="66393"/>
                    <a:pt x="61982" y="68947"/>
                    <a:pt x="65816" y="68947"/>
                  </a:cubicBezTo>
                  <a:cubicBezTo>
                    <a:pt x="69650" y="68947"/>
                    <a:pt x="72206" y="66393"/>
                    <a:pt x="72206" y="62563"/>
                  </a:cubicBezTo>
                  <a:lnTo>
                    <a:pt x="72206" y="33835"/>
                  </a:lnTo>
                  <a:cubicBezTo>
                    <a:pt x="72206" y="33835"/>
                    <a:pt x="72206" y="33835"/>
                    <a:pt x="72206" y="33835"/>
                  </a:cubicBezTo>
                  <a:cubicBezTo>
                    <a:pt x="72206" y="33197"/>
                    <a:pt x="72206" y="33197"/>
                    <a:pt x="72206" y="32558"/>
                  </a:cubicBezTo>
                  <a:lnTo>
                    <a:pt x="72206" y="24259"/>
                  </a:lnTo>
                  <a:cubicBezTo>
                    <a:pt x="72206" y="17875"/>
                    <a:pt x="77318" y="12768"/>
                    <a:pt x="83708" y="12768"/>
                  </a:cubicBezTo>
                  <a:cubicBezTo>
                    <a:pt x="86903" y="12768"/>
                    <a:pt x="89459" y="14045"/>
                    <a:pt x="92015" y="15960"/>
                  </a:cubicBezTo>
                  <a:cubicBezTo>
                    <a:pt x="94571" y="17875"/>
                    <a:pt x="95210" y="21067"/>
                    <a:pt x="95210" y="24259"/>
                  </a:cubicBezTo>
                  <a:lnTo>
                    <a:pt x="95210" y="31281"/>
                  </a:lnTo>
                  <a:cubicBezTo>
                    <a:pt x="95210" y="31920"/>
                    <a:pt x="95210" y="31920"/>
                    <a:pt x="95210" y="32558"/>
                  </a:cubicBezTo>
                  <a:lnTo>
                    <a:pt x="95210" y="51072"/>
                  </a:lnTo>
                  <a:cubicBezTo>
                    <a:pt x="95210" y="51072"/>
                    <a:pt x="95210" y="51072"/>
                    <a:pt x="95210" y="51072"/>
                  </a:cubicBezTo>
                  <a:lnTo>
                    <a:pt x="95210" y="62563"/>
                  </a:lnTo>
                  <a:cubicBezTo>
                    <a:pt x="95210" y="66393"/>
                    <a:pt x="97766" y="68947"/>
                    <a:pt x="101600" y="68947"/>
                  </a:cubicBezTo>
                  <a:cubicBezTo>
                    <a:pt x="105434" y="68947"/>
                    <a:pt x="107990" y="66393"/>
                    <a:pt x="107990" y="62563"/>
                  </a:cubicBezTo>
                  <a:lnTo>
                    <a:pt x="107990" y="31281"/>
                  </a:lnTo>
                  <a:cubicBezTo>
                    <a:pt x="108629" y="25536"/>
                    <a:pt x="113741" y="20429"/>
                    <a:pt x="119492" y="20429"/>
                  </a:cubicBezTo>
                  <a:cubicBezTo>
                    <a:pt x="122686" y="20429"/>
                    <a:pt x="125243" y="21706"/>
                    <a:pt x="127799" y="23621"/>
                  </a:cubicBezTo>
                  <a:cubicBezTo>
                    <a:pt x="129716" y="25536"/>
                    <a:pt x="130994" y="28728"/>
                    <a:pt x="130994" y="31920"/>
                  </a:cubicBezTo>
                  <a:lnTo>
                    <a:pt x="130994" y="45326"/>
                  </a:lnTo>
                  <a:cubicBezTo>
                    <a:pt x="130994" y="45326"/>
                    <a:pt x="130994" y="45326"/>
                    <a:pt x="130994" y="45326"/>
                  </a:cubicBezTo>
                  <a:lnTo>
                    <a:pt x="130994" y="63840"/>
                  </a:lnTo>
                  <a:cubicBezTo>
                    <a:pt x="130994" y="67670"/>
                    <a:pt x="133549" y="70224"/>
                    <a:pt x="137384" y="70224"/>
                  </a:cubicBezTo>
                  <a:cubicBezTo>
                    <a:pt x="141217" y="70224"/>
                    <a:pt x="143774" y="67670"/>
                    <a:pt x="143774" y="63840"/>
                  </a:cubicBezTo>
                  <a:lnTo>
                    <a:pt x="143774" y="61925"/>
                  </a:lnTo>
                  <a:cubicBezTo>
                    <a:pt x="143774" y="61925"/>
                    <a:pt x="143774" y="61925"/>
                    <a:pt x="143774" y="61925"/>
                  </a:cubicBezTo>
                  <a:lnTo>
                    <a:pt x="143774" y="45326"/>
                  </a:lnTo>
                  <a:cubicBezTo>
                    <a:pt x="143774" y="38942"/>
                    <a:pt x="148885" y="33835"/>
                    <a:pt x="155275" y="33835"/>
                  </a:cubicBezTo>
                  <a:cubicBezTo>
                    <a:pt x="158470" y="33835"/>
                    <a:pt x="161026" y="35112"/>
                    <a:pt x="163582" y="37027"/>
                  </a:cubicBezTo>
                  <a:cubicBezTo>
                    <a:pt x="165499" y="38942"/>
                    <a:pt x="166777" y="42134"/>
                    <a:pt x="166777" y="45326"/>
                  </a:cubicBezTo>
                  <a:lnTo>
                    <a:pt x="166777" y="65117"/>
                  </a:lnTo>
                  <a:cubicBezTo>
                    <a:pt x="166777" y="65117"/>
                    <a:pt x="166777" y="65117"/>
                    <a:pt x="166777" y="65117"/>
                  </a:cubicBezTo>
                  <a:lnTo>
                    <a:pt x="166777" y="127680"/>
                  </a:lnTo>
                  <a:cubicBezTo>
                    <a:pt x="166777" y="142363"/>
                    <a:pt x="161026" y="156408"/>
                    <a:pt x="150802" y="166622"/>
                  </a:cubicBezTo>
                  <a:cubicBezTo>
                    <a:pt x="146329" y="171729"/>
                    <a:pt x="143774" y="178113"/>
                    <a:pt x="143774" y="184497"/>
                  </a:cubicBezTo>
                  <a:lnTo>
                    <a:pt x="143774" y="214502"/>
                  </a:lnTo>
                  <a:cubicBezTo>
                    <a:pt x="143774" y="218332"/>
                    <a:pt x="146329" y="220886"/>
                    <a:pt x="150164" y="220886"/>
                  </a:cubicBezTo>
                  <a:cubicBezTo>
                    <a:pt x="153997" y="220886"/>
                    <a:pt x="156553" y="218332"/>
                    <a:pt x="156553" y="214502"/>
                  </a:cubicBezTo>
                  <a:lnTo>
                    <a:pt x="156553" y="184497"/>
                  </a:lnTo>
                  <a:cubicBezTo>
                    <a:pt x="156553" y="181305"/>
                    <a:pt x="157831" y="178113"/>
                    <a:pt x="160387" y="175560"/>
                  </a:cubicBezTo>
                  <a:cubicBezTo>
                    <a:pt x="172528" y="162792"/>
                    <a:pt x="179557" y="145555"/>
                    <a:pt x="179557" y="127680"/>
                  </a:cubicBezTo>
                  <a:lnTo>
                    <a:pt x="179557" y="65117"/>
                  </a:lnTo>
                  <a:lnTo>
                    <a:pt x="179557" y="46603"/>
                  </a:lnTo>
                  <a:lnTo>
                    <a:pt x="179557" y="45326"/>
                  </a:lnTo>
                  <a:cubicBezTo>
                    <a:pt x="179557" y="38942"/>
                    <a:pt x="177001" y="32558"/>
                    <a:pt x="172528" y="28089"/>
                  </a:cubicBezTo>
                  <a:cubicBezTo>
                    <a:pt x="168694" y="24259"/>
                    <a:pt x="162304" y="21706"/>
                    <a:pt x="155914" y="21706"/>
                  </a:cubicBezTo>
                  <a:close/>
                </a:path>
              </a:pathLst>
            </a:custGeom>
            <a:solidFill>
              <a:srgbClr val="00A3E0"/>
            </a:solidFill>
            <a:ln w="6390" cap="flat">
              <a:noFill/>
              <a:prstDash val="solid"/>
              <a:miter/>
            </a:ln>
          </p:spPr>
          <p:txBody>
            <a:bodyPr rtlCol="0" anchor="ctr"/>
            <a:lstStyle/>
            <a:p>
              <a:endParaRPr lang="en-US"/>
            </a:p>
          </p:txBody>
        </p:sp>
      </p:grpSp>
      <p:sp>
        <p:nvSpPr>
          <p:cNvPr id="532" name="Graphic 4">
            <a:extLst>
              <a:ext uri="{FF2B5EF4-FFF2-40B4-BE49-F238E27FC236}">
                <a16:creationId xmlns:a16="http://schemas.microsoft.com/office/drawing/2014/main" id="{CE1294A4-FE23-1746-8C40-A24780C01623}"/>
              </a:ext>
            </a:extLst>
          </p:cNvPr>
          <p:cNvSpPr>
            <a:spLocks noChangeAspect="1"/>
          </p:cNvSpPr>
          <p:nvPr/>
        </p:nvSpPr>
        <p:spPr>
          <a:xfrm>
            <a:off x="4046108" y="237117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70933 w 361670"/>
              <a:gd name="connsiteY5" fmla="*/ 117465 h 361333"/>
              <a:gd name="connsiteX6" fmla="*/ 270933 w 361670"/>
              <a:gd name="connsiteY6" fmla="*/ 135979 h 361333"/>
              <a:gd name="connsiteX7" fmla="*/ 270933 w 361670"/>
              <a:gd name="connsiteY7" fmla="*/ 198542 h 361333"/>
              <a:gd name="connsiteX8" fmla="*/ 251763 w 361670"/>
              <a:gd name="connsiteY8" fmla="*/ 246422 h 361333"/>
              <a:gd name="connsiteX9" fmla="*/ 247929 w 361670"/>
              <a:gd name="connsiteY9" fmla="*/ 255359 h 361333"/>
              <a:gd name="connsiteX10" fmla="*/ 247929 w 361670"/>
              <a:gd name="connsiteY10" fmla="*/ 285364 h 361333"/>
              <a:gd name="connsiteX11" fmla="*/ 241540 w 361670"/>
              <a:gd name="connsiteY11" fmla="*/ 291748 h 361333"/>
              <a:gd name="connsiteX12" fmla="*/ 235150 w 361670"/>
              <a:gd name="connsiteY12" fmla="*/ 285364 h 361333"/>
              <a:gd name="connsiteX13" fmla="*/ 235150 w 361670"/>
              <a:gd name="connsiteY13" fmla="*/ 255359 h 361333"/>
              <a:gd name="connsiteX14" fmla="*/ 242178 w 361670"/>
              <a:gd name="connsiteY14" fmla="*/ 237484 h 361333"/>
              <a:gd name="connsiteX15" fmla="*/ 258153 w 361670"/>
              <a:gd name="connsiteY15" fmla="*/ 198542 h 361333"/>
              <a:gd name="connsiteX16" fmla="*/ 258153 w 361670"/>
              <a:gd name="connsiteY16" fmla="*/ 135979 h 361333"/>
              <a:gd name="connsiteX17" fmla="*/ 258153 w 361670"/>
              <a:gd name="connsiteY17" fmla="*/ 118104 h 361333"/>
              <a:gd name="connsiteX18" fmla="*/ 258153 w 361670"/>
              <a:gd name="connsiteY18" fmla="*/ 116189 h 361333"/>
              <a:gd name="connsiteX19" fmla="*/ 254958 w 361670"/>
              <a:gd name="connsiteY19" fmla="*/ 107889 h 361333"/>
              <a:gd name="connsiteX20" fmla="*/ 246651 w 361670"/>
              <a:gd name="connsiteY20" fmla="*/ 104697 h 361333"/>
              <a:gd name="connsiteX21" fmla="*/ 235150 w 361670"/>
              <a:gd name="connsiteY21" fmla="*/ 116189 h 361333"/>
              <a:gd name="connsiteX22" fmla="*/ 235150 w 361670"/>
              <a:gd name="connsiteY22" fmla="*/ 132787 h 361333"/>
              <a:gd name="connsiteX23" fmla="*/ 235150 w 361670"/>
              <a:gd name="connsiteY23" fmla="*/ 132787 h 361333"/>
              <a:gd name="connsiteX24" fmla="*/ 235150 w 361670"/>
              <a:gd name="connsiteY24" fmla="*/ 134702 h 361333"/>
              <a:gd name="connsiteX25" fmla="*/ 228760 w 361670"/>
              <a:gd name="connsiteY25" fmla="*/ 141086 h 361333"/>
              <a:gd name="connsiteX26" fmla="*/ 222370 w 361670"/>
              <a:gd name="connsiteY26" fmla="*/ 134702 h 361333"/>
              <a:gd name="connsiteX27" fmla="*/ 222370 w 361670"/>
              <a:gd name="connsiteY27" fmla="*/ 116189 h 361333"/>
              <a:gd name="connsiteX28" fmla="*/ 222370 w 361670"/>
              <a:gd name="connsiteY28" fmla="*/ 116189 h 361333"/>
              <a:gd name="connsiteX29" fmla="*/ 222370 w 361670"/>
              <a:gd name="connsiteY29" fmla="*/ 102782 h 361333"/>
              <a:gd name="connsiteX30" fmla="*/ 219175 w 361670"/>
              <a:gd name="connsiteY30" fmla="*/ 94483 h 361333"/>
              <a:gd name="connsiteX31" fmla="*/ 210868 w 361670"/>
              <a:gd name="connsiteY31" fmla="*/ 91291 h 361333"/>
              <a:gd name="connsiteX32" fmla="*/ 199366 w 361670"/>
              <a:gd name="connsiteY32" fmla="*/ 102144 h 361333"/>
              <a:gd name="connsiteX33" fmla="*/ 199366 w 361670"/>
              <a:gd name="connsiteY33" fmla="*/ 133425 h 361333"/>
              <a:gd name="connsiteX34" fmla="*/ 192976 w 361670"/>
              <a:gd name="connsiteY34" fmla="*/ 139809 h 361333"/>
              <a:gd name="connsiteX35" fmla="*/ 186586 w 361670"/>
              <a:gd name="connsiteY35" fmla="*/ 133425 h 361333"/>
              <a:gd name="connsiteX36" fmla="*/ 186586 w 361670"/>
              <a:gd name="connsiteY36" fmla="*/ 121934 h 361333"/>
              <a:gd name="connsiteX37" fmla="*/ 186586 w 361670"/>
              <a:gd name="connsiteY37" fmla="*/ 121934 h 361333"/>
              <a:gd name="connsiteX38" fmla="*/ 186586 w 361670"/>
              <a:gd name="connsiteY38" fmla="*/ 103421 h 361333"/>
              <a:gd name="connsiteX39" fmla="*/ 186586 w 361670"/>
              <a:gd name="connsiteY39" fmla="*/ 102144 h 361333"/>
              <a:gd name="connsiteX40" fmla="*/ 186586 w 361670"/>
              <a:gd name="connsiteY40" fmla="*/ 95121 h 361333"/>
              <a:gd name="connsiteX41" fmla="*/ 183391 w 361670"/>
              <a:gd name="connsiteY41" fmla="*/ 86822 h 361333"/>
              <a:gd name="connsiteX42" fmla="*/ 175084 w 361670"/>
              <a:gd name="connsiteY42" fmla="*/ 83630 h 361333"/>
              <a:gd name="connsiteX43" fmla="*/ 163582 w 361670"/>
              <a:gd name="connsiteY43" fmla="*/ 95121 h 361333"/>
              <a:gd name="connsiteX44" fmla="*/ 163582 w 361670"/>
              <a:gd name="connsiteY44" fmla="*/ 103421 h 361333"/>
              <a:gd name="connsiteX45" fmla="*/ 163582 w 361670"/>
              <a:gd name="connsiteY45" fmla="*/ 104697 h 361333"/>
              <a:gd name="connsiteX46" fmla="*/ 163582 w 361670"/>
              <a:gd name="connsiteY46" fmla="*/ 104697 h 361333"/>
              <a:gd name="connsiteX47" fmla="*/ 163582 w 361670"/>
              <a:gd name="connsiteY47" fmla="*/ 133425 h 361333"/>
              <a:gd name="connsiteX48" fmla="*/ 157192 w 361670"/>
              <a:gd name="connsiteY48" fmla="*/ 139809 h 361333"/>
              <a:gd name="connsiteX49" fmla="*/ 150802 w 361670"/>
              <a:gd name="connsiteY49" fmla="*/ 133425 h 361333"/>
              <a:gd name="connsiteX50" fmla="*/ 150802 w 361670"/>
              <a:gd name="connsiteY50" fmla="*/ 103421 h 361333"/>
              <a:gd name="connsiteX51" fmla="*/ 147607 w 361670"/>
              <a:gd name="connsiteY51" fmla="*/ 96398 h 361333"/>
              <a:gd name="connsiteX52" fmla="*/ 139301 w 361670"/>
              <a:gd name="connsiteY52" fmla="*/ 93206 h 361333"/>
              <a:gd name="connsiteX53" fmla="*/ 127799 w 361670"/>
              <a:gd name="connsiteY53" fmla="*/ 104697 h 361333"/>
              <a:gd name="connsiteX54" fmla="*/ 127799 w 361670"/>
              <a:gd name="connsiteY54" fmla="*/ 165345 h 361333"/>
              <a:gd name="connsiteX55" fmla="*/ 121409 w 361670"/>
              <a:gd name="connsiteY55" fmla="*/ 171729 h 361333"/>
              <a:gd name="connsiteX56" fmla="*/ 115019 w 361670"/>
              <a:gd name="connsiteY56" fmla="*/ 165345 h 361333"/>
              <a:gd name="connsiteX57" fmla="*/ 115019 w 361670"/>
              <a:gd name="connsiteY57" fmla="*/ 133425 h 361333"/>
              <a:gd name="connsiteX58" fmla="*/ 113102 w 361670"/>
              <a:gd name="connsiteY58" fmla="*/ 133425 h 361333"/>
              <a:gd name="connsiteX59" fmla="*/ 103517 w 361670"/>
              <a:gd name="connsiteY59" fmla="*/ 143001 h 361333"/>
              <a:gd name="connsiteX60" fmla="*/ 103517 w 361670"/>
              <a:gd name="connsiteY60" fmla="*/ 191519 h 361333"/>
              <a:gd name="connsiteX61" fmla="*/ 103517 w 361670"/>
              <a:gd name="connsiteY61" fmla="*/ 193435 h 361333"/>
              <a:gd name="connsiteX62" fmla="*/ 128438 w 361670"/>
              <a:gd name="connsiteY62" fmla="*/ 238123 h 361333"/>
              <a:gd name="connsiteX63" fmla="*/ 139939 w 361670"/>
              <a:gd name="connsiteY63" fmla="*/ 259190 h 361333"/>
              <a:gd name="connsiteX64" fmla="*/ 139939 w 361670"/>
              <a:gd name="connsiteY64" fmla="*/ 286641 h 361333"/>
              <a:gd name="connsiteX65" fmla="*/ 133549 w 361670"/>
              <a:gd name="connsiteY65" fmla="*/ 293025 h 361333"/>
              <a:gd name="connsiteX66" fmla="*/ 127160 w 361670"/>
              <a:gd name="connsiteY66" fmla="*/ 286641 h 361333"/>
              <a:gd name="connsiteX67" fmla="*/ 127160 w 361670"/>
              <a:gd name="connsiteY67" fmla="*/ 259190 h 361333"/>
              <a:gd name="connsiteX68" fmla="*/ 121409 w 361670"/>
              <a:gd name="connsiteY68" fmla="*/ 248337 h 361333"/>
              <a:gd name="connsiteX69" fmla="*/ 91376 w 361670"/>
              <a:gd name="connsiteY69" fmla="*/ 193435 h 361333"/>
              <a:gd name="connsiteX70" fmla="*/ 91376 w 361670"/>
              <a:gd name="connsiteY70" fmla="*/ 190881 h 361333"/>
              <a:gd name="connsiteX71" fmla="*/ 91376 w 361670"/>
              <a:gd name="connsiteY71" fmla="*/ 141724 h 361333"/>
              <a:gd name="connsiteX72" fmla="*/ 113741 w 361670"/>
              <a:gd name="connsiteY72" fmla="*/ 119381 h 361333"/>
              <a:gd name="connsiteX73" fmla="*/ 115658 w 361670"/>
              <a:gd name="connsiteY73" fmla="*/ 119381 h 361333"/>
              <a:gd name="connsiteX74" fmla="*/ 115658 w 361670"/>
              <a:gd name="connsiteY74" fmla="*/ 103421 h 361333"/>
              <a:gd name="connsiteX75" fmla="*/ 139939 w 361670"/>
              <a:gd name="connsiteY75" fmla="*/ 79162 h 361333"/>
              <a:gd name="connsiteX76" fmla="*/ 153997 w 361670"/>
              <a:gd name="connsiteY76" fmla="*/ 83630 h 361333"/>
              <a:gd name="connsiteX77" fmla="*/ 175723 w 361670"/>
              <a:gd name="connsiteY77" fmla="*/ 69586 h 361333"/>
              <a:gd name="connsiteX78" fmla="*/ 192976 w 361670"/>
              <a:gd name="connsiteY78" fmla="*/ 76608 h 361333"/>
              <a:gd name="connsiteX79" fmla="*/ 197449 w 361670"/>
              <a:gd name="connsiteY79" fmla="*/ 82992 h 361333"/>
              <a:gd name="connsiteX80" fmla="*/ 211507 w 361670"/>
              <a:gd name="connsiteY80" fmla="*/ 77885 h 361333"/>
              <a:gd name="connsiteX81" fmla="*/ 228760 w 361670"/>
              <a:gd name="connsiteY81" fmla="*/ 84907 h 361333"/>
              <a:gd name="connsiteX82" fmla="*/ 234511 w 361670"/>
              <a:gd name="connsiteY82" fmla="*/ 95121 h 361333"/>
              <a:gd name="connsiteX83" fmla="*/ 247291 w 361670"/>
              <a:gd name="connsiteY83" fmla="*/ 91291 h 361333"/>
              <a:gd name="connsiteX84" fmla="*/ 264543 w 361670"/>
              <a:gd name="connsiteY84" fmla="*/ 98313 h 361333"/>
              <a:gd name="connsiteX85" fmla="*/ 271572 w 361670"/>
              <a:gd name="connsiteY85" fmla="*/ 115550 h 361333"/>
              <a:gd name="connsiteX86" fmla="*/ 271572 w 361670"/>
              <a:gd name="connsiteY86" fmla="*/ 11746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61670" h="361333">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1157" y="0"/>
                  <a:pt x="180835" y="0"/>
                </a:cubicBezTo>
                <a:close/>
                <a:moveTo>
                  <a:pt x="270933" y="117465"/>
                </a:moveTo>
                <a:lnTo>
                  <a:pt x="270933" y="135979"/>
                </a:lnTo>
                <a:lnTo>
                  <a:pt x="270933" y="198542"/>
                </a:lnTo>
                <a:cubicBezTo>
                  <a:pt x="270933" y="216417"/>
                  <a:pt x="263904" y="233654"/>
                  <a:pt x="251763" y="246422"/>
                </a:cubicBezTo>
                <a:cubicBezTo>
                  <a:pt x="249208" y="248975"/>
                  <a:pt x="247929" y="252167"/>
                  <a:pt x="247929" y="255359"/>
                </a:cubicBezTo>
                <a:lnTo>
                  <a:pt x="247929" y="285364"/>
                </a:lnTo>
                <a:cubicBezTo>
                  <a:pt x="247929" y="289195"/>
                  <a:pt x="245373" y="291748"/>
                  <a:pt x="241540" y="291748"/>
                </a:cubicBezTo>
                <a:cubicBezTo>
                  <a:pt x="237706" y="291748"/>
                  <a:pt x="235150" y="289195"/>
                  <a:pt x="235150" y="285364"/>
                </a:cubicBezTo>
                <a:lnTo>
                  <a:pt x="235150" y="255359"/>
                </a:lnTo>
                <a:cubicBezTo>
                  <a:pt x="235150" y="248975"/>
                  <a:pt x="237706" y="242591"/>
                  <a:pt x="242178" y="237484"/>
                </a:cubicBezTo>
                <a:cubicBezTo>
                  <a:pt x="252403" y="226631"/>
                  <a:pt x="258153" y="213225"/>
                  <a:pt x="258153" y="198542"/>
                </a:cubicBezTo>
                <a:lnTo>
                  <a:pt x="258153" y="135979"/>
                </a:lnTo>
                <a:lnTo>
                  <a:pt x="258153" y="118104"/>
                </a:lnTo>
                <a:lnTo>
                  <a:pt x="258153" y="116189"/>
                </a:lnTo>
                <a:cubicBezTo>
                  <a:pt x="258153" y="112997"/>
                  <a:pt x="256876" y="110443"/>
                  <a:pt x="254958" y="107889"/>
                </a:cubicBezTo>
                <a:cubicBezTo>
                  <a:pt x="253041" y="105974"/>
                  <a:pt x="249846" y="104697"/>
                  <a:pt x="246651" y="104697"/>
                </a:cubicBezTo>
                <a:cubicBezTo>
                  <a:pt x="240261" y="104697"/>
                  <a:pt x="235150" y="109805"/>
                  <a:pt x="235150" y="116189"/>
                </a:cubicBezTo>
                <a:lnTo>
                  <a:pt x="235150" y="132787"/>
                </a:lnTo>
                <a:cubicBezTo>
                  <a:pt x="235150" y="132787"/>
                  <a:pt x="235150" y="132787"/>
                  <a:pt x="235150" y="132787"/>
                </a:cubicBezTo>
                <a:lnTo>
                  <a:pt x="235150" y="134702"/>
                </a:lnTo>
                <a:cubicBezTo>
                  <a:pt x="235150" y="138533"/>
                  <a:pt x="232593" y="141086"/>
                  <a:pt x="228760" y="141086"/>
                </a:cubicBezTo>
                <a:cubicBezTo>
                  <a:pt x="224926" y="141086"/>
                  <a:pt x="222370" y="138533"/>
                  <a:pt x="222370" y="134702"/>
                </a:cubicBezTo>
                <a:lnTo>
                  <a:pt x="222370" y="116189"/>
                </a:lnTo>
                <a:cubicBezTo>
                  <a:pt x="222370" y="116189"/>
                  <a:pt x="222370" y="116189"/>
                  <a:pt x="222370" y="116189"/>
                </a:cubicBezTo>
                <a:lnTo>
                  <a:pt x="222370" y="102782"/>
                </a:lnTo>
                <a:cubicBezTo>
                  <a:pt x="222370" y="99590"/>
                  <a:pt x="221092" y="97037"/>
                  <a:pt x="219175" y="94483"/>
                </a:cubicBezTo>
                <a:cubicBezTo>
                  <a:pt x="217258" y="92568"/>
                  <a:pt x="214063" y="91291"/>
                  <a:pt x="210868" y="91291"/>
                </a:cubicBezTo>
                <a:cubicBezTo>
                  <a:pt x="205117" y="91291"/>
                  <a:pt x="200005" y="95760"/>
                  <a:pt x="199366" y="102144"/>
                </a:cubicBezTo>
                <a:lnTo>
                  <a:pt x="199366" y="133425"/>
                </a:lnTo>
                <a:cubicBezTo>
                  <a:pt x="199366" y="137256"/>
                  <a:pt x="196810" y="139809"/>
                  <a:pt x="192976" y="139809"/>
                </a:cubicBezTo>
                <a:cubicBezTo>
                  <a:pt x="189142" y="139809"/>
                  <a:pt x="186586" y="137256"/>
                  <a:pt x="186586" y="133425"/>
                </a:cubicBezTo>
                <a:lnTo>
                  <a:pt x="186586" y="121934"/>
                </a:lnTo>
                <a:cubicBezTo>
                  <a:pt x="186586" y="121934"/>
                  <a:pt x="186586" y="121934"/>
                  <a:pt x="186586" y="121934"/>
                </a:cubicBezTo>
                <a:lnTo>
                  <a:pt x="186586" y="103421"/>
                </a:lnTo>
                <a:cubicBezTo>
                  <a:pt x="186586" y="102782"/>
                  <a:pt x="186586" y="102144"/>
                  <a:pt x="186586" y="102144"/>
                </a:cubicBezTo>
                <a:lnTo>
                  <a:pt x="186586" y="95121"/>
                </a:lnTo>
                <a:cubicBezTo>
                  <a:pt x="186586" y="91930"/>
                  <a:pt x="185308" y="89376"/>
                  <a:pt x="183391" y="86822"/>
                </a:cubicBezTo>
                <a:cubicBezTo>
                  <a:pt x="181474" y="84907"/>
                  <a:pt x="178279" y="83630"/>
                  <a:pt x="175084" y="83630"/>
                </a:cubicBezTo>
                <a:cubicBezTo>
                  <a:pt x="168694" y="83630"/>
                  <a:pt x="163582" y="88738"/>
                  <a:pt x="163582" y="95121"/>
                </a:cubicBezTo>
                <a:lnTo>
                  <a:pt x="163582" y="103421"/>
                </a:lnTo>
                <a:cubicBezTo>
                  <a:pt x="163582" y="104059"/>
                  <a:pt x="163582" y="104059"/>
                  <a:pt x="163582" y="104697"/>
                </a:cubicBezTo>
                <a:cubicBezTo>
                  <a:pt x="163582" y="104697"/>
                  <a:pt x="163582" y="104697"/>
                  <a:pt x="163582" y="104697"/>
                </a:cubicBezTo>
                <a:lnTo>
                  <a:pt x="163582" y="133425"/>
                </a:lnTo>
                <a:cubicBezTo>
                  <a:pt x="163582" y="137256"/>
                  <a:pt x="161027" y="139809"/>
                  <a:pt x="157192" y="139809"/>
                </a:cubicBezTo>
                <a:cubicBezTo>
                  <a:pt x="153358" y="139809"/>
                  <a:pt x="150802" y="137256"/>
                  <a:pt x="150802" y="133425"/>
                </a:cubicBezTo>
                <a:lnTo>
                  <a:pt x="150802" y="103421"/>
                </a:lnTo>
                <a:cubicBezTo>
                  <a:pt x="150802" y="100867"/>
                  <a:pt x="149524" y="98313"/>
                  <a:pt x="147607" y="96398"/>
                </a:cubicBezTo>
                <a:cubicBezTo>
                  <a:pt x="145690" y="94483"/>
                  <a:pt x="142496" y="93206"/>
                  <a:pt x="139301" y="93206"/>
                </a:cubicBezTo>
                <a:cubicBezTo>
                  <a:pt x="132911" y="93206"/>
                  <a:pt x="127799" y="98313"/>
                  <a:pt x="127799" y="104697"/>
                </a:cubicBezTo>
                <a:lnTo>
                  <a:pt x="127799" y="165345"/>
                </a:lnTo>
                <a:cubicBezTo>
                  <a:pt x="127799" y="169176"/>
                  <a:pt x="125243" y="171729"/>
                  <a:pt x="121409" y="171729"/>
                </a:cubicBezTo>
                <a:cubicBezTo>
                  <a:pt x="117575" y="171729"/>
                  <a:pt x="115019" y="169176"/>
                  <a:pt x="115019" y="165345"/>
                </a:cubicBezTo>
                <a:lnTo>
                  <a:pt x="115019" y="133425"/>
                </a:lnTo>
                <a:lnTo>
                  <a:pt x="113102" y="133425"/>
                </a:lnTo>
                <a:cubicBezTo>
                  <a:pt x="107990" y="133425"/>
                  <a:pt x="103517" y="137894"/>
                  <a:pt x="103517" y="143001"/>
                </a:cubicBezTo>
                <a:lnTo>
                  <a:pt x="103517" y="191519"/>
                </a:lnTo>
                <a:cubicBezTo>
                  <a:pt x="103517" y="192158"/>
                  <a:pt x="103517" y="192796"/>
                  <a:pt x="103517" y="193435"/>
                </a:cubicBezTo>
                <a:cubicBezTo>
                  <a:pt x="104156" y="211310"/>
                  <a:pt x="113102" y="227908"/>
                  <a:pt x="128438" y="238123"/>
                </a:cubicBezTo>
                <a:cubicBezTo>
                  <a:pt x="135467" y="243230"/>
                  <a:pt x="139939" y="250891"/>
                  <a:pt x="139939" y="259190"/>
                </a:cubicBezTo>
                <a:lnTo>
                  <a:pt x="139939" y="286641"/>
                </a:lnTo>
                <a:cubicBezTo>
                  <a:pt x="139939" y="290471"/>
                  <a:pt x="137384" y="293025"/>
                  <a:pt x="133549" y="293025"/>
                </a:cubicBezTo>
                <a:cubicBezTo>
                  <a:pt x="129716" y="293025"/>
                  <a:pt x="127160" y="290471"/>
                  <a:pt x="127160" y="286641"/>
                </a:cubicBezTo>
                <a:lnTo>
                  <a:pt x="127160" y="259190"/>
                </a:lnTo>
                <a:cubicBezTo>
                  <a:pt x="127160" y="254721"/>
                  <a:pt x="125243" y="250891"/>
                  <a:pt x="121409" y="248337"/>
                </a:cubicBezTo>
                <a:cubicBezTo>
                  <a:pt x="102878" y="236207"/>
                  <a:pt x="92015" y="215140"/>
                  <a:pt x="91376" y="193435"/>
                </a:cubicBezTo>
                <a:cubicBezTo>
                  <a:pt x="91376" y="192796"/>
                  <a:pt x="91376" y="192158"/>
                  <a:pt x="91376" y="190881"/>
                </a:cubicBezTo>
                <a:lnTo>
                  <a:pt x="91376" y="141724"/>
                </a:lnTo>
                <a:cubicBezTo>
                  <a:pt x="91376" y="129595"/>
                  <a:pt x="101600" y="119381"/>
                  <a:pt x="113741" y="119381"/>
                </a:cubicBezTo>
                <a:lnTo>
                  <a:pt x="115658" y="119381"/>
                </a:lnTo>
                <a:lnTo>
                  <a:pt x="115658" y="103421"/>
                </a:lnTo>
                <a:cubicBezTo>
                  <a:pt x="115658" y="90014"/>
                  <a:pt x="126521" y="79162"/>
                  <a:pt x="139939" y="79162"/>
                </a:cubicBezTo>
                <a:cubicBezTo>
                  <a:pt x="145052" y="79162"/>
                  <a:pt x="150164" y="80438"/>
                  <a:pt x="153997" y="83630"/>
                </a:cubicBezTo>
                <a:cubicBezTo>
                  <a:pt x="157832" y="75331"/>
                  <a:pt x="166138" y="69586"/>
                  <a:pt x="175723" y="69586"/>
                </a:cubicBezTo>
                <a:cubicBezTo>
                  <a:pt x="182113" y="69586"/>
                  <a:pt x="188503" y="72139"/>
                  <a:pt x="192976" y="76608"/>
                </a:cubicBezTo>
                <a:cubicBezTo>
                  <a:pt x="194893" y="78523"/>
                  <a:pt x="196171" y="80438"/>
                  <a:pt x="197449" y="82992"/>
                </a:cubicBezTo>
                <a:cubicBezTo>
                  <a:pt x="201283" y="79800"/>
                  <a:pt x="206395" y="77885"/>
                  <a:pt x="211507" y="77885"/>
                </a:cubicBezTo>
                <a:cubicBezTo>
                  <a:pt x="217897" y="77885"/>
                  <a:pt x="224287" y="80438"/>
                  <a:pt x="228760" y="84907"/>
                </a:cubicBezTo>
                <a:cubicBezTo>
                  <a:pt x="231316" y="87461"/>
                  <a:pt x="233233" y="91291"/>
                  <a:pt x="234511" y="95121"/>
                </a:cubicBezTo>
                <a:cubicBezTo>
                  <a:pt x="238345" y="92568"/>
                  <a:pt x="242818" y="91291"/>
                  <a:pt x="247291" y="91291"/>
                </a:cubicBezTo>
                <a:cubicBezTo>
                  <a:pt x="253681" y="91291"/>
                  <a:pt x="260071" y="93845"/>
                  <a:pt x="264543" y="98313"/>
                </a:cubicBezTo>
                <a:cubicBezTo>
                  <a:pt x="269016" y="102782"/>
                  <a:pt x="271572" y="109166"/>
                  <a:pt x="271572" y="115550"/>
                </a:cubicBezTo>
                <a:lnTo>
                  <a:pt x="271572" y="117465"/>
                </a:lnTo>
                <a:close/>
              </a:path>
            </a:pathLst>
          </a:custGeom>
          <a:solidFill>
            <a:srgbClr val="00A3E0"/>
          </a:solidFill>
          <a:ln w="6390" cap="flat">
            <a:noFill/>
            <a:prstDash val="solid"/>
            <a:miter/>
          </a:ln>
        </p:spPr>
        <p:txBody>
          <a:bodyPr rtlCol="0" anchor="ctr"/>
          <a:lstStyle/>
          <a:p>
            <a:endParaRPr lang="en-US"/>
          </a:p>
        </p:txBody>
      </p:sp>
      <p:grpSp>
        <p:nvGrpSpPr>
          <p:cNvPr id="533" name="Graphic 4">
            <a:extLst>
              <a:ext uri="{FF2B5EF4-FFF2-40B4-BE49-F238E27FC236}">
                <a16:creationId xmlns:a16="http://schemas.microsoft.com/office/drawing/2014/main" id="{6E2E035C-E886-EE44-8198-BC4EFFD3680D}"/>
              </a:ext>
            </a:extLst>
          </p:cNvPr>
          <p:cNvGrpSpPr>
            <a:grpSpLocks noChangeAspect="1"/>
          </p:cNvGrpSpPr>
          <p:nvPr/>
        </p:nvGrpSpPr>
        <p:grpSpPr>
          <a:xfrm>
            <a:off x="3607758" y="3339623"/>
            <a:ext cx="361674" cy="361333"/>
            <a:chOff x="3607758" y="3339623"/>
            <a:chExt cx="361674" cy="361333"/>
          </a:xfrm>
          <a:solidFill>
            <a:srgbClr val="00A3E0"/>
          </a:solidFill>
        </p:grpSpPr>
        <p:sp>
          <p:nvSpPr>
            <p:cNvPr id="534" name="Graphic 4">
              <a:extLst>
                <a:ext uri="{FF2B5EF4-FFF2-40B4-BE49-F238E27FC236}">
                  <a16:creationId xmlns:a16="http://schemas.microsoft.com/office/drawing/2014/main" id="{1A015EA9-BBE8-184F-B3F1-3E5B0A762BC7}"/>
                </a:ext>
              </a:extLst>
            </p:cNvPr>
            <p:cNvSpPr/>
            <p:nvPr/>
          </p:nvSpPr>
          <p:spPr>
            <a:xfrm>
              <a:off x="3607758" y="3339623"/>
              <a:ext cx="361674" cy="361333"/>
            </a:xfrm>
            <a:custGeom>
              <a:avLst/>
              <a:gdLst>
                <a:gd name="connsiteX0" fmla="*/ 180836 w 361674"/>
                <a:gd name="connsiteY0" fmla="*/ 0 h 361333"/>
                <a:gd name="connsiteX1" fmla="*/ 0 w 361674"/>
                <a:gd name="connsiteY1" fmla="*/ 180667 h 361333"/>
                <a:gd name="connsiteX2" fmla="*/ 180836 w 361674"/>
                <a:gd name="connsiteY2" fmla="*/ 361333 h 361333"/>
                <a:gd name="connsiteX3" fmla="*/ 361671 w 361674"/>
                <a:gd name="connsiteY3" fmla="*/ 180667 h 361333"/>
                <a:gd name="connsiteX4" fmla="*/ 180836 w 361674"/>
                <a:gd name="connsiteY4" fmla="*/ 0 h 361333"/>
                <a:gd name="connsiteX5" fmla="*/ 180836 w 361674"/>
                <a:gd name="connsiteY5" fmla="*/ 349204 h 361333"/>
                <a:gd name="connsiteX6" fmla="*/ 12780 w 361674"/>
                <a:gd name="connsiteY6" fmla="*/ 181305 h 361333"/>
                <a:gd name="connsiteX7" fmla="*/ 180836 w 361674"/>
                <a:gd name="connsiteY7" fmla="*/ 13406 h 361333"/>
                <a:gd name="connsiteX8" fmla="*/ 348891 w 361674"/>
                <a:gd name="connsiteY8" fmla="*/ 181305 h 361333"/>
                <a:gd name="connsiteX9" fmla="*/ 180836 w 361674"/>
                <a:gd name="connsiteY9" fmla="*/ 349204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6" y="0"/>
                  </a:moveTo>
                  <a:cubicBezTo>
                    <a:pt x="80513" y="0"/>
                    <a:pt x="0" y="81077"/>
                    <a:pt x="0" y="180667"/>
                  </a:cubicBezTo>
                  <a:cubicBezTo>
                    <a:pt x="0" y="280895"/>
                    <a:pt x="81152" y="361333"/>
                    <a:pt x="180836" y="361333"/>
                  </a:cubicBezTo>
                  <a:cubicBezTo>
                    <a:pt x="280518" y="361333"/>
                    <a:pt x="361671" y="280257"/>
                    <a:pt x="361671" y="180667"/>
                  </a:cubicBezTo>
                  <a:cubicBezTo>
                    <a:pt x="362310" y="81077"/>
                    <a:pt x="281157" y="0"/>
                    <a:pt x="180836" y="0"/>
                  </a:cubicBezTo>
                  <a:close/>
                  <a:moveTo>
                    <a:pt x="180836" y="349204"/>
                  </a:moveTo>
                  <a:cubicBezTo>
                    <a:pt x="88181" y="349204"/>
                    <a:pt x="12780" y="273873"/>
                    <a:pt x="12780" y="181305"/>
                  </a:cubicBezTo>
                  <a:cubicBezTo>
                    <a:pt x="12780" y="88738"/>
                    <a:pt x="88181" y="13406"/>
                    <a:pt x="180836" y="13406"/>
                  </a:cubicBezTo>
                  <a:cubicBezTo>
                    <a:pt x="273490" y="13406"/>
                    <a:pt x="348891" y="88738"/>
                    <a:pt x="348891" y="181305"/>
                  </a:cubicBezTo>
                  <a:cubicBezTo>
                    <a:pt x="349530" y="273873"/>
                    <a:pt x="274128"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535" name="Graphic 4">
              <a:extLst>
                <a:ext uri="{FF2B5EF4-FFF2-40B4-BE49-F238E27FC236}">
                  <a16:creationId xmlns:a16="http://schemas.microsoft.com/office/drawing/2014/main" id="{15D9D8B1-6D5A-3948-A4FD-7C4C04563F72}"/>
                </a:ext>
              </a:extLst>
            </p:cNvPr>
            <p:cNvSpPr/>
            <p:nvPr/>
          </p:nvSpPr>
          <p:spPr>
            <a:xfrm>
              <a:off x="3707441" y="3398356"/>
              <a:ext cx="161026" cy="245783"/>
            </a:xfrm>
            <a:custGeom>
              <a:avLst/>
              <a:gdLst>
                <a:gd name="connsiteX0" fmla="*/ 139301 w 161026"/>
                <a:gd name="connsiteY0" fmla="*/ 0 h 245783"/>
                <a:gd name="connsiteX1" fmla="*/ 116936 w 161026"/>
                <a:gd name="connsiteY1" fmla="*/ 22344 h 245783"/>
                <a:gd name="connsiteX2" fmla="*/ 116936 w 161026"/>
                <a:gd name="connsiteY2" fmla="*/ 57456 h 245783"/>
                <a:gd name="connsiteX3" fmla="*/ 107351 w 161026"/>
                <a:gd name="connsiteY3" fmla="*/ 55541 h 245783"/>
                <a:gd name="connsiteX4" fmla="*/ 95210 w 161026"/>
                <a:gd name="connsiteY4" fmla="*/ 59371 h 245783"/>
                <a:gd name="connsiteX5" fmla="*/ 91376 w 161026"/>
                <a:gd name="connsiteY5" fmla="*/ 54902 h 245783"/>
                <a:gd name="connsiteX6" fmla="*/ 75401 w 161026"/>
                <a:gd name="connsiteY6" fmla="*/ 48518 h 245783"/>
                <a:gd name="connsiteX7" fmla="*/ 55593 w 161026"/>
                <a:gd name="connsiteY7" fmla="*/ 60648 h 245783"/>
                <a:gd name="connsiteX8" fmla="*/ 43451 w 161026"/>
                <a:gd name="connsiteY8" fmla="*/ 56817 h 245783"/>
                <a:gd name="connsiteX9" fmla="*/ 21087 w 161026"/>
                <a:gd name="connsiteY9" fmla="*/ 79161 h 245783"/>
                <a:gd name="connsiteX10" fmla="*/ 21087 w 161026"/>
                <a:gd name="connsiteY10" fmla="*/ 92568 h 245783"/>
                <a:gd name="connsiteX11" fmla="*/ 20448 w 161026"/>
                <a:gd name="connsiteY11" fmla="*/ 92568 h 245783"/>
                <a:gd name="connsiteX12" fmla="*/ 0 w 161026"/>
                <a:gd name="connsiteY12" fmla="*/ 112997 h 245783"/>
                <a:gd name="connsiteX13" fmla="*/ 0 w 161026"/>
                <a:gd name="connsiteY13" fmla="*/ 155769 h 245783"/>
                <a:gd name="connsiteX14" fmla="*/ 0 w 161026"/>
                <a:gd name="connsiteY14" fmla="*/ 157684 h 245783"/>
                <a:gd name="connsiteX15" fmla="*/ 26838 w 161026"/>
                <a:gd name="connsiteY15" fmla="*/ 206841 h 245783"/>
                <a:gd name="connsiteX16" fmla="*/ 31310 w 161026"/>
                <a:gd name="connsiteY16" fmla="*/ 215779 h 245783"/>
                <a:gd name="connsiteX17" fmla="*/ 31310 w 161026"/>
                <a:gd name="connsiteY17" fmla="*/ 239399 h 245783"/>
                <a:gd name="connsiteX18" fmla="*/ 37700 w 161026"/>
                <a:gd name="connsiteY18" fmla="*/ 245783 h 245783"/>
                <a:gd name="connsiteX19" fmla="*/ 44090 w 161026"/>
                <a:gd name="connsiteY19" fmla="*/ 239399 h 245783"/>
                <a:gd name="connsiteX20" fmla="*/ 44090 w 161026"/>
                <a:gd name="connsiteY20" fmla="*/ 215779 h 245783"/>
                <a:gd name="connsiteX21" fmla="*/ 33867 w 161026"/>
                <a:gd name="connsiteY21" fmla="*/ 196627 h 245783"/>
                <a:gd name="connsiteX22" fmla="*/ 12780 w 161026"/>
                <a:gd name="connsiteY22" fmla="*/ 157684 h 245783"/>
                <a:gd name="connsiteX23" fmla="*/ 12780 w 161026"/>
                <a:gd name="connsiteY23" fmla="*/ 156408 h 245783"/>
                <a:gd name="connsiteX24" fmla="*/ 12780 w 161026"/>
                <a:gd name="connsiteY24" fmla="*/ 113635 h 245783"/>
                <a:gd name="connsiteX25" fmla="*/ 20448 w 161026"/>
                <a:gd name="connsiteY25" fmla="*/ 105974 h 245783"/>
                <a:gd name="connsiteX26" fmla="*/ 84347 w 161026"/>
                <a:gd name="connsiteY26" fmla="*/ 105974 h 245783"/>
                <a:gd name="connsiteX27" fmla="*/ 84347 w 161026"/>
                <a:gd name="connsiteY27" fmla="*/ 108528 h 245783"/>
                <a:gd name="connsiteX28" fmla="*/ 84347 w 161026"/>
                <a:gd name="connsiteY28" fmla="*/ 112358 h 245783"/>
                <a:gd name="connsiteX29" fmla="*/ 84347 w 161026"/>
                <a:gd name="connsiteY29" fmla="*/ 112358 h 245783"/>
                <a:gd name="connsiteX30" fmla="*/ 83069 w 161026"/>
                <a:gd name="connsiteY30" fmla="*/ 116827 h 245783"/>
                <a:gd name="connsiteX31" fmla="*/ 81152 w 161026"/>
                <a:gd name="connsiteY31" fmla="*/ 119381 h 245783"/>
                <a:gd name="connsiteX32" fmla="*/ 70928 w 161026"/>
                <a:gd name="connsiteY32" fmla="*/ 124488 h 245783"/>
                <a:gd name="connsiteX33" fmla="*/ 37062 w 161026"/>
                <a:gd name="connsiteY33" fmla="*/ 124488 h 245783"/>
                <a:gd name="connsiteX34" fmla="*/ 30672 w 161026"/>
                <a:gd name="connsiteY34" fmla="*/ 130872 h 245783"/>
                <a:gd name="connsiteX35" fmla="*/ 37062 w 161026"/>
                <a:gd name="connsiteY35" fmla="*/ 137256 h 245783"/>
                <a:gd name="connsiteX36" fmla="*/ 81791 w 161026"/>
                <a:gd name="connsiteY36" fmla="*/ 181944 h 245783"/>
                <a:gd name="connsiteX37" fmla="*/ 88181 w 161026"/>
                <a:gd name="connsiteY37" fmla="*/ 188327 h 245783"/>
                <a:gd name="connsiteX38" fmla="*/ 94571 w 161026"/>
                <a:gd name="connsiteY38" fmla="*/ 181944 h 245783"/>
                <a:gd name="connsiteX39" fmla="*/ 112463 w 161026"/>
                <a:gd name="connsiteY39" fmla="*/ 160238 h 245783"/>
                <a:gd name="connsiteX40" fmla="*/ 117575 w 161026"/>
                <a:gd name="connsiteY40" fmla="*/ 152577 h 245783"/>
                <a:gd name="connsiteX41" fmla="*/ 109907 w 161026"/>
                <a:gd name="connsiteY41" fmla="*/ 147470 h 245783"/>
                <a:gd name="connsiteX42" fmla="*/ 90098 w 161026"/>
                <a:gd name="connsiteY42" fmla="*/ 158961 h 245783"/>
                <a:gd name="connsiteX43" fmla="*/ 72845 w 161026"/>
                <a:gd name="connsiteY43" fmla="*/ 136617 h 245783"/>
                <a:gd name="connsiteX44" fmla="*/ 90737 w 161026"/>
                <a:gd name="connsiteY44" fmla="*/ 127680 h 245783"/>
                <a:gd name="connsiteX45" fmla="*/ 106073 w 161026"/>
                <a:gd name="connsiteY45" fmla="*/ 134064 h 245783"/>
                <a:gd name="connsiteX46" fmla="*/ 122048 w 161026"/>
                <a:gd name="connsiteY46" fmla="*/ 127680 h 245783"/>
                <a:gd name="connsiteX47" fmla="*/ 122048 w 161026"/>
                <a:gd name="connsiteY47" fmla="*/ 127680 h 245783"/>
                <a:gd name="connsiteX48" fmla="*/ 138022 w 161026"/>
                <a:gd name="connsiteY48" fmla="*/ 134064 h 245783"/>
                <a:gd name="connsiteX49" fmla="*/ 147607 w 161026"/>
                <a:gd name="connsiteY49" fmla="*/ 132149 h 245783"/>
                <a:gd name="connsiteX50" fmla="*/ 147607 w 161026"/>
                <a:gd name="connsiteY50" fmla="*/ 162792 h 245783"/>
                <a:gd name="connsiteX51" fmla="*/ 134189 w 161026"/>
                <a:gd name="connsiteY51" fmla="*/ 196627 h 245783"/>
                <a:gd name="connsiteX52" fmla="*/ 127799 w 161026"/>
                <a:gd name="connsiteY52" fmla="*/ 212587 h 245783"/>
                <a:gd name="connsiteX53" fmla="*/ 127799 w 161026"/>
                <a:gd name="connsiteY53" fmla="*/ 239399 h 245783"/>
                <a:gd name="connsiteX54" fmla="*/ 134189 w 161026"/>
                <a:gd name="connsiteY54" fmla="*/ 245783 h 245783"/>
                <a:gd name="connsiteX55" fmla="*/ 140579 w 161026"/>
                <a:gd name="connsiteY55" fmla="*/ 239399 h 245783"/>
                <a:gd name="connsiteX56" fmla="*/ 140579 w 161026"/>
                <a:gd name="connsiteY56" fmla="*/ 212587 h 245783"/>
                <a:gd name="connsiteX57" fmla="*/ 143774 w 161026"/>
                <a:gd name="connsiteY57" fmla="*/ 204926 h 245783"/>
                <a:gd name="connsiteX58" fmla="*/ 161027 w 161026"/>
                <a:gd name="connsiteY58" fmla="*/ 162153 h 245783"/>
                <a:gd name="connsiteX59" fmla="*/ 161027 w 161026"/>
                <a:gd name="connsiteY59" fmla="*/ 111720 h 245783"/>
                <a:gd name="connsiteX60" fmla="*/ 161027 w 161026"/>
                <a:gd name="connsiteY60" fmla="*/ 91291 h 245783"/>
                <a:gd name="connsiteX61" fmla="*/ 161027 w 161026"/>
                <a:gd name="connsiteY61" fmla="*/ 22982 h 245783"/>
                <a:gd name="connsiteX62" fmla="*/ 154637 w 161026"/>
                <a:gd name="connsiteY62" fmla="*/ 7022 h 245783"/>
                <a:gd name="connsiteX63" fmla="*/ 139301 w 161026"/>
                <a:gd name="connsiteY63" fmla="*/ 0 h 245783"/>
                <a:gd name="connsiteX64" fmla="*/ 35145 w 161026"/>
                <a:gd name="connsiteY64" fmla="*/ 78523 h 245783"/>
                <a:gd name="connsiteX65" fmla="*/ 44730 w 161026"/>
                <a:gd name="connsiteY65" fmla="*/ 68947 h 245783"/>
                <a:gd name="connsiteX66" fmla="*/ 51119 w 161026"/>
                <a:gd name="connsiteY66" fmla="*/ 71501 h 245783"/>
                <a:gd name="connsiteX67" fmla="*/ 53675 w 161026"/>
                <a:gd name="connsiteY67" fmla="*/ 77246 h 245783"/>
                <a:gd name="connsiteX68" fmla="*/ 53675 w 161026"/>
                <a:gd name="connsiteY68" fmla="*/ 91291 h 245783"/>
                <a:gd name="connsiteX69" fmla="*/ 35145 w 161026"/>
                <a:gd name="connsiteY69" fmla="*/ 91291 h 245783"/>
                <a:gd name="connsiteX70" fmla="*/ 35145 w 161026"/>
                <a:gd name="connsiteY70" fmla="*/ 78523 h 245783"/>
                <a:gd name="connsiteX71" fmla="*/ 66455 w 161026"/>
                <a:gd name="connsiteY71" fmla="*/ 91929 h 245783"/>
                <a:gd name="connsiteX72" fmla="*/ 66455 w 161026"/>
                <a:gd name="connsiteY72" fmla="*/ 78523 h 245783"/>
                <a:gd name="connsiteX73" fmla="*/ 66455 w 161026"/>
                <a:gd name="connsiteY73" fmla="*/ 78523 h 245783"/>
                <a:gd name="connsiteX74" fmla="*/ 66455 w 161026"/>
                <a:gd name="connsiteY74" fmla="*/ 77246 h 245783"/>
                <a:gd name="connsiteX75" fmla="*/ 66455 w 161026"/>
                <a:gd name="connsiteY75" fmla="*/ 70224 h 245783"/>
                <a:gd name="connsiteX76" fmla="*/ 76040 w 161026"/>
                <a:gd name="connsiteY76" fmla="*/ 60648 h 245783"/>
                <a:gd name="connsiteX77" fmla="*/ 82430 w 161026"/>
                <a:gd name="connsiteY77" fmla="*/ 63201 h 245783"/>
                <a:gd name="connsiteX78" fmla="*/ 84986 w 161026"/>
                <a:gd name="connsiteY78" fmla="*/ 69585 h 245783"/>
                <a:gd name="connsiteX79" fmla="*/ 84986 w 161026"/>
                <a:gd name="connsiteY79" fmla="*/ 75969 h 245783"/>
                <a:gd name="connsiteX80" fmla="*/ 84986 w 161026"/>
                <a:gd name="connsiteY80" fmla="*/ 77246 h 245783"/>
                <a:gd name="connsiteX81" fmla="*/ 84986 w 161026"/>
                <a:gd name="connsiteY81" fmla="*/ 91929 h 245783"/>
                <a:gd name="connsiteX82" fmla="*/ 66455 w 161026"/>
                <a:gd name="connsiteY82" fmla="*/ 91929 h 245783"/>
                <a:gd name="connsiteX83" fmla="*/ 114380 w 161026"/>
                <a:gd name="connsiteY83" fmla="*/ 118104 h 245783"/>
                <a:gd name="connsiteX84" fmla="*/ 107990 w 161026"/>
                <a:gd name="connsiteY84" fmla="*/ 120657 h 245783"/>
                <a:gd name="connsiteX85" fmla="*/ 98405 w 161026"/>
                <a:gd name="connsiteY85" fmla="*/ 111720 h 245783"/>
                <a:gd name="connsiteX86" fmla="*/ 98405 w 161026"/>
                <a:gd name="connsiteY86" fmla="*/ 110443 h 245783"/>
                <a:gd name="connsiteX87" fmla="*/ 98405 w 161026"/>
                <a:gd name="connsiteY87" fmla="*/ 109166 h 245783"/>
                <a:gd name="connsiteX88" fmla="*/ 98405 w 161026"/>
                <a:gd name="connsiteY88" fmla="*/ 107251 h 245783"/>
                <a:gd name="connsiteX89" fmla="*/ 98405 w 161026"/>
                <a:gd name="connsiteY89" fmla="*/ 75969 h 245783"/>
                <a:gd name="connsiteX90" fmla="*/ 107990 w 161026"/>
                <a:gd name="connsiteY90" fmla="*/ 67032 h 245783"/>
                <a:gd name="connsiteX91" fmla="*/ 114380 w 161026"/>
                <a:gd name="connsiteY91" fmla="*/ 69585 h 245783"/>
                <a:gd name="connsiteX92" fmla="*/ 116936 w 161026"/>
                <a:gd name="connsiteY92" fmla="*/ 75969 h 245783"/>
                <a:gd name="connsiteX93" fmla="*/ 116936 w 161026"/>
                <a:gd name="connsiteY93" fmla="*/ 109805 h 245783"/>
                <a:gd name="connsiteX94" fmla="*/ 116936 w 161026"/>
                <a:gd name="connsiteY94" fmla="*/ 109805 h 245783"/>
                <a:gd name="connsiteX95" fmla="*/ 114380 w 161026"/>
                <a:gd name="connsiteY95" fmla="*/ 118104 h 245783"/>
                <a:gd name="connsiteX96" fmla="*/ 145690 w 161026"/>
                <a:gd name="connsiteY96" fmla="*/ 118104 h 245783"/>
                <a:gd name="connsiteX97" fmla="*/ 139301 w 161026"/>
                <a:gd name="connsiteY97" fmla="*/ 120657 h 245783"/>
                <a:gd name="connsiteX98" fmla="*/ 129716 w 161026"/>
                <a:gd name="connsiteY98" fmla="*/ 111081 h 245783"/>
                <a:gd name="connsiteX99" fmla="*/ 129716 w 161026"/>
                <a:gd name="connsiteY99" fmla="*/ 111081 h 245783"/>
                <a:gd name="connsiteX100" fmla="*/ 129716 w 161026"/>
                <a:gd name="connsiteY100" fmla="*/ 77246 h 245783"/>
                <a:gd name="connsiteX101" fmla="*/ 129716 w 161026"/>
                <a:gd name="connsiteY101" fmla="*/ 77246 h 245783"/>
                <a:gd name="connsiteX102" fmla="*/ 129716 w 161026"/>
                <a:gd name="connsiteY102" fmla="*/ 21705 h 245783"/>
                <a:gd name="connsiteX103" fmla="*/ 139301 w 161026"/>
                <a:gd name="connsiteY103" fmla="*/ 12129 h 245783"/>
                <a:gd name="connsiteX104" fmla="*/ 145690 w 161026"/>
                <a:gd name="connsiteY104" fmla="*/ 14683 h 245783"/>
                <a:gd name="connsiteX105" fmla="*/ 148247 w 161026"/>
                <a:gd name="connsiteY105" fmla="*/ 21067 h 245783"/>
                <a:gd name="connsiteX106" fmla="*/ 148247 w 161026"/>
                <a:gd name="connsiteY106" fmla="*/ 91291 h 245783"/>
                <a:gd name="connsiteX107" fmla="*/ 148247 w 161026"/>
                <a:gd name="connsiteY107" fmla="*/ 111720 h 245783"/>
                <a:gd name="connsiteX108" fmla="*/ 145690 w 161026"/>
                <a:gd name="connsiteY108" fmla="*/ 118104 h 245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161026" h="245783">
                  <a:moveTo>
                    <a:pt x="139301" y="0"/>
                  </a:moveTo>
                  <a:cubicBezTo>
                    <a:pt x="127160" y="0"/>
                    <a:pt x="116936" y="10214"/>
                    <a:pt x="116936" y="22344"/>
                  </a:cubicBezTo>
                  <a:lnTo>
                    <a:pt x="116936" y="57456"/>
                  </a:lnTo>
                  <a:cubicBezTo>
                    <a:pt x="113741" y="56179"/>
                    <a:pt x="110546" y="55541"/>
                    <a:pt x="107351" y="55541"/>
                  </a:cubicBezTo>
                  <a:cubicBezTo>
                    <a:pt x="102878" y="55541"/>
                    <a:pt x="98405" y="56817"/>
                    <a:pt x="95210" y="59371"/>
                  </a:cubicBezTo>
                  <a:cubicBezTo>
                    <a:pt x="93932" y="57456"/>
                    <a:pt x="93293" y="56179"/>
                    <a:pt x="91376" y="54902"/>
                  </a:cubicBezTo>
                  <a:cubicBezTo>
                    <a:pt x="86903" y="50433"/>
                    <a:pt x="81791" y="48518"/>
                    <a:pt x="75401" y="48518"/>
                  </a:cubicBezTo>
                  <a:cubicBezTo>
                    <a:pt x="67094" y="48518"/>
                    <a:pt x="59426" y="53625"/>
                    <a:pt x="55593" y="60648"/>
                  </a:cubicBezTo>
                  <a:cubicBezTo>
                    <a:pt x="51758" y="58094"/>
                    <a:pt x="47925" y="56817"/>
                    <a:pt x="43451" y="56817"/>
                  </a:cubicBezTo>
                  <a:cubicBezTo>
                    <a:pt x="31310" y="56817"/>
                    <a:pt x="21087" y="67032"/>
                    <a:pt x="21087" y="79161"/>
                  </a:cubicBezTo>
                  <a:lnTo>
                    <a:pt x="21087" y="92568"/>
                  </a:lnTo>
                  <a:lnTo>
                    <a:pt x="20448" y="92568"/>
                  </a:lnTo>
                  <a:cubicBezTo>
                    <a:pt x="9585" y="92568"/>
                    <a:pt x="0" y="101505"/>
                    <a:pt x="0" y="112997"/>
                  </a:cubicBezTo>
                  <a:lnTo>
                    <a:pt x="0" y="155769"/>
                  </a:lnTo>
                  <a:cubicBezTo>
                    <a:pt x="0" y="156408"/>
                    <a:pt x="0" y="157046"/>
                    <a:pt x="0" y="157684"/>
                  </a:cubicBezTo>
                  <a:cubicBezTo>
                    <a:pt x="639" y="177475"/>
                    <a:pt x="10863" y="195350"/>
                    <a:pt x="26838" y="206841"/>
                  </a:cubicBezTo>
                  <a:cubicBezTo>
                    <a:pt x="30033" y="208756"/>
                    <a:pt x="31310" y="211948"/>
                    <a:pt x="31310" y="215779"/>
                  </a:cubicBezTo>
                  <a:lnTo>
                    <a:pt x="31310" y="239399"/>
                  </a:lnTo>
                  <a:cubicBezTo>
                    <a:pt x="31310" y="243230"/>
                    <a:pt x="33867" y="245783"/>
                    <a:pt x="37700" y="245783"/>
                  </a:cubicBezTo>
                  <a:cubicBezTo>
                    <a:pt x="41535" y="245783"/>
                    <a:pt x="44090" y="243230"/>
                    <a:pt x="44090" y="239399"/>
                  </a:cubicBezTo>
                  <a:lnTo>
                    <a:pt x="44090" y="215779"/>
                  </a:lnTo>
                  <a:cubicBezTo>
                    <a:pt x="44090" y="208118"/>
                    <a:pt x="40257" y="200457"/>
                    <a:pt x="33867" y="196627"/>
                  </a:cubicBezTo>
                  <a:cubicBezTo>
                    <a:pt x="21087" y="187689"/>
                    <a:pt x="12780" y="173644"/>
                    <a:pt x="12780" y="157684"/>
                  </a:cubicBezTo>
                  <a:cubicBezTo>
                    <a:pt x="12780" y="157046"/>
                    <a:pt x="12780" y="156408"/>
                    <a:pt x="12780" y="156408"/>
                  </a:cubicBezTo>
                  <a:lnTo>
                    <a:pt x="12780" y="113635"/>
                  </a:lnTo>
                  <a:cubicBezTo>
                    <a:pt x="12780" y="109805"/>
                    <a:pt x="15975" y="105974"/>
                    <a:pt x="20448" y="105974"/>
                  </a:cubicBezTo>
                  <a:lnTo>
                    <a:pt x="84347" y="105974"/>
                  </a:lnTo>
                  <a:cubicBezTo>
                    <a:pt x="84347" y="106613"/>
                    <a:pt x="84347" y="107889"/>
                    <a:pt x="84347" y="108528"/>
                  </a:cubicBezTo>
                  <a:lnTo>
                    <a:pt x="84347" y="112358"/>
                  </a:lnTo>
                  <a:cubicBezTo>
                    <a:pt x="84347" y="112358"/>
                    <a:pt x="84347" y="112358"/>
                    <a:pt x="84347" y="112358"/>
                  </a:cubicBezTo>
                  <a:cubicBezTo>
                    <a:pt x="84347" y="113635"/>
                    <a:pt x="83708" y="115550"/>
                    <a:pt x="83069" y="116827"/>
                  </a:cubicBezTo>
                  <a:cubicBezTo>
                    <a:pt x="82430" y="118104"/>
                    <a:pt x="81791" y="118742"/>
                    <a:pt x="81152" y="119381"/>
                  </a:cubicBezTo>
                  <a:cubicBezTo>
                    <a:pt x="78596" y="122573"/>
                    <a:pt x="75401" y="123849"/>
                    <a:pt x="70928" y="124488"/>
                  </a:cubicBezTo>
                  <a:lnTo>
                    <a:pt x="37062" y="124488"/>
                  </a:lnTo>
                  <a:cubicBezTo>
                    <a:pt x="33228" y="124488"/>
                    <a:pt x="30672" y="127041"/>
                    <a:pt x="30672" y="130872"/>
                  </a:cubicBezTo>
                  <a:cubicBezTo>
                    <a:pt x="30672" y="134702"/>
                    <a:pt x="33228" y="137256"/>
                    <a:pt x="37062" y="137256"/>
                  </a:cubicBezTo>
                  <a:cubicBezTo>
                    <a:pt x="61982" y="137256"/>
                    <a:pt x="81791" y="157684"/>
                    <a:pt x="81791" y="181944"/>
                  </a:cubicBezTo>
                  <a:cubicBezTo>
                    <a:pt x="81791" y="185774"/>
                    <a:pt x="84347" y="188327"/>
                    <a:pt x="88181" y="188327"/>
                  </a:cubicBezTo>
                  <a:cubicBezTo>
                    <a:pt x="92015" y="188327"/>
                    <a:pt x="94571" y="185774"/>
                    <a:pt x="94571" y="181944"/>
                  </a:cubicBezTo>
                  <a:cubicBezTo>
                    <a:pt x="94571" y="171729"/>
                    <a:pt x="102239" y="162153"/>
                    <a:pt x="112463" y="160238"/>
                  </a:cubicBezTo>
                  <a:cubicBezTo>
                    <a:pt x="115658" y="159600"/>
                    <a:pt x="118214" y="156408"/>
                    <a:pt x="117575" y="152577"/>
                  </a:cubicBezTo>
                  <a:cubicBezTo>
                    <a:pt x="116936" y="149385"/>
                    <a:pt x="113741" y="146832"/>
                    <a:pt x="109907" y="147470"/>
                  </a:cubicBezTo>
                  <a:cubicBezTo>
                    <a:pt x="101600" y="148747"/>
                    <a:pt x="94571" y="153216"/>
                    <a:pt x="90098" y="158961"/>
                  </a:cubicBezTo>
                  <a:cubicBezTo>
                    <a:pt x="86264" y="150024"/>
                    <a:pt x="80513" y="142363"/>
                    <a:pt x="72845" y="136617"/>
                  </a:cubicBezTo>
                  <a:cubicBezTo>
                    <a:pt x="79874" y="135979"/>
                    <a:pt x="86264" y="132787"/>
                    <a:pt x="90737" y="127680"/>
                  </a:cubicBezTo>
                  <a:cubicBezTo>
                    <a:pt x="94571" y="131510"/>
                    <a:pt x="100322" y="134064"/>
                    <a:pt x="106073" y="134064"/>
                  </a:cubicBezTo>
                  <a:cubicBezTo>
                    <a:pt x="111824" y="134064"/>
                    <a:pt x="117575" y="131510"/>
                    <a:pt x="122048" y="127680"/>
                  </a:cubicBezTo>
                  <a:cubicBezTo>
                    <a:pt x="122048" y="127680"/>
                    <a:pt x="122048" y="127680"/>
                    <a:pt x="122048" y="127680"/>
                  </a:cubicBezTo>
                  <a:cubicBezTo>
                    <a:pt x="125882" y="131510"/>
                    <a:pt x="131633" y="134064"/>
                    <a:pt x="138022" y="134064"/>
                  </a:cubicBezTo>
                  <a:cubicBezTo>
                    <a:pt x="141217" y="134064"/>
                    <a:pt x="144412" y="133425"/>
                    <a:pt x="147607" y="132149"/>
                  </a:cubicBezTo>
                  <a:lnTo>
                    <a:pt x="147607" y="162792"/>
                  </a:lnTo>
                  <a:cubicBezTo>
                    <a:pt x="147607" y="175560"/>
                    <a:pt x="142496" y="187051"/>
                    <a:pt x="134189" y="196627"/>
                  </a:cubicBezTo>
                  <a:cubicBezTo>
                    <a:pt x="129716" y="201095"/>
                    <a:pt x="127799" y="206841"/>
                    <a:pt x="127799" y="212587"/>
                  </a:cubicBezTo>
                  <a:lnTo>
                    <a:pt x="127799" y="239399"/>
                  </a:lnTo>
                  <a:cubicBezTo>
                    <a:pt x="127799" y="243230"/>
                    <a:pt x="130354" y="245783"/>
                    <a:pt x="134189" y="245783"/>
                  </a:cubicBezTo>
                  <a:cubicBezTo>
                    <a:pt x="138022" y="245783"/>
                    <a:pt x="140579" y="243230"/>
                    <a:pt x="140579" y="239399"/>
                  </a:cubicBezTo>
                  <a:lnTo>
                    <a:pt x="140579" y="212587"/>
                  </a:lnTo>
                  <a:cubicBezTo>
                    <a:pt x="140579" y="210033"/>
                    <a:pt x="141857" y="207479"/>
                    <a:pt x="143774" y="204926"/>
                  </a:cubicBezTo>
                  <a:cubicBezTo>
                    <a:pt x="154637" y="193435"/>
                    <a:pt x="161027" y="178113"/>
                    <a:pt x="161027" y="162153"/>
                  </a:cubicBezTo>
                  <a:lnTo>
                    <a:pt x="161027" y="111720"/>
                  </a:lnTo>
                  <a:lnTo>
                    <a:pt x="161027" y="91291"/>
                  </a:lnTo>
                  <a:lnTo>
                    <a:pt x="161027" y="22982"/>
                  </a:lnTo>
                  <a:cubicBezTo>
                    <a:pt x="161027" y="17237"/>
                    <a:pt x="158470" y="11491"/>
                    <a:pt x="154637" y="7022"/>
                  </a:cubicBezTo>
                  <a:cubicBezTo>
                    <a:pt x="150802" y="1915"/>
                    <a:pt x="145052" y="0"/>
                    <a:pt x="139301" y="0"/>
                  </a:cubicBezTo>
                  <a:close/>
                  <a:moveTo>
                    <a:pt x="35145" y="78523"/>
                  </a:moveTo>
                  <a:cubicBezTo>
                    <a:pt x="35145" y="73416"/>
                    <a:pt x="39618" y="68947"/>
                    <a:pt x="44730" y="68947"/>
                  </a:cubicBezTo>
                  <a:cubicBezTo>
                    <a:pt x="47285" y="68947"/>
                    <a:pt x="49841" y="70224"/>
                    <a:pt x="51119" y="71501"/>
                  </a:cubicBezTo>
                  <a:cubicBezTo>
                    <a:pt x="52398" y="72777"/>
                    <a:pt x="53675" y="75331"/>
                    <a:pt x="53675" y="77246"/>
                  </a:cubicBezTo>
                  <a:lnTo>
                    <a:pt x="53675" y="91291"/>
                  </a:lnTo>
                  <a:lnTo>
                    <a:pt x="35145" y="91291"/>
                  </a:lnTo>
                  <a:lnTo>
                    <a:pt x="35145" y="78523"/>
                  </a:lnTo>
                  <a:close/>
                  <a:moveTo>
                    <a:pt x="66455" y="91929"/>
                  </a:moveTo>
                  <a:lnTo>
                    <a:pt x="66455" y="78523"/>
                  </a:lnTo>
                  <a:cubicBezTo>
                    <a:pt x="66455" y="78523"/>
                    <a:pt x="66455" y="78523"/>
                    <a:pt x="66455" y="78523"/>
                  </a:cubicBezTo>
                  <a:cubicBezTo>
                    <a:pt x="66455" y="77885"/>
                    <a:pt x="66455" y="77885"/>
                    <a:pt x="66455" y="77246"/>
                  </a:cubicBezTo>
                  <a:lnTo>
                    <a:pt x="66455" y="70224"/>
                  </a:lnTo>
                  <a:cubicBezTo>
                    <a:pt x="66455" y="65117"/>
                    <a:pt x="70928" y="60648"/>
                    <a:pt x="76040" y="60648"/>
                  </a:cubicBezTo>
                  <a:cubicBezTo>
                    <a:pt x="78596" y="60648"/>
                    <a:pt x="81152" y="61925"/>
                    <a:pt x="82430" y="63201"/>
                  </a:cubicBezTo>
                  <a:cubicBezTo>
                    <a:pt x="84347" y="65117"/>
                    <a:pt x="84986" y="67032"/>
                    <a:pt x="84986" y="69585"/>
                  </a:cubicBezTo>
                  <a:lnTo>
                    <a:pt x="84986" y="75969"/>
                  </a:lnTo>
                  <a:cubicBezTo>
                    <a:pt x="84986" y="76608"/>
                    <a:pt x="84986" y="76608"/>
                    <a:pt x="84986" y="77246"/>
                  </a:cubicBezTo>
                  <a:lnTo>
                    <a:pt x="84986" y="91929"/>
                  </a:lnTo>
                  <a:lnTo>
                    <a:pt x="66455" y="91929"/>
                  </a:lnTo>
                  <a:close/>
                  <a:moveTo>
                    <a:pt x="114380" y="118104"/>
                  </a:moveTo>
                  <a:cubicBezTo>
                    <a:pt x="112463" y="120019"/>
                    <a:pt x="110546" y="120657"/>
                    <a:pt x="107990" y="120657"/>
                  </a:cubicBezTo>
                  <a:cubicBezTo>
                    <a:pt x="102878" y="120657"/>
                    <a:pt x="99044" y="116827"/>
                    <a:pt x="98405" y="111720"/>
                  </a:cubicBezTo>
                  <a:cubicBezTo>
                    <a:pt x="98405" y="111081"/>
                    <a:pt x="98405" y="111081"/>
                    <a:pt x="98405" y="110443"/>
                  </a:cubicBezTo>
                  <a:lnTo>
                    <a:pt x="98405" y="109166"/>
                  </a:lnTo>
                  <a:cubicBezTo>
                    <a:pt x="98405" y="108528"/>
                    <a:pt x="98405" y="107889"/>
                    <a:pt x="98405" y="107251"/>
                  </a:cubicBezTo>
                  <a:lnTo>
                    <a:pt x="98405" y="75969"/>
                  </a:lnTo>
                  <a:cubicBezTo>
                    <a:pt x="99044" y="70862"/>
                    <a:pt x="102878" y="67032"/>
                    <a:pt x="107990" y="67032"/>
                  </a:cubicBezTo>
                  <a:cubicBezTo>
                    <a:pt x="110546" y="67032"/>
                    <a:pt x="113102" y="68309"/>
                    <a:pt x="114380" y="69585"/>
                  </a:cubicBezTo>
                  <a:cubicBezTo>
                    <a:pt x="116297" y="71501"/>
                    <a:pt x="116936" y="73416"/>
                    <a:pt x="116936" y="75969"/>
                  </a:cubicBezTo>
                  <a:lnTo>
                    <a:pt x="116936" y="109805"/>
                  </a:lnTo>
                  <a:cubicBezTo>
                    <a:pt x="116936" y="109805"/>
                    <a:pt x="116936" y="109805"/>
                    <a:pt x="116936" y="109805"/>
                  </a:cubicBezTo>
                  <a:cubicBezTo>
                    <a:pt x="116936" y="113635"/>
                    <a:pt x="116297" y="116189"/>
                    <a:pt x="114380" y="118104"/>
                  </a:cubicBezTo>
                  <a:close/>
                  <a:moveTo>
                    <a:pt x="145690" y="118104"/>
                  </a:moveTo>
                  <a:cubicBezTo>
                    <a:pt x="143774" y="120019"/>
                    <a:pt x="141857" y="120657"/>
                    <a:pt x="139301" y="120657"/>
                  </a:cubicBezTo>
                  <a:cubicBezTo>
                    <a:pt x="134189" y="120657"/>
                    <a:pt x="129716" y="116189"/>
                    <a:pt x="129716" y="111081"/>
                  </a:cubicBezTo>
                  <a:cubicBezTo>
                    <a:pt x="129716" y="111081"/>
                    <a:pt x="129716" y="111081"/>
                    <a:pt x="129716" y="111081"/>
                  </a:cubicBezTo>
                  <a:lnTo>
                    <a:pt x="129716" y="77246"/>
                  </a:lnTo>
                  <a:cubicBezTo>
                    <a:pt x="129716" y="77246"/>
                    <a:pt x="129716" y="77246"/>
                    <a:pt x="129716" y="77246"/>
                  </a:cubicBezTo>
                  <a:lnTo>
                    <a:pt x="129716" y="21705"/>
                  </a:lnTo>
                  <a:cubicBezTo>
                    <a:pt x="129716" y="16598"/>
                    <a:pt x="134189" y="12129"/>
                    <a:pt x="139301" y="12129"/>
                  </a:cubicBezTo>
                  <a:cubicBezTo>
                    <a:pt x="141857" y="12129"/>
                    <a:pt x="144412" y="13406"/>
                    <a:pt x="145690" y="14683"/>
                  </a:cubicBezTo>
                  <a:cubicBezTo>
                    <a:pt x="147607" y="16598"/>
                    <a:pt x="148247" y="18513"/>
                    <a:pt x="148247" y="21067"/>
                  </a:cubicBezTo>
                  <a:lnTo>
                    <a:pt x="148247" y="91291"/>
                  </a:lnTo>
                  <a:lnTo>
                    <a:pt x="148247" y="111720"/>
                  </a:lnTo>
                  <a:cubicBezTo>
                    <a:pt x="148885" y="113635"/>
                    <a:pt x="147607" y="116189"/>
                    <a:pt x="145690" y="118104"/>
                  </a:cubicBezTo>
                  <a:close/>
                </a:path>
              </a:pathLst>
            </a:custGeom>
            <a:solidFill>
              <a:srgbClr val="00A3E0"/>
            </a:solidFill>
            <a:ln w="6390" cap="flat">
              <a:noFill/>
              <a:prstDash val="solid"/>
              <a:miter/>
            </a:ln>
          </p:spPr>
          <p:txBody>
            <a:bodyPr rtlCol="0" anchor="ctr"/>
            <a:lstStyle/>
            <a:p>
              <a:endParaRPr lang="en-US"/>
            </a:p>
          </p:txBody>
        </p:sp>
      </p:grpSp>
      <p:grpSp>
        <p:nvGrpSpPr>
          <p:cNvPr id="536" name="Graphic 4">
            <a:extLst>
              <a:ext uri="{FF2B5EF4-FFF2-40B4-BE49-F238E27FC236}">
                <a16:creationId xmlns:a16="http://schemas.microsoft.com/office/drawing/2014/main" id="{98A74F71-E40F-3C4D-BB0E-EE021E97103B}"/>
              </a:ext>
            </a:extLst>
          </p:cNvPr>
          <p:cNvGrpSpPr>
            <a:grpSpLocks noChangeAspect="1"/>
          </p:cNvGrpSpPr>
          <p:nvPr/>
        </p:nvGrpSpPr>
        <p:grpSpPr>
          <a:xfrm>
            <a:off x="4046108" y="3339623"/>
            <a:ext cx="361670" cy="361333"/>
            <a:chOff x="4046108" y="3339623"/>
            <a:chExt cx="361670" cy="361333"/>
          </a:xfrm>
          <a:solidFill>
            <a:srgbClr val="00A3E0"/>
          </a:solidFill>
        </p:grpSpPr>
        <p:sp>
          <p:nvSpPr>
            <p:cNvPr id="537" name="Graphic 4">
              <a:extLst>
                <a:ext uri="{FF2B5EF4-FFF2-40B4-BE49-F238E27FC236}">
                  <a16:creationId xmlns:a16="http://schemas.microsoft.com/office/drawing/2014/main" id="{1B756ADA-B4D4-6D46-8866-C498C2D39375}"/>
                </a:ext>
              </a:extLst>
            </p:cNvPr>
            <p:cNvSpPr/>
            <p:nvPr/>
          </p:nvSpPr>
          <p:spPr>
            <a:xfrm>
              <a:off x="4212246" y="3459642"/>
              <a:ext cx="18530" cy="31281"/>
            </a:xfrm>
            <a:custGeom>
              <a:avLst/>
              <a:gdLst>
                <a:gd name="connsiteX0" fmla="*/ 18531 w 18530"/>
                <a:gd name="connsiteY0" fmla="*/ 14683 h 31281"/>
                <a:gd name="connsiteX1" fmla="*/ 18531 w 18530"/>
                <a:gd name="connsiteY1" fmla="*/ 8938 h 31281"/>
                <a:gd name="connsiteX2" fmla="*/ 15975 w 18530"/>
                <a:gd name="connsiteY2" fmla="*/ 2554 h 31281"/>
                <a:gd name="connsiteX3" fmla="*/ 9585 w 18530"/>
                <a:gd name="connsiteY3" fmla="*/ 0 h 31281"/>
                <a:gd name="connsiteX4" fmla="*/ 0 w 18530"/>
                <a:gd name="connsiteY4" fmla="*/ 9576 h 31281"/>
                <a:gd name="connsiteX5" fmla="*/ 0 w 18530"/>
                <a:gd name="connsiteY5" fmla="*/ 16599 h 31281"/>
                <a:gd name="connsiteX6" fmla="*/ 0 w 18530"/>
                <a:gd name="connsiteY6" fmla="*/ 17875 h 31281"/>
                <a:gd name="connsiteX7" fmla="*/ 0 w 18530"/>
                <a:gd name="connsiteY7" fmla="*/ 17875 h 31281"/>
                <a:gd name="connsiteX8" fmla="*/ 0 w 18530"/>
                <a:gd name="connsiteY8" fmla="*/ 31282 h 31281"/>
                <a:gd name="connsiteX9" fmla="*/ 18531 w 18530"/>
                <a:gd name="connsiteY9" fmla="*/ 31282 h 31281"/>
                <a:gd name="connsiteX10" fmla="*/ 18531 w 18530"/>
                <a:gd name="connsiteY10" fmla="*/ 16599 h 31281"/>
                <a:gd name="connsiteX11" fmla="*/ 18531 w 18530"/>
                <a:gd name="connsiteY11" fmla="*/ 14683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0" h="31281">
                  <a:moveTo>
                    <a:pt x="18531" y="14683"/>
                  </a:moveTo>
                  <a:lnTo>
                    <a:pt x="18531" y="8938"/>
                  </a:lnTo>
                  <a:cubicBezTo>
                    <a:pt x="18531" y="6384"/>
                    <a:pt x="17253" y="3831"/>
                    <a:pt x="15975" y="2554"/>
                  </a:cubicBezTo>
                  <a:cubicBezTo>
                    <a:pt x="14058" y="639"/>
                    <a:pt x="11502" y="0"/>
                    <a:pt x="9585" y="0"/>
                  </a:cubicBezTo>
                  <a:cubicBezTo>
                    <a:pt x="4473" y="0"/>
                    <a:pt x="0" y="4469"/>
                    <a:pt x="0" y="9576"/>
                  </a:cubicBezTo>
                  <a:lnTo>
                    <a:pt x="0" y="16599"/>
                  </a:lnTo>
                  <a:cubicBezTo>
                    <a:pt x="0" y="17237"/>
                    <a:pt x="0" y="17237"/>
                    <a:pt x="0" y="17875"/>
                  </a:cubicBezTo>
                  <a:cubicBezTo>
                    <a:pt x="0" y="17875"/>
                    <a:pt x="0" y="17875"/>
                    <a:pt x="0" y="17875"/>
                  </a:cubicBezTo>
                  <a:lnTo>
                    <a:pt x="0" y="31282"/>
                  </a:lnTo>
                  <a:lnTo>
                    <a:pt x="18531" y="31282"/>
                  </a:lnTo>
                  <a:lnTo>
                    <a:pt x="18531" y="16599"/>
                  </a:lnTo>
                  <a:cubicBezTo>
                    <a:pt x="18531" y="15960"/>
                    <a:pt x="18531" y="15322"/>
                    <a:pt x="18531" y="14683"/>
                  </a:cubicBezTo>
                  <a:close/>
                </a:path>
              </a:pathLst>
            </a:custGeom>
            <a:solidFill>
              <a:srgbClr val="00A3E0"/>
            </a:solidFill>
            <a:ln w="6390" cap="flat">
              <a:noFill/>
              <a:prstDash val="solid"/>
              <a:miter/>
            </a:ln>
          </p:spPr>
          <p:txBody>
            <a:bodyPr rtlCol="0" anchor="ctr"/>
            <a:lstStyle/>
            <a:p>
              <a:endParaRPr lang="en-US"/>
            </a:p>
          </p:txBody>
        </p:sp>
        <p:sp>
          <p:nvSpPr>
            <p:cNvPr id="538" name="Graphic 4">
              <a:extLst>
                <a:ext uri="{FF2B5EF4-FFF2-40B4-BE49-F238E27FC236}">
                  <a16:creationId xmlns:a16="http://schemas.microsoft.com/office/drawing/2014/main" id="{CC5CDEEB-2B51-2B4A-9275-3E95E6A6674E}"/>
                </a:ext>
              </a:extLst>
            </p:cNvPr>
            <p:cNvSpPr/>
            <p:nvPr/>
          </p:nvSpPr>
          <p:spPr>
            <a:xfrm>
              <a:off x="4180935" y="3467941"/>
              <a:ext cx="18530" cy="22982"/>
            </a:xfrm>
            <a:custGeom>
              <a:avLst/>
              <a:gdLst>
                <a:gd name="connsiteX0" fmla="*/ 18531 w 18530"/>
                <a:gd name="connsiteY0" fmla="*/ 8299 h 22982"/>
                <a:gd name="connsiteX1" fmla="*/ 15975 w 18530"/>
                <a:gd name="connsiteY1" fmla="*/ 2554 h 22982"/>
                <a:gd name="connsiteX2" fmla="*/ 9585 w 18530"/>
                <a:gd name="connsiteY2" fmla="*/ 0 h 22982"/>
                <a:gd name="connsiteX3" fmla="*/ 0 w 18530"/>
                <a:gd name="connsiteY3" fmla="*/ 9576 h 22982"/>
                <a:gd name="connsiteX4" fmla="*/ 0 w 18530"/>
                <a:gd name="connsiteY4" fmla="*/ 22983 h 22982"/>
                <a:gd name="connsiteX5" fmla="*/ 18531 w 18530"/>
                <a:gd name="connsiteY5" fmla="*/ 22983 h 22982"/>
                <a:gd name="connsiteX6" fmla="*/ 18531 w 18530"/>
                <a:gd name="connsiteY6" fmla="*/ 8299 h 2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530" h="22982">
                  <a:moveTo>
                    <a:pt x="18531" y="8299"/>
                  </a:moveTo>
                  <a:cubicBezTo>
                    <a:pt x="18531" y="6384"/>
                    <a:pt x="17253" y="3831"/>
                    <a:pt x="15975" y="2554"/>
                  </a:cubicBezTo>
                  <a:cubicBezTo>
                    <a:pt x="14058" y="639"/>
                    <a:pt x="11502" y="0"/>
                    <a:pt x="9585" y="0"/>
                  </a:cubicBezTo>
                  <a:cubicBezTo>
                    <a:pt x="4473" y="0"/>
                    <a:pt x="0" y="4469"/>
                    <a:pt x="0" y="9576"/>
                  </a:cubicBezTo>
                  <a:lnTo>
                    <a:pt x="0" y="22983"/>
                  </a:lnTo>
                  <a:lnTo>
                    <a:pt x="18531" y="22983"/>
                  </a:lnTo>
                  <a:lnTo>
                    <a:pt x="18531" y="8299"/>
                  </a:lnTo>
                  <a:close/>
                </a:path>
              </a:pathLst>
            </a:custGeom>
            <a:solidFill>
              <a:srgbClr val="00A3E0"/>
            </a:solidFill>
            <a:ln w="6390" cap="flat">
              <a:noFill/>
              <a:prstDash val="solid"/>
              <a:miter/>
            </a:ln>
          </p:spPr>
          <p:txBody>
            <a:bodyPr rtlCol="0" anchor="ctr"/>
            <a:lstStyle/>
            <a:p>
              <a:endParaRPr lang="en-US"/>
            </a:p>
          </p:txBody>
        </p:sp>
        <p:sp>
          <p:nvSpPr>
            <p:cNvPr id="539" name="Graphic 4">
              <a:extLst>
                <a:ext uri="{FF2B5EF4-FFF2-40B4-BE49-F238E27FC236}">
                  <a16:creationId xmlns:a16="http://schemas.microsoft.com/office/drawing/2014/main" id="{75EE0621-8B19-4D43-A967-50A28C6B52CD}"/>
                </a:ext>
              </a:extLst>
            </p:cNvPr>
            <p:cNvSpPr/>
            <p:nvPr/>
          </p:nvSpPr>
          <p:spPr>
            <a:xfrm>
              <a:off x="4243557" y="3466665"/>
              <a:ext cx="18697" cy="52348"/>
            </a:xfrm>
            <a:custGeom>
              <a:avLst/>
              <a:gdLst>
                <a:gd name="connsiteX0" fmla="*/ 15975 w 18697"/>
                <a:gd name="connsiteY0" fmla="*/ 2553 h 52348"/>
                <a:gd name="connsiteX1" fmla="*/ 9585 w 18697"/>
                <a:gd name="connsiteY1" fmla="*/ 0 h 52348"/>
                <a:gd name="connsiteX2" fmla="*/ 0 w 18697"/>
                <a:gd name="connsiteY2" fmla="*/ 8299 h 52348"/>
                <a:gd name="connsiteX3" fmla="*/ 0 w 18697"/>
                <a:gd name="connsiteY3" fmla="*/ 39580 h 52348"/>
                <a:gd name="connsiteX4" fmla="*/ 0 w 18697"/>
                <a:gd name="connsiteY4" fmla="*/ 42134 h 52348"/>
                <a:gd name="connsiteX5" fmla="*/ 0 w 18697"/>
                <a:gd name="connsiteY5" fmla="*/ 43411 h 52348"/>
                <a:gd name="connsiteX6" fmla="*/ 9585 w 18697"/>
                <a:gd name="connsiteY6" fmla="*/ 52348 h 52348"/>
                <a:gd name="connsiteX7" fmla="*/ 15975 w 18697"/>
                <a:gd name="connsiteY7" fmla="*/ 49795 h 52348"/>
                <a:gd name="connsiteX8" fmla="*/ 18531 w 18697"/>
                <a:gd name="connsiteY8" fmla="*/ 43411 h 52348"/>
                <a:gd name="connsiteX9" fmla="*/ 18531 w 18697"/>
                <a:gd name="connsiteY9" fmla="*/ 9576 h 52348"/>
                <a:gd name="connsiteX10" fmla="*/ 15975 w 18697"/>
                <a:gd name="connsiteY10" fmla="*/ 2553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697" h="52348">
                  <a:moveTo>
                    <a:pt x="15975" y="2553"/>
                  </a:moveTo>
                  <a:cubicBezTo>
                    <a:pt x="14058" y="638"/>
                    <a:pt x="12141" y="0"/>
                    <a:pt x="9585" y="0"/>
                  </a:cubicBezTo>
                  <a:cubicBezTo>
                    <a:pt x="4473" y="0"/>
                    <a:pt x="639" y="3830"/>
                    <a:pt x="0" y="8299"/>
                  </a:cubicBezTo>
                  <a:lnTo>
                    <a:pt x="0" y="39580"/>
                  </a:lnTo>
                  <a:lnTo>
                    <a:pt x="0" y="42134"/>
                  </a:lnTo>
                  <a:cubicBezTo>
                    <a:pt x="0" y="42772"/>
                    <a:pt x="0" y="42772"/>
                    <a:pt x="0" y="43411"/>
                  </a:cubicBezTo>
                  <a:cubicBezTo>
                    <a:pt x="0" y="48518"/>
                    <a:pt x="4473" y="52348"/>
                    <a:pt x="9585" y="52348"/>
                  </a:cubicBezTo>
                  <a:cubicBezTo>
                    <a:pt x="12141" y="52348"/>
                    <a:pt x="14697" y="51072"/>
                    <a:pt x="15975" y="49795"/>
                  </a:cubicBezTo>
                  <a:cubicBezTo>
                    <a:pt x="17892" y="47880"/>
                    <a:pt x="18531" y="45326"/>
                    <a:pt x="18531" y="43411"/>
                  </a:cubicBezTo>
                  <a:lnTo>
                    <a:pt x="18531" y="9576"/>
                  </a:lnTo>
                  <a:cubicBezTo>
                    <a:pt x="19170" y="7022"/>
                    <a:pt x="17892" y="4468"/>
                    <a:pt x="15975" y="2553"/>
                  </a:cubicBezTo>
                  <a:close/>
                </a:path>
              </a:pathLst>
            </a:custGeom>
            <a:solidFill>
              <a:srgbClr val="00A3E0"/>
            </a:solidFill>
            <a:ln w="6390" cap="flat">
              <a:noFill/>
              <a:prstDash val="solid"/>
              <a:miter/>
            </a:ln>
          </p:spPr>
          <p:txBody>
            <a:bodyPr rtlCol="0" anchor="ctr"/>
            <a:lstStyle/>
            <a:p>
              <a:endParaRPr lang="en-US"/>
            </a:p>
          </p:txBody>
        </p:sp>
        <p:sp>
          <p:nvSpPr>
            <p:cNvPr id="540" name="Graphic 4">
              <a:extLst>
                <a:ext uri="{FF2B5EF4-FFF2-40B4-BE49-F238E27FC236}">
                  <a16:creationId xmlns:a16="http://schemas.microsoft.com/office/drawing/2014/main" id="{2466715F-899A-F447-8031-338A4F90B6ED}"/>
                </a:ext>
              </a:extLst>
            </p:cNvPr>
            <p:cNvSpPr/>
            <p:nvPr/>
          </p:nvSpPr>
          <p:spPr>
            <a:xfrm>
              <a:off x="4275506" y="3411762"/>
              <a:ext cx="18530" cy="108527"/>
            </a:xfrm>
            <a:custGeom>
              <a:avLst/>
              <a:gdLst>
                <a:gd name="connsiteX0" fmla="*/ 18531 w 18530"/>
                <a:gd name="connsiteY0" fmla="*/ 8938 h 108527"/>
                <a:gd name="connsiteX1" fmla="*/ 15975 w 18530"/>
                <a:gd name="connsiteY1" fmla="*/ 2554 h 108527"/>
                <a:gd name="connsiteX2" fmla="*/ 9585 w 18530"/>
                <a:gd name="connsiteY2" fmla="*/ 0 h 108527"/>
                <a:gd name="connsiteX3" fmla="*/ 0 w 18530"/>
                <a:gd name="connsiteY3" fmla="*/ 9576 h 108527"/>
                <a:gd name="connsiteX4" fmla="*/ 0 w 18530"/>
                <a:gd name="connsiteY4" fmla="*/ 65117 h 108527"/>
                <a:gd name="connsiteX5" fmla="*/ 0 w 18530"/>
                <a:gd name="connsiteY5" fmla="*/ 98952 h 108527"/>
                <a:gd name="connsiteX6" fmla="*/ 9585 w 18530"/>
                <a:gd name="connsiteY6" fmla="*/ 108528 h 108527"/>
                <a:gd name="connsiteX7" fmla="*/ 15975 w 18530"/>
                <a:gd name="connsiteY7" fmla="*/ 105974 h 108527"/>
                <a:gd name="connsiteX8" fmla="*/ 18531 w 18530"/>
                <a:gd name="connsiteY8" fmla="*/ 99590 h 108527"/>
                <a:gd name="connsiteX9" fmla="*/ 18531 w 18530"/>
                <a:gd name="connsiteY9" fmla="*/ 77885 h 108527"/>
                <a:gd name="connsiteX10" fmla="*/ 18531 w 18530"/>
                <a:gd name="connsiteY10" fmla="*/ 8938 h 10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0" h="108527">
                  <a:moveTo>
                    <a:pt x="18531" y="8938"/>
                  </a:moveTo>
                  <a:cubicBezTo>
                    <a:pt x="18531" y="6384"/>
                    <a:pt x="17253" y="3831"/>
                    <a:pt x="15975" y="2554"/>
                  </a:cubicBezTo>
                  <a:cubicBezTo>
                    <a:pt x="14697" y="1277"/>
                    <a:pt x="12141" y="0"/>
                    <a:pt x="9585" y="0"/>
                  </a:cubicBezTo>
                  <a:cubicBezTo>
                    <a:pt x="4473" y="0"/>
                    <a:pt x="0" y="4469"/>
                    <a:pt x="0" y="9576"/>
                  </a:cubicBezTo>
                  <a:lnTo>
                    <a:pt x="0" y="65117"/>
                  </a:lnTo>
                  <a:lnTo>
                    <a:pt x="0" y="98952"/>
                  </a:lnTo>
                  <a:cubicBezTo>
                    <a:pt x="0" y="104059"/>
                    <a:pt x="4473" y="108528"/>
                    <a:pt x="9585" y="108528"/>
                  </a:cubicBezTo>
                  <a:cubicBezTo>
                    <a:pt x="12141" y="108528"/>
                    <a:pt x="14697" y="107251"/>
                    <a:pt x="15975" y="105974"/>
                  </a:cubicBezTo>
                  <a:cubicBezTo>
                    <a:pt x="17253" y="104697"/>
                    <a:pt x="18531" y="102144"/>
                    <a:pt x="18531" y="99590"/>
                  </a:cubicBezTo>
                  <a:lnTo>
                    <a:pt x="18531" y="77885"/>
                  </a:lnTo>
                  <a:lnTo>
                    <a:pt x="18531" y="8938"/>
                  </a:lnTo>
                  <a:close/>
                </a:path>
              </a:pathLst>
            </a:custGeom>
            <a:solidFill>
              <a:srgbClr val="00A3E0"/>
            </a:solidFill>
            <a:ln w="6390" cap="flat">
              <a:noFill/>
              <a:prstDash val="solid"/>
              <a:miter/>
            </a:ln>
          </p:spPr>
          <p:txBody>
            <a:bodyPr rtlCol="0" anchor="ctr"/>
            <a:lstStyle/>
            <a:p>
              <a:endParaRPr lang="en-US"/>
            </a:p>
          </p:txBody>
        </p:sp>
        <p:sp>
          <p:nvSpPr>
            <p:cNvPr id="541" name="Graphic 4">
              <a:extLst>
                <a:ext uri="{FF2B5EF4-FFF2-40B4-BE49-F238E27FC236}">
                  <a16:creationId xmlns:a16="http://schemas.microsoft.com/office/drawing/2014/main" id="{4C56B6FE-962E-2C45-835E-197656A106C8}"/>
                </a:ext>
              </a:extLst>
            </p:cNvPr>
            <p:cNvSpPr/>
            <p:nvPr/>
          </p:nvSpPr>
          <p:spPr>
            <a:xfrm>
              <a:off x="4046108" y="3339623"/>
              <a:ext cx="361670" cy="361333"/>
            </a:xfrm>
            <a:custGeom>
              <a:avLst/>
              <a:gdLst>
                <a:gd name="connsiteX0" fmla="*/ 180835 w 361670"/>
                <a:gd name="connsiteY0" fmla="*/ 0 h 361333"/>
                <a:gd name="connsiteX1" fmla="*/ 0 w 361670"/>
                <a:gd name="connsiteY1" fmla="*/ 180667 h 361333"/>
                <a:gd name="connsiteX2" fmla="*/ 180835 w 361670"/>
                <a:gd name="connsiteY2" fmla="*/ 361333 h 361333"/>
                <a:gd name="connsiteX3" fmla="*/ 361670 w 361670"/>
                <a:gd name="connsiteY3" fmla="*/ 180667 h 361333"/>
                <a:gd name="connsiteX4" fmla="*/ 180835 w 361670"/>
                <a:gd name="connsiteY4" fmla="*/ 0 h 361333"/>
                <a:gd name="connsiteX5" fmla="*/ 260709 w 361670"/>
                <a:gd name="connsiteY5" fmla="*/ 149385 h 361333"/>
                <a:gd name="connsiteX6" fmla="*/ 260709 w 361670"/>
                <a:gd name="connsiteY6" fmla="*/ 169814 h 361333"/>
                <a:gd name="connsiteX7" fmla="*/ 260709 w 361670"/>
                <a:gd name="connsiteY7" fmla="*/ 220247 h 361333"/>
                <a:gd name="connsiteX8" fmla="*/ 243456 w 361670"/>
                <a:gd name="connsiteY8" fmla="*/ 263020 h 361333"/>
                <a:gd name="connsiteX9" fmla="*/ 240261 w 361670"/>
                <a:gd name="connsiteY9" fmla="*/ 270681 h 361333"/>
                <a:gd name="connsiteX10" fmla="*/ 240261 w 361670"/>
                <a:gd name="connsiteY10" fmla="*/ 297493 h 361333"/>
                <a:gd name="connsiteX11" fmla="*/ 233872 w 361670"/>
                <a:gd name="connsiteY11" fmla="*/ 303877 h 361333"/>
                <a:gd name="connsiteX12" fmla="*/ 227482 w 361670"/>
                <a:gd name="connsiteY12" fmla="*/ 297493 h 361333"/>
                <a:gd name="connsiteX13" fmla="*/ 227482 w 361670"/>
                <a:gd name="connsiteY13" fmla="*/ 270681 h 361333"/>
                <a:gd name="connsiteX14" fmla="*/ 233872 w 361670"/>
                <a:gd name="connsiteY14" fmla="*/ 254721 h 361333"/>
                <a:gd name="connsiteX15" fmla="*/ 247291 w 361670"/>
                <a:gd name="connsiteY15" fmla="*/ 220886 h 361333"/>
                <a:gd name="connsiteX16" fmla="*/ 247291 w 361670"/>
                <a:gd name="connsiteY16" fmla="*/ 190243 h 361333"/>
                <a:gd name="connsiteX17" fmla="*/ 237706 w 361670"/>
                <a:gd name="connsiteY17" fmla="*/ 192158 h 361333"/>
                <a:gd name="connsiteX18" fmla="*/ 221731 w 361670"/>
                <a:gd name="connsiteY18" fmla="*/ 185774 h 361333"/>
                <a:gd name="connsiteX19" fmla="*/ 221731 w 361670"/>
                <a:gd name="connsiteY19" fmla="*/ 185774 h 361333"/>
                <a:gd name="connsiteX20" fmla="*/ 205756 w 361670"/>
                <a:gd name="connsiteY20" fmla="*/ 192158 h 361333"/>
                <a:gd name="connsiteX21" fmla="*/ 190420 w 361670"/>
                <a:gd name="connsiteY21" fmla="*/ 185774 h 361333"/>
                <a:gd name="connsiteX22" fmla="*/ 172528 w 361670"/>
                <a:gd name="connsiteY22" fmla="*/ 194711 h 361333"/>
                <a:gd name="connsiteX23" fmla="*/ 189781 w 361670"/>
                <a:gd name="connsiteY23" fmla="*/ 217055 h 361333"/>
                <a:gd name="connsiteX24" fmla="*/ 209590 w 361670"/>
                <a:gd name="connsiteY24" fmla="*/ 205564 h 361333"/>
                <a:gd name="connsiteX25" fmla="*/ 217258 w 361670"/>
                <a:gd name="connsiteY25" fmla="*/ 210671 h 361333"/>
                <a:gd name="connsiteX26" fmla="*/ 212146 w 361670"/>
                <a:gd name="connsiteY26" fmla="*/ 218332 h 361333"/>
                <a:gd name="connsiteX27" fmla="*/ 194254 w 361670"/>
                <a:gd name="connsiteY27" fmla="*/ 240038 h 361333"/>
                <a:gd name="connsiteX28" fmla="*/ 187864 w 361670"/>
                <a:gd name="connsiteY28" fmla="*/ 246422 h 361333"/>
                <a:gd name="connsiteX29" fmla="*/ 181474 w 361670"/>
                <a:gd name="connsiteY29" fmla="*/ 240038 h 361333"/>
                <a:gd name="connsiteX30" fmla="*/ 136744 w 361670"/>
                <a:gd name="connsiteY30" fmla="*/ 195350 h 361333"/>
                <a:gd name="connsiteX31" fmla="*/ 130354 w 361670"/>
                <a:gd name="connsiteY31" fmla="*/ 188966 h 361333"/>
                <a:gd name="connsiteX32" fmla="*/ 136744 w 361670"/>
                <a:gd name="connsiteY32" fmla="*/ 182582 h 361333"/>
                <a:gd name="connsiteX33" fmla="*/ 170611 w 361670"/>
                <a:gd name="connsiteY33" fmla="*/ 182582 h 361333"/>
                <a:gd name="connsiteX34" fmla="*/ 180835 w 361670"/>
                <a:gd name="connsiteY34" fmla="*/ 177475 h 361333"/>
                <a:gd name="connsiteX35" fmla="*/ 182752 w 361670"/>
                <a:gd name="connsiteY35" fmla="*/ 174921 h 361333"/>
                <a:gd name="connsiteX36" fmla="*/ 184030 w 361670"/>
                <a:gd name="connsiteY36" fmla="*/ 170452 h 361333"/>
                <a:gd name="connsiteX37" fmla="*/ 184030 w 361670"/>
                <a:gd name="connsiteY37" fmla="*/ 170452 h 361333"/>
                <a:gd name="connsiteX38" fmla="*/ 184030 w 361670"/>
                <a:gd name="connsiteY38" fmla="*/ 166622 h 361333"/>
                <a:gd name="connsiteX39" fmla="*/ 184030 w 361670"/>
                <a:gd name="connsiteY39" fmla="*/ 164068 h 361333"/>
                <a:gd name="connsiteX40" fmla="*/ 120131 w 361670"/>
                <a:gd name="connsiteY40" fmla="*/ 164068 h 361333"/>
                <a:gd name="connsiteX41" fmla="*/ 112463 w 361670"/>
                <a:gd name="connsiteY41" fmla="*/ 171729 h 361333"/>
                <a:gd name="connsiteX42" fmla="*/ 112463 w 361670"/>
                <a:gd name="connsiteY42" fmla="*/ 215779 h 361333"/>
                <a:gd name="connsiteX43" fmla="*/ 133549 w 361670"/>
                <a:gd name="connsiteY43" fmla="*/ 254721 h 361333"/>
                <a:gd name="connsiteX44" fmla="*/ 143774 w 361670"/>
                <a:gd name="connsiteY44" fmla="*/ 273873 h 361333"/>
                <a:gd name="connsiteX45" fmla="*/ 143774 w 361670"/>
                <a:gd name="connsiteY45" fmla="*/ 297493 h 361333"/>
                <a:gd name="connsiteX46" fmla="*/ 137384 w 361670"/>
                <a:gd name="connsiteY46" fmla="*/ 303877 h 361333"/>
                <a:gd name="connsiteX47" fmla="*/ 130994 w 361670"/>
                <a:gd name="connsiteY47" fmla="*/ 297493 h 361333"/>
                <a:gd name="connsiteX48" fmla="*/ 130994 w 361670"/>
                <a:gd name="connsiteY48" fmla="*/ 273873 h 361333"/>
                <a:gd name="connsiteX49" fmla="*/ 126521 w 361670"/>
                <a:gd name="connsiteY49" fmla="*/ 264935 h 361333"/>
                <a:gd name="connsiteX50" fmla="*/ 99683 w 361670"/>
                <a:gd name="connsiteY50" fmla="*/ 215779 h 361333"/>
                <a:gd name="connsiteX51" fmla="*/ 99683 w 361670"/>
                <a:gd name="connsiteY51" fmla="*/ 199180 h 361333"/>
                <a:gd name="connsiteX52" fmla="*/ 99683 w 361670"/>
                <a:gd name="connsiteY52" fmla="*/ 171091 h 361333"/>
                <a:gd name="connsiteX53" fmla="*/ 120131 w 361670"/>
                <a:gd name="connsiteY53" fmla="*/ 150662 h 361333"/>
                <a:gd name="connsiteX54" fmla="*/ 120770 w 361670"/>
                <a:gd name="connsiteY54" fmla="*/ 150662 h 361333"/>
                <a:gd name="connsiteX55" fmla="*/ 120770 w 361670"/>
                <a:gd name="connsiteY55" fmla="*/ 137256 h 361333"/>
                <a:gd name="connsiteX56" fmla="*/ 143134 w 361670"/>
                <a:gd name="connsiteY56" fmla="*/ 114912 h 361333"/>
                <a:gd name="connsiteX57" fmla="*/ 155275 w 361670"/>
                <a:gd name="connsiteY57" fmla="*/ 118742 h 361333"/>
                <a:gd name="connsiteX58" fmla="*/ 175084 w 361670"/>
                <a:gd name="connsiteY58" fmla="*/ 106613 h 361333"/>
                <a:gd name="connsiteX59" fmla="*/ 191059 w 361670"/>
                <a:gd name="connsiteY59" fmla="*/ 112997 h 361333"/>
                <a:gd name="connsiteX60" fmla="*/ 194893 w 361670"/>
                <a:gd name="connsiteY60" fmla="*/ 117465 h 361333"/>
                <a:gd name="connsiteX61" fmla="*/ 207034 w 361670"/>
                <a:gd name="connsiteY61" fmla="*/ 113635 h 361333"/>
                <a:gd name="connsiteX62" fmla="*/ 216619 w 361670"/>
                <a:gd name="connsiteY62" fmla="*/ 115550 h 361333"/>
                <a:gd name="connsiteX63" fmla="*/ 216619 w 361670"/>
                <a:gd name="connsiteY63" fmla="*/ 80438 h 361333"/>
                <a:gd name="connsiteX64" fmla="*/ 238983 w 361670"/>
                <a:gd name="connsiteY64" fmla="*/ 58094 h 361333"/>
                <a:gd name="connsiteX65" fmla="*/ 254958 w 361670"/>
                <a:gd name="connsiteY65" fmla="*/ 64478 h 361333"/>
                <a:gd name="connsiteX66" fmla="*/ 261348 w 361670"/>
                <a:gd name="connsiteY66" fmla="*/ 80438 h 361333"/>
                <a:gd name="connsiteX67" fmla="*/ 261348 w 361670"/>
                <a:gd name="connsiteY67" fmla="*/ 149385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61670" h="361333">
                  <a:moveTo>
                    <a:pt x="180835" y="0"/>
                  </a:moveTo>
                  <a:cubicBezTo>
                    <a:pt x="80513" y="0"/>
                    <a:pt x="0" y="81077"/>
                    <a:pt x="0" y="180667"/>
                  </a:cubicBezTo>
                  <a:cubicBezTo>
                    <a:pt x="0" y="280895"/>
                    <a:pt x="81152" y="361333"/>
                    <a:pt x="180835" y="361333"/>
                  </a:cubicBezTo>
                  <a:cubicBezTo>
                    <a:pt x="280518" y="361333"/>
                    <a:pt x="361670" y="280257"/>
                    <a:pt x="361670" y="180667"/>
                  </a:cubicBezTo>
                  <a:cubicBezTo>
                    <a:pt x="361670" y="81077"/>
                    <a:pt x="281157" y="0"/>
                    <a:pt x="180835" y="0"/>
                  </a:cubicBezTo>
                  <a:close/>
                  <a:moveTo>
                    <a:pt x="260709" y="149385"/>
                  </a:moveTo>
                  <a:lnTo>
                    <a:pt x="260709" y="169814"/>
                  </a:lnTo>
                  <a:lnTo>
                    <a:pt x="260709" y="220247"/>
                  </a:lnTo>
                  <a:cubicBezTo>
                    <a:pt x="260709" y="236207"/>
                    <a:pt x="254319" y="251529"/>
                    <a:pt x="243456" y="263020"/>
                  </a:cubicBezTo>
                  <a:cubicBezTo>
                    <a:pt x="241540" y="264935"/>
                    <a:pt x="240261" y="267489"/>
                    <a:pt x="240261" y="270681"/>
                  </a:cubicBezTo>
                  <a:lnTo>
                    <a:pt x="240261" y="297493"/>
                  </a:lnTo>
                  <a:cubicBezTo>
                    <a:pt x="240261" y="301324"/>
                    <a:pt x="237706" y="303877"/>
                    <a:pt x="233872" y="303877"/>
                  </a:cubicBezTo>
                  <a:cubicBezTo>
                    <a:pt x="230038" y="303877"/>
                    <a:pt x="227482" y="301324"/>
                    <a:pt x="227482" y="297493"/>
                  </a:cubicBezTo>
                  <a:lnTo>
                    <a:pt x="227482" y="270681"/>
                  </a:lnTo>
                  <a:cubicBezTo>
                    <a:pt x="227482" y="264297"/>
                    <a:pt x="230038" y="258551"/>
                    <a:pt x="233872" y="254721"/>
                  </a:cubicBezTo>
                  <a:cubicBezTo>
                    <a:pt x="242818" y="245783"/>
                    <a:pt x="247291" y="233654"/>
                    <a:pt x="247291" y="220886"/>
                  </a:cubicBezTo>
                  <a:lnTo>
                    <a:pt x="247291" y="190243"/>
                  </a:lnTo>
                  <a:cubicBezTo>
                    <a:pt x="244096" y="191519"/>
                    <a:pt x="240901" y="192158"/>
                    <a:pt x="237706" y="192158"/>
                  </a:cubicBezTo>
                  <a:cubicBezTo>
                    <a:pt x="231316" y="192158"/>
                    <a:pt x="226204" y="189604"/>
                    <a:pt x="221731" y="185774"/>
                  </a:cubicBezTo>
                  <a:cubicBezTo>
                    <a:pt x="221731" y="185774"/>
                    <a:pt x="221731" y="185774"/>
                    <a:pt x="221731" y="185774"/>
                  </a:cubicBezTo>
                  <a:cubicBezTo>
                    <a:pt x="217258" y="190243"/>
                    <a:pt x="212146" y="192158"/>
                    <a:pt x="205756" y="192158"/>
                  </a:cubicBezTo>
                  <a:cubicBezTo>
                    <a:pt x="200005" y="192158"/>
                    <a:pt x="194254" y="189604"/>
                    <a:pt x="190420" y="185774"/>
                  </a:cubicBezTo>
                  <a:cubicBezTo>
                    <a:pt x="185947" y="190881"/>
                    <a:pt x="179557" y="194073"/>
                    <a:pt x="172528" y="194711"/>
                  </a:cubicBezTo>
                  <a:cubicBezTo>
                    <a:pt x="180196" y="200457"/>
                    <a:pt x="185947" y="208118"/>
                    <a:pt x="189781" y="217055"/>
                  </a:cubicBezTo>
                  <a:cubicBezTo>
                    <a:pt x="194893" y="211310"/>
                    <a:pt x="201922" y="206841"/>
                    <a:pt x="209590" y="205564"/>
                  </a:cubicBezTo>
                  <a:cubicBezTo>
                    <a:pt x="212785" y="204926"/>
                    <a:pt x="216619" y="207479"/>
                    <a:pt x="217258" y="210671"/>
                  </a:cubicBezTo>
                  <a:cubicBezTo>
                    <a:pt x="217897" y="213863"/>
                    <a:pt x="215341" y="217694"/>
                    <a:pt x="212146" y="218332"/>
                  </a:cubicBezTo>
                  <a:cubicBezTo>
                    <a:pt x="201922" y="220247"/>
                    <a:pt x="194254" y="229185"/>
                    <a:pt x="194254" y="240038"/>
                  </a:cubicBezTo>
                  <a:cubicBezTo>
                    <a:pt x="194254" y="243868"/>
                    <a:pt x="191698" y="246422"/>
                    <a:pt x="187864" y="246422"/>
                  </a:cubicBezTo>
                  <a:cubicBezTo>
                    <a:pt x="184030" y="246422"/>
                    <a:pt x="181474" y="243868"/>
                    <a:pt x="181474" y="240038"/>
                  </a:cubicBezTo>
                  <a:cubicBezTo>
                    <a:pt x="181474" y="215140"/>
                    <a:pt x="161027" y="195350"/>
                    <a:pt x="136744" y="195350"/>
                  </a:cubicBezTo>
                  <a:cubicBezTo>
                    <a:pt x="132911" y="195350"/>
                    <a:pt x="130354" y="192796"/>
                    <a:pt x="130354" y="188966"/>
                  </a:cubicBezTo>
                  <a:cubicBezTo>
                    <a:pt x="130354" y="185135"/>
                    <a:pt x="132911" y="182582"/>
                    <a:pt x="136744" y="182582"/>
                  </a:cubicBezTo>
                  <a:lnTo>
                    <a:pt x="170611" y="182582"/>
                  </a:lnTo>
                  <a:cubicBezTo>
                    <a:pt x="175084" y="182582"/>
                    <a:pt x="178279" y="180667"/>
                    <a:pt x="180835" y="177475"/>
                  </a:cubicBezTo>
                  <a:cubicBezTo>
                    <a:pt x="181474" y="176836"/>
                    <a:pt x="182113" y="175560"/>
                    <a:pt x="182752" y="174921"/>
                  </a:cubicBezTo>
                  <a:cubicBezTo>
                    <a:pt x="183391" y="173644"/>
                    <a:pt x="184030" y="172368"/>
                    <a:pt x="184030" y="170452"/>
                  </a:cubicBezTo>
                  <a:cubicBezTo>
                    <a:pt x="184030" y="170452"/>
                    <a:pt x="184030" y="170452"/>
                    <a:pt x="184030" y="170452"/>
                  </a:cubicBezTo>
                  <a:lnTo>
                    <a:pt x="184030" y="166622"/>
                  </a:lnTo>
                  <a:cubicBezTo>
                    <a:pt x="184030" y="165345"/>
                    <a:pt x="184030" y="164707"/>
                    <a:pt x="184030" y="164068"/>
                  </a:cubicBezTo>
                  <a:lnTo>
                    <a:pt x="120131" y="164068"/>
                  </a:lnTo>
                  <a:cubicBezTo>
                    <a:pt x="116297" y="164068"/>
                    <a:pt x="112463" y="167260"/>
                    <a:pt x="112463" y="171729"/>
                  </a:cubicBezTo>
                  <a:lnTo>
                    <a:pt x="112463" y="215779"/>
                  </a:lnTo>
                  <a:cubicBezTo>
                    <a:pt x="113102" y="231100"/>
                    <a:pt x="120770" y="245783"/>
                    <a:pt x="133549" y="254721"/>
                  </a:cubicBezTo>
                  <a:cubicBezTo>
                    <a:pt x="139939" y="259190"/>
                    <a:pt x="143774" y="266212"/>
                    <a:pt x="143774" y="273873"/>
                  </a:cubicBezTo>
                  <a:lnTo>
                    <a:pt x="143774" y="297493"/>
                  </a:lnTo>
                  <a:cubicBezTo>
                    <a:pt x="143774" y="301324"/>
                    <a:pt x="141217" y="303877"/>
                    <a:pt x="137384" y="303877"/>
                  </a:cubicBezTo>
                  <a:cubicBezTo>
                    <a:pt x="133549" y="303877"/>
                    <a:pt x="130994" y="301324"/>
                    <a:pt x="130994" y="297493"/>
                  </a:cubicBezTo>
                  <a:lnTo>
                    <a:pt x="130994" y="273873"/>
                  </a:lnTo>
                  <a:cubicBezTo>
                    <a:pt x="130994" y="270042"/>
                    <a:pt x="129077" y="266850"/>
                    <a:pt x="126521" y="264935"/>
                  </a:cubicBezTo>
                  <a:cubicBezTo>
                    <a:pt x="110546" y="254082"/>
                    <a:pt x="100322" y="235569"/>
                    <a:pt x="99683" y="215779"/>
                  </a:cubicBezTo>
                  <a:lnTo>
                    <a:pt x="99683" y="199180"/>
                  </a:lnTo>
                  <a:lnTo>
                    <a:pt x="99683" y="171091"/>
                  </a:lnTo>
                  <a:cubicBezTo>
                    <a:pt x="99683" y="160238"/>
                    <a:pt x="108629" y="150662"/>
                    <a:pt x="120131" y="150662"/>
                  </a:cubicBezTo>
                  <a:lnTo>
                    <a:pt x="120770" y="150662"/>
                  </a:lnTo>
                  <a:lnTo>
                    <a:pt x="120770" y="137256"/>
                  </a:lnTo>
                  <a:cubicBezTo>
                    <a:pt x="120770" y="125126"/>
                    <a:pt x="130994" y="114912"/>
                    <a:pt x="143134" y="114912"/>
                  </a:cubicBezTo>
                  <a:cubicBezTo>
                    <a:pt x="147607" y="114912"/>
                    <a:pt x="151442" y="116189"/>
                    <a:pt x="155275" y="118742"/>
                  </a:cubicBezTo>
                  <a:cubicBezTo>
                    <a:pt x="159109" y="111720"/>
                    <a:pt x="166138" y="106613"/>
                    <a:pt x="175084" y="106613"/>
                  </a:cubicBezTo>
                  <a:cubicBezTo>
                    <a:pt x="180835" y="106613"/>
                    <a:pt x="186586" y="109166"/>
                    <a:pt x="191059" y="112997"/>
                  </a:cubicBezTo>
                  <a:cubicBezTo>
                    <a:pt x="192337" y="114273"/>
                    <a:pt x="193615" y="116189"/>
                    <a:pt x="194893" y="117465"/>
                  </a:cubicBezTo>
                  <a:cubicBezTo>
                    <a:pt x="198727" y="114912"/>
                    <a:pt x="202561" y="113635"/>
                    <a:pt x="207034" y="113635"/>
                  </a:cubicBezTo>
                  <a:cubicBezTo>
                    <a:pt x="210229" y="113635"/>
                    <a:pt x="213424" y="114273"/>
                    <a:pt x="216619" y="115550"/>
                  </a:cubicBezTo>
                  <a:lnTo>
                    <a:pt x="216619" y="80438"/>
                  </a:lnTo>
                  <a:cubicBezTo>
                    <a:pt x="216619" y="68309"/>
                    <a:pt x="226843" y="58094"/>
                    <a:pt x="238983" y="58094"/>
                  </a:cubicBezTo>
                  <a:cubicBezTo>
                    <a:pt x="244735" y="58094"/>
                    <a:pt x="250486" y="60648"/>
                    <a:pt x="254958" y="64478"/>
                  </a:cubicBezTo>
                  <a:cubicBezTo>
                    <a:pt x="259431" y="68947"/>
                    <a:pt x="261348" y="74054"/>
                    <a:pt x="261348" y="80438"/>
                  </a:cubicBezTo>
                  <a:lnTo>
                    <a:pt x="261348" y="149385"/>
                  </a:lnTo>
                  <a:close/>
                </a:path>
              </a:pathLst>
            </a:custGeom>
            <a:solidFill>
              <a:srgbClr val="00A3E0"/>
            </a:solidFill>
            <a:ln w="6390" cap="flat">
              <a:noFill/>
              <a:prstDash val="solid"/>
              <a:miter/>
            </a:ln>
          </p:spPr>
          <p:txBody>
            <a:bodyPr rtlCol="0" anchor="ctr"/>
            <a:lstStyle/>
            <a:p>
              <a:endParaRPr lang="en-US"/>
            </a:p>
          </p:txBody>
        </p:sp>
      </p:grpSp>
    </p:spTree>
    <p:extLst>
      <p:ext uri="{BB962C8B-B14F-4D97-AF65-F5344CB8AC3E}">
        <p14:creationId xmlns:p14="http://schemas.microsoft.com/office/powerpoint/2010/main" val="4117019035"/>
      </p:ext>
    </p:extLst>
  </p:cSld>
  <p:clrMapOvr>
    <a:masterClrMapping/>
  </p:clrMapOvr>
  <p:transition>
    <p:fade/>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0AB181-1E9F-2244-B53A-BC8E2F101DA6}"/>
              </a:ext>
            </a:extLst>
          </p:cNvPr>
          <p:cNvSpPr>
            <a:spLocks noGrp="1"/>
          </p:cNvSpPr>
          <p:nvPr>
            <p:ph type="title"/>
          </p:nvPr>
        </p:nvSpPr>
        <p:spPr/>
        <p:txBody>
          <a:bodyPr/>
          <a:lstStyle/>
          <a:p>
            <a:r>
              <a:rPr lang="en-US" dirty="0"/>
              <a:t>PEOPLE &amp; CULTURE</a:t>
            </a:r>
          </a:p>
        </p:txBody>
      </p:sp>
      <p:sp>
        <p:nvSpPr>
          <p:cNvPr id="4" name="Content Placeholder 3">
            <a:extLst>
              <a:ext uri="{FF2B5EF4-FFF2-40B4-BE49-F238E27FC236}">
                <a16:creationId xmlns:a16="http://schemas.microsoft.com/office/drawing/2014/main" id="{DB57E314-8EE4-694B-B268-A9071E1D395E}"/>
              </a:ext>
            </a:extLst>
          </p:cNvPr>
          <p:cNvSpPr>
            <a:spLocks noGrp="1"/>
          </p:cNvSpPr>
          <p:nvPr>
            <p:ph idx="10"/>
          </p:nvPr>
        </p:nvSpPr>
        <p:spPr>
          <a:xfrm>
            <a:off x="463296" y="5473209"/>
            <a:ext cx="1933675" cy="1114021"/>
          </a:xfrm>
        </p:spPr>
        <p:txBody>
          <a:bodyPr/>
          <a:lstStyle/>
          <a:p>
            <a:r>
              <a:rPr lang="en-US" dirty="0"/>
              <a:t>Events &amp; Celebration</a:t>
            </a:r>
          </a:p>
          <a:p>
            <a:r>
              <a:rPr lang="en-US" sz="900" dirty="0"/>
              <a:t>Keywords:</a:t>
            </a:r>
            <a:br>
              <a:rPr lang="en-US" sz="900" dirty="0"/>
            </a:br>
            <a:r>
              <a:rPr lang="en-US" sz="850" b="0" dirty="0"/>
              <a:t>Dramatics, Present, Funny Card, Partying, Celebrate, Theatre, Birthday Cake, </a:t>
            </a:r>
            <a:r>
              <a:rPr lang="en-US" sz="850" b="0" dirty="0" err="1"/>
              <a:t>Baloon</a:t>
            </a:r>
            <a:r>
              <a:rPr lang="en-US" sz="850" b="0" dirty="0"/>
              <a:t>, 2-tier cake, Party popper, Cheers, Fun goggles, Heart Shaped Balloon, Streamers, Gift, Greeting card, Fireworks</a:t>
            </a:r>
          </a:p>
        </p:txBody>
      </p:sp>
      <p:sp>
        <p:nvSpPr>
          <p:cNvPr id="9" name="Content Placeholder 3">
            <a:extLst>
              <a:ext uri="{FF2B5EF4-FFF2-40B4-BE49-F238E27FC236}">
                <a16:creationId xmlns:a16="http://schemas.microsoft.com/office/drawing/2014/main" id="{55E798CF-E773-9D48-A06F-584A2DB95AC8}"/>
              </a:ext>
            </a:extLst>
          </p:cNvPr>
          <p:cNvSpPr txBox="1">
            <a:spLocks/>
          </p:cNvSpPr>
          <p:nvPr/>
        </p:nvSpPr>
        <p:spPr>
          <a:xfrm>
            <a:off x="3604336" y="5473209"/>
            <a:ext cx="1376038"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Physical Actions</a:t>
            </a:r>
          </a:p>
          <a:p>
            <a:r>
              <a:rPr lang="en-US" sz="900" dirty="0"/>
              <a:t>Keywords:</a:t>
            </a:r>
            <a:br>
              <a:rPr lang="en-US" sz="900" dirty="0"/>
            </a:br>
            <a:r>
              <a:rPr lang="en-US" sz="850" b="0" dirty="0"/>
              <a:t>Cycling, Running, Late to Work, Cycle, Run, Rush to work, Climb stairs</a:t>
            </a:r>
          </a:p>
        </p:txBody>
      </p:sp>
      <p:sp>
        <p:nvSpPr>
          <p:cNvPr id="440" name="Content Placeholder 3">
            <a:extLst>
              <a:ext uri="{FF2B5EF4-FFF2-40B4-BE49-F238E27FC236}">
                <a16:creationId xmlns:a16="http://schemas.microsoft.com/office/drawing/2014/main" id="{C628619D-6C13-4744-86CC-ABC6522222EF}"/>
              </a:ext>
            </a:extLst>
          </p:cNvPr>
          <p:cNvSpPr txBox="1">
            <a:spLocks/>
          </p:cNvSpPr>
          <p:nvPr/>
        </p:nvSpPr>
        <p:spPr>
          <a:xfrm>
            <a:off x="5723520" y="5473209"/>
            <a:ext cx="2266383"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Religion/Faith</a:t>
            </a:r>
          </a:p>
          <a:p>
            <a:r>
              <a:rPr lang="en-US" sz="900" dirty="0"/>
              <a:t>Keywords:</a:t>
            </a:r>
            <a:br>
              <a:rPr lang="en-US" sz="900" dirty="0"/>
            </a:br>
            <a:r>
              <a:rPr lang="en-US" sz="850" b="0" dirty="0"/>
              <a:t>Muslim, </a:t>
            </a:r>
            <a:r>
              <a:rPr lang="en-US" sz="850" b="0" dirty="0" err="1"/>
              <a:t>Namaz</a:t>
            </a:r>
            <a:r>
              <a:rPr lang="en-US" sz="850" b="0" dirty="0"/>
              <a:t>, Multi-faith, Christianity, Sikhism, Shinto, Hinduism, Islam, Taoism, Jewish, Judaism, </a:t>
            </a:r>
            <a:r>
              <a:rPr lang="en-US" sz="850" b="0" dirty="0" err="1"/>
              <a:t>Bhuddism</a:t>
            </a:r>
            <a:r>
              <a:rPr lang="en-US" sz="850" b="0" dirty="0"/>
              <a:t>, Islamic Prayer, </a:t>
            </a:r>
            <a:r>
              <a:rPr lang="en-US" sz="850" b="0" dirty="0" err="1"/>
              <a:t>Bhuddist</a:t>
            </a:r>
            <a:endParaRPr lang="en-US" sz="850" b="0" dirty="0"/>
          </a:p>
        </p:txBody>
      </p:sp>
      <p:sp>
        <p:nvSpPr>
          <p:cNvPr id="441" name="Content Placeholder 3">
            <a:extLst>
              <a:ext uri="{FF2B5EF4-FFF2-40B4-BE49-F238E27FC236}">
                <a16:creationId xmlns:a16="http://schemas.microsoft.com/office/drawing/2014/main" id="{9D7E34F3-0206-4442-9336-42D97BCDB515}"/>
              </a:ext>
            </a:extLst>
          </p:cNvPr>
          <p:cNvSpPr txBox="1">
            <a:spLocks/>
          </p:cNvSpPr>
          <p:nvPr/>
        </p:nvSpPr>
        <p:spPr>
          <a:xfrm>
            <a:off x="8866215" y="5473209"/>
            <a:ext cx="2883590"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Profession / Jobs</a:t>
            </a:r>
          </a:p>
          <a:p>
            <a:r>
              <a:rPr lang="en-US" sz="900" dirty="0"/>
              <a:t>Keywords:</a:t>
            </a:r>
            <a:br>
              <a:rPr lang="en-US" sz="900" dirty="0"/>
            </a:br>
            <a:r>
              <a:rPr lang="en-US" sz="850" b="0" dirty="0"/>
              <a:t>Justice, Balance, Government, Legality, Federal </a:t>
            </a:r>
            <a:r>
              <a:rPr lang="en-US" sz="850" b="0" dirty="0" err="1"/>
              <a:t>Goverment</a:t>
            </a:r>
            <a:r>
              <a:rPr lang="en-US" sz="850" b="0" dirty="0"/>
              <a:t>, Law, Mallet, Police, Engineer, Miner, Carpenter, Plumber, Army, Businessman, Salesman, Doctor, Researcher, Scientist, Healthcare worker, Teacher, Professor, Security, </a:t>
            </a:r>
            <a:r>
              <a:rPr lang="en-US" sz="850" b="0" dirty="0" err="1"/>
              <a:t>Gaurd</a:t>
            </a:r>
            <a:r>
              <a:rPr lang="en-US" sz="850" b="0" dirty="0"/>
              <a:t>, Recruiter, Call center Operative, Chef, Accountant, Concierge</a:t>
            </a:r>
          </a:p>
        </p:txBody>
      </p:sp>
      <p:grpSp>
        <p:nvGrpSpPr>
          <p:cNvPr id="6" name="Graphic 4">
            <a:extLst>
              <a:ext uri="{FF2B5EF4-FFF2-40B4-BE49-F238E27FC236}">
                <a16:creationId xmlns:a16="http://schemas.microsoft.com/office/drawing/2014/main" id="{A523DD0D-6753-D24E-8525-98B6FD0E3C77}"/>
              </a:ext>
            </a:extLst>
          </p:cNvPr>
          <p:cNvGrpSpPr/>
          <p:nvPr/>
        </p:nvGrpSpPr>
        <p:grpSpPr>
          <a:xfrm>
            <a:off x="5708130" y="1402723"/>
            <a:ext cx="362313" cy="361971"/>
            <a:chOff x="5708130" y="1402723"/>
            <a:chExt cx="362313" cy="361971"/>
          </a:xfrm>
          <a:solidFill>
            <a:srgbClr val="012169"/>
          </a:solidFill>
        </p:grpSpPr>
        <p:sp>
          <p:nvSpPr>
            <p:cNvPr id="7" name="Graphic 4">
              <a:extLst>
                <a:ext uri="{FF2B5EF4-FFF2-40B4-BE49-F238E27FC236}">
                  <a16:creationId xmlns:a16="http://schemas.microsoft.com/office/drawing/2014/main" id="{91B7570C-D4BE-2A4F-8B3A-EBC52514399F}"/>
                </a:ext>
              </a:extLst>
            </p:cNvPr>
            <p:cNvSpPr/>
            <p:nvPr/>
          </p:nvSpPr>
          <p:spPr>
            <a:xfrm>
              <a:off x="5708130" y="14027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8565 h 361971"/>
                <a:gd name="connsiteX7" fmla="*/ 12780 w 362313"/>
                <a:gd name="connsiteY7" fmla="*/ 180667 h 361971"/>
                <a:gd name="connsiteX8" fmla="*/ 180835 w 362313"/>
                <a:gd name="connsiteY8" fmla="*/ 12130 h 361971"/>
                <a:gd name="connsiteX9" fmla="*/ 349530 w 362313"/>
                <a:gd name="connsiteY9" fmla="*/ 180028 h 361971"/>
                <a:gd name="connsiteX10" fmla="*/ 349530 w 362313"/>
                <a:gd name="connsiteY10" fmla="*/ 180028 h 361971"/>
                <a:gd name="connsiteX11" fmla="*/ 181474 w 362313"/>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181474" y="348565"/>
                  </a:moveTo>
                  <a:cubicBezTo>
                    <a:pt x="88181" y="348565"/>
                    <a:pt x="12780" y="273234"/>
                    <a:pt x="12780" y="180667"/>
                  </a:cubicBezTo>
                  <a:cubicBezTo>
                    <a:pt x="12780" y="88099"/>
                    <a:pt x="88181" y="12130"/>
                    <a:pt x="180835" y="12130"/>
                  </a:cubicBezTo>
                  <a:cubicBezTo>
                    <a:pt x="274128" y="12130"/>
                    <a:pt x="349530" y="87461"/>
                    <a:pt x="349530" y="180028"/>
                  </a:cubicBezTo>
                  <a:lnTo>
                    <a:pt x="349530" y="180028"/>
                  </a:lnTo>
                  <a:cubicBezTo>
                    <a:pt x="349530" y="273234"/>
                    <a:pt x="274767" y="348565"/>
                    <a:pt x="181474" y="348565"/>
                  </a:cubicBezTo>
                  <a:close/>
                </a:path>
              </a:pathLst>
            </a:custGeom>
            <a:solidFill>
              <a:srgbClr val="012169"/>
            </a:solidFill>
            <a:ln w="6390" cap="flat">
              <a:noFill/>
              <a:prstDash val="solid"/>
              <a:miter/>
            </a:ln>
          </p:spPr>
          <p:txBody>
            <a:bodyPr rtlCol="0" anchor="ctr"/>
            <a:lstStyle/>
            <a:p>
              <a:endParaRPr lang="en-US"/>
            </a:p>
          </p:txBody>
        </p:sp>
        <p:sp>
          <p:nvSpPr>
            <p:cNvPr id="8" name="Graphic 4">
              <a:extLst>
                <a:ext uri="{FF2B5EF4-FFF2-40B4-BE49-F238E27FC236}">
                  <a16:creationId xmlns:a16="http://schemas.microsoft.com/office/drawing/2014/main" id="{B8E4501F-59B8-F440-A817-0CD05F099641}"/>
                </a:ext>
              </a:extLst>
            </p:cNvPr>
            <p:cNvSpPr/>
            <p:nvPr/>
          </p:nvSpPr>
          <p:spPr>
            <a:xfrm>
              <a:off x="5782695" y="1464564"/>
              <a:ext cx="214457" cy="241034"/>
            </a:xfrm>
            <a:custGeom>
              <a:avLst/>
              <a:gdLst>
                <a:gd name="connsiteX0" fmla="*/ 177838 w 214457"/>
                <a:gd name="connsiteY0" fmla="*/ 44772 h 241034"/>
                <a:gd name="connsiteX1" fmla="*/ 161863 w 214457"/>
                <a:gd name="connsiteY1" fmla="*/ 37749 h 241034"/>
                <a:gd name="connsiteX2" fmla="*/ 165697 w 214457"/>
                <a:gd name="connsiteY2" fmla="*/ 46048 h 241034"/>
                <a:gd name="connsiteX3" fmla="*/ 184228 w 214457"/>
                <a:gd name="connsiteY3" fmla="*/ 86268 h 241034"/>
                <a:gd name="connsiteX4" fmla="*/ 184867 w 214457"/>
                <a:gd name="connsiteY4" fmla="*/ 96482 h 241034"/>
                <a:gd name="connsiteX5" fmla="*/ 142693 w 214457"/>
                <a:gd name="connsiteY5" fmla="*/ 165429 h 241034"/>
                <a:gd name="connsiteX6" fmla="*/ 115216 w 214457"/>
                <a:gd name="connsiteY6" fmla="*/ 180112 h 241034"/>
                <a:gd name="connsiteX7" fmla="*/ 115216 w 214457"/>
                <a:gd name="connsiteY7" fmla="*/ 167344 h 241034"/>
                <a:gd name="connsiteX8" fmla="*/ 128635 w 214457"/>
                <a:gd name="connsiteY8" fmla="*/ 159683 h 241034"/>
                <a:gd name="connsiteX9" fmla="*/ 129913 w 214457"/>
                <a:gd name="connsiteY9" fmla="*/ 157130 h 241034"/>
                <a:gd name="connsiteX10" fmla="*/ 129274 w 214457"/>
                <a:gd name="connsiteY10" fmla="*/ 153299 h 241034"/>
                <a:gd name="connsiteX11" fmla="*/ 167614 w 214457"/>
                <a:gd name="connsiteY11" fmla="*/ 72223 h 241034"/>
                <a:gd name="connsiteX12" fmla="*/ 128635 w 214457"/>
                <a:gd name="connsiteY12" fmla="*/ 33919 h 241034"/>
                <a:gd name="connsiteX13" fmla="*/ 129913 w 214457"/>
                <a:gd name="connsiteY13" fmla="*/ 27535 h 241034"/>
                <a:gd name="connsiteX14" fmla="*/ 128635 w 214457"/>
                <a:gd name="connsiteY14" fmla="*/ 22428 h 241034"/>
                <a:gd name="connsiteX15" fmla="*/ 112660 w 214457"/>
                <a:gd name="connsiteY15" fmla="*/ 3914 h 241034"/>
                <a:gd name="connsiteX16" fmla="*/ 103715 w 214457"/>
                <a:gd name="connsiteY16" fmla="*/ 3276 h 241034"/>
                <a:gd name="connsiteX17" fmla="*/ 87100 w 214457"/>
                <a:gd name="connsiteY17" fmla="*/ 21789 h 241034"/>
                <a:gd name="connsiteX18" fmla="*/ 85823 w 214457"/>
                <a:gd name="connsiteY18" fmla="*/ 26896 h 241034"/>
                <a:gd name="connsiteX19" fmla="*/ 87100 w 214457"/>
                <a:gd name="connsiteY19" fmla="*/ 33280 h 241034"/>
                <a:gd name="connsiteX20" fmla="*/ 48122 w 214457"/>
                <a:gd name="connsiteY20" fmla="*/ 114357 h 241034"/>
                <a:gd name="connsiteX21" fmla="*/ 86462 w 214457"/>
                <a:gd name="connsiteY21" fmla="*/ 153299 h 241034"/>
                <a:gd name="connsiteX22" fmla="*/ 85823 w 214457"/>
                <a:gd name="connsiteY22" fmla="*/ 156491 h 241034"/>
                <a:gd name="connsiteX23" fmla="*/ 87100 w 214457"/>
                <a:gd name="connsiteY23" fmla="*/ 159045 h 241034"/>
                <a:gd name="connsiteX24" fmla="*/ 100520 w 214457"/>
                <a:gd name="connsiteY24" fmla="*/ 166706 h 241034"/>
                <a:gd name="connsiteX25" fmla="*/ 100520 w 214457"/>
                <a:gd name="connsiteY25" fmla="*/ 179474 h 241034"/>
                <a:gd name="connsiteX26" fmla="*/ 73043 w 214457"/>
                <a:gd name="connsiteY26" fmla="*/ 164791 h 241034"/>
                <a:gd name="connsiteX27" fmla="*/ 30869 w 214457"/>
                <a:gd name="connsiteY27" fmla="*/ 95844 h 241034"/>
                <a:gd name="connsiteX28" fmla="*/ 31508 w 214457"/>
                <a:gd name="connsiteY28" fmla="*/ 85629 h 241034"/>
                <a:gd name="connsiteX29" fmla="*/ 49400 w 214457"/>
                <a:gd name="connsiteY29" fmla="*/ 45410 h 241034"/>
                <a:gd name="connsiteX30" fmla="*/ 53234 w 214457"/>
                <a:gd name="connsiteY30" fmla="*/ 37111 h 241034"/>
                <a:gd name="connsiteX31" fmla="*/ 37259 w 214457"/>
                <a:gd name="connsiteY31" fmla="*/ 44133 h 241034"/>
                <a:gd name="connsiteX32" fmla="*/ 197 w 214457"/>
                <a:gd name="connsiteY32" fmla="*/ 102228 h 241034"/>
                <a:gd name="connsiteX33" fmla="*/ 32147 w 214457"/>
                <a:gd name="connsiteY33" fmla="*/ 176920 h 241034"/>
                <a:gd name="connsiteX34" fmla="*/ 44288 w 214457"/>
                <a:gd name="connsiteY34" fmla="*/ 194795 h 241034"/>
                <a:gd name="connsiteX35" fmla="*/ 51956 w 214457"/>
                <a:gd name="connsiteY35" fmla="*/ 196710 h 241034"/>
                <a:gd name="connsiteX36" fmla="*/ 51956 w 214457"/>
                <a:gd name="connsiteY36" fmla="*/ 196710 h 241034"/>
                <a:gd name="connsiteX37" fmla="*/ 78794 w 214457"/>
                <a:gd name="connsiteY37" fmla="*/ 183943 h 241034"/>
                <a:gd name="connsiteX38" fmla="*/ 85184 w 214457"/>
                <a:gd name="connsiteY38" fmla="*/ 187134 h 241034"/>
                <a:gd name="connsiteX39" fmla="*/ 92852 w 214457"/>
                <a:gd name="connsiteY39" fmla="*/ 191603 h 241034"/>
                <a:gd name="connsiteX40" fmla="*/ 71126 w 214457"/>
                <a:gd name="connsiteY40" fmla="*/ 203094 h 241034"/>
                <a:gd name="connsiteX41" fmla="*/ 64097 w 214457"/>
                <a:gd name="connsiteY41" fmla="*/ 217778 h 241034"/>
                <a:gd name="connsiteX42" fmla="*/ 71765 w 214457"/>
                <a:gd name="connsiteY42" fmla="*/ 224162 h 241034"/>
                <a:gd name="connsiteX43" fmla="*/ 85184 w 214457"/>
                <a:gd name="connsiteY43" fmla="*/ 219054 h 241034"/>
                <a:gd name="connsiteX44" fmla="*/ 85823 w 214457"/>
                <a:gd name="connsiteY44" fmla="*/ 215224 h 241034"/>
                <a:gd name="connsiteX45" fmla="*/ 85823 w 214457"/>
                <a:gd name="connsiteY45" fmla="*/ 215224 h 241034"/>
                <a:gd name="connsiteX46" fmla="*/ 89657 w 214457"/>
                <a:gd name="connsiteY46" fmla="*/ 208840 h 241034"/>
                <a:gd name="connsiteX47" fmla="*/ 99242 w 214457"/>
                <a:gd name="connsiteY47" fmla="*/ 203733 h 241034"/>
                <a:gd name="connsiteX48" fmla="*/ 99242 w 214457"/>
                <a:gd name="connsiteY48" fmla="*/ 217139 h 241034"/>
                <a:gd name="connsiteX49" fmla="*/ 96047 w 214457"/>
                <a:gd name="connsiteY49" fmla="*/ 235653 h 241034"/>
                <a:gd name="connsiteX50" fmla="*/ 114578 w 214457"/>
                <a:gd name="connsiteY50" fmla="*/ 238845 h 241034"/>
                <a:gd name="connsiteX51" fmla="*/ 117772 w 214457"/>
                <a:gd name="connsiteY51" fmla="*/ 220331 h 241034"/>
                <a:gd name="connsiteX52" fmla="*/ 114578 w 214457"/>
                <a:gd name="connsiteY52" fmla="*/ 217139 h 241034"/>
                <a:gd name="connsiteX53" fmla="*/ 114578 w 214457"/>
                <a:gd name="connsiteY53" fmla="*/ 203733 h 241034"/>
                <a:gd name="connsiteX54" fmla="*/ 124162 w 214457"/>
                <a:gd name="connsiteY54" fmla="*/ 208840 h 241034"/>
                <a:gd name="connsiteX55" fmla="*/ 127996 w 214457"/>
                <a:gd name="connsiteY55" fmla="*/ 215224 h 241034"/>
                <a:gd name="connsiteX56" fmla="*/ 127996 w 214457"/>
                <a:gd name="connsiteY56" fmla="*/ 215224 h 241034"/>
                <a:gd name="connsiteX57" fmla="*/ 138859 w 214457"/>
                <a:gd name="connsiteY57" fmla="*/ 224800 h 241034"/>
                <a:gd name="connsiteX58" fmla="*/ 142693 w 214457"/>
                <a:gd name="connsiteY58" fmla="*/ 224162 h 241034"/>
                <a:gd name="connsiteX59" fmla="*/ 150361 w 214457"/>
                <a:gd name="connsiteY59" fmla="*/ 217778 h 241034"/>
                <a:gd name="connsiteX60" fmla="*/ 143332 w 214457"/>
                <a:gd name="connsiteY60" fmla="*/ 203094 h 241034"/>
                <a:gd name="connsiteX61" fmla="*/ 121606 w 214457"/>
                <a:gd name="connsiteY61" fmla="*/ 191603 h 241034"/>
                <a:gd name="connsiteX62" fmla="*/ 129274 w 214457"/>
                <a:gd name="connsiteY62" fmla="*/ 187134 h 241034"/>
                <a:gd name="connsiteX63" fmla="*/ 135664 w 214457"/>
                <a:gd name="connsiteY63" fmla="*/ 183943 h 241034"/>
                <a:gd name="connsiteX64" fmla="*/ 162502 w 214457"/>
                <a:gd name="connsiteY64" fmla="*/ 196710 h 241034"/>
                <a:gd name="connsiteX65" fmla="*/ 162502 w 214457"/>
                <a:gd name="connsiteY65" fmla="*/ 196710 h 241034"/>
                <a:gd name="connsiteX66" fmla="*/ 170170 w 214457"/>
                <a:gd name="connsiteY66" fmla="*/ 194795 h 241034"/>
                <a:gd name="connsiteX67" fmla="*/ 182311 w 214457"/>
                <a:gd name="connsiteY67" fmla="*/ 176920 h 241034"/>
                <a:gd name="connsiteX68" fmla="*/ 214260 w 214457"/>
                <a:gd name="connsiteY68" fmla="*/ 102228 h 241034"/>
                <a:gd name="connsiteX69" fmla="*/ 177838 w 214457"/>
                <a:gd name="connsiteY69" fmla="*/ 44772 h 241034"/>
                <a:gd name="connsiteX70" fmla="*/ 153556 w 214457"/>
                <a:gd name="connsiteY70" fmla="*/ 94567 h 241034"/>
                <a:gd name="connsiteX71" fmla="*/ 126079 w 214457"/>
                <a:gd name="connsiteY71" fmla="*/ 137339 h 241034"/>
                <a:gd name="connsiteX72" fmla="*/ 126079 w 214457"/>
                <a:gd name="connsiteY72" fmla="*/ 51794 h 241034"/>
                <a:gd name="connsiteX73" fmla="*/ 153556 w 214457"/>
                <a:gd name="connsiteY73" fmla="*/ 94567 h 241034"/>
                <a:gd name="connsiteX74" fmla="*/ 59624 w 214457"/>
                <a:gd name="connsiteY74" fmla="*/ 94567 h 241034"/>
                <a:gd name="connsiteX75" fmla="*/ 87740 w 214457"/>
                <a:gd name="connsiteY75" fmla="*/ 51794 h 241034"/>
                <a:gd name="connsiteX76" fmla="*/ 87740 w 214457"/>
                <a:gd name="connsiteY76" fmla="*/ 137339 h 241034"/>
                <a:gd name="connsiteX77" fmla="*/ 59624 w 214457"/>
                <a:gd name="connsiteY77" fmla="*/ 94567 h 241034"/>
                <a:gd name="connsiteX78" fmla="*/ 59624 w 214457"/>
                <a:gd name="connsiteY78" fmla="*/ 94567 h 241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4457" h="241034">
                  <a:moveTo>
                    <a:pt x="177838" y="44772"/>
                  </a:moveTo>
                  <a:cubicBezTo>
                    <a:pt x="172726" y="41580"/>
                    <a:pt x="167614" y="39026"/>
                    <a:pt x="161863" y="37749"/>
                  </a:cubicBezTo>
                  <a:cubicBezTo>
                    <a:pt x="160585" y="39026"/>
                    <a:pt x="161863" y="42218"/>
                    <a:pt x="165697" y="46048"/>
                  </a:cubicBezTo>
                  <a:cubicBezTo>
                    <a:pt x="175282" y="57540"/>
                    <a:pt x="181672" y="71584"/>
                    <a:pt x="184228" y="86268"/>
                  </a:cubicBezTo>
                  <a:cubicBezTo>
                    <a:pt x="184867" y="89460"/>
                    <a:pt x="184867" y="93290"/>
                    <a:pt x="184867" y="96482"/>
                  </a:cubicBezTo>
                  <a:cubicBezTo>
                    <a:pt x="184867" y="125848"/>
                    <a:pt x="172087" y="146277"/>
                    <a:pt x="142693" y="165429"/>
                  </a:cubicBezTo>
                  <a:cubicBezTo>
                    <a:pt x="139498" y="167344"/>
                    <a:pt x="127996" y="173728"/>
                    <a:pt x="115216" y="180112"/>
                  </a:cubicBezTo>
                  <a:lnTo>
                    <a:pt x="115216" y="167344"/>
                  </a:lnTo>
                  <a:lnTo>
                    <a:pt x="128635" y="159683"/>
                  </a:lnTo>
                  <a:cubicBezTo>
                    <a:pt x="129274" y="159045"/>
                    <a:pt x="129913" y="158407"/>
                    <a:pt x="129913" y="157130"/>
                  </a:cubicBezTo>
                  <a:cubicBezTo>
                    <a:pt x="129913" y="155853"/>
                    <a:pt x="129274" y="154576"/>
                    <a:pt x="129274" y="153299"/>
                  </a:cubicBezTo>
                  <a:cubicBezTo>
                    <a:pt x="162502" y="141170"/>
                    <a:pt x="179755" y="105419"/>
                    <a:pt x="167614" y="72223"/>
                  </a:cubicBezTo>
                  <a:cubicBezTo>
                    <a:pt x="161224" y="54348"/>
                    <a:pt x="147166" y="40303"/>
                    <a:pt x="128635" y="33919"/>
                  </a:cubicBezTo>
                  <a:cubicBezTo>
                    <a:pt x="129274" y="32004"/>
                    <a:pt x="129274" y="29450"/>
                    <a:pt x="129913" y="27535"/>
                  </a:cubicBezTo>
                  <a:cubicBezTo>
                    <a:pt x="129913" y="25620"/>
                    <a:pt x="129913" y="23705"/>
                    <a:pt x="128635" y="22428"/>
                  </a:cubicBezTo>
                  <a:cubicBezTo>
                    <a:pt x="128635" y="22428"/>
                    <a:pt x="115855" y="9021"/>
                    <a:pt x="112660" y="3914"/>
                  </a:cubicBezTo>
                  <a:cubicBezTo>
                    <a:pt x="109465" y="-1193"/>
                    <a:pt x="106910" y="-1193"/>
                    <a:pt x="103715" y="3276"/>
                  </a:cubicBezTo>
                  <a:cubicBezTo>
                    <a:pt x="99242" y="9021"/>
                    <a:pt x="87100" y="21789"/>
                    <a:pt x="87100" y="21789"/>
                  </a:cubicBezTo>
                  <a:cubicBezTo>
                    <a:pt x="85823" y="23066"/>
                    <a:pt x="85184" y="24981"/>
                    <a:pt x="85823" y="26896"/>
                  </a:cubicBezTo>
                  <a:cubicBezTo>
                    <a:pt x="86462" y="29450"/>
                    <a:pt x="86462" y="31365"/>
                    <a:pt x="87100" y="33280"/>
                  </a:cubicBezTo>
                  <a:cubicBezTo>
                    <a:pt x="53873" y="44772"/>
                    <a:pt x="36620" y="81160"/>
                    <a:pt x="48122" y="114357"/>
                  </a:cubicBezTo>
                  <a:cubicBezTo>
                    <a:pt x="54512" y="132232"/>
                    <a:pt x="68570" y="146277"/>
                    <a:pt x="86462" y="153299"/>
                  </a:cubicBezTo>
                  <a:cubicBezTo>
                    <a:pt x="86462" y="154576"/>
                    <a:pt x="85823" y="155853"/>
                    <a:pt x="85823" y="156491"/>
                  </a:cubicBezTo>
                  <a:cubicBezTo>
                    <a:pt x="85823" y="157130"/>
                    <a:pt x="85823" y="158407"/>
                    <a:pt x="87100" y="159045"/>
                  </a:cubicBezTo>
                  <a:lnTo>
                    <a:pt x="100520" y="166706"/>
                  </a:lnTo>
                  <a:lnTo>
                    <a:pt x="100520" y="179474"/>
                  </a:lnTo>
                  <a:cubicBezTo>
                    <a:pt x="87740" y="173090"/>
                    <a:pt x="76877" y="166706"/>
                    <a:pt x="73043" y="164791"/>
                  </a:cubicBezTo>
                  <a:cubicBezTo>
                    <a:pt x="43010" y="145639"/>
                    <a:pt x="30869" y="125210"/>
                    <a:pt x="30869" y="95844"/>
                  </a:cubicBezTo>
                  <a:cubicBezTo>
                    <a:pt x="30869" y="92652"/>
                    <a:pt x="30869" y="88821"/>
                    <a:pt x="31508" y="85629"/>
                  </a:cubicBezTo>
                  <a:cubicBezTo>
                    <a:pt x="33425" y="70946"/>
                    <a:pt x="39815" y="56901"/>
                    <a:pt x="49400" y="45410"/>
                  </a:cubicBezTo>
                  <a:cubicBezTo>
                    <a:pt x="53234" y="41580"/>
                    <a:pt x="54512" y="38388"/>
                    <a:pt x="53234" y="37111"/>
                  </a:cubicBezTo>
                  <a:cubicBezTo>
                    <a:pt x="47483" y="38388"/>
                    <a:pt x="41732" y="40941"/>
                    <a:pt x="37259" y="44133"/>
                  </a:cubicBezTo>
                  <a:cubicBezTo>
                    <a:pt x="15533" y="55624"/>
                    <a:pt x="1476" y="77968"/>
                    <a:pt x="197" y="102228"/>
                  </a:cubicBezTo>
                  <a:cubicBezTo>
                    <a:pt x="-1719" y="130955"/>
                    <a:pt x="10421" y="158407"/>
                    <a:pt x="32147" y="176920"/>
                  </a:cubicBezTo>
                  <a:cubicBezTo>
                    <a:pt x="37259" y="182027"/>
                    <a:pt x="41732" y="187773"/>
                    <a:pt x="44288" y="194795"/>
                  </a:cubicBezTo>
                  <a:cubicBezTo>
                    <a:pt x="45566" y="197349"/>
                    <a:pt x="49400" y="197987"/>
                    <a:pt x="51956" y="196710"/>
                  </a:cubicBezTo>
                  <a:lnTo>
                    <a:pt x="51956" y="196710"/>
                  </a:lnTo>
                  <a:cubicBezTo>
                    <a:pt x="61541" y="193518"/>
                    <a:pt x="70487" y="189688"/>
                    <a:pt x="78794" y="183943"/>
                  </a:cubicBezTo>
                  <a:lnTo>
                    <a:pt x="85184" y="187134"/>
                  </a:lnTo>
                  <a:lnTo>
                    <a:pt x="92852" y="191603"/>
                  </a:lnTo>
                  <a:cubicBezTo>
                    <a:pt x="81989" y="197349"/>
                    <a:pt x="73043" y="201818"/>
                    <a:pt x="71126" y="203094"/>
                  </a:cubicBezTo>
                  <a:cubicBezTo>
                    <a:pt x="65375" y="206286"/>
                    <a:pt x="60902" y="211394"/>
                    <a:pt x="64097" y="217778"/>
                  </a:cubicBezTo>
                  <a:cubicBezTo>
                    <a:pt x="66014" y="220970"/>
                    <a:pt x="68570" y="222885"/>
                    <a:pt x="71765" y="224162"/>
                  </a:cubicBezTo>
                  <a:cubicBezTo>
                    <a:pt x="76877" y="226715"/>
                    <a:pt x="83267" y="224162"/>
                    <a:pt x="85184" y="219054"/>
                  </a:cubicBezTo>
                  <a:cubicBezTo>
                    <a:pt x="85823" y="217778"/>
                    <a:pt x="85823" y="216501"/>
                    <a:pt x="85823" y="215224"/>
                  </a:cubicBezTo>
                  <a:lnTo>
                    <a:pt x="85823" y="215224"/>
                  </a:lnTo>
                  <a:cubicBezTo>
                    <a:pt x="85823" y="212670"/>
                    <a:pt x="87100" y="210117"/>
                    <a:pt x="89657" y="208840"/>
                  </a:cubicBezTo>
                  <a:lnTo>
                    <a:pt x="99242" y="203733"/>
                  </a:lnTo>
                  <a:lnTo>
                    <a:pt x="99242" y="217139"/>
                  </a:lnTo>
                  <a:cubicBezTo>
                    <a:pt x="93490" y="221608"/>
                    <a:pt x="92213" y="229907"/>
                    <a:pt x="96047" y="235653"/>
                  </a:cubicBezTo>
                  <a:cubicBezTo>
                    <a:pt x="99880" y="241398"/>
                    <a:pt x="108826" y="242675"/>
                    <a:pt x="114578" y="238845"/>
                  </a:cubicBezTo>
                  <a:cubicBezTo>
                    <a:pt x="120328" y="235014"/>
                    <a:pt x="121606" y="226077"/>
                    <a:pt x="117772" y="220331"/>
                  </a:cubicBezTo>
                  <a:cubicBezTo>
                    <a:pt x="117133" y="219054"/>
                    <a:pt x="115855" y="218416"/>
                    <a:pt x="114578" y="217139"/>
                  </a:cubicBezTo>
                  <a:lnTo>
                    <a:pt x="114578" y="203733"/>
                  </a:lnTo>
                  <a:lnTo>
                    <a:pt x="124162" y="208840"/>
                  </a:lnTo>
                  <a:cubicBezTo>
                    <a:pt x="126718" y="210117"/>
                    <a:pt x="127996" y="212670"/>
                    <a:pt x="127996" y="215224"/>
                  </a:cubicBezTo>
                  <a:lnTo>
                    <a:pt x="127996" y="215224"/>
                  </a:lnTo>
                  <a:cubicBezTo>
                    <a:pt x="128635" y="220970"/>
                    <a:pt x="133108" y="225438"/>
                    <a:pt x="138859" y="224800"/>
                  </a:cubicBezTo>
                  <a:cubicBezTo>
                    <a:pt x="140137" y="224800"/>
                    <a:pt x="141415" y="224162"/>
                    <a:pt x="142693" y="224162"/>
                  </a:cubicBezTo>
                  <a:cubicBezTo>
                    <a:pt x="145888" y="222885"/>
                    <a:pt x="148444" y="220970"/>
                    <a:pt x="150361" y="217778"/>
                  </a:cubicBezTo>
                  <a:cubicBezTo>
                    <a:pt x="153556" y="211394"/>
                    <a:pt x="149083" y="206286"/>
                    <a:pt x="143332" y="203094"/>
                  </a:cubicBezTo>
                  <a:cubicBezTo>
                    <a:pt x="141415" y="201818"/>
                    <a:pt x="132469" y="197349"/>
                    <a:pt x="121606" y="191603"/>
                  </a:cubicBezTo>
                  <a:lnTo>
                    <a:pt x="129274" y="187134"/>
                  </a:lnTo>
                  <a:lnTo>
                    <a:pt x="135664" y="183943"/>
                  </a:lnTo>
                  <a:cubicBezTo>
                    <a:pt x="143971" y="189688"/>
                    <a:pt x="152917" y="193518"/>
                    <a:pt x="162502" y="196710"/>
                  </a:cubicBezTo>
                  <a:lnTo>
                    <a:pt x="162502" y="196710"/>
                  </a:lnTo>
                  <a:cubicBezTo>
                    <a:pt x="165058" y="197987"/>
                    <a:pt x="169531" y="197349"/>
                    <a:pt x="170170" y="194795"/>
                  </a:cubicBezTo>
                  <a:cubicBezTo>
                    <a:pt x="172726" y="187773"/>
                    <a:pt x="176560" y="182027"/>
                    <a:pt x="182311" y="176920"/>
                  </a:cubicBezTo>
                  <a:cubicBezTo>
                    <a:pt x="204037" y="158407"/>
                    <a:pt x="216177" y="130955"/>
                    <a:pt x="214260" y="102228"/>
                  </a:cubicBezTo>
                  <a:cubicBezTo>
                    <a:pt x="212982" y="77968"/>
                    <a:pt x="199564" y="56263"/>
                    <a:pt x="177838" y="44772"/>
                  </a:cubicBezTo>
                  <a:close/>
                  <a:moveTo>
                    <a:pt x="153556" y="94567"/>
                  </a:moveTo>
                  <a:cubicBezTo>
                    <a:pt x="153556" y="113080"/>
                    <a:pt x="142693" y="129679"/>
                    <a:pt x="126079" y="137339"/>
                  </a:cubicBezTo>
                  <a:cubicBezTo>
                    <a:pt x="122884" y="108611"/>
                    <a:pt x="122884" y="79884"/>
                    <a:pt x="126079" y="51794"/>
                  </a:cubicBezTo>
                  <a:cubicBezTo>
                    <a:pt x="142693" y="59455"/>
                    <a:pt x="153556" y="76053"/>
                    <a:pt x="153556" y="94567"/>
                  </a:cubicBezTo>
                  <a:close/>
                  <a:moveTo>
                    <a:pt x="59624" y="94567"/>
                  </a:moveTo>
                  <a:cubicBezTo>
                    <a:pt x="59624" y="76053"/>
                    <a:pt x="70487" y="58816"/>
                    <a:pt x="87740" y="51794"/>
                  </a:cubicBezTo>
                  <a:cubicBezTo>
                    <a:pt x="91574" y="80522"/>
                    <a:pt x="91574" y="109250"/>
                    <a:pt x="87740" y="137339"/>
                  </a:cubicBezTo>
                  <a:cubicBezTo>
                    <a:pt x="71126" y="130317"/>
                    <a:pt x="60263" y="113080"/>
                    <a:pt x="59624" y="94567"/>
                  </a:cubicBezTo>
                  <a:lnTo>
                    <a:pt x="59624" y="94567"/>
                  </a:lnTo>
                  <a:close/>
                </a:path>
              </a:pathLst>
            </a:custGeom>
            <a:solidFill>
              <a:srgbClr val="012169"/>
            </a:solidFill>
            <a:ln w="6390" cap="flat">
              <a:noFill/>
              <a:prstDash val="solid"/>
              <a:miter/>
            </a:ln>
          </p:spPr>
          <p:txBody>
            <a:bodyPr rtlCol="0" anchor="ctr"/>
            <a:lstStyle/>
            <a:p>
              <a:endParaRPr lang="en-US"/>
            </a:p>
          </p:txBody>
        </p:sp>
      </p:grpSp>
      <p:grpSp>
        <p:nvGrpSpPr>
          <p:cNvPr id="10" name="Graphic 4">
            <a:extLst>
              <a:ext uri="{FF2B5EF4-FFF2-40B4-BE49-F238E27FC236}">
                <a16:creationId xmlns:a16="http://schemas.microsoft.com/office/drawing/2014/main" id="{37354B27-70DD-CE4E-9A5A-4977D3BC6486}"/>
              </a:ext>
            </a:extLst>
          </p:cNvPr>
          <p:cNvGrpSpPr/>
          <p:nvPr/>
        </p:nvGrpSpPr>
        <p:grpSpPr>
          <a:xfrm>
            <a:off x="5708130" y="918179"/>
            <a:ext cx="362313" cy="361971"/>
            <a:chOff x="5708130" y="918179"/>
            <a:chExt cx="362313" cy="361971"/>
          </a:xfrm>
          <a:solidFill>
            <a:srgbClr val="012169"/>
          </a:solidFill>
        </p:grpSpPr>
        <p:sp>
          <p:nvSpPr>
            <p:cNvPr id="89" name="Graphic 4">
              <a:extLst>
                <a:ext uri="{FF2B5EF4-FFF2-40B4-BE49-F238E27FC236}">
                  <a16:creationId xmlns:a16="http://schemas.microsoft.com/office/drawing/2014/main" id="{8029EC37-8D14-B747-98E7-87FB62281230}"/>
                </a:ext>
              </a:extLst>
            </p:cNvPr>
            <p:cNvSpPr/>
            <p:nvPr/>
          </p:nvSpPr>
          <p:spPr>
            <a:xfrm>
              <a:off x="5708130" y="918179"/>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lnTo>
                    <a:pt x="349530" y="180667"/>
                  </a:lnTo>
                  <a:cubicBezTo>
                    <a:pt x="349530" y="273873"/>
                    <a:pt x="274767" y="349204"/>
                    <a:pt x="181474" y="349204"/>
                  </a:cubicBezTo>
                  <a:close/>
                </a:path>
              </a:pathLst>
            </a:custGeom>
            <a:solidFill>
              <a:srgbClr val="012169"/>
            </a:solidFill>
            <a:ln w="6390" cap="flat">
              <a:noFill/>
              <a:prstDash val="solid"/>
              <a:miter/>
            </a:ln>
          </p:spPr>
          <p:txBody>
            <a:bodyPr rtlCol="0" anchor="ctr"/>
            <a:lstStyle/>
            <a:p>
              <a:endParaRPr lang="en-US"/>
            </a:p>
          </p:txBody>
        </p:sp>
        <p:sp>
          <p:nvSpPr>
            <p:cNvPr id="90" name="Graphic 4">
              <a:extLst>
                <a:ext uri="{FF2B5EF4-FFF2-40B4-BE49-F238E27FC236}">
                  <a16:creationId xmlns:a16="http://schemas.microsoft.com/office/drawing/2014/main" id="{20E6F40B-E6B9-5648-9129-683968736076}"/>
                </a:ext>
              </a:extLst>
            </p:cNvPr>
            <p:cNvSpPr/>
            <p:nvPr/>
          </p:nvSpPr>
          <p:spPr>
            <a:xfrm>
              <a:off x="5760528" y="1094377"/>
              <a:ext cx="76679" cy="105335"/>
            </a:xfrm>
            <a:custGeom>
              <a:avLst/>
              <a:gdLst>
                <a:gd name="connsiteX0" fmla="*/ 76679 w 76679"/>
                <a:gd name="connsiteY0" fmla="*/ 46603 h 105335"/>
                <a:gd name="connsiteX1" fmla="*/ 76679 w 76679"/>
                <a:gd name="connsiteY1" fmla="*/ 30005 h 105335"/>
                <a:gd name="connsiteX2" fmla="*/ 72206 w 76679"/>
                <a:gd name="connsiteY2" fmla="*/ 24897 h 105335"/>
                <a:gd name="connsiteX3" fmla="*/ 72206 w 76679"/>
                <a:gd name="connsiteY3" fmla="*/ 24897 h 105335"/>
                <a:gd name="connsiteX4" fmla="*/ 51758 w 76679"/>
                <a:gd name="connsiteY4" fmla="*/ 24897 h 105335"/>
                <a:gd name="connsiteX5" fmla="*/ 51758 w 76679"/>
                <a:gd name="connsiteY5" fmla="*/ 5107 h 105335"/>
                <a:gd name="connsiteX6" fmla="*/ 47286 w 76679"/>
                <a:gd name="connsiteY6" fmla="*/ 0 h 105335"/>
                <a:gd name="connsiteX7" fmla="*/ 47286 w 76679"/>
                <a:gd name="connsiteY7" fmla="*/ 0 h 105335"/>
                <a:gd name="connsiteX8" fmla="*/ 30672 w 76679"/>
                <a:gd name="connsiteY8" fmla="*/ 0 h 105335"/>
                <a:gd name="connsiteX9" fmla="*/ 25560 w 76679"/>
                <a:gd name="connsiteY9" fmla="*/ 5107 h 105335"/>
                <a:gd name="connsiteX10" fmla="*/ 25560 w 76679"/>
                <a:gd name="connsiteY10" fmla="*/ 24897 h 105335"/>
                <a:gd name="connsiteX11" fmla="*/ 5112 w 76679"/>
                <a:gd name="connsiteY11" fmla="*/ 24897 h 105335"/>
                <a:gd name="connsiteX12" fmla="*/ 0 w 76679"/>
                <a:gd name="connsiteY12" fmla="*/ 30005 h 105335"/>
                <a:gd name="connsiteX13" fmla="*/ 0 w 76679"/>
                <a:gd name="connsiteY13" fmla="*/ 46603 h 105335"/>
                <a:gd name="connsiteX14" fmla="*/ 5112 w 76679"/>
                <a:gd name="connsiteY14" fmla="*/ 51710 h 105335"/>
                <a:gd name="connsiteX15" fmla="*/ 25560 w 76679"/>
                <a:gd name="connsiteY15" fmla="*/ 51710 h 105335"/>
                <a:gd name="connsiteX16" fmla="*/ 25560 w 76679"/>
                <a:gd name="connsiteY16" fmla="*/ 100229 h 105335"/>
                <a:gd name="connsiteX17" fmla="*/ 30672 w 76679"/>
                <a:gd name="connsiteY17" fmla="*/ 105336 h 105335"/>
                <a:gd name="connsiteX18" fmla="*/ 47286 w 76679"/>
                <a:gd name="connsiteY18" fmla="*/ 105336 h 105335"/>
                <a:gd name="connsiteX19" fmla="*/ 52398 w 76679"/>
                <a:gd name="connsiteY19" fmla="*/ 100229 h 105335"/>
                <a:gd name="connsiteX20" fmla="*/ 52398 w 76679"/>
                <a:gd name="connsiteY20" fmla="*/ 51710 h 105335"/>
                <a:gd name="connsiteX21" fmla="*/ 72845 w 76679"/>
                <a:gd name="connsiteY21" fmla="*/ 51710 h 105335"/>
                <a:gd name="connsiteX22" fmla="*/ 76679 w 76679"/>
                <a:gd name="connsiteY22" fmla="*/ 46603 h 105335"/>
                <a:gd name="connsiteX23" fmla="*/ 67094 w 76679"/>
                <a:gd name="connsiteY23" fmla="*/ 41496 h 105335"/>
                <a:gd name="connsiteX24" fmla="*/ 46646 w 76679"/>
                <a:gd name="connsiteY24" fmla="*/ 41496 h 105335"/>
                <a:gd name="connsiteX25" fmla="*/ 41535 w 76679"/>
                <a:gd name="connsiteY25" fmla="*/ 46603 h 105335"/>
                <a:gd name="connsiteX26" fmla="*/ 41535 w 76679"/>
                <a:gd name="connsiteY26" fmla="*/ 95121 h 105335"/>
                <a:gd name="connsiteX27" fmla="*/ 34506 w 76679"/>
                <a:gd name="connsiteY27" fmla="*/ 95121 h 105335"/>
                <a:gd name="connsiteX28" fmla="*/ 34506 w 76679"/>
                <a:gd name="connsiteY28" fmla="*/ 46603 h 105335"/>
                <a:gd name="connsiteX29" fmla="*/ 30033 w 76679"/>
                <a:gd name="connsiteY29" fmla="*/ 41496 h 105335"/>
                <a:gd name="connsiteX30" fmla="*/ 30033 w 76679"/>
                <a:gd name="connsiteY30" fmla="*/ 41496 h 105335"/>
                <a:gd name="connsiteX31" fmla="*/ 9585 w 76679"/>
                <a:gd name="connsiteY31" fmla="*/ 41496 h 105335"/>
                <a:gd name="connsiteX32" fmla="*/ 9585 w 76679"/>
                <a:gd name="connsiteY32" fmla="*/ 34473 h 105335"/>
                <a:gd name="connsiteX33" fmla="*/ 30033 w 76679"/>
                <a:gd name="connsiteY33" fmla="*/ 34473 h 105335"/>
                <a:gd name="connsiteX34" fmla="*/ 35145 w 76679"/>
                <a:gd name="connsiteY34" fmla="*/ 29366 h 105335"/>
                <a:gd name="connsiteX35" fmla="*/ 35145 w 76679"/>
                <a:gd name="connsiteY35" fmla="*/ 9576 h 105335"/>
                <a:gd name="connsiteX36" fmla="*/ 42173 w 76679"/>
                <a:gd name="connsiteY36" fmla="*/ 9576 h 105335"/>
                <a:gd name="connsiteX37" fmla="*/ 42173 w 76679"/>
                <a:gd name="connsiteY37" fmla="*/ 29366 h 105335"/>
                <a:gd name="connsiteX38" fmla="*/ 47286 w 76679"/>
                <a:gd name="connsiteY38" fmla="*/ 34473 h 105335"/>
                <a:gd name="connsiteX39" fmla="*/ 67733 w 76679"/>
                <a:gd name="connsiteY39" fmla="*/ 34473 h 105335"/>
                <a:gd name="connsiteX40" fmla="*/ 67094 w 76679"/>
                <a:gd name="connsiteY40" fmla="*/ 41496 h 10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6679" h="105335">
                  <a:moveTo>
                    <a:pt x="76679" y="46603"/>
                  </a:moveTo>
                  <a:lnTo>
                    <a:pt x="76679" y="30005"/>
                  </a:lnTo>
                  <a:cubicBezTo>
                    <a:pt x="76679" y="27451"/>
                    <a:pt x="74762" y="25536"/>
                    <a:pt x="72206" y="24897"/>
                  </a:cubicBezTo>
                  <a:cubicBezTo>
                    <a:pt x="72206" y="24897"/>
                    <a:pt x="72206" y="24897"/>
                    <a:pt x="72206" y="24897"/>
                  </a:cubicBezTo>
                  <a:lnTo>
                    <a:pt x="51758" y="24897"/>
                  </a:lnTo>
                  <a:lnTo>
                    <a:pt x="51758" y="5107"/>
                  </a:lnTo>
                  <a:cubicBezTo>
                    <a:pt x="51758" y="2554"/>
                    <a:pt x="49841" y="638"/>
                    <a:pt x="47286" y="0"/>
                  </a:cubicBezTo>
                  <a:cubicBezTo>
                    <a:pt x="47286" y="0"/>
                    <a:pt x="47286" y="0"/>
                    <a:pt x="47286" y="0"/>
                  </a:cubicBezTo>
                  <a:lnTo>
                    <a:pt x="30672" y="0"/>
                  </a:lnTo>
                  <a:cubicBezTo>
                    <a:pt x="28116" y="0"/>
                    <a:pt x="25560" y="1915"/>
                    <a:pt x="25560" y="5107"/>
                  </a:cubicBezTo>
                  <a:lnTo>
                    <a:pt x="25560" y="24897"/>
                  </a:lnTo>
                  <a:lnTo>
                    <a:pt x="5112" y="24897"/>
                  </a:lnTo>
                  <a:cubicBezTo>
                    <a:pt x="2556" y="24897"/>
                    <a:pt x="0" y="26813"/>
                    <a:pt x="0" y="30005"/>
                  </a:cubicBezTo>
                  <a:lnTo>
                    <a:pt x="0" y="46603"/>
                  </a:lnTo>
                  <a:cubicBezTo>
                    <a:pt x="0" y="49157"/>
                    <a:pt x="1917" y="51072"/>
                    <a:pt x="5112" y="51710"/>
                  </a:cubicBezTo>
                  <a:lnTo>
                    <a:pt x="25560" y="51710"/>
                  </a:lnTo>
                  <a:lnTo>
                    <a:pt x="25560" y="100229"/>
                  </a:lnTo>
                  <a:cubicBezTo>
                    <a:pt x="25560" y="102782"/>
                    <a:pt x="27477" y="104697"/>
                    <a:pt x="30672" y="105336"/>
                  </a:cubicBezTo>
                  <a:lnTo>
                    <a:pt x="47286" y="105336"/>
                  </a:lnTo>
                  <a:cubicBezTo>
                    <a:pt x="49841" y="105336"/>
                    <a:pt x="52398" y="103420"/>
                    <a:pt x="52398" y="100229"/>
                  </a:cubicBezTo>
                  <a:lnTo>
                    <a:pt x="52398" y="51710"/>
                  </a:lnTo>
                  <a:lnTo>
                    <a:pt x="72845" y="51710"/>
                  </a:lnTo>
                  <a:cubicBezTo>
                    <a:pt x="74762" y="51072"/>
                    <a:pt x="76679" y="49157"/>
                    <a:pt x="76679" y="46603"/>
                  </a:cubicBezTo>
                  <a:close/>
                  <a:moveTo>
                    <a:pt x="67094" y="41496"/>
                  </a:moveTo>
                  <a:lnTo>
                    <a:pt x="46646" y="41496"/>
                  </a:lnTo>
                  <a:cubicBezTo>
                    <a:pt x="44091" y="41496"/>
                    <a:pt x="41535" y="43411"/>
                    <a:pt x="41535" y="46603"/>
                  </a:cubicBezTo>
                  <a:lnTo>
                    <a:pt x="41535" y="95121"/>
                  </a:lnTo>
                  <a:lnTo>
                    <a:pt x="34506" y="95121"/>
                  </a:lnTo>
                  <a:lnTo>
                    <a:pt x="34506" y="46603"/>
                  </a:lnTo>
                  <a:cubicBezTo>
                    <a:pt x="34506" y="44049"/>
                    <a:pt x="32589" y="42134"/>
                    <a:pt x="30033" y="41496"/>
                  </a:cubicBezTo>
                  <a:cubicBezTo>
                    <a:pt x="30033" y="41496"/>
                    <a:pt x="30033" y="41496"/>
                    <a:pt x="30033" y="41496"/>
                  </a:cubicBezTo>
                  <a:lnTo>
                    <a:pt x="9585" y="41496"/>
                  </a:lnTo>
                  <a:lnTo>
                    <a:pt x="9585" y="34473"/>
                  </a:lnTo>
                  <a:lnTo>
                    <a:pt x="30033" y="34473"/>
                  </a:lnTo>
                  <a:cubicBezTo>
                    <a:pt x="32589" y="34473"/>
                    <a:pt x="35145" y="32558"/>
                    <a:pt x="35145" y="29366"/>
                  </a:cubicBezTo>
                  <a:lnTo>
                    <a:pt x="35145" y="9576"/>
                  </a:lnTo>
                  <a:lnTo>
                    <a:pt x="42173" y="9576"/>
                  </a:lnTo>
                  <a:lnTo>
                    <a:pt x="42173" y="29366"/>
                  </a:lnTo>
                  <a:cubicBezTo>
                    <a:pt x="42173" y="31920"/>
                    <a:pt x="44091" y="33835"/>
                    <a:pt x="47286" y="34473"/>
                  </a:cubicBezTo>
                  <a:lnTo>
                    <a:pt x="67733" y="34473"/>
                  </a:lnTo>
                  <a:lnTo>
                    <a:pt x="67094" y="41496"/>
                  </a:lnTo>
                  <a:close/>
                </a:path>
              </a:pathLst>
            </a:custGeom>
            <a:solidFill>
              <a:srgbClr val="012169"/>
            </a:solidFill>
            <a:ln w="6390" cap="flat">
              <a:noFill/>
              <a:prstDash val="solid"/>
              <a:miter/>
            </a:ln>
          </p:spPr>
          <p:txBody>
            <a:bodyPr rtlCol="0" anchor="ctr"/>
            <a:lstStyle/>
            <a:p>
              <a:endParaRPr lang="en-US"/>
            </a:p>
          </p:txBody>
        </p:sp>
        <p:sp>
          <p:nvSpPr>
            <p:cNvPr id="91" name="Graphic 4">
              <a:extLst>
                <a:ext uri="{FF2B5EF4-FFF2-40B4-BE49-F238E27FC236}">
                  <a16:creationId xmlns:a16="http://schemas.microsoft.com/office/drawing/2014/main" id="{89D65216-D672-B749-8AB1-5B5857FA6199}"/>
                </a:ext>
              </a:extLst>
            </p:cNvPr>
            <p:cNvSpPr/>
            <p:nvPr/>
          </p:nvSpPr>
          <p:spPr>
            <a:xfrm>
              <a:off x="5931938" y="1094540"/>
              <a:ext cx="87125" cy="100065"/>
            </a:xfrm>
            <a:custGeom>
              <a:avLst/>
              <a:gdLst>
                <a:gd name="connsiteX0" fmla="*/ 86744 w 87125"/>
                <a:gd name="connsiteY0" fmla="*/ 25373 h 100065"/>
                <a:gd name="connsiteX1" fmla="*/ 82271 w 87125"/>
                <a:gd name="connsiteY1" fmla="*/ 22819 h 100065"/>
                <a:gd name="connsiteX2" fmla="*/ 59267 w 87125"/>
                <a:gd name="connsiteY2" fmla="*/ 22819 h 100065"/>
                <a:gd name="connsiteX3" fmla="*/ 47765 w 87125"/>
                <a:gd name="connsiteY3" fmla="*/ 2390 h 100065"/>
                <a:gd name="connsiteX4" fmla="*/ 40736 w 87125"/>
                <a:gd name="connsiteY4" fmla="*/ 1114 h 100065"/>
                <a:gd name="connsiteX5" fmla="*/ 39458 w 87125"/>
                <a:gd name="connsiteY5" fmla="*/ 2390 h 100065"/>
                <a:gd name="connsiteX6" fmla="*/ 27956 w 87125"/>
                <a:gd name="connsiteY6" fmla="*/ 22819 h 100065"/>
                <a:gd name="connsiteX7" fmla="*/ 4952 w 87125"/>
                <a:gd name="connsiteY7" fmla="*/ 22819 h 100065"/>
                <a:gd name="connsiteX8" fmla="*/ 479 w 87125"/>
                <a:gd name="connsiteY8" fmla="*/ 25373 h 100065"/>
                <a:gd name="connsiteX9" fmla="*/ 479 w 87125"/>
                <a:gd name="connsiteY9" fmla="*/ 30480 h 100065"/>
                <a:gd name="connsiteX10" fmla="*/ 11981 w 87125"/>
                <a:gd name="connsiteY10" fmla="*/ 50909 h 100065"/>
                <a:gd name="connsiteX11" fmla="*/ 1118 w 87125"/>
                <a:gd name="connsiteY11" fmla="*/ 70061 h 100065"/>
                <a:gd name="connsiteX12" fmla="*/ 3035 w 87125"/>
                <a:gd name="connsiteY12" fmla="*/ 76445 h 100065"/>
                <a:gd name="connsiteX13" fmla="*/ 5591 w 87125"/>
                <a:gd name="connsiteY13" fmla="*/ 77083 h 100065"/>
                <a:gd name="connsiteX14" fmla="*/ 27317 w 87125"/>
                <a:gd name="connsiteY14" fmla="*/ 77083 h 100065"/>
                <a:gd name="connsiteX15" fmla="*/ 38819 w 87125"/>
                <a:gd name="connsiteY15" fmla="*/ 97512 h 100065"/>
                <a:gd name="connsiteX16" fmla="*/ 43292 w 87125"/>
                <a:gd name="connsiteY16" fmla="*/ 100065 h 100065"/>
                <a:gd name="connsiteX17" fmla="*/ 47765 w 87125"/>
                <a:gd name="connsiteY17" fmla="*/ 97512 h 100065"/>
                <a:gd name="connsiteX18" fmla="*/ 59267 w 87125"/>
                <a:gd name="connsiteY18" fmla="*/ 77083 h 100065"/>
                <a:gd name="connsiteX19" fmla="*/ 80992 w 87125"/>
                <a:gd name="connsiteY19" fmla="*/ 77083 h 100065"/>
                <a:gd name="connsiteX20" fmla="*/ 85466 w 87125"/>
                <a:gd name="connsiteY20" fmla="*/ 71976 h 100065"/>
                <a:gd name="connsiteX21" fmla="*/ 84826 w 87125"/>
                <a:gd name="connsiteY21" fmla="*/ 69422 h 100065"/>
                <a:gd name="connsiteX22" fmla="*/ 73964 w 87125"/>
                <a:gd name="connsiteY22" fmla="*/ 50270 h 100065"/>
                <a:gd name="connsiteX23" fmla="*/ 85466 w 87125"/>
                <a:gd name="connsiteY23" fmla="*/ 29842 h 100065"/>
                <a:gd name="connsiteX24" fmla="*/ 86744 w 87125"/>
                <a:gd name="connsiteY24" fmla="*/ 25373 h 100065"/>
                <a:gd name="connsiteX25" fmla="*/ 43292 w 87125"/>
                <a:gd name="connsiteY25" fmla="*/ 15158 h 100065"/>
                <a:gd name="connsiteX26" fmla="*/ 47765 w 87125"/>
                <a:gd name="connsiteY26" fmla="*/ 23458 h 100065"/>
                <a:gd name="connsiteX27" fmla="*/ 38180 w 87125"/>
                <a:gd name="connsiteY27" fmla="*/ 23458 h 100065"/>
                <a:gd name="connsiteX28" fmla="*/ 43292 w 87125"/>
                <a:gd name="connsiteY28" fmla="*/ 15158 h 100065"/>
                <a:gd name="connsiteX29" fmla="*/ 53516 w 87125"/>
                <a:gd name="connsiteY29" fmla="*/ 33033 h 100065"/>
                <a:gd name="connsiteX30" fmla="*/ 63740 w 87125"/>
                <a:gd name="connsiteY30" fmla="*/ 50909 h 100065"/>
                <a:gd name="connsiteX31" fmla="*/ 54155 w 87125"/>
                <a:gd name="connsiteY31" fmla="*/ 67507 h 100065"/>
                <a:gd name="connsiteX32" fmla="*/ 33068 w 87125"/>
                <a:gd name="connsiteY32" fmla="*/ 67507 h 100065"/>
                <a:gd name="connsiteX33" fmla="*/ 23483 w 87125"/>
                <a:gd name="connsiteY33" fmla="*/ 50909 h 100065"/>
                <a:gd name="connsiteX34" fmla="*/ 33707 w 87125"/>
                <a:gd name="connsiteY34" fmla="*/ 33033 h 100065"/>
                <a:gd name="connsiteX35" fmla="*/ 53516 w 87125"/>
                <a:gd name="connsiteY35" fmla="*/ 33033 h 100065"/>
                <a:gd name="connsiteX36" fmla="*/ 13259 w 87125"/>
                <a:gd name="connsiteY36" fmla="*/ 33033 h 100065"/>
                <a:gd name="connsiteX37" fmla="*/ 22844 w 87125"/>
                <a:gd name="connsiteY37" fmla="*/ 33033 h 100065"/>
                <a:gd name="connsiteX38" fmla="*/ 18371 w 87125"/>
                <a:gd name="connsiteY38" fmla="*/ 41333 h 100065"/>
                <a:gd name="connsiteX39" fmla="*/ 13259 w 87125"/>
                <a:gd name="connsiteY39" fmla="*/ 33033 h 100065"/>
                <a:gd name="connsiteX40" fmla="*/ 13898 w 87125"/>
                <a:gd name="connsiteY40" fmla="*/ 67507 h 100065"/>
                <a:gd name="connsiteX41" fmla="*/ 17732 w 87125"/>
                <a:gd name="connsiteY41" fmla="*/ 60485 h 100065"/>
                <a:gd name="connsiteX42" fmla="*/ 21566 w 87125"/>
                <a:gd name="connsiteY42" fmla="*/ 67507 h 100065"/>
                <a:gd name="connsiteX43" fmla="*/ 13898 w 87125"/>
                <a:gd name="connsiteY43" fmla="*/ 67507 h 100065"/>
                <a:gd name="connsiteX44" fmla="*/ 43292 w 87125"/>
                <a:gd name="connsiteY44" fmla="*/ 85382 h 100065"/>
                <a:gd name="connsiteX45" fmla="*/ 38180 w 87125"/>
                <a:gd name="connsiteY45" fmla="*/ 77083 h 100065"/>
                <a:gd name="connsiteX46" fmla="*/ 47765 w 87125"/>
                <a:gd name="connsiteY46" fmla="*/ 77083 h 100065"/>
                <a:gd name="connsiteX47" fmla="*/ 43292 w 87125"/>
                <a:gd name="connsiteY47" fmla="*/ 85382 h 100065"/>
                <a:gd name="connsiteX48" fmla="*/ 73324 w 87125"/>
                <a:gd name="connsiteY48" fmla="*/ 67507 h 100065"/>
                <a:gd name="connsiteX49" fmla="*/ 65018 w 87125"/>
                <a:gd name="connsiteY49" fmla="*/ 67507 h 100065"/>
                <a:gd name="connsiteX50" fmla="*/ 68851 w 87125"/>
                <a:gd name="connsiteY50" fmla="*/ 60485 h 100065"/>
                <a:gd name="connsiteX51" fmla="*/ 73324 w 87125"/>
                <a:gd name="connsiteY51" fmla="*/ 67507 h 100065"/>
                <a:gd name="connsiteX52" fmla="*/ 65018 w 87125"/>
                <a:gd name="connsiteY52" fmla="*/ 33033 h 100065"/>
                <a:gd name="connsiteX53" fmla="*/ 74603 w 87125"/>
                <a:gd name="connsiteY53" fmla="*/ 33033 h 100065"/>
                <a:gd name="connsiteX54" fmla="*/ 70130 w 87125"/>
                <a:gd name="connsiteY54" fmla="*/ 41333 h 100065"/>
                <a:gd name="connsiteX55" fmla="*/ 65018 w 87125"/>
                <a:gd name="connsiteY55" fmla="*/ 33033 h 100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7125" h="100065">
                  <a:moveTo>
                    <a:pt x="86744" y="25373"/>
                  </a:moveTo>
                  <a:cubicBezTo>
                    <a:pt x="86104" y="24096"/>
                    <a:pt x="84187" y="22819"/>
                    <a:pt x="82271" y="22819"/>
                  </a:cubicBezTo>
                  <a:lnTo>
                    <a:pt x="59267" y="22819"/>
                  </a:lnTo>
                  <a:lnTo>
                    <a:pt x="47765" y="2390"/>
                  </a:lnTo>
                  <a:cubicBezTo>
                    <a:pt x="46487" y="-163"/>
                    <a:pt x="43292" y="-802"/>
                    <a:pt x="40736" y="1114"/>
                  </a:cubicBezTo>
                  <a:cubicBezTo>
                    <a:pt x="40097" y="1752"/>
                    <a:pt x="39458" y="1752"/>
                    <a:pt x="39458" y="2390"/>
                  </a:cubicBezTo>
                  <a:lnTo>
                    <a:pt x="27956" y="22819"/>
                  </a:lnTo>
                  <a:lnTo>
                    <a:pt x="4952" y="22819"/>
                  </a:lnTo>
                  <a:cubicBezTo>
                    <a:pt x="3035" y="22819"/>
                    <a:pt x="1757" y="23458"/>
                    <a:pt x="479" y="25373"/>
                  </a:cubicBezTo>
                  <a:cubicBezTo>
                    <a:pt x="-160" y="26650"/>
                    <a:pt x="-160" y="28565"/>
                    <a:pt x="479" y="30480"/>
                  </a:cubicBezTo>
                  <a:lnTo>
                    <a:pt x="11981" y="50909"/>
                  </a:lnTo>
                  <a:lnTo>
                    <a:pt x="1118" y="70061"/>
                  </a:lnTo>
                  <a:cubicBezTo>
                    <a:pt x="-160" y="72614"/>
                    <a:pt x="479" y="75168"/>
                    <a:pt x="3035" y="76445"/>
                  </a:cubicBezTo>
                  <a:cubicBezTo>
                    <a:pt x="3674" y="77083"/>
                    <a:pt x="4313" y="77083"/>
                    <a:pt x="5591" y="77083"/>
                  </a:cubicBezTo>
                  <a:lnTo>
                    <a:pt x="27317" y="77083"/>
                  </a:lnTo>
                  <a:lnTo>
                    <a:pt x="38819" y="97512"/>
                  </a:lnTo>
                  <a:cubicBezTo>
                    <a:pt x="39458" y="98789"/>
                    <a:pt x="41375" y="100065"/>
                    <a:pt x="43292" y="100065"/>
                  </a:cubicBezTo>
                  <a:cubicBezTo>
                    <a:pt x="45209" y="100065"/>
                    <a:pt x="46487" y="99427"/>
                    <a:pt x="47765" y="97512"/>
                  </a:cubicBezTo>
                  <a:lnTo>
                    <a:pt x="59267" y="77083"/>
                  </a:lnTo>
                  <a:lnTo>
                    <a:pt x="80992" y="77083"/>
                  </a:lnTo>
                  <a:cubicBezTo>
                    <a:pt x="83549" y="77083"/>
                    <a:pt x="85466" y="75168"/>
                    <a:pt x="85466" y="71976"/>
                  </a:cubicBezTo>
                  <a:cubicBezTo>
                    <a:pt x="85466" y="71337"/>
                    <a:pt x="85466" y="70061"/>
                    <a:pt x="84826" y="69422"/>
                  </a:cubicBezTo>
                  <a:lnTo>
                    <a:pt x="73964" y="50270"/>
                  </a:lnTo>
                  <a:lnTo>
                    <a:pt x="85466" y="29842"/>
                  </a:lnTo>
                  <a:cubicBezTo>
                    <a:pt x="87382" y="29203"/>
                    <a:pt x="87382" y="27288"/>
                    <a:pt x="86744" y="25373"/>
                  </a:cubicBezTo>
                  <a:close/>
                  <a:moveTo>
                    <a:pt x="43292" y="15158"/>
                  </a:moveTo>
                  <a:lnTo>
                    <a:pt x="47765" y="23458"/>
                  </a:lnTo>
                  <a:lnTo>
                    <a:pt x="38180" y="23458"/>
                  </a:lnTo>
                  <a:lnTo>
                    <a:pt x="43292" y="15158"/>
                  </a:lnTo>
                  <a:close/>
                  <a:moveTo>
                    <a:pt x="53516" y="33033"/>
                  </a:moveTo>
                  <a:lnTo>
                    <a:pt x="63740" y="50909"/>
                  </a:lnTo>
                  <a:lnTo>
                    <a:pt x="54155" y="67507"/>
                  </a:lnTo>
                  <a:lnTo>
                    <a:pt x="33068" y="67507"/>
                  </a:lnTo>
                  <a:lnTo>
                    <a:pt x="23483" y="50909"/>
                  </a:lnTo>
                  <a:lnTo>
                    <a:pt x="33707" y="33033"/>
                  </a:lnTo>
                  <a:lnTo>
                    <a:pt x="53516" y="33033"/>
                  </a:lnTo>
                  <a:close/>
                  <a:moveTo>
                    <a:pt x="13259" y="33033"/>
                  </a:moveTo>
                  <a:lnTo>
                    <a:pt x="22844" y="33033"/>
                  </a:lnTo>
                  <a:lnTo>
                    <a:pt x="18371" y="41333"/>
                  </a:lnTo>
                  <a:lnTo>
                    <a:pt x="13259" y="33033"/>
                  </a:lnTo>
                  <a:close/>
                  <a:moveTo>
                    <a:pt x="13898" y="67507"/>
                  </a:moveTo>
                  <a:lnTo>
                    <a:pt x="17732" y="60485"/>
                  </a:lnTo>
                  <a:lnTo>
                    <a:pt x="21566" y="67507"/>
                  </a:lnTo>
                  <a:lnTo>
                    <a:pt x="13898" y="67507"/>
                  </a:lnTo>
                  <a:close/>
                  <a:moveTo>
                    <a:pt x="43292" y="85382"/>
                  </a:moveTo>
                  <a:lnTo>
                    <a:pt x="38180" y="77083"/>
                  </a:lnTo>
                  <a:lnTo>
                    <a:pt x="47765" y="77083"/>
                  </a:lnTo>
                  <a:lnTo>
                    <a:pt x="43292" y="85382"/>
                  </a:lnTo>
                  <a:close/>
                  <a:moveTo>
                    <a:pt x="73324" y="67507"/>
                  </a:moveTo>
                  <a:lnTo>
                    <a:pt x="65018" y="67507"/>
                  </a:lnTo>
                  <a:lnTo>
                    <a:pt x="68851" y="60485"/>
                  </a:lnTo>
                  <a:lnTo>
                    <a:pt x="73324" y="67507"/>
                  </a:lnTo>
                  <a:close/>
                  <a:moveTo>
                    <a:pt x="65018" y="33033"/>
                  </a:moveTo>
                  <a:lnTo>
                    <a:pt x="74603" y="33033"/>
                  </a:lnTo>
                  <a:lnTo>
                    <a:pt x="70130" y="41333"/>
                  </a:lnTo>
                  <a:lnTo>
                    <a:pt x="65018" y="33033"/>
                  </a:lnTo>
                  <a:close/>
                </a:path>
              </a:pathLst>
            </a:custGeom>
            <a:solidFill>
              <a:srgbClr val="012169"/>
            </a:solidFill>
            <a:ln w="6390" cap="flat">
              <a:noFill/>
              <a:prstDash val="solid"/>
              <a:miter/>
            </a:ln>
          </p:spPr>
          <p:txBody>
            <a:bodyPr rtlCol="0" anchor="ctr"/>
            <a:lstStyle/>
            <a:p>
              <a:endParaRPr lang="en-US"/>
            </a:p>
          </p:txBody>
        </p:sp>
        <p:sp>
          <p:nvSpPr>
            <p:cNvPr id="92" name="Graphic 4">
              <a:extLst>
                <a:ext uri="{FF2B5EF4-FFF2-40B4-BE49-F238E27FC236}">
                  <a16:creationId xmlns:a16="http://schemas.microsoft.com/office/drawing/2014/main" id="{87412ABE-DCB7-FF4C-8F96-C119177FB1F1}"/>
                </a:ext>
              </a:extLst>
            </p:cNvPr>
            <p:cNvSpPr/>
            <p:nvPr/>
          </p:nvSpPr>
          <p:spPr>
            <a:xfrm>
              <a:off x="5838734" y="969499"/>
              <a:ext cx="77235" cy="103171"/>
            </a:xfrm>
            <a:custGeom>
              <a:avLst/>
              <a:gdLst>
                <a:gd name="connsiteX0" fmla="*/ 51509 w 77235"/>
                <a:gd name="connsiteY0" fmla="*/ 103172 h 103171"/>
                <a:gd name="connsiteX1" fmla="*/ 74513 w 77235"/>
                <a:gd name="connsiteY1" fmla="*/ 97426 h 103171"/>
                <a:gd name="connsiteX2" fmla="*/ 77069 w 77235"/>
                <a:gd name="connsiteY2" fmla="*/ 92319 h 103171"/>
                <a:gd name="connsiteX3" fmla="*/ 72596 w 77235"/>
                <a:gd name="connsiteY3" fmla="*/ 88489 h 103171"/>
                <a:gd name="connsiteX4" fmla="*/ 35535 w 77235"/>
                <a:gd name="connsiteY4" fmla="*/ 51461 h 103171"/>
                <a:gd name="connsiteX5" fmla="*/ 72596 w 77235"/>
                <a:gd name="connsiteY5" fmla="*/ 14434 h 103171"/>
                <a:gd name="connsiteX6" fmla="*/ 77069 w 77235"/>
                <a:gd name="connsiteY6" fmla="*/ 10604 h 103171"/>
                <a:gd name="connsiteX7" fmla="*/ 74513 w 77235"/>
                <a:gd name="connsiteY7" fmla="*/ 5497 h 103171"/>
                <a:gd name="connsiteX8" fmla="*/ 5502 w 77235"/>
                <a:gd name="connsiteY8" fmla="*/ 28479 h 103171"/>
                <a:gd name="connsiteX9" fmla="*/ 28506 w 77235"/>
                <a:gd name="connsiteY9" fmla="*/ 97426 h 103171"/>
                <a:gd name="connsiteX10" fmla="*/ 51509 w 77235"/>
                <a:gd name="connsiteY10" fmla="*/ 103172 h 103171"/>
                <a:gd name="connsiteX11" fmla="*/ 51509 w 77235"/>
                <a:gd name="connsiteY11" fmla="*/ 103172 h 103171"/>
                <a:gd name="connsiteX12" fmla="*/ 51509 w 77235"/>
                <a:gd name="connsiteY12" fmla="*/ 9966 h 103171"/>
                <a:gd name="connsiteX13" fmla="*/ 53426 w 77235"/>
                <a:gd name="connsiteY13" fmla="*/ 9966 h 103171"/>
                <a:gd name="connsiteX14" fmla="*/ 31701 w 77235"/>
                <a:gd name="connsiteY14" fmla="*/ 72529 h 103171"/>
                <a:gd name="connsiteX15" fmla="*/ 53426 w 77235"/>
                <a:gd name="connsiteY15" fmla="*/ 94234 h 103171"/>
                <a:gd name="connsiteX16" fmla="*/ 10614 w 77235"/>
                <a:gd name="connsiteY16" fmla="*/ 53377 h 103171"/>
                <a:gd name="connsiteX17" fmla="*/ 51509 w 77235"/>
                <a:gd name="connsiteY17" fmla="*/ 9966 h 103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7235" h="103171">
                  <a:moveTo>
                    <a:pt x="51509" y="103172"/>
                  </a:moveTo>
                  <a:cubicBezTo>
                    <a:pt x="59816" y="103172"/>
                    <a:pt x="67484" y="101257"/>
                    <a:pt x="74513" y="97426"/>
                  </a:cubicBezTo>
                  <a:cubicBezTo>
                    <a:pt x="76430" y="96149"/>
                    <a:pt x="77708" y="94234"/>
                    <a:pt x="77069" y="92319"/>
                  </a:cubicBezTo>
                  <a:cubicBezTo>
                    <a:pt x="76430" y="90404"/>
                    <a:pt x="74513" y="88489"/>
                    <a:pt x="72596" y="88489"/>
                  </a:cubicBezTo>
                  <a:cubicBezTo>
                    <a:pt x="52149" y="88489"/>
                    <a:pt x="35535" y="71890"/>
                    <a:pt x="35535" y="51461"/>
                  </a:cubicBezTo>
                  <a:cubicBezTo>
                    <a:pt x="35535" y="31033"/>
                    <a:pt x="52149" y="14434"/>
                    <a:pt x="72596" y="14434"/>
                  </a:cubicBezTo>
                  <a:cubicBezTo>
                    <a:pt x="74513" y="14434"/>
                    <a:pt x="76430" y="12519"/>
                    <a:pt x="77069" y="10604"/>
                  </a:cubicBezTo>
                  <a:cubicBezTo>
                    <a:pt x="77708" y="8689"/>
                    <a:pt x="76430" y="6135"/>
                    <a:pt x="74513" y="5497"/>
                  </a:cubicBezTo>
                  <a:cubicBezTo>
                    <a:pt x="48954" y="-7271"/>
                    <a:pt x="18282" y="2943"/>
                    <a:pt x="5502" y="28479"/>
                  </a:cubicBezTo>
                  <a:cubicBezTo>
                    <a:pt x="-7278" y="54015"/>
                    <a:pt x="2946" y="84658"/>
                    <a:pt x="28506" y="97426"/>
                  </a:cubicBezTo>
                  <a:cubicBezTo>
                    <a:pt x="35535" y="101257"/>
                    <a:pt x="43203" y="103172"/>
                    <a:pt x="51509" y="103172"/>
                  </a:cubicBezTo>
                  <a:lnTo>
                    <a:pt x="51509" y="103172"/>
                  </a:lnTo>
                  <a:close/>
                  <a:moveTo>
                    <a:pt x="51509" y="9966"/>
                  </a:moveTo>
                  <a:lnTo>
                    <a:pt x="53426" y="9966"/>
                  </a:lnTo>
                  <a:cubicBezTo>
                    <a:pt x="30423" y="21457"/>
                    <a:pt x="20838" y="48908"/>
                    <a:pt x="31701" y="72529"/>
                  </a:cubicBezTo>
                  <a:cubicBezTo>
                    <a:pt x="36174" y="82105"/>
                    <a:pt x="43841" y="89127"/>
                    <a:pt x="53426" y="94234"/>
                  </a:cubicBezTo>
                  <a:cubicBezTo>
                    <a:pt x="30423" y="94873"/>
                    <a:pt x="11253" y="76359"/>
                    <a:pt x="10614" y="53377"/>
                  </a:cubicBezTo>
                  <a:cubicBezTo>
                    <a:pt x="9975" y="29756"/>
                    <a:pt x="28506" y="10604"/>
                    <a:pt x="51509" y="9966"/>
                  </a:cubicBezTo>
                  <a:close/>
                </a:path>
              </a:pathLst>
            </a:custGeom>
            <a:solidFill>
              <a:srgbClr val="012169"/>
            </a:solidFill>
            <a:ln w="6390" cap="flat">
              <a:noFill/>
              <a:prstDash val="solid"/>
              <a:miter/>
            </a:ln>
          </p:spPr>
          <p:txBody>
            <a:bodyPr rtlCol="0" anchor="ctr"/>
            <a:lstStyle/>
            <a:p>
              <a:endParaRPr lang="en-US"/>
            </a:p>
          </p:txBody>
        </p:sp>
        <p:sp>
          <p:nvSpPr>
            <p:cNvPr id="93" name="Graphic 4">
              <a:extLst>
                <a:ext uri="{FF2B5EF4-FFF2-40B4-BE49-F238E27FC236}">
                  <a16:creationId xmlns:a16="http://schemas.microsoft.com/office/drawing/2014/main" id="{5D11E822-32D0-9B4B-8297-1319E3DDC18B}"/>
                </a:ext>
              </a:extLst>
            </p:cNvPr>
            <p:cNvSpPr/>
            <p:nvPr/>
          </p:nvSpPr>
          <p:spPr>
            <a:xfrm>
              <a:off x="5889993" y="997559"/>
              <a:ext cx="53537" cy="51491"/>
            </a:xfrm>
            <a:custGeom>
              <a:avLst/>
              <a:gdLst>
                <a:gd name="connsiteX0" fmla="*/ 11114 w 53537"/>
                <a:gd name="connsiteY0" fmla="*/ 1058 h 51491"/>
                <a:gd name="connsiteX1" fmla="*/ 9197 w 53537"/>
                <a:gd name="connsiteY1" fmla="*/ 5526 h 51491"/>
                <a:gd name="connsiteX2" fmla="*/ 11114 w 53537"/>
                <a:gd name="connsiteY2" fmla="*/ 18294 h 51491"/>
                <a:gd name="connsiteX3" fmla="*/ 1529 w 53537"/>
                <a:gd name="connsiteY3" fmla="*/ 27232 h 51491"/>
                <a:gd name="connsiteX4" fmla="*/ 251 w 53537"/>
                <a:gd name="connsiteY4" fmla="*/ 32339 h 51491"/>
                <a:gd name="connsiteX5" fmla="*/ 4085 w 53537"/>
                <a:gd name="connsiteY5" fmla="*/ 35531 h 51491"/>
                <a:gd name="connsiteX6" fmla="*/ 16865 w 53537"/>
                <a:gd name="connsiteY6" fmla="*/ 37446 h 51491"/>
                <a:gd name="connsiteX7" fmla="*/ 22615 w 53537"/>
                <a:gd name="connsiteY7" fmla="*/ 48938 h 51491"/>
                <a:gd name="connsiteX8" fmla="*/ 29005 w 53537"/>
                <a:gd name="connsiteY8" fmla="*/ 50853 h 51491"/>
                <a:gd name="connsiteX9" fmla="*/ 30922 w 53537"/>
                <a:gd name="connsiteY9" fmla="*/ 48938 h 51491"/>
                <a:gd name="connsiteX10" fmla="*/ 36673 w 53537"/>
                <a:gd name="connsiteY10" fmla="*/ 37446 h 51491"/>
                <a:gd name="connsiteX11" fmla="*/ 49453 w 53537"/>
                <a:gd name="connsiteY11" fmla="*/ 35531 h 51491"/>
                <a:gd name="connsiteX12" fmla="*/ 53287 w 53537"/>
                <a:gd name="connsiteY12" fmla="*/ 32339 h 51491"/>
                <a:gd name="connsiteX13" fmla="*/ 52009 w 53537"/>
                <a:gd name="connsiteY13" fmla="*/ 27232 h 51491"/>
                <a:gd name="connsiteX14" fmla="*/ 42424 w 53537"/>
                <a:gd name="connsiteY14" fmla="*/ 18294 h 51491"/>
                <a:gd name="connsiteX15" fmla="*/ 44341 w 53537"/>
                <a:gd name="connsiteY15" fmla="*/ 5526 h 51491"/>
                <a:gd name="connsiteX16" fmla="*/ 42424 w 53537"/>
                <a:gd name="connsiteY16" fmla="*/ 1058 h 51491"/>
                <a:gd name="connsiteX17" fmla="*/ 37312 w 53537"/>
                <a:gd name="connsiteY17" fmla="*/ 419 h 51491"/>
                <a:gd name="connsiteX18" fmla="*/ 25810 w 53537"/>
                <a:gd name="connsiteY18" fmla="*/ 6165 h 51491"/>
                <a:gd name="connsiteX19" fmla="*/ 14309 w 53537"/>
                <a:gd name="connsiteY19" fmla="*/ 419 h 51491"/>
                <a:gd name="connsiteX20" fmla="*/ 11114 w 53537"/>
                <a:gd name="connsiteY20" fmla="*/ 1058 h 51491"/>
                <a:gd name="connsiteX21" fmla="*/ 20698 w 53537"/>
                <a:gd name="connsiteY21" fmla="*/ 13826 h 51491"/>
                <a:gd name="connsiteX22" fmla="*/ 25810 w 53537"/>
                <a:gd name="connsiteY22" fmla="*/ 16379 h 51491"/>
                <a:gd name="connsiteX23" fmla="*/ 30283 w 53537"/>
                <a:gd name="connsiteY23" fmla="*/ 16379 h 51491"/>
                <a:gd name="connsiteX24" fmla="*/ 35395 w 53537"/>
                <a:gd name="connsiteY24" fmla="*/ 13826 h 51491"/>
                <a:gd name="connsiteX25" fmla="*/ 34117 w 53537"/>
                <a:gd name="connsiteY25" fmla="*/ 19571 h 51491"/>
                <a:gd name="connsiteX26" fmla="*/ 35395 w 53537"/>
                <a:gd name="connsiteY26" fmla="*/ 24040 h 51491"/>
                <a:gd name="connsiteX27" fmla="*/ 39868 w 53537"/>
                <a:gd name="connsiteY27" fmla="*/ 27870 h 51491"/>
                <a:gd name="connsiteX28" fmla="*/ 34117 w 53537"/>
                <a:gd name="connsiteY28" fmla="*/ 28509 h 51491"/>
                <a:gd name="connsiteX29" fmla="*/ 30283 w 53537"/>
                <a:gd name="connsiteY29" fmla="*/ 31062 h 51491"/>
                <a:gd name="connsiteX30" fmla="*/ 27727 w 53537"/>
                <a:gd name="connsiteY30" fmla="*/ 36170 h 51491"/>
                <a:gd name="connsiteX31" fmla="*/ 25172 w 53537"/>
                <a:gd name="connsiteY31" fmla="*/ 31062 h 51491"/>
                <a:gd name="connsiteX32" fmla="*/ 21337 w 53537"/>
                <a:gd name="connsiteY32" fmla="*/ 28509 h 51491"/>
                <a:gd name="connsiteX33" fmla="*/ 15587 w 53537"/>
                <a:gd name="connsiteY33" fmla="*/ 27870 h 51491"/>
                <a:gd name="connsiteX34" fmla="*/ 20060 w 53537"/>
                <a:gd name="connsiteY34" fmla="*/ 24040 h 51491"/>
                <a:gd name="connsiteX35" fmla="*/ 21337 w 53537"/>
                <a:gd name="connsiteY35" fmla="*/ 19571 h 51491"/>
                <a:gd name="connsiteX36" fmla="*/ 20698 w 53537"/>
                <a:gd name="connsiteY36" fmla="*/ 13826 h 51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53537" h="51491">
                  <a:moveTo>
                    <a:pt x="11114" y="1058"/>
                  </a:moveTo>
                  <a:cubicBezTo>
                    <a:pt x="9836" y="2335"/>
                    <a:pt x="9197" y="4250"/>
                    <a:pt x="9197" y="5526"/>
                  </a:cubicBezTo>
                  <a:lnTo>
                    <a:pt x="11114" y="18294"/>
                  </a:lnTo>
                  <a:lnTo>
                    <a:pt x="1529" y="27232"/>
                  </a:lnTo>
                  <a:cubicBezTo>
                    <a:pt x="251" y="28509"/>
                    <a:pt x="-388" y="30424"/>
                    <a:pt x="251" y="32339"/>
                  </a:cubicBezTo>
                  <a:cubicBezTo>
                    <a:pt x="890" y="34254"/>
                    <a:pt x="2168" y="35531"/>
                    <a:pt x="4085" y="35531"/>
                  </a:cubicBezTo>
                  <a:lnTo>
                    <a:pt x="16865" y="37446"/>
                  </a:lnTo>
                  <a:lnTo>
                    <a:pt x="22615" y="48938"/>
                  </a:lnTo>
                  <a:cubicBezTo>
                    <a:pt x="23893" y="51491"/>
                    <a:pt x="27088" y="52130"/>
                    <a:pt x="29005" y="50853"/>
                  </a:cubicBezTo>
                  <a:cubicBezTo>
                    <a:pt x="29645" y="50214"/>
                    <a:pt x="30922" y="49576"/>
                    <a:pt x="30922" y="48938"/>
                  </a:cubicBezTo>
                  <a:lnTo>
                    <a:pt x="36673" y="37446"/>
                  </a:lnTo>
                  <a:lnTo>
                    <a:pt x="49453" y="35531"/>
                  </a:lnTo>
                  <a:cubicBezTo>
                    <a:pt x="51370" y="35531"/>
                    <a:pt x="52648" y="34254"/>
                    <a:pt x="53287" y="32339"/>
                  </a:cubicBezTo>
                  <a:cubicBezTo>
                    <a:pt x="53926" y="30424"/>
                    <a:pt x="53287" y="28509"/>
                    <a:pt x="52009" y="27232"/>
                  </a:cubicBezTo>
                  <a:lnTo>
                    <a:pt x="42424" y="18294"/>
                  </a:lnTo>
                  <a:lnTo>
                    <a:pt x="44341" y="5526"/>
                  </a:lnTo>
                  <a:cubicBezTo>
                    <a:pt x="44341" y="3611"/>
                    <a:pt x="43702" y="1696"/>
                    <a:pt x="42424" y="1058"/>
                  </a:cubicBezTo>
                  <a:cubicBezTo>
                    <a:pt x="41146" y="-219"/>
                    <a:pt x="39229" y="-219"/>
                    <a:pt x="37312" y="419"/>
                  </a:cubicBezTo>
                  <a:lnTo>
                    <a:pt x="25810" y="6165"/>
                  </a:lnTo>
                  <a:lnTo>
                    <a:pt x="14309" y="419"/>
                  </a:lnTo>
                  <a:cubicBezTo>
                    <a:pt x="14309" y="-219"/>
                    <a:pt x="12392" y="-219"/>
                    <a:pt x="11114" y="1058"/>
                  </a:cubicBezTo>
                  <a:close/>
                  <a:moveTo>
                    <a:pt x="20698" y="13826"/>
                  </a:moveTo>
                  <a:lnTo>
                    <a:pt x="25810" y="16379"/>
                  </a:lnTo>
                  <a:cubicBezTo>
                    <a:pt x="27088" y="17018"/>
                    <a:pt x="29005" y="17018"/>
                    <a:pt x="30283" y="16379"/>
                  </a:cubicBezTo>
                  <a:lnTo>
                    <a:pt x="35395" y="13826"/>
                  </a:lnTo>
                  <a:lnTo>
                    <a:pt x="34117" y="19571"/>
                  </a:lnTo>
                  <a:cubicBezTo>
                    <a:pt x="34117" y="20848"/>
                    <a:pt x="34117" y="22763"/>
                    <a:pt x="35395" y="24040"/>
                  </a:cubicBezTo>
                  <a:lnTo>
                    <a:pt x="39868" y="27870"/>
                  </a:lnTo>
                  <a:lnTo>
                    <a:pt x="34117" y="28509"/>
                  </a:lnTo>
                  <a:cubicBezTo>
                    <a:pt x="32840" y="28509"/>
                    <a:pt x="30922" y="29786"/>
                    <a:pt x="30283" y="31062"/>
                  </a:cubicBezTo>
                  <a:lnTo>
                    <a:pt x="27727" y="36170"/>
                  </a:lnTo>
                  <a:lnTo>
                    <a:pt x="25172" y="31062"/>
                  </a:lnTo>
                  <a:cubicBezTo>
                    <a:pt x="24532" y="29786"/>
                    <a:pt x="23255" y="28509"/>
                    <a:pt x="21337" y="28509"/>
                  </a:cubicBezTo>
                  <a:lnTo>
                    <a:pt x="15587" y="27870"/>
                  </a:lnTo>
                  <a:lnTo>
                    <a:pt x="20060" y="24040"/>
                  </a:lnTo>
                  <a:cubicBezTo>
                    <a:pt x="21337" y="22763"/>
                    <a:pt x="21977" y="21486"/>
                    <a:pt x="21337" y="19571"/>
                  </a:cubicBezTo>
                  <a:lnTo>
                    <a:pt x="20698" y="13826"/>
                  </a:lnTo>
                  <a:close/>
                </a:path>
              </a:pathLst>
            </a:custGeom>
            <a:solidFill>
              <a:srgbClr val="012169"/>
            </a:solidFill>
            <a:ln w="6390" cap="flat">
              <a:noFill/>
              <a:prstDash val="solid"/>
              <a:miter/>
            </a:ln>
          </p:spPr>
          <p:txBody>
            <a:bodyPr rtlCol="0" anchor="ctr"/>
            <a:lstStyle/>
            <a:p>
              <a:endParaRPr lang="en-US"/>
            </a:p>
          </p:txBody>
        </p:sp>
        <p:sp>
          <p:nvSpPr>
            <p:cNvPr id="94" name="Graphic 4">
              <a:extLst>
                <a:ext uri="{FF2B5EF4-FFF2-40B4-BE49-F238E27FC236}">
                  <a16:creationId xmlns:a16="http://schemas.microsoft.com/office/drawing/2014/main" id="{1EF1C1B8-E5C2-CE44-9310-FAF1864A4281}"/>
                </a:ext>
              </a:extLst>
            </p:cNvPr>
            <p:cNvSpPr/>
            <p:nvPr/>
          </p:nvSpPr>
          <p:spPr>
            <a:xfrm>
              <a:off x="5782254" y="1014866"/>
              <a:ext cx="48273" cy="68657"/>
            </a:xfrm>
            <a:custGeom>
              <a:avLst/>
              <a:gdLst>
                <a:gd name="connsiteX0" fmla="*/ 5112 w 48273"/>
                <a:gd name="connsiteY0" fmla="*/ 68657 h 68657"/>
                <a:gd name="connsiteX1" fmla="*/ 6390 w 48273"/>
                <a:gd name="connsiteY1" fmla="*/ 68657 h 68657"/>
                <a:gd name="connsiteX2" fmla="*/ 12780 w 48273"/>
                <a:gd name="connsiteY2" fmla="*/ 63550 h 68657"/>
                <a:gd name="connsiteX3" fmla="*/ 46007 w 48273"/>
                <a:gd name="connsiteY3" fmla="*/ 11202 h 68657"/>
                <a:gd name="connsiteX4" fmla="*/ 46646 w 48273"/>
                <a:gd name="connsiteY4" fmla="*/ 2264 h 68657"/>
                <a:gd name="connsiteX5" fmla="*/ 37700 w 48273"/>
                <a:gd name="connsiteY5" fmla="*/ 1626 h 68657"/>
                <a:gd name="connsiteX6" fmla="*/ 37700 w 48273"/>
                <a:gd name="connsiteY6" fmla="*/ 1626 h 68657"/>
                <a:gd name="connsiteX7" fmla="*/ 0 w 48273"/>
                <a:gd name="connsiteY7" fmla="*/ 60358 h 68657"/>
                <a:gd name="connsiteX8" fmla="*/ 5112 w 48273"/>
                <a:gd name="connsiteY8" fmla="*/ 68657 h 68657"/>
                <a:gd name="connsiteX9" fmla="*/ 5112 w 48273"/>
                <a:gd name="connsiteY9" fmla="*/ 68657 h 6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273" h="68657">
                  <a:moveTo>
                    <a:pt x="5112" y="68657"/>
                  </a:moveTo>
                  <a:cubicBezTo>
                    <a:pt x="5751" y="68657"/>
                    <a:pt x="6390" y="68657"/>
                    <a:pt x="6390" y="68657"/>
                  </a:cubicBezTo>
                  <a:cubicBezTo>
                    <a:pt x="9585" y="68657"/>
                    <a:pt x="12141" y="66742"/>
                    <a:pt x="12780" y="63550"/>
                  </a:cubicBezTo>
                  <a:cubicBezTo>
                    <a:pt x="17892" y="43122"/>
                    <a:pt x="30032" y="24608"/>
                    <a:pt x="46007" y="11202"/>
                  </a:cubicBezTo>
                  <a:cubicBezTo>
                    <a:pt x="48563" y="8648"/>
                    <a:pt x="49202" y="4818"/>
                    <a:pt x="46646" y="2264"/>
                  </a:cubicBezTo>
                  <a:cubicBezTo>
                    <a:pt x="44090" y="-290"/>
                    <a:pt x="40257" y="-928"/>
                    <a:pt x="37700" y="1626"/>
                  </a:cubicBezTo>
                  <a:lnTo>
                    <a:pt x="37700" y="1626"/>
                  </a:lnTo>
                  <a:cubicBezTo>
                    <a:pt x="19170" y="16947"/>
                    <a:pt x="6390" y="37376"/>
                    <a:pt x="0" y="60358"/>
                  </a:cubicBezTo>
                  <a:cubicBezTo>
                    <a:pt x="0" y="64189"/>
                    <a:pt x="1917" y="67381"/>
                    <a:pt x="5112" y="68657"/>
                  </a:cubicBezTo>
                  <a:cubicBezTo>
                    <a:pt x="5112" y="68657"/>
                    <a:pt x="5112" y="68657"/>
                    <a:pt x="5112" y="68657"/>
                  </a:cubicBezTo>
                  <a:close/>
                </a:path>
              </a:pathLst>
            </a:custGeom>
            <a:solidFill>
              <a:srgbClr val="012169"/>
            </a:solidFill>
            <a:ln w="6390" cap="flat">
              <a:noFill/>
              <a:prstDash val="solid"/>
              <a:miter/>
            </a:ln>
          </p:spPr>
          <p:txBody>
            <a:bodyPr rtlCol="0" anchor="ctr"/>
            <a:lstStyle/>
            <a:p>
              <a:endParaRPr lang="en-US"/>
            </a:p>
          </p:txBody>
        </p:sp>
        <p:sp>
          <p:nvSpPr>
            <p:cNvPr id="95" name="Graphic 4">
              <a:extLst>
                <a:ext uri="{FF2B5EF4-FFF2-40B4-BE49-F238E27FC236}">
                  <a16:creationId xmlns:a16="http://schemas.microsoft.com/office/drawing/2014/main" id="{E49A3272-9756-EC45-9FD8-1F7498BB2C07}"/>
                </a:ext>
              </a:extLst>
            </p:cNvPr>
            <p:cNvSpPr/>
            <p:nvPr/>
          </p:nvSpPr>
          <p:spPr>
            <a:xfrm>
              <a:off x="5824591" y="1183916"/>
              <a:ext cx="128713" cy="31487"/>
            </a:xfrm>
            <a:custGeom>
              <a:avLst/>
              <a:gdLst>
                <a:gd name="connsiteX0" fmla="*/ 119328 w 128713"/>
                <a:gd name="connsiteY0" fmla="*/ 4306 h 31487"/>
                <a:gd name="connsiteX1" fmla="*/ 10060 w 128713"/>
                <a:gd name="connsiteY1" fmla="*/ 1114 h 31487"/>
                <a:gd name="connsiteX2" fmla="*/ 1115 w 128713"/>
                <a:gd name="connsiteY2" fmla="*/ 2390 h 31487"/>
                <a:gd name="connsiteX3" fmla="*/ 1115 w 128713"/>
                <a:gd name="connsiteY3" fmla="*/ 2390 h 31487"/>
                <a:gd name="connsiteX4" fmla="*/ 2393 w 128713"/>
                <a:gd name="connsiteY4" fmla="*/ 11328 h 31487"/>
                <a:gd name="connsiteX5" fmla="*/ 2393 w 128713"/>
                <a:gd name="connsiteY5" fmla="*/ 11328 h 31487"/>
                <a:gd name="connsiteX6" fmla="*/ 125718 w 128713"/>
                <a:gd name="connsiteY6" fmla="*/ 15158 h 31487"/>
                <a:gd name="connsiteX7" fmla="*/ 127635 w 128713"/>
                <a:gd name="connsiteY7" fmla="*/ 6221 h 31487"/>
                <a:gd name="connsiteX8" fmla="*/ 127635 w 128713"/>
                <a:gd name="connsiteY8" fmla="*/ 6221 h 31487"/>
                <a:gd name="connsiteX9" fmla="*/ 119328 w 128713"/>
                <a:gd name="connsiteY9" fmla="*/ 4306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8713" h="31487">
                  <a:moveTo>
                    <a:pt x="119328" y="4306"/>
                  </a:moveTo>
                  <a:cubicBezTo>
                    <a:pt x="85462" y="25373"/>
                    <a:pt x="42649" y="24096"/>
                    <a:pt x="10060" y="1114"/>
                  </a:cubicBezTo>
                  <a:cubicBezTo>
                    <a:pt x="7505" y="-802"/>
                    <a:pt x="3032" y="-163"/>
                    <a:pt x="1115" y="2390"/>
                  </a:cubicBezTo>
                  <a:cubicBezTo>
                    <a:pt x="1115" y="2390"/>
                    <a:pt x="1115" y="2390"/>
                    <a:pt x="1115" y="2390"/>
                  </a:cubicBezTo>
                  <a:cubicBezTo>
                    <a:pt x="-802" y="5582"/>
                    <a:pt x="-163" y="9413"/>
                    <a:pt x="2393" y="11328"/>
                  </a:cubicBezTo>
                  <a:cubicBezTo>
                    <a:pt x="2393" y="11328"/>
                    <a:pt x="2393" y="11328"/>
                    <a:pt x="2393" y="11328"/>
                  </a:cubicBezTo>
                  <a:cubicBezTo>
                    <a:pt x="38815" y="36864"/>
                    <a:pt x="87379" y="38141"/>
                    <a:pt x="125718" y="15158"/>
                  </a:cubicBezTo>
                  <a:cubicBezTo>
                    <a:pt x="128913" y="13243"/>
                    <a:pt x="129552" y="9413"/>
                    <a:pt x="127635" y="6221"/>
                  </a:cubicBezTo>
                  <a:cubicBezTo>
                    <a:pt x="127635" y="6221"/>
                    <a:pt x="127635" y="6221"/>
                    <a:pt x="127635" y="6221"/>
                  </a:cubicBezTo>
                  <a:cubicBezTo>
                    <a:pt x="126357" y="3667"/>
                    <a:pt x="121884" y="2390"/>
                    <a:pt x="119328" y="4306"/>
                  </a:cubicBezTo>
                  <a:close/>
                </a:path>
              </a:pathLst>
            </a:custGeom>
            <a:solidFill>
              <a:srgbClr val="012169"/>
            </a:solidFill>
            <a:ln w="6390" cap="flat">
              <a:noFill/>
              <a:prstDash val="solid"/>
              <a:miter/>
            </a:ln>
          </p:spPr>
          <p:txBody>
            <a:bodyPr rtlCol="0" anchor="ctr"/>
            <a:lstStyle/>
            <a:p>
              <a:endParaRPr lang="en-US"/>
            </a:p>
          </p:txBody>
        </p:sp>
        <p:sp>
          <p:nvSpPr>
            <p:cNvPr id="96" name="Graphic 4">
              <a:extLst>
                <a:ext uri="{FF2B5EF4-FFF2-40B4-BE49-F238E27FC236}">
                  <a16:creationId xmlns:a16="http://schemas.microsoft.com/office/drawing/2014/main" id="{4D979753-E5C7-CE48-83D8-38CAB3EEF3D0}"/>
                </a:ext>
              </a:extLst>
            </p:cNvPr>
            <p:cNvSpPr/>
            <p:nvPr/>
          </p:nvSpPr>
          <p:spPr>
            <a:xfrm>
              <a:off x="5953794" y="1017420"/>
              <a:ext cx="49011" cy="76318"/>
            </a:xfrm>
            <a:custGeom>
              <a:avLst/>
              <a:gdLst>
                <a:gd name="connsiteX0" fmla="*/ 36133 w 49011"/>
                <a:gd name="connsiteY0" fmla="*/ 70573 h 76318"/>
                <a:gd name="connsiteX1" fmla="*/ 42523 w 49011"/>
                <a:gd name="connsiteY1" fmla="*/ 76318 h 76318"/>
                <a:gd name="connsiteX2" fmla="*/ 43801 w 49011"/>
                <a:gd name="connsiteY2" fmla="*/ 76318 h 76318"/>
                <a:gd name="connsiteX3" fmla="*/ 48913 w 49011"/>
                <a:gd name="connsiteY3" fmla="*/ 69296 h 76318"/>
                <a:gd name="connsiteX4" fmla="*/ 48913 w 49011"/>
                <a:gd name="connsiteY4" fmla="*/ 69296 h 76318"/>
                <a:gd name="connsiteX5" fmla="*/ 10573 w 49011"/>
                <a:gd name="connsiteY5" fmla="*/ 1626 h 76318"/>
                <a:gd name="connsiteX6" fmla="*/ 1627 w 49011"/>
                <a:gd name="connsiteY6" fmla="*/ 2264 h 76318"/>
                <a:gd name="connsiteX7" fmla="*/ 2266 w 49011"/>
                <a:gd name="connsiteY7" fmla="*/ 11202 h 76318"/>
                <a:gd name="connsiteX8" fmla="*/ 36133 w 49011"/>
                <a:gd name="connsiteY8" fmla="*/ 70573 h 76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011" h="76318">
                  <a:moveTo>
                    <a:pt x="36133" y="70573"/>
                  </a:moveTo>
                  <a:cubicBezTo>
                    <a:pt x="36772" y="73765"/>
                    <a:pt x="39328" y="76318"/>
                    <a:pt x="42523" y="76318"/>
                  </a:cubicBezTo>
                  <a:lnTo>
                    <a:pt x="43801" y="76318"/>
                  </a:lnTo>
                  <a:cubicBezTo>
                    <a:pt x="46996" y="75680"/>
                    <a:pt x="49552" y="72488"/>
                    <a:pt x="48913" y="69296"/>
                  </a:cubicBezTo>
                  <a:cubicBezTo>
                    <a:pt x="48913" y="69296"/>
                    <a:pt x="48913" y="69296"/>
                    <a:pt x="48913" y="69296"/>
                  </a:cubicBezTo>
                  <a:cubicBezTo>
                    <a:pt x="44440" y="42483"/>
                    <a:pt x="31021" y="18862"/>
                    <a:pt x="10573" y="1626"/>
                  </a:cubicBezTo>
                  <a:cubicBezTo>
                    <a:pt x="8017" y="-928"/>
                    <a:pt x="3544" y="-290"/>
                    <a:pt x="1627" y="2264"/>
                  </a:cubicBezTo>
                  <a:cubicBezTo>
                    <a:pt x="-929" y="4818"/>
                    <a:pt x="-290" y="9286"/>
                    <a:pt x="2266" y="11202"/>
                  </a:cubicBezTo>
                  <a:cubicBezTo>
                    <a:pt x="20158" y="25885"/>
                    <a:pt x="32299" y="47590"/>
                    <a:pt x="36133" y="70573"/>
                  </a:cubicBezTo>
                  <a:close/>
                </a:path>
              </a:pathLst>
            </a:custGeom>
            <a:solidFill>
              <a:srgbClr val="012169"/>
            </a:solidFill>
            <a:ln w="6390" cap="flat">
              <a:noFill/>
              <a:prstDash val="solid"/>
              <a:miter/>
            </a:ln>
          </p:spPr>
          <p:txBody>
            <a:bodyPr rtlCol="0" anchor="ctr"/>
            <a:lstStyle/>
            <a:p>
              <a:endParaRPr lang="en-US"/>
            </a:p>
          </p:txBody>
        </p:sp>
      </p:grpSp>
      <p:grpSp>
        <p:nvGrpSpPr>
          <p:cNvPr id="97" name="Graphic 4">
            <a:extLst>
              <a:ext uri="{FF2B5EF4-FFF2-40B4-BE49-F238E27FC236}">
                <a16:creationId xmlns:a16="http://schemas.microsoft.com/office/drawing/2014/main" id="{B2D0EC42-63E1-D74A-A420-A1988774D386}"/>
              </a:ext>
            </a:extLst>
          </p:cNvPr>
          <p:cNvGrpSpPr/>
          <p:nvPr/>
        </p:nvGrpSpPr>
        <p:grpSpPr>
          <a:xfrm>
            <a:off x="6754802" y="918179"/>
            <a:ext cx="361670" cy="361971"/>
            <a:chOff x="6754802" y="918179"/>
            <a:chExt cx="361670" cy="361971"/>
          </a:xfrm>
          <a:solidFill>
            <a:srgbClr val="012169"/>
          </a:solidFill>
        </p:grpSpPr>
        <p:sp>
          <p:nvSpPr>
            <p:cNvPr id="98" name="Graphic 4">
              <a:extLst>
                <a:ext uri="{FF2B5EF4-FFF2-40B4-BE49-F238E27FC236}">
                  <a16:creationId xmlns:a16="http://schemas.microsoft.com/office/drawing/2014/main" id="{EA31B483-0F12-D04C-8070-7E5FBFDC9087}"/>
                </a:ext>
              </a:extLst>
            </p:cNvPr>
            <p:cNvSpPr/>
            <p:nvPr/>
          </p:nvSpPr>
          <p:spPr>
            <a:xfrm>
              <a:off x="6754802" y="918179"/>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349204 h 361971"/>
                <a:gd name="connsiteX7" fmla="*/ 12780 w 361670"/>
                <a:gd name="connsiteY7" fmla="*/ 181305 h 361971"/>
                <a:gd name="connsiteX8" fmla="*/ 180836 w 361670"/>
                <a:gd name="connsiteY8" fmla="*/ 12768 h 361971"/>
                <a:gd name="connsiteX9" fmla="*/ 348890 w 361670"/>
                <a:gd name="connsiteY9" fmla="*/ 180667 h 361971"/>
                <a:gd name="connsiteX10" fmla="*/ 348890 w 361670"/>
                <a:gd name="connsiteY10" fmla="*/ 180667 h 361971"/>
                <a:gd name="connsiteX11" fmla="*/ 180836 w 361670"/>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1971">
                  <a:moveTo>
                    <a:pt x="180836" y="0"/>
                  </a:moveTo>
                  <a:cubicBezTo>
                    <a:pt x="80513" y="0"/>
                    <a:pt x="0" y="81077"/>
                    <a:pt x="0" y="180667"/>
                  </a:cubicBezTo>
                  <a:cubicBezTo>
                    <a:pt x="0" y="280895"/>
                    <a:pt x="81153" y="361972"/>
                    <a:pt x="180836" y="361972"/>
                  </a:cubicBezTo>
                  <a:cubicBezTo>
                    <a:pt x="281157" y="361972"/>
                    <a:pt x="361670" y="280895"/>
                    <a:pt x="361670" y="181305"/>
                  </a:cubicBezTo>
                  <a:lnTo>
                    <a:pt x="361670" y="181305"/>
                  </a:lnTo>
                  <a:cubicBezTo>
                    <a:pt x="361670" y="81077"/>
                    <a:pt x="280518"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lnTo>
                    <a:pt x="348890" y="180667"/>
                  </a:lnTo>
                  <a:cubicBezTo>
                    <a:pt x="348890" y="273873"/>
                    <a:pt x="273490" y="349204"/>
                    <a:pt x="180836" y="349204"/>
                  </a:cubicBezTo>
                  <a:close/>
                </a:path>
              </a:pathLst>
            </a:custGeom>
            <a:solidFill>
              <a:srgbClr val="012169"/>
            </a:solidFill>
            <a:ln w="6390" cap="flat">
              <a:noFill/>
              <a:prstDash val="solid"/>
              <a:miter/>
            </a:ln>
          </p:spPr>
          <p:txBody>
            <a:bodyPr rtlCol="0" anchor="ctr"/>
            <a:lstStyle/>
            <a:p>
              <a:endParaRPr lang="en-US"/>
            </a:p>
          </p:txBody>
        </p:sp>
        <p:sp>
          <p:nvSpPr>
            <p:cNvPr id="99" name="Graphic 4">
              <a:extLst>
                <a:ext uri="{FF2B5EF4-FFF2-40B4-BE49-F238E27FC236}">
                  <a16:creationId xmlns:a16="http://schemas.microsoft.com/office/drawing/2014/main" id="{8CF31821-25C9-8242-BC72-5F798AB3F278}"/>
                </a:ext>
              </a:extLst>
            </p:cNvPr>
            <p:cNvSpPr/>
            <p:nvPr/>
          </p:nvSpPr>
          <p:spPr>
            <a:xfrm>
              <a:off x="6850651" y="987126"/>
              <a:ext cx="169333" cy="232376"/>
            </a:xfrm>
            <a:custGeom>
              <a:avLst/>
              <a:gdLst>
                <a:gd name="connsiteX0" fmla="*/ 159110 w 169333"/>
                <a:gd name="connsiteY0" fmla="*/ 56817 h 232376"/>
                <a:gd name="connsiteX1" fmla="*/ 110546 w 169333"/>
                <a:gd name="connsiteY1" fmla="*/ 56817 h 232376"/>
                <a:gd name="connsiteX2" fmla="*/ 110546 w 169333"/>
                <a:gd name="connsiteY2" fmla="*/ 10214 h 232376"/>
                <a:gd name="connsiteX3" fmla="*/ 100322 w 169333"/>
                <a:gd name="connsiteY3" fmla="*/ 0 h 232376"/>
                <a:gd name="connsiteX4" fmla="*/ 69012 w 169333"/>
                <a:gd name="connsiteY4" fmla="*/ 0 h 232376"/>
                <a:gd name="connsiteX5" fmla="*/ 58788 w 169333"/>
                <a:gd name="connsiteY5" fmla="*/ 10214 h 232376"/>
                <a:gd name="connsiteX6" fmla="*/ 58788 w 169333"/>
                <a:gd name="connsiteY6" fmla="*/ 56817 h 232376"/>
                <a:gd name="connsiteX7" fmla="*/ 10224 w 169333"/>
                <a:gd name="connsiteY7" fmla="*/ 56817 h 232376"/>
                <a:gd name="connsiteX8" fmla="*/ 0 w 169333"/>
                <a:gd name="connsiteY8" fmla="*/ 67032 h 232376"/>
                <a:gd name="connsiteX9" fmla="*/ 0 w 169333"/>
                <a:gd name="connsiteY9" fmla="*/ 98313 h 232376"/>
                <a:gd name="connsiteX10" fmla="*/ 10224 w 169333"/>
                <a:gd name="connsiteY10" fmla="*/ 108528 h 232376"/>
                <a:gd name="connsiteX11" fmla="*/ 58788 w 169333"/>
                <a:gd name="connsiteY11" fmla="*/ 108528 h 232376"/>
                <a:gd name="connsiteX12" fmla="*/ 58788 w 169333"/>
                <a:gd name="connsiteY12" fmla="*/ 222163 h 232376"/>
                <a:gd name="connsiteX13" fmla="*/ 69012 w 169333"/>
                <a:gd name="connsiteY13" fmla="*/ 232377 h 232376"/>
                <a:gd name="connsiteX14" fmla="*/ 100322 w 169333"/>
                <a:gd name="connsiteY14" fmla="*/ 232377 h 232376"/>
                <a:gd name="connsiteX15" fmla="*/ 110546 w 169333"/>
                <a:gd name="connsiteY15" fmla="*/ 222163 h 232376"/>
                <a:gd name="connsiteX16" fmla="*/ 110546 w 169333"/>
                <a:gd name="connsiteY16" fmla="*/ 108528 h 232376"/>
                <a:gd name="connsiteX17" fmla="*/ 159110 w 169333"/>
                <a:gd name="connsiteY17" fmla="*/ 108528 h 232376"/>
                <a:gd name="connsiteX18" fmla="*/ 169333 w 169333"/>
                <a:gd name="connsiteY18" fmla="*/ 98313 h 232376"/>
                <a:gd name="connsiteX19" fmla="*/ 169333 w 169333"/>
                <a:gd name="connsiteY19" fmla="*/ 67032 h 232376"/>
                <a:gd name="connsiteX20" fmla="*/ 159110 w 169333"/>
                <a:gd name="connsiteY20" fmla="*/ 56817 h 232376"/>
                <a:gd name="connsiteX21" fmla="*/ 156553 w 169333"/>
                <a:gd name="connsiteY21" fmla="*/ 95121 h 232376"/>
                <a:gd name="connsiteX22" fmla="*/ 107990 w 169333"/>
                <a:gd name="connsiteY22" fmla="*/ 95121 h 232376"/>
                <a:gd name="connsiteX23" fmla="*/ 97766 w 169333"/>
                <a:gd name="connsiteY23" fmla="*/ 105336 h 232376"/>
                <a:gd name="connsiteX24" fmla="*/ 97766 w 169333"/>
                <a:gd name="connsiteY24" fmla="*/ 218971 h 232376"/>
                <a:gd name="connsiteX25" fmla="*/ 71568 w 169333"/>
                <a:gd name="connsiteY25" fmla="*/ 218971 h 232376"/>
                <a:gd name="connsiteX26" fmla="*/ 71568 w 169333"/>
                <a:gd name="connsiteY26" fmla="*/ 105336 h 232376"/>
                <a:gd name="connsiteX27" fmla="*/ 61343 w 169333"/>
                <a:gd name="connsiteY27" fmla="*/ 95121 h 232376"/>
                <a:gd name="connsiteX28" fmla="*/ 61343 w 169333"/>
                <a:gd name="connsiteY28" fmla="*/ 95121 h 232376"/>
                <a:gd name="connsiteX29" fmla="*/ 12780 w 169333"/>
                <a:gd name="connsiteY29" fmla="*/ 95121 h 232376"/>
                <a:gd name="connsiteX30" fmla="*/ 12780 w 169333"/>
                <a:gd name="connsiteY30" fmla="*/ 68947 h 232376"/>
                <a:gd name="connsiteX31" fmla="*/ 61343 w 169333"/>
                <a:gd name="connsiteY31" fmla="*/ 68947 h 232376"/>
                <a:gd name="connsiteX32" fmla="*/ 71568 w 169333"/>
                <a:gd name="connsiteY32" fmla="*/ 58733 h 232376"/>
                <a:gd name="connsiteX33" fmla="*/ 71568 w 169333"/>
                <a:gd name="connsiteY33" fmla="*/ 12768 h 232376"/>
                <a:gd name="connsiteX34" fmla="*/ 97766 w 169333"/>
                <a:gd name="connsiteY34" fmla="*/ 12768 h 232376"/>
                <a:gd name="connsiteX35" fmla="*/ 97766 w 169333"/>
                <a:gd name="connsiteY35" fmla="*/ 59371 h 232376"/>
                <a:gd name="connsiteX36" fmla="*/ 107990 w 169333"/>
                <a:gd name="connsiteY36" fmla="*/ 69585 h 232376"/>
                <a:gd name="connsiteX37" fmla="*/ 107990 w 169333"/>
                <a:gd name="connsiteY37" fmla="*/ 69585 h 232376"/>
                <a:gd name="connsiteX38" fmla="*/ 156553 w 169333"/>
                <a:gd name="connsiteY38" fmla="*/ 69585 h 232376"/>
                <a:gd name="connsiteX39" fmla="*/ 156553 w 169333"/>
                <a:gd name="connsiteY39" fmla="*/ 95121 h 232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69333" h="232376">
                  <a:moveTo>
                    <a:pt x="159110" y="56817"/>
                  </a:moveTo>
                  <a:lnTo>
                    <a:pt x="110546" y="56817"/>
                  </a:lnTo>
                  <a:lnTo>
                    <a:pt x="110546" y="10214"/>
                  </a:lnTo>
                  <a:cubicBezTo>
                    <a:pt x="110546" y="4469"/>
                    <a:pt x="106073" y="0"/>
                    <a:pt x="100322" y="0"/>
                  </a:cubicBezTo>
                  <a:lnTo>
                    <a:pt x="69012" y="0"/>
                  </a:lnTo>
                  <a:cubicBezTo>
                    <a:pt x="63261" y="0"/>
                    <a:pt x="58788" y="4469"/>
                    <a:pt x="58788" y="10214"/>
                  </a:cubicBezTo>
                  <a:lnTo>
                    <a:pt x="58788" y="56817"/>
                  </a:lnTo>
                  <a:lnTo>
                    <a:pt x="10224" y="56817"/>
                  </a:lnTo>
                  <a:cubicBezTo>
                    <a:pt x="4473" y="56817"/>
                    <a:pt x="0" y="61286"/>
                    <a:pt x="0" y="67032"/>
                  </a:cubicBezTo>
                  <a:lnTo>
                    <a:pt x="0" y="98313"/>
                  </a:lnTo>
                  <a:cubicBezTo>
                    <a:pt x="0" y="104059"/>
                    <a:pt x="4473" y="108528"/>
                    <a:pt x="10224" y="108528"/>
                  </a:cubicBezTo>
                  <a:lnTo>
                    <a:pt x="58788" y="108528"/>
                  </a:lnTo>
                  <a:lnTo>
                    <a:pt x="58788" y="222163"/>
                  </a:lnTo>
                  <a:cubicBezTo>
                    <a:pt x="58788" y="227908"/>
                    <a:pt x="63261" y="232377"/>
                    <a:pt x="69012" y="232377"/>
                  </a:cubicBezTo>
                  <a:lnTo>
                    <a:pt x="100322" y="232377"/>
                  </a:lnTo>
                  <a:cubicBezTo>
                    <a:pt x="106073" y="232377"/>
                    <a:pt x="110546" y="227908"/>
                    <a:pt x="110546" y="222163"/>
                  </a:cubicBezTo>
                  <a:lnTo>
                    <a:pt x="110546" y="108528"/>
                  </a:lnTo>
                  <a:lnTo>
                    <a:pt x="159110" y="108528"/>
                  </a:lnTo>
                  <a:cubicBezTo>
                    <a:pt x="164861" y="108528"/>
                    <a:pt x="169333" y="104059"/>
                    <a:pt x="169333" y="98313"/>
                  </a:cubicBezTo>
                  <a:lnTo>
                    <a:pt x="169333" y="67032"/>
                  </a:lnTo>
                  <a:cubicBezTo>
                    <a:pt x="169333" y="61286"/>
                    <a:pt x="164861" y="56817"/>
                    <a:pt x="159110" y="56817"/>
                  </a:cubicBezTo>
                  <a:close/>
                  <a:moveTo>
                    <a:pt x="156553" y="95121"/>
                  </a:moveTo>
                  <a:lnTo>
                    <a:pt x="107990" y="95121"/>
                  </a:lnTo>
                  <a:cubicBezTo>
                    <a:pt x="102239" y="95121"/>
                    <a:pt x="97766" y="99590"/>
                    <a:pt x="97766" y="105336"/>
                  </a:cubicBezTo>
                  <a:lnTo>
                    <a:pt x="97766" y="218971"/>
                  </a:lnTo>
                  <a:lnTo>
                    <a:pt x="71568" y="218971"/>
                  </a:lnTo>
                  <a:lnTo>
                    <a:pt x="71568" y="105336"/>
                  </a:lnTo>
                  <a:cubicBezTo>
                    <a:pt x="71568" y="99590"/>
                    <a:pt x="67094" y="95121"/>
                    <a:pt x="61343" y="95121"/>
                  </a:cubicBezTo>
                  <a:cubicBezTo>
                    <a:pt x="61343" y="95121"/>
                    <a:pt x="61343" y="95121"/>
                    <a:pt x="61343" y="95121"/>
                  </a:cubicBezTo>
                  <a:lnTo>
                    <a:pt x="12780" y="95121"/>
                  </a:lnTo>
                  <a:lnTo>
                    <a:pt x="12780" y="68947"/>
                  </a:lnTo>
                  <a:lnTo>
                    <a:pt x="61343" y="68947"/>
                  </a:lnTo>
                  <a:cubicBezTo>
                    <a:pt x="67094" y="68947"/>
                    <a:pt x="71568" y="64478"/>
                    <a:pt x="71568" y="58733"/>
                  </a:cubicBezTo>
                  <a:lnTo>
                    <a:pt x="71568" y="12768"/>
                  </a:lnTo>
                  <a:lnTo>
                    <a:pt x="97766" y="12768"/>
                  </a:lnTo>
                  <a:lnTo>
                    <a:pt x="97766" y="59371"/>
                  </a:lnTo>
                  <a:cubicBezTo>
                    <a:pt x="97766" y="65117"/>
                    <a:pt x="102239" y="69585"/>
                    <a:pt x="107990" y="69585"/>
                  </a:cubicBezTo>
                  <a:cubicBezTo>
                    <a:pt x="107990" y="69585"/>
                    <a:pt x="107990" y="69585"/>
                    <a:pt x="107990" y="69585"/>
                  </a:cubicBezTo>
                  <a:lnTo>
                    <a:pt x="156553" y="69585"/>
                  </a:lnTo>
                  <a:lnTo>
                    <a:pt x="156553" y="95121"/>
                  </a:lnTo>
                  <a:close/>
                </a:path>
              </a:pathLst>
            </a:custGeom>
            <a:solidFill>
              <a:srgbClr val="012169"/>
            </a:solidFill>
            <a:ln w="6390" cap="flat">
              <a:noFill/>
              <a:prstDash val="solid"/>
              <a:miter/>
            </a:ln>
          </p:spPr>
          <p:txBody>
            <a:bodyPr rtlCol="0" anchor="ctr"/>
            <a:lstStyle/>
            <a:p>
              <a:endParaRPr lang="en-US"/>
            </a:p>
          </p:txBody>
        </p:sp>
      </p:grpSp>
      <p:grpSp>
        <p:nvGrpSpPr>
          <p:cNvPr id="100" name="Graphic 4">
            <a:extLst>
              <a:ext uri="{FF2B5EF4-FFF2-40B4-BE49-F238E27FC236}">
                <a16:creationId xmlns:a16="http://schemas.microsoft.com/office/drawing/2014/main" id="{454C98A5-1722-F140-B12E-A187724E08B8}"/>
              </a:ext>
            </a:extLst>
          </p:cNvPr>
          <p:cNvGrpSpPr/>
          <p:nvPr/>
        </p:nvGrpSpPr>
        <p:grpSpPr>
          <a:xfrm>
            <a:off x="5708130" y="2371173"/>
            <a:ext cx="362313" cy="361971"/>
            <a:chOff x="5708130" y="2371173"/>
            <a:chExt cx="362313" cy="361971"/>
          </a:xfrm>
          <a:solidFill>
            <a:srgbClr val="012169"/>
          </a:solidFill>
        </p:grpSpPr>
        <p:sp>
          <p:nvSpPr>
            <p:cNvPr id="101" name="Graphic 4">
              <a:extLst>
                <a:ext uri="{FF2B5EF4-FFF2-40B4-BE49-F238E27FC236}">
                  <a16:creationId xmlns:a16="http://schemas.microsoft.com/office/drawing/2014/main" id="{C37507FE-924D-4240-BD24-D176A745ADB8}"/>
                </a:ext>
              </a:extLst>
            </p:cNvPr>
            <p:cNvSpPr/>
            <p:nvPr/>
          </p:nvSpPr>
          <p:spPr>
            <a:xfrm>
              <a:off x="5708130" y="237117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cubicBezTo>
                    <a:pt x="349530" y="180667"/>
                    <a:pt x="349530" y="180667"/>
                    <a:pt x="349530" y="180667"/>
                  </a:cubicBezTo>
                  <a:cubicBezTo>
                    <a:pt x="349530" y="273873"/>
                    <a:pt x="274767" y="349204"/>
                    <a:pt x="181474" y="349204"/>
                  </a:cubicBezTo>
                  <a:close/>
                </a:path>
              </a:pathLst>
            </a:custGeom>
            <a:solidFill>
              <a:srgbClr val="012169"/>
            </a:solidFill>
            <a:ln w="6390" cap="flat">
              <a:noFill/>
              <a:prstDash val="solid"/>
              <a:miter/>
            </a:ln>
          </p:spPr>
          <p:txBody>
            <a:bodyPr rtlCol="0" anchor="ctr"/>
            <a:lstStyle/>
            <a:p>
              <a:endParaRPr lang="en-US"/>
            </a:p>
          </p:txBody>
        </p:sp>
        <p:sp>
          <p:nvSpPr>
            <p:cNvPr id="102" name="Graphic 4">
              <a:extLst>
                <a:ext uri="{FF2B5EF4-FFF2-40B4-BE49-F238E27FC236}">
                  <a16:creationId xmlns:a16="http://schemas.microsoft.com/office/drawing/2014/main" id="{662299E5-7E6A-7D44-BA76-2FBB6D62C2FD}"/>
                </a:ext>
              </a:extLst>
            </p:cNvPr>
            <p:cNvSpPr/>
            <p:nvPr/>
          </p:nvSpPr>
          <p:spPr>
            <a:xfrm>
              <a:off x="5791839" y="2456080"/>
              <a:ext cx="141479" cy="190242"/>
            </a:xfrm>
            <a:custGeom>
              <a:avLst/>
              <a:gdLst>
                <a:gd name="connsiteX0" fmla="*/ 134828 w 141479"/>
                <a:gd name="connsiteY0" fmla="*/ 167260 h 190242"/>
                <a:gd name="connsiteX1" fmla="*/ 65177 w 141479"/>
                <a:gd name="connsiteY1" fmla="*/ 91291 h 190242"/>
                <a:gd name="connsiteX2" fmla="*/ 134828 w 141479"/>
                <a:gd name="connsiteY2" fmla="*/ 21706 h 190242"/>
                <a:gd name="connsiteX3" fmla="*/ 141217 w 141479"/>
                <a:gd name="connsiteY3" fmla="*/ 15322 h 190242"/>
                <a:gd name="connsiteX4" fmla="*/ 138022 w 141479"/>
                <a:gd name="connsiteY4" fmla="*/ 10214 h 190242"/>
                <a:gd name="connsiteX5" fmla="*/ 95210 w 141479"/>
                <a:gd name="connsiteY5" fmla="*/ 0 h 190242"/>
                <a:gd name="connsiteX6" fmla="*/ 0 w 141479"/>
                <a:gd name="connsiteY6" fmla="*/ 95121 h 190242"/>
                <a:gd name="connsiteX7" fmla="*/ 95210 w 141479"/>
                <a:gd name="connsiteY7" fmla="*/ 190243 h 190242"/>
                <a:gd name="connsiteX8" fmla="*/ 138022 w 141479"/>
                <a:gd name="connsiteY8" fmla="*/ 180028 h 190242"/>
                <a:gd name="connsiteX9" fmla="*/ 140579 w 141479"/>
                <a:gd name="connsiteY9" fmla="*/ 171729 h 190242"/>
                <a:gd name="connsiteX10" fmla="*/ 134828 w 141479"/>
                <a:gd name="connsiteY10" fmla="*/ 167260 h 190242"/>
                <a:gd name="connsiteX11" fmla="*/ 134828 w 141479"/>
                <a:gd name="connsiteY11" fmla="*/ 167260 h 190242"/>
                <a:gd name="connsiteX12" fmla="*/ 94571 w 141479"/>
                <a:gd name="connsiteY12" fmla="*/ 176836 h 190242"/>
                <a:gd name="connsiteX13" fmla="*/ 12780 w 141479"/>
                <a:gd name="connsiteY13" fmla="*/ 94483 h 190242"/>
                <a:gd name="connsiteX14" fmla="*/ 95210 w 141479"/>
                <a:gd name="connsiteY14" fmla="*/ 12768 h 190242"/>
                <a:gd name="connsiteX15" fmla="*/ 109268 w 141479"/>
                <a:gd name="connsiteY15" fmla="*/ 14045 h 190242"/>
                <a:gd name="connsiteX16" fmla="*/ 56231 w 141479"/>
                <a:gd name="connsiteY16" fmla="*/ 123211 h 190242"/>
                <a:gd name="connsiteX17" fmla="*/ 109268 w 141479"/>
                <a:gd name="connsiteY17" fmla="*/ 176198 h 190242"/>
                <a:gd name="connsiteX18" fmla="*/ 94571 w 141479"/>
                <a:gd name="connsiteY18" fmla="*/ 176836 h 19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1479" h="190242">
                  <a:moveTo>
                    <a:pt x="134828" y="167260"/>
                  </a:moveTo>
                  <a:cubicBezTo>
                    <a:pt x="94571" y="165345"/>
                    <a:pt x="63260" y="131510"/>
                    <a:pt x="65177" y="91291"/>
                  </a:cubicBezTo>
                  <a:cubicBezTo>
                    <a:pt x="66455" y="53625"/>
                    <a:pt x="97127" y="22982"/>
                    <a:pt x="134828" y="21706"/>
                  </a:cubicBezTo>
                  <a:cubicBezTo>
                    <a:pt x="138661" y="21706"/>
                    <a:pt x="141217" y="18514"/>
                    <a:pt x="141217" y="15322"/>
                  </a:cubicBezTo>
                  <a:cubicBezTo>
                    <a:pt x="141217" y="12768"/>
                    <a:pt x="139939" y="10853"/>
                    <a:pt x="138022" y="10214"/>
                  </a:cubicBezTo>
                  <a:cubicBezTo>
                    <a:pt x="124604" y="3830"/>
                    <a:pt x="109907" y="0"/>
                    <a:pt x="95210" y="0"/>
                  </a:cubicBezTo>
                  <a:cubicBezTo>
                    <a:pt x="42812" y="0"/>
                    <a:pt x="0" y="42773"/>
                    <a:pt x="0" y="95121"/>
                  </a:cubicBezTo>
                  <a:cubicBezTo>
                    <a:pt x="0" y="147470"/>
                    <a:pt x="42812" y="190243"/>
                    <a:pt x="95210" y="190243"/>
                  </a:cubicBezTo>
                  <a:cubicBezTo>
                    <a:pt x="109907" y="190243"/>
                    <a:pt x="124604" y="187051"/>
                    <a:pt x="138022" y="180028"/>
                  </a:cubicBezTo>
                  <a:cubicBezTo>
                    <a:pt x="141217" y="178113"/>
                    <a:pt x="142496" y="174283"/>
                    <a:pt x="140579" y="171729"/>
                  </a:cubicBezTo>
                  <a:cubicBezTo>
                    <a:pt x="139301" y="169176"/>
                    <a:pt x="137384" y="167899"/>
                    <a:pt x="134828" y="167260"/>
                  </a:cubicBezTo>
                  <a:lnTo>
                    <a:pt x="134828" y="167260"/>
                  </a:lnTo>
                  <a:close/>
                  <a:moveTo>
                    <a:pt x="94571" y="176836"/>
                  </a:moveTo>
                  <a:cubicBezTo>
                    <a:pt x="49202" y="176836"/>
                    <a:pt x="12141" y="139809"/>
                    <a:pt x="12780" y="94483"/>
                  </a:cubicBezTo>
                  <a:cubicBezTo>
                    <a:pt x="12780" y="49157"/>
                    <a:pt x="49841" y="12130"/>
                    <a:pt x="95210" y="12768"/>
                  </a:cubicBezTo>
                  <a:cubicBezTo>
                    <a:pt x="99683" y="12768"/>
                    <a:pt x="104795" y="13406"/>
                    <a:pt x="109268" y="14045"/>
                  </a:cubicBezTo>
                  <a:cubicBezTo>
                    <a:pt x="64538" y="29366"/>
                    <a:pt x="40895" y="78523"/>
                    <a:pt x="56231" y="123211"/>
                  </a:cubicBezTo>
                  <a:cubicBezTo>
                    <a:pt x="64538" y="148108"/>
                    <a:pt x="84347" y="167260"/>
                    <a:pt x="109268" y="176198"/>
                  </a:cubicBezTo>
                  <a:cubicBezTo>
                    <a:pt x="104156" y="176836"/>
                    <a:pt x="99683" y="176836"/>
                    <a:pt x="94571" y="176836"/>
                  </a:cubicBezTo>
                  <a:close/>
                </a:path>
              </a:pathLst>
            </a:custGeom>
            <a:solidFill>
              <a:srgbClr val="012169"/>
            </a:solidFill>
            <a:ln w="6390" cap="flat">
              <a:noFill/>
              <a:prstDash val="solid"/>
              <a:miter/>
            </a:ln>
          </p:spPr>
          <p:txBody>
            <a:bodyPr rtlCol="0" anchor="ctr"/>
            <a:lstStyle/>
            <a:p>
              <a:endParaRPr lang="en-US"/>
            </a:p>
          </p:txBody>
        </p:sp>
        <p:sp>
          <p:nvSpPr>
            <p:cNvPr id="103" name="Graphic 4">
              <a:extLst>
                <a:ext uri="{FF2B5EF4-FFF2-40B4-BE49-F238E27FC236}">
                  <a16:creationId xmlns:a16="http://schemas.microsoft.com/office/drawing/2014/main" id="{FF0B6178-B31C-0E48-9A31-833EB1B6778D}"/>
                </a:ext>
              </a:extLst>
            </p:cNvPr>
            <p:cNvSpPr/>
            <p:nvPr/>
          </p:nvSpPr>
          <p:spPr>
            <a:xfrm>
              <a:off x="5891522" y="2508177"/>
              <a:ext cx="97127" cy="93308"/>
            </a:xfrm>
            <a:custGeom>
              <a:avLst/>
              <a:gdLst>
                <a:gd name="connsiteX0" fmla="*/ 75401 w 97127"/>
                <a:gd name="connsiteY0" fmla="*/ 33448 h 93308"/>
                <a:gd name="connsiteX1" fmla="*/ 79874 w 97127"/>
                <a:gd name="connsiteY1" fmla="*/ 7912 h 93308"/>
                <a:gd name="connsiteX2" fmla="*/ 77318 w 97127"/>
                <a:gd name="connsiteY2" fmla="*/ 1528 h 93308"/>
                <a:gd name="connsiteX3" fmla="*/ 70928 w 97127"/>
                <a:gd name="connsiteY3" fmla="*/ 890 h 93308"/>
                <a:gd name="connsiteX4" fmla="*/ 47924 w 97127"/>
                <a:gd name="connsiteY4" fmla="*/ 13019 h 93308"/>
                <a:gd name="connsiteX5" fmla="*/ 24921 w 97127"/>
                <a:gd name="connsiteY5" fmla="*/ 890 h 93308"/>
                <a:gd name="connsiteX6" fmla="*/ 18531 w 97127"/>
                <a:gd name="connsiteY6" fmla="*/ 1528 h 93308"/>
                <a:gd name="connsiteX7" fmla="*/ 15975 w 97127"/>
                <a:gd name="connsiteY7" fmla="*/ 7912 h 93308"/>
                <a:gd name="connsiteX8" fmla="*/ 20448 w 97127"/>
                <a:gd name="connsiteY8" fmla="*/ 33448 h 93308"/>
                <a:gd name="connsiteX9" fmla="*/ 1917 w 97127"/>
                <a:gd name="connsiteY9" fmla="*/ 51323 h 93308"/>
                <a:gd name="connsiteX10" fmla="*/ 1917 w 97127"/>
                <a:gd name="connsiteY10" fmla="*/ 60261 h 93308"/>
                <a:gd name="connsiteX11" fmla="*/ 5751 w 97127"/>
                <a:gd name="connsiteY11" fmla="*/ 62176 h 93308"/>
                <a:gd name="connsiteX12" fmla="*/ 31311 w 97127"/>
                <a:gd name="connsiteY12" fmla="*/ 66006 h 93308"/>
                <a:gd name="connsiteX13" fmla="*/ 42813 w 97127"/>
                <a:gd name="connsiteY13" fmla="*/ 89627 h 93308"/>
                <a:gd name="connsiteX14" fmla="*/ 51119 w 97127"/>
                <a:gd name="connsiteY14" fmla="*/ 92819 h 93308"/>
                <a:gd name="connsiteX15" fmla="*/ 54314 w 97127"/>
                <a:gd name="connsiteY15" fmla="*/ 89627 h 93308"/>
                <a:gd name="connsiteX16" fmla="*/ 65816 w 97127"/>
                <a:gd name="connsiteY16" fmla="*/ 66006 h 93308"/>
                <a:gd name="connsiteX17" fmla="*/ 91376 w 97127"/>
                <a:gd name="connsiteY17" fmla="*/ 62176 h 93308"/>
                <a:gd name="connsiteX18" fmla="*/ 97127 w 97127"/>
                <a:gd name="connsiteY18" fmla="*/ 55154 h 93308"/>
                <a:gd name="connsiteX19" fmla="*/ 95210 w 97127"/>
                <a:gd name="connsiteY19" fmla="*/ 51323 h 93308"/>
                <a:gd name="connsiteX20" fmla="*/ 75401 w 97127"/>
                <a:gd name="connsiteY20" fmla="*/ 33448 h 93308"/>
                <a:gd name="connsiteX21" fmla="*/ 60065 w 97127"/>
                <a:gd name="connsiteY21" fmla="*/ 53877 h 93308"/>
                <a:gd name="connsiteX22" fmla="*/ 54953 w 97127"/>
                <a:gd name="connsiteY22" fmla="*/ 57069 h 93308"/>
                <a:gd name="connsiteX23" fmla="*/ 47924 w 97127"/>
                <a:gd name="connsiteY23" fmla="*/ 71752 h 93308"/>
                <a:gd name="connsiteX24" fmla="*/ 40896 w 97127"/>
                <a:gd name="connsiteY24" fmla="*/ 57069 h 93308"/>
                <a:gd name="connsiteX25" fmla="*/ 35783 w 97127"/>
                <a:gd name="connsiteY25" fmla="*/ 53877 h 93308"/>
                <a:gd name="connsiteX26" fmla="*/ 19809 w 97127"/>
                <a:gd name="connsiteY26" fmla="*/ 51323 h 93308"/>
                <a:gd name="connsiteX27" fmla="*/ 31311 w 97127"/>
                <a:gd name="connsiteY27" fmla="*/ 39832 h 93308"/>
                <a:gd name="connsiteX28" fmla="*/ 33228 w 97127"/>
                <a:gd name="connsiteY28" fmla="*/ 34087 h 93308"/>
                <a:gd name="connsiteX29" fmla="*/ 30672 w 97127"/>
                <a:gd name="connsiteY29" fmla="*/ 18127 h 93308"/>
                <a:gd name="connsiteX30" fmla="*/ 45368 w 97127"/>
                <a:gd name="connsiteY30" fmla="*/ 25787 h 93308"/>
                <a:gd name="connsiteX31" fmla="*/ 51119 w 97127"/>
                <a:gd name="connsiteY31" fmla="*/ 25787 h 93308"/>
                <a:gd name="connsiteX32" fmla="*/ 65816 w 97127"/>
                <a:gd name="connsiteY32" fmla="*/ 18127 h 93308"/>
                <a:gd name="connsiteX33" fmla="*/ 63260 w 97127"/>
                <a:gd name="connsiteY33" fmla="*/ 34087 h 93308"/>
                <a:gd name="connsiteX34" fmla="*/ 65177 w 97127"/>
                <a:gd name="connsiteY34" fmla="*/ 39832 h 93308"/>
                <a:gd name="connsiteX35" fmla="*/ 76679 w 97127"/>
                <a:gd name="connsiteY35" fmla="*/ 51323 h 93308"/>
                <a:gd name="connsiteX36" fmla="*/ 60065 w 97127"/>
                <a:gd name="connsiteY36" fmla="*/ 53877 h 93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7127" h="93308">
                  <a:moveTo>
                    <a:pt x="75401" y="33448"/>
                  </a:moveTo>
                  <a:lnTo>
                    <a:pt x="79874" y="7912"/>
                  </a:lnTo>
                  <a:cubicBezTo>
                    <a:pt x="80513" y="5359"/>
                    <a:pt x="79235" y="2805"/>
                    <a:pt x="77318" y="1528"/>
                  </a:cubicBezTo>
                  <a:cubicBezTo>
                    <a:pt x="75401" y="251"/>
                    <a:pt x="72845" y="251"/>
                    <a:pt x="70928" y="890"/>
                  </a:cubicBezTo>
                  <a:lnTo>
                    <a:pt x="47924" y="13019"/>
                  </a:lnTo>
                  <a:lnTo>
                    <a:pt x="24921" y="890"/>
                  </a:lnTo>
                  <a:cubicBezTo>
                    <a:pt x="23004" y="-387"/>
                    <a:pt x="20448" y="-387"/>
                    <a:pt x="18531" y="1528"/>
                  </a:cubicBezTo>
                  <a:cubicBezTo>
                    <a:pt x="16614" y="2805"/>
                    <a:pt x="15336" y="5359"/>
                    <a:pt x="15975" y="7912"/>
                  </a:cubicBezTo>
                  <a:lnTo>
                    <a:pt x="20448" y="33448"/>
                  </a:lnTo>
                  <a:lnTo>
                    <a:pt x="1917" y="51323"/>
                  </a:lnTo>
                  <a:cubicBezTo>
                    <a:pt x="-639" y="53877"/>
                    <a:pt x="-639" y="57707"/>
                    <a:pt x="1917" y="60261"/>
                  </a:cubicBezTo>
                  <a:cubicBezTo>
                    <a:pt x="3195" y="61538"/>
                    <a:pt x="4473" y="62176"/>
                    <a:pt x="5751" y="62176"/>
                  </a:cubicBezTo>
                  <a:lnTo>
                    <a:pt x="31311" y="66006"/>
                  </a:lnTo>
                  <a:lnTo>
                    <a:pt x="42813" y="89627"/>
                  </a:lnTo>
                  <a:cubicBezTo>
                    <a:pt x="44091" y="92819"/>
                    <a:pt x="47924" y="94096"/>
                    <a:pt x="51119" y="92819"/>
                  </a:cubicBezTo>
                  <a:cubicBezTo>
                    <a:pt x="52397" y="92181"/>
                    <a:pt x="53676" y="90904"/>
                    <a:pt x="54314" y="89627"/>
                  </a:cubicBezTo>
                  <a:lnTo>
                    <a:pt x="65816" y="66006"/>
                  </a:lnTo>
                  <a:lnTo>
                    <a:pt x="91376" y="62176"/>
                  </a:lnTo>
                  <a:cubicBezTo>
                    <a:pt x="94571" y="61538"/>
                    <a:pt x="97127" y="58346"/>
                    <a:pt x="97127" y="55154"/>
                  </a:cubicBezTo>
                  <a:cubicBezTo>
                    <a:pt x="97127" y="53877"/>
                    <a:pt x="96488" y="52600"/>
                    <a:pt x="95210" y="51323"/>
                  </a:cubicBezTo>
                  <a:lnTo>
                    <a:pt x="75401" y="33448"/>
                  </a:lnTo>
                  <a:close/>
                  <a:moveTo>
                    <a:pt x="60065" y="53877"/>
                  </a:moveTo>
                  <a:cubicBezTo>
                    <a:pt x="58148" y="53877"/>
                    <a:pt x="56231" y="55792"/>
                    <a:pt x="54953" y="57069"/>
                  </a:cubicBezTo>
                  <a:lnTo>
                    <a:pt x="47924" y="71752"/>
                  </a:lnTo>
                  <a:lnTo>
                    <a:pt x="40896" y="57069"/>
                  </a:lnTo>
                  <a:cubicBezTo>
                    <a:pt x="40256" y="55154"/>
                    <a:pt x="38340" y="53877"/>
                    <a:pt x="35783" y="53877"/>
                  </a:cubicBezTo>
                  <a:lnTo>
                    <a:pt x="19809" y="51323"/>
                  </a:lnTo>
                  <a:lnTo>
                    <a:pt x="31311" y="39832"/>
                  </a:lnTo>
                  <a:cubicBezTo>
                    <a:pt x="32588" y="38555"/>
                    <a:pt x="33228" y="36002"/>
                    <a:pt x="33228" y="34087"/>
                  </a:cubicBezTo>
                  <a:lnTo>
                    <a:pt x="30672" y="18127"/>
                  </a:lnTo>
                  <a:lnTo>
                    <a:pt x="45368" y="25787"/>
                  </a:lnTo>
                  <a:cubicBezTo>
                    <a:pt x="47286" y="27064"/>
                    <a:pt x="49202" y="27064"/>
                    <a:pt x="51119" y="25787"/>
                  </a:cubicBezTo>
                  <a:lnTo>
                    <a:pt x="65816" y="18127"/>
                  </a:lnTo>
                  <a:lnTo>
                    <a:pt x="63260" y="34087"/>
                  </a:lnTo>
                  <a:cubicBezTo>
                    <a:pt x="62621" y="36002"/>
                    <a:pt x="63899" y="38555"/>
                    <a:pt x="65177" y="39832"/>
                  </a:cubicBezTo>
                  <a:lnTo>
                    <a:pt x="76679" y="51323"/>
                  </a:lnTo>
                  <a:lnTo>
                    <a:pt x="60065" y="53877"/>
                  </a:lnTo>
                  <a:close/>
                </a:path>
              </a:pathLst>
            </a:custGeom>
            <a:solidFill>
              <a:srgbClr val="012169"/>
            </a:solidFill>
            <a:ln w="6390" cap="flat">
              <a:noFill/>
              <a:prstDash val="solid"/>
              <a:miter/>
            </a:ln>
          </p:spPr>
          <p:txBody>
            <a:bodyPr rtlCol="0" anchor="ctr"/>
            <a:lstStyle/>
            <a:p>
              <a:endParaRPr lang="en-US"/>
            </a:p>
          </p:txBody>
        </p:sp>
      </p:grpSp>
      <p:grpSp>
        <p:nvGrpSpPr>
          <p:cNvPr id="104" name="Graphic 4">
            <a:extLst>
              <a:ext uri="{FF2B5EF4-FFF2-40B4-BE49-F238E27FC236}">
                <a16:creationId xmlns:a16="http://schemas.microsoft.com/office/drawing/2014/main" id="{B4BDF2AD-2229-DF49-86AA-EE37D878B60F}"/>
              </a:ext>
            </a:extLst>
          </p:cNvPr>
          <p:cNvGrpSpPr/>
          <p:nvPr/>
        </p:nvGrpSpPr>
        <p:grpSpPr>
          <a:xfrm>
            <a:off x="5708130" y="4308712"/>
            <a:ext cx="362313" cy="361971"/>
            <a:chOff x="5708130" y="4308712"/>
            <a:chExt cx="362313" cy="361971"/>
          </a:xfrm>
          <a:solidFill>
            <a:srgbClr val="012169"/>
          </a:solidFill>
        </p:grpSpPr>
        <p:sp>
          <p:nvSpPr>
            <p:cNvPr id="105" name="Graphic 4">
              <a:extLst>
                <a:ext uri="{FF2B5EF4-FFF2-40B4-BE49-F238E27FC236}">
                  <a16:creationId xmlns:a16="http://schemas.microsoft.com/office/drawing/2014/main" id="{CA55108E-09B2-8447-8288-FD849CEA2A6D}"/>
                </a:ext>
              </a:extLst>
            </p:cNvPr>
            <p:cNvSpPr/>
            <p:nvPr/>
          </p:nvSpPr>
          <p:spPr>
            <a:xfrm>
              <a:off x="5708130" y="4308712"/>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lnTo>
                    <a:pt x="349530" y="180667"/>
                  </a:lnTo>
                  <a:cubicBezTo>
                    <a:pt x="350168" y="273873"/>
                    <a:pt x="274767" y="349204"/>
                    <a:pt x="181474" y="349204"/>
                  </a:cubicBezTo>
                  <a:lnTo>
                    <a:pt x="181474" y="349204"/>
                  </a:lnTo>
                  <a:close/>
                </a:path>
              </a:pathLst>
            </a:custGeom>
            <a:solidFill>
              <a:srgbClr val="012169"/>
            </a:solidFill>
            <a:ln w="6390" cap="flat">
              <a:noFill/>
              <a:prstDash val="solid"/>
              <a:miter/>
            </a:ln>
          </p:spPr>
          <p:txBody>
            <a:bodyPr rtlCol="0" anchor="ctr"/>
            <a:lstStyle/>
            <a:p>
              <a:endParaRPr lang="en-US"/>
            </a:p>
          </p:txBody>
        </p:sp>
        <p:sp>
          <p:nvSpPr>
            <p:cNvPr id="106" name="Graphic 4">
              <a:extLst>
                <a:ext uri="{FF2B5EF4-FFF2-40B4-BE49-F238E27FC236}">
                  <a16:creationId xmlns:a16="http://schemas.microsoft.com/office/drawing/2014/main" id="{DDC6C882-D7DC-7949-9D9F-C358C2323F09}"/>
                </a:ext>
              </a:extLst>
            </p:cNvPr>
            <p:cNvSpPr/>
            <p:nvPr/>
          </p:nvSpPr>
          <p:spPr>
            <a:xfrm>
              <a:off x="5793116" y="4378957"/>
              <a:ext cx="193295" cy="220841"/>
            </a:xfrm>
            <a:custGeom>
              <a:avLst/>
              <a:gdLst>
                <a:gd name="connsiteX0" fmla="*/ 186586 w 193295"/>
                <a:gd name="connsiteY0" fmla="*/ 52965 h 220841"/>
                <a:gd name="connsiteX1" fmla="*/ 130355 w 193295"/>
                <a:gd name="connsiteY1" fmla="*/ 52965 h 220841"/>
                <a:gd name="connsiteX2" fmla="*/ 102239 w 193295"/>
                <a:gd name="connsiteY2" fmla="*/ 3170 h 220841"/>
                <a:gd name="connsiteX3" fmla="*/ 93293 w 193295"/>
                <a:gd name="connsiteY3" fmla="*/ 617 h 220841"/>
                <a:gd name="connsiteX4" fmla="*/ 90737 w 193295"/>
                <a:gd name="connsiteY4" fmla="*/ 3170 h 220841"/>
                <a:gd name="connsiteX5" fmla="*/ 62622 w 193295"/>
                <a:gd name="connsiteY5" fmla="*/ 52965 h 220841"/>
                <a:gd name="connsiteX6" fmla="*/ 6390 w 193295"/>
                <a:gd name="connsiteY6" fmla="*/ 52965 h 220841"/>
                <a:gd name="connsiteX7" fmla="*/ 0 w 193295"/>
                <a:gd name="connsiteY7" fmla="*/ 59349 h 220841"/>
                <a:gd name="connsiteX8" fmla="*/ 639 w 193295"/>
                <a:gd name="connsiteY8" fmla="*/ 62541 h 220841"/>
                <a:gd name="connsiteX9" fmla="*/ 29394 w 193295"/>
                <a:gd name="connsiteY9" fmla="*/ 111698 h 220841"/>
                <a:gd name="connsiteX10" fmla="*/ 3195 w 193295"/>
                <a:gd name="connsiteY10" fmla="*/ 158301 h 220841"/>
                <a:gd name="connsiteX11" fmla="*/ 3195 w 193295"/>
                <a:gd name="connsiteY11" fmla="*/ 164685 h 220841"/>
                <a:gd name="connsiteX12" fmla="*/ 8946 w 193295"/>
                <a:gd name="connsiteY12" fmla="*/ 167877 h 220841"/>
                <a:gd name="connsiteX13" fmla="*/ 61982 w 193295"/>
                <a:gd name="connsiteY13" fmla="*/ 167877 h 220841"/>
                <a:gd name="connsiteX14" fmla="*/ 90737 w 193295"/>
                <a:gd name="connsiteY14" fmla="*/ 217672 h 220841"/>
                <a:gd name="connsiteX15" fmla="*/ 99683 w 193295"/>
                <a:gd name="connsiteY15" fmla="*/ 220225 h 220841"/>
                <a:gd name="connsiteX16" fmla="*/ 102239 w 193295"/>
                <a:gd name="connsiteY16" fmla="*/ 217672 h 220841"/>
                <a:gd name="connsiteX17" fmla="*/ 130994 w 193295"/>
                <a:gd name="connsiteY17" fmla="*/ 167877 h 220841"/>
                <a:gd name="connsiteX18" fmla="*/ 184031 w 193295"/>
                <a:gd name="connsiteY18" fmla="*/ 167877 h 220841"/>
                <a:gd name="connsiteX19" fmla="*/ 190420 w 193295"/>
                <a:gd name="connsiteY19" fmla="*/ 161493 h 220841"/>
                <a:gd name="connsiteX20" fmla="*/ 189781 w 193295"/>
                <a:gd name="connsiteY20" fmla="*/ 158301 h 220841"/>
                <a:gd name="connsiteX21" fmla="*/ 163583 w 193295"/>
                <a:gd name="connsiteY21" fmla="*/ 111698 h 220841"/>
                <a:gd name="connsiteX22" fmla="*/ 192337 w 193295"/>
                <a:gd name="connsiteY22" fmla="*/ 62541 h 220841"/>
                <a:gd name="connsiteX23" fmla="*/ 192337 w 193295"/>
                <a:gd name="connsiteY23" fmla="*/ 56157 h 220841"/>
                <a:gd name="connsiteX24" fmla="*/ 186586 w 193295"/>
                <a:gd name="connsiteY24" fmla="*/ 52965 h 220841"/>
                <a:gd name="connsiteX25" fmla="*/ 97127 w 193295"/>
                <a:gd name="connsiteY25" fmla="*/ 19130 h 220841"/>
                <a:gd name="connsiteX26" fmla="*/ 116297 w 193295"/>
                <a:gd name="connsiteY26" fmla="*/ 52327 h 220841"/>
                <a:gd name="connsiteX27" fmla="*/ 78597 w 193295"/>
                <a:gd name="connsiteY27" fmla="*/ 52327 h 220841"/>
                <a:gd name="connsiteX28" fmla="*/ 97127 w 193295"/>
                <a:gd name="connsiteY28" fmla="*/ 19130 h 220841"/>
                <a:gd name="connsiteX29" fmla="*/ 122687 w 193295"/>
                <a:gd name="connsiteY29" fmla="*/ 65733 h 220841"/>
                <a:gd name="connsiteX30" fmla="*/ 148886 w 193295"/>
                <a:gd name="connsiteY30" fmla="*/ 111698 h 220841"/>
                <a:gd name="connsiteX31" fmla="*/ 123965 w 193295"/>
                <a:gd name="connsiteY31" fmla="*/ 155109 h 220841"/>
                <a:gd name="connsiteX32" fmla="*/ 69650 w 193295"/>
                <a:gd name="connsiteY32" fmla="*/ 155109 h 220841"/>
                <a:gd name="connsiteX33" fmla="*/ 44730 w 193295"/>
                <a:gd name="connsiteY33" fmla="*/ 111698 h 220841"/>
                <a:gd name="connsiteX34" fmla="*/ 70929 w 193295"/>
                <a:gd name="connsiteY34" fmla="*/ 65733 h 220841"/>
                <a:gd name="connsiteX35" fmla="*/ 122687 w 193295"/>
                <a:gd name="connsiteY35" fmla="*/ 65733 h 220841"/>
                <a:gd name="connsiteX36" fmla="*/ 17892 w 193295"/>
                <a:gd name="connsiteY36" fmla="*/ 65733 h 220841"/>
                <a:gd name="connsiteX37" fmla="*/ 56232 w 193295"/>
                <a:gd name="connsiteY37" fmla="*/ 65733 h 220841"/>
                <a:gd name="connsiteX38" fmla="*/ 37701 w 193295"/>
                <a:gd name="connsiteY38" fmla="*/ 98930 h 220841"/>
                <a:gd name="connsiteX39" fmla="*/ 17892 w 193295"/>
                <a:gd name="connsiteY39" fmla="*/ 65733 h 220841"/>
                <a:gd name="connsiteX40" fmla="*/ 20448 w 193295"/>
                <a:gd name="connsiteY40" fmla="*/ 155109 h 220841"/>
                <a:gd name="connsiteX41" fmla="*/ 37701 w 193295"/>
                <a:gd name="connsiteY41" fmla="*/ 124466 h 220841"/>
                <a:gd name="connsiteX42" fmla="*/ 55593 w 193295"/>
                <a:gd name="connsiteY42" fmla="*/ 155109 h 220841"/>
                <a:gd name="connsiteX43" fmla="*/ 20448 w 193295"/>
                <a:gd name="connsiteY43" fmla="*/ 155109 h 220841"/>
                <a:gd name="connsiteX44" fmla="*/ 97127 w 193295"/>
                <a:gd name="connsiteY44" fmla="*/ 201712 h 220841"/>
                <a:gd name="connsiteX45" fmla="*/ 77957 w 193295"/>
                <a:gd name="connsiteY45" fmla="*/ 167877 h 220841"/>
                <a:gd name="connsiteX46" fmla="*/ 116936 w 193295"/>
                <a:gd name="connsiteY46" fmla="*/ 167877 h 220841"/>
                <a:gd name="connsiteX47" fmla="*/ 97127 w 193295"/>
                <a:gd name="connsiteY47" fmla="*/ 201712 h 220841"/>
                <a:gd name="connsiteX48" fmla="*/ 173806 w 193295"/>
                <a:gd name="connsiteY48" fmla="*/ 155109 h 220841"/>
                <a:gd name="connsiteX49" fmla="*/ 138662 w 193295"/>
                <a:gd name="connsiteY49" fmla="*/ 155109 h 220841"/>
                <a:gd name="connsiteX50" fmla="*/ 156553 w 193295"/>
                <a:gd name="connsiteY50" fmla="*/ 124466 h 220841"/>
                <a:gd name="connsiteX51" fmla="*/ 173806 w 193295"/>
                <a:gd name="connsiteY51" fmla="*/ 155109 h 220841"/>
                <a:gd name="connsiteX52" fmla="*/ 155915 w 193295"/>
                <a:gd name="connsiteY52" fmla="*/ 98930 h 220841"/>
                <a:gd name="connsiteX53" fmla="*/ 137384 w 193295"/>
                <a:gd name="connsiteY53" fmla="*/ 65733 h 220841"/>
                <a:gd name="connsiteX54" fmla="*/ 175084 w 193295"/>
                <a:gd name="connsiteY54" fmla="*/ 65733 h 220841"/>
                <a:gd name="connsiteX55" fmla="*/ 155915 w 193295"/>
                <a:gd name="connsiteY55" fmla="*/ 98930 h 220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93295" h="220841">
                  <a:moveTo>
                    <a:pt x="186586" y="52965"/>
                  </a:moveTo>
                  <a:lnTo>
                    <a:pt x="130355" y="52965"/>
                  </a:lnTo>
                  <a:lnTo>
                    <a:pt x="102239" y="3170"/>
                  </a:lnTo>
                  <a:cubicBezTo>
                    <a:pt x="100322" y="-22"/>
                    <a:pt x="96488" y="-660"/>
                    <a:pt x="93293" y="617"/>
                  </a:cubicBezTo>
                  <a:cubicBezTo>
                    <a:pt x="92015" y="1255"/>
                    <a:pt x="91376" y="1893"/>
                    <a:pt x="90737" y="3170"/>
                  </a:cubicBezTo>
                  <a:lnTo>
                    <a:pt x="62622" y="52965"/>
                  </a:lnTo>
                  <a:lnTo>
                    <a:pt x="6390" y="52965"/>
                  </a:lnTo>
                  <a:cubicBezTo>
                    <a:pt x="2556" y="52965"/>
                    <a:pt x="0" y="56157"/>
                    <a:pt x="0" y="59349"/>
                  </a:cubicBezTo>
                  <a:cubicBezTo>
                    <a:pt x="0" y="60626"/>
                    <a:pt x="0" y="61264"/>
                    <a:pt x="639" y="62541"/>
                  </a:cubicBezTo>
                  <a:lnTo>
                    <a:pt x="29394" y="111698"/>
                  </a:lnTo>
                  <a:lnTo>
                    <a:pt x="3195" y="158301"/>
                  </a:lnTo>
                  <a:cubicBezTo>
                    <a:pt x="1917" y="160216"/>
                    <a:pt x="1917" y="162770"/>
                    <a:pt x="3195" y="164685"/>
                  </a:cubicBezTo>
                  <a:cubicBezTo>
                    <a:pt x="4473" y="166600"/>
                    <a:pt x="6390" y="167877"/>
                    <a:pt x="8946" y="167877"/>
                  </a:cubicBezTo>
                  <a:lnTo>
                    <a:pt x="61982" y="167877"/>
                  </a:lnTo>
                  <a:lnTo>
                    <a:pt x="90737" y="217672"/>
                  </a:lnTo>
                  <a:cubicBezTo>
                    <a:pt x="92654" y="220864"/>
                    <a:pt x="96488" y="221502"/>
                    <a:pt x="99683" y="220225"/>
                  </a:cubicBezTo>
                  <a:cubicBezTo>
                    <a:pt x="100961" y="219587"/>
                    <a:pt x="101600" y="218949"/>
                    <a:pt x="102239" y="217672"/>
                  </a:cubicBezTo>
                  <a:lnTo>
                    <a:pt x="130994" y="167877"/>
                  </a:lnTo>
                  <a:lnTo>
                    <a:pt x="184031" y="167877"/>
                  </a:lnTo>
                  <a:cubicBezTo>
                    <a:pt x="187864" y="167877"/>
                    <a:pt x="190420" y="165323"/>
                    <a:pt x="190420" y="161493"/>
                  </a:cubicBezTo>
                  <a:cubicBezTo>
                    <a:pt x="190420" y="160216"/>
                    <a:pt x="190420" y="159578"/>
                    <a:pt x="189781" y="158301"/>
                  </a:cubicBezTo>
                  <a:lnTo>
                    <a:pt x="163583" y="111698"/>
                  </a:lnTo>
                  <a:lnTo>
                    <a:pt x="192337" y="62541"/>
                  </a:lnTo>
                  <a:cubicBezTo>
                    <a:pt x="193615" y="60626"/>
                    <a:pt x="193615" y="58072"/>
                    <a:pt x="192337" y="56157"/>
                  </a:cubicBezTo>
                  <a:cubicBezTo>
                    <a:pt x="191059" y="54242"/>
                    <a:pt x="188503" y="52965"/>
                    <a:pt x="186586" y="52965"/>
                  </a:cubicBezTo>
                  <a:close/>
                  <a:moveTo>
                    <a:pt x="97127" y="19130"/>
                  </a:moveTo>
                  <a:lnTo>
                    <a:pt x="116297" y="52327"/>
                  </a:lnTo>
                  <a:lnTo>
                    <a:pt x="78597" y="52327"/>
                  </a:lnTo>
                  <a:lnTo>
                    <a:pt x="97127" y="19130"/>
                  </a:lnTo>
                  <a:close/>
                  <a:moveTo>
                    <a:pt x="122687" y="65733"/>
                  </a:moveTo>
                  <a:lnTo>
                    <a:pt x="148886" y="111698"/>
                  </a:lnTo>
                  <a:lnTo>
                    <a:pt x="123965" y="155109"/>
                  </a:lnTo>
                  <a:lnTo>
                    <a:pt x="69650" y="155109"/>
                  </a:lnTo>
                  <a:lnTo>
                    <a:pt x="44730" y="111698"/>
                  </a:lnTo>
                  <a:lnTo>
                    <a:pt x="70929" y="65733"/>
                  </a:lnTo>
                  <a:lnTo>
                    <a:pt x="122687" y="65733"/>
                  </a:lnTo>
                  <a:close/>
                  <a:moveTo>
                    <a:pt x="17892" y="65733"/>
                  </a:moveTo>
                  <a:lnTo>
                    <a:pt x="56232" y="65733"/>
                  </a:lnTo>
                  <a:lnTo>
                    <a:pt x="37701" y="98930"/>
                  </a:lnTo>
                  <a:lnTo>
                    <a:pt x="17892" y="65733"/>
                  </a:lnTo>
                  <a:close/>
                  <a:moveTo>
                    <a:pt x="20448" y="155109"/>
                  </a:moveTo>
                  <a:lnTo>
                    <a:pt x="37701" y="124466"/>
                  </a:lnTo>
                  <a:lnTo>
                    <a:pt x="55593" y="155109"/>
                  </a:lnTo>
                  <a:lnTo>
                    <a:pt x="20448" y="155109"/>
                  </a:lnTo>
                  <a:close/>
                  <a:moveTo>
                    <a:pt x="97127" y="201712"/>
                  </a:moveTo>
                  <a:lnTo>
                    <a:pt x="77957" y="167877"/>
                  </a:lnTo>
                  <a:lnTo>
                    <a:pt x="116936" y="167877"/>
                  </a:lnTo>
                  <a:lnTo>
                    <a:pt x="97127" y="201712"/>
                  </a:lnTo>
                  <a:close/>
                  <a:moveTo>
                    <a:pt x="173806" y="155109"/>
                  </a:moveTo>
                  <a:lnTo>
                    <a:pt x="138662" y="155109"/>
                  </a:lnTo>
                  <a:lnTo>
                    <a:pt x="156553" y="124466"/>
                  </a:lnTo>
                  <a:lnTo>
                    <a:pt x="173806" y="155109"/>
                  </a:lnTo>
                  <a:close/>
                  <a:moveTo>
                    <a:pt x="155915" y="98930"/>
                  </a:moveTo>
                  <a:lnTo>
                    <a:pt x="137384" y="65733"/>
                  </a:lnTo>
                  <a:lnTo>
                    <a:pt x="175084" y="65733"/>
                  </a:lnTo>
                  <a:lnTo>
                    <a:pt x="155915" y="98930"/>
                  </a:lnTo>
                  <a:close/>
                </a:path>
              </a:pathLst>
            </a:custGeom>
            <a:solidFill>
              <a:srgbClr val="012169"/>
            </a:solidFill>
            <a:ln w="6390" cap="flat">
              <a:noFill/>
              <a:prstDash val="solid"/>
              <a:miter/>
            </a:ln>
          </p:spPr>
          <p:txBody>
            <a:bodyPr rtlCol="0" anchor="ctr"/>
            <a:lstStyle/>
            <a:p>
              <a:endParaRPr lang="en-US"/>
            </a:p>
          </p:txBody>
        </p:sp>
      </p:grpSp>
      <p:grpSp>
        <p:nvGrpSpPr>
          <p:cNvPr id="107" name="Graphic 4">
            <a:extLst>
              <a:ext uri="{FF2B5EF4-FFF2-40B4-BE49-F238E27FC236}">
                <a16:creationId xmlns:a16="http://schemas.microsoft.com/office/drawing/2014/main" id="{A4E7A62E-F48D-E547-8E88-9947748C07F9}"/>
              </a:ext>
            </a:extLst>
          </p:cNvPr>
          <p:cNvGrpSpPr/>
          <p:nvPr/>
        </p:nvGrpSpPr>
        <p:grpSpPr>
          <a:xfrm>
            <a:off x="6754802" y="1402723"/>
            <a:ext cx="361670" cy="361971"/>
            <a:chOff x="6754802" y="1402723"/>
            <a:chExt cx="361670" cy="361971"/>
          </a:xfrm>
          <a:solidFill>
            <a:srgbClr val="012169"/>
          </a:solidFill>
        </p:grpSpPr>
        <p:sp>
          <p:nvSpPr>
            <p:cNvPr id="108" name="Graphic 4">
              <a:extLst>
                <a:ext uri="{FF2B5EF4-FFF2-40B4-BE49-F238E27FC236}">
                  <a16:creationId xmlns:a16="http://schemas.microsoft.com/office/drawing/2014/main" id="{8789E9BA-0CC9-A545-AFB4-12D5BF5E6972}"/>
                </a:ext>
              </a:extLst>
            </p:cNvPr>
            <p:cNvSpPr/>
            <p:nvPr/>
          </p:nvSpPr>
          <p:spPr>
            <a:xfrm>
              <a:off x="6754802" y="1402723"/>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0 h 361971"/>
                <a:gd name="connsiteX7" fmla="*/ 180836 w 361670"/>
                <a:gd name="connsiteY7" fmla="*/ 348565 h 361971"/>
                <a:gd name="connsiteX8" fmla="*/ 12780 w 361670"/>
                <a:gd name="connsiteY8" fmla="*/ 180667 h 361971"/>
                <a:gd name="connsiteX9" fmla="*/ 180836 w 361670"/>
                <a:gd name="connsiteY9" fmla="*/ 12130 h 361971"/>
                <a:gd name="connsiteX10" fmla="*/ 348890 w 361670"/>
                <a:gd name="connsiteY10" fmla="*/ 180028 h 361971"/>
                <a:gd name="connsiteX11" fmla="*/ 348890 w 361670"/>
                <a:gd name="connsiteY11" fmla="*/ 180028 h 361971"/>
                <a:gd name="connsiteX12" fmla="*/ 180836 w 361670"/>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6" y="0"/>
                  </a:moveTo>
                  <a:cubicBezTo>
                    <a:pt x="80513" y="0"/>
                    <a:pt x="0" y="81077"/>
                    <a:pt x="0" y="180667"/>
                  </a:cubicBezTo>
                  <a:cubicBezTo>
                    <a:pt x="0" y="280257"/>
                    <a:pt x="81153" y="361972"/>
                    <a:pt x="180836" y="361972"/>
                  </a:cubicBezTo>
                  <a:cubicBezTo>
                    <a:pt x="281157" y="361972"/>
                    <a:pt x="361670" y="280895"/>
                    <a:pt x="361670" y="181305"/>
                  </a:cubicBezTo>
                  <a:cubicBezTo>
                    <a:pt x="361670" y="181305"/>
                    <a:pt x="361670" y="181305"/>
                    <a:pt x="361670" y="181305"/>
                  </a:cubicBezTo>
                  <a:cubicBezTo>
                    <a:pt x="361670" y="80438"/>
                    <a:pt x="280518" y="0"/>
                    <a:pt x="180836" y="0"/>
                  </a:cubicBezTo>
                  <a:cubicBezTo>
                    <a:pt x="180836" y="0"/>
                    <a:pt x="180836" y="0"/>
                    <a:pt x="180836" y="0"/>
                  </a:cubicBezTo>
                  <a:close/>
                  <a:moveTo>
                    <a:pt x="180836" y="348565"/>
                  </a:moveTo>
                  <a:cubicBezTo>
                    <a:pt x="87543" y="348565"/>
                    <a:pt x="12780" y="273234"/>
                    <a:pt x="12780" y="180667"/>
                  </a:cubicBezTo>
                  <a:cubicBezTo>
                    <a:pt x="12780" y="87461"/>
                    <a:pt x="88181" y="12130"/>
                    <a:pt x="180836" y="12130"/>
                  </a:cubicBezTo>
                  <a:cubicBezTo>
                    <a:pt x="274128" y="12130"/>
                    <a:pt x="348890" y="87461"/>
                    <a:pt x="348890" y="180028"/>
                  </a:cubicBezTo>
                  <a:lnTo>
                    <a:pt x="348890" y="180028"/>
                  </a:lnTo>
                  <a:cubicBezTo>
                    <a:pt x="348890" y="273234"/>
                    <a:pt x="273490" y="348565"/>
                    <a:pt x="180836" y="348565"/>
                  </a:cubicBezTo>
                  <a:close/>
                </a:path>
              </a:pathLst>
            </a:custGeom>
            <a:solidFill>
              <a:srgbClr val="012169"/>
            </a:solidFill>
            <a:ln w="6390" cap="flat">
              <a:noFill/>
              <a:prstDash val="solid"/>
              <a:miter/>
            </a:ln>
          </p:spPr>
          <p:txBody>
            <a:bodyPr rtlCol="0" anchor="ctr"/>
            <a:lstStyle/>
            <a:p>
              <a:endParaRPr lang="en-US"/>
            </a:p>
          </p:txBody>
        </p:sp>
        <p:sp>
          <p:nvSpPr>
            <p:cNvPr id="109" name="Graphic 4">
              <a:extLst>
                <a:ext uri="{FF2B5EF4-FFF2-40B4-BE49-F238E27FC236}">
                  <a16:creationId xmlns:a16="http://schemas.microsoft.com/office/drawing/2014/main" id="{6CC3D327-43BD-B14D-B169-447C49021806}"/>
                </a:ext>
              </a:extLst>
            </p:cNvPr>
            <p:cNvSpPr/>
            <p:nvPr/>
          </p:nvSpPr>
          <p:spPr>
            <a:xfrm>
              <a:off x="6943279" y="1466480"/>
              <a:ext cx="34052" cy="32002"/>
            </a:xfrm>
            <a:custGeom>
              <a:avLst/>
              <a:gdLst>
                <a:gd name="connsiteX0" fmla="*/ 16640 w 34052"/>
                <a:gd name="connsiteY0" fmla="*/ 32003 h 32002"/>
                <a:gd name="connsiteX1" fmla="*/ 22391 w 34052"/>
                <a:gd name="connsiteY1" fmla="*/ 31364 h 32002"/>
                <a:gd name="connsiteX2" fmla="*/ 23029 w 34052"/>
                <a:gd name="connsiteY2" fmla="*/ 31364 h 32002"/>
                <a:gd name="connsiteX3" fmla="*/ 32614 w 34052"/>
                <a:gd name="connsiteY3" fmla="*/ 22427 h 32002"/>
                <a:gd name="connsiteX4" fmla="*/ 32614 w 34052"/>
                <a:gd name="connsiteY4" fmla="*/ 10297 h 32002"/>
                <a:gd name="connsiteX5" fmla="*/ 12806 w 34052"/>
                <a:gd name="connsiteY5" fmla="*/ 721 h 32002"/>
                <a:gd name="connsiteX6" fmla="*/ 1943 w 34052"/>
                <a:gd name="connsiteY6" fmla="*/ 9021 h 32002"/>
                <a:gd name="connsiteX7" fmla="*/ 665 w 34052"/>
                <a:gd name="connsiteY7" fmla="*/ 21789 h 32002"/>
                <a:gd name="connsiteX8" fmla="*/ 16640 w 34052"/>
                <a:gd name="connsiteY8" fmla="*/ 32003 h 32002"/>
                <a:gd name="connsiteX9" fmla="*/ 12806 w 34052"/>
                <a:gd name="connsiteY9" fmla="*/ 14128 h 32002"/>
                <a:gd name="connsiteX10" fmla="*/ 15362 w 34052"/>
                <a:gd name="connsiteY10" fmla="*/ 12213 h 32002"/>
                <a:gd name="connsiteX11" fmla="*/ 16640 w 34052"/>
                <a:gd name="connsiteY11" fmla="*/ 12213 h 32002"/>
                <a:gd name="connsiteX12" fmla="*/ 19834 w 34052"/>
                <a:gd name="connsiteY12" fmla="*/ 14766 h 32002"/>
                <a:gd name="connsiteX13" fmla="*/ 19834 w 34052"/>
                <a:gd name="connsiteY13" fmla="*/ 17320 h 32002"/>
                <a:gd name="connsiteX14" fmla="*/ 17918 w 34052"/>
                <a:gd name="connsiteY14" fmla="*/ 19235 h 32002"/>
                <a:gd name="connsiteX15" fmla="*/ 12167 w 34052"/>
                <a:gd name="connsiteY15" fmla="*/ 17320 h 32002"/>
                <a:gd name="connsiteX16" fmla="*/ 12806 w 34052"/>
                <a:gd name="connsiteY16" fmla="*/ 14128 h 32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52" h="32002">
                  <a:moveTo>
                    <a:pt x="16640" y="32003"/>
                  </a:moveTo>
                  <a:cubicBezTo>
                    <a:pt x="18557" y="32003"/>
                    <a:pt x="20474" y="31364"/>
                    <a:pt x="22391" y="31364"/>
                  </a:cubicBezTo>
                  <a:lnTo>
                    <a:pt x="23029" y="31364"/>
                  </a:lnTo>
                  <a:cubicBezTo>
                    <a:pt x="27503" y="30088"/>
                    <a:pt x="30698" y="26257"/>
                    <a:pt x="32614" y="22427"/>
                  </a:cubicBezTo>
                  <a:cubicBezTo>
                    <a:pt x="34532" y="18597"/>
                    <a:pt x="34532" y="14128"/>
                    <a:pt x="32614" y="10297"/>
                  </a:cubicBezTo>
                  <a:cubicBezTo>
                    <a:pt x="29419" y="2637"/>
                    <a:pt x="21113" y="-1832"/>
                    <a:pt x="12806" y="721"/>
                  </a:cubicBezTo>
                  <a:cubicBezTo>
                    <a:pt x="8333" y="1998"/>
                    <a:pt x="4499" y="5190"/>
                    <a:pt x="1943" y="9021"/>
                  </a:cubicBezTo>
                  <a:cubicBezTo>
                    <a:pt x="26" y="12851"/>
                    <a:pt x="-613" y="17320"/>
                    <a:pt x="665" y="21789"/>
                  </a:cubicBezTo>
                  <a:cubicBezTo>
                    <a:pt x="3221" y="27534"/>
                    <a:pt x="9611" y="32003"/>
                    <a:pt x="16640" y="32003"/>
                  </a:cubicBezTo>
                  <a:close/>
                  <a:moveTo>
                    <a:pt x="12806" y="14128"/>
                  </a:moveTo>
                  <a:cubicBezTo>
                    <a:pt x="13445" y="12851"/>
                    <a:pt x="14723" y="12213"/>
                    <a:pt x="15362" y="12213"/>
                  </a:cubicBezTo>
                  <a:lnTo>
                    <a:pt x="16640" y="12213"/>
                  </a:lnTo>
                  <a:cubicBezTo>
                    <a:pt x="17918" y="12213"/>
                    <a:pt x="19196" y="13489"/>
                    <a:pt x="19834" y="14766"/>
                  </a:cubicBezTo>
                  <a:cubicBezTo>
                    <a:pt x="20474" y="15405"/>
                    <a:pt x="20474" y="16681"/>
                    <a:pt x="19834" y="17320"/>
                  </a:cubicBezTo>
                  <a:cubicBezTo>
                    <a:pt x="19196" y="17958"/>
                    <a:pt x="18557" y="18597"/>
                    <a:pt x="17918" y="19235"/>
                  </a:cubicBezTo>
                  <a:cubicBezTo>
                    <a:pt x="16001" y="19873"/>
                    <a:pt x="13445" y="19235"/>
                    <a:pt x="12167" y="17320"/>
                  </a:cubicBezTo>
                  <a:cubicBezTo>
                    <a:pt x="11528" y="16043"/>
                    <a:pt x="12167" y="14766"/>
                    <a:pt x="12806" y="14128"/>
                  </a:cubicBezTo>
                  <a:close/>
                </a:path>
              </a:pathLst>
            </a:custGeom>
            <a:solidFill>
              <a:srgbClr val="012169"/>
            </a:solidFill>
            <a:ln w="6390" cap="flat">
              <a:noFill/>
              <a:prstDash val="solid"/>
              <a:miter/>
            </a:ln>
          </p:spPr>
          <p:txBody>
            <a:bodyPr rtlCol="0" anchor="ctr"/>
            <a:lstStyle/>
            <a:p>
              <a:endParaRPr lang="en-US"/>
            </a:p>
          </p:txBody>
        </p:sp>
        <p:sp>
          <p:nvSpPr>
            <p:cNvPr id="110" name="Graphic 4">
              <a:extLst>
                <a:ext uri="{FF2B5EF4-FFF2-40B4-BE49-F238E27FC236}">
                  <a16:creationId xmlns:a16="http://schemas.microsoft.com/office/drawing/2014/main" id="{DEB04CE8-1234-6C4E-9255-A4113C13A072}"/>
                </a:ext>
              </a:extLst>
            </p:cNvPr>
            <p:cNvSpPr/>
            <p:nvPr/>
          </p:nvSpPr>
          <p:spPr>
            <a:xfrm>
              <a:off x="6918588" y="1483787"/>
              <a:ext cx="97402" cy="49807"/>
            </a:xfrm>
            <a:custGeom>
              <a:avLst/>
              <a:gdLst>
                <a:gd name="connsiteX0" fmla="*/ 25356 w 97402"/>
                <a:gd name="connsiteY0" fmla="*/ 45977 h 49807"/>
                <a:gd name="connsiteX1" fmla="*/ 47082 w 97402"/>
                <a:gd name="connsiteY1" fmla="*/ 49808 h 49807"/>
                <a:gd name="connsiteX2" fmla="*/ 72641 w 97402"/>
                <a:gd name="connsiteY2" fmla="*/ 44701 h 49807"/>
                <a:gd name="connsiteX3" fmla="*/ 96924 w 97402"/>
                <a:gd name="connsiteY3" fmla="*/ 22995 h 49807"/>
                <a:gd name="connsiteX4" fmla="*/ 93090 w 97402"/>
                <a:gd name="connsiteY4" fmla="*/ 7035 h 49807"/>
                <a:gd name="connsiteX5" fmla="*/ 67530 w 97402"/>
                <a:gd name="connsiteY5" fmla="*/ 3843 h 49807"/>
                <a:gd name="connsiteX6" fmla="*/ 63057 w 97402"/>
                <a:gd name="connsiteY6" fmla="*/ 8312 h 49807"/>
                <a:gd name="connsiteX7" fmla="*/ 52194 w 97402"/>
                <a:gd name="connsiteY7" fmla="*/ 15973 h 49807"/>
                <a:gd name="connsiteX8" fmla="*/ 22161 w 97402"/>
                <a:gd name="connsiteY8" fmla="*/ 11504 h 49807"/>
                <a:gd name="connsiteX9" fmla="*/ 4269 w 97402"/>
                <a:gd name="connsiteY9" fmla="*/ 10865 h 49807"/>
                <a:gd name="connsiteX10" fmla="*/ 2991 w 97402"/>
                <a:gd name="connsiteY10" fmla="*/ 30656 h 49807"/>
                <a:gd name="connsiteX11" fmla="*/ 25356 w 97402"/>
                <a:gd name="connsiteY11" fmla="*/ 45977 h 49807"/>
                <a:gd name="connsiteX12" fmla="*/ 13854 w 97402"/>
                <a:gd name="connsiteY12" fmla="*/ 20441 h 49807"/>
                <a:gd name="connsiteX13" fmla="*/ 67530 w 97402"/>
                <a:gd name="connsiteY13" fmla="*/ 20441 h 49807"/>
                <a:gd name="connsiteX14" fmla="*/ 72003 w 97402"/>
                <a:gd name="connsiteY14" fmla="*/ 16611 h 49807"/>
                <a:gd name="connsiteX15" fmla="*/ 75198 w 97402"/>
                <a:gd name="connsiteY15" fmla="*/ 13419 h 49807"/>
                <a:gd name="connsiteX16" fmla="*/ 82865 w 97402"/>
                <a:gd name="connsiteY16" fmla="*/ 14057 h 49807"/>
                <a:gd name="connsiteX17" fmla="*/ 82865 w 97402"/>
                <a:gd name="connsiteY17" fmla="*/ 14057 h 49807"/>
                <a:gd name="connsiteX18" fmla="*/ 84144 w 97402"/>
                <a:gd name="connsiteY18" fmla="*/ 18526 h 49807"/>
                <a:gd name="connsiteX19" fmla="*/ 67530 w 97402"/>
                <a:gd name="connsiteY19" fmla="*/ 31933 h 49807"/>
                <a:gd name="connsiteX20" fmla="*/ 29829 w 97402"/>
                <a:gd name="connsiteY20" fmla="*/ 33209 h 49807"/>
                <a:gd name="connsiteX21" fmla="*/ 12576 w 97402"/>
                <a:gd name="connsiteY21" fmla="*/ 21718 h 49807"/>
                <a:gd name="connsiteX22" fmla="*/ 11937 w 97402"/>
                <a:gd name="connsiteY22" fmla="*/ 19165 h 49807"/>
                <a:gd name="connsiteX23" fmla="*/ 13854 w 97402"/>
                <a:gd name="connsiteY23" fmla="*/ 20441 h 49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7402" h="49807">
                  <a:moveTo>
                    <a:pt x="25356" y="45977"/>
                  </a:moveTo>
                  <a:cubicBezTo>
                    <a:pt x="32385" y="48531"/>
                    <a:pt x="39414" y="49808"/>
                    <a:pt x="47082" y="49808"/>
                  </a:cubicBezTo>
                  <a:cubicBezTo>
                    <a:pt x="56028" y="49808"/>
                    <a:pt x="64335" y="47893"/>
                    <a:pt x="72641" y="44701"/>
                  </a:cubicBezTo>
                  <a:cubicBezTo>
                    <a:pt x="79031" y="42147"/>
                    <a:pt x="93729" y="34486"/>
                    <a:pt x="96924" y="22995"/>
                  </a:cubicBezTo>
                  <a:cubicBezTo>
                    <a:pt x="98201" y="17249"/>
                    <a:pt x="96924" y="11504"/>
                    <a:pt x="93090" y="7035"/>
                  </a:cubicBezTo>
                  <a:cubicBezTo>
                    <a:pt x="86700" y="-626"/>
                    <a:pt x="75836" y="-2541"/>
                    <a:pt x="67530" y="3843"/>
                  </a:cubicBezTo>
                  <a:cubicBezTo>
                    <a:pt x="65613" y="5120"/>
                    <a:pt x="64335" y="6397"/>
                    <a:pt x="63057" y="8312"/>
                  </a:cubicBezTo>
                  <a:cubicBezTo>
                    <a:pt x="59862" y="11504"/>
                    <a:pt x="56667" y="14057"/>
                    <a:pt x="52194" y="15973"/>
                  </a:cubicBezTo>
                  <a:cubicBezTo>
                    <a:pt x="41970" y="19803"/>
                    <a:pt x="30468" y="17888"/>
                    <a:pt x="22161" y="11504"/>
                  </a:cubicBezTo>
                  <a:cubicBezTo>
                    <a:pt x="17049" y="6397"/>
                    <a:pt x="9381" y="6397"/>
                    <a:pt x="4269" y="10865"/>
                  </a:cubicBezTo>
                  <a:cubicBezTo>
                    <a:pt x="-843" y="15973"/>
                    <a:pt x="-1482" y="24272"/>
                    <a:pt x="2991" y="30656"/>
                  </a:cubicBezTo>
                  <a:cubicBezTo>
                    <a:pt x="8742" y="37678"/>
                    <a:pt x="16410" y="42785"/>
                    <a:pt x="25356" y="45977"/>
                  </a:cubicBezTo>
                  <a:close/>
                  <a:moveTo>
                    <a:pt x="13854" y="20441"/>
                  </a:moveTo>
                  <a:cubicBezTo>
                    <a:pt x="29829" y="33209"/>
                    <a:pt x="52194" y="33209"/>
                    <a:pt x="67530" y="20441"/>
                  </a:cubicBezTo>
                  <a:cubicBezTo>
                    <a:pt x="68808" y="19165"/>
                    <a:pt x="70085" y="17888"/>
                    <a:pt x="72003" y="16611"/>
                  </a:cubicBezTo>
                  <a:cubicBezTo>
                    <a:pt x="72641" y="15334"/>
                    <a:pt x="73920" y="14696"/>
                    <a:pt x="75198" y="13419"/>
                  </a:cubicBezTo>
                  <a:cubicBezTo>
                    <a:pt x="77754" y="11504"/>
                    <a:pt x="80949" y="12142"/>
                    <a:pt x="82865" y="14057"/>
                  </a:cubicBezTo>
                  <a:cubicBezTo>
                    <a:pt x="82865" y="14057"/>
                    <a:pt x="82865" y="14057"/>
                    <a:pt x="82865" y="14057"/>
                  </a:cubicBezTo>
                  <a:cubicBezTo>
                    <a:pt x="84144" y="15334"/>
                    <a:pt x="84782" y="17249"/>
                    <a:pt x="84144" y="18526"/>
                  </a:cubicBezTo>
                  <a:cubicBezTo>
                    <a:pt x="82865" y="22357"/>
                    <a:pt x="76475" y="28102"/>
                    <a:pt x="67530" y="31933"/>
                  </a:cubicBezTo>
                  <a:cubicBezTo>
                    <a:pt x="55389" y="37040"/>
                    <a:pt x="41970" y="37678"/>
                    <a:pt x="29829" y="33209"/>
                  </a:cubicBezTo>
                  <a:cubicBezTo>
                    <a:pt x="23439" y="31294"/>
                    <a:pt x="17049" y="26825"/>
                    <a:pt x="12576" y="21718"/>
                  </a:cubicBezTo>
                  <a:cubicBezTo>
                    <a:pt x="11298" y="20441"/>
                    <a:pt x="11937" y="19165"/>
                    <a:pt x="11937" y="19165"/>
                  </a:cubicBezTo>
                  <a:cubicBezTo>
                    <a:pt x="12576" y="19803"/>
                    <a:pt x="13216" y="19803"/>
                    <a:pt x="13854" y="20441"/>
                  </a:cubicBezTo>
                  <a:close/>
                </a:path>
              </a:pathLst>
            </a:custGeom>
            <a:solidFill>
              <a:srgbClr val="012169"/>
            </a:solidFill>
            <a:ln w="6390" cap="flat">
              <a:noFill/>
              <a:prstDash val="solid"/>
              <a:miter/>
            </a:ln>
          </p:spPr>
          <p:txBody>
            <a:bodyPr rtlCol="0" anchor="ctr"/>
            <a:lstStyle/>
            <a:p>
              <a:endParaRPr lang="en-US"/>
            </a:p>
          </p:txBody>
        </p:sp>
        <p:sp>
          <p:nvSpPr>
            <p:cNvPr id="111" name="Graphic 4">
              <a:extLst>
                <a:ext uri="{FF2B5EF4-FFF2-40B4-BE49-F238E27FC236}">
                  <a16:creationId xmlns:a16="http://schemas.microsoft.com/office/drawing/2014/main" id="{EA251287-66F6-4645-BC84-B1EAD559FE0A}"/>
                </a:ext>
              </a:extLst>
            </p:cNvPr>
            <p:cNvSpPr/>
            <p:nvPr/>
          </p:nvSpPr>
          <p:spPr>
            <a:xfrm>
              <a:off x="6831681" y="1517508"/>
              <a:ext cx="209152" cy="180198"/>
            </a:xfrm>
            <a:custGeom>
              <a:avLst/>
              <a:gdLst>
                <a:gd name="connsiteX0" fmla="*/ 165939 w 209152"/>
                <a:gd name="connsiteY0" fmla="*/ 18640 h 180198"/>
                <a:gd name="connsiteX1" fmla="*/ 131433 w 209152"/>
                <a:gd name="connsiteY1" fmla="*/ 26301 h 180198"/>
                <a:gd name="connsiteX2" fmla="*/ 113541 w 209152"/>
                <a:gd name="connsiteY2" fmla="*/ 45453 h 180198"/>
                <a:gd name="connsiteX3" fmla="*/ 104595 w 209152"/>
                <a:gd name="connsiteY3" fmla="*/ 18001 h 180198"/>
                <a:gd name="connsiteX4" fmla="*/ 55393 w 209152"/>
                <a:gd name="connsiteY4" fmla="*/ 1403 h 180198"/>
                <a:gd name="connsiteX5" fmla="*/ 32389 w 209152"/>
                <a:gd name="connsiteY5" fmla="*/ 12256 h 180198"/>
                <a:gd name="connsiteX6" fmla="*/ 21526 w 209152"/>
                <a:gd name="connsiteY6" fmla="*/ 33961 h 180198"/>
                <a:gd name="connsiteX7" fmla="*/ 36223 w 209152"/>
                <a:gd name="connsiteY7" fmla="*/ 49921 h 180198"/>
                <a:gd name="connsiteX8" fmla="*/ 56032 w 209152"/>
                <a:gd name="connsiteY8" fmla="*/ 43537 h 180198"/>
                <a:gd name="connsiteX9" fmla="*/ 65617 w 209152"/>
                <a:gd name="connsiteY9" fmla="*/ 35877 h 180198"/>
                <a:gd name="connsiteX10" fmla="*/ 73923 w 209152"/>
                <a:gd name="connsiteY10" fmla="*/ 36515 h 180198"/>
                <a:gd name="connsiteX11" fmla="*/ 77758 w 209152"/>
                <a:gd name="connsiteY11" fmla="*/ 49921 h 180198"/>
                <a:gd name="connsiteX12" fmla="*/ 59866 w 209152"/>
                <a:gd name="connsiteY12" fmla="*/ 62051 h 180198"/>
                <a:gd name="connsiteX13" fmla="*/ 46447 w 209152"/>
                <a:gd name="connsiteY13" fmla="*/ 74819 h 180198"/>
                <a:gd name="connsiteX14" fmla="*/ 50281 w 209152"/>
                <a:gd name="connsiteY14" fmla="*/ 88864 h 180198"/>
                <a:gd name="connsiteX15" fmla="*/ 62422 w 209152"/>
                <a:gd name="connsiteY15" fmla="*/ 95886 h 180198"/>
                <a:gd name="connsiteX16" fmla="*/ 85425 w 209152"/>
                <a:gd name="connsiteY16" fmla="*/ 114400 h 180198"/>
                <a:gd name="connsiteX17" fmla="*/ 80313 w 209152"/>
                <a:gd name="connsiteY17" fmla="*/ 132275 h 180198"/>
                <a:gd name="connsiteX18" fmla="*/ 59866 w 209152"/>
                <a:gd name="connsiteY18" fmla="*/ 139936 h 180198"/>
                <a:gd name="connsiteX19" fmla="*/ 25360 w 209152"/>
                <a:gd name="connsiteY19" fmla="*/ 113761 h 180198"/>
                <a:gd name="connsiteX20" fmla="*/ 13219 w 209152"/>
                <a:gd name="connsiteY20" fmla="*/ 102908 h 180198"/>
                <a:gd name="connsiteX21" fmla="*/ 2995 w 209152"/>
                <a:gd name="connsiteY21" fmla="*/ 108654 h 180198"/>
                <a:gd name="connsiteX22" fmla="*/ 1079 w 209152"/>
                <a:gd name="connsiteY22" fmla="*/ 127806 h 180198"/>
                <a:gd name="connsiteX23" fmla="*/ 21526 w 209152"/>
                <a:gd name="connsiteY23" fmla="*/ 162280 h 180198"/>
                <a:gd name="connsiteX24" fmla="*/ 69451 w 209152"/>
                <a:gd name="connsiteY24" fmla="*/ 180155 h 180198"/>
                <a:gd name="connsiteX25" fmla="*/ 94372 w 209152"/>
                <a:gd name="connsiteY25" fmla="*/ 175686 h 180198"/>
                <a:gd name="connsiteX26" fmla="*/ 132072 w 209152"/>
                <a:gd name="connsiteY26" fmla="*/ 124614 h 180198"/>
                <a:gd name="connsiteX27" fmla="*/ 167217 w 209152"/>
                <a:gd name="connsiteY27" fmla="*/ 134828 h 180198"/>
                <a:gd name="connsiteX28" fmla="*/ 199167 w 209152"/>
                <a:gd name="connsiteY28" fmla="*/ 109931 h 180198"/>
                <a:gd name="connsiteX29" fmla="*/ 198527 w 209152"/>
                <a:gd name="connsiteY29" fmla="*/ 37792 h 180198"/>
                <a:gd name="connsiteX30" fmla="*/ 165939 w 209152"/>
                <a:gd name="connsiteY30" fmla="*/ 18640 h 180198"/>
                <a:gd name="connsiteX31" fmla="*/ 128877 w 209152"/>
                <a:gd name="connsiteY31" fmla="*/ 102908 h 180198"/>
                <a:gd name="connsiteX32" fmla="*/ 123765 w 209152"/>
                <a:gd name="connsiteY32" fmla="*/ 90141 h 180198"/>
                <a:gd name="connsiteX33" fmla="*/ 128877 w 209152"/>
                <a:gd name="connsiteY33" fmla="*/ 86310 h 180198"/>
                <a:gd name="connsiteX34" fmla="*/ 141657 w 209152"/>
                <a:gd name="connsiteY34" fmla="*/ 71627 h 180198"/>
                <a:gd name="connsiteX35" fmla="*/ 148047 w 209152"/>
                <a:gd name="connsiteY35" fmla="*/ 63328 h 180198"/>
                <a:gd name="connsiteX36" fmla="*/ 158271 w 209152"/>
                <a:gd name="connsiteY36" fmla="*/ 55029 h 180198"/>
                <a:gd name="connsiteX37" fmla="*/ 162105 w 209152"/>
                <a:gd name="connsiteY37" fmla="*/ 55029 h 180198"/>
                <a:gd name="connsiteX38" fmla="*/ 162744 w 209152"/>
                <a:gd name="connsiteY38" fmla="*/ 55029 h 180198"/>
                <a:gd name="connsiteX39" fmla="*/ 171051 w 209152"/>
                <a:gd name="connsiteY39" fmla="*/ 64605 h 180198"/>
                <a:gd name="connsiteX40" fmla="*/ 169133 w 209152"/>
                <a:gd name="connsiteY40" fmla="*/ 80565 h 180198"/>
                <a:gd name="connsiteX41" fmla="*/ 149325 w 209152"/>
                <a:gd name="connsiteY41" fmla="*/ 100355 h 180198"/>
                <a:gd name="connsiteX42" fmla="*/ 137823 w 209152"/>
                <a:gd name="connsiteY42" fmla="*/ 99716 h 180198"/>
                <a:gd name="connsiteX43" fmla="*/ 128877 w 209152"/>
                <a:gd name="connsiteY43" fmla="*/ 102908 h 180198"/>
                <a:gd name="connsiteX44" fmla="*/ 128877 w 209152"/>
                <a:gd name="connsiteY44" fmla="*/ 102908 h 180198"/>
                <a:gd name="connsiteX45" fmla="*/ 187026 w 209152"/>
                <a:gd name="connsiteY45" fmla="*/ 104185 h 180198"/>
                <a:gd name="connsiteX46" fmla="*/ 162744 w 209152"/>
                <a:gd name="connsiteY46" fmla="*/ 123337 h 180198"/>
                <a:gd name="connsiteX47" fmla="*/ 140379 w 209152"/>
                <a:gd name="connsiteY47" fmla="*/ 117592 h 180198"/>
                <a:gd name="connsiteX48" fmla="*/ 138462 w 209152"/>
                <a:gd name="connsiteY48" fmla="*/ 113761 h 180198"/>
                <a:gd name="connsiteX49" fmla="*/ 152520 w 209152"/>
                <a:gd name="connsiteY49" fmla="*/ 113123 h 180198"/>
                <a:gd name="connsiteX50" fmla="*/ 181275 w 209152"/>
                <a:gd name="connsiteY50" fmla="*/ 85033 h 180198"/>
                <a:gd name="connsiteX51" fmla="*/ 183192 w 209152"/>
                <a:gd name="connsiteY51" fmla="*/ 62051 h 180198"/>
                <a:gd name="connsiteX52" fmla="*/ 164022 w 209152"/>
                <a:gd name="connsiteY52" fmla="*/ 42899 h 180198"/>
                <a:gd name="connsiteX53" fmla="*/ 162744 w 209152"/>
                <a:gd name="connsiteY53" fmla="*/ 42899 h 180198"/>
                <a:gd name="connsiteX54" fmla="*/ 153797 w 209152"/>
                <a:gd name="connsiteY54" fmla="*/ 43537 h 180198"/>
                <a:gd name="connsiteX55" fmla="*/ 138462 w 209152"/>
                <a:gd name="connsiteY55" fmla="*/ 55029 h 180198"/>
                <a:gd name="connsiteX56" fmla="*/ 131433 w 209152"/>
                <a:gd name="connsiteY56" fmla="*/ 63966 h 180198"/>
                <a:gd name="connsiteX57" fmla="*/ 120570 w 209152"/>
                <a:gd name="connsiteY57" fmla="*/ 76734 h 180198"/>
                <a:gd name="connsiteX58" fmla="*/ 111624 w 209152"/>
                <a:gd name="connsiteY58" fmla="*/ 81841 h 180198"/>
                <a:gd name="connsiteX59" fmla="*/ 107790 w 209152"/>
                <a:gd name="connsiteY59" fmla="*/ 90141 h 180198"/>
                <a:gd name="connsiteX60" fmla="*/ 109068 w 209152"/>
                <a:gd name="connsiteY60" fmla="*/ 92056 h 180198"/>
                <a:gd name="connsiteX61" fmla="*/ 118014 w 209152"/>
                <a:gd name="connsiteY61" fmla="*/ 114400 h 180198"/>
                <a:gd name="connsiteX62" fmla="*/ 89259 w 209152"/>
                <a:gd name="connsiteY62" fmla="*/ 164833 h 180198"/>
                <a:gd name="connsiteX63" fmla="*/ 29833 w 209152"/>
                <a:gd name="connsiteY63" fmla="*/ 153980 h 180198"/>
                <a:gd name="connsiteX64" fmla="*/ 13219 w 209152"/>
                <a:gd name="connsiteY64" fmla="*/ 125891 h 180198"/>
                <a:gd name="connsiteX65" fmla="*/ 12580 w 209152"/>
                <a:gd name="connsiteY65" fmla="*/ 118230 h 180198"/>
                <a:gd name="connsiteX66" fmla="*/ 13858 w 209152"/>
                <a:gd name="connsiteY66" fmla="*/ 120145 h 180198"/>
                <a:gd name="connsiteX67" fmla="*/ 58588 w 209152"/>
                <a:gd name="connsiteY67" fmla="*/ 153342 h 180198"/>
                <a:gd name="connsiteX68" fmla="*/ 89259 w 209152"/>
                <a:gd name="connsiteY68" fmla="*/ 141851 h 180198"/>
                <a:gd name="connsiteX69" fmla="*/ 97566 w 209152"/>
                <a:gd name="connsiteY69" fmla="*/ 113123 h 180198"/>
                <a:gd name="connsiteX70" fmla="*/ 63061 w 209152"/>
                <a:gd name="connsiteY70" fmla="*/ 83757 h 180198"/>
                <a:gd name="connsiteX71" fmla="*/ 58588 w 209152"/>
                <a:gd name="connsiteY71" fmla="*/ 77373 h 180198"/>
                <a:gd name="connsiteX72" fmla="*/ 62422 w 209152"/>
                <a:gd name="connsiteY72" fmla="*/ 75457 h 180198"/>
                <a:gd name="connsiteX73" fmla="*/ 88620 w 209152"/>
                <a:gd name="connsiteY73" fmla="*/ 56305 h 180198"/>
                <a:gd name="connsiteX74" fmla="*/ 80953 w 209152"/>
                <a:gd name="connsiteY74" fmla="*/ 26939 h 180198"/>
                <a:gd name="connsiteX75" fmla="*/ 61143 w 209152"/>
                <a:gd name="connsiteY75" fmla="*/ 24385 h 180198"/>
                <a:gd name="connsiteX76" fmla="*/ 45169 w 209152"/>
                <a:gd name="connsiteY76" fmla="*/ 36515 h 180198"/>
                <a:gd name="connsiteX77" fmla="*/ 39418 w 209152"/>
                <a:gd name="connsiteY77" fmla="*/ 37792 h 180198"/>
                <a:gd name="connsiteX78" fmla="*/ 34306 w 209152"/>
                <a:gd name="connsiteY78" fmla="*/ 32685 h 180198"/>
                <a:gd name="connsiteX79" fmla="*/ 40696 w 209152"/>
                <a:gd name="connsiteY79" fmla="*/ 21832 h 180198"/>
                <a:gd name="connsiteX80" fmla="*/ 57948 w 209152"/>
                <a:gd name="connsiteY80" fmla="*/ 13533 h 180198"/>
                <a:gd name="connsiteX81" fmla="*/ 94372 w 209152"/>
                <a:gd name="connsiteY81" fmla="*/ 25662 h 180198"/>
                <a:gd name="connsiteX82" fmla="*/ 100761 w 209152"/>
                <a:gd name="connsiteY82" fmla="*/ 49283 h 180198"/>
                <a:gd name="connsiteX83" fmla="*/ 89259 w 209152"/>
                <a:gd name="connsiteY83" fmla="*/ 67797 h 180198"/>
                <a:gd name="connsiteX84" fmla="*/ 86703 w 209152"/>
                <a:gd name="connsiteY84" fmla="*/ 73542 h 180198"/>
                <a:gd name="connsiteX85" fmla="*/ 91177 w 209152"/>
                <a:gd name="connsiteY85" fmla="*/ 78649 h 180198"/>
                <a:gd name="connsiteX86" fmla="*/ 95649 w 209152"/>
                <a:gd name="connsiteY86" fmla="*/ 80565 h 180198"/>
                <a:gd name="connsiteX87" fmla="*/ 100761 w 209152"/>
                <a:gd name="connsiteY87" fmla="*/ 81203 h 180198"/>
                <a:gd name="connsiteX88" fmla="*/ 105873 w 209152"/>
                <a:gd name="connsiteY88" fmla="*/ 78649 h 180198"/>
                <a:gd name="connsiteX89" fmla="*/ 118653 w 209152"/>
                <a:gd name="connsiteY89" fmla="*/ 63328 h 180198"/>
                <a:gd name="connsiteX90" fmla="*/ 139101 w 209152"/>
                <a:gd name="connsiteY90" fmla="*/ 37153 h 180198"/>
                <a:gd name="connsiteX91" fmla="*/ 164022 w 209152"/>
                <a:gd name="connsiteY91" fmla="*/ 31408 h 180198"/>
                <a:gd name="connsiteX92" fmla="*/ 187026 w 209152"/>
                <a:gd name="connsiteY92" fmla="*/ 46091 h 180198"/>
                <a:gd name="connsiteX93" fmla="*/ 187026 w 209152"/>
                <a:gd name="connsiteY93" fmla="*/ 104185 h 180198"/>
                <a:gd name="connsiteX94" fmla="*/ 187026 w 209152"/>
                <a:gd name="connsiteY94" fmla="*/ 104185 h 18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209152" h="180198">
                  <a:moveTo>
                    <a:pt x="165939" y="18640"/>
                  </a:moveTo>
                  <a:cubicBezTo>
                    <a:pt x="153797" y="16725"/>
                    <a:pt x="141657" y="19278"/>
                    <a:pt x="131433" y="26301"/>
                  </a:cubicBezTo>
                  <a:cubicBezTo>
                    <a:pt x="124404" y="31408"/>
                    <a:pt x="118014" y="37792"/>
                    <a:pt x="113541" y="45453"/>
                  </a:cubicBezTo>
                  <a:cubicBezTo>
                    <a:pt x="113541" y="35877"/>
                    <a:pt x="110346" y="26301"/>
                    <a:pt x="104595" y="18001"/>
                  </a:cubicBezTo>
                  <a:cubicBezTo>
                    <a:pt x="93093" y="3318"/>
                    <a:pt x="73284" y="-3066"/>
                    <a:pt x="55393" y="1403"/>
                  </a:cubicBezTo>
                  <a:cubicBezTo>
                    <a:pt x="47086" y="3318"/>
                    <a:pt x="39418" y="7149"/>
                    <a:pt x="32389" y="12256"/>
                  </a:cubicBezTo>
                  <a:cubicBezTo>
                    <a:pt x="25360" y="17363"/>
                    <a:pt x="21526" y="25662"/>
                    <a:pt x="21526" y="33961"/>
                  </a:cubicBezTo>
                  <a:cubicBezTo>
                    <a:pt x="22804" y="41622"/>
                    <a:pt x="28555" y="48006"/>
                    <a:pt x="36223" y="49921"/>
                  </a:cubicBezTo>
                  <a:cubicBezTo>
                    <a:pt x="43252" y="52475"/>
                    <a:pt x="51558" y="49921"/>
                    <a:pt x="56032" y="43537"/>
                  </a:cubicBezTo>
                  <a:cubicBezTo>
                    <a:pt x="57948" y="40345"/>
                    <a:pt x="61783" y="37153"/>
                    <a:pt x="65617" y="35877"/>
                  </a:cubicBezTo>
                  <a:cubicBezTo>
                    <a:pt x="68173" y="34600"/>
                    <a:pt x="71368" y="35238"/>
                    <a:pt x="73923" y="36515"/>
                  </a:cubicBezTo>
                  <a:cubicBezTo>
                    <a:pt x="77758" y="39707"/>
                    <a:pt x="79674" y="45453"/>
                    <a:pt x="77758" y="49921"/>
                  </a:cubicBezTo>
                  <a:cubicBezTo>
                    <a:pt x="73923" y="56305"/>
                    <a:pt x="67533" y="60774"/>
                    <a:pt x="59866" y="62051"/>
                  </a:cubicBezTo>
                  <a:cubicBezTo>
                    <a:pt x="50281" y="64605"/>
                    <a:pt x="47086" y="70350"/>
                    <a:pt x="46447" y="74819"/>
                  </a:cubicBezTo>
                  <a:cubicBezTo>
                    <a:pt x="45808" y="79926"/>
                    <a:pt x="47086" y="84395"/>
                    <a:pt x="50281" y="88864"/>
                  </a:cubicBezTo>
                  <a:cubicBezTo>
                    <a:pt x="53476" y="92694"/>
                    <a:pt x="57948" y="95248"/>
                    <a:pt x="62422" y="95886"/>
                  </a:cubicBezTo>
                  <a:cubicBezTo>
                    <a:pt x="73284" y="95886"/>
                    <a:pt x="82869" y="103547"/>
                    <a:pt x="85425" y="114400"/>
                  </a:cubicBezTo>
                  <a:cubicBezTo>
                    <a:pt x="86703" y="120784"/>
                    <a:pt x="84787" y="127168"/>
                    <a:pt x="80313" y="132275"/>
                  </a:cubicBezTo>
                  <a:cubicBezTo>
                    <a:pt x="75202" y="138020"/>
                    <a:pt x="67533" y="140574"/>
                    <a:pt x="59866" y="139936"/>
                  </a:cubicBezTo>
                  <a:cubicBezTo>
                    <a:pt x="45169" y="138659"/>
                    <a:pt x="33667" y="130360"/>
                    <a:pt x="25360" y="113761"/>
                  </a:cubicBezTo>
                  <a:cubicBezTo>
                    <a:pt x="23443" y="108016"/>
                    <a:pt x="18331" y="104185"/>
                    <a:pt x="13219" y="102908"/>
                  </a:cubicBezTo>
                  <a:cubicBezTo>
                    <a:pt x="9385" y="102908"/>
                    <a:pt x="5551" y="104824"/>
                    <a:pt x="2995" y="108654"/>
                  </a:cubicBezTo>
                  <a:cubicBezTo>
                    <a:pt x="-200" y="114400"/>
                    <a:pt x="-839" y="121422"/>
                    <a:pt x="1079" y="127806"/>
                  </a:cubicBezTo>
                  <a:cubicBezTo>
                    <a:pt x="4274" y="141212"/>
                    <a:pt x="11302" y="153342"/>
                    <a:pt x="21526" y="162280"/>
                  </a:cubicBezTo>
                  <a:cubicBezTo>
                    <a:pt x="34945" y="174409"/>
                    <a:pt x="51558" y="180793"/>
                    <a:pt x="69451" y="180155"/>
                  </a:cubicBezTo>
                  <a:cubicBezTo>
                    <a:pt x="77758" y="180155"/>
                    <a:pt x="86064" y="178878"/>
                    <a:pt x="94372" y="175686"/>
                  </a:cubicBezTo>
                  <a:cubicBezTo>
                    <a:pt x="116097" y="168025"/>
                    <a:pt x="130794" y="147596"/>
                    <a:pt x="132072" y="124614"/>
                  </a:cubicBezTo>
                  <a:cubicBezTo>
                    <a:pt x="141018" y="134190"/>
                    <a:pt x="154437" y="138020"/>
                    <a:pt x="167217" y="134828"/>
                  </a:cubicBezTo>
                  <a:cubicBezTo>
                    <a:pt x="180636" y="130998"/>
                    <a:pt x="192137" y="122061"/>
                    <a:pt x="199167" y="109931"/>
                  </a:cubicBezTo>
                  <a:cubicBezTo>
                    <a:pt x="212585" y="87587"/>
                    <a:pt x="212585" y="59497"/>
                    <a:pt x="198527" y="37792"/>
                  </a:cubicBezTo>
                  <a:cubicBezTo>
                    <a:pt x="190221" y="28216"/>
                    <a:pt x="178718" y="20555"/>
                    <a:pt x="165939" y="18640"/>
                  </a:cubicBezTo>
                  <a:close/>
                  <a:moveTo>
                    <a:pt x="128877" y="102908"/>
                  </a:moveTo>
                  <a:cubicBezTo>
                    <a:pt x="127599" y="98440"/>
                    <a:pt x="125682" y="93971"/>
                    <a:pt x="123765" y="90141"/>
                  </a:cubicBezTo>
                  <a:cubicBezTo>
                    <a:pt x="125682" y="88864"/>
                    <a:pt x="127599" y="87587"/>
                    <a:pt x="128877" y="86310"/>
                  </a:cubicBezTo>
                  <a:cubicBezTo>
                    <a:pt x="133989" y="81841"/>
                    <a:pt x="137823" y="77373"/>
                    <a:pt x="141657" y="71627"/>
                  </a:cubicBezTo>
                  <a:cubicBezTo>
                    <a:pt x="143574" y="69073"/>
                    <a:pt x="145491" y="65881"/>
                    <a:pt x="148047" y="63328"/>
                  </a:cubicBezTo>
                  <a:cubicBezTo>
                    <a:pt x="150602" y="60136"/>
                    <a:pt x="153797" y="56944"/>
                    <a:pt x="158271" y="55029"/>
                  </a:cubicBezTo>
                  <a:cubicBezTo>
                    <a:pt x="159549" y="55029"/>
                    <a:pt x="160827" y="55029"/>
                    <a:pt x="162105" y="55029"/>
                  </a:cubicBezTo>
                  <a:lnTo>
                    <a:pt x="162744" y="55029"/>
                  </a:lnTo>
                  <a:cubicBezTo>
                    <a:pt x="167217" y="56305"/>
                    <a:pt x="170412" y="60136"/>
                    <a:pt x="171051" y="64605"/>
                  </a:cubicBezTo>
                  <a:cubicBezTo>
                    <a:pt x="171690" y="69712"/>
                    <a:pt x="171051" y="75457"/>
                    <a:pt x="169133" y="80565"/>
                  </a:cubicBezTo>
                  <a:cubicBezTo>
                    <a:pt x="165939" y="90141"/>
                    <a:pt x="158910" y="97163"/>
                    <a:pt x="149325" y="100355"/>
                  </a:cubicBezTo>
                  <a:cubicBezTo>
                    <a:pt x="145491" y="101632"/>
                    <a:pt x="141657" y="100993"/>
                    <a:pt x="137823" y="99716"/>
                  </a:cubicBezTo>
                  <a:cubicBezTo>
                    <a:pt x="135267" y="99716"/>
                    <a:pt x="131433" y="100355"/>
                    <a:pt x="128877" y="102908"/>
                  </a:cubicBezTo>
                  <a:lnTo>
                    <a:pt x="128877" y="102908"/>
                  </a:lnTo>
                  <a:close/>
                  <a:moveTo>
                    <a:pt x="187026" y="104185"/>
                  </a:moveTo>
                  <a:cubicBezTo>
                    <a:pt x="181913" y="113761"/>
                    <a:pt x="173607" y="120145"/>
                    <a:pt x="162744" y="123337"/>
                  </a:cubicBezTo>
                  <a:cubicBezTo>
                    <a:pt x="154437" y="125891"/>
                    <a:pt x="146130" y="123337"/>
                    <a:pt x="140379" y="117592"/>
                  </a:cubicBezTo>
                  <a:cubicBezTo>
                    <a:pt x="139740" y="116315"/>
                    <a:pt x="139101" y="115038"/>
                    <a:pt x="138462" y="113761"/>
                  </a:cubicBezTo>
                  <a:cubicBezTo>
                    <a:pt x="142935" y="114400"/>
                    <a:pt x="148047" y="114400"/>
                    <a:pt x="152520" y="113123"/>
                  </a:cubicBezTo>
                  <a:cubicBezTo>
                    <a:pt x="166577" y="109931"/>
                    <a:pt x="176802" y="96524"/>
                    <a:pt x="181275" y="85033"/>
                  </a:cubicBezTo>
                  <a:cubicBezTo>
                    <a:pt x="184469" y="77373"/>
                    <a:pt x="185108" y="69712"/>
                    <a:pt x="183192" y="62051"/>
                  </a:cubicBezTo>
                  <a:cubicBezTo>
                    <a:pt x="181275" y="52475"/>
                    <a:pt x="173607" y="44814"/>
                    <a:pt x="164022" y="42899"/>
                  </a:cubicBezTo>
                  <a:cubicBezTo>
                    <a:pt x="163382" y="42899"/>
                    <a:pt x="163382" y="42899"/>
                    <a:pt x="162744" y="42899"/>
                  </a:cubicBezTo>
                  <a:cubicBezTo>
                    <a:pt x="159549" y="42261"/>
                    <a:pt x="156354" y="42899"/>
                    <a:pt x="153797" y="43537"/>
                  </a:cubicBezTo>
                  <a:cubicBezTo>
                    <a:pt x="147408" y="46091"/>
                    <a:pt x="142296" y="49921"/>
                    <a:pt x="138462" y="55029"/>
                  </a:cubicBezTo>
                  <a:cubicBezTo>
                    <a:pt x="135906" y="58221"/>
                    <a:pt x="133350" y="61413"/>
                    <a:pt x="131433" y="63966"/>
                  </a:cubicBezTo>
                  <a:cubicBezTo>
                    <a:pt x="128238" y="68435"/>
                    <a:pt x="125043" y="72904"/>
                    <a:pt x="120570" y="76734"/>
                  </a:cubicBezTo>
                  <a:cubicBezTo>
                    <a:pt x="118014" y="78649"/>
                    <a:pt x="114819" y="80565"/>
                    <a:pt x="111624" y="81841"/>
                  </a:cubicBezTo>
                  <a:cubicBezTo>
                    <a:pt x="108429" y="83118"/>
                    <a:pt x="106513" y="86310"/>
                    <a:pt x="107790" y="90141"/>
                  </a:cubicBezTo>
                  <a:cubicBezTo>
                    <a:pt x="107790" y="90779"/>
                    <a:pt x="108429" y="91417"/>
                    <a:pt x="109068" y="92056"/>
                  </a:cubicBezTo>
                  <a:cubicBezTo>
                    <a:pt x="114180" y="98440"/>
                    <a:pt x="117375" y="106100"/>
                    <a:pt x="118014" y="114400"/>
                  </a:cubicBezTo>
                  <a:cubicBezTo>
                    <a:pt x="119931" y="132913"/>
                    <a:pt x="113541" y="155896"/>
                    <a:pt x="89259" y="164833"/>
                  </a:cubicBezTo>
                  <a:cubicBezTo>
                    <a:pt x="68812" y="172494"/>
                    <a:pt x="45808" y="168025"/>
                    <a:pt x="29833" y="153980"/>
                  </a:cubicBezTo>
                  <a:cubicBezTo>
                    <a:pt x="21526" y="146320"/>
                    <a:pt x="15775" y="136744"/>
                    <a:pt x="13219" y="125891"/>
                  </a:cubicBezTo>
                  <a:cubicBezTo>
                    <a:pt x="12580" y="123337"/>
                    <a:pt x="12580" y="120784"/>
                    <a:pt x="12580" y="118230"/>
                  </a:cubicBezTo>
                  <a:lnTo>
                    <a:pt x="13858" y="120145"/>
                  </a:lnTo>
                  <a:cubicBezTo>
                    <a:pt x="24082" y="140574"/>
                    <a:pt x="39418" y="152065"/>
                    <a:pt x="58588" y="153342"/>
                  </a:cubicBezTo>
                  <a:cubicBezTo>
                    <a:pt x="70089" y="154619"/>
                    <a:pt x="81592" y="150150"/>
                    <a:pt x="89259" y="141851"/>
                  </a:cubicBezTo>
                  <a:cubicBezTo>
                    <a:pt x="96288" y="134190"/>
                    <a:pt x="99483" y="123337"/>
                    <a:pt x="97566" y="113123"/>
                  </a:cubicBezTo>
                  <a:cubicBezTo>
                    <a:pt x="94372" y="96524"/>
                    <a:pt x="80313" y="84395"/>
                    <a:pt x="63061" y="83757"/>
                  </a:cubicBezTo>
                  <a:cubicBezTo>
                    <a:pt x="59866" y="83118"/>
                    <a:pt x="57948" y="80565"/>
                    <a:pt x="58588" y="77373"/>
                  </a:cubicBezTo>
                  <a:cubicBezTo>
                    <a:pt x="58588" y="76734"/>
                    <a:pt x="59866" y="76096"/>
                    <a:pt x="62422" y="75457"/>
                  </a:cubicBezTo>
                  <a:cubicBezTo>
                    <a:pt x="73284" y="73542"/>
                    <a:pt x="82869" y="66520"/>
                    <a:pt x="88620" y="56305"/>
                  </a:cubicBezTo>
                  <a:cubicBezTo>
                    <a:pt x="93093" y="46091"/>
                    <a:pt x="89898" y="33961"/>
                    <a:pt x="80953" y="26939"/>
                  </a:cubicBezTo>
                  <a:cubicBezTo>
                    <a:pt x="75202" y="23109"/>
                    <a:pt x="68173" y="21832"/>
                    <a:pt x="61143" y="24385"/>
                  </a:cubicBezTo>
                  <a:cubicBezTo>
                    <a:pt x="54753" y="26301"/>
                    <a:pt x="49003" y="30769"/>
                    <a:pt x="45169" y="36515"/>
                  </a:cubicBezTo>
                  <a:cubicBezTo>
                    <a:pt x="43891" y="38430"/>
                    <a:pt x="41335" y="39069"/>
                    <a:pt x="39418" y="37792"/>
                  </a:cubicBezTo>
                  <a:cubicBezTo>
                    <a:pt x="36862" y="37153"/>
                    <a:pt x="34945" y="35238"/>
                    <a:pt x="34306" y="32685"/>
                  </a:cubicBezTo>
                  <a:cubicBezTo>
                    <a:pt x="34945" y="28216"/>
                    <a:pt x="36862" y="24385"/>
                    <a:pt x="40696" y="21832"/>
                  </a:cubicBezTo>
                  <a:cubicBezTo>
                    <a:pt x="45808" y="18001"/>
                    <a:pt x="51558" y="14809"/>
                    <a:pt x="57948" y="13533"/>
                  </a:cubicBezTo>
                  <a:cubicBezTo>
                    <a:pt x="71368" y="9702"/>
                    <a:pt x="85425" y="14809"/>
                    <a:pt x="94372" y="25662"/>
                  </a:cubicBezTo>
                  <a:cubicBezTo>
                    <a:pt x="99483" y="32685"/>
                    <a:pt x="101400" y="40984"/>
                    <a:pt x="100761" y="49283"/>
                  </a:cubicBezTo>
                  <a:cubicBezTo>
                    <a:pt x="99483" y="56944"/>
                    <a:pt x="95649" y="63328"/>
                    <a:pt x="89259" y="67797"/>
                  </a:cubicBezTo>
                  <a:cubicBezTo>
                    <a:pt x="87343" y="69073"/>
                    <a:pt x="86703" y="71627"/>
                    <a:pt x="86703" y="73542"/>
                  </a:cubicBezTo>
                  <a:cubicBezTo>
                    <a:pt x="87343" y="76096"/>
                    <a:pt x="88620" y="78011"/>
                    <a:pt x="91177" y="78649"/>
                  </a:cubicBezTo>
                  <a:cubicBezTo>
                    <a:pt x="92454" y="79288"/>
                    <a:pt x="94372" y="79926"/>
                    <a:pt x="95649" y="80565"/>
                  </a:cubicBezTo>
                  <a:cubicBezTo>
                    <a:pt x="96928" y="81203"/>
                    <a:pt x="98844" y="81203"/>
                    <a:pt x="100761" y="81203"/>
                  </a:cubicBezTo>
                  <a:cubicBezTo>
                    <a:pt x="102678" y="80565"/>
                    <a:pt x="104595" y="79926"/>
                    <a:pt x="105873" y="78649"/>
                  </a:cubicBezTo>
                  <a:cubicBezTo>
                    <a:pt x="111624" y="74819"/>
                    <a:pt x="116097" y="69073"/>
                    <a:pt x="118653" y="63328"/>
                  </a:cubicBezTo>
                  <a:cubicBezTo>
                    <a:pt x="123126" y="53113"/>
                    <a:pt x="130155" y="43537"/>
                    <a:pt x="139101" y="37153"/>
                  </a:cubicBezTo>
                  <a:cubicBezTo>
                    <a:pt x="146130" y="32046"/>
                    <a:pt x="155076" y="30131"/>
                    <a:pt x="164022" y="31408"/>
                  </a:cubicBezTo>
                  <a:cubicBezTo>
                    <a:pt x="172967" y="33323"/>
                    <a:pt x="181275" y="38430"/>
                    <a:pt x="187026" y="46091"/>
                  </a:cubicBezTo>
                  <a:cubicBezTo>
                    <a:pt x="197888" y="63328"/>
                    <a:pt x="197888" y="86310"/>
                    <a:pt x="187026" y="104185"/>
                  </a:cubicBezTo>
                  <a:lnTo>
                    <a:pt x="187026" y="104185"/>
                  </a:lnTo>
                  <a:close/>
                </a:path>
              </a:pathLst>
            </a:custGeom>
            <a:solidFill>
              <a:srgbClr val="012169"/>
            </a:solidFill>
            <a:ln w="6390" cap="flat">
              <a:noFill/>
              <a:prstDash val="solid"/>
              <a:miter/>
            </a:ln>
          </p:spPr>
          <p:txBody>
            <a:bodyPr rtlCol="0" anchor="ctr"/>
            <a:lstStyle/>
            <a:p>
              <a:endParaRPr lang="en-US"/>
            </a:p>
          </p:txBody>
        </p:sp>
      </p:grpSp>
      <p:grpSp>
        <p:nvGrpSpPr>
          <p:cNvPr id="112" name="Graphic 4">
            <a:extLst>
              <a:ext uri="{FF2B5EF4-FFF2-40B4-BE49-F238E27FC236}">
                <a16:creationId xmlns:a16="http://schemas.microsoft.com/office/drawing/2014/main" id="{99578EE7-8482-E041-AF62-C26C39D53258}"/>
              </a:ext>
            </a:extLst>
          </p:cNvPr>
          <p:cNvGrpSpPr/>
          <p:nvPr/>
        </p:nvGrpSpPr>
        <p:grpSpPr>
          <a:xfrm>
            <a:off x="5708130" y="1893013"/>
            <a:ext cx="362313" cy="361971"/>
            <a:chOff x="5708130" y="1893013"/>
            <a:chExt cx="362313" cy="361971"/>
          </a:xfrm>
          <a:solidFill>
            <a:srgbClr val="012169"/>
          </a:solidFill>
        </p:grpSpPr>
        <p:sp>
          <p:nvSpPr>
            <p:cNvPr id="113" name="Graphic 4">
              <a:extLst>
                <a:ext uri="{FF2B5EF4-FFF2-40B4-BE49-F238E27FC236}">
                  <a16:creationId xmlns:a16="http://schemas.microsoft.com/office/drawing/2014/main" id="{5061CDF2-9826-1447-9743-5968B7D7F83D}"/>
                </a:ext>
              </a:extLst>
            </p:cNvPr>
            <p:cNvSpPr/>
            <p:nvPr/>
          </p:nvSpPr>
          <p:spPr>
            <a:xfrm>
              <a:off x="5708130" y="189301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49530" y="273873"/>
                    <a:pt x="274767" y="349204"/>
                    <a:pt x="181474" y="349204"/>
                  </a:cubicBezTo>
                  <a:close/>
                </a:path>
              </a:pathLst>
            </a:custGeom>
            <a:solidFill>
              <a:srgbClr val="012169"/>
            </a:solidFill>
            <a:ln w="6390" cap="flat">
              <a:noFill/>
              <a:prstDash val="solid"/>
              <a:miter/>
            </a:ln>
          </p:spPr>
          <p:txBody>
            <a:bodyPr rtlCol="0" anchor="ctr"/>
            <a:lstStyle/>
            <a:p>
              <a:endParaRPr lang="en-US"/>
            </a:p>
          </p:txBody>
        </p:sp>
        <p:sp>
          <p:nvSpPr>
            <p:cNvPr id="114" name="Graphic 4">
              <a:extLst>
                <a:ext uri="{FF2B5EF4-FFF2-40B4-BE49-F238E27FC236}">
                  <a16:creationId xmlns:a16="http://schemas.microsoft.com/office/drawing/2014/main" id="{3A810293-4683-6F4C-96D8-0CE3D502DAB3}"/>
                </a:ext>
              </a:extLst>
            </p:cNvPr>
            <p:cNvSpPr/>
            <p:nvPr/>
          </p:nvSpPr>
          <p:spPr>
            <a:xfrm>
              <a:off x="5772359" y="1948554"/>
              <a:ext cx="233225" cy="261187"/>
            </a:xfrm>
            <a:custGeom>
              <a:avLst/>
              <a:gdLst>
                <a:gd name="connsiteX0" fmla="*/ 190730 w 233225"/>
                <a:gd name="connsiteY0" fmla="*/ 45965 h 261187"/>
                <a:gd name="connsiteX1" fmla="*/ 168365 w 233225"/>
                <a:gd name="connsiteY1" fmla="*/ 39581 h 261187"/>
                <a:gd name="connsiteX2" fmla="*/ 172199 w 233225"/>
                <a:gd name="connsiteY2" fmla="*/ 54902 h 261187"/>
                <a:gd name="connsiteX3" fmla="*/ 190091 w 233225"/>
                <a:gd name="connsiteY3" fmla="*/ 94483 h 261187"/>
                <a:gd name="connsiteX4" fmla="*/ 190730 w 233225"/>
                <a:gd name="connsiteY4" fmla="*/ 104697 h 261187"/>
                <a:gd name="connsiteX5" fmla="*/ 149195 w 233225"/>
                <a:gd name="connsiteY5" fmla="*/ 172368 h 261187"/>
                <a:gd name="connsiteX6" fmla="*/ 128109 w 233225"/>
                <a:gd name="connsiteY6" fmla="*/ 183859 h 261187"/>
                <a:gd name="connsiteX7" fmla="*/ 128109 w 233225"/>
                <a:gd name="connsiteY7" fmla="*/ 181305 h 261187"/>
                <a:gd name="connsiteX8" fmla="*/ 139610 w 233225"/>
                <a:gd name="connsiteY8" fmla="*/ 174921 h 261187"/>
                <a:gd name="connsiteX9" fmla="*/ 142805 w 233225"/>
                <a:gd name="connsiteY9" fmla="*/ 167899 h 261187"/>
                <a:gd name="connsiteX10" fmla="*/ 186257 w 233225"/>
                <a:gd name="connsiteY10" fmla="*/ 102782 h 261187"/>
                <a:gd name="connsiteX11" fmla="*/ 142805 w 233225"/>
                <a:gd name="connsiteY11" fmla="*/ 37027 h 261187"/>
                <a:gd name="connsiteX12" fmla="*/ 143444 w 233225"/>
                <a:gd name="connsiteY12" fmla="*/ 33835 h 261187"/>
                <a:gd name="connsiteX13" fmla="*/ 140888 w 233225"/>
                <a:gd name="connsiteY13" fmla="*/ 24259 h 261187"/>
                <a:gd name="connsiteX14" fmla="*/ 140888 w 233225"/>
                <a:gd name="connsiteY14" fmla="*/ 24259 h 261187"/>
                <a:gd name="connsiteX15" fmla="*/ 124274 w 233225"/>
                <a:gd name="connsiteY15" fmla="*/ 5746 h 261187"/>
                <a:gd name="connsiteX16" fmla="*/ 115967 w 233225"/>
                <a:gd name="connsiteY16" fmla="*/ 0 h 261187"/>
                <a:gd name="connsiteX17" fmla="*/ 115967 w 233225"/>
                <a:gd name="connsiteY17" fmla="*/ 0 h 261187"/>
                <a:gd name="connsiteX18" fmla="*/ 107661 w 233225"/>
                <a:gd name="connsiteY18" fmla="*/ 5107 h 261187"/>
                <a:gd name="connsiteX19" fmla="*/ 91047 w 233225"/>
                <a:gd name="connsiteY19" fmla="*/ 24259 h 261187"/>
                <a:gd name="connsiteX20" fmla="*/ 88491 w 233225"/>
                <a:gd name="connsiteY20" fmla="*/ 33835 h 261187"/>
                <a:gd name="connsiteX21" fmla="*/ 89130 w 233225"/>
                <a:gd name="connsiteY21" fmla="*/ 37027 h 261187"/>
                <a:gd name="connsiteX22" fmla="*/ 45678 w 233225"/>
                <a:gd name="connsiteY22" fmla="*/ 102782 h 261187"/>
                <a:gd name="connsiteX23" fmla="*/ 89130 w 233225"/>
                <a:gd name="connsiteY23" fmla="*/ 167899 h 261187"/>
                <a:gd name="connsiteX24" fmla="*/ 92325 w 233225"/>
                <a:gd name="connsiteY24" fmla="*/ 174921 h 261187"/>
                <a:gd name="connsiteX25" fmla="*/ 103826 w 233225"/>
                <a:gd name="connsiteY25" fmla="*/ 181305 h 261187"/>
                <a:gd name="connsiteX26" fmla="*/ 103826 w 233225"/>
                <a:gd name="connsiteY26" fmla="*/ 183859 h 261187"/>
                <a:gd name="connsiteX27" fmla="*/ 82740 w 233225"/>
                <a:gd name="connsiteY27" fmla="*/ 172368 h 261187"/>
                <a:gd name="connsiteX28" fmla="*/ 41205 w 233225"/>
                <a:gd name="connsiteY28" fmla="*/ 104697 h 261187"/>
                <a:gd name="connsiteX29" fmla="*/ 41844 w 233225"/>
                <a:gd name="connsiteY29" fmla="*/ 94483 h 261187"/>
                <a:gd name="connsiteX30" fmla="*/ 59736 w 233225"/>
                <a:gd name="connsiteY30" fmla="*/ 54902 h 261187"/>
                <a:gd name="connsiteX31" fmla="*/ 63570 w 233225"/>
                <a:gd name="connsiteY31" fmla="*/ 39581 h 261187"/>
                <a:gd name="connsiteX32" fmla="*/ 41205 w 233225"/>
                <a:gd name="connsiteY32" fmla="*/ 45965 h 261187"/>
                <a:gd name="connsiteX33" fmla="*/ 310 w 233225"/>
                <a:gd name="connsiteY33" fmla="*/ 110443 h 261187"/>
                <a:gd name="connsiteX34" fmla="*/ 34815 w 233225"/>
                <a:gd name="connsiteY34" fmla="*/ 192158 h 261187"/>
                <a:gd name="connsiteX35" fmla="*/ 46317 w 233225"/>
                <a:gd name="connsiteY35" fmla="*/ 208756 h 261187"/>
                <a:gd name="connsiteX36" fmla="*/ 50790 w 233225"/>
                <a:gd name="connsiteY36" fmla="*/ 213863 h 261187"/>
                <a:gd name="connsiteX37" fmla="*/ 55902 w 233225"/>
                <a:gd name="connsiteY37" fmla="*/ 215140 h 261187"/>
                <a:gd name="connsiteX38" fmla="*/ 60375 w 233225"/>
                <a:gd name="connsiteY38" fmla="*/ 214502 h 261187"/>
                <a:gd name="connsiteX39" fmla="*/ 60375 w 233225"/>
                <a:gd name="connsiteY39" fmla="*/ 214502 h 261187"/>
                <a:gd name="connsiteX40" fmla="*/ 87213 w 233225"/>
                <a:gd name="connsiteY40" fmla="*/ 202372 h 261187"/>
                <a:gd name="connsiteX41" fmla="*/ 91047 w 233225"/>
                <a:gd name="connsiteY41" fmla="*/ 204287 h 261187"/>
                <a:gd name="connsiteX42" fmla="*/ 91686 w 233225"/>
                <a:gd name="connsiteY42" fmla="*/ 204287 h 261187"/>
                <a:gd name="connsiteX43" fmla="*/ 76989 w 233225"/>
                <a:gd name="connsiteY43" fmla="*/ 212587 h 261187"/>
                <a:gd name="connsiteX44" fmla="*/ 68043 w 233225"/>
                <a:gd name="connsiteY44" fmla="*/ 234292 h 261187"/>
                <a:gd name="connsiteX45" fmla="*/ 78906 w 233225"/>
                <a:gd name="connsiteY45" fmla="*/ 243230 h 261187"/>
                <a:gd name="connsiteX46" fmla="*/ 84657 w 233225"/>
                <a:gd name="connsiteY46" fmla="*/ 243868 h 261187"/>
                <a:gd name="connsiteX47" fmla="*/ 94242 w 233225"/>
                <a:gd name="connsiteY47" fmla="*/ 240676 h 261187"/>
                <a:gd name="connsiteX48" fmla="*/ 99993 w 233225"/>
                <a:gd name="connsiteY48" fmla="*/ 229185 h 261187"/>
                <a:gd name="connsiteX49" fmla="*/ 101271 w 233225"/>
                <a:gd name="connsiteY49" fmla="*/ 226631 h 261187"/>
                <a:gd name="connsiteX50" fmla="*/ 103826 w 233225"/>
                <a:gd name="connsiteY50" fmla="*/ 225355 h 261187"/>
                <a:gd name="connsiteX51" fmla="*/ 103826 w 233225"/>
                <a:gd name="connsiteY51" fmla="*/ 229185 h 261187"/>
                <a:gd name="connsiteX52" fmla="*/ 103188 w 233225"/>
                <a:gd name="connsiteY52" fmla="*/ 255359 h 261187"/>
                <a:gd name="connsiteX53" fmla="*/ 129386 w 233225"/>
                <a:gd name="connsiteY53" fmla="*/ 255998 h 261187"/>
                <a:gd name="connsiteX54" fmla="*/ 130025 w 233225"/>
                <a:gd name="connsiteY54" fmla="*/ 229823 h 261187"/>
                <a:gd name="connsiteX55" fmla="*/ 129386 w 233225"/>
                <a:gd name="connsiteY55" fmla="*/ 229185 h 261187"/>
                <a:gd name="connsiteX56" fmla="*/ 129386 w 233225"/>
                <a:gd name="connsiteY56" fmla="*/ 225355 h 261187"/>
                <a:gd name="connsiteX57" fmla="*/ 131942 w 233225"/>
                <a:gd name="connsiteY57" fmla="*/ 226631 h 261187"/>
                <a:gd name="connsiteX58" fmla="*/ 133220 w 233225"/>
                <a:gd name="connsiteY58" fmla="*/ 229185 h 261187"/>
                <a:gd name="connsiteX59" fmla="*/ 138971 w 233225"/>
                <a:gd name="connsiteY59" fmla="*/ 240676 h 261187"/>
                <a:gd name="connsiteX60" fmla="*/ 148556 w 233225"/>
                <a:gd name="connsiteY60" fmla="*/ 243868 h 261187"/>
                <a:gd name="connsiteX61" fmla="*/ 154307 w 233225"/>
                <a:gd name="connsiteY61" fmla="*/ 243230 h 261187"/>
                <a:gd name="connsiteX62" fmla="*/ 165170 w 233225"/>
                <a:gd name="connsiteY62" fmla="*/ 234292 h 261187"/>
                <a:gd name="connsiteX63" fmla="*/ 156224 w 233225"/>
                <a:gd name="connsiteY63" fmla="*/ 212587 h 261187"/>
                <a:gd name="connsiteX64" fmla="*/ 141527 w 233225"/>
                <a:gd name="connsiteY64" fmla="*/ 204287 h 261187"/>
                <a:gd name="connsiteX65" fmla="*/ 142166 w 233225"/>
                <a:gd name="connsiteY65" fmla="*/ 204287 h 261187"/>
                <a:gd name="connsiteX66" fmla="*/ 146000 w 233225"/>
                <a:gd name="connsiteY66" fmla="*/ 202372 h 261187"/>
                <a:gd name="connsiteX67" fmla="*/ 172838 w 233225"/>
                <a:gd name="connsiteY67" fmla="*/ 214502 h 261187"/>
                <a:gd name="connsiteX68" fmla="*/ 173477 w 233225"/>
                <a:gd name="connsiteY68" fmla="*/ 214502 h 261187"/>
                <a:gd name="connsiteX69" fmla="*/ 177950 w 233225"/>
                <a:gd name="connsiteY69" fmla="*/ 215140 h 261187"/>
                <a:gd name="connsiteX70" fmla="*/ 183062 w 233225"/>
                <a:gd name="connsiteY70" fmla="*/ 213863 h 261187"/>
                <a:gd name="connsiteX71" fmla="*/ 187535 w 233225"/>
                <a:gd name="connsiteY71" fmla="*/ 208756 h 261187"/>
                <a:gd name="connsiteX72" fmla="*/ 198398 w 233225"/>
                <a:gd name="connsiteY72" fmla="*/ 192158 h 261187"/>
                <a:gd name="connsiteX73" fmla="*/ 232903 w 233225"/>
                <a:gd name="connsiteY73" fmla="*/ 110443 h 261187"/>
                <a:gd name="connsiteX74" fmla="*/ 190730 w 233225"/>
                <a:gd name="connsiteY74" fmla="*/ 45965 h 261187"/>
                <a:gd name="connsiteX75" fmla="*/ 138332 w 233225"/>
                <a:gd name="connsiteY75" fmla="*/ 65117 h 261187"/>
                <a:gd name="connsiteX76" fmla="*/ 152390 w 233225"/>
                <a:gd name="connsiteY76" fmla="*/ 125126 h 261187"/>
                <a:gd name="connsiteX77" fmla="*/ 138971 w 233225"/>
                <a:gd name="connsiteY77" fmla="*/ 139171 h 261187"/>
                <a:gd name="connsiteX78" fmla="*/ 138332 w 233225"/>
                <a:gd name="connsiteY78" fmla="*/ 65117 h 261187"/>
                <a:gd name="connsiteX79" fmla="*/ 138332 w 233225"/>
                <a:gd name="connsiteY79" fmla="*/ 65117 h 261187"/>
                <a:gd name="connsiteX80" fmla="*/ 176672 w 233225"/>
                <a:gd name="connsiteY80" fmla="*/ 102144 h 261187"/>
                <a:gd name="connsiteX81" fmla="*/ 141527 w 233225"/>
                <a:gd name="connsiteY81" fmla="*/ 157684 h 261187"/>
                <a:gd name="connsiteX82" fmla="*/ 140249 w 233225"/>
                <a:gd name="connsiteY82" fmla="*/ 149385 h 261187"/>
                <a:gd name="connsiteX83" fmla="*/ 163253 w 233225"/>
                <a:gd name="connsiteY83" fmla="*/ 77246 h 261187"/>
                <a:gd name="connsiteX84" fmla="*/ 140249 w 233225"/>
                <a:gd name="connsiteY84" fmla="*/ 54264 h 261187"/>
                <a:gd name="connsiteX85" fmla="*/ 141527 w 233225"/>
                <a:gd name="connsiteY85" fmla="*/ 45965 h 261187"/>
                <a:gd name="connsiteX86" fmla="*/ 176672 w 233225"/>
                <a:gd name="connsiteY86" fmla="*/ 102144 h 261187"/>
                <a:gd name="connsiteX87" fmla="*/ 176672 w 233225"/>
                <a:gd name="connsiteY87" fmla="*/ 102144 h 261187"/>
                <a:gd name="connsiteX88" fmla="*/ 92325 w 233225"/>
                <a:gd name="connsiteY88" fmla="*/ 139809 h 261187"/>
                <a:gd name="connsiteX89" fmla="*/ 77628 w 233225"/>
                <a:gd name="connsiteY89" fmla="*/ 79800 h 261187"/>
                <a:gd name="connsiteX90" fmla="*/ 91686 w 233225"/>
                <a:gd name="connsiteY90" fmla="*/ 65755 h 261187"/>
                <a:gd name="connsiteX91" fmla="*/ 92325 w 233225"/>
                <a:gd name="connsiteY91" fmla="*/ 139809 h 261187"/>
                <a:gd name="connsiteX92" fmla="*/ 92325 w 233225"/>
                <a:gd name="connsiteY92" fmla="*/ 139809 h 261187"/>
                <a:gd name="connsiteX93" fmla="*/ 53985 w 233225"/>
                <a:gd name="connsiteY93" fmla="*/ 102144 h 261187"/>
                <a:gd name="connsiteX94" fmla="*/ 89769 w 233225"/>
                <a:gd name="connsiteY94" fmla="*/ 46603 h 261187"/>
                <a:gd name="connsiteX95" fmla="*/ 91047 w 233225"/>
                <a:gd name="connsiteY95" fmla="*/ 54902 h 261187"/>
                <a:gd name="connsiteX96" fmla="*/ 68043 w 233225"/>
                <a:gd name="connsiteY96" fmla="*/ 127041 h 261187"/>
                <a:gd name="connsiteX97" fmla="*/ 91047 w 233225"/>
                <a:gd name="connsiteY97" fmla="*/ 150024 h 261187"/>
                <a:gd name="connsiteX98" fmla="*/ 89769 w 233225"/>
                <a:gd name="connsiteY98" fmla="*/ 158323 h 261187"/>
                <a:gd name="connsiteX99" fmla="*/ 53985 w 233225"/>
                <a:gd name="connsiteY99" fmla="*/ 102144 h 261187"/>
                <a:gd name="connsiteX100" fmla="*/ 53985 w 233225"/>
                <a:gd name="connsiteY100" fmla="*/ 102144 h 261187"/>
                <a:gd name="connsiteX101" fmla="*/ 96798 w 233225"/>
                <a:gd name="connsiteY101" fmla="*/ 31920 h 261187"/>
                <a:gd name="connsiteX102" fmla="*/ 96798 w 233225"/>
                <a:gd name="connsiteY102" fmla="*/ 30643 h 261187"/>
                <a:gd name="connsiteX103" fmla="*/ 114051 w 233225"/>
                <a:gd name="connsiteY103" fmla="*/ 10853 h 261187"/>
                <a:gd name="connsiteX104" fmla="*/ 114689 w 233225"/>
                <a:gd name="connsiteY104" fmla="*/ 10214 h 261187"/>
                <a:gd name="connsiteX105" fmla="*/ 115967 w 233225"/>
                <a:gd name="connsiteY105" fmla="*/ 11491 h 261187"/>
                <a:gd name="connsiteX106" fmla="*/ 133220 w 233225"/>
                <a:gd name="connsiteY106" fmla="*/ 30643 h 261187"/>
                <a:gd name="connsiteX107" fmla="*/ 133220 w 233225"/>
                <a:gd name="connsiteY107" fmla="*/ 31920 h 261187"/>
                <a:gd name="connsiteX108" fmla="*/ 133220 w 233225"/>
                <a:gd name="connsiteY108" fmla="*/ 167260 h 261187"/>
                <a:gd name="connsiteX109" fmla="*/ 115967 w 233225"/>
                <a:gd name="connsiteY109" fmla="*/ 177475 h 261187"/>
                <a:gd name="connsiteX110" fmla="*/ 114689 w 233225"/>
                <a:gd name="connsiteY110" fmla="*/ 177475 h 261187"/>
                <a:gd name="connsiteX111" fmla="*/ 97437 w 233225"/>
                <a:gd name="connsiteY111" fmla="*/ 167260 h 261187"/>
                <a:gd name="connsiteX112" fmla="*/ 96798 w 233225"/>
                <a:gd name="connsiteY112" fmla="*/ 31920 h 261187"/>
                <a:gd name="connsiteX113" fmla="*/ 96798 w 233225"/>
                <a:gd name="connsiteY113" fmla="*/ 31920 h 261187"/>
                <a:gd name="connsiteX114" fmla="*/ 87213 w 233225"/>
                <a:gd name="connsiteY114" fmla="*/ 192158 h 261187"/>
                <a:gd name="connsiteX115" fmla="*/ 82101 w 233225"/>
                <a:gd name="connsiteY115" fmla="*/ 192158 h 261187"/>
                <a:gd name="connsiteX116" fmla="*/ 54624 w 233225"/>
                <a:gd name="connsiteY116" fmla="*/ 204926 h 261187"/>
                <a:gd name="connsiteX117" fmla="*/ 52707 w 233225"/>
                <a:gd name="connsiteY117" fmla="*/ 205564 h 261187"/>
                <a:gd name="connsiteX118" fmla="*/ 38649 w 233225"/>
                <a:gd name="connsiteY118" fmla="*/ 185135 h 261187"/>
                <a:gd name="connsiteX119" fmla="*/ 6700 w 233225"/>
                <a:gd name="connsiteY119" fmla="*/ 111081 h 261187"/>
                <a:gd name="connsiteX120" fmla="*/ 43122 w 233225"/>
                <a:gd name="connsiteY120" fmla="*/ 54264 h 261187"/>
                <a:gd name="connsiteX121" fmla="*/ 46956 w 233225"/>
                <a:gd name="connsiteY121" fmla="*/ 52349 h 261187"/>
                <a:gd name="connsiteX122" fmla="*/ 29703 w 233225"/>
                <a:gd name="connsiteY122" fmla="*/ 93206 h 261187"/>
                <a:gd name="connsiteX123" fmla="*/ 29064 w 233225"/>
                <a:gd name="connsiteY123" fmla="*/ 104697 h 261187"/>
                <a:gd name="connsiteX124" fmla="*/ 75072 w 233225"/>
                <a:gd name="connsiteY124" fmla="*/ 180667 h 261187"/>
                <a:gd name="connsiteX125" fmla="*/ 101271 w 233225"/>
                <a:gd name="connsiteY125" fmla="*/ 194711 h 261187"/>
                <a:gd name="connsiteX126" fmla="*/ 101271 w 233225"/>
                <a:gd name="connsiteY126" fmla="*/ 199819 h 261187"/>
                <a:gd name="connsiteX127" fmla="*/ 92964 w 233225"/>
                <a:gd name="connsiteY127" fmla="*/ 195350 h 261187"/>
                <a:gd name="connsiteX128" fmla="*/ 87213 w 233225"/>
                <a:gd name="connsiteY128" fmla="*/ 192158 h 261187"/>
                <a:gd name="connsiteX129" fmla="*/ 94881 w 233225"/>
                <a:gd name="connsiteY129" fmla="*/ 217694 h 261187"/>
                <a:gd name="connsiteX130" fmla="*/ 88491 w 233225"/>
                <a:gd name="connsiteY130" fmla="*/ 228546 h 261187"/>
                <a:gd name="connsiteX131" fmla="*/ 86574 w 233225"/>
                <a:gd name="connsiteY131" fmla="*/ 232377 h 261187"/>
                <a:gd name="connsiteX132" fmla="*/ 79545 w 233225"/>
                <a:gd name="connsiteY132" fmla="*/ 233015 h 261187"/>
                <a:gd name="connsiteX133" fmla="*/ 74433 w 233225"/>
                <a:gd name="connsiteY133" fmla="*/ 229185 h 261187"/>
                <a:gd name="connsiteX134" fmla="*/ 79545 w 233225"/>
                <a:gd name="connsiteY134" fmla="*/ 220247 h 261187"/>
                <a:gd name="connsiteX135" fmla="*/ 99354 w 233225"/>
                <a:gd name="connsiteY135" fmla="*/ 209395 h 261187"/>
                <a:gd name="connsiteX136" fmla="*/ 101910 w 233225"/>
                <a:gd name="connsiteY136" fmla="*/ 210671 h 261187"/>
                <a:gd name="connsiteX137" fmla="*/ 101910 w 233225"/>
                <a:gd name="connsiteY137" fmla="*/ 213863 h 261187"/>
                <a:gd name="connsiteX138" fmla="*/ 94881 w 233225"/>
                <a:gd name="connsiteY138" fmla="*/ 217694 h 261187"/>
                <a:gd name="connsiteX139" fmla="*/ 115329 w 233225"/>
                <a:gd name="connsiteY139" fmla="*/ 250890 h 261187"/>
                <a:gd name="connsiteX140" fmla="*/ 106383 w 233225"/>
                <a:gd name="connsiteY140" fmla="*/ 241953 h 261187"/>
                <a:gd name="connsiteX141" fmla="*/ 115329 w 233225"/>
                <a:gd name="connsiteY141" fmla="*/ 233015 h 261187"/>
                <a:gd name="connsiteX142" fmla="*/ 124274 w 233225"/>
                <a:gd name="connsiteY142" fmla="*/ 241953 h 261187"/>
                <a:gd name="connsiteX143" fmla="*/ 124274 w 233225"/>
                <a:gd name="connsiteY143" fmla="*/ 241953 h 261187"/>
                <a:gd name="connsiteX144" fmla="*/ 115329 w 233225"/>
                <a:gd name="connsiteY144" fmla="*/ 250890 h 261187"/>
                <a:gd name="connsiteX145" fmla="*/ 115329 w 233225"/>
                <a:gd name="connsiteY145" fmla="*/ 250890 h 261187"/>
                <a:gd name="connsiteX146" fmla="*/ 115329 w 233225"/>
                <a:gd name="connsiteY146" fmla="*/ 250890 h 261187"/>
                <a:gd name="connsiteX147" fmla="*/ 115329 w 233225"/>
                <a:gd name="connsiteY147" fmla="*/ 223439 h 261187"/>
                <a:gd name="connsiteX148" fmla="*/ 112134 w 233225"/>
                <a:gd name="connsiteY148" fmla="*/ 224078 h 261187"/>
                <a:gd name="connsiteX149" fmla="*/ 112134 w 233225"/>
                <a:gd name="connsiteY149" fmla="*/ 187051 h 261187"/>
                <a:gd name="connsiteX150" fmla="*/ 115329 w 233225"/>
                <a:gd name="connsiteY150" fmla="*/ 187689 h 261187"/>
                <a:gd name="connsiteX151" fmla="*/ 118524 w 233225"/>
                <a:gd name="connsiteY151" fmla="*/ 187051 h 261187"/>
                <a:gd name="connsiteX152" fmla="*/ 118524 w 233225"/>
                <a:gd name="connsiteY152" fmla="*/ 224078 h 261187"/>
                <a:gd name="connsiteX153" fmla="*/ 115329 w 233225"/>
                <a:gd name="connsiteY153" fmla="*/ 223439 h 261187"/>
                <a:gd name="connsiteX154" fmla="*/ 115329 w 233225"/>
                <a:gd name="connsiteY154" fmla="*/ 223439 h 261187"/>
                <a:gd name="connsiteX155" fmla="*/ 156224 w 233225"/>
                <a:gd name="connsiteY155" fmla="*/ 229185 h 261187"/>
                <a:gd name="connsiteX156" fmla="*/ 151112 w 233225"/>
                <a:gd name="connsiteY156" fmla="*/ 233015 h 261187"/>
                <a:gd name="connsiteX157" fmla="*/ 144083 w 233225"/>
                <a:gd name="connsiteY157" fmla="*/ 232377 h 261187"/>
                <a:gd name="connsiteX158" fmla="*/ 142166 w 233225"/>
                <a:gd name="connsiteY158" fmla="*/ 228546 h 261187"/>
                <a:gd name="connsiteX159" fmla="*/ 135776 w 233225"/>
                <a:gd name="connsiteY159" fmla="*/ 217694 h 261187"/>
                <a:gd name="connsiteX160" fmla="*/ 128747 w 233225"/>
                <a:gd name="connsiteY160" fmla="*/ 213863 h 261187"/>
                <a:gd name="connsiteX161" fmla="*/ 128747 w 233225"/>
                <a:gd name="connsiteY161" fmla="*/ 208118 h 261187"/>
                <a:gd name="connsiteX162" fmla="*/ 151112 w 233225"/>
                <a:gd name="connsiteY162" fmla="*/ 220247 h 261187"/>
                <a:gd name="connsiteX163" fmla="*/ 156224 w 233225"/>
                <a:gd name="connsiteY163" fmla="*/ 229185 h 261187"/>
                <a:gd name="connsiteX164" fmla="*/ 156224 w 233225"/>
                <a:gd name="connsiteY164" fmla="*/ 229185 h 261187"/>
                <a:gd name="connsiteX165" fmla="*/ 191369 w 233225"/>
                <a:gd name="connsiteY165" fmla="*/ 185135 h 261187"/>
                <a:gd name="connsiteX166" fmla="*/ 177311 w 233225"/>
                <a:gd name="connsiteY166" fmla="*/ 205564 h 261187"/>
                <a:gd name="connsiteX167" fmla="*/ 176033 w 233225"/>
                <a:gd name="connsiteY167" fmla="*/ 205564 h 261187"/>
                <a:gd name="connsiteX168" fmla="*/ 175394 w 233225"/>
                <a:gd name="connsiteY168" fmla="*/ 205564 h 261187"/>
                <a:gd name="connsiteX169" fmla="*/ 148556 w 233225"/>
                <a:gd name="connsiteY169" fmla="*/ 192796 h 261187"/>
                <a:gd name="connsiteX170" fmla="*/ 144083 w 233225"/>
                <a:gd name="connsiteY170" fmla="*/ 192796 h 261187"/>
                <a:gd name="connsiteX171" fmla="*/ 137054 w 233225"/>
                <a:gd name="connsiteY171" fmla="*/ 195988 h 261187"/>
                <a:gd name="connsiteX172" fmla="*/ 130664 w 233225"/>
                <a:gd name="connsiteY172" fmla="*/ 199180 h 261187"/>
                <a:gd name="connsiteX173" fmla="*/ 128747 w 233225"/>
                <a:gd name="connsiteY173" fmla="*/ 197903 h 261187"/>
                <a:gd name="connsiteX174" fmla="*/ 128747 w 233225"/>
                <a:gd name="connsiteY174" fmla="*/ 195350 h 261187"/>
                <a:gd name="connsiteX175" fmla="*/ 154946 w 233225"/>
                <a:gd name="connsiteY175" fmla="*/ 181305 h 261187"/>
                <a:gd name="connsiteX176" fmla="*/ 200954 w 233225"/>
                <a:gd name="connsiteY176" fmla="*/ 105336 h 261187"/>
                <a:gd name="connsiteX177" fmla="*/ 200315 w 233225"/>
                <a:gd name="connsiteY177" fmla="*/ 93844 h 261187"/>
                <a:gd name="connsiteX178" fmla="*/ 183062 w 233225"/>
                <a:gd name="connsiteY178" fmla="*/ 52987 h 261187"/>
                <a:gd name="connsiteX179" fmla="*/ 186896 w 233225"/>
                <a:gd name="connsiteY179" fmla="*/ 54902 h 261187"/>
                <a:gd name="connsiteX180" fmla="*/ 223318 w 233225"/>
                <a:gd name="connsiteY180" fmla="*/ 111720 h 261187"/>
                <a:gd name="connsiteX181" fmla="*/ 191369 w 233225"/>
                <a:gd name="connsiteY181" fmla="*/ 185135 h 261187"/>
                <a:gd name="connsiteX182" fmla="*/ 191369 w 233225"/>
                <a:gd name="connsiteY182" fmla="*/ 185135 h 261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233225" h="261187">
                  <a:moveTo>
                    <a:pt x="190730" y="45965"/>
                  </a:moveTo>
                  <a:cubicBezTo>
                    <a:pt x="172199" y="35750"/>
                    <a:pt x="169643" y="38304"/>
                    <a:pt x="168365" y="39581"/>
                  </a:cubicBezTo>
                  <a:cubicBezTo>
                    <a:pt x="163253" y="44688"/>
                    <a:pt x="169004" y="51072"/>
                    <a:pt x="172199" y="54902"/>
                  </a:cubicBezTo>
                  <a:cubicBezTo>
                    <a:pt x="181784" y="65755"/>
                    <a:pt x="188174" y="79800"/>
                    <a:pt x="190091" y="94483"/>
                  </a:cubicBezTo>
                  <a:cubicBezTo>
                    <a:pt x="190730" y="97675"/>
                    <a:pt x="190730" y="101505"/>
                    <a:pt x="190730" y="104697"/>
                  </a:cubicBezTo>
                  <a:cubicBezTo>
                    <a:pt x="190730" y="133425"/>
                    <a:pt x="177950" y="153854"/>
                    <a:pt x="149195" y="172368"/>
                  </a:cubicBezTo>
                  <a:cubicBezTo>
                    <a:pt x="146000" y="174283"/>
                    <a:pt x="135776" y="180028"/>
                    <a:pt x="128109" y="183859"/>
                  </a:cubicBezTo>
                  <a:lnTo>
                    <a:pt x="128109" y="181305"/>
                  </a:lnTo>
                  <a:lnTo>
                    <a:pt x="139610" y="174921"/>
                  </a:lnTo>
                  <a:cubicBezTo>
                    <a:pt x="142166" y="173644"/>
                    <a:pt x="143444" y="170452"/>
                    <a:pt x="142805" y="167899"/>
                  </a:cubicBezTo>
                  <a:cubicBezTo>
                    <a:pt x="169004" y="157046"/>
                    <a:pt x="186257" y="130872"/>
                    <a:pt x="186257" y="102782"/>
                  </a:cubicBezTo>
                  <a:cubicBezTo>
                    <a:pt x="186257" y="74054"/>
                    <a:pt x="169004" y="48518"/>
                    <a:pt x="142805" y="37027"/>
                  </a:cubicBezTo>
                  <a:cubicBezTo>
                    <a:pt x="142805" y="36389"/>
                    <a:pt x="142805" y="35112"/>
                    <a:pt x="143444" y="33835"/>
                  </a:cubicBezTo>
                  <a:cubicBezTo>
                    <a:pt x="144083" y="30643"/>
                    <a:pt x="142805" y="26813"/>
                    <a:pt x="140888" y="24259"/>
                  </a:cubicBezTo>
                  <a:lnTo>
                    <a:pt x="140888" y="24259"/>
                  </a:lnTo>
                  <a:cubicBezTo>
                    <a:pt x="140888" y="24259"/>
                    <a:pt x="128109" y="10853"/>
                    <a:pt x="124274" y="5746"/>
                  </a:cubicBezTo>
                  <a:cubicBezTo>
                    <a:pt x="122357" y="2554"/>
                    <a:pt x="119162" y="638"/>
                    <a:pt x="115967" y="0"/>
                  </a:cubicBezTo>
                  <a:lnTo>
                    <a:pt x="115967" y="0"/>
                  </a:lnTo>
                  <a:cubicBezTo>
                    <a:pt x="112773" y="638"/>
                    <a:pt x="109578" y="1915"/>
                    <a:pt x="107661" y="5107"/>
                  </a:cubicBezTo>
                  <a:cubicBezTo>
                    <a:pt x="103188" y="10853"/>
                    <a:pt x="91047" y="23621"/>
                    <a:pt x="91047" y="24259"/>
                  </a:cubicBezTo>
                  <a:cubicBezTo>
                    <a:pt x="88491" y="26813"/>
                    <a:pt x="87852" y="30005"/>
                    <a:pt x="88491" y="33835"/>
                  </a:cubicBezTo>
                  <a:cubicBezTo>
                    <a:pt x="88491" y="35112"/>
                    <a:pt x="88491" y="35750"/>
                    <a:pt x="89130" y="37027"/>
                  </a:cubicBezTo>
                  <a:cubicBezTo>
                    <a:pt x="62931" y="47880"/>
                    <a:pt x="45678" y="74054"/>
                    <a:pt x="45678" y="102782"/>
                  </a:cubicBezTo>
                  <a:cubicBezTo>
                    <a:pt x="45678" y="130872"/>
                    <a:pt x="62931" y="157046"/>
                    <a:pt x="89130" y="167899"/>
                  </a:cubicBezTo>
                  <a:cubicBezTo>
                    <a:pt x="88491" y="171091"/>
                    <a:pt x="89769" y="173644"/>
                    <a:pt x="92325" y="174921"/>
                  </a:cubicBezTo>
                  <a:lnTo>
                    <a:pt x="103826" y="181305"/>
                  </a:lnTo>
                  <a:lnTo>
                    <a:pt x="103826" y="183859"/>
                  </a:lnTo>
                  <a:cubicBezTo>
                    <a:pt x="96159" y="180028"/>
                    <a:pt x="85935" y="174283"/>
                    <a:pt x="82740" y="172368"/>
                  </a:cubicBezTo>
                  <a:cubicBezTo>
                    <a:pt x="53346" y="153854"/>
                    <a:pt x="41205" y="133425"/>
                    <a:pt x="41205" y="104697"/>
                  </a:cubicBezTo>
                  <a:cubicBezTo>
                    <a:pt x="41205" y="101505"/>
                    <a:pt x="41205" y="97675"/>
                    <a:pt x="41844" y="94483"/>
                  </a:cubicBezTo>
                  <a:cubicBezTo>
                    <a:pt x="43761" y="79800"/>
                    <a:pt x="50151" y="66393"/>
                    <a:pt x="59736" y="54902"/>
                  </a:cubicBezTo>
                  <a:cubicBezTo>
                    <a:pt x="62931" y="51072"/>
                    <a:pt x="68043" y="44688"/>
                    <a:pt x="63570" y="39581"/>
                  </a:cubicBezTo>
                  <a:cubicBezTo>
                    <a:pt x="61653" y="37665"/>
                    <a:pt x="59736" y="35750"/>
                    <a:pt x="41205" y="45965"/>
                  </a:cubicBezTo>
                  <a:cubicBezTo>
                    <a:pt x="16923" y="58733"/>
                    <a:pt x="1587" y="82992"/>
                    <a:pt x="310" y="110443"/>
                  </a:cubicBezTo>
                  <a:cubicBezTo>
                    <a:pt x="-2246" y="141724"/>
                    <a:pt x="11172" y="172368"/>
                    <a:pt x="34815" y="192158"/>
                  </a:cubicBezTo>
                  <a:cubicBezTo>
                    <a:pt x="39927" y="196627"/>
                    <a:pt x="43761" y="202372"/>
                    <a:pt x="46317" y="208756"/>
                  </a:cubicBezTo>
                  <a:cubicBezTo>
                    <a:pt x="46956" y="210671"/>
                    <a:pt x="48873" y="212587"/>
                    <a:pt x="50790" y="213863"/>
                  </a:cubicBezTo>
                  <a:cubicBezTo>
                    <a:pt x="52068" y="214502"/>
                    <a:pt x="53985" y="215140"/>
                    <a:pt x="55902" y="215140"/>
                  </a:cubicBezTo>
                  <a:cubicBezTo>
                    <a:pt x="57819" y="215140"/>
                    <a:pt x="59097" y="215140"/>
                    <a:pt x="60375" y="214502"/>
                  </a:cubicBezTo>
                  <a:lnTo>
                    <a:pt x="60375" y="214502"/>
                  </a:lnTo>
                  <a:cubicBezTo>
                    <a:pt x="69960" y="211310"/>
                    <a:pt x="78906" y="207479"/>
                    <a:pt x="87213" y="202372"/>
                  </a:cubicBezTo>
                  <a:lnTo>
                    <a:pt x="91047" y="204287"/>
                  </a:lnTo>
                  <a:lnTo>
                    <a:pt x="91686" y="204287"/>
                  </a:lnTo>
                  <a:cubicBezTo>
                    <a:pt x="84018" y="208756"/>
                    <a:pt x="78267" y="211310"/>
                    <a:pt x="76989" y="212587"/>
                  </a:cubicBezTo>
                  <a:cubicBezTo>
                    <a:pt x="67404" y="218332"/>
                    <a:pt x="64209" y="226631"/>
                    <a:pt x="68043" y="234292"/>
                  </a:cubicBezTo>
                  <a:cubicBezTo>
                    <a:pt x="70599" y="238122"/>
                    <a:pt x="74433" y="241314"/>
                    <a:pt x="78906" y="243230"/>
                  </a:cubicBezTo>
                  <a:cubicBezTo>
                    <a:pt x="80823" y="243868"/>
                    <a:pt x="82740" y="243868"/>
                    <a:pt x="84657" y="243868"/>
                  </a:cubicBezTo>
                  <a:cubicBezTo>
                    <a:pt x="88491" y="243868"/>
                    <a:pt x="91686" y="242591"/>
                    <a:pt x="94242" y="240676"/>
                  </a:cubicBezTo>
                  <a:cubicBezTo>
                    <a:pt x="98076" y="238122"/>
                    <a:pt x="99993" y="233654"/>
                    <a:pt x="99993" y="229185"/>
                  </a:cubicBezTo>
                  <a:cubicBezTo>
                    <a:pt x="99993" y="227908"/>
                    <a:pt x="100631" y="227270"/>
                    <a:pt x="101271" y="226631"/>
                  </a:cubicBezTo>
                  <a:lnTo>
                    <a:pt x="103826" y="225355"/>
                  </a:lnTo>
                  <a:lnTo>
                    <a:pt x="103826" y="229185"/>
                  </a:lnTo>
                  <a:cubicBezTo>
                    <a:pt x="96159" y="236207"/>
                    <a:pt x="96159" y="247698"/>
                    <a:pt x="103188" y="255359"/>
                  </a:cubicBezTo>
                  <a:cubicBezTo>
                    <a:pt x="110216" y="263020"/>
                    <a:pt x="121719" y="263020"/>
                    <a:pt x="129386" y="255998"/>
                  </a:cubicBezTo>
                  <a:cubicBezTo>
                    <a:pt x="137054" y="248975"/>
                    <a:pt x="137054" y="237484"/>
                    <a:pt x="130025" y="229823"/>
                  </a:cubicBezTo>
                  <a:cubicBezTo>
                    <a:pt x="130025" y="229823"/>
                    <a:pt x="129386" y="229185"/>
                    <a:pt x="129386" y="229185"/>
                  </a:cubicBezTo>
                  <a:lnTo>
                    <a:pt x="129386" y="225355"/>
                  </a:lnTo>
                  <a:lnTo>
                    <a:pt x="131942" y="226631"/>
                  </a:lnTo>
                  <a:cubicBezTo>
                    <a:pt x="133220" y="227270"/>
                    <a:pt x="133220" y="227908"/>
                    <a:pt x="133220" y="229185"/>
                  </a:cubicBezTo>
                  <a:cubicBezTo>
                    <a:pt x="133220" y="233654"/>
                    <a:pt x="135137" y="238122"/>
                    <a:pt x="138971" y="240676"/>
                  </a:cubicBezTo>
                  <a:cubicBezTo>
                    <a:pt x="141527" y="242591"/>
                    <a:pt x="145361" y="243868"/>
                    <a:pt x="148556" y="243868"/>
                  </a:cubicBezTo>
                  <a:cubicBezTo>
                    <a:pt x="150473" y="243868"/>
                    <a:pt x="152390" y="243868"/>
                    <a:pt x="154307" y="243230"/>
                  </a:cubicBezTo>
                  <a:cubicBezTo>
                    <a:pt x="158780" y="241953"/>
                    <a:pt x="162614" y="238761"/>
                    <a:pt x="165170" y="234292"/>
                  </a:cubicBezTo>
                  <a:cubicBezTo>
                    <a:pt x="169004" y="226631"/>
                    <a:pt x="165809" y="218332"/>
                    <a:pt x="156224" y="212587"/>
                  </a:cubicBezTo>
                  <a:cubicBezTo>
                    <a:pt x="154307" y="211310"/>
                    <a:pt x="149195" y="208756"/>
                    <a:pt x="141527" y="204287"/>
                  </a:cubicBezTo>
                  <a:lnTo>
                    <a:pt x="142166" y="204287"/>
                  </a:lnTo>
                  <a:lnTo>
                    <a:pt x="146000" y="202372"/>
                  </a:lnTo>
                  <a:cubicBezTo>
                    <a:pt x="154307" y="207479"/>
                    <a:pt x="163253" y="211948"/>
                    <a:pt x="172838" y="214502"/>
                  </a:cubicBezTo>
                  <a:lnTo>
                    <a:pt x="173477" y="214502"/>
                  </a:lnTo>
                  <a:cubicBezTo>
                    <a:pt x="174755" y="215140"/>
                    <a:pt x="176672" y="215140"/>
                    <a:pt x="177950" y="215140"/>
                  </a:cubicBezTo>
                  <a:cubicBezTo>
                    <a:pt x="179867" y="215140"/>
                    <a:pt x="181145" y="214502"/>
                    <a:pt x="183062" y="213863"/>
                  </a:cubicBezTo>
                  <a:cubicBezTo>
                    <a:pt x="184979" y="212587"/>
                    <a:pt x="186896" y="210671"/>
                    <a:pt x="187535" y="208756"/>
                  </a:cubicBezTo>
                  <a:cubicBezTo>
                    <a:pt x="190091" y="202372"/>
                    <a:pt x="193925" y="196627"/>
                    <a:pt x="198398" y="192158"/>
                  </a:cubicBezTo>
                  <a:cubicBezTo>
                    <a:pt x="222680" y="171729"/>
                    <a:pt x="235459" y="141724"/>
                    <a:pt x="232903" y="110443"/>
                  </a:cubicBezTo>
                  <a:cubicBezTo>
                    <a:pt x="230348" y="82992"/>
                    <a:pt x="215012" y="58733"/>
                    <a:pt x="190730" y="45965"/>
                  </a:cubicBezTo>
                  <a:close/>
                  <a:moveTo>
                    <a:pt x="138332" y="65117"/>
                  </a:moveTo>
                  <a:cubicBezTo>
                    <a:pt x="158780" y="77884"/>
                    <a:pt x="165170" y="104697"/>
                    <a:pt x="152390" y="125126"/>
                  </a:cubicBezTo>
                  <a:cubicBezTo>
                    <a:pt x="149195" y="130872"/>
                    <a:pt x="144083" y="135340"/>
                    <a:pt x="138971" y="139171"/>
                  </a:cubicBezTo>
                  <a:cubicBezTo>
                    <a:pt x="136415" y="114273"/>
                    <a:pt x="135776" y="90014"/>
                    <a:pt x="138332" y="65117"/>
                  </a:cubicBezTo>
                  <a:lnTo>
                    <a:pt x="138332" y="65117"/>
                  </a:lnTo>
                  <a:close/>
                  <a:moveTo>
                    <a:pt x="176672" y="102144"/>
                  </a:moveTo>
                  <a:cubicBezTo>
                    <a:pt x="176672" y="125764"/>
                    <a:pt x="163253" y="147470"/>
                    <a:pt x="141527" y="157684"/>
                  </a:cubicBezTo>
                  <a:cubicBezTo>
                    <a:pt x="140888" y="155131"/>
                    <a:pt x="140888" y="151939"/>
                    <a:pt x="140249" y="149385"/>
                  </a:cubicBezTo>
                  <a:cubicBezTo>
                    <a:pt x="166448" y="135979"/>
                    <a:pt x="176672" y="103420"/>
                    <a:pt x="163253" y="77246"/>
                  </a:cubicBezTo>
                  <a:cubicBezTo>
                    <a:pt x="158141" y="67670"/>
                    <a:pt x="150473" y="59371"/>
                    <a:pt x="140249" y="54264"/>
                  </a:cubicBezTo>
                  <a:cubicBezTo>
                    <a:pt x="140249" y="51710"/>
                    <a:pt x="140888" y="48518"/>
                    <a:pt x="141527" y="45965"/>
                  </a:cubicBezTo>
                  <a:cubicBezTo>
                    <a:pt x="162614" y="56817"/>
                    <a:pt x="176672" y="78523"/>
                    <a:pt x="176672" y="102144"/>
                  </a:cubicBezTo>
                  <a:lnTo>
                    <a:pt x="176672" y="102144"/>
                  </a:lnTo>
                  <a:close/>
                  <a:moveTo>
                    <a:pt x="92325" y="139809"/>
                  </a:moveTo>
                  <a:cubicBezTo>
                    <a:pt x="71877" y="127041"/>
                    <a:pt x="64848" y="100228"/>
                    <a:pt x="77628" y="79800"/>
                  </a:cubicBezTo>
                  <a:cubicBezTo>
                    <a:pt x="81462" y="74054"/>
                    <a:pt x="85935" y="68947"/>
                    <a:pt x="91686" y="65755"/>
                  </a:cubicBezTo>
                  <a:cubicBezTo>
                    <a:pt x="94881" y="90014"/>
                    <a:pt x="94881" y="114912"/>
                    <a:pt x="92325" y="139809"/>
                  </a:cubicBezTo>
                  <a:lnTo>
                    <a:pt x="92325" y="139809"/>
                  </a:lnTo>
                  <a:close/>
                  <a:moveTo>
                    <a:pt x="53985" y="102144"/>
                  </a:moveTo>
                  <a:cubicBezTo>
                    <a:pt x="53985" y="78523"/>
                    <a:pt x="68043" y="56817"/>
                    <a:pt x="89769" y="46603"/>
                  </a:cubicBezTo>
                  <a:cubicBezTo>
                    <a:pt x="90408" y="49157"/>
                    <a:pt x="90408" y="52349"/>
                    <a:pt x="91047" y="54902"/>
                  </a:cubicBezTo>
                  <a:cubicBezTo>
                    <a:pt x="64848" y="68308"/>
                    <a:pt x="54624" y="100867"/>
                    <a:pt x="68043" y="127041"/>
                  </a:cubicBezTo>
                  <a:cubicBezTo>
                    <a:pt x="73155" y="137256"/>
                    <a:pt x="81462" y="144916"/>
                    <a:pt x="91047" y="150024"/>
                  </a:cubicBezTo>
                  <a:cubicBezTo>
                    <a:pt x="90408" y="152577"/>
                    <a:pt x="89769" y="155131"/>
                    <a:pt x="89769" y="158323"/>
                  </a:cubicBezTo>
                  <a:cubicBezTo>
                    <a:pt x="67404" y="148108"/>
                    <a:pt x="53346" y="126403"/>
                    <a:pt x="53985" y="102144"/>
                  </a:cubicBezTo>
                  <a:lnTo>
                    <a:pt x="53985" y="102144"/>
                  </a:lnTo>
                  <a:close/>
                  <a:moveTo>
                    <a:pt x="96798" y="31920"/>
                  </a:moveTo>
                  <a:cubicBezTo>
                    <a:pt x="96798" y="31281"/>
                    <a:pt x="96798" y="31281"/>
                    <a:pt x="96798" y="30643"/>
                  </a:cubicBezTo>
                  <a:cubicBezTo>
                    <a:pt x="97437" y="30005"/>
                    <a:pt x="109578" y="17237"/>
                    <a:pt x="114051" y="10853"/>
                  </a:cubicBezTo>
                  <a:lnTo>
                    <a:pt x="114689" y="10214"/>
                  </a:lnTo>
                  <a:lnTo>
                    <a:pt x="115967" y="11491"/>
                  </a:lnTo>
                  <a:cubicBezTo>
                    <a:pt x="119801" y="16598"/>
                    <a:pt x="131942" y="30005"/>
                    <a:pt x="133220" y="30643"/>
                  </a:cubicBezTo>
                  <a:cubicBezTo>
                    <a:pt x="133220" y="31281"/>
                    <a:pt x="133859" y="31281"/>
                    <a:pt x="133220" y="31920"/>
                  </a:cubicBezTo>
                  <a:cubicBezTo>
                    <a:pt x="124914" y="76608"/>
                    <a:pt x="124914" y="122572"/>
                    <a:pt x="133220" y="167260"/>
                  </a:cubicBezTo>
                  <a:lnTo>
                    <a:pt x="115967" y="177475"/>
                  </a:lnTo>
                  <a:cubicBezTo>
                    <a:pt x="115329" y="177475"/>
                    <a:pt x="114689" y="177475"/>
                    <a:pt x="114689" y="177475"/>
                  </a:cubicBezTo>
                  <a:lnTo>
                    <a:pt x="97437" y="167260"/>
                  </a:lnTo>
                  <a:cubicBezTo>
                    <a:pt x="105744" y="127680"/>
                    <a:pt x="105744" y="85545"/>
                    <a:pt x="96798" y="31920"/>
                  </a:cubicBezTo>
                  <a:lnTo>
                    <a:pt x="96798" y="31920"/>
                  </a:lnTo>
                  <a:close/>
                  <a:moveTo>
                    <a:pt x="87213" y="192158"/>
                  </a:moveTo>
                  <a:cubicBezTo>
                    <a:pt x="85935" y="191519"/>
                    <a:pt x="84018" y="191519"/>
                    <a:pt x="82101" y="192158"/>
                  </a:cubicBezTo>
                  <a:cubicBezTo>
                    <a:pt x="73794" y="197903"/>
                    <a:pt x="64209" y="202372"/>
                    <a:pt x="54624" y="204926"/>
                  </a:cubicBezTo>
                  <a:cubicBezTo>
                    <a:pt x="53985" y="204926"/>
                    <a:pt x="52707" y="204926"/>
                    <a:pt x="52707" y="205564"/>
                  </a:cubicBezTo>
                  <a:cubicBezTo>
                    <a:pt x="49512" y="197903"/>
                    <a:pt x="45039" y="190881"/>
                    <a:pt x="38649" y="185135"/>
                  </a:cubicBezTo>
                  <a:cubicBezTo>
                    <a:pt x="16923" y="167260"/>
                    <a:pt x="4782" y="139809"/>
                    <a:pt x="6700" y="111081"/>
                  </a:cubicBezTo>
                  <a:cubicBezTo>
                    <a:pt x="7977" y="86822"/>
                    <a:pt x="21396" y="65117"/>
                    <a:pt x="43122" y="54264"/>
                  </a:cubicBezTo>
                  <a:lnTo>
                    <a:pt x="46956" y="52349"/>
                  </a:lnTo>
                  <a:cubicBezTo>
                    <a:pt x="37371" y="64478"/>
                    <a:pt x="31620" y="78523"/>
                    <a:pt x="29703" y="93206"/>
                  </a:cubicBezTo>
                  <a:cubicBezTo>
                    <a:pt x="29064" y="97036"/>
                    <a:pt x="29064" y="100867"/>
                    <a:pt x="29064" y="104697"/>
                  </a:cubicBezTo>
                  <a:cubicBezTo>
                    <a:pt x="29064" y="136617"/>
                    <a:pt x="43122" y="160238"/>
                    <a:pt x="75072" y="180667"/>
                  </a:cubicBezTo>
                  <a:cubicBezTo>
                    <a:pt x="78267" y="182582"/>
                    <a:pt x="85935" y="187051"/>
                    <a:pt x="101271" y="194711"/>
                  </a:cubicBezTo>
                  <a:lnTo>
                    <a:pt x="101271" y="199819"/>
                  </a:lnTo>
                  <a:lnTo>
                    <a:pt x="92964" y="195350"/>
                  </a:lnTo>
                  <a:lnTo>
                    <a:pt x="87213" y="192158"/>
                  </a:lnTo>
                  <a:close/>
                  <a:moveTo>
                    <a:pt x="94881" y="217694"/>
                  </a:moveTo>
                  <a:cubicBezTo>
                    <a:pt x="91047" y="220247"/>
                    <a:pt x="88491" y="224078"/>
                    <a:pt x="88491" y="228546"/>
                  </a:cubicBezTo>
                  <a:cubicBezTo>
                    <a:pt x="88491" y="229823"/>
                    <a:pt x="87852" y="231738"/>
                    <a:pt x="86574" y="232377"/>
                  </a:cubicBezTo>
                  <a:cubicBezTo>
                    <a:pt x="84657" y="233654"/>
                    <a:pt x="82101" y="234292"/>
                    <a:pt x="79545" y="233015"/>
                  </a:cubicBezTo>
                  <a:cubicBezTo>
                    <a:pt x="77628" y="232377"/>
                    <a:pt x="75711" y="231100"/>
                    <a:pt x="74433" y="229185"/>
                  </a:cubicBezTo>
                  <a:cubicBezTo>
                    <a:pt x="73155" y="225993"/>
                    <a:pt x="74433" y="222801"/>
                    <a:pt x="79545" y="220247"/>
                  </a:cubicBezTo>
                  <a:cubicBezTo>
                    <a:pt x="81462" y="218971"/>
                    <a:pt x="90408" y="214502"/>
                    <a:pt x="99354" y="209395"/>
                  </a:cubicBezTo>
                  <a:lnTo>
                    <a:pt x="101910" y="210671"/>
                  </a:lnTo>
                  <a:lnTo>
                    <a:pt x="101910" y="213863"/>
                  </a:lnTo>
                  <a:lnTo>
                    <a:pt x="94881" y="217694"/>
                  </a:lnTo>
                  <a:close/>
                  <a:moveTo>
                    <a:pt x="115329" y="250890"/>
                  </a:moveTo>
                  <a:cubicBezTo>
                    <a:pt x="110216" y="250890"/>
                    <a:pt x="106383" y="247060"/>
                    <a:pt x="106383" y="241953"/>
                  </a:cubicBezTo>
                  <a:cubicBezTo>
                    <a:pt x="106383" y="236846"/>
                    <a:pt x="110216" y="233015"/>
                    <a:pt x="115329" y="233015"/>
                  </a:cubicBezTo>
                  <a:cubicBezTo>
                    <a:pt x="120441" y="233015"/>
                    <a:pt x="124274" y="236846"/>
                    <a:pt x="124274" y="241953"/>
                  </a:cubicBezTo>
                  <a:lnTo>
                    <a:pt x="124274" y="241953"/>
                  </a:lnTo>
                  <a:cubicBezTo>
                    <a:pt x="124274" y="247060"/>
                    <a:pt x="120441" y="250890"/>
                    <a:pt x="115329" y="250890"/>
                  </a:cubicBezTo>
                  <a:cubicBezTo>
                    <a:pt x="115329" y="250890"/>
                    <a:pt x="115329" y="250890"/>
                    <a:pt x="115329" y="250890"/>
                  </a:cubicBezTo>
                  <a:lnTo>
                    <a:pt x="115329" y="250890"/>
                  </a:lnTo>
                  <a:close/>
                  <a:moveTo>
                    <a:pt x="115329" y="223439"/>
                  </a:moveTo>
                  <a:cubicBezTo>
                    <a:pt x="114051" y="223439"/>
                    <a:pt x="113411" y="223439"/>
                    <a:pt x="112134" y="224078"/>
                  </a:cubicBezTo>
                  <a:lnTo>
                    <a:pt x="112134" y="187051"/>
                  </a:lnTo>
                  <a:cubicBezTo>
                    <a:pt x="113411" y="187689"/>
                    <a:pt x="114051" y="187689"/>
                    <a:pt x="115329" y="187689"/>
                  </a:cubicBezTo>
                  <a:cubicBezTo>
                    <a:pt x="116606" y="187689"/>
                    <a:pt x="117884" y="187689"/>
                    <a:pt x="118524" y="187051"/>
                  </a:cubicBezTo>
                  <a:lnTo>
                    <a:pt x="118524" y="224078"/>
                  </a:lnTo>
                  <a:cubicBezTo>
                    <a:pt x="117246" y="223439"/>
                    <a:pt x="115967" y="223439"/>
                    <a:pt x="115329" y="223439"/>
                  </a:cubicBezTo>
                  <a:lnTo>
                    <a:pt x="115329" y="223439"/>
                  </a:lnTo>
                  <a:close/>
                  <a:moveTo>
                    <a:pt x="156224" y="229185"/>
                  </a:moveTo>
                  <a:cubicBezTo>
                    <a:pt x="154946" y="231100"/>
                    <a:pt x="153029" y="232377"/>
                    <a:pt x="151112" y="233015"/>
                  </a:cubicBezTo>
                  <a:cubicBezTo>
                    <a:pt x="148556" y="233654"/>
                    <a:pt x="146000" y="233654"/>
                    <a:pt x="144083" y="232377"/>
                  </a:cubicBezTo>
                  <a:cubicBezTo>
                    <a:pt x="142805" y="231738"/>
                    <a:pt x="142166" y="229823"/>
                    <a:pt x="142166" y="228546"/>
                  </a:cubicBezTo>
                  <a:cubicBezTo>
                    <a:pt x="142166" y="224078"/>
                    <a:pt x="139610" y="219609"/>
                    <a:pt x="135776" y="217694"/>
                  </a:cubicBezTo>
                  <a:lnTo>
                    <a:pt x="128747" y="213863"/>
                  </a:lnTo>
                  <a:lnTo>
                    <a:pt x="128747" y="208118"/>
                  </a:lnTo>
                  <a:cubicBezTo>
                    <a:pt x="139610" y="213863"/>
                    <a:pt x="149195" y="218971"/>
                    <a:pt x="151112" y="220247"/>
                  </a:cubicBezTo>
                  <a:cubicBezTo>
                    <a:pt x="155585" y="223439"/>
                    <a:pt x="157502" y="226631"/>
                    <a:pt x="156224" y="229185"/>
                  </a:cubicBezTo>
                  <a:lnTo>
                    <a:pt x="156224" y="229185"/>
                  </a:lnTo>
                  <a:close/>
                  <a:moveTo>
                    <a:pt x="191369" y="185135"/>
                  </a:moveTo>
                  <a:cubicBezTo>
                    <a:pt x="184979" y="190881"/>
                    <a:pt x="180506" y="197903"/>
                    <a:pt x="177311" y="205564"/>
                  </a:cubicBezTo>
                  <a:cubicBezTo>
                    <a:pt x="176672" y="205564"/>
                    <a:pt x="176033" y="205564"/>
                    <a:pt x="176033" y="205564"/>
                  </a:cubicBezTo>
                  <a:lnTo>
                    <a:pt x="175394" y="205564"/>
                  </a:lnTo>
                  <a:cubicBezTo>
                    <a:pt x="165809" y="202372"/>
                    <a:pt x="156863" y="198542"/>
                    <a:pt x="148556" y="192796"/>
                  </a:cubicBezTo>
                  <a:cubicBezTo>
                    <a:pt x="147278" y="192158"/>
                    <a:pt x="145361" y="192158"/>
                    <a:pt x="144083" y="192796"/>
                  </a:cubicBezTo>
                  <a:lnTo>
                    <a:pt x="137054" y="195988"/>
                  </a:lnTo>
                  <a:lnTo>
                    <a:pt x="130664" y="199180"/>
                  </a:lnTo>
                  <a:lnTo>
                    <a:pt x="128747" y="197903"/>
                  </a:lnTo>
                  <a:lnTo>
                    <a:pt x="128747" y="195350"/>
                  </a:lnTo>
                  <a:cubicBezTo>
                    <a:pt x="143444" y="187689"/>
                    <a:pt x="151751" y="182582"/>
                    <a:pt x="154946" y="181305"/>
                  </a:cubicBezTo>
                  <a:cubicBezTo>
                    <a:pt x="186896" y="160876"/>
                    <a:pt x="200954" y="137256"/>
                    <a:pt x="200954" y="105336"/>
                  </a:cubicBezTo>
                  <a:cubicBezTo>
                    <a:pt x="200954" y="101505"/>
                    <a:pt x="200954" y="97675"/>
                    <a:pt x="200315" y="93844"/>
                  </a:cubicBezTo>
                  <a:cubicBezTo>
                    <a:pt x="198398" y="79161"/>
                    <a:pt x="192647" y="64478"/>
                    <a:pt x="183062" y="52987"/>
                  </a:cubicBezTo>
                  <a:lnTo>
                    <a:pt x="186896" y="54902"/>
                  </a:lnTo>
                  <a:cubicBezTo>
                    <a:pt x="207983" y="66393"/>
                    <a:pt x="222040" y="87460"/>
                    <a:pt x="223318" y="111720"/>
                  </a:cubicBezTo>
                  <a:cubicBezTo>
                    <a:pt x="224596" y="139809"/>
                    <a:pt x="212455" y="167260"/>
                    <a:pt x="191369" y="185135"/>
                  </a:cubicBezTo>
                  <a:lnTo>
                    <a:pt x="191369" y="185135"/>
                  </a:lnTo>
                  <a:close/>
                </a:path>
              </a:pathLst>
            </a:custGeom>
            <a:solidFill>
              <a:srgbClr val="012169"/>
            </a:solidFill>
            <a:ln w="6390" cap="flat">
              <a:noFill/>
              <a:prstDash val="solid"/>
              <a:miter/>
            </a:ln>
          </p:spPr>
          <p:txBody>
            <a:bodyPr rtlCol="0" anchor="ctr"/>
            <a:lstStyle/>
            <a:p>
              <a:endParaRPr lang="en-US"/>
            </a:p>
          </p:txBody>
        </p:sp>
      </p:grpSp>
      <p:grpSp>
        <p:nvGrpSpPr>
          <p:cNvPr id="115" name="Graphic 4">
            <a:extLst>
              <a:ext uri="{FF2B5EF4-FFF2-40B4-BE49-F238E27FC236}">
                <a16:creationId xmlns:a16="http://schemas.microsoft.com/office/drawing/2014/main" id="{1F011E4B-C000-114D-8314-A6664F6DE714}"/>
              </a:ext>
            </a:extLst>
          </p:cNvPr>
          <p:cNvGrpSpPr/>
          <p:nvPr/>
        </p:nvGrpSpPr>
        <p:grpSpPr>
          <a:xfrm>
            <a:off x="5708130" y="3339623"/>
            <a:ext cx="362313" cy="361971"/>
            <a:chOff x="5708130" y="3339623"/>
            <a:chExt cx="362313" cy="361971"/>
          </a:xfrm>
          <a:solidFill>
            <a:srgbClr val="012169"/>
          </a:solidFill>
        </p:grpSpPr>
        <p:sp>
          <p:nvSpPr>
            <p:cNvPr id="116" name="Graphic 4">
              <a:extLst>
                <a:ext uri="{FF2B5EF4-FFF2-40B4-BE49-F238E27FC236}">
                  <a16:creationId xmlns:a16="http://schemas.microsoft.com/office/drawing/2014/main" id="{7D6A91DC-2B05-824E-B555-435E3677BC4A}"/>
                </a:ext>
              </a:extLst>
            </p:cNvPr>
            <p:cNvSpPr/>
            <p:nvPr/>
          </p:nvSpPr>
          <p:spPr>
            <a:xfrm>
              <a:off x="5708130" y="33396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lnTo>
                    <a:pt x="349530" y="180667"/>
                  </a:lnTo>
                  <a:cubicBezTo>
                    <a:pt x="349530" y="273873"/>
                    <a:pt x="274767" y="349204"/>
                    <a:pt x="181474" y="349204"/>
                  </a:cubicBezTo>
                  <a:lnTo>
                    <a:pt x="181474" y="349204"/>
                  </a:lnTo>
                  <a:close/>
                </a:path>
              </a:pathLst>
            </a:custGeom>
            <a:solidFill>
              <a:srgbClr val="012169"/>
            </a:solidFill>
            <a:ln w="6390" cap="flat">
              <a:noFill/>
              <a:prstDash val="solid"/>
              <a:miter/>
            </a:ln>
          </p:spPr>
          <p:txBody>
            <a:bodyPr rtlCol="0" anchor="ctr"/>
            <a:lstStyle/>
            <a:p>
              <a:endParaRPr lang="en-US"/>
            </a:p>
          </p:txBody>
        </p:sp>
        <p:sp>
          <p:nvSpPr>
            <p:cNvPr id="117" name="Graphic 4">
              <a:extLst>
                <a:ext uri="{FF2B5EF4-FFF2-40B4-BE49-F238E27FC236}">
                  <a16:creationId xmlns:a16="http://schemas.microsoft.com/office/drawing/2014/main" id="{DA350238-64B1-8B45-918B-4C6CE8646C55}"/>
                </a:ext>
              </a:extLst>
            </p:cNvPr>
            <p:cNvSpPr/>
            <p:nvPr/>
          </p:nvSpPr>
          <p:spPr>
            <a:xfrm>
              <a:off x="5843597" y="3467941"/>
              <a:ext cx="41534" cy="32558"/>
            </a:xfrm>
            <a:custGeom>
              <a:avLst/>
              <a:gdLst>
                <a:gd name="connsiteX0" fmla="*/ 33867 w 41534"/>
                <a:gd name="connsiteY0" fmla="*/ 0 h 32558"/>
                <a:gd name="connsiteX1" fmla="*/ 7029 w 41534"/>
                <a:gd name="connsiteY1" fmla="*/ 0 h 32558"/>
                <a:gd name="connsiteX2" fmla="*/ 0 w 41534"/>
                <a:gd name="connsiteY2" fmla="*/ 7023 h 32558"/>
                <a:gd name="connsiteX3" fmla="*/ 0 w 41534"/>
                <a:gd name="connsiteY3" fmla="*/ 7023 h 32558"/>
                <a:gd name="connsiteX4" fmla="*/ 0 w 41534"/>
                <a:gd name="connsiteY4" fmla="*/ 19791 h 32558"/>
                <a:gd name="connsiteX5" fmla="*/ 12141 w 41534"/>
                <a:gd name="connsiteY5" fmla="*/ 32559 h 32558"/>
                <a:gd name="connsiteX6" fmla="*/ 34506 w 41534"/>
                <a:gd name="connsiteY6" fmla="*/ 32559 h 32558"/>
                <a:gd name="connsiteX7" fmla="*/ 41535 w 41534"/>
                <a:gd name="connsiteY7" fmla="*/ 25536 h 32558"/>
                <a:gd name="connsiteX8" fmla="*/ 41535 w 41534"/>
                <a:gd name="connsiteY8" fmla="*/ 7023 h 32558"/>
                <a:gd name="connsiteX9" fmla="*/ 33867 w 41534"/>
                <a:gd name="connsiteY9" fmla="*/ 0 h 32558"/>
                <a:gd name="connsiteX10" fmla="*/ 31950 w 41534"/>
                <a:gd name="connsiteY10" fmla="*/ 23621 h 32558"/>
                <a:gd name="connsiteX11" fmla="*/ 14058 w 41534"/>
                <a:gd name="connsiteY11" fmla="*/ 23621 h 32558"/>
                <a:gd name="connsiteX12" fmla="*/ 8946 w 41534"/>
                <a:gd name="connsiteY12" fmla="*/ 18514 h 32558"/>
                <a:gd name="connsiteX13" fmla="*/ 8946 w 41534"/>
                <a:gd name="connsiteY13" fmla="*/ 10215 h 32558"/>
                <a:gd name="connsiteX14" fmla="*/ 31311 w 41534"/>
                <a:gd name="connsiteY14" fmla="*/ 10215 h 32558"/>
                <a:gd name="connsiteX15" fmla="*/ 31311 w 41534"/>
                <a:gd name="connsiteY15" fmla="*/ 23621 h 3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534" h="32558">
                  <a:moveTo>
                    <a:pt x="33867" y="0"/>
                  </a:moveTo>
                  <a:lnTo>
                    <a:pt x="7029" y="0"/>
                  </a:lnTo>
                  <a:cubicBezTo>
                    <a:pt x="3195" y="0"/>
                    <a:pt x="0" y="3192"/>
                    <a:pt x="0" y="7023"/>
                  </a:cubicBezTo>
                  <a:lnTo>
                    <a:pt x="0" y="7023"/>
                  </a:lnTo>
                  <a:lnTo>
                    <a:pt x="0" y="19791"/>
                  </a:lnTo>
                  <a:cubicBezTo>
                    <a:pt x="3195" y="24898"/>
                    <a:pt x="7029" y="29367"/>
                    <a:pt x="12141" y="32559"/>
                  </a:cubicBezTo>
                  <a:lnTo>
                    <a:pt x="34506" y="32559"/>
                  </a:lnTo>
                  <a:cubicBezTo>
                    <a:pt x="38340" y="32559"/>
                    <a:pt x="41535" y="29367"/>
                    <a:pt x="41535" y="25536"/>
                  </a:cubicBezTo>
                  <a:lnTo>
                    <a:pt x="41535" y="7023"/>
                  </a:lnTo>
                  <a:cubicBezTo>
                    <a:pt x="41535" y="3192"/>
                    <a:pt x="38340" y="0"/>
                    <a:pt x="33867" y="0"/>
                  </a:cubicBezTo>
                  <a:close/>
                  <a:moveTo>
                    <a:pt x="31950" y="23621"/>
                  </a:moveTo>
                  <a:lnTo>
                    <a:pt x="14058" y="23621"/>
                  </a:lnTo>
                  <a:cubicBezTo>
                    <a:pt x="13419" y="21067"/>
                    <a:pt x="11502" y="19152"/>
                    <a:pt x="8946" y="18514"/>
                  </a:cubicBezTo>
                  <a:lnTo>
                    <a:pt x="8946" y="10215"/>
                  </a:lnTo>
                  <a:lnTo>
                    <a:pt x="31311" y="10215"/>
                  </a:lnTo>
                  <a:lnTo>
                    <a:pt x="31311" y="23621"/>
                  </a:lnTo>
                  <a:close/>
                </a:path>
              </a:pathLst>
            </a:custGeom>
            <a:solidFill>
              <a:srgbClr val="012169"/>
            </a:solidFill>
            <a:ln w="6390" cap="flat">
              <a:noFill/>
              <a:prstDash val="solid"/>
              <a:miter/>
            </a:ln>
          </p:spPr>
          <p:txBody>
            <a:bodyPr rtlCol="0" anchor="ctr"/>
            <a:lstStyle/>
            <a:p>
              <a:endParaRPr lang="en-US"/>
            </a:p>
          </p:txBody>
        </p:sp>
        <p:sp>
          <p:nvSpPr>
            <p:cNvPr id="118" name="Graphic 4">
              <a:extLst>
                <a:ext uri="{FF2B5EF4-FFF2-40B4-BE49-F238E27FC236}">
                  <a16:creationId xmlns:a16="http://schemas.microsoft.com/office/drawing/2014/main" id="{7EDDF783-1122-1646-B018-269057B8357A}"/>
                </a:ext>
              </a:extLst>
            </p:cNvPr>
            <p:cNvSpPr/>
            <p:nvPr/>
          </p:nvSpPr>
          <p:spPr>
            <a:xfrm>
              <a:off x="5894635" y="3468580"/>
              <a:ext cx="41615" cy="32558"/>
            </a:xfrm>
            <a:custGeom>
              <a:avLst/>
              <a:gdLst>
                <a:gd name="connsiteX0" fmla="*/ 7110 w 41615"/>
                <a:gd name="connsiteY0" fmla="*/ 32558 h 32558"/>
                <a:gd name="connsiteX1" fmla="*/ 28836 w 41615"/>
                <a:gd name="connsiteY1" fmla="*/ 32558 h 32558"/>
                <a:gd name="connsiteX2" fmla="*/ 35865 w 41615"/>
                <a:gd name="connsiteY2" fmla="*/ 26813 h 32558"/>
                <a:gd name="connsiteX3" fmla="*/ 41616 w 41615"/>
                <a:gd name="connsiteY3" fmla="*/ 19790 h 32558"/>
                <a:gd name="connsiteX4" fmla="*/ 41616 w 41615"/>
                <a:gd name="connsiteY4" fmla="*/ 7022 h 32558"/>
                <a:gd name="connsiteX5" fmla="*/ 33948 w 41615"/>
                <a:gd name="connsiteY5" fmla="*/ 0 h 32558"/>
                <a:gd name="connsiteX6" fmla="*/ 7110 w 41615"/>
                <a:gd name="connsiteY6" fmla="*/ 0 h 32558"/>
                <a:gd name="connsiteX7" fmla="*/ 81 w 41615"/>
                <a:gd name="connsiteY7" fmla="*/ 7022 h 32558"/>
                <a:gd name="connsiteX8" fmla="*/ 81 w 41615"/>
                <a:gd name="connsiteY8" fmla="*/ 7022 h 32558"/>
                <a:gd name="connsiteX9" fmla="*/ 81 w 41615"/>
                <a:gd name="connsiteY9" fmla="*/ 25536 h 32558"/>
                <a:gd name="connsiteX10" fmla="*/ 7110 w 41615"/>
                <a:gd name="connsiteY10" fmla="*/ 32558 h 32558"/>
                <a:gd name="connsiteX11" fmla="*/ 7110 w 41615"/>
                <a:gd name="connsiteY11" fmla="*/ 32558 h 32558"/>
                <a:gd name="connsiteX12" fmla="*/ 9027 w 41615"/>
                <a:gd name="connsiteY12" fmla="*/ 8937 h 32558"/>
                <a:gd name="connsiteX13" fmla="*/ 31392 w 41615"/>
                <a:gd name="connsiteY13" fmla="*/ 8937 h 32558"/>
                <a:gd name="connsiteX14" fmla="*/ 31392 w 41615"/>
                <a:gd name="connsiteY14" fmla="*/ 17237 h 32558"/>
                <a:gd name="connsiteX15" fmla="*/ 25641 w 41615"/>
                <a:gd name="connsiteY15" fmla="*/ 22982 h 32558"/>
                <a:gd name="connsiteX16" fmla="*/ 8388 w 41615"/>
                <a:gd name="connsiteY16" fmla="*/ 22982 h 32558"/>
                <a:gd name="connsiteX17" fmla="*/ 9027 w 41615"/>
                <a:gd name="connsiteY17" fmla="*/ 8937 h 3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615" h="32558">
                  <a:moveTo>
                    <a:pt x="7110" y="32558"/>
                  </a:moveTo>
                  <a:lnTo>
                    <a:pt x="28836" y="32558"/>
                  </a:lnTo>
                  <a:cubicBezTo>
                    <a:pt x="32031" y="32558"/>
                    <a:pt x="35226" y="30005"/>
                    <a:pt x="35865" y="26813"/>
                  </a:cubicBezTo>
                  <a:cubicBezTo>
                    <a:pt x="39060" y="26174"/>
                    <a:pt x="41616" y="22982"/>
                    <a:pt x="41616" y="19790"/>
                  </a:cubicBezTo>
                  <a:lnTo>
                    <a:pt x="41616" y="7022"/>
                  </a:lnTo>
                  <a:cubicBezTo>
                    <a:pt x="41616" y="3192"/>
                    <a:pt x="38421" y="0"/>
                    <a:pt x="33948" y="0"/>
                  </a:cubicBezTo>
                  <a:lnTo>
                    <a:pt x="7110" y="0"/>
                  </a:lnTo>
                  <a:cubicBezTo>
                    <a:pt x="3276" y="0"/>
                    <a:pt x="81" y="3192"/>
                    <a:pt x="81" y="7022"/>
                  </a:cubicBezTo>
                  <a:lnTo>
                    <a:pt x="81" y="7022"/>
                  </a:lnTo>
                  <a:lnTo>
                    <a:pt x="81" y="25536"/>
                  </a:lnTo>
                  <a:cubicBezTo>
                    <a:pt x="-557" y="28728"/>
                    <a:pt x="2638" y="32558"/>
                    <a:pt x="7110" y="32558"/>
                  </a:cubicBezTo>
                  <a:cubicBezTo>
                    <a:pt x="7110" y="32558"/>
                    <a:pt x="7110" y="32558"/>
                    <a:pt x="7110" y="32558"/>
                  </a:cubicBezTo>
                  <a:close/>
                  <a:moveTo>
                    <a:pt x="9027" y="8937"/>
                  </a:moveTo>
                  <a:lnTo>
                    <a:pt x="31392" y="8937"/>
                  </a:lnTo>
                  <a:lnTo>
                    <a:pt x="31392" y="17237"/>
                  </a:lnTo>
                  <a:cubicBezTo>
                    <a:pt x="28836" y="17875"/>
                    <a:pt x="26280" y="19790"/>
                    <a:pt x="25641" y="22982"/>
                  </a:cubicBezTo>
                  <a:lnTo>
                    <a:pt x="8388" y="22982"/>
                  </a:lnTo>
                  <a:lnTo>
                    <a:pt x="9027" y="8937"/>
                  </a:lnTo>
                  <a:close/>
                </a:path>
              </a:pathLst>
            </a:custGeom>
            <a:solidFill>
              <a:srgbClr val="012169"/>
            </a:solidFill>
            <a:ln w="6390" cap="flat">
              <a:noFill/>
              <a:prstDash val="solid"/>
              <a:miter/>
            </a:ln>
          </p:spPr>
          <p:txBody>
            <a:bodyPr rtlCol="0" anchor="ctr"/>
            <a:lstStyle/>
            <a:p>
              <a:endParaRPr lang="en-US"/>
            </a:p>
          </p:txBody>
        </p:sp>
        <p:sp>
          <p:nvSpPr>
            <p:cNvPr id="119" name="Graphic 4">
              <a:extLst>
                <a:ext uri="{FF2B5EF4-FFF2-40B4-BE49-F238E27FC236}">
                  <a16:creationId xmlns:a16="http://schemas.microsoft.com/office/drawing/2014/main" id="{983E1AB1-B360-9A42-8B48-8EBB221D4B9A}"/>
                </a:ext>
              </a:extLst>
            </p:cNvPr>
            <p:cNvSpPr/>
            <p:nvPr/>
          </p:nvSpPr>
          <p:spPr>
            <a:xfrm>
              <a:off x="5768453" y="3435791"/>
              <a:ext cx="241853" cy="196218"/>
            </a:xfrm>
            <a:custGeom>
              <a:avLst/>
              <a:gdLst>
                <a:gd name="connsiteX0" fmla="*/ 240644 w 241853"/>
                <a:gd name="connsiteY0" fmla="*/ 2784 h 196218"/>
                <a:gd name="connsiteX1" fmla="*/ 232976 w 241853"/>
                <a:gd name="connsiteY1" fmla="*/ 230 h 196218"/>
                <a:gd name="connsiteX2" fmla="*/ 121791 w 241853"/>
                <a:gd name="connsiteY2" fmla="*/ 12998 h 196218"/>
                <a:gd name="connsiteX3" fmla="*/ 8689 w 241853"/>
                <a:gd name="connsiteY3" fmla="*/ 230 h 196218"/>
                <a:gd name="connsiteX4" fmla="*/ 1660 w 241853"/>
                <a:gd name="connsiteY4" fmla="*/ 2784 h 196218"/>
                <a:gd name="connsiteX5" fmla="*/ 382 w 241853"/>
                <a:gd name="connsiteY5" fmla="*/ 10445 h 196218"/>
                <a:gd name="connsiteX6" fmla="*/ 9328 w 241853"/>
                <a:gd name="connsiteY6" fmla="*/ 30235 h 196218"/>
                <a:gd name="connsiteX7" fmla="*/ 15718 w 241853"/>
                <a:gd name="connsiteY7" fmla="*/ 34704 h 196218"/>
                <a:gd name="connsiteX8" fmla="*/ 25303 w 241853"/>
                <a:gd name="connsiteY8" fmla="*/ 34704 h 196218"/>
                <a:gd name="connsiteX9" fmla="*/ 27220 w 241853"/>
                <a:gd name="connsiteY9" fmla="*/ 38534 h 196218"/>
                <a:gd name="connsiteX10" fmla="*/ 33610 w 241853"/>
                <a:gd name="connsiteY10" fmla="*/ 42365 h 196218"/>
                <a:gd name="connsiteX11" fmla="*/ 54058 w 241853"/>
                <a:gd name="connsiteY11" fmla="*/ 42365 h 196218"/>
                <a:gd name="connsiteX12" fmla="*/ 54058 w 241853"/>
                <a:gd name="connsiteY12" fmla="*/ 50664 h 196218"/>
                <a:gd name="connsiteX13" fmla="*/ 48946 w 241853"/>
                <a:gd name="connsiteY13" fmla="*/ 55771 h 196218"/>
                <a:gd name="connsiteX14" fmla="*/ 34249 w 241853"/>
                <a:gd name="connsiteY14" fmla="*/ 55771 h 196218"/>
                <a:gd name="connsiteX15" fmla="*/ 27220 w 241853"/>
                <a:gd name="connsiteY15" fmla="*/ 62794 h 196218"/>
                <a:gd name="connsiteX16" fmla="*/ 27220 w 241853"/>
                <a:gd name="connsiteY16" fmla="*/ 62794 h 196218"/>
                <a:gd name="connsiteX17" fmla="*/ 27220 w 241853"/>
                <a:gd name="connsiteY17" fmla="*/ 72370 h 196218"/>
                <a:gd name="connsiteX18" fmla="*/ 34249 w 241853"/>
                <a:gd name="connsiteY18" fmla="*/ 79392 h 196218"/>
                <a:gd name="connsiteX19" fmla="*/ 34249 w 241853"/>
                <a:gd name="connsiteY19" fmla="*/ 79392 h 196218"/>
                <a:gd name="connsiteX20" fmla="*/ 54058 w 241853"/>
                <a:gd name="connsiteY20" fmla="*/ 79392 h 196218"/>
                <a:gd name="connsiteX21" fmla="*/ 53418 w 241853"/>
                <a:gd name="connsiteY21" fmla="*/ 189196 h 196218"/>
                <a:gd name="connsiteX22" fmla="*/ 60448 w 241853"/>
                <a:gd name="connsiteY22" fmla="*/ 196219 h 196218"/>
                <a:gd name="connsiteX23" fmla="*/ 60448 w 241853"/>
                <a:gd name="connsiteY23" fmla="*/ 196219 h 196218"/>
                <a:gd name="connsiteX24" fmla="*/ 76422 w 241853"/>
                <a:gd name="connsiteY24" fmla="*/ 196219 h 196218"/>
                <a:gd name="connsiteX25" fmla="*/ 83451 w 241853"/>
                <a:gd name="connsiteY25" fmla="*/ 189196 h 196218"/>
                <a:gd name="connsiteX26" fmla="*/ 83451 w 241853"/>
                <a:gd name="connsiteY26" fmla="*/ 189196 h 196218"/>
                <a:gd name="connsiteX27" fmla="*/ 83451 w 241853"/>
                <a:gd name="connsiteY27" fmla="*/ 79392 h 196218"/>
                <a:gd name="connsiteX28" fmla="*/ 156936 w 241853"/>
                <a:gd name="connsiteY28" fmla="*/ 79392 h 196218"/>
                <a:gd name="connsiteX29" fmla="*/ 156297 w 241853"/>
                <a:gd name="connsiteY29" fmla="*/ 189196 h 196218"/>
                <a:gd name="connsiteX30" fmla="*/ 163325 w 241853"/>
                <a:gd name="connsiteY30" fmla="*/ 196219 h 196218"/>
                <a:gd name="connsiteX31" fmla="*/ 163325 w 241853"/>
                <a:gd name="connsiteY31" fmla="*/ 196219 h 196218"/>
                <a:gd name="connsiteX32" fmla="*/ 178661 w 241853"/>
                <a:gd name="connsiteY32" fmla="*/ 196219 h 196218"/>
                <a:gd name="connsiteX33" fmla="*/ 185690 w 241853"/>
                <a:gd name="connsiteY33" fmla="*/ 189196 h 196218"/>
                <a:gd name="connsiteX34" fmla="*/ 185690 w 241853"/>
                <a:gd name="connsiteY34" fmla="*/ 189196 h 196218"/>
                <a:gd name="connsiteX35" fmla="*/ 186968 w 241853"/>
                <a:gd name="connsiteY35" fmla="*/ 79392 h 196218"/>
                <a:gd name="connsiteX36" fmla="*/ 206138 w 241853"/>
                <a:gd name="connsiteY36" fmla="*/ 79392 h 196218"/>
                <a:gd name="connsiteX37" fmla="*/ 213167 w 241853"/>
                <a:gd name="connsiteY37" fmla="*/ 72370 h 196218"/>
                <a:gd name="connsiteX38" fmla="*/ 213167 w 241853"/>
                <a:gd name="connsiteY38" fmla="*/ 72370 h 196218"/>
                <a:gd name="connsiteX39" fmla="*/ 213167 w 241853"/>
                <a:gd name="connsiteY39" fmla="*/ 62794 h 196218"/>
                <a:gd name="connsiteX40" fmla="*/ 206138 w 241853"/>
                <a:gd name="connsiteY40" fmla="*/ 55771 h 196218"/>
                <a:gd name="connsiteX41" fmla="*/ 206138 w 241853"/>
                <a:gd name="connsiteY41" fmla="*/ 55771 h 196218"/>
                <a:gd name="connsiteX42" fmla="*/ 191441 w 241853"/>
                <a:gd name="connsiteY42" fmla="*/ 55771 h 196218"/>
                <a:gd name="connsiteX43" fmla="*/ 186329 w 241853"/>
                <a:gd name="connsiteY43" fmla="*/ 50664 h 196218"/>
                <a:gd name="connsiteX44" fmla="*/ 186329 w 241853"/>
                <a:gd name="connsiteY44" fmla="*/ 42365 h 196218"/>
                <a:gd name="connsiteX45" fmla="*/ 207416 w 241853"/>
                <a:gd name="connsiteY45" fmla="*/ 42365 h 196218"/>
                <a:gd name="connsiteX46" fmla="*/ 213806 w 241853"/>
                <a:gd name="connsiteY46" fmla="*/ 38534 h 196218"/>
                <a:gd name="connsiteX47" fmla="*/ 215723 w 241853"/>
                <a:gd name="connsiteY47" fmla="*/ 34704 h 196218"/>
                <a:gd name="connsiteX48" fmla="*/ 225308 w 241853"/>
                <a:gd name="connsiteY48" fmla="*/ 34704 h 196218"/>
                <a:gd name="connsiteX49" fmla="*/ 231698 w 241853"/>
                <a:gd name="connsiteY49" fmla="*/ 30235 h 196218"/>
                <a:gd name="connsiteX50" fmla="*/ 240644 w 241853"/>
                <a:gd name="connsiteY50" fmla="*/ 10445 h 196218"/>
                <a:gd name="connsiteX51" fmla="*/ 240644 w 241853"/>
                <a:gd name="connsiteY51" fmla="*/ 2784 h 196218"/>
                <a:gd name="connsiteX52" fmla="*/ 224030 w 241853"/>
                <a:gd name="connsiteY52" fmla="*/ 24490 h 196218"/>
                <a:gd name="connsiteX53" fmla="*/ 214445 w 241853"/>
                <a:gd name="connsiteY53" fmla="*/ 24490 h 196218"/>
                <a:gd name="connsiteX54" fmla="*/ 208055 w 241853"/>
                <a:gd name="connsiteY54" fmla="*/ 28320 h 196218"/>
                <a:gd name="connsiteX55" fmla="*/ 206138 w 241853"/>
                <a:gd name="connsiteY55" fmla="*/ 32150 h 196218"/>
                <a:gd name="connsiteX56" fmla="*/ 183773 w 241853"/>
                <a:gd name="connsiteY56" fmla="*/ 32150 h 196218"/>
                <a:gd name="connsiteX57" fmla="*/ 176745 w 241853"/>
                <a:gd name="connsiteY57" fmla="*/ 39173 h 196218"/>
                <a:gd name="connsiteX58" fmla="*/ 176745 w 241853"/>
                <a:gd name="connsiteY58" fmla="*/ 39173 h 196218"/>
                <a:gd name="connsiteX59" fmla="*/ 176745 w 241853"/>
                <a:gd name="connsiteY59" fmla="*/ 51941 h 196218"/>
                <a:gd name="connsiteX60" fmla="*/ 188885 w 241853"/>
                <a:gd name="connsiteY60" fmla="*/ 64709 h 196218"/>
                <a:gd name="connsiteX61" fmla="*/ 203582 w 241853"/>
                <a:gd name="connsiteY61" fmla="*/ 64709 h 196218"/>
                <a:gd name="connsiteX62" fmla="*/ 203582 w 241853"/>
                <a:gd name="connsiteY62" fmla="*/ 69816 h 196218"/>
                <a:gd name="connsiteX63" fmla="*/ 183773 w 241853"/>
                <a:gd name="connsiteY63" fmla="*/ 69816 h 196218"/>
                <a:gd name="connsiteX64" fmla="*/ 176745 w 241853"/>
                <a:gd name="connsiteY64" fmla="*/ 76838 h 196218"/>
                <a:gd name="connsiteX65" fmla="*/ 176745 w 241853"/>
                <a:gd name="connsiteY65" fmla="*/ 76838 h 196218"/>
                <a:gd name="connsiteX66" fmla="*/ 177383 w 241853"/>
                <a:gd name="connsiteY66" fmla="*/ 186643 h 196218"/>
                <a:gd name="connsiteX67" fmla="*/ 166520 w 241853"/>
                <a:gd name="connsiteY67" fmla="*/ 186643 h 196218"/>
                <a:gd name="connsiteX68" fmla="*/ 167160 w 241853"/>
                <a:gd name="connsiteY68" fmla="*/ 76838 h 196218"/>
                <a:gd name="connsiteX69" fmla="*/ 159492 w 241853"/>
                <a:gd name="connsiteY69" fmla="*/ 69816 h 196218"/>
                <a:gd name="connsiteX70" fmla="*/ 81534 w 241853"/>
                <a:gd name="connsiteY70" fmla="*/ 69816 h 196218"/>
                <a:gd name="connsiteX71" fmla="*/ 74506 w 241853"/>
                <a:gd name="connsiteY71" fmla="*/ 76838 h 196218"/>
                <a:gd name="connsiteX72" fmla="*/ 74506 w 241853"/>
                <a:gd name="connsiteY72" fmla="*/ 76838 h 196218"/>
                <a:gd name="connsiteX73" fmla="*/ 75144 w 241853"/>
                <a:gd name="connsiteY73" fmla="*/ 186643 h 196218"/>
                <a:gd name="connsiteX74" fmla="*/ 63643 w 241853"/>
                <a:gd name="connsiteY74" fmla="*/ 186643 h 196218"/>
                <a:gd name="connsiteX75" fmla="*/ 64281 w 241853"/>
                <a:gd name="connsiteY75" fmla="*/ 76838 h 196218"/>
                <a:gd name="connsiteX76" fmla="*/ 57253 w 241853"/>
                <a:gd name="connsiteY76" fmla="*/ 69816 h 196218"/>
                <a:gd name="connsiteX77" fmla="*/ 37444 w 241853"/>
                <a:gd name="connsiteY77" fmla="*/ 69816 h 196218"/>
                <a:gd name="connsiteX78" fmla="*/ 37444 w 241853"/>
                <a:gd name="connsiteY78" fmla="*/ 64709 h 196218"/>
                <a:gd name="connsiteX79" fmla="*/ 52141 w 241853"/>
                <a:gd name="connsiteY79" fmla="*/ 64709 h 196218"/>
                <a:gd name="connsiteX80" fmla="*/ 64281 w 241853"/>
                <a:gd name="connsiteY80" fmla="*/ 51941 h 196218"/>
                <a:gd name="connsiteX81" fmla="*/ 64281 w 241853"/>
                <a:gd name="connsiteY81" fmla="*/ 39173 h 196218"/>
                <a:gd name="connsiteX82" fmla="*/ 57253 w 241853"/>
                <a:gd name="connsiteY82" fmla="*/ 32150 h 196218"/>
                <a:gd name="connsiteX83" fmla="*/ 35527 w 241853"/>
                <a:gd name="connsiteY83" fmla="*/ 32150 h 196218"/>
                <a:gd name="connsiteX84" fmla="*/ 33610 w 241853"/>
                <a:gd name="connsiteY84" fmla="*/ 28320 h 196218"/>
                <a:gd name="connsiteX85" fmla="*/ 27220 w 241853"/>
                <a:gd name="connsiteY85" fmla="*/ 24490 h 196218"/>
                <a:gd name="connsiteX86" fmla="*/ 17635 w 241853"/>
                <a:gd name="connsiteY86" fmla="*/ 24490 h 196218"/>
                <a:gd name="connsiteX87" fmla="*/ 11245 w 241853"/>
                <a:gd name="connsiteY87" fmla="*/ 10445 h 196218"/>
                <a:gd name="connsiteX88" fmla="*/ 121791 w 241853"/>
                <a:gd name="connsiteY88" fmla="*/ 22574 h 196218"/>
                <a:gd name="connsiteX89" fmla="*/ 230420 w 241853"/>
                <a:gd name="connsiteY89" fmla="*/ 10445 h 196218"/>
                <a:gd name="connsiteX90" fmla="*/ 224030 w 241853"/>
                <a:gd name="connsiteY90" fmla="*/ 24490 h 196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241853" h="196218">
                  <a:moveTo>
                    <a:pt x="240644" y="2784"/>
                  </a:moveTo>
                  <a:cubicBezTo>
                    <a:pt x="238727" y="869"/>
                    <a:pt x="236171" y="-408"/>
                    <a:pt x="232976" y="230"/>
                  </a:cubicBezTo>
                  <a:cubicBezTo>
                    <a:pt x="196553" y="8530"/>
                    <a:pt x="159492" y="12998"/>
                    <a:pt x="121791" y="12998"/>
                  </a:cubicBezTo>
                  <a:cubicBezTo>
                    <a:pt x="84090" y="12998"/>
                    <a:pt x="45751" y="8530"/>
                    <a:pt x="8689" y="230"/>
                  </a:cubicBezTo>
                  <a:cubicBezTo>
                    <a:pt x="6133" y="-408"/>
                    <a:pt x="2938" y="230"/>
                    <a:pt x="1660" y="2784"/>
                  </a:cubicBezTo>
                  <a:cubicBezTo>
                    <a:pt x="-257" y="4699"/>
                    <a:pt x="-257" y="7891"/>
                    <a:pt x="382" y="10445"/>
                  </a:cubicBezTo>
                  <a:lnTo>
                    <a:pt x="9328" y="30235"/>
                  </a:lnTo>
                  <a:cubicBezTo>
                    <a:pt x="10606" y="32789"/>
                    <a:pt x="13162" y="34066"/>
                    <a:pt x="15718" y="34704"/>
                  </a:cubicBezTo>
                  <a:lnTo>
                    <a:pt x="25303" y="34704"/>
                  </a:lnTo>
                  <a:lnTo>
                    <a:pt x="27220" y="38534"/>
                  </a:lnTo>
                  <a:cubicBezTo>
                    <a:pt x="28498" y="41088"/>
                    <a:pt x="31054" y="42365"/>
                    <a:pt x="33610" y="42365"/>
                  </a:cubicBezTo>
                  <a:lnTo>
                    <a:pt x="54058" y="42365"/>
                  </a:lnTo>
                  <a:lnTo>
                    <a:pt x="54058" y="50664"/>
                  </a:lnTo>
                  <a:cubicBezTo>
                    <a:pt x="51502" y="51302"/>
                    <a:pt x="49585" y="53218"/>
                    <a:pt x="48946" y="55771"/>
                  </a:cubicBezTo>
                  <a:lnTo>
                    <a:pt x="34249" y="55771"/>
                  </a:lnTo>
                  <a:cubicBezTo>
                    <a:pt x="30415" y="55771"/>
                    <a:pt x="27220" y="58963"/>
                    <a:pt x="27220" y="62794"/>
                  </a:cubicBezTo>
                  <a:lnTo>
                    <a:pt x="27220" y="62794"/>
                  </a:lnTo>
                  <a:lnTo>
                    <a:pt x="27220" y="72370"/>
                  </a:lnTo>
                  <a:cubicBezTo>
                    <a:pt x="27220" y="76200"/>
                    <a:pt x="30415" y="79392"/>
                    <a:pt x="34249" y="79392"/>
                  </a:cubicBezTo>
                  <a:lnTo>
                    <a:pt x="34249" y="79392"/>
                  </a:lnTo>
                  <a:lnTo>
                    <a:pt x="54058" y="79392"/>
                  </a:lnTo>
                  <a:lnTo>
                    <a:pt x="53418" y="189196"/>
                  </a:lnTo>
                  <a:cubicBezTo>
                    <a:pt x="53418" y="193027"/>
                    <a:pt x="56613" y="196219"/>
                    <a:pt x="60448" y="196219"/>
                  </a:cubicBezTo>
                  <a:lnTo>
                    <a:pt x="60448" y="196219"/>
                  </a:lnTo>
                  <a:lnTo>
                    <a:pt x="76422" y="196219"/>
                  </a:lnTo>
                  <a:cubicBezTo>
                    <a:pt x="80256" y="196219"/>
                    <a:pt x="83451" y="193027"/>
                    <a:pt x="83451" y="189196"/>
                  </a:cubicBezTo>
                  <a:cubicBezTo>
                    <a:pt x="83451" y="189196"/>
                    <a:pt x="83451" y="189196"/>
                    <a:pt x="83451" y="189196"/>
                  </a:cubicBezTo>
                  <a:lnTo>
                    <a:pt x="83451" y="79392"/>
                  </a:lnTo>
                  <a:lnTo>
                    <a:pt x="156936" y="79392"/>
                  </a:lnTo>
                  <a:lnTo>
                    <a:pt x="156297" y="189196"/>
                  </a:lnTo>
                  <a:cubicBezTo>
                    <a:pt x="156297" y="193027"/>
                    <a:pt x="159492" y="196219"/>
                    <a:pt x="163325" y="196219"/>
                  </a:cubicBezTo>
                  <a:lnTo>
                    <a:pt x="163325" y="196219"/>
                  </a:lnTo>
                  <a:lnTo>
                    <a:pt x="178661" y="196219"/>
                  </a:lnTo>
                  <a:cubicBezTo>
                    <a:pt x="182495" y="196219"/>
                    <a:pt x="185690" y="193027"/>
                    <a:pt x="185690" y="189196"/>
                  </a:cubicBezTo>
                  <a:cubicBezTo>
                    <a:pt x="185690" y="189196"/>
                    <a:pt x="185690" y="189196"/>
                    <a:pt x="185690" y="189196"/>
                  </a:cubicBezTo>
                  <a:lnTo>
                    <a:pt x="186968" y="79392"/>
                  </a:lnTo>
                  <a:lnTo>
                    <a:pt x="206138" y="79392"/>
                  </a:lnTo>
                  <a:cubicBezTo>
                    <a:pt x="209972" y="79392"/>
                    <a:pt x="213167" y="76200"/>
                    <a:pt x="213167" y="72370"/>
                  </a:cubicBezTo>
                  <a:lnTo>
                    <a:pt x="213167" y="72370"/>
                  </a:lnTo>
                  <a:lnTo>
                    <a:pt x="213167" y="62794"/>
                  </a:lnTo>
                  <a:cubicBezTo>
                    <a:pt x="213167" y="58963"/>
                    <a:pt x="209972" y="55771"/>
                    <a:pt x="206138" y="55771"/>
                  </a:cubicBezTo>
                  <a:lnTo>
                    <a:pt x="206138" y="55771"/>
                  </a:lnTo>
                  <a:lnTo>
                    <a:pt x="191441" y="55771"/>
                  </a:lnTo>
                  <a:cubicBezTo>
                    <a:pt x="190802" y="53218"/>
                    <a:pt x="188885" y="51302"/>
                    <a:pt x="186329" y="50664"/>
                  </a:cubicBezTo>
                  <a:lnTo>
                    <a:pt x="186329" y="42365"/>
                  </a:lnTo>
                  <a:lnTo>
                    <a:pt x="207416" y="42365"/>
                  </a:lnTo>
                  <a:cubicBezTo>
                    <a:pt x="209972" y="42365"/>
                    <a:pt x="212528" y="41088"/>
                    <a:pt x="213806" y="38534"/>
                  </a:cubicBezTo>
                  <a:lnTo>
                    <a:pt x="215723" y="34704"/>
                  </a:lnTo>
                  <a:lnTo>
                    <a:pt x="225308" y="34704"/>
                  </a:lnTo>
                  <a:cubicBezTo>
                    <a:pt x="227864" y="34704"/>
                    <a:pt x="230420" y="32789"/>
                    <a:pt x="231698" y="30235"/>
                  </a:cubicBezTo>
                  <a:lnTo>
                    <a:pt x="240644" y="10445"/>
                  </a:lnTo>
                  <a:cubicBezTo>
                    <a:pt x="242561" y="7891"/>
                    <a:pt x="241922" y="4699"/>
                    <a:pt x="240644" y="2784"/>
                  </a:cubicBezTo>
                  <a:close/>
                  <a:moveTo>
                    <a:pt x="224030" y="24490"/>
                  </a:moveTo>
                  <a:lnTo>
                    <a:pt x="214445" y="24490"/>
                  </a:lnTo>
                  <a:cubicBezTo>
                    <a:pt x="211889" y="24490"/>
                    <a:pt x="209333" y="25766"/>
                    <a:pt x="208055" y="28320"/>
                  </a:cubicBezTo>
                  <a:lnTo>
                    <a:pt x="206138" y="32150"/>
                  </a:lnTo>
                  <a:lnTo>
                    <a:pt x="183773" y="32150"/>
                  </a:lnTo>
                  <a:cubicBezTo>
                    <a:pt x="179940" y="32150"/>
                    <a:pt x="176745" y="35342"/>
                    <a:pt x="176745" y="39173"/>
                  </a:cubicBezTo>
                  <a:lnTo>
                    <a:pt x="176745" y="39173"/>
                  </a:lnTo>
                  <a:lnTo>
                    <a:pt x="176745" y="51941"/>
                  </a:lnTo>
                  <a:cubicBezTo>
                    <a:pt x="179940" y="57048"/>
                    <a:pt x="183773" y="61517"/>
                    <a:pt x="188885" y="64709"/>
                  </a:cubicBezTo>
                  <a:lnTo>
                    <a:pt x="203582" y="64709"/>
                  </a:lnTo>
                  <a:lnTo>
                    <a:pt x="203582" y="69816"/>
                  </a:lnTo>
                  <a:lnTo>
                    <a:pt x="183773" y="69816"/>
                  </a:lnTo>
                  <a:cubicBezTo>
                    <a:pt x="179940" y="69816"/>
                    <a:pt x="176745" y="73008"/>
                    <a:pt x="176745" y="76838"/>
                  </a:cubicBezTo>
                  <a:cubicBezTo>
                    <a:pt x="176745" y="76838"/>
                    <a:pt x="176745" y="76838"/>
                    <a:pt x="176745" y="76838"/>
                  </a:cubicBezTo>
                  <a:lnTo>
                    <a:pt x="177383" y="186643"/>
                  </a:lnTo>
                  <a:lnTo>
                    <a:pt x="166520" y="186643"/>
                  </a:lnTo>
                  <a:lnTo>
                    <a:pt x="167160" y="76838"/>
                  </a:lnTo>
                  <a:cubicBezTo>
                    <a:pt x="167160" y="73008"/>
                    <a:pt x="163965" y="69816"/>
                    <a:pt x="159492" y="69816"/>
                  </a:cubicBezTo>
                  <a:lnTo>
                    <a:pt x="81534" y="69816"/>
                  </a:lnTo>
                  <a:cubicBezTo>
                    <a:pt x="77701" y="69816"/>
                    <a:pt x="74506" y="73008"/>
                    <a:pt x="74506" y="76838"/>
                  </a:cubicBezTo>
                  <a:cubicBezTo>
                    <a:pt x="74506" y="76838"/>
                    <a:pt x="74506" y="76838"/>
                    <a:pt x="74506" y="76838"/>
                  </a:cubicBezTo>
                  <a:lnTo>
                    <a:pt x="75144" y="186643"/>
                  </a:lnTo>
                  <a:lnTo>
                    <a:pt x="63643" y="186643"/>
                  </a:lnTo>
                  <a:lnTo>
                    <a:pt x="64281" y="76838"/>
                  </a:lnTo>
                  <a:cubicBezTo>
                    <a:pt x="64281" y="73008"/>
                    <a:pt x="61086" y="69816"/>
                    <a:pt x="57253" y="69816"/>
                  </a:cubicBezTo>
                  <a:lnTo>
                    <a:pt x="37444" y="69816"/>
                  </a:lnTo>
                  <a:lnTo>
                    <a:pt x="37444" y="64709"/>
                  </a:lnTo>
                  <a:lnTo>
                    <a:pt x="52141" y="64709"/>
                  </a:lnTo>
                  <a:cubicBezTo>
                    <a:pt x="57253" y="61517"/>
                    <a:pt x="61726" y="57048"/>
                    <a:pt x="64281" y="51941"/>
                  </a:cubicBezTo>
                  <a:lnTo>
                    <a:pt x="64281" y="39173"/>
                  </a:lnTo>
                  <a:cubicBezTo>
                    <a:pt x="64281" y="35342"/>
                    <a:pt x="61086" y="32150"/>
                    <a:pt x="57253" y="32150"/>
                  </a:cubicBezTo>
                  <a:lnTo>
                    <a:pt x="35527" y="32150"/>
                  </a:lnTo>
                  <a:lnTo>
                    <a:pt x="33610" y="28320"/>
                  </a:lnTo>
                  <a:cubicBezTo>
                    <a:pt x="32332" y="25766"/>
                    <a:pt x="29776" y="24490"/>
                    <a:pt x="27220" y="24490"/>
                  </a:cubicBezTo>
                  <a:lnTo>
                    <a:pt x="17635" y="24490"/>
                  </a:lnTo>
                  <a:lnTo>
                    <a:pt x="11245" y="10445"/>
                  </a:lnTo>
                  <a:cubicBezTo>
                    <a:pt x="47668" y="18106"/>
                    <a:pt x="84729" y="22574"/>
                    <a:pt x="121791" y="22574"/>
                  </a:cubicBezTo>
                  <a:cubicBezTo>
                    <a:pt x="158214" y="22574"/>
                    <a:pt x="194636" y="18744"/>
                    <a:pt x="230420" y="10445"/>
                  </a:cubicBezTo>
                  <a:lnTo>
                    <a:pt x="224030" y="24490"/>
                  </a:lnTo>
                  <a:close/>
                </a:path>
              </a:pathLst>
            </a:custGeom>
            <a:solidFill>
              <a:srgbClr val="012169"/>
            </a:solidFill>
            <a:ln w="6390" cap="flat">
              <a:noFill/>
              <a:prstDash val="solid"/>
              <a:miter/>
            </a:ln>
          </p:spPr>
          <p:txBody>
            <a:bodyPr rtlCol="0" anchor="ctr"/>
            <a:lstStyle/>
            <a:p>
              <a:endParaRPr lang="en-US"/>
            </a:p>
          </p:txBody>
        </p:sp>
      </p:grpSp>
      <p:grpSp>
        <p:nvGrpSpPr>
          <p:cNvPr id="120" name="Graphic 4">
            <a:extLst>
              <a:ext uri="{FF2B5EF4-FFF2-40B4-BE49-F238E27FC236}">
                <a16:creationId xmlns:a16="http://schemas.microsoft.com/office/drawing/2014/main" id="{B72C9368-D201-F646-8DF1-654763239BC3}"/>
              </a:ext>
            </a:extLst>
          </p:cNvPr>
          <p:cNvGrpSpPr/>
          <p:nvPr/>
        </p:nvGrpSpPr>
        <p:grpSpPr>
          <a:xfrm>
            <a:off x="5708130" y="2855717"/>
            <a:ext cx="362313" cy="361971"/>
            <a:chOff x="5708130" y="2855717"/>
            <a:chExt cx="362313" cy="361971"/>
          </a:xfrm>
          <a:solidFill>
            <a:srgbClr val="012169"/>
          </a:solidFill>
        </p:grpSpPr>
        <p:sp>
          <p:nvSpPr>
            <p:cNvPr id="121" name="Graphic 4">
              <a:extLst>
                <a:ext uri="{FF2B5EF4-FFF2-40B4-BE49-F238E27FC236}">
                  <a16:creationId xmlns:a16="http://schemas.microsoft.com/office/drawing/2014/main" id="{E40D01DB-3E80-8449-8FE8-085DF8481239}"/>
                </a:ext>
              </a:extLst>
            </p:cNvPr>
            <p:cNvSpPr/>
            <p:nvPr/>
          </p:nvSpPr>
          <p:spPr>
            <a:xfrm>
              <a:off x="5708130" y="285571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49530" y="273234"/>
                    <a:pt x="274767" y="348565"/>
                    <a:pt x="181474" y="349204"/>
                  </a:cubicBezTo>
                  <a:close/>
                </a:path>
              </a:pathLst>
            </a:custGeom>
            <a:solidFill>
              <a:srgbClr val="012169"/>
            </a:solidFill>
            <a:ln w="6390" cap="flat">
              <a:noFill/>
              <a:prstDash val="solid"/>
              <a:miter/>
            </a:ln>
          </p:spPr>
          <p:txBody>
            <a:bodyPr rtlCol="0" anchor="ctr"/>
            <a:lstStyle/>
            <a:p>
              <a:endParaRPr lang="en-US"/>
            </a:p>
          </p:txBody>
        </p:sp>
        <p:sp>
          <p:nvSpPr>
            <p:cNvPr id="122" name="Graphic 4">
              <a:extLst>
                <a:ext uri="{FF2B5EF4-FFF2-40B4-BE49-F238E27FC236}">
                  <a16:creationId xmlns:a16="http://schemas.microsoft.com/office/drawing/2014/main" id="{08DAB74C-9735-554E-ADEA-EE3F3B675355}"/>
                </a:ext>
              </a:extLst>
            </p:cNvPr>
            <p:cNvSpPr/>
            <p:nvPr/>
          </p:nvSpPr>
          <p:spPr>
            <a:xfrm>
              <a:off x="5773947" y="2955307"/>
              <a:ext cx="230357" cy="187050"/>
            </a:xfrm>
            <a:custGeom>
              <a:avLst/>
              <a:gdLst>
                <a:gd name="connsiteX0" fmla="*/ 228760 w 230357"/>
                <a:gd name="connsiteY0" fmla="*/ 638 h 187050"/>
                <a:gd name="connsiteX1" fmla="*/ 116936 w 230357"/>
                <a:gd name="connsiteY1" fmla="*/ 13406 h 187050"/>
                <a:gd name="connsiteX2" fmla="*/ 3195 w 230357"/>
                <a:gd name="connsiteY2" fmla="*/ 638 h 187050"/>
                <a:gd name="connsiteX3" fmla="*/ 0 w 230357"/>
                <a:gd name="connsiteY3" fmla="*/ 2554 h 187050"/>
                <a:gd name="connsiteX4" fmla="*/ 0 w 230357"/>
                <a:gd name="connsiteY4" fmla="*/ 3830 h 187050"/>
                <a:gd name="connsiteX5" fmla="*/ 8946 w 230357"/>
                <a:gd name="connsiteY5" fmla="*/ 22982 h 187050"/>
                <a:gd name="connsiteX6" fmla="*/ 10863 w 230357"/>
                <a:gd name="connsiteY6" fmla="*/ 24259 h 187050"/>
                <a:gd name="connsiteX7" fmla="*/ 21726 w 230357"/>
                <a:gd name="connsiteY7" fmla="*/ 24259 h 187050"/>
                <a:gd name="connsiteX8" fmla="*/ 23643 w 230357"/>
                <a:gd name="connsiteY8" fmla="*/ 25536 h 187050"/>
                <a:gd name="connsiteX9" fmla="*/ 26199 w 230357"/>
                <a:gd name="connsiteY9" fmla="*/ 30643 h 187050"/>
                <a:gd name="connsiteX10" fmla="*/ 28116 w 230357"/>
                <a:gd name="connsiteY10" fmla="*/ 31920 h 187050"/>
                <a:gd name="connsiteX11" fmla="*/ 51119 w 230357"/>
                <a:gd name="connsiteY11" fmla="*/ 31920 h 187050"/>
                <a:gd name="connsiteX12" fmla="*/ 53676 w 230357"/>
                <a:gd name="connsiteY12" fmla="*/ 34474 h 187050"/>
                <a:gd name="connsiteX13" fmla="*/ 53676 w 230357"/>
                <a:gd name="connsiteY13" fmla="*/ 34474 h 187050"/>
                <a:gd name="connsiteX14" fmla="*/ 53676 w 230357"/>
                <a:gd name="connsiteY14" fmla="*/ 47242 h 187050"/>
                <a:gd name="connsiteX15" fmla="*/ 51119 w 230357"/>
                <a:gd name="connsiteY15" fmla="*/ 49795 h 187050"/>
                <a:gd name="connsiteX16" fmla="*/ 51119 w 230357"/>
                <a:gd name="connsiteY16" fmla="*/ 49795 h 187050"/>
                <a:gd name="connsiteX17" fmla="*/ 48564 w 230357"/>
                <a:gd name="connsiteY17" fmla="*/ 52349 h 187050"/>
                <a:gd name="connsiteX18" fmla="*/ 48564 w 230357"/>
                <a:gd name="connsiteY18" fmla="*/ 52349 h 187050"/>
                <a:gd name="connsiteX19" fmla="*/ 48564 w 230357"/>
                <a:gd name="connsiteY19" fmla="*/ 52987 h 187050"/>
                <a:gd name="connsiteX20" fmla="*/ 46008 w 230357"/>
                <a:gd name="connsiteY20" fmla="*/ 55541 h 187050"/>
                <a:gd name="connsiteX21" fmla="*/ 46008 w 230357"/>
                <a:gd name="connsiteY21" fmla="*/ 55541 h 187050"/>
                <a:gd name="connsiteX22" fmla="*/ 28755 w 230357"/>
                <a:gd name="connsiteY22" fmla="*/ 55541 h 187050"/>
                <a:gd name="connsiteX23" fmla="*/ 26199 w 230357"/>
                <a:gd name="connsiteY23" fmla="*/ 58094 h 187050"/>
                <a:gd name="connsiteX24" fmla="*/ 26199 w 230357"/>
                <a:gd name="connsiteY24" fmla="*/ 58094 h 187050"/>
                <a:gd name="connsiteX25" fmla="*/ 26199 w 230357"/>
                <a:gd name="connsiteY25" fmla="*/ 67670 h 187050"/>
                <a:gd name="connsiteX26" fmla="*/ 28755 w 230357"/>
                <a:gd name="connsiteY26" fmla="*/ 70224 h 187050"/>
                <a:gd name="connsiteX27" fmla="*/ 28755 w 230357"/>
                <a:gd name="connsiteY27" fmla="*/ 70224 h 187050"/>
                <a:gd name="connsiteX28" fmla="*/ 51119 w 230357"/>
                <a:gd name="connsiteY28" fmla="*/ 70224 h 187050"/>
                <a:gd name="connsiteX29" fmla="*/ 53676 w 230357"/>
                <a:gd name="connsiteY29" fmla="*/ 72778 h 187050"/>
                <a:gd name="connsiteX30" fmla="*/ 53676 w 230357"/>
                <a:gd name="connsiteY30" fmla="*/ 72778 h 187050"/>
                <a:gd name="connsiteX31" fmla="*/ 53037 w 230357"/>
                <a:gd name="connsiteY31" fmla="*/ 184497 h 187050"/>
                <a:gd name="connsiteX32" fmla="*/ 55593 w 230357"/>
                <a:gd name="connsiteY32" fmla="*/ 187051 h 187050"/>
                <a:gd name="connsiteX33" fmla="*/ 55593 w 230357"/>
                <a:gd name="connsiteY33" fmla="*/ 187051 h 187050"/>
                <a:gd name="connsiteX34" fmla="*/ 71567 w 230357"/>
                <a:gd name="connsiteY34" fmla="*/ 187051 h 187050"/>
                <a:gd name="connsiteX35" fmla="*/ 74124 w 230357"/>
                <a:gd name="connsiteY35" fmla="*/ 184497 h 187050"/>
                <a:gd name="connsiteX36" fmla="*/ 74124 w 230357"/>
                <a:gd name="connsiteY36" fmla="*/ 184497 h 187050"/>
                <a:gd name="connsiteX37" fmla="*/ 73484 w 230357"/>
                <a:gd name="connsiteY37" fmla="*/ 72778 h 187050"/>
                <a:gd name="connsiteX38" fmla="*/ 76040 w 230357"/>
                <a:gd name="connsiteY38" fmla="*/ 70224 h 187050"/>
                <a:gd name="connsiteX39" fmla="*/ 76040 w 230357"/>
                <a:gd name="connsiteY39" fmla="*/ 70224 h 187050"/>
                <a:gd name="connsiteX40" fmla="*/ 153998 w 230357"/>
                <a:gd name="connsiteY40" fmla="*/ 70224 h 187050"/>
                <a:gd name="connsiteX41" fmla="*/ 156553 w 230357"/>
                <a:gd name="connsiteY41" fmla="*/ 72778 h 187050"/>
                <a:gd name="connsiteX42" fmla="*/ 156553 w 230357"/>
                <a:gd name="connsiteY42" fmla="*/ 72778 h 187050"/>
                <a:gd name="connsiteX43" fmla="*/ 155915 w 230357"/>
                <a:gd name="connsiteY43" fmla="*/ 184497 h 187050"/>
                <a:gd name="connsiteX44" fmla="*/ 158471 w 230357"/>
                <a:gd name="connsiteY44" fmla="*/ 187051 h 187050"/>
                <a:gd name="connsiteX45" fmla="*/ 158471 w 230357"/>
                <a:gd name="connsiteY45" fmla="*/ 187051 h 187050"/>
                <a:gd name="connsiteX46" fmla="*/ 173806 w 230357"/>
                <a:gd name="connsiteY46" fmla="*/ 187051 h 187050"/>
                <a:gd name="connsiteX47" fmla="*/ 176363 w 230357"/>
                <a:gd name="connsiteY47" fmla="*/ 184497 h 187050"/>
                <a:gd name="connsiteX48" fmla="*/ 176363 w 230357"/>
                <a:gd name="connsiteY48" fmla="*/ 184497 h 187050"/>
                <a:gd name="connsiteX49" fmla="*/ 175723 w 230357"/>
                <a:gd name="connsiteY49" fmla="*/ 72778 h 187050"/>
                <a:gd name="connsiteX50" fmla="*/ 178279 w 230357"/>
                <a:gd name="connsiteY50" fmla="*/ 70224 h 187050"/>
                <a:gd name="connsiteX51" fmla="*/ 178279 w 230357"/>
                <a:gd name="connsiteY51" fmla="*/ 70224 h 187050"/>
                <a:gd name="connsiteX52" fmla="*/ 200005 w 230357"/>
                <a:gd name="connsiteY52" fmla="*/ 70224 h 187050"/>
                <a:gd name="connsiteX53" fmla="*/ 202561 w 230357"/>
                <a:gd name="connsiteY53" fmla="*/ 67670 h 187050"/>
                <a:gd name="connsiteX54" fmla="*/ 202561 w 230357"/>
                <a:gd name="connsiteY54" fmla="*/ 58094 h 187050"/>
                <a:gd name="connsiteX55" fmla="*/ 200005 w 230357"/>
                <a:gd name="connsiteY55" fmla="*/ 55541 h 187050"/>
                <a:gd name="connsiteX56" fmla="*/ 182752 w 230357"/>
                <a:gd name="connsiteY56" fmla="*/ 55541 h 187050"/>
                <a:gd name="connsiteX57" fmla="*/ 180196 w 230357"/>
                <a:gd name="connsiteY57" fmla="*/ 52987 h 187050"/>
                <a:gd name="connsiteX58" fmla="*/ 180196 w 230357"/>
                <a:gd name="connsiteY58" fmla="*/ 52987 h 187050"/>
                <a:gd name="connsiteX59" fmla="*/ 180196 w 230357"/>
                <a:gd name="connsiteY59" fmla="*/ 52349 h 187050"/>
                <a:gd name="connsiteX60" fmla="*/ 177641 w 230357"/>
                <a:gd name="connsiteY60" fmla="*/ 49795 h 187050"/>
                <a:gd name="connsiteX61" fmla="*/ 177641 w 230357"/>
                <a:gd name="connsiteY61" fmla="*/ 49795 h 187050"/>
                <a:gd name="connsiteX62" fmla="*/ 177641 w 230357"/>
                <a:gd name="connsiteY62" fmla="*/ 49795 h 187050"/>
                <a:gd name="connsiteX63" fmla="*/ 175084 w 230357"/>
                <a:gd name="connsiteY63" fmla="*/ 47242 h 187050"/>
                <a:gd name="connsiteX64" fmla="*/ 175084 w 230357"/>
                <a:gd name="connsiteY64" fmla="*/ 34474 h 187050"/>
                <a:gd name="connsiteX65" fmla="*/ 177641 w 230357"/>
                <a:gd name="connsiteY65" fmla="*/ 31920 h 187050"/>
                <a:gd name="connsiteX66" fmla="*/ 177641 w 230357"/>
                <a:gd name="connsiteY66" fmla="*/ 31920 h 187050"/>
                <a:gd name="connsiteX67" fmla="*/ 201283 w 230357"/>
                <a:gd name="connsiteY67" fmla="*/ 31920 h 187050"/>
                <a:gd name="connsiteX68" fmla="*/ 203200 w 230357"/>
                <a:gd name="connsiteY68" fmla="*/ 30643 h 187050"/>
                <a:gd name="connsiteX69" fmla="*/ 205756 w 230357"/>
                <a:gd name="connsiteY69" fmla="*/ 25536 h 187050"/>
                <a:gd name="connsiteX70" fmla="*/ 207673 w 230357"/>
                <a:gd name="connsiteY70" fmla="*/ 24259 h 187050"/>
                <a:gd name="connsiteX71" fmla="*/ 218536 w 230357"/>
                <a:gd name="connsiteY71" fmla="*/ 24259 h 187050"/>
                <a:gd name="connsiteX72" fmla="*/ 220453 w 230357"/>
                <a:gd name="connsiteY72" fmla="*/ 22982 h 187050"/>
                <a:gd name="connsiteX73" fmla="*/ 229399 w 230357"/>
                <a:gd name="connsiteY73" fmla="*/ 3830 h 187050"/>
                <a:gd name="connsiteX74" fmla="*/ 229399 w 230357"/>
                <a:gd name="connsiteY74" fmla="*/ 0 h 187050"/>
                <a:gd name="connsiteX75" fmla="*/ 228760 w 230357"/>
                <a:gd name="connsiteY75" fmla="*/ 638 h 187050"/>
                <a:gd name="connsiteX76" fmla="*/ 106073 w 230357"/>
                <a:gd name="connsiteY76" fmla="*/ 53626 h 187050"/>
                <a:gd name="connsiteX77" fmla="*/ 103517 w 230357"/>
                <a:gd name="connsiteY77" fmla="*/ 56179 h 187050"/>
                <a:gd name="connsiteX78" fmla="*/ 103517 w 230357"/>
                <a:gd name="connsiteY78" fmla="*/ 56179 h 187050"/>
                <a:gd name="connsiteX79" fmla="*/ 81152 w 230357"/>
                <a:gd name="connsiteY79" fmla="*/ 56179 h 187050"/>
                <a:gd name="connsiteX80" fmla="*/ 78597 w 230357"/>
                <a:gd name="connsiteY80" fmla="*/ 53626 h 187050"/>
                <a:gd name="connsiteX81" fmla="*/ 78597 w 230357"/>
                <a:gd name="connsiteY81" fmla="*/ 53626 h 187050"/>
                <a:gd name="connsiteX82" fmla="*/ 78597 w 230357"/>
                <a:gd name="connsiteY82" fmla="*/ 52987 h 187050"/>
                <a:gd name="connsiteX83" fmla="*/ 76040 w 230357"/>
                <a:gd name="connsiteY83" fmla="*/ 50434 h 187050"/>
                <a:gd name="connsiteX84" fmla="*/ 76040 w 230357"/>
                <a:gd name="connsiteY84" fmla="*/ 50434 h 187050"/>
                <a:gd name="connsiteX85" fmla="*/ 76040 w 230357"/>
                <a:gd name="connsiteY85" fmla="*/ 50434 h 187050"/>
                <a:gd name="connsiteX86" fmla="*/ 73484 w 230357"/>
                <a:gd name="connsiteY86" fmla="*/ 47880 h 187050"/>
                <a:gd name="connsiteX87" fmla="*/ 73484 w 230357"/>
                <a:gd name="connsiteY87" fmla="*/ 47880 h 187050"/>
                <a:gd name="connsiteX88" fmla="*/ 73484 w 230357"/>
                <a:gd name="connsiteY88" fmla="*/ 35112 h 187050"/>
                <a:gd name="connsiteX89" fmla="*/ 76040 w 230357"/>
                <a:gd name="connsiteY89" fmla="*/ 32558 h 187050"/>
                <a:gd name="connsiteX90" fmla="*/ 76040 w 230357"/>
                <a:gd name="connsiteY90" fmla="*/ 32558 h 187050"/>
                <a:gd name="connsiteX91" fmla="*/ 102878 w 230357"/>
                <a:gd name="connsiteY91" fmla="*/ 32558 h 187050"/>
                <a:gd name="connsiteX92" fmla="*/ 105434 w 230357"/>
                <a:gd name="connsiteY92" fmla="*/ 35112 h 187050"/>
                <a:gd name="connsiteX93" fmla="*/ 105434 w 230357"/>
                <a:gd name="connsiteY93" fmla="*/ 35112 h 187050"/>
                <a:gd name="connsiteX94" fmla="*/ 106073 w 230357"/>
                <a:gd name="connsiteY94" fmla="*/ 53626 h 187050"/>
                <a:gd name="connsiteX95" fmla="*/ 157193 w 230357"/>
                <a:gd name="connsiteY95" fmla="*/ 47880 h 187050"/>
                <a:gd name="connsiteX96" fmla="*/ 154637 w 230357"/>
                <a:gd name="connsiteY96" fmla="*/ 50434 h 187050"/>
                <a:gd name="connsiteX97" fmla="*/ 154637 w 230357"/>
                <a:gd name="connsiteY97" fmla="*/ 50434 h 187050"/>
                <a:gd name="connsiteX98" fmla="*/ 153998 w 230357"/>
                <a:gd name="connsiteY98" fmla="*/ 50434 h 187050"/>
                <a:gd name="connsiteX99" fmla="*/ 151442 w 230357"/>
                <a:gd name="connsiteY99" fmla="*/ 52987 h 187050"/>
                <a:gd name="connsiteX100" fmla="*/ 151442 w 230357"/>
                <a:gd name="connsiteY100" fmla="*/ 52987 h 187050"/>
                <a:gd name="connsiteX101" fmla="*/ 151442 w 230357"/>
                <a:gd name="connsiteY101" fmla="*/ 53626 h 187050"/>
                <a:gd name="connsiteX102" fmla="*/ 148886 w 230357"/>
                <a:gd name="connsiteY102" fmla="*/ 56179 h 187050"/>
                <a:gd name="connsiteX103" fmla="*/ 148886 w 230357"/>
                <a:gd name="connsiteY103" fmla="*/ 56179 h 187050"/>
                <a:gd name="connsiteX104" fmla="*/ 127160 w 230357"/>
                <a:gd name="connsiteY104" fmla="*/ 56179 h 187050"/>
                <a:gd name="connsiteX105" fmla="*/ 124604 w 230357"/>
                <a:gd name="connsiteY105" fmla="*/ 53626 h 187050"/>
                <a:gd name="connsiteX106" fmla="*/ 124604 w 230357"/>
                <a:gd name="connsiteY106" fmla="*/ 53626 h 187050"/>
                <a:gd name="connsiteX107" fmla="*/ 124604 w 230357"/>
                <a:gd name="connsiteY107" fmla="*/ 35112 h 187050"/>
                <a:gd name="connsiteX108" fmla="*/ 127160 w 230357"/>
                <a:gd name="connsiteY108" fmla="*/ 32558 h 187050"/>
                <a:gd name="connsiteX109" fmla="*/ 127160 w 230357"/>
                <a:gd name="connsiteY109" fmla="*/ 32558 h 187050"/>
                <a:gd name="connsiteX110" fmla="*/ 153998 w 230357"/>
                <a:gd name="connsiteY110" fmla="*/ 32558 h 187050"/>
                <a:gd name="connsiteX111" fmla="*/ 156553 w 230357"/>
                <a:gd name="connsiteY111" fmla="*/ 35112 h 187050"/>
                <a:gd name="connsiteX112" fmla="*/ 156553 w 230357"/>
                <a:gd name="connsiteY112" fmla="*/ 35112 h 187050"/>
                <a:gd name="connsiteX113" fmla="*/ 156553 w 230357"/>
                <a:gd name="connsiteY113" fmla="*/ 47880 h 187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230357" h="187050">
                  <a:moveTo>
                    <a:pt x="228760" y="638"/>
                  </a:moveTo>
                  <a:cubicBezTo>
                    <a:pt x="191698" y="8938"/>
                    <a:pt x="154637" y="13406"/>
                    <a:pt x="116936" y="13406"/>
                  </a:cubicBezTo>
                  <a:cubicBezTo>
                    <a:pt x="78597" y="13406"/>
                    <a:pt x="40257" y="8938"/>
                    <a:pt x="3195" y="638"/>
                  </a:cubicBezTo>
                  <a:cubicBezTo>
                    <a:pt x="1917" y="638"/>
                    <a:pt x="639" y="1277"/>
                    <a:pt x="0" y="2554"/>
                  </a:cubicBezTo>
                  <a:cubicBezTo>
                    <a:pt x="0" y="3192"/>
                    <a:pt x="0" y="3830"/>
                    <a:pt x="0" y="3830"/>
                  </a:cubicBezTo>
                  <a:lnTo>
                    <a:pt x="8946" y="22982"/>
                  </a:lnTo>
                  <a:cubicBezTo>
                    <a:pt x="9585" y="23621"/>
                    <a:pt x="10224" y="24259"/>
                    <a:pt x="10863" y="24259"/>
                  </a:cubicBezTo>
                  <a:lnTo>
                    <a:pt x="21726" y="24259"/>
                  </a:lnTo>
                  <a:cubicBezTo>
                    <a:pt x="22365" y="24259"/>
                    <a:pt x="23643" y="24898"/>
                    <a:pt x="23643" y="25536"/>
                  </a:cubicBezTo>
                  <a:lnTo>
                    <a:pt x="26199" y="30643"/>
                  </a:lnTo>
                  <a:cubicBezTo>
                    <a:pt x="26838" y="31282"/>
                    <a:pt x="27477" y="31920"/>
                    <a:pt x="28116" y="31920"/>
                  </a:cubicBezTo>
                  <a:lnTo>
                    <a:pt x="51119" y="31920"/>
                  </a:lnTo>
                  <a:cubicBezTo>
                    <a:pt x="52398" y="31920"/>
                    <a:pt x="53676" y="33197"/>
                    <a:pt x="53676" y="34474"/>
                  </a:cubicBezTo>
                  <a:lnTo>
                    <a:pt x="53676" y="34474"/>
                  </a:lnTo>
                  <a:lnTo>
                    <a:pt x="53676" y="47242"/>
                  </a:lnTo>
                  <a:cubicBezTo>
                    <a:pt x="53676" y="48518"/>
                    <a:pt x="52398" y="49795"/>
                    <a:pt x="51119" y="49795"/>
                  </a:cubicBezTo>
                  <a:lnTo>
                    <a:pt x="51119" y="49795"/>
                  </a:lnTo>
                  <a:cubicBezTo>
                    <a:pt x="49842" y="49795"/>
                    <a:pt x="48564" y="51072"/>
                    <a:pt x="48564" y="52349"/>
                  </a:cubicBezTo>
                  <a:cubicBezTo>
                    <a:pt x="48564" y="52349"/>
                    <a:pt x="48564" y="52349"/>
                    <a:pt x="48564" y="52349"/>
                  </a:cubicBezTo>
                  <a:lnTo>
                    <a:pt x="48564" y="52987"/>
                  </a:lnTo>
                  <a:cubicBezTo>
                    <a:pt x="48564" y="54264"/>
                    <a:pt x="47286" y="55541"/>
                    <a:pt x="46008" y="55541"/>
                  </a:cubicBezTo>
                  <a:lnTo>
                    <a:pt x="46008" y="55541"/>
                  </a:lnTo>
                  <a:lnTo>
                    <a:pt x="28755" y="55541"/>
                  </a:lnTo>
                  <a:cubicBezTo>
                    <a:pt x="27477" y="55541"/>
                    <a:pt x="26199" y="56818"/>
                    <a:pt x="26199" y="58094"/>
                  </a:cubicBezTo>
                  <a:lnTo>
                    <a:pt x="26199" y="58094"/>
                  </a:lnTo>
                  <a:lnTo>
                    <a:pt x="26199" y="67670"/>
                  </a:lnTo>
                  <a:cubicBezTo>
                    <a:pt x="26199" y="68947"/>
                    <a:pt x="27477" y="70224"/>
                    <a:pt x="28755" y="70224"/>
                  </a:cubicBezTo>
                  <a:lnTo>
                    <a:pt x="28755" y="70224"/>
                  </a:lnTo>
                  <a:lnTo>
                    <a:pt x="51119" y="70224"/>
                  </a:lnTo>
                  <a:cubicBezTo>
                    <a:pt x="52398" y="70224"/>
                    <a:pt x="53676" y="71501"/>
                    <a:pt x="53676" y="72778"/>
                  </a:cubicBezTo>
                  <a:lnTo>
                    <a:pt x="53676" y="72778"/>
                  </a:lnTo>
                  <a:lnTo>
                    <a:pt x="53037" y="184497"/>
                  </a:lnTo>
                  <a:cubicBezTo>
                    <a:pt x="53037" y="185774"/>
                    <a:pt x="54314" y="187051"/>
                    <a:pt x="55593" y="187051"/>
                  </a:cubicBezTo>
                  <a:cubicBezTo>
                    <a:pt x="55593" y="187051"/>
                    <a:pt x="55593" y="187051"/>
                    <a:pt x="55593" y="187051"/>
                  </a:cubicBezTo>
                  <a:lnTo>
                    <a:pt x="71567" y="187051"/>
                  </a:lnTo>
                  <a:cubicBezTo>
                    <a:pt x="72845" y="187051"/>
                    <a:pt x="74124" y="185774"/>
                    <a:pt x="74124" y="184497"/>
                  </a:cubicBezTo>
                  <a:lnTo>
                    <a:pt x="74124" y="184497"/>
                  </a:lnTo>
                  <a:lnTo>
                    <a:pt x="73484" y="72778"/>
                  </a:lnTo>
                  <a:cubicBezTo>
                    <a:pt x="73484" y="71501"/>
                    <a:pt x="74762" y="70224"/>
                    <a:pt x="76040" y="70224"/>
                  </a:cubicBezTo>
                  <a:cubicBezTo>
                    <a:pt x="76040" y="70224"/>
                    <a:pt x="76040" y="70224"/>
                    <a:pt x="76040" y="70224"/>
                  </a:cubicBezTo>
                  <a:lnTo>
                    <a:pt x="153998" y="70224"/>
                  </a:lnTo>
                  <a:cubicBezTo>
                    <a:pt x="155276" y="70224"/>
                    <a:pt x="156553" y="71501"/>
                    <a:pt x="156553" y="72778"/>
                  </a:cubicBezTo>
                  <a:cubicBezTo>
                    <a:pt x="156553" y="72778"/>
                    <a:pt x="156553" y="72778"/>
                    <a:pt x="156553" y="72778"/>
                  </a:cubicBezTo>
                  <a:lnTo>
                    <a:pt x="155915" y="184497"/>
                  </a:lnTo>
                  <a:cubicBezTo>
                    <a:pt x="155915" y="185774"/>
                    <a:pt x="157193" y="187051"/>
                    <a:pt x="158471" y="187051"/>
                  </a:cubicBezTo>
                  <a:cubicBezTo>
                    <a:pt x="158471" y="187051"/>
                    <a:pt x="158471" y="187051"/>
                    <a:pt x="158471" y="187051"/>
                  </a:cubicBezTo>
                  <a:lnTo>
                    <a:pt x="173806" y="187051"/>
                  </a:lnTo>
                  <a:cubicBezTo>
                    <a:pt x="175084" y="187051"/>
                    <a:pt x="176363" y="185774"/>
                    <a:pt x="176363" y="184497"/>
                  </a:cubicBezTo>
                  <a:lnTo>
                    <a:pt x="176363" y="184497"/>
                  </a:lnTo>
                  <a:lnTo>
                    <a:pt x="175723" y="72778"/>
                  </a:lnTo>
                  <a:cubicBezTo>
                    <a:pt x="175723" y="71501"/>
                    <a:pt x="177001" y="70224"/>
                    <a:pt x="178279" y="70224"/>
                  </a:cubicBezTo>
                  <a:lnTo>
                    <a:pt x="178279" y="70224"/>
                  </a:lnTo>
                  <a:lnTo>
                    <a:pt x="200005" y="70224"/>
                  </a:lnTo>
                  <a:cubicBezTo>
                    <a:pt x="201283" y="70224"/>
                    <a:pt x="202561" y="68947"/>
                    <a:pt x="202561" y="67670"/>
                  </a:cubicBezTo>
                  <a:lnTo>
                    <a:pt x="202561" y="58094"/>
                  </a:lnTo>
                  <a:cubicBezTo>
                    <a:pt x="202561" y="56818"/>
                    <a:pt x="201283" y="55541"/>
                    <a:pt x="200005" y="55541"/>
                  </a:cubicBezTo>
                  <a:lnTo>
                    <a:pt x="182752" y="55541"/>
                  </a:lnTo>
                  <a:cubicBezTo>
                    <a:pt x="181474" y="55541"/>
                    <a:pt x="180196" y="54264"/>
                    <a:pt x="180196" y="52987"/>
                  </a:cubicBezTo>
                  <a:cubicBezTo>
                    <a:pt x="180196" y="52987"/>
                    <a:pt x="180196" y="52987"/>
                    <a:pt x="180196" y="52987"/>
                  </a:cubicBezTo>
                  <a:lnTo>
                    <a:pt x="180196" y="52349"/>
                  </a:lnTo>
                  <a:cubicBezTo>
                    <a:pt x="180196" y="51072"/>
                    <a:pt x="178918" y="49795"/>
                    <a:pt x="177641" y="49795"/>
                  </a:cubicBezTo>
                  <a:lnTo>
                    <a:pt x="177641" y="49795"/>
                  </a:lnTo>
                  <a:lnTo>
                    <a:pt x="177641" y="49795"/>
                  </a:lnTo>
                  <a:cubicBezTo>
                    <a:pt x="176363" y="49795"/>
                    <a:pt x="175084" y="48518"/>
                    <a:pt x="175084" y="47242"/>
                  </a:cubicBezTo>
                  <a:lnTo>
                    <a:pt x="175084" y="34474"/>
                  </a:lnTo>
                  <a:cubicBezTo>
                    <a:pt x="175084" y="33197"/>
                    <a:pt x="176363" y="31920"/>
                    <a:pt x="177641" y="31920"/>
                  </a:cubicBezTo>
                  <a:lnTo>
                    <a:pt x="177641" y="31920"/>
                  </a:lnTo>
                  <a:lnTo>
                    <a:pt x="201283" y="31920"/>
                  </a:lnTo>
                  <a:cubicBezTo>
                    <a:pt x="201922" y="31920"/>
                    <a:pt x="203200" y="31282"/>
                    <a:pt x="203200" y="30643"/>
                  </a:cubicBezTo>
                  <a:lnTo>
                    <a:pt x="205756" y="25536"/>
                  </a:lnTo>
                  <a:cubicBezTo>
                    <a:pt x="206395" y="24898"/>
                    <a:pt x="207034" y="24259"/>
                    <a:pt x="207673" y="24259"/>
                  </a:cubicBezTo>
                  <a:lnTo>
                    <a:pt x="218536" y="24259"/>
                  </a:lnTo>
                  <a:cubicBezTo>
                    <a:pt x="219814" y="24259"/>
                    <a:pt x="220453" y="23621"/>
                    <a:pt x="220453" y="22982"/>
                  </a:cubicBezTo>
                  <a:lnTo>
                    <a:pt x="229399" y="3830"/>
                  </a:lnTo>
                  <a:cubicBezTo>
                    <a:pt x="230677" y="2554"/>
                    <a:pt x="230677" y="1277"/>
                    <a:pt x="229399" y="0"/>
                  </a:cubicBezTo>
                  <a:cubicBezTo>
                    <a:pt x="230677" y="638"/>
                    <a:pt x="229399" y="638"/>
                    <a:pt x="228760" y="638"/>
                  </a:cubicBezTo>
                  <a:close/>
                  <a:moveTo>
                    <a:pt x="106073" y="53626"/>
                  </a:moveTo>
                  <a:cubicBezTo>
                    <a:pt x="106073" y="54902"/>
                    <a:pt x="104795" y="56179"/>
                    <a:pt x="103517" y="56179"/>
                  </a:cubicBezTo>
                  <a:cubicBezTo>
                    <a:pt x="103517" y="56179"/>
                    <a:pt x="103517" y="56179"/>
                    <a:pt x="103517" y="56179"/>
                  </a:cubicBezTo>
                  <a:lnTo>
                    <a:pt x="81152" y="56179"/>
                  </a:lnTo>
                  <a:cubicBezTo>
                    <a:pt x="79874" y="56179"/>
                    <a:pt x="78597" y="54902"/>
                    <a:pt x="78597" y="53626"/>
                  </a:cubicBezTo>
                  <a:cubicBezTo>
                    <a:pt x="78597" y="53626"/>
                    <a:pt x="78597" y="53626"/>
                    <a:pt x="78597" y="53626"/>
                  </a:cubicBezTo>
                  <a:lnTo>
                    <a:pt x="78597" y="52987"/>
                  </a:lnTo>
                  <a:cubicBezTo>
                    <a:pt x="78597" y="51710"/>
                    <a:pt x="77318" y="50434"/>
                    <a:pt x="76040" y="50434"/>
                  </a:cubicBezTo>
                  <a:lnTo>
                    <a:pt x="76040" y="50434"/>
                  </a:lnTo>
                  <a:lnTo>
                    <a:pt x="76040" y="50434"/>
                  </a:lnTo>
                  <a:cubicBezTo>
                    <a:pt x="74762" y="50434"/>
                    <a:pt x="73484" y="49157"/>
                    <a:pt x="73484" y="47880"/>
                  </a:cubicBezTo>
                  <a:lnTo>
                    <a:pt x="73484" y="47880"/>
                  </a:lnTo>
                  <a:lnTo>
                    <a:pt x="73484" y="35112"/>
                  </a:lnTo>
                  <a:cubicBezTo>
                    <a:pt x="73484" y="33835"/>
                    <a:pt x="74762" y="32558"/>
                    <a:pt x="76040" y="32558"/>
                  </a:cubicBezTo>
                  <a:cubicBezTo>
                    <a:pt x="76040" y="32558"/>
                    <a:pt x="76040" y="32558"/>
                    <a:pt x="76040" y="32558"/>
                  </a:cubicBezTo>
                  <a:lnTo>
                    <a:pt x="102878" y="32558"/>
                  </a:lnTo>
                  <a:cubicBezTo>
                    <a:pt x="104156" y="32558"/>
                    <a:pt x="105434" y="33835"/>
                    <a:pt x="105434" y="35112"/>
                  </a:cubicBezTo>
                  <a:cubicBezTo>
                    <a:pt x="105434" y="35112"/>
                    <a:pt x="105434" y="35112"/>
                    <a:pt x="105434" y="35112"/>
                  </a:cubicBezTo>
                  <a:lnTo>
                    <a:pt x="106073" y="53626"/>
                  </a:lnTo>
                  <a:close/>
                  <a:moveTo>
                    <a:pt x="157193" y="47880"/>
                  </a:moveTo>
                  <a:cubicBezTo>
                    <a:pt x="157193" y="49157"/>
                    <a:pt x="155915" y="50434"/>
                    <a:pt x="154637" y="50434"/>
                  </a:cubicBezTo>
                  <a:lnTo>
                    <a:pt x="154637" y="50434"/>
                  </a:lnTo>
                  <a:lnTo>
                    <a:pt x="153998" y="50434"/>
                  </a:lnTo>
                  <a:cubicBezTo>
                    <a:pt x="152720" y="50434"/>
                    <a:pt x="151442" y="51710"/>
                    <a:pt x="151442" y="52987"/>
                  </a:cubicBezTo>
                  <a:cubicBezTo>
                    <a:pt x="151442" y="52987"/>
                    <a:pt x="151442" y="52987"/>
                    <a:pt x="151442" y="52987"/>
                  </a:cubicBezTo>
                  <a:lnTo>
                    <a:pt x="151442" y="53626"/>
                  </a:lnTo>
                  <a:cubicBezTo>
                    <a:pt x="151442" y="54902"/>
                    <a:pt x="150164" y="56179"/>
                    <a:pt x="148886" y="56179"/>
                  </a:cubicBezTo>
                  <a:lnTo>
                    <a:pt x="148886" y="56179"/>
                  </a:lnTo>
                  <a:lnTo>
                    <a:pt x="127160" y="56179"/>
                  </a:lnTo>
                  <a:cubicBezTo>
                    <a:pt x="125882" y="56179"/>
                    <a:pt x="124604" y="54902"/>
                    <a:pt x="124604" y="53626"/>
                  </a:cubicBezTo>
                  <a:cubicBezTo>
                    <a:pt x="124604" y="53626"/>
                    <a:pt x="124604" y="53626"/>
                    <a:pt x="124604" y="53626"/>
                  </a:cubicBezTo>
                  <a:lnTo>
                    <a:pt x="124604" y="35112"/>
                  </a:lnTo>
                  <a:cubicBezTo>
                    <a:pt x="124604" y="33835"/>
                    <a:pt x="125882" y="32558"/>
                    <a:pt x="127160" y="32558"/>
                  </a:cubicBezTo>
                  <a:cubicBezTo>
                    <a:pt x="127160" y="32558"/>
                    <a:pt x="127160" y="32558"/>
                    <a:pt x="127160" y="32558"/>
                  </a:cubicBezTo>
                  <a:lnTo>
                    <a:pt x="153998" y="32558"/>
                  </a:lnTo>
                  <a:cubicBezTo>
                    <a:pt x="155276" y="32558"/>
                    <a:pt x="156553" y="33835"/>
                    <a:pt x="156553" y="35112"/>
                  </a:cubicBezTo>
                  <a:cubicBezTo>
                    <a:pt x="156553" y="35112"/>
                    <a:pt x="156553" y="35112"/>
                    <a:pt x="156553" y="35112"/>
                  </a:cubicBezTo>
                  <a:lnTo>
                    <a:pt x="156553" y="47880"/>
                  </a:lnTo>
                  <a:close/>
                </a:path>
              </a:pathLst>
            </a:custGeom>
            <a:solidFill>
              <a:srgbClr val="012169"/>
            </a:solidFill>
            <a:ln w="6390" cap="flat">
              <a:noFill/>
              <a:prstDash val="solid"/>
              <a:miter/>
            </a:ln>
          </p:spPr>
          <p:txBody>
            <a:bodyPr rtlCol="0" anchor="ctr"/>
            <a:lstStyle/>
            <a:p>
              <a:endParaRPr lang="en-US"/>
            </a:p>
          </p:txBody>
        </p:sp>
      </p:grpSp>
      <p:grpSp>
        <p:nvGrpSpPr>
          <p:cNvPr id="123" name="Graphic 4">
            <a:extLst>
              <a:ext uri="{FF2B5EF4-FFF2-40B4-BE49-F238E27FC236}">
                <a16:creationId xmlns:a16="http://schemas.microsoft.com/office/drawing/2014/main" id="{58E410E4-1F07-9E4E-8587-4C4D774724A2}"/>
              </a:ext>
            </a:extLst>
          </p:cNvPr>
          <p:cNvGrpSpPr/>
          <p:nvPr/>
        </p:nvGrpSpPr>
        <p:grpSpPr>
          <a:xfrm>
            <a:off x="5708130" y="4793256"/>
            <a:ext cx="362313" cy="361971"/>
            <a:chOff x="5708130" y="4793256"/>
            <a:chExt cx="362313" cy="361971"/>
          </a:xfrm>
          <a:solidFill>
            <a:srgbClr val="012169"/>
          </a:solidFill>
        </p:grpSpPr>
        <p:sp>
          <p:nvSpPr>
            <p:cNvPr id="124" name="Graphic 4">
              <a:extLst>
                <a:ext uri="{FF2B5EF4-FFF2-40B4-BE49-F238E27FC236}">
                  <a16:creationId xmlns:a16="http://schemas.microsoft.com/office/drawing/2014/main" id="{487C08E1-A8D5-5E41-9438-206126DE6203}"/>
                </a:ext>
              </a:extLst>
            </p:cNvPr>
            <p:cNvSpPr/>
            <p:nvPr/>
          </p:nvSpPr>
          <p:spPr>
            <a:xfrm>
              <a:off x="5708130" y="4793256"/>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8565 h 361971"/>
                <a:gd name="connsiteX7" fmla="*/ 12780 w 362313"/>
                <a:gd name="connsiteY7" fmla="*/ 180667 h 361971"/>
                <a:gd name="connsiteX8" fmla="*/ 180835 w 362313"/>
                <a:gd name="connsiteY8" fmla="*/ 12129 h 361971"/>
                <a:gd name="connsiteX9" fmla="*/ 349530 w 362313"/>
                <a:gd name="connsiteY9" fmla="*/ 180028 h 361971"/>
                <a:gd name="connsiteX10" fmla="*/ 349530 w 362313"/>
                <a:gd name="connsiteY10" fmla="*/ 180028 h 361971"/>
                <a:gd name="connsiteX11" fmla="*/ 181474 w 362313"/>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948" y="80438"/>
                    <a:pt x="281796" y="0"/>
                    <a:pt x="181474" y="0"/>
                  </a:cubicBezTo>
                  <a:close/>
                  <a:moveTo>
                    <a:pt x="181474" y="348565"/>
                  </a:moveTo>
                  <a:cubicBezTo>
                    <a:pt x="88181" y="348565"/>
                    <a:pt x="12780" y="273234"/>
                    <a:pt x="12780" y="180667"/>
                  </a:cubicBezTo>
                  <a:cubicBezTo>
                    <a:pt x="12780" y="88099"/>
                    <a:pt x="88181" y="12129"/>
                    <a:pt x="180835" y="12129"/>
                  </a:cubicBezTo>
                  <a:cubicBezTo>
                    <a:pt x="274128" y="12129"/>
                    <a:pt x="349530" y="87461"/>
                    <a:pt x="349530" y="180028"/>
                  </a:cubicBezTo>
                  <a:lnTo>
                    <a:pt x="349530" y="180028"/>
                  </a:lnTo>
                  <a:cubicBezTo>
                    <a:pt x="349530" y="273234"/>
                    <a:pt x="274767" y="348565"/>
                    <a:pt x="181474" y="348565"/>
                  </a:cubicBezTo>
                  <a:close/>
                </a:path>
              </a:pathLst>
            </a:custGeom>
            <a:solidFill>
              <a:srgbClr val="012169"/>
            </a:solidFill>
            <a:ln w="6390" cap="flat">
              <a:noFill/>
              <a:prstDash val="solid"/>
              <a:miter/>
            </a:ln>
          </p:spPr>
          <p:txBody>
            <a:bodyPr rtlCol="0" anchor="ctr"/>
            <a:lstStyle/>
            <a:p>
              <a:endParaRPr lang="en-US"/>
            </a:p>
          </p:txBody>
        </p:sp>
        <p:sp>
          <p:nvSpPr>
            <p:cNvPr id="125" name="Graphic 4">
              <a:extLst>
                <a:ext uri="{FF2B5EF4-FFF2-40B4-BE49-F238E27FC236}">
                  <a16:creationId xmlns:a16="http://schemas.microsoft.com/office/drawing/2014/main" id="{12363F96-F721-7C40-9FD7-880CC16C84B4}"/>
                </a:ext>
              </a:extLst>
            </p:cNvPr>
            <p:cNvSpPr/>
            <p:nvPr/>
          </p:nvSpPr>
          <p:spPr>
            <a:xfrm>
              <a:off x="5869320" y="4843988"/>
              <a:ext cx="38176" cy="39920"/>
            </a:xfrm>
            <a:custGeom>
              <a:avLst/>
              <a:gdLst>
                <a:gd name="connsiteX0" fmla="*/ 13255 w 38176"/>
                <a:gd name="connsiteY0" fmla="*/ 39921 h 39920"/>
                <a:gd name="connsiteX1" fmla="*/ 26035 w 38176"/>
                <a:gd name="connsiteY1" fmla="*/ 39921 h 39920"/>
                <a:gd name="connsiteX2" fmla="*/ 38176 w 38176"/>
                <a:gd name="connsiteY2" fmla="*/ 27791 h 39920"/>
                <a:gd name="connsiteX3" fmla="*/ 36898 w 38176"/>
                <a:gd name="connsiteY3" fmla="*/ 22684 h 39920"/>
                <a:gd name="connsiteX4" fmla="*/ 30508 w 38176"/>
                <a:gd name="connsiteY4" fmla="*/ 7362 h 39920"/>
                <a:gd name="connsiteX5" fmla="*/ 13894 w 38176"/>
                <a:gd name="connsiteY5" fmla="*/ 978 h 39920"/>
                <a:gd name="connsiteX6" fmla="*/ 7505 w 38176"/>
                <a:gd name="connsiteY6" fmla="*/ 7362 h 39920"/>
                <a:gd name="connsiteX7" fmla="*/ 1115 w 38176"/>
                <a:gd name="connsiteY7" fmla="*/ 22684 h 39920"/>
                <a:gd name="connsiteX8" fmla="*/ 2393 w 38176"/>
                <a:gd name="connsiteY8" fmla="*/ 34175 h 39920"/>
                <a:gd name="connsiteX9" fmla="*/ 13255 w 38176"/>
                <a:gd name="connsiteY9" fmla="*/ 39921 h 39920"/>
                <a:gd name="connsiteX10" fmla="*/ 19645 w 38176"/>
                <a:gd name="connsiteY10" fmla="*/ 13108 h 39920"/>
                <a:gd name="connsiteX11" fmla="*/ 26035 w 38176"/>
                <a:gd name="connsiteY11" fmla="*/ 27153 h 39920"/>
                <a:gd name="connsiteX12" fmla="*/ 13894 w 38176"/>
                <a:gd name="connsiteY12" fmla="*/ 27791 h 39920"/>
                <a:gd name="connsiteX13" fmla="*/ 19645 w 38176"/>
                <a:gd name="connsiteY13" fmla="*/ 13108 h 39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176" h="39920">
                  <a:moveTo>
                    <a:pt x="13255" y="39921"/>
                  </a:moveTo>
                  <a:lnTo>
                    <a:pt x="26035" y="39921"/>
                  </a:lnTo>
                  <a:cubicBezTo>
                    <a:pt x="33064" y="39921"/>
                    <a:pt x="38176" y="34175"/>
                    <a:pt x="38176" y="27791"/>
                  </a:cubicBezTo>
                  <a:cubicBezTo>
                    <a:pt x="38176" y="25876"/>
                    <a:pt x="37537" y="24599"/>
                    <a:pt x="36898" y="22684"/>
                  </a:cubicBezTo>
                  <a:lnTo>
                    <a:pt x="30508" y="7362"/>
                  </a:lnTo>
                  <a:cubicBezTo>
                    <a:pt x="27952" y="978"/>
                    <a:pt x="20284" y="-1575"/>
                    <a:pt x="13894" y="978"/>
                  </a:cubicBezTo>
                  <a:cubicBezTo>
                    <a:pt x="11338" y="2255"/>
                    <a:pt x="8783" y="4809"/>
                    <a:pt x="7505" y="7362"/>
                  </a:cubicBezTo>
                  <a:lnTo>
                    <a:pt x="1115" y="22684"/>
                  </a:lnTo>
                  <a:cubicBezTo>
                    <a:pt x="-802" y="26514"/>
                    <a:pt x="-163" y="30983"/>
                    <a:pt x="2393" y="34175"/>
                  </a:cubicBezTo>
                  <a:cubicBezTo>
                    <a:pt x="4948" y="38005"/>
                    <a:pt x="8783" y="39921"/>
                    <a:pt x="13255" y="39921"/>
                  </a:cubicBezTo>
                  <a:close/>
                  <a:moveTo>
                    <a:pt x="19645" y="13108"/>
                  </a:moveTo>
                  <a:lnTo>
                    <a:pt x="26035" y="27153"/>
                  </a:lnTo>
                  <a:lnTo>
                    <a:pt x="13894" y="27791"/>
                  </a:lnTo>
                  <a:lnTo>
                    <a:pt x="19645" y="13108"/>
                  </a:lnTo>
                  <a:close/>
                </a:path>
              </a:pathLst>
            </a:custGeom>
            <a:solidFill>
              <a:srgbClr val="012169"/>
            </a:solidFill>
            <a:ln w="6390" cap="flat">
              <a:noFill/>
              <a:prstDash val="solid"/>
              <a:miter/>
            </a:ln>
          </p:spPr>
          <p:txBody>
            <a:bodyPr rtlCol="0" anchor="ctr"/>
            <a:lstStyle/>
            <a:p>
              <a:endParaRPr lang="en-US"/>
            </a:p>
          </p:txBody>
        </p:sp>
        <p:sp>
          <p:nvSpPr>
            <p:cNvPr id="126" name="Graphic 4">
              <a:extLst>
                <a:ext uri="{FF2B5EF4-FFF2-40B4-BE49-F238E27FC236}">
                  <a16:creationId xmlns:a16="http://schemas.microsoft.com/office/drawing/2014/main" id="{F6B7BAAD-5ABC-DF4C-AFF6-F60A486FD647}"/>
                </a:ext>
              </a:extLst>
            </p:cNvPr>
            <p:cNvSpPr/>
            <p:nvPr/>
          </p:nvSpPr>
          <p:spPr>
            <a:xfrm>
              <a:off x="5870234" y="5067767"/>
              <a:ext cx="37602" cy="39920"/>
            </a:xfrm>
            <a:custGeom>
              <a:avLst/>
              <a:gdLst>
                <a:gd name="connsiteX0" fmla="*/ 25121 w 37602"/>
                <a:gd name="connsiteY0" fmla="*/ 0 h 39920"/>
                <a:gd name="connsiteX1" fmla="*/ 12341 w 37602"/>
                <a:gd name="connsiteY1" fmla="*/ 0 h 39920"/>
                <a:gd name="connsiteX2" fmla="*/ 2118 w 37602"/>
                <a:gd name="connsiteY2" fmla="*/ 5745 h 39920"/>
                <a:gd name="connsiteX3" fmla="*/ 840 w 37602"/>
                <a:gd name="connsiteY3" fmla="*/ 17237 h 39920"/>
                <a:gd name="connsiteX4" fmla="*/ 7229 w 37602"/>
                <a:gd name="connsiteY4" fmla="*/ 32558 h 39920"/>
                <a:gd name="connsiteX5" fmla="*/ 23844 w 37602"/>
                <a:gd name="connsiteY5" fmla="*/ 38942 h 39920"/>
                <a:gd name="connsiteX6" fmla="*/ 30233 w 37602"/>
                <a:gd name="connsiteY6" fmla="*/ 32558 h 39920"/>
                <a:gd name="connsiteX7" fmla="*/ 36623 w 37602"/>
                <a:gd name="connsiteY7" fmla="*/ 17237 h 39920"/>
                <a:gd name="connsiteX8" fmla="*/ 30233 w 37602"/>
                <a:gd name="connsiteY8" fmla="*/ 638 h 39920"/>
                <a:gd name="connsiteX9" fmla="*/ 25121 w 37602"/>
                <a:gd name="connsiteY9" fmla="*/ 0 h 39920"/>
                <a:gd name="connsiteX10" fmla="*/ 25121 w 37602"/>
                <a:gd name="connsiteY10" fmla="*/ 0 h 39920"/>
                <a:gd name="connsiteX11" fmla="*/ 18731 w 37602"/>
                <a:gd name="connsiteY11" fmla="*/ 26813 h 39920"/>
                <a:gd name="connsiteX12" fmla="*/ 12341 w 37602"/>
                <a:gd name="connsiteY12" fmla="*/ 12768 h 39920"/>
                <a:gd name="connsiteX13" fmla="*/ 25121 w 37602"/>
                <a:gd name="connsiteY13" fmla="*/ 12129 h 39920"/>
                <a:gd name="connsiteX14" fmla="*/ 18731 w 37602"/>
                <a:gd name="connsiteY14" fmla="*/ 26813 h 39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602" h="39920">
                  <a:moveTo>
                    <a:pt x="25121" y="0"/>
                  </a:moveTo>
                  <a:lnTo>
                    <a:pt x="12341" y="0"/>
                  </a:lnTo>
                  <a:cubicBezTo>
                    <a:pt x="8508" y="0"/>
                    <a:pt x="4034" y="1915"/>
                    <a:pt x="2118" y="5745"/>
                  </a:cubicBezTo>
                  <a:cubicBezTo>
                    <a:pt x="-439" y="8937"/>
                    <a:pt x="-439" y="13406"/>
                    <a:pt x="840" y="17237"/>
                  </a:cubicBezTo>
                  <a:lnTo>
                    <a:pt x="7229" y="32558"/>
                  </a:lnTo>
                  <a:cubicBezTo>
                    <a:pt x="9786" y="38942"/>
                    <a:pt x="17454" y="41496"/>
                    <a:pt x="23844" y="38942"/>
                  </a:cubicBezTo>
                  <a:cubicBezTo>
                    <a:pt x="26399" y="37665"/>
                    <a:pt x="28955" y="35112"/>
                    <a:pt x="30233" y="32558"/>
                  </a:cubicBezTo>
                  <a:lnTo>
                    <a:pt x="36623" y="17237"/>
                  </a:lnTo>
                  <a:cubicBezTo>
                    <a:pt x="39179" y="10853"/>
                    <a:pt x="36623" y="3830"/>
                    <a:pt x="30233" y="638"/>
                  </a:cubicBezTo>
                  <a:cubicBezTo>
                    <a:pt x="28955" y="638"/>
                    <a:pt x="27038" y="0"/>
                    <a:pt x="25121" y="0"/>
                  </a:cubicBezTo>
                  <a:lnTo>
                    <a:pt x="25121" y="0"/>
                  </a:lnTo>
                  <a:close/>
                  <a:moveTo>
                    <a:pt x="18731" y="26813"/>
                  </a:moveTo>
                  <a:lnTo>
                    <a:pt x="12341" y="12768"/>
                  </a:lnTo>
                  <a:lnTo>
                    <a:pt x="25121" y="12129"/>
                  </a:lnTo>
                  <a:lnTo>
                    <a:pt x="18731" y="26813"/>
                  </a:lnTo>
                  <a:close/>
                </a:path>
              </a:pathLst>
            </a:custGeom>
            <a:solidFill>
              <a:srgbClr val="012169"/>
            </a:solidFill>
            <a:ln w="6390" cap="flat">
              <a:noFill/>
              <a:prstDash val="solid"/>
              <a:miter/>
            </a:ln>
          </p:spPr>
          <p:txBody>
            <a:bodyPr rtlCol="0" anchor="ctr"/>
            <a:lstStyle/>
            <a:p>
              <a:endParaRPr lang="en-US"/>
            </a:p>
          </p:txBody>
        </p:sp>
        <p:sp>
          <p:nvSpPr>
            <p:cNvPr id="127" name="Graphic 4">
              <a:extLst>
                <a:ext uri="{FF2B5EF4-FFF2-40B4-BE49-F238E27FC236}">
                  <a16:creationId xmlns:a16="http://schemas.microsoft.com/office/drawing/2014/main" id="{535F01CF-BAD3-5049-BF75-07594029B506}"/>
                </a:ext>
              </a:extLst>
            </p:cNvPr>
            <p:cNvSpPr/>
            <p:nvPr/>
          </p:nvSpPr>
          <p:spPr>
            <a:xfrm>
              <a:off x="5980981" y="4957124"/>
              <a:ext cx="39957" cy="37227"/>
            </a:xfrm>
            <a:custGeom>
              <a:avLst/>
              <a:gdLst>
                <a:gd name="connsiteX0" fmla="*/ 32589 w 39957"/>
                <a:gd name="connsiteY0" fmla="*/ 7223 h 37227"/>
                <a:gd name="connsiteX1" fmla="*/ 17253 w 39957"/>
                <a:gd name="connsiteY1" fmla="*/ 839 h 37227"/>
                <a:gd name="connsiteX2" fmla="*/ 5751 w 39957"/>
                <a:gd name="connsiteY2" fmla="*/ 2116 h 37227"/>
                <a:gd name="connsiteX3" fmla="*/ 0 w 39957"/>
                <a:gd name="connsiteY3" fmla="*/ 12330 h 37227"/>
                <a:gd name="connsiteX4" fmla="*/ 0 w 39957"/>
                <a:gd name="connsiteY4" fmla="*/ 25098 h 37227"/>
                <a:gd name="connsiteX5" fmla="*/ 12141 w 39957"/>
                <a:gd name="connsiteY5" fmla="*/ 37227 h 37227"/>
                <a:gd name="connsiteX6" fmla="*/ 12141 w 39957"/>
                <a:gd name="connsiteY6" fmla="*/ 37227 h 37227"/>
                <a:gd name="connsiteX7" fmla="*/ 17253 w 39957"/>
                <a:gd name="connsiteY7" fmla="*/ 35951 h 37227"/>
                <a:gd name="connsiteX8" fmla="*/ 32589 w 39957"/>
                <a:gd name="connsiteY8" fmla="*/ 29567 h 37227"/>
                <a:gd name="connsiteX9" fmla="*/ 38978 w 39957"/>
                <a:gd name="connsiteY9" fmla="*/ 12968 h 37227"/>
                <a:gd name="connsiteX10" fmla="*/ 32589 w 39957"/>
                <a:gd name="connsiteY10" fmla="*/ 7223 h 37227"/>
                <a:gd name="connsiteX11" fmla="*/ 32589 w 39957"/>
                <a:gd name="connsiteY11" fmla="*/ 7223 h 37227"/>
                <a:gd name="connsiteX12" fmla="*/ 12780 w 39957"/>
                <a:gd name="connsiteY12" fmla="*/ 24460 h 37227"/>
                <a:gd name="connsiteX13" fmla="*/ 12780 w 39957"/>
                <a:gd name="connsiteY13" fmla="*/ 12968 h 37227"/>
                <a:gd name="connsiteX14" fmla="*/ 26838 w 39957"/>
                <a:gd name="connsiteY14" fmla="*/ 18714 h 37227"/>
                <a:gd name="connsiteX15" fmla="*/ 12780 w 39957"/>
                <a:gd name="connsiteY15" fmla="*/ 24460 h 37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957" h="37227">
                  <a:moveTo>
                    <a:pt x="32589" y="7223"/>
                  </a:moveTo>
                  <a:lnTo>
                    <a:pt x="17253" y="839"/>
                  </a:lnTo>
                  <a:cubicBezTo>
                    <a:pt x="13419" y="-438"/>
                    <a:pt x="8946" y="-438"/>
                    <a:pt x="5751" y="2116"/>
                  </a:cubicBezTo>
                  <a:cubicBezTo>
                    <a:pt x="2556" y="4669"/>
                    <a:pt x="0" y="8500"/>
                    <a:pt x="0" y="12330"/>
                  </a:cubicBezTo>
                  <a:lnTo>
                    <a:pt x="0" y="25098"/>
                  </a:lnTo>
                  <a:cubicBezTo>
                    <a:pt x="0" y="32120"/>
                    <a:pt x="5751" y="37227"/>
                    <a:pt x="12141" y="37227"/>
                  </a:cubicBezTo>
                  <a:lnTo>
                    <a:pt x="12141" y="37227"/>
                  </a:lnTo>
                  <a:cubicBezTo>
                    <a:pt x="14058" y="37227"/>
                    <a:pt x="15336" y="37227"/>
                    <a:pt x="17253" y="35951"/>
                  </a:cubicBezTo>
                  <a:lnTo>
                    <a:pt x="32589" y="29567"/>
                  </a:lnTo>
                  <a:cubicBezTo>
                    <a:pt x="38978" y="27013"/>
                    <a:pt x="41535" y="19352"/>
                    <a:pt x="38978" y="12968"/>
                  </a:cubicBezTo>
                  <a:cubicBezTo>
                    <a:pt x="37701" y="11053"/>
                    <a:pt x="35783" y="8500"/>
                    <a:pt x="32589" y="7223"/>
                  </a:cubicBezTo>
                  <a:lnTo>
                    <a:pt x="32589" y="7223"/>
                  </a:lnTo>
                  <a:close/>
                  <a:moveTo>
                    <a:pt x="12780" y="24460"/>
                  </a:moveTo>
                  <a:lnTo>
                    <a:pt x="12780" y="12968"/>
                  </a:lnTo>
                  <a:lnTo>
                    <a:pt x="26838" y="18714"/>
                  </a:lnTo>
                  <a:lnTo>
                    <a:pt x="12780" y="24460"/>
                  </a:lnTo>
                  <a:close/>
                </a:path>
              </a:pathLst>
            </a:custGeom>
            <a:solidFill>
              <a:srgbClr val="012169"/>
            </a:solidFill>
            <a:ln w="6390" cap="flat">
              <a:noFill/>
              <a:prstDash val="solid"/>
              <a:miter/>
            </a:ln>
          </p:spPr>
          <p:txBody>
            <a:bodyPr rtlCol="0" anchor="ctr"/>
            <a:lstStyle/>
            <a:p>
              <a:endParaRPr lang="en-US"/>
            </a:p>
          </p:txBody>
        </p:sp>
        <p:sp>
          <p:nvSpPr>
            <p:cNvPr id="167" name="Graphic 4">
              <a:extLst>
                <a:ext uri="{FF2B5EF4-FFF2-40B4-BE49-F238E27FC236}">
                  <a16:creationId xmlns:a16="http://schemas.microsoft.com/office/drawing/2014/main" id="{378ECEA2-B413-2242-9264-BE8A52CF237A}"/>
                </a:ext>
              </a:extLst>
            </p:cNvPr>
            <p:cNvSpPr/>
            <p:nvPr/>
          </p:nvSpPr>
          <p:spPr>
            <a:xfrm>
              <a:off x="5756992" y="4957124"/>
              <a:ext cx="39958" cy="37865"/>
            </a:xfrm>
            <a:custGeom>
              <a:avLst/>
              <a:gdLst>
                <a:gd name="connsiteX0" fmla="*/ 39958 w 39958"/>
                <a:gd name="connsiteY0" fmla="*/ 25098 h 37865"/>
                <a:gd name="connsiteX1" fmla="*/ 39958 w 39958"/>
                <a:gd name="connsiteY1" fmla="*/ 12330 h 37865"/>
                <a:gd name="connsiteX2" fmla="*/ 34207 w 39958"/>
                <a:gd name="connsiteY2" fmla="*/ 2116 h 37865"/>
                <a:gd name="connsiteX3" fmla="*/ 22705 w 39958"/>
                <a:gd name="connsiteY3" fmla="*/ 839 h 37865"/>
                <a:gd name="connsiteX4" fmla="*/ 7369 w 39958"/>
                <a:gd name="connsiteY4" fmla="*/ 7223 h 37865"/>
                <a:gd name="connsiteX5" fmla="*/ 979 w 39958"/>
                <a:gd name="connsiteY5" fmla="*/ 23821 h 37865"/>
                <a:gd name="connsiteX6" fmla="*/ 7369 w 39958"/>
                <a:gd name="connsiteY6" fmla="*/ 30205 h 37865"/>
                <a:gd name="connsiteX7" fmla="*/ 22705 w 39958"/>
                <a:gd name="connsiteY7" fmla="*/ 36589 h 37865"/>
                <a:gd name="connsiteX8" fmla="*/ 27817 w 39958"/>
                <a:gd name="connsiteY8" fmla="*/ 37866 h 37865"/>
                <a:gd name="connsiteX9" fmla="*/ 34846 w 39958"/>
                <a:gd name="connsiteY9" fmla="*/ 35951 h 37865"/>
                <a:gd name="connsiteX10" fmla="*/ 39958 w 39958"/>
                <a:gd name="connsiteY10" fmla="*/ 25098 h 37865"/>
                <a:gd name="connsiteX11" fmla="*/ 13759 w 39958"/>
                <a:gd name="connsiteY11" fmla="*/ 18714 h 37865"/>
                <a:gd name="connsiteX12" fmla="*/ 27817 w 39958"/>
                <a:gd name="connsiteY12" fmla="*/ 12968 h 37865"/>
                <a:gd name="connsiteX13" fmla="*/ 27817 w 39958"/>
                <a:gd name="connsiteY13" fmla="*/ 25098 h 37865"/>
                <a:gd name="connsiteX14" fmla="*/ 13759 w 39958"/>
                <a:gd name="connsiteY14" fmla="*/ 18714 h 3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958" h="37865">
                  <a:moveTo>
                    <a:pt x="39958" y="25098"/>
                  </a:moveTo>
                  <a:lnTo>
                    <a:pt x="39958" y="12330"/>
                  </a:lnTo>
                  <a:cubicBezTo>
                    <a:pt x="39958" y="7861"/>
                    <a:pt x="38041" y="4031"/>
                    <a:pt x="34207" y="2116"/>
                  </a:cubicBezTo>
                  <a:cubicBezTo>
                    <a:pt x="31012" y="-438"/>
                    <a:pt x="26539" y="-438"/>
                    <a:pt x="22705" y="839"/>
                  </a:cubicBezTo>
                  <a:lnTo>
                    <a:pt x="7369" y="7223"/>
                  </a:lnTo>
                  <a:cubicBezTo>
                    <a:pt x="979" y="9776"/>
                    <a:pt x="-1576" y="17437"/>
                    <a:pt x="979" y="23821"/>
                  </a:cubicBezTo>
                  <a:cubicBezTo>
                    <a:pt x="2257" y="26375"/>
                    <a:pt x="4814" y="28928"/>
                    <a:pt x="7369" y="30205"/>
                  </a:cubicBezTo>
                  <a:lnTo>
                    <a:pt x="22705" y="36589"/>
                  </a:lnTo>
                  <a:cubicBezTo>
                    <a:pt x="23983" y="37227"/>
                    <a:pt x="25900" y="37866"/>
                    <a:pt x="27817" y="37866"/>
                  </a:cubicBezTo>
                  <a:cubicBezTo>
                    <a:pt x="30373" y="37866"/>
                    <a:pt x="32290" y="37227"/>
                    <a:pt x="34846" y="35951"/>
                  </a:cubicBezTo>
                  <a:cubicBezTo>
                    <a:pt x="38041" y="33397"/>
                    <a:pt x="39958" y="29567"/>
                    <a:pt x="39958" y="25098"/>
                  </a:cubicBezTo>
                  <a:close/>
                  <a:moveTo>
                    <a:pt x="13759" y="18714"/>
                  </a:moveTo>
                  <a:lnTo>
                    <a:pt x="27817" y="12968"/>
                  </a:lnTo>
                  <a:lnTo>
                    <a:pt x="27817" y="25098"/>
                  </a:lnTo>
                  <a:lnTo>
                    <a:pt x="13759" y="18714"/>
                  </a:lnTo>
                  <a:close/>
                </a:path>
              </a:pathLst>
            </a:custGeom>
            <a:solidFill>
              <a:srgbClr val="012169"/>
            </a:solidFill>
            <a:ln w="6390" cap="flat">
              <a:noFill/>
              <a:prstDash val="solid"/>
              <a:miter/>
            </a:ln>
          </p:spPr>
          <p:txBody>
            <a:bodyPr rtlCol="0" anchor="ctr"/>
            <a:lstStyle/>
            <a:p>
              <a:endParaRPr lang="en-US"/>
            </a:p>
          </p:txBody>
        </p:sp>
        <p:sp>
          <p:nvSpPr>
            <p:cNvPr id="168" name="Graphic 4">
              <a:extLst>
                <a:ext uri="{FF2B5EF4-FFF2-40B4-BE49-F238E27FC236}">
                  <a16:creationId xmlns:a16="http://schemas.microsoft.com/office/drawing/2014/main" id="{72DFAE66-4805-7140-9FB7-227C806ABEC6}"/>
                </a:ext>
              </a:extLst>
            </p:cNvPr>
            <p:cNvSpPr/>
            <p:nvPr/>
          </p:nvSpPr>
          <p:spPr>
            <a:xfrm>
              <a:off x="5946232" y="4879759"/>
              <a:ext cx="40104" cy="39899"/>
            </a:xfrm>
            <a:custGeom>
              <a:avLst/>
              <a:gdLst>
                <a:gd name="connsiteX0" fmla="*/ 12384 w 40104"/>
                <a:gd name="connsiteY0" fmla="*/ 36070 h 39899"/>
                <a:gd name="connsiteX1" fmla="*/ 21330 w 40104"/>
                <a:gd name="connsiteY1" fmla="*/ 39900 h 39899"/>
                <a:gd name="connsiteX2" fmla="*/ 23886 w 40104"/>
                <a:gd name="connsiteY2" fmla="*/ 39900 h 39899"/>
                <a:gd name="connsiteX3" fmla="*/ 32832 w 40104"/>
                <a:gd name="connsiteY3" fmla="*/ 32239 h 39899"/>
                <a:gd name="connsiteX4" fmla="*/ 39222 w 40104"/>
                <a:gd name="connsiteY4" fmla="*/ 16918 h 39899"/>
                <a:gd name="connsiteX5" fmla="*/ 32193 w 40104"/>
                <a:gd name="connsiteY5" fmla="*/ 958 h 39899"/>
                <a:gd name="connsiteX6" fmla="*/ 23247 w 40104"/>
                <a:gd name="connsiteY6" fmla="*/ 958 h 39899"/>
                <a:gd name="connsiteX7" fmla="*/ 7911 w 40104"/>
                <a:gd name="connsiteY7" fmla="*/ 7342 h 39899"/>
                <a:gd name="connsiteX8" fmla="*/ 882 w 40104"/>
                <a:gd name="connsiteY8" fmla="*/ 23302 h 39899"/>
                <a:gd name="connsiteX9" fmla="*/ 3438 w 40104"/>
                <a:gd name="connsiteY9" fmla="*/ 27770 h 39899"/>
                <a:gd name="connsiteX10" fmla="*/ 12384 w 40104"/>
                <a:gd name="connsiteY10" fmla="*/ 36070 h 39899"/>
                <a:gd name="connsiteX11" fmla="*/ 26442 w 40104"/>
                <a:gd name="connsiteY11" fmla="*/ 12449 h 39899"/>
                <a:gd name="connsiteX12" fmla="*/ 21330 w 40104"/>
                <a:gd name="connsiteY12" fmla="*/ 26494 h 39899"/>
                <a:gd name="connsiteX13" fmla="*/ 12384 w 40104"/>
                <a:gd name="connsiteY13" fmla="*/ 18194 h 39899"/>
                <a:gd name="connsiteX14" fmla="*/ 26442 w 40104"/>
                <a:gd name="connsiteY14" fmla="*/ 12449 h 39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0104" h="39899">
                  <a:moveTo>
                    <a:pt x="12384" y="36070"/>
                  </a:moveTo>
                  <a:cubicBezTo>
                    <a:pt x="14940" y="38623"/>
                    <a:pt x="18135" y="39900"/>
                    <a:pt x="21330" y="39900"/>
                  </a:cubicBezTo>
                  <a:cubicBezTo>
                    <a:pt x="21969" y="39900"/>
                    <a:pt x="23247" y="39900"/>
                    <a:pt x="23886" y="39900"/>
                  </a:cubicBezTo>
                  <a:cubicBezTo>
                    <a:pt x="27720" y="39262"/>
                    <a:pt x="31554" y="36070"/>
                    <a:pt x="32832" y="32239"/>
                  </a:cubicBezTo>
                  <a:lnTo>
                    <a:pt x="39222" y="16918"/>
                  </a:lnTo>
                  <a:cubicBezTo>
                    <a:pt x="41778" y="10534"/>
                    <a:pt x="38583" y="3511"/>
                    <a:pt x="32193" y="958"/>
                  </a:cubicBezTo>
                  <a:cubicBezTo>
                    <a:pt x="28998" y="-319"/>
                    <a:pt x="25803" y="-319"/>
                    <a:pt x="23247" y="958"/>
                  </a:cubicBezTo>
                  <a:lnTo>
                    <a:pt x="7911" y="7342"/>
                  </a:lnTo>
                  <a:cubicBezTo>
                    <a:pt x="1521" y="9895"/>
                    <a:pt x="-1674" y="16918"/>
                    <a:pt x="882" y="23302"/>
                  </a:cubicBezTo>
                  <a:cubicBezTo>
                    <a:pt x="1521" y="24578"/>
                    <a:pt x="2161" y="26494"/>
                    <a:pt x="3438" y="27770"/>
                  </a:cubicBezTo>
                  <a:lnTo>
                    <a:pt x="12384" y="36070"/>
                  </a:lnTo>
                  <a:close/>
                  <a:moveTo>
                    <a:pt x="26442" y="12449"/>
                  </a:moveTo>
                  <a:lnTo>
                    <a:pt x="21330" y="26494"/>
                  </a:lnTo>
                  <a:lnTo>
                    <a:pt x="12384" y="18194"/>
                  </a:lnTo>
                  <a:lnTo>
                    <a:pt x="26442" y="12449"/>
                  </a:lnTo>
                  <a:close/>
                </a:path>
              </a:pathLst>
            </a:custGeom>
            <a:solidFill>
              <a:srgbClr val="012169"/>
            </a:solidFill>
            <a:ln w="6390" cap="flat">
              <a:noFill/>
              <a:prstDash val="solid"/>
              <a:miter/>
            </a:ln>
          </p:spPr>
          <p:txBody>
            <a:bodyPr rtlCol="0" anchor="ctr"/>
            <a:lstStyle/>
            <a:p>
              <a:endParaRPr lang="en-US"/>
            </a:p>
          </p:txBody>
        </p:sp>
        <p:sp>
          <p:nvSpPr>
            <p:cNvPr id="169" name="Graphic 4">
              <a:extLst>
                <a:ext uri="{FF2B5EF4-FFF2-40B4-BE49-F238E27FC236}">
                  <a16:creationId xmlns:a16="http://schemas.microsoft.com/office/drawing/2014/main" id="{DF912075-423E-614A-BC1A-BDD44D274F2B}"/>
                </a:ext>
              </a:extLst>
            </p:cNvPr>
            <p:cNvSpPr/>
            <p:nvPr/>
          </p:nvSpPr>
          <p:spPr>
            <a:xfrm>
              <a:off x="5792855" y="5032017"/>
              <a:ext cx="40042" cy="40857"/>
            </a:xfrm>
            <a:custGeom>
              <a:avLst/>
              <a:gdLst>
                <a:gd name="connsiteX0" fmla="*/ 27099 w 40042"/>
                <a:gd name="connsiteY0" fmla="*/ 3830 h 40857"/>
                <a:gd name="connsiteX1" fmla="*/ 9846 w 40042"/>
                <a:gd name="connsiteY1" fmla="*/ 3830 h 40857"/>
                <a:gd name="connsiteX2" fmla="*/ 7291 w 40042"/>
                <a:gd name="connsiteY2" fmla="*/ 8299 h 40857"/>
                <a:gd name="connsiteX3" fmla="*/ 901 w 40042"/>
                <a:gd name="connsiteY3" fmla="*/ 23621 h 40857"/>
                <a:gd name="connsiteX4" fmla="*/ 3456 w 40042"/>
                <a:gd name="connsiteY4" fmla="*/ 37027 h 40857"/>
                <a:gd name="connsiteX5" fmla="*/ 12403 w 40042"/>
                <a:gd name="connsiteY5" fmla="*/ 40857 h 40857"/>
                <a:gd name="connsiteX6" fmla="*/ 16876 w 40042"/>
                <a:gd name="connsiteY6" fmla="*/ 40219 h 40857"/>
                <a:gd name="connsiteX7" fmla="*/ 32211 w 40042"/>
                <a:gd name="connsiteY7" fmla="*/ 33835 h 40857"/>
                <a:gd name="connsiteX8" fmla="*/ 39879 w 40042"/>
                <a:gd name="connsiteY8" fmla="*/ 24897 h 40857"/>
                <a:gd name="connsiteX9" fmla="*/ 36684 w 40042"/>
                <a:gd name="connsiteY9" fmla="*/ 13406 h 40857"/>
                <a:gd name="connsiteX10" fmla="*/ 27099 w 40042"/>
                <a:gd name="connsiteY10" fmla="*/ 3830 h 40857"/>
                <a:gd name="connsiteX11" fmla="*/ 12403 w 40042"/>
                <a:gd name="connsiteY11" fmla="*/ 27451 h 40857"/>
                <a:gd name="connsiteX12" fmla="*/ 17514 w 40042"/>
                <a:gd name="connsiteY12" fmla="*/ 13406 h 40857"/>
                <a:gd name="connsiteX13" fmla="*/ 27099 w 40042"/>
                <a:gd name="connsiteY13" fmla="*/ 22344 h 40857"/>
                <a:gd name="connsiteX14" fmla="*/ 12403 w 40042"/>
                <a:gd name="connsiteY14" fmla="*/ 27451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0042" h="40857">
                  <a:moveTo>
                    <a:pt x="27099" y="3830"/>
                  </a:moveTo>
                  <a:cubicBezTo>
                    <a:pt x="21987" y="-1277"/>
                    <a:pt x="14319" y="-1277"/>
                    <a:pt x="9846" y="3830"/>
                  </a:cubicBezTo>
                  <a:cubicBezTo>
                    <a:pt x="8569" y="5107"/>
                    <a:pt x="7929" y="6384"/>
                    <a:pt x="7291" y="8299"/>
                  </a:cubicBezTo>
                  <a:lnTo>
                    <a:pt x="901" y="23621"/>
                  </a:lnTo>
                  <a:cubicBezTo>
                    <a:pt x="-1016" y="28089"/>
                    <a:pt x="261" y="33196"/>
                    <a:pt x="3456" y="37027"/>
                  </a:cubicBezTo>
                  <a:cubicBezTo>
                    <a:pt x="6013" y="39580"/>
                    <a:pt x="9208" y="40857"/>
                    <a:pt x="12403" y="40857"/>
                  </a:cubicBezTo>
                  <a:cubicBezTo>
                    <a:pt x="13681" y="40857"/>
                    <a:pt x="15597" y="40857"/>
                    <a:pt x="16876" y="40219"/>
                  </a:cubicBezTo>
                  <a:lnTo>
                    <a:pt x="32211" y="33835"/>
                  </a:lnTo>
                  <a:cubicBezTo>
                    <a:pt x="36045" y="31920"/>
                    <a:pt x="38601" y="28728"/>
                    <a:pt x="39879" y="24897"/>
                  </a:cubicBezTo>
                  <a:cubicBezTo>
                    <a:pt x="40518" y="21067"/>
                    <a:pt x="39240" y="16598"/>
                    <a:pt x="36684" y="13406"/>
                  </a:cubicBezTo>
                  <a:lnTo>
                    <a:pt x="27099" y="3830"/>
                  </a:lnTo>
                  <a:close/>
                  <a:moveTo>
                    <a:pt x="12403" y="27451"/>
                  </a:moveTo>
                  <a:lnTo>
                    <a:pt x="17514" y="13406"/>
                  </a:lnTo>
                  <a:lnTo>
                    <a:pt x="27099" y="22344"/>
                  </a:lnTo>
                  <a:lnTo>
                    <a:pt x="12403" y="27451"/>
                  </a:lnTo>
                  <a:close/>
                </a:path>
              </a:pathLst>
            </a:custGeom>
            <a:solidFill>
              <a:srgbClr val="012169"/>
            </a:solidFill>
            <a:ln w="6390" cap="flat">
              <a:noFill/>
              <a:prstDash val="solid"/>
              <a:miter/>
            </a:ln>
          </p:spPr>
          <p:txBody>
            <a:bodyPr rtlCol="0" anchor="ctr"/>
            <a:lstStyle/>
            <a:p>
              <a:endParaRPr lang="en-US"/>
            </a:p>
          </p:txBody>
        </p:sp>
        <p:sp>
          <p:nvSpPr>
            <p:cNvPr id="170" name="Graphic 4">
              <a:extLst>
                <a:ext uri="{FF2B5EF4-FFF2-40B4-BE49-F238E27FC236}">
                  <a16:creationId xmlns:a16="http://schemas.microsoft.com/office/drawing/2014/main" id="{1670679C-84B7-9845-8EE7-FCFF587E5A41}"/>
                </a:ext>
              </a:extLst>
            </p:cNvPr>
            <p:cNvSpPr/>
            <p:nvPr/>
          </p:nvSpPr>
          <p:spPr>
            <a:xfrm>
              <a:off x="5946475" y="5032412"/>
              <a:ext cx="39617" cy="39823"/>
            </a:xfrm>
            <a:custGeom>
              <a:avLst/>
              <a:gdLst>
                <a:gd name="connsiteX0" fmla="*/ 32589 w 39617"/>
                <a:gd name="connsiteY0" fmla="*/ 7904 h 39823"/>
                <a:gd name="connsiteX1" fmla="*/ 16614 w 39617"/>
                <a:gd name="connsiteY1" fmla="*/ 881 h 39823"/>
                <a:gd name="connsiteX2" fmla="*/ 12780 w 39617"/>
                <a:gd name="connsiteY2" fmla="*/ 3435 h 39823"/>
                <a:gd name="connsiteX3" fmla="*/ 3834 w 39617"/>
                <a:gd name="connsiteY3" fmla="*/ 12372 h 39823"/>
                <a:gd name="connsiteX4" fmla="*/ 3834 w 39617"/>
                <a:gd name="connsiteY4" fmla="*/ 30248 h 39823"/>
                <a:gd name="connsiteX5" fmla="*/ 7668 w 39617"/>
                <a:gd name="connsiteY5" fmla="*/ 32801 h 39823"/>
                <a:gd name="connsiteX6" fmla="*/ 23004 w 39617"/>
                <a:gd name="connsiteY6" fmla="*/ 39185 h 39823"/>
                <a:gd name="connsiteX7" fmla="*/ 27477 w 39617"/>
                <a:gd name="connsiteY7" fmla="*/ 39824 h 39823"/>
                <a:gd name="connsiteX8" fmla="*/ 39617 w 39617"/>
                <a:gd name="connsiteY8" fmla="*/ 27694 h 39823"/>
                <a:gd name="connsiteX9" fmla="*/ 38979 w 39617"/>
                <a:gd name="connsiteY9" fmla="*/ 23225 h 39823"/>
                <a:gd name="connsiteX10" fmla="*/ 32589 w 39617"/>
                <a:gd name="connsiteY10" fmla="*/ 7904 h 39823"/>
                <a:gd name="connsiteX11" fmla="*/ 12141 w 39617"/>
                <a:gd name="connsiteY11" fmla="*/ 21948 h 39823"/>
                <a:gd name="connsiteX12" fmla="*/ 20448 w 39617"/>
                <a:gd name="connsiteY12" fmla="*/ 12372 h 39823"/>
                <a:gd name="connsiteX13" fmla="*/ 26838 w 39617"/>
                <a:gd name="connsiteY13" fmla="*/ 27056 h 39823"/>
                <a:gd name="connsiteX14" fmla="*/ 12141 w 39617"/>
                <a:gd name="connsiteY14" fmla="*/ 21948 h 39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617" h="39823">
                  <a:moveTo>
                    <a:pt x="32589" y="7904"/>
                  </a:moveTo>
                  <a:cubicBezTo>
                    <a:pt x="30032" y="1520"/>
                    <a:pt x="23004" y="-1672"/>
                    <a:pt x="16614" y="881"/>
                  </a:cubicBezTo>
                  <a:cubicBezTo>
                    <a:pt x="15336" y="1520"/>
                    <a:pt x="13419" y="2158"/>
                    <a:pt x="12780" y="3435"/>
                  </a:cubicBezTo>
                  <a:lnTo>
                    <a:pt x="3834" y="12372"/>
                  </a:lnTo>
                  <a:cubicBezTo>
                    <a:pt x="-1278" y="17480"/>
                    <a:pt x="-1278" y="25140"/>
                    <a:pt x="3834" y="30248"/>
                  </a:cubicBezTo>
                  <a:cubicBezTo>
                    <a:pt x="5112" y="31524"/>
                    <a:pt x="6390" y="32163"/>
                    <a:pt x="7668" y="32801"/>
                  </a:cubicBezTo>
                  <a:lnTo>
                    <a:pt x="23004" y="39185"/>
                  </a:lnTo>
                  <a:cubicBezTo>
                    <a:pt x="24282" y="39824"/>
                    <a:pt x="26199" y="39824"/>
                    <a:pt x="27477" y="39824"/>
                  </a:cubicBezTo>
                  <a:cubicBezTo>
                    <a:pt x="34506" y="39824"/>
                    <a:pt x="39617" y="34078"/>
                    <a:pt x="39617" y="27694"/>
                  </a:cubicBezTo>
                  <a:cubicBezTo>
                    <a:pt x="39617" y="26417"/>
                    <a:pt x="39617" y="24502"/>
                    <a:pt x="38979" y="23225"/>
                  </a:cubicBezTo>
                  <a:lnTo>
                    <a:pt x="32589" y="7904"/>
                  </a:lnTo>
                  <a:close/>
                  <a:moveTo>
                    <a:pt x="12141" y="21948"/>
                  </a:moveTo>
                  <a:lnTo>
                    <a:pt x="20448" y="12372"/>
                  </a:lnTo>
                  <a:lnTo>
                    <a:pt x="26838" y="27056"/>
                  </a:lnTo>
                  <a:lnTo>
                    <a:pt x="12141" y="21948"/>
                  </a:lnTo>
                  <a:close/>
                </a:path>
              </a:pathLst>
            </a:custGeom>
            <a:solidFill>
              <a:srgbClr val="012169"/>
            </a:solidFill>
            <a:ln w="6390" cap="flat">
              <a:noFill/>
              <a:prstDash val="solid"/>
              <a:miter/>
            </a:ln>
          </p:spPr>
          <p:txBody>
            <a:bodyPr rtlCol="0" anchor="ctr"/>
            <a:lstStyle/>
            <a:p>
              <a:endParaRPr lang="en-US"/>
            </a:p>
          </p:txBody>
        </p:sp>
        <p:sp>
          <p:nvSpPr>
            <p:cNvPr id="171" name="Graphic 4">
              <a:extLst>
                <a:ext uri="{FF2B5EF4-FFF2-40B4-BE49-F238E27FC236}">
                  <a16:creationId xmlns:a16="http://schemas.microsoft.com/office/drawing/2014/main" id="{A2D9E5AC-2F70-E24D-9C95-DE9215F2D0DE}"/>
                </a:ext>
              </a:extLst>
            </p:cNvPr>
            <p:cNvSpPr/>
            <p:nvPr/>
          </p:nvSpPr>
          <p:spPr>
            <a:xfrm>
              <a:off x="5792158" y="4878558"/>
              <a:ext cx="40426" cy="40462"/>
            </a:xfrm>
            <a:custGeom>
              <a:avLst/>
              <a:gdLst>
                <a:gd name="connsiteX0" fmla="*/ 7348 w 40426"/>
                <a:gd name="connsiteY0" fmla="*/ 32802 h 40462"/>
                <a:gd name="connsiteX1" fmla="*/ 16294 w 40426"/>
                <a:gd name="connsiteY1" fmla="*/ 40462 h 40462"/>
                <a:gd name="connsiteX2" fmla="*/ 18850 w 40426"/>
                <a:gd name="connsiteY2" fmla="*/ 40462 h 40462"/>
                <a:gd name="connsiteX3" fmla="*/ 27796 w 40426"/>
                <a:gd name="connsiteY3" fmla="*/ 36632 h 40462"/>
                <a:gd name="connsiteX4" fmla="*/ 36742 w 40426"/>
                <a:gd name="connsiteY4" fmla="*/ 27694 h 40462"/>
                <a:gd name="connsiteX5" fmla="*/ 39937 w 40426"/>
                <a:gd name="connsiteY5" fmla="*/ 16203 h 40462"/>
                <a:gd name="connsiteX6" fmla="*/ 32269 w 40426"/>
                <a:gd name="connsiteY6" fmla="*/ 7266 h 40462"/>
                <a:gd name="connsiteX7" fmla="*/ 16933 w 40426"/>
                <a:gd name="connsiteY7" fmla="*/ 882 h 40462"/>
                <a:gd name="connsiteX8" fmla="*/ 958 w 40426"/>
                <a:gd name="connsiteY8" fmla="*/ 7904 h 40462"/>
                <a:gd name="connsiteX9" fmla="*/ 958 w 40426"/>
                <a:gd name="connsiteY9" fmla="*/ 16842 h 40462"/>
                <a:gd name="connsiteX10" fmla="*/ 7348 w 40426"/>
                <a:gd name="connsiteY10" fmla="*/ 32802 h 40462"/>
                <a:gd name="connsiteX11" fmla="*/ 27796 w 40426"/>
                <a:gd name="connsiteY11" fmla="*/ 18757 h 40462"/>
                <a:gd name="connsiteX12" fmla="*/ 18850 w 40426"/>
                <a:gd name="connsiteY12" fmla="*/ 27694 h 40462"/>
                <a:gd name="connsiteX13" fmla="*/ 13099 w 40426"/>
                <a:gd name="connsiteY13" fmla="*/ 13650 h 40462"/>
                <a:gd name="connsiteX14" fmla="*/ 27796 w 40426"/>
                <a:gd name="connsiteY14" fmla="*/ 18757 h 40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0426" h="40462">
                  <a:moveTo>
                    <a:pt x="7348" y="32802"/>
                  </a:moveTo>
                  <a:cubicBezTo>
                    <a:pt x="9265" y="36632"/>
                    <a:pt x="12460" y="39186"/>
                    <a:pt x="16294" y="40462"/>
                  </a:cubicBezTo>
                  <a:cubicBezTo>
                    <a:pt x="16933" y="40462"/>
                    <a:pt x="18211" y="40462"/>
                    <a:pt x="18850" y="40462"/>
                  </a:cubicBezTo>
                  <a:cubicBezTo>
                    <a:pt x="22045" y="40462"/>
                    <a:pt x="25240" y="39186"/>
                    <a:pt x="27796" y="36632"/>
                  </a:cubicBezTo>
                  <a:lnTo>
                    <a:pt x="36742" y="27694"/>
                  </a:lnTo>
                  <a:cubicBezTo>
                    <a:pt x="39937" y="24502"/>
                    <a:pt x="41215" y="20672"/>
                    <a:pt x="39937" y="16203"/>
                  </a:cubicBezTo>
                  <a:cubicBezTo>
                    <a:pt x="39298" y="12373"/>
                    <a:pt x="36103" y="8542"/>
                    <a:pt x="32269" y="7266"/>
                  </a:cubicBezTo>
                  <a:lnTo>
                    <a:pt x="16933" y="882"/>
                  </a:lnTo>
                  <a:cubicBezTo>
                    <a:pt x="10543" y="-1672"/>
                    <a:pt x="3514" y="1520"/>
                    <a:pt x="958" y="7904"/>
                  </a:cubicBezTo>
                  <a:cubicBezTo>
                    <a:pt x="-319" y="11096"/>
                    <a:pt x="-319" y="14288"/>
                    <a:pt x="958" y="16842"/>
                  </a:cubicBezTo>
                  <a:lnTo>
                    <a:pt x="7348" y="32802"/>
                  </a:lnTo>
                  <a:close/>
                  <a:moveTo>
                    <a:pt x="27796" y="18757"/>
                  </a:moveTo>
                  <a:lnTo>
                    <a:pt x="18850" y="27694"/>
                  </a:lnTo>
                  <a:lnTo>
                    <a:pt x="13099" y="13650"/>
                  </a:lnTo>
                  <a:lnTo>
                    <a:pt x="27796" y="18757"/>
                  </a:lnTo>
                  <a:close/>
                </a:path>
              </a:pathLst>
            </a:custGeom>
            <a:solidFill>
              <a:srgbClr val="012169"/>
            </a:solidFill>
            <a:ln w="6390" cap="flat">
              <a:noFill/>
              <a:prstDash val="solid"/>
              <a:miter/>
            </a:ln>
          </p:spPr>
          <p:txBody>
            <a:bodyPr rtlCol="0" anchor="ctr"/>
            <a:lstStyle/>
            <a:p>
              <a:endParaRPr lang="en-US"/>
            </a:p>
          </p:txBody>
        </p:sp>
        <p:sp>
          <p:nvSpPr>
            <p:cNvPr id="172" name="Graphic 4">
              <a:extLst>
                <a:ext uri="{FF2B5EF4-FFF2-40B4-BE49-F238E27FC236}">
                  <a16:creationId xmlns:a16="http://schemas.microsoft.com/office/drawing/2014/main" id="{4491F190-A3C5-5C49-BA4E-4EB68EFFDA53}"/>
                </a:ext>
              </a:extLst>
            </p:cNvPr>
            <p:cNvSpPr/>
            <p:nvPr/>
          </p:nvSpPr>
          <p:spPr>
            <a:xfrm>
              <a:off x="5802062" y="4889016"/>
              <a:ext cx="173806" cy="173644"/>
            </a:xfrm>
            <a:custGeom>
              <a:avLst/>
              <a:gdLst>
                <a:gd name="connsiteX0" fmla="*/ 86903 w 173806"/>
                <a:gd name="connsiteY0" fmla="*/ 0 h 173644"/>
                <a:gd name="connsiteX1" fmla="*/ 0 w 173806"/>
                <a:gd name="connsiteY1" fmla="*/ 86822 h 173644"/>
                <a:gd name="connsiteX2" fmla="*/ 86903 w 173806"/>
                <a:gd name="connsiteY2" fmla="*/ 173644 h 173644"/>
                <a:gd name="connsiteX3" fmla="*/ 173806 w 173806"/>
                <a:gd name="connsiteY3" fmla="*/ 86822 h 173644"/>
                <a:gd name="connsiteX4" fmla="*/ 173806 w 173806"/>
                <a:gd name="connsiteY4" fmla="*/ 86822 h 173644"/>
                <a:gd name="connsiteX5" fmla="*/ 86903 w 173806"/>
                <a:gd name="connsiteY5" fmla="*/ 0 h 173644"/>
                <a:gd name="connsiteX6" fmla="*/ 143774 w 173806"/>
                <a:gd name="connsiteY6" fmla="*/ 134702 h 173644"/>
                <a:gd name="connsiteX7" fmla="*/ 108629 w 173806"/>
                <a:gd name="connsiteY7" fmla="*/ 99590 h 173644"/>
                <a:gd name="connsiteX8" fmla="*/ 111185 w 173806"/>
                <a:gd name="connsiteY8" fmla="*/ 93206 h 173644"/>
                <a:gd name="connsiteX9" fmla="*/ 161027 w 173806"/>
                <a:gd name="connsiteY9" fmla="*/ 93206 h 173644"/>
                <a:gd name="connsiteX10" fmla="*/ 143774 w 173806"/>
                <a:gd name="connsiteY10" fmla="*/ 134702 h 173644"/>
                <a:gd name="connsiteX11" fmla="*/ 143774 w 173806"/>
                <a:gd name="connsiteY11" fmla="*/ 134702 h 173644"/>
                <a:gd name="connsiteX12" fmla="*/ 12780 w 173806"/>
                <a:gd name="connsiteY12" fmla="*/ 93206 h 173644"/>
                <a:gd name="connsiteX13" fmla="*/ 62621 w 173806"/>
                <a:gd name="connsiteY13" fmla="*/ 93206 h 173644"/>
                <a:gd name="connsiteX14" fmla="*/ 65177 w 173806"/>
                <a:gd name="connsiteY14" fmla="*/ 99590 h 173644"/>
                <a:gd name="connsiteX15" fmla="*/ 30033 w 173806"/>
                <a:gd name="connsiteY15" fmla="*/ 134702 h 173644"/>
                <a:gd name="connsiteX16" fmla="*/ 12780 w 173806"/>
                <a:gd name="connsiteY16" fmla="*/ 93206 h 173644"/>
                <a:gd name="connsiteX17" fmla="*/ 30033 w 173806"/>
                <a:gd name="connsiteY17" fmla="*/ 39581 h 173644"/>
                <a:gd name="connsiteX18" fmla="*/ 65177 w 173806"/>
                <a:gd name="connsiteY18" fmla="*/ 74693 h 173644"/>
                <a:gd name="connsiteX19" fmla="*/ 62621 w 173806"/>
                <a:gd name="connsiteY19" fmla="*/ 81077 h 173644"/>
                <a:gd name="connsiteX20" fmla="*/ 12780 w 173806"/>
                <a:gd name="connsiteY20" fmla="*/ 81077 h 173644"/>
                <a:gd name="connsiteX21" fmla="*/ 30033 w 173806"/>
                <a:gd name="connsiteY21" fmla="*/ 39581 h 173644"/>
                <a:gd name="connsiteX22" fmla="*/ 30033 w 173806"/>
                <a:gd name="connsiteY22" fmla="*/ 39581 h 173644"/>
                <a:gd name="connsiteX23" fmla="*/ 86264 w 173806"/>
                <a:gd name="connsiteY23" fmla="*/ 98952 h 173644"/>
                <a:gd name="connsiteX24" fmla="*/ 74123 w 173806"/>
                <a:gd name="connsiteY24" fmla="*/ 86822 h 173644"/>
                <a:gd name="connsiteX25" fmla="*/ 86264 w 173806"/>
                <a:gd name="connsiteY25" fmla="*/ 74693 h 173644"/>
                <a:gd name="connsiteX26" fmla="*/ 98405 w 173806"/>
                <a:gd name="connsiteY26" fmla="*/ 86822 h 173644"/>
                <a:gd name="connsiteX27" fmla="*/ 98405 w 173806"/>
                <a:gd name="connsiteY27" fmla="*/ 86822 h 173644"/>
                <a:gd name="connsiteX28" fmla="*/ 86264 w 173806"/>
                <a:gd name="connsiteY28" fmla="*/ 98952 h 173644"/>
                <a:gd name="connsiteX29" fmla="*/ 86264 w 173806"/>
                <a:gd name="connsiteY29" fmla="*/ 98952 h 173644"/>
                <a:gd name="connsiteX30" fmla="*/ 99044 w 173806"/>
                <a:gd name="connsiteY30" fmla="*/ 65117 h 173644"/>
                <a:gd name="connsiteX31" fmla="*/ 92654 w 173806"/>
                <a:gd name="connsiteY31" fmla="*/ 62563 h 173644"/>
                <a:gd name="connsiteX32" fmla="*/ 92654 w 173806"/>
                <a:gd name="connsiteY32" fmla="*/ 12768 h 173644"/>
                <a:gd name="connsiteX33" fmla="*/ 134189 w 173806"/>
                <a:gd name="connsiteY33" fmla="*/ 30005 h 173644"/>
                <a:gd name="connsiteX34" fmla="*/ 99044 w 173806"/>
                <a:gd name="connsiteY34" fmla="*/ 65117 h 173644"/>
                <a:gd name="connsiteX35" fmla="*/ 79874 w 173806"/>
                <a:gd name="connsiteY35" fmla="*/ 62563 h 173644"/>
                <a:gd name="connsiteX36" fmla="*/ 73484 w 173806"/>
                <a:gd name="connsiteY36" fmla="*/ 65117 h 173644"/>
                <a:gd name="connsiteX37" fmla="*/ 38340 w 173806"/>
                <a:gd name="connsiteY37" fmla="*/ 30005 h 173644"/>
                <a:gd name="connsiteX38" fmla="*/ 79874 w 173806"/>
                <a:gd name="connsiteY38" fmla="*/ 12768 h 173644"/>
                <a:gd name="connsiteX39" fmla="*/ 79874 w 173806"/>
                <a:gd name="connsiteY39" fmla="*/ 62563 h 173644"/>
                <a:gd name="connsiteX40" fmla="*/ 73484 w 173806"/>
                <a:gd name="connsiteY40" fmla="*/ 108528 h 173644"/>
                <a:gd name="connsiteX41" fmla="*/ 79874 w 173806"/>
                <a:gd name="connsiteY41" fmla="*/ 111081 h 173644"/>
                <a:gd name="connsiteX42" fmla="*/ 79874 w 173806"/>
                <a:gd name="connsiteY42" fmla="*/ 160876 h 173644"/>
                <a:gd name="connsiteX43" fmla="*/ 38340 w 173806"/>
                <a:gd name="connsiteY43" fmla="*/ 143640 h 173644"/>
                <a:gd name="connsiteX44" fmla="*/ 73484 w 173806"/>
                <a:gd name="connsiteY44" fmla="*/ 108528 h 173644"/>
                <a:gd name="connsiteX45" fmla="*/ 92654 w 173806"/>
                <a:gd name="connsiteY45" fmla="*/ 111081 h 173644"/>
                <a:gd name="connsiteX46" fmla="*/ 98405 w 173806"/>
                <a:gd name="connsiteY46" fmla="*/ 108528 h 173644"/>
                <a:gd name="connsiteX47" fmla="*/ 133550 w 173806"/>
                <a:gd name="connsiteY47" fmla="*/ 143640 h 173644"/>
                <a:gd name="connsiteX48" fmla="*/ 92015 w 173806"/>
                <a:gd name="connsiteY48" fmla="*/ 160876 h 173644"/>
                <a:gd name="connsiteX49" fmla="*/ 92654 w 173806"/>
                <a:gd name="connsiteY49" fmla="*/ 111081 h 173644"/>
                <a:gd name="connsiteX50" fmla="*/ 110546 w 173806"/>
                <a:gd name="connsiteY50" fmla="*/ 80438 h 173644"/>
                <a:gd name="connsiteX51" fmla="*/ 107990 w 173806"/>
                <a:gd name="connsiteY51" fmla="*/ 74054 h 173644"/>
                <a:gd name="connsiteX52" fmla="*/ 143135 w 173806"/>
                <a:gd name="connsiteY52" fmla="*/ 38942 h 173644"/>
                <a:gd name="connsiteX53" fmla="*/ 160387 w 173806"/>
                <a:gd name="connsiteY53" fmla="*/ 80438 h 173644"/>
                <a:gd name="connsiteX54" fmla="*/ 110546 w 173806"/>
                <a:gd name="connsiteY54" fmla="*/ 80438 h 173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73806" h="173644">
                  <a:moveTo>
                    <a:pt x="86903" y="0"/>
                  </a:moveTo>
                  <a:cubicBezTo>
                    <a:pt x="38978" y="0"/>
                    <a:pt x="0" y="38942"/>
                    <a:pt x="0" y="86822"/>
                  </a:cubicBezTo>
                  <a:cubicBezTo>
                    <a:pt x="0" y="134702"/>
                    <a:pt x="38978" y="173644"/>
                    <a:pt x="86903" y="173644"/>
                  </a:cubicBezTo>
                  <a:cubicBezTo>
                    <a:pt x="134828" y="173644"/>
                    <a:pt x="173806" y="134702"/>
                    <a:pt x="173806" y="86822"/>
                  </a:cubicBezTo>
                  <a:cubicBezTo>
                    <a:pt x="173806" y="86822"/>
                    <a:pt x="173806" y="86822"/>
                    <a:pt x="173806" y="86822"/>
                  </a:cubicBezTo>
                  <a:cubicBezTo>
                    <a:pt x="173806" y="38942"/>
                    <a:pt x="134828" y="0"/>
                    <a:pt x="86903" y="0"/>
                  </a:cubicBezTo>
                  <a:close/>
                  <a:moveTo>
                    <a:pt x="143774" y="134702"/>
                  </a:moveTo>
                  <a:lnTo>
                    <a:pt x="108629" y="99590"/>
                  </a:lnTo>
                  <a:cubicBezTo>
                    <a:pt x="109907" y="97675"/>
                    <a:pt x="110546" y="95760"/>
                    <a:pt x="111185" y="93206"/>
                  </a:cubicBezTo>
                  <a:lnTo>
                    <a:pt x="161027" y="93206"/>
                  </a:lnTo>
                  <a:cubicBezTo>
                    <a:pt x="159748" y="108528"/>
                    <a:pt x="153358" y="123211"/>
                    <a:pt x="143774" y="134702"/>
                  </a:cubicBezTo>
                  <a:lnTo>
                    <a:pt x="143774" y="134702"/>
                  </a:lnTo>
                  <a:close/>
                  <a:moveTo>
                    <a:pt x="12780" y="93206"/>
                  </a:moveTo>
                  <a:lnTo>
                    <a:pt x="62621" y="93206"/>
                  </a:lnTo>
                  <a:cubicBezTo>
                    <a:pt x="63261" y="95760"/>
                    <a:pt x="63899" y="97675"/>
                    <a:pt x="65177" y="99590"/>
                  </a:cubicBezTo>
                  <a:lnTo>
                    <a:pt x="30033" y="134702"/>
                  </a:lnTo>
                  <a:cubicBezTo>
                    <a:pt x="19809" y="123211"/>
                    <a:pt x="14058" y="108528"/>
                    <a:pt x="12780" y="93206"/>
                  </a:cubicBezTo>
                  <a:close/>
                  <a:moveTo>
                    <a:pt x="30033" y="39581"/>
                  </a:moveTo>
                  <a:lnTo>
                    <a:pt x="65177" y="74693"/>
                  </a:lnTo>
                  <a:cubicBezTo>
                    <a:pt x="63899" y="76608"/>
                    <a:pt x="63261" y="78523"/>
                    <a:pt x="62621" y="81077"/>
                  </a:cubicBezTo>
                  <a:lnTo>
                    <a:pt x="12780" y="81077"/>
                  </a:lnTo>
                  <a:cubicBezTo>
                    <a:pt x="14058" y="65117"/>
                    <a:pt x="20448" y="51072"/>
                    <a:pt x="30033" y="39581"/>
                  </a:cubicBezTo>
                  <a:lnTo>
                    <a:pt x="30033" y="39581"/>
                  </a:lnTo>
                  <a:close/>
                  <a:moveTo>
                    <a:pt x="86264" y="98952"/>
                  </a:moveTo>
                  <a:cubicBezTo>
                    <a:pt x="79235" y="98952"/>
                    <a:pt x="74123" y="93206"/>
                    <a:pt x="74123" y="86822"/>
                  </a:cubicBezTo>
                  <a:cubicBezTo>
                    <a:pt x="74123" y="80438"/>
                    <a:pt x="79874" y="74693"/>
                    <a:pt x="86264" y="74693"/>
                  </a:cubicBezTo>
                  <a:cubicBezTo>
                    <a:pt x="92654" y="74693"/>
                    <a:pt x="98405" y="80438"/>
                    <a:pt x="98405" y="86822"/>
                  </a:cubicBezTo>
                  <a:cubicBezTo>
                    <a:pt x="98405" y="86822"/>
                    <a:pt x="98405" y="86822"/>
                    <a:pt x="98405" y="86822"/>
                  </a:cubicBezTo>
                  <a:cubicBezTo>
                    <a:pt x="99044" y="93845"/>
                    <a:pt x="93293" y="98952"/>
                    <a:pt x="86264" y="98952"/>
                  </a:cubicBezTo>
                  <a:lnTo>
                    <a:pt x="86264" y="98952"/>
                  </a:lnTo>
                  <a:close/>
                  <a:moveTo>
                    <a:pt x="99044" y="65117"/>
                  </a:moveTo>
                  <a:cubicBezTo>
                    <a:pt x="97127" y="63840"/>
                    <a:pt x="95210" y="63201"/>
                    <a:pt x="92654" y="62563"/>
                  </a:cubicBezTo>
                  <a:lnTo>
                    <a:pt x="92654" y="12768"/>
                  </a:lnTo>
                  <a:cubicBezTo>
                    <a:pt x="107990" y="14045"/>
                    <a:pt x="122048" y="19790"/>
                    <a:pt x="134189" y="30005"/>
                  </a:cubicBezTo>
                  <a:lnTo>
                    <a:pt x="99044" y="65117"/>
                  </a:lnTo>
                  <a:close/>
                  <a:moveTo>
                    <a:pt x="79874" y="62563"/>
                  </a:moveTo>
                  <a:cubicBezTo>
                    <a:pt x="77318" y="63201"/>
                    <a:pt x="75401" y="63840"/>
                    <a:pt x="73484" y="65117"/>
                  </a:cubicBezTo>
                  <a:lnTo>
                    <a:pt x="38340" y="30005"/>
                  </a:lnTo>
                  <a:cubicBezTo>
                    <a:pt x="49841" y="20429"/>
                    <a:pt x="64538" y="14045"/>
                    <a:pt x="79874" y="12768"/>
                  </a:cubicBezTo>
                  <a:lnTo>
                    <a:pt x="79874" y="62563"/>
                  </a:lnTo>
                  <a:close/>
                  <a:moveTo>
                    <a:pt x="73484" y="108528"/>
                  </a:moveTo>
                  <a:cubicBezTo>
                    <a:pt x="75401" y="109805"/>
                    <a:pt x="77957" y="110443"/>
                    <a:pt x="79874" y="111081"/>
                  </a:cubicBezTo>
                  <a:lnTo>
                    <a:pt x="79874" y="160876"/>
                  </a:lnTo>
                  <a:cubicBezTo>
                    <a:pt x="64538" y="159600"/>
                    <a:pt x="50481" y="153854"/>
                    <a:pt x="38340" y="143640"/>
                  </a:cubicBezTo>
                  <a:lnTo>
                    <a:pt x="73484" y="108528"/>
                  </a:lnTo>
                  <a:close/>
                  <a:moveTo>
                    <a:pt x="92654" y="111081"/>
                  </a:moveTo>
                  <a:cubicBezTo>
                    <a:pt x="94571" y="110443"/>
                    <a:pt x="96488" y="109805"/>
                    <a:pt x="98405" y="108528"/>
                  </a:cubicBezTo>
                  <a:lnTo>
                    <a:pt x="133550" y="143640"/>
                  </a:lnTo>
                  <a:cubicBezTo>
                    <a:pt x="122048" y="153216"/>
                    <a:pt x="107351" y="159600"/>
                    <a:pt x="92015" y="160876"/>
                  </a:cubicBezTo>
                  <a:lnTo>
                    <a:pt x="92654" y="111081"/>
                  </a:lnTo>
                  <a:close/>
                  <a:moveTo>
                    <a:pt x="110546" y="80438"/>
                  </a:moveTo>
                  <a:cubicBezTo>
                    <a:pt x="109907" y="78523"/>
                    <a:pt x="109268" y="75969"/>
                    <a:pt x="107990" y="74054"/>
                  </a:cubicBezTo>
                  <a:lnTo>
                    <a:pt x="143135" y="38942"/>
                  </a:lnTo>
                  <a:cubicBezTo>
                    <a:pt x="152720" y="50433"/>
                    <a:pt x="159110" y="65117"/>
                    <a:pt x="160387" y="80438"/>
                  </a:cubicBezTo>
                  <a:lnTo>
                    <a:pt x="110546" y="80438"/>
                  </a:lnTo>
                  <a:close/>
                </a:path>
              </a:pathLst>
            </a:custGeom>
            <a:solidFill>
              <a:srgbClr val="012169"/>
            </a:solidFill>
            <a:ln w="6390" cap="flat">
              <a:noFill/>
              <a:prstDash val="solid"/>
              <a:miter/>
            </a:ln>
          </p:spPr>
          <p:txBody>
            <a:bodyPr rtlCol="0" anchor="ctr"/>
            <a:lstStyle/>
            <a:p>
              <a:endParaRPr lang="en-US"/>
            </a:p>
          </p:txBody>
        </p:sp>
      </p:grpSp>
      <p:grpSp>
        <p:nvGrpSpPr>
          <p:cNvPr id="177" name="Graphic 4">
            <a:extLst>
              <a:ext uri="{FF2B5EF4-FFF2-40B4-BE49-F238E27FC236}">
                <a16:creationId xmlns:a16="http://schemas.microsoft.com/office/drawing/2014/main" id="{FCEAE35C-DC67-134F-8B2E-6B8E6FAC013E}"/>
              </a:ext>
            </a:extLst>
          </p:cNvPr>
          <p:cNvGrpSpPr/>
          <p:nvPr/>
        </p:nvGrpSpPr>
        <p:grpSpPr>
          <a:xfrm>
            <a:off x="6146480" y="1402723"/>
            <a:ext cx="362309" cy="361971"/>
            <a:chOff x="6146480" y="1402723"/>
            <a:chExt cx="362309" cy="361971"/>
          </a:xfrm>
          <a:solidFill>
            <a:srgbClr val="012169"/>
          </a:solidFill>
        </p:grpSpPr>
        <p:sp>
          <p:nvSpPr>
            <p:cNvPr id="178" name="Graphic 4">
              <a:extLst>
                <a:ext uri="{FF2B5EF4-FFF2-40B4-BE49-F238E27FC236}">
                  <a16:creationId xmlns:a16="http://schemas.microsoft.com/office/drawing/2014/main" id="{EE036922-BFB5-0747-ADEF-2250D0791990}"/>
                </a:ext>
              </a:extLst>
            </p:cNvPr>
            <p:cNvSpPr/>
            <p:nvPr/>
          </p:nvSpPr>
          <p:spPr>
            <a:xfrm>
              <a:off x="6146480" y="14027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257514 w 362309"/>
                <a:gd name="connsiteY7" fmla="*/ 239399 h 361971"/>
                <a:gd name="connsiteX8" fmla="*/ 245373 w 362309"/>
                <a:gd name="connsiteY8" fmla="*/ 257274 h 361971"/>
                <a:gd name="connsiteX9" fmla="*/ 237705 w 362309"/>
                <a:gd name="connsiteY9" fmla="*/ 259190 h 361971"/>
                <a:gd name="connsiteX10" fmla="*/ 237705 w 362309"/>
                <a:gd name="connsiteY10" fmla="*/ 259190 h 361971"/>
                <a:gd name="connsiteX11" fmla="*/ 210868 w 362309"/>
                <a:gd name="connsiteY11" fmla="*/ 246422 h 361971"/>
                <a:gd name="connsiteX12" fmla="*/ 204478 w 362309"/>
                <a:gd name="connsiteY12" fmla="*/ 249614 h 361971"/>
                <a:gd name="connsiteX13" fmla="*/ 196810 w 362309"/>
                <a:gd name="connsiteY13" fmla="*/ 254082 h 361971"/>
                <a:gd name="connsiteX14" fmla="*/ 218536 w 362309"/>
                <a:gd name="connsiteY14" fmla="*/ 265574 h 361971"/>
                <a:gd name="connsiteX15" fmla="*/ 225565 w 362309"/>
                <a:gd name="connsiteY15" fmla="*/ 280257 h 361971"/>
                <a:gd name="connsiteX16" fmla="*/ 217897 w 362309"/>
                <a:gd name="connsiteY16" fmla="*/ 286641 h 361971"/>
                <a:gd name="connsiteX17" fmla="*/ 204478 w 362309"/>
                <a:gd name="connsiteY17" fmla="*/ 281534 h 361971"/>
                <a:gd name="connsiteX18" fmla="*/ 203839 w 362309"/>
                <a:gd name="connsiteY18" fmla="*/ 277703 h 361971"/>
                <a:gd name="connsiteX19" fmla="*/ 203839 w 362309"/>
                <a:gd name="connsiteY19" fmla="*/ 277703 h 361971"/>
                <a:gd name="connsiteX20" fmla="*/ 200005 w 362309"/>
                <a:gd name="connsiteY20" fmla="*/ 271319 h 361971"/>
                <a:gd name="connsiteX21" fmla="*/ 190420 w 362309"/>
                <a:gd name="connsiteY21" fmla="*/ 266212 h 361971"/>
                <a:gd name="connsiteX22" fmla="*/ 190420 w 362309"/>
                <a:gd name="connsiteY22" fmla="*/ 279618 h 361971"/>
                <a:gd name="connsiteX23" fmla="*/ 193615 w 362309"/>
                <a:gd name="connsiteY23" fmla="*/ 298132 h 361971"/>
                <a:gd name="connsiteX24" fmla="*/ 175084 w 362309"/>
                <a:gd name="connsiteY24" fmla="*/ 301324 h 361971"/>
                <a:gd name="connsiteX25" fmla="*/ 171889 w 362309"/>
                <a:gd name="connsiteY25" fmla="*/ 282810 h 361971"/>
                <a:gd name="connsiteX26" fmla="*/ 175084 w 362309"/>
                <a:gd name="connsiteY26" fmla="*/ 279618 h 361971"/>
                <a:gd name="connsiteX27" fmla="*/ 175084 w 362309"/>
                <a:gd name="connsiteY27" fmla="*/ 266212 h 361971"/>
                <a:gd name="connsiteX28" fmla="*/ 165499 w 362309"/>
                <a:gd name="connsiteY28" fmla="*/ 271319 h 361971"/>
                <a:gd name="connsiteX29" fmla="*/ 161665 w 362309"/>
                <a:gd name="connsiteY29" fmla="*/ 277703 h 361971"/>
                <a:gd name="connsiteX30" fmla="*/ 161665 w 362309"/>
                <a:gd name="connsiteY30" fmla="*/ 277703 h 361971"/>
                <a:gd name="connsiteX31" fmla="*/ 150802 w 362309"/>
                <a:gd name="connsiteY31" fmla="*/ 287279 h 361971"/>
                <a:gd name="connsiteX32" fmla="*/ 146969 w 362309"/>
                <a:gd name="connsiteY32" fmla="*/ 286641 h 361971"/>
                <a:gd name="connsiteX33" fmla="*/ 139301 w 362309"/>
                <a:gd name="connsiteY33" fmla="*/ 280257 h 361971"/>
                <a:gd name="connsiteX34" fmla="*/ 146329 w 362309"/>
                <a:gd name="connsiteY34" fmla="*/ 265574 h 361971"/>
                <a:gd name="connsiteX35" fmla="*/ 168055 w 362309"/>
                <a:gd name="connsiteY35" fmla="*/ 254082 h 361971"/>
                <a:gd name="connsiteX36" fmla="*/ 160387 w 362309"/>
                <a:gd name="connsiteY36" fmla="*/ 249614 h 361971"/>
                <a:gd name="connsiteX37" fmla="*/ 153997 w 362309"/>
                <a:gd name="connsiteY37" fmla="*/ 246422 h 361971"/>
                <a:gd name="connsiteX38" fmla="*/ 127160 w 362309"/>
                <a:gd name="connsiteY38" fmla="*/ 259190 h 361971"/>
                <a:gd name="connsiteX39" fmla="*/ 127160 w 362309"/>
                <a:gd name="connsiteY39" fmla="*/ 259190 h 361971"/>
                <a:gd name="connsiteX40" fmla="*/ 119492 w 362309"/>
                <a:gd name="connsiteY40" fmla="*/ 257274 h 361971"/>
                <a:gd name="connsiteX41" fmla="*/ 107351 w 362309"/>
                <a:gd name="connsiteY41" fmla="*/ 239399 h 361971"/>
                <a:gd name="connsiteX42" fmla="*/ 75401 w 362309"/>
                <a:gd name="connsiteY42" fmla="*/ 164707 h 361971"/>
                <a:gd name="connsiteX43" fmla="*/ 112463 w 362309"/>
                <a:gd name="connsiteY43" fmla="*/ 106612 h 361971"/>
                <a:gd name="connsiteX44" fmla="*/ 128438 w 362309"/>
                <a:gd name="connsiteY44" fmla="*/ 99590 h 361971"/>
                <a:gd name="connsiteX45" fmla="*/ 124604 w 362309"/>
                <a:gd name="connsiteY45" fmla="*/ 107889 h 361971"/>
                <a:gd name="connsiteX46" fmla="*/ 106073 w 362309"/>
                <a:gd name="connsiteY46" fmla="*/ 148108 h 361971"/>
                <a:gd name="connsiteX47" fmla="*/ 105434 w 362309"/>
                <a:gd name="connsiteY47" fmla="*/ 158323 h 361971"/>
                <a:gd name="connsiteX48" fmla="*/ 147607 w 362309"/>
                <a:gd name="connsiteY48" fmla="*/ 227270 h 361971"/>
                <a:gd name="connsiteX49" fmla="*/ 175084 w 362309"/>
                <a:gd name="connsiteY49" fmla="*/ 241953 h 361971"/>
                <a:gd name="connsiteX50" fmla="*/ 175084 w 362309"/>
                <a:gd name="connsiteY50" fmla="*/ 229185 h 361971"/>
                <a:gd name="connsiteX51" fmla="*/ 161665 w 362309"/>
                <a:gd name="connsiteY51" fmla="*/ 221524 h 361971"/>
                <a:gd name="connsiteX52" fmla="*/ 160387 w 362309"/>
                <a:gd name="connsiteY52" fmla="*/ 218971 h 361971"/>
                <a:gd name="connsiteX53" fmla="*/ 161026 w 362309"/>
                <a:gd name="connsiteY53" fmla="*/ 215779 h 361971"/>
                <a:gd name="connsiteX54" fmla="*/ 122686 w 362309"/>
                <a:gd name="connsiteY54" fmla="*/ 134702 h 361971"/>
                <a:gd name="connsiteX55" fmla="*/ 161665 w 362309"/>
                <a:gd name="connsiteY55" fmla="*/ 96398 h 361971"/>
                <a:gd name="connsiteX56" fmla="*/ 160387 w 362309"/>
                <a:gd name="connsiteY56" fmla="*/ 90014 h 361971"/>
                <a:gd name="connsiteX57" fmla="*/ 161665 w 362309"/>
                <a:gd name="connsiteY57" fmla="*/ 84907 h 361971"/>
                <a:gd name="connsiteX58" fmla="*/ 178279 w 362309"/>
                <a:gd name="connsiteY58" fmla="*/ 66393 h 361971"/>
                <a:gd name="connsiteX59" fmla="*/ 187225 w 362309"/>
                <a:gd name="connsiteY59" fmla="*/ 67032 h 361971"/>
                <a:gd name="connsiteX60" fmla="*/ 203200 w 362309"/>
                <a:gd name="connsiteY60" fmla="*/ 85545 h 361971"/>
                <a:gd name="connsiteX61" fmla="*/ 204478 w 362309"/>
                <a:gd name="connsiteY61" fmla="*/ 90653 h 361971"/>
                <a:gd name="connsiteX62" fmla="*/ 203200 w 362309"/>
                <a:gd name="connsiteY62" fmla="*/ 97037 h 361971"/>
                <a:gd name="connsiteX63" fmla="*/ 242178 w 362309"/>
                <a:gd name="connsiteY63" fmla="*/ 178113 h 361971"/>
                <a:gd name="connsiteX64" fmla="*/ 203839 w 362309"/>
                <a:gd name="connsiteY64" fmla="*/ 217055 h 361971"/>
                <a:gd name="connsiteX65" fmla="*/ 204478 w 362309"/>
                <a:gd name="connsiteY65" fmla="*/ 220886 h 361971"/>
                <a:gd name="connsiteX66" fmla="*/ 203200 w 362309"/>
                <a:gd name="connsiteY66" fmla="*/ 223439 h 361971"/>
                <a:gd name="connsiteX67" fmla="*/ 189781 w 362309"/>
                <a:gd name="connsiteY67" fmla="*/ 231100 h 361971"/>
                <a:gd name="connsiteX68" fmla="*/ 189781 w 362309"/>
                <a:gd name="connsiteY68" fmla="*/ 243868 h 361971"/>
                <a:gd name="connsiteX69" fmla="*/ 216619 w 362309"/>
                <a:gd name="connsiteY69" fmla="*/ 229185 h 361971"/>
                <a:gd name="connsiteX70" fmla="*/ 258792 w 362309"/>
                <a:gd name="connsiteY70" fmla="*/ 160238 h 361971"/>
                <a:gd name="connsiteX71" fmla="*/ 258153 w 362309"/>
                <a:gd name="connsiteY71" fmla="*/ 150024 h 361971"/>
                <a:gd name="connsiteX72" fmla="*/ 239623 w 362309"/>
                <a:gd name="connsiteY72" fmla="*/ 109804 h 361971"/>
                <a:gd name="connsiteX73" fmla="*/ 235788 w 362309"/>
                <a:gd name="connsiteY73" fmla="*/ 101505 h 361971"/>
                <a:gd name="connsiteX74" fmla="*/ 251763 w 362309"/>
                <a:gd name="connsiteY74" fmla="*/ 108528 h 361971"/>
                <a:gd name="connsiteX75" fmla="*/ 288825 w 362309"/>
                <a:gd name="connsiteY75" fmla="*/ 166622 h 361971"/>
                <a:gd name="connsiteX76" fmla="*/ 257514 w 362309"/>
                <a:gd name="connsiteY76" fmla="*/ 239399 h 361971"/>
                <a:gd name="connsiteX77" fmla="*/ 257514 w 362309"/>
                <a:gd name="connsiteY77" fmla="*/ 23939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0438"/>
                    <a:pt x="281157" y="0"/>
                    <a:pt x="181474" y="0"/>
                  </a:cubicBezTo>
                  <a:lnTo>
                    <a:pt x="181474" y="0"/>
                  </a:lnTo>
                  <a:close/>
                  <a:moveTo>
                    <a:pt x="257514" y="239399"/>
                  </a:moveTo>
                  <a:cubicBezTo>
                    <a:pt x="251763" y="244506"/>
                    <a:pt x="247929" y="250252"/>
                    <a:pt x="245373" y="257274"/>
                  </a:cubicBezTo>
                  <a:cubicBezTo>
                    <a:pt x="244735" y="259828"/>
                    <a:pt x="240261" y="260466"/>
                    <a:pt x="237705" y="259190"/>
                  </a:cubicBezTo>
                  <a:lnTo>
                    <a:pt x="237705" y="259190"/>
                  </a:lnTo>
                  <a:cubicBezTo>
                    <a:pt x="228120" y="255998"/>
                    <a:pt x="219175" y="252167"/>
                    <a:pt x="210868" y="246422"/>
                  </a:cubicBezTo>
                  <a:cubicBezTo>
                    <a:pt x="208951" y="247698"/>
                    <a:pt x="206395" y="248337"/>
                    <a:pt x="204478" y="249614"/>
                  </a:cubicBezTo>
                  <a:lnTo>
                    <a:pt x="196810" y="254082"/>
                  </a:lnTo>
                  <a:cubicBezTo>
                    <a:pt x="207673" y="259828"/>
                    <a:pt x="216619" y="264297"/>
                    <a:pt x="218536" y="265574"/>
                  </a:cubicBezTo>
                  <a:cubicBezTo>
                    <a:pt x="224287" y="268766"/>
                    <a:pt x="228760" y="273873"/>
                    <a:pt x="225565" y="280257"/>
                  </a:cubicBezTo>
                  <a:cubicBezTo>
                    <a:pt x="223648" y="283449"/>
                    <a:pt x="221092" y="285364"/>
                    <a:pt x="217897" y="286641"/>
                  </a:cubicBezTo>
                  <a:cubicBezTo>
                    <a:pt x="212785" y="289194"/>
                    <a:pt x="206395" y="286641"/>
                    <a:pt x="204478" y="281534"/>
                  </a:cubicBezTo>
                  <a:cubicBezTo>
                    <a:pt x="203839" y="280257"/>
                    <a:pt x="203839" y="278980"/>
                    <a:pt x="203839" y="277703"/>
                  </a:cubicBezTo>
                  <a:lnTo>
                    <a:pt x="203839" y="277703"/>
                  </a:lnTo>
                  <a:cubicBezTo>
                    <a:pt x="203839" y="275150"/>
                    <a:pt x="202561" y="272596"/>
                    <a:pt x="200005" y="271319"/>
                  </a:cubicBezTo>
                  <a:lnTo>
                    <a:pt x="190420" y="266212"/>
                  </a:lnTo>
                  <a:lnTo>
                    <a:pt x="190420" y="279618"/>
                  </a:lnTo>
                  <a:cubicBezTo>
                    <a:pt x="196171" y="284087"/>
                    <a:pt x="197449" y="292386"/>
                    <a:pt x="193615" y="298132"/>
                  </a:cubicBezTo>
                  <a:cubicBezTo>
                    <a:pt x="189142" y="303878"/>
                    <a:pt x="180835" y="305154"/>
                    <a:pt x="175084" y="301324"/>
                  </a:cubicBezTo>
                  <a:cubicBezTo>
                    <a:pt x="169333" y="297494"/>
                    <a:pt x="168055" y="288556"/>
                    <a:pt x="171889" y="282810"/>
                  </a:cubicBezTo>
                  <a:cubicBezTo>
                    <a:pt x="172528" y="281534"/>
                    <a:pt x="173806" y="280895"/>
                    <a:pt x="175084" y="279618"/>
                  </a:cubicBezTo>
                  <a:lnTo>
                    <a:pt x="175084" y="266212"/>
                  </a:lnTo>
                  <a:lnTo>
                    <a:pt x="165499" y="271319"/>
                  </a:lnTo>
                  <a:cubicBezTo>
                    <a:pt x="162943" y="272596"/>
                    <a:pt x="161665" y="275150"/>
                    <a:pt x="161665" y="277703"/>
                  </a:cubicBezTo>
                  <a:lnTo>
                    <a:pt x="161665" y="277703"/>
                  </a:lnTo>
                  <a:cubicBezTo>
                    <a:pt x="161026" y="283449"/>
                    <a:pt x="156553" y="287918"/>
                    <a:pt x="150802" y="287279"/>
                  </a:cubicBezTo>
                  <a:cubicBezTo>
                    <a:pt x="149524" y="287279"/>
                    <a:pt x="148246" y="286641"/>
                    <a:pt x="146969" y="286641"/>
                  </a:cubicBezTo>
                  <a:cubicBezTo>
                    <a:pt x="143774" y="285364"/>
                    <a:pt x="141217" y="283449"/>
                    <a:pt x="139301" y="280257"/>
                  </a:cubicBezTo>
                  <a:cubicBezTo>
                    <a:pt x="136106" y="273873"/>
                    <a:pt x="140579" y="268766"/>
                    <a:pt x="146329" y="265574"/>
                  </a:cubicBezTo>
                  <a:cubicBezTo>
                    <a:pt x="148246" y="264297"/>
                    <a:pt x="157192" y="259828"/>
                    <a:pt x="168055" y="254082"/>
                  </a:cubicBezTo>
                  <a:lnTo>
                    <a:pt x="160387" y="249614"/>
                  </a:lnTo>
                  <a:cubicBezTo>
                    <a:pt x="158470" y="248337"/>
                    <a:pt x="155914" y="247060"/>
                    <a:pt x="153997" y="246422"/>
                  </a:cubicBezTo>
                  <a:cubicBezTo>
                    <a:pt x="145690" y="252167"/>
                    <a:pt x="136744" y="255998"/>
                    <a:pt x="127160" y="259190"/>
                  </a:cubicBezTo>
                  <a:lnTo>
                    <a:pt x="127160" y="259190"/>
                  </a:lnTo>
                  <a:cubicBezTo>
                    <a:pt x="124604" y="260466"/>
                    <a:pt x="120770" y="259828"/>
                    <a:pt x="119492" y="257274"/>
                  </a:cubicBezTo>
                  <a:cubicBezTo>
                    <a:pt x="116936" y="250252"/>
                    <a:pt x="113102" y="244506"/>
                    <a:pt x="107351" y="239399"/>
                  </a:cubicBezTo>
                  <a:cubicBezTo>
                    <a:pt x="85625" y="220886"/>
                    <a:pt x="73484" y="193435"/>
                    <a:pt x="75401" y="164707"/>
                  </a:cubicBezTo>
                  <a:cubicBezTo>
                    <a:pt x="76679" y="139809"/>
                    <a:pt x="90737" y="118104"/>
                    <a:pt x="112463" y="106612"/>
                  </a:cubicBezTo>
                  <a:cubicBezTo>
                    <a:pt x="117575" y="103420"/>
                    <a:pt x="122686" y="100867"/>
                    <a:pt x="128438" y="99590"/>
                  </a:cubicBezTo>
                  <a:cubicBezTo>
                    <a:pt x="129716" y="100867"/>
                    <a:pt x="128438" y="104059"/>
                    <a:pt x="124604" y="107889"/>
                  </a:cubicBezTo>
                  <a:cubicBezTo>
                    <a:pt x="115019" y="119380"/>
                    <a:pt x="108629" y="133425"/>
                    <a:pt x="106073" y="148108"/>
                  </a:cubicBezTo>
                  <a:cubicBezTo>
                    <a:pt x="105434" y="151300"/>
                    <a:pt x="105434" y="155131"/>
                    <a:pt x="105434" y="158323"/>
                  </a:cubicBezTo>
                  <a:cubicBezTo>
                    <a:pt x="105434" y="187689"/>
                    <a:pt x="118214" y="208118"/>
                    <a:pt x="147607" y="227270"/>
                  </a:cubicBezTo>
                  <a:cubicBezTo>
                    <a:pt x="150802" y="229185"/>
                    <a:pt x="162304" y="235569"/>
                    <a:pt x="175084" y="241953"/>
                  </a:cubicBezTo>
                  <a:lnTo>
                    <a:pt x="175084" y="229185"/>
                  </a:lnTo>
                  <a:lnTo>
                    <a:pt x="161665" y="221524"/>
                  </a:lnTo>
                  <a:cubicBezTo>
                    <a:pt x="161026" y="220886"/>
                    <a:pt x="160387" y="220247"/>
                    <a:pt x="160387" y="218971"/>
                  </a:cubicBezTo>
                  <a:cubicBezTo>
                    <a:pt x="160387" y="217694"/>
                    <a:pt x="161026" y="216417"/>
                    <a:pt x="161026" y="215779"/>
                  </a:cubicBezTo>
                  <a:cubicBezTo>
                    <a:pt x="127799" y="203649"/>
                    <a:pt x="110546" y="167260"/>
                    <a:pt x="122686" y="134702"/>
                  </a:cubicBezTo>
                  <a:cubicBezTo>
                    <a:pt x="129076" y="116827"/>
                    <a:pt x="143134" y="102782"/>
                    <a:pt x="161665" y="96398"/>
                  </a:cubicBezTo>
                  <a:cubicBezTo>
                    <a:pt x="161026" y="93845"/>
                    <a:pt x="161026" y="91929"/>
                    <a:pt x="160387" y="90014"/>
                  </a:cubicBezTo>
                  <a:cubicBezTo>
                    <a:pt x="159748" y="88099"/>
                    <a:pt x="160387" y="86184"/>
                    <a:pt x="161665" y="84907"/>
                  </a:cubicBezTo>
                  <a:cubicBezTo>
                    <a:pt x="161665" y="84907"/>
                    <a:pt x="173806" y="72139"/>
                    <a:pt x="178279" y="66393"/>
                  </a:cubicBezTo>
                  <a:cubicBezTo>
                    <a:pt x="181474" y="61925"/>
                    <a:pt x="184030" y="62563"/>
                    <a:pt x="187225" y="67032"/>
                  </a:cubicBezTo>
                  <a:cubicBezTo>
                    <a:pt x="190420" y="71501"/>
                    <a:pt x="203200" y="85545"/>
                    <a:pt x="203200" y="85545"/>
                  </a:cubicBezTo>
                  <a:cubicBezTo>
                    <a:pt x="204478" y="86822"/>
                    <a:pt x="205117" y="88737"/>
                    <a:pt x="204478" y="90653"/>
                  </a:cubicBezTo>
                  <a:cubicBezTo>
                    <a:pt x="203839" y="92568"/>
                    <a:pt x="203839" y="95121"/>
                    <a:pt x="203200" y="97037"/>
                  </a:cubicBezTo>
                  <a:cubicBezTo>
                    <a:pt x="236428" y="108528"/>
                    <a:pt x="253680" y="144916"/>
                    <a:pt x="242178" y="178113"/>
                  </a:cubicBezTo>
                  <a:cubicBezTo>
                    <a:pt x="235788" y="195988"/>
                    <a:pt x="221731" y="210671"/>
                    <a:pt x="203839" y="217055"/>
                  </a:cubicBezTo>
                  <a:lnTo>
                    <a:pt x="204478" y="220886"/>
                  </a:lnTo>
                  <a:cubicBezTo>
                    <a:pt x="204478" y="221524"/>
                    <a:pt x="204478" y="222801"/>
                    <a:pt x="203200" y="223439"/>
                  </a:cubicBezTo>
                  <a:lnTo>
                    <a:pt x="189781" y="231100"/>
                  </a:lnTo>
                  <a:lnTo>
                    <a:pt x="189781" y="243868"/>
                  </a:lnTo>
                  <a:cubicBezTo>
                    <a:pt x="202561" y="237484"/>
                    <a:pt x="213424" y="231100"/>
                    <a:pt x="216619" y="229185"/>
                  </a:cubicBezTo>
                  <a:cubicBezTo>
                    <a:pt x="246651" y="210033"/>
                    <a:pt x="258792" y="189604"/>
                    <a:pt x="258792" y="160238"/>
                  </a:cubicBezTo>
                  <a:cubicBezTo>
                    <a:pt x="258792" y="157046"/>
                    <a:pt x="258792" y="153216"/>
                    <a:pt x="258153" y="150024"/>
                  </a:cubicBezTo>
                  <a:cubicBezTo>
                    <a:pt x="256236" y="135340"/>
                    <a:pt x="249846" y="121296"/>
                    <a:pt x="239623" y="109804"/>
                  </a:cubicBezTo>
                  <a:cubicBezTo>
                    <a:pt x="236428" y="105974"/>
                    <a:pt x="234510" y="102782"/>
                    <a:pt x="235788" y="101505"/>
                  </a:cubicBezTo>
                  <a:cubicBezTo>
                    <a:pt x="241540" y="102782"/>
                    <a:pt x="246651" y="105336"/>
                    <a:pt x="251763" y="108528"/>
                  </a:cubicBezTo>
                  <a:cubicBezTo>
                    <a:pt x="273489" y="120019"/>
                    <a:pt x="287547" y="142363"/>
                    <a:pt x="288825" y="166622"/>
                  </a:cubicBezTo>
                  <a:cubicBezTo>
                    <a:pt x="291381" y="192796"/>
                    <a:pt x="279240" y="220886"/>
                    <a:pt x="257514" y="239399"/>
                  </a:cubicBezTo>
                  <a:lnTo>
                    <a:pt x="257514" y="239399"/>
                  </a:lnTo>
                  <a:close/>
                </a:path>
              </a:pathLst>
            </a:custGeom>
            <a:solidFill>
              <a:srgbClr val="012169"/>
            </a:solidFill>
            <a:ln w="6390" cap="flat">
              <a:noFill/>
              <a:prstDash val="solid"/>
              <a:miter/>
            </a:ln>
          </p:spPr>
          <p:txBody>
            <a:bodyPr rtlCol="0" anchor="ctr"/>
            <a:lstStyle/>
            <a:p>
              <a:endParaRPr lang="en-US"/>
            </a:p>
          </p:txBody>
        </p:sp>
        <p:sp>
          <p:nvSpPr>
            <p:cNvPr id="179" name="Graphic 4">
              <a:extLst>
                <a:ext uri="{FF2B5EF4-FFF2-40B4-BE49-F238E27FC236}">
                  <a16:creationId xmlns:a16="http://schemas.microsoft.com/office/drawing/2014/main" id="{ED0FAD90-D6CE-C748-985C-22ADC8FFDA47}"/>
                </a:ext>
              </a:extLst>
            </p:cNvPr>
            <p:cNvSpPr/>
            <p:nvPr/>
          </p:nvSpPr>
          <p:spPr>
            <a:xfrm>
              <a:off x="6281296" y="1516358"/>
              <a:ext cx="31002" cy="85545"/>
            </a:xfrm>
            <a:custGeom>
              <a:avLst/>
              <a:gdLst>
                <a:gd name="connsiteX0" fmla="*/ 28127 w 31002"/>
                <a:gd name="connsiteY0" fmla="*/ 0 h 85545"/>
                <a:gd name="connsiteX1" fmla="*/ 3845 w 31002"/>
                <a:gd name="connsiteY1" fmla="*/ 61286 h 85545"/>
                <a:gd name="connsiteX2" fmla="*/ 28127 w 31002"/>
                <a:gd name="connsiteY2" fmla="*/ 85545 h 85545"/>
                <a:gd name="connsiteX3" fmla="*/ 28127 w 31002"/>
                <a:gd name="connsiteY3" fmla="*/ 0 h 85545"/>
              </a:gdLst>
              <a:ahLst/>
              <a:cxnLst>
                <a:cxn ang="0">
                  <a:pos x="connsiteX0" y="connsiteY0"/>
                </a:cxn>
                <a:cxn ang="0">
                  <a:pos x="connsiteX1" y="connsiteY1"/>
                </a:cxn>
                <a:cxn ang="0">
                  <a:pos x="connsiteX2" y="connsiteY2"/>
                </a:cxn>
                <a:cxn ang="0">
                  <a:pos x="connsiteX3" y="connsiteY3"/>
                </a:cxn>
              </a:cxnLst>
              <a:rect l="l" t="t" r="r" b="b"/>
              <a:pathLst>
                <a:path w="31002" h="85545">
                  <a:moveTo>
                    <a:pt x="28127" y="0"/>
                  </a:moveTo>
                  <a:cubicBezTo>
                    <a:pt x="4485" y="10214"/>
                    <a:pt x="-6378" y="37666"/>
                    <a:pt x="3845" y="61286"/>
                  </a:cubicBezTo>
                  <a:cubicBezTo>
                    <a:pt x="8318" y="72139"/>
                    <a:pt x="17265" y="81077"/>
                    <a:pt x="28127" y="85545"/>
                  </a:cubicBezTo>
                  <a:cubicBezTo>
                    <a:pt x="31961" y="57456"/>
                    <a:pt x="31961" y="28090"/>
                    <a:pt x="28127" y="0"/>
                  </a:cubicBezTo>
                  <a:close/>
                </a:path>
              </a:pathLst>
            </a:custGeom>
            <a:solidFill>
              <a:srgbClr val="012169"/>
            </a:solidFill>
            <a:ln w="6390" cap="flat">
              <a:noFill/>
              <a:prstDash val="solid"/>
              <a:miter/>
            </a:ln>
          </p:spPr>
          <p:txBody>
            <a:bodyPr rtlCol="0" anchor="ctr"/>
            <a:lstStyle/>
            <a:p>
              <a:endParaRPr lang="en-US"/>
            </a:p>
          </p:txBody>
        </p:sp>
        <p:sp>
          <p:nvSpPr>
            <p:cNvPr id="180" name="Graphic 4">
              <a:extLst>
                <a:ext uri="{FF2B5EF4-FFF2-40B4-BE49-F238E27FC236}">
                  <a16:creationId xmlns:a16="http://schemas.microsoft.com/office/drawing/2014/main" id="{0A02D185-603B-DA46-900C-FEEE1040666B}"/>
                </a:ext>
              </a:extLst>
            </p:cNvPr>
            <p:cNvSpPr/>
            <p:nvPr/>
          </p:nvSpPr>
          <p:spPr>
            <a:xfrm>
              <a:off x="6344249" y="1516358"/>
              <a:ext cx="30743" cy="85545"/>
            </a:xfrm>
            <a:custGeom>
              <a:avLst/>
              <a:gdLst>
                <a:gd name="connsiteX0" fmla="*/ 2875 w 30743"/>
                <a:gd name="connsiteY0" fmla="*/ 85545 h 85545"/>
                <a:gd name="connsiteX1" fmla="*/ 26518 w 30743"/>
                <a:gd name="connsiteY1" fmla="*/ 23621 h 85545"/>
                <a:gd name="connsiteX2" fmla="*/ 2875 w 30743"/>
                <a:gd name="connsiteY2" fmla="*/ 0 h 85545"/>
                <a:gd name="connsiteX3" fmla="*/ 2875 w 30743"/>
                <a:gd name="connsiteY3" fmla="*/ 85545 h 85545"/>
              </a:gdLst>
              <a:ahLst/>
              <a:cxnLst>
                <a:cxn ang="0">
                  <a:pos x="connsiteX0" y="connsiteY0"/>
                </a:cxn>
                <a:cxn ang="0">
                  <a:pos x="connsiteX1" y="connsiteY1"/>
                </a:cxn>
                <a:cxn ang="0">
                  <a:pos x="connsiteX2" y="connsiteY2"/>
                </a:cxn>
                <a:cxn ang="0">
                  <a:pos x="connsiteX3" y="connsiteY3"/>
                </a:cxn>
              </a:cxnLst>
              <a:rect l="l" t="t" r="r" b="b"/>
              <a:pathLst>
                <a:path w="30743" h="85545">
                  <a:moveTo>
                    <a:pt x="2875" y="85545"/>
                  </a:moveTo>
                  <a:cubicBezTo>
                    <a:pt x="26518" y="75331"/>
                    <a:pt x="37381" y="47242"/>
                    <a:pt x="26518" y="23621"/>
                  </a:cubicBezTo>
                  <a:cubicBezTo>
                    <a:pt x="22045" y="12768"/>
                    <a:pt x="13099" y="4469"/>
                    <a:pt x="2875" y="0"/>
                  </a:cubicBezTo>
                  <a:cubicBezTo>
                    <a:pt x="-958" y="28090"/>
                    <a:pt x="-958" y="56818"/>
                    <a:pt x="2875" y="85545"/>
                  </a:cubicBezTo>
                  <a:close/>
                </a:path>
              </a:pathLst>
            </a:custGeom>
            <a:solidFill>
              <a:srgbClr val="012169"/>
            </a:solidFill>
            <a:ln w="6390" cap="flat">
              <a:noFill/>
              <a:prstDash val="solid"/>
              <a:miter/>
            </a:ln>
          </p:spPr>
          <p:txBody>
            <a:bodyPr rtlCol="0" anchor="ctr"/>
            <a:lstStyle/>
            <a:p>
              <a:endParaRPr lang="en-US"/>
            </a:p>
          </p:txBody>
        </p:sp>
      </p:grpSp>
      <p:grpSp>
        <p:nvGrpSpPr>
          <p:cNvPr id="181" name="Graphic 4">
            <a:extLst>
              <a:ext uri="{FF2B5EF4-FFF2-40B4-BE49-F238E27FC236}">
                <a16:creationId xmlns:a16="http://schemas.microsoft.com/office/drawing/2014/main" id="{F15353C0-8390-664A-9EA8-77B96308ACA0}"/>
              </a:ext>
            </a:extLst>
          </p:cNvPr>
          <p:cNvGrpSpPr/>
          <p:nvPr/>
        </p:nvGrpSpPr>
        <p:grpSpPr>
          <a:xfrm>
            <a:off x="6146480" y="918179"/>
            <a:ext cx="362309" cy="361971"/>
            <a:chOff x="6146480" y="918179"/>
            <a:chExt cx="362309" cy="361971"/>
          </a:xfrm>
          <a:solidFill>
            <a:srgbClr val="012169"/>
          </a:solidFill>
        </p:grpSpPr>
        <p:sp>
          <p:nvSpPr>
            <p:cNvPr id="182" name="Graphic 4">
              <a:extLst>
                <a:ext uri="{FF2B5EF4-FFF2-40B4-BE49-F238E27FC236}">
                  <a16:creationId xmlns:a16="http://schemas.microsoft.com/office/drawing/2014/main" id="{5A0AB82D-5470-8142-98B8-2BE6232FA684}"/>
                </a:ext>
              </a:extLst>
            </p:cNvPr>
            <p:cNvSpPr/>
            <p:nvPr/>
          </p:nvSpPr>
          <p:spPr>
            <a:xfrm>
              <a:off x="6409106" y="1109698"/>
              <a:ext cx="9584" cy="8299"/>
            </a:xfrm>
            <a:custGeom>
              <a:avLst/>
              <a:gdLst>
                <a:gd name="connsiteX0" fmla="*/ 4473 w 9584"/>
                <a:gd name="connsiteY0" fmla="*/ 0 h 8299"/>
                <a:gd name="connsiteX1" fmla="*/ 0 w 9584"/>
                <a:gd name="connsiteY1" fmla="*/ 8299 h 8299"/>
                <a:gd name="connsiteX2" fmla="*/ 9585 w 9584"/>
                <a:gd name="connsiteY2" fmla="*/ 8299 h 8299"/>
              </a:gdLst>
              <a:ahLst/>
              <a:cxnLst>
                <a:cxn ang="0">
                  <a:pos x="connsiteX0" y="connsiteY0"/>
                </a:cxn>
                <a:cxn ang="0">
                  <a:pos x="connsiteX1" y="connsiteY1"/>
                </a:cxn>
                <a:cxn ang="0">
                  <a:pos x="connsiteX2" y="connsiteY2"/>
                </a:cxn>
              </a:cxnLst>
              <a:rect l="l" t="t" r="r" b="b"/>
              <a:pathLst>
                <a:path w="9584" h="8299">
                  <a:moveTo>
                    <a:pt x="4473" y="0"/>
                  </a:moveTo>
                  <a:lnTo>
                    <a:pt x="0" y="8299"/>
                  </a:lnTo>
                  <a:lnTo>
                    <a:pt x="9585" y="8299"/>
                  </a:lnTo>
                  <a:close/>
                </a:path>
              </a:pathLst>
            </a:custGeom>
            <a:solidFill>
              <a:srgbClr val="012169"/>
            </a:solidFill>
            <a:ln w="6390" cap="flat">
              <a:noFill/>
              <a:prstDash val="solid"/>
              <a:miter/>
            </a:ln>
          </p:spPr>
          <p:txBody>
            <a:bodyPr rtlCol="0" anchor="ctr"/>
            <a:lstStyle/>
            <a:p>
              <a:endParaRPr lang="en-US"/>
            </a:p>
          </p:txBody>
        </p:sp>
        <p:sp>
          <p:nvSpPr>
            <p:cNvPr id="183" name="Graphic 4">
              <a:extLst>
                <a:ext uri="{FF2B5EF4-FFF2-40B4-BE49-F238E27FC236}">
                  <a16:creationId xmlns:a16="http://schemas.microsoft.com/office/drawing/2014/main" id="{BF2FC9F6-F86A-5041-AA2E-F2BA1BD5B96E}"/>
                </a:ext>
              </a:extLst>
            </p:cNvPr>
            <p:cNvSpPr/>
            <p:nvPr/>
          </p:nvSpPr>
          <p:spPr>
            <a:xfrm>
              <a:off x="6393770" y="1127573"/>
              <a:ext cx="40256" cy="34473"/>
            </a:xfrm>
            <a:custGeom>
              <a:avLst/>
              <a:gdLst>
                <a:gd name="connsiteX0" fmla="*/ 9585 w 40256"/>
                <a:gd name="connsiteY0" fmla="*/ 34473 h 34473"/>
                <a:gd name="connsiteX1" fmla="*/ 30672 w 40256"/>
                <a:gd name="connsiteY1" fmla="*/ 34473 h 34473"/>
                <a:gd name="connsiteX2" fmla="*/ 40257 w 40256"/>
                <a:gd name="connsiteY2" fmla="*/ 17875 h 34473"/>
                <a:gd name="connsiteX3" fmla="*/ 30033 w 40256"/>
                <a:gd name="connsiteY3" fmla="*/ 0 h 34473"/>
                <a:gd name="connsiteX4" fmla="*/ 10224 w 40256"/>
                <a:gd name="connsiteY4" fmla="*/ 0 h 34473"/>
                <a:gd name="connsiteX5" fmla="*/ 0 w 40256"/>
                <a:gd name="connsiteY5" fmla="*/ 17875 h 3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256" h="34473">
                  <a:moveTo>
                    <a:pt x="9585" y="34473"/>
                  </a:moveTo>
                  <a:lnTo>
                    <a:pt x="30672" y="34473"/>
                  </a:lnTo>
                  <a:lnTo>
                    <a:pt x="40257" y="17875"/>
                  </a:lnTo>
                  <a:lnTo>
                    <a:pt x="30033" y="0"/>
                  </a:lnTo>
                  <a:lnTo>
                    <a:pt x="10224" y="0"/>
                  </a:lnTo>
                  <a:lnTo>
                    <a:pt x="0" y="17875"/>
                  </a:lnTo>
                  <a:close/>
                </a:path>
              </a:pathLst>
            </a:custGeom>
            <a:solidFill>
              <a:srgbClr val="012169"/>
            </a:solidFill>
            <a:ln w="6390" cap="flat">
              <a:noFill/>
              <a:prstDash val="solid"/>
              <a:miter/>
            </a:ln>
          </p:spPr>
          <p:txBody>
            <a:bodyPr rtlCol="0" anchor="ctr"/>
            <a:lstStyle/>
            <a:p>
              <a:endParaRPr lang="en-US"/>
            </a:p>
          </p:txBody>
        </p:sp>
        <p:sp>
          <p:nvSpPr>
            <p:cNvPr id="184" name="Graphic 4">
              <a:extLst>
                <a:ext uri="{FF2B5EF4-FFF2-40B4-BE49-F238E27FC236}">
                  <a16:creationId xmlns:a16="http://schemas.microsoft.com/office/drawing/2014/main" id="{93216392-512B-2E48-AE3C-A4A8D0107E76}"/>
                </a:ext>
              </a:extLst>
            </p:cNvPr>
            <p:cNvSpPr/>
            <p:nvPr/>
          </p:nvSpPr>
          <p:spPr>
            <a:xfrm>
              <a:off x="6383547" y="1127573"/>
              <a:ext cx="8946" cy="7660"/>
            </a:xfrm>
            <a:custGeom>
              <a:avLst/>
              <a:gdLst>
                <a:gd name="connsiteX0" fmla="*/ 0 w 8946"/>
                <a:gd name="connsiteY0" fmla="*/ 0 h 7660"/>
                <a:gd name="connsiteX1" fmla="*/ 4473 w 8946"/>
                <a:gd name="connsiteY1" fmla="*/ 7661 h 7660"/>
                <a:gd name="connsiteX2" fmla="*/ 8946 w 8946"/>
                <a:gd name="connsiteY2" fmla="*/ 0 h 7660"/>
              </a:gdLst>
              <a:ahLst/>
              <a:cxnLst>
                <a:cxn ang="0">
                  <a:pos x="connsiteX0" y="connsiteY0"/>
                </a:cxn>
                <a:cxn ang="0">
                  <a:pos x="connsiteX1" y="connsiteY1"/>
                </a:cxn>
                <a:cxn ang="0">
                  <a:pos x="connsiteX2" y="connsiteY2"/>
                </a:cxn>
              </a:cxnLst>
              <a:rect l="l" t="t" r="r" b="b"/>
              <a:pathLst>
                <a:path w="8946" h="7660">
                  <a:moveTo>
                    <a:pt x="0" y="0"/>
                  </a:moveTo>
                  <a:lnTo>
                    <a:pt x="4473" y="7661"/>
                  </a:lnTo>
                  <a:lnTo>
                    <a:pt x="8946" y="0"/>
                  </a:lnTo>
                  <a:close/>
                </a:path>
              </a:pathLst>
            </a:custGeom>
            <a:solidFill>
              <a:srgbClr val="012169"/>
            </a:solidFill>
            <a:ln w="6390" cap="flat">
              <a:noFill/>
              <a:prstDash val="solid"/>
              <a:miter/>
            </a:ln>
          </p:spPr>
          <p:txBody>
            <a:bodyPr rtlCol="0" anchor="ctr"/>
            <a:lstStyle/>
            <a:p>
              <a:endParaRPr lang="en-US"/>
            </a:p>
          </p:txBody>
        </p:sp>
        <p:sp>
          <p:nvSpPr>
            <p:cNvPr id="185" name="Graphic 4">
              <a:extLst>
                <a:ext uri="{FF2B5EF4-FFF2-40B4-BE49-F238E27FC236}">
                  <a16:creationId xmlns:a16="http://schemas.microsoft.com/office/drawing/2014/main" id="{CBEFF6D7-D4DC-9444-AC61-1E808919F386}"/>
                </a:ext>
              </a:extLst>
            </p:cNvPr>
            <p:cNvSpPr/>
            <p:nvPr/>
          </p:nvSpPr>
          <p:spPr>
            <a:xfrm>
              <a:off x="6208462" y="1103953"/>
              <a:ext cx="58148" cy="84906"/>
            </a:xfrm>
            <a:custGeom>
              <a:avLst/>
              <a:gdLst>
                <a:gd name="connsiteX0" fmla="*/ 32589 w 58148"/>
                <a:gd name="connsiteY0" fmla="*/ 19790 h 84906"/>
                <a:gd name="connsiteX1" fmla="*/ 32589 w 58148"/>
                <a:gd name="connsiteY1" fmla="*/ 0 h 84906"/>
                <a:gd name="connsiteX2" fmla="*/ 25560 w 58148"/>
                <a:gd name="connsiteY2" fmla="*/ 0 h 84906"/>
                <a:gd name="connsiteX3" fmla="*/ 25560 w 58148"/>
                <a:gd name="connsiteY3" fmla="*/ 19790 h 84906"/>
                <a:gd name="connsiteX4" fmla="*/ 20448 w 58148"/>
                <a:gd name="connsiteY4" fmla="*/ 24897 h 84906"/>
                <a:gd name="connsiteX5" fmla="*/ 0 w 58148"/>
                <a:gd name="connsiteY5" fmla="*/ 24897 h 84906"/>
                <a:gd name="connsiteX6" fmla="*/ 0 w 58148"/>
                <a:gd name="connsiteY6" fmla="*/ 31920 h 84906"/>
                <a:gd name="connsiteX7" fmla="*/ 20448 w 58148"/>
                <a:gd name="connsiteY7" fmla="*/ 31920 h 84906"/>
                <a:gd name="connsiteX8" fmla="*/ 25560 w 58148"/>
                <a:gd name="connsiteY8" fmla="*/ 36389 h 84906"/>
                <a:gd name="connsiteX9" fmla="*/ 25560 w 58148"/>
                <a:gd name="connsiteY9" fmla="*/ 36389 h 84906"/>
                <a:gd name="connsiteX10" fmla="*/ 25560 w 58148"/>
                <a:gd name="connsiteY10" fmla="*/ 84907 h 84906"/>
                <a:gd name="connsiteX11" fmla="*/ 32589 w 58148"/>
                <a:gd name="connsiteY11" fmla="*/ 84907 h 84906"/>
                <a:gd name="connsiteX12" fmla="*/ 32589 w 58148"/>
                <a:gd name="connsiteY12" fmla="*/ 36389 h 84906"/>
                <a:gd name="connsiteX13" fmla="*/ 37701 w 58148"/>
                <a:gd name="connsiteY13" fmla="*/ 31281 h 84906"/>
                <a:gd name="connsiteX14" fmla="*/ 58149 w 58148"/>
                <a:gd name="connsiteY14" fmla="*/ 31281 h 84906"/>
                <a:gd name="connsiteX15" fmla="*/ 58149 w 58148"/>
                <a:gd name="connsiteY15" fmla="*/ 24259 h 84906"/>
                <a:gd name="connsiteX16" fmla="*/ 37701 w 58148"/>
                <a:gd name="connsiteY16" fmla="*/ 24259 h 84906"/>
                <a:gd name="connsiteX17" fmla="*/ 32589 w 58148"/>
                <a:gd name="connsiteY17" fmla="*/ 19790 h 84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148" h="84906">
                  <a:moveTo>
                    <a:pt x="32589" y="19790"/>
                  </a:moveTo>
                  <a:lnTo>
                    <a:pt x="32589" y="0"/>
                  </a:lnTo>
                  <a:lnTo>
                    <a:pt x="25560" y="0"/>
                  </a:lnTo>
                  <a:lnTo>
                    <a:pt x="25560" y="19790"/>
                  </a:lnTo>
                  <a:cubicBezTo>
                    <a:pt x="25560" y="22344"/>
                    <a:pt x="23643" y="24897"/>
                    <a:pt x="20448" y="24897"/>
                  </a:cubicBezTo>
                  <a:lnTo>
                    <a:pt x="0" y="24897"/>
                  </a:lnTo>
                  <a:lnTo>
                    <a:pt x="0" y="31920"/>
                  </a:lnTo>
                  <a:lnTo>
                    <a:pt x="20448" y="31920"/>
                  </a:lnTo>
                  <a:cubicBezTo>
                    <a:pt x="23004" y="31920"/>
                    <a:pt x="24921" y="33835"/>
                    <a:pt x="25560" y="36389"/>
                  </a:cubicBezTo>
                  <a:cubicBezTo>
                    <a:pt x="25560" y="36389"/>
                    <a:pt x="25560" y="36389"/>
                    <a:pt x="25560" y="36389"/>
                  </a:cubicBezTo>
                  <a:lnTo>
                    <a:pt x="25560" y="84907"/>
                  </a:lnTo>
                  <a:lnTo>
                    <a:pt x="32589" y="84907"/>
                  </a:lnTo>
                  <a:lnTo>
                    <a:pt x="32589" y="36389"/>
                  </a:lnTo>
                  <a:cubicBezTo>
                    <a:pt x="32589" y="33835"/>
                    <a:pt x="34506" y="31281"/>
                    <a:pt x="37701" y="31281"/>
                  </a:cubicBezTo>
                  <a:lnTo>
                    <a:pt x="58149" y="31281"/>
                  </a:lnTo>
                  <a:lnTo>
                    <a:pt x="58149" y="24259"/>
                  </a:lnTo>
                  <a:lnTo>
                    <a:pt x="37701" y="24259"/>
                  </a:lnTo>
                  <a:cubicBezTo>
                    <a:pt x="34506" y="24897"/>
                    <a:pt x="32589" y="22344"/>
                    <a:pt x="32589" y="19790"/>
                  </a:cubicBezTo>
                  <a:close/>
                </a:path>
              </a:pathLst>
            </a:custGeom>
            <a:solidFill>
              <a:srgbClr val="012169"/>
            </a:solidFill>
            <a:ln w="6390" cap="flat">
              <a:noFill/>
              <a:prstDash val="solid"/>
              <a:miter/>
            </a:ln>
          </p:spPr>
          <p:txBody>
            <a:bodyPr rtlCol="0" anchor="ctr"/>
            <a:lstStyle/>
            <a:p>
              <a:endParaRPr lang="en-US"/>
            </a:p>
          </p:txBody>
        </p:sp>
        <p:sp>
          <p:nvSpPr>
            <p:cNvPr id="186" name="Graphic 4">
              <a:extLst>
                <a:ext uri="{FF2B5EF4-FFF2-40B4-BE49-F238E27FC236}">
                  <a16:creationId xmlns:a16="http://schemas.microsoft.com/office/drawing/2014/main" id="{621B72D2-7F0A-5447-9F79-15620E867B8E}"/>
                </a:ext>
              </a:extLst>
            </p:cNvPr>
            <p:cNvSpPr/>
            <p:nvPr/>
          </p:nvSpPr>
          <p:spPr>
            <a:xfrm>
              <a:off x="6343929" y="1011385"/>
              <a:ext cx="24281" cy="22343"/>
            </a:xfrm>
            <a:custGeom>
              <a:avLst/>
              <a:gdLst>
                <a:gd name="connsiteX0" fmla="*/ 0 w 24281"/>
                <a:gd name="connsiteY0" fmla="*/ 14045 h 22343"/>
                <a:gd name="connsiteX1" fmla="*/ 5751 w 24281"/>
                <a:gd name="connsiteY1" fmla="*/ 14683 h 22343"/>
                <a:gd name="connsiteX2" fmla="*/ 9585 w 24281"/>
                <a:gd name="connsiteY2" fmla="*/ 17237 h 22343"/>
                <a:gd name="connsiteX3" fmla="*/ 12141 w 24281"/>
                <a:gd name="connsiteY3" fmla="*/ 22344 h 22343"/>
                <a:gd name="connsiteX4" fmla="*/ 14697 w 24281"/>
                <a:gd name="connsiteY4" fmla="*/ 17237 h 22343"/>
                <a:gd name="connsiteX5" fmla="*/ 18531 w 24281"/>
                <a:gd name="connsiteY5" fmla="*/ 14683 h 22343"/>
                <a:gd name="connsiteX6" fmla="*/ 24282 w 24281"/>
                <a:gd name="connsiteY6" fmla="*/ 14045 h 22343"/>
                <a:gd name="connsiteX7" fmla="*/ 19809 w 24281"/>
                <a:gd name="connsiteY7" fmla="*/ 10214 h 22343"/>
                <a:gd name="connsiteX8" fmla="*/ 18531 w 24281"/>
                <a:gd name="connsiteY8" fmla="*/ 5746 h 22343"/>
                <a:gd name="connsiteX9" fmla="*/ 19809 w 24281"/>
                <a:gd name="connsiteY9" fmla="*/ 0 h 22343"/>
                <a:gd name="connsiteX10" fmla="*/ 14697 w 24281"/>
                <a:gd name="connsiteY10" fmla="*/ 2554 h 22343"/>
                <a:gd name="connsiteX11" fmla="*/ 10224 w 24281"/>
                <a:gd name="connsiteY11" fmla="*/ 2554 h 22343"/>
                <a:gd name="connsiteX12" fmla="*/ 5112 w 24281"/>
                <a:gd name="connsiteY12" fmla="*/ 0 h 22343"/>
                <a:gd name="connsiteX13" fmla="*/ 6390 w 24281"/>
                <a:gd name="connsiteY13" fmla="*/ 5746 h 22343"/>
                <a:gd name="connsiteX14" fmla="*/ 5112 w 24281"/>
                <a:gd name="connsiteY14" fmla="*/ 10214 h 22343"/>
                <a:gd name="connsiteX15" fmla="*/ 0 w 24281"/>
                <a:gd name="connsiteY15" fmla="*/ 14045 h 22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281" h="22343">
                  <a:moveTo>
                    <a:pt x="0" y="14045"/>
                  </a:moveTo>
                  <a:lnTo>
                    <a:pt x="5751" y="14683"/>
                  </a:lnTo>
                  <a:cubicBezTo>
                    <a:pt x="7029" y="14683"/>
                    <a:pt x="8946" y="15960"/>
                    <a:pt x="9585" y="17237"/>
                  </a:cubicBezTo>
                  <a:lnTo>
                    <a:pt x="12141" y="22344"/>
                  </a:lnTo>
                  <a:lnTo>
                    <a:pt x="14697" y="17237"/>
                  </a:lnTo>
                  <a:cubicBezTo>
                    <a:pt x="15336" y="15960"/>
                    <a:pt x="16614" y="14683"/>
                    <a:pt x="18531" y="14683"/>
                  </a:cubicBezTo>
                  <a:lnTo>
                    <a:pt x="24282" y="14045"/>
                  </a:lnTo>
                  <a:lnTo>
                    <a:pt x="19809" y="10214"/>
                  </a:lnTo>
                  <a:cubicBezTo>
                    <a:pt x="18531" y="8938"/>
                    <a:pt x="17892" y="7661"/>
                    <a:pt x="18531" y="5746"/>
                  </a:cubicBezTo>
                  <a:lnTo>
                    <a:pt x="19809" y="0"/>
                  </a:lnTo>
                  <a:lnTo>
                    <a:pt x="14697" y="2554"/>
                  </a:lnTo>
                  <a:cubicBezTo>
                    <a:pt x="13419" y="3192"/>
                    <a:pt x="11502" y="3192"/>
                    <a:pt x="10224" y="2554"/>
                  </a:cubicBezTo>
                  <a:lnTo>
                    <a:pt x="5112" y="0"/>
                  </a:lnTo>
                  <a:lnTo>
                    <a:pt x="6390" y="5746"/>
                  </a:lnTo>
                  <a:cubicBezTo>
                    <a:pt x="6390" y="7022"/>
                    <a:pt x="6390" y="8938"/>
                    <a:pt x="5112" y="10214"/>
                  </a:cubicBezTo>
                  <a:lnTo>
                    <a:pt x="0" y="14045"/>
                  </a:lnTo>
                  <a:close/>
                </a:path>
              </a:pathLst>
            </a:custGeom>
            <a:solidFill>
              <a:srgbClr val="012169"/>
            </a:solidFill>
            <a:ln w="6390" cap="flat">
              <a:noFill/>
              <a:prstDash val="solid"/>
              <a:miter/>
            </a:ln>
          </p:spPr>
          <p:txBody>
            <a:bodyPr rtlCol="0" anchor="ctr"/>
            <a:lstStyle/>
            <a:p>
              <a:endParaRPr lang="en-US"/>
            </a:p>
          </p:txBody>
        </p:sp>
        <p:sp>
          <p:nvSpPr>
            <p:cNvPr id="187" name="Graphic 4">
              <a:extLst>
                <a:ext uri="{FF2B5EF4-FFF2-40B4-BE49-F238E27FC236}">
                  <a16:creationId xmlns:a16="http://schemas.microsoft.com/office/drawing/2014/main" id="{A98996B4-8C70-6F42-9303-B736E2063F2F}"/>
                </a:ext>
              </a:extLst>
            </p:cNvPr>
            <p:cNvSpPr/>
            <p:nvPr/>
          </p:nvSpPr>
          <p:spPr>
            <a:xfrm>
              <a:off x="6434666" y="1127573"/>
              <a:ext cx="9584" cy="7660"/>
            </a:xfrm>
            <a:custGeom>
              <a:avLst/>
              <a:gdLst>
                <a:gd name="connsiteX0" fmla="*/ 0 w 9584"/>
                <a:gd name="connsiteY0" fmla="*/ 0 h 7660"/>
                <a:gd name="connsiteX1" fmla="*/ 5112 w 9584"/>
                <a:gd name="connsiteY1" fmla="*/ 7661 h 7660"/>
                <a:gd name="connsiteX2" fmla="*/ 9585 w 9584"/>
                <a:gd name="connsiteY2" fmla="*/ 0 h 7660"/>
              </a:gdLst>
              <a:ahLst/>
              <a:cxnLst>
                <a:cxn ang="0">
                  <a:pos x="connsiteX0" y="connsiteY0"/>
                </a:cxn>
                <a:cxn ang="0">
                  <a:pos x="connsiteX1" y="connsiteY1"/>
                </a:cxn>
                <a:cxn ang="0">
                  <a:pos x="connsiteX2" y="connsiteY2"/>
                </a:cxn>
              </a:cxnLst>
              <a:rect l="l" t="t" r="r" b="b"/>
              <a:pathLst>
                <a:path w="9584" h="7660">
                  <a:moveTo>
                    <a:pt x="0" y="0"/>
                  </a:moveTo>
                  <a:lnTo>
                    <a:pt x="5112" y="7661"/>
                  </a:lnTo>
                  <a:lnTo>
                    <a:pt x="9585" y="0"/>
                  </a:lnTo>
                  <a:close/>
                </a:path>
              </a:pathLst>
            </a:custGeom>
            <a:solidFill>
              <a:srgbClr val="012169"/>
            </a:solidFill>
            <a:ln w="6390" cap="flat">
              <a:noFill/>
              <a:prstDash val="solid"/>
              <a:miter/>
            </a:ln>
          </p:spPr>
          <p:txBody>
            <a:bodyPr rtlCol="0" anchor="ctr"/>
            <a:lstStyle/>
            <a:p>
              <a:endParaRPr lang="en-US"/>
            </a:p>
          </p:txBody>
        </p:sp>
        <p:sp>
          <p:nvSpPr>
            <p:cNvPr id="188" name="Graphic 4">
              <a:extLst>
                <a:ext uri="{FF2B5EF4-FFF2-40B4-BE49-F238E27FC236}">
                  <a16:creationId xmlns:a16="http://schemas.microsoft.com/office/drawing/2014/main" id="{C8C358A4-350D-BB45-979D-C4BC1D794D0F}"/>
                </a:ext>
              </a:extLst>
            </p:cNvPr>
            <p:cNvSpPr/>
            <p:nvPr/>
          </p:nvSpPr>
          <p:spPr>
            <a:xfrm>
              <a:off x="6384186" y="1155025"/>
              <a:ext cx="8307" cy="7022"/>
            </a:xfrm>
            <a:custGeom>
              <a:avLst/>
              <a:gdLst>
                <a:gd name="connsiteX0" fmla="*/ 0 w 8307"/>
                <a:gd name="connsiteY0" fmla="*/ 7022 h 7022"/>
                <a:gd name="connsiteX1" fmla="*/ 8307 w 8307"/>
                <a:gd name="connsiteY1" fmla="*/ 7022 h 7022"/>
                <a:gd name="connsiteX2" fmla="*/ 3834 w 8307"/>
                <a:gd name="connsiteY2" fmla="*/ 0 h 7022"/>
              </a:gdLst>
              <a:ahLst/>
              <a:cxnLst>
                <a:cxn ang="0">
                  <a:pos x="connsiteX0" y="connsiteY0"/>
                </a:cxn>
                <a:cxn ang="0">
                  <a:pos x="connsiteX1" y="connsiteY1"/>
                </a:cxn>
                <a:cxn ang="0">
                  <a:pos x="connsiteX2" y="connsiteY2"/>
                </a:cxn>
              </a:cxnLst>
              <a:rect l="l" t="t" r="r" b="b"/>
              <a:pathLst>
                <a:path w="8307" h="7022">
                  <a:moveTo>
                    <a:pt x="0" y="7022"/>
                  </a:moveTo>
                  <a:lnTo>
                    <a:pt x="8307" y="7022"/>
                  </a:lnTo>
                  <a:lnTo>
                    <a:pt x="3834" y="0"/>
                  </a:lnTo>
                  <a:close/>
                </a:path>
              </a:pathLst>
            </a:custGeom>
            <a:solidFill>
              <a:srgbClr val="012169"/>
            </a:solidFill>
            <a:ln w="6390" cap="flat">
              <a:noFill/>
              <a:prstDash val="solid"/>
              <a:miter/>
            </a:ln>
          </p:spPr>
          <p:txBody>
            <a:bodyPr rtlCol="0" anchor="ctr"/>
            <a:lstStyle/>
            <a:p>
              <a:endParaRPr lang="en-US"/>
            </a:p>
          </p:txBody>
        </p:sp>
        <p:sp>
          <p:nvSpPr>
            <p:cNvPr id="189" name="Graphic 4">
              <a:extLst>
                <a:ext uri="{FF2B5EF4-FFF2-40B4-BE49-F238E27FC236}">
                  <a16:creationId xmlns:a16="http://schemas.microsoft.com/office/drawing/2014/main" id="{F2B61CFD-1ED8-DE40-8806-3017E9855BE7}"/>
                </a:ext>
              </a:extLst>
            </p:cNvPr>
            <p:cNvSpPr/>
            <p:nvPr/>
          </p:nvSpPr>
          <p:spPr>
            <a:xfrm>
              <a:off x="6146480" y="91817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46651 w 362309"/>
                <a:gd name="connsiteY6" fmla="*/ 100867 h 361971"/>
                <a:gd name="connsiteX7" fmla="*/ 255597 w 362309"/>
                <a:gd name="connsiteY7" fmla="*/ 100229 h 361971"/>
                <a:gd name="connsiteX8" fmla="*/ 255597 w 362309"/>
                <a:gd name="connsiteY8" fmla="*/ 100229 h 361971"/>
                <a:gd name="connsiteX9" fmla="*/ 293937 w 362309"/>
                <a:gd name="connsiteY9" fmla="*/ 167899 h 361971"/>
                <a:gd name="connsiteX10" fmla="*/ 288825 w 362309"/>
                <a:gd name="connsiteY10" fmla="*/ 174921 h 361971"/>
                <a:gd name="connsiteX11" fmla="*/ 288825 w 362309"/>
                <a:gd name="connsiteY11" fmla="*/ 174921 h 361971"/>
                <a:gd name="connsiteX12" fmla="*/ 287547 w 362309"/>
                <a:gd name="connsiteY12" fmla="*/ 174921 h 361971"/>
                <a:gd name="connsiteX13" fmla="*/ 281157 w 362309"/>
                <a:gd name="connsiteY13" fmla="*/ 169176 h 361971"/>
                <a:gd name="connsiteX14" fmla="*/ 247290 w 362309"/>
                <a:gd name="connsiteY14" fmla="*/ 109166 h 361971"/>
                <a:gd name="connsiteX15" fmla="*/ 246651 w 362309"/>
                <a:gd name="connsiteY15" fmla="*/ 100867 h 361971"/>
                <a:gd name="connsiteX16" fmla="*/ 221092 w 362309"/>
                <a:gd name="connsiteY16" fmla="*/ 79800 h 361971"/>
                <a:gd name="connsiteX17" fmla="*/ 226204 w 362309"/>
                <a:gd name="connsiteY17" fmla="*/ 80438 h 361971"/>
                <a:gd name="connsiteX18" fmla="*/ 228120 w 362309"/>
                <a:gd name="connsiteY18" fmla="*/ 84907 h 361971"/>
                <a:gd name="connsiteX19" fmla="*/ 226204 w 362309"/>
                <a:gd name="connsiteY19" fmla="*/ 97675 h 361971"/>
                <a:gd name="connsiteX20" fmla="*/ 235788 w 362309"/>
                <a:gd name="connsiteY20" fmla="*/ 106612 h 361971"/>
                <a:gd name="connsiteX21" fmla="*/ 235788 w 362309"/>
                <a:gd name="connsiteY21" fmla="*/ 113635 h 361971"/>
                <a:gd name="connsiteX22" fmla="*/ 233233 w 362309"/>
                <a:gd name="connsiteY22" fmla="*/ 114912 h 361971"/>
                <a:gd name="connsiteX23" fmla="*/ 220453 w 362309"/>
                <a:gd name="connsiteY23" fmla="*/ 116827 h 361971"/>
                <a:gd name="connsiteX24" fmla="*/ 214702 w 362309"/>
                <a:gd name="connsiteY24" fmla="*/ 128318 h 361971"/>
                <a:gd name="connsiteX25" fmla="*/ 208312 w 362309"/>
                <a:gd name="connsiteY25" fmla="*/ 130233 h 361971"/>
                <a:gd name="connsiteX26" fmla="*/ 206395 w 362309"/>
                <a:gd name="connsiteY26" fmla="*/ 128318 h 361971"/>
                <a:gd name="connsiteX27" fmla="*/ 200644 w 362309"/>
                <a:gd name="connsiteY27" fmla="*/ 116827 h 361971"/>
                <a:gd name="connsiteX28" fmla="*/ 187864 w 362309"/>
                <a:gd name="connsiteY28" fmla="*/ 114912 h 361971"/>
                <a:gd name="connsiteX29" fmla="*/ 184030 w 362309"/>
                <a:gd name="connsiteY29" fmla="*/ 111720 h 361971"/>
                <a:gd name="connsiteX30" fmla="*/ 185308 w 362309"/>
                <a:gd name="connsiteY30" fmla="*/ 106612 h 361971"/>
                <a:gd name="connsiteX31" fmla="*/ 194893 w 362309"/>
                <a:gd name="connsiteY31" fmla="*/ 97675 h 361971"/>
                <a:gd name="connsiteX32" fmla="*/ 192976 w 362309"/>
                <a:gd name="connsiteY32" fmla="*/ 84907 h 361971"/>
                <a:gd name="connsiteX33" fmla="*/ 194893 w 362309"/>
                <a:gd name="connsiteY33" fmla="*/ 80438 h 361971"/>
                <a:gd name="connsiteX34" fmla="*/ 200005 w 362309"/>
                <a:gd name="connsiteY34" fmla="*/ 79800 h 361971"/>
                <a:gd name="connsiteX35" fmla="*/ 211507 w 362309"/>
                <a:gd name="connsiteY35" fmla="*/ 85545 h 361971"/>
                <a:gd name="connsiteX36" fmla="*/ 221092 w 362309"/>
                <a:gd name="connsiteY36" fmla="*/ 79800 h 361971"/>
                <a:gd name="connsiteX37" fmla="*/ 182113 w 362309"/>
                <a:gd name="connsiteY37" fmla="*/ 51710 h 361971"/>
                <a:gd name="connsiteX38" fmla="*/ 205117 w 362309"/>
                <a:gd name="connsiteY38" fmla="*/ 57456 h 361971"/>
                <a:gd name="connsiteX39" fmla="*/ 207034 w 362309"/>
                <a:gd name="connsiteY39" fmla="*/ 63840 h 361971"/>
                <a:gd name="connsiteX40" fmla="*/ 203200 w 362309"/>
                <a:gd name="connsiteY40" fmla="*/ 66393 h 361971"/>
                <a:gd name="connsiteX41" fmla="*/ 166138 w 362309"/>
                <a:gd name="connsiteY41" fmla="*/ 103420 h 361971"/>
                <a:gd name="connsiteX42" fmla="*/ 203200 w 362309"/>
                <a:gd name="connsiteY42" fmla="*/ 140448 h 361971"/>
                <a:gd name="connsiteX43" fmla="*/ 207673 w 362309"/>
                <a:gd name="connsiteY43" fmla="*/ 144278 h 361971"/>
                <a:gd name="connsiteX44" fmla="*/ 205117 w 362309"/>
                <a:gd name="connsiteY44" fmla="*/ 149385 h 361971"/>
                <a:gd name="connsiteX45" fmla="*/ 182113 w 362309"/>
                <a:gd name="connsiteY45" fmla="*/ 155131 h 361971"/>
                <a:gd name="connsiteX46" fmla="*/ 132271 w 362309"/>
                <a:gd name="connsiteY46" fmla="*/ 102144 h 361971"/>
                <a:gd name="connsiteX47" fmla="*/ 182113 w 362309"/>
                <a:gd name="connsiteY47" fmla="*/ 51710 h 361971"/>
                <a:gd name="connsiteX48" fmla="*/ 182113 w 362309"/>
                <a:gd name="connsiteY48" fmla="*/ 51710 h 361971"/>
                <a:gd name="connsiteX49" fmla="*/ 74762 w 362309"/>
                <a:gd name="connsiteY49" fmla="*/ 157684 h 361971"/>
                <a:gd name="connsiteX50" fmla="*/ 112463 w 362309"/>
                <a:gd name="connsiteY50" fmla="*/ 98952 h 361971"/>
                <a:gd name="connsiteX51" fmla="*/ 121409 w 362309"/>
                <a:gd name="connsiteY51" fmla="*/ 100229 h 361971"/>
                <a:gd name="connsiteX52" fmla="*/ 120770 w 362309"/>
                <a:gd name="connsiteY52" fmla="*/ 108528 h 361971"/>
                <a:gd name="connsiteX53" fmla="*/ 87542 w 362309"/>
                <a:gd name="connsiteY53" fmla="*/ 160876 h 361971"/>
                <a:gd name="connsiteX54" fmla="*/ 81152 w 362309"/>
                <a:gd name="connsiteY54" fmla="*/ 165984 h 361971"/>
                <a:gd name="connsiteX55" fmla="*/ 79874 w 362309"/>
                <a:gd name="connsiteY55" fmla="*/ 165984 h 361971"/>
                <a:gd name="connsiteX56" fmla="*/ 74762 w 362309"/>
                <a:gd name="connsiteY56" fmla="*/ 157684 h 361971"/>
                <a:gd name="connsiteX57" fmla="*/ 74762 w 362309"/>
                <a:gd name="connsiteY57" fmla="*/ 157684 h 361971"/>
                <a:gd name="connsiteX58" fmla="*/ 74762 w 362309"/>
                <a:gd name="connsiteY58" fmla="*/ 157684 h 361971"/>
                <a:gd name="connsiteX59" fmla="*/ 104156 w 362309"/>
                <a:gd name="connsiteY59" fmla="*/ 276426 h 361971"/>
                <a:gd name="connsiteX60" fmla="*/ 99044 w 362309"/>
                <a:gd name="connsiteY60" fmla="*/ 281534 h 361971"/>
                <a:gd name="connsiteX61" fmla="*/ 82430 w 362309"/>
                <a:gd name="connsiteY61" fmla="*/ 281534 h 361971"/>
                <a:gd name="connsiteX62" fmla="*/ 77318 w 362309"/>
                <a:gd name="connsiteY62" fmla="*/ 276426 h 361971"/>
                <a:gd name="connsiteX63" fmla="*/ 77318 w 362309"/>
                <a:gd name="connsiteY63" fmla="*/ 227908 h 361971"/>
                <a:gd name="connsiteX64" fmla="*/ 56870 w 362309"/>
                <a:gd name="connsiteY64" fmla="*/ 227908 h 361971"/>
                <a:gd name="connsiteX65" fmla="*/ 51758 w 362309"/>
                <a:gd name="connsiteY65" fmla="*/ 222801 h 361971"/>
                <a:gd name="connsiteX66" fmla="*/ 51758 w 362309"/>
                <a:gd name="connsiteY66" fmla="*/ 206203 h 361971"/>
                <a:gd name="connsiteX67" fmla="*/ 56870 w 362309"/>
                <a:gd name="connsiteY67" fmla="*/ 201095 h 361971"/>
                <a:gd name="connsiteX68" fmla="*/ 77318 w 362309"/>
                <a:gd name="connsiteY68" fmla="*/ 201095 h 361971"/>
                <a:gd name="connsiteX69" fmla="*/ 77318 w 362309"/>
                <a:gd name="connsiteY69" fmla="*/ 181305 h 361971"/>
                <a:gd name="connsiteX70" fmla="*/ 82430 w 362309"/>
                <a:gd name="connsiteY70" fmla="*/ 176198 h 361971"/>
                <a:gd name="connsiteX71" fmla="*/ 99044 w 362309"/>
                <a:gd name="connsiteY71" fmla="*/ 176198 h 361971"/>
                <a:gd name="connsiteX72" fmla="*/ 104156 w 362309"/>
                <a:gd name="connsiteY72" fmla="*/ 180667 h 361971"/>
                <a:gd name="connsiteX73" fmla="*/ 104156 w 362309"/>
                <a:gd name="connsiteY73" fmla="*/ 180667 h 361971"/>
                <a:gd name="connsiteX74" fmla="*/ 104156 w 362309"/>
                <a:gd name="connsiteY74" fmla="*/ 200457 h 361971"/>
                <a:gd name="connsiteX75" fmla="*/ 124604 w 362309"/>
                <a:gd name="connsiteY75" fmla="*/ 200457 h 361971"/>
                <a:gd name="connsiteX76" fmla="*/ 129716 w 362309"/>
                <a:gd name="connsiteY76" fmla="*/ 204926 h 361971"/>
                <a:gd name="connsiteX77" fmla="*/ 129716 w 362309"/>
                <a:gd name="connsiteY77" fmla="*/ 204926 h 361971"/>
                <a:gd name="connsiteX78" fmla="*/ 129716 w 362309"/>
                <a:gd name="connsiteY78" fmla="*/ 221524 h 361971"/>
                <a:gd name="connsiteX79" fmla="*/ 124604 w 362309"/>
                <a:gd name="connsiteY79" fmla="*/ 226631 h 361971"/>
                <a:gd name="connsiteX80" fmla="*/ 104156 w 362309"/>
                <a:gd name="connsiteY80" fmla="*/ 226631 h 361971"/>
                <a:gd name="connsiteX81" fmla="*/ 104156 w 362309"/>
                <a:gd name="connsiteY81" fmla="*/ 276426 h 361971"/>
                <a:gd name="connsiteX82" fmla="*/ 242178 w 362309"/>
                <a:gd name="connsiteY82" fmla="*/ 280895 h 361971"/>
                <a:gd name="connsiteX83" fmla="*/ 118853 w 362309"/>
                <a:gd name="connsiteY83" fmla="*/ 277065 h 361971"/>
                <a:gd name="connsiteX84" fmla="*/ 117575 w 362309"/>
                <a:gd name="connsiteY84" fmla="*/ 268127 h 361971"/>
                <a:gd name="connsiteX85" fmla="*/ 117575 w 362309"/>
                <a:gd name="connsiteY85" fmla="*/ 268127 h 361971"/>
                <a:gd name="connsiteX86" fmla="*/ 126521 w 362309"/>
                <a:gd name="connsiteY86" fmla="*/ 266850 h 361971"/>
                <a:gd name="connsiteX87" fmla="*/ 235788 w 362309"/>
                <a:gd name="connsiteY87" fmla="*/ 270042 h 361971"/>
                <a:gd name="connsiteX88" fmla="*/ 244095 w 362309"/>
                <a:gd name="connsiteY88" fmla="*/ 273234 h 361971"/>
                <a:gd name="connsiteX89" fmla="*/ 242178 w 362309"/>
                <a:gd name="connsiteY89" fmla="*/ 280895 h 361971"/>
                <a:gd name="connsiteX90" fmla="*/ 242178 w 362309"/>
                <a:gd name="connsiteY90" fmla="*/ 280895 h 361971"/>
                <a:gd name="connsiteX91" fmla="*/ 309273 w 362309"/>
                <a:gd name="connsiteY91" fmla="*/ 246422 h 361971"/>
                <a:gd name="connsiteX92" fmla="*/ 309273 w 362309"/>
                <a:gd name="connsiteY92" fmla="*/ 251529 h 361971"/>
                <a:gd name="connsiteX93" fmla="*/ 304800 w 362309"/>
                <a:gd name="connsiteY93" fmla="*/ 254083 h 361971"/>
                <a:gd name="connsiteX94" fmla="*/ 283074 w 362309"/>
                <a:gd name="connsiteY94" fmla="*/ 254083 h 361971"/>
                <a:gd name="connsiteX95" fmla="*/ 271572 w 362309"/>
                <a:gd name="connsiteY95" fmla="*/ 274511 h 361971"/>
                <a:gd name="connsiteX96" fmla="*/ 265182 w 362309"/>
                <a:gd name="connsiteY96" fmla="*/ 276426 h 361971"/>
                <a:gd name="connsiteX97" fmla="*/ 263265 w 362309"/>
                <a:gd name="connsiteY97" fmla="*/ 274511 h 361971"/>
                <a:gd name="connsiteX98" fmla="*/ 251763 w 362309"/>
                <a:gd name="connsiteY98" fmla="*/ 254083 h 361971"/>
                <a:gd name="connsiteX99" fmla="*/ 230038 w 362309"/>
                <a:gd name="connsiteY99" fmla="*/ 254083 h 361971"/>
                <a:gd name="connsiteX100" fmla="*/ 225565 w 362309"/>
                <a:gd name="connsiteY100" fmla="*/ 251529 h 361971"/>
                <a:gd name="connsiteX101" fmla="*/ 225565 w 362309"/>
                <a:gd name="connsiteY101" fmla="*/ 246422 h 361971"/>
                <a:gd name="connsiteX102" fmla="*/ 236428 w 362309"/>
                <a:gd name="connsiteY102" fmla="*/ 227270 h 361971"/>
                <a:gd name="connsiteX103" fmla="*/ 224287 w 362309"/>
                <a:gd name="connsiteY103" fmla="*/ 206841 h 361971"/>
                <a:gd name="connsiteX104" fmla="*/ 226204 w 362309"/>
                <a:gd name="connsiteY104" fmla="*/ 200457 h 361971"/>
                <a:gd name="connsiteX105" fmla="*/ 228120 w 362309"/>
                <a:gd name="connsiteY105" fmla="*/ 199819 h 361971"/>
                <a:gd name="connsiteX106" fmla="*/ 251124 w 362309"/>
                <a:gd name="connsiteY106" fmla="*/ 199819 h 361971"/>
                <a:gd name="connsiteX107" fmla="*/ 262626 w 362309"/>
                <a:gd name="connsiteY107" fmla="*/ 179390 h 361971"/>
                <a:gd name="connsiteX108" fmla="*/ 269655 w 362309"/>
                <a:gd name="connsiteY108" fmla="*/ 178113 h 361971"/>
                <a:gd name="connsiteX109" fmla="*/ 270933 w 362309"/>
                <a:gd name="connsiteY109" fmla="*/ 179390 h 361971"/>
                <a:gd name="connsiteX110" fmla="*/ 282435 w 362309"/>
                <a:gd name="connsiteY110" fmla="*/ 199819 h 361971"/>
                <a:gd name="connsiteX111" fmla="*/ 305439 w 362309"/>
                <a:gd name="connsiteY111" fmla="*/ 199819 h 361971"/>
                <a:gd name="connsiteX112" fmla="*/ 309912 w 362309"/>
                <a:gd name="connsiteY112" fmla="*/ 202372 h 361971"/>
                <a:gd name="connsiteX113" fmla="*/ 309912 w 362309"/>
                <a:gd name="connsiteY113" fmla="*/ 207479 h 361971"/>
                <a:gd name="connsiteX114" fmla="*/ 298410 w 362309"/>
                <a:gd name="connsiteY114" fmla="*/ 227908 h 361971"/>
                <a:gd name="connsiteX115" fmla="*/ 309273 w 362309"/>
                <a:gd name="connsiteY115" fmla="*/ 24642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1077"/>
                    <a:pt x="281157" y="0"/>
                    <a:pt x="181474" y="0"/>
                  </a:cubicBezTo>
                  <a:close/>
                  <a:moveTo>
                    <a:pt x="246651" y="100867"/>
                  </a:moveTo>
                  <a:cubicBezTo>
                    <a:pt x="249208" y="98313"/>
                    <a:pt x="253041" y="97675"/>
                    <a:pt x="255597" y="100229"/>
                  </a:cubicBezTo>
                  <a:cubicBezTo>
                    <a:pt x="255597" y="100229"/>
                    <a:pt x="255597" y="100229"/>
                    <a:pt x="255597" y="100229"/>
                  </a:cubicBezTo>
                  <a:cubicBezTo>
                    <a:pt x="276045" y="117465"/>
                    <a:pt x="289464" y="141724"/>
                    <a:pt x="293937" y="167899"/>
                  </a:cubicBezTo>
                  <a:cubicBezTo>
                    <a:pt x="294576" y="171091"/>
                    <a:pt x="292020" y="174921"/>
                    <a:pt x="288825" y="174921"/>
                  </a:cubicBezTo>
                  <a:cubicBezTo>
                    <a:pt x="288825" y="174921"/>
                    <a:pt x="288825" y="174921"/>
                    <a:pt x="288825" y="174921"/>
                  </a:cubicBezTo>
                  <a:lnTo>
                    <a:pt x="287547" y="174921"/>
                  </a:lnTo>
                  <a:cubicBezTo>
                    <a:pt x="284352" y="174921"/>
                    <a:pt x="281796" y="172368"/>
                    <a:pt x="281157" y="169176"/>
                  </a:cubicBezTo>
                  <a:cubicBezTo>
                    <a:pt x="277323" y="145555"/>
                    <a:pt x="265182" y="124488"/>
                    <a:pt x="247290" y="109166"/>
                  </a:cubicBezTo>
                  <a:cubicBezTo>
                    <a:pt x="244735" y="107251"/>
                    <a:pt x="244735" y="103420"/>
                    <a:pt x="246651" y="100867"/>
                  </a:cubicBezTo>
                  <a:close/>
                  <a:moveTo>
                    <a:pt x="221092" y="79800"/>
                  </a:moveTo>
                  <a:cubicBezTo>
                    <a:pt x="223009" y="79161"/>
                    <a:pt x="224925" y="79161"/>
                    <a:pt x="226204" y="80438"/>
                  </a:cubicBezTo>
                  <a:cubicBezTo>
                    <a:pt x="227482" y="81715"/>
                    <a:pt x="228760" y="82992"/>
                    <a:pt x="228120" y="84907"/>
                  </a:cubicBezTo>
                  <a:lnTo>
                    <a:pt x="226204" y="97675"/>
                  </a:lnTo>
                  <a:lnTo>
                    <a:pt x="235788" y="106612"/>
                  </a:lnTo>
                  <a:cubicBezTo>
                    <a:pt x="237705" y="108528"/>
                    <a:pt x="237705" y="111720"/>
                    <a:pt x="235788" y="113635"/>
                  </a:cubicBezTo>
                  <a:cubicBezTo>
                    <a:pt x="235150" y="114273"/>
                    <a:pt x="233872" y="114912"/>
                    <a:pt x="233233" y="114912"/>
                  </a:cubicBezTo>
                  <a:lnTo>
                    <a:pt x="220453" y="116827"/>
                  </a:lnTo>
                  <a:lnTo>
                    <a:pt x="214702" y="128318"/>
                  </a:lnTo>
                  <a:cubicBezTo>
                    <a:pt x="213424" y="130872"/>
                    <a:pt x="210229" y="131510"/>
                    <a:pt x="208312" y="130233"/>
                  </a:cubicBezTo>
                  <a:cubicBezTo>
                    <a:pt x="207673" y="129595"/>
                    <a:pt x="206395" y="128956"/>
                    <a:pt x="206395" y="128318"/>
                  </a:cubicBezTo>
                  <a:lnTo>
                    <a:pt x="200644" y="116827"/>
                  </a:lnTo>
                  <a:lnTo>
                    <a:pt x="187864" y="114912"/>
                  </a:lnTo>
                  <a:cubicBezTo>
                    <a:pt x="185947" y="114912"/>
                    <a:pt x="184669" y="113635"/>
                    <a:pt x="184030" y="111720"/>
                  </a:cubicBezTo>
                  <a:cubicBezTo>
                    <a:pt x="183391" y="109804"/>
                    <a:pt x="184030" y="107889"/>
                    <a:pt x="185308" y="106612"/>
                  </a:cubicBezTo>
                  <a:lnTo>
                    <a:pt x="194893" y="97675"/>
                  </a:lnTo>
                  <a:lnTo>
                    <a:pt x="192976" y="84907"/>
                  </a:lnTo>
                  <a:cubicBezTo>
                    <a:pt x="192976" y="82992"/>
                    <a:pt x="193615" y="81077"/>
                    <a:pt x="194893" y="80438"/>
                  </a:cubicBezTo>
                  <a:cubicBezTo>
                    <a:pt x="196171" y="79161"/>
                    <a:pt x="198088" y="79161"/>
                    <a:pt x="200005" y="79800"/>
                  </a:cubicBezTo>
                  <a:lnTo>
                    <a:pt x="211507" y="85545"/>
                  </a:lnTo>
                  <a:lnTo>
                    <a:pt x="221092" y="79800"/>
                  </a:lnTo>
                  <a:close/>
                  <a:moveTo>
                    <a:pt x="182113" y="51710"/>
                  </a:moveTo>
                  <a:cubicBezTo>
                    <a:pt x="190420" y="51710"/>
                    <a:pt x="198088" y="53626"/>
                    <a:pt x="205117" y="57456"/>
                  </a:cubicBezTo>
                  <a:cubicBezTo>
                    <a:pt x="207673" y="58733"/>
                    <a:pt x="208312" y="61286"/>
                    <a:pt x="207034" y="63840"/>
                  </a:cubicBezTo>
                  <a:cubicBezTo>
                    <a:pt x="206395" y="65117"/>
                    <a:pt x="204478" y="66393"/>
                    <a:pt x="203200" y="66393"/>
                  </a:cubicBezTo>
                  <a:cubicBezTo>
                    <a:pt x="182752" y="66393"/>
                    <a:pt x="166138" y="82992"/>
                    <a:pt x="166138" y="103420"/>
                  </a:cubicBezTo>
                  <a:cubicBezTo>
                    <a:pt x="166138" y="123849"/>
                    <a:pt x="182752" y="140448"/>
                    <a:pt x="203200" y="140448"/>
                  </a:cubicBezTo>
                  <a:cubicBezTo>
                    <a:pt x="205117" y="140448"/>
                    <a:pt x="207034" y="142363"/>
                    <a:pt x="207673" y="144278"/>
                  </a:cubicBezTo>
                  <a:cubicBezTo>
                    <a:pt x="208312" y="146193"/>
                    <a:pt x="207034" y="148747"/>
                    <a:pt x="205117" y="149385"/>
                  </a:cubicBezTo>
                  <a:cubicBezTo>
                    <a:pt x="198088" y="153216"/>
                    <a:pt x="189781" y="155131"/>
                    <a:pt x="182113" y="155131"/>
                  </a:cubicBezTo>
                  <a:cubicBezTo>
                    <a:pt x="153358" y="153854"/>
                    <a:pt x="131633" y="130233"/>
                    <a:pt x="132271" y="102144"/>
                  </a:cubicBezTo>
                  <a:cubicBezTo>
                    <a:pt x="132911" y="74054"/>
                    <a:pt x="154636" y="52349"/>
                    <a:pt x="182113" y="51710"/>
                  </a:cubicBezTo>
                  <a:lnTo>
                    <a:pt x="182113" y="51710"/>
                  </a:lnTo>
                  <a:close/>
                  <a:moveTo>
                    <a:pt x="74762" y="157684"/>
                  </a:moveTo>
                  <a:cubicBezTo>
                    <a:pt x="80513" y="134702"/>
                    <a:pt x="93932" y="113635"/>
                    <a:pt x="112463" y="98952"/>
                  </a:cubicBezTo>
                  <a:cubicBezTo>
                    <a:pt x="115019" y="97037"/>
                    <a:pt x="119492" y="97675"/>
                    <a:pt x="121409" y="100229"/>
                  </a:cubicBezTo>
                  <a:cubicBezTo>
                    <a:pt x="123326" y="102782"/>
                    <a:pt x="122686" y="106612"/>
                    <a:pt x="120770" y="108528"/>
                  </a:cubicBezTo>
                  <a:cubicBezTo>
                    <a:pt x="104156" y="121934"/>
                    <a:pt x="92654" y="140448"/>
                    <a:pt x="87542" y="160876"/>
                  </a:cubicBezTo>
                  <a:cubicBezTo>
                    <a:pt x="86903" y="164068"/>
                    <a:pt x="84347" y="165984"/>
                    <a:pt x="81152" y="165984"/>
                  </a:cubicBezTo>
                  <a:cubicBezTo>
                    <a:pt x="80513" y="165984"/>
                    <a:pt x="79874" y="165984"/>
                    <a:pt x="79874" y="165984"/>
                  </a:cubicBezTo>
                  <a:cubicBezTo>
                    <a:pt x="75401" y="164707"/>
                    <a:pt x="73484" y="161515"/>
                    <a:pt x="74762" y="157684"/>
                  </a:cubicBezTo>
                  <a:cubicBezTo>
                    <a:pt x="74762" y="157684"/>
                    <a:pt x="74762" y="157684"/>
                    <a:pt x="74762" y="157684"/>
                  </a:cubicBezTo>
                  <a:lnTo>
                    <a:pt x="74762" y="157684"/>
                  </a:lnTo>
                  <a:close/>
                  <a:moveTo>
                    <a:pt x="104156" y="276426"/>
                  </a:moveTo>
                  <a:cubicBezTo>
                    <a:pt x="104156" y="278980"/>
                    <a:pt x="102239" y="281534"/>
                    <a:pt x="99044" y="281534"/>
                  </a:cubicBezTo>
                  <a:lnTo>
                    <a:pt x="82430" y="281534"/>
                  </a:lnTo>
                  <a:cubicBezTo>
                    <a:pt x="79874" y="281534"/>
                    <a:pt x="77957" y="279618"/>
                    <a:pt x="77318" y="276426"/>
                  </a:cubicBezTo>
                  <a:lnTo>
                    <a:pt x="77318" y="227908"/>
                  </a:lnTo>
                  <a:lnTo>
                    <a:pt x="56870" y="227908"/>
                  </a:lnTo>
                  <a:cubicBezTo>
                    <a:pt x="54314" y="227908"/>
                    <a:pt x="52397" y="225993"/>
                    <a:pt x="51758" y="222801"/>
                  </a:cubicBezTo>
                  <a:lnTo>
                    <a:pt x="51758" y="206203"/>
                  </a:lnTo>
                  <a:cubicBezTo>
                    <a:pt x="51758" y="203649"/>
                    <a:pt x="53675" y="201095"/>
                    <a:pt x="56870" y="201095"/>
                  </a:cubicBezTo>
                  <a:lnTo>
                    <a:pt x="77318" y="201095"/>
                  </a:lnTo>
                  <a:lnTo>
                    <a:pt x="77318" y="181305"/>
                  </a:lnTo>
                  <a:cubicBezTo>
                    <a:pt x="77318" y="178752"/>
                    <a:pt x="79235" y="176198"/>
                    <a:pt x="82430" y="176198"/>
                  </a:cubicBezTo>
                  <a:lnTo>
                    <a:pt x="99044" y="176198"/>
                  </a:lnTo>
                  <a:cubicBezTo>
                    <a:pt x="101600" y="176198"/>
                    <a:pt x="103517" y="178113"/>
                    <a:pt x="104156" y="180667"/>
                  </a:cubicBezTo>
                  <a:cubicBezTo>
                    <a:pt x="104156" y="180667"/>
                    <a:pt x="104156" y="180667"/>
                    <a:pt x="104156" y="180667"/>
                  </a:cubicBezTo>
                  <a:lnTo>
                    <a:pt x="104156" y="200457"/>
                  </a:lnTo>
                  <a:lnTo>
                    <a:pt x="124604" y="200457"/>
                  </a:lnTo>
                  <a:cubicBezTo>
                    <a:pt x="127160" y="200457"/>
                    <a:pt x="129076" y="202372"/>
                    <a:pt x="129716" y="204926"/>
                  </a:cubicBezTo>
                  <a:cubicBezTo>
                    <a:pt x="129716" y="204926"/>
                    <a:pt x="129716" y="204926"/>
                    <a:pt x="129716" y="204926"/>
                  </a:cubicBezTo>
                  <a:lnTo>
                    <a:pt x="129716" y="221524"/>
                  </a:lnTo>
                  <a:cubicBezTo>
                    <a:pt x="129716" y="224078"/>
                    <a:pt x="127799" y="226631"/>
                    <a:pt x="124604" y="226631"/>
                  </a:cubicBezTo>
                  <a:lnTo>
                    <a:pt x="104156" y="226631"/>
                  </a:lnTo>
                  <a:lnTo>
                    <a:pt x="104156" y="276426"/>
                  </a:lnTo>
                  <a:close/>
                  <a:moveTo>
                    <a:pt x="242178" y="280895"/>
                  </a:moveTo>
                  <a:cubicBezTo>
                    <a:pt x="203839" y="304516"/>
                    <a:pt x="155914" y="303239"/>
                    <a:pt x="118853" y="277065"/>
                  </a:cubicBezTo>
                  <a:cubicBezTo>
                    <a:pt x="115658" y="275150"/>
                    <a:pt x="115019" y="271319"/>
                    <a:pt x="117575" y="268127"/>
                  </a:cubicBezTo>
                  <a:cubicBezTo>
                    <a:pt x="117575" y="268127"/>
                    <a:pt x="117575" y="268127"/>
                    <a:pt x="117575" y="268127"/>
                  </a:cubicBezTo>
                  <a:cubicBezTo>
                    <a:pt x="119492" y="265574"/>
                    <a:pt x="123326" y="264297"/>
                    <a:pt x="126521" y="266850"/>
                  </a:cubicBezTo>
                  <a:cubicBezTo>
                    <a:pt x="159109" y="289833"/>
                    <a:pt x="201922" y="290471"/>
                    <a:pt x="235788" y="270042"/>
                  </a:cubicBezTo>
                  <a:cubicBezTo>
                    <a:pt x="238983" y="268766"/>
                    <a:pt x="242818" y="270042"/>
                    <a:pt x="244095" y="273234"/>
                  </a:cubicBezTo>
                  <a:cubicBezTo>
                    <a:pt x="244735" y="276426"/>
                    <a:pt x="244095" y="278980"/>
                    <a:pt x="242178" y="280895"/>
                  </a:cubicBezTo>
                  <a:lnTo>
                    <a:pt x="242178" y="280895"/>
                  </a:lnTo>
                  <a:close/>
                  <a:moveTo>
                    <a:pt x="309273" y="246422"/>
                  </a:moveTo>
                  <a:cubicBezTo>
                    <a:pt x="309912" y="247699"/>
                    <a:pt x="309912" y="249614"/>
                    <a:pt x="309273" y="251529"/>
                  </a:cubicBezTo>
                  <a:cubicBezTo>
                    <a:pt x="308634" y="252806"/>
                    <a:pt x="306717" y="254083"/>
                    <a:pt x="304800" y="254083"/>
                  </a:cubicBezTo>
                  <a:lnTo>
                    <a:pt x="283074" y="254083"/>
                  </a:lnTo>
                  <a:lnTo>
                    <a:pt x="271572" y="274511"/>
                  </a:lnTo>
                  <a:cubicBezTo>
                    <a:pt x="270294" y="277065"/>
                    <a:pt x="267099" y="277703"/>
                    <a:pt x="265182" y="276426"/>
                  </a:cubicBezTo>
                  <a:cubicBezTo>
                    <a:pt x="264543" y="275788"/>
                    <a:pt x="263904" y="275150"/>
                    <a:pt x="263265" y="274511"/>
                  </a:cubicBezTo>
                  <a:lnTo>
                    <a:pt x="251763" y="254083"/>
                  </a:lnTo>
                  <a:lnTo>
                    <a:pt x="230038" y="254083"/>
                  </a:lnTo>
                  <a:cubicBezTo>
                    <a:pt x="228120" y="254083"/>
                    <a:pt x="226843" y="253444"/>
                    <a:pt x="225565" y="251529"/>
                  </a:cubicBezTo>
                  <a:cubicBezTo>
                    <a:pt x="224925" y="250252"/>
                    <a:pt x="224925" y="248337"/>
                    <a:pt x="225565" y="246422"/>
                  </a:cubicBezTo>
                  <a:lnTo>
                    <a:pt x="236428" y="227270"/>
                  </a:lnTo>
                  <a:lnTo>
                    <a:pt x="224287" y="206841"/>
                  </a:lnTo>
                  <a:cubicBezTo>
                    <a:pt x="223009" y="204287"/>
                    <a:pt x="223648" y="201734"/>
                    <a:pt x="226204" y="200457"/>
                  </a:cubicBezTo>
                  <a:cubicBezTo>
                    <a:pt x="226843" y="199819"/>
                    <a:pt x="227482" y="199819"/>
                    <a:pt x="228120" y="199819"/>
                  </a:cubicBezTo>
                  <a:lnTo>
                    <a:pt x="251124" y="199819"/>
                  </a:lnTo>
                  <a:lnTo>
                    <a:pt x="262626" y="179390"/>
                  </a:lnTo>
                  <a:cubicBezTo>
                    <a:pt x="263904" y="176836"/>
                    <a:pt x="267099" y="176198"/>
                    <a:pt x="269655" y="178113"/>
                  </a:cubicBezTo>
                  <a:cubicBezTo>
                    <a:pt x="270294" y="178752"/>
                    <a:pt x="270933" y="178752"/>
                    <a:pt x="270933" y="179390"/>
                  </a:cubicBezTo>
                  <a:lnTo>
                    <a:pt x="282435" y="199819"/>
                  </a:lnTo>
                  <a:lnTo>
                    <a:pt x="305439" y="199819"/>
                  </a:lnTo>
                  <a:cubicBezTo>
                    <a:pt x="307356" y="199819"/>
                    <a:pt x="308634" y="200457"/>
                    <a:pt x="309912" y="202372"/>
                  </a:cubicBezTo>
                  <a:cubicBezTo>
                    <a:pt x="310551" y="203649"/>
                    <a:pt x="310551" y="205564"/>
                    <a:pt x="309912" y="207479"/>
                  </a:cubicBezTo>
                  <a:lnTo>
                    <a:pt x="298410" y="227908"/>
                  </a:lnTo>
                  <a:lnTo>
                    <a:pt x="309273" y="246422"/>
                  </a:lnTo>
                  <a:close/>
                </a:path>
              </a:pathLst>
            </a:custGeom>
            <a:solidFill>
              <a:srgbClr val="012169"/>
            </a:solidFill>
            <a:ln w="6390" cap="flat">
              <a:noFill/>
              <a:prstDash val="solid"/>
              <a:miter/>
            </a:ln>
          </p:spPr>
          <p:txBody>
            <a:bodyPr rtlCol="0" anchor="ctr"/>
            <a:lstStyle/>
            <a:p>
              <a:endParaRPr lang="en-US"/>
            </a:p>
          </p:txBody>
        </p:sp>
        <p:sp>
          <p:nvSpPr>
            <p:cNvPr id="190" name="Graphic 4">
              <a:extLst>
                <a:ext uri="{FF2B5EF4-FFF2-40B4-BE49-F238E27FC236}">
                  <a16:creationId xmlns:a16="http://schemas.microsoft.com/office/drawing/2014/main" id="{B9B2E0E7-B483-9D41-B538-F408041B58EE}"/>
                </a:ext>
              </a:extLst>
            </p:cNvPr>
            <p:cNvSpPr/>
            <p:nvPr/>
          </p:nvSpPr>
          <p:spPr>
            <a:xfrm>
              <a:off x="6288274" y="979465"/>
              <a:ext cx="42236" cy="83630"/>
            </a:xfrm>
            <a:custGeom>
              <a:avLst/>
              <a:gdLst>
                <a:gd name="connsiteX0" fmla="*/ 40319 w 42236"/>
                <a:gd name="connsiteY0" fmla="*/ 83630 h 83630"/>
                <a:gd name="connsiteX1" fmla="*/ 42236 w 42236"/>
                <a:gd name="connsiteY1" fmla="*/ 83630 h 83630"/>
                <a:gd name="connsiteX2" fmla="*/ 21149 w 42236"/>
                <a:gd name="connsiteY2" fmla="*/ 21067 h 83630"/>
                <a:gd name="connsiteX3" fmla="*/ 42236 w 42236"/>
                <a:gd name="connsiteY3" fmla="*/ 0 h 83630"/>
                <a:gd name="connsiteX4" fmla="*/ 40319 w 42236"/>
                <a:gd name="connsiteY4" fmla="*/ 0 h 83630"/>
                <a:gd name="connsiteX5" fmla="*/ 62 w 42236"/>
                <a:gd name="connsiteY5" fmla="*/ 43411 h 83630"/>
                <a:gd name="connsiteX6" fmla="*/ 40319 w 42236"/>
                <a:gd name="connsiteY6" fmla="*/ 83630 h 83630"/>
                <a:gd name="connsiteX7" fmla="*/ 40319 w 42236"/>
                <a:gd name="connsiteY7" fmla="*/ 83630 h 83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236" h="83630">
                  <a:moveTo>
                    <a:pt x="40319" y="83630"/>
                  </a:moveTo>
                  <a:lnTo>
                    <a:pt x="42236" y="83630"/>
                  </a:lnTo>
                  <a:cubicBezTo>
                    <a:pt x="19232" y="72139"/>
                    <a:pt x="9647" y="44049"/>
                    <a:pt x="21149" y="21067"/>
                  </a:cubicBezTo>
                  <a:cubicBezTo>
                    <a:pt x="25622" y="12130"/>
                    <a:pt x="33290" y="4469"/>
                    <a:pt x="42236" y="0"/>
                  </a:cubicBezTo>
                  <a:lnTo>
                    <a:pt x="40319" y="0"/>
                  </a:lnTo>
                  <a:cubicBezTo>
                    <a:pt x="17315" y="638"/>
                    <a:pt x="-1215" y="20429"/>
                    <a:pt x="62" y="43411"/>
                  </a:cubicBezTo>
                  <a:cubicBezTo>
                    <a:pt x="702" y="65117"/>
                    <a:pt x="17954" y="82992"/>
                    <a:pt x="40319" y="83630"/>
                  </a:cubicBezTo>
                  <a:lnTo>
                    <a:pt x="40319" y="83630"/>
                  </a:lnTo>
                  <a:close/>
                </a:path>
              </a:pathLst>
            </a:custGeom>
            <a:solidFill>
              <a:srgbClr val="012169"/>
            </a:solidFill>
            <a:ln w="6390" cap="flat">
              <a:noFill/>
              <a:prstDash val="solid"/>
              <a:miter/>
            </a:ln>
          </p:spPr>
          <p:txBody>
            <a:bodyPr rtlCol="0" anchor="ctr"/>
            <a:lstStyle/>
            <a:p>
              <a:endParaRPr lang="en-US"/>
            </a:p>
          </p:txBody>
        </p:sp>
        <p:sp>
          <p:nvSpPr>
            <p:cNvPr id="191" name="Graphic 4">
              <a:extLst>
                <a:ext uri="{FF2B5EF4-FFF2-40B4-BE49-F238E27FC236}">
                  <a16:creationId xmlns:a16="http://schemas.microsoft.com/office/drawing/2014/main" id="{32CFA429-5B86-5841-8264-910C50AEE8C0}"/>
                </a:ext>
              </a:extLst>
            </p:cNvPr>
            <p:cNvSpPr/>
            <p:nvPr/>
          </p:nvSpPr>
          <p:spPr>
            <a:xfrm>
              <a:off x="6435305" y="1155025"/>
              <a:ext cx="8307" cy="7022"/>
            </a:xfrm>
            <a:custGeom>
              <a:avLst/>
              <a:gdLst>
                <a:gd name="connsiteX0" fmla="*/ 8307 w 8307"/>
                <a:gd name="connsiteY0" fmla="*/ 7022 h 7022"/>
                <a:gd name="connsiteX1" fmla="*/ 3834 w 8307"/>
                <a:gd name="connsiteY1" fmla="*/ 0 h 7022"/>
                <a:gd name="connsiteX2" fmla="*/ 0 w 8307"/>
                <a:gd name="connsiteY2" fmla="*/ 7022 h 7022"/>
              </a:gdLst>
              <a:ahLst/>
              <a:cxnLst>
                <a:cxn ang="0">
                  <a:pos x="connsiteX0" y="connsiteY0"/>
                </a:cxn>
                <a:cxn ang="0">
                  <a:pos x="connsiteX1" y="connsiteY1"/>
                </a:cxn>
                <a:cxn ang="0">
                  <a:pos x="connsiteX2" y="connsiteY2"/>
                </a:cxn>
              </a:cxnLst>
              <a:rect l="l" t="t" r="r" b="b"/>
              <a:pathLst>
                <a:path w="8307" h="7022">
                  <a:moveTo>
                    <a:pt x="8307" y="7022"/>
                  </a:moveTo>
                  <a:lnTo>
                    <a:pt x="3834" y="0"/>
                  </a:lnTo>
                  <a:lnTo>
                    <a:pt x="0" y="7022"/>
                  </a:lnTo>
                  <a:close/>
                </a:path>
              </a:pathLst>
            </a:custGeom>
            <a:solidFill>
              <a:srgbClr val="012169"/>
            </a:solidFill>
            <a:ln w="6390" cap="flat">
              <a:noFill/>
              <a:prstDash val="solid"/>
              <a:miter/>
            </a:ln>
          </p:spPr>
          <p:txBody>
            <a:bodyPr rtlCol="0" anchor="ctr"/>
            <a:lstStyle/>
            <a:p>
              <a:endParaRPr lang="en-US"/>
            </a:p>
          </p:txBody>
        </p:sp>
        <p:sp>
          <p:nvSpPr>
            <p:cNvPr id="192" name="Graphic 4">
              <a:extLst>
                <a:ext uri="{FF2B5EF4-FFF2-40B4-BE49-F238E27FC236}">
                  <a16:creationId xmlns:a16="http://schemas.microsoft.com/office/drawing/2014/main" id="{D7C327EE-ADB7-FE41-8E2F-54B713D45390}"/>
                </a:ext>
              </a:extLst>
            </p:cNvPr>
            <p:cNvSpPr/>
            <p:nvPr/>
          </p:nvSpPr>
          <p:spPr>
            <a:xfrm>
              <a:off x="6409106" y="1171623"/>
              <a:ext cx="9584" cy="8299"/>
            </a:xfrm>
            <a:custGeom>
              <a:avLst/>
              <a:gdLst>
                <a:gd name="connsiteX0" fmla="*/ 4473 w 9584"/>
                <a:gd name="connsiteY0" fmla="*/ 8299 h 8299"/>
                <a:gd name="connsiteX1" fmla="*/ 9585 w 9584"/>
                <a:gd name="connsiteY1" fmla="*/ 0 h 8299"/>
                <a:gd name="connsiteX2" fmla="*/ 0 w 9584"/>
                <a:gd name="connsiteY2" fmla="*/ 0 h 8299"/>
              </a:gdLst>
              <a:ahLst/>
              <a:cxnLst>
                <a:cxn ang="0">
                  <a:pos x="connsiteX0" y="connsiteY0"/>
                </a:cxn>
                <a:cxn ang="0">
                  <a:pos x="connsiteX1" y="connsiteY1"/>
                </a:cxn>
                <a:cxn ang="0">
                  <a:pos x="connsiteX2" y="connsiteY2"/>
                </a:cxn>
              </a:cxnLst>
              <a:rect l="l" t="t" r="r" b="b"/>
              <a:pathLst>
                <a:path w="9584" h="8299">
                  <a:moveTo>
                    <a:pt x="4473" y="8299"/>
                  </a:moveTo>
                  <a:lnTo>
                    <a:pt x="9585" y="0"/>
                  </a:lnTo>
                  <a:lnTo>
                    <a:pt x="0" y="0"/>
                  </a:lnTo>
                  <a:close/>
                </a:path>
              </a:pathLst>
            </a:custGeom>
            <a:solidFill>
              <a:srgbClr val="012169"/>
            </a:solidFill>
            <a:ln w="6390" cap="flat">
              <a:noFill/>
              <a:prstDash val="solid"/>
              <a:miter/>
            </a:ln>
          </p:spPr>
          <p:txBody>
            <a:bodyPr rtlCol="0" anchor="ctr"/>
            <a:lstStyle/>
            <a:p>
              <a:endParaRPr lang="en-US"/>
            </a:p>
          </p:txBody>
        </p:sp>
      </p:grpSp>
      <p:grpSp>
        <p:nvGrpSpPr>
          <p:cNvPr id="193" name="Graphic 4">
            <a:extLst>
              <a:ext uri="{FF2B5EF4-FFF2-40B4-BE49-F238E27FC236}">
                <a16:creationId xmlns:a16="http://schemas.microsoft.com/office/drawing/2014/main" id="{600E6F37-6C62-304F-89AF-8773D4B4CF0C}"/>
              </a:ext>
            </a:extLst>
          </p:cNvPr>
          <p:cNvGrpSpPr/>
          <p:nvPr/>
        </p:nvGrpSpPr>
        <p:grpSpPr>
          <a:xfrm>
            <a:off x="7191874" y="918179"/>
            <a:ext cx="362312" cy="361971"/>
            <a:chOff x="7191874" y="918179"/>
            <a:chExt cx="362312" cy="361971"/>
          </a:xfrm>
          <a:solidFill>
            <a:srgbClr val="012169"/>
          </a:solidFill>
        </p:grpSpPr>
        <p:sp>
          <p:nvSpPr>
            <p:cNvPr id="194" name="Graphic 4">
              <a:extLst>
                <a:ext uri="{FF2B5EF4-FFF2-40B4-BE49-F238E27FC236}">
                  <a16:creationId xmlns:a16="http://schemas.microsoft.com/office/drawing/2014/main" id="{36DA3779-A354-664A-BEBA-0D3BCBFBF30F}"/>
                </a:ext>
              </a:extLst>
            </p:cNvPr>
            <p:cNvSpPr/>
            <p:nvPr/>
          </p:nvSpPr>
          <p:spPr>
            <a:xfrm>
              <a:off x="7301780" y="999894"/>
              <a:ext cx="143773" cy="206840"/>
            </a:xfrm>
            <a:custGeom>
              <a:avLst/>
              <a:gdLst>
                <a:gd name="connsiteX0" fmla="*/ 84986 w 143773"/>
                <a:gd name="connsiteY0" fmla="*/ 46603 h 206840"/>
                <a:gd name="connsiteX1" fmla="*/ 84986 w 143773"/>
                <a:gd name="connsiteY1" fmla="*/ 0 h 206840"/>
                <a:gd name="connsiteX2" fmla="*/ 58788 w 143773"/>
                <a:gd name="connsiteY2" fmla="*/ 0 h 206840"/>
                <a:gd name="connsiteX3" fmla="*/ 58788 w 143773"/>
                <a:gd name="connsiteY3" fmla="*/ 46603 h 206840"/>
                <a:gd name="connsiteX4" fmla="*/ 48564 w 143773"/>
                <a:gd name="connsiteY4" fmla="*/ 56817 h 206840"/>
                <a:gd name="connsiteX5" fmla="*/ 0 w 143773"/>
                <a:gd name="connsiteY5" fmla="*/ 56817 h 206840"/>
                <a:gd name="connsiteX6" fmla="*/ 0 w 143773"/>
                <a:gd name="connsiteY6" fmla="*/ 82992 h 206840"/>
                <a:gd name="connsiteX7" fmla="*/ 48564 w 143773"/>
                <a:gd name="connsiteY7" fmla="*/ 82992 h 206840"/>
                <a:gd name="connsiteX8" fmla="*/ 58788 w 143773"/>
                <a:gd name="connsiteY8" fmla="*/ 93206 h 206840"/>
                <a:gd name="connsiteX9" fmla="*/ 58788 w 143773"/>
                <a:gd name="connsiteY9" fmla="*/ 93206 h 206840"/>
                <a:gd name="connsiteX10" fmla="*/ 58788 w 143773"/>
                <a:gd name="connsiteY10" fmla="*/ 206841 h 206840"/>
                <a:gd name="connsiteX11" fmla="*/ 84986 w 143773"/>
                <a:gd name="connsiteY11" fmla="*/ 206841 h 206840"/>
                <a:gd name="connsiteX12" fmla="*/ 84986 w 143773"/>
                <a:gd name="connsiteY12" fmla="*/ 93206 h 206840"/>
                <a:gd name="connsiteX13" fmla="*/ 95210 w 143773"/>
                <a:gd name="connsiteY13" fmla="*/ 82992 h 206840"/>
                <a:gd name="connsiteX14" fmla="*/ 95210 w 143773"/>
                <a:gd name="connsiteY14" fmla="*/ 82992 h 206840"/>
                <a:gd name="connsiteX15" fmla="*/ 143774 w 143773"/>
                <a:gd name="connsiteY15" fmla="*/ 82992 h 206840"/>
                <a:gd name="connsiteX16" fmla="*/ 143774 w 143773"/>
                <a:gd name="connsiteY16" fmla="*/ 56817 h 206840"/>
                <a:gd name="connsiteX17" fmla="*/ 95210 w 143773"/>
                <a:gd name="connsiteY17" fmla="*/ 56817 h 206840"/>
                <a:gd name="connsiteX18" fmla="*/ 84986 w 143773"/>
                <a:gd name="connsiteY18" fmla="*/ 46603 h 206840"/>
                <a:gd name="connsiteX19" fmla="*/ 84986 w 143773"/>
                <a:gd name="connsiteY19" fmla="*/ 46603 h 206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3773" h="206840">
                  <a:moveTo>
                    <a:pt x="84986" y="46603"/>
                  </a:moveTo>
                  <a:lnTo>
                    <a:pt x="84986" y="0"/>
                  </a:lnTo>
                  <a:lnTo>
                    <a:pt x="58788" y="0"/>
                  </a:lnTo>
                  <a:lnTo>
                    <a:pt x="58788" y="46603"/>
                  </a:lnTo>
                  <a:cubicBezTo>
                    <a:pt x="58788" y="52349"/>
                    <a:pt x="54314" y="56817"/>
                    <a:pt x="48564" y="56817"/>
                  </a:cubicBezTo>
                  <a:lnTo>
                    <a:pt x="0" y="56817"/>
                  </a:lnTo>
                  <a:lnTo>
                    <a:pt x="0" y="82992"/>
                  </a:lnTo>
                  <a:lnTo>
                    <a:pt x="48564" y="82992"/>
                  </a:lnTo>
                  <a:cubicBezTo>
                    <a:pt x="54314" y="82992"/>
                    <a:pt x="58788" y="87461"/>
                    <a:pt x="58788" y="93206"/>
                  </a:cubicBezTo>
                  <a:cubicBezTo>
                    <a:pt x="58788" y="93206"/>
                    <a:pt x="58788" y="93206"/>
                    <a:pt x="58788" y="93206"/>
                  </a:cubicBezTo>
                  <a:lnTo>
                    <a:pt x="58788" y="206841"/>
                  </a:lnTo>
                  <a:lnTo>
                    <a:pt x="84986" y="206841"/>
                  </a:lnTo>
                  <a:lnTo>
                    <a:pt x="84986" y="93206"/>
                  </a:lnTo>
                  <a:cubicBezTo>
                    <a:pt x="84986" y="87461"/>
                    <a:pt x="89459" y="82992"/>
                    <a:pt x="95210" y="82992"/>
                  </a:cubicBezTo>
                  <a:cubicBezTo>
                    <a:pt x="95210" y="82992"/>
                    <a:pt x="95210" y="82992"/>
                    <a:pt x="95210" y="82992"/>
                  </a:cubicBezTo>
                  <a:lnTo>
                    <a:pt x="143774" y="82992"/>
                  </a:lnTo>
                  <a:lnTo>
                    <a:pt x="143774" y="56817"/>
                  </a:lnTo>
                  <a:lnTo>
                    <a:pt x="95210" y="56817"/>
                  </a:lnTo>
                  <a:cubicBezTo>
                    <a:pt x="89459" y="56817"/>
                    <a:pt x="84986" y="52349"/>
                    <a:pt x="84986" y="46603"/>
                  </a:cubicBezTo>
                  <a:cubicBezTo>
                    <a:pt x="84986" y="46603"/>
                    <a:pt x="84986" y="46603"/>
                    <a:pt x="84986" y="46603"/>
                  </a:cubicBezTo>
                  <a:close/>
                </a:path>
              </a:pathLst>
            </a:custGeom>
            <a:solidFill>
              <a:srgbClr val="012169"/>
            </a:solidFill>
            <a:ln w="6390" cap="flat">
              <a:noFill/>
              <a:prstDash val="solid"/>
              <a:miter/>
            </a:ln>
          </p:spPr>
          <p:txBody>
            <a:bodyPr rtlCol="0" anchor="ctr"/>
            <a:lstStyle/>
            <a:p>
              <a:endParaRPr lang="en-US"/>
            </a:p>
          </p:txBody>
        </p:sp>
        <p:sp>
          <p:nvSpPr>
            <p:cNvPr id="195" name="Graphic 4">
              <a:extLst>
                <a:ext uri="{FF2B5EF4-FFF2-40B4-BE49-F238E27FC236}">
                  <a16:creationId xmlns:a16="http://schemas.microsoft.com/office/drawing/2014/main" id="{521D78A2-DEE7-F24F-9ECC-B05E4F103509}"/>
                </a:ext>
              </a:extLst>
            </p:cNvPr>
            <p:cNvSpPr/>
            <p:nvPr/>
          </p:nvSpPr>
          <p:spPr>
            <a:xfrm>
              <a:off x="7191874" y="918179"/>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66460 w 362312"/>
                <a:gd name="connsiteY6" fmla="*/ 167260 h 361971"/>
                <a:gd name="connsiteX7" fmla="*/ 256236 w 362312"/>
                <a:gd name="connsiteY7" fmla="*/ 177475 h 361971"/>
                <a:gd name="connsiteX8" fmla="*/ 207673 w 362312"/>
                <a:gd name="connsiteY8" fmla="*/ 177475 h 361971"/>
                <a:gd name="connsiteX9" fmla="*/ 207673 w 362312"/>
                <a:gd name="connsiteY9" fmla="*/ 291110 h 361971"/>
                <a:gd name="connsiteX10" fmla="*/ 197449 w 362312"/>
                <a:gd name="connsiteY10" fmla="*/ 301324 h 361971"/>
                <a:gd name="connsiteX11" fmla="*/ 166138 w 362312"/>
                <a:gd name="connsiteY11" fmla="*/ 301324 h 361971"/>
                <a:gd name="connsiteX12" fmla="*/ 155915 w 362312"/>
                <a:gd name="connsiteY12" fmla="*/ 291110 h 361971"/>
                <a:gd name="connsiteX13" fmla="*/ 155915 w 362312"/>
                <a:gd name="connsiteY13" fmla="*/ 291110 h 361971"/>
                <a:gd name="connsiteX14" fmla="*/ 155915 w 362312"/>
                <a:gd name="connsiteY14" fmla="*/ 177475 h 361971"/>
                <a:gd name="connsiteX15" fmla="*/ 107351 w 362312"/>
                <a:gd name="connsiteY15" fmla="*/ 177475 h 361971"/>
                <a:gd name="connsiteX16" fmla="*/ 97127 w 362312"/>
                <a:gd name="connsiteY16" fmla="*/ 167260 h 361971"/>
                <a:gd name="connsiteX17" fmla="*/ 97127 w 362312"/>
                <a:gd name="connsiteY17" fmla="*/ 135979 h 361971"/>
                <a:gd name="connsiteX18" fmla="*/ 107351 w 362312"/>
                <a:gd name="connsiteY18" fmla="*/ 125764 h 361971"/>
                <a:gd name="connsiteX19" fmla="*/ 155915 w 362312"/>
                <a:gd name="connsiteY19" fmla="*/ 125764 h 361971"/>
                <a:gd name="connsiteX20" fmla="*/ 155915 w 362312"/>
                <a:gd name="connsiteY20" fmla="*/ 79161 h 361971"/>
                <a:gd name="connsiteX21" fmla="*/ 166138 w 362312"/>
                <a:gd name="connsiteY21" fmla="*/ 68947 h 361971"/>
                <a:gd name="connsiteX22" fmla="*/ 166138 w 362312"/>
                <a:gd name="connsiteY22" fmla="*/ 68947 h 361971"/>
                <a:gd name="connsiteX23" fmla="*/ 197449 w 362312"/>
                <a:gd name="connsiteY23" fmla="*/ 68947 h 361971"/>
                <a:gd name="connsiteX24" fmla="*/ 207673 w 362312"/>
                <a:gd name="connsiteY24" fmla="*/ 79161 h 361971"/>
                <a:gd name="connsiteX25" fmla="*/ 207673 w 362312"/>
                <a:gd name="connsiteY25" fmla="*/ 125764 h 361971"/>
                <a:gd name="connsiteX26" fmla="*/ 256236 w 362312"/>
                <a:gd name="connsiteY26" fmla="*/ 125764 h 361971"/>
                <a:gd name="connsiteX27" fmla="*/ 266460 w 362312"/>
                <a:gd name="connsiteY27" fmla="*/ 135979 h 361971"/>
                <a:gd name="connsiteX28" fmla="*/ 266460 w 362312"/>
                <a:gd name="connsiteY28" fmla="*/ 16726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266460" y="167260"/>
                  </a:moveTo>
                  <a:cubicBezTo>
                    <a:pt x="266460" y="173006"/>
                    <a:pt x="261987" y="177475"/>
                    <a:pt x="256236" y="177475"/>
                  </a:cubicBezTo>
                  <a:lnTo>
                    <a:pt x="207673" y="177475"/>
                  </a:lnTo>
                  <a:lnTo>
                    <a:pt x="207673" y="291110"/>
                  </a:lnTo>
                  <a:cubicBezTo>
                    <a:pt x="207673" y="296855"/>
                    <a:pt x="203200" y="301324"/>
                    <a:pt x="197449" y="301324"/>
                  </a:cubicBezTo>
                  <a:lnTo>
                    <a:pt x="166138" y="301324"/>
                  </a:lnTo>
                  <a:cubicBezTo>
                    <a:pt x="160387" y="301324"/>
                    <a:pt x="155915" y="296855"/>
                    <a:pt x="155915" y="291110"/>
                  </a:cubicBezTo>
                  <a:cubicBezTo>
                    <a:pt x="155915" y="291110"/>
                    <a:pt x="155915" y="291110"/>
                    <a:pt x="155915" y="291110"/>
                  </a:cubicBezTo>
                  <a:lnTo>
                    <a:pt x="155915" y="177475"/>
                  </a:lnTo>
                  <a:lnTo>
                    <a:pt x="107351" y="177475"/>
                  </a:lnTo>
                  <a:cubicBezTo>
                    <a:pt x="101600" y="177475"/>
                    <a:pt x="97127" y="173006"/>
                    <a:pt x="97127" y="167260"/>
                  </a:cubicBezTo>
                  <a:lnTo>
                    <a:pt x="97127" y="135979"/>
                  </a:lnTo>
                  <a:cubicBezTo>
                    <a:pt x="97127" y="130233"/>
                    <a:pt x="101600" y="125764"/>
                    <a:pt x="107351" y="125764"/>
                  </a:cubicBezTo>
                  <a:lnTo>
                    <a:pt x="155915" y="125764"/>
                  </a:lnTo>
                  <a:lnTo>
                    <a:pt x="155915" y="79161"/>
                  </a:lnTo>
                  <a:cubicBezTo>
                    <a:pt x="155915" y="73416"/>
                    <a:pt x="160387" y="68947"/>
                    <a:pt x="166138" y="68947"/>
                  </a:cubicBezTo>
                  <a:cubicBezTo>
                    <a:pt x="166138" y="68947"/>
                    <a:pt x="166138" y="68947"/>
                    <a:pt x="166138" y="68947"/>
                  </a:cubicBezTo>
                  <a:lnTo>
                    <a:pt x="197449" y="68947"/>
                  </a:lnTo>
                  <a:cubicBezTo>
                    <a:pt x="203200" y="68947"/>
                    <a:pt x="207673" y="73416"/>
                    <a:pt x="207673" y="79161"/>
                  </a:cubicBezTo>
                  <a:lnTo>
                    <a:pt x="207673" y="125764"/>
                  </a:lnTo>
                  <a:lnTo>
                    <a:pt x="256236" y="125764"/>
                  </a:lnTo>
                  <a:cubicBezTo>
                    <a:pt x="261987" y="125764"/>
                    <a:pt x="266460" y="130233"/>
                    <a:pt x="266460" y="135979"/>
                  </a:cubicBezTo>
                  <a:lnTo>
                    <a:pt x="266460" y="167260"/>
                  </a:lnTo>
                  <a:close/>
                </a:path>
              </a:pathLst>
            </a:custGeom>
            <a:solidFill>
              <a:srgbClr val="012169"/>
            </a:solidFill>
            <a:ln w="6390" cap="flat">
              <a:noFill/>
              <a:prstDash val="solid"/>
              <a:miter/>
            </a:ln>
          </p:spPr>
          <p:txBody>
            <a:bodyPr rtlCol="0" anchor="ctr"/>
            <a:lstStyle/>
            <a:p>
              <a:endParaRPr lang="en-US"/>
            </a:p>
          </p:txBody>
        </p:sp>
      </p:grpSp>
      <p:grpSp>
        <p:nvGrpSpPr>
          <p:cNvPr id="196" name="Graphic 4">
            <a:extLst>
              <a:ext uri="{FF2B5EF4-FFF2-40B4-BE49-F238E27FC236}">
                <a16:creationId xmlns:a16="http://schemas.microsoft.com/office/drawing/2014/main" id="{2C1F50CD-F3EB-1D45-B25D-A056C01DD904}"/>
              </a:ext>
            </a:extLst>
          </p:cNvPr>
          <p:cNvGrpSpPr/>
          <p:nvPr/>
        </p:nvGrpSpPr>
        <p:grpSpPr>
          <a:xfrm>
            <a:off x="6146480" y="2371173"/>
            <a:ext cx="362309" cy="361971"/>
            <a:chOff x="6146480" y="2371173"/>
            <a:chExt cx="362309" cy="361971"/>
          </a:xfrm>
          <a:solidFill>
            <a:srgbClr val="012169"/>
          </a:solidFill>
        </p:grpSpPr>
        <p:sp>
          <p:nvSpPr>
            <p:cNvPr id="197" name="Graphic 4">
              <a:extLst>
                <a:ext uri="{FF2B5EF4-FFF2-40B4-BE49-F238E27FC236}">
                  <a16:creationId xmlns:a16="http://schemas.microsoft.com/office/drawing/2014/main" id="{EE009E53-45C0-DC43-8317-D4F832EDE13F}"/>
                </a:ext>
              </a:extLst>
            </p:cNvPr>
            <p:cNvSpPr/>
            <p:nvPr/>
          </p:nvSpPr>
          <p:spPr>
            <a:xfrm>
              <a:off x="6242412" y="2468931"/>
              <a:ext cx="96405" cy="164783"/>
            </a:xfrm>
            <a:custGeom>
              <a:avLst/>
              <a:gdLst>
                <a:gd name="connsiteX0" fmla="*/ 38896 w 96405"/>
                <a:gd name="connsiteY0" fmla="*/ 82271 h 164783"/>
                <a:gd name="connsiteX1" fmla="*/ 96405 w 96405"/>
                <a:gd name="connsiteY1" fmla="*/ 1194 h 164783"/>
                <a:gd name="connsiteX2" fmla="*/ 1195 w 96405"/>
                <a:gd name="connsiteY2" fmla="*/ 68226 h 164783"/>
                <a:gd name="connsiteX3" fmla="*/ 68289 w 96405"/>
                <a:gd name="connsiteY3" fmla="*/ 163347 h 164783"/>
                <a:gd name="connsiteX4" fmla="*/ 96405 w 96405"/>
                <a:gd name="connsiteY4" fmla="*/ 163347 h 164783"/>
                <a:gd name="connsiteX5" fmla="*/ 38896 w 96405"/>
                <a:gd name="connsiteY5" fmla="*/ 82271 h 164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405" h="164783">
                  <a:moveTo>
                    <a:pt x="38896" y="82271"/>
                  </a:moveTo>
                  <a:cubicBezTo>
                    <a:pt x="38896" y="45882"/>
                    <a:pt x="61899" y="13324"/>
                    <a:pt x="96405" y="1194"/>
                  </a:cubicBezTo>
                  <a:cubicBezTo>
                    <a:pt x="51676" y="-6467"/>
                    <a:pt x="8863" y="23538"/>
                    <a:pt x="1195" y="68226"/>
                  </a:cubicBezTo>
                  <a:cubicBezTo>
                    <a:pt x="-6473" y="112914"/>
                    <a:pt x="23560" y="155686"/>
                    <a:pt x="68289" y="163347"/>
                  </a:cubicBezTo>
                  <a:cubicBezTo>
                    <a:pt x="77874" y="165262"/>
                    <a:pt x="86820" y="165262"/>
                    <a:pt x="96405" y="163347"/>
                  </a:cubicBezTo>
                  <a:cubicBezTo>
                    <a:pt x="61899" y="151218"/>
                    <a:pt x="38896" y="118659"/>
                    <a:pt x="38896" y="82271"/>
                  </a:cubicBezTo>
                  <a:close/>
                </a:path>
              </a:pathLst>
            </a:custGeom>
            <a:solidFill>
              <a:srgbClr val="012169"/>
            </a:solidFill>
            <a:ln w="6390" cap="flat">
              <a:noFill/>
              <a:prstDash val="solid"/>
              <a:miter/>
            </a:ln>
          </p:spPr>
          <p:txBody>
            <a:bodyPr rtlCol="0" anchor="ctr"/>
            <a:lstStyle/>
            <a:p>
              <a:endParaRPr lang="en-US"/>
            </a:p>
          </p:txBody>
        </p:sp>
        <p:sp>
          <p:nvSpPr>
            <p:cNvPr id="198" name="Graphic 4">
              <a:extLst>
                <a:ext uri="{FF2B5EF4-FFF2-40B4-BE49-F238E27FC236}">
                  <a16:creationId xmlns:a16="http://schemas.microsoft.com/office/drawing/2014/main" id="{D05136B2-1461-DC49-A0F0-056B7A39051C}"/>
                </a:ext>
              </a:extLst>
            </p:cNvPr>
            <p:cNvSpPr/>
            <p:nvPr/>
          </p:nvSpPr>
          <p:spPr>
            <a:xfrm>
              <a:off x="6348402" y="2526942"/>
              <a:ext cx="56231" cy="53625"/>
            </a:xfrm>
            <a:custGeom>
              <a:avLst/>
              <a:gdLst>
                <a:gd name="connsiteX0" fmla="*/ 43451 w 56231"/>
                <a:gd name="connsiteY0" fmla="*/ 15960 h 53625"/>
                <a:gd name="connsiteX1" fmla="*/ 46008 w 56231"/>
                <a:gd name="connsiteY1" fmla="*/ 0 h 53625"/>
                <a:gd name="connsiteX2" fmla="*/ 31311 w 56231"/>
                <a:gd name="connsiteY2" fmla="*/ 7661 h 53625"/>
                <a:gd name="connsiteX3" fmla="*/ 25560 w 56231"/>
                <a:gd name="connsiteY3" fmla="*/ 7661 h 53625"/>
                <a:gd name="connsiteX4" fmla="*/ 10863 w 56231"/>
                <a:gd name="connsiteY4" fmla="*/ 0 h 53625"/>
                <a:gd name="connsiteX5" fmla="*/ 13419 w 56231"/>
                <a:gd name="connsiteY5" fmla="*/ 15960 h 53625"/>
                <a:gd name="connsiteX6" fmla="*/ 11502 w 56231"/>
                <a:gd name="connsiteY6" fmla="*/ 21706 h 53625"/>
                <a:gd name="connsiteX7" fmla="*/ 0 w 56231"/>
                <a:gd name="connsiteY7" fmla="*/ 33197 h 53625"/>
                <a:gd name="connsiteX8" fmla="*/ 15975 w 56231"/>
                <a:gd name="connsiteY8" fmla="*/ 35750 h 53625"/>
                <a:gd name="connsiteX9" fmla="*/ 21087 w 56231"/>
                <a:gd name="connsiteY9" fmla="*/ 38942 h 53625"/>
                <a:gd name="connsiteX10" fmla="*/ 28116 w 56231"/>
                <a:gd name="connsiteY10" fmla="*/ 53625 h 53625"/>
                <a:gd name="connsiteX11" fmla="*/ 35145 w 56231"/>
                <a:gd name="connsiteY11" fmla="*/ 38942 h 53625"/>
                <a:gd name="connsiteX12" fmla="*/ 40257 w 56231"/>
                <a:gd name="connsiteY12" fmla="*/ 35750 h 53625"/>
                <a:gd name="connsiteX13" fmla="*/ 56231 w 56231"/>
                <a:gd name="connsiteY13" fmla="*/ 33197 h 53625"/>
                <a:gd name="connsiteX14" fmla="*/ 44730 w 56231"/>
                <a:gd name="connsiteY14" fmla="*/ 21706 h 53625"/>
                <a:gd name="connsiteX15" fmla="*/ 43451 w 56231"/>
                <a:gd name="connsiteY15" fmla="*/ 15960 h 5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6231" h="53625">
                  <a:moveTo>
                    <a:pt x="43451" y="15960"/>
                  </a:moveTo>
                  <a:lnTo>
                    <a:pt x="46008" y="0"/>
                  </a:lnTo>
                  <a:lnTo>
                    <a:pt x="31311" y="7661"/>
                  </a:lnTo>
                  <a:cubicBezTo>
                    <a:pt x="29394" y="8938"/>
                    <a:pt x="27477" y="8938"/>
                    <a:pt x="25560" y="7661"/>
                  </a:cubicBezTo>
                  <a:lnTo>
                    <a:pt x="10863" y="0"/>
                  </a:lnTo>
                  <a:lnTo>
                    <a:pt x="13419" y="15960"/>
                  </a:lnTo>
                  <a:cubicBezTo>
                    <a:pt x="14058" y="17875"/>
                    <a:pt x="12780" y="20429"/>
                    <a:pt x="11502" y="21706"/>
                  </a:cubicBezTo>
                  <a:lnTo>
                    <a:pt x="0" y="33197"/>
                  </a:lnTo>
                  <a:lnTo>
                    <a:pt x="15975" y="35750"/>
                  </a:lnTo>
                  <a:cubicBezTo>
                    <a:pt x="17892" y="35750"/>
                    <a:pt x="19809" y="37665"/>
                    <a:pt x="21087" y="38942"/>
                  </a:cubicBezTo>
                  <a:lnTo>
                    <a:pt x="28116" y="53625"/>
                  </a:lnTo>
                  <a:lnTo>
                    <a:pt x="35145" y="38942"/>
                  </a:lnTo>
                  <a:cubicBezTo>
                    <a:pt x="35783" y="37027"/>
                    <a:pt x="37701" y="35750"/>
                    <a:pt x="40257" y="35750"/>
                  </a:cubicBezTo>
                  <a:lnTo>
                    <a:pt x="56231" y="33197"/>
                  </a:lnTo>
                  <a:lnTo>
                    <a:pt x="44730" y="21706"/>
                  </a:lnTo>
                  <a:cubicBezTo>
                    <a:pt x="44091" y="19790"/>
                    <a:pt x="43451" y="17875"/>
                    <a:pt x="43451" y="15960"/>
                  </a:cubicBezTo>
                  <a:close/>
                </a:path>
              </a:pathLst>
            </a:custGeom>
            <a:solidFill>
              <a:srgbClr val="012169"/>
            </a:solidFill>
            <a:ln w="6390" cap="flat">
              <a:noFill/>
              <a:prstDash val="solid"/>
              <a:miter/>
            </a:ln>
          </p:spPr>
          <p:txBody>
            <a:bodyPr rtlCol="0" anchor="ctr"/>
            <a:lstStyle/>
            <a:p>
              <a:endParaRPr lang="en-US"/>
            </a:p>
          </p:txBody>
        </p:sp>
        <p:sp>
          <p:nvSpPr>
            <p:cNvPr id="199" name="Graphic 4">
              <a:extLst>
                <a:ext uri="{FF2B5EF4-FFF2-40B4-BE49-F238E27FC236}">
                  <a16:creationId xmlns:a16="http://schemas.microsoft.com/office/drawing/2014/main" id="{879AABA5-F76F-B943-A77B-25B96080D381}"/>
                </a:ext>
              </a:extLst>
            </p:cNvPr>
            <p:cNvSpPr/>
            <p:nvPr/>
          </p:nvSpPr>
          <p:spPr>
            <a:xfrm>
              <a:off x="6146480"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21092 w 362309"/>
                <a:gd name="connsiteY6" fmla="*/ 264297 h 361971"/>
                <a:gd name="connsiteX7" fmla="*/ 178279 w 362309"/>
                <a:gd name="connsiteY7" fmla="*/ 274511 h 361971"/>
                <a:gd name="connsiteX8" fmla="*/ 83069 w 362309"/>
                <a:gd name="connsiteY8" fmla="*/ 179390 h 361971"/>
                <a:gd name="connsiteX9" fmla="*/ 178279 w 362309"/>
                <a:gd name="connsiteY9" fmla="*/ 84269 h 361971"/>
                <a:gd name="connsiteX10" fmla="*/ 178279 w 362309"/>
                <a:gd name="connsiteY10" fmla="*/ 84269 h 361971"/>
                <a:gd name="connsiteX11" fmla="*/ 221092 w 362309"/>
                <a:gd name="connsiteY11" fmla="*/ 94483 h 361971"/>
                <a:gd name="connsiteX12" fmla="*/ 224287 w 362309"/>
                <a:gd name="connsiteY12" fmla="*/ 101505 h 361971"/>
                <a:gd name="connsiteX13" fmla="*/ 218536 w 362309"/>
                <a:gd name="connsiteY13" fmla="*/ 106613 h 361971"/>
                <a:gd name="connsiteX14" fmla="*/ 148885 w 362309"/>
                <a:gd name="connsiteY14" fmla="*/ 182582 h 361971"/>
                <a:gd name="connsiteX15" fmla="*/ 218536 w 362309"/>
                <a:gd name="connsiteY15" fmla="*/ 252167 h 361971"/>
                <a:gd name="connsiteX16" fmla="*/ 224925 w 362309"/>
                <a:gd name="connsiteY16" fmla="*/ 258551 h 361971"/>
                <a:gd name="connsiteX17" fmla="*/ 221092 w 362309"/>
                <a:gd name="connsiteY17" fmla="*/ 264297 h 361971"/>
                <a:gd name="connsiteX18" fmla="*/ 279240 w 362309"/>
                <a:gd name="connsiteY18" fmla="*/ 195350 h 361971"/>
                <a:gd name="connsiteX19" fmla="*/ 274128 w 362309"/>
                <a:gd name="connsiteY19" fmla="*/ 199819 h 361971"/>
                <a:gd name="connsiteX20" fmla="*/ 248568 w 362309"/>
                <a:gd name="connsiteY20" fmla="*/ 203649 h 361971"/>
                <a:gd name="connsiteX21" fmla="*/ 237067 w 362309"/>
                <a:gd name="connsiteY21" fmla="*/ 227270 h 361971"/>
                <a:gd name="connsiteX22" fmla="*/ 231315 w 362309"/>
                <a:gd name="connsiteY22" fmla="*/ 231100 h 361971"/>
                <a:gd name="connsiteX23" fmla="*/ 225565 w 362309"/>
                <a:gd name="connsiteY23" fmla="*/ 227270 h 361971"/>
                <a:gd name="connsiteX24" fmla="*/ 214063 w 362309"/>
                <a:gd name="connsiteY24" fmla="*/ 203649 h 361971"/>
                <a:gd name="connsiteX25" fmla="*/ 188503 w 362309"/>
                <a:gd name="connsiteY25" fmla="*/ 199819 h 361971"/>
                <a:gd name="connsiteX26" fmla="*/ 182752 w 362309"/>
                <a:gd name="connsiteY26" fmla="*/ 192796 h 361971"/>
                <a:gd name="connsiteX27" fmla="*/ 184669 w 362309"/>
                <a:gd name="connsiteY27" fmla="*/ 188966 h 361971"/>
                <a:gd name="connsiteX28" fmla="*/ 203200 w 362309"/>
                <a:gd name="connsiteY28" fmla="*/ 171091 h 361971"/>
                <a:gd name="connsiteX29" fmla="*/ 198727 w 362309"/>
                <a:gd name="connsiteY29" fmla="*/ 145555 h 361971"/>
                <a:gd name="connsiteX30" fmla="*/ 201283 w 362309"/>
                <a:gd name="connsiteY30" fmla="*/ 139171 h 361971"/>
                <a:gd name="connsiteX31" fmla="*/ 207673 w 362309"/>
                <a:gd name="connsiteY31" fmla="*/ 138533 h 361971"/>
                <a:gd name="connsiteX32" fmla="*/ 230677 w 362309"/>
                <a:gd name="connsiteY32" fmla="*/ 150662 h 361971"/>
                <a:gd name="connsiteX33" fmla="*/ 253680 w 362309"/>
                <a:gd name="connsiteY33" fmla="*/ 138533 h 361971"/>
                <a:gd name="connsiteX34" fmla="*/ 260070 w 362309"/>
                <a:gd name="connsiteY34" fmla="*/ 139171 h 361971"/>
                <a:gd name="connsiteX35" fmla="*/ 262626 w 362309"/>
                <a:gd name="connsiteY35" fmla="*/ 145555 h 361971"/>
                <a:gd name="connsiteX36" fmla="*/ 258153 w 362309"/>
                <a:gd name="connsiteY36" fmla="*/ 171091 h 361971"/>
                <a:gd name="connsiteX37" fmla="*/ 276684 w 362309"/>
                <a:gd name="connsiteY37" fmla="*/ 188966 h 361971"/>
                <a:gd name="connsiteX38" fmla="*/ 279240 w 362309"/>
                <a:gd name="connsiteY38" fmla="*/ 19535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221092" y="264297"/>
                  </a:moveTo>
                  <a:cubicBezTo>
                    <a:pt x="207673" y="270681"/>
                    <a:pt x="192976" y="274511"/>
                    <a:pt x="178279" y="274511"/>
                  </a:cubicBezTo>
                  <a:cubicBezTo>
                    <a:pt x="125881" y="274511"/>
                    <a:pt x="83069" y="232377"/>
                    <a:pt x="83069" y="179390"/>
                  </a:cubicBezTo>
                  <a:cubicBezTo>
                    <a:pt x="83069" y="127041"/>
                    <a:pt x="125243" y="84269"/>
                    <a:pt x="178279" y="84269"/>
                  </a:cubicBezTo>
                  <a:cubicBezTo>
                    <a:pt x="178279" y="84269"/>
                    <a:pt x="178279" y="84269"/>
                    <a:pt x="178279" y="84269"/>
                  </a:cubicBezTo>
                  <a:cubicBezTo>
                    <a:pt x="192976" y="84269"/>
                    <a:pt x="207673" y="87461"/>
                    <a:pt x="221092" y="94483"/>
                  </a:cubicBezTo>
                  <a:cubicBezTo>
                    <a:pt x="223648" y="95760"/>
                    <a:pt x="224925" y="98952"/>
                    <a:pt x="224287" y="101505"/>
                  </a:cubicBezTo>
                  <a:cubicBezTo>
                    <a:pt x="223648" y="104059"/>
                    <a:pt x="221092" y="106613"/>
                    <a:pt x="218536" y="106613"/>
                  </a:cubicBezTo>
                  <a:cubicBezTo>
                    <a:pt x="178279" y="108528"/>
                    <a:pt x="146969" y="142363"/>
                    <a:pt x="148885" y="182582"/>
                  </a:cubicBezTo>
                  <a:cubicBezTo>
                    <a:pt x="150164" y="220247"/>
                    <a:pt x="180835" y="250891"/>
                    <a:pt x="218536" y="252167"/>
                  </a:cubicBezTo>
                  <a:cubicBezTo>
                    <a:pt x="222370" y="252167"/>
                    <a:pt x="224925" y="255359"/>
                    <a:pt x="224925" y="258551"/>
                  </a:cubicBezTo>
                  <a:cubicBezTo>
                    <a:pt x="224287" y="261105"/>
                    <a:pt x="223009" y="263659"/>
                    <a:pt x="221092" y="264297"/>
                  </a:cubicBezTo>
                  <a:close/>
                  <a:moveTo>
                    <a:pt x="279240" y="195350"/>
                  </a:moveTo>
                  <a:cubicBezTo>
                    <a:pt x="278601" y="197903"/>
                    <a:pt x="276684" y="199180"/>
                    <a:pt x="274128" y="199819"/>
                  </a:cubicBezTo>
                  <a:lnTo>
                    <a:pt x="248568" y="203649"/>
                  </a:lnTo>
                  <a:lnTo>
                    <a:pt x="237067" y="227270"/>
                  </a:lnTo>
                  <a:cubicBezTo>
                    <a:pt x="235788" y="229185"/>
                    <a:pt x="233872" y="231100"/>
                    <a:pt x="231315" y="231100"/>
                  </a:cubicBezTo>
                  <a:cubicBezTo>
                    <a:pt x="228760" y="231100"/>
                    <a:pt x="226843" y="229823"/>
                    <a:pt x="225565" y="227270"/>
                  </a:cubicBezTo>
                  <a:lnTo>
                    <a:pt x="214063" y="203649"/>
                  </a:lnTo>
                  <a:lnTo>
                    <a:pt x="188503" y="199819"/>
                  </a:lnTo>
                  <a:cubicBezTo>
                    <a:pt x="185308" y="199180"/>
                    <a:pt x="182752" y="195988"/>
                    <a:pt x="182752" y="192796"/>
                  </a:cubicBezTo>
                  <a:cubicBezTo>
                    <a:pt x="182752" y="191519"/>
                    <a:pt x="183391" y="190243"/>
                    <a:pt x="184669" y="188966"/>
                  </a:cubicBezTo>
                  <a:lnTo>
                    <a:pt x="203200" y="171091"/>
                  </a:lnTo>
                  <a:lnTo>
                    <a:pt x="198727" y="145555"/>
                  </a:lnTo>
                  <a:cubicBezTo>
                    <a:pt x="198088" y="143001"/>
                    <a:pt x="199366" y="140448"/>
                    <a:pt x="201283" y="139171"/>
                  </a:cubicBezTo>
                  <a:cubicBezTo>
                    <a:pt x="203200" y="137894"/>
                    <a:pt x="205756" y="137894"/>
                    <a:pt x="207673" y="138533"/>
                  </a:cubicBezTo>
                  <a:lnTo>
                    <a:pt x="230677" y="150662"/>
                  </a:lnTo>
                  <a:lnTo>
                    <a:pt x="253680" y="138533"/>
                  </a:lnTo>
                  <a:cubicBezTo>
                    <a:pt x="255597" y="137256"/>
                    <a:pt x="258153" y="137256"/>
                    <a:pt x="260070" y="139171"/>
                  </a:cubicBezTo>
                  <a:cubicBezTo>
                    <a:pt x="261987" y="140448"/>
                    <a:pt x="263265" y="143001"/>
                    <a:pt x="262626" y="145555"/>
                  </a:cubicBezTo>
                  <a:lnTo>
                    <a:pt x="258153" y="171091"/>
                  </a:lnTo>
                  <a:lnTo>
                    <a:pt x="276684" y="188966"/>
                  </a:lnTo>
                  <a:cubicBezTo>
                    <a:pt x="279240" y="190243"/>
                    <a:pt x="279879" y="192796"/>
                    <a:pt x="279240" y="195350"/>
                  </a:cubicBezTo>
                  <a:close/>
                </a:path>
              </a:pathLst>
            </a:custGeom>
            <a:solidFill>
              <a:srgbClr val="012169"/>
            </a:solidFill>
            <a:ln w="6390" cap="flat">
              <a:noFill/>
              <a:prstDash val="solid"/>
              <a:miter/>
            </a:ln>
          </p:spPr>
          <p:txBody>
            <a:bodyPr rtlCol="0" anchor="ctr"/>
            <a:lstStyle/>
            <a:p>
              <a:endParaRPr lang="en-US"/>
            </a:p>
          </p:txBody>
        </p:sp>
      </p:grpSp>
      <p:grpSp>
        <p:nvGrpSpPr>
          <p:cNvPr id="200" name="Graphic 4">
            <a:extLst>
              <a:ext uri="{FF2B5EF4-FFF2-40B4-BE49-F238E27FC236}">
                <a16:creationId xmlns:a16="http://schemas.microsoft.com/office/drawing/2014/main" id="{377DD2F9-99BA-F048-8D33-39E336F39A14}"/>
              </a:ext>
            </a:extLst>
          </p:cNvPr>
          <p:cNvGrpSpPr/>
          <p:nvPr/>
        </p:nvGrpSpPr>
        <p:grpSpPr>
          <a:xfrm>
            <a:off x="6146480" y="4308712"/>
            <a:ext cx="362309" cy="361971"/>
            <a:chOff x="6146480" y="4308712"/>
            <a:chExt cx="362309" cy="361971"/>
          </a:xfrm>
          <a:solidFill>
            <a:srgbClr val="012169"/>
          </a:solidFill>
        </p:grpSpPr>
        <p:sp>
          <p:nvSpPr>
            <p:cNvPr id="201" name="Graphic 4">
              <a:extLst>
                <a:ext uri="{FF2B5EF4-FFF2-40B4-BE49-F238E27FC236}">
                  <a16:creationId xmlns:a16="http://schemas.microsoft.com/office/drawing/2014/main" id="{8FB28041-91A5-1447-B571-E74C280B00F3}"/>
                </a:ext>
              </a:extLst>
            </p:cNvPr>
            <p:cNvSpPr/>
            <p:nvPr/>
          </p:nvSpPr>
          <p:spPr>
            <a:xfrm>
              <a:off x="6251275" y="4503423"/>
              <a:ext cx="35144" cy="30643"/>
            </a:xfrm>
            <a:custGeom>
              <a:avLst/>
              <a:gdLst>
                <a:gd name="connsiteX0" fmla="*/ 0 w 35144"/>
                <a:gd name="connsiteY0" fmla="*/ 30643 h 30643"/>
                <a:gd name="connsiteX1" fmla="*/ 35145 w 35144"/>
                <a:gd name="connsiteY1" fmla="*/ 30643 h 30643"/>
                <a:gd name="connsiteX2" fmla="*/ 17253 w 35144"/>
                <a:gd name="connsiteY2" fmla="*/ 0 h 30643"/>
              </a:gdLst>
              <a:ahLst/>
              <a:cxnLst>
                <a:cxn ang="0">
                  <a:pos x="connsiteX0" y="connsiteY0"/>
                </a:cxn>
                <a:cxn ang="0">
                  <a:pos x="connsiteX1" y="connsiteY1"/>
                </a:cxn>
                <a:cxn ang="0">
                  <a:pos x="connsiteX2" y="connsiteY2"/>
                </a:cxn>
              </a:cxnLst>
              <a:rect l="l" t="t" r="r" b="b"/>
              <a:pathLst>
                <a:path w="35144" h="30643">
                  <a:moveTo>
                    <a:pt x="0" y="30643"/>
                  </a:moveTo>
                  <a:lnTo>
                    <a:pt x="35145" y="30643"/>
                  </a:lnTo>
                  <a:lnTo>
                    <a:pt x="17253" y="0"/>
                  </a:lnTo>
                  <a:close/>
                </a:path>
              </a:pathLst>
            </a:custGeom>
            <a:solidFill>
              <a:srgbClr val="012169"/>
            </a:solidFill>
            <a:ln w="6390" cap="flat">
              <a:noFill/>
              <a:prstDash val="solid"/>
              <a:miter/>
            </a:ln>
          </p:spPr>
          <p:txBody>
            <a:bodyPr rtlCol="0" anchor="ctr"/>
            <a:lstStyle/>
            <a:p>
              <a:endParaRPr lang="en-US"/>
            </a:p>
          </p:txBody>
        </p:sp>
        <p:sp>
          <p:nvSpPr>
            <p:cNvPr id="202" name="Graphic 4">
              <a:extLst>
                <a:ext uri="{FF2B5EF4-FFF2-40B4-BE49-F238E27FC236}">
                  <a16:creationId xmlns:a16="http://schemas.microsoft.com/office/drawing/2014/main" id="{1DCB1A85-2093-DA42-BA03-FC90C116B801}"/>
                </a:ext>
              </a:extLst>
            </p:cNvPr>
            <p:cNvSpPr/>
            <p:nvPr/>
          </p:nvSpPr>
          <p:spPr>
            <a:xfrm>
              <a:off x="6249358" y="4444690"/>
              <a:ext cx="37700" cy="33196"/>
            </a:xfrm>
            <a:custGeom>
              <a:avLst/>
              <a:gdLst>
                <a:gd name="connsiteX0" fmla="*/ 0 w 37700"/>
                <a:gd name="connsiteY0" fmla="*/ 0 h 33196"/>
                <a:gd name="connsiteX1" fmla="*/ 19170 w 37700"/>
                <a:gd name="connsiteY1" fmla="*/ 33197 h 33196"/>
                <a:gd name="connsiteX2" fmla="*/ 37701 w 37700"/>
                <a:gd name="connsiteY2" fmla="*/ 0 h 33196"/>
              </a:gdLst>
              <a:ahLst/>
              <a:cxnLst>
                <a:cxn ang="0">
                  <a:pos x="connsiteX0" y="connsiteY0"/>
                </a:cxn>
                <a:cxn ang="0">
                  <a:pos x="connsiteX1" y="connsiteY1"/>
                </a:cxn>
                <a:cxn ang="0">
                  <a:pos x="connsiteX2" y="connsiteY2"/>
                </a:cxn>
              </a:cxnLst>
              <a:rect l="l" t="t" r="r" b="b"/>
              <a:pathLst>
                <a:path w="37700" h="33196">
                  <a:moveTo>
                    <a:pt x="0" y="0"/>
                  </a:moveTo>
                  <a:lnTo>
                    <a:pt x="19170" y="33197"/>
                  </a:lnTo>
                  <a:lnTo>
                    <a:pt x="37701" y="0"/>
                  </a:lnTo>
                  <a:close/>
                </a:path>
              </a:pathLst>
            </a:custGeom>
            <a:solidFill>
              <a:srgbClr val="012169"/>
            </a:solidFill>
            <a:ln w="6390" cap="flat">
              <a:noFill/>
              <a:prstDash val="solid"/>
              <a:miter/>
            </a:ln>
          </p:spPr>
          <p:txBody>
            <a:bodyPr rtlCol="0" anchor="ctr"/>
            <a:lstStyle/>
            <a:p>
              <a:endParaRPr lang="en-US"/>
            </a:p>
          </p:txBody>
        </p:sp>
        <p:sp>
          <p:nvSpPr>
            <p:cNvPr id="203" name="Graphic 4">
              <a:extLst>
                <a:ext uri="{FF2B5EF4-FFF2-40B4-BE49-F238E27FC236}">
                  <a16:creationId xmlns:a16="http://schemas.microsoft.com/office/drawing/2014/main" id="{BEA22F7E-603B-1E47-B4EF-DD10D0375A0B}"/>
                </a:ext>
              </a:extLst>
            </p:cNvPr>
            <p:cNvSpPr/>
            <p:nvPr/>
          </p:nvSpPr>
          <p:spPr>
            <a:xfrm>
              <a:off x="6308784" y="4398087"/>
              <a:ext cx="37700" cy="33835"/>
            </a:xfrm>
            <a:custGeom>
              <a:avLst/>
              <a:gdLst>
                <a:gd name="connsiteX0" fmla="*/ 19170 w 37700"/>
                <a:gd name="connsiteY0" fmla="*/ 0 h 33835"/>
                <a:gd name="connsiteX1" fmla="*/ 0 w 37700"/>
                <a:gd name="connsiteY1" fmla="*/ 33835 h 33835"/>
                <a:gd name="connsiteX2" fmla="*/ 37701 w 37700"/>
                <a:gd name="connsiteY2" fmla="*/ 33835 h 33835"/>
              </a:gdLst>
              <a:ahLst/>
              <a:cxnLst>
                <a:cxn ang="0">
                  <a:pos x="connsiteX0" y="connsiteY0"/>
                </a:cxn>
                <a:cxn ang="0">
                  <a:pos x="connsiteX1" y="connsiteY1"/>
                </a:cxn>
                <a:cxn ang="0">
                  <a:pos x="connsiteX2" y="connsiteY2"/>
                </a:cxn>
              </a:cxnLst>
              <a:rect l="l" t="t" r="r" b="b"/>
              <a:pathLst>
                <a:path w="37700" h="33835">
                  <a:moveTo>
                    <a:pt x="19170" y="0"/>
                  </a:moveTo>
                  <a:lnTo>
                    <a:pt x="0" y="33835"/>
                  </a:lnTo>
                  <a:lnTo>
                    <a:pt x="37701" y="33835"/>
                  </a:lnTo>
                  <a:close/>
                </a:path>
              </a:pathLst>
            </a:custGeom>
            <a:solidFill>
              <a:srgbClr val="012169"/>
            </a:solidFill>
            <a:ln w="6390" cap="flat">
              <a:noFill/>
              <a:prstDash val="solid"/>
              <a:miter/>
            </a:ln>
          </p:spPr>
          <p:txBody>
            <a:bodyPr rtlCol="0" anchor="ctr"/>
            <a:lstStyle/>
            <a:p>
              <a:endParaRPr lang="en-US"/>
            </a:p>
          </p:txBody>
        </p:sp>
        <p:sp>
          <p:nvSpPr>
            <p:cNvPr id="204" name="Graphic 4">
              <a:extLst>
                <a:ext uri="{FF2B5EF4-FFF2-40B4-BE49-F238E27FC236}">
                  <a16:creationId xmlns:a16="http://schemas.microsoft.com/office/drawing/2014/main" id="{B76282A4-AA7D-6E40-A666-222B8C807251}"/>
                </a:ext>
              </a:extLst>
            </p:cNvPr>
            <p:cNvSpPr/>
            <p:nvPr/>
          </p:nvSpPr>
          <p:spPr>
            <a:xfrm>
              <a:off x="6276196" y="4444690"/>
              <a:ext cx="103517" cy="89375"/>
            </a:xfrm>
            <a:custGeom>
              <a:avLst/>
              <a:gdLst>
                <a:gd name="connsiteX0" fmla="*/ 24921 w 103517"/>
                <a:gd name="connsiteY0" fmla="*/ 89376 h 89375"/>
                <a:gd name="connsiteX1" fmla="*/ 78596 w 103517"/>
                <a:gd name="connsiteY1" fmla="*/ 89376 h 89375"/>
                <a:gd name="connsiteX2" fmla="*/ 103517 w 103517"/>
                <a:gd name="connsiteY2" fmla="*/ 45965 h 89375"/>
                <a:gd name="connsiteX3" fmla="*/ 77957 w 103517"/>
                <a:gd name="connsiteY3" fmla="*/ 0 h 89375"/>
                <a:gd name="connsiteX4" fmla="*/ 25560 w 103517"/>
                <a:gd name="connsiteY4" fmla="*/ 0 h 89375"/>
                <a:gd name="connsiteX5" fmla="*/ 0 w 103517"/>
                <a:gd name="connsiteY5" fmla="*/ 45965 h 89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517" h="89375">
                  <a:moveTo>
                    <a:pt x="24921" y="89376"/>
                  </a:moveTo>
                  <a:lnTo>
                    <a:pt x="78596" y="89376"/>
                  </a:lnTo>
                  <a:lnTo>
                    <a:pt x="103517" y="45965"/>
                  </a:lnTo>
                  <a:lnTo>
                    <a:pt x="77957" y="0"/>
                  </a:lnTo>
                  <a:lnTo>
                    <a:pt x="25560" y="0"/>
                  </a:lnTo>
                  <a:lnTo>
                    <a:pt x="0" y="45965"/>
                  </a:lnTo>
                  <a:close/>
                </a:path>
              </a:pathLst>
            </a:custGeom>
            <a:solidFill>
              <a:srgbClr val="012169"/>
            </a:solidFill>
            <a:ln w="6390" cap="flat">
              <a:noFill/>
              <a:prstDash val="solid"/>
              <a:miter/>
            </a:ln>
          </p:spPr>
          <p:txBody>
            <a:bodyPr rtlCol="0" anchor="ctr"/>
            <a:lstStyle/>
            <a:p>
              <a:endParaRPr lang="en-US"/>
            </a:p>
          </p:txBody>
        </p:sp>
        <p:sp>
          <p:nvSpPr>
            <p:cNvPr id="205" name="Graphic 4">
              <a:extLst>
                <a:ext uri="{FF2B5EF4-FFF2-40B4-BE49-F238E27FC236}">
                  <a16:creationId xmlns:a16="http://schemas.microsoft.com/office/drawing/2014/main" id="{23596904-3288-E946-AC97-32AF5FDB5A1B}"/>
                </a:ext>
              </a:extLst>
            </p:cNvPr>
            <p:cNvSpPr/>
            <p:nvPr/>
          </p:nvSpPr>
          <p:spPr>
            <a:xfrm>
              <a:off x="6368850" y="4444690"/>
              <a:ext cx="37700" cy="33196"/>
            </a:xfrm>
            <a:custGeom>
              <a:avLst/>
              <a:gdLst>
                <a:gd name="connsiteX0" fmla="*/ 18531 w 37700"/>
                <a:gd name="connsiteY0" fmla="*/ 33197 h 33196"/>
                <a:gd name="connsiteX1" fmla="*/ 37700 w 37700"/>
                <a:gd name="connsiteY1" fmla="*/ 0 h 33196"/>
                <a:gd name="connsiteX2" fmla="*/ 0 w 37700"/>
                <a:gd name="connsiteY2" fmla="*/ 0 h 33196"/>
              </a:gdLst>
              <a:ahLst/>
              <a:cxnLst>
                <a:cxn ang="0">
                  <a:pos x="connsiteX0" y="connsiteY0"/>
                </a:cxn>
                <a:cxn ang="0">
                  <a:pos x="connsiteX1" y="connsiteY1"/>
                </a:cxn>
                <a:cxn ang="0">
                  <a:pos x="connsiteX2" y="connsiteY2"/>
                </a:cxn>
              </a:cxnLst>
              <a:rect l="l" t="t" r="r" b="b"/>
              <a:pathLst>
                <a:path w="37700" h="33196">
                  <a:moveTo>
                    <a:pt x="18531" y="33197"/>
                  </a:moveTo>
                  <a:lnTo>
                    <a:pt x="37700" y="0"/>
                  </a:lnTo>
                  <a:lnTo>
                    <a:pt x="0" y="0"/>
                  </a:lnTo>
                  <a:close/>
                </a:path>
              </a:pathLst>
            </a:custGeom>
            <a:solidFill>
              <a:srgbClr val="012169"/>
            </a:solidFill>
            <a:ln w="6390" cap="flat">
              <a:noFill/>
              <a:prstDash val="solid"/>
              <a:miter/>
            </a:ln>
          </p:spPr>
          <p:txBody>
            <a:bodyPr rtlCol="0" anchor="ctr"/>
            <a:lstStyle/>
            <a:p>
              <a:endParaRPr lang="en-US"/>
            </a:p>
          </p:txBody>
        </p:sp>
        <p:sp>
          <p:nvSpPr>
            <p:cNvPr id="284" name="Graphic 4">
              <a:extLst>
                <a:ext uri="{FF2B5EF4-FFF2-40B4-BE49-F238E27FC236}">
                  <a16:creationId xmlns:a16="http://schemas.microsoft.com/office/drawing/2014/main" id="{CA401AD6-9CAE-8740-A438-AFC3CBE07B10}"/>
                </a:ext>
              </a:extLst>
            </p:cNvPr>
            <p:cNvSpPr/>
            <p:nvPr/>
          </p:nvSpPr>
          <p:spPr>
            <a:xfrm>
              <a:off x="6308145" y="4546834"/>
              <a:ext cx="38978" cy="33835"/>
            </a:xfrm>
            <a:custGeom>
              <a:avLst/>
              <a:gdLst>
                <a:gd name="connsiteX0" fmla="*/ 19809 w 38978"/>
                <a:gd name="connsiteY0" fmla="*/ 33835 h 33835"/>
                <a:gd name="connsiteX1" fmla="*/ 38978 w 38978"/>
                <a:gd name="connsiteY1" fmla="*/ 0 h 33835"/>
                <a:gd name="connsiteX2" fmla="*/ 0 w 38978"/>
                <a:gd name="connsiteY2" fmla="*/ 0 h 33835"/>
              </a:gdLst>
              <a:ahLst/>
              <a:cxnLst>
                <a:cxn ang="0">
                  <a:pos x="connsiteX0" y="connsiteY0"/>
                </a:cxn>
                <a:cxn ang="0">
                  <a:pos x="connsiteX1" y="connsiteY1"/>
                </a:cxn>
                <a:cxn ang="0">
                  <a:pos x="connsiteX2" y="connsiteY2"/>
                </a:cxn>
              </a:cxnLst>
              <a:rect l="l" t="t" r="r" b="b"/>
              <a:pathLst>
                <a:path w="38978" h="33835">
                  <a:moveTo>
                    <a:pt x="19809" y="33835"/>
                  </a:moveTo>
                  <a:lnTo>
                    <a:pt x="38978" y="0"/>
                  </a:lnTo>
                  <a:lnTo>
                    <a:pt x="0" y="0"/>
                  </a:lnTo>
                  <a:close/>
                </a:path>
              </a:pathLst>
            </a:custGeom>
            <a:solidFill>
              <a:srgbClr val="012169"/>
            </a:solidFill>
            <a:ln w="6390" cap="flat">
              <a:noFill/>
              <a:prstDash val="solid"/>
              <a:miter/>
            </a:ln>
          </p:spPr>
          <p:txBody>
            <a:bodyPr rtlCol="0" anchor="ctr"/>
            <a:lstStyle/>
            <a:p>
              <a:endParaRPr lang="en-US"/>
            </a:p>
          </p:txBody>
        </p:sp>
        <p:sp>
          <p:nvSpPr>
            <p:cNvPr id="285" name="Graphic 4">
              <a:extLst>
                <a:ext uri="{FF2B5EF4-FFF2-40B4-BE49-F238E27FC236}">
                  <a16:creationId xmlns:a16="http://schemas.microsoft.com/office/drawing/2014/main" id="{0DFD7F16-089D-BC46-95CA-2C086C59ABD2}"/>
                </a:ext>
              </a:extLst>
            </p:cNvPr>
            <p:cNvSpPr/>
            <p:nvPr/>
          </p:nvSpPr>
          <p:spPr>
            <a:xfrm>
              <a:off x="6146480" y="430871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277323 w 362309"/>
                <a:gd name="connsiteY7" fmla="*/ 132787 h 361971"/>
                <a:gd name="connsiteX8" fmla="*/ 248568 w 362309"/>
                <a:gd name="connsiteY8" fmla="*/ 181944 h 361971"/>
                <a:gd name="connsiteX9" fmla="*/ 274767 w 362309"/>
                <a:gd name="connsiteY9" fmla="*/ 228546 h 361971"/>
                <a:gd name="connsiteX10" fmla="*/ 274767 w 362309"/>
                <a:gd name="connsiteY10" fmla="*/ 234930 h 361971"/>
                <a:gd name="connsiteX11" fmla="*/ 269016 w 362309"/>
                <a:gd name="connsiteY11" fmla="*/ 238122 h 361971"/>
                <a:gd name="connsiteX12" fmla="*/ 215980 w 362309"/>
                <a:gd name="connsiteY12" fmla="*/ 238122 h 361971"/>
                <a:gd name="connsiteX13" fmla="*/ 187225 w 362309"/>
                <a:gd name="connsiteY13" fmla="*/ 287918 h 361971"/>
                <a:gd name="connsiteX14" fmla="*/ 178279 w 362309"/>
                <a:gd name="connsiteY14" fmla="*/ 290471 h 361971"/>
                <a:gd name="connsiteX15" fmla="*/ 175723 w 362309"/>
                <a:gd name="connsiteY15" fmla="*/ 287918 h 361971"/>
                <a:gd name="connsiteX16" fmla="*/ 146969 w 362309"/>
                <a:gd name="connsiteY16" fmla="*/ 238122 h 361971"/>
                <a:gd name="connsiteX17" fmla="*/ 93293 w 362309"/>
                <a:gd name="connsiteY17" fmla="*/ 238122 h 361971"/>
                <a:gd name="connsiteX18" fmla="*/ 87542 w 362309"/>
                <a:gd name="connsiteY18" fmla="*/ 234930 h 361971"/>
                <a:gd name="connsiteX19" fmla="*/ 87542 w 362309"/>
                <a:gd name="connsiteY19" fmla="*/ 228546 h 361971"/>
                <a:gd name="connsiteX20" fmla="*/ 113741 w 362309"/>
                <a:gd name="connsiteY20" fmla="*/ 181944 h 361971"/>
                <a:gd name="connsiteX21" fmla="*/ 84986 w 362309"/>
                <a:gd name="connsiteY21" fmla="*/ 132787 h 361971"/>
                <a:gd name="connsiteX22" fmla="*/ 84986 w 362309"/>
                <a:gd name="connsiteY22" fmla="*/ 126403 h 361971"/>
                <a:gd name="connsiteX23" fmla="*/ 90737 w 362309"/>
                <a:gd name="connsiteY23" fmla="*/ 123211 h 361971"/>
                <a:gd name="connsiteX24" fmla="*/ 146329 w 362309"/>
                <a:gd name="connsiteY24" fmla="*/ 123211 h 361971"/>
                <a:gd name="connsiteX25" fmla="*/ 174445 w 362309"/>
                <a:gd name="connsiteY25" fmla="*/ 73416 h 361971"/>
                <a:gd name="connsiteX26" fmla="*/ 183391 w 362309"/>
                <a:gd name="connsiteY26" fmla="*/ 70862 h 361971"/>
                <a:gd name="connsiteX27" fmla="*/ 185947 w 362309"/>
                <a:gd name="connsiteY27" fmla="*/ 73416 h 361971"/>
                <a:gd name="connsiteX28" fmla="*/ 214063 w 362309"/>
                <a:gd name="connsiteY28" fmla="*/ 123211 h 361971"/>
                <a:gd name="connsiteX29" fmla="*/ 270294 w 362309"/>
                <a:gd name="connsiteY29" fmla="*/ 123211 h 361971"/>
                <a:gd name="connsiteX30" fmla="*/ 276045 w 362309"/>
                <a:gd name="connsiteY30" fmla="*/ 126403 h 361971"/>
                <a:gd name="connsiteX31" fmla="*/ 277323 w 362309"/>
                <a:gd name="connsiteY31" fmla="*/ 132787 h 361971"/>
                <a:gd name="connsiteX32" fmla="*/ 277323 w 362309"/>
                <a:gd name="connsiteY32" fmla="*/ 13278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1077"/>
                    <a:pt x="281157" y="0"/>
                    <a:pt x="181474" y="0"/>
                  </a:cubicBezTo>
                  <a:lnTo>
                    <a:pt x="181474" y="0"/>
                  </a:lnTo>
                  <a:close/>
                  <a:moveTo>
                    <a:pt x="277323" y="132787"/>
                  </a:moveTo>
                  <a:lnTo>
                    <a:pt x="248568" y="181944"/>
                  </a:lnTo>
                  <a:lnTo>
                    <a:pt x="274767" y="228546"/>
                  </a:lnTo>
                  <a:cubicBezTo>
                    <a:pt x="276045" y="230462"/>
                    <a:pt x="276045" y="233015"/>
                    <a:pt x="274767" y="234930"/>
                  </a:cubicBezTo>
                  <a:cubicBezTo>
                    <a:pt x="273489" y="236846"/>
                    <a:pt x="271572" y="238122"/>
                    <a:pt x="269016" y="238122"/>
                  </a:cubicBezTo>
                  <a:lnTo>
                    <a:pt x="215980" y="238122"/>
                  </a:lnTo>
                  <a:lnTo>
                    <a:pt x="187225" y="287918"/>
                  </a:lnTo>
                  <a:cubicBezTo>
                    <a:pt x="185308" y="291110"/>
                    <a:pt x="181474" y="291748"/>
                    <a:pt x="178279" y="290471"/>
                  </a:cubicBezTo>
                  <a:cubicBezTo>
                    <a:pt x="177001" y="289833"/>
                    <a:pt x="176362" y="289194"/>
                    <a:pt x="175723" y="287918"/>
                  </a:cubicBezTo>
                  <a:lnTo>
                    <a:pt x="146969" y="238122"/>
                  </a:lnTo>
                  <a:lnTo>
                    <a:pt x="93293" y="238122"/>
                  </a:lnTo>
                  <a:cubicBezTo>
                    <a:pt x="90737" y="238122"/>
                    <a:pt x="88820" y="236846"/>
                    <a:pt x="87542" y="234930"/>
                  </a:cubicBezTo>
                  <a:cubicBezTo>
                    <a:pt x="86264" y="233015"/>
                    <a:pt x="86264" y="230462"/>
                    <a:pt x="87542" y="228546"/>
                  </a:cubicBezTo>
                  <a:lnTo>
                    <a:pt x="113741" y="181944"/>
                  </a:lnTo>
                  <a:lnTo>
                    <a:pt x="84986" y="132787"/>
                  </a:lnTo>
                  <a:cubicBezTo>
                    <a:pt x="83708" y="130872"/>
                    <a:pt x="83708" y="128318"/>
                    <a:pt x="84986" y="126403"/>
                  </a:cubicBezTo>
                  <a:cubicBezTo>
                    <a:pt x="86264" y="124488"/>
                    <a:pt x="88181" y="123211"/>
                    <a:pt x="90737" y="123211"/>
                  </a:cubicBezTo>
                  <a:lnTo>
                    <a:pt x="146329" y="123211"/>
                  </a:lnTo>
                  <a:lnTo>
                    <a:pt x="174445" y="73416"/>
                  </a:lnTo>
                  <a:cubicBezTo>
                    <a:pt x="176362" y="70224"/>
                    <a:pt x="180196" y="68947"/>
                    <a:pt x="183391" y="70862"/>
                  </a:cubicBezTo>
                  <a:cubicBezTo>
                    <a:pt x="184669" y="71501"/>
                    <a:pt x="185308" y="72139"/>
                    <a:pt x="185947" y="73416"/>
                  </a:cubicBezTo>
                  <a:lnTo>
                    <a:pt x="214063" y="123211"/>
                  </a:lnTo>
                  <a:lnTo>
                    <a:pt x="270294" y="123211"/>
                  </a:lnTo>
                  <a:cubicBezTo>
                    <a:pt x="272850" y="123211"/>
                    <a:pt x="274767" y="124488"/>
                    <a:pt x="276045" y="126403"/>
                  </a:cubicBezTo>
                  <a:cubicBezTo>
                    <a:pt x="277962" y="128318"/>
                    <a:pt x="277962" y="130872"/>
                    <a:pt x="277323" y="132787"/>
                  </a:cubicBezTo>
                  <a:lnTo>
                    <a:pt x="277323" y="132787"/>
                  </a:lnTo>
                  <a:close/>
                </a:path>
              </a:pathLst>
            </a:custGeom>
            <a:solidFill>
              <a:srgbClr val="012169"/>
            </a:solidFill>
            <a:ln w="6390" cap="flat">
              <a:noFill/>
              <a:prstDash val="solid"/>
              <a:miter/>
            </a:ln>
          </p:spPr>
          <p:txBody>
            <a:bodyPr rtlCol="0" anchor="ctr"/>
            <a:lstStyle/>
            <a:p>
              <a:endParaRPr lang="en-US"/>
            </a:p>
          </p:txBody>
        </p:sp>
        <p:sp>
          <p:nvSpPr>
            <p:cNvPr id="286" name="Graphic 4">
              <a:extLst>
                <a:ext uri="{FF2B5EF4-FFF2-40B4-BE49-F238E27FC236}">
                  <a16:creationId xmlns:a16="http://schemas.microsoft.com/office/drawing/2014/main" id="{FCAABC37-E030-AB49-8216-8E1180173951}"/>
                </a:ext>
              </a:extLst>
            </p:cNvPr>
            <p:cNvSpPr/>
            <p:nvPr/>
          </p:nvSpPr>
          <p:spPr>
            <a:xfrm>
              <a:off x="6369489" y="4503423"/>
              <a:ext cx="35144" cy="30643"/>
            </a:xfrm>
            <a:custGeom>
              <a:avLst/>
              <a:gdLst>
                <a:gd name="connsiteX0" fmla="*/ 35145 w 35144"/>
                <a:gd name="connsiteY0" fmla="*/ 30643 h 30643"/>
                <a:gd name="connsiteX1" fmla="*/ 17892 w 35144"/>
                <a:gd name="connsiteY1" fmla="*/ 0 h 30643"/>
                <a:gd name="connsiteX2" fmla="*/ 0 w 35144"/>
                <a:gd name="connsiteY2" fmla="*/ 30643 h 30643"/>
              </a:gdLst>
              <a:ahLst/>
              <a:cxnLst>
                <a:cxn ang="0">
                  <a:pos x="connsiteX0" y="connsiteY0"/>
                </a:cxn>
                <a:cxn ang="0">
                  <a:pos x="connsiteX1" y="connsiteY1"/>
                </a:cxn>
                <a:cxn ang="0">
                  <a:pos x="connsiteX2" y="connsiteY2"/>
                </a:cxn>
              </a:cxnLst>
              <a:rect l="l" t="t" r="r" b="b"/>
              <a:pathLst>
                <a:path w="35144" h="30643">
                  <a:moveTo>
                    <a:pt x="35145" y="30643"/>
                  </a:moveTo>
                  <a:lnTo>
                    <a:pt x="17892" y="0"/>
                  </a:lnTo>
                  <a:lnTo>
                    <a:pt x="0" y="30643"/>
                  </a:lnTo>
                  <a:close/>
                </a:path>
              </a:pathLst>
            </a:custGeom>
            <a:solidFill>
              <a:srgbClr val="012169"/>
            </a:solidFill>
            <a:ln w="6390" cap="flat">
              <a:noFill/>
              <a:prstDash val="solid"/>
              <a:miter/>
            </a:ln>
          </p:spPr>
          <p:txBody>
            <a:bodyPr rtlCol="0" anchor="ctr"/>
            <a:lstStyle/>
            <a:p>
              <a:endParaRPr lang="en-US"/>
            </a:p>
          </p:txBody>
        </p:sp>
      </p:grpSp>
      <p:grpSp>
        <p:nvGrpSpPr>
          <p:cNvPr id="287" name="Graphic 4">
            <a:extLst>
              <a:ext uri="{FF2B5EF4-FFF2-40B4-BE49-F238E27FC236}">
                <a16:creationId xmlns:a16="http://schemas.microsoft.com/office/drawing/2014/main" id="{47542553-BF22-C54A-83C9-5A61DB8ECFE1}"/>
              </a:ext>
            </a:extLst>
          </p:cNvPr>
          <p:cNvGrpSpPr/>
          <p:nvPr/>
        </p:nvGrpSpPr>
        <p:grpSpPr>
          <a:xfrm>
            <a:off x="7191874" y="1402723"/>
            <a:ext cx="362312" cy="361971"/>
            <a:chOff x="7191874" y="1402723"/>
            <a:chExt cx="362312" cy="361971"/>
          </a:xfrm>
          <a:solidFill>
            <a:srgbClr val="012169"/>
          </a:solidFill>
        </p:grpSpPr>
        <p:sp>
          <p:nvSpPr>
            <p:cNvPr id="288" name="Graphic 4">
              <a:extLst>
                <a:ext uri="{FF2B5EF4-FFF2-40B4-BE49-F238E27FC236}">
                  <a16:creationId xmlns:a16="http://schemas.microsoft.com/office/drawing/2014/main" id="{12DF6EA2-5732-2C44-B54C-96DD823DD001}"/>
                </a:ext>
              </a:extLst>
            </p:cNvPr>
            <p:cNvSpPr/>
            <p:nvPr/>
          </p:nvSpPr>
          <p:spPr>
            <a:xfrm>
              <a:off x="7282985" y="1529393"/>
              <a:ext cx="182779" cy="156023"/>
            </a:xfrm>
            <a:custGeom>
              <a:avLst/>
              <a:gdLst>
                <a:gd name="connsiteX0" fmla="*/ 151067 w 182779"/>
                <a:gd name="connsiteY0" fmla="*/ 19523 h 156023"/>
                <a:gd name="connsiteX1" fmla="*/ 126146 w 182779"/>
                <a:gd name="connsiteY1" fmla="*/ 25268 h 156023"/>
                <a:gd name="connsiteX2" fmla="*/ 105699 w 182779"/>
                <a:gd name="connsiteY2" fmla="*/ 51443 h 156023"/>
                <a:gd name="connsiteX3" fmla="*/ 92919 w 182779"/>
                <a:gd name="connsiteY3" fmla="*/ 66764 h 156023"/>
                <a:gd name="connsiteX4" fmla="*/ 87807 w 182779"/>
                <a:gd name="connsiteY4" fmla="*/ 69318 h 156023"/>
                <a:gd name="connsiteX5" fmla="*/ 82695 w 182779"/>
                <a:gd name="connsiteY5" fmla="*/ 68680 h 156023"/>
                <a:gd name="connsiteX6" fmla="*/ 78222 w 182779"/>
                <a:gd name="connsiteY6" fmla="*/ 66764 h 156023"/>
                <a:gd name="connsiteX7" fmla="*/ 74388 w 182779"/>
                <a:gd name="connsiteY7" fmla="*/ 58465 h 156023"/>
                <a:gd name="connsiteX8" fmla="*/ 76944 w 182779"/>
                <a:gd name="connsiteY8" fmla="*/ 55273 h 156023"/>
                <a:gd name="connsiteX9" fmla="*/ 88446 w 182779"/>
                <a:gd name="connsiteY9" fmla="*/ 36760 h 156023"/>
                <a:gd name="connsiteX10" fmla="*/ 82056 w 182779"/>
                <a:gd name="connsiteY10" fmla="*/ 13139 h 156023"/>
                <a:gd name="connsiteX11" fmla="*/ 45633 w 182779"/>
                <a:gd name="connsiteY11" fmla="*/ 1009 h 156023"/>
                <a:gd name="connsiteX12" fmla="*/ 28380 w 182779"/>
                <a:gd name="connsiteY12" fmla="*/ 9308 h 156023"/>
                <a:gd name="connsiteX13" fmla="*/ 21990 w 182779"/>
                <a:gd name="connsiteY13" fmla="*/ 20161 h 156023"/>
                <a:gd name="connsiteX14" fmla="*/ 27102 w 182779"/>
                <a:gd name="connsiteY14" fmla="*/ 25268 h 156023"/>
                <a:gd name="connsiteX15" fmla="*/ 32853 w 182779"/>
                <a:gd name="connsiteY15" fmla="*/ 23992 h 156023"/>
                <a:gd name="connsiteX16" fmla="*/ 48828 w 182779"/>
                <a:gd name="connsiteY16" fmla="*/ 11862 h 156023"/>
                <a:gd name="connsiteX17" fmla="*/ 68637 w 182779"/>
                <a:gd name="connsiteY17" fmla="*/ 14416 h 156023"/>
                <a:gd name="connsiteX18" fmla="*/ 76305 w 182779"/>
                <a:gd name="connsiteY18" fmla="*/ 43782 h 156023"/>
                <a:gd name="connsiteX19" fmla="*/ 50106 w 182779"/>
                <a:gd name="connsiteY19" fmla="*/ 62934 h 156023"/>
                <a:gd name="connsiteX20" fmla="*/ 46272 w 182779"/>
                <a:gd name="connsiteY20" fmla="*/ 64849 h 156023"/>
                <a:gd name="connsiteX21" fmla="*/ 50745 w 182779"/>
                <a:gd name="connsiteY21" fmla="*/ 71233 h 156023"/>
                <a:gd name="connsiteX22" fmla="*/ 50745 w 182779"/>
                <a:gd name="connsiteY22" fmla="*/ 71233 h 156023"/>
                <a:gd name="connsiteX23" fmla="*/ 85251 w 182779"/>
                <a:gd name="connsiteY23" fmla="*/ 100599 h 156023"/>
                <a:gd name="connsiteX24" fmla="*/ 76944 w 182779"/>
                <a:gd name="connsiteY24" fmla="*/ 129327 h 156023"/>
                <a:gd name="connsiteX25" fmla="*/ 46272 w 182779"/>
                <a:gd name="connsiteY25" fmla="*/ 140819 h 156023"/>
                <a:gd name="connsiteX26" fmla="*/ 1543 w 182779"/>
                <a:gd name="connsiteY26" fmla="*/ 107622 h 156023"/>
                <a:gd name="connsiteX27" fmla="*/ 265 w 182779"/>
                <a:gd name="connsiteY27" fmla="*/ 105707 h 156023"/>
                <a:gd name="connsiteX28" fmla="*/ 904 w 182779"/>
                <a:gd name="connsiteY28" fmla="*/ 113367 h 156023"/>
                <a:gd name="connsiteX29" fmla="*/ 17517 w 182779"/>
                <a:gd name="connsiteY29" fmla="*/ 141457 h 156023"/>
                <a:gd name="connsiteX30" fmla="*/ 76944 w 182779"/>
                <a:gd name="connsiteY30" fmla="*/ 152310 h 156023"/>
                <a:gd name="connsiteX31" fmla="*/ 105699 w 182779"/>
                <a:gd name="connsiteY31" fmla="*/ 101876 h 156023"/>
                <a:gd name="connsiteX32" fmla="*/ 96753 w 182779"/>
                <a:gd name="connsiteY32" fmla="*/ 79532 h 156023"/>
                <a:gd name="connsiteX33" fmla="*/ 95474 w 182779"/>
                <a:gd name="connsiteY33" fmla="*/ 73787 h 156023"/>
                <a:gd name="connsiteX34" fmla="*/ 99309 w 182779"/>
                <a:gd name="connsiteY34" fmla="*/ 69318 h 156023"/>
                <a:gd name="connsiteX35" fmla="*/ 108254 w 182779"/>
                <a:gd name="connsiteY35" fmla="*/ 64211 h 156023"/>
                <a:gd name="connsiteX36" fmla="*/ 119118 w 182779"/>
                <a:gd name="connsiteY36" fmla="*/ 51443 h 156023"/>
                <a:gd name="connsiteX37" fmla="*/ 126146 w 182779"/>
                <a:gd name="connsiteY37" fmla="*/ 42505 h 156023"/>
                <a:gd name="connsiteX38" fmla="*/ 141482 w 182779"/>
                <a:gd name="connsiteY38" fmla="*/ 30376 h 156023"/>
                <a:gd name="connsiteX39" fmla="*/ 150428 w 182779"/>
                <a:gd name="connsiteY39" fmla="*/ 29737 h 156023"/>
                <a:gd name="connsiteX40" fmla="*/ 151706 w 182779"/>
                <a:gd name="connsiteY40" fmla="*/ 29737 h 156023"/>
                <a:gd name="connsiteX41" fmla="*/ 170876 w 182779"/>
                <a:gd name="connsiteY41" fmla="*/ 48889 h 156023"/>
                <a:gd name="connsiteX42" fmla="*/ 168959 w 182779"/>
                <a:gd name="connsiteY42" fmla="*/ 71872 h 156023"/>
                <a:gd name="connsiteX43" fmla="*/ 140204 w 182779"/>
                <a:gd name="connsiteY43" fmla="*/ 99961 h 156023"/>
                <a:gd name="connsiteX44" fmla="*/ 126146 w 182779"/>
                <a:gd name="connsiteY44" fmla="*/ 100599 h 156023"/>
                <a:gd name="connsiteX45" fmla="*/ 128064 w 182779"/>
                <a:gd name="connsiteY45" fmla="*/ 104430 h 156023"/>
                <a:gd name="connsiteX46" fmla="*/ 150428 w 182779"/>
                <a:gd name="connsiteY46" fmla="*/ 110175 h 156023"/>
                <a:gd name="connsiteX47" fmla="*/ 174710 w 182779"/>
                <a:gd name="connsiteY47" fmla="*/ 91023 h 156023"/>
                <a:gd name="connsiteX48" fmla="*/ 174071 w 182779"/>
                <a:gd name="connsiteY48" fmla="*/ 32929 h 156023"/>
                <a:gd name="connsiteX49" fmla="*/ 151067 w 182779"/>
                <a:gd name="connsiteY49" fmla="*/ 19523 h 156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82779" h="156023">
                  <a:moveTo>
                    <a:pt x="151067" y="19523"/>
                  </a:moveTo>
                  <a:cubicBezTo>
                    <a:pt x="142121" y="18246"/>
                    <a:pt x="133175" y="20161"/>
                    <a:pt x="126146" y="25268"/>
                  </a:cubicBezTo>
                  <a:cubicBezTo>
                    <a:pt x="117200" y="32291"/>
                    <a:pt x="110172" y="41228"/>
                    <a:pt x="105699" y="51443"/>
                  </a:cubicBezTo>
                  <a:cubicBezTo>
                    <a:pt x="103143" y="57827"/>
                    <a:pt x="98669" y="62934"/>
                    <a:pt x="92919" y="66764"/>
                  </a:cubicBezTo>
                  <a:cubicBezTo>
                    <a:pt x="91002" y="68041"/>
                    <a:pt x="89724" y="68680"/>
                    <a:pt x="87807" y="69318"/>
                  </a:cubicBezTo>
                  <a:cubicBezTo>
                    <a:pt x="86529" y="69956"/>
                    <a:pt x="84612" y="69956"/>
                    <a:pt x="82695" y="68680"/>
                  </a:cubicBezTo>
                  <a:cubicBezTo>
                    <a:pt x="81417" y="68041"/>
                    <a:pt x="79500" y="67403"/>
                    <a:pt x="78222" y="66764"/>
                  </a:cubicBezTo>
                  <a:cubicBezTo>
                    <a:pt x="75027" y="65488"/>
                    <a:pt x="73110" y="62296"/>
                    <a:pt x="74388" y="58465"/>
                  </a:cubicBezTo>
                  <a:cubicBezTo>
                    <a:pt x="75027" y="57188"/>
                    <a:pt x="75666" y="55912"/>
                    <a:pt x="76944" y="55273"/>
                  </a:cubicBezTo>
                  <a:cubicBezTo>
                    <a:pt x="83334" y="50804"/>
                    <a:pt x="87168" y="44420"/>
                    <a:pt x="88446" y="36760"/>
                  </a:cubicBezTo>
                  <a:cubicBezTo>
                    <a:pt x="89084" y="28460"/>
                    <a:pt x="87168" y="19523"/>
                    <a:pt x="82056" y="13139"/>
                  </a:cubicBezTo>
                  <a:cubicBezTo>
                    <a:pt x="73110" y="2286"/>
                    <a:pt x="59052" y="-2183"/>
                    <a:pt x="45633" y="1009"/>
                  </a:cubicBezTo>
                  <a:cubicBezTo>
                    <a:pt x="39243" y="2286"/>
                    <a:pt x="33492" y="5478"/>
                    <a:pt x="28380" y="9308"/>
                  </a:cubicBezTo>
                  <a:cubicBezTo>
                    <a:pt x="24546" y="11862"/>
                    <a:pt x="22630" y="15692"/>
                    <a:pt x="21990" y="20161"/>
                  </a:cubicBezTo>
                  <a:cubicBezTo>
                    <a:pt x="22630" y="22715"/>
                    <a:pt x="24546" y="24630"/>
                    <a:pt x="27102" y="25268"/>
                  </a:cubicBezTo>
                  <a:cubicBezTo>
                    <a:pt x="29020" y="25907"/>
                    <a:pt x="31575" y="25268"/>
                    <a:pt x="32853" y="23992"/>
                  </a:cubicBezTo>
                  <a:cubicBezTo>
                    <a:pt x="36687" y="18246"/>
                    <a:pt x="42438" y="13777"/>
                    <a:pt x="48828" y="11862"/>
                  </a:cubicBezTo>
                  <a:cubicBezTo>
                    <a:pt x="55218" y="9308"/>
                    <a:pt x="62886" y="10585"/>
                    <a:pt x="68637" y="14416"/>
                  </a:cubicBezTo>
                  <a:cubicBezTo>
                    <a:pt x="77583" y="21438"/>
                    <a:pt x="80778" y="32929"/>
                    <a:pt x="76305" y="43782"/>
                  </a:cubicBezTo>
                  <a:cubicBezTo>
                    <a:pt x="70554" y="53996"/>
                    <a:pt x="61608" y="61019"/>
                    <a:pt x="50106" y="62934"/>
                  </a:cubicBezTo>
                  <a:cubicBezTo>
                    <a:pt x="47550" y="63572"/>
                    <a:pt x="46272" y="64211"/>
                    <a:pt x="46272" y="64849"/>
                  </a:cubicBezTo>
                  <a:cubicBezTo>
                    <a:pt x="45633" y="68041"/>
                    <a:pt x="47550" y="70595"/>
                    <a:pt x="50745" y="71233"/>
                  </a:cubicBezTo>
                  <a:cubicBezTo>
                    <a:pt x="50745" y="71233"/>
                    <a:pt x="50745" y="71233"/>
                    <a:pt x="50745" y="71233"/>
                  </a:cubicBezTo>
                  <a:cubicBezTo>
                    <a:pt x="67359" y="71872"/>
                    <a:pt x="82056" y="84001"/>
                    <a:pt x="85251" y="100599"/>
                  </a:cubicBezTo>
                  <a:cubicBezTo>
                    <a:pt x="87168" y="110814"/>
                    <a:pt x="83973" y="121667"/>
                    <a:pt x="76944" y="129327"/>
                  </a:cubicBezTo>
                  <a:cubicBezTo>
                    <a:pt x="69276" y="137627"/>
                    <a:pt x="57774" y="142095"/>
                    <a:pt x="46272" y="140819"/>
                  </a:cubicBezTo>
                  <a:cubicBezTo>
                    <a:pt x="27102" y="139542"/>
                    <a:pt x="11766" y="128051"/>
                    <a:pt x="1543" y="107622"/>
                  </a:cubicBezTo>
                  <a:lnTo>
                    <a:pt x="265" y="105707"/>
                  </a:lnTo>
                  <a:cubicBezTo>
                    <a:pt x="-375" y="108260"/>
                    <a:pt x="265" y="110814"/>
                    <a:pt x="904" y="113367"/>
                  </a:cubicBezTo>
                  <a:cubicBezTo>
                    <a:pt x="3460" y="124220"/>
                    <a:pt x="9210" y="133796"/>
                    <a:pt x="17517" y="141457"/>
                  </a:cubicBezTo>
                  <a:cubicBezTo>
                    <a:pt x="34131" y="155502"/>
                    <a:pt x="56496" y="159970"/>
                    <a:pt x="76944" y="152310"/>
                  </a:cubicBezTo>
                  <a:cubicBezTo>
                    <a:pt x="101226" y="143372"/>
                    <a:pt x="107615" y="120390"/>
                    <a:pt x="105699" y="101876"/>
                  </a:cubicBezTo>
                  <a:cubicBezTo>
                    <a:pt x="105059" y="93577"/>
                    <a:pt x="101864" y="85916"/>
                    <a:pt x="96753" y="79532"/>
                  </a:cubicBezTo>
                  <a:cubicBezTo>
                    <a:pt x="95474" y="77617"/>
                    <a:pt x="94836" y="75702"/>
                    <a:pt x="95474" y="73787"/>
                  </a:cubicBezTo>
                  <a:cubicBezTo>
                    <a:pt x="96114" y="71872"/>
                    <a:pt x="97392" y="69956"/>
                    <a:pt x="99309" y="69318"/>
                  </a:cubicBezTo>
                  <a:cubicBezTo>
                    <a:pt x="102504" y="68041"/>
                    <a:pt x="105699" y="66764"/>
                    <a:pt x="108254" y="64211"/>
                  </a:cubicBezTo>
                  <a:cubicBezTo>
                    <a:pt x="112089" y="60380"/>
                    <a:pt x="115923" y="55912"/>
                    <a:pt x="119118" y="51443"/>
                  </a:cubicBezTo>
                  <a:cubicBezTo>
                    <a:pt x="121034" y="48251"/>
                    <a:pt x="123590" y="45059"/>
                    <a:pt x="126146" y="42505"/>
                  </a:cubicBezTo>
                  <a:cubicBezTo>
                    <a:pt x="129980" y="37398"/>
                    <a:pt x="135731" y="32929"/>
                    <a:pt x="141482" y="30376"/>
                  </a:cubicBezTo>
                  <a:cubicBezTo>
                    <a:pt x="144677" y="29737"/>
                    <a:pt x="147234" y="29099"/>
                    <a:pt x="150428" y="29737"/>
                  </a:cubicBezTo>
                  <a:cubicBezTo>
                    <a:pt x="151067" y="29737"/>
                    <a:pt x="151067" y="29737"/>
                    <a:pt x="151706" y="29737"/>
                  </a:cubicBezTo>
                  <a:cubicBezTo>
                    <a:pt x="161291" y="31652"/>
                    <a:pt x="168959" y="39313"/>
                    <a:pt x="170876" y="48889"/>
                  </a:cubicBezTo>
                  <a:cubicBezTo>
                    <a:pt x="172154" y="56550"/>
                    <a:pt x="171515" y="64849"/>
                    <a:pt x="168959" y="71872"/>
                  </a:cubicBezTo>
                  <a:cubicBezTo>
                    <a:pt x="164486" y="83363"/>
                    <a:pt x="154262" y="96769"/>
                    <a:pt x="140204" y="99961"/>
                  </a:cubicBezTo>
                  <a:cubicBezTo>
                    <a:pt x="135731" y="101238"/>
                    <a:pt x="130619" y="101238"/>
                    <a:pt x="126146" y="100599"/>
                  </a:cubicBezTo>
                  <a:cubicBezTo>
                    <a:pt x="126785" y="101876"/>
                    <a:pt x="127424" y="103153"/>
                    <a:pt x="128064" y="104430"/>
                  </a:cubicBezTo>
                  <a:cubicBezTo>
                    <a:pt x="133814" y="110175"/>
                    <a:pt x="142760" y="112729"/>
                    <a:pt x="150428" y="110175"/>
                  </a:cubicBezTo>
                  <a:cubicBezTo>
                    <a:pt x="160652" y="106983"/>
                    <a:pt x="169598" y="100599"/>
                    <a:pt x="174710" y="91023"/>
                  </a:cubicBezTo>
                  <a:cubicBezTo>
                    <a:pt x="185573" y="73148"/>
                    <a:pt x="185573" y="50804"/>
                    <a:pt x="174071" y="32929"/>
                  </a:cubicBezTo>
                  <a:cubicBezTo>
                    <a:pt x="168959" y="25907"/>
                    <a:pt x="160013" y="20800"/>
                    <a:pt x="151067" y="19523"/>
                  </a:cubicBezTo>
                  <a:close/>
                </a:path>
              </a:pathLst>
            </a:custGeom>
            <a:solidFill>
              <a:srgbClr val="012169"/>
            </a:solidFill>
            <a:ln w="6390" cap="flat">
              <a:noFill/>
              <a:prstDash val="solid"/>
              <a:miter/>
            </a:ln>
          </p:spPr>
          <p:txBody>
            <a:bodyPr rtlCol="0" anchor="ctr"/>
            <a:lstStyle/>
            <a:p>
              <a:endParaRPr lang="en-US"/>
            </a:p>
          </p:txBody>
        </p:sp>
        <p:sp>
          <p:nvSpPr>
            <p:cNvPr id="289" name="Graphic 4">
              <a:extLst>
                <a:ext uri="{FF2B5EF4-FFF2-40B4-BE49-F238E27FC236}">
                  <a16:creationId xmlns:a16="http://schemas.microsoft.com/office/drawing/2014/main" id="{FFCC9946-4B85-B743-A6DF-BBE5F211AF8B}"/>
                </a:ext>
              </a:extLst>
            </p:cNvPr>
            <p:cNvSpPr/>
            <p:nvPr/>
          </p:nvSpPr>
          <p:spPr>
            <a:xfrm>
              <a:off x="7368236" y="1495929"/>
              <a:ext cx="73096" cy="24693"/>
            </a:xfrm>
            <a:custGeom>
              <a:avLst/>
              <a:gdLst>
                <a:gd name="connsiteX0" fmla="*/ 18531 w 73096"/>
                <a:gd name="connsiteY0" fmla="*/ 21706 h 24693"/>
                <a:gd name="connsiteX1" fmla="*/ 56232 w 73096"/>
                <a:gd name="connsiteY1" fmla="*/ 20429 h 24693"/>
                <a:gd name="connsiteX2" fmla="*/ 72845 w 73096"/>
                <a:gd name="connsiteY2" fmla="*/ 7022 h 24693"/>
                <a:gd name="connsiteX3" fmla="*/ 71568 w 73096"/>
                <a:gd name="connsiteY3" fmla="*/ 2554 h 24693"/>
                <a:gd name="connsiteX4" fmla="*/ 67733 w 73096"/>
                <a:gd name="connsiteY4" fmla="*/ 0 h 24693"/>
                <a:gd name="connsiteX5" fmla="*/ 63261 w 73096"/>
                <a:gd name="connsiteY5" fmla="*/ 1277 h 24693"/>
                <a:gd name="connsiteX6" fmla="*/ 60066 w 73096"/>
                <a:gd name="connsiteY6" fmla="*/ 4469 h 24693"/>
                <a:gd name="connsiteX7" fmla="*/ 56232 w 73096"/>
                <a:gd name="connsiteY7" fmla="*/ 8299 h 24693"/>
                <a:gd name="connsiteX8" fmla="*/ 44730 w 73096"/>
                <a:gd name="connsiteY8" fmla="*/ 15322 h 24693"/>
                <a:gd name="connsiteX9" fmla="*/ 1917 w 73096"/>
                <a:gd name="connsiteY9" fmla="*/ 8938 h 24693"/>
                <a:gd name="connsiteX10" fmla="*/ 0 w 73096"/>
                <a:gd name="connsiteY10" fmla="*/ 8299 h 24693"/>
                <a:gd name="connsiteX11" fmla="*/ 639 w 73096"/>
                <a:gd name="connsiteY11" fmla="*/ 10853 h 24693"/>
                <a:gd name="connsiteX12" fmla="*/ 18531 w 73096"/>
                <a:gd name="connsiteY12" fmla="*/ 21706 h 24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096" h="24693">
                  <a:moveTo>
                    <a:pt x="18531" y="21706"/>
                  </a:moveTo>
                  <a:cubicBezTo>
                    <a:pt x="30672" y="26174"/>
                    <a:pt x="44091" y="25536"/>
                    <a:pt x="56232" y="20429"/>
                  </a:cubicBezTo>
                  <a:cubicBezTo>
                    <a:pt x="65178" y="16598"/>
                    <a:pt x="71568" y="10853"/>
                    <a:pt x="72845" y="7022"/>
                  </a:cubicBezTo>
                  <a:cubicBezTo>
                    <a:pt x="73484" y="5107"/>
                    <a:pt x="72845" y="3830"/>
                    <a:pt x="71568" y="2554"/>
                  </a:cubicBezTo>
                  <a:cubicBezTo>
                    <a:pt x="70928" y="1277"/>
                    <a:pt x="69012" y="638"/>
                    <a:pt x="67733" y="0"/>
                  </a:cubicBezTo>
                  <a:cubicBezTo>
                    <a:pt x="66456" y="0"/>
                    <a:pt x="64538" y="0"/>
                    <a:pt x="63261" y="1277"/>
                  </a:cubicBezTo>
                  <a:cubicBezTo>
                    <a:pt x="61983" y="1915"/>
                    <a:pt x="61343" y="3192"/>
                    <a:pt x="60066" y="4469"/>
                  </a:cubicBezTo>
                  <a:cubicBezTo>
                    <a:pt x="58788" y="5746"/>
                    <a:pt x="57509" y="7022"/>
                    <a:pt x="56232" y="8299"/>
                  </a:cubicBezTo>
                  <a:cubicBezTo>
                    <a:pt x="53037" y="10853"/>
                    <a:pt x="49203" y="13406"/>
                    <a:pt x="44730" y="15322"/>
                  </a:cubicBezTo>
                  <a:cubicBezTo>
                    <a:pt x="30033" y="20429"/>
                    <a:pt x="14058" y="18514"/>
                    <a:pt x="1917" y="8938"/>
                  </a:cubicBezTo>
                  <a:cubicBezTo>
                    <a:pt x="1278" y="8299"/>
                    <a:pt x="639" y="8299"/>
                    <a:pt x="0" y="8299"/>
                  </a:cubicBezTo>
                  <a:cubicBezTo>
                    <a:pt x="0" y="8299"/>
                    <a:pt x="0" y="9576"/>
                    <a:pt x="639" y="10853"/>
                  </a:cubicBezTo>
                  <a:cubicBezTo>
                    <a:pt x="5751" y="15322"/>
                    <a:pt x="12141" y="19790"/>
                    <a:pt x="18531" y="21706"/>
                  </a:cubicBezTo>
                  <a:close/>
                </a:path>
              </a:pathLst>
            </a:custGeom>
            <a:solidFill>
              <a:srgbClr val="012169"/>
            </a:solidFill>
            <a:ln w="6390" cap="flat">
              <a:noFill/>
              <a:prstDash val="solid"/>
              <a:miter/>
            </a:ln>
          </p:spPr>
          <p:txBody>
            <a:bodyPr rtlCol="0" anchor="ctr"/>
            <a:lstStyle/>
            <a:p>
              <a:endParaRPr lang="en-US"/>
            </a:p>
          </p:txBody>
        </p:sp>
        <p:sp>
          <p:nvSpPr>
            <p:cNvPr id="290" name="Graphic 4">
              <a:extLst>
                <a:ext uri="{FF2B5EF4-FFF2-40B4-BE49-F238E27FC236}">
                  <a16:creationId xmlns:a16="http://schemas.microsoft.com/office/drawing/2014/main" id="{3D1DB39A-0449-EF4D-AEA5-2D0C35BD7A66}"/>
                </a:ext>
              </a:extLst>
            </p:cNvPr>
            <p:cNvSpPr/>
            <p:nvPr/>
          </p:nvSpPr>
          <p:spPr>
            <a:xfrm>
              <a:off x="7395074" y="1573175"/>
              <a:ext cx="46885" cy="47879"/>
            </a:xfrm>
            <a:custGeom>
              <a:avLst/>
              <a:gdLst>
                <a:gd name="connsiteX0" fmla="*/ 24920 w 46885"/>
                <a:gd name="connsiteY0" fmla="*/ 45326 h 47879"/>
                <a:gd name="connsiteX1" fmla="*/ 44730 w 46885"/>
                <a:gd name="connsiteY1" fmla="*/ 25536 h 47879"/>
                <a:gd name="connsiteX2" fmla="*/ 46646 w 46885"/>
                <a:gd name="connsiteY2" fmla="*/ 9576 h 47879"/>
                <a:gd name="connsiteX3" fmla="*/ 38340 w 46885"/>
                <a:gd name="connsiteY3" fmla="*/ 0 h 47879"/>
                <a:gd name="connsiteX4" fmla="*/ 37700 w 46885"/>
                <a:gd name="connsiteY4" fmla="*/ 0 h 47879"/>
                <a:gd name="connsiteX5" fmla="*/ 33866 w 46885"/>
                <a:gd name="connsiteY5" fmla="*/ 0 h 47879"/>
                <a:gd name="connsiteX6" fmla="*/ 24281 w 46885"/>
                <a:gd name="connsiteY6" fmla="*/ 8299 h 47879"/>
                <a:gd name="connsiteX7" fmla="*/ 17891 w 46885"/>
                <a:gd name="connsiteY7" fmla="*/ 16598 h 47879"/>
                <a:gd name="connsiteX8" fmla="*/ 5111 w 46885"/>
                <a:gd name="connsiteY8" fmla="*/ 31281 h 47879"/>
                <a:gd name="connsiteX9" fmla="*/ 0 w 46885"/>
                <a:gd name="connsiteY9" fmla="*/ 35112 h 47879"/>
                <a:gd name="connsiteX10" fmla="*/ 5111 w 46885"/>
                <a:gd name="connsiteY10" fmla="*/ 47880 h 47879"/>
                <a:gd name="connsiteX11" fmla="*/ 14696 w 46885"/>
                <a:gd name="connsiteY11" fmla="*/ 45326 h 47879"/>
                <a:gd name="connsiteX12" fmla="*/ 24920 w 46885"/>
                <a:gd name="connsiteY12" fmla="*/ 45326 h 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885" h="47879">
                  <a:moveTo>
                    <a:pt x="24920" y="45326"/>
                  </a:moveTo>
                  <a:cubicBezTo>
                    <a:pt x="33866" y="42134"/>
                    <a:pt x="41535" y="34473"/>
                    <a:pt x="44730" y="25536"/>
                  </a:cubicBezTo>
                  <a:cubicBezTo>
                    <a:pt x="46646" y="20429"/>
                    <a:pt x="47285" y="14683"/>
                    <a:pt x="46646" y="9576"/>
                  </a:cubicBezTo>
                  <a:cubicBezTo>
                    <a:pt x="46007" y="5107"/>
                    <a:pt x="42812" y="1277"/>
                    <a:pt x="38340" y="0"/>
                  </a:cubicBezTo>
                  <a:lnTo>
                    <a:pt x="37700" y="0"/>
                  </a:lnTo>
                  <a:cubicBezTo>
                    <a:pt x="36422" y="0"/>
                    <a:pt x="35145" y="0"/>
                    <a:pt x="33866" y="0"/>
                  </a:cubicBezTo>
                  <a:cubicBezTo>
                    <a:pt x="30032" y="1915"/>
                    <a:pt x="26837" y="4469"/>
                    <a:pt x="24281" y="8299"/>
                  </a:cubicBezTo>
                  <a:cubicBezTo>
                    <a:pt x="21725" y="10853"/>
                    <a:pt x="19809" y="14045"/>
                    <a:pt x="17891" y="16598"/>
                  </a:cubicBezTo>
                  <a:cubicBezTo>
                    <a:pt x="14058" y="21706"/>
                    <a:pt x="10224" y="26813"/>
                    <a:pt x="5111" y="31281"/>
                  </a:cubicBezTo>
                  <a:cubicBezTo>
                    <a:pt x="3195" y="32558"/>
                    <a:pt x="1917" y="33835"/>
                    <a:pt x="0" y="35112"/>
                  </a:cubicBezTo>
                  <a:cubicBezTo>
                    <a:pt x="2555" y="38942"/>
                    <a:pt x="3834" y="43411"/>
                    <a:pt x="5111" y="47880"/>
                  </a:cubicBezTo>
                  <a:cubicBezTo>
                    <a:pt x="7668" y="45326"/>
                    <a:pt x="11501" y="44049"/>
                    <a:pt x="14696" y="45326"/>
                  </a:cubicBezTo>
                  <a:cubicBezTo>
                    <a:pt x="17253" y="45965"/>
                    <a:pt x="21086" y="45965"/>
                    <a:pt x="24920" y="45326"/>
                  </a:cubicBezTo>
                  <a:close/>
                </a:path>
              </a:pathLst>
            </a:custGeom>
            <a:solidFill>
              <a:srgbClr val="012169"/>
            </a:solidFill>
            <a:ln w="6390" cap="flat">
              <a:noFill/>
              <a:prstDash val="solid"/>
              <a:miter/>
            </a:ln>
          </p:spPr>
          <p:txBody>
            <a:bodyPr rtlCol="0" anchor="ctr"/>
            <a:lstStyle/>
            <a:p>
              <a:endParaRPr lang="en-US"/>
            </a:p>
          </p:txBody>
        </p:sp>
        <p:sp>
          <p:nvSpPr>
            <p:cNvPr id="291" name="Graphic 4">
              <a:extLst>
                <a:ext uri="{FF2B5EF4-FFF2-40B4-BE49-F238E27FC236}">
                  <a16:creationId xmlns:a16="http://schemas.microsoft.com/office/drawing/2014/main" id="{91F41072-BA5B-654D-8D31-02F5C6C02FCE}"/>
                </a:ext>
              </a:extLst>
            </p:cNvPr>
            <p:cNvSpPr/>
            <p:nvPr/>
          </p:nvSpPr>
          <p:spPr>
            <a:xfrm>
              <a:off x="7393316" y="1478054"/>
              <a:ext cx="8310" cy="7252"/>
            </a:xfrm>
            <a:custGeom>
              <a:avLst/>
              <a:gdLst>
                <a:gd name="connsiteX0" fmla="*/ 6230 w 8310"/>
                <a:gd name="connsiteY0" fmla="*/ 7022 h 7252"/>
                <a:gd name="connsiteX1" fmla="*/ 8148 w 8310"/>
                <a:gd name="connsiteY1" fmla="*/ 5107 h 7252"/>
                <a:gd name="connsiteX2" fmla="*/ 4953 w 8310"/>
                <a:gd name="connsiteY2" fmla="*/ 0 h 7252"/>
                <a:gd name="connsiteX3" fmla="*/ 4313 w 8310"/>
                <a:gd name="connsiteY3" fmla="*/ 0 h 7252"/>
                <a:gd name="connsiteX4" fmla="*/ 3035 w 8310"/>
                <a:gd name="connsiteY4" fmla="*/ 0 h 7252"/>
                <a:gd name="connsiteX5" fmla="*/ 479 w 8310"/>
                <a:gd name="connsiteY5" fmla="*/ 1915 h 7252"/>
                <a:gd name="connsiteX6" fmla="*/ 479 w 8310"/>
                <a:gd name="connsiteY6" fmla="*/ 4469 h 7252"/>
                <a:gd name="connsiteX7" fmla="*/ 6230 w 8310"/>
                <a:gd name="connsiteY7" fmla="*/ 7022 h 7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0" h="7252">
                  <a:moveTo>
                    <a:pt x="6230" y="7022"/>
                  </a:moveTo>
                  <a:cubicBezTo>
                    <a:pt x="6869" y="6384"/>
                    <a:pt x="8148" y="5746"/>
                    <a:pt x="8148" y="5107"/>
                  </a:cubicBezTo>
                  <a:cubicBezTo>
                    <a:pt x="8786" y="3192"/>
                    <a:pt x="7508" y="638"/>
                    <a:pt x="4953" y="0"/>
                  </a:cubicBezTo>
                  <a:cubicBezTo>
                    <a:pt x="4953" y="0"/>
                    <a:pt x="4953" y="0"/>
                    <a:pt x="4313" y="0"/>
                  </a:cubicBezTo>
                  <a:lnTo>
                    <a:pt x="3035" y="0"/>
                  </a:lnTo>
                  <a:cubicBezTo>
                    <a:pt x="1758" y="0"/>
                    <a:pt x="479" y="1277"/>
                    <a:pt x="479" y="1915"/>
                  </a:cubicBezTo>
                  <a:cubicBezTo>
                    <a:pt x="-160" y="2554"/>
                    <a:pt x="-160" y="3830"/>
                    <a:pt x="479" y="4469"/>
                  </a:cubicBezTo>
                  <a:cubicBezTo>
                    <a:pt x="1758" y="7022"/>
                    <a:pt x="4313" y="7661"/>
                    <a:pt x="6230" y="7022"/>
                  </a:cubicBezTo>
                  <a:close/>
                </a:path>
              </a:pathLst>
            </a:custGeom>
            <a:solidFill>
              <a:srgbClr val="012169"/>
            </a:solidFill>
            <a:ln w="6390" cap="flat">
              <a:noFill/>
              <a:prstDash val="solid"/>
              <a:miter/>
            </a:ln>
          </p:spPr>
          <p:txBody>
            <a:bodyPr rtlCol="0" anchor="ctr"/>
            <a:lstStyle/>
            <a:p>
              <a:endParaRPr lang="en-US"/>
            </a:p>
          </p:txBody>
        </p:sp>
        <p:sp>
          <p:nvSpPr>
            <p:cNvPr id="292" name="Graphic 4">
              <a:extLst>
                <a:ext uri="{FF2B5EF4-FFF2-40B4-BE49-F238E27FC236}">
                  <a16:creationId xmlns:a16="http://schemas.microsoft.com/office/drawing/2014/main" id="{02D330E5-9D1D-4141-A963-8171BBDCA543}"/>
                </a:ext>
              </a:extLst>
            </p:cNvPr>
            <p:cNvSpPr/>
            <p:nvPr/>
          </p:nvSpPr>
          <p:spPr>
            <a:xfrm>
              <a:off x="7191874" y="140272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91059 w 362312"/>
                <a:gd name="connsiteY6" fmla="*/ 72139 h 361971"/>
                <a:gd name="connsiteX7" fmla="*/ 201922 w 362312"/>
                <a:gd name="connsiteY7" fmla="*/ 63840 h 361971"/>
                <a:gd name="connsiteX8" fmla="*/ 222370 w 362312"/>
                <a:gd name="connsiteY8" fmla="*/ 75331 h 361971"/>
                <a:gd name="connsiteX9" fmla="*/ 221731 w 362312"/>
                <a:gd name="connsiteY9" fmla="*/ 85545 h 361971"/>
                <a:gd name="connsiteX10" fmla="*/ 212146 w 362312"/>
                <a:gd name="connsiteY10" fmla="*/ 94483 h 361971"/>
                <a:gd name="connsiteX11" fmla="*/ 211507 w 362312"/>
                <a:gd name="connsiteY11" fmla="*/ 94483 h 361971"/>
                <a:gd name="connsiteX12" fmla="*/ 205756 w 362312"/>
                <a:gd name="connsiteY12" fmla="*/ 95121 h 361971"/>
                <a:gd name="connsiteX13" fmla="*/ 189781 w 362312"/>
                <a:gd name="connsiteY13" fmla="*/ 84269 h 361971"/>
                <a:gd name="connsiteX14" fmla="*/ 191059 w 362312"/>
                <a:gd name="connsiteY14" fmla="*/ 72139 h 361971"/>
                <a:gd name="connsiteX15" fmla="*/ 191059 w 362312"/>
                <a:gd name="connsiteY15" fmla="*/ 72139 h 361971"/>
                <a:gd name="connsiteX16" fmla="*/ 168695 w 362312"/>
                <a:gd name="connsiteY16" fmla="*/ 91291 h 361971"/>
                <a:gd name="connsiteX17" fmla="*/ 186586 w 362312"/>
                <a:gd name="connsiteY17" fmla="*/ 91929 h 361971"/>
                <a:gd name="connsiteX18" fmla="*/ 216619 w 362312"/>
                <a:gd name="connsiteY18" fmla="*/ 96398 h 361971"/>
                <a:gd name="connsiteX19" fmla="*/ 224287 w 362312"/>
                <a:gd name="connsiteY19" fmla="*/ 91929 h 361971"/>
                <a:gd name="connsiteX20" fmla="*/ 226843 w 362312"/>
                <a:gd name="connsiteY20" fmla="*/ 89376 h 361971"/>
                <a:gd name="connsiteX21" fmla="*/ 231315 w 362312"/>
                <a:gd name="connsiteY21" fmla="*/ 84907 h 361971"/>
                <a:gd name="connsiteX22" fmla="*/ 244735 w 362312"/>
                <a:gd name="connsiteY22" fmla="*/ 81077 h 361971"/>
                <a:gd name="connsiteX23" fmla="*/ 256875 w 362312"/>
                <a:gd name="connsiteY23" fmla="*/ 88099 h 361971"/>
                <a:gd name="connsiteX24" fmla="*/ 260710 w 362312"/>
                <a:gd name="connsiteY24" fmla="*/ 104059 h 361971"/>
                <a:gd name="connsiteX25" fmla="*/ 236428 w 362312"/>
                <a:gd name="connsiteY25" fmla="*/ 125764 h 361971"/>
                <a:gd name="connsiteX26" fmla="*/ 210868 w 362312"/>
                <a:gd name="connsiteY26" fmla="*/ 130872 h 361971"/>
                <a:gd name="connsiteX27" fmla="*/ 189142 w 362312"/>
                <a:gd name="connsiteY27" fmla="*/ 127041 h 361971"/>
                <a:gd name="connsiteX28" fmla="*/ 166138 w 362312"/>
                <a:gd name="connsiteY28" fmla="*/ 111081 h 361971"/>
                <a:gd name="connsiteX29" fmla="*/ 168695 w 362312"/>
                <a:gd name="connsiteY29" fmla="*/ 91291 h 361971"/>
                <a:gd name="connsiteX30" fmla="*/ 168695 w 362312"/>
                <a:gd name="connsiteY30" fmla="*/ 91291 h 361971"/>
                <a:gd name="connsiteX31" fmla="*/ 276045 w 362312"/>
                <a:gd name="connsiteY31" fmla="*/ 225355 h 361971"/>
                <a:gd name="connsiteX32" fmla="*/ 244095 w 362312"/>
                <a:gd name="connsiteY32" fmla="*/ 250252 h 361971"/>
                <a:gd name="connsiteX33" fmla="*/ 208951 w 362312"/>
                <a:gd name="connsiteY33" fmla="*/ 240038 h 361971"/>
                <a:gd name="connsiteX34" fmla="*/ 171251 w 362312"/>
                <a:gd name="connsiteY34" fmla="*/ 291110 h 361971"/>
                <a:gd name="connsiteX35" fmla="*/ 146330 w 362312"/>
                <a:gd name="connsiteY35" fmla="*/ 295578 h 361971"/>
                <a:gd name="connsiteX36" fmla="*/ 98405 w 362312"/>
                <a:gd name="connsiteY36" fmla="*/ 277703 h 361971"/>
                <a:gd name="connsiteX37" fmla="*/ 77957 w 362312"/>
                <a:gd name="connsiteY37" fmla="*/ 243230 h 361971"/>
                <a:gd name="connsiteX38" fmla="*/ 79874 w 362312"/>
                <a:gd name="connsiteY38" fmla="*/ 224078 h 361971"/>
                <a:gd name="connsiteX39" fmla="*/ 90098 w 362312"/>
                <a:gd name="connsiteY39" fmla="*/ 218332 h 361971"/>
                <a:gd name="connsiteX40" fmla="*/ 102878 w 362312"/>
                <a:gd name="connsiteY40" fmla="*/ 229185 h 361971"/>
                <a:gd name="connsiteX41" fmla="*/ 137384 w 362312"/>
                <a:gd name="connsiteY41" fmla="*/ 255359 h 361971"/>
                <a:gd name="connsiteX42" fmla="*/ 157831 w 362312"/>
                <a:gd name="connsiteY42" fmla="*/ 247698 h 361971"/>
                <a:gd name="connsiteX43" fmla="*/ 162943 w 362312"/>
                <a:gd name="connsiteY43" fmla="*/ 229823 h 361971"/>
                <a:gd name="connsiteX44" fmla="*/ 139940 w 362312"/>
                <a:gd name="connsiteY44" fmla="*/ 211310 h 361971"/>
                <a:gd name="connsiteX45" fmla="*/ 127799 w 362312"/>
                <a:gd name="connsiteY45" fmla="*/ 204287 h 361971"/>
                <a:gd name="connsiteX46" fmla="*/ 124604 w 362312"/>
                <a:gd name="connsiteY46" fmla="*/ 190243 h 361971"/>
                <a:gd name="connsiteX47" fmla="*/ 137384 w 362312"/>
                <a:gd name="connsiteY47" fmla="*/ 177475 h 361971"/>
                <a:gd name="connsiteX48" fmla="*/ 155276 w 362312"/>
                <a:gd name="connsiteY48" fmla="*/ 165345 h 361971"/>
                <a:gd name="connsiteX49" fmla="*/ 151441 w 362312"/>
                <a:gd name="connsiteY49" fmla="*/ 151939 h 361971"/>
                <a:gd name="connsiteX50" fmla="*/ 143135 w 362312"/>
                <a:gd name="connsiteY50" fmla="*/ 151300 h 361971"/>
                <a:gd name="connsiteX51" fmla="*/ 133550 w 362312"/>
                <a:gd name="connsiteY51" fmla="*/ 158961 h 361971"/>
                <a:gd name="connsiteX52" fmla="*/ 113741 w 362312"/>
                <a:gd name="connsiteY52" fmla="*/ 165345 h 361971"/>
                <a:gd name="connsiteX53" fmla="*/ 99044 w 362312"/>
                <a:gd name="connsiteY53" fmla="*/ 149385 h 361971"/>
                <a:gd name="connsiteX54" fmla="*/ 109907 w 362312"/>
                <a:gd name="connsiteY54" fmla="*/ 127680 h 361971"/>
                <a:gd name="connsiteX55" fmla="*/ 132911 w 362312"/>
                <a:gd name="connsiteY55" fmla="*/ 116827 h 361971"/>
                <a:gd name="connsiteX56" fmla="*/ 182113 w 362312"/>
                <a:gd name="connsiteY56" fmla="*/ 133425 h 361971"/>
                <a:gd name="connsiteX57" fmla="*/ 191059 w 362312"/>
                <a:gd name="connsiteY57" fmla="*/ 160876 h 361971"/>
                <a:gd name="connsiteX58" fmla="*/ 208951 w 362312"/>
                <a:gd name="connsiteY58" fmla="*/ 141724 h 361971"/>
                <a:gd name="connsiteX59" fmla="*/ 243456 w 362312"/>
                <a:gd name="connsiteY59" fmla="*/ 134064 h 361971"/>
                <a:gd name="connsiteX60" fmla="*/ 274767 w 362312"/>
                <a:gd name="connsiteY60" fmla="*/ 153854 h 361971"/>
                <a:gd name="connsiteX61" fmla="*/ 276045 w 362312"/>
                <a:gd name="connsiteY61" fmla="*/ 225355 h 361971"/>
                <a:gd name="connsiteX62" fmla="*/ 276045 w 362312"/>
                <a:gd name="connsiteY62" fmla="*/ 22535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0438"/>
                    <a:pt x="281796" y="0"/>
                    <a:pt x="181474" y="0"/>
                  </a:cubicBezTo>
                  <a:close/>
                  <a:moveTo>
                    <a:pt x="191059" y="72139"/>
                  </a:moveTo>
                  <a:cubicBezTo>
                    <a:pt x="193615" y="67670"/>
                    <a:pt x="197449" y="65117"/>
                    <a:pt x="201922" y="63840"/>
                  </a:cubicBezTo>
                  <a:cubicBezTo>
                    <a:pt x="210868" y="61286"/>
                    <a:pt x="219814" y="66393"/>
                    <a:pt x="222370" y="75331"/>
                  </a:cubicBezTo>
                  <a:cubicBezTo>
                    <a:pt x="223009" y="78523"/>
                    <a:pt x="223009" y="82353"/>
                    <a:pt x="221731" y="85545"/>
                  </a:cubicBezTo>
                  <a:cubicBezTo>
                    <a:pt x="219814" y="89376"/>
                    <a:pt x="216619" y="92568"/>
                    <a:pt x="212146" y="94483"/>
                  </a:cubicBezTo>
                  <a:lnTo>
                    <a:pt x="211507" y="94483"/>
                  </a:lnTo>
                  <a:cubicBezTo>
                    <a:pt x="209590" y="95121"/>
                    <a:pt x="207673" y="95121"/>
                    <a:pt x="205756" y="95121"/>
                  </a:cubicBezTo>
                  <a:cubicBezTo>
                    <a:pt x="198727" y="95121"/>
                    <a:pt x="192337" y="90653"/>
                    <a:pt x="189781" y="84269"/>
                  </a:cubicBezTo>
                  <a:cubicBezTo>
                    <a:pt x="188503" y="80438"/>
                    <a:pt x="188503" y="75969"/>
                    <a:pt x="191059" y="72139"/>
                  </a:cubicBezTo>
                  <a:lnTo>
                    <a:pt x="191059" y="72139"/>
                  </a:lnTo>
                  <a:close/>
                  <a:moveTo>
                    <a:pt x="168695" y="91291"/>
                  </a:moveTo>
                  <a:cubicBezTo>
                    <a:pt x="173806" y="86822"/>
                    <a:pt x="181474" y="86822"/>
                    <a:pt x="186586" y="91929"/>
                  </a:cubicBezTo>
                  <a:cubicBezTo>
                    <a:pt x="194893" y="98313"/>
                    <a:pt x="206395" y="100229"/>
                    <a:pt x="216619" y="96398"/>
                  </a:cubicBezTo>
                  <a:cubicBezTo>
                    <a:pt x="219175" y="95121"/>
                    <a:pt x="222370" y="93845"/>
                    <a:pt x="224287" y="91929"/>
                  </a:cubicBezTo>
                  <a:cubicBezTo>
                    <a:pt x="225565" y="91291"/>
                    <a:pt x="226204" y="90014"/>
                    <a:pt x="226843" y="89376"/>
                  </a:cubicBezTo>
                  <a:cubicBezTo>
                    <a:pt x="228120" y="87461"/>
                    <a:pt x="230038" y="86184"/>
                    <a:pt x="231315" y="84907"/>
                  </a:cubicBezTo>
                  <a:cubicBezTo>
                    <a:pt x="235150" y="81715"/>
                    <a:pt x="240261" y="80438"/>
                    <a:pt x="244735" y="81077"/>
                  </a:cubicBezTo>
                  <a:cubicBezTo>
                    <a:pt x="249846" y="81715"/>
                    <a:pt x="254320" y="84269"/>
                    <a:pt x="256875" y="88099"/>
                  </a:cubicBezTo>
                  <a:cubicBezTo>
                    <a:pt x="260710" y="92568"/>
                    <a:pt x="261987" y="98313"/>
                    <a:pt x="260710" y="104059"/>
                  </a:cubicBezTo>
                  <a:cubicBezTo>
                    <a:pt x="257515" y="115550"/>
                    <a:pt x="242818" y="123211"/>
                    <a:pt x="236428" y="125764"/>
                  </a:cubicBezTo>
                  <a:cubicBezTo>
                    <a:pt x="228120" y="129595"/>
                    <a:pt x="219814" y="130872"/>
                    <a:pt x="210868" y="130872"/>
                  </a:cubicBezTo>
                  <a:cubicBezTo>
                    <a:pt x="203200" y="130872"/>
                    <a:pt x="196171" y="129595"/>
                    <a:pt x="189142" y="127041"/>
                  </a:cubicBezTo>
                  <a:cubicBezTo>
                    <a:pt x="180196" y="123849"/>
                    <a:pt x="171889" y="118742"/>
                    <a:pt x="166138" y="111081"/>
                  </a:cubicBezTo>
                  <a:cubicBezTo>
                    <a:pt x="162943" y="104697"/>
                    <a:pt x="163582" y="96398"/>
                    <a:pt x="168695" y="91291"/>
                  </a:cubicBezTo>
                  <a:lnTo>
                    <a:pt x="168695" y="91291"/>
                  </a:lnTo>
                  <a:close/>
                  <a:moveTo>
                    <a:pt x="276045" y="225355"/>
                  </a:moveTo>
                  <a:cubicBezTo>
                    <a:pt x="269016" y="237484"/>
                    <a:pt x="257515" y="246422"/>
                    <a:pt x="244095" y="250252"/>
                  </a:cubicBezTo>
                  <a:cubicBezTo>
                    <a:pt x="231315" y="253444"/>
                    <a:pt x="217897" y="249614"/>
                    <a:pt x="208951" y="240038"/>
                  </a:cubicBezTo>
                  <a:cubicBezTo>
                    <a:pt x="207673" y="263020"/>
                    <a:pt x="192976" y="283449"/>
                    <a:pt x="171251" y="291110"/>
                  </a:cubicBezTo>
                  <a:cubicBezTo>
                    <a:pt x="163582" y="294302"/>
                    <a:pt x="154636" y="295578"/>
                    <a:pt x="146330" y="295578"/>
                  </a:cubicBezTo>
                  <a:cubicBezTo>
                    <a:pt x="128438" y="295578"/>
                    <a:pt x="111824" y="289194"/>
                    <a:pt x="98405" y="277703"/>
                  </a:cubicBezTo>
                  <a:cubicBezTo>
                    <a:pt x="88181" y="268766"/>
                    <a:pt x="81152" y="256636"/>
                    <a:pt x="77957" y="243230"/>
                  </a:cubicBezTo>
                  <a:cubicBezTo>
                    <a:pt x="76040" y="236846"/>
                    <a:pt x="76679" y="229823"/>
                    <a:pt x="79874" y="224078"/>
                  </a:cubicBezTo>
                  <a:cubicBezTo>
                    <a:pt x="81792" y="220247"/>
                    <a:pt x="85625" y="218332"/>
                    <a:pt x="90098" y="218332"/>
                  </a:cubicBezTo>
                  <a:cubicBezTo>
                    <a:pt x="95849" y="219609"/>
                    <a:pt x="100961" y="223439"/>
                    <a:pt x="102878" y="229185"/>
                  </a:cubicBezTo>
                  <a:cubicBezTo>
                    <a:pt x="111185" y="245783"/>
                    <a:pt x="122686" y="254082"/>
                    <a:pt x="137384" y="255359"/>
                  </a:cubicBezTo>
                  <a:cubicBezTo>
                    <a:pt x="145051" y="255998"/>
                    <a:pt x="152720" y="253444"/>
                    <a:pt x="157831" y="247698"/>
                  </a:cubicBezTo>
                  <a:cubicBezTo>
                    <a:pt x="162305" y="242591"/>
                    <a:pt x="164221" y="236207"/>
                    <a:pt x="162943" y="229823"/>
                  </a:cubicBezTo>
                  <a:cubicBezTo>
                    <a:pt x="161026" y="218971"/>
                    <a:pt x="150802" y="211310"/>
                    <a:pt x="139940" y="211310"/>
                  </a:cubicBezTo>
                  <a:cubicBezTo>
                    <a:pt x="134828" y="210671"/>
                    <a:pt x="130355" y="208118"/>
                    <a:pt x="127799" y="204287"/>
                  </a:cubicBezTo>
                  <a:cubicBezTo>
                    <a:pt x="124604" y="200457"/>
                    <a:pt x="123326" y="195350"/>
                    <a:pt x="124604" y="190243"/>
                  </a:cubicBezTo>
                  <a:cubicBezTo>
                    <a:pt x="125243" y="185774"/>
                    <a:pt x="127799" y="180667"/>
                    <a:pt x="137384" y="177475"/>
                  </a:cubicBezTo>
                  <a:cubicBezTo>
                    <a:pt x="145051" y="176198"/>
                    <a:pt x="151441" y="171729"/>
                    <a:pt x="155276" y="165345"/>
                  </a:cubicBezTo>
                  <a:cubicBezTo>
                    <a:pt x="157192" y="160876"/>
                    <a:pt x="155915" y="155131"/>
                    <a:pt x="151441" y="151939"/>
                  </a:cubicBezTo>
                  <a:cubicBezTo>
                    <a:pt x="148886" y="150662"/>
                    <a:pt x="145691" y="150024"/>
                    <a:pt x="143135" y="151300"/>
                  </a:cubicBezTo>
                  <a:cubicBezTo>
                    <a:pt x="139301" y="152577"/>
                    <a:pt x="136106" y="155131"/>
                    <a:pt x="133550" y="158961"/>
                  </a:cubicBezTo>
                  <a:cubicBezTo>
                    <a:pt x="129076" y="165345"/>
                    <a:pt x="121409" y="167899"/>
                    <a:pt x="113741" y="165345"/>
                  </a:cubicBezTo>
                  <a:cubicBezTo>
                    <a:pt x="106073" y="163430"/>
                    <a:pt x="100322" y="157046"/>
                    <a:pt x="99044" y="149385"/>
                  </a:cubicBezTo>
                  <a:cubicBezTo>
                    <a:pt x="99044" y="141086"/>
                    <a:pt x="102878" y="132787"/>
                    <a:pt x="109907" y="127680"/>
                  </a:cubicBezTo>
                  <a:cubicBezTo>
                    <a:pt x="116297" y="122572"/>
                    <a:pt x="123965" y="118742"/>
                    <a:pt x="132911" y="116827"/>
                  </a:cubicBezTo>
                  <a:cubicBezTo>
                    <a:pt x="151441" y="112358"/>
                    <a:pt x="170611" y="118742"/>
                    <a:pt x="182113" y="133425"/>
                  </a:cubicBezTo>
                  <a:cubicBezTo>
                    <a:pt x="187864" y="141086"/>
                    <a:pt x="191059" y="150662"/>
                    <a:pt x="191059" y="160876"/>
                  </a:cubicBezTo>
                  <a:cubicBezTo>
                    <a:pt x="195532" y="153216"/>
                    <a:pt x="201922" y="146832"/>
                    <a:pt x="208951" y="141724"/>
                  </a:cubicBezTo>
                  <a:cubicBezTo>
                    <a:pt x="219175" y="134702"/>
                    <a:pt x="231315" y="131510"/>
                    <a:pt x="243456" y="134064"/>
                  </a:cubicBezTo>
                  <a:cubicBezTo>
                    <a:pt x="256236" y="135979"/>
                    <a:pt x="267100" y="143640"/>
                    <a:pt x="274767" y="153854"/>
                  </a:cubicBezTo>
                  <a:cubicBezTo>
                    <a:pt x="289464" y="174921"/>
                    <a:pt x="290103" y="203011"/>
                    <a:pt x="276045" y="225355"/>
                  </a:cubicBezTo>
                  <a:lnTo>
                    <a:pt x="276045" y="225355"/>
                  </a:lnTo>
                  <a:close/>
                </a:path>
              </a:pathLst>
            </a:custGeom>
            <a:solidFill>
              <a:srgbClr val="012169"/>
            </a:solidFill>
            <a:ln w="6390" cap="flat">
              <a:noFill/>
              <a:prstDash val="solid"/>
              <a:miter/>
            </a:ln>
          </p:spPr>
          <p:txBody>
            <a:bodyPr rtlCol="0" anchor="ctr"/>
            <a:lstStyle/>
            <a:p>
              <a:endParaRPr lang="en-US"/>
            </a:p>
          </p:txBody>
        </p:sp>
      </p:grpSp>
      <p:grpSp>
        <p:nvGrpSpPr>
          <p:cNvPr id="293" name="Graphic 4">
            <a:extLst>
              <a:ext uri="{FF2B5EF4-FFF2-40B4-BE49-F238E27FC236}">
                <a16:creationId xmlns:a16="http://schemas.microsoft.com/office/drawing/2014/main" id="{E5175119-4708-A444-A566-D5B51F347F65}"/>
              </a:ext>
            </a:extLst>
          </p:cNvPr>
          <p:cNvGrpSpPr/>
          <p:nvPr/>
        </p:nvGrpSpPr>
        <p:grpSpPr>
          <a:xfrm>
            <a:off x="6146480" y="1893013"/>
            <a:ext cx="362309" cy="361971"/>
            <a:chOff x="6146480" y="1893013"/>
            <a:chExt cx="362309" cy="361971"/>
          </a:xfrm>
          <a:solidFill>
            <a:srgbClr val="012169"/>
          </a:solidFill>
        </p:grpSpPr>
        <p:sp>
          <p:nvSpPr>
            <p:cNvPr id="294" name="Graphic 4">
              <a:extLst>
                <a:ext uri="{FF2B5EF4-FFF2-40B4-BE49-F238E27FC236}">
                  <a16:creationId xmlns:a16="http://schemas.microsoft.com/office/drawing/2014/main" id="{01414D81-0A96-FB46-8001-D71038AF5228}"/>
                </a:ext>
              </a:extLst>
            </p:cNvPr>
            <p:cNvSpPr/>
            <p:nvPr/>
          </p:nvSpPr>
          <p:spPr>
            <a:xfrm>
              <a:off x="6265972" y="1994518"/>
              <a:ext cx="37061" cy="111081"/>
            </a:xfrm>
            <a:custGeom>
              <a:avLst/>
              <a:gdLst>
                <a:gd name="connsiteX0" fmla="*/ 37062 w 37061"/>
                <a:gd name="connsiteY0" fmla="*/ 103421 h 111081"/>
                <a:gd name="connsiteX1" fmla="*/ 14058 w 37061"/>
                <a:gd name="connsiteY1" fmla="*/ 31282 h 111081"/>
                <a:gd name="connsiteX2" fmla="*/ 37062 w 37061"/>
                <a:gd name="connsiteY2" fmla="*/ 8299 h 111081"/>
                <a:gd name="connsiteX3" fmla="*/ 35784 w 37061"/>
                <a:gd name="connsiteY3" fmla="*/ 0 h 111081"/>
                <a:gd name="connsiteX4" fmla="*/ 0 w 37061"/>
                <a:gd name="connsiteY4" fmla="*/ 55541 h 111081"/>
                <a:gd name="connsiteX5" fmla="*/ 35784 w 37061"/>
                <a:gd name="connsiteY5" fmla="*/ 111081 h 111081"/>
                <a:gd name="connsiteX6" fmla="*/ 37062 w 37061"/>
                <a:gd name="connsiteY6" fmla="*/ 103421 h 111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61" h="111081">
                  <a:moveTo>
                    <a:pt x="37062" y="103421"/>
                  </a:moveTo>
                  <a:cubicBezTo>
                    <a:pt x="10863" y="90014"/>
                    <a:pt x="639" y="57456"/>
                    <a:pt x="14058" y="31282"/>
                  </a:cubicBezTo>
                  <a:cubicBezTo>
                    <a:pt x="19170" y="21067"/>
                    <a:pt x="27477" y="13406"/>
                    <a:pt x="37062" y="8299"/>
                  </a:cubicBezTo>
                  <a:cubicBezTo>
                    <a:pt x="36423" y="5746"/>
                    <a:pt x="36423" y="2554"/>
                    <a:pt x="35784" y="0"/>
                  </a:cubicBezTo>
                  <a:cubicBezTo>
                    <a:pt x="14058" y="10214"/>
                    <a:pt x="0" y="31920"/>
                    <a:pt x="0" y="55541"/>
                  </a:cubicBezTo>
                  <a:cubicBezTo>
                    <a:pt x="0" y="79162"/>
                    <a:pt x="14058" y="100867"/>
                    <a:pt x="35784" y="111081"/>
                  </a:cubicBezTo>
                  <a:cubicBezTo>
                    <a:pt x="36423" y="109166"/>
                    <a:pt x="37062" y="106613"/>
                    <a:pt x="37062" y="103421"/>
                  </a:cubicBezTo>
                  <a:close/>
                </a:path>
              </a:pathLst>
            </a:custGeom>
            <a:solidFill>
              <a:srgbClr val="012169"/>
            </a:solidFill>
            <a:ln w="6390" cap="flat">
              <a:noFill/>
              <a:prstDash val="solid"/>
              <a:miter/>
            </a:ln>
          </p:spPr>
          <p:txBody>
            <a:bodyPr rtlCol="0" anchor="ctr"/>
            <a:lstStyle/>
            <a:p>
              <a:endParaRPr lang="en-US"/>
            </a:p>
          </p:txBody>
        </p:sp>
        <p:sp>
          <p:nvSpPr>
            <p:cNvPr id="295" name="Graphic 4">
              <a:extLst>
                <a:ext uri="{FF2B5EF4-FFF2-40B4-BE49-F238E27FC236}">
                  <a16:creationId xmlns:a16="http://schemas.microsoft.com/office/drawing/2014/main" id="{5788A97B-DD1A-5142-AA88-346B2C121BFB}"/>
                </a:ext>
              </a:extLst>
            </p:cNvPr>
            <p:cNvSpPr/>
            <p:nvPr/>
          </p:nvSpPr>
          <p:spPr>
            <a:xfrm>
              <a:off x="6309424" y="1958768"/>
              <a:ext cx="36422" cy="167543"/>
            </a:xfrm>
            <a:custGeom>
              <a:avLst/>
              <a:gdLst>
                <a:gd name="connsiteX0" fmla="*/ 19170 w 36422"/>
                <a:gd name="connsiteY0" fmla="*/ 167260 h 167543"/>
                <a:gd name="connsiteX1" fmla="*/ 36422 w 36422"/>
                <a:gd name="connsiteY1" fmla="*/ 157046 h 167543"/>
                <a:gd name="connsiteX2" fmla="*/ 36422 w 36422"/>
                <a:gd name="connsiteY2" fmla="*/ 21706 h 167543"/>
                <a:gd name="connsiteX3" fmla="*/ 36422 w 36422"/>
                <a:gd name="connsiteY3" fmla="*/ 20429 h 167543"/>
                <a:gd name="connsiteX4" fmla="*/ 19170 w 36422"/>
                <a:gd name="connsiteY4" fmla="*/ 1277 h 167543"/>
                <a:gd name="connsiteX5" fmla="*/ 18531 w 36422"/>
                <a:gd name="connsiteY5" fmla="*/ 0 h 167543"/>
                <a:gd name="connsiteX6" fmla="*/ 17892 w 36422"/>
                <a:gd name="connsiteY6" fmla="*/ 638 h 167543"/>
                <a:gd name="connsiteX7" fmla="*/ 0 w 36422"/>
                <a:gd name="connsiteY7" fmla="*/ 20429 h 167543"/>
                <a:gd name="connsiteX8" fmla="*/ 0 w 36422"/>
                <a:gd name="connsiteY8" fmla="*/ 21706 h 167543"/>
                <a:gd name="connsiteX9" fmla="*/ 0 w 36422"/>
                <a:gd name="connsiteY9" fmla="*/ 157046 h 167543"/>
                <a:gd name="connsiteX10" fmla="*/ 17253 w 36422"/>
                <a:gd name="connsiteY10" fmla="*/ 167260 h 167543"/>
                <a:gd name="connsiteX11" fmla="*/ 19170 w 36422"/>
                <a:gd name="connsiteY11" fmla="*/ 167260 h 167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422" h="167543">
                  <a:moveTo>
                    <a:pt x="19170" y="167260"/>
                  </a:moveTo>
                  <a:lnTo>
                    <a:pt x="36422" y="157046"/>
                  </a:lnTo>
                  <a:cubicBezTo>
                    <a:pt x="28115" y="112358"/>
                    <a:pt x="28115" y="66393"/>
                    <a:pt x="36422" y="21706"/>
                  </a:cubicBezTo>
                  <a:cubicBezTo>
                    <a:pt x="36422" y="21067"/>
                    <a:pt x="36422" y="21067"/>
                    <a:pt x="36422" y="20429"/>
                  </a:cubicBezTo>
                  <a:cubicBezTo>
                    <a:pt x="35145" y="19152"/>
                    <a:pt x="23004" y="6384"/>
                    <a:pt x="19170" y="1277"/>
                  </a:cubicBezTo>
                  <a:lnTo>
                    <a:pt x="18531" y="0"/>
                  </a:lnTo>
                  <a:lnTo>
                    <a:pt x="17892" y="638"/>
                  </a:lnTo>
                  <a:cubicBezTo>
                    <a:pt x="13419" y="7022"/>
                    <a:pt x="639" y="19790"/>
                    <a:pt x="0" y="20429"/>
                  </a:cubicBezTo>
                  <a:cubicBezTo>
                    <a:pt x="0" y="21067"/>
                    <a:pt x="0" y="21067"/>
                    <a:pt x="0" y="21706"/>
                  </a:cubicBezTo>
                  <a:cubicBezTo>
                    <a:pt x="9585" y="75331"/>
                    <a:pt x="9585" y="117465"/>
                    <a:pt x="0" y="157046"/>
                  </a:cubicBezTo>
                  <a:lnTo>
                    <a:pt x="17253" y="167260"/>
                  </a:lnTo>
                  <a:cubicBezTo>
                    <a:pt x="17892" y="167899"/>
                    <a:pt x="18531" y="167260"/>
                    <a:pt x="19170" y="167260"/>
                  </a:cubicBezTo>
                  <a:close/>
                </a:path>
              </a:pathLst>
            </a:custGeom>
            <a:solidFill>
              <a:srgbClr val="012169"/>
            </a:solidFill>
            <a:ln w="6390" cap="flat">
              <a:noFill/>
              <a:prstDash val="solid"/>
              <a:miter/>
            </a:ln>
          </p:spPr>
          <p:txBody>
            <a:bodyPr rtlCol="0" anchor="ctr"/>
            <a:lstStyle/>
            <a:p>
              <a:endParaRPr lang="en-US"/>
            </a:p>
          </p:txBody>
        </p:sp>
        <p:sp>
          <p:nvSpPr>
            <p:cNvPr id="296" name="Graphic 4">
              <a:extLst>
                <a:ext uri="{FF2B5EF4-FFF2-40B4-BE49-F238E27FC236}">
                  <a16:creationId xmlns:a16="http://schemas.microsoft.com/office/drawing/2014/main" id="{A2EFE9B1-0E00-324B-A0B4-5C86F33B415B}"/>
                </a:ext>
              </a:extLst>
            </p:cNvPr>
            <p:cNvSpPr/>
            <p:nvPr/>
          </p:nvSpPr>
          <p:spPr>
            <a:xfrm>
              <a:off x="6219758" y="2000902"/>
              <a:ext cx="94777" cy="153215"/>
            </a:xfrm>
            <a:custGeom>
              <a:avLst/>
              <a:gdLst>
                <a:gd name="connsiteX0" fmla="*/ 94778 w 94777"/>
                <a:gd name="connsiteY0" fmla="*/ 147470 h 153215"/>
                <a:gd name="connsiteX1" fmla="*/ 94778 w 94777"/>
                <a:gd name="connsiteY1" fmla="*/ 142363 h 153215"/>
                <a:gd name="connsiteX2" fmla="*/ 68579 w 94777"/>
                <a:gd name="connsiteY2" fmla="*/ 128318 h 153215"/>
                <a:gd name="connsiteX3" fmla="*/ 22571 w 94777"/>
                <a:gd name="connsiteY3" fmla="*/ 52349 h 153215"/>
                <a:gd name="connsiteX4" fmla="*/ 23210 w 94777"/>
                <a:gd name="connsiteY4" fmla="*/ 40858 h 153215"/>
                <a:gd name="connsiteX5" fmla="*/ 40463 w 94777"/>
                <a:gd name="connsiteY5" fmla="*/ 0 h 153215"/>
                <a:gd name="connsiteX6" fmla="*/ 36629 w 94777"/>
                <a:gd name="connsiteY6" fmla="*/ 1915 h 153215"/>
                <a:gd name="connsiteX7" fmla="*/ 207 w 94777"/>
                <a:gd name="connsiteY7" fmla="*/ 58733 h 153215"/>
                <a:gd name="connsiteX8" fmla="*/ 31517 w 94777"/>
                <a:gd name="connsiteY8" fmla="*/ 132787 h 153215"/>
                <a:gd name="connsiteX9" fmla="*/ 45575 w 94777"/>
                <a:gd name="connsiteY9" fmla="*/ 153216 h 153215"/>
                <a:gd name="connsiteX10" fmla="*/ 47492 w 94777"/>
                <a:gd name="connsiteY10" fmla="*/ 152577 h 153215"/>
                <a:gd name="connsiteX11" fmla="*/ 74969 w 94777"/>
                <a:gd name="connsiteY11" fmla="*/ 139809 h 153215"/>
                <a:gd name="connsiteX12" fmla="*/ 79442 w 94777"/>
                <a:gd name="connsiteY12" fmla="*/ 139809 h 153215"/>
                <a:gd name="connsiteX13" fmla="*/ 86471 w 94777"/>
                <a:gd name="connsiteY13" fmla="*/ 143001 h 153215"/>
                <a:gd name="connsiteX14" fmla="*/ 94778 w 94777"/>
                <a:gd name="connsiteY14" fmla="*/ 147470 h 153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777" h="153215">
                  <a:moveTo>
                    <a:pt x="94778" y="147470"/>
                  </a:moveTo>
                  <a:lnTo>
                    <a:pt x="94778" y="142363"/>
                  </a:lnTo>
                  <a:cubicBezTo>
                    <a:pt x="80081" y="134702"/>
                    <a:pt x="71774" y="129595"/>
                    <a:pt x="68579" y="128318"/>
                  </a:cubicBezTo>
                  <a:cubicBezTo>
                    <a:pt x="36629" y="107889"/>
                    <a:pt x="22571" y="84269"/>
                    <a:pt x="22571" y="52349"/>
                  </a:cubicBezTo>
                  <a:cubicBezTo>
                    <a:pt x="22571" y="48518"/>
                    <a:pt x="22571" y="44688"/>
                    <a:pt x="23210" y="40858"/>
                  </a:cubicBezTo>
                  <a:cubicBezTo>
                    <a:pt x="25127" y="26174"/>
                    <a:pt x="30878" y="11491"/>
                    <a:pt x="40463" y="0"/>
                  </a:cubicBezTo>
                  <a:lnTo>
                    <a:pt x="36629" y="1915"/>
                  </a:lnTo>
                  <a:cubicBezTo>
                    <a:pt x="15542" y="13406"/>
                    <a:pt x="1484" y="34474"/>
                    <a:pt x="207" y="58733"/>
                  </a:cubicBezTo>
                  <a:cubicBezTo>
                    <a:pt x="-1711" y="86822"/>
                    <a:pt x="9792" y="114273"/>
                    <a:pt x="31517" y="132787"/>
                  </a:cubicBezTo>
                  <a:cubicBezTo>
                    <a:pt x="37907" y="138533"/>
                    <a:pt x="42380" y="145555"/>
                    <a:pt x="45575" y="153216"/>
                  </a:cubicBezTo>
                  <a:cubicBezTo>
                    <a:pt x="45575" y="153216"/>
                    <a:pt x="46853" y="153216"/>
                    <a:pt x="47492" y="152577"/>
                  </a:cubicBezTo>
                  <a:cubicBezTo>
                    <a:pt x="57077" y="149385"/>
                    <a:pt x="66662" y="144916"/>
                    <a:pt x="74969" y="139809"/>
                  </a:cubicBezTo>
                  <a:cubicBezTo>
                    <a:pt x="76247" y="139171"/>
                    <a:pt x="78164" y="139171"/>
                    <a:pt x="79442" y="139809"/>
                  </a:cubicBezTo>
                  <a:cubicBezTo>
                    <a:pt x="81998" y="141086"/>
                    <a:pt x="83915" y="142363"/>
                    <a:pt x="86471" y="143001"/>
                  </a:cubicBezTo>
                  <a:lnTo>
                    <a:pt x="94778" y="147470"/>
                  </a:lnTo>
                  <a:close/>
                </a:path>
              </a:pathLst>
            </a:custGeom>
            <a:solidFill>
              <a:srgbClr val="012169"/>
            </a:solidFill>
            <a:ln w="6390" cap="flat">
              <a:noFill/>
              <a:prstDash val="solid"/>
              <a:miter/>
            </a:ln>
          </p:spPr>
          <p:txBody>
            <a:bodyPr rtlCol="0" anchor="ctr"/>
            <a:lstStyle/>
            <a:p>
              <a:endParaRPr lang="en-US"/>
            </a:p>
          </p:txBody>
        </p:sp>
        <p:sp>
          <p:nvSpPr>
            <p:cNvPr id="297" name="Graphic 4">
              <a:extLst>
                <a:ext uri="{FF2B5EF4-FFF2-40B4-BE49-F238E27FC236}">
                  <a16:creationId xmlns:a16="http://schemas.microsoft.com/office/drawing/2014/main" id="{211EA014-D203-AF45-AA2F-768D5E0AB6F5}"/>
                </a:ext>
              </a:extLst>
            </p:cNvPr>
            <p:cNvSpPr/>
            <p:nvPr/>
          </p:nvSpPr>
          <p:spPr>
            <a:xfrm>
              <a:off x="6283864" y="2013670"/>
              <a:ext cx="22930" cy="74692"/>
            </a:xfrm>
            <a:custGeom>
              <a:avLst/>
              <a:gdLst>
                <a:gd name="connsiteX0" fmla="*/ 0 w 22930"/>
                <a:gd name="connsiteY0" fmla="*/ 37027 h 74692"/>
                <a:gd name="connsiteX1" fmla="*/ 21087 w 22930"/>
                <a:gd name="connsiteY1" fmla="*/ 74693 h 74692"/>
                <a:gd name="connsiteX2" fmla="*/ 20447 w 22930"/>
                <a:gd name="connsiteY2" fmla="*/ 0 h 74692"/>
                <a:gd name="connsiteX3" fmla="*/ 0 w 22930"/>
                <a:gd name="connsiteY3" fmla="*/ 37027 h 74692"/>
              </a:gdLst>
              <a:ahLst/>
              <a:cxnLst>
                <a:cxn ang="0">
                  <a:pos x="connsiteX0" y="connsiteY0"/>
                </a:cxn>
                <a:cxn ang="0">
                  <a:pos x="connsiteX1" y="connsiteY1"/>
                </a:cxn>
                <a:cxn ang="0">
                  <a:pos x="connsiteX2" y="connsiteY2"/>
                </a:cxn>
                <a:cxn ang="0">
                  <a:pos x="connsiteX3" y="connsiteY3"/>
                </a:cxn>
              </a:cxnLst>
              <a:rect l="l" t="t" r="r" b="b"/>
              <a:pathLst>
                <a:path w="22930" h="74692">
                  <a:moveTo>
                    <a:pt x="0" y="37027"/>
                  </a:moveTo>
                  <a:cubicBezTo>
                    <a:pt x="0" y="52349"/>
                    <a:pt x="8307" y="66394"/>
                    <a:pt x="21087" y="74693"/>
                  </a:cubicBezTo>
                  <a:cubicBezTo>
                    <a:pt x="23642" y="49795"/>
                    <a:pt x="23642" y="24898"/>
                    <a:pt x="20447" y="0"/>
                  </a:cubicBezTo>
                  <a:cubicBezTo>
                    <a:pt x="7668" y="7661"/>
                    <a:pt x="0" y="21706"/>
                    <a:pt x="0" y="37027"/>
                  </a:cubicBezTo>
                  <a:close/>
                </a:path>
              </a:pathLst>
            </a:custGeom>
            <a:solidFill>
              <a:srgbClr val="012169"/>
            </a:solidFill>
            <a:ln w="6390" cap="flat">
              <a:noFill/>
              <a:prstDash val="solid"/>
              <a:miter/>
            </a:ln>
          </p:spPr>
          <p:txBody>
            <a:bodyPr rtlCol="0" anchor="ctr"/>
            <a:lstStyle/>
            <a:p>
              <a:endParaRPr lang="en-US"/>
            </a:p>
          </p:txBody>
        </p:sp>
        <p:sp>
          <p:nvSpPr>
            <p:cNvPr id="298" name="Graphic 4">
              <a:extLst>
                <a:ext uri="{FF2B5EF4-FFF2-40B4-BE49-F238E27FC236}">
                  <a16:creationId xmlns:a16="http://schemas.microsoft.com/office/drawing/2014/main" id="{DA24EFAA-8A8A-8F48-815C-4EA383569B7B}"/>
                </a:ext>
              </a:extLst>
            </p:cNvPr>
            <p:cNvSpPr/>
            <p:nvPr/>
          </p:nvSpPr>
          <p:spPr>
            <a:xfrm>
              <a:off x="6349680" y="2013670"/>
              <a:ext cx="22364" cy="74054"/>
            </a:xfrm>
            <a:custGeom>
              <a:avLst/>
              <a:gdLst>
                <a:gd name="connsiteX0" fmla="*/ 22365 w 22364"/>
                <a:gd name="connsiteY0" fmla="*/ 37027 h 74054"/>
                <a:gd name="connsiteX1" fmla="*/ 1917 w 22364"/>
                <a:gd name="connsiteY1" fmla="*/ 0 h 74054"/>
                <a:gd name="connsiteX2" fmla="*/ 1917 w 22364"/>
                <a:gd name="connsiteY2" fmla="*/ 74054 h 74054"/>
                <a:gd name="connsiteX3" fmla="*/ 22365 w 22364"/>
                <a:gd name="connsiteY3" fmla="*/ 37027 h 74054"/>
              </a:gdLst>
              <a:ahLst/>
              <a:cxnLst>
                <a:cxn ang="0">
                  <a:pos x="connsiteX0" y="connsiteY0"/>
                </a:cxn>
                <a:cxn ang="0">
                  <a:pos x="connsiteX1" y="connsiteY1"/>
                </a:cxn>
                <a:cxn ang="0">
                  <a:pos x="connsiteX2" y="connsiteY2"/>
                </a:cxn>
                <a:cxn ang="0">
                  <a:pos x="connsiteX3" y="connsiteY3"/>
                </a:cxn>
              </a:cxnLst>
              <a:rect l="l" t="t" r="r" b="b"/>
              <a:pathLst>
                <a:path w="22364" h="74054">
                  <a:moveTo>
                    <a:pt x="22365" y="37027"/>
                  </a:moveTo>
                  <a:cubicBezTo>
                    <a:pt x="22365" y="21706"/>
                    <a:pt x="14697" y="8299"/>
                    <a:pt x="1917" y="0"/>
                  </a:cubicBezTo>
                  <a:cubicBezTo>
                    <a:pt x="-639" y="24898"/>
                    <a:pt x="-639" y="49157"/>
                    <a:pt x="1917" y="74054"/>
                  </a:cubicBezTo>
                  <a:cubicBezTo>
                    <a:pt x="14058" y="65755"/>
                    <a:pt x="21726" y="51710"/>
                    <a:pt x="22365" y="37027"/>
                  </a:cubicBezTo>
                  <a:close/>
                </a:path>
              </a:pathLst>
            </a:custGeom>
            <a:solidFill>
              <a:srgbClr val="012169"/>
            </a:solidFill>
            <a:ln w="6390" cap="flat">
              <a:noFill/>
              <a:prstDash val="solid"/>
              <a:miter/>
            </a:ln>
          </p:spPr>
          <p:txBody>
            <a:bodyPr rtlCol="0" anchor="ctr"/>
            <a:lstStyle/>
            <a:p>
              <a:endParaRPr lang="en-US"/>
            </a:p>
          </p:txBody>
        </p:sp>
        <p:sp>
          <p:nvSpPr>
            <p:cNvPr id="299" name="Graphic 4">
              <a:extLst>
                <a:ext uri="{FF2B5EF4-FFF2-40B4-BE49-F238E27FC236}">
                  <a16:creationId xmlns:a16="http://schemas.microsoft.com/office/drawing/2014/main" id="{C1056645-B4E7-1B4F-B2C9-BC46B6DE1C66}"/>
                </a:ext>
              </a:extLst>
            </p:cNvPr>
            <p:cNvSpPr/>
            <p:nvPr/>
          </p:nvSpPr>
          <p:spPr>
            <a:xfrm>
              <a:off x="6352236" y="1994518"/>
              <a:ext cx="37061" cy="111719"/>
            </a:xfrm>
            <a:custGeom>
              <a:avLst/>
              <a:gdLst>
                <a:gd name="connsiteX0" fmla="*/ 29394 w 37061"/>
                <a:gd name="connsiteY0" fmla="*/ 56179 h 111719"/>
                <a:gd name="connsiteX1" fmla="*/ 639 w 37061"/>
                <a:gd name="connsiteY1" fmla="*/ 103421 h 111719"/>
                <a:gd name="connsiteX2" fmla="*/ 1917 w 37061"/>
                <a:gd name="connsiteY2" fmla="*/ 111720 h 111719"/>
                <a:gd name="connsiteX3" fmla="*/ 37062 w 37061"/>
                <a:gd name="connsiteY3" fmla="*/ 56179 h 111719"/>
                <a:gd name="connsiteX4" fmla="*/ 1278 w 37061"/>
                <a:gd name="connsiteY4" fmla="*/ 0 h 111719"/>
                <a:gd name="connsiteX5" fmla="*/ 0 w 37061"/>
                <a:gd name="connsiteY5" fmla="*/ 8299 h 111719"/>
                <a:gd name="connsiteX6" fmla="*/ 29394 w 37061"/>
                <a:gd name="connsiteY6" fmla="*/ 56179 h 11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61" h="111719">
                  <a:moveTo>
                    <a:pt x="29394" y="56179"/>
                  </a:moveTo>
                  <a:cubicBezTo>
                    <a:pt x="29394" y="75970"/>
                    <a:pt x="18531" y="94483"/>
                    <a:pt x="639" y="103421"/>
                  </a:cubicBezTo>
                  <a:cubicBezTo>
                    <a:pt x="1278" y="105974"/>
                    <a:pt x="1278" y="109166"/>
                    <a:pt x="1917" y="111720"/>
                  </a:cubicBezTo>
                  <a:cubicBezTo>
                    <a:pt x="23643" y="101505"/>
                    <a:pt x="37062" y="79800"/>
                    <a:pt x="37062" y="56179"/>
                  </a:cubicBezTo>
                  <a:cubicBezTo>
                    <a:pt x="37062" y="31920"/>
                    <a:pt x="23004" y="10214"/>
                    <a:pt x="1278" y="0"/>
                  </a:cubicBezTo>
                  <a:cubicBezTo>
                    <a:pt x="639" y="2554"/>
                    <a:pt x="639" y="5746"/>
                    <a:pt x="0" y="8299"/>
                  </a:cubicBezTo>
                  <a:cubicBezTo>
                    <a:pt x="17892" y="17875"/>
                    <a:pt x="28755" y="36389"/>
                    <a:pt x="29394" y="56179"/>
                  </a:cubicBezTo>
                  <a:close/>
                </a:path>
              </a:pathLst>
            </a:custGeom>
            <a:solidFill>
              <a:srgbClr val="012169"/>
            </a:solidFill>
            <a:ln w="6390" cap="flat">
              <a:noFill/>
              <a:prstDash val="solid"/>
              <a:miter/>
            </a:ln>
          </p:spPr>
          <p:txBody>
            <a:bodyPr rtlCol="0" anchor="ctr"/>
            <a:lstStyle/>
            <a:p>
              <a:endParaRPr lang="en-US"/>
            </a:p>
          </p:txBody>
        </p:sp>
        <p:sp>
          <p:nvSpPr>
            <p:cNvPr id="300" name="Graphic 4">
              <a:extLst>
                <a:ext uri="{FF2B5EF4-FFF2-40B4-BE49-F238E27FC236}">
                  <a16:creationId xmlns:a16="http://schemas.microsoft.com/office/drawing/2014/main" id="{4405258E-DC05-9545-A273-0DC5314618F8}"/>
                </a:ext>
              </a:extLst>
            </p:cNvPr>
            <p:cNvSpPr/>
            <p:nvPr/>
          </p:nvSpPr>
          <p:spPr>
            <a:xfrm>
              <a:off x="6286968" y="2157948"/>
              <a:ext cx="28205" cy="24040"/>
            </a:xfrm>
            <a:custGeom>
              <a:avLst/>
              <a:gdLst>
                <a:gd name="connsiteX0" fmla="*/ 25650 w 28205"/>
                <a:gd name="connsiteY0" fmla="*/ 0 h 24040"/>
                <a:gd name="connsiteX1" fmla="*/ 5841 w 28205"/>
                <a:gd name="connsiteY1" fmla="*/ 10853 h 24040"/>
                <a:gd name="connsiteX2" fmla="*/ 729 w 28205"/>
                <a:gd name="connsiteY2" fmla="*/ 19790 h 24040"/>
                <a:gd name="connsiteX3" fmla="*/ 5841 w 28205"/>
                <a:gd name="connsiteY3" fmla="*/ 23621 h 24040"/>
                <a:gd name="connsiteX4" fmla="*/ 12870 w 28205"/>
                <a:gd name="connsiteY4" fmla="*/ 22982 h 24040"/>
                <a:gd name="connsiteX5" fmla="*/ 14787 w 28205"/>
                <a:gd name="connsiteY5" fmla="*/ 19152 h 24040"/>
                <a:gd name="connsiteX6" fmla="*/ 21177 w 28205"/>
                <a:gd name="connsiteY6" fmla="*/ 8299 h 24040"/>
                <a:gd name="connsiteX7" fmla="*/ 28206 w 28205"/>
                <a:gd name="connsiteY7" fmla="*/ 4469 h 24040"/>
                <a:gd name="connsiteX8" fmla="*/ 28206 w 28205"/>
                <a:gd name="connsiteY8" fmla="*/ 1277 h 24040"/>
                <a:gd name="connsiteX9" fmla="*/ 25650 w 28205"/>
                <a:gd name="connsiteY9" fmla="*/ 0 h 2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205" h="24040">
                  <a:moveTo>
                    <a:pt x="25650" y="0"/>
                  </a:moveTo>
                  <a:cubicBezTo>
                    <a:pt x="16065" y="5107"/>
                    <a:pt x="7758" y="9576"/>
                    <a:pt x="5841" y="10853"/>
                  </a:cubicBezTo>
                  <a:cubicBezTo>
                    <a:pt x="729" y="14045"/>
                    <a:pt x="-1188" y="17237"/>
                    <a:pt x="729" y="19790"/>
                  </a:cubicBezTo>
                  <a:cubicBezTo>
                    <a:pt x="2007" y="21706"/>
                    <a:pt x="3924" y="22982"/>
                    <a:pt x="5841" y="23621"/>
                  </a:cubicBezTo>
                  <a:cubicBezTo>
                    <a:pt x="8397" y="24259"/>
                    <a:pt x="10953" y="24259"/>
                    <a:pt x="12870" y="22982"/>
                  </a:cubicBezTo>
                  <a:cubicBezTo>
                    <a:pt x="14148" y="22344"/>
                    <a:pt x="14787" y="20429"/>
                    <a:pt x="14787" y="19152"/>
                  </a:cubicBezTo>
                  <a:cubicBezTo>
                    <a:pt x="14787" y="14683"/>
                    <a:pt x="17343" y="10214"/>
                    <a:pt x="21177" y="8299"/>
                  </a:cubicBezTo>
                  <a:lnTo>
                    <a:pt x="28206" y="4469"/>
                  </a:lnTo>
                  <a:lnTo>
                    <a:pt x="28206" y="1277"/>
                  </a:lnTo>
                  <a:lnTo>
                    <a:pt x="25650" y="0"/>
                  </a:lnTo>
                  <a:close/>
                </a:path>
              </a:pathLst>
            </a:custGeom>
            <a:solidFill>
              <a:srgbClr val="012169"/>
            </a:solidFill>
            <a:ln w="6390" cap="flat">
              <a:noFill/>
              <a:prstDash val="solid"/>
              <a:miter/>
            </a:ln>
          </p:spPr>
          <p:txBody>
            <a:bodyPr rtlCol="0" anchor="ctr"/>
            <a:lstStyle/>
            <a:p>
              <a:endParaRPr lang="en-US"/>
            </a:p>
          </p:txBody>
        </p:sp>
        <p:sp>
          <p:nvSpPr>
            <p:cNvPr id="301" name="Graphic 4">
              <a:extLst>
                <a:ext uri="{FF2B5EF4-FFF2-40B4-BE49-F238E27FC236}">
                  <a16:creationId xmlns:a16="http://schemas.microsoft.com/office/drawing/2014/main" id="{47474036-92B0-9846-9198-F2D8DF65682C}"/>
                </a:ext>
              </a:extLst>
            </p:cNvPr>
            <p:cNvSpPr/>
            <p:nvPr/>
          </p:nvSpPr>
          <p:spPr>
            <a:xfrm>
              <a:off x="6319008" y="2181569"/>
              <a:ext cx="17891" cy="17875"/>
            </a:xfrm>
            <a:custGeom>
              <a:avLst/>
              <a:gdLst>
                <a:gd name="connsiteX0" fmla="*/ 17892 w 17891"/>
                <a:gd name="connsiteY0" fmla="*/ 8938 h 17875"/>
                <a:gd name="connsiteX1" fmla="*/ 8946 w 17891"/>
                <a:gd name="connsiteY1" fmla="*/ 17875 h 17875"/>
                <a:gd name="connsiteX2" fmla="*/ 0 w 17891"/>
                <a:gd name="connsiteY2" fmla="*/ 8938 h 17875"/>
                <a:gd name="connsiteX3" fmla="*/ 8946 w 17891"/>
                <a:gd name="connsiteY3" fmla="*/ 0 h 17875"/>
                <a:gd name="connsiteX4" fmla="*/ 17892 w 17891"/>
                <a:gd name="connsiteY4" fmla="*/ 8938 h 17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91" h="17875">
                  <a:moveTo>
                    <a:pt x="17892" y="8938"/>
                  </a:moveTo>
                  <a:cubicBezTo>
                    <a:pt x="17892" y="13874"/>
                    <a:pt x="13886" y="17875"/>
                    <a:pt x="8946" y="17875"/>
                  </a:cubicBezTo>
                  <a:cubicBezTo>
                    <a:pt x="4005" y="17875"/>
                    <a:pt x="0" y="13874"/>
                    <a:pt x="0" y="8938"/>
                  </a:cubicBezTo>
                  <a:cubicBezTo>
                    <a:pt x="0" y="4002"/>
                    <a:pt x="4005" y="0"/>
                    <a:pt x="8946" y="0"/>
                  </a:cubicBezTo>
                  <a:cubicBezTo>
                    <a:pt x="13886" y="0"/>
                    <a:pt x="17892" y="4002"/>
                    <a:pt x="17892" y="8938"/>
                  </a:cubicBezTo>
                  <a:close/>
                </a:path>
              </a:pathLst>
            </a:custGeom>
            <a:solidFill>
              <a:srgbClr val="012169"/>
            </a:solidFill>
            <a:ln w="6390" cap="flat">
              <a:noFill/>
              <a:prstDash val="solid"/>
              <a:miter/>
            </a:ln>
          </p:spPr>
          <p:txBody>
            <a:bodyPr rtlCol="0" anchor="ctr"/>
            <a:lstStyle/>
            <a:p>
              <a:endParaRPr lang="en-US"/>
            </a:p>
          </p:txBody>
        </p:sp>
        <p:sp>
          <p:nvSpPr>
            <p:cNvPr id="302" name="Graphic 4">
              <a:extLst>
                <a:ext uri="{FF2B5EF4-FFF2-40B4-BE49-F238E27FC236}">
                  <a16:creationId xmlns:a16="http://schemas.microsoft.com/office/drawing/2014/main" id="{1C00518E-37EA-BE49-9DF1-0A3291077F92}"/>
                </a:ext>
              </a:extLst>
            </p:cNvPr>
            <p:cNvSpPr/>
            <p:nvPr/>
          </p:nvSpPr>
          <p:spPr>
            <a:xfrm>
              <a:off x="6340734" y="2000902"/>
              <a:ext cx="94777" cy="152577"/>
            </a:xfrm>
            <a:custGeom>
              <a:avLst/>
              <a:gdLst>
                <a:gd name="connsiteX0" fmla="*/ 58149 w 94777"/>
                <a:gd name="connsiteY0" fmla="*/ 1915 h 152577"/>
                <a:gd name="connsiteX1" fmla="*/ 54314 w 94777"/>
                <a:gd name="connsiteY1" fmla="*/ 0 h 152577"/>
                <a:gd name="connsiteX2" fmla="*/ 71567 w 94777"/>
                <a:gd name="connsiteY2" fmla="*/ 40858 h 152577"/>
                <a:gd name="connsiteX3" fmla="*/ 72206 w 94777"/>
                <a:gd name="connsiteY3" fmla="*/ 52349 h 152577"/>
                <a:gd name="connsiteX4" fmla="*/ 26199 w 94777"/>
                <a:gd name="connsiteY4" fmla="*/ 128318 h 152577"/>
                <a:gd name="connsiteX5" fmla="*/ 0 w 94777"/>
                <a:gd name="connsiteY5" fmla="*/ 142363 h 152577"/>
                <a:gd name="connsiteX6" fmla="*/ 0 w 94777"/>
                <a:gd name="connsiteY6" fmla="*/ 144916 h 152577"/>
                <a:gd name="connsiteX7" fmla="*/ 1917 w 94777"/>
                <a:gd name="connsiteY7" fmla="*/ 146193 h 152577"/>
                <a:gd name="connsiteX8" fmla="*/ 8307 w 94777"/>
                <a:gd name="connsiteY8" fmla="*/ 143001 h 152577"/>
                <a:gd name="connsiteX9" fmla="*/ 15336 w 94777"/>
                <a:gd name="connsiteY9" fmla="*/ 139809 h 152577"/>
                <a:gd name="connsiteX10" fmla="*/ 20448 w 94777"/>
                <a:gd name="connsiteY10" fmla="*/ 139809 h 152577"/>
                <a:gd name="connsiteX11" fmla="*/ 47286 w 94777"/>
                <a:gd name="connsiteY11" fmla="*/ 152577 h 152577"/>
                <a:gd name="connsiteX12" fmla="*/ 47925 w 94777"/>
                <a:gd name="connsiteY12" fmla="*/ 152577 h 152577"/>
                <a:gd name="connsiteX13" fmla="*/ 49203 w 94777"/>
                <a:gd name="connsiteY13" fmla="*/ 152577 h 152577"/>
                <a:gd name="connsiteX14" fmla="*/ 63261 w 94777"/>
                <a:gd name="connsiteY14" fmla="*/ 132149 h 152577"/>
                <a:gd name="connsiteX15" fmla="*/ 94571 w 94777"/>
                <a:gd name="connsiteY15" fmla="*/ 58094 h 152577"/>
                <a:gd name="connsiteX16" fmla="*/ 58149 w 94777"/>
                <a:gd name="connsiteY16" fmla="*/ 1915 h 15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4777" h="152577">
                  <a:moveTo>
                    <a:pt x="58149" y="1915"/>
                  </a:moveTo>
                  <a:lnTo>
                    <a:pt x="54314" y="0"/>
                  </a:lnTo>
                  <a:cubicBezTo>
                    <a:pt x="63899" y="12130"/>
                    <a:pt x="69650" y="26174"/>
                    <a:pt x="71567" y="40858"/>
                  </a:cubicBezTo>
                  <a:cubicBezTo>
                    <a:pt x="72206" y="44688"/>
                    <a:pt x="72206" y="48518"/>
                    <a:pt x="72206" y="52349"/>
                  </a:cubicBezTo>
                  <a:cubicBezTo>
                    <a:pt x="72206" y="84269"/>
                    <a:pt x="58149" y="107889"/>
                    <a:pt x="26199" y="128318"/>
                  </a:cubicBezTo>
                  <a:cubicBezTo>
                    <a:pt x="23004" y="130233"/>
                    <a:pt x="14697" y="134702"/>
                    <a:pt x="0" y="142363"/>
                  </a:cubicBezTo>
                  <a:lnTo>
                    <a:pt x="0" y="144916"/>
                  </a:lnTo>
                  <a:lnTo>
                    <a:pt x="1917" y="146193"/>
                  </a:lnTo>
                  <a:lnTo>
                    <a:pt x="8307" y="143001"/>
                  </a:lnTo>
                  <a:lnTo>
                    <a:pt x="15336" y="139809"/>
                  </a:lnTo>
                  <a:cubicBezTo>
                    <a:pt x="16614" y="139171"/>
                    <a:pt x="18531" y="139171"/>
                    <a:pt x="20448" y="139809"/>
                  </a:cubicBezTo>
                  <a:cubicBezTo>
                    <a:pt x="28755" y="145555"/>
                    <a:pt x="37701" y="149385"/>
                    <a:pt x="47286" y="152577"/>
                  </a:cubicBezTo>
                  <a:lnTo>
                    <a:pt x="47925" y="152577"/>
                  </a:lnTo>
                  <a:cubicBezTo>
                    <a:pt x="48564" y="152577"/>
                    <a:pt x="49203" y="152577"/>
                    <a:pt x="49203" y="152577"/>
                  </a:cubicBezTo>
                  <a:cubicBezTo>
                    <a:pt x="51759" y="144916"/>
                    <a:pt x="56871" y="137894"/>
                    <a:pt x="63261" y="132149"/>
                  </a:cubicBezTo>
                  <a:cubicBezTo>
                    <a:pt x="84986" y="114273"/>
                    <a:pt x="96488" y="86184"/>
                    <a:pt x="94571" y="58094"/>
                  </a:cubicBezTo>
                  <a:cubicBezTo>
                    <a:pt x="93293" y="34474"/>
                    <a:pt x="79235" y="12768"/>
                    <a:pt x="58149" y="1915"/>
                  </a:cubicBezTo>
                  <a:close/>
                </a:path>
              </a:pathLst>
            </a:custGeom>
            <a:solidFill>
              <a:srgbClr val="012169"/>
            </a:solidFill>
            <a:ln w="6390" cap="flat">
              <a:noFill/>
              <a:prstDash val="solid"/>
              <a:miter/>
            </a:ln>
          </p:spPr>
          <p:txBody>
            <a:bodyPr rtlCol="0" anchor="ctr"/>
            <a:lstStyle/>
            <a:p>
              <a:endParaRPr lang="en-US"/>
            </a:p>
          </p:txBody>
        </p:sp>
        <p:sp>
          <p:nvSpPr>
            <p:cNvPr id="303" name="Graphic 4">
              <a:extLst>
                <a:ext uri="{FF2B5EF4-FFF2-40B4-BE49-F238E27FC236}">
                  <a16:creationId xmlns:a16="http://schemas.microsoft.com/office/drawing/2014/main" id="{6ADA6EF2-67B1-1647-BE7A-1CE54F0EB1F2}"/>
                </a:ext>
              </a:extLst>
            </p:cNvPr>
            <p:cNvSpPr/>
            <p:nvPr/>
          </p:nvSpPr>
          <p:spPr>
            <a:xfrm>
              <a:off x="6146480" y="189301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263904 w 362309"/>
                <a:gd name="connsiteY7" fmla="*/ 247699 h 361971"/>
                <a:gd name="connsiteX8" fmla="*/ 253041 w 362309"/>
                <a:gd name="connsiteY8" fmla="*/ 264297 h 361971"/>
                <a:gd name="connsiteX9" fmla="*/ 248568 w 362309"/>
                <a:gd name="connsiteY9" fmla="*/ 269404 h 361971"/>
                <a:gd name="connsiteX10" fmla="*/ 243456 w 362309"/>
                <a:gd name="connsiteY10" fmla="*/ 270681 h 361971"/>
                <a:gd name="connsiteX11" fmla="*/ 238983 w 362309"/>
                <a:gd name="connsiteY11" fmla="*/ 270043 h 361971"/>
                <a:gd name="connsiteX12" fmla="*/ 238345 w 362309"/>
                <a:gd name="connsiteY12" fmla="*/ 270043 h 361971"/>
                <a:gd name="connsiteX13" fmla="*/ 211507 w 362309"/>
                <a:gd name="connsiteY13" fmla="*/ 257913 h 361971"/>
                <a:gd name="connsiteX14" fmla="*/ 207673 w 362309"/>
                <a:gd name="connsiteY14" fmla="*/ 259828 h 361971"/>
                <a:gd name="connsiteX15" fmla="*/ 207034 w 362309"/>
                <a:gd name="connsiteY15" fmla="*/ 259828 h 361971"/>
                <a:gd name="connsiteX16" fmla="*/ 221731 w 362309"/>
                <a:gd name="connsiteY16" fmla="*/ 268127 h 361971"/>
                <a:gd name="connsiteX17" fmla="*/ 230677 w 362309"/>
                <a:gd name="connsiteY17" fmla="*/ 289833 h 361971"/>
                <a:gd name="connsiteX18" fmla="*/ 219814 w 362309"/>
                <a:gd name="connsiteY18" fmla="*/ 298771 h 361971"/>
                <a:gd name="connsiteX19" fmla="*/ 214063 w 362309"/>
                <a:gd name="connsiteY19" fmla="*/ 299409 h 361971"/>
                <a:gd name="connsiteX20" fmla="*/ 204478 w 362309"/>
                <a:gd name="connsiteY20" fmla="*/ 296217 h 361971"/>
                <a:gd name="connsiteX21" fmla="*/ 198727 w 362309"/>
                <a:gd name="connsiteY21" fmla="*/ 284726 h 361971"/>
                <a:gd name="connsiteX22" fmla="*/ 197449 w 362309"/>
                <a:gd name="connsiteY22" fmla="*/ 282172 h 361971"/>
                <a:gd name="connsiteX23" fmla="*/ 194893 w 362309"/>
                <a:gd name="connsiteY23" fmla="*/ 280895 h 361971"/>
                <a:gd name="connsiteX24" fmla="*/ 194893 w 362309"/>
                <a:gd name="connsiteY24" fmla="*/ 284726 h 361971"/>
                <a:gd name="connsiteX25" fmla="*/ 195532 w 362309"/>
                <a:gd name="connsiteY25" fmla="*/ 310900 h 361971"/>
                <a:gd name="connsiteX26" fmla="*/ 182113 w 362309"/>
                <a:gd name="connsiteY26" fmla="*/ 316646 h 361971"/>
                <a:gd name="connsiteX27" fmla="*/ 163582 w 362309"/>
                <a:gd name="connsiteY27" fmla="*/ 298132 h 361971"/>
                <a:gd name="connsiteX28" fmla="*/ 169333 w 362309"/>
                <a:gd name="connsiteY28" fmla="*/ 284726 h 361971"/>
                <a:gd name="connsiteX29" fmla="*/ 169333 w 362309"/>
                <a:gd name="connsiteY29" fmla="*/ 280895 h 361971"/>
                <a:gd name="connsiteX30" fmla="*/ 166777 w 362309"/>
                <a:gd name="connsiteY30" fmla="*/ 282172 h 361971"/>
                <a:gd name="connsiteX31" fmla="*/ 165499 w 362309"/>
                <a:gd name="connsiteY31" fmla="*/ 284726 h 361971"/>
                <a:gd name="connsiteX32" fmla="*/ 159748 w 362309"/>
                <a:gd name="connsiteY32" fmla="*/ 296217 h 361971"/>
                <a:gd name="connsiteX33" fmla="*/ 150164 w 362309"/>
                <a:gd name="connsiteY33" fmla="*/ 299409 h 361971"/>
                <a:gd name="connsiteX34" fmla="*/ 144412 w 362309"/>
                <a:gd name="connsiteY34" fmla="*/ 298771 h 361971"/>
                <a:gd name="connsiteX35" fmla="*/ 133549 w 362309"/>
                <a:gd name="connsiteY35" fmla="*/ 289833 h 361971"/>
                <a:gd name="connsiteX36" fmla="*/ 142496 w 362309"/>
                <a:gd name="connsiteY36" fmla="*/ 268127 h 361971"/>
                <a:gd name="connsiteX37" fmla="*/ 157192 w 362309"/>
                <a:gd name="connsiteY37" fmla="*/ 259828 h 361971"/>
                <a:gd name="connsiteX38" fmla="*/ 156553 w 362309"/>
                <a:gd name="connsiteY38" fmla="*/ 259828 h 361971"/>
                <a:gd name="connsiteX39" fmla="*/ 152719 w 362309"/>
                <a:gd name="connsiteY39" fmla="*/ 257913 h 361971"/>
                <a:gd name="connsiteX40" fmla="*/ 125881 w 362309"/>
                <a:gd name="connsiteY40" fmla="*/ 270043 h 361971"/>
                <a:gd name="connsiteX41" fmla="*/ 125881 w 362309"/>
                <a:gd name="connsiteY41" fmla="*/ 270043 h 361971"/>
                <a:gd name="connsiteX42" fmla="*/ 121409 w 362309"/>
                <a:gd name="connsiteY42" fmla="*/ 270681 h 361971"/>
                <a:gd name="connsiteX43" fmla="*/ 116297 w 362309"/>
                <a:gd name="connsiteY43" fmla="*/ 269404 h 361971"/>
                <a:gd name="connsiteX44" fmla="*/ 111824 w 362309"/>
                <a:gd name="connsiteY44" fmla="*/ 264297 h 361971"/>
                <a:gd name="connsiteX45" fmla="*/ 100322 w 362309"/>
                <a:gd name="connsiteY45" fmla="*/ 247699 h 361971"/>
                <a:gd name="connsiteX46" fmla="*/ 65816 w 362309"/>
                <a:gd name="connsiteY46" fmla="*/ 165984 h 361971"/>
                <a:gd name="connsiteX47" fmla="*/ 106712 w 362309"/>
                <a:gd name="connsiteY47" fmla="*/ 101505 h 361971"/>
                <a:gd name="connsiteX48" fmla="*/ 129076 w 362309"/>
                <a:gd name="connsiteY48" fmla="*/ 95121 h 361971"/>
                <a:gd name="connsiteX49" fmla="*/ 125243 w 362309"/>
                <a:gd name="connsiteY49" fmla="*/ 110443 h 361971"/>
                <a:gd name="connsiteX50" fmla="*/ 107351 w 362309"/>
                <a:gd name="connsiteY50" fmla="*/ 150024 h 361971"/>
                <a:gd name="connsiteX51" fmla="*/ 106712 w 362309"/>
                <a:gd name="connsiteY51" fmla="*/ 160238 h 361971"/>
                <a:gd name="connsiteX52" fmla="*/ 148246 w 362309"/>
                <a:gd name="connsiteY52" fmla="*/ 227908 h 361971"/>
                <a:gd name="connsiteX53" fmla="*/ 169333 w 362309"/>
                <a:gd name="connsiteY53" fmla="*/ 239399 h 361971"/>
                <a:gd name="connsiteX54" fmla="*/ 169333 w 362309"/>
                <a:gd name="connsiteY54" fmla="*/ 236846 h 361971"/>
                <a:gd name="connsiteX55" fmla="*/ 157831 w 362309"/>
                <a:gd name="connsiteY55" fmla="*/ 230462 h 361971"/>
                <a:gd name="connsiteX56" fmla="*/ 154636 w 362309"/>
                <a:gd name="connsiteY56" fmla="*/ 223439 h 361971"/>
                <a:gd name="connsiteX57" fmla="*/ 111185 w 362309"/>
                <a:gd name="connsiteY57" fmla="*/ 158323 h 361971"/>
                <a:gd name="connsiteX58" fmla="*/ 154636 w 362309"/>
                <a:gd name="connsiteY58" fmla="*/ 92568 h 361971"/>
                <a:gd name="connsiteX59" fmla="*/ 153997 w 362309"/>
                <a:gd name="connsiteY59" fmla="*/ 89376 h 361971"/>
                <a:gd name="connsiteX60" fmla="*/ 156553 w 362309"/>
                <a:gd name="connsiteY60" fmla="*/ 79800 h 361971"/>
                <a:gd name="connsiteX61" fmla="*/ 173167 w 362309"/>
                <a:gd name="connsiteY61" fmla="*/ 60648 h 361971"/>
                <a:gd name="connsiteX62" fmla="*/ 181474 w 362309"/>
                <a:gd name="connsiteY62" fmla="*/ 55541 h 361971"/>
                <a:gd name="connsiteX63" fmla="*/ 181474 w 362309"/>
                <a:gd name="connsiteY63" fmla="*/ 55541 h 361971"/>
                <a:gd name="connsiteX64" fmla="*/ 189781 w 362309"/>
                <a:gd name="connsiteY64" fmla="*/ 61286 h 361971"/>
                <a:gd name="connsiteX65" fmla="*/ 206395 w 362309"/>
                <a:gd name="connsiteY65" fmla="*/ 79800 h 361971"/>
                <a:gd name="connsiteX66" fmla="*/ 206395 w 362309"/>
                <a:gd name="connsiteY66" fmla="*/ 79800 h 361971"/>
                <a:gd name="connsiteX67" fmla="*/ 208951 w 362309"/>
                <a:gd name="connsiteY67" fmla="*/ 89376 h 361971"/>
                <a:gd name="connsiteX68" fmla="*/ 208312 w 362309"/>
                <a:gd name="connsiteY68" fmla="*/ 92568 h 361971"/>
                <a:gd name="connsiteX69" fmla="*/ 251763 w 362309"/>
                <a:gd name="connsiteY69" fmla="*/ 158323 h 361971"/>
                <a:gd name="connsiteX70" fmla="*/ 208312 w 362309"/>
                <a:gd name="connsiteY70" fmla="*/ 223439 h 361971"/>
                <a:gd name="connsiteX71" fmla="*/ 205117 w 362309"/>
                <a:gd name="connsiteY71" fmla="*/ 230462 h 361971"/>
                <a:gd name="connsiteX72" fmla="*/ 193615 w 362309"/>
                <a:gd name="connsiteY72" fmla="*/ 236846 h 361971"/>
                <a:gd name="connsiteX73" fmla="*/ 193615 w 362309"/>
                <a:gd name="connsiteY73" fmla="*/ 239399 h 361971"/>
                <a:gd name="connsiteX74" fmla="*/ 214702 w 362309"/>
                <a:gd name="connsiteY74" fmla="*/ 227908 h 361971"/>
                <a:gd name="connsiteX75" fmla="*/ 256236 w 362309"/>
                <a:gd name="connsiteY75" fmla="*/ 160238 h 361971"/>
                <a:gd name="connsiteX76" fmla="*/ 255597 w 362309"/>
                <a:gd name="connsiteY76" fmla="*/ 150024 h 361971"/>
                <a:gd name="connsiteX77" fmla="*/ 237705 w 362309"/>
                <a:gd name="connsiteY77" fmla="*/ 110443 h 361971"/>
                <a:gd name="connsiteX78" fmla="*/ 233872 w 362309"/>
                <a:gd name="connsiteY78" fmla="*/ 95121 h 361971"/>
                <a:gd name="connsiteX79" fmla="*/ 256236 w 362309"/>
                <a:gd name="connsiteY79" fmla="*/ 101505 h 361971"/>
                <a:gd name="connsiteX80" fmla="*/ 297132 w 362309"/>
                <a:gd name="connsiteY80" fmla="*/ 165984 h 361971"/>
                <a:gd name="connsiteX81" fmla="*/ 263904 w 362309"/>
                <a:gd name="connsiteY81" fmla="*/ 24769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lnTo>
                    <a:pt x="181474" y="0"/>
                  </a:lnTo>
                  <a:close/>
                  <a:moveTo>
                    <a:pt x="263904" y="247699"/>
                  </a:moveTo>
                  <a:cubicBezTo>
                    <a:pt x="258792" y="252167"/>
                    <a:pt x="254958" y="257913"/>
                    <a:pt x="253041" y="264297"/>
                  </a:cubicBezTo>
                  <a:cubicBezTo>
                    <a:pt x="252403" y="266851"/>
                    <a:pt x="250485" y="268766"/>
                    <a:pt x="248568" y="269404"/>
                  </a:cubicBezTo>
                  <a:cubicBezTo>
                    <a:pt x="246651" y="270043"/>
                    <a:pt x="245373" y="270681"/>
                    <a:pt x="243456" y="270681"/>
                  </a:cubicBezTo>
                  <a:cubicBezTo>
                    <a:pt x="242178" y="270681"/>
                    <a:pt x="240261" y="270681"/>
                    <a:pt x="238983" y="270043"/>
                  </a:cubicBezTo>
                  <a:lnTo>
                    <a:pt x="238345" y="270043"/>
                  </a:lnTo>
                  <a:cubicBezTo>
                    <a:pt x="228760" y="266851"/>
                    <a:pt x="219814" y="263020"/>
                    <a:pt x="211507" y="257913"/>
                  </a:cubicBezTo>
                  <a:lnTo>
                    <a:pt x="207673" y="259828"/>
                  </a:lnTo>
                  <a:lnTo>
                    <a:pt x="207034" y="259828"/>
                  </a:lnTo>
                  <a:cubicBezTo>
                    <a:pt x="215341" y="264297"/>
                    <a:pt x="220453" y="266851"/>
                    <a:pt x="221731" y="268127"/>
                  </a:cubicBezTo>
                  <a:cubicBezTo>
                    <a:pt x="231315" y="273873"/>
                    <a:pt x="234510" y="282172"/>
                    <a:pt x="230677" y="289833"/>
                  </a:cubicBezTo>
                  <a:cubicBezTo>
                    <a:pt x="228120" y="293663"/>
                    <a:pt x="224287" y="296855"/>
                    <a:pt x="219814" y="298771"/>
                  </a:cubicBezTo>
                  <a:cubicBezTo>
                    <a:pt x="217897" y="299409"/>
                    <a:pt x="215980" y="299409"/>
                    <a:pt x="214063" y="299409"/>
                  </a:cubicBezTo>
                  <a:cubicBezTo>
                    <a:pt x="210229" y="299409"/>
                    <a:pt x="207034" y="298132"/>
                    <a:pt x="204478" y="296217"/>
                  </a:cubicBezTo>
                  <a:cubicBezTo>
                    <a:pt x="200644" y="293663"/>
                    <a:pt x="198727" y="289195"/>
                    <a:pt x="198727" y="284726"/>
                  </a:cubicBezTo>
                  <a:cubicBezTo>
                    <a:pt x="198727" y="283449"/>
                    <a:pt x="198088" y="282811"/>
                    <a:pt x="197449" y="282172"/>
                  </a:cubicBezTo>
                  <a:lnTo>
                    <a:pt x="194893" y="280895"/>
                  </a:lnTo>
                  <a:lnTo>
                    <a:pt x="194893" y="284726"/>
                  </a:lnTo>
                  <a:cubicBezTo>
                    <a:pt x="202561" y="291748"/>
                    <a:pt x="202561" y="303878"/>
                    <a:pt x="195532" y="310900"/>
                  </a:cubicBezTo>
                  <a:cubicBezTo>
                    <a:pt x="192337" y="314730"/>
                    <a:pt x="187225" y="316646"/>
                    <a:pt x="182113" y="316646"/>
                  </a:cubicBezTo>
                  <a:cubicBezTo>
                    <a:pt x="171889" y="316646"/>
                    <a:pt x="163582" y="308346"/>
                    <a:pt x="163582" y="298132"/>
                  </a:cubicBezTo>
                  <a:cubicBezTo>
                    <a:pt x="163582" y="293025"/>
                    <a:pt x="165499" y="288556"/>
                    <a:pt x="169333" y="284726"/>
                  </a:cubicBezTo>
                  <a:lnTo>
                    <a:pt x="169333" y="280895"/>
                  </a:lnTo>
                  <a:lnTo>
                    <a:pt x="166777" y="282172"/>
                  </a:lnTo>
                  <a:cubicBezTo>
                    <a:pt x="165499" y="282811"/>
                    <a:pt x="165499" y="283449"/>
                    <a:pt x="165499" y="284726"/>
                  </a:cubicBezTo>
                  <a:cubicBezTo>
                    <a:pt x="165499" y="289195"/>
                    <a:pt x="163582" y="293663"/>
                    <a:pt x="159748" y="296217"/>
                  </a:cubicBezTo>
                  <a:cubicBezTo>
                    <a:pt x="157192" y="298132"/>
                    <a:pt x="153358" y="299409"/>
                    <a:pt x="150164" y="299409"/>
                  </a:cubicBezTo>
                  <a:cubicBezTo>
                    <a:pt x="148246" y="299409"/>
                    <a:pt x="146329" y="299409"/>
                    <a:pt x="144412" y="298771"/>
                  </a:cubicBezTo>
                  <a:cubicBezTo>
                    <a:pt x="139939" y="297494"/>
                    <a:pt x="136106" y="294302"/>
                    <a:pt x="133549" y="289833"/>
                  </a:cubicBezTo>
                  <a:cubicBezTo>
                    <a:pt x="129716" y="282172"/>
                    <a:pt x="132911" y="273873"/>
                    <a:pt x="142496" y="268127"/>
                  </a:cubicBezTo>
                  <a:cubicBezTo>
                    <a:pt x="144412" y="266851"/>
                    <a:pt x="149524" y="264297"/>
                    <a:pt x="157192" y="259828"/>
                  </a:cubicBezTo>
                  <a:lnTo>
                    <a:pt x="156553" y="259828"/>
                  </a:lnTo>
                  <a:lnTo>
                    <a:pt x="152719" y="257913"/>
                  </a:lnTo>
                  <a:cubicBezTo>
                    <a:pt x="144412" y="263020"/>
                    <a:pt x="135466" y="267489"/>
                    <a:pt x="125881" y="270043"/>
                  </a:cubicBezTo>
                  <a:lnTo>
                    <a:pt x="125881" y="270043"/>
                  </a:lnTo>
                  <a:cubicBezTo>
                    <a:pt x="124604" y="270681"/>
                    <a:pt x="122686" y="270681"/>
                    <a:pt x="121409" y="270681"/>
                  </a:cubicBezTo>
                  <a:cubicBezTo>
                    <a:pt x="119492" y="270681"/>
                    <a:pt x="118214" y="270043"/>
                    <a:pt x="116297" y="269404"/>
                  </a:cubicBezTo>
                  <a:cubicBezTo>
                    <a:pt x="114380" y="268766"/>
                    <a:pt x="112463" y="266851"/>
                    <a:pt x="111824" y="264297"/>
                  </a:cubicBezTo>
                  <a:cubicBezTo>
                    <a:pt x="109268" y="257913"/>
                    <a:pt x="105434" y="252167"/>
                    <a:pt x="100322" y="247699"/>
                  </a:cubicBezTo>
                  <a:cubicBezTo>
                    <a:pt x="76040" y="227270"/>
                    <a:pt x="63260" y="197265"/>
                    <a:pt x="65816" y="165984"/>
                  </a:cubicBezTo>
                  <a:cubicBezTo>
                    <a:pt x="67094" y="138533"/>
                    <a:pt x="82430" y="114273"/>
                    <a:pt x="106712" y="101505"/>
                  </a:cubicBezTo>
                  <a:cubicBezTo>
                    <a:pt x="125243" y="91291"/>
                    <a:pt x="127799" y="93845"/>
                    <a:pt x="129076" y="95121"/>
                  </a:cubicBezTo>
                  <a:cubicBezTo>
                    <a:pt x="134189" y="100229"/>
                    <a:pt x="128438" y="106613"/>
                    <a:pt x="125243" y="110443"/>
                  </a:cubicBezTo>
                  <a:cubicBezTo>
                    <a:pt x="115658" y="121296"/>
                    <a:pt x="109268" y="135341"/>
                    <a:pt x="107351" y="150024"/>
                  </a:cubicBezTo>
                  <a:cubicBezTo>
                    <a:pt x="106712" y="153216"/>
                    <a:pt x="106712" y="157046"/>
                    <a:pt x="106712" y="160238"/>
                  </a:cubicBezTo>
                  <a:cubicBezTo>
                    <a:pt x="106712" y="188966"/>
                    <a:pt x="119492" y="209395"/>
                    <a:pt x="148246" y="227908"/>
                  </a:cubicBezTo>
                  <a:cubicBezTo>
                    <a:pt x="151441" y="229823"/>
                    <a:pt x="161665" y="235569"/>
                    <a:pt x="169333" y="239399"/>
                  </a:cubicBezTo>
                  <a:lnTo>
                    <a:pt x="169333" y="236846"/>
                  </a:lnTo>
                  <a:lnTo>
                    <a:pt x="157831" y="230462"/>
                  </a:lnTo>
                  <a:cubicBezTo>
                    <a:pt x="155275" y="229185"/>
                    <a:pt x="153997" y="225993"/>
                    <a:pt x="154636" y="223439"/>
                  </a:cubicBezTo>
                  <a:cubicBezTo>
                    <a:pt x="128438" y="212587"/>
                    <a:pt x="111185" y="186412"/>
                    <a:pt x="111185" y="158323"/>
                  </a:cubicBezTo>
                  <a:cubicBezTo>
                    <a:pt x="111185" y="129595"/>
                    <a:pt x="128438" y="104059"/>
                    <a:pt x="154636" y="92568"/>
                  </a:cubicBezTo>
                  <a:cubicBezTo>
                    <a:pt x="154636" y="91291"/>
                    <a:pt x="154636" y="90653"/>
                    <a:pt x="153997" y="89376"/>
                  </a:cubicBezTo>
                  <a:cubicBezTo>
                    <a:pt x="153358" y="86184"/>
                    <a:pt x="154636" y="82353"/>
                    <a:pt x="156553" y="79800"/>
                  </a:cubicBezTo>
                  <a:cubicBezTo>
                    <a:pt x="156553" y="79800"/>
                    <a:pt x="169333" y="66393"/>
                    <a:pt x="173167" y="60648"/>
                  </a:cubicBezTo>
                  <a:cubicBezTo>
                    <a:pt x="175084" y="57456"/>
                    <a:pt x="178279" y="55541"/>
                    <a:pt x="181474" y="55541"/>
                  </a:cubicBezTo>
                  <a:lnTo>
                    <a:pt x="181474" y="55541"/>
                  </a:lnTo>
                  <a:cubicBezTo>
                    <a:pt x="185308" y="56179"/>
                    <a:pt x="188503" y="58094"/>
                    <a:pt x="189781" y="61286"/>
                  </a:cubicBezTo>
                  <a:cubicBezTo>
                    <a:pt x="193615" y="66393"/>
                    <a:pt x="206395" y="79800"/>
                    <a:pt x="206395" y="79800"/>
                  </a:cubicBezTo>
                  <a:lnTo>
                    <a:pt x="206395" y="79800"/>
                  </a:lnTo>
                  <a:cubicBezTo>
                    <a:pt x="208951" y="82353"/>
                    <a:pt x="209590" y="85545"/>
                    <a:pt x="208951" y="89376"/>
                  </a:cubicBezTo>
                  <a:cubicBezTo>
                    <a:pt x="208951" y="90014"/>
                    <a:pt x="208951" y="91291"/>
                    <a:pt x="208312" y="92568"/>
                  </a:cubicBezTo>
                  <a:cubicBezTo>
                    <a:pt x="234510" y="103421"/>
                    <a:pt x="251763" y="129595"/>
                    <a:pt x="251763" y="158323"/>
                  </a:cubicBezTo>
                  <a:cubicBezTo>
                    <a:pt x="251763" y="187051"/>
                    <a:pt x="234510" y="212587"/>
                    <a:pt x="208312" y="223439"/>
                  </a:cubicBezTo>
                  <a:cubicBezTo>
                    <a:pt x="208951" y="226631"/>
                    <a:pt x="207673" y="229185"/>
                    <a:pt x="205117" y="230462"/>
                  </a:cubicBezTo>
                  <a:lnTo>
                    <a:pt x="193615" y="236846"/>
                  </a:lnTo>
                  <a:lnTo>
                    <a:pt x="193615" y="239399"/>
                  </a:lnTo>
                  <a:cubicBezTo>
                    <a:pt x="201283" y="235569"/>
                    <a:pt x="211507" y="229823"/>
                    <a:pt x="214702" y="227908"/>
                  </a:cubicBezTo>
                  <a:cubicBezTo>
                    <a:pt x="244095" y="209395"/>
                    <a:pt x="256236" y="188966"/>
                    <a:pt x="256236" y="160238"/>
                  </a:cubicBezTo>
                  <a:cubicBezTo>
                    <a:pt x="256236" y="157046"/>
                    <a:pt x="256236" y="153216"/>
                    <a:pt x="255597" y="150024"/>
                  </a:cubicBezTo>
                  <a:cubicBezTo>
                    <a:pt x="253680" y="135341"/>
                    <a:pt x="247290" y="121934"/>
                    <a:pt x="237705" y="110443"/>
                  </a:cubicBezTo>
                  <a:cubicBezTo>
                    <a:pt x="234510" y="106613"/>
                    <a:pt x="228760" y="100229"/>
                    <a:pt x="233872" y="95121"/>
                  </a:cubicBezTo>
                  <a:cubicBezTo>
                    <a:pt x="235788" y="93206"/>
                    <a:pt x="237705" y="91291"/>
                    <a:pt x="256236" y="101505"/>
                  </a:cubicBezTo>
                  <a:cubicBezTo>
                    <a:pt x="280518" y="114273"/>
                    <a:pt x="295854" y="138533"/>
                    <a:pt x="297132" y="165984"/>
                  </a:cubicBezTo>
                  <a:cubicBezTo>
                    <a:pt x="300966" y="197265"/>
                    <a:pt x="287547" y="227908"/>
                    <a:pt x="263904" y="247699"/>
                  </a:cubicBezTo>
                  <a:close/>
                </a:path>
              </a:pathLst>
            </a:custGeom>
            <a:solidFill>
              <a:srgbClr val="012169"/>
            </a:solidFill>
            <a:ln w="6390" cap="flat">
              <a:noFill/>
              <a:prstDash val="solid"/>
              <a:miter/>
            </a:ln>
          </p:spPr>
          <p:txBody>
            <a:bodyPr rtlCol="0" anchor="ctr"/>
            <a:lstStyle/>
            <a:p>
              <a:endParaRPr lang="en-US"/>
            </a:p>
          </p:txBody>
        </p:sp>
        <p:sp>
          <p:nvSpPr>
            <p:cNvPr id="304" name="Graphic 4">
              <a:extLst>
                <a:ext uri="{FF2B5EF4-FFF2-40B4-BE49-F238E27FC236}">
                  <a16:creationId xmlns:a16="http://schemas.microsoft.com/office/drawing/2014/main" id="{EB8791B9-6453-0A4B-A488-DA19DC60C490}"/>
                </a:ext>
              </a:extLst>
            </p:cNvPr>
            <p:cNvSpPr/>
            <p:nvPr/>
          </p:nvSpPr>
          <p:spPr>
            <a:xfrm>
              <a:off x="6340734" y="2156671"/>
              <a:ext cx="27937" cy="25593"/>
            </a:xfrm>
            <a:custGeom>
              <a:avLst/>
              <a:gdLst>
                <a:gd name="connsiteX0" fmla="*/ 0 w 27937"/>
                <a:gd name="connsiteY0" fmla="*/ 5746 h 25593"/>
                <a:gd name="connsiteX1" fmla="*/ 7029 w 27937"/>
                <a:gd name="connsiteY1" fmla="*/ 9576 h 25593"/>
                <a:gd name="connsiteX2" fmla="*/ 13419 w 27937"/>
                <a:gd name="connsiteY2" fmla="*/ 20429 h 25593"/>
                <a:gd name="connsiteX3" fmla="*/ 15336 w 27937"/>
                <a:gd name="connsiteY3" fmla="*/ 24259 h 25593"/>
                <a:gd name="connsiteX4" fmla="*/ 22365 w 27937"/>
                <a:gd name="connsiteY4" fmla="*/ 24897 h 25593"/>
                <a:gd name="connsiteX5" fmla="*/ 27477 w 27937"/>
                <a:gd name="connsiteY5" fmla="*/ 21067 h 25593"/>
                <a:gd name="connsiteX6" fmla="*/ 22365 w 27937"/>
                <a:gd name="connsiteY6" fmla="*/ 12130 h 25593"/>
                <a:gd name="connsiteX7" fmla="*/ 0 w 27937"/>
                <a:gd name="connsiteY7" fmla="*/ 0 h 25593"/>
                <a:gd name="connsiteX8" fmla="*/ 0 w 27937"/>
                <a:gd name="connsiteY8" fmla="*/ 5746 h 25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937" h="25593">
                  <a:moveTo>
                    <a:pt x="0" y="5746"/>
                  </a:moveTo>
                  <a:lnTo>
                    <a:pt x="7029" y="9576"/>
                  </a:lnTo>
                  <a:cubicBezTo>
                    <a:pt x="10863" y="12130"/>
                    <a:pt x="13419" y="15960"/>
                    <a:pt x="13419" y="20429"/>
                  </a:cubicBezTo>
                  <a:cubicBezTo>
                    <a:pt x="13419" y="21706"/>
                    <a:pt x="14058" y="23621"/>
                    <a:pt x="15336" y="24259"/>
                  </a:cubicBezTo>
                  <a:cubicBezTo>
                    <a:pt x="17253" y="25536"/>
                    <a:pt x="19809" y="26174"/>
                    <a:pt x="22365" y="24897"/>
                  </a:cubicBezTo>
                  <a:cubicBezTo>
                    <a:pt x="24282" y="24259"/>
                    <a:pt x="26199" y="22982"/>
                    <a:pt x="27477" y="21067"/>
                  </a:cubicBezTo>
                  <a:cubicBezTo>
                    <a:pt x="28755" y="17875"/>
                    <a:pt x="27477" y="14683"/>
                    <a:pt x="22365" y="12130"/>
                  </a:cubicBezTo>
                  <a:cubicBezTo>
                    <a:pt x="20448" y="10853"/>
                    <a:pt x="10863" y="5746"/>
                    <a:pt x="0" y="0"/>
                  </a:cubicBezTo>
                  <a:lnTo>
                    <a:pt x="0" y="5746"/>
                  </a:lnTo>
                  <a:close/>
                </a:path>
              </a:pathLst>
            </a:custGeom>
            <a:solidFill>
              <a:srgbClr val="012169"/>
            </a:solidFill>
            <a:ln w="6390" cap="flat">
              <a:noFill/>
              <a:prstDash val="solid"/>
              <a:miter/>
            </a:ln>
          </p:spPr>
          <p:txBody>
            <a:bodyPr rtlCol="0" anchor="ctr"/>
            <a:lstStyle/>
            <a:p>
              <a:endParaRPr lang="en-US"/>
            </a:p>
          </p:txBody>
        </p:sp>
        <p:sp>
          <p:nvSpPr>
            <p:cNvPr id="305" name="Graphic 4">
              <a:extLst>
                <a:ext uri="{FF2B5EF4-FFF2-40B4-BE49-F238E27FC236}">
                  <a16:creationId xmlns:a16="http://schemas.microsoft.com/office/drawing/2014/main" id="{DD0E244D-2A24-7E4E-AC01-A70CDE5A9C14}"/>
                </a:ext>
              </a:extLst>
            </p:cNvPr>
            <p:cNvSpPr/>
            <p:nvPr/>
          </p:nvSpPr>
          <p:spPr>
            <a:xfrm>
              <a:off x="6324759" y="2134966"/>
              <a:ext cx="6389" cy="37027"/>
            </a:xfrm>
            <a:custGeom>
              <a:avLst/>
              <a:gdLst>
                <a:gd name="connsiteX0" fmla="*/ 3195 w 6389"/>
                <a:gd name="connsiteY0" fmla="*/ 638 h 37027"/>
                <a:gd name="connsiteX1" fmla="*/ 0 w 6389"/>
                <a:gd name="connsiteY1" fmla="*/ 0 h 37027"/>
                <a:gd name="connsiteX2" fmla="*/ 0 w 6389"/>
                <a:gd name="connsiteY2" fmla="*/ 37027 h 37027"/>
                <a:gd name="connsiteX3" fmla="*/ 3195 w 6389"/>
                <a:gd name="connsiteY3" fmla="*/ 37027 h 37027"/>
                <a:gd name="connsiteX4" fmla="*/ 6390 w 6389"/>
                <a:gd name="connsiteY4" fmla="*/ 37027 h 37027"/>
                <a:gd name="connsiteX5" fmla="*/ 6390 w 6389"/>
                <a:gd name="connsiteY5" fmla="*/ 0 h 37027"/>
                <a:gd name="connsiteX6" fmla="*/ 3195 w 6389"/>
                <a:gd name="connsiteY6" fmla="*/ 638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9" h="37027">
                  <a:moveTo>
                    <a:pt x="3195" y="638"/>
                  </a:moveTo>
                  <a:cubicBezTo>
                    <a:pt x="1917" y="638"/>
                    <a:pt x="639" y="638"/>
                    <a:pt x="0" y="0"/>
                  </a:cubicBezTo>
                  <a:lnTo>
                    <a:pt x="0" y="37027"/>
                  </a:lnTo>
                  <a:cubicBezTo>
                    <a:pt x="1278" y="37027"/>
                    <a:pt x="2556" y="37027"/>
                    <a:pt x="3195" y="37027"/>
                  </a:cubicBezTo>
                  <a:cubicBezTo>
                    <a:pt x="4473" y="37027"/>
                    <a:pt x="5112" y="37027"/>
                    <a:pt x="6390" y="37027"/>
                  </a:cubicBezTo>
                  <a:lnTo>
                    <a:pt x="6390" y="0"/>
                  </a:lnTo>
                  <a:cubicBezTo>
                    <a:pt x="5112" y="638"/>
                    <a:pt x="3834" y="638"/>
                    <a:pt x="3195" y="638"/>
                  </a:cubicBezTo>
                  <a:close/>
                </a:path>
              </a:pathLst>
            </a:custGeom>
            <a:solidFill>
              <a:srgbClr val="012169"/>
            </a:solidFill>
            <a:ln w="6390" cap="flat">
              <a:noFill/>
              <a:prstDash val="solid"/>
              <a:miter/>
            </a:ln>
          </p:spPr>
          <p:txBody>
            <a:bodyPr rtlCol="0" anchor="ctr"/>
            <a:lstStyle/>
            <a:p>
              <a:endParaRPr lang="en-US"/>
            </a:p>
          </p:txBody>
        </p:sp>
      </p:grpSp>
      <p:grpSp>
        <p:nvGrpSpPr>
          <p:cNvPr id="306" name="Graphic 4">
            <a:extLst>
              <a:ext uri="{FF2B5EF4-FFF2-40B4-BE49-F238E27FC236}">
                <a16:creationId xmlns:a16="http://schemas.microsoft.com/office/drawing/2014/main" id="{24A6AE12-7427-F54B-80FB-976F3D944954}"/>
              </a:ext>
            </a:extLst>
          </p:cNvPr>
          <p:cNvGrpSpPr/>
          <p:nvPr/>
        </p:nvGrpSpPr>
        <p:grpSpPr>
          <a:xfrm>
            <a:off x="6146480" y="3339623"/>
            <a:ext cx="362309" cy="361971"/>
            <a:chOff x="6146480" y="3339623"/>
            <a:chExt cx="362309" cy="361971"/>
          </a:xfrm>
          <a:solidFill>
            <a:srgbClr val="012169"/>
          </a:solidFill>
        </p:grpSpPr>
        <p:sp>
          <p:nvSpPr>
            <p:cNvPr id="307" name="Graphic 4">
              <a:extLst>
                <a:ext uri="{FF2B5EF4-FFF2-40B4-BE49-F238E27FC236}">
                  <a16:creationId xmlns:a16="http://schemas.microsoft.com/office/drawing/2014/main" id="{C5D40E8E-A073-9741-B6C7-19C7EF11066F}"/>
                </a:ext>
              </a:extLst>
            </p:cNvPr>
            <p:cNvSpPr/>
            <p:nvPr/>
          </p:nvSpPr>
          <p:spPr>
            <a:xfrm>
              <a:off x="6342012" y="3477517"/>
              <a:ext cx="22364" cy="14044"/>
            </a:xfrm>
            <a:custGeom>
              <a:avLst/>
              <a:gdLst>
                <a:gd name="connsiteX0" fmla="*/ 22365 w 22364"/>
                <a:gd name="connsiteY0" fmla="*/ 8299 h 14044"/>
                <a:gd name="connsiteX1" fmla="*/ 22365 w 22364"/>
                <a:gd name="connsiteY1" fmla="*/ 0 h 14044"/>
                <a:gd name="connsiteX2" fmla="*/ 0 w 22364"/>
                <a:gd name="connsiteY2" fmla="*/ 0 h 14044"/>
                <a:gd name="connsiteX3" fmla="*/ 0 w 22364"/>
                <a:gd name="connsiteY3" fmla="*/ 14045 h 14044"/>
                <a:gd name="connsiteX4" fmla="*/ 17253 w 22364"/>
                <a:gd name="connsiteY4" fmla="*/ 14045 h 14044"/>
                <a:gd name="connsiteX5" fmla="*/ 22365 w 22364"/>
                <a:gd name="connsiteY5" fmla="*/ 8299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64" h="14044">
                  <a:moveTo>
                    <a:pt x="22365" y="8299"/>
                  </a:moveTo>
                  <a:lnTo>
                    <a:pt x="22365" y="0"/>
                  </a:lnTo>
                  <a:lnTo>
                    <a:pt x="0" y="0"/>
                  </a:lnTo>
                  <a:lnTo>
                    <a:pt x="0" y="14045"/>
                  </a:lnTo>
                  <a:lnTo>
                    <a:pt x="17253" y="14045"/>
                  </a:lnTo>
                  <a:cubicBezTo>
                    <a:pt x="17892" y="10853"/>
                    <a:pt x="19809" y="8938"/>
                    <a:pt x="22365" y="8299"/>
                  </a:cubicBezTo>
                  <a:close/>
                </a:path>
              </a:pathLst>
            </a:custGeom>
            <a:solidFill>
              <a:srgbClr val="012169"/>
            </a:solidFill>
            <a:ln w="6390" cap="flat">
              <a:noFill/>
              <a:prstDash val="solid"/>
              <a:miter/>
            </a:ln>
          </p:spPr>
          <p:txBody>
            <a:bodyPr rtlCol="0" anchor="ctr"/>
            <a:lstStyle/>
            <a:p>
              <a:endParaRPr lang="en-US"/>
            </a:p>
          </p:txBody>
        </p:sp>
        <p:sp>
          <p:nvSpPr>
            <p:cNvPr id="308" name="Graphic 4">
              <a:extLst>
                <a:ext uri="{FF2B5EF4-FFF2-40B4-BE49-F238E27FC236}">
                  <a16:creationId xmlns:a16="http://schemas.microsoft.com/office/drawing/2014/main" id="{44866EA3-7937-C847-9C74-F2DCF9B14E69}"/>
                </a:ext>
              </a:extLst>
            </p:cNvPr>
            <p:cNvSpPr/>
            <p:nvPr/>
          </p:nvSpPr>
          <p:spPr>
            <a:xfrm>
              <a:off x="6218686" y="3446236"/>
              <a:ext cx="218535" cy="176197"/>
            </a:xfrm>
            <a:custGeom>
              <a:avLst/>
              <a:gdLst>
                <a:gd name="connsiteX0" fmla="*/ 0 w 218535"/>
                <a:gd name="connsiteY0" fmla="*/ 0 h 176197"/>
                <a:gd name="connsiteX1" fmla="*/ 6390 w 218535"/>
                <a:gd name="connsiteY1" fmla="*/ 14045 h 176197"/>
                <a:gd name="connsiteX2" fmla="*/ 15975 w 218535"/>
                <a:gd name="connsiteY2" fmla="*/ 14045 h 176197"/>
                <a:gd name="connsiteX3" fmla="*/ 22365 w 218535"/>
                <a:gd name="connsiteY3" fmla="*/ 17875 h 176197"/>
                <a:gd name="connsiteX4" fmla="*/ 24282 w 218535"/>
                <a:gd name="connsiteY4" fmla="*/ 21705 h 176197"/>
                <a:gd name="connsiteX5" fmla="*/ 46008 w 218535"/>
                <a:gd name="connsiteY5" fmla="*/ 21705 h 176197"/>
                <a:gd name="connsiteX6" fmla="*/ 53036 w 218535"/>
                <a:gd name="connsiteY6" fmla="*/ 28728 h 176197"/>
                <a:gd name="connsiteX7" fmla="*/ 53036 w 218535"/>
                <a:gd name="connsiteY7" fmla="*/ 28728 h 176197"/>
                <a:gd name="connsiteX8" fmla="*/ 53036 w 218535"/>
                <a:gd name="connsiteY8" fmla="*/ 41496 h 176197"/>
                <a:gd name="connsiteX9" fmla="*/ 40895 w 218535"/>
                <a:gd name="connsiteY9" fmla="*/ 54264 h 176197"/>
                <a:gd name="connsiteX10" fmla="*/ 26199 w 218535"/>
                <a:gd name="connsiteY10" fmla="*/ 54264 h 176197"/>
                <a:gd name="connsiteX11" fmla="*/ 26199 w 218535"/>
                <a:gd name="connsiteY11" fmla="*/ 59371 h 176197"/>
                <a:gd name="connsiteX12" fmla="*/ 46008 w 218535"/>
                <a:gd name="connsiteY12" fmla="*/ 59371 h 176197"/>
                <a:gd name="connsiteX13" fmla="*/ 53036 w 218535"/>
                <a:gd name="connsiteY13" fmla="*/ 66393 h 176197"/>
                <a:gd name="connsiteX14" fmla="*/ 53036 w 218535"/>
                <a:gd name="connsiteY14" fmla="*/ 66393 h 176197"/>
                <a:gd name="connsiteX15" fmla="*/ 52398 w 218535"/>
                <a:gd name="connsiteY15" fmla="*/ 176198 h 176197"/>
                <a:gd name="connsiteX16" fmla="*/ 63899 w 218535"/>
                <a:gd name="connsiteY16" fmla="*/ 176198 h 176197"/>
                <a:gd name="connsiteX17" fmla="*/ 63260 w 218535"/>
                <a:gd name="connsiteY17" fmla="*/ 66393 h 176197"/>
                <a:gd name="connsiteX18" fmla="*/ 70289 w 218535"/>
                <a:gd name="connsiteY18" fmla="*/ 59371 h 176197"/>
                <a:gd name="connsiteX19" fmla="*/ 70289 w 218535"/>
                <a:gd name="connsiteY19" fmla="*/ 59371 h 176197"/>
                <a:gd name="connsiteX20" fmla="*/ 148247 w 218535"/>
                <a:gd name="connsiteY20" fmla="*/ 59371 h 176197"/>
                <a:gd name="connsiteX21" fmla="*/ 155275 w 218535"/>
                <a:gd name="connsiteY21" fmla="*/ 66393 h 176197"/>
                <a:gd name="connsiteX22" fmla="*/ 155275 w 218535"/>
                <a:gd name="connsiteY22" fmla="*/ 66393 h 176197"/>
                <a:gd name="connsiteX23" fmla="*/ 154637 w 218535"/>
                <a:gd name="connsiteY23" fmla="*/ 176198 h 176197"/>
                <a:gd name="connsiteX24" fmla="*/ 165499 w 218535"/>
                <a:gd name="connsiteY24" fmla="*/ 176198 h 176197"/>
                <a:gd name="connsiteX25" fmla="*/ 164860 w 218535"/>
                <a:gd name="connsiteY25" fmla="*/ 66393 h 176197"/>
                <a:gd name="connsiteX26" fmla="*/ 171889 w 218535"/>
                <a:gd name="connsiteY26" fmla="*/ 59371 h 176197"/>
                <a:gd name="connsiteX27" fmla="*/ 171889 w 218535"/>
                <a:gd name="connsiteY27" fmla="*/ 59371 h 176197"/>
                <a:gd name="connsiteX28" fmla="*/ 191698 w 218535"/>
                <a:gd name="connsiteY28" fmla="*/ 59371 h 176197"/>
                <a:gd name="connsiteX29" fmla="*/ 191698 w 218535"/>
                <a:gd name="connsiteY29" fmla="*/ 54264 h 176197"/>
                <a:gd name="connsiteX30" fmla="*/ 177001 w 218535"/>
                <a:gd name="connsiteY30" fmla="*/ 54264 h 176197"/>
                <a:gd name="connsiteX31" fmla="*/ 164860 w 218535"/>
                <a:gd name="connsiteY31" fmla="*/ 41496 h 176197"/>
                <a:gd name="connsiteX32" fmla="*/ 164860 w 218535"/>
                <a:gd name="connsiteY32" fmla="*/ 28728 h 176197"/>
                <a:gd name="connsiteX33" fmla="*/ 171889 w 218535"/>
                <a:gd name="connsiteY33" fmla="*/ 21705 h 176197"/>
                <a:gd name="connsiteX34" fmla="*/ 171889 w 218535"/>
                <a:gd name="connsiteY34" fmla="*/ 21705 h 176197"/>
                <a:gd name="connsiteX35" fmla="*/ 194254 w 218535"/>
                <a:gd name="connsiteY35" fmla="*/ 21705 h 176197"/>
                <a:gd name="connsiteX36" fmla="*/ 196171 w 218535"/>
                <a:gd name="connsiteY36" fmla="*/ 17875 h 176197"/>
                <a:gd name="connsiteX37" fmla="*/ 202561 w 218535"/>
                <a:gd name="connsiteY37" fmla="*/ 14045 h 176197"/>
                <a:gd name="connsiteX38" fmla="*/ 212146 w 218535"/>
                <a:gd name="connsiteY38" fmla="*/ 14045 h 176197"/>
                <a:gd name="connsiteX39" fmla="*/ 218536 w 218535"/>
                <a:gd name="connsiteY39" fmla="*/ 0 h 176197"/>
                <a:gd name="connsiteX40" fmla="*/ 109907 w 218535"/>
                <a:gd name="connsiteY40" fmla="*/ 12129 h 176197"/>
                <a:gd name="connsiteX41" fmla="*/ 0 w 218535"/>
                <a:gd name="connsiteY41" fmla="*/ 0 h 176197"/>
                <a:gd name="connsiteX42" fmla="*/ 104795 w 218535"/>
                <a:gd name="connsiteY42" fmla="*/ 47241 h 176197"/>
                <a:gd name="connsiteX43" fmla="*/ 97766 w 218535"/>
                <a:gd name="connsiteY43" fmla="*/ 54264 h 176197"/>
                <a:gd name="connsiteX44" fmla="*/ 75401 w 218535"/>
                <a:gd name="connsiteY44" fmla="*/ 54264 h 176197"/>
                <a:gd name="connsiteX45" fmla="*/ 63260 w 218535"/>
                <a:gd name="connsiteY45" fmla="*/ 41496 h 176197"/>
                <a:gd name="connsiteX46" fmla="*/ 63260 w 218535"/>
                <a:gd name="connsiteY46" fmla="*/ 28728 h 176197"/>
                <a:gd name="connsiteX47" fmla="*/ 70289 w 218535"/>
                <a:gd name="connsiteY47" fmla="*/ 21705 h 176197"/>
                <a:gd name="connsiteX48" fmla="*/ 70289 w 218535"/>
                <a:gd name="connsiteY48" fmla="*/ 21705 h 176197"/>
                <a:gd name="connsiteX49" fmla="*/ 97127 w 218535"/>
                <a:gd name="connsiteY49" fmla="*/ 21705 h 176197"/>
                <a:gd name="connsiteX50" fmla="*/ 104156 w 218535"/>
                <a:gd name="connsiteY50" fmla="*/ 28728 h 176197"/>
                <a:gd name="connsiteX51" fmla="*/ 104156 w 218535"/>
                <a:gd name="connsiteY51" fmla="*/ 28728 h 176197"/>
                <a:gd name="connsiteX52" fmla="*/ 104795 w 218535"/>
                <a:gd name="connsiteY52" fmla="*/ 47241 h 176197"/>
                <a:gd name="connsiteX53" fmla="*/ 113741 w 218535"/>
                <a:gd name="connsiteY53" fmla="*/ 29366 h 176197"/>
                <a:gd name="connsiteX54" fmla="*/ 120770 w 218535"/>
                <a:gd name="connsiteY54" fmla="*/ 22344 h 176197"/>
                <a:gd name="connsiteX55" fmla="*/ 120770 w 218535"/>
                <a:gd name="connsiteY55" fmla="*/ 22344 h 176197"/>
                <a:gd name="connsiteX56" fmla="*/ 147607 w 218535"/>
                <a:gd name="connsiteY56" fmla="*/ 22344 h 176197"/>
                <a:gd name="connsiteX57" fmla="*/ 154637 w 218535"/>
                <a:gd name="connsiteY57" fmla="*/ 29366 h 176197"/>
                <a:gd name="connsiteX58" fmla="*/ 154637 w 218535"/>
                <a:gd name="connsiteY58" fmla="*/ 29366 h 176197"/>
                <a:gd name="connsiteX59" fmla="*/ 154637 w 218535"/>
                <a:gd name="connsiteY59" fmla="*/ 42134 h 176197"/>
                <a:gd name="connsiteX60" fmla="*/ 141857 w 218535"/>
                <a:gd name="connsiteY60" fmla="*/ 54902 h 176197"/>
                <a:gd name="connsiteX61" fmla="*/ 120131 w 218535"/>
                <a:gd name="connsiteY61" fmla="*/ 54902 h 176197"/>
                <a:gd name="connsiteX62" fmla="*/ 113102 w 218535"/>
                <a:gd name="connsiteY62" fmla="*/ 47880 h 176197"/>
                <a:gd name="connsiteX63" fmla="*/ 113741 w 218535"/>
                <a:gd name="connsiteY63" fmla="*/ 29366 h 176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218535" h="176197">
                  <a:moveTo>
                    <a:pt x="0" y="0"/>
                  </a:moveTo>
                  <a:lnTo>
                    <a:pt x="6390" y="14045"/>
                  </a:lnTo>
                  <a:lnTo>
                    <a:pt x="15975" y="14045"/>
                  </a:lnTo>
                  <a:cubicBezTo>
                    <a:pt x="18531" y="14045"/>
                    <a:pt x="21087" y="15321"/>
                    <a:pt x="22365" y="17875"/>
                  </a:cubicBezTo>
                  <a:lnTo>
                    <a:pt x="24282" y="21705"/>
                  </a:lnTo>
                  <a:lnTo>
                    <a:pt x="46008" y="21705"/>
                  </a:lnTo>
                  <a:cubicBezTo>
                    <a:pt x="49841" y="21705"/>
                    <a:pt x="53036" y="24897"/>
                    <a:pt x="53036" y="28728"/>
                  </a:cubicBezTo>
                  <a:lnTo>
                    <a:pt x="53036" y="28728"/>
                  </a:lnTo>
                  <a:lnTo>
                    <a:pt x="53036" y="41496"/>
                  </a:lnTo>
                  <a:cubicBezTo>
                    <a:pt x="49841" y="46603"/>
                    <a:pt x="46008" y="51072"/>
                    <a:pt x="40895" y="54264"/>
                  </a:cubicBezTo>
                  <a:lnTo>
                    <a:pt x="26199" y="54264"/>
                  </a:lnTo>
                  <a:lnTo>
                    <a:pt x="26199" y="59371"/>
                  </a:lnTo>
                  <a:lnTo>
                    <a:pt x="46008" y="59371"/>
                  </a:lnTo>
                  <a:cubicBezTo>
                    <a:pt x="49841" y="59371"/>
                    <a:pt x="53036" y="62563"/>
                    <a:pt x="53036" y="66393"/>
                  </a:cubicBezTo>
                  <a:lnTo>
                    <a:pt x="53036" y="66393"/>
                  </a:lnTo>
                  <a:lnTo>
                    <a:pt x="52398" y="176198"/>
                  </a:lnTo>
                  <a:lnTo>
                    <a:pt x="63899" y="176198"/>
                  </a:lnTo>
                  <a:lnTo>
                    <a:pt x="63260" y="66393"/>
                  </a:lnTo>
                  <a:cubicBezTo>
                    <a:pt x="63260" y="62563"/>
                    <a:pt x="66455" y="59371"/>
                    <a:pt x="70289" y="59371"/>
                  </a:cubicBezTo>
                  <a:cubicBezTo>
                    <a:pt x="70289" y="59371"/>
                    <a:pt x="70289" y="59371"/>
                    <a:pt x="70289" y="59371"/>
                  </a:cubicBezTo>
                  <a:lnTo>
                    <a:pt x="148247" y="59371"/>
                  </a:lnTo>
                  <a:cubicBezTo>
                    <a:pt x="152080" y="59371"/>
                    <a:pt x="155275" y="62563"/>
                    <a:pt x="155275" y="66393"/>
                  </a:cubicBezTo>
                  <a:lnTo>
                    <a:pt x="155275" y="66393"/>
                  </a:lnTo>
                  <a:lnTo>
                    <a:pt x="154637" y="176198"/>
                  </a:lnTo>
                  <a:lnTo>
                    <a:pt x="165499" y="176198"/>
                  </a:lnTo>
                  <a:lnTo>
                    <a:pt x="164860" y="66393"/>
                  </a:lnTo>
                  <a:cubicBezTo>
                    <a:pt x="164860" y="62563"/>
                    <a:pt x="168055" y="59371"/>
                    <a:pt x="171889" y="59371"/>
                  </a:cubicBezTo>
                  <a:cubicBezTo>
                    <a:pt x="171889" y="59371"/>
                    <a:pt x="171889" y="59371"/>
                    <a:pt x="171889" y="59371"/>
                  </a:cubicBezTo>
                  <a:lnTo>
                    <a:pt x="191698" y="59371"/>
                  </a:lnTo>
                  <a:lnTo>
                    <a:pt x="191698" y="54264"/>
                  </a:lnTo>
                  <a:lnTo>
                    <a:pt x="177001" y="54264"/>
                  </a:lnTo>
                  <a:cubicBezTo>
                    <a:pt x="171889" y="51072"/>
                    <a:pt x="167416" y="46603"/>
                    <a:pt x="164860" y="41496"/>
                  </a:cubicBezTo>
                  <a:lnTo>
                    <a:pt x="164860" y="28728"/>
                  </a:lnTo>
                  <a:cubicBezTo>
                    <a:pt x="164860" y="24897"/>
                    <a:pt x="168055" y="21705"/>
                    <a:pt x="171889" y="21705"/>
                  </a:cubicBezTo>
                  <a:lnTo>
                    <a:pt x="171889" y="21705"/>
                  </a:lnTo>
                  <a:lnTo>
                    <a:pt x="194254" y="21705"/>
                  </a:lnTo>
                  <a:lnTo>
                    <a:pt x="196171" y="17875"/>
                  </a:lnTo>
                  <a:cubicBezTo>
                    <a:pt x="197449" y="15321"/>
                    <a:pt x="200005" y="14045"/>
                    <a:pt x="202561" y="14045"/>
                  </a:cubicBezTo>
                  <a:lnTo>
                    <a:pt x="212146" y="14045"/>
                  </a:lnTo>
                  <a:lnTo>
                    <a:pt x="218536" y="0"/>
                  </a:lnTo>
                  <a:cubicBezTo>
                    <a:pt x="182752" y="7661"/>
                    <a:pt x="146329" y="12129"/>
                    <a:pt x="109907" y="12129"/>
                  </a:cubicBezTo>
                  <a:cubicBezTo>
                    <a:pt x="72845" y="12129"/>
                    <a:pt x="35783" y="8299"/>
                    <a:pt x="0" y="0"/>
                  </a:cubicBezTo>
                  <a:close/>
                  <a:moveTo>
                    <a:pt x="104795" y="47241"/>
                  </a:moveTo>
                  <a:cubicBezTo>
                    <a:pt x="104795" y="51072"/>
                    <a:pt x="101600" y="54264"/>
                    <a:pt x="97766" y="54264"/>
                  </a:cubicBezTo>
                  <a:lnTo>
                    <a:pt x="75401" y="54264"/>
                  </a:lnTo>
                  <a:cubicBezTo>
                    <a:pt x="70289" y="51072"/>
                    <a:pt x="65816" y="46603"/>
                    <a:pt x="63260" y="41496"/>
                  </a:cubicBezTo>
                  <a:lnTo>
                    <a:pt x="63260" y="28728"/>
                  </a:lnTo>
                  <a:cubicBezTo>
                    <a:pt x="63260" y="24897"/>
                    <a:pt x="66455" y="21705"/>
                    <a:pt x="70289" y="21705"/>
                  </a:cubicBezTo>
                  <a:lnTo>
                    <a:pt x="70289" y="21705"/>
                  </a:lnTo>
                  <a:lnTo>
                    <a:pt x="97127" y="21705"/>
                  </a:lnTo>
                  <a:cubicBezTo>
                    <a:pt x="100961" y="21705"/>
                    <a:pt x="104156" y="24897"/>
                    <a:pt x="104156" y="28728"/>
                  </a:cubicBezTo>
                  <a:lnTo>
                    <a:pt x="104156" y="28728"/>
                  </a:lnTo>
                  <a:lnTo>
                    <a:pt x="104795" y="47241"/>
                  </a:lnTo>
                  <a:close/>
                  <a:moveTo>
                    <a:pt x="113741" y="29366"/>
                  </a:moveTo>
                  <a:cubicBezTo>
                    <a:pt x="113741" y="25536"/>
                    <a:pt x="116936" y="22344"/>
                    <a:pt x="120770" y="22344"/>
                  </a:cubicBezTo>
                  <a:lnTo>
                    <a:pt x="120770" y="22344"/>
                  </a:lnTo>
                  <a:lnTo>
                    <a:pt x="147607" y="22344"/>
                  </a:lnTo>
                  <a:cubicBezTo>
                    <a:pt x="151442" y="22344"/>
                    <a:pt x="154637" y="25536"/>
                    <a:pt x="154637" y="29366"/>
                  </a:cubicBezTo>
                  <a:lnTo>
                    <a:pt x="154637" y="29366"/>
                  </a:lnTo>
                  <a:lnTo>
                    <a:pt x="154637" y="42134"/>
                  </a:lnTo>
                  <a:cubicBezTo>
                    <a:pt x="151442" y="47241"/>
                    <a:pt x="146969" y="51710"/>
                    <a:pt x="141857" y="54902"/>
                  </a:cubicBezTo>
                  <a:lnTo>
                    <a:pt x="120131" y="54902"/>
                  </a:lnTo>
                  <a:cubicBezTo>
                    <a:pt x="116297" y="54902"/>
                    <a:pt x="113102" y="51710"/>
                    <a:pt x="113102" y="47880"/>
                  </a:cubicBezTo>
                  <a:lnTo>
                    <a:pt x="113741" y="29366"/>
                  </a:lnTo>
                  <a:close/>
                </a:path>
              </a:pathLst>
            </a:custGeom>
            <a:solidFill>
              <a:srgbClr val="012169"/>
            </a:solidFill>
            <a:ln w="6390" cap="flat">
              <a:noFill/>
              <a:prstDash val="solid"/>
              <a:miter/>
            </a:ln>
          </p:spPr>
          <p:txBody>
            <a:bodyPr rtlCol="0" anchor="ctr"/>
            <a:lstStyle/>
            <a:p>
              <a:endParaRPr lang="en-US"/>
            </a:p>
          </p:txBody>
        </p:sp>
        <p:sp>
          <p:nvSpPr>
            <p:cNvPr id="309" name="Graphic 4">
              <a:extLst>
                <a:ext uri="{FF2B5EF4-FFF2-40B4-BE49-F238E27FC236}">
                  <a16:creationId xmlns:a16="http://schemas.microsoft.com/office/drawing/2014/main" id="{48003384-61A4-3A40-83F7-34C2C64F9851}"/>
                </a:ext>
              </a:extLst>
            </p:cNvPr>
            <p:cNvSpPr/>
            <p:nvPr/>
          </p:nvSpPr>
          <p:spPr>
            <a:xfrm>
              <a:off x="6290893" y="3476879"/>
              <a:ext cx="23003" cy="14044"/>
            </a:xfrm>
            <a:custGeom>
              <a:avLst/>
              <a:gdLst>
                <a:gd name="connsiteX0" fmla="*/ 0 w 23003"/>
                <a:gd name="connsiteY0" fmla="*/ 8938 h 14044"/>
                <a:gd name="connsiteX1" fmla="*/ 5112 w 23003"/>
                <a:gd name="connsiteY1" fmla="*/ 14045 h 14044"/>
                <a:gd name="connsiteX2" fmla="*/ 23004 w 23003"/>
                <a:gd name="connsiteY2" fmla="*/ 14045 h 14044"/>
                <a:gd name="connsiteX3" fmla="*/ 23004 w 23003"/>
                <a:gd name="connsiteY3" fmla="*/ 0 h 14044"/>
                <a:gd name="connsiteX4" fmla="*/ 639 w 23003"/>
                <a:gd name="connsiteY4" fmla="*/ 0 h 14044"/>
                <a:gd name="connsiteX5" fmla="*/ 639 w 23003"/>
                <a:gd name="connsiteY5" fmla="*/ 8938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03" h="14044">
                  <a:moveTo>
                    <a:pt x="0" y="8938"/>
                  </a:moveTo>
                  <a:cubicBezTo>
                    <a:pt x="2556" y="9576"/>
                    <a:pt x="4473" y="11491"/>
                    <a:pt x="5112" y="14045"/>
                  </a:cubicBezTo>
                  <a:lnTo>
                    <a:pt x="23004" y="14045"/>
                  </a:lnTo>
                  <a:lnTo>
                    <a:pt x="23004" y="0"/>
                  </a:lnTo>
                  <a:lnTo>
                    <a:pt x="639" y="0"/>
                  </a:lnTo>
                  <a:lnTo>
                    <a:pt x="639" y="8938"/>
                  </a:lnTo>
                  <a:close/>
                </a:path>
              </a:pathLst>
            </a:custGeom>
            <a:solidFill>
              <a:srgbClr val="012169"/>
            </a:solidFill>
            <a:ln w="6390" cap="flat">
              <a:noFill/>
              <a:prstDash val="solid"/>
              <a:miter/>
            </a:ln>
          </p:spPr>
          <p:txBody>
            <a:bodyPr rtlCol="0" anchor="ctr"/>
            <a:lstStyle/>
            <a:p>
              <a:endParaRPr lang="en-US"/>
            </a:p>
          </p:txBody>
        </p:sp>
        <p:sp>
          <p:nvSpPr>
            <p:cNvPr id="310" name="Graphic 4">
              <a:extLst>
                <a:ext uri="{FF2B5EF4-FFF2-40B4-BE49-F238E27FC236}">
                  <a16:creationId xmlns:a16="http://schemas.microsoft.com/office/drawing/2014/main" id="{744011E7-39EF-3A4D-8A71-86E93799DB4F}"/>
                </a:ext>
              </a:extLst>
            </p:cNvPr>
            <p:cNvSpPr/>
            <p:nvPr/>
          </p:nvSpPr>
          <p:spPr>
            <a:xfrm>
              <a:off x="6146480" y="33396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301605 w 362309"/>
                <a:gd name="connsiteY6" fmla="*/ 106613 h 361971"/>
                <a:gd name="connsiteX7" fmla="*/ 292659 w 362309"/>
                <a:gd name="connsiteY7" fmla="*/ 126403 h 361971"/>
                <a:gd name="connsiteX8" fmla="*/ 286269 w 362309"/>
                <a:gd name="connsiteY8" fmla="*/ 130872 h 361971"/>
                <a:gd name="connsiteX9" fmla="*/ 276684 w 362309"/>
                <a:gd name="connsiteY9" fmla="*/ 130872 h 361971"/>
                <a:gd name="connsiteX10" fmla="*/ 274767 w 362309"/>
                <a:gd name="connsiteY10" fmla="*/ 134702 h 361971"/>
                <a:gd name="connsiteX11" fmla="*/ 268377 w 362309"/>
                <a:gd name="connsiteY11" fmla="*/ 138533 h 361971"/>
                <a:gd name="connsiteX12" fmla="*/ 247290 w 362309"/>
                <a:gd name="connsiteY12" fmla="*/ 138533 h 361971"/>
                <a:gd name="connsiteX13" fmla="*/ 247290 w 362309"/>
                <a:gd name="connsiteY13" fmla="*/ 146832 h 361971"/>
                <a:gd name="connsiteX14" fmla="*/ 252403 w 362309"/>
                <a:gd name="connsiteY14" fmla="*/ 151939 h 361971"/>
                <a:gd name="connsiteX15" fmla="*/ 267099 w 362309"/>
                <a:gd name="connsiteY15" fmla="*/ 151939 h 361971"/>
                <a:gd name="connsiteX16" fmla="*/ 274128 w 362309"/>
                <a:gd name="connsiteY16" fmla="*/ 158961 h 361971"/>
                <a:gd name="connsiteX17" fmla="*/ 274128 w 362309"/>
                <a:gd name="connsiteY17" fmla="*/ 158961 h 361971"/>
                <a:gd name="connsiteX18" fmla="*/ 274128 w 362309"/>
                <a:gd name="connsiteY18" fmla="*/ 168537 h 361971"/>
                <a:gd name="connsiteX19" fmla="*/ 267099 w 362309"/>
                <a:gd name="connsiteY19" fmla="*/ 175560 h 361971"/>
                <a:gd name="connsiteX20" fmla="*/ 267099 w 362309"/>
                <a:gd name="connsiteY20" fmla="*/ 175560 h 361971"/>
                <a:gd name="connsiteX21" fmla="*/ 247290 w 362309"/>
                <a:gd name="connsiteY21" fmla="*/ 175560 h 361971"/>
                <a:gd name="connsiteX22" fmla="*/ 247929 w 362309"/>
                <a:gd name="connsiteY22" fmla="*/ 285364 h 361971"/>
                <a:gd name="connsiteX23" fmla="*/ 240900 w 362309"/>
                <a:gd name="connsiteY23" fmla="*/ 292386 h 361971"/>
                <a:gd name="connsiteX24" fmla="*/ 240900 w 362309"/>
                <a:gd name="connsiteY24" fmla="*/ 292386 h 361971"/>
                <a:gd name="connsiteX25" fmla="*/ 225565 w 362309"/>
                <a:gd name="connsiteY25" fmla="*/ 292386 h 361971"/>
                <a:gd name="connsiteX26" fmla="*/ 218536 w 362309"/>
                <a:gd name="connsiteY26" fmla="*/ 285364 h 361971"/>
                <a:gd name="connsiteX27" fmla="*/ 218536 w 362309"/>
                <a:gd name="connsiteY27" fmla="*/ 285364 h 361971"/>
                <a:gd name="connsiteX28" fmla="*/ 219175 w 362309"/>
                <a:gd name="connsiteY28" fmla="*/ 175560 h 361971"/>
                <a:gd name="connsiteX29" fmla="*/ 145690 w 362309"/>
                <a:gd name="connsiteY29" fmla="*/ 175560 h 361971"/>
                <a:gd name="connsiteX30" fmla="*/ 146329 w 362309"/>
                <a:gd name="connsiteY30" fmla="*/ 285364 h 361971"/>
                <a:gd name="connsiteX31" fmla="*/ 139301 w 362309"/>
                <a:gd name="connsiteY31" fmla="*/ 292386 h 361971"/>
                <a:gd name="connsiteX32" fmla="*/ 139301 w 362309"/>
                <a:gd name="connsiteY32" fmla="*/ 292386 h 361971"/>
                <a:gd name="connsiteX33" fmla="*/ 122048 w 362309"/>
                <a:gd name="connsiteY33" fmla="*/ 292386 h 361971"/>
                <a:gd name="connsiteX34" fmla="*/ 115019 w 362309"/>
                <a:gd name="connsiteY34" fmla="*/ 285364 h 361971"/>
                <a:gd name="connsiteX35" fmla="*/ 115019 w 362309"/>
                <a:gd name="connsiteY35" fmla="*/ 285364 h 361971"/>
                <a:gd name="connsiteX36" fmla="*/ 115658 w 362309"/>
                <a:gd name="connsiteY36" fmla="*/ 175560 h 361971"/>
                <a:gd name="connsiteX37" fmla="*/ 95849 w 362309"/>
                <a:gd name="connsiteY37" fmla="*/ 175560 h 361971"/>
                <a:gd name="connsiteX38" fmla="*/ 88820 w 362309"/>
                <a:gd name="connsiteY38" fmla="*/ 168537 h 361971"/>
                <a:gd name="connsiteX39" fmla="*/ 88820 w 362309"/>
                <a:gd name="connsiteY39" fmla="*/ 168537 h 361971"/>
                <a:gd name="connsiteX40" fmla="*/ 88820 w 362309"/>
                <a:gd name="connsiteY40" fmla="*/ 158961 h 361971"/>
                <a:gd name="connsiteX41" fmla="*/ 95849 w 362309"/>
                <a:gd name="connsiteY41" fmla="*/ 151939 h 361971"/>
                <a:gd name="connsiteX42" fmla="*/ 95849 w 362309"/>
                <a:gd name="connsiteY42" fmla="*/ 151939 h 361971"/>
                <a:gd name="connsiteX43" fmla="*/ 110546 w 362309"/>
                <a:gd name="connsiteY43" fmla="*/ 151939 h 361971"/>
                <a:gd name="connsiteX44" fmla="*/ 115658 w 362309"/>
                <a:gd name="connsiteY44" fmla="*/ 146832 h 361971"/>
                <a:gd name="connsiteX45" fmla="*/ 115658 w 362309"/>
                <a:gd name="connsiteY45" fmla="*/ 138533 h 361971"/>
                <a:gd name="connsiteX46" fmla="*/ 95210 w 362309"/>
                <a:gd name="connsiteY46" fmla="*/ 138533 h 361971"/>
                <a:gd name="connsiteX47" fmla="*/ 88820 w 362309"/>
                <a:gd name="connsiteY47" fmla="*/ 134702 h 361971"/>
                <a:gd name="connsiteX48" fmla="*/ 86903 w 362309"/>
                <a:gd name="connsiteY48" fmla="*/ 130872 h 361971"/>
                <a:gd name="connsiteX49" fmla="*/ 77318 w 362309"/>
                <a:gd name="connsiteY49" fmla="*/ 130872 h 361971"/>
                <a:gd name="connsiteX50" fmla="*/ 70928 w 362309"/>
                <a:gd name="connsiteY50" fmla="*/ 126403 h 361971"/>
                <a:gd name="connsiteX51" fmla="*/ 61982 w 362309"/>
                <a:gd name="connsiteY51" fmla="*/ 106613 h 361971"/>
                <a:gd name="connsiteX52" fmla="*/ 65177 w 362309"/>
                <a:gd name="connsiteY52" fmla="*/ 97037 h 361971"/>
                <a:gd name="connsiteX53" fmla="*/ 70289 w 362309"/>
                <a:gd name="connsiteY53" fmla="*/ 96398 h 361971"/>
                <a:gd name="connsiteX54" fmla="*/ 183391 w 362309"/>
                <a:gd name="connsiteY54" fmla="*/ 109166 h 361971"/>
                <a:gd name="connsiteX55" fmla="*/ 294576 w 362309"/>
                <a:gd name="connsiteY55" fmla="*/ 96398 h 361971"/>
                <a:gd name="connsiteX56" fmla="*/ 303522 w 362309"/>
                <a:gd name="connsiteY56" fmla="*/ 101505 h 361971"/>
                <a:gd name="connsiteX57" fmla="*/ 301605 w 362309"/>
                <a:gd name="connsiteY57" fmla="*/ 106613 h 361971"/>
                <a:gd name="connsiteX58" fmla="*/ 301605 w 362309"/>
                <a:gd name="connsiteY58" fmla="*/ 10661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1077"/>
                    <a:pt x="281157" y="0"/>
                    <a:pt x="181474" y="0"/>
                  </a:cubicBezTo>
                  <a:close/>
                  <a:moveTo>
                    <a:pt x="301605" y="106613"/>
                  </a:moveTo>
                  <a:lnTo>
                    <a:pt x="292659" y="126403"/>
                  </a:lnTo>
                  <a:cubicBezTo>
                    <a:pt x="291381" y="128957"/>
                    <a:pt x="288825" y="130233"/>
                    <a:pt x="286269" y="130872"/>
                  </a:cubicBezTo>
                  <a:lnTo>
                    <a:pt x="276684" y="130872"/>
                  </a:lnTo>
                  <a:lnTo>
                    <a:pt x="274767" y="134702"/>
                  </a:lnTo>
                  <a:cubicBezTo>
                    <a:pt x="273489" y="137256"/>
                    <a:pt x="270933" y="138533"/>
                    <a:pt x="268377" y="138533"/>
                  </a:cubicBezTo>
                  <a:lnTo>
                    <a:pt x="247290" y="138533"/>
                  </a:lnTo>
                  <a:lnTo>
                    <a:pt x="247290" y="146832"/>
                  </a:lnTo>
                  <a:cubicBezTo>
                    <a:pt x="249846" y="147470"/>
                    <a:pt x="251763" y="149385"/>
                    <a:pt x="252403" y="151939"/>
                  </a:cubicBezTo>
                  <a:lnTo>
                    <a:pt x="267099" y="151939"/>
                  </a:lnTo>
                  <a:cubicBezTo>
                    <a:pt x="270933" y="151939"/>
                    <a:pt x="274128" y="155131"/>
                    <a:pt x="274128" y="158961"/>
                  </a:cubicBezTo>
                  <a:lnTo>
                    <a:pt x="274128" y="158961"/>
                  </a:lnTo>
                  <a:lnTo>
                    <a:pt x="274128" y="168537"/>
                  </a:lnTo>
                  <a:cubicBezTo>
                    <a:pt x="274128" y="172368"/>
                    <a:pt x="270933" y="175560"/>
                    <a:pt x="267099" y="175560"/>
                  </a:cubicBezTo>
                  <a:lnTo>
                    <a:pt x="267099" y="175560"/>
                  </a:lnTo>
                  <a:lnTo>
                    <a:pt x="247290" y="175560"/>
                  </a:lnTo>
                  <a:lnTo>
                    <a:pt x="247929" y="285364"/>
                  </a:lnTo>
                  <a:cubicBezTo>
                    <a:pt x="247929" y="289194"/>
                    <a:pt x="244735" y="292386"/>
                    <a:pt x="240900" y="292386"/>
                  </a:cubicBezTo>
                  <a:cubicBezTo>
                    <a:pt x="240900" y="292386"/>
                    <a:pt x="240900" y="292386"/>
                    <a:pt x="240900" y="292386"/>
                  </a:cubicBezTo>
                  <a:lnTo>
                    <a:pt x="225565" y="292386"/>
                  </a:lnTo>
                  <a:cubicBezTo>
                    <a:pt x="221731" y="292386"/>
                    <a:pt x="218536" y="289194"/>
                    <a:pt x="218536" y="285364"/>
                  </a:cubicBezTo>
                  <a:lnTo>
                    <a:pt x="218536" y="285364"/>
                  </a:lnTo>
                  <a:lnTo>
                    <a:pt x="219175" y="175560"/>
                  </a:lnTo>
                  <a:lnTo>
                    <a:pt x="145690" y="175560"/>
                  </a:lnTo>
                  <a:lnTo>
                    <a:pt x="146329" y="285364"/>
                  </a:lnTo>
                  <a:cubicBezTo>
                    <a:pt x="146329" y="289194"/>
                    <a:pt x="143134" y="292386"/>
                    <a:pt x="139301" y="292386"/>
                  </a:cubicBezTo>
                  <a:cubicBezTo>
                    <a:pt x="139301" y="292386"/>
                    <a:pt x="139301" y="292386"/>
                    <a:pt x="139301" y="292386"/>
                  </a:cubicBezTo>
                  <a:lnTo>
                    <a:pt x="122048" y="292386"/>
                  </a:lnTo>
                  <a:cubicBezTo>
                    <a:pt x="118214" y="292386"/>
                    <a:pt x="115019" y="289194"/>
                    <a:pt x="115019" y="285364"/>
                  </a:cubicBezTo>
                  <a:lnTo>
                    <a:pt x="115019" y="285364"/>
                  </a:lnTo>
                  <a:lnTo>
                    <a:pt x="115658" y="175560"/>
                  </a:lnTo>
                  <a:lnTo>
                    <a:pt x="95849" y="175560"/>
                  </a:lnTo>
                  <a:cubicBezTo>
                    <a:pt x="92015" y="175560"/>
                    <a:pt x="88820" y="172368"/>
                    <a:pt x="88820" y="168537"/>
                  </a:cubicBezTo>
                  <a:lnTo>
                    <a:pt x="88820" y="168537"/>
                  </a:lnTo>
                  <a:lnTo>
                    <a:pt x="88820" y="158961"/>
                  </a:lnTo>
                  <a:cubicBezTo>
                    <a:pt x="88820" y="155131"/>
                    <a:pt x="92015" y="151939"/>
                    <a:pt x="95849" y="151939"/>
                  </a:cubicBezTo>
                  <a:lnTo>
                    <a:pt x="95849" y="151939"/>
                  </a:lnTo>
                  <a:lnTo>
                    <a:pt x="110546" y="151939"/>
                  </a:lnTo>
                  <a:cubicBezTo>
                    <a:pt x="111185" y="149385"/>
                    <a:pt x="113102" y="147470"/>
                    <a:pt x="115658" y="146832"/>
                  </a:cubicBezTo>
                  <a:lnTo>
                    <a:pt x="115658" y="138533"/>
                  </a:lnTo>
                  <a:lnTo>
                    <a:pt x="95210" y="138533"/>
                  </a:lnTo>
                  <a:cubicBezTo>
                    <a:pt x="92654" y="138533"/>
                    <a:pt x="90098" y="137256"/>
                    <a:pt x="88820" y="134702"/>
                  </a:cubicBezTo>
                  <a:lnTo>
                    <a:pt x="86903" y="130872"/>
                  </a:lnTo>
                  <a:lnTo>
                    <a:pt x="77318" y="130872"/>
                  </a:lnTo>
                  <a:cubicBezTo>
                    <a:pt x="74762" y="130872"/>
                    <a:pt x="72206" y="128957"/>
                    <a:pt x="70928" y="126403"/>
                  </a:cubicBezTo>
                  <a:lnTo>
                    <a:pt x="61982" y="106613"/>
                  </a:lnTo>
                  <a:cubicBezTo>
                    <a:pt x="60065" y="102782"/>
                    <a:pt x="61982" y="98952"/>
                    <a:pt x="65177" y="97037"/>
                  </a:cubicBezTo>
                  <a:cubicBezTo>
                    <a:pt x="66455" y="96398"/>
                    <a:pt x="68372" y="96398"/>
                    <a:pt x="70289" y="96398"/>
                  </a:cubicBezTo>
                  <a:cubicBezTo>
                    <a:pt x="107351" y="104697"/>
                    <a:pt x="145051" y="109166"/>
                    <a:pt x="183391" y="109166"/>
                  </a:cubicBezTo>
                  <a:cubicBezTo>
                    <a:pt x="220453" y="109166"/>
                    <a:pt x="258153" y="104697"/>
                    <a:pt x="294576" y="96398"/>
                  </a:cubicBezTo>
                  <a:cubicBezTo>
                    <a:pt x="298410" y="95121"/>
                    <a:pt x="302244" y="97675"/>
                    <a:pt x="303522" y="101505"/>
                  </a:cubicBezTo>
                  <a:cubicBezTo>
                    <a:pt x="302883" y="103421"/>
                    <a:pt x="302883" y="104697"/>
                    <a:pt x="301605" y="106613"/>
                  </a:cubicBezTo>
                  <a:lnTo>
                    <a:pt x="301605" y="106613"/>
                  </a:lnTo>
                  <a:close/>
                </a:path>
              </a:pathLst>
            </a:custGeom>
            <a:solidFill>
              <a:srgbClr val="012169"/>
            </a:solidFill>
            <a:ln w="6390" cap="flat">
              <a:noFill/>
              <a:prstDash val="solid"/>
              <a:miter/>
            </a:ln>
          </p:spPr>
          <p:txBody>
            <a:bodyPr rtlCol="0" anchor="ctr"/>
            <a:lstStyle/>
            <a:p>
              <a:endParaRPr lang="en-US"/>
            </a:p>
          </p:txBody>
        </p:sp>
      </p:grpSp>
      <p:grpSp>
        <p:nvGrpSpPr>
          <p:cNvPr id="311" name="Graphic 4">
            <a:extLst>
              <a:ext uri="{FF2B5EF4-FFF2-40B4-BE49-F238E27FC236}">
                <a16:creationId xmlns:a16="http://schemas.microsoft.com/office/drawing/2014/main" id="{1B6F6BAC-BC0A-AE48-A1A5-76D77FDA2A4A}"/>
              </a:ext>
            </a:extLst>
          </p:cNvPr>
          <p:cNvGrpSpPr/>
          <p:nvPr/>
        </p:nvGrpSpPr>
        <p:grpSpPr>
          <a:xfrm>
            <a:off x="6146480" y="2855717"/>
            <a:ext cx="362309" cy="361971"/>
            <a:chOff x="6146480" y="2855717"/>
            <a:chExt cx="362309" cy="361971"/>
          </a:xfrm>
          <a:solidFill>
            <a:srgbClr val="012169"/>
          </a:solidFill>
        </p:grpSpPr>
        <p:sp>
          <p:nvSpPr>
            <p:cNvPr id="312" name="Graphic 4">
              <a:extLst>
                <a:ext uri="{FF2B5EF4-FFF2-40B4-BE49-F238E27FC236}">
                  <a16:creationId xmlns:a16="http://schemas.microsoft.com/office/drawing/2014/main" id="{32E54974-6134-4041-A558-8B3DADB048E5}"/>
                </a:ext>
              </a:extLst>
            </p:cNvPr>
            <p:cNvSpPr/>
            <p:nvPr/>
          </p:nvSpPr>
          <p:spPr>
            <a:xfrm>
              <a:off x="6337539" y="2987866"/>
              <a:ext cx="32588" cy="23620"/>
            </a:xfrm>
            <a:custGeom>
              <a:avLst/>
              <a:gdLst>
                <a:gd name="connsiteX0" fmla="*/ 29394 w 32588"/>
                <a:gd name="connsiteY0" fmla="*/ 0 h 23620"/>
                <a:gd name="connsiteX1" fmla="*/ 2556 w 32588"/>
                <a:gd name="connsiteY1" fmla="*/ 0 h 23620"/>
                <a:gd name="connsiteX2" fmla="*/ 0 w 32588"/>
                <a:gd name="connsiteY2" fmla="*/ 2554 h 23620"/>
                <a:gd name="connsiteX3" fmla="*/ 0 w 32588"/>
                <a:gd name="connsiteY3" fmla="*/ 2554 h 23620"/>
                <a:gd name="connsiteX4" fmla="*/ 0 w 32588"/>
                <a:gd name="connsiteY4" fmla="*/ 21067 h 23620"/>
                <a:gd name="connsiteX5" fmla="*/ 2556 w 32588"/>
                <a:gd name="connsiteY5" fmla="*/ 23621 h 23620"/>
                <a:gd name="connsiteX6" fmla="*/ 2556 w 32588"/>
                <a:gd name="connsiteY6" fmla="*/ 23621 h 23620"/>
                <a:gd name="connsiteX7" fmla="*/ 24282 w 32588"/>
                <a:gd name="connsiteY7" fmla="*/ 23621 h 23620"/>
                <a:gd name="connsiteX8" fmla="*/ 26838 w 32588"/>
                <a:gd name="connsiteY8" fmla="*/ 21067 h 23620"/>
                <a:gd name="connsiteX9" fmla="*/ 26838 w 32588"/>
                <a:gd name="connsiteY9" fmla="*/ 21067 h 23620"/>
                <a:gd name="connsiteX10" fmla="*/ 26838 w 32588"/>
                <a:gd name="connsiteY10" fmla="*/ 20429 h 23620"/>
                <a:gd name="connsiteX11" fmla="*/ 29394 w 32588"/>
                <a:gd name="connsiteY11" fmla="*/ 17875 h 23620"/>
                <a:gd name="connsiteX12" fmla="*/ 29394 w 32588"/>
                <a:gd name="connsiteY12" fmla="*/ 17875 h 23620"/>
                <a:gd name="connsiteX13" fmla="*/ 30033 w 32588"/>
                <a:gd name="connsiteY13" fmla="*/ 17875 h 23620"/>
                <a:gd name="connsiteX14" fmla="*/ 32589 w 32588"/>
                <a:gd name="connsiteY14" fmla="*/ 15322 h 23620"/>
                <a:gd name="connsiteX15" fmla="*/ 32589 w 32588"/>
                <a:gd name="connsiteY15" fmla="*/ 2554 h 23620"/>
                <a:gd name="connsiteX16" fmla="*/ 29394 w 32588"/>
                <a:gd name="connsiteY16" fmla="*/ 0 h 2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588" h="23620">
                  <a:moveTo>
                    <a:pt x="29394" y="0"/>
                  </a:moveTo>
                  <a:lnTo>
                    <a:pt x="2556" y="0"/>
                  </a:lnTo>
                  <a:cubicBezTo>
                    <a:pt x="1278" y="0"/>
                    <a:pt x="0" y="1277"/>
                    <a:pt x="0" y="2554"/>
                  </a:cubicBezTo>
                  <a:lnTo>
                    <a:pt x="0" y="2554"/>
                  </a:lnTo>
                  <a:lnTo>
                    <a:pt x="0" y="21067"/>
                  </a:lnTo>
                  <a:cubicBezTo>
                    <a:pt x="0" y="22344"/>
                    <a:pt x="1278" y="23621"/>
                    <a:pt x="2556" y="23621"/>
                  </a:cubicBezTo>
                  <a:lnTo>
                    <a:pt x="2556" y="23621"/>
                  </a:lnTo>
                  <a:lnTo>
                    <a:pt x="24282" y="23621"/>
                  </a:lnTo>
                  <a:cubicBezTo>
                    <a:pt x="25560" y="23621"/>
                    <a:pt x="26838" y="22344"/>
                    <a:pt x="26838" y="21067"/>
                  </a:cubicBezTo>
                  <a:cubicBezTo>
                    <a:pt x="26838" y="21067"/>
                    <a:pt x="26838" y="21067"/>
                    <a:pt x="26838" y="21067"/>
                  </a:cubicBezTo>
                  <a:lnTo>
                    <a:pt x="26838" y="20429"/>
                  </a:lnTo>
                  <a:cubicBezTo>
                    <a:pt x="26838" y="19152"/>
                    <a:pt x="28116" y="17875"/>
                    <a:pt x="29394" y="17875"/>
                  </a:cubicBezTo>
                  <a:lnTo>
                    <a:pt x="29394" y="17875"/>
                  </a:lnTo>
                  <a:lnTo>
                    <a:pt x="30033" y="17875"/>
                  </a:lnTo>
                  <a:cubicBezTo>
                    <a:pt x="31311" y="17875"/>
                    <a:pt x="32589" y="16598"/>
                    <a:pt x="32589" y="15322"/>
                  </a:cubicBezTo>
                  <a:lnTo>
                    <a:pt x="32589" y="2554"/>
                  </a:lnTo>
                  <a:cubicBezTo>
                    <a:pt x="31950" y="1277"/>
                    <a:pt x="30672" y="0"/>
                    <a:pt x="29394" y="0"/>
                  </a:cubicBezTo>
                  <a:close/>
                </a:path>
              </a:pathLst>
            </a:custGeom>
            <a:solidFill>
              <a:srgbClr val="012169"/>
            </a:solidFill>
            <a:ln w="6390" cap="flat">
              <a:noFill/>
              <a:prstDash val="solid"/>
              <a:miter/>
            </a:ln>
          </p:spPr>
          <p:txBody>
            <a:bodyPr rtlCol="0" anchor="ctr"/>
            <a:lstStyle/>
            <a:p>
              <a:endParaRPr lang="en-US"/>
            </a:p>
          </p:txBody>
        </p:sp>
        <p:sp>
          <p:nvSpPr>
            <p:cNvPr id="313" name="Graphic 4">
              <a:extLst>
                <a:ext uri="{FF2B5EF4-FFF2-40B4-BE49-F238E27FC236}">
                  <a16:creationId xmlns:a16="http://schemas.microsoft.com/office/drawing/2014/main" id="{1BD3E252-76B5-824E-9E4C-5E84EBAECDC6}"/>
                </a:ext>
              </a:extLst>
            </p:cNvPr>
            <p:cNvSpPr/>
            <p:nvPr/>
          </p:nvSpPr>
          <p:spPr>
            <a:xfrm>
              <a:off x="6286420" y="2987866"/>
              <a:ext cx="32588" cy="23620"/>
            </a:xfrm>
            <a:custGeom>
              <a:avLst/>
              <a:gdLst>
                <a:gd name="connsiteX0" fmla="*/ 29394 w 32588"/>
                <a:gd name="connsiteY0" fmla="*/ 0 h 23620"/>
                <a:gd name="connsiteX1" fmla="*/ 2556 w 32588"/>
                <a:gd name="connsiteY1" fmla="*/ 0 h 23620"/>
                <a:gd name="connsiteX2" fmla="*/ 0 w 32588"/>
                <a:gd name="connsiteY2" fmla="*/ 2554 h 23620"/>
                <a:gd name="connsiteX3" fmla="*/ 0 w 32588"/>
                <a:gd name="connsiteY3" fmla="*/ 2554 h 23620"/>
                <a:gd name="connsiteX4" fmla="*/ 0 w 32588"/>
                <a:gd name="connsiteY4" fmla="*/ 15322 h 23620"/>
                <a:gd name="connsiteX5" fmla="*/ 2556 w 32588"/>
                <a:gd name="connsiteY5" fmla="*/ 17875 h 23620"/>
                <a:gd name="connsiteX6" fmla="*/ 2556 w 32588"/>
                <a:gd name="connsiteY6" fmla="*/ 17875 h 23620"/>
                <a:gd name="connsiteX7" fmla="*/ 5112 w 32588"/>
                <a:gd name="connsiteY7" fmla="*/ 20429 h 23620"/>
                <a:gd name="connsiteX8" fmla="*/ 5112 w 32588"/>
                <a:gd name="connsiteY8" fmla="*/ 20429 h 23620"/>
                <a:gd name="connsiteX9" fmla="*/ 5112 w 32588"/>
                <a:gd name="connsiteY9" fmla="*/ 21067 h 23620"/>
                <a:gd name="connsiteX10" fmla="*/ 7668 w 32588"/>
                <a:gd name="connsiteY10" fmla="*/ 23621 h 23620"/>
                <a:gd name="connsiteX11" fmla="*/ 7668 w 32588"/>
                <a:gd name="connsiteY11" fmla="*/ 23621 h 23620"/>
                <a:gd name="connsiteX12" fmla="*/ 30033 w 32588"/>
                <a:gd name="connsiteY12" fmla="*/ 23621 h 23620"/>
                <a:gd name="connsiteX13" fmla="*/ 32589 w 32588"/>
                <a:gd name="connsiteY13" fmla="*/ 21067 h 23620"/>
                <a:gd name="connsiteX14" fmla="*/ 32589 w 32588"/>
                <a:gd name="connsiteY14" fmla="*/ 21067 h 23620"/>
                <a:gd name="connsiteX15" fmla="*/ 32589 w 32588"/>
                <a:gd name="connsiteY15" fmla="*/ 2554 h 23620"/>
                <a:gd name="connsiteX16" fmla="*/ 29394 w 32588"/>
                <a:gd name="connsiteY16" fmla="*/ 0 h 23620"/>
                <a:gd name="connsiteX17" fmla="*/ 29394 w 32588"/>
                <a:gd name="connsiteY17" fmla="*/ 0 h 2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588" h="23620">
                  <a:moveTo>
                    <a:pt x="29394" y="0"/>
                  </a:moveTo>
                  <a:lnTo>
                    <a:pt x="2556" y="0"/>
                  </a:lnTo>
                  <a:cubicBezTo>
                    <a:pt x="1278" y="0"/>
                    <a:pt x="0" y="1277"/>
                    <a:pt x="0" y="2554"/>
                  </a:cubicBezTo>
                  <a:lnTo>
                    <a:pt x="0" y="2554"/>
                  </a:lnTo>
                  <a:lnTo>
                    <a:pt x="0" y="15322"/>
                  </a:lnTo>
                  <a:cubicBezTo>
                    <a:pt x="0" y="16598"/>
                    <a:pt x="1278" y="17875"/>
                    <a:pt x="2556" y="17875"/>
                  </a:cubicBezTo>
                  <a:lnTo>
                    <a:pt x="2556" y="17875"/>
                  </a:lnTo>
                  <a:cubicBezTo>
                    <a:pt x="3834" y="17875"/>
                    <a:pt x="5112" y="19152"/>
                    <a:pt x="5112" y="20429"/>
                  </a:cubicBezTo>
                  <a:cubicBezTo>
                    <a:pt x="5112" y="20429"/>
                    <a:pt x="5112" y="20429"/>
                    <a:pt x="5112" y="20429"/>
                  </a:cubicBezTo>
                  <a:lnTo>
                    <a:pt x="5112" y="21067"/>
                  </a:lnTo>
                  <a:cubicBezTo>
                    <a:pt x="5112" y="22344"/>
                    <a:pt x="6390" y="23621"/>
                    <a:pt x="7668" y="23621"/>
                  </a:cubicBezTo>
                  <a:lnTo>
                    <a:pt x="7668" y="23621"/>
                  </a:lnTo>
                  <a:lnTo>
                    <a:pt x="30033" y="23621"/>
                  </a:lnTo>
                  <a:cubicBezTo>
                    <a:pt x="31311" y="23621"/>
                    <a:pt x="32589" y="22344"/>
                    <a:pt x="32589" y="21067"/>
                  </a:cubicBezTo>
                  <a:lnTo>
                    <a:pt x="32589" y="21067"/>
                  </a:lnTo>
                  <a:lnTo>
                    <a:pt x="32589" y="2554"/>
                  </a:lnTo>
                  <a:cubicBezTo>
                    <a:pt x="31950" y="1277"/>
                    <a:pt x="31311" y="0"/>
                    <a:pt x="29394" y="0"/>
                  </a:cubicBezTo>
                  <a:cubicBezTo>
                    <a:pt x="29394" y="0"/>
                    <a:pt x="29394" y="0"/>
                    <a:pt x="29394" y="0"/>
                  </a:cubicBezTo>
                  <a:close/>
                </a:path>
              </a:pathLst>
            </a:custGeom>
            <a:solidFill>
              <a:srgbClr val="012169"/>
            </a:solidFill>
            <a:ln w="6390" cap="flat">
              <a:noFill/>
              <a:prstDash val="solid"/>
              <a:miter/>
            </a:ln>
          </p:spPr>
          <p:txBody>
            <a:bodyPr rtlCol="0" anchor="ctr"/>
            <a:lstStyle/>
            <a:p>
              <a:endParaRPr lang="en-US"/>
            </a:p>
          </p:txBody>
        </p:sp>
        <p:sp>
          <p:nvSpPr>
            <p:cNvPr id="314" name="Graphic 4">
              <a:extLst>
                <a:ext uri="{FF2B5EF4-FFF2-40B4-BE49-F238E27FC236}">
                  <a16:creationId xmlns:a16="http://schemas.microsoft.com/office/drawing/2014/main" id="{6DC7AD7E-A37B-C34D-A545-A1C5FA20D324}"/>
                </a:ext>
              </a:extLst>
            </p:cNvPr>
            <p:cNvSpPr/>
            <p:nvPr/>
          </p:nvSpPr>
          <p:spPr>
            <a:xfrm>
              <a:off x="6146480" y="2855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97132 w 362309"/>
                <a:gd name="connsiteY6" fmla="*/ 104059 h 361971"/>
                <a:gd name="connsiteX7" fmla="*/ 288186 w 362309"/>
                <a:gd name="connsiteY7" fmla="*/ 123211 h 361971"/>
                <a:gd name="connsiteX8" fmla="*/ 286269 w 362309"/>
                <a:gd name="connsiteY8" fmla="*/ 124488 h 361971"/>
                <a:gd name="connsiteX9" fmla="*/ 275406 w 362309"/>
                <a:gd name="connsiteY9" fmla="*/ 124488 h 361971"/>
                <a:gd name="connsiteX10" fmla="*/ 273489 w 362309"/>
                <a:gd name="connsiteY10" fmla="*/ 125764 h 361971"/>
                <a:gd name="connsiteX11" fmla="*/ 270933 w 362309"/>
                <a:gd name="connsiteY11" fmla="*/ 130872 h 361971"/>
                <a:gd name="connsiteX12" fmla="*/ 269016 w 362309"/>
                <a:gd name="connsiteY12" fmla="*/ 132148 h 361971"/>
                <a:gd name="connsiteX13" fmla="*/ 245373 w 362309"/>
                <a:gd name="connsiteY13" fmla="*/ 132148 h 361971"/>
                <a:gd name="connsiteX14" fmla="*/ 242818 w 362309"/>
                <a:gd name="connsiteY14" fmla="*/ 134702 h 361971"/>
                <a:gd name="connsiteX15" fmla="*/ 242818 w 362309"/>
                <a:gd name="connsiteY15" fmla="*/ 134702 h 361971"/>
                <a:gd name="connsiteX16" fmla="*/ 242818 w 362309"/>
                <a:gd name="connsiteY16" fmla="*/ 147470 h 361971"/>
                <a:gd name="connsiteX17" fmla="*/ 245373 w 362309"/>
                <a:gd name="connsiteY17" fmla="*/ 150024 h 361971"/>
                <a:gd name="connsiteX18" fmla="*/ 245373 w 362309"/>
                <a:gd name="connsiteY18" fmla="*/ 150024 h 361971"/>
                <a:gd name="connsiteX19" fmla="*/ 247929 w 362309"/>
                <a:gd name="connsiteY19" fmla="*/ 152577 h 361971"/>
                <a:gd name="connsiteX20" fmla="*/ 247929 w 362309"/>
                <a:gd name="connsiteY20" fmla="*/ 152577 h 361971"/>
                <a:gd name="connsiteX21" fmla="*/ 247929 w 362309"/>
                <a:gd name="connsiteY21" fmla="*/ 153216 h 361971"/>
                <a:gd name="connsiteX22" fmla="*/ 250485 w 362309"/>
                <a:gd name="connsiteY22" fmla="*/ 155769 h 361971"/>
                <a:gd name="connsiteX23" fmla="*/ 250485 w 362309"/>
                <a:gd name="connsiteY23" fmla="*/ 155769 h 361971"/>
                <a:gd name="connsiteX24" fmla="*/ 267738 w 362309"/>
                <a:gd name="connsiteY24" fmla="*/ 155769 h 361971"/>
                <a:gd name="connsiteX25" fmla="*/ 270294 w 362309"/>
                <a:gd name="connsiteY25" fmla="*/ 158323 h 361971"/>
                <a:gd name="connsiteX26" fmla="*/ 270294 w 362309"/>
                <a:gd name="connsiteY26" fmla="*/ 158323 h 361971"/>
                <a:gd name="connsiteX27" fmla="*/ 270294 w 362309"/>
                <a:gd name="connsiteY27" fmla="*/ 167899 h 361971"/>
                <a:gd name="connsiteX28" fmla="*/ 267738 w 362309"/>
                <a:gd name="connsiteY28" fmla="*/ 170452 h 361971"/>
                <a:gd name="connsiteX29" fmla="*/ 267738 w 362309"/>
                <a:gd name="connsiteY29" fmla="*/ 170452 h 361971"/>
                <a:gd name="connsiteX30" fmla="*/ 245373 w 362309"/>
                <a:gd name="connsiteY30" fmla="*/ 170452 h 361971"/>
                <a:gd name="connsiteX31" fmla="*/ 242818 w 362309"/>
                <a:gd name="connsiteY31" fmla="*/ 173006 h 361971"/>
                <a:gd name="connsiteX32" fmla="*/ 242818 w 362309"/>
                <a:gd name="connsiteY32" fmla="*/ 173006 h 361971"/>
                <a:gd name="connsiteX33" fmla="*/ 243456 w 362309"/>
                <a:gd name="connsiteY33" fmla="*/ 284725 h 361971"/>
                <a:gd name="connsiteX34" fmla="*/ 240900 w 362309"/>
                <a:gd name="connsiteY34" fmla="*/ 287279 h 361971"/>
                <a:gd name="connsiteX35" fmla="*/ 240900 w 362309"/>
                <a:gd name="connsiteY35" fmla="*/ 287279 h 361971"/>
                <a:gd name="connsiteX36" fmla="*/ 225565 w 362309"/>
                <a:gd name="connsiteY36" fmla="*/ 287279 h 361971"/>
                <a:gd name="connsiteX37" fmla="*/ 223009 w 362309"/>
                <a:gd name="connsiteY37" fmla="*/ 284725 h 361971"/>
                <a:gd name="connsiteX38" fmla="*/ 223009 w 362309"/>
                <a:gd name="connsiteY38" fmla="*/ 284725 h 361971"/>
                <a:gd name="connsiteX39" fmla="*/ 223648 w 362309"/>
                <a:gd name="connsiteY39" fmla="*/ 173006 h 361971"/>
                <a:gd name="connsiteX40" fmla="*/ 221092 w 362309"/>
                <a:gd name="connsiteY40" fmla="*/ 170452 h 361971"/>
                <a:gd name="connsiteX41" fmla="*/ 221092 w 362309"/>
                <a:gd name="connsiteY41" fmla="*/ 170452 h 361971"/>
                <a:gd name="connsiteX42" fmla="*/ 143134 w 362309"/>
                <a:gd name="connsiteY42" fmla="*/ 170452 h 361971"/>
                <a:gd name="connsiteX43" fmla="*/ 140579 w 362309"/>
                <a:gd name="connsiteY43" fmla="*/ 173006 h 361971"/>
                <a:gd name="connsiteX44" fmla="*/ 140579 w 362309"/>
                <a:gd name="connsiteY44" fmla="*/ 173006 h 361971"/>
                <a:gd name="connsiteX45" fmla="*/ 141217 w 362309"/>
                <a:gd name="connsiteY45" fmla="*/ 284725 h 361971"/>
                <a:gd name="connsiteX46" fmla="*/ 138661 w 362309"/>
                <a:gd name="connsiteY46" fmla="*/ 287279 h 361971"/>
                <a:gd name="connsiteX47" fmla="*/ 138661 w 362309"/>
                <a:gd name="connsiteY47" fmla="*/ 287279 h 361971"/>
                <a:gd name="connsiteX48" fmla="*/ 122048 w 362309"/>
                <a:gd name="connsiteY48" fmla="*/ 287279 h 361971"/>
                <a:gd name="connsiteX49" fmla="*/ 119492 w 362309"/>
                <a:gd name="connsiteY49" fmla="*/ 284725 h 361971"/>
                <a:gd name="connsiteX50" fmla="*/ 119492 w 362309"/>
                <a:gd name="connsiteY50" fmla="*/ 284725 h 361971"/>
                <a:gd name="connsiteX51" fmla="*/ 120131 w 362309"/>
                <a:gd name="connsiteY51" fmla="*/ 173006 h 361971"/>
                <a:gd name="connsiteX52" fmla="*/ 117575 w 362309"/>
                <a:gd name="connsiteY52" fmla="*/ 170452 h 361971"/>
                <a:gd name="connsiteX53" fmla="*/ 117575 w 362309"/>
                <a:gd name="connsiteY53" fmla="*/ 170452 h 361971"/>
                <a:gd name="connsiteX54" fmla="*/ 95210 w 362309"/>
                <a:gd name="connsiteY54" fmla="*/ 170452 h 361971"/>
                <a:gd name="connsiteX55" fmla="*/ 92654 w 362309"/>
                <a:gd name="connsiteY55" fmla="*/ 167899 h 361971"/>
                <a:gd name="connsiteX56" fmla="*/ 92654 w 362309"/>
                <a:gd name="connsiteY56" fmla="*/ 158323 h 361971"/>
                <a:gd name="connsiteX57" fmla="*/ 95210 w 362309"/>
                <a:gd name="connsiteY57" fmla="*/ 155769 h 361971"/>
                <a:gd name="connsiteX58" fmla="*/ 112463 w 362309"/>
                <a:gd name="connsiteY58" fmla="*/ 155769 h 361971"/>
                <a:gd name="connsiteX59" fmla="*/ 115019 w 362309"/>
                <a:gd name="connsiteY59" fmla="*/ 153216 h 361971"/>
                <a:gd name="connsiteX60" fmla="*/ 115019 w 362309"/>
                <a:gd name="connsiteY60" fmla="*/ 153216 h 361971"/>
                <a:gd name="connsiteX61" fmla="*/ 115019 w 362309"/>
                <a:gd name="connsiteY61" fmla="*/ 152577 h 361971"/>
                <a:gd name="connsiteX62" fmla="*/ 117575 w 362309"/>
                <a:gd name="connsiteY62" fmla="*/ 150024 h 361971"/>
                <a:gd name="connsiteX63" fmla="*/ 117575 w 362309"/>
                <a:gd name="connsiteY63" fmla="*/ 150024 h 361971"/>
                <a:gd name="connsiteX64" fmla="*/ 117575 w 362309"/>
                <a:gd name="connsiteY64" fmla="*/ 150024 h 361971"/>
                <a:gd name="connsiteX65" fmla="*/ 120131 w 362309"/>
                <a:gd name="connsiteY65" fmla="*/ 147470 h 361971"/>
                <a:gd name="connsiteX66" fmla="*/ 120131 w 362309"/>
                <a:gd name="connsiteY66" fmla="*/ 134702 h 361971"/>
                <a:gd name="connsiteX67" fmla="*/ 117575 w 362309"/>
                <a:gd name="connsiteY67" fmla="*/ 132148 h 361971"/>
                <a:gd name="connsiteX68" fmla="*/ 117575 w 362309"/>
                <a:gd name="connsiteY68" fmla="*/ 132148 h 361971"/>
                <a:gd name="connsiteX69" fmla="*/ 94571 w 362309"/>
                <a:gd name="connsiteY69" fmla="*/ 132148 h 361971"/>
                <a:gd name="connsiteX70" fmla="*/ 92654 w 362309"/>
                <a:gd name="connsiteY70" fmla="*/ 130872 h 361971"/>
                <a:gd name="connsiteX71" fmla="*/ 90098 w 362309"/>
                <a:gd name="connsiteY71" fmla="*/ 125764 h 361971"/>
                <a:gd name="connsiteX72" fmla="*/ 88181 w 362309"/>
                <a:gd name="connsiteY72" fmla="*/ 124488 h 361971"/>
                <a:gd name="connsiteX73" fmla="*/ 77318 w 362309"/>
                <a:gd name="connsiteY73" fmla="*/ 124488 h 361971"/>
                <a:gd name="connsiteX74" fmla="*/ 75401 w 362309"/>
                <a:gd name="connsiteY74" fmla="*/ 123211 h 361971"/>
                <a:gd name="connsiteX75" fmla="*/ 66455 w 362309"/>
                <a:gd name="connsiteY75" fmla="*/ 104059 h 361971"/>
                <a:gd name="connsiteX76" fmla="*/ 67733 w 362309"/>
                <a:gd name="connsiteY76" fmla="*/ 100867 h 361971"/>
                <a:gd name="connsiteX77" fmla="*/ 69650 w 362309"/>
                <a:gd name="connsiteY77" fmla="*/ 100867 h 361971"/>
                <a:gd name="connsiteX78" fmla="*/ 183391 w 362309"/>
                <a:gd name="connsiteY78" fmla="*/ 113635 h 361971"/>
                <a:gd name="connsiteX79" fmla="*/ 295215 w 362309"/>
                <a:gd name="connsiteY79" fmla="*/ 100867 h 361971"/>
                <a:gd name="connsiteX80" fmla="*/ 298410 w 362309"/>
                <a:gd name="connsiteY80" fmla="*/ 102782 h 361971"/>
                <a:gd name="connsiteX81" fmla="*/ 297132 w 362309"/>
                <a:gd name="connsiteY81" fmla="*/ 10405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62309" h="361971">
                  <a:moveTo>
                    <a:pt x="181474" y="0"/>
                  </a:moveTo>
                  <a:cubicBezTo>
                    <a:pt x="81152" y="0"/>
                    <a:pt x="0" y="81076"/>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309" y="81076"/>
                    <a:pt x="281157" y="0"/>
                    <a:pt x="181474" y="0"/>
                  </a:cubicBezTo>
                  <a:close/>
                  <a:moveTo>
                    <a:pt x="297132" y="104059"/>
                  </a:moveTo>
                  <a:lnTo>
                    <a:pt x="288186" y="123211"/>
                  </a:lnTo>
                  <a:cubicBezTo>
                    <a:pt x="287547" y="123849"/>
                    <a:pt x="286908" y="124488"/>
                    <a:pt x="286269" y="124488"/>
                  </a:cubicBezTo>
                  <a:lnTo>
                    <a:pt x="275406" y="124488"/>
                  </a:lnTo>
                  <a:cubicBezTo>
                    <a:pt x="274767" y="124488"/>
                    <a:pt x="273489" y="125126"/>
                    <a:pt x="273489" y="125764"/>
                  </a:cubicBezTo>
                  <a:lnTo>
                    <a:pt x="270933" y="130872"/>
                  </a:lnTo>
                  <a:cubicBezTo>
                    <a:pt x="270294" y="131510"/>
                    <a:pt x="269655" y="132148"/>
                    <a:pt x="269016" y="132148"/>
                  </a:cubicBezTo>
                  <a:lnTo>
                    <a:pt x="245373" y="132148"/>
                  </a:lnTo>
                  <a:cubicBezTo>
                    <a:pt x="244095" y="132148"/>
                    <a:pt x="242818" y="133425"/>
                    <a:pt x="242818" y="134702"/>
                  </a:cubicBezTo>
                  <a:lnTo>
                    <a:pt x="242818" y="134702"/>
                  </a:lnTo>
                  <a:lnTo>
                    <a:pt x="242818" y="147470"/>
                  </a:lnTo>
                  <a:cubicBezTo>
                    <a:pt x="242818" y="148747"/>
                    <a:pt x="244095" y="150024"/>
                    <a:pt x="245373" y="150024"/>
                  </a:cubicBezTo>
                  <a:lnTo>
                    <a:pt x="245373" y="150024"/>
                  </a:lnTo>
                  <a:cubicBezTo>
                    <a:pt x="246651" y="150024"/>
                    <a:pt x="247929" y="151300"/>
                    <a:pt x="247929" y="152577"/>
                  </a:cubicBezTo>
                  <a:cubicBezTo>
                    <a:pt x="247929" y="152577"/>
                    <a:pt x="247929" y="152577"/>
                    <a:pt x="247929" y="152577"/>
                  </a:cubicBezTo>
                  <a:lnTo>
                    <a:pt x="247929" y="153216"/>
                  </a:lnTo>
                  <a:cubicBezTo>
                    <a:pt x="247929" y="154492"/>
                    <a:pt x="249208" y="155769"/>
                    <a:pt x="250485" y="155769"/>
                  </a:cubicBezTo>
                  <a:lnTo>
                    <a:pt x="250485" y="155769"/>
                  </a:lnTo>
                  <a:lnTo>
                    <a:pt x="267738" y="155769"/>
                  </a:lnTo>
                  <a:cubicBezTo>
                    <a:pt x="269016" y="155769"/>
                    <a:pt x="270294" y="157046"/>
                    <a:pt x="270294" y="158323"/>
                  </a:cubicBezTo>
                  <a:lnTo>
                    <a:pt x="270294" y="158323"/>
                  </a:lnTo>
                  <a:lnTo>
                    <a:pt x="270294" y="167899"/>
                  </a:lnTo>
                  <a:cubicBezTo>
                    <a:pt x="270294" y="169176"/>
                    <a:pt x="269016" y="170452"/>
                    <a:pt x="267738" y="170452"/>
                  </a:cubicBezTo>
                  <a:lnTo>
                    <a:pt x="267738" y="170452"/>
                  </a:lnTo>
                  <a:lnTo>
                    <a:pt x="245373" y="170452"/>
                  </a:lnTo>
                  <a:cubicBezTo>
                    <a:pt x="244095" y="170452"/>
                    <a:pt x="242818" y="171729"/>
                    <a:pt x="242818" y="173006"/>
                  </a:cubicBezTo>
                  <a:lnTo>
                    <a:pt x="242818" y="173006"/>
                  </a:lnTo>
                  <a:lnTo>
                    <a:pt x="243456" y="284725"/>
                  </a:lnTo>
                  <a:cubicBezTo>
                    <a:pt x="243456" y="286002"/>
                    <a:pt x="242178" y="287279"/>
                    <a:pt x="240900" y="287279"/>
                  </a:cubicBezTo>
                  <a:cubicBezTo>
                    <a:pt x="240900" y="287279"/>
                    <a:pt x="240900" y="287279"/>
                    <a:pt x="240900" y="287279"/>
                  </a:cubicBezTo>
                  <a:lnTo>
                    <a:pt x="225565" y="287279"/>
                  </a:lnTo>
                  <a:cubicBezTo>
                    <a:pt x="224287" y="287279"/>
                    <a:pt x="223009" y="286002"/>
                    <a:pt x="223009" y="284725"/>
                  </a:cubicBezTo>
                  <a:cubicBezTo>
                    <a:pt x="223009" y="284725"/>
                    <a:pt x="223009" y="284725"/>
                    <a:pt x="223009" y="284725"/>
                  </a:cubicBezTo>
                  <a:lnTo>
                    <a:pt x="223648" y="173006"/>
                  </a:lnTo>
                  <a:cubicBezTo>
                    <a:pt x="223648" y="171729"/>
                    <a:pt x="222370" y="170452"/>
                    <a:pt x="221092" y="170452"/>
                  </a:cubicBezTo>
                  <a:lnTo>
                    <a:pt x="221092" y="170452"/>
                  </a:lnTo>
                  <a:lnTo>
                    <a:pt x="143134" y="170452"/>
                  </a:lnTo>
                  <a:cubicBezTo>
                    <a:pt x="141856" y="170452"/>
                    <a:pt x="140579" y="171729"/>
                    <a:pt x="140579" y="173006"/>
                  </a:cubicBezTo>
                  <a:lnTo>
                    <a:pt x="140579" y="173006"/>
                  </a:lnTo>
                  <a:lnTo>
                    <a:pt x="141217" y="284725"/>
                  </a:lnTo>
                  <a:cubicBezTo>
                    <a:pt x="141217" y="286002"/>
                    <a:pt x="139939" y="287279"/>
                    <a:pt x="138661" y="287279"/>
                  </a:cubicBezTo>
                  <a:cubicBezTo>
                    <a:pt x="138661" y="287279"/>
                    <a:pt x="138661" y="287279"/>
                    <a:pt x="138661" y="287279"/>
                  </a:cubicBezTo>
                  <a:lnTo>
                    <a:pt x="122048" y="287279"/>
                  </a:lnTo>
                  <a:cubicBezTo>
                    <a:pt x="120770" y="287279"/>
                    <a:pt x="119492" y="286002"/>
                    <a:pt x="119492" y="284725"/>
                  </a:cubicBezTo>
                  <a:cubicBezTo>
                    <a:pt x="119492" y="284725"/>
                    <a:pt x="119492" y="284725"/>
                    <a:pt x="119492" y="284725"/>
                  </a:cubicBezTo>
                  <a:lnTo>
                    <a:pt x="120131" y="173006"/>
                  </a:lnTo>
                  <a:cubicBezTo>
                    <a:pt x="120131" y="171729"/>
                    <a:pt x="118853" y="170452"/>
                    <a:pt x="117575" y="170452"/>
                  </a:cubicBezTo>
                  <a:lnTo>
                    <a:pt x="117575" y="170452"/>
                  </a:lnTo>
                  <a:lnTo>
                    <a:pt x="95210" y="170452"/>
                  </a:lnTo>
                  <a:cubicBezTo>
                    <a:pt x="93932" y="170452"/>
                    <a:pt x="92654" y="169176"/>
                    <a:pt x="92654" y="167899"/>
                  </a:cubicBezTo>
                  <a:lnTo>
                    <a:pt x="92654" y="158323"/>
                  </a:lnTo>
                  <a:cubicBezTo>
                    <a:pt x="92654" y="157046"/>
                    <a:pt x="93932" y="155769"/>
                    <a:pt x="95210" y="155769"/>
                  </a:cubicBezTo>
                  <a:lnTo>
                    <a:pt x="112463" y="155769"/>
                  </a:lnTo>
                  <a:cubicBezTo>
                    <a:pt x="113741" y="155769"/>
                    <a:pt x="115019" y="154492"/>
                    <a:pt x="115019" y="153216"/>
                  </a:cubicBezTo>
                  <a:cubicBezTo>
                    <a:pt x="115019" y="153216"/>
                    <a:pt x="115019" y="153216"/>
                    <a:pt x="115019" y="153216"/>
                  </a:cubicBezTo>
                  <a:lnTo>
                    <a:pt x="115019" y="152577"/>
                  </a:lnTo>
                  <a:cubicBezTo>
                    <a:pt x="115019" y="151300"/>
                    <a:pt x="116297" y="150024"/>
                    <a:pt x="117575" y="150024"/>
                  </a:cubicBezTo>
                  <a:cubicBezTo>
                    <a:pt x="117575" y="150024"/>
                    <a:pt x="117575" y="150024"/>
                    <a:pt x="117575" y="150024"/>
                  </a:cubicBezTo>
                  <a:lnTo>
                    <a:pt x="117575" y="150024"/>
                  </a:lnTo>
                  <a:cubicBezTo>
                    <a:pt x="118853" y="150024"/>
                    <a:pt x="120131" y="148747"/>
                    <a:pt x="120131" y="147470"/>
                  </a:cubicBezTo>
                  <a:lnTo>
                    <a:pt x="120131" y="134702"/>
                  </a:lnTo>
                  <a:cubicBezTo>
                    <a:pt x="120131" y="133425"/>
                    <a:pt x="118853" y="132148"/>
                    <a:pt x="117575" y="132148"/>
                  </a:cubicBezTo>
                  <a:lnTo>
                    <a:pt x="117575" y="132148"/>
                  </a:lnTo>
                  <a:lnTo>
                    <a:pt x="94571" y="132148"/>
                  </a:lnTo>
                  <a:cubicBezTo>
                    <a:pt x="93932" y="132148"/>
                    <a:pt x="92654" y="131510"/>
                    <a:pt x="92654" y="130872"/>
                  </a:cubicBezTo>
                  <a:lnTo>
                    <a:pt x="90098" y="125764"/>
                  </a:lnTo>
                  <a:cubicBezTo>
                    <a:pt x="89459" y="125126"/>
                    <a:pt x="88820" y="124488"/>
                    <a:pt x="88181" y="124488"/>
                  </a:cubicBezTo>
                  <a:lnTo>
                    <a:pt x="77318" y="124488"/>
                  </a:lnTo>
                  <a:cubicBezTo>
                    <a:pt x="76040" y="124488"/>
                    <a:pt x="75401" y="123849"/>
                    <a:pt x="75401" y="123211"/>
                  </a:cubicBezTo>
                  <a:lnTo>
                    <a:pt x="66455" y="104059"/>
                  </a:lnTo>
                  <a:cubicBezTo>
                    <a:pt x="65816" y="102782"/>
                    <a:pt x="66455" y="101505"/>
                    <a:pt x="67733" y="100867"/>
                  </a:cubicBezTo>
                  <a:cubicBezTo>
                    <a:pt x="68372" y="100867"/>
                    <a:pt x="69011" y="100867"/>
                    <a:pt x="69650" y="100867"/>
                  </a:cubicBezTo>
                  <a:cubicBezTo>
                    <a:pt x="106712" y="109166"/>
                    <a:pt x="145051" y="113635"/>
                    <a:pt x="183391" y="113635"/>
                  </a:cubicBezTo>
                  <a:cubicBezTo>
                    <a:pt x="221092" y="113635"/>
                    <a:pt x="258792" y="109166"/>
                    <a:pt x="295215" y="100867"/>
                  </a:cubicBezTo>
                  <a:cubicBezTo>
                    <a:pt x="296493" y="100228"/>
                    <a:pt x="297771" y="101505"/>
                    <a:pt x="298410" y="102782"/>
                  </a:cubicBezTo>
                  <a:cubicBezTo>
                    <a:pt x="297771" y="102782"/>
                    <a:pt x="297771" y="103420"/>
                    <a:pt x="297132" y="104059"/>
                  </a:cubicBezTo>
                  <a:close/>
                </a:path>
              </a:pathLst>
            </a:custGeom>
            <a:solidFill>
              <a:srgbClr val="012169"/>
            </a:solidFill>
            <a:ln w="6390" cap="flat">
              <a:noFill/>
              <a:prstDash val="solid"/>
              <a:miter/>
            </a:ln>
          </p:spPr>
          <p:txBody>
            <a:bodyPr rtlCol="0" anchor="ctr"/>
            <a:lstStyle/>
            <a:p>
              <a:endParaRPr lang="en-US"/>
            </a:p>
          </p:txBody>
        </p:sp>
      </p:grpSp>
      <p:grpSp>
        <p:nvGrpSpPr>
          <p:cNvPr id="315" name="Graphic 4">
            <a:extLst>
              <a:ext uri="{FF2B5EF4-FFF2-40B4-BE49-F238E27FC236}">
                <a16:creationId xmlns:a16="http://schemas.microsoft.com/office/drawing/2014/main" id="{C92D9DA3-26FD-5246-8F3A-452A1B5A48DC}"/>
              </a:ext>
            </a:extLst>
          </p:cNvPr>
          <p:cNvGrpSpPr/>
          <p:nvPr/>
        </p:nvGrpSpPr>
        <p:grpSpPr>
          <a:xfrm>
            <a:off x="6146480" y="4793256"/>
            <a:ext cx="362309" cy="361971"/>
            <a:chOff x="6146480" y="4793256"/>
            <a:chExt cx="362309" cy="361971"/>
          </a:xfrm>
          <a:solidFill>
            <a:srgbClr val="012169"/>
          </a:solidFill>
        </p:grpSpPr>
        <p:sp>
          <p:nvSpPr>
            <p:cNvPr id="316" name="Graphic 4">
              <a:extLst>
                <a:ext uri="{FF2B5EF4-FFF2-40B4-BE49-F238E27FC236}">
                  <a16:creationId xmlns:a16="http://schemas.microsoft.com/office/drawing/2014/main" id="{15BF306F-B0BF-5741-AE5C-5F189F678447}"/>
                </a:ext>
              </a:extLst>
            </p:cNvPr>
            <p:cNvSpPr/>
            <p:nvPr/>
          </p:nvSpPr>
          <p:spPr>
            <a:xfrm>
              <a:off x="6333705" y="4997544"/>
              <a:ext cx="41534" cy="52348"/>
            </a:xfrm>
            <a:custGeom>
              <a:avLst/>
              <a:gdLst>
                <a:gd name="connsiteX0" fmla="*/ 5751 w 41534"/>
                <a:gd name="connsiteY0" fmla="*/ 0 h 52348"/>
                <a:gd name="connsiteX1" fmla="*/ 0 w 41534"/>
                <a:gd name="connsiteY1" fmla="*/ 2553 h 52348"/>
                <a:gd name="connsiteX2" fmla="*/ 0 w 41534"/>
                <a:gd name="connsiteY2" fmla="*/ 52349 h 52348"/>
                <a:gd name="connsiteX3" fmla="*/ 41535 w 41534"/>
                <a:gd name="connsiteY3" fmla="*/ 35112 h 52348"/>
                <a:gd name="connsiteX4" fmla="*/ 5751 w 41534"/>
                <a:gd name="connsiteY4" fmla="*/ 0 h 52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534" h="52348">
                  <a:moveTo>
                    <a:pt x="5751" y="0"/>
                  </a:moveTo>
                  <a:cubicBezTo>
                    <a:pt x="3834" y="1277"/>
                    <a:pt x="1917" y="1915"/>
                    <a:pt x="0" y="2553"/>
                  </a:cubicBezTo>
                  <a:lnTo>
                    <a:pt x="0" y="52349"/>
                  </a:lnTo>
                  <a:cubicBezTo>
                    <a:pt x="15336" y="51072"/>
                    <a:pt x="29394" y="45326"/>
                    <a:pt x="41535" y="35112"/>
                  </a:cubicBezTo>
                  <a:lnTo>
                    <a:pt x="5751" y="0"/>
                  </a:lnTo>
                  <a:close/>
                </a:path>
              </a:pathLst>
            </a:custGeom>
            <a:solidFill>
              <a:srgbClr val="012169"/>
            </a:solidFill>
            <a:ln w="6390" cap="flat">
              <a:noFill/>
              <a:prstDash val="solid"/>
              <a:miter/>
            </a:ln>
          </p:spPr>
          <p:txBody>
            <a:bodyPr rtlCol="0" anchor="ctr"/>
            <a:lstStyle/>
            <a:p>
              <a:endParaRPr lang="en-US"/>
            </a:p>
          </p:txBody>
        </p:sp>
        <p:sp>
          <p:nvSpPr>
            <p:cNvPr id="317" name="Graphic 4">
              <a:extLst>
                <a:ext uri="{FF2B5EF4-FFF2-40B4-BE49-F238E27FC236}">
                  <a16:creationId xmlns:a16="http://schemas.microsoft.com/office/drawing/2014/main" id="{A40E68E6-51DE-E840-9B94-8196A5505ECE}"/>
                </a:ext>
              </a:extLst>
            </p:cNvPr>
            <p:cNvSpPr/>
            <p:nvPr/>
          </p:nvSpPr>
          <p:spPr>
            <a:xfrm>
              <a:off x="6279391" y="4997544"/>
              <a:ext cx="41534" cy="52348"/>
            </a:xfrm>
            <a:custGeom>
              <a:avLst/>
              <a:gdLst>
                <a:gd name="connsiteX0" fmla="*/ 41535 w 41534"/>
                <a:gd name="connsiteY0" fmla="*/ 2553 h 52348"/>
                <a:gd name="connsiteX1" fmla="*/ 35145 w 41534"/>
                <a:gd name="connsiteY1" fmla="*/ 0 h 52348"/>
                <a:gd name="connsiteX2" fmla="*/ 0 w 41534"/>
                <a:gd name="connsiteY2" fmla="*/ 35112 h 52348"/>
                <a:gd name="connsiteX3" fmla="*/ 41535 w 41534"/>
                <a:gd name="connsiteY3" fmla="*/ 52349 h 52348"/>
                <a:gd name="connsiteX4" fmla="*/ 41535 w 41534"/>
                <a:gd name="connsiteY4" fmla="*/ 2553 h 52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534" h="52348">
                  <a:moveTo>
                    <a:pt x="41535" y="2553"/>
                  </a:moveTo>
                  <a:cubicBezTo>
                    <a:pt x="39618" y="1915"/>
                    <a:pt x="37062" y="1277"/>
                    <a:pt x="35145" y="0"/>
                  </a:cubicBezTo>
                  <a:lnTo>
                    <a:pt x="0" y="35112"/>
                  </a:lnTo>
                  <a:cubicBezTo>
                    <a:pt x="11502" y="44688"/>
                    <a:pt x="26199" y="51072"/>
                    <a:pt x="41535" y="52349"/>
                  </a:cubicBezTo>
                  <a:lnTo>
                    <a:pt x="41535" y="2553"/>
                  </a:lnTo>
                  <a:close/>
                </a:path>
              </a:pathLst>
            </a:custGeom>
            <a:solidFill>
              <a:srgbClr val="012169"/>
            </a:solidFill>
            <a:ln w="6390" cap="flat">
              <a:noFill/>
              <a:prstDash val="solid"/>
              <a:miter/>
            </a:ln>
          </p:spPr>
          <p:txBody>
            <a:bodyPr rtlCol="0" anchor="ctr"/>
            <a:lstStyle/>
            <a:p>
              <a:endParaRPr lang="en-US"/>
            </a:p>
          </p:txBody>
        </p:sp>
        <p:sp>
          <p:nvSpPr>
            <p:cNvPr id="318" name="Graphic 4">
              <a:extLst>
                <a:ext uri="{FF2B5EF4-FFF2-40B4-BE49-F238E27FC236}">
                  <a16:creationId xmlns:a16="http://schemas.microsoft.com/office/drawing/2014/main" id="{99586AC0-ED35-AB43-834F-B0EE4B0FBD73}"/>
                </a:ext>
              </a:extLst>
            </p:cNvPr>
            <p:cNvSpPr/>
            <p:nvPr/>
          </p:nvSpPr>
          <p:spPr>
            <a:xfrm>
              <a:off x="6320925" y="4857096"/>
              <a:ext cx="12779" cy="14683"/>
            </a:xfrm>
            <a:custGeom>
              <a:avLst/>
              <a:gdLst>
                <a:gd name="connsiteX0" fmla="*/ 6390 w 12779"/>
                <a:gd name="connsiteY0" fmla="*/ 0 h 14683"/>
                <a:gd name="connsiteX1" fmla="*/ 0 w 12779"/>
                <a:gd name="connsiteY1" fmla="*/ 14683 h 14683"/>
                <a:gd name="connsiteX2" fmla="*/ 12780 w 12779"/>
                <a:gd name="connsiteY2" fmla="*/ 14045 h 14683"/>
              </a:gdLst>
              <a:ahLst/>
              <a:cxnLst>
                <a:cxn ang="0">
                  <a:pos x="connsiteX0" y="connsiteY0"/>
                </a:cxn>
                <a:cxn ang="0">
                  <a:pos x="connsiteX1" y="connsiteY1"/>
                </a:cxn>
                <a:cxn ang="0">
                  <a:pos x="connsiteX2" y="connsiteY2"/>
                </a:cxn>
              </a:cxnLst>
              <a:rect l="l" t="t" r="r" b="b"/>
              <a:pathLst>
                <a:path w="12779" h="14683">
                  <a:moveTo>
                    <a:pt x="6390" y="0"/>
                  </a:moveTo>
                  <a:lnTo>
                    <a:pt x="0" y="14683"/>
                  </a:lnTo>
                  <a:lnTo>
                    <a:pt x="12780" y="14045"/>
                  </a:lnTo>
                  <a:close/>
                </a:path>
              </a:pathLst>
            </a:custGeom>
            <a:solidFill>
              <a:srgbClr val="012169"/>
            </a:solidFill>
            <a:ln w="6390" cap="flat">
              <a:noFill/>
              <a:prstDash val="solid"/>
              <a:miter/>
            </a:ln>
          </p:spPr>
          <p:txBody>
            <a:bodyPr rtlCol="0" anchor="ctr"/>
            <a:lstStyle/>
            <a:p>
              <a:endParaRPr lang="en-US"/>
            </a:p>
          </p:txBody>
        </p:sp>
        <p:sp>
          <p:nvSpPr>
            <p:cNvPr id="319" name="Graphic 4">
              <a:extLst>
                <a:ext uri="{FF2B5EF4-FFF2-40B4-BE49-F238E27FC236}">
                  <a16:creationId xmlns:a16="http://schemas.microsoft.com/office/drawing/2014/main" id="{E8ADA2F1-20D8-3A42-AA68-C3E6733F680C}"/>
                </a:ext>
              </a:extLst>
            </p:cNvPr>
            <p:cNvSpPr/>
            <p:nvPr/>
          </p:nvSpPr>
          <p:spPr>
            <a:xfrm>
              <a:off x="6349041" y="4928597"/>
              <a:ext cx="52397" cy="41495"/>
            </a:xfrm>
            <a:custGeom>
              <a:avLst/>
              <a:gdLst>
                <a:gd name="connsiteX0" fmla="*/ 0 w 52397"/>
                <a:gd name="connsiteY0" fmla="*/ 35112 h 41495"/>
                <a:gd name="connsiteX1" fmla="*/ 2556 w 52397"/>
                <a:gd name="connsiteY1" fmla="*/ 41496 h 41495"/>
                <a:gd name="connsiteX2" fmla="*/ 52398 w 52397"/>
                <a:gd name="connsiteY2" fmla="*/ 41496 h 41495"/>
                <a:gd name="connsiteX3" fmla="*/ 35145 w 52397"/>
                <a:gd name="connsiteY3" fmla="*/ 0 h 41495"/>
                <a:gd name="connsiteX4" fmla="*/ 0 w 52397"/>
                <a:gd name="connsiteY4" fmla="*/ 35112 h 41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97" h="41495">
                  <a:moveTo>
                    <a:pt x="0" y="35112"/>
                  </a:moveTo>
                  <a:cubicBezTo>
                    <a:pt x="1278" y="37027"/>
                    <a:pt x="1917" y="39580"/>
                    <a:pt x="2556" y="41496"/>
                  </a:cubicBezTo>
                  <a:lnTo>
                    <a:pt x="52398" y="41496"/>
                  </a:lnTo>
                  <a:cubicBezTo>
                    <a:pt x="51119" y="26174"/>
                    <a:pt x="45369" y="12129"/>
                    <a:pt x="35145" y="0"/>
                  </a:cubicBezTo>
                  <a:lnTo>
                    <a:pt x="0" y="35112"/>
                  </a:lnTo>
                  <a:close/>
                </a:path>
              </a:pathLst>
            </a:custGeom>
            <a:solidFill>
              <a:srgbClr val="012169"/>
            </a:solidFill>
            <a:ln w="6390" cap="flat">
              <a:noFill/>
              <a:prstDash val="solid"/>
              <a:miter/>
            </a:ln>
          </p:spPr>
          <p:txBody>
            <a:bodyPr rtlCol="0" anchor="ctr"/>
            <a:lstStyle/>
            <a:p>
              <a:endParaRPr lang="en-US"/>
            </a:p>
          </p:txBody>
        </p:sp>
        <p:sp>
          <p:nvSpPr>
            <p:cNvPr id="320" name="Graphic 4">
              <a:extLst>
                <a:ext uri="{FF2B5EF4-FFF2-40B4-BE49-F238E27FC236}">
                  <a16:creationId xmlns:a16="http://schemas.microsoft.com/office/drawing/2014/main" id="{F6942DF2-D8EC-4C4F-9DC5-40EFA14D8E52}"/>
                </a:ext>
              </a:extLst>
            </p:cNvPr>
            <p:cNvSpPr/>
            <p:nvPr/>
          </p:nvSpPr>
          <p:spPr>
            <a:xfrm>
              <a:off x="6243607" y="4892208"/>
              <a:ext cx="14697" cy="14044"/>
            </a:xfrm>
            <a:custGeom>
              <a:avLst/>
              <a:gdLst>
                <a:gd name="connsiteX0" fmla="*/ 14697 w 14697"/>
                <a:gd name="connsiteY0" fmla="*/ 5107 h 14044"/>
                <a:gd name="connsiteX1" fmla="*/ 0 w 14697"/>
                <a:gd name="connsiteY1" fmla="*/ 0 h 14044"/>
                <a:gd name="connsiteX2" fmla="*/ 5751 w 14697"/>
                <a:gd name="connsiteY2" fmla="*/ 14045 h 14044"/>
              </a:gdLst>
              <a:ahLst/>
              <a:cxnLst>
                <a:cxn ang="0">
                  <a:pos x="connsiteX0" y="connsiteY0"/>
                </a:cxn>
                <a:cxn ang="0">
                  <a:pos x="connsiteX1" y="connsiteY1"/>
                </a:cxn>
                <a:cxn ang="0">
                  <a:pos x="connsiteX2" y="connsiteY2"/>
                </a:cxn>
              </a:cxnLst>
              <a:rect l="l" t="t" r="r" b="b"/>
              <a:pathLst>
                <a:path w="14697" h="14044">
                  <a:moveTo>
                    <a:pt x="14697" y="5107"/>
                  </a:moveTo>
                  <a:lnTo>
                    <a:pt x="0" y="0"/>
                  </a:lnTo>
                  <a:lnTo>
                    <a:pt x="5751" y="14045"/>
                  </a:lnTo>
                  <a:close/>
                </a:path>
              </a:pathLst>
            </a:custGeom>
            <a:solidFill>
              <a:srgbClr val="012169"/>
            </a:solidFill>
            <a:ln w="6390" cap="flat">
              <a:noFill/>
              <a:prstDash val="solid"/>
              <a:miter/>
            </a:ln>
          </p:spPr>
          <p:txBody>
            <a:bodyPr rtlCol="0" anchor="ctr"/>
            <a:lstStyle/>
            <a:p>
              <a:endParaRPr lang="en-US"/>
            </a:p>
          </p:txBody>
        </p:sp>
        <p:sp>
          <p:nvSpPr>
            <p:cNvPr id="321" name="Graphic 4">
              <a:extLst>
                <a:ext uri="{FF2B5EF4-FFF2-40B4-BE49-F238E27FC236}">
                  <a16:creationId xmlns:a16="http://schemas.microsoft.com/office/drawing/2014/main" id="{2005EF25-94BA-AB4C-B284-3D09D08BFE73}"/>
                </a:ext>
              </a:extLst>
            </p:cNvPr>
            <p:cNvSpPr/>
            <p:nvPr/>
          </p:nvSpPr>
          <p:spPr>
            <a:xfrm>
              <a:off x="6279391" y="4901784"/>
              <a:ext cx="41534" cy="52348"/>
            </a:xfrm>
            <a:custGeom>
              <a:avLst/>
              <a:gdLst>
                <a:gd name="connsiteX0" fmla="*/ 35145 w 41534"/>
                <a:gd name="connsiteY0" fmla="*/ 52349 h 52348"/>
                <a:gd name="connsiteX1" fmla="*/ 41535 w 41534"/>
                <a:gd name="connsiteY1" fmla="*/ 49795 h 52348"/>
                <a:gd name="connsiteX2" fmla="*/ 41535 w 41534"/>
                <a:gd name="connsiteY2" fmla="*/ 0 h 52348"/>
                <a:gd name="connsiteX3" fmla="*/ 0 w 41534"/>
                <a:gd name="connsiteY3" fmla="*/ 17237 h 52348"/>
                <a:gd name="connsiteX4" fmla="*/ 35145 w 41534"/>
                <a:gd name="connsiteY4" fmla="*/ 52349 h 52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534" h="52348">
                  <a:moveTo>
                    <a:pt x="35145" y="52349"/>
                  </a:moveTo>
                  <a:cubicBezTo>
                    <a:pt x="37062" y="51072"/>
                    <a:pt x="38978" y="50433"/>
                    <a:pt x="41535" y="49795"/>
                  </a:cubicBezTo>
                  <a:lnTo>
                    <a:pt x="41535" y="0"/>
                  </a:lnTo>
                  <a:cubicBezTo>
                    <a:pt x="26199" y="1277"/>
                    <a:pt x="12141" y="7022"/>
                    <a:pt x="0" y="17237"/>
                  </a:cubicBezTo>
                  <a:lnTo>
                    <a:pt x="35145" y="52349"/>
                  </a:lnTo>
                  <a:close/>
                </a:path>
              </a:pathLst>
            </a:custGeom>
            <a:solidFill>
              <a:srgbClr val="012169"/>
            </a:solidFill>
            <a:ln w="6390" cap="flat">
              <a:noFill/>
              <a:prstDash val="solid"/>
              <a:miter/>
            </a:ln>
          </p:spPr>
          <p:txBody>
            <a:bodyPr rtlCol="0" anchor="ctr"/>
            <a:lstStyle/>
            <a:p>
              <a:endParaRPr lang="en-US"/>
            </a:p>
          </p:txBody>
        </p:sp>
        <p:sp>
          <p:nvSpPr>
            <p:cNvPr id="322" name="Graphic 4">
              <a:extLst>
                <a:ext uri="{FF2B5EF4-FFF2-40B4-BE49-F238E27FC236}">
                  <a16:creationId xmlns:a16="http://schemas.microsoft.com/office/drawing/2014/main" id="{8C195F53-665D-F541-A73F-3A3C98577ECC}"/>
                </a:ext>
              </a:extLst>
            </p:cNvPr>
            <p:cNvSpPr/>
            <p:nvPr/>
          </p:nvSpPr>
          <p:spPr>
            <a:xfrm>
              <a:off x="6348402" y="4982222"/>
              <a:ext cx="52397" cy="41495"/>
            </a:xfrm>
            <a:custGeom>
              <a:avLst/>
              <a:gdLst>
                <a:gd name="connsiteX0" fmla="*/ 2556 w 52397"/>
                <a:gd name="connsiteY0" fmla="*/ 0 h 41495"/>
                <a:gd name="connsiteX1" fmla="*/ 0 w 52397"/>
                <a:gd name="connsiteY1" fmla="*/ 6384 h 41495"/>
                <a:gd name="connsiteX2" fmla="*/ 35145 w 52397"/>
                <a:gd name="connsiteY2" fmla="*/ 41496 h 41495"/>
                <a:gd name="connsiteX3" fmla="*/ 52398 w 52397"/>
                <a:gd name="connsiteY3" fmla="*/ 0 h 41495"/>
                <a:gd name="connsiteX4" fmla="*/ 2556 w 52397"/>
                <a:gd name="connsiteY4" fmla="*/ 0 h 41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97" h="41495">
                  <a:moveTo>
                    <a:pt x="2556" y="0"/>
                  </a:moveTo>
                  <a:cubicBezTo>
                    <a:pt x="1917" y="1915"/>
                    <a:pt x="1278" y="4469"/>
                    <a:pt x="0" y="6384"/>
                  </a:cubicBezTo>
                  <a:lnTo>
                    <a:pt x="35145" y="41496"/>
                  </a:lnTo>
                  <a:cubicBezTo>
                    <a:pt x="44730" y="30005"/>
                    <a:pt x="51119" y="15322"/>
                    <a:pt x="52398" y="0"/>
                  </a:cubicBezTo>
                  <a:lnTo>
                    <a:pt x="2556" y="0"/>
                  </a:lnTo>
                  <a:close/>
                </a:path>
              </a:pathLst>
            </a:custGeom>
            <a:solidFill>
              <a:srgbClr val="012169"/>
            </a:solidFill>
            <a:ln w="6390" cap="flat">
              <a:noFill/>
              <a:prstDash val="solid"/>
              <a:miter/>
            </a:ln>
          </p:spPr>
          <p:txBody>
            <a:bodyPr rtlCol="0" anchor="ctr"/>
            <a:lstStyle/>
            <a:p>
              <a:endParaRPr lang="en-US"/>
            </a:p>
          </p:txBody>
        </p:sp>
        <p:sp>
          <p:nvSpPr>
            <p:cNvPr id="442" name="Graphic 4">
              <a:extLst>
                <a:ext uri="{FF2B5EF4-FFF2-40B4-BE49-F238E27FC236}">
                  <a16:creationId xmlns:a16="http://schemas.microsoft.com/office/drawing/2014/main" id="{CB89DC90-DCFD-7B47-A764-FD4B4F343150}"/>
                </a:ext>
              </a:extLst>
            </p:cNvPr>
            <p:cNvSpPr/>
            <p:nvPr/>
          </p:nvSpPr>
          <p:spPr>
            <a:xfrm>
              <a:off x="6253192" y="4982222"/>
              <a:ext cx="52397" cy="41495"/>
            </a:xfrm>
            <a:custGeom>
              <a:avLst/>
              <a:gdLst>
                <a:gd name="connsiteX0" fmla="*/ 49842 w 52397"/>
                <a:gd name="connsiteY0" fmla="*/ 0 h 41495"/>
                <a:gd name="connsiteX1" fmla="*/ 0 w 52397"/>
                <a:gd name="connsiteY1" fmla="*/ 0 h 41495"/>
                <a:gd name="connsiteX2" fmla="*/ 17253 w 52397"/>
                <a:gd name="connsiteY2" fmla="*/ 41496 h 41495"/>
                <a:gd name="connsiteX3" fmla="*/ 52398 w 52397"/>
                <a:gd name="connsiteY3" fmla="*/ 6384 h 41495"/>
                <a:gd name="connsiteX4" fmla="*/ 49842 w 52397"/>
                <a:gd name="connsiteY4" fmla="*/ 0 h 41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97" h="41495">
                  <a:moveTo>
                    <a:pt x="49842" y="0"/>
                  </a:moveTo>
                  <a:lnTo>
                    <a:pt x="0" y="0"/>
                  </a:lnTo>
                  <a:cubicBezTo>
                    <a:pt x="1278" y="15322"/>
                    <a:pt x="7029" y="29367"/>
                    <a:pt x="17253" y="41496"/>
                  </a:cubicBezTo>
                  <a:lnTo>
                    <a:pt x="52398" y="6384"/>
                  </a:lnTo>
                  <a:cubicBezTo>
                    <a:pt x="51119" y="4469"/>
                    <a:pt x="50481" y="2554"/>
                    <a:pt x="49842" y="0"/>
                  </a:cubicBezTo>
                  <a:close/>
                </a:path>
              </a:pathLst>
            </a:custGeom>
            <a:solidFill>
              <a:srgbClr val="012169"/>
            </a:solidFill>
            <a:ln w="6390" cap="flat">
              <a:noFill/>
              <a:prstDash val="solid"/>
              <a:miter/>
            </a:ln>
          </p:spPr>
          <p:txBody>
            <a:bodyPr rtlCol="0" anchor="ctr"/>
            <a:lstStyle/>
            <a:p>
              <a:endParaRPr lang="en-US"/>
            </a:p>
          </p:txBody>
        </p:sp>
        <p:sp>
          <p:nvSpPr>
            <p:cNvPr id="443" name="Graphic 4">
              <a:extLst>
                <a:ext uri="{FF2B5EF4-FFF2-40B4-BE49-F238E27FC236}">
                  <a16:creationId xmlns:a16="http://schemas.microsoft.com/office/drawing/2014/main" id="{83CFD3ED-C17A-0045-96BC-AFA8A08F30EA}"/>
                </a:ext>
              </a:extLst>
            </p:cNvPr>
            <p:cNvSpPr/>
            <p:nvPr/>
          </p:nvSpPr>
          <p:spPr>
            <a:xfrm>
              <a:off x="6333705" y="4901784"/>
              <a:ext cx="41534" cy="52348"/>
            </a:xfrm>
            <a:custGeom>
              <a:avLst/>
              <a:gdLst>
                <a:gd name="connsiteX0" fmla="*/ 0 w 41534"/>
                <a:gd name="connsiteY0" fmla="*/ 0 h 52348"/>
                <a:gd name="connsiteX1" fmla="*/ 0 w 41534"/>
                <a:gd name="connsiteY1" fmla="*/ 49795 h 52348"/>
                <a:gd name="connsiteX2" fmla="*/ 6390 w 41534"/>
                <a:gd name="connsiteY2" fmla="*/ 52349 h 52348"/>
                <a:gd name="connsiteX3" fmla="*/ 41535 w 41534"/>
                <a:gd name="connsiteY3" fmla="*/ 17237 h 52348"/>
                <a:gd name="connsiteX4" fmla="*/ 0 w 41534"/>
                <a:gd name="connsiteY4" fmla="*/ 0 h 52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534" h="52348">
                  <a:moveTo>
                    <a:pt x="0" y="0"/>
                  </a:moveTo>
                  <a:lnTo>
                    <a:pt x="0" y="49795"/>
                  </a:lnTo>
                  <a:cubicBezTo>
                    <a:pt x="1917" y="50433"/>
                    <a:pt x="4473" y="51072"/>
                    <a:pt x="6390" y="52349"/>
                  </a:cubicBezTo>
                  <a:lnTo>
                    <a:pt x="41535" y="17237"/>
                  </a:lnTo>
                  <a:cubicBezTo>
                    <a:pt x="29394" y="7661"/>
                    <a:pt x="15336" y="1277"/>
                    <a:pt x="0" y="0"/>
                  </a:cubicBezTo>
                  <a:close/>
                </a:path>
              </a:pathLst>
            </a:custGeom>
            <a:solidFill>
              <a:srgbClr val="012169"/>
            </a:solidFill>
            <a:ln w="6390" cap="flat">
              <a:noFill/>
              <a:prstDash val="solid"/>
              <a:miter/>
            </a:ln>
          </p:spPr>
          <p:txBody>
            <a:bodyPr rtlCol="0" anchor="ctr"/>
            <a:lstStyle/>
            <a:p>
              <a:endParaRPr lang="en-US"/>
            </a:p>
          </p:txBody>
        </p:sp>
        <p:sp>
          <p:nvSpPr>
            <p:cNvPr id="444" name="Graphic 4">
              <a:extLst>
                <a:ext uri="{FF2B5EF4-FFF2-40B4-BE49-F238E27FC236}">
                  <a16:creationId xmlns:a16="http://schemas.microsoft.com/office/drawing/2014/main" id="{14696D68-0F84-5041-8899-8C0C6F3D38DA}"/>
                </a:ext>
              </a:extLst>
            </p:cNvPr>
            <p:cNvSpPr/>
            <p:nvPr/>
          </p:nvSpPr>
          <p:spPr>
            <a:xfrm>
              <a:off x="6315174" y="4963708"/>
              <a:ext cx="24281" cy="24897"/>
            </a:xfrm>
            <a:custGeom>
              <a:avLst/>
              <a:gdLst>
                <a:gd name="connsiteX0" fmla="*/ 24282 w 24281"/>
                <a:gd name="connsiteY0" fmla="*/ 12129 h 24897"/>
                <a:gd name="connsiteX1" fmla="*/ 12141 w 24281"/>
                <a:gd name="connsiteY1" fmla="*/ 0 h 24897"/>
                <a:gd name="connsiteX2" fmla="*/ 0 w 24281"/>
                <a:gd name="connsiteY2" fmla="*/ 12129 h 24897"/>
                <a:gd name="connsiteX3" fmla="*/ 12141 w 24281"/>
                <a:gd name="connsiteY3" fmla="*/ 24897 h 24897"/>
                <a:gd name="connsiteX4" fmla="*/ 12141 w 24281"/>
                <a:gd name="connsiteY4" fmla="*/ 24897 h 24897"/>
                <a:gd name="connsiteX5" fmla="*/ 24282 w 24281"/>
                <a:gd name="connsiteY5" fmla="*/ 12129 h 24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281" h="24897">
                  <a:moveTo>
                    <a:pt x="24282" y="12129"/>
                  </a:moveTo>
                  <a:cubicBezTo>
                    <a:pt x="24282" y="5107"/>
                    <a:pt x="18531" y="0"/>
                    <a:pt x="12141" y="0"/>
                  </a:cubicBezTo>
                  <a:cubicBezTo>
                    <a:pt x="5112" y="0"/>
                    <a:pt x="0" y="5745"/>
                    <a:pt x="0" y="12129"/>
                  </a:cubicBezTo>
                  <a:cubicBezTo>
                    <a:pt x="0" y="19152"/>
                    <a:pt x="5751" y="24259"/>
                    <a:pt x="12141" y="24897"/>
                  </a:cubicBezTo>
                  <a:cubicBezTo>
                    <a:pt x="12141" y="24897"/>
                    <a:pt x="12141" y="24897"/>
                    <a:pt x="12141" y="24897"/>
                  </a:cubicBezTo>
                  <a:cubicBezTo>
                    <a:pt x="18531" y="24259"/>
                    <a:pt x="24282" y="19152"/>
                    <a:pt x="24282" y="12129"/>
                  </a:cubicBezTo>
                  <a:close/>
                </a:path>
              </a:pathLst>
            </a:custGeom>
            <a:solidFill>
              <a:srgbClr val="012169"/>
            </a:solidFill>
            <a:ln w="6390" cap="flat">
              <a:noFill/>
              <a:prstDash val="solid"/>
              <a:miter/>
            </a:ln>
          </p:spPr>
          <p:txBody>
            <a:bodyPr rtlCol="0" anchor="ctr"/>
            <a:lstStyle/>
            <a:p>
              <a:endParaRPr lang="en-US"/>
            </a:p>
          </p:txBody>
        </p:sp>
        <p:sp>
          <p:nvSpPr>
            <p:cNvPr id="445" name="Graphic 4">
              <a:extLst>
                <a:ext uri="{FF2B5EF4-FFF2-40B4-BE49-F238E27FC236}">
                  <a16:creationId xmlns:a16="http://schemas.microsoft.com/office/drawing/2014/main" id="{3C4C670F-EFA7-7A46-BBF2-89AD4FC0AA1E}"/>
                </a:ext>
              </a:extLst>
            </p:cNvPr>
            <p:cNvSpPr/>
            <p:nvPr/>
          </p:nvSpPr>
          <p:spPr>
            <a:xfrm>
              <a:off x="6253192" y="4927958"/>
              <a:ext cx="52397" cy="41495"/>
            </a:xfrm>
            <a:custGeom>
              <a:avLst/>
              <a:gdLst>
                <a:gd name="connsiteX0" fmla="*/ 49842 w 52397"/>
                <a:gd name="connsiteY0" fmla="*/ 41496 h 41495"/>
                <a:gd name="connsiteX1" fmla="*/ 52398 w 52397"/>
                <a:gd name="connsiteY1" fmla="*/ 35112 h 41495"/>
                <a:gd name="connsiteX2" fmla="*/ 17253 w 52397"/>
                <a:gd name="connsiteY2" fmla="*/ 0 h 41495"/>
                <a:gd name="connsiteX3" fmla="*/ 0 w 52397"/>
                <a:gd name="connsiteY3" fmla="*/ 41496 h 41495"/>
                <a:gd name="connsiteX4" fmla="*/ 49842 w 52397"/>
                <a:gd name="connsiteY4" fmla="*/ 41496 h 41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97" h="41495">
                  <a:moveTo>
                    <a:pt x="49842" y="41496"/>
                  </a:moveTo>
                  <a:cubicBezTo>
                    <a:pt x="50481" y="39581"/>
                    <a:pt x="51119" y="37027"/>
                    <a:pt x="52398" y="35112"/>
                  </a:cubicBezTo>
                  <a:lnTo>
                    <a:pt x="17253" y="0"/>
                  </a:lnTo>
                  <a:cubicBezTo>
                    <a:pt x="7668" y="11491"/>
                    <a:pt x="1278" y="26175"/>
                    <a:pt x="0" y="41496"/>
                  </a:cubicBezTo>
                  <a:lnTo>
                    <a:pt x="49842" y="41496"/>
                  </a:lnTo>
                  <a:close/>
                </a:path>
              </a:pathLst>
            </a:custGeom>
            <a:solidFill>
              <a:srgbClr val="012169"/>
            </a:solidFill>
            <a:ln w="6390" cap="flat">
              <a:noFill/>
              <a:prstDash val="solid"/>
              <a:miter/>
            </a:ln>
          </p:spPr>
          <p:txBody>
            <a:bodyPr rtlCol="0" anchor="ctr"/>
            <a:lstStyle/>
            <a:p>
              <a:endParaRPr lang="en-US"/>
            </a:p>
          </p:txBody>
        </p:sp>
        <p:sp>
          <p:nvSpPr>
            <p:cNvPr id="446" name="Graphic 4">
              <a:extLst>
                <a:ext uri="{FF2B5EF4-FFF2-40B4-BE49-F238E27FC236}">
                  <a16:creationId xmlns:a16="http://schemas.microsoft.com/office/drawing/2014/main" id="{0643A447-D6E7-3648-911C-57237E40740E}"/>
                </a:ext>
              </a:extLst>
            </p:cNvPr>
            <p:cNvSpPr/>
            <p:nvPr/>
          </p:nvSpPr>
          <p:spPr>
            <a:xfrm>
              <a:off x="6396327" y="4892208"/>
              <a:ext cx="14696" cy="14044"/>
            </a:xfrm>
            <a:custGeom>
              <a:avLst/>
              <a:gdLst>
                <a:gd name="connsiteX0" fmla="*/ 14697 w 14696"/>
                <a:gd name="connsiteY0" fmla="*/ 0 h 14044"/>
                <a:gd name="connsiteX1" fmla="*/ 0 w 14696"/>
                <a:gd name="connsiteY1" fmla="*/ 5745 h 14044"/>
                <a:gd name="connsiteX2" fmla="*/ 9585 w 14696"/>
                <a:gd name="connsiteY2" fmla="*/ 14045 h 14044"/>
              </a:gdLst>
              <a:ahLst/>
              <a:cxnLst>
                <a:cxn ang="0">
                  <a:pos x="connsiteX0" y="connsiteY0"/>
                </a:cxn>
                <a:cxn ang="0">
                  <a:pos x="connsiteX1" y="connsiteY1"/>
                </a:cxn>
                <a:cxn ang="0">
                  <a:pos x="connsiteX2" y="connsiteY2"/>
                </a:cxn>
              </a:cxnLst>
              <a:rect l="l" t="t" r="r" b="b"/>
              <a:pathLst>
                <a:path w="14696" h="14044">
                  <a:moveTo>
                    <a:pt x="14697" y="0"/>
                  </a:moveTo>
                  <a:lnTo>
                    <a:pt x="0" y="5745"/>
                  </a:lnTo>
                  <a:lnTo>
                    <a:pt x="9585" y="14045"/>
                  </a:lnTo>
                  <a:close/>
                </a:path>
              </a:pathLst>
            </a:custGeom>
            <a:solidFill>
              <a:srgbClr val="012169"/>
            </a:solidFill>
            <a:ln w="6390" cap="flat">
              <a:noFill/>
              <a:prstDash val="solid"/>
              <a:miter/>
            </a:ln>
          </p:spPr>
          <p:txBody>
            <a:bodyPr rtlCol="0" anchor="ctr"/>
            <a:lstStyle/>
            <a:p>
              <a:endParaRPr lang="en-US"/>
            </a:p>
          </p:txBody>
        </p:sp>
        <p:sp>
          <p:nvSpPr>
            <p:cNvPr id="447" name="Graphic 4">
              <a:extLst>
                <a:ext uri="{FF2B5EF4-FFF2-40B4-BE49-F238E27FC236}">
                  <a16:creationId xmlns:a16="http://schemas.microsoft.com/office/drawing/2014/main" id="{7D088E9F-2EF4-CD49-B033-183751EB47D8}"/>
                </a:ext>
              </a:extLst>
            </p:cNvPr>
            <p:cNvSpPr/>
            <p:nvPr/>
          </p:nvSpPr>
          <p:spPr>
            <a:xfrm>
              <a:off x="6432110" y="4970092"/>
              <a:ext cx="14057" cy="11491"/>
            </a:xfrm>
            <a:custGeom>
              <a:avLst/>
              <a:gdLst>
                <a:gd name="connsiteX0" fmla="*/ 0 w 14057"/>
                <a:gd name="connsiteY0" fmla="*/ 11491 h 11491"/>
                <a:gd name="connsiteX1" fmla="*/ 14058 w 14057"/>
                <a:gd name="connsiteY1" fmla="*/ 5745 h 11491"/>
                <a:gd name="connsiteX2" fmla="*/ 0 w 14057"/>
                <a:gd name="connsiteY2" fmla="*/ 0 h 11491"/>
              </a:gdLst>
              <a:ahLst/>
              <a:cxnLst>
                <a:cxn ang="0">
                  <a:pos x="connsiteX0" y="connsiteY0"/>
                </a:cxn>
                <a:cxn ang="0">
                  <a:pos x="connsiteX1" y="connsiteY1"/>
                </a:cxn>
                <a:cxn ang="0">
                  <a:pos x="connsiteX2" y="connsiteY2"/>
                </a:cxn>
              </a:cxnLst>
              <a:rect l="l" t="t" r="r" b="b"/>
              <a:pathLst>
                <a:path w="14057" h="11491">
                  <a:moveTo>
                    <a:pt x="0" y="11491"/>
                  </a:moveTo>
                  <a:lnTo>
                    <a:pt x="14058" y="5745"/>
                  </a:lnTo>
                  <a:lnTo>
                    <a:pt x="0" y="0"/>
                  </a:lnTo>
                  <a:close/>
                </a:path>
              </a:pathLst>
            </a:custGeom>
            <a:solidFill>
              <a:srgbClr val="012169"/>
            </a:solidFill>
            <a:ln w="6390" cap="flat">
              <a:noFill/>
              <a:prstDash val="solid"/>
              <a:miter/>
            </a:ln>
          </p:spPr>
          <p:txBody>
            <a:bodyPr rtlCol="0" anchor="ctr"/>
            <a:lstStyle/>
            <a:p>
              <a:endParaRPr lang="en-US"/>
            </a:p>
          </p:txBody>
        </p:sp>
        <p:sp>
          <p:nvSpPr>
            <p:cNvPr id="448" name="Graphic 4">
              <a:extLst>
                <a:ext uri="{FF2B5EF4-FFF2-40B4-BE49-F238E27FC236}">
                  <a16:creationId xmlns:a16="http://schemas.microsoft.com/office/drawing/2014/main" id="{42A9D400-D682-AD4E-B17D-4F82912DDE96}"/>
                </a:ext>
              </a:extLst>
            </p:cNvPr>
            <p:cNvSpPr/>
            <p:nvPr/>
          </p:nvSpPr>
          <p:spPr>
            <a:xfrm>
              <a:off x="6396327" y="5045423"/>
              <a:ext cx="14696" cy="14044"/>
            </a:xfrm>
            <a:custGeom>
              <a:avLst/>
              <a:gdLst>
                <a:gd name="connsiteX0" fmla="*/ 0 w 14696"/>
                <a:gd name="connsiteY0" fmla="*/ 8937 h 14044"/>
                <a:gd name="connsiteX1" fmla="*/ 14697 w 14696"/>
                <a:gd name="connsiteY1" fmla="*/ 14045 h 14044"/>
                <a:gd name="connsiteX2" fmla="*/ 8946 w 14696"/>
                <a:gd name="connsiteY2" fmla="*/ 0 h 14044"/>
              </a:gdLst>
              <a:ahLst/>
              <a:cxnLst>
                <a:cxn ang="0">
                  <a:pos x="connsiteX0" y="connsiteY0"/>
                </a:cxn>
                <a:cxn ang="0">
                  <a:pos x="connsiteX1" y="connsiteY1"/>
                </a:cxn>
                <a:cxn ang="0">
                  <a:pos x="connsiteX2" y="connsiteY2"/>
                </a:cxn>
              </a:cxnLst>
              <a:rect l="l" t="t" r="r" b="b"/>
              <a:pathLst>
                <a:path w="14696" h="14044">
                  <a:moveTo>
                    <a:pt x="0" y="8937"/>
                  </a:moveTo>
                  <a:lnTo>
                    <a:pt x="14697" y="14045"/>
                  </a:lnTo>
                  <a:lnTo>
                    <a:pt x="8946" y="0"/>
                  </a:lnTo>
                  <a:close/>
                </a:path>
              </a:pathLst>
            </a:custGeom>
            <a:solidFill>
              <a:srgbClr val="012169"/>
            </a:solidFill>
            <a:ln w="6390" cap="flat">
              <a:noFill/>
              <a:prstDash val="solid"/>
              <a:miter/>
            </a:ln>
          </p:spPr>
          <p:txBody>
            <a:bodyPr rtlCol="0" anchor="ctr"/>
            <a:lstStyle/>
            <a:p>
              <a:endParaRPr lang="en-US"/>
            </a:p>
          </p:txBody>
        </p:sp>
        <p:sp>
          <p:nvSpPr>
            <p:cNvPr id="449" name="Graphic 4">
              <a:extLst>
                <a:ext uri="{FF2B5EF4-FFF2-40B4-BE49-F238E27FC236}">
                  <a16:creationId xmlns:a16="http://schemas.microsoft.com/office/drawing/2014/main" id="{471835E3-3599-FC4E-84C0-1943E855B851}"/>
                </a:ext>
              </a:extLst>
            </p:cNvPr>
            <p:cNvSpPr/>
            <p:nvPr/>
          </p:nvSpPr>
          <p:spPr>
            <a:xfrm>
              <a:off x="6320925" y="5079897"/>
              <a:ext cx="12779" cy="14683"/>
            </a:xfrm>
            <a:custGeom>
              <a:avLst/>
              <a:gdLst>
                <a:gd name="connsiteX0" fmla="*/ 6390 w 12779"/>
                <a:gd name="connsiteY0" fmla="*/ 14683 h 14683"/>
                <a:gd name="connsiteX1" fmla="*/ 12780 w 12779"/>
                <a:gd name="connsiteY1" fmla="*/ 0 h 14683"/>
                <a:gd name="connsiteX2" fmla="*/ 0 w 12779"/>
                <a:gd name="connsiteY2" fmla="*/ 639 h 14683"/>
              </a:gdLst>
              <a:ahLst/>
              <a:cxnLst>
                <a:cxn ang="0">
                  <a:pos x="connsiteX0" y="connsiteY0"/>
                </a:cxn>
                <a:cxn ang="0">
                  <a:pos x="connsiteX1" y="connsiteY1"/>
                </a:cxn>
                <a:cxn ang="0">
                  <a:pos x="connsiteX2" y="connsiteY2"/>
                </a:cxn>
              </a:cxnLst>
              <a:rect l="l" t="t" r="r" b="b"/>
              <a:pathLst>
                <a:path w="12779" h="14683">
                  <a:moveTo>
                    <a:pt x="6390" y="14683"/>
                  </a:moveTo>
                  <a:lnTo>
                    <a:pt x="12780" y="0"/>
                  </a:lnTo>
                  <a:lnTo>
                    <a:pt x="0" y="639"/>
                  </a:lnTo>
                  <a:close/>
                </a:path>
              </a:pathLst>
            </a:custGeom>
            <a:solidFill>
              <a:srgbClr val="012169"/>
            </a:solidFill>
            <a:ln w="6390" cap="flat">
              <a:noFill/>
              <a:prstDash val="solid"/>
              <a:miter/>
            </a:ln>
          </p:spPr>
          <p:txBody>
            <a:bodyPr rtlCol="0" anchor="ctr"/>
            <a:lstStyle/>
            <a:p>
              <a:endParaRPr lang="en-US"/>
            </a:p>
          </p:txBody>
        </p:sp>
        <p:sp>
          <p:nvSpPr>
            <p:cNvPr id="450" name="Graphic 4">
              <a:extLst>
                <a:ext uri="{FF2B5EF4-FFF2-40B4-BE49-F238E27FC236}">
                  <a16:creationId xmlns:a16="http://schemas.microsoft.com/office/drawing/2014/main" id="{88B73C9B-AB29-5C4B-AC82-4349545EDCB4}"/>
                </a:ext>
              </a:extLst>
            </p:cNvPr>
            <p:cNvSpPr/>
            <p:nvPr/>
          </p:nvSpPr>
          <p:spPr>
            <a:xfrm>
              <a:off x="6146480" y="479325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237705 w 362309"/>
                <a:gd name="connsiteY7" fmla="*/ 102144 h 361971"/>
                <a:gd name="connsiteX8" fmla="*/ 245373 w 362309"/>
                <a:gd name="connsiteY8" fmla="*/ 93206 h 361971"/>
                <a:gd name="connsiteX9" fmla="*/ 260709 w 362309"/>
                <a:gd name="connsiteY9" fmla="*/ 86822 h 361971"/>
                <a:gd name="connsiteX10" fmla="*/ 276684 w 362309"/>
                <a:gd name="connsiteY10" fmla="*/ 93845 h 361971"/>
                <a:gd name="connsiteX11" fmla="*/ 276684 w 362309"/>
                <a:gd name="connsiteY11" fmla="*/ 102782 h 361971"/>
                <a:gd name="connsiteX12" fmla="*/ 270294 w 362309"/>
                <a:gd name="connsiteY12" fmla="*/ 118104 h 361971"/>
                <a:gd name="connsiteX13" fmla="*/ 261348 w 362309"/>
                <a:gd name="connsiteY13" fmla="*/ 125765 h 361971"/>
                <a:gd name="connsiteX14" fmla="*/ 258792 w 362309"/>
                <a:gd name="connsiteY14" fmla="*/ 125765 h 361971"/>
                <a:gd name="connsiteX15" fmla="*/ 249846 w 362309"/>
                <a:gd name="connsiteY15" fmla="*/ 121934 h 361971"/>
                <a:gd name="connsiteX16" fmla="*/ 240900 w 362309"/>
                <a:gd name="connsiteY16" fmla="*/ 112997 h 361971"/>
                <a:gd name="connsiteX17" fmla="*/ 237705 w 362309"/>
                <a:gd name="connsiteY17" fmla="*/ 102144 h 361971"/>
                <a:gd name="connsiteX18" fmla="*/ 237705 w 362309"/>
                <a:gd name="connsiteY18" fmla="*/ 102144 h 361971"/>
                <a:gd name="connsiteX19" fmla="*/ 267738 w 362309"/>
                <a:gd name="connsiteY19" fmla="*/ 182582 h 361971"/>
                <a:gd name="connsiteX20" fmla="*/ 180835 w 362309"/>
                <a:gd name="connsiteY20" fmla="*/ 269404 h 361971"/>
                <a:gd name="connsiteX21" fmla="*/ 93932 w 362309"/>
                <a:gd name="connsiteY21" fmla="*/ 182582 h 361971"/>
                <a:gd name="connsiteX22" fmla="*/ 180835 w 362309"/>
                <a:gd name="connsiteY22" fmla="*/ 95760 h 361971"/>
                <a:gd name="connsiteX23" fmla="*/ 180835 w 362309"/>
                <a:gd name="connsiteY23" fmla="*/ 95760 h 361971"/>
                <a:gd name="connsiteX24" fmla="*/ 267738 w 362309"/>
                <a:gd name="connsiteY24" fmla="*/ 182582 h 361971"/>
                <a:gd name="connsiteX25" fmla="*/ 267738 w 362309"/>
                <a:gd name="connsiteY25" fmla="*/ 182582 h 361971"/>
                <a:gd name="connsiteX26" fmla="*/ 162943 w 362309"/>
                <a:gd name="connsiteY26" fmla="*/ 73416 h 361971"/>
                <a:gd name="connsiteX27" fmla="*/ 169333 w 362309"/>
                <a:gd name="connsiteY27" fmla="*/ 58094 h 361971"/>
                <a:gd name="connsiteX28" fmla="*/ 185947 w 362309"/>
                <a:gd name="connsiteY28" fmla="*/ 51710 h 361971"/>
                <a:gd name="connsiteX29" fmla="*/ 192337 w 362309"/>
                <a:gd name="connsiteY29" fmla="*/ 58094 h 361971"/>
                <a:gd name="connsiteX30" fmla="*/ 198727 w 362309"/>
                <a:gd name="connsiteY30" fmla="*/ 73416 h 361971"/>
                <a:gd name="connsiteX31" fmla="*/ 197449 w 362309"/>
                <a:gd name="connsiteY31" fmla="*/ 84907 h 361971"/>
                <a:gd name="connsiteX32" fmla="*/ 187225 w 362309"/>
                <a:gd name="connsiteY32" fmla="*/ 90653 h 361971"/>
                <a:gd name="connsiteX33" fmla="*/ 174445 w 362309"/>
                <a:gd name="connsiteY33" fmla="*/ 90653 h 361971"/>
                <a:gd name="connsiteX34" fmla="*/ 164221 w 362309"/>
                <a:gd name="connsiteY34" fmla="*/ 84907 h 361971"/>
                <a:gd name="connsiteX35" fmla="*/ 162943 w 362309"/>
                <a:gd name="connsiteY35" fmla="*/ 73416 h 361971"/>
                <a:gd name="connsiteX36" fmla="*/ 87542 w 362309"/>
                <a:gd name="connsiteY36" fmla="*/ 89376 h 361971"/>
                <a:gd name="connsiteX37" fmla="*/ 100961 w 362309"/>
                <a:gd name="connsiteY37" fmla="*/ 86822 h 361971"/>
                <a:gd name="connsiteX38" fmla="*/ 116297 w 362309"/>
                <a:gd name="connsiteY38" fmla="*/ 93206 h 361971"/>
                <a:gd name="connsiteX39" fmla="*/ 123326 w 362309"/>
                <a:gd name="connsiteY39" fmla="*/ 109166 h 361971"/>
                <a:gd name="connsiteX40" fmla="*/ 120770 w 362309"/>
                <a:gd name="connsiteY40" fmla="*/ 112997 h 361971"/>
                <a:gd name="connsiteX41" fmla="*/ 111824 w 362309"/>
                <a:gd name="connsiteY41" fmla="*/ 121934 h 361971"/>
                <a:gd name="connsiteX42" fmla="*/ 102878 w 362309"/>
                <a:gd name="connsiteY42" fmla="*/ 125765 h 361971"/>
                <a:gd name="connsiteX43" fmla="*/ 100322 w 362309"/>
                <a:gd name="connsiteY43" fmla="*/ 125765 h 361971"/>
                <a:gd name="connsiteX44" fmla="*/ 91376 w 362309"/>
                <a:gd name="connsiteY44" fmla="*/ 118104 h 361971"/>
                <a:gd name="connsiteX45" fmla="*/ 84986 w 362309"/>
                <a:gd name="connsiteY45" fmla="*/ 102782 h 361971"/>
                <a:gd name="connsiteX46" fmla="*/ 87542 w 362309"/>
                <a:gd name="connsiteY46" fmla="*/ 89376 h 361971"/>
                <a:gd name="connsiteX47" fmla="*/ 76679 w 362309"/>
                <a:gd name="connsiteY47" fmla="*/ 201734 h 361971"/>
                <a:gd name="connsiteX48" fmla="*/ 71567 w 362309"/>
                <a:gd name="connsiteY48" fmla="*/ 200457 h 361971"/>
                <a:gd name="connsiteX49" fmla="*/ 56231 w 362309"/>
                <a:gd name="connsiteY49" fmla="*/ 194073 h 361971"/>
                <a:gd name="connsiteX50" fmla="*/ 49841 w 362309"/>
                <a:gd name="connsiteY50" fmla="*/ 177475 h 361971"/>
                <a:gd name="connsiteX51" fmla="*/ 56231 w 362309"/>
                <a:gd name="connsiteY51" fmla="*/ 171091 h 361971"/>
                <a:gd name="connsiteX52" fmla="*/ 71567 w 362309"/>
                <a:gd name="connsiteY52" fmla="*/ 164707 h 361971"/>
                <a:gd name="connsiteX53" fmla="*/ 83069 w 362309"/>
                <a:gd name="connsiteY53" fmla="*/ 165984 h 361971"/>
                <a:gd name="connsiteX54" fmla="*/ 88820 w 362309"/>
                <a:gd name="connsiteY54" fmla="*/ 176198 h 361971"/>
                <a:gd name="connsiteX55" fmla="*/ 88820 w 362309"/>
                <a:gd name="connsiteY55" fmla="*/ 188966 h 361971"/>
                <a:gd name="connsiteX56" fmla="*/ 76679 w 362309"/>
                <a:gd name="connsiteY56" fmla="*/ 201734 h 361971"/>
                <a:gd name="connsiteX57" fmla="*/ 76679 w 362309"/>
                <a:gd name="connsiteY57" fmla="*/ 201734 h 361971"/>
                <a:gd name="connsiteX58" fmla="*/ 123965 w 362309"/>
                <a:gd name="connsiteY58" fmla="*/ 263020 h 361971"/>
                <a:gd name="connsiteX59" fmla="*/ 116297 w 362309"/>
                <a:gd name="connsiteY59" fmla="*/ 271958 h 361971"/>
                <a:gd name="connsiteX60" fmla="*/ 100961 w 362309"/>
                <a:gd name="connsiteY60" fmla="*/ 278341 h 361971"/>
                <a:gd name="connsiteX61" fmla="*/ 96488 w 362309"/>
                <a:gd name="connsiteY61" fmla="*/ 278980 h 361971"/>
                <a:gd name="connsiteX62" fmla="*/ 84347 w 362309"/>
                <a:gd name="connsiteY62" fmla="*/ 266850 h 361971"/>
                <a:gd name="connsiteX63" fmla="*/ 84986 w 362309"/>
                <a:gd name="connsiteY63" fmla="*/ 262382 h 361971"/>
                <a:gd name="connsiteX64" fmla="*/ 91376 w 362309"/>
                <a:gd name="connsiteY64" fmla="*/ 247060 h 361971"/>
                <a:gd name="connsiteX65" fmla="*/ 107351 w 362309"/>
                <a:gd name="connsiteY65" fmla="*/ 240038 h 361971"/>
                <a:gd name="connsiteX66" fmla="*/ 111185 w 362309"/>
                <a:gd name="connsiteY66" fmla="*/ 242591 h 361971"/>
                <a:gd name="connsiteX67" fmla="*/ 120131 w 362309"/>
                <a:gd name="connsiteY67" fmla="*/ 251529 h 361971"/>
                <a:gd name="connsiteX68" fmla="*/ 123965 w 362309"/>
                <a:gd name="connsiteY68" fmla="*/ 263020 h 361971"/>
                <a:gd name="connsiteX69" fmla="*/ 198727 w 362309"/>
                <a:gd name="connsiteY69" fmla="*/ 291748 h 361971"/>
                <a:gd name="connsiteX70" fmla="*/ 192337 w 362309"/>
                <a:gd name="connsiteY70" fmla="*/ 307069 h 361971"/>
                <a:gd name="connsiteX71" fmla="*/ 175723 w 362309"/>
                <a:gd name="connsiteY71" fmla="*/ 313453 h 361971"/>
                <a:gd name="connsiteX72" fmla="*/ 169333 w 362309"/>
                <a:gd name="connsiteY72" fmla="*/ 307069 h 361971"/>
                <a:gd name="connsiteX73" fmla="*/ 162943 w 362309"/>
                <a:gd name="connsiteY73" fmla="*/ 291748 h 361971"/>
                <a:gd name="connsiteX74" fmla="*/ 164221 w 362309"/>
                <a:gd name="connsiteY74" fmla="*/ 280257 h 361971"/>
                <a:gd name="connsiteX75" fmla="*/ 174445 w 362309"/>
                <a:gd name="connsiteY75" fmla="*/ 274511 h 361971"/>
                <a:gd name="connsiteX76" fmla="*/ 187225 w 362309"/>
                <a:gd name="connsiteY76" fmla="*/ 274511 h 361971"/>
                <a:gd name="connsiteX77" fmla="*/ 199366 w 362309"/>
                <a:gd name="connsiteY77" fmla="*/ 287279 h 361971"/>
                <a:gd name="connsiteX78" fmla="*/ 198727 w 362309"/>
                <a:gd name="connsiteY78" fmla="*/ 291748 h 361971"/>
                <a:gd name="connsiteX79" fmla="*/ 198727 w 362309"/>
                <a:gd name="connsiteY79" fmla="*/ 291748 h 361971"/>
                <a:gd name="connsiteX80" fmla="*/ 274128 w 362309"/>
                <a:gd name="connsiteY80" fmla="*/ 275788 h 361971"/>
                <a:gd name="connsiteX81" fmla="*/ 265182 w 362309"/>
                <a:gd name="connsiteY81" fmla="*/ 279618 h 361971"/>
                <a:gd name="connsiteX82" fmla="*/ 260709 w 362309"/>
                <a:gd name="connsiteY82" fmla="*/ 278980 h 361971"/>
                <a:gd name="connsiteX83" fmla="*/ 245373 w 362309"/>
                <a:gd name="connsiteY83" fmla="*/ 272596 h 361971"/>
                <a:gd name="connsiteX84" fmla="*/ 237705 w 362309"/>
                <a:gd name="connsiteY84" fmla="*/ 263658 h 361971"/>
                <a:gd name="connsiteX85" fmla="*/ 240900 w 362309"/>
                <a:gd name="connsiteY85" fmla="*/ 252167 h 361971"/>
                <a:gd name="connsiteX86" fmla="*/ 249846 w 362309"/>
                <a:gd name="connsiteY86" fmla="*/ 243230 h 361971"/>
                <a:gd name="connsiteX87" fmla="*/ 267099 w 362309"/>
                <a:gd name="connsiteY87" fmla="*/ 243230 h 361971"/>
                <a:gd name="connsiteX88" fmla="*/ 269655 w 362309"/>
                <a:gd name="connsiteY88" fmla="*/ 247698 h 361971"/>
                <a:gd name="connsiteX89" fmla="*/ 276045 w 362309"/>
                <a:gd name="connsiteY89" fmla="*/ 263020 h 361971"/>
                <a:gd name="connsiteX90" fmla="*/ 274128 w 362309"/>
                <a:gd name="connsiteY90" fmla="*/ 275788 h 361971"/>
                <a:gd name="connsiteX91" fmla="*/ 305439 w 362309"/>
                <a:gd name="connsiteY91" fmla="*/ 194073 h 361971"/>
                <a:gd name="connsiteX92" fmla="*/ 290103 w 362309"/>
                <a:gd name="connsiteY92" fmla="*/ 200457 h 361971"/>
                <a:gd name="connsiteX93" fmla="*/ 284991 w 362309"/>
                <a:gd name="connsiteY93" fmla="*/ 201734 h 361971"/>
                <a:gd name="connsiteX94" fmla="*/ 277962 w 362309"/>
                <a:gd name="connsiteY94" fmla="*/ 199819 h 361971"/>
                <a:gd name="connsiteX95" fmla="*/ 272211 w 362309"/>
                <a:gd name="connsiteY95" fmla="*/ 189604 h 361971"/>
                <a:gd name="connsiteX96" fmla="*/ 272211 w 362309"/>
                <a:gd name="connsiteY96" fmla="*/ 176836 h 361971"/>
                <a:gd name="connsiteX97" fmla="*/ 277962 w 362309"/>
                <a:gd name="connsiteY97" fmla="*/ 166622 h 361971"/>
                <a:gd name="connsiteX98" fmla="*/ 289464 w 362309"/>
                <a:gd name="connsiteY98" fmla="*/ 165345 h 361971"/>
                <a:gd name="connsiteX99" fmla="*/ 304800 w 362309"/>
                <a:gd name="connsiteY99" fmla="*/ 171729 h 361971"/>
                <a:gd name="connsiteX100" fmla="*/ 311190 w 362309"/>
                <a:gd name="connsiteY100" fmla="*/ 188327 h 361971"/>
                <a:gd name="connsiteX101" fmla="*/ 305439 w 362309"/>
                <a:gd name="connsiteY101" fmla="*/ 194073 h 361971"/>
                <a:gd name="connsiteX102" fmla="*/ 305439 w 362309"/>
                <a:gd name="connsiteY102" fmla="*/ 19407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0438"/>
                    <a:pt x="281157" y="0"/>
                    <a:pt x="181474" y="0"/>
                  </a:cubicBezTo>
                  <a:lnTo>
                    <a:pt x="181474" y="0"/>
                  </a:lnTo>
                  <a:close/>
                  <a:moveTo>
                    <a:pt x="237705" y="102144"/>
                  </a:moveTo>
                  <a:cubicBezTo>
                    <a:pt x="238345" y="98313"/>
                    <a:pt x="241540" y="94483"/>
                    <a:pt x="245373" y="93206"/>
                  </a:cubicBezTo>
                  <a:lnTo>
                    <a:pt x="260709" y="86822"/>
                  </a:lnTo>
                  <a:cubicBezTo>
                    <a:pt x="267099" y="84269"/>
                    <a:pt x="274128" y="87461"/>
                    <a:pt x="276684" y="93845"/>
                  </a:cubicBezTo>
                  <a:cubicBezTo>
                    <a:pt x="277962" y="97037"/>
                    <a:pt x="277962" y="100229"/>
                    <a:pt x="276684" y="102782"/>
                  </a:cubicBezTo>
                  <a:lnTo>
                    <a:pt x="270294" y="118104"/>
                  </a:lnTo>
                  <a:cubicBezTo>
                    <a:pt x="268377" y="121934"/>
                    <a:pt x="265182" y="124488"/>
                    <a:pt x="261348" y="125765"/>
                  </a:cubicBezTo>
                  <a:cubicBezTo>
                    <a:pt x="260709" y="125765"/>
                    <a:pt x="259431" y="125765"/>
                    <a:pt x="258792" y="125765"/>
                  </a:cubicBezTo>
                  <a:cubicBezTo>
                    <a:pt x="255597" y="125765"/>
                    <a:pt x="252403" y="124488"/>
                    <a:pt x="249846" y="121934"/>
                  </a:cubicBezTo>
                  <a:lnTo>
                    <a:pt x="240900" y="112997"/>
                  </a:lnTo>
                  <a:cubicBezTo>
                    <a:pt x="238345" y="109805"/>
                    <a:pt x="237067" y="105974"/>
                    <a:pt x="237705" y="102144"/>
                  </a:cubicBezTo>
                  <a:lnTo>
                    <a:pt x="237705" y="102144"/>
                  </a:lnTo>
                  <a:close/>
                  <a:moveTo>
                    <a:pt x="267738" y="182582"/>
                  </a:moveTo>
                  <a:cubicBezTo>
                    <a:pt x="267738" y="230462"/>
                    <a:pt x="228760" y="269404"/>
                    <a:pt x="180835" y="269404"/>
                  </a:cubicBezTo>
                  <a:cubicBezTo>
                    <a:pt x="132911" y="269404"/>
                    <a:pt x="93932" y="230462"/>
                    <a:pt x="93932" y="182582"/>
                  </a:cubicBezTo>
                  <a:cubicBezTo>
                    <a:pt x="93932" y="134702"/>
                    <a:pt x="132911" y="95760"/>
                    <a:pt x="180835" y="95760"/>
                  </a:cubicBezTo>
                  <a:lnTo>
                    <a:pt x="180835" y="95760"/>
                  </a:lnTo>
                  <a:cubicBezTo>
                    <a:pt x="228760" y="95760"/>
                    <a:pt x="267738" y="134702"/>
                    <a:pt x="267738" y="182582"/>
                  </a:cubicBezTo>
                  <a:lnTo>
                    <a:pt x="267738" y="182582"/>
                  </a:lnTo>
                  <a:close/>
                  <a:moveTo>
                    <a:pt x="162943" y="73416"/>
                  </a:moveTo>
                  <a:lnTo>
                    <a:pt x="169333" y="58094"/>
                  </a:lnTo>
                  <a:cubicBezTo>
                    <a:pt x="171889" y="51710"/>
                    <a:pt x="179557" y="49157"/>
                    <a:pt x="185947" y="51710"/>
                  </a:cubicBezTo>
                  <a:cubicBezTo>
                    <a:pt x="188503" y="52987"/>
                    <a:pt x="191059" y="55541"/>
                    <a:pt x="192337" y="58094"/>
                  </a:cubicBezTo>
                  <a:lnTo>
                    <a:pt x="198727" y="73416"/>
                  </a:lnTo>
                  <a:cubicBezTo>
                    <a:pt x="200644" y="77246"/>
                    <a:pt x="200005" y="81715"/>
                    <a:pt x="197449" y="84907"/>
                  </a:cubicBezTo>
                  <a:cubicBezTo>
                    <a:pt x="194893" y="88099"/>
                    <a:pt x="191059" y="90653"/>
                    <a:pt x="187225" y="90653"/>
                  </a:cubicBezTo>
                  <a:lnTo>
                    <a:pt x="174445" y="90653"/>
                  </a:lnTo>
                  <a:cubicBezTo>
                    <a:pt x="169972" y="90653"/>
                    <a:pt x="166138" y="88737"/>
                    <a:pt x="164221" y="84907"/>
                  </a:cubicBezTo>
                  <a:cubicBezTo>
                    <a:pt x="161665" y="81715"/>
                    <a:pt x="161665" y="77246"/>
                    <a:pt x="162943" y="73416"/>
                  </a:cubicBezTo>
                  <a:close/>
                  <a:moveTo>
                    <a:pt x="87542" y="89376"/>
                  </a:moveTo>
                  <a:cubicBezTo>
                    <a:pt x="90737" y="85545"/>
                    <a:pt x="96488" y="84907"/>
                    <a:pt x="100961" y="86822"/>
                  </a:cubicBezTo>
                  <a:lnTo>
                    <a:pt x="116297" y="93206"/>
                  </a:lnTo>
                  <a:cubicBezTo>
                    <a:pt x="122686" y="95760"/>
                    <a:pt x="125881" y="102782"/>
                    <a:pt x="123326" y="109166"/>
                  </a:cubicBezTo>
                  <a:cubicBezTo>
                    <a:pt x="122686" y="110443"/>
                    <a:pt x="122048" y="112358"/>
                    <a:pt x="120770" y="112997"/>
                  </a:cubicBezTo>
                  <a:lnTo>
                    <a:pt x="111824" y="121934"/>
                  </a:lnTo>
                  <a:cubicBezTo>
                    <a:pt x="109268" y="124488"/>
                    <a:pt x="106073" y="125765"/>
                    <a:pt x="102878" y="125765"/>
                  </a:cubicBezTo>
                  <a:cubicBezTo>
                    <a:pt x="102239" y="125765"/>
                    <a:pt x="100961" y="125765"/>
                    <a:pt x="100322" y="125765"/>
                  </a:cubicBezTo>
                  <a:cubicBezTo>
                    <a:pt x="96488" y="125126"/>
                    <a:pt x="92654" y="121934"/>
                    <a:pt x="91376" y="118104"/>
                  </a:cubicBezTo>
                  <a:lnTo>
                    <a:pt x="84986" y="102782"/>
                  </a:lnTo>
                  <a:cubicBezTo>
                    <a:pt x="82430" y="98952"/>
                    <a:pt x="83708" y="93206"/>
                    <a:pt x="87542" y="89376"/>
                  </a:cubicBezTo>
                  <a:close/>
                  <a:moveTo>
                    <a:pt x="76679" y="201734"/>
                  </a:moveTo>
                  <a:cubicBezTo>
                    <a:pt x="74762" y="201734"/>
                    <a:pt x="73484" y="201095"/>
                    <a:pt x="71567" y="200457"/>
                  </a:cubicBezTo>
                  <a:lnTo>
                    <a:pt x="56231" y="194073"/>
                  </a:lnTo>
                  <a:cubicBezTo>
                    <a:pt x="49841" y="191519"/>
                    <a:pt x="47285" y="183859"/>
                    <a:pt x="49841" y="177475"/>
                  </a:cubicBezTo>
                  <a:cubicBezTo>
                    <a:pt x="51119" y="174921"/>
                    <a:pt x="53675" y="172368"/>
                    <a:pt x="56231" y="171091"/>
                  </a:cubicBezTo>
                  <a:lnTo>
                    <a:pt x="71567" y="164707"/>
                  </a:lnTo>
                  <a:cubicBezTo>
                    <a:pt x="75401" y="163430"/>
                    <a:pt x="79874" y="163430"/>
                    <a:pt x="83069" y="165984"/>
                  </a:cubicBezTo>
                  <a:cubicBezTo>
                    <a:pt x="86264" y="168537"/>
                    <a:pt x="88820" y="172368"/>
                    <a:pt x="88820" y="176198"/>
                  </a:cubicBezTo>
                  <a:lnTo>
                    <a:pt x="88820" y="188966"/>
                  </a:lnTo>
                  <a:cubicBezTo>
                    <a:pt x="88820" y="195988"/>
                    <a:pt x="83069" y="201734"/>
                    <a:pt x="76679" y="201734"/>
                  </a:cubicBezTo>
                  <a:lnTo>
                    <a:pt x="76679" y="201734"/>
                  </a:lnTo>
                  <a:close/>
                  <a:moveTo>
                    <a:pt x="123965" y="263020"/>
                  </a:moveTo>
                  <a:cubicBezTo>
                    <a:pt x="123326" y="266850"/>
                    <a:pt x="120131" y="270681"/>
                    <a:pt x="116297" y="271958"/>
                  </a:cubicBezTo>
                  <a:lnTo>
                    <a:pt x="100961" y="278341"/>
                  </a:lnTo>
                  <a:cubicBezTo>
                    <a:pt x="99683" y="278980"/>
                    <a:pt x="97766" y="278980"/>
                    <a:pt x="96488" y="278980"/>
                  </a:cubicBezTo>
                  <a:cubicBezTo>
                    <a:pt x="89459" y="278980"/>
                    <a:pt x="84347" y="273234"/>
                    <a:pt x="84347" y="266850"/>
                  </a:cubicBezTo>
                  <a:cubicBezTo>
                    <a:pt x="84347" y="265574"/>
                    <a:pt x="84347" y="263658"/>
                    <a:pt x="84986" y="262382"/>
                  </a:cubicBezTo>
                  <a:lnTo>
                    <a:pt x="91376" y="247060"/>
                  </a:lnTo>
                  <a:cubicBezTo>
                    <a:pt x="93932" y="240676"/>
                    <a:pt x="100961" y="237484"/>
                    <a:pt x="107351" y="240038"/>
                  </a:cubicBezTo>
                  <a:cubicBezTo>
                    <a:pt x="108629" y="240676"/>
                    <a:pt x="110546" y="241314"/>
                    <a:pt x="111185" y="242591"/>
                  </a:cubicBezTo>
                  <a:lnTo>
                    <a:pt x="120131" y="251529"/>
                  </a:lnTo>
                  <a:cubicBezTo>
                    <a:pt x="123965" y="254721"/>
                    <a:pt x="124604" y="259190"/>
                    <a:pt x="123965" y="263020"/>
                  </a:cubicBezTo>
                  <a:close/>
                  <a:moveTo>
                    <a:pt x="198727" y="291748"/>
                  </a:moveTo>
                  <a:lnTo>
                    <a:pt x="192337" y="307069"/>
                  </a:lnTo>
                  <a:cubicBezTo>
                    <a:pt x="189781" y="313453"/>
                    <a:pt x="182113" y="316007"/>
                    <a:pt x="175723" y="313453"/>
                  </a:cubicBezTo>
                  <a:cubicBezTo>
                    <a:pt x="173167" y="312177"/>
                    <a:pt x="170611" y="309623"/>
                    <a:pt x="169333" y="307069"/>
                  </a:cubicBezTo>
                  <a:lnTo>
                    <a:pt x="162943" y="291748"/>
                  </a:lnTo>
                  <a:cubicBezTo>
                    <a:pt x="161665" y="287917"/>
                    <a:pt x="161665" y="283449"/>
                    <a:pt x="164221" y="280257"/>
                  </a:cubicBezTo>
                  <a:cubicBezTo>
                    <a:pt x="166777" y="277065"/>
                    <a:pt x="170611" y="274511"/>
                    <a:pt x="174445" y="274511"/>
                  </a:cubicBezTo>
                  <a:lnTo>
                    <a:pt x="187225" y="274511"/>
                  </a:lnTo>
                  <a:cubicBezTo>
                    <a:pt x="194254" y="274511"/>
                    <a:pt x="199366" y="280257"/>
                    <a:pt x="199366" y="287279"/>
                  </a:cubicBezTo>
                  <a:cubicBezTo>
                    <a:pt x="200005" y="288556"/>
                    <a:pt x="199366" y="290471"/>
                    <a:pt x="198727" y="291748"/>
                  </a:cubicBezTo>
                  <a:lnTo>
                    <a:pt x="198727" y="291748"/>
                  </a:lnTo>
                  <a:close/>
                  <a:moveTo>
                    <a:pt x="274128" y="275788"/>
                  </a:moveTo>
                  <a:cubicBezTo>
                    <a:pt x="271572" y="278341"/>
                    <a:pt x="268377" y="279618"/>
                    <a:pt x="265182" y="279618"/>
                  </a:cubicBezTo>
                  <a:cubicBezTo>
                    <a:pt x="263904" y="279618"/>
                    <a:pt x="261987" y="279618"/>
                    <a:pt x="260709" y="278980"/>
                  </a:cubicBezTo>
                  <a:lnTo>
                    <a:pt x="245373" y="272596"/>
                  </a:lnTo>
                  <a:cubicBezTo>
                    <a:pt x="241540" y="271319"/>
                    <a:pt x="238983" y="267489"/>
                    <a:pt x="237705" y="263658"/>
                  </a:cubicBezTo>
                  <a:cubicBezTo>
                    <a:pt x="237067" y="259828"/>
                    <a:pt x="238345" y="255359"/>
                    <a:pt x="240900" y="252167"/>
                  </a:cubicBezTo>
                  <a:lnTo>
                    <a:pt x="249846" y="243230"/>
                  </a:lnTo>
                  <a:cubicBezTo>
                    <a:pt x="254958" y="238122"/>
                    <a:pt x="262626" y="238122"/>
                    <a:pt x="267099" y="243230"/>
                  </a:cubicBezTo>
                  <a:cubicBezTo>
                    <a:pt x="268377" y="244506"/>
                    <a:pt x="269016" y="245783"/>
                    <a:pt x="269655" y="247698"/>
                  </a:cubicBezTo>
                  <a:lnTo>
                    <a:pt x="276045" y="263020"/>
                  </a:lnTo>
                  <a:cubicBezTo>
                    <a:pt x="278601" y="266850"/>
                    <a:pt x="277323" y="271958"/>
                    <a:pt x="274128" y="275788"/>
                  </a:cubicBezTo>
                  <a:close/>
                  <a:moveTo>
                    <a:pt x="305439" y="194073"/>
                  </a:moveTo>
                  <a:lnTo>
                    <a:pt x="290103" y="200457"/>
                  </a:lnTo>
                  <a:cubicBezTo>
                    <a:pt x="288825" y="201095"/>
                    <a:pt x="286908" y="201734"/>
                    <a:pt x="284991" y="201734"/>
                  </a:cubicBezTo>
                  <a:cubicBezTo>
                    <a:pt x="282435" y="201734"/>
                    <a:pt x="280518" y="201095"/>
                    <a:pt x="277962" y="199819"/>
                  </a:cubicBezTo>
                  <a:cubicBezTo>
                    <a:pt x="274767" y="197265"/>
                    <a:pt x="272211" y="193435"/>
                    <a:pt x="272211" y="189604"/>
                  </a:cubicBezTo>
                  <a:lnTo>
                    <a:pt x="272211" y="176836"/>
                  </a:lnTo>
                  <a:cubicBezTo>
                    <a:pt x="272211" y="172368"/>
                    <a:pt x="274128" y="168537"/>
                    <a:pt x="277962" y="166622"/>
                  </a:cubicBezTo>
                  <a:cubicBezTo>
                    <a:pt x="281157" y="164068"/>
                    <a:pt x="285630" y="164068"/>
                    <a:pt x="289464" y="165345"/>
                  </a:cubicBezTo>
                  <a:lnTo>
                    <a:pt x="304800" y="171729"/>
                  </a:lnTo>
                  <a:cubicBezTo>
                    <a:pt x="311190" y="174283"/>
                    <a:pt x="313746" y="181944"/>
                    <a:pt x="311190" y="188327"/>
                  </a:cubicBezTo>
                  <a:cubicBezTo>
                    <a:pt x="310551" y="190243"/>
                    <a:pt x="307995" y="192796"/>
                    <a:pt x="305439" y="194073"/>
                  </a:cubicBezTo>
                  <a:lnTo>
                    <a:pt x="305439" y="194073"/>
                  </a:lnTo>
                  <a:close/>
                </a:path>
              </a:pathLst>
            </a:custGeom>
            <a:solidFill>
              <a:srgbClr val="012169"/>
            </a:solidFill>
            <a:ln w="6390" cap="flat">
              <a:noFill/>
              <a:prstDash val="solid"/>
              <a:miter/>
            </a:ln>
          </p:spPr>
          <p:txBody>
            <a:bodyPr rtlCol="0" anchor="ctr"/>
            <a:lstStyle/>
            <a:p>
              <a:endParaRPr lang="en-US"/>
            </a:p>
          </p:txBody>
        </p:sp>
        <p:sp>
          <p:nvSpPr>
            <p:cNvPr id="451" name="Graphic 4">
              <a:extLst>
                <a:ext uri="{FF2B5EF4-FFF2-40B4-BE49-F238E27FC236}">
                  <a16:creationId xmlns:a16="http://schemas.microsoft.com/office/drawing/2014/main" id="{7BFF5860-93C3-AD49-BE03-EB055E073BCE}"/>
                </a:ext>
              </a:extLst>
            </p:cNvPr>
            <p:cNvSpPr/>
            <p:nvPr/>
          </p:nvSpPr>
          <p:spPr>
            <a:xfrm>
              <a:off x="6243607" y="5044785"/>
              <a:ext cx="14697" cy="14683"/>
            </a:xfrm>
            <a:custGeom>
              <a:avLst/>
              <a:gdLst>
                <a:gd name="connsiteX0" fmla="*/ 0 w 14697"/>
                <a:gd name="connsiteY0" fmla="*/ 14683 h 14683"/>
                <a:gd name="connsiteX1" fmla="*/ 14697 w 14697"/>
                <a:gd name="connsiteY1" fmla="*/ 8938 h 14683"/>
                <a:gd name="connsiteX2" fmla="*/ 5112 w 14697"/>
                <a:gd name="connsiteY2" fmla="*/ 0 h 14683"/>
              </a:gdLst>
              <a:ahLst/>
              <a:cxnLst>
                <a:cxn ang="0">
                  <a:pos x="connsiteX0" y="connsiteY0"/>
                </a:cxn>
                <a:cxn ang="0">
                  <a:pos x="connsiteX1" y="connsiteY1"/>
                </a:cxn>
                <a:cxn ang="0">
                  <a:pos x="connsiteX2" y="connsiteY2"/>
                </a:cxn>
              </a:cxnLst>
              <a:rect l="l" t="t" r="r" b="b"/>
              <a:pathLst>
                <a:path w="14697" h="14683">
                  <a:moveTo>
                    <a:pt x="0" y="14683"/>
                  </a:moveTo>
                  <a:lnTo>
                    <a:pt x="14697" y="8938"/>
                  </a:lnTo>
                  <a:lnTo>
                    <a:pt x="5112" y="0"/>
                  </a:lnTo>
                  <a:close/>
                </a:path>
              </a:pathLst>
            </a:custGeom>
            <a:solidFill>
              <a:srgbClr val="012169"/>
            </a:solidFill>
            <a:ln w="6390" cap="flat">
              <a:noFill/>
              <a:prstDash val="solid"/>
              <a:miter/>
            </a:ln>
          </p:spPr>
          <p:txBody>
            <a:bodyPr rtlCol="0" anchor="ctr"/>
            <a:lstStyle/>
            <a:p>
              <a:endParaRPr lang="en-US"/>
            </a:p>
          </p:txBody>
        </p:sp>
        <p:sp>
          <p:nvSpPr>
            <p:cNvPr id="452" name="Graphic 4">
              <a:extLst>
                <a:ext uri="{FF2B5EF4-FFF2-40B4-BE49-F238E27FC236}">
                  <a16:creationId xmlns:a16="http://schemas.microsoft.com/office/drawing/2014/main" id="{911CF2FC-CEF8-224E-9AB4-B28C6243EDA9}"/>
                </a:ext>
              </a:extLst>
            </p:cNvPr>
            <p:cNvSpPr/>
            <p:nvPr/>
          </p:nvSpPr>
          <p:spPr>
            <a:xfrm>
              <a:off x="6208462" y="4970092"/>
              <a:ext cx="14057" cy="11491"/>
            </a:xfrm>
            <a:custGeom>
              <a:avLst/>
              <a:gdLst>
                <a:gd name="connsiteX0" fmla="*/ 0 w 14057"/>
                <a:gd name="connsiteY0" fmla="*/ 5745 h 11491"/>
                <a:gd name="connsiteX1" fmla="*/ 14058 w 14057"/>
                <a:gd name="connsiteY1" fmla="*/ 11491 h 11491"/>
                <a:gd name="connsiteX2" fmla="*/ 14058 w 14057"/>
                <a:gd name="connsiteY2" fmla="*/ 0 h 11491"/>
              </a:gdLst>
              <a:ahLst/>
              <a:cxnLst>
                <a:cxn ang="0">
                  <a:pos x="connsiteX0" y="connsiteY0"/>
                </a:cxn>
                <a:cxn ang="0">
                  <a:pos x="connsiteX1" y="connsiteY1"/>
                </a:cxn>
                <a:cxn ang="0">
                  <a:pos x="connsiteX2" y="connsiteY2"/>
                </a:cxn>
              </a:cxnLst>
              <a:rect l="l" t="t" r="r" b="b"/>
              <a:pathLst>
                <a:path w="14057" h="11491">
                  <a:moveTo>
                    <a:pt x="0" y="5745"/>
                  </a:moveTo>
                  <a:lnTo>
                    <a:pt x="14058" y="11491"/>
                  </a:lnTo>
                  <a:lnTo>
                    <a:pt x="14058" y="0"/>
                  </a:lnTo>
                  <a:close/>
                </a:path>
              </a:pathLst>
            </a:custGeom>
            <a:solidFill>
              <a:srgbClr val="012169"/>
            </a:solidFill>
            <a:ln w="6390" cap="flat">
              <a:noFill/>
              <a:prstDash val="solid"/>
              <a:miter/>
            </a:ln>
          </p:spPr>
          <p:txBody>
            <a:bodyPr rtlCol="0" anchor="ctr"/>
            <a:lstStyle/>
            <a:p>
              <a:endParaRPr lang="en-US"/>
            </a:p>
          </p:txBody>
        </p:sp>
      </p:grpSp>
      <p:grpSp>
        <p:nvGrpSpPr>
          <p:cNvPr id="458" name="Graphic 4">
            <a:extLst>
              <a:ext uri="{FF2B5EF4-FFF2-40B4-BE49-F238E27FC236}">
                <a16:creationId xmlns:a16="http://schemas.microsoft.com/office/drawing/2014/main" id="{19CA230B-8175-AC48-A35A-9458A3498456}"/>
              </a:ext>
            </a:extLst>
          </p:cNvPr>
          <p:cNvGrpSpPr/>
          <p:nvPr/>
        </p:nvGrpSpPr>
        <p:grpSpPr>
          <a:xfrm>
            <a:off x="6754163" y="1893013"/>
            <a:ext cx="362309" cy="361971"/>
            <a:chOff x="6754163" y="1893013"/>
            <a:chExt cx="362309" cy="361971"/>
          </a:xfrm>
          <a:solidFill>
            <a:srgbClr val="012169"/>
          </a:solidFill>
        </p:grpSpPr>
        <p:sp>
          <p:nvSpPr>
            <p:cNvPr id="459" name="Graphic 4">
              <a:extLst>
                <a:ext uri="{FF2B5EF4-FFF2-40B4-BE49-F238E27FC236}">
                  <a16:creationId xmlns:a16="http://schemas.microsoft.com/office/drawing/2014/main" id="{0AC3A521-D87F-8A45-98B9-4CA82C2055EF}"/>
                </a:ext>
              </a:extLst>
            </p:cNvPr>
            <p:cNvSpPr/>
            <p:nvPr/>
          </p:nvSpPr>
          <p:spPr>
            <a:xfrm>
              <a:off x="6754163" y="189301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49529" y="273873"/>
                    <a:pt x="274128" y="349204"/>
                    <a:pt x="181474" y="349204"/>
                  </a:cubicBezTo>
                  <a:close/>
                </a:path>
              </a:pathLst>
            </a:custGeom>
            <a:solidFill>
              <a:srgbClr val="012169"/>
            </a:solidFill>
            <a:ln w="6390" cap="flat">
              <a:noFill/>
              <a:prstDash val="solid"/>
              <a:miter/>
            </a:ln>
          </p:spPr>
          <p:txBody>
            <a:bodyPr rtlCol="0" anchor="ctr"/>
            <a:lstStyle/>
            <a:p>
              <a:endParaRPr lang="en-US"/>
            </a:p>
          </p:txBody>
        </p:sp>
        <p:sp>
          <p:nvSpPr>
            <p:cNvPr id="460" name="Graphic 4">
              <a:extLst>
                <a:ext uri="{FF2B5EF4-FFF2-40B4-BE49-F238E27FC236}">
                  <a16:creationId xmlns:a16="http://schemas.microsoft.com/office/drawing/2014/main" id="{DB57EAE3-97C1-BA4C-970C-E2F2662771D9}"/>
                </a:ext>
              </a:extLst>
            </p:cNvPr>
            <p:cNvSpPr/>
            <p:nvPr/>
          </p:nvSpPr>
          <p:spPr>
            <a:xfrm>
              <a:off x="6890269" y="1961322"/>
              <a:ext cx="61343" cy="61286"/>
            </a:xfrm>
            <a:custGeom>
              <a:avLst/>
              <a:gdLst>
                <a:gd name="connsiteX0" fmla="*/ 30671 w 61343"/>
                <a:gd name="connsiteY0" fmla="*/ 61286 h 61286"/>
                <a:gd name="connsiteX1" fmla="*/ 61343 w 61343"/>
                <a:gd name="connsiteY1" fmla="*/ 30643 h 61286"/>
                <a:gd name="connsiteX2" fmla="*/ 30671 w 61343"/>
                <a:gd name="connsiteY2" fmla="*/ 0 h 61286"/>
                <a:gd name="connsiteX3" fmla="*/ 0 w 61343"/>
                <a:gd name="connsiteY3" fmla="*/ 30643 h 61286"/>
                <a:gd name="connsiteX4" fmla="*/ 30671 w 61343"/>
                <a:gd name="connsiteY4" fmla="*/ 61286 h 61286"/>
                <a:gd name="connsiteX5" fmla="*/ 30671 w 61343"/>
                <a:gd name="connsiteY5" fmla="*/ 13406 h 61286"/>
                <a:gd name="connsiteX6" fmla="*/ 48563 w 61343"/>
                <a:gd name="connsiteY6" fmla="*/ 31281 h 61286"/>
                <a:gd name="connsiteX7" fmla="*/ 30671 w 61343"/>
                <a:gd name="connsiteY7" fmla="*/ 49157 h 61286"/>
                <a:gd name="connsiteX8" fmla="*/ 12780 w 61343"/>
                <a:gd name="connsiteY8" fmla="*/ 31281 h 61286"/>
                <a:gd name="connsiteX9" fmla="*/ 30671 w 61343"/>
                <a:gd name="connsiteY9" fmla="*/ 13406 h 61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343" h="61286">
                  <a:moveTo>
                    <a:pt x="30671" y="61286"/>
                  </a:moveTo>
                  <a:cubicBezTo>
                    <a:pt x="47285" y="61286"/>
                    <a:pt x="61343" y="47880"/>
                    <a:pt x="61343" y="30643"/>
                  </a:cubicBezTo>
                  <a:cubicBezTo>
                    <a:pt x="61343" y="13406"/>
                    <a:pt x="47925" y="0"/>
                    <a:pt x="30671" y="0"/>
                  </a:cubicBezTo>
                  <a:cubicBezTo>
                    <a:pt x="14058" y="0"/>
                    <a:pt x="0" y="13406"/>
                    <a:pt x="0" y="30643"/>
                  </a:cubicBezTo>
                  <a:cubicBezTo>
                    <a:pt x="639" y="47880"/>
                    <a:pt x="14058" y="61286"/>
                    <a:pt x="30671" y="61286"/>
                  </a:cubicBezTo>
                  <a:close/>
                  <a:moveTo>
                    <a:pt x="30671" y="13406"/>
                  </a:moveTo>
                  <a:cubicBezTo>
                    <a:pt x="40256" y="13406"/>
                    <a:pt x="48563" y="21067"/>
                    <a:pt x="48563" y="31281"/>
                  </a:cubicBezTo>
                  <a:cubicBezTo>
                    <a:pt x="48563" y="41496"/>
                    <a:pt x="40895" y="49157"/>
                    <a:pt x="30671" y="49157"/>
                  </a:cubicBezTo>
                  <a:cubicBezTo>
                    <a:pt x="21086" y="49157"/>
                    <a:pt x="12780" y="41496"/>
                    <a:pt x="12780" y="31281"/>
                  </a:cubicBezTo>
                  <a:cubicBezTo>
                    <a:pt x="13419" y="21067"/>
                    <a:pt x="21086" y="13406"/>
                    <a:pt x="30671" y="13406"/>
                  </a:cubicBezTo>
                  <a:close/>
                </a:path>
              </a:pathLst>
            </a:custGeom>
            <a:solidFill>
              <a:srgbClr val="012169"/>
            </a:solidFill>
            <a:ln w="6390" cap="flat">
              <a:noFill/>
              <a:prstDash val="solid"/>
              <a:miter/>
            </a:ln>
          </p:spPr>
          <p:txBody>
            <a:bodyPr rtlCol="0" anchor="ctr"/>
            <a:lstStyle/>
            <a:p>
              <a:endParaRPr lang="en-US"/>
            </a:p>
          </p:txBody>
        </p:sp>
        <p:sp>
          <p:nvSpPr>
            <p:cNvPr id="461" name="Graphic 4">
              <a:extLst>
                <a:ext uri="{FF2B5EF4-FFF2-40B4-BE49-F238E27FC236}">
                  <a16:creationId xmlns:a16="http://schemas.microsoft.com/office/drawing/2014/main" id="{41BF88D1-FA03-7F4F-9698-0808A0F2CBDF}"/>
                </a:ext>
              </a:extLst>
            </p:cNvPr>
            <p:cNvSpPr/>
            <p:nvPr/>
          </p:nvSpPr>
          <p:spPr>
            <a:xfrm>
              <a:off x="6869152" y="2032741"/>
              <a:ext cx="133084" cy="152657"/>
            </a:xfrm>
            <a:custGeom>
              <a:avLst/>
              <a:gdLst>
                <a:gd name="connsiteX0" fmla="*/ 122717 w 133084"/>
                <a:gd name="connsiteY0" fmla="*/ 108608 h 152657"/>
                <a:gd name="connsiteX1" fmla="*/ 81182 w 133084"/>
                <a:gd name="connsiteY1" fmla="*/ 67112 h 152657"/>
                <a:gd name="connsiteX2" fmla="*/ 81182 w 133084"/>
                <a:gd name="connsiteY2" fmla="*/ 24978 h 152657"/>
                <a:gd name="connsiteX3" fmla="*/ 75432 w 133084"/>
                <a:gd name="connsiteY3" fmla="*/ 9018 h 152657"/>
                <a:gd name="connsiteX4" fmla="*/ 51789 w 133084"/>
                <a:gd name="connsiteY4" fmla="*/ 81 h 152657"/>
                <a:gd name="connsiteX5" fmla="*/ 28785 w 133084"/>
                <a:gd name="connsiteY5" fmla="*/ 8380 h 152657"/>
                <a:gd name="connsiteX6" fmla="*/ 21756 w 133084"/>
                <a:gd name="connsiteY6" fmla="*/ 26893 h 152657"/>
                <a:gd name="connsiteX7" fmla="*/ 21756 w 133084"/>
                <a:gd name="connsiteY7" fmla="*/ 69028 h 152657"/>
                <a:gd name="connsiteX8" fmla="*/ 22395 w 133084"/>
                <a:gd name="connsiteY8" fmla="*/ 72220 h 152657"/>
                <a:gd name="connsiteX9" fmla="*/ 50511 w 133084"/>
                <a:gd name="connsiteY9" fmla="*/ 108608 h 152657"/>
                <a:gd name="connsiteX10" fmla="*/ 21117 w 133084"/>
                <a:gd name="connsiteY10" fmla="*/ 108608 h 152657"/>
                <a:gd name="connsiteX11" fmla="*/ 30 w 133084"/>
                <a:gd name="connsiteY11" fmla="*/ 131591 h 152657"/>
                <a:gd name="connsiteX12" fmla="*/ 30 w 133084"/>
                <a:gd name="connsiteY12" fmla="*/ 131591 h 152657"/>
                <a:gd name="connsiteX13" fmla="*/ 6420 w 133084"/>
                <a:gd name="connsiteY13" fmla="*/ 147551 h 152657"/>
                <a:gd name="connsiteX14" fmla="*/ 20478 w 133084"/>
                <a:gd name="connsiteY14" fmla="*/ 152658 h 152657"/>
                <a:gd name="connsiteX15" fmla="*/ 109298 w 133084"/>
                <a:gd name="connsiteY15" fmla="*/ 152658 h 152657"/>
                <a:gd name="connsiteX16" fmla="*/ 132302 w 133084"/>
                <a:gd name="connsiteY16" fmla="*/ 136059 h 152657"/>
                <a:gd name="connsiteX17" fmla="*/ 122717 w 133084"/>
                <a:gd name="connsiteY17" fmla="*/ 108608 h 152657"/>
                <a:gd name="connsiteX18" fmla="*/ 119522 w 133084"/>
                <a:gd name="connsiteY18" fmla="*/ 131591 h 152657"/>
                <a:gd name="connsiteX19" fmla="*/ 108020 w 133084"/>
                <a:gd name="connsiteY19" fmla="*/ 140528 h 152657"/>
                <a:gd name="connsiteX20" fmla="*/ 19839 w 133084"/>
                <a:gd name="connsiteY20" fmla="*/ 140528 h 152657"/>
                <a:gd name="connsiteX21" fmla="*/ 14088 w 133084"/>
                <a:gd name="connsiteY21" fmla="*/ 138613 h 152657"/>
                <a:gd name="connsiteX22" fmla="*/ 12171 w 133084"/>
                <a:gd name="connsiteY22" fmla="*/ 132229 h 152657"/>
                <a:gd name="connsiteX23" fmla="*/ 19839 w 133084"/>
                <a:gd name="connsiteY23" fmla="*/ 122015 h 152657"/>
                <a:gd name="connsiteX24" fmla="*/ 20478 w 133084"/>
                <a:gd name="connsiteY24" fmla="*/ 122015 h 152657"/>
                <a:gd name="connsiteX25" fmla="*/ 67125 w 133084"/>
                <a:gd name="connsiteY25" fmla="*/ 122015 h 152657"/>
                <a:gd name="connsiteX26" fmla="*/ 73514 w 133084"/>
                <a:gd name="connsiteY26" fmla="*/ 115631 h 152657"/>
                <a:gd name="connsiteX27" fmla="*/ 70958 w 133084"/>
                <a:gd name="connsiteY27" fmla="*/ 110524 h 152657"/>
                <a:gd name="connsiteX28" fmla="*/ 33897 w 133084"/>
                <a:gd name="connsiteY28" fmla="*/ 68389 h 152657"/>
                <a:gd name="connsiteX29" fmla="*/ 33897 w 133084"/>
                <a:gd name="connsiteY29" fmla="*/ 26893 h 152657"/>
                <a:gd name="connsiteX30" fmla="*/ 37731 w 133084"/>
                <a:gd name="connsiteY30" fmla="*/ 17317 h 152657"/>
                <a:gd name="connsiteX31" fmla="*/ 65207 w 133084"/>
                <a:gd name="connsiteY31" fmla="*/ 17317 h 152657"/>
                <a:gd name="connsiteX32" fmla="*/ 67763 w 133084"/>
                <a:gd name="connsiteY32" fmla="*/ 23701 h 152657"/>
                <a:gd name="connsiteX33" fmla="*/ 67763 w 133084"/>
                <a:gd name="connsiteY33" fmla="*/ 24340 h 152657"/>
                <a:gd name="connsiteX34" fmla="*/ 67763 w 133084"/>
                <a:gd name="connsiteY34" fmla="*/ 69666 h 152657"/>
                <a:gd name="connsiteX35" fmla="*/ 69681 w 133084"/>
                <a:gd name="connsiteY35" fmla="*/ 74135 h 152657"/>
                <a:gd name="connsiteX36" fmla="*/ 113132 w 133084"/>
                <a:gd name="connsiteY36" fmla="*/ 118184 h 152657"/>
                <a:gd name="connsiteX37" fmla="*/ 113771 w 133084"/>
                <a:gd name="connsiteY37" fmla="*/ 118823 h 152657"/>
                <a:gd name="connsiteX38" fmla="*/ 119522 w 133084"/>
                <a:gd name="connsiteY38" fmla="*/ 131591 h 152657"/>
                <a:gd name="connsiteX39" fmla="*/ 119522 w 133084"/>
                <a:gd name="connsiteY39" fmla="*/ 131591 h 152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3084" h="152657">
                  <a:moveTo>
                    <a:pt x="122717" y="108608"/>
                  </a:moveTo>
                  <a:lnTo>
                    <a:pt x="81182" y="67112"/>
                  </a:lnTo>
                  <a:lnTo>
                    <a:pt x="81182" y="24978"/>
                  </a:lnTo>
                  <a:cubicBezTo>
                    <a:pt x="81182" y="19232"/>
                    <a:pt x="79266" y="13487"/>
                    <a:pt x="75432" y="9018"/>
                  </a:cubicBezTo>
                  <a:cubicBezTo>
                    <a:pt x="69042" y="2634"/>
                    <a:pt x="60735" y="-558"/>
                    <a:pt x="51789" y="81"/>
                  </a:cubicBezTo>
                  <a:cubicBezTo>
                    <a:pt x="43482" y="-558"/>
                    <a:pt x="34536" y="2634"/>
                    <a:pt x="28785" y="8380"/>
                  </a:cubicBezTo>
                  <a:cubicBezTo>
                    <a:pt x="24312" y="13487"/>
                    <a:pt x="21756" y="19871"/>
                    <a:pt x="21756" y="26893"/>
                  </a:cubicBezTo>
                  <a:lnTo>
                    <a:pt x="21756" y="69028"/>
                  </a:lnTo>
                  <a:cubicBezTo>
                    <a:pt x="21756" y="70304"/>
                    <a:pt x="21756" y="70943"/>
                    <a:pt x="22395" y="72220"/>
                  </a:cubicBezTo>
                  <a:cubicBezTo>
                    <a:pt x="30063" y="85626"/>
                    <a:pt x="39009" y="97756"/>
                    <a:pt x="50511" y="108608"/>
                  </a:cubicBezTo>
                  <a:lnTo>
                    <a:pt x="21117" y="108608"/>
                  </a:lnTo>
                  <a:cubicBezTo>
                    <a:pt x="8976" y="109247"/>
                    <a:pt x="-609" y="119461"/>
                    <a:pt x="30" y="131591"/>
                  </a:cubicBezTo>
                  <a:cubicBezTo>
                    <a:pt x="30" y="131591"/>
                    <a:pt x="30" y="131591"/>
                    <a:pt x="30" y="131591"/>
                  </a:cubicBezTo>
                  <a:cubicBezTo>
                    <a:pt x="30" y="137336"/>
                    <a:pt x="1947" y="143720"/>
                    <a:pt x="6420" y="147551"/>
                  </a:cubicBezTo>
                  <a:cubicBezTo>
                    <a:pt x="10254" y="150743"/>
                    <a:pt x="15366" y="152658"/>
                    <a:pt x="20478" y="152658"/>
                  </a:cubicBezTo>
                  <a:lnTo>
                    <a:pt x="109298" y="152658"/>
                  </a:lnTo>
                  <a:cubicBezTo>
                    <a:pt x="119522" y="151381"/>
                    <a:pt x="127829" y="144997"/>
                    <a:pt x="132302" y="136059"/>
                  </a:cubicBezTo>
                  <a:cubicBezTo>
                    <a:pt x="134858" y="126483"/>
                    <a:pt x="131024" y="114992"/>
                    <a:pt x="122717" y="108608"/>
                  </a:cubicBezTo>
                  <a:close/>
                  <a:moveTo>
                    <a:pt x="119522" y="131591"/>
                  </a:moveTo>
                  <a:cubicBezTo>
                    <a:pt x="117605" y="136059"/>
                    <a:pt x="113132" y="139251"/>
                    <a:pt x="108020" y="140528"/>
                  </a:cubicBezTo>
                  <a:lnTo>
                    <a:pt x="19839" y="140528"/>
                  </a:lnTo>
                  <a:cubicBezTo>
                    <a:pt x="17922" y="140528"/>
                    <a:pt x="15366" y="139890"/>
                    <a:pt x="14088" y="138613"/>
                  </a:cubicBezTo>
                  <a:cubicBezTo>
                    <a:pt x="12810" y="136698"/>
                    <a:pt x="11532" y="134783"/>
                    <a:pt x="12171" y="132229"/>
                  </a:cubicBezTo>
                  <a:cubicBezTo>
                    <a:pt x="11532" y="127122"/>
                    <a:pt x="14727" y="122653"/>
                    <a:pt x="19839" y="122015"/>
                  </a:cubicBezTo>
                  <a:cubicBezTo>
                    <a:pt x="19839" y="122015"/>
                    <a:pt x="20478" y="122015"/>
                    <a:pt x="20478" y="122015"/>
                  </a:cubicBezTo>
                  <a:lnTo>
                    <a:pt x="67125" y="122015"/>
                  </a:lnTo>
                  <a:cubicBezTo>
                    <a:pt x="70958" y="122015"/>
                    <a:pt x="73514" y="118823"/>
                    <a:pt x="73514" y="115631"/>
                  </a:cubicBezTo>
                  <a:cubicBezTo>
                    <a:pt x="73514" y="113716"/>
                    <a:pt x="72237" y="111800"/>
                    <a:pt x="70958" y="110524"/>
                  </a:cubicBezTo>
                  <a:cubicBezTo>
                    <a:pt x="56262" y="99032"/>
                    <a:pt x="43482" y="84988"/>
                    <a:pt x="33897" y="68389"/>
                  </a:cubicBezTo>
                  <a:lnTo>
                    <a:pt x="33897" y="26893"/>
                  </a:lnTo>
                  <a:cubicBezTo>
                    <a:pt x="33897" y="23701"/>
                    <a:pt x="35175" y="19871"/>
                    <a:pt x="37731" y="17317"/>
                  </a:cubicBezTo>
                  <a:cubicBezTo>
                    <a:pt x="46037" y="11572"/>
                    <a:pt x="56901" y="11572"/>
                    <a:pt x="65207" y="17317"/>
                  </a:cubicBezTo>
                  <a:cubicBezTo>
                    <a:pt x="66486" y="19232"/>
                    <a:pt x="67763" y="21148"/>
                    <a:pt x="67763" y="23701"/>
                  </a:cubicBezTo>
                  <a:cubicBezTo>
                    <a:pt x="67763" y="23701"/>
                    <a:pt x="67763" y="24340"/>
                    <a:pt x="67763" y="24340"/>
                  </a:cubicBezTo>
                  <a:lnTo>
                    <a:pt x="67763" y="69666"/>
                  </a:lnTo>
                  <a:cubicBezTo>
                    <a:pt x="67763" y="71581"/>
                    <a:pt x="68402" y="72858"/>
                    <a:pt x="69681" y="74135"/>
                  </a:cubicBezTo>
                  <a:lnTo>
                    <a:pt x="113132" y="118184"/>
                  </a:lnTo>
                  <a:lnTo>
                    <a:pt x="113771" y="118823"/>
                  </a:lnTo>
                  <a:cubicBezTo>
                    <a:pt x="114410" y="118823"/>
                    <a:pt x="122717" y="124568"/>
                    <a:pt x="119522" y="131591"/>
                  </a:cubicBezTo>
                  <a:lnTo>
                    <a:pt x="119522" y="131591"/>
                  </a:lnTo>
                  <a:close/>
                </a:path>
              </a:pathLst>
            </a:custGeom>
            <a:solidFill>
              <a:srgbClr val="012169"/>
            </a:solidFill>
            <a:ln w="6390" cap="flat">
              <a:noFill/>
              <a:prstDash val="solid"/>
              <a:miter/>
            </a:ln>
          </p:spPr>
          <p:txBody>
            <a:bodyPr rtlCol="0" anchor="ctr"/>
            <a:lstStyle/>
            <a:p>
              <a:endParaRPr lang="en-US"/>
            </a:p>
          </p:txBody>
        </p:sp>
      </p:grpSp>
      <p:grpSp>
        <p:nvGrpSpPr>
          <p:cNvPr id="462" name="Graphic 4">
            <a:extLst>
              <a:ext uri="{FF2B5EF4-FFF2-40B4-BE49-F238E27FC236}">
                <a16:creationId xmlns:a16="http://schemas.microsoft.com/office/drawing/2014/main" id="{50A51343-EEDB-C444-B020-E2DCC5F473A0}"/>
              </a:ext>
            </a:extLst>
          </p:cNvPr>
          <p:cNvGrpSpPr/>
          <p:nvPr/>
        </p:nvGrpSpPr>
        <p:grpSpPr>
          <a:xfrm>
            <a:off x="7191874" y="1893013"/>
            <a:ext cx="362312" cy="361971"/>
            <a:chOff x="7191874" y="1893013"/>
            <a:chExt cx="362312" cy="361971"/>
          </a:xfrm>
          <a:solidFill>
            <a:srgbClr val="012169"/>
          </a:solidFill>
        </p:grpSpPr>
        <p:sp>
          <p:nvSpPr>
            <p:cNvPr id="463" name="Graphic 4">
              <a:extLst>
                <a:ext uri="{FF2B5EF4-FFF2-40B4-BE49-F238E27FC236}">
                  <a16:creationId xmlns:a16="http://schemas.microsoft.com/office/drawing/2014/main" id="{228B993B-0AEA-594F-9225-81713DD9FDF5}"/>
                </a:ext>
              </a:extLst>
            </p:cNvPr>
            <p:cNvSpPr/>
            <p:nvPr/>
          </p:nvSpPr>
          <p:spPr>
            <a:xfrm>
              <a:off x="7319672" y="2045750"/>
              <a:ext cx="107872" cy="126881"/>
            </a:xfrm>
            <a:custGeom>
              <a:avLst/>
              <a:gdLst>
                <a:gd name="connsiteX0" fmla="*/ 102239 w 107872"/>
                <a:gd name="connsiteY0" fmla="*/ 105814 h 126881"/>
                <a:gd name="connsiteX1" fmla="*/ 101600 w 107872"/>
                <a:gd name="connsiteY1" fmla="*/ 105176 h 126881"/>
                <a:gd name="connsiteX2" fmla="*/ 58148 w 107872"/>
                <a:gd name="connsiteY2" fmla="*/ 61127 h 126881"/>
                <a:gd name="connsiteX3" fmla="*/ 56232 w 107872"/>
                <a:gd name="connsiteY3" fmla="*/ 56658 h 126881"/>
                <a:gd name="connsiteX4" fmla="*/ 56232 w 107872"/>
                <a:gd name="connsiteY4" fmla="*/ 11332 h 126881"/>
                <a:gd name="connsiteX5" fmla="*/ 56232 w 107872"/>
                <a:gd name="connsiteY5" fmla="*/ 10693 h 126881"/>
                <a:gd name="connsiteX6" fmla="*/ 53676 w 107872"/>
                <a:gd name="connsiteY6" fmla="*/ 4309 h 126881"/>
                <a:gd name="connsiteX7" fmla="*/ 25560 w 107872"/>
                <a:gd name="connsiteY7" fmla="*/ 4309 h 126881"/>
                <a:gd name="connsiteX8" fmla="*/ 21726 w 107872"/>
                <a:gd name="connsiteY8" fmla="*/ 13885 h 126881"/>
                <a:gd name="connsiteX9" fmla="*/ 21726 w 107872"/>
                <a:gd name="connsiteY9" fmla="*/ 54743 h 126881"/>
                <a:gd name="connsiteX10" fmla="*/ 58787 w 107872"/>
                <a:gd name="connsiteY10" fmla="*/ 96877 h 126881"/>
                <a:gd name="connsiteX11" fmla="*/ 60066 w 107872"/>
                <a:gd name="connsiteY11" fmla="*/ 105814 h 126881"/>
                <a:gd name="connsiteX12" fmla="*/ 54953 w 107872"/>
                <a:gd name="connsiteY12" fmla="*/ 108368 h 126881"/>
                <a:gd name="connsiteX13" fmla="*/ 8307 w 107872"/>
                <a:gd name="connsiteY13" fmla="*/ 108368 h 126881"/>
                <a:gd name="connsiteX14" fmla="*/ 0 w 107872"/>
                <a:gd name="connsiteY14" fmla="*/ 118582 h 126881"/>
                <a:gd name="connsiteX15" fmla="*/ 1917 w 107872"/>
                <a:gd name="connsiteY15" fmla="*/ 124966 h 126881"/>
                <a:gd name="connsiteX16" fmla="*/ 7668 w 107872"/>
                <a:gd name="connsiteY16" fmla="*/ 126882 h 126881"/>
                <a:gd name="connsiteX17" fmla="*/ 95849 w 107872"/>
                <a:gd name="connsiteY17" fmla="*/ 126882 h 126881"/>
                <a:gd name="connsiteX18" fmla="*/ 107351 w 107872"/>
                <a:gd name="connsiteY18" fmla="*/ 117944 h 126881"/>
                <a:gd name="connsiteX19" fmla="*/ 102239 w 107872"/>
                <a:gd name="connsiteY19" fmla="*/ 105814 h 126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7872" h="126881">
                  <a:moveTo>
                    <a:pt x="102239" y="105814"/>
                  </a:moveTo>
                  <a:cubicBezTo>
                    <a:pt x="102239" y="105814"/>
                    <a:pt x="101600" y="105176"/>
                    <a:pt x="101600" y="105176"/>
                  </a:cubicBezTo>
                  <a:lnTo>
                    <a:pt x="58148" y="61127"/>
                  </a:lnTo>
                  <a:cubicBezTo>
                    <a:pt x="56871" y="59850"/>
                    <a:pt x="56232" y="58573"/>
                    <a:pt x="56232" y="56658"/>
                  </a:cubicBezTo>
                  <a:lnTo>
                    <a:pt x="56232" y="11332"/>
                  </a:lnTo>
                  <a:cubicBezTo>
                    <a:pt x="56232" y="11332"/>
                    <a:pt x="56232" y="10693"/>
                    <a:pt x="56232" y="10693"/>
                  </a:cubicBezTo>
                  <a:cubicBezTo>
                    <a:pt x="56232" y="8140"/>
                    <a:pt x="55592" y="6224"/>
                    <a:pt x="53676" y="4309"/>
                  </a:cubicBezTo>
                  <a:cubicBezTo>
                    <a:pt x="45368" y="-1436"/>
                    <a:pt x="33867" y="-1436"/>
                    <a:pt x="25560" y="4309"/>
                  </a:cubicBezTo>
                  <a:cubicBezTo>
                    <a:pt x="23004" y="6863"/>
                    <a:pt x="21726" y="10055"/>
                    <a:pt x="21726" y="13885"/>
                  </a:cubicBezTo>
                  <a:lnTo>
                    <a:pt x="21726" y="54743"/>
                  </a:lnTo>
                  <a:cubicBezTo>
                    <a:pt x="31311" y="71341"/>
                    <a:pt x="43452" y="85386"/>
                    <a:pt x="58787" y="96877"/>
                  </a:cubicBezTo>
                  <a:cubicBezTo>
                    <a:pt x="61343" y="98792"/>
                    <a:pt x="61982" y="102622"/>
                    <a:pt x="60066" y="105814"/>
                  </a:cubicBezTo>
                  <a:cubicBezTo>
                    <a:pt x="58787" y="107730"/>
                    <a:pt x="56871" y="108368"/>
                    <a:pt x="54953" y="108368"/>
                  </a:cubicBezTo>
                  <a:lnTo>
                    <a:pt x="8307" y="108368"/>
                  </a:lnTo>
                  <a:cubicBezTo>
                    <a:pt x="5751" y="108368"/>
                    <a:pt x="0" y="109645"/>
                    <a:pt x="0" y="118582"/>
                  </a:cubicBezTo>
                  <a:cubicBezTo>
                    <a:pt x="0" y="121136"/>
                    <a:pt x="639" y="123051"/>
                    <a:pt x="1917" y="124966"/>
                  </a:cubicBezTo>
                  <a:cubicBezTo>
                    <a:pt x="3834" y="126243"/>
                    <a:pt x="5751" y="126882"/>
                    <a:pt x="7668" y="126882"/>
                  </a:cubicBezTo>
                  <a:lnTo>
                    <a:pt x="95849" y="126882"/>
                  </a:lnTo>
                  <a:cubicBezTo>
                    <a:pt x="100961" y="126243"/>
                    <a:pt x="105434" y="123051"/>
                    <a:pt x="107351" y="117944"/>
                  </a:cubicBezTo>
                  <a:cubicBezTo>
                    <a:pt x="109907" y="111560"/>
                    <a:pt x="102239" y="105814"/>
                    <a:pt x="102239" y="105814"/>
                  </a:cubicBezTo>
                  <a:close/>
                </a:path>
              </a:pathLst>
            </a:custGeom>
            <a:solidFill>
              <a:srgbClr val="012169"/>
            </a:solidFill>
            <a:ln w="6390" cap="flat">
              <a:noFill/>
              <a:prstDash val="solid"/>
              <a:miter/>
            </a:ln>
          </p:spPr>
          <p:txBody>
            <a:bodyPr rtlCol="0" anchor="ctr"/>
            <a:lstStyle/>
            <a:p>
              <a:endParaRPr lang="en-US"/>
            </a:p>
          </p:txBody>
        </p:sp>
        <p:sp>
          <p:nvSpPr>
            <p:cNvPr id="464" name="Graphic 4">
              <a:extLst>
                <a:ext uri="{FF2B5EF4-FFF2-40B4-BE49-F238E27FC236}">
                  <a16:creationId xmlns:a16="http://schemas.microsoft.com/office/drawing/2014/main" id="{651089BC-B866-EE4D-98B3-D4263829B144}"/>
                </a:ext>
              </a:extLst>
            </p:cNvPr>
            <p:cNvSpPr/>
            <p:nvPr/>
          </p:nvSpPr>
          <p:spPr>
            <a:xfrm>
              <a:off x="7341398" y="1974089"/>
              <a:ext cx="35783" cy="35750"/>
            </a:xfrm>
            <a:custGeom>
              <a:avLst/>
              <a:gdLst>
                <a:gd name="connsiteX0" fmla="*/ 17891 w 35783"/>
                <a:gd name="connsiteY0" fmla="*/ 35750 h 35750"/>
                <a:gd name="connsiteX1" fmla="*/ 35783 w 35783"/>
                <a:gd name="connsiteY1" fmla="*/ 17875 h 35750"/>
                <a:gd name="connsiteX2" fmla="*/ 17891 w 35783"/>
                <a:gd name="connsiteY2" fmla="*/ 0 h 35750"/>
                <a:gd name="connsiteX3" fmla="*/ 0 w 35783"/>
                <a:gd name="connsiteY3" fmla="*/ 17875 h 35750"/>
                <a:gd name="connsiteX4" fmla="*/ 17891 w 35783"/>
                <a:gd name="connsiteY4" fmla="*/ 35750 h 35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83" h="35750">
                  <a:moveTo>
                    <a:pt x="17891" y="35750"/>
                  </a:moveTo>
                  <a:cubicBezTo>
                    <a:pt x="27476" y="35750"/>
                    <a:pt x="35783" y="28089"/>
                    <a:pt x="35783" y="17875"/>
                  </a:cubicBezTo>
                  <a:cubicBezTo>
                    <a:pt x="35783" y="7661"/>
                    <a:pt x="28116" y="0"/>
                    <a:pt x="17891" y="0"/>
                  </a:cubicBezTo>
                  <a:cubicBezTo>
                    <a:pt x="8306" y="0"/>
                    <a:pt x="0" y="7661"/>
                    <a:pt x="0" y="17875"/>
                  </a:cubicBezTo>
                  <a:cubicBezTo>
                    <a:pt x="0" y="28089"/>
                    <a:pt x="7668" y="35750"/>
                    <a:pt x="17891" y="35750"/>
                  </a:cubicBezTo>
                  <a:close/>
                </a:path>
              </a:pathLst>
            </a:custGeom>
            <a:solidFill>
              <a:srgbClr val="012169"/>
            </a:solidFill>
            <a:ln w="6390" cap="flat">
              <a:noFill/>
              <a:prstDash val="solid"/>
              <a:miter/>
            </a:ln>
          </p:spPr>
          <p:txBody>
            <a:bodyPr rtlCol="0" anchor="ctr"/>
            <a:lstStyle/>
            <a:p>
              <a:endParaRPr lang="en-US"/>
            </a:p>
          </p:txBody>
        </p:sp>
        <p:sp>
          <p:nvSpPr>
            <p:cNvPr id="465" name="Graphic 4">
              <a:extLst>
                <a:ext uri="{FF2B5EF4-FFF2-40B4-BE49-F238E27FC236}">
                  <a16:creationId xmlns:a16="http://schemas.microsoft.com/office/drawing/2014/main" id="{EB478F10-C752-4D4B-A8C0-B11AC58CA583}"/>
                </a:ext>
              </a:extLst>
            </p:cNvPr>
            <p:cNvSpPr/>
            <p:nvPr/>
          </p:nvSpPr>
          <p:spPr>
            <a:xfrm>
              <a:off x="7191874" y="189301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67416 w 362312"/>
                <a:gd name="connsiteY6" fmla="*/ 68947 h 361971"/>
                <a:gd name="connsiteX7" fmla="*/ 198088 w 362312"/>
                <a:gd name="connsiteY7" fmla="*/ 99590 h 361971"/>
                <a:gd name="connsiteX8" fmla="*/ 167416 w 362312"/>
                <a:gd name="connsiteY8" fmla="*/ 130233 h 361971"/>
                <a:gd name="connsiteX9" fmla="*/ 136745 w 362312"/>
                <a:gd name="connsiteY9" fmla="*/ 99590 h 361971"/>
                <a:gd name="connsiteX10" fmla="*/ 167416 w 362312"/>
                <a:gd name="connsiteY10" fmla="*/ 68947 h 361971"/>
                <a:gd name="connsiteX11" fmla="*/ 167416 w 362312"/>
                <a:gd name="connsiteY11" fmla="*/ 68947 h 361971"/>
                <a:gd name="connsiteX12" fmla="*/ 247290 w 362312"/>
                <a:gd name="connsiteY12" fmla="*/ 275788 h 361971"/>
                <a:gd name="connsiteX13" fmla="*/ 224287 w 362312"/>
                <a:gd name="connsiteY13" fmla="*/ 292387 h 361971"/>
                <a:gd name="connsiteX14" fmla="*/ 135466 w 362312"/>
                <a:gd name="connsiteY14" fmla="*/ 292387 h 361971"/>
                <a:gd name="connsiteX15" fmla="*/ 121409 w 362312"/>
                <a:gd name="connsiteY15" fmla="*/ 287279 h 361971"/>
                <a:gd name="connsiteX16" fmla="*/ 115019 w 362312"/>
                <a:gd name="connsiteY16" fmla="*/ 271319 h 361971"/>
                <a:gd name="connsiteX17" fmla="*/ 136106 w 362312"/>
                <a:gd name="connsiteY17" fmla="*/ 248337 h 361971"/>
                <a:gd name="connsiteX18" fmla="*/ 136106 w 362312"/>
                <a:gd name="connsiteY18" fmla="*/ 248337 h 361971"/>
                <a:gd name="connsiteX19" fmla="*/ 165500 w 362312"/>
                <a:gd name="connsiteY19" fmla="*/ 248337 h 361971"/>
                <a:gd name="connsiteX20" fmla="*/ 137384 w 362312"/>
                <a:gd name="connsiteY20" fmla="*/ 211948 h 361971"/>
                <a:gd name="connsiteX21" fmla="*/ 136745 w 362312"/>
                <a:gd name="connsiteY21" fmla="*/ 208756 h 361971"/>
                <a:gd name="connsiteX22" fmla="*/ 136745 w 362312"/>
                <a:gd name="connsiteY22" fmla="*/ 166622 h 361971"/>
                <a:gd name="connsiteX23" fmla="*/ 143774 w 362312"/>
                <a:gd name="connsiteY23" fmla="*/ 148108 h 361971"/>
                <a:gd name="connsiteX24" fmla="*/ 166777 w 362312"/>
                <a:gd name="connsiteY24" fmla="*/ 139809 h 361971"/>
                <a:gd name="connsiteX25" fmla="*/ 190420 w 362312"/>
                <a:gd name="connsiteY25" fmla="*/ 148747 h 361971"/>
                <a:gd name="connsiteX26" fmla="*/ 196171 w 362312"/>
                <a:gd name="connsiteY26" fmla="*/ 164707 h 361971"/>
                <a:gd name="connsiteX27" fmla="*/ 196171 w 362312"/>
                <a:gd name="connsiteY27" fmla="*/ 206841 h 361971"/>
                <a:gd name="connsiteX28" fmla="*/ 237705 w 362312"/>
                <a:gd name="connsiteY28" fmla="*/ 248337 h 361971"/>
                <a:gd name="connsiteX29" fmla="*/ 247290 w 362312"/>
                <a:gd name="connsiteY29" fmla="*/ 275788 h 361971"/>
                <a:gd name="connsiteX30" fmla="*/ 247290 w 362312"/>
                <a:gd name="connsiteY30" fmla="*/ 27578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67416" y="68947"/>
                  </a:moveTo>
                  <a:cubicBezTo>
                    <a:pt x="184031" y="68947"/>
                    <a:pt x="198088" y="82353"/>
                    <a:pt x="198088" y="99590"/>
                  </a:cubicBezTo>
                  <a:cubicBezTo>
                    <a:pt x="198088" y="116827"/>
                    <a:pt x="184669" y="130233"/>
                    <a:pt x="167416" y="130233"/>
                  </a:cubicBezTo>
                  <a:cubicBezTo>
                    <a:pt x="150802" y="130233"/>
                    <a:pt x="136745" y="116827"/>
                    <a:pt x="136745" y="99590"/>
                  </a:cubicBezTo>
                  <a:cubicBezTo>
                    <a:pt x="136745" y="82353"/>
                    <a:pt x="150164" y="68947"/>
                    <a:pt x="167416" y="68947"/>
                  </a:cubicBezTo>
                  <a:lnTo>
                    <a:pt x="167416" y="68947"/>
                  </a:lnTo>
                  <a:close/>
                  <a:moveTo>
                    <a:pt x="247290" y="275788"/>
                  </a:moveTo>
                  <a:cubicBezTo>
                    <a:pt x="243456" y="285364"/>
                    <a:pt x="234510" y="291748"/>
                    <a:pt x="224287" y="292387"/>
                  </a:cubicBezTo>
                  <a:lnTo>
                    <a:pt x="135466" y="292387"/>
                  </a:lnTo>
                  <a:cubicBezTo>
                    <a:pt x="130355" y="292387"/>
                    <a:pt x="125243" y="290471"/>
                    <a:pt x="121409" y="287279"/>
                  </a:cubicBezTo>
                  <a:cubicBezTo>
                    <a:pt x="116936" y="282811"/>
                    <a:pt x="115019" y="277065"/>
                    <a:pt x="115019" y="271319"/>
                  </a:cubicBezTo>
                  <a:cubicBezTo>
                    <a:pt x="114380" y="259190"/>
                    <a:pt x="123965" y="248975"/>
                    <a:pt x="136106" y="248337"/>
                  </a:cubicBezTo>
                  <a:cubicBezTo>
                    <a:pt x="136106" y="248337"/>
                    <a:pt x="136106" y="248337"/>
                    <a:pt x="136106" y="248337"/>
                  </a:cubicBezTo>
                  <a:lnTo>
                    <a:pt x="165500" y="248337"/>
                  </a:lnTo>
                  <a:cubicBezTo>
                    <a:pt x="154636" y="237484"/>
                    <a:pt x="145051" y="225355"/>
                    <a:pt x="137384" y="211948"/>
                  </a:cubicBezTo>
                  <a:cubicBezTo>
                    <a:pt x="136745" y="211310"/>
                    <a:pt x="136745" y="210033"/>
                    <a:pt x="136745" y="208756"/>
                  </a:cubicBezTo>
                  <a:lnTo>
                    <a:pt x="136745" y="166622"/>
                  </a:lnTo>
                  <a:cubicBezTo>
                    <a:pt x="136745" y="159600"/>
                    <a:pt x="139301" y="153216"/>
                    <a:pt x="143774" y="148108"/>
                  </a:cubicBezTo>
                  <a:cubicBezTo>
                    <a:pt x="150164" y="142363"/>
                    <a:pt x="158471" y="139171"/>
                    <a:pt x="166777" y="139809"/>
                  </a:cubicBezTo>
                  <a:cubicBezTo>
                    <a:pt x="175723" y="139171"/>
                    <a:pt x="184031" y="142363"/>
                    <a:pt x="190420" y="148747"/>
                  </a:cubicBezTo>
                  <a:cubicBezTo>
                    <a:pt x="194254" y="153216"/>
                    <a:pt x="196171" y="158961"/>
                    <a:pt x="196171" y="164707"/>
                  </a:cubicBezTo>
                  <a:lnTo>
                    <a:pt x="196171" y="206841"/>
                  </a:lnTo>
                  <a:lnTo>
                    <a:pt x="237705" y="248337"/>
                  </a:lnTo>
                  <a:cubicBezTo>
                    <a:pt x="246651" y="254721"/>
                    <a:pt x="250485" y="265574"/>
                    <a:pt x="247290" y="275788"/>
                  </a:cubicBezTo>
                  <a:lnTo>
                    <a:pt x="247290" y="275788"/>
                  </a:lnTo>
                  <a:close/>
                </a:path>
              </a:pathLst>
            </a:custGeom>
            <a:solidFill>
              <a:srgbClr val="012169"/>
            </a:solidFill>
            <a:ln w="6390" cap="flat">
              <a:noFill/>
              <a:prstDash val="solid"/>
              <a:miter/>
            </a:ln>
          </p:spPr>
          <p:txBody>
            <a:bodyPr rtlCol="0" anchor="ctr"/>
            <a:lstStyle/>
            <a:p>
              <a:endParaRPr lang="en-US"/>
            </a:p>
          </p:txBody>
        </p:sp>
      </p:grpSp>
      <p:grpSp>
        <p:nvGrpSpPr>
          <p:cNvPr id="466" name="Graphic 4">
            <a:extLst>
              <a:ext uri="{FF2B5EF4-FFF2-40B4-BE49-F238E27FC236}">
                <a16:creationId xmlns:a16="http://schemas.microsoft.com/office/drawing/2014/main" id="{43B7397F-E60A-A047-960E-651EA6577BDE}"/>
              </a:ext>
            </a:extLst>
          </p:cNvPr>
          <p:cNvGrpSpPr/>
          <p:nvPr/>
        </p:nvGrpSpPr>
        <p:grpSpPr>
          <a:xfrm>
            <a:off x="3607758" y="1402723"/>
            <a:ext cx="362309" cy="361971"/>
            <a:chOff x="3607758" y="1402723"/>
            <a:chExt cx="362309" cy="361971"/>
          </a:xfrm>
          <a:solidFill>
            <a:srgbClr val="00A3E0"/>
          </a:solidFill>
        </p:grpSpPr>
        <p:sp>
          <p:nvSpPr>
            <p:cNvPr id="467" name="Graphic 4">
              <a:extLst>
                <a:ext uri="{FF2B5EF4-FFF2-40B4-BE49-F238E27FC236}">
                  <a16:creationId xmlns:a16="http://schemas.microsoft.com/office/drawing/2014/main" id="{B3C93F48-0C30-9F47-ADD3-CA73F1AAB6D5}"/>
                </a:ext>
              </a:extLst>
            </p:cNvPr>
            <p:cNvSpPr/>
            <p:nvPr/>
          </p:nvSpPr>
          <p:spPr>
            <a:xfrm>
              <a:off x="3607758" y="14027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8565 h 361971"/>
                <a:gd name="connsiteX8" fmla="*/ 12780 w 362309"/>
                <a:gd name="connsiteY8" fmla="*/ 180667 h 361971"/>
                <a:gd name="connsiteX9" fmla="*/ 181474 w 362309"/>
                <a:gd name="connsiteY9" fmla="*/ 12130 h 361971"/>
                <a:gd name="connsiteX10" fmla="*/ 350169 w 362309"/>
                <a:gd name="connsiteY10" fmla="*/ 180028 h 361971"/>
                <a:gd name="connsiteX11" fmla="*/ 350169 w 362309"/>
                <a:gd name="connsiteY11" fmla="*/ 180028 h 361971"/>
                <a:gd name="connsiteX12" fmla="*/ 181474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ubicBezTo>
                    <a:pt x="181474" y="0"/>
                    <a:pt x="181474" y="0"/>
                    <a:pt x="181474" y="0"/>
                  </a:cubicBezTo>
                  <a:close/>
                  <a:moveTo>
                    <a:pt x="181474" y="348565"/>
                  </a:moveTo>
                  <a:cubicBezTo>
                    <a:pt x="88181" y="348565"/>
                    <a:pt x="12780" y="273234"/>
                    <a:pt x="12780" y="180667"/>
                  </a:cubicBezTo>
                  <a:cubicBezTo>
                    <a:pt x="12780" y="88099"/>
                    <a:pt x="88181" y="12130"/>
                    <a:pt x="181474" y="12130"/>
                  </a:cubicBezTo>
                  <a:cubicBezTo>
                    <a:pt x="274767" y="12130"/>
                    <a:pt x="350169" y="87461"/>
                    <a:pt x="350169" y="180028"/>
                  </a:cubicBezTo>
                  <a:lnTo>
                    <a:pt x="350169" y="180028"/>
                  </a:lnTo>
                  <a:cubicBezTo>
                    <a:pt x="349530" y="273234"/>
                    <a:pt x="274128" y="348565"/>
                    <a:pt x="181474" y="348565"/>
                  </a:cubicBezTo>
                  <a:close/>
                </a:path>
              </a:pathLst>
            </a:custGeom>
            <a:solidFill>
              <a:srgbClr val="00A3E0"/>
            </a:solidFill>
            <a:ln w="6390" cap="flat">
              <a:noFill/>
              <a:prstDash val="solid"/>
              <a:miter/>
            </a:ln>
          </p:spPr>
          <p:txBody>
            <a:bodyPr rtlCol="0" anchor="ctr"/>
            <a:lstStyle/>
            <a:p>
              <a:endParaRPr lang="en-US"/>
            </a:p>
          </p:txBody>
        </p:sp>
        <p:sp>
          <p:nvSpPr>
            <p:cNvPr id="468" name="Graphic 4">
              <a:extLst>
                <a:ext uri="{FF2B5EF4-FFF2-40B4-BE49-F238E27FC236}">
                  <a16:creationId xmlns:a16="http://schemas.microsoft.com/office/drawing/2014/main" id="{B8BE2365-F91D-6240-B06C-A8095B2C864A}"/>
                </a:ext>
              </a:extLst>
            </p:cNvPr>
            <p:cNvSpPr/>
            <p:nvPr/>
          </p:nvSpPr>
          <p:spPr>
            <a:xfrm>
              <a:off x="3812845" y="1474830"/>
              <a:ext cx="44152" cy="43473"/>
            </a:xfrm>
            <a:custGeom>
              <a:avLst/>
              <a:gdLst>
                <a:gd name="connsiteX0" fmla="*/ 22395 w 44152"/>
                <a:gd name="connsiteY0" fmla="*/ 43443 h 43473"/>
                <a:gd name="connsiteX1" fmla="*/ 23673 w 44152"/>
                <a:gd name="connsiteY1" fmla="*/ 43443 h 43473"/>
                <a:gd name="connsiteX2" fmla="*/ 44121 w 44152"/>
                <a:gd name="connsiteY2" fmla="*/ 20461 h 43473"/>
                <a:gd name="connsiteX3" fmla="*/ 21117 w 44152"/>
                <a:gd name="connsiteY3" fmla="*/ 32 h 43473"/>
                <a:gd name="connsiteX4" fmla="*/ 30 w 44152"/>
                <a:gd name="connsiteY4" fmla="*/ 22376 h 43473"/>
                <a:gd name="connsiteX5" fmla="*/ 22395 w 44152"/>
                <a:gd name="connsiteY5" fmla="*/ 43443 h 43473"/>
                <a:gd name="connsiteX6" fmla="*/ 22395 w 44152"/>
                <a:gd name="connsiteY6" fmla="*/ 43443 h 43473"/>
                <a:gd name="connsiteX7" fmla="*/ 22395 w 44152"/>
                <a:gd name="connsiteY7" fmla="*/ 43443 h 43473"/>
                <a:gd name="connsiteX8" fmla="*/ 21756 w 44152"/>
                <a:gd name="connsiteY8" fmla="*/ 12800 h 43473"/>
                <a:gd name="connsiteX9" fmla="*/ 21756 w 44152"/>
                <a:gd name="connsiteY9" fmla="*/ 12800 h 43473"/>
                <a:gd name="connsiteX10" fmla="*/ 28146 w 44152"/>
                <a:gd name="connsiteY10" fmla="*/ 15354 h 43473"/>
                <a:gd name="connsiteX11" fmla="*/ 31341 w 44152"/>
                <a:gd name="connsiteY11" fmla="*/ 21738 h 43473"/>
                <a:gd name="connsiteX12" fmla="*/ 23034 w 44152"/>
                <a:gd name="connsiteY12" fmla="*/ 31314 h 43473"/>
                <a:gd name="connsiteX13" fmla="*/ 13449 w 44152"/>
                <a:gd name="connsiteY13" fmla="*/ 23015 h 43473"/>
                <a:gd name="connsiteX14" fmla="*/ 21756 w 44152"/>
                <a:gd name="connsiteY14" fmla="*/ 12800 h 43473"/>
                <a:gd name="connsiteX15" fmla="*/ 21756 w 44152"/>
                <a:gd name="connsiteY15" fmla="*/ 12800 h 43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152" h="43473">
                  <a:moveTo>
                    <a:pt x="22395" y="43443"/>
                  </a:moveTo>
                  <a:lnTo>
                    <a:pt x="23673" y="43443"/>
                  </a:lnTo>
                  <a:cubicBezTo>
                    <a:pt x="35814" y="42805"/>
                    <a:pt x="44760" y="32591"/>
                    <a:pt x="44121" y="20461"/>
                  </a:cubicBezTo>
                  <a:cubicBezTo>
                    <a:pt x="43482" y="8331"/>
                    <a:pt x="33258" y="-606"/>
                    <a:pt x="21117" y="32"/>
                  </a:cubicBezTo>
                  <a:cubicBezTo>
                    <a:pt x="8976" y="671"/>
                    <a:pt x="-609" y="10247"/>
                    <a:pt x="30" y="22376"/>
                  </a:cubicBezTo>
                  <a:cubicBezTo>
                    <a:pt x="30" y="34506"/>
                    <a:pt x="10254" y="44082"/>
                    <a:pt x="22395" y="43443"/>
                  </a:cubicBezTo>
                  <a:lnTo>
                    <a:pt x="22395" y="43443"/>
                  </a:lnTo>
                  <a:lnTo>
                    <a:pt x="22395" y="43443"/>
                  </a:lnTo>
                  <a:close/>
                  <a:moveTo>
                    <a:pt x="21756" y="12800"/>
                  </a:moveTo>
                  <a:lnTo>
                    <a:pt x="21756" y="12800"/>
                  </a:lnTo>
                  <a:cubicBezTo>
                    <a:pt x="24312" y="12800"/>
                    <a:pt x="26868" y="13439"/>
                    <a:pt x="28146" y="15354"/>
                  </a:cubicBezTo>
                  <a:cubicBezTo>
                    <a:pt x="30063" y="17269"/>
                    <a:pt x="31341" y="19184"/>
                    <a:pt x="31341" y="21738"/>
                  </a:cubicBezTo>
                  <a:cubicBezTo>
                    <a:pt x="31341" y="26845"/>
                    <a:pt x="28146" y="30675"/>
                    <a:pt x="23034" y="31314"/>
                  </a:cubicBezTo>
                  <a:cubicBezTo>
                    <a:pt x="17922" y="31314"/>
                    <a:pt x="14088" y="28122"/>
                    <a:pt x="13449" y="23015"/>
                  </a:cubicBezTo>
                  <a:cubicBezTo>
                    <a:pt x="12810" y="17269"/>
                    <a:pt x="16644" y="13439"/>
                    <a:pt x="21756" y="12800"/>
                  </a:cubicBezTo>
                  <a:lnTo>
                    <a:pt x="21756" y="12800"/>
                  </a:lnTo>
                  <a:close/>
                </a:path>
              </a:pathLst>
            </a:custGeom>
            <a:solidFill>
              <a:srgbClr val="00A3E0"/>
            </a:solidFill>
            <a:ln w="6390" cap="flat">
              <a:noFill/>
              <a:prstDash val="solid"/>
              <a:miter/>
            </a:ln>
          </p:spPr>
          <p:txBody>
            <a:bodyPr rtlCol="0" anchor="ctr"/>
            <a:lstStyle/>
            <a:p>
              <a:endParaRPr lang="en-US"/>
            </a:p>
          </p:txBody>
        </p:sp>
        <p:sp>
          <p:nvSpPr>
            <p:cNvPr id="469" name="Graphic 4">
              <a:extLst>
                <a:ext uri="{FF2B5EF4-FFF2-40B4-BE49-F238E27FC236}">
                  <a16:creationId xmlns:a16="http://schemas.microsoft.com/office/drawing/2014/main" id="{C4E0F7E0-DF3D-1948-8FA1-831E30575D12}"/>
                </a:ext>
              </a:extLst>
            </p:cNvPr>
            <p:cNvSpPr/>
            <p:nvPr/>
          </p:nvSpPr>
          <p:spPr>
            <a:xfrm>
              <a:off x="3716550" y="1504349"/>
              <a:ext cx="88656" cy="57973"/>
            </a:xfrm>
            <a:custGeom>
              <a:avLst/>
              <a:gdLst>
                <a:gd name="connsiteX0" fmla="*/ 6226 w 88656"/>
                <a:gd name="connsiteY0" fmla="*/ 57974 h 57973"/>
                <a:gd name="connsiteX1" fmla="*/ 10061 w 88656"/>
                <a:gd name="connsiteY1" fmla="*/ 56697 h 57973"/>
                <a:gd name="connsiteX2" fmla="*/ 64375 w 88656"/>
                <a:gd name="connsiteY2" fmla="*/ 14563 h 57973"/>
                <a:gd name="connsiteX3" fmla="*/ 77794 w 88656"/>
                <a:gd name="connsiteY3" fmla="*/ 26692 h 57973"/>
                <a:gd name="connsiteX4" fmla="*/ 86740 w 88656"/>
                <a:gd name="connsiteY4" fmla="*/ 26692 h 57973"/>
                <a:gd name="connsiteX5" fmla="*/ 86740 w 88656"/>
                <a:gd name="connsiteY5" fmla="*/ 17755 h 57973"/>
                <a:gd name="connsiteX6" fmla="*/ 86101 w 88656"/>
                <a:gd name="connsiteY6" fmla="*/ 17116 h 57973"/>
                <a:gd name="connsiteX7" fmla="*/ 68848 w 88656"/>
                <a:gd name="connsiteY7" fmla="*/ 1795 h 57973"/>
                <a:gd name="connsiteX8" fmla="*/ 60541 w 88656"/>
                <a:gd name="connsiteY8" fmla="*/ 1156 h 57973"/>
                <a:gd name="connsiteX9" fmla="*/ 2393 w 88656"/>
                <a:gd name="connsiteY9" fmla="*/ 46483 h 57973"/>
                <a:gd name="connsiteX10" fmla="*/ 1115 w 88656"/>
                <a:gd name="connsiteY10" fmla="*/ 55420 h 57973"/>
                <a:gd name="connsiteX11" fmla="*/ 6226 w 88656"/>
                <a:gd name="connsiteY11" fmla="*/ 57974 h 57973"/>
                <a:gd name="connsiteX12" fmla="*/ 6226 w 88656"/>
                <a:gd name="connsiteY12" fmla="*/ 57974 h 5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656" h="57973">
                  <a:moveTo>
                    <a:pt x="6226" y="57974"/>
                  </a:moveTo>
                  <a:cubicBezTo>
                    <a:pt x="7505" y="57974"/>
                    <a:pt x="8783" y="57335"/>
                    <a:pt x="10061" y="56697"/>
                  </a:cubicBezTo>
                  <a:lnTo>
                    <a:pt x="64375" y="14563"/>
                  </a:lnTo>
                  <a:lnTo>
                    <a:pt x="77794" y="26692"/>
                  </a:lnTo>
                  <a:cubicBezTo>
                    <a:pt x="80350" y="29246"/>
                    <a:pt x="84184" y="29246"/>
                    <a:pt x="86740" y="26692"/>
                  </a:cubicBezTo>
                  <a:cubicBezTo>
                    <a:pt x="89296" y="24139"/>
                    <a:pt x="89296" y="20308"/>
                    <a:pt x="86740" y="17755"/>
                  </a:cubicBezTo>
                  <a:cubicBezTo>
                    <a:pt x="86740" y="17755"/>
                    <a:pt x="86101" y="17116"/>
                    <a:pt x="86101" y="17116"/>
                  </a:cubicBezTo>
                  <a:lnTo>
                    <a:pt x="68848" y="1795"/>
                  </a:lnTo>
                  <a:cubicBezTo>
                    <a:pt x="66292" y="-120"/>
                    <a:pt x="63097" y="-759"/>
                    <a:pt x="60541" y="1156"/>
                  </a:cubicBezTo>
                  <a:lnTo>
                    <a:pt x="2393" y="46483"/>
                  </a:lnTo>
                  <a:cubicBezTo>
                    <a:pt x="-163" y="48398"/>
                    <a:pt x="-802" y="52867"/>
                    <a:pt x="1115" y="55420"/>
                  </a:cubicBezTo>
                  <a:cubicBezTo>
                    <a:pt x="2393" y="57335"/>
                    <a:pt x="4310" y="57974"/>
                    <a:pt x="6226" y="57974"/>
                  </a:cubicBezTo>
                  <a:lnTo>
                    <a:pt x="6226" y="57974"/>
                  </a:lnTo>
                  <a:close/>
                </a:path>
              </a:pathLst>
            </a:custGeom>
            <a:solidFill>
              <a:srgbClr val="00A3E0"/>
            </a:solidFill>
            <a:ln w="6390" cap="flat">
              <a:noFill/>
              <a:prstDash val="solid"/>
              <a:miter/>
            </a:ln>
          </p:spPr>
          <p:txBody>
            <a:bodyPr rtlCol="0" anchor="ctr"/>
            <a:lstStyle/>
            <a:p>
              <a:endParaRPr lang="en-US"/>
            </a:p>
          </p:txBody>
        </p:sp>
        <p:sp>
          <p:nvSpPr>
            <p:cNvPr id="470" name="Graphic 4">
              <a:extLst>
                <a:ext uri="{FF2B5EF4-FFF2-40B4-BE49-F238E27FC236}">
                  <a16:creationId xmlns:a16="http://schemas.microsoft.com/office/drawing/2014/main" id="{1AD85F64-4FA0-154C-8EDD-EBCA6FFFF306}"/>
                </a:ext>
              </a:extLst>
            </p:cNvPr>
            <p:cNvSpPr/>
            <p:nvPr/>
          </p:nvSpPr>
          <p:spPr>
            <a:xfrm>
              <a:off x="3788154" y="1533595"/>
              <a:ext cx="108511" cy="157684"/>
            </a:xfrm>
            <a:custGeom>
              <a:avLst/>
              <a:gdLst>
                <a:gd name="connsiteX0" fmla="*/ 98844 w 108511"/>
                <a:gd name="connsiteY0" fmla="*/ 31282 h 157684"/>
                <a:gd name="connsiteX1" fmla="*/ 65617 w 108511"/>
                <a:gd name="connsiteY1" fmla="*/ 33835 h 157684"/>
                <a:gd name="connsiteX2" fmla="*/ 32389 w 108511"/>
                <a:gd name="connsiteY2" fmla="*/ 1915 h 157684"/>
                <a:gd name="connsiteX3" fmla="*/ 23443 w 108511"/>
                <a:gd name="connsiteY3" fmla="*/ 1915 h 157684"/>
                <a:gd name="connsiteX4" fmla="*/ 22165 w 108511"/>
                <a:gd name="connsiteY4" fmla="*/ 5107 h 157684"/>
                <a:gd name="connsiteX5" fmla="*/ 22165 w 108511"/>
                <a:gd name="connsiteY5" fmla="*/ 5107 h 157684"/>
                <a:gd name="connsiteX6" fmla="*/ 8107 w 108511"/>
                <a:gd name="connsiteY6" fmla="*/ 37666 h 157684"/>
                <a:gd name="connsiteX7" fmla="*/ 8107 w 108511"/>
                <a:gd name="connsiteY7" fmla="*/ 37666 h 157684"/>
                <a:gd name="connsiteX8" fmla="*/ 7468 w 108511"/>
                <a:gd name="connsiteY8" fmla="*/ 38304 h 157684"/>
                <a:gd name="connsiteX9" fmla="*/ 7468 w 108511"/>
                <a:gd name="connsiteY9" fmla="*/ 38942 h 157684"/>
                <a:gd name="connsiteX10" fmla="*/ 7468 w 108511"/>
                <a:gd name="connsiteY10" fmla="*/ 40219 h 157684"/>
                <a:gd name="connsiteX11" fmla="*/ 7468 w 108511"/>
                <a:gd name="connsiteY11" fmla="*/ 41496 h 157684"/>
                <a:gd name="connsiteX12" fmla="*/ 7468 w 108511"/>
                <a:gd name="connsiteY12" fmla="*/ 42134 h 157684"/>
                <a:gd name="connsiteX13" fmla="*/ 9385 w 108511"/>
                <a:gd name="connsiteY13" fmla="*/ 45326 h 157684"/>
                <a:gd name="connsiteX14" fmla="*/ 58588 w 108511"/>
                <a:gd name="connsiteY14" fmla="*/ 111081 h 157684"/>
                <a:gd name="connsiteX15" fmla="*/ 2995 w 108511"/>
                <a:gd name="connsiteY15" fmla="*/ 145555 h 157684"/>
                <a:gd name="connsiteX16" fmla="*/ 1078 w 108511"/>
                <a:gd name="connsiteY16" fmla="*/ 154492 h 157684"/>
                <a:gd name="connsiteX17" fmla="*/ 6829 w 108511"/>
                <a:gd name="connsiteY17" fmla="*/ 157684 h 157684"/>
                <a:gd name="connsiteX18" fmla="*/ 10024 w 108511"/>
                <a:gd name="connsiteY18" fmla="*/ 157046 h 157684"/>
                <a:gd name="connsiteX19" fmla="*/ 71368 w 108511"/>
                <a:gd name="connsiteY19" fmla="*/ 118742 h 157684"/>
                <a:gd name="connsiteX20" fmla="*/ 74563 w 108511"/>
                <a:gd name="connsiteY20" fmla="*/ 114273 h 157684"/>
                <a:gd name="connsiteX21" fmla="*/ 73285 w 108511"/>
                <a:gd name="connsiteY21" fmla="*/ 109166 h 157684"/>
                <a:gd name="connsiteX22" fmla="*/ 22165 w 108511"/>
                <a:gd name="connsiteY22" fmla="*/ 40219 h 157684"/>
                <a:gd name="connsiteX23" fmla="*/ 32389 w 108511"/>
                <a:gd name="connsiteY23" fmla="*/ 17237 h 157684"/>
                <a:gd name="connsiteX24" fmla="*/ 61144 w 108511"/>
                <a:gd name="connsiteY24" fmla="*/ 44049 h 157684"/>
                <a:gd name="connsiteX25" fmla="*/ 65617 w 108511"/>
                <a:gd name="connsiteY25" fmla="*/ 45965 h 157684"/>
                <a:gd name="connsiteX26" fmla="*/ 66256 w 108511"/>
                <a:gd name="connsiteY26" fmla="*/ 45965 h 157684"/>
                <a:gd name="connsiteX27" fmla="*/ 102678 w 108511"/>
                <a:gd name="connsiteY27" fmla="*/ 43411 h 157684"/>
                <a:gd name="connsiteX28" fmla="*/ 108429 w 108511"/>
                <a:gd name="connsiteY28" fmla="*/ 36389 h 157684"/>
                <a:gd name="connsiteX29" fmla="*/ 98844 w 108511"/>
                <a:gd name="connsiteY29" fmla="*/ 31282 h 157684"/>
                <a:gd name="connsiteX30" fmla="*/ 98844 w 108511"/>
                <a:gd name="connsiteY30" fmla="*/ 31282 h 15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8511" h="157684">
                  <a:moveTo>
                    <a:pt x="98844" y="31282"/>
                  </a:moveTo>
                  <a:lnTo>
                    <a:pt x="65617" y="33835"/>
                  </a:lnTo>
                  <a:lnTo>
                    <a:pt x="32389" y="1915"/>
                  </a:lnTo>
                  <a:cubicBezTo>
                    <a:pt x="29833" y="-638"/>
                    <a:pt x="25999" y="-638"/>
                    <a:pt x="23443" y="1915"/>
                  </a:cubicBezTo>
                  <a:cubicBezTo>
                    <a:pt x="22804" y="2554"/>
                    <a:pt x="22165" y="3830"/>
                    <a:pt x="22165" y="5107"/>
                  </a:cubicBezTo>
                  <a:lnTo>
                    <a:pt x="22165" y="5107"/>
                  </a:lnTo>
                  <a:lnTo>
                    <a:pt x="8107" y="37666"/>
                  </a:lnTo>
                  <a:lnTo>
                    <a:pt x="8107" y="37666"/>
                  </a:lnTo>
                  <a:lnTo>
                    <a:pt x="7468" y="38304"/>
                  </a:lnTo>
                  <a:cubicBezTo>
                    <a:pt x="7468" y="38304"/>
                    <a:pt x="7468" y="38304"/>
                    <a:pt x="7468" y="38942"/>
                  </a:cubicBezTo>
                  <a:cubicBezTo>
                    <a:pt x="7468" y="39581"/>
                    <a:pt x="7468" y="40219"/>
                    <a:pt x="7468" y="40219"/>
                  </a:cubicBezTo>
                  <a:cubicBezTo>
                    <a:pt x="7468" y="40857"/>
                    <a:pt x="7468" y="41496"/>
                    <a:pt x="7468" y="41496"/>
                  </a:cubicBezTo>
                  <a:cubicBezTo>
                    <a:pt x="7468" y="41496"/>
                    <a:pt x="7468" y="42134"/>
                    <a:pt x="7468" y="42134"/>
                  </a:cubicBezTo>
                  <a:cubicBezTo>
                    <a:pt x="7468" y="43411"/>
                    <a:pt x="8107" y="44049"/>
                    <a:pt x="9385" y="45326"/>
                  </a:cubicBezTo>
                  <a:lnTo>
                    <a:pt x="58588" y="111081"/>
                  </a:lnTo>
                  <a:lnTo>
                    <a:pt x="2995" y="145555"/>
                  </a:lnTo>
                  <a:cubicBezTo>
                    <a:pt x="-200" y="147470"/>
                    <a:pt x="-839" y="151300"/>
                    <a:pt x="1078" y="154492"/>
                  </a:cubicBezTo>
                  <a:cubicBezTo>
                    <a:pt x="2356" y="156408"/>
                    <a:pt x="4273" y="157684"/>
                    <a:pt x="6829" y="157684"/>
                  </a:cubicBezTo>
                  <a:cubicBezTo>
                    <a:pt x="8107" y="157684"/>
                    <a:pt x="9385" y="157046"/>
                    <a:pt x="10024" y="157046"/>
                  </a:cubicBezTo>
                  <a:lnTo>
                    <a:pt x="71368" y="118742"/>
                  </a:lnTo>
                  <a:cubicBezTo>
                    <a:pt x="72646" y="118104"/>
                    <a:pt x="73924" y="116188"/>
                    <a:pt x="74563" y="114273"/>
                  </a:cubicBezTo>
                  <a:cubicBezTo>
                    <a:pt x="75201" y="112358"/>
                    <a:pt x="74563" y="110443"/>
                    <a:pt x="73285" y="109166"/>
                  </a:cubicBezTo>
                  <a:lnTo>
                    <a:pt x="22165" y="40219"/>
                  </a:lnTo>
                  <a:lnTo>
                    <a:pt x="32389" y="17237"/>
                  </a:lnTo>
                  <a:lnTo>
                    <a:pt x="61144" y="44049"/>
                  </a:lnTo>
                  <a:cubicBezTo>
                    <a:pt x="62422" y="45326"/>
                    <a:pt x="63700" y="45965"/>
                    <a:pt x="65617" y="45965"/>
                  </a:cubicBezTo>
                  <a:lnTo>
                    <a:pt x="66256" y="45965"/>
                  </a:lnTo>
                  <a:lnTo>
                    <a:pt x="102678" y="43411"/>
                  </a:lnTo>
                  <a:cubicBezTo>
                    <a:pt x="105873" y="43411"/>
                    <a:pt x="109068" y="40219"/>
                    <a:pt x="108429" y="36389"/>
                  </a:cubicBezTo>
                  <a:cubicBezTo>
                    <a:pt x="105873" y="33835"/>
                    <a:pt x="102678" y="30643"/>
                    <a:pt x="98844" y="31282"/>
                  </a:cubicBezTo>
                  <a:cubicBezTo>
                    <a:pt x="98844" y="31282"/>
                    <a:pt x="98844" y="31282"/>
                    <a:pt x="98844" y="31282"/>
                  </a:cubicBezTo>
                  <a:close/>
                </a:path>
              </a:pathLst>
            </a:custGeom>
            <a:solidFill>
              <a:srgbClr val="00A3E0"/>
            </a:solidFill>
            <a:ln w="6390" cap="flat">
              <a:noFill/>
              <a:prstDash val="solid"/>
              <a:miter/>
            </a:ln>
          </p:spPr>
          <p:txBody>
            <a:bodyPr rtlCol="0" anchor="ctr"/>
            <a:lstStyle/>
            <a:p>
              <a:endParaRPr lang="en-US"/>
            </a:p>
          </p:txBody>
        </p:sp>
        <p:sp>
          <p:nvSpPr>
            <p:cNvPr id="471" name="Graphic 4">
              <a:extLst>
                <a:ext uri="{FF2B5EF4-FFF2-40B4-BE49-F238E27FC236}">
                  <a16:creationId xmlns:a16="http://schemas.microsoft.com/office/drawing/2014/main" id="{2155B4D1-C5A0-F143-AAF3-5D9F2DE21A5A}"/>
                </a:ext>
              </a:extLst>
            </p:cNvPr>
            <p:cNvSpPr/>
            <p:nvPr/>
          </p:nvSpPr>
          <p:spPr>
            <a:xfrm>
              <a:off x="3719106" y="1589937"/>
              <a:ext cx="66767" cy="88574"/>
            </a:xfrm>
            <a:custGeom>
              <a:avLst/>
              <a:gdLst>
                <a:gd name="connsiteX0" fmla="*/ 55429 w 66767"/>
                <a:gd name="connsiteY0" fmla="*/ 2390 h 88574"/>
                <a:gd name="connsiteX1" fmla="*/ 1115 w 66767"/>
                <a:gd name="connsiteY1" fmla="*/ 78360 h 88574"/>
                <a:gd name="connsiteX2" fmla="*/ 2393 w 66767"/>
                <a:gd name="connsiteY2" fmla="*/ 87297 h 88574"/>
                <a:gd name="connsiteX3" fmla="*/ 2393 w 66767"/>
                <a:gd name="connsiteY3" fmla="*/ 87297 h 88574"/>
                <a:gd name="connsiteX4" fmla="*/ 6226 w 66767"/>
                <a:gd name="connsiteY4" fmla="*/ 88574 h 88574"/>
                <a:gd name="connsiteX5" fmla="*/ 11338 w 66767"/>
                <a:gd name="connsiteY5" fmla="*/ 86021 h 88574"/>
                <a:gd name="connsiteX6" fmla="*/ 65653 w 66767"/>
                <a:gd name="connsiteY6" fmla="*/ 10051 h 88574"/>
                <a:gd name="connsiteX7" fmla="*/ 64375 w 66767"/>
                <a:gd name="connsiteY7" fmla="*/ 1114 h 88574"/>
                <a:gd name="connsiteX8" fmla="*/ 64375 w 66767"/>
                <a:gd name="connsiteY8" fmla="*/ 1114 h 88574"/>
                <a:gd name="connsiteX9" fmla="*/ 55429 w 66767"/>
                <a:gd name="connsiteY9" fmla="*/ 2390 h 88574"/>
                <a:gd name="connsiteX10" fmla="*/ 55429 w 66767"/>
                <a:gd name="connsiteY10" fmla="*/ 2390 h 88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767" h="88574">
                  <a:moveTo>
                    <a:pt x="55429" y="2390"/>
                  </a:moveTo>
                  <a:lnTo>
                    <a:pt x="1115" y="78360"/>
                  </a:lnTo>
                  <a:cubicBezTo>
                    <a:pt x="-802" y="80913"/>
                    <a:pt x="-163" y="85382"/>
                    <a:pt x="2393" y="87297"/>
                  </a:cubicBezTo>
                  <a:cubicBezTo>
                    <a:pt x="2393" y="87297"/>
                    <a:pt x="2393" y="87297"/>
                    <a:pt x="2393" y="87297"/>
                  </a:cubicBezTo>
                  <a:cubicBezTo>
                    <a:pt x="3670" y="87936"/>
                    <a:pt x="4948" y="88574"/>
                    <a:pt x="6226" y="88574"/>
                  </a:cubicBezTo>
                  <a:cubicBezTo>
                    <a:pt x="8143" y="88574"/>
                    <a:pt x="10060" y="87297"/>
                    <a:pt x="11338" y="86021"/>
                  </a:cubicBezTo>
                  <a:lnTo>
                    <a:pt x="65653" y="10051"/>
                  </a:lnTo>
                  <a:cubicBezTo>
                    <a:pt x="67570" y="7498"/>
                    <a:pt x="66931" y="3029"/>
                    <a:pt x="64375" y="1114"/>
                  </a:cubicBezTo>
                  <a:cubicBezTo>
                    <a:pt x="64375" y="1114"/>
                    <a:pt x="64375" y="1114"/>
                    <a:pt x="64375" y="1114"/>
                  </a:cubicBezTo>
                  <a:cubicBezTo>
                    <a:pt x="61180" y="-802"/>
                    <a:pt x="57346" y="-163"/>
                    <a:pt x="55429" y="2390"/>
                  </a:cubicBezTo>
                  <a:cubicBezTo>
                    <a:pt x="55429" y="2390"/>
                    <a:pt x="55429" y="2390"/>
                    <a:pt x="55429" y="2390"/>
                  </a:cubicBezTo>
                  <a:close/>
                </a:path>
              </a:pathLst>
            </a:custGeom>
            <a:solidFill>
              <a:srgbClr val="00A3E0"/>
            </a:solidFill>
            <a:ln w="6390" cap="flat">
              <a:noFill/>
              <a:prstDash val="solid"/>
              <a:miter/>
            </a:ln>
          </p:spPr>
          <p:txBody>
            <a:bodyPr rtlCol="0" anchor="ctr"/>
            <a:lstStyle/>
            <a:p>
              <a:endParaRPr lang="en-US"/>
            </a:p>
          </p:txBody>
        </p:sp>
        <p:sp>
          <p:nvSpPr>
            <p:cNvPr id="472" name="Graphic 4">
              <a:extLst>
                <a:ext uri="{FF2B5EF4-FFF2-40B4-BE49-F238E27FC236}">
                  <a16:creationId xmlns:a16="http://schemas.microsoft.com/office/drawing/2014/main" id="{25F41053-D498-6A4C-AD21-D919E176C138}"/>
                </a:ext>
              </a:extLst>
            </p:cNvPr>
            <p:cNvSpPr/>
            <p:nvPr/>
          </p:nvSpPr>
          <p:spPr>
            <a:xfrm>
              <a:off x="3690188" y="1578921"/>
              <a:ext cx="55592" cy="12767"/>
            </a:xfrm>
            <a:custGeom>
              <a:avLst/>
              <a:gdLst>
                <a:gd name="connsiteX0" fmla="*/ 6390 w 55592"/>
                <a:gd name="connsiteY0" fmla="*/ 12768 h 12767"/>
                <a:gd name="connsiteX1" fmla="*/ 49203 w 55592"/>
                <a:gd name="connsiteY1" fmla="*/ 12768 h 12767"/>
                <a:gd name="connsiteX2" fmla="*/ 55593 w 55592"/>
                <a:gd name="connsiteY2" fmla="*/ 6384 h 12767"/>
                <a:gd name="connsiteX3" fmla="*/ 49203 w 55592"/>
                <a:gd name="connsiteY3" fmla="*/ 0 h 12767"/>
                <a:gd name="connsiteX4" fmla="*/ 6390 w 55592"/>
                <a:gd name="connsiteY4" fmla="*/ 0 h 12767"/>
                <a:gd name="connsiteX5" fmla="*/ 0 w 55592"/>
                <a:gd name="connsiteY5" fmla="*/ 6384 h 12767"/>
                <a:gd name="connsiteX6" fmla="*/ 6390 w 55592"/>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592" h="12767">
                  <a:moveTo>
                    <a:pt x="6390" y="12768"/>
                  </a:moveTo>
                  <a:lnTo>
                    <a:pt x="49203" y="12768"/>
                  </a:lnTo>
                  <a:cubicBezTo>
                    <a:pt x="53036" y="12768"/>
                    <a:pt x="55593" y="10214"/>
                    <a:pt x="55593" y="6384"/>
                  </a:cubicBezTo>
                  <a:cubicBezTo>
                    <a:pt x="55593" y="2554"/>
                    <a:pt x="53036" y="0"/>
                    <a:pt x="49203" y="0"/>
                  </a:cubicBezTo>
                  <a:lnTo>
                    <a:pt x="6390" y="0"/>
                  </a:lnTo>
                  <a:cubicBezTo>
                    <a:pt x="2556" y="0"/>
                    <a:pt x="0" y="2554"/>
                    <a:pt x="0" y="6384"/>
                  </a:cubicBezTo>
                  <a:cubicBezTo>
                    <a:pt x="0" y="10214"/>
                    <a:pt x="2556" y="12768"/>
                    <a:pt x="6390" y="12768"/>
                  </a:cubicBezTo>
                  <a:close/>
                </a:path>
              </a:pathLst>
            </a:custGeom>
            <a:solidFill>
              <a:srgbClr val="00A3E0"/>
            </a:solidFill>
            <a:ln w="6390" cap="flat">
              <a:noFill/>
              <a:prstDash val="solid"/>
              <a:miter/>
            </a:ln>
          </p:spPr>
          <p:txBody>
            <a:bodyPr rtlCol="0" anchor="ctr"/>
            <a:lstStyle/>
            <a:p>
              <a:endParaRPr lang="en-US"/>
            </a:p>
          </p:txBody>
        </p:sp>
        <p:sp>
          <p:nvSpPr>
            <p:cNvPr id="473" name="Graphic 4">
              <a:extLst>
                <a:ext uri="{FF2B5EF4-FFF2-40B4-BE49-F238E27FC236}">
                  <a16:creationId xmlns:a16="http://schemas.microsoft.com/office/drawing/2014/main" id="{81E63C35-AEF4-9147-8905-30BD3C6FA64B}"/>
                </a:ext>
              </a:extLst>
            </p:cNvPr>
            <p:cNvSpPr/>
            <p:nvPr/>
          </p:nvSpPr>
          <p:spPr>
            <a:xfrm>
              <a:off x="3680603" y="1601265"/>
              <a:ext cx="55592" cy="12767"/>
            </a:xfrm>
            <a:custGeom>
              <a:avLst/>
              <a:gdLst>
                <a:gd name="connsiteX0" fmla="*/ 6390 w 55592"/>
                <a:gd name="connsiteY0" fmla="*/ 12768 h 12767"/>
                <a:gd name="connsiteX1" fmla="*/ 49203 w 55592"/>
                <a:gd name="connsiteY1" fmla="*/ 12768 h 12767"/>
                <a:gd name="connsiteX2" fmla="*/ 55593 w 55592"/>
                <a:gd name="connsiteY2" fmla="*/ 6384 h 12767"/>
                <a:gd name="connsiteX3" fmla="*/ 49203 w 55592"/>
                <a:gd name="connsiteY3" fmla="*/ 0 h 12767"/>
                <a:gd name="connsiteX4" fmla="*/ 6390 w 55592"/>
                <a:gd name="connsiteY4" fmla="*/ 0 h 12767"/>
                <a:gd name="connsiteX5" fmla="*/ 0 w 55592"/>
                <a:gd name="connsiteY5" fmla="*/ 6384 h 12767"/>
                <a:gd name="connsiteX6" fmla="*/ 6390 w 55592"/>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592" h="12767">
                  <a:moveTo>
                    <a:pt x="6390" y="12768"/>
                  </a:moveTo>
                  <a:lnTo>
                    <a:pt x="49203" y="12768"/>
                  </a:lnTo>
                  <a:cubicBezTo>
                    <a:pt x="53036" y="12768"/>
                    <a:pt x="55593" y="10214"/>
                    <a:pt x="55593" y="6384"/>
                  </a:cubicBezTo>
                  <a:cubicBezTo>
                    <a:pt x="55593" y="2554"/>
                    <a:pt x="53036" y="0"/>
                    <a:pt x="49203" y="0"/>
                  </a:cubicBezTo>
                  <a:lnTo>
                    <a:pt x="6390" y="0"/>
                  </a:lnTo>
                  <a:cubicBezTo>
                    <a:pt x="2556" y="0"/>
                    <a:pt x="0" y="2554"/>
                    <a:pt x="0" y="6384"/>
                  </a:cubicBezTo>
                  <a:cubicBezTo>
                    <a:pt x="0" y="10214"/>
                    <a:pt x="2556" y="12768"/>
                    <a:pt x="6390" y="12768"/>
                  </a:cubicBezTo>
                  <a:close/>
                </a:path>
              </a:pathLst>
            </a:custGeom>
            <a:solidFill>
              <a:srgbClr val="00A3E0"/>
            </a:solidFill>
            <a:ln w="6390" cap="flat">
              <a:noFill/>
              <a:prstDash val="solid"/>
              <a:miter/>
            </a:ln>
          </p:spPr>
          <p:txBody>
            <a:bodyPr rtlCol="0" anchor="ctr"/>
            <a:lstStyle/>
            <a:p>
              <a:endParaRPr lang="en-US"/>
            </a:p>
          </p:txBody>
        </p:sp>
        <p:sp>
          <p:nvSpPr>
            <p:cNvPr id="474" name="Graphic 4">
              <a:extLst>
                <a:ext uri="{FF2B5EF4-FFF2-40B4-BE49-F238E27FC236}">
                  <a16:creationId xmlns:a16="http://schemas.microsoft.com/office/drawing/2014/main" id="{C24D9B1D-263D-2344-B6E1-B93467998D09}"/>
                </a:ext>
              </a:extLst>
            </p:cNvPr>
            <p:cNvSpPr/>
            <p:nvPr/>
          </p:nvSpPr>
          <p:spPr>
            <a:xfrm>
              <a:off x="3671018" y="1622970"/>
              <a:ext cx="55592" cy="12767"/>
            </a:xfrm>
            <a:custGeom>
              <a:avLst/>
              <a:gdLst>
                <a:gd name="connsiteX0" fmla="*/ 55593 w 55592"/>
                <a:gd name="connsiteY0" fmla="*/ 6384 h 12767"/>
                <a:gd name="connsiteX1" fmla="*/ 49203 w 55592"/>
                <a:gd name="connsiteY1" fmla="*/ 0 h 12767"/>
                <a:gd name="connsiteX2" fmla="*/ 6390 w 55592"/>
                <a:gd name="connsiteY2" fmla="*/ 0 h 12767"/>
                <a:gd name="connsiteX3" fmla="*/ 0 w 55592"/>
                <a:gd name="connsiteY3" fmla="*/ 6384 h 12767"/>
                <a:gd name="connsiteX4" fmla="*/ 6390 w 55592"/>
                <a:gd name="connsiteY4" fmla="*/ 12768 h 12767"/>
                <a:gd name="connsiteX5" fmla="*/ 49203 w 55592"/>
                <a:gd name="connsiteY5" fmla="*/ 12768 h 12767"/>
                <a:gd name="connsiteX6" fmla="*/ 55593 w 55592"/>
                <a:gd name="connsiteY6" fmla="*/ 638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592" h="12767">
                  <a:moveTo>
                    <a:pt x="55593" y="6384"/>
                  </a:moveTo>
                  <a:cubicBezTo>
                    <a:pt x="55593" y="2554"/>
                    <a:pt x="53036" y="0"/>
                    <a:pt x="49203" y="0"/>
                  </a:cubicBezTo>
                  <a:lnTo>
                    <a:pt x="6390" y="0"/>
                  </a:lnTo>
                  <a:cubicBezTo>
                    <a:pt x="2556" y="0"/>
                    <a:pt x="0" y="2554"/>
                    <a:pt x="0" y="6384"/>
                  </a:cubicBezTo>
                  <a:cubicBezTo>
                    <a:pt x="0" y="10214"/>
                    <a:pt x="2556" y="12768"/>
                    <a:pt x="6390" y="12768"/>
                  </a:cubicBezTo>
                  <a:lnTo>
                    <a:pt x="49203" y="12768"/>
                  </a:lnTo>
                  <a:cubicBezTo>
                    <a:pt x="53036" y="12768"/>
                    <a:pt x="55593" y="10214"/>
                    <a:pt x="55593" y="6384"/>
                  </a:cubicBezTo>
                  <a:close/>
                </a:path>
              </a:pathLst>
            </a:custGeom>
            <a:solidFill>
              <a:srgbClr val="00A3E0"/>
            </a:solidFill>
            <a:ln w="6390" cap="flat">
              <a:noFill/>
              <a:prstDash val="solid"/>
              <a:miter/>
            </a:ln>
          </p:spPr>
          <p:txBody>
            <a:bodyPr rtlCol="0" anchor="ctr"/>
            <a:lstStyle/>
            <a:p>
              <a:endParaRPr lang="en-US"/>
            </a:p>
          </p:txBody>
        </p:sp>
      </p:grpSp>
      <p:grpSp>
        <p:nvGrpSpPr>
          <p:cNvPr id="475" name="Graphic 4">
            <a:extLst>
              <a:ext uri="{FF2B5EF4-FFF2-40B4-BE49-F238E27FC236}">
                <a16:creationId xmlns:a16="http://schemas.microsoft.com/office/drawing/2014/main" id="{D13F803D-B042-EB47-A965-5FE400D7EB7C}"/>
              </a:ext>
            </a:extLst>
          </p:cNvPr>
          <p:cNvGrpSpPr/>
          <p:nvPr/>
        </p:nvGrpSpPr>
        <p:grpSpPr>
          <a:xfrm>
            <a:off x="3607758" y="918179"/>
            <a:ext cx="362313" cy="361971"/>
            <a:chOff x="3607758" y="918179"/>
            <a:chExt cx="362313" cy="361971"/>
          </a:xfrm>
          <a:solidFill>
            <a:srgbClr val="00A3E0"/>
          </a:solidFill>
        </p:grpSpPr>
        <p:sp>
          <p:nvSpPr>
            <p:cNvPr id="476" name="Graphic 4">
              <a:extLst>
                <a:ext uri="{FF2B5EF4-FFF2-40B4-BE49-F238E27FC236}">
                  <a16:creationId xmlns:a16="http://schemas.microsoft.com/office/drawing/2014/main" id="{249C779B-8A0B-1745-96AB-062F15AED981}"/>
                </a:ext>
              </a:extLst>
            </p:cNvPr>
            <p:cNvSpPr/>
            <p:nvPr/>
          </p:nvSpPr>
          <p:spPr>
            <a:xfrm>
              <a:off x="3607758" y="918179"/>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6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949" y="81077"/>
                    <a:pt x="281796" y="0"/>
                    <a:pt x="181474" y="0"/>
                  </a:cubicBezTo>
                  <a:cubicBezTo>
                    <a:pt x="181474" y="0"/>
                    <a:pt x="181474" y="0"/>
                    <a:pt x="181474" y="0"/>
                  </a:cubicBezTo>
                  <a:close/>
                  <a:moveTo>
                    <a:pt x="181474" y="349204"/>
                  </a:moveTo>
                  <a:cubicBezTo>
                    <a:pt x="88181" y="349204"/>
                    <a:pt x="12780" y="273873"/>
                    <a:pt x="12780" y="181305"/>
                  </a:cubicBezTo>
                  <a:cubicBezTo>
                    <a:pt x="12780" y="88737"/>
                    <a:pt x="88181" y="12768"/>
                    <a:pt x="180836" y="12768"/>
                  </a:cubicBezTo>
                  <a:cubicBezTo>
                    <a:pt x="274128" y="12768"/>
                    <a:pt x="349530" y="88099"/>
                    <a:pt x="349530" y="180667"/>
                  </a:cubicBezTo>
                  <a:lnTo>
                    <a:pt x="349530" y="180667"/>
                  </a:lnTo>
                  <a:cubicBezTo>
                    <a:pt x="349530" y="273873"/>
                    <a:pt x="274128"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477" name="Graphic 4">
              <a:extLst>
                <a:ext uri="{FF2B5EF4-FFF2-40B4-BE49-F238E27FC236}">
                  <a16:creationId xmlns:a16="http://schemas.microsoft.com/office/drawing/2014/main" id="{08B60866-980E-D348-BEE4-869495AAA981}"/>
                </a:ext>
              </a:extLst>
            </p:cNvPr>
            <p:cNvSpPr/>
            <p:nvPr/>
          </p:nvSpPr>
          <p:spPr>
            <a:xfrm>
              <a:off x="3676130" y="1107145"/>
              <a:ext cx="90737" cy="90652"/>
            </a:xfrm>
            <a:custGeom>
              <a:avLst/>
              <a:gdLst>
                <a:gd name="connsiteX0" fmla="*/ 45369 w 90737"/>
                <a:gd name="connsiteY0" fmla="*/ 0 h 90652"/>
                <a:gd name="connsiteX1" fmla="*/ 0 w 90737"/>
                <a:gd name="connsiteY1" fmla="*/ 45326 h 90652"/>
                <a:gd name="connsiteX2" fmla="*/ 45369 w 90737"/>
                <a:gd name="connsiteY2" fmla="*/ 90653 h 90652"/>
                <a:gd name="connsiteX3" fmla="*/ 90737 w 90737"/>
                <a:gd name="connsiteY3" fmla="*/ 45326 h 90652"/>
                <a:gd name="connsiteX4" fmla="*/ 90737 w 90737"/>
                <a:gd name="connsiteY4" fmla="*/ 45326 h 90652"/>
                <a:gd name="connsiteX5" fmla="*/ 45369 w 90737"/>
                <a:gd name="connsiteY5" fmla="*/ 0 h 90652"/>
                <a:gd name="connsiteX6" fmla="*/ 45369 w 90737"/>
                <a:gd name="connsiteY6" fmla="*/ 78523 h 90652"/>
                <a:gd name="connsiteX7" fmla="*/ 12780 w 90737"/>
                <a:gd name="connsiteY7" fmla="*/ 45965 h 90652"/>
                <a:gd name="connsiteX8" fmla="*/ 45369 w 90737"/>
                <a:gd name="connsiteY8" fmla="*/ 13406 h 90652"/>
                <a:gd name="connsiteX9" fmla="*/ 77957 w 90737"/>
                <a:gd name="connsiteY9" fmla="*/ 45965 h 90652"/>
                <a:gd name="connsiteX10" fmla="*/ 77957 w 90737"/>
                <a:gd name="connsiteY10" fmla="*/ 45965 h 90652"/>
                <a:gd name="connsiteX11" fmla="*/ 45369 w 90737"/>
                <a:gd name="connsiteY11" fmla="*/ 78523 h 90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737" h="90652">
                  <a:moveTo>
                    <a:pt x="45369" y="0"/>
                  </a:moveTo>
                  <a:cubicBezTo>
                    <a:pt x="20448" y="0"/>
                    <a:pt x="0" y="20429"/>
                    <a:pt x="0" y="45326"/>
                  </a:cubicBezTo>
                  <a:cubicBezTo>
                    <a:pt x="0" y="70224"/>
                    <a:pt x="20448" y="90653"/>
                    <a:pt x="45369" y="90653"/>
                  </a:cubicBezTo>
                  <a:cubicBezTo>
                    <a:pt x="70289" y="90653"/>
                    <a:pt x="90737" y="70224"/>
                    <a:pt x="90737" y="45326"/>
                  </a:cubicBezTo>
                  <a:cubicBezTo>
                    <a:pt x="90737" y="45326"/>
                    <a:pt x="90737" y="45326"/>
                    <a:pt x="90737" y="45326"/>
                  </a:cubicBezTo>
                  <a:cubicBezTo>
                    <a:pt x="90737" y="20429"/>
                    <a:pt x="70289" y="0"/>
                    <a:pt x="45369" y="0"/>
                  </a:cubicBezTo>
                  <a:close/>
                  <a:moveTo>
                    <a:pt x="45369" y="78523"/>
                  </a:moveTo>
                  <a:cubicBezTo>
                    <a:pt x="27477" y="78523"/>
                    <a:pt x="12780" y="63840"/>
                    <a:pt x="12780" y="45965"/>
                  </a:cubicBezTo>
                  <a:cubicBezTo>
                    <a:pt x="12780" y="28089"/>
                    <a:pt x="27477" y="13406"/>
                    <a:pt x="45369" y="13406"/>
                  </a:cubicBezTo>
                  <a:cubicBezTo>
                    <a:pt x="63261" y="13406"/>
                    <a:pt x="77957" y="28089"/>
                    <a:pt x="77957" y="45965"/>
                  </a:cubicBezTo>
                  <a:cubicBezTo>
                    <a:pt x="77957" y="45965"/>
                    <a:pt x="77957" y="45965"/>
                    <a:pt x="77957" y="45965"/>
                  </a:cubicBezTo>
                  <a:cubicBezTo>
                    <a:pt x="77957" y="63840"/>
                    <a:pt x="63261" y="77885"/>
                    <a:pt x="45369" y="78523"/>
                  </a:cubicBezTo>
                  <a:close/>
                </a:path>
              </a:pathLst>
            </a:custGeom>
            <a:solidFill>
              <a:srgbClr val="00A3E0"/>
            </a:solidFill>
            <a:ln w="6390" cap="flat">
              <a:noFill/>
              <a:prstDash val="solid"/>
              <a:miter/>
            </a:ln>
          </p:spPr>
          <p:txBody>
            <a:bodyPr rtlCol="0" anchor="ctr"/>
            <a:lstStyle/>
            <a:p>
              <a:endParaRPr lang="en-US"/>
            </a:p>
          </p:txBody>
        </p:sp>
        <p:sp>
          <p:nvSpPr>
            <p:cNvPr id="478" name="Graphic 4">
              <a:extLst>
                <a:ext uri="{FF2B5EF4-FFF2-40B4-BE49-F238E27FC236}">
                  <a16:creationId xmlns:a16="http://schemas.microsoft.com/office/drawing/2014/main" id="{E2367D06-796E-E44B-B09B-4834169D5795}"/>
                </a:ext>
              </a:extLst>
            </p:cNvPr>
            <p:cNvSpPr/>
            <p:nvPr/>
          </p:nvSpPr>
          <p:spPr>
            <a:xfrm>
              <a:off x="3810958" y="1107145"/>
              <a:ext cx="90751" cy="90652"/>
            </a:xfrm>
            <a:custGeom>
              <a:avLst/>
              <a:gdLst>
                <a:gd name="connsiteX0" fmla="*/ 45368 w 90751"/>
                <a:gd name="connsiteY0" fmla="*/ 0 h 90652"/>
                <a:gd name="connsiteX1" fmla="*/ 0 w 90751"/>
                <a:gd name="connsiteY1" fmla="*/ 45326 h 90652"/>
                <a:gd name="connsiteX2" fmla="*/ 45368 w 90751"/>
                <a:gd name="connsiteY2" fmla="*/ 90653 h 90652"/>
                <a:gd name="connsiteX3" fmla="*/ 90737 w 90751"/>
                <a:gd name="connsiteY3" fmla="*/ 45326 h 90652"/>
                <a:gd name="connsiteX4" fmla="*/ 90737 w 90751"/>
                <a:gd name="connsiteY4" fmla="*/ 45326 h 90652"/>
                <a:gd name="connsiteX5" fmla="*/ 45368 w 90751"/>
                <a:gd name="connsiteY5" fmla="*/ 0 h 90652"/>
                <a:gd name="connsiteX6" fmla="*/ 45368 w 90751"/>
                <a:gd name="connsiteY6" fmla="*/ 78523 h 90652"/>
                <a:gd name="connsiteX7" fmla="*/ 12780 w 90751"/>
                <a:gd name="connsiteY7" fmla="*/ 45965 h 90652"/>
                <a:gd name="connsiteX8" fmla="*/ 45368 w 90751"/>
                <a:gd name="connsiteY8" fmla="*/ 13406 h 90652"/>
                <a:gd name="connsiteX9" fmla="*/ 77957 w 90751"/>
                <a:gd name="connsiteY9" fmla="*/ 45965 h 90652"/>
                <a:gd name="connsiteX10" fmla="*/ 77957 w 90751"/>
                <a:gd name="connsiteY10" fmla="*/ 45965 h 90652"/>
                <a:gd name="connsiteX11" fmla="*/ 45368 w 90751"/>
                <a:gd name="connsiteY11" fmla="*/ 78523 h 90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751" h="90652">
                  <a:moveTo>
                    <a:pt x="45368" y="0"/>
                  </a:moveTo>
                  <a:cubicBezTo>
                    <a:pt x="20447" y="0"/>
                    <a:pt x="0" y="20429"/>
                    <a:pt x="0" y="45326"/>
                  </a:cubicBezTo>
                  <a:cubicBezTo>
                    <a:pt x="0" y="70224"/>
                    <a:pt x="20447" y="90653"/>
                    <a:pt x="45368" y="90653"/>
                  </a:cubicBezTo>
                  <a:cubicBezTo>
                    <a:pt x="70289" y="90653"/>
                    <a:pt x="90737" y="70224"/>
                    <a:pt x="90737" y="45326"/>
                  </a:cubicBezTo>
                  <a:cubicBezTo>
                    <a:pt x="90737" y="45326"/>
                    <a:pt x="90737" y="45326"/>
                    <a:pt x="90737" y="45326"/>
                  </a:cubicBezTo>
                  <a:cubicBezTo>
                    <a:pt x="91376" y="20429"/>
                    <a:pt x="70928" y="0"/>
                    <a:pt x="45368" y="0"/>
                  </a:cubicBezTo>
                  <a:close/>
                  <a:moveTo>
                    <a:pt x="45368" y="78523"/>
                  </a:moveTo>
                  <a:cubicBezTo>
                    <a:pt x="27477" y="78523"/>
                    <a:pt x="12780" y="63840"/>
                    <a:pt x="12780" y="45965"/>
                  </a:cubicBezTo>
                  <a:cubicBezTo>
                    <a:pt x="12780" y="28089"/>
                    <a:pt x="27477" y="13406"/>
                    <a:pt x="45368" y="13406"/>
                  </a:cubicBezTo>
                  <a:cubicBezTo>
                    <a:pt x="63260" y="13406"/>
                    <a:pt x="77957" y="28089"/>
                    <a:pt x="77957" y="45965"/>
                  </a:cubicBezTo>
                  <a:cubicBezTo>
                    <a:pt x="77957" y="45965"/>
                    <a:pt x="77957" y="45965"/>
                    <a:pt x="77957" y="45965"/>
                  </a:cubicBezTo>
                  <a:cubicBezTo>
                    <a:pt x="78596" y="63840"/>
                    <a:pt x="63899" y="77885"/>
                    <a:pt x="45368" y="78523"/>
                  </a:cubicBezTo>
                  <a:close/>
                </a:path>
              </a:pathLst>
            </a:custGeom>
            <a:solidFill>
              <a:srgbClr val="00A3E0"/>
            </a:solidFill>
            <a:ln w="6390" cap="flat">
              <a:noFill/>
              <a:prstDash val="solid"/>
              <a:miter/>
            </a:ln>
          </p:spPr>
          <p:txBody>
            <a:bodyPr rtlCol="0" anchor="ctr"/>
            <a:lstStyle/>
            <a:p>
              <a:endParaRPr lang="en-US"/>
            </a:p>
          </p:txBody>
        </p:sp>
        <p:sp>
          <p:nvSpPr>
            <p:cNvPr id="479" name="Graphic 4">
              <a:extLst>
                <a:ext uri="{FF2B5EF4-FFF2-40B4-BE49-F238E27FC236}">
                  <a16:creationId xmlns:a16="http://schemas.microsoft.com/office/drawing/2014/main" id="{F6E2541C-B613-B74C-A43B-5D08C6778AD4}"/>
                </a:ext>
              </a:extLst>
            </p:cNvPr>
            <p:cNvSpPr/>
            <p:nvPr/>
          </p:nvSpPr>
          <p:spPr>
            <a:xfrm>
              <a:off x="3742586" y="1031552"/>
              <a:ext cx="114379" cy="142624"/>
            </a:xfrm>
            <a:custGeom>
              <a:avLst/>
              <a:gdLst>
                <a:gd name="connsiteX0" fmla="*/ 69011 w 114379"/>
                <a:gd name="connsiteY0" fmla="*/ 46865 h 142624"/>
                <a:gd name="connsiteX1" fmla="*/ 74763 w 114379"/>
                <a:gd name="connsiteY1" fmla="*/ 50695 h 142624"/>
                <a:gd name="connsiteX2" fmla="*/ 107990 w 114379"/>
                <a:gd name="connsiteY2" fmla="*/ 50695 h 142624"/>
                <a:gd name="connsiteX3" fmla="*/ 114380 w 114379"/>
                <a:gd name="connsiteY3" fmla="*/ 44311 h 142624"/>
                <a:gd name="connsiteX4" fmla="*/ 107990 w 114379"/>
                <a:gd name="connsiteY4" fmla="*/ 37927 h 142624"/>
                <a:gd name="connsiteX5" fmla="*/ 107990 w 114379"/>
                <a:gd name="connsiteY5" fmla="*/ 37927 h 142624"/>
                <a:gd name="connsiteX6" fmla="*/ 78596 w 114379"/>
                <a:gd name="connsiteY6" fmla="*/ 37927 h 142624"/>
                <a:gd name="connsiteX7" fmla="*/ 61343 w 114379"/>
                <a:gd name="connsiteY7" fmla="*/ 3453 h 142624"/>
                <a:gd name="connsiteX8" fmla="*/ 53037 w 114379"/>
                <a:gd name="connsiteY8" fmla="*/ 900 h 142624"/>
                <a:gd name="connsiteX9" fmla="*/ 51759 w 114379"/>
                <a:gd name="connsiteY9" fmla="*/ 2177 h 142624"/>
                <a:gd name="connsiteX10" fmla="*/ 1917 w 114379"/>
                <a:gd name="connsiteY10" fmla="*/ 49418 h 142624"/>
                <a:gd name="connsiteX11" fmla="*/ 1917 w 114379"/>
                <a:gd name="connsiteY11" fmla="*/ 58356 h 142624"/>
                <a:gd name="connsiteX12" fmla="*/ 2556 w 114379"/>
                <a:gd name="connsiteY12" fmla="*/ 58994 h 142624"/>
                <a:gd name="connsiteX13" fmla="*/ 39618 w 114379"/>
                <a:gd name="connsiteY13" fmla="*/ 85168 h 142624"/>
                <a:gd name="connsiteX14" fmla="*/ 39618 w 114379"/>
                <a:gd name="connsiteY14" fmla="*/ 136240 h 142624"/>
                <a:gd name="connsiteX15" fmla="*/ 46008 w 114379"/>
                <a:gd name="connsiteY15" fmla="*/ 142624 h 142624"/>
                <a:gd name="connsiteX16" fmla="*/ 52398 w 114379"/>
                <a:gd name="connsiteY16" fmla="*/ 136240 h 142624"/>
                <a:gd name="connsiteX17" fmla="*/ 52398 w 114379"/>
                <a:gd name="connsiteY17" fmla="*/ 81338 h 142624"/>
                <a:gd name="connsiteX18" fmla="*/ 49842 w 114379"/>
                <a:gd name="connsiteY18" fmla="*/ 76231 h 142624"/>
                <a:gd name="connsiteX19" fmla="*/ 16614 w 114379"/>
                <a:gd name="connsiteY19" fmla="*/ 52610 h 142624"/>
                <a:gd name="connsiteX20" fmla="*/ 54315 w 114379"/>
                <a:gd name="connsiteY20" fmla="*/ 16860 h 142624"/>
                <a:gd name="connsiteX21" fmla="*/ 69011 w 114379"/>
                <a:gd name="connsiteY21" fmla="*/ 46865 h 142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4379" h="142624">
                  <a:moveTo>
                    <a:pt x="69011" y="46865"/>
                  </a:moveTo>
                  <a:cubicBezTo>
                    <a:pt x="70290" y="48780"/>
                    <a:pt x="72206" y="50695"/>
                    <a:pt x="74763" y="50695"/>
                  </a:cubicBezTo>
                  <a:lnTo>
                    <a:pt x="107990" y="50695"/>
                  </a:lnTo>
                  <a:cubicBezTo>
                    <a:pt x="111824" y="50695"/>
                    <a:pt x="114380" y="48141"/>
                    <a:pt x="114380" y="44311"/>
                  </a:cubicBezTo>
                  <a:cubicBezTo>
                    <a:pt x="114380" y="40481"/>
                    <a:pt x="111824" y="37927"/>
                    <a:pt x="107990" y="37927"/>
                  </a:cubicBezTo>
                  <a:lnTo>
                    <a:pt x="107990" y="37927"/>
                  </a:lnTo>
                  <a:lnTo>
                    <a:pt x="78596" y="37927"/>
                  </a:lnTo>
                  <a:lnTo>
                    <a:pt x="61343" y="3453"/>
                  </a:lnTo>
                  <a:cubicBezTo>
                    <a:pt x="59427" y="261"/>
                    <a:pt x="55593" y="-1015"/>
                    <a:pt x="53037" y="900"/>
                  </a:cubicBezTo>
                  <a:cubicBezTo>
                    <a:pt x="52398" y="900"/>
                    <a:pt x="51759" y="1538"/>
                    <a:pt x="51759" y="2177"/>
                  </a:cubicBezTo>
                  <a:lnTo>
                    <a:pt x="1917" y="49418"/>
                  </a:lnTo>
                  <a:cubicBezTo>
                    <a:pt x="-639" y="51972"/>
                    <a:pt x="-639" y="55802"/>
                    <a:pt x="1917" y="58356"/>
                  </a:cubicBezTo>
                  <a:cubicBezTo>
                    <a:pt x="1917" y="58356"/>
                    <a:pt x="2556" y="58994"/>
                    <a:pt x="2556" y="58994"/>
                  </a:cubicBezTo>
                  <a:lnTo>
                    <a:pt x="39618" y="85168"/>
                  </a:lnTo>
                  <a:lnTo>
                    <a:pt x="39618" y="136240"/>
                  </a:lnTo>
                  <a:cubicBezTo>
                    <a:pt x="39618" y="140071"/>
                    <a:pt x="42174" y="142624"/>
                    <a:pt x="46008" y="142624"/>
                  </a:cubicBezTo>
                  <a:cubicBezTo>
                    <a:pt x="49842" y="142624"/>
                    <a:pt x="52398" y="140071"/>
                    <a:pt x="52398" y="136240"/>
                  </a:cubicBezTo>
                  <a:lnTo>
                    <a:pt x="52398" y="81338"/>
                  </a:lnTo>
                  <a:cubicBezTo>
                    <a:pt x="52398" y="79423"/>
                    <a:pt x="51120" y="77508"/>
                    <a:pt x="49842" y="76231"/>
                  </a:cubicBezTo>
                  <a:lnTo>
                    <a:pt x="16614" y="52610"/>
                  </a:lnTo>
                  <a:lnTo>
                    <a:pt x="54315" y="16860"/>
                  </a:lnTo>
                  <a:lnTo>
                    <a:pt x="69011" y="46865"/>
                  </a:lnTo>
                  <a:close/>
                </a:path>
              </a:pathLst>
            </a:custGeom>
            <a:solidFill>
              <a:srgbClr val="00A3E0"/>
            </a:solidFill>
            <a:ln w="6390" cap="flat">
              <a:noFill/>
              <a:prstDash val="solid"/>
              <a:miter/>
            </a:ln>
          </p:spPr>
          <p:txBody>
            <a:bodyPr rtlCol="0" anchor="ctr"/>
            <a:lstStyle/>
            <a:p>
              <a:endParaRPr lang="en-US"/>
            </a:p>
          </p:txBody>
        </p:sp>
        <p:sp>
          <p:nvSpPr>
            <p:cNvPr id="480" name="Graphic 4">
              <a:extLst>
                <a:ext uri="{FF2B5EF4-FFF2-40B4-BE49-F238E27FC236}">
                  <a16:creationId xmlns:a16="http://schemas.microsoft.com/office/drawing/2014/main" id="{9D37AECA-0CBC-4F47-A211-F1816F024493}"/>
                </a:ext>
              </a:extLst>
            </p:cNvPr>
            <p:cNvSpPr/>
            <p:nvPr/>
          </p:nvSpPr>
          <p:spPr>
            <a:xfrm>
              <a:off x="3809680" y="999255"/>
              <a:ext cx="35783" cy="35750"/>
            </a:xfrm>
            <a:custGeom>
              <a:avLst/>
              <a:gdLst>
                <a:gd name="connsiteX0" fmla="*/ 17892 w 35783"/>
                <a:gd name="connsiteY0" fmla="*/ 35750 h 35750"/>
                <a:gd name="connsiteX1" fmla="*/ 35783 w 35783"/>
                <a:gd name="connsiteY1" fmla="*/ 17875 h 35750"/>
                <a:gd name="connsiteX2" fmla="*/ 17892 w 35783"/>
                <a:gd name="connsiteY2" fmla="*/ 0 h 35750"/>
                <a:gd name="connsiteX3" fmla="*/ 0 w 35783"/>
                <a:gd name="connsiteY3" fmla="*/ 17875 h 35750"/>
                <a:gd name="connsiteX4" fmla="*/ 17892 w 35783"/>
                <a:gd name="connsiteY4" fmla="*/ 35750 h 35750"/>
                <a:gd name="connsiteX5" fmla="*/ 17892 w 35783"/>
                <a:gd name="connsiteY5" fmla="*/ 13406 h 35750"/>
                <a:gd name="connsiteX6" fmla="*/ 23004 w 35783"/>
                <a:gd name="connsiteY6" fmla="*/ 18514 h 35750"/>
                <a:gd name="connsiteX7" fmla="*/ 17892 w 35783"/>
                <a:gd name="connsiteY7" fmla="*/ 23621 h 35750"/>
                <a:gd name="connsiteX8" fmla="*/ 12780 w 35783"/>
                <a:gd name="connsiteY8" fmla="*/ 18514 h 35750"/>
                <a:gd name="connsiteX9" fmla="*/ 17892 w 35783"/>
                <a:gd name="connsiteY9" fmla="*/ 13406 h 35750"/>
                <a:gd name="connsiteX10" fmla="*/ 17892 w 35783"/>
                <a:gd name="connsiteY10" fmla="*/ 13406 h 3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783" h="35750">
                  <a:moveTo>
                    <a:pt x="17892" y="35750"/>
                  </a:moveTo>
                  <a:cubicBezTo>
                    <a:pt x="27477" y="35750"/>
                    <a:pt x="35783" y="28090"/>
                    <a:pt x="35783" y="17875"/>
                  </a:cubicBezTo>
                  <a:cubicBezTo>
                    <a:pt x="35783" y="7661"/>
                    <a:pt x="28115" y="0"/>
                    <a:pt x="17892" y="0"/>
                  </a:cubicBezTo>
                  <a:cubicBezTo>
                    <a:pt x="7668" y="0"/>
                    <a:pt x="0" y="7661"/>
                    <a:pt x="0" y="17875"/>
                  </a:cubicBezTo>
                  <a:cubicBezTo>
                    <a:pt x="639" y="28090"/>
                    <a:pt x="8307" y="35750"/>
                    <a:pt x="17892" y="35750"/>
                  </a:cubicBezTo>
                  <a:close/>
                  <a:moveTo>
                    <a:pt x="17892" y="13406"/>
                  </a:moveTo>
                  <a:cubicBezTo>
                    <a:pt x="20448" y="13406"/>
                    <a:pt x="23004" y="15322"/>
                    <a:pt x="23004" y="18514"/>
                  </a:cubicBezTo>
                  <a:cubicBezTo>
                    <a:pt x="23004" y="21706"/>
                    <a:pt x="21087" y="23621"/>
                    <a:pt x="17892" y="23621"/>
                  </a:cubicBezTo>
                  <a:cubicBezTo>
                    <a:pt x="14697" y="23621"/>
                    <a:pt x="12780" y="21706"/>
                    <a:pt x="12780" y="18514"/>
                  </a:cubicBezTo>
                  <a:cubicBezTo>
                    <a:pt x="13419" y="15322"/>
                    <a:pt x="15336" y="13406"/>
                    <a:pt x="17892" y="13406"/>
                  </a:cubicBezTo>
                  <a:lnTo>
                    <a:pt x="17892" y="13406"/>
                  </a:lnTo>
                  <a:close/>
                </a:path>
              </a:pathLst>
            </a:custGeom>
            <a:solidFill>
              <a:srgbClr val="00A3E0"/>
            </a:solidFill>
            <a:ln w="6390" cap="flat">
              <a:noFill/>
              <a:prstDash val="solid"/>
              <a:miter/>
            </a:ln>
          </p:spPr>
          <p:txBody>
            <a:bodyPr rtlCol="0" anchor="ctr"/>
            <a:lstStyle/>
            <a:p>
              <a:endParaRPr lang="en-US"/>
            </a:p>
          </p:txBody>
        </p:sp>
      </p:grpSp>
      <p:grpSp>
        <p:nvGrpSpPr>
          <p:cNvPr id="481" name="Graphic 4">
            <a:extLst>
              <a:ext uri="{FF2B5EF4-FFF2-40B4-BE49-F238E27FC236}">
                <a16:creationId xmlns:a16="http://schemas.microsoft.com/office/drawing/2014/main" id="{395260AB-3B19-FC42-939D-44FEA84D5E96}"/>
              </a:ext>
            </a:extLst>
          </p:cNvPr>
          <p:cNvGrpSpPr/>
          <p:nvPr/>
        </p:nvGrpSpPr>
        <p:grpSpPr>
          <a:xfrm>
            <a:off x="3607758" y="2371173"/>
            <a:ext cx="362313" cy="361971"/>
            <a:chOff x="3607758" y="2371173"/>
            <a:chExt cx="362313" cy="361971"/>
          </a:xfrm>
          <a:solidFill>
            <a:srgbClr val="00A3E0"/>
          </a:solidFill>
        </p:grpSpPr>
        <p:sp>
          <p:nvSpPr>
            <p:cNvPr id="482" name="Graphic 4">
              <a:extLst>
                <a:ext uri="{FF2B5EF4-FFF2-40B4-BE49-F238E27FC236}">
                  <a16:creationId xmlns:a16="http://schemas.microsoft.com/office/drawing/2014/main" id="{37EC714B-7766-394F-8F97-9F6BFFDB8C10}"/>
                </a:ext>
              </a:extLst>
            </p:cNvPr>
            <p:cNvSpPr/>
            <p:nvPr/>
          </p:nvSpPr>
          <p:spPr>
            <a:xfrm>
              <a:off x="3607758" y="2371173"/>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6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949"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6" y="12768"/>
                  </a:cubicBezTo>
                  <a:cubicBezTo>
                    <a:pt x="274128" y="12768"/>
                    <a:pt x="349530" y="88099"/>
                    <a:pt x="349530" y="180667"/>
                  </a:cubicBezTo>
                  <a:cubicBezTo>
                    <a:pt x="349530" y="180667"/>
                    <a:pt x="349530" y="180667"/>
                    <a:pt x="349530" y="180667"/>
                  </a:cubicBezTo>
                  <a:cubicBezTo>
                    <a:pt x="349530" y="273873"/>
                    <a:pt x="274128"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483" name="Graphic 4">
              <a:extLst>
                <a:ext uri="{FF2B5EF4-FFF2-40B4-BE49-F238E27FC236}">
                  <a16:creationId xmlns:a16="http://schemas.microsoft.com/office/drawing/2014/main" id="{1B97699F-FAA9-0C43-AC58-A684FFC8BE8C}"/>
                </a:ext>
              </a:extLst>
            </p:cNvPr>
            <p:cNvSpPr/>
            <p:nvPr/>
          </p:nvSpPr>
          <p:spPr>
            <a:xfrm>
              <a:off x="3762273" y="2438811"/>
              <a:ext cx="41688" cy="42166"/>
            </a:xfrm>
            <a:custGeom>
              <a:avLst/>
              <a:gdLst>
                <a:gd name="connsiteX0" fmla="*/ 20570 w 41688"/>
                <a:gd name="connsiteY0" fmla="*/ 42167 h 42166"/>
                <a:gd name="connsiteX1" fmla="*/ 21848 w 41688"/>
                <a:gd name="connsiteY1" fmla="*/ 42167 h 42166"/>
                <a:gd name="connsiteX2" fmla="*/ 41656 w 41688"/>
                <a:gd name="connsiteY2" fmla="*/ 19823 h 42166"/>
                <a:gd name="connsiteX3" fmla="*/ 41656 w 41688"/>
                <a:gd name="connsiteY3" fmla="*/ 19823 h 42166"/>
                <a:gd name="connsiteX4" fmla="*/ 19292 w 41688"/>
                <a:gd name="connsiteY4" fmla="*/ 32 h 42166"/>
                <a:gd name="connsiteX5" fmla="*/ 122 w 41688"/>
                <a:gd name="connsiteY5" fmla="*/ 22376 h 42166"/>
                <a:gd name="connsiteX6" fmla="*/ 20570 w 41688"/>
                <a:gd name="connsiteY6" fmla="*/ 42167 h 42166"/>
                <a:gd name="connsiteX7" fmla="*/ 19931 w 41688"/>
                <a:gd name="connsiteY7" fmla="*/ 12800 h 42166"/>
                <a:gd name="connsiteX8" fmla="*/ 19931 w 41688"/>
                <a:gd name="connsiteY8" fmla="*/ 12800 h 42166"/>
                <a:gd name="connsiteX9" fmla="*/ 25682 w 41688"/>
                <a:gd name="connsiteY9" fmla="*/ 14715 h 42166"/>
                <a:gd name="connsiteX10" fmla="*/ 28238 w 41688"/>
                <a:gd name="connsiteY10" fmla="*/ 20461 h 42166"/>
                <a:gd name="connsiteX11" fmla="*/ 20570 w 41688"/>
                <a:gd name="connsiteY11" fmla="*/ 29399 h 42166"/>
                <a:gd name="connsiteX12" fmla="*/ 11624 w 41688"/>
                <a:gd name="connsiteY12" fmla="*/ 21738 h 42166"/>
                <a:gd name="connsiteX13" fmla="*/ 19931 w 41688"/>
                <a:gd name="connsiteY13" fmla="*/ 12800 h 42166"/>
                <a:gd name="connsiteX14" fmla="*/ 19931 w 41688"/>
                <a:gd name="connsiteY14" fmla="*/ 12800 h 42166"/>
                <a:gd name="connsiteX15" fmla="*/ 19931 w 41688"/>
                <a:gd name="connsiteY15" fmla="*/ 12800 h 42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688" h="42166">
                  <a:moveTo>
                    <a:pt x="20570" y="42167"/>
                  </a:moveTo>
                  <a:lnTo>
                    <a:pt x="21848" y="42167"/>
                  </a:lnTo>
                  <a:cubicBezTo>
                    <a:pt x="33350" y="41528"/>
                    <a:pt x="42296" y="31314"/>
                    <a:pt x="41656" y="19823"/>
                  </a:cubicBezTo>
                  <a:cubicBezTo>
                    <a:pt x="41656" y="19823"/>
                    <a:pt x="41656" y="19823"/>
                    <a:pt x="41656" y="19823"/>
                  </a:cubicBezTo>
                  <a:cubicBezTo>
                    <a:pt x="41018" y="8331"/>
                    <a:pt x="30793" y="-606"/>
                    <a:pt x="19292" y="32"/>
                  </a:cubicBezTo>
                  <a:cubicBezTo>
                    <a:pt x="7790" y="671"/>
                    <a:pt x="-1156" y="10885"/>
                    <a:pt x="122" y="22376"/>
                  </a:cubicBezTo>
                  <a:cubicBezTo>
                    <a:pt x="761" y="33867"/>
                    <a:pt x="9707" y="42167"/>
                    <a:pt x="20570" y="42167"/>
                  </a:cubicBezTo>
                  <a:close/>
                  <a:moveTo>
                    <a:pt x="19931" y="12800"/>
                  </a:moveTo>
                  <a:lnTo>
                    <a:pt x="19931" y="12800"/>
                  </a:lnTo>
                  <a:cubicBezTo>
                    <a:pt x="22487" y="12800"/>
                    <a:pt x="24403" y="13439"/>
                    <a:pt x="25682" y="14715"/>
                  </a:cubicBezTo>
                  <a:cubicBezTo>
                    <a:pt x="27598" y="15992"/>
                    <a:pt x="28238" y="17907"/>
                    <a:pt x="28238" y="20461"/>
                  </a:cubicBezTo>
                  <a:cubicBezTo>
                    <a:pt x="28238" y="24930"/>
                    <a:pt x="25043" y="28760"/>
                    <a:pt x="20570" y="29399"/>
                  </a:cubicBezTo>
                  <a:cubicBezTo>
                    <a:pt x="16097" y="30037"/>
                    <a:pt x="12263" y="26207"/>
                    <a:pt x="11624" y="21738"/>
                  </a:cubicBezTo>
                  <a:cubicBezTo>
                    <a:pt x="12263" y="17269"/>
                    <a:pt x="15458" y="13439"/>
                    <a:pt x="19931" y="12800"/>
                  </a:cubicBezTo>
                  <a:cubicBezTo>
                    <a:pt x="19931" y="12800"/>
                    <a:pt x="19931" y="12800"/>
                    <a:pt x="19931" y="12800"/>
                  </a:cubicBezTo>
                  <a:lnTo>
                    <a:pt x="19931" y="12800"/>
                  </a:lnTo>
                  <a:close/>
                </a:path>
              </a:pathLst>
            </a:custGeom>
            <a:solidFill>
              <a:srgbClr val="00A3E0"/>
            </a:solidFill>
            <a:ln w="6390" cap="flat">
              <a:noFill/>
              <a:prstDash val="solid"/>
              <a:miter/>
            </a:ln>
          </p:spPr>
          <p:txBody>
            <a:bodyPr rtlCol="0" anchor="ctr"/>
            <a:lstStyle/>
            <a:p>
              <a:endParaRPr lang="en-US"/>
            </a:p>
          </p:txBody>
        </p:sp>
        <p:sp>
          <p:nvSpPr>
            <p:cNvPr id="484" name="Graphic 4">
              <a:extLst>
                <a:ext uri="{FF2B5EF4-FFF2-40B4-BE49-F238E27FC236}">
                  <a16:creationId xmlns:a16="http://schemas.microsoft.com/office/drawing/2014/main" id="{A2F5BAAF-188C-B142-9F9C-6CD3B865C413}"/>
                </a:ext>
              </a:extLst>
            </p:cNvPr>
            <p:cNvSpPr/>
            <p:nvPr/>
          </p:nvSpPr>
          <p:spPr>
            <a:xfrm>
              <a:off x="3669265" y="2468050"/>
              <a:ext cx="85171" cy="55700"/>
            </a:xfrm>
            <a:custGeom>
              <a:avLst/>
              <a:gdLst>
                <a:gd name="connsiteX0" fmla="*/ 11339 w 85171"/>
                <a:gd name="connsiteY0" fmla="*/ 53785 h 55700"/>
                <a:gd name="connsiteX1" fmla="*/ 62458 w 85171"/>
                <a:gd name="connsiteY1" fmla="*/ 14204 h 55700"/>
                <a:gd name="connsiteX2" fmla="*/ 74599 w 85171"/>
                <a:gd name="connsiteY2" fmla="*/ 25696 h 55700"/>
                <a:gd name="connsiteX3" fmla="*/ 83545 w 85171"/>
                <a:gd name="connsiteY3" fmla="*/ 25057 h 55700"/>
                <a:gd name="connsiteX4" fmla="*/ 82906 w 85171"/>
                <a:gd name="connsiteY4" fmla="*/ 16120 h 55700"/>
                <a:gd name="connsiteX5" fmla="*/ 66292 w 85171"/>
                <a:gd name="connsiteY5" fmla="*/ 1436 h 55700"/>
                <a:gd name="connsiteX6" fmla="*/ 57985 w 85171"/>
                <a:gd name="connsiteY6" fmla="*/ 1436 h 55700"/>
                <a:gd name="connsiteX7" fmla="*/ 2392 w 85171"/>
                <a:gd name="connsiteY7" fmla="*/ 44209 h 55700"/>
                <a:gd name="connsiteX8" fmla="*/ 1115 w 85171"/>
                <a:gd name="connsiteY8" fmla="*/ 53147 h 55700"/>
                <a:gd name="connsiteX9" fmla="*/ 6227 w 85171"/>
                <a:gd name="connsiteY9" fmla="*/ 55700 h 55700"/>
                <a:gd name="connsiteX10" fmla="*/ 11339 w 85171"/>
                <a:gd name="connsiteY10" fmla="*/ 53785 h 5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171" h="55700">
                  <a:moveTo>
                    <a:pt x="11339" y="53785"/>
                  </a:moveTo>
                  <a:lnTo>
                    <a:pt x="62458" y="14204"/>
                  </a:lnTo>
                  <a:lnTo>
                    <a:pt x="74599" y="25696"/>
                  </a:lnTo>
                  <a:cubicBezTo>
                    <a:pt x="77155" y="28249"/>
                    <a:pt x="80989" y="27611"/>
                    <a:pt x="83545" y="25057"/>
                  </a:cubicBezTo>
                  <a:cubicBezTo>
                    <a:pt x="86101" y="22504"/>
                    <a:pt x="85462" y="18673"/>
                    <a:pt x="82906" y="16120"/>
                  </a:cubicBezTo>
                  <a:lnTo>
                    <a:pt x="66292" y="1436"/>
                  </a:lnTo>
                  <a:cubicBezTo>
                    <a:pt x="63736" y="-479"/>
                    <a:pt x="60541" y="-479"/>
                    <a:pt x="57985" y="1436"/>
                  </a:cubicBezTo>
                  <a:lnTo>
                    <a:pt x="2392" y="44209"/>
                  </a:lnTo>
                  <a:cubicBezTo>
                    <a:pt x="-163" y="46124"/>
                    <a:pt x="-802" y="50593"/>
                    <a:pt x="1115" y="53147"/>
                  </a:cubicBezTo>
                  <a:cubicBezTo>
                    <a:pt x="2392" y="54423"/>
                    <a:pt x="4310" y="55700"/>
                    <a:pt x="6227" y="55700"/>
                  </a:cubicBezTo>
                  <a:cubicBezTo>
                    <a:pt x="8782" y="55700"/>
                    <a:pt x="10060" y="55062"/>
                    <a:pt x="11339" y="53785"/>
                  </a:cubicBezTo>
                  <a:close/>
                </a:path>
              </a:pathLst>
            </a:custGeom>
            <a:solidFill>
              <a:srgbClr val="00A3E0"/>
            </a:solidFill>
            <a:ln w="6390" cap="flat">
              <a:noFill/>
              <a:prstDash val="solid"/>
              <a:miter/>
            </a:ln>
          </p:spPr>
          <p:txBody>
            <a:bodyPr rtlCol="0" anchor="ctr"/>
            <a:lstStyle/>
            <a:p>
              <a:endParaRPr lang="en-US"/>
            </a:p>
          </p:txBody>
        </p:sp>
        <p:sp>
          <p:nvSpPr>
            <p:cNvPr id="485" name="Graphic 4">
              <a:extLst>
                <a:ext uri="{FF2B5EF4-FFF2-40B4-BE49-F238E27FC236}">
                  <a16:creationId xmlns:a16="http://schemas.microsoft.com/office/drawing/2014/main" id="{11F4E104-8BF1-2F47-824B-7D8C46A02BCA}"/>
                </a:ext>
              </a:extLst>
            </p:cNvPr>
            <p:cNvSpPr/>
            <p:nvPr/>
          </p:nvSpPr>
          <p:spPr>
            <a:xfrm>
              <a:off x="3671821" y="2548811"/>
              <a:ext cx="64674" cy="84743"/>
            </a:xfrm>
            <a:custGeom>
              <a:avLst/>
              <a:gdLst>
                <a:gd name="connsiteX0" fmla="*/ 61819 w 64674"/>
                <a:gd name="connsiteY0" fmla="*/ 1114 h 84743"/>
                <a:gd name="connsiteX1" fmla="*/ 52873 w 64674"/>
                <a:gd name="connsiteY1" fmla="*/ 2390 h 84743"/>
                <a:gd name="connsiteX2" fmla="*/ 52873 w 64674"/>
                <a:gd name="connsiteY2" fmla="*/ 2390 h 84743"/>
                <a:gd name="connsiteX3" fmla="*/ 1115 w 64674"/>
                <a:gd name="connsiteY3" fmla="*/ 74529 h 84743"/>
                <a:gd name="connsiteX4" fmla="*/ 2393 w 64674"/>
                <a:gd name="connsiteY4" fmla="*/ 83467 h 84743"/>
                <a:gd name="connsiteX5" fmla="*/ 6226 w 64674"/>
                <a:gd name="connsiteY5" fmla="*/ 84744 h 84743"/>
                <a:gd name="connsiteX6" fmla="*/ 11339 w 64674"/>
                <a:gd name="connsiteY6" fmla="*/ 82190 h 84743"/>
                <a:gd name="connsiteX7" fmla="*/ 63097 w 64674"/>
                <a:gd name="connsiteY7" fmla="*/ 10051 h 84743"/>
                <a:gd name="connsiteX8" fmla="*/ 61819 w 64674"/>
                <a:gd name="connsiteY8" fmla="*/ 1114 h 84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674" h="84743">
                  <a:moveTo>
                    <a:pt x="61819" y="1114"/>
                  </a:moveTo>
                  <a:cubicBezTo>
                    <a:pt x="59263" y="-802"/>
                    <a:pt x="54790" y="-163"/>
                    <a:pt x="52873" y="2390"/>
                  </a:cubicBezTo>
                  <a:cubicBezTo>
                    <a:pt x="52873" y="2390"/>
                    <a:pt x="52873" y="2390"/>
                    <a:pt x="52873" y="2390"/>
                  </a:cubicBezTo>
                  <a:lnTo>
                    <a:pt x="1115" y="74529"/>
                  </a:lnTo>
                  <a:cubicBezTo>
                    <a:pt x="-802" y="77721"/>
                    <a:pt x="-163" y="81552"/>
                    <a:pt x="2393" y="83467"/>
                  </a:cubicBezTo>
                  <a:cubicBezTo>
                    <a:pt x="3671" y="84105"/>
                    <a:pt x="4949" y="84744"/>
                    <a:pt x="6226" y="84744"/>
                  </a:cubicBezTo>
                  <a:cubicBezTo>
                    <a:pt x="8144" y="84744"/>
                    <a:pt x="10061" y="83467"/>
                    <a:pt x="11339" y="82190"/>
                  </a:cubicBezTo>
                  <a:lnTo>
                    <a:pt x="63097" y="10051"/>
                  </a:lnTo>
                  <a:cubicBezTo>
                    <a:pt x="65653" y="6859"/>
                    <a:pt x="65014" y="3029"/>
                    <a:pt x="61819" y="1114"/>
                  </a:cubicBezTo>
                  <a:close/>
                </a:path>
              </a:pathLst>
            </a:custGeom>
            <a:solidFill>
              <a:srgbClr val="00A3E0"/>
            </a:solidFill>
            <a:ln w="6390" cap="flat">
              <a:noFill/>
              <a:prstDash val="solid"/>
              <a:miter/>
            </a:ln>
          </p:spPr>
          <p:txBody>
            <a:bodyPr rtlCol="0" anchor="ctr"/>
            <a:lstStyle/>
            <a:p>
              <a:endParaRPr lang="en-US"/>
            </a:p>
          </p:txBody>
        </p:sp>
        <p:sp>
          <p:nvSpPr>
            <p:cNvPr id="486" name="Graphic 4">
              <a:extLst>
                <a:ext uri="{FF2B5EF4-FFF2-40B4-BE49-F238E27FC236}">
                  <a16:creationId xmlns:a16="http://schemas.microsoft.com/office/drawing/2014/main" id="{F1C8A9F4-9ACF-1845-9061-21DF677A72DE}"/>
                </a:ext>
              </a:extLst>
            </p:cNvPr>
            <p:cNvSpPr/>
            <p:nvPr/>
          </p:nvSpPr>
          <p:spPr>
            <a:xfrm>
              <a:off x="3731374" y="2495022"/>
              <a:ext cx="108437" cy="137255"/>
            </a:xfrm>
            <a:custGeom>
              <a:avLst/>
              <a:gdLst>
                <a:gd name="connsiteX0" fmla="*/ 13129 w 108437"/>
                <a:gd name="connsiteY0" fmla="*/ 36389 h 137255"/>
                <a:gd name="connsiteX1" fmla="*/ 13129 w 108437"/>
                <a:gd name="connsiteY1" fmla="*/ 36389 h 137255"/>
                <a:gd name="connsiteX2" fmla="*/ 13129 w 108437"/>
                <a:gd name="connsiteY2" fmla="*/ 37027 h 137255"/>
                <a:gd name="connsiteX3" fmla="*/ 13129 w 108437"/>
                <a:gd name="connsiteY3" fmla="*/ 37666 h 137255"/>
                <a:gd name="connsiteX4" fmla="*/ 13129 w 108437"/>
                <a:gd name="connsiteY4" fmla="*/ 38942 h 137255"/>
                <a:gd name="connsiteX5" fmla="*/ 13129 w 108437"/>
                <a:gd name="connsiteY5" fmla="*/ 40857 h 137255"/>
                <a:gd name="connsiteX6" fmla="*/ 13129 w 108437"/>
                <a:gd name="connsiteY6" fmla="*/ 41496 h 137255"/>
                <a:gd name="connsiteX7" fmla="*/ 15046 w 108437"/>
                <a:gd name="connsiteY7" fmla="*/ 44688 h 137255"/>
                <a:gd name="connsiteX8" fmla="*/ 43801 w 108437"/>
                <a:gd name="connsiteY8" fmla="*/ 79800 h 137255"/>
                <a:gd name="connsiteX9" fmla="*/ 1627 w 108437"/>
                <a:gd name="connsiteY9" fmla="*/ 126403 h 137255"/>
                <a:gd name="connsiteX10" fmla="*/ 2266 w 108437"/>
                <a:gd name="connsiteY10" fmla="*/ 135340 h 137255"/>
                <a:gd name="connsiteX11" fmla="*/ 6739 w 108437"/>
                <a:gd name="connsiteY11" fmla="*/ 137256 h 137255"/>
                <a:gd name="connsiteX12" fmla="*/ 11212 w 108437"/>
                <a:gd name="connsiteY12" fmla="*/ 135340 h 137255"/>
                <a:gd name="connsiteX13" fmla="*/ 57220 w 108437"/>
                <a:gd name="connsiteY13" fmla="*/ 84907 h 137255"/>
                <a:gd name="connsiteX14" fmla="*/ 57220 w 108437"/>
                <a:gd name="connsiteY14" fmla="*/ 76608 h 137255"/>
                <a:gd name="connsiteX15" fmla="*/ 27187 w 108437"/>
                <a:gd name="connsiteY15" fmla="*/ 38942 h 137255"/>
                <a:gd name="connsiteX16" fmla="*/ 36133 w 108437"/>
                <a:gd name="connsiteY16" fmla="*/ 17875 h 137255"/>
                <a:gd name="connsiteX17" fmla="*/ 62970 w 108437"/>
                <a:gd name="connsiteY17" fmla="*/ 43411 h 137255"/>
                <a:gd name="connsiteX18" fmla="*/ 67443 w 108437"/>
                <a:gd name="connsiteY18" fmla="*/ 45326 h 137255"/>
                <a:gd name="connsiteX19" fmla="*/ 68082 w 108437"/>
                <a:gd name="connsiteY19" fmla="*/ 45326 h 137255"/>
                <a:gd name="connsiteX20" fmla="*/ 102588 w 108437"/>
                <a:gd name="connsiteY20" fmla="*/ 42773 h 137255"/>
                <a:gd name="connsiteX21" fmla="*/ 108339 w 108437"/>
                <a:gd name="connsiteY21" fmla="*/ 35750 h 137255"/>
                <a:gd name="connsiteX22" fmla="*/ 101310 w 108437"/>
                <a:gd name="connsiteY22" fmla="*/ 30005 h 137255"/>
                <a:gd name="connsiteX23" fmla="*/ 69360 w 108437"/>
                <a:gd name="connsiteY23" fmla="*/ 31920 h 137255"/>
                <a:gd name="connsiteX24" fmla="*/ 37411 w 108437"/>
                <a:gd name="connsiteY24" fmla="*/ 1915 h 137255"/>
                <a:gd name="connsiteX25" fmla="*/ 28465 w 108437"/>
                <a:gd name="connsiteY25" fmla="*/ 1915 h 137255"/>
                <a:gd name="connsiteX26" fmla="*/ 28465 w 108437"/>
                <a:gd name="connsiteY26" fmla="*/ 1915 h 137255"/>
                <a:gd name="connsiteX27" fmla="*/ 27187 w 108437"/>
                <a:gd name="connsiteY27" fmla="*/ 5107 h 137255"/>
                <a:gd name="connsiteX28" fmla="*/ 27187 w 108437"/>
                <a:gd name="connsiteY28" fmla="*/ 5107 h 137255"/>
                <a:gd name="connsiteX29" fmla="*/ 13129 w 108437"/>
                <a:gd name="connsiteY29" fmla="*/ 36389 h 13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8437" h="137255">
                  <a:moveTo>
                    <a:pt x="13129" y="36389"/>
                  </a:moveTo>
                  <a:cubicBezTo>
                    <a:pt x="13129" y="36389"/>
                    <a:pt x="13129" y="36389"/>
                    <a:pt x="13129" y="36389"/>
                  </a:cubicBezTo>
                  <a:lnTo>
                    <a:pt x="13129" y="37027"/>
                  </a:lnTo>
                  <a:cubicBezTo>
                    <a:pt x="13129" y="37027"/>
                    <a:pt x="13129" y="37666"/>
                    <a:pt x="13129" y="37666"/>
                  </a:cubicBezTo>
                  <a:cubicBezTo>
                    <a:pt x="13129" y="38304"/>
                    <a:pt x="13129" y="38942"/>
                    <a:pt x="13129" y="38942"/>
                  </a:cubicBezTo>
                  <a:cubicBezTo>
                    <a:pt x="13129" y="39581"/>
                    <a:pt x="13129" y="40219"/>
                    <a:pt x="13129" y="40857"/>
                  </a:cubicBezTo>
                  <a:cubicBezTo>
                    <a:pt x="13129" y="40857"/>
                    <a:pt x="13129" y="40857"/>
                    <a:pt x="13129" y="41496"/>
                  </a:cubicBezTo>
                  <a:cubicBezTo>
                    <a:pt x="13129" y="42773"/>
                    <a:pt x="13768" y="43411"/>
                    <a:pt x="15046" y="44688"/>
                  </a:cubicBezTo>
                  <a:lnTo>
                    <a:pt x="43801" y="79800"/>
                  </a:lnTo>
                  <a:lnTo>
                    <a:pt x="1627" y="126403"/>
                  </a:lnTo>
                  <a:cubicBezTo>
                    <a:pt x="-929" y="128956"/>
                    <a:pt x="-290" y="132787"/>
                    <a:pt x="2266" y="135340"/>
                  </a:cubicBezTo>
                  <a:cubicBezTo>
                    <a:pt x="3544" y="136617"/>
                    <a:pt x="4822" y="137256"/>
                    <a:pt x="6739" y="137256"/>
                  </a:cubicBezTo>
                  <a:cubicBezTo>
                    <a:pt x="8656" y="137256"/>
                    <a:pt x="9934" y="136617"/>
                    <a:pt x="11212" y="135340"/>
                  </a:cubicBezTo>
                  <a:lnTo>
                    <a:pt x="57220" y="84907"/>
                  </a:lnTo>
                  <a:cubicBezTo>
                    <a:pt x="59137" y="82353"/>
                    <a:pt x="59137" y="79161"/>
                    <a:pt x="57220" y="76608"/>
                  </a:cubicBezTo>
                  <a:lnTo>
                    <a:pt x="27187" y="38942"/>
                  </a:lnTo>
                  <a:lnTo>
                    <a:pt x="36133" y="17875"/>
                  </a:lnTo>
                  <a:lnTo>
                    <a:pt x="62970" y="43411"/>
                  </a:lnTo>
                  <a:cubicBezTo>
                    <a:pt x="64248" y="44688"/>
                    <a:pt x="65527" y="45326"/>
                    <a:pt x="67443" y="45326"/>
                  </a:cubicBezTo>
                  <a:lnTo>
                    <a:pt x="68082" y="45326"/>
                  </a:lnTo>
                  <a:lnTo>
                    <a:pt x="102588" y="42773"/>
                  </a:lnTo>
                  <a:cubicBezTo>
                    <a:pt x="106422" y="42773"/>
                    <a:pt x="108978" y="39581"/>
                    <a:pt x="108339" y="35750"/>
                  </a:cubicBezTo>
                  <a:cubicBezTo>
                    <a:pt x="107700" y="31920"/>
                    <a:pt x="105144" y="29366"/>
                    <a:pt x="101310" y="30005"/>
                  </a:cubicBezTo>
                  <a:lnTo>
                    <a:pt x="69360" y="31920"/>
                  </a:lnTo>
                  <a:lnTo>
                    <a:pt x="37411" y="1915"/>
                  </a:lnTo>
                  <a:cubicBezTo>
                    <a:pt x="34855" y="-638"/>
                    <a:pt x="31021" y="-638"/>
                    <a:pt x="28465" y="1915"/>
                  </a:cubicBezTo>
                  <a:cubicBezTo>
                    <a:pt x="28465" y="1915"/>
                    <a:pt x="28465" y="1915"/>
                    <a:pt x="28465" y="1915"/>
                  </a:cubicBezTo>
                  <a:cubicBezTo>
                    <a:pt x="27826" y="2554"/>
                    <a:pt x="27187" y="3830"/>
                    <a:pt x="27187" y="5107"/>
                  </a:cubicBezTo>
                  <a:lnTo>
                    <a:pt x="27187" y="5107"/>
                  </a:lnTo>
                  <a:lnTo>
                    <a:pt x="13129" y="36389"/>
                  </a:lnTo>
                  <a:close/>
                </a:path>
              </a:pathLst>
            </a:custGeom>
            <a:solidFill>
              <a:srgbClr val="00A3E0"/>
            </a:solidFill>
            <a:ln w="6390" cap="flat">
              <a:noFill/>
              <a:prstDash val="solid"/>
              <a:miter/>
            </a:ln>
          </p:spPr>
          <p:txBody>
            <a:bodyPr rtlCol="0" anchor="ctr"/>
            <a:lstStyle/>
            <a:p>
              <a:endParaRPr lang="en-US"/>
            </a:p>
          </p:txBody>
        </p:sp>
        <p:sp>
          <p:nvSpPr>
            <p:cNvPr id="487" name="Graphic 4">
              <a:extLst>
                <a:ext uri="{FF2B5EF4-FFF2-40B4-BE49-F238E27FC236}">
                  <a16:creationId xmlns:a16="http://schemas.microsoft.com/office/drawing/2014/main" id="{2D793191-3463-0D49-905A-DEEA44C5BC87}"/>
                </a:ext>
              </a:extLst>
            </p:cNvPr>
            <p:cNvSpPr/>
            <p:nvPr/>
          </p:nvSpPr>
          <p:spPr>
            <a:xfrm>
              <a:off x="3720860" y="2588228"/>
              <a:ext cx="187225" cy="75969"/>
            </a:xfrm>
            <a:custGeom>
              <a:avLst/>
              <a:gdLst>
                <a:gd name="connsiteX0" fmla="*/ 180835 w 187225"/>
                <a:gd name="connsiteY0" fmla="*/ 0 h 75969"/>
                <a:gd name="connsiteX1" fmla="*/ 140579 w 187225"/>
                <a:gd name="connsiteY1" fmla="*/ 0 h 75969"/>
                <a:gd name="connsiteX2" fmla="*/ 134189 w 187225"/>
                <a:gd name="connsiteY2" fmla="*/ 6384 h 75969"/>
                <a:gd name="connsiteX3" fmla="*/ 134189 w 187225"/>
                <a:gd name="connsiteY3" fmla="*/ 21067 h 75969"/>
                <a:gd name="connsiteX4" fmla="*/ 97766 w 187225"/>
                <a:gd name="connsiteY4" fmla="*/ 21067 h 75969"/>
                <a:gd name="connsiteX5" fmla="*/ 91376 w 187225"/>
                <a:gd name="connsiteY5" fmla="*/ 27451 h 75969"/>
                <a:gd name="connsiteX6" fmla="*/ 91376 w 187225"/>
                <a:gd name="connsiteY6" fmla="*/ 42134 h 75969"/>
                <a:gd name="connsiteX7" fmla="*/ 54954 w 187225"/>
                <a:gd name="connsiteY7" fmla="*/ 42134 h 75969"/>
                <a:gd name="connsiteX8" fmla="*/ 48564 w 187225"/>
                <a:gd name="connsiteY8" fmla="*/ 48518 h 75969"/>
                <a:gd name="connsiteX9" fmla="*/ 48564 w 187225"/>
                <a:gd name="connsiteY9" fmla="*/ 63202 h 75969"/>
                <a:gd name="connsiteX10" fmla="*/ 6390 w 187225"/>
                <a:gd name="connsiteY10" fmla="*/ 63202 h 75969"/>
                <a:gd name="connsiteX11" fmla="*/ 0 w 187225"/>
                <a:gd name="connsiteY11" fmla="*/ 69586 h 75969"/>
                <a:gd name="connsiteX12" fmla="*/ 6390 w 187225"/>
                <a:gd name="connsiteY12" fmla="*/ 75970 h 75969"/>
                <a:gd name="connsiteX13" fmla="*/ 54954 w 187225"/>
                <a:gd name="connsiteY13" fmla="*/ 75970 h 75969"/>
                <a:gd name="connsiteX14" fmla="*/ 61344 w 187225"/>
                <a:gd name="connsiteY14" fmla="*/ 69586 h 75969"/>
                <a:gd name="connsiteX15" fmla="*/ 61344 w 187225"/>
                <a:gd name="connsiteY15" fmla="*/ 54902 h 75969"/>
                <a:gd name="connsiteX16" fmla="*/ 97766 w 187225"/>
                <a:gd name="connsiteY16" fmla="*/ 54902 h 75969"/>
                <a:gd name="connsiteX17" fmla="*/ 104156 w 187225"/>
                <a:gd name="connsiteY17" fmla="*/ 48518 h 75969"/>
                <a:gd name="connsiteX18" fmla="*/ 104156 w 187225"/>
                <a:gd name="connsiteY18" fmla="*/ 33835 h 75969"/>
                <a:gd name="connsiteX19" fmla="*/ 140579 w 187225"/>
                <a:gd name="connsiteY19" fmla="*/ 33835 h 75969"/>
                <a:gd name="connsiteX20" fmla="*/ 146969 w 187225"/>
                <a:gd name="connsiteY20" fmla="*/ 27451 h 75969"/>
                <a:gd name="connsiteX21" fmla="*/ 146969 w 187225"/>
                <a:gd name="connsiteY21" fmla="*/ 12768 h 75969"/>
                <a:gd name="connsiteX22" fmla="*/ 180835 w 187225"/>
                <a:gd name="connsiteY22" fmla="*/ 12768 h 75969"/>
                <a:gd name="connsiteX23" fmla="*/ 187225 w 187225"/>
                <a:gd name="connsiteY23" fmla="*/ 6384 h 75969"/>
                <a:gd name="connsiteX24" fmla="*/ 180835 w 187225"/>
                <a:gd name="connsiteY24" fmla="*/ 0 h 7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225" h="75969">
                  <a:moveTo>
                    <a:pt x="180835" y="0"/>
                  </a:moveTo>
                  <a:lnTo>
                    <a:pt x="140579" y="0"/>
                  </a:lnTo>
                  <a:cubicBezTo>
                    <a:pt x="136745" y="0"/>
                    <a:pt x="134189" y="2554"/>
                    <a:pt x="134189" y="6384"/>
                  </a:cubicBezTo>
                  <a:lnTo>
                    <a:pt x="134189" y="21067"/>
                  </a:lnTo>
                  <a:lnTo>
                    <a:pt x="97766" y="21067"/>
                  </a:lnTo>
                  <a:cubicBezTo>
                    <a:pt x="93932" y="21067"/>
                    <a:pt x="91376" y="23621"/>
                    <a:pt x="91376" y="27451"/>
                  </a:cubicBezTo>
                  <a:lnTo>
                    <a:pt x="91376" y="42134"/>
                  </a:lnTo>
                  <a:lnTo>
                    <a:pt x="54954" y="42134"/>
                  </a:lnTo>
                  <a:cubicBezTo>
                    <a:pt x="51119" y="42134"/>
                    <a:pt x="48564" y="44688"/>
                    <a:pt x="48564" y="48518"/>
                  </a:cubicBezTo>
                  <a:lnTo>
                    <a:pt x="48564" y="63202"/>
                  </a:lnTo>
                  <a:lnTo>
                    <a:pt x="6390" y="63202"/>
                  </a:lnTo>
                  <a:cubicBezTo>
                    <a:pt x="2556" y="63202"/>
                    <a:pt x="0" y="65755"/>
                    <a:pt x="0" y="69586"/>
                  </a:cubicBezTo>
                  <a:cubicBezTo>
                    <a:pt x="0" y="73416"/>
                    <a:pt x="2556" y="75970"/>
                    <a:pt x="6390" y="75970"/>
                  </a:cubicBezTo>
                  <a:lnTo>
                    <a:pt x="54954" y="75970"/>
                  </a:lnTo>
                  <a:cubicBezTo>
                    <a:pt x="58788" y="75970"/>
                    <a:pt x="61344" y="73416"/>
                    <a:pt x="61344" y="69586"/>
                  </a:cubicBezTo>
                  <a:lnTo>
                    <a:pt x="61344" y="54902"/>
                  </a:lnTo>
                  <a:lnTo>
                    <a:pt x="97766" y="54902"/>
                  </a:lnTo>
                  <a:cubicBezTo>
                    <a:pt x="101600" y="54902"/>
                    <a:pt x="104156" y="52349"/>
                    <a:pt x="104156" y="48518"/>
                  </a:cubicBezTo>
                  <a:lnTo>
                    <a:pt x="104156" y="33835"/>
                  </a:lnTo>
                  <a:lnTo>
                    <a:pt x="140579" y="33835"/>
                  </a:lnTo>
                  <a:cubicBezTo>
                    <a:pt x="144413" y="33835"/>
                    <a:pt x="146969" y="31282"/>
                    <a:pt x="146969" y="27451"/>
                  </a:cubicBezTo>
                  <a:lnTo>
                    <a:pt x="146969" y="12768"/>
                  </a:lnTo>
                  <a:lnTo>
                    <a:pt x="180835" y="12768"/>
                  </a:lnTo>
                  <a:cubicBezTo>
                    <a:pt x="184669" y="12768"/>
                    <a:pt x="187225" y="10214"/>
                    <a:pt x="187225" y="6384"/>
                  </a:cubicBezTo>
                  <a:cubicBezTo>
                    <a:pt x="187225" y="2554"/>
                    <a:pt x="184030" y="0"/>
                    <a:pt x="180835" y="0"/>
                  </a:cubicBezTo>
                  <a:close/>
                </a:path>
              </a:pathLst>
            </a:custGeom>
            <a:solidFill>
              <a:srgbClr val="00A3E0"/>
            </a:solidFill>
            <a:ln w="6390" cap="flat">
              <a:noFill/>
              <a:prstDash val="solid"/>
              <a:miter/>
            </a:ln>
          </p:spPr>
          <p:txBody>
            <a:bodyPr rtlCol="0" anchor="ctr"/>
            <a:lstStyle/>
            <a:p>
              <a:endParaRPr lang="en-US"/>
            </a:p>
          </p:txBody>
        </p:sp>
      </p:grpSp>
      <p:grpSp>
        <p:nvGrpSpPr>
          <p:cNvPr id="488" name="Graphic 4">
            <a:extLst>
              <a:ext uri="{FF2B5EF4-FFF2-40B4-BE49-F238E27FC236}">
                <a16:creationId xmlns:a16="http://schemas.microsoft.com/office/drawing/2014/main" id="{86D50517-E8CE-DB42-AAE7-4BC62D05A587}"/>
              </a:ext>
            </a:extLst>
          </p:cNvPr>
          <p:cNvGrpSpPr/>
          <p:nvPr/>
        </p:nvGrpSpPr>
        <p:grpSpPr>
          <a:xfrm>
            <a:off x="3607758" y="1893013"/>
            <a:ext cx="362309" cy="361971"/>
            <a:chOff x="3607758" y="1893013"/>
            <a:chExt cx="362309" cy="361971"/>
          </a:xfrm>
          <a:solidFill>
            <a:srgbClr val="00A3E0"/>
          </a:solidFill>
        </p:grpSpPr>
        <p:sp>
          <p:nvSpPr>
            <p:cNvPr id="489" name="Graphic 4">
              <a:extLst>
                <a:ext uri="{FF2B5EF4-FFF2-40B4-BE49-F238E27FC236}">
                  <a16:creationId xmlns:a16="http://schemas.microsoft.com/office/drawing/2014/main" id="{4FA8BA94-88F5-EC41-84CD-3FEACBF7D9AE}"/>
                </a:ext>
              </a:extLst>
            </p:cNvPr>
            <p:cNvSpPr/>
            <p:nvPr/>
          </p:nvSpPr>
          <p:spPr>
            <a:xfrm>
              <a:off x="3607758" y="189301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9204 h 361971"/>
                <a:gd name="connsiteX8" fmla="*/ 12780 w 362309"/>
                <a:gd name="connsiteY8" fmla="*/ 181305 h 361971"/>
                <a:gd name="connsiteX9" fmla="*/ 180836 w 362309"/>
                <a:gd name="connsiteY9" fmla="*/ 12768 h 361971"/>
                <a:gd name="connsiteX10" fmla="*/ 349530 w 362309"/>
                <a:gd name="connsiteY10" fmla="*/ 180667 h 361971"/>
                <a:gd name="connsiteX11" fmla="*/ 349530 w 362309"/>
                <a:gd name="connsiteY11" fmla="*/ 180667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ubicBezTo>
                    <a:pt x="181474" y="0"/>
                    <a:pt x="181474" y="0"/>
                    <a:pt x="181474" y="0"/>
                  </a:cubicBezTo>
                  <a:close/>
                  <a:moveTo>
                    <a:pt x="181474" y="349204"/>
                  </a:moveTo>
                  <a:cubicBezTo>
                    <a:pt x="88181" y="349204"/>
                    <a:pt x="12780" y="273873"/>
                    <a:pt x="12780" y="181305"/>
                  </a:cubicBezTo>
                  <a:cubicBezTo>
                    <a:pt x="12780" y="88737"/>
                    <a:pt x="88181" y="12768"/>
                    <a:pt x="180836" y="12768"/>
                  </a:cubicBezTo>
                  <a:cubicBezTo>
                    <a:pt x="274128" y="12768"/>
                    <a:pt x="349530" y="88099"/>
                    <a:pt x="349530" y="180667"/>
                  </a:cubicBezTo>
                  <a:cubicBezTo>
                    <a:pt x="349530" y="180667"/>
                    <a:pt x="349530" y="180667"/>
                    <a:pt x="349530" y="180667"/>
                  </a:cubicBezTo>
                  <a:cubicBezTo>
                    <a:pt x="349530" y="273873"/>
                    <a:pt x="274128"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490" name="Graphic 4">
              <a:extLst>
                <a:ext uri="{FF2B5EF4-FFF2-40B4-BE49-F238E27FC236}">
                  <a16:creationId xmlns:a16="http://schemas.microsoft.com/office/drawing/2014/main" id="{7563BE26-1B4A-7E49-84AB-FBE500491789}"/>
                </a:ext>
              </a:extLst>
            </p:cNvPr>
            <p:cNvSpPr/>
            <p:nvPr/>
          </p:nvSpPr>
          <p:spPr>
            <a:xfrm>
              <a:off x="3839041" y="1972780"/>
              <a:ext cx="43515" cy="43443"/>
            </a:xfrm>
            <a:custGeom>
              <a:avLst/>
              <a:gdLst>
                <a:gd name="connsiteX0" fmla="*/ 21758 w 43515"/>
                <a:gd name="connsiteY0" fmla="*/ 43443 h 43443"/>
                <a:gd name="connsiteX1" fmla="*/ 23036 w 43515"/>
                <a:gd name="connsiteY1" fmla="*/ 43443 h 43443"/>
                <a:gd name="connsiteX2" fmla="*/ 43484 w 43515"/>
                <a:gd name="connsiteY2" fmla="*/ 20461 h 43443"/>
                <a:gd name="connsiteX3" fmla="*/ 43484 w 43515"/>
                <a:gd name="connsiteY3" fmla="*/ 20461 h 43443"/>
                <a:gd name="connsiteX4" fmla="*/ 43484 w 43515"/>
                <a:gd name="connsiteY4" fmla="*/ 20461 h 43443"/>
                <a:gd name="connsiteX5" fmla="*/ 20480 w 43515"/>
                <a:gd name="connsiteY5" fmla="*/ 32 h 43443"/>
                <a:gd name="connsiteX6" fmla="*/ 32 w 43515"/>
                <a:gd name="connsiteY6" fmla="*/ 23015 h 43443"/>
                <a:gd name="connsiteX7" fmla="*/ 21758 w 43515"/>
                <a:gd name="connsiteY7" fmla="*/ 43443 h 43443"/>
                <a:gd name="connsiteX8" fmla="*/ 21758 w 43515"/>
                <a:gd name="connsiteY8" fmla="*/ 43443 h 43443"/>
                <a:gd name="connsiteX9" fmla="*/ 21119 w 43515"/>
                <a:gd name="connsiteY9" fmla="*/ 12800 h 43443"/>
                <a:gd name="connsiteX10" fmla="*/ 21119 w 43515"/>
                <a:gd name="connsiteY10" fmla="*/ 12800 h 43443"/>
                <a:gd name="connsiteX11" fmla="*/ 30704 w 43515"/>
                <a:gd name="connsiteY11" fmla="*/ 21738 h 43443"/>
                <a:gd name="connsiteX12" fmla="*/ 21758 w 43515"/>
                <a:gd name="connsiteY12" fmla="*/ 30675 h 43443"/>
                <a:gd name="connsiteX13" fmla="*/ 15368 w 43515"/>
                <a:gd name="connsiteY13" fmla="*/ 28122 h 43443"/>
                <a:gd name="connsiteX14" fmla="*/ 12173 w 43515"/>
                <a:gd name="connsiteY14" fmla="*/ 21738 h 43443"/>
                <a:gd name="connsiteX15" fmla="*/ 21119 w 43515"/>
                <a:gd name="connsiteY15" fmla="*/ 12800 h 43443"/>
                <a:gd name="connsiteX16" fmla="*/ 21119 w 43515"/>
                <a:gd name="connsiteY16" fmla="*/ 12800 h 43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515" h="43443">
                  <a:moveTo>
                    <a:pt x="21758" y="43443"/>
                  </a:moveTo>
                  <a:lnTo>
                    <a:pt x="23036" y="43443"/>
                  </a:lnTo>
                  <a:cubicBezTo>
                    <a:pt x="35177" y="42805"/>
                    <a:pt x="44123" y="32591"/>
                    <a:pt x="43484" y="20461"/>
                  </a:cubicBezTo>
                  <a:cubicBezTo>
                    <a:pt x="43484" y="20461"/>
                    <a:pt x="43484" y="20461"/>
                    <a:pt x="43484" y="20461"/>
                  </a:cubicBezTo>
                  <a:lnTo>
                    <a:pt x="43484" y="20461"/>
                  </a:lnTo>
                  <a:cubicBezTo>
                    <a:pt x="42845" y="8331"/>
                    <a:pt x="32621" y="-606"/>
                    <a:pt x="20480" y="32"/>
                  </a:cubicBezTo>
                  <a:cubicBezTo>
                    <a:pt x="8339" y="671"/>
                    <a:pt x="-607" y="10885"/>
                    <a:pt x="32" y="23015"/>
                  </a:cubicBezTo>
                  <a:cubicBezTo>
                    <a:pt x="671" y="35144"/>
                    <a:pt x="10256" y="43443"/>
                    <a:pt x="21758" y="43443"/>
                  </a:cubicBezTo>
                  <a:lnTo>
                    <a:pt x="21758" y="43443"/>
                  </a:lnTo>
                  <a:close/>
                  <a:moveTo>
                    <a:pt x="21119" y="12800"/>
                  </a:moveTo>
                  <a:lnTo>
                    <a:pt x="21119" y="12800"/>
                  </a:lnTo>
                  <a:cubicBezTo>
                    <a:pt x="26870" y="12800"/>
                    <a:pt x="30704" y="16631"/>
                    <a:pt x="30704" y="21738"/>
                  </a:cubicBezTo>
                  <a:cubicBezTo>
                    <a:pt x="30704" y="26845"/>
                    <a:pt x="26870" y="30675"/>
                    <a:pt x="21758" y="30675"/>
                  </a:cubicBezTo>
                  <a:cubicBezTo>
                    <a:pt x="19202" y="30675"/>
                    <a:pt x="17285" y="30037"/>
                    <a:pt x="15368" y="28122"/>
                  </a:cubicBezTo>
                  <a:cubicBezTo>
                    <a:pt x="13451" y="26207"/>
                    <a:pt x="12173" y="24291"/>
                    <a:pt x="12173" y="21738"/>
                  </a:cubicBezTo>
                  <a:cubicBezTo>
                    <a:pt x="12173" y="17269"/>
                    <a:pt x="16007" y="13439"/>
                    <a:pt x="21119" y="12800"/>
                  </a:cubicBezTo>
                  <a:lnTo>
                    <a:pt x="21119" y="12800"/>
                  </a:lnTo>
                  <a:close/>
                </a:path>
              </a:pathLst>
            </a:custGeom>
            <a:solidFill>
              <a:srgbClr val="00A3E0"/>
            </a:solidFill>
            <a:ln w="6390" cap="flat">
              <a:noFill/>
              <a:prstDash val="solid"/>
              <a:miter/>
            </a:ln>
          </p:spPr>
          <p:txBody>
            <a:bodyPr rtlCol="0" anchor="ctr"/>
            <a:lstStyle/>
            <a:p>
              <a:endParaRPr lang="en-US"/>
            </a:p>
          </p:txBody>
        </p:sp>
        <p:sp>
          <p:nvSpPr>
            <p:cNvPr id="491" name="Graphic 4">
              <a:extLst>
                <a:ext uri="{FF2B5EF4-FFF2-40B4-BE49-F238E27FC236}">
                  <a16:creationId xmlns:a16="http://schemas.microsoft.com/office/drawing/2014/main" id="{089E8211-9422-F34F-8768-857FA9D53415}"/>
                </a:ext>
              </a:extLst>
            </p:cNvPr>
            <p:cNvSpPr/>
            <p:nvPr/>
          </p:nvSpPr>
          <p:spPr>
            <a:xfrm>
              <a:off x="3704885" y="2020254"/>
              <a:ext cx="194375" cy="105136"/>
            </a:xfrm>
            <a:custGeom>
              <a:avLst/>
              <a:gdLst>
                <a:gd name="connsiteX0" fmla="*/ 188503 w 194375"/>
                <a:gd name="connsiteY0" fmla="*/ 40658 h 105136"/>
                <a:gd name="connsiteX1" fmla="*/ 164221 w 194375"/>
                <a:gd name="connsiteY1" fmla="*/ 45765 h 105136"/>
                <a:gd name="connsiteX2" fmla="*/ 138023 w 194375"/>
                <a:gd name="connsiteY2" fmla="*/ 2992 h 105136"/>
                <a:gd name="connsiteX3" fmla="*/ 129077 w 194375"/>
                <a:gd name="connsiteY3" fmla="*/ 1077 h 105136"/>
                <a:gd name="connsiteX4" fmla="*/ 127160 w 194375"/>
                <a:gd name="connsiteY4" fmla="*/ 2354 h 105136"/>
                <a:gd name="connsiteX5" fmla="*/ 58788 w 194375"/>
                <a:gd name="connsiteY5" fmla="*/ 93007 h 105136"/>
                <a:gd name="connsiteX6" fmla="*/ 7029 w 194375"/>
                <a:gd name="connsiteY6" fmla="*/ 89815 h 105136"/>
                <a:gd name="connsiteX7" fmla="*/ 0 w 194375"/>
                <a:gd name="connsiteY7" fmla="*/ 95560 h 105136"/>
                <a:gd name="connsiteX8" fmla="*/ 0 w 194375"/>
                <a:gd name="connsiteY8" fmla="*/ 95560 h 105136"/>
                <a:gd name="connsiteX9" fmla="*/ 5751 w 194375"/>
                <a:gd name="connsiteY9" fmla="*/ 101944 h 105136"/>
                <a:gd name="connsiteX10" fmla="*/ 60704 w 194375"/>
                <a:gd name="connsiteY10" fmla="*/ 105136 h 105136"/>
                <a:gd name="connsiteX11" fmla="*/ 61344 w 194375"/>
                <a:gd name="connsiteY11" fmla="*/ 105136 h 105136"/>
                <a:gd name="connsiteX12" fmla="*/ 66456 w 194375"/>
                <a:gd name="connsiteY12" fmla="*/ 102583 h 105136"/>
                <a:gd name="connsiteX13" fmla="*/ 130355 w 194375"/>
                <a:gd name="connsiteY13" fmla="*/ 17037 h 105136"/>
                <a:gd name="connsiteX14" fmla="*/ 153998 w 194375"/>
                <a:gd name="connsiteY14" fmla="*/ 55341 h 105136"/>
                <a:gd name="connsiteX15" fmla="*/ 160388 w 194375"/>
                <a:gd name="connsiteY15" fmla="*/ 58533 h 105136"/>
                <a:gd name="connsiteX16" fmla="*/ 189142 w 194375"/>
                <a:gd name="connsiteY16" fmla="*/ 52788 h 105136"/>
                <a:gd name="connsiteX17" fmla="*/ 194254 w 194375"/>
                <a:gd name="connsiteY17" fmla="*/ 45127 h 105136"/>
                <a:gd name="connsiteX18" fmla="*/ 186586 w 194375"/>
                <a:gd name="connsiteY18" fmla="*/ 40020 h 105136"/>
                <a:gd name="connsiteX19" fmla="*/ 188503 w 194375"/>
                <a:gd name="connsiteY19" fmla="*/ 40658 h 105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94375" h="105136">
                  <a:moveTo>
                    <a:pt x="188503" y="40658"/>
                  </a:moveTo>
                  <a:lnTo>
                    <a:pt x="164221" y="45765"/>
                  </a:lnTo>
                  <a:lnTo>
                    <a:pt x="138023" y="2992"/>
                  </a:lnTo>
                  <a:cubicBezTo>
                    <a:pt x="136106" y="-200"/>
                    <a:pt x="132272" y="-838"/>
                    <a:pt x="129077" y="1077"/>
                  </a:cubicBezTo>
                  <a:cubicBezTo>
                    <a:pt x="128438" y="1716"/>
                    <a:pt x="127799" y="1716"/>
                    <a:pt x="127160" y="2354"/>
                  </a:cubicBezTo>
                  <a:lnTo>
                    <a:pt x="58788" y="93007"/>
                  </a:lnTo>
                  <a:lnTo>
                    <a:pt x="7029" y="89815"/>
                  </a:lnTo>
                  <a:cubicBezTo>
                    <a:pt x="3195" y="89815"/>
                    <a:pt x="639" y="92368"/>
                    <a:pt x="0" y="95560"/>
                  </a:cubicBezTo>
                  <a:cubicBezTo>
                    <a:pt x="0" y="95560"/>
                    <a:pt x="0" y="95560"/>
                    <a:pt x="0" y="95560"/>
                  </a:cubicBezTo>
                  <a:cubicBezTo>
                    <a:pt x="0" y="98752"/>
                    <a:pt x="2556" y="101944"/>
                    <a:pt x="5751" y="101944"/>
                  </a:cubicBezTo>
                  <a:lnTo>
                    <a:pt x="60704" y="105136"/>
                  </a:lnTo>
                  <a:lnTo>
                    <a:pt x="61344" y="105136"/>
                  </a:lnTo>
                  <a:cubicBezTo>
                    <a:pt x="63261" y="105136"/>
                    <a:pt x="65177" y="104498"/>
                    <a:pt x="66456" y="102583"/>
                  </a:cubicBezTo>
                  <a:lnTo>
                    <a:pt x="130355" y="17037"/>
                  </a:lnTo>
                  <a:lnTo>
                    <a:pt x="153998" y="55341"/>
                  </a:lnTo>
                  <a:cubicBezTo>
                    <a:pt x="155275" y="57256"/>
                    <a:pt x="157832" y="58533"/>
                    <a:pt x="160388" y="58533"/>
                  </a:cubicBezTo>
                  <a:lnTo>
                    <a:pt x="189142" y="52788"/>
                  </a:lnTo>
                  <a:cubicBezTo>
                    <a:pt x="192976" y="52149"/>
                    <a:pt x="194893" y="48957"/>
                    <a:pt x="194254" y="45127"/>
                  </a:cubicBezTo>
                  <a:cubicBezTo>
                    <a:pt x="193615" y="41296"/>
                    <a:pt x="190420" y="39381"/>
                    <a:pt x="186586" y="40020"/>
                  </a:cubicBezTo>
                  <a:lnTo>
                    <a:pt x="188503" y="40658"/>
                  </a:lnTo>
                  <a:close/>
                </a:path>
              </a:pathLst>
            </a:custGeom>
            <a:solidFill>
              <a:srgbClr val="00A3E0"/>
            </a:solidFill>
            <a:ln w="6390" cap="flat">
              <a:noFill/>
              <a:prstDash val="solid"/>
              <a:miter/>
            </a:ln>
          </p:spPr>
          <p:txBody>
            <a:bodyPr rtlCol="0" anchor="ctr"/>
            <a:lstStyle/>
            <a:p>
              <a:endParaRPr lang="en-US"/>
            </a:p>
          </p:txBody>
        </p:sp>
        <p:sp>
          <p:nvSpPr>
            <p:cNvPr id="492" name="Graphic 4">
              <a:extLst>
                <a:ext uri="{FF2B5EF4-FFF2-40B4-BE49-F238E27FC236}">
                  <a16:creationId xmlns:a16="http://schemas.microsoft.com/office/drawing/2014/main" id="{24ADCB25-92BE-CE49-B94C-7D6CB3CA14F5}"/>
                </a:ext>
              </a:extLst>
            </p:cNvPr>
            <p:cNvSpPr/>
            <p:nvPr/>
          </p:nvSpPr>
          <p:spPr>
            <a:xfrm>
              <a:off x="3800897" y="2086611"/>
              <a:ext cx="40732" cy="101342"/>
            </a:xfrm>
            <a:custGeom>
              <a:avLst/>
              <a:gdLst>
                <a:gd name="connsiteX0" fmla="*/ 11338 w 40732"/>
                <a:gd name="connsiteY0" fmla="*/ 2390 h 101342"/>
                <a:gd name="connsiteX1" fmla="*/ 2393 w 40732"/>
                <a:gd name="connsiteY1" fmla="*/ 1114 h 101342"/>
                <a:gd name="connsiteX2" fmla="*/ 1115 w 40732"/>
                <a:gd name="connsiteY2" fmla="*/ 10051 h 101342"/>
                <a:gd name="connsiteX3" fmla="*/ 1753 w 40732"/>
                <a:gd name="connsiteY3" fmla="*/ 11328 h 101342"/>
                <a:gd name="connsiteX4" fmla="*/ 27952 w 40732"/>
                <a:gd name="connsiteY4" fmla="*/ 40056 h 101342"/>
                <a:gd name="connsiteX5" fmla="*/ 24118 w 40732"/>
                <a:gd name="connsiteY5" fmla="*/ 94320 h 101342"/>
                <a:gd name="connsiteX6" fmla="*/ 29869 w 40732"/>
                <a:gd name="connsiteY6" fmla="*/ 101342 h 101342"/>
                <a:gd name="connsiteX7" fmla="*/ 30508 w 40732"/>
                <a:gd name="connsiteY7" fmla="*/ 101342 h 101342"/>
                <a:gd name="connsiteX8" fmla="*/ 36898 w 40732"/>
                <a:gd name="connsiteY8" fmla="*/ 95597 h 101342"/>
                <a:gd name="connsiteX9" fmla="*/ 40732 w 40732"/>
                <a:gd name="connsiteY9" fmla="*/ 38141 h 101342"/>
                <a:gd name="connsiteX10" fmla="*/ 38815 w 40732"/>
                <a:gd name="connsiteY10" fmla="*/ 33672 h 101342"/>
                <a:gd name="connsiteX11" fmla="*/ 11338 w 40732"/>
                <a:gd name="connsiteY11" fmla="*/ 2390 h 10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732" h="101342">
                  <a:moveTo>
                    <a:pt x="11338" y="2390"/>
                  </a:moveTo>
                  <a:cubicBezTo>
                    <a:pt x="9421" y="-163"/>
                    <a:pt x="4948" y="-802"/>
                    <a:pt x="2393" y="1114"/>
                  </a:cubicBezTo>
                  <a:cubicBezTo>
                    <a:pt x="-163" y="3029"/>
                    <a:pt x="-802" y="7497"/>
                    <a:pt x="1115" y="10051"/>
                  </a:cubicBezTo>
                  <a:cubicBezTo>
                    <a:pt x="1115" y="10689"/>
                    <a:pt x="1753" y="10689"/>
                    <a:pt x="1753" y="11328"/>
                  </a:cubicBezTo>
                  <a:lnTo>
                    <a:pt x="27952" y="40056"/>
                  </a:lnTo>
                  <a:lnTo>
                    <a:pt x="24118" y="94320"/>
                  </a:lnTo>
                  <a:cubicBezTo>
                    <a:pt x="24118" y="97512"/>
                    <a:pt x="26674" y="100704"/>
                    <a:pt x="29869" y="101342"/>
                  </a:cubicBezTo>
                  <a:lnTo>
                    <a:pt x="30508" y="101342"/>
                  </a:lnTo>
                  <a:cubicBezTo>
                    <a:pt x="33703" y="101342"/>
                    <a:pt x="36898" y="98789"/>
                    <a:pt x="36898" y="95597"/>
                  </a:cubicBezTo>
                  <a:lnTo>
                    <a:pt x="40732" y="38141"/>
                  </a:lnTo>
                  <a:cubicBezTo>
                    <a:pt x="40732" y="36225"/>
                    <a:pt x="40093" y="34949"/>
                    <a:pt x="38815" y="33672"/>
                  </a:cubicBezTo>
                  <a:lnTo>
                    <a:pt x="11338" y="2390"/>
                  </a:lnTo>
                  <a:close/>
                </a:path>
              </a:pathLst>
            </a:custGeom>
            <a:solidFill>
              <a:srgbClr val="00A3E0"/>
            </a:solidFill>
            <a:ln w="6390" cap="flat">
              <a:noFill/>
              <a:prstDash val="solid"/>
              <a:miter/>
            </a:ln>
          </p:spPr>
          <p:txBody>
            <a:bodyPr rtlCol="0" anchor="ctr"/>
            <a:lstStyle/>
            <a:p>
              <a:endParaRPr lang="en-US"/>
            </a:p>
          </p:txBody>
        </p:sp>
        <p:sp>
          <p:nvSpPr>
            <p:cNvPr id="493" name="Graphic 4">
              <a:extLst>
                <a:ext uri="{FF2B5EF4-FFF2-40B4-BE49-F238E27FC236}">
                  <a16:creationId xmlns:a16="http://schemas.microsoft.com/office/drawing/2014/main" id="{C86E847A-D537-074D-964B-84F085EDAEDD}"/>
                </a:ext>
              </a:extLst>
            </p:cNvPr>
            <p:cNvSpPr/>
            <p:nvPr/>
          </p:nvSpPr>
          <p:spPr>
            <a:xfrm>
              <a:off x="3748214" y="1988353"/>
              <a:ext cx="80436" cy="35970"/>
            </a:xfrm>
            <a:custGeom>
              <a:avLst/>
              <a:gdLst>
                <a:gd name="connsiteX0" fmla="*/ 9068 w 80436"/>
                <a:gd name="connsiteY0" fmla="*/ 24040 h 35970"/>
                <a:gd name="connsiteX1" fmla="*/ 35906 w 80436"/>
                <a:gd name="connsiteY1" fmla="*/ 13826 h 35970"/>
                <a:gd name="connsiteX2" fmla="*/ 70412 w 80436"/>
                <a:gd name="connsiteY2" fmla="*/ 34893 h 35970"/>
                <a:gd name="connsiteX3" fmla="*/ 79358 w 80436"/>
                <a:gd name="connsiteY3" fmla="*/ 32978 h 35970"/>
                <a:gd name="connsiteX4" fmla="*/ 79358 w 80436"/>
                <a:gd name="connsiteY4" fmla="*/ 32978 h 35970"/>
                <a:gd name="connsiteX5" fmla="*/ 77441 w 80436"/>
                <a:gd name="connsiteY5" fmla="*/ 24040 h 35970"/>
                <a:gd name="connsiteX6" fmla="*/ 77441 w 80436"/>
                <a:gd name="connsiteY6" fmla="*/ 24040 h 35970"/>
                <a:gd name="connsiteX7" fmla="*/ 40379 w 80436"/>
                <a:gd name="connsiteY7" fmla="*/ 1058 h 35970"/>
                <a:gd name="connsiteX8" fmla="*/ 34628 w 80436"/>
                <a:gd name="connsiteY8" fmla="*/ 419 h 35970"/>
                <a:gd name="connsiteX9" fmla="*/ 4595 w 80436"/>
                <a:gd name="connsiteY9" fmla="*/ 11911 h 35970"/>
                <a:gd name="connsiteX10" fmla="*/ 122 w 80436"/>
                <a:gd name="connsiteY10" fmla="*/ 19571 h 35970"/>
                <a:gd name="connsiteX11" fmla="*/ 7790 w 80436"/>
                <a:gd name="connsiteY11" fmla="*/ 24040 h 35970"/>
                <a:gd name="connsiteX12" fmla="*/ 9068 w 80436"/>
                <a:gd name="connsiteY12" fmla="*/ 24040 h 35970"/>
                <a:gd name="connsiteX13" fmla="*/ 9068 w 80436"/>
                <a:gd name="connsiteY13" fmla="*/ 24040 h 35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0436" h="35970">
                  <a:moveTo>
                    <a:pt x="9068" y="24040"/>
                  </a:moveTo>
                  <a:lnTo>
                    <a:pt x="35906" y="13826"/>
                  </a:lnTo>
                  <a:lnTo>
                    <a:pt x="70412" y="34893"/>
                  </a:lnTo>
                  <a:cubicBezTo>
                    <a:pt x="73607" y="36808"/>
                    <a:pt x="77441" y="36170"/>
                    <a:pt x="79358" y="32978"/>
                  </a:cubicBezTo>
                  <a:cubicBezTo>
                    <a:pt x="79358" y="32978"/>
                    <a:pt x="79358" y="32978"/>
                    <a:pt x="79358" y="32978"/>
                  </a:cubicBezTo>
                  <a:cubicBezTo>
                    <a:pt x="81275" y="29786"/>
                    <a:pt x="80636" y="25955"/>
                    <a:pt x="77441" y="24040"/>
                  </a:cubicBezTo>
                  <a:cubicBezTo>
                    <a:pt x="77441" y="24040"/>
                    <a:pt x="77441" y="24040"/>
                    <a:pt x="77441" y="24040"/>
                  </a:cubicBezTo>
                  <a:lnTo>
                    <a:pt x="40379" y="1058"/>
                  </a:lnTo>
                  <a:cubicBezTo>
                    <a:pt x="38462" y="-219"/>
                    <a:pt x="36545" y="-219"/>
                    <a:pt x="34628" y="419"/>
                  </a:cubicBezTo>
                  <a:lnTo>
                    <a:pt x="4595" y="11911"/>
                  </a:lnTo>
                  <a:cubicBezTo>
                    <a:pt x="1400" y="13187"/>
                    <a:pt x="-516" y="16379"/>
                    <a:pt x="122" y="19571"/>
                  </a:cubicBezTo>
                  <a:cubicBezTo>
                    <a:pt x="762" y="22763"/>
                    <a:pt x="4595" y="24679"/>
                    <a:pt x="7790" y="24040"/>
                  </a:cubicBezTo>
                  <a:cubicBezTo>
                    <a:pt x="8430" y="24040"/>
                    <a:pt x="9068" y="24040"/>
                    <a:pt x="9068" y="24040"/>
                  </a:cubicBezTo>
                  <a:lnTo>
                    <a:pt x="9068" y="24040"/>
                  </a:lnTo>
                  <a:close/>
                </a:path>
              </a:pathLst>
            </a:custGeom>
            <a:solidFill>
              <a:srgbClr val="00A3E0"/>
            </a:solidFill>
            <a:ln w="6390" cap="flat">
              <a:noFill/>
              <a:prstDash val="solid"/>
              <a:miter/>
            </a:ln>
          </p:spPr>
          <p:txBody>
            <a:bodyPr rtlCol="0" anchor="ctr"/>
            <a:lstStyle/>
            <a:p>
              <a:endParaRPr lang="en-US"/>
            </a:p>
          </p:txBody>
        </p:sp>
        <p:sp>
          <p:nvSpPr>
            <p:cNvPr id="494" name="Graphic 4">
              <a:extLst>
                <a:ext uri="{FF2B5EF4-FFF2-40B4-BE49-F238E27FC236}">
                  <a16:creationId xmlns:a16="http://schemas.microsoft.com/office/drawing/2014/main" id="{DA2BB7DB-D7AC-8441-937C-45D472A3F9B3}"/>
                </a:ext>
              </a:extLst>
            </p:cNvPr>
            <p:cNvSpPr/>
            <p:nvPr/>
          </p:nvSpPr>
          <p:spPr>
            <a:xfrm>
              <a:off x="3664279" y="2005022"/>
              <a:ext cx="84696" cy="86532"/>
            </a:xfrm>
            <a:custGeom>
              <a:avLst/>
              <a:gdLst>
                <a:gd name="connsiteX0" fmla="*/ 46996 w 84696"/>
                <a:gd name="connsiteY0" fmla="*/ 86533 h 86532"/>
                <a:gd name="connsiteX1" fmla="*/ 46996 w 84696"/>
                <a:gd name="connsiteY1" fmla="*/ 86533 h 86532"/>
                <a:gd name="connsiteX2" fmla="*/ 51469 w 84696"/>
                <a:gd name="connsiteY2" fmla="*/ 85256 h 86532"/>
                <a:gd name="connsiteX3" fmla="*/ 82779 w 84696"/>
                <a:gd name="connsiteY3" fmla="*/ 57805 h 86532"/>
                <a:gd name="connsiteX4" fmla="*/ 84696 w 84696"/>
                <a:gd name="connsiteY4" fmla="*/ 53336 h 86532"/>
                <a:gd name="connsiteX5" fmla="*/ 83418 w 84696"/>
                <a:gd name="connsiteY5" fmla="*/ 48867 h 86532"/>
                <a:gd name="connsiteX6" fmla="*/ 42523 w 84696"/>
                <a:gd name="connsiteY6" fmla="*/ 2264 h 86532"/>
                <a:gd name="connsiteX7" fmla="*/ 33577 w 84696"/>
                <a:gd name="connsiteY7" fmla="*/ 1626 h 86532"/>
                <a:gd name="connsiteX8" fmla="*/ 2266 w 84696"/>
                <a:gd name="connsiteY8" fmla="*/ 29077 h 86532"/>
                <a:gd name="connsiteX9" fmla="*/ 1627 w 84696"/>
                <a:gd name="connsiteY9" fmla="*/ 38014 h 86532"/>
                <a:gd name="connsiteX10" fmla="*/ 42523 w 84696"/>
                <a:gd name="connsiteY10" fmla="*/ 84618 h 86532"/>
                <a:gd name="connsiteX11" fmla="*/ 46996 w 84696"/>
                <a:gd name="connsiteY11" fmla="*/ 86533 h 86532"/>
                <a:gd name="connsiteX12" fmla="*/ 37411 w 84696"/>
                <a:gd name="connsiteY12" fmla="*/ 15032 h 86532"/>
                <a:gd name="connsiteX13" fmla="*/ 69360 w 84696"/>
                <a:gd name="connsiteY13" fmla="*/ 52059 h 86532"/>
                <a:gd name="connsiteX14" fmla="*/ 47635 w 84696"/>
                <a:gd name="connsiteY14" fmla="*/ 71211 h 86532"/>
                <a:gd name="connsiteX15" fmla="*/ 15685 w 84696"/>
                <a:gd name="connsiteY15" fmla="*/ 34184 h 86532"/>
                <a:gd name="connsiteX16" fmla="*/ 37411 w 84696"/>
                <a:gd name="connsiteY16" fmla="*/ 15032 h 86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4696" h="86532">
                  <a:moveTo>
                    <a:pt x="46996" y="86533"/>
                  </a:moveTo>
                  <a:lnTo>
                    <a:pt x="46996" y="86533"/>
                  </a:lnTo>
                  <a:cubicBezTo>
                    <a:pt x="48912" y="86533"/>
                    <a:pt x="50191" y="85894"/>
                    <a:pt x="51469" y="85256"/>
                  </a:cubicBezTo>
                  <a:lnTo>
                    <a:pt x="82779" y="57805"/>
                  </a:lnTo>
                  <a:cubicBezTo>
                    <a:pt x="84057" y="56528"/>
                    <a:pt x="84696" y="55251"/>
                    <a:pt x="84696" y="53336"/>
                  </a:cubicBezTo>
                  <a:cubicBezTo>
                    <a:pt x="84696" y="51421"/>
                    <a:pt x="84057" y="50144"/>
                    <a:pt x="83418" y="48867"/>
                  </a:cubicBezTo>
                  <a:lnTo>
                    <a:pt x="42523" y="2264"/>
                  </a:lnTo>
                  <a:cubicBezTo>
                    <a:pt x="39967" y="-290"/>
                    <a:pt x="36133" y="-928"/>
                    <a:pt x="33577" y="1626"/>
                  </a:cubicBezTo>
                  <a:lnTo>
                    <a:pt x="2266" y="29077"/>
                  </a:lnTo>
                  <a:cubicBezTo>
                    <a:pt x="-290" y="31630"/>
                    <a:pt x="-929" y="35461"/>
                    <a:pt x="1627" y="38014"/>
                  </a:cubicBezTo>
                  <a:lnTo>
                    <a:pt x="42523" y="84618"/>
                  </a:lnTo>
                  <a:cubicBezTo>
                    <a:pt x="43162" y="85894"/>
                    <a:pt x="45079" y="86533"/>
                    <a:pt x="46996" y="86533"/>
                  </a:cubicBezTo>
                  <a:close/>
                  <a:moveTo>
                    <a:pt x="37411" y="15032"/>
                  </a:moveTo>
                  <a:lnTo>
                    <a:pt x="69360" y="52059"/>
                  </a:lnTo>
                  <a:lnTo>
                    <a:pt x="47635" y="71211"/>
                  </a:lnTo>
                  <a:lnTo>
                    <a:pt x="15685" y="34184"/>
                  </a:lnTo>
                  <a:lnTo>
                    <a:pt x="37411" y="15032"/>
                  </a:lnTo>
                  <a:close/>
                </a:path>
              </a:pathLst>
            </a:custGeom>
            <a:solidFill>
              <a:srgbClr val="00A3E0"/>
            </a:solidFill>
            <a:ln w="6390" cap="flat">
              <a:noFill/>
              <a:prstDash val="solid"/>
              <a:miter/>
            </a:ln>
          </p:spPr>
          <p:txBody>
            <a:bodyPr rtlCol="0" anchor="ctr"/>
            <a:lstStyle/>
            <a:p>
              <a:endParaRPr lang="en-US"/>
            </a:p>
          </p:txBody>
        </p:sp>
      </p:grpSp>
      <p:grpSp>
        <p:nvGrpSpPr>
          <p:cNvPr id="495" name="Graphic 4">
            <a:extLst>
              <a:ext uri="{FF2B5EF4-FFF2-40B4-BE49-F238E27FC236}">
                <a16:creationId xmlns:a16="http://schemas.microsoft.com/office/drawing/2014/main" id="{B92E3C4F-A11A-ED4B-B944-661CD313034F}"/>
              </a:ext>
            </a:extLst>
          </p:cNvPr>
          <p:cNvGrpSpPr/>
          <p:nvPr/>
        </p:nvGrpSpPr>
        <p:grpSpPr>
          <a:xfrm>
            <a:off x="4045469" y="1402723"/>
            <a:ext cx="362309" cy="361971"/>
            <a:chOff x="4045469" y="1402723"/>
            <a:chExt cx="362309" cy="361971"/>
          </a:xfrm>
          <a:solidFill>
            <a:srgbClr val="00A3E0"/>
          </a:solidFill>
        </p:grpSpPr>
        <p:sp>
          <p:nvSpPr>
            <p:cNvPr id="496" name="Graphic 4">
              <a:extLst>
                <a:ext uri="{FF2B5EF4-FFF2-40B4-BE49-F238E27FC236}">
                  <a16:creationId xmlns:a16="http://schemas.microsoft.com/office/drawing/2014/main" id="{1774A47E-784D-314E-A519-62D5E09935E7}"/>
                </a:ext>
              </a:extLst>
            </p:cNvPr>
            <p:cNvSpPr/>
            <p:nvPr/>
          </p:nvSpPr>
          <p:spPr>
            <a:xfrm>
              <a:off x="4263935" y="1486992"/>
              <a:ext cx="18031" cy="18513"/>
            </a:xfrm>
            <a:custGeom>
              <a:avLst/>
              <a:gdLst>
                <a:gd name="connsiteX0" fmla="*/ 9655 w 18031"/>
                <a:gd name="connsiteY0" fmla="*/ 18514 h 18513"/>
                <a:gd name="connsiteX1" fmla="*/ 17961 w 18031"/>
                <a:gd name="connsiteY1" fmla="*/ 8938 h 18513"/>
                <a:gd name="connsiteX2" fmla="*/ 14766 w 18031"/>
                <a:gd name="connsiteY2" fmla="*/ 2554 h 18513"/>
                <a:gd name="connsiteX3" fmla="*/ 9016 w 18031"/>
                <a:gd name="connsiteY3" fmla="*/ 0 h 18513"/>
                <a:gd name="connsiteX4" fmla="*/ 8376 w 18031"/>
                <a:gd name="connsiteY4" fmla="*/ 0 h 18513"/>
                <a:gd name="connsiteX5" fmla="*/ 70 w 18031"/>
                <a:gd name="connsiteY5" fmla="*/ 9576 h 18513"/>
                <a:gd name="connsiteX6" fmla="*/ 9655 w 18031"/>
                <a:gd name="connsiteY6" fmla="*/ 18514 h 1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31" h="18513">
                  <a:moveTo>
                    <a:pt x="9655" y="18514"/>
                  </a:moveTo>
                  <a:cubicBezTo>
                    <a:pt x="14766" y="17875"/>
                    <a:pt x="18601" y="14045"/>
                    <a:pt x="17961" y="8938"/>
                  </a:cubicBezTo>
                  <a:cubicBezTo>
                    <a:pt x="17961" y="6384"/>
                    <a:pt x="16684" y="4469"/>
                    <a:pt x="14766" y="2554"/>
                  </a:cubicBezTo>
                  <a:cubicBezTo>
                    <a:pt x="12850" y="1277"/>
                    <a:pt x="10933" y="0"/>
                    <a:pt x="9016" y="0"/>
                  </a:cubicBezTo>
                  <a:lnTo>
                    <a:pt x="8376" y="0"/>
                  </a:lnTo>
                  <a:cubicBezTo>
                    <a:pt x="3265" y="0"/>
                    <a:pt x="-569" y="4469"/>
                    <a:pt x="70" y="9576"/>
                  </a:cubicBezTo>
                  <a:cubicBezTo>
                    <a:pt x="709" y="15322"/>
                    <a:pt x="4543" y="18514"/>
                    <a:pt x="9655" y="18514"/>
                  </a:cubicBezTo>
                  <a:close/>
                </a:path>
              </a:pathLst>
            </a:custGeom>
            <a:solidFill>
              <a:srgbClr val="00A3E0"/>
            </a:solidFill>
            <a:ln w="6390" cap="flat">
              <a:noFill/>
              <a:prstDash val="solid"/>
              <a:miter/>
            </a:ln>
          </p:spPr>
          <p:txBody>
            <a:bodyPr rtlCol="0" anchor="ctr"/>
            <a:lstStyle/>
            <a:p>
              <a:endParaRPr lang="en-US"/>
            </a:p>
          </p:txBody>
        </p:sp>
        <p:sp>
          <p:nvSpPr>
            <p:cNvPr id="497" name="Graphic 4">
              <a:extLst>
                <a:ext uri="{FF2B5EF4-FFF2-40B4-BE49-F238E27FC236}">
                  <a16:creationId xmlns:a16="http://schemas.microsoft.com/office/drawing/2014/main" id="{7BCACFC1-5597-F845-B586-5F17D27FA962}"/>
                </a:ext>
              </a:extLst>
            </p:cNvPr>
            <p:cNvSpPr/>
            <p:nvPr/>
          </p:nvSpPr>
          <p:spPr>
            <a:xfrm>
              <a:off x="4045469" y="14027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26204 w 362309"/>
                <a:gd name="connsiteY6" fmla="*/ 72139 h 361971"/>
                <a:gd name="connsiteX7" fmla="*/ 242179 w 362309"/>
                <a:gd name="connsiteY7" fmla="*/ 77246 h 361971"/>
                <a:gd name="connsiteX8" fmla="*/ 249847 w 362309"/>
                <a:gd name="connsiteY8" fmla="*/ 91929 h 361971"/>
                <a:gd name="connsiteX9" fmla="*/ 229399 w 362309"/>
                <a:gd name="connsiteY9" fmla="*/ 114912 h 361971"/>
                <a:gd name="connsiteX10" fmla="*/ 228121 w 362309"/>
                <a:gd name="connsiteY10" fmla="*/ 114912 h 361971"/>
                <a:gd name="connsiteX11" fmla="*/ 205756 w 362309"/>
                <a:gd name="connsiteY11" fmla="*/ 93845 h 361971"/>
                <a:gd name="connsiteX12" fmla="*/ 226204 w 362309"/>
                <a:gd name="connsiteY12" fmla="*/ 72139 h 361971"/>
                <a:gd name="connsiteX13" fmla="*/ 226204 w 362309"/>
                <a:gd name="connsiteY13" fmla="*/ 72139 h 361971"/>
                <a:gd name="connsiteX14" fmla="*/ 226204 w 362309"/>
                <a:gd name="connsiteY14" fmla="*/ 72139 h 361971"/>
                <a:gd name="connsiteX15" fmla="*/ 111824 w 362309"/>
                <a:gd name="connsiteY15" fmla="*/ 148747 h 361971"/>
                <a:gd name="connsiteX16" fmla="*/ 169973 w 362309"/>
                <a:gd name="connsiteY16" fmla="*/ 103420 h 361971"/>
                <a:gd name="connsiteX17" fmla="*/ 178279 w 362309"/>
                <a:gd name="connsiteY17" fmla="*/ 104059 h 361971"/>
                <a:gd name="connsiteX18" fmla="*/ 195532 w 362309"/>
                <a:gd name="connsiteY18" fmla="*/ 119380 h 361971"/>
                <a:gd name="connsiteX19" fmla="*/ 196171 w 362309"/>
                <a:gd name="connsiteY19" fmla="*/ 128318 h 361971"/>
                <a:gd name="connsiteX20" fmla="*/ 187225 w 362309"/>
                <a:gd name="connsiteY20" fmla="*/ 128956 h 361971"/>
                <a:gd name="connsiteX21" fmla="*/ 187225 w 362309"/>
                <a:gd name="connsiteY21" fmla="*/ 128956 h 361971"/>
                <a:gd name="connsiteX22" fmla="*/ 173806 w 362309"/>
                <a:gd name="connsiteY22" fmla="*/ 116827 h 361971"/>
                <a:gd name="connsiteX23" fmla="*/ 119492 w 362309"/>
                <a:gd name="connsiteY23" fmla="*/ 158961 h 361971"/>
                <a:gd name="connsiteX24" fmla="*/ 115658 w 362309"/>
                <a:gd name="connsiteY24" fmla="*/ 160238 h 361971"/>
                <a:gd name="connsiteX25" fmla="*/ 110546 w 362309"/>
                <a:gd name="connsiteY25" fmla="*/ 157684 h 361971"/>
                <a:gd name="connsiteX26" fmla="*/ 111824 w 362309"/>
                <a:gd name="connsiteY26" fmla="*/ 148747 h 361971"/>
                <a:gd name="connsiteX27" fmla="*/ 111824 w 362309"/>
                <a:gd name="connsiteY27" fmla="*/ 148747 h 361971"/>
                <a:gd name="connsiteX28" fmla="*/ 111824 w 362309"/>
                <a:gd name="connsiteY28" fmla="*/ 148747 h 361971"/>
                <a:gd name="connsiteX29" fmla="*/ 88820 w 362309"/>
                <a:gd name="connsiteY29" fmla="*/ 176198 h 361971"/>
                <a:gd name="connsiteX30" fmla="*/ 131633 w 362309"/>
                <a:gd name="connsiteY30" fmla="*/ 176198 h 361971"/>
                <a:gd name="connsiteX31" fmla="*/ 138023 w 362309"/>
                <a:gd name="connsiteY31" fmla="*/ 182582 h 361971"/>
                <a:gd name="connsiteX32" fmla="*/ 131633 w 362309"/>
                <a:gd name="connsiteY32" fmla="*/ 188966 h 361971"/>
                <a:gd name="connsiteX33" fmla="*/ 88820 w 362309"/>
                <a:gd name="connsiteY33" fmla="*/ 188966 h 361971"/>
                <a:gd name="connsiteX34" fmla="*/ 82430 w 362309"/>
                <a:gd name="connsiteY34" fmla="*/ 182582 h 361971"/>
                <a:gd name="connsiteX35" fmla="*/ 88820 w 362309"/>
                <a:gd name="connsiteY35" fmla="*/ 176198 h 361971"/>
                <a:gd name="connsiteX36" fmla="*/ 79235 w 362309"/>
                <a:gd name="connsiteY36" fmla="*/ 198542 h 361971"/>
                <a:gd name="connsiteX37" fmla="*/ 122048 w 362309"/>
                <a:gd name="connsiteY37" fmla="*/ 198542 h 361971"/>
                <a:gd name="connsiteX38" fmla="*/ 128438 w 362309"/>
                <a:gd name="connsiteY38" fmla="*/ 204926 h 361971"/>
                <a:gd name="connsiteX39" fmla="*/ 122048 w 362309"/>
                <a:gd name="connsiteY39" fmla="*/ 211310 h 361971"/>
                <a:gd name="connsiteX40" fmla="*/ 79235 w 362309"/>
                <a:gd name="connsiteY40" fmla="*/ 211310 h 361971"/>
                <a:gd name="connsiteX41" fmla="*/ 72845 w 362309"/>
                <a:gd name="connsiteY41" fmla="*/ 204926 h 361971"/>
                <a:gd name="connsiteX42" fmla="*/ 79235 w 362309"/>
                <a:gd name="connsiteY42" fmla="*/ 198542 h 361971"/>
                <a:gd name="connsiteX43" fmla="*/ 63899 w 362309"/>
                <a:gd name="connsiteY43" fmla="*/ 226631 h 361971"/>
                <a:gd name="connsiteX44" fmla="*/ 70289 w 362309"/>
                <a:gd name="connsiteY44" fmla="*/ 220247 h 361971"/>
                <a:gd name="connsiteX45" fmla="*/ 113102 w 362309"/>
                <a:gd name="connsiteY45" fmla="*/ 220247 h 361971"/>
                <a:gd name="connsiteX46" fmla="*/ 119492 w 362309"/>
                <a:gd name="connsiteY46" fmla="*/ 226631 h 361971"/>
                <a:gd name="connsiteX47" fmla="*/ 113102 w 362309"/>
                <a:gd name="connsiteY47" fmla="*/ 233015 h 361971"/>
                <a:gd name="connsiteX48" fmla="*/ 70289 w 362309"/>
                <a:gd name="connsiteY48" fmla="*/ 233015 h 361971"/>
                <a:gd name="connsiteX49" fmla="*/ 63899 w 362309"/>
                <a:gd name="connsiteY49" fmla="*/ 226631 h 361971"/>
                <a:gd name="connsiteX50" fmla="*/ 63899 w 362309"/>
                <a:gd name="connsiteY50" fmla="*/ 226631 h 361971"/>
                <a:gd name="connsiteX51" fmla="*/ 177001 w 362309"/>
                <a:gd name="connsiteY51" fmla="*/ 197265 h 361971"/>
                <a:gd name="connsiteX52" fmla="*/ 122687 w 362309"/>
                <a:gd name="connsiteY52" fmla="*/ 273234 h 361971"/>
                <a:gd name="connsiteX53" fmla="*/ 117575 w 362309"/>
                <a:gd name="connsiteY53" fmla="*/ 275788 h 361971"/>
                <a:gd name="connsiteX54" fmla="*/ 113741 w 362309"/>
                <a:gd name="connsiteY54" fmla="*/ 274511 h 361971"/>
                <a:gd name="connsiteX55" fmla="*/ 112463 w 362309"/>
                <a:gd name="connsiteY55" fmla="*/ 265574 h 361971"/>
                <a:gd name="connsiteX56" fmla="*/ 112463 w 362309"/>
                <a:gd name="connsiteY56" fmla="*/ 265574 h 361971"/>
                <a:gd name="connsiteX57" fmla="*/ 166778 w 362309"/>
                <a:gd name="connsiteY57" fmla="*/ 189604 h 361971"/>
                <a:gd name="connsiteX58" fmla="*/ 175723 w 362309"/>
                <a:gd name="connsiteY58" fmla="*/ 188327 h 361971"/>
                <a:gd name="connsiteX59" fmla="*/ 177001 w 362309"/>
                <a:gd name="connsiteY59" fmla="*/ 197265 h 361971"/>
                <a:gd name="connsiteX60" fmla="*/ 177001 w 362309"/>
                <a:gd name="connsiteY60" fmla="*/ 197265 h 361971"/>
                <a:gd name="connsiteX61" fmla="*/ 280518 w 362309"/>
                <a:gd name="connsiteY61" fmla="*/ 174921 h 361971"/>
                <a:gd name="connsiteX62" fmla="*/ 244096 w 362309"/>
                <a:gd name="connsiteY62" fmla="*/ 177475 h 361971"/>
                <a:gd name="connsiteX63" fmla="*/ 243457 w 362309"/>
                <a:gd name="connsiteY63" fmla="*/ 177475 h 361971"/>
                <a:gd name="connsiteX64" fmla="*/ 238984 w 362309"/>
                <a:gd name="connsiteY64" fmla="*/ 175560 h 361971"/>
                <a:gd name="connsiteX65" fmla="*/ 210229 w 362309"/>
                <a:gd name="connsiteY65" fmla="*/ 148747 h 361971"/>
                <a:gd name="connsiteX66" fmla="*/ 200005 w 362309"/>
                <a:gd name="connsiteY66" fmla="*/ 171729 h 361971"/>
                <a:gd name="connsiteX67" fmla="*/ 251764 w 362309"/>
                <a:gd name="connsiteY67" fmla="*/ 241314 h 361971"/>
                <a:gd name="connsiteX68" fmla="*/ 253042 w 362309"/>
                <a:gd name="connsiteY68" fmla="*/ 246422 h 361971"/>
                <a:gd name="connsiteX69" fmla="*/ 249847 w 362309"/>
                <a:gd name="connsiteY69" fmla="*/ 250890 h 361971"/>
                <a:gd name="connsiteX70" fmla="*/ 188503 w 362309"/>
                <a:gd name="connsiteY70" fmla="*/ 289194 h 361971"/>
                <a:gd name="connsiteX71" fmla="*/ 180196 w 362309"/>
                <a:gd name="connsiteY71" fmla="*/ 285364 h 361971"/>
                <a:gd name="connsiteX72" fmla="*/ 182113 w 362309"/>
                <a:gd name="connsiteY72" fmla="*/ 278342 h 361971"/>
                <a:gd name="connsiteX73" fmla="*/ 237706 w 362309"/>
                <a:gd name="connsiteY73" fmla="*/ 243868 h 361971"/>
                <a:gd name="connsiteX74" fmla="*/ 188503 w 362309"/>
                <a:gd name="connsiteY74" fmla="*/ 177475 h 361971"/>
                <a:gd name="connsiteX75" fmla="*/ 186586 w 362309"/>
                <a:gd name="connsiteY75" fmla="*/ 174283 h 361971"/>
                <a:gd name="connsiteX76" fmla="*/ 186586 w 362309"/>
                <a:gd name="connsiteY76" fmla="*/ 173644 h 361971"/>
                <a:gd name="connsiteX77" fmla="*/ 186586 w 362309"/>
                <a:gd name="connsiteY77" fmla="*/ 172368 h 361971"/>
                <a:gd name="connsiteX78" fmla="*/ 186586 w 362309"/>
                <a:gd name="connsiteY78" fmla="*/ 171091 h 361971"/>
                <a:gd name="connsiteX79" fmla="*/ 186586 w 362309"/>
                <a:gd name="connsiteY79" fmla="*/ 170452 h 361971"/>
                <a:gd name="connsiteX80" fmla="*/ 186586 w 362309"/>
                <a:gd name="connsiteY80" fmla="*/ 169814 h 361971"/>
                <a:gd name="connsiteX81" fmla="*/ 186586 w 362309"/>
                <a:gd name="connsiteY81" fmla="*/ 169814 h 361971"/>
                <a:gd name="connsiteX82" fmla="*/ 200644 w 362309"/>
                <a:gd name="connsiteY82" fmla="*/ 137256 h 361971"/>
                <a:gd name="connsiteX83" fmla="*/ 200644 w 362309"/>
                <a:gd name="connsiteY83" fmla="*/ 137256 h 361971"/>
                <a:gd name="connsiteX84" fmla="*/ 201922 w 362309"/>
                <a:gd name="connsiteY84" fmla="*/ 134064 h 361971"/>
                <a:gd name="connsiteX85" fmla="*/ 210868 w 362309"/>
                <a:gd name="connsiteY85" fmla="*/ 134064 h 361971"/>
                <a:gd name="connsiteX86" fmla="*/ 210868 w 362309"/>
                <a:gd name="connsiteY86" fmla="*/ 134064 h 361971"/>
                <a:gd name="connsiteX87" fmla="*/ 244096 w 362309"/>
                <a:gd name="connsiteY87" fmla="*/ 165984 h 361971"/>
                <a:gd name="connsiteX88" fmla="*/ 277323 w 362309"/>
                <a:gd name="connsiteY88" fmla="*/ 163430 h 361971"/>
                <a:gd name="connsiteX89" fmla="*/ 284352 w 362309"/>
                <a:gd name="connsiteY89" fmla="*/ 169176 h 361971"/>
                <a:gd name="connsiteX90" fmla="*/ 278602 w 362309"/>
                <a:gd name="connsiteY90" fmla="*/ 176198 h 361971"/>
                <a:gd name="connsiteX91" fmla="*/ 280518 w 362309"/>
                <a:gd name="connsiteY91" fmla="*/ 17492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lose/>
                  <a:moveTo>
                    <a:pt x="226204" y="72139"/>
                  </a:moveTo>
                  <a:cubicBezTo>
                    <a:pt x="231955" y="71501"/>
                    <a:pt x="237706" y="73416"/>
                    <a:pt x="242179" y="77246"/>
                  </a:cubicBezTo>
                  <a:cubicBezTo>
                    <a:pt x="246652" y="81077"/>
                    <a:pt x="249208" y="86184"/>
                    <a:pt x="249847" y="91929"/>
                  </a:cubicBezTo>
                  <a:cubicBezTo>
                    <a:pt x="250486" y="104059"/>
                    <a:pt x="241540" y="114273"/>
                    <a:pt x="229399" y="114912"/>
                  </a:cubicBezTo>
                  <a:lnTo>
                    <a:pt x="228121" y="114912"/>
                  </a:lnTo>
                  <a:cubicBezTo>
                    <a:pt x="215980" y="115550"/>
                    <a:pt x="206395" y="105974"/>
                    <a:pt x="205756" y="93845"/>
                  </a:cubicBezTo>
                  <a:cubicBezTo>
                    <a:pt x="204478" y="82353"/>
                    <a:pt x="214063" y="72777"/>
                    <a:pt x="226204" y="72139"/>
                  </a:cubicBezTo>
                  <a:lnTo>
                    <a:pt x="226204" y="72139"/>
                  </a:lnTo>
                  <a:lnTo>
                    <a:pt x="226204" y="72139"/>
                  </a:lnTo>
                  <a:close/>
                  <a:moveTo>
                    <a:pt x="111824" y="148747"/>
                  </a:moveTo>
                  <a:lnTo>
                    <a:pt x="169973" y="103420"/>
                  </a:lnTo>
                  <a:cubicBezTo>
                    <a:pt x="172528" y="101505"/>
                    <a:pt x="175723" y="101505"/>
                    <a:pt x="178279" y="104059"/>
                  </a:cubicBezTo>
                  <a:lnTo>
                    <a:pt x="195532" y="119380"/>
                  </a:lnTo>
                  <a:cubicBezTo>
                    <a:pt x="198088" y="121934"/>
                    <a:pt x="198088" y="125764"/>
                    <a:pt x="196171" y="128318"/>
                  </a:cubicBezTo>
                  <a:cubicBezTo>
                    <a:pt x="193615" y="130872"/>
                    <a:pt x="189781" y="130872"/>
                    <a:pt x="187225" y="128956"/>
                  </a:cubicBezTo>
                  <a:cubicBezTo>
                    <a:pt x="187225" y="128956"/>
                    <a:pt x="187225" y="128956"/>
                    <a:pt x="187225" y="128956"/>
                  </a:cubicBezTo>
                  <a:lnTo>
                    <a:pt x="173806" y="116827"/>
                  </a:lnTo>
                  <a:lnTo>
                    <a:pt x="119492" y="158961"/>
                  </a:lnTo>
                  <a:cubicBezTo>
                    <a:pt x="118214" y="159600"/>
                    <a:pt x="116936" y="160238"/>
                    <a:pt x="115658" y="160238"/>
                  </a:cubicBezTo>
                  <a:cubicBezTo>
                    <a:pt x="113741" y="160238"/>
                    <a:pt x="111824" y="159600"/>
                    <a:pt x="110546" y="157684"/>
                  </a:cubicBezTo>
                  <a:cubicBezTo>
                    <a:pt x="107990" y="155131"/>
                    <a:pt x="108629" y="150662"/>
                    <a:pt x="111824" y="148747"/>
                  </a:cubicBezTo>
                  <a:cubicBezTo>
                    <a:pt x="111185" y="148747"/>
                    <a:pt x="111824" y="148747"/>
                    <a:pt x="111824" y="148747"/>
                  </a:cubicBezTo>
                  <a:lnTo>
                    <a:pt x="111824" y="148747"/>
                  </a:lnTo>
                  <a:close/>
                  <a:moveTo>
                    <a:pt x="88820" y="176198"/>
                  </a:moveTo>
                  <a:lnTo>
                    <a:pt x="131633" y="176198"/>
                  </a:lnTo>
                  <a:cubicBezTo>
                    <a:pt x="135467" y="176198"/>
                    <a:pt x="138023" y="178752"/>
                    <a:pt x="138023" y="182582"/>
                  </a:cubicBezTo>
                  <a:cubicBezTo>
                    <a:pt x="138023" y="186412"/>
                    <a:pt x="135467" y="188966"/>
                    <a:pt x="131633" y="188966"/>
                  </a:cubicBezTo>
                  <a:lnTo>
                    <a:pt x="88820" y="188966"/>
                  </a:lnTo>
                  <a:cubicBezTo>
                    <a:pt x="84986" y="188966"/>
                    <a:pt x="82430" y="186412"/>
                    <a:pt x="82430" y="182582"/>
                  </a:cubicBezTo>
                  <a:cubicBezTo>
                    <a:pt x="82430" y="178752"/>
                    <a:pt x="84986" y="176198"/>
                    <a:pt x="88820" y="176198"/>
                  </a:cubicBezTo>
                  <a:close/>
                  <a:moveTo>
                    <a:pt x="79235" y="198542"/>
                  </a:moveTo>
                  <a:lnTo>
                    <a:pt x="122048" y="198542"/>
                  </a:lnTo>
                  <a:cubicBezTo>
                    <a:pt x="125882" y="198542"/>
                    <a:pt x="128438" y="201095"/>
                    <a:pt x="128438" y="204926"/>
                  </a:cubicBezTo>
                  <a:cubicBezTo>
                    <a:pt x="128438" y="208756"/>
                    <a:pt x="125882" y="211310"/>
                    <a:pt x="122048" y="211310"/>
                  </a:cubicBezTo>
                  <a:lnTo>
                    <a:pt x="79235" y="211310"/>
                  </a:lnTo>
                  <a:cubicBezTo>
                    <a:pt x="75402" y="211310"/>
                    <a:pt x="72845" y="208756"/>
                    <a:pt x="72845" y="204926"/>
                  </a:cubicBezTo>
                  <a:cubicBezTo>
                    <a:pt x="72845" y="201095"/>
                    <a:pt x="76040" y="198542"/>
                    <a:pt x="79235" y="198542"/>
                  </a:cubicBezTo>
                  <a:close/>
                  <a:moveTo>
                    <a:pt x="63899" y="226631"/>
                  </a:moveTo>
                  <a:cubicBezTo>
                    <a:pt x="63899" y="222801"/>
                    <a:pt x="66456" y="220247"/>
                    <a:pt x="70289" y="220247"/>
                  </a:cubicBezTo>
                  <a:lnTo>
                    <a:pt x="113102" y="220247"/>
                  </a:lnTo>
                  <a:cubicBezTo>
                    <a:pt x="116936" y="220247"/>
                    <a:pt x="119492" y="222801"/>
                    <a:pt x="119492" y="226631"/>
                  </a:cubicBezTo>
                  <a:cubicBezTo>
                    <a:pt x="119492" y="230462"/>
                    <a:pt x="116936" y="233015"/>
                    <a:pt x="113102" y="233015"/>
                  </a:cubicBezTo>
                  <a:lnTo>
                    <a:pt x="70289" y="233015"/>
                  </a:lnTo>
                  <a:cubicBezTo>
                    <a:pt x="66456" y="233015"/>
                    <a:pt x="63899" y="230462"/>
                    <a:pt x="63899" y="226631"/>
                  </a:cubicBezTo>
                  <a:lnTo>
                    <a:pt x="63899" y="226631"/>
                  </a:lnTo>
                  <a:close/>
                  <a:moveTo>
                    <a:pt x="177001" y="197265"/>
                  </a:moveTo>
                  <a:lnTo>
                    <a:pt x="122687" y="273234"/>
                  </a:lnTo>
                  <a:cubicBezTo>
                    <a:pt x="121409" y="275150"/>
                    <a:pt x="119492" y="275788"/>
                    <a:pt x="117575" y="275788"/>
                  </a:cubicBezTo>
                  <a:cubicBezTo>
                    <a:pt x="116297" y="275788"/>
                    <a:pt x="115019" y="275150"/>
                    <a:pt x="113741" y="274511"/>
                  </a:cubicBezTo>
                  <a:cubicBezTo>
                    <a:pt x="110546" y="272596"/>
                    <a:pt x="109907" y="268766"/>
                    <a:pt x="112463" y="265574"/>
                  </a:cubicBezTo>
                  <a:cubicBezTo>
                    <a:pt x="112463" y="265574"/>
                    <a:pt x="112463" y="265574"/>
                    <a:pt x="112463" y="265574"/>
                  </a:cubicBezTo>
                  <a:lnTo>
                    <a:pt x="166778" y="189604"/>
                  </a:lnTo>
                  <a:cubicBezTo>
                    <a:pt x="168695" y="186412"/>
                    <a:pt x="172528" y="185774"/>
                    <a:pt x="175723" y="188327"/>
                  </a:cubicBezTo>
                  <a:cubicBezTo>
                    <a:pt x="178918" y="190243"/>
                    <a:pt x="179557" y="194073"/>
                    <a:pt x="177001" y="197265"/>
                  </a:cubicBezTo>
                  <a:lnTo>
                    <a:pt x="177001" y="197265"/>
                  </a:lnTo>
                  <a:close/>
                  <a:moveTo>
                    <a:pt x="280518" y="174921"/>
                  </a:moveTo>
                  <a:lnTo>
                    <a:pt x="244096" y="177475"/>
                  </a:lnTo>
                  <a:lnTo>
                    <a:pt x="243457" y="177475"/>
                  </a:lnTo>
                  <a:cubicBezTo>
                    <a:pt x="241540" y="177475"/>
                    <a:pt x="240262" y="176836"/>
                    <a:pt x="238984" y="175560"/>
                  </a:cubicBezTo>
                  <a:lnTo>
                    <a:pt x="210229" y="148747"/>
                  </a:lnTo>
                  <a:lnTo>
                    <a:pt x="200005" y="171729"/>
                  </a:lnTo>
                  <a:lnTo>
                    <a:pt x="251764" y="241314"/>
                  </a:lnTo>
                  <a:cubicBezTo>
                    <a:pt x="253042" y="242591"/>
                    <a:pt x="253042" y="244506"/>
                    <a:pt x="253042" y="246422"/>
                  </a:cubicBezTo>
                  <a:cubicBezTo>
                    <a:pt x="252403" y="248337"/>
                    <a:pt x="251764" y="249614"/>
                    <a:pt x="249847" y="250890"/>
                  </a:cubicBezTo>
                  <a:lnTo>
                    <a:pt x="188503" y="289194"/>
                  </a:lnTo>
                  <a:cubicBezTo>
                    <a:pt x="185308" y="290471"/>
                    <a:pt x="181474" y="288556"/>
                    <a:pt x="180196" y="285364"/>
                  </a:cubicBezTo>
                  <a:cubicBezTo>
                    <a:pt x="178918" y="282810"/>
                    <a:pt x="180196" y="280257"/>
                    <a:pt x="182113" y="278342"/>
                  </a:cubicBezTo>
                  <a:lnTo>
                    <a:pt x="237706" y="243868"/>
                  </a:lnTo>
                  <a:lnTo>
                    <a:pt x="188503" y="177475"/>
                  </a:lnTo>
                  <a:cubicBezTo>
                    <a:pt x="187864" y="176836"/>
                    <a:pt x="187225" y="175560"/>
                    <a:pt x="186586" y="174283"/>
                  </a:cubicBezTo>
                  <a:cubicBezTo>
                    <a:pt x="186586" y="174283"/>
                    <a:pt x="186586" y="173644"/>
                    <a:pt x="186586" y="173644"/>
                  </a:cubicBezTo>
                  <a:cubicBezTo>
                    <a:pt x="186586" y="173006"/>
                    <a:pt x="186586" y="172368"/>
                    <a:pt x="186586" y="172368"/>
                  </a:cubicBezTo>
                  <a:cubicBezTo>
                    <a:pt x="186586" y="171729"/>
                    <a:pt x="186586" y="171729"/>
                    <a:pt x="186586" y="171091"/>
                  </a:cubicBezTo>
                  <a:lnTo>
                    <a:pt x="186586" y="170452"/>
                  </a:lnTo>
                  <a:lnTo>
                    <a:pt x="186586" y="169814"/>
                  </a:lnTo>
                  <a:lnTo>
                    <a:pt x="186586" y="169814"/>
                  </a:lnTo>
                  <a:lnTo>
                    <a:pt x="200644" y="137256"/>
                  </a:lnTo>
                  <a:lnTo>
                    <a:pt x="200644" y="137256"/>
                  </a:lnTo>
                  <a:cubicBezTo>
                    <a:pt x="200644" y="135979"/>
                    <a:pt x="201283" y="134702"/>
                    <a:pt x="201922" y="134064"/>
                  </a:cubicBezTo>
                  <a:cubicBezTo>
                    <a:pt x="204478" y="131510"/>
                    <a:pt x="208312" y="131510"/>
                    <a:pt x="210868" y="134064"/>
                  </a:cubicBezTo>
                  <a:cubicBezTo>
                    <a:pt x="210868" y="134064"/>
                    <a:pt x="210868" y="134064"/>
                    <a:pt x="210868" y="134064"/>
                  </a:cubicBezTo>
                  <a:lnTo>
                    <a:pt x="244096" y="165984"/>
                  </a:lnTo>
                  <a:lnTo>
                    <a:pt x="277323" y="163430"/>
                  </a:lnTo>
                  <a:cubicBezTo>
                    <a:pt x="281157" y="163430"/>
                    <a:pt x="283713" y="165984"/>
                    <a:pt x="284352" y="169176"/>
                  </a:cubicBezTo>
                  <a:cubicBezTo>
                    <a:pt x="284991" y="172368"/>
                    <a:pt x="281796" y="175560"/>
                    <a:pt x="278602" y="176198"/>
                  </a:cubicBezTo>
                  <a:lnTo>
                    <a:pt x="280518" y="174921"/>
                  </a:lnTo>
                  <a:close/>
                </a:path>
              </a:pathLst>
            </a:custGeom>
            <a:solidFill>
              <a:srgbClr val="00A3E0"/>
            </a:solidFill>
            <a:ln w="6390" cap="flat">
              <a:noFill/>
              <a:prstDash val="solid"/>
              <a:miter/>
            </a:ln>
          </p:spPr>
          <p:txBody>
            <a:bodyPr rtlCol="0" anchor="ctr"/>
            <a:lstStyle/>
            <a:p>
              <a:endParaRPr lang="en-US"/>
            </a:p>
          </p:txBody>
        </p:sp>
      </p:grpSp>
      <p:grpSp>
        <p:nvGrpSpPr>
          <p:cNvPr id="498" name="Graphic 4">
            <a:extLst>
              <a:ext uri="{FF2B5EF4-FFF2-40B4-BE49-F238E27FC236}">
                <a16:creationId xmlns:a16="http://schemas.microsoft.com/office/drawing/2014/main" id="{052E7029-D999-3A4F-B470-065EC003A848}"/>
              </a:ext>
            </a:extLst>
          </p:cNvPr>
          <p:cNvGrpSpPr/>
          <p:nvPr/>
        </p:nvGrpSpPr>
        <p:grpSpPr>
          <a:xfrm>
            <a:off x="4045469" y="918179"/>
            <a:ext cx="362309" cy="361971"/>
            <a:chOff x="4045469" y="918179"/>
            <a:chExt cx="362309" cy="361971"/>
          </a:xfrm>
          <a:solidFill>
            <a:srgbClr val="00A3E0"/>
          </a:solidFill>
        </p:grpSpPr>
        <p:sp>
          <p:nvSpPr>
            <p:cNvPr id="499" name="Graphic 4">
              <a:extLst>
                <a:ext uri="{FF2B5EF4-FFF2-40B4-BE49-F238E27FC236}">
                  <a16:creationId xmlns:a16="http://schemas.microsoft.com/office/drawing/2014/main" id="{AA96421B-E550-D845-9044-F720EC61F02E}"/>
                </a:ext>
              </a:extLst>
            </p:cNvPr>
            <p:cNvSpPr/>
            <p:nvPr/>
          </p:nvSpPr>
          <p:spPr>
            <a:xfrm>
              <a:off x="4260809" y="1012023"/>
              <a:ext cx="10224" cy="10214"/>
            </a:xfrm>
            <a:custGeom>
              <a:avLst/>
              <a:gdLst>
                <a:gd name="connsiteX0" fmla="*/ 5112 w 10224"/>
                <a:gd name="connsiteY0" fmla="*/ 10214 h 10214"/>
                <a:gd name="connsiteX1" fmla="*/ 10224 w 10224"/>
                <a:gd name="connsiteY1" fmla="*/ 5107 h 10214"/>
                <a:gd name="connsiteX2" fmla="*/ 5112 w 10224"/>
                <a:gd name="connsiteY2" fmla="*/ 0 h 10214"/>
                <a:gd name="connsiteX3" fmla="*/ 0 w 10224"/>
                <a:gd name="connsiteY3" fmla="*/ 5107 h 10214"/>
                <a:gd name="connsiteX4" fmla="*/ 5112 w 10224"/>
                <a:gd name="connsiteY4" fmla="*/ 10214 h 10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24" h="10214">
                  <a:moveTo>
                    <a:pt x="5112" y="10214"/>
                  </a:moveTo>
                  <a:cubicBezTo>
                    <a:pt x="7668" y="10214"/>
                    <a:pt x="10224" y="8299"/>
                    <a:pt x="10224" y="5107"/>
                  </a:cubicBezTo>
                  <a:cubicBezTo>
                    <a:pt x="10224" y="1915"/>
                    <a:pt x="8307" y="0"/>
                    <a:pt x="5112" y="0"/>
                  </a:cubicBezTo>
                  <a:cubicBezTo>
                    <a:pt x="1917" y="0"/>
                    <a:pt x="0" y="1915"/>
                    <a:pt x="0" y="5107"/>
                  </a:cubicBezTo>
                  <a:cubicBezTo>
                    <a:pt x="0" y="8299"/>
                    <a:pt x="1917" y="10214"/>
                    <a:pt x="5112" y="10214"/>
                  </a:cubicBezTo>
                  <a:close/>
                </a:path>
              </a:pathLst>
            </a:custGeom>
            <a:solidFill>
              <a:srgbClr val="00A3E0"/>
            </a:solidFill>
            <a:ln w="6390" cap="flat">
              <a:noFill/>
              <a:prstDash val="solid"/>
              <a:miter/>
            </a:ln>
          </p:spPr>
          <p:txBody>
            <a:bodyPr rtlCol="0" anchor="ctr"/>
            <a:lstStyle/>
            <a:p>
              <a:endParaRPr lang="en-US"/>
            </a:p>
          </p:txBody>
        </p:sp>
        <p:sp>
          <p:nvSpPr>
            <p:cNvPr id="500" name="Graphic 4">
              <a:extLst>
                <a:ext uri="{FF2B5EF4-FFF2-40B4-BE49-F238E27FC236}">
                  <a16:creationId xmlns:a16="http://schemas.microsoft.com/office/drawing/2014/main" id="{AFA9D262-A2C1-C247-A6E8-CA98894D7DF9}"/>
                </a:ext>
              </a:extLst>
            </p:cNvPr>
            <p:cNvSpPr/>
            <p:nvPr/>
          </p:nvSpPr>
          <p:spPr>
            <a:xfrm>
              <a:off x="4126621" y="1119913"/>
              <a:ext cx="65177" cy="65116"/>
            </a:xfrm>
            <a:custGeom>
              <a:avLst/>
              <a:gdLst>
                <a:gd name="connsiteX0" fmla="*/ 32589 w 65177"/>
                <a:gd name="connsiteY0" fmla="*/ 0 h 65116"/>
                <a:gd name="connsiteX1" fmla="*/ 0 w 65177"/>
                <a:gd name="connsiteY1" fmla="*/ 32558 h 65116"/>
                <a:gd name="connsiteX2" fmla="*/ 32589 w 65177"/>
                <a:gd name="connsiteY2" fmla="*/ 65117 h 65116"/>
                <a:gd name="connsiteX3" fmla="*/ 65177 w 65177"/>
                <a:gd name="connsiteY3" fmla="*/ 32558 h 65116"/>
                <a:gd name="connsiteX4" fmla="*/ 65177 w 65177"/>
                <a:gd name="connsiteY4" fmla="*/ 32558 h 65116"/>
                <a:gd name="connsiteX5" fmla="*/ 32589 w 65177"/>
                <a:gd name="connsiteY5" fmla="*/ 0 h 65116"/>
                <a:gd name="connsiteX6" fmla="*/ 32589 w 65177"/>
                <a:gd name="connsiteY6" fmla="*/ 0 h 65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177" h="65116">
                  <a:moveTo>
                    <a:pt x="32589" y="0"/>
                  </a:moveTo>
                  <a:cubicBezTo>
                    <a:pt x="14697" y="0"/>
                    <a:pt x="0" y="14683"/>
                    <a:pt x="0" y="32558"/>
                  </a:cubicBezTo>
                  <a:cubicBezTo>
                    <a:pt x="0" y="50433"/>
                    <a:pt x="14697" y="65117"/>
                    <a:pt x="32589" y="65117"/>
                  </a:cubicBezTo>
                  <a:cubicBezTo>
                    <a:pt x="50481" y="65117"/>
                    <a:pt x="65177" y="50433"/>
                    <a:pt x="65177" y="32558"/>
                  </a:cubicBezTo>
                  <a:cubicBezTo>
                    <a:pt x="65177" y="32558"/>
                    <a:pt x="65177" y="32558"/>
                    <a:pt x="65177" y="32558"/>
                  </a:cubicBezTo>
                  <a:cubicBezTo>
                    <a:pt x="65177" y="14683"/>
                    <a:pt x="50481" y="0"/>
                    <a:pt x="32589" y="0"/>
                  </a:cubicBezTo>
                  <a:cubicBezTo>
                    <a:pt x="32589" y="0"/>
                    <a:pt x="32589" y="0"/>
                    <a:pt x="32589" y="0"/>
                  </a:cubicBezTo>
                  <a:close/>
                </a:path>
              </a:pathLst>
            </a:custGeom>
            <a:solidFill>
              <a:srgbClr val="00A3E0"/>
            </a:solidFill>
            <a:ln w="6390" cap="flat">
              <a:noFill/>
              <a:prstDash val="solid"/>
              <a:miter/>
            </a:ln>
          </p:spPr>
          <p:txBody>
            <a:bodyPr rtlCol="0" anchor="ctr"/>
            <a:lstStyle/>
            <a:p>
              <a:endParaRPr lang="en-US"/>
            </a:p>
          </p:txBody>
        </p:sp>
        <p:sp>
          <p:nvSpPr>
            <p:cNvPr id="501" name="Graphic 4">
              <a:extLst>
                <a:ext uri="{FF2B5EF4-FFF2-40B4-BE49-F238E27FC236}">
                  <a16:creationId xmlns:a16="http://schemas.microsoft.com/office/drawing/2014/main" id="{530A58CE-284B-7141-BE3C-A7CABA2F157B}"/>
                </a:ext>
              </a:extLst>
            </p:cNvPr>
            <p:cNvSpPr/>
            <p:nvPr/>
          </p:nvSpPr>
          <p:spPr>
            <a:xfrm>
              <a:off x="4045469" y="918179"/>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20453 w 362309"/>
                <a:gd name="connsiteY6" fmla="*/ 81715 h 361971"/>
                <a:gd name="connsiteX7" fmla="*/ 238345 w 362309"/>
                <a:gd name="connsiteY7" fmla="*/ 99590 h 361971"/>
                <a:gd name="connsiteX8" fmla="*/ 220453 w 362309"/>
                <a:gd name="connsiteY8" fmla="*/ 117465 h 361971"/>
                <a:gd name="connsiteX9" fmla="*/ 202561 w 362309"/>
                <a:gd name="connsiteY9" fmla="*/ 99590 h 361971"/>
                <a:gd name="connsiteX10" fmla="*/ 220453 w 362309"/>
                <a:gd name="connsiteY10" fmla="*/ 81715 h 361971"/>
                <a:gd name="connsiteX11" fmla="*/ 220453 w 362309"/>
                <a:gd name="connsiteY11" fmla="*/ 81715 h 361971"/>
                <a:gd name="connsiteX12" fmla="*/ 113741 w 362309"/>
                <a:gd name="connsiteY12" fmla="*/ 280257 h 361971"/>
                <a:gd name="connsiteX13" fmla="*/ 68372 w 362309"/>
                <a:gd name="connsiteY13" fmla="*/ 234931 h 361971"/>
                <a:gd name="connsiteX14" fmla="*/ 113741 w 362309"/>
                <a:gd name="connsiteY14" fmla="*/ 189604 h 361971"/>
                <a:gd name="connsiteX15" fmla="*/ 159110 w 362309"/>
                <a:gd name="connsiteY15" fmla="*/ 234931 h 361971"/>
                <a:gd name="connsiteX16" fmla="*/ 159110 w 362309"/>
                <a:gd name="connsiteY16" fmla="*/ 234931 h 361971"/>
                <a:gd name="connsiteX17" fmla="*/ 113741 w 362309"/>
                <a:gd name="connsiteY17" fmla="*/ 280257 h 361971"/>
                <a:gd name="connsiteX18" fmla="*/ 185308 w 362309"/>
                <a:gd name="connsiteY18" fmla="*/ 190243 h 361971"/>
                <a:gd name="connsiteX19" fmla="*/ 187864 w 362309"/>
                <a:gd name="connsiteY19" fmla="*/ 195350 h 361971"/>
                <a:gd name="connsiteX20" fmla="*/ 187864 w 362309"/>
                <a:gd name="connsiteY20" fmla="*/ 250252 h 361971"/>
                <a:gd name="connsiteX21" fmla="*/ 181474 w 362309"/>
                <a:gd name="connsiteY21" fmla="*/ 256636 h 361971"/>
                <a:gd name="connsiteX22" fmla="*/ 175084 w 362309"/>
                <a:gd name="connsiteY22" fmla="*/ 250252 h 361971"/>
                <a:gd name="connsiteX23" fmla="*/ 175084 w 362309"/>
                <a:gd name="connsiteY23" fmla="*/ 199180 h 361971"/>
                <a:gd name="connsiteX24" fmla="*/ 138023 w 362309"/>
                <a:gd name="connsiteY24" fmla="*/ 173006 h 361971"/>
                <a:gd name="connsiteX25" fmla="*/ 135467 w 362309"/>
                <a:gd name="connsiteY25" fmla="*/ 168537 h 361971"/>
                <a:gd name="connsiteX26" fmla="*/ 137384 w 362309"/>
                <a:gd name="connsiteY26" fmla="*/ 163430 h 361971"/>
                <a:gd name="connsiteX27" fmla="*/ 186586 w 362309"/>
                <a:gd name="connsiteY27" fmla="*/ 116188 h 361971"/>
                <a:gd name="connsiteX28" fmla="*/ 195532 w 362309"/>
                <a:gd name="connsiteY28" fmla="*/ 116188 h 361971"/>
                <a:gd name="connsiteX29" fmla="*/ 196810 w 362309"/>
                <a:gd name="connsiteY29" fmla="*/ 117465 h 361971"/>
                <a:gd name="connsiteX30" fmla="*/ 214063 w 362309"/>
                <a:gd name="connsiteY30" fmla="*/ 151939 h 361971"/>
                <a:gd name="connsiteX31" fmla="*/ 243457 w 362309"/>
                <a:gd name="connsiteY31" fmla="*/ 151939 h 361971"/>
                <a:gd name="connsiteX32" fmla="*/ 243457 w 362309"/>
                <a:gd name="connsiteY32" fmla="*/ 151939 h 361971"/>
                <a:gd name="connsiteX33" fmla="*/ 249847 w 362309"/>
                <a:gd name="connsiteY33" fmla="*/ 158323 h 361971"/>
                <a:gd name="connsiteX34" fmla="*/ 243457 w 362309"/>
                <a:gd name="connsiteY34" fmla="*/ 164707 h 361971"/>
                <a:gd name="connsiteX35" fmla="*/ 210229 w 362309"/>
                <a:gd name="connsiteY35" fmla="*/ 164707 h 361971"/>
                <a:gd name="connsiteX36" fmla="*/ 204478 w 362309"/>
                <a:gd name="connsiteY36" fmla="*/ 160876 h 361971"/>
                <a:gd name="connsiteX37" fmla="*/ 189142 w 362309"/>
                <a:gd name="connsiteY37" fmla="*/ 130872 h 361971"/>
                <a:gd name="connsiteX38" fmla="*/ 151442 w 362309"/>
                <a:gd name="connsiteY38" fmla="*/ 166622 h 361971"/>
                <a:gd name="connsiteX39" fmla="*/ 185308 w 362309"/>
                <a:gd name="connsiteY39" fmla="*/ 190243 h 361971"/>
                <a:gd name="connsiteX40" fmla="*/ 249208 w 362309"/>
                <a:gd name="connsiteY40" fmla="*/ 280257 h 361971"/>
                <a:gd name="connsiteX41" fmla="*/ 203839 w 362309"/>
                <a:gd name="connsiteY41" fmla="*/ 234931 h 361971"/>
                <a:gd name="connsiteX42" fmla="*/ 249208 w 362309"/>
                <a:gd name="connsiteY42" fmla="*/ 189604 h 361971"/>
                <a:gd name="connsiteX43" fmla="*/ 294576 w 362309"/>
                <a:gd name="connsiteY43" fmla="*/ 234931 h 361971"/>
                <a:gd name="connsiteX44" fmla="*/ 294576 w 362309"/>
                <a:gd name="connsiteY44" fmla="*/ 234931 h 361971"/>
                <a:gd name="connsiteX45" fmla="*/ 249208 w 362309"/>
                <a:gd name="connsiteY45" fmla="*/ 280257 h 361971"/>
                <a:gd name="connsiteX46" fmla="*/ 249208 w 362309"/>
                <a:gd name="connsiteY46" fmla="*/ 28025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310" y="81077"/>
                    <a:pt x="281796" y="0"/>
                    <a:pt x="181474" y="0"/>
                  </a:cubicBezTo>
                  <a:close/>
                  <a:moveTo>
                    <a:pt x="220453" y="81715"/>
                  </a:moveTo>
                  <a:cubicBezTo>
                    <a:pt x="230038" y="81715"/>
                    <a:pt x="238345" y="89376"/>
                    <a:pt x="238345" y="99590"/>
                  </a:cubicBezTo>
                  <a:cubicBezTo>
                    <a:pt x="238345" y="109804"/>
                    <a:pt x="230677" y="117465"/>
                    <a:pt x="220453" y="117465"/>
                  </a:cubicBezTo>
                  <a:cubicBezTo>
                    <a:pt x="210229" y="117465"/>
                    <a:pt x="202561" y="109804"/>
                    <a:pt x="202561" y="99590"/>
                  </a:cubicBezTo>
                  <a:cubicBezTo>
                    <a:pt x="202561" y="89376"/>
                    <a:pt x="210229" y="81715"/>
                    <a:pt x="220453" y="81715"/>
                  </a:cubicBezTo>
                  <a:lnTo>
                    <a:pt x="220453" y="81715"/>
                  </a:lnTo>
                  <a:close/>
                  <a:moveTo>
                    <a:pt x="113741" y="280257"/>
                  </a:moveTo>
                  <a:cubicBezTo>
                    <a:pt x="88820" y="280257"/>
                    <a:pt x="68372" y="259828"/>
                    <a:pt x="68372" y="234931"/>
                  </a:cubicBezTo>
                  <a:cubicBezTo>
                    <a:pt x="68372" y="210033"/>
                    <a:pt x="88820" y="189604"/>
                    <a:pt x="113741" y="189604"/>
                  </a:cubicBezTo>
                  <a:cubicBezTo>
                    <a:pt x="138662" y="189604"/>
                    <a:pt x="159110" y="210033"/>
                    <a:pt x="159110" y="234931"/>
                  </a:cubicBezTo>
                  <a:cubicBezTo>
                    <a:pt x="159110" y="234931"/>
                    <a:pt x="159110" y="234931"/>
                    <a:pt x="159110" y="234931"/>
                  </a:cubicBezTo>
                  <a:cubicBezTo>
                    <a:pt x="159110" y="259828"/>
                    <a:pt x="138662" y="280257"/>
                    <a:pt x="113741" y="280257"/>
                  </a:cubicBezTo>
                  <a:close/>
                  <a:moveTo>
                    <a:pt x="185308" y="190243"/>
                  </a:moveTo>
                  <a:cubicBezTo>
                    <a:pt x="187225" y="191519"/>
                    <a:pt x="187864" y="193435"/>
                    <a:pt x="187864" y="195350"/>
                  </a:cubicBezTo>
                  <a:lnTo>
                    <a:pt x="187864" y="250252"/>
                  </a:lnTo>
                  <a:cubicBezTo>
                    <a:pt x="187864" y="254083"/>
                    <a:pt x="185308" y="256636"/>
                    <a:pt x="181474" y="256636"/>
                  </a:cubicBezTo>
                  <a:cubicBezTo>
                    <a:pt x="177641" y="256636"/>
                    <a:pt x="175084" y="254083"/>
                    <a:pt x="175084" y="250252"/>
                  </a:cubicBezTo>
                  <a:lnTo>
                    <a:pt x="175084" y="199180"/>
                  </a:lnTo>
                  <a:lnTo>
                    <a:pt x="138023" y="173006"/>
                  </a:lnTo>
                  <a:cubicBezTo>
                    <a:pt x="136745" y="171729"/>
                    <a:pt x="135467" y="170452"/>
                    <a:pt x="135467" y="168537"/>
                  </a:cubicBezTo>
                  <a:cubicBezTo>
                    <a:pt x="135467" y="166622"/>
                    <a:pt x="136106" y="164707"/>
                    <a:pt x="137384" y="163430"/>
                  </a:cubicBezTo>
                  <a:lnTo>
                    <a:pt x="186586" y="116188"/>
                  </a:lnTo>
                  <a:cubicBezTo>
                    <a:pt x="189142" y="113635"/>
                    <a:pt x="192976" y="113635"/>
                    <a:pt x="195532" y="116188"/>
                  </a:cubicBezTo>
                  <a:cubicBezTo>
                    <a:pt x="196171" y="116827"/>
                    <a:pt x="196171" y="117465"/>
                    <a:pt x="196810" y="117465"/>
                  </a:cubicBezTo>
                  <a:lnTo>
                    <a:pt x="214063" y="151939"/>
                  </a:lnTo>
                  <a:lnTo>
                    <a:pt x="243457" y="151939"/>
                  </a:lnTo>
                  <a:lnTo>
                    <a:pt x="243457" y="151939"/>
                  </a:lnTo>
                  <a:cubicBezTo>
                    <a:pt x="247291" y="151939"/>
                    <a:pt x="249847" y="154492"/>
                    <a:pt x="249847" y="158323"/>
                  </a:cubicBezTo>
                  <a:cubicBezTo>
                    <a:pt x="249847" y="162153"/>
                    <a:pt x="247291" y="164707"/>
                    <a:pt x="243457" y="164707"/>
                  </a:cubicBezTo>
                  <a:lnTo>
                    <a:pt x="210229" y="164707"/>
                  </a:lnTo>
                  <a:cubicBezTo>
                    <a:pt x="207673" y="164707"/>
                    <a:pt x="205756" y="163430"/>
                    <a:pt x="204478" y="160876"/>
                  </a:cubicBezTo>
                  <a:lnTo>
                    <a:pt x="189142" y="130872"/>
                  </a:lnTo>
                  <a:lnTo>
                    <a:pt x="151442" y="166622"/>
                  </a:lnTo>
                  <a:lnTo>
                    <a:pt x="185308" y="190243"/>
                  </a:lnTo>
                  <a:close/>
                  <a:moveTo>
                    <a:pt x="249208" y="280257"/>
                  </a:moveTo>
                  <a:cubicBezTo>
                    <a:pt x="224287" y="280257"/>
                    <a:pt x="203839" y="259828"/>
                    <a:pt x="203839" y="234931"/>
                  </a:cubicBezTo>
                  <a:cubicBezTo>
                    <a:pt x="203839" y="210033"/>
                    <a:pt x="224287" y="189604"/>
                    <a:pt x="249208" y="189604"/>
                  </a:cubicBezTo>
                  <a:cubicBezTo>
                    <a:pt x="274128" y="189604"/>
                    <a:pt x="294576" y="210033"/>
                    <a:pt x="294576" y="234931"/>
                  </a:cubicBezTo>
                  <a:cubicBezTo>
                    <a:pt x="294576" y="234931"/>
                    <a:pt x="294576" y="234931"/>
                    <a:pt x="294576" y="234931"/>
                  </a:cubicBezTo>
                  <a:cubicBezTo>
                    <a:pt x="294576" y="259828"/>
                    <a:pt x="274128" y="279618"/>
                    <a:pt x="249208" y="280257"/>
                  </a:cubicBezTo>
                  <a:lnTo>
                    <a:pt x="249208" y="280257"/>
                  </a:lnTo>
                  <a:close/>
                </a:path>
              </a:pathLst>
            </a:custGeom>
            <a:solidFill>
              <a:srgbClr val="00A3E0"/>
            </a:solidFill>
            <a:ln w="6390" cap="flat">
              <a:noFill/>
              <a:prstDash val="solid"/>
              <a:miter/>
            </a:ln>
          </p:spPr>
          <p:txBody>
            <a:bodyPr rtlCol="0" anchor="ctr"/>
            <a:lstStyle/>
            <a:p>
              <a:endParaRPr lang="en-US"/>
            </a:p>
          </p:txBody>
        </p:sp>
        <p:sp>
          <p:nvSpPr>
            <p:cNvPr id="502" name="Graphic 4">
              <a:extLst>
                <a:ext uri="{FF2B5EF4-FFF2-40B4-BE49-F238E27FC236}">
                  <a16:creationId xmlns:a16="http://schemas.microsoft.com/office/drawing/2014/main" id="{B7B07A04-ED16-3C43-BC5B-41311954EF6F}"/>
                </a:ext>
              </a:extLst>
            </p:cNvPr>
            <p:cNvSpPr/>
            <p:nvPr/>
          </p:nvSpPr>
          <p:spPr>
            <a:xfrm>
              <a:off x="4262088" y="1119913"/>
              <a:ext cx="65177" cy="65116"/>
            </a:xfrm>
            <a:custGeom>
              <a:avLst/>
              <a:gdLst>
                <a:gd name="connsiteX0" fmla="*/ 65177 w 65177"/>
                <a:gd name="connsiteY0" fmla="*/ 32558 h 65116"/>
                <a:gd name="connsiteX1" fmla="*/ 32589 w 65177"/>
                <a:gd name="connsiteY1" fmla="*/ 65117 h 65116"/>
                <a:gd name="connsiteX2" fmla="*/ 0 w 65177"/>
                <a:gd name="connsiteY2" fmla="*/ 32558 h 65116"/>
                <a:gd name="connsiteX3" fmla="*/ 32589 w 65177"/>
                <a:gd name="connsiteY3" fmla="*/ 0 h 65116"/>
                <a:gd name="connsiteX4" fmla="*/ 65177 w 65177"/>
                <a:gd name="connsiteY4" fmla="*/ 32558 h 65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77" h="65116">
                  <a:moveTo>
                    <a:pt x="65177" y="32558"/>
                  </a:moveTo>
                  <a:cubicBezTo>
                    <a:pt x="65177" y="50540"/>
                    <a:pt x="50587" y="65117"/>
                    <a:pt x="32589" y="65117"/>
                  </a:cubicBezTo>
                  <a:cubicBezTo>
                    <a:pt x="14591" y="65117"/>
                    <a:pt x="0" y="50540"/>
                    <a:pt x="0" y="32558"/>
                  </a:cubicBezTo>
                  <a:cubicBezTo>
                    <a:pt x="0" y="14577"/>
                    <a:pt x="14591" y="0"/>
                    <a:pt x="32589" y="0"/>
                  </a:cubicBezTo>
                  <a:cubicBezTo>
                    <a:pt x="50587" y="0"/>
                    <a:pt x="65177" y="14577"/>
                    <a:pt x="65177" y="32558"/>
                  </a:cubicBezTo>
                  <a:close/>
                </a:path>
              </a:pathLst>
            </a:custGeom>
            <a:solidFill>
              <a:srgbClr val="00A3E0"/>
            </a:solidFill>
            <a:ln w="6390" cap="flat">
              <a:noFill/>
              <a:prstDash val="solid"/>
              <a:miter/>
            </a:ln>
          </p:spPr>
          <p:txBody>
            <a:bodyPr rtlCol="0" anchor="ctr"/>
            <a:lstStyle/>
            <a:p>
              <a:endParaRPr lang="en-US"/>
            </a:p>
          </p:txBody>
        </p:sp>
      </p:grpSp>
      <p:grpSp>
        <p:nvGrpSpPr>
          <p:cNvPr id="503" name="Graphic 4">
            <a:extLst>
              <a:ext uri="{FF2B5EF4-FFF2-40B4-BE49-F238E27FC236}">
                <a16:creationId xmlns:a16="http://schemas.microsoft.com/office/drawing/2014/main" id="{EAB82D23-CE72-C64E-8097-F685FB9748C0}"/>
              </a:ext>
            </a:extLst>
          </p:cNvPr>
          <p:cNvGrpSpPr/>
          <p:nvPr/>
        </p:nvGrpSpPr>
        <p:grpSpPr>
          <a:xfrm>
            <a:off x="4045469" y="2371173"/>
            <a:ext cx="362309" cy="361971"/>
            <a:chOff x="4045469" y="2371173"/>
            <a:chExt cx="362309" cy="361971"/>
          </a:xfrm>
          <a:solidFill>
            <a:srgbClr val="00A3E0"/>
          </a:solidFill>
        </p:grpSpPr>
        <p:sp>
          <p:nvSpPr>
            <p:cNvPr id="504" name="Graphic 4">
              <a:extLst>
                <a:ext uri="{FF2B5EF4-FFF2-40B4-BE49-F238E27FC236}">
                  <a16:creationId xmlns:a16="http://schemas.microsoft.com/office/drawing/2014/main" id="{7447562E-26BB-B941-AA79-958E299117A2}"/>
                </a:ext>
              </a:extLst>
            </p:cNvPr>
            <p:cNvSpPr/>
            <p:nvPr/>
          </p:nvSpPr>
          <p:spPr>
            <a:xfrm>
              <a:off x="4212701" y="2452250"/>
              <a:ext cx="16980" cy="15959"/>
            </a:xfrm>
            <a:custGeom>
              <a:avLst/>
              <a:gdLst>
                <a:gd name="connsiteX0" fmla="*/ 9130 w 16980"/>
                <a:gd name="connsiteY0" fmla="*/ 15960 h 15959"/>
                <a:gd name="connsiteX1" fmla="*/ 14880 w 16980"/>
                <a:gd name="connsiteY1" fmla="*/ 13406 h 15959"/>
                <a:gd name="connsiteX2" fmla="*/ 14241 w 16980"/>
                <a:gd name="connsiteY2" fmla="*/ 1915 h 15959"/>
                <a:gd name="connsiteX3" fmla="*/ 8490 w 16980"/>
                <a:gd name="connsiteY3" fmla="*/ 0 h 15959"/>
                <a:gd name="connsiteX4" fmla="*/ 7852 w 16980"/>
                <a:gd name="connsiteY4" fmla="*/ 0 h 15959"/>
                <a:gd name="connsiteX5" fmla="*/ 2100 w 16980"/>
                <a:gd name="connsiteY5" fmla="*/ 2554 h 15959"/>
                <a:gd name="connsiteX6" fmla="*/ 2740 w 16980"/>
                <a:gd name="connsiteY6" fmla="*/ 14045 h 15959"/>
                <a:gd name="connsiteX7" fmla="*/ 9130 w 16980"/>
                <a:gd name="connsiteY7" fmla="*/ 15960 h 15959"/>
                <a:gd name="connsiteX8" fmla="*/ 9130 w 16980"/>
                <a:gd name="connsiteY8" fmla="*/ 15960 h 15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80" h="15959">
                  <a:moveTo>
                    <a:pt x="9130" y="15960"/>
                  </a:moveTo>
                  <a:cubicBezTo>
                    <a:pt x="11047" y="15960"/>
                    <a:pt x="13603" y="14683"/>
                    <a:pt x="14880" y="13406"/>
                  </a:cubicBezTo>
                  <a:cubicBezTo>
                    <a:pt x="18075" y="10214"/>
                    <a:pt x="17436" y="4469"/>
                    <a:pt x="14241" y="1915"/>
                  </a:cubicBezTo>
                  <a:cubicBezTo>
                    <a:pt x="12963" y="638"/>
                    <a:pt x="11047" y="0"/>
                    <a:pt x="8490" y="0"/>
                  </a:cubicBezTo>
                  <a:lnTo>
                    <a:pt x="7852" y="0"/>
                  </a:lnTo>
                  <a:cubicBezTo>
                    <a:pt x="5935" y="0"/>
                    <a:pt x="3379" y="1277"/>
                    <a:pt x="2100" y="2554"/>
                  </a:cubicBezTo>
                  <a:cubicBezTo>
                    <a:pt x="-1095" y="5746"/>
                    <a:pt x="-455" y="10853"/>
                    <a:pt x="2740" y="14045"/>
                  </a:cubicBezTo>
                  <a:cubicBezTo>
                    <a:pt x="4018" y="15322"/>
                    <a:pt x="5935" y="15960"/>
                    <a:pt x="9130" y="15960"/>
                  </a:cubicBezTo>
                  <a:lnTo>
                    <a:pt x="9130" y="15960"/>
                  </a:lnTo>
                  <a:close/>
                </a:path>
              </a:pathLst>
            </a:custGeom>
            <a:solidFill>
              <a:srgbClr val="00A3E0"/>
            </a:solidFill>
            <a:ln w="6390" cap="flat">
              <a:noFill/>
              <a:prstDash val="solid"/>
              <a:miter/>
            </a:ln>
          </p:spPr>
          <p:txBody>
            <a:bodyPr rtlCol="0" anchor="ctr"/>
            <a:lstStyle/>
            <a:p>
              <a:endParaRPr lang="en-US"/>
            </a:p>
          </p:txBody>
        </p:sp>
        <p:sp>
          <p:nvSpPr>
            <p:cNvPr id="505" name="Graphic 4">
              <a:extLst>
                <a:ext uri="{FF2B5EF4-FFF2-40B4-BE49-F238E27FC236}">
                  <a16:creationId xmlns:a16="http://schemas.microsoft.com/office/drawing/2014/main" id="{2F9E7DEA-D3FC-CE46-B000-94509EB24EDA}"/>
                </a:ext>
              </a:extLst>
            </p:cNvPr>
            <p:cNvSpPr/>
            <p:nvPr/>
          </p:nvSpPr>
          <p:spPr>
            <a:xfrm>
              <a:off x="4045469" y="237117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59748 w 362309"/>
                <a:gd name="connsiteY6" fmla="*/ 75331 h 361971"/>
                <a:gd name="connsiteX7" fmla="*/ 189142 w 362309"/>
                <a:gd name="connsiteY7" fmla="*/ 73416 h 361971"/>
                <a:gd name="connsiteX8" fmla="*/ 191059 w 362309"/>
                <a:gd name="connsiteY8" fmla="*/ 102782 h 361971"/>
                <a:gd name="connsiteX9" fmla="*/ 177001 w 362309"/>
                <a:gd name="connsiteY9" fmla="*/ 109805 h 361971"/>
                <a:gd name="connsiteX10" fmla="*/ 175723 w 362309"/>
                <a:gd name="connsiteY10" fmla="*/ 109805 h 361971"/>
                <a:gd name="connsiteX11" fmla="*/ 154637 w 362309"/>
                <a:gd name="connsiteY11" fmla="*/ 88738 h 361971"/>
                <a:gd name="connsiteX12" fmla="*/ 159748 w 362309"/>
                <a:gd name="connsiteY12" fmla="*/ 75331 h 361971"/>
                <a:gd name="connsiteX13" fmla="*/ 159748 w 362309"/>
                <a:gd name="connsiteY13" fmla="*/ 75331 h 361971"/>
                <a:gd name="connsiteX14" fmla="*/ 152720 w 362309"/>
                <a:gd name="connsiteY14" fmla="*/ 126403 h 361971"/>
                <a:gd name="connsiteX15" fmla="*/ 161666 w 362309"/>
                <a:gd name="connsiteY15" fmla="*/ 126403 h 361971"/>
                <a:gd name="connsiteX16" fmla="*/ 193615 w 362309"/>
                <a:gd name="connsiteY16" fmla="*/ 156408 h 361971"/>
                <a:gd name="connsiteX17" fmla="*/ 225565 w 362309"/>
                <a:gd name="connsiteY17" fmla="*/ 154492 h 361971"/>
                <a:gd name="connsiteX18" fmla="*/ 232594 w 362309"/>
                <a:gd name="connsiteY18" fmla="*/ 160238 h 361971"/>
                <a:gd name="connsiteX19" fmla="*/ 232594 w 362309"/>
                <a:gd name="connsiteY19" fmla="*/ 160238 h 361971"/>
                <a:gd name="connsiteX20" fmla="*/ 226843 w 362309"/>
                <a:gd name="connsiteY20" fmla="*/ 167260 h 361971"/>
                <a:gd name="connsiteX21" fmla="*/ 192337 w 362309"/>
                <a:gd name="connsiteY21" fmla="*/ 169814 h 361971"/>
                <a:gd name="connsiteX22" fmla="*/ 192337 w 362309"/>
                <a:gd name="connsiteY22" fmla="*/ 169814 h 361971"/>
                <a:gd name="connsiteX23" fmla="*/ 187864 w 362309"/>
                <a:gd name="connsiteY23" fmla="*/ 167899 h 361971"/>
                <a:gd name="connsiteX24" fmla="*/ 161027 w 362309"/>
                <a:gd name="connsiteY24" fmla="*/ 142363 h 361971"/>
                <a:gd name="connsiteX25" fmla="*/ 152081 w 362309"/>
                <a:gd name="connsiteY25" fmla="*/ 163430 h 361971"/>
                <a:gd name="connsiteX26" fmla="*/ 182113 w 362309"/>
                <a:gd name="connsiteY26" fmla="*/ 201095 h 361971"/>
                <a:gd name="connsiteX27" fmla="*/ 182113 w 362309"/>
                <a:gd name="connsiteY27" fmla="*/ 209395 h 361971"/>
                <a:gd name="connsiteX28" fmla="*/ 136106 w 362309"/>
                <a:gd name="connsiteY28" fmla="*/ 259828 h 361971"/>
                <a:gd name="connsiteX29" fmla="*/ 131633 w 362309"/>
                <a:gd name="connsiteY29" fmla="*/ 261743 h 361971"/>
                <a:gd name="connsiteX30" fmla="*/ 127160 w 362309"/>
                <a:gd name="connsiteY30" fmla="*/ 259828 h 361971"/>
                <a:gd name="connsiteX31" fmla="*/ 126521 w 362309"/>
                <a:gd name="connsiteY31" fmla="*/ 250891 h 361971"/>
                <a:gd name="connsiteX32" fmla="*/ 169333 w 362309"/>
                <a:gd name="connsiteY32" fmla="*/ 204287 h 361971"/>
                <a:gd name="connsiteX33" fmla="*/ 140579 w 362309"/>
                <a:gd name="connsiteY33" fmla="*/ 169176 h 361971"/>
                <a:gd name="connsiteX34" fmla="*/ 138662 w 362309"/>
                <a:gd name="connsiteY34" fmla="*/ 165984 h 361971"/>
                <a:gd name="connsiteX35" fmla="*/ 138662 w 362309"/>
                <a:gd name="connsiteY35" fmla="*/ 165345 h 361971"/>
                <a:gd name="connsiteX36" fmla="*/ 138662 w 362309"/>
                <a:gd name="connsiteY36" fmla="*/ 163430 h 361971"/>
                <a:gd name="connsiteX37" fmla="*/ 138662 w 362309"/>
                <a:gd name="connsiteY37" fmla="*/ 162153 h 361971"/>
                <a:gd name="connsiteX38" fmla="*/ 138662 w 362309"/>
                <a:gd name="connsiteY38" fmla="*/ 161515 h 361971"/>
                <a:gd name="connsiteX39" fmla="*/ 138662 w 362309"/>
                <a:gd name="connsiteY39" fmla="*/ 161515 h 361971"/>
                <a:gd name="connsiteX40" fmla="*/ 138662 w 362309"/>
                <a:gd name="connsiteY40" fmla="*/ 160876 h 361971"/>
                <a:gd name="connsiteX41" fmla="*/ 152081 w 362309"/>
                <a:gd name="connsiteY41" fmla="*/ 129595 h 361971"/>
                <a:gd name="connsiteX42" fmla="*/ 152081 w 362309"/>
                <a:gd name="connsiteY42" fmla="*/ 129595 h 361971"/>
                <a:gd name="connsiteX43" fmla="*/ 152720 w 362309"/>
                <a:gd name="connsiteY43" fmla="*/ 126403 h 361971"/>
                <a:gd name="connsiteX44" fmla="*/ 152720 w 362309"/>
                <a:gd name="connsiteY44" fmla="*/ 126403 h 361971"/>
                <a:gd name="connsiteX45" fmla="*/ 65177 w 362309"/>
                <a:gd name="connsiteY45" fmla="*/ 141086 h 361971"/>
                <a:gd name="connsiteX46" fmla="*/ 120770 w 362309"/>
                <a:gd name="connsiteY46" fmla="*/ 98313 h 361971"/>
                <a:gd name="connsiteX47" fmla="*/ 129077 w 362309"/>
                <a:gd name="connsiteY47" fmla="*/ 98313 h 361971"/>
                <a:gd name="connsiteX48" fmla="*/ 145691 w 362309"/>
                <a:gd name="connsiteY48" fmla="*/ 112997 h 361971"/>
                <a:gd name="connsiteX49" fmla="*/ 145691 w 362309"/>
                <a:gd name="connsiteY49" fmla="*/ 121934 h 361971"/>
                <a:gd name="connsiteX50" fmla="*/ 137384 w 362309"/>
                <a:gd name="connsiteY50" fmla="*/ 122573 h 361971"/>
                <a:gd name="connsiteX51" fmla="*/ 125243 w 362309"/>
                <a:gd name="connsiteY51" fmla="*/ 111081 h 361971"/>
                <a:gd name="connsiteX52" fmla="*/ 74124 w 362309"/>
                <a:gd name="connsiteY52" fmla="*/ 150662 h 361971"/>
                <a:gd name="connsiteX53" fmla="*/ 65177 w 362309"/>
                <a:gd name="connsiteY53" fmla="*/ 149385 h 361971"/>
                <a:gd name="connsiteX54" fmla="*/ 65177 w 362309"/>
                <a:gd name="connsiteY54" fmla="*/ 141086 h 361971"/>
                <a:gd name="connsiteX55" fmla="*/ 65177 w 362309"/>
                <a:gd name="connsiteY55" fmla="*/ 141086 h 361971"/>
                <a:gd name="connsiteX56" fmla="*/ 65177 w 362309"/>
                <a:gd name="connsiteY56" fmla="*/ 141086 h 361971"/>
                <a:gd name="connsiteX57" fmla="*/ 71567 w 362309"/>
                <a:gd name="connsiteY57" fmla="*/ 263020 h 361971"/>
                <a:gd name="connsiteX58" fmla="*/ 67734 w 362309"/>
                <a:gd name="connsiteY58" fmla="*/ 261743 h 361971"/>
                <a:gd name="connsiteX59" fmla="*/ 66456 w 362309"/>
                <a:gd name="connsiteY59" fmla="*/ 252806 h 361971"/>
                <a:gd name="connsiteX60" fmla="*/ 117575 w 362309"/>
                <a:gd name="connsiteY60" fmla="*/ 180028 h 361971"/>
                <a:gd name="connsiteX61" fmla="*/ 126521 w 362309"/>
                <a:gd name="connsiteY61" fmla="*/ 178752 h 361971"/>
                <a:gd name="connsiteX62" fmla="*/ 126521 w 362309"/>
                <a:gd name="connsiteY62" fmla="*/ 178752 h 361971"/>
                <a:gd name="connsiteX63" fmla="*/ 127799 w 362309"/>
                <a:gd name="connsiteY63" fmla="*/ 187689 h 361971"/>
                <a:gd name="connsiteX64" fmla="*/ 76040 w 362309"/>
                <a:gd name="connsiteY64" fmla="*/ 259828 h 361971"/>
                <a:gd name="connsiteX65" fmla="*/ 71567 w 362309"/>
                <a:gd name="connsiteY65" fmla="*/ 263020 h 361971"/>
                <a:gd name="connsiteX66" fmla="*/ 71567 w 362309"/>
                <a:gd name="connsiteY66" fmla="*/ 263020 h 361971"/>
                <a:gd name="connsiteX67" fmla="*/ 294576 w 362309"/>
                <a:gd name="connsiteY67" fmla="*/ 230462 h 361971"/>
                <a:gd name="connsiteX68" fmla="*/ 260710 w 362309"/>
                <a:gd name="connsiteY68" fmla="*/ 230462 h 361971"/>
                <a:gd name="connsiteX69" fmla="*/ 260710 w 362309"/>
                <a:gd name="connsiteY69" fmla="*/ 245145 h 361971"/>
                <a:gd name="connsiteX70" fmla="*/ 254320 w 362309"/>
                <a:gd name="connsiteY70" fmla="*/ 251529 h 361971"/>
                <a:gd name="connsiteX71" fmla="*/ 217897 w 362309"/>
                <a:gd name="connsiteY71" fmla="*/ 251529 h 361971"/>
                <a:gd name="connsiteX72" fmla="*/ 217897 w 362309"/>
                <a:gd name="connsiteY72" fmla="*/ 266212 h 361971"/>
                <a:gd name="connsiteX73" fmla="*/ 211507 w 362309"/>
                <a:gd name="connsiteY73" fmla="*/ 272596 h 361971"/>
                <a:gd name="connsiteX74" fmla="*/ 175084 w 362309"/>
                <a:gd name="connsiteY74" fmla="*/ 272596 h 361971"/>
                <a:gd name="connsiteX75" fmla="*/ 175084 w 362309"/>
                <a:gd name="connsiteY75" fmla="*/ 287279 h 361971"/>
                <a:gd name="connsiteX76" fmla="*/ 168695 w 362309"/>
                <a:gd name="connsiteY76" fmla="*/ 293663 h 361971"/>
                <a:gd name="connsiteX77" fmla="*/ 120131 w 362309"/>
                <a:gd name="connsiteY77" fmla="*/ 293663 h 361971"/>
                <a:gd name="connsiteX78" fmla="*/ 113741 w 362309"/>
                <a:gd name="connsiteY78" fmla="*/ 287279 h 361971"/>
                <a:gd name="connsiteX79" fmla="*/ 120131 w 362309"/>
                <a:gd name="connsiteY79" fmla="*/ 280895 h 361971"/>
                <a:gd name="connsiteX80" fmla="*/ 162305 w 362309"/>
                <a:gd name="connsiteY80" fmla="*/ 280895 h 361971"/>
                <a:gd name="connsiteX81" fmla="*/ 162305 w 362309"/>
                <a:gd name="connsiteY81" fmla="*/ 266212 h 361971"/>
                <a:gd name="connsiteX82" fmla="*/ 168695 w 362309"/>
                <a:gd name="connsiteY82" fmla="*/ 259828 h 361971"/>
                <a:gd name="connsiteX83" fmla="*/ 205117 w 362309"/>
                <a:gd name="connsiteY83" fmla="*/ 259828 h 361971"/>
                <a:gd name="connsiteX84" fmla="*/ 205117 w 362309"/>
                <a:gd name="connsiteY84" fmla="*/ 245145 h 361971"/>
                <a:gd name="connsiteX85" fmla="*/ 211507 w 362309"/>
                <a:gd name="connsiteY85" fmla="*/ 238761 h 361971"/>
                <a:gd name="connsiteX86" fmla="*/ 247930 w 362309"/>
                <a:gd name="connsiteY86" fmla="*/ 238761 h 361971"/>
                <a:gd name="connsiteX87" fmla="*/ 247930 w 362309"/>
                <a:gd name="connsiteY87" fmla="*/ 224078 h 361971"/>
                <a:gd name="connsiteX88" fmla="*/ 254320 w 362309"/>
                <a:gd name="connsiteY88" fmla="*/ 217694 h 361971"/>
                <a:gd name="connsiteX89" fmla="*/ 294576 w 362309"/>
                <a:gd name="connsiteY89" fmla="*/ 217694 h 361971"/>
                <a:gd name="connsiteX90" fmla="*/ 300966 w 362309"/>
                <a:gd name="connsiteY90" fmla="*/ 224078 h 361971"/>
                <a:gd name="connsiteX91" fmla="*/ 294576 w 362309"/>
                <a:gd name="connsiteY91" fmla="*/ 23046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159748" y="75331"/>
                  </a:moveTo>
                  <a:cubicBezTo>
                    <a:pt x="167416" y="66394"/>
                    <a:pt x="180836" y="65755"/>
                    <a:pt x="189142" y="73416"/>
                  </a:cubicBezTo>
                  <a:cubicBezTo>
                    <a:pt x="198088" y="81077"/>
                    <a:pt x="198727" y="94483"/>
                    <a:pt x="191059" y="102782"/>
                  </a:cubicBezTo>
                  <a:cubicBezTo>
                    <a:pt x="187225" y="106613"/>
                    <a:pt x="182113" y="109166"/>
                    <a:pt x="177001" y="109805"/>
                  </a:cubicBezTo>
                  <a:lnTo>
                    <a:pt x="175723" y="109805"/>
                  </a:lnTo>
                  <a:cubicBezTo>
                    <a:pt x="164221" y="109805"/>
                    <a:pt x="154637" y="100229"/>
                    <a:pt x="154637" y="88738"/>
                  </a:cubicBezTo>
                  <a:cubicBezTo>
                    <a:pt x="154637" y="84269"/>
                    <a:pt x="156553" y="79162"/>
                    <a:pt x="159748" y="75331"/>
                  </a:cubicBezTo>
                  <a:lnTo>
                    <a:pt x="159748" y="75331"/>
                  </a:lnTo>
                  <a:close/>
                  <a:moveTo>
                    <a:pt x="152720" y="126403"/>
                  </a:moveTo>
                  <a:cubicBezTo>
                    <a:pt x="155276" y="123849"/>
                    <a:pt x="159110" y="123849"/>
                    <a:pt x="161666" y="126403"/>
                  </a:cubicBezTo>
                  <a:lnTo>
                    <a:pt x="193615" y="156408"/>
                  </a:lnTo>
                  <a:lnTo>
                    <a:pt x="225565" y="154492"/>
                  </a:lnTo>
                  <a:cubicBezTo>
                    <a:pt x="229399" y="154492"/>
                    <a:pt x="231955" y="157046"/>
                    <a:pt x="232594" y="160238"/>
                  </a:cubicBezTo>
                  <a:cubicBezTo>
                    <a:pt x="232594" y="160238"/>
                    <a:pt x="232594" y="160238"/>
                    <a:pt x="232594" y="160238"/>
                  </a:cubicBezTo>
                  <a:cubicBezTo>
                    <a:pt x="232594" y="163430"/>
                    <a:pt x="230038" y="166622"/>
                    <a:pt x="226843" y="167260"/>
                  </a:cubicBezTo>
                  <a:lnTo>
                    <a:pt x="192337" y="169814"/>
                  </a:lnTo>
                  <a:lnTo>
                    <a:pt x="192337" y="169814"/>
                  </a:lnTo>
                  <a:cubicBezTo>
                    <a:pt x="190420" y="169814"/>
                    <a:pt x="189142" y="169176"/>
                    <a:pt x="187864" y="167899"/>
                  </a:cubicBezTo>
                  <a:lnTo>
                    <a:pt x="161027" y="142363"/>
                  </a:lnTo>
                  <a:lnTo>
                    <a:pt x="152081" y="163430"/>
                  </a:lnTo>
                  <a:lnTo>
                    <a:pt x="182113" y="201095"/>
                  </a:lnTo>
                  <a:cubicBezTo>
                    <a:pt x="184031" y="203649"/>
                    <a:pt x="184031" y="206841"/>
                    <a:pt x="182113" y="209395"/>
                  </a:cubicBezTo>
                  <a:lnTo>
                    <a:pt x="136106" y="259828"/>
                  </a:lnTo>
                  <a:cubicBezTo>
                    <a:pt x="134828" y="261105"/>
                    <a:pt x="132911" y="261743"/>
                    <a:pt x="131633" y="261743"/>
                  </a:cubicBezTo>
                  <a:cubicBezTo>
                    <a:pt x="130355" y="261743"/>
                    <a:pt x="128438" y="261105"/>
                    <a:pt x="127160" y="259828"/>
                  </a:cubicBezTo>
                  <a:cubicBezTo>
                    <a:pt x="124604" y="257275"/>
                    <a:pt x="124604" y="253444"/>
                    <a:pt x="126521" y="250891"/>
                  </a:cubicBezTo>
                  <a:lnTo>
                    <a:pt x="169333" y="204287"/>
                  </a:lnTo>
                  <a:lnTo>
                    <a:pt x="140579" y="169176"/>
                  </a:lnTo>
                  <a:cubicBezTo>
                    <a:pt x="139940" y="168537"/>
                    <a:pt x="139301" y="167260"/>
                    <a:pt x="138662" y="165984"/>
                  </a:cubicBezTo>
                  <a:cubicBezTo>
                    <a:pt x="138662" y="165984"/>
                    <a:pt x="138662" y="165984"/>
                    <a:pt x="138662" y="165345"/>
                  </a:cubicBezTo>
                  <a:cubicBezTo>
                    <a:pt x="138662" y="164707"/>
                    <a:pt x="138662" y="164068"/>
                    <a:pt x="138662" y="163430"/>
                  </a:cubicBezTo>
                  <a:cubicBezTo>
                    <a:pt x="138662" y="162792"/>
                    <a:pt x="138662" y="162153"/>
                    <a:pt x="138662" y="162153"/>
                  </a:cubicBezTo>
                  <a:cubicBezTo>
                    <a:pt x="138662" y="162153"/>
                    <a:pt x="138662" y="162153"/>
                    <a:pt x="138662" y="161515"/>
                  </a:cubicBezTo>
                  <a:lnTo>
                    <a:pt x="138662" y="161515"/>
                  </a:lnTo>
                  <a:lnTo>
                    <a:pt x="138662" y="160876"/>
                  </a:lnTo>
                  <a:lnTo>
                    <a:pt x="152081" y="129595"/>
                  </a:lnTo>
                  <a:lnTo>
                    <a:pt x="152081" y="129595"/>
                  </a:lnTo>
                  <a:cubicBezTo>
                    <a:pt x="150803" y="128318"/>
                    <a:pt x="151442" y="127041"/>
                    <a:pt x="152720" y="126403"/>
                  </a:cubicBezTo>
                  <a:lnTo>
                    <a:pt x="152720" y="126403"/>
                  </a:lnTo>
                  <a:close/>
                  <a:moveTo>
                    <a:pt x="65177" y="141086"/>
                  </a:moveTo>
                  <a:lnTo>
                    <a:pt x="120770" y="98313"/>
                  </a:lnTo>
                  <a:cubicBezTo>
                    <a:pt x="123326" y="96398"/>
                    <a:pt x="126521" y="96398"/>
                    <a:pt x="129077" y="98313"/>
                  </a:cubicBezTo>
                  <a:lnTo>
                    <a:pt x="145691" y="112997"/>
                  </a:lnTo>
                  <a:cubicBezTo>
                    <a:pt x="148247" y="115550"/>
                    <a:pt x="148247" y="119381"/>
                    <a:pt x="145691" y="121934"/>
                  </a:cubicBezTo>
                  <a:cubicBezTo>
                    <a:pt x="143135" y="124488"/>
                    <a:pt x="139940" y="124488"/>
                    <a:pt x="137384" y="122573"/>
                  </a:cubicBezTo>
                  <a:lnTo>
                    <a:pt x="125243" y="111081"/>
                  </a:lnTo>
                  <a:lnTo>
                    <a:pt x="74124" y="150662"/>
                  </a:lnTo>
                  <a:cubicBezTo>
                    <a:pt x="71567" y="152577"/>
                    <a:pt x="67094" y="152577"/>
                    <a:pt x="65177" y="149385"/>
                  </a:cubicBezTo>
                  <a:cubicBezTo>
                    <a:pt x="61982" y="146832"/>
                    <a:pt x="61982" y="143001"/>
                    <a:pt x="65177" y="141086"/>
                  </a:cubicBezTo>
                  <a:lnTo>
                    <a:pt x="65177" y="141086"/>
                  </a:lnTo>
                  <a:lnTo>
                    <a:pt x="65177" y="141086"/>
                  </a:lnTo>
                  <a:close/>
                  <a:moveTo>
                    <a:pt x="71567" y="263020"/>
                  </a:moveTo>
                  <a:cubicBezTo>
                    <a:pt x="70289" y="263020"/>
                    <a:pt x="69012" y="262382"/>
                    <a:pt x="67734" y="261743"/>
                  </a:cubicBezTo>
                  <a:cubicBezTo>
                    <a:pt x="65177" y="259828"/>
                    <a:pt x="63899" y="255998"/>
                    <a:pt x="66456" y="252806"/>
                  </a:cubicBezTo>
                  <a:lnTo>
                    <a:pt x="117575" y="180028"/>
                  </a:lnTo>
                  <a:cubicBezTo>
                    <a:pt x="119492" y="177475"/>
                    <a:pt x="123326" y="176198"/>
                    <a:pt x="126521" y="178752"/>
                  </a:cubicBezTo>
                  <a:cubicBezTo>
                    <a:pt x="126521" y="178752"/>
                    <a:pt x="126521" y="178752"/>
                    <a:pt x="126521" y="178752"/>
                  </a:cubicBezTo>
                  <a:cubicBezTo>
                    <a:pt x="129077" y="180667"/>
                    <a:pt x="129716" y="184497"/>
                    <a:pt x="127799" y="187689"/>
                  </a:cubicBezTo>
                  <a:lnTo>
                    <a:pt x="76040" y="259828"/>
                  </a:lnTo>
                  <a:cubicBezTo>
                    <a:pt x="74762" y="261743"/>
                    <a:pt x="72845" y="262382"/>
                    <a:pt x="71567" y="263020"/>
                  </a:cubicBezTo>
                  <a:lnTo>
                    <a:pt x="71567" y="263020"/>
                  </a:lnTo>
                  <a:close/>
                  <a:moveTo>
                    <a:pt x="294576" y="230462"/>
                  </a:moveTo>
                  <a:lnTo>
                    <a:pt x="260710" y="230462"/>
                  </a:lnTo>
                  <a:lnTo>
                    <a:pt x="260710" y="245145"/>
                  </a:lnTo>
                  <a:cubicBezTo>
                    <a:pt x="260710" y="248975"/>
                    <a:pt x="258154" y="251529"/>
                    <a:pt x="254320" y="251529"/>
                  </a:cubicBezTo>
                  <a:lnTo>
                    <a:pt x="217897" y="251529"/>
                  </a:lnTo>
                  <a:lnTo>
                    <a:pt x="217897" y="266212"/>
                  </a:lnTo>
                  <a:cubicBezTo>
                    <a:pt x="217897" y="270043"/>
                    <a:pt x="215341" y="272596"/>
                    <a:pt x="211507" y="272596"/>
                  </a:cubicBezTo>
                  <a:lnTo>
                    <a:pt x="175084" y="272596"/>
                  </a:lnTo>
                  <a:lnTo>
                    <a:pt x="175084" y="287279"/>
                  </a:lnTo>
                  <a:cubicBezTo>
                    <a:pt x="175084" y="291110"/>
                    <a:pt x="172528" y="293663"/>
                    <a:pt x="168695" y="293663"/>
                  </a:cubicBezTo>
                  <a:lnTo>
                    <a:pt x="120131" y="293663"/>
                  </a:lnTo>
                  <a:cubicBezTo>
                    <a:pt x="116297" y="293663"/>
                    <a:pt x="113741" y="291110"/>
                    <a:pt x="113741" y="287279"/>
                  </a:cubicBezTo>
                  <a:cubicBezTo>
                    <a:pt x="113741" y="283449"/>
                    <a:pt x="116297" y="280895"/>
                    <a:pt x="120131" y="280895"/>
                  </a:cubicBezTo>
                  <a:lnTo>
                    <a:pt x="162305" y="280895"/>
                  </a:lnTo>
                  <a:lnTo>
                    <a:pt x="162305" y="266212"/>
                  </a:lnTo>
                  <a:cubicBezTo>
                    <a:pt x="162305" y="262382"/>
                    <a:pt x="164861" y="259828"/>
                    <a:pt x="168695" y="259828"/>
                  </a:cubicBezTo>
                  <a:lnTo>
                    <a:pt x="205117" y="259828"/>
                  </a:lnTo>
                  <a:lnTo>
                    <a:pt x="205117" y="245145"/>
                  </a:lnTo>
                  <a:cubicBezTo>
                    <a:pt x="205117" y="241315"/>
                    <a:pt x="207673" y="238761"/>
                    <a:pt x="211507" y="238761"/>
                  </a:cubicBezTo>
                  <a:lnTo>
                    <a:pt x="247930" y="238761"/>
                  </a:lnTo>
                  <a:lnTo>
                    <a:pt x="247930" y="224078"/>
                  </a:lnTo>
                  <a:cubicBezTo>
                    <a:pt x="247930" y="220247"/>
                    <a:pt x="250486" y="217694"/>
                    <a:pt x="254320" y="217694"/>
                  </a:cubicBezTo>
                  <a:lnTo>
                    <a:pt x="294576" y="217694"/>
                  </a:lnTo>
                  <a:cubicBezTo>
                    <a:pt x="298410" y="217694"/>
                    <a:pt x="300966" y="220247"/>
                    <a:pt x="300966" y="224078"/>
                  </a:cubicBezTo>
                  <a:cubicBezTo>
                    <a:pt x="300966" y="227908"/>
                    <a:pt x="297771" y="230462"/>
                    <a:pt x="294576" y="230462"/>
                  </a:cubicBezTo>
                  <a:close/>
                </a:path>
              </a:pathLst>
            </a:custGeom>
            <a:solidFill>
              <a:srgbClr val="00A3E0"/>
            </a:solidFill>
            <a:ln w="6390" cap="flat">
              <a:noFill/>
              <a:prstDash val="solid"/>
              <a:miter/>
            </a:ln>
          </p:spPr>
          <p:txBody>
            <a:bodyPr rtlCol="0" anchor="ctr"/>
            <a:lstStyle/>
            <a:p>
              <a:endParaRPr lang="en-US"/>
            </a:p>
          </p:txBody>
        </p:sp>
      </p:grpSp>
      <p:grpSp>
        <p:nvGrpSpPr>
          <p:cNvPr id="506" name="Graphic 4">
            <a:extLst>
              <a:ext uri="{FF2B5EF4-FFF2-40B4-BE49-F238E27FC236}">
                <a16:creationId xmlns:a16="http://schemas.microsoft.com/office/drawing/2014/main" id="{0458C541-C238-574E-A354-0CF5BBF59EE2}"/>
              </a:ext>
            </a:extLst>
          </p:cNvPr>
          <p:cNvGrpSpPr/>
          <p:nvPr/>
        </p:nvGrpSpPr>
        <p:grpSpPr>
          <a:xfrm>
            <a:off x="4045469" y="1893013"/>
            <a:ext cx="362309" cy="361971"/>
            <a:chOff x="4045469" y="1893013"/>
            <a:chExt cx="362309" cy="361971"/>
          </a:xfrm>
          <a:solidFill>
            <a:srgbClr val="00A3E0"/>
          </a:solidFill>
        </p:grpSpPr>
        <p:sp>
          <p:nvSpPr>
            <p:cNvPr id="507" name="Graphic 4">
              <a:extLst>
                <a:ext uri="{FF2B5EF4-FFF2-40B4-BE49-F238E27FC236}">
                  <a16:creationId xmlns:a16="http://schemas.microsoft.com/office/drawing/2014/main" id="{E5A94E07-7672-9843-BEA7-A4666F09DE35}"/>
                </a:ext>
              </a:extLst>
            </p:cNvPr>
            <p:cNvSpPr/>
            <p:nvPr/>
          </p:nvSpPr>
          <p:spPr>
            <a:xfrm>
              <a:off x="4289495" y="1984942"/>
              <a:ext cx="18031" cy="18679"/>
            </a:xfrm>
            <a:custGeom>
              <a:avLst/>
              <a:gdLst>
                <a:gd name="connsiteX0" fmla="*/ 9655 w 18031"/>
                <a:gd name="connsiteY0" fmla="*/ 18514 h 18679"/>
                <a:gd name="connsiteX1" fmla="*/ 17961 w 18031"/>
                <a:gd name="connsiteY1" fmla="*/ 8938 h 18679"/>
                <a:gd name="connsiteX2" fmla="*/ 17961 w 18031"/>
                <a:gd name="connsiteY2" fmla="*/ 8938 h 18679"/>
                <a:gd name="connsiteX3" fmla="*/ 14766 w 18031"/>
                <a:gd name="connsiteY3" fmla="*/ 2554 h 18679"/>
                <a:gd name="connsiteX4" fmla="*/ 9016 w 18031"/>
                <a:gd name="connsiteY4" fmla="*/ 0 h 18679"/>
                <a:gd name="connsiteX5" fmla="*/ 8376 w 18031"/>
                <a:gd name="connsiteY5" fmla="*/ 0 h 18679"/>
                <a:gd name="connsiteX6" fmla="*/ 70 w 18031"/>
                <a:gd name="connsiteY6" fmla="*/ 9576 h 18679"/>
                <a:gd name="connsiteX7" fmla="*/ 3265 w 18031"/>
                <a:gd name="connsiteY7" fmla="*/ 15960 h 18679"/>
                <a:gd name="connsiteX8" fmla="*/ 9655 w 18031"/>
                <a:gd name="connsiteY8" fmla="*/ 18514 h 18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31" h="18679">
                  <a:moveTo>
                    <a:pt x="9655" y="18514"/>
                  </a:moveTo>
                  <a:cubicBezTo>
                    <a:pt x="14766" y="17875"/>
                    <a:pt x="18601" y="14045"/>
                    <a:pt x="17961" y="8938"/>
                  </a:cubicBezTo>
                  <a:lnTo>
                    <a:pt x="17961" y="8938"/>
                  </a:lnTo>
                  <a:cubicBezTo>
                    <a:pt x="17961" y="6384"/>
                    <a:pt x="16684" y="4469"/>
                    <a:pt x="14766" y="2554"/>
                  </a:cubicBezTo>
                  <a:cubicBezTo>
                    <a:pt x="12850" y="1277"/>
                    <a:pt x="10933" y="0"/>
                    <a:pt x="9016" y="0"/>
                  </a:cubicBezTo>
                  <a:lnTo>
                    <a:pt x="8376" y="0"/>
                  </a:lnTo>
                  <a:cubicBezTo>
                    <a:pt x="3265" y="638"/>
                    <a:pt x="-569" y="4469"/>
                    <a:pt x="70" y="9576"/>
                  </a:cubicBezTo>
                  <a:cubicBezTo>
                    <a:pt x="70" y="12130"/>
                    <a:pt x="1348" y="14045"/>
                    <a:pt x="3265" y="15960"/>
                  </a:cubicBezTo>
                  <a:cubicBezTo>
                    <a:pt x="5182" y="17875"/>
                    <a:pt x="7099" y="19152"/>
                    <a:pt x="9655" y="18514"/>
                  </a:cubicBezTo>
                  <a:close/>
                </a:path>
              </a:pathLst>
            </a:custGeom>
            <a:solidFill>
              <a:srgbClr val="00A3E0"/>
            </a:solidFill>
            <a:ln w="6390" cap="flat">
              <a:noFill/>
              <a:prstDash val="solid"/>
              <a:miter/>
            </a:ln>
          </p:spPr>
          <p:txBody>
            <a:bodyPr rtlCol="0" anchor="ctr"/>
            <a:lstStyle/>
            <a:p>
              <a:endParaRPr lang="en-US"/>
            </a:p>
          </p:txBody>
        </p:sp>
        <p:sp>
          <p:nvSpPr>
            <p:cNvPr id="508" name="Graphic 4">
              <a:extLst>
                <a:ext uri="{FF2B5EF4-FFF2-40B4-BE49-F238E27FC236}">
                  <a16:creationId xmlns:a16="http://schemas.microsoft.com/office/drawing/2014/main" id="{6C959702-4674-A645-9D42-D9EBAB8B4A4C}"/>
                </a:ext>
              </a:extLst>
            </p:cNvPr>
            <p:cNvSpPr/>
            <p:nvPr/>
          </p:nvSpPr>
          <p:spPr>
            <a:xfrm rot="-2461842">
              <a:off x="4130737" y="2022973"/>
              <a:ext cx="28756" cy="49159"/>
            </a:xfrm>
            <a:custGeom>
              <a:avLst/>
              <a:gdLst>
                <a:gd name="connsiteX0" fmla="*/ 0 w 28756"/>
                <a:gd name="connsiteY0" fmla="*/ 0 h 49159"/>
                <a:gd name="connsiteX1" fmla="*/ 28757 w 28756"/>
                <a:gd name="connsiteY1" fmla="*/ 0 h 49159"/>
                <a:gd name="connsiteX2" fmla="*/ 28757 w 28756"/>
                <a:gd name="connsiteY2" fmla="*/ 49159 h 49159"/>
                <a:gd name="connsiteX3" fmla="*/ 0 w 28756"/>
                <a:gd name="connsiteY3" fmla="*/ 49159 h 49159"/>
              </a:gdLst>
              <a:ahLst/>
              <a:cxnLst>
                <a:cxn ang="0">
                  <a:pos x="connsiteX0" y="connsiteY0"/>
                </a:cxn>
                <a:cxn ang="0">
                  <a:pos x="connsiteX1" y="connsiteY1"/>
                </a:cxn>
                <a:cxn ang="0">
                  <a:pos x="connsiteX2" y="connsiteY2"/>
                </a:cxn>
                <a:cxn ang="0">
                  <a:pos x="connsiteX3" y="connsiteY3"/>
                </a:cxn>
              </a:cxnLst>
              <a:rect l="l" t="t" r="r" b="b"/>
              <a:pathLst>
                <a:path w="28756" h="49159">
                  <a:moveTo>
                    <a:pt x="0" y="0"/>
                  </a:moveTo>
                  <a:lnTo>
                    <a:pt x="28757" y="0"/>
                  </a:lnTo>
                  <a:lnTo>
                    <a:pt x="28757" y="49159"/>
                  </a:lnTo>
                  <a:lnTo>
                    <a:pt x="0" y="49159"/>
                  </a:lnTo>
                  <a:close/>
                </a:path>
              </a:pathLst>
            </a:custGeom>
            <a:solidFill>
              <a:srgbClr val="00A3E0"/>
            </a:solidFill>
            <a:ln w="6390" cap="flat">
              <a:noFill/>
              <a:prstDash val="solid"/>
              <a:miter/>
            </a:ln>
          </p:spPr>
          <p:txBody>
            <a:bodyPr rtlCol="0" anchor="ctr"/>
            <a:lstStyle/>
            <a:p>
              <a:endParaRPr lang="en-US"/>
            </a:p>
          </p:txBody>
        </p:sp>
        <p:sp>
          <p:nvSpPr>
            <p:cNvPr id="509" name="Graphic 4">
              <a:extLst>
                <a:ext uri="{FF2B5EF4-FFF2-40B4-BE49-F238E27FC236}">
                  <a16:creationId xmlns:a16="http://schemas.microsoft.com/office/drawing/2014/main" id="{3B60A6D1-9C00-E24D-80A4-010EAA07AA77}"/>
                </a:ext>
              </a:extLst>
            </p:cNvPr>
            <p:cNvSpPr/>
            <p:nvPr/>
          </p:nvSpPr>
          <p:spPr>
            <a:xfrm>
              <a:off x="4045469" y="189301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51764 w 362309"/>
                <a:gd name="connsiteY6" fmla="*/ 79800 h 361971"/>
                <a:gd name="connsiteX7" fmla="*/ 274767 w 362309"/>
                <a:gd name="connsiteY7" fmla="*/ 100229 h 361971"/>
                <a:gd name="connsiteX8" fmla="*/ 254320 w 362309"/>
                <a:gd name="connsiteY8" fmla="*/ 123211 h 361971"/>
                <a:gd name="connsiteX9" fmla="*/ 253042 w 362309"/>
                <a:gd name="connsiteY9" fmla="*/ 123211 h 361971"/>
                <a:gd name="connsiteX10" fmla="*/ 230677 w 362309"/>
                <a:gd name="connsiteY10" fmla="*/ 102144 h 361971"/>
                <a:gd name="connsiteX11" fmla="*/ 251764 w 362309"/>
                <a:gd name="connsiteY11" fmla="*/ 79800 h 361971"/>
                <a:gd name="connsiteX12" fmla="*/ 251764 w 362309"/>
                <a:gd name="connsiteY12" fmla="*/ 79800 h 361971"/>
                <a:gd name="connsiteX13" fmla="*/ 251764 w 362309"/>
                <a:gd name="connsiteY13" fmla="*/ 79800 h 361971"/>
                <a:gd name="connsiteX14" fmla="*/ 145691 w 362309"/>
                <a:gd name="connsiteY14" fmla="*/ 107251 h 361971"/>
                <a:gd name="connsiteX15" fmla="*/ 175723 w 362309"/>
                <a:gd name="connsiteY15" fmla="*/ 95760 h 361971"/>
                <a:gd name="connsiteX16" fmla="*/ 181474 w 362309"/>
                <a:gd name="connsiteY16" fmla="*/ 96398 h 361971"/>
                <a:gd name="connsiteX17" fmla="*/ 218536 w 362309"/>
                <a:gd name="connsiteY17" fmla="*/ 119381 h 361971"/>
                <a:gd name="connsiteX18" fmla="*/ 220453 w 362309"/>
                <a:gd name="connsiteY18" fmla="*/ 128318 h 361971"/>
                <a:gd name="connsiteX19" fmla="*/ 220453 w 362309"/>
                <a:gd name="connsiteY19" fmla="*/ 128318 h 361971"/>
                <a:gd name="connsiteX20" fmla="*/ 215341 w 362309"/>
                <a:gd name="connsiteY20" fmla="*/ 131510 h 361971"/>
                <a:gd name="connsiteX21" fmla="*/ 212146 w 362309"/>
                <a:gd name="connsiteY21" fmla="*/ 130872 h 361971"/>
                <a:gd name="connsiteX22" fmla="*/ 177641 w 362309"/>
                <a:gd name="connsiteY22" fmla="*/ 109805 h 361971"/>
                <a:gd name="connsiteX23" fmla="*/ 150803 w 362309"/>
                <a:gd name="connsiteY23" fmla="*/ 120019 h 361971"/>
                <a:gd name="connsiteX24" fmla="*/ 142496 w 362309"/>
                <a:gd name="connsiteY24" fmla="*/ 116827 h 361971"/>
                <a:gd name="connsiteX25" fmla="*/ 145691 w 362309"/>
                <a:gd name="connsiteY25" fmla="*/ 108528 h 361971"/>
                <a:gd name="connsiteX26" fmla="*/ 145691 w 362309"/>
                <a:gd name="connsiteY26" fmla="*/ 107251 h 361971"/>
                <a:gd name="connsiteX27" fmla="*/ 145691 w 362309"/>
                <a:gd name="connsiteY27" fmla="*/ 107251 h 361971"/>
                <a:gd name="connsiteX28" fmla="*/ 58788 w 362309"/>
                <a:gd name="connsiteY28" fmla="*/ 140448 h 361971"/>
                <a:gd name="connsiteX29" fmla="*/ 90098 w 362309"/>
                <a:gd name="connsiteY29" fmla="*/ 112997 h 361971"/>
                <a:gd name="connsiteX30" fmla="*/ 99044 w 362309"/>
                <a:gd name="connsiteY30" fmla="*/ 113635 h 361971"/>
                <a:gd name="connsiteX31" fmla="*/ 139940 w 362309"/>
                <a:gd name="connsiteY31" fmla="*/ 160238 h 361971"/>
                <a:gd name="connsiteX32" fmla="*/ 139301 w 362309"/>
                <a:gd name="connsiteY32" fmla="*/ 169176 h 361971"/>
                <a:gd name="connsiteX33" fmla="*/ 107990 w 362309"/>
                <a:gd name="connsiteY33" fmla="*/ 196627 h 361971"/>
                <a:gd name="connsiteX34" fmla="*/ 103517 w 362309"/>
                <a:gd name="connsiteY34" fmla="*/ 197903 h 361971"/>
                <a:gd name="connsiteX35" fmla="*/ 102878 w 362309"/>
                <a:gd name="connsiteY35" fmla="*/ 197903 h 361971"/>
                <a:gd name="connsiteX36" fmla="*/ 98405 w 362309"/>
                <a:gd name="connsiteY36" fmla="*/ 195350 h 361971"/>
                <a:gd name="connsiteX37" fmla="*/ 57509 w 362309"/>
                <a:gd name="connsiteY37" fmla="*/ 148747 h 361971"/>
                <a:gd name="connsiteX38" fmla="*/ 58788 w 362309"/>
                <a:gd name="connsiteY38" fmla="*/ 140448 h 361971"/>
                <a:gd name="connsiteX39" fmla="*/ 58788 w 362309"/>
                <a:gd name="connsiteY39" fmla="*/ 140448 h 361971"/>
                <a:gd name="connsiteX40" fmla="*/ 58788 w 362309"/>
                <a:gd name="connsiteY40" fmla="*/ 140448 h 361971"/>
                <a:gd name="connsiteX41" fmla="*/ 230677 w 362309"/>
                <a:gd name="connsiteY41" fmla="*/ 288556 h 361971"/>
                <a:gd name="connsiteX42" fmla="*/ 224287 w 362309"/>
                <a:gd name="connsiteY42" fmla="*/ 294302 h 361971"/>
                <a:gd name="connsiteX43" fmla="*/ 223648 w 362309"/>
                <a:gd name="connsiteY43" fmla="*/ 294302 h 361971"/>
                <a:gd name="connsiteX44" fmla="*/ 217897 w 362309"/>
                <a:gd name="connsiteY44" fmla="*/ 287279 h 361971"/>
                <a:gd name="connsiteX45" fmla="*/ 221731 w 362309"/>
                <a:gd name="connsiteY45" fmla="*/ 233015 h 361971"/>
                <a:gd name="connsiteX46" fmla="*/ 195532 w 362309"/>
                <a:gd name="connsiteY46" fmla="*/ 204287 h 361971"/>
                <a:gd name="connsiteX47" fmla="*/ 196810 w 362309"/>
                <a:gd name="connsiteY47" fmla="*/ 195350 h 361971"/>
                <a:gd name="connsiteX48" fmla="*/ 205117 w 362309"/>
                <a:gd name="connsiteY48" fmla="*/ 195988 h 361971"/>
                <a:gd name="connsiteX49" fmla="*/ 233233 w 362309"/>
                <a:gd name="connsiteY49" fmla="*/ 226631 h 361971"/>
                <a:gd name="connsiteX50" fmla="*/ 235150 w 362309"/>
                <a:gd name="connsiteY50" fmla="*/ 231100 h 361971"/>
                <a:gd name="connsiteX51" fmla="*/ 230677 w 362309"/>
                <a:gd name="connsiteY51" fmla="*/ 288556 h 361971"/>
                <a:gd name="connsiteX52" fmla="*/ 288186 w 362309"/>
                <a:gd name="connsiteY52" fmla="*/ 180667 h 361971"/>
                <a:gd name="connsiteX53" fmla="*/ 259432 w 362309"/>
                <a:gd name="connsiteY53" fmla="*/ 186412 h 361971"/>
                <a:gd name="connsiteX54" fmla="*/ 253042 w 362309"/>
                <a:gd name="connsiteY54" fmla="*/ 183220 h 361971"/>
                <a:gd name="connsiteX55" fmla="*/ 229399 w 362309"/>
                <a:gd name="connsiteY55" fmla="*/ 144916 h 361971"/>
                <a:gd name="connsiteX56" fmla="*/ 165500 w 362309"/>
                <a:gd name="connsiteY56" fmla="*/ 230462 h 361971"/>
                <a:gd name="connsiteX57" fmla="*/ 160388 w 362309"/>
                <a:gd name="connsiteY57" fmla="*/ 233015 h 361971"/>
                <a:gd name="connsiteX58" fmla="*/ 159110 w 362309"/>
                <a:gd name="connsiteY58" fmla="*/ 233015 h 361971"/>
                <a:gd name="connsiteX59" fmla="*/ 104156 w 362309"/>
                <a:gd name="connsiteY59" fmla="*/ 229823 h 361971"/>
                <a:gd name="connsiteX60" fmla="*/ 98405 w 362309"/>
                <a:gd name="connsiteY60" fmla="*/ 223439 h 361971"/>
                <a:gd name="connsiteX61" fmla="*/ 104795 w 362309"/>
                <a:gd name="connsiteY61" fmla="*/ 217694 h 361971"/>
                <a:gd name="connsiteX62" fmla="*/ 156553 w 362309"/>
                <a:gd name="connsiteY62" fmla="*/ 220886 h 361971"/>
                <a:gd name="connsiteX63" fmla="*/ 224287 w 362309"/>
                <a:gd name="connsiteY63" fmla="*/ 130872 h 361971"/>
                <a:gd name="connsiteX64" fmla="*/ 229399 w 362309"/>
                <a:gd name="connsiteY64" fmla="*/ 128318 h 361971"/>
                <a:gd name="connsiteX65" fmla="*/ 234511 w 362309"/>
                <a:gd name="connsiteY65" fmla="*/ 131510 h 361971"/>
                <a:gd name="connsiteX66" fmla="*/ 261349 w 362309"/>
                <a:gd name="connsiteY66" fmla="*/ 173644 h 361971"/>
                <a:gd name="connsiteX67" fmla="*/ 285630 w 362309"/>
                <a:gd name="connsiteY67" fmla="*/ 168537 h 361971"/>
                <a:gd name="connsiteX68" fmla="*/ 293298 w 362309"/>
                <a:gd name="connsiteY68" fmla="*/ 173644 h 361971"/>
                <a:gd name="connsiteX69" fmla="*/ 288186 w 362309"/>
                <a:gd name="connsiteY69" fmla="*/ 180667 h 361971"/>
                <a:gd name="connsiteX70" fmla="*/ 288186 w 362309"/>
                <a:gd name="connsiteY70" fmla="*/ 180667 h 361971"/>
                <a:gd name="connsiteX71" fmla="*/ 288186 w 362309"/>
                <a:gd name="connsiteY71" fmla="*/ 18066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2309" h="361971">
                  <a:moveTo>
                    <a:pt x="181474" y="0"/>
                  </a:moveTo>
                  <a:cubicBezTo>
                    <a:pt x="81152" y="0"/>
                    <a:pt x="0" y="81077"/>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251764" y="79800"/>
                  </a:moveTo>
                  <a:cubicBezTo>
                    <a:pt x="263905" y="79161"/>
                    <a:pt x="274128" y="88099"/>
                    <a:pt x="274767" y="100229"/>
                  </a:cubicBezTo>
                  <a:cubicBezTo>
                    <a:pt x="275407" y="112358"/>
                    <a:pt x="266460" y="122573"/>
                    <a:pt x="254320" y="123211"/>
                  </a:cubicBezTo>
                  <a:lnTo>
                    <a:pt x="253042" y="123211"/>
                  </a:lnTo>
                  <a:cubicBezTo>
                    <a:pt x="240901" y="123849"/>
                    <a:pt x="231316" y="114273"/>
                    <a:pt x="230677" y="102144"/>
                  </a:cubicBezTo>
                  <a:cubicBezTo>
                    <a:pt x="230038" y="90014"/>
                    <a:pt x="239623" y="80438"/>
                    <a:pt x="251764" y="79800"/>
                  </a:cubicBezTo>
                  <a:lnTo>
                    <a:pt x="251764" y="79800"/>
                  </a:lnTo>
                  <a:lnTo>
                    <a:pt x="251764" y="79800"/>
                  </a:lnTo>
                  <a:close/>
                  <a:moveTo>
                    <a:pt x="145691" y="107251"/>
                  </a:moveTo>
                  <a:lnTo>
                    <a:pt x="175723" y="95760"/>
                  </a:lnTo>
                  <a:cubicBezTo>
                    <a:pt x="177641" y="95121"/>
                    <a:pt x="179557" y="95121"/>
                    <a:pt x="181474" y="96398"/>
                  </a:cubicBezTo>
                  <a:lnTo>
                    <a:pt x="218536" y="119381"/>
                  </a:lnTo>
                  <a:cubicBezTo>
                    <a:pt x="221731" y="121296"/>
                    <a:pt x="222370" y="125126"/>
                    <a:pt x="220453" y="128318"/>
                  </a:cubicBezTo>
                  <a:cubicBezTo>
                    <a:pt x="220453" y="128318"/>
                    <a:pt x="220453" y="128318"/>
                    <a:pt x="220453" y="128318"/>
                  </a:cubicBezTo>
                  <a:cubicBezTo>
                    <a:pt x="219175" y="130233"/>
                    <a:pt x="217258" y="131510"/>
                    <a:pt x="215341" y="131510"/>
                  </a:cubicBezTo>
                  <a:cubicBezTo>
                    <a:pt x="214063" y="131510"/>
                    <a:pt x="212785" y="130872"/>
                    <a:pt x="212146" y="130872"/>
                  </a:cubicBezTo>
                  <a:lnTo>
                    <a:pt x="177641" y="109805"/>
                  </a:lnTo>
                  <a:lnTo>
                    <a:pt x="150803" y="120019"/>
                  </a:lnTo>
                  <a:cubicBezTo>
                    <a:pt x="147608" y="121296"/>
                    <a:pt x="143774" y="120019"/>
                    <a:pt x="142496" y="116827"/>
                  </a:cubicBezTo>
                  <a:cubicBezTo>
                    <a:pt x="141218" y="113635"/>
                    <a:pt x="142496" y="109805"/>
                    <a:pt x="145691" y="108528"/>
                  </a:cubicBezTo>
                  <a:cubicBezTo>
                    <a:pt x="145052" y="107889"/>
                    <a:pt x="145052" y="107889"/>
                    <a:pt x="145691" y="107251"/>
                  </a:cubicBezTo>
                  <a:lnTo>
                    <a:pt x="145691" y="107251"/>
                  </a:lnTo>
                  <a:close/>
                  <a:moveTo>
                    <a:pt x="58788" y="140448"/>
                  </a:moveTo>
                  <a:lnTo>
                    <a:pt x="90098" y="112997"/>
                  </a:lnTo>
                  <a:cubicBezTo>
                    <a:pt x="92654" y="110443"/>
                    <a:pt x="96488" y="111081"/>
                    <a:pt x="99044" y="113635"/>
                  </a:cubicBezTo>
                  <a:lnTo>
                    <a:pt x="139940" y="160238"/>
                  </a:lnTo>
                  <a:cubicBezTo>
                    <a:pt x="142496" y="162792"/>
                    <a:pt x="141857" y="166622"/>
                    <a:pt x="139301" y="169176"/>
                  </a:cubicBezTo>
                  <a:lnTo>
                    <a:pt x="107990" y="196627"/>
                  </a:lnTo>
                  <a:cubicBezTo>
                    <a:pt x="106712" y="197903"/>
                    <a:pt x="105434" y="197903"/>
                    <a:pt x="103517" y="197903"/>
                  </a:cubicBezTo>
                  <a:lnTo>
                    <a:pt x="102878" y="197903"/>
                  </a:lnTo>
                  <a:cubicBezTo>
                    <a:pt x="100961" y="197903"/>
                    <a:pt x="99683" y="197265"/>
                    <a:pt x="98405" y="195350"/>
                  </a:cubicBezTo>
                  <a:lnTo>
                    <a:pt x="57509" y="148747"/>
                  </a:lnTo>
                  <a:cubicBezTo>
                    <a:pt x="56232" y="146832"/>
                    <a:pt x="56232" y="143001"/>
                    <a:pt x="58788" y="140448"/>
                  </a:cubicBezTo>
                  <a:cubicBezTo>
                    <a:pt x="58788" y="140448"/>
                    <a:pt x="58788" y="140448"/>
                    <a:pt x="58788" y="140448"/>
                  </a:cubicBezTo>
                  <a:lnTo>
                    <a:pt x="58788" y="140448"/>
                  </a:lnTo>
                  <a:close/>
                  <a:moveTo>
                    <a:pt x="230677" y="288556"/>
                  </a:moveTo>
                  <a:cubicBezTo>
                    <a:pt x="230677" y="291748"/>
                    <a:pt x="227482" y="294302"/>
                    <a:pt x="224287" y="294302"/>
                  </a:cubicBezTo>
                  <a:lnTo>
                    <a:pt x="223648" y="294302"/>
                  </a:lnTo>
                  <a:cubicBezTo>
                    <a:pt x="220453" y="294302"/>
                    <a:pt x="217258" y="291110"/>
                    <a:pt x="217897" y="287279"/>
                  </a:cubicBezTo>
                  <a:lnTo>
                    <a:pt x="221731" y="233015"/>
                  </a:lnTo>
                  <a:lnTo>
                    <a:pt x="195532" y="204287"/>
                  </a:lnTo>
                  <a:cubicBezTo>
                    <a:pt x="193615" y="201734"/>
                    <a:pt x="193615" y="197265"/>
                    <a:pt x="196810" y="195350"/>
                  </a:cubicBezTo>
                  <a:cubicBezTo>
                    <a:pt x="199366" y="193435"/>
                    <a:pt x="203200" y="193435"/>
                    <a:pt x="205117" y="195988"/>
                  </a:cubicBezTo>
                  <a:lnTo>
                    <a:pt x="233233" y="226631"/>
                  </a:lnTo>
                  <a:cubicBezTo>
                    <a:pt x="234511" y="227908"/>
                    <a:pt x="235150" y="229823"/>
                    <a:pt x="235150" y="231100"/>
                  </a:cubicBezTo>
                  <a:lnTo>
                    <a:pt x="230677" y="288556"/>
                  </a:lnTo>
                  <a:close/>
                  <a:moveTo>
                    <a:pt x="288186" y="180667"/>
                  </a:moveTo>
                  <a:lnTo>
                    <a:pt x="259432" y="186412"/>
                  </a:lnTo>
                  <a:cubicBezTo>
                    <a:pt x="256876" y="187051"/>
                    <a:pt x="254320" y="185774"/>
                    <a:pt x="253042" y="183220"/>
                  </a:cubicBezTo>
                  <a:lnTo>
                    <a:pt x="229399" y="144916"/>
                  </a:lnTo>
                  <a:lnTo>
                    <a:pt x="165500" y="230462"/>
                  </a:lnTo>
                  <a:cubicBezTo>
                    <a:pt x="164221" y="232377"/>
                    <a:pt x="162305" y="233015"/>
                    <a:pt x="160388" y="233015"/>
                  </a:cubicBezTo>
                  <a:lnTo>
                    <a:pt x="159110" y="233015"/>
                  </a:lnTo>
                  <a:lnTo>
                    <a:pt x="104156" y="229823"/>
                  </a:lnTo>
                  <a:cubicBezTo>
                    <a:pt x="100961" y="229823"/>
                    <a:pt x="98405" y="226631"/>
                    <a:pt x="98405" y="223439"/>
                  </a:cubicBezTo>
                  <a:cubicBezTo>
                    <a:pt x="98405" y="220247"/>
                    <a:pt x="101600" y="217694"/>
                    <a:pt x="104795" y="217694"/>
                  </a:cubicBezTo>
                  <a:lnTo>
                    <a:pt x="156553" y="220886"/>
                  </a:lnTo>
                  <a:lnTo>
                    <a:pt x="224287" y="130872"/>
                  </a:lnTo>
                  <a:cubicBezTo>
                    <a:pt x="225565" y="128957"/>
                    <a:pt x="227482" y="128318"/>
                    <a:pt x="229399" y="128318"/>
                  </a:cubicBezTo>
                  <a:cubicBezTo>
                    <a:pt x="231316" y="128318"/>
                    <a:pt x="233233" y="129595"/>
                    <a:pt x="234511" y="131510"/>
                  </a:cubicBezTo>
                  <a:lnTo>
                    <a:pt x="261349" y="173644"/>
                  </a:lnTo>
                  <a:lnTo>
                    <a:pt x="285630" y="168537"/>
                  </a:lnTo>
                  <a:cubicBezTo>
                    <a:pt x="288825" y="167899"/>
                    <a:pt x="292659" y="169814"/>
                    <a:pt x="293298" y="173644"/>
                  </a:cubicBezTo>
                  <a:cubicBezTo>
                    <a:pt x="293937" y="176198"/>
                    <a:pt x="292020" y="180028"/>
                    <a:pt x="288186" y="180667"/>
                  </a:cubicBezTo>
                  <a:cubicBezTo>
                    <a:pt x="288186" y="180667"/>
                    <a:pt x="288186" y="180667"/>
                    <a:pt x="288186" y="180667"/>
                  </a:cubicBezTo>
                  <a:lnTo>
                    <a:pt x="288186" y="180667"/>
                  </a:lnTo>
                  <a:close/>
                </a:path>
              </a:pathLst>
            </a:custGeom>
            <a:solidFill>
              <a:srgbClr val="00A3E0"/>
            </a:solidFill>
            <a:ln w="6390" cap="flat">
              <a:noFill/>
              <a:prstDash val="solid"/>
              <a:miter/>
            </a:ln>
          </p:spPr>
          <p:txBody>
            <a:bodyPr rtlCol="0" anchor="ctr"/>
            <a:lstStyle/>
            <a:p>
              <a:endParaRPr lang="en-US"/>
            </a:p>
          </p:txBody>
        </p:sp>
      </p:grpSp>
      <p:grpSp>
        <p:nvGrpSpPr>
          <p:cNvPr id="510" name="Graphic 4">
            <a:extLst>
              <a:ext uri="{FF2B5EF4-FFF2-40B4-BE49-F238E27FC236}">
                <a16:creationId xmlns:a16="http://schemas.microsoft.com/office/drawing/2014/main" id="{5BFEF019-F8E2-D04B-8C63-A49640085D63}"/>
              </a:ext>
            </a:extLst>
          </p:cNvPr>
          <p:cNvGrpSpPr/>
          <p:nvPr/>
        </p:nvGrpSpPr>
        <p:grpSpPr>
          <a:xfrm>
            <a:off x="1514415" y="2855717"/>
            <a:ext cx="362309" cy="361971"/>
            <a:chOff x="1514415" y="2855717"/>
            <a:chExt cx="362309" cy="361971"/>
          </a:xfrm>
          <a:solidFill>
            <a:srgbClr val="005587"/>
          </a:solidFill>
        </p:grpSpPr>
        <p:sp>
          <p:nvSpPr>
            <p:cNvPr id="511" name="Graphic 4">
              <a:extLst>
                <a:ext uri="{FF2B5EF4-FFF2-40B4-BE49-F238E27FC236}">
                  <a16:creationId xmlns:a16="http://schemas.microsoft.com/office/drawing/2014/main" id="{EFBC17B9-FFCB-2748-A176-5CD087C98A87}"/>
                </a:ext>
              </a:extLst>
            </p:cNvPr>
            <p:cNvSpPr/>
            <p:nvPr/>
          </p:nvSpPr>
          <p:spPr>
            <a:xfrm>
              <a:off x="1514415" y="2855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0438"/>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49530" y="273234"/>
                    <a:pt x="274128" y="348565"/>
                    <a:pt x="181474" y="349204"/>
                  </a:cubicBezTo>
                  <a:close/>
                </a:path>
              </a:pathLst>
            </a:custGeom>
            <a:solidFill>
              <a:srgbClr val="005587"/>
            </a:solidFill>
            <a:ln w="6390" cap="flat">
              <a:noFill/>
              <a:prstDash val="solid"/>
              <a:miter/>
            </a:ln>
          </p:spPr>
          <p:txBody>
            <a:bodyPr rtlCol="0" anchor="ctr"/>
            <a:lstStyle/>
            <a:p>
              <a:endParaRPr lang="en-US"/>
            </a:p>
          </p:txBody>
        </p:sp>
        <p:sp>
          <p:nvSpPr>
            <p:cNvPr id="512" name="Graphic 4">
              <a:extLst>
                <a:ext uri="{FF2B5EF4-FFF2-40B4-BE49-F238E27FC236}">
                  <a16:creationId xmlns:a16="http://schemas.microsoft.com/office/drawing/2014/main" id="{053CDA88-AAE6-8341-BC34-3F40015D76F4}"/>
                </a:ext>
              </a:extLst>
            </p:cNvPr>
            <p:cNvSpPr/>
            <p:nvPr/>
          </p:nvSpPr>
          <p:spPr>
            <a:xfrm>
              <a:off x="1580132" y="3040732"/>
              <a:ext cx="230257" cy="85153"/>
            </a:xfrm>
            <a:custGeom>
              <a:avLst/>
              <a:gdLst>
                <a:gd name="connsiteX0" fmla="*/ 223107 w 230257"/>
                <a:gd name="connsiteY0" fmla="*/ 121 h 85153"/>
                <a:gd name="connsiteX1" fmla="*/ 207771 w 230257"/>
                <a:gd name="connsiteY1" fmla="*/ 2675 h 85153"/>
                <a:gd name="connsiteX2" fmla="*/ 149623 w 230257"/>
                <a:gd name="connsiteY2" fmla="*/ 9697 h 85153"/>
                <a:gd name="connsiteX3" fmla="*/ 146428 w 230257"/>
                <a:gd name="connsiteY3" fmla="*/ 9697 h 85153"/>
                <a:gd name="connsiteX4" fmla="*/ 84446 w 230257"/>
                <a:gd name="connsiteY4" fmla="*/ 9697 h 85153"/>
                <a:gd name="connsiteX5" fmla="*/ 81251 w 230257"/>
                <a:gd name="connsiteY5" fmla="*/ 9697 h 85153"/>
                <a:gd name="connsiteX6" fmla="*/ 23102 w 230257"/>
                <a:gd name="connsiteY6" fmla="*/ 2675 h 85153"/>
                <a:gd name="connsiteX7" fmla="*/ 7766 w 230257"/>
                <a:gd name="connsiteY7" fmla="*/ 121 h 85153"/>
                <a:gd name="connsiteX8" fmla="*/ 99 w 230257"/>
                <a:gd name="connsiteY8" fmla="*/ 5228 h 85153"/>
                <a:gd name="connsiteX9" fmla="*/ 5211 w 230257"/>
                <a:gd name="connsiteY9" fmla="*/ 12889 h 85153"/>
                <a:gd name="connsiteX10" fmla="*/ 16712 w 230257"/>
                <a:gd name="connsiteY10" fmla="*/ 14804 h 85153"/>
                <a:gd name="connsiteX11" fmla="*/ 36521 w 230257"/>
                <a:gd name="connsiteY11" fmla="*/ 73537 h 85153"/>
                <a:gd name="connsiteX12" fmla="*/ 41633 w 230257"/>
                <a:gd name="connsiteY12" fmla="*/ 78005 h 85153"/>
                <a:gd name="connsiteX13" fmla="*/ 42272 w 230257"/>
                <a:gd name="connsiteY13" fmla="*/ 78005 h 85153"/>
                <a:gd name="connsiteX14" fmla="*/ 47384 w 230257"/>
                <a:gd name="connsiteY14" fmla="*/ 75452 h 85153"/>
                <a:gd name="connsiteX15" fmla="*/ 81251 w 230257"/>
                <a:gd name="connsiteY15" fmla="*/ 26295 h 85153"/>
                <a:gd name="connsiteX16" fmla="*/ 108727 w 230257"/>
                <a:gd name="connsiteY16" fmla="*/ 81836 h 85153"/>
                <a:gd name="connsiteX17" fmla="*/ 114479 w 230257"/>
                <a:gd name="connsiteY17" fmla="*/ 85028 h 85153"/>
                <a:gd name="connsiteX18" fmla="*/ 120229 w 230257"/>
                <a:gd name="connsiteY18" fmla="*/ 81836 h 85153"/>
                <a:gd name="connsiteX19" fmla="*/ 148345 w 230257"/>
                <a:gd name="connsiteY19" fmla="*/ 26295 h 85153"/>
                <a:gd name="connsiteX20" fmla="*/ 182212 w 230257"/>
                <a:gd name="connsiteY20" fmla="*/ 75452 h 85153"/>
                <a:gd name="connsiteX21" fmla="*/ 187324 w 230257"/>
                <a:gd name="connsiteY21" fmla="*/ 78005 h 85153"/>
                <a:gd name="connsiteX22" fmla="*/ 187963 w 230257"/>
                <a:gd name="connsiteY22" fmla="*/ 78005 h 85153"/>
                <a:gd name="connsiteX23" fmla="*/ 193075 w 230257"/>
                <a:gd name="connsiteY23" fmla="*/ 73537 h 85153"/>
                <a:gd name="connsiteX24" fmla="*/ 212884 w 230257"/>
                <a:gd name="connsiteY24" fmla="*/ 14804 h 85153"/>
                <a:gd name="connsiteX25" fmla="*/ 225024 w 230257"/>
                <a:gd name="connsiteY25" fmla="*/ 12889 h 85153"/>
                <a:gd name="connsiteX26" fmla="*/ 230136 w 230257"/>
                <a:gd name="connsiteY26" fmla="*/ 5228 h 85153"/>
                <a:gd name="connsiteX27" fmla="*/ 223107 w 230257"/>
                <a:gd name="connsiteY27" fmla="*/ 121 h 85153"/>
                <a:gd name="connsiteX28" fmla="*/ 223107 w 230257"/>
                <a:gd name="connsiteY28" fmla="*/ 121 h 85153"/>
                <a:gd name="connsiteX29" fmla="*/ 45467 w 230257"/>
                <a:gd name="connsiteY29" fmla="*/ 57577 h 85153"/>
                <a:gd name="connsiteX30" fmla="*/ 32048 w 230257"/>
                <a:gd name="connsiteY30" fmla="*/ 17358 h 85153"/>
                <a:gd name="connsiteX31" fmla="*/ 70388 w 230257"/>
                <a:gd name="connsiteY31" fmla="*/ 21826 h 85153"/>
                <a:gd name="connsiteX32" fmla="*/ 45467 w 230257"/>
                <a:gd name="connsiteY32" fmla="*/ 57577 h 85153"/>
                <a:gd name="connsiteX33" fmla="*/ 115756 w 230257"/>
                <a:gd name="connsiteY33" fmla="*/ 65237 h 85153"/>
                <a:gd name="connsiteX34" fmla="*/ 95309 w 230257"/>
                <a:gd name="connsiteY34" fmla="*/ 23742 h 85153"/>
                <a:gd name="connsiteX35" fmla="*/ 115756 w 230257"/>
                <a:gd name="connsiteY35" fmla="*/ 24380 h 85153"/>
                <a:gd name="connsiteX36" fmla="*/ 136204 w 230257"/>
                <a:gd name="connsiteY36" fmla="*/ 23742 h 85153"/>
                <a:gd name="connsiteX37" fmla="*/ 115756 w 230257"/>
                <a:gd name="connsiteY37" fmla="*/ 65237 h 85153"/>
                <a:gd name="connsiteX38" fmla="*/ 186046 w 230257"/>
                <a:gd name="connsiteY38" fmla="*/ 57577 h 85153"/>
                <a:gd name="connsiteX39" fmla="*/ 161764 w 230257"/>
                <a:gd name="connsiteY39" fmla="*/ 21826 h 85153"/>
                <a:gd name="connsiteX40" fmla="*/ 200104 w 230257"/>
                <a:gd name="connsiteY40" fmla="*/ 17358 h 85153"/>
                <a:gd name="connsiteX41" fmla="*/ 186046 w 230257"/>
                <a:gd name="connsiteY41" fmla="*/ 57577 h 85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30257" h="85153">
                  <a:moveTo>
                    <a:pt x="223107" y="121"/>
                  </a:moveTo>
                  <a:cubicBezTo>
                    <a:pt x="217995" y="1398"/>
                    <a:pt x="212884" y="2036"/>
                    <a:pt x="207771" y="2675"/>
                  </a:cubicBezTo>
                  <a:cubicBezTo>
                    <a:pt x="188602" y="5867"/>
                    <a:pt x="168793" y="8420"/>
                    <a:pt x="149623" y="9697"/>
                  </a:cubicBezTo>
                  <a:cubicBezTo>
                    <a:pt x="148345" y="9697"/>
                    <a:pt x="147706" y="9697"/>
                    <a:pt x="146428" y="9697"/>
                  </a:cubicBezTo>
                  <a:cubicBezTo>
                    <a:pt x="125980" y="10974"/>
                    <a:pt x="104894" y="10974"/>
                    <a:pt x="84446" y="9697"/>
                  </a:cubicBezTo>
                  <a:lnTo>
                    <a:pt x="81251" y="9697"/>
                  </a:lnTo>
                  <a:cubicBezTo>
                    <a:pt x="61442" y="8420"/>
                    <a:pt x="42272" y="5867"/>
                    <a:pt x="23102" y="2675"/>
                  </a:cubicBezTo>
                  <a:cubicBezTo>
                    <a:pt x="17990" y="2036"/>
                    <a:pt x="12878" y="759"/>
                    <a:pt x="7766" y="121"/>
                  </a:cubicBezTo>
                  <a:cubicBezTo>
                    <a:pt x="3932" y="-517"/>
                    <a:pt x="738" y="2036"/>
                    <a:pt x="99" y="5228"/>
                  </a:cubicBezTo>
                  <a:cubicBezTo>
                    <a:pt x="-540" y="9059"/>
                    <a:pt x="2016" y="12251"/>
                    <a:pt x="5211" y="12889"/>
                  </a:cubicBezTo>
                  <a:lnTo>
                    <a:pt x="16712" y="14804"/>
                  </a:lnTo>
                  <a:lnTo>
                    <a:pt x="36521" y="73537"/>
                  </a:lnTo>
                  <a:cubicBezTo>
                    <a:pt x="37160" y="76090"/>
                    <a:pt x="39077" y="77367"/>
                    <a:pt x="41633" y="78005"/>
                  </a:cubicBezTo>
                  <a:lnTo>
                    <a:pt x="42272" y="78005"/>
                  </a:lnTo>
                  <a:cubicBezTo>
                    <a:pt x="44189" y="78005"/>
                    <a:pt x="46106" y="76729"/>
                    <a:pt x="47384" y="75452"/>
                  </a:cubicBezTo>
                  <a:lnTo>
                    <a:pt x="81251" y="26295"/>
                  </a:lnTo>
                  <a:lnTo>
                    <a:pt x="108727" y="81836"/>
                  </a:lnTo>
                  <a:cubicBezTo>
                    <a:pt x="110005" y="83751"/>
                    <a:pt x="111922" y="85666"/>
                    <a:pt x="114479" y="85028"/>
                  </a:cubicBezTo>
                  <a:cubicBezTo>
                    <a:pt x="117034" y="85028"/>
                    <a:pt x="118951" y="83751"/>
                    <a:pt x="120229" y="81836"/>
                  </a:cubicBezTo>
                  <a:lnTo>
                    <a:pt x="148345" y="26295"/>
                  </a:lnTo>
                  <a:lnTo>
                    <a:pt x="182212" y="75452"/>
                  </a:lnTo>
                  <a:cubicBezTo>
                    <a:pt x="183490" y="77367"/>
                    <a:pt x="185407" y="78005"/>
                    <a:pt x="187324" y="78005"/>
                  </a:cubicBezTo>
                  <a:lnTo>
                    <a:pt x="187963" y="78005"/>
                  </a:lnTo>
                  <a:cubicBezTo>
                    <a:pt x="190519" y="77367"/>
                    <a:pt x="192436" y="76090"/>
                    <a:pt x="193075" y="73537"/>
                  </a:cubicBezTo>
                  <a:lnTo>
                    <a:pt x="212884" y="14804"/>
                  </a:lnTo>
                  <a:lnTo>
                    <a:pt x="225024" y="12889"/>
                  </a:lnTo>
                  <a:cubicBezTo>
                    <a:pt x="228858" y="12251"/>
                    <a:pt x="230775" y="9059"/>
                    <a:pt x="230136" y="5228"/>
                  </a:cubicBezTo>
                  <a:cubicBezTo>
                    <a:pt x="229497" y="1398"/>
                    <a:pt x="226302" y="-517"/>
                    <a:pt x="223107" y="121"/>
                  </a:cubicBezTo>
                  <a:lnTo>
                    <a:pt x="223107" y="121"/>
                  </a:lnTo>
                  <a:close/>
                  <a:moveTo>
                    <a:pt x="45467" y="57577"/>
                  </a:moveTo>
                  <a:lnTo>
                    <a:pt x="32048" y="17358"/>
                  </a:lnTo>
                  <a:cubicBezTo>
                    <a:pt x="44828" y="19273"/>
                    <a:pt x="57608" y="20550"/>
                    <a:pt x="70388" y="21826"/>
                  </a:cubicBezTo>
                  <a:lnTo>
                    <a:pt x="45467" y="57577"/>
                  </a:lnTo>
                  <a:close/>
                  <a:moveTo>
                    <a:pt x="115756" y="65237"/>
                  </a:moveTo>
                  <a:lnTo>
                    <a:pt x="95309" y="23742"/>
                  </a:lnTo>
                  <a:cubicBezTo>
                    <a:pt x="102337" y="23742"/>
                    <a:pt x="109366" y="24380"/>
                    <a:pt x="115756" y="24380"/>
                  </a:cubicBezTo>
                  <a:cubicBezTo>
                    <a:pt x="122146" y="24380"/>
                    <a:pt x="129814" y="24380"/>
                    <a:pt x="136204" y="23742"/>
                  </a:cubicBezTo>
                  <a:lnTo>
                    <a:pt x="115756" y="65237"/>
                  </a:lnTo>
                  <a:close/>
                  <a:moveTo>
                    <a:pt x="186046" y="57577"/>
                  </a:moveTo>
                  <a:lnTo>
                    <a:pt x="161764" y="21826"/>
                  </a:lnTo>
                  <a:cubicBezTo>
                    <a:pt x="174544" y="20550"/>
                    <a:pt x="187324" y="19273"/>
                    <a:pt x="200104" y="17358"/>
                  </a:cubicBezTo>
                  <a:lnTo>
                    <a:pt x="186046" y="57577"/>
                  </a:lnTo>
                  <a:close/>
                </a:path>
              </a:pathLst>
            </a:custGeom>
            <a:solidFill>
              <a:srgbClr val="005587"/>
            </a:solidFill>
            <a:ln w="6390" cap="flat">
              <a:noFill/>
              <a:prstDash val="solid"/>
              <a:miter/>
            </a:ln>
          </p:spPr>
          <p:txBody>
            <a:bodyPr rtlCol="0" anchor="ctr"/>
            <a:lstStyle/>
            <a:p>
              <a:endParaRPr lang="en-US"/>
            </a:p>
          </p:txBody>
        </p:sp>
        <p:sp>
          <p:nvSpPr>
            <p:cNvPr id="513" name="Graphic 4">
              <a:extLst>
                <a:ext uri="{FF2B5EF4-FFF2-40B4-BE49-F238E27FC236}">
                  <a16:creationId xmlns:a16="http://schemas.microsoft.com/office/drawing/2014/main" id="{0F33D074-19B2-F240-BD66-8BC40AE16B78}"/>
                </a:ext>
              </a:extLst>
            </p:cNvPr>
            <p:cNvSpPr/>
            <p:nvPr/>
          </p:nvSpPr>
          <p:spPr>
            <a:xfrm>
              <a:off x="1580132" y="2946887"/>
              <a:ext cx="230896" cy="85666"/>
            </a:xfrm>
            <a:custGeom>
              <a:avLst/>
              <a:gdLst>
                <a:gd name="connsiteX0" fmla="*/ 223107 w 230896"/>
                <a:gd name="connsiteY0" fmla="*/ 121 h 85666"/>
                <a:gd name="connsiteX1" fmla="*/ 207771 w 230896"/>
                <a:gd name="connsiteY1" fmla="*/ 3313 h 85666"/>
                <a:gd name="connsiteX2" fmla="*/ 149623 w 230896"/>
                <a:gd name="connsiteY2" fmla="*/ 10335 h 85666"/>
                <a:gd name="connsiteX3" fmla="*/ 146428 w 230896"/>
                <a:gd name="connsiteY3" fmla="*/ 10335 h 85666"/>
                <a:gd name="connsiteX4" fmla="*/ 84446 w 230896"/>
                <a:gd name="connsiteY4" fmla="*/ 10335 h 85666"/>
                <a:gd name="connsiteX5" fmla="*/ 81251 w 230896"/>
                <a:gd name="connsiteY5" fmla="*/ 10335 h 85666"/>
                <a:gd name="connsiteX6" fmla="*/ 23102 w 230896"/>
                <a:gd name="connsiteY6" fmla="*/ 3313 h 85666"/>
                <a:gd name="connsiteX7" fmla="*/ 7766 w 230896"/>
                <a:gd name="connsiteY7" fmla="*/ 121 h 85666"/>
                <a:gd name="connsiteX8" fmla="*/ 99 w 230896"/>
                <a:gd name="connsiteY8" fmla="*/ 5228 h 85666"/>
                <a:gd name="connsiteX9" fmla="*/ 5211 w 230896"/>
                <a:gd name="connsiteY9" fmla="*/ 12889 h 85666"/>
                <a:gd name="connsiteX10" fmla="*/ 17351 w 230896"/>
                <a:gd name="connsiteY10" fmla="*/ 14804 h 85666"/>
                <a:gd name="connsiteX11" fmla="*/ 37160 w 230896"/>
                <a:gd name="connsiteY11" fmla="*/ 73537 h 85666"/>
                <a:gd name="connsiteX12" fmla="*/ 42272 w 230896"/>
                <a:gd name="connsiteY12" fmla="*/ 78006 h 85666"/>
                <a:gd name="connsiteX13" fmla="*/ 42911 w 230896"/>
                <a:gd name="connsiteY13" fmla="*/ 78006 h 85666"/>
                <a:gd name="connsiteX14" fmla="*/ 48023 w 230896"/>
                <a:gd name="connsiteY14" fmla="*/ 75452 h 85666"/>
                <a:gd name="connsiteX15" fmla="*/ 81890 w 230896"/>
                <a:gd name="connsiteY15" fmla="*/ 26295 h 85666"/>
                <a:gd name="connsiteX16" fmla="*/ 109366 w 230896"/>
                <a:gd name="connsiteY16" fmla="*/ 81836 h 85666"/>
                <a:gd name="connsiteX17" fmla="*/ 115117 w 230896"/>
                <a:gd name="connsiteY17" fmla="*/ 85666 h 85666"/>
                <a:gd name="connsiteX18" fmla="*/ 120868 w 230896"/>
                <a:gd name="connsiteY18" fmla="*/ 81836 h 85666"/>
                <a:gd name="connsiteX19" fmla="*/ 148984 w 230896"/>
                <a:gd name="connsiteY19" fmla="*/ 26295 h 85666"/>
                <a:gd name="connsiteX20" fmla="*/ 182851 w 230896"/>
                <a:gd name="connsiteY20" fmla="*/ 75452 h 85666"/>
                <a:gd name="connsiteX21" fmla="*/ 187963 w 230896"/>
                <a:gd name="connsiteY21" fmla="*/ 78006 h 85666"/>
                <a:gd name="connsiteX22" fmla="*/ 188602 w 230896"/>
                <a:gd name="connsiteY22" fmla="*/ 78006 h 85666"/>
                <a:gd name="connsiteX23" fmla="*/ 193714 w 230896"/>
                <a:gd name="connsiteY23" fmla="*/ 73537 h 85666"/>
                <a:gd name="connsiteX24" fmla="*/ 213523 w 230896"/>
                <a:gd name="connsiteY24" fmla="*/ 14804 h 85666"/>
                <a:gd name="connsiteX25" fmla="*/ 225663 w 230896"/>
                <a:gd name="connsiteY25" fmla="*/ 12889 h 85666"/>
                <a:gd name="connsiteX26" fmla="*/ 230775 w 230896"/>
                <a:gd name="connsiteY26" fmla="*/ 5228 h 85666"/>
                <a:gd name="connsiteX27" fmla="*/ 223107 w 230896"/>
                <a:gd name="connsiteY27" fmla="*/ 121 h 85666"/>
                <a:gd name="connsiteX28" fmla="*/ 223107 w 230896"/>
                <a:gd name="connsiteY28" fmla="*/ 121 h 85666"/>
                <a:gd name="connsiteX29" fmla="*/ 45467 w 230896"/>
                <a:gd name="connsiteY29" fmla="*/ 57577 h 85666"/>
                <a:gd name="connsiteX30" fmla="*/ 32048 w 230896"/>
                <a:gd name="connsiteY30" fmla="*/ 17358 h 85666"/>
                <a:gd name="connsiteX31" fmla="*/ 70388 w 230896"/>
                <a:gd name="connsiteY31" fmla="*/ 21826 h 85666"/>
                <a:gd name="connsiteX32" fmla="*/ 45467 w 230896"/>
                <a:gd name="connsiteY32" fmla="*/ 57577 h 85666"/>
                <a:gd name="connsiteX33" fmla="*/ 115756 w 230896"/>
                <a:gd name="connsiteY33" fmla="*/ 64599 h 85666"/>
                <a:gd name="connsiteX34" fmla="*/ 95309 w 230896"/>
                <a:gd name="connsiteY34" fmla="*/ 23103 h 85666"/>
                <a:gd name="connsiteX35" fmla="*/ 115756 w 230896"/>
                <a:gd name="connsiteY35" fmla="*/ 23742 h 85666"/>
                <a:gd name="connsiteX36" fmla="*/ 136204 w 230896"/>
                <a:gd name="connsiteY36" fmla="*/ 23103 h 85666"/>
                <a:gd name="connsiteX37" fmla="*/ 115756 w 230896"/>
                <a:gd name="connsiteY37" fmla="*/ 64599 h 85666"/>
                <a:gd name="connsiteX38" fmla="*/ 186046 w 230896"/>
                <a:gd name="connsiteY38" fmla="*/ 57577 h 85666"/>
                <a:gd name="connsiteX39" fmla="*/ 161764 w 230896"/>
                <a:gd name="connsiteY39" fmla="*/ 21826 h 85666"/>
                <a:gd name="connsiteX40" fmla="*/ 200104 w 230896"/>
                <a:gd name="connsiteY40" fmla="*/ 17358 h 85666"/>
                <a:gd name="connsiteX41" fmla="*/ 186046 w 230896"/>
                <a:gd name="connsiteY41" fmla="*/ 57577 h 85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30896" h="85666">
                  <a:moveTo>
                    <a:pt x="223107" y="121"/>
                  </a:moveTo>
                  <a:cubicBezTo>
                    <a:pt x="217995" y="1398"/>
                    <a:pt x="212884" y="2036"/>
                    <a:pt x="207771" y="3313"/>
                  </a:cubicBezTo>
                  <a:cubicBezTo>
                    <a:pt x="188602" y="6505"/>
                    <a:pt x="168793" y="9059"/>
                    <a:pt x="149623" y="10335"/>
                  </a:cubicBezTo>
                  <a:lnTo>
                    <a:pt x="146428" y="10335"/>
                  </a:lnTo>
                  <a:cubicBezTo>
                    <a:pt x="125980" y="11612"/>
                    <a:pt x="104894" y="11612"/>
                    <a:pt x="84446" y="10335"/>
                  </a:cubicBezTo>
                  <a:lnTo>
                    <a:pt x="81251" y="10335"/>
                  </a:lnTo>
                  <a:cubicBezTo>
                    <a:pt x="61442" y="9059"/>
                    <a:pt x="42272" y="6505"/>
                    <a:pt x="23102" y="3313"/>
                  </a:cubicBezTo>
                  <a:cubicBezTo>
                    <a:pt x="17990" y="2675"/>
                    <a:pt x="12878" y="1398"/>
                    <a:pt x="7766" y="121"/>
                  </a:cubicBezTo>
                  <a:cubicBezTo>
                    <a:pt x="3932" y="-517"/>
                    <a:pt x="738" y="2036"/>
                    <a:pt x="99" y="5228"/>
                  </a:cubicBezTo>
                  <a:cubicBezTo>
                    <a:pt x="-540" y="9059"/>
                    <a:pt x="2016" y="12251"/>
                    <a:pt x="5211" y="12889"/>
                  </a:cubicBezTo>
                  <a:lnTo>
                    <a:pt x="17351" y="14804"/>
                  </a:lnTo>
                  <a:lnTo>
                    <a:pt x="37160" y="73537"/>
                  </a:lnTo>
                  <a:cubicBezTo>
                    <a:pt x="37799" y="76090"/>
                    <a:pt x="39716" y="77367"/>
                    <a:pt x="42272" y="78006"/>
                  </a:cubicBezTo>
                  <a:lnTo>
                    <a:pt x="42911" y="78006"/>
                  </a:lnTo>
                  <a:cubicBezTo>
                    <a:pt x="44828" y="78006"/>
                    <a:pt x="46745" y="76729"/>
                    <a:pt x="48023" y="75452"/>
                  </a:cubicBezTo>
                  <a:lnTo>
                    <a:pt x="81890" y="26295"/>
                  </a:lnTo>
                  <a:lnTo>
                    <a:pt x="109366" y="81836"/>
                  </a:lnTo>
                  <a:cubicBezTo>
                    <a:pt x="110645" y="83751"/>
                    <a:pt x="112561" y="85666"/>
                    <a:pt x="115117" y="85666"/>
                  </a:cubicBezTo>
                  <a:cubicBezTo>
                    <a:pt x="117673" y="85666"/>
                    <a:pt x="119590" y="84390"/>
                    <a:pt x="120868" y="81836"/>
                  </a:cubicBezTo>
                  <a:lnTo>
                    <a:pt x="148984" y="26295"/>
                  </a:lnTo>
                  <a:lnTo>
                    <a:pt x="182851" y="75452"/>
                  </a:lnTo>
                  <a:cubicBezTo>
                    <a:pt x="184129" y="77367"/>
                    <a:pt x="186046" y="78006"/>
                    <a:pt x="187963" y="78006"/>
                  </a:cubicBezTo>
                  <a:lnTo>
                    <a:pt x="188602" y="78006"/>
                  </a:lnTo>
                  <a:cubicBezTo>
                    <a:pt x="191158" y="77367"/>
                    <a:pt x="193075" y="76090"/>
                    <a:pt x="193714" y="73537"/>
                  </a:cubicBezTo>
                  <a:lnTo>
                    <a:pt x="213523" y="14804"/>
                  </a:lnTo>
                  <a:lnTo>
                    <a:pt x="225663" y="12889"/>
                  </a:lnTo>
                  <a:cubicBezTo>
                    <a:pt x="229497" y="12251"/>
                    <a:pt x="231414" y="9059"/>
                    <a:pt x="230775" y="5228"/>
                  </a:cubicBezTo>
                  <a:cubicBezTo>
                    <a:pt x="230136" y="1398"/>
                    <a:pt x="226302" y="-517"/>
                    <a:pt x="223107" y="121"/>
                  </a:cubicBezTo>
                  <a:lnTo>
                    <a:pt x="223107" y="121"/>
                  </a:lnTo>
                  <a:close/>
                  <a:moveTo>
                    <a:pt x="45467" y="57577"/>
                  </a:moveTo>
                  <a:lnTo>
                    <a:pt x="32048" y="17358"/>
                  </a:lnTo>
                  <a:cubicBezTo>
                    <a:pt x="44828" y="19273"/>
                    <a:pt x="57608" y="20550"/>
                    <a:pt x="70388" y="21826"/>
                  </a:cubicBezTo>
                  <a:lnTo>
                    <a:pt x="45467" y="57577"/>
                  </a:lnTo>
                  <a:close/>
                  <a:moveTo>
                    <a:pt x="115756" y="64599"/>
                  </a:moveTo>
                  <a:lnTo>
                    <a:pt x="95309" y="23103"/>
                  </a:lnTo>
                  <a:cubicBezTo>
                    <a:pt x="102337" y="23103"/>
                    <a:pt x="109366" y="23742"/>
                    <a:pt x="115756" y="23742"/>
                  </a:cubicBezTo>
                  <a:cubicBezTo>
                    <a:pt x="122146" y="23742"/>
                    <a:pt x="129814" y="23742"/>
                    <a:pt x="136204" y="23103"/>
                  </a:cubicBezTo>
                  <a:lnTo>
                    <a:pt x="115756" y="64599"/>
                  </a:lnTo>
                  <a:close/>
                  <a:moveTo>
                    <a:pt x="186046" y="57577"/>
                  </a:moveTo>
                  <a:lnTo>
                    <a:pt x="161764" y="21826"/>
                  </a:lnTo>
                  <a:cubicBezTo>
                    <a:pt x="174544" y="20550"/>
                    <a:pt x="187324" y="19273"/>
                    <a:pt x="200104" y="17358"/>
                  </a:cubicBezTo>
                  <a:lnTo>
                    <a:pt x="186046" y="57577"/>
                  </a:lnTo>
                  <a:close/>
                </a:path>
              </a:pathLst>
            </a:custGeom>
            <a:solidFill>
              <a:srgbClr val="005587"/>
            </a:solidFill>
            <a:ln w="6390" cap="flat">
              <a:noFill/>
              <a:prstDash val="solid"/>
              <a:miter/>
            </a:ln>
          </p:spPr>
          <p:txBody>
            <a:bodyPr rtlCol="0" anchor="ctr"/>
            <a:lstStyle/>
            <a:p>
              <a:endParaRPr lang="en-US"/>
            </a:p>
          </p:txBody>
        </p:sp>
      </p:grpSp>
      <p:grpSp>
        <p:nvGrpSpPr>
          <p:cNvPr id="514" name="Graphic 4">
            <a:extLst>
              <a:ext uri="{FF2B5EF4-FFF2-40B4-BE49-F238E27FC236}">
                <a16:creationId xmlns:a16="http://schemas.microsoft.com/office/drawing/2014/main" id="{76FF1EC8-9AEC-8A4B-A6C7-0EF28EAA13D1}"/>
              </a:ext>
            </a:extLst>
          </p:cNvPr>
          <p:cNvGrpSpPr/>
          <p:nvPr/>
        </p:nvGrpSpPr>
        <p:grpSpPr>
          <a:xfrm>
            <a:off x="1515054" y="3824168"/>
            <a:ext cx="362309" cy="361971"/>
            <a:chOff x="1515054" y="3824168"/>
            <a:chExt cx="362309" cy="361971"/>
          </a:xfrm>
          <a:solidFill>
            <a:srgbClr val="005587"/>
          </a:solidFill>
        </p:grpSpPr>
        <p:sp>
          <p:nvSpPr>
            <p:cNvPr id="515" name="Graphic 4">
              <a:extLst>
                <a:ext uri="{FF2B5EF4-FFF2-40B4-BE49-F238E27FC236}">
                  <a16:creationId xmlns:a16="http://schemas.microsoft.com/office/drawing/2014/main" id="{C62D1BD1-6F23-2C41-A0FD-A30C49AB8EEB}"/>
                </a:ext>
              </a:extLst>
            </p:cNvPr>
            <p:cNvSpPr/>
            <p:nvPr/>
          </p:nvSpPr>
          <p:spPr>
            <a:xfrm>
              <a:off x="1515054" y="3824168"/>
              <a:ext cx="362309" cy="361971"/>
            </a:xfrm>
            <a:custGeom>
              <a:avLst/>
              <a:gdLst>
                <a:gd name="connsiteX0" fmla="*/ 180835 w 362309"/>
                <a:gd name="connsiteY0" fmla="*/ 0 h 361971"/>
                <a:gd name="connsiteX1" fmla="*/ 0 w 362309"/>
                <a:gd name="connsiteY1" fmla="*/ 180667 h 361971"/>
                <a:gd name="connsiteX2" fmla="*/ 180835 w 362309"/>
                <a:gd name="connsiteY2" fmla="*/ 361971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1305 h 361971"/>
                <a:gd name="connsiteX10" fmla="*/ 349529 w 362309"/>
                <a:gd name="connsiteY10" fmla="*/ 181305 h 361971"/>
                <a:gd name="connsiteX11" fmla="*/ 180835 w 362309"/>
                <a:gd name="connsiteY11" fmla="*/ 349204 h 361971"/>
                <a:gd name="connsiteX12" fmla="*/ 180835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6"/>
                    <a:pt x="0" y="180667"/>
                  </a:cubicBezTo>
                  <a:cubicBezTo>
                    <a:pt x="0" y="280895"/>
                    <a:pt x="81152" y="361971"/>
                    <a:pt x="180835" y="361971"/>
                  </a:cubicBezTo>
                  <a:cubicBezTo>
                    <a:pt x="280518" y="361971"/>
                    <a:pt x="362309" y="280895"/>
                    <a:pt x="362309" y="180667"/>
                  </a:cubicBezTo>
                  <a:lnTo>
                    <a:pt x="362309" y="180667"/>
                  </a:lnTo>
                  <a:cubicBezTo>
                    <a:pt x="361670" y="81076"/>
                    <a:pt x="280518" y="0"/>
                    <a:pt x="180835" y="0"/>
                  </a:cubicBezTo>
                  <a:close/>
                  <a:moveTo>
                    <a:pt x="180835" y="349204"/>
                  </a:moveTo>
                  <a:cubicBezTo>
                    <a:pt x="87542" y="349204"/>
                    <a:pt x="12780" y="273873"/>
                    <a:pt x="12780" y="180667"/>
                  </a:cubicBezTo>
                  <a:cubicBezTo>
                    <a:pt x="12780" y="87460"/>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005587"/>
            </a:solidFill>
            <a:ln w="6390" cap="flat">
              <a:noFill/>
              <a:prstDash val="solid"/>
              <a:miter/>
            </a:ln>
          </p:spPr>
          <p:txBody>
            <a:bodyPr rtlCol="0" anchor="ctr"/>
            <a:lstStyle/>
            <a:p>
              <a:endParaRPr lang="en-US"/>
            </a:p>
          </p:txBody>
        </p:sp>
        <p:sp>
          <p:nvSpPr>
            <p:cNvPr id="516" name="Graphic 4">
              <a:extLst>
                <a:ext uri="{FF2B5EF4-FFF2-40B4-BE49-F238E27FC236}">
                  <a16:creationId xmlns:a16="http://schemas.microsoft.com/office/drawing/2014/main" id="{00C87D98-CB21-4F4B-A76A-C11087CBD0B7}"/>
                </a:ext>
              </a:extLst>
            </p:cNvPr>
            <p:cNvSpPr/>
            <p:nvPr/>
          </p:nvSpPr>
          <p:spPr>
            <a:xfrm>
              <a:off x="1630711" y="3898222"/>
              <a:ext cx="172011" cy="171729"/>
            </a:xfrm>
            <a:custGeom>
              <a:avLst/>
              <a:gdLst>
                <a:gd name="connsiteX0" fmla="*/ 164221 w 172011"/>
                <a:gd name="connsiteY0" fmla="*/ 0 h 171729"/>
                <a:gd name="connsiteX1" fmla="*/ 77318 w 172011"/>
                <a:gd name="connsiteY1" fmla="*/ 21706 h 171729"/>
                <a:gd name="connsiteX2" fmla="*/ 72845 w 172011"/>
                <a:gd name="connsiteY2" fmla="*/ 26174 h 171729"/>
                <a:gd name="connsiteX3" fmla="*/ 74123 w 172011"/>
                <a:gd name="connsiteY3" fmla="*/ 32558 h 171729"/>
                <a:gd name="connsiteX4" fmla="*/ 80513 w 172011"/>
                <a:gd name="connsiteY4" fmla="*/ 38942 h 171729"/>
                <a:gd name="connsiteX5" fmla="*/ 8946 w 172011"/>
                <a:gd name="connsiteY5" fmla="*/ 110443 h 171729"/>
                <a:gd name="connsiteX6" fmla="*/ 8946 w 172011"/>
                <a:gd name="connsiteY6" fmla="*/ 119381 h 171729"/>
                <a:gd name="connsiteX7" fmla="*/ 8946 w 172011"/>
                <a:gd name="connsiteY7" fmla="*/ 119381 h 171729"/>
                <a:gd name="connsiteX8" fmla="*/ 26199 w 172011"/>
                <a:gd name="connsiteY8" fmla="*/ 136617 h 171729"/>
                <a:gd name="connsiteX9" fmla="*/ 1917 w 172011"/>
                <a:gd name="connsiteY9" fmla="*/ 160876 h 171729"/>
                <a:gd name="connsiteX10" fmla="*/ 1917 w 172011"/>
                <a:gd name="connsiteY10" fmla="*/ 169814 h 171729"/>
                <a:gd name="connsiteX11" fmla="*/ 6390 w 172011"/>
                <a:gd name="connsiteY11" fmla="*/ 171729 h 171729"/>
                <a:gd name="connsiteX12" fmla="*/ 10863 w 172011"/>
                <a:gd name="connsiteY12" fmla="*/ 169814 h 171729"/>
                <a:gd name="connsiteX13" fmla="*/ 35145 w 172011"/>
                <a:gd name="connsiteY13" fmla="*/ 145555 h 171729"/>
                <a:gd name="connsiteX14" fmla="*/ 52397 w 172011"/>
                <a:gd name="connsiteY14" fmla="*/ 162792 h 171729"/>
                <a:gd name="connsiteX15" fmla="*/ 56870 w 172011"/>
                <a:gd name="connsiteY15" fmla="*/ 164707 h 171729"/>
                <a:gd name="connsiteX16" fmla="*/ 61343 w 172011"/>
                <a:gd name="connsiteY16" fmla="*/ 162792 h 171729"/>
                <a:gd name="connsiteX17" fmla="*/ 132911 w 172011"/>
                <a:gd name="connsiteY17" fmla="*/ 91291 h 171729"/>
                <a:gd name="connsiteX18" fmla="*/ 139301 w 172011"/>
                <a:gd name="connsiteY18" fmla="*/ 97675 h 171729"/>
                <a:gd name="connsiteX19" fmla="*/ 143774 w 172011"/>
                <a:gd name="connsiteY19" fmla="*/ 99590 h 171729"/>
                <a:gd name="connsiteX20" fmla="*/ 145691 w 172011"/>
                <a:gd name="connsiteY20" fmla="*/ 99590 h 171729"/>
                <a:gd name="connsiteX21" fmla="*/ 150164 w 172011"/>
                <a:gd name="connsiteY21" fmla="*/ 95121 h 171729"/>
                <a:gd name="connsiteX22" fmla="*/ 171889 w 172011"/>
                <a:gd name="connsiteY22" fmla="*/ 8299 h 171729"/>
                <a:gd name="connsiteX23" fmla="*/ 167416 w 172011"/>
                <a:gd name="connsiteY23" fmla="*/ 638 h 171729"/>
                <a:gd name="connsiteX24" fmla="*/ 164221 w 172011"/>
                <a:gd name="connsiteY24" fmla="*/ 0 h 171729"/>
                <a:gd name="connsiteX25" fmla="*/ 164221 w 172011"/>
                <a:gd name="connsiteY25" fmla="*/ 0 h 171729"/>
                <a:gd name="connsiteX26" fmla="*/ 56870 w 172011"/>
                <a:gd name="connsiteY26" fmla="*/ 149385 h 171729"/>
                <a:gd name="connsiteX27" fmla="*/ 39618 w 172011"/>
                <a:gd name="connsiteY27" fmla="*/ 132149 h 171729"/>
                <a:gd name="connsiteX28" fmla="*/ 39618 w 172011"/>
                <a:gd name="connsiteY28" fmla="*/ 132149 h 171729"/>
                <a:gd name="connsiteX29" fmla="*/ 22365 w 172011"/>
                <a:gd name="connsiteY29" fmla="*/ 114912 h 171729"/>
                <a:gd name="connsiteX30" fmla="*/ 89459 w 172011"/>
                <a:gd name="connsiteY30" fmla="*/ 47880 h 171729"/>
                <a:gd name="connsiteX31" fmla="*/ 123965 w 172011"/>
                <a:gd name="connsiteY31" fmla="*/ 82354 h 171729"/>
                <a:gd name="connsiteX32" fmla="*/ 56870 w 172011"/>
                <a:gd name="connsiteY32" fmla="*/ 149385 h 171729"/>
                <a:gd name="connsiteX33" fmla="*/ 140579 w 172011"/>
                <a:gd name="connsiteY33" fmla="*/ 80438 h 171729"/>
                <a:gd name="connsiteX34" fmla="*/ 137384 w 172011"/>
                <a:gd name="connsiteY34" fmla="*/ 77246 h 171729"/>
                <a:gd name="connsiteX35" fmla="*/ 137384 w 172011"/>
                <a:gd name="connsiteY35" fmla="*/ 77246 h 171729"/>
                <a:gd name="connsiteX36" fmla="*/ 90737 w 172011"/>
                <a:gd name="connsiteY36" fmla="*/ 30643 h 171729"/>
                <a:gd name="connsiteX37" fmla="*/ 156554 w 172011"/>
                <a:gd name="connsiteY37" fmla="*/ 14045 h 171729"/>
                <a:gd name="connsiteX38" fmla="*/ 140579 w 172011"/>
                <a:gd name="connsiteY38" fmla="*/ 80438 h 17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72011" h="171729">
                  <a:moveTo>
                    <a:pt x="164221" y="0"/>
                  </a:moveTo>
                  <a:lnTo>
                    <a:pt x="77318" y="21706"/>
                  </a:lnTo>
                  <a:cubicBezTo>
                    <a:pt x="75401" y="22344"/>
                    <a:pt x="73484" y="24259"/>
                    <a:pt x="72845" y="26174"/>
                  </a:cubicBezTo>
                  <a:cubicBezTo>
                    <a:pt x="72206" y="28728"/>
                    <a:pt x="72845" y="30643"/>
                    <a:pt x="74123" y="32558"/>
                  </a:cubicBezTo>
                  <a:lnTo>
                    <a:pt x="80513" y="38942"/>
                  </a:lnTo>
                  <a:lnTo>
                    <a:pt x="8946" y="110443"/>
                  </a:lnTo>
                  <a:cubicBezTo>
                    <a:pt x="6390" y="112997"/>
                    <a:pt x="6390" y="116827"/>
                    <a:pt x="8946" y="119381"/>
                  </a:cubicBezTo>
                  <a:cubicBezTo>
                    <a:pt x="8946" y="119381"/>
                    <a:pt x="8946" y="119381"/>
                    <a:pt x="8946" y="119381"/>
                  </a:cubicBezTo>
                  <a:lnTo>
                    <a:pt x="26199" y="136617"/>
                  </a:lnTo>
                  <a:lnTo>
                    <a:pt x="1917" y="160876"/>
                  </a:lnTo>
                  <a:cubicBezTo>
                    <a:pt x="-639" y="163430"/>
                    <a:pt x="-639" y="167260"/>
                    <a:pt x="1917" y="169814"/>
                  </a:cubicBezTo>
                  <a:cubicBezTo>
                    <a:pt x="3195" y="171091"/>
                    <a:pt x="4473" y="171729"/>
                    <a:pt x="6390" y="171729"/>
                  </a:cubicBezTo>
                  <a:cubicBezTo>
                    <a:pt x="8307" y="171729"/>
                    <a:pt x="9585" y="171091"/>
                    <a:pt x="10863" y="169814"/>
                  </a:cubicBezTo>
                  <a:lnTo>
                    <a:pt x="35145" y="145555"/>
                  </a:lnTo>
                  <a:lnTo>
                    <a:pt x="52397" y="162792"/>
                  </a:lnTo>
                  <a:cubicBezTo>
                    <a:pt x="53675" y="164068"/>
                    <a:pt x="54953" y="164707"/>
                    <a:pt x="56870" y="164707"/>
                  </a:cubicBezTo>
                  <a:cubicBezTo>
                    <a:pt x="58787" y="164707"/>
                    <a:pt x="60065" y="164068"/>
                    <a:pt x="61343" y="162792"/>
                  </a:cubicBezTo>
                  <a:lnTo>
                    <a:pt x="132911" y="91291"/>
                  </a:lnTo>
                  <a:lnTo>
                    <a:pt x="139301" y="97675"/>
                  </a:lnTo>
                  <a:cubicBezTo>
                    <a:pt x="140579" y="98952"/>
                    <a:pt x="141857" y="99590"/>
                    <a:pt x="143774" y="99590"/>
                  </a:cubicBezTo>
                  <a:cubicBezTo>
                    <a:pt x="144412" y="99590"/>
                    <a:pt x="145052" y="99590"/>
                    <a:pt x="145691" y="99590"/>
                  </a:cubicBezTo>
                  <a:cubicBezTo>
                    <a:pt x="147607" y="98952"/>
                    <a:pt x="149525" y="97037"/>
                    <a:pt x="150164" y="95121"/>
                  </a:cubicBezTo>
                  <a:lnTo>
                    <a:pt x="171889" y="8299"/>
                  </a:lnTo>
                  <a:cubicBezTo>
                    <a:pt x="172528" y="5107"/>
                    <a:pt x="170611" y="1277"/>
                    <a:pt x="167416" y="638"/>
                  </a:cubicBezTo>
                  <a:cubicBezTo>
                    <a:pt x="166138" y="0"/>
                    <a:pt x="165499" y="0"/>
                    <a:pt x="164221" y="0"/>
                  </a:cubicBezTo>
                  <a:lnTo>
                    <a:pt x="164221" y="0"/>
                  </a:lnTo>
                  <a:close/>
                  <a:moveTo>
                    <a:pt x="56870" y="149385"/>
                  </a:moveTo>
                  <a:lnTo>
                    <a:pt x="39618" y="132149"/>
                  </a:lnTo>
                  <a:lnTo>
                    <a:pt x="39618" y="132149"/>
                  </a:lnTo>
                  <a:lnTo>
                    <a:pt x="22365" y="114912"/>
                  </a:lnTo>
                  <a:lnTo>
                    <a:pt x="89459" y="47880"/>
                  </a:lnTo>
                  <a:lnTo>
                    <a:pt x="123965" y="82354"/>
                  </a:lnTo>
                  <a:lnTo>
                    <a:pt x="56870" y="149385"/>
                  </a:lnTo>
                  <a:close/>
                  <a:moveTo>
                    <a:pt x="140579" y="80438"/>
                  </a:moveTo>
                  <a:lnTo>
                    <a:pt x="137384" y="77246"/>
                  </a:lnTo>
                  <a:lnTo>
                    <a:pt x="137384" y="77246"/>
                  </a:lnTo>
                  <a:lnTo>
                    <a:pt x="90737" y="30643"/>
                  </a:lnTo>
                  <a:lnTo>
                    <a:pt x="156554" y="14045"/>
                  </a:lnTo>
                  <a:lnTo>
                    <a:pt x="140579" y="80438"/>
                  </a:lnTo>
                  <a:close/>
                </a:path>
              </a:pathLst>
            </a:custGeom>
            <a:solidFill>
              <a:srgbClr val="005587"/>
            </a:solidFill>
            <a:ln w="6390" cap="flat">
              <a:noFill/>
              <a:prstDash val="solid"/>
              <a:miter/>
            </a:ln>
          </p:spPr>
          <p:txBody>
            <a:bodyPr rtlCol="0" anchor="ctr"/>
            <a:lstStyle/>
            <a:p>
              <a:endParaRPr lang="en-US"/>
            </a:p>
          </p:txBody>
        </p:sp>
        <p:sp>
          <p:nvSpPr>
            <p:cNvPr id="517" name="Graphic 4">
              <a:extLst>
                <a:ext uri="{FF2B5EF4-FFF2-40B4-BE49-F238E27FC236}">
                  <a16:creationId xmlns:a16="http://schemas.microsoft.com/office/drawing/2014/main" id="{109D58E6-E9D3-7C4B-B998-0B3B19A58E62}"/>
                </a:ext>
              </a:extLst>
            </p:cNvPr>
            <p:cNvSpPr/>
            <p:nvPr/>
          </p:nvSpPr>
          <p:spPr>
            <a:xfrm>
              <a:off x="1636126" y="4078553"/>
              <a:ext cx="18989" cy="34809"/>
            </a:xfrm>
            <a:custGeom>
              <a:avLst/>
              <a:gdLst>
                <a:gd name="connsiteX0" fmla="*/ 12477 w 18989"/>
                <a:gd name="connsiteY0" fmla="*/ 4805 h 34809"/>
                <a:gd name="connsiteX1" fmla="*/ 4809 w 18989"/>
                <a:gd name="connsiteY1" fmla="*/ 336 h 34809"/>
                <a:gd name="connsiteX2" fmla="*/ 336 w 18989"/>
                <a:gd name="connsiteY2" fmla="*/ 7997 h 34809"/>
                <a:gd name="connsiteX3" fmla="*/ 336 w 18989"/>
                <a:gd name="connsiteY3" fmla="*/ 8635 h 34809"/>
                <a:gd name="connsiteX4" fmla="*/ 6087 w 18989"/>
                <a:gd name="connsiteY4" fmla="*/ 29702 h 34809"/>
                <a:gd name="connsiteX5" fmla="*/ 12477 w 18989"/>
                <a:gd name="connsiteY5" fmla="*/ 34809 h 34809"/>
                <a:gd name="connsiteX6" fmla="*/ 14394 w 18989"/>
                <a:gd name="connsiteY6" fmla="*/ 34809 h 34809"/>
                <a:gd name="connsiteX7" fmla="*/ 18867 w 18989"/>
                <a:gd name="connsiteY7" fmla="*/ 27149 h 34809"/>
                <a:gd name="connsiteX8" fmla="*/ 12477 w 18989"/>
                <a:gd name="connsiteY8" fmla="*/ 4805 h 34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989" h="34809">
                  <a:moveTo>
                    <a:pt x="12477" y="4805"/>
                  </a:moveTo>
                  <a:cubicBezTo>
                    <a:pt x="11838" y="1613"/>
                    <a:pt x="8004" y="-941"/>
                    <a:pt x="4809" y="336"/>
                  </a:cubicBezTo>
                  <a:cubicBezTo>
                    <a:pt x="1614" y="1613"/>
                    <a:pt x="-942" y="4805"/>
                    <a:pt x="336" y="7997"/>
                  </a:cubicBezTo>
                  <a:cubicBezTo>
                    <a:pt x="336" y="7997"/>
                    <a:pt x="336" y="7997"/>
                    <a:pt x="336" y="8635"/>
                  </a:cubicBezTo>
                  <a:lnTo>
                    <a:pt x="6087" y="29702"/>
                  </a:lnTo>
                  <a:cubicBezTo>
                    <a:pt x="6726" y="32894"/>
                    <a:pt x="9282" y="34809"/>
                    <a:pt x="12477" y="34809"/>
                  </a:cubicBezTo>
                  <a:cubicBezTo>
                    <a:pt x="13116" y="34809"/>
                    <a:pt x="13755" y="34809"/>
                    <a:pt x="14394" y="34809"/>
                  </a:cubicBezTo>
                  <a:cubicBezTo>
                    <a:pt x="17589" y="34171"/>
                    <a:pt x="19506" y="30341"/>
                    <a:pt x="18867" y="27149"/>
                  </a:cubicBezTo>
                  <a:lnTo>
                    <a:pt x="12477" y="4805"/>
                  </a:lnTo>
                  <a:close/>
                </a:path>
              </a:pathLst>
            </a:custGeom>
            <a:solidFill>
              <a:srgbClr val="005587"/>
            </a:solidFill>
            <a:ln w="6390" cap="flat">
              <a:noFill/>
              <a:prstDash val="solid"/>
              <a:miter/>
            </a:ln>
          </p:spPr>
          <p:txBody>
            <a:bodyPr rtlCol="0" anchor="ctr"/>
            <a:lstStyle/>
            <a:p>
              <a:endParaRPr lang="en-US"/>
            </a:p>
          </p:txBody>
        </p:sp>
        <p:sp>
          <p:nvSpPr>
            <p:cNvPr id="518" name="Graphic 4">
              <a:extLst>
                <a:ext uri="{FF2B5EF4-FFF2-40B4-BE49-F238E27FC236}">
                  <a16:creationId xmlns:a16="http://schemas.microsoft.com/office/drawing/2014/main" id="{79D27FB1-8B06-244B-A75E-45E198BCE8A6}"/>
                </a:ext>
              </a:extLst>
            </p:cNvPr>
            <p:cNvSpPr/>
            <p:nvPr/>
          </p:nvSpPr>
          <p:spPr>
            <a:xfrm>
              <a:off x="1600040" y="4072504"/>
              <a:ext cx="28115" cy="28089"/>
            </a:xfrm>
            <a:custGeom>
              <a:avLst/>
              <a:gdLst>
                <a:gd name="connsiteX0" fmla="*/ 17253 w 28115"/>
                <a:gd name="connsiteY0" fmla="*/ 1915 h 28089"/>
                <a:gd name="connsiteX1" fmla="*/ 1917 w 28115"/>
                <a:gd name="connsiteY1" fmla="*/ 17237 h 28089"/>
                <a:gd name="connsiteX2" fmla="*/ 1917 w 28115"/>
                <a:gd name="connsiteY2" fmla="*/ 26174 h 28089"/>
                <a:gd name="connsiteX3" fmla="*/ 1917 w 28115"/>
                <a:gd name="connsiteY3" fmla="*/ 26174 h 28089"/>
                <a:gd name="connsiteX4" fmla="*/ 6390 w 28115"/>
                <a:gd name="connsiteY4" fmla="*/ 28090 h 28089"/>
                <a:gd name="connsiteX5" fmla="*/ 10863 w 28115"/>
                <a:gd name="connsiteY5" fmla="*/ 26174 h 28089"/>
                <a:gd name="connsiteX6" fmla="*/ 26199 w 28115"/>
                <a:gd name="connsiteY6" fmla="*/ 10853 h 28089"/>
                <a:gd name="connsiteX7" fmla="*/ 26199 w 28115"/>
                <a:gd name="connsiteY7" fmla="*/ 1915 h 28089"/>
                <a:gd name="connsiteX8" fmla="*/ 17253 w 28115"/>
                <a:gd name="connsiteY8" fmla="*/ 1915 h 28089"/>
                <a:gd name="connsiteX9" fmla="*/ 17253 w 28115"/>
                <a:gd name="connsiteY9" fmla="*/ 1915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115" h="28089">
                  <a:moveTo>
                    <a:pt x="17253" y="1915"/>
                  </a:moveTo>
                  <a:lnTo>
                    <a:pt x="1917" y="17237"/>
                  </a:lnTo>
                  <a:cubicBezTo>
                    <a:pt x="-639" y="19790"/>
                    <a:pt x="-639" y="23621"/>
                    <a:pt x="1917" y="26174"/>
                  </a:cubicBezTo>
                  <a:cubicBezTo>
                    <a:pt x="1917" y="26174"/>
                    <a:pt x="1917" y="26174"/>
                    <a:pt x="1917" y="26174"/>
                  </a:cubicBezTo>
                  <a:cubicBezTo>
                    <a:pt x="3195" y="27451"/>
                    <a:pt x="4473" y="28090"/>
                    <a:pt x="6390" y="28090"/>
                  </a:cubicBezTo>
                  <a:cubicBezTo>
                    <a:pt x="8307" y="28090"/>
                    <a:pt x="9585" y="27451"/>
                    <a:pt x="10863" y="26174"/>
                  </a:cubicBezTo>
                  <a:lnTo>
                    <a:pt x="26199" y="10853"/>
                  </a:lnTo>
                  <a:cubicBezTo>
                    <a:pt x="28755" y="8299"/>
                    <a:pt x="28755" y="4469"/>
                    <a:pt x="26199" y="1915"/>
                  </a:cubicBezTo>
                  <a:cubicBezTo>
                    <a:pt x="23643" y="-638"/>
                    <a:pt x="19809" y="-638"/>
                    <a:pt x="17253" y="1915"/>
                  </a:cubicBezTo>
                  <a:lnTo>
                    <a:pt x="17253" y="1915"/>
                  </a:lnTo>
                  <a:close/>
                </a:path>
              </a:pathLst>
            </a:custGeom>
            <a:solidFill>
              <a:srgbClr val="005587"/>
            </a:solidFill>
            <a:ln w="6390" cap="flat">
              <a:noFill/>
              <a:prstDash val="solid"/>
              <a:miter/>
            </a:ln>
          </p:spPr>
          <p:txBody>
            <a:bodyPr rtlCol="0" anchor="ctr"/>
            <a:lstStyle/>
            <a:p>
              <a:endParaRPr lang="en-US"/>
            </a:p>
          </p:txBody>
        </p:sp>
        <p:sp>
          <p:nvSpPr>
            <p:cNvPr id="519" name="Graphic 4">
              <a:extLst>
                <a:ext uri="{FF2B5EF4-FFF2-40B4-BE49-F238E27FC236}">
                  <a16:creationId xmlns:a16="http://schemas.microsoft.com/office/drawing/2014/main" id="{313AFE9E-4206-2148-AC68-0E108F9F10C5}"/>
                </a:ext>
              </a:extLst>
            </p:cNvPr>
            <p:cNvSpPr/>
            <p:nvPr/>
          </p:nvSpPr>
          <p:spPr>
            <a:xfrm>
              <a:off x="1588415" y="4046208"/>
              <a:ext cx="34725" cy="18733"/>
            </a:xfrm>
            <a:custGeom>
              <a:avLst/>
              <a:gdLst>
                <a:gd name="connsiteX0" fmla="*/ 27599 w 34725"/>
                <a:gd name="connsiteY0" fmla="*/ 18636 h 18733"/>
                <a:gd name="connsiteX1" fmla="*/ 34628 w 34725"/>
                <a:gd name="connsiteY1" fmla="*/ 12890 h 18733"/>
                <a:gd name="connsiteX2" fmla="*/ 28877 w 34725"/>
                <a:gd name="connsiteY2" fmla="*/ 5868 h 18733"/>
                <a:gd name="connsiteX3" fmla="*/ 7790 w 34725"/>
                <a:gd name="connsiteY3" fmla="*/ 122 h 18733"/>
                <a:gd name="connsiteX4" fmla="*/ 122 w 34725"/>
                <a:gd name="connsiteY4" fmla="*/ 4591 h 18733"/>
                <a:gd name="connsiteX5" fmla="*/ 4595 w 34725"/>
                <a:gd name="connsiteY5" fmla="*/ 12252 h 18733"/>
                <a:gd name="connsiteX6" fmla="*/ 25682 w 34725"/>
                <a:gd name="connsiteY6" fmla="*/ 17997 h 18733"/>
                <a:gd name="connsiteX7" fmla="*/ 27599 w 34725"/>
                <a:gd name="connsiteY7" fmla="*/ 18636 h 1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725" h="18733">
                  <a:moveTo>
                    <a:pt x="27599" y="18636"/>
                  </a:moveTo>
                  <a:cubicBezTo>
                    <a:pt x="31433" y="19274"/>
                    <a:pt x="34628" y="16721"/>
                    <a:pt x="34628" y="12890"/>
                  </a:cubicBezTo>
                  <a:cubicBezTo>
                    <a:pt x="35267" y="9060"/>
                    <a:pt x="32711" y="5868"/>
                    <a:pt x="28877" y="5868"/>
                  </a:cubicBezTo>
                  <a:lnTo>
                    <a:pt x="7790" y="122"/>
                  </a:lnTo>
                  <a:cubicBezTo>
                    <a:pt x="4595" y="-516"/>
                    <a:pt x="761" y="1399"/>
                    <a:pt x="122" y="4591"/>
                  </a:cubicBezTo>
                  <a:cubicBezTo>
                    <a:pt x="-517" y="7783"/>
                    <a:pt x="1400" y="11613"/>
                    <a:pt x="4595" y="12252"/>
                  </a:cubicBezTo>
                  <a:lnTo>
                    <a:pt x="25682" y="17997"/>
                  </a:lnTo>
                  <a:cubicBezTo>
                    <a:pt x="26321" y="17997"/>
                    <a:pt x="26960" y="17997"/>
                    <a:pt x="27599" y="18636"/>
                  </a:cubicBezTo>
                  <a:close/>
                </a:path>
              </a:pathLst>
            </a:custGeom>
            <a:solidFill>
              <a:srgbClr val="005587"/>
            </a:solidFill>
            <a:ln w="6390" cap="flat">
              <a:noFill/>
              <a:prstDash val="solid"/>
              <a:miter/>
            </a:ln>
          </p:spPr>
          <p:txBody>
            <a:bodyPr rtlCol="0" anchor="ctr"/>
            <a:lstStyle/>
            <a:p>
              <a:endParaRPr lang="en-US"/>
            </a:p>
          </p:txBody>
        </p:sp>
      </p:grpSp>
      <p:grpSp>
        <p:nvGrpSpPr>
          <p:cNvPr id="520" name="Graphic 4">
            <a:extLst>
              <a:ext uri="{FF2B5EF4-FFF2-40B4-BE49-F238E27FC236}">
                <a16:creationId xmlns:a16="http://schemas.microsoft.com/office/drawing/2014/main" id="{81C81EFF-26D3-1C4C-82BA-0B9B5C862E75}"/>
              </a:ext>
            </a:extLst>
          </p:cNvPr>
          <p:cNvGrpSpPr/>
          <p:nvPr/>
        </p:nvGrpSpPr>
        <p:grpSpPr>
          <a:xfrm>
            <a:off x="467743" y="1402723"/>
            <a:ext cx="361670" cy="361971"/>
            <a:chOff x="467743" y="1402723"/>
            <a:chExt cx="361670" cy="361971"/>
          </a:xfrm>
          <a:solidFill>
            <a:srgbClr val="005587"/>
          </a:solidFill>
        </p:grpSpPr>
        <p:sp>
          <p:nvSpPr>
            <p:cNvPr id="521" name="Graphic 4">
              <a:extLst>
                <a:ext uri="{FF2B5EF4-FFF2-40B4-BE49-F238E27FC236}">
                  <a16:creationId xmlns:a16="http://schemas.microsoft.com/office/drawing/2014/main" id="{FC22E20C-5745-E642-A8BA-467B76E69FAB}"/>
                </a:ext>
              </a:extLst>
            </p:cNvPr>
            <p:cNvSpPr/>
            <p:nvPr/>
          </p:nvSpPr>
          <p:spPr>
            <a:xfrm>
              <a:off x="467743" y="1402723"/>
              <a:ext cx="361670" cy="361971"/>
            </a:xfrm>
            <a:custGeom>
              <a:avLst/>
              <a:gdLst>
                <a:gd name="connsiteX0" fmla="*/ 180835 w 361670"/>
                <a:gd name="connsiteY0" fmla="*/ 0 h 361971"/>
                <a:gd name="connsiteX1" fmla="*/ 0 w 361670"/>
                <a:gd name="connsiteY1" fmla="*/ 181305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028 h 361971"/>
                <a:gd name="connsiteX9" fmla="*/ 180835 w 361670"/>
                <a:gd name="connsiteY9" fmla="*/ 12130 h 361971"/>
                <a:gd name="connsiteX10" fmla="*/ 348891 w 361670"/>
                <a:gd name="connsiteY10" fmla="*/ 180028 h 361971"/>
                <a:gd name="connsiteX11" fmla="*/ 180835 w 361670"/>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1971">
                  <a:moveTo>
                    <a:pt x="180835" y="0"/>
                  </a:moveTo>
                  <a:cubicBezTo>
                    <a:pt x="80513" y="0"/>
                    <a:pt x="0" y="81077"/>
                    <a:pt x="0" y="181305"/>
                  </a:cubicBezTo>
                  <a:cubicBezTo>
                    <a:pt x="0" y="281534"/>
                    <a:pt x="81152" y="361972"/>
                    <a:pt x="180835" y="361972"/>
                  </a:cubicBezTo>
                  <a:cubicBezTo>
                    <a:pt x="280518" y="361972"/>
                    <a:pt x="361670" y="280895"/>
                    <a:pt x="361670" y="181305"/>
                  </a:cubicBezTo>
                  <a:cubicBezTo>
                    <a:pt x="361670" y="181305"/>
                    <a:pt x="361670" y="181305"/>
                    <a:pt x="361670" y="181305"/>
                  </a:cubicBezTo>
                  <a:cubicBezTo>
                    <a:pt x="361670" y="80438"/>
                    <a:pt x="281157" y="0"/>
                    <a:pt x="180835" y="0"/>
                  </a:cubicBezTo>
                  <a:cubicBezTo>
                    <a:pt x="180835" y="0"/>
                    <a:pt x="180835" y="0"/>
                    <a:pt x="180835" y="0"/>
                  </a:cubicBezTo>
                  <a:close/>
                  <a:moveTo>
                    <a:pt x="180835" y="348565"/>
                  </a:moveTo>
                  <a:cubicBezTo>
                    <a:pt x="87542" y="348565"/>
                    <a:pt x="12780" y="273234"/>
                    <a:pt x="12780" y="180028"/>
                  </a:cubicBezTo>
                  <a:cubicBezTo>
                    <a:pt x="12780" y="86822"/>
                    <a:pt x="87542" y="12130"/>
                    <a:pt x="180835" y="12130"/>
                  </a:cubicBezTo>
                  <a:cubicBezTo>
                    <a:pt x="274128" y="12130"/>
                    <a:pt x="348891" y="87461"/>
                    <a:pt x="348891" y="180028"/>
                  </a:cubicBezTo>
                  <a:cubicBezTo>
                    <a:pt x="348891" y="273234"/>
                    <a:pt x="273489" y="348565"/>
                    <a:pt x="180835" y="348565"/>
                  </a:cubicBezTo>
                  <a:close/>
                </a:path>
              </a:pathLst>
            </a:custGeom>
            <a:solidFill>
              <a:srgbClr val="005587"/>
            </a:solidFill>
            <a:ln w="6390" cap="flat">
              <a:noFill/>
              <a:prstDash val="solid"/>
              <a:miter/>
            </a:ln>
          </p:spPr>
          <p:txBody>
            <a:bodyPr rtlCol="0" anchor="ctr"/>
            <a:lstStyle/>
            <a:p>
              <a:endParaRPr lang="en-US"/>
            </a:p>
          </p:txBody>
        </p:sp>
        <p:sp>
          <p:nvSpPr>
            <p:cNvPr id="522" name="Graphic 4">
              <a:extLst>
                <a:ext uri="{FF2B5EF4-FFF2-40B4-BE49-F238E27FC236}">
                  <a16:creationId xmlns:a16="http://schemas.microsoft.com/office/drawing/2014/main" id="{7FD9F09A-D8FC-FD44-9BE4-34A88A257665}"/>
                </a:ext>
              </a:extLst>
            </p:cNvPr>
            <p:cNvSpPr/>
            <p:nvPr/>
          </p:nvSpPr>
          <p:spPr>
            <a:xfrm>
              <a:off x="546978" y="1478714"/>
              <a:ext cx="203200" cy="208095"/>
            </a:xfrm>
            <a:custGeom>
              <a:avLst/>
              <a:gdLst>
                <a:gd name="connsiteX0" fmla="*/ 187864 w 203200"/>
                <a:gd name="connsiteY0" fmla="*/ 150002 h 208095"/>
                <a:gd name="connsiteX1" fmla="*/ 168694 w 203200"/>
                <a:gd name="connsiteY1" fmla="*/ 130850 h 208095"/>
                <a:gd name="connsiteX2" fmla="*/ 166138 w 203200"/>
                <a:gd name="connsiteY2" fmla="*/ 130850 h 208095"/>
                <a:gd name="connsiteX3" fmla="*/ 166138 w 203200"/>
                <a:gd name="connsiteY3" fmla="*/ 84885 h 208095"/>
                <a:gd name="connsiteX4" fmla="*/ 146969 w 203200"/>
                <a:gd name="connsiteY4" fmla="*/ 65733 h 208095"/>
                <a:gd name="connsiteX5" fmla="*/ 107990 w 203200"/>
                <a:gd name="connsiteY5" fmla="*/ 65733 h 208095"/>
                <a:gd name="connsiteX6" fmla="*/ 107990 w 203200"/>
                <a:gd name="connsiteY6" fmla="*/ 55519 h 208095"/>
                <a:gd name="connsiteX7" fmla="*/ 121409 w 203200"/>
                <a:gd name="connsiteY7" fmla="*/ 29344 h 208095"/>
                <a:gd name="connsiteX8" fmla="*/ 119492 w 203200"/>
                <a:gd name="connsiteY8" fmla="*/ 24876 h 208095"/>
                <a:gd name="connsiteX9" fmla="*/ 106712 w 203200"/>
                <a:gd name="connsiteY9" fmla="*/ 3170 h 208095"/>
                <a:gd name="connsiteX10" fmla="*/ 97766 w 203200"/>
                <a:gd name="connsiteY10" fmla="*/ 617 h 208095"/>
                <a:gd name="connsiteX11" fmla="*/ 95210 w 203200"/>
                <a:gd name="connsiteY11" fmla="*/ 3170 h 208095"/>
                <a:gd name="connsiteX12" fmla="*/ 82430 w 203200"/>
                <a:gd name="connsiteY12" fmla="*/ 24876 h 208095"/>
                <a:gd name="connsiteX13" fmla="*/ 79874 w 203200"/>
                <a:gd name="connsiteY13" fmla="*/ 35090 h 208095"/>
                <a:gd name="connsiteX14" fmla="*/ 94571 w 203200"/>
                <a:gd name="connsiteY14" fmla="*/ 54880 h 208095"/>
                <a:gd name="connsiteX15" fmla="*/ 94571 w 203200"/>
                <a:gd name="connsiteY15" fmla="*/ 65095 h 208095"/>
                <a:gd name="connsiteX16" fmla="*/ 56231 w 203200"/>
                <a:gd name="connsiteY16" fmla="*/ 65095 h 208095"/>
                <a:gd name="connsiteX17" fmla="*/ 37062 w 203200"/>
                <a:gd name="connsiteY17" fmla="*/ 84247 h 208095"/>
                <a:gd name="connsiteX18" fmla="*/ 37062 w 203200"/>
                <a:gd name="connsiteY18" fmla="*/ 130211 h 208095"/>
                <a:gd name="connsiteX19" fmla="*/ 34506 w 203200"/>
                <a:gd name="connsiteY19" fmla="*/ 130211 h 208095"/>
                <a:gd name="connsiteX20" fmla="*/ 15336 w 203200"/>
                <a:gd name="connsiteY20" fmla="*/ 149363 h 208095"/>
                <a:gd name="connsiteX21" fmla="*/ 15336 w 203200"/>
                <a:gd name="connsiteY21" fmla="*/ 195328 h 208095"/>
                <a:gd name="connsiteX22" fmla="*/ 0 w 203200"/>
                <a:gd name="connsiteY22" fmla="*/ 195328 h 208095"/>
                <a:gd name="connsiteX23" fmla="*/ 0 w 203200"/>
                <a:gd name="connsiteY23" fmla="*/ 208096 h 208095"/>
                <a:gd name="connsiteX24" fmla="*/ 203200 w 203200"/>
                <a:gd name="connsiteY24" fmla="*/ 208096 h 208095"/>
                <a:gd name="connsiteX25" fmla="*/ 203200 w 203200"/>
                <a:gd name="connsiteY25" fmla="*/ 195328 h 208095"/>
                <a:gd name="connsiteX26" fmla="*/ 187864 w 203200"/>
                <a:gd name="connsiteY26" fmla="*/ 195328 h 208095"/>
                <a:gd name="connsiteX27" fmla="*/ 187864 w 203200"/>
                <a:gd name="connsiteY27" fmla="*/ 150002 h 208095"/>
                <a:gd name="connsiteX28" fmla="*/ 94571 w 203200"/>
                <a:gd name="connsiteY28" fmla="*/ 31898 h 208095"/>
                <a:gd name="connsiteX29" fmla="*/ 101600 w 203200"/>
                <a:gd name="connsiteY29" fmla="*/ 19769 h 208095"/>
                <a:gd name="connsiteX30" fmla="*/ 108629 w 203200"/>
                <a:gd name="connsiteY30" fmla="*/ 31898 h 208095"/>
                <a:gd name="connsiteX31" fmla="*/ 108629 w 203200"/>
                <a:gd name="connsiteY31" fmla="*/ 31898 h 208095"/>
                <a:gd name="connsiteX32" fmla="*/ 109907 w 203200"/>
                <a:gd name="connsiteY32" fmla="*/ 35728 h 208095"/>
                <a:gd name="connsiteX33" fmla="*/ 101600 w 203200"/>
                <a:gd name="connsiteY33" fmla="*/ 44028 h 208095"/>
                <a:gd name="connsiteX34" fmla="*/ 93293 w 203200"/>
                <a:gd name="connsiteY34" fmla="*/ 35728 h 208095"/>
                <a:gd name="connsiteX35" fmla="*/ 94571 w 203200"/>
                <a:gd name="connsiteY35" fmla="*/ 31898 h 208095"/>
                <a:gd name="connsiteX36" fmla="*/ 56231 w 203200"/>
                <a:gd name="connsiteY36" fmla="*/ 78501 h 208095"/>
                <a:gd name="connsiteX37" fmla="*/ 146969 w 203200"/>
                <a:gd name="connsiteY37" fmla="*/ 78501 h 208095"/>
                <a:gd name="connsiteX38" fmla="*/ 153358 w 203200"/>
                <a:gd name="connsiteY38" fmla="*/ 84885 h 208095"/>
                <a:gd name="connsiteX39" fmla="*/ 153358 w 203200"/>
                <a:gd name="connsiteY39" fmla="*/ 100845 h 208095"/>
                <a:gd name="connsiteX40" fmla="*/ 148247 w 203200"/>
                <a:gd name="connsiteY40" fmla="*/ 98930 h 208095"/>
                <a:gd name="connsiteX41" fmla="*/ 147608 w 203200"/>
                <a:gd name="connsiteY41" fmla="*/ 98930 h 208095"/>
                <a:gd name="connsiteX42" fmla="*/ 139940 w 203200"/>
                <a:gd name="connsiteY42" fmla="*/ 96376 h 208095"/>
                <a:gd name="connsiteX43" fmla="*/ 122048 w 203200"/>
                <a:gd name="connsiteY43" fmla="*/ 96376 h 208095"/>
                <a:gd name="connsiteX44" fmla="*/ 114380 w 203200"/>
                <a:gd name="connsiteY44" fmla="*/ 98930 h 208095"/>
                <a:gd name="connsiteX45" fmla="*/ 116936 w 203200"/>
                <a:gd name="connsiteY45" fmla="*/ 104675 h 208095"/>
                <a:gd name="connsiteX46" fmla="*/ 113741 w 203200"/>
                <a:gd name="connsiteY46" fmla="*/ 98930 h 208095"/>
                <a:gd name="connsiteX47" fmla="*/ 107351 w 203200"/>
                <a:gd name="connsiteY47" fmla="*/ 101483 h 208095"/>
                <a:gd name="connsiteX48" fmla="*/ 96488 w 203200"/>
                <a:gd name="connsiteY48" fmla="*/ 101483 h 208095"/>
                <a:gd name="connsiteX49" fmla="*/ 90098 w 203200"/>
                <a:gd name="connsiteY49" fmla="*/ 98930 h 208095"/>
                <a:gd name="connsiteX50" fmla="*/ 89459 w 203200"/>
                <a:gd name="connsiteY50" fmla="*/ 98930 h 208095"/>
                <a:gd name="connsiteX51" fmla="*/ 81791 w 203200"/>
                <a:gd name="connsiteY51" fmla="*/ 96376 h 208095"/>
                <a:gd name="connsiteX52" fmla="*/ 63899 w 203200"/>
                <a:gd name="connsiteY52" fmla="*/ 96376 h 208095"/>
                <a:gd name="connsiteX53" fmla="*/ 56231 w 203200"/>
                <a:gd name="connsiteY53" fmla="*/ 98930 h 208095"/>
                <a:gd name="connsiteX54" fmla="*/ 58787 w 203200"/>
                <a:gd name="connsiteY54" fmla="*/ 104675 h 208095"/>
                <a:gd name="connsiteX55" fmla="*/ 55592 w 203200"/>
                <a:gd name="connsiteY55" fmla="*/ 98930 h 208095"/>
                <a:gd name="connsiteX56" fmla="*/ 50481 w 203200"/>
                <a:gd name="connsiteY56" fmla="*/ 100845 h 208095"/>
                <a:gd name="connsiteX57" fmla="*/ 50481 w 203200"/>
                <a:gd name="connsiteY57" fmla="*/ 84885 h 208095"/>
                <a:gd name="connsiteX58" fmla="*/ 56231 w 203200"/>
                <a:gd name="connsiteY58" fmla="*/ 77863 h 208095"/>
                <a:gd name="connsiteX59" fmla="*/ 56231 w 203200"/>
                <a:gd name="connsiteY59" fmla="*/ 78501 h 208095"/>
                <a:gd name="connsiteX60" fmla="*/ 56231 w 203200"/>
                <a:gd name="connsiteY60" fmla="*/ 78501 h 208095"/>
                <a:gd name="connsiteX61" fmla="*/ 49842 w 203200"/>
                <a:gd name="connsiteY61" fmla="*/ 114251 h 208095"/>
                <a:gd name="connsiteX62" fmla="*/ 52398 w 203200"/>
                <a:gd name="connsiteY62" fmla="*/ 113613 h 208095"/>
                <a:gd name="connsiteX63" fmla="*/ 60065 w 203200"/>
                <a:gd name="connsiteY63" fmla="*/ 111059 h 208095"/>
                <a:gd name="connsiteX64" fmla="*/ 60704 w 203200"/>
                <a:gd name="connsiteY64" fmla="*/ 111059 h 208095"/>
                <a:gd name="connsiteX65" fmla="*/ 67094 w 203200"/>
                <a:gd name="connsiteY65" fmla="*/ 108506 h 208095"/>
                <a:gd name="connsiteX66" fmla="*/ 77957 w 203200"/>
                <a:gd name="connsiteY66" fmla="*/ 108506 h 208095"/>
                <a:gd name="connsiteX67" fmla="*/ 84347 w 203200"/>
                <a:gd name="connsiteY67" fmla="*/ 111059 h 208095"/>
                <a:gd name="connsiteX68" fmla="*/ 86903 w 203200"/>
                <a:gd name="connsiteY68" fmla="*/ 105314 h 208095"/>
                <a:gd name="connsiteX69" fmla="*/ 85625 w 203200"/>
                <a:gd name="connsiteY69" fmla="*/ 111698 h 208095"/>
                <a:gd name="connsiteX70" fmla="*/ 93293 w 203200"/>
                <a:gd name="connsiteY70" fmla="*/ 114251 h 208095"/>
                <a:gd name="connsiteX71" fmla="*/ 111185 w 203200"/>
                <a:gd name="connsiteY71" fmla="*/ 114251 h 208095"/>
                <a:gd name="connsiteX72" fmla="*/ 118853 w 203200"/>
                <a:gd name="connsiteY72" fmla="*/ 111698 h 208095"/>
                <a:gd name="connsiteX73" fmla="*/ 119492 w 203200"/>
                <a:gd name="connsiteY73" fmla="*/ 111698 h 208095"/>
                <a:gd name="connsiteX74" fmla="*/ 125882 w 203200"/>
                <a:gd name="connsiteY74" fmla="*/ 109144 h 208095"/>
                <a:gd name="connsiteX75" fmla="*/ 136745 w 203200"/>
                <a:gd name="connsiteY75" fmla="*/ 109144 h 208095"/>
                <a:gd name="connsiteX76" fmla="*/ 143135 w 203200"/>
                <a:gd name="connsiteY76" fmla="*/ 111698 h 208095"/>
                <a:gd name="connsiteX77" fmla="*/ 145691 w 203200"/>
                <a:gd name="connsiteY77" fmla="*/ 105952 h 208095"/>
                <a:gd name="connsiteX78" fmla="*/ 144413 w 203200"/>
                <a:gd name="connsiteY78" fmla="*/ 112336 h 208095"/>
                <a:gd name="connsiteX79" fmla="*/ 152081 w 203200"/>
                <a:gd name="connsiteY79" fmla="*/ 114890 h 208095"/>
                <a:gd name="connsiteX80" fmla="*/ 154637 w 203200"/>
                <a:gd name="connsiteY80" fmla="*/ 115528 h 208095"/>
                <a:gd name="connsiteX81" fmla="*/ 154637 w 203200"/>
                <a:gd name="connsiteY81" fmla="*/ 132765 h 208095"/>
                <a:gd name="connsiteX82" fmla="*/ 49842 w 203200"/>
                <a:gd name="connsiteY82" fmla="*/ 132765 h 208095"/>
                <a:gd name="connsiteX83" fmla="*/ 49842 w 203200"/>
                <a:gd name="connsiteY83" fmla="*/ 114251 h 208095"/>
                <a:gd name="connsiteX84" fmla="*/ 34506 w 203200"/>
                <a:gd name="connsiteY84" fmla="*/ 143618 h 208095"/>
                <a:gd name="connsiteX85" fmla="*/ 168694 w 203200"/>
                <a:gd name="connsiteY85" fmla="*/ 143618 h 208095"/>
                <a:gd name="connsiteX86" fmla="*/ 175084 w 203200"/>
                <a:gd name="connsiteY86" fmla="*/ 150002 h 208095"/>
                <a:gd name="connsiteX87" fmla="*/ 175084 w 203200"/>
                <a:gd name="connsiteY87" fmla="*/ 163408 h 208095"/>
                <a:gd name="connsiteX88" fmla="*/ 168694 w 203200"/>
                <a:gd name="connsiteY88" fmla="*/ 160855 h 208095"/>
                <a:gd name="connsiteX89" fmla="*/ 150803 w 203200"/>
                <a:gd name="connsiteY89" fmla="*/ 160855 h 208095"/>
                <a:gd name="connsiteX90" fmla="*/ 143135 w 203200"/>
                <a:gd name="connsiteY90" fmla="*/ 163408 h 208095"/>
                <a:gd name="connsiteX91" fmla="*/ 145691 w 203200"/>
                <a:gd name="connsiteY91" fmla="*/ 169154 h 208095"/>
                <a:gd name="connsiteX92" fmla="*/ 142496 w 203200"/>
                <a:gd name="connsiteY92" fmla="*/ 163408 h 208095"/>
                <a:gd name="connsiteX93" fmla="*/ 136106 w 203200"/>
                <a:gd name="connsiteY93" fmla="*/ 165323 h 208095"/>
                <a:gd name="connsiteX94" fmla="*/ 125243 w 203200"/>
                <a:gd name="connsiteY94" fmla="*/ 165323 h 208095"/>
                <a:gd name="connsiteX95" fmla="*/ 118853 w 203200"/>
                <a:gd name="connsiteY95" fmla="*/ 162770 h 208095"/>
                <a:gd name="connsiteX96" fmla="*/ 118214 w 203200"/>
                <a:gd name="connsiteY96" fmla="*/ 162770 h 208095"/>
                <a:gd name="connsiteX97" fmla="*/ 110546 w 203200"/>
                <a:gd name="connsiteY97" fmla="*/ 160216 h 208095"/>
                <a:gd name="connsiteX98" fmla="*/ 92654 w 203200"/>
                <a:gd name="connsiteY98" fmla="*/ 160216 h 208095"/>
                <a:gd name="connsiteX99" fmla="*/ 84986 w 203200"/>
                <a:gd name="connsiteY99" fmla="*/ 162770 h 208095"/>
                <a:gd name="connsiteX100" fmla="*/ 87542 w 203200"/>
                <a:gd name="connsiteY100" fmla="*/ 168515 h 208095"/>
                <a:gd name="connsiteX101" fmla="*/ 84347 w 203200"/>
                <a:gd name="connsiteY101" fmla="*/ 162770 h 208095"/>
                <a:gd name="connsiteX102" fmla="*/ 77957 w 203200"/>
                <a:gd name="connsiteY102" fmla="*/ 164685 h 208095"/>
                <a:gd name="connsiteX103" fmla="*/ 67094 w 203200"/>
                <a:gd name="connsiteY103" fmla="*/ 164685 h 208095"/>
                <a:gd name="connsiteX104" fmla="*/ 60704 w 203200"/>
                <a:gd name="connsiteY104" fmla="*/ 162131 h 208095"/>
                <a:gd name="connsiteX105" fmla="*/ 60065 w 203200"/>
                <a:gd name="connsiteY105" fmla="*/ 162131 h 208095"/>
                <a:gd name="connsiteX106" fmla="*/ 52398 w 203200"/>
                <a:gd name="connsiteY106" fmla="*/ 159578 h 208095"/>
                <a:gd name="connsiteX107" fmla="*/ 34506 w 203200"/>
                <a:gd name="connsiteY107" fmla="*/ 159578 h 208095"/>
                <a:gd name="connsiteX108" fmla="*/ 28116 w 203200"/>
                <a:gd name="connsiteY108" fmla="*/ 162131 h 208095"/>
                <a:gd name="connsiteX109" fmla="*/ 28116 w 203200"/>
                <a:gd name="connsiteY109" fmla="*/ 148725 h 208095"/>
                <a:gd name="connsiteX110" fmla="*/ 34506 w 203200"/>
                <a:gd name="connsiteY110" fmla="*/ 143618 h 208095"/>
                <a:gd name="connsiteX111" fmla="*/ 34506 w 203200"/>
                <a:gd name="connsiteY111" fmla="*/ 143618 h 208095"/>
                <a:gd name="connsiteX112" fmla="*/ 29394 w 203200"/>
                <a:gd name="connsiteY112" fmla="*/ 169792 h 208095"/>
                <a:gd name="connsiteX113" fmla="*/ 28116 w 203200"/>
                <a:gd name="connsiteY113" fmla="*/ 167239 h 208095"/>
                <a:gd name="connsiteX114" fmla="*/ 28116 w 203200"/>
                <a:gd name="connsiteY114" fmla="*/ 166600 h 208095"/>
                <a:gd name="connsiteX115" fmla="*/ 29394 w 203200"/>
                <a:gd name="connsiteY115" fmla="*/ 169792 h 208095"/>
                <a:gd name="connsiteX116" fmla="*/ 28116 w 203200"/>
                <a:gd name="connsiteY116" fmla="*/ 195966 h 208095"/>
                <a:gd name="connsiteX117" fmla="*/ 28116 w 203200"/>
                <a:gd name="connsiteY117" fmla="*/ 176815 h 208095"/>
                <a:gd name="connsiteX118" fmla="*/ 30672 w 203200"/>
                <a:gd name="connsiteY118" fmla="*/ 175538 h 208095"/>
                <a:gd name="connsiteX119" fmla="*/ 31311 w 203200"/>
                <a:gd name="connsiteY119" fmla="*/ 175538 h 208095"/>
                <a:gd name="connsiteX120" fmla="*/ 37701 w 203200"/>
                <a:gd name="connsiteY120" fmla="*/ 172984 h 208095"/>
                <a:gd name="connsiteX121" fmla="*/ 48564 w 203200"/>
                <a:gd name="connsiteY121" fmla="*/ 172984 h 208095"/>
                <a:gd name="connsiteX122" fmla="*/ 54953 w 203200"/>
                <a:gd name="connsiteY122" fmla="*/ 175538 h 208095"/>
                <a:gd name="connsiteX123" fmla="*/ 57509 w 203200"/>
                <a:gd name="connsiteY123" fmla="*/ 169792 h 208095"/>
                <a:gd name="connsiteX124" fmla="*/ 56231 w 203200"/>
                <a:gd name="connsiteY124" fmla="*/ 176176 h 208095"/>
                <a:gd name="connsiteX125" fmla="*/ 63899 w 203200"/>
                <a:gd name="connsiteY125" fmla="*/ 178730 h 208095"/>
                <a:gd name="connsiteX126" fmla="*/ 81791 w 203200"/>
                <a:gd name="connsiteY126" fmla="*/ 178730 h 208095"/>
                <a:gd name="connsiteX127" fmla="*/ 89459 w 203200"/>
                <a:gd name="connsiteY127" fmla="*/ 176176 h 208095"/>
                <a:gd name="connsiteX128" fmla="*/ 90098 w 203200"/>
                <a:gd name="connsiteY128" fmla="*/ 176176 h 208095"/>
                <a:gd name="connsiteX129" fmla="*/ 96488 w 203200"/>
                <a:gd name="connsiteY129" fmla="*/ 173623 h 208095"/>
                <a:gd name="connsiteX130" fmla="*/ 107351 w 203200"/>
                <a:gd name="connsiteY130" fmla="*/ 173623 h 208095"/>
                <a:gd name="connsiteX131" fmla="*/ 113741 w 203200"/>
                <a:gd name="connsiteY131" fmla="*/ 176176 h 208095"/>
                <a:gd name="connsiteX132" fmla="*/ 116297 w 203200"/>
                <a:gd name="connsiteY132" fmla="*/ 170431 h 208095"/>
                <a:gd name="connsiteX133" fmla="*/ 115019 w 203200"/>
                <a:gd name="connsiteY133" fmla="*/ 176815 h 208095"/>
                <a:gd name="connsiteX134" fmla="*/ 122687 w 203200"/>
                <a:gd name="connsiteY134" fmla="*/ 179368 h 208095"/>
                <a:gd name="connsiteX135" fmla="*/ 131633 w 203200"/>
                <a:gd name="connsiteY135" fmla="*/ 180645 h 208095"/>
                <a:gd name="connsiteX136" fmla="*/ 140579 w 203200"/>
                <a:gd name="connsiteY136" fmla="*/ 179368 h 208095"/>
                <a:gd name="connsiteX137" fmla="*/ 148247 w 203200"/>
                <a:gd name="connsiteY137" fmla="*/ 176815 h 208095"/>
                <a:gd name="connsiteX138" fmla="*/ 148886 w 203200"/>
                <a:gd name="connsiteY138" fmla="*/ 176815 h 208095"/>
                <a:gd name="connsiteX139" fmla="*/ 155275 w 203200"/>
                <a:gd name="connsiteY139" fmla="*/ 174261 h 208095"/>
                <a:gd name="connsiteX140" fmla="*/ 166138 w 203200"/>
                <a:gd name="connsiteY140" fmla="*/ 174261 h 208095"/>
                <a:gd name="connsiteX141" fmla="*/ 172528 w 203200"/>
                <a:gd name="connsiteY141" fmla="*/ 176176 h 208095"/>
                <a:gd name="connsiteX142" fmla="*/ 175084 w 203200"/>
                <a:gd name="connsiteY142" fmla="*/ 170431 h 208095"/>
                <a:gd name="connsiteX143" fmla="*/ 173806 w 203200"/>
                <a:gd name="connsiteY143" fmla="*/ 176815 h 208095"/>
                <a:gd name="connsiteX144" fmla="*/ 176362 w 203200"/>
                <a:gd name="connsiteY144" fmla="*/ 177453 h 208095"/>
                <a:gd name="connsiteX145" fmla="*/ 176362 w 203200"/>
                <a:gd name="connsiteY145" fmla="*/ 196605 h 208095"/>
                <a:gd name="connsiteX146" fmla="*/ 28116 w 203200"/>
                <a:gd name="connsiteY146" fmla="*/ 195966 h 20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203200" h="208095">
                  <a:moveTo>
                    <a:pt x="187864" y="150002"/>
                  </a:moveTo>
                  <a:cubicBezTo>
                    <a:pt x="187864" y="139149"/>
                    <a:pt x="179557" y="130850"/>
                    <a:pt x="168694" y="130850"/>
                  </a:cubicBezTo>
                  <a:lnTo>
                    <a:pt x="166138" y="130850"/>
                  </a:lnTo>
                  <a:lnTo>
                    <a:pt x="166138" y="84885"/>
                  </a:lnTo>
                  <a:cubicBezTo>
                    <a:pt x="166138" y="74032"/>
                    <a:pt x="157831" y="65733"/>
                    <a:pt x="146969" y="65733"/>
                  </a:cubicBezTo>
                  <a:lnTo>
                    <a:pt x="107990" y="65733"/>
                  </a:lnTo>
                  <a:lnTo>
                    <a:pt x="107990" y="55519"/>
                  </a:lnTo>
                  <a:cubicBezTo>
                    <a:pt x="118853" y="52327"/>
                    <a:pt x="125243" y="40197"/>
                    <a:pt x="121409" y="29344"/>
                  </a:cubicBezTo>
                  <a:cubicBezTo>
                    <a:pt x="120770" y="28068"/>
                    <a:pt x="120131" y="26791"/>
                    <a:pt x="119492" y="24876"/>
                  </a:cubicBezTo>
                  <a:cubicBezTo>
                    <a:pt x="114380" y="15938"/>
                    <a:pt x="106712" y="3170"/>
                    <a:pt x="106712" y="3170"/>
                  </a:cubicBezTo>
                  <a:cubicBezTo>
                    <a:pt x="104795" y="-22"/>
                    <a:pt x="100961" y="-660"/>
                    <a:pt x="97766" y="617"/>
                  </a:cubicBezTo>
                  <a:cubicBezTo>
                    <a:pt x="96488" y="1255"/>
                    <a:pt x="95849" y="1893"/>
                    <a:pt x="95210" y="3170"/>
                  </a:cubicBezTo>
                  <a:cubicBezTo>
                    <a:pt x="95210" y="3170"/>
                    <a:pt x="87542" y="16577"/>
                    <a:pt x="82430" y="24876"/>
                  </a:cubicBezTo>
                  <a:cubicBezTo>
                    <a:pt x="80513" y="28068"/>
                    <a:pt x="79874" y="31898"/>
                    <a:pt x="79874" y="35090"/>
                  </a:cubicBezTo>
                  <a:cubicBezTo>
                    <a:pt x="79874" y="44028"/>
                    <a:pt x="85625" y="52327"/>
                    <a:pt x="94571" y="54880"/>
                  </a:cubicBezTo>
                  <a:lnTo>
                    <a:pt x="94571" y="65095"/>
                  </a:lnTo>
                  <a:lnTo>
                    <a:pt x="56231" y="65095"/>
                  </a:lnTo>
                  <a:cubicBezTo>
                    <a:pt x="45369" y="65095"/>
                    <a:pt x="37062" y="73394"/>
                    <a:pt x="37062" y="84247"/>
                  </a:cubicBezTo>
                  <a:lnTo>
                    <a:pt x="37062" y="130211"/>
                  </a:lnTo>
                  <a:lnTo>
                    <a:pt x="34506" y="130211"/>
                  </a:lnTo>
                  <a:cubicBezTo>
                    <a:pt x="23643" y="130211"/>
                    <a:pt x="15336" y="138511"/>
                    <a:pt x="15336" y="149363"/>
                  </a:cubicBezTo>
                  <a:lnTo>
                    <a:pt x="15336" y="195328"/>
                  </a:lnTo>
                  <a:lnTo>
                    <a:pt x="0" y="195328"/>
                  </a:lnTo>
                  <a:lnTo>
                    <a:pt x="0" y="208096"/>
                  </a:lnTo>
                  <a:lnTo>
                    <a:pt x="203200" y="208096"/>
                  </a:lnTo>
                  <a:lnTo>
                    <a:pt x="203200" y="195328"/>
                  </a:lnTo>
                  <a:lnTo>
                    <a:pt x="187864" y="195328"/>
                  </a:lnTo>
                  <a:lnTo>
                    <a:pt x="187864" y="150002"/>
                  </a:lnTo>
                  <a:close/>
                  <a:moveTo>
                    <a:pt x="94571" y="31898"/>
                  </a:moveTo>
                  <a:cubicBezTo>
                    <a:pt x="96488" y="28068"/>
                    <a:pt x="99044" y="23599"/>
                    <a:pt x="101600" y="19769"/>
                  </a:cubicBezTo>
                  <a:lnTo>
                    <a:pt x="108629" y="31898"/>
                  </a:lnTo>
                  <a:lnTo>
                    <a:pt x="108629" y="31898"/>
                  </a:lnTo>
                  <a:cubicBezTo>
                    <a:pt x="109268" y="33175"/>
                    <a:pt x="109907" y="34452"/>
                    <a:pt x="109907" y="35728"/>
                  </a:cubicBezTo>
                  <a:cubicBezTo>
                    <a:pt x="109907" y="40197"/>
                    <a:pt x="106073" y="44028"/>
                    <a:pt x="101600" y="44028"/>
                  </a:cubicBezTo>
                  <a:cubicBezTo>
                    <a:pt x="97127" y="44028"/>
                    <a:pt x="93293" y="40197"/>
                    <a:pt x="93293" y="35728"/>
                  </a:cubicBezTo>
                  <a:cubicBezTo>
                    <a:pt x="93293" y="34452"/>
                    <a:pt x="93932" y="33175"/>
                    <a:pt x="94571" y="31898"/>
                  </a:cubicBezTo>
                  <a:close/>
                  <a:moveTo>
                    <a:pt x="56231" y="78501"/>
                  </a:moveTo>
                  <a:lnTo>
                    <a:pt x="146969" y="78501"/>
                  </a:lnTo>
                  <a:cubicBezTo>
                    <a:pt x="150803" y="78501"/>
                    <a:pt x="153358" y="81055"/>
                    <a:pt x="153358" y="84885"/>
                  </a:cubicBezTo>
                  <a:lnTo>
                    <a:pt x="153358" y="100845"/>
                  </a:lnTo>
                  <a:lnTo>
                    <a:pt x="148247" y="98930"/>
                  </a:lnTo>
                  <a:lnTo>
                    <a:pt x="147608" y="98930"/>
                  </a:lnTo>
                  <a:cubicBezTo>
                    <a:pt x="145052" y="98291"/>
                    <a:pt x="142496" y="97015"/>
                    <a:pt x="139940" y="96376"/>
                  </a:cubicBezTo>
                  <a:cubicBezTo>
                    <a:pt x="134189" y="94461"/>
                    <a:pt x="127799" y="94461"/>
                    <a:pt x="122048" y="96376"/>
                  </a:cubicBezTo>
                  <a:cubicBezTo>
                    <a:pt x="119492" y="97015"/>
                    <a:pt x="116936" y="98291"/>
                    <a:pt x="114380" y="98930"/>
                  </a:cubicBezTo>
                  <a:lnTo>
                    <a:pt x="116936" y="104675"/>
                  </a:lnTo>
                  <a:lnTo>
                    <a:pt x="113741" y="98930"/>
                  </a:lnTo>
                  <a:cubicBezTo>
                    <a:pt x="111824" y="99568"/>
                    <a:pt x="109268" y="100845"/>
                    <a:pt x="107351" y="101483"/>
                  </a:cubicBezTo>
                  <a:cubicBezTo>
                    <a:pt x="103517" y="102760"/>
                    <a:pt x="99683" y="102760"/>
                    <a:pt x="96488" y="101483"/>
                  </a:cubicBezTo>
                  <a:cubicBezTo>
                    <a:pt x="94571" y="100845"/>
                    <a:pt x="92015" y="100207"/>
                    <a:pt x="90098" y="98930"/>
                  </a:cubicBezTo>
                  <a:lnTo>
                    <a:pt x="89459" y="98930"/>
                  </a:lnTo>
                  <a:cubicBezTo>
                    <a:pt x="86903" y="98291"/>
                    <a:pt x="84347" y="97015"/>
                    <a:pt x="81791" y="96376"/>
                  </a:cubicBezTo>
                  <a:cubicBezTo>
                    <a:pt x="76040" y="94461"/>
                    <a:pt x="69650" y="94461"/>
                    <a:pt x="63899" y="96376"/>
                  </a:cubicBezTo>
                  <a:cubicBezTo>
                    <a:pt x="61343" y="97015"/>
                    <a:pt x="58787" y="98291"/>
                    <a:pt x="56231" y="98930"/>
                  </a:cubicBezTo>
                  <a:lnTo>
                    <a:pt x="58787" y="104675"/>
                  </a:lnTo>
                  <a:lnTo>
                    <a:pt x="55592" y="98930"/>
                  </a:lnTo>
                  <a:cubicBezTo>
                    <a:pt x="53675" y="99568"/>
                    <a:pt x="51758" y="100207"/>
                    <a:pt x="50481" y="100845"/>
                  </a:cubicBezTo>
                  <a:lnTo>
                    <a:pt x="50481" y="84885"/>
                  </a:lnTo>
                  <a:cubicBezTo>
                    <a:pt x="50481" y="81055"/>
                    <a:pt x="53036" y="78501"/>
                    <a:pt x="56231" y="77863"/>
                  </a:cubicBezTo>
                  <a:cubicBezTo>
                    <a:pt x="55592" y="78501"/>
                    <a:pt x="56231" y="78501"/>
                    <a:pt x="56231" y="78501"/>
                  </a:cubicBezTo>
                  <a:lnTo>
                    <a:pt x="56231" y="78501"/>
                  </a:lnTo>
                  <a:close/>
                  <a:moveTo>
                    <a:pt x="49842" y="114251"/>
                  </a:moveTo>
                  <a:cubicBezTo>
                    <a:pt x="50481" y="114251"/>
                    <a:pt x="51758" y="114251"/>
                    <a:pt x="52398" y="113613"/>
                  </a:cubicBezTo>
                  <a:cubicBezTo>
                    <a:pt x="54953" y="112975"/>
                    <a:pt x="57509" y="111698"/>
                    <a:pt x="60065" y="111059"/>
                  </a:cubicBezTo>
                  <a:lnTo>
                    <a:pt x="60704" y="111059"/>
                  </a:lnTo>
                  <a:cubicBezTo>
                    <a:pt x="62621" y="110421"/>
                    <a:pt x="65177" y="109783"/>
                    <a:pt x="67094" y="108506"/>
                  </a:cubicBezTo>
                  <a:cubicBezTo>
                    <a:pt x="70928" y="107229"/>
                    <a:pt x="74762" y="107229"/>
                    <a:pt x="77957" y="108506"/>
                  </a:cubicBezTo>
                  <a:cubicBezTo>
                    <a:pt x="79874" y="109144"/>
                    <a:pt x="82430" y="109783"/>
                    <a:pt x="84347" y="111059"/>
                  </a:cubicBezTo>
                  <a:lnTo>
                    <a:pt x="86903" y="105314"/>
                  </a:lnTo>
                  <a:lnTo>
                    <a:pt x="85625" y="111698"/>
                  </a:lnTo>
                  <a:cubicBezTo>
                    <a:pt x="88181" y="112975"/>
                    <a:pt x="90737" y="113613"/>
                    <a:pt x="93293" y="114251"/>
                  </a:cubicBezTo>
                  <a:cubicBezTo>
                    <a:pt x="99044" y="116167"/>
                    <a:pt x="105434" y="116167"/>
                    <a:pt x="111185" y="114251"/>
                  </a:cubicBezTo>
                  <a:cubicBezTo>
                    <a:pt x="113741" y="113613"/>
                    <a:pt x="116297" y="112336"/>
                    <a:pt x="118853" y="111698"/>
                  </a:cubicBezTo>
                  <a:lnTo>
                    <a:pt x="119492" y="111698"/>
                  </a:lnTo>
                  <a:cubicBezTo>
                    <a:pt x="121409" y="111059"/>
                    <a:pt x="123965" y="110421"/>
                    <a:pt x="125882" y="109144"/>
                  </a:cubicBezTo>
                  <a:cubicBezTo>
                    <a:pt x="129716" y="107867"/>
                    <a:pt x="133550" y="107867"/>
                    <a:pt x="136745" y="109144"/>
                  </a:cubicBezTo>
                  <a:cubicBezTo>
                    <a:pt x="138662" y="109783"/>
                    <a:pt x="141218" y="110421"/>
                    <a:pt x="143135" y="111698"/>
                  </a:cubicBezTo>
                  <a:lnTo>
                    <a:pt x="145691" y="105952"/>
                  </a:lnTo>
                  <a:lnTo>
                    <a:pt x="144413" y="112336"/>
                  </a:lnTo>
                  <a:cubicBezTo>
                    <a:pt x="146969" y="113613"/>
                    <a:pt x="149525" y="114251"/>
                    <a:pt x="152081" y="114890"/>
                  </a:cubicBezTo>
                  <a:cubicBezTo>
                    <a:pt x="152720" y="114890"/>
                    <a:pt x="153997" y="115528"/>
                    <a:pt x="154637" y="115528"/>
                  </a:cubicBezTo>
                  <a:lnTo>
                    <a:pt x="154637" y="132765"/>
                  </a:lnTo>
                  <a:lnTo>
                    <a:pt x="49842" y="132765"/>
                  </a:lnTo>
                  <a:lnTo>
                    <a:pt x="49842" y="114251"/>
                  </a:lnTo>
                  <a:close/>
                  <a:moveTo>
                    <a:pt x="34506" y="143618"/>
                  </a:moveTo>
                  <a:lnTo>
                    <a:pt x="168694" y="143618"/>
                  </a:lnTo>
                  <a:cubicBezTo>
                    <a:pt x="172528" y="143618"/>
                    <a:pt x="175084" y="146171"/>
                    <a:pt x="175084" y="150002"/>
                  </a:cubicBezTo>
                  <a:lnTo>
                    <a:pt x="175084" y="163408"/>
                  </a:lnTo>
                  <a:cubicBezTo>
                    <a:pt x="173167" y="162770"/>
                    <a:pt x="170611" y="162131"/>
                    <a:pt x="168694" y="160855"/>
                  </a:cubicBezTo>
                  <a:cubicBezTo>
                    <a:pt x="162943" y="158939"/>
                    <a:pt x="156553" y="158939"/>
                    <a:pt x="150803" y="160855"/>
                  </a:cubicBezTo>
                  <a:cubicBezTo>
                    <a:pt x="148247" y="161493"/>
                    <a:pt x="145691" y="162770"/>
                    <a:pt x="143135" y="163408"/>
                  </a:cubicBezTo>
                  <a:lnTo>
                    <a:pt x="145691" y="169154"/>
                  </a:lnTo>
                  <a:lnTo>
                    <a:pt x="142496" y="163408"/>
                  </a:lnTo>
                  <a:cubicBezTo>
                    <a:pt x="140579" y="164047"/>
                    <a:pt x="138023" y="164685"/>
                    <a:pt x="136106" y="165323"/>
                  </a:cubicBezTo>
                  <a:cubicBezTo>
                    <a:pt x="132272" y="166600"/>
                    <a:pt x="128438" y="166600"/>
                    <a:pt x="125243" y="165323"/>
                  </a:cubicBezTo>
                  <a:cubicBezTo>
                    <a:pt x="123326" y="164685"/>
                    <a:pt x="120770" y="164047"/>
                    <a:pt x="118853" y="162770"/>
                  </a:cubicBezTo>
                  <a:lnTo>
                    <a:pt x="118214" y="162770"/>
                  </a:lnTo>
                  <a:cubicBezTo>
                    <a:pt x="115658" y="162131"/>
                    <a:pt x="113102" y="160855"/>
                    <a:pt x="110546" y="160216"/>
                  </a:cubicBezTo>
                  <a:cubicBezTo>
                    <a:pt x="104795" y="158301"/>
                    <a:pt x="98405" y="158301"/>
                    <a:pt x="92654" y="160216"/>
                  </a:cubicBezTo>
                  <a:cubicBezTo>
                    <a:pt x="90098" y="160855"/>
                    <a:pt x="87542" y="162131"/>
                    <a:pt x="84986" y="162770"/>
                  </a:cubicBezTo>
                  <a:lnTo>
                    <a:pt x="87542" y="168515"/>
                  </a:lnTo>
                  <a:lnTo>
                    <a:pt x="84347" y="162770"/>
                  </a:lnTo>
                  <a:cubicBezTo>
                    <a:pt x="82430" y="163408"/>
                    <a:pt x="79874" y="164047"/>
                    <a:pt x="77957" y="164685"/>
                  </a:cubicBezTo>
                  <a:cubicBezTo>
                    <a:pt x="74123" y="165962"/>
                    <a:pt x="70289" y="165962"/>
                    <a:pt x="67094" y="164685"/>
                  </a:cubicBezTo>
                  <a:cubicBezTo>
                    <a:pt x="65177" y="164047"/>
                    <a:pt x="62621" y="163408"/>
                    <a:pt x="60704" y="162131"/>
                  </a:cubicBezTo>
                  <a:lnTo>
                    <a:pt x="60065" y="162131"/>
                  </a:lnTo>
                  <a:cubicBezTo>
                    <a:pt x="57509" y="161493"/>
                    <a:pt x="54953" y="160216"/>
                    <a:pt x="52398" y="159578"/>
                  </a:cubicBezTo>
                  <a:cubicBezTo>
                    <a:pt x="46647" y="157662"/>
                    <a:pt x="40257" y="157662"/>
                    <a:pt x="34506" y="159578"/>
                  </a:cubicBezTo>
                  <a:cubicBezTo>
                    <a:pt x="32589" y="160216"/>
                    <a:pt x="30033" y="160855"/>
                    <a:pt x="28116" y="162131"/>
                  </a:cubicBezTo>
                  <a:lnTo>
                    <a:pt x="28116" y="148725"/>
                  </a:lnTo>
                  <a:cubicBezTo>
                    <a:pt x="28116" y="146171"/>
                    <a:pt x="30672" y="143618"/>
                    <a:pt x="34506" y="143618"/>
                  </a:cubicBezTo>
                  <a:cubicBezTo>
                    <a:pt x="34506" y="143618"/>
                    <a:pt x="34506" y="143618"/>
                    <a:pt x="34506" y="143618"/>
                  </a:cubicBezTo>
                  <a:close/>
                  <a:moveTo>
                    <a:pt x="29394" y="169792"/>
                  </a:moveTo>
                  <a:lnTo>
                    <a:pt x="28116" y="167239"/>
                  </a:lnTo>
                  <a:lnTo>
                    <a:pt x="28116" y="166600"/>
                  </a:lnTo>
                  <a:lnTo>
                    <a:pt x="29394" y="169792"/>
                  </a:lnTo>
                  <a:close/>
                  <a:moveTo>
                    <a:pt x="28116" y="195966"/>
                  </a:moveTo>
                  <a:lnTo>
                    <a:pt x="28116" y="176815"/>
                  </a:lnTo>
                  <a:lnTo>
                    <a:pt x="30672" y="175538"/>
                  </a:lnTo>
                  <a:lnTo>
                    <a:pt x="31311" y="175538"/>
                  </a:lnTo>
                  <a:cubicBezTo>
                    <a:pt x="33228" y="174899"/>
                    <a:pt x="35784" y="173623"/>
                    <a:pt x="37701" y="172984"/>
                  </a:cubicBezTo>
                  <a:cubicBezTo>
                    <a:pt x="41535" y="171707"/>
                    <a:pt x="45369" y="171707"/>
                    <a:pt x="48564" y="172984"/>
                  </a:cubicBezTo>
                  <a:cubicBezTo>
                    <a:pt x="50481" y="173623"/>
                    <a:pt x="53036" y="174261"/>
                    <a:pt x="54953" y="175538"/>
                  </a:cubicBezTo>
                  <a:lnTo>
                    <a:pt x="57509" y="169792"/>
                  </a:lnTo>
                  <a:lnTo>
                    <a:pt x="56231" y="176176"/>
                  </a:lnTo>
                  <a:cubicBezTo>
                    <a:pt x="58787" y="177453"/>
                    <a:pt x="61343" y="178091"/>
                    <a:pt x="63899" y="178730"/>
                  </a:cubicBezTo>
                  <a:cubicBezTo>
                    <a:pt x="69650" y="180645"/>
                    <a:pt x="76040" y="180645"/>
                    <a:pt x="81791" y="178730"/>
                  </a:cubicBezTo>
                  <a:cubicBezTo>
                    <a:pt x="84347" y="178091"/>
                    <a:pt x="86903" y="176815"/>
                    <a:pt x="89459" y="176176"/>
                  </a:cubicBezTo>
                  <a:lnTo>
                    <a:pt x="90098" y="176176"/>
                  </a:lnTo>
                  <a:cubicBezTo>
                    <a:pt x="92015" y="175538"/>
                    <a:pt x="94571" y="174261"/>
                    <a:pt x="96488" y="173623"/>
                  </a:cubicBezTo>
                  <a:cubicBezTo>
                    <a:pt x="100322" y="172346"/>
                    <a:pt x="104156" y="172346"/>
                    <a:pt x="107351" y="173623"/>
                  </a:cubicBezTo>
                  <a:cubicBezTo>
                    <a:pt x="109268" y="174261"/>
                    <a:pt x="111824" y="174899"/>
                    <a:pt x="113741" y="176176"/>
                  </a:cubicBezTo>
                  <a:lnTo>
                    <a:pt x="116297" y="170431"/>
                  </a:lnTo>
                  <a:lnTo>
                    <a:pt x="115019" y="176815"/>
                  </a:lnTo>
                  <a:cubicBezTo>
                    <a:pt x="117575" y="178091"/>
                    <a:pt x="120131" y="178730"/>
                    <a:pt x="122687" y="179368"/>
                  </a:cubicBezTo>
                  <a:cubicBezTo>
                    <a:pt x="125882" y="180007"/>
                    <a:pt x="128438" y="180645"/>
                    <a:pt x="131633" y="180645"/>
                  </a:cubicBezTo>
                  <a:cubicBezTo>
                    <a:pt x="134828" y="180645"/>
                    <a:pt x="138023" y="180007"/>
                    <a:pt x="140579" y="179368"/>
                  </a:cubicBezTo>
                  <a:cubicBezTo>
                    <a:pt x="143135" y="178730"/>
                    <a:pt x="145691" y="177453"/>
                    <a:pt x="148247" y="176815"/>
                  </a:cubicBezTo>
                  <a:lnTo>
                    <a:pt x="148886" y="176815"/>
                  </a:lnTo>
                  <a:cubicBezTo>
                    <a:pt x="150803" y="176176"/>
                    <a:pt x="153358" y="174899"/>
                    <a:pt x="155275" y="174261"/>
                  </a:cubicBezTo>
                  <a:cubicBezTo>
                    <a:pt x="159109" y="172984"/>
                    <a:pt x="162943" y="172984"/>
                    <a:pt x="166138" y="174261"/>
                  </a:cubicBezTo>
                  <a:cubicBezTo>
                    <a:pt x="168055" y="174899"/>
                    <a:pt x="170611" y="175538"/>
                    <a:pt x="172528" y="176176"/>
                  </a:cubicBezTo>
                  <a:lnTo>
                    <a:pt x="175084" y="170431"/>
                  </a:lnTo>
                  <a:lnTo>
                    <a:pt x="173806" y="176815"/>
                  </a:lnTo>
                  <a:cubicBezTo>
                    <a:pt x="174445" y="177453"/>
                    <a:pt x="175723" y="177453"/>
                    <a:pt x="176362" y="177453"/>
                  </a:cubicBezTo>
                  <a:lnTo>
                    <a:pt x="176362" y="196605"/>
                  </a:lnTo>
                  <a:lnTo>
                    <a:pt x="28116" y="195966"/>
                  </a:lnTo>
                  <a:close/>
                </a:path>
              </a:pathLst>
            </a:custGeom>
            <a:solidFill>
              <a:srgbClr val="005587"/>
            </a:solidFill>
            <a:ln w="6390" cap="flat">
              <a:noFill/>
              <a:prstDash val="solid"/>
              <a:miter/>
            </a:ln>
          </p:spPr>
          <p:txBody>
            <a:bodyPr rtlCol="0" anchor="ctr"/>
            <a:lstStyle/>
            <a:p>
              <a:endParaRPr lang="en-US"/>
            </a:p>
          </p:txBody>
        </p:sp>
      </p:grpSp>
      <p:grpSp>
        <p:nvGrpSpPr>
          <p:cNvPr id="527" name="Graphic 4">
            <a:extLst>
              <a:ext uri="{FF2B5EF4-FFF2-40B4-BE49-F238E27FC236}">
                <a16:creationId xmlns:a16="http://schemas.microsoft.com/office/drawing/2014/main" id="{9FE7A7D1-688C-5544-BC3A-0020D771D595}"/>
              </a:ext>
            </a:extLst>
          </p:cNvPr>
          <p:cNvGrpSpPr/>
          <p:nvPr/>
        </p:nvGrpSpPr>
        <p:grpSpPr>
          <a:xfrm>
            <a:off x="1515054" y="1893013"/>
            <a:ext cx="362309" cy="362610"/>
            <a:chOff x="1515054" y="1893013"/>
            <a:chExt cx="362309" cy="362610"/>
          </a:xfrm>
          <a:solidFill>
            <a:srgbClr val="005587"/>
          </a:solidFill>
        </p:grpSpPr>
        <p:sp>
          <p:nvSpPr>
            <p:cNvPr id="528" name="Graphic 4">
              <a:extLst>
                <a:ext uri="{FF2B5EF4-FFF2-40B4-BE49-F238E27FC236}">
                  <a16:creationId xmlns:a16="http://schemas.microsoft.com/office/drawing/2014/main" id="{245B2FDC-869C-714A-A2AC-82E1BDE26A09}"/>
                </a:ext>
              </a:extLst>
            </p:cNvPr>
            <p:cNvSpPr/>
            <p:nvPr/>
          </p:nvSpPr>
          <p:spPr>
            <a:xfrm>
              <a:off x="1515054" y="189301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362309 w 362309"/>
                <a:gd name="connsiteY4" fmla="*/ 181305 h 362610"/>
                <a:gd name="connsiteX5" fmla="*/ 180835 w 362309"/>
                <a:gd name="connsiteY5" fmla="*/ 0 h 362610"/>
                <a:gd name="connsiteX6" fmla="*/ 180835 w 362309"/>
                <a:gd name="connsiteY6" fmla="*/ 0 h 362610"/>
                <a:gd name="connsiteX7" fmla="*/ 180835 w 362309"/>
                <a:gd name="connsiteY7" fmla="*/ 349204 h 362610"/>
                <a:gd name="connsiteX8" fmla="*/ 12780 w 362309"/>
                <a:gd name="connsiteY8" fmla="*/ 180667 h 362610"/>
                <a:gd name="connsiteX9" fmla="*/ 180835 w 362309"/>
                <a:gd name="connsiteY9" fmla="*/ 12130 h 362610"/>
                <a:gd name="connsiteX10" fmla="*/ 349529 w 362309"/>
                <a:gd name="connsiteY10" fmla="*/ 180667 h 362610"/>
                <a:gd name="connsiteX11" fmla="*/ 180835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181305"/>
                    <a:pt x="362309" y="181305"/>
                    <a:pt x="362309" y="181305"/>
                  </a:cubicBezTo>
                  <a:cubicBezTo>
                    <a:pt x="361670"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130"/>
                    <a:pt x="180835" y="12130"/>
                  </a:cubicBezTo>
                  <a:cubicBezTo>
                    <a:pt x="274128" y="12130"/>
                    <a:pt x="349529" y="87461"/>
                    <a:pt x="349529" y="180667"/>
                  </a:cubicBezTo>
                  <a:cubicBezTo>
                    <a:pt x="348891" y="273873"/>
                    <a:pt x="273489" y="349204"/>
                    <a:pt x="180835" y="349204"/>
                  </a:cubicBezTo>
                  <a:close/>
                </a:path>
              </a:pathLst>
            </a:custGeom>
            <a:solidFill>
              <a:srgbClr val="005587"/>
            </a:solidFill>
            <a:ln w="6390" cap="flat">
              <a:noFill/>
              <a:prstDash val="solid"/>
              <a:miter/>
            </a:ln>
          </p:spPr>
          <p:txBody>
            <a:bodyPr rtlCol="0" anchor="ctr"/>
            <a:lstStyle/>
            <a:p>
              <a:endParaRPr lang="en-US"/>
            </a:p>
          </p:txBody>
        </p:sp>
        <p:sp>
          <p:nvSpPr>
            <p:cNvPr id="529" name="Graphic 4">
              <a:extLst>
                <a:ext uri="{FF2B5EF4-FFF2-40B4-BE49-F238E27FC236}">
                  <a16:creationId xmlns:a16="http://schemas.microsoft.com/office/drawing/2014/main" id="{9C2A95A7-3162-A540-8083-CA6095B8F9D4}"/>
                </a:ext>
              </a:extLst>
            </p:cNvPr>
            <p:cNvSpPr/>
            <p:nvPr/>
          </p:nvSpPr>
          <p:spPr>
            <a:xfrm>
              <a:off x="1624560" y="1961960"/>
              <a:ext cx="143315" cy="223439"/>
            </a:xfrm>
            <a:custGeom>
              <a:avLst/>
              <a:gdLst>
                <a:gd name="connsiteX0" fmla="*/ 118614 w 143315"/>
                <a:gd name="connsiteY0" fmla="*/ 154492 h 223439"/>
                <a:gd name="connsiteX1" fmla="*/ 118614 w 143315"/>
                <a:gd name="connsiteY1" fmla="*/ 154492 h 223439"/>
                <a:gd name="connsiteX2" fmla="*/ 77718 w 143315"/>
                <a:gd name="connsiteY2" fmla="*/ 49157 h 223439"/>
                <a:gd name="connsiteX3" fmla="*/ 77718 w 143315"/>
                <a:gd name="connsiteY3" fmla="*/ 46603 h 223439"/>
                <a:gd name="connsiteX4" fmla="*/ 93054 w 143315"/>
                <a:gd name="connsiteY4" fmla="*/ 55541 h 223439"/>
                <a:gd name="connsiteX5" fmla="*/ 96249 w 143315"/>
                <a:gd name="connsiteY5" fmla="*/ 56179 h 223439"/>
                <a:gd name="connsiteX6" fmla="*/ 102639 w 143315"/>
                <a:gd name="connsiteY6" fmla="*/ 49795 h 223439"/>
                <a:gd name="connsiteX7" fmla="*/ 99444 w 143315"/>
                <a:gd name="connsiteY7" fmla="*/ 44049 h 223439"/>
                <a:gd name="connsiteX8" fmla="*/ 84108 w 143315"/>
                <a:gd name="connsiteY8" fmla="*/ 35112 h 223439"/>
                <a:gd name="connsiteX9" fmla="*/ 99444 w 143315"/>
                <a:gd name="connsiteY9" fmla="*/ 26174 h 223439"/>
                <a:gd name="connsiteX10" fmla="*/ 102000 w 143315"/>
                <a:gd name="connsiteY10" fmla="*/ 17875 h 223439"/>
                <a:gd name="connsiteX11" fmla="*/ 93693 w 143315"/>
                <a:gd name="connsiteY11" fmla="*/ 15322 h 223439"/>
                <a:gd name="connsiteX12" fmla="*/ 93054 w 143315"/>
                <a:gd name="connsiteY12" fmla="*/ 15322 h 223439"/>
                <a:gd name="connsiteX13" fmla="*/ 77718 w 143315"/>
                <a:gd name="connsiteY13" fmla="*/ 24259 h 223439"/>
                <a:gd name="connsiteX14" fmla="*/ 77718 w 143315"/>
                <a:gd name="connsiteY14" fmla="*/ 6384 h 223439"/>
                <a:gd name="connsiteX15" fmla="*/ 71329 w 143315"/>
                <a:gd name="connsiteY15" fmla="*/ 0 h 223439"/>
                <a:gd name="connsiteX16" fmla="*/ 64939 w 143315"/>
                <a:gd name="connsiteY16" fmla="*/ 6384 h 223439"/>
                <a:gd name="connsiteX17" fmla="*/ 64939 w 143315"/>
                <a:gd name="connsiteY17" fmla="*/ 24259 h 223439"/>
                <a:gd name="connsiteX18" fmla="*/ 49603 w 143315"/>
                <a:gd name="connsiteY18" fmla="*/ 15322 h 223439"/>
                <a:gd name="connsiteX19" fmla="*/ 40657 w 143315"/>
                <a:gd name="connsiteY19" fmla="*/ 17237 h 223439"/>
                <a:gd name="connsiteX20" fmla="*/ 42574 w 143315"/>
                <a:gd name="connsiteY20" fmla="*/ 26174 h 223439"/>
                <a:gd name="connsiteX21" fmla="*/ 43213 w 143315"/>
                <a:gd name="connsiteY21" fmla="*/ 26174 h 223439"/>
                <a:gd name="connsiteX22" fmla="*/ 58549 w 143315"/>
                <a:gd name="connsiteY22" fmla="*/ 35112 h 223439"/>
                <a:gd name="connsiteX23" fmla="*/ 43213 w 143315"/>
                <a:gd name="connsiteY23" fmla="*/ 44049 h 223439"/>
                <a:gd name="connsiteX24" fmla="*/ 40657 w 143315"/>
                <a:gd name="connsiteY24" fmla="*/ 52987 h 223439"/>
                <a:gd name="connsiteX25" fmla="*/ 46408 w 143315"/>
                <a:gd name="connsiteY25" fmla="*/ 56179 h 223439"/>
                <a:gd name="connsiteX26" fmla="*/ 49603 w 143315"/>
                <a:gd name="connsiteY26" fmla="*/ 55541 h 223439"/>
                <a:gd name="connsiteX27" fmla="*/ 64939 w 143315"/>
                <a:gd name="connsiteY27" fmla="*/ 46603 h 223439"/>
                <a:gd name="connsiteX28" fmla="*/ 64939 w 143315"/>
                <a:gd name="connsiteY28" fmla="*/ 49157 h 223439"/>
                <a:gd name="connsiteX29" fmla="*/ 400 w 143315"/>
                <a:gd name="connsiteY29" fmla="*/ 214502 h 223439"/>
                <a:gd name="connsiteX30" fmla="*/ 4234 w 143315"/>
                <a:gd name="connsiteY30" fmla="*/ 222801 h 223439"/>
                <a:gd name="connsiteX31" fmla="*/ 6790 w 143315"/>
                <a:gd name="connsiteY31" fmla="*/ 223439 h 223439"/>
                <a:gd name="connsiteX32" fmla="*/ 137145 w 143315"/>
                <a:gd name="connsiteY32" fmla="*/ 223439 h 223439"/>
                <a:gd name="connsiteX33" fmla="*/ 142257 w 143315"/>
                <a:gd name="connsiteY33" fmla="*/ 220886 h 223439"/>
                <a:gd name="connsiteX34" fmla="*/ 142896 w 143315"/>
                <a:gd name="connsiteY34" fmla="*/ 215140 h 223439"/>
                <a:gd name="connsiteX35" fmla="*/ 118614 w 143315"/>
                <a:gd name="connsiteY35" fmla="*/ 154492 h 223439"/>
                <a:gd name="connsiteX36" fmla="*/ 71329 w 143315"/>
                <a:gd name="connsiteY36" fmla="*/ 67670 h 223439"/>
                <a:gd name="connsiteX37" fmla="*/ 86664 w 143315"/>
                <a:gd name="connsiteY37" fmla="*/ 107251 h 223439"/>
                <a:gd name="connsiteX38" fmla="*/ 49603 w 143315"/>
                <a:gd name="connsiteY38" fmla="*/ 121934 h 223439"/>
                <a:gd name="connsiteX39" fmla="*/ 71329 w 143315"/>
                <a:gd name="connsiteY39" fmla="*/ 67670 h 223439"/>
                <a:gd name="connsiteX40" fmla="*/ 43852 w 143315"/>
                <a:gd name="connsiteY40" fmla="*/ 137894 h 223439"/>
                <a:gd name="connsiteX41" fmla="*/ 91776 w 143315"/>
                <a:gd name="connsiteY41" fmla="*/ 119380 h 223439"/>
                <a:gd name="connsiteX42" fmla="*/ 104556 w 143315"/>
                <a:gd name="connsiteY42" fmla="*/ 152577 h 223439"/>
                <a:gd name="connsiteX43" fmla="*/ 25960 w 143315"/>
                <a:gd name="connsiteY43" fmla="*/ 183220 h 223439"/>
                <a:gd name="connsiteX44" fmla="*/ 43852 w 143315"/>
                <a:gd name="connsiteY44" fmla="*/ 137894 h 223439"/>
                <a:gd name="connsiteX45" fmla="*/ 15097 w 143315"/>
                <a:gd name="connsiteY45" fmla="*/ 210671 h 223439"/>
                <a:gd name="connsiteX46" fmla="*/ 18931 w 143315"/>
                <a:gd name="connsiteY46" fmla="*/ 199819 h 223439"/>
                <a:gd name="connsiteX47" fmla="*/ 108390 w 143315"/>
                <a:gd name="connsiteY47" fmla="*/ 164707 h 223439"/>
                <a:gd name="connsiteX48" fmla="*/ 126282 w 143315"/>
                <a:gd name="connsiteY48" fmla="*/ 210671 h 223439"/>
                <a:gd name="connsiteX49" fmla="*/ 15097 w 143315"/>
                <a:gd name="connsiteY49" fmla="*/ 210671 h 223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43315" h="223439">
                  <a:moveTo>
                    <a:pt x="118614" y="154492"/>
                  </a:moveTo>
                  <a:lnTo>
                    <a:pt x="118614" y="154492"/>
                  </a:lnTo>
                  <a:lnTo>
                    <a:pt x="77718" y="49157"/>
                  </a:lnTo>
                  <a:lnTo>
                    <a:pt x="77718" y="46603"/>
                  </a:lnTo>
                  <a:lnTo>
                    <a:pt x="93054" y="55541"/>
                  </a:lnTo>
                  <a:cubicBezTo>
                    <a:pt x="94332" y="56179"/>
                    <a:pt x="94971" y="56179"/>
                    <a:pt x="96249" y="56179"/>
                  </a:cubicBezTo>
                  <a:cubicBezTo>
                    <a:pt x="100083" y="56179"/>
                    <a:pt x="102639" y="53625"/>
                    <a:pt x="102639" y="49795"/>
                  </a:cubicBezTo>
                  <a:cubicBezTo>
                    <a:pt x="102639" y="47241"/>
                    <a:pt x="101361" y="45326"/>
                    <a:pt x="99444" y="44049"/>
                  </a:cubicBezTo>
                  <a:lnTo>
                    <a:pt x="84108" y="35112"/>
                  </a:lnTo>
                  <a:lnTo>
                    <a:pt x="99444" y="26174"/>
                  </a:lnTo>
                  <a:cubicBezTo>
                    <a:pt x="102639" y="24259"/>
                    <a:pt x="103917" y="20429"/>
                    <a:pt x="102000" y="17875"/>
                  </a:cubicBezTo>
                  <a:cubicBezTo>
                    <a:pt x="100083" y="14683"/>
                    <a:pt x="96249" y="13406"/>
                    <a:pt x="93693" y="15322"/>
                  </a:cubicBezTo>
                  <a:cubicBezTo>
                    <a:pt x="93693" y="15322"/>
                    <a:pt x="93693" y="15322"/>
                    <a:pt x="93054" y="15322"/>
                  </a:cubicBezTo>
                  <a:lnTo>
                    <a:pt x="77718" y="24259"/>
                  </a:lnTo>
                  <a:lnTo>
                    <a:pt x="77718" y="6384"/>
                  </a:lnTo>
                  <a:cubicBezTo>
                    <a:pt x="77718" y="2554"/>
                    <a:pt x="75163" y="0"/>
                    <a:pt x="71329" y="0"/>
                  </a:cubicBezTo>
                  <a:cubicBezTo>
                    <a:pt x="67495" y="0"/>
                    <a:pt x="64939" y="2554"/>
                    <a:pt x="64939" y="6384"/>
                  </a:cubicBezTo>
                  <a:lnTo>
                    <a:pt x="64939" y="24259"/>
                  </a:lnTo>
                  <a:lnTo>
                    <a:pt x="49603" y="15322"/>
                  </a:lnTo>
                  <a:cubicBezTo>
                    <a:pt x="46408" y="13406"/>
                    <a:pt x="42574" y="14045"/>
                    <a:pt x="40657" y="17237"/>
                  </a:cubicBezTo>
                  <a:cubicBezTo>
                    <a:pt x="38740" y="20429"/>
                    <a:pt x="39379" y="24259"/>
                    <a:pt x="42574" y="26174"/>
                  </a:cubicBezTo>
                  <a:cubicBezTo>
                    <a:pt x="42574" y="26174"/>
                    <a:pt x="42574" y="26174"/>
                    <a:pt x="43213" y="26174"/>
                  </a:cubicBezTo>
                  <a:lnTo>
                    <a:pt x="58549" y="35112"/>
                  </a:lnTo>
                  <a:lnTo>
                    <a:pt x="43213" y="44049"/>
                  </a:lnTo>
                  <a:cubicBezTo>
                    <a:pt x="40018" y="45965"/>
                    <a:pt x="39379" y="49795"/>
                    <a:pt x="40657" y="52987"/>
                  </a:cubicBezTo>
                  <a:cubicBezTo>
                    <a:pt x="41935" y="54902"/>
                    <a:pt x="43852" y="56179"/>
                    <a:pt x="46408" y="56179"/>
                  </a:cubicBezTo>
                  <a:cubicBezTo>
                    <a:pt x="47686" y="56179"/>
                    <a:pt x="48325" y="55541"/>
                    <a:pt x="49603" y="55541"/>
                  </a:cubicBezTo>
                  <a:lnTo>
                    <a:pt x="64939" y="46603"/>
                  </a:lnTo>
                  <a:lnTo>
                    <a:pt x="64939" y="49157"/>
                  </a:lnTo>
                  <a:lnTo>
                    <a:pt x="400" y="214502"/>
                  </a:lnTo>
                  <a:cubicBezTo>
                    <a:pt x="-878" y="217694"/>
                    <a:pt x="1039" y="221524"/>
                    <a:pt x="4234" y="222801"/>
                  </a:cubicBezTo>
                  <a:cubicBezTo>
                    <a:pt x="4873" y="222801"/>
                    <a:pt x="5512" y="223439"/>
                    <a:pt x="6790" y="223439"/>
                  </a:cubicBezTo>
                  <a:lnTo>
                    <a:pt x="137145" y="223439"/>
                  </a:lnTo>
                  <a:cubicBezTo>
                    <a:pt x="139062" y="223439"/>
                    <a:pt x="140979" y="222163"/>
                    <a:pt x="142257" y="220886"/>
                  </a:cubicBezTo>
                  <a:cubicBezTo>
                    <a:pt x="143535" y="218971"/>
                    <a:pt x="143535" y="217055"/>
                    <a:pt x="142896" y="215140"/>
                  </a:cubicBezTo>
                  <a:lnTo>
                    <a:pt x="118614" y="154492"/>
                  </a:lnTo>
                  <a:close/>
                  <a:moveTo>
                    <a:pt x="71329" y="67670"/>
                  </a:moveTo>
                  <a:lnTo>
                    <a:pt x="86664" y="107251"/>
                  </a:lnTo>
                  <a:lnTo>
                    <a:pt x="49603" y="121934"/>
                  </a:lnTo>
                  <a:lnTo>
                    <a:pt x="71329" y="67670"/>
                  </a:lnTo>
                  <a:close/>
                  <a:moveTo>
                    <a:pt x="43852" y="137894"/>
                  </a:moveTo>
                  <a:lnTo>
                    <a:pt x="91776" y="119380"/>
                  </a:lnTo>
                  <a:lnTo>
                    <a:pt x="104556" y="152577"/>
                  </a:lnTo>
                  <a:lnTo>
                    <a:pt x="25960" y="183220"/>
                  </a:lnTo>
                  <a:lnTo>
                    <a:pt x="43852" y="137894"/>
                  </a:lnTo>
                  <a:close/>
                  <a:moveTo>
                    <a:pt x="15097" y="210671"/>
                  </a:moveTo>
                  <a:lnTo>
                    <a:pt x="18931" y="199819"/>
                  </a:lnTo>
                  <a:lnTo>
                    <a:pt x="108390" y="164707"/>
                  </a:lnTo>
                  <a:lnTo>
                    <a:pt x="126282" y="210671"/>
                  </a:lnTo>
                  <a:lnTo>
                    <a:pt x="15097" y="210671"/>
                  </a:lnTo>
                  <a:close/>
                </a:path>
              </a:pathLst>
            </a:custGeom>
            <a:solidFill>
              <a:srgbClr val="005587"/>
            </a:solidFill>
            <a:ln w="6390" cap="flat">
              <a:noFill/>
              <a:prstDash val="solid"/>
              <a:miter/>
            </a:ln>
          </p:spPr>
          <p:txBody>
            <a:bodyPr rtlCol="0" anchor="ctr"/>
            <a:lstStyle/>
            <a:p>
              <a:endParaRPr lang="en-US"/>
            </a:p>
          </p:txBody>
        </p:sp>
      </p:grpSp>
      <p:grpSp>
        <p:nvGrpSpPr>
          <p:cNvPr id="533" name="Graphic 4">
            <a:extLst>
              <a:ext uri="{FF2B5EF4-FFF2-40B4-BE49-F238E27FC236}">
                <a16:creationId xmlns:a16="http://schemas.microsoft.com/office/drawing/2014/main" id="{B2654912-9488-194D-B724-A3A8CCB3C9CA}"/>
              </a:ext>
            </a:extLst>
          </p:cNvPr>
          <p:cNvGrpSpPr/>
          <p:nvPr/>
        </p:nvGrpSpPr>
        <p:grpSpPr>
          <a:xfrm>
            <a:off x="1515054" y="3339623"/>
            <a:ext cx="362309" cy="361971"/>
            <a:chOff x="1515054" y="3339623"/>
            <a:chExt cx="362309" cy="361971"/>
          </a:xfrm>
          <a:solidFill>
            <a:srgbClr val="005587"/>
          </a:solidFill>
        </p:grpSpPr>
        <p:sp>
          <p:nvSpPr>
            <p:cNvPr id="534" name="Graphic 4">
              <a:extLst>
                <a:ext uri="{FF2B5EF4-FFF2-40B4-BE49-F238E27FC236}">
                  <a16:creationId xmlns:a16="http://schemas.microsoft.com/office/drawing/2014/main" id="{ECB8A118-C3E8-AE40-9E1A-51DBDF2574F3}"/>
                </a:ext>
              </a:extLst>
            </p:cNvPr>
            <p:cNvSpPr/>
            <p:nvPr/>
          </p:nvSpPr>
          <p:spPr>
            <a:xfrm>
              <a:off x="1515054" y="3339623"/>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1305 h 361971"/>
                <a:gd name="connsiteX10" fmla="*/ 349529 w 362309"/>
                <a:gd name="connsiteY10" fmla="*/ 181305 h 361971"/>
                <a:gd name="connsiteX11" fmla="*/ 180835 w 362309"/>
                <a:gd name="connsiteY11" fmla="*/ 349204 h 361971"/>
                <a:gd name="connsiteX12" fmla="*/ 180835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0518" y="0"/>
                    <a:pt x="180835" y="0"/>
                  </a:cubicBezTo>
                  <a:close/>
                  <a:moveTo>
                    <a:pt x="180835" y="349204"/>
                  </a:moveTo>
                  <a:cubicBezTo>
                    <a:pt x="87542" y="349204"/>
                    <a:pt x="12780" y="273873"/>
                    <a:pt x="12780" y="180667"/>
                  </a:cubicBezTo>
                  <a:cubicBezTo>
                    <a:pt x="12780" y="87461"/>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005587"/>
            </a:solidFill>
            <a:ln w="6390" cap="flat">
              <a:noFill/>
              <a:prstDash val="solid"/>
              <a:miter/>
            </a:ln>
          </p:spPr>
          <p:txBody>
            <a:bodyPr rtlCol="0" anchor="ctr"/>
            <a:lstStyle/>
            <a:p>
              <a:endParaRPr lang="en-US"/>
            </a:p>
          </p:txBody>
        </p:sp>
        <p:sp>
          <p:nvSpPr>
            <p:cNvPr id="535" name="Graphic 4">
              <a:extLst>
                <a:ext uri="{FF2B5EF4-FFF2-40B4-BE49-F238E27FC236}">
                  <a16:creationId xmlns:a16="http://schemas.microsoft.com/office/drawing/2014/main" id="{833D065A-7810-F148-B81E-A264082825D2}"/>
                </a:ext>
              </a:extLst>
            </p:cNvPr>
            <p:cNvSpPr/>
            <p:nvPr/>
          </p:nvSpPr>
          <p:spPr>
            <a:xfrm>
              <a:off x="1595567" y="3427722"/>
              <a:ext cx="200644" cy="187050"/>
            </a:xfrm>
            <a:custGeom>
              <a:avLst/>
              <a:gdLst>
                <a:gd name="connsiteX0" fmla="*/ 181474 w 200644"/>
                <a:gd name="connsiteY0" fmla="*/ 43411 h 187050"/>
                <a:gd name="connsiteX1" fmla="*/ 174445 w 200644"/>
                <a:gd name="connsiteY1" fmla="*/ 43411 h 187050"/>
                <a:gd name="connsiteX2" fmla="*/ 166138 w 200644"/>
                <a:gd name="connsiteY2" fmla="*/ 4469 h 187050"/>
                <a:gd name="connsiteX3" fmla="*/ 150802 w 200644"/>
                <a:gd name="connsiteY3" fmla="*/ 0 h 187050"/>
                <a:gd name="connsiteX4" fmla="*/ 100322 w 200644"/>
                <a:gd name="connsiteY4" fmla="*/ 31282 h 187050"/>
                <a:gd name="connsiteX5" fmla="*/ 49842 w 200644"/>
                <a:gd name="connsiteY5" fmla="*/ 0 h 187050"/>
                <a:gd name="connsiteX6" fmla="*/ 21726 w 200644"/>
                <a:gd name="connsiteY6" fmla="*/ 28090 h 187050"/>
                <a:gd name="connsiteX7" fmla="*/ 26199 w 200644"/>
                <a:gd name="connsiteY7" fmla="*/ 43411 h 187050"/>
                <a:gd name="connsiteX8" fmla="*/ 19170 w 200644"/>
                <a:gd name="connsiteY8" fmla="*/ 43411 h 187050"/>
                <a:gd name="connsiteX9" fmla="*/ 0 w 200644"/>
                <a:gd name="connsiteY9" fmla="*/ 62563 h 187050"/>
                <a:gd name="connsiteX10" fmla="*/ 0 w 200644"/>
                <a:gd name="connsiteY10" fmla="*/ 92568 h 187050"/>
                <a:gd name="connsiteX11" fmla="*/ 7029 w 200644"/>
                <a:gd name="connsiteY11" fmla="*/ 92568 h 187050"/>
                <a:gd name="connsiteX12" fmla="*/ 7029 w 200644"/>
                <a:gd name="connsiteY12" fmla="*/ 167899 h 187050"/>
                <a:gd name="connsiteX13" fmla="*/ 26199 w 200644"/>
                <a:gd name="connsiteY13" fmla="*/ 187051 h 187050"/>
                <a:gd name="connsiteX14" fmla="*/ 174445 w 200644"/>
                <a:gd name="connsiteY14" fmla="*/ 187051 h 187050"/>
                <a:gd name="connsiteX15" fmla="*/ 193615 w 200644"/>
                <a:gd name="connsiteY15" fmla="*/ 167899 h 187050"/>
                <a:gd name="connsiteX16" fmla="*/ 193615 w 200644"/>
                <a:gd name="connsiteY16" fmla="*/ 92568 h 187050"/>
                <a:gd name="connsiteX17" fmla="*/ 200644 w 200644"/>
                <a:gd name="connsiteY17" fmla="*/ 92568 h 187050"/>
                <a:gd name="connsiteX18" fmla="*/ 200644 w 200644"/>
                <a:gd name="connsiteY18" fmla="*/ 62563 h 187050"/>
                <a:gd name="connsiteX19" fmla="*/ 181474 w 200644"/>
                <a:gd name="connsiteY19" fmla="*/ 43411 h 187050"/>
                <a:gd name="connsiteX20" fmla="*/ 187864 w 200644"/>
                <a:gd name="connsiteY20" fmla="*/ 62563 h 187050"/>
                <a:gd name="connsiteX21" fmla="*/ 187864 w 200644"/>
                <a:gd name="connsiteY21" fmla="*/ 79800 h 187050"/>
                <a:gd name="connsiteX22" fmla="*/ 120770 w 200644"/>
                <a:gd name="connsiteY22" fmla="*/ 79800 h 187050"/>
                <a:gd name="connsiteX23" fmla="*/ 120770 w 200644"/>
                <a:gd name="connsiteY23" fmla="*/ 56179 h 187050"/>
                <a:gd name="connsiteX24" fmla="*/ 181474 w 200644"/>
                <a:gd name="connsiteY24" fmla="*/ 56179 h 187050"/>
                <a:gd name="connsiteX25" fmla="*/ 187864 w 200644"/>
                <a:gd name="connsiteY25" fmla="*/ 62563 h 187050"/>
                <a:gd name="connsiteX26" fmla="*/ 92015 w 200644"/>
                <a:gd name="connsiteY26" fmla="*/ 79162 h 187050"/>
                <a:gd name="connsiteX27" fmla="*/ 92015 w 200644"/>
                <a:gd name="connsiteY27" fmla="*/ 55541 h 187050"/>
                <a:gd name="connsiteX28" fmla="*/ 107990 w 200644"/>
                <a:gd name="connsiteY28" fmla="*/ 55541 h 187050"/>
                <a:gd name="connsiteX29" fmla="*/ 107990 w 200644"/>
                <a:gd name="connsiteY29" fmla="*/ 79162 h 187050"/>
                <a:gd name="connsiteX30" fmla="*/ 92015 w 200644"/>
                <a:gd name="connsiteY30" fmla="*/ 79162 h 187050"/>
                <a:gd name="connsiteX31" fmla="*/ 108629 w 200644"/>
                <a:gd name="connsiteY31" fmla="*/ 91930 h 187050"/>
                <a:gd name="connsiteX32" fmla="*/ 108629 w 200644"/>
                <a:gd name="connsiteY32" fmla="*/ 173644 h 187050"/>
                <a:gd name="connsiteX33" fmla="*/ 92654 w 200644"/>
                <a:gd name="connsiteY33" fmla="*/ 173644 h 187050"/>
                <a:gd name="connsiteX34" fmla="*/ 92654 w 200644"/>
                <a:gd name="connsiteY34" fmla="*/ 91930 h 187050"/>
                <a:gd name="connsiteX35" fmla="*/ 108629 w 200644"/>
                <a:gd name="connsiteY35" fmla="*/ 91930 h 187050"/>
                <a:gd name="connsiteX36" fmla="*/ 151441 w 200644"/>
                <a:gd name="connsiteY36" fmla="*/ 12768 h 187050"/>
                <a:gd name="connsiteX37" fmla="*/ 168055 w 200644"/>
                <a:gd name="connsiteY37" fmla="*/ 26813 h 187050"/>
                <a:gd name="connsiteX38" fmla="*/ 153997 w 200644"/>
                <a:gd name="connsiteY38" fmla="*/ 43411 h 187050"/>
                <a:gd name="connsiteX39" fmla="*/ 152081 w 200644"/>
                <a:gd name="connsiteY39" fmla="*/ 43411 h 187050"/>
                <a:gd name="connsiteX40" fmla="*/ 109268 w 200644"/>
                <a:gd name="connsiteY40" fmla="*/ 43411 h 187050"/>
                <a:gd name="connsiteX41" fmla="*/ 151441 w 200644"/>
                <a:gd name="connsiteY41" fmla="*/ 12768 h 187050"/>
                <a:gd name="connsiteX42" fmla="*/ 151441 w 200644"/>
                <a:gd name="connsiteY42" fmla="*/ 12768 h 187050"/>
                <a:gd name="connsiteX43" fmla="*/ 33867 w 200644"/>
                <a:gd name="connsiteY43" fmla="*/ 28090 h 187050"/>
                <a:gd name="connsiteX44" fmla="*/ 49202 w 200644"/>
                <a:gd name="connsiteY44" fmla="*/ 12768 h 187050"/>
                <a:gd name="connsiteX45" fmla="*/ 92015 w 200644"/>
                <a:gd name="connsiteY45" fmla="*/ 43411 h 187050"/>
                <a:gd name="connsiteX46" fmla="*/ 49202 w 200644"/>
                <a:gd name="connsiteY46" fmla="*/ 43411 h 187050"/>
                <a:gd name="connsiteX47" fmla="*/ 33867 w 200644"/>
                <a:gd name="connsiteY47" fmla="*/ 28090 h 187050"/>
                <a:gd name="connsiteX48" fmla="*/ 12141 w 200644"/>
                <a:gd name="connsiteY48" fmla="*/ 62563 h 187050"/>
                <a:gd name="connsiteX49" fmla="*/ 18531 w 200644"/>
                <a:gd name="connsiteY49" fmla="*/ 56179 h 187050"/>
                <a:gd name="connsiteX50" fmla="*/ 79235 w 200644"/>
                <a:gd name="connsiteY50" fmla="*/ 56179 h 187050"/>
                <a:gd name="connsiteX51" fmla="*/ 79235 w 200644"/>
                <a:gd name="connsiteY51" fmla="*/ 79800 h 187050"/>
                <a:gd name="connsiteX52" fmla="*/ 12780 w 200644"/>
                <a:gd name="connsiteY52" fmla="*/ 79800 h 187050"/>
                <a:gd name="connsiteX53" fmla="*/ 12141 w 200644"/>
                <a:gd name="connsiteY53" fmla="*/ 62563 h 187050"/>
                <a:gd name="connsiteX54" fmla="*/ 19170 w 200644"/>
                <a:gd name="connsiteY54" fmla="*/ 167260 h 187050"/>
                <a:gd name="connsiteX55" fmla="*/ 19170 w 200644"/>
                <a:gd name="connsiteY55" fmla="*/ 91930 h 187050"/>
                <a:gd name="connsiteX56" fmla="*/ 79235 w 200644"/>
                <a:gd name="connsiteY56" fmla="*/ 91930 h 187050"/>
                <a:gd name="connsiteX57" fmla="*/ 79235 w 200644"/>
                <a:gd name="connsiteY57" fmla="*/ 173644 h 187050"/>
                <a:gd name="connsiteX58" fmla="*/ 25560 w 200644"/>
                <a:gd name="connsiteY58" fmla="*/ 173644 h 187050"/>
                <a:gd name="connsiteX59" fmla="*/ 19170 w 200644"/>
                <a:gd name="connsiteY59" fmla="*/ 167260 h 187050"/>
                <a:gd name="connsiteX60" fmla="*/ 19170 w 200644"/>
                <a:gd name="connsiteY60" fmla="*/ 167260 h 187050"/>
                <a:gd name="connsiteX61" fmla="*/ 180835 w 200644"/>
                <a:gd name="connsiteY61" fmla="*/ 167260 h 187050"/>
                <a:gd name="connsiteX62" fmla="*/ 174445 w 200644"/>
                <a:gd name="connsiteY62" fmla="*/ 173644 h 187050"/>
                <a:gd name="connsiteX63" fmla="*/ 120770 w 200644"/>
                <a:gd name="connsiteY63" fmla="*/ 173644 h 187050"/>
                <a:gd name="connsiteX64" fmla="*/ 120770 w 200644"/>
                <a:gd name="connsiteY64" fmla="*/ 91930 h 187050"/>
                <a:gd name="connsiteX65" fmla="*/ 180835 w 200644"/>
                <a:gd name="connsiteY65" fmla="*/ 91930 h 187050"/>
                <a:gd name="connsiteX66" fmla="*/ 180835 w 200644"/>
                <a:gd name="connsiteY66" fmla="*/ 167260 h 187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00644" h="187050">
                  <a:moveTo>
                    <a:pt x="181474" y="43411"/>
                  </a:moveTo>
                  <a:lnTo>
                    <a:pt x="174445" y="43411"/>
                  </a:lnTo>
                  <a:cubicBezTo>
                    <a:pt x="182752" y="30643"/>
                    <a:pt x="179557" y="12768"/>
                    <a:pt x="166138" y="4469"/>
                  </a:cubicBezTo>
                  <a:cubicBezTo>
                    <a:pt x="161665" y="1277"/>
                    <a:pt x="155915" y="0"/>
                    <a:pt x="150802" y="0"/>
                  </a:cubicBezTo>
                  <a:cubicBezTo>
                    <a:pt x="127799" y="0"/>
                    <a:pt x="109268" y="15960"/>
                    <a:pt x="100322" y="31282"/>
                  </a:cubicBezTo>
                  <a:cubicBezTo>
                    <a:pt x="90737" y="15960"/>
                    <a:pt x="72206" y="0"/>
                    <a:pt x="49842" y="0"/>
                  </a:cubicBezTo>
                  <a:cubicBezTo>
                    <a:pt x="34506" y="0"/>
                    <a:pt x="21726" y="12768"/>
                    <a:pt x="21726" y="28090"/>
                  </a:cubicBezTo>
                  <a:cubicBezTo>
                    <a:pt x="21726" y="33835"/>
                    <a:pt x="23004" y="38943"/>
                    <a:pt x="26199" y="43411"/>
                  </a:cubicBezTo>
                  <a:lnTo>
                    <a:pt x="19170" y="43411"/>
                  </a:lnTo>
                  <a:cubicBezTo>
                    <a:pt x="8307" y="43411"/>
                    <a:pt x="0" y="51710"/>
                    <a:pt x="0" y="62563"/>
                  </a:cubicBezTo>
                  <a:lnTo>
                    <a:pt x="0" y="92568"/>
                  </a:lnTo>
                  <a:lnTo>
                    <a:pt x="7029" y="92568"/>
                  </a:lnTo>
                  <a:lnTo>
                    <a:pt x="7029" y="167899"/>
                  </a:lnTo>
                  <a:cubicBezTo>
                    <a:pt x="7029" y="178752"/>
                    <a:pt x="15336" y="187051"/>
                    <a:pt x="26199" y="187051"/>
                  </a:cubicBezTo>
                  <a:lnTo>
                    <a:pt x="174445" y="187051"/>
                  </a:lnTo>
                  <a:cubicBezTo>
                    <a:pt x="185308" y="187051"/>
                    <a:pt x="193615" y="178752"/>
                    <a:pt x="193615" y="167899"/>
                  </a:cubicBezTo>
                  <a:lnTo>
                    <a:pt x="193615" y="92568"/>
                  </a:lnTo>
                  <a:lnTo>
                    <a:pt x="200644" y="92568"/>
                  </a:lnTo>
                  <a:lnTo>
                    <a:pt x="200644" y="62563"/>
                  </a:lnTo>
                  <a:cubicBezTo>
                    <a:pt x="200644" y="51710"/>
                    <a:pt x="192337" y="43411"/>
                    <a:pt x="181474" y="43411"/>
                  </a:cubicBezTo>
                  <a:close/>
                  <a:moveTo>
                    <a:pt x="187864" y="62563"/>
                  </a:moveTo>
                  <a:lnTo>
                    <a:pt x="187864" y="79800"/>
                  </a:lnTo>
                  <a:lnTo>
                    <a:pt x="120770" y="79800"/>
                  </a:lnTo>
                  <a:lnTo>
                    <a:pt x="120770" y="56179"/>
                  </a:lnTo>
                  <a:lnTo>
                    <a:pt x="181474" y="56179"/>
                  </a:lnTo>
                  <a:cubicBezTo>
                    <a:pt x="185308" y="56179"/>
                    <a:pt x="187864" y="58733"/>
                    <a:pt x="187864" y="62563"/>
                  </a:cubicBezTo>
                  <a:close/>
                  <a:moveTo>
                    <a:pt x="92015" y="79162"/>
                  </a:moveTo>
                  <a:lnTo>
                    <a:pt x="92015" y="55541"/>
                  </a:lnTo>
                  <a:lnTo>
                    <a:pt x="107990" y="55541"/>
                  </a:lnTo>
                  <a:lnTo>
                    <a:pt x="107990" y="79162"/>
                  </a:lnTo>
                  <a:lnTo>
                    <a:pt x="92015" y="79162"/>
                  </a:lnTo>
                  <a:close/>
                  <a:moveTo>
                    <a:pt x="108629" y="91930"/>
                  </a:moveTo>
                  <a:lnTo>
                    <a:pt x="108629" y="173644"/>
                  </a:lnTo>
                  <a:lnTo>
                    <a:pt x="92654" y="173644"/>
                  </a:lnTo>
                  <a:lnTo>
                    <a:pt x="92654" y="91930"/>
                  </a:lnTo>
                  <a:lnTo>
                    <a:pt x="108629" y="91930"/>
                  </a:lnTo>
                  <a:close/>
                  <a:moveTo>
                    <a:pt x="151441" y="12768"/>
                  </a:moveTo>
                  <a:cubicBezTo>
                    <a:pt x="159749" y="12130"/>
                    <a:pt x="167416" y="18514"/>
                    <a:pt x="168055" y="26813"/>
                  </a:cubicBezTo>
                  <a:cubicBezTo>
                    <a:pt x="168694" y="35112"/>
                    <a:pt x="162304" y="42773"/>
                    <a:pt x="153997" y="43411"/>
                  </a:cubicBezTo>
                  <a:cubicBezTo>
                    <a:pt x="153359" y="43411"/>
                    <a:pt x="152720" y="43411"/>
                    <a:pt x="152081" y="43411"/>
                  </a:cubicBezTo>
                  <a:lnTo>
                    <a:pt x="109268" y="43411"/>
                  </a:lnTo>
                  <a:cubicBezTo>
                    <a:pt x="113102" y="30643"/>
                    <a:pt x="129716" y="12768"/>
                    <a:pt x="151441" y="12768"/>
                  </a:cubicBezTo>
                  <a:lnTo>
                    <a:pt x="151441" y="12768"/>
                  </a:lnTo>
                  <a:close/>
                  <a:moveTo>
                    <a:pt x="33867" y="28090"/>
                  </a:moveTo>
                  <a:cubicBezTo>
                    <a:pt x="33867" y="19791"/>
                    <a:pt x="40896" y="12768"/>
                    <a:pt x="49202" y="12768"/>
                  </a:cubicBezTo>
                  <a:cubicBezTo>
                    <a:pt x="70928" y="12768"/>
                    <a:pt x="87542" y="31282"/>
                    <a:pt x="92015" y="43411"/>
                  </a:cubicBezTo>
                  <a:lnTo>
                    <a:pt x="49202" y="43411"/>
                  </a:lnTo>
                  <a:cubicBezTo>
                    <a:pt x="40896" y="43411"/>
                    <a:pt x="33867" y="36389"/>
                    <a:pt x="33867" y="28090"/>
                  </a:cubicBezTo>
                  <a:close/>
                  <a:moveTo>
                    <a:pt x="12141" y="62563"/>
                  </a:moveTo>
                  <a:cubicBezTo>
                    <a:pt x="12141" y="58733"/>
                    <a:pt x="14697" y="56179"/>
                    <a:pt x="18531" y="56179"/>
                  </a:cubicBezTo>
                  <a:lnTo>
                    <a:pt x="79235" y="56179"/>
                  </a:lnTo>
                  <a:lnTo>
                    <a:pt x="79235" y="79800"/>
                  </a:lnTo>
                  <a:lnTo>
                    <a:pt x="12780" y="79800"/>
                  </a:lnTo>
                  <a:lnTo>
                    <a:pt x="12141" y="62563"/>
                  </a:lnTo>
                  <a:close/>
                  <a:moveTo>
                    <a:pt x="19170" y="167260"/>
                  </a:moveTo>
                  <a:lnTo>
                    <a:pt x="19170" y="91930"/>
                  </a:lnTo>
                  <a:lnTo>
                    <a:pt x="79235" y="91930"/>
                  </a:lnTo>
                  <a:lnTo>
                    <a:pt x="79235" y="173644"/>
                  </a:lnTo>
                  <a:lnTo>
                    <a:pt x="25560" y="173644"/>
                  </a:lnTo>
                  <a:cubicBezTo>
                    <a:pt x="22365" y="173644"/>
                    <a:pt x="19809" y="170452"/>
                    <a:pt x="19170" y="167260"/>
                  </a:cubicBezTo>
                  <a:lnTo>
                    <a:pt x="19170" y="167260"/>
                  </a:lnTo>
                  <a:close/>
                  <a:moveTo>
                    <a:pt x="180835" y="167260"/>
                  </a:moveTo>
                  <a:cubicBezTo>
                    <a:pt x="180835" y="171091"/>
                    <a:pt x="178279" y="173644"/>
                    <a:pt x="174445" y="173644"/>
                  </a:cubicBezTo>
                  <a:lnTo>
                    <a:pt x="120770" y="173644"/>
                  </a:lnTo>
                  <a:lnTo>
                    <a:pt x="120770" y="91930"/>
                  </a:lnTo>
                  <a:lnTo>
                    <a:pt x="180835" y="91930"/>
                  </a:lnTo>
                  <a:lnTo>
                    <a:pt x="180835" y="167260"/>
                  </a:lnTo>
                  <a:close/>
                </a:path>
              </a:pathLst>
            </a:custGeom>
            <a:solidFill>
              <a:srgbClr val="005587"/>
            </a:solidFill>
            <a:ln w="6390" cap="flat">
              <a:noFill/>
              <a:prstDash val="solid"/>
              <a:miter/>
            </a:ln>
          </p:spPr>
          <p:txBody>
            <a:bodyPr rtlCol="0" anchor="ctr"/>
            <a:lstStyle/>
            <a:p>
              <a:endParaRPr lang="en-US"/>
            </a:p>
          </p:txBody>
        </p:sp>
      </p:grpSp>
      <p:grpSp>
        <p:nvGrpSpPr>
          <p:cNvPr id="536" name="Graphic 4">
            <a:extLst>
              <a:ext uri="{FF2B5EF4-FFF2-40B4-BE49-F238E27FC236}">
                <a16:creationId xmlns:a16="http://schemas.microsoft.com/office/drawing/2014/main" id="{DE770A15-E28D-EC4B-B419-D45BA3C2E804}"/>
              </a:ext>
            </a:extLst>
          </p:cNvPr>
          <p:cNvGrpSpPr/>
          <p:nvPr/>
        </p:nvGrpSpPr>
        <p:grpSpPr>
          <a:xfrm>
            <a:off x="1515054" y="1402723"/>
            <a:ext cx="362309" cy="361971"/>
            <a:chOff x="1515054" y="1402723"/>
            <a:chExt cx="362309" cy="361971"/>
          </a:xfrm>
          <a:solidFill>
            <a:srgbClr val="005587"/>
          </a:solidFill>
        </p:grpSpPr>
        <p:sp>
          <p:nvSpPr>
            <p:cNvPr id="537" name="Graphic 4">
              <a:extLst>
                <a:ext uri="{FF2B5EF4-FFF2-40B4-BE49-F238E27FC236}">
                  <a16:creationId xmlns:a16="http://schemas.microsoft.com/office/drawing/2014/main" id="{E9525640-0E5F-3B4E-B6BA-5023F64F3305}"/>
                </a:ext>
              </a:extLst>
            </p:cNvPr>
            <p:cNvSpPr/>
            <p:nvPr/>
          </p:nvSpPr>
          <p:spPr>
            <a:xfrm>
              <a:off x="1515054" y="1402723"/>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362309 w 362309"/>
                <a:gd name="connsiteY4" fmla="*/ 181305 h 361971"/>
                <a:gd name="connsiteX5" fmla="*/ 180835 w 362309"/>
                <a:gd name="connsiteY5" fmla="*/ 0 h 361971"/>
                <a:gd name="connsiteX6" fmla="*/ 180835 w 362309"/>
                <a:gd name="connsiteY6" fmla="*/ 0 h 361971"/>
                <a:gd name="connsiteX7" fmla="*/ 180835 w 362309"/>
                <a:gd name="connsiteY7" fmla="*/ 348565 h 361971"/>
                <a:gd name="connsiteX8" fmla="*/ 12780 w 362309"/>
                <a:gd name="connsiteY8" fmla="*/ 180028 h 361971"/>
                <a:gd name="connsiteX9" fmla="*/ 180835 w 362309"/>
                <a:gd name="connsiteY9" fmla="*/ 12130 h 361971"/>
                <a:gd name="connsiteX10" fmla="*/ 349529 w 362309"/>
                <a:gd name="connsiteY10" fmla="*/ 180028 h 361971"/>
                <a:gd name="connsiteX11" fmla="*/ 180835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181305"/>
                    <a:pt x="362309" y="181305"/>
                    <a:pt x="362309" y="181305"/>
                  </a:cubicBezTo>
                  <a:cubicBezTo>
                    <a:pt x="361670" y="80438"/>
                    <a:pt x="281157" y="0"/>
                    <a:pt x="180835" y="0"/>
                  </a:cubicBezTo>
                  <a:cubicBezTo>
                    <a:pt x="180835" y="0"/>
                    <a:pt x="180835" y="0"/>
                    <a:pt x="180835" y="0"/>
                  </a:cubicBezTo>
                  <a:close/>
                  <a:moveTo>
                    <a:pt x="180835" y="348565"/>
                  </a:moveTo>
                  <a:cubicBezTo>
                    <a:pt x="87542" y="348565"/>
                    <a:pt x="12780" y="273234"/>
                    <a:pt x="12780" y="180028"/>
                  </a:cubicBezTo>
                  <a:cubicBezTo>
                    <a:pt x="12780" y="86822"/>
                    <a:pt x="88181" y="12130"/>
                    <a:pt x="180835" y="12130"/>
                  </a:cubicBezTo>
                  <a:cubicBezTo>
                    <a:pt x="274128" y="12130"/>
                    <a:pt x="349529" y="87461"/>
                    <a:pt x="349529" y="180028"/>
                  </a:cubicBezTo>
                  <a:cubicBezTo>
                    <a:pt x="348891" y="273234"/>
                    <a:pt x="273489" y="348565"/>
                    <a:pt x="180835" y="348565"/>
                  </a:cubicBezTo>
                  <a:close/>
                </a:path>
              </a:pathLst>
            </a:custGeom>
            <a:solidFill>
              <a:srgbClr val="005587"/>
            </a:solidFill>
            <a:ln w="6390" cap="flat">
              <a:noFill/>
              <a:prstDash val="solid"/>
              <a:miter/>
            </a:ln>
          </p:spPr>
          <p:txBody>
            <a:bodyPr rtlCol="0" anchor="ctr"/>
            <a:lstStyle/>
            <a:p>
              <a:endParaRPr lang="en-US"/>
            </a:p>
          </p:txBody>
        </p:sp>
        <p:sp>
          <p:nvSpPr>
            <p:cNvPr id="538" name="Graphic 4">
              <a:extLst>
                <a:ext uri="{FF2B5EF4-FFF2-40B4-BE49-F238E27FC236}">
                  <a16:creationId xmlns:a16="http://schemas.microsoft.com/office/drawing/2014/main" id="{54C48E60-CF72-B143-9F21-B4742411AF0B}"/>
                </a:ext>
              </a:extLst>
            </p:cNvPr>
            <p:cNvSpPr/>
            <p:nvPr/>
          </p:nvSpPr>
          <p:spPr>
            <a:xfrm>
              <a:off x="1712747" y="1487630"/>
              <a:ext cx="80023" cy="75330"/>
            </a:xfrm>
            <a:custGeom>
              <a:avLst/>
              <a:gdLst>
                <a:gd name="connsiteX0" fmla="*/ 66211 w 80023"/>
                <a:gd name="connsiteY0" fmla="*/ 1915 h 75330"/>
                <a:gd name="connsiteX1" fmla="*/ 66211 w 80023"/>
                <a:gd name="connsiteY1" fmla="*/ 10853 h 75330"/>
                <a:gd name="connsiteX2" fmla="*/ 66850 w 80023"/>
                <a:gd name="connsiteY2" fmla="*/ 11491 h 75330"/>
                <a:gd name="connsiteX3" fmla="*/ 54070 w 80023"/>
                <a:gd name="connsiteY3" fmla="*/ 15960 h 75330"/>
                <a:gd name="connsiteX4" fmla="*/ 31066 w 80023"/>
                <a:gd name="connsiteY4" fmla="*/ 29366 h 75330"/>
                <a:gd name="connsiteX5" fmla="*/ 35539 w 80023"/>
                <a:gd name="connsiteY5" fmla="*/ 42134 h 75330"/>
                <a:gd name="connsiteX6" fmla="*/ 36178 w 80023"/>
                <a:gd name="connsiteY6" fmla="*/ 42773 h 75330"/>
                <a:gd name="connsiteX7" fmla="*/ 23398 w 80023"/>
                <a:gd name="connsiteY7" fmla="*/ 47241 h 75330"/>
                <a:gd name="connsiteX8" fmla="*/ 394 w 80023"/>
                <a:gd name="connsiteY8" fmla="*/ 60648 h 75330"/>
                <a:gd name="connsiteX9" fmla="*/ 4867 w 80023"/>
                <a:gd name="connsiteY9" fmla="*/ 73416 h 75330"/>
                <a:gd name="connsiteX10" fmla="*/ 9340 w 80023"/>
                <a:gd name="connsiteY10" fmla="*/ 75331 h 75330"/>
                <a:gd name="connsiteX11" fmla="*/ 13813 w 80023"/>
                <a:gd name="connsiteY11" fmla="*/ 73416 h 75330"/>
                <a:gd name="connsiteX12" fmla="*/ 13813 w 80023"/>
                <a:gd name="connsiteY12" fmla="*/ 64478 h 75330"/>
                <a:gd name="connsiteX13" fmla="*/ 13174 w 80023"/>
                <a:gd name="connsiteY13" fmla="*/ 63840 h 75330"/>
                <a:gd name="connsiteX14" fmla="*/ 25954 w 80023"/>
                <a:gd name="connsiteY14" fmla="*/ 59371 h 75330"/>
                <a:gd name="connsiteX15" fmla="*/ 48958 w 80023"/>
                <a:gd name="connsiteY15" fmla="*/ 45965 h 75330"/>
                <a:gd name="connsiteX16" fmla="*/ 44485 w 80023"/>
                <a:gd name="connsiteY16" fmla="*/ 33197 h 75330"/>
                <a:gd name="connsiteX17" fmla="*/ 43846 w 80023"/>
                <a:gd name="connsiteY17" fmla="*/ 32558 h 75330"/>
                <a:gd name="connsiteX18" fmla="*/ 56626 w 80023"/>
                <a:gd name="connsiteY18" fmla="*/ 28090 h 75330"/>
                <a:gd name="connsiteX19" fmla="*/ 79630 w 80023"/>
                <a:gd name="connsiteY19" fmla="*/ 14683 h 75330"/>
                <a:gd name="connsiteX20" fmla="*/ 75156 w 80023"/>
                <a:gd name="connsiteY20" fmla="*/ 1915 h 75330"/>
                <a:gd name="connsiteX21" fmla="*/ 66211 w 80023"/>
                <a:gd name="connsiteY21" fmla="*/ 1915 h 7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023" h="75330">
                  <a:moveTo>
                    <a:pt x="66211" y="1915"/>
                  </a:moveTo>
                  <a:cubicBezTo>
                    <a:pt x="63655" y="4469"/>
                    <a:pt x="63655" y="8299"/>
                    <a:pt x="66211" y="10853"/>
                  </a:cubicBezTo>
                  <a:lnTo>
                    <a:pt x="66850" y="11491"/>
                  </a:lnTo>
                  <a:cubicBezTo>
                    <a:pt x="63016" y="13406"/>
                    <a:pt x="58543" y="14683"/>
                    <a:pt x="54070" y="15960"/>
                  </a:cubicBezTo>
                  <a:cubicBezTo>
                    <a:pt x="43207" y="18514"/>
                    <a:pt x="33622" y="21706"/>
                    <a:pt x="31066" y="29366"/>
                  </a:cubicBezTo>
                  <a:cubicBezTo>
                    <a:pt x="29788" y="33835"/>
                    <a:pt x="31705" y="38942"/>
                    <a:pt x="35539" y="42134"/>
                  </a:cubicBezTo>
                  <a:lnTo>
                    <a:pt x="36178" y="42773"/>
                  </a:lnTo>
                  <a:cubicBezTo>
                    <a:pt x="32344" y="44688"/>
                    <a:pt x="27871" y="45965"/>
                    <a:pt x="23398" y="47241"/>
                  </a:cubicBezTo>
                  <a:cubicBezTo>
                    <a:pt x="12535" y="49795"/>
                    <a:pt x="2950" y="52987"/>
                    <a:pt x="394" y="60648"/>
                  </a:cubicBezTo>
                  <a:cubicBezTo>
                    <a:pt x="-884" y="65117"/>
                    <a:pt x="1033" y="70224"/>
                    <a:pt x="4867" y="73416"/>
                  </a:cubicBezTo>
                  <a:cubicBezTo>
                    <a:pt x="6145" y="74693"/>
                    <a:pt x="7423" y="75331"/>
                    <a:pt x="9340" y="75331"/>
                  </a:cubicBezTo>
                  <a:cubicBezTo>
                    <a:pt x="11257" y="75331"/>
                    <a:pt x="12535" y="74693"/>
                    <a:pt x="13813" y="73416"/>
                  </a:cubicBezTo>
                  <a:cubicBezTo>
                    <a:pt x="16369" y="70862"/>
                    <a:pt x="16369" y="67032"/>
                    <a:pt x="13813" y="64478"/>
                  </a:cubicBezTo>
                  <a:lnTo>
                    <a:pt x="13174" y="63840"/>
                  </a:lnTo>
                  <a:cubicBezTo>
                    <a:pt x="17008" y="61925"/>
                    <a:pt x="21481" y="60648"/>
                    <a:pt x="25954" y="59371"/>
                  </a:cubicBezTo>
                  <a:cubicBezTo>
                    <a:pt x="36817" y="56817"/>
                    <a:pt x="46402" y="53625"/>
                    <a:pt x="48958" y="45965"/>
                  </a:cubicBezTo>
                  <a:cubicBezTo>
                    <a:pt x="50236" y="41496"/>
                    <a:pt x="48319" y="36389"/>
                    <a:pt x="44485" y="33197"/>
                  </a:cubicBezTo>
                  <a:cubicBezTo>
                    <a:pt x="44485" y="33197"/>
                    <a:pt x="44485" y="33197"/>
                    <a:pt x="43846" y="32558"/>
                  </a:cubicBezTo>
                  <a:cubicBezTo>
                    <a:pt x="47680" y="30643"/>
                    <a:pt x="52153" y="29366"/>
                    <a:pt x="56626" y="28090"/>
                  </a:cubicBezTo>
                  <a:cubicBezTo>
                    <a:pt x="67489" y="25536"/>
                    <a:pt x="77074" y="22344"/>
                    <a:pt x="79630" y="14683"/>
                  </a:cubicBezTo>
                  <a:cubicBezTo>
                    <a:pt x="80908" y="10214"/>
                    <a:pt x="78990" y="5107"/>
                    <a:pt x="75156" y="1915"/>
                  </a:cubicBezTo>
                  <a:cubicBezTo>
                    <a:pt x="73240" y="-638"/>
                    <a:pt x="68767" y="-638"/>
                    <a:pt x="66211" y="1915"/>
                  </a:cubicBezTo>
                  <a:close/>
                </a:path>
              </a:pathLst>
            </a:custGeom>
            <a:solidFill>
              <a:srgbClr val="005587"/>
            </a:solidFill>
            <a:ln w="6390" cap="flat">
              <a:noFill/>
              <a:prstDash val="solid"/>
              <a:miter/>
            </a:ln>
          </p:spPr>
          <p:txBody>
            <a:bodyPr rtlCol="0" anchor="ctr"/>
            <a:lstStyle/>
            <a:p>
              <a:endParaRPr lang="en-US"/>
            </a:p>
          </p:txBody>
        </p:sp>
        <p:sp>
          <p:nvSpPr>
            <p:cNvPr id="539" name="Graphic 4">
              <a:extLst>
                <a:ext uri="{FF2B5EF4-FFF2-40B4-BE49-F238E27FC236}">
                  <a16:creationId xmlns:a16="http://schemas.microsoft.com/office/drawing/2014/main" id="{86718414-58AB-5042-A500-994D64238B52}"/>
                </a:ext>
              </a:extLst>
            </p:cNvPr>
            <p:cNvSpPr/>
            <p:nvPr/>
          </p:nvSpPr>
          <p:spPr>
            <a:xfrm>
              <a:off x="1683993" y="1488907"/>
              <a:ext cx="49352" cy="44049"/>
            </a:xfrm>
            <a:custGeom>
              <a:avLst/>
              <a:gdLst>
                <a:gd name="connsiteX0" fmla="*/ 9340 w 49352"/>
                <a:gd name="connsiteY0" fmla="*/ 44049 h 44049"/>
                <a:gd name="connsiteX1" fmla="*/ 15730 w 49352"/>
                <a:gd name="connsiteY1" fmla="*/ 37666 h 44049"/>
                <a:gd name="connsiteX2" fmla="*/ 13813 w 49352"/>
                <a:gd name="connsiteY2" fmla="*/ 33197 h 44049"/>
                <a:gd name="connsiteX3" fmla="*/ 13174 w 49352"/>
                <a:gd name="connsiteY3" fmla="*/ 32558 h 44049"/>
                <a:gd name="connsiteX4" fmla="*/ 25954 w 49352"/>
                <a:gd name="connsiteY4" fmla="*/ 28090 h 44049"/>
                <a:gd name="connsiteX5" fmla="*/ 48958 w 49352"/>
                <a:gd name="connsiteY5" fmla="*/ 14683 h 44049"/>
                <a:gd name="connsiteX6" fmla="*/ 44485 w 49352"/>
                <a:gd name="connsiteY6" fmla="*/ 1915 h 44049"/>
                <a:gd name="connsiteX7" fmla="*/ 35539 w 49352"/>
                <a:gd name="connsiteY7" fmla="*/ 1915 h 44049"/>
                <a:gd name="connsiteX8" fmla="*/ 35539 w 49352"/>
                <a:gd name="connsiteY8" fmla="*/ 10853 h 44049"/>
                <a:gd name="connsiteX9" fmla="*/ 35539 w 49352"/>
                <a:gd name="connsiteY9" fmla="*/ 10853 h 44049"/>
                <a:gd name="connsiteX10" fmla="*/ 36178 w 49352"/>
                <a:gd name="connsiteY10" fmla="*/ 11491 h 44049"/>
                <a:gd name="connsiteX11" fmla="*/ 23398 w 49352"/>
                <a:gd name="connsiteY11" fmla="*/ 15960 h 44049"/>
                <a:gd name="connsiteX12" fmla="*/ 394 w 49352"/>
                <a:gd name="connsiteY12" fmla="*/ 29366 h 44049"/>
                <a:gd name="connsiteX13" fmla="*/ 4867 w 49352"/>
                <a:gd name="connsiteY13" fmla="*/ 42134 h 44049"/>
                <a:gd name="connsiteX14" fmla="*/ 9340 w 49352"/>
                <a:gd name="connsiteY14" fmla="*/ 44049 h 44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352" h="44049">
                  <a:moveTo>
                    <a:pt x="9340" y="44049"/>
                  </a:moveTo>
                  <a:cubicBezTo>
                    <a:pt x="13174" y="44049"/>
                    <a:pt x="15730" y="40857"/>
                    <a:pt x="15730" y="37666"/>
                  </a:cubicBezTo>
                  <a:cubicBezTo>
                    <a:pt x="15730" y="35750"/>
                    <a:pt x="15091" y="34474"/>
                    <a:pt x="13813" y="33197"/>
                  </a:cubicBezTo>
                  <a:lnTo>
                    <a:pt x="13174" y="32558"/>
                  </a:lnTo>
                  <a:cubicBezTo>
                    <a:pt x="17008" y="30643"/>
                    <a:pt x="21481" y="29366"/>
                    <a:pt x="25954" y="28090"/>
                  </a:cubicBezTo>
                  <a:cubicBezTo>
                    <a:pt x="36817" y="25536"/>
                    <a:pt x="46402" y="22344"/>
                    <a:pt x="48958" y="14683"/>
                  </a:cubicBezTo>
                  <a:cubicBezTo>
                    <a:pt x="50236" y="10214"/>
                    <a:pt x="48319" y="5107"/>
                    <a:pt x="44485" y="1915"/>
                  </a:cubicBezTo>
                  <a:cubicBezTo>
                    <a:pt x="41929" y="-638"/>
                    <a:pt x="38095" y="-638"/>
                    <a:pt x="35539" y="1915"/>
                  </a:cubicBezTo>
                  <a:cubicBezTo>
                    <a:pt x="32983" y="4469"/>
                    <a:pt x="32983" y="8299"/>
                    <a:pt x="35539" y="10853"/>
                  </a:cubicBezTo>
                  <a:cubicBezTo>
                    <a:pt x="35539" y="10853"/>
                    <a:pt x="35539" y="10853"/>
                    <a:pt x="35539" y="10853"/>
                  </a:cubicBezTo>
                  <a:lnTo>
                    <a:pt x="36178" y="11491"/>
                  </a:lnTo>
                  <a:cubicBezTo>
                    <a:pt x="32344" y="13406"/>
                    <a:pt x="27871" y="14683"/>
                    <a:pt x="23398" y="15960"/>
                  </a:cubicBezTo>
                  <a:cubicBezTo>
                    <a:pt x="12535" y="18514"/>
                    <a:pt x="2950" y="21706"/>
                    <a:pt x="394" y="29366"/>
                  </a:cubicBezTo>
                  <a:cubicBezTo>
                    <a:pt x="-884" y="33835"/>
                    <a:pt x="1033" y="38942"/>
                    <a:pt x="4867" y="42134"/>
                  </a:cubicBezTo>
                  <a:cubicBezTo>
                    <a:pt x="6145" y="43411"/>
                    <a:pt x="7423" y="44049"/>
                    <a:pt x="9340" y="44049"/>
                  </a:cubicBezTo>
                  <a:close/>
                </a:path>
              </a:pathLst>
            </a:custGeom>
            <a:solidFill>
              <a:srgbClr val="005587"/>
            </a:solidFill>
            <a:ln w="6390" cap="flat">
              <a:noFill/>
              <a:prstDash val="solid"/>
              <a:miter/>
            </a:ln>
          </p:spPr>
          <p:txBody>
            <a:bodyPr rtlCol="0" anchor="ctr"/>
            <a:lstStyle/>
            <a:p>
              <a:endParaRPr lang="en-US"/>
            </a:p>
          </p:txBody>
        </p:sp>
        <p:sp>
          <p:nvSpPr>
            <p:cNvPr id="540" name="Graphic 4">
              <a:extLst>
                <a:ext uri="{FF2B5EF4-FFF2-40B4-BE49-F238E27FC236}">
                  <a16:creationId xmlns:a16="http://schemas.microsoft.com/office/drawing/2014/main" id="{A0EACE54-4AB7-E947-9041-9F6D793DF28F}"/>
                </a:ext>
              </a:extLst>
            </p:cNvPr>
            <p:cNvSpPr/>
            <p:nvPr/>
          </p:nvSpPr>
          <p:spPr>
            <a:xfrm>
              <a:off x="1742141" y="1547001"/>
              <a:ext cx="49352" cy="44049"/>
            </a:xfrm>
            <a:custGeom>
              <a:avLst/>
              <a:gdLst>
                <a:gd name="connsiteX0" fmla="*/ 35539 w 49352"/>
                <a:gd name="connsiteY0" fmla="*/ 1915 h 44049"/>
                <a:gd name="connsiteX1" fmla="*/ 35539 w 49352"/>
                <a:gd name="connsiteY1" fmla="*/ 10853 h 44049"/>
                <a:gd name="connsiteX2" fmla="*/ 35539 w 49352"/>
                <a:gd name="connsiteY2" fmla="*/ 10853 h 44049"/>
                <a:gd name="connsiteX3" fmla="*/ 36178 w 49352"/>
                <a:gd name="connsiteY3" fmla="*/ 11491 h 44049"/>
                <a:gd name="connsiteX4" fmla="*/ 23398 w 49352"/>
                <a:gd name="connsiteY4" fmla="*/ 15960 h 44049"/>
                <a:gd name="connsiteX5" fmla="*/ 394 w 49352"/>
                <a:gd name="connsiteY5" fmla="*/ 29366 h 44049"/>
                <a:gd name="connsiteX6" fmla="*/ 4867 w 49352"/>
                <a:gd name="connsiteY6" fmla="*/ 42134 h 44049"/>
                <a:gd name="connsiteX7" fmla="*/ 9340 w 49352"/>
                <a:gd name="connsiteY7" fmla="*/ 44049 h 44049"/>
                <a:gd name="connsiteX8" fmla="*/ 13813 w 49352"/>
                <a:gd name="connsiteY8" fmla="*/ 42134 h 44049"/>
                <a:gd name="connsiteX9" fmla="*/ 13813 w 49352"/>
                <a:gd name="connsiteY9" fmla="*/ 33197 h 44049"/>
                <a:gd name="connsiteX10" fmla="*/ 13174 w 49352"/>
                <a:gd name="connsiteY10" fmla="*/ 32558 h 44049"/>
                <a:gd name="connsiteX11" fmla="*/ 25954 w 49352"/>
                <a:gd name="connsiteY11" fmla="*/ 28090 h 44049"/>
                <a:gd name="connsiteX12" fmla="*/ 48958 w 49352"/>
                <a:gd name="connsiteY12" fmla="*/ 14683 h 44049"/>
                <a:gd name="connsiteX13" fmla="*/ 44485 w 49352"/>
                <a:gd name="connsiteY13" fmla="*/ 1915 h 44049"/>
                <a:gd name="connsiteX14" fmla="*/ 35539 w 49352"/>
                <a:gd name="connsiteY14" fmla="*/ 1915 h 44049"/>
                <a:gd name="connsiteX15" fmla="*/ 35539 w 49352"/>
                <a:gd name="connsiteY15" fmla="*/ 1915 h 44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9352" h="44049">
                  <a:moveTo>
                    <a:pt x="35539" y="1915"/>
                  </a:moveTo>
                  <a:cubicBezTo>
                    <a:pt x="32983" y="4469"/>
                    <a:pt x="32983" y="8299"/>
                    <a:pt x="35539" y="10853"/>
                  </a:cubicBezTo>
                  <a:cubicBezTo>
                    <a:pt x="35539" y="10853"/>
                    <a:pt x="35539" y="10853"/>
                    <a:pt x="35539" y="10853"/>
                  </a:cubicBezTo>
                  <a:lnTo>
                    <a:pt x="36178" y="11491"/>
                  </a:lnTo>
                  <a:cubicBezTo>
                    <a:pt x="32344" y="13406"/>
                    <a:pt x="27871" y="14683"/>
                    <a:pt x="23398" y="15960"/>
                  </a:cubicBezTo>
                  <a:cubicBezTo>
                    <a:pt x="12535" y="18514"/>
                    <a:pt x="2950" y="21706"/>
                    <a:pt x="394" y="29366"/>
                  </a:cubicBezTo>
                  <a:cubicBezTo>
                    <a:pt x="-884" y="33835"/>
                    <a:pt x="1033" y="38942"/>
                    <a:pt x="4867" y="42134"/>
                  </a:cubicBezTo>
                  <a:cubicBezTo>
                    <a:pt x="6145" y="43411"/>
                    <a:pt x="7423" y="44049"/>
                    <a:pt x="9340" y="44049"/>
                  </a:cubicBezTo>
                  <a:cubicBezTo>
                    <a:pt x="11257" y="44049"/>
                    <a:pt x="12535" y="43411"/>
                    <a:pt x="13813" y="42134"/>
                  </a:cubicBezTo>
                  <a:cubicBezTo>
                    <a:pt x="16369" y="39581"/>
                    <a:pt x="16369" y="35750"/>
                    <a:pt x="13813" y="33197"/>
                  </a:cubicBezTo>
                  <a:lnTo>
                    <a:pt x="13174" y="32558"/>
                  </a:lnTo>
                  <a:cubicBezTo>
                    <a:pt x="17008" y="30643"/>
                    <a:pt x="21481" y="29366"/>
                    <a:pt x="25954" y="28090"/>
                  </a:cubicBezTo>
                  <a:cubicBezTo>
                    <a:pt x="36817" y="25536"/>
                    <a:pt x="46402" y="22344"/>
                    <a:pt x="48958" y="14683"/>
                  </a:cubicBezTo>
                  <a:cubicBezTo>
                    <a:pt x="50236" y="10214"/>
                    <a:pt x="48319" y="5107"/>
                    <a:pt x="44485" y="1915"/>
                  </a:cubicBezTo>
                  <a:cubicBezTo>
                    <a:pt x="41929" y="-638"/>
                    <a:pt x="38095" y="-638"/>
                    <a:pt x="35539" y="1915"/>
                  </a:cubicBezTo>
                  <a:cubicBezTo>
                    <a:pt x="35539" y="1915"/>
                    <a:pt x="35539" y="1915"/>
                    <a:pt x="35539" y="1915"/>
                  </a:cubicBezTo>
                  <a:close/>
                </a:path>
              </a:pathLst>
            </a:custGeom>
            <a:solidFill>
              <a:srgbClr val="005587"/>
            </a:solidFill>
            <a:ln w="6390" cap="flat">
              <a:noFill/>
              <a:prstDash val="solid"/>
              <a:miter/>
            </a:ln>
          </p:spPr>
          <p:txBody>
            <a:bodyPr rtlCol="0" anchor="ctr"/>
            <a:lstStyle/>
            <a:p>
              <a:endParaRPr lang="en-US"/>
            </a:p>
          </p:txBody>
        </p:sp>
        <p:sp>
          <p:nvSpPr>
            <p:cNvPr id="541" name="Graphic 4">
              <a:extLst>
                <a:ext uri="{FF2B5EF4-FFF2-40B4-BE49-F238E27FC236}">
                  <a16:creationId xmlns:a16="http://schemas.microsoft.com/office/drawing/2014/main" id="{09ED9AC7-FAAB-6142-BCAF-F2DFB6DF331B}"/>
                </a:ext>
              </a:extLst>
            </p:cNvPr>
            <p:cNvSpPr/>
            <p:nvPr/>
          </p:nvSpPr>
          <p:spPr>
            <a:xfrm>
              <a:off x="1598097" y="1517635"/>
              <a:ext cx="161052" cy="160876"/>
            </a:xfrm>
            <a:custGeom>
              <a:avLst/>
              <a:gdLst>
                <a:gd name="connsiteX0" fmla="*/ 58174 w 161052"/>
                <a:gd name="connsiteY0" fmla="*/ 1915 h 160876"/>
                <a:gd name="connsiteX1" fmla="*/ 49228 w 161052"/>
                <a:gd name="connsiteY1" fmla="*/ 1915 h 160876"/>
                <a:gd name="connsiteX2" fmla="*/ 49228 w 161052"/>
                <a:gd name="connsiteY2" fmla="*/ 1915 h 160876"/>
                <a:gd name="connsiteX3" fmla="*/ 49228 w 161052"/>
                <a:gd name="connsiteY3" fmla="*/ 10853 h 160876"/>
                <a:gd name="connsiteX4" fmla="*/ 56896 w 161052"/>
                <a:gd name="connsiteY4" fmla="*/ 18514 h 160876"/>
                <a:gd name="connsiteX5" fmla="*/ 50506 w 161052"/>
                <a:gd name="connsiteY5" fmla="*/ 35112 h 160876"/>
                <a:gd name="connsiteX6" fmla="*/ 50506 w 161052"/>
                <a:gd name="connsiteY6" fmla="*/ 35112 h 160876"/>
                <a:gd name="connsiteX7" fmla="*/ 27503 w 161052"/>
                <a:gd name="connsiteY7" fmla="*/ 88737 h 160876"/>
                <a:gd name="connsiteX8" fmla="*/ 27503 w 161052"/>
                <a:gd name="connsiteY8" fmla="*/ 88737 h 160876"/>
                <a:gd name="connsiteX9" fmla="*/ 665 w 161052"/>
                <a:gd name="connsiteY9" fmla="*/ 151939 h 160876"/>
                <a:gd name="connsiteX10" fmla="*/ 1943 w 161052"/>
                <a:gd name="connsiteY10" fmla="*/ 158961 h 160876"/>
                <a:gd name="connsiteX11" fmla="*/ 6416 w 161052"/>
                <a:gd name="connsiteY11" fmla="*/ 160876 h 160876"/>
                <a:gd name="connsiteX12" fmla="*/ 8972 w 161052"/>
                <a:gd name="connsiteY12" fmla="*/ 160238 h 160876"/>
                <a:gd name="connsiteX13" fmla="*/ 142521 w 161052"/>
                <a:gd name="connsiteY13" fmla="*/ 104059 h 160876"/>
                <a:gd name="connsiteX14" fmla="*/ 150189 w 161052"/>
                <a:gd name="connsiteY14" fmla="*/ 111720 h 160876"/>
                <a:gd name="connsiteX15" fmla="*/ 154662 w 161052"/>
                <a:gd name="connsiteY15" fmla="*/ 113635 h 160876"/>
                <a:gd name="connsiteX16" fmla="*/ 159135 w 161052"/>
                <a:gd name="connsiteY16" fmla="*/ 111720 h 160876"/>
                <a:gd name="connsiteX17" fmla="*/ 159135 w 161052"/>
                <a:gd name="connsiteY17" fmla="*/ 102782 h 160876"/>
                <a:gd name="connsiteX18" fmla="*/ 58174 w 161052"/>
                <a:gd name="connsiteY18" fmla="*/ 1915 h 160876"/>
                <a:gd name="connsiteX19" fmla="*/ 55618 w 161052"/>
                <a:gd name="connsiteY19" fmla="*/ 127680 h 160876"/>
                <a:gd name="connsiteX20" fmla="*/ 40282 w 161052"/>
                <a:gd name="connsiteY20" fmla="*/ 91929 h 160876"/>
                <a:gd name="connsiteX21" fmla="*/ 56257 w 161052"/>
                <a:gd name="connsiteY21" fmla="*/ 54264 h 160876"/>
                <a:gd name="connsiteX22" fmla="*/ 82456 w 161052"/>
                <a:gd name="connsiteY22" fmla="*/ 116189 h 160876"/>
                <a:gd name="connsiteX23" fmla="*/ 55618 w 161052"/>
                <a:gd name="connsiteY23" fmla="*/ 127680 h 160876"/>
                <a:gd name="connsiteX24" fmla="*/ 33254 w 161052"/>
                <a:gd name="connsiteY24" fmla="*/ 108528 h 160876"/>
                <a:gd name="connsiteX25" fmla="*/ 43477 w 161052"/>
                <a:gd name="connsiteY25" fmla="*/ 132787 h 160876"/>
                <a:gd name="connsiteX26" fmla="*/ 18557 w 161052"/>
                <a:gd name="connsiteY26" fmla="*/ 143001 h 160876"/>
                <a:gd name="connsiteX27" fmla="*/ 33254 w 161052"/>
                <a:gd name="connsiteY27" fmla="*/ 108528 h 160876"/>
                <a:gd name="connsiteX28" fmla="*/ 93958 w 161052"/>
                <a:gd name="connsiteY28" fmla="*/ 111720 h 160876"/>
                <a:gd name="connsiteX29" fmla="*/ 63286 w 161052"/>
                <a:gd name="connsiteY29" fmla="*/ 37666 h 160876"/>
                <a:gd name="connsiteX30" fmla="*/ 67120 w 161052"/>
                <a:gd name="connsiteY30" fmla="*/ 28728 h 160876"/>
                <a:gd name="connsiteX31" fmla="*/ 133576 w 161052"/>
                <a:gd name="connsiteY31" fmla="*/ 95121 h 160876"/>
                <a:gd name="connsiteX32" fmla="*/ 93958 w 161052"/>
                <a:gd name="connsiteY32" fmla="*/ 111720 h 16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61052" h="160876">
                  <a:moveTo>
                    <a:pt x="58174" y="1915"/>
                  </a:moveTo>
                  <a:cubicBezTo>
                    <a:pt x="55618" y="-638"/>
                    <a:pt x="51784" y="-638"/>
                    <a:pt x="49228" y="1915"/>
                  </a:cubicBezTo>
                  <a:cubicBezTo>
                    <a:pt x="49228" y="1915"/>
                    <a:pt x="49228" y="1915"/>
                    <a:pt x="49228" y="1915"/>
                  </a:cubicBezTo>
                  <a:cubicBezTo>
                    <a:pt x="46672" y="4469"/>
                    <a:pt x="46672" y="8299"/>
                    <a:pt x="49228" y="10853"/>
                  </a:cubicBezTo>
                  <a:lnTo>
                    <a:pt x="56896" y="18514"/>
                  </a:lnTo>
                  <a:lnTo>
                    <a:pt x="50506" y="35112"/>
                  </a:lnTo>
                  <a:lnTo>
                    <a:pt x="50506" y="35112"/>
                  </a:lnTo>
                  <a:lnTo>
                    <a:pt x="27503" y="88737"/>
                  </a:lnTo>
                  <a:lnTo>
                    <a:pt x="27503" y="88737"/>
                  </a:lnTo>
                  <a:lnTo>
                    <a:pt x="665" y="151939"/>
                  </a:lnTo>
                  <a:cubicBezTo>
                    <a:pt x="-613" y="154492"/>
                    <a:pt x="26" y="157046"/>
                    <a:pt x="1943" y="158961"/>
                  </a:cubicBezTo>
                  <a:cubicBezTo>
                    <a:pt x="3221" y="160238"/>
                    <a:pt x="4499" y="160876"/>
                    <a:pt x="6416" y="160876"/>
                  </a:cubicBezTo>
                  <a:cubicBezTo>
                    <a:pt x="7055" y="160876"/>
                    <a:pt x="8333" y="160876"/>
                    <a:pt x="8972" y="160238"/>
                  </a:cubicBezTo>
                  <a:lnTo>
                    <a:pt x="142521" y="104059"/>
                  </a:lnTo>
                  <a:lnTo>
                    <a:pt x="150189" y="111720"/>
                  </a:lnTo>
                  <a:cubicBezTo>
                    <a:pt x="151467" y="112997"/>
                    <a:pt x="152745" y="113635"/>
                    <a:pt x="154662" y="113635"/>
                  </a:cubicBezTo>
                  <a:cubicBezTo>
                    <a:pt x="156579" y="113635"/>
                    <a:pt x="157857" y="112997"/>
                    <a:pt x="159135" y="111720"/>
                  </a:cubicBezTo>
                  <a:cubicBezTo>
                    <a:pt x="161691" y="109166"/>
                    <a:pt x="161691" y="105336"/>
                    <a:pt x="159135" y="102782"/>
                  </a:cubicBezTo>
                  <a:lnTo>
                    <a:pt x="58174" y="1915"/>
                  </a:lnTo>
                  <a:close/>
                  <a:moveTo>
                    <a:pt x="55618" y="127680"/>
                  </a:moveTo>
                  <a:lnTo>
                    <a:pt x="40282" y="91929"/>
                  </a:lnTo>
                  <a:lnTo>
                    <a:pt x="56257" y="54264"/>
                  </a:lnTo>
                  <a:lnTo>
                    <a:pt x="82456" y="116189"/>
                  </a:lnTo>
                  <a:lnTo>
                    <a:pt x="55618" y="127680"/>
                  </a:lnTo>
                  <a:close/>
                  <a:moveTo>
                    <a:pt x="33254" y="108528"/>
                  </a:moveTo>
                  <a:lnTo>
                    <a:pt x="43477" y="132787"/>
                  </a:lnTo>
                  <a:lnTo>
                    <a:pt x="18557" y="143001"/>
                  </a:lnTo>
                  <a:lnTo>
                    <a:pt x="33254" y="108528"/>
                  </a:lnTo>
                  <a:close/>
                  <a:moveTo>
                    <a:pt x="93958" y="111720"/>
                  </a:moveTo>
                  <a:lnTo>
                    <a:pt x="63286" y="37666"/>
                  </a:lnTo>
                  <a:lnTo>
                    <a:pt x="67120" y="28728"/>
                  </a:lnTo>
                  <a:lnTo>
                    <a:pt x="133576" y="95121"/>
                  </a:lnTo>
                  <a:lnTo>
                    <a:pt x="93958" y="111720"/>
                  </a:lnTo>
                  <a:close/>
                </a:path>
              </a:pathLst>
            </a:custGeom>
            <a:solidFill>
              <a:srgbClr val="005587"/>
            </a:solidFill>
            <a:ln w="6390" cap="flat">
              <a:noFill/>
              <a:prstDash val="solid"/>
              <a:miter/>
            </a:ln>
          </p:spPr>
          <p:txBody>
            <a:bodyPr rtlCol="0" anchor="ctr"/>
            <a:lstStyle/>
            <a:p>
              <a:endParaRPr lang="en-US"/>
            </a:p>
          </p:txBody>
        </p:sp>
      </p:grpSp>
      <p:grpSp>
        <p:nvGrpSpPr>
          <p:cNvPr id="542" name="Graphic 4">
            <a:extLst>
              <a:ext uri="{FF2B5EF4-FFF2-40B4-BE49-F238E27FC236}">
                <a16:creationId xmlns:a16="http://schemas.microsoft.com/office/drawing/2014/main" id="{66C9D7E4-6119-1D4F-A23A-85ADFA88040B}"/>
              </a:ext>
            </a:extLst>
          </p:cNvPr>
          <p:cNvGrpSpPr/>
          <p:nvPr/>
        </p:nvGrpSpPr>
        <p:grpSpPr>
          <a:xfrm>
            <a:off x="1952125" y="2855717"/>
            <a:ext cx="362313" cy="361971"/>
            <a:chOff x="1952125" y="2855717"/>
            <a:chExt cx="362313" cy="361971"/>
          </a:xfrm>
          <a:solidFill>
            <a:srgbClr val="005587"/>
          </a:solidFill>
        </p:grpSpPr>
        <p:sp>
          <p:nvSpPr>
            <p:cNvPr id="543" name="Graphic 4">
              <a:extLst>
                <a:ext uri="{FF2B5EF4-FFF2-40B4-BE49-F238E27FC236}">
                  <a16:creationId xmlns:a16="http://schemas.microsoft.com/office/drawing/2014/main" id="{D88B80ED-1458-3542-B7F6-38BE7A3ED02A}"/>
                </a:ext>
              </a:extLst>
            </p:cNvPr>
            <p:cNvSpPr/>
            <p:nvPr/>
          </p:nvSpPr>
          <p:spPr>
            <a:xfrm>
              <a:off x="2049891" y="2963607"/>
              <a:ext cx="38339" cy="40219"/>
            </a:xfrm>
            <a:custGeom>
              <a:avLst/>
              <a:gdLst>
                <a:gd name="connsiteX0" fmla="*/ 0 w 38339"/>
                <a:gd name="connsiteY0" fmla="*/ 0 h 40219"/>
                <a:gd name="connsiteX1" fmla="*/ 13419 w 38339"/>
                <a:gd name="connsiteY1" fmla="*/ 40219 h 40219"/>
                <a:gd name="connsiteX2" fmla="*/ 38340 w 38339"/>
                <a:gd name="connsiteY2" fmla="*/ 4469 h 40219"/>
                <a:gd name="connsiteX3" fmla="*/ 0 w 38339"/>
                <a:gd name="connsiteY3" fmla="*/ 0 h 40219"/>
              </a:gdLst>
              <a:ahLst/>
              <a:cxnLst>
                <a:cxn ang="0">
                  <a:pos x="connsiteX0" y="connsiteY0"/>
                </a:cxn>
                <a:cxn ang="0">
                  <a:pos x="connsiteX1" y="connsiteY1"/>
                </a:cxn>
                <a:cxn ang="0">
                  <a:pos x="connsiteX2" y="connsiteY2"/>
                </a:cxn>
                <a:cxn ang="0">
                  <a:pos x="connsiteX3" y="connsiteY3"/>
                </a:cxn>
              </a:cxnLst>
              <a:rect l="l" t="t" r="r" b="b"/>
              <a:pathLst>
                <a:path w="38339" h="40219">
                  <a:moveTo>
                    <a:pt x="0" y="0"/>
                  </a:moveTo>
                  <a:lnTo>
                    <a:pt x="13419" y="40219"/>
                  </a:lnTo>
                  <a:lnTo>
                    <a:pt x="38340" y="4469"/>
                  </a:lnTo>
                  <a:cubicBezTo>
                    <a:pt x="25560" y="3830"/>
                    <a:pt x="12780" y="2554"/>
                    <a:pt x="0" y="0"/>
                  </a:cubicBezTo>
                  <a:close/>
                </a:path>
              </a:pathLst>
            </a:custGeom>
            <a:solidFill>
              <a:srgbClr val="005587"/>
            </a:solidFill>
            <a:ln w="6390" cap="flat">
              <a:noFill/>
              <a:prstDash val="solid"/>
              <a:miter/>
            </a:ln>
          </p:spPr>
          <p:txBody>
            <a:bodyPr rtlCol="0" anchor="ctr"/>
            <a:lstStyle/>
            <a:p>
              <a:endParaRPr lang="en-US"/>
            </a:p>
          </p:txBody>
        </p:sp>
        <p:sp>
          <p:nvSpPr>
            <p:cNvPr id="544" name="Graphic 4">
              <a:extLst>
                <a:ext uri="{FF2B5EF4-FFF2-40B4-BE49-F238E27FC236}">
                  <a16:creationId xmlns:a16="http://schemas.microsoft.com/office/drawing/2014/main" id="{9FF8DDCC-A173-A746-81C8-D5B84A7216ED}"/>
                </a:ext>
              </a:extLst>
            </p:cNvPr>
            <p:cNvSpPr/>
            <p:nvPr/>
          </p:nvSpPr>
          <p:spPr>
            <a:xfrm>
              <a:off x="2179607" y="3058090"/>
              <a:ext cx="38339" cy="40219"/>
            </a:xfrm>
            <a:custGeom>
              <a:avLst/>
              <a:gdLst>
                <a:gd name="connsiteX0" fmla="*/ 0 w 38339"/>
                <a:gd name="connsiteY0" fmla="*/ 4469 h 40219"/>
                <a:gd name="connsiteX1" fmla="*/ 24921 w 38339"/>
                <a:gd name="connsiteY1" fmla="*/ 40219 h 40219"/>
                <a:gd name="connsiteX2" fmla="*/ 38340 w 38339"/>
                <a:gd name="connsiteY2" fmla="*/ 0 h 40219"/>
                <a:gd name="connsiteX3" fmla="*/ 0 w 38339"/>
                <a:gd name="connsiteY3" fmla="*/ 4469 h 40219"/>
              </a:gdLst>
              <a:ahLst/>
              <a:cxnLst>
                <a:cxn ang="0">
                  <a:pos x="connsiteX0" y="connsiteY0"/>
                </a:cxn>
                <a:cxn ang="0">
                  <a:pos x="connsiteX1" y="connsiteY1"/>
                </a:cxn>
                <a:cxn ang="0">
                  <a:pos x="connsiteX2" y="connsiteY2"/>
                </a:cxn>
                <a:cxn ang="0">
                  <a:pos x="connsiteX3" y="connsiteY3"/>
                </a:cxn>
              </a:cxnLst>
              <a:rect l="l" t="t" r="r" b="b"/>
              <a:pathLst>
                <a:path w="38339" h="40219">
                  <a:moveTo>
                    <a:pt x="0" y="4469"/>
                  </a:moveTo>
                  <a:lnTo>
                    <a:pt x="24921" y="40219"/>
                  </a:lnTo>
                  <a:lnTo>
                    <a:pt x="38340" y="0"/>
                  </a:lnTo>
                  <a:cubicBezTo>
                    <a:pt x="25560" y="1915"/>
                    <a:pt x="12780" y="3192"/>
                    <a:pt x="0" y="4469"/>
                  </a:cubicBezTo>
                  <a:close/>
                </a:path>
              </a:pathLst>
            </a:custGeom>
            <a:solidFill>
              <a:srgbClr val="005587"/>
            </a:solidFill>
            <a:ln w="6390" cap="flat">
              <a:noFill/>
              <a:prstDash val="solid"/>
              <a:miter/>
            </a:ln>
          </p:spPr>
          <p:txBody>
            <a:bodyPr rtlCol="0" anchor="ctr"/>
            <a:lstStyle/>
            <a:p>
              <a:endParaRPr lang="en-US"/>
            </a:p>
          </p:txBody>
        </p:sp>
        <p:sp>
          <p:nvSpPr>
            <p:cNvPr id="545" name="Graphic 4">
              <a:extLst>
                <a:ext uri="{FF2B5EF4-FFF2-40B4-BE49-F238E27FC236}">
                  <a16:creationId xmlns:a16="http://schemas.microsoft.com/office/drawing/2014/main" id="{6770D6B6-8367-D249-9501-CCE18D5E9969}"/>
                </a:ext>
              </a:extLst>
            </p:cNvPr>
            <p:cNvSpPr/>
            <p:nvPr/>
          </p:nvSpPr>
          <p:spPr>
            <a:xfrm>
              <a:off x="2049891" y="3058090"/>
              <a:ext cx="38339" cy="40219"/>
            </a:xfrm>
            <a:custGeom>
              <a:avLst/>
              <a:gdLst>
                <a:gd name="connsiteX0" fmla="*/ 0 w 38339"/>
                <a:gd name="connsiteY0" fmla="*/ 0 h 40219"/>
                <a:gd name="connsiteX1" fmla="*/ 13419 w 38339"/>
                <a:gd name="connsiteY1" fmla="*/ 40219 h 40219"/>
                <a:gd name="connsiteX2" fmla="*/ 38340 w 38339"/>
                <a:gd name="connsiteY2" fmla="*/ 4469 h 40219"/>
                <a:gd name="connsiteX3" fmla="*/ 0 w 38339"/>
                <a:gd name="connsiteY3" fmla="*/ 0 h 40219"/>
              </a:gdLst>
              <a:ahLst/>
              <a:cxnLst>
                <a:cxn ang="0">
                  <a:pos x="connsiteX0" y="connsiteY0"/>
                </a:cxn>
                <a:cxn ang="0">
                  <a:pos x="connsiteX1" y="connsiteY1"/>
                </a:cxn>
                <a:cxn ang="0">
                  <a:pos x="connsiteX2" y="connsiteY2"/>
                </a:cxn>
                <a:cxn ang="0">
                  <a:pos x="connsiteX3" y="connsiteY3"/>
                </a:cxn>
              </a:cxnLst>
              <a:rect l="l" t="t" r="r" b="b"/>
              <a:pathLst>
                <a:path w="38339" h="40219">
                  <a:moveTo>
                    <a:pt x="0" y="0"/>
                  </a:moveTo>
                  <a:lnTo>
                    <a:pt x="13419" y="40219"/>
                  </a:lnTo>
                  <a:lnTo>
                    <a:pt x="38340" y="4469"/>
                  </a:lnTo>
                  <a:cubicBezTo>
                    <a:pt x="25560" y="3192"/>
                    <a:pt x="12780" y="1915"/>
                    <a:pt x="0" y="0"/>
                  </a:cubicBezTo>
                  <a:close/>
                </a:path>
              </a:pathLst>
            </a:custGeom>
            <a:solidFill>
              <a:srgbClr val="005587"/>
            </a:solidFill>
            <a:ln w="6390" cap="flat">
              <a:noFill/>
              <a:prstDash val="solid"/>
              <a:miter/>
            </a:ln>
          </p:spPr>
          <p:txBody>
            <a:bodyPr rtlCol="0" anchor="ctr"/>
            <a:lstStyle/>
            <a:p>
              <a:endParaRPr lang="en-US"/>
            </a:p>
          </p:txBody>
        </p:sp>
        <p:sp>
          <p:nvSpPr>
            <p:cNvPr id="546" name="Graphic 4">
              <a:extLst>
                <a:ext uri="{FF2B5EF4-FFF2-40B4-BE49-F238E27FC236}">
                  <a16:creationId xmlns:a16="http://schemas.microsoft.com/office/drawing/2014/main" id="{2A824FD2-23B0-3448-83BF-89327471C133}"/>
                </a:ext>
              </a:extLst>
            </p:cNvPr>
            <p:cNvSpPr/>
            <p:nvPr/>
          </p:nvSpPr>
          <p:spPr>
            <a:xfrm>
              <a:off x="2113152" y="3063835"/>
              <a:ext cx="40895" cy="41495"/>
            </a:xfrm>
            <a:custGeom>
              <a:avLst/>
              <a:gdLst>
                <a:gd name="connsiteX0" fmla="*/ 20448 w 40895"/>
                <a:gd name="connsiteY0" fmla="*/ 638 h 41495"/>
                <a:gd name="connsiteX1" fmla="*/ 0 w 40895"/>
                <a:gd name="connsiteY1" fmla="*/ 0 h 41495"/>
                <a:gd name="connsiteX2" fmla="*/ 20448 w 40895"/>
                <a:gd name="connsiteY2" fmla="*/ 41496 h 41495"/>
                <a:gd name="connsiteX3" fmla="*/ 40896 w 40895"/>
                <a:gd name="connsiteY3" fmla="*/ 0 h 41495"/>
                <a:gd name="connsiteX4" fmla="*/ 20448 w 40895"/>
                <a:gd name="connsiteY4" fmla="*/ 638 h 41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95" h="41495">
                  <a:moveTo>
                    <a:pt x="20448" y="638"/>
                  </a:moveTo>
                  <a:cubicBezTo>
                    <a:pt x="13419" y="638"/>
                    <a:pt x="6390" y="638"/>
                    <a:pt x="0" y="0"/>
                  </a:cubicBezTo>
                  <a:lnTo>
                    <a:pt x="20448" y="41496"/>
                  </a:lnTo>
                  <a:lnTo>
                    <a:pt x="40896" y="0"/>
                  </a:lnTo>
                  <a:cubicBezTo>
                    <a:pt x="34506" y="638"/>
                    <a:pt x="27477" y="638"/>
                    <a:pt x="20448" y="638"/>
                  </a:cubicBezTo>
                  <a:close/>
                </a:path>
              </a:pathLst>
            </a:custGeom>
            <a:solidFill>
              <a:srgbClr val="005587"/>
            </a:solidFill>
            <a:ln w="6390" cap="flat">
              <a:noFill/>
              <a:prstDash val="solid"/>
              <a:miter/>
            </a:ln>
          </p:spPr>
          <p:txBody>
            <a:bodyPr rtlCol="0" anchor="ctr"/>
            <a:lstStyle/>
            <a:p>
              <a:endParaRPr lang="en-US"/>
            </a:p>
          </p:txBody>
        </p:sp>
        <p:sp>
          <p:nvSpPr>
            <p:cNvPr id="547" name="Graphic 4">
              <a:extLst>
                <a:ext uri="{FF2B5EF4-FFF2-40B4-BE49-F238E27FC236}">
                  <a16:creationId xmlns:a16="http://schemas.microsoft.com/office/drawing/2014/main" id="{4E3F3802-1DA2-B240-8313-EAE294664963}"/>
                </a:ext>
              </a:extLst>
            </p:cNvPr>
            <p:cNvSpPr/>
            <p:nvPr/>
          </p:nvSpPr>
          <p:spPr>
            <a:xfrm>
              <a:off x="1952125" y="285571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91381 w 362313"/>
                <a:gd name="connsiteY6" fmla="*/ 197903 h 361971"/>
                <a:gd name="connsiteX7" fmla="*/ 279240 w 362313"/>
                <a:gd name="connsiteY7" fmla="*/ 199819 h 361971"/>
                <a:gd name="connsiteX8" fmla="*/ 259431 w 362313"/>
                <a:gd name="connsiteY8" fmla="*/ 258551 h 361971"/>
                <a:gd name="connsiteX9" fmla="*/ 254319 w 362313"/>
                <a:gd name="connsiteY9" fmla="*/ 263020 h 361971"/>
                <a:gd name="connsiteX10" fmla="*/ 253681 w 362313"/>
                <a:gd name="connsiteY10" fmla="*/ 263020 h 361971"/>
                <a:gd name="connsiteX11" fmla="*/ 248569 w 362313"/>
                <a:gd name="connsiteY11" fmla="*/ 260466 h 361971"/>
                <a:gd name="connsiteX12" fmla="*/ 214702 w 362313"/>
                <a:gd name="connsiteY12" fmla="*/ 211310 h 361971"/>
                <a:gd name="connsiteX13" fmla="*/ 186586 w 362313"/>
                <a:gd name="connsiteY13" fmla="*/ 266850 h 361971"/>
                <a:gd name="connsiteX14" fmla="*/ 180835 w 362313"/>
                <a:gd name="connsiteY14" fmla="*/ 270042 h 361971"/>
                <a:gd name="connsiteX15" fmla="*/ 175084 w 362313"/>
                <a:gd name="connsiteY15" fmla="*/ 266850 h 361971"/>
                <a:gd name="connsiteX16" fmla="*/ 146969 w 362313"/>
                <a:gd name="connsiteY16" fmla="*/ 211310 h 361971"/>
                <a:gd name="connsiteX17" fmla="*/ 113102 w 362313"/>
                <a:gd name="connsiteY17" fmla="*/ 260466 h 361971"/>
                <a:gd name="connsiteX18" fmla="*/ 107990 w 362313"/>
                <a:gd name="connsiteY18" fmla="*/ 263020 h 361971"/>
                <a:gd name="connsiteX19" fmla="*/ 107351 w 362313"/>
                <a:gd name="connsiteY19" fmla="*/ 263020 h 361971"/>
                <a:gd name="connsiteX20" fmla="*/ 102239 w 362313"/>
                <a:gd name="connsiteY20" fmla="*/ 258551 h 361971"/>
                <a:gd name="connsiteX21" fmla="*/ 82430 w 362313"/>
                <a:gd name="connsiteY21" fmla="*/ 199819 h 361971"/>
                <a:gd name="connsiteX22" fmla="*/ 70289 w 362313"/>
                <a:gd name="connsiteY22" fmla="*/ 197903 h 361971"/>
                <a:gd name="connsiteX23" fmla="*/ 65177 w 362313"/>
                <a:gd name="connsiteY23" fmla="*/ 190243 h 361971"/>
                <a:gd name="connsiteX24" fmla="*/ 72845 w 362313"/>
                <a:gd name="connsiteY24" fmla="*/ 185135 h 361971"/>
                <a:gd name="connsiteX25" fmla="*/ 72845 w 362313"/>
                <a:gd name="connsiteY25" fmla="*/ 185135 h 361971"/>
                <a:gd name="connsiteX26" fmla="*/ 88181 w 362313"/>
                <a:gd name="connsiteY26" fmla="*/ 187689 h 361971"/>
                <a:gd name="connsiteX27" fmla="*/ 146330 w 362313"/>
                <a:gd name="connsiteY27" fmla="*/ 194711 h 361971"/>
                <a:gd name="connsiteX28" fmla="*/ 149524 w 362313"/>
                <a:gd name="connsiteY28" fmla="*/ 194711 h 361971"/>
                <a:gd name="connsiteX29" fmla="*/ 211507 w 362313"/>
                <a:gd name="connsiteY29" fmla="*/ 194711 h 361971"/>
                <a:gd name="connsiteX30" fmla="*/ 214702 w 362313"/>
                <a:gd name="connsiteY30" fmla="*/ 194711 h 361971"/>
                <a:gd name="connsiteX31" fmla="*/ 272850 w 362313"/>
                <a:gd name="connsiteY31" fmla="*/ 187689 h 361971"/>
                <a:gd name="connsiteX32" fmla="*/ 288186 w 362313"/>
                <a:gd name="connsiteY32" fmla="*/ 185135 h 361971"/>
                <a:gd name="connsiteX33" fmla="*/ 295854 w 362313"/>
                <a:gd name="connsiteY33" fmla="*/ 190243 h 361971"/>
                <a:gd name="connsiteX34" fmla="*/ 291381 w 362313"/>
                <a:gd name="connsiteY34" fmla="*/ 197903 h 361971"/>
                <a:gd name="connsiteX35" fmla="*/ 291381 w 362313"/>
                <a:gd name="connsiteY35" fmla="*/ 197903 h 361971"/>
                <a:gd name="connsiteX36" fmla="*/ 291381 w 362313"/>
                <a:gd name="connsiteY36" fmla="*/ 103420 h 361971"/>
                <a:gd name="connsiteX37" fmla="*/ 279240 w 362313"/>
                <a:gd name="connsiteY37" fmla="*/ 105336 h 361971"/>
                <a:gd name="connsiteX38" fmla="*/ 259431 w 362313"/>
                <a:gd name="connsiteY38" fmla="*/ 164068 h 361971"/>
                <a:gd name="connsiteX39" fmla="*/ 254319 w 362313"/>
                <a:gd name="connsiteY39" fmla="*/ 168537 h 361971"/>
                <a:gd name="connsiteX40" fmla="*/ 253681 w 362313"/>
                <a:gd name="connsiteY40" fmla="*/ 168537 h 361971"/>
                <a:gd name="connsiteX41" fmla="*/ 248569 w 362313"/>
                <a:gd name="connsiteY41" fmla="*/ 165984 h 361971"/>
                <a:gd name="connsiteX42" fmla="*/ 214702 w 362313"/>
                <a:gd name="connsiteY42" fmla="*/ 116827 h 361971"/>
                <a:gd name="connsiteX43" fmla="*/ 186586 w 362313"/>
                <a:gd name="connsiteY43" fmla="*/ 172368 h 361971"/>
                <a:gd name="connsiteX44" fmla="*/ 180835 w 362313"/>
                <a:gd name="connsiteY44" fmla="*/ 175560 h 361971"/>
                <a:gd name="connsiteX45" fmla="*/ 175084 w 362313"/>
                <a:gd name="connsiteY45" fmla="*/ 172368 h 361971"/>
                <a:gd name="connsiteX46" fmla="*/ 146969 w 362313"/>
                <a:gd name="connsiteY46" fmla="*/ 116827 h 361971"/>
                <a:gd name="connsiteX47" fmla="*/ 113102 w 362313"/>
                <a:gd name="connsiteY47" fmla="*/ 165984 h 361971"/>
                <a:gd name="connsiteX48" fmla="*/ 107990 w 362313"/>
                <a:gd name="connsiteY48" fmla="*/ 168537 h 361971"/>
                <a:gd name="connsiteX49" fmla="*/ 107351 w 362313"/>
                <a:gd name="connsiteY49" fmla="*/ 168537 h 361971"/>
                <a:gd name="connsiteX50" fmla="*/ 102239 w 362313"/>
                <a:gd name="connsiteY50" fmla="*/ 164068 h 361971"/>
                <a:gd name="connsiteX51" fmla="*/ 82430 w 362313"/>
                <a:gd name="connsiteY51" fmla="*/ 105336 h 361971"/>
                <a:gd name="connsiteX52" fmla="*/ 70289 w 362313"/>
                <a:gd name="connsiteY52" fmla="*/ 103420 h 361971"/>
                <a:gd name="connsiteX53" fmla="*/ 65177 w 362313"/>
                <a:gd name="connsiteY53" fmla="*/ 95760 h 361971"/>
                <a:gd name="connsiteX54" fmla="*/ 72845 w 362313"/>
                <a:gd name="connsiteY54" fmla="*/ 90652 h 361971"/>
                <a:gd name="connsiteX55" fmla="*/ 88181 w 362313"/>
                <a:gd name="connsiteY55" fmla="*/ 93844 h 361971"/>
                <a:gd name="connsiteX56" fmla="*/ 146330 w 362313"/>
                <a:gd name="connsiteY56" fmla="*/ 100867 h 361971"/>
                <a:gd name="connsiteX57" fmla="*/ 149524 w 362313"/>
                <a:gd name="connsiteY57" fmla="*/ 100867 h 361971"/>
                <a:gd name="connsiteX58" fmla="*/ 211507 w 362313"/>
                <a:gd name="connsiteY58" fmla="*/ 100867 h 361971"/>
                <a:gd name="connsiteX59" fmla="*/ 214702 w 362313"/>
                <a:gd name="connsiteY59" fmla="*/ 100867 h 361971"/>
                <a:gd name="connsiteX60" fmla="*/ 272850 w 362313"/>
                <a:gd name="connsiteY60" fmla="*/ 93844 h 361971"/>
                <a:gd name="connsiteX61" fmla="*/ 288186 w 362313"/>
                <a:gd name="connsiteY61" fmla="*/ 90652 h 361971"/>
                <a:gd name="connsiteX62" fmla="*/ 295854 w 362313"/>
                <a:gd name="connsiteY62" fmla="*/ 95760 h 361971"/>
                <a:gd name="connsiteX63" fmla="*/ 291381 w 362313"/>
                <a:gd name="connsiteY63" fmla="*/ 103420 h 361971"/>
                <a:gd name="connsiteX64" fmla="*/ 291381 w 362313"/>
                <a:gd name="connsiteY64" fmla="*/ 10342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2313"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6"/>
                    <a:pt x="281796" y="0"/>
                    <a:pt x="181474" y="0"/>
                  </a:cubicBezTo>
                  <a:close/>
                  <a:moveTo>
                    <a:pt x="291381" y="197903"/>
                  </a:moveTo>
                  <a:lnTo>
                    <a:pt x="279240" y="199819"/>
                  </a:lnTo>
                  <a:lnTo>
                    <a:pt x="259431" y="258551"/>
                  </a:lnTo>
                  <a:cubicBezTo>
                    <a:pt x="258792" y="261105"/>
                    <a:pt x="256876" y="262382"/>
                    <a:pt x="254319" y="263020"/>
                  </a:cubicBezTo>
                  <a:lnTo>
                    <a:pt x="253681" y="263020"/>
                  </a:lnTo>
                  <a:cubicBezTo>
                    <a:pt x="251763" y="263020"/>
                    <a:pt x="249847" y="261743"/>
                    <a:pt x="248569" y="260466"/>
                  </a:cubicBezTo>
                  <a:lnTo>
                    <a:pt x="214702" y="211310"/>
                  </a:lnTo>
                  <a:lnTo>
                    <a:pt x="186586" y="266850"/>
                  </a:lnTo>
                  <a:cubicBezTo>
                    <a:pt x="185308" y="268766"/>
                    <a:pt x="183391" y="270042"/>
                    <a:pt x="180835" y="270042"/>
                  </a:cubicBezTo>
                  <a:cubicBezTo>
                    <a:pt x="178279" y="270042"/>
                    <a:pt x="176362" y="268766"/>
                    <a:pt x="175084" y="266850"/>
                  </a:cubicBezTo>
                  <a:lnTo>
                    <a:pt x="146969" y="211310"/>
                  </a:lnTo>
                  <a:lnTo>
                    <a:pt x="113102" y="260466"/>
                  </a:lnTo>
                  <a:cubicBezTo>
                    <a:pt x="111824" y="262382"/>
                    <a:pt x="109907" y="263020"/>
                    <a:pt x="107990" y="263020"/>
                  </a:cubicBezTo>
                  <a:lnTo>
                    <a:pt x="107351" y="263020"/>
                  </a:lnTo>
                  <a:cubicBezTo>
                    <a:pt x="104795" y="262382"/>
                    <a:pt x="102878" y="261105"/>
                    <a:pt x="102239" y="258551"/>
                  </a:cubicBezTo>
                  <a:lnTo>
                    <a:pt x="82430" y="199819"/>
                  </a:lnTo>
                  <a:lnTo>
                    <a:pt x="70289" y="197903"/>
                  </a:lnTo>
                  <a:cubicBezTo>
                    <a:pt x="67094" y="197265"/>
                    <a:pt x="64538" y="194073"/>
                    <a:pt x="65177" y="190243"/>
                  </a:cubicBezTo>
                  <a:cubicBezTo>
                    <a:pt x="65816" y="187051"/>
                    <a:pt x="69011" y="184497"/>
                    <a:pt x="72845" y="185135"/>
                  </a:cubicBezTo>
                  <a:cubicBezTo>
                    <a:pt x="72845" y="185135"/>
                    <a:pt x="72845" y="185135"/>
                    <a:pt x="72845" y="185135"/>
                  </a:cubicBezTo>
                  <a:cubicBezTo>
                    <a:pt x="77957" y="186412"/>
                    <a:pt x="83069" y="187051"/>
                    <a:pt x="88181" y="187689"/>
                  </a:cubicBezTo>
                  <a:cubicBezTo>
                    <a:pt x="107351" y="190881"/>
                    <a:pt x="127160" y="193435"/>
                    <a:pt x="146330" y="194711"/>
                  </a:cubicBezTo>
                  <a:lnTo>
                    <a:pt x="149524" y="194711"/>
                  </a:lnTo>
                  <a:cubicBezTo>
                    <a:pt x="169972" y="195988"/>
                    <a:pt x="191059" y="195988"/>
                    <a:pt x="211507" y="194711"/>
                  </a:cubicBezTo>
                  <a:cubicBezTo>
                    <a:pt x="212785" y="194711"/>
                    <a:pt x="213424" y="194711"/>
                    <a:pt x="214702" y="194711"/>
                  </a:cubicBezTo>
                  <a:cubicBezTo>
                    <a:pt x="234511" y="193435"/>
                    <a:pt x="253681" y="190881"/>
                    <a:pt x="272850" y="187689"/>
                  </a:cubicBezTo>
                  <a:cubicBezTo>
                    <a:pt x="277962" y="187051"/>
                    <a:pt x="283074" y="185774"/>
                    <a:pt x="288186" y="185135"/>
                  </a:cubicBezTo>
                  <a:cubicBezTo>
                    <a:pt x="292020" y="184497"/>
                    <a:pt x="295215" y="187051"/>
                    <a:pt x="295854" y="190243"/>
                  </a:cubicBezTo>
                  <a:cubicBezTo>
                    <a:pt x="296493" y="193435"/>
                    <a:pt x="295215" y="197265"/>
                    <a:pt x="291381" y="197903"/>
                  </a:cubicBezTo>
                  <a:lnTo>
                    <a:pt x="291381" y="197903"/>
                  </a:lnTo>
                  <a:close/>
                  <a:moveTo>
                    <a:pt x="291381" y="103420"/>
                  </a:moveTo>
                  <a:lnTo>
                    <a:pt x="279240" y="105336"/>
                  </a:lnTo>
                  <a:lnTo>
                    <a:pt x="259431" y="164068"/>
                  </a:lnTo>
                  <a:cubicBezTo>
                    <a:pt x="258792" y="166622"/>
                    <a:pt x="256876" y="167899"/>
                    <a:pt x="254319" y="168537"/>
                  </a:cubicBezTo>
                  <a:lnTo>
                    <a:pt x="253681" y="168537"/>
                  </a:lnTo>
                  <a:cubicBezTo>
                    <a:pt x="251763" y="168537"/>
                    <a:pt x="249847" y="167260"/>
                    <a:pt x="248569" y="165984"/>
                  </a:cubicBezTo>
                  <a:lnTo>
                    <a:pt x="214702" y="116827"/>
                  </a:lnTo>
                  <a:lnTo>
                    <a:pt x="186586" y="172368"/>
                  </a:lnTo>
                  <a:cubicBezTo>
                    <a:pt x="185308" y="174283"/>
                    <a:pt x="183391" y="175560"/>
                    <a:pt x="180835" y="175560"/>
                  </a:cubicBezTo>
                  <a:cubicBezTo>
                    <a:pt x="178279" y="175560"/>
                    <a:pt x="176362" y="174283"/>
                    <a:pt x="175084" y="172368"/>
                  </a:cubicBezTo>
                  <a:lnTo>
                    <a:pt x="146969" y="116827"/>
                  </a:lnTo>
                  <a:lnTo>
                    <a:pt x="113102" y="165984"/>
                  </a:lnTo>
                  <a:cubicBezTo>
                    <a:pt x="111824" y="167899"/>
                    <a:pt x="109907" y="168537"/>
                    <a:pt x="107990" y="168537"/>
                  </a:cubicBezTo>
                  <a:lnTo>
                    <a:pt x="107351" y="168537"/>
                  </a:lnTo>
                  <a:cubicBezTo>
                    <a:pt x="104795" y="167899"/>
                    <a:pt x="102878" y="166622"/>
                    <a:pt x="102239" y="164068"/>
                  </a:cubicBezTo>
                  <a:lnTo>
                    <a:pt x="82430" y="105336"/>
                  </a:lnTo>
                  <a:lnTo>
                    <a:pt x="70289" y="103420"/>
                  </a:lnTo>
                  <a:cubicBezTo>
                    <a:pt x="66455" y="102782"/>
                    <a:pt x="64538" y="99590"/>
                    <a:pt x="65177" y="95760"/>
                  </a:cubicBezTo>
                  <a:cubicBezTo>
                    <a:pt x="65816" y="91929"/>
                    <a:pt x="69011" y="90014"/>
                    <a:pt x="72845" y="90652"/>
                  </a:cubicBezTo>
                  <a:cubicBezTo>
                    <a:pt x="77957" y="91929"/>
                    <a:pt x="83069" y="92568"/>
                    <a:pt x="88181" y="93844"/>
                  </a:cubicBezTo>
                  <a:cubicBezTo>
                    <a:pt x="107351" y="97036"/>
                    <a:pt x="127160" y="99590"/>
                    <a:pt x="146330" y="100867"/>
                  </a:cubicBezTo>
                  <a:lnTo>
                    <a:pt x="149524" y="100867"/>
                  </a:lnTo>
                  <a:cubicBezTo>
                    <a:pt x="169972" y="102144"/>
                    <a:pt x="191059" y="102144"/>
                    <a:pt x="211507" y="100867"/>
                  </a:cubicBezTo>
                  <a:lnTo>
                    <a:pt x="214702" y="100867"/>
                  </a:lnTo>
                  <a:cubicBezTo>
                    <a:pt x="234511" y="99590"/>
                    <a:pt x="253681" y="97036"/>
                    <a:pt x="272850" y="93844"/>
                  </a:cubicBezTo>
                  <a:lnTo>
                    <a:pt x="288186" y="90652"/>
                  </a:lnTo>
                  <a:cubicBezTo>
                    <a:pt x="292020" y="90014"/>
                    <a:pt x="295215" y="92568"/>
                    <a:pt x="295854" y="95760"/>
                  </a:cubicBezTo>
                  <a:cubicBezTo>
                    <a:pt x="296493" y="98952"/>
                    <a:pt x="295215" y="102782"/>
                    <a:pt x="291381" y="103420"/>
                  </a:cubicBezTo>
                  <a:lnTo>
                    <a:pt x="291381" y="103420"/>
                  </a:lnTo>
                  <a:close/>
                </a:path>
              </a:pathLst>
            </a:custGeom>
            <a:solidFill>
              <a:srgbClr val="005587"/>
            </a:solidFill>
            <a:ln w="6390" cap="flat">
              <a:noFill/>
              <a:prstDash val="solid"/>
              <a:miter/>
            </a:ln>
          </p:spPr>
          <p:txBody>
            <a:bodyPr rtlCol="0" anchor="ctr"/>
            <a:lstStyle/>
            <a:p>
              <a:endParaRPr lang="en-US"/>
            </a:p>
          </p:txBody>
        </p:sp>
        <p:sp>
          <p:nvSpPr>
            <p:cNvPr id="548" name="Graphic 4">
              <a:extLst>
                <a:ext uri="{FF2B5EF4-FFF2-40B4-BE49-F238E27FC236}">
                  <a16:creationId xmlns:a16="http://schemas.microsoft.com/office/drawing/2014/main" id="{8C72F5C0-5370-2C4A-A898-FE7D5D8D37A3}"/>
                </a:ext>
              </a:extLst>
            </p:cNvPr>
            <p:cNvSpPr/>
            <p:nvPr/>
          </p:nvSpPr>
          <p:spPr>
            <a:xfrm>
              <a:off x="2179607" y="2964245"/>
              <a:ext cx="38339" cy="40219"/>
            </a:xfrm>
            <a:custGeom>
              <a:avLst/>
              <a:gdLst>
                <a:gd name="connsiteX0" fmla="*/ 0 w 38339"/>
                <a:gd name="connsiteY0" fmla="*/ 4469 h 40219"/>
                <a:gd name="connsiteX1" fmla="*/ 24921 w 38339"/>
                <a:gd name="connsiteY1" fmla="*/ 40219 h 40219"/>
                <a:gd name="connsiteX2" fmla="*/ 38340 w 38339"/>
                <a:gd name="connsiteY2" fmla="*/ 0 h 40219"/>
                <a:gd name="connsiteX3" fmla="*/ 0 w 38339"/>
                <a:gd name="connsiteY3" fmla="*/ 4469 h 40219"/>
              </a:gdLst>
              <a:ahLst/>
              <a:cxnLst>
                <a:cxn ang="0">
                  <a:pos x="connsiteX0" y="connsiteY0"/>
                </a:cxn>
                <a:cxn ang="0">
                  <a:pos x="connsiteX1" y="connsiteY1"/>
                </a:cxn>
                <a:cxn ang="0">
                  <a:pos x="connsiteX2" y="connsiteY2"/>
                </a:cxn>
                <a:cxn ang="0">
                  <a:pos x="connsiteX3" y="connsiteY3"/>
                </a:cxn>
              </a:cxnLst>
              <a:rect l="l" t="t" r="r" b="b"/>
              <a:pathLst>
                <a:path w="38339" h="40219">
                  <a:moveTo>
                    <a:pt x="0" y="4469"/>
                  </a:moveTo>
                  <a:lnTo>
                    <a:pt x="24921" y="40219"/>
                  </a:lnTo>
                  <a:lnTo>
                    <a:pt x="38340" y="0"/>
                  </a:lnTo>
                  <a:cubicBezTo>
                    <a:pt x="25560" y="1915"/>
                    <a:pt x="12780" y="3192"/>
                    <a:pt x="0" y="4469"/>
                  </a:cubicBezTo>
                  <a:close/>
                </a:path>
              </a:pathLst>
            </a:custGeom>
            <a:solidFill>
              <a:srgbClr val="005587"/>
            </a:solidFill>
            <a:ln w="6390" cap="flat">
              <a:noFill/>
              <a:prstDash val="solid"/>
              <a:miter/>
            </a:ln>
          </p:spPr>
          <p:txBody>
            <a:bodyPr rtlCol="0" anchor="ctr"/>
            <a:lstStyle/>
            <a:p>
              <a:endParaRPr lang="en-US"/>
            </a:p>
          </p:txBody>
        </p:sp>
        <p:sp>
          <p:nvSpPr>
            <p:cNvPr id="549" name="Graphic 4">
              <a:extLst>
                <a:ext uri="{FF2B5EF4-FFF2-40B4-BE49-F238E27FC236}">
                  <a16:creationId xmlns:a16="http://schemas.microsoft.com/office/drawing/2014/main" id="{285E5589-2707-5F46-94C5-9065329BBF8C}"/>
                </a:ext>
              </a:extLst>
            </p:cNvPr>
            <p:cNvSpPr/>
            <p:nvPr/>
          </p:nvSpPr>
          <p:spPr>
            <a:xfrm>
              <a:off x="2113152" y="2969991"/>
              <a:ext cx="40895" cy="41495"/>
            </a:xfrm>
            <a:custGeom>
              <a:avLst/>
              <a:gdLst>
                <a:gd name="connsiteX0" fmla="*/ 20448 w 40895"/>
                <a:gd name="connsiteY0" fmla="*/ 638 h 41495"/>
                <a:gd name="connsiteX1" fmla="*/ 0 w 40895"/>
                <a:gd name="connsiteY1" fmla="*/ 0 h 41495"/>
                <a:gd name="connsiteX2" fmla="*/ 20448 w 40895"/>
                <a:gd name="connsiteY2" fmla="*/ 41496 h 41495"/>
                <a:gd name="connsiteX3" fmla="*/ 40896 w 40895"/>
                <a:gd name="connsiteY3" fmla="*/ 0 h 41495"/>
                <a:gd name="connsiteX4" fmla="*/ 20448 w 40895"/>
                <a:gd name="connsiteY4" fmla="*/ 638 h 41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95" h="41495">
                  <a:moveTo>
                    <a:pt x="20448" y="638"/>
                  </a:moveTo>
                  <a:cubicBezTo>
                    <a:pt x="13419" y="638"/>
                    <a:pt x="6390" y="638"/>
                    <a:pt x="0" y="0"/>
                  </a:cubicBezTo>
                  <a:lnTo>
                    <a:pt x="20448" y="41496"/>
                  </a:lnTo>
                  <a:lnTo>
                    <a:pt x="40896" y="0"/>
                  </a:lnTo>
                  <a:cubicBezTo>
                    <a:pt x="34506" y="0"/>
                    <a:pt x="27477" y="638"/>
                    <a:pt x="20448" y="638"/>
                  </a:cubicBezTo>
                  <a:close/>
                </a:path>
              </a:pathLst>
            </a:custGeom>
            <a:solidFill>
              <a:srgbClr val="005587"/>
            </a:solidFill>
            <a:ln w="6390" cap="flat">
              <a:noFill/>
              <a:prstDash val="solid"/>
              <a:miter/>
            </a:ln>
          </p:spPr>
          <p:txBody>
            <a:bodyPr rtlCol="0" anchor="ctr"/>
            <a:lstStyle/>
            <a:p>
              <a:endParaRPr lang="en-US"/>
            </a:p>
          </p:txBody>
        </p:sp>
      </p:grpSp>
      <p:grpSp>
        <p:nvGrpSpPr>
          <p:cNvPr id="550" name="Graphic 4">
            <a:extLst>
              <a:ext uri="{FF2B5EF4-FFF2-40B4-BE49-F238E27FC236}">
                <a16:creationId xmlns:a16="http://schemas.microsoft.com/office/drawing/2014/main" id="{57917DA6-7B81-3A48-9CE3-0606D350C8C8}"/>
              </a:ext>
            </a:extLst>
          </p:cNvPr>
          <p:cNvGrpSpPr/>
          <p:nvPr/>
        </p:nvGrpSpPr>
        <p:grpSpPr>
          <a:xfrm>
            <a:off x="1952125" y="3824168"/>
            <a:ext cx="362313" cy="361971"/>
            <a:chOff x="1952125" y="3824168"/>
            <a:chExt cx="362313" cy="361971"/>
          </a:xfrm>
          <a:solidFill>
            <a:srgbClr val="005587"/>
          </a:solidFill>
        </p:grpSpPr>
        <p:sp>
          <p:nvSpPr>
            <p:cNvPr id="551" name="Graphic 4">
              <a:extLst>
                <a:ext uri="{FF2B5EF4-FFF2-40B4-BE49-F238E27FC236}">
                  <a16:creationId xmlns:a16="http://schemas.microsoft.com/office/drawing/2014/main" id="{CEE56726-FF92-AF48-87A4-706687C09504}"/>
                </a:ext>
              </a:extLst>
            </p:cNvPr>
            <p:cNvSpPr/>
            <p:nvPr/>
          </p:nvSpPr>
          <p:spPr>
            <a:xfrm>
              <a:off x="2159798" y="3912905"/>
              <a:ext cx="65816" cy="65754"/>
            </a:xfrm>
            <a:custGeom>
              <a:avLst/>
              <a:gdLst>
                <a:gd name="connsiteX0" fmla="*/ 46646 w 65816"/>
                <a:gd name="connsiteY0" fmla="*/ 63202 h 65754"/>
                <a:gd name="connsiteX1" fmla="*/ 46646 w 65816"/>
                <a:gd name="connsiteY1" fmla="*/ 63202 h 65754"/>
                <a:gd name="connsiteX2" fmla="*/ 46646 w 65816"/>
                <a:gd name="connsiteY2" fmla="*/ 63202 h 65754"/>
                <a:gd name="connsiteX3" fmla="*/ 49841 w 65816"/>
                <a:gd name="connsiteY3" fmla="*/ 65755 h 65754"/>
                <a:gd name="connsiteX4" fmla="*/ 65816 w 65816"/>
                <a:gd name="connsiteY4" fmla="*/ 0 h 65754"/>
                <a:gd name="connsiteX5" fmla="*/ 0 w 65816"/>
                <a:gd name="connsiteY5" fmla="*/ 16599 h 6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816" h="65754">
                  <a:moveTo>
                    <a:pt x="46646" y="63202"/>
                  </a:moveTo>
                  <a:lnTo>
                    <a:pt x="46646" y="63202"/>
                  </a:lnTo>
                  <a:lnTo>
                    <a:pt x="46646" y="63202"/>
                  </a:lnTo>
                  <a:lnTo>
                    <a:pt x="49841" y="65755"/>
                  </a:lnTo>
                  <a:lnTo>
                    <a:pt x="65816" y="0"/>
                  </a:lnTo>
                  <a:lnTo>
                    <a:pt x="0" y="16599"/>
                  </a:lnTo>
                  <a:close/>
                </a:path>
              </a:pathLst>
            </a:custGeom>
            <a:solidFill>
              <a:srgbClr val="005587"/>
            </a:solidFill>
            <a:ln w="6390" cap="flat">
              <a:noFill/>
              <a:prstDash val="solid"/>
              <a:miter/>
            </a:ln>
          </p:spPr>
          <p:txBody>
            <a:bodyPr rtlCol="0" anchor="ctr"/>
            <a:lstStyle/>
            <a:p>
              <a:endParaRPr lang="en-US"/>
            </a:p>
          </p:txBody>
        </p:sp>
        <p:sp>
          <p:nvSpPr>
            <p:cNvPr id="552" name="Graphic 4">
              <a:extLst>
                <a:ext uri="{FF2B5EF4-FFF2-40B4-BE49-F238E27FC236}">
                  <a16:creationId xmlns:a16="http://schemas.microsoft.com/office/drawing/2014/main" id="{9F8EA056-DE51-2C46-AD11-8911994007C8}"/>
                </a:ext>
              </a:extLst>
            </p:cNvPr>
            <p:cNvSpPr/>
            <p:nvPr/>
          </p:nvSpPr>
          <p:spPr>
            <a:xfrm>
              <a:off x="1952125" y="3824168"/>
              <a:ext cx="362313" cy="361971"/>
            </a:xfrm>
            <a:custGeom>
              <a:avLst/>
              <a:gdLst>
                <a:gd name="connsiteX0" fmla="*/ 181474 w 362313"/>
                <a:gd name="connsiteY0" fmla="*/ 0 h 361971"/>
                <a:gd name="connsiteX1" fmla="*/ 0 w 362313"/>
                <a:gd name="connsiteY1" fmla="*/ 180667 h 361971"/>
                <a:gd name="connsiteX2" fmla="*/ 180835 w 362313"/>
                <a:gd name="connsiteY2" fmla="*/ 361971 h 361971"/>
                <a:gd name="connsiteX3" fmla="*/ 362310 w 362313"/>
                <a:gd name="connsiteY3" fmla="*/ 181305 h 361971"/>
                <a:gd name="connsiteX4" fmla="*/ 362310 w 362313"/>
                <a:gd name="connsiteY4" fmla="*/ 181305 h 361971"/>
                <a:gd name="connsiteX5" fmla="*/ 181474 w 362313"/>
                <a:gd name="connsiteY5" fmla="*/ 0 h 361971"/>
                <a:gd name="connsiteX6" fmla="*/ 74762 w 362313"/>
                <a:gd name="connsiteY6" fmla="*/ 226631 h 361971"/>
                <a:gd name="connsiteX7" fmla="*/ 82430 w 362313"/>
                <a:gd name="connsiteY7" fmla="*/ 222163 h 361971"/>
                <a:gd name="connsiteX8" fmla="*/ 103517 w 362313"/>
                <a:gd name="connsiteY8" fmla="*/ 227908 h 361971"/>
                <a:gd name="connsiteX9" fmla="*/ 109268 w 362313"/>
                <a:gd name="connsiteY9" fmla="*/ 234930 h 361971"/>
                <a:gd name="connsiteX10" fmla="*/ 102239 w 362313"/>
                <a:gd name="connsiteY10" fmla="*/ 240676 h 361971"/>
                <a:gd name="connsiteX11" fmla="*/ 100322 w 362313"/>
                <a:gd name="connsiteY11" fmla="*/ 240676 h 361971"/>
                <a:gd name="connsiteX12" fmla="*/ 79235 w 362313"/>
                <a:gd name="connsiteY12" fmla="*/ 234930 h 361971"/>
                <a:gd name="connsiteX13" fmla="*/ 74762 w 362313"/>
                <a:gd name="connsiteY13" fmla="*/ 226631 h 361971"/>
                <a:gd name="connsiteX14" fmla="*/ 74762 w 362313"/>
                <a:gd name="connsiteY14" fmla="*/ 226631 h 361971"/>
                <a:gd name="connsiteX15" fmla="*/ 111824 w 362313"/>
                <a:gd name="connsiteY15" fmla="*/ 259828 h 361971"/>
                <a:gd name="connsiteX16" fmla="*/ 96488 w 362313"/>
                <a:gd name="connsiteY16" fmla="*/ 275149 h 361971"/>
                <a:gd name="connsiteX17" fmla="*/ 92015 w 362313"/>
                <a:gd name="connsiteY17" fmla="*/ 277065 h 361971"/>
                <a:gd name="connsiteX18" fmla="*/ 87542 w 362313"/>
                <a:gd name="connsiteY18" fmla="*/ 275149 h 361971"/>
                <a:gd name="connsiteX19" fmla="*/ 87542 w 362313"/>
                <a:gd name="connsiteY19" fmla="*/ 266212 h 361971"/>
                <a:gd name="connsiteX20" fmla="*/ 87542 w 362313"/>
                <a:gd name="connsiteY20" fmla="*/ 266212 h 361971"/>
                <a:gd name="connsiteX21" fmla="*/ 102878 w 362313"/>
                <a:gd name="connsiteY21" fmla="*/ 250890 h 361971"/>
                <a:gd name="connsiteX22" fmla="*/ 111824 w 362313"/>
                <a:gd name="connsiteY22" fmla="*/ 250890 h 361971"/>
                <a:gd name="connsiteX23" fmla="*/ 111824 w 362313"/>
                <a:gd name="connsiteY23" fmla="*/ 259828 h 361971"/>
                <a:gd name="connsiteX24" fmla="*/ 111824 w 362313"/>
                <a:gd name="connsiteY24" fmla="*/ 259828 h 361971"/>
                <a:gd name="connsiteX25" fmla="*/ 111824 w 362313"/>
                <a:gd name="connsiteY25" fmla="*/ 259828 h 361971"/>
                <a:gd name="connsiteX26" fmla="*/ 136106 w 362313"/>
                <a:gd name="connsiteY26" fmla="*/ 287917 h 361971"/>
                <a:gd name="connsiteX27" fmla="*/ 134189 w 362313"/>
                <a:gd name="connsiteY27" fmla="*/ 287917 h 361971"/>
                <a:gd name="connsiteX28" fmla="*/ 127799 w 362313"/>
                <a:gd name="connsiteY28" fmla="*/ 282810 h 361971"/>
                <a:gd name="connsiteX29" fmla="*/ 122048 w 362313"/>
                <a:gd name="connsiteY29" fmla="*/ 261743 h 361971"/>
                <a:gd name="connsiteX30" fmla="*/ 126521 w 362313"/>
                <a:gd name="connsiteY30" fmla="*/ 254082 h 361971"/>
                <a:gd name="connsiteX31" fmla="*/ 134189 w 362313"/>
                <a:gd name="connsiteY31" fmla="*/ 258551 h 361971"/>
                <a:gd name="connsiteX32" fmla="*/ 134189 w 362313"/>
                <a:gd name="connsiteY32" fmla="*/ 258551 h 361971"/>
                <a:gd name="connsiteX33" fmla="*/ 139940 w 362313"/>
                <a:gd name="connsiteY33" fmla="*/ 279618 h 361971"/>
                <a:gd name="connsiteX34" fmla="*/ 136106 w 362313"/>
                <a:gd name="connsiteY34" fmla="*/ 287917 h 361971"/>
                <a:gd name="connsiteX35" fmla="*/ 136106 w 362313"/>
                <a:gd name="connsiteY35" fmla="*/ 287917 h 361971"/>
                <a:gd name="connsiteX36" fmla="*/ 288825 w 362313"/>
                <a:gd name="connsiteY36" fmla="*/ 81715 h 361971"/>
                <a:gd name="connsiteX37" fmla="*/ 267099 w 362313"/>
                <a:gd name="connsiteY37" fmla="*/ 168537 h 361971"/>
                <a:gd name="connsiteX38" fmla="*/ 262626 w 362313"/>
                <a:gd name="connsiteY38" fmla="*/ 173006 h 361971"/>
                <a:gd name="connsiteX39" fmla="*/ 260709 w 362313"/>
                <a:gd name="connsiteY39" fmla="*/ 173006 h 361971"/>
                <a:gd name="connsiteX40" fmla="*/ 256237 w 362313"/>
                <a:gd name="connsiteY40" fmla="*/ 171091 h 361971"/>
                <a:gd name="connsiteX41" fmla="*/ 249847 w 362313"/>
                <a:gd name="connsiteY41" fmla="*/ 164707 h 361971"/>
                <a:gd name="connsiteX42" fmla="*/ 178279 w 362313"/>
                <a:gd name="connsiteY42" fmla="*/ 236207 h 361971"/>
                <a:gd name="connsiteX43" fmla="*/ 173806 w 362313"/>
                <a:gd name="connsiteY43" fmla="*/ 238122 h 361971"/>
                <a:gd name="connsiteX44" fmla="*/ 169333 w 362313"/>
                <a:gd name="connsiteY44" fmla="*/ 236207 h 361971"/>
                <a:gd name="connsiteX45" fmla="*/ 152080 w 362313"/>
                <a:gd name="connsiteY45" fmla="*/ 218971 h 361971"/>
                <a:gd name="connsiteX46" fmla="*/ 127799 w 362313"/>
                <a:gd name="connsiteY46" fmla="*/ 243230 h 361971"/>
                <a:gd name="connsiteX47" fmla="*/ 118853 w 362313"/>
                <a:gd name="connsiteY47" fmla="*/ 243230 h 361971"/>
                <a:gd name="connsiteX48" fmla="*/ 118853 w 362313"/>
                <a:gd name="connsiteY48" fmla="*/ 243230 h 361971"/>
                <a:gd name="connsiteX49" fmla="*/ 118853 w 362313"/>
                <a:gd name="connsiteY49" fmla="*/ 234292 h 361971"/>
                <a:gd name="connsiteX50" fmla="*/ 143135 w 362313"/>
                <a:gd name="connsiteY50" fmla="*/ 210033 h 361971"/>
                <a:gd name="connsiteX51" fmla="*/ 125882 w 362313"/>
                <a:gd name="connsiteY51" fmla="*/ 192796 h 361971"/>
                <a:gd name="connsiteX52" fmla="*/ 125882 w 362313"/>
                <a:gd name="connsiteY52" fmla="*/ 183859 h 361971"/>
                <a:gd name="connsiteX53" fmla="*/ 125882 w 362313"/>
                <a:gd name="connsiteY53" fmla="*/ 183859 h 361971"/>
                <a:gd name="connsiteX54" fmla="*/ 197449 w 362313"/>
                <a:gd name="connsiteY54" fmla="*/ 112358 h 361971"/>
                <a:gd name="connsiteX55" fmla="*/ 191059 w 362313"/>
                <a:gd name="connsiteY55" fmla="*/ 105974 h 361971"/>
                <a:gd name="connsiteX56" fmla="*/ 189781 w 362313"/>
                <a:gd name="connsiteY56" fmla="*/ 99590 h 361971"/>
                <a:gd name="connsiteX57" fmla="*/ 194254 w 362313"/>
                <a:gd name="connsiteY57" fmla="*/ 95121 h 361971"/>
                <a:gd name="connsiteX58" fmla="*/ 281157 w 362313"/>
                <a:gd name="connsiteY58" fmla="*/ 73416 h 361971"/>
                <a:gd name="connsiteX59" fmla="*/ 286908 w 362313"/>
                <a:gd name="connsiteY59" fmla="*/ 75331 h 361971"/>
                <a:gd name="connsiteX60" fmla="*/ 288825 w 362313"/>
                <a:gd name="connsiteY60" fmla="*/ 81715 h 361971"/>
                <a:gd name="connsiteX61" fmla="*/ 288825 w 362313"/>
                <a:gd name="connsiteY61" fmla="*/ 8171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2313" h="361971">
                  <a:moveTo>
                    <a:pt x="181474" y="0"/>
                  </a:moveTo>
                  <a:cubicBezTo>
                    <a:pt x="81152" y="0"/>
                    <a:pt x="0" y="81076"/>
                    <a:pt x="0" y="180667"/>
                  </a:cubicBezTo>
                  <a:cubicBezTo>
                    <a:pt x="0" y="280895"/>
                    <a:pt x="81152" y="361971"/>
                    <a:pt x="180835" y="361971"/>
                  </a:cubicBezTo>
                  <a:cubicBezTo>
                    <a:pt x="281157" y="361971"/>
                    <a:pt x="362310" y="280895"/>
                    <a:pt x="362310" y="181305"/>
                  </a:cubicBezTo>
                  <a:cubicBezTo>
                    <a:pt x="362310" y="181305"/>
                    <a:pt x="362310" y="181305"/>
                    <a:pt x="362310" y="181305"/>
                  </a:cubicBezTo>
                  <a:cubicBezTo>
                    <a:pt x="362948" y="81076"/>
                    <a:pt x="281796" y="0"/>
                    <a:pt x="181474" y="0"/>
                  </a:cubicBezTo>
                  <a:close/>
                  <a:moveTo>
                    <a:pt x="74762" y="226631"/>
                  </a:moveTo>
                  <a:cubicBezTo>
                    <a:pt x="75401" y="223439"/>
                    <a:pt x="79235" y="221524"/>
                    <a:pt x="82430" y="222163"/>
                  </a:cubicBezTo>
                  <a:lnTo>
                    <a:pt x="103517" y="227908"/>
                  </a:lnTo>
                  <a:cubicBezTo>
                    <a:pt x="107351" y="228546"/>
                    <a:pt x="109268" y="231738"/>
                    <a:pt x="109268" y="234930"/>
                  </a:cubicBezTo>
                  <a:cubicBezTo>
                    <a:pt x="109268" y="238122"/>
                    <a:pt x="105434" y="240676"/>
                    <a:pt x="102239" y="240676"/>
                  </a:cubicBezTo>
                  <a:cubicBezTo>
                    <a:pt x="101600" y="240676"/>
                    <a:pt x="100961" y="240676"/>
                    <a:pt x="100322" y="240676"/>
                  </a:cubicBezTo>
                  <a:lnTo>
                    <a:pt x="79235" y="234930"/>
                  </a:lnTo>
                  <a:cubicBezTo>
                    <a:pt x="76040" y="234292"/>
                    <a:pt x="73484" y="231100"/>
                    <a:pt x="74762" y="226631"/>
                  </a:cubicBezTo>
                  <a:cubicBezTo>
                    <a:pt x="74762" y="227270"/>
                    <a:pt x="74762" y="227270"/>
                    <a:pt x="74762" y="226631"/>
                  </a:cubicBezTo>
                  <a:close/>
                  <a:moveTo>
                    <a:pt x="111824" y="259828"/>
                  </a:moveTo>
                  <a:lnTo>
                    <a:pt x="96488" y="275149"/>
                  </a:lnTo>
                  <a:cubicBezTo>
                    <a:pt x="95210" y="276426"/>
                    <a:pt x="93932" y="277065"/>
                    <a:pt x="92015" y="277065"/>
                  </a:cubicBezTo>
                  <a:cubicBezTo>
                    <a:pt x="90098" y="277065"/>
                    <a:pt x="88820" y="276426"/>
                    <a:pt x="87542" y="275149"/>
                  </a:cubicBezTo>
                  <a:cubicBezTo>
                    <a:pt x="84986" y="272596"/>
                    <a:pt x="84986" y="268766"/>
                    <a:pt x="87542" y="266212"/>
                  </a:cubicBezTo>
                  <a:cubicBezTo>
                    <a:pt x="87542" y="266212"/>
                    <a:pt x="87542" y="266212"/>
                    <a:pt x="87542" y="266212"/>
                  </a:cubicBezTo>
                  <a:lnTo>
                    <a:pt x="102878" y="250890"/>
                  </a:lnTo>
                  <a:cubicBezTo>
                    <a:pt x="105434" y="248337"/>
                    <a:pt x="109268" y="248337"/>
                    <a:pt x="111824" y="250890"/>
                  </a:cubicBezTo>
                  <a:cubicBezTo>
                    <a:pt x="114380" y="252806"/>
                    <a:pt x="114380" y="257274"/>
                    <a:pt x="111824" y="259828"/>
                  </a:cubicBezTo>
                  <a:cubicBezTo>
                    <a:pt x="111824" y="259828"/>
                    <a:pt x="111824" y="259828"/>
                    <a:pt x="111824" y="259828"/>
                  </a:cubicBezTo>
                  <a:lnTo>
                    <a:pt x="111824" y="259828"/>
                  </a:lnTo>
                  <a:close/>
                  <a:moveTo>
                    <a:pt x="136106" y="287917"/>
                  </a:moveTo>
                  <a:cubicBezTo>
                    <a:pt x="135467" y="287917"/>
                    <a:pt x="134828" y="287917"/>
                    <a:pt x="134189" y="287917"/>
                  </a:cubicBezTo>
                  <a:cubicBezTo>
                    <a:pt x="130994" y="287917"/>
                    <a:pt x="128438" y="286002"/>
                    <a:pt x="127799" y="282810"/>
                  </a:cubicBezTo>
                  <a:lnTo>
                    <a:pt x="122048" y="261743"/>
                  </a:lnTo>
                  <a:cubicBezTo>
                    <a:pt x="121409" y="258551"/>
                    <a:pt x="123326" y="254721"/>
                    <a:pt x="126521" y="254082"/>
                  </a:cubicBezTo>
                  <a:cubicBezTo>
                    <a:pt x="129716" y="253444"/>
                    <a:pt x="133550" y="255359"/>
                    <a:pt x="134189" y="258551"/>
                  </a:cubicBezTo>
                  <a:lnTo>
                    <a:pt x="134189" y="258551"/>
                  </a:lnTo>
                  <a:lnTo>
                    <a:pt x="139940" y="279618"/>
                  </a:lnTo>
                  <a:cubicBezTo>
                    <a:pt x="141218" y="283449"/>
                    <a:pt x="139301" y="286641"/>
                    <a:pt x="136106" y="287917"/>
                  </a:cubicBezTo>
                  <a:cubicBezTo>
                    <a:pt x="136106" y="287917"/>
                    <a:pt x="136106" y="287917"/>
                    <a:pt x="136106" y="287917"/>
                  </a:cubicBezTo>
                  <a:close/>
                  <a:moveTo>
                    <a:pt x="288825" y="81715"/>
                  </a:moveTo>
                  <a:lnTo>
                    <a:pt x="267099" y="168537"/>
                  </a:lnTo>
                  <a:cubicBezTo>
                    <a:pt x="266460" y="170452"/>
                    <a:pt x="264543" y="172368"/>
                    <a:pt x="262626" y="173006"/>
                  </a:cubicBezTo>
                  <a:cubicBezTo>
                    <a:pt x="261987" y="173006"/>
                    <a:pt x="261348" y="173006"/>
                    <a:pt x="260709" y="173006"/>
                  </a:cubicBezTo>
                  <a:cubicBezTo>
                    <a:pt x="258792" y="173006"/>
                    <a:pt x="257514" y="172368"/>
                    <a:pt x="256237" y="171091"/>
                  </a:cubicBezTo>
                  <a:lnTo>
                    <a:pt x="249847" y="164707"/>
                  </a:lnTo>
                  <a:lnTo>
                    <a:pt x="178279" y="236207"/>
                  </a:lnTo>
                  <a:cubicBezTo>
                    <a:pt x="177001" y="237484"/>
                    <a:pt x="175723" y="238122"/>
                    <a:pt x="173806" y="238122"/>
                  </a:cubicBezTo>
                  <a:cubicBezTo>
                    <a:pt x="171889" y="238122"/>
                    <a:pt x="170611" y="237484"/>
                    <a:pt x="169333" y="236207"/>
                  </a:cubicBezTo>
                  <a:lnTo>
                    <a:pt x="152080" y="218971"/>
                  </a:lnTo>
                  <a:lnTo>
                    <a:pt x="127799" y="243230"/>
                  </a:lnTo>
                  <a:cubicBezTo>
                    <a:pt x="125243" y="245783"/>
                    <a:pt x="121409" y="245783"/>
                    <a:pt x="118853" y="243230"/>
                  </a:cubicBezTo>
                  <a:cubicBezTo>
                    <a:pt x="118853" y="243230"/>
                    <a:pt x="118853" y="243230"/>
                    <a:pt x="118853" y="243230"/>
                  </a:cubicBezTo>
                  <a:cubicBezTo>
                    <a:pt x="116297" y="240676"/>
                    <a:pt x="116297" y="236846"/>
                    <a:pt x="118853" y="234292"/>
                  </a:cubicBezTo>
                  <a:lnTo>
                    <a:pt x="143135" y="210033"/>
                  </a:lnTo>
                  <a:lnTo>
                    <a:pt x="125882" y="192796"/>
                  </a:lnTo>
                  <a:cubicBezTo>
                    <a:pt x="123326" y="190243"/>
                    <a:pt x="123326" y="186412"/>
                    <a:pt x="125882" y="183859"/>
                  </a:cubicBezTo>
                  <a:cubicBezTo>
                    <a:pt x="125882" y="183859"/>
                    <a:pt x="125882" y="183859"/>
                    <a:pt x="125882" y="183859"/>
                  </a:cubicBezTo>
                  <a:lnTo>
                    <a:pt x="197449" y="112358"/>
                  </a:lnTo>
                  <a:lnTo>
                    <a:pt x="191059" y="105974"/>
                  </a:lnTo>
                  <a:cubicBezTo>
                    <a:pt x="189142" y="104059"/>
                    <a:pt x="188503" y="102144"/>
                    <a:pt x="189781" y="99590"/>
                  </a:cubicBezTo>
                  <a:cubicBezTo>
                    <a:pt x="190420" y="97675"/>
                    <a:pt x="192337" y="95760"/>
                    <a:pt x="194254" y="95121"/>
                  </a:cubicBezTo>
                  <a:lnTo>
                    <a:pt x="281157" y="73416"/>
                  </a:lnTo>
                  <a:cubicBezTo>
                    <a:pt x="283074" y="72777"/>
                    <a:pt x="285630" y="73416"/>
                    <a:pt x="286908" y="75331"/>
                  </a:cubicBezTo>
                  <a:cubicBezTo>
                    <a:pt x="288825" y="77246"/>
                    <a:pt x="289464" y="79800"/>
                    <a:pt x="288825" y="81715"/>
                  </a:cubicBezTo>
                  <a:lnTo>
                    <a:pt x="288825" y="81715"/>
                  </a:lnTo>
                  <a:close/>
                </a:path>
              </a:pathLst>
            </a:custGeom>
            <a:solidFill>
              <a:srgbClr val="005587"/>
            </a:solidFill>
            <a:ln w="6390" cap="flat">
              <a:noFill/>
              <a:prstDash val="solid"/>
              <a:miter/>
            </a:ln>
          </p:spPr>
          <p:txBody>
            <a:bodyPr rtlCol="0" anchor="ctr"/>
            <a:lstStyle/>
            <a:p>
              <a:endParaRPr lang="en-US"/>
            </a:p>
          </p:txBody>
        </p:sp>
        <p:sp>
          <p:nvSpPr>
            <p:cNvPr id="553" name="Graphic 4">
              <a:extLst>
                <a:ext uri="{FF2B5EF4-FFF2-40B4-BE49-F238E27FC236}">
                  <a16:creationId xmlns:a16="http://schemas.microsoft.com/office/drawing/2014/main" id="{D2C774F4-AE27-0F4A-8652-6216F18824DC}"/>
                </a:ext>
              </a:extLst>
            </p:cNvPr>
            <p:cNvSpPr/>
            <p:nvPr/>
          </p:nvSpPr>
          <p:spPr>
            <a:xfrm>
              <a:off x="2091426" y="3946102"/>
              <a:ext cx="101600" cy="101505"/>
            </a:xfrm>
            <a:custGeom>
              <a:avLst/>
              <a:gdLst>
                <a:gd name="connsiteX0" fmla="*/ 0 w 101600"/>
                <a:gd name="connsiteY0" fmla="*/ 67032 h 101505"/>
                <a:gd name="connsiteX1" fmla="*/ 17253 w 101600"/>
                <a:gd name="connsiteY1" fmla="*/ 84269 h 101505"/>
                <a:gd name="connsiteX2" fmla="*/ 17253 w 101600"/>
                <a:gd name="connsiteY2" fmla="*/ 84269 h 101505"/>
                <a:gd name="connsiteX3" fmla="*/ 17253 w 101600"/>
                <a:gd name="connsiteY3" fmla="*/ 84269 h 101505"/>
                <a:gd name="connsiteX4" fmla="*/ 34506 w 101600"/>
                <a:gd name="connsiteY4" fmla="*/ 101505 h 101505"/>
                <a:gd name="connsiteX5" fmla="*/ 101600 w 101600"/>
                <a:gd name="connsiteY5" fmla="*/ 34474 h 101505"/>
                <a:gd name="connsiteX6" fmla="*/ 67094 w 101600"/>
                <a:gd name="connsiteY6" fmla="*/ 0 h 101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600" h="101505">
                  <a:moveTo>
                    <a:pt x="0" y="67032"/>
                  </a:moveTo>
                  <a:lnTo>
                    <a:pt x="17253" y="84269"/>
                  </a:lnTo>
                  <a:lnTo>
                    <a:pt x="17253" y="84269"/>
                  </a:lnTo>
                  <a:lnTo>
                    <a:pt x="17253" y="84269"/>
                  </a:lnTo>
                  <a:lnTo>
                    <a:pt x="34506" y="101505"/>
                  </a:lnTo>
                  <a:lnTo>
                    <a:pt x="101600" y="34474"/>
                  </a:lnTo>
                  <a:lnTo>
                    <a:pt x="67094" y="0"/>
                  </a:lnTo>
                  <a:close/>
                </a:path>
              </a:pathLst>
            </a:custGeom>
            <a:solidFill>
              <a:srgbClr val="005587"/>
            </a:solidFill>
            <a:ln w="6390" cap="flat">
              <a:noFill/>
              <a:prstDash val="solid"/>
              <a:miter/>
            </a:ln>
          </p:spPr>
          <p:txBody>
            <a:bodyPr rtlCol="0" anchor="ctr"/>
            <a:lstStyle/>
            <a:p>
              <a:endParaRPr lang="en-US"/>
            </a:p>
          </p:txBody>
        </p:sp>
      </p:grpSp>
      <p:grpSp>
        <p:nvGrpSpPr>
          <p:cNvPr id="554" name="Graphic 4">
            <a:extLst>
              <a:ext uri="{FF2B5EF4-FFF2-40B4-BE49-F238E27FC236}">
                <a16:creationId xmlns:a16="http://schemas.microsoft.com/office/drawing/2014/main" id="{D5949D6F-1956-EA4F-BDC2-C113457F2182}"/>
              </a:ext>
            </a:extLst>
          </p:cNvPr>
          <p:cNvGrpSpPr/>
          <p:nvPr/>
        </p:nvGrpSpPr>
        <p:grpSpPr>
          <a:xfrm>
            <a:off x="905454" y="1402723"/>
            <a:ext cx="362309" cy="361971"/>
            <a:chOff x="905454" y="1402723"/>
            <a:chExt cx="362309" cy="361971"/>
          </a:xfrm>
          <a:solidFill>
            <a:srgbClr val="005587"/>
          </a:solidFill>
        </p:grpSpPr>
        <p:sp>
          <p:nvSpPr>
            <p:cNvPr id="555" name="Graphic 4">
              <a:extLst>
                <a:ext uri="{FF2B5EF4-FFF2-40B4-BE49-F238E27FC236}">
                  <a16:creationId xmlns:a16="http://schemas.microsoft.com/office/drawing/2014/main" id="{611908E2-EDF5-884D-908A-6837844046CD}"/>
                </a:ext>
              </a:extLst>
            </p:cNvPr>
            <p:cNvSpPr/>
            <p:nvPr/>
          </p:nvSpPr>
          <p:spPr>
            <a:xfrm>
              <a:off x="1034530" y="1583390"/>
              <a:ext cx="103517" cy="26174"/>
            </a:xfrm>
            <a:custGeom>
              <a:avLst/>
              <a:gdLst>
                <a:gd name="connsiteX0" fmla="*/ 103517 w 103517"/>
                <a:gd name="connsiteY0" fmla="*/ 8938 h 26174"/>
                <a:gd name="connsiteX1" fmla="*/ 100961 w 103517"/>
                <a:gd name="connsiteY1" fmla="*/ 8299 h 26174"/>
                <a:gd name="connsiteX2" fmla="*/ 93293 w 103517"/>
                <a:gd name="connsiteY2" fmla="*/ 5746 h 26174"/>
                <a:gd name="connsiteX3" fmla="*/ 92654 w 103517"/>
                <a:gd name="connsiteY3" fmla="*/ 5746 h 26174"/>
                <a:gd name="connsiteX4" fmla="*/ 86264 w 103517"/>
                <a:gd name="connsiteY4" fmla="*/ 3192 h 26174"/>
                <a:gd name="connsiteX5" fmla="*/ 75401 w 103517"/>
                <a:gd name="connsiteY5" fmla="*/ 3192 h 26174"/>
                <a:gd name="connsiteX6" fmla="*/ 69011 w 103517"/>
                <a:gd name="connsiteY6" fmla="*/ 5746 h 26174"/>
                <a:gd name="connsiteX7" fmla="*/ 65816 w 103517"/>
                <a:gd name="connsiteY7" fmla="*/ 0 h 26174"/>
                <a:gd name="connsiteX8" fmla="*/ 68372 w 103517"/>
                <a:gd name="connsiteY8" fmla="*/ 5746 h 26174"/>
                <a:gd name="connsiteX9" fmla="*/ 60704 w 103517"/>
                <a:gd name="connsiteY9" fmla="*/ 8299 h 26174"/>
                <a:gd name="connsiteX10" fmla="*/ 42813 w 103517"/>
                <a:gd name="connsiteY10" fmla="*/ 8299 h 26174"/>
                <a:gd name="connsiteX11" fmla="*/ 35145 w 103517"/>
                <a:gd name="connsiteY11" fmla="*/ 5746 h 26174"/>
                <a:gd name="connsiteX12" fmla="*/ 34506 w 103517"/>
                <a:gd name="connsiteY12" fmla="*/ 5746 h 26174"/>
                <a:gd name="connsiteX13" fmla="*/ 28116 w 103517"/>
                <a:gd name="connsiteY13" fmla="*/ 3192 h 26174"/>
                <a:gd name="connsiteX14" fmla="*/ 17253 w 103517"/>
                <a:gd name="connsiteY14" fmla="*/ 3192 h 26174"/>
                <a:gd name="connsiteX15" fmla="*/ 10863 w 103517"/>
                <a:gd name="connsiteY15" fmla="*/ 5746 h 26174"/>
                <a:gd name="connsiteX16" fmla="*/ 7668 w 103517"/>
                <a:gd name="connsiteY16" fmla="*/ 0 h 26174"/>
                <a:gd name="connsiteX17" fmla="*/ 10224 w 103517"/>
                <a:gd name="connsiteY17" fmla="*/ 5746 h 26174"/>
                <a:gd name="connsiteX18" fmla="*/ 2556 w 103517"/>
                <a:gd name="connsiteY18" fmla="*/ 8299 h 26174"/>
                <a:gd name="connsiteX19" fmla="*/ 0 w 103517"/>
                <a:gd name="connsiteY19" fmla="*/ 8938 h 26174"/>
                <a:gd name="connsiteX20" fmla="*/ 0 w 103517"/>
                <a:gd name="connsiteY20" fmla="*/ 26174 h 26174"/>
                <a:gd name="connsiteX21" fmla="*/ 102878 w 103517"/>
                <a:gd name="connsiteY21" fmla="*/ 26174 h 26174"/>
                <a:gd name="connsiteX22" fmla="*/ 103517 w 103517"/>
                <a:gd name="connsiteY22" fmla="*/ 8938 h 2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3517" h="26174">
                  <a:moveTo>
                    <a:pt x="103517" y="8938"/>
                  </a:moveTo>
                  <a:cubicBezTo>
                    <a:pt x="102878" y="8938"/>
                    <a:pt x="101600" y="8938"/>
                    <a:pt x="100961" y="8299"/>
                  </a:cubicBezTo>
                  <a:cubicBezTo>
                    <a:pt x="98405" y="7661"/>
                    <a:pt x="95849" y="6384"/>
                    <a:pt x="93293" y="5746"/>
                  </a:cubicBezTo>
                  <a:lnTo>
                    <a:pt x="92654" y="5746"/>
                  </a:lnTo>
                  <a:cubicBezTo>
                    <a:pt x="90737" y="5107"/>
                    <a:pt x="88181" y="4469"/>
                    <a:pt x="86264" y="3192"/>
                  </a:cubicBezTo>
                  <a:cubicBezTo>
                    <a:pt x="82430" y="1915"/>
                    <a:pt x="78596" y="1915"/>
                    <a:pt x="75401" y="3192"/>
                  </a:cubicBezTo>
                  <a:cubicBezTo>
                    <a:pt x="73484" y="3830"/>
                    <a:pt x="71567" y="4469"/>
                    <a:pt x="69011" y="5746"/>
                  </a:cubicBezTo>
                  <a:lnTo>
                    <a:pt x="65816" y="0"/>
                  </a:lnTo>
                  <a:lnTo>
                    <a:pt x="68372" y="5746"/>
                  </a:lnTo>
                  <a:cubicBezTo>
                    <a:pt x="65816" y="7022"/>
                    <a:pt x="63260" y="7661"/>
                    <a:pt x="60704" y="8299"/>
                  </a:cubicBezTo>
                  <a:cubicBezTo>
                    <a:pt x="54954" y="10214"/>
                    <a:pt x="48564" y="10214"/>
                    <a:pt x="42813" y="8299"/>
                  </a:cubicBezTo>
                  <a:cubicBezTo>
                    <a:pt x="40257" y="7661"/>
                    <a:pt x="37701" y="6384"/>
                    <a:pt x="35145" y="5746"/>
                  </a:cubicBezTo>
                  <a:lnTo>
                    <a:pt x="34506" y="5746"/>
                  </a:lnTo>
                  <a:cubicBezTo>
                    <a:pt x="32589" y="5107"/>
                    <a:pt x="30033" y="4469"/>
                    <a:pt x="28116" y="3192"/>
                  </a:cubicBezTo>
                  <a:cubicBezTo>
                    <a:pt x="24282" y="1915"/>
                    <a:pt x="20448" y="1915"/>
                    <a:pt x="17253" y="3192"/>
                  </a:cubicBezTo>
                  <a:cubicBezTo>
                    <a:pt x="15336" y="3830"/>
                    <a:pt x="13419" y="4469"/>
                    <a:pt x="10863" y="5746"/>
                  </a:cubicBezTo>
                  <a:lnTo>
                    <a:pt x="7668" y="0"/>
                  </a:lnTo>
                  <a:lnTo>
                    <a:pt x="10224" y="5746"/>
                  </a:lnTo>
                  <a:cubicBezTo>
                    <a:pt x="7668" y="7022"/>
                    <a:pt x="5112" y="7661"/>
                    <a:pt x="2556" y="8299"/>
                  </a:cubicBezTo>
                  <a:cubicBezTo>
                    <a:pt x="1917" y="8299"/>
                    <a:pt x="639" y="8938"/>
                    <a:pt x="0" y="8938"/>
                  </a:cubicBezTo>
                  <a:lnTo>
                    <a:pt x="0" y="26174"/>
                  </a:lnTo>
                  <a:lnTo>
                    <a:pt x="102878" y="26174"/>
                  </a:lnTo>
                  <a:lnTo>
                    <a:pt x="103517" y="8938"/>
                  </a:lnTo>
                  <a:close/>
                </a:path>
              </a:pathLst>
            </a:custGeom>
            <a:solidFill>
              <a:srgbClr val="005587"/>
            </a:solidFill>
            <a:ln w="6390" cap="flat">
              <a:noFill/>
              <a:prstDash val="solid"/>
              <a:miter/>
            </a:ln>
          </p:spPr>
          <p:txBody>
            <a:bodyPr rtlCol="0" anchor="ctr"/>
            <a:lstStyle/>
            <a:p>
              <a:endParaRPr lang="en-US"/>
            </a:p>
          </p:txBody>
        </p:sp>
        <p:sp>
          <p:nvSpPr>
            <p:cNvPr id="556" name="Graphic 4">
              <a:extLst>
                <a:ext uri="{FF2B5EF4-FFF2-40B4-BE49-F238E27FC236}">
                  <a16:creationId xmlns:a16="http://schemas.microsoft.com/office/drawing/2014/main" id="{78A336CA-13A1-C74E-A514-BE73289CEF9C}"/>
                </a:ext>
              </a:extLst>
            </p:cNvPr>
            <p:cNvSpPr/>
            <p:nvPr/>
          </p:nvSpPr>
          <p:spPr>
            <a:xfrm>
              <a:off x="1035169" y="1558492"/>
              <a:ext cx="104794" cy="26174"/>
            </a:xfrm>
            <a:custGeom>
              <a:avLst/>
              <a:gdLst>
                <a:gd name="connsiteX0" fmla="*/ 5112 w 104794"/>
                <a:gd name="connsiteY0" fmla="*/ 19152 h 26174"/>
                <a:gd name="connsiteX1" fmla="*/ 5751 w 104794"/>
                <a:gd name="connsiteY1" fmla="*/ 19152 h 26174"/>
                <a:gd name="connsiteX2" fmla="*/ 13419 w 104794"/>
                <a:gd name="connsiteY2" fmla="*/ 16598 h 26174"/>
                <a:gd name="connsiteX3" fmla="*/ 31311 w 104794"/>
                <a:gd name="connsiteY3" fmla="*/ 16598 h 26174"/>
                <a:gd name="connsiteX4" fmla="*/ 38979 w 104794"/>
                <a:gd name="connsiteY4" fmla="*/ 19152 h 26174"/>
                <a:gd name="connsiteX5" fmla="*/ 37701 w 104794"/>
                <a:gd name="connsiteY5" fmla="*/ 25536 h 26174"/>
                <a:gd name="connsiteX6" fmla="*/ 40257 w 104794"/>
                <a:gd name="connsiteY6" fmla="*/ 19790 h 26174"/>
                <a:gd name="connsiteX7" fmla="*/ 46647 w 104794"/>
                <a:gd name="connsiteY7" fmla="*/ 22344 h 26174"/>
                <a:gd name="connsiteX8" fmla="*/ 57509 w 104794"/>
                <a:gd name="connsiteY8" fmla="*/ 22344 h 26174"/>
                <a:gd name="connsiteX9" fmla="*/ 63899 w 104794"/>
                <a:gd name="connsiteY9" fmla="*/ 19790 h 26174"/>
                <a:gd name="connsiteX10" fmla="*/ 64538 w 104794"/>
                <a:gd name="connsiteY10" fmla="*/ 19790 h 26174"/>
                <a:gd name="connsiteX11" fmla="*/ 72206 w 104794"/>
                <a:gd name="connsiteY11" fmla="*/ 17237 h 26174"/>
                <a:gd name="connsiteX12" fmla="*/ 90098 w 104794"/>
                <a:gd name="connsiteY12" fmla="*/ 17237 h 26174"/>
                <a:gd name="connsiteX13" fmla="*/ 97766 w 104794"/>
                <a:gd name="connsiteY13" fmla="*/ 19790 h 26174"/>
                <a:gd name="connsiteX14" fmla="*/ 96488 w 104794"/>
                <a:gd name="connsiteY14" fmla="*/ 26174 h 26174"/>
                <a:gd name="connsiteX15" fmla="*/ 99044 w 104794"/>
                <a:gd name="connsiteY15" fmla="*/ 20429 h 26174"/>
                <a:gd name="connsiteX16" fmla="*/ 104795 w 104794"/>
                <a:gd name="connsiteY16" fmla="*/ 22344 h 26174"/>
                <a:gd name="connsiteX17" fmla="*/ 104795 w 104794"/>
                <a:gd name="connsiteY17" fmla="*/ 6384 h 26174"/>
                <a:gd name="connsiteX18" fmla="*/ 98405 w 104794"/>
                <a:gd name="connsiteY18" fmla="*/ 0 h 26174"/>
                <a:gd name="connsiteX19" fmla="*/ 6390 w 104794"/>
                <a:gd name="connsiteY19" fmla="*/ 0 h 26174"/>
                <a:gd name="connsiteX20" fmla="*/ 0 w 104794"/>
                <a:gd name="connsiteY20" fmla="*/ 6384 h 26174"/>
                <a:gd name="connsiteX21" fmla="*/ 0 w 104794"/>
                <a:gd name="connsiteY21" fmla="*/ 22344 h 26174"/>
                <a:gd name="connsiteX22" fmla="*/ 5112 w 104794"/>
                <a:gd name="connsiteY22" fmla="*/ 19152 h 2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4794" h="26174">
                  <a:moveTo>
                    <a:pt x="5112" y="19152"/>
                  </a:moveTo>
                  <a:lnTo>
                    <a:pt x="5751" y="19152"/>
                  </a:lnTo>
                  <a:cubicBezTo>
                    <a:pt x="8307" y="18514"/>
                    <a:pt x="10863" y="17237"/>
                    <a:pt x="13419" y="16598"/>
                  </a:cubicBezTo>
                  <a:cubicBezTo>
                    <a:pt x="19170" y="14683"/>
                    <a:pt x="25560" y="14683"/>
                    <a:pt x="31311" y="16598"/>
                  </a:cubicBezTo>
                  <a:cubicBezTo>
                    <a:pt x="33867" y="17237"/>
                    <a:pt x="36423" y="18514"/>
                    <a:pt x="38979" y="19152"/>
                  </a:cubicBezTo>
                  <a:lnTo>
                    <a:pt x="37701" y="25536"/>
                  </a:lnTo>
                  <a:lnTo>
                    <a:pt x="40257" y="19790"/>
                  </a:lnTo>
                  <a:cubicBezTo>
                    <a:pt x="42174" y="20429"/>
                    <a:pt x="44730" y="21706"/>
                    <a:pt x="46647" y="22344"/>
                  </a:cubicBezTo>
                  <a:cubicBezTo>
                    <a:pt x="50480" y="23621"/>
                    <a:pt x="54314" y="23621"/>
                    <a:pt x="57509" y="22344"/>
                  </a:cubicBezTo>
                  <a:cubicBezTo>
                    <a:pt x="59426" y="21706"/>
                    <a:pt x="61343" y="21067"/>
                    <a:pt x="63899" y="19790"/>
                  </a:cubicBezTo>
                  <a:lnTo>
                    <a:pt x="64538" y="19790"/>
                  </a:lnTo>
                  <a:cubicBezTo>
                    <a:pt x="67094" y="19152"/>
                    <a:pt x="69650" y="17875"/>
                    <a:pt x="72206" y="17237"/>
                  </a:cubicBezTo>
                  <a:cubicBezTo>
                    <a:pt x="77957" y="15322"/>
                    <a:pt x="84347" y="15322"/>
                    <a:pt x="90098" y="17237"/>
                  </a:cubicBezTo>
                  <a:cubicBezTo>
                    <a:pt x="92654" y="17875"/>
                    <a:pt x="95210" y="19152"/>
                    <a:pt x="97766" y="19790"/>
                  </a:cubicBezTo>
                  <a:lnTo>
                    <a:pt x="96488" y="26174"/>
                  </a:lnTo>
                  <a:lnTo>
                    <a:pt x="99044" y="20429"/>
                  </a:lnTo>
                  <a:cubicBezTo>
                    <a:pt x="100961" y="21067"/>
                    <a:pt x="102878" y="21706"/>
                    <a:pt x="104795" y="22344"/>
                  </a:cubicBezTo>
                  <a:lnTo>
                    <a:pt x="104795" y="6384"/>
                  </a:lnTo>
                  <a:cubicBezTo>
                    <a:pt x="104795" y="2554"/>
                    <a:pt x="102239" y="0"/>
                    <a:pt x="98405" y="0"/>
                  </a:cubicBezTo>
                  <a:lnTo>
                    <a:pt x="6390" y="0"/>
                  </a:lnTo>
                  <a:cubicBezTo>
                    <a:pt x="2556" y="0"/>
                    <a:pt x="0" y="2554"/>
                    <a:pt x="0" y="6384"/>
                  </a:cubicBezTo>
                  <a:lnTo>
                    <a:pt x="0" y="22344"/>
                  </a:lnTo>
                  <a:cubicBezTo>
                    <a:pt x="1278" y="20429"/>
                    <a:pt x="3195" y="19790"/>
                    <a:pt x="5112" y="19152"/>
                  </a:cubicBezTo>
                  <a:close/>
                </a:path>
              </a:pathLst>
            </a:custGeom>
            <a:solidFill>
              <a:srgbClr val="005587"/>
            </a:solidFill>
            <a:ln w="6390" cap="flat">
              <a:noFill/>
              <a:prstDash val="solid"/>
              <a:miter/>
            </a:ln>
          </p:spPr>
          <p:txBody>
            <a:bodyPr rtlCol="0" anchor="ctr"/>
            <a:lstStyle/>
            <a:p>
              <a:endParaRPr lang="en-US"/>
            </a:p>
          </p:txBody>
        </p:sp>
        <p:sp>
          <p:nvSpPr>
            <p:cNvPr id="557" name="Graphic 4">
              <a:extLst>
                <a:ext uri="{FF2B5EF4-FFF2-40B4-BE49-F238E27FC236}">
                  <a16:creationId xmlns:a16="http://schemas.microsoft.com/office/drawing/2014/main" id="{6A80AC18-39DE-794D-8881-FE75B81B5178}"/>
                </a:ext>
              </a:extLst>
            </p:cNvPr>
            <p:cNvSpPr/>
            <p:nvPr/>
          </p:nvSpPr>
          <p:spPr>
            <a:xfrm>
              <a:off x="1159134" y="1646591"/>
              <a:ext cx="639" cy="1915"/>
            </a:xfrm>
            <a:custGeom>
              <a:avLst/>
              <a:gdLst>
                <a:gd name="connsiteX0" fmla="*/ 639 w 639"/>
                <a:gd name="connsiteY0" fmla="*/ 638 h 1915"/>
                <a:gd name="connsiteX1" fmla="*/ 639 w 639"/>
                <a:gd name="connsiteY1" fmla="*/ 0 h 1915"/>
                <a:gd name="connsiteX2" fmla="*/ 0 w 639"/>
                <a:gd name="connsiteY2" fmla="*/ 1915 h 1915"/>
              </a:gdLst>
              <a:ahLst/>
              <a:cxnLst>
                <a:cxn ang="0">
                  <a:pos x="connsiteX0" y="connsiteY0"/>
                </a:cxn>
                <a:cxn ang="0">
                  <a:pos x="connsiteX1" y="connsiteY1"/>
                </a:cxn>
                <a:cxn ang="0">
                  <a:pos x="connsiteX2" y="connsiteY2"/>
                </a:cxn>
              </a:cxnLst>
              <a:rect l="l" t="t" r="r" b="b"/>
              <a:pathLst>
                <a:path w="639" h="1915">
                  <a:moveTo>
                    <a:pt x="639" y="638"/>
                  </a:moveTo>
                  <a:lnTo>
                    <a:pt x="639" y="0"/>
                  </a:lnTo>
                  <a:lnTo>
                    <a:pt x="0" y="1915"/>
                  </a:lnTo>
                  <a:close/>
                </a:path>
              </a:pathLst>
            </a:custGeom>
            <a:solidFill>
              <a:srgbClr val="005587"/>
            </a:solidFill>
            <a:ln w="6390" cap="flat">
              <a:noFill/>
              <a:prstDash val="solid"/>
              <a:miter/>
            </a:ln>
          </p:spPr>
          <p:txBody>
            <a:bodyPr rtlCol="0" anchor="ctr"/>
            <a:lstStyle/>
            <a:p>
              <a:endParaRPr lang="en-US"/>
            </a:p>
          </p:txBody>
        </p:sp>
        <p:sp>
          <p:nvSpPr>
            <p:cNvPr id="558" name="Graphic 4">
              <a:extLst>
                <a:ext uri="{FF2B5EF4-FFF2-40B4-BE49-F238E27FC236}">
                  <a16:creationId xmlns:a16="http://schemas.microsoft.com/office/drawing/2014/main" id="{34BB878F-3F87-C54A-9DC7-8CB73C18A964}"/>
                </a:ext>
              </a:extLst>
            </p:cNvPr>
            <p:cNvSpPr/>
            <p:nvPr/>
          </p:nvSpPr>
          <p:spPr>
            <a:xfrm>
              <a:off x="1013444" y="1648506"/>
              <a:ext cx="146968" cy="25535"/>
            </a:xfrm>
            <a:custGeom>
              <a:avLst/>
              <a:gdLst>
                <a:gd name="connsiteX0" fmla="*/ 143774 w 146968"/>
                <a:gd name="connsiteY0" fmla="*/ 6384 h 25535"/>
                <a:gd name="connsiteX1" fmla="*/ 143135 w 146968"/>
                <a:gd name="connsiteY1" fmla="*/ 6384 h 25535"/>
                <a:gd name="connsiteX2" fmla="*/ 136745 w 146968"/>
                <a:gd name="connsiteY2" fmla="*/ 3830 h 25535"/>
                <a:gd name="connsiteX3" fmla="*/ 125882 w 146968"/>
                <a:gd name="connsiteY3" fmla="*/ 3830 h 25535"/>
                <a:gd name="connsiteX4" fmla="*/ 119492 w 146968"/>
                <a:gd name="connsiteY4" fmla="*/ 6384 h 25535"/>
                <a:gd name="connsiteX5" fmla="*/ 116297 w 146968"/>
                <a:gd name="connsiteY5" fmla="*/ 638 h 25535"/>
                <a:gd name="connsiteX6" fmla="*/ 118853 w 146968"/>
                <a:gd name="connsiteY6" fmla="*/ 6384 h 25535"/>
                <a:gd name="connsiteX7" fmla="*/ 111185 w 146968"/>
                <a:gd name="connsiteY7" fmla="*/ 8938 h 25535"/>
                <a:gd name="connsiteX8" fmla="*/ 102239 w 146968"/>
                <a:gd name="connsiteY8" fmla="*/ 10214 h 25535"/>
                <a:gd name="connsiteX9" fmla="*/ 93293 w 146968"/>
                <a:gd name="connsiteY9" fmla="*/ 8938 h 25535"/>
                <a:gd name="connsiteX10" fmla="*/ 85625 w 146968"/>
                <a:gd name="connsiteY10" fmla="*/ 6384 h 25535"/>
                <a:gd name="connsiteX11" fmla="*/ 84986 w 146968"/>
                <a:gd name="connsiteY11" fmla="*/ 6384 h 25535"/>
                <a:gd name="connsiteX12" fmla="*/ 78596 w 146968"/>
                <a:gd name="connsiteY12" fmla="*/ 3830 h 25535"/>
                <a:gd name="connsiteX13" fmla="*/ 67733 w 146968"/>
                <a:gd name="connsiteY13" fmla="*/ 3830 h 25535"/>
                <a:gd name="connsiteX14" fmla="*/ 61343 w 146968"/>
                <a:gd name="connsiteY14" fmla="*/ 6384 h 25535"/>
                <a:gd name="connsiteX15" fmla="*/ 58148 w 146968"/>
                <a:gd name="connsiteY15" fmla="*/ 638 h 25535"/>
                <a:gd name="connsiteX16" fmla="*/ 60704 w 146968"/>
                <a:gd name="connsiteY16" fmla="*/ 6384 h 25535"/>
                <a:gd name="connsiteX17" fmla="*/ 53036 w 146968"/>
                <a:gd name="connsiteY17" fmla="*/ 8938 h 25535"/>
                <a:gd name="connsiteX18" fmla="*/ 35145 w 146968"/>
                <a:gd name="connsiteY18" fmla="*/ 8938 h 25535"/>
                <a:gd name="connsiteX19" fmla="*/ 27477 w 146968"/>
                <a:gd name="connsiteY19" fmla="*/ 6384 h 25535"/>
                <a:gd name="connsiteX20" fmla="*/ 26838 w 146968"/>
                <a:gd name="connsiteY20" fmla="*/ 6384 h 25535"/>
                <a:gd name="connsiteX21" fmla="*/ 20448 w 146968"/>
                <a:gd name="connsiteY21" fmla="*/ 3830 h 25535"/>
                <a:gd name="connsiteX22" fmla="*/ 9585 w 146968"/>
                <a:gd name="connsiteY22" fmla="*/ 3830 h 25535"/>
                <a:gd name="connsiteX23" fmla="*/ 3195 w 146968"/>
                <a:gd name="connsiteY23" fmla="*/ 5746 h 25535"/>
                <a:gd name="connsiteX24" fmla="*/ 0 w 146968"/>
                <a:gd name="connsiteY24" fmla="*/ 0 h 25535"/>
                <a:gd name="connsiteX25" fmla="*/ 2556 w 146968"/>
                <a:gd name="connsiteY25" fmla="*/ 5746 h 25535"/>
                <a:gd name="connsiteX26" fmla="*/ 0 w 146968"/>
                <a:gd name="connsiteY26" fmla="*/ 6384 h 25535"/>
                <a:gd name="connsiteX27" fmla="*/ 0 w 146968"/>
                <a:gd name="connsiteY27" fmla="*/ 25536 h 25535"/>
                <a:gd name="connsiteX28" fmla="*/ 146969 w 146968"/>
                <a:gd name="connsiteY28" fmla="*/ 25536 h 25535"/>
                <a:gd name="connsiteX29" fmla="*/ 146969 w 146968"/>
                <a:gd name="connsiteY29" fmla="*/ 6384 h 25535"/>
                <a:gd name="connsiteX30" fmla="*/ 143774 w 146968"/>
                <a:gd name="connsiteY30" fmla="*/ 6384 h 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46968" h="25535">
                  <a:moveTo>
                    <a:pt x="143774" y="6384"/>
                  </a:moveTo>
                  <a:lnTo>
                    <a:pt x="143135" y="6384"/>
                  </a:lnTo>
                  <a:cubicBezTo>
                    <a:pt x="141218" y="5746"/>
                    <a:pt x="138662" y="4469"/>
                    <a:pt x="136745" y="3830"/>
                  </a:cubicBezTo>
                  <a:cubicBezTo>
                    <a:pt x="132911" y="2554"/>
                    <a:pt x="129077" y="2554"/>
                    <a:pt x="125882" y="3830"/>
                  </a:cubicBezTo>
                  <a:cubicBezTo>
                    <a:pt x="123965" y="4469"/>
                    <a:pt x="122048" y="5107"/>
                    <a:pt x="119492" y="6384"/>
                  </a:cubicBezTo>
                  <a:lnTo>
                    <a:pt x="116297" y="638"/>
                  </a:lnTo>
                  <a:lnTo>
                    <a:pt x="118853" y="6384"/>
                  </a:lnTo>
                  <a:cubicBezTo>
                    <a:pt x="116297" y="7022"/>
                    <a:pt x="113741" y="8299"/>
                    <a:pt x="111185" y="8938"/>
                  </a:cubicBezTo>
                  <a:cubicBezTo>
                    <a:pt x="107990" y="9576"/>
                    <a:pt x="105434" y="10214"/>
                    <a:pt x="102239" y="10214"/>
                  </a:cubicBezTo>
                  <a:cubicBezTo>
                    <a:pt x="99044" y="10214"/>
                    <a:pt x="96488" y="9576"/>
                    <a:pt x="93293" y="8938"/>
                  </a:cubicBezTo>
                  <a:cubicBezTo>
                    <a:pt x="90737" y="8299"/>
                    <a:pt x="88181" y="7022"/>
                    <a:pt x="85625" y="6384"/>
                  </a:cubicBezTo>
                  <a:lnTo>
                    <a:pt x="84986" y="6384"/>
                  </a:lnTo>
                  <a:cubicBezTo>
                    <a:pt x="83069" y="5746"/>
                    <a:pt x="80513" y="4469"/>
                    <a:pt x="78596" y="3830"/>
                  </a:cubicBezTo>
                  <a:cubicBezTo>
                    <a:pt x="74762" y="2554"/>
                    <a:pt x="70928" y="2554"/>
                    <a:pt x="67733" y="3830"/>
                  </a:cubicBezTo>
                  <a:cubicBezTo>
                    <a:pt x="65816" y="4469"/>
                    <a:pt x="63899" y="5107"/>
                    <a:pt x="61343" y="6384"/>
                  </a:cubicBezTo>
                  <a:lnTo>
                    <a:pt x="58148" y="638"/>
                  </a:lnTo>
                  <a:lnTo>
                    <a:pt x="60704" y="6384"/>
                  </a:lnTo>
                  <a:cubicBezTo>
                    <a:pt x="58148" y="7022"/>
                    <a:pt x="55592" y="8299"/>
                    <a:pt x="53036" y="8938"/>
                  </a:cubicBezTo>
                  <a:cubicBezTo>
                    <a:pt x="47285" y="10853"/>
                    <a:pt x="40896" y="10853"/>
                    <a:pt x="35145" y="8938"/>
                  </a:cubicBezTo>
                  <a:cubicBezTo>
                    <a:pt x="32589" y="8299"/>
                    <a:pt x="30033" y="7022"/>
                    <a:pt x="27477" y="6384"/>
                  </a:cubicBezTo>
                  <a:lnTo>
                    <a:pt x="26838" y="6384"/>
                  </a:lnTo>
                  <a:cubicBezTo>
                    <a:pt x="24921" y="5746"/>
                    <a:pt x="22365" y="4469"/>
                    <a:pt x="20448" y="3830"/>
                  </a:cubicBezTo>
                  <a:cubicBezTo>
                    <a:pt x="16614" y="2554"/>
                    <a:pt x="12780" y="2554"/>
                    <a:pt x="9585" y="3830"/>
                  </a:cubicBezTo>
                  <a:cubicBezTo>
                    <a:pt x="7668" y="4469"/>
                    <a:pt x="5751" y="5107"/>
                    <a:pt x="3195" y="5746"/>
                  </a:cubicBezTo>
                  <a:lnTo>
                    <a:pt x="0" y="0"/>
                  </a:lnTo>
                  <a:lnTo>
                    <a:pt x="2556" y="5746"/>
                  </a:lnTo>
                  <a:cubicBezTo>
                    <a:pt x="1917" y="6384"/>
                    <a:pt x="639" y="6384"/>
                    <a:pt x="0" y="6384"/>
                  </a:cubicBezTo>
                  <a:lnTo>
                    <a:pt x="0" y="25536"/>
                  </a:lnTo>
                  <a:lnTo>
                    <a:pt x="146969" y="25536"/>
                  </a:lnTo>
                  <a:lnTo>
                    <a:pt x="146969" y="6384"/>
                  </a:lnTo>
                  <a:lnTo>
                    <a:pt x="143774" y="6384"/>
                  </a:lnTo>
                  <a:close/>
                </a:path>
              </a:pathLst>
            </a:custGeom>
            <a:solidFill>
              <a:srgbClr val="005587"/>
            </a:solidFill>
            <a:ln w="6390" cap="flat">
              <a:noFill/>
              <a:prstDash val="solid"/>
              <a:miter/>
            </a:ln>
          </p:spPr>
          <p:txBody>
            <a:bodyPr rtlCol="0" anchor="ctr"/>
            <a:lstStyle/>
            <a:p>
              <a:endParaRPr lang="en-US"/>
            </a:p>
          </p:txBody>
        </p:sp>
        <p:sp>
          <p:nvSpPr>
            <p:cNvPr id="559" name="Graphic 4">
              <a:extLst>
                <a:ext uri="{FF2B5EF4-FFF2-40B4-BE49-F238E27FC236}">
                  <a16:creationId xmlns:a16="http://schemas.microsoft.com/office/drawing/2014/main" id="{CF3F93A7-3B78-8042-AA62-DECB23A955B2}"/>
                </a:ext>
              </a:extLst>
            </p:cNvPr>
            <p:cNvSpPr/>
            <p:nvPr/>
          </p:nvSpPr>
          <p:spPr>
            <a:xfrm>
              <a:off x="1014722" y="1622970"/>
              <a:ext cx="146968" cy="26174"/>
            </a:xfrm>
            <a:custGeom>
              <a:avLst/>
              <a:gdLst>
                <a:gd name="connsiteX0" fmla="*/ 5112 w 146968"/>
                <a:gd name="connsiteY0" fmla="*/ 16598 h 26174"/>
                <a:gd name="connsiteX1" fmla="*/ 23004 w 146968"/>
                <a:gd name="connsiteY1" fmla="*/ 16598 h 26174"/>
                <a:gd name="connsiteX2" fmla="*/ 30672 w 146968"/>
                <a:gd name="connsiteY2" fmla="*/ 19152 h 26174"/>
                <a:gd name="connsiteX3" fmla="*/ 29394 w 146968"/>
                <a:gd name="connsiteY3" fmla="*/ 25536 h 26174"/>
                <a:gd name="connsiteX4" fmla="*/ 31950 w 146968"/>
                <a:gd name="connsiteY4" fmla="*/ 19790 h 26174"/>
                <a:gd name="connsiteX5" fmla="*/ 38340 w 146968"/>
                <a:gd name="connsiteY5" fmla="*/ 22344 h 26174"/>
                <a:gd name="connsiteX6" fmla="*/ 49202 w 146968"/>
                <a:gd name="connsiteY6" fmla="*/ 22344 h 26174"/>
                <a:gd name="connsiteX7" fmla="*/ 55592 w 146968"/>
                <a:gd name="connsiteY7" fmla="*/ 19790 h 26174"/>
                <a:gd name="connsiteX8" fmla="*/ 56231 w 146968"/>
                <a:gd name="connsiteY8" fmla="*/ 19790 h 26174"/>
                <a:gd name="connsiteX9" fmla="*/ 63899 w 146968"/>
                <a:gd name="connsiteY9" fmla="*/ 17237 h 26174"/>
                <a:gd name="connsiteX10" fmla="*/ 81791 w 146968"/>
                <a:gd name="connsiteY10" fmla="*/ 17237 h 26174"/>
                <a:gd name="connsiteX11" fmla="*/ 89459 w 146968"/>
                <a:gd name="connsiteY11" fmla="*/ 19790 h 26174"/>
                <a:gd name="connsiteX12" fmla="*/ 88181 w 146968"/>
                <a:gd name="connsiteY12" fmla="*/ 26174 h 26174"/>
                <a:gd name="connsiteX13" fmla="*/ 90737 w 146968"/>
                <a:gd name="connsiteY13" fmla="*/ 20429 h 26174"/>
                <a:gd name="connsiteX14" fmla="*/ 97127 w 146968"/>
                <a:gd name="connsiteY14" fmla="*/ 22982 h 26174"/>
                <a:gd name="connsiteX15" fmla="*/ 107990 w 146968"/>
                <a:gd name="connsiteY15" fmla="*/ 22982 h 26174"/>
                <a:gd name="connsiteX16" fmla="*/ 114380 w 146968"/>
                <a:gd name="connsiteY16" fmla="*/ 20429 h 26174"/>
                <a:gd name="connsiteX17" fmla="*/ 115019 w 146968"/>
                <a:gd name="connsiteY17" fmla="*/ 20429 h 26174"/>
                <a:gd name="connsiteX18" fmla="*/ 122687 w 146968"/>
                <a:gd name="connsiteY18" fmla="*/ 17875 h 26174"/>
                <a:gd name="connsiteX19" fmla="*/ 140579 w 146968"/>
                <a:gd name="connsiteY19" fmla="*/ 17875 h 26174"/>
                <a:gd name="connsiteX20" fmla="*/ 146969 w 146968"/>
                <a:gd name="connsiteY20" fmla="*/ 20429 h 26174"/>
                <a:gd name="connsiteX21" fmla="*/ 146969 w 146968"/>
                <a:gd name="connsiteY21" fmla="*/ 6384 h 26174"/>
                <a:gd name="connsiteX22" fmla="*/ 140579 w 146968"/>
                <a:gd name="connsiteY22" fmla="*/ 0 h 26174"/>
                <a:gd name="connsiteX23" fmla="*/ 6390 w 146968"/>
                <a:gd name="connsiteY23" fmla="*/ 0 h 26174"/>
                <a:gd name="connsiteX24" fmla="*/ 0 w 146968"/>
                <a:gd name="connsiteY24" fmla="*/ 6384 h 26174"/>
                <a:gd name="connsiteX25" fmla="*/ 0 w 146968"/>
                <a:gd name="connsiteY25" fmla="*/ 19790 h 26174"/>
                <a:gd name="connsiteX26" fmla="*/ 5112 w 146968"/>
                <a:gd name="connsiteY26" fmla="*/ 16598 h 2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6968" h="26174">
                  <a:moveTo>
                    <a:pt x="5112" y="16598"/>
                  </a:moveTo>
                  <a:cubicBezTo>
                    <a:pt x="10863" y="14683"/>
                    <a:pt x="17253" y="14683"/>
                    <a:pt x="23004" y="16598"/>
                  </a:cubicBezTo>
                  <a:cubicBezTo>
                    <a:pt x="25560" y="17237"/>
                    <a:pt x="28116" y="18514"/>
                    <a:pt x="30672" y="19152"/>
                  </a:cubicBezTo>
                  <a:lnTo>
                    <a:pt x="29394" y="25536"/>
                  </a:lnTo>
                  <a:lnTo>
                    <a:pt x="31950" y="19790"/>
                  </a:lnTo>
                  <a:cubicBezTo>
                    <a:pt x="33867" y="20429"/>
                    <a:pt x="36423" y="21067"/>
                    <a:pt x="38340" y="22344"/>
                  </a:cubicBezTo>
                  <a:cubicBezTo>
                    <a:pt x="42174" y="23621"/>
                    <a:pt x="46008" y="23621"/>
                    <a:pt x="49202" y="22344"/>
                  </a:cubicBezTo>
                  <a:cubicBezTo>
                    <a:pt x="51119" y="21706"/>
                    <a:pt x="53036" y="21067"/>
                    <a:pt x="55592" y="19790"/>
                  </a:cubicBezTo>
                  <a:lnTo>
                    <a:pt x="56231" y="19790"/>
                  </a:lnTo>
                  <a:cubicBezTo>
                    <a:pt x="58787" y="19152"/>
                    <a:pt x="61343" y="17875"/>
                    <a:pt x="63899" y="17237"/>
                  </a:cubicBezTo>
                  <a:cubicBezTo>
                    <a:pt x="69650" y="15322"/>
                    <a:pt x="76040" y="15322"/>
                    <a:pt x="81791" y="17237"/>
                  </a:cubicBezTo>
                  <a:cubicBezTo>
                    <a:pt x="84347" y="17875"/>
                    <a:pt x="86903" y="19152"/>
                    <a:pt x="89459" y="19790"/>
                  </a:cubicBezTo>
                  <a:lnTo>
                    <a:pt x="88181" y="26174"/>
                  </a:lnTo>
                  <a:lnTo>
                    <a:pt x="90737" y="20429"/>
                  </a:lnTo>
                  <a:cubicBezTo>
                    <a:pt x="92654" y="21067"/>
                    <a:pt x="95210" y="21706"/>
                    <a:pt x="97127" y="22982"/>
                  </a:cubicBezTo>
                  <a:cubicBezTo>
                    <a:pt x="100961" y="24259"/>
                    <a:pt x="104795" y="24259"/>
                    <a:pt x="107990" y="22982"/>
                  </a:cubicBezTo>
                  <a:cubicBezTo>
                    <a:pt x="109907" y="22344"/>
                    <a:pt x="111824" y="21706"/>
                    <a:pt x="114380" y="20429"/>
                  </a:cubicBezTo>
                  <a:lnTo>
                    <a:pt x="115019" y="20429"/>
                  </a:lnTo>
                  <a:cubicBezTo>
                    <a:pt x="117575" y="19790"/>
                    <a:pt x="120131" y="18514"/>
                    <a:pt x="122687" y="17875"/>
                  </a:cubicBezTo>
                  <a:cubicBezTo>
                    <a:pt x="128438" y="15960"/>
                    <a:pt x="134828" y="15960"/>
                    <a:pt x="140579" y="17875"/>
                  </a:cubicBezTo>
                  <a:cubicBezTo>
                    <a:pt x="142496" y="18514"/>
                    <a:pt x="145052" y="19152"/>
                    <a:pt x="146969" y="20429"/>
                  </a:cubicBezTo>
                  <a:lnTo>
                    <a:pt x="146969" y="6384"/>
                  </a:lnTo>
                  <a:cubicBezTo>
                    <a:pt x="146969" y="2554"/>
                    <a:pt x="144413" y="0"/>
                    <a:pt x="140579" y="0"/>
                  </a:cubicBezTo>
                  <a:lnTo>
                    <a:pt x="6390" y="0"/>
                  </a:lnTo>
                  <a:cubicBezTo>
                    <a:pt x="2556" y="0"/>
                    <a:pt x="0" y="2554"/>
                    <a:pt x="0" y="6384"/>
                  </a:cubicBezTo>
                  <a:lnTo>
                    <a:pt x="0" y="19790"/>
                  </a:lnTo>
                  <a:cubicBezTo>
                    <a:pt x="639" y="18514"/>
                    <a:pt x="2556" y="17237"/>
                    <a:pt x="5112" y="16598"/>
                  </a:cubicBezTo>
                  <a:close/>
                </a:path>
              </a:pathLst>
            </a:custGeom>
            <a:solidFill>
              <a:srgbClr val="005587"/>
            </a:solidFill>
            <a:ln w="6390" cap="flat">
              <a:noFill/>
              <a:prstDash val="solid"/>
              <a:miter/>
            </a:ln>
          </p:spPr>
          <p:txBody>
            <a:bodyPr rtlCol="0" anchor="ctr"/>
            <a:lstStyle/>
            <a:p>
              <a:endParaRPr lang="en-US"/>
            </a:p>
          </p:txBody>
        </p:sp>
        <p:sp>
          <p:nvSpPr>
            <p:cNvPr id="560" name="Graphic 4">
              <a:extLst>
                <a:ext uri="{FF2B5EF4-FFF2-40B4-BE49-F238E27FC236}">
                  <a16:creationId xmlns:a16="http://schemas.microsoft.com/office/drawing/2014/main" id="{45BA3666-2C5B-254D-92AE-94003F39A546}"/>
                </a:ext>
              </a:extLst>
            </p:cNvPr>
            <p:cNvSpPr/>
            <p:nvPr/>
          </p:nvSpPr>
          <p:spPr>
            <a:xfrm>
              <a:off x="905454" y="1402723"/>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362309 w 362309"/>
                <a:gd name="connsiteY4" fmla="*/ 181305 h 361971"/>
                <a:gd name="connsiteX5" fmla="*/ 180835 w 362309"/>
                <a:gd name="connsiteY5" fmla="*/ 0 h 361971"/>
                <a:gd name="connsiteX6" fmla="*/ 282435 w 362309"/>
                <a:gd name="connsiteY6" fmla="*/ 284726 h 361971"/>
                <a:gd name="connsiteX7" fmla="*/ 79874 w 362309"/>
                <a:gd name="connsiteY7" fmla="*/ 284726 h 361971"/>
                <a:gd name="connsiteX8" fmla="*/ 79874 w 362309"/>
                <a:gd name="connsiteY8" fmla="*/ 271958 h 361971"/>
                <a:gd name="connsiteX9" fmla="*/ 95210 w 362309"/>
                <a:gd name="connsiteY9" fmla="*/ 271958 h 361971"/>
                <a:gd name="connsiteX10" fmla="*/ 95210 w 362309"/>
                <a:gd name="connsiteY10" fmla="*/ 225993 h 361971"/>
                <a:gd name="connsiteX11" fmla="*/ 114380 w 362309"/>
                <a:gd name="connsiteY11" fmla="*/ 206841 h 361971"/>
                <a:gd name="connsiteX12" fmla="*/ 116936 w 362309"/>
                <a:gd name="connsiteY12" fmla="*/ 206841 h 361971"/>
                <a:gd name="connsiteX13" fmla="*/ 116936 w 362309"/>
                <a:gd name="connsiteY13" fmla="*/ 160876 h 361971"/>
                <a:gd name="connsiteX14" fmla="*/ 136106 w 362309"/>
                <a:gd name="connsiteY14" fmla="*/ 141724 h 361971"/>
                <a:gd name="connsiteX15" fmla="*/ 174445 w 362309"/>
                <a:gd name="connsiteY15" fmla="*/ 141724 h 361971"/>
                <a:gd name="connsiteX16" fmla="*/ 174445 w 362309"/>
                <a:gd name="connsiteY16" fmla="*/ 131510 h 361971"/>
                <a:gd name="connsiteX17" fmla="*/ 159748 w 362309"/>
                <a:gd name="connsiteY17" fmla="*/ 111720 h 361971"/>
                <a:gd name="connsiteX18" fmla="*/ 162304 w 362309"/>
                <a:gd name="connsiteY18" fmla="*/ 101505 h 361971"/>
                <a:gd name="connsiteX19" fmla="*/ 174445 w 362309"/>
                <a:gd name="connsiteY19" fmla="*/ 79800 h 361971"/>
                <a:gd name="connsiteX20" fmla="*/ 183391 w 362309"/>
                <a:gd name="connsiteY20" fmla="*/ 77246 h 361971"/>
                <a:gd name="connsiteX21" fmla="*/ 185947 w 362309"/>
                <a:gd name="connsiteY21" fmla="*/ 79800 h 361971"/>
                <a:gd name="connsiteX22" fmla="*/ 198727 w 362309"/>
                <a:gd name="connsiteY22" fmla="*/ 101505 h 361971"/>
                <a:gd name="connsiteX23" fmla="*/ 191698 w 362309"/>
                <a:gd name="connsiteY23" fmla="*/ 129595 h 361971"/>
                <a:gd name="connsiteX24" fmla="*/ 187225 w 362309"/>
                <a:gd name="connsiteY24" fmla="*/ 131510 h 361971"/>
                <a:gd name="connsiteX25" fmla="*/ 187225 w 362309"/>
                <a:gd name="connsiteY25" fmla="*/ 141724 h 361971"/>
                <a:gd name="connsiteX26" fmla="*/ 226204 w 362309"/>
                <a:gd name="connsiteY26" fmla="*/ 141724 h 361971"/>
                <a:gd name="connsiteX27" fmla="*/ 245374 w 362309"/>
                <a:gd name="connsiteY27" fmla="*/ 160876 h 361971"/>
                <a:gd name="connsiteX28" fmla="*/ 245374 w 362309"/>
                <a:gd name="connsiteY28" fmla="*/ 206841 h 361971"/>
                <a:gd name="connsiteX29" fmla="*/ 247930 w 362309"/>
                <a:gd name="connsiteY29" fmla="*/ 206841 h 361971"/>
                <a:gd name="connsiteX30" fmla="*/ 267099 w 362309"/>
                <a:gd name="connsiteY30" fmla="*/ 225993 h 361971"/>
                <a:gd name="connsiteX31" fmla="*/ 267099 w 362309"/>
                <a:gd name="connsiteY31" fmla="*/ 271958 h 361971"/>
                <a:gd name="connsiteX32" fmla="*/ 282435 w 362309"/>
                <a:gd name="connsiteY32" fmla="*/ 271958 h 361971"/>
                <a:gd name="connsiteX33" fmla="*/ 282435 w 362309"/>
                <a:gd name="connsiteY33" fmla="*/ 28472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181305"/>
                    <a:pt x="362309" y="181305"/>
                    <a:pt x="362309" y="181305"/>
                  </a:cubicBezTo>
                  <a:cubicBezTo>
                    <a:pt x="361670" y="80438"/>
                    <a:pt x="281157" y="0"/>
                    <a:pt x="180835" y="0"/>
                  </a:cubicBezTo>
                  <a:close/>
                  <a:moveTo>
                    <a:pt x="282435" y="284726"/>
                  </a:moveTo>
                  <a:lnTo>
                    <a:pt x="79874" y="284726"/>
                  </a:lnTo>
                  <a:lnTo>
                    <a:pt x="79874" y="271958"/>
                  </a:lnTo>
                  <a:lnTo>
                    <a:pt x="95210" y="271958"/>
                  </a:lnTo>
                  <a:lnTo>
                    <a:pt x="95210" y="225993"/>
                  </a:lnTo>
                  <a:cubicBezTo>
                    <a:pt x="95210" y="215140"/>
                    <a:pt x="103517" y="206841"/>
                    <a:pt x="114380" y="206841"/>
                  </a:cubicBezTo>
                  <a:lnTo>
                    <a:pt x="116936" y="206841"/>
                  </a:lnTo>
                  <a:lnTo>
                    <a:pt x="116936" y="160876"/>
                  </a:lnTo>
                  <a:cubicBezTo>
                    <a:pt x="116936" y="150024"/>
                    <a:pt x="125243" y="141724"/>
                    <a:pt x="136106" y="141724"/>
                  </a:cubicBezTo>
                  <a:lnTo>
                    <a:pt x="174445" y="141724"/>
                  </a:lnTo>
                  <a:lnTo>
                    <a:pt x="174445" y="131510"/>
                  </a:lnTo>
                  <a:cubicBezTo>
                    <a:pt x="166138" y="128956"/>
                    <a:pt x="159748" y="120657"/>
                    <a:pt x="159748" y="111720"/>
                  </a:cubicBezTo>
                  <a:cubicBezTo>
                    <a:pt x="159748" y="107889"/>
                    <a:pt x="161026" y="104697"/>
                    <a:pt x="162304" y="101505"/>
                  </a:cubicBezTo>
                  <a:cubicBezTo>
                    <a:pt x="167416" y="92568"/>
                    <a:pt x="174445" y="79800"/>
                    <a:pt x="174445" y="79800"/>
                  </a:cubicBezTo>
                  <a:cubicBezTo>
                    <a:pt x="176362" y="76608"/>
                    <a:pt x="180196" y="75969"/>
                    <a:pt x="183391" y="77246"/>
                  </a:cubicBezTo>
                  <a:cubicBezTo>
                    <a:pt x="184669" y="77885"/>
                    <a:pt x="185308" y="78523"/>
                    <a:pt x="185947" y="79800"/>
                  </a:cubicBezTo>
                  <a:lnTo>
                    <a:pt x="198727" y="101505"/>
                  </a:lnTo>
                  <a:cubicBezTo>
                    <a:pt x="204478" y="111081"/>
                    <a:pt x="201283" y="123849"/>
                    <a:pt x="191698" y="129595"/>
                  </a:cubicBezTo>
                  <a:cubicBezTo>
                    <a:pt x="190420" y="130233"/>
                    <a:pt x="189142" y="130872"/>
                    <a:pt x="187225" y="131510"/>
                  </a:cubicBezTo>
                  <a:lnTo>
                    <a:pt x="187225" y="141724"/>
                  </a:lnTo>
                  <a:lnTo>
                    <a:pt x="226204" y="141724"/>
                  </a:lnTo>
                  <a:cubicBezTo>
                    <a:pt x="237067" y="141724"/>
                    <a:pt x="245374" y="150024"/>
                    <a:pt x="245374" y="160876"/>
                  </a:cubicBezTo>
                  <a:lnTo>
                    <a:pt x="245374" y="206841"/>
                  </a:lnTo>
                  <a:lnTo>
                    <a:pt x="247930" y="206841"/>
                  </a:lnTo>
                  <a:cubicBezTo>
                    <a:pt x="258792" y="206841"/>
                    <a:pt x="267099" y="215140"/>
                    <a:pt x="267099" y="225993"/>
                  </a:cubicBezTo>
                  <a:lnTo>
                    <a:pt x="267099" y="271958"/>
                  </a:lnTo>
                  <a:lnTo>
                    <a:pt x="282435" y="271958"/>
                  </a:lnTo>
                  <a:lnTo>
                    <a:pt x="282435" y="284726"/>
                  </a:lnTo>
                  <a:close/>
                </a:path>
              </a:pathLst>
            </a:custGeom>
            <a:solidFill>
              <a:srgbClr val="005587"/>
            </a:solidFill>
            <a:ln w="6390" cap="flat">
              <a:noFill/>
              <a:prstDash val="solid"/>
              <a:miter/>
            </a:ln>
          </p:spPr>
          <p:txBody>
            <a:bodyPr rtlCol="0" anchor="ctr"/>
            <a:lstStyle/>
            <a:p>
              <a:endParaRPr lang="en-US"/>
            </a:p>
          </p:txBody>
        </p:sp>
        <p:sp>
          <p:nvSpPr>
            <p:cNvPr id="561" name="Graphic 4">
              <a:extLst>
                <a:ext uri="{FF2B5EF4-FFF2-40B4-BE49-F238E27FC236}">
                  <a16:creationId xmlns:a16="http://schemas.microsoft.com/office/drawing/2014/main" id="{629622D8-331F-2647-ADEB-28C2782A5D93}"/>
                </a:ext>
              </a:extLst>
            </p:cNvPr>
            <p:cNvSpPr/>
            <p:nvPr/>
          </p:nvSpPr>
          <p:spPr>
            <a:xfrm>
              <a:off x="1078621" y="1498483"/>
              <a:ext cx="15974" cy="24259"/>
            </a:xfrm>
            <a:custGeom>
              <a:avLst/>
              <a:gdLst>
                <a:gd name="connsiteX0" fmla="*/ 7668 w 15974"/>
                <a:gd name="connsiteY0" fmla="*/ 24259 h 24259"/>
                <a:gd name="connsiteX1" fmla="*/ 15975 w 15974"/>
                <a:gd name="connsiteY1" fmla="*/ 15960 h 24259"/>
                <a:gd name="connsiteX2" fmla="*/ 15975 w 15974"/>
                <a:gd name="connsiteY2" fmla="*/ 15960 h 24259"/>
                <a:gd name="connsiteX3" fmla="*/ 14697 w 15974"/>
                <a:gd name="connsiteY3" fmla="*/ 12130 h 24259"/>
                <a:gd name="connsiteX4" fmla="*/ 14697 w 15974"/>
                <a:gd name="connsiteY4" fmla="*/ 12130 h 24259"/>
                <a:gd name="connsiteX5" fmla="*/ 7668 w 15974"/>
                <a:gd name="connsiteY5" fmla="*/ 0 h 24259"/>
                <a:gd name="connsiteX6" fmla="*/ 1278 w 15974"/>
                <a:gd name="connsiteY6" fmla="*/ 12130 h 24259"/>
                <a:gd name="connsiteX7" fmla="*/ 0 w 15974"/>
                <a:gd name="connsiteY7" fmla="*/ 15960 h 24259"/>
                <a:gd name="connsiteX8" fmla="*/ 7668 w 15974"/>
                <a:gd name="connsiteY8" fmla="*/ 24259 h 24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974" h="24259">
                  <a:moveTo>
                    <a:pt x="7668" y="24259"/>
                  </a:moveTo>
                  <a:cubicBezTo>
                    <a:pt x="12141" y="24259"/>
                    <a:pt x="15975" y="20429"/>
                    <a:pt x="15975" y="15960"/>
                  </a:cubicBezTo>
                  <a:cubicBezTo>
                    <a:pt x="15975" y="15960"/>
                    <a:pt x="15975" y="15960"/>
                    <a:pt x="15975" y="15960"/>
                  </a:cubicBezTo>
                  <a:cubicBezTo>
                    <a:pt x="15975" y="14683"/>
                    <a:pt x="15336" y="13406"/>
                    <a:pt x="14697" y="12130"/>
                  </a:cubicBezTo>
                  <a:lnTo>
                    <a:pt x="14697" y="12130"/>
                  </a:lnTo>
                  <a:lnTo>
                    <a:pt x="7668" y="0"/>
                  </a:lnTo>
                  <a:lnTo>
                    <a:pt x="1278" y="12130"/>
                  </a:lnTo>
                  <a:cubicBezTo>
                    <a:pt x="639" y="13406"/>
                    <a:pt x="0" y="14683"/>
                    <a:pt x="0" y="15960"/>
                  </a:cubicBezTo>
                  <a:cubicBezTo>
                    <a:pt x="0" y="20429"/>
                    <a:pt x="3195" y="23621"/>
                    <a:pt x="7668" y="24259"/>
                  </a:cubicBezTo>
                  <a:close/>
                </a:path>
              </a:pathLst>
            </a:custGeom>
            <a:solidFill>
              <a:srgbClr val="005587"/>
            </a:solidFill>
            <a:ln w="6390" cap="flat">
              <a:noFill/>
              <a:prstDash val="solid"/>
              <a:miter/>
            </a:ln>
          </p:spPr>
          <p:txBody>
            <a:bodyPr rtlCol="0" anchor="ctr"/>
            <a:lstStyle/>
            <a:p>
              <a:endParaRPr lang="en-US"/>
            </a:p>
          </p:txBody>
        </p:sp>
      </p:grpSp>
      <p:grpSp>
        <p:nvGrpSpPr>
          <p:cNvPr id="565" name="Graphic 4">
            <a:extLst>
              <a:ext uri="{FF2B5EF4-FFF2-40B4-BE49-F238E27FC236}">
                <a16:creationId xmlns:a16="http://schemas.microsoft.com/office/drawing/2014/main" id="{C2CAA2E4-D2D1-3349-8A28-96243478939F}"/>
              </a:ext>
            </a:extLst>
          </p:cNvPr>
          <p:cNvGrpSpPr/>
          <p:nvPr/>
        </p:nvGrpSpPr>
        <p:grpSpPr>
          <a:xfrm>
            <a:off x="1952125" y="1893013"/>
            <a:ext cx="362313" cy="361971"/>
            <a:chOff x="1952125" y="1893013"/>
            <a:chExt cx="362313" cy="361971"/>
          </a:xfrm>
          <a:solidFill>
            <a:srgbClr val="005587"/>
          </a:solidFill>
        </p:grpSpPr>
        <p:sp>
          <p:nvSpPr>
            <p:cNvPr id="566" name="Graphic 4">
              <a:extLst>
                <a:ext uri="{FF2B5EF4-FFF2-40B4-BE49-F238E27FC236}">
                  <a16:creationId xmlns:a16="http://schemas.microsoft.com/office/drawing/2014/main" id="{C3080BF3-7F16-4948-B9D8-9FBFBE3B9A94}"/>
                </a:ext>
              </a:extLst>
            </p:cNvPr>
            <p:cNvSpPr/>
            <p:nvPr/>
          </p:nvSpPr>
          <p:spPr>
            <a:xfrm>
              <a:off x="2088231" y="2081340"/>
              <a:ext cx="78596" cy="64478"/>
            </a:xfrm>
            <a:custGeom>
              <a:avLst/>
              <a:gdLst>
                <a:gd name="connsiteX0" fmla="*/ 78596 w 78596"/>
                <a:gd name="connsiteY0" fmla="*/ 33835 h 64478"/>
                <a:gd name="connsiteX1" fmla="*/ 65816 w 78596"/>
                <a:gd name="connsiteY1" fmla="*/ 0 h 64478"/>
                <a:gd name="connsiteX2" fmla="*/ 17892 w 78596"/>
                <a:gd name="connsiteY2" fmla="*/ 19152 h 64478"/>
                <a:gd name="connsiteX3" fmla="*/ 0 w 78596"/>
                <a:gd name="connsiteY3" fmla="*/ 64478 h 64478"/>
              </a:gdLst>
              <a:ahLst/>
              <a:cxnLst>
                <a:cxn ang="0">
                  <a:pos x="connsiteX0" y="connsiteY0"/>
                </a:cxn>
                <a:cxn ang="0">
                  <a:pos x="connsiteX1" y="connsiteY1"/>
                </a:cxn>
                <a:cxn ang="0">
                  <a:pos x="connsiteX2" y="connsiteY2"/>
                </a:cxn>
                <a:cxn ang="0">
                  <a:pos x="connsiteX3" y="connsiteY3"/>
                </a:cxn>
              </a:cxnLst>
              <a:rect l="l" t="t" r="r" b="b"/>
              <a:pathLst>
                <a:path w="78596" h="64478">
                  <a:moveTo>
                    <a:pt x="78596" y="33835"/>
                  </a:moveTo>
                  <a:lnTo>
                    <a:pt x="65816" y="0"/>
                  </a:lnTo>
                  <a:lnTo>
                    <a:pt x="17892" y="19152"/>
                  </a:lnTo>
                  <a:lnTo>
                    <a:pt x="0" y="64478"/>
                  </a:lnTo>
                  <a:close/>
                </a:path>
              </a:pathLst>
            </a:custGeom>
            <a:solidFill>
              <a:srgbClr val="005587"/>
            </a:solidFill>
            <a:ln w="6390" cap="flat">
              <a:noFill/>
              <a:prstDash val="solid"/>
              <a:miter/>
            </a:ln>
          </p:spPr>
          <p:txBody>
            <a:bodyPr rtlCol="0" anchor="ctr"/>
            <a:lstStyle/>
            <a:p>
              <a:endParaRPr lang="en-US"/>
            </a:p>
          </p:txBody>
        </p:sp>
        <p:sp>
          <p:nvSpPr>
            <p:cNvPr id="567" name="Graphic 4">
              <a:extLst>
                <a:ext uri="{FF2B5EF4-FFF2-40B4-BE49-F238E27FC236}">
                  <a16:creationId xmlns:a16="http://schemas.microsoft.com/office/drawing/2014/main" id="{0D2AB209-A3D7-4D40-A48F-0A43320BBF79}"/>
                </a:ext>
              </a:extLst>
            </p:cNvPr>
            <p:cNvSpPr/>
            <p:nvPr/>
          </p:nvSpPr>
          <p:spPr>
            <a:xfrm>
              <a:off x="2112513" y="2029630"/>
              <a:ext cx="37061" cy="54263"/>
            </a:xfrm>
            <a:custGeom>
              <a:avLst/>
              <a:gdLst>
                <a:gd name="connsiteX0" fmla="*/ 37062 w 37061"/>
                <a:gd name="connsiteY0" fmla="*/ 40219 h 54263"/>
                <a:gd name="connsiteX1" fmla="*/ 21087 w 37061"/>
                <a:gd name="connsiteY1" fmla="*/ 0 h 54263"/>
                <a:gd name="connsiteX2" fmla="*/ 0 w 37061"/>
                <a:gd name="connsiteY2" fmla="*/ 54264 h 54263"/>
              </a:gdLst>
              <a:ahLst/>
              <a:cxnLst>
                <a:cxn ang="0">
                  <a:pos x="connsiteX0" y="connsiteY0"/>
                </a:cxn>
                <a:cxn ang="0">
                  <a:pos x="connsiteX1" y="connsiteY1"/>
                </a:cxn>
                <a:cxn ang="0">
                  <a:pos x="connsiteX2" y="connsiteY2"/>
                </a:cxn>
              </a:cxnLst>
              <a:rect l="l" t="t" r="r" b="b"/>
              <a:pathLst>
                <a:path w="37061" h="54263">
                  <a:moveTo>
                    <a:pt x="37062" y="40219"/>
                  </a:moveTo>
                  <a:lnTo>
                    <a:pt x="21087" y="0"/>
                  </a:lnTo>
                  <a:lnTo>
                    <a:pt x="0" y="54264"/>
                  </a:lnTo>
                  <a:close/>
                </a:path>
              </a:pathLst>
            </a:custGeom>
            <a:solidFill>
              <a:srgbClr val="005587"/>
            </a:solidFill>
            <a:ln w="6390" cap="flat">
              <a:noFill/>
              <a:prstDash val="solid"/>
              <a:miter/>
            </a:ln>
          </p:spPr>
          <p:txBody>
            <a:bodyPr rtlCol="0" anchor="ctr"/>
            <a:lstStyle/>
            <a:p>
              <a:endParaRPr lang="en-US"/>
            </a:p>
          </p:txBody>
        </p:sp>
        <p:sp>
          <p:nvSpPr>
            <p:cNvPr id="568" name="Graphic 4">
              <a:extLst>
                <a:ext uri="{FF2B5EF4-FFF2-40B4-BE49-F238E27FC236}">
                  <a16:creationId xmlns:a16="http://schemas.microsoft.com/office/drawing/2014/main" id="{2610CA40-54AB-954F-9AD6-80D08ACCFE33}"/>
                </a:ext>
              </a:extLst>
            </p:cNvPr>
            <p:cNvSpPr/>
            <p:nvPr/>
          </p:nvSpPr>
          <p:spPr>
            <a:xfrm>
              <a:off x="1952125" y="189301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51763 w 362313"/>
                <a:gd name="connsiteY6" fmla="*/ 289833 h 361971"/>
                <a:gd name="connsiteX7" fmla="*/ 246652 w 362313"/>
                <a:gd name="connsiteY7" fmla="*/ 292387 h 361971"/>
                <a:gd name="connsiteX8" fmla="*/ 116297 w 362313"/>
                <a:gd name="connsiteY8" fmla="*/ 292387 h 361971"/>
                <a:gd name="connsiteX9" fmla="*/ 109907 w 362313"/>
                <a:gd name="connsiteY9" fmla="*/ 286003 h 361971"/>
                <a:gd name="connsiteX10" fmla="*/ 110546 w 362313"/>
                <a:gd name="connsiteY10" fmla="*/ 283449 h 361971"/>
                <a:gd name="connsiteX11" fmla="*/ 175084 w 362313"/>
                <a:gd name="connsiteY11" fmla="*/ 118104 h 361971"/>
                <a:gd name="connsiteX12" fmla="*/ 175084 w 362313"/>
                <a:gd name="connsiteY12" fmla="*/ 115550 h 361971"/>
                <a:gd name="connsiteX13" fmla="*/ 159748 w 362313"/>
                <a:gd name="connsiteY13" fmla="*/ 124488 h 361971"/>
                <a:gd name="connsiteX14" fmla="*/ 156553 w 362313"/>
                <a:gd name="connsiteY14" fmla="*/ 125126 h 361971"/>
                <a:gd name="connsiteX15" fmla="*/ 150803 w 362313"/>
                <a:gd name="connsiteY15" fmla="*/ 121934 h 361971"/>
                <a:gd name="connsiteX16" fmla="*/ 153358 w 362313"/>
                <a:gd name="connsiteY16" fmla="*/ 112997 h 361971"/>
                <a:gd name="connsiteX17" fmla="*/ 153358 w 362313"/>
                <a:gd name="connsiteY17" fmla="*/ 112997 h 361971"/>
                <a:gd name="connsiteX18" fmla="*/ 168694 w 362313"/>
                <a:gd name="connsiteY18" fmla="*/ 104059 h 361971"/>
                <a:gd name="connsiteX19" fmla="*/ 153358 w 362313"/>
                <a:gd name="connsiteY19" fmla="*/ 95121 h 361971"/>
                <a:gd name="connsiteX20" fmla="*/ 151442 w 362313"/>
                <a:gd name="connsiteY20" fmla="*/ 86184 h 361971"/>
                <a:gd name="connsiteX21" fmla="*/ 159748 w 362313"/>
                <a:gd name="connsiteY21" fmla="*/ 84269 h 361971"/>
                <a:gd name="connsiteX22" fmla="*/ 175084 w 362313"/>
                <a:gd name="connsiteY22" fmla="*/ 93206 h 361971"/>
                <a:gd name="connsiteX23" fmla="*/ 175084 w 362313"/>
                <a:gd name="connsiteY23" fmla="*/ 75331 h 361971"/>
                <a:gd name="connsiteX24" fmla="*/ 181474 w 362313"/>
                <a:gd name="connsiteY24" fmla="*/ 68947 h 361971"/>
                <a:gd name="connsiteX25" fmla="*/ 187864 w 362313"/>
                <a:gd name="connsiteY25" fmla="*/ 75331 h 361971"/>
                <a:gd name="connsiteX26" fmla="*/ 187864 w 362313"/>
                <a:gd name="connsiteY26" fmla="*/ 93206 h 361971"/>
                <a:gd name="connsiteX27" fmla="*/ 203200 w 362313"/>
                <a:gd name="connsiteY27" fmla="*/ 84269 h 361971"/>
                <a:gd name="connsiteX28" fmla="*/ 211507 w 362313"/>
                <a:gd name="connsiteY28" fmla="*/ 86822 h 361971"/>
                <a:gd name="connsiteX29" fmla="*/ 209590 w 362313"/>
                <a:gd name="connsiteY29" fmla="*/ 95121 h 361971"/>
                <a:gd name="connsiteX30" fmla="*/ 194254 w 362313"/>
                <a:gd name="connsiteY30" fmla="*/ 104059 h 361971"/>
                <a:gd name="connsiteX31" fmla="*/ 209590 w 362313"/>
                <a:gd name="connsiteY31" fmla="*/ 112997 h 361971"/>
                <a:gd name="connsiteX32" fmla="*/ 212146 w 362313"/>
                <a:gd name="connsiteY32" fmla="*/ 121296 h 361971"/>
                <a:gd name="connsiteX33" fmla="*/ 203839 w 362313"/>
                <a:gd name="connsiteY33" fmla="*/ 123849 h 361971"/>
                <a:gd name="connsiteX34" fmla="*/ 203200 w 362313"/>
                <a:gd name="connsiteY34" fmla="*/ 123849 h 361971"/>
                <a:gd name="connsiteX35" fmla="*/ 187864 w 362313"/>
                <a:gd name="connsiteY35" fmla="*/ 114912 h 361971"/>
                <a:gd name="connsiteX36" fmla="*/ 187864 w 362313"/>
                <a:gd name="connsiteY36" fmla="*/ 117465 h 361971"/>
                <a:gd name="connsiteX37" fmla="*/ 228760 w 362313"/>
                <a:gd name="connsiteY37" fmla="*/ 222801 h 361971"/>
                <a:gd name="connsiteX38" fmla="*/ 228760 w 362313"/>
                <a:gd name="connsiteY38" fmla="*/ 222801 h 361971"/>
                <a:gd name="connsiteX39" fmla="*/ 252403 w 362313"/>
                <a:gd name="connsiteY39" fmla="*/ 283449 h 361971"/>
                <a:gd name="connsiteX40" fmla="*/ 251763 w 362313"/>
                <a:gd name="connsiteY40" fmla="*/ 289833 h 361971"/>
                <a:gd name="connsiteX41" fmla="*/ 251763 w 362313"/>
                <a:gd name="connsiteY41" fmla="*/ 28983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251763" y="289833"/>
                  </a:moveTo>
                  <a:cubicBezTo>
                    <a:pt x="250486" y="291748"/>
                    <a:pt x="248569" y="292387"/>
                    <a:pt x="246652" y="292387"/>
                  </a:cubicBezTo>
                  <a:lnTo>
                    <a:pt x="116297" y="292387"/>
                  </a:lnTo>
                  <a:cubicBezTo>
                    <a:pt x="112463" y="292387"/>
                    <a:pt x="109907" y="289195"/>
                    <a:pt x="109907" y="286003"/>
                  </a:cubicBezTo>
                  <a:cubicBezTo>
                    <a:pt x="109907" y="285364"/>
                    <a:pt x="109907" y="284726"/>
                    <a:pt x="110546" y="283449"/>
                  </a:cubicBezTo>
                  <a:lnTo>
                    <a:pt x="175084" y="118104"/>
                  </a:lnTo>
                  <a:lnTo>
                    <a:pt x="175084" y="115550"/>
                  </a:lnTo>
                  <a:lnTo>
                    <a:pt x="159748" y="124488"/>
                  </a:lnTo>
                  <a:cubicBezTo>
                    <a:pt x="159109" y="125126"/>
                    <a:pt x="157832" y="125126"/>
                    <a:pt x="156553" y="125126"/>
                  </a:cubicBezTo>
                  <a:cubicBezTo>
                    <a:pt x="153998" y="125126"/>
                    <a:pt x="152080" y="123849"/>
                    <a:pt x="150803" y="121934"/>
                  </a:cubicBezTo>
                  <a:cubicBezTo>
                    <a:pt x="148885" y="118742"/>
                    <a:pt x="150164" y="114912"/>
                    <a:pt x="153358" y="112997"/>
                  </a:cubicBezTo>
                  <a:cubicBezTo>
                    <a:pt x="153358" y="112997"/>
                    <a:pt x="153358" y="112997"/>
                    <a:pt x="153358" y="112997"/>
                  </a:cubicBezTo>
                  <a:lnTo>
                    <a:pt x="168694" y="104059"/>
                  </a:lnTo>
                  <a:lnTo>
                    <a:pt x="153358" y="95121"/>
                  </a:lnTo>
                  <a:cubicBezTo>
                    <a:pt x="150164" y="93206"/>
                    <a:pt x="149524" y="89376"/>
                    <a:pt x="151442" y="86184"/>
                  </a:cubicBezTo>
                  <a:cubicBezTo>
                    <a:pt x="153358" y="83630"/>
                    <a:pt x="156553" y="82353"/>
                    <a:pt x="159748" y="84269"/>
                  </a:cubicBezTo>
                  <a:lnTo>
                    <a:pt x="175084" y="93206"/>
                  </a:lnTo>
                  <a:lnTo>
                    <a:pt x="175084" y="75331"/>
                  </a:lnTo>
                  <a:cubicBezTo>
                    <a:pt x="175084" y="71501"/>
                    <a:pt x="177640" y="68947"/>
                    <a:pt x="181474" y="68947"/>
                  </a:cubicBezTo>
                  <a:cubicBezTo>
                    <a:pt x="185308" y="68947"/>
                    <a:pt x="187864" y="71501"/>
                    <a:pt x="187864" y="75331"/>
                  </a:cubicBezTo>
                  <a:lnTo>
                    <a:pt x="187864" y="93206"/>
                  </a:lnTo>
                  <a:lnTo>
                    <a:pt x="203200" y="84269"/>
                  </a:lnTo>
                  <a:cubicBezTo>
                    <a:pt x="206395" y="82353"/>
                    <a:pt x="210229" y="83630"/>
                    <a:pt x="211507" y="86822"/>
                  </a:cubicBezTo>
                  <a:cubicBezTo>
                    <a:pt x="212785" y="90014"/>
                    <a:pt x="212146" y="93206"/>
                    <a:pt x="209590" y="95121"/>
                  </a:cubicBezTo>
                  <a:lnTo>
                    <a:pt x="194254" y="104059"/>
                  </a:lnTo>
                  <a:lnTo>
                    <a:pt x="209590" y="112997"/>
                  </a:lnTo>
                  <a:cubicBezTo>
                    <a:pt x="212785" y="114912"/>
                    <a:pt x="214063" y="118742"/>
                    <a:pt x="212146" y="121296"/>
                  </a:cubicBezTo>
                  <a:cubicBezTo>
                    <a:pt x="210229" y="124488"/>
                    <a:pt x="206395" y="125765"/>
                    <a:pt x="203839" y="123849"/>
                  </a:cubicBezTo>
                  <a:cubicBezTo>
                    <a:pt x="203839" y="123849"/>
                    <a:pt x="203839" y="123849"/>
                    <a:pt x="203200" y="123849"/>
                  </a:cubicBezTo>
                  <a:lnTo>
                    <a:pt x="187864" y="114912"/>
                  </a:lnTo>
                  <a:lnTo>
                    <a:pt x="187864" y="117465"/>
                  </a:lnTo>
                  <a:lnTo>
                    <a:pt x="228760" y="222801"/>
                  </a:lnTo>
                  <a:lnTo>
                    <a:pt x="228760" y="222801"/>
                  </a:lnTo>
                  <a:lnTo>
                    <a:pt x="252403" y="283449"/>
                  </a:lnTo>
                  <a:cubicBezTo>
                    <a:pt x="253681" y="285364"/>
                    <a:pt x="253681" y="287918"/>
                    <a:pt x="251763" y="289833"/>
                  </a:cubicBezTo>
                  <a:lnTo>
                    <a:pt x="251763" y="289833"/>
                  </a:lnTo>
                  <a:close/>
                </a:path>
              </a:pathLst>
            </a:custGeom>
            <a:solidFill>
              <a:srgbClr val="005587"/>
            </a:solidFill>
            <a:ln w="6390" cap="flat">
              <a:noFill/>
              <a:prstDash val="solid"/>
              <a:miter/>
            </a:ln>
          </p:spPr>
          <p:txBody>
            <a:bodyPr rtlCol="0" anchor="ctr"/>
            <a:lstStyle/>
            <a:p>
              <a:endParaRPr lang="en-US"/>
            </a:p>
          </p:txBody>
        </p:sp>
        <p:sp>
          <p:nvSpPr>
            <p:cNvPr id="569" name="Graphic 4">
              <a:extLst>
                <a:ext uri="{FF2B5EF4-FFF2-40B4-BE49-F238E27FC236}">
                  <a16:creationId xmlns:a16="http://schemas.microsoft.com/office/drawing/2014/main" id="{125234FB-03BB-F74D-8453-50A4C95FC1B9}"/>
                </a:ext>
              </a:extLst>
            </p:cNvPr>
            <p:cNvSpPr/>
            <p:nvPr/>
          </p:nvSpPr>
          <p:spPr>
            <a:xfrm>
              <a:off x="2078007" y="2126667"/>
              <a:ext cx="111823" cy="45964"/>
            </a:xfrm>
            <a:custGeom>
              <a:avLst/>
              <a:gdLst>
                <a:gd name="connsiteX0" fmla="*/ 3834 w 111823"/>
                <a:gd name="connsiteY0" fmla="*/ 35112 h 45964"/>
                <a:gd name="connsiteX1" fmla="*/ 0 w 111823"/>
                <a:gd name="connsiteY1" fmla="*/ 45965 h 45964"/>
                <a:gd name="connsiteX2" fmla="*/ 111824 w 111823"/>
                <a:gd name="connsiteY2" fmla="*/ 45965 h 45964"/>
                <a:gd name="connsiteX3" fmla="*/ 93932 w 111823"/>
                <a:gd name="connsiteY3" fmla="*/ 0 h 45964"/>
              </a:gdLst>
              <a:ahLst/>
              <a:cxnLst>
                <a:cxn ang="0">
                  <a:pos x="connsiteX0" y="connsiteY0"/>
                </a:cxn>
                <a:cxn ang="0">
                  <a:pos x="connsiteX1" y="connsiteY1"/>
                </a:cxn>
                <a:cxn ang="0">
                  <a:pos x="connsiteX2" y="connsiteY2"/>
                </a:cxn>
                <a:cxn ang="0">
                  <a:pos x="connsiteX3" y="connsiteY3"/>
                </a:cxn>
              </a:cxnLst>
              <a:rect l="l" t="t" r="r" b="b"/>
              <a:pathLst>
                <a:path w="111823" h="45964">
                  <a:moveTo>
                    <a:pt x="3834" y="35112"/>
                  </a:moveTo>
                  <a:lnTo>
                    <a:pt x="0" y="45965"/>
                  </a:lnTo>
                  <a:lnTo>
                    <a:pt x="111824" y="45965"/>
                  </a:lnTo>
                  <a:lnTo>
                    <a:pt x="93932" y="0"/>
                  </a:lnTo>
                  <a:close/>
                </a:path>
              </a:pathLst>
            </a:custGeom>
            <a:solidFill>
              <a:srgbClr val="005587"/>
            </a:solidFill>
            <a:ln w="6390" cap="flat">
              <a:noFill/>
              <a:prstDash val="solid"/>
              <a:miter/>
            </a:ln>
          </p:spPr>
          <p:txBody>
            <a:bodyPr rtlCol="0" anchor="ctr"/>
            <a:lstStyle/>
            <a:p>
              <a:endParaRPr lang="en-US"/>
            </a:p>
          </p:txBody>
        </p:sp>
      </p:grpSp>
      <p:grpSp>
        <p:nvGrpSpPr>
          <p:cNvPr id="574" name="Graphic 4">
            <a:extLst>
              <a:ext uri="{FF2B5EF4-FFF2-40B4-BE49-F238E27FC236}">
                <a16:creationId xmlns:a16="http://schemas.microsoft.com/office/drawing/2014/main" id="{BA8C1996-E9A7-AE49-BC21-28AB249792FD}"/>
              </a:ext>
            </a:extLst>
          </p:cNvPr>
          <p:cNvGrpSpPr/>
          <p:nvPr/>
        </p:nvGrpSpPr>
        <p:grpSpPr>
          <a:xfrm>
            <a:off x="1952125" y="3339623"/>
            <a:ext cx="362313" cy="361971"/>
            <a:chOff x="1952125" y="3339623"/>
            <a:chExt cx="362313" cy="361971"/>
          </a:xfrm>
          <a:solidFill>
            <a:srgbClr val="005587"/>
          </a:solidFill>
        </p:grpSpPr>
        <p:sp>
          <p:nvSpPr>
            <p:cNvPr id="575" name="Graphic 4">
              <a:extLst>
                <a:ext uri="{FF2B5EF4-FFF2-40B4-BE49-F238E27FC236}">
                  <a16:creationId xmlns:a16="http://schemas.microsoft.com/office/drawing/2014/main" id="{C2180FB6-C081-1B4A-85B0-B4A896078226}"/>
                </a:ext>
              </a:extLst>
            </p:cNvPr>
            <p:cNvSpPr/>
            <p:nvPr/>
          </p:nvSpPr>
          <p:spPr>
            <a:xfrm>
              <a:off x="2141906" y="3440490"/>
              <a:ext cx="58148" cy="30643"/>
            </a:xfrm>
            <a:custGeom>
              <a:avLst/>
              <a:gdLst>
                <a:gd name="connsiteX0" fmla="*/ 58148 w 58148"/>
                <a:gd name="connsiteY0" fmla="*/ 15322 h 30643"/>
                <a:gd name="connsiteX1" fmla="*/ 42812 w 58148"/>
                <a:gd name="connsiteY1" fmla="*/ 0 h 30643"/>
                <a:gd name="connsiteX2" fmla="*/ 0 w 58148"/>
                <a:gd name="connsiteY2" fmla="*/ 30643 h 30643"/>
                <a:gd name="connsiteX3" fmla="*/ 42812 w 58148"/>
                <a:gd name="connsiteY3" fmla="*/ 30643 h 30643"/>
                <a:gd name="connsiteX4" fmla="*/ 58148 w 58148"/>
                <a:gd name="connsiteY4" fmla="*/ 15322 h 3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148" h="30643">
                  <a:moveTo>
                    <a:pt x="58148" y="15322"/>
                  </a:moveTo>
                  <a:cubicBezTo>
                    <a:pt x="58148" y="7023"/>
                    <a:pt x="51119" y="0"/>
                    <a:pt x="42812" y="0"/>
                  </a:cubicBezTo>
                  <a:cubicBezTo>
                    <a:pt x="21087" y="0"/>
                    <a:pt x="4473" y="18514"/>
                    <a:pt x="0" y="30643"/>
                  </a:cubicBezTo>
                  <a:lnTo>
                    <a:pt x="42812" y="30643"/>
                  </a:lnTo>
                  <a:cubicBezTo>
                    <a:pt x="51119" y="30643"/>
                    <a:pt x="58148" y="23621"/>
                    <a:pt x="58148" y="15322"/>
                  </a:cubicBezTo>
                  <a:close/>
                </a:path>
              </a:pathLst>
            </a:custGeom>
            <a:solidFill>
              <a:srgbClr val="005587"/>
            </a:solidFill>
            <a:ln w="6390" cap="flat">
              <a:noFill/>
              <a:prstDash val="solid"/>
              <a:miter/>
            </a:ln>
          </p:spPr>
          <p:txBody>
            <a:bodyPr rtlCol="0" anchor="ctr"/>
            <a:lstStyle/>
            <a:p>
              <a:endParaRPr lang="en-US"/>
            </a:p>
          </p:txBody>
        </p:sp>
        <p:sp>
          <p:nvSpPr>
            <p:cNvPr id="576" name="Graphic 4">
              <a:extLst>
                <a:ext uri="{FF2B5EF4-FFF2-40B4-BE49-F238E27FC236}">
                  <a16:creationId xmlns:a16="http://schemas.microsoft.com/office/drawing/2014/main" id="{1C5E0E47-0B0C-A746-B775-BA31B84B1213}"/>
                </a:ext>
              </a:extLst>
            </p:cNvPr>
            <p:cNvSpPr/>
            <p:nvPr/>
          </p:nvSpPr>
          <p:spPr>
            <a:xfrm>
              <a:off x="2125932" y="3519652"/>
              <a:ext cx="15974" cy="81714"/>
            </a:xfrm>
            <a:custGeom>
              <a:avLst/>
              <a:gdLst>
                <a:gd name="connsiteX0" fmla="*/ 0 w 15974"/>
                <a:gd name="connsiteY0" fmla="*/ 0 h 81714"/>
                <a:gd name="connsiteX1" fmla="*/ 15975 w 15974"/>
                <a:gd name="connsiteY1" fmla="*/ 0 h 81714"/>
                <a:gd name="connsiteX2" fmla="*/ 15975 w 15974"/>
                <a:gd name="connsiteY2" fmla="*/ 81715 h 81714"/>
                <a:gd name="connsiteX3" fmla="*/ 0 w 15974"/>
                <a:gd name="connsiteY3" fmla="*/ 81715 h 81714"/>
              </a:gdLst>
              <a:ahLst/>
              <a:cxnLst>
                <a:cxn ang="0">
                  <a:pos x="connsiteX0" y="connsiteY0"/>
                </a:cxn>
                <a:cxn ang="0">
                  <a:pos x="connsiteX1" y="connsiteY1"/>
                </a:cxn>
                <a:cxn ang="0">
                  <a:pos x="connsiteX2" y="connsiteY2"/>
                </a:cxn>
                <a:cxn ang="0">
                  <a:pos x="connsiteX3" y="connsiteY3"/>
                </a:cxn>
              </a:cxnLst>
              <a:rect l="l" t="t" r="r" b="b"/>
              <a:pathLst>
                <a:path w="15974" h="81714">
                  <a:moveTo>
                    <a:pt x="0" y="0"/>
                  </a:moveTo>
                  <a:lnTo>
                    <a:pt x="15975" y="0"/>
                  </a:lnTo>
                  <a:lnTo>
                    <a:pt x="15975" y="81715"/>
                  </a:lnTo>
                  <a:lnTo>
                    <a:pt x="0" y="81715"/>
                  </a:lnTo>
                  <a:close/>
                </a:path>
              </a:pathLst>
            </a:custGeom>
            <a:solidFill>
              <a:srgbClr val="005587"/>
            </a:solidFill>
            <a:ln w="6390" cap="flat">
              <a:noFill/>
              <a:prstDash val="solid"/>
              <a:miter/>
            </a:ln>
          </p:spPr>
          <p:txBody>
            <a:bodyPr rtlCol="0" anchor="ctr"/>
            <a:lstStyle/>
            <a:p>
              <a:endParaRPr lang="en-US"/>
            </a:p>
          </p:txBody>
        </p:sp>
        <p:sp>
          <p:nvSpPr>
            <p:cNvPr id="577" name="Graphic 4">
              <a:extLst>
                <a:ext uri="{FF2B5EF4-FFF2-40B4-BE49-F238E27FC236}">
                  <a16:creationId xmlns:a16="http://schemas.microsoft.com/office/drawing/2014/main" id="{7C3B07AC-4B20-7E46-BD83-36129454088E}"/>
                </a:ext>
              </a:extLst>
            </p:cNvPr>
            <p:cNvSpPr/>
            <p:nvPr/>
          </p:nvSpPr>
          <p:spPr>
            <a:xfrm>
              <a:off x="2154686" y="3483901"/>
              <a:ext cx="67094" cy="23620"/>
            </a:xfrm>
            <a:custGeom>
              <a:avLst/>
              <a:gdLst>
                <a:gd name="connsiteX0" fmla="*/ 0 w 67094"/>
                <a:gd name="connsiteY0" fmla="*/ 0 h 23620"/>
                <a:gd name="connsiteX1" fmla="*/ 0 w 67094"/>
                <a:gd name="connsiteY1" fmla="*/ 23621 h 23620"/>
                <a:gd name="connsiteX2" fmla="*/ 67094 w 67094"/>
                <a:gd name="connsiteY2" fmla="*/ 23621 h 23620"/>
                <a:gd name="connsiteX3" fmla="*/ 67094 w 67094"/>
                <a:gd name="connsiteY3" fmla="*/ 6384 h 23620"/>
                <a:gd name="connsiteX4" fmla="*/ 60704 w 67094"/>
                <a:gd name="connsiteY4" fmla="*/ 0 h 23620"/>
                <a:gd name="connsiteX5" fmla="*/ 0 w 67094"/>
                <a:gd name="connsiteY5" fmla="*/ 0 h 2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094" h="23620">
                  <a:moveTo>
                    <a:pt x="0" y="0"/>
                  </a:moveTo>
                  <a:lnTo>
                    <a:pt x="0" y="23621"/>
                  </a:lnTo>
                  <a:lnTo>
                    <a:pt x="67094" y="23621"/>
                  </a:lnTo>
                  <a:lnTo>
                    <a:pt x="67094" y="6384"/>
                  </a:lnTo>
                  <a:cubicBezTo>
                    <a:pt x="67094" y="2554"/>
                    <a:pt x="64538" y="0"/>
                    <a:pt x="60704" y="0"/>
                  </a:cubicBezTo>
                  <a:lnTo>
                    <a:pt x="0" y="0"/>
                  </a:lnTo>
                  <a:close/>
                </a:path>
              </a:pathLst>
            </a:custGeom>
            <a:solidFill>
              <a:srgbClr val="005587"/>
            </a:solidFill>
            <a:ln w="6390" cap="flat">
              <a:noFill/>
              <a:prstDash val="solid"/>
              <a:miter/>
            </a:ln>
          </p:spPr>
          <p:txBody>
            <a:bodyPr rtlCol="0" anchor="ctr"/>
            <a:lstStyle/>
            <a:p>
              <a:endParaRPr lang="en-US"/>
            </a:p>
          </p:txBody>
        </p:sp>
        <p:sp>
          <p:nvSpPr>
            <p:cNvPr id="578" name="Graphic 4">
              <a:extLst>
                <a:ext uri="{FF2B5EF4-FFF2-40B4-BE49-F238E27FC236}">
                  <a16:creationId xmlns:a16="http://schemas.microsoft.com/office/drawing/2014/main" id="{F276FD42-F72A-CD4D-A544-7CACD1A9CE61}"/>
                </a:ext>
              </a:extLst>
            </p:cNvPr>
            <p:cNvSpPr/>
            <p:nvPr/>
          </p:nvSpPr>
          <p:spPr>
            <a:xfrm>
              <a:off x="1952125" y="33396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82435 w 362313"/>
                <a:gd name="connsiteY6" fmla="*/ 180028 h 361971"/>
                <a:gd name="connsiteX7" fmla="*/ 275406 w 362313"/>
                <a:gd name="connsiteY7" fmla="*/ 180028 h 361971"/>
                <a:gd name="connsiteX8" fmla="*/ 275406 w 362313"/>
                <a:gd name="connsiteY8" fmla="*/ 255359 h 361971"/>
                <a:gd name="connsiteX9" fmla="*/ 256237 w 362313"/>
                <a:gd name="connsiteY9" fmla="*/ 274511 h 361971"/>
                <a:gd name="connsiteX10" fmla="*/ 107990 w 362313"/>
                <a:gd name="connsiteY10" fmla="*/ 274511 h 361971"/>
                <a:gd name="connsiteX11" fmla="*/ 88820 w 362313"/>
                <a:gd name="connsiteY11" fmla="*/ 255359 h 361971"/>
                <a:gd name="connsiteX12" fmla="*/ 88820 w 362313"/>
                <a:gd name="connsiteY12" fmla="*/ 180028 h 361971"/>
                <a:gd name="connsiteX13" fmla="*/ 81791 w 362313"/>
                <a:gd name="connsiteY13" fmla="*/ 180028 h 361971"/>
                <a:gd name="connsiteX14" fmla="*/ 81791 w 362313"/>
                <a:gd name="connsiteY14" fmla="*/ 150024 h 361971"/>
                <a:gd name="connsiteX15" fmla="*/ 100961 w 362313"/>
                <a:gd name="connsiteY15" fmla="*/ 130872 h 361971"/>
                <a:gd name="connsiteX16" fmla="*/ 107990 w 362313"/>
                <a:gd name="connsiteY16" fmla="*/ 130872 h 361971"/>
                <a:gd name="connsiteX17" fmla="*/ 116297 w 362313"/>
                <a:gd name="connsiteY17" fmla="*/ 91930 h 361971"/>
                <a:gd name="connsiteX18" fmla="*/ 131633 w 362313"/>
                <a:gd name="connsiteY18" fmla="*/ 87461 h 361971"/>
                <a:gd name="connsiteX19" fmla="*/ 182752 w 362313"/>
                <a:gd name="connsiteY19" fmla="*/ 118742 h 361971"/>
                <a:gd name="connsiteX20" fmla="*/ 233233 w 362313"/>
                <a:gd name="connsiteY20" fmla="*/ 87461 h 361971"/>
                <a:gd name="connsiteX21" fmla="*/ 261348 w 362313"/>
                <a:gd name="connsiteY21" fmla="*/ 115550 h 361971"/>
                <a:gd name="connsiteX22" fmla="*/ 256876 w 362313"/>
                <a:gd name="connsiteY22" fmla="*/ 130872 h 361971"/>
                <a:gd name="connsiteX23" fmla="*/ 263904 w 362313"/>
                <a:gd name="connsiteY23" fmla="*/ 130872 h 361971"/>
                <a:gd name="connsiteX24" fmla="*/ 283074 w 362313"/>
                <a:gd name="connsiteY24" fmla="*/ 150024 h 361971"/>
                <a:gd name="connsiteX25" fmla="*/ 283074 w 362313"/>
                <a:gd name="connsiteY25" fmla="*/ 18002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282435" y="180028"/>
                  </a:moveTo>
                  <a:lnTo>
                    <a:pt x="275406" y="180028"/>
                  </a:lnTo>
                  <a:lnTo>
                    <a:pt x="275406" y="255359"/>
                  </a:lnTo>
                  <a:cubicBezTo>
                    <a:pt x="275406" y="266212"/>
                    <a:pt x="267099" y="274511"/>
                    <a:pt x="256237" y="274511"/>
                  </a:cubicBezTo>
                  <a:lnTo>
                    <a:pt x="107990" y="274511"/>
                  </a:lnTo>
                  <a:cubicBezTo>
                    <a:pt x="97127" y="274511"/>
                    <a:pt x="88820" y="266212"/>
                    <a:pt x="88820" y="255359"/>
                  </a:cubicBezTo>
                  <a:lnTo>
                    <a:pt x="88820" y="180028"/>
                  </a:lnTo>
                  <a:lnTo>
                    <a:pt x="81791" y="180028"/>
                  </a:lnTo>
                  <a:lnTo>
                    <a:pt x="81791" y="150024"/>
                  </a:lnTo>
                  <a:cubicBezTo>
                    <a:pt x="81791" y="139171"/>
                    <a:pt x="90098" y="130872"/>
                    <a:pt x="100961" y="130872"/>
                  </a:cubicBezTo>
                  <a:lnTo>
                    <a:pt x="107990" y="130872"/>
                  </a:lnTo>
                  <a:cubicBezTo>
                    <a:pt x="99683" y="118104"/>
                    <a:pt x="102878" y="100229"/>
                    <a:pt x="116297" y="91930"/>
                  </a:cubicBezTo>
                  <a:cubicBezTo>
                    <a:pt x="120770" y="88738"/>
                    <a:pt x="126521" y="87461"/>
                    <a:pt x="131633" y="87461"/>
                  </a:cubicBezTo>
                  <a:cubicBezTo>
                    <a:pt x="154637" y="87461"/>
                    <a:pt x="173167" y="103421"/>
                    <a:pt x="182752" y="118742"/>
                  </a:cubicBezTo>
                  <a:cubicBezTo>
                    <a:pt x="192337" y="103421"/>
                    <a:pt x="210868" y="87461"/>
                    <a:pt x="233233" y="87461"/>
                  </a:cubicBezTo>
                  <a:cubicBezTo>
                    <a:pt x="248569" y="87461"/>
                    <a:pt x="261348" y="100229"/>
                    <a:pt x="261348" y="115550"/>
                  </a:cubicBezTo>
                  <a:cubicBezTo>
                    <a:pt x="261348" y="121296"/>
                    <a:pt x="259431" y="126403"/>
                    <a:pt x="256876" y="130872"/>
                  </a:cubicBezTo>
                  <a:lnTo>
                    <a:pt x="263904" y="130872"/>
                  </a:lnTo>
                  <a:cubicBezTo>
                    <a:pt x="274767" y="130872"/>
                    <a:pt x="283074" y="139171"/>
                    <a:pt x="283074" y="150024"/>
                  </a:cubicBezTo>
                  <a:lnTo>
                    <a:pt x="283074" y="180028"/>
                  </a:lnTo>
                  <a:close/>
                </a:path>
              </a:pathLst>
            </a:custGeom>
            <a:solidFill>
              <a:srgbClr val="005587"/>
            </a:solidFill>
            <a:ln w="6390" cap="flat">
              <a:noFill/>
              <a:prstDash val="solid"/>
              <a:miter/>
            </a:ln>
          </p:spPr>
          <p:txBody>
            <a:bodyPr rtlCol="0" anchor="ctr"/>
            <a:lstStyle/>
            <a:p>
              <a:endParaRPr lang="en-US"/>
            </a:p>
          </p:txBody>
        </p:sp>
        <p:sp>
          <p:nvSpPr>
            <p:cNvPr id="579" name="Graphic 4">
              <a:extLst>
                <a:ext uri="{FF2B5EF4-FFF2-40B4-BE49-F238E27FC236}">
                  <a16:creationId xmlns:a16="http://schemas.microsoft.com/office/drawing/2014/main" id="{3BDF5628-CCB1-7241-B67E-8557C7764132}"/>
                </a:ext>
              </a:extLst>
            </p:cNvPr>
            <p:cNvSpPr/>
            <p:nvPr/>
          </p:nvSpPr>
          <p:spPr>
            <a:xfrm>
              <a:off x="2125932" y="3483901"/>
              <a:ext cx="15974" cy="22982"/>
            </a:xfrm>
            <a:custGeom>
              <a:avLst/>
              <a:gdLst>
                <a:gd name="connsiteX0" fmla="*/ 14058 w 15974"/>
                <a:gd name="connsiteY0" fmla="*/ 0 h 22982"/>
                <a:gd name="connsiteX1" fmla="*/ 1278 w 15974"/>
                <a:gd name="connsiteY1" fmla="*/ 0 h 22982"/>
                <a:gd name="connsiteX2" fmla="*/ 0 w 15974"/>
                <a:gd name="connsiteY2" fmla="*/ 0 h 22982"/>
                <a:gd name="connsiteX3" fmla="*/ 0 w 15974"/>
                <a:gd name="connsiteY3" fmla="*/ 22983 h 22982"/>
                <a:gd name="connsiteX4" fmla="*/ 15975 w 15974"/>
                <a:gd name="connsiteY4" fmla="*/ 22983 h 22982"/>
                <a:gd name="connsiteX5" fmla="*/ 15975 w 15974"/>
                <a:gd name="connsiteY5" fmla="*/ 0 h 2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74" h="22982">
                  <a:moveTo>
                    <a:pt x="14058" y="0"/>
                  </a:moveTo>
                  <a:lnTo>
                    <a:pt x="1278" y="0"/>
                  </a:lnTo>
                  <a:lnTo>
                    <a:pt x="0" y="0"/>
                  </a:lnTo>
                  <a:lnTo>
                    <a:pt x="0" y="22983"/>
                  </a:lnTo>
                  <a:lnTo>
                    <a:pt x="15975" y="22983"/>
                  </a:lnTo>
                  <a:lnTo>
                    <a:pt x="15975" y="0"/>
                  </a:lnTo>
                  <a:close/>
                </a:path>
              </a:pathLst>
            </a:custGeom>
            <a:solidFill>
              <a:srgbClr val="005587"/>
            </a:solidFill>
            <a:ln w="6390" cap="flat">
              <a:noFill/>
              <a:prstDash val="solid"/>
              <a:miter/>
            </a:ln>
          </p:spPr>
          <p:txBody>
            <a:bodyPr rtlCol="0" anchor="ctr"/>
            <a:lstStyle/>
            <a:p>
              <a:endParaRPr lang="en-US"/>
            </a:p>
          </p:txBody>
        </p:sp>
        <p:sp>
          <p:nvSpPr>
            <p:cNvPr id="580" name="Graphic 4">
              <a:extLst>
                <a:ext uri="{FF2B5EF4-FFF2-40B4-BE49-F238E27FC236}">
                  <a16:creationId xmlns:a16="http://schemas.microsoft.com/office/drawing/2014/main" id="{E3ED6935-9BF4-CE44-BFC0-2FCCBEE2C117}"/>
                </a:ext>
              </a:extLst>
            </p:cNvPr>
            <p:cNvSpPr/>
            <p:nvPr/>
          </p:nvSpPr>
          <p:spPr>
            <a:xfrm>
              <a:off x="2069017" y="3440490"/>
              <a:ext cx="56914" cy="30643"/>
            </a:xfrm>
            <a:custGeom>
              <a:avLst/>
              <a:gdLst>
                <a:gd name="connsiteX0" fmla="*/ 14102 w 56914"/>
                <a:gd name="connsiteY0" fmla="*/ 0 h 30643"/>
                <a:gd name="connsiteX1" fmla="*/ 44 w 56914"/>
                <a:gd name="connsiteY1" fmla="*/ 16599 h 30643"/>
                <a:gd name="connsiteX2" fmla="*/ 14102 w 56914"/>
                <a:gd name="connsiteY2" fmla="*/ 30643 h 30643"/>
                <a:gd name="connsiteX3" fmla="*/ 56915 w 56914"/>
                <a:gd name="connsiteY3" fmla="*/ 30643 h 30643"/>
                <a:gd name="connsiteX4" fmla="*/ 14102 w 56914"/>
                <a:gd name="connsiteY4" fmla="*/ 0 h 3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914" h="30643">
                  <a:moveTo>
                    <a:pt x="14102" y="0"/>
                  </a:moveTo>
                  <a:cubicBezTo>
                    <a:pt x="5795" y="639"/>
                    <a:pt x="-595" y="7661"/>
                    <a:pt x="44" y="16599"/>
                  </a:cubicBezTo>
                  <a:cubicBezTo>
                    <a:pt x="683" y="24259"/>
                    <a:pt x="6434" y="30643"/>
                    <a:pt x="14102" y="30643"/>
                  </a:cubicBezTo>
                  <a:lnTo>
                    <a:pt x="56915" y="30643"/>
                  </a:lnTo>
                  <a:cubicBezTo>
                    <a:pt x="52442" y="17875"/>
                    <a:pt x="35828" y="0"/>
                    <a:pt x="14102" y="0"/>
                  </a:cubicBezTo>
                  <a:close/>
                </a:path>
              </a:pathLst>
            </a:custGeom>
            <a:solidFill>
              <a:srgbClr val="005587"/>
            </a:solidFill>
            <a:ln w="6390" cap="flat">
              <a:noFill/>
              <a:prstDash val="solid"/>
              <a:miter/>
            </a:ln>
          </p:spPr>
          <p:txBody>
            <a:bodyPr rtlCol="0" anchor="ctr"/>
            <a:lstStyle/>
            <a:p>
              <a:endParaRPr lang="en-US"/>
            </a:p>
          </p:txBody>
        </p:sp>
        <p:sp>
          <p:nvSpPr>
            <p:cNvPr id="581" name="Graphic 4">
              <a:extLst>
                <a:ext uri="{FF2B5EF4-FFF2-40B4-BE49-F238E27FC236}">
                  <a16:creationId xmlns:a16="http://schemas.microsoft.com/office/drawing/2014/main" id="{F58C59B5-BF94-F340-8F8F-0104BEED09AC}"/>
                </a:ext>
              </a:extLst>
            </p:cNvPr>
            <p:cNvSpPr/>
            <p:nvPr/>
          </p:nvSpPr>
          <p:spPr>
            <a:xfrm>
              <a:off x="2154686" y="3519652"/>
              <a:ext cx="59426" cy="81714"/>
            </a:xfrm>
            <a:custGeom>
              <a:avLst/>
              <a:gdLst>
                <a:gd name="connsiteX0" fmla="*/ 0 w 59426"/>
                <a:gd name="connsiteY0" fmla="*/ 81715 h 81714"/>
                <a:gd name="connsiteX1" fmla="*/ 53036 w 59426"/>
                <a:gd name="connsiteY1" fmla="*/ 81715 h 81714"/>
                <a:gd name="connsiteX2" fmla="*/ 59426 w 59426"/>
                <a:gd name="connsiteY2" fmla="*/ 75331 h 81714"/>
                <a:gd name="connsiteX3" fmla="*/ 59426 w 59426"/>
                <a:gd name="connsiteY3" fmla="*/ 0 h 81714"/>
                <a:gd name="connsiteX4" fmla="*/ 0 w 59426"/>
                <a:gd name="connsiteY4" fmla="*/ 0 h 81714"/>
                <a:gd name="connsiteX5" fmla="*/ 0 w 59426"/>
                <a:gd name="connsiteY5" fmla="*/ 81715 h 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426" h="81714">
                  <a:moveTo>
                    <a:pt x="0" y="81715"/>
                  </a:moveTo>
                  <a:lnTo>
                    <a:pt x="53036" y="81715"/>
                  </a:lnTo>
                  <a:cubicBezTo>
                    <a:pt x="56870" y="81715"/>
                    <a:pt x="59426" y="79161"/>
                    <a:pt x="59426" y="75331"/>
                  </a:cubicBezTo>
                  <a:lnTo>
                    <a:pt x="59426" y="0"/>
                  </a:lnTo>
                  <a:lnTo>
                    <a:pt x="0" y="0"/>
                  </a:lnTo>
                  <a:lnTo>
                    <a:pt x="0" y="81715"/>
                  </a:lnTo>
                  <a:close/>
                </a:path>
              </a:pathLst>
            </a:custGeom>
            <a:solidFill>
              <a:srgbClr val="005587"/>
            </a:solidFill>
            <a:ln w="6390" cap="flat">
              <a:noFill/>
              <a:prstDash val="solid"/>
              <a:miter/>
            </a:ln>
          </p:spPr>
          <p:txBody>
            <a:bodyPr rtlCol="0" anchor="ctr"/>
            <a:lstStyle/>
            <a:p>
              <a:endParaRPr lang="en-US"/>
            </a:p>
          </p:txBody>
        </p:sp>
        <p:sp>
          <p:nvSpPr>
            <p:cNvPr id="582" name="Graphic 4">
              <a:extLst>
                <a:ext uri="{FF2B5EF4-FFF2-40B4-BE49-F238E27FC236}">
                  <a16:creationId xmlns:a16="http://schemas.microsoft.com/office/drawing/2014/main" id="{119E5A13-167C-254A-8554-E19A6E7FCE40}"/>
                </a:ext>
              </a:extLst>
            </p:cNvPr>
            <p:cNvSpPr/>
            <p:nvPr/>
          </p:nvSpPr>
          <p:spPr>
            <a:xfrm>
              <a:off x="2046057" y="3483901"/>
              <a:ext cx="67094" cy="23620"/>
            </a:xfrm>
            <a:custGeom>
              <a:avLst/>
              <a:gdLst>
                <a:gd name="connsiteX0" fmla="*/ 67094 w 67094"/>
                <a:gd name="connsiteY0" fmla="*/ 0 h 23620"/>
                <a:gd name="connsiteX1" fmla="*/ 6390 w 67094"/>
                <a:gd name="connsiteY1" fmla="*/ 0 h 23620"/>
                <a:gd name="connsiteX2" fmla="*/ 0 w 67094"/>
                <a:gd name="connsiteY2" fmla="*/ 6384 h 23620"/>
                <a:gd name="connsiteX3" fmla="*/ 0 w 67094"/>
                <a:gd name="connsiteY3" fmla="*/ 23621 h 23620"/>
                <a:gd name="connsiteX4" fmla="*/ 67094 w 67094"/>
                <a:gd name="connsiteY4" fmla="*/ 23621 h 23620"/>
                <a:gd name="connsiteX5" fmla="*/ 67094 w 67094"/>
                <a:gd name="connsiteY5" fmla="*/ 0 h 2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094" h="23620">
                  <a:moveTo>
                    <a:pt x="67094" y="0"/>
                  </a:moveTo>
                  <a:lnTo>
                    <a:pt x="6390" y="0"/>
                  </a:lnTo>
                  <a:cubicBezTo>
                    <a:pt x="2556" y="0"/>
                    <a:pt x="0" y="2554"/>
                    <a:pt x="0" y="6384"/>
                  </a:cubicBezTo>
                  <a:lnTo>
                    <a:pt x="0" y="23621"/>
                  </a:lnTo>
                  <a:lnTo>
                    <a:pt x="67094" y="23621"/>
                  </a:lnTo>
                  <a:lnTo>
                    <a:pt x="67094" y="0"/>
                  </a:lnTo>
                  <a:close/>
                </a:path>
              </a:pathLst>
            </a:custGeom>
            <a:solidFill>
              <a:srgbClr val="005587"/>
            </a:solidFill>
            <a:ln w="6390" cap="flat">
              <a:noFill/>
              <a:prstDash val="solid"/>
              <a:miter/>
            </a:ln>
          </p:spPr>
          <p:txBody>
            <a:bodyPr rtlCol="0" anchor="ctr"/>
            <a:lstStyle/>
            <a:p>
              <a:endParaRPr lang="en-US"/>
            </a:p>
          </p:txBody>
        </p:sp>
        <p:sp>
          <p:nvSpPr>
            <p:cNvPr id="583" name="Graphic 4">
              <a:extLst>
                <a:ext uri="{FF2B5EF4-FFF2-40B4-BE49-F238E27FC236}">
                  <a16:creationId xmlns:a16="http://schemas.microsoft.com/office/drawing/2014/main" id="{B6E299EF-98D8-A847-83D9-86D54C10E6C0}"/>
                </a:ext>
              </a:extLst>
            </p:cNvPr>
            <p:cNvSpPr/>
            <p:nvPr/>
          </p:nvSpPr>
          <p:spPr>
            <a:xfrm>
              <a:off x="2053086" y="3519652"/>
              <a:ext cx="60065" cy="81714"/>
            </a:xfrm>
            <a:custGeom>
              <a:avLst/>
              <a:gdLst>
                <a:gd name="connsiteX0" fmla="*/ 60066 w 60065"/>
                <a:gd name="connsiteY0" fmla="*/ 0 h 81714"/>
                <a:gd name="connsiteX1" fmla="*/ 0 w 60065"/>
                <a:gd name="connsiteY1" fmla="*/ 0 h 81714"/>
                <a:gd name="connsiteX2" fmla="*/ 0 w 60065"/>
                <a:gd name="connsiteY2" fmla="*/ 75331 h 81714"/>
                <a:gd name="connsiteX3" fmla="*/ 6390 w 60065"/>
                <a:gd name="connsiteY3" fmla="*/ 81715 h 81714"/>
                <a:gd name="connsiteX4" fmla="*/ 60066 w 60065"/>
                <a:gd name="connsiteY4" fmla="*/ 81715 h 81714"/>
                <a:gd name="connsiteX5" fmla="*/ 60066 w 60065"/>
                <a:gd name="connsiteY5" fmla="*/ 0 h 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065" h="81714">
                  <a:moveTo>
                    <a:pt x="60066" y="0"/>
                  </a:moveTo>
                  <a:lnTo>
                    <a:pt x="0" y="0"/>
                  </a:lnTo>
                  <a:lnTo>
                    <a:pt x="0" y="75331"/>
                  </a:lnTo>
                  <a:cubicBezTo>
                    <a:pt x="0" y="79161"/>
                    <a:pt x="2556" y="81715"/>
                    <a:pt x="6390" y="81715"/>
                  </a:cubicBezTo>
                  <a:lnTo>
                    <a:pt x="60066" y="81715"/>
                  </a:lnTo>
                  <a:lnTo>
                    <a:pt x="60066" y="0"/>
                  </a:lnTo>
                  <a:close/>
                </a:path>
              </a:pathLst>
            </a:custGeom>
            <a:solidFill>
              <a:srgbClr val="005587"/>
            </a:solidFill>
            <a:ln w="6390" cap="flat">
              <a:noFill/>
              <a:prstDash val="solid"/>
              <a:miter/>
            </a:ln>
          </p:spPr>
          <p:txBody>
            <a:bodyPr rtlCol="0" anchor="ctr"/>
            <a:lstStyle/>
            <a:p>
              <a:endParaRPr lang="en-US"/>
            </a:p>
          </p:txBody>
        </p:sp>
      </p:grpSp>
      <p:grpSp>
        <p:nvGrpSpPr>
          <p:cNvPr id="584" name="Graphic 4">
            <a:extLst>
              <a:ext uri="{FF2B5EF4-FFF2-40B4-BE49-F238E27FC236}">
                <a16:creationId xmlns:a16="http://schemas.microsoft.com/office/drawing/2014/main" id="{7D6F51E6-5F01-9648-9CD4-47A98F3D6C90}"/>
              </a:ext>
            </a:extLst>
          </p:cNvPr>
          <p:cNvGrpSpPr/>
          <p:nvPr/>
        </p:nvGrpSpPr>
        <p:grpSpPr>
          <a:xfrm>
            <a:off x="1952125" y="1402723"/>
            <a:ext cx="362313" cy="361971"/>
            <a:chOff x="1952125" y="1402723"/>
            <a:chExt cx="362313" cy="361971"/>
          </a:xfrm>
          <a:solidFill>
            <a:srgbClr val="005587"/>
          </a:solidFill>
        </p:grpSpPr>
        <p:sp>
          <p:nvSpPr>
            <p:cNvPr id="585" name="Graphic 4">
              <a:extLst>
                <a:ext uri="{FF2B5EF4-FFF2-40B4-BE49-F238E27FC236}">
                  <a16:creationId xmlns:a16="http://schemas.microsoft.com/office/drawing/2014/main" id="{542AC513-3648-7B42-9D5F-920846651461}"/>
                </a:ext>
              </a:extLst>
            </p:cNvPr>
            <p:cNvSpPr/>
            <p:nvPr/>
          </p:nvSpPr>
          <p:spPr>
            <a:xfrm>
              <a:off x="2076729" y="1571899"/>
              <a:ext cx="41534" cy="73415"/>
            </a:xfrm>
            <a:custGeom>
              <a:avLst/>
              <a:gdLst>
                <a:gd name="connsiteX0" fmla="*/ 15336 w 41534"/>
                <a:gd name="connsiteY0" fmla="*/ 0 h 73415"/>
                <a:gd name="connsiteX1" fmla="*/ 0 w 41534"/>
                <a:gd name="connsiteY1" fmla="*/ 37665 h 73415"/>
                <a:gd name="connsiteX2" fmla="*/ 14697 w 41534"/>
                <a:gd name="connsiteY2" fmla="*/ 73416 h 73415"/>
                <a:gd name="connsiteX3" fmla="*/ 41535 w 41534"/>
                <a:gd name="connsiteY3" fmla="*/ 61925 h 73415"/>
              </a:gdLst>
              <a:ahLst/>
              <a:cxnLst>
                <a:cxn ang="0">
                  <a:pos x="connsiteX0" y="connsiteY0"/>
                </a:cxn>
                <a:cxn ang="0">
                  <a:pos x="connsiteX1" y="connsiteY1"/>
                </a:cxn>
                <a:cxn ang="0">
                  <a:pos x="connsiteX2" y="connsiteY2"/>
                </a:cxn>
                <a:cxn ang="0">
                  <a:pos x="connsiteX3" y="connsiteY3"/>
                </a:cxn>
              </a:cxnLst>
              <a:rect l="l" t="t" r="r" b="b"/>
              <a:pathLst>
                <a:path w="41534" h="73415">
                  <a:moveTo>
                    <a:pt x="15336" y="0"/>
                  </a:moveTo>
                  <a:lnTo>
                    <a:pt x="0" y="37665"/>
                  </a:lnTo>
                  <a:lnTo>
                    <a:pt x="14697" y="73416"/>
                  </a:lnTo>
                  <a:lnTo>
                    <a:pt x="41535" y="61925"/>
                  </a:lnTo>
                  <a:close/>
                </a:path>
              </a:pathLst>
            </a:custGeom>
            <a:solidFill>
              <a:srgbClr val="005587"/>
            </a:solidFill>
            <a:ln w="6390" cap="flat">
              <a:noFill/>
              <a:prstDash val="solid"/>
              <a:miter/>
            </a:ln>
          </p:spPr>
          <p:txBody>
            <a:bodyPr rtlCol="0" anchor="ctr"/>
            <a:lstStyle/>
            <a:p>
              <a:endParaRPr lang="en-US"/>
            </a:p>
          </p:txBody>
        </p:sp>
        <p:sp>
          <p:nvSpPr>
            <p:cNvPr id="586" name="Graphic 4">
              <a:extLst>
                <a:ext uri="{FF2B5EF4-FFF2-40B4-BE49-F238E27FC236}">
                  <a16:creationId xmlns:a16="http://schemas.microsoft.com/office/drawing/2014/main" id="{0C6AEC21-50BD-0249-AD95-81E6AF2235A2}"/>
                </a:ext>
              </a:extLst>
            </p:cNvPr>
            <p:cNvSpPr/>
            <p:nvPr/>
          </p:nvSpPr>
          <p:spPr>
            <a:xfrm>
              <a:off x="2055003" y="1626162"/>
              <a:ext cx="24920" cy="34473"/>
            </a:xfrm>
            <a:custGeom>
              <a:avLst/>
              <a:gdLst>
                <a:gd name="connsiteX0" fmla="*/ 14697 w 24920"/>
                <a:gd name="connsiteY0" fmla="*/ 0 h 34473"/>
                <a:gd name="connsiteX1" fmla="*/ 0 w 24920"/>
                <a:gd name="connsiteY1" fmla="*/ 34473 h 34473"/>
                <a:gd name="connsiteX2" fmla="*/ 24921 w 24920"/>
                <a:gd name="connsiteY2" fmla="*/ 24259 h 34473"/>
              </a:gdLst>
              <a:ahLst/>
              <a:cxnLst>
                <a:cxn ang="0">
                  <a:pos x="connsiteX0" y="connsiteY0"/>
                </a:cxn>
                <a:cxn ang="0">
                  <a:pos x="connsiteX1" y="connsiteY1"/>
                </a:cxn>
                <a:cxn ang="0">
                  <a:pos x="connsiteX2" y="connsiteY2"/>
                </a:cxn>
              </a:cxnLst>
              <a:rect l="l" t="t" r="r" b="b"/>
              <a:pathLst>
                <a:path w="24920" h="34473">
                  <a:moveTo>
                    <a:pt x="14697" y="0"/>
                  </a:moveTo>
                  <a:lnTo>
                    <a:pt x="0" y="34473"/>
                  </a:lnTo>
                  <a:lnTo>
                    <a:pt x="24921" y="24259"/>
                  </a:lnTo>
                  <a:close/>
                </a:path>
              </a:pathLst>
            </a:custGeom>
            <a:solidFill>
              <a:srgbClr val="005587"/>
            </a:solidFill>
            <a:ln w="6390" cap="flat">
              <a:noFill/>
              <a:prstDash val="solid"/>
              <a:miter/>
            </a:ln>
          </p:spPr>
          <p:txBody>
            <a:bodyPr rtlCol="0" anchor="ctr"/>
            <a:lstStyle/>
            <a:p>
              <a:endParaRPr lang="en-US"/>
            </a:p>
          </p:txBody>
        </p:sp>
        <p:sp>
          <p:nvSpPr>
            <p:cNvPr id="587" name="Graphic 4">
              <a:extLst>
                <a:ext uri="{FF2B5EF4-FFF2-40B4-BE49-F238E27FC236}">
                  <a16:creationId xmlns:a16="http://schemas.microsoft.com/office/drawing/2014/main" id="{AA668E36-3496-8548-B67F-E811FE52446F}"/>
                </a:ext>
              </a:extLst>
            </p:cNvPr>
            <p:cNvSpPr/>
            <p:nvPr/>
          </p:nvSpPr>
          <p:spPr>
            <a:xfrm>
              <a:off x="2099094" y="1546363"/>
              <a:ext cx="70289" cy="82991"/>
            </a:xfrm>
            <a:custGeom>
              <a:avLst/>
              <a:gdLst>
                <a:gd name="connsiteX0" fmla="*/ 0 w 70289"/>
                <a:gd name="connsiteY0" fmla="*/ 8938 h 82991"/>
                <a:gd name="connsiteX1" fmla="*/ 31311 w 70289"/>
                <a:gd name="connsiteY1" fmla="*/ 82992 h 82991"/>
                <a:gd name="connsiteX2" fmla="*/ 70289 w 70289"/>
                <a:gd name="connsiteY2" fmla="*/ 66393 h 82991"/>
                <a:gd name="connsiteX3" fmla="*/ 3834 w 70289"/>
                <a:gd name="connsiteY3" fmla="*/ 0 h 82991"/>
              </a:gdLst>
              <a:ahLst/>
              <a:cxnLst>
                <a:cxn ang="0">
                  <a:pos x="connsiteX0" y="connsiteY0"/>
                </a:cxn>
                <a:cxn ang="0">
                  <a:pos x="connsiteX1" y="connsiteY1"/>
                </a:cxn>
                <a:cxn ang="0">
                  <a:pos x="connsiteX2" y="connsiteY2"/>
                </a:cxn>
                <a:cxn ang="0">
                  <a:pos x="connsiteX3" y="connsiteY3"/>
                </a:cxn>
              </a:cxnLst>
              <a:rect l="l" t="t" r="r" b="b"/>
              <a:pathLst>
                <a:path w="70289" h="82991">
                  <a:moveTo>
                    <a:pt x="0" y="8938"/>
                  </a:moveTo>
                  <a:lnTo>
                    <a:pt x="31311" y="82992"/>
                  </a:lnTo>
                  <a:lnTo>
                    <a:pt x="70289" y="66393"/>
                  </a:lnTo>
                  <a:lnTo>
                    <a:pt x="3834" y="0"/>
                  </a:lnTo>
                  <a:close/>
                </a:path>
              </a:pathLst>
            </a:custGeom>
            <a:solidFill>
              <a:srgbClr val="005587"/>
            </a:solidFill>
            <a:ln w="6390" cap="flat">
              <a:noFill/>
              <a:prstDash val="solid"/>
              <a:miter/>
            </a:ln>
          </p:spPr>
          <p:txBody>
            <a:bodyPr rtlCol="0" anchor="ctr"/>
            <a:lstStyle/>
            <a:p>
              <a:endParaRPr lang="en-US"/>
            </a:p>
          </p:txBody>
        </p:sp>
        <p:sp>
          <p:nvSpPr>
            <p:cNvPr id="588" name="Graphic 4">
              <a:extLst>
                <a:ext uri="{FF2B5EF4-FFF2-40B4-BE49-F238E27FC236}">
                  <a16:creationId xmlns:a16="http://schemas.microsoft.com/office/drawing/2014/main" id="{2030B25D-F0A9-6A4F-8376-7C223F9698F2}"/>
                </a:ext>
              </a:extLst>
            </p:cNvPr>
            <p:cNvSpPr/>
            <p:nvPr/>
          </p:nvSpPr>
          <p:spPr>
            <a:xfrm>
              <a:off x="1952125" y="14027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69972 w 362313"/>
                <a:gd name="connsiteY6" fmla="*/ 115550 h 361971"/>
                <a:gd name="connsiteX7" fmla="*/ 192976 w 362313"/>
                <a:gd name="connsiteY7" fmla="*/ 102144 h 361971"/>
                <a:gd name="connsiteX8" fmla="*/ 205756 w 362313"/>
                <a:gd name="connsiteY8" fmla="*/ 97675 h 361971"/>
                <a:gd name="connsiteX9" fmla="*/ 205117 w 362313"/>
                <a:gd name="connsiteY9" fmla="*/ 97037 h 361971"/>
                <a:gd name="connsiteX10" fmla="*/ 205117 w 362313"/>
                <a:gd name="connsiteY10" fmla="*/ 88099 h 361971"/>
                <a:gd name="connsiteX11" fmla="*/ 214063 w 362313"/>
                <a:gd name="connsiteY11" fmla="*/ 88099 h 361971"/>
                <a:gd name="connsiteX12" fmla="*/ 214063 w 362313"/>
                <a:gd name="connsiteY12" fmla="*/ 88099 h 361971"/>
                <a:gd name="connsiteX13" fmla="*/ 218536 w 362313"/>
                <a:gd name="connsiteY13" fmla="*/ 100867 h 361971"/>
                <a:gd name="connsiteX14" fmla="*/ 195532 w 362313"/>
                <a:gd name="connsiteY14" fmla="*/ 114273 h 361971"/>
                <a:gd name="connsiteX15" fmla="*/ 182752 w 362313"/>
                <a:gd name="connsiteY15" fmla="*/ 118742 h 361971"/>
                <a:gd name="connsiteX16" fmla="*/ 183391 w 362313"/>
                <a:gd name="connsiteY16" fmla="*/ 119380 h 361971"/>
                <a:gd name="connsiteX17" fmla="*/ 183391 w 362313"/>
                <a:gd name="connsiteY17" fmla="*/ 128318 h 361971"/>
                <a:gd name="connsiteX18" fmla="*/ 174445 w 362313"/>
                <a:gd name="connsiteY18" fmla="*/ 128318 h 361971"/>
                <a:gd name="connsiteX19" fmla="*/ 169972 w 362313"/>
                <a:gd name="connsiteY19" fmla="*/ 115550 h 361971"/>
                <a:gd name="connsiteX20" fmla="*/ 244096 w 362313"/>
                <a:gd name="connsiteY20" fmla="*/ 227270 h 361971"/>
                <a:gd name="connsiteX21" fmla="*/ 235150 w 362313"/>
                <a:gd name="connsiteY21" fmla="*/ 227270 h 361971"/>
                <a:gd name="connsiteX22" fmla="*/ 226843 w 362313"/>
                <a:gd name="connsiteY22" fmla="*/ 219609 h 361971"/>
                <a:gd name="connsiteX23" fmla="*/ 93293 w 362313"/>
                <a:gd name="connsiteY23" fmla="*/ 275788 h 361971"/>
                <a:gd name="connsiteX24" fmla="*/ 90737 w 362313"/>
                <a:gd name="connsiteY24" fmla="*/ 276426 h 361971"/>
                <a:gd name="connsiteX25" fmla="*/ 84347 w 362313"/>
                <a:gd name="connsiteY25" fmla="*/ 270042 h 361971"/>
                <a:gd name="connsiteX26" fmla="*/ 84986 w 362313"/>
                <a:gd name="connsiteY26" fmla="*/ 267489 h 361971"/>
                <a:gd name="connsiteX27" fmla="*/ 111824 w 362313"/>
                <a:gd name="connsiteY27" fmla="*/ 204287 h 361971"/>
                <a:gd name="connsiteX28" fmla="*/ 111824 w 362313"/>
                <a:gd name="connsiteY28" fmla="*/ 204287 h 361971"/>
                <a:gd name="connsiteX29" fmla="*/ 134828 w 362313"/>
                <a:gd name="connsiteY29" fmla="*/ 150662 h 361971"/>
                <a:gd name="connsiteX30" fmla="*/ 134828 w 362313"/>
                <a:gd name="connsiteY30" fmla="*/ 150662 h 361971"/>
                <a:gd name="connsiteX31" fmla="*/ 141857 w 362313"/>
                <a:gd name="connsiteY31" fmla="*/ 134064 h 361971"/>
                <a:gd name="connsiteX32" fmla="*/ 134189 w 362313"/>
                <a:gd name="connsiteY32" fmla="*/ 126403 h 361971"/>
                <a:gd name="connsiteX33" fmla="*/ 134828 w 362313"/>
                <a:gd name="connsiteY33" fmla="*/ 117465 h 361971"/>
                <a:gd name="connsiteX34" fmla="*/ 143135 w 362313"/>
                <a:gd name="connsiteY34" fmla="*/ 117465 h 361971"/>
                <a:gd name="connsiteX35" fmla="*/ 244735 w 362313"/>
                <a:gd name="connsiteY35" fmla="*/ 218971 h 361971"/>
                <a:gd name="connsiteX36" fmla="*/ 244096 w 362313"/>
                <a:gd name="connsiteY36" fmla="*/ 227270 h 361971"/>
                <a:gd name="connsiteX37" fmla="*/ 276684 w 362313"/>
                <a:gd name="connsiteY37" fmla="*/ 158961 h 361971"/>
                <a:gd name="connsiteX38" fmla="*/ 253681 w 362313"/>
                <a:gd name="connsiteY38" fmla="*/ 172368 h 361971"/>
                <a:gd name="connsiteX39" fmla="*/ 240901 w 362313"/>
                <a:gd name="connsiteY39" fmla="*/ 176836 h 361971"/>
                <a:gd name="connsiteX40" fmla="*/ 241540 w 362313"/>
                <a:gd name="connsiteY40" fmla="*/ 177475 h 361971"/>
                <a:gd name="connsiteX41" fmla="*/ 241540 w 362313"/>
                <a:gd name="connsiteY41" fmla="*/ 186412 h 361971"/>
                <a:gd name="connsiteX42" fmla="*/ 232594 w 362313"/>
                <a:gd name="connsiteY42" fmla="*/ 186412 h 361971"/>
                <a:gd name="connsiteX43" fmla="*/ 228121 w 362313"/>
                <a:gd name="connsiteY43" fmla="*/ 173644 h 361971"/>
                <a:gd name="connsiteX44" fmla="*/ 251124 w 362313"/>
                <a:gd name="connsiteY44" fmla="*/ 160238 h 361971"/>
                <a:gd name="connsiteX45" fmla="*/ 263904 w 362313"/>
                <a:gd name="connsiteY45" fmla="*/ 155769 h 361971"/>
                <a:gd name="connsiteX46" fmla="*/ 263266 w 362313"/>
                <a:gd name="connsiteY46" fmla="*/ 155131 h 361971"/>
                <a:gd name="connsiteX47" fmla="*/ 263266 w 362313"/>
                <a:gd name="connsiteY47" fmla="*/ 146193 h 361971"/>
                <a:gd name="connsiteX48" fmla="*/ 272211 w 362313"/>
                <a:gd name="connsiteY48" fmla="*/ 146193 h 361971"/>
                <a:gd name="connsiteX49" fmla="*/ 276684 w 362313"/>
                <a:gd name="connsiteY49" fmla="*/ 158961 h 361971"/>
                <a:gd name="connsiteX50" fmla="*/ 276684 w 362313"/>
                <a:gd name="connsiteY50" fmla="*/ 158961 h 361971"/>
                <a:gd name="connsiteX51" fmla="*/ 278601 w 362313"/>
                <a:gd name="connsiteY51" fmla="*/ 99590 h 361971"/>
                <a:gd name="connsiteX52" fmla="*/ 255597 w 362313"/>
                <a:gd name="connsiteY52" fmla="*/ 112996 h 361971"/>
                <a:gd name="connsiteX53" fmla="*/ 242818 w 362313"/>
                <a:gd name="connsiteY53" fmla="*/ 117465 h 361971"/>
                <a:gd name="connsiteX54" fmla="*/ 243457 w 362313"/>
                <a:gd name="connsiteY54" fmla="*/ 118104 h 361971"/>
                <a:gd name="connsiteX55" fmla="*/ 247929 w 362313"/>
                <a:gd name="connsiteY55" fmla="*/ 130872 h 361971"/>
                <a:gd name="connsiteX56" fmla="*/ 224926 w 362313"/>
                <a:gd name="connsiteY56" fmla="*/ 144278 h 361971"/>
                <a:gd name="connsiteX57" fmla="*/ 212146 w 362313"/>
                <a:gd name="connsiteY57" fmla="*/ 148747 h 361971"/>
                <a:gd name="connsiteX58" fmla="*/ 212785 w 362313"/>
                <a:gd name="connsiteY58" fmla="*/ 149385 h 361971"/>
                <a:gd name="connsiteX59" fmla="*/ 212785 w 362313"/>
                <a:gd name="connsiteY59" fmla="*/ 158323 h 361971"/>
                <a:gd name="connsiteX60" fmla="*/ 203839 w 362313"/>
                <a:gd name="connsiteY60" fmla="*/ 158323 h 361971"/>
                <a:gd name="connsiteX61" fmla="*/ 199366 w 362313"/>
                <a:gd name="connsiteY61" fmla="*/ 145555 h 361971"/>
                <a:gd name="connsiteX62" fmla="*/ 222370 w 362313"/>
                <a:gd name="connsiteY62" fmla="*/ 132148 h 361971"/>
                <a:gd name="connsiteX63" fmla="*/ 235150 w 362313"/>
                <a:gd name="connsiteY63" fmla="*/ 127680 h 361971"/>
                <a:gd name="connsiteX64" fmla="*/ 234511 w 362313"/>
                <a:gd name="connsiteY64" fmla="*/ 127041 h 361971"/>
                <a:gd name="connsiteX65" fmla="*/ 230038 w 362313"/>
                <a:gd name="connsiteY65" fmla="*/ 114273 h 361971"/>
                <a:gd name="connsiteX66" fmla="*/ 253042 w 362313"/>
                <a:gd name="connsiteY66" fmla="*/ 100867 h 361971"/>
                <a:gd name="connsiteX67" fmla="*/ 265821 w 362313"/>
                <a:gd name="connsiteY67" fmla="*/ 96398 h 361971"/>
                <a:gd name="connsiteX68" fmla="*/ 265182 w 362313"/>
                <a:gd name="connsiteY68" fmla="*/ 95760 h 361971"/>
                <a:gd name="connsiteX69" fmla="*/ 264543 w 362313"/>
                <a:gd name="connsiteY69" fmla="*/ 86822 h 361971"/>
                <a:gd name="connsiteX70" fmla="*/ 273489 w 362313"/>
                <a:gd name="connsiteY70" fmla="*/ 86184 h 361971"/>
                <a:gd name="connsiteX71" fmla="*/ 274128 w 362313"/>
                <a:gd name="connsiteY71" fmla="*/ 86822 h 361971"/>
                <a:gd name="connsiteX72" fmla="*/ 278601 w 362313"/>
                <a:gd name="connsiteY72" fmla="*/ 99590 h 361971"/>
                <a:gd name="connsiteX73" fmla="*/ 278601 w 362313"/>
                <a:gd name="connsiteY73" fmla="*/ 9959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169972" y="115550"/>
                  </a:moveTo>
                  <a:cubicBezTo>
                    <a:pt x="171889" y="107889"/>
                    <a:pt x="182113" y="105336"/>
                    <a:pt x="192976" y="102144"/>
                  </a:cubicBezTo>
                  <a:cubicBezTo>
                    <a:pt x="197449" y="100867"/>
                    <a:pt x="201922" y="99590"/>
                    <a:pt x="205756" y="97675"/>
                  </a:cubicBezTo>
                  <a:cubicBezTo>
                    <a:pt x="205756" y="97675"/>
                    <a:pt x="205756" y="97675"/>
                    <a:pt x="205117" y="97037"/>
                  </a:cubicBezTo>
                  <a:cubicBezTo>
                    <a:pt x="202561" y="94483"/>
                    <a:pt x="202561" y="90653"/>
                    <a:pt x="205117" y="88099"/>
                  </a:cubicBezTo>
                  <a:cubicBezTo>
                    <a:pt x="207673" y="85545"/>
                    <a:pt x="211507" y="85545"/>
                    <a:pt x="214063" y="88099"/>
                  </a:cubicBezTo>
                  <a:lnTo>
                    <a:pt x="214063" y="88099"/>
                  </a:lnTo>
                  <a:cubicBezTo>
                    <a:pt x="217897" y="91291"/>
                    <a:pt x="219814" y="96398"/>
                    <a:pt x="218536" y="100867"/>
                  </a:cubicBezTo>
                  <a:cubicBezTo>
                    <a:pt x="216619" y="108528"/>
                    <a:pt x="206395" y="111720"/>
                    <a:pt x="195532" y="114273"/>
                  </a:cubicBezTo>
                  <a:cubicBezTo>
                    <a:pt x="191059" y="115550"/>
                    <a:pt x="186586" y="116827"/>
                    <a:pt x="182752" y="118742"/>
                  </a:cubicBezTo>
                  <a:lnTo>
                    <a:pt x="183391" y="119380"/>
                  </a:lnTo>
                  <a:cubicBezTo>
                    <a:pt x="185947" y="121934"/>
                    <a:pt x="185947" y="125764"/>
                    <a:pt x="183391" y="128318"/>
                  </a:cubicBezTo>
                  <a:cubicBezTo>
                    <a:pt x="180835" y="130872"/>
                    <a:pt x="177001" y="130872"/>
                    <a:pt x="174445" y="128318"/>
                  </a:cubicBezTo>
                  <a:cubicBezTo>
                    <a:pt x="170611" y="125126"/>
                    <a:pt x="168694" y="120657"/>
                    <a:pt x="169972" y="115550"/>
                  </a:cubicBezTo>
                  <a:close/>
                  <a:moveTo>
                    <a:pt x="244096" y="227270"/>
                  </a:moveTo>
                  <a:cubicBezTo>
                    <a:pt x="241540" y="229823"/>
                    <a:pt x="237706" y="229823"/>
                    <a:pt x="235150" y="227270"/>
                  </a:cubicBezTo>
                  <a:lnTo>
                    <a:pt x="226843" y="219609"/>
                  </a:lnTo>
                  <a:lnTo>
                    <a:pt x="93293" y="275788"/>
                  </a:lnTo>
                  <a:cubicBezTo>
                    <a:pt x="92654" y="276426"/>
                    <a:pt x="91376" y="276426"/>
                    <a:pt x="90737" y="276426"/>
                  </a:cubicBezTo>
                  <a:cubicBezTo>
                    <a:pt x="86903" y="276426"/>
                    <a:pt x="84347" y="273873"/>
                    <a:pt x="84347" y="270042"/>
                  </a:cubicBezTo>
                  <a:cubicBezTo>
                    <a:pt x="84347" y="269404"/>
                    <a:pt x="84347" y="268127"/>
                    <a:pt x="84986" y="267489"/>
                  </a:cubicBezTo>
                  <a:lnTo>
                    <a:pt x="111824" y="204287"/>
                  </a:lnTo>
                  <a:lnTo>
                    <a:pt x="111824" y="204287"/>
                  </a:lnTo>
                  <a:lnTo>
                    <a:pt x="134828" y="150662"/>
                  </a:lnTo>
                  <a:lnTo>
                    <a:pt x="134828" y="150662"/>
                  </a:lnTo>
                  <a:lnTo>
                    <a:pt x="141857" y="134064"/>
                  </a:lnTo>
                  <a:lnTo>
                    <a:pt x="134189" y="126403"/>
                  </a:lnTo>
                  <a:cubicBezTo>
                    <a:pt x="131633" y="123849"/>
                    <a:pt x="132272" y="119380"/>
                    <a:pt x="134828" y="117465"/>
                  </a:cubicBezTo>
                  <a:cubicBezTo>
                    <a:pt x="137384" y="115550"/>
                    <a:pt x="140579" y="115550"/>
                    <a:pt x="143135" y="117465"/>
                  </a:cubicBezTo>
                  <a:lnTo>
                    <a:pt x="244735" y="218971"/>
                  </a:lnTo>
                  <a:cubicBezTo>
                    <a:pt x="246013" y="220886"/>
                    <a:pt x="246013" y="224716"/>
                    <a:pt x="244096" y="227270"/>
                  </a:cubicBezTo>
                  <a:close/>
                  <a:moveTo>
                    <a:pt x="276684" y="158961"/>
                  </a:moveTo>
                  <a:cubicBezTo>
                    <a:pt x="274767" y="166622"/>
                    <a:pt x="264543" y="169814"/>
                    <a:pt x="253681" y="172368"/>
                  </a:cubicBezTo>
                  <a:cubicBezTo>
                    <a:pt x="249208" y="173644"/>
                    <a:pt x="244735" y="174921"/>
                    <a:pt x="240901" y="176836"/>
                  </a:cubicBezTo>
                  <a:cubicBezTo>
                    <a:pt x="240901" y="176836"/>
                    <a:pt x="240901" y="176836"/>
                    <a:pt x="241540" y="177475"/>
                  </a:cubicBezTo>
                  <a:cubicBezTo>
                    <a:pt x="244096" y="180028"/>
                    <a:pt x="244096" y="183859"/>
                    <a:pt x="241540" y="186412"/>
                  </a:cubicBezTo>
                  <a:cubicBezTo>
                    <a:pt x="238984" y="188966"/>
                    <a:pt x="235150" y="188966"/>
                    <a:pt x="232594" y="186412"/>
                  </a:cubicBezTo>
                  <a:cubicBezTo>
                    <a:pt x="228760" y="183220"/>
                    <a:pt x="226843" y="178113"/>
                    <a:pt x="228121" y="173644"/>
                  </a:cubicBezTo>
                  <a:cubicBezTo>
                    <a:pt x="230038" y="165984"/>
                    <a:pt x="240262" y="163430"/>
                    <a:pt x="251124" y="160238"/>
                  </a:cubicBezTo>
                  <a:cubicBezTo>
                    <a:pt x="255597" y="158961"/>
                    <a:pt x="260071" y="157684"/>
                    <a:pt x="263904" y="155769"/>
                  </a:cubicBezTo>
                  <a:cubicBezTo>
                    <a:pt x="263904" y="155769"/>
                    <a:pt x="263904" y="155769"/>
                    <a:pt x="263266" y="155131"/>
                  </a:cubicBezTo>
                  <a:cubicBezTo>
                    <a:pt x="260709" y="152577"/>
                    <a:pt x="260709" y="148747"/>
                    <a:pt x="263266" y="146193"/>
                  </a:cubicBezTo>
                  <a:cubicBezTo>
                    <a:pt x="265821" y="143640"/>
                    <a:pt x="269655" y="143640"/>
                    <a:pt x="272211" y="146193"/>
                  </a:cubicBezTo>
                  <a:cubicBezTo>
                    <a:pt x="276045" y="149385"/>
                    <a:pt x="277962" y="154492"/>
                    <a:pt x="276684" y="158961"/>
                  </a:cubicBezTo>
                  <a:lnTo>
                    <a:pt x="276684" y="158961"/>
                  </a:lnTo>
                  <a:close/>
                  <a:moveTo>
                    <a:pt x="278601" y="99590"/>
                  </a:moveTo>
                  <a:cubicBezTo>
                    <a:pt x="276684" y="107251"/>
                    <a:pt x="266460" y="109804"/>
                    <a:pt x="255597" y="112996"/>
                  </a:cubicBezTo>
                  <a:cubicBezTo>
                    <a:pt x="251124" y="114273"/>
                    <a:pt x="246652" y="115550"/>
                    <a:pt x="242818" y="117465"/>
                  </a:cubicBezTo>
                  <a:lnTo>
                    <a:pt x="243457" y="118104"/>
                  </a:lnTo>
                  <a:cubicBezTo>
                    <a:pt x="247291" y="121296"/>
                    <a:pt x="249208" y="126403"/>
                    <a:pt x="247929" y="130872"/>
                  </a:cubicBezTo>
                  <a:cubicBezTo>
                    <a:pt x="246013" y="138532"/>
                    <a:pt x="235789" y="141724"/>
                    <a:pt x="224926" y="144278"/>
                  </a:cubicBezTo>
                  <a:cubicBezTo>
                    <a:pt x="220453" y="145555"/>
                    <a:pt x="215980" y="146832"/>
                    <a:pt x="212146" y="148747"/>
                  </a:cubicBezTo>
                  <a:cubicBezTo>
                    <a:pt x="212146" y="148747"/>
                    <a:pt x="212146" y="148747"/>
                    <a:pt x="212785" y="149385"/>
                  </a:cubicBezTo>
                  <a:cubicBezTo>
                    <a:pt x="215341" y="151939"/>
                    <a:pt x="215341" y="155769"/>
                    <a:pt x="212785" y="158323"/>
                  </a:cubicBezTo>
                  <a:cubicBezTo>
                    <a:pt x="210229" y="160876"/>
                    <a:pt x="206395" y="160876"/>
                    <a:pt x="203839" y="158323"/>
                  </a:cubicBezTo>
                  <a:cubicBezTo>
                    <a:pt x="200005" y="155131"/>
                    <a:pt x="198088" y="150024"/>
                    <a:pt x="199366" y="145555"/>
                  </a:cubicBezTo>
                  <a:cubicBezTo>
                    <a:pt x="201283" y="137894"/>
                    <a:pt x="211507" y="135340"/>
                    <a:pt x="222370" y="132148"/>
                  </a:cubicBezTo>
                  <a:cubicBezTo>
                    <a:pt x="226843" y="130872"/>
                    <a:pt x="231316" y="129595"/>
                    <a:pt x="235150" y="127680"/>
                  </a:cubicBezTo>
                  <a:lnTo>
                    <a:pt x="234511" y="127041"/>
                  </a:lnTo>
                  <a:cubicBezTo>
                    <a:pt x="230677" y="123849"/>
                    <a:pt x="228760" y="118742"/>
                    <a:pt x="230038" y="114273"/>
                  </a:cubicBezTo>
                  <a:cubicBezTo>
                    <a:pt x="231955" y="106612"/>
                    <a:pt x="242179" y="104059"/>
                    <a:pt x="253042" y="100867"/>
                  </a:cubicBezTo>
                  <a:cubicBezTo>
                    <a:pt x="257514" y="99590"/>
                    <a:pt x="261987" y="98313"/>
                    <a:pt x="265821" y="96398"/>
                  </a:cubicBezTo>
                  <a:cubicBezTo>
                    <a:pt x="265821" y="96398"/>
                    <a:pt x="265821" y="96398"/>
                    <a:pt x="265182" y="95760"/>
                  </a:cubicBezTo>
                  <a:cubicBezTo>
                    <a:pt x="262626" y="93206"/>
                    <a:pt x="261987" y="89376"/>
                    <a:pt x="264543" y="86822"/>
                  </a:cubicBezTo>
                  <a:cubicBezTo>
                    <a:pt x="267099" y="84269"/>
                    <a:pt x="270933" y="83630"/>
                    <a:pt x="273489" y="86184"/>
                  </a:cubicBezTo>
                  <a:cubicBezTo>
                    <a:pt x="273489" y="86184"/>
                    <a:pt x="274128" y="86822"/>
                    <a:pt x="274128" y="86822"/>
                  </a:cubicBezTo>
                  <a:cubicBezTo>
                    <a:pt x="277962" y="90014"/>
                    <a:pt x="279879" y="94483"/>
                    <a:pt x="278601" y="99590"/>
                  </a:cubicBezTo>
                  <a:lnTo>
                    <a:pt x="278601" y="99590"/>
                  </a:lnTo>
                  <a:close/>
                </a:path>
              </a:pathLst>
            </a:custGeom>
            <a:solidFill>
              <a:srgbClr val="005587"/>
            </a:solidFill>
            <a:ln w="6390" cap="flat">
              <a:noFill/>
              <a:prstDash val="solid"/>
              <a:miter/>
            </a:ln>
          </p:spPr>
          <p:txBody>
            <a:bodyPr rtlCol="0" anchor="ctr"/>
            <a:lstStyle/>
            <a:p>
              <a:endParaRPr lang="en-US"/>
            </a:p>
          </p:txBody>
        </p:sp>
      </p:grpSp>
      <p:grpSp>
        <p:nvGrpSpPr>
          <p:cNvPr id="589" name="Graphic 4">
            <a:extLst>
              <a:ext uri="{FF2B5EF4-FFF2-40B4-BE49-F238E27FC236}">
                <a16:creationId xmlns:a16="http://schemas.microsoft.com/office/drawing/2014/main" id="{26519729-4FC4-434D-BA94-5E7A4AC581F6}"/>
              </a:ext>
            </a:extLst>
          </p:cNvPr>
          <p:cNvGrpSpPr/>
          <p:nvPr/>
        </p:nvGrpSpPr>
        <p:grpSpPr>
          <a:xfrm>
            <a:off x="467104" y="918179"/>
            <a:ext cx="362309" cy="361971"/>
            <a:chOff x="467104" y="918179"/>
            <a:chExt cx="362309" cy="361971"/>
          </a:xfrm>
          <a:solidFill>
            <a:srgbClr val="005587"/>
          </a:solidFill>
        </p:grpSpPr>
        <p:sp>
          <p:nvSpPr>
            <p:cNvPr id="590" name="Graphic 4">
              <a:extLst>
                <a:ext uri="{FF2B5EF4-FFF2-40B4-BE49-F238E27FC236}">
                  <a16:creationId xmlns:a16="http://schemas.microsoft.com/office/drawing/2014/main" id="{8E3DB60B-A92E-A542-9F70-BE9F74320B9E}"/>
                </a:ext>
              </a:extLst>
            </p:cNvPr>
            <p:cNvSpPr/>
            <p:nvPr/>
          </p:nvSpPr>
          <p:spPr>
            <a:xfrm>
              <a:off x="467104" y="918179"/>
              <a:ext cx="362309" cy="361971"/>
            </a:xfrm>
            <a:custGeom>
              <a:avLst/>
              <a:gdLst>
                <a:gd name="connsiteX0" fmla="*/ 181474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1474 w 362309"/>
                <a:gd name="connsiteY4" fmla="*/ 0 h 361971"/>
                <a:gd name="connsiteX5" fmla="*/ 181474 w 362309"/>
                <a:gd name="connsiteY5" fmla="*/ 0 h 361971"/>
                <a:gd name="connsiteX6" fmla="*/ 181474 w 362309"/>
                <a:gd name="connsiteY6" fmla="*/ 349204 h 361971"/>
                <a:gd name="connsiteX7" fmla="*/ 13419 w 362309"/>
                <a:gd name="connsiteY7" fmla="*/ 180667 h 361971"/>
                <a:gd name="connsiteX8" fmla="*/ 181474 w 362309"/>
                <a:gd name="connsiteY8" fmla="*/ 12768 h 361971"/>
                <a:gd name="connsiteX9" fmla="*/ 349530 w 362309"/>
                <a:gd name="connsiteY9" fmla="*/ 180667 h 361971"/>
                <a:gd name="connsiteX10" fmla="*/ 181474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1474" y="0"/>
                  </a:moveTo>
                  <a:cubicBezTo>
                    <a:pt x="81152" y="0"/>
                    <a:pt x="0" y="81077"/>
                    <a:pt x="0" y="181305"/>
                  </a:cubicBezTo>
                  <a:cubicBezTo>
                    <a:pt x="0" y="281534"/>
                    <a:pt x="81152" y="361972"/>
                    <a:pt x="181474" y="361972"/>
                  </a:cubicBezTo>
                  <a:cubicBezTo>
                    <a:pt x="281796" y="361972"/>
                    <a:pt x="362309" y="280895"/>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768"/>
                    <a:pt x="181474" y="12768"/>
                  </a:cubicBezTo>
                  <a:cubicBezTo>
                    <a:pt x="274128" y="12768"/>
                    <a:pt x="349530" y="88099"/>
                    <a:pt x="349530" y="180667"/>
                  </a:cubicBezTo>
                  <a:cubicBezTo>
                    <a:pt x="349530" y="273873"/>
                    <a:pt x="274128" y="349204"/>
                    <a:pt x="181474" y="349204"/>
                  </a:cubicBezTo>
                  <a:close/>
                </a:path>
              </a:pathLst>
            </a:custGeom>
            <a:solidFill>
              <a:srgbClr val="005587"/>
            </a:solidFill>
            <a:ln w="6390" cap="flat">
              <a:noFill/>
              <a:prstDash val="solid"/>
              <a:miter/>
            </a:ln>
          </p:spPr>
          <p:txBody>
            <a:bodyPr rtlCol="0" anchor="ctr"/>
            <a:lstStyle/>
            <a:p>
              <a:endParaRPr lang="en-US"/>
            </a:p>
          </p:txBody>
        </p:sp>
        <p:sp>
          <p:nvSpPr>
            <p:cNvPr id="591" name="Graphic 4">
              <a:extLst>
                <a:ext uri="{FF2B5EF4-FFF2-40B4-BE49-F238E27FC236}">
                  <a16:creationId xmlns:a16="http://schemas.microsoft.com/office/drawing/2014/main" id="{BD41D09C-76E8-B743-8ACB-62528F19D87E}"/>
                </a:ext>
              </a:extLst>
            </p:cNvPr>
            <p:cNvSpPr/>
            <p:nvPr/>
          </p:nvSpPr>
          <p:spPr>
            <a:xfrm>
              <a:off x="538671" y="1040113"/>
              <a:ext cx="220452" cy="153853"/>
            </a:xfrm>
            <a:custGeom>
              <a:avLst/>
              <a:gdLst>
                <a:gd name="connsiteX0" fmla="*/ 214063 w 220452"/>
                <a:gd name="connsiteY0" fmla="*/ 141086 h 153853"/>
                <a:gd name="connsiteX1" fmla="*/ 205756 w 220452"/>
                <a:gd name="connsiteY1" fmla="*/ 141086 h 153853"/>
                <a:gd name="connsiteX2" fmla="*/ 205756 w 220452"/>
                <a:gd name="connsiteY2" fmla="*/ 44049 h 153853"/>
                <a:gd name="connsiteX3" fmla="*/ 199366 w 220452"/>
                <a:gd name="connsiteY3" fmla="*/ 37665 h 153853"/>
                <a:gd name="connsiteX4" fmla="*/ 168694 w 220452"/>
                <a:gd name="connsiteY4" fmla="*/ 37665 h 153853"/>
                <a:gd name="connsiteX5" fmla="*/ 168694 w 220452"/>
                <a:gd name="connsiteY5" fmla="*/ 6384 h 153853"/>
                <a:gd name="connsiteX6" fmla="*/ 162304 w 220452"/>
                <a:gd name="connsiteY6" fmla="*/ 0 h 153853"/>
                <a:gd name="connsiteX7" fmla="*/ 155914 w 220452"/>
                <a:gd name="connsiteY7" fmla="*/ 6384 h 153853"/>
                <a:gd name="connsiteX8" fmla="*/ 155914 w 220452"/>
                <a:gd name="connsiteY8" fmla="*/ 37665 h 153853"/>
                <a:gd name="connsiteX9" fmla="*/ 116936 w 220452"/>
                <a:gd name="connsiteY9" fmla="*/ 37665 h 153853"/>
                <a:gd name="connsiteX10" fmla="*/ 116936 w 220452"/>
                <a:gd name="connsiteY10" fmla="*/ 6384 h 153853"/>
                <a:gd name="connsiteX11" fmla="*/ 110546 w 220452"/>
                <a:gd name="connsiteY11" fmla="*/ 0 h 153853"/>
                <a:gd name="connsiteX12" fmla="*/ 104156 w 220452"/>
                <a:gd name="connsiteY12" fmla="*/ 6384 h 153853"/>
                <a:gd name="connsiteX13" fmla="*/ 104156 w 220452"/>
                <a:gd name="connsiteY13" fmla="*/ 37665 h 153853"/>
                <a:gd name="connsiteX14" fmla="*/ 65177 w 220452"/>
                <a:gd name="connsiteY14" fmla="*/ 37665 h 153853"/>
                <a:gd name="connsiteX15" fmla="*/ 65177 w 220452"/>
                <a:gd name="connsiteY15" fmla="*/ 6384 h 153853"/>
                <a:gd name="connsiteX16" fmla="*/ 58787 w 220452"/>
                <a:gd name="connsiteY16" fmla="*/ 0 h 153853"/>
                <a:gd name="connsiteX17" fmla="*/ 52397 w 220452"/>
                <a:gd name="connsiteY17" fmla="*/ 6384 h 153853"/>
                <a:gd name="connsiteX18" fmla="*/ 52397 w 220452"/>
                <a:gd name="connsiteY18" fmla="*/ 37665 h 153853"/>
                <a:gd name="connsiteX19" fmla="*/ 21726 w 220452"/>
                <a:gd name="connsiteY19" fmla="*/ 37665 h 153853"/>
                <a:gd name="connsiteX20" fmla="*/ 15336 w 220452"/>
                <a:gd name="connsiteY20" fmla="*/ 44049 h 153853"/>
                <a:gd name="connsiteX21" fmla="*/ 15336 w 220452"/>
                <a:gd name="connsiteY21" fmla="*/ 141086 h 153853"/>
                <a:gd name="connsiteX22" fmla="*/ 6390 w 220452"/>
                <a:gd name="connsiteY22" fmla="*/ 141086 h 153853"/>
                <a:gd name="connsiteX23" fmla="*/ 0 w 220452"/>
                <a:gd name="connsiteY23" fmla="*/ 147470 h 153853"/>
                <a:gd name="connsiteX24" fmla="*/ 6390 w 220452"/>
                <a:gd name="connsiteY24" fmla="*/ 153854 h 153853"/>
                <a:gd name="connsiteX25" fmla="*/ 214063 w 220452"/>
                <a:gd name="connsiteY25" fmla="*/ 153854 h 153853"/>
                <a:gd name="connsiteX26" fmla="*/ 220453 w 220452"/>
                <a:gd name="connsiteY26" fmla="*/ 147470 h 153853"/>
                <a:gd name="connsiteX27" fmla="*/ 214063 w 220452"/>
                <a:gd name="connsiteY27" fmla="*/ 141086 h 153853"/>
                <a:gd name="connsiteX28" fmla="*/ 192337 w 220452"/>
                <a:gd name="connsiteY28" fmla="*/ 50433 h 153853"/>
                <a:gd name="connsiteX29" fmla="*/ 192337 w 220452"/>
                <a:gd name="connsiteY29" fmla="*/ 88099 h 153853"/>
                <a:gd name="connsiteX30" fmla="*/ 184669 w 220452"/>
                <a:gd name="connsiteY30" fmla="*/ 83630 h 153853"/>
                <a:gd name="connsiteX31" fmla="*/ 177640 w 220452"/>
                <a:gd name="connsiteY31" fmla="*/ 78523 h 153853"/>
                <a:gd name="connsiteX32" fmla="*/ 143774 w 220452"/>
                <a:gd name="connsiteY32" fmla="*/ 81077 h 153853"/>
                <a:gd name="connsiteX33" fmla="*/ 125882 w 220452"/>
                <a:gd name="connsiteY33" fmla="*/ 89376 h 153853"/>
                <a:gd name="connsiteX34" fmla="*/ 114380 w 220452"/>
                <a:gd name="connsiteY34" fmla="*/ 84269 h 153853"/>
                <a:gd name="connsiteX35" fmla="*/ 102878 w 220452"/>
                <a:gd name="connsiteY35" fmla="*/ 77246 h 153853"/>
                <a:gd name="connsiteX36" fmla="*/ 64538 w 220452"/>
                <a:gd name="connsiteY36" fmla="*/ 86822 h 153853"/>
                <a:gd name="connsiteX37" fmla="*/ 43452 w 220452"/>
                <a:gd name="connsiteY37" fmla="*/ 84269 h 153853"/>
                <a:gd name="connsiteX38" fmla="*/ 26199 w 220452"/>
                <a:gd name="connsiteY38" fmla="*/ 75331 h 153853"/>
                <a:gd name="connsiteX39" fmla="*/ 26199 w 220452"/>
                <a:gd name="connsiteY39" fmla="*/ 50433 h 153853"/>
                <a:gd name="connsiteX40" fmla="*/ 192337 w 220452"/>
                <a:gd name="connsiteY40" fmla="*/ 50433 h 153853"/>
                <a:gd name="connsiteX41" fmla="*/ 27477 w 220452"/>
                <a:gd name="connsiteY41" fmla="*/ 88737 h 153853"/>
                <a:gd name="connsiteX42" fmla="*/ 35784 w 220452"/>
                <a:gd name="connsiteY42" fmla="*/ 93206 h 153853"/>
                <a:gd name="connsiteX43" fmla="*/ 57509 w 220452"/>
                <a:gd name="connsiteY43" fmla="*/ 102782 h 153853"/>
                <a:gd name="connsiteX44" fmla="*/ 74123 w 220452"/>
                <a:gd name="connsiteY44" fmla="*/ 97037 h 153853"/>
                <a:gd name="connsiteX45" fmla="*/ 99683 w 220452"/>
                <a:gd name="connsiteY45" fmla="*/ 89376 h 153853"/>
                <a:gd name="connsiteX46" fmla="*/ 108629 w 220452"/>
                <a:gd name="connsiteY46" fmla="*/ 95121 h 153853"/>
                <a:gd name="connsiteX47" fmla="*/ 128438 w 220452"/>
                <a:gd name="connsiteY47" fmla="*/ 102782 h 153853"/>
                <a:gd name="connsiteX48" fmla="*/ 153997 w 220452"/>
                <a:gd name="connsiteY48" fmla="*/ 90653 h 153853"/>
                <a:gd name="connsiteX49" fmla="*/ 171889 w 220452"/>
                <a:gd name="connsiteY49" fmla="*/ 90014 h 153853"/>
                <a:gd name="connsiteX50" fmla="*/ 178279 w 220452"/>
                <a:gd name="connsiteY50" fmla="*/ 94483 h 153853"/>
                <a:gd name="connsiteX51" fmla="*/ 193615 w 220452"/>
                <a:gd name="connsiteY51" fmla="*/ 101505 h 153853"/>
                <a:gd name="connsiteX52" fmla="*/ 193615 w 220452"/>
                <a:gd name="connsiteY52" fmla="*/ 141724 h 153853"/>
                <a:gd name="connsiteX53" fmla="*/ 27477 w 220452"/>
                <a:gd name="connsiteY53" fmla="*/ 141724 h 153853"/>
                <a:gd name="connsiteX54" fmla="*/ 27477 w 220452"/>
                <a:gd name="connsiteY54" fmla="*/ 88737 h 153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20452" h="153853">
                  <a:moveTo>
                    <a:pt x="214063" y="141086"/>
                  </a:moveTo>
                  <a:lnTo>
                    <a:pt x="205756" y="141086"/>
                  </a:lnTo>
                  <a:lnTo>
                    <a:pt x="205756" y="44049"/>
                  </a:lnTo>
                  <a:cubicBezTo>
                    <a:pt x="205756" y="40219"/>
                    <a:pt x="203200" y="37665"/>
                    <a:pt x="199366" y="37665"/>
                  </a:cubicBezTo>
                  <a:lnTo>
                    <a:pt x="168694" y="37665"/>
                  </a:lnTo>
                  <a:lnTo>
                    <a:pt x="168694" y="6384"/>
                  </a:lnTo>
                  <a:cubicBezTo>
                    <a:pt x="168694" y="2554"/>
                    <a:pt x="166138" y="0"/>
                    <a:pt x="162304" y="0"/>
                  </a:cubicBezTo>
                  <a:cubicBezTo>
                    <a:pt x="158470" y="0"/>
                    <a:pt x="155914" y="2554"/>
                    <a:pt x="155914" y="6384"/>
                  </a:cubicBezTo>
                  <a:lnTo>
                    <a:pt x="155914" y="37665"/>
                  </a:lnTo>
                  <a:lnTo>
                    <a:pt x="116936" y="37665"/>
                  </a:lnTo>
                  <a:lnTo>
                    <a:pt x="116936" y="6384"/>
                  </a:lnTo>
                  <a:cubicBezTo>
                    <a:pt x="116936" y="2554"/>
                    <a:pt x="114380" y="0"/>
                    <a:pt x="110546" y="0"/>
                  </a:cubicBezTo>
                  <a:cubicBezTo>
                    <a:pt x="106712" y="0"/>
                    <a:pt x="104156" y="2554"/>
                    <a:pt x="104156" y="6384"/>
                  </a:cubicBezTo>
                  <a:lnTo>
                    <a:pt x="104156" y="37665"/>
                  </a:lnTo>
                  <a:lnTo>
                    <a:pt x="65177" y="37665"/>
                  </a:lnTo>
                  <a:lnTo>
                    <a:pt x="65177" y="6384"/>
                  </a:lnTo>
                  <a:cubicBezTo>
                    <a:pt x="65177" y="2554"/>
                    <a:pt x="62621" y="0"/>
                    <a:pt x="58787" y="0"/>
                  </a:cubicBezTo>
                  <a:cubicBezTo>
                    <a:pt x="54953" y="0"/>
                    <a:pt x="52397" y="2554"/>
                    <a:pt x="52397" y="6384"/>
                  </a:cubicBezTo>
                  <a:lnTo>
                    <a:pt x="52397" y="37665"/>
                  </a:lnTo>
                  <a:lnTo>
                    <a:pt x="21726" y="37665"/>
                  </a:lnTo>
                  <a:cubicBezTo>
                    <a:pt x="17892" y="37665"/>
                    <a:pt x="15336" y="40219"/>
                    <a:pt x="15336" y="44049"/>
                  </a:cubicBezTo>
                  <a:lnTo>
                    <a:pt x="15336" y="141086"/>
                  </a:lnTo>
                  <a:lnTo>
                    <a:pt x="6390" y="141086"/>
                  </a:lnTo>
                  <a:cubicBezTo>
                    <a:pt x="2556" y="141086"/>
                    <a:pt x="0" y="143640"/>
                    <a:pt x="0" y="147470"/>
                  </a:cubicBezTo>
                  <a:cubicBezTo>
                    <a:pt x="0" y="151300"/>
                    <a:pt x="2556" y="153854"/>
                    <a:pt x="6390" y="153854"/>
                  </a:cubicBezTo>
                  <a:lnTo>
                    <a:pt x="214063" y="153854"/>
                  </a:lnTo>
                  <a:cubicBezTo>
                    <a:pt x="217897" y="153854"/>
                    <a:pt x="220453" y="151300"/>
                    <a:pt x="220453" y="147470"/>
                  </a:cubicBezTo>
                  <a:cubicBezTo>
                    <a:pt x="220453" y="143640"/>
                    <a:pt x="217258" y="141086"/>
                    <a:pt x="214063" y="141086"/>
                  </a:cubicBezTo>
                  <a:close/>
                  <a:moveTo>
                    <a:pt x="192337" y="50433"/>
                  </a:moveTo>
                  <a:lnTo>
                    <a:pt x="192337" y="88099"/>
                  </a:lnTo>
                  <a:cubicBezTo>
                    <a:pt x="189781" y="86822"/>
                    <a:pt x="187225" y="85545"/>
                    <a:pt x="184669" y="83630"/>
                  </a:cubicBezTo>
                  <a:cubicBezTo>
                    <a:pt x="182752" y="82353"/>
                    <a:pt x="180196" y="80438"/>
                    <a:pt x="177640" y="78523"/>
                  </a:cubicBezTo>
                  <a:cubicBezTo>
                    <a:pt x="166777" y="72139"/>
                    <a:pt x="153358" y="72777"/>
                    <a:pt x="143774" y="81077"/>
                  </a:cubicBezTo>
                  <a:cubicBezTo>
                    <a:pt x="139301" y="86184"/>
                    <a:pt x="132911" y="88737"/>
                    <a:pt x="125882" y="89376"/>
                  </a:cubicBezTo>
                  <a:cubicBezTo>
                    <a:pt x="122048" y="89376"/>
                    <a:pt x="119492" y="88099"/>
                    <a:pt x="114380" y="84269"/>
                  </a:cubicBezTo>
                  <a:cubicBezTo>
                    <a:pt x="111185" y="81715"/>
                    <a:pt x="107351" y="79161"/>
                    <a:pt x="102878" y="77246"/>
                  </a:cubicBezTo>
                  <a:cubicBezTo>
                    <a:pt x="86903" y="69585"/>
                    <a:pt x="76040" y="77885"/>
                    <a:pt x="64538" y="86822"/>
                  </a:cubicBezTo>
                  <a:cubicBezTo>
                    <a:pt x="57509" y="91291"/>
                    <a:pt x="48564" y="90014"/>
                    <a:pt x="43452" y="84269"/>
                  </a:cubicBezTo>
                  <a:cubicBezTo>
                    <a:pt x="38340" y="79800"/>
                    <a:pt x="32589" y="77246"/>
                    <a:pt x="26199" y="75331"/>
                  </a:cubicBezTo>
                  <a:lnTo>
                    <a:pt x="26199" y="50433"/>
                  </a:lnTo>
                  <a:lnTo>
                    <a:pt x="192337" y="50433"/>
                  </a:lnTo>
                  <a:close/>
                  <a:moveTo>
                    <a:pt x="27477" y="88737"/>
                  </a:moveTo>
                  <a:cubicBezTo>
                    <a:pt x="30672" y="90014"/>
                    <a:pt x="33228" y="91291"/>
                    <a:pt x="35784" y="93206"/>
                  </a:cubicBezTo>
                  <a:cubicBezTo>
                    <a:pt x="41535" y="98952"/>
                    <a:pt x="49202" y="102782"/>
                    <a:pt x="57509" y="102782"/>
                  </a:cubicBezTo>
                  <a:cubicBezTo>
                    <a:pt x="63260" y="102782"/>
                    <a:pt x="69011" y="100867"/>
                    <a:pt x="74123" y="97037"/>
                  </a:cubicBezTo>
                  <a:cubicBezTo>
                    <a:pt x="86264" y="88099"/>
                    <a:pt x="90737" y="84907"/>
                    <a:pt x="99683" y="89376"/>
                  </a:cubicBezTo>
                  <a:cubicBezTo>
                    <a:pt x="102878" y="90653"/>
                    <a:pt x="106073" y="92568"/>
                    <a:pt x="108629" y="95121"/>
                  </a:cubicBezTo>
                  <a:cubicBezTo>
                    <a:pt x="113741" y="100229"/>
                    <a:pt x="121409" y="102782"/>
                    <a:pt x="128438" y="102782"/>
                  </a:cubicBezTo>
                  <a:cubicBezTo>
                    <a:pt x="138023" y="102144"/>
                    <a:pt x="146969" y="97675"/>
                    <a:pt x="153997" y="90653"/>
                  </a:cubicBezTo>
                  <a:cubicBezTo>
                    <a:pt x="159109" y="86822"/>
                    <a:pt x="166138" y="86184"/>
                    <a:pt x="171889" y="90014"/>
                  </a:cubicBezTo>
                  <a:cubicBezTo>
                    <a:pt x="174445" y="91291"/>
                    <a:pt x="176362" y="93206"/>
                    <a:pt x="178279" y="94483"/>
                  </a:cubicBezTo>
                  <a:cubicBezTo>
                    <a:pt x="182752" y="98313"/>
                    <a:pt x="187864" y="100867"/>
                    <a:pt x="193615" y="101505"/>
                  </a:cubicBezTo>
                  <a:lnTo>
                    <a:pt x="193615" y="141724"/>
                  </a:lnTo>
                  <a:lnTo>
                    <a:pt x="27477" y="141724"/>
                  </a:lnTo>
                  <a:lnTo>
                    <a:pt x="27477" y="88737"/>
                  </a:lnTo>
                  <a:close/>
                </a:path>
              </a:pathLst>
            </a:custGeom>
            <a:solidFill>
              <a:srgbClr val="005587"/>
            </a:solidFill>
            <a:ln w="6390" cap="flat">
              <a:noFill/>
              <a:prstDash val="solid"/>
              <a:miter/>
            </a:ln>
          </p:spPr>
          <p:txBody>
            <a:bodyPr rtlCol="0" anchor="ctr"/>
            <a:lstStyle/>
            <a:p>
              <a:endParaRPr lang="en-US"/>
            </a:p>
          </p:txBody>
        </p:sp>
        <p:sp>
          <p:nvSpPr>
            <p:cNvPr id="592" name="Graphic 4">
              <a:extLst>
                <a:ext uri="{FF2B5EF4-FFF2-40B4-BE49-F238E27FC236}">
                  <a16:creationId xmlns:a16="http://schemas.microsoft.com/office/drawing/2014/main" id="{8E58FCE1-8DE8-2347-AD31-F8FE4D1A1921}"/>
                </a:ext>
              </a:extLst>
            </p:cNvPr>
            <p:cNvSpPr/>
            <p:nvPr/>
          </p:nvSpPr>
          <p:spPr>
            <a:xfrm>
              <a:off x="590430" y="1003724"/>
              <a:ext cx="12779" cy="20428"/>
            </a:xfrm>
            <a:custGeom>
              <a:avLst/>
              <a:gdLst>
                <a:gd name="connsiteX0" fmla="*/ 6390 w 12779"/>
                <a:gd name="connsiteY0" fmla="*/ 20429 h 20428"/>
                <a:gd name="connsiteX1" fmla="*/ 12780 w 12779"/>
                <a:gd name="connsiteY1" fmla="*/ 14045 h 20428"/>
                <a:gd name="connsiteX2" fmla="*/ 12780 w 12779"/>
                <a:gd name="connsiteY2" fmla="*/ 6384 h 20428"/>
                <a:gd name="connsiteX3" fmla="*/ 6390 w 12779"/>
                <a:gd name="connsiteY3" fmla="*/ 0 h 20428"/>
                <a:gd name="connsiteX4" fmla="*/ 0 w 12779"/>
                <a:gd name="connsiteY4" fmla="*/ 6384 h 20428"/>
                <a:gd name="connsiteX5" fmla="*/ 0 w 12779"/>
                <a:gd name="connsiteY5" fmla="*/ 14045 h 20428"/>
                <a:gd name="connsiteX6" fmla="*/ 6390 w 12779"/>
                <a:gd name="connsiteY6" fmla="*/ 20429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0428">
                  <a:moveTo>
                    <a:pt x="6390" y="20429"/>
                  </a:moveTo>
                  <a:cubicBezTo>
                    <a:pt x="10224" y="20429"/>
                    <a:pt x="12780" y="17875"/>
                    <a:pt x="12780" y="14045"/>
                  </a:cubicBezTo>
                  <a:lnTo>
                    <a:pt x="12780" y="6384"/>
                  </a:lnTo>
                  <a:cubicBezTo>
                    <a:pt x="12780" y="2554"/>
                    <a:pt x="10224" y="0"/>
                    <a:pt x="6390" y="0"/>
                  </a:cubicBezTo>
                  <a:cubicBezTo>
                    <a:pt x="2556" y="0"/>
                    <a:pt x="0" y="2554"/>
                    <a:pt x="0" y="6384"/>
                  </a:cubicBezTo>
                  <a:lnTo>
                    <a:pt x="0" y="14045"/>
                  </a:lnTo>
                  <a:cubicBezTo>
                    <a:pt x="0" y="17875"/>
                    <a:pt x="2556" y="20429"/>
                    <a:pt x="6390" y="20429"/>
                  </a:cubicBezTo>
                  <a:close/>
                </a:path>
              </a:pathLst>
            </a:custGeom>
            <a:solidFill>
              <a:srgbClr val="005587"/>
            </a:solidFill>
            <a:ln w="6390" cap="flat">
              <a:noFill/>
              <a:prstDash val="solid"/>
              <a:miter/>
            </a:ln>
          </p:spPr>
          <p:txBody>
            <a:bodyPr rtlCol="0" anchor="ctr"/>
            <a:lstStyle/>
            <a:p>
              <a:endParaRPr lang="en-US"/>
            </a:p>
          </p:txBody>
        </p:sp>
        <p:sp>
          <p:nvSpPr>
            <p:cNvPr id="593" name="Graphic 4">
              <a:extLst>
                <a:ext uri="{FF2B5EF4-FFF2-40B4-BE49-F238E27FC236}">
                  <a16:creationId xmlns:a16="http://schemas.microsoft.com/office/drawing/2014/main" id="{31359955-2E94-F647-9777-A1C0C9887B8A}"/>
                </a:ext>
              </a:extLst>
            </p:cNvPr>
            <p:cNvSpPr/>
            <p:nvPr/>
          </p:nvSpPr>
          <p:spPr>
            <a:xfrm>
              <a:off x="642188" y="1003724"/>
              <a:ext cx="12779" cy="20428"/>
            </a:xfrm>
            <a:custGeom>
              <a:avLst/>
              <a:gdLst>
                <a:gd name="connsiteX0" fmla="*/ 6390 w 12779"/>
                <a:gd name="connsiteY0" fmla="*/ 20429 h 20428"/>
                <a:gd name="connsiteX1" fmla="*/ 12780 w 12779"/>
                <a:gd name="connsiteY1" fmla="*/ 14045 h 20428"/>
                <a:gd name="connsiteX2" fmla="*/ 12780 w 12779"/>
                <a:gd name="connsiteY2" fmla="*/ 6384 h 20428"/>
                <a:gd name="connsiteX3" fmla="*/ 6390 w 12779"/>
                <a:gd name="connsiteY3" fmla="*/ 0 h 20428"/>
                <a:gd name="connsiteX4" fmla="*/ 0 w 12779"/>
                <a:gd name="connsiteY4" fmla="*/ 6384 h 20428"/>
                <a:gd name="connsiteX5" fmla="*/ 0 w 12779"/>
                <a:gd name="connsiteY5" fmla="*/ 14045 h 20428"/>
                <a:gd name="connsiteX6" fmla="*/ 6390 w 12779"/>
                <a:gd name="connsiteY6" fmla="*/ 20429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0428">
                  <a:moveTo>
                    <a:pt x="6390" y="20429"/>
                  </a:moveTo>
                  <a:cubicBezTo>
                    <a:pt x="10224" y="20429"/>
                    <a:pt x="12780" y="17875"/>
                    <a:pt x="12780" y="14045"/>
                  </a:cubicBezTo>
                  <a:lnTo>
                    <a:pt x="12780" y="6384"/>
                  </a:lnTo>
                  <a:cubicBezTo>
                    <a:pt x="12780" y="2554"/>
                    <a:pt x="10224" y="0"/>
                    <a:pt x="6390" y="0"/>
                  </a:cubicBezTo>
                  <a:cubicBezTo>
                    <a:pt x="2556" y="0"/>
                    <a:pt x="0" y="2554"/>
                    <a:pt x="0" y="6384"/>
                  </a:cubicBezTo>
                  <a:lnTo>
                    <a:pt x="0" y="14045"/>
                  </a:lnTo>
                  <a:cubicBezTo>
                    <a:pt x="0" y="17875"/>
                    <a:pt x="3195" y="20429"/>
                    <a:pt x="6390" y="20429"/>
                  </a:cubicBezTo>
                  <a:close/>
                </a:path>
              </a:pathLst>
            </a:custGeom>
            <a:solidFill>
              <a:srgbClr val="005587"/>
            </a:solidFill>
            <a:ln w="6390" cap="flat">
              <a:noFill/>
              <a:prstDash val="solid"/>
              <a:miter/>
            </a:ln>
          </p:spPr>
          <p:txBody>
            <a:bodyPr rtlCol="0" anchor="ctr"/>
            <a:lstStyle/>
            <a:p>
              <a:endParaRPr lang="en-US"/>
            </a:p>
          </p:txBody>
        </p:sp>
        <p:sp>
          <p:nvSpPr>
            <p:cNvPr id="594" name="Graphic 4">
              <a:extLst>
                <a:ext uri="{FF2B5EF4-FFF2-40B4-BE49-F238E27FC236}">
                  <a16:creationId xmlns:a16="http://schemas.microsoft.com/office/drawing/2014/main" id="{90BA0E67-E6A0-8842-AA17-D3E1C8A28ECE}"/>
                </a:ext>
              </a:extLst>
            </p:cNvPr>
            <p:cNvSpPr/>
            <p:nvPr/>
          </p:nvSpPr>
          <p:spPr>
            <a:xfrm>
              <a:off x="694586" y="1003724"/>
              <a:ext cx="12779" cy="20428"/>
            </a:xfrm>
            <a:custGeom>
              <a:avLst/>
              <a:gdLst>
                <a:gd name="connsiteX0" fmla="*/ 6390 w 12779"/>
                <a:gd name="connsiteY0" fmla="*/ 20429 h 20428"/>
                <a:gd name="connsiteX1" fmla="*/ 12780 w 12779"/>
                <a:gd name="connsiteY1" fmla="*/ 14045 h 20428"/>
                <a:gd name="connsiteX2" fmla="*/ 12780 w 12779"/>
                <a:gd name="connsiteY2" fmla="*/ 6384 h 20428"/>
                <a:gd name="connsiteX3" fmla="*/ 6390 w 12779"/>
                <a:gd name="connsiteY3" fmla="*/ 0 h 20428"/>
                <a:gd name="connsiteX4" fmla="*/ 0 w 12779"/>
                <a:gd name="connsiteY4" fmla="*/ 6384 h 20428"/>
                <a:gd name="connsiteX5" fmla="*/ 0 w 12779"/>
                <a:gd name="connsiteY5" fmla="*/ 14045 h 20428"/>
                <a:gd name="connsiteX6" fmla="*/ 6390 w 12779"/>
                <a:gd name="connsiteY6" fmla="*/ 20429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0428">
                  <a:moveTo>
                    <a:pt x="6390" y="20429"/>
                  </a:moveTo>
                  <a:cubicBezTo>
                    <a:pt x="10224" y="20429"/>
                    <a:pt x="12780" y="17875"/>
                    <a:pt x="12780" y="14045"/>
                  </a:cubicBezTo>
                  <a:lnTo>
                    <a:pt x="12780" y="6384"/>
                  </a:lnTo>
                  <a:cubicBezTo>
                    <a:pt x="12780" y="2554"/>
                    <a:pt x="10224" y="0"/>
                    <a:pt x="6390" y="0"/>
                  </a:cubicBezTo>
                  <a:cubicBezTo>
                    <a:pt x="2556" y="0"/>
                    <a:pt x="0" y="2554"/>
                    <a:pt x="0" y="6384"/>
                  </a:cubicBezTo>
                  <a:lnTo>
                    <a:pt x="0" y="14045"/>
                  </a:lnTo>
                  <a:cubicBezTo>
                    <a:pt x="0" y="17875"/>
                    <a:pt x="2556" y="20429"/>
                    <a:pt x="6390" y="20429"/>
                  </a:cubicBezTo>
                  <a:close/>
                </a:path>
              </a:pathLst>
            </a:custGeom>
            <a:solidFill>
              <a:srgbClr val="005587"/>
            </a:solidFill>
            <a:ln w="6390" cap="flat">
              <a:noFill/>
              <a:prstDash val="solid"/>
              <a:miter/>
            </a:ln>
          </p:spPr>
          <p:txBody>
            <a:bodyPr rtlCol="0" anchor="ctr"/>
            <a:lstStyle/>
            <a:p>
              <a:endParaRPr lang="en-US"/>
            </a:p>
          </p:txBody>
        </p:sp>
      </p:grpSp>
      <p:grpSp>
        <p:nvGrpSpPr>
          <p:cNvPr id="595" name="Graphic 4">
            <a:extLst>
              <a:ext uri="{FF2B5EF4-FFF2-40B4-BE49-F238E27FC236}">
                <a16:creationId xmlns:a16="http://schemas.microsoft.com/office/drawing/2014/main" id="{948F1222-0FCC-A449-9F5E-05E365B31A0F}"/>
              </a:ext>
            </a:extLst>
          </p:cNvPr>
          <p:cNvGrpSpPr/>
          <p:nvPr/>
        </p:nvGrpSpPr>
        <p:grpSpPr>
          <a:xfrm>
            <a:off x="905454" y="918179"/>
            <a:ext cx="362309" cy="361971"/>
            <a:chOff x="905454" y="918179"/>
            <a:chExt cx="362309" cy="361971"/>
          </a:xfrm>
          <a:solidFill>
            <a:srgbClr val="005587"/>
          </a:solidFill>
        </p:grpSpPr>
        <p:sp>
          <p:nvSpPr>
            <p:cNvPr id="596" name="Graphic 4">
              <a:extLst>
                <a:ext uri="{FF2B5EF4-FFF2-40B4-BE49-F238E27FC236}">
                  <a16:creationId xmlns:a16="http://schemas.microsoft.com/office/drawing/2014/main" id="{A3FA8910-D336-B444-86A5-621B4734FC67}"/>
                </a:ext>
              </a:extLst>
            </p:cNvPr>
            <p:cNvSpPr/>
            <p:nvPr/>
          </p:nvSpPr>
          <p:spPr>
            <a:xfrm>
              <a:off x="1004498" y="1090546"/>
              <a:ext cx="164860" cy="39269"/>
            </a:xfrm>
            <a:custGeom>
              <a:avLst/>
              <a:gdLst>
                <a:gd name="connsiteX0" fmla="*/ 16614 w 164860"/>
                <a:gd name="connsiteY0" fmla="*/ 33835 h 39269"/>
                <a:gd name="connsiteX1" fmla="*/ 37701 w 164860"/>
                <a:gd name="connsiteY1" fmla="*/ 36389 h 39269"/>
                <a:gd name="connsiteX2" fmla="*/ 76040 w 164860"/>
                <a:gd name="connsiteY2" fmla="*/ 26813 h 39269"/>
                <a:gd name="connsiteX3" fmla="*/ 87542 w 164860"/>
                <a:gd name="connsiteY3" fmla="*/ 33835 h 39269"/>
                <a:gd name="connsiteX4" fmla="*/ 99044 w 164860"/>
                <a:gd name="connsiteY4" fmla="*/ 38942 h 39269"/>
                <a:gd name="connsiteX5" fmla="*/ 116936 w 164860"/>
                <a:gd name="connsiteY5" fmla="*/ 30643 h 39269"/>
                <a:gd name="connsiteX6" fmla="*/ 150164 w 164860"/>
                <a:gd name="connsiteY6" fmla="*/ 28090 h 39269"/>
                <a:gd name="connsiteX7" fmla="*/ 157192 w 164860"/>
                <a:gd name="connsiteY7" fmla="*/ 33197 h 39269"/>
                <a:gd name="connsiteX8" fmla="*/ 164860 w 164860"/>
                <a:gd name="connsiteY8" fmla="*/ 37666 h 39269"/>
                <a:gd name="connsiteX9" fmla="*/ 164860 w 164860"/>
                <a:gd name="connsiteY9" fmla="*/ 0 h 39269"/>
                <a:gd name="connsiteX10" fmla="*/ 0 w 164860"/>
                <a:gd name="connsiteY10" fmla="*/ 0 h 39269"/>
                <a:gd name="connsiteX11" fmla="*/ 0 w 164860"/>
                <a:gd name="connsiteY11" fmla="*/ 24898 h 39269"/>
                <a:gd name="connsiteX12" fmla="*/ 16614 w 164860"/>
                <a:gd name="connsiteY12" fmla="*/ 33835 h 39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860" h="39269">
                  <a:moveTo>
                    <a:pt x="16614" y="33835"/>
                  </a:moveTo>
                  <a:cubicBezTo>
                    <a:pt x="22365" y="40219"/>
                    <a:pt x="31311" y="40858"/>
                    <a:pt x="37701" y="36389"/>
                  </a:cubicBezTo>
                  <a:cubicBezTo>
                    <a:pt x="49202" y="27451"/>
                    <a:pt x="60065" y="19790"/>
                    <a:pt x="76040" y="26813"/>
                  </a:cubicBezTo>
                  <a:cubicBezTo>
                    <a:pt x="79874" y="28728"/>
                    <a:pt x="83708" y="31282"/>
                    <a:pt x="87542" y="33835"/>
                  </a:cubicBezTo>
                  <a:cubicBezTo>
                    <a:pt x="92654" y="37666"/>
                    <a:pt x="95210" y="38942"/>
                    <a:pt x="99044" y="38942"/>
                  </a:cubicBezTo>
                  <a:cubicBezTo>
                    <a:pt x="105434" y="38304"/>
                    <a:pt x="111824" y="35112"/>
                    <a:pt x="116936" y="30643"/>
                  </a:cubicBezTo>
                  <a:cubicBezTo>
                    <a:pt x="126521" y="22982"/>
                    <a:pt x="139940" y="21706"/>
                    <a:pt x="150164" y="28090"/>
                  </a:cubicBezTo>
                  <a:cubicBezTo>
                    <a:pt x="152720" y="30005"/>
                    <a:pt x="155275" y="31282"/>
                    <a:pt x="157192" y="33197"/>
                  </a:cubicBezTo>
                  <a:cubicBezTo>
                    <a:pt x="159748" y="35112"/>
                    <a:pt x="162304" y="36389"/>
                    <a:pt x="164860" y="37666"/>
                  </a:cubicBezTo>
                  <a:lnTo>
                    <a:pt x="164860" y="0"/>
                  </a:lnTo>
                  <a:lnTo>
                    <a:pt x="0" y="0"/>
                  </a:lnTo>
                  <a:lnTo>
                    <a:pt x="0" y="24898"/>
                  </a:lnTo>
                  <a:cubicBezTo>
                    <a:pt x="5751" y="26174"/>
                    <a:pt x="12141" y="29366"/>
                    <a:pt x="16614" y="33835"/>
                  </a:cubicBezTo>
                  <a:close/>
                </a:path>
              </a:pathLst>
            </a:custGeom>
            <a:solidFill>
              <a:srgbClr val="005587"/>
            </a:solidFill>
            <a:ln w="6390" cap="flat">
              <a:noFill/>
              <a:prstDash val="solid"/>
              <a:miter/>
            </a:ln>
          </p:spPr>
          <p:txBody>
            <a:bodyPr rtlCol="0" anchor="ctr"/>
            <a:lstStyle/>
            <a:p>
              <a:endParaRPr lang="en-US"/>
            </a:p>
          </p:txBody>
        </p:sp>
        <p:sp>
          <p:nvSpPr>
            <p:cNvPr id="597" name="Graphic 4">
              <a:extLst>
                <a:ext uri="{FF2B5EF4-FFF2-40B4-BE49-F238E27FC236}">
                  <a16:creationId xmlns:a16="http://schemas.microsoft.com/office/drawing/2014/main" id="{CE29DAD3-A9AD-8840-90B5-4144113C04A4}"/>
                </a:ext>
              </a:extLst>
            </p:cNvPr>
            <p:cNvSpPr/>
            <p:nvPr/>
          </p:nvSpPr>
          <p:spPr>
            <a:xfrm>
              <a:off x="1003859" y="1127765"/>
              <a:ext cx="165499" cy="53433"/>
            </a:xfrm>
            <a:custGeom>
              <a:avLst/>
              <a:gdLst>
                <a:gd name="connsiteX0" fmla="*/ 165499 w 165499"/>
                <a:gd name="connsiteY0" fmla="*/ 13853 h 53433"/>
                <a:gd name="connsiteX1" fmla="*/ 150164 w 165499"/>
                <a:gd name="connsiteY1" fmla="*/ 6831 h 53433"/>
                <a:gd name="connsiteX2" fmla="*/ 143774 w 165499"/>
                <a:gd name="connsiteY2" fmla="*/ 2362 h 53433"/>
                <a:gd name="connsiteX3" fmla="*/ 125882 w 165499"/>
                <a:gd name="connsiteY3" fmla="*/ 3000 h 53433"/>
                <a:gd name="connsiteX4" fmla="*/ 100322 w 165499"/>
                <a:gd name="connsiteY4" fmla="*/ 15130 h 53433"/>
                <a:gd name="connsiteX5" fmla="*/ 80513 w 165499"/>
                <a:gd name="connsiteY5" fmla="*/ 7469 h 53433"/>
                <a:gd name="connsiteX6" fmla="*/ 71567 w 165499"/>
                <a:gd name="connsiteY6" fmla="*/ 1724 h 53433"/>
                <a:gd name="connsiteX7" fmla="*/ 46646 w 165499"/>
                <a:gd name="connsiteY7" fmla="*/ 9384 h 53433"/>
                <a:gd name="connsiteX8" fmla="*/ 30033 w 165499"/>
                <a:gd name="connsiteY8" fmla="*/ 15130 h 53433"/>
                <a:gd name="connsiteX9" fmla="*/ 8307 w 165499"/>
                <a:gd name="connsiteY9" fmla="*/ 5554 h 53433"/>
                <a:gd name="connsiteX10" fmla="*/ 0 w 165499"/>
                <a:gd name="connsiteY10" fmla="*/ 1085 h 53433"/>
                <a:gd name="connsiteX11" fmla="*/ 0 w 165499"/>
                <a:gd name="connsiteY11" fmla="*/ 53434 h 53433"/>
                <a:gd name="connsiteX12" fmla="*/ 165499 w 165499"/>
                <a:gd name="connsiteY12" fmla="*/ 53434 h 53433"/>
                <a:gd name="connsiteX13" fmla="*/ 165499 w 165499"/>
                <a:gd name="connsiteY13" fmla="*/ 13853 h 5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5499" h="53433">
                  <a:moveTo>
                    <a:pt x="165499" y="13853"/>
                  </a:moveTo>
                  <a:cubicBezTo>
                    <a:pt x="159748" y="13215"/>
                    <a:pt x="154636" y="10661"/>
                    <a:pt x="150164" y="6831"/>
                  </a:cubicBezTo>
                  <a:cubicBezTo>
                    <a:pt x="148247" y="5554"/>
                    <a:pt x="146330" y="3639"/>
                    <a:pt x="143774" y="2362"/>
                  </a:cubicBezTo>
                  <a:cubicBezTo>
                    <a:pt x="138023" y="-830"/>
                    <a:pt x="130994" y="-830"/>
                    <a:pt x="125882" y="3000"/>
                  </a:cubicBezTo>
                  <a:cubicBezTo>
                    <a:pt x="118853" y="10023"/>
                    <a:pt x="109907" y="13853"/>
                    <a:pt x="100322" y="15130"/>
                  </a:cubicBezTo>
                  <a:cubicBezTo>
                    <a:pt x="92654" y="15130"/>
                    <a:pt x="85625" y="12576"/>
                    <a:pt x="80513" y="7469"/>
                  </a:cubicBezTo>
                  <a:cubicBezTo>
                    <a:pt x="77957" y="5554"/>
                    <a:pt x="74762" y="3639"/>
                    <a:pt x="71567" y="1724"/>
                  </a:cubicBezTo>
                  <a:cubicBezTo>
                    <a:pt x="62621" y="-2107"/>
                    <a:pt x="58148" y="447"/>
                    <a:pt x="46646" y="9384"/>
                  </a:cubicBezTo>
                  <a:cubicBezTo>
                    <a:pt x="42174" y="13215"/>
                    <a:pt x="36423" y="15130"/>
                    <a:pt x="30033" y="15130"/>
                  </a:cubicBezTo>
                  <a:cubicBezTo>
                    <a:pt x="21726" y="15130"/>
                    <a:pt x="14058" y="11300"/>
                    <a:pt x="8307" y="5554"/>
                  </a:cubicBezTo>
                  <a:cubicBezTo>
                    <a:pt x="5751" y="3639"/>
                    <a:pt x="3195" y="1724"/>
                    <a:pt x="0" y="1085"/>
                  </a:cubicBezTo>
                  <a:lnTo>
                    <a:pt x="0" y="53434"/>
                  </a:lnTo>
                  <a:lnTo>
                    <a:pt x="165499" y="53434"/>
                  </a:lnTo>
                  <a:lnTo>
                    <a:pt x="165499" y="13853"/>
                  </a:lnTo>
                  <a:close/>
                </a:path>
              </a:pathLst>
            </a:custGeom>
            <a:solidFill>
              <a:srgbClr val="005587"/>
            </a:solidFill>
            <a:ln w="6390" cap="flat">
              <a:noFill/>
              <a:prstDash val="solid"/>
              <a:miter/>
            </a:ln>
          </p:spPr>
          <p:txBody>
            <a:bodyPr rtlCol="0" anchor="ctr"/>
            <a:lstStyle/>
            <a:p>
              <a:endParaRPr lang="en-US"/>
            </a:p>
          </p:txBody>
        </p:sp>
        <p:sp>
          <p:nvSpPr>
            <p:cNvPr id="598" name="Graphic 4">
              <a:extLst>
                <a:ext uri="{FF2B5EF4-FFF2-40B4-BE49-F238E27FC236}">
                  <a16:creationId xmlns:a16="http://schemas.microsoft.com/office/drawing/2014/main" id="{7CD30CFA-73E6-874F-8DF2-70516706C6AB}"/>
                </a:ext>
              </a:extLst>
            </p:cNvPr>
            <p:cNvSpPr/>
            <p:nvPr/>
          </p:nvSpPr>
          <p:spPr>
            <a:xfrm>
              <a:off x="905454" y="918179"/>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226843 w 362309"/>
                <a:gd name="connsiteY6" fmla="*/ 91929 h 361971"/>
                <a:gd name="connsiteX7" fmla="*/ 233233 w 362309"/>
                <a:gd name="connsiteY7" fmla="*/ 85545 h 361971"/>
                <a:gd name="connsiteX8" fmla="*/ 239623 w 362309"/>
                <a:gd name="connsiteY8" fmla="*/ 91929 h 361971"/>
                <a:gd name="connsiteX9" fmla="*/ 239623 w 362309"/>
                <a:gd name="connsiteY9" fmla="*/ 99590 h 361971"/>
                <a:gd name="connsiteX10" fmla="*/ 233233 w 362309"/>
                <a:gd name="connsiteY10" fmla="*/ 105974 h 361971"/>
                <a:gd name="connsiteX11" fmla="*/ 226843 w 362309"/>
                <a:gd name="connsiteY11" fmla="*/ 99590 h 361971"/>
                <a:gd name="connsiteX12" fmla="*/ 226843 w 362309"/>
                <a:gd name="connsiteY12" fmla="*/ 91929 h 361971"/>
                <a:gd name="connsiteX13" fmla="*/ 174445 w 362309"/>
                <a:gd name="connsiteY13" fmla="*/ 91929 h 361971"/>
                <a:gd name="connsiteX14" fmla="*/ 180835 w 362309"/>
                <a:gd name="connsiteY14" fmla="*/ 85545 h 361971"/>
                <a:gd name="connsiteX15" fmla="*/ 187225 w 362309"/>
                <a:gd name="connsiteY15" fmla="*/ 91929 h 361971"/>
                <a:gd name="connsiteX16" fmla="*/ 187225 w 362309"/>
                <a:gd name="connsiteY16" fmla="*/ 99590 h 361971"/>
                <a:gd name="connsiteX17" fmla="*/ 180835 w 362309"/>
                <a:gd name="connsiteY17" fmla="*/ 105974 h 361971"/>
                <a:gd name="connsiteX18" fmla="*/ 174445 w 362309"/>
                <a:gd name="connsiteY18" fmla="*/ 99590 h 361971"/>
                <a:gd name="connsiteX19" fmla="*/ 174445 w 362309"/>
                <a:gd name="connsiteY19" fmla="*/ 91929 h 361971"/>
                <a:gd name="connsiteX20" fmla="*/ 122687 w 362309"/>
                <a:gd name="connsiteY20" fmla="*/ 91929 h 361971"/>
                <a:gd name="connsiteX21" fmla="*/ 129077 w 362309"/>
                <a:gd name="connsiteY21" fmla="*/ 85545 h 361971"/>
                <a:gd name="connsiteX22" fmla="*/ 135467 w 362309"/>
                <a:gd name="connsiteY22" fmla="*/ 91929 h 361971"/>
                <a:gd name="connsiteX23" fmla="*/ 135467 w 362309"/>
                <a:gd name="connsiteY23" fmla="*/ 99590 h 361971"/>
                <a:gd name="connsiteX24" fmla="*/ 129077 w 362309"/>
                <a:gd name="connsiteY24" fmla="*/ 105974 h 361971"/>
                <a:gd name="connsiteX25" fmla="*/ 122687 w 362309"/>
                <a:gd name="connsiteY25" fmla="*/ 99590 h 361971"/>
                <a:gd name="connsiteX26" fmla="*/ 122687 w 362309"/>
                <a:gd name="connsiteY26" fmla="*/ 91929 h 361971"/>
                <a:gd name="connsiteX27" fmla="*/ 284352 w 362309"/>
                <a:gd name="connsiteY27" fmla="*/ 275788 h 361971"/>
                <a:gd name="connsiteX28" fmla="*/ 76679 w 362309"/>
                <a:gd name="connsiteY28" fmla="*/ 275788 h 361971"/>
                <a:gd name="connsiteX29" fmla="*/ 70289 w 362309"/>
                <a:gd name="connsiteY29" fmla="*/ 269404 h 361971"/>
                <a:gd name="connsiteX30" fmla="*/ 76679 w 362309"/>
                <a:gd name="connsiteY30" fmla="*/ 263020 h 361971"/>
                <a:gd name="connsiteX31" fmla="*/ 85625 w 362309"/>
                <a:gd name="connsiteY31" fmla="*/ 263020 h 361971"/>
                <a:gd name="connsiteX32" fmla="*/ 85625 w 362309"/>
                <a:gd name="connsiteY32" fmla="*/ 165984 h 361971"/>
                <a:gd name="connsiteX33" fmla="*/ 92015 w 362309"/>
                <a:gd name="connsiteY33" fmla="*/ 159600 h 361971"/>
                <a:gd name="connsiteX34" fmla="*/ 123326 w 362309"/>
                <a:gd name="connsiteY34" fmla="*/ 159600 h 361971"/>
                <a:gd name="connsiteX35" fmla="*/ 123326 w 362309"/>
                <a:gd name="connsiteY35" fmla="*/ 128318 h 361971"/>
                <a:gd name="connsiteX36" fmla="*/ 129716 w 362309"/>
                <a:gd name="connsiteY36" fmla="*/ 121934 h 361971"/>
                <a:gd name="connsiteX37" fmla="*/ 136106 w 362309"/>
                <a:gd name="connsiteY37" fmla="*/ 128318 h 361971"/>
                <a:gd name="connsiteX38" fmla="*/ 136106 w 362309"/>
                <a:gd name="connsiteY38" fmla="*/ 159600 h 361971"/>
                <a:gd name="connsiteX39" fmla="*/ 175084 w 362309"/>
                <a:gd name="connsiteY39" fmla="*/ 159600 h 361971"/>
                <a:gd name="connsiteX40" fmla="*/ 175084 w 362309"/>
                <a:gd name="connsiteY40" fmla="*/ 128318 h 361971"/>
                <a:gd name="connsiteX41" fmla="*/ 181474 w 362309"/>
                <a:gd name="connsiteY41" fmla="*/ 121934 h 361971"/>
                <a:gd name="connsiteX42" fmla="*/ 187864 w 362309"/>
                <a:gd name="connsiteY42" fmla="*/ 128318 h 361971"/>
                <a:gd name="connsiteX43" fmla="*/ 187864 w 362309"/>
                <a:gd name="connsiteY43" fmla="*/ 159600 h 361971"/>
                <a:gd name="connsiteX44" fmla="*/ 226843 w 362309"/>
                <a:gd name="connsiteY44" fmla="*/ 159600 h 361971"/>
                <a:gd name="connsiteX45" fmla="*/ 226843 w 362309"/>
                <a:gd name="connsiteY45" fmla="*/ 128318 h 361971"/>
                <a:gd name="connsiteX46" fmla="*/ 233233 w 362309"/>
                <a:gd name="connsiteY46" fmla="*/ 121934 h 361971"/>
                <a:gd name="connsiteX47" fmla="*/ 239623 w 362309"/>
                <a:gd name="connsiteY47" fmla="*/ 128318 h 361971"/>
                <a:gd name="connsiteX48" fmla="*/ 239623 w 362309"/>
                <a:gd name="connsiteY48" fmla="*/ 159600 h 361971"/>
                <a:gd name="connsiteX49" fmla="*/ 270294 w 362309"/>
                <a:gd name="connsiteY49" fmla="*/ 159600 h 361971"/>
                <a:gd name="connsiteX50" fmla="*/ 276684 w 362309"/>
                <a:gd name="connsiteY50" fmla="*/ 165984 h 361971"/>
                <a:gd name="connsiteX51" fmla="*/ 276684 w 362309"/>
                <a:gd name="connsiteY51" fmla="*/ 263020 h 361971"/>
                <a:gd name="connsiteX52" fmla="*/ 284991 w 362309"/>
                <a:gd name="connsiteY52" fmla="*/ 263020 h 361971"/>
                <a:gd name="connsiteX53" fmla="*/ 291381 w 362309"/>
                <a:gd name="connsiteY53" fmla="*/ 269404 h 361971"/>
                <a:gd name="connsiteX54" fmla="*/ 284352 w 362309"/>
                <a:gd name="connsiteY54" fmla="*/ 275788 h 361971"/>
                <a:gd name="connsiteX55" fmla="*/ 284352 w 362309"/>
                <a:gd name="connsiteY55" fmla="*/ 27578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1157" y="0"/>
                    <a:pt x="180835" y="0"/>
                  </a:cubicBezTo>
                  <a:cubicBezTo>
                    <a:pt x="180835" y="0"/>
                    <a:pt x="180835" y="0"/>
                    <a:pt x="180835" y="0"/>
                  </a:cubicBezTo>
                  <a:close/>
                  <a:moveTo>
                    <a:pt x="226843" y="91929"/>
                  </a:moveTo>
                  <a:cubicBezTo>
                    <a:pt x="226843" y="88099"/>
                    <a:pt x="229399" y="85545"/>
                    <a:pt x="233233" y="85545"/>
                  </a:cubicBezTo>
                  <a:cubicBezTo>
                    <a:pt x="237067" y="85545"/>
                    <a:pt x="239623" y="88099"/>
                    <a:pt x="239623" y="91929"/>
                  </a:cubicBezTo>
                  <a:lnTo>
                    <a:pt x="239623" y="99590"/>
                  </a:lnTo>
                  <a:cubicBezTo>
                    <a:pt x="239623" y="103420"/>
                    <a:pt x="237067" y="105974"/>
                    <a:pt x="233233" y="105974"/>
                  </a:cubicBezTo>
                  <a:cubicBezTo>
                    <a:pt x="229399" y="105974"/>
                    <a:pt x="226843" y="103420"/>
                    <a:pt x="226843" y="99590"/>
                  </a:cubicBezTo>
                  <a:lnTo>
                    <a:pt x="226843" y="91929"/>
                  </a:lnTo>
                  <a:close/>
                  <a:moveTo>
                    <a:pt x="174445" y="91929"/>
                  </a:moveTo>
                  <a:cubicBezTo>
                    <a:pt x="174445" y="88099"/>
                    <a:pt x="177001" y="85545"/>
                    <a:pt x="180835" y="85545"/>
                  </a:cubicBezTo>
                  <a:cubicBezTo>
                    <a:pt x="184669" y="85545"/>
                    <a:pt x="187225" y="88099"/>
                    <a:pt x="187225" y="91929"/>
                  </a:cubicBezTo>
                  <a:lnTo>
                    <a:pt x="187225" y="99590"/>
                  </a:lnTo>
                  <a:cubicBezTo>
                    <a:pt x="187225" y="103420"/>
                    <a:pt x="184669" y="105974"/>
                    <a:pt x="180835" y="105974"/>
                  </a:cubicBezTo>
                  <a:cubicBezTo>
                    <a:pt x="177001" y="105974"/>
                    <a:pt x="174445" y="103420"/>
                    <a:pt x="174445" y="99590"/>
                  </a:cubicBezTo>
                  <a:lnTo>
                    <a:pt x="174445" y="91929"/>
                  </a:lnTo>
                  <a:close/>
                  <a:moveTo>
                    <a:pt x="122687" y="91929"/>
                  </a:moveTo>
                  <a:cubicBezTo>
                    <a:pt x="122687" y="88099"/>
                    <a:pt x="125243" y="85545"/>
                    <a:pt x="129077" y="85545"/>
                  </a:cubicBezTo>
                  <a:cubicBezTo>
                    <a:pt x="132911" y="85545"/>
                    <a:pt x="135467" y="88099"/>
                    <a:pt x="135467" y="91929"/>
                  </a:cubicBezTo>
                  <a:lnTo>
                    <a:pt x="135467" y="99590"/>
                  </a:lnTo>
                  <a:cubicBezTo>
                    <a:pt x="135467" y="103420"/>
                    <a:pt x="132911" y="105974"/>
                    <a:pt x="129077" y="105974"/>
                  </a:cubicBezTo>
                  <a:cubicBezTo>
                    <a:pt x="125243" y="105974"/>
                    <a:pt x="122687" y="103420"/>
                    <a:pt x="122687" y="99590"/>
                  </a:cubicBezTo>
                  <a:lnTo>
                    <a:pt x="122687" y="91929"/>
                  </a:lnTo>
                  <a:close/>
                  <a:moveTo>
                    <a:pt x="284352" y="275788"/>
                  </a:moveTo>
                  <a:lnTo>
                    <a:pt x="76679" y="275788"/>
                  </a:lnTo>
                  <a:cubicBezTo>
                    <a:pt x="72845" y="275788"/>
                    <a:pt x="70289" y="273234"/>
                    <a:pt x="70289" y="269404"/>
                  </a:cubicBezTo>
                  <a:cubicBezTo>
                    <a:pt x="70289" y="265574"/>
                    <a:pt x="72845" y="263020"/>
                    <a:pt x="76679" y="263020"/>
                  </a:cubicBezTo>
                  <a:lnTo>
                    <a:pt x="85625" y="263020"/>
                  </a:lnTo>
                  <a:lnTo>
                    <a:pt x="85625" y="165984"/>
                  </a:lnTo>
                  <a:cubicBezTo>
                    <a:pt x="85625" y="162153"/>
                    <a:pt x="88181" y="159600"/>
                    <a:pt x="92015" y="159600"/>
                  </a:cubicBezTo>
                  <a:lnTo>
                    <a:pt x="123326" y="159600"/>
                  </a:lnTo>
                  <a:lnTo>
                    <a:pt x="123326" y="128318"/>
                  </a:lnTo>
                  <a:cubicBezTo>
                    <a:pt x="123326" y="124488"/>
                    <a:pt x="125882" y="121934"/>
                    <a:pt x="129716" y="121934"/>
                  </a:cubicBezTo>
                  <a:cubicBezTo>
                    <a:pt x="133550" y="121934"/>
                    <a:pt x="136106" y="124488"/>
                    <a:pt x="136106" y="128318"/>
                  </a:cubicBezTo>
                  <a:lnTo>
                    <a:pt x="136106" y="159600"/>
                  </a:lnTo>
                  <a:lnTo>
                    <a:pt x="175084" y="159600"/>
                  </a:lnTo>
                  <a:lnTo>
                    <a:pt x="175084" y="128318"/>
                  </a:lnTo>
                  <a:cubicBezTo>
                    <a:pt x="175084" y="124488"/>
                    <a:pt x="177640" y="121934"/>
                    <a:pt x="181474" y="121934"/>
                  </a:cubicBezTo>
                  <a:cubicBezTo>
                    <a:pt x="185308" y="121934"/>
                    <a:pt x="187864" y="124488"/>
                    <a:pt x="187864" y="128318"/>
                  </a:cubicBezTo>
                  <a:lnTo>
                    <a:pt x="187864" y="159600"/>
                  </a:lnTo>
                  <a:lnTo>
                    <a:pt x="226843" y="159600"/>
                  </a:lnTo>
                  <a:lnTo>
                    <a:pt x="226843" y="128318"/>
                  </a:lnTo>
                  <a:cubicBezTo>
                    <a:pt x="226843" y="124488"/>
                    <a:pt x="229399" y="121934"/>
                    <a:pt x="233233" y="121934"/>
                  </a:cubicBezTo>
                  <a:cubicBezTo>
                    <a:pt x="237067" y="121934"/>
                    <a:pt x="239623" y="124488"/>
                    <a:pt x="239623" y="128318"/>
                  </a:cubicBezTo>
                  <a:lnTo>
                    <a:pt x="239623" y="159600"/>
                  </a:lnTo>
                  <a:lnTo>
                    <a:pt x="270294" y="159600"/>
                  </a:lnTo>
                  <a:cubicBezTo>
                    <a:pt x="274128" y="159600"/>
                    <a:pt x="276684" y="162153"/>
                    <a:pt x="276684" y="165984"/>
                  </a:cubicBezTo>
                  <a:lnTo>
                    <a:pt x="276684" y="263020"/>
                  </a:lnTo>
                  <a:lnTo>
                    <a:pt x="284991" y="263020"/>
                  </a:lnTo>
                  <a:cubicBezTo>
                    <a:pt x="288825" y="263020"/>
                    <a:pt x="291381" y="265574"/>
                    <a:pt x="291381" y="269404"/>
                  </a:cubicBezTo>
                  <a:cubicBezTo>
                    <a:pt x="291381" y="273234"/>
                    <a:pt x="288825" y="275788"/>
                    <a:pt x="284352" y="275788"/>
                  </a:cubicBezTo>
                  <a:lnTo>
                    <a:pt x="284352" y="275788"/>
                  </a:lnTo>
                  <a:close/>
                </a:path>
              </a:pathLst>
            </a:custGeom>
            <a:solidFill>
              <a:srgbClr val="005587"/>
            </a:solidFill>
            <a:ln w="6390" cap="flat">
              <a:noFill/>
              <a:prstDash val="solid"/>
              <a:miter/>
            </a:ln>
          </p:spPr>
          <p:txBody>
            <a:bodyPr rtlCol="0" anchor="ctr"/>
            <a:lstStyle/>
            <a:p>
              <a:endParaRPr lang="en-US"/>
            </a:p>
          </p:txBody>
        </p:sp>
      </p:grpSp>
      <p:grpSp>
        <p:nvGrpSpPr>
          <p:cNvPr id="608" name="Graphic 4">
            <a:extLst>
              <a:ext uri="{FF2B5EF4-FFF2-40B4-BE49-F238E27FC236}">
                <a16:creationId xmlns:a16="http://schemas.microsoft.com/office/drawing/2014/main" id="{6551418F-17B8-5949-81CC-591236A8E13E}"/>
              </a:ext>
            </a:extLst>
          </p:cNvPr>
          <p:cNvGrpSpPr/>
          <p:nvPr/>
        </p:nvGrpSpPr>
        <p:grpSpPr>
          <a:xfrm>
            <a:off x="467104" y="2371173"/>
            <a:ext cx="362309" cy="362610"/>
            <a:chOff x="467104" y="2371173"/>
            <a:chExt cx="362309" cy="362610"/>
          </a:xfrm>
          <a:solidFill>
            <a:srgbClr val="005587"/>
          </a:solidFill>
        </p:grpSpPr>
        <p:sp>
          <p:nvSpPr>
            <p:cNvPr id="609" name="Graphic 4">
              <a:extLst>
                <a:ext uri="{FF2B5EF4-FFF2-40B4-BE49-F238E27FC236}">
                  <a16:creationId xmlns:a16="http://schemas.microsoft.com/office/drawing/2014/main" id="{D4D289C1-AA74-D944-B9AA-83AC8E04FABB}"/>
                </a:ext>
              </a:extLst>
            </p:cNvPr>
            <p:cNvSpPr/>
            <p:nvPr/>
          </p:nvSpPr>
          <p:spPr>
            <a:xfrm>
              <a:off x="467104" y="2371173"/>
              <a:ext cx="362309" cy="362610"/>
            </a:xfrm>
            <a:custGeom>
              <a:avLst/>
              <a:gdLst>
                <a:gd name="connsiteX0" fmla="*/ 181474 w 362309"/>
                <a:gd name="connsiteY0" fmla="*/ 0 h 362610"/>
                <a:gd name="connsiteX1" fmla="*/ 0 w 362309"/>
                <a:gd name="connsiteY1" fmla="*/ 181305 h 362610"/>
                <a:gd name="connsiteX2" fmla="*/ 181474 w 362309"/>
                <a:gd name="connsiteY2" fmla="*/ 362610 h 362610"/>
                <a:gd name="connsiteX3" fmla="*/ 362309 w 362309"/>
                <a:gd name="connsiteY3" fmla="*/ 181305 h 362610"/>
                <a:gd name="connsiteX4" fmla="*/ 181474 w 362309"/>
                <a:gd name="connsiteY4" fmla="*/ 0 h 362610"/>
                <a:gd name="connsiteX5" fmla="*/ 181474 w 362309"/>
                <a:gd name="connsiteY5" fmla="*/ 0 h 362610"/>
                <a:gd name="connsiteX6" fmla="*/ 181474 w 362309"/>
                <a:gd name="connsiteY6" fmla="*/ 349204 h 362610"/>
                <a:gd name="connsiteX7" fmla="*/ 13419 w 362309"/>
                <a:gd name="connsiteY7" fmla="*/ 180667 h 362610"/>
                <a:gd name="connsiteX8" fmla="*/ 181474 w 362309"/>
                <a:gd name="connsiteY8" fmla="*/ 12130 h 362610"/>
                <a:gd name="connsiteX9" fmla="*/ 349530 w 362309"/>
                <a:gd name="connsiteY9" fmla="*/ 180667 h 362610"/>
                <a:gd name="connsiteX10" fmla="*/ 349530 w 362309"/>
                <a:gd name="connsiteY10" fmla="*/ 180667 h 362610"/>
                <a:gd name="connsiteX11" fmla="*/ 181474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1474" y="0"/>
                  </a:moveTo>
                  <a:cubicBezTo>
                    <a:pt x="81152" y="0"/>
                    <a:pt x="0" y="81077"/>
                    <a:pt x="0" y="181305"/>
                  </a:cubicBezTo>
                  <a:cubicBezTo>
                    <a:pt x="0" y="281534"/>
                    <a:pt x="81152" y="362610"/>
                    <a:pt x="181474" y="362610"/>
                  </a:cubicBezTo>
                  <a:cubicBezTo>
                    <a:pt x="281796" y="362610"/>
                    <a:pt x="362309" y="281534"/>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130"/>
                    <a:pt x="181474" y="12130"/>
                  </a:cubicBezTo>
                  <a:cubicBezTo>
                    <a:pt x="274128" y="12130"/>
                    <a:pt x="349530" y="87461"/>
                    <a:pt x="349530" y="180667"/>
                  </a:cubicBezTo>
                  <a:cubicBezTo>
                    <a:pt x="349530" y="180667"/>
                    <a:pt x="349530" y="180667"/>
                    <a:pt x="349530" y="180667"/>
                  </a:cubicBezTo>
                  <a:cubicBezTo>
                    <a:pt x="349530" y="273873"/>
                    <a:pt x="274128" y="349204"/>
                    <a:pt x="181474" y="349204"/>
                  </a:cubicBezTo>
                  <a:close/>
                </a:path>
              </a:pathLst>
            </a:custGeom>
            <a:solidFill>
              <a:srgbClr val="005587"/>
            </a:solidFill>
            <a:ln w="6390" cap="flat">
              <a:noFill/>
              <a:prstDash val="solid"/>
              <a:miter/>
            </a:ln>
          </p:spPr>
          <p:txBody>
            <a:bodyPr rtlCol="0" anchor="ctr"/>
            <a:lstStyle/>
            <a:p>
              <a:endParaRPr lang="en-US"/>
            </a:p>
          </p:txBody>
        </p:sp>
        <p:sp>
          <p:nvSpPr>
            <p:cNvPr id="610" name="Graphic 4">
              <a:extLst>
                <a:ext uri="{FF2B5EF4-FFF2-40B4-BE49-F238E27FC236}">
                  <a16:creationId xmlns:a16="http://schemas.microsoft.com/office/drawing/2014/main" id="{B970A1E4-42C3-A24E-8345-F7841F47544E}"/>
                </a:ext>
              </a:extLst>
            </p:cNvPr>
            <p:cNvSpPr/>
            <p:nvPr/>
          </p:nvSpPr>
          <p:spPr>
            <a:xfrm>
              <a:off x="554007" y="2455411"/>
              <a:ext cx="191116" cy="192826"/>
            </a:xfrm>
            <a:custGeom>
              <a:avLst/>
              <a:gdLst>
                <a:gd name="connsiteX0" fmla="*/ 162943 w 191116"/>
                <a:gd name="connsiteY0" fmla="*/ 61955 h 192826"/>
                <a:gd name="connsiteX1" fmla="*/ 177640 w 191116"/>
                <a:gd name="connsiteY1" fmla="*/ 22374 h 192826"/>
                <a:gd name="connsiteX2" fmla="*/ 176362 w 191116"/>
                <a:gd name="connsiteY2" fmla="*/ 15990 h 192826"/>
                <a:gd name="connsiteX3" fmla="*/ 169972 w 191116"/>
                <a:gd name="connsiteY3" fmla="*/ 14075 h 192826"/>
                <a:gd name="connsiteX4" fmla="*/ 128438 w 191116"/>
                <a:gd name="connsiteY4" fmla="*/ 27481 h 192826"/>
                <a:gd name="connsiteX5" fmla="*/ 95210 w 191116"/>
                <a:gd name="connsiteY5" fmla="*/ 1307 h 192826"/>
                <a:gd name="connsiteX6" fmla="*/ 86264 w 191116"/>
                <a:gd name="connsiteY6" fmla="*/ 2584 h 192826"/>
                <a:gd name="connsiteX7" fmla="*/ 84986 w 191116"/>
                <a:gd name="connsiteY7" fmla="*/ 6414 h 192826"/>
                <a:gd name="connsiteX8" fmla="*/ 84986 w 191116"/>
                <a:gd name="connsiteY8" fmla="*/ 51102 h 192826"/>
                <a:gd name="connsiteX9" fmla="*/ 50481 w 191116"/>
                <a:gd name="connsiteY9" fmla="*/ 74723 h 192826"/>
                <a:gd name="connsiteX10" fmla="*/ 49203 w 191116"/>
                <a:gd name="connsiteY10" fmla="*/ 83660 h 192826"/>
                <a:gd name="connsiteX11" fmla="*/ 52398 w 191116"/>
                <a:gd name="connsiteY11" fmla="*/ 86214 h 192826"/>
                <a:gd name="connsiteX12" fmla="*/ 86264 w 191116"/>
                <a:gd name="connsiteY12" fmla="*/ 97067 h 192826"/>
                <a:gd name="connsiteX13" fmla="*/ 1917 w 191116"/>
                <a:gd name="connsiteY13" fmla="*/ 181974 h 192826"/>
                <a:gd name="connsiteX14" fmla="*/ 1917 w 191116"/>
                <a:gd name="connsiteY14" fmla="*/ 190911 h 192826"/>
                <a:gd name="connsiteX15" fmla="*/ 6390 w 191116"/>
                <a:gd name="connsiteY15" fmla="*/ 192827 h 192826"/>
                <a:gd name="connsiteX16" fmla="*/ 10863 w 191116"/>
                <a:gd name="connsiteY16" fmla="*/ 190911 h 192826"/>
                <a:gd name="connsiteX17" fmla="*/ 95849 w 191116"/>
                <a:gd name="connsiteY17" fmla="*/ 106004 h 192826"/>
                <a:gd name="connsiteX18" fmla="*/ 106712 w 191116"/>
                <a:gd name="connsiteY18" fmla="*/ 139201 h 192826"/>
                <a:gd name="connsiteX19" fmla="*/ 111824 w 191116"/>
                <a:gd name="connsiteY19" fmla="*/ 143670 h 192826"/>
                <a:gd name="connsiteX20" fmla="*/ 113102 w 191116"/>
                <a:gd name="connsiteY20" fmla="*/ 143670 h 192826"/>
                <a:gd name="connsiteX21" fmla="*/ 118214 w 191116"/>
                <a:gd name="connsiteY21" fmla="*/ 141116 h 192826"/>
                <a:gd name="connsiteX22" fmla="*/ 143135 w 191116"/>
                <a:gd name="connsiteY22" fmla="*/ 106643 h 192826"/>
                <a:gd name="connsiteX23" fmla="*/ 184669 w 191116"/>
                <a:gd name="connsiteY23" fmla="*/ 107281 h 192826"/>
                <a:gd name="connsiteX24" fmla="*/ 190420 w 191116"/>
                <a:gd name="connsiteY24" fmla="*/ 104089 h 192826"/>
                <a:gd name="connsiteX25" fmla="*/ 189781 w 191116"/>
                <a:gd name="connsiteY25" fmla="*/ 97705 h 192826"/>
                <a:gd name="connsiteX26" fmla="*/ 162943 w 191116"/>
                <a:gd name="connsiteY26" fmla="*/ 61955 h 192826"/>
                <a:gd name="connsiteX27" fmla="*/ 138662 w 191116"/>
                <a:gd name="connsiteY27" fmla="*/ 93875 h 192826"/>
                <a:gd name="connsiteX28" fmla="*/ 133550 w 191116"/>
                <a:gd name="connsiteY28" fmla="*/ 96428 h 192826"/>
                <a:gd name="connsiteX29" fmla="*/ 113741 w 191116"/>
                <a:gd name="connsiteY29" fmla="*/ 123241 h 192826"/>
                <a:gd name="connsiteX30" fmla="*/ 104156 w 191116"/>
                <a:gd name="connsiteY30" fmla="*/ 91960 h 192826"/>
                <a:gd name="connsiteX31" fmla="*/ 99683 w 191116"/>
                <a:gd name="connsiteY31" fmla="*/ 88129 h 192826"/>
                <a:gd name="connsiteX32" fmla="*/ 68372 w 191116"/>
                <a:gd name="connsiteY32" fmla="*/ 77915 h 192826"/>
                <a:gd name="connsiteX33" fmla="*/ 94571 w 191116"/>
                <a:gd name="connsiteY33" fmla="*/ 59401 h 192826"/>
                <a:gd name="connsiteX34" fmla="*/ 97127 w 191116"/>
                <a:gd name="connsiteY34" fmla="*/ 54294 h 192826"/>
                <a:gd name="connsiteX35" fmla="*/ 97127 w 191116"/>
                <a:gd name="connsiteY35" fmla="*/ 19821 h 192826"/>
                <a:gd name="connsiteX36" fmla="*/ 122687 w 191116"/>
                <a:gd name="connsiteY36" fmla="*/ 40249 h 192826"/>
                <a:gd name="connsiteX37" fmla="*/ 128438 w 191116"/>
                <a:gd name="connsiteY37" fmla="*/ 41526 h 192826"/>
                <a:gd name="connsiteX38" fmla="*/ 161026 w 191116"/>
                <a:gd name="connsiteY38" fmla="*/ 30673 h 192826"/>
                <a:gd name="connsiteX39" fmla="*/ 150164 w 191116"/>
                <a:gd name="connsiteY39" fmla="*/ 60678 h 192826"/>
                <a:gd name="connsiteX40" fmla="*/ 150803 w 191116"/>
                <a:gd name="connsiteY40" fmla="*/ 66424 h 192826"/>
                <a:gd name="connsiteX41" fmla="*/ 170611 w 191116"/>
                <a:gd name="connsiteY41" fmla="*/ 93875 h 192826"/>
                <a:gd name="connsiteX42" fmla="*/ 138662 w 191116"/>
                <a:gd name="connsiteY42" fmla="*/ 93875 h 192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91116" h="192826">
                  <a:moveTo>
                    <a:pt x="162943" y="61955"/>
                  </a:moveTo>
                  <a:lnTo>
                    <a:pt x="177640" y="22374"/>
                  </a:lnTo>
                  <a:cubicBezTo>
                    <a:pt x="178279" y="20459"/>
                    <a:pt x="177640" y="17905"/>
                    <a:pt x="176362" y="15990"/>
                  </a:cubicBezTo>
                  <a:cubicBezTo>
                    <a:pt x="174445" y="14075"/>
                    <a:pt x="172528" y="13437"/>
                    <a:pt x="169972" y="14075"/>
                  </a:cubicBezTo>
                  <a:lnTo>
                    <a:pt x="128438" y="27481"/>
                  </a:lnTo>
                  <a:lnTo>
                    <a:pt x="95210" y="1307"/>
                  </a:lnTo>
                  <a:cubicBezTo>
                    <a:pt x="92654" y="-608"/>
                    <a:pt x="88181" y="-608"/>
                    <a:pt x="86264" y="2584"/>
                  </a:cubicBezTo>
                  <a:cubicBezTo>
                    <a:pt x="85625" y="3861"/>
                    <a:pt x="84986" y="5137"/>
                    <a:pt x="84986" y="6414"/>
                  </a:cubicBezTo>
                  <a:lnTo>
                    <a:pt x="84986" y="51102"/>
                  </a:lnTo>
                  <a:lnTo>
                    <a:pt x="50481" y="74723"/>
                  </a:lnTo>
                  <a:cubicBezTo>
                    <a:pt x="47286" y="76638"/>
                    <a:pt x="46647" y="80468"/>
                    <a:pt x="49203" y="83660"/>
                  </a:cubicBezTo>
                  <a:cubicBezTo>
                    <a:pt x="49842" y="84937"/>
                    <a:pt x="51119" y="85576"/>
                    <a:pt x="52398" y="86214"/>
                  </a:cubicBezTo>
                  <a:lnTo>
                    <a:pt x="86264" y="97067"/>
                  </a:lnTo>
                  <a:lnTo>
                    <a:pt x="1917" y="181974"/>
                  </a:lnTo>
                  <a:cubicBezTo>
                    <a:pt x="-639" y="184527"/>
                    <a:pt x="-639" y="188358"/>
                    <a:pt x="1917" y="190911"/>
                  </a:cubicBezTo>
                  <a:cubicBezTo>
                    <a:pt x="3195" y="192188"/>
                    <a:pt x="4473" y="192827"/>
                    <a:pt x="6390" y="192827"/>
                  </a:cubicBezTo>
                  <a:cubicBezTo>
                    <a:pt x="8307" y="192827"/>
                    <a:pt x="9585" y="192188"/>
                    <a:pt x="10863" y="190911"/>
                  </a:cubicBezTo>
                  <a:lnTo>
                    <a:pt x="95849" y="106004"/>
                  </a:lnTo>
                  <a:lnTo>
                    <a:pt x="106712" y="139201"/>
                  </a:lnTo>
                  <a:cubicBezTo>
                    <a:pt x="107351" y="141755"/>
                    <a:pt x="109268" y="143031"/>
                    <a:pt x="111824" y="143670"/>
                  </a:cubicBezTo>
                  <a:lnTo>
                    <a:pt x="113102" y="143670"/>
                  </a:lnTo>
                  <a:cubicBezTo>
                    <a:pt x="115019" y="143670"/>
                    <a:pt x="116936" y="142393"/>
                    <a:pt x="118214" y="141116"/>
                  </a:cubicBezTo>
                  <a:lnTo>
                    <a:pt x="143135" y="106643"/>
                  </a:lnTo>
                  <a:lnTo>
                    <a:pt x="184669" y="107281"/>
                  </a:lnTo>
                  <a:cubicBezTo>
                    <a:pt x="187225" y="107281"/>
                    <a:pt x="189142" y="106004"/>
                    <a:pt x="190420" y="104089"/>
                  </a:cubicBezTo>
                  <a:cubicBezTo>
                    <a:pt x="191698" y="102174"/>
                    <a:pt x="191059" y="99620"/>
                    <a:pt x="189781" y="97705"/>
                  </a:cubicBezTo>
                  <a:lnTo>
                    <a:pt x="162943" y="61955"/>
                  </a:lnTo>
                  <a:close/>
                  <a:moveTo>
                    <a:pt x="138662" y="93875"/>
                  </a:moveTo>
                  <a:cubicBezTo>
                    <a:pt x="136745" y="93875"/>
                    <a:pt x="134828" y="95152"/>
                    <a:pt x="133550" y="96428"/>
                  </a:cubicBezTo>
                  <a:lnTo>
                    <a:pt x="113741" y="123241"/>
                  </a:lnTo>
                  <a:lnTo>
                    <a:pt x="104156" y="91960"/>
                  </a:lnTo>
                  <a:cubicBezTo>
                    <a:pt x="103517" y="90044"/>
                    <a:pt x="102239" y="88129"/>
                    <a:pt x="99683" y="88129"/>
                  </a:cubicBezTo>
                  <a:lnTo>
                    <a:pt x="68372" y="77915"/>
                  </a:lnTo>
                  <a:lnTo>
                    <a:pt x="94571" y="59401"/>
                  </a:lnTo>
                  <a:cubicBezTo>
                    <a:pt x="96488" y="58125"/>
                    <a:pt x="97127" y="56209"/>
                    <a:pt x="97127" y="54294"/>
                  </a:cubicBezTo>
                  <a:lnTo>
                    <a:pt x="97127" y="19821"/>
                  </a:lnTo>
                  <a:lnTo>
                    <a:pt x="122687" y="40249"/>
                  </a:lnTo>
                  <a:cubicBezTo>
                    <a:pt x="124604" y="41526"/>
                    <a:pt x="126521" y="42165"/>
                    <a:pt x="128438" y="41526"/>
                  </a:cubicBezTo>
                  <a:lnTo>
                    <a:pt x="161026" y="30673"/>
                  </a:lnTo>
                  <a:lnTo>
                    <a:pt x="150164" y="60678"/>
                  </a:lnTo>
                  <a:cubicBezTo>
                    <a:pt x="149525" y="62593"/>
                    <a:pt x="149525" y="65147"/>
                    <a:pt x="150803" y="66424"/>
                  </a:cubicBezTo>
                  <a:lnTo>
                    <a:pt x="170611" y="93875"/>
                  </a:lnTo>
                  <a:lnTo>
                    <a:pt x="138662" y="93875"/>
                  </a:lnTo>
                  <a:close/>
                </a:path>
              </a:pathLst>
            </a:custGeom>
            <a:solidFill>
              <a:srgbClr val="005587"/>
            </a:solidFill>
            <a:ln w="6390" cap="flat">
              <a:noFill/>
              <a:prstDash val="solid"/>
              <a:miter/>
            </a:ln>
          </p:spPr>
          <p:txBody>
            <a:bodyPr rtlCol="0" anchor="ctr"/>
            <a:lstStyle/>
            <a:p>
              <a:endParaRPr lang="en-US"/>
            </a:p>
          </p:txBody>
        </p:sp>
      </p:grpSp>
      <p:grpSp>
        <p:nvGrpSpPr>
          <p:cNvPr id="611" name="Graphic 4">
            <a:extLst>
              <a:ext uri="{FF2B5EF4-FFF2-40B4-BE49-F238E27FC236}">
                <a16:creationId xmlns:a16="http://schemas.microsoft.com/office/drawing/2014/main" id="{385A1C4A-B16A-BB43-997E-F4F1CB1BBB04}"/>
              </a:ext>
            </a:extLst>
          </p:cNvPr>
          <p:cNvGrpSpPr/>
          <p:nvPr/>
        </p:nvGrpSpPr>
        <p:grpSpPr>
          <a:xfrm>
            <a:off x="905454" y="2371173"/>
            <a:ext cx="362309" cy="362610"/>
            <a:chOff x="905454" y="2371173"/>
            <a:chExt cx="362309" cy="362610"/>
          </a:xfrm>
          <a:solidFill>
            <a:srgbClr val="005587"/>
          </a:solidFill>
        </p:grpSpPr>
        <p:sp>
          <p:nvSpPr>
            <p:cNvPr id="612" name="Graphic 4">
              <a:extLst>
                <a:ext uri="{FF2B5EF4-FFF2-40B4-BE49-F238E27FC236}">
                  <a16:creationId xmlns:a16="http://schemas.microsoft.com/office/drawing/2014/main" id="{56F46392-1083-2A40-9EFB-995DDB95C9D7}"/>
                </a:ext>
              </a:extLst>
            </p:cNvPr>
            <p:cNvSpPr/>
            <p:nvPr/>
          </p:nvSpPr>
          <p:spPr>
            <a:xfrm>
              <a:off x="1060090" y="2475232"/>
              <a:ext cx="102238" cy="103420"/>
            </a:xfrm>
            <a:custGeom>
              <a:avLst/>
              <a:gdLst>
                <a:gd name="connsiteX0" fmla="*/ 81791 w 102238"/>
                <a:gd name="connsiteY0" fmla="*/ 40857 h 103420"/>
                <a:gd name="connsiteX1" fmla="*/ 92654 w 102238"/>
                <a:gd name="connsiteY1" fmla="*/ 10853 h 103420"/>
                <a:gd name="connsiteX2" fmla="*/ 60065 w 102238"/>
                <a:gd name="connsiteY2" fmla="*/ 21706 h 103420"/>
                <a:gd name="connsiteX3" fmla="*/ 54314 w 102238"/>
                <a:gd name="connsiteY3" fmla="*/ 20429 h 103420"/>
                <a:gd name="connsiteX4" fmla="*/ 28755 w 102238"/>
                <a:gd name="connsiteY4" fmla="*/ 0 h 103420"/>
                <a:gd name="connsiteX5" fmla="*/ 28755 w 102238"/>
                <a:gd name="connsiteY5" fmla="*/ 34473 h 103420"/>
                <a:gd name="connsiteX6" fmla="*/ 26199 w 102238"/>
                <a:gd name="connsiteY6" fmla="*/ 39581 h 103420"/>
                <a:gd name="connsiteX7" fmla="*/ 0 w 102238"/>
                <a:gd name="connsiteY7" fmla="*/ 58094 h 103420"/>
                <a:gd name="connsiteX8" fmla="*/ 31311 w 102238"/>
                <a:gd name="connsiteY8" fmla="*/ 68308 h 103420"/>
                <a:gd name="connsiteX9" fmla="*/ 35145 w 102238"/>
                <a:gd name="connsiteY9" fmla="*/ 72139 h 103420"/>
                <a:gd name="connsiteX10" fmla="*/ 45369 w 102238"/>
                <a:gd name="connsiteY10" fmla="*/ 103420 h 103420"/>
                <a:gd name="connsiteX11" fmla="*/ 65177 w 102238"/>
                <a:gd name="connsiteY11" fmla="*/ 76608 h 103420"/>
                <a:gd name="connsiteX12" fmla="*/ 70289 w 102238"/>
                <a:gd name="connsiteY12" fmla="*/ 74054 h 103420"/>
                <a:gd name="connsiteX13" fmla="*/ 102239 w 102238"/>
                <a:gd name="connsiteY13" fmla="*/ 74692 h 103420"/>
                <a:gd name="connsiteX14" fmla="*/ 82430 w 102238"/>
                <a:gd name="connsiteY14" fmla="*/ 47241 h 103420"/>
                <a:gd name="connsiteX15" fmla="*/ 81791 w 102238"/>
                <a:gd name="connsiteY15" fmla="*/ 40857 h 103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238" h="103420">
                  <a:moveTo>
                    <a:pt x="81791" y="40857"/>
                  </a:moveTo>
                  <a:lnTo>
                    <a:pt x="92654" y="10853"/>
                  </a:lnTo>
                  <a:lnTo>
                    <a:pt x="60065" y="21706"/>
                  </a:lnTo>
                  <a:cubicBezTo>
                    <a:pt x="58148" y="22344"/>
                    <a:pt x="55593" y="21706"/>
                    <a:pt x="54314" y="20429"/>
                  </a:cubicBezTo>
                  <a:lnTo>
                    <a:pt x="28755" y="0"/>
                  </a:lnTo>
                  <a:lnTo>
                    <a:pt x="28755" y="34473"/>
                  </a:lnTo>
                  <a:cubicBezTo>
                    <a:pt x="28755" y="36389"/>
                    <a:pt x="27477" y="38304"/>
                    <a:pt x="26199" y="39581"/>
                  </a:cubicBezTo>
                  <a:lnTo>
                    <a:pt x="0" y="58094"/>
                  </a:lnTo>
                  <a:lnTo>
                    <a:pt x="31311" y="68308"/>
                  </a:lnTo>
                  <a:cubicBezTo>
                    <a:pt x="33228" y="68947"/>
                    <a:pt x="34506" y="70224"/>
                    <a:pt x="35145" y="72139"/>
                  </a:cubicBezTo>
                  <a:lnTo>
                    <a:pt x="45369" y="103420"/>
                  </a:lnTo>
                  <a:lnTo>
                    <a:pt x="65177" y="76608"/>
                  </a:lnTo>
                  <a:cubicBezTo>
                    <a:pt x="66455" y="74692"/>
                    <a:pt x="68372" y="74054"/>
                    <a:pt x="70289" y="74054"/>
                  </a:cubicBezTo>
                  <a:lnTo>
                    <a:pt x="102239" y="74692"/>
                  </a:lnTo>
                  <a:lnTo>
                    <a:pt x="82430" y="47241"/>
                  </a:lnTo>
                  <a:cubicBezTo>
                    <a:pt x="81791" y="45326"/>
                    <a:pt x="81152" y="43411"/>
                    <a:pt x="81791" y="40857"/>
                  </a:cubicBezTo>
                  <a:close/>
                </a:path>
              </a:pathLst>
            </a:custGeom>
            <a:solidFill>
              <a:srgbClr val="005587"/>
            </a:solidFill>
            <a:ln w="6390" cap="flat">
              <a:noFill/>
              <a:prstDash val="solid"/>
              <a:miter/>
            </a:ln>
          </p:spPr>
          <p:txBody>
            <a:bodyPr rtlCol="0" anchor="ctr"/>
            <a:lstStyle/>
            <a:p>
              <a:endParaRPr lang="en-US"/>
            </a:p>
          </p:txBody>
        </p:sp>
        <p:sp>
          <p:nvSpPr>
            <p:cNvPr id="613" name="Graphic 4">
              <a:extLst>
                <a:ext uri="{FF2B5EF4-FFF2-40B4-BE49-F238E27FC236}">
                  <a16:creationId xmlns:a16="http://schemas.microsoft.com/office/drawing/2014/main" id="{B3C7F5F8-DC8B-1640-9830-4C3EC71922D7}"/>
                </a:ext>
              </a:extLst>
            </p:cNvPr>
            <p:cNvSpPr/>
            <p:nvPr/>
          </p:nvSpPr>
          <p:spPr>
            <a:xfrm>
              <a:off x="905454" y="237117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275406 w 362309"/>
                <a:gd name="connsiteY6" fmla="*/ 187689 h 362610"/>
                <a:gd name="connsiteX7" fmla="*/ 269655 w 362309"/>
                <a:gd name="connsiteY7" fmla="*/ 190881 h 362610"/>
                <a:gd name="connsiteX8" fmla="*/ 228121 w 362309"/>
                <a:gd name="connsiteY8" fmla="*/ 190243 h 362610"/>
                <a:gd name="connsiteX9" fmla="*/ 203200 w 362309"/>
                <a:gd name="connsiteY9" fmla="*/ 224716 h 362610"/>
                <a:gd name="connsiteX10" fmla="*/ 198088 w 362309"/>
                <a:gd name="connsiteY10" fmla="*/ 227270 h 362610"/>
                <a:gd name="connsiteX11" fmla="*/ 197449 w 362309"/>
                <a:gd name="connsiteY11" fmla="*/ 227270 h 362610"/>
                <a:gd name="connsiteX12" fmla="*/ 192337 w 362309"/>
                <a:gd name="connsiteY12" fmla="*/ 222801 h 362610"/>
                <a:gd name="connsiteX13" fmla="*/ 181474 w 362309"/>
                <a:gd name="connsiteY13" fmla="*/ 189604 h 362610"/>
                <a:gd name="connsiteX14" fmla="*/ 97127 w 362309"/>
                <a:gd name="connsiteY14" fmla="*/ 274511 h 362610"/>
                <a:gd name="connsiteX15" fmla="*/ 88181 w 362309"/>
                <a:gd name="connsiteY15" fmla="*/ 274511 h 362610"/>
                <a:gd name="connsiteX16" fmla="*/ 88181 w 362309"/>
                <a:gd name="connsiteY16" fmla="*/ 265574 h 362610"/>
                <a:gd name="connsiteX17" fmla="*/ 172528 w 362309"/>
                <a:gd name="connsiteY17" fmla="*/ 180667 h 362610"/>
                <a:gd name="connsiteX18" fmla="*/ 138662 w 362309"/>
                <a:gd name="connsiteY18" fmla="*/ 169814 h 362610"/>
                <a:gd name="connsiteX19" fmla="*/ 134189 w 362309"/>
                <a:gd name="connsiteY19" fmla="*/ 164707 h 362610"/>
                <a:gd name="connsiteX20" fmla="*/ 136745 w 362309"/>
                <a:gd name="connsiteY20" fmla="*/ 158323 h 362610"/>
                <a:gd name="connsiteX21" fmla="*/ 170611 w 362309"/>
                <a:gd name="connsiteY21" fmla="*/ 134702 h 362610"/>
                <a:gd name="connsiteX22" fmla="*/ 170611 w 362309"/>
                <a:gd name="connsiteY22" fmla="*/ 90014 h 362610"/>
                <a:gd name="connsiteX23" fmla="*/ 174445 w 362309"/>
                <a:gd name="connsiteY23" fmla="*/ 84269 h 362610"/>
                <a:gd name="connsiteX24" fmla="*/ 181474 w 362309"/>
                <a:gd name="connsiteY24" fmla="*/ 84907 h 362610"/>
                <a:gd name="connsiteX25" fmla="*/ 214702 w 362309"/>
                <a:gd name="connsiteY25" fmla="*/ 111081 h 362610"/>
                <a:gd name="connsiteX26" fmla="*/ 256237 w 362309"/>
                <a:gd name="connsiteY26" fmla="*/ 97675 h 362610"/>
                <a:gd name="connsiteX27" fmla="*/ 264543 w 362309"/>
                <a:gd name="connsiteY27" fmla="*/ 101505 h 362610"/>
                <a:gd name="connsiteX28" fmla="*/ 264543 w 362309"/>
                <a:gd name="connsiteY28" fmla="*/ 105974 h 362610"/>
                <a:gd name="connsiteX29" fmla="*/ 249847 w 362309"/>
                <a:gd name="connsiteY29" fmla="*/ 145555 h 362610"/>
                <a:gd name="connsiteX30" fmla="*/ 274767 w 362309"/>
                <a:gd name="connsiteY30" fmla="*/ 180667 h 362610"/>
                <a:gd name="connsiteX31" fmla="*/ 275406 w 362309"/>
                <a:gd name="connsiteY31" fmla="*/ 187689 h 362610"/>
                <a:gd name="connsiteX32" fmla="*/ 275406 w 362309"/>
                <a:gd name="connsiteY32" fmla="*/ 187689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81077"/>
                    <a:pt x="281157" y="0"/>
                    <a:pt x="180835" y="0"/>
                  </a:cubicBezTo>
                  <a:cubicBezTo>
                    <a:pt x="180835" y="0"/>
                    <a:pt x="180835" y="0"/>
                    <a:pt x="180835" y="0"/>
                  </a:cubicBezTo>
                  <a:close/>
                  <a:moveTo>
                    <a:pt x="275406" y="187689"/>
                  </a:moveTo>
                  <a:cubicBezTo>
                    <a:pt x="274128" y="189604"/>
                    <a:pt x="272211" y="190881"/>
                    <a:pt x="269655" y="190881"/>
                  </a:cubicBezTo>
                  <a:lnTo>
                    <a:pt x="228121" y="190243"/>
                  </a:lnTo>
                  <a:lnTo>
                    <a:pt x="203200" y="224716"/>
                  </a:lnTo>
                  <a:cubicBezTo>
                    <a:pt x="201922" y="226631"/>
                    <a:pt x="200005" y="227270"/>
                    <a:pt x="198088" y="227270"/>
                  </a:cubicBezTo>
                  <a:lnTo>
                    <a:pt x="197449" y="227270"/>
                  </a:lnTo>
                  <a:cubicBezTo>
                    <a:pt x="194893" y="226631"/>
                    <a:pt x="192976" y="225355"/>
                    <a:pt x="192337" y="222801"/>
                  </a:cubicBezTo>
                  <a:lnTo>
                    <a:pt x="181474" y="189604"/>
                  </a:lnTo>
                  <a:lnTo>
                    <a:pt x="97127" y="274511"/>
                  </a:lnTo>
                  <a:cubicBezTo>
                    <a:pt x="94571" y="277065"/>
                    <a:pt x="90737" y="277065"/>
                    <a:pt x="88181" y="274511"/>
                  </a:cubicBezTo>
                  <a:cubicBezTo>
                    <a:pt x="85625" y="271958"/>
                    <a:pt x="85625" y="268127"/>
                    <a:pt x="88181" y="265574"/>
                  </a:cubicBezTo>
                  <a:lnTo>
                    <a:pt x="172528" y="180667"/>
                  </a:lnTo>
                  <a:lnTo>
                    <a:pt x="138662" y="169814"/>
                  </a:lnTo>
                  <a:cubicBezTo>
                    <a:pt x="136106" y="169176"/>
                    <a:pt x="134828" y="167260"/>
                    <a:pt x="134189" y="164707"/>
                  </a:cubicBezTo>
                  <a:cubicBezTo>
                    <a:pt x="133550" y="162153"/>
                    <a:pt x="134828" y="159600"/>
                    <a:pt x="136745" y="158323"/>
                  </a:cubicBezTo>
                  <a:lnTo>
                    <a:pt x="170611" y="134702"/>
                  </a:lnTo>
                  <a:lnTo>
                    <a:pt x="170611" y="90014"/>
                  </a:lnTo>
                  <a:cubicBezTo>
                    <a:pt x="170611" y="87461"/>
                    <a:pt x="171889" y="85546"/>
                    <a:pt x="174445" y="84269"/>
                  </a:cubicBezTo>
                  <a:cubicBezTo>
                    <a:pt x="176362" y="82992"/>
                    <a:pt x="179557" y="83630"/>
                    <a:pt x="181474" y="84907"/>
                  </a:cubicBezTo>
                  <a:lnTo>
                    <a:pt x="214702" y="111081"/>
                  </a:lnTo>
                  <a:lnTo>
                    <a:pt x="256237" y="97675"/>
                  </a:lnTo>
                  <a:cubicBezTo>
                    <a:pt x="259431" y="96398"/>
                    <a:pt x="263265" y="98313"/>
                    <a:pt x="264543" y="101505"/>
                  </a:cubicBezTo>
                  <a:cubicBezTo>
                    <a:pt x="265182" y="102782"/>
                    <a:pt x="265182" y="104697"/>
                    <a:pt x="264543" y="105974"/>
                  </a:cubicBezTo>
                  <a:lnTo>
                    <a:pt x="249847" y="145555"/>
                  </a:lnTo>
                  <a:lnTo>
                    <a:pt x="274767" y="180667"/>
                  </a:lnTo>
                  <a:cubicBezTo>
                    <a:pt x="276045" y="183220"/>
                    <a:pt x="276684" y="185774"/>
                    <a:pt x="275406" y="187689"/>
                  </a:cubicBezTo>
                  <a:lnTo>
                    <a:pt x="275406" y="187689"/>
                  </a:lnTo>
                  <a:close/>
                </a:path>
              </a:pathLst>
            </a:custGeom>
            <a:solidFill>
              <a:srgbClr val="005587"/>
            </a:solidFill>
            <a:ln w="6390" cap="flat">
              <a:noFill/>
              <a:prstDash val="solid"/>
              <a:miter/>
            </a:ln>
          </p:spPr>
          <p:txBody>
            <a:bodyPr rtlCol="0" anchor="ctr"/>
            <a:lstStyle/>
            <a:p>
              <a:endParaRPr lang="en-US"/>
            </a:p>
          </p:txBody>
        </p:sp>
      </p:grpSp>
      <p:grpSp>
        <p:nvGrpSpPr>
          <p:cNvPr id="614" name="Graphic 4">
            <a:extLst>
              <a:ext uri="{FF2B5EF4-FFF2-40B4-BE49-F238E27FC236}">
                <a16:creationId xmlns:a16="http://schemas.microsoft.com/office/drawing/2014/main" id="{412A467E-C1AA-234A-9232-3DAA51EAB071}"/>
              </a:ext>
            </a:extLst>
          </p:cNvPr>
          <p:cNvGrpSpPr/>
          <p:nvPr/>
        </p:nvGrpSpPr>
        <p:grpSpPr>
          <a:xfrm>
            <a:off x="1515054" y="918179"/>
            <a:ext cx="362309" cy="361971"/>
            <a:chOff x="1515054" y="918179"/>
            <a:chExt cx="362309" cy="361971"/>
          </a:xfrm>
          <a:solidFill>
            <a:srgbClr val="005587"/>
          </a:solidFill>
        </p:grpSpPr>
        <p:sp>
          <p:nvSpPr>
            <p:cNvPr id="615" name="Graphic 4">
              <a:extLst>
                <a:ext uri="{FF2B5EF4-FFF2-40B4-BE49-F238E27FC236}">
                  <a16:creationId xmlns:a16="http://schemas.microsoft.com/office/drawing/2014/main" id="{649FA8D6-52D4-ED4D-AD75-2A26BACDFFCB}"/>
                </a:ext>
              </a:extLst>
            </p:cNvPr>
            <p:cNvSpPr/>
            <p:nvPr/>
          </p:nvSpPr>
          <p:spPr>
            <a:xfrm>
              <a:off x="1515054" y="918179"/>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0667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0518" y="0"/>
                    <a:pt x="180835" y="0"/>
                  </a:cubicBezTo>
                  <a:lnTo>
                    <a:pt x="180835" y="0"/>
                  </a:lnTo>
                  <a:close/>
                  <a:moveTo>
                    <a:pt x="180835" y="349204"/>
                  </a:moveTo>
                  <a:cubicBezTo>
                    <a:pt x="87542" y="349204"/>
                    <a:pt x="12780" y="273873"/>
                    <a:pt x="12780" y="180667"/>
                  </a:cubicBezTo>
                  <a:cubicBezTo>
                    <a:pt x="12780" y="87461"/>
                    <a:pt x="88181" y="12768"/>
                    <a:pt x="180835" y="12768"/>
                  </a:cubicBezTo>
                  <a:cubicBezTo>
                    <a:pt x="274128" y="12768"/>
                    <a:pt x="349529" y="88099"/>
                    <a:pt x="349529" y="180667"/>
                  </a:cubicBezTo>
                  <a:cubicBezTo>
                    <a:pt x="348891" y="273873"/>
                    <a:pt x="273489" y="349204"/>
                    <a:pt x="180835" y="349204"/>
                  </a:cubicBezTo>
                  <a:close/>
                </a:path>
              </a:pathLst>
            </a:custGeom>
            <a:solidFill>
              <a:srgbClr val="005587"/>
            </a:solidFill>
            <a:ln w="6390" cap="flat">
              <a:noFill/>
              <a:prstDash val="solid"/>
              <a:miter/>
            </a:ln>
          </p:spPr>
          <p:txBody>
            <a:bodyPr rtlCol="0" anchor="ctr"/>
            <a:lstStyle/>
            <a:p>
              <a:endParaRPr lang="en-US"/>
            </a:p>
          </p:txBody>
        </p:sp>
        <p:sp>
          <p:nvSpPr>
            <p:cNvPr id="616" name="Graphic 4">
              <a:extLst>
                <a:ext uri="{FF2B5EF4-FFF2-40B4-BE49-F238E27FC236}">
                  <a16:creationId xmlns:a16="http://schemas.microsoft.com/office/drawing/2014/main" id="{07E6CC27-6801-B64E-AE0F-50F2B980FC61}"/>
                </a:ext>
              </a:extLst>
            </p:cNvPr>
            <p:cNvSpPr/>
            <p:nvPr/>
          </p:nvSpPr>
          <p:spPr>
            <a:xfrm>
              <a:off x="1638709" y="992871"/>
              <a:ext cx="115069" cy="213863"/>
            </a:xfrm>
            <a:custGeom>
              <a:avLst/>
              <a:gdLst>
                <a:gd name="connsiteX0" fmla="*/ 58458 w 115069"/>
                <a:gd name="connsiteY0" fmla="*/ 0 h 213863"/>
                <a:gd name="connsiteX1" fmla="*/ 20119 w 115069"/>
                <a:gd name="connsiteY1" fmla="*/ 14045 h 213863"/>
                <a:gd name="connsiteX2" fmla="*/ 310 w 115069"/>
                <a:gd name="connsiteY2" fmla="*/ 70224 h 213863"/>
                <a:gd name="connsiteX3" fmla="*/ 41844 w 115069"/>
                <a:gd name="connsiteY3" fmla="*/ 138533 h 213863"/>
                <a:gd name="connsiteX4" fmla="*/ 39927 w 115069"/>
                <a:gd name="connsiteY4" fmla="*/ 146832 h 213863"/>
                <a:gd name="connsiteX5" fmla="*/ 46956 w 115069"/>
                <a:gd name="connsiteY5" fmla="*/ 160876 h 213863"/>
                <a:gd name="connsiteX6" fmla="*/ 50151 w 115069"/>
                <a:gd name="connsiteY6" fmla="*/ 176836 h 213863"/>
                <a:gd name="connsiteX7" fmla="*/ 52068 w 115069"/>
                <a:gd name="connsiteY7" fmla="*/ 188966 h 213863"/>
                <a:gd name="connsiteX8" fmla="*/ 45039 w 115069"/>
                <a:gd name="connsiteY8" fmla="*/ 209395 h 213863"/>
                <a:gd name="connsiteX9" fmla="*/ 51429 w 115069"/>
                <a:gd name="connsiteY9" fmla="*/ 213863 h 213863"/>
                <a:gd name="connsiteX10" fmla="*/ 53346 w 115069"/>
                <a:gd name="connsiteY10" fmla="*/ 213225 h 213863"/>
                <a:gd name="connsiteX11" fmla="*/ 57819 w 115069"/>
                <a:gd name="connsiteY11" fmla="*/ 206841 h 213863"/>
                <a:gd name="connsiteX12" fmla="*/ 63570 w 115069"/>
                <a:gd name="connsiteY12" fmla="*/ 195350 h 213863"/>
                <a:gd name="connsiteX13" fmla="*/ 60375 w 115069"/>
                <a:gd name="connsiteY13" fmla="*/ 169814 h 213863"/>
                <a:gd name="connsiteX14" fmla="*/ 59097 w 115069"/>
                <a:gd name="connsiteY14" fmla="*/ 165345 h 213863"/>
                <a:gd name="connsiteX15" fmla="*/ 75072 w 115069"/>
                <a:gd name="connsiteY15" fmla="*/ 148108 h 213863"/>
                <a:gd name="connsiteX16" fmla="*/ 73155 w 115069"/>
                <a:gd name="connsiteY16" fmla="*/ 139809 h 213863"/>
                <a:gd name="connsiteX17" fmla="*/ 114689 w 115069"/>
                <a:gd name="connsiteY17" fmla="*/ 71501 h 213863"/>
                <a:gd name="connsiteX18" fmla="*/ 114689 w 115069"/>
                <a:gd name="connsiteY18" fmla="*/ 71501 h 213863"/>
                <a:gd name="connsiteX19" fmla="*/ 97437 w 115069"/>
                <a:gd name="connsiteY19" fmla="*/ 16598 h 213863"/>
                <a:gd name="connsiteX20" fmla="*/ 58458 w 115069"/>
                <a:gd name="connsiteY20" fmla="*/ 0 h 213863"/>
                <a:gd name="connsiteX21" fmla="*/ 57180 w 115069"/>
                <a:gd name="connsiteY21" fmla="*/ 151300 h 213863"/>
                <a:gd name="connsiteX22" fmla="*/ 52707 w 115069"/>
                <a:gd name="connsiteY22" fmla="*/ 146832 h 213863"/>
                <a:gd name="connsiteX23" fmla="*/ 57180 w 115069"/>
                <a:gd name="connsiteY23" fmla="*/ 142363 h 213863"/>
                <a:gd name="connsiteX24" fmla="*/ 61653 w 115069"/>
                <a:gd name="connsiteY24" fmla="*/ 146832 h 213863"/>
                <a:gd name="connsiteX25" fmla="*/ 61653 w 115069"/>
                <a:gd name="connsiteY25" fmla="*/ 146832 h 213863"/>
                <a:gd name="connsiteX26" fmla="*/ 57180 w 115069"/>
                <a:gd name="connsiteY26" fmla="*/ 151300 h 213863"/>
                <a:gd name="connsiteX27" fmla="*/ 57180 w 115069"/>
                <a:gd name="connsiteY27" fmla="*/ 151300 h 213863"/>
                <a:gd name="connsiteX28" fmla="*/ 101271 w 115069"/>
                <a:gd name="connsiteY28" fmla="*/ 68947 h 213863"/>
                <a:gd name="connsiteX29" fmla="*/ 57180 w 115069"/>
                <a:gd name="connsiteY29" fmla="*/ 128957 h 213863"/>
                <a:gd name="connsiteX30" fmla="*/ 57180 w 115069"/>
                <a:gd name="connsiteY30" fmla="*/ 128957 h 213863"/>
                <a:gd name="connsiteX31" fmla="*/ 13090 w 115069"/>
                <a:gd name="connsiteY31" fmla="*/ 69585 h 213863"/>
                <a:gd name="connsiteX32" fmla="*/ 28425 w 115069"/>
                <a:gd name="connsiteY32" fmla="*/ 23621 h 213863"/>
                <a:gd name="connsiteX33" fmla="*/ 57819 w 115069"/>
                <a:gd name="connsiteY33" fmla="*/ 12768 h 213863"/>
                <a:gd name="connsiteX34" fmla="*/ 58458 w 115069"/>
                <a:gd name="connsiteY34" fmla="*/ 12768 h 213863"/>
                <a:gd name="connsiteX35" fmla="*/ 87852 w 115069"/>
                <a:gd name="connsiteY35" fmla="*/ 24898 h 213863"/>
                <a:gd name="connsiteX36" fmla="*/ 101271 w 115069"/>
                <a:gd name="connsiteY36" fmla="*/ 68947 h 21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15069" h="213863">
                  <a:moveTo>
                    <a:pt x="58458" y="0"/>
                  </a:moveTo>
                  <a:cubicBezTo>
                    <a:pt x="44400" y="0"/>
                    <a:pt x="30981" y="5107"/>
                    <a:pt x="20119" y="14045"/>
                  </a:cubicBezTo>
                  <a:cubicBezTo>
                    <a:pt x="5422" y="26813"/>
                    <a:pt x="-1607" y="46603"/>
                    <a:pt x="310" y="70224"/>
                  </a:cubicBezTo>
                  <a:cubicBezTo>
                    <a:pt x="2227" y="93845"/>
                    <a:pt x="17563" y="128318"/>
                    <a:pt x="41844" y="138533"/>
                  </a:cubicBezTo>
                  <a:cubicBezTo>
                    <a:pt x="40566" y="141086"/>
                    <a:pt x="39927" y="143640"/>
                    <a:pt x="39927" y="146832"/>
                  </a:cubicBezTo>
                  <a:cubicBezTo>
                    <a:pt x="39927" y="152577"/>
                    <a:pt x="42483" y="157684"/>
                    <a:pt x="46956" y="160876"/>
                  </a:cubicBezTo>
                  <a:cubicBezTo>
                    <a:pt x="45678" y="166622"/>
                    <a:pt x="46317" y="172368"/>
                    <a:pt x="50151" y="176836"/>
                  </a:cubicBezTo>
                  <a:cubicBezTo>
                    <a:pt x="54624" y="183220"/>
                    <a:pt x="53985" y="185135"/>
                    <a:pt x="52068" y="188966"/>
                  </a:cubicBezTo>
                  <a:cubicBezTo>
                    <a:pt x="45678" y="201095"/>
                    <a:pt x="43761" y="205564"/>
                    <a:pt x="45039" y="209395"/>
                  </a:cubicBezTo>
                  <a:cubicBezTo>
                    <a:pt x="45678" y="211948"/>
                    <a:pt x="48234" y="213863"/>
                    <a:pt x="51429" y="213863"/>
                  </a:cubicBezTo>
                  <a:cubicBezTo>
                    <a:pt x="52068" y="213863"/>
                    <a:pt x="52707" y="213863"/>
                    <a:pt x="53346" y="213225"/>
                  </a:cubicBezTo>
                  <a:cubicBezTo>
                    <a:pt x="55902" y="212587"/>
                    <a:pt x="57819" y="209395"/>
                    <a:pt x="57819" y="206841"/>
                  </a:cubicBezTo>
                  <a:cubicBezTo>
                    <a:pt x="59097" y="203011"/>
                    <a:pt x="61014" y="199180"/>
                    <a:pt x="63570" y="195350"/>
                  </a:cubicBezTo>
                  <a:cubicBezTo>
                    <a:pt x="69321" y="185135"/>
                    <a:pt x="66765" y="178113"/>
                    <a:pt x="60375" y="169814"/>
                  </a:cubicBezTo>
                  <a:cubicBezTo>
                    <a:pt x="59097" y="168537"/>
                    <a:pt x="59097" y="166622"/>
                    <a:pt x="59097" y="165345"/>
                  </a:cubicBezTo>
                  <a:cubicBezTo>
                    <a:pt x="68043" y="164707"/>
                    <a:pt x="75072" y="157046"/>
                    <a:pt x="75072" y="148108"/>
                  </a:cubicBezTo>
                  <a:cubicBezTo>
                    <a:pt x="75072" y="145555"/>
                    <a:pt x="74433" y="142363"/>
                    <a:pt x="73155" y="139809"/>
                  </a:cubicBezTo>
                  <a:cubicBezTo>
                    <a:pt x="97437" y="129595"/>
                    <a:pt x="112773" y="96398"/>
                    <a:pt x="114689" y="71501"/>
                  </a:cubicBezTo>
                  <a:lnTo>
                    <a:pt x="114689" y="71501"/>
                  </a:lnTo>
                  <a:cubicBezTo>
                    <a:pt x="117245" y="42134"/>
                    <a:pt x="106383" y="25536"/>
                    <a:pt x="97437" y="16598"/>
                  </a:cubicBezTo>
                  <a:cubicBezTo>
                    <a:pt x="86574" y="5746"/>
                    <a:pt x="72516" y="0"/>
                    <a:pt x="58458" y="0"/>
                  </a:cubicBezTo>
                  <a:close/>
                  <a:moveTo>
                    <a:pt x="57180" y="151300"/>
                  </a:moveTo>
                  <a:cubicBezTo>
                    <a:pt x="54624" y="151300"/>
                    <a:pt x="52707" y="149385"/>
                    <a:pt x="52707" y="146832"/>
                  </a:cubicBezTo>
                  <a:cubicBezTo>
                    <a:pt x="52707" y="144278"/>
                    <a:pt x="54624" y="142363"/>
                    <a:pt x="57180" y="142363"/>
                  </a:cubicBezTo>
                  <a:cubicBezTo>
                    <a:pt x="59736" y="142363"/>
                    <a:pt x="61653" y="144278"/>
                    <a:pt x="61653" y="146832"/>
                  </a:cubicBezTo>
                  <a:lnTo>
                    <a:pt x="61653" y="146832"/>
                  </a:lnTo>
                  <a:cubicBezTo>
                    <a:pt x="61653" y="148747"/>
                    <a:pt x="59736" y="151300"/>
                    <a:pt x="57180" y="151300"/>
                  </a:cubicBezTo>
                  <a:lnTo>
                    <a:pt x="57180" y="151300"/>
                  </a:lnTo>
                  <a:close/>
                  <a:moveTo>
                    <a:pt x="101271" y="68947"/>
                  </a:moveTo>
                  <a:cubicBezTo>
                    <a:pt x="99354" y="93845"/>
                    <a:pt x="81462" y="128957"/>
                    <a:pt x="57180" y="128957"/>
                  </a:cubicBezTo>
                  <a:lnTo>
                    <a:pt x="57180" y="128957"/>
                  </a:lnTo>
                  <a:cubicBezTo>
                    <a:pt x="32259" y="128957"/>
                    <a:pt x="15006" y="94483"/>
                    <a:pt x="13090" y="69585"/>
                  </a:cubicBezTo>
                  <a:cubicBezTo>
                    <a:pt x="11811" y="49795"/>
                    <a:pt x="16924" y="33835"/>
                    <a:pt x="28425" y="23621"/>
                  </a:cubicBezTo>
                  <a:cubicBezTo>
                    <a:pt x="36732" y="16598"/>
                    <a:pt x="46956" y="12768"/>
                    <a:pt x="57819" y="12768"/>
                  </a:cubicBezTo>
                  <a:lnTo>
                    <a:pt x="58458" y="12768"/>
                  </a:lnTo>
                  <a:cubicBezTo>
                    <a:pt x="69321" y="13406"/>
                    <a:pt x="80184" y="17237"/>
                    <a:pt x="87852" y="24898"/>
                  </a:cubicBezTo>
                  <a:cubicBezTo>
                    <a:pt x="98076" y="35112"/>
                    <a:pt x="102549" y="49795"/>
                    <a:pt x="101271" y="68947"/>
                  </a:cubicBezTo>
                  <a:close/>
                </a:path>
              </a:pathLst>
            </a:custGeom>
            <a:solidFill>
              <a:srgbClr val="005587"/>
            </a:solidFill>
            <a:ln w="6390" cap="flat">
              <a:noFill/>
              <a:prstDash val="solid"/>
              <a:miter/>
            </a:ln>
          </p:spPr>
          <p:txBody>
            <a:bodyPr rtlCol="0" anchor="ctr"/>
            <a:lstStyle/>
            <a:p>
              <a:endParaRPr lang="en-US"/>
            </a:p>
          </p:txBody>
        </p:sp>
        <p:sp>
          <p:nvSpPr>
            <p:cNvPr id="617" name="Graphic 4">
              <a:extLst>
                <a:ext uri="{FF2B5EF4-FFF2-40B4-BE49-F238E27FC236}">
                  <a16:creationId xmlns:a16="http://schemas.microsoft.com/office/drawing/2014/main" id="{DB7CF681-F53E-7245-B323-8FFC5D79DC3D}"/>
                </a:ext>
              </a:extLst>
            </p:cNvPr>
            <p:cNvSpPr/>
            <p:nvPr/>
          </p:nvSpPr>
          <p:spPr>
            <a:xfrm>
              <a:off x="1689417" y="1010664"/>
              <a:ext cx="44880" cy="50515"/>
            </a:xfrm>
            <a:custGeom>
              <a:avLst/>
              <a:gdLst>
                <a:gd name="connsiteX0" fmla="*/ 7111 w 44880"/>
                <a:gd name="connsiteY0" fmla="*/ 82 h 50515"/>
                <a:gd name="connsiteX1" fmla="*/ 82 w 44880"/>
                <a:gd name="connsiteY1" fmla="*/ 5828 h 50515"/>
                <a:gd name="connsiteX2" fmla="*/ 5833 w 44880"/>
                <a:gd name="connsiteY2" fmla="*/ 12850 h 50515"/>
                <a:gd name="connsiteX3" fmla="*/ 5833 w 44880"/>
                <a:gd name="connsiteY3" fmla="*/ 12850 h 50515"/>
                <a:gd name="connsiteX4" fmla="*/ 24364 w 44880"/>
                <a:gd name="connsiteY4" fmla="*/ 21788 h 50515"/>
                <a:gd name="connsiteX5" fmla="*/ 32032 w 44880"/>
                <a:gd name="connsiteY5" fmla="*/ 43493 h 50515"/>
                <a:gd name="connsiteX6" fmla="*/ 37783 w 44880"/>
                <a:gd name="connsiteY6" fmla="*/ 50516 h 50515"/>
                <a:gd name="connsiteX7" fmla="*/ 38422 w 44880"/>
                <a:gd name="connsiteY7" fmla="*/ 50516 h 50515"/>
                <a:gd name="connsiteX8" fmla="*/ 44812 w 44880"/>
                <a:gd name="connsiteY8" fmla="*/ 44770 h 50515"/>
                <a:gd name="connsiteX9" fmla="*/ 33949 w 44880"/>
                <a:gd name="connsiteY9" fmla="*/ 13489 h 50515"/>
                <a:gd name="connsiteX10" fmla="*/ 7111 w 44880"/>
                <a:gd name="connsiteY10" fmla="*/ 82 h 50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880" h="50515">
                  <a:moveTo>
                    <a:pt x="7111" y="82"/>
                  </a:moveTo>
                  <a:cubicBezTo>
                    <a:pt x="3916" y="-556"/>
                    <a:pt x="721" y="2636"/>
                    <a:pt x="82" y="5828"/>
                  </a:cubicBezTo>
                  <a:cubicBezTo>
                    <a:pt x="-557" y="9020"/>
                    <a:pt x="2638" y="12212"/>
                    <a:pt x="5833" y="12850"/>
                  </a:cubicBezTo>
                  <a:cubicBezTo>
                    <a:pt x="5833" y="12850"/>
                    <a:pt x="5833" y="12850"/>
                    <a:pt x="5833" y="12850"/>
                  </a:cubicBezTo>
                  <a:cubicBezTo>
                    <a:pt x="12862" y="13489"/>
                    <a:pt x="19252" y="16681"/>
                    <a:pt x="24364" y="21788"/>
                  </a:cubicBezTo>
                  <a:cubicBezTo>
                    <a:pt x="29476" y="27533"/>
                    <a:pt x="32671" y="35194"/>
                    <a:pt x="32032" y="43493"/>
                  </a:cubicBezTo>
                  <a:cubicBezTo>
                    <a:pt x="32032" y="46685"/>
                    <a:pt x="34588" y="49877"/>
                    <a:pt x="37783" y="50516"/>
                  </a:cubicBezTo>
                  <a:lnTo>
                    <a:pt x="38422" y="50516"/>
                  </a:lnTo>
                  <a:cubicBezTo>
                    <a:pt x="41617" y="50516"/>
                    <a:pt x="44812" y="47962"/>
                    <a:pt x="44812" y="44770"/>
                  </a:cubicBezTo>
                  <a:cubicBezTo>
                    <a:pt x="45451" y="33279"/>
                    <a:pt x="41617" y="22426"/>
                    <a:pt x="33949" y="13489"/>
                  </a:cubicBezTo>
                  <a:cubicBezTo>
                    <a:pt x="26920" y="5828"/>
                    <a:pt x="17335" y="1359"/>
                    <a:pt x="7111" y="82"/>
                  </a:cubicBezTo>
                  <a:close/>
                </a:path>
              </a:pathLst>
            </a:custGeom>
            <a:solidFill>
              <a:srgbClr val="005587"/>
            </a:solidFill>
            <a:ln w="6390" cap="flat">
              <a:noFill/>
              <a:prstDash val="solid"/>
              <a:miter/>
            </a:ln>
          </p:spPr>
          <p:txBody>
            <a:bodyPr rtlCol="0" anchor="ctr"/>
            <a:lstStyle/>
            <a:p>
              <a:endParaRPr lang="en-US"/>
            </a:p>
          </p:txBody>
        </p:sp>
      </p:grpSp>
      <p:grpSp>
        <p:nvGrpSpPr>
          <p:cNvPr id="618" name="Graphic 4">
            <a:extLst>
              <a:ext uri="{FF2B5EF4-FFF2-40B4-BE49-F238E27FC236}">
                <a16:creationId xmlns:a16="http://schemas.microsoft.com/office/drawing/2014/main" id="{4CF42C10-DE0A-D747-BA04-B1A74A6A65EE}"/>
              </a:ext>
            </a:extLst>
          </p:cNvPr>
          <p:cNvGrpSpPr/>
          <p:nvPr/>
        </p:nvGrpSpPr>
        <p:grpSpPr>
          <a:xfrm>
            <a:off x="1952125" y="918179"/>
            <a:ext cx="362313" cy="361971"/>
            <a:chOff x="1952125" y="918179"/>
            <a:chExt cx="362313" cy="361971"/>
          </a:xfrm>
          <a:solidFill>
            <a:srgbClr val="005587"/>
          </a:solidFill>
        </p:grpSpPr>
        <p:sp>
          <p:nvSpPr>
            <p:cNvPr id="619" name="Graphic 4">
              <a:extLst>
                <a:ext uri="{FF2B5EF4-FFF2-40B4-BE49-F238E27FC236}">
                  <a16:creationId xmlns:a16="http://schemas.microsoft.com/office/drawing/2014/main" id="{54908814-948A-3F4B-B4C6-EB48717067B1}"/>
                </a:ext>
              </a:extLst>
            </p:cNvPr>
            <p:cNvSpPr/>
            <p:nvPr/>
          </p:nvSpPr>
          <p:spPr>
            <a:xfrm>
              <a:off x="2089956" y="1005639"/>
              <a:ext cx="88585" cy="116188"/>
            </a:xfrm>
            <a:custGeom>
              <a:avLst/>
              <a:gdLst>
                <a:gd name="connsiteX0" fmla="*/ 44921 w 88585"/>
                <a:gd name="connsiteY0" fmla="*/ 0 h 116188"/>
                <a:gd name="connsiteX1" fmla="*/ 44921 w 88585"/>
                <a:gd name="connsiteY1" fmla="*/ 0 h 116188"/>
                <a:gd name="connsiteX2" fmla="*/ 15528 w 88585"/>
                <a:gd name="connsiteY2" fmla="*/ 10853 h 116188"/>
                <a:gd name="connsiteX3" fmla="*/ 192 w 88585"/>
                <a:gd name="connsiteY3" fmla="*/ 56818 h 116188"/>
                <a:gd name="connsiteX4" fmla="*/ 44282 w 88585"/>
                <a:gd name="connsiteY4" fmla="*/ 116189 h 116188"/>
                <a:gd name="connsiteX5" fmla="*/ 44282 w 88585"/>
                <a:gd name="connsiteY5" fmla="*/ 116189 h 116188"/>
                <a:gd name="connsiteX6" fmla="*/ 88373 w 88585"/>
                <a:gd name="connsiteY6" fmla="*/ 56179 h 116188"/>
                <a:gd name="connsiteX7" fmla="*/ 74954 w 88585"/>
                <a:gd name="connsiteY7" fmla="*/ 12130 h 116188"/>
                <a:gd name="connsiteX8" fmla="*/ 44921 w 88585"/>
                <a:gd name="connsiteY8" fmla="*/ 0 h 116188"/>
                <a:gd name="connsiteX9" fmla="*/ 82622 w 88585"/>
                <a:gd name="connsiteY9" fmla="*/ 49157 h 116188"/>
                <a:gd name="connsiteX10" fmla="*/ 76232 w 88585"/>
                <a:gd name="connsiteY10" fmla="*/ 54902 h 116188"/>
                <a:gd name="connsiteX11" fmla="*/ 75593 w 88585"/>
                <a:gd name="connsiteY11" fmla="*/ 54902 h 116188"/>
                <a:gd name="connsiteX12" fmla="*/ 69842 w 88585"/>
                <a:gd name="connsiteY12" fmla="*/ 47880 h 116188"/>
                <a:gd name="connsiteX13" fmla="*/ 69842 w 88585"/>
                <a:gd name="connsiteY13" fmla="*/ 47880 h 116188"/>
                <a:gd name="connsiteX14" fmla="*/ 62174 w 88585"/>
                <a:gd name="connsiteY14" fmla="*/ 26174 h 116188"/>
                <a:gd name="connsiteX15" fmla="*/ 43643 w 88585"/>
                <a:gd name="connsiteY15" fmla="*/ 17237 h 116188"/>
                <a:gd name="connsiteX16" fmla="*/ 37892 w 88585"/>
                <a:gd name="connsiteY16" fmla="*/ 10214 h 116188"/>
                <a:gd name="connsiteX17" fmla="*/ 37892 w 88585"/>
                <a:gd name="connsiteY17" fmla="*/ 10214 h 116188"/>
                <a:gd name="connsiteX18" fmla="*/ 44921 w 88585"/>
                <a:gd name="connsiteY18" fmla="*/ 4469 h 116188"/>
                <a:gd name="connsiteX19" fmla="*/ 71759 w 88585"/>
                <a:gd name="connsiteY19" fmla="*/ 17237 h 116188"/>
                <a:gd name="connsiteX20" fmla="*/ 82622 w 88585"/>
                <a:gd name="connsiteY20" fmla="*/ 49157 h 116188"/>
                <a:gd name="connsiteX21" fmla="*/ 82622 w 88585"/>
                <a:gd name="connsiteY21" fmla="*/ 49157 h 116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585" h="116188">
                  <a:moveTo>
                    <a:pt x="44921" y="0"/>
                  </a:moveTo>
                  <a:lnTo>
                    <a:pt x="44921" y="0"/>
                  </a:lnTo>
                  <a:cubicBezTo>
                    <a:pt x="34058" y="0"/>
                    <a:pt x="23196" y="3830"/>
                    <a:pt x="15528" y="10853"/>
                  </a:cubicBezTo>
                  <a:cubicBezTo>
                    <a:pt x="4026" y="21067"/>
                    <a:pt x="-1086" y="37027"/>
                    <a:pt x="192" y="56818"/>
                  </a:cubicBezTo>
                  <a:cubicBezTo>
                    <a:pt x="2109" y="81715"/>
                    <a:pt x="20001" y="116189"/>
                    <a:pt x="44282" y="116189"/>
                  </a:cubicBezTo>
                  <a:lnTo>
                    <a:pt x="44282" y="116189"/>
                  </a:lnTo>
                  <a:cubicBezTo>
                    <a:pt x="68564" y="116189"/>
                    <a:pt x="86456" y="81715"/>
                    <a:pt x="88373" y="56179"/>
                  </a:cubicBezTo>
                  <a:cubicBezTo>
                    <a:pt x="89651" y="37027"/>
                    <a:pt x="85178" y="21706"/>
                    <a:pt x="74954" y="12130"/>
                  </a:cubicBezTo>
                  <a:cubicBezTo>
                    <a:pt x="66008" y="4469"/>
                    <a:pt x="55784" y="0"/>
                    <a:pt x="44921" y="0"/>
                  </a:cubicBezTo>
                  <a:close/>
                  <a:moveTo>
                    <a:pt x="82622" y="49157"/>
                  </a:moveTo>
                  <a:cubicBezTo>
                    <a:pt x="82622" y="52349"/>
                    <a:pt x="79427" y="54902"/>
                    <a:pt x="76232" y="54902"/>
                  </a:cubicBezTo>
                  <a:lnTo>
                    <a:pt x="75593" y="54902"/>
                  </a:lnTo>
                  <a:cubicBezTo>
                    <a:pt x="71759" y="54902"/>
                    <a:pt x="69203" y="51710"/>
                    <a:pt x="69842" y="47880"/>
                  </a:cubicBezTo>
                  <a:cubicBezTo>
                    <a:pt x="69842" y="47880"/>
                    <a:pt x="69842" y="47880"/>
                    <a:pt x="69842" y="47880"/>
                  </a:cubicBezTo>
                  <a:cubicBezTo>
                    <a:pt x="70481" y="40219"/>
                    <a:pt x="67286" y="32558"/>
                    <a:pt x="62174" y="26174"/>
                  </a:cubicBezTo>
                  <a:cubicBezTo>
                    <a:pt x="57062" y="21067"/>
                    <a:pt x="50672" y="17875"/>
                    <a:pt x="43643" y="17237"/>
                  </a:cubicBezTo>
                  <a:cubicBezTo>
                    <a:pt x="39809" y="17237"/>
                    <a:pt x="37253" y="14045"/>
                    <a:pt x="37892" y="10214"/>
                  </a:cubicBezTo>
                  <a:cubicBezTo>
                    <a:pt x="37892" y="10214"/>
                    <a:pt x="37892" y="10214"/>
                    <a:pt x="37892" y="10214"/>
                  </a:cubicBezTo>
                  <a:cubicBezTo>
                    <a:pt x="38531" y="7022"/>
                    <a:pt x="41087" y="4469"/>
                    <a:pt x="44921" y="4469"/>
                  </a:cubicBezTo>
                  <a:cubicBezTo>
                    <a:pt x="55145" y="5107"/>
                    <a:pt x="64730" y="9576"/>
                    <a:pt x="71759" y="17237"/>
                  </a:cubicBezTo>
                  <a:cubicBezTo>
                    <a:pt x="78788" y="26174"/>
                    <a:pt x="83261" y="37666"/>
                    <a:pt x="82622" y="49157"/>
                  </a:cubicBezTo>
                  <a:lnTo>
                    <a:pt x="82622" y="49157"/>
                  </a:lnTo>
                  <a:close/>
                </a:path>
              </a:pathLst>
            </a:custGeom>
            <a:solidFill>
              <a:srgbClr val="005587"/>
            </a:solidFill>
            <a:ln w="6390" cap="flat">
              <a:noFill/>
              <a:prstDash val="solid"/>
              <a:miter/>
            </a:ln>
          </p:spPr>
          <p:txBody>
            <a:bodyPr rtlCol="0" anchor="ctr"/>
            <a:lstStyle/>
            <a:p>
              <a:endParaRPr lang="en-US"/>
            </a:p>
          </p:txBody>
        </p:sp>
        <p:sp>
          <p:nvSpPr>
            <p:cNvPr id="620" name="Graphic 4">
              <a:extLst>
                <a:ext uri="{FF2B5EF4-FFF2-40B4-BE49-F238E27FC236}">
                  <a16:creationId xmlns:a16="http://schemas.microsoft.com/office/drawing/2014/main" id="{1CD96ABE-833D-864C-8D29-FC2D20D7DE62}"/>
                </a:ext>
              </a:extLst>
            </p:cNvPr>
            <p:cNvSpPr/>
            <p:nvPr/>
          </p:nvSpPr>
          <p:spPr>
            <a:xfrm>
              <a:off x="1952125" y="918179"/>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38345 w 362313"/>
                <a:gd name="connsiteY6" fmla="*/ 144916 h 361971"/>
                <a:gd name="connsiteX7" fmla="*/ 238345 w 362313"/>
                <a:gd name="connsiteY7" fmla="*/ 144916 h 361971"/>
                <a:gd name="connsiteX8" fmla="*/ 196810 w 362313"/>
                <a:gd name="connsiteY8" fmla="*/ 213225 h 361971"/>
                <a:gd name="connsiteX9" fmla="*/ 198727 w 362313"/>
                <a:gd name="connsiteY9" fmla="*/ 221524 h 361971"/>
                <a:gd name="connsiteX10" fmla="*/ 182752 w 362313"/>
                <a:gd name="connsiteY10" fmla="*/ 238761 h 361971"/>
                <a:gd name="connsiteX11" fmla="*/ 184030 w 362313"/>
                <a:gd name="connsiteY11" fmla="*/ 243230 h 361971"/>
                <a:gd name="connsiteX12" fmla="*/ 186586 w 362313"/>
                <a:gd name="connsiteY12" fmla="*/ 268766 h 361971"/>
                <a:gd name="connsiteX13" fmla="*/ 180835 w 362313"/>
                <a:gd name="connsiteY13" fmla="*/ 280257 h 361971"/>
                <a:gd name="connsiteX14" fmla="*/ 176362 w 362313"/>
                <a:gd name="connsiteY14" fmla="*/ 286641 h 361971"/>
                <a:gd name="connsiteX15" fmla="*/ 174445 w 362313"/>
                <a:gd name="connsiteY15" fmla="*/ 287279 h 361971"/>
                <a:gd name="connsiteX16" fmla="*/ 168055 w 362313"/>
                <a:gd name="connsiteY16" fmla="*/ 282810 h 361971"/>
                <a:gd name="connsiteX17" fmla="*/ 175084 w 362313"/>
                <a:gd name="connsiteY17" fmla="*/ 262382 h 361971"/>
                <a:gd name="connsiteX18" fmla="*/ 173167 w 362313"/>
                <a:gd name="connsiteY18" fmla="*/ 250252 h 361971"/>
                <a:gd name="connsiteX19" fmla="*/ 169972 w 362313"/>
                <a:gd name="connsiteY19" fmla="*/ 234292 h 361971"/>
                <a:gd name="connsiteX20" fmla="*/ 163582 w 362313"/>
                <a:gd name="connsiteY20" fmla="*/ 220886 h 361971"/>
                <a:gd name="connsiteX21" fmla="*/ 165499 w 362313"/>
                <a:gd name="connsiteY21" fmla="*/ 212587 h 361971"/>
                <a:gd name="connsiteX22" fmla="*/ 123965 w 362313"/>
                <a:gd name="connsiteY22" fmla="*/ 144278 h 361971"/>
                <a:gd name="connsiteX23" fmla="*/ 143774 w 362313"/>
                <a:gd name="connsiteY23" fmla="*/ 88099 h 361971"/>
                <a:gd name="connsiteX24" fmla="*/ 220453 w 362313"/>
                <a:gd name="connsiteY24" fmla="*/ 90014 h 361971"/>
                <a:gd name="connsiteX25" fmla="*/ 238345 w 362313"/>
                <a:gd name="connsiteY25" fmla="*/ 14491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238345" y="144916"/>
                  </a:moveTo>
                  <a:lnTo>
                    <a:pt x="238345" y="144916"/>
                  </a:lnTo>
                  <a:cubicBezTo>
                    <a:pt x="236428" y="169814"/>
                    <a:pt x="221092" y="203011"/>
                    <a:pt x="196810" y="213225"/>
                  </a:cubicBezTo>
                  <a:cubicBezTo>
                    <a:pt x="198088" y="215779"/>
                    <a:pt x="198727" y="218332"/>
                    <a:pt x="198727" y="221524"/>
                  </a:cubicBezTo>
                  <a:cubicBezTo>
                    <a:pt x="198727" y="230462"/>
                    <a:pt x="191698" y="238123"/>
                    <a:pt x="182752" y="238761"/>
                  </a:cubicBezTo>
                  <a:cubicBezTo>
                    <a:pt x="182752" y="240676"/>
                    <a:pt x="182752" y="241953"/>
                    <a:pt x="184030" y="243230"/>
                  </a:cubicBezTo>
                  <a:cubicBezTo>
                    <a:pt x="189781" y="251529"/>
                    <a:pt x="192337" y="258551"/>
                    <a:pt x="186586" y="268766"/>
                  </a:cubicBezTo>
                  <a:cubicBezTo>
                    <a:pt x="184669" y="272596"/>
                    <a:pt x="182752" y="276426"/>
                    <a:pt x="180835" y="280257"/>
                  </a:cubicBezTo>
                  <a:cubicBezTo>
                    <a:pt x="180835" y="282810"/>
                    <a:pt x="178918" y="286002"/>
                    <a:pt x="176362" y="286641"/>
                  </a:cubicBezTo>
                  <a:cubicBezTo>
                    <a:pt x="175723" y="286641"/>
                    <a:pt x="175084" y="287279"/>
                    <a:pt x="174445" y="287279"/>
                  </a:cubicBezTo>
                  <a:cubicBezTo>
                    <a:pt x="171889" y="287279"/>
                    <a:pt x="169333" y="285364"/>
                    <a:pt x="168055" y="282810"/>
                  </a:cubicBezTo>
                  <a:cubicBezTo>
                    <a:pt x="166777" y="278980"/>
                    <a:pt x="168055" y="274511"/>
                    <a:pt x="175084" y="262382"/>
                  </a:cubicBezTo>
                  <a:cubicBezTo>
                    <a:pt x="177001" y="258551"/>
                    <a:pt x="177640" y="257275"/>
                    <a:pt x="173167" y="250252"/>
                  </a:cubicBezTo>
                  <a:cubicBezTo>
                    <a:pt x="169972" y="245783"/>
                    <a:pt x="168694" y="240038"/>
                    <a:pt x="169972" y="234292"/>
                  </a:cubicBezTo>
                  <a:cubicBezTo>
                    <a:pt x="166138" y="231100"/>
                    <a:pt x="163582" y="225993"/>
                    <a:pt x="163582" y="220886"/>
                  </a:cubicBezTo>
                  <a:cubicBezTo>
                    <a:pt x="163582" y="218332"/>
                    <a:pt x="164221" y="215140"/>
                    <a:pt x="165499" y="212587"/>
                  </a:cubicBezTo>
                  <a:cubicBezTo>
                    <a:pt x="141218" y="202372"/>
                    <a:pt x="125882" y="168537"/>
                    <a:pt x="123965" y="144278"/>
                  </a:cubicBezTo>
                  <a:cubicBezTo>
                    <a:pt x="122048" y="120019"/>
                    <a:pt x="129077" y="100229"/>
                    <a:pt x="143774" y="88099"/>
                  </a:cubicBezTo>
                  <a:cubicBezTo>
                    <a:pt x="166138" y="68947"/>
                    <a:pt x="199366" y="69585"/>
                    <a:pt x="220453" y="90014"/>
                  </a:cubicBezTo>
                  <a:cubicBezTo>
                    <a:pt x="230677" y="98952"/>
                    <a:pt x="240901" y="116188"/>
                    <a:pt x="238345" y="144916"/>
                  </a:cubicBezTo>
                  <a:close/>
                </a:path>
              </a:pathLst>
            </a:custGeom>
            <a:solidFill>
              <a:srgbClr val="005587"/>
            </a:solidFill>
            <a:ln w="6390" cap="flat">
              <a:noFill/>
              <a:prstDash val="solid"/>
              <a:miter/>
            </a:ln>
          </p:spPr>
          <p:txBody>
            <a:bodyPr rtlCol="0" anchor="ctr"/>
            <a:lstStyle/>
            <a:p>
              <a:endParaRPr lang="en-US"/>
            </a:p>
          </p:txBody>
        </p:sp>
        <p:sp>
          <p:nvSpPr>
            <p:cNvPr id="621" name="Graphic 4">
              <a:extLst>
                <a:ext uri="{FF2B5EF4-FFF2-40B4-BE49-F238E27FC236}">
                  <a16:creationId xmlns:a16="http://schemas.microsoft.com/office/drawing/2014/main" id="{60F5ECF3-CCBB-D44B-BC9B-24BD00002B13}"/>
                </a:ext>
              </a:extLst>
            </p:cNvPr>
            <p:cNvSpPr/>
            <p:nvPr/>
          </p:nvSpPr>
          <p:spPr>
            <a:xfrm>
              <a:off x="2129127" y="1134596"/>
              <a:ext cx="9045" cy="8937"/>
            </a:xfrm>
            <a:custGeom>
              <a:avLst/>
              <a:gdLst>
                <a:gd name="connsiteX0" fmla="*/ 4473 w 9045"/>
                <a:gd name="connsiteY0" fmla="*/ 0 h 8937"/>
                <a:gd name="connsiteX1" fmla="*/ 0 w 9045"/>
                <a:gd name="connsiteY1" fmla="*/ 4469 h 8937"/>
                <a:gd name="connsiteX2" fmla="*/ 4473 w 9045"/>
                <a:gd name="connsiteY2" fmla="*/ 8938 h 8937"/>
                <a:gd name="connsiteX3" fmla="*/ 8946 w 9045"/>
                <a:gd name="connsiteY3" fmla="*/ 4469 h 8937"/>
                <a:gd name="connsiteX4" fmla="*/ 8946 w 9045"/>
                <a:gd name="connsiteY4" fmla="*/ 4469 h 8937"/>
                <a:gd name="connsiteX5" fmla="*/ 4473 w 9045"/>
                <a:gd name="connsiteY5" fmla="*/ 0 h 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45" h="8937">
                  <a:moveTo>
                    <a:pt x="4473" y="0"/>
                  </a:moveTo>
                  <a:cubicBezTo>
                    <a:pt x="1917" y="0"/>
                    <a:pt x="0" y="1915"/>
                    <a:pt x="0" y="4469"/>
                  </a:cubicBezTo>
                  <a:cubicBezTo>
                    <a:pt x="0" y="7022"/>
                    <a:pt x="1917" y="8938"/>
                    <a:pt x="4473" y="8938"/>
                  </a:cubicBezTo>
                  <a:cubicBezTo>
                    <a:pt x="7029" y="8938"/>
                    <a:pt x="8946" y="7022"/>
                    <a:pt x="8946" y="4469"/>
                  </a:cubicBezTo>
                  <a:lnTo>
                    <a:pt x="8946" y="4469"/>
                  </a:lnTo>
                  <a:cubicBezTo>
                    <a:pt x="9585" y="1915"/>
                    <a:pt x="7029" y="0"/>
                    <a:pt x="4473" y="0"/>
                  </a:cubicBezTo>
                  <a:close/>
                </a:path>
              </a:pathLst>
            </a:custGeom>
            <a:solidFill>
              <a:srgbClr val="005587"/>
            </a:solidFill>
            <a:ln w="6390" cap="flat">
              <a:noFill/>
              <a:prstDash val="solid"/>
              <a:miter/>
            </a:ln>
          </p:spPr>
          <p:txBody>
            <a:bodyPr rtlCol="0" anchor="ctr"/>
            <a:lstStyle/>
            <a:p>
              <a:endParaRPr lang="en-US"/>
            </a:p>
          </p:txBody>
        </p:sp>
      </p:grpSp>
      <p:grpSp>
        <p:nvGrpSpPr>
          <p:cNvPr id="622" name="Graphic 4">
            <a:extLst>
              <a:ext uri="{FF2B5EF4-FFF2-40B4-BE49-F238E27FC236}">
                <a16:creationId xmlns:a16="http://schemas.microsoft.com/office/drawing/2014/main" id="{E6D9EB20-9F0B-8D41-8BA4-E083254B2F54}"/>
              </a:ext>
            </a:extLst>
          </p:cNvPr>
          <p:cNvGrpSpPr/>
          <p:nvPr/>
        </p:nvGrpSpPr>
        <p:grpSpPr>
          <a:xfrm>
            <a:off x="467104" y="3339623"/>
            <a:ext cx="362309" cy="361971"/>
            <a:chOff x="467104" y="3339623"/>
            <a:chExt cx="362309" cy="361971"/>
          </a:xfrm>
          <a:solidFill>
            <a:srgbClr val="005587"/>
          </a:solidFill>
        </p:grpSpPr>
        <p:sp>
          <p:nvSpPr>
            <p:cNvPr id="623" name="Graphic 4">
              <a:extLst>
                <a:ext uri="{FF2B5EF4-FFF2-40B4-BE49-F238E27FC236}">
                  <a16:creationId xmlns:a16="http://schemas.microsoft.com/office/drawing/2014/main" id="{645A152C-DBFB-7842-A758-573B6329A70D}"/>
                </a:ext>
              </a:extLst>
            </p:cNvPr>
            <p:cNvSpPr/>
            <p:nvPr/>
          </p:nvSpPr>
          <p:spPr>
            <a:xfrm>
              <a:off x="467104" y="3339623"/>
              <a:ext cx="362309" cy="361971"/>
            </a:xfrm>
            <a:custGeom>
              <a:avLst/>
              <a:gdLst>
                <a:gd name="connsiteX0" fmla="*/ 181474 w 362309"/>
                <a:gd name="connsiteY0" fmla="*/ 0 h 361971"/>
                <a:gd name="connsiteX1" fmla="*/ 0 w 362309"/>
                <a:gd name="connsiteY1" fmla="*/ 180667 h 361971"/>
                <a:gd name="connsiteX2" fmla="*/ 181474 w 362309"/>
                <a:gd name="connsiteY2" fmla="*/ 361972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0 h 361971"/>
                <a:gd name="connsiteX7" fmla="*/ 181474 w 362309"/>
                <a:gd name="connsiteY7" fmla="*/ 349204 h 361971"/>
                <a:gd name="connsiteX8" fmla="*/ 13419 w 362309"/>
                <a:gd name="connsiteY8" fmla="*/ 181305 h 361971"/>
                <a:gd name="connsiteX9" fmla="*/ 181474 w 362309"/>
                <a:gd name="connsiteY9" fmla="*/ 12768 h 361971"/>
                <a:gd name="connsiteX10" fmla="*/ 349530 w 362309"/>
                <a:gd name="connsiteY10" fmla="*/ 181305 h 361971"/>
                <a:gd name="connsiteX11" fmla="*/ 349530 w 362309"/>
                <a:gd name="connsiteY11" fmla="*/ 181305 h 361971"/>
                <a:gd name="connsiteX12" fmla="*/ 181474 w 362309"/>
                <a:gd name="connsiteY12" fmla="*/ 349204 h 361971"/>
                <a:gd name="connsiteX13" fmla="*/ 181474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1474" y="0"/>
                  </a:moveTo>
                  <a:cubicBezTo>
                    <a:pt x="81152" y="0"/>
                    <a:pt x="0" y="81077"/>
                    <a:pt x="0" y="180667"/>
                  </a:cubicBezTo>
                  <a:cubicBezTo>
                    <a:pt x="0" y="280895"/>
                    <a:pt x="81152" y="361972"/>
                    <a:pt x="181474" y="361972"/>
                  </a:cubicBezTo>
                  <a:cubicBezTo>
                    <a:pt x="281796" y="361972"/>
                    <a:pt x="362309" y="280895"/>
                    <a:pt x="362309" y="180667"/>
                  </a:cubicBezTo>
                  <a:lnTo>
                    <a:pt x="362309" y="180667"/>
                  </a:lnTo>
                  <a:cubicBezTo>
                    <a:pt x="362309" y="81077"/>
                    <a:pt x="281796" y="0"/>
                    <a:pt x="181474" y="0"/>
                  </a:cubicBezTo>
                  <a:cubicBezTo>
                    <a:pt x="181474" y="0"/>
                    <a:pt x="181474"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lnTo>
                    <a:pt x="181474" y="349204"/>
                  </a:lnTo>
                  <a:close/>
                </a:path>
              </a:pathLst>
            </a:custGeom>
            <a:solidFill>
              <a:srgbClr val="005587"/>
            </a:solidFill>
            <a:ln w="6390" cap="flat">
              <a:noFill/>
              <a:prstDash val="solid"/>
              <a:miter/>
            </a:ln>
          </p:spPr>
          <p:txBody>
            <a:bodyPr rtlCol="0" anchor="ctr"/>
            <a:lstStyle/>
            <a:p>
              <a:endParaRPr lang="en-US"/>
            </a:p>
          </p:txBody>
        </p:sp>
        <p:sp>
          <p:nvSpPr>
            <p:cNvPr id="624" name="Graphic 4">
              <a:extLst>
                <a:ext uri="{FF2B5EF4-FFF2-40B4-BE49-F238E27FC236}">
                  <a16:creationId xmlns:a16="http://schemas.microsoft.com/office/drawing/2014/main" id="{733C8B1F-5763-A045-881E-BA0067D73BB2}"/>
                </a:ext>
              </a:extLst>
            </p:cNvPr>
            <p:cNvSpPr/>
            <p:nvPr/>
          </p:nvSpPr>
          <p:spPr>
            <a:xfrm>
              <a:off x="566658" y="3514069"/>
              <a:ext cx="42904" cy="39417"/>
            </a:xfrm>
            <a:custGeom>
              <a:avLst/>
              <a:gdLst>
                <a:gd name="connsiteX0" fmla="*/ 41663 w 42904"/>
                <a:gd name="connsiteY0" fmla="*/ 22819 h 39417"/>
                <a:gd name="connsiteX1" fmla="*/ 41663 w 42904"/>
                <a:gd name="connsiteY1" fmla="*/ 22819 h 39417"/>
                <a:gd name="connsiteX2" fmla="*/ 34634 w 42904"/>
                <a:gd name="connsiteY2" fmla="*/ 2390 h 39417"/>
                <a:gd name="connsiteX3" fmla="*/ 18021 w 42904"/>
                <a:gd name="connsiteY3" fmla="*/ 1114 h 39417"/>
                <a:gd name="connsiteX4" fmla="*/ 2046 w 42904"/>
                <a:gd name="connsiteY4" fmla="*/ 17074 h 39417"/>
                <a:gd name="connsiteX5" fmla="*/ 3324 w 42904"/>
                <a:gd name="connsiteY5" fmla="*/ 34949 h 39417"/>
                <a:gd name="connsiteX6" fmla="*/ 13548 w 42904"/>
                <a:gd name="connsiteY6" fmla="*/ 39417 h 39417"/>
                <a:gd name="connsiteX7" fmla="*/ 16743 w 42904"/>
                <a:gd name="connsiteY7" fmla="*/ 38779 h 39417"/>
                <a:gd name="connsiteX8" fmla="*/ 41663 w 42904"/>
                <a:gd name="connsiteY8" fmla="*/ 22819 h 39417"/>
                <a:gd name="connsiteX9" fmla="*/ 12909 w 42904"/>
                <a:gd name="connsiteY9" fmla="*/ 26649 h 39417"/>
                <a:gd name="connsiteX10" fmla="*/ 13548 w 42904"/>
                <a:gd name="connsiteY10" fmla="*/ 22181 h 39417"/>
                <a:gd name="connsiteX11" fmla="*/ 21854 w 42904"/>
                <a:gd name="connsiteY11" fmla="*/ 13882 h 39417"/>
                <a:gd name="connsiteX12" fmla="*/ 25049 w 42904"/>
                <a:gd name="connsiteY12" fmla="*/ 13243 h 39417"/>
                <a:gd name="connsiteX13" fmla="*/ 27605 w 42904"/>
                <a:gd name="connsiteY13" fmla="*/ 13882 h 39417"/>
                <a:gd name="connsiteX14" fmla="*/ 30161 w 42904"/>
                <a:gd name="connsiteY14" fmla="*/ 17074 h 39417"/>
                <a:gd name="connsiteX15" fmla="*/ 12909 w 42904"/>
                <a:gd name="connsiteY15" fmla="*/ 26649 h 39417"/>
                <a:gd name="connsiteX16" fmla="*/ 12909 w 42904"/>
                <a:gd name="connsiteY16" fmla="*/ 26649 h 39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904" h="39417">
                  <a:moveTo>
                    <a:pt x="41663" y="22819"/>
                  </a:moveTo>
                  <a:lnTo>
                    <a:pt x="41663" y="22819"/>
                  </a:lnTo>
                  <a:cubicBezTo>
                    <a:pt x="44858" y="15158"/>
                    <a:pt x="41663" y="6859"/>
                    <a:pt x="34634" y="2390"/>
                  </a:cubicBezTo>
                  <a:cubicBezTo>
                    <a:pt x="29522" y="-163"/>
                    <a:pt x="23771" y="-802"/>
                    <a:pt x="18021" y="1114"/>
                  </a:cubicBezTo>
                  <a:cubicBezTo>
                    <a:pt x="10353" y="3667"/>
                    <a:pt x="4602" y="9413"/>
                    <a:pt x="2046" y="17074"/>
                  </a:cubicBezTo>
                  <a:cubicBezTo>
                    <a:pt x="-1149" y="22819"/>
                    <a:pt x="-510" y="29841"/>
                    <a:pt x="3324" y="34949"/>
                  </a:cubicBezTo>
                  <a:cubicBezTo>
                    <a:pt x="5880" y="38141"/>
                    <a:pt x="9714" y="39417"/>
                    <a:pt x="13548" y="39417"/>
                  </a:cubicBezTo>
                  <a:cubicBezTo>
                    <a:pt x="14826" y="39417"/>
                    <a:pt x="15465" y="39417"/>
                    <a:pt x="16743" y="38779"/>
                  </a:cubicBezTo>
                  <a:cubicBezTo>
                    <a:pt x="20577" y="38141"/>
                    <a:pt x="36551" y="31757"/>
                    <a:pt x="41663" y="22819"/>
                  </a:cubicBezTo>
                  <a:close/>
                  <a:moveTo>
                    <a:pt x="12909" y="26649"/>
                  </a:moveTo>
                  <a:cubicBezTo>
                    <a:pt x="12909" y="26649"/>
                    <a:pt x="12270" y="25373"/>
                    <a:pt x="13548" y="22181"/>
                  </a:cubicBezTo>
                  <a:cubicBezTo>
                    <a:pt x="14826" y="18350"/>
                    <a:pt x="18021" y="15158"/>
                    <a:pt x="21854" y="13882"/>
                  </a:cubicBezTo>
                  <a:cubicBezTo>
                    <a:pt x="22493" y="13243"/>
                    <a:pt x="23771" y="13243"/>
                    <a:pt x="25049" y="13243"/>
                  </a:cubicBezTo>
                  <a:cubicBezTo>
                    <a:pt x="26327" y="13243"/>
                    <a:pt x="26966" y="13243"/>
                    <a:pt x="27605" y="13882"/>
                  </a:cubicBezTo>
                  <a:cubicBezTo>
                    <a:pt x="28883" y="14520"/>
                    <a:pt x="29522" y="15797"/>
                    <a:pt x="30161" y="17074"/>
                  </a:cubicBezTo>
                  <a:cubicBezTo>
                    <a:pt x="25688" y="22181"/>
                    <a:pt x="19298" y="25373"/>
                    <a:pt x="12909" y="26649"/>
                  </a:cubicBezTo>
                  <a:lnTo>
                    <a:pt x="12909" y="26649"/>
                  </a:lnTo>
                  <a:close/>
                </a:path>
              </a:pathLst>
            </a:custGeom>
            <a:solidFill>
              <a:srgbClr val="005587"/>
            </a:solidFill>
            <a:ln w="6390" cap="flat">
              <a:noFill/>
              <a:prstDash val="solid"/>
              <a:miter/>
            </a:ln>
          </p:spPr>
          <p:txBody>
            <a:bodyPr rtlCol="0" anchor="ctr"/>
            <a:lstStyle/>
            <a:p>
              <a:endParaRPr lang="en-US"/>
            </a:p>
          </p:txBody>
        </p:sp>
        <p:sp>
          <p:nvSpPr>
            <p:cNvPr id="625" name="Graphic 4">
              <a:extLst>
                <a:ext uri="{FF2B5EF4-FFF2-40B4-BE49-F238E27FC236}">
                  <a16:creationId xmlns:a16="http://schemas.microsoft.com/office/drawing/2014/main" id="{518C9C50-D47C-C348-A991-0AB34BF6CBCF}"/>
                </a:ext>
              </a:extLst>
            </p:cNvPr>
            <p:cNvSpPr/>
            <p:nvPr/>
          </p:nvSpPr>
          <p:spPr>
            <a:xfrm>
              <a:off x="536183" y="3423965"/>
              <a:ext cx="224027" cy="193361"/>
            </a:xfrm>
            <a:custGeom>
              <a:avLst/>
              <a:gdLst>
                <a:gd name="connsiteX0" fmla="*/ 203132 w 224027"/>
                <a:gd name="connsiteY0" fmla="*/ 15248 h 193361"/>
                <a:gd name="connsiteX1" fmla="*/ 164793 w 224027"/>
                <a:gd name="connsiteY1" fmla="*/ 14610 h 193361"/>
                <a:gd name="connsiteX2" fmla="*/ 129648 w 224027"/>
                <a:gd name="connsiteY2" fmla="*/ 2480 h 193361"/>
                <a:gd name="connsiteX3" fmla="*/ 113673 w 224027"/>
                <a:gd name="connsiteY3" fmla="*/ 1842 h 193361"/>
                <a:gd name="connsiteX4" fmla="*/ 97698 w 224027"/>
                <a:gd name="connsiteY4" fmla="*/ 28655 h 193361"/>
                <a:gd name="connsiteX5" fmla="*/ 84280 w 224027"/>
                <a:gd name="connsiteY5" fmla="*/ 33124 h 193361"/>
                <a:gd name="connsiteX6" fmla="*/ 52330 w 224027"/>
                <a:gd name="connsiteY6" fmla="*/ 53552 h 193361"/>
                <a:gd name="connsiteX7" fmla="*/ 16546 w 224027"/>
                <a:gd name="connsiteY7" fmla="*/ 62490 h 193361"/>
                <a:gd name="connsiteX8" fmla="*/ 2488 w 224027"/>
                <a:gd name="connsiteY8" fmla="*/ 70151 h 193361"/>
                <a:gd name="connsiteX9" fmla="*/ 21658 w 224027"/>
                <a:gd name="connsiteY9" fmla="*/ 141652 h 193361"/>
                <a:gd name="connsiteX10" fmla="*/ 91948 w 224027"/>
                <a:gd name="connsiteY10" fmla="*/ 193362 h 193361"/>
                <a:gd name="connsiteX11" fmla="*/ 111117 w 224027"/>
                <a:gd name="connsiteY11" fmla="*/ 189531 h 193361"/>
                <a:gd name="connsiteX12" fmla="*/ 138594 w 224027"/>
                <a:gd name="connsiteY12" fmla="*/ 160804 h 193361"/>
                <a:gd name="connsiteX13" fmla="*/ 139872 w 224027"/>
                <a:gd name="connsiteY13" fmla="*/ 160804 h 193361"/>
                <a:gd name="connsiteX14" fmla="*/ 147540 w 224027"/>
                <a:gd name="connsiteY14" fmla="*/ 161442 h 193361"/>
                <a:gd name="connsiteX15" fmla="*/ 215273 w 224027"/>
                <a:gd name="connsiteY15" fmla="*/ 93772 h 193361"/>
                <a:gd name="connsiteX16" fmla="*/ 217829 w 224027"/>
                <a:gd name="connsiteY16" fmla="*/ 19717 h 193361"/>
                <a:gd name="connsiteX17" fmla="*/ 203132 w 224027"/>
                <a:gd name="connsiteY17" fmla="*/ 15248 h 193361"/>
                <a:gd name="connsiteX18" fmla="*/ 90670 w 224027"/>
                <a:gd name="connsiteY18" fmla="*/ 89941 h 193361"/>
                <a:gd name="connsiteX19" fmla="*/ 90670 w 224027"/>
                <a:gd name="connsiteY19" fmla="*/ 94410 h 193361"/>
                <a:gd name="connsiteX20" fmla="*/ 88114 w 224027"/>
                <a:gd name="connsiteY20" fmla="*/ 94410 h 193361"/>
                <a:gd name="connsiteX21" fmla="*/ 88114 w 224027"/>
                <a:gd name="connsiteY21" fmla="*/ 92495 h 193361"/>
                <a:gd name="connsiteX22" fmla="*/ 90670 w 224027"/>
                <a:gd name="connsiteY22" fmla="*/ 89941 h 193361"/>
                <a:gd name="connsiteX23" fmla="*/ 106644 w 224027"/>
                <a:gd name="connsiteY23" fmla="*/ 178040 h 193361"/>
                <a:gd name="connsiteX24" fmla="*/ 33799 w 224027"/>
                <a:gd name="connsiteY24" fmla="*/ 135906 h 193361"/>
                <a:gd name="connsiteX25" fmla="*/ 13990 w 224027"/>
                <a:gd name="connsiteY25" fmla="*/ 76535 h 193361"/>
                <a:gd name="connsiteX26" fmla="*/ 17185 w 224027"/>
                <a:gd name="connsiteY26" fmla="*/ 75258 h 193361"/>
                <a:gd name="connsiteX27" fmla="*/ 58081 w 224027"/>
                <a:gd name="connsiteY27" fmla="*/ 65044 h 193361"/>
                <a:gd name="connsiteX28" fmla="*/ 93865 w 224027"/>
                <a:gd name="connsiteY28" fmla="*/ 42700 h 193361"/>
                <a:gd name="connsiteX29" fmla="*/ 96421 w 224027"/>
                <a:gd name="connsiteY29" fmla="*/ 41423 h 193361"/>
                <a:gd name="connsiteX30" fmla="*/ 91948 w 224027"/>
                <a:gd name="connsiteY30" fmla="*/ 72704 h 193361"/>
                <a:gd name="connsiteX31" fmla="*/ 91948 w 224027"/>
                <a:gd name="connsiteY31" fmla="*/ 76535 h 193361"/>
                <a:gd name="connsiteX32" fmla="*/ 76612 w 224027"/>
                <a:gd name="connsiteY32" fmla="*/ 89941 h 193361"/>
                <a:gd name="connsiteX33" fmla="*/ 85558 w 224027"/>
                <a:gd name="connsiteY33" fmla="*/ 107178 h 193361"/>
                <a:gd name="connsiteX34" fmla="*/ 89392 w 224027"/>
                <a:gd name="connsiteY34" fmla="*/ 107816 h 193361"/>
                <a:gd name="connsiteX35" fmla="*/ 93226 w 224027"/>
                <a:gd name="connsiteY35" fmla="*/ 107178 h 193361"/>
                <a:gd name="connsiteX36" fmla="*/ 98338 w 224027"/>
                <a:gd name="connsiteY36" fmla="*/ 124415 h 193361"/>
                <a:gd name="connsiteX37" fmla="*/ 84280 w 224027"/>
                <a:gd name="connsiteY37" fmla="*/ 126968 h 193361"/>
                <a:gd name="connsiteX38" fmla="*/ 65110 w 224027"/>
                <a:gd name="connsiteY38" fmla="*/ 165272 h 193361"/>
                <a:gd name="connsiteX39" fmla="*/ 71500 w 224027"/>
                <a:gd name="connsiteY39" fmla="*/ 170379 h 193361"/>
                <a:gd name="connsiteX40" fmla="*/ 72778 w 224027"/>
                <a:gd name="connsiteY40" fmla="*/ 170379 h 193361"/>
                <a:gd name="connsiteX41" fmla="*/ 77251 w 224027"/>
                <a:gd name="connsiteY41" fmla="*/ 162719 h 193361"/>
                <a:gd name="connsiteX42" fmla="*/ 88114 w 224027"/>
                <a:gd name="connsiteY42" fmla="*/ 139736 h 193361"/>
                <a:gd name="connsiteX43" fmla="*/ 88753 w 224027"/>
                <a:gd name="connsiteY43" fmla="*/ 139736 h 193361"/>
                <a:gd name="connsiteX44" fmla="*/ 105366 w 224027"/>
                <a:gd name="connsiteY44" fmla="*/ 139098 h 193361"/>
                <a:gd name="connsiteX45" fmla="*/ 126453 w 224027"/>
                <a:gd name="connsiteY45" fmla="*/ 158250 h 193361"/>
                <a:gd name="connsiteX46" fmla="*/ 106644 w 224027"/>
                <a:gd name="connsiteY46" fmla="*/ 178040 h 193361"/>
                <a:gd name="connsiteX47" fmla="*/ 203132 w 224027"/>
                <a:gd name="connsiteY47" fmla="*/ 91218 h 193361"/>
                <a:gd name="connsiteX48" fmla="*/ 141789 w 224027"/>
                <a:gd name="connsiteY48" fmla="*/ 148674 h 193361"/>
                <a:gd name="connsiteX49" fmla="*/ 104088 w 224027"/>
                <a:gd name="connsiteY49" fmla="*/ 73343 h 193361"/>
                <a:gd name="connsiteX50" fmla="*/ 120063 w 224027"/>
                <a:gd name="connsiteY50" fmla="*/ 12695 h 193361"/>
                <a:gd name="connsiteX51" fmla="*/ 121341 w 224027"/>
                <a:gd name="connsiteY51" fmla="*/ 12695 h 193361"/>
                <a:gd name="connsiteX52" fmla="*/ 123897 w 224027"/>
                <a:gd name="connsiteY52" fmla="*/ 13333 h 193361"/>
                <a:gd name="connsiteX53" fmla="*/ 163515 w 224027"/>
                <a:gd name="connsiteY53" fmla="*/ 26740 h 193361"/>
                <a:gd name="connsiteX54" fmla="*/ 205688 w 224027"/>
                <a:gd name="connsiteY54" fmla="*/ 27378 h 193361"/>
                <a:gd name="connsiteX55" fmla="*/ 209522 w 224027"/>
                <a:gd name="connsiteY55" fmla="*/ 28016 h 193361"/>
                <a:gd name="connsiteX56" fmla="*/ 203132 w 224027"/>
                <a:gd name="connsiteY56" fmla="*/ 91218 h 193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24027" h="193361">
                  <a:moveTo>
                    <a:pt x="203132" y="15248"/>
                  </a:moveTo>
                  <a:cubicBezTo>
                    <a:pt x="190353" y="17164"/>
                    <a:pt x="177573" y="16525"/>
                    <a:pt x="164793" y="14610"/>
                  </a:cubicBezTo>
                  <a:cubicBezTo>
                    <a:pt x="152652" y="12695"/>
                    <a:pt x="140511" y="8226"/>
                    <a:pt x="129648" y="2480"/>
                  </a:cubicBezTo>
                  <a:cubicBezTo>
                    <a:pt x="125175" y="-712"/>
                    <a:pt x="118785" y="-712"/>
                    <a:pt x="113673" y="1842"/>
                  </a:cubicBezTo>
                  <a:cubicBezTo>
                    <a:pt x="107283" y="5034"/>
                    <a:pt x="102171" y="13972"/>
                    <a:pt x="97698" y="28655"/>
                  </a:cubicBezTo>
                  <a:cubicBezTo>
                    <a:pt x="92587" y="28016"/>
                    <a:pt x="87475" y="29293"/>
                    <a:pt x="84280" y="33124"/>
                  </a:cubicBezTo>
                  <a:cubicBezTo>
                    <a:pt x="74695" y="41423"/>
                    <a:pt x="63832" y="48445"/>
                    <a:pt x="52330" y="53552"/>
                  </a:cubicBezTo>
                  <a:cubicBezTo>
                    <a:pt x="40828" y="58660"/>
                    <a:pt x="28687" y="61213"/>
                    <a:pt x="16546" y="62490"/>
                  </a:cubicBezTo>
                  <a:cubicBezTo>
                    <a:pt x="10795" y="62490"/>
                    <a:pt x="5683" y="65682"/>
                    <a:pt x="2488" y="70151"/>
                  </a:cubicBezTo>
                  <a:cubicBezTo>
                    <a:pt x="-3901" y="81642"/>
                    <a:pt x="1849" y="103348"/>
                    <a:pt x="21658" y="141652"/>
                  </a:cubicBezTo>
                  <a:cubicBezTo>
                    <a:pt x="40189" y="177402"/>
                    <a:pt x="68305" y="193362"/>
                    <a:pt x="91948" y="193362"/>
                  </a:cubicBezTo>
                  <a:cubicBezTo>
                    <a:pt x="98338" y="193362"/>
                    <a:pt x="105366" y="192085"/>
                    <a:pt x="111117" y="189531"/>
                  </a:cubicBezTo>
                  <a:cubicBezTo>
                    <a:pt x="123897" y="183786"/>
                    <a:pt x="133482" y="173571"/>
                    <a:pt x="138594" y="160804"/>
                  </a:cubicBezTo>
                  <a:lnTo>
                    <a:pt x="139872" y="160804"/>
                  </a:lnTo>
                  <a:cubicBezTo>
                    <a:pt x="142428" y="161442"/>
                    <a:pt x="144984" y="161442"/>
                    <a:pt x="147540" y="161442"/>
                  </a:cubicBezTo>
                  <a:cubicBezTo>
                    <a:pt x="173739" y="161442"/>
                    <a:pt x="203771" y="139736"/>
                    <a:pt x="215273" y="93772"/>
                  </a:cubicBezTo>
                  <a:cubicBezTo>
                    <a:pt x="226136" y="51637"/>
                    <a:pt x="226775" y="29293"/>
                    <a:pt x="217829" y="19717"/>
                  </a:cubicBezTo>
                  <a:cubicBezTo>
                    <a:pt x="214634" y="15887"/>
                    <a:pt x="208883" y="13972"/>
                    <a:pt x="203132" y="15248"/>
                  </a:cubicBezTo>
                  <a:close/>
                  <a:moveTo>
                    <a:pt x="90670" y="89941"/>
                  </a:moveTo>
                  <a:cubicBezTo>
                    <a:pt x="90670" y="91218"/>
                    <a:pt x="90670" y="93133"/>
                    <a:pt x="90670" y="94410"/>
                  </a:cubicBezTo>
                  <a:cubicBezTo>
                    <a:pt x="90031" y="94410"/>
                    <a:pt x="88753" y="94410"/>
                    <a:pt x="88114" y="94410"/>
                  </a:cubicBezTo>
                  <a:cubicBezTo>
                    <a:pt x="88114" y="93772"/>
                    <a:pt x="88114" y="93133"/>
                    <a:pt x="88114" y="92495"/>
                  </a:cubicBezTo>
                  <a:cubicBezTo>
                    <a:pt x="88753" y="91218"/>
                    <a:pt x="90031" y="89941"/>
                    <a:pt x="90670" y="89941"/>
                  </a:cubicBezTo>
                  <a:close/>
                  <a:moveTo>
                    <a:pt x="106644" y="178040"/>
                  </a:moveTo>
                  <a:cubicBezTo>
                    <a:pt x="86197" y="186339"/>
                    <a:pt x="54247" y="174848"/>
                    <a:pt x="33799" y="135906"/>
                  </a:cubicBezTo>
                  <a:cubicBezTo>
                    <a:pt x="10795" y="91218"/>
                    <a:pt x="12073" y="79727"/>
                    <a:pt x="13990" y="76535"/>
                  </a:cubicBezTo>
                  <a:cubicBezTo>
                    <a:pt x="13990" y="75896"/>
                    <a:pt x="14629" y="75258"/>
                    <a:pt x="17185" y="75258"/>
                  </a:cubicBezTo>
                  <a:cubicBezTo>
                    <a:pt x="31243" y="73981"/>
                    <a:pt x="44662" y="70789"/>
                    <a:pt x="58081" y="65044"/>
                  </a:cubicBezTo>
                  <a:cubicBezTo>
                    <a:pt x="70861" y="59298"/>
                    <a:pt x="83002" y="51637"/>
                    <a:pt x="93865" y="42700"/>
                  </a:cubicBezTo>
                  <a:cubicBezTo>
                    <a:pt x="94504" y="42061"/>
                    <a:pt x="95143" y="41423"/>
                    <a:pt x="96421" y="41423"/>
                  </a:cubicBezTo>
                  <a:cubicBezTo>
                    <a:pt x="94504" y="50360"/>
                    <a:pt x="93226" y="60575"/>
                    <a:pt x="91948" y="72704"/>
                  </a:cubicBezTo>
                  <a:cubicBezTo>
                    <a:pt x="91948" y="73981"/>
                    <a:pt x="91948" y="75258"/>
                    <a:pt x="91948" y="76535"/>
                  </a:cubicBezTo>
                  <a:cubicBezTo>
                    <a:pt x="84919" y="77812"/>
                    <a:pt x="78529" y="82919"/>
                    <a:pt x="76612" y="89941"/>
                  </a:cubicBezTo>
                  <a:cubicBezTo>
                    <a:pt x="74695" y="96964"/>
                    <a:pt x="78529" y="104624"/>
                    <a:pt x="85558" y="107178"/>
                  </a:cubicBezTo>
                  <a:cubicBezTo>
                    <a:pt x="86836" y="107816"/>
                    <a:pt x="88114" y="107816"/>
                    <a:pt x="89392" y="107816"/>
                  </a:cubicBezTo>
                  <a:cubicBezTo>
                    <a:pt x="90670" y="107816"/>
                    <a:pt x="91948" y="107816"/>
                    <a:pt x="93226" y="107178"/>
                  </a:cubicBezTo>
                  <a:cubicBezTo>
                    <a:pt x="94504" y="112924"/>
                    <a:pt x="96421" y="118669"/>
                    <a:pt x="98338" y="124415"/>
                  </a:cubicBezTo>
                  <a:cubicBezTo>
                    <a:pt x="93226" y="124415"/>
                    <a:pt x="88753" y="125053"/>
                    <a:pt x="84280" y="126968"/>
                  </a:cubicBezTo>
                  <a:cubicBezTo>
                    <a:pt x="68305" y="132714"/>
                    <a:pt x="59998" y="149312"/>
                    <a:pt x="65110" y="165272"/>
                  </a:cubicBezTo>
                  <a:cubicBezTo>
                    <a:pt x="65749" y="168464"/>
                    <a:pt x="68305" y="170379"/>
                    <a:pt x="71500" y="170379"/>
                  </a:cubicBezTo>
                  <a:cubicBezTo>
                    <a:pt x="72139" y="170379"/>
                    <a:pt x="72778" y="170379"/>
                    <a:pt x="72778" y="170379"/>
                  </a:cubicBezTo>
                  <a:cubicBezTo>
                    <a:pt x="75973" y="169741"/>
                    <a:pt x="78529" y="165911"/>
                    <a:pt x="77251" y="162719"/>
                  </a:cubicBezTo>
                  <a:cubicBezTo>
                    <a:pt x="74056" y="153143"/>
                    <a:pt x="79168" y="142928"/>
                    <a:pt x="88114" y="139736"/>
                  </a:cubicBezTo>
                  <a:cubicBezTo>
                    <a:pt x="88114" y="139736"/>
                    <a:pt x="88753" y="139736"/>
                    <a:pt x="88753" y="139736"/>
                  </a:cubicBezTo>
                  <a:cubicBezTo>
                    <a:pt x="93865" y="137821"/>
                    <a:pt x="100254" y="137183"/>
                    <a:pt x="105366" y="139098"/>
                  </a:cubicBezTo>
                  <a:cubicBezTo>
                    <a:pt x="110478" y="147397"/>
                    <a:pt x="118146" y="153781"/>
                    <a:pt x="126453" y="158250"/>
                  </a:cubicBezTo>
                  <a:cubicBezTo>
                    <a:pt x="123258" y="166549"/>
                    <a:pt x="116229" y="174210"/>
                    <a:pt x="106644" y="178040"/>
                  </a:cubicBezTo>
                  <a:close/>
                  <a:moveTo>
                    <a:pt x="203132" y="91218"/>
                  </a:moveTo>
                  <a:cubicBezTo>
                    <a:pt x="192270" y="133991"/>
                    <a:pt x="163515" y="152504"/>
                    <a:pt x="141789" y="148674"/>
                  </a:cubicBezTo>
                  <a:cubicBezTo>
                    <a:pt x="120063" y="144844"/>
                    <a:pt x="99615" y="117392"/>
                    <a:pt x="104088" y="73343"/>
                  </a:cubicBezTo>
                  <a:cubicBezTo>
                    <a:pt x="109200" y="23548"/>
                    <a:pt x="116868" y="14610"/>
                    <a:pt x="120063" y="12695"/>
                  </a:cubicBezTo>
                  <a:cubicBezTo>
                    <a:pt x="120702" y="12695"/>
                    <a:pt x="120702" y="12695"/>
                    <a:pt x="121341" y="12695"/>
                  </a:cubicBezTo>
                  <a:cubicBezTo>
                    <a:pt x="121980" y="12695"/>
                    <a:pt x="123258" y="13333"/>
                    <a:pt x="123897" y="13333"/>
                  </a:cubicBezTo>
                  <a:cubicBezTo>
                    <a:pt x="136038" y="19717"/>
                    <a:pt x="149457" y="24824"/>
                    <a:pt x="163515" y="26740"/>
                  </a:cubicBezTo>
                  <a:cubicBezTo>
                    <a:pt x="177573" y="29293"/>
                    <a:pt x="191631" y="29293"/>
                    <a:pt x="205688" y="27378"/>
                  </a:cubicBezTo>
                  <a:cubicBezTo>
                    <a:pt x="208244" y="26740"/>
                    <a:pt x="208883" y="28016"/>
                    <a:pt x="209522" y="28016"/>
                  </a:cubicBezTo>
                  <a:cubicBezTo>
                    <a:pt x="212078" y="31847"/>
                    <a:pt x="215273" y="43976"/>
                    <a:pt x="203132" y="91218"/>
                  </a:cubicBezTo>
                  <a:close/>
                </a:path>
              </a:pathLst>
            </a:custGeom>
            <a:solidFill>
              <a:srgbClr val="005587"/>
            </a:solidFill>
            <a:ln w="6390" cap="flat">
              <a:noFill/>
              <a:prstDash val="solid"/>
              <a:miter/>
            </a:ln>
          </p:spPr>
          <p:txBody>
            <a:bodyPr rtlCol="0" anchor="ctr"/>
            <a:lstStyle/>
            <a:p>
              <a:endParaRPr lang="en-US"/>
            </a:p>
          </p:txBody>
        </p:sp>
        <p:sp>
          <p:nvSpPr>
            <p:cNvPr id="626" name="Graphic 4">
              <a:extLst>
                <a:ext uri="{FF2B5EF4-FFF2-40B4-BE49-F238E27FC236}">
                  <a16:creationId xmlns:a16="http://schemas.microsoft.com/office/drawing/2014/main" id="{414A0819-EDDC-0346-9DCB-8320DBBFAEC9}"/>
                </a:ext>
              </a:extLst>
            </p:cNvPr>
            <p:cNvSpPr/>
            <p:nvPr/>
          </p:nvSpPr>
          <p:spPr>
            <a:xfrm>
              <a:off x="647460" y="3467202"/>
              <a:ext cx="43984" cy="37128"/>
            </a:xfrm>
            <a:custGeom>
              <a:avLst/>
              <a:gdLst>
                <a:gd name="connsiteX0" fmla="*/ 29873 w 43984"/>
                <a:gd name="connsiteY0" fmla="*/ 37128 h 37128"/>
                <a:gd name="connsiteX1" fmla="*/ 31151 w 43984"/>
                <a:gd name="connsiteY1" fmla="*/ 37128 h 37128"/>
                <a:gd name="connsiteX2" fmla="*/ 43931 w 43984"/>
                <a:gd name="connsiteY2" fmla="*/ 19891 h 37128"/>
                <a:gd name="connsiteX3" fmla="*/ 35624 w 43984"/>
                <a:gd name="connsiteY3" fmla="*/ 5208 h 37128"/>
                <a:gd name="connsiteX4" fmla="*/ 13898 w 43984"/>
                <a:gd name="connsiteY4" fmla="*/ 739 h 37128"/>
                <a:gd name="connsiteX5" fmla="*/ 479 w 43984"/>
                <a:gd name="connsiteY5" fmla="*/ 11592 h 37128"/>
                <a:gd name="connsiteX6" fmla="*/ 4313 w 43984"/>
                <a:gd name="connsiteY6" fmla="*/ 24999 h 37128"/>
                <a:gd name="connsiteX7" fmla="*/ 29873 w 43984"/>
                <a:gd name="connsiteY7" fmla="*/ 37128 h 37128"/>
                <a:gd name="connsiteX8" fmla="*/ 16454 w 43984"/>
                <a:gd name="connsiteY8" fmla="*/ 13507 h 37128"/>
                <a:gd name="connsiteX9" fmla="*/ 16454 w 43984"/>
                <a:gd name="connsiteY9" fmla="*/ 13507 h 37128"/>
                <a:gd name="connsiteX10" fmla="*/ 20288 w 43984"/>
                <a:gd name="connsiteY10" fmla="*/ 12869 h 37128"/>
                <a:gd name="connsiteX11" fmla="*/ 27956 w 43984"/>
                <a:gd name="connsiteY11" fmla="*/ 15423 h 37128"/>
                <a:gd name="connsiteX12" fmla="*/ 31151 w 43984"/>
                <a:gd name="connsiteY12" fmla="*/ 20530 h 37128"/>
                <a:gd name="connsiteX13" fmla="*/ 29873 w 43984"/>
                <a:gd name="connsiteY13" fmla="*/ 24360 h 37128"/>
                <a:gd name="connsiteX14" fmla="*/ 12620 w 43984"/>
                <a:gd name="connsiteY14" fmla="*/ 16061 h 37128"/>
                <a:gd name="connsiteX15" fmla="*/ 12620 w 43984"/>
                <a:gd name="connsiteY15" fmla="*/ 15423 h 37128"/>
                <a:gd name="connsiteX16" fmla="*/ 16454 w 43984"/>
                <a:gd name="connsiteY16" fmla="*/ 13507 h 37128"/>
                <a:gd name="connsiteX17" fmla="*/ 16454 w 43984"/>
                <a:gd name="connsiteY17" fmla="*/ 13507 h 37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984" h="37128">
                  <a:moveTo>
                    <a:pt x="29873" y="37128"/>
                  </a:moveTo>
                  <a:lnTo>
                    <a:pt x="31151" y="37128"/>
                  </a:lnTo>
                  <a:cubicBezTo>
                    <a:pt x="39458" y="35213"/>
                    <a:pt x="44570" y="28191"/>
                    <a:pt x="43931" y="19891"/>
                  </a:cubicBezTo>
                  <a:cubicBezTo>
                    <a:pt x="43292" y="14146"/>
                    <a:pt x="40736" y="9039"/>
                    <a:pt x="35624" y="5208"/>
                  </a:cubicBezTo>
                  <a:cubicBezTo>
                    <a:pt x="29234" y="739"/>
                    <a:pt x="20927" y="-1176"/>
                    <a:pt x="13898" y="739"/>
                  </a:cubicBezTo>
                  <a:cubicBezTo>
                    <a:pt x="7508" y="1378"/>
                    <a:pt x="2396" y="5847"/>
                    <a:pt x="479" y="11592"/>
                  </a:cubicBezTo>
                  <a:cubicBezTo>
                    <a:pt x="-799" y="16699"/>
                    <a:pt x="479" y="21807"/>
                    <a:pt x="4313" y="24999"/>
                  </a:cubicBezTo>
                  <a:cubicBezTo>
                    <a:pt x="6869" y="28191"/>
                    <a:pt x="20288" y="37128"/>
                    <a:pt x="29873" y="37128"/>
                  </a:cubicBezTo>
                  <a:close/>
                  <a:moveTo>
                    <a:pt x="16454" y="13507"/>
                  </a:moveTo>
                  <a:lnTo>
                    <a:pt x="16454" y="13507"/>
                  </a:lnTo>
                  <a:cubicBezTo>
                    <a:pt x="17732" y="13507"/>
                    <a:pt x="19010" y="12869"/>
                    <a:pt x="20288" y="12869"/>
                  </a:cubicBezTo>
                  <a:cubicBezTo>
                    <a:pt x="22844" y="12869"/>
                    <a:pt x="26039" y="13507"/>
                    <a:pt x="27956" y="15423"/>
                  </a:cubicBezTo>
                  <a:cubicBezTo>
                    <a:pt x="29873" y="16699"/>
                    <a:pt x="30512" y="18615"/>
                    <a:pt x="31151" y="20530"/>
                  </a:cubicBezTo>
                  <a:cubicBezTo>
                    <a:pt x="31151" y="21807"/>
                    <a:pt x="30512" y="23083"/>
                    <a:pt x="29873" y="24360"/>
                  </a:cubicBezTo>
                  <a:cubicBezTo>
                    <a:pt x="23483" y="23083"/>
                    <a:pt x="17732" y="19891"/>
                    <a:pt x="12620" y="16061"/>
                  </a:cubicBezTo>
                  <a:cubicBezTo>
                    <a:pt x="12620" y="16061"/>
                    <a:pt x="12620" y="15423"/>
                    <a:pt x="12620" y="15423"/>
                  </a:cubicBezTo>
                  <a:cubicBezTo>
                    <a:pt x="12620" y="15423"/>
                    <a:pt x="13259" y="14146"/>
                    <a:pt x="16454" y="13507"/>
                  </a:cubicBezTo>
                  <a:lnTo>
                    <a:pt x="16454" y="13507"/>
                  </a:lnTo>
                  <a:close/>
                </a:path>
              </a:pathLst>
            </a:custGeom>
            <a:solidFill>
              <a:srgbClr val="005587"/>
            </a:solidFill>
            <a:ln w="6390" cap="flat">
              <a:noFill/>
              <a:prstDash val="solid"/>
              <a:miter/>
            </a:ln>
          </p:spPr>
          <p:txBody>
            <a:bodyPr rtlCol="0" anchor="ctr"/>
            <a:lstStyle/>
            <a:p>
              <a:endParaRPr lang="en-US"/>
            </a:p>
          </p:txBody>
        </p:sp>
        <p:sp>
          <p:nvSpPr>
            <p:cNvPr id="627" name="Graphic 4">
              <a:extLst>
                <a:ext uri="{FF2B5EF4-FFF2-40B4-BE49-F238E27FC236}">
                  <a16:creationId xmlns:a16="http://schemas.microsoft.com/office/drawing/2014/main" id="{7EA41D6C-8213-AB4E-80DA-CFB7A5551951}"/>
                </a:ext>
              </a:extLst>
            </p:cNvPr>
            <p:cNvSpPr/>
            <p:nvPr/>
          </p:nvSpPr>
          <p:spPr>
            <a:xfrm>
              <a:off x="647939" y="3517337"/>
              <a:ext cx="75750" cy="33656"/>
            </a:xfrm>
            <a:custGeom>
              <a:avLst/>
              <a:gdLst>
                <a:gd name="connsiteX0" fmla="*/ 63899 w 75750"/>
                <a:gd name="connsiteY0" fmla="*/ 13168 h 33656"/>
                <a:gd name="connsiteX1" fmla="*/ 35145 w 75750"/>
                <a:gd name="connsiteY1" fmla="*/ 19552 h 33656"/>
                <a:gd name="connsiteX2" fmla="*/ 12141 w 75750"/>
                <a:gd name="connsiteY2" fmla="*/ 4230 h 33656"/>
                <a:gd name="connsiteX3" fmla="*/ 12141 w 75750"/>
                <a:gd name="connsiteY3" fmla="*/ 4230 h 33656"/>
                <a:gd name="connsiteX4" fmla="*/ 3834 w 75750"/>
                <a:gd name="connsiteY4" fmla="*/ 400 h 33656"/>
                <a:gd name="connsiteX5" fmla="*/ 0 w 75750"/>
                <a:gd name="connsiteY5" fmla="*/ 6145 h 33656"/>
                <a:gd name="connsiteX6" fmla="*/ 639 w 75750"/>
                <a:gd name="connsiteY6" fmla="*/ 8699 h 33656"/>
                <a:gd name="connsiteX7" fmla="*/ 639 w 75750"/>
                <a:gd name="connsiteY7" fmla="*/ 8699 h 33656"/>
                <a:gd name="connsiteX8" fmla="*/ 1278 w 75750"/>
                <a:gd name="connsiteY8" fmla="*/ 9976 h 33656"/>
                <a:gd name="connsiteX9" fmla="*/ 33228 w 75750"/>
                <a:gd name="connsiteY9" fmla="*/ 32320 h 33656"/>
                <a:gd name="connsiteX10" fmla="*/ 44730 w 75750"/>
                <a:gd name="connsiteY10" fmla="*/ 33596 h 33656"/>
                <a:gd name="connsiteX11" fmla="*/ 74123 w 75750"/>
                <a:gd name="connsiteY11" fmla="*/ 22105 h 33656"/>
                <a:gd name="connsiteX12" fmla="*/ 73484 w 75750"/>
                <a:gd name="connsiteY12" fmla="*/ 13168 h 33656"/>
                <a:gd name="connsiteX13" fmla="*/ 63899 w 75750"/>
                <a:gd name="connsiteY13" fmla="*/ 13168 h 33656"/>
                <a:gd name="connsiteX14" fmla="*/ 63899 w 75750"/>
                <a:gd name="connsiteY14" fmla="*/ 13168 h 33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5750" h="33656">
                  <a:moveTo>
                    <a:pt x="63899" y="13168"/>
                  </a:moveTo>
                  <a:cubicBezTo>
                    <a:pt x="63260" y="13806"/>
                    <a:pt x="54314" y="23382"/>
                    <a:pt x="35145" y="19552"/>
                  </a:cubicBezTo>
                  <a:cubicBezTo>
                    <a:pt x="25560" y="18275"/>
                    <a:pt x="17253" y="13168"/>
                    <a:pt x="12141" y="4230"/>
                  </a:cubicBezTo>
                  <a:lnTo>
                    <a:pt x="12141" y="4230"/>
                  </a:lnTo>
                  <a:cubicBezTo>
                    <a:pt x="10863" y="1038"/>
                    <a:pt x="7029" y="-877"/>
                    <a:pt x="3834" y="400"/>
                  </a:cubicBezTo>
                  <a:cubicBezTo>
                    <a:pt x="1278" y="1038"/>
                    <a:pt x="0" y="3592"/>
                    <a:pt x="0" y="6145"/>
                  </a:cubicBezTo>
                  <a:cubicBezTo>
                    <a:pt x="0" y="6784"/>
                    <a:pt x="0" y="8060"/>
                    <a:pt x="639" y="8699"/>
                  </a:cubicBezTo>
                  <a:lnTo>
                    <a:pt x="639" y="8699"/>
                  </a:lnTo>
                  <a:cubicBezTo>
                    <a:pt x="639" y="9337"/>
                    <a:pt x="639" y="9337"/>
                    <a:pt x="1278" y="9976"/>
                  </a:cubicBezTo>
                  <a:cubicBezTo>
                    <a:pt x="7668" y="22105"/>
                    <a:pt x="19809" y="30404"/>
                    <a:pt x="33228" y="32320"/>
                  </a:cubicBezTo>
                  <a:cubicBezTo>
                    <a:pt x="37062" y="32958"/>
                    <a:pt x="40896" y="33596"/>
                    <a:pt x="44730" y="33596"/>
                  </a:cubicBezTo>
                  <a:cubicBezTo>
                    <a:pt x="55592" y="34235"/>
                    <a:pt x="66455" y="29766"/>
                    <a:pt x="74123" y="22105"/>
                  </a:cubicBezTo>
                  <a:cubicBezTo>
                    <a:pt x="76679" y="19552"/>
                    <a:pt x="76040" y="15721"/>
                    <a:pt x="73484" y="13168"/>
                  </a:cubicBezTo>
                  <a:cubicBezTo>
                    <a:pt x="71567" y="9976"/>
                    <a:pt x="67094" y="9976"/>
                    <a:pt x="63899" y="13168"/>
                  </a:cubicBezTo>
                  <a:cubicBezTo>
                    <a:pt x="64538" y="12529"/>
                    <a:pt x="64538" y="12529"/>
                    <a:pt x="63899" y="13168"/>
                  </a:cubicBezTo>
                  <a:close/>
                </a:path>
              </a:pathLst>
            </a:custGeom>
            <a:solidFill>
              <a:srgbClr val="005587"/>
            </a:solidFill>
            <a:ln w="6390" cap="flat">
              <a:noFill/>
              <a:prstDash val="solid"/>
              <a:miter/>
            </a:ln>
          </p:spPr>
          <p:txBody>
            <a:bodyPr rtlCol="0" anchor="ctr"/>
            <a:lstStyle/>
            <a:p>
              <a:endParaRPr lang="en-US"/>
            </a:p>
          </p:txBody>
        </p:sp>
        <p:sp>
          <p:nvSpPr>
            <p:cNvPr id="628" name="Graphic 4">
              <a:extLst>
                <a:ext uri="{FF2B5EF4-FFF2-40B4-BE49-F238E27FC236}">
                  <a16:creationId xmlns:a16="http://schemas.microsoft.com/office/drawing/2014/main" id="{1EC4F8F1-D5BE-914B-9BEA-3F1C799071A6}"/>
                </a:ext>
              </a:extLst>
            </p:cNvPr>
            <p:cNvSpPr/>
            <p:nvPr/>
          </p:nvSpPr>
          <p:spPr>
            <a:xfrm>
              <a:off x="693865" y="3476216"/>
              <a:ext cx="45450" cy="34498"/>
            </a:xfrm>
            <a:custGeom>
              <a:avLst/>
              <a:gdLst>
                <a:gd name="connsiteX0" fmla="*/ 35866 w 45450"/>
                <a:gd name="connsiteY0" fmla="*/ 4493 h 34498"/>
                <a:gd name="connsiteX1" fmla="*/ 13501 w 45450"/>
                <a:gd name="connsiteY1" fmla="*/ 1301 h 34498"/>
                <a:gd name="connsiteX2" fmla="*/ 1360 w 45450"/>
                <a:gd name="connsiteY2" fmla="*/ 12154 h 34498"/>
                <a:gd name="connsiteX3" fmla="*/ 7750 w 45450"/>
                <a:gd name="connsiteY3" fmla="*/ 32583 h 34498"/>
                <a:gd name="connsiteX4" fmla="*/ 17335 w 45450"/>
                <a:gd name="connsiteY4" fmla="*/ 34498 h 34498"/>
                <a:gd name="connsiteX5" fmla="*/ 37144 w 45450"/>
                <a:gd name="connsiteY5" fmla="*/ 31306 h 34498"/>
                <a:gd name="connsiteX6" fmla="*/ 37144 w 45450"/>
                <a:gd name="connsiteY6" fmla="*/ 31306 h 34498"/>
                <a:gd name="connsiteX7" fmla="*/ 45451 w 45450"/>
                <a:gd name="connsiteY7" fmla="*/ 19815 h 34498"/>
                <a:gd name="connsiteX8" fmla="*/ 35866 w 45450"/>
                <a:gd name="connsiteY8" fmla="*/ 4493 h 34498"/>
                <a:gd name="connsiteX9" fmla="*/ 32032 w 45450"/>
                <a:gd name="connsiteY9" fmla="*/ 19177 h 34498"/>
                <a:gd name="connsiteX10" fmla="*/ 12862 w 45450"/>
                <a:gd name="connsiteY10" fmla="*/ 21092 h 34498"/>
                <a:gd name="connsiteX11" fmla="*/ 12862 w 45450"/>
                <a:gd name="connsiteY11" fmla="*/ 16623 h 34498"/>
                <a:gd name="connsiteX12" fmla="*/ 17335 w 45450"/>
                <a:gd name="connsiteY12" fmla="*/ 12793 h 34498"/>
                <a:gd name="connsiteX13" fmla="*/ 28837 w 45450"/>
                <a:gd name="connsiteY13" fmla="*/ 14708 h 34498"/>
                <a:gd name="connsiteX14" fmla="*/ 32032 w 45450"/>
                <a:gd name="connsiteY14" fmla="*/ 19177 h 34498"/>
                <a:gd name="connsiteX15" fmla="*/ 32032 w 45450"/>
                <a:gd name="connsiteY15" fmla="*/ 19177 h 34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450" h="34498">
                  <a:moveTo>
                    <a:pt x="35866" y="4493"/>
                  </a:moveTo>
                  <a:cubicBezTo>
                    <a:pt x="29476" y="25"/>
                    <a:pt x="21169" y="-1252"/>
                    <a:pt x="13501" y="1301"/>
                  </a:cubicBezTo>
                  <a:cubicBezTo>
                    <a:pt x="7750" y="3217"/>
                    <a:pt x="3277" y="7047"/>
                    <a:pt x="1360" y="12154"/>
                  </a:cubicBezTo>
                  <a:cubicBezTo>
                    <a:pt x="-1835" y="19815"/>
                    <a:pt x="721" y="28114"/>
                    <a:pt x="7750" y="32583"/>
                  </a:cubicBezTo>
                  <a:cubicBezTo>
                    <a:pt x="10945" y="33860"/>
                    <a:pt x="14140" y="34498"/>
                    <a:pt x="17335" y="34498"/>
                  </a:cubicBezTo>
                  <a:cubicBezTo>
                    <a:pt x="24364" y="34498"/>
                    <a:pt x="30754" y="33221"/>
                    <a:pt x="37144" y="31306"/>
                  </a:cubicBezTo>
                  <a:lnTo>
                    <a:pt x="37144" y="31306"/>
                  </a:lnTo>
                  <a:cubicBezTo>
                    <a:pt x="41617" y="29391"/>
                    <a:pt x="44812" y="24922"/>
                    <a:pt x="45451" y="19815"/>
                  </a:cubicBezTo>
                  <a:cubicBezTo>
                    <a:pt x="45451" y="12793"/>
                    <a:pt x="42256" y="7047"/>
                    <a:pt x="35866" y="4493"/>
                  </a:cubicBezTo>
                  <a:close/>
                  <a:moveTo>
                    <a:pt x="32032" y="19177"/>
                  </a:moveTo>
                  <a:cubicBezTo>
                    <a:pt x="25642" y="21092"/>
                    <a:pt x="19252" y="21730"/>
                    <a:pt x="12862" y="21092"/>
                  </a:cubicBezTo>
                  <a:cubicBezTo>
                    <a:pt x="12223" y="19815"/>
                    <a:pt x="12223" y="18538"/>
                    <a:pt x="12862" y="16623"/>
                  </a:cubicBezTo>
                  <a:cubicBezTo>
                    <a:pt x="13501" y="14708"/>
                    <a:pt x="15418" y="13431"/>
                    <a:pt x="17335" y="12793"/>
                  </a:cubicBezTo>
                  <a:cubicBezTo>
                    <a:pt x="21169" y="11516"/>
                    <a:pt x="25642" y="12154"/>
                    <a:pt x="28837" y="14708"/>
                  </a:cubicBezTo>
                  <a:cubicBezTo>
                    <a:pt x="32032" y="16623"/>
                    <a:pt x="32671" y="17900"/>
                    <a:pt x="32032" y="19177"/>
                  </a:cubicBezTo>
                  <a:lnTo>
                    <a:pt x="32032" y="19177"/>
                  </a:lnTo>
                  <a:close/>
                </a:path>
              </a:pathLst>
            </a:custGeom>
            <a:solidFill>
              <a:srgbClr val="005587"/>
            </a:solidFill>
            <a:ln w="6390" cap="flat">
              <a:noFill/>
              <a:prstDash val="solid"/>
              <a:miter/>
            </a:ln>
          </p:spPr>
          <p:txBody>
            <a:bodyPr rtlCol="0" anchor="ctr"/>
            <a:lstStyle/>
            <a:p>
              <a:endParaRPr lang="en-US"/>
            </a:p>
          </p:txBody>
        </p:sp>
      </p:grpSp>
      <p:grpSp>
        <p:nvGrpSpPr>
          <p:cNvPr id="629" name="Graphic 4">
            <a:extLst>
              <a:ext uri="{FF2B5EF4-FFF2-40B4-BE49-F238E27FC236}">
                <a16:creationId xmlns:a16="http://schemas.microsoft.com/office/drawing/2014/main" id="{41A80ACF-4CBD-6B48-BF54-DF7B246A170B}"/>
              </a:ext>
            </a:extLst>
          </p:cNvPr>
          <p:cNvGrpSpPr/>
          <p:nvPr/>
        </p:nvGrpSpPr>
        <p:grpSpPr>
          <a:xfrm>
            <a:off x="905454" y="3339623"/>
            <a:ext cx="362309" cy="361971"/>
            <a:chOff x="905454" y="3339623"/>
            <a:chExt cx="362309" cy="361971"/>
          </a:xfrm>
          <a:solidFill>
            <a:srgbClr val="005587"/>
          </a:solidFill>
        </p:grpSpPr>
        <p:sp>
          <p:nvSpPr>
            <p:cNvPr id="630" name="Graphic 4">
              <a:extLst>
                <a:ext uri="{FF2B5EF4-FFF2-40B4-BE49-F238E27FC236}">
                  <a16:creationId xmlns:a16="http://schemas.microsoft.com/office/drawing/2014/main" id="{63A99342-8D66-6842-A845-613618C9EABA}"/>
                </a:ext>
              </a:extLst>
            </p:cNvPr>
            <p:cNvSpPr/>
            <p:nvPr/>
          </p:nvSpPr>
          <p:spPr>
            <a:xfrm>
              <a:off x="1144597" y="3489008"/>
              <a:ext cx="19649" cy="9176"/>
            </a:xfrm>
            <a:custGeom>
              <a:avLst/>
              <a:gdLst>
                <a:gd name="connsiteX0" fmla="*/ 16454 w 19649"/>
                <a:gd name="connsiteY0" fmla="*/ 2554 h 9176"/>
                <a:gd name="connsiteX1" fmla="*/ 4952 w 19649"/>
                <a:gd name="connsiteY1" fmla="*/ 638 h 9176"/>
                <a:gd name="connsiteX2" fmla="*/ 479 w 19649"/>
                <a:gd name="connsiteY2" fmla="*/ 4469 h 9176"/>
                <a:gd name="connsiteX3" fmla="*/ 479 w 19649"/>
                <a:gd name="connsiteY3" fmla="*/ 8938 h 9176"/>
                <a:gd name="connsiteX4" fmla="*/ 19649 w 19649"/>
                <a:gd name="connsiteY4" fmla="*/ 7022 h 9176"/>
                <a:gd name="connsiteX5" fmla="*/ 16454 w 19649"/>
                <a:gd name="connsiteY5" fmla="*/ 2554 h 9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49" h="9176">
                  <a:moveTo>
                    <a:pt x="16454" y="2554"/>
                  </a:moveTo>
                  <a:cubicBezTo>
                    <a:pt x="13259" y="0"/>
                    <a:pt x="8786" y="-638"/>
                    <a:pt x="4952" y="638"/>
                  </a:cubicBezTo>
                  <a:cubicBezTo>
                    <a:pt x="3035" y="1277"/>
                    <a:pt x="1118" y="2554"/>
                    <a:pt x="479" y="4469"/>
                  </a:cubicBezTo>
                  <a:cubicBezTo>
                    <a:pt x="-160" y="5746"/>
                    <a:pt x="-160" y="7022"/>
                    <a:pt x="479" y="8938"/>
                  </a:cubicBezTo>
                  <a:cubicBezTo>
                    <a:pt x="6869" y="9576"/>
                    <a:pt x="13259" y="8938"/>
                    <a:pt x="19649" y="7022"/>
                  </a:cubicBezTo>
                  <a:cubicBezTo>
                    <a:pt x="19649" y="5107"/>
                    <a:pt x="19010" y="3830"/>
                    <a:pt x="16454" y="2554"/>
                  </a:cubicBezTo>
                  <a:close/>
                </a:path>
              </a:pathLst>
            </a:custGeom>
            <a:solidFill>
              <a:srgbClr val="005587"/>
            </a:solidFill>
            <a:ln w="6390" cap="flat">
              <a:noFill/>
              <a:prstDash val="solid"/>
              <a:miter/>
            </a:ln>
          </p:spPr>
          <p:txBody>
            <a:bodyPr rtlCol="0" anchor="ctr"/>
            <a:lstStyle/>
            <a:p>
              <a:endParaRPr lang="en-US"/>
            </a:p>
          </p:txBody>
        </p:sp>
        <p:sp>
          <p:nvSpPr>
            <p:cNvPr id="631" name="Graphic 4">
              <a:extLst>
                <a:ext uri="{FF2B5EF4-FFF2-40B4-BE49-F238E27FC236}">
                  <a16:creationId xmlns:a16="http://schemas.microsoft.com/office/drawing/2014/main" id="{C8538792-B71C-D24F-8D72-21343885A642}"/>
                </a:ext>
              </a:extLst>
            </p:cNvPr>
            <p:cNvSpPr/>
            <p:nvPr/>
          </p:nvSpPr>
          <p:spPr>
            <a:xfrm>
              <a:off x="1097791" y="3480071"/>
              <a:ext cx="18530" cy="11491"/>
            </a:xfrm>
            <a:custGeom>
              <a:avLst/>
              <a:gdLst>
                <a:gd name="connsiteX0" fmla="*/ 17253 w 18530"/>
                <a:gd name="connsiteY0" fmla="*/ 11491 h 11491"/>
                <a:gd name="connsiteX1" fmla="*/ 18531 w 18530"/>
                <a:gd name="connsiteY1" fmla="*/ 7661 h 11491"/>
                <a:gd name="connsiteX2" fmla="*/ 15336 w 18530"/>
                <a:gd name="connsiteY2" fmla="*/ 2554 h 11491"/>
                <a:gd name="connsiteX3" fmla="*/ 7668 w 18530"/>
                <a:gd name="connsiteY3" fmla="*/ 0 h 11491"/>
                <a:gd name="connsiteX4" fmla="*/ 3834 w 18530"/>
                <a:gd name="connsiteY4" fmla="*/ 638 h 11491"/>
                <a:gd name="connsiteX5" fmla="*/ 3834 w 18530"/>
                <a:gd name="connsiteY5" fmla="*/ 638 h 11491"/>
                <a:gd name="connsiteX6" fmla="*/ 0 w 18530"/>
                <a:gd name="connsiteY6" fmla="*/ 2554 h 11491"/>
                <a:gd name="connsiteX7" fmla="*/ 0 w 18530"/>
                <a:gd name="connsiteY7" fmla="*/ 3192 h 11491"/>
                <a:gd name="connsiteX8" fmla="*/ 17253 w 18530"/>
                <a:gd name="connsiteY8" fmla="*/ 11491 h 11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30" h="11491">
                  <a:moveTo>
                    <a:pt x="17253" y="11491"/>
                  </a:moveTo>
                  <a:cubicBezTo>
                    <a:pt x="18531" y="10214"/>
                    <a:pt x="18531" y="8938"/>
                    <a:pt x="18531" y="7661"/>
                  </a:cubicBezTo>
                  <a:cubicBezTo>
                    <a:pt x="18531" y="5746"/>
                    <a:pt x="17253" y="3830"/>
                    <a:pt x="15336" y="2554"/>
                  </a:cubicBezTo>
                  <a:cubicBezTo>
                    <a:pt x="12780" y="638"/>
                    <a:pt x="10224" y="0"/>
                    <a:pt x="7668" y="0"/>
                  </a:cubicBezTo>
                  <a:cubicBezTo>
                    <a:pt x="6390" y="0"/>
                    <a:pt x="5112" y="0"/>
                    <a:pt x="3834" y="638"/>
                  </a:cubicBezTo>
                  <a:lnTo>
                    <a:pt x="3834" y="638"/>
                  </a:lnTo>
                  <a:cubicBezTo>
                    <a:pt x="639" y="1277"/>
                    <a:pt x="0" y="1915"/>
                    <a:pt x="0" y="2554"/>
                  </a:cubicBezTo>
                  <a:cubicBezTo>
                    <a:pt x="0" y="2554"/>
                    <a:pt x="0" y="3192"/>
                    <a:pt x="0" y="3192"/>
                  </a:cubicBezTo>
                  <a:cubicBezTo>
                    <a:pt x="5112" y="7022"/>
                    <a:pt x="10863" y="10214"/>
                    <a:pt x="17253" y="11491"/>
                  </a:cubicBezTo>
                  <a:close/>
                </a:path>
              </a:pathLst>
            </a:custGeom>
            <a:solidFill>
              <a:srgbClr val="005587"/>
            </a:solidFill>
            <a:ln w="6390" cap="flat">
              <a:noFill/>
              <a:prstDash val="solid"/>
              <a:miter/>
            </a:ln>
          </p:spPr>
          <p:txBody>
            <a:bodyPr rtlCol="0" anchor="ctr"/>
            <a:lstStyle/>
            <a:p>
              <a:endParaRPr lang="en-US"/>
            </a:p>
          </p:txBody>
        </p:sp>
        <p:sp>
          <p:nvSpPr>
            <p:cNvPr id="632" name="Graphic 4">
              <a:extLst>
                <a:ext uri="{FF2B5EF4-FFF2-40B4-BE49-F238E27FC236}">
                  <a16:creationId xmlns:a16="http://schemas.microsoft.com/office/drawing/2014/main" id="{1AF00297-68F3-C84A-81FB-9F171C3D6478}"/>
                </a:ext>
              </a:extLst>
            </p:cNvPr>
            <p:cNvSpPr/>
            <p:nvPr/>
          </p:nvSpPr>
          <p:spPr>
            <a:xfrm>
              <a:off x="1017757" y="3527312"/>
              <a:ext cx="17412" cy="13406"/>
            </a:xfrm>
            <a:custGeom>
              <a:avLst/>
              <a:gdLst>
                <a:gd name="connsiteX0" fmla="*/ 14857 w 17412"/>
                <a:gd name="connsiteY0" fmla="*/ 638 h 13406"/>
                <a:gd name="connsiteX1" fmla="*/ 12301 w 17412"/>
                <a:gd name="connsiteY1" fmla="*/ 0 h 13406"/>
                <a:gd name="connsiteX2" fmla="*/ 9106 w 17412"/>
                <a:gd name="connsiteY2" fmla="*/ 638 h 13406"/>
                <a:gd name="connsiteX3" fmla="*/ 799 w 17412"/>
                <a:gd name="connsiteY3" fmla="*/ 8937 h 13406"/>
                <a:gd name="connsiteX4" fmla="*/ 160 w 17412"/>
                <a:gd name="connsiteY4" fmla="*/ 13406 h 13406"/>
                <a:gd name="connsiteX5" fmla="*/ 17413 w 17412"/>
                <a:gd name="connsiteY5" fmla="*/ 3830 h 13406"/>
                <a:gd name="connsiteX6" fmla="*/ 14857 w 17412"/>
                <a:gd name="connsiteY6" fmla="*/ 638 h 13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12" h="13406">
                  <a:moveTo>
                    <a:pt x="14857" y="638"/>
                  </a:moveTo>
                  <a:cubicBezTo>
                    <a:pt x="14218" y="0"/>
                    <a:pt x="12940" y="0"/>
                    <a:pt x="12301" y="0"/>
                  </a:cubicBezTo>
                  <a:cubicBezTo>
                    <a:pt x="11023" y="0"/>
                    <a:pt x="10384" y="0"/>
                    <a:pt x="9106" y="638"/>
                  </a:cubicBezTo>
                  <a:cubicBezTo>
                    <a:pt x="5272" y="1915"/>
                    <a:pt x="2077" y="5107"/>
                    <a:pt x="799" y="8937"/>
                  </a:cubicBezTo>
                  <a:cubicBezTo>
                    <a:pt x="-479" y="11491"/>
                    <a:pt x="160" y="13406"/>
                    <a:pt x="160" y="13406"/>
                  </a:cubicBezTo>
                  <a:cubicBezTo>
                    <a:pt x="6550" y="11491"/>
                    <a:pt x="12301" y="8299"/>
                    <a:pt x="17413" y="3830"/>
                  </a:cubicBezTo>
                  <a:cubicBezTo>
                    <a:pt x="16774" y="2553"/>
                    <a:pt x="16135" y="1276"/>
                    <a:pt x="14857" y="638"/>
                  </a:cubicBezTo>
                  <a:close/>
                </a:path>
              </a:pathLst>
            </a:custGeom>
            <a:solidFill>
              <a:srgbClr val="005587"/>
            </a:solidFill>
            <a:ln w="6390" cap="flat">
              <a:noFill/>
              <a:prstDash val="solid"/>
              <a:miter/>
            </a:ln>
          </p:spPr>
          <p:txBody>
            <a:bodyPr rtlCol="0" anchor="ctr"/>
            <a:lstStyle/>
            <a:p>
              <a:endParaRPr lang="en-US"/>
            </a:p>
          </p:txBody>
        </p:sp>
        <p:sp>
          <p:nvSpPr>
            <p:cNvPr id="633" name="Graphic 4">
              <a:extLst>
                <a:ext uri="{FF2B5EF4-FFF2-40B4-BE49-F238E27FC236}">
                  <a16:creationId xmlns:a16="http://schemas.microsoft.com/office/drawing/2014/main" id="{5F6CFA10-8A95-FF4F-A973-BA511766165F}"/>
                </a:ext>
              </a:extLst>
            </p:cNvPr>
            <p:cNvSpPr/>
            <p:nvPr/>
          </p:nvSpPr>
          <p:spPr>
            <a:xfrm>
              <a:off x="987573" y="3464111"/>
              <a:ext cx="114052" cy="139408"/>
            </a:xfrm>
            <a:custGeom>
              <a:avLst/>
              <a:gdLst>
                <a:gd name="connsiteX0" fmla="*/ 92326 w 114052"/>
                <a:gd name="connsiteY0" fmla="*/ 97675 h 139408"/>
                <a:gd name="connsiteX1" fmla="*/ 75712 w 114052"/>
                <a:gd name="connsiteY1" fmla="*/ 98313 h 139408"/>
                <a:gd name="connsiteX2" fmla="*/ 63572 w 114052"/>
                <a:gd name="connsiteY2" fmla="*/ 120657 h 139408"/>
                <a:gd name="connsiteX3" fmla="*/ 63572 w 114052"/>
                <a:gd name="connsiteY3" fmla="*/ 121296 h 139408"/>
                <a:gd name="connsiteX4" fmla="*/ 59099 w 114052"/>
                <a:gd name="connsiteY4" fmla="*/ 128957 h 139408"/>
                <a:gd name="connsiteX5" fmla="*/ 57821 w 114052"/>
                <a:gd name="connsiteY5" fmla="*/ 128957 h 139408"/>
                <a:gd name="connsiteX6" fmla="*/ 51431 w 114052"/>
                <a:gd name="connsiteY6" fmla="*/ 123849 h 139408"/>
                <a:gd name="connsiteX7" fmla="*/ 70601 w 114052"/>
                <a:gd name="connsiteY7" fmla="*/ 85546 h 139408"/>
                <a:gd name="connsiteX8" fmla="*/ 84658 w 114052"/>
                <a:gd name="connsiteY8" fmla="*/ 82992 h 139408"/>
                <a:gd name="connsiteX9" fmla="*/ 79546 w 114052"/>
                <a:gd name="connsiteY9" fmla="*/ 65755 h 139408"/>
                <a:gd name="connsiteX10" fmla="*/ 75712 w 114052"/>
                <a:gd name="connsiteY10" fmla="*/ 66394 h 139408"/>
                <a:gd name="connsiteX11" fmla="*/ 71878 w 114052"/>
                <a:gd name="connsiteY11" fmla="*/ 65755 h 139408"/>
                <a:gd name="connsiteX12" fmla="*/ 62933 w 114052"/>
                <a:gd name="connsiteY12" fmla="*/ 48518 h 139408"/>
                <a:gd name="connsiteX13" fmla="*/ 78268 w 114052"/>
                <a:gd name="connsiteY13" fmla="*/ 35112 h 139408"/>
                <a:gd name="connsiteX14" fmla="*/ 78268 w 114052"/>
                <a:gd name="connsiteY14" fmla="*/ 31282 h 139408"/>
                <a:gd name="connsiteX15" fmla="*/ 82741 w 114052"/>
                <a:gd name="connsiteY15" fmla="*/ 0 h 139408"/>
                <a:gd name="connsiteX16" fmla="*/ 80185 w 114052"/>
                <a:gd name="connsiteY16" fmla="*/ 1277 h 139408"/>
                <a:gd name="connsiteX17" fmla="*/ 44402 w 114052"/>
                <a:gd name="connsiteY17" fmla="*/ 23621 h 139408"/>
                <a:gd name="connsiteX18" fmla="*/ 4145 w 114052"/>
                <a:gd name="connsiteY18" fmla="*/ 33835 h 139408"/>
                <a:gd name="connsiteX19" fmla="*/ 950 w 114052"/>
                <a:gd name="connsiteY19" fmla="*/ 35112 h 139408"/>
                <a:gd name="connsiteX20" fmla="*/ 20759 w 114052"/>
                <a:gd name="connsiteY20" fmla="*/ 94483 h 139408"/>
                <a:gd name="connsiteX21" fmla="*/ 93604 w 114052"/>
                <a:gd name="connsiteY21" fmla="*/ 136617 h 139408"/>
                <a:gd name="connsiteX22" fmla="*/ 114052 w 114052"/>
                <a:gd name="connsiteY22" fmla="*/ 114912 h 139408"/>
                <a:gd name="connsiteX23" fmla="*/ 92326 w 114052"/>
                <a:gd name="connsiteY23" fmla="*/ 97675 h 139408"/>
                <a:gd name="connsiteX24" fmla="*/ 34178 w 114052"/>
                <a:gd name="connsiteY24" fmla="*/ 89376 h 139408"/>
                <a:gd name="connsiteX25" fmla="*/ 30983 w 114052"/>
                <a:gd name="connsiteY25" fmla="*/ 90014 h 139408"/>
                <a:gd name="connsiteX26" fmla="*/ 20759 w 114052"/>
                <a:gd name="connsiteY26" fmla="*/ 85546 h 139408"/>
                <a:gd name="connsiteX27" fmla="*/ 18842 w 114052"/>
                <a:gd name="connsiteY27" fmla="*/ 67670 h 139408"/>
                <a:gd name="connsiteX28" fmla="*/ 34817 w 114052"/>
                <a:gd name="connsiteY28" fmla="*/ 51710 h 139408"/>
                <a:gd name="connsiteX29" fmla="*/ 51431 w 114052"/>
                <a:gd name="connsiteY29" fmla="*/ 52987 h 139408"/>
                <a:gd name="connsiteX30" fmla="*/ 58460 w 114052"/>
                <a:gd name="connsiteY30" fmla="*/ 73416 h 139408"/>
                <a:gd name="connsiteX31" fmla="*/ 58460 w 114052"/>
                <a:gd name="connsiteY31" fmla="*/ 73416 h 139408"/>
                <a:gd name="connsiteX32" fmla="*/ 34178 w 114052"/>
                <a:gd name="connsiteY32" fmla="*/ 89376 h 139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4052" h="139408">
                  <a:moveTo>
                    <a:pt x="92326" y="97675"/>
                  </a:moveTo>
                  <a:cubicBezTo>
                    <a:pt x="86575" y="95760"/>
                    <a:pt x="80824" y="95760"/>
                    <a:pt x="75712" y="98313"/>
                  </a:cubicBezTo>
                  <a:cubicBezTo>
                    <a:pt x="66127" y="100867"/>
                    <a:pt x="60377" y="111081"/>
                    <a:pt x="63572" y="120657"/>
                  </a:cubicBezTo>
                  <a:cubicBezTo>
                    <a:pt x="63572" y="120657"/>
                    <a:pt x="63572" y="121296"/>
                    <a:pt x="63572" y="121296"/>
                  </a:cubicBezTo>
                  <a:cubicBezTo>
                    <a:pt x="64211" y="124488"/>
                    <a:pt x="62294" y="128318"/>
                    <a:pt x="59099" y="128957"/>
                  </a:cubicBezTo>
                  <a:lnTo>
                    <a:pt x="57821" y="128957"/>
                  </a:lnTo>
                  <a:cubicBezTo>
                    <a:pt x="54626" y="128957"/>
                    <a:pt x="52070" y="127041"/>
                    <a:pt x="51431" y="123849"/>
                  </a:cubicBezTo>
                  <a:cubicBezTo>
                    <a:pt x="46319" y="107889"/>
                    <a:pt x="54626" y="91291"/>
                    <a:pt x="70601" y="85546"/>
                  </a:cubicBezTo>
                  <a:cubicBezTo>
                    <a:pt x="75073" y="83630"/>
                    <a:pt x="80185" y="82992"/>
                    <a:pt x="84658" y="82992"/>
                  </a:cubicBezTo>
                  <a:cubicBezTo>
                    <a:pt x="82102" y="77246"/>
                    <a:pt x="80824" y="71501"/>
                    <a:pt x="79546" y="65755"/>
                  </a:cubicBezTo>
                  <a:cubicBezTo>
                    <a:pt x="78268" y="65755"/>
                    <a:pt x="76990" y="66394"/>
                    <a:pt x="75712" y="66394"/>
                  </a:cubicBezTo>
                  <a:cubicBezTo>
                    <a:pt x="74434" y="66394"/>
                    <a:pt x="73156" y="66394"/>
                    <a:pt x="71878" y="65755"/>
                  </a:cubicBezTo>
                  <a:cubicBezTo>
                    <a:pt x="64850" y="63202"/>
                    <a:pt x="61016" y="55541"/>
                    <a:pt x="62933" y="48518"/>
                  </a:cubicBezTo>
                  <a:cubicBezTo>
                    <a:pt x="64850" y="41496"/>
                    <a:pt x="70601" y="36389"/>
                    <a:pt x="78268" y="35112"/>
                  </a:cubicBezTo>
                  <a:cubicBezTo>
                    <a:pt x="78268" y="33835"/>
                    <a:pt x="78268" y="32558"/>
                    <a:pt x="78268" y="31282"/>
                  </a:cubicBezTo>
                  <a:cubicBezTo>
                    <a:pt x="79546" y="19152"/>
                    <a:pt x="80824" y="8938"/>
                    <a:pt x="82741" y="0"/>
                  </a:cubicBezTo>
                  <a:cubicBezTo>
                    <a:pt x="82102" y="0"/>
                    <a:pt x="80824" y="638"/>
                    <a:pt x="80185" y="1277"/>
                  </a:cubicBezTo>
                  <a:cubicBezTo>
                    <a:pt x="69322" y="10214"/>
                    <a:pt x="57821" y="17875"/>
                    <a:pt x="44402" y="23621"/>
                  </a:cubicBezTo>
                  <a:cubicBezTo>
                    <a:pt x="31622" y="29366"/>
                    <a:pt x="18203" y="32558"/>
                    <a:pt x="4145" y="33835"/>
                  </a:cubicBezTo>
                  <a:cubicBezTo>
                    <a:pt x="1589" y="33835"/>
                    <a:pt x="950" y="35112"/>
                    <a:pt x="950" y="35112"/>
                  </a:cubicBezTo>
                  <a:cubicBezTo>
                    <a:pt x="-967" y="38304"/>
                    <a:pt x="-2245" y="50434"/>
                    <a:pt x="20759" y="94483"/>
                  </a:cubicBezTo>
                  <a:cubicBezTo>
                    <a:pt x="41207" y="133425"/>
                    <a:pt x="73156" y="145555"/>
                    <a:pt x="93604" y="136617"/>
                  </a:cubicBezTo>
                  <a:cubicBezTo>
                    <a:pt x="102550" y="132149"/>
                    <a:pt x="110218" y="124488"/>
                    <a:pt x="114052" y="114912"/>
                  </a:cubicBezTo>
                  <a:cubicBezTo>
                    <a:pt x="104467" y="111720"/>
                    <a:pt x="97438" y="105336"/>
                    <a:pt x="92326" y="97675"/>
                  </a:cubicBezTo>
                  <a:close/>
                  <a:moveTo>
                    <a:pt x="34178" y="89376"/>
                  </a:moveTo>
                  <a:cubicBezTo>
                    <a:pt x="32900" y="89376"/>
                    <a:pt x="32261" y="90014"/>
                    <a:pt x="30983" y="90014"/>
                  </a:cubicBezTo>
                  <a:cubicBezTo>
                    <a:pt x="27149" y="90014"/>
                    <a:pt x="23315" y="88099"/>
                    <a:pt x="20759" y="85546"/>
                  </a:cubicBezTo>
                  <a:cubicBezTo>
                    <a:pt x="16925" y="80438"/>
                    <a:pt x="16286" y="73416"/>
                    <a:pt x="18842" y="67670"/>
                  </a:cubicBezTo>
                  <a:cubicBezTo>
                    <a:pt x="21398" y="60010"/>
                    <a:pt x="27149" y="54264"/>
                    <a:pt x="34817" y="51710"/>
                  </a:cubicBezTo>
                  <a:cubicBezTo>
                    <a:pt x="39929" y="49795"/>
                    <a:pt x="46319" y="50434"/>
                    <a:pt x="51431" y="52987"/>
                  </a:cubicBezTo>
                  <a:cubicBezTo>
                    <a:pt x="58460" y="56818"/>
                    <a:pt x="61655" y="65755"/>
                    <a:pt x="58460" y="73416"/>
                  </a:cubicBezTo>
                  <a:lnTo>
                    <a:pt x="58460" y="73416"/>
                  </a:lnTo>
                  <a:cubicBezTo>
                    <a:pt x="53987" y="81715"/>
                    <a:pt x="38012" y="88099"/>
                    <a:pt x="34178" y="89376"/>
                  </a:cubicBezTo>
                  <a:close/>
                </a:path>
              </a:pathLst>
            </a:custGeom>
            <a:solidFill>
              <a:srgbClr val="005587"/>
            </a:solidFill>
            <a:ln w="6390" cap="flat">
              <a:noFill/>
              <a:prstDash val="solid"/>
              <a:miter/>
            </a:ln>
          </p:spPr>
          <p:txBody>
            <a:bodyPr rtlCol="0" anchor="ctr"/>
            <a:lstStyle/>
            <a:p>
              <a:endParaRPr lang="en-US"/>
            </a:p>
          </p:txBody>
        </p:sp>
        <p:sp>
          <p:nvSpPr>
            <p:cNvPr id="634" name="Graphic 4">
              <a:extLst>
                <a:ext uri="{FF2B5EF4-FFF2-40B4-BE49-F238E27FC236}">
                  <a16:creationId xmlns:a16="http://schemas.microsoft.com/office/drawing/2014/main" id="{036C296A-7F24-5349-BE8B-8A7C42830A46}"/>
                </a:ext>
              </a:extLst>
            </p:cNvPr>
            <p:cNvSpPr/>
            <p:nvPr/>
          </p:nvSpPr>
          <p:spPr>
            <a:xfrm>
              <a:off x="905454" y="3339623"/>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83713 w 362309"/>
                <a:gd name="connsiteY6" fmla="*/ 178113 h 361971"/>
                <a:gd name="connsiteX7" fmla="*/ 215980 w 362309"/>
                <a:gd name="connsiteY7" fmla="*/ 245783 h 361971"/>
                <a:gd name="connsiteX8" fmla="*/ 208312 w 362309"/>
                <a:gd name="connsiteY8" fmla="*/ 245145 h 361971"/>
                <a:gd name="connsiteX9" fmla="*/ 207034 w 362309"/>
                <a:gd name="connsiteY9" fmla="*/ 245145 h 361971"/>
                <a:gd name="connsiteX10" fmla="*/ 179557 w 362309"/>
                <a:gd name="connsiteY10" fmla="*/ 273873 h 361971"/>
                <a:gd name="connsiteX11" fmla="*/ 160387 w 362309"/>
                <a:gd name="connsiteY11" fmla="*/ 277703 h 361971"/>
                <a:gd name="connsiteX12" fmla="*/ 90098 w 362309"/>
                <a:gd name="connsiteY12" fmla="*/ 225993 h 361971"/>
                <a:gd name="connsiteX13" fmla="*/ 70928 w 362309"/>
                <a:gd name="connsiteY13" fmla="*/ 154492 h 361971"/>
                <a:gd name="connsiteX14" fmla="*/ 84986 w 362309"/>
                <a:gd name="connsiteY14" fmla="*/ 146832 h 361971"/>
                <a:gd name="connsiteX15" fmla="*/ 120770 w 362309"/>
                <a:gd name="connsiteY15" fmla="*/ 137894 h 361971"/>
                <a:gd name="connsiteX16" fmla="*/ 152720 w 362309"/>
                <a:gd name="connsiteY16" fmla="*/ 117465 h 361971"/>
                <a:gd name="connsiteX17" fmla="*/ 166138 w 362309"/>
                <a:gd name="connsiteY17" fmla="*/ 112997 h 361971"/>
                <a:gd name="connsiteX18" fmla="*/ 182113 w 362309"/>
                <a:gd name="connsiteY18" fmla="*/ 86184 h 361971"/>
                <a:gd name="connsiteX19" fmla="*/ 198088 w 362309"/>
                <a:gd name="connsiteY19" fmla="*/ 86822 h 361971"/>
                <a:gd name="connsiteX20" fmla="*/ 233233 w 362309"/>
                <a:gd name="connsiteY20" fmla="*/ 98952 h 361971"/>
                <a:gd name="connsiteX21" fmla="*/ 270933 w 362309"/>
                <a:gd name="connsiteY21" fmla="*/ 99590 h 361971"/>
                <a:gd name="connsiteX22" fmla="*/ 286269 w 362309"/>
                <a:gd name="connsiteY22" fmla="*/ 104697 h 361971"/>
                <a:gd name="connsiteX23" fmla="*/ 283713 w 362309"/>
                <a:gd name="connsiteY23" fmla="*/ 178113 h 361971"/>
                <a:gd name="connsiteX24" fmla="*/ 283713 w 362309"/>
                <a:gd name="connsiteY24" fmla="*/ 17811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1157" y="0"/>
                    <a:pt x="180835" y="0"/>
                  </a:cubicBezTo>
                  <a:close/>
                  <a:moveTo>
                    <a:pt x="283713" y="178113"/>
                  </a:moveTo>
                  <a:cubicBezTo>
                    <a:pt x="272211" y="224078"/>
                    <a:pt x="242179" y="245783"/>
                    <a:pt x="215980" y="245783"/>
                  </a:cubicBezTo>
                  <a:cubicBezTo>
                    <a:pt x="213424" y="245783"/>
                    <a:pt x="210868" y="245783"/>
                    <a:pt x="208312" y="245145"/>
                  </a:cubicBezTo>
                  <a:lnTo>
                    <a:pt x="207034" y="245145"/>
                  </a:lnTo>
                  <a:cubicBezTo>
                    <a:pt x="201922" y="257913"/>
                    <a:pt x="192337" y="268127"/>
                    <a:pt x="179557" y="273873"/>
                  </a:cubicBezTo>
                  <a:cubicBezTo>
                    <a:pt x="173806" y="276426"/>
                    <a:pt x="166777" y="277703"/>
                    <a:pt x="160387" y="277703"/>
                  </a:cubicBezTo>
                  <a:cubicBezTo>
                    <a:pt x="136745" y="277703"/>
                    <a:pt x="109268" y="261743"/>
                    <a:pt x="90098" y="225993"/>
                  </a:cubicBezTo>
                  <a:cubicBezTo>
                    <a:pt x="70289" y="187689"/>
                    <a:pt x="64538" y="165345"/>
                    <a:pt x="70928" y="154492"/>
                  </a:cubicBezTo>
                  <a:cubicBezTo>
                    <a:pt x="73484" y="149385"/>
                    <a:pt x="79235" y="146193"/>
                    <a:pt x="84986" y="146832"/>
                  </a:cubicBezTo>
                  <a:cubicBezTo>
                    <a:pt x="97127" y="145555"/>
                    <a:pt x="109268" y="143001"/>
                    <a:pt x="120770" y="137894"/>
                  </a:cubicBezTo>
                  <a:cubicBezTo>
                    <a:pt x="132272" y="132787"/>
                    <a:pt x="143135" y="125765"/>
                    <a:pt x="152720" y="117465"/>
                  </a:cubicBezTo>
                  <a:cubicBezTo>
                    <a:pt x="156553" y="114273"/>
                    <a:pt x="161665" y="112358"/>
                    <a:pt x="166138" y="112997"/>
                  </a:cubicBezTo>
                  <a:cubicBezTo>
                    <a:pt x="169972" y="98313"/>
                    <a:pt x="175084" y="89376"/>
                    <a:pt x="182113" y="86184"/>
                  </a:cubicBezTo>
                  <a:cubicBezTo>
                    <a:pt x="187225" y="83630"/>
                    <a:pt x="192976" y="83630"/>
                    <a:pt x="198088" y="86822"/>
                  </a:cubicBezTo>
                  <a:cubicBezTo>
                    <a:pt x="208951" y="92568"/>
                    <a:pt x="221092" y="97037"/>
                    <a:pt x="233233" y="98952"/>
                  </a:cubicBezTo>
                  <a:cubicBezTo>
                    <a:pt x="246013" y="100867"/>
                    <a:pt x="258792" y="101505"/>
                    <a:pt x="270933" y="99590"/>
                  </a:cubicBezTo>
                  <a:cubicBezTo>
                    <a:pt x="276684" y="98313"/>
                    <a:pt x="282435" y="100229"/>
                    <a:pt x="286269" y="104697"/>
                  </a:cubicBezTo>
                  <a:cubicBezTo>
                    <a:pt x="295854" y="114273"/>
                    <a:pt x="295215" y="135979"/>
                    <a:pt x="283713" y="178113"/>
                  </a:cubicBezTo>
                  <a:lnTo>
                    <a:pt x="283713" y="178113"/>
                  </a:lnTo>
                  <a:close/>
                </a:path>
              </a:pathLst>
            </a:custGeom>
            <a:solidFill>
              <a:srgbClr val="005587"/>
            </a:solidFill>
            <a:ln w="6390" cap="flat">
              <a:noFill/>
              <a:prstDash val="solid"/>
              <a:miter/>
            </a:ln>
          </p:spPr>
          <p:txBody>
            <a:bodyPr rtlCol="0" anchor="ctr"/>
            <a:lstStyle/>
            <a:p>
              <a:endParaRPr lang="en-US"/>
            </a:p>
          </p:txBody>
        </p:sp>
        <p:sp>
          <p:nvSpPr>
            <p:cNvPr id="635" name="Graphic 4">
              <a:extLst>
                <a:ext uri="{FF2B5EF4-FFF2-40B4-BE49-F238E27FC236}">
                  <a16:creationId xmlns:a16="http://schemas.microsoft.com/office/drawing/2014/main" id="{2AE02F35-78FC-9D45-9217-FFC017988F96}"/>
                </a:ext>
              </a:extLst>
            </p:cNvPr>
            <p:cNvSpPr/>
            <p:nvPr/>
          </p:nvSpPr>
          <p:spPr>
            <a:xfrm>
              <a:off x="1078015" y="3437298"/>
              <a:ext cx="108316" cy="136457"/>
            </a:xfrm>
            <a:custGeom>
              <a:avLst/>
              <a:gdLst>
                <a:gd name="connsiteX0" fmla="*/ 101566 w 108316"/>
                <a:gd name="connsiteY0" fmla="*/ 14683 h 136457"/>
                <a:gd name="connsiteX1" fmla="*/ 59393 w 108316"/>
                <a:gd name="connsiteY1" fmla="*/ 14045 h 136457"/>
                <a:gd name="connsiteX2" fmla="*/ 20414 w 108316"/>
                <a:gd name="connsiteY2" fmla="*/ 639 h 136457"/>
                <a:gd name="connsiteX3" fmla="*/ 17858 w 108316"/>
                <a:gd name="connsiteY3" fmla="*/ 0 h 136457"/>
                <a:gd name="connsiteX4" fmla="*/ 16580 w 108316"/>
                <a:gd name="connsiteY4" fmla="*/ 0 h 136457"/>
                <a:gd name="connsiteX5" fmla="*/ 605 w 108316"/>
                <a:gd name="connsiteY5" fmla="*/ 60648 h 136457"/>
                <a:gd name="connsiteX6" fmla="*/ 38306 w 108316"/>
                <a:gd name="connsiteY6" fmla="*/ 135979 h 136457"/>
                <a:gd name="connsiteX7" fmla="*/ 99649 w 108316"/>
                <a:gd name="connsiteY7" fmla="*/ 78523 h 136457"/>
                <a:gd name="connsiteX8" fmla="*/ 105400 w 108316"/>
                <a:gd name="connsiteY8" fmla="*/ 15960 h 136457"/>
                <a:gd name="connsiteX9" fmla="*/ 101566 w 108316"/>
                <a:gd name="connsiteY9" fmla="*/ 14683 h 136457"/>
                <a:gd name="connsiteX10" fmla="*/ 7634 w 108316"/>
                <a:gd name="connsiteY10" fmla="*/ 42135 h 136457"/>
                <a:gd name="connsiteX11" fmla="*/ 21053 w 108316"/>
                <a:gd name="connsiteY11" fmla="*/ 31282 h 136457"/>
                <a:gd name="connsiteX12" fmla="*/ 42779 w 108316"/>
                <a:gd name="connsiteY12" fmla="*/ 35751 h 136457"/>
                <a:gd name="connsiteX13" fmla="*/ 50447 w 108316"/>
                <a:gd name="connsiteY13" fmla="*/ 50434 h 136457"/>
                <a:gd name="connsiteX14" fmla="*/ 37667 w 108316"/>
                <a:gd name="connsiteY14" fmla="*/ 67670 h 136457"/>
                <a:gd name="connsiteX15" fmla="*/ 36389 w 108316"/>
                <a:gd name="connsiteY15" fmla="*/ 67670 h 136457"/>
                <a:gd name="connsiteX16" fmla="*/ 10190 w 108316"/>
                <a:gd name="connsiteY16" fmla="*/ 56179 h 136457"/>
                <a:gd name="connsiteX17" fmla="*/ 7634 w 108316"/>
                <a:gd name="connsiteY17" fmla="*/ 42135 h 136457"/>
                <a:gd name="connsiteX18" fmla="*/ 81758 w 108316"/>
                <a:gd name="connsiteY18" fmla="*/ 101505 h 136457"/>
                <a:gd name="connsiteX19" fmla="*/ 52364 w 108316"/>
                <a:gd name="connsiteY19" fmla="*/ 112997 h 136457"/>
                <a:gd name="connsiteX20" fmla="*/ 40862 w 108316"/>
                <a:gd name="connsiteY20" fmla="*/ 111720 h 136457"/>
                <a:gd name="connsiteX21" fmla="*/ 8912 w 108316"/>
                <a:gd name="connsiteY21" fmla="*/ 89376 h 136457"/>
                <a:gd name="connsiteX22" fmla="*/ 8273 w 108316"/>
                <a:gd name="connsiteY22" fmla="*/ 88099 h 136457"/>
                <a:gd name="connsiteX23" fmla="*/ 8273 w 108316"/>
                <a:gd name="connsiteY23" fmla="*/ 88099 h 136457"/>
                <a:gd name="connsiteX24" fmla="*/ 7634 w 108316"/>
                <a:gd name="connsiteY24" fmla="*/ 85546 h 136457"/>
                <a:gd name="connsiteX25" fmla="*/ 12746 w 108316"/>
                <a:gd name="connsiteY25" fmla="*/ 79162 h 136457"/>
                <a:gd name="connsiteX26" fmla="*/ 19775 w 108316"/>
                <a:gd name="connsiteY26" fmla="*/ 82992 h 136457"/>
                <a:gd name="connsiteX27" fmla="*/ 19775 w 108316"/>
                <a:gd name="connsiteY27" fmla="*/ 82992 h 136457"/>
                <a:gd name="connsiteX28" fmla="*/ 42779 w 108316"/>
                <a:gd name="connsiteY28" fmla="*/ 98313 h 136457"/>
                <a:gd name="connsiteX29" fmla="*/ 71534 w 108316"/>
                <a:gd name="connsiteY29" fmla="*/ 91930 h 136457"/>
                <a:gd name="connsiteX30" fmla="*/ 80480 w 108316"/>
                <a:gd name="connsiteY30" fmla="*/ 91930 h 136457"/>
                <a:gd name="connsiteX31" fmla="*/ 81758 w 108316"/>
                <a:gd name="connsiteY31" fmla="*/ 101505 h 136457"/>
                <a:gd name="connsiteX32" fmla="*/ 81758 w 108316"/>
                <a:gd name="connsiteY32" fmla="*/ 101505 h 136457"/>
                <a:gd name="connsiteX33" fmla="*/ 99010 w 108316"/>
                <a:gd name="connsiteY33" fmla="*/ 58094 h 136457"/>
                <a:gd name="connsiteX34" fmla="*/ 90703 w 108316"/>
                <a:gd name="connsiteY34" fmla="*/ 69586 h 136457"/>
                <a:gd name="connsiteX35" fmla="*/ 90703 w 108316"/>
                <a:gd name="connsiteY35" fmla="*/ 69586 h 136457"/>
                <a:gd name="connsiteX36" fmla="*/ 70895 w 108316"/>
                <a:gd name="connsiteY36" fmla="*/ 72778 h 136457"/>
                <a:gd name="connsiteX37" fmla="*/ 61310 w 108316"/>
                <a:gd name="connsiteY37" fmla="*/ 70862 h 136457"/>
                <a:gd name="connsiteX38" fmla="*/ 54920 w 108316"/>
                <a:gd name="connsiteY38" fmla="*/ 50434 h 136457"/>
                <a:gd name="connsiteX39" fmla="*/ 67061 w 108316"/>
                <a:gd name="connsiteY39" fmla="*/ 39581 h 136457"/>
                <a:gd name="connsiteX40" fmla="*/ 89426 w 108316"/>
                <a:gd name="connsiteY40" fmla="*/ 42773 h 136457"/>
                <a:gd name="connsiteX41" fmla="*/ 99010 w 108316"/>
                <a:gd name="connsiteY41" fmla="*/ 58094 h 136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08316" h="136457">
                  <a:moveTo>
                    <a:pt x="101566" y="14683"/>
                  </a:moveTo>
                  <a:cubicBezTo>
                    <a:pt x="87509" y="16599"/>
                    <a:pt x="73451" y="16599"/>
                    <a:pt x="59393" y="14045"/>
                  </a:cubicBezTo>
                  <a:cubicBezTo>
                    <a:pt x="45335" y="11491"/>
                    <a:pt x="32555" y="7023"/>
                    <a:pt x="20414" y="639"/>
                  </a:cubicBezTo>
                  <a:cubicBezTo>
                    <a:pt x="19775" y="0"/>
                    <a:pt x="18497" y="0"/>
                    <a:pt x="17858" y="0"/>
                  </a:cubicBezTo>
                  <a:cubicBezTo>
                    <a:pt x="17219" y="0"/>
                    <a:pt x="17219" y="0"/>
                    <a:pt x="16580" y="0"/>
                  </a:cubicBezTo>
                  <a:cubicBezTo>
                    <a:pt x="13385" y="1915"/>
                    <a:pt x="5078" y="10853"/>
                    <a:pt x="605" y="60648"/>
                  </a:cubicBezTo>
                  <a:cubicBezTo>
                    <a:pt x="-3868" y="104059"/>
                    <a:pt x="17219" y="132149"/>
                    <a:pt x="38306" y="135979"/>
                  </a:cubicBezTo>
                  <a:cubicBezTo>
                    <a:pt x="59393" y="139809"/>
                    <a:pt x="88787" y="120657"/>
                    <a:pt x="99649" y="78523"/>
                  </a:cubicBezTo>
                  <a:cubicBezTo>
                    <a:pt x="111790" y="31920"/>
                    <a:pt x="108595" y="19791"/>
                    <a:pt x="105400" y="15960"/>
                  </a:cubicBezTo>
                  <a:cubicBezTo>
                    <a:pt x="104761" y="14683"/>
                    <a:pt x="104122" y="14045"/>
                    <a:pt x="101566" y="14683"/>
                  </a:cubicBezTo>
                  <a:close/>
                  <a:moveTo>
                    <a:pt x="7634" y="42135"/>
                  </a:moveTo>
                  <a:cubicBezTo>
                    <a:pt x="9551" y="36389"/>
                    <a:pt x="15302" y="31920"/>
                    <a:pt x="21053" y="31282"/>
                  </a:cubicBezTo>
                  <a:cubicBezTo>
                    <a:pt x="28721" y="29367"/>
                    <a:pt x="37028" y="31282"/>
                    <a:pt x="42779" y="35751"/>
                  </a:cubicBezTo>
                  <a:cubicBezTo>
                    <a:pt x="47252" y="38943"/>
                    <a:pt x="50447" y="44688"/>
                    <a:pt x="50447" y="50434"/>
                  </a:cubicBezTo>
                  <a:cubicBezTo>
                    <a:pt x="51086" y="58733"/>
                    <a:pt x="45974" y="65755"/>
                    <a:pt x="37667" y="67670"/>
                  </a:cubicBezTo>
                  <a:lnTo>
                    <a:pt x="36389" y="67670"/>
                  </a:lnTo>
                  <a:cubicBezTo>
                    <a:pt x="26804" y="66394"/>
                    <a:pt x="17858" y="61925"/>
                    <a:pt x="10190" y="56179"/>
                  </a:cubicBezTo>
                  <a:cubicBezTo>
                    <a:pt x="7634" y="51710"/>
                    <a:pt x="5717" y="46603"/>
                    <a:pt x="7634" y="42135"/>
                  </a:cubicBezTo>
                  <a:close/>
                  <a:moveTo>
                    <a:pt x="81758" y="101505"/>
                  </a:moveTo>
                  <a:cubicBezTo>
                    <a:pt x="74090" y="109166"/>
                    <a:pt x="63227" y="113635"/>
                    <a:pt x="52364" y="112997"/>
                  </a:cubicBezTo>
                  <a:cubicBezTo>
                    <a:pt x="48530" y="112997"/>
                    <a:pt x="44696" y="112358"/>
                    <a:pt x="40862" y="111720"/>
                  </a:cubicBezTo>
                  <a:cubicBezTo>
                    <a:pt x="27443" y="109805"/>
                    <a:pt x="15302" y="101505"/>
                    <a:pt x="8912" y="89376"/>
                  </a:cubicBezTo>
                  <a:lnTo>
                    <a:pt x="8273" y="88099"/>
                  </a:lnTo>
                  <a:lnTo>
                    <a:pt x="8273" y="88099"/>
                  </a:lnTo>
                  <a:cubicBezTo>
                    <a:pt x="8273" y="87461"/>
                    <a:pt x="7634" y="86822"/>
                    <a:pt x="7634" y="85546"/>
                  </a:cubicBezTo>
                  <a:cubicBezTo>
                    <a:pt x="7634" y="82354"/>
                    <a:pt x="9551" y="79800"/>
                    <a:pt x="12746" y="79162"/>
                  </a:cubicBezTo>
                  <a:cubicBezTo>
                    <a:pt x="15941" y="78523"/>
                    <a:pt x="18497" y="80438"/>
                    <a:pt x="19775" y="82992"/>
                  </a:cubicBezTo>
                  <a:lnTo>
                    <a:pt x="19775" y="82992"/>
                  </a:lnTo>
                  <a:cubicBezTo>
                    <a:pt x="20414" y="84269"/>
                    <a:pt x="25526" y="94483"/>
                    <a:pt x="42779" y="98313"/>
                  </a:cubicBezTo>
                  <a:cubicBezTo>
                    <a:pt x="61949" y="102144"/>
                    <a:pt x="71534" y="92568"/>
                    <a:pt x="71534" y="91930"/>
                  </a:cubicBezTo>
                  <a:cubicBezTo>
                    <a:pt x="74090" y="89376"/>
                    <a:pt x="77924" y="89376"/>
                    <a:pt x="80480" y="91930"/>
                  </a:cubicBezTo>
                  <a:cubicBezTo>
                    <a:pt x="83036" y="94483"/>
                    <a:pt x="83675" y="98313"/>
                    <a:pt x="81758" y="101505"/>
                  </a:cubicBezTo>
                  <a:lnTo>
                    <a:pt x="81758" y="101505"/>
                  </a:lnTo>
                  <a:close/>
                  <a:moveTo>
                    <a:pt x="99010" y="58094"/>
                  </a:moveTo>
                  <a:cubicBezTo>
                    <a:pt x="98371" y="63202"/>
                    <a:pt x="95177" y="67670"/>
                    <a:pt x="90703" y="69586"/>
                  </a:cubicBezTo>
                  <a:lnTo>
                    <a:pt x="90703" y="69586"/>
                  </a:lnTo>
                  <a:cubicBezTo>
                    <a:pt x="84314" y="71501"/>
                    <a:pt x="77924" y="72778"/>
                    <a:pt x="70895" y="72778"/>
                  </a:cubicBezTo>
                  <a:cubicBezTo>
                    <a:pt x="67700" y="72778"/>
                    <a:pt x="64505" y="72139"/>
                    <a:pt x="61310" y="70862"/>
                  </a:cubicBezTo>
                  <a:cubicBezTo>
                    <a:pt x="54281" y="66394"/>
                    <a:pt x="51725" y="58094"/>
                    <a:pt x="54920" y="50434"/>
                  </a:cubicBezTo>
                  <a:cubicBezTo>
                    <a:pt x="57476" y="45327"/>
                    <a:pt x="61949" y="40858"/>
                    <a:pt x="67061" y="39581"/>
                  </a:cubicBezTo>
                  <a:cubicBezTo>
                    <a:pt x="74729" y="37666"/>
                    <a:pt x="83036" y="38304"/>
                    <a:pt x="89426" y="42773"/>
                  </a:cubicBezTo>
                  <a:cubicBezTo>
                    <a:pt x="95815" y="45965"/>
                    <a:pt x="99010" y="51710"/>
                    <a:pt x="99010" y="58094"/>
                  </a:cubicBezTo>
                  <a:close/>
                </a:path>
              </a:pathLst>
            </a:custGeom>
            <a:solidFill>
              <a:srgbClr val="005587"/>
            </a:solidFill>
            <a:ln w="6390" cap="flat">
              <a:noFill/>
              <a:prstDash val="solid"/>
              <a:miter/>
            </a:ln>
          </p:spPr>
          <p:txBody>
            <a:bodyPr rtlCol="0" anchor="ctr"/>
            <a:lstStyle/>
            <a:p>
              <a:endParaRPr lang="en-US"/>
            </a:p>
          </p:txBody>
        </p:sp>
        <p:sp>
          <p:nvSpPr>
            <p:cNvPr id="636" name="Graphic 4">
              <a:extLst>
                <a:ext uri="{FF2B5EF4-FFF2-40B4-BE49-F238E27FC236}">
                  <a16:creationId xmlns:a16="http://schemas.microsoft.com/office/drawing/2014/main" id="{22D00B84-EA74-924D-91A4-731E33ED95AC}"/>
                </a:ext>
              </a:extLst>
            </p:cNvPr>
            <p:cNvSpPr/>
            <p:nvPr/>
          </p:nvSpPr>
          <p:spPr>
            <a:xfrm>
              <a:off x="1062646" y="3513906"/>
              <a:ext cx="2555" cy="4468"/>
            </a:xfrm>
            <a:custGeom>
              <a:avLst/>
              <a:gdLst>
                <a:gd name="connsiteX0" fmla="*/ 0 w 2555"/>
                <a:gd name="connsiteY0" fmla="*/ 2554 h 4468"/>
                <a:gd name="connsiteX1" fmla="*/ 0 w 2555"/>
                <a:gd name="connsiteY1" fmla="*/ 4469 h 4468"/>
                <a:gd name="connsiteX2" fmla="*/ 2556 w 2555"/>
                <a:gd name="connsiteY2" fmla="*/ 4469 h 4468"/>
                <a:gd name="connsiteX3" fmla="*/ 1917 w 2555"/>
                <a:gd name="connsiteY3" fmla="*/ 0 h 4468"/>
                <a:gd name="connsiteX4" fmla="*/ 0 w 2555"/>
                <a:gd name="connsiteY4" fmla="*/ 2554 h 4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5" h="4468">
                  <a:moveTo>
                    <a:pt x="0" y="2554"/>
                  </a:moveTo>
                  <a:cubicBezTo>
                    <a:pt x="0" y="3192"/>
                    <a:pt x="0" y="3831"/>
                    <a:pt x="0" y="4469"/>
                  </a:cubicBezTo>
                  <a:cubicBezTo>
                    <a:pt x="639" y="4469"/>
                    <a:pt x="1917" y="4469"/>
                    <a:pt x="2556" y="4469"/>
                  </a:cubicBezTo>
                  <a:cubicBezTo>
                    <a:pt x="2556" y="3192"/>
                    <a:pt x="2556" y="1277"/>
                    <a:pt x="1917" y="0"/>
                  </a:cubicBezTo>
                  <a:cubicBezTo>
                    <a:pt x="1278" y="639"/>
                    <a:pt x="639" y="1277"/>
                    <a:pt x="0" y="2554"/>
                  </a:cubicBezTo>
                  <a:close/>
                </a:path>
              </a:pathLst>
            </a:custGeom>
            <a:solidFill>
              <a:srgbClr val="005587"/>
            </a:solidFill>
            <a:ln w="6390" cap="flat">
              <a:noFill/>
              <a:prstDash val="solid"/>
              <a:miter/>
            </a:ln>
          </p:spPr>
          <p:txBody>
            <a:bodyPr rtlCol="0" anchor="ctr"/>
            <a:lstStyle/>
            <a:p>
              <a:endParaRPr lang="en-US"/>
            </a:p>
          </p:txBody>
        </p:sp>
      </p:grpSp>
      <p:grpSp>
        <p:nvGrpSpPr>
          <p:cNvPr id="637" name="Graphic 4">
            <a:extLst>
              <a:ext uri="{FF2B5EF4-FFF2-40B4-BE49-F238E27FC236}">
                <a16:creationId xmlns:a16="http://schemas.microsoft.com/office/drawing/2014/main" id="{482C307D-EEFC-0E4A-9911-8755BA0766E3}"/>
              </a:ext>
            </a:extLst>
          </p:cNvPr>
          <p:cNvGrpSpPr/>
          <p:nvPr/>
        </p:nvGrpSpPr>
        <p:grpSpPr>
          <a:xfrm>
            <a:off x="467104" y="3824168"/>
            <a:ext cx="362309" cy="361971"/>
            <a:chOff x="467104" y="3824168"/>
            <a:chExt cx="362309" cy="361971"/>
          </a:xfrm>
          <a:solidFill>
            <a:srgbClr val="005587"/>
          </a:solidFill>
        </p:grpSpPr>
        <p:sp>
          <p:nvSpPr>
            <p:cNvPr id="638" name="Graphic 4">
              <a:extLst>
                <a:ext uri="{FF2B5EF4-FFF2-40B4-BE49-F238E27FC236}">
                  <a16:creationId xmlns:a16="http://schemas.microsoft.com/office/drawing/2014/main" id="{9FEECECA-B26D-ED4B-9E9B-C01A0F1AB387}"/>
                </a:ext>
              </a:extLst>
            </p:cNvPr>
            <p:cNvSpPr/>
            <p:nvPr/>
          </p:nvSpPr>
          <p:spPr>
            <a:xfrm>
              <a:off x="467104" y="3824168"/>
              <a:ext cx="362309" cy="361971"/>
            </a:xfrm>
            <a:custGeom>
              <a:avLst/>
              <a:gdLst>
                <a:gd name="connsiteX0" fmla="*/ 181474 w 362309"/>
                <a:gd name="connsiteY0" fmla="*/ 0 h 361971"/>
                <a:gd name="connsiteX1" fmla="*/ 0 w 362309"/>
                <a:gd name="connsiteY1" fmla="*/ 180667 h 361971"/>
                <a:gd name="connsiteX2" fmla="*/ 181474 w 362309"/>
                <a:gd name="connsiteY2" fmla="*/ 361971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349204 h 361971"/>
                <a:gd name="connsiteX7" fmla="*/ 13419 w 362309"/>
                <a:gd name="connsiteY7" fmla="*/ 181305 h 361971"/>
                <a:gd name="connsiteX8" fmla="*/ 181474 w 362309"/>
                <a:gd name="connsiteY8" fmla="*/ 12768 h 361971"/>
                <a:gd name="connsiteX9" fmla="*/ 349530 w 362309"/>
                <a:gd name="connsiteY9" fmla="*/ 181305 h 361971"/>
                <a:gd name="connsiteX10" fmla="*/ 349530 w 362309"/>
                <a:gd name="connsiteY10" fmla="*/ 181305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895"/>
                    <a:pt x="81152" y="361971"/>
                    <a:pt x="181474" y="361971"/>
                  </a:cubicBezTo>
                  <a:cubicBezTo>
                    <a:pt x="281796" y="361971"/>
                    <a:pt x="362309" y="280895"/>
                    <a:pt x="362309" y="180667"/>
                  </a:cubicBezTo>
                  <a:lnTo>
                    <a:pt x="362309" y="180667"/>
                  </a:lnTo>
                  <a:cubicBezTo>
                    <a:pt x="362309" y="81076"/>
                    <a:pt x="281157"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lnTo>
                    <a:pt x="181474" y="349204"/>
                  </a:lnTo>
                  <a:close/>
                </a:path>
              </a:pathLst>
            </a:custGeom>
            <a:solidFill>
              <a:srgbClr val="005587"/>
            </a:solidFill>
            <a:ln w="6390" cap="flat">
              <a:noFill/>
              <a:prstDash val="solid"/>
              <a:miter/>
            </a:ln>
          </p:spPr>
          <p:txBody>
            <a:bodyPr rtlCol="0" anchor="ctr"/>
            <a:lstStyle/>
            <a:p>
              <a:endParaRPr lang="en-US"/>
            </a:p>
          </p:txBody>
        </p:sp>
        <p:sp>
          <p:nvSpPr>
            <p:cNvPr id="639" name="Graphic 4">
              <a:extLst>
                <a:ext uri="{FF2B5EF4-FFF2-40B4-BE49-F238E27FC236}">
                  <a16:creationId xmlns:a16="http://schemas.microsoft.com/office/drawing/2014/main" id="{00828AA3-81C2-4448-A22D-A639BDA8254B}"/>
                </a:ext>
              </a:extLst>
            </p:cNvPr>
            <p:cNvSpPr/>
            <p:nvPr/>
          </p:nvSpPr>
          <p:spPr>
            <a:xfrm>
              <a:off x="562314" y="3901414"/>
              <a:ext cx="172528" cy="208756"/>
            </a:xfrm>
            <a:custGeom>
              <a:avLst/>
              <a:gdLst>
                <a:gd name="connsiteX0" fmla="*/ 166138 w 172528"/>
                <a:gd name="connsiteY0" fmla="*/ 35750 h 208756"/>
                <a:gd name="connsiteX1" fmla="*/ 53036 w 172528"/>
                <a:gd name="connsiteY1" fmla="*/ 35750 h 208756"/>
                <a:gd name="connsiteX2" fmla="*/ 130355 w 172528"/>
                <a:gd name="connsiteY2" fmla="*/ 14683 h 208756"/>
                <a:gd name="connsiteX3" fmla="*/ 130355 w 172528"/>
                <a:gd name="connsiteY3" fmla="*/ 35112 h 208756"/>
                <a:gd name="connsiteX4" fmla="*/ 143135 w 172528"/>
                <a:gd name="connsiteY4" fmla="*/ 35112 h 208756"/>
                <a:gd name="connsiteX5" fmla="*/ 143135 w 172528"/>
                <a:gd name="connsiteY5" fmla="*/ 6384 h 208756"/>
                <a:gd name="connsiteX6" fmla="*/ 140579 w 172528"/>
                <a:gd name="connsiteY6" fmla="*/ 1277 h 208756"/>
                <a:gd name="connsiteX7" fmla="*/ 134828 w 172528"/>
                <a:gd name="connsiteY7" fmla="*/ 0 h 208756"/>
                <a:gd name="connsiteX8" fmla="*/ 4473 w 172528"/>
                <a:gd name="connsiteY8" fmla="*/ 36389 h 208756"/>
                <a:gd name="connsiteX9" fmla="*/ 0 w 172528"/>
                <a:gd name="connsiteY9" fmla="*/ 42773 h 208756"/>
                <a:gd name="connsiteX10" fmla="*/ 0 w 172528"/>
                <a:gd name="connsiteY10" fmla="*/ 202372 h 208756"/>
                <a:gd name="connsiteX11" fmla="*/ 6390 w 172528"/>
                <a:gd name="connsiteY11" fmla="*/ 208756 h 208756"/>
                <a:gd name="connsiteX12" fmla="*/ 166138 w 172528"/>
                <a:gd name="connsiteY12" fmla="*/ 208756 h 208756"/>
                <a:gd name="connsiteX13" fmla="*/ 172528 w 172528"/>
                <a:gd name="connsiteY13" fmla="*/ 202372 h 208756"/>
                <a:gd name="connsiteX14" fmla="*/ 172528 w 172528"/>
                <a:gd name="connsiteY14" fmla="*/ 42773 h 208756"/>
                <a:gd name="connsiteX15" fmla="*/ 166138 w 172528"/>
                <a:gd name="connsiteY15" fmla="*/ 35750 h 208756"/>
                <a:gd name="connsiteX16" fmla="*/ 166138 w 172528"/>
                <a:gd name="connsiteY16" fmla="*/ 35750 h 208756"/>
                <a:gd name="connsiteX17" fmla="*/ 159748 w 172528"/>
                <a:gd name="connsiteY17" fmla="*/ 195350 h 208756"/>
                <a:gd name="connsiteX18" fmla="*/ 12780 w 172528"/>
                <a:gd name="connsiteY18" fmla="*/ 195350 h 208756"/>
                <a:gd name="connsiteX19" fmla="*/ 12780 w 172528"/>
                <a:gd name="connsiteY19" fmla="*/ 48518 h 208756"/>
                <a:gd name="connsiteX20" fmla="*/ 159748 w 172528"/>
                <a:gd name="connsiteY20" fmla="*/ 48518 h 208756"/>
                <a:gd name="connsiteX21" fmla="*/ 159748 w 172528"/>
                <a:gd name="connsiteY21" fmla="*/ 195350 h 20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2528" h="208756">
                  <a:moveTo>
                    <a:pt x="166138" y="35750"/>
                  </a:moveTo>
                  <a:lnTo>
                    <a:pt x="53036" y="35750"/>
                  </a:lnTo>
                  <a:lnTo>
                    <a:pt x="130355" y="14683"/>
                  </a:lnTo>
                  <a:lnTo>
                    <a:pt x="130355" y="35112"/>
                  </a:lnTo>
                  <a:lnTo>
                    <a:pt x="143135" y="35112"/>
                  </a:lnTo>
                  <a:lnTo>
                    <a:pt x="143135" y="6384"/>
                  </a:lnTo>
                  <a:cubicBezTo>
                    <a:pt x="143135" y="4469"/>
                    <a:pt x="142496" y="2554"/>
                    <a:pt x="140579" y="1277"/>
                  </a:cubicBezTo>
                  <a:cubicBezTo>
                    <a:pt x="139301" y="0"/>
                    <a:pt x="136745" y="0"/>
                    <a:pt x="134828" y="0"/>
                  </a:cubicBezTo>
                  <a:lnTo>
                    <a:pt x="4473" y="36389"/>
                  </a:lnTo>
                  <a:cubicBezTo>
                    <a:pt x="1917" y="37027"/>
                    <a:pt x="0" y="39581"/>
                    <a:pt x="0" y="42773"/>
                  </a:cubicBezTo>
                  <a:lnTo>
                    <a:pt x="0" y="202372"/>
                  </a:lnTo>
                  <a:cubicBezTo>
                    <a:pt x="0" y="206203"/>
                    <a:pt x="2556" y="208756"/>
                    <a:pt x="6390" y="208756"/>
                  </a:cubicBezTo>
                  <a:lnTo>
                    <a:pt x="166138" y="208756"/>
                  </a:lnTo>
                  <a:cubicBezTo>
                    <a:pt x="169972" y="208756"/>
                    <a:pt x="172528" y="206203"/>
                    <a:pt x="172528" y="202372"/>
                  </a:cubicBezTo>
                  <a:lnTo>
                    <a:pt x="172528" y="42773"/>
                  </a:lnTo>
                  <a:cubicBezTo>
                    <a:pt x="172528" y="38942"/>
                    <a:pt x="169972" y="35750"/>
                    <a:pt x="166138" y="35750"/>
                  </a:cubicBezTo>
                  <a:cubicBezTo>
                    <a:pt x="166777" y="35750"/>
                    <a:pt x="166138" y="35750"/>
                    <a:pt x="166138" y="35750"/>
                  </a:cubicBezTo>
                  <a:close/>
                  <a:moveTo>
                    <a:pt x="159748" y="195350"/>
                  </a:moveTo>
                  <a:lnTo>
                    <a:pt x="12780" y="195350"/>
                  </a:lnTo>
                  <a:lnTo>
                    <a:pt x="12780" y="48518"/>
                  </a:lnTo>
                  <a:lnTo>
                    <a:pt x="159748" y="48518"/>
                  </a:lnTo>
                  <a:lnTo>
                    <a:pt x="159748" y="195350"/>
                  </a:lnTo>
                  <a:close/>
                </a:path>
              </a:pathLst>
            </a:custGeom>
            <a:solidFill>
              <a:srgbClr val="005587"/>
            </a:solidFill>
            <a:ln w="6390" cap="flat">
              <a:noFill/>
              <a:prstDash val="solid"/>
              <a:miter/>
            </a:ln>
          </p:spPr>
          <p:txBody>
            <a:bodyPr rtlCol="0" anchor="ctr"/>
            <a:lstStyle/>
            <a:p>
              <a:endParaRPr lang="en-US"/>
            </a:p>
          </p:txBody>
        </p:sp>
        <p:sp>
          <p:nvSpPr>
            <p:cNvPr id="640" name="Graphic 4">
              <a:extLst>
                <a:ext uri="{FF2B5EF4-FFF2-40B4-BE49-F238E27FC236}">
                  <a16:creationId xmlns:a16="http://schemas.microsoft.com/office/drawing/2014/main" id="{2CA19358-F4E3-7943-94EA-1E6B89CD736E}"/>
                </a:ext>
              </a:extLst>
            </p:cNvPr>
            <p:cNvSpPr/>
            <p:nvPr/>
          </p:nvSpPr>
          <p:spPr>
            <a:xfrm>
              <a:off x="591708" y="3965892"/>
              <a:ext cx="114379" cy="114273"/>
            </a:xfrm>
            <a:custGeom>
              <a:avLst/>
              <a:gdLst>
                <a:gd name="connsiteX0" fmla="*/ 56870 w 114379"/>
                <a:gd name="connsiteY0" fmla="*/ 114273 h 114273"/>
                <a:gd name="connsiteX1" fmla="*/ 114380 w 114379"/>
                <a:gd name="connsiteY1" fmla="*/ 57456 h 114273"/>
                <a:gd name="connsiteX2" fmla="*/ 57509 w 114379"/>
                <a:gd name="connsiteY2" fmla="*/ 0 h 114273"/>
                <a:gd name="connsiteX3" fmla="*/ 0 w 114379"/>
                <a:gd name="connsiteY3" fmla="*/ 56818 h 114273"/>
                <a:gd name="connsiteX4" fmla="*/ 0 w 114379"/>
                <a:gd name="connsiteY4" fmla="*/ 56818 h 114273"/>
                <a:gd name="connsiteX5" fmla="*/ 56870 w 114379"/>
                <a:gd name="connsiteY5" fmla="*/ 114273 h 114273"/>
                <a:gd name="connsiteX6" fmla="*/ 56870 w 114379"/>
                <a:gd name="connsiteY6" fmla="*/ 12768 h 114273"/>
                <a:gd name="connsiteX7" fmla="*/ 101600 w 114379"/>
                <a:gd name="connsiteY7" fmla="*/ 56818 h 114273"/>
                <a:gd name="connsiteX8" fmla="*/ 57509 w 114379"/>
                <a:gd name="connsiteY8" fmla="*/ 101505 h 114273"/>
                <a:gd name="connsiteX9" fmla="*/ 12780 w 114379"/>
                <a:gd name="connsiteY9" fmla="*/ 57456 h 114273"/>
                <a:gd name="connsiteX10" fmla="*/ 56870 w 114379"/>
                <a:gd name="connsiteY10" fmla="*/ 12768 h 114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79" h="114273">
                  <a:moveTo>
                    <a:pt x="56870" y="114273"/>
                  </a:moveTo>
                  <a:cubicBezTo>
                    <a:pt x="88181" y="114273"/>
                    <a:pt x="114380" y="88738"/>
                    <a:pt x="114380" y="57456"/>
                  </a:cubicBezTo>
                  <a:cubicBezTo>
                    <a:pt x="114380" y="26175"/>
                    <a:pt x="88820" y="0"/>
                    <a:pt x="57509" y="0"/>
                  </a:cubicBezTo>
                  <a:cubicBezTo>
                    <a:pt x="26199" y="0"/>
                    <a:pt x="0" y="25536"/>
                    <a:pt x="0" y="56818"/>
                  </a:cubicBezTo>
                  <a:cubicBezTo>
                    <a:pt x="0" y="56818"/>
                    <a:pt x="0" y="56818"/>
                    <a:pt x="0" y="56818"/>
                  </a:cubicBezTo>
                  <a:cubicBezTo>
                    <a:pt x="0" y="88738"/>
                    <a:pt x="25560" y="114273"/>
                    <a:pt x="56870" y="114273"/>
                  </a:cubicBezTo>
                  <a:close/>
                  <a:moveTo>
                    <a:pt x="56870" y="12768"/>
                  </a:moveTo>
                  <a:cubicBezTo>
                    <a:pt x="81152" y="12768"/>
                    <a:pt x="101600" y="32559"/>
                    <a:pt x="101600" y="56818"/>
                  </a:cubicBezTo>
                  <a:cubicBezTo>
                    <a:pt x="101600" y="81077"/>
                    <a:pt x="81791" y="101505"/>
                    <a:pt x="57509" y="101505"/>
                  </a:cubicBezTo>
                  <a:cubicBezTo>
                    <a:pt x="33228" y="101505"/>
                    <a:pt x="13419" y="81715"/>
                    <a:pt x="12780" y="57456"/>
                  </a:cubicBezTo>
                  <a:cubicBezTo>
                    <a:pt x="12141" y="33197"/>
                    <a:pt x="31950" y="13407"/>
                    <a:pt x="56870" y="12768"/>
                  </a:cubicBezTo>
                  <a:close/>
                </a:path>
              </a:pathLst>
            </a:custGeom>
            <a:solidFill>
              <a:srgbClr val="005587"/>
            </a:solidFill>
            <a:ln w="6390" cap="flat">
              <a:noFill/>
              <a:prstDash val="solid"/>
              <a:miter/>
            </a:ln>
          </p:spPr>
          <p:txBody>
            <a:bodyPr rtlCol="0" anchor="ctr"/>
            <a:lstStyle/>
            <a:p>
              <a:endParaRPr lang="en-US"/>
            </a:p>
          </p:txBody>
        </p:sp>
        <p:sp>
          <p:nvSpPr>
            <p:cNvPr id="641" name="Graphic 4">
              <a:extLst>
                <a:ext uri="{FF2B5EF4-FFF2-40B4-BE49-F238E27FC236}">
                  <a16:creationId xmlns:a16="http://schemas.microsoft.com/office/drawing/2014/main" id="{9218E8DD-21A7-2340-B414-AC1DC276087E}"/>
                </a:ext>
              </a:extLst>
            </p:cNvPr>
            <p:cNvSpPr/>
            <p:nvPr/>
          </p:nvSpPr>
          <p:spPr>
            <a:xfrm>
              <a:off x="620462" y="4022071"/>
              <a:ext cx="56231" cy="29366"/>
            </a:xfrm>
            <a:custGeom>
              <a:avLst/>
              <a:gdLst>
                <a:gd name="connsiteX0" fmla="*/ 28116 w 56231"/>
                <a:gd name="connsiteY0" fmla="*/ 29366 h 29366"/>
                <a:gd name="connsiteX1" fmla="*/ 56231 w 56231"/>
                <a:gd name="connsiteY1" fmla="*/ 6384 h 29366"/>
                <a:gd name="connsiteX2" fmla="*/ 49842 w 56231"/>
                <a:gd name="connsiteY2" fmla="*/ 0 h 29366"/>
                <a:gd name="connsiteX3" fmla="*/ 43452 w 56231"/>
                <a:gd name="connsiteY3" fmla="*/ 6384 h 29366"/>
                <a:gd name="connsiteX4" fmla="*/ 28116 w 56231"/>
                <a:gd name="connsiteY4" fmla="*/ 16598 h 29366"/>
                <a:gd name="connsiteX5" fmla="*/ 12780 w 56231"/>
                <a:gd name="connsiteY5" fmla="*/ 6384 h 29366"/>
                <a:gd name="connsiteX6" fmla="*/ 6390 w 56231"/>
                <a:gd name="connsiteY6" fmla="*/ 0 h 29366"/>
                <a:gd name="connsiteX7" fmla="*/ 0 w 56231"/>
                <a:gd name="connsiteY7" fmla="*/ 6384 h 29366"/>
                <a:gd name="connsiteX8" fmla="*/ 28116 w 56231"/>
                <a:gd name="connsiteY8" fmla="*/ 29366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231" h="29366">
                  <a:moveTo>
                    <a:pt x="28116" y="29366"/>
                  </a:moveTo>
                  <a:cubicBezTo>
                    <a:pt x="43452" y="29366"/>
                    <a:pt x="56231" y="19152"/>
                    <a:pt x="56231" y="6384"/>
                  </a:cubicBezTo>
                  <a:cubicBezTo>
                    <a:pt x="56231" y="2553"/>
                    <a:pt x="53675" y="0"/>
                    <a:pt x="49842" y="0"/>
                  </a:cubicBezTo>
                  <a:cubicBezTo>
                    <a:pt x="46008" y="0"/>
                    <a:pt x="43452" y="2553"/>
                    <a:pt x="43452" y="6384"/>
                  </a:cubicBezTo>
                  <a:cubicBezTo>
                    <a:pt x="43452" y="12129"/>
                    <a:pt x="36423" y="16598"/>
                    <a:pt x="28116" y="16598"/>
                  </a:cubicBezTo>
                  <a:cubicBezTo>
                    <a:pt x="19809" y="16598"/>
                    <a:pt x="12780" y="11491"/>
                    <a:pt x="12780" y="6384"/>
                  </a:cubicBezTo>
                  <a:cubicBezTo>
                    <a:pt x="12780" y="2553"/>
                    <a:pt x="10224" y="0"/>
                    <a:pt x="6390" y="0"/>
                  </a:cubicBezTo>
                  <a:cubicBezTo>
                    <a:pt x="2556" y="0"/>
                    <a:pt x="0" y="2553"/>
                    <a:pt x="0" y="6384"/>
                  </a:cubicBezTo>
                  <a:cubicBezTo>
                    <a:pt x="0" y="19152"/>
                    <a:pt x="12780" y="29366"/>
                    <a:pt x="28116" y="29366"/>
                  </a:cubicBezTo>
                  <a:close/>
                </a:path>
              </a:pathLst>
            </a:custGeom>
            <a:solidFill>
              <a:srgbClr val="005587"/>
            </a:solidFill>
            <a:ln w="6390" cap="flat">
              <a:noFill/>
              <a:prstDash val="solid"/>
              <a:miter/>
            </a:ln>
          </p:spPr>
          <p:txBody>
            <a:bodyPr rtlCol="0" anchor="ctr"/>
            <a:lstStyle/>
            <a:p>
              <a:endParaRPr lang="en-US"/>
            </a:p>
          </p:txBody>
        </p:sp>
        <p:sp>
          <p:nvSpPr>
            <p:cNvPr id="642" name="Graphic 4">
              <a:extLst>
                <a:ext uri="{FF2B5EF4-FFF2-40B4-BE49-F238E27FC236}">
                  <a16:creationId xmlns:a16="http://schemas.microsoft.com/office/drawing/2014/main" id="{69985F2C-D7B5-8A42-85D9-AE970DB840B8}"/>
                </a:ext>
              </a:extLst>
            </p:cNvPr>
            <p:cNvSpPr/>
            <p:nvPr/>
          </p:nvSpPr>
          <p:spPr>
            <a:xfrm>
              <a:off x="664063" y="4002281"/>
              <a:ext cx="12656" cy="12767"/>
            </a:xfrm>
            <a:custGeom>
              <a:avLst/>
              <a:gdLst>
                <a:gd name="connsiteX0" fmla="*/ 6241 w 12656"/>
                <a:gd name="connsiteY0" fmla="*/ 12768 h 12767"/>
                <a:gd name="connsiteX1" fmla="*/ 10714 w 12656"/>
                <a:gd name="connsiteY1" fmla="*/ 10853 h 12767"/>
                <a:gd name="connsiteX2" fmla="*/ 11992 w 12656"/>
                <a:gd name="connsiteY2" fmla="*/ 3831 h 12767"/>
                <a:gd name="connsiteX3" fmla="*/ 10714 w 12656"/>
                <a:gd name="connsiteY3" fmla="*/ 1915 h 12767"/>
                <a:gd name="connsiteX4" fmla="*/ 1768 w 12656"/>
                <a:gd name="connsiteY4" fmla="*/ 1915 h 12767"/>
                <a:gd name="connsiteX5" fmla="*/ 490 w 12656"/>
                <a:gd name="connsiteY5" fmla="*/ 3831 h 12767"/>
                <a:gd name="connsiteX6" fmla="*/ 3685 w 12656"/>
                <a:gd name="connsiteY6" fmla="*/ 12130 h 12767"/>
                <a:gd name="connsiteX7" fmla="*/ 6241 w 12656"/>
                <a:gd name="connsiteY7"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56" h="12767">
                  <a:moveTo>
                    <a:pt x="6241" y="12768"/>
                  </a:moveTo>
                  <a:cubicBezTo>
                    <a:pt x="8158" y="12768"/>
                    <a:pt x="9436" y="12130"/>
                    <a:pt x="10714" y="10853"/>
                  </a:cubicBezTo>
                  <a:cubicBezTo>
                    <a:pt x="12631" y="8938"/>
                    <a:pt x="13270" y="6384"/>
                    <a:pt x="11992" y="3831"/>
                  </a:cubicBezTo>
                  <a:cubicBezTo>
                    <a:pt x="11992" y="3192"/>
                    <a:pt x="11353" y="2554"/>
                    <a:pt x="10714" y="1915"/>
                  </a:cubicBezTo>
                  <a:cubicBezTo>
                    <a:pt x="8158" y="-638"/>
                    <a:pt x="4324" y="-638"/>
                    <a:pt x="1768" y="1915"/>
                  </a:cubicBezTo>
                  <a:cubicBezTo>
                    <a:pt x="1129" y="2554"/>
                    <a:pt x="490" y="3192"/>
                    <a:pt x="490" y="3831"/>
                  </a:cubicBezTo>
                  <a:cubicBezTo>
                    <a:pt x="-788" y="7023"/>
                    <a:pt x="490" y="10853"/>
                    <a:pt x="3685" y="12130"/>
                  </a:cubicBezTo>
                  <a:cubicBezTo>
                    <a:pt x="4324" y="12768"/>
                    <a:pt x="5602" y="12768"/>
                    <a:pt x="6241" y="12768"/>
                  </a:cubicBezTo>
                  <a:close/>
                </a:path>
              </a:pathLst>
            </a:custGeom>
            <a:solidFill>
              <a:srgbClr val="005587"/>
            </a:solidFill>
            <a:ln w="6390" cap="flat">
              <a:noFill/>
              <a:prstDash val="solid"/>
              <a:miter/>
            </a:ln>
          </p:spPr>
          <p:txBody>
            <a:bodyPr rtlCol="0" anchor="ctr"/>
            <a:lstStyle/>
            <a:p>
              <a:endParaRPr lang="en-US"/>
            </a:p>
          </p:txBody>
        </p:sp>
        <p:sp>
          <p:nvSpPr>
            <p:cNvPr id="643" name="Graphic 4">
              <a:extLst>
                <a:ext uri="{FF2B5EF4-FFF2-40B4-BE49-F238E27FC236}">
                  <a16:creationId xmlns:a16="http://schemas.microsoft.com/office/drawing/2014/main" id="{873BABFE-FCE0-1E40-89F4-DD91E1592171}"/>
                </a:ext>
              </a:extLst>
            </p:cNvPr>
            <p:cNvSpPr/>
            <p:nvPr/>
          </p:nvSpPr>
          <p:spPr>
            <a:xfrm>
              <a:off x="620462" y="4002281"/>
              <a:ext cx="12779" cy="12767"/>
            </a:xfrm>
            <a:custGeom>
              <a:avLst/>
              <a:gdLst>
                <a:gd name="connsiteX0" fmla="*/ 6390 w 12779"/>
                <a:gd name="connsiteY0" fmla="*/ 12768 h 12767"/>
                <a:gd name="connsiteX1" fmla="*/ 10863 w 12779"/>
                <a:gd name="connsiteY1" fmla="*/ 10853 h 12767"/>
                <a:gd name="connsiteX2" fmla="*/ 12780 w 12779"/>
                <a:gd name="connsiteY2" fmla="*/ 6384 h 12767"/>
                <a:gd name="connsiteX3" fmla="*/ 10863 w 12779"/>
                <a:gd name="connsiteY3" fmla="*/ 1915 h 12767"/>
                <a:gd name="connsiteX4" fmla="*/ 1917 w 12779"/>
                <a:gd name="connsiteY4" fmla="*/ 1915 h 12767"/>
                <a:gd name="connsiteX5" fmla="*/ 0 w 12779"/>
                <a:gd name="connsiteY5" fmla="*/ 6384 h 12767"/>
                <a:gd name="connsiteX6" fmla="*/ 6390 w 12779"/>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12767">
                  <a:moveTo>
                    <a:pt x="6390" y="12768"/>
                  </a:moveTo>
                  <a:cubicBezTo>
                    <a:pt x="8307" y="12768"/>
                    <a:pt x="9585" y="12130"/>
                    <a:pt x="10863" y="10853"/>
                  </a:cubicBezTo>
                  <a:cubicBezTo>
                    <a:pt x="12141" y="9576"/>
                    <a:pt x="12780" y="8299"/>
                    <a:pt x="12780" y="6384"/>
                  </a:cubicBezTo>
                  <a:cubicBezTo>
                    <a:pt x="12780" y="4469"/>
                    <a:pt x="12141" y="3192"/>
                    <a:pt x="10863" y="1915"/>
                  </a:cubicBezTo>
                  <a:cubicBezTo>
                    <a:pt x="8307" y="-638"/>
                    <a:pt x="4473" y="-638"/>
                    <a:pt x="1917" y="1915"/>
                  </a:cubicBezTo>
                  <a:cubicBezTo>
                    <a:pt x="639" y="3192"/>
                    <a:pt x="0" y="4469"/>
                    <a:pt x="0" y="6384"/>
                  </a:cubicBezTo>
                  <a:cubicBezTo>
                    <a:pt x="0" y="10215"/>
                    <a:pt x="2556" y="12768"/>
                    <a:pt x="6390" y="12768"/>
                  </a:cubicBezTo>
                  <a:close/>
                </a:path>
              </a:pathLst>
            </a:custGeom>
            <a:solidFill>
              <a:srgbClr val="005587"/>
            </a:solidFill>
            <a:ln w="6390" cap="flat">
              <a:noFill/>
              <a:prstDash val="solid"/>
              <a:miter/>
            </a:ln>
          </p:spPr>
          <p:txBody>
            <a:bodyPr rtlCol="0" anchor="ctr"/>
            <a:lstStyle/>
            <a:p>
              <a:endParaRPr lang="en-US"/>
            </a:p>
          </p:txBody>
        </p:sp>
      </p:grpSp>
      <p:grpSp>
        <p:nvGrpSpPr>
          <p:cNvPr id="644" name="Graphic 4">
            <a:extLst>
              <a:ext uri="{FF2B5EF4-FFF2-40B4-BE49-F238E27FC236}">
                <a16:creationId xmlns:a16="http://schemas.microsoft.com/office/drawing/2014/main" id="{01E0E8B4-41E5-194B-A5A0-06AAD22FE823}"/>
              </a:ext>
            </a:extLst>
          </p:cNvPr>
          <p:cNvGrpSpPr/>
          <p:nvPr/>
        </p:nvGrpSpPr>
        <p:grpSpPr>
          <a:xfrm>
            <a:off x="905454" y="3824168"/>
            <a:ext cx="362309" cy="361971"/>
            <a:chOff x="905454" y="3824168"/>
            <a:chExt cx="362309" cy="361971"/>
          </a:xfrm>
          <a:solidFill>
            <a:srgbClr val="005587"/>
          </a:solidFill>
        </p:grpSpPr>
        <p:sp>
          <p:nvSpPr>
            <p:cNvPr id="645" name="Graphic 4">
              <a:extLst>
                <a:ext uri="{FF2B5EF4-FFF2-40B4-BE49-F238E27FC236}">
                  <a16:creationId xmlns:a16="http://schemas.microsoft.com/office/drawing/2014/main" id="{10BE860B-12BB-F543-819D-7556B1F5B7EB}"/>
                </a:ext>
              </a:extLst>
            </p:cNvPr>
            <p:cNvSpPr/>
            <p:nvPr/>
          </p:nvSpPr>
          <p:spPr>
            <a:xfrm>
              <a:off x="1013444" y="3949932"/>
              <a:ext cx="146968" cy="146831"/>
            </a:xfrm>
            <a:custGeom>
              <a:avLst/>
              <a:gdLst>
                <a:gd name="connsiteX0" fmla="*/ 0 w 146968"/>
                <a:gd name="connsiteY0" fmla="*/ 146832 h 146831"/>
                <a:gd name="connsiteX1" fmla="*/ 146969 w 146968"/>
                <a:gd name="connsiteY1" fmla="*/ 146832 h 146831"/>
                <a:gd name="connsiteX2" fmla="*/ 146969 w 146968"/>
                <a:gd name="connsiteY2" fmla="*/ 0 h 146831"/>
                <a:gd name="connsiteX3" fmla="*/ 0 w 146968"/>
                <a:gd name="connsiteY3" fmla="*/ 0 h 146831"/>
                <a:gd name="connsiteX4" fmla="*/ 0 w 146968"/>
                <a:gd name="connsiteY4" fmla="*/ 146832 h 146831"/>
                <a:gd name="connsiteX5" fmla="*/ 72845 w 146968"/>
                <a:gd name="connsiteY5" fmla="*/ 15960 h 146831"/>
                <a:gd name="connsiteX6" fmla="*/ 130355 w 146968"/>
                <a:gd name="connsiteY6" fmla="*/ 72778 h 146831"/>
                <a:gd name="connsiteX7" fmla="*/ 73484 w 146968"/>
                <a:gd name="connsiteY7" fmla="*/ 130233 h 146831"/>
                <a:gd name="connsiteX8" fmla="*/ 15975 w 146968"/>
                <a:gd name="connsiteY8" fmla="*/ 73416 h 146831"/>
                <a:gd name="connsiteX9" fmla="*/ 72845 w 146968"/>
                <a:gd name="connsiteY9" fmla="*/ 15960 h 146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968" h="146831">
                  <a:moveTo>
                    <a:pt x="0" y="146832"/>
                  </a:moveTo>
                  <a:lnTo>
                    <a:pt x="146969" y="146832"/>
                  </a:lnTo>
                  <a:lnTo>
                    <a:pt x="146969" y="0"/>
                  </a:lnTo>
                  <a:lnTo>
                    <a:pt x="0" y="0"/>
                  </a:lnTo>
                  <a:lnTo>
                    <a:pt x="0" y="146832"/>
                  </a:lnTo>
                  <a:close/>
                  <a:moveTo>
                    <a:pt x="72845" y="15960"/>
                  </a:moveTo>
                  <a:cubicBezTo>
                    <a:pt x="104156" y="15960"/>
                    <a:pt x="130355" y="41496"/>
                    <a:pt x="130355" y="72778"/>
                  </a:cubicBezTo>
                  <a:cubicBezTo>
                    <a:pt x="130355" y="104059"/>
                    <a:pt x="104795" y="130233"/>
                    <a:pt x="73484" y="130233"/>
                  </a:cubicBezTo>
                  <a:cubicBezTo>
                    <a:pt x="42174" y="130233"/>
                    <a:pt x="16614" y="104697"/>
                    <a:pt x="15975" y="73416"/>
                  </a:cubicBezTo>
                  <a:cubicBezTo>
                    <a:pt x="15975" y="42135"/>
                    <a:pt x="41535" y="16599"/>
                    <a:pt x="72845" y="15960"/>
                  </a:cubicBezTo>
                  <a:close/>
                </a:path>
              </a:pathLst>
            </a:custGeom>
            <a:solidFill>
              <a:srgbClr val="005587"/>
            </a:solidFill>
            <a:ln w="6390" cap="flat">
              <a:noFill/>
              <a:prstDash val="solid"/>
              <a:miter/>
            </a:ln>
          </p:spPr>
          <p:txBody>
            <a:bodyPr rtlCol="0" anchor="ctr"/>
            <a:lstStyle/>
            <a:p>
              <a:endParaRPr lang="en-US"/>
            </a:p>
          </p:txBody>
        </p:sp>
        <p:sp>
          <p:nvSpPr>
            <p:cNvPr id="646" name="Graphic 4">
              <a:extLst>
                <a:ext uri="{FF2B5EF4-FFF2-40B4-BE49-F238E27FC236}">
                  <a16:creationId xmlns:a16="http://schemas.microsoft.com/office/drawing/2014/main" id="{F576A29B-BED4-9F47-869C-0024D37860CE}"/>
                </a:ext>
              </a:extLst>
            </p:cNvPr>
            <p:cNvSpPr/>
            <p:nvPr/>
          </p:nvSpPr>
          <p:spPr>
            <a:xfrm>
              <a:off x="1042198" y="3978660"/>
              <a:ext cx="88820" cy="88737"/>
            </a:xfrm>
            <a:custGeom>
              <a:avLst/>
              <a:gdLst>
                <a:gd name="connsiteX0" fmla="*/ 44091 w 88820"/>
                <a:gd name="connsiteY0" fmla="*/ 88738 h 88737"/>
                <a:gd name="connsiteX1" fmla="*/ 88820 w 88820"/>
                <a:gd name="connsiteY1" fmla="*/ 44688 h 88737"/>
                <a:gd name="connsiteX2" fmla="*/ 44730 w 88820"/>
                <a:gd name="connsiteY2" fmla="*/ 0 h 88737"/>
                <a:gd name="connsiteX3" fmla="*/ 0 w 88820"/>
                <a:gd name="connsiteY3" fmla="*/ 44050 h 88737"/>
                <a:gd name="connsiteX4" fmla="*/ 0 w 88820"/>
                <a:gd name="connsiteY4" fmla="*/ 44050 h 88737"/>
                <a:gd name="connsiteX5" fmla="*/ 44091 w 88820"/>
                <a:gd name="connsiteY5" fmla="*/ 88738 h 88737"/>
                <a:gd name="connsiteX6" fmla="*/ 44091 w 88820"/>
                <a:gd name="connsiteY6" fmla="*/ 88738 h 88737"/>
                <a:gd name="connsiteX7" fmla="*/ 60065 w 88820"/>
                <a:gd name="connsiteY7" fmla="*/ 27451 h 88737"/>
                <a:gd name="connsiteX8" fmla="*/ 61343 w 88820"/>
                <a:gd name="connsiteY8" fmla="*/ 25536 h 88737"/>
                <a:gd name="connsiteX9" fmla="*/ 70289 w 88820"/>
                <a:gd name="connsiteY9" fmla="*/ 25536 h 88737"/>
                <a:gd name="connsiteX10" fmla="*/ 72206 w 88820"/>
                <a:gd name="connsiteY10" fmla="*/ 30005 h 88737"/>
                <a:gd name="connsiteX11" fmla="*/ 65816 w 88820"/>
                <a:gd name="connsiteY11" fmla="*/ 36389 h 88737"/>
                <a:gd name="connsiteX12" fmla="*/ 61343 w 88820"/>
                <a:gd name="connsiteY12" fmla="*/ 34474 h 88737"/>
                <a:gd name="connsiteX13" fmla="*/ 60065 w 88820"/>
                <a:gd name="connsiteY13" fmla="*/ 27451 h 88737"/>
                <a:gd name="connsiteX14" fmla="*/ 44091 w 88820"/>
                <a:gd name="connsiteY14" fmla="*/ 60010 h 88737"/>
                <a:gd name="connsiteX15" fmla="*/ 59426 w 88820"/>
                <a:gd name="connsiteY15" fmla="*/ 49795 h 88737"/>
                <a:gd name="connsiteX16" fmla="*/ 65816 w 88820"/>
                <a:gd name="connsiteY16" fmla="*/ 43411 h 88737"/>
                <a:gd name="connsiteX17" fmla="*/ 72206 w 88820"/>
                <a:gd name="connsiteY17" fmla="*/ 49795 h 88737"/>
                <a:gd name="connsiteX18" fmla="*/ 44091 w 88820"/>
                <a:gd name="connsiteY18" fmla="*/ 72778 h 88737"/>
                <a:gd name="connsiteX19" fmla="*/ 15975 w 88820"/>
                <a:gd name="connsiteY19" fmla="*/ 49795 h 88737"/>
                <a:gd name="connsiteX20" fmla="*/ 22365 w 88820"/>
                <a:gd name="connsiteY20" fmla="*/ 43411 h 88737"/>
                <a:gd name="connsiteX21" fmla="*/ 28755 w 88820"/>
                <a:gd name="connsiteY21" fmla="*/ 49795 h 88737"/>
                <a:gd name="connsiteX22" fmla="*/ 44091 w 88820"/>
                <a:gd name="connsiteY22" fmla="*/ 60010 h 88737"/>
                <a:gd name="connsiteX23" fmla="*/ 17892 w 88820"/>
                <a:gd name="connsiteY23" fmla="*/ 25536 h 88737"/>
                <a:gd name="connsiteX24" fmla="*/ 24921 w 88820"/>
                <a:gd name="connsiteY24" fmla="*/ 24259 h 88737"/>
                <a:gd name="connsiteX25" fmla="*/ 26199 w 88820"/>
                <a:gd name="connsiteY25" fmla="*/ 24898 h 88737"/>
                <a:gd name="connsiteX26" fmla="*/ 26838 w 88820"/>
                <a:gd name="connsiteY26" fmla="*/ 25536 h 88737"/>
                <a:gd name="connsiteX27" fmla="*/ 28755 w 88820"/>
                <a:gd name="connsiteY27" fmla="*/ 30005 h 88737"/>
                <a:gd name="connsiteX28" fmla="*/ 22365 w 88820"/>
                <a:gd name="connsiteY28" fmla="*/ 36389 h 88737"/>
                <a:gd name="connsiteX29" fmla="*/ 17892 w 88820"/>
                <a:gd name="connsiteY29" fmla="*/ 34474 h 88737"/>
                <a:gd name="connsiteX30" fmla="*/ 15975 w 88820"/>
                <a:gd name="connsiteY30" fmla="*/ 30005 h 88737"/>
                <a:gd name="connsiteX31" fmla="*/ 17892 w 88820"/>
                <a:gd name="connsiteY31" fmla="*/ 25536 h 88737"/>
                <a:gd name="connsiteX32" fmla="*/ 17892 w 88820"/>
                <a:gd name="connsiteY32" fmla="*/ 25536 h 88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88820" h="88737">
                  <a:moveTo>
                    <a:pt x="44091" y="88738"/>
                  </a:moveTo>
                  <a:cubicBezTo>
                    <a:pt x="68372" y="88738"/>
                    <a:pt x="88820" y="68947"/>
                    <a:pt x="88820" y="44688"/>
                  </a:cubicBezTo>
                  <a:cubicBezTo>
                    <a:pt x="88820" y="20429"/>
                    <a:pt x="69011" y="0"/>
                    <a:pt x="44730" y="0"/>
                  </a:cubicBezTo>
                  <a:cubicBezTo>
                    <a:pt x="20448" y="0"/>
                    <a:pt x="0" y="19791"/>
                    <a:pt x="0" y="44050"/>
                  </a:cubicBezTo>
                  <a:cubicBezTo>
                    <a:pt x="0" y="44050"/>
                    <a:pt x="0" y="44050"/>
                    <a:pt x="0" y="44050"/>
                  </a:cubicBezTo>
                  <a:cubicBezTo>
                    <a:pt x="0" y="68947"/>
                    <a:pt x="19809" y="88738"/>
                    <a:pt x="44091" y="88738"/>
                  </a:cubicBezTo>
                  <a:lnTo>
                    <a:pt x="44091" y="88738"/>
                  </a:lnTo>
                  <a:close/>
                  <a:moveTo>
                    <a:pt x="60065" y="27451"/>
                  </a:moveTo>
                  <a:cubicBezTo>
                    <a:pt x="60065" y="26813"/>
                    <a:pt x="60704" y="26175"/>
                    <a:pt x="61343" y="25536"/>
                  </a:cubicBezTo>
                  <a:cubicBezTo>
                    <a:pt x="63899" y="22983"/>
                    <a:pt x="67733" y="22983"/>
                    <a:pt x="70289" y="25536"/>
                  </a:cubicBezTo>
                  <a:cubicBezTo>
                    <a:pt x="71567" y="26813"/>
                    <a:pt x="72206" y="28090"/>
                    <a:pt x="72206" y="30005"/>
                  </a:cubicBezTo>
                  <a:cubicBezTo>
                    <a:pt x="72206" y="33835"/>
                    <a:pt x="69650" y="36389"/>
                    <a:pt x="65816" y="36389"/>
                  </a:cubicBezTo>
                  <a:cubicBezTo>
                    <a:pt x="63899" y="36389"/>
                    <a:pt x="62621" y="35751"/>
                    <a:pt x="61343" y="34474"/>
                  </a:cubicBezTo>
                  <a:cubicBezTo>
                    <a:pt x="59426" y="32559"/>
                    <a:pt x="58787" y="30005"/>
                    <a:pt x="60065" y="27451"/>
                  </a:cubicBezTo>
                  <a:close/>
                  <a:moveTo>
                    <a:pt x="44091" y="60010"/>
                  </a:moveTo>
                  <a:cubicBezTo>
                    <a:pt x="52397" y="60010"/>
                    <a:pt x="59426" y="54902"/>
                    <a:pt x="59426" y="49795"/>
                  </a:cubicBezTo>
                  <a:cubicBezTo>
                    <a:pt x="59426" y="45965"/>
                    <a:pt x="61982" y="43411"/>
                    <a:pt x="65816" y="43411"/>
                  </a:cubicBezTo>
                  <a:cubicBezTo>
                    <a:pt x="69650" y="43411"/>
                    <a:pt x="72206" y="45965"/>
                    <a:pt x="72206" y="49795"/>
                  </a:cubicBezTo>
                  <a:cubicBezTo>
                    <a:pt x="72206" y="62563"/>
                    <a:pt x="59426" y="72778"/>
                    <a:pt x="44091" y="72778"/>
                  </a:cubicBezTo>
                  <a:cubicBezTo>
                    <a:pt x="28755" y="72778"/>
                    <a:pt x="15975" y="62563"/>
                    <a:pt x="15975" y="49795"/>
                  </a:cubicBezTo>
                  <a:cubicBezTo>
                    <a:pt x="15975" y="45965"/>
                    <a:pt x="18531" y="43411"/>
                    <a:pt x="22365" y="43411"/>
                  </a:cubicBezTo>
                  <a:cubicBezTo>
                    <a:pt x="26199" y="43411"/>
                    <a:pt x="28755" y="45965"/>
                    <a:pt x="28755" y="49795"/>
                  </a:cubicBezTo>
                  <a:cubicBezTo>
                    <a:pt x="28755" y="54902"/>
                    <a:pt x="35784" y="60010"/>
                    <a:pt x="44091" y="60010"/>
                  </a:cubicBezTo>
                  <a:close/>
                  <a:moveTo>
                    <a:pt x="17892" y="25536"/>
                  </a:moveTo>
                  <a:cubicBezTo>
                    <a:pt x="19809" y="23621"/>
                    <a:pt x="22365" y="22983"/>
                    <a:pt x="24921" y="24259"/>
                  </a:cubicBezTo>
                  <a:cubicBezTo>
                    <a:pt x="25560" y="24259"/>
                    <a:pt x="25560" y="24898"/>
                    <a:pt x="26199" y="24898"/>
                  </a:cubicBezTo>
                  <a:lnTo>
                    <a:pt x="26838" y="25536"/>
                  </a:lnTo>
                  <a:cubicBezTo>
                    <a:pt x="28116" y="26813"/>
                    <a:pt x="28755" y="28090"/>
                    <a:pt x="28755" y="30005"/>
                  </a:cubicBezTo>
                  <a:cubicBezTo>
                    <a:pt x="28755" y="33835"/>
                    <a:pt x="26199" y="36389"/>
                    <a:pt x="22365" y="36389"/>
                  </a:cubicBezTo>
                  <a:cubicBezTo>
                    <a:pt x="20448" y="36389"/>
                    <a:pt x="19170" y="35751"/>
                    <a:pt x="17892" y="34474"/>
                  </a:cubicBezTo>
                  <a:cubicBezTo>
                    <a:pt x="16614" y="33197"/>
                    <a:pt x="15975" y="31920"/>
                    <a:pt x="15975" y="30005"/>
                  </a:cubicBezTo>
                  <a:cubicBezTo>
                    <a:pt x="15975" y="28728"/>
                    <a:pt x="16614" y="26813"/>
                    <a:pt x="17892" y="25536"/>
                  </a:cubicBezTo>
                  <a:lnTo>
                    <a:pt x="17892" y="25536"/>
                  </a:lnTo>
                  <a:close/>
                </a:path>
              </a:pathLst>
            </a:custGeom>
            <a:solidFill>
              <a:srgbClr val="005587"/>
            </a:solidFill>
            <a:ln w="6390" cap="flat">
              <a:noFill/>
              <a:prstDash val="solid"/>
              <a:miter/>
            </a:ln>
          </p:spPr>
          <p:txBody>
            <a:bodyPr rtlCol="0" anchor="ctr"/>
            <a:lstStyle/>
            <a:p>
              <a:endParaRPr lang="en-US"/>
            </a:p>
          </p:txBody>
        </p:sp>
        <p:sp>
          <p:nvSpPr>
            <p:cNvPr id="647" name="Graphic 4">
              <a:extLst>
                <a:ext uri="{FF2B5EF4-FFF2-40B4-BE49-F238E27FC236}">
                  <a16:creationId xmlns:a16="http://schemas.microsoft.com/office/drawing/2014/main" id="{783BB9B2-90F3-8044-BDA1-2DFB2A5F3811}"/>
                </a:ext>
              </a:extLst>
            </p:cNvPr>
            <p:cNvSpPr/>
            <p:nvPr/>
          </p:nvSpPr>
          <p:spPr>
            <a:xfrm>
              <a:off x="905454" y="3824168"/>
              <a:ext cx="362309" cy="361971"/>
            </a:xfrm>
            <a:custGeom>
              <a:avLst/>
              <a:gdLst>
                <a:gd name="connsiteX0" fmla="*/ 180835 w 362309"/>
                <a:gd name="connsiteY0" fmla="*/ 0 h 361971"/>
                <a:gd name="connsiteX1" fmla="*/ 0 w 362309"/>
                <a:gd name="connsiteY1" fmla="*/ 180667 h 361971"/>
                <a:gd name="connsiteX2" fmla="*/ 180835 w 362309"/>
                <a:gd name="connsiteY2" fmla="*/ 361971 h 361971"/>
                <a:gd name="connsiteX3" fmla="*/ 362309 w 362309"/>
                <a:gd name="connsiteY3" fmla="*/ 180667 h 361971"/>
                <a:gd name="connsiteX4" fmla="*/ 362309 w 362309"/>
                <a:gd name="connsiteY4" fmla="*/ 180667 h 361971"/>
                <a:gd name="connsiteX5" fmla="*/ 180835 w 362309"/>
                <a:gd name="connsiteY5" fmla="*/ 0 h 361971"/>
                <a:gd name="connsiteX6" fmla="*/ 267099 w 362309"/>
                <a:gd name="connsiteY6" fmla="*/ 278980 h 361971"/>
                <a:gd name="connsiteX7" fmla="*/ 260709 w 362309"/>
                <a:gd name="connsiteY7" fmla="*/ 285364 h 361971"/>
                <a:gd name="connsiteX8" fmla="*/ 100961 w 362309"/>
                <a:gd name="connsiteY8" fmla="*/ 285364 h 361971"/>
                <a:gd name="connsiteX9" fmla="*/ 94571 w 362309"/>
                <a:gd name="connsiteY9" fmla="*/ 278980 h 361971"/>
                <a:gd name="connsiteX10" fmla="*/ 94571 w 362309"/>
                <a:gd name="connsiteY10" fmla="*/ 119380 h 361971"/>
                <a:gd name="connsiteX11" fmla="*/ 99044 w 362309"/>
                <a:gd name="connsiteY11" fmla="*/ 112996 h 361971"/>
                <a:gd name="connsiteX12" fmla="*/ 229399 w 362309"/>
                <a:gd name="connsiteY12" fmla="*/ 76608 h 361971"/>
                <a:gd name="connsiteX13" fmla="*/ 237067 w 362309"/>
                <a:gd name="connsiteY13" fmla="*/ 81076 h 361971"/>
                <a:gd name="connsiteX14" fmla="*/ 237067 w 362309"/>
                <a:gd name="connsiteY14" fmla="*/ 82992 h 361971"/>
                <a:gd name="connsiteX15" fmla="*/ 237067 w 362309"/>
                <a:gd name="connsiteY15" fmla="*/ 112358 h 361971"/>
                <a:gd name="connsiteX16" fmla="*/ 224287 w 362309"/>
                <a:gd name="connsiteY16" fmla="*/ 112358 h 361971"/>
                <a:gd name="connsiteX17" fmla="*/ 224287 w 362309"/>
                <a:gd name="connsiteY17" fmla="*/ 91929 h 361971"/>
                <a:gd name="connsiteX18" fmla="*/ 146969 w 362309"/>
                <a:gd name="connsiteY18" fmla="*/ 112996 h 361971"/>
                <a:gd name="connsiteX19" fmla="*/ 259431 w 362309"/>
                <a:gd name="connsiteY19" fmla="*/ 112996 h 361971"/>
                <a:gd name="connsiteX20" fmla="*/ 265821 w 362309"/>
                <a:gd name="connsiteY20" fmla="*/ 119380 h 361971"/>
                <a:gd name="connsiteX21" fmla="*/ 267099 w 362309"/>
                <a:gd name="connsiteY21" fmla="*/ 27898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2309" h="361971">
                  <a:moveTo>
                    <a:pt x="180835" y="0"/>
                  </a:moveTo>
                  <a:cubicBezTo>
                    <a:pt x="80513" y="0"/>
                    <a:pt x="0" y="81076"/>
                    <a:pt x="0" y="180667"/>
                  </a:cubicBezTo>
                  <a:cubicBezTo>
                    <a:pt x="0" y="280895"/>
                    <a:pt x="81152" y="361971"/>
                    <a:pt x="180835" y="361971"/>
                  </a:cubicBezTo>
                  <a:cubicBezTo>
                    <a:pt x="280518" y="361971"/>
                    <a:pt x="362309" y="280895"/>
                    <a:pt x="362309" y="180667"/>
                  </a:cubicBezTo>
                  <a:lnTo>
                    <a:pt x="362309" y="180667"/>
                  </a:lnTo>
                  <a:cubicBezTo>
                    <a:pt x="361670" y="81076"/>
                    <a:pt x="281157" y="0"/>
                    <a:pt x="180835" y="0"/>
                  </a:cubicBezTo>
                  <a:close/>
                  <a:moveTo>
                    <a:pt x="267099" y="278980"/>
                  </a:moveTo>
                  <a:cubicBezTo>
                    <a:pt x="267099" y="282810"/>
                    <a:pt x="264543" y="285364"/>
                    <a:pt x="260709" y="285364"/>
                  </a:cubicBezTo>
                  <a:lnTo>
                    <a:pt x="100961" y="285364"/>
                  </a:lnTo>
                  <a:cubicBezTo>
                    <a:pt x="97127" y="285364"/>
                    <a:pt x="94571" y="282810"/>
                    <a:pt x="94571" y="278980"/>
                  </a:cubicBezTo>
                  <a:lnTo>
                    <a:pt x="94571" y="119380"/>
                  </a:lnTo>
                  <a:cubicBezTo>
                    <a:pt x="94571" y="116188"/>
                    <a:pt x="96488" y="113635"/>
                    <a:pt x="99044" y="112996"/>
                  </a:cubicBezTo>
                  <a:lnTo>
                    <a:pt x="229399" y="76608"/>
                  </a:lnTo>
                  <a:cubicBezTo>
                    <a:pt x="232594" y="75969"/>
                    <a:pt x="236428" y="77884"/>
                    <a:pt x="237067" y="81076"/>
                  </a:cubicBezTo>
                  <a:cubicBezTo>
                    <a:pt x="237067" y="81715"/>
                    <a:pt x="237067" y="82353"/>
                    <a:pt x="237067" y="82992"/>
                  </a:cubicBezTo>
                  <a:lnTo>
                    <a:pt x="237067" y="112358"/>
                  </a:lnTo>
                  <a:lnTo>
                    <a:pt x="224287" y="112358"/>
                  </a:lnTo>
                  <a:lnTo>
                    <a:pt x="224287" y="91929"/>
                  </a:lnTo>
                  <a:lnTo>
                    <a:pt x="146969" y="112996"/>
                  </a:lnTo>
                  <a:lnTo>
                    <a:pt x="259431" y="112996"/>
                  </a:lnTo>
                  <a:cubicBezTo>
                    <a:pt x="263265" y="112996"/>
                    <a:pt x="265821" y="115550"/>
                    <a:pt x="265821" y="119380"/>
                  </a:cubicBezTo>
                  <a:lnTo>
                    <a:pt x="267099" y="278980"/>
                  </a:lnTo>
                  <a:close/>
                </a:path>
              </a:pathLst>
            </a:custGeom>
            <a:solidFill>
              <a:srgbClr val="005587"/>
            </a:solidFill>
            <a:ln w="6390" cap="flat">
              <a:noFill/>
              <a:prstDash val="solid"/>
              <a:miter/>
            </a:ln>
          </p:spPr>
          <p:txBody>
            <a:bodyPr rtlCol="0" anchor="ctr"/>
            <a:lstStyle/>
            <a:p>
              <a:endParaRPr lang="en-US"/>
            </a:p>
          </p:txBody>
        </p:sp>
      </p:grpSp>
      <p:grpSp>
        <p:nvGrpSpPr>
          <p:cNvPr id="648" name="Graphic 4">
            <a:extLst>
              <a:ext uri="{FF2B5EF4-FFF2-40B4-BE49-F238E27FC236}">
                <a16:creationId xmlns:a16="http://schemas.microsoft.com/office/drawing/2014/main" id="{EC4ACB08-1D18-DB4F-B699-5DA35AD2D8DA}"/>
              </a:ext>
            </a:extLst>
          </p:cNvPr>
          <p:cNvGrpSpPr/>
          <p:nvPr/>
        </p:nvGrpSpPr>
        <p:grpSpPr>
          <a:xfrm>
            <a:off x="8840477" y="2855717"/>
            <a:ext cx="362312" cy="361971"/>
            <a:chOff x="8840477" y="2855717"/>
            <a:chExt cx="362312" cy="361971"/>
          </a:xfrm>
          <a:solidFill>
            <a:srgbClr val="0076A8"/>
          </a:solidFill>
        </p:grpSpPr>
        <p:sp>
          <p:nvSpPr>
            <p:cNvPr id="649" name="Graphic 4">
              <a:extLst>
                <a:ext uri="{FF2B5EF4-FFF2-40B4-BE49-F238E27FC236}">
                  <a16:creationId xmlns:a16="http://schemas.microsoft.com/office/drawing/2014/main" id="{8485AD0D-6B1A-2648-B317-83D5DC14A44F}"/>
                </a:ext>
              </a:extLst>
            </p:cNvPr>
            <p:cNvSpPr/>
            <p:nvPr/>
          </p:nvSpPr>
          <p:spPr>
            <a:xfrm>
              <a:off x="8840477" y="2855717"/>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6"/>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6"/>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234"/>
                    <a:pt x="274767" y="348565"/>
                    <a:pt x="181474" y="349204"/>
                  </a:cubicBezTo>
                  <a:close/>
                </a:path>
              </a:pathLst>
            </a:custGeom>
            <a:solidFill>
              <a:srgbClr val="0076A8"/>
            </a:solidFill>
            <a:ln w="6390" cap="flat">
              <a:noFill/>
              <a:prstDash val="solid"/>
              <a:miter/>
            </a:ln>
          </p:spPr>
          <p:txBody>
            <a:bodyPr rtlCol="0" anchor="ctr"/>
            <a:lstStyle/>
            <a:p>
              <a:endParaRPr lang="en-US"/>
            </a:p>
          </p:txBody>
        </p:sp>
        <p:sp>
          <p:nvSpPr>
            <p:cNvPr id="650" name="Graphic 4">
              <a:extLst>
                <a:ext uri="{FF2B5EF4-FFF2-40B4-BE49-F238E27FC236}">
                  <a16:creationId xmlns:a16="http://schemas.microsoft.com/office/drawing/2014/main" id="{8CDE48A7-CC2A-234F-B4E8-E4F73A08F1DA}"/>
                </a:ext>
              </a:extLst>
            </p:cNvPr>
            <p:cNvSpPr/>
            <p:nvPr/>
          </p:nvSpPr>
          <p:spPr>
            <a:xfrm>
              <a:off x="8910128" y="2955307"/>
              <a:ext cx="225564" cy="161116"/>
            </a:xfrm>
            <a:custGeom>
              <a:avLst/>
              <a:gdLst>
                <a:gd name="connsiteX0" fmla="*/ 204478 w 225564"/>
                <a:gd name="connsiteY0" fmla="*/ 63840 h 161116"/>
                <a:gd name="connsiteX1" fmla="*/ 168055 w 225564"/>
                <a:gd name="connsiteY1" fmla="*/ 63840 h 161116"/>
                <a:gd name="connsiteX2" fmla="*/ 168055 w 225564"/>
                <a:gd name="connsiteY2" fmla="*/ 27451 h 161116"/>
                <a:gd name="connsiteX3" fmla="*/ 161665 w 225564"/>
                <a:gd name="connsiteY3" fmla="*/ 21067 h 161116"/>
                <a:gd name="connsiteX4" fmla="*/ 153997 w 225564"/>
                <a:gd name="connsiteY4" fmla="*/ 21067 h 161116"/>
                <a:gd name="connsiteX5" fmla="*/ 153997 w 225564"/>
                <a:gd name="connsiteY5" fmla="*/ 20429 h 161116"/>
                <a:gd name="connsiteX6" fmla="*/ 133550 w 225564"/>
                <a:gd name="connsiteY6" fmla="*/ 0 h 161116"/>
                <a:gd name="connsiteX7" fmla="*/ 113102 w 225564"/>
                <a:gd name="connsiteY7" fmla="*/ 20429 h 161116"/>
                <a:gd name="connsiteX8" fmla="*/ 113102 w 225564"/>
                <a:gd name="connsiteY8" fmla="*/ 21067 h 161116"/>
                <a:gd name="connsiteX9" fmla="*/ 20447 w 225564"/>
                <a:gd name="connsiteY9" fmla="*/ 21067 h 161116"/>
                <a:gd name="connsiteX10" fmla="*/ 14058 w 225564"/>
                <a:gd name="connsiteY10" fmla="*/ 27451 h 161116"/>
                <a:gd name="connsiteX11" fmla="*/ 14058 w 225564"/>
                <a:gd name="connsiteY11" fmla="*/ 49157 h 161116"/>
                <a:gd name="connsiteX12" fmla="*/ 6390 w 225564"/>
                <a:gd name="connsiteY12" fmla="*/ 49157 h 161116"/>
                <a:gd name="connsiteX13" fmla="*/ 0 w 225564"/>
                <a:gd name="connsiteY13" fmla="*/ 55541 h 161116"/>
                <a:gd name="connsiteX14" fmla="*/ 6390 w 225564"/>
                <a:gd name="connsiteY14" fmla="*/ 61925 h 161116"/>
                <a:gd name="connsiteX15" fmla="*/ 14058 w 225564"/>
                <a:gd name="connsiteY15" fmla="*/ 61925 h 161116"/>
                <a:gd name="connsiteX16" fmla="*/ 14058 w 225564"/>
                <a:gd name="connsiteY16" fmla="*/ 77246 h 161116"/>
                <a:gd name="connsiteX17" fmla="*/ 6390 w 225564"/>
                <a:gd name="connsiteY17" fmla="*/ 77246 h 161116"/>
                <a:gd name="connsiteX18" fmla="*/ 0 w 225564"/>
                <a:gd name="connsiteY18" fmla="*/ 83630 h 161116"/>
                <a:gd name="connsiteX19" fmla="*/ 6390 w 225564"/>
                <a:gd name="connsiteY19" fmla="*/ 90014 h 161116"/>
                <a:gd name="connsiteX20" fmla="*/ 14058 w 225564"/>
                <a:gd name="connsiteY20" fmla="*/ 90014 h 161116"/>
                <a:gd name="connsiteX21" fmla="*/ 14058 w 225564"/>
                <a:gd name="connsiteY21" fmla="*/ 140448 h 161116"/>
                <a:gd name="connsiteX22" fmla="*/ 20447 w 225564"/>
                <a:gd name="connsiteY22" fmla="*/ 146832 h 161116"/>
                <a:gd name="connsiteX23" fmla="*/ 36422 w 225564"/>
                <a:gd name="connsiteY23" fmla="*/ 146832 h 161116"/>
                <a:gd name="connsiteX24" fmla="*/ 61982 w 225564"/>
                <a:gd name="connsiteY24" fmla="*/ 160238 h 161116"/>
                <a:gd name="connsiteX25" fmla="*/ 75401 w 225564"/>
                <a:gd name="connsiteY25" fmla="*/ 146832 h 161116"/>
                <a:gd name="connsiteX26" fmla="*/ 157192 w 225564"/>
                <a:gd name="connsiteY26" fmla="*/ 146832 h 161116"/>
                <a:gd name="connsiteX27" fmla="*/ 182752 w 225564"/>
                <a:gd name="connsiteY27" fmla="*/ 160238 h 161116"/>
                <a:gd name="connsiteX28" fmla="*/ 196171 w 225564"/>
                <a:gd name="connsiteY28" fmla="*/ 146832 h 161116"/>
                <a:gd name="connsiteX29" fmla="*/ 219174 w 225564"/>
                <a:gd name="connsiteY29" fmla="*/ 146832 h 161116"/>
                <a:gd name="connsiteX30" fmla="*/ 225564 w 225564"/>
                <a:gd name="connsiteY30" fmla="*/ 140448 h 161116"/>
                <a:gd name="connsiteX31" fmla="*/ 225564 w 225564"/>
                <a:gd name="connsiteY31" fmla="*/ 83630 h 161116"/>
                <a:gd name="connsiteX32" fmla="*/ 204478 w 225564"/>
                <a:gd name="connsiteY32" fmla="*/ 63840 h 161116"/>
                <a:gd name="connsiteX33" fmla="*/ 125881 w 225564"/>
                <a:gd name="connsiteY33" fmla="*/ 21067 h 161116"/>
                <a:gd name="connsiteX34" fmla="*/ 133550 w 225564"/>
                <a:gd name="connsiteY34" fmla="*/ 13406 h 161116"/>
                <a:gd name="connsiteX35" fmla="*/ 141217 w 225564"/>
                <a:gd name="connsiteY35" fmla="*/ 21067 h 161116"/>
                <a:gd name="connsiteX36" fmla="*/ 141217 w 225564"/>
                <a:gd name="connsiteY36" fmla="*/ 21706 h 161116"/>
                <a:gd name="connsiteX37" fmla="*/ 125243 w 225564"/>
                <a:gd name="connsiteY37" fmla="*/ 21706 h 161116"/>
                <a:gd name="connsiteX38" fmla="*/ 125881 w 225564"/>
                <a:gd name="connsiteY38" fmla="*/ 21067 h 161116"/>
                <a:gd name="connsiteX39" fmla="*/ 26199 w 225564"/>
                <a:gd name="connsiteY39" fmla="*/ 62563 h 161116"/>
                <a:gd name="connsiteX40" fmla="*/ 41535 w 225564"/>
                <a:gd name="connsiteY40" fmla="*/ 62563 h 161116"/>
                <a:gd name="connsiteX41" fmla="*/ 41535 w 225564"/>
                <a:gd name="connsiteY41" fmla="*/ 77885 h 161116"/>
                <a:gd name="connsiteX42" fmla="*/ 26199 w 225564"/>
                <a:gd name="connsiteY42" fmla="*/ 77885 h 161116"/>
                <a:gd name="connsiteX43" fmla="*/ 26199 w 225564"/>
                <a:gd name="connsiteY43" fmla="*/ 62563 h 161116"/>
                <a:gd name="connsiteX44" fmla="*/ 55592 w 225564"/>
                <a:gd name="connsiteY44" fmla="*/ 149385 h 161116"/>
                <a:gd name="connsiteX45" fmla="*/ 47925 w 225564"/>
                <a:gd name="connsiteY45" fmla="*/ 141724 h 161116"/>
                <a:gd name="connsiteX46" fmla="*/ 55592 w 225564"/>
                <a:gd name="connsiteY46" fmla="*/ 134064 h 161116"/>
                <a:gd name="connsiteX47" fmla="*/ 63261 w 225564"/>
                <a:gd name="connsiteY47" fmla="*/ 141724 h 161116"/>
                <a:gd name="connsiteX48" fmla="*/ 63261 w 225564"/>
                <a:gd name="connsiteY48" fmla="*/ 141724 h 161116"/>
                <a:gd name="connsiteX49" fmla="*/ 55592 w 225564"/>
                <a:gd name="connsiteY49" fmla="*/ 149385 h 161116"/>
                <a:gd name="connsiteX50" fmla="*/ 55592 w 225564"/>
                <a:gd name="connsiteY50" fmla="*/ 149385 h 161116"/>
                <a:gd name="connsiteX51" fmla="*/ 55592 w 225564"/>
                <a:gd name="connsiteY51" fmla="*/ 149385 h 161116"/>
                <a:gd name="connsiteX52" fmla="*/ 155275 w 225564"/>
                <a:gd name="connsiteY52" fmla="*/ 134702 h 161116"/>
                <a:gd name="connsiteX53" fmla="*/ 74762 w 225564"/>
                <a:gd name="connsiteY53" fmla="*/ 134702 h 161116"/>
                <a:gd name="connsiteX54" fmla="*/ 49202 w 225564"/>
                <a:gd name="connsiteY54" fmla="*/ 121296 h 161116"/>
                <a:gd name="connsiteX55" fmla="*/ 35783 w 225564"/>
                <a:gd name="connsiteY55" fmla="*/ 134702 h 161116"/>
                <a:gd name="connsiteX56" fmla="*/ 26199 w 225564"/>
                <a:gd name="connsiteY56" fmla="*/ 134702 h 161116"/>
                <a:gd name="connsiteX57" fmla="*/ 26199 w 225564"/>
                <a:gd name="connsiteY57" fmla="*/ 90653 h 161116"/>
                <a:gd name="connsiteX58" fmla="*/ 140579 w 225564"/>
                <a:gd name="connsiteY58" fmla="*/ 90653 h 161116"/>
                <a:gd name="connsiteX59" fmla="*/ 146969 w 225564"/>
                <a:gd name="connsiteY59" fmla="*/ 84269 h 161116"/>
                <a:gd name="connsiteX60" fmla="*/ 140579 w 225564"/>
                <a:gd name="connsiteY60" fmla="*/ 77885 h 161116"/>
                <a:gd name="connsiteX61" fmla="*/ 139940 w 225564"/>
                <a:gd name="connsiteY61" fmla="*/ 77885 h 161116"/>
                <a:gd name="connsiteX62" fmla="*/ 139940 w 225564"/>
                <a:gd name="connsiteY62" fmla="*/ 62563 h 161116"/>
                <a:gd name="connsiteX63" fmla="*/ 140579 w 225564"/>
                <a:gd name="connsiteY63" fmla="*/ 62563 h 161116"/>
                <a:gd name="connsiteX64" fmla="*/ 146969 w 225564"/>
                <a:gd name="connsiteY64" fmla="*/ 56179 h 161116"/>
                <a:gd name="connsiteX65" fmla="*/ 140579 w 225564"/>
                <a:gd name="connsiteY65" fmla="*/ 49795 h 161116"/>
                <a:gd name="connsiteX66" fmla="*/ 26199 w 225564"/>
                <a:gd name="connsiteY66" fmla="*/ 49795 h 161116"/>
                <a:gd name="connsiteX67" fmla="*/ 26199 w 225564"/>
                <a:gd name="connsiteY67" fmla="*/ 34474 h 161116"/>
                <a:gd name="connsiteX68" fmla="*/ 155275 w 225564"/>
                <a:gd name="connsiteY68" fmla="*/ 34474 h 161116"/>
                <a:gd name="connsiteX69" fmla="*/ 155275 w 225564"/>
                <a:gd name="connsiteY69" fmla="*/ 134702 h 161116"/>
                <a:gd name="connsiteX70" fmla="*/ 54314 w 225564"/>
                <a:gd name="connsiteY70" fmla="*/ 78523 h 161116"/>
                <a:gd name="connsiteX71" fmla="*/ 54314 w 225564"/>
                <a:gd name="connsiteY71" fmla="*/ 63202 h 161116"/>
                <a:gd name="connsiteX72" fmla="*/ 69650 w 225564"/>
                <a:gd name="connsiteY72" fmla="*/ 63202 h 161116"/>
                <a:gd name="connsiteX73" fmla="*/ 69650 w 225564"/>
                <a:gd name="connsiteY73" fmla="*/ 78523 h 161116"/>
                <a:gd name="connsiteX74" fmla="*/ 54314 w 225564"/>
                <a:gd name="connsiteY74" fmla="*/ 78523 h 161116"/>
                <a:gd name="connsiteX75" fmla="*/ 83069 w 225564"/>
                <a:gd name="connsiteY75" fmla="*/ 78523 h 161116"/>
                <a:gd name="connsiteX76" fmla="*/ 83069 w 225564"/>
                <a:gd name="connsiteY76" fmla="*/ 63202 h 161116"/>
                <a:gd name="connsiteX77" fmla="*/ 98405 w 225564"/>
                <a:gd name="connsiteY77" fmla="*/ 63202 h 161116"/>
                <a:gd name="connsiteX78" fmla="*/ 98405 w 225564"/>
                <a:gd name="connsiteY78" fmla="*/ 78523 h 161116"/>
                <a:gd name="connsiteX79" fmla="*/ 83069 w 225564"/>
                <a:gd name="connsiteY79" fmla="*/ 78523 h 161116"/>
                <a:gd name="connsiteX80" fmla="*/ 111185 w 225564"/>
                <a:gd name="connsiteY80" fmla="*/ 78523 h 161116"/>
                <a:gd name="connsiteX81" fmla="*/ 111185 w 225564"/>
                <a:gd name="connsiteY81" fmla="*/ 63202 h 161116"/>
                <a:gd name="connsiteX82" fmla="*/ 126520 w 225564"/>
                <a:gd name="connsiteY82" fmla="*/ 63202 h 161116"/>
                <a:gd name="connsiteX83" fmla="*/ 126520 w 225564"/>
                <a:gd name="connsiteY83" fmla="*/ 78523 h 161116"/>
                <a:gd name="connsiteX84" fmla="*/ 111185 w 225564"/>
                <a:gd name="connsiteY84" fmla="*/ 78523 h 161116"/>
                <a:gd name="connsiteX85" fmla="*/ 175723 w 225564"/>
                <a:gd name="connsiteY85" fmla="*/ 149385 h 161116"/>
                <a:gd name="connsiteX86" fmla="*/ 168055 w 225564"/>
                <a:gd name="connsiteY86" fmla="*/ 141724 h 161116"/>
                <a:gd name="connsiteX87" fmla="*/ 175723 w 225564"/>
                <a:gd name="connsiteY87" fmla="*/ 134064 h 161116"/>
                <a:gd name="connsiteX88" fmla="*/ 183391 w 225564"/>
                <a:gd name="connsiteY88" fmla="*/ 141724 h 161116"/>
                <a:gd name="connsiteX89" fmla="*/ 183391 w 225564"/>
                <a:gd name="connsiteY89" fmla="*/ 141724 h 161116"/>
                <a:gd name="connsiteX90" fmla="*/ 175723 w 225564"/>
                <a:gd name="connsiteY90" fmla="*/ 149385 h 161116"/>
                <a:gd name="connsiteX91" fmla="*/ 175723 w 225564"/>
                <a:gd name="connsiteY91" fmla="*/ 149385 h 161116"/>
                <a:gd name="connsiteX92" fmla="*/ 212146 w 225564"/>
                <a:gd name="connsiteY92" fmla="*/ 134702 h 161116"/>
                <a:gd name="connsiteX93" fmla="*/ 195532 w 225564"/>
                <a:gd name="connsiteY93" fmla="*/ 134702 h 161116"/>
                <a:gd name="connsiteX94" fmla="*/ 176362 w 225564"/>
                <a:gd name="connsiteY94" fmla="*/ 120657 h 161116"/>
                <a:gd name="connsiteX95" fmla="*/ 168695 w 225564"/>
                <a:gd name="connsiteY95" fmla="*/ 121934 h 161116"/>
                <a:gd name="connsiteX96" fmla="*/ 168695 w 225564"/>
                <a:gd name="connsiteY96" fmla="*/ 76608 h 161116"/>
                <a:gd name="connsiteX97" fmla="*/ 205117 w 225564"/>
                <a:gd name="connsiteY97" fmla="*/ 76608 h 161116"/>
                <a:gd name="connsiteX98" fmla="*/ 212784 w 225564"/>
                <a:gd name="connsiteY98" fmla="*/ 84269 h 161116"/>
                <a:gd name="connsiteX99" fmla="*/ 212146 w 225564"/>
                <a:gd name="connsiteY99" fmla="*/ 134702 h 161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225564" h="161116">
                  <a:moveTo>
                    <a:pt x="204478" y="63840"/>
                  </a:moveTo>
                  <a:lnTo>
                    <a:pt x="168055" y="63840"/>
                  </a:lnTo>
                  <a:lnTo>
                    <a:pt x="168055" y="27451"/>
                  </a:lnTo>
                  <a:cubicBezTo>
                    <a:pt x="168055" y="23621"/>
                    <a:pt x="165500" y="21067"/>
                    <a:pt x="161665" y="21067"/>
                  </a:cubicBezTo>
                  <a:lnTo>
                    <a:pt x="153997" y="21067"/>
                  </a:lnTo>
                  <a:cubicBezTo>
                    <a:pt x="153997" y="21067"/>
                    <a:pt x="153997" y="20429"/>
                    <a:pt x="153997" y="20429"/>
                  </a:cubicBezTo>
                  <a:cubicBezTo>
                    <a:pt x="153997" y="8938"/>
                    <a:pt x="144412" y="0"/>
                    <a:pt x="133550" y="0"/>
                  </a:cubicBezTo>
                  <a:cubicBezTo>
                    <a:pt x="122048" y="0"/>
                    <a:pt x="113102" y="8938"/>
                    <a:pt x="113102" y="20429"/>
                  </a:cubicBezTo>
                  <a:cubicBezTo>
                    <a:pt x="113102" y="20429"/>
                    <a:pt x="113102" y="21067"/>
                    <a:pt x="113102" y="21067"/>
                  </a:cubicBezTo>
                  <a:lnTo>
                    <a:pt x="20447" y="21067"/>
                  </a:lnTo>
                  <a:cubicBezTo>
                    <a:pt x="16614" y="21067"/>
                    <a:pt x="14058" y="23621"/>
                    <a:pt x="14058" y="27451"/>
                  </a:cubicBezTo>
                  <a:lnTo>
                    <a:pt x="14058" y="49157"/>
                  </a:lnTo>
                  <a:lnTo>
                    <a:pt x="6390" y="49157"/>
                  </a:lnTo>
                  <a:cubicBezTo>
                    <a:pt x="2556" y="49157"/>
                    <a:pt x="0" y="51710"/>
                    <a:pt x="0" y="55541"/>
                  </a:cubicBezTo>
                  <a:cubicBezTo>
                    <a:pt x="0" y="59371"/>
                    <a:pt x="2556" y="61925"/>
                    <a:pt x="6390" y="61925"/>
                  </a:cubicBezTo>
                  <a:lnTo>
                    <a:pt x="14058" y="61925"/>
                  </a:lnTo>
                  <a:lnTo>
                    <a:pt x="14058" y="77246"/>
                  </a:lnTo>
                  <a:lnTo>
                    <a:pt x="6390" y="77246"/>
                  </a:lnTo>
                  <a:cubicBezTo>
                    <a:pt x="2556" y="77246"/>
                    <a:pt x="0" y="79800"/>
                    <a:pt x="0" y="83630"/>
                  </a:cubicBezTo>
                  <a:cubicBezTo>
                    <a:pt x="0" y="87461"/>
                    <a:pt x="2556" y="90014"/>
                    <a:pt x="6390" y="90014"/>
                  </a:cubicBezTo>
                  <a:lnTo>
                    <a:pt x="14058" y="90014"/>
                  </a:lnTo>
                  <a:lnTo>
                    <a:pt x="14058" y="140448"/>
                  </a:lnTo>
                  <a:cubicBezTo>
                    <a:pt x="14058" y="144278"/>
                    <a:pt x="16614" y="146832"/>
                    <a:pt x="20447" y="146832"/>
                  </a:cubicBezTo>
                  <a:lnTo>
                    <a:pt x="36422" y="146832"/>
                  </a:lnTo>
                  <a:cubicBezTo>
                    <a:pt x="39617" y="157684"/>
                    <a:pt x="51119" y="163430"/>
                    <a:pt x="61982" y="160238"/>
                  </a:cubicBezTo>
                  <a:cubicBezTo>
                    <a:pt x="68372" y="158323"/>
                    <a:pt x="72845" y="153216"/>
                    <a:pt x="75401" y="146832"/>
                  </a:cubicBezTo>
                  <a:lnTo>
                    <a:pt x="157192" y="146832"/>
                  </a:lnTo>
                  <a:cubicBezTo>
                    <a:pt x="160387" y="157684"/>
                    <a:pt x="171889" y="163430"/>
                    <a:pt x="182752" y="160238"/>
                  </a:cubicBezTo>
                  <a:cubicBezTo>
                    <a:pt x="189142" y="158323"/>
                    <a:pt x="193615" y="153216"/>
                    <a:pt x="196171" y="146832"/>
                  </a:cubicBezTo>
                  <a:lnTo>
                    <a:pt x="219174" y="146832"/>
                  </a:lnTo>
                  <a:cubicBezTo>
                    <a:pt x="223009" y="146832"/>
                    <a:pt x="225564" y="144278"/>
                    <a:pt x="225564" y="140448"/>
                  </a:cubicBezTo>
                  <a:lnTo>
                    <a:pt x="225564" y="83630"/>
                  </a:lnTo>
                  <a:cubicBezTo>
                    <a:pt x="224925" y="73416"/>
                    <a:pt x="215341" y="63840"/>
                    <a:pt x="204478" y="63840"/>
                  </a:cubicBezTo>
                  <a:close/>
                  <a:moveTo>
                    <a:pt x="125881" y="21067"/>
                  </a:moveTo>
                  <a:cubicBezTo>
                    <a:pt x="125881" y="16598"/>
                    <a:pt x="129715" y="13406"/>
                    <a:pt x="133550" y="13406"/>
                  </a:cubicBezTo>
                  <a:cubicBezTo>
                    <a:pt x="138022" y="13406"/>
                    <a:pt x="141217" y="16598"/>
                    <a:pt x="141217" y="21067"/>
                  </a:cubicBezTo>
                  <a:cubicBezTo>
                    <a:pt x="141217" y="21067"/>
                    <a:pt x="141217" y="21706"/>
                    <a:pt x="141217" y="21706"/>
                  </a:cubicBezTo>
                  <a:lnTo>
                    <a:pt x="125243" y="21706"/>
                  </a:lnTo>
                  <a:cubicBezTo>
                    <a:pt x="125243" y="21706"/>
                    <a:pt x="125881" y="21067"/>
                    <a:pt x="125881" y="21067"/>
                  </a:cubicBezTo>
                  <a:close/>
                  <a:moveTo>
                    <a:pt x="26199" y="62563"/>
                  </a:moveTo>
                  <a:lnTo>
                    <a:pt x="41535" y="62563"/>
                  </a:lnTo>
                  <a:lnTo>
                    <a:pt x="41535" y="77885"/>
                  </a:lnTo>
                  <a:lnTo>
                    <a:pt x="26199" y="77885"/>
                  </a:lnTo>
                  <a:lnTo>
                    <a:pt x="26199" y="62563"/>
                  </a:lnTo>
                  <a:close/>
                  <a:moveTo>
                    <a:pt x="55592" y="149385"/>
                  </a:moveTo>
                  <a:cubicBezTo>
                    <a:pt x="51119" y="149385"/>
                    <a:pt x="47925" y="146193"/>
                    <a:pt x="47925" y="141724"/>
                  </a:cubicBezTo>
                  <a:cubicBezTo>
                    <a:pt x="47925" y="137256"/>
                    <a:pt x="51119" y="134064"/>
                    <a:pt x="55592" y="134064"/>
                  </a:cubicBezTo>
                  <a:cubicBezTo>
                    <a:pt x="60066" y="134064"/>
                    <a:pt x="63261" y="137256"/>
                    <a:pt x="63261" y="141724"/>
                  </a:cubicBezTo>
                  <a:cubicBezTo>
                    <a:pt x="63261" y="141724"/>
                    <a:pt x="63261" y="141724"/>
                    <a:pt x="63261" y="141724"/>
                  </a:cubicBezTo>
                  <a:cubicBezTo>
                    <a:pt x="63261" y="145555"/>
                    <a:pt x="59426" y="149385"/>
                    <a:pt x="55592" y="149385"/>
                  </a:cubicBezTo>
                  <a:lnTo>
                    <a:pt x="55592" y="149385"/>
                  </a:lnTo>
                  <a:lnTo>
                    <a:pt x="55592" y="149385"/>
                  </a:lnTo>
                  <a:close/>
                  <a:moveTo>
                    <a:pt x="155275" y="134702"/>
                  </a:moveTo>
                  <a:lnTo>
                    <a:pt x="74762" y="134702"/>
                  </a:lnTo>
                  <a:cubicBezTo>
                    <a:pt x="71567" y="123849"/>
                    <a:pt x="60066" y="118104"/>
                    <a:pt x="49202" y="121296"/>
                  </a:cubicBezTo>
                  <a:cubicBezTo>
                    <a:pt x="42812" y="123211"/>
                    <a:pt x="37701" y="128318"/>
                    <a:pt x="35783" y="134702"/>
                  </a:cubicBezTo>
                  <a:lnTo>
                    <a:pt x="26199" y="134702"/>
                  </a:lnTo>
                  <a:lnTo>
                    <a:pt x="26199" y="90653"/>
                  </a:lnTo>
                  <a:lnTo>
                    <a:pt x="140579" y="90653"/>
                  </a:lnTo>
                  <a:cubicBezTo>
                    <a:pt x="144412" y="90653"/>
                    <a:pt x="146969" y="88099"/>
                    <a:pt x="146969" y="84269"/>
                  </a:cubicBezTo>
                  <a:cubicBezTo>
                    <a:pt x="146969" y="80438"/>
                    <a:pt x="144412" y="77885"/>
                    <a:pt x="140579" y="77885"/>
                  </a:cubicBezTo>
                  <a:lnTo>
                    <a:pt x="139940" y="77885"/>
                  </a:lnTo>
                  <a:lnTo>
                    <a:pt x="139940" y="62563"/>
                  </a:lnTo>
                  <a:lnTo>
                    <a:pt x="140579" y="62563"/>
                  </a:lnTo>
                  <a:cubicBezTo>
                    <a:pt x="144412" y="62563"/>
                    <a:pt x="146969" y="60010"/>
                    <a:pt x="146969" y="56179"/>
                  </a:cubicBezTo>
                  <a:cubicBezTo>
                    <a:pt x="146969" y="52349"/>
                    <a:pt x="144412" y="49795"/>
                    <a:pt x="140579" y="49795"/>
                  </a:cubicBezTo>
                  <a:lnTo>
                    <a:pt x="26199" y="49795"/>
                  </a:lnTo>
                  <a:lnTo>
                    <a:pt x="26199" y="34474"/>
                  </a:lnTo>
                  <a:lnTo>
                    <a:pt x="155275" y="34474"/>
                  </a:lnTo>
                  <a:lnTo>
                    <a:pt x="155275" y="134702"/>
                  </a:lnTo>
                  <a:close/>
                  <a:moveTo>
                    <a:pt x="54314" y="78523"/>
                  </a:moveTo>
                  <a:lnTo>
                    <a:pt x="54314" y="63202"/>
                  </a:lnTo>
                  <a:lnTo>
                    <a:pt x="69650" y="63202"/>
                  </a:lnTo>
                  <a:lnTo>
                    <a:pt x="69650" y="78523"/>
                  </a:lnTo>
                  <a:lnTo>
                    <a:pt x="54314" y="78523"/>
                  </a:lnTo>
                  <a:close/>
                  <a:moveTo>
                    <a:pt x="83069" y="78523"/>
                  </a:moveTo>
                  <a:lnTo>
                    <a:pt x="83069" y="63202"/>
                  </a:lnTo>
                  <a:lnTo>
                    <a:pt x="98405" y="63202"/>
                  </a:lnTo>
                  <a:lnTo>
                    <a:pt x="98405" y="78523"/>
                  </a:lnTo>
                  <a:lnTo>
                    <a:pt x="83069" y="78523"/>
                  </a:lnTo>
                  <a:close/>
                  <a:moveTo>
                    <a:pt x="111185" y="78523"/>
                  </a:moveTo>
                  <a:lnTo>
                    <a:pt x="111185" y="63202"/>
                  </a:lnTo>
                  <a:lnTo>
                    <a:pt x="126520" y="63202"/>
                  </a:lnTo>
                  <a:lnTo>
                    <a:pt x="126520" y="78523"/>
                  </a:lnTo>
                  <a:lnTo>
                    <a:pt x="111185" y="78523"/>
                  </a:lnTo>
                  <a:close/>
                  <a:moveTo>
                    <a:pt x="175723" y="149385"/>
                  </a:moveTo>
                  <a:cubicBezTo>
                    <a:pt x="171250" y="149385"/>
                    <a:pt x="168055" y="146193"/>
                    <a:pt x="168055" y="141724"/>
                  </a:cubicBezTo>
                  <a:cubicBezTo>
                    <a:pt x="168055" y="137256"/>
                    <a:pt x="171250" y="134064"/>
                    <a:pt x="175723" y="134064"/>
                  </a:cubicBezTo>
                  <a:cubicBezTo>
                    <a:pt x="180196" y="134064"/>
                    <a:pt x="183391" y="137256"/>
                    <a:pt x="183391" y="141724"/>
                  </a:cubicBezTo>
                  <a:cubicBezTo>
                    <a:pt x="183391" y="141724"/>
                    <a:pt x="183391" y="141724"/>
                    <a:pt x="183391" y="141724"/>
                  </a:cubicBezTo>
                  <a:cubicBezTo>
                    <a:pt x="183391" y="145555"/>
                    <a:pt x="180196" y="149385"/>
                    <a:pt x="175723" y="149385"/>
                  </a:cubicBezTo>
                  <a:lnTo>
                    <a:pt x="175723" y="149385"/>
                  </a:lnTo>
                  <a:close/>
                  <a:moveTo>
                    <a:pt x="212146" y="134702"/>
                  </a:moveTo>
                  <a:lnTo>
                    <a:pt x="195532" y="134702"/>
                  </a:lnTo>
                  <a:cubicBezTo>
                    <a:pt x="192976" y="126403"/>
                    <a:pt x="185308" y="120657"/>
                    <a:pt x="176362" y="120657"/>
                  </a:cubicBezTo>
                  <a:cubicBezTo>
                    <a:pt x="173806" y="120657"/>
                    <a:pt x="171250" y="121296"/>
                    <a:pt x="168695" y="121934"/>
                  </a:cubicBezTo>
                  <a:lnTo>
                    <a:pt x="168695" y="76608"/>
                  </a:lnTo>
                  <a:lnTo>
                    <a:pt x="205117" y="76608"/>
                  </a:lnTo>
                  <a:cubicBezTo>
                    <a:pt x="209589" y="76608"/>
                    <a:pt x="212784" y="79800"/>
                    <a:pt x="212784" y="84269"/>
                  </a:cubicBezTo>
                  <a:lnTo>
                    <a:pt x="212146" y="134702"/>
                  </a:lnTo>
                  <a:close/>
                </a:path>
              </a:pathLst>
            </a:custGeom>
            <a:solidFill>
              <a:srgbClr val="0076A8"/>
            </a:solidFill>
            <a:ln w="6390" cap="flat">
              <a:noFill/>
              <a:prstDash val="solid"/>
              <a:miter/>
            </a:ln>
          </p:spPr>
          <p:txBody>
            <a:bodyPr rtlCol="0" anchor="ctr"/>
            <a:lstStyle/>
            <a:p>
              <a:endParaRPr lang="en-US"/>
            </a:p>
          </p:txBody>
        </p:sp>
      </p:grpSp>
      <p:grpSp>
        <p:nvGrpSpPr>
          <p:cNvPr id="651" name="Graphic 4">
            <a:extLst>
              <a:ext uri="{FF2B5EF4-FFF2-40B4-BE49-F238E27FC236}">
                <a16:creationId xmlns:a16="http://schemas.microsoft.com/office/drawing/2014/main" id="{2646CF38-D38E-C94E-B239-F6564A8BCFF9}"/>
              </a:ext>
            </a:extLst>
          </p:cNvPr>
          <p:cNvGrpSpPr/>
          <p:nvPr/>
        </p:nvGrpSpPr>
        <p:grpSpPr>
          <a:xfrm>
            <a:off x="9279466" y="2855239"/>
            <a:ext cx="361671" cy="362450"/>
            <a:chOff x="9279466" y="2855239"/>
            <a:chExt cx="361671" cy="362450"/>
          </a:xfrm>
          <a:solidFill>
            <a:srgbClr val="0076A8"/>
          </a:solidFill>
        </p:grpSpPr>
        <p:sp>
          <p:nvSpPr>
            <p:cNvPr id="652" name="Graphic 4">
              <a:extLst>
                <a:ext uri="{FF2B5EF4-FFF2-40B4-BE49-F238E27FC236}">
                  <a16:creationId xmlns:a16="http://schemas.microsoft.com/office/drawing/2014/main" id="{55178920-1C95-3C46-B65E-C760B0159294}"/>
                </a:ext>
              </a:extLst>
            </p:cNvPr>
            <p:cNvSpPr/>
            <p:nvPr/>
          </p:nvSpPr>
          <p:spPr>
            <a:xfrm>
              <a:off x="9459662" y="3017871"/>
              <a:ext cx="15335" cy="15321"/>
            </a:xfrm>
            <a:custGeom>
              <a:avLst/>
              <a:gdLst>
                <a:gd name="connsiteX0" fmla="*/ 0 w 15335"/>
                <a:gd name="connsiteY0" fmla="*/ 0 h 15321"/>
                <a:gd name="connsiteX1" fmla="*/ 15336 w 15335"/>
                <a:gd name="connsiteY1" fmla="*/ 0 h 15321"/>
                <a:gd name="connsiteX2" fmla="*/ 15336 w 15335"/>
                <a:gd name="connsiteY2" fmla="*/ 15322 h 15321"/>
                <a:gd name="connsiteX3" fmla="*/ 0 w 15335"/>
                <a:gd name="connsiteY3" fmla="*/ 15322 h 15321"/>
              </a:gdLst>
              <a:ahLst/>
              <a:cxnLst>
                <a:cxn ang="0">
                  <a:pos x="connsiteX0" y="connsiteY0"/>
                </a:cxn>
                <a:cxn ang="0">
                  <a:pos x="connsiteX1" y="connsiteY1"/>
                </a:cxn>
                <a:cxn ang="0">
                  <a:pos x="connsiteX2" y="connsiteY2"/>
                </a:cxn>
                <a:cxn ang="0">
                  <a:pos x="connsiteX3" y="connsiteY3"/>
                </a:cxn>
              </a:cxnLst>
              <a:rect l="l" t="t" r="r" b="b"/>
              <a:pathLst>
                <a:path w="15335" h="15321">
                  <a:moveTo>
                    <a:pt x="0" y="0"/>
                  </a:moveTo>
                  <a:lnTo>
                    <a:pt x="15336" y="0"/>
                  </a:lnTo>
                  <a:lnTo>
                    <a:pt x="15336" y="15322"/>
                  </a:lnTo>
                  <a:lnTo>
                    <a:pt x="0" y="15322"/>
                  </a:lnTo>
                  <a:close/>
                </a:path>
              </a:pathLst>
            </a:custGeom>
            <a:solidFill>
              <a:srgbClr val="0076A8"/>
            </a:solidFill>
            <a:ln w="6390" cap="flat">
              <a:noFill/>
              <a:prstDash val="solid"/>
              <a:miter/>
            </a:ln>
          </p:spPr>
          <p:txBody>
            <a:bodyPr rtlCol="0" anchor="ctr"/>
            <a:lstStyle/>
            <a:p>
              <a:endParaRPr lang="en-US"/>
            </a:p>
          </p:txBody>
        </p:sp>
        <p:sp>
          <p:nvSpPr>
            <p:cNvPr id="653" name="Graphic 4">
              <a:extLst>
                <a:ext uri="{FF2B5EF4-FFF2-40B4-BE49-F238E27FC236}">
                  <a16:creationId xmlns:a16="http://schemas.microsoft.com/office/drawing/2014/main" id="{1291C789-628B-EB42-B35E-F7C6272202DF}"/>
                </a:ext>
              </a:extLst>
            </p:cNvPr>
            <p:cNvSpPr/>
            <p:nvPr/>
          </p:nvSpPr>
          <p:spPr>
            <a:xfrm>
              <a:off x="9374676" y="2989143"/>
              <a:ext cx="129077" cy="100866"/>
            </a:xfrm>
            <a:custGeom>
              <a:avLst/>
              <a:gdLst>
                <a:gd name="connsiteX0" fmla="*/ 28755 w 129077"/>
                <a:gd name="connsiteY0" fmla="*/ 86822 h 100866"/>
                <a:gd name="connsiteX1" fmla="*/ 48563 w 129077"/>
                <a:gd name="connsiteY1" fmla="*/ 100867 h 100866"/>
                <a:gd name="connsiteX2" fmla="*/ 129077 w 129077"/>
                <a:gd name="connsiteY2" fmla="*/ 100867 h 100866"/>
                <a:gd name="connsiteX3" fmla="*/ 129077 w 129077"/>
                <a:gd name="connsiteY3" fmla="*/ 0 h 100866"/>
                <a:gd name="connsiteX4" fmla="*/ 0 w 129077"/>
                <a:gd name="connsiteY4" fmla="*/ 0 h 100866"/>
                <a:gd name="connsiteX5" fmla="*/ 0 w 129077"/>
                <a:gd name="connsiteY5" fmla="*/ 15322 h 100866"/>
                <a:gd name="connsiteX6" fmla="*/ 114380 w 129077"/>
                <a:gd name="connsiteY6" fmla="*/ 15322 h 100866"/>
                <a:gd name="connsiteX7" fmla="*/ 120770 w 129077"/>
                <a:gd name="connsiteY7" fmla="*/ 21706 h 100866"/>
                <a:gd name="connsiteX8" fmla="*/ 114380 w 129077"/>
                <a:gd name="connsiteY8" fmla="*/ 28089 h 100866"/>
                <a:gd name="connsiteX9" fmla="*/ 113741 w 129077"/>
                <a:gd name="connsiteY9" fmla="*/ 28089 h 100866"/>
                <a:gd name="connsiteX10" fmla="*/ 113741 w 129077"/>
                <a:gd name="connsiteY10" fmla="*/ 43411 h 100866"/>
                <a:gd name="connsiteX11" fmla="*/ 114380 w 129077"/>
                <a:gd name="connsiteY11" fmla="*/ 43411 h 100866"/>
                <a:gd name="connsiteX12" fmla="*/ 120770 w 129077"/>
                <a:gd name="connsiteY12" fmla="*/ 49795 h 100866"/>
                <a:gd name="connsiteX13" fmla="*/ 114380 w 129077"/>
                <a:gd name="connsiteY13" fmla="*/ 56179 h 100866"/>
                <a:gd name="connsiteX14" fmla="*/ 0 w 129077"/>
                <a:gd name="connsiteY14" fmla="*/ 56179 h 100866"/>
                <a:gd name="connsiteX15" fmla="*/ 0 w 129077"/>
                <a:gd name="connsiteY15" fmla="*/ 100228 h 100866"/>
                <a:gd name="connsiteX16" fmla="*/ 9585 w 129077"/>
                <a:gd name="connsiteY16" fmla="*/ 100228 h 100866"/>
                <a:gd name="connsiteX17" fmla="*/ 28755 w 129077"/>
                <a:gd name="connsiteY17" fmla="*/ 86822 h 10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77" h="100866">
                  <a:moveTo>
                    <a:pt x="28755" y="86822"/>
                  </a:moveTo>
                  <a:cubicBezTo>
                    <a:pt x="37701" y="86822"/>
                    <a:pt x="45368" y="92568"/>
                    <a:pt x="48563" y="100867"/>
                  </a:cubicBezTo>
                  <a:lnTo>
                    <a:pt x="129077" y="100867"/>
                  </a:lnTo>
                  <a:lnTo>
                    <a:pt x="129077" y="0"/>
                  </a:lnTo>
                  <a:lnTo>
                    <a:pt x="0" y="0"/>
                  </a:lnTo>
                  <a:lnTo>
                    <a:pt x="0" y="15322"/>
                  </a:lnTo>
                  <a:lnTo>
                    <a:pt x="114380" y="15322"/>
                  </a:lnTo>
                  <a:cubicBezTo>
                    <a:pt x="118214" y="15322"/>
                    <a:pt x="120770" y="17875"/>
                    <a:pt x="120770" y="21706"/>
                  </a:cubicBezTo>
                  <a:cubicBezTo>
                    <a:pt x="120770" y="25536"/>
                    <a:pt x="118214" y="28089"/>
                    <a:pt x="114380" y="28089"/>
                  </a:cubicBezTo>
                  <a:lnTo>
                    <a:pt x="113741" y="28089"/>
                  </a:lnTo>
                  <a:lnTo>
                    <a:pt x="113741" y="43411"/>
                  </a:lnTo>
                  <a:lnTo>
                    <a:pt x="114380" y="43411"/>
                  </a:lnTo>
                  <a:cubicBezTo>
                    <a:pt x="118214" y="43411"/>
                    <a:pt x="120770" y="45965"/>
                    <a:pt x="120770" y="49795"/>
                  </a:cubicBezTo>
                  <a:cubicBezTo>
                    <a:pt x="120770" y="53625"/>
                    <a:pt x="118214" y="56179"/>
                    <a:pt x="114380" y="56179"/>
                  </a:cubicBezTo>
                  <a:lnTo>
                    <a:pt x="0" y="56179"/>
                  </a:lnTo>
                  <a:lnTo>
                    <a:pt x="0" y="100228"/>
                  </a:lnTo>
                  <a:lnTo>
                    <a:pt x="9585" y="100228"/>
                  </a:lnTo>
                  <a:cubicBezTo>
                    <a:pt x="12141" y="92568"/>
                    <a:pt x="19809" y="87460"/>
                    <a:pt x="28755" y="86822"/>
                  </a:cubicBezTo>
                </a:path>
              </a:pathLst>
            </a:custGeom>
            <a:solidFill>
              <a:srgbClr val="0076A8"/>
            </a:solidFill>
            <a:ln w="6390" cap="flat">
              <a:noFill/>
              <a:prstDash val="solid"/>
              <a:miter/>
            </a:ln>
          </p:spPr>
          <p:txBody>
            <a:bodyPr rtlCol="0" anchor="ctr"/>
            <a:lstStyle/>
            <a:p>
              <a:endParaRPr lang="en-US"/>
            </a:p>
          </p:txBody>
        </p:sp>
        <p:sp>
          <p:nvSpPr>
            <p:cNvPr id="654" name="Graphic 4">
              <a:extLst>
                <a:ext uri="{FF2B5EF4-FFF2-40B4-BE49-F238E27FC236}">
                  <a16:creationId xmlns:a16="http://schemas.microsoft.com/office/drawing/2014/main" id="{CD742C41-324A-974D-BC63-1B709A7B4A59}"/>
                </a:ext>
              </a:extLst>
            </p:cNvPr>
            <p:cNvSpPr/>
            <p:nvPr/>
          </p:nvSpPr>
          <p:spPr>
            <a:xfrm>
              <a:off x="9430908" y="3017871"/>
              <a:ext cx="15335" cy="15321"/>
            </a:xfrm>
            <a:custGeom>
              <a:avLst/>
              <a:gdLst>
                <a:gd name="connsiteX0" fmla="*/ 0 w 15335"/>
                <a:gd name="connsiteY0" fmla="*/ 0 h 15321"/>
                <a:gd name="connsiteX1" fmla="*/ 15336 w 15335"/>
                <a:gd name="connsiteY1" fmla="*/ 0 h 15321"/>
                <a:gd name="connsiteX2" fmla="*/ 15336 w 15335"/>
                <a:gd name="connsiteY2" fmla="*/ 15322 h 15321"/>
                <a:gd name="connsiteX3" fmla="*/ 0 w 15335"/>
                <a:gd name="connsiteY3" fmla="*/ 15322 h 15321"/>
              </a:gdLst>
              <a:ahLst/>
              <a:cxnLst>
                <a:cxn ang="0">
                  <a:pos x="connsiteX0" y="connsiteY0"/>
                </a:cxn>
                <a:cxn ang="0">
                  <a:pos x="connsiteX1" y="connsiteY1"/>
                </a:cxn>
                <a:cxn ang="0">
                  <a:pos x="connsiteX2" y="connsiteY2"/>
                </a:cxn>
                <a:cxn ang="0">
                  <a:pos x="connsiteX3" y="connsiteY3"/>
                </a:cxn>
              </a:cxnLst>
              <a:rect l="l" t="t" r="r" b="b"/>
              <a:pathLst>
                <a:path w="15335" h="15321">
                  <a:moveTo>
                    <a:pt x="0" y="0"/>
                  </a:moveTo>
                  <a:lnTo>
                    <a:pt x="15336" y="0"/>
                  </a:lnTo>
                  <a:lnTo>
                    <a:pt x="15336" y="15322"/>
                  </a:lnTo>
                  <a:lnTo>
                    <a:pt x="0" y="15322"/>
                  </a:lnTo>
                  <a:close/>
                </a:path>
              </a:pathLst>
            </a:custGeom>
            <a:solidFill>
              <a:srgbClr val="0076A8"/>
            </a:solidFill>
            <a:ln w="6390" cap="flat">
              <a:noFill/>
              <a:prstDash val="solid"/>
              <a:miter/>
            </a:ln>
          </p:spPr>
          <p:txBody>
            <a:bodyPr rtlCol="0" anchor="ctr"/>
            <a:lstStyle/>
            <a:p>
              <a:endParaRPr lang="en-US"/>
            </a:p>
          </p:txBody>
        </p:sp>
        <p:sp>
          <p:nvSpPr>
            <p:cNvPr id="655" name="Graphic 4">
              <a:extLst>
                <a:ext uri="{FF2B5EF4-FFF2-40B4-BE49-F238E27FC236}">
                  <a16:creationId xmlns:a16="http://schemas.microsoft.com/office/drawing/2014/main" id="{C73DFC15-DEBE-DB44-A9AA-FAE4983E5489}"/>
                </a:ext>
              </a:extLst>
            </p:cNvPr>
            <p:cNvSpPr/>
            <p:nvPr/>
          </p:nvSpPr>
          <p:spPr>
            <a:xfrm>
              <a:off x="9374676" y="3017871"/>
              <a:ext cx="15335" cy="15321"/>
            </a:xfrm>
            <a:custGeom>
              <a:avLst/>
              <a:gdLst>
                <a:gd name="connsiteX0" fmla="*/ 0 w 15335"/>
                <a:gd name="connsiteY0" fmla="*/ 0 h 15321"/>
                <a:gd name="connsiteX1" fmla="*/ 15336 w 15335"/>
                <a:gd name="connsiteY1" fmla="*/ 0 h 15321"/>
                <a:gd name="connsiteX2" fmla="*/ 15336 w 15335"/>
                <a:gd name="connsiteY2" fmla="*/ 15322 h 15321"/>
                <a:gd name="connsiteX3" fmla="*/ 0 w 15335"/>
                <a:gd name="connsiteY3" fmla="*/ 15322 h 15321"/>
              </a:gdLst>
              <a:ahLst/>
              <a:cxnLst>
                <a:cxn ang="0">
                  <a:pos x="connsiteX0" y="connsiteY0"/>
                </a:cxn>
                <a:cxn ang="0">
                  <a:pos x="connsiteX1" y="connsiteY1"/>
                </a:cxn>
                <a:cxn ang="0">
                  <a:pos x="connsiteX2" y="connsiteY2"/>
                </a:cxn>
                <a:cxn ang="0">
                  <a:pos x="connsiteX3" y="connsiteY3"/>
                </a:cxn>
              </a:cxnLst>
              <a:rect l="l" t="t" r="r" b="b"/>
              <a:pathLst>
                <a:path w="15335" h="15321">
                  <a:moveTo>
                    <a:pt x="0" y="0"/>
                  </a:moveTo>
                  <a:lnTo>
                    <a:pt x="15336" y="0"/>
                  </a:lnTo>
                  <a:lnTo>
                    <a:pt x="15336" y="15322"/>
                  </a:lnTo>
                  <a:lnTo>
                    <a:pt x="0" y="15322"/>
                  </a:lnTo>
                  <a:close/>
                </a:path>
              </a:pathLst>
            </a:custGeom>
            <a:solidFill>
              <a:srgbClr val="0076A8"/>
            </a:solidFill>
            <a:ln w="6390" cap="flat">
              <a:noFill/>
              <a:prstDash val="solid"/>
              <a:miter/>
            </a:ln>
          </p:spPr>
          <p:txBody>
            <a:bodyPr rtlCol="0" anchor="ctr"/>
            <a:lstStyle/>
            <a:p>
              <a:endParaRPr lang="en-US"/>
            </a:p>
          </p:txBody>
        </p:sp>
        <p:sp>
          <p:nvSpPr>
            <p:cNvPr id="656" name="Graphic 4">
              <a:extLst>
                <a:ext uri="{FF2B5EF4-FFF2-40B4-BE49-F238E27FC236}">
                  <a16:creationId xmlns:a16="http://schemas.microsoft.com/office/drawing/2014/main" id="{1E08046A-E31F-FF42-A266-830A6B5E9F20}"/>
                </a:ext>
              </a:extLst>
            </p:cNvPr>
            <p:cNvSpPr/>
            <p:nvPr/>
          </p:nvSpPr>
          <p:spPr>
            <a:xfrm>
              <a:off x="9402792" y="3017871"/>
              <a:ext cx="15335" cy="15321"/>
            </a:xfrm>
            <a:custGeom>
              <a:avLst/>
              <a:gdLst>
                <a:gd name="connsiteX0" fmla="*/ 0 w 15335"/>
                <a:gd name="connsiteY0" fmla="*/ 0 h 15321"/>
                <a:gd name="connsiteX1" fmla="*/ 15336 w 15335"/>
                <a:gd name="connsiteY1" fmla="*/ 0 h 15321"/>
                <a:gd name="connsiteX2" fmla="*/ 15336 w 15335"/>
                <a:gd name="connsiteY2" fmla="*/ 15322 h 15321"/>
                <a:gd name="connsiteX3" fmla="*/ 0 w 15335"/>
                <a:gd name="connsiteY3" fmla="*/ 15322 h 15321"/>
              </a:gdLst>
              <a:ahLst/>
              <a:cxnLst>
                <a:cxn ang="0">
                  <a:pos x="connsiteX0" y="connsiteY0"/>
                </a:cxn>
                <a:cxn ang="0">
                  <a:pos x="connsiteX1" y="connsiteY1"/>
                </a:cxn>
                <a:cxn ang="0">
                  <a:pos x="connsiteX2" y="connsiteY2"/>
                </a:cxn>
                <a:cxn ang="0">
                  <a:pos x="connsiteX3" y="connsiteY3"/>
                </a:cxn>
              </a:cxnLst>
              <a:rect l="l" t="t" r="r" b="b"/>
              <a:pathLst>
                <a:path w="15335" h="15321">
                  <a:moveTo>
                    <a:pt x="0" y="0"/>
                  </a:moveTo>
                  <a:lnTo>
                    <a:pt x="15336" y="0"/>
                  </a:lnTo>
                  <a:lnTo>
                    <a:pt x="15336" y="15322"/>
                  </a:lnTo>
                  <a:lnTo>
                    <a:pt x="0" y="15322"/>
                  </a:lnTo>
                  <a:close/>
                </a:path>
              </a:pathLst>
            </a:custGeom>
            <a:solidFill>
              <a:srgbClr val="0076A8"/>
            </a:solidFill>
            <a:ln w="6390" cap="flat">
              <a:noFill/>
              <a:prstDash val="solid"/>
              <a:miter/>
            </a:ln>
          </p:spPr>
          <p:txBody>
            <a:bodyPr rtlCol="0" anchor="ctr"/>
            <a:lstStyle/>
            <a:p>
              <a:endParaRPr lang="en-US"/>
            </a:p>
          </p:txBody>
        </p:sp>
        <p:sp>
          <p:nvSpPr>
            <p:cNvPr id="657" name="Graphic 4">
              <a:extLst>
                <a:ext uri="{FF2B5EF4-FFF2-40B4-BE49-F238E27FC236}">
                  <a16:creationId xmlns:a16="http://schemas.microsoft.com/office/drawing/2014/main" id="{46F78F92-9983-9049-BC2F-BE4B728BBAFB}"/>
                </a:ext>
              </a:extLst>
            </p:cNvPr>
            <p:cNvSpPr/>
            <p:nvPr/>
          </p:nvSpPr>
          <p:spPr>
            <a:xfrm>
              <a:off x="9473720" y="2968714"/>
              <a:ext cx="15974" cy="8299"/>
            </a:xfrm>
            <a:custGeom>
              <a:avLst/>
              <a:gdLst>
                <a:gd name="connsiteX0" fmla="*/ 15336 w 15974"/>
                <a:gd name="connsiteY0" fmla="*/ 7661 h 8299"/>
                <a:gd name="connsiteX1" fmla="*/ 7668 w 15974"/>
                <a:gd name="connsiteY1" fmla="*/ 0 h 8299"/>
                <a:gd name="connsiteX2" fmla="*/ 0 w 15974"/>
                <a:gd name="connsiteY2" fmla="*/ 7661 h 8299"/>
                <a:gd name="connsiteX3" fmla="*/ 0 w 15974"/>
                <a:gd name="connsiteY3" fmla="*/ 7661 h 8299"/>
                <a:gd name="connsiteX4" fmla="*/ 0 w 15974"/>
                <a:gd name="connsiteY4" fmla="*/ 8299 h 8299"/>
                <a:gd name="connsiteX5" fmla="*/ 15975 w 15974"/>
                <a:gd name="connsiteY5" fmla="*/ 8299 h 8299"/>
                <a:gd name="connsiteX6" fmla="*/ 15336 w 15974"/>
                <a:gd name="connsiteY6" fmla="*/ 7661 h 8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74" h="8299">
                  <a:moveTo>
                    <a:pt x="15336" y="7661"/>
                  </a:moveTo>
                  <a:cubicBezTo>
                    <a:pt x="15336" y="3192"/>
                    <a:pt x="12141" y="0"/>
                    <a:pt x="7668" y="0"/>
                  </a:cubicBezTo>
                  <a:cubicBezTo>
                    <a:pt x="3195" y="0"/>
                    <a:pt x="0" y="3192"/>
                    <a:pt x="0" y="7661"/>
                  </a:cubicBezTo>
                  <a:cubicBezTo>
                    <a:pt x="0" y="7661"/>
                    <a:pt x="0" y="7661"/>
                    <a:pt x="0" y="7661"/>
                  </a:cubicBezTo>
                  <a:cubicBezTo>
                    <a:pt x="0" y="7661"/>
                    <a:pt x="0" y="8299"/>
                    <a:pt x="0" y="8299"/>
                  </a:cubicBezTo>
                  <a:lnTo>
                    <a:pt x="15975" y="8299"/>
                  </a:lnTo>
                  <a:cubicBezTo>
                    <a:pt x="15336" y="7661"/>
                    <a:pt x="15336" y="7661"/>
                    <a:pt x="15336" y="7661"/>
                  </a:cubicBezTo>
                </a:path>
              </a:pathLst>
            </a:custGeom>
            <a:solidFill>
              <a:srgbClr val="0076A8"/>
            </a:solidFill>
            <a:ln w="6390" cap="flat">
              <a:noFill/>
              <a:prstDash val="solid"/>
              <a:miter/>
            </a:ln>
          </p:spPr>
          <p:txBody>
            <a:bodyPr rtlCol="0" anchor="ctr"/>
            <a:lstStyle/>
            <a:p>
              <a:endParaRPr lang="en-US"/>
            </a:p>
          </p:txBody>
        </p:sp>
        <p:sp>
          <p:nvSpPr>
            <p:cNvPr id="658" name="Graphic 4">
              <a:extLst>
                <a:ext uri="{FF2B5EF4-FFF2-40B4-BE49-F238E27FC236}">
                  <a16:creationId xmlns:a16="http://schemas.microsoft.com/office/drawing/2014/main" id="{7DA51E54-BAEB-8F46-A7E6-6E7C0F36D34F}"/>
                </a:ext>
              </a:extLst>
            </p:cNvPr>
            <p:cNvSpPr/>
            <p:nvPr/>
          </p:nvSpPr>
          <p:spPr>
            <a:xfrm>
              <a:off x="9395763" y="3088733"/>
              <a:ext cx="15336" cy="15321"/>
            </a:xfrm>
            <a:custGeom>
              <a:avLst/>
              <a:gdLst>
                <a:gd name="connsiteX0" fmla="*/ 7668 w 15336"/>
                <a:gd name="connsiteY0" fmla="*/ 0 h 15321"/>
                <a:gd name="connsiteX1" fmla="*/ 0 w 15336"/>
                <a:gd name="connsiteY1" fmla="*/ 7661 h 15321"/>
                <a:gd name="connsiteX2" fmla="*/ 7668 w 15336"/>
                <a:gd name="connsiteY2" fmla="*/ 15322 h 15321"/>
                <a:gd name="connsiteX3" fmla="*/ 15336 w 15336"/>
                <a:gd name="connsiteY3" fmla="*/ 7661 h 15321"/>
                <a:gd name="connsiteX4" fmla="*/ 15336 w 15336"/>
                <a:gd name="connsiteY4" fmla="*/ 7661 h 15321"/>
                <a:gd name="connsiteX5" fmla="*/ 7668 w 15336"/>
                <a:gd name="connsiteY5"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6" h="15321">
                  <a:moveTo>
                    <a:pt x="7668" y="0"/>
                  </a:moveTo>
                  <a:cubicBezTo>
                    <a:pt x="3195" y="0"/>
                    <a:pt x="0" y="3192"/>
                    <a:pt x="0" y="7661"/>
                  </a:cubicBezTo>
                  <a:cubicBezTo>
                    <a:pt x="0" y="12130"/>
                    <a:pt x="3195" y="15322"/>
                    <a:pt x="7668" y="15322"/>
                  </a:cubicBezTo>
                  <a:cubicBezTo>
                    <a:pt x="12141" y="15322"/>
                    <a:pt x="15336" y="12130"/>
                    <a:pt x="15336" y="7661"/>
                  </a:cubicBezTo>
                  <a:cubicBezTo>
                    <a:pt x="15336" y="7661"/>
                    <a:pt x="15336" y="7661"/>
                    <a:pt x="15336" y="7661"/>
                  </a:cubicBezTo>
                  <a:cubicBezTo>
                    <a:pt x="15336" y="3830"/>
                    <a:pt x="12141" y="0"/>
                    <a:pt x="7668" y="0"/>
                  </a:cubicBezTo>
                </a:path>
              </a:pathLst>
            </a:custGeom>
            <a:solidFill>
              <a:srgbClr val="0076A8"/>
            </a:solidFill>
            <a:ln w="6390" cap="flat">
              <a:noFill/>
              <a:prstDash val="solid"/>
              <a:miter/>
            </a:ln>
          </p:spPr>
          <p:txBody>
            <a:bodyPr rtlCol="0" anchor="ctr"/>
            <a:lstStyle/>
            <a:p>
              <a:endParaRPr lang="en-US"/>
            </a:p>
          </p:txBody>
        </p:sp>
        <p:sp>
          <p:nvSpPr>
            <p:cNvPr id="659" name="Graphic 4">
              <a:extLst>
                <a:ext uri="{FF2B5EF4-FFF2-40B4-BE49-F238E27FC236}">
                  <a16:creationId xmlns:a16="http://schemas.microsoft.com/office/drawing/2014/main" id="{EF70D1BC-73A9-AF46-8145-EF116A6B4DB2}"/>
                </a:ext>
              </a:extLst>
            </p:cNvPr>
            <p:cNvSpPr/>
            <p:nvPr/>
          </p:nvSpPr>
          <p:spPr>
            <a:xfrm>
              <a:off x="9515894" y="3031915"/>
              <a:ext cx="43533" cy="58094"/>
            </a:xfrm>
            <a:custGeom>
              <a:avLst/>
              <a:gdLst>
                <a:gd name="connsiteX0" fmla="*/ 36423 w 43533"/>
                <a:gd name="connsiteY0" fmla="*/ 0 h 58094"/>
                <a:gd name="connsiteX1" fmla="*/ 0 w 43533"/>
                <a:gd name="connsiteY1" fmla="*/ 0 h 58094"/>
                <a:gd name="connsiteX2" fmla="*/ 0 w 43533"/>
                <a:gd name="connsiteY2" fmla="*/ 45326 h 58094"/>
                <a:gd name="connsiteX3" fmla="*/ 7668 w 43533"/>
                <a:gd name="connsiteY3" fmla="*/ 44050 h 58094"/>
                <a:gd name="connsiteX4" fmla="*/ 26838 w 43533"/>
                <a:gd name="connsiteY4" fmla="*/ 58094 h 58094"/>
                <a:gd name="connsiteX5" fmla="*/ 43452 w 43533"/>
                <a:gd name="connsiteY5" fmla="*/ 58094 h 58094"/>
                <a:gd name="connsiteX6" fmla="*/ 43452 w 43533"/>
                <a:gd name="connsiteY6" fmla="*/ 7661 h 58094"/>
                <a:gd name="connsiteX7" fmla="*/ 36423 w 43533"/>
                <a:gd name="connsiteY7" fmla="*/ 0 h 58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533" h="58094">
                  <a:moveTo>
                    <a:pt x="36423" y="0"/>
                  </a:moveTo>
                  <a:lnTo>
                    <a:pt x="0" y="0"/>
                  </a:lnTo>
                  <a:lnTo>
                    <a:pt x="0" y="45326"/>
                  </a:lnTo>
                  <a:cubicBezTo>
                    <a:pt x="2556" y="44050"/>
                    <a:pt x="5112" y="43411"/>
                    <a:pt x="7668" y="44050"/>
                  </a:cubicBezTo>
                  <a:cubicBezTo>
                    <a:pt x="16614" y="44050"/>
                    <a:pt x="24282" y="49795"/>
                    <a:pt x="26838" y="58094"/>
                  </a:cubicBezTo>
                  <a:lnTo>
                    <a:pt x="43452" y="58094"/>
                  </a:lnTo>
                  <a:lnTo>
                    <a:pt x="43452" y="7661"/>
                  </a:lnTo>
                  <a:cubicBezTo>
                    <a:pt x="44091" y="3830"/>
                    <a:pt x="40896" y="0"/>
                    <a:pt x="36423" y="0"/>
                  </a:cubicBezTo>
                </a:path>
              </a:pathLst>
            </a:custGeom>
            <a:solidFill>
              <a:srgbClr val="0076A8"/>
            </a:solidFill>
            <a:ln w="6390" cap="flat">
              <a:noFill/>
              <a:prstDash val="solid"/>
              <a:miter/>
            </a:ln>
          </p:spPr>
          <p:txBody>
            <a:bodyPr rtlCol="0" anchor="ctr"/>
            <a:lstStyle/>
            <a:p>
              <a:endParaRPr lang="en-US"/>
            </a:p>
          </p:txBody>
        </p:sp>
        <p:sp>
          <p:nvSpPr>
            <p:cNvPr id="660" name="Graphic 4">
              <a:extLst>
                <a:ext uri="{FF2B5EF4-FFF2-40B4-BE49-F238E27FC236}">
                  <a16:creationId xmlns:a16="http://schemas.microsoft.com/office/drawing/2014/main" id="{0C45D37B-0A43-484A-9ADD-737C4842EA60}"/>
                </a:ext>
              </a:extLst>
            </p:cNvPr>
            <p:cNvSpPr/>
            <p:nvPr/>
          </p:nvSpPr>
          <p:spPr>
            <a:xfrm>
              <a:off x="9279466" y="2855239"/>
              <a:ext cx="361671" cy="362450"/>
            </a:xfrm>
            <a:custGeom>
              <a:avLst/>
              <a:gdLst>
                <a:gd name="connsiteX0" fmla="*/ 293298 w 361671"/>
                <a:gd name="connsiteY0" fmla="*/ 241793 h 362450"/>
                <a:gd name="connsiteX1" fmla="*/ 286908 w 361671"/>
                <a:gd name="connsiteY1" fmla="*/ 248177 h 362450"/>
                <a:gd name="connsiteX2" fmla="*/ 263905 w 361671"/>
                <a:gd name="connsiteY2" fmla="*/ 248177 h 362450"/>
                <a:gd name="connsiteX3" fmla="*/ 238345 w 361671"/>
                <a:gd name="connsiteY3" fmla="*/ 261584 h 362450"/>
                <a:gd name="connsiteX4" fmla="*/ 224926 w 361671"/>
                <a:gd name="connsiteY4" fmla="*/ 248177 h 362450"/>
                <a:gd name="connsiteX5" fmla="*/ 143135 w 361671"/>
                <a:gd name="connsiteY5" fmla="*/ 248177 h 362450"/>
                <a:gd name="connsiteX6" fmla="*/ 117575 w 361671"/>
                <a:gd name="connsiteY6" fmla="*/ 261584 h 362450"/>
                <a:gd name="connsiteX7" fmla="*/ 104156 w 361671"/>
                <a:gd name="connsiteY7" fmla="*/ 248177 h 362450"/>
                <a:gd name="connsiteX8" fmla="*/ 88181 w 361671"/>
                <a:gd name="connsiteY8" fmla="*/ 248177 h 362450"/>
                <a:gd name="connsiteX9" fmla="*/ 81792 w 361671"/>
                <a:gd name="connsiteY9" fmla="*/ 241793 h 362450"/>
                <a:gd name="connsiteX10" fmla="*/ 81792 w 361671"/>
                <a:gd name="connsiteY10" fmla="*/ 191360 h 362450"/>
                <a:gd name="connsiteX11" fmla="*/ 74124 w 361671"/>
                <a:gd name="connsiteY11" fmla="*/ 191360 h 362450"/>
                <a:gd name="connsiteX12" fmla="*/ 67734 w 361671"/>
                <a:gd name="connsiteY12" fmla="*/ 184976 h 362450"/>
                <a:gd name="connsiteX13" fmla="*/ 74124 w 361671"/>
                <a:gd name="connsiteY13" fmla="*/ 178592 h 362450"/>
                <a:gd name="connsiteX14" fmla="*/ 81792 w 361671"/>
                <a:gd name="connsiteY14" fmla="*/ 178592 h 362450"/>
                <a:gd name="connsiteX15" fmla="*/ 81792 w 361671"/>
                <a:gd name="connsiteY15" fmla="*/ 163270 h 362450"/>
                <a:gd name="connsiteX16" fmla="*/ 74124 w 361671"/>
                <a:gd name="connsiteY16" fmla="*/ 163270 h 362450"/>
                <a:gd name="connsiteX17" fmla="*/ 67734 w 361671"/>
                <a:gd name="connsiteY17" fmla="*/ 156886 h 362450"/>
                <a:gd name="connsiteX18" fmla="*/ 74124 w 361671"/>
                <a:gd name="connsiteY18" fmla="*/ 150502 h 362450"/>
                <a:gd name="connsiteX19" fmla="*/ 81792 w 361671"/>
                <a:gd name="connsiteY19" fmla="*/ 150502 h 362450"/>
                <a:gd name="connsiteX20" fmla="*/ 81792 w 361671"/>
                <a:gd name="connsiteY20" fmla="*/ 128797 h 362450"/>
                <a:gd name="connsiteX21" fmla="*/ 88181 w 361671"/>
                <a:gd name="connsiteY21" fmla="*/ 122413 h 362450"/>
                <a:gd name="connsiteX22" fmla="*/ 181474 w 361671"/>
                <a:gd name="connsiteY22" fmla="*/ 122413 h 362450"/>
                <a:gd name="connsiteX23" fmla="*/ 181474 w 361671"/>
                <a:gd name="connsiteY23" fmla="*/ 121774 h 362450"/>
                <a:gd name="connsiteX24" fmla="*/ 203200 w 361671"/>
                <a:gd name="connsiteY24" fmla="*/ 102623 h 362450"/>
                <a:gd name="connsiteX25" fmla="*/ 222370 w 361671"/>
                <a:gd name="connsiteY25" fmla="*/ 121774 h 362450"/>
                <a:gd name="connsiteX26" fmla="*/ 222370 w 361671"/>
                <a:gd name="connsiteY26" fmla="*/ 122413 h 362450"/>
                <a:gd name="connsiteX27" fmla="*/ 230038 w 361671"/>
                <a:gd name="connsiteY27" fmla="*/ 122413 h 362450"/>
                <a:gd name="connsiteX28" fmla="*/ 236428 w 361671"/>
                <a:gd name="connsiteY28" fmla="*/ 128797 h 362450"/>
                <a:gd name="connsiteX29" fmla="*/ 236428 w 361671"/>
                <a:gd name="connsiteY29" fmla="*/ 165186 h 362450"/>
                <a:gd name="connsiteX30" fmla="*/ 272851 w 361671"/>
                <a:gd name="connsiteY30" fmla="*/ 165186 h 362450"/>
                <a:gd name="connsiteX31" fmla="*/ 293298 w 361671"/>
                <a:gd name="connsiteY31" fmla="*/ 185614 h 362450"/>
                <a:gd name="connsiteX32" fmla="*/ 293298 w 361671"/>
                <a:gd name="connsiteY32" fmla="*/ 241793 h 362450"/>
                <a:gd name="connsiteX33" fmla="*/ 180836 w 361671"/>
                <a:gd name="connsiteY33" fmla="*/ 479 h 362450"/>
                <a:gd name="connsiteX34" fmla="*/ 0 w 361671"/>
                <a:gd name="connsiteY34" fmla="*/ 181145 h 362450"/>
                <a:gd name="connsiteX35" fmla="*/ 180836 w 361671"/>
                <a:gd name="connsiteY35" fmla="*/ 362451 h 362450"/>
                <a:gd name="connsiteX36" fmla="*/ 361671 w 361671"/>
                <a:gd name="connsiteY36" fmla="*/ 181784 h 362450"/>
                <a:gd name="connsiteX37" fmla="*/ 361671 w 361671"/>
                <a:gd name="connsiteY37" fmla="*/ 181784 h 362450"/>
                <a:gd name="connsiteX38" fmla="*/ 180836 w 361671"/>
                <a:gd name="connsiteY38" fmla="*/ 479 h 362450"/>
                <a:gd name="connsiteX39" fmla="*/ 180836 w 361671"/>
                <a:gd name="connsiteY39" fmla="*/ 479 h 36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1671" h="362450">
                  <a:moveTo>
                    <a:pt x="293298" y="241793"/>
                  </a:moveTo>
                  <a:cubicBezTo>
                    <a:pt x="293298" y="245624"/>
                    <a:pt x="290742" y="248177"/>
                    <a:pt x="286908" y="248177"/>
                  </a:cubicBezTo>
                  <a:lnTo>
                    <a:pt x="263905" y="248177"/>
                  </a:lnTo>
                  <a:cubicBezTo>
                    <a:pt x="260710" y="259030"/>
                    <a:pt x="249208" y="264776"/>
                    <a:pt x="238345" y="261584"/>
                  </a:cubicBezTo>
                  <a:cubicBezTo>
                    <a:pt x="231955" y="259668"/>
                    <a:pt x="227482" y="254561"/>
                    <a:pt x="224926" y="248177"/>
                  </a:cubicBezTo>
                  <a:lnTo>
                    <a:pt x="143135" y="248177"/>
                  </a:lnTo>
                  <a:cubicBezTo>
                    <a:pt x="139940" y="259030"/>
                    <a:pt x="128438" y="264776"/>
                    <a:pt x="117575" y="261584"/>
                  </a:cubicBezTo>
                  <a:cubicBezTo>
                    <a:pt x="111185" y="259668"/>
                    <a:pt x="106712" y="254561"/>
                    <a:pt x="104156" y="248177"/>
                  </a:cubicBezTo>
                  <a:lnTo>
                    <a:pt x="88181" y="248177"/>
                  </a:lnTo>
                  <a:cubicBezTo>
                    <a:pt x="84348" y="248177"/>
                    <a:pt x="81792" y="245624"/>
                    <a:pt x="81792" y="241793"/>
                  </a:cubicBezTo>
                  <a:lnTo>
                    <a:pt x="81792" y="191360"/>
                  </a:lnTo>
                  <a:lnTo>
                    <a:pt x="74124" y="191360"/>
                  </a:lnTo>
                  <a:cubicBezTo>
                    <a:pt x="70289" y="191360"/>
                    <a:pt x="67734" y="188806"/>
                    <a:pt x="67734" y="184976"/>
                  </a:cubicBezTo>
                  <a:cubicBezTo>
                    <a:pt x="67734" y="181145"/>
                    <a:pt x="70289" y="178592"/>
                    <a:pt x="74124" y="178592"/>
                  </a:cubicBezTo>
                  <a:lnTo>
                    <a:pt x="81792" y="178592"/>
                  </a:lnTo>
                  <a:lnTo>
                    <a:pt x="81792" y="163270"/>
                  </a:lnTo>
                  <a:lnTo>
                    <a:pt x="74124" y="163270"/>
                  </a:lnTo>
                  <a:cubicBezTo>
                    <a:pt x="70289" y="163270"/>
                    <a:pt x="67734" y="160717"/>
                    <a:pt x="67734" y="156886"/>
                  </a:cubicBezTo>
                  <a:cubicBezTo>
                    <a:pt x="67734" y="153056"/>
                    <a:pt x="70289" y="150502"/>
                    <a:pt x="74124" y="150502"/>
                  </a:cubicBezTo>
                  <a:lnTo>
                    <a:pt x="81792" y="150502"/>
                  </a:lnTo>
                  <a:lnTo>
                    <a:pt x="81792" y="128797"/>
                  </a:lnTo>
                  <a:cubicBezTo>
                    <a:pt x="81792" y="124966"/>
                    <a:pt x="84348" y="122413"/>
                    <a:pt x="88181" y="122413"/>
                  </a:cubicBezTo>
                  <a:lnTo>
                    <a:pt x="181474" y="122413"/>
                  </a:lnTo>
                  <a:cubicBezTo>
                    <a:pt x="181474" y="122413"/>
                    <a:pt x="181474" y="121774"/>
                    <a:pt x="181474" y="121774"/>
                  </a:cubicBezTo>
                  <a:cubicBezTo>
                    <a:pt x="182113" y="110283"/>
                    <a:pt x="191698" y="101984"/>
                    <a:pt x="203200" y="102623"/>
                  </a:cubicBezTo>
                  <a:cubicBezTo>
                    <a:pt x="213424" y="103261"/>
                    <a:pt x="222370" y="111560"/>
                    <a:pt x="222370" y="121774"/>
                  </a:cubicBezTo>
                  <a:cubicBezTo>
                    <a:pt x="222370" y="121774"/>
                    <a:pt x="222370" y="122413"/>
                    <a:pt x="222370" y="122413"/>
                  </a:cubicBezTo>
                  <a:lnTo>
                    <a:pt x="230038" y="122413"/>
                  </a:lnTo>
                  <a:cubicBezTo>
                    <a:pt x="233872" y="122413"/>
                    <a:pt x="236428" y="124966"/>
                    <a:pt x="236428" y="128797"/>
                  </a:cubicBezTo>
                  <a:lnTo>
                    <a:pt x="236428" y="165186"/>
                  </a:lnTo>
                  <a:lnTo>
                    <a:pt x="272851" y="165186"/>
                  </a:lnTo>
                  <a:cubicBezTo>
                    <a:pt x="284352" y="165186"/>
                    <a:pt x="293298" y="174123"/>
                    <a:pt x="293298" y="185614"/>
                  </a:cubicBezTo>
                  <a:lnTo>
                    <a:pt x="293298" y="241793"/>
                  </a:lnTo>
                  <a:close/>
                  <a:moveTo>
                    <a:pt x="180836" y="479"/>
                  </a:moveTo>
                  <a:cubicBezTo>
                    <a:pt x="80514" y="479"/>
                    <a:pt x="0" y="81555"/>
                    <a:pt x="0" y="181145"/>
                  </a:cubicBezTo>
                  <a:cubicBezTo>
                    <a:pt x="0" y="281374"/>
                    <a:pt x="81153" y="362451"/>
                    <a:pt x="180836" y="362451"/>
                  </a:cubicBezTo>
                  <a:cubicBezTo>
                    <a:pt x="281157" y="362451"/>
                    <a:pt x="361671" y="281374"/>
                    <a:pt x="361671" y="181784"/>
                  </a:cubicBezTo>
                  <a:cubicBezTo>
                    <a:pt x="361671" y="181784"/>
                    <a:pt x="361671" y="181784"/>
                    <a:pt x="361671" y="181784"/>
                  </a:cubicBezTo>
                  <a:cubicBezTo>
                    <a:pt x="361671" y="80917"/>
                    <a:pt x="281157" y="479"/>
                    <a:pt x="180836" y="479"/>
                  </a:cubicBezTo>
                  <a:cubicBezTo>
                    <a:pt x="180836" y="-160"/>
                    <a:pt x="180836" y="-160"/>
                    <a:pt x="180836" y="479"/>
                  </a:cubicBezTo>
                </a:path>
              </a:pathLst>
            </a:custGeom>
            <a:solidFill>
              <a:srgbClr val="0076A8"/>
            </a:solidFill>
            <a:ln w="6390" cap="flat">
              <a:noFill/>
              <a:prstDash val="solid"/>
              <a:miter/>
            </a:ln>
          </p:spPr>
          <p:txBody>
            <a:bodyPr rtlCol="0" anchor="ctr"/>
            <a:lstStyle/>
            <a:p>
              <a:endParaRPr lang="en-US"/>
            </a:p>
          </p:txBody>
        </p:sp>
        <p:sp>
          <p:nvSpPr>
            <p:cNvPr id="661" name="Graphic 4">
              <a:extLst>
                <a:ext uri="{FF2B5EF4-FFF2-40B4-BE49-F238E27FC236}">
                  <a16:creationId xmlns:a16="http://schemas.microsoft.com/office/drawing/2014/main" id="{EB26D383-7DD0-1A45-B77A-7A61922BEC9D}"/>
                </a:ext>
              </a:extLst>
            </p:cNvPr>
            <p:cNvSpPr/>
            <p:nvPr/>
          </p:nvSpPr>
          <p:spPr>
            <a:xfrm>
              <a:off x="9516533" y="3088733"/>
              <a:ext cx="15335" cy="15321"/>
            </a:xfrm>
            <a:custGeom>
              <a:avLst/>
              <a:gdLst>
                <a:gd name="connsiteX0" fmla="*/ 7668 w 15335"/>
                <a:gd name="connsiteY0" fmla="*/ 0 h 15321"/>
                <a:gd name="connsiteX1" fmla="*/ 0 w 15335"/>
                <a:gd name="connsiteY1" fmla="*/ 7661 h 15321"/>
                <a:gd name="connsiteX2" fmla="*/ 7668 w 15335"/>
                <a:gd name="connsiteY2" fmla="*/ 15322 h 15321"/>
                <a:gd name="connsiteX3" fmla="*/ 15335 w 15335"/>
                <a:gd name="connsiteY3" fmla="*/ 7661 h 15321"/>
                <a:gd name="connsiteX4" fmla="*/ 15335 w 15335"/>
                <a:gd name="connsiteY4" fmla="*/ 7661 h 15321"/>
                <a:gd name="connsiteX5" fmla="*/ 7668 w 15335"/>
                <a:gd name="connsiteY5" fmla="*/ 0 h 15321"/>
                <a:gd name="connsiteX6" fmla="*/ 7668 w 15335"/>
                <a:gd name="connsiteY6"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335" h="15321">
                  <a:moveTo>
                    <a:pt x="7668" y="0"/>
                  </a:moveTo>
                  <a:cubicBezTo>
                    <a:pt x="3195" y="0"/>
                    <a:pt x="0" y="3192"/>
                    <a:pt x="0" y="7661"/>
                  </a:cubicBezTo>
                  <a:cubicBezTo>
                    <a:pt x="0" y="12130"/>
                    <a:pt x="3195" y="15322"/>
                    <a:pt x="7668" y="15322"/>
                  </a:cubicBezTo>
                  <a:cubicBezTo>
                    <a:pt x="12140" y="15322"/>
                    <a:pt x="15335" y="12130"/>
                    <a:pt x="15335" y="7661"/>
                  </a:cubicBezTo>
                  <a:cubicBezTo>
                    <a:pt x="15335" y="7661"/>
                    <a:pt x="15335" y="7661"/>
                    <a:pt x="15335" y="7661"/>
                  </a:cubicBezTo>
                  <a:cubicBezTo>
                    <a:pt x="15335" y="3830"/>
                    <a:pt x="12140" y="0"/>
                    <a:pt x="7668" y="0"/>
                  </a:cubicBezTo>
                  <a:cubicBezTo>
                    <a:pt x="7668" y="0"/>
                    <a:pt x="7668" y="0"/>
                    <a:pt x="7668" y="0"/>
                  </a:cubicBezTo>
                </a:path>
              </a:pathLst>
            </a:custGeom>
            <a:solidFill>
              <a:srgbClr val="0076A8"/>
            </a:solidFill>
            <a:ln w="6390" cap="flat">
              <a:noFill/>
              <a:prstDash val="solid"/>
              <a:miter/>
            </a:ln>
          </p:spPr>
          <p:txBody>
            <a:bodyPr rtlCol="0" anchor="ctr"/>
            <a:lstStyle/>
            <a:p>
              <a:endParaRPr lang="en-US"/>
            </a:p>
          </p:txBody>
        </p:sp>
      </p:grpSp>
      <p:grpSp>
        <p:nvGrpSpPr>
          <p:cNvPr id="662" name="Graphic 4">
            <a:extLst>
              <a:ext uri="{FF2B5EF4-FFF2-40B4-BE49-F238E27FC236}">
                <a16:creationId xmlns:a16="http://schemas.microsoft.com/office/drawing/2014/main" id="{4C9E8317-152F-3A49-BFA8-4B086AB54C70}"/>
              </a:ext>
            </a:extLst>
          </p:cNvPr>
          <p:cNvGrpSpPr/>
          <p:nvPr/>
        </p:nvGrpSpPr>
        <p:grpSpPr>
          <a:xfrm>
            <a:off x="8840477" y="2371173"/>
            <a:ext cx="362312" cy="361971"/>
            <a:chOff x="8840477" y="2371173"/>
            <a:chExt cx="362312" cy="361971"/>
          </a:xfrm>
          <a:solidFill>
            <a:srgbClr val="0076A8"/>
          </a:solidFill>
        </p:grpSpPr>
        <p:sp>
          <p:nvSpPr>
            <p:cNvPr id="663" name="Graphic 4">
              <a:extLst>
                <a:ext uri="{FF2B5EF4-FFF2-40B4-BE49-F238E27FC236}">
                  <a16:creationId xmlns:a16="http://schemas.microsoft.com/office/drawing/2014/main" id="{04723899-E092-8246-9DE1-DACD76032275}"/>
                </a:ext>
              </a:extLst>
            </p:cNvPr>
            <p:cNvSpPr/>
            <p:nvPr/>
          </p:nvSpPr>
          <p:spPr>
            <a:xfrm>
              <a:off x="8840477" y="237117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9204"/>
                    <a:pt x="181474" y="349204"/>
                  </a:cubicBezTo>
                  <a:close/>
                </a:path>
              </a:pathLst>
            </a:custGeom>
            <a:solidFill>
              <a:srgbClr val="0076A8"/>
            </a:solidFill>
            <a:ln w="6390" cap="flat">
              <a:noFill/>
              <a:prstDash val="solid"/>
              <a:miter/>
            </a:ln>
          </p:spPr>
          <p:txBody>
            <a:bodyPr rtlCol="0" anchor="ctr"/>
            <a:lstStyle/>
            <a:p>
              <a:endParaRPr lang="en-US"/>
            </a:p>
          </p:txBody>
        </p:sp>
        <p:sp>
          <p:nvSpPr>
            <p:cNvPr id="664" name="Graphic 4">
              <a:extLst>
                <a:ext uri="{FF2B5EF4-FFF2-40B4-BE49-F238E27FC236}">
                  <a16:creationId xmlns:a16="http://schemas.microsoft.com/office/drawing/2014/main" id="{956F0A9F-FC47-9643-A06A-72F2953BECFE}"/>
                </a:ext>
              </a:extLst>
            </p:cNvPr>
            <p:cNvSpPr/>
            <p:nvPr/>
          </p:nvSpPr>
          <p:spPr>
            <a:xfrm>
              <a:off x="8924747" y="2456468"/>
              <a:ext cx="193578" cy="205495"/>
            </a:xfrm>
            <a:custGeom>
              <a:avLst/>
              <a:gdLst>
                <a:gd name="connsiteX0" fmla="*/ 189859 w 193578"/>
                <a:gd name="connsiteY0" fmla="*/ 14934 h 205495"/>
                <a:gd name="connsiteX1" fmla="*/ 184108 w 193578"/>
                <a:gd name="connsiteY1" fmla="*/ 14934 h 205495"/>
                <a:gd name="connsiteX2" fmla="*/ 101038 w 193578"/>
                <a:gd name="connsiteY2" fmla="*/ 1527 h 205495"/>
                <a:gd name="connsiteX3" fmla="*/ 95926 w 193578"/>
                <a:gd name="connsiteY3" fmla="*/ 250 h 205495"/>
                <a:gd name="connsiteX4" fmla="*/ 91454 w 193578"/>
                <a:gd name="connsiteY4" fmla="*/ 2804 h 205495"/>
                <a:gd name="connsiteX5" fmla="*/ 10302 w 193578"/>
                <a:gd name="connsiteY5" fmla="*/ 14934 h 205495"/>
                <a:gd name="connsiteX6" fmla="*/ 4551 w 193578"/>
                <a:gd name="connsiteY6" fmla="*/ 15572 h 205495"/>
                <a:gd name="connsiteX7" fmla="*/ 1356 w 193578"/>
                <a:gd name="connsiteY7" fmla="*/ 20041 h 205495"/>
                <a:gd name="connsiteX8" fmla="*/ 93371 w 193578"/>
                <a:gd name="connsiteY8" fmla="*/ 204538 h 205495"/>
                <a:gd name="connsiteX9" fmla="*/ 99121 w 193578"/>
                <a:gd name="connsiteY9" fmla="*/ 204538 h 205495"/>
                <a:gd name="connsiteX10" fmla="*/ 150880 w 193578"/>
                <a:gd name="connsiteY10" fmla="*/ 162404 h 205495"/>
                <a:gd name="connsiteX11" fmla="*/ 192415 w 193578"/>
                <a:gd name="connsiteY11" fmla="*/ 20679 h 205495"/>
                <a:gd name="connsiteX12" fmla="*/ 189859 w 193578"/>
                <a:gd name="connsiteY12" fmla="*/ 14934 h 205495"/>
                <a:gd name="connsiteX13" fmla="*/ 97844 w 193578"/>
                <a:gd name="connsiteY13" fmla="*/ 190493 h 205495"/>
                <a:gd name="connsiteX14" fmla="*/ 14135 w 193578"/>
                <a:gd name="connsiteY14" fmla="*/ 28978 h 205495"/>
                <a:gd name="connsiteX15" fmla="*/ 98482 w 193578"/>
                <a:gd name="connsiteY15" fmla="*/ 14934 h 205495"/>
                <a:gd name="connsiteX16" fmla="*/ 182190 w 193578"/>
                <a:gd name="connsiteY16" fmla="*/ 29617 h 205495"/>
                <a:gd name="connsiteX17" fmla="*/ 97844 w 193578"/>
                <a:gd name="connsiteY17" fmla="*/ 190493 h 205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3578" h="205495">
                  <a:moveTo>
                    <a:pt x="189859" y="14934"/>
                  </a:moveTo>
                  <a:cubicBezTo>
                    <a:pt x="187941" y="13657"/>
                    <a:pt x="186025" y="13657"/>
                    <a:pt x="184108" y="14934"/>
                  </a:cubicBezTo>
                  <a:cubicBezTo>
                    <a:pt x="155992" y="27702"/>
                    <a:pt x="123403" y="21956"/>
                    <a:pt x="101038" y="1527"/>
                  </a:cubicBezTo>
                  <a:cubicBezTo>
                    <a:pt x="99761" y="250"/>
                    <a:pt x="97844" y="-388"/>
                    <a:pt x="95926" y="250"/>
                  </a:cubicBezTo>
                  <a:cubicBezTo>
                    <a:pt x="94010" y="250"/>
                    <a:pt x="92731" y="1527"/>
                    <a:pt x="91454" y="2804"/>
                  </a:cubicBezTo>
                  <a:cubicBezTo>
                    <a:pt x="91454" y="2804"/>
                    <a:pt x="64616" y="36639"/>
                    <a:pt x="10302" y="14934"/>
                  </a:cubicBezTo>
                  <a:cubicBezTo>
                    <a:pt x="8384" y="14295"/>
                    <a:pt x="6467" y="14295"/>
                    <a:pt x="4551" y="15572"/>
                  </a:cubicBezTo>
                  <a:cubicBezTo>
                    <a:pt x="2633" y="16210"/>
                    <a:pt x="1994" y="18126"/>
                    <a:pt x="1356" y="20041"/>
                  </a:cubicBezTo>
                  <a:cubicBezTo>
                    <a:pt x="1356" y="21318"/>
                    <a:pt x="-18453" y="140060"/>
                    <a:pt x="93371" y="204538"/>
                  </a:cubicBezTo>
                  <a:cubicBezTo>
                    <a:pt x="95287" y="205815"/>
                    <a:pt x="97205" y="205815"/>
                    <a:pt x="99121" y="204538"/>
                  </a:cubicBezTo>
                  <a:cubicBezTo>
                    <a:pt x="118931" y="193685"/>
                    <a:pt x="136183" y="179640"/>
                    <a:pt x="150880" y="162404"/>
                  </a:cubicBezTo>
                  <a:cubicBezTo>
                    <a:pt x="173245" y="135591"/>
                    <a:pt x="199444" y="88988"/>
                    <a:pt x="192415" y="20679"/>
                  </a:cubicBezTo>
                  <a:cubicBezTo>
                    <a:pt x="193054" y="17487"/>
                    <a:pt x="191775" y="15572"/>
                    <a:pt x="189859" y="14934"/>
                  </a:cubicBezTo>
                  <a:close/>
                  <a:moveTo>
                    <a:pt x="97844" y="190493"/>
                  </a:moveTo>
                  <a:cubicBezTo>
                    <a:pt x="40334" y="157935"/>
                    <a:pt x="7746" y="94733"/>
                    <a:pt x="14135" y="28978"/>
                  </a:cubicBezTo>
                  <a:cubicBezTo>
                    <a:pt x="59504" y="43661"/>
                    <a:pt x="87620" y="23871"/>
                    <a:pt x="98482" y="14934"/>
                  </a:cubicBezTo>
                  <a:cubicBezTo>
                    <a:pt x="122126" y="33447"/>
                    <a:pt x="153436" y="39193"/>
                    <a:pt x="182190" y="29617"/>
                  </a:cubicBezTo>
                  <a:cubicBezTo>
                    <a:pt x="187303" y="134952"/>
                    <a:pt x="113818" y="181556"/>
                    <a:pt x="97844" y="190493"/>
                  </a:cubicBezTo>
                  <a:close/>
                </a:path>
              </a:pathLst>
            </a:custGeom>
            <a:solidFill>
              <a:srgbClr val="0076A8"/>
            </a:solidFill>
            <a:ln w="6390" cap="flat">
              <a:noFill/>
              <a:prstDash val="solid"/>
              <a:miter/>
            </a:ln>
          </p:spPr>
          <p:txBody>
            <a:bodyPr rtlCol="0" anchor="ctr"/>
            <a:lstStyle/>
            <a:p>
              <a:endParaRPr lang="en-US"/>
            </a:p>
          </p:txBody>
        </p:sp>
        <p:sp>
          <p:nvSpPr>
            <p:cNvPr id="665" name="Graphic 4">
              <a:extLst>
                <a:ext uri="{FF2B5EF4-FFF2-40B4-BE49-F238E27FC236}">
                  <a16:creationId xmlns:a16="http://schemas.microsoft.com/office/drawing/2014/main" id="{69522463-A7CA-E24C-AE53-431D532CC03C}"/>
                </a:ext>
              </a:extLst>
            </p:cNvPr>
            <p:cNvSpPr/>
            <p:nvPr/>
          </p:nvSpPr>
          <p:spPr>
            <a:xfrm>
              <a:off x="8966119" y="2495661"/>
              <a:ext cx="111025" cy="104754"/>
            </a:xfrm>
            <a:custGeom>
              <a:avLst/>
              <a:gdLst>
                <a:gd name="connsiteX0" fmla="*/ 105674 w 111025"/>
                <a:gd name="connsiteY0" fmla="*/ 34474 h 104754"/>
                <a:gd name="connsiteX1" fmla="*/ 75641 w 111025"/>
                <a:gd name="connsiteY1" fmla="*/ 29366 h 104754"/>
                <a:gd name="connsiteX2" fmla="*/ 61584 w 111025"/>
                <a:gd name="connsiteY2" fmla="*/ 3192 h 104754"/>
                <a:gd name="connsiteX3" fmla="*/ 55832 w 111025"/>
                <a:gd name="connsiteY3" fmla="*/ 0 h 104754"/>
                <a:gd name="connsiteX4" fmla="*/ 50081 w 111025"/>
                <a:gd name="connsiteY4" fmla="*/ 3192 h 104754"/>
                <a:gd name="connsiteX5" fmla="*/ 36663 w 111025"/>
                <a:gd name="connsiteY5" fmla="*/ 30005 h 104754"/>
                <a:gd name="connsiteX6" fmla="*/ 5352 w 111025"/>
                <a:gd name="connsiteY6" fmla="*/ 33197 h 104754"/>
                <a:gd name="connsiteX7" fmla="*/ 240 w 111025"/>
                <a:gd name="connsiteY7" fmla="*/ 37666 h 104754"/>
                <a:gd name="connsiteX8" fmla="*/ 2157 w 111025"/>
                <a:gd name="connsiteY8" fmla="*/ 44050 h 104754"/>
                <a:gd name="connsiteX9" fmla="*/ 24522 w 111025"/>
                <a:gd name="connsiteY9" fmla="*/ 65117 h 104754"/>
                <a:gd name="connsiteX10" fmla="*/ 20049 w 111025"/>
                <a:gd name="connsiteY10" fmla="*/ 97037 h 104754"/>
                <a:gd name="connsiteX11" fmla="*/ 22604 w 111025"/>
                <a:gd name="connsiteY11" fmla="*/ 103421 h 104754"/>
                <a:gd name="connsiteX12" fmla="*/ 28994 w 111025"/>
                <a:gd name="connsiteY12" fmla="*/ 104059 h 104754"/>
                <a:gd name="connsiteX13" fmla="*/ 56471 w 111025"/>
                <a:gd name="connsiteY13" fmla="*/ 90014 h 104754"/>
                <a:gd name="connsiteX14" fmla="*/ 82670 w 111025"/>
                <a:gd name="connsiteY14" fmla="*/ 104059 h 104754"/>
                <a:gd name="connsiteX15" fmla="*/ 89060 w 111025"/>
                <a:gd name="connsiteY15" fmla="*/ 103421 h 104754"/>
                <a:gd name="connsiteX16" fmla="*/ 91616 w 111025"/>
                <a:gd name="connsiteY16" fmla="*/ 97037 h 104754"/>
                <a:gd name="connsiteX17" fmla="*/ 87143 w 111025"/>
                <a:gd name="connsiteY17" fmla="*/ 65755 h 104754"/>
                <a:gd name="connsiteX18" fmla="*/ 108868 w 111025"/>
                <a:gd name="connsiteY18" fmla="*/ 45326 h 104754"/>
                <a:gd name="connsiteX19" fmla="*/ 110786 w 111025"/>
                <a:gd name="connsiteY19" fmla="*/ 38942 h 104754"/>
                <a:gd name="connsiteX20" fmla="*/ 105674 w 111025"/>
                <a:gd name="connsiteY20" fmla="*/ 34474 h 104754"/>
                <a:gd name="connsiteX21" fmla="*/ 75641 w 111025"/>
                <a:gd name="connsiteY21" fmla="*/ 58733 h 104754"/>
                <a:gd name="connsiteX22" fmla="*/ 73724 w 111025"/>
                <a:gd name="connsiteY22" fmla="*/ 64478 h 104754"/>
                <a:gd name="connsiteX23" fmla="*/ 76919 w 111025"/>
                <a:gd name="connsiteY23" fmla="*/ 86822 h 104754"/>
                <a:gd name="connsiteX24" fmla="*/ 59027 w 111025"/>
                <a:gd name="connsiteY24" fmla="*/ 77246 h 104754"/>
                <a:gd name="connsiteX25" fmla="*/ 53276 w 111025"/>
                <a:gd name="connsiteY25" fmla="*/ 77246 h 104754"/>
                <a:gd name="connsiteX26" fmla="*/ 34107 w 111025"/>
                <a:gd name="connsiteY26" fmla="*/ 86822 h 104754"/>
                <a:gd name="connsiteX27" fmla="*/ 37302 w 111025"/>
                <a:gd name="connsiteY27" fmla="*/ 64478 h 104754"/>
                <a:gd name="connsiteX28" fmla="*/ 35384 w 111025"/>
                <a:gd name="connsiteY28" fmla="*/ 58733 h 104754"/>
                <a:gd name="connsiteX29" fmla="*/ 20688 w 111025"/>
                <a:gd name="connsiteY29" fmla="*/ 44688 h 104754"/>
                <a:gd name="connsiteX30" fmla="*/ 41774 w 111025"/>
                <a:gd name="connsiteY30" fmla="*/ 42134 h 104754"/>
                <a:gd name="connsiteX31" fmla="*/ 46886 w 111025"/>
                <a:gd name="connsiteY31" fmla="*/ 38942 h 104754"/>
                <a:gd name="connsiteX32" fmla="*/ 56471 w 111025"/>
                <a:gd name="connsiteY32" fmla="*/ 19790 h 104754"/>
                <a:gd name="connsiteX33" fmla="*/ 66695 w 111025"/>
                <a:gd name="connsiteY33" fmla="*/ 37666 h 104754"/>
                <a:gd name="connsiteX34" fmla="*/ 71168 w 111025"/>
                <a:gd name="connsiteY34" fmla="*/ 40858 h 104754"/>
                <a:gd name="connsiteX35" fmla="*/ 91616 w 111025"/>
                <a:gd name="connsiteY35" fmla="*/ 44688 h 104754"/>
                <a:gd name="connsiteX36" fmla="*/ 75641 w 111025"/>
                <a:gd name="connsiteY36" fmla="*/ 58733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11025" h="104754">
                  <a:moveTo>
                    <a:pt x="105674" y="34474"/>
                  </a:moveTo>
                  <a:lnTo>
                    <a:pt x="75641" y="29366"/>
                  </a:lnTo>
                  <a:lnTo>
                    <a:pt x="61584" y="3192"/>
                  </a:lnTo>
                  <a:cubicBezTo>
                    <a:pt x="60305" y="1277"/>
                    <a:pt x="58389" y="0"/>
                    <a:pt x="55832" y="0"/>
                  </a:cubicBezTo>
                  <a:cubicBezTo>
                    <a:pt x="53276" y="0"/>
                    <a:pt x="51359" y="1277"/>
                    <a:pt x="50081" y="3192"/>
                  </a:cubicBezTo>
                  <a:lnTo>
                    <a:pt x="36663" y="30005"/>
                  </a:lnTo>
                  <a:lnTo>
                    <a:pt x="5352" y="33197"/>
                  </a:lnTo>
                  <a:cubicBezTo>
                    <a:pt x="2796" y="33197"/>
                    <a:pt x="879" y="35112"/>
                    <a:pt x="240" y="37666"/>
                  </a:cubicBezTo>
                  <a:cubicBezTo>
                    <a:pt x="-399" y="40219"/>
                    <a:pt x="240" y="42134"/>
                    <a:pt x="2157" y="44050"/>
                  </a:cubicBezTo>
                  <a:lnTo>
                    <a:pt x="24522" y="65117"/>
                  </a:lnTo>
                  <a:lnTo>
                    <a:pt x="20049" y="97037"/>
                  </a:lnTo>
                  <a:cubicBezTo>
                    <a:pt x="19409" y="99590"/>
                    <a:pt x="20688" y="102144"/>
                    <a:pt x="22604" y="103421"/>
                  </a:cubicBezTo>
                  <a:cubicBezTo>
                    <a:pt x="24522" y="104697"/>
                    <a:pt x="27078" y="104697"/>
                    <a:pt x="28994" y="104059"/>
                  </a:cubicBezTo>
                  <a:lnTo>
                    <a:pt x="56471" y="90014"/>
                  </a:lnTo>
                  <a:lnTo>
                    <a:pt x="82670" y="104059"/>
                  </a:lnTo>
                  <a:cubicBezTo>
                    <a:pt x="84587" y="105336"/>
                    <a:pt x="87143" y="104697"/>
                    <a:pt x="89060" y="103421"/>
                  </a:cubicBezTo>
                  <a:cubicBezTo>
                    <a:pt x="90977" y="102144"/>
                    <a:pt x="92255" y="99590"/>
                    <a:pt x="91616" y="97037"/>
                  </a:cubicBezTo>
                  <a:lnTo>
                    <a:pt x="87143" y="65755"/>
                  </a:lnTo>
                  <a:lnTo>
                    <a:pt x="108868" y="45326"/>
                  </a:lnTo>
                  <a:cubicBezTo>
                    <a:pt x="110786" y="43411"/>
                    <a:pt x="111425" y="41496"/>
                    <a:pt x="110786" y="38942"/>
                  </a:cubicBezTo>
                  <a:cubicBezTo>
                    <a:pt x="109508" y="36389"/>
                    <a:pt x="107591" y="35112"/>
                    <a:pt x="105674" y="34474"/>
                  </a:cubicBezTo>
                  <a:close/>
                  <a:moveTo>
                    <a:pt x="75641" y="58733"/>
                  </a:moveTo>
                  <a:cubicBezTo>
                    <a:pt x="74363" y="60010"/>
                    <a:pt x="73085" y="61925"/>
                    <a:pt x="73724" y="64478"/>
                  </a:cubicBezTo>
                  <a:lnTo>
                    <a:pt x="76919" y="86822"/>
                  </a:lnTo>
                  <a:lnTo>
                    <a:pt x="59027" y="77246"/>
                  </a:lnTo>
                  <a:cubicBezTo>
                    <a:pt x="57110" y="75970"/>
                    <a:pt x="55194" y="75970"/>
                    <a:pt x="53276" y="77246"/>
                  </a:cubicBezTo>
                  <a:lnTo>
                    <a:pt x="34107" y="86822"/>
                  </a:lnTo>
                  <a:lnTo>
                    <a:pt x="37302" y="64478"/>
                  </a:lnTo>
                  <a:cubicBezTo>
                    <a:pt x="37940" y="62563"/>
                    <a:pt x="36663" y="60010"/>
                    <a:pt x="35384" y="58733"/>
                  </a:cubicBezTo>
                  <a:lnTo>
                    <a:pt x="20688" y="44688"/>
                  </a:lnTo>
                  <a:lnTo>
                    <a:pt x="41774" y="42134"/>
                  </a:lnTo>
                  <a:cubicBezTo>
                    <a:pt x="43691" y="42134"/>
                    <a:pt x="45609" y="40858"/>
                    <a:pt x="46886" y="38942"/>
                  </a:cubicBezTo>
                  <a:lnTo>
                    <a:pt x="56471" y="19790"/>
                  </a:lnTo>
                  <a:lnTo>
                    <a:pt x="66695" y="37666"/>
                  </a:lnTo>
                  <a:cubicBezTo>
                    <a:pt x="67974" y="39581"/>
                    <a:pt x="69251" y="40219"/>
                    <a:pt x="71168" y="40858"/>
                  </a:cubicBezTo>
                  <a:lnTo>
                    <a:pt x="91616" y="44688"/>
                  </a:lnTo>
                  <a:lnTo>
                    <a:pt x="75641" y="58733"/>
                  </a:lnTo>
                  <a:close/>
                </a:path>
              </a:pathLst>
            </a:custGeom>
            <a:solidFill>
              <a:srgbClr val="0076A8"/>
            </a:solidFill>
            <a:ln w="6390" cap="flat">
              <a:noFill/>
              <a:prstDash val="solid"/>
              <a:miter/>
            </a:ln>
          </p:spPr>
          <p:txBody>
            <a:bodyPr rtlCol="0" anchor="ctr"/>
            <a:lstStyle/>
            <a:p>
              <a:endParaRPr lang="en-US"/>
            </a:p>
          </p:txBody>
        </p:sp>
      </p:grpSp>
      <p:sp>
        <p:nvSpPr>
          <p:cNvPr id="666" name="Graphic 4">
            <a:extLst>
              <a:ext uri="{FF2B5EF4-FFF2-40B4-BE49-F238E27FC236}">
                <a16:creationId xmlns:a16="http://schemas.microsoft.com/office/drawing/2014/main" id="{0B4C8439-3B71-A549-8E17-F4EB982CED07}"/>
              </a:ext>
            </a:extLst>
          </p:cNvPr>
          <p:cNvSpPr/>
          <p:nvPr/>
        </p:nvSpPr>
        <p:spPr>
          <a:xfrm>
            <a:off x="9280105" y="2371173"/>
            <a:ext cx="361670" cy="362610"/>
          </a:xfrm>
          <a:custGeom>
            <a:avLst/>
            <a:gdLst>
              <a:gd name="connsiteX0" fmla="*/ 200005 w 361670"/>
              <a:gd name="connsiteY0" fmla="*/ 183220 h 362610"/>
              <a:gd name="connsiteX1" fmla="*/ 214702 w 361670"/>
              <a:gd name="connsiteY1" fmla="*/ 169176 h 362610"/>
              <a:gd name="connsiteX2" fmla="*/ 194253 w 361670"/>
              <a:gd name="connsiteY2" fmla="*/ 165984 h 362610"/>
              <a:gd name="connsiteX3" fmla="*/ 189781 w 361670"/>
              <a:gd name="connsiteY3" fmla="*/ 162792 h 362610"/>
              <a:gd name="connsiteX4" fmla="*/ 179557 w 361670"/>
              <a:gd name="connsiteY4" fmla="*/ 144916 h 362610"/>
              <a:gd name="connsiteX5" fmla="*/ 169972 w 361670"/>
              <a:gd name="connsiteY5" fmla="*/ 164068 h 362610"/>
              <a:gd name="connsiteX6" fmla="*/ 164860 w 361670"/>
              <a:gd name="connsiteY6" fmla="*/ 167260 h 362610"/>
              <a:gd name="connsiteX7" fmla="*/ 143774 w 361670"/>
              <a:gd name="connsiteY7" fmla="*/ 169814 h 362610"/>
              <a:gd name="connsiteX8" fmla="*/ 158470 w 361670"/>
              <a:gd name="connsiteY8" fmla="*/ 183859 h 362610"/>
              <a:gd name="connsiteX9" fmla="*/ 160387 w 361670"/>
              <a:gd name="connsiteY9" fmla="*/ 189604 h 362610"/>
              <a:gd name="connsiteX10" fmla="*/ 157192 w 361670"/>
              <a:gd name="connsiteY10" fmla="*/ 211948 h 362610"/>
              <a:gd name="connsiteX11" fmla="*/ 176362 w 361670"/>
              <a:gd name="connsiteY11" fmla="*/ 202372 h 362610"/>
              <a:gd name="connsiteX12" fmla="*/ 182113 w 361670"/>
              <a:gd name="connsiteY12" fmla="*/ 202372 h 362610"/>
              <a:gd name="connsiteX13" fmla="*/ 200005 w 361670"/>
              <a:gd name="connsiteY13" fmla="*/ 211948 h 362610"/>
              <a:gd name="connsiteX14" fmla="*/ 196810 w 361670"/>
              <a:gd name="connsiteY14" fmla="*/ 189604 h 362610"/>
              <a:gd name="connsiteX15" fmla="*/ 200005 w 361670"/>
              <a:gd name="connsiteY15" fmla="*/ 183220 h 362610"/>
              <a:gd name="connsiteX16" fmla="*/ 210868 w 361670"/>
              <a:gd name="connsiteY16" fmla="*/ 190243 h 362610"/>
              <a:gd name="connsiteX17" fmla="*/ 215341 w 361670"/>
              <a:gd name="connsiteY17" fmla="*/ 222163 h 362610"/>
              <a:gd name="connsiteX18" fmla="*/ 212784 w 361670"/>
              <a:gd name="connsiteY18" fmla="*/ 228547 h 362610"/>
              <a:gd name="connsiteX19" fmla="*/ 206395 w 361670"/>
              <a:gd name="connsiteY19" fmla="*/ 229185 h 362610"/>
              <a:gd name="connsiteX20" fmla="*/ 180196 w 361670"/>
              <a:gd name="connsiteY20" fmla="*/ 215140 h 362610"/>
              <a:gd name="connsiteX21" fmla="*/ 152719 w 361670"/>
              <a:gd name="connsiteY21" fmla="*/ 229185 h 362610"/>
              <a:gd name="connsiteX22" fmla="*/ 149524 w 361670"/>
              <a:gd name="connsiteY22" fmla="*/ 229823 h 362610"/>
              <a:gd name="connsiteX23" fmla="*/ 145690 w 361670"/>
              <a:gd name="connsiteY23" fmla="*/ 228547 h 362610"/>
              <a:gd name="connsiteX24" fmla="*/ 143134 w 361670"/>
              <a:gd name="connsiteY24" fmla="*/ 222163 h 362610"/>
              <a:gd name="connsiteX25" fmla="*/ 147607 w 361670"/>
              <a:gd name="connsiteY25" fmla="*/ 190243 h 362610"/>
              <a:gd name="connsiteX26" fmla="*/ 125243 w 361670"/>
              <a:gd name="connsiteY26" fmla="*/ 169176 h 362610"/>
              <a:gd name="connsiteX27" fmla="*/ 124604 w 361670"/>
              <a:gd name="connsiteY27" fmla="*/ 160238 h 362610"/>
              <a:gd name="connsiteX28" fmla="*/ 128438 w 361670"/>
              <a:gd name="connsiteY28" fmla="*/ 158323 h 362610"/>
              <a:gd name="connsiteX29" fmla="*/ 159748 w 361670"/>
              <a:gd name="connsiteY29" fmla="*/ 155131 h 362610"/>
              <a:gd name="connsiteX30" fmla="*/ 173167 w 361670"/>
              <a:gd name="connsiteY30" fmla="*/ 128318 h 362610"/>
              <a:gd name="connsiteX31" fmla="*/ 178918 w 361670"/>
              <a:gd name="connsiteY31" fmla="*/ 125126 h 362610"/>
              <a:gd name="connsiteX32" fmla="*/ 184669 w 361670"/>
              <a:gd name="connsiteY32" fmla="*/ 128318 h 362610"/>
              <a:gd name="connsiteX33" fmla="*/ 198727 w 361670"/>
              <a:gd name="connsiteY33" fmla="*/ 154492 h 362610"/>
              <a:gd name="connsiteX34" fmla="*/ 228759 w 361670"/>
              <a:gd name="connsiteY34" fmla="*/ 159600 h 362610"/>
              <a:gd name="connsiteX35" fmla="*/ 233872 w 361670"/>
              <a:gd name="connsiteY35" fmla="*/ 167260 h 362610"/>
              <a:gd name="connsiteX36" fmla="*/ 231954 w 361670"/>
              <a:gd name="connsiteY36" fmla="*/ 171091 h 362610"/>
              <a:gd name="connsiteX37" fmla="*/ 210868 w 361670"/>
              <a:gd name="connsiteY37" fmla="*/ 190243 h 362610"/>
              <a:gd name="connsiteX38" fmla="*/ 263904 w 361670"/>
              <a:gd name="connsiteY38" fmla="*/ 114912 h 362610"/>
              <a:gd name="connsiteX39" fmla="*/ 180196 w 361670"/>
              <a:gd name="connsiteY39" fmla="*/ 100229 h 362610"/>
              <a:gd name="connsiteX40" fmla="*/ 95849 w 361670"/>
              <a:gd name="connsiteY40" fmla="*/ 114273 h 362610"/>
              <a:gd name="connsiteX41" fmla="*/ 179557 w 361670"/>
              <a:gd name="connsiteY41" fmla="*/ 275788 h 362610"/>
              <a:gd name="connsiteX42" fmla="*/ 263904 w 361670"/>
              <a:gd name="connsiteY42" fmla="*/ 114912 h 362610"/>
              <a:gd name="connsiteX43" fmla="*/ 234510 w 361670"/>
              <a:gd name="connsiteY43" fmla="*/ 246422 h 362610"/>
              <a:gd name="connsiteX44" fmla="*/ 183391 w 361670"/>
              <a:gd name="connsiteY44" fmla="*/ 288556 h 362610"/>
              <a:gd name="connsiteX45" fmla="*/ 177640 w 361670"/>
              <a:gd name="connsiteY45" fmla="*/ 288556 h 362610"/>
              <a:gd name="connsiteX46" fmla="*/ 85625 w 361670"/>
              <a:gd name="connsiteY46" fmla="*/ 104059 h 362610"/>
              <a:gd name="connsiteX47" fmla="*/ 88820 w 361670"/>
              <a:gd name="connsiteY47" fmla="*/ 99590 h 362610"/>
              <a:gd name="connsiteX48" fmla="*/ 93932 w 361670"/>
              <a:gd name="connsiteY48" fmla="*/ 98952 h 362610"/>
              <a:gd name="connsiteX49" fmla="*/ 175723 w 361670"/>
              <a:gd name="connsiteY49" fmla="*/ 86822 h 362610"/>
              <a:gd name="connsiteX50" fmla="*/ 180196 w 361670"/>
              <a:gd name="connsiteY50" fmla="*/ 84269 h 362610"/>
              <a:gd name="connsiteX51" fmla="*/ 185308 w 361670"/>
              <a:gd name="connsiteY51" fmla="*/ 85546 h 362610"/>
              <a:gd name="connsiteX52" fmla="*/ 267738 w 361670"/>
              <a:gd name="connsiteY52" fmla="*/ 98952 h 362610"/>
              <a:gd name="connsiteX53" fmla="*/ 276684 w 361670"/>
              <a:gd name="connsiteY53" fmla="*/ 101505 h 362610"/>
              <a:gd name="connsiteX54" fmla="*/ 277323 w 361670"/>
              <a:gd name="connsiteY54" fmla="*/ 104059 h 362610"/>
              <a:gd name="connsiteX55" fmla="*/ 234510 w 361670"/>
              <a:gd name="connsiteY55" fmla="*/ 246422 h 362610"/>
              <a:gd name="connsiteX56" fmla="*/ 361670 w 361670"/>
              <a:gd name="connsiteY56" fmla="*/ 181305 h 362610"/>
              <a:gd name="connsiteX57" fmla="*/ 180835 w 361670"/>
              <a:gd name="connsiteY57" fmla="*/ 0 h 362610"/>
              <a:gd name="connsiteX58" fmla="*/ 0 w 361670"/>
              <a:gd name="connsiteY58" fmla="*/ 181305 h 362610"/>
              <a:gd name="connsiteX59" fmla="*/ 180835 w 361670"/>
              <a:gd name="connsiteY59" fmla="*/ 362610 h 362610"/>
              <a:gd name="connsiteX60" fmla="*/ 180835 w 361670"/>
              <a:gd name="connsiteY60" fmla="*/ 362610 h 362610"/>
              <a:gd name="connsiteX61" fmla="*/ 361670 w 361670"/>
              <a:gd name="connsiteY61" fmla="*/ 181305 h 362610"/>
              <a:gd name="connsiteX62" fmla="*/ 361670 w 361670"/>
              <a:gd name="connsiteY62" fmla="*/ 181305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61670" h="362610">
                <a:moveTo>
                  <a:pt x="200005" y="183220"/>
                </a:moveTo>
                <a:lnTo>
                  <a:pt x="214702" y="169176"/>
                </a:lnTo>
                <a:lnTo>
                  <a:pt x="194253" y="165984"/>
                </a:lnTo>
                <a:cubicBezTo>
                  <a:pt x="192337" y="165345"/>
                  <a:pt x="191059" y="164707"/>
                  <a:pt x="189781" y="162792"/>
                </a:cubicBezTo>
                <a:lnTo>
                  <a:pt x="179557" y="144916"/>
                </a:lnTo>
                <a:lnTo>
                  <a:pt x="169972" y="164068"/>
                </a:lnTo>
                <a:cubicBezTo>
                  <a:pt x="168694" y="165984"/>
                  <a:pt x="167416" y="167260"/>
                  <a:pt x="164860" y="167260"/>
                </a:cubicBezTo>
                <a:lnTo>
                  <a:pt x="143774" y="169814"/>
                </a:lnTo>
                <a:lnTo>
                  <a:pt x="158470" y="183859"/>
                </a:lnTo>
                <a:cubicBezTo>
                  <a:pt x="159748" y="185135"/>
                  <a:pt x="161026" y="187689"/>
                  <a:pt x="160387" y="189604"/>
                </a:cubicBezTo>
                <a:lnTo>
                  <a:pt x="157192" y="211948"/>
                </a:lnTo>
                <a:lnTo>
                  <a:pt x="176362" y="202372"/>
                </a:lnTo>
                <a:cubicBezTo>
                  <a:pt x="178279" y="201734"/>
                  <a:pt x="180196" y="201734"/>
                  <a:pt x="182113" y="202372"/>
                </a:cubicBezTo>
                <a:lnTo>
                  <a:pt x="200005" y="211948"/>
                </a:lnTo>
                <a:lnTo>
                  <a:pt x="196810" y="189604"/>
                </a:lnTo>
                <a:cubicBezTo>
                  <a:pt x="197448" y="186412"/>
                  <a:pt x="198088" y="184497"/>
                  <a:pt x="200005" y="183220"/>
                </a:cubicBezTo>
                <a:moveTo>
                  <a:pt x="210868" y="190243"/>
                </a:moveTo>
                <a:lnTo>
                  <a:pt x="215341" y="222163"/>
                </a:lnTo>
                <a:cubicBezTo>
                  <a:pt x="215979" y="224716"/>
                  <a:pt x="214702" y="227270"/>
                  <a:pt x="212784" y="228547"/>
                </a:cubicBezTo>
                <a:cubicBezTo>
                  <a:pt x="210868" y="229823"/>
                  <a:pt x="208312" y="229823"/>
                  <a:pt x="206395" y="229185"/>
                </a:cubicBezTo>
                <a:lnTo>
                  <a:pt x="180196" y="215140"/>
                </a:lnTo>
                <a:lnTo>
                  <a:pt x="152719" y="229185"/>
                </a:lnTo>
                <a:cubicBezTo>
                  <a:pt x="152080" y="229823"/>
                  <a:pt x="150802" y="229823"/>
                  <a:pt x="149524" y="229823"/>
                </a:cubicBezTo>
                <a:cubicBezTo>
                  <a:pt x="148246" y="229823"/>
                  <a:pt x="146969" y="229185"/>
                  <a:pt x="145690" y="228547"/>
                </a:cubicBezTo>
                <a:cubicBezTo>
                  <a:pt x="143774" y="227270"/>
                  <a:pt x="142495" y="224716"/>
                  <a:pt x="143134" y="222163"/>
                </a:cubicBezTo>
                <a:lnTo>
                  <a:pt x="147607" y="190243"/>
                </a:lnTo>
                <a:lnTo>
                  <a:pt x="125243" y="169176"/>
                </a:lnTo>
                <a:cubicBezTo>
                  <a:pt x="122686" y="166622"/>
                  <a:pt x="122686" y="162792"/>
                  <a:pt x="124604" y="160238"/>
                </a:cubicBezTo>
                <a:cubicBezTo>
                  <a:pt x="125881" y="158961"/>
                  <a:pt x="127159" y="158323"/>
                  <a:pt x="128438" y="158323"/>
                </a:cubicBezTo>
                <a:lnTo>
                  <a:pt x="159748" y="155131"/>
                </a:lnTo>
                <a:lnTo>
                  <a:pt x="173167" y="128318"/>
                </a:lnTo>
                <a:cubicBezTo>
                  <a:pt x="174445" y="126403"/>
                  <a:pt x="176362" y="125126"/>
                  <a:pt x="178918" y="125126"/>
                </a:cubicBezTo>
                <a:cubicBezTo>
                  <a:pt x="181474" y="125126"/>
                  <a:pt x="183391" y="126403"/>
                  <a:pt x="184669" y="128318"/>
                </a:cubicBezTo>
                <a:lnTo>
                  <a:pt x="198727" y="154492"/>
                </a:lnTo>
                <a:lnTo>
                  <a:pt x="228759" y="159600"/>
                </a:lnTo>
                <a:cubicBezTo>
                  <a:pt x="231954" y="160238"/>
                  <a:pt x="234510" y="163430"/>
                  <a:pt x="233872" y="167260"/>
                </a:cubicBezTo>
                <a:cubicBezTo>
                  <a:pt x="233872" y="168537"/>
                  <a:pt x="233233" y="169814"/>
                  <a:pt x="231954" y="171091"/>
                </a:cubicBezTo>
                <a:lnTo>
                  <a:pt x="210868" y="190243"/>
                </a:lnTo>
                <a:close/>
                <a:moveTo>
                  <a:pt x="263904" y="114912"/>
                </a:moveTo>
                <a:cubicBezTo>
                  <a:pt x="235149" y="124488"/>
                  <a:pt x="203838" y="118742"/>
                  <a:pt x="180196" y="100229"/>
                </a:cubicBezTo>
                <a:cubicBezTo>
                  <a:pt x="169972" y="109805"/>
                  <a:pt x="141856" y="129595"/>
                  <a:pt x="95849" y="114273"/>
                </a:cubicBezTo>
                <a:cubicBezTo>
                  <a:pt x="89459" y="180028"/>
                  <a:pt x="122686" y="243230"/>
                  <a:pt x="179557" y="275788"/>
                </a:cubicBezTo>
                <a:cubicBezTo>
                  <a:pt x="196171" y="266851"/>
                  <a:pt x="269655" y="220247"/>
                  <a:pt x="263904" y="114912"/>
                </a:cubicBezTo>
                <a:moveTo>
                  <a:pt x="234510" y="246422"/>
                </a:moveTo>
                <a:cubicBezTo>
                  <a:pt x="220453" y="263659"/>
                  <a:pt x="203200" y="278342"/>
                  <a:pt x="183391" y="288556"/>
                </a:cubicBezTo>
                <a:cubicBezTo>
                  <a:pt x="181474" y="289833"/>
                  <a:pt x="179557" y="289833"/>
                  <a:pt x="177640" y="288556"/>
                </a:cubicBezTo>
                <a:cubicBezTo>
                  <a:pt x="65816" y="224716"/>
                  <a:pt x="85625" y="105336"/>
                  <a:pt x="85625" y="104059"/>
                </a:cubicBezTo>
                <a:cubicBezTo>
                  <a:pt x="86264" y="102144"/>
                  <a:pt x="86903" y="100867"/>
                  <a:pt x="88820" y="99590"/>
                </a:cubicBezTo>
                <a:cubicBezTo>
                  <a:pt x="90737" y="98952"/>
                  <a:pt x="92654" y="98313"/>
                  <a:pt x="93932" y="98952"/>
                </a:cubicBezTo>
                <a:cubicBezTo>
                  <a:pt x="147607" y="120657"/>
                  <a:pt x="174445" y="88099"/>
                  <a:pt x="175723" y="86822"/>
                </a:cubicBezTo>
                <a:cubicBezTo>
                  <a:pt x="177001" y="85546"/>
                  <a:pt x="178279" y="84269"/>
                  <a:pt x="180196" y="84269"/>
                </a:cubicBezTo>
                <a:cubicBezTo>
                  <a:pt x="182113" y="84269"/>
                  <a:pt x="183391" y="84907"/>
                  <a:pt x="185308" y="85546"/>
                </a:cubicBezTo>
                <a:cubicBezTo>
                  <a:pt x="207673" y="105974"/>
                  <a:pt x="240261" y="111081"/>
                  <a:pt x="267738" y="98952"/>
                </a:cubicBezTo>
                <a:cubicBezTo>
                  <a:pt x="270933" y="97037"/>
                  <a:pt x="274767" y="98313"/>
                  <a:pt x="276684" y="101505"/>
                </a:cubicBezTo>
                <a:cubicBezTo>
                  <a:pt x="277323" y="102144"/>
                  <a:pt x="277323" y="102782"/>
                  <a:pt x="277323" y="104059"/>
                </a:cubicBezTo>
                <a:cubicBezTo>
                  <a:pt x="283074" y="173644"/>
                  <a:pt x="257514" y="220247"/>
                  <a:pt x="234510" y="246422"/>
                </a:cubicBezTo>
                <a:moveTo>
                  <a:pt x="361670" y="181305"/>
                </a:moveTo>
                <a:cubicBezTo>
                  <a:pt x="361670" y="81077"/>
                  <a:pt x="280518" y="0"/>
                  <a:pt x="180835" y="0"/>
                </a:cubicBezTo>
                <a:cubicBezTo>
                  <a:pt x="80513" y="0"/>
                  <a:pt x="0" y="81077"/>
                  <a:pt x="0" y="181305"/>
                </a:cubicBezTo>
                <a:cubicBezTo>
                  <a:pt x="0" y="281534"/>
                  <a:pt x="81152" y="362610"/>
                  <a:pt x="180835" y="362610"/>
                </a:cubicBezTo>
                <a:cubicBezTo>
                  <a:pt x="180835" y="362610"/>
                  <a:pt x="180835" y="362610"/>
                  <a:pt x="180835" y="362610"/>
                </a:cubicBezTo>
                <a:cubicBezTo>
                  <a:pt x="280518" y="361972"/>
                  <a:pt x="361670" y="280895"/>
                  <a:pt x="361670" y="181305"/>
                </a:cubicBezTo>
                <a:cubicBezTo>
                  <a:pt x="361670" y="181305"/>
                  <a:pt x="361670" y="181305"/>
                  <a:pt x="361670" y="181305"/>
                </a:cubicBezTo>
              </a:path>
            </a:pathLst>
          </a:custGeom>
          <a:solidFill>
            <a:srgbClr val="0076A8"/>
          </a:solidFill>
          <a:ln w="6390" cap="flat">
            <a:noFill/>
            <a:prstDash val="solid"/>
            <a:miter/>
          </a:ln>
        </p:spPr>
        <p:txBody>
          <a:bodyPr rtlCol="0" anchor="ctr"/>
          <a:lstStyle/>
          <a:p>
            <a:endParaRPr lang="en-US"/>
          </a:p>
        </p:txBody>
      </p:sp>
      <p:grpSp>
        <p:nvGrpSpPr>
          <p:cNvPr id="667" name="Graphic 4">
            <a:extLst>
              <a:ext uri="{FF2B5EF4-FFF2-40B4-BE49-F238E27FC236}">
                <a16:creationId xmlns:a16="http://schemas.microsoft.com/office/drawing/2014/main" id="{ECA22334-DF6A-7644-A4FE-F9404EDD89FD}"/>
              </a:ext>
            </a:extLst>
          </p:cNvPr>
          <p:cNvGrpSpPr/>
          <p:nvPr/>
        </p:nvGrpSpPr>
        <p:grpSpPr>
          <a:xfrm>
            <a:off x="8840477" y="1893013"/>
            <a:ext cx="362312" cy="361971"/>
            <a:chOff x="8840477" y="1893013"/>
            <a:chExt cx="362312" cy="361971"/>
          </a:xfrm>
          <a:solidFill>
            <a:srgbClr val="0076A8"/>
          </a:solidFill>
        </p:grpSpPr>
        <p:sp>
          <p:nvSpPr>
            <p:cNvPr id="668" name="Graphic 4">
              <a:extLst>
                <a:ext uri="{FF2B5EF4-FFF2-40B4-BE49-F238E27FC236}">
                  <a16:creationId xmlns:a16="http://schemas.microsoft.com/office/drawing/2014/main" id="{D68D9B29-EADD-2449-8A79-C55A95D59BDE}"/>
                </a:ext>
              </a:extLst>
            </p:cNvPr>
            <p:cNvSpPr/>
            <p:nvPr/>
          </p:nvSpPr>
          <p:spPr>
            <a:xfrm>
              <a:off x="8840477" y="189301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9204"/>
                    <a:pt x="181474" y="349204"/>
                  </a:cubicBezTo>
                  <a:close/>
                </a:path>
              </a:pathLst>
            </a:custGeom>
            <a:solidFill>
              <a:srgbClr val="0076A8"/>
            </a:solidFill>
            <a:ln w="6390" cap="flat">
              <a:noFill/>
              <a:prstDash val="solid"/>
              <a:miter/>
            </a:ln>
          </p:spPr>
          <p:txBody>
            <a:bodyPr rtlCol="0" anchor="ctr"/>
            <a:lstStyle/>
            <a:p>
              <a:endParaRPr lang="en-US"/>
            </a:p>
          </p:txBody>
        </p:sp>
        <p:sp>
          <p:nvSpPr>
            <p:cNvPr id="669" name="Graphic 4">
              <a:extLst>
                <a:ext uri="{FF2B5EF4-FFF2-40B4-BE49-F238E27FC236}">
                  <a16:creationId xmlns:a16="http://schemas.microsoft.com/office/drawing/2014/main" id="{E2F5232D-D3F8-4B44-8488-B7964B6091AB}"/>
                </a:ext>
              </a:extLst>
            </p:cNvPr>
            <p:cNvSpPr/>
            <p:nvPr/>
          </p:nvSpPr>
          <p:spPr>
            <a:xfrm>
              <a:off x="9030771" y="2035916"/>
              <a:ext cx="103027" cy="129055"/>
            </a:xfrm>
            <a:custGeom>
              <a:avLst/>
              <a:gdLst>
                <a:gd name="connsiteX0" fmla="*/ 72333 w 103027"/>
                <a:gd name="connsiteY0" fmla="*/ 30103 h 129055"/>
                <a:gd name="connsiteX1" fmla="*/ 67860 w 103027"/>
                <a:gd name="connsiteY1" fmla="*/ 5206 h 129055"/>
                <a:gd name="connsiteX2" fmla="*/ 60831 w 103027"/>
                <a:gd name="connsiteY2" fmla="*/ 98 h 129055"/>
                <a:gd name="connsiteX3" fmla="*/ 18018 w 103027"/>
                <a:gd name="connsiteY3" fmla="*/ 7121 h 129055"/>
                <a:gd name="connsiteX4" fmla="*/ 13545 w 103027"/>
                <a:gd name="connsiteY4" fmla="*/ 9674 h 129055"/>
                <a:gd name="connsiteX5" fmla="*/ 12267 w 103027"/>
                <a:gd name="connsiteY5" fmla="*/ 14782 h 129055"/>
                <a:gd name="connsiteX6" fmla="*/ 16740 w 103027"/>
                <a:gd name="connsiteY6" fmla="*/ 39679 h 129055"/>
                <a:gd name="connsiteX7" fmla="*/ 13545 w 103027"/>
                <a:gd name="connsiteY7" fmla="*/ 112457 h 129055"/>
                <a:gd name="connsiteX8" fmla="*/ 78084 w 103027"/>
                <a:gd name="connsiteY8" fmla="*/ 122033 h 129055"/>
                <a:gd name="connsiteX9" fmla="*/ 79361 w 103027"/>
                <a:gd name="connsiteY9" fmla="*/ 113095 h 129055"/>
                <a:gd name="connsiteX10" fmla="*/ 71694 w 103027"/>
                <a:gd name="connsiteY10" fmla="*/ 111180 h 129055"/>
                <a:gd name="connsiteX11" fmla="*/ 18018 w 103027"/>
                <a:gd name="connsiteY11" fmla="*/ 97773 h 129055"/>
                <a:gd name="connsiteX12" fmla="*/ 31437 w 103027"/>
                <a:gd name="connsiteY12" fmla="*/ 44148 h 129055"/>
                <a:gd name="connsiteX13" fmla="*/ 85112 w 103027"/>
                <a:gd name="connsiteY13" fmla="*/ 57554 h 129055"/>
                <a:gd name="connsiteX14" fmla="*/ 90864 w 103027"/>
                <a:gd name="connsiteY14" fmla="*/ 77983 h 129055"/>
                <a:gd name="connsiteX15" fmla="*/ 87669 w 103027"/>
                <a:gd name="connsiteY15" fmla="*/ 92666 h 129055"/>
                <a:gd name="connsiteX16" fmla="*/ 90864 w 103027"/>
                <a:gd name="connsiteY16" fmla="*/ 100965 h 129055"/>
                <a:gd name="connsiteX17" fmla="*/ 99171 w 103027"/>
                <a:gd name="connsiteY17" fmla="*/ 97773 h 129055"/>
                <a:gd name="connsiteX18" fmla="*/ 103005 w 103027"/>
                <a:gd name="connsiteY18" fmla="*/ 77983 h 129055"/>
                <a:gd name="connsiteX19" fmla="*/ 72333 w 103027"/>
                <a:gd name="connsiteY19" fmla="*/ 30103 h 129055"/>
                <a:gd name="connsiteX20" fmla="*/ 28242 w 103027"/>
                <a:gd name="connsiteY20" fmla="*/ 31380 h 129055"/>
                <a:gd name="connsiteX21" fmla="*/ 26325 w 103027"/>
                <a:gd name="connsiteY21" fmla="*/ 18612 h 129055"/>
                <a:gd name="connsiteX22" fmla="*/ 56358 w 103027"/>
                <a:gd name="connsiteY22" fmla="*/ 13505 h 129055"/>
                <a:gd name="connsiteX23" fmla="*/ 58275 w 103027"/>
                <a:gd name="connsiteY23" fmla="*/ 25634 h 129055"/>
                <a:gd name="connsiteX24" fmla="*/ 51246 w 103027"/>
                <a:gd name="connsiteY24" fmla="*/ 24996 h 129055"/>
                <a:gd name="connsiteX25" fmla="*/ 28242 w 103027"/>
                <a:gd name="connsiteY25" fmla="*/ 31380 h 129055"/>
                <a:gd name="connsiteX26" fmla="*/ 28242 w 103027"/>
                <a:gd name="connsiteY26" fmla="*/ 31380 h 129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3027" h="129055">
                  <a:moveTo>
                    <a:pt x="72333" y="30103"/>
                  </a:moveTo>
                  <a:lnTo>
                    <a:pt x="67860" y="5206"/>
                  </a:lnTo>
                  <a:cubicBezTo>
                    <a:pt x="67221" y="2014"/>
                    <a:pt x="64026" y="-540"/>
                    <a:pt x="60831" y="98"/>
                  </a:cubicBezTo>
                  <a:lnTo>
                    <a:pt x="18018" y="7121"/>
                  </a:lnTo>
                  <a:cubicBezTo>
                    <a:pt x="16102" y="7121"/>
                    <a:pt x="14823" y="8398"/>
                    <a:pt x="13545" y="9674"/>
                  </a:cubicBezTo>
                  <a:cubicBezTo>
                    <a:pt x="12267" y="10951"/>
                    <a:pt x="12267" y="12866"/>
                    <a:pt x="12267" y="14782"/>
                  </a:cubicBezTo>
                  <a:lnTo>
                    <a:pt x="16740" y="39679"/>
                  </a:lnTo>
                  <a:cubicBezTo>
                    <a:pt x="-4347" y="58831"/>
                    <a:pt x="-5624" y="91390"/>
                    <a:pt x="13545" y="112457"/>
                  </a:cubicBezTo>
                  <a:cubicBezTo>
                    <a:pt x="30159" y="130332"/>
                    <a:pt x="56997" y="134162"/>
                    <a:pt x="78084" y="122033"/>
                  </a:cubicBezTo>
                  <a:cubicBezTo>
                    <a:pt x="80640" y="120117"/>
                    <a:pt x="81279" y="115649"/>
                    <a:pt x="79361" y="113095"/>
                  </a:cubicBezTo>
                  <a:cubicBezTo>
                    <a:pt x="77445" y="110541"/>
                    <a:pt x="74250" y="109903"/>
                    <a:pt x="71694" y="111180"/>
                  </a:cubicBezTo>
                  <a:cubicBezTo>
                    <a:pt x="53163" y="122033"/>
                    <a:pt x="29520" y="116287"/>
                    <a:pt x="18018" y="97773"/>
                  </a:cubicBezTo>
                  <a:cubicBezTo>
                    <a:pt x="7155" y="79260"/>
                    <a:pt x="12907" y="55639"/>
                    <a:pt x="31437" y="44148"/>
                  </a:cubicBezTo>
                  <a:cubicBezTo>
                    <a:pt x="49968" y="33295"/>
                    <a:pt x="73611" y="39041"/>
                    <a:pt x="85112" y="57554"/>
                  </a:cubicBezTo>
                  <a:cubicBezTo>
                    <a:pt x="88946" y="63938"/>
                    <a:pt x="90864" y="70322"/>
                    <a:pt x="90864" y="77983"/>
                  </a:cubicBezTo>
                  <a:cubicBezTo>
                    <a:pt x="90864" y="83090"/>
                    <a:pt x="89586" y="88198"/>
                    <a:pt x="87669" y="92666"/>
                  </a:cubicBezTo>
                  <a:cubicBezTo>
                    <a:pt x="86391" y="95858"/>
                    <a:pt x="87669" y="99689"/>
                    <a:pt x="90864" y="100965"/>
                  </a:cubicBezTo>
                  <a:cubicBezTo>
                    <a:pt x="94058" y="102242"/>
                    <a:pt x="97892" y="100965"/>
                    <a:pt x="99171" y="97773"/>
                  </a:cubicBezTo>
                  <a:cubicBezTo>
                    <a:pt x="101726" y="91390"/>
                    <a:pt x="103005" y="85006"/>
                    <a:pt x="103005" y="77983"/>
                  </a:cubicBezTo>
                  <a:cubicBezTo>
                    <a:pt x="103643" y="56916"/>
                    <a:pt x="90864" y="38402"/>
                    <a:pt x="72333" y="30103"/>
                  </a:cubicBezTo>
                  <a:close/>
                  <a:moveTo>
                    <a:pt x="28242" y="31380"/>
                  </a:moveTo>
                  <a:lnTo>
                    <a:pt x="26325" y="18612"/>
                  </a:lnTo>
                  <a:lnTo>
                    <a:pt x="56358" y="13505"/>
                  </a:lnTo>
                  <a:lnTo>
                    <a:pt x="58275" y="25634"/>
                  </a:lnTo>
                  <a:cubicBezTo>
                    <a:pt x="55719" y="25634"/>
                    <a:pt x="53802" y="24996"/>
                    <a:pt x="51246" y="24996"/>
                  </a:cubicBezTo>
                  <a:cubicBezTo>
                    <a:pt x="43578" y="25634"/>
                    <a:pt x="35271" y="27550"/>
                    <a:pt x="28242" y="31380"/>
                  </a:cubicBezTo>
                  <a:lnTo>
                    <a:pt x="28242" y="31380"/>
                  </a:lnTo>
                  <a:close/>
                </a:path>
              </a:pathLst>
            </a:custGeom>
            <a:solidFill>
              <a:srgbClr val="0076A8"/>
            </a:solidFill>
            <a:ln w="6390" cap="flat">
              <a:noFill/>
              <a:prstDash val="solid"/>
              <a:miter/>
            </a:ln>
          </p:spPr>
          <p:txBody>
            <a:bodyPr rtlCol="0" anchor="ctr"/>
            <a:lstStyle/>
            <a:p>
              <a:endParaRPr lang="en-US"/>
            </a:p>
          </p:txBody>
        </p:sp>
        <p:sp>
          <p:nvSpPr>
            <p:cNvPr id="670" name="Graphic 4">
              <a:extLst>
                <a:ext uri="{FF2B5EF4-FFF2-40B4-BE49-F238E27FC236}">
                  <a16:creationId xmlns:a16="http://schemas.microsoft.com/office/drawing/2014/main" id="{14F5151C-731A-9447-A641-204958EC0F12}"/>
                </a:ext>
              </a:extLst>
            </p:cNvPr>
            <p:cNvSpPr/>
            <p:nvPr/>
          </p:nvSpPr>
          <p:spPr>
            <a:xfrm>
              <a:off x="8909489" y="1983284"/>
              <a:ext cx="174493" cy="141163"/>
            </a:xfrm>
            <a:custGeom>
              <a:avLst/>
              <a:gdLst>
                <a:gd name="connsiteX0" fmla="*/ 107989 w 174493"/>
                <a:gd name="connsiteY0" fmla="*/ 34217 h 141163"/>
                <a:gd name="connsiteX1" fmla="*/ 119492 w 174493"/>
                <a:gd name="connsiteY1" fmla="*/ 30386 h 141163"/>
                <a:gd name="connsiteX2" fmla="*/ 127159 w 174493"/>
                <a:gd name="connsiteY2" fmla="*/ 23364 h 141163"/>
                <a:gd name="connsiteX3" fmla="*/ 127799 w 174493"/>
                <a:gd name="connsiteY3" fmla="*/ 22087 h 141163"/>
                <a:gd name="connsiteX4" fmla="*/ 134189 w 174493"/>
                <a:gd name="connsiteY4" fmla="*/ 25918 h 141163"/>
                <a:gd name="connsiteX5" fmla="*/ 146329 w 174493"/>
                <a:gd name="connsiteY5" fmla="*/ 29110 h 141163"/>
                <a:gd name="connsiteX6" fmla="*/ 146969 w 174493"/>
                <a:gd name="connsiteY6" fmla="*/ 29110 h 141163"/>
                <a:gd name="connsiteX7" fmla="*/ 146969 w 174493"/>
                <a:gd name="connsiteY7" fmla="*/ 30386 h 141163"/>
                <a:gd name="connsiteX8" fmla="*/ 148246 w 174493"/>
                <a:gd name="connsiteY8" fmla="*/ 42516 h 141163"/>
                <a:gd name="connsiteX9" fmla="*/ 152719 w 174493"/>
                <a:gd name="connsiteY9" fmla="*/ 51454 h 141163"/>
                <a:gd name="connsiteX10" fmla="*/ 161026 w 174493"/>
                <a:gd name="connsiteY10" fmla="*/ 54646 h 141163"/>
                <a:gd name="connsiteX11" fmla="*/ 162304 w 174493"/>
                <a:gd name="connsiteY11" fmla="*/ 54646 h 141163"/>
                <a:gd name="connsiteX12" fmla="*/ 174445 w 174493"/>
                <a:gd name="connsiteY12" fmla="*/ 40601 h 141163"/>
                <a:gd name="connsiteX13" fmla="*/ 173167 w 174493"/>
                <a:gd name="connsiteY13" fmla="*/ 28471 h 141163"/>
                <a:gd name="connsiteX14" fmla="*/ 168694 w 174493"/>
                <a:gd name="connsiteY14" fmla="*/ 19534 h 141163"/>
                <a:gd name="connsiteX15" fmla="*/ 162943 w 174493"/>
                <a:gd name="connsiteY15" fmla="*/ 16342 h 141163"/>
                <a:gd name="connsiteX16" fmla="*/ 152719 w 174493"/>
                <a:gd name="connsiteY16" fmla="*/ 3574 h 141163"/>
                <a:gd name="connsiteX17" fmla="*/ 140579 w 174493"/>
                <a:gd name="connsiteY17" fmla="*/ 382 h 141163"/>
                <a:gd name="connsiteX18" fmla="*/ 130354 w 174493"/>
                <a:gd name="connsiteY18" fmla="*/ 1659 h 141163"/>
                <a:gd name="connsiteX19" fmla="*/ 127799 w 174493"/>
                <a:gd name="connsiteY19" fmla="*/ 8681 h 141163"/>
                <a:gd name="connsiteX20" fmla="*/ 120769 w 174493"/>
                <a:gd name="connsiteY20" fmla="*/ 6127 h 141163"/>
                <a:gd name="connsiteX21" fmla="*/ 120769 w 174493"/>
                <a:gd name="connsiteY21" fmla="*/ 6127 h 141163"/>
                <a:gd name="connsiteX22" fmla="*/ 110545 w 174493"/>
                <a:gd name="connsiteY22" fmla="*/ 5489 h 141163"/>
                <a:gd name="connsiteX23" fmla="*/ 99044 w 174493"/>
                <a:gd name="connsiteY23" fmla="*/ 9319 h 141163"/>
                <a:gd name="connsiteX24" fmla="*/ 90737 w 174493"/>
                <a:gd name="connsiteY24" fmla="*/ 25918 h 141163"/>
                <a:gd name="connsiteX25" fmla="*/ 90737 w 174493"/>
                <a:gd name="connsiteY25" fmla="*/ 25918 h 141163"/>
                <a:gd name="connsiteX26" fmla="*/ 77957 w 174493"/>
                <a:gd name="connsiteY26" fmla="*/ 16342 h 141163"/>
                <a:gd name="connsiteX27" fmla="*/ 72845 w 174493"/>
                <a:gd name="connsiteY27" fmla="*/ 15065 h 141163"/>
                <a:gd name="connsiteX28" fmla="*/ 68372 w 174493"/>
                <a:gd name="connsiteY28" fmla="*/ 17618 h 141163"/>
                <a:gd name="connsiteX29" fmla="*/ 54314 w 174493"/>
                <a:gd name="connsiteY29" fmla="*/ 38047 h 141163"/>
                <a:gd name="connsiteX30" fmla="*/ 51758 w 174493"/>
                <a:gd name="connsiteY30" fmla="*/ 38047 h 141163"/>
                <a:gd name="connsiteX31" fmla="*/ 0 w 174493"/>
                <a:gd name="connsiteY31" fmla="*/ 89758 h 141163"/>
                <a:gd name="connsiteX32" fmla="*/ 11501 w 174493"/>
                <a:gd name="connsiteY32" fmla="*/ 122316 h 141163"/>
                <a:gd name="connsiteX33" fmla="*/ 20447 w 174493"/>
                <a:gd name="connsiteY33" fmla="*/ 122954 h 141163"/>
                <a:gd name="connsiteX34" fmla="*/ 21086 w 174493"/>
                <a:gd name="connsiteY34" fmla="*/ 114017 h 141163"/>
                <a:gd name="connsiteX35" fmla="*/ 12140 w 174493"/>
                <a:gd name="connsiteY35" fmla="*/ 89758 h 141163"/>
                <a:gd name="connsiteX36" fmla="*/ 51119 w 174493"/>
                <a:gd name="connsiteY36" fmla="*/ 50815 h 141163"/>
                <a:gd name="connsiteX37" fmla="*/ 90098 w 174493"/>
                <a:gd name="connsiteY37" fmla="*/ 89758 h 141163"/>
                <a:gd name="connsiteX38" fmla="*/ 51119 w 174493"/>
                <a:gd name="connsiteY38" fmla="*/ 128700 h 141163"/>
                <a:gd name="connsiteX39" fmla="*/ 51119 w 174493"/>
                <a:gd name="connsiteY39" fmla="*/ 128700 h 141163"/>
                <a:gd name="connsiteX40" fmla="*/ 41535 w 174493"/>
                <a:gd name="connsiteY40" fmla="*/ 127423 h 141163"/>
                <a:gd name="connsiteX41" fmla="*/ 33866 w 174493"/>
                <a:gd name="connsiteY41" fmla="*/ 131892 h 141163"/>
                <a:gd name="connsiteX42" fmla="*/ 33866 w 174493"/>
                <a:gd name="connsiteY42" fmla="*/ 131892 h 141163"/>
                <a:gd name="connsiteX43" fmla="*/ 38340 w 174493"/>
                <a:gd name="connsiteY43" fmla="*/ 139553 h 141163"/>
                <a:gd name="connsiteX44" fmla="*/ 38340 w 174493"/>
                <a:gd name="connsiteY44" fmla="*/ 139553 h 141163"/>
                <a:gd name="connsiteX45" fmla="*/ 100961 w 174493"/>
                <a:gd name="connsiteY45" fmla="*/ 102526 h 141163"/>
                <a:gd name="connsiteX46" fmla="*/ 99044 w 174493"/>
                <a:gd name="connsiteY46" fmla="*/ 70606 h 141163"/>
                <a:gd name="connsiteX47" fmla="*/ 113102 w 174493"/>
                <a:gd name="connsiteY47" fmla="*/ 50177 h 141163"/>
                <a:gd name="connsiteX48" fmla="*/ 111824 w 174493"/>
                <a:gd name="connsiteY48" fmla="*/ 41239 h 141163"/>
                <a:gd name="connsiteX49" fmla="*/ 102239 w 174493"/>
                <a:gd name="connsiteY49" fmla="*/ 34217 h 141163"/>
                <a:gd name="connsiteX50" fmla="*/ 102239 w 174493"/>
                <a:gd name="connsiteY50" fmla="*/ 34217 h 141163"/>
                <a:gd name="connsiteX51" fmla="*/ 107989 w 174493"/>
                <a:gd name="connsiteY51" fmla="*/ 34217 h 141163"/>
                <a:gd name="connsiteX52" fmla="*/ 161026 w 174493"/>
                <a:gd name="connsiteY52" fmla="*/ 41239 h 141163"/>
                <a:gd name="connsiteX53" fmla="*/ 161026 w 174493"/>
                <a:gd name="connsiteY53" fmla="*/ 41239 h 141163"/>
                <a:gd name="connsiteX54" fmla="*/ 159748 w 174493"/>
                <a:gd name="connsiteY54" fmla="*/ 28471 h 141163"/>
                <a:gd name="connsiteX55" fmla="*/ 160387 w 174493"/>
                <a:gd name="connsiteY55" fmla="*/ 27833 h 141163"/>
                <a:gd name="connsiteX56" fmla="*/ 160387 w 174493"/>
                <a:gd name="connsiteY56" fmla="*/ 27833 h 141163"/>
                <a:gd name="connsiteX57" fmla="*/ 161026 w 174493"/>
                <a:gd name="connsiteY57" fmla="*/ 28471 h 141163"/>
                <a:gd name="connsiteX58" fmla="*/ 161026 w 174493"/>
                <a:gd name="connsiteY58" fmla="*/ 41239 h 141163"/>
                <a:gd name="connsiteX59" fmla="*/ 161026 w 174493"/>
                <a:gd name="connsiteY59" fmla="*/ 41239 h 141163"/>
                <a:gd name="connsiteX60" fmla="*/ 138022 w 174493"/>
                <a:gd name="connsiteY60" fmla="*/ 12511 h 141163"/>
                <a:gd name="connsiteX61" fmla="*/ 150164 w 174493"/>
                <a:gd name="connsiteY61" fmla="*/ 15703 h 141163"/>
                <a:gd name="connsiteX62" fmla="*/ 150802 w 174493"/>
                <a:gd name="connsiteY62" fmla="*/ 16342 h 141163"/>
                <a:gd name="connsiteX63" fmla="*/ 150802 w 174493"/>
                <a:gd name="connsiteY63" fmla="*/ 16342 h 141163"/>
                <a:gd name="connsiteX64" fmla="*/ 150164 w 174493"/>
                <a:gd name="connsiteY64" fmla="*/ 16342 h 141163"/>
                <a:gd name="connsiteX65" fmla="*/ 138022 w 174493"/>
                <a:gd name="connsiteY65" fmla="*/ 13150 h 141163"/>
                <a:gd name="connsiteX66" fmla="*/ 138022 w 174493"/>
                <a:gd name="connsiteY66" fmla="*/ 12511 h 141163"/>
                <a:gd name="connsiteX67" fmla="*/ 138022 w 174493"/>
                <a:gd name="connsiteY67" fmla="*/ 12511 h 141163"/>
                <a:gd name="connsiteX68" fmla="*/ 138022 w 174493"/>
                <a:gd name="connsiteY68" fmla="*/ 12511 h 141163"/>
                <a:gd name="connsiteX69" fmla="*/ 93293 w 174493"/>
                <a:gd name="connsiteY69" fmla="*/ 58476 h 141163"/>
                <a:gd name="connsiteX70" fmla="*/ 68372 w 174493"/>
                <a:gd name="connsiteY70" fmla="*/ 40601 h 141163"/>
                <a:gd name="connsiteX71" fmla="*/ 75401 w 174493"/>
                <a:gd name="connsiteY71" fmla="*/ 30386 h 141163"/>
                <a:gd name="connsiteX72" fmla="*/ 100322 w 174493"/>
                <a:gd name="connsiteY72" fmla="*/ 48262 h 141163"/>
                <a:gd name="connsiteX73" fmla="*/ 93293 w 174493"/>
                <a:gd name="connsiteY73" fmla="*/ 58476 h 141163"/>
                <a:gd name="connsiteX74" fmla="*/ 103517 w 174493"/>
                <a:gd name="connsiteY74" fmla="*/ 21449 h 141163"/>
                <a:gd name="connsiteX75" fmla="*/ 115019 w 174493"/>
                <a:gd name="connsiteY75" fmla="*/ 17618 h 141163"/>
                <a:gd name="connsiteX76" fmla="*/ 115019 w 174493"/>
                <a:gd name="connsiteY76" fmla="*/ 17618 h 141163"/>
                <a:gd name="connsiteX77" fmla="*/ 115658 w 174493"/>
                <a:gd name="connsiteY77" fmla="*/ 17618 h 141163"/>
                <a:gd name="connsiteX78" fmla="*/ 115019 w 174493"/>
                <a:gd name="connsiteY78" fmla="*/ 18257 h 141163"/>
                <a:gd name="connsiteX79" fmla="*/ 103517 w 174493"/>
                <a:gd name="connsiteY79" fmla="*/ 22087 h 141163"/>
                <a:gd name="connsiteX80" fmla="*/ 103517 w 174493"/>
                <a:gd name="connsiteY80" fmla="*/ 21449 h 141163"/>
                <a:gd name="connsiteX81" fmla="*/ 103517 w 174493"/>
                <a:gd name="connsiteY81" fmla="*/ 21449 h 141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74493" h="141163">
                  <a:moveTo>
                    <a:pt x="107989" y="34217"/>
                  </a:moveTo>
                  <a:lnTo>
                    <a:pt x="119492" y="30386"/>
                  </a:lnTo>
                  <a:cubicBezTo>
                    <a:pt x="122686" y="29110"/>
                    <a:pt x="125881" y="26556"/>
                    <a:pt x="127159" y="23364"/>
                  </a:cubicBezTo>
                  <a:cubicBezTo>
                    <a:pt x="127159" y="22726"/>
                    <a:pt x="127799" y="22087"/>
                    <a:pt x="127799" y="22087"/>
                  </a:cubicBezTo>
                  <a:cubicBezTo>
                    <a:pt x="129715" y="24002"/>
                    <a:pt x="131633" y="25279"/>
                    <a:pt x="134189" y="25918"/>
                  </a:cubicBezTo>
                  <a:lnTo>
                    <a:pt x="146329" y="29110"/>
                  </a:lnTo>
                  <a:lnTo>
                    <a:pt x="146969" y="29110"/>
                  </a:lnTo>
                  <a:cubicBezTo>
                    <a:pt x="146969" y="29748"/>
                    <a:pt x="146969" y="29748"/>
                    <a:pt x="146969" y="30386"/>
                  </a:cubicBezTo>
                  <a:lnTo>
                    <a:pt x="148246" y="42516"/>
                  </a:lnTo>
                  <a:cubicBezTo>
                    <a:pt x="148246" y="46346"/>
                    <a:pt x="150164" y="49538"/>
                    <a:pt x="152719" y="51454"/>
                  </a:cubicBezTo>
                  <a:cubicBezTo>
                    <a:pt x="155275" y="53369"/>
                    <a:pt x="157831" y="54646"/>
                    <a:pt x="161026" y="54646"/>
                  </a:cubicBezTo>
                  <a:lnTo>
                    <a:pt x="162304" y="54646"/>
                  </a:lnTo>
                  <a:cubicBezTo>
                    <a:pt x="169333" y="54007"/>
                    <a:pt x="175084" y="47623"/>
                    <a:pt x="174445" y="40601"/>
                  </a:cubicBezTo>
                  <a:lnTo>
                    <a:pt x="173167" y="28471"/>
                  </a:lnTo>
                  <a:cubicBezTo>
                    <a:pt x="173167" y="24641"/>
                    <a:pt x="171250" y="21449"/>
                    <a:pt x="168694" y="19534"/>
                  </a:cubicBezTo>
                  <a:cubicBezTo>
                    <a:pt x="166777" y="18257"/>
                    <a:pt x="164860" y="16980"/>
                    <a:pt x="162943" y="16342"/>
                  </a:cubicBezTo>
                  <a:cubicBezTo>
                    <a:pt x="162943" y="10596"/>
                    <a:pt x="158470" y="4851"/>
                    <a:pt x="152719" y="3574"/>
                  </a:cubicBezTo>
                  <a:lnTo>
                    <a:pt x="140579" y="382"/>
                  </a:lnTo>
                  <a:cubicBezTo>
                    <a:pt x="137384" y="-257"/>
                    <a:pt x="133549" y="-257"/>
                    <a:pt x="130354" y="1659"/>
                  </a:cubicBezTo>
                  <a:cubicBezTo>
                    <a:pt x="131633" y="4212"/>
                    <a:pt x="130354" y="7404"/>
                    <a:pt x="127799" y="8681"/>
                  </a:cubicBezTo>
                  <a:cubicBezTo>
                    <a:pt x="125243" y="9958"/>
                    <a:pt x="122048" y="8681"/>
                    <a:pt x="120769" y="6127"/>
                  </a:cubicBezTo>
                  <a:lnTo>
                    <a:pt x="120769" y="6127"/>
                  </a:lnTo>
                  <a:cubicBezTo>
                    <a:pt x="117574" y="4851"/>
                    <a:pt x="113740" y="4212"/>
                    <a:pt x="110545" y="5489"/>
                  </a:cubicBezTo>
                  <a:lnTo>
                    <a:pt x="99044" y="9319"/>
                  </a:lnTo>
                  <a:cubicBezTo>
                    <a:pt x="92014" y="11873"/>
                    <a:pt x="88820" y="19534"/>
                    <a:pt x="90737" y="25918"/>
                  </a:cubicBezTo>
                  <a:lnTo>
                    <a:pt x="90737" y="25918"/>
                  </a:lnTo>
                  <a:lnTo>
                    <a:pt x="77957" y="16342"/>
                  </a:lnTo>
                  <a:cubicBezTo>
                    <a:pt x="76679" y="15065"/>
                    <a:pt x="74762" y="15065"/>
                    <a:pt x="72845" y="15065"/>
                  </a:cubicBezTo>
                  <a:cubicBezTo>
                    <a:pt x="70928" y="15065"/>
                    <a:pt x="69650" y="16342"/>
                    <a:pt x="68372" y="17618"/>
                  </a:cubicBezTo>
                  <a:lnTo>
                    <a:pt x="54314" y="38047"/>
                  </a:lnTo>
                  <a:lnTo>
                    <a:pt x="51758" y="38047"/>
                  </a:lnTo>
                  <a:cubicBezTo>
                    <a:pt x="23004" y="38047"/>
                    <a:pt x="0" y="61030"/>
                    <a:pt x="0" y="89758"/>
                  </a:cubicBezTo>
                  <a:cubicBezTo>
                    <a:pt x="0" y="101887"/>
                    <a:pt x="3834" y="113378"/>
                    <a:pt x="11501" y="122316"/>
                  </a:cubicBezTo>
                  <a:cubicBezTo>
                    <a:pt x="14058" y="124870"/>
                    <a:pt x="17891" y="125508"/>
                    <a:pt x="20447" y="122954"/>
                  </a:cubicBezTo>
                  <a:cubicBezTo>
                    <a:pt x="23004" y="120401"/>
                    <a:pt x="23642" y="116570"/>
                    <a:pt x="21086" y="114017"/>
                  </a:cubicBezTo>
                  <a:cubicBezTo>
                    <a:pt x="15335" y="106994"/>
                    <a:pt x="12140" y="98695"/>
                    <a:pt x="12140" y="89758"/>
                  </a:cubicBezTo>
                  <a:cubicBezTo>
                    <a:pt x="12140" y="68052"/>
                    <a:pt x="29394" y="50815"/>
                    <a:pt x="51119" y="50815"/>
                  </a:cubicBezTo>
                  <a:cubicBezTo>
                    <a:pt x="72845" y="50815"/>
                    <a:pt x="90098" y="68052"/>
                    <a:pt x="90098" y="89758"/>
                  </a:cubicBezTo>
                  <a:cubicBezTo>
                    <a:pt x="90098" y="111463"/>
                    <a:pt x="72845" y="128700"/>
                    <a:pt x="51119" y="128700"/>
                  </a:cubicBezTo>
                  <a:lnTo>
                    <a:pt x="51119" y="128700"/>
                  </a:lnTo>
                  <a:cubicBezTo>
                    <a:pt x="47925" y="128700"/>
                    <a:pt x="44730" y="128061"/>
                    <a:pt x="41535" y="127423"/>
                  </a:cubicBezTo>
                  <a:cubicBezTo>
                    <a:pt x="38340" y="126785"/>
                    <a:pt x="34505" y="128700"/>
                    <a:pt x="33866" y="131892"/>
                  </a:cubicBezTo>
                  <a:cubicBezTo>
                    <a:pt x="33866" y="131892"/>
                    <a:pt x="33866" y="131892"/>
                    <a:pt x="33866" y="131892"/>
                  </a:cubicBezTo>
                  <a:cubicBezTo>
                    <a:pt x="33227" y="135084"/>
                    <a:pt x="35145" y="138914"/>
                    <a:pt x="38340" y="139553"/>
                  </a:cubicBezTo>
                  <a:cubicBezTo>
                    <a:pt x="38340" y="139553"/>
                    <a:pt x="38340" y="139553"/>
                    <a:pt x="38340" y="139553"/>
                  </a:cubicBezTo>
                  <a:cubicBezTo>
                    <a:pt x="65816" y="146575"/>
                    <a:pt x="93932" y="129977"/>
                    <a:pt x="100961" y="102526"/>
                  </a:cubicBezTo>
                  <a:cubicBezTo>
                    <a:pt x="103517" y="92311"/>
                    <a:pt x="102878" y="80820"/>
                    <a:pt x="99044" y="70606"/>
                  </a:cubicBezTo>
                  <a:lnTo>
                    <a:pt x="113102" y="50177"/>
                  </a:lnTo>
                  <a:cubicBezTo>
                    <a:pt x="115019" y="47623"/>
                    <a:pt x="114379" y="43154"/>
                    <a:pt x="111824" y="41239"/>
                  </a:cubicBezTo>
                  <a:lnTo>
                    <a:pt x="102239" y="34217"/>
                  </a:lnTo>
                  <a:lnTo>
                    <a:pt x="102239" y="34217"/>
                  </a:lnTo>
                  <a:cubicBezTo>
                    <a:pt x="104794" y="34855"/>
                    <a:pt x="106712" y="34855"/>
                    <a:pt x="107989" y="34217"/>
                  </a:cubicBezTo>
                  <a:close/>
                  <a:moveTo>
                    <a:pt x="161026" y="41239"/>
                  </a:moveTo>
                  <a:cubicBezTo>
                    <a:pt x="161026" y="41239"/>
                    <a:pt x="161026" y="41239"/>
                    <a:pt x="161026" y="41239"/>
                  </a:cubicBezTo>
                  <a:lnTo>
                    <a:pt x="159748" y="28471"/>
                  </a:lnTo>
                  <a:cubicBezTo>
                    <a:pt x="159748" y="28471"/>
                    <a:pt x="159748" y="27833"/>
                    <a:pt x="160387" y="27833"/>
                  </a:cubicBezTo>
                  <a:lnTo>
                    <a:pt x="160387" y="27833"/>
                  </a:lnTo>
                  <a:cubicBezTo>
                    <a:pt x="160387" y="27833"/>
                    <a:pt x="161026" y="27833"/>
                    <a:pt x="161026" y="28471"/>
                  </a:cubicBezTo>
                  <a:lnTo>
                    <a:pt x="161026" y="41239"/>
                  </a:lnTo>
                  <a:cubicBezTo>
                    <a:pt x="161665" y="41239"/>
                    <a:pt x="161665" y="41239"/>
                    <a:pt x="161026" y="41239"/>
                  </a:cubicBezTo>
                  <a:close/>
                  <a:moveTo>
                    <a:pt x="138022" y="12511"/>
                  </a:moveTo>
                  <a:lnTo>
                    <a:pt x="150164" y="15703"/>
                  </a:lnTo>
                  <a:cubicBezTo>
                    <a:pt x="150164" y="15703"/>
                    <a:pt x="150802" y="16342"/>
                    <a:pt x="150802" y="16342"/>
                  </a:cubicBezTo>
                  <a:cubicBezTo>
                    <a:pt x="150802" y="16342"/>
                    <a:pt x="150802" y="16342"/>
                    <a:pt x="150802" y="16342"/>
                  </a:cubicBezTo>
                  <a:cubicBezTo>
                    <a:pt x="150802" y="16342"/>
                    <a:pt x="150164" y="16342"/>
                    <a:pt x="150164" y="16342"/>
                  </a:cubicBezTo>
                  <a:lnTo>
                    <a:pt x="138022" y="13150"/>
                  </a:lnTo>
                  <a:cubicBezTo>
                    <a:pt x="137384" y="13150"/>
                    <a:pt x="137384" y="12511"/>
                    <a:pt x="138022" y="12511"/>
                  </a:cubicBezTo>
                  <a:cubicBezTo>
                    <a:pt x="137384" y="12511"/>
                    <a:pt x="137384" y="12511"/>
                    <a:pt x="138022" y="12511"/>
                  </a:cubicBezTo>
                  <a:lnTo>
                    <a:pt x="138022" y="12511"/>
                  </a:lnTo>
                  <a:close/>
                  <a:moveTo>
                    <a:pt x="93293" y="58476"/>
                  </a:moveTo>
                  <a:cubicBezTo>
                    <a:pt x="86903" y="50177"/>
                    <a:pt x="78596" y="43793"/>
                    <a:pt x="68372" y="40601"/>
                  </a:cubicBezTo>
                  <a:lnTo>
                    <a:pt x="75401" y="30386"/>
                  </a:lnTo>
                  <a:lnTo>
                    <a:pt x="100322" y="48262"/>
                  </a:lnTo>
                  <a:lnTo>
                    <a:pt x="93293" y="58476"/>
                  </a:lnTo>
                  <a:close/>
                  <a:moveTo>
                    <a:pt x="103517" y="21449"/>
                  </a:moveTo>
                  <a:lnTo>
                    <a:pt x="115019" y="17618"/>
                  </a:lnTo>
                  <a:lnTo>
                    <a:pt x="115019" y="17618"/>
                  </a:lnTo>
                  <a:cubicBezTo>
                    <a:pt x="115019" y="17618"/>
                    <a:pt x="115658" y="17618"/>
                    <a:pt x="115658" y="17618"/>
                  </a:cubicBezTo>
                  <a:cubicBezTo>
                    <a:pt x="115658" y="17618"/>
                    <a:pt x="115658" y="18257"/>
                    <a:pt x="115019" y="18257"/>
                  </a:cubicBezTo>
                  <a:lnTo>
                    <a:pt x="103517" y="22087"/>
                  </a:lnTo>
                  <a:cubicBezTo>
                    <a:pt x="103517" y="22087"/>
                    <a:pt x="103517" y="21449"/>
                    <a:pt x="103517" y="21449"/>
                  </a:cubicBezTo>
                  <a:cubicBezTo>
                    <a:pt x="103517" y="21449"/>
                    <a:pt x="103517" y="21449"/>
                    <a:pt x="103517" y="21449"/>
                  </a:cubicBezTo>
                  <a:close/>
                </a:path>
              </a:pathLst>
            </a:custGeom>
            <a:solidFill>
              <a:srgbClr val="0076A8"/>
            </a:solidFill>
            <a:ln w="6390" cap="flat">
              <a:noFill/>
              <a:prstDash val="solid"/>
              <a:miter/>
            </a:ln>
          </p:spPr>
          <p:txBody>
            <a:bodyPr rtlCol="0" anchor="ctr"/>
            <a:lstStyle/>
            <a:p>
              <a:endParaRPr lang="en-US"/>
            </a:p>
          </p:txBody>
        </p:sp>
      </p:grpSp>
      <p:sp>
        <p:nvSpPr>
          <p:cNvPr id="671" name="Graphic 4">
            <a:extLst>
              <a:ext uri="{FF2B5EF4-FFF2-40B4-BE49-F238E27FC236}">
                <a16:creationId xmlns:a16="http://schemas.microsoft.com/office/drawing/2014/main" id="{B91ED623-0096-6745-B304-DF4795F5EBF2}"/>
              </a:ext>
            </a:extLst>
          </p:cNvPr>
          <p:cNvSpPr/>
          <p:nvPr/>
        </p:nvSpPr>
        <p:spPr>
          <a:xfrm>
            <a:off x="9279466" y="1893013"/>
            <a:ext cx="361671" cy="362610"/>
          </a:xfrm>
          <a:custGeom>
            <a:avLst/>
            <a:gdLst>
              <a:gd name="connsiteX0" fmla="*/ 161666 w 361671"/>
              <a:gd name="connsiteY0" fmla="*/ 149385 h 362610"/>
              <a:gd name="connsiteX1" fmla="*/ 168695 w 361671"/>
              <a:gd name="connsiteY1" fmla="*/ 139171 h 362610"/>
              <a:gd name="connsiteX2" fmla="*/ 143774 w 361671"/>
              <a:gd name="connsiteY2" fmla="*/ 121296 h 362610"/>
              <a:gd name="connsiteX3" fmla="*/ 136745 w 361671"/>
              <a:gd name="connsiteY3" fmla="*/ 131510 h 362610"/>
              <a:gd name="connsiteX4" fmla="*/ 161666 w 361671"/>
              <a:gd name="connsiteY4" fmla="*/ 149385 h 362610"/>
              <a:gd name="connsiteX5" fmla="*/ 183392 w 361671"/>
              <a:gd name="connsiteY5" fmla="*/ 108528 h 362610"/>
              <a:gd name="connsiteX6" fmla="*/ 183392 w 361671"/>
              <a:gd name="connsiteY6" fmla="*/ 107889 h 362610"/>
              <a:gd name="connsiteX7" fmla="*/ 182753 w 361671"/>
              <a:gd name="connsiteY7" fmla="*/ 107889 h 362610"/>
              <a:gd name="connsiteX8" fmla="*/ 182753 w 361671"/>
              <a:gd name="connsiteY8" fmla="*/ 107889 h 362610"/>
              <a:gd name="connsiteX9" fmla="*/ 171251 w 361671"/>
              <a:gd name="connsiteY9" fmla="*/ 111720 h 362610"/>
              <a:gd name="connsiteX10" fmla="*/ 171251 w 361671"/>
              <a:gd name="connsiteY10" fmla="*/ 112358 h 362610"/>
              <a:gd name="connsiteX11" fmla="*/ 171889 w 361671"/>
              <a:gd name="connsiteY11" fmla="*/ 112358 h 362610"/>
              <a:gd name="connsiteX12" fmla="*/ 183392 w 361671"/>
              <a:gd name="connsiteY12" fmla="*/ 108528 h 362610"/>
              <a:gd name="connsiteX13" fmla="*/ 228121 w 361671"/>
              <a:gd name="connsiteY13" fmla="*/ 118742 h 362610"/>
              <a:gd name="connsiteX14" fmla="*/ 228121 w 361671"/>
              <a:gd name="connsiteY14" fmla="*/ 118742 h 362610"/>
              <a:gd name="connsiteX15" fmla="*/ 228760 w 361671"/>
              <a:gd name="connsiteY15" fmla="*/ 131510 h 362610"/>
              <a:gd name="connsiteX16" fmla="*/ 229399 w 361671"/>
              <a:gd name="connsiteY16" fmla="*/ 132149 h 362610"/>
              <a:gd name="connsiteX17" fmla="*/ 230038 w 361671"/>
              <a:gd name="connsiteY17" fmla="*/ 131510 h 362610"/>
              <a:gd name="connsiteX18" fmla="*/ 228121 w 361671"/>
              <a:gd name="connsiteY18" fmla="*/ 118742 h 362610"/>
              <a:gd name="connsiteX19" fmla="*/ 228121 w 361671"/>
              <a:gd name="connsiteY19" fmla="*/ 118742 h 362610"/>
              <a:gd name="connsiteX20" fmla="*/ 228121 w 361671"/>
              <a:gd name="connsiteY20" fmla="*/ 118742 h 362610"/>
              <a:gd name="connsiteX21" fmla="*/ 217258 w 361671"/>
              <a:gd name="connsiteY21" fmla="*/ 106613 h 362610"/>
              <a:gd name="connsiteX22" fmla="*/ 217258 w 361671"/>
              <a:gd name="connsiteY22" fmla="*/ 106613 h 362610"/>
              <a:gd name="connsiteX23" fmla="*/ 217258 w 361671"/>
              <a:gd name="connsiteY23" fmla="*/ 106613 h 362610"/>
              <a:gd name="connsiteX24" fmla="*/ 217258 w 361671"/>
              <a:gd name="connsiteY24" fmla="*/ 105974 h 362610"/>
              <a:gd name="connsiteX25" fmla="*/ 205118 w 361671"/>
              <a:gd name="connsiteY25" fmla="*/ 102782 h 362610"/>
              <a:gd name="connsiteX26" fmla="*/ 204478 w 361671"/>
              <a:gd name="connsiteY26" fmla="*/ 103421 h 362610"/>
              <a:gd name="connsiteX27" fmla="*/ 205118 w 361671"/>
              <a:gd name="connsiteY27" fmla="*/ 104059 h 362610"/>
              <a:gd name="connsiteX28" fmla="*/ 217258 w 361671"/>
              <a:gd name="connsiteY28" fmla="*/ 106613 h 362610"/>
              <a:gd name="connsiteX29" fmla="*/ 240901 w 361671"/>
              <a:gd name="connsiteY29" fmla="*/ 168537 h 362610"/>
              <a:gd name="connsiteX30" fmla="*/ 247930 w 361671"/>
              <a:gd name="connsiteY30" fmla="*/ 169176 h 362610"/>
              <a:gd name="connsiteX31" fmla="*/ 246013 w 361671"/>
              <a:gd name="connsiteY31" fmla="*/ 156408 h 362610"/>
              <a:gd name="connsiteX32" fmla="*/ 215980 w 361671"/>
              <a:gd name="connsiteY32" fmla="*/ 161515 h 362610"/>
              <a:gd name="connsiteX33" fmla="*/ 217897 w 361671"/>
              <a:gd name="connsiteY33" fmla="*/ 174283 h 362610"/>
              <a:gd name="connsiteX34" fmla="*/ 240901 w 361671"/>
              <a:gd name="connsiteY34" fmla="*/ 168537 h 362610"/>
              <a:gd name="connsiteX35" fmla="*/ 292659 w 361671"/>
              <a:gd name="connsiteY35" fmla="*/ 220247 h 362610"/>
              <a:gd name="connsiteX36" fmla="*/ 288826 w 361671"/>
              <a:gd name="connsiteY36" fmla="*/ 240038 h 362610"/>
              <a:gd name="connsiteX37" fmla="*/ 280518 w 361671"/>
              <a:gd name="connsiteY37" fmla="*/ 243230 h 362610"/>
              <a:gd name="connsiteX38" fmla="*/ 280518 w 361671"/>
              <a:gd name="connsiteY38" fmla="*/ 243230 h 362610"/>
              <a:gd name="connsiteX39" fmla="*/ 277323 w 361671"/>
              <a:gd name="connsiteY39" fmla="*/ 234931 h 362610"/>
              <a:gd name="connsiteX40" fmla="*/ 256237 w 361671"/>
              <a:gd name="connsiteY40" fmla="*/ 183859 h 362610"/>
              <a:gd name="connsiteX41" fmla="*/ 205118 w 361671"/>
              <a:gd name="connsiteY41" fmla="*/ 204926 h 362610"/>
              <a:gd name="connsiteX42" fmla="*/ 201923 w 361671"/>
              <a:gd name="connsiteY42" fmla="*/ 220247 h 362610"/>
              <a:gd name="connsiteX43" fmla="*/ 240901 w 361671"/>
              <a:gd name="connsiteY43" fmla="*/ 259190 h 362610"/>
              <a:gd name="connsiteX44" fmla="*/ 260710 w 361671"/>
              <a:gd name="connsiteY44" fmla="*/ 253444 h 362610"/>
              <a:gd name="connsiteX45" fmla="*/ 269656 w 361671"/>
              <a:gd name="connsiteY45" fmla="*/ 254721 h 362610"/>
              <a:gd name="connsiteX46" fmla="*/ 268377 w 361671"/>
              <a:gd name="connsiteY46" fmla="*/ 263659 h 362610"/>
              <a:gd name="connsiteX47" fmla="*/ 267100 w 361671"/>
              <a:gd name="connsiteY47" fmla="*/ 264297 h 362610"/>
              <a:gd name="connsiteX48" fmla="*/ 196172 w 361671"/>
              <a:gd name="connsiteY48" fmla="*/ 247060 h 362610"/>
              <a:gd name="connsiteX49" fmla="*/ 205756 w 361671"/>
              <a:gd name="connsiteY49" fmla="*/ 182582 h 362610"/>
              <a:gd name="connsiteX50" fmla="*/ 201283 w 361671"/>
              <a:gd name="connsiteY50" fmla="*/ 157684 h 362610"/>
              <a:gd name="connsiteX51" fmla="*/ 202561 w 361671"/>
              <a:gd name="connsiteY51" fmla="*/ 152577 h 362610"/>
              <a:gd name="connsiteX52" fmla="*/ 207034 w 361671"/>
              <a:gd name="connsiteY52" fmla="*/ 150024 h 362610"/>
              <a:gd name="connsiteX53" fmla="*/ 249847 w 361671"/>
              <a:gd name="connsiteY53" fmla="*/ 143001 h 362610"/>
              <a:gd name="connsiteX54" fmla="*/ 257515 w 361671"/>
              <a:gd name="connsiteY54" fmla="*/ 148108 h 362610"/>
              <a:gd name="connsiteX55" fmla="*/ 261987 w 361671"/>
              <a:gd name="connsiteY55" fmla="*/ 173006 h 362610"/>
              <a:gd name="connsiteX56" fmla="*/ 292659 w 361671"/>
              <a:gd name="connsiteY56" fmla="*/ 220247 h 362610"/>
              <a:gd name="connsiteX57" fmla="*/ 242179 w 361671"/>
              <a:gd name="connsiteY57" fmla="*/ 130233 h 362610"/>
              <a:gd name="connsiteX58" fmla="*/ 230038 w 361671"/>
              <a:gd name="connsiteY58" fmla="*/ 144278 h 362610"/>
              <a:gd name="connsiteX59" fmla="*/ 228760 w 361671"/>
              <a:gd name="connsiteY59" fmla="*/ 144278 h 362610"/>
              <a:gd name="connsiteX60" fmla="*/ 220453 w 361671"/>
              <a:gd name="connsiteY60" fmla="*/ 141086 h 362610"/>
              <a:gd name="connsiteX61" fmla="*/ 215980 w 361671"/>
              <a:gd name="connsiteY61" fmla="*/ 132149 h 362610"/>
              <a:gd name="connsiteX62" fmla="*/ 214703 w 361671"/>
              <a:gd name="connsiteY62" fmla="*/ 120019 h 362610"/>
              <a:gd name="connsiteX63" fmla="*/ 214703 w 361671"/>
              <a:gd name="connsiteY63" fmla="*/ 118742 h 362610"/>
              <a:gd name="connsiteX64" fmla="*/ 214063 w 361671"/>
              <a:gd name="connsiteY64" fmla="*/ 118742 h 362610"/>
              <a:gd name="connsiteX65" fmla="*/ 201923 w 361671"/>
              <a:gd name="connsiteY65" fmla="*/ 115550 h 362610"/>
              <a:gd name="connsiteX66" fmla="*/ 195533 w 361671"/>
              <a:gd name="connsiteY66" fmla="*/ 111081 h 362610"/>
              <a:gd name="connsiteX67" fmla="*/ 194893 w 361671"/>
              <a:gd name="connsiteY67" fmla="*/ 112997 h 362610"/>
              <a:gd name="connsiteX68" fmla="*/ 187225 w 361671"/>
              <a:gd name="connsiteY68" fmla="*/ 120019 h 362610"/>
              <a:gd name="connsiteX69" fmla="*/ 175723 w 361671"/>
              <a:gd name="connsiteY69" fmla="*/ 123849 h 362610"/>
              <a:gd name="connsiteX70" fmla="*/ 171251 w 361671"/>
              <a:gd name="connsiteY70" fmla="*/ 124488 h 362610"/>
              <a:gd name="connsiteX71" fmla="*/ 171251 w 361671"/>
              <a:gd name="connsiteY71" fmla="*/ 124488 h 362610"/>
              <a:gd name="connsiteX72" fmla="*/ 180836 w 361671"/>
              <a:gd name="connsiteY72" fmla="*/ 131510 h 362610"/>
              <a:gd name="connsiteX73" fmla="*/ 182113 w 361671"/>
              <a:gd name="connsiteY73" fmla="*/ 140448 h 362610"/>
              <a:gd name="connsiteX74" fmla="*/ 168056 w 361671"/>
              <a:gd name="connsiteY74" fmla="*/ 160876 h 362610"/>
              <a:gd name="connsiteX75" fmla="*/ 139301 w 361671"/>
              <a:gd name="connsiteY75" fmla="*/ 227908 h 362610"/>
              <a:gd name="connsiteX76" fmla="*/ 107351 w 361671"/>
              <a:gd name="connsiteY76" fmla="*/ 229823 h 362610"/>
              <a:gd name="connsiteX77" fmla="*/ 102879 w 361671"/>
              <a:gd name="connsiteY77" fmla="*/ 222163 h 362610"/>
              <a:gd name="connsiteX78" fmla="*/ 102879 w 361671"/>
              <a:gd name="connsiteY78" fmla="*/ 222163 h 362610"/>
              <a:gd name="connsiteX79" fmla="*/ 110546 w 361671"/>
              <a:gd name="connsiteY79" fmla="*/ 217694 h 362610"/>
              <a:gd name="connsiteX80" fmla="*/ 110546 w 361671"/>
              <a:gd name="connsiteY80" fmla="*/ 217694 h 362610"/>
              <a:gd name="connsiteX81" fmla="*/ 120131 w 361671"/>
              <a:gd name="connsiteY81" fmla="*/ 218971 h 362610"/>
              <a:gd name="connsiteX82" fmla="*/ 159110 w 361671"/>
              <a:gd name="connsiteY82" fmla="*/ 180028 h 362610"/>
              <a:gd name="connsiteX83" fmla="*/ 120131 w 361671"/>
              <a:gd name="connsiteY83" fmla="*/ 141086 h 362610"/>
              <a:gd name="connsiteX84" fmla="*/ 81153 w 361671"/>
              <a:gd name="connsiteY84" fmla="*/ 180028 h 362610"/>
              <a:gd name="connsiteX85" fmla="*/ 81153 w 361671"/>
              <a:gd name="connsiteY85" fmla="*/ 180028 h 362610"/>
              <a:gd name="connsiteX86" fmla="*/ 90099 w 361671"/>
              <a:gd name="connsiteY86" fmla="*/ 204287 h 362610"/>
              <a:gd name="connsiteX87" fmla="*/ 89459 w 361671"/>
              <a:gd name="connsiteY87" fmla="*/ 213225 h 362610"/>
              <a:gd name="connsiteX88" fmla="*/ 80514 w 361671"/>
              <a:gd name="connsiteY88" fmla="*/ 212587 h 362610"/>
              <a:gd name="connsiteX89" fmla="*/ 88181 w 361671"/>
              <a:gd name="connsiteY89" fmla="*/ 139809 h 362610"/>
              <a:gd name="connsiteX90" fmla="*/ 120770 w 361671"/>
              <a:gd name="connsiteY90" fmla="*/ 128318 h 362610"/>
              <a:gd name="connsiteX91" fmla="*/ 122687 w 361671"/>
              <a:gd name="connsiteY91" fmla="*/ 128318 h 362610"/>
              <a:gd name="connsiteX92" fmla="*/ 136745 w 361671"/>
              <a:gd name="connsiteY92" fmla="*/ 107889 h 362610"/>
              <a:gd name="connsiteX93" fmla="*/ 141218 w 361671"/>
              <a:gd name="connsiteY93" fmla="*/ 105336 h 362610"/>
              <a:gd name="connsiteX94" fmla="*/ 146330 w 361671"/>
              <a:gd name="connsiteY94" fmla="*/ 106613 h 362610"/>
              <a:gd name="connsiteX95" fmla="*/ 159110 w 361671"/>
              <a:gd name="connsiteY95" fmla="*/ 116189 h 362610"/>
              <a:gd name="connsiteX96" fmla="*/ 159110 w 361671"/>
              <a:gd name="connsiteY96" fmla="*/ 116189 h 362610"/>
              <a:gd name="connsiteX97" fmla="*/ 167417 w 361671"/>
              <a:gd name="connsiteY97" fmla="*/ 99590 h 362610"/>
              <a:gd name="connsiteX98" fmla="*/ 167417 w 361671"/>
              <a:gd name="connsiteY98" fmla="*/ 99590 h 362610"/>
              <a:gd name="connsiteX99" fmla="*/ 178918 w 361671"/>
              <a:gd name="connsiteY99" fmla="*/ 95760 h 362610"/>
              <a:gd name="connsiteX100" fmla="*/ 189143 w 361671"/>
              <a:gd name="connsiteY100" fmla="*/ 96398 h 362610"/>
              <a:gd name="connsiteX101" fmla="*/ 205118 w 361671"/>
              <a:gd name="connsiteY101" fmla="*/ 97675 h 362610"/>
              <a:gd name="connsiteX102" fmla="*/ 208951 w 361671"/>
              <a:gd name="connsiteY102" fmla="*/ 90653 h 362610"/>
              <a:gd name="connsiteX103" fmla="*/ 221092 w 361671"/>
              <a:gd name="connsiteY103" fmla="*/ 93845 h 362610"/>
              <a:gd name="connsiteX104" fmla="*/ 237067 w 361671"/>
              <a:gd name="connsiteY104" fmla="*/ 109805 h 362610"/>
              <a:gd name="connsiteX105" fmla="*/ 241540 w 361671"/>
              <a:gd name="connsiteY105" fmla="*/ 118742 h 362610"/>
              <a:gd name="connsiteX106" fmla="*/ 242179 w 361671"/>
              <a:gd name="connsiteY106" fmla="*/ 130233 h 362610"/>
              <a:gd name="connsiteX107" fmla="*/ 361671 w 361671"/>
              <a:gd name="connsiteY107" fmla="*/ 181305 h 362610"/>
              <a:gd name="connsiteX108" fmla="*/ 180836 w 361671"/>
              <a:gd name="connsiteY108" fmla="*/ 0 h 362610"/>
              <a:gd name="connsiteX109" fmla="*/ 0 w 361671"/>
              <a:gd name="connsiteY109" fmla="*/ 181305 h 362610"/>
              <a:gd name="connsiteX110" fmla="*/ 180836 w 361671"/>
              <a:gd name="connsiteY110" fmla="*/ 362610 h 362610"/>
              <a:gd name="connsiteX111" fmla="*/ 180836 w 361671"/>
              <a:gd name="connsiteY111" fmla="*/ 362610 h 362610"/>
              <a:gd name="connsiteX112" fmla="*/ 361671 w 361671"/>
              <a:gd name="connsiteY112" fmla="*/ 181305 h 362610"/>
              <a:gd name="connsiteX113" fmla="*/ 361671 w 361671"/>
              <a:gd name="connsiteY113" fmla="*/ 181305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61671" h="362610">
                <a:moveTo>
                  <a:pt x="161666" y="149385"/>
                </a:moveTo>
                <a:lnTo>
                  <a:pt x="168695" y="139171"/>
                </a:lnTo>
                <a:lnTo>
                  <a:pt x="143774" y="121296"/>
                </a:lnTo>
                <a:lnTo>
                  <a:pt x="136745" y="131510"/>
                </a:lnTo>
                <a:cubicBezTo>
                  <a:pt x="146330" y="134702"/>
                  <a:pt x="155276" y="141086"/>
                  <a:pt x="161666" y="149385"/>
                </a:cubicBezTo>
                <a:moveTo>
                  <a:pt x="183392" y="108528"/>
                </a:moveTo>
                <a:cubicBezTo>
                  <a:pt x="183392" y="108528"/>
                  <a:pt x="184031" y="107889"/>
                  <a:pt x="183392" y="107889"/>
                </a:cubicBezTo>
                <a:cubicBezTo>
                  <a:pt x="183392" y="107889"/>
                  <a:pt x="182753" y="107889"/>
                  <a:pt x="182753" y="107889"/>
                </a:cubicBezTo>
                <a:lnTo>
                  <a:pt x="182753" y="107889"/>
                </a:lnTo>
                <a:lnTo>
                  <a:pt x="171251" y="111720"/>
                </a:lnTo>
                <a:cubicBezTo>
                  <a:pt x="171251" y="111720"/>
                  <a:pt x="171251" y="112358"/>
                  <a:pt x="171251" y="112358"/>
                </a:cubicBezTo>
                <a:cubicBezTo>
                  <a:pt x="171251" y="112358"/>
                  <a:pt x="171889" y="112997"/>
                  <a:pt x="171889" y="112358"/>
                </a:cubicBezTo>
                <a:lnTo>
                  <a:pt x="183392" y="108528"/>
                </a:lnTo>
                <a:close/>
                <a:moveTo>
                  <a:pt x="228121" y="118742"/>
                </a:moveTo>
                <a:cubicBezTo>
                  <a:pt x="228121" y="118742"/>
                  <a:pt x="227482" y="118742"/>
                  <a:pt x="228121" y="118742"/>
                </a:cubicBezTo>
                <a:lnTo>
                  <a:pt x="228760" y="131510"/>
                </a:lnTo>
                <a:cubicBezTo>
                  <a:pt x="228760" y="131510"/>
                  <a:pt x="228760" y="132149"/>
                  <a:pt x="229399" y="132149"/>
                </a:cubicBezTo>
                <a:cubicBezTo>
                  <a:pt x="229399" y="132149"/>
                  <a:pt x="230038" y="132149"/>
                  <a:pt x="230038" y="131510"/>
                </a:cubicBezTo>
                <a:lnTo>
                  <a:pt x="228121" y="118742"/>
                </a:lnTo>
                <a:cubicBezTo>
                  <a:pt x="228760" y="118742"/>
                  <a:pt x="228760" y="118742"/>
                  <a:pt x="228121" y="118742"/>
                </a:cubicBezTo>
                <a:lnTo>
                  <a:pt x="228121" y="118742"/>
                </a:lnTo>
                <a:close/>
                <a:moveTo>
                  <a:pt x="217258" y="106613"/>
                </a:moveTo>
                <a:cubicBezTo>
                  <a:pt x="217897" y="106613"/>
                  <a:pt x="217897" y="106613"/>
                  <a:pt x="217258" y="106613"/>
                </a:cubicBezTo>
                <a:cubicBezTo>
                  <a:pt x="218536" y="105974"/>
                  <a:pt x="217897" y="105974"/>
                  <a:pt x="217258" y="106613"/>
                </a:cubicBezTo>
                <a:cubicBezTo>
                  <a:pt x="217258" y="105974"/>
                  <a:pt x="217258" y="105974"/>
                  <a:pt x="217258" y="105974"/>
                </a:cubicBezTo>
                <a:lnTo>
                  <a:pt x="205118" y="102782"/>
                </a:lnTo>
                <a:cubicBezTo>
                  <a:pt x="205118" y="102782"/>
                  <a:pt x="204478" y="102782"/>
                  <a:pt x="204478" y="103421"/>
                </a:cubicBezTo>
                <a:cubicBezTo>
                  <a:pt x="204478" y="103421"/>
                  <a:pt x="204478" y="104059"/>
                  <a:pt x="205118" y="104059"/>
                </a:cubicBezTo>
                <a:lnTo>
                  <a:pt x="217258" y="106613"/>
                </a:lnTo>
                <a:close/>
                <a:moveTo>
                  <a:pt x="240901" y="168537"/>
                </a:moveTo>
                <a:cubicBezTo>
                  <a:pt x="243457" y="168537"/>
                  <a:pt x="245374" y="168537"/>
                  <a:pt x="247930" y="169176"/>
                </a:cubicBezTo>
                <a:lnTo>
                  <a:pt x="246013" y="156408"/>
                </a:lnTo>
                <a:lnTo>
                  <a:pt x="215980" y="161515"/>
                </a:lnTo>
                <a:lnTo>
                  <a:pt x="217897" y="174283"/>
                </a:lnTo>
                <a:cubicBezTo>
                  <a:pt x="224926" y="170452"/>
                  <a:pt x="232594" y="168537"/>
                  <a:pt x="240901" y="168537"/>
                </a:cubicBezTo>
                <a:moveTo>
                  <a:pt x="292659" y="220247"/>
                </a:moveTo>
                <a:cubicBezTo>
                  <a:pt x="292659" y="227270"/>
                  <a:pt x="291382" y="233654"/>
                  <a:pt x="288826" y="240038"/>
                </a:cubicBezTo>
                <a:cubicBezTo>
                  <a:pt x="287547" y="243230"/>
                  <a:pt x="283713" y="245145"/>
                  <a:pt x="280518" y="243230"/>
                </a:cubicBezTo>
                <a:cubicBezTo>
                  <a:pt x="280518" y="243230"/>
                  <a:pt x="280518" y="243230"/>
                  <a:pt x="280518" y="243230"/>
                </a:cubicBezTo>
                <a:cubicBezTo>
                  <a:pt x="277323" y="241953"/>
                  <a:pt x="276046" y="238123"/>
                  <a:pt x="277323" y="234931"/>
                </a:cubicBezTo>
                <a:cubicBezTo>
                  <a:pt x="285631" y="215140"/>
                  <a:pt x="276046" y="192158"/>
                  <a:pt x="256237" y="183859"/>
                </a:cubicBezTo>
                <a:cubicBezTo>
                  <a:pt x="236428" y="175560"/>
                  <a:pt x="213424" y="185135"/>
                  <a:pt x="205118" y="204926"/>
                </a:cubicBezTo>
                <a:cubicBezTo>
                  <a:pt x="203200" y="210033"/>
                  <a:pt x="201923" y="215140"/>
                  <a:pt x="201923" y="220247"/>
                </a:cubicBezTo>
                <a:cubicBezTo>
                  <a:pt x="201923" y="241953"/>
                  <a:pt x="219175" y="259190"/>
                  <a:pt x="240901" y="259190"/>
                </a:cubicBezTo>
                <a:cubicBezTo>
                  <a:pt x="247930" y="259190"/>
                  <a:pt x="254959" y="257275"/>
                  <a:pt x="260710" y="253444"/>
                </a:cubicBezTo>
                <a:cubicBezTo>
                  <a:pt x="263266" y="251529"/>
                  <a:pt x="267739" y="251529"/>
                  <a:pt x="269656" y="254721"/>
                </a:cubicBezTo>
                <a:cubicBezTo>
                  <a:pt x="271572" y="257275"/>
                  <a:pt x="271572" y="261743"/>
                  <a:pt x="268377" y="263659"/>
                </a:cubicBezTo>
                <a:cubicBezTo>
                  <a:pt x="267739" y="264297"/>
                  <a:pt x="267100" y="264297"/>
                  <a:pt x="267100" y="264297"/>
                </a:cubicBezTo>
                <a:cubicBezTo>
                  <a:pt x="242818" y="278980"/>
                  <a:pt x="210868" y="271319"/>
                  <a:pt x="196172" y="247060"/>
                </a:cubicBezTo>
                <a:cubicBezTo>
                  <a:pt x="183392" y="225993"/>
                  <a:pt x="187225" y="199180"/>
                  <a:pt x="205756" y="182582"/>
                </a:cubicBezTo>
                <a:lnTo>
                  <a:pt x="201283" y="157684"/>
                </a:lnTo>
                <a:cubicBezTo>
                  <a:pt x="201283" y="155769"/>
                  <a:pt x="201283" y="154492"/>
                  <a:pt x="202561" y="152577"/>
                </a:cubicBezTo>
                <a:cubicBezTo>
                  <a:pt x="203839" y="151300"/>
                  <a:pt x="205118" y="150024"/>
                  <a:pt x="207034" y="150024"/>
                </a:cubicBezTo>
                <a:lnTo>
                  <a:pt x="249847" y="143001"/>
                </a:lnTo>
                <a:cubicBezTo>
                  <a:pt x="253042" y="142363"/>
                  <a:pt x="256876" y="144916"/>
                  <a:pt x="257515" y="148108"/>
                </a:cubicBezTo>
                <a:lnTo>
                  <a:pt x="261987" y="173006"/>
                </a:lnTo>
                <a:cubicBezTo>
                  <a:pt x="279880" y="181305"/>
                  <a:pt x="292659" y="199819"/>
                  <a:pt x="292659" y="220247"/>
                </a:cubicBezTo>
                <a:moveTo>
                  <a:pt x="242179" y="130233"/>
                </a:moveTo>
                <a:cubicBezTo>
                  <a:pt x="242818" y="137256"/>
                  <a:pt x="237706" y="143640"/>
                  <a:pt x="230038" y="144278"/>
                </a:cubicBezTo>
                <a:lnTo>
                  <a:pt x="228760" y="144278"/>
                </a:lnTo>
                <a:cubicBezTo>
                  <a:pt x="225565" y="144278"/>
                  <a:pt x="222370" y="143001"/>
                  <a:pt x="220453" y="141086"/>
                </a:cubicBezTo>
                <a:cubicBezTo>
                  <a:pt x="217897" y="138533"/>
                  <a:pt x="215980" y="135341"/>
                  <a:pt x="215980" y="132149"/>
                </a:cubicBezTo>
                <a:lnTo>
                  <a:pt x="214703" y="120019"/>
                </a:lnTo>
                <a:cubicBezTo>
                  <a:pt x="214703" y="119381"/>
                  <a:pt x="214703" y="119381"/>
                  <a:pt x="214703" y="118742"/>
                </a:cubicBezTo>
                <a:lnTo>
                  <a:pt x="214063" y="118742"/>
                </a:lnTo>
                <a:lnTo>
                  <a:pt x="201923" y="115550"/>
                </a:lnTo>
                <a:cubicBezTo>
                  <a:pt x="199367" y="114912"/>
                  <a:pt x="197449" y="112997"/>
                  <a:pt x="195533" y="111081"/>
                </a:cubicBezTo>
                <a:cubicBezTo>
                  <a:pt x="195533" y="111720"/>
                  <a:pt x="195533" y="112358"/>
                  <a:pt x="194893" y="112997"/>
                </a:cubicBezTo>
                <a:cubicBezTo>
                  <a:pt x="193615" y="116189"/>
                  <a:pt x="190420" y="118742"/>
                  <a:pt x="187225" y="120019"/>
                </a:cubicBezTo>
                <a:lnTo>
                  <a:pt x="175723" y="123849"/>
                </a:lnTo>
                <a:cubicBezTo>
                  <a:pt x="174446" y="124488"/>
                  <a:pt x="173168" y="124488"/>
                  <a:pt x="171251" y="124488"/>
                </a:cubicBezTo>
                <a:lnTo>
                  <a:pt x="171251" y="124488"/>
                </a:lnTo>
                <a:lnTo>
                  <a:pt x="180836" y="131510"/>
                </a:lnTo>
                <a:cubicBezTo>
                  <a:pt x="183392" y="133425"/>
                  <a:pt x="184031" y="137256"/>
                  <a:pt x="182113" y="140448"/>
                </a:cubicBezTo>
                <a:lnTo>
                  <a:pt x="168056" y="160876"/>
                </a:lnTo>
                <a:cubicBezTo>
                  <a:pt x="178279" y="187051"/>
                  <a:pt x="165500" y="217055"/>
                  <a:pt x="139301" y="227908"/>
                </a:cubicBezTo>
                <a:cubicBezTo>
                  <a:pt x="129077" y="231739"/>
                  <a:pt x="118214" y="232377"/>
                  <a:pt x="107351" y="229823"/>
                </a:cubicBezTo>
                <a:cubicBezTo>
                  <a:pt x="104156" y="229185"/>
                  <a:pt x="101600" y="225355"/>
                  <a:pt x="102879" y="222163"/>
                </a:cubicBezTo>
                <a:cubicBezTo>
                  <a:pt x="102879" y="222163"/>
                  <a:pt x="102879" y="222163"/>
                  <a:pt x="102879" y="222163"/>
                </a:cubicBezTo>
                <a:cubicBezTo>
                  <a:pt x="103517" y="218971"/>
                  <a:pt x="107351" y="216417"/>
                  <a:pt x="110546" y="217694"/>
                </a:cubicBezTo>
                <a:cubicBezTo>
                  <a:pt x="110546" y="217694"/>
                  <a:pt x="110546" y="217694"/>
                  <a:pt x="110546" y="217694"/>
                </a:cubicBezTo>
                <a:cubicBezTo>
                  <a:pt x="113741" y="218332"/>
                  <a:pt x="116936" y="218971"/>
                  <a:pt x="120131" y="218971"/>
                </a:cubicBezTo>
                <a:cubicBezTo>
                  <a:pt x="141857" y="218971"/>
                  <a:pt x="159110" y="201734"/>
                  <a:pt x="159110" y="180028"/>
                </a:cubicBezTo>
                <a:cubicBezTo>
                  <a:pt x="159110" y="158323"/>
                  <a:pt x="141857" y="141086"/>
                  <a:pt x="120131" y="141086"/>
                </a:cubicBezTo>
                <a:cubicBezTo>
                  <a:pt x="98405" y="141086"/>
                  <a:pt x="81153" y="158323"/>
                  <a:pt x="81153" y="180028"/>
                </a:cubicBezTo>
                <a:lnTo>
                  <a:pt x="81153" y="180028"/>
                </a:lnTo>
                <a:cubicBezTo>
                  <a:pt x="81153" y="188966"/>
                  <a:pt x="84348" y="197903"/>
                  <a:pt x="90099" y="204287"/>
                </a:cubicBezTo>
                <a:cubicBezTo>
                  <a:pt x="92654" y="206841"/>
                  <a:pt x="92015" y="211310"/>
                  <a:pt x="89459" y="213225"/>
                </a:cubicBezTo>
                <a:cubicBezTo>
                  <a:pt x="86904" y="215779"/>
                  <a:pt x="82430" y="215140"/>
                  <a:pt x="80514" y="212587"/>
                </a:cubicBezTo>
                <a:cubicBezTo>
                  <a:pt x="62622" y="190243"/>
                  <a:pt x="65817" y="157684"/>
                  <a:pt x="88181" y="139809"/>
                </a:cubicBezTo>
                <a:cubicBezTo>
                  <a:pt x="97128" y="132149"/>
                  <a:pt x="109269" y="128318"/>
                  <a:pt x="120770" y="128318"/>
                </a:cubicBezTo>
                <a:cubicBezTo>
                  <a:pt x="121409" y="128318"/>
                  <a:pt x="122048" y="128318"/>
                  <a:pt x="122687" y="128318"/>
                </a:cubicBezTo>
                <a:lnTo>
                  <a:pt x="136745" y="107889"/>
                </a:lnTo>
                <a:cubicBezTo>
                  <a:pt x="138023" y="106613"/>
                  <a:pt x="139301" y="105336"/>
                  <a:pt x="141218" y="105336"/>
                </a:cubicBezTo>
                <a:cubicBezTo>
                  <a:pt x="143135" y="105336"/>
                  <a:pt x="144413" y="105336"/>
                  <a:pt x="146330" y="106613"/>
                </a:cubicBezTo>
                <a:lnTo>
                  <a:pt x="159110" y="116189"/>
                </a:lnTo>
                <a:lnTo>
                  <a:pt x="159110" y="116189"/>
                </a:lnTo>
                <a:cubicBezTo>
                  <a:pt x="156553" y="109166"/>
                  <a:pt x="160388" y="101505"/>
                  <a:pt x="167417" y="99590"/>
                </a:cubicBezTo>
                <a:cubicBezTo>
                  <a:pt x="167417" y="99590"/>
                  <a:pt x="167417" y="99590"/>
                  <a:pt x="167417" y="99590"/>
                </a:cubicBezTo>
                <a:lnTo>
                  <a:pt x="178918" y="95760"/>
                </a:lnTo>
                <a:cubicBezTo>
                  <a:pt x="182113" y="94483"/>
                  <a:pt x="185948" y="95121"/>
                  <a:pt x="189143" y="96398"/>
                </a:cubicBezTo>
                <a:cubicBezTo>
                  <a:pt x="192977" y="100867"/>
                  <a:pt x="200005" y="102144"/>
                  <a:pt x="205118" y="97675"/>
                </a:cubicBezTo>
                <a:cubicBezTo>
                  <a:pt x="207034" y="95760"/>
                  <a:pt x="208951" y="93206"/>
                  <a:pt x="208951" y="90653"/>
                </a:cubicBezTo>
                <a:lnTo>
                  <a:pt x="221092" y="93845"/>
                </a:lnTo>
                <a:cubicBezTo>
                  <a:pt x="223648" y="101505"/>
                  <a:pt x="229399" y="107251"/>
                  <a:pt x="237067" y="109805"/>
                </a:cubicBezTo>
                <a:cubicBezTo>
                  <a:pt x="239623" y="111720"/>
                  <a:pt x="241540" y="115550"/>
                  <a:pt x="241540" y="118742"/>
                </a:cubicBezTo>
                <a:lnTo>
                  <a:pt x="242179" y="130233"/>
                </a:lnTo>
                <a:close/>
                <a:moveTo>
                  <a:pt x="361671" y="181305"/>
                </a:moveTo>
                <a:cubicBezTo>
                  <a:pt x="361671" y="81077"/>
                  <a:pt x="280518" y="0"/>
                  <a:pt x="180836" y="0"/>
                </a:cubicBezTo>
                <a:cubicBezTo>
                  <a:pt x="80514" y="0"/>
                  <a:pt x="0" y="81077"/>
                  <a:pt x="0" y="181305"/>
                </a:cubicBezTo>
                <a:cubicBezTo>
                  <a:pt x="0" y="281534"/>
                  <a:pt x="81153" y="362610"/>
                  <a:pt x="180836" y="362610"/>
                </a:cubicBezTo>
                <a:cubicBezTo>
                  <a:pt x="180836" y="362610"/>
                  <a:pt x="180836" y="362610"/>
                  <a:pt x="180836" y="362610"/>
                </a:cubicBezTo>
                <a:cubicBezTo>
                  <a:pt x="280518" y="361972"/>
                  <a:pt x="361671" y="280895"/>
                  <a:pt x="361671" y="181305"/>
                </a:cubicBezTo>
                <a:cubicBezTo>
                  <a:pt x="361671" y="181305"/>
                  <a:pt x="361671" y="181305"/>
                  <a:pt x="361671" y="181305"/>
                </a:cubicBezTo>
              </a:path>
            </a:pathLst>
          </a:custGeom>
          <a:solidFill>
            <a:srgbClr val="0076A8"/>
          </a:solidFill>
          <a:ln w="6390" cap="flat">
            <a:noFill/>
            <a:prstDash val="solid"/>
            <a:miter/>
          </a:ln>
        </p:spPr>
        <p:txBody>
          <a:bodyPr rtlCol="0" anchor="ctr"/>
          <a:lstStyle/>
          <a:p>
            <a:endParaRPr lang="en-US"/>
          </a:p>
        </p:txBody>
      </p:sp>
      <p:grpSp>
        <p:nvGrpSpPr>
          <p:cNvPr id="672" name="Graphic 4">
            <a:extLst>
              <a:ext uri="{FF2B5EF4-FFF2-40B4-BE49-F238E27FC236}">
                <a16:creationId xmlns:a16="http://schemas.microsoft.com/office/drawing/2014/main" id="{C91ECEBA-7B5C-054D-932F-628D682CBA48}"/>
              </a:ext>
            </a:extLst>
          </p:cNvPr>
          <p:cNvGrpSpPr/>
          <p:nvPr/>
        </p:nvGrpSpPr>
        <p:grpSpPr>
          <a:xfrm>
            <a:off x="8840477" y="1402085"/>
            <a:ext cx="362312" cy="361971"/>
            <a:chOff x="8840477" y="1402085"/>
            <a:chExt cx="362312" cy="361971"/>
          </a:xfrm>
          <a:solidFill>
            <a:srgbClr val="0076A8"/>
          </a:solidFill>
        </p:grpSpPr>
        <p:sp>
          <p:nvSpPr>
            <p:cNvPr id="673" name="Graphic 4">
              <a:extLst>
                <a:ext uri="{FF2B5EF4-FFF2-40B4-BE49-F238E27FC236}">
                  <a16:creationId xmlns:a16="http://schemas.microsoft.com/office/drawing/2014/main" id="{56F5E023-766C-624F-B0D7-F459FBAE5478}"/>
                </a:ext>
              </a:extLst>
            </p:cNvPr>
            <p:cNvSpPr/>
            <p:nvPr/>
          </p:nvSpPr>
          <p:spPr>
            <a:xfrm>
              <a:off x="8840477" y="1402085"/>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638"/>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9204"/>
                    <a:pt x="181474" y="349204"/>
                  </a:cubicBezTo>
                  <a:close/>
                </a:path>
              </a:pathLst>
            </a:custGeom>
            <a:solidFill>
              <a:srgbClr val="0076A8"/>
            </a:solidFill>
            <a:ln w="6390" cap="flat">
              <a:noFill/>
              <a:prstDash val="solid"/>
              <a:miter/>
            </a:ln>
          </p:spPr>
          <p:txBody>
            <a:bodyPr rtlCol="0" anchor="ctr"/>
            <a:lstStyle/>
            <a:p>
              <a:endParaRPr lang="en-US"/>
            </a:p>
          </p:txBody>
        </p:sp>
        <p:sp>
          <p:nvSpPr>
            <p:cNvPr id="674" name="Graphic 4">
              <a:extLst>
                <a:ext uri="{FF2B5EF4-FFF2-40B4-BE49-F238E27FC236}">
                  <a16:creationId xmlns:a16="http://schemas.microsoft.com/office/drawing/2014/main" id="{34BCBFA2-CDAC-AB40-90B9-8F36665610B9}"/>
                </a:ext>
              </a:extLst>
            </p:cNvPr>
            <p:cNvSpPr/>
            <p:nvPr/>
          </p:nvSpPr>
          <p:spPr>
            <a:xfrm>
              <a:off x="8914601" y="1659997"/>
              <a:ext cx="113741" cy="12767"/>
            </a:xfrm>
            <a:custGeom>
              <a:avLst/>
              <a:gdLst>
                <a:gd name="connsiteX0" fmla="*/ 107351 w 113741"/>
                <a:gd name="connsiteY0" fmla="*/ 0 h 12767"/>
                <a:gd name="connsiteX1" fmla="*/ 6390 w 113741"/>
                <a:gd name="connsiteY1" fmla="*/ 0 h 12767"/>
                <a:gd name="connsiteX2" fmla="*/ 0 w 113741"/>
                <a:gd name="connsiteY2" fmla="*/ 6384 h 12767"/>
                <a:gd name="connsiteX3" fmla="*/ 6390 w 113741"/>
                <a:gd name="connsiteY3" fmla="*/ 12768 h 12767"/>
                <a:gd name="connsiteX4" fmla="*/ 107351 w 113741"/>
                <a:gd name="connsiteY4" fmla="*/ 12768 h 12767"/>
                <a:gd name="connsiteX5" fmla="*/ 113741 w 113741"/>
                <a:gd name="connsiteY5" fmla="*/ 6384 h 12767"/>
                <a:gd name="connsiteX6" fmla="*/ 107351 w 113741"/>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741" h="12767">
                  <a:moveTo>
                    <a:pt x="107351" y="0"/>
                  </a:moveTo>
                  <a:lnTo>
                    <a:pt x="6390" y="0"/>
                  </a:lnTo>
                  <a:cubicBezTo>
                    <a:pt x="2556" y="0"/>
                    <a:pt x="0" y="2554"/>
                    <a:pt x="0" y="6384"/>
                  </a:cubicBezTo>
                  <a:cubicBezTo>
                    <a:pt x="0" y="10214"/>
                    <a:pt x="2556" y="12768"/>
                    <a:pt x="6390" y="12768"/>
                  </a:cubicBezTo>
                  <a:lnTo>
                    <a:pt x="107351" y="12768"/>
                  </a:lnTo>
                  <a:cubicBezTo>
                    <a:pt x="111185" y="12768"/>
                    <a:pt x="113741" y="10214"/>
                    <a:pt x="113741" y="6384"/>
                  </a:cubicBezTo>
                  <a:cubicBezTo>
                    <a:pt x="113741" y="2554"/>
                    <a:pt x="111185" y="0"/>
                    <a:pt x="107351" y="0"/>
                  </a:cubicBezTo>
                  <a:close/>
                </a:path>
              </a:pathLst>
            </a:custGeom>
            <a:solidFill>
              <a:srgbClr val="0076A8"/>
            </a:solidFill>
            <a:ln w="6390" cap="flat">
              <a:noFill/>
              <a:prstDash val="solid"/>
              <a:miter/>
            </a:ln>
          </p:spPr>
          <p:txBody>
            <a:bodyPr rtlCol="0" anchor="ctr"/>
            <a:lstStyle/>
            <a:p>
              <a:endParaRPr lang="en-US"/>
            </a:p>
          </p:txBody>
        </p:sp>
        <p:sp>
          <p:nvSpPr>
            <p:cNvPr id="675" name="Graphic 4">
              <a:extLst>
                <a:ext uri="{FF2B5EF4-FFF2-40B4-BE49-F238E27FC236}">
                  <a16:creationId xmlns:a16="http://schemas.microsoft.com/office/drawing/2014/main" id="{DF1F3691-BFAF-014A-B2BB-159A4B5159ED}"/>
                </a:ext>
              </a:extLst>
            </p:cNvPr>
            <p:cNvSpPr/>
            <p:nvPr/>
          </p:nvSpPr>
          <p:spPr>
            <a:xfrm>
              <a:off x="8938883" y="1481884"/>
              <a:ext cx="190420" cy="190881"/>
            </a:xfrm>
            <a:custGeom>
              <a:avLst/>
              <a:gdLst>
                <a:gd name="connsiteX0" fmla="*/ 111185 w 190420"/>
                <a:gd name="connsiteY0" fmla="*/ 101505 h 190881"/>
                <a:gd name="connsiteX1" fmla="*/ 143774 w 190420"/>
                <a:gd name="connsiteY1" fmla="*/ 68947 h 190881"/>
                <a:gd name="connsiteX2" fmla="*/ 145051 w 190420"/>
                <a:gd name="connsiteY2" fmla="*/ 70224 h 190881"/>
                <a:gd name="connsiteX3" fmla="*/ 149525 w 190420"/>
                <a:gd name="connsiteY3" fmla="*/ 72139 h 190881"/>
                <a:gd name="connsiteX4" fmla="*/ 153997 w 190420"/>
                <a:gd name="connsiteY4" fmla="*/ 70224 h 190881"/>
                <a:gd name="connsiteX5" fmla="*/ 153997 w 190420"/>
                <a:gd name="connsiteY5" fmla="*/ 61286 h 190881"/>
                <a:gd name="connsiteX6" fmla="*/ 148246 w 190420"/>
                <a:gd name="connsiteY6" fmla="*/ 55541 h 190881"/>
                <a:gd name="connsiteX7" fmla="*/ 148246 w 190420"/>
                <a:gd name="connsiteY7" fmla="*/ 55541 h 190881"/>
                <a:gd name="connsiteX8" fmla="*/ 100322 w 190420"/>
                <a:gd name="connsiteY8" fmla="*/ 7661 h 190881"/>
                <a:gd name="connsiteX9" fmla="*/ 100322 w 190420"/>
                <a:gd name="connsiteY9" fmla="*/ 7661 h 190881"/>
                <a:gd name="connsiteX10" fmla="*/ 94571 w 190420"/>
                <a:gd name="connsiteY10" fmla="*/ 1915 h 190881"/>
                <a:gd name="connsiteX11" fmla="*/ 85625 w 190420"/>
                <a:gd name="connsiteY11" fmla="*/ 1915 h 190881"/>
                <a:gd name="connsiteX12" fmla="*/ 85625 w 190420"/>
                <a:gd name="connsiteY12" fmla="*/ 10853 h 190881"/>
                <a:gd name="connsiteX13" fmla="*/ 85625 w 190420"/>
                <a:gd name="connsiteY13" fmla="*/ 10853 h 190881"/>
                <a:gd name="connsiteX14" fmla="*/ 86903 w 190420"/>
                <a:gd name="connsiteY14" fmla="*/ 12130 h 190881"/>
                <a:gd name="connsiteX15" fmla="*/ 12141 w 190420"/>
                <a:gd name="connsiteY15" fmla="*/ 86184 h 190881"/>
                <a:gd name="connsiteX16" fmla="*/ 10863 w 190420"/>
                <a:gd name="connsiteY16" fmla="*/ 84907 h 190881"/>
                <a:gd name="connsiteX17" fmla="*/ 1917 w 190420"/>
                <a:gd name="connsiteY17" fmla="*/ 84907 h 190881"/>
                <a:gd name="connsiteX18" fmla="*/ 1917 w 190420"/>
                <a:gd name="connsiteY18" fmla="*/ 93845 h 190881"/>
                <a:gd name="connsiteX19" fmla="*/ 61343 w 190420"/>
                <a:gd name="connsiteY19" fmla="*/ 153216 h 190881"/>
                <a:gd name="connsiteX20" fmla="*/ 70289 w 190420"/>
                <a:gd name="connsiteY20" fmla="*/ 153216 h 190881"/>
                <a:gd name="connsiteX21" fmla="*/ 70289 w 190420"/>
                <a:gd name="connsiteY21" fmla="*/ 144278 h 190881"/>
                <a:gd name="connsiteX22" fmla="*/ 69011 w 190420"/>
                <a:gd name="connsiteY22" fmla="*/ 143001 h 190881"/>
                <a:gd name="connsiteX23" fmla="*/ 101600 w 190420"/>
                <a:gd name="connsiteY23" fmla="*/ 110443 h 190881"/>
                <a:gd name="connsiteX24" fmla="*/ 179557 w 190420"/>
                <a:gd name="connsiteY24" fmla="*/ 188966 h 190881"/>
                <a:gd name="connsiteX25" fmla="*/ 188503 w 190420"/>
                <a:gd name="connsiteY25" fmla="*/ 188966 h 190881"/>
                <a:gd name="connsiteX26" fmla="*/ 188503 w 190420"/>
                <a:gd name="connsiteY26" fmla="*/ 180028 h 190881"/>
                <a:gd name="connsiteX27" fmla="*/ 111185 w 190420"/>
                <a:gd name="connsiteY27" fmla="*/ 101505 h 190881"/>
                <a:gd name="connsiteX28" fmla="*/ 60066 w 190420"/>
                <a:gd name="connsiteY28" fmla="*/ 134064 h 190881"/>
                <a:gd name="connsiteX29" fmla="*/ 21726 w 190420"/>
                <a:gd name="connsiteY29" fmla="*/ 95121 h 190881"/>
                <a:gd name="connsiteX30" fmla="*/ 96488 w 190420"/>
                <a:gd name="connsiteY30" fmla="*/ 21067 h 190881"/>
                <a:gd name="connsiteX31" fmla="*/ 134828 w 190420"/>
                <a:gd name="connsiteY31" fmla="*/ 59371 h 190881"/>
                <a:gd name="connsiteX32" fmla="*/ 60066 w 190420"/>
                <a:gd name="connsiteY32" fmla="*/ 134064 h 190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90420" h="190881">
                  <a:moveTo>
                    <a:pt x="111185" y="101505"/>
                  </a:moveTo>
                  <a:lnTo>
                    <a:pt x="143774" y="68947"/>
                  </a:lnTo>
                  <a:lnTo>
                    <a:pt x="145051" y="70224"/>
                  </a:lnTo>
                  <a:cubicBezTo>
                    <a:pt x="146330" y="71501"/>
                    <a:pt x="147607" y="72139"/>
                    <a:pt x="149525" y="72139"/>
                  </a:cubicBezTo>
                  <a:cubicBezTo>
                    <a:pt x="151441" y="72139"/>
                    <a:pt x="152720" y="71501"/>
                    <a:pt x="153997" y="70224"/>
                  </a:cubicBezTo>
                  <a:cubicBezTo>
                    <a:pt x="156553" y="67670"/>
                    <a:pt x="156553" y="63840"/>
                    <a:pt x="153997" y="61286"/>
                  </a:cubicBezTo>
                  <a:lnTo>
                    <a:pt x="148246" y="55541"/>
                  </a:lnTo>
                  <a:lnTo>
                    <a:pt x="148246" y="55541"/>
                  </a:lnTo>
                  <a:lnTo>
                    <a:pt x="100322" y="7661"/>
                  </a:lnTo>
                  <a:lnTo>
                    <a:pt x="100322" y="7661"/>
                  </a:lnTo>
                  <a:lnTo>
                    <a:pt x="94571" y="1915"/>
                  </a:lnTo>
                  <a:cubicBezTo>
                    <a:pt x="92015" y="-638"/>
                    <a:pt x="88181" y="-638"/>
                    <a:pt x="85625" y="1915"/>
                  </a:cubicBezTo>
                  <a:cubicBezTo>
                    <a:pt x="83069" y="4469"/>
                    <a:pt x="83069" y="8299"/>
                    <a:pt x="85625" y="10853"/>
                  </a:cubicBezTo>
                  <a:cubicBezTo>
                    <a:pt x="85625" y="10853"/>
                    <a:pt x="85625" y="10853"/>
                    <a:pt x="85625" y="10853"/>
                  </a:cubicBezTo>
                  <a:lnTo>
                    <a:pt x="86903" y="12130"/>
                  </a:lnTo>
                  <a:lnTo>
                    <a:pt x="12141" y="86184"/>
                  </a:lnTo>
                  <a:lnTo>
                    <a:pt x="10863" y="84907"/>
                  </a:lnTo>
                  <a:cubicBezTo>
                    <a:pt x="8306" y="82353"/>
                    <a:pt x="4473" y="82353"/>
                    <a:pt x="1917" y="84907"/>
                  </a:cubicBezTo>
                  <a:cubicBezTo>
                    <a:pt x="-639" y="87461"/>
                    <a:pt x="-639" y="91291"/>
                    <a:pt x="1917" y="93845"/>
                  </a:cubicBezTo>
                  <a:lnTo>
                    <a:pt x="61343" y="153216"/>
                  </a:lnTo>
                  <a:cubicBezTo>
                    <a:pt x="63899" y="155769"/>
                    <a:pt x="67733" y="155769"/>
                    <a:pt x="70289" y="153216"/>
                  </a:cubicBezTo>
                  <a:cubicBezTo>
                    <a:pt x="72845" y="150662"/>
                    <a:pt x="72845" y="146832"/>
                    <a:pt x="70289" y="144278"/>
                  </a:cubicBezTo>
                  <a:lnTo>
                    <a:pt x="69011" y="143001"/>
                  </a:lnTo>
                  <a:lnTo>
                    <a:pt x="101600" y="110443"/>
                  </a:lnTo>
                  <a:lnTo>
                    <a:pt x="179557" y="188966"/>
                  </a:lnTo>
                  <a:cubicBezTo>
                    <a:pt x="182113" y="191520"/>
                    <a:pt x="185947" y="191520"/>
                    <a:pt x="188503" y="188966"/>
                  </a:cubicBezTo>
                  <a:cubicBezTo>
                    <a:pt x="191059" y="186412"/>
                    <a:pt x="191059" y="182582"/>
                    <a:pt x="188503" y="180028"/>
                  </a:cubicBezTo>
                  <a:lnTo>
                    <a:pt x="111185" y="101505"/>
                  </a:lnTo>
                  <a:close/>
                  <a:moveTo>
                    <a:pt x="60066" y="134064"/>
                  </a:moveTo>
                  <a:lnTo>
                    <a:pt x="21726" y="95121"/>
                  </a:lnTo>
                  <a:lnTo>
                    <a:pt x="96488" y="21067"/>
                  </a:lnTo>
                  <a:lnTo>
                    <a:pt x="134828" y="59371"/>
                  </a:lnTo>
                  <a:lnTo>
                    <a:pt x="60066" y="134064"/>
                  </a:lnTo>
                  <a:close/>
                </a:path>
              </a:pathLst>
            </a:custGeom>
            <a:solidFill>
              <a:srgbClr val="0076A8"/>
            </a:solidFill>
            <a:ln w="6390" cap="flat">
              <a:noFill/>
              <a:prstDash val="solid"/>
              <a:miter/>
            </a:ln>
          </p:spPr>
          <p:txBody>
            <a:bodyPr rtlCol="0" anchor="ctr"/>
            <a:lstStyle/>
            <a:p>
              <a:endParaRPr lang="en-US"/>
            </a:p>
          </p:txBody>
        </p:sp>
      </p:grpSp>
      <p:grpSp>
        <p:nvGrpSpPr>
          <p:cNvPr id="676" name="Graphic 4">
            <a:extLst>
              <a:ext uri="{FF2B5EF4-FFF2-40B4-BE49-F238E27FC236}">
                <a16:creationId xmlns:a16="http://schemas.microsoft.com/office/drawing/2014/main" id="{46E2546A-32F6-8340-B240-3F450CAF389B}"/>
              </a:ext>
            </a:extLst>
          </p:cNvPr>
          <p:cNvGrpSpPr/>
          <p:nvPr/>
        </p:nvGrpSpPr>
        <p:grpSpPr>
          <a:xfrm>
            <a:off x="8840477" y="918179"/>
            <a:ext cx="362312" cy="361971"/>
            <a:chOff x="8840477" y="918179"/>
            <a:chExt cx="362312" cy="361971"/>
          </a:xfrm>
          <a:solidFill>
            <a:srgbClr val="0076A8"/>
          </a:solidFill>
        </p:grpSpPr>
        <p:sp>
          <p:nvSpPr>
            <p:cNvPr id="677" name="Graphic 4">
              <a:extLst>
                <a:ext uri="{FF2B5EF4-FFF2-40B4-BE49-F238E27FC236}">
                  <a16:creationId xmlns:a16="http://schemas.microsoft.com/office/drawing/2014/main" id="{C27DF6E0-D944-144C-BFD3-01522CADEBA9}"/>
                </a:ext>
              </a:extLst>
            </p:cNvPr>
            <p:cNvSpPr/>
            <p:nvPr/>
          </p:nvSpPr>
          <p:spPr>
            <a:xfrm>
              <a:off x="8840477" y="918179"/>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8565"/>
                    <a:pt x="181474" y="349204"/>
                  </a:cubicBezTo>
                  <a:close/>
                </a:path>
              </a:pathLst>
            </a:custGeom>
            <a:solidFill>
              <a:srgbClr val="0076A8"/>
            </a:solidFill>
            <a:ln w="6390" cap="flat">
              <a:noFill/>
              <a:prstDash val="solid"/>
              <a:miter/>
            </a:ln>
          </p:spPr>
          <p:txBody>
            <a:bodyPr rtlCol="0" anchor="ctr"/>
            <a:lstStyle/>
            <a:p>
              <a:endParaRPr lang="en-US"/>
            </a:p>
          </p:txBody>
        </p:sp>
        <p:sp>
          <p:nvSpPr>
            <p:cNvPr id="678" name="Graphic 4">
              <a:extLst>
                <a:ext uri="{FF2B5EF4-FFF2-40B4-BE49-F238E27FC236}">
                  <a16:creationId xmlns:a16="http://schemas.microsoft.com/office/drawing/2014/main" id="{EBC9CB02-882D-954C-977E-FA24E0451DFE}"/>
                </a:ext>
              </a:extLst>
            </p:cNvPr>
            <p:cNvSpPr/>
            <p:nvPr/>
          </p:nvSpPr>
          <p:spPr>
            <a:xfrm>
              <a:off x="8916763" y="994787"/>
              <a:ext cx="210235" cy="209394"/>
            </a:xfrm>
            <a:custGeom>
              <a:avLst/>
              <a:gdLst>
                <a:gd name="connsiteX0" fmla="*/ 181869 w 210235"/>
                <a:gd name="connsiteY0" fmla="*/ 32558 h 209394"/>
                <a:gd name="connsiteX1" fmla="*/ 181869 w 210235"/>
                <a:gd name="connsiteY1" fmla="*/ 32558 h 209394"/>
                <a:gd name="connsiteX2" fmla="*/ 181230 w 210235"/>
                <a:gd name="connsiteY2" fmla="*/ 31282 h 209394"/>
                <a:gd name="connsiteX3" fmla="*/ 180590 w 210235"/>
                <a:gd name="connsiteY3" fmla="*/ 30005 h 209394"/>
                <a:gd name="connsiteX4" fmla="*/ 179951 w 210235"/>
                <a:gd name="connsiteY4" fmla="*/ 29366 h 209394"/>
                <a:gd name="connsiteX5" fmla="*/ 178674 w 210235"/>
                <a:gd name="connsiteY5" fmla="*/ 28728 h 209394"/>
                <a:gd name="connsiteX6" fmla="*/ 178035 w 210235"/>
                <a:gd name="connsiteY6" fmla="*/ 28728 h 209394"/>
                <a:gd name="connsiteX7" fmla="*/ 176117 w 210235"/>
                <a:gd name="connsiteY7" fmla="*/ 28090 h 209394"/>
                <a:gd name="connsiteX8" fmla="*/ 112218 w 210235"/>
                <a:gd name="connsiteY8" fmla="*/ 28090 h 209394"/>
                <a:gd name="connsiteX9" fmla="*/ 112218 w 210235"/>
                <a:gd name="connsiteY9" fmla="*/ 6384 h 209394"/>
                <a:gd name="connsiteX10" fmla="*/ 105828 w 210235"/>
                <a:gd name="connsiteY10" fmla="*/ 0 h 209394"/>
                <a:gd name="connsiteX11" fmla="*/ 99438 w 210235"/>
                <a:gd name="connsiteY11" fmla="*/ 6384 h 209394"/>
                <a:gd name="connsiteX12" fmla="*/ 99438 w 210235"/>
                <a:gd name="connsiteY12" fmla="*/ 28090 h 209394"/>
                <a:gd name="connsiteX13" fmla="*/ 41929 w 210235"/>
                <a:gd name="connsiteY13" fmla="*/ 28090 h 209394"/>
                <a:gd name="connsiteX14" fmla="*/ 41290 w 210235"/>
                <a:gd name="connsiteY14" fmla="*/ 28090 h 209394"/>
                <a:gd name="connsiteX15" fmla="*/ 39373 w 210235"/>
                <a:gd name="connsiteY15" fmla="*/ 28728 h 209394"/>
                <a:gd name="connsiteX16" fmla="*/ 38734 w 210235"/>
                <a:gd name="connsiteY16" fmla="*/ 29366 h 209394"/>
                <a:gd name="connsiteX17" fmla="*/ 37456 w 210235"/>
                <a:gd name="connsiteY17" fmla="*/ 30005 h 209394"/>
                <a:gd name="connsiteX18" fmla="*/ 36817 w 210235"/>
                <a:gd name="connsiteY18" fmla="*/ 30643 h 209394"/>
                <a:gd name="connsiteX19" fmla="*/ 36178 w 210235"/>
                <a:gd name="connsiteY19" fmla="*/ 31920 h 209394"/>
                <a:gd name="connsiteX20" fmla="*/ 35539 w 210235"/>
                <a:gd name="connsiteY20" fmla="*/ 32558 h 209394"/>
                <a:gd name="connsiteX21" fmla="*/ 35539 w 210235"/>
                <a:gd name="connsiteY21" fmla="*/ 33197 h 209394"/>
                <a:gd name="connsiteX22" fmla="*/ 394 w 210235"/>
                <a:gd name="connsiteY22" fmla="*/ 145555 h 209394"/>
                <a:gd name="connsiteX23" fmla="*/ 4867 w 210235"/>
                <a:gd name="connsiteY23" fmla="*/ 153216 h 209394"/>
                <a:gd name="connsiteX24" fmla="*/ 6784 w 210235"/>
                <a:gd name="connsiteY24" fmla="*/ 153216 h 209394"/>
                <a:gd name="connsiteX25" fmla="*/ 70045 w 210235"/>
                <a:gd name="connsiteY25" fmla="*/ 153216 h 209394"/>
                <a:gd name="connsiteX26" fmla="*/ 75156 w 210235"/>
                <a:gd name="connsiteY26" fmla="*/ 150662 h 209394"/>
                <a:gd name="connsiteX27" fmla="*/ 76435 w 210235"/>
                <a:gd name="connsiteY27" fmla="*/ 144916 h 209394"/>
                <a:gd name="connsiteX28" fmla="*/ 50236 w 210235"/>
                <a:gd name="connsiteY28" fmla="*/ 40219 h 209394"/>
                <a:gd name="connsiteX29" fmla="*/ 98799 w 210235"/>
                <a:gd name="connsiteY29" fmla="*/ 40219 h 209394"/>
                <a:gd name="connsiteX30" fmla="*/ 98799 w 210235"/>
                <a:gd name="connsiteY30" fmla="*/ 196627 h 209394"/>
                <a:gd name="connsiteX31" fmla="*/ 63016 w 210235"/>
                <a:gd name="connsiteY31" fmla="*/ 196627 h 209394"/>
                <a:gd name="connsiteX32" fmla="*/ 56626 w 210235"/>
                <a:gd name="connsiteY32" fmla="*/ 203011 h 209394"/>
                <a:gd name="connsiteX33" fmla="*/ 63016 w 210235"/>
                <a:gd name="connsiteY33" fmla="*/ 209395 h 209394"/>
                <a:gd name="connsiteX34" fmla="*/ 147363 w 210235"/>
                <a:gd name="connsiteY34" fmla="*/ 209395 h 209394"/>
                <a:gd name="connsiteX35" fmla="*/ 153753 w 210235"/>
                <a:gd name="connsiteY35" fmla="*/ 203011 h 209394"/>
                <a:gd name="connsiteX36" fmla="*/ 147363 w 210235"/>
                <a:gd name="connsiteY36" fmla="*/ 196627 h 209394"/>
                <a:gd name="connsiteX37" fmla="*/ 111579 w 210235"/>
                <a:gd name="connsiteY37" fmla="*/ 196627 h 209394"/>
                <a:gd name="connsiteX38" fmla="*/ 111579 w 210235"/>
                <a:gd name="connsiteY38" fmla="*/ 40219 h 209394"/>
                <a:gd name="connsiteX39" fmla="*/ 166533 w 210235"/>
                <a:gd name="connsiteY39" fmla="*/ 40219 h 209394"/>
                <a:gd name="connsiteX40" fmla="*/ 133944 w 210235"/>
                <a:gd name="connsiteY40" fmla="*/ 144278 h 209394"/>
                <a:gd name="connsiteX41" fmla="*/ 138417 w 210235"/>
                <a:gd name="connsiteY41" fmla="*/ 151939 h 209394"/>
                <a:gd name="connsiteX42" fmla="*/ 140334 w 210235"/>
                <a:gd name="connsiteY42" fmla="*/ 151939 h 209394"/>
                <a:gd name="connsiteX43" fmla="*/ 203595 w 210235"/>
                <a:gd name="connsiteY43" fmla="*/ 151939 h 209394"/>
                <a:gd name="connsiteX44" fmla="*/ 208706 w 210235"/>
                <a:gd name="connsiteY44" fmla="*/ 149385 h 209394"/>
                <a:gd name="connsiteX45" fmla="*/ 209984 w 210235"/>
                <a:gd name="connsiteY45" fmla="*/ 143640 h 209394"/>
                <a:gd name="connsiteX46" fmla="*/ 181869 w 210235"/>
                <a:gd name="connsiteY46" fmla="*/ 32558 h 209394"/>
                <a:gd name="connsiteX47" fmla="*/ 62376 w 210235"/>
                <a:gd name="connsiteY47" fmla="*/ 139809 h 209394"/>
                <a:gd name="connsiteX48" fmla="*/ 15730 w 210235"/>
                <a:gd name="connsiteY48" fmla="*/ 139809 h 209394"/>
                <a:gd name="connsiteX49" fmla="*/ 41290 w 210235"/>
                <a:gd name="connsiteY49" fmla="*/ 57456 h 209394"/>
                <a:gd name="connsiteX50" fmla="*/ 62376 w 210235"/>
                <a:gd name="connsiteY50" fmla="*/ 139809 h 209394"/>
                <a:gd name="connsiteX51" fmla="*/ 149280 w 210235"/>
                <a:gd name="connsiteY51" fmla="*/ 139809 h 209394"/>
                <a:gd name="connsiteX52" fmla="*/ 174840 w 210235"/>
                <a:gd name="connsiteY52" fmla="*/ 57456 h 209394"/>
                <a:gd name="connsiteX53" fmla="*/ 195287 w 210235"/>
                <a:gd name="connsiteY53" fmla="*/ 139809 h 209394"/>
                <a:gd name="connsiteX54" fmla="*/ 149280 w 210235"/>
                <a:gd name="connsiteY54" fmla="*/ 139809 h 20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10235" h="209394">
                  <a:moveTo>
                    <a:pt x="181869" y="32558"/>
                  </a:moveTo>
                  <a:cubicBezTo>
                    <a:pt x="181869" y="32558"/>
                    <a:pt x="181869" y="31920"/>
                    <a:pt x="181869" y="32558"/>
                  </a:cubicBezTo>
                  <a:lnTo>
                    <a:pt x="181230" y="31282"/>
                  </a:lnTo>
                  <a:cubicBezTo>
                    <a:pt x="181230" y="30643"/>
                    <a:pt x="180590" y="30643"/>
                    <a:pt x="180590" y="30005"/>
                  </a:cubicBezTo>
                  <a:lnTo>
                    <a:pt x="179951" y="29366"/>
                  </a:lnTo>
                  <a:cubicBezTo>
                    <a:pt x="179312" y="28728"/>
                    <a:pt x="179312" y="28728"/>
                    <a:pt x="178674" y="28728"/>
                  </a:cubicBezTo>
                  <a:cubicBezTo>
                    <a:pt x="178674" y="28728"/>
                    <a:pt x="178035" y="28728"/>
                    <a:pt x="178035" y="28728"/>
                  </a:cubicBezTo>
                  <a:cubicBezTo>
                    <a:pt x="177395" y="28728"/>
                    <a:pt x="176756" y="28090"/>
                    <a:pt x="176117" y="28090"/>
                  </a:cubicBezTo>
                  <a:lnTo>
                    <a:pt x="112218" y="28090"/>
                  </a:lnTo>
                  <a:lnTo>
                    <a:pt x="112218" y="6384"/>
                  </a:lnTo>
                  <a:cubicBezTo>
                    <a:pt x="112218" y="2554"/>
                    <a:pt x="109662" y="0"/>
                    <a:pt x="105828" y="0"/>
                  </a:cubicBezTo>
                  <a:cubicBezTo>
                    <a:pt x="101994" y="0"/>
                    <a:pt x="99438" y="2554"/>
                    <a:pt x="99438" y="6384"/>
                  </a:cubicBezTo>
                  <a:lnTo>
                    <a:pt x="99438" y="28090"/>
                  </a:lnTo>
                  <a:lnTo>
                    <a:pt x="41929" y="28090"/>
                  </a:lnTo>
                  <a:lnTo>
                    <a:pt x="41290" y="28090"/>
                  </a:lnTo>
                  <a:cubicBezTo>
                    <a:pt x="40651" y="28090"/>
                    <a:pt x="40011" y="28090"/>
                    <a:pt x="39373" y="28728"/>
                  </a:cubicBezTo>
                  <a:lnTo>
                    <a:pt x="38734" y="29366"/>
                  </a:lnTo>
                  <a:lnTo>
                    <a:pt x="37456" y="30005"/>
                  </a:lnTo>
                  <a:lnTo>
                    <a:pt x="36817" y="30643"/>
                  </a:lnTo>
                  <a:lnTo>
                    <a:pt x="36178" y="31920"/>
                  </a:lnTo>
                  <a:lnTo>
                    <a:pt x="35539" y="32558"/>
                  </a:lnTo>
                  <a:cubicBezTo>
                    <a:pt x="35539" y="32558"/>
                    <a:pt x="35539" y="32558"/>
                    <a:pt x="35539" y="33197"/>
                  </a:cubicBezTo>
                  <a:lnTo>
                    <a:pt x="394" y="145555"/>
                  </a:lnTo>
                  <a:cubicBezTo>
                    <a:pt x="-883" y="148747"/>
                    <a:pt x="1033" y="152577"/>
                    <a:pt x="4867" y="153216"/>
                  </a:cubicBezTo>
                  <a:cubicBezTo>
                    <a:pt x="5506" y="153216"/>
                    <a:pt x="6145" y="153216"/>
                    <a:pt x="6784" y="153216"/>
                  </a:cubicBezTo>
                  <a:lnTo>
                    <a:pt x="70045" y="153216"/>
                  </a:lnTo>
                  <a:cubicBezTo>
                    <a:pt x="71961" y="153216"/>
                    <a:pt x="73878" y="152577"/>
                    <a:pt x="75156" y="150662"/>
                  </a:cubicBezTo>
                  <a:cubicBezTo>
                    <a:pt x="76435" y="149385"/>
                    <a:pt x="77073" y="146832"/>
                    <a:pt x="76435" y="144916"/>
                  </a:cubicBezTo>
                  <a:lnTo>
                    <a:pt x="50236" y="40219"/>
                  </a:lnTo>
                  <a:lnTo>
                    <a:pt x="98799" y="40219"/>
                  </a:lnTo>
                  <a:lnTo>
                    <a:pt x="98799" y="196627"/>
                  </a:lnTo>
                  <a:lnTo>
                    <a:pt x="63016" y="196627"/>
                  </a:lnTo>
                  <a:cubicBezTo>
                    <a:pt x="59181" y="196627"/>
                    <a:pt x="56626" y="199180"/>
                    <a:pt x="56626" y="203011"/>
                  </a:cubicBezTo>
                  <a:cubicBezTo>
                    <a:pt x="56626" y="206841"/>
                    <a:pt x="59181" y="209395"/>
                    <a:pt x="63016" y="209395"/>
                  </a:cubicBezTo>
                  <a:lnTo>
                    <a:pt x="147363" y="209395"/>
                  </a:lnTo>
                  <a:cubicBezTo>
                    <a:pt x="151197" y="209395"/>
                    <a:pt x="153753" y="206841"/>
                    <a:pt x="153753" y="203011"/>
                  </a:cubicBezTo>
                  <a:cubicBezTo>
                    <a:pt x="153753" y="199180"/>
                    <a:pt x="151197" y="196627"/>
                    <a:pt x="147363" y="196627"/>
                  </a:cubicBezTo>
                  <a:lnTo>
                    <a:pt x="111579" y="196627"/>
                  </a:lnTo>
                  <a:lnTo>
                    <a:pt x="111579" y="40219"/>
                  </a:lnTo>
                  <a:lnTo>
                    <a:pt x="166533" y="40219"/>
                  </a:lnTo>
                  <a:lnTo>
                    <a:pt x="133944" y="144278"/>
                  </a:lnTo>
                  <a:cubicBezTo>
                    <a:pt x="132666" y="147470"/>
                    <a:pt x="134583" y="151300"/>
                    <a:pt x="138417" y="151939"/>
                  </a:cubicBezTo>
                  <a:cubicBezTo>
                    <a:pt x="139056" y="151939"/>
                    <a:pt x="139695" y="151939"/>
                    <a:pt x="140334" y="151939"/>
                  </a:cubicBezTo>
                  <a:lnTo>
                    <a:pt x="203595" y="151939"/>
                  </a:lnTo>
                  <a:cubicBezTo>
                    <a:pt x="205511" y="151939"/>
                    <a:pt x="207428" y="151300"/>
                    <a:pt x="208706" y="149385"/>
                  </a:cubicBezTo>
                  <a:cubicBezTo>
                    <a:pt x="209984" y="148108"/>
                    <a:pt x="210623" y="145555"/>
                    <a:pt x="209984" y="143640"/>
                  </a:cubicBezTo>
                  <a:lnTo>
                    <a:pt x="181869" y="32558"/>
                  </a:lnTo>
                  <a:close/>
                  <a:moveTo>
                    <a:pt x="62376" y="139809"/>
                  </a:moveTo>
                  <a:lnTo>
                    <a:pt x="15730" y="139809"/>
                  </a:lnTo>
                  <a:lnTo>
                    <a:pt x="41290" y="57456"/>
                  </a:lnTo>
                  <a:lnTo>
                    <a:pt x="62376" y="139809"/>
                  </a:lnTo>
                  <a:close/>
                  <a:moveTo>
                    <a:pt x="149280" y="139809"/>
                  </a:moveTo>
                  <a:lnTo>
                    <a:pt x="174840" y="57456"/>
                  </a:lnTo>
                  <a:lnTo>
                    <a:pt x="195287" y="139809"/>
                  </a:lnTo>
                  <a:lnTo>
                    <a:pt x="149280" y="139809"/>
                  </a:lnTo>
                  <a:close/>
                </a:path>
              </a:pathLst>
            </a:custGeom>
            <a:solidFill>
              <a:srgbClr val="0076A8"/>
            </a:solidFill>
            <a:ln w="6390" cap="flat">
              <a:noFill/>
              <a:prstDash val="solid"/>
              <a:miter/>
            </a:ln>
          </p:spPr>
          <p:txBody>
            <a:bodyPr rtlCol="0" anchor="ctr"/>
            <a:lstStyle/>
            <a:p>
              <a:endParaRPr lang="en-US"/>
            </a:p>
          </p:txBody>
        </p:sp>
      </p:grpSp>
      <p:grpSp>
        <p:nvGrpSpPr>
          <p:cNvPr id="679" name="Graphic 4">
            <a:extLst>
              <a:ext uri="{FF2B5EF4-FFF2-40B4-BE49-F238E27FC236}">
                <a16:creationId xmlns:a16="http://schemas.microsoft.com/office/drawing/2014/main" id="{571F4A44-50CA-ED42-8FD8-441ECB42BA36}"/>
              </a:ext>
            </a:extLst>
          </p:cNvPr>
          <p:cNvGrpSpPr/>
          <p:nvPr/>
        </p:nvGrpSpPr>
        <p:grpSpPr>
          <a:xfrm>
            <a:off x="9278188" y="917540"/>
            <a:ext cx="361674" cy="361971"/>
            <a:chOff x="9278188" y="917540"/>
            <a:chExt cx="361674" cy="361971"/>
          </a:xfrm>
          <a:solidFill>
            <a:srgbClr val="0076A8"/>
          </a:solidFill>
        </p:grpSpPr>
        <p:sp>
          <p:nvSpPr>
            <p:cNvPr id="680" name="Graphic 4">
              <a:extLst>
                <a:ext uri="{FF2B5EF4-FFF2-40B4-BE49-F238E27FC236}">
                  <a16:creationId xmlns:a16="http://schemas.microsoft.com/office/drawing/2014/main" id="{8FF54E9A-8F54-124C-B1D8-C5001D10AE15}"/>
                </a:ext>
              </a:extLst>
            </p:cNvPr>
            <p:cNvSpPr/>
            <p:nvPr/>
          </p:nvSpPr>
          <p:spPr>
            <a:xfrm>
              <a:off x="9370203" y="1052242"/>
              <a:ext cx="46646" cy="82353"/>
            </a:xfrm>
            <a:custGeom>
              <a:avLst/>
              <a:gdLst>
                <a:gd name="connsiteX0" fmla="*/ 0 w 46646"/>
                <a:gd name="connsiteY0" fmla="*/ 82353 h 82353"/>
                <a:gd name="connsiteX1" fmla="*/ 46646 w 46646"/>
                <a:gd name="connsiteY1" fmla="*/ 82353 h 82353"/>
                <a:gd name="connsiteX2" fmla="*/ 26199 w 46646"/>
                <a:gd name="connsiteY2" fmla="*/ 0 h 82353"/>
              </a:gdLst>
              <a:ahLst/>
              <a:cxnLst>
                <a:cxn ang="0">
                  <a:pos x="connsiteX0" y="connsiteY0"/>
                </a:cxn>
                <a:cxn ang="0">
                  <a:pos x="connsiteX1" y="connsiteY1"/>
                </a:cxn>
                <a:cxn ang="0">
                  <a:pos x="connsiteX2" y="connsiteY2"/>
                </a:cxn>
              </a:cxnLst>
              <a:rect l="l" t="t" r="r" b="b"/>
              <a:pathLst>
                <a:path w="46646" h="82353">
                  <a:moveTo>
                    <a:pt x="0" y="82353"/>
                  </a:moveTo>
                  <a:lnTo>
                    <a:pt x="46646" y="82353"/>
                  </a:lnTo>
                  <a:lnTo>
                    <a:pt x="26199" y="0"/>
                  </a:lnTo>
                  <a:close/>
                </a:path>
              </a:pathLst>
            </a:custGeom>
            <a:solidFill>
              <a:srgbClr val="0076A8"/>
            </a:solidFill>
            <a:ln w="6390" cap="flat">
              <a:noFill/>
              <a:prstDash val="solid"/>
              <a:miter/>
            </a:ln>
          </p:spPr>
          <p:txBody>
            <a:bodyPr rtlCol="0" anchor="ctr"/>
            <a:lstStyle/>
            <a:p>
              <a:endParaRPr lang="en-US"/>
            </a:p>
          </p:txBody>
        </p:sp>
        <p:sp>
          <p:nvSpPr>
            <p:cNvPr id="681" name="Graphic 4">
              <a:extLst>
                <a:ext uri="{FF2B5EF4-FFF2-40B4-BE49-F238E27FC236}">
                  <a16:creationId xmlns:a16="http://schemas.microsoft.com/office/drawing/2014/main" id="{53A0BEA9-A06D-3F49-9448-83D0DD8E70FA}"/>
                </a:ext>
              </a:extLst>
            </p:cNvPr>
            <p:cNvSpPr/>
            <p:nvPr/>
          </p:nvSpPr>
          <p:spPr>
            <a:xfrm>
              <a:off x="9503753" y="1052242"/>
              <a:ext cx="46646" cy="82353"/>
            </a:xfrm>
            <a:custGeom>
              <a:avLst/>
              <a:gdLst>
                <a:gd name="connsiteX0" fmla="*/ 0 w 46646"/>
                <a:gd name="connsiteY0" fmla="*/ 82353 h 82353"/>
                <a:gd name="connsiteX1" fmla="*/ 46646 w 46646"/>
                <a:gd name="connsiteY1" fmla="*/ 82353 h 82353"/>
                <a:gd name="connsiteX2" fmla="*/ 26199 w 46646"/>
                <a:gd name="connsiteY2" fmla="*/ 0 h 82353"/>
              </a:gdLst>
              <a:ahLst/>
              <a:cxnLst>
                <a:cxn ang="0">
                  <a:pos x="connsiteX0" y="connsiteY0"/>
                </a:cxn>
                <a:cxn ang="0">
                  <a:pos x="connsiteX1" y="connsiteY1"/>
                </a:cxn>
                <a:cxn ang="0">
                  <a:pos x="connsiteX2" y="connsiteY2"/>
                </a:cxn>
              </a:cxnLst>
              <a:rect l="l" t="t" r="r" b="b"/>
              <a:pathLst>
                <a:path w="46646" h="82353">
                  <a:moveTo>
                    <a:pt x="0" y="82353"/>
                  </a:moveTo>
                  <a:lnTo>
                    <a:pt x="46646" y="82353"/>
                  </a:lnTo>
                  <a:lnTo>
                    <a:pt x="26199" y="0"/>
                  </a:lnTo>
                  <a:close/>
                </a:path>
              </a:pathLst>
            </a:custGeom>
            <a:solidFill>
              <a:srgbClr val="0076A8"/>
            </a:solidFill>
            <a:ln w="6390" cap="flat">
              <a:noFill/>
              <a:prstDash val="solid"/>
              <a:miter/>
            </a:ln>
          </p:spPr>
          <p:txBody>
            <a:bodyPr rtlCol="0" anchor="ctr"/>
            <a:lstStyle/>
            <a:p>
              <a:endParaRPr lang="en-US"/>
            </a:p>
          </p:txBody>
        </p:sp>
        <p:sp>
          <p:nvSpPr>
            <p:cNvPr id="682" name="Graphic 4">
              <a:extLst>
                <a:ext uri="{FF2B5EF4-FFF2-40B4-BE49-F238E27FC236}">
                  <a16:creationId xmlns:a16="http://schemas.microsoft.com/office/drawing/2014/main" id="{B9801A83-3822-4149-BCD3-A15534324F10}"/>
                </a:ext>
              </a:extLst>
            </p:cNvPr>
            <p:cNvSpPr/>
            <p:nvPr/>
          </p:nvSpPr>
          <p:spPr>
            <a:xfrm>
              <a:off x="9278188" y="917540"/>
              <a:ext cx="361674" cy="361971"/>
            </a:xfrm>
            <a:custGeom>
              <a:avLst/>
              <a:gdLst>
                <a:gd name="connsiteX0" fmla="*/ 285630 w 361674"/>
                <a:gd name="connsiteY0" fmla="*/ 227270 h 361971"/>
                <a:gd name="connsiteX1" fmla="*/ 280518 w 361674"/>
                <a:gd name="connsiteY1" fmla="*/ 229823 h 361971"/>
                <a:gd name="connsiteX2" fmla="*/ 217258 w 361674"/>
                <a:gd name="connsiteY2" fmla="*/ 229823 h 361971"/>
                <a:gd name="connsiteX3" fmla="*/ 210868 w 361674"/>
                <a:gd name="connsiteY3" fmla="*/ 223439 h 361971"/>
                <a:gd name="connsiteX4" fmla="*/ 210868 w 361674"/>
                <a:gd name="connsiteY4" fmla="*/ 221524 h 361971"/>
                <a:gd name="connsiteX5" fmla="*/ 243456 w 361674"/>
                <a:gd name="connsiteY5" fmla="*/ 117465 h 361971"/>
                <a:gd name="connsiteX6" fmla="*/ 187864 w 361674"/>
                <a:gd name="connsiteY6" fmla="*/ 117465 h 361971"/>
                <a:gd name="connsiteX7" fmla="*/ 187864 w 361674"/>
                <a:gd name="connsiteY7" fmla="*/ 273234 h 361971"/>
                <a:gd name="connsiteX8" fmla="*/ 223648 w 361674"/>
                <a:gd name="connsiteY8" fmla="*/ 273234 h 361971"/>
                <a:gd name="connsiteX9" fmla="*/ 230038 w 361674"/>
                <a:gd name="connsiteY9" fmla="*/ 279618 h 361971"/>
                <a:gd name="connsiteX10" fmla="*/ 223648 w 361674"/>
                <a:gd name="connsiteY10" fmla="*/ 286002 h 361971"/>
                <a:gd name="connsiteX11" fmla="*/ 139301 w 361674"/>
                <a:gd name="connsiteY11" fmla="*/ 286002 h 361971"/>
                <a:gd name="connsiteX12" fmla="*/ 132911 w 361674"/>
                <a:gd name="connsiteY12" fmla="*/ 279618 h 361971"/>
                <a:gd name="connsiteX13" fmla="*/ 139301 w 361674"/>
                <a:gd name="connsiteY13" fmla="*/ 273234 h 361971"/>
                <a:gd name="connsiteX14" fmla="*/ 175084 w 361674"/>
                <a:gd name="connsiteY14" fmla="*/ 273234 h 361971"/>
                <a:gd name="connsiteX15" fmla="*/ 175084 w 361674"/>
                <a:gd name="connsiteY15" fmla="*/ 117465 h 361971"/>
                <a:gd name="connsiteX16" fmla="*/ 126521 w 361674"/>
                <a:gd name="connsiteY16" fmla="*/ 117465 h 361971"/>
                <a:gd name="connsiteX17" fmla="*/ 152720 w 361674"/>
                <a:gd name="connsiteY17" fmla="*/ 222163 h 361971"/>
                <a:gd name="connsiteX18" fmla="*/ 151441 w 361674"/>
                <a:gd name="connsiteY18" fmla="*/ 227908 h 361971"/>
                <a:gd name="connsiteX19" fmla="*/ 146330 w 361674"/>
                <a:gd name="connsiteY19" fmla="*/ 230462 h 361971"/>
                <a:gd name="connsiteX20" fmla="*/ 83069 w 361674"/>
                <a:gd name="connsiteY20" fmla="*/ 230462 h 361971"/>
                <a:gd name="connsiteX21" fmla="*/ 76679 w 361674"/>
                <a:gd name="connsiteY21" fmla="*/ 224078 h 361971"/>
                <a:gd name="connsiteX22" fmla="*/ 76679 w 361674"/>
                <a:gd name="connsiteY22" fmla="*/ 222163 h 361971"/>
                <a:gd name="connsiteX23" fmla="*/ 111824 w 361674"/>
                <a:gd name="connsiteY23" fmla="*/ 109804 h 361971"/>
                <a:gd name="connsiteX24" fmla="*/ 111824 w 361674"/>
                <a:gd name="connsiteY24" fmla="*/ 109166 h 361971"/>
                <a:gd name="connsiteX25" fmla="*/ 112463 w 361674"/>
                <a:gd name="connsiteY25" fmla="*/ 108528 h 361971"/>
                <a:gd name="connsiteX26" fmla="*/ 113102 w 361674"/>
                <a:gd name="connsiteY26" fmla="*/ 107251 h 361971"/>
                <a:gd name="connsiteX27" fmla="*/ 113741 w 361674"/>
                <a:gd name="connsiteY27" fmla="*/ 106612 h 361971"/>
                <a:gd name="connsiteX28" fmla="*/ 115019 w 361674"/>
                <a:gd name="connsiteY28" fmla="*/ 105974 h 361971"/>
                <a:gd name="connsiteX29" fmla="*/ 115658 w 361674"/>
                <a:gd name="connsiteY29" fmla="*/ 105336 h 361971"/>
                <a:gd name="connsiteX30" fmla="*/ 117575 w 361674"/>
                <a:gd name="connsiteY30" fmla="*/ 104697 h 361971"/>
                <a:gd name="connsiteX31" fmla="*/ 118214 w 361674"/>
                <a:gd name="connsiteY31" fmla="*/ 104697 h 361971"/>
                <a:gd name="connsiteX32" fmla="*/ 175084 w 361674"/>
                <a:gd name="connsiteY32" fmla="*/ 104697 h 361971"/>
                <a:gd name="connsiteX33" fmla="*/ 175084 w 361674"/>
                <a:gd name="connsiteY33" fmla="*/ 82992 h 361971"/>
                <a:gd name="connsiteX34" fmla="*/ 181474 w 361674"/>
                <a:gd name="connsiteY34" fmla="*/ 76608 h 361971"/>
                <a:gd name="connsiteX35" fmla="*/ 187864 w 361674"/>
                <a:gd name="connsiteY35" fmla="*/ 82992 h 361971"/>
                <a:gd name="connsiteX36" fmla="*/ 187864 w 361674"/>
                <a:gd name="connsiteY36" fmla="*/ 104697 h 361971"/>
                <a:gd name="connsiteX37" fmla="*/ 251764 w 361674"/>
                <a:gd name="connsiteY37" fmla="*/ 104697 h 361971"/>
                <a:gd name="connsiteX38" fmla="*/ 253680 w 361674"/>
                <a:gd name="connsiteY38" fmla="*/ 105336 h 361971"/>
                <a:gd name="connsiteX39" fmla="*/ 254320 w 361674"/>
                <a:gd name="connsiteY39" fmla="*/ 105336 h 361971"/>
                <a:gd name="connsiteX40" fmla="*/ 255597 w 361674"/>
                <a:gd name="connsiteY40" fmla="*/ 105974 h 361971"/>
                <a:gd name="connsiteX41" fmla="*/ 256236 w 361674"/>
                <a:gd name="connsiteY41" fmla="*/ 106612 h 361971"/>
                <a:gd name="connsiteX42" fmla="*/ 256875 w 361674"/>
                <a:gd name="connsiteY42" fmla="*/ 107889 h 361971"/>
                <a:gd name="connsiteX43" fmla="*/ 257515 w 361674"/>
                <a:gd name="connsiteY43" fmla="*/ 108528 h 361971"/>
                <a:gd name="connsiteX44" fmla="*/ 257515 w 361674"/>
                <a:gd name="connsiteY44" fmla="*/ 109166 h 361971"/>
                <a:gd name="connsiteX45" fmla="*/ 285630 w 361674"/>
                <a:gd name="connsiteY45" fmla="*/ 221524 h 361971"/>
                <a:gd name="connsiteX46" fmla="*/ 284352 w 361674"/>
                <a:gd name="connsiteY46" fmla="*/ 227270 h 361971"/>
                <a:gd name="connsiteX47" fmla="*/ 180836 w 361674"/>
                <a:gd name="connsiteY47" fmla="*/ 0 h 361971"/>
                <a:gd name="connsiteX48" fmla="*/ 0 w 361674"/>
                <a:gd name="connsiteY48" fmla="*/ 180667 h 361971"/>
                <a:gd name="connsiteX49" fmla="*/ 180836 w 361674"/>
                <a:gd name="connsiteY49" fmla="*/ 361972 h 361971"/>
                <a:gd name="connsiteX50" fmla="*/ 361670 w 361674"/>
                <a:gd name="connsiteY50" fmla="*/ 181305 h 361971"/>
                <a:gd name="connsiteX51" fmla="*/ 361670 w 361674"/>
                <a:gd name="connsiteY51" fmla="*/ 181305 h 361971"/>
                <a:gd name="connsiteX52" fmla="*/ 180836 w 361674"/>
                <a:gd name="connsiteY52" fmla="*/ 0 h 361971"/>
                <a:gd name="connsiteX53" fmla="*/ 180836 w 361674"/>
                <a:gd name="connsiteY53"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61674" h="361971">
                  <a:moveTo>
                    <a:pt x="285630" y="227270"/>
                  </a:moveTo>
                  <a:cubicBezTo>
                    <a:pt x="284352" y="228546"/>
                    <a:pt x="282435" y="229823"/>
                    <a:pt x="280518" y="229823"/>
                  </a:cubicBezTo>
                  <a:lnTo>
                    <a:pt x="217258" y="229823"/>
                  </a:lnTo>
                  <a:cubicBezTo>
                    <a:pt x="213424" y="229823"/>
                    <a:pt x="210868" y="227270"/>
                    <a:pt x="210868" y="223439"/>
                  </a:cubicBezTo>
                  <a:cubicBezTo>
                    <a:pt x="210868" y="222801"/>
                    <a:pt x="210868" y="222163"/>
                    <a:pt x="210868" y="221524"/>
                  </a:cubicBezTo>
                  <a:lnTo>
                    <a:pt x="243456" y="117465"/>
                  </a:lnTo>
                  <a:lnTo>
                    <a:pt x="187864" y="117465"/>
                  </a:lnTo>
                  <a:lnTo>
                    <a:pt x="187864" y="273234"/>
                  </a:lnTo>
                  <a:lnTo>
                    <a:pt x="223648" y="273234"/>
                  </a:lnTo>
                  <a:cubicBezTo>
                    <a:pt x="227482" y="273234"/>
                    <a:pt x="230038" y="275788"/>
                    <a:pt x="230038" y="279618"/>
                  </a:cubicBezTo>
                  <a:cubicBezTo>
                    <a:pt x="230038" y="283449"/>
                    <a:pt x="227482" y="286002"/>
                    <a:pt x="223648" y="286002"/>
                  </a:cubicBezTo>
                  <a:lnTo>
                    <a:pt x="139301" y="286002"/>
                  </a:lnTo>
                  <a:cubicBezTo>
                    <a:pt x="135466" y="286002"/>
                    <a:pt x="132911" y="283449"/>
                    <a:pt x="132911" y="279618"/>
                  </a:cubicBezTo>
                  <a:cubicBezTo>
                    <a:pt x="132911" y="275788"/>
                    <a:pt x="135466" y="273234"/>
                    <a:pt x="139301" y="273234"/>
                  </a:cubicBezTo>
                  <a:lnTo>
                    <a:pt x="175084" y="273234"/>
                  </a:lnTo>
                  <a:lnTo>
                    <a:pt x="175084" y="117465"/>
                  </a:lnTo>
                  <a:lnTo>
                    <a:pt x="126521" y="117465"/>
                  </a:lnTo>
                  <a:lnTo>
                    <a:pt x="152720" y="222163"/>
                  </a:lnTo>
                  <a:cubicBezTo>
                    <a:pt x="153358" y="224078"/>
                    <a:pt x="152720" y="225993"/>
                    <a:pt x="151441" y="227908"/>
                  </a:cubicBezTo>
                  <a:cubicBezTo>
                    <a:pt x="150164" y="229185"/>
                    <a:pt x="148246" y="230462"/>
                    <a:pt x="146330" y="230462"/>
                  </a:cubicBezTo>
                  <a:lnTo>
                    <a:pt x="83069" y="230462"/>
                  </a:lnTo>
                  <a:cubicBezTo>
                    <a:pt x="79235" y="230462"/>
                    <a:pt x="76679" y="227908"/>
                    <a:pt x="76679" y="224078"/>
                  </a:cubicBezTo>
                  <a:cubicBezTo>
                    <a:pt x="76679" y="223439"/>
                    <a:pt x="76679" y="222801"/>
                    <a:pt x="76679" y="222163"/>
                  </a:cubicBezTo>
                  <a:lnTo>
                    <a:pt x="111824" y="109804"/>
                  </a:lnTo>
                  <a:cubicBezTo>
                    <a:pt x="111824" y="109804"/>
                    <a:pt x="111824" y="109804"/>
                    <a:pt x="111824" y="109166"/>
                  </a:cubicBezTo>
                  <a:lnTo>
                    <a:pt x="112463" y="108528"/>
                  </a:lnTo>
                  <a:lnTo>
                    <a:pt x="113102" y="107251"/>
                  </a:lnTo>
                  <a:lnTo>
                    <a:pt x="113741" y="106612"/>
                  </a:lnTo>
                  <a:lnTo>
                    <a:pt x="115019" y="105974"/>
                  </a:lnTo>
                  <a:lnTo>
                    <a:pt x="115658" y="105336"/>
                  </a:lnTo>
                  <a:cubicBezTo>
                    <a:pt x="116297" y="105336"/>
                    <a:pt x="116936" y="105336"/>
                    <a:pt x="117575" y="104697"/>
                  </a:cubicBezTo>
                  <a:lnTo>
                    <a:pt x="118214" y="104697"/>
                  </a:lnTo>
                  <a:lnTo>
                    <a:pt x="175084" y="104697"/>
                  </a:lnTo>
                  <a:lnTo>
                    <a:pt x="175084" y="82992"/>
                  </a:lnTo>
                  <a:cubicBezTo>
                    <a:pt x="175084" y="79161"/>
                    <a:pt x="177641" y="76608"/>
                    <a:pt x="181474" y="76608"/>
                  </a:cubicBezTo>
                  <a:cubicBezTo>
                    <a:pt x="185308" y="76608"/>
                    <a:pt x="187864" y="79161"/>
                    <a:pt x="187864" y="82992"/>
                  </a:cubicBezTo>
                  <a:lnTo>
                    <a:pt x="187864" y="104697"/>
                  </a:lnTo>
                  <a:lnTo>
                    <a:pt x="251764" y="104697"/>
                  </a:lnTo>
                  <a:cubicBezTo>
                    <a:pt x="252403" y="104697"/>
                    <a:pt x="253041" y="104697"/>
                    <a:pt x="253680" y="105336"/>
                  </a:cubicBezTo>
                  <a:lnTo>
                    <a:pt x="254320" y="105336"/>
                  </a:lnTo>
                  <a:cubicBezTo>
                    <a:pt x="254959" y="105336"/>
                    <a:pt x="254959" y="105974"/>
                    <a:pt x="255597" y="105974"/>
                  </a:cubicBezTo>
                  <a:cubicBezTo>
                    <a:pt x="255597" y="105974"/>
                    <a:pt x="256236" y="106612"/>
                    <a:pt x="256236" y="106612"/>
                  </a:cubicBezTo>
                  <a:cubicBezTo>
                    <a:pt x="256875" y="107251"/>
                    <a:pt x="256875" y="107251"/>
                    <a:pt x="256875" y="107889"/>
                  </a:cubicBezTo>
                  <a:lnTo>
                    <a:pt x="257515" y="108528"/>
                  </a:lnTo>
                  <a:cubicBezTo>
                    <a:pt x="257515" y="108528"/>
                    <a:pt x="257515" y="109166"/>
                    <a:pt x="257515" y="109166"/>
                  </a:cubicBezTo>
                  <a:lnTo>
                    <a:pt x="285630" y="221524"/>
                  </a:lnTo>
                  <a:cubicBezTo>
                    <a:pt x="286270" y="223439"/>
                    <a:pt x="285630" y="225355"/>
                    <a:pt x="284352" y="227270"/>
                  </a:cubicBezTo>
                  <a:moveTo>
                    <a:pt x="180836" y="0"/>
                  </a:moveTo>
                  <a:cubicBezTo>
                    <a:pt x="80513" y="0"/>
                    <a:pt x="0" y="81077"/>
                    <a:pt x="0" y="180667"/>
                  </a:cubicBezTo>
                  <a:cubicBezTo>
                    <a:pt x="0" y="280895"/>
                    <a:pt x="81152" y="361972"/>
                    <a:pt x="180836" y="361972"/>
                  </a:cubicBezTo>
                  <a:cubicBezTo>
                    <a:pt x="281157" y="361972"/>
                    <a:pt x="361670" y="280895"/>
                    <a:pt x="361670" y="181305"/>
                  </a:cubicBezTo>
                  <a:lnTo>
                    <a:pt x="361670" y="181305"/>
                  </a:lnTo>
                  <a:cubicBezTo>
                    <a:pt x="362309" y="81077"/>
                    <a:pt x="281157" y="0"/>
                    <a:pt x="180836" y="0"/>
                  </a:cubicBezTo>
                  <a:cubicBezTo>
                    <a:pt x="180836" y="0"/>
                    <a:pt x="180836" y="0"/>
                    <a:pt x="180836" y="0"/>
                  </a:cubicBezTo>
                </a:path>
              </a:pathLst>
            </a:custGeom>
            <a:solidFill>
              <a:srgbClr val="0076A8"/>
            </a:solidFill>
            <a:ln w="6390" cap="flat">
              <a:noFill/>
              <a:prstDash val="solid"/>
              <a:miter/>
            </a:ln>
          </p:spPr>
          <p:txBody>
            <a:bodyPr rtlCol="0" anchor="ctr"/>
            <a:lstStyle/>
            <a:p>
              <a:endParaRPr lang="en-US"/>
            </a:p>
          </p:txBody>
        </p:sp>
      </p:grpSp>
      <p:grpSp>
        <p:nvGrpSpPr>
          <p:cNvPr id="683" name="Graphic 4">
            <a:extLst>
              <a:ext uri="{FF2B5EF4-FFF2-40B4-BE49-F238E27FC236}">
                <a16:creationId xmlns:a16="http://schemas.microsoft.com/office/drawing/2014/main" id="{C51D0E90-8BBF-9D45-9FE5-E8500B91A114}"/>
              </a:ext>
            </a:extLst>
          </p:cNvPr>
          <p:cNvGrpSpPr/>
          <p:nvPr/>
        </p:nvGrpSpPr>
        <p:grpSpPr>
          <a:xfrm>
            <a:off x="8840477" y="4308712"/>
            <a:ext cx="362312" cy="361971"/>
            <a:chOff x="8840477" y="4308712"/>
            <a:chExt cx="362312" cy="361971"/>
          </a:xfrm>
          <a:solidFill>
            <a:srgbClr val="0076A8"/>
          </a:solidFill>
        </p:grpSpPr>
        <p:sp>
          <p:nvSpPr>
            <p:cNvPr id="684" name="Graphic 4">
              <a:extLst>
                <a:ext uri="{FF2B5EF4-FFF2-40B4-BE49-F238E27FC236}">
                  <a16:creationId xmlns:a16="http://schemas.microsoft.com/office/drawing/2014/main" id="{CBBB4F23-17FB-094A-8678-C3CC0F73293B}"/>
                </a:ext>
              </a:extLst>
            </p:cNvPr>
            <p:cNvSpPr/>
            <p:nvPr/>
          </p:nvSpPr>
          <p:spPr>
            <a:xfrm>
              <a:off x="8840477" y="4308712"/>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9204"/>
                    <a:pt x="181474" y="349204"/>
                  </a:cubicBezTo>
                  <a:lnTo>
                    <a:pt x="181474" y="349204"/>
                  </a:lnTo>
                  <a:close/>
                </a:path>
              </a:pathLst>
            </a:custGeom>
            <a:solidFill>
              <a:srgbClr val="0076A8"/>
            </a:solidFill>
            <a:ln w="6390" cap="flat">
              <a:noFill/>
              <a:prstDash val="solid"/>
              <a:miter/>
            </a:ln>
          </p:spPr>
          <p:txBody>
            <a:bodyPr rtlCol="0" anchor="ctr"/>
            <a:lstStyle/>
            <a:p>
              <a:endParaRPr lang="en-US"/>
            </a:p>
          </p:txBody>
        </p:sp>
        <p:sp>
          <p:nvSpPr>
            <p:cNvPr id="685" name="Graphic 4">
              <a:extLst>
                <a:ext uri="{FF2B5EF4-FFF2-40B4-BE49-F238E27FC236}">
                  <a16:creationId xmlns:a16="http://schemas.microsoft.com/office/drawing/2014/main" id="{CDB550F7-7BEE-8142-82B1-FF65CA5A8D83}"/>
                </a:ext>
              </a:extLst>
            </p:cNvPr>
            <p:cNvSpPr/>
            <p:nvPr/>
          </p:nvSpPr>
          <p:spPr>
            <a:xfrm>
              <a:off x="8908211" y="4402556"/>
              <a:ext cx="228121" cy="173825"/>
            </a:xfrm>
            <a:custGeom>
              <a:avLst/>
              <a:gdLst>
                <a:gd name="connsiteX0" fmla="*/ 205756 w 228121"/>
                <a:gd name="connsiteY0" fmla="*/ 68947 h 173825"/>
                <a:gd name="connsiteX1" fmla="*/ 166138 w 228121"/>
                <a:gd name="connsiteY1" fmla="*/ 68947 h 173825"/>
                <a:gd name="connsiteX2" fmla="*/ 166138 w 228121"/>
                <a:gd name="connsiteY2" fmla="*/ 29366 h 173825"/>
                <a:gd name="connsiteX3" fmla="*/ 159748 w 228121"/>
                <a:gd name="connsiteY3" fmla="*/ 22982 h 173825"/>
                <a:gd name="connsiteX4" fmla="*/ 150802 w 228121"/>
                <a:gd name="connsiteY4" fmla="*/ 22982 h 173825"/>
                <a:gd name="connsiteX5" fmla="*/ 150802 w 228121"/>
                <a:gd name="connsiteY5" fmla="*/ 21706 h 173825"/>
                <a:gd name="connsiteX6" fmla="*/ 129077 w 228121"/>
                <a:gd name="connsiteY6" fmla="*/ 0 h 173825"/>
                <a:gd name="connsiteX7" fmla="*/ 107351 w 228121"/>
                <a:gd name="connsiteY7" fmla="*/ 21706 h 173825"/>
                <a:gd name="connsiteX8" fmla="*/ 107351 w 228121"/>
                <a:gd name="connsiteY8" fmla="*/ 22982 h 173825"/>
                <a:gd name="connsiteX9" fmla="*/ 6390 w 228121"/>
                <a:gd name="connsiteY9" fmla="*/ 22982 h 173825"/>
                <a:gd name="connsiteX10" fmla="*/ 0 w 228121"/>
                <a:gd name="connsiteY10" fmla="*/ 29366 h 173825"/>
                <a:gd name="connsiteX11" fmla="*/ 0 w 228121"/>
                <a:gd name="connsiteY11" fmla="*/ 151939 h 173825"/>
                <a:gd name="connsiteX12" fmla="*/ 6390 w 228121"/>
                <a:gd name="connsiteY12" fmla="*/ 158323 h 173825"/>
                <a:gd name="connsiteX13" fmla="*/ 24282 w 228121"/>
                <a:gd name="connsiteY13" fmla="*/ 158323 h 173825"/>
                <a:gd name="connsiteX14" fmla="*/ 51119 w 228121"/>
                <a:gd name="connsiteY14" fmla="*/ 173006 h 173825"/>
                <a:gd name="connsiteX15" fmla="*/ 65817 w 228121"/>
                <a:gd name="connsiteY15" fmla="*/ 158323 h 173825"/>
                <a:gd name="connsiteX16" fmla="*/ 154637 w 228121"/>
                <a:gd name="connsiteY16" fmla="*/ 158323 h 173825"/>
                <a:gd name="connsiteX17" fmla="*/ 181474 w 228121"/>
                <a:gd name="connsiteY17" fmla="*/ 173006 h 173825"/>
                <a:gd name="connsiteX18" fmla="*/ 196172 w 228121"/>
                <a:gd name="connsiteY18" fmla="*/ 158323 h 173825"/>
                <a:gd name="connsiteX19" fmla="*/ 221731 w 228121"/>
                <a:gd name="connsiteY19" fmla="*/ 158323 h 173825"/>
                <a:gd name="connsiteX20" fmla="*/ 228121 w 228121"/>
                <a:gd name="connsiteY20" fmla="*/ 151939 h 173825"/>
                <a:gd name="connsiteX21" fmla="*/ 228121 w 228121"/>
                <a:gd name="connsiteY21" fmla="*/ 90653 h 173825"/>
                <a:gd name="connsiteX22" fmla="*/ 205756 w 228121"/>
                <a:gd name="connsiteY22" fmla="*/ 68947 h 173825"/>
                <a:gd name="connsiteX23" fmla="*/ 120131 w 228121"/>
                <a:gd name="connsiteY23" fmla="*/ 21706 h 173825"/>
                <a:gd name="connsiteX24" fmla="*/ 129077 w 228121"/>
                <a:gd name="connsiteY24" fmla="*/ 12768 h 173825"/>
                <a:gd name="connsiteX25" fmla="*/ 138022 w 228121"/>
                <a:gd name="connsiteY25" fmla="*/ 21706 h 173825"/>
                <a:gd name="connsiteX26" fmla="*/ 138022 w 228121"/>
                <a:gd name="connsiteY26" fmla="*/ 21706 h 173825"/>
                <a:gd name="connsiteX27" fmla="*/ 138022 w 228121"/>
                <a:gd name="connsiteY27" fmla="*/ 22982 h 173825"/>
                <a:gd name="connsiteX28" fmla="*/ 119492 w 228121"/>
                <a:gd name="connsiteY28" fmla="*/ 22982 h 173825"/>
                <a:gd name="connsiteX29" fmla="*/ 120131 w 228121"/>
                <a:gd name="connsiteY29" fmla="*/ 21706 h 173825"/>
                <a:gd name="connsiteX30" fmla="*/ 44730 w 228121"/>
                <a:gd name="connsiteY30" fmla="*/ 160876 h 173825"/>
                <a:gd name="connsiteX31" fmla="*/ 35783 w 228121"/>
                <a:gd name="connsiteY31" fmla="*/ 151939 h 173825"/>
                <a:gd name="connsiteX32" fmla="*/ 44730 w 228121"/>
                <a:gd name="connsiteY32" fmla="*/ 143001 h 173825"/>
                <a:gd name="connsiteX33" fmla="*/ 53676 w 228121"/>
                <a:gd name="connsiteY33" fmla="*/ 151939 h 173825"/>
                <a:gd name="connsiteX34" fmla="*/ 44730 w 228121"/>
                <a:gd name="connsiteY34" fmla="*/ 160876 h 173825"/>
                <a:gd name="connsiteX35" fmla="*/ 44730 w 228121"/>
                <a:gd name="connsiteY35" fmla="*/ 160876 h 173825"/>
                <a:gd name="connsiteX36" fmla="*/ 153358 w 228121"/>
                <a:gd name="connsiteY36" fmla="*/ 145555 h 173825"/>
                <a:gd name="connsiteX37" fmla="*/ 65178 w 228121"/>
                <a:gd name="connsiteY37" fmla="*/ 145555 h 173825"/>
                <a:gd name="connsiteX38" fmla="*/ 38340 w 228121"/>
                <a:gd name="connsiteY38" fmla="*/ 130872 h 173825"/>
                <a:gd name="connsiteX39" fmla="*/ 23643 w 228121"/>
                <a:gd name="connsiteY39" fmla="*/ 145555 h 173825"/>
                <a:gd name="connsiteX40" fmla="*/ 12141 w 228121"/>
                <a:gd name="connsiteY40" fmla="*/ 145555 h 173825"/>
                <a:gd name="connsiteX41" fmla="*/ 12141 w 228121"/>
                <a:gd name="connsiteY41" fmla="*/ 35750 h 173825"/>
                <a:gd name="connsiteX42" fmla="*/ 152720 w 228121"/>
                <a:gd name="connsiteY42" fmla="*/ 35750 h 173825"/>
                <a:gd name="connsiteX43" fmla="*/ 152720 w 228121"/>
                <a:gd name="connsiteY43" fmla="*/ 145555 h 173825"/>
                <a:gd name="connsiteX44" fmla="*/ 175084 w 228121"/>
                <a:gd name="connsiteY44" fmla="*/ 160876 h 173825"/>
                <a:gd name="connsiteX45" fmla="*/ 166138 w 228121"/>
                <a:gd name="connsiteY45" fmla="*/ 151939 h 173825"/>
                <a:gd name="connsiteX46" fmla="*/ 175084 w 228121"/>
                <a:gd name="connsiteY46" fmla="*/ 143001 h 173825"/>
                <a:gd name="connsiteX47" fmla="*/ 184031 w 228121"/>
                <a:gd name="connsiteY47" fmla="*/ 151939 h 173825"/>
                <a:gd name="connsiteX48" fmla="*/ 175084 w 228121"/>
                <a:gd name="connsiteY48" fmla="*/ 160876 h 173825"/>
                <a:gd name="connsiteX49" fmla="*/ 175084 w 228121"/>
                <a:gd name="connsiteY49" fmla="*/ 160876 h 173825"/>
                <a:gd name="connsiteX50" fmla="*/ 214702 w 228121"/>
                <a:gd name="connsiteY50" fmla="*/ 145555 h 173825"/>
                <a:gd name="connsiteX51" fmla="*/ 195532 w 228121"/>
                <a:gd name="connsiteY51" fmla="*/ 145555 h 173825"/>
                <a:gd name="connsiteX52" fmla="*/ 175084 w 228121"/>
                <a:gd name="connsiteY52" fmla="*/ 130233 h 173825"/>
                <a:gd name="connsiteX53" fmla="*/ 166138 w 228121"/>
                <a:gd name="connsiteY53" fmla="*/ 132149 h 173825"/>
                <a:gd name="connsiteX54" fmla="*/ 166138 w 228121"/>
                <a:gd name="connsiteY54" fmla="*/ 81715 h 173825"/>
                <a:gd name="connsiteX55" fmla="*/ 205756 w 228121"/>
                <a:gd name="connsiteY55" fmla="*/ 81715 h 173825"/>
                <a:gd name="connsiteX56" fmla="*/ 214702 w 228121"/>
                <a:gd name="connsiteY56" fmla="*/ 90653 h 173825"/>
                <a:gd name="connsiteX57" fmla="*/ 214702 w 228121"/>
                <a:gd name="connsiteY57" fmla="*/ 90653 h 173825"/>
                <a:gd name="connsiteX58" fmla="*/ 214702 w 228121"/>
                <a:gd name="connsiteY58" fmla="*/ 145555 h 17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28121" h="173825">
                  <a:moveTo>
                    <a:pt x="205756" y="68947"/>
                  </a:moveTo>
                  <a:lnTo>
                    <a:pt x="166138" y="68947"/>
                  </a:lnTo>
                  <a:lnTo>
                    <a:pt x="166138" y="29366"/>
                  </a:lnTo>
                  <a:cubicBezTo>
                    <a:pt x="166138" y="25536"/>
                    <a:pt x="163582" y="22982"/>
                    <a:pt x="159748" y="22982"/>
                  </a:cubicBezTo>
                  <a:lnTo>
                    <a:pt x="150802" y="22982"/>
                  </a:lnTo>
                  <a:cubicBezTo>
                    <a:pt x="150802" y="22344"/>
                    <a:pt x="150802" y="22344"/>
                    <a:pt x="150802" y="21706"/>
                  </a:cubicBezTo>
                  <a:cubicBezTo>
                    <a:pt x="150802" y="9576"/>
                    <a:pt x="141217" y="0"/>
                    <a:pt x="129077" y="0"/>
                  </a:cubicBezTo>
                  <a:cubicBezTo>
                    <a:pt x="116936" y="0"/>
                    <a:pt x="107351" y="9576"/>
                    <a:pt x="107351" y="21706"/>
                  </a:cubicBezTo>
                  <a:cubicBezTo>
                    <a:pt x="107351" y="22344"/>
                    <a:pt x="107351" y="22344"/>
                    <a:pt x="107351" y="22982"/>
                  </a:cubicBezTo>
                  <a:lnTo>
                    <a:pt x="6390" y="22982"/>
                  </a:lnTo>
                  <a:cubicBezTo>
                    <a:pt x="2556" y="22982"/>
                    <a:pt x="0" y="25536"/>
                    <a:pt x="0" y="29366"/>
                  </a:cubicBezTo>
                  <a:lnTo>
                    <a:pt x="0" y="151939"/>
                  </a:lnTo>
                  <a:cubicBezTo>
                    <a:pt x="0" y="155769"/>
                    <a:pt x="2556" y="158323"/>
                    <a:pt x="6390" y="158323"/>
                  </a:cubicBezTo>
                  <a:lnTo>
                    <a:pt x="24282" y="158323"/>
                  </a:lnTo>
                  <a:cubicBezTo>
                    <a:pt x="27477" y="169814"/>
                    <a:pt x="39618" y="176198"/>
                    <a:pt x="51119" y="173006"/>
                  </a:cubicBezTo>
                  <a:cubicBezTo>
                    <a:pt x="58148" y="171091"/>
                    <a:pt x="63261" y="165345"/>
                    <a:pt x="65817" y="158323"/>
                  </a:cubicBezTo>
                  <a:lnTo>
                    <a:pt x="154637" y="158323"/>
                  </a:lnTo>
                  <a:cubicBezTo>
                    <a:pt x="157832" y="169814"/>
                    <a:pt x="169972" y="176198"/>
                    <a:pt x="181474" y="173006"/>
                  </a:cubicBezTo>
                  <a:cubicBezTo>
                    <a:pt x="188503" y="171091"/>
                    <a:pt x="193615" y="165345"/>
                    <a:pt x="196172" y="158323"/>
                  </a:cubicBezTo>
                  <a:lnTo>
                    <a:pt x="221731" y="158323"/>
                  </a:lnTo>
                  <a:cubicBezTo>
                    <a:pt x="225565" y="158323"/>
                    <a:pt x="228121" y="155769"/>
                    <a:pt x="228121" y="151939"/>
                  </a:cubicBezTo>
                  <a:lnTo>
                    <a:pt x="228121" y="90653"/>
                  </a:lnTo>
                  <a:cubicBezTo>
                    <a:pt x="227482" y="79162"/>
                    <a:pt x="217897" y="69586"/>
                    <a:pt x="205756" y="68947"/>
                  </a:cubicBezTo>
                  <a:close/>
                  <a:moveTo>
                    <a:pt x="120131" y="21706"/>
                  </a:moveTo>
                  <a:cubicBezTo>
                    <a:pt x="120131" y="16598"/>
                    <a:pt x="123965" y="12768"/>
                    <a:pt x="129077" y="12768"/>
                  </a:cubicBezTo>
                  <a:cubicBezTo>
                    <a:pt x="134189" y="12768"/>
                    <a:pt x="138022" y="16598"/>
                    <a:pt x="138022" y="21706"/>
                  </a:cubicBezTo>
                  <a:lnTo>
                    <a:pt x="138022" y="21706"/>
                  </a:lnTo>
                  <a:cubicBezTo>
                    <a:pt x="138022" y="22344"/>
                    <a:pt x="138022" y="22344"/>
                    <a:pt x="138022" y="22982"/>
                  </a:cubicBezTo>
                  <a:lnTo>
                    <a:pt x="119492" y="22982"/>
                  </a:lnTo>
                  <a:cubicBezTo>
                    <a:pt x="120131" y="22982"/>
                    <a:pt x="120131" y="22344"/>
                    <a:pt x="120131" y="21706"/>
                  </a:cubicBezTo>
                  <a:close/>
                  <a:moveTo>
                    <a:pt x="44730" y="160876"/>
                  </a:moveTo>
                  <a:cubicBezTo>
                    <a:pt x="39618" y="160876"/>
                    <a:pt x="35783" y="157046"/>
                    <a:pt x="35783" y="151939"/>
                  </a:cubicBezTo>
                  <a:cubicBezTo>
                    <a:pt x="35783" y="146832"/>
                    <a:pt x="39618" y="143001"/>
                    <a:pt x="44730" y="143001"/>
                  </a:cubicBezTo>
                  <a:cubicBezTo>
                    <a:pt x="49842" y="143001"/>
                    <a:pt x="53676" y="146832"/>
                    <a:pt x="53676" y="151939"/>
                  </a:cubicBezTo>
                  <a:cubicBezTo>
                    <a:pt x="53676" y="157046"/>
                    <a:pt x="49842" y="160876"/>
                    <a:pt x="44730" y="160876"/>
                  </a:cubicBezTo>
                  <a:lnTo>
                    <a:pt x="44730" y="160876"/>
                  </a:lnTo>
                  <a:close/>
                  <a:moveTo>
                    <a:pt x="153358" y="145555"/>
                  </a:moveTo>
                  <a:lnTo>
                    <a:pt x="65178" y="145555"/>
                  </a:lnTo>
                  <a:cubicBezTo>
                    <a:pt x="61983" y="134064"/>
                    <a:pt x="49842" y="127680"/>
                    <a:pt x="38340" y="130872"/>
                  </a:cubicBezTo>
                  <a:cubicBezTo>
                    <a:pt x="31311" y="132787"/>
                    <a:pt x="26199" y="138533"/>
                    <a:pt x="23643" y="145555"/>
                  </a:cubicBezTo>
                  <a:lnTo>
                    <a:pt x="12141" y="145555"/>
                  </a:lnTo>
                  <a:lnTo>
                    <a:pt x="12141" y="35750"/>
                  </a:lnTo>
                  <a:lnTo>
                    <a:pt x="152720" y="35750"/>
                  </a:lnTo>
                  <a:lnTo>
                    <a:pt x="152720" y="145555"/>
                  </a:lnTo>
                  <a:close/>
                  <a:moveTo>
                    <a:pt x="175084" y="160876"/>
                  </a:moveTo>
                  <a:cubicBezTo>
                    <a:pt x="169972" y="160876"/>
                    <a:pt x="166138" y="157046"/>
                    <a:pt x="166138" y="151939"/>
                  </a:cubicBezTo>
                  <a:cubicBezTo>
                    <a:pt x="166138" y="146832"/>
                    <a:pt x="169972" y="143001"/>
                    <a:pt x="175084" y="143001"/>
                  </a:cubicBezTo>
                  <a:cubicBezTo>
                    <a:pt x="180197" y="143001"/>
                    <a:pt x="184031" y="146832"/>
                    <a:pt x="184031" y="151939"/>
                  </a:cubicBezTo>
                  <a:cubicBezTo>
                    <a:pt x="184031" y="157046"/>
                    <a:pt x="180197" y="160876"/>
                    <a:pt x="175084" y="160876"/>
                  </a:cubicBezTo>
                  <a:lnTo>
                    <a:pt x="175084" y="160876"/>
                  </a:lnTo>
                  <a:close/>
                  <a:moveTo>
                    <a:pt x="214702" y="145555"/>
                  </a:moveTo>
                  <a:lnTo>
                    <a:pt x="195532" y="145555"/>
                  </a:lnTo>
                  <a:cubicBezTo>
                    <a:pt x="192977" y="136617"/>
                    <a:pt x="184669" y="130233"/>
                    <a:pt x="175084" y="130233"/>
                  </a:cubicBezTo>
                  <a:cubicBezTo>
                    <a:pt x="171889" y="130233"/>
                    <a:pt x="168695" y="130872"/>
                    <a:pt x="166138" y="132149"/>
                  </a:cubicBezTo>
                  <a:lnTo>
                    <a:pt x="166138" y="81715"/>
                  </a:lnTo>
                  <a:lnTo>
                    <a:pt x="205756" y="81715"/>
                  </a:lnTo>
                  <a:cubicBezTo>
                    <a:pt x="210868" y="81715"/>
                    <a:pt x="214702" y="85546"/>
                    <a:pt x="214702" y="90653"/>
                  </a:cubicBezTo>
                  <a:lnTo>
                    <a:pt x="214702" y="90653"/>
                  </a:lnTo>
                  <a:lnTo>
                    <a:pt x="214702" y="145555"/>
                  </a:lnTo>
                  <a:close/>
                </a:path>
              </a:pathLst>
            </a:custGeom>
            <a:solidFill>
              <a:srgbClr val="0076A8"/>
            </a:solidFill>
            <a:ln w="6390" cap="flat">
              <a:noFill/>
              <a:prstDash val="solid"/>
              <a:miter/>
            </a:ln>
          </p:spPr>
          <p:txBody>
            <a:bodyPr rtlCol="0" anchor="ctr"/>
            <a:lstStyle/>
            <a:p>
              <a:endParaRPr lang="en-US"/>
            </a:p>
          </p:txBody>
        </p:sp>
        <p:sp>
          <p:nvSpPr>
            <p:cNvPr id="686" name="Graphic 4">
              <a:extLst>
                <a:ext uri="{FF2B5EF4-FFF2-40B4-BE49-F238E27FC236}">
                  <a16:creationId xmlns:a16="http://schemas.microsoft.com/office/drawing/2014/main" id="{842E712A-BB8D-AC40-9004-92A0669DE70A}"/>
                </a:ext>
              </a:extLst>
            </p:cNvPr>
            <p:cNvSpPr/>
            <p:nvPr/>
          </p:nvSpPr>
          <p:spPr>
            <a:xfrm>
              <a:off x="8961886" y="4456182"/>
              <a:ext cx="58787" cy="58732"/>
            </a:xfrm>
            <a:custGeom>
              <a:avLst/>
              <a:gdLst>
                <a:gd name="connsiteX0" fmla="*/ 6390 w 58787"/>
                <a:gd name="connsiteY0" fmla="*/ 35750 h 58732"/>
                <a:gd name="connsiteX1" fmla="*/ 23004 w 58787"/>
                <a:gd name="connsiteY1" fmla="*/ 35750 h 58732"/>
                <a:gd name="connsiteX2" fmla="*/ 23004 w 58787"/>
                <a:gd name="connsiteY2" fmla="*/ 52348 h 58732"/>
                <a:gd name="connsiteX3" fmla="*/ 29394 w 58787"/>
                <a:gd name="connsiteY3" fmla="*/ 58732 h 58732"/>
                <a:gd name="connsiteX4" fmla="*/ 35783 w 58787"/>
                <a:gd name="connsiteY4" fmla="*/ 52348 h 58732"/>
                <a:gd name="connsiteX5" fmla="*/ 35783 w 58787"/>
                <a:gd name="connsiteY5" fmla="*/ 35750 h 58732"/>
                <a:gd name="connsiteX6" fmla="*/ 52397 w 58787"/>
                <a:gd name="connsiteY6" fmla="*/ 35750 h 58732"/>
                <a:gd name="connsiteX7" fmla="*/ 58787 w 58787"/>
                <a:gd name="connsiteY7" fmla="*/ 29366 h 58732"/>
                <a:gd name="connsiteX8" fmla="*/ 52397 w 58787"/>
                <a:gd name="connsiteY8" fmla="*/ 22982 h 58732"/>
                <a:gd name="connsiteX9" fmla="*/ 35783 w 58787"/>
                <a:gd name="connsiteY9" fmla="*/ 22982 h 58732"/>
                <a:gd name="connsiteX10" fmla="*/ 35783 w 58787"/>
                <a:gd name="connsiteY10" fmla="*/ 6384 h 58732"/>
                <a:gd name="connsiteX11" fmla="*/ 29394 w 58787"/>
                <a:gd name="connsiteY11" fmla="*/ 0 h 58732"/>
                <a:gd name="connsiteX12" fmla="*/ 23004 w 58787"/>
                <a:gd name="connsiteY12" fmla="*/ 6384 h 58732"/>
                <a:gd name="connsiteX13" fmla="*/ 23004 w 58787"/>
                <a:gd name="connsiteY13" fmla="*/ 22982 h 58732"/>
                <a:gd name="connsiteX14" fmla="*/ 6390 w 58787"/>
                <a:gd name="connsiteY14" fmla="*/ 22982 h 58732"/>
                <a:gd name="connsiteX15" fmla="*/ 0 w 58787"/>
                <a:gd name="connsiteY15" fmla="*/ 29366 h 58732"/>
                <a:gd name="connsiteX16" fmla="*/ 6390 w 58787"/>
                <a:gd name="connsiteY16" fmla="*/ 35750 h 5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8787" h="58732">
                  <a:moveTo>
                    <a:pt x="6390" y="35750"/>
                  </a:moveTo>
                  <a:lnTo>
                    <a:pt x="23004" y="35750"/>
                  </a:lnTo>
                  <a:lnTo>
                    <a:pt x="23004" y="52348"/>
                  </a:lnTo>
                  <a:cubicBezTo>
                    <a:pt x="23004" y="56179"/>
                    <a:pt x="25560" y="58732"/>
                    <a:pt x="29394" y="58732"/>
                  </a:cubicBezTo>
                  <a:cubicBezTo>
                    <a:pt x="33227" y="58732"/>
                    <a:pt x="35783" y="56179"/>
                    <a:pt x="35783" y="52348"/>
                  </a:cubicBezTo>
                  <a:lnTo>
                    <a:pt x="35783" y="35750"/>
                  </a:lnTo>
                  <a:lnTo>
                    <a:pt x="52397" y="35750"/>
                  </a:lnTo>
                  <a:cubicBezTo>
                    <a:pt x="56232" y="35750"/>
                    <a:pt x="58787" y="33196"/>
                    <a:pt x="58787" y="29366"/>
                  </a:cubicBezTo>
                  <a:cubicBezTo>
                    <a:pt x="58787" y="25536"/>
                    <a:pt x="56232" y="22982"/>
                    <a:pt x="52397" y="22982"/>
                  </a:cubicBezTo>
                  <a:lnTo>
                    <a:pt x="35783" y="22982"/>
                  </a:lnTo>
                  <a:lnTo>
                    <a:pt x="35783" y="6384"/>
                  </a:lnTo>
                  <a:cubicBezTo>
                    <a:pt x="35783" y="2553"/>
                    <a:pt x="33227" y="0"/>
                    <a:pt x="29394" y="0"/>
                  </a:cubicBezTo>
                  <a:cubicBezTo>
                    <a:pt x="25560" y="0"/>
                    <a:pt x="23004" y="2553"/>
                    <a:pt x="23004" y="6384"/>
                  </a:cubicBezTo>
                  <a:lnTo>
                    <a:pt x="23004" y="22982"/>
                  </a:lnTo>
                  <a:lnTo>
                    <a:pt x="6390" y="22982"/>
                  </a:lnTo>
                  <a:cubicBezTo>
                    <a:pt x="2556" y="22982"/>
                    <a:pt x="0" y="25536"/>
                    <a:pt x="0" y="29366"/>
                  </a:cubicBezTo>
                  <a:cubicBezTo>
                    <a:pt x="0" y="33196"/>
                    <a:pt x="3195" y="35750"/>
                    <a:pt x="6390" y="35750"/>
                  </a:cubicBezTo>
                  <a:close/>
                </a:path>
              </a:pathLst>
            </a:custGeom>
            <a:solidFill>
              <a:srgbClr val="0076A8"/>
            </a:solidFill>
            <a:ln w="6390" cap="flat">
              <a:noFill/>
              <a:prstDash val="solid"/>
              <a:miter/>
            </a:ln>
          </p:spPr>
          <p:txBody>
            <a:bodyPr rtlCol="0" anchor="ctr"/>
            <a:lstStyle/>
            <a:p>
              <a:endParaRPr lang="en-US"/>
            </a:p>
          </p:txBody>
        </p:sp>
      </p:grpSp>
      <p:grpSp>
        <p:nvGrpSpPr>
          <p:cNvPr id="687" name="Graphic 4">
            <a:extLst>
              <a:ext uri="{FF2B5EF4-FFF2-40B4-BE49-F238E27FC236}">
                <a16:creationId xmlns:a16="http://schemas.microsoft.com/office/drawing/2014/main" id="{E5B90FE3-F154-6547-8E69-287925E00413}"/>
              </a:ext>
            </a:extLst>
          </p:cNvPr>
          <p:cNvGrpSpPr/>
          <p:nvPr/>
        </p:nvGrpSpPr>
        <p:grpSpPr>
          <a:xfrm>
            <a:off x="8840477" y="3339623"/>
            <a:ext cx="362312" cy="361971"/>
            <a:chOff x="8840477" y="3339623"/>
            <a:chExt cx="362312" cy="361971"/>
          </a:xfrm>
          <a:solidFill>
            <a:srgbClr val="0076A8"/>
          </a:solidFill>
        </p:grpSpPr>
        <p:sp>
          <p:nvSpPr>
            <p:cNvPr id="688" name="Graphic 4">
              <a:extLst>
                <a:ext uri="{FF2B5EF4-FFF2-40B4-BE49-F238E27FC236}">
                  <a16:creationId xmlns:a16="http://schemas.microsoft.com/office/drawing/2014/main" id="{01492904-F803-E540-8112-2A34168AC34A}"/>
                </a:ext>
              </a:extLst>
            </p:cNvPr>
            <p:cNvSpPr/>
            <p:nvPr/>
          </p:nvSpPr>
          <p:spPr>
            <a:xfrm>
              <a:off x="8840477" y="333962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9204"/>
                    <a:pt x="181474" y="349204"/>
                  </a:cubicBezTo>
                  <a:lnTo>
                    <a:pt x="181474" y="349204"/>
                  </a:lnTo>
                  <a:close/>
                </a:path>
              </a:pathLst>
            </a:custGeom>
            <a:solidFill>
              <a:srgbClr val="0076A8"/>
            </a:solidFill>
            <a:ln w="6390" cap="flat">
              <a:noFill/>
              <a:prstDash val="solid"/>
              <a:miter/>
            </a:ln>
          </p:spPr>
          <p:txBody>
            <a:bodyPr rtlCol="0" anchor="ctr"/>
            <a:lstStyle/>
            <a:p>
              <a:endParaRPr lang="en-US"/>
            </a:p>
          </p:txBody>
        </p:sp>
        <p:sp>
          <p:nvSpPr>
            <p:cNvPr id="689" name="Graphic 4">
              <a:extLst>
                <a:ext uri="{FF2B5EF4-FFF2-40B4-BE49-F238E27FC236}">
                  <a16:creationId xmlns:a16="http://schemas.microsoft.com/office/drawing/2014/main" id="{67B66FD7-C0D8-204B-97F8-09320FEAB071}"/>
                </a:ext>
              </a:extLst>
            </p:cNvPr>
            <p:cNvSpPr/>
            <p:nvPr/>
          </p:nvSpPr>
          <p:spPr>
            <a:xfrm>
              <a:off x="8921629" y="3434106"/>
              <a:ext cx="200644" cy="173644"/>
            </a:xfrm>
            <a:custGeom>
              <a:avLst/>
              <a:gdLst>
                <a:gd name="connsiteX0" fmla="*/ 194254 w 200644"/>
                <a:gd name="connsiteY0" fmla="*/ 26813 h 173644"/>
                <a:gd name="connsiteX1" fmla="*/ 133550 w 200644"/>
                <a:gd name="connsiteY1" fmla="*/ 26813 h 173644"/>
                <a:gd name="connsiteX2" fmla="*/ 133550 w 200644"/>
                <a:gd name="connsiteY2" fmla="*/ 6384 h 173644"/>
                <a:gd name="connsiteX3" fmla="*/ 127160 w 200644"/>
                <a:gd name="connsiteY3" fmla="*/ 0 h 173644"/>
                <a:gd name="connsiteX4" fmla="*/ 73484 w 200644"/>
                <a:gd name="connsiteY4" fmla="*/ 0 h 173644"/>
                <a:gd name="connsiteX5" fmla="*/ 67094 w 200644"/>
                <a:gd name="connsiteY5" fmla="*/ 6384 h 173644"/>
                <a:gd name="connsiteX6" fmla="*/ 67094 w 200644"/>
                <a:gd name="connsiteY6" fmla="*/ 26813 h 173644"/>
                <a:gd name="connsiteX7" fmla="*/ 6390 w 200644"/>
                <a:gd name="connsiteY7" fmla="*/ 26813 h 173644"/>
                <a:gd name="connsiteX8" fmla="*/ 0 w 200644"/>
                <a:gd name="connsiteY8" fmla="*/ 33197 h 173644"/>
                <a:gd name="connsiteX9" fmla="*/ 0 w 200644"/>
                <a:gd name="connsiteY9" fmla="*/ 167260 h 173644"/>
                <a:gd name="connsiteX10" fmla="*/ 6390 w 200644"/>
                <a:gd name="connsiteY10" fmla="*/ 173644 h 173644"/>
                <a:gd name="connsiteX11" fmla="*/ 194254 w 200644"/>
                <a:gd name="connsiteY11" fmla="*/ 173644 h 173644"/>
                <a:gd name="connsiteX12" fmla="*/ 200644 w 200644"/>
                <a:gd name="connsiteY12" fmla="*/ 167260 h 173644"/>
                <a:gd name="connsiteX13" fmla="*/ 200644 w 200644"/>
                <a:gd name="connsiteY13" fmla="*/ 33197 h 173644"/>
                <a:gd name="connsiteX14" fmla="*/ 194254 w 200644"/>
                <a:gd name="connsiteY14" fmla="*/ 26813 h 173644"/>
                <a:gd name="connsiteX15" fmla="*/ 79874 w 200644"/>
                <a:gd name="connsiteY15" fmla="*/ 12768 h 173644"/>
                <a:gd name="connsiteX16" fmla="*/ 120770 w 200644"/>
                <a:gd name="connsiteY16" fmla="*/ 12768 h 173644"/>
                <a:gd name="connsiteX17" fmla="*/ 120770 w 200644"/>
                <a:gd name="connsiteY17" fmla="*/ 26813 h 173644"/>
                <a:gd name="connsiteX18" fmla="*/ 79874 w 200644"/>
                <a:gd name="connsiteY18" fmla="*/ 26813 h 173644"/>
                <a:gd name="connsiteX19" fmla="*/ 79874 w 200644"/>
                <a:gd name="connsiteY19" fmla="*/ 12768 h 173644"/>
                <a:gd name="connsiteX20" fmla="*/ 187864 w 200644"/>
                <a:gd name="connsiteY20" fmla="*/ 160876 h 173644"/>
                <a:gd name="connsiteX21" fmla="*/ 12780 w 200644"/>
                <a:gd name="connsiteY21" fmla="*/ 160876 h 173644"/>
                <a:gd name="connsiteX22" fmla="*/ 12780 w 200644"/>
                <a:gd name="connsiteY22" fmla="*/ 39581 h 173644"/>
                <a:gd name="connsiteX23" fmla="*/ 187864 w 200644"/>
                <a:gd name="connsiteY23" fmla="*/ 39581 h 173644"/>
                <a:gd name="connsiteX24" fmla="*/ 187864 w 200644"/>
                <a:gd name="connsiteY24" fmla="*/ 160876 h 173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0644" h="173644">
                  <a:moveTo>
                    <a:pt x="194254" y="26813"/>
                  </a:moveTo>
                  <a:lnTo>
                    <a:pt x="133550" y="26813"/>
                  </a:lnTo>
                  <a:lnTo>
                    <a:pt x="133550" y="6384"/>
                  </a:lnTo>
                  <a:cubicBezTo>
                    <a:pt x="133550" y="2554"/>
                    <a:pt x="130994" y="0"/>
                    <a:pt x="127160" y="0"/>
                  </a:cubicBezTo>
                  <a:lnTo>
                    <a:pt x="73484" y="0"/>
                  </a:lnTo>
                  <a:cubicBezTo>
                    <a:pt x="69650" y="0"/>
                    <a:pt x="67094" y="2554"/>
                    <a:pt x="67094" y="6384"/>
                  </a:cubicBezTo>
                  <a:lnTo>
                    <a:pt x="67094" y="26813"/>
                  </a:lnTo>
                  <a:lnTo>
                    <a:pt x="6390" y="26813"/>
                  </a:lnTo>
                  <a:cubicBezTo>
                    <a:pt x="2556" y="26813"/>
                    <a:pt x="0" y="29367"/>
                    <a:pt x="0" y="33197"/>
                  </a:cubicBezTo>
                  <a:lnTo>
                    <a:pt x="0" y="167260"/>
                  </a:lnTo>
                  <a:cubicBezTo>
                    <a:pt x="0" y="171091"/>
                    <a:pt x="2556" y="173644"/>
                    <a:pt x="6390" y="173644"/>
                  </a:cubicBezTo>
                  <a:lnTo>
                    <a:pt x="194254" y="173644"/>
                  </a:lnTo>
                  <a:cubicBezTo>
                    <a:pt x="198088" y="173644"/>
                    <a:pt x="200644" y="171091"/>
                    <a:pt x="200644" y="167260"/>
                  </a:cubicBezTo>
                  <a:lnTo>
                    <a:pt x="200644" y="33197"/>
                  </a:lnTo>
                  <a:cubicBezTo>
                    <a:pt x="200644" y="29367"/>
                    <a:pt x="198088" y="26813"/>
                    <a:pt x="194254" y="26813"/>
                  </a:cubicBezTo>
                  <a:close/>
                  <a:moveTo>
                    <a:pt x="79874" y="12768"/>
                  </a:moveTo>
                  <a:lnTo>
                    <a:pt x="120770" y="12768"/>
                  </a:lnTo>
                  <a:lnTo>
                    <a:pt x="120770" y="26813"/>
                  </a:lnTo>
                  <a:lnTo>
                    <a:pt x="79874" y="26813"/>
                  </a:lnTo>
                  <a:lnTo>
                    <a:pt x="79874" y="12768"/>
                  </a:lnTo>
                  <a:close/>
                  <a:moveTo>
                    <a:pt x="187864" y="160876"/>
                  </a:moveTo>
                  <a:lnTo>
                    <a:pt x="12780" y="160876"/>
                  </a:lnTo>
                  <a:lnTo>
                    <a:pt x="12780" y="39581"/>
                  </a:lnTo>
                  <a:lnTo>
                    <a:pt x="187864" y="39581"/>
                  </a:lnTo>
                  <a:lnTo>
                    <a:pt x="187864" y="160876"/>
                  </a:lnTo>
                  <a:close/>
                </a:path>
              </a:pathLst>
            </a:custGeom>
            <a:solidFill>
              <a:srgbClr val="0076A8"/>
            </a:solidFill>
            <a:ln w="6390" cap="flat">
              <a:noFill/>
              <a:prstDash val="solid"/>
              <a:miter/>
            </a:ln>
          </p:spPr>
          <p:txBody>
            <a:bodyPr rtlCol="0" anchor="ctr"/>
            <a:lstStyle/>
            <a:p>
              <a:endParaRPr lang="en-US"/>
            </a:p>
          </p:txBody>
        </p:sp>
        <p:sp>
          <p:nvSpPr>
            <p:cNvPr id="690" name="Graphic 4">
              <a:extLst>
                <a:ext uri="{FF2B5EF4-FFF2-40B4-BE49-F238E27FC236}">
                  <a16:creationId xmlns:a16="http://schemas.microsoft.com/office/drawing/2014/main" id="{245FAE57-96CE-E349-A775-E8984C983F00}"/>
                </a:ext>
              </a:extLst>
            </p:cNvPr>
            <p:cNvSpPr/>
            <p:nvPr/>
          </p:nvSpPr>
          <p:spPr>
            <a:xfrm>
              <a:off x="8975305" y="3487732"/>
              <a:ext cx="93292" cy="93205"/>
            </a:xfrm>
            <a:custGeom>
              <a:avLst/>
              <a:gdLst>
                <a:gd name="connsiteX0" fmla="*/ 6390 w 93292"/>
                <a:gd name="connsiteY0" fmla="*/ 66393 h 93205"/>
                <a:gd name="connsiteX1" fmla="*/ 26838 w 93292"/>
                <a:gd name="connsiteY1" fmla="*/ 66393 h 93205"/>
                <a:gd name="connsiteX2" fmla="*/ 26838 w 93292"/>
                <a:gd name="connsiteY2" fmla="*/ 86822 h 93205"/>
                <a:gd name="connsiteX3" fmla="*/ 33228 w 93292"/>
                <a:gd name="connsiteY3" fmla="*/ 93206 h 93205"/>
                <a:gd name="connsiteX4" fmla="*/ 60066 w 93292"/>
                <a:gd name="connsiteY4" fmla="*/ 93206 h 93205"/>
                <a:gd name="connsiteX5" fmla="*/ 66456 w 93292"/>
                <a:gd name="connsiteY5" fmla="*/ 86822 h 93205"/>
                <a:gd name="connsiteX6" fmla="*/ 66456 w 93292"/>
                <a:gd name="connsiteY6" fmla="*/ 66393 h 93205"/>
                <a:gd name="connsiteX7" fmla="*/ 86903 w 93292"/>
                <a:gd name="connsiteY7" fmla="*/ 66393 h 93205"/>
                <a:gd name="connsiteX8" fmla="*/ 93293 w 93292"/>
                <a:gd name="connsiteY8" fmla="*/ 60009 h 93205"/>
                <a:gd name="connsiteX9" fmla="*/ 93293 w 93292"/>
                <a:gd name="connsiteY9" fmla="*/ 33197 h 93205"/>
                <a:gd name="connsiteX10" fmla="*/ 86903 w 93292"/>
                <a:gd name="connsiteY10" fmla="*/ 26813 h 93205"/>
                <a:gd name="connsiteX11" fmla="*/ 66456 w 93292"/>
                <a:gd name="connsiteY11" fmla="*/ 26813 h 93205"/>
                <a:gd name="connsiteX12" fmla="*/ 66456 w 93292"/>
                <a:gd name="connsiteY12" fmla="*/ 6384 h 93205"/>
                <a:gd name="connsiteX13" fmla="*/ 60066 w 93292"/>
                <a:gd name="connsiteY13" fmla="*/ 0 h 93205"/>
                <a:gd name="connsiteX14" fmla="*/ 33228 w 93292"/>
                <a:gd name="connsiteY14" fmla="*/ 0 h 93205"/>
                <a:gd name="connsiteX15" fmla="*/ 26838 w 93292"/>
                <a:gd name="connsiteY15" fmla="*/ 6384 h 93205"/>
                <a:gd name="connsiteX16" fmla="*/ 26838 w 93292"/>
                <a:gd name="connsiteY16" fmla="*/ 26813 h 93205"/>
                <a:gd name="connsiteX17" fmla="*/ 6390 w 93292"/>
                <a:gd name="connsiteY17" fmla="*/ 26813 h 93205"/>
                <a:gd name="connsiteX18" fmla="*/ 0 w 93292"/>
                <a:gd name="connsiteY18" fmla="*/ 33197 h 93205"/>
                <a:gd name="connsiteX19" fmla="*/ 0 w 93292"/>
                <a:gd name="connsiteY19" fmla="*/ 60009 h 93205"/>
                <a:gd name="connsiteX20" fmla="*/ 6390 w 93292"/>
                <a:gd name="connsiteY20" fmla="*/ 66393 h 93205"/>
                <a:gd name="connsiteX21" fmla="*/ 6390 w 93292"/>
                <a:gd name="connsiteY21" fmla="*/ 66393 h 93205"/>
                <a:gd name="connsiteX22" fmla="*/ 12780 w 93292"/>
                <a:gd name="connsiteY22" fmla="*/ 39581 h 93205"/>
                <a:gd name="connsiteX23" fmla="*/ 33228 w 93292"/>
                <a:gd name="connsiteY23" fmla="*/ 39581 h 93205"/>
                <a:gd name="connsiteX24" fmla="*/ 39618 w 93292"/>
                <a:gd name="connsiteY24" fmla="*/ 33197 h 93205"/>
                <a:gd name="connsiteX25" fmla="*/ 39618 w 93292"/>
                <a:gd name="connsiteY25" fmla="*/ 12768 h 93205"/>
                <a:gd name="connsiteX26" fmla="*/ 53676 w 93292"/>
                <a:gd name="connsiteY26" fmla="*/ 12768 h 93205"/>
                <a:gd name="connsiteX27" fmla="*/ 53676 w 93292"/>
                <a:gd name="connsiteY27" fmla="*/ 33197 h 93205"/>
                <a:gd name="connsiteX28" fmla="*/ 60066 w 93292"/>
                <a:gd name="connsiteY28" fmla="*/ 39581 h 93205"/>
                <a:gd name="connsiteX29" fmla="*/ 80513 w 93292"/>
                <a:gd name="connsiteY29" fmla="*/ 39581 h 93205"/>
                <a:gd name="connsiteX30" fmla="*/ 80513 w 93292"/>
                <a:gd name="connsiteY30" fmla="*/ 53625 h 93205"/>
                <a:gd name="connsiteX31" fmla="*/ 60066 w 93292"/>
                <a:gd name="connsiteY31" fmla="*/ 53625 h 93205"/>
                <a:gd name="connsiteX32" fmla="*/ 53676 w 93292"/>
                <a:gd name="connsiteY32" fmla="*/ 60009 h 93205"/>
                <a:gd name="connsiteX33" fmla="*/ 53676 w 93292"/>
                <a:gd name="connsiteY33" fmla="*/ 80438 h 93205"/>
                <a:gd name="connsiteX34" fmla="*/ 39618 w 93292"/>
                <a:gd name="connsiteY34" fmla="*/ 80438 h 93205"/>
                <a:gd name="connsiteX35" fmla="*/ 39618 w 93292"/>
                <a:gd name="connsiteY35" fmla="*/ 60009 h 93205"/>
                <a:gd name="connsiteX36" fmla="*/ 33228 w 93292"/>
                <a:gd name="connsiteY36" fmla="*/ 53625 h 93205"/>
                <a:gd name="connsiteX37" fmla="*/ 12780 w 93292"/>
                <a:gd name="connsiteY37" fmla="*/ 53625 h 93205"/>
                <a:gd name="connsiteX38" fmla="*/ 12780 w 93292"/>
                <a:gd name="connsiteY38" fmla="*/ 39581 h 93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3292" h="93205">
                  <a:moveTo>
                    <a:pt x="6390" y="66393"/>
                  </a:moveTo>
                  <a:lnTo>
                    <a:pt x="26838" y="66393"/>
                  </a:lnTo>
                  <a:lnTo>
                    <a:pt x="26838" y="86822"/>
                  </a:lnTo>
                  <a:cubicBezTo>
                    <a:pt x="26838" y="90653"/>
                    <a:pt x="29394" y="93206"/>
                    <a:pt x="33228" y="93206"/>
                  </a:cubicBezTo>
                  <a:lnTo>
                    <a:pt x="60066" y="93206"/>
                  </a:lnTo>
                  <a:cubicBezTo>
                    <a:pt x="63899" y="93206"/>
                    <a:pt x="66456" y="90653"/>
                    <a:pt x="66456" y="86822"/>
                  </a:cubicBezTo>
                  <a:lnTo>
                    <a:pt x="66456" y="66393"/>
                  </a:lnTo>
                  <a:lnTo>
                    <a:pt x="86903" y="66393"/>
                  </a:lnTo>
                  <a:cubicBezTo>
                    <a:pt x="90738" y="66393"/>
                    <a:pt x="93293" y="63840"/>
                    <a:pt x="93293" y="60009"/>
                  </a:cubicBezTo>
                  <a:lnTo>
                    <a:pt x="93293" y="33197"/>
                  </a:lnTo>
                  <a:cubicBezTo>
                    <a:pt x="93293" y="29366"/>
                    <a:pt x="90738" y="26813"/>
                    <a:pt x="86903" y="26813"/>
                  </a:cubicBezTo>
                  <a:lnTo>
                    <a:pt x="66456" y="26813"/>
                  </a:lnTo>
                  <a:lnTo>
                    <a:pt x="66456" y="6384"/>
                  </a:lnTo>
                  <a:cubicBezTo>
                    <a:pt x="66456" y="2553"/>
                    <a:pt x="63899" y="0"/>
                    <a:pt x="60066" y="0"/>
                  </a:cubicBezTo>
                  <a:lnTo>
                    <a:pt x="33228" y="0"/>
                  </a:lnTo>
                  <a:cubicBezTo>
                    <a:pt x="29394" y="0"/>
                    <a:pt x="26838" y="2553"/>
                    <a:pt x="26838" y="6384"/>
                  </a:cubicBezTo>
                  <a:lnTo>
                    <a:pt x="26838" y="26813"/>
                  </a:lnTo>
                  <a:lnTo>
                    <a:pt x="6390" y="26813"/>
                  </a:lnTo>
                  <a:cubicBezTo>
                    <a:pt x="2556" y="26813"/>
                    <a:pt x="0" y="29366"/>
                    <a:pt x="0" y="33197"/>
                  </a:cubicBezTo>
                  <a:lnTo>
                    <a:pt x="0" y="60009"/>
                  </a:lnTo>
                  <a:cubicBezTo>
                    <a:pt x="0" y="63201"/>
                    <a:pt x="2556" y="66393"/>
                    <a:pt x="6390" y="66393"/>
                  </a:cubicBezTo>
                  <a:cubicBezTo>
                    <a:pt x="6390" y="66393"/>
                    <a:pt x="6390" y="66393"/>
                    <a:pt x="6390" y="66393"/>
                  </a:cubicBezTo>
                  <a:close/>
                  <a:moveTo>
                    <a:pt x="12780" y="39581"/>
                  </a:moveTo>
                  <a:lnTo>
                    <a:pt x="33228" y="39581"/>
                  </a:lnTo>
                  <a:cubicBezTo>
                    <a:pt x="37062" y="39581"/>
                    <a:pt x="39618" y="37027"/>
                    <a:pt x="39618" y="33197"/>
                  </a:cubicBezTo>
                  <a:lnTo>
                    <a:pt x="39618" y="12768"/>
                  </a:lnTo>
                  <a:lnTo>
                    <a:pt x="53676" y="12768"/>
                  </a:lnTo>
                  <a:lnTo>
                    <a:pt x="53676" y="33197"/>
                  </a:lnTo>
                  <a:cubicBezTo>
                    <a:pt x="53676" y="37027"/>
                    <a:pt x="56232" y="39581"/>
                    <a:pt x="60066" y="39581"/>
                  </a:cubicBezTo>
                  <a:lnTo>
                    <a:pt x="80513" y="39581"/>
                  </a:lnTo>
                  <a:lnTo>
                    <a:pt x="80513" y="53625"/>
                  </a:lnTo>
                  <a:lnTo>
                    <a:pt x="60066" y="53625"/>
                  </a:lnTo>
                  <a:cubicBezTo>
                    <a:pt x="56232" y="53625"/>
                    <a:pt x="53676" y="56179"/>
                    <a:pt x="53676" y="60009"/>
                  </a:cubicBezTo>
                  <a:lnTo>
                    <a:pt x="53676" y="80438"/>
                  </a:lnTo>
                  <a:lnTo>
                    <a:pt x="39618" y="80438"/>
                  </a:lnTo>
                  <a:lnTo>
                    <a:pt x="39618" y="60009"/>
                  </a:lnTo>
                  <a:cubicBezTo>
                    <a:pt x="39618" y="56179"/>
                    <a:pt x="37062" y="53625"/>
                    <a:pt x="33228" y="53625"/>
                  </a:cubicBezTo>
                  <a:lnTo>
                    <a:pt x="12780" y="53625"/>
                  </a:lnTo>
                  <a:lnTo>
                    <a:pt x="12780" y="39581"/>
                  </a:lnTo>
                  <a:close/>
                </a:path>
              </a:pathLst>
            </a:custGeom>
            <a:solidFill>
              <a:srgbClr val="0076A8"/>
            </a:solidFill>
            <a:ln w="6390" cap="flat">
              <a:noFill/>
              <a:prstDash val="solid"/>
              <a:miter/>
            </a:ln>
          </p:spPr>
          <p:txBody>
            <a:bodyPr rtlCol="0" anchor="ctr"/>
            <a:lstStyle/>
            <a:p>
              <a:endParaRPr lang="en-US"/>
            </a:p>
          </p:txBody>
        </p:sp>
      </p:grpSp>
      <p:grpSp>
        <p:nvGrpSpPr>
          <p:cNvPr id="691" name="Graphic 4">
            <a:extLst>
              <a:ext uri="{FF2B5EF4-FFF2-40B4-BE49-F238E27FC236}">
                <a16:creationId xmlns:a16="http://schemas.microsoft.com/office/drawing/2014/main" id="{BD4327DE-0D26-F841-81F7-663623DF51EF}"/>
              </a:ext>
            </a:extLst>
          </p:cNvPr>
          <p:cNvGrpSpPr/>
          <p:nvPr/>
        </p:nvGrpSpPr>
        <p:grpSpPr>
          <a:xfrm>
            <a:off x="8840477" y="3824168"/>
            <a:ext cx="362312" cy="361971"/>
            <a:chOff x="8840477" y="3824168"/>
            <a:chExt cx="362312" cy="361971"/>
          </a:xfrm>
          <a:solidFill>
            <a:srgbClr val="0076A8"/>
          </a:solidFill>
        </p:grpSpPr>
        <p:sp>
          <p:nvSpPr>
            <p:cNvPr id="692" name="Graphic 4">
              <a:extLst>
                <a:ext uri="{FF2B5EF4-FFF2-40B4-BE49-F238E27FC236}">
                  <a16:creationId xmlns:a16="http://schemas.microsoft.com/office/drawing/2014/main" id="{388B6ADB-9FA4-6740-AC6B-78914FF120EC}"/>
                </a:ext>
              </a:extLst>
            </p:cNvPr>
            <p:cNvSpPr/>
            <p:nvPr/>
          </p:nvSpPr>
          <p:spPr>
            <a:xfrm>
              <a:off x="8840477" y="3824168"/>
              <a:ext cx="362312" cy="361971"/>
            </a:xfrm>
            <a:custGeom>
              <a:avLst/>
              <a:gdLst>
                <a:gd name="connsiteX0" fmla="*/ 181474 w 362312"/>
                <a:gd name="connsiteY0" fmla="*/ 0 h 361971"/>
                <a:gd name="connsiteX1" fmla="*/ 0 w 362312"/>
                <a:gd name="connsiteY1" fmla="*/ 180667 h 361971"/>
                <a:gd name="connsiteX2" fmla="*/ 180836 w 362312"/>
                <a:gd name="connsiteY2" fmla="*/ 361971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6"/>
                    <a:pt x="0" y="180667"/>
                  </a:cubicBezTo>
                  <a:cubicBezTo>
                    <a:pt x="0" y="280895"/>
                    <a:pt x="81152" y="361971"/>
                    <a:pt x="180836" y="361971"/>
                  </a:cubicBezTo>
                  <a:cubicBezTo>
                    <a:pt x="281157" y="361971"/>
                    <a:pt x="362309" y="280895"/>
                    <a:pt x="362309" y="181305"/>
                  </a:cubicBezTo>
                  <a:cubicBezTo>
                    <a:pt x="362309" y="181305"/>
                    <a:pt x="362309" y="181305"/>
                    <a:pt x="362309" y="181305"/>
                  </a:cubicBezTo>
                  <a:cubicBezTo>
                    <a:pt x="362949" y="81076"/>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9204"/>
                    <a:pt x="181474" y="349204"/>
                  </a:cubicBezTo>
                  <a:lnTo>
                    <a:pt x="181474" y="349204"/>
                  </a:lnTo>
                  <a:close/>
                </a:path>
              </a:pathLst>
            </a:custGeom>
            <a:solidFill>
              <a:srgbClr val="0076A8"/>
            </a:solidFill>
            <a:ln w="6390" cap="flat">
              <a:noFill/>
              <a:prstDash val="solid"/>
              <a:miter/>
            </a:ln>
          </p:spPr>
          <p:txBody>
            <a:bodyPr rtlCol="0" anchor="ctr"/>
            <a:lstStyle/>
            <a:p>
              <a:endParaRPr lang="en-US"/>
            </a:p>
          </p:txBody>
        </p:sp>
        <p:sp>
          <p:nvSpPr>
            <p:cNvPr id="693" name="Graphic 4">
              <a:extLst>
                <a:ext uri="{FF2B5EF4-FFF2-40B4-BE49-F238E27FC236}">
                  <a16:creationId xmlns:a16="http://schemas.microsoft.com/office/drawing/2014/main" id="{E99A4F7F-8EAD-BC4E-BDB1-404B9FDCC1F9}"/>
                </a:ext>
              </a:extLst>
            </p:cNvPr>
            <p:cNvSpPr/>
            <p:nvPr/>
          </p:nvSpPr>
          <p:spPr>
            <a:xfrm>
              <a:off x="8908850" y="3907798"/>
              <a:ext cx="226679" cy="196677"/>
            </a:xfrm>
            <a:custGeom>
              <a:avLst/>
              <a:gdLst>
                <a:gd name="connsiteX0" fmla="*/ 210868 w 226679"/>
                <a:gd name="connsiteY0" fmla="*/ 107251 h 196677"/>
                <a:gd name="connsiteX1" fmla="*/ 210868 w 226679"/>
                <a:gd name="connsiteY1" fmla="*/ 74693 h 196677"/>
                <a:gd name="connsiteX2" fmla="*/ 175723 w 226679"/>
                <a:gd name="connsiteY2" fmla="*/ 36389 h 196677"/>
                <a:gd name="connsiteX3" fmla="*/ 137384 w 226679"/>
                <a:gd name="connsiteY3" fmla="*/ 71501 h 196677"/>
                <a:gd name="connsiteX4" fmla="*/ 137384 w 226679"/>
                <a:gd name="connsiteY4" fmla="*/ 74693 h 196677"/>
                <a:gd name="connsiteX5" fmla="*/ 137384 w 226679"/>
                <a:gd name="connsiteY5" fmla="*/ 143001 h 196677"/>
                <a:gd name="connsiteX6" fmla="*/ 99684 w 226679"/>
                <a:gd name="connsiteY6" fmla="*/ 183859 h 196677"/>
                <a:gd name="connsiteX7" fmla="*/ 58788 w 226679"/>
                <a:gd name="connsiteY7" fmla="*/ 146193 h 196677"/>
                <a:gd name="connsiteX8" fmla="*/ 58788 w 226679"/>
                <a:gd name="connsiteY8" fmla="*/ 143001 h 196677"/>
                <a:gd name="connsiteX9" fmla="*/ 58788 w 226679"/>
                <a:gd name="connsiteY9" fmla="*/ 103421 h 196677"/>
                <a:gd name="connsiteX10" fmla="*/ 104156 w 226679"/>
                <a:gd name="connsiteY10" fmla="*/ 59371 h 196677"/>
                <a:gd name="connsiteX11" fmla="*/ 104156 w 226679"/>
                <a:gd name="connsiteY11" fmla="*/ 6384 h 196677"/>
                <a:gd name="connsiteX12" fmla="*/ 97766 w 226679"/>
                <a:gd name="connsiteY12" fmla="*/ 0 h 196677"/>
                <a:gd name="connsiteX13" fmla="*/ 82430 w 226679"/>
                <a:gd name="connsiteY13" fmla="*/ 0 h 196677"/>
                <a:gd name="connsiteX14" fmla="*/ 76040 w 226679"/>
                <a:gd name="connsiteY14" fmla="*/ 6384 h 196677"/>
                <a:gd name="connsiteX15" fmla="*/ 82430 w 226679"/>
                <a:gd name="connsiteY15" fmla="*/ 12768 h 196677"/>
                <a:gd name="connsiteX16" fmla="*/ 91376 w 226679"/>
                <a:gd name="connsiteY16" fmla="*/ 12768 h 196677"/>
                <a:gd name="connsiteX17" fmla="*/ 91376 w 226679"/>
                <a:gd name="connsiteY17" fmla="*/ 59371 h 196677"/>
                <a:gd name="connsiteX18" fmla="*/ 52398 w 226679"/>
                <a:gd name="connsiteY18" fmla="*/ 91291 h 196677"/>
                <a:gd name="connsiteX19" fmla="*/ 12780 w 226679"/>
                <a:gd name="connsiteY19" fmla="*/ 59371 h 196677"/>
                <a:gd name="connsiteX20" fmla="*/ 12780 w 226679"/>
                <a:gd name="connsiteY20" fmla="*/ 12768 h 196677"/>
                <a:gd name="connsiteX21" fmla="*/ 21726 w 226679"/>
                <a:gd name="connsiteY21" fmla="*/ 12768 h 196677"/>
                <a:gd name="connsiteX22" fmla="*/ 28116 w 226679"/>
                <a:gd name="connsiteY22" fmla="*/ 6384 h 196677"/>
                <a:gd name="connsiteX23" fmla="*/ 21726 w 226679"/>
                <a:gd name="connsiteY23" fmla="*/ 0 h 196677"/>
                <a:gd name="connsiteX24" fmla="*/ 6390 w 226679"/>
                <a:gd name="connsiteY24" fmla="*/ 0 h 196677"/>
                <a:gd name="connsiteX25" fmla="*/ 0 w 226679"/>
                <a:gd name="connsiteY25" fmla="*/ 6384 h 196677"/>
                <a:gd name="connsiteX26" fmla="*/ 0 w 226679"/>
                <a:gd name="connsiteY26" fmla="*/ 59371 h 196677"/>
                <a:gd name="connsiteX27" fmla="*/ 46008 w 226679"/>
                <a:gd name="connsiteY27" fmla="*/ 103421 h 196677"/>
                <a:gd name="connsiteX28" fmla="*/ 46008 w 226679"/>
                <a:gd name="connsiteY28" fmla="*/ 143001 h 196677"/>
                <a:gd name="connsiteX29" fmla="*/ 96489 w 226679"/>
                <a:gd name="connsiteY29" fmla="*/ 196627 h 196677"/>
                <a:gd name="connsiteX30" fmla="*/ 150164 w 226679"/>
                <a:gd name="connsiteY30" fmla="*/ 146193 h 196677"/>
                <a:gd name="connsiteX31" fmla="*/ 150164 w 226679"/>
                <a:gd name="connsiteY31" fmla="*/ 142363 h 196677"/>
                <a:gd name="connsiteX32" fmla="*/ 150164 w 226679"/>
                <a:gd name="connsiteY32" fmla="*/ 74054 h 196677"/>
                <a:gd name="connsiteX33" fmla="*/ 173168 w 226679"/>
                <a:gd name="connsiteY33" fmla="*/ 48518 h 196677"/>
                <a:gd name="connsiteX34" fmla="*/ 198728 w 226679"/>
                <a:gd name="connsiteY34" fmla="*/ 71501 h 196677"/>
                <a:gd name="connsiteX35" fmla="*/ 198728 w 226679"/>
                <a:gd name="connsiteY35" fmla="*/ 74054 h 196677"/>
                <a:gd name="connsiteX36" fmla="*/ 198728 w 226679"/>
                <a:gd name="connsiteY36" fmla="*/ 106613 h 196677"/>
                <a:gd name="connsiteX37" fmla="*/ 184669 w 226679"/>
                <a:gd name="connsiteY37" fmla="*/ 133425 h 196677"/>
                <a:gd name="connsiteX38" fmla="*/ 211508 w 226679"/>
                <a:gd name="connsiteY38" fmla="*/ 147470 h 196677"/>
                <a:gd name="connsiteX39" fmla="*/ 225565 w 226679"/>
                <a:gd name="connsiteY39" fmla="*/ 120657 h 196677"/>
                <a:gd name="connsiteX40" fmla="*/ 210868 w 226679"/>
                <a:gd name="connsiteY40" fmla="*/ 107251 h 196677"/>
                <a:gd name="connsiteX41" fmla="*/ 204478 w 226679"/>
                <a:gd name="connsiteY41" fmla="*/ 136617 h 196677"/>
                <a:gd name="connsiteX42" fmla="*/ 195533 w 226679"/>
                <a:gd name="connsiteY42" fmla="*/ 127680 h 196677"/>
                <a:gd name="connsiteX43" fmla="*/ 204478 w 226679"/>
                <a:gd name="connsiteY43" fmla="*/ 118742 h 196677"/>
                <a:gd name="connsiteX44" fmla="*/ 213424 w 226679"/>
                <a:gd name="connsiteY44" fmla="*/ 127680 h 196677"/>
                <a:gd name="connsiteX45" fmla="*/ 213424 w 226679"/>
                <a:gd name="connsiteY45" fmla="*/ 127680 h 196677"/>
                <a:gd name="connsiteX46" fmla="*/ 204478 w 226679"/>
                <a:gd name="connsiteY46" fmla="*/ 136617 h 196677"/>
                <a:gd name="connsiteX47" fmla="*/ 204478 w 226679"/>
                <a:gd name="connsiteY47" fmla="*/ 136617 h 196677"/>
                <a:gd name="connsiteX48" fmla="*/ 204478 w 226679"/>
                <a:gd name="connsiteY48" fmla="*/ 136617 h 19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26679" h="196677">
                  <a:moveTo>
                    <a:pt x="210868" y="107251"/>
                  </a:moveTo>
                  <a:lnTo>
                    <a:pt x="210868" y="74693"/>
                  </a:lnTo>
                  <a:cubicBezTo>
                    <a:pt x="211508" y="54264"/>
                    <a:pt x="196172" y="37027"/>
                    <a:pt x="175723" y="36389"/>
                  </a:cubicBezTo>
                  <a:cubicBezTo>
                    <a:pt x="155276" y="35750"/>
                    <a:pt x="138023" y="51072"/>
                    <a:pt x="137384" y="71501"/>
                  </a:cubicBezTo>
                  <a:cubicBezTo>
                    <a:pt x="137384" y="72778"/>
                    <a:pt x="137384" y="73416"/>
                    <a:pt x="137384" y="74693"/>
                  </a:cubicBezTo>
                  <a:lnTo>
                    <a:pt x="137384" y="143001"/>
                  </a:lnTo>
                  <a:cubicBezTo>
                    <a:pt x="138023" y="164707"/>
                    <a:pt x="121409" y="183220"/>
                    <a:pt x="99684" y="183859"/>
                  </a:cubicBezTo>
                  <a:cubicBezTo>
                    <a:pt x="77958" y="184497"/>
                    <a:pt x="59427" y="167899"/>
                    <a:pt x="58788" y="146193"/>
                  </a:cubicBezTo>
                  <a:cubicBezTo>
                    <a:pt x="58788" y="144916"/>
                    <a:pt x="58788" y="144278"/>
                    <a:pt x="58788" y="143001"/>
                  </a:cubicBezTo>
                  <a:lnTo>
                    <a:pt x="58788" y="103421"/>
                  </a:lnTo>
                  <a:cubicBezTo>
                    <a:pt x="81153" y="100229"/>
                    <a:pt x="104156" y="82354"/>
                    <a:pt x="104156" y="59371"/>
                  </a:cubicBezTo>
                  <a:lnTo>
                    <a:pt x="104156" y="6384"/>
                  </a:lnTo>
                  <a:cubicBezTo>
                    <a:pt x="104156" y="2554"/>
                    <a:pt x="101600" y="0"/>
                    <a:pt x="97766" y="0"/>
                  </a:cubicBezTo>
                  <a:lnTo>
                    <a:pt x="82430" y="0"/>
                  </a:lnTo>
                  <a:cubicBezTo>
                    <a:pt x="78597" y="0"/>
                    <a:pt x="76040" y="2554"/>
                    <a:pt x="76040" y="6384"/>
                  </a:cubicBezTo>
                  <a:cubicBezTo>
                    <a:pt x="76040" y="10214"/>
                    <a:pt x="78597" y="12768"/>
                    <a:pt x="82430" y="12768"/>
                  </a:cubicBezTo>
                  <a:lnTo>
                    <a:pt x="91376" y="12768"/>
                  </a:lnTo>
                  <a:lnTo>
                    <a:pt x="91376" y="59371"/>
                  </a:lnTo>
                  <a:cubicBezTo>
                    <a:pt x="91376" y="76608"/>
                    <a:pt x="69650" y="91291"/>
                    <a:pt x="52398" y="91291"/>
                  </a:cubicBezTo>
                  <a:cubicBezTo>
                    <a:pt x="35145" y="91291"/>
                    <a:pt x="12780" y="76608"/>
                    <a:pt x="12780" y="59371"/>
                  </a:cubicBezTo>
                  <a:lnTo>
                    <a:pt x="12780" y="12768"/>
                  </a:lnTo>
                  <a:lnTo>
                    <a:pt x="21726" y="12768"/>
                  </a:lnTo>
                  <a:cubicBezTo>
                    <a:pt x="25560" y="12768"/>
                    <a:pt x="28116" y="10214"/>
                    <a:pt x="28116" y="6384"/>
                  </a:cubicBezTo>
                  <a:cubicBezTo>
                    <a:pt x="28116" y="2554"/>
                    <a:pt x="25560" y="0"/>
                    <a:pt x="21726" y="0"/>
                  </a:cubicBezTo>
                  <a:lnTo>
                    <a:pt x="6390" y="0"/>
                  </a:lnTo>
                  <a:cubicBezTo>
                    <a:pt x="2556" y="0"/>
                    <a:pt x="0" y="2554"/>
                    <a:pt x="0" y="6384"/>
                  </a:cubicBezTo>
                  <a:lnTo>
                    <a:pt x="0" y="59371"/>
                  </a:lnTo>
                  <a:cubicBezTo>
                    <a:pt x="0" y="82354"/>
                    <a:pt x="23643" y="100229"/>
                    <a:pt x="46008" y="103421"/>
                  </a:cubicBezTo>
                  <a:lnTo>
                    <a:pt x="46008" y="143001"/>
                  </a:lnTo>
                  <a:cubicBezTo>
                    <a:pt x="44730" y="171729"/>
                    <a:pt x="67734" y="195988"/>
                    <a:pt x="96489" y="196627"/>
                  </a:cubicBezTo>
                  <a:cubicBezTo>
                    <a:pt x="125243" y="197903"/>
                    <a:pt x="149525" y="174921"/>
                    <a:pt x="150164" y="146193"/>
                  </a:cubicBezTo>
                  <a:cubicBezTo>
                    <a:pt x="150164" y="144916"/>
                    <a:pt x="150164" y="143640"/>
                    <a:pt x="150164" y="142363"/>
                  </a:cubicBezTo>
                  <a:lnTo>
                    <a:pt x="150164" y="74054"/>
                  </a:lnTo>
                  <a:cubicBezTo>
                    <a:pt x="149525" y="60648"/>
                    <a:pt x="159748" y="49157"/>
                    <a:pt x="173168" y="48518"/>
                  </a:cubicBezTo>
                  <a:cubicBezTo>
                    <a:pt x="186587" y="47880"/>
                    <a:pt x="198088" y="58094"/>
                    <a:pt x="198728" y="71501"/>
                  </a:cubicBezTo>
                  <a:cubicBezTo>
                    <a:pt x="198728" y="72139"/>
                    <a:pt x="198728" y="73416"/>
                    <a:pt x="198728" y="74054"/>
                  </a:cubicBezTo>
                  <a:lnTo>
                    <a:pt x="198728" y="106613"/>
                  </a:lnTo>
                  <a:cubicBezTo>
                    <a:pt x="187225" y="110443"/>
                    <a:pt x="180836" y="122573"/>
                    <a:pt x="184669" y="133425"/>
                  </a:cubicBezTo>
                  <a:cubicBezTo>
                    <a:pt x="188503" y="144278"/>
                    <a:pt x="200644" y="151300"/>
                    <a:pt x="211508" y="147470"/>
                  </a:cubicBezTo>
                  <a:cubicBezTo>
                    <a:pt x="223009" y="143640"/>
                    <a:pt x="229399" y="131510"/>
                    <a:pt x="225565" y="120657"/>
                  </a:cubicBezTo>
                  <a:cubicBezTo>
                    <a:pt x="223009" y="114912"/>
                    <a:pt x="217897" y="109166"/>
                    <a:pt x="210868" y="107251"/>
                  </a:cubicBezTo>
                  <a:close/>
                  <a:moveTo>
                    <a:pt x="204478" y="136617"/>
                  </a:moveTo>
                  <a:cubicBezTo>
                    <a:pt x="199367" y="136617"/>
                    <a:pt x="195533" y="132787"/>
                    <a:pt x="195533" y="127680"/>
                  </a:cubicBezTo>
                  <a:cubicBezTo>
                    <a:pt x="195533" y="122573"/>
                    <a:pt x="199367" y="118742"/>
                    <a:pt x="204478" y="118742"/>
                  </a:cubicBezTo>
                  <a:cubicBezTo>
                    <a:pt x="209590" y="118742"/>
                    <a:pt x="213424" y="122573"/>
                    <a:pt x="213424" y="127680"/>
                  </a:cubicBezTo>
                  <a:cubicBezTo>
                    <a:pt x="213424" y="127680"/>
                    <a:pt x="213424" y="127680"/>
                    <a:pt x="213424" y="127680"/>
                  </a:cubicBezTo>
                  <a:cubicBezTo>
                    <a:pt x="213424" y="132787"/>
                    <a:pt x="209590" y="136617"/>
                    <a:pt x="204478" y="136617"/>
                  </a:cubicBezTo>
                  <a:cubicBezTo>
                    <a:pt x="204478" y="136617"/>
                    <a:pt x="204478" y="136617"/>
                    <a:pt x="204478" y="136617"/>
                  </a:cubicBezTo>
                  <a:lnTo>
                    <a:pt x="204478" y="136617"/>
                  </a:lnTo>
                  <a:close/>
                </a:path>
              </a:pathLst>
            </a:custGeom>
            <a:solidFill>
              <a:srgbClr val="0076A8"/>
            </a:solidFill>
            <a:ln w="6390" cap="flat">
              <a:noFill/>
              <a:prstDash val="solid"/>
              <a:miter/>
            </a:ln>
          </p:spPr>
          <p:txBody>
            <a:bodyPr rtlCol="0" anchor="ctr"/>
            <a:lstStyle/>
            <a:p>
              <a:endParaRPr lang="en-US"/>
            </a:p>
          </p:txBody>
        </p:sp>
      </p:grpSp>
      <p:grpSp>
        <p:nvGrpSpPr>
          <p:cNvPr id="694" name="Graphic 4">
            <a:extLst>
              <a:ext uri="{FF2B5EF4-FFF2-40B4-BE49-F238E27FC236}">
                <a16:creationId xmlns:a16="http://schemas.microsoft.com/office/drawing/2014/main" id="{236CE06D-8B6D-134E-9F3E-2BF84A65C7AE}"/>
              </a:ext>
            </a:extLst>
          </p:cNvPr>
          <p:cNvGrpSpPr/>
          <p:nvPr/>
        </p:nvGrpSpPr>
        <p:grpSpPr>
          <a:xfrm>
            <a:off x="9279466" y="4308712"/>
            <a:ext cx="361671" cy="361971"/>
            <a:chOff x="9279466" y="4308712"/>
            <a:chExt cx="361671" cy="361971"/>
          </a:xfrm>
          <a:solidFill>
            <a:srgbClr val="0076A8"/>
          </a:solidFill>
        </p:grpSpPr>
        <p:sp>
          <p:nvSpPr>
            <p:cNvPr id="695" name="Graphic 4">
              <a:extLst>
                <a:ext uri="{FF2B5EF4-FFF2-40B4-BE49-F238E27FC236}">
                  <a16:creationId xmlns:a16="http://schemas.microsoft.com/office/drawing/2014/main" id="{0B920412-1DE6-DB45-8FD1-AA99E552C6F8}"/>
                </a:ext>
              </a:extLst>
            </p:cNvPr>
            <p:cNvSpPr/>
            <p:nvPr/>
          </p:nvSpPr>
          <p:spPr>
            <a:xfrm>
              <a:off x="9382344" y="4545558"/>
              <a:ext cx="17891" cy="17875"/>
            </a:xfrm>
            <a:custGeom>
              <a:avLst/>
              <a:gdLst>
                <a:gd name="connsiteX0" fmla="*/ 8945 w 17891"/>
                <a:gd name="connsiteY0" fmla="*/ 0 h 17875"/>
                <a:gd name="connsiteX1" fmla="*/ 0 w 17891"/>
                <a:gd name="connsiteY1" fmla="*/ 8937 h 17875"/>
                <a:gd name="connsiteX2" fmla="*/ 8945 w 17891"/>
                <a:gd name="connsiteY2" fmla="*/ 17875 h 17875"/>
                <a:gd name="connsiteX3" fmla="*/ 17891 w 17891"/>
                <a:gd name="connsiteY3" fmla="*/ 8937 h 17875"/>
                <a:gd name="connsiteX4" fmla="*/ 17891 w 17891"/>
                <a:gd name="connsiteY4" fmla="*/ 8937 h 17875"/>
                <a:gd name="connsiteX5" fmla="*/ 8945 w 17891"/>
                <a:gd name="connsiteY5" fmla="*/ 0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1" h="17875">
                  <a:moveTo>
                    <a:pt x="8945" y="0"/>
                  </a:moveTo>
                  <a:cubicBezTo>
                    <a:pt x="3834" y="0"/>
                    <a:pt x="0" y="3830"/>
                    <a:pt x="0" y="8937"/>
                  </a:cubicBezTo>
                  <a:cubicBezTo>
                    <a:pt x="0" y="14044"/>
                    <a:pt x="3834" y="17875"/>
                    <a:pt x="8945" y="17875"/>
                  </a:cubicBezTo>
                  <a:cubicBezTo>
                    <a:pt x="14058" y="17875"/>
                    <a:pt x="17891" y="14044"/>
                    <a:pt x="17891" y="8937"/>
                  </a:cubicBezTo>
                  <a:cubicBezTo>
                    <a:pt x="17891" y="8937"/>
                    <a:pt x="17891" y="8937"/>
                    <a:pt x="17891" y="8937"/>
                  </a:cubicBezTo>
                  <a:cubicBezTo>
                    <a:pt x="17891" y="4468"/>
                    <a:pt x="14058" y="0"/>
                    <a:pt x="8945" y="0"/>
                  </a:cubicBezTo>
                  <a:close/>
                </a:path>
              </a:pathLst>
            </a:custGeom>
            <a:solidFill>
              <a:srgbClr val="0076A8"/>
            </a:solidFill>
            <a:ln w="6390" cap="flat">
              <a:noFill/>
              <a:prstDash val="solid"/>
              <a:miter/>
            </a:ln>
          </p:spPr>
          <p:txBody>
            <a:bodyPr rtlCol="0" anchor="ctr"/>
            <a:lstStyle/>
            <a:p>
              <a:endParaRPr lang="en-US"/>
            </a:p>
          </p:txBody>
        </p:sp>
        <p:sp>
          <p:nvSpPr>
            <p:cNvPr id="696" name="Graphic 4">
              <a:extLst>
                <a:ext uri="{FF2B5EF4-FFF2-40B4-BE49-F238E27FC236}">
                  <a16:creationId xmlns:a16="http://schemas.microsoft.com/office/drawing/2014/main" id="{6D96DF10-4EB6-3848-860A-29BA2B0D3ED5}"/>
                </a:ext>
              </a:extLst>
            </p:cNvPr>
            <p:cNvSpPr/>
            <p:nvPr/>
          </p:nvSpPr>
          <p:spPr>
            <a:xfrm>
              <a:off x="9359340" y="4438306"/>
              <a:ext cx="141218" cy="109804"/>
            </a:xfrm>
            <a:custGeom>
              <a:avLst/>
              <a:gdLst>
                <a:gd name="connsiteX0" fmla="*/ 0 w 141218"/>
                <a:gd name="connsiteY0" fmla="*/ 109805 h 109804"/>
                <a:gd name="connsiteX1" fmla="*/ 11502 w 141218"/>
                <a:gd name="connsiteY1" fmla="*/ 109805 h 109804"/>
                <a:gd name="connsiteX2" fmla="*/ 38340 w 141218"/>
                <a:gd name="connsiteY2" fmla="*/ 95121 h 109804"/>
                <a:gd name="connsiteX3" fmla="*/ 53037 w 141218"/>
                <a:gd name="connsiteY3" fmla="*/ 109805 h 109804"/>
                <a:gd name="connsiteX4" fmla="*/ 141218 w 141218"/>
                <a:gd name="connsiteY4" fmla="*/ 109805 h 109804"/>
                <a:gd name="connsiteX5" fmla="*/ 141218 w 141218"/>
                <a:gd name="connsiteY5" fmla="*/ 0 h 109804"/>
                <a:gd name="connsiteX6" fmla="*/ 640 w 141218"/>
                <a:gd name="connsiteY6" fmla="*/ 0 h 109804"/>
                <a:gd name="connsiteX7" fmla="*/ 0 w 141218"/>
                <a:gd name="connsiteY7" fmla="*/ 109805 h 109804"/>
                <a:gd name="connsiteX8" fmla="*/ 47286 w 141218"/>
                <a:gd name="connsiteY8" fmla="*/ 40858 h 109804"/>
                <a:gd name="connsiteX9" fmla="*/ 63899 w 141218"/>
                <a:gd name="connsiteY9" fmla="*/ 40858 h 109804"/>
                <a:gd name="connsiteX10" fmla="*/ 63899 w 141218"/>
                <a:gd name="connsiteY10" fmla="*/ 24259 h 109804"/>
                <a:gd name="connsiteX11" fmla="*/ 70289 w 141218"/>
                <a:gd name="connsiteY11" fmla="*/ 17875 h 109804"/>
                <a:gd name="connsiteX12" fmla="*/ 76679 w 141218"/>
                <a:gd name="connsiteY12" fmla="*/ 24259 h 109804"/>
                <a:gd name="connsiteX13" fmla="*/ 76679 w 141218"/>
                <a:gd name="connsiteY13" fmla="*/ 40858 h 109804"/>
                <a:gd name="connsiteX14" fmla="*/ 93294 w 141218"/>
                <a:gd name="connsiteY14" fmla="*/ 40858 h 109804"/>
                <a:gd name="connsiteX15" fmla="*/ 99684 w 141218"/>
                <a:gd name="connsiteY15" fmla="*/ 47242 h 109804"/>
                <a:gd name="connsiteX16" fmla="*/ 93294 w 141218"/>
                <a:gd name="connsiteY16" fmla="*/ 53626 h 109804"/>
                <a:gd name="connsiteX17" fmla="*/ 76679 w 141218"/>
                <a:gd name="connsiteY17" fmla="*/ 53626 h 109804"/>
                <a:gd name="connsiteX18" fmla="*/ 76679 w 141218"/>
                <a:gd name="connsiteY18" fmla="*/ 70224 h 109804"/>
                <a:gd name="connsiteX19" fmla="*/ 70289 w 141218"/>
                <a:gd name="connsiteY19" fmla="*/ 76608 h 109804"/>
                <a:gd name="connsiteX20" fmla="*/ 63899 w 141218"/>
                <a:gd name="connsiteY20" fmla="*/ 70224 h 109804"/>
                <a:gd name="connsiteX21" fmla="*/ 63899 w 141218"/>
                <a:gd name="connsiteY21" fmla="*/ 53626 h 109804"/>
                <a:gd name="connsiteX22" fmla="*/ 47286 w 141218"/>
                <a:gd name="connsiteY22" fmla="*/ 53626 h 109804"/>
                <a:gd name="connsiteX23" fmla="*/ 40896 w 141218"/>
                <a:gd name="connsiteY23" fmla="*/ 47242 h 109804"/>
                <a:gd name="connsiteX24" fmla="*/ 47286 w 141218"/>
                <a:gd name="connsiteY24" fmla="*/ 40858 h 109804"/>
                <a:gd name="connsiteX25" fmla="*/ 47286 w 141218"/>
                <a:gd name="connsiteY25" fmla="*/ 40858 h 10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1218" h="109804">
                  <a:moveTo>
                    <a:pt x="0" y="109805"/>
                  </a:moveTo>
                  <a:lnTo>
                    <a:pt x="11502" y="109805"/>
                  </a:lnTo>
                  <a:cubicBezTo>
                    <a:pt x="14697" y="98313"/>
                    <a:pt x="26838" y="91930"/>
                    <a:pt x="38340" y="95121"/>
                  </a:cubicBezTo>
                  <a:cubicBezTo>
                    <a:pt x="45369" y="97037"/>
                    <a:pt x="50481" y="102782"/>
                    <a:pt x="53037" y="109805"/>
                  </a:cubicBezTo>
                  <a:lnTo>
                    <a:pt x="141218" y="109805"/>
                  </a:lnTo>
                  <a:lnTo>
                    <a:pt x="141218" y="0"/>
                  </a:lnTo>
                  <a:lnTo>
                    <a:pt x="640" y="0"/>
                  </a:lnTo>
                  <a:lnTo>
                    <a:pt x="0" y="109805"/>
                  </a:lnTo>
                  <a:close/>
                  <a:moveTo>
                    <a:pt x="47286" y="40858"/>
                  </a:moveTo>
                  <a:lnTo>
                    <a:pt x="63899" y="40858"/>
                  </a:lnTo>
                  <a:lnTo>
                    <a:pt x="63899" y="24259"/>
                  </a:lnTo>
                  <a:cubicBezTo>
                    <a:pt x="63899" y="20429"/>
                    <a:pt x="66456" y="17875"/>
                    <a:pt x="70289" y="17875"/>
                  </a:cubicBezTo>
                  <a:cubicBezTo>
                    <a:pt x="74124" y="17875"/>
                    <a:pt x="76679" y="20429"/>
                    <a:pt x="76679" y="24259"/>
                  </a:cubicBezTo>
                  <a:lnTo>
                    <a:pt x="76679" y="40858"/>
                  </a:lnTo>
                  <a:lnTo>
                    <a:pt x="93294" y="40858"/>
                  </a:lnTo>
                  <a:cubicBezTo>
                    <a:pt x="97128" y="40858"/>
                    <a:pt x="99684" y="43411"/>
                    <a:pt x="99684" y="47242"/>
                  </a:cubicBezTo>
                  <a:cubicBezTo>
                    <a:pt x="99684" y="51072"/>
                    <a:pt x="97128" y="53626"/>
                    <a:pt x="93294" y="53626"/>
                  </a:cubicBezTo>
                  <a:lnTo>
                    <a:pt x="76679" y="53626"/>
                  </a:lnTo>
                  <a:lnTo>
                    <a:pt x="76679" y="70224"/>
                  </a:lnTo>
                  <a:cubicBezTo>
                    <a:pt x="76679" y="74054"/>
                    <a:pt x="74124" y="76608"/>
                    <a:pt x="70289" y="76608"/>
                  </a:cubicBezTo>
                  <a:cubicBezTo>
                    <a:pt x="66456" y="76608"/>
                    <a:pt x="63899" y="74054"/>
                    <a:pt x="63899" y="70224"/>
                  </a:cubicBezTo>
                  <a:lnTo>
                    <a:pt x="63899" y="53626"/>
                  </a:lnTo>
                  <a:lnTo>
                    <a:pt x="47286" y="53626"/>
                  </a:lnTo>
                  <a:cubicBezTo>
                    <a:pt x="43452" y="53626"/>
                    <a:pt x="40896" y="51072"/>
                    <a:pt x="40896" y="47242"/>
                  </a:cubicBezTo>
                  <a:cubicBezTo>
                    <a:pt x="40896" y="43411"/>
                    <a:pt x="43452" y="40858"/>
                    <a:pt x="47286" y="40858"/>
                  </a:cubicBezTo>
                  <a:lnTo>
                    <a:pt x="47286" y="40858"/>
                  </a:lnTo>
                  <a:close/>
                </a:path>
              </a:pathLst>
            </a:custGeom>
            <a:solidFill>
              <a:srgbClr val="0076A8"/>
            </a:solidFill>
            <a:ln w="6390" cap="flat">
              <a:noFill/>
              <a:prstDash val="solid"/>
              <a:miter/>
            </a:ln>
          </p:spPr>
          <p:txBody>
            <a:bodyPr rtlCol="0" anchor="ctr"/>
            <a:lstStyle/>
            <a:p>
              <a:endParaRPr lang="en-US"/>
            </a:p>
          </p:txBody>
        </p:sp>
        <p:sp>
          <p:nvSpPr>
            <p:cNvPr id="697" name="Graphic 4">
              <a:extLst>
                <a:ext uri="{FF2B5EF4-FFF2-40B4-BE49-F238E27FC236}">
                  <a16:creationId xmlns:a16="http://schemas.microsoft.com/office/drawing/2014/main" id="{E57D13EF-59E9-DE49-900F-CA9F00F85497}"/>
                </a:ext>
              </a:extLst>
            </p:cNvPr>
            <p:cNvSpPr/>
            <p:nvPr/>
          </p:nvSpPr>
          <p:spPr>
            <a:xfrm>
              <a:off x="9512699" y="4545558"/>
              <a:ext cx="17892" cy="17875"/>
            </a:xfrm>
            <a:custGeom>
              <a:avLst/>
              <a:gdLst>
                <a:gd name="connsiteX0" fmla="*/ 8946 w 17892"/>
                <a:gd name="connsiteY0" fmla="*/ 0 h 17875"/>
                <a:gd name="connsiteX1" fmla="*/ 0 w 17892"/>
                <a:gd name="connsiteY1" fmla="*/ 8937 h 17875"/>
                <a:gd name="connsiteX2" fmla="*/ 8946 w 17892"/>
                <a:gd name="connsiteY2" fmla="*/ 17875 h 17875"/>
                <a:gd name="connsiteX3" fmla="*/ 17892 w 17892"/>
                <a:gd name="connsiteY3" fmla="*/ 8937 h 17875"/>
                <a:gd name="connsiteX4" fmla="*/ 8946 w 17892"/>
                <a:gd name="connsiteY4" fmla="*/ 0 h 17875"/>
                <a:gd name="connsiteX5" fmla="*/ 8946 w 17892"/>
                <a:gd name="connsiteY5" fmla="*/ 0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2" h="17875">
                  <a:moveTo>
                    <a:pt x="8946" y="0"/>
                  </a:moveTo>
                  <a:cubicBezTo>
                    <a:pt x="3835" y="0"/>
                    <a:pt x="0" y="3830"/>
                    <a:pt x="0" y="8937"/>
                  </a:cubicBezTo>
                  <a:cubicBezTo>
                    <a:pt x="0" y="14044"/>
                    <a:pt x="3835" y="17875"/>
                    <a:pt x="8946" y="17875"/>
                  </a:cubicBezTo>
                  <a:cubicBezTo>
                    <a:pt x="14058" y="17875"/>
                    <a:pt x="17892" y="14044"/>
                    <a:pt x="17892" y="8937"/>
                  </a:cubicBezTo>
                  <a:cubicBezTo>
                    <a:pt x="17892" y="3830"/>
                    <a:pt x="14058" y="0"/>
                    <a:pt x="8946" y="0"/>
                  </a:cubicBezTo>
                  <a:lnTo>
                    <a:pt x="8946" y="0"/>
                  </a:lnTo>
                  <a:close/>
                </a:path>
              </a:pathLst>
            </a:custGeom>
            <a:solidFill>
              <a:srgbClr val="0076A8"/>
            </a:solidFill>
            <a:ln w="6390" cap="flat">
              <a:noFill/>
              <a:prstDash val="solid"/>
              <a:miter/>
            </a:ln>
          </p:spPr>
          <p:txBody>
            <a:bodyPr rtlCol="0" anchor="ctr"/>
            <a:lstStyle/>
            <a:p>
              <a:endParaRPr lang="en-US"/>
            </a:p>
          </p:txBody>
        </p:sp>
        <p:sp>
          <p:nvSpPr>
            <p:cNvPr id="698" name="Graphic 4">
              <a:extLst>
                <a:ext uri="{FF2B5EF4-FFF2-40B4-BE49-F238E27FC236}">
                  <a16:creationId xmlns:a16="http://schemas.microsoft.com/office/drawing/2014/main" id="{D614A4C3-1C13-774B-9A88-08BCF91EFABB}"/>
                </a:ext>
              </a:extLst>
            </p:cNvPr>
            <p:cNvSpPr/>
            <p:nvPr/>
          </p:nvSpPr>
          <p:spPr>
            <a:xfrm>
              <a:off x="9466691" y="4415324"/>
              <a:ext cx="18530" cy="10214"/>
            </a:xfrm>
            <a:custGeom>
              <a:avLst/>
              <a:gdLst>
                <a:gd name="connsiteX0" fmla="*/ 17892 w 18530"/>
                <a:gd name="connsiteY0" fmla="*/ 8938 h 10214"/>
                <a:gd name="connsiteX1" fmla="*/ 8946 w 18530"/>
                <a:gd name="connsiteY1" fmla="*/ 0 h 10214"/>
                <a:gd name="connsiteX2" fmla="*/ 0 w 18530"/>
                <a:gd name="connsiteY2" fmla="*/ 8938 h 10214"/>
                <a:gd name="connsiteX3" fmla="*/ 0 w 18530"/>
                <a:gd name="connsiteY3" fmla="*/ 8938 h 10214"/>
                <a:gd name="connsiteX4" fmla="*/ 0 w 18530"/>
                <a:gd name="connsiteY4" fmla="*/ 10214 h 10214"/>
                <a:gd name="connsiteX5" fmla="*/ 18531 w 18530"/>
                <a:gd name="connsiteY5" fmla="*/ 10214 h 10214"/>
                <a:gd name="connsiteX6" fmla="*/ 17892 w 18530"/>
                <a:gd name="connsiteY6" fmla="*/ 8938 h 1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530" h="10214">
                  <a:moveTo>
                    <a:pt x="17892" y="8938"/>
                  </a:moveTo>
                  <a:cubicBezTo>
                    <a:pt x="17892" y="3830"/>
                    <a:pt x="14058" y="0"/>
                    <a:pt x="8946" y="0"/>
                  </a:cubicBezTo>
                  <a:cubicBezTo>
                    <a:pt x="3834" y="0"/>
                    <a:pt x="0" y="3830"/>
                    <a:pt x="0" y="8938"/>
                  </a:cubicBezTo>
                  <a:lnTo>
                    <a:pt x="0" y="8938"/>
                  </a:lnTo>
                  <a:cubicBezTo>
                    <a:pt x="0" y="9576"/>
                    <a:pt x="0" y="9576"/>
                    <a:pt x="0" y="10214"/>
                  </a:cubicBezTo>
                  <a:lnTo>
                    <a:pt x="18531" y="10214"/>
                  </a:lnTo>
                  <a:cubicBezTo>
                    <a:pt x="17892" y="10214"/>
                    <a:pt x="17892" y="9576"/>
                    <a:pt x="17892" y="8938"/>
                  </a:cubicBezTo>
                  <a:close/>
                </a:path>
              </a:pathLst>
            </a:custGeom>
            <a:solidFill>
              <a:srgbClr val="0076A8"/>
            </a:solidFill>
            <a:ln w="6390" cap="flat">
              <a:noFill/>
              <a:prstDash val="solid"/>
              <a:miter/>
            </a:ln>
          </p:spPr>
          <p:txBody>
            <a:bodyPr rtlCol="0" anchor="ctr"/>
            <a:lstStyle/>
            <a:p>
              <a:endParaRPr lang="en-US"/>
            </a:p>
          </p:txBody>
        </p:sp>
        <p:sp>
          <p:nvSpPr>
            <p:cNvPr id="699" name="Graphic 4">
              <a:extLst>
                <a:ext uri="{FF2B5EF4-FFF2-40B4-BE49-F238E27FC236}">
                  <a16:creationId xmlns:a16="http://schemas.microsoft.com/office/drawing/2014/main" id="{3BCBEF01-9275-7D4A-A2F7-BFE5C88B4F19}"/>
                </a:ext>
              </a:extLst>
            </p:cNvPr>
            <p:cNvSpPr/>
            <p:nvPr/>
          </p:nvSpPr>
          <p:spPr>
            <a:xfrm>
              <a:off x="9512699" y="4484271"/>
              <a:ext cx="48564" cy="63839"/>
            </a:xfrm>
            <a:custGeom>
              <a:avLst/>
              <a:gdLst>
                <a:gd name="connsiteX0" fmla="*/ 39618 w 48564"/>
                <a:gd name="connsiteY0" fmla="*/ 0 h 63839"/>
                <a:gd name="connsiteX1" fmla="*/ 0 w 48564"/>
                <a:gd name="connsiteY1" fmla="*/ 0 h 63839"/>
                <a:gd name="connsiteX2" fmla="*/ 0 w 48564"/>
                <a:gd name="connsiteY2" fmla="*/ 50434 h 63839"/>
                <a:gd name="connsiteX3" fmla="*/ 8946 w 48564"/>
                <a:gd name="connsiteY3" fmla="*/ 48519 h 63839"/>
                <a:gd name="connsiteX4" fmla="*/ 29394 w 48564"/>
                <a:gd name="connsiteY4" fmla="*/ 63840 h 63839"/>
                <a:gd name="connsiteX5" fmla="*/ 48564 w 48564"/>
                <a:gd name="connsiteY5" fmla="*/ 63840 h 63839"/>
                <a:gd name="connsiteX6" fmla="*/ 48564 w 48564"/>
                <a:gd name="connsiteY6" fmla="*/ 8938 h 63839"/>
                <a:gd name="connsiteX7" fmla="*/ 39618 w 48564"/>
                <a:gd name="connsiteY7" fmla="*/ 0 h 63839"/>
                <a:gd name="connsiteX8" fmla="*/ 39618 w 48564"/>
                <a:gd name="connsiteY8" fmla="*/ 0 h 6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564" h="63839">
                  <a:moveTo>
                    <a:pt x="39618" y="0"/>
                  </a:moveTo>
                  <a:lnTo>
                    <a:pt x="0" y="0"/>
                  </a:lnTo>
                  <a:lnTo>
                    <a:pt x="0" y="50434"/>
                  </a:lnTo>
                  <a:cubicBezTo>
                    <a:pt x="2556" y="49157"/>
                    <a:pt x="5751" y="48519"/>
                    <a:pt x="8946" y="48519"/>
                  </a:cubicBezTo>
                  <a:cubicBezTo>
                    <a:pt x="18531" y="48519"/>
                    <a:pt x="26838" y="54902"/>
                    <a:pt x="29394" y="63840"/>
                  </a:cubicBezTo>
                  <a:lnTo>
                    <a:pt x="48564" y="63840"/>
                  </a:lnTo>
                  <a:lnTo>
                    <a:pt x="48564" y="8938"/>
                  </a:lnTo>
                  <a:cubicBezTo>
                    <a:pt x="48564" y="3831"/>
                    <a:pt x="44730" y="0"/>
                    <a:pt x="39618" y="0"/>
                  </a:cubicBezTo>
                  <a:cubicBezTo>
                    <a:pt x="39618" y="0"/>
                    <a:pt x="39618" y="0"/>
                    <a:pt x="39618" y="0"/>
                  </a:cubicBezTo>
                  <a:close/>
                </a:path>
              </a:pathLst>
            </a:custGeom>
            <a:solidFill>
              <a:srgbClr val="0076A8"/>
            </a:solidFill>
            <a:ln w="6390" cap="flat">
              <a:noFill/>
              <a:prstDash val="solid"/>
              <a:miter/>
            </a:ln>
          </p:spPr>
          <p:txBody>
            <a:bodyPr rtlCol="0" anchor="ctr"/>
            <a:lstStyle/>
            <a:p>
              <a:endParaRPr lang="en-US"/>
            </a:p>
          </p:txBody>
        </p:sp>
        <p:sp>
          <p:nvSpPr>
            <p:cNvPr id="700" name="Graphic 4">
              <a:extLst>
                <a:ext uri="{FF2B5EF4-FFF2-40B4-BE49-F238E27FC236}">
                  <a16:creationId xmlns:a16="http://schemas.microsoft.com/office/drawing/2014/main" id="{7400B7DF-57E9-6E46-AD2F-3F4BA1397F7E}"/>
                </a:ext>
              </a:extLst>
            </p:cNvPr>
            <p:cNvSpPr/>
            <p:nvPr/>
          </p:nvSpPr>
          <p:spPr>
            <a:xfrm>
              <a:off x="9279466" y="4308712"/>
              <a:ext cx="361671" cy="361971"/>
            </a:xfrm>
            <a:custGeom>
              <a:avLst/>
              <a:gdLst>
                <a:gd name="connsiteX0" fmla="*/ 180836 w 361671"/>
                <a:gd name="connsiteY0" fmla="*/ 0 h 361971"/>
                <a:gd name="connsiteX1" fmla="*/ 0 w 361671"/>
                <a:gd name="connsiteY1" fmla="*/ 180667 h 361971"/>
                <a:gd name="connsiteX2" fmla="*/ 180836 w 361671"/>
                <a:gd name="connsiteY2" fmla="*/ 361972 h 361971"/>
                <a:gd name="connsiteX3" fmla="*/ 361671 w 361671"/>
                <a:gd name="connsiteY3" fmla="*/ 181305 h 361971"/>
                <a:gd name="connsiteX4" fmla="*/ 361671 w 361671"/>
                <a:gd name="connsiteY4" fmla="*/ 181305 h 361971"/>
                <a:gd name="connsiteX5" fmla="*/ 180836 w 361671"/>
                <a:gd name="connsiteY5" fmla="*/ 0 h 361971"/>
                <a:gd name="connsiteX6" fmla="*/ 180836 w 361671"/>
                <a:gd name="connsiteY6" fmla="*/ 0 h 361971"/>
                <a:gd name="connsiteX7" fmla="*/ 294577 w 361671"/>
                <a:gd name="connsiteY7" fmla="*/ 245783 h 361971"/>
                <a:gd name="connsiteX8" fmla="*/ 288187 w 361671"/>
                <a:gd name="connsiteY8" fmla="*/ 252167 h 361971"/>
                <a:gd name="connsiteX9" fmla="*/ 262627 w 361671"/>
                <a:gd name="connsiteY9" fmla="*/ 252167 h 361971"/>
                <a:gd name="connsiteX10" fmla="*/ 235789 w 361671"/>
                <a:gd name="connsiteY10" fmla="*/ 266850 h 361971"/>
                <a:gd name="connsiteX11" fmla="*/ 221092 w 361671"/>
                <a:gd name="connsiteY11" fmla="*/ 252167 h 361971"/>
                <a:gd name="connsiteX12" fmla="*/ 132272 w 361671"/>
                <a:gd name="connsiteY12" fmla="*/ 252167 h 361971"/>
                <a:gd name="connsiteX13" fmla="*/ 105434 w 361671"/>
                <a:gd name="connsiteY13" fmla="*/ 266850 h 361971"/>
                <a:gd name="connsiteX14" fmla="*/ 90738 w 361671"/>
                <a:gd name="connsiteY14" fmla="*/ 252167 h 361971"/>
                <a:gd name="connsiteX15" fmla="*/ 72845 w 361671"/>
                <a:gd name="connsiteY15" fmla="*/ 252167 h 361971"/>
                <a:gd name="connsiteX16" fmla="*/ 66456 w 361671"/>
                <a:gd name="connsiteY16" fmla="*/ 245783 h 361971"/>
                <a:gd name="connsiteX17" fmla="*/ 66456 w 361671"/>
                <a:gd name="connsiteY17" fmla="*/ 123211 h 361971"/>
                <a:gd name="connsiteX18" fmla="*/ 72845 w 361671"/>
                <a:gd name="connsiteY18" fmla="*/ 116827 h 361971"/>
                <a:gd name="connsiteX19" fmla="*/ 173807 w 361671"/>
                <a:gd name="connsiteY19" fmla="*/ 116827 h 361971"/>
                <a:gd name="connsiteX20" fmla="*/ 173807 w 361671"/>
                <a:gd name="connsiteY20" fmla="*/ 115550 h 361971"/>
                <a:gd name="connsiteX21" fmla="*/ 195533 w 361671"/>
                <a:gd name="connsiteY21" fmla="*/ 93845 h 361971"/>
                <a:gd name="connsiteX22" fmla="*/ 217258 w 361671"/>
                <a:gd name="connsiteY22" fmla="*/ 115550 h 361971"/>
                <a:gd name="connsiteX23" fmla="*/ 217258 w 361671"/>
                <a:gd name="connsiteY23" fmla="*/ 116827 h 361971"/>
                <a:gd name="connsiteX24" fmla="*/ 226204 w 361671"/>
                <a:gd name="connsiteY24" fmla="*/ 116827 h 361971"/>
                <a:gd name="connsiteX25" fmla="*/ 232594 w 361671"/>
                <a:gd name="connsiteY25" fmla="*/ 123211 h 361971"/>
                <a:gd name="connsiteX26" fmla="*/ 232594 w 361671"/>
                <a:gd name="connsiteY26" fmla="*/ 162792 h 361971"/>
                <a:gd name="connsiteX27" fmla="*/ 272212 w 361671"/>
                <a:gd name="connsiteY27" fmla="*/ 162792 h 361971"/>
                <a:gd name="connsiteX28" fmla="*/ 293937 w 361671"/>
                <a:gd name="connsiteY28" fmla="*/ 184497 h 361971"/>
                <a:gd name="connsiteX29" fmla="*/ 293937 w 361671"/>
                <a:gd name="connsiteY29" fmla="*/ 184497 h 361971"/>
                <a:gd name="connsiteX30" fmla="*/ 294577 w 361671"/>
                <a:gd name="connsiteY30" fmla="*/ 24578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1671" h="361971">
                  <a:moveTo>
                    <a:pt x="180836" y="0"/>
                  </a:moveTo>
                  <a:cubicBezTo>
                    <a:pt x="80514" y="0"/>
                    <a:pt x="0" y="81077"/>
                    <a:pt x="0" y="180667"/>
                  </a:cubicBezTo>
                  <a:cubicBezTo>
                    <a:pt x="0" y="280257"/>
                    <a:pt x="81153" y="361972"/>
                    <a:pt x="180836" y="361972"/>
                  </a:cubicBezTo>
                  <a:cubicBezTo>
                    <a:pt x="281157" y="361972"/>
                    <a:pt x="361671" y="280895"/>
                    <a:pt x="361671" y="181305"/>
                  </a:cubicBezTo>
                  <a:cubicBezTo>
                    <a:pt x="361671" y="181305"/>
                    <a:pt x="361671" y="181305"/>
                    <a:pt x="361671" y="181305"/>
                  </a:cubicBezTo>
                  <a:cubicBezTo>
                    <a:pt x="361671" y="81077"/>
                    <a:pt x="280518" y="0"/>
                    <a:pt x="180836" y="0"/>
                  </a:cubicBezTo>
                  <a:cubicBezTo>
                    <a:pt x="180836" y="0"/>
                    <a:pt x="180836" y="0"/>
                    <a:pt x="180836" y="0"/>
                  </a:cubicBezTo>
                  <a:close/>
                  <a:moveTo>
                    <a:pt x="294577" y="245783"/>
                  </a:moveTo>
                  <a:cubicBezTo>
                    <a:pt x="294577" y="249614"/>
                    <a:pt x="292021" y="252167"/>
                    <a:pt x="288187" y="252167"/>
                  </a:cubicBezTo>
                  <a:lnTo>
                    <a:pt x="262627" y="252167"/>
                  </a:lnTo>
                  <a:cubicBezTo>
                    <a:pt x="259432" y="263658"/>
                    <a:pt x="247291" y="270042"/>
                    <a:pt x="235789" y="266850"/>
                  </a:cubicBezTo>
                  <a:cubicBezTo>
                    <a:pt x="228760" y="264935"/>
                    <a:pt x="223648" y="259190"/>
                    <a:pt x="221092" y="252167"/>
                  </a:cubicBezTo>
                  <a:lnTo>
                    <a:pt x="132272" y="252167"/>
                  </a:lnTo>
                  <a:cubicBezTo>
                    <a:pt x="129077" y="263658"/>
                    <a:pt x="116936" y="270042"/>
                    <a:pt x="105434" y="266850"/>
                  </a:cubicBezTo>
                  <a:cubicBezTo>
                    <a:pt x="98405" y="264935"/>
                    <a:pt x="93294" y="259190"/>
                    <a:pt x="90738" y="252167"/>
                  </a:cubicBezTo>
                  <a:lnTo>
                    <a:pt x="72845" y="252167"/>
                  </a:lnTo>
                  <a:cubicBezTo>
                    <a:pt x="69012" y="252167"/>
                    <a:pt x="66456" y="249614"/>
                    <a:pt x="66456" y="245783"/>
                  </a:cubicBezTo>
                  <a:lnTo>
                    <a:pt x="66456" y="123211"/>
                  </a:lnTo>
                  <a:cubicBezTo>
                    <a:pt x="66456" y="119381"/>
                    <a:pt x="69012" y="116827"/>
                    <a:pt x="72845" y="116827"/>
                  </a:cubicBezTo>
                  <a:lnTo>
                    <a:pt x="173807" y="116827"/>
                  </a:lnTo>
                  <a:cubicBezTo>
                    <a:pt x="173807" y="116189"/>
                    <a:pt x="173807" y="116189"/>
                    <a:pt x="173807" y="115550"/>
                  </a:cubicBezTo>
                  <a:cubicBezTo>
                    <a:pt x="173807" y="103421"/>
                    <a:pt x="183392" y="93845"/>
                    <a:pt x="195533" y="93845"/>
                  </a:cubicBezTo>
                  <a:cubicBezTo>
                    <a:pt x="207673" y="93845"/>
                    <a:pt x="217258" y="103421"/>
                    <a:pt x="217258" y="115550"/>
                  </a:cubicBezTo>
                  <a:cubicBezTo>
                    <a:pt x="217258" y="116189"/>
                    <a:pt x="217258" y="116189"/>
                    <a:pt x="217258" y="116827"/>
                  </a:cubicBezTo>
                  <a:lnTo>
                    <a:pt x="226204" y="116827"/>
                  </a:lnTo>
                  <a:cubicBezTo>
                    <a:pt x="230038" y="116827"/>
                    <a:pt x="232594" y="119381"/>
                    <a:pt x="232594" y="123211"/>
                  </a:cubicBezTo>
                  <a:lnTo>
                    <a:pt x="232594" y="162792"/>
                  </a:lnTo>
                  <a:lnTo>
                    <a:pt x="272212" y="162792"/>
                  </a:lnTo>
                  <a:cubicBezTo>
                    <a:pt x="284352" y="162792"/>
                    <a:pt x="293937" y="172368"/>
                    <a:pt x="293937" y="184497"/>
                  </a:cubicBezTo>
                  <a:lnTo>
                    <a:pt x="293937" y="184497"/>
                  </a:lnTo>
                  <a:lnTo>
                    <a:pt x="294577" y="245783"/>
                  </a:lnTo>
                  <a:close/>
                </a:path>
              </a:pathLst>
            </a:custGeom>
            <a:solidFill>
              <a:srgbClr val="0076A8"/>
            </a:solidFill>
            <a:ln w="6390" cap="flat">
              <a:noFill/>
              <a:prstDash val="solid"/>
              <a:miter/>
            </a:ln>
          </p:spPr>
          <p:txBody>
            <a:bodyPr rtlCol="0" anchor="ctr"/>
            <a:lstStyle/>
            <a:p>
              <a:endParaRPr lang="en-US"/>
            </a:p>
          </p:txBody>
        </p:sp>
      </p:grpSp>
      <p:grpSp>
        <p:nvGrpSpPr>
          <p:cNvPr id="701" name="Graphic 4">
            <a:extLst>
              <a:ext uri="{FF2B5EF4-FFF2-40B4-BE49-F238E27FC236}">
                <a16:creationId xmlns:a16="http://schemas.microsoft.com/office/drawing/2014/main" id="{68C1F453-AE6D-F44D-AA30-59BCE9EE571F}"/>
              </a:ext>
            </a:extLst>
          </p:cNvPr>
          <p:cNvGrpSpPr/>
          <p:nvPr/>
        </p:nvGrpSpPr>
        <p:grpSpPr>
          <a:xfrm>
            <a:off x="9279466" y="3339623"/>
            <a:ext cx="361671" cy="361971"/>
            <a:chOff x="9279466" y="3339623"/>
            <a:chExt cx="361671" cy="361971"/>
          </a:xfrm>
          <a:solidFill>
            <a:srgbClr val="0076A8"/>
          </a:solidFill>
        </p:grpSpPr>
        <p:sp>
          <p:nvSpPr>
            <p:cNvPr id="702" name="Graphic 4">
              <a:extLst>
                <a:ext uri="{FF2B5EF4-FFF2-40B4-BE49-F238E27FC236}">
                  <a16:creationId xmlns:a16="http://schemas.microsoft.com/office/drawing/2014/main" id="{0A75E02F-C186-5E4C-A6E9-C1148B8365DB}"/>
                </a:ext>
              </a:extLst>
            </p:cNvPr>
            <p:cNvSpPr/>
            <p:nvPr/>
          </p:nvSpPr>
          <p:spPr>
            <a:xfrm>
              <a:off x="9372760" y="3473687"/>
              <a:ext cx="175083" cy="121295"/>
            </a:xfrm>
            <a:custGeom>
              <a:avLst/>
              <a:gdLst>
                <a:gd name="connsiteX0" fmla="*/ 0 w 175083"/>
                <a:gd name="connsiteY0" fmla="*/ 121296 h 121295"/>
                <a:gd name="connsiteX1" fmla="*/ 175084 w 175083"/>
                <a:gd name="connsiteY1" fmla="*/ 121296 h 121295"/>
                <a:gd name="connsiteX2" fmla="*/ 175084 w 175083"/>
                <a:gd name="connsiteY2" fmla="*/ 0 h 121295"/>
                <a:gd name="connsiteX3" fmla="*/ 0 w 175083"/>
                <a:gd name="connsiteY3" fmla="*/ 0 h 121295"/>
                <a:gd name="connsiteX4" fmla="*/ 0 w 175083"/>
                <a:gd name="connsiteY4" fmla="*/ 121296 h 121295"/>
                <a:gd name="connsiteX5" fmla="*/ 40895 w 175083"/>
                <a:gd name="connsiteY5" fmla="*/ 47242 h 121295"/>
                <a:gd name="connsiteX6" fmla="*/ 47285 w 175083"/>
                <a:gd name="connsiteY6" fmla="*/ 40858 h 121295"/>
                <a:gd name="connsiteX7" fmla="*/ 67733 w 175083"/>
                <a:gd name="connsiteY7" fmla="*/ 40858 h 121295"/>
                <a:gd name="connsiteX8" fmla="*/ 67733 w 175083"/>
                <a:gd name="connsiteY8" fmla="*/ 20429 h 121295"/>
                <a:gd name="connsiteX9" fmla="*/ 74123 w 175083"/>
                <a:gd name="connsiteY9" fmla="*/ 14045 h 121295"/>
                <a:gd name="connsiteX10" fmla="*/ 100961 w 175083"/>
                <a:gd name="connsiteY10" fmla="*/ 14045 h 121295"/>
                <a:gd name="connsiteX11" fmla="*/ 107350 w 175083"/>
                <a:gd name="connsiteY11" fmla="*/ 20429 h 121295"/>
                <a:gd name="connsiteX12" fmla="*/ 107350 w 175083"/>
                <a:gd name="connsiteY12" fmla="*/ 40858 h 121295"/>
                <a:gd name="connsiteX13" fmla="*/ 127799 w 175083"/>
                <a:gd name="connsiteY13" fmla="*/ 40858 h 121295"/>
                <a:gd name="connsiteX14" fmla="*/ 134189 w 175083"/>
                <a:gd name="connsiteY14" fmla="*/ 47242 h 121295"/>
                <a:gd name="connsiteX15" fmla="*/ 134189 w 175083"/>
                <a:gd name="connsiteY15" fmla="*/ 74054 h 121295"/>
                <a:gd name="connsiteX16" fmla="*/ 127799 w 175083"/>
                <a:gd name="connsiteY16" fmla="*/ 80438 h 121295"/>
                <a:gd name="connsiteX17" fmla="*/ 107350 w 175083"/>
                <a:gd name="connsiteY17" fmla="*/ 80438 h 121295"/>
                <a:gd name="connsiteX18" fmla="*/ 107350 w 175083"/>
                <a:gd name="connsiteY18" fmla="*/ 100867 h 121295"/>
                <a:gd name="connsiteX19" fmla="*/ 100961 w 175083"/>
                <a:gd name="connsiteY19" fmla="*/ 107251 h 121295"/>
                <a:gd name="connsiteX20" fmla="*/ 74123 w 175083"/>
                <a:gd name="connsiteY20" fmla="*/ 107251 h 121295"/>
                <a:gd name="connsiteX21" fmla="*/ 67733 w 175083"/>
                <a:gd name="connsiteY21" fmla="*/ 100867 h 121295"/>
                <a:gd name="connsiteX22" fmla="*/ 67733 w 175083"/>
                <a:gd name="connsiteY22" fmla="*/ 80438 h 121295"/>
                <a:gd name="connsiteX23" fmla="*/ 47285 w 175083"/>
                <a:gd name="connsiteY23" fmla="*/ 80438 h 121295"/>
                <a:gd name="connsiteX24" fmla="*/ 40895 w 175083"/>
                <a:gd name="connsiteY24" fmla="*/ 74054 h 121295"/>
                <a:gd name="connsiteX25" fmla="*/ 40895 w 175083"/>
                <a:gd name="connsiteY25" fmla="*/ 47242 h 12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5083" h="121295">
                  <a:moveTo>
                    <a:pt x="0" y="121296"/>
                  </a:moveTo>
                  <a:lnTo>
                    <a:pt x="175084" y="121296"/>
                  </a:lnTo>
                  <a:lnTo>
                    <a:pt x="175084" y="0"/>
                  </a:lnTo>
                  <a:lnTo>
                    <a:pt x="0" y="0"/>
                  </a:lnTo>
                  <a:lnTo>
                    <a:pt x="0" y="121296"/>
                  </a:lnTo>
                  <a:close/>
                  <a:moveTo>
                    <a:pt x="40895" y="47242"/>
                  </a:moveTo>
                  <a:cubicBezTo>
                    <a:pt x="40895" y="43411"/>
                    <a:pt x="43451" y="40858"/>
                    <a:pt x="47285" y="40858"/>
                  </a:cubicBezTo>
                  <a:lnTo>
                    <a:pt x="67733" y="40858"/>
                  </a:lnTo>
                  <a:lnTo>
                    <a:pt x="67733" y="20429"/>
                  </a:lnTo>
                  <a:cubicBezTo>
                    <a:pt x="67733" y="16598"/>
                    <a:pt x="70289" y="14045"/>
                    <a:pt x="74123" y="14045"/>
                  </a:cubicBezTo>
                  <a:lnTo>
                    <a:pt x="100961" y="14045"/>
                  </a:lnTo>
                  <a:cubicBezTo>
                    <a:pt x="104794" y="14045"/>
                    <a:pt x="107350" y="16598"/>
                    <a:pt x="107350" y="20429"/>
                  </a:cubicBezTo>
                  <a:lnTo>
                    <a:pt x="107350" y="40858"/>
                  </a:lnTo>
                  <a:lnTo>
                    <a:pt x="127799" y="40858"/>
                  </a:lnTo>
                  <a:cubicBezTo>
                    <a:pt x="131633" y="40858"/>
                    <a:pt x="134189" y="43411"/>
                    <a:pt x="134189" y="47242"/>
                  </a:cubicBezTo>
                  <a:lnTo>
                    <a:pt x="134189" y="74054"/>
                  </a:lnTo>
                  <a:cubicBezTo>
                    <a:pt x="134189" y="77885"/>
                    <a:pt x="131633" y="80438"/>
                    <a:pt x="127799" y="80438"/>
                  </a:cubicBezTo>
                  <a:lnTo>
                    <a:pt x="107350" y="80438"/>
                  </a:lnTo>
                  <a:lnTo>
                    <a:pt x="107350" y="100867"/>
                  </a:lnTo>
                  <a:cubicBezTo>
                    <a:pt x="107350" y="104697"/>
                    <a:pt x="104794" y="107251"/>
                    <a:pt x="100961" y="107251"/>
                  </a:cubicBezTo>
                  <a:lnTo>
                    <a:pt x="74123" y="107251"/>
                  </a:lnTo>
                  <a:cubicBezTo>
                    <a:pt x="70289" y="107251"/>
                    <a:pt x="67733" y="104697"/>
                    <a:pt x="67733" y="100867"/>
                  </a:cubicBezTo>
                  <a:lnTo>
                    <a:pt x="67733" y="80438"/>
                  </a:lnTo>
                  <a:lnTo>
                    <a:pt x="47285" y="80438"/>
                  </a:lnTo>
                  <a:cubicBezTo>
                    <a:pt x="43451" y="80438"/>
                    <a:pt x="40895" y="77885"/>
                    <a:pt x="40895" y="74054"/>
                  </a:cubicBezTo>
                  <a:lnTo>
                    <a:pt x="40895" y="47242"/>
                  </a:lnTo>
                  <a:close/>
                </a:path>
              </a:pathLst>
            </a:custGeom>
            <a:solidFill>
              <a:srgbClr val="0076A8"/>
            </a:solidFill>
            <a:ln w="6390" cap="flat">
              <a:noFill/>
              <a:prstDash val="solid"/>
              <a:miter/>
            </a:ln>
          </p:spPr>
          <p:txBody>
            <a:bodyPr rtlCol="0" anchor="ctr"/>
            <a:lstStyle/>
            <a:p>
              <a:endParaRPr lang="en-US"/>
            </a:p>
          </p:txBody>
        </p:sp>
        <p:sp>
          <p:nvSpPr>
            <p:cNvPr id="703" name="Graphic 4">
              <a:extLst>
                <a:ext uri="{FF2B5EF4-FFF2-40B4-BE49-F238E27FC236}">
                  <a16:creationId xmlns:a16="http://schemas.microsoft.com/office/drawing/2014/main" id="{AC4B0072-70D7-0946-95C2-8D610DC6F883}"/>
                </a:ext>
              </a:extLst>
            </p:cNvPr>
            <p:cNvSpPr/>
            <p:nvPr/>
          </p:nvSpPr>
          <p:spPr>
            <a:xfrm>
              <a:off x="9426434" y="3500500"/>
              <a:ext cx="67733" cy="67670"/>
            </a:xfrm>
            <a:custGeom>
              <a:avLst/>
              <a:gdLst>
                <a:gd name="connsiteX0" fmla="*/ 26838 w 67733"/>
                <a:gd name="connsiteY0" fmla="*/ 47241 h 67670"/>
                <a:gd name="connsiteX1" fmla="*/ 26838 w 67733"/>
                <a:gd name="connsiteY1" fmla="*/ 67670 h 67670"/>
                <a:gd name="connsiteX2" fmla="*/ 40896 w 67733"/>
                <a:gd name="connsiteY2" fmla="*/ 67670 h 67670"/>
                <a:gd name="connsiteX3" fmla="*/ 40896 w 67733"/>
                <a:gd name="connsiteY3" fmla="*/ 47241 h 67670"/>
                <a:gd name="connsiteX4" fmla="*/ 47286 w 67733"/>
                <a:gd name="connsiteY4" fmla="*/ 40857 h 67670"/>
                <a:gd name="connsiteX5" fmla="*/ 67734 w 67733"/>
                <a:gd name="connsiteY5" fmla="*/ 40857 h 67670"/>
                <a:gd name="connsiteX6" fmla="*/ 67734 w 67733"/>
                <a:gd name="connsiteY6" fmla="*/ 26813 h 67670"/>
                <a:gd name="connsiteX7" fmla="*/ 47286 w 67733"/>
                <a:gd name="connsiteY7" fmla="*/ 26813 h 67670"/>
                <a:gd name="connsiteX8" fmla="*/ 40896 w 67733"/>
                <a:gd name="connsiteY8" fmla="*/ 20429 h 67670"/>
                <a:gd name="connsiteX9" fmla="*/ 40896 w 67733"/>
                <a:gd name="connsiteY9" fmla="*/ 0 h 67670"/>
                <a:gd name="connsiteX10" fmla="*/ 26838 w 67733"/>
                <a:gd name="connsiteY10" fmla="*/ 0 h 67670"/>
                <a:gd name="connsiteX11" fmla="*/ 26838 w 67733"/>
                <a:gd name="connsiteY11" fmla="*/ 20429 h 67670"/>
                <a:gd name="connsiteX12" fmla="*/ 20448 w 67733"/>
                <a:gd name="connsiteY12" fmla="*/ 26813 h 67670"/>
                <a:gd name="connsiteX13" fmla="*/ 0 w 67733"/>
                <a:gd name="connsiteY13" fmla="*/ 26813 h 67670"/>
                <a:gd name="connsiteX14" fmla="*/ 0 w 67733"/>
                <a:gd name="connsiteY14" fmla="*/ 40857 h 67670"/>
                <a:gd name="connsiteX15" fmla="*/ 20448 w 67733"/>
                <a:gd name="connsiteY15" fmla="*/ 40857 h 67670"/>
                <a:gd name="connsiteX16" fmla="*/ 26838 w 67733"/>
                <a:gd name="connsiteY16" fmla="*/ 47241 h 6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733" h="67670">
                  <a:moveTo>
                    <a:pt x="26838" y="47241"/>
                  </a:moveTo>
                  <a:lnTo>
                    <a:pt x="26838" y="67670"/>
                  </a:lnTo>
                  <a:lnTo>
                    <a:pt x="40896" y="67670"/>
                  </a:lnTo>
                  <a:lnTo>
                    <a:pt x="40896" y="47241"/>
                  </a:lnTo>
                  <a:cubicBezTo>
                    <a:pt x="40896" y="43411"/>
                    <a:pt x="43452" y="40857"/>
                    <a:pt x="47286" y="40857"/>
                  </a:cubicBezTo>
                  <a:lnTo>
                    <a:pt x="67734" y="40857"/>
                  </a:lnTo>
                  <a:lnTo>
                    <a:pt x="67734" y="26813"/>
                  </a:lnTo>
                  <a:lnTo>
                    <a:pt x="47286" y="26813"/>
                  </a:lnTo>
                  <a:cubicBezTo>
                    <a:pt x="43452" y="26813"/>
                    <a:pt x="40896" y="24259"/>
                    <a:pt x="40896" y="20429"/>
                  </a:cubicBezTo>
                  <a:lnTo>
                    <a:pt x="40896" y="0"/>
                  </a:lnTo>
                  <a:lnTo>
                    <a:pt x="26838" y="0"/>
                  </a:lnTo>
                  <a:lnTo>
                    <a:pt x="26838" y="20429"/>
                  </a:lnTo>
                  <a:cubicBezTo>
                    <a:pt x="26838" y="24259"/>
                    <a:pt x="24282" y="26813"/>
                    <a:pt x="20448" y="26813"/>
                  </a:cubicBezTo>
                  <a:lnTo>
                    <a:pt x="0" y="26813"/>
                  </a:lnTo>
                  <a:lnTo>
                    <a:pt x="0" y="40857"/>
                  </a:lnTo>
                  <a:lnTo>
                    <a:pt x="20448" y="40857"/>
                  </a:lnTo>
                  <a:cubicBezTo>
                    <a:pt x="23643" y="40857"/>
                    <a:pt x="26838" y="43411"/>
                    <a:pt x="26838" y="47241"/>
                  </a:cubicBezTo>
                  <a:close/>
                </a:path>
              </a:pathLst>
            </a:custGeom>
            <a:solidFill>
              <a:srgbClr val="0076A8"/>
            </a:solidFill>
            <a:ln w="6390" cap="flat">
              <a:noFill/>
              <a:prstDash val="solid"/>
              <a:miter/>
            </a:ln>
          </p:spPr>
          <p:txBody>
            <a:bodyPr rtlCol="0" anchor="ctr"/>
            <a:lstStyle/>
            <a:p>
              <a:endParaRPr lang="en-US"/>
            </a:p>
          </p:txBody>
        </p:sp>
        <p:sp>
          <p:nvSpPr>
            <p:cNvPr id="704" name="Graphic 4">
              <a:extLst>
                <a:ext uri="{FF2B5EF4-FFF2-40B4-BE49-F238E27FC236}">
                  <a16:creationId xmlns:a16="http://schemas.microsoft.com/office/drawing/2014/main" id="{71ECF687-A686-3F4C-817B-8D47BFBEEA30}"/>
                </a:ext>
              </a:extLst>
            </p:cNvPr>
            <p:cNvSpPr/>
            <p:nvPr/>
          </p:nvSpPr>
          <p:spPr>
            <a:xfrm>
              <a:off x="9439854" y="3446874"/>
              <a:ext cx="40895" cy="14044"/>
            </a:xfrm>
            <a:custGeom>
              <a:avLst/>
              <a:gdLst>
                <a:gd name="connsiteX0" fmla="*/ 0 w 40895"/>
                <a:gd name="connsiteY0" fmla="*/ 0 h 14044"/>
                <a:gd name="connsiteX1" fmla="*/ 40896 w 40895"/>
                <a:gd name="connsiteY1" fmla="*/ 0 h 14044"/>
                <a:gd name="connsiteX2" fmla="*/ 40896 w 40895"/>
                <a:gd name="connsiteY2" fmla="*/ 14045 h 14044"/>
                <a:gd name="connsiteX3" fmla="*/ 0 w 40895"/>
                <a:gd name="connsiteY3" fmla="*/ 14045 h 14044"/>
              </a:gdLst>
              <a:ahLst/>
              <a:cxnLst>
                <a:cxn ang="0">
                  <a:pos x="connsiteX0" y="connsiteY0"/>
                </a:cxn>
                <a:cxn ang="0">
                  <a:pos x="connsiteX1" y="connsiteY1"/>
                </a:cxn>
                <a:cxn ang="0">
                  <a:pos x="connsiteX2" y="connsiteY2"/>
                </a:cxn>
                <a:cxn ang="0">
                  <a:pos x="connsiteX3" y="connsiteY3"/>
                </a:cxn>
              </a:cxnLst>
              <a:rect l="l" t="t" r="r" b="b"/>
              <a:pathLst>
                <a:path w="40895" h="14044">
                  <a:moveTo>
                    <a:pt x="0" y="0"/>
                  </a:moveTo>
                  <a:lnTo>
                    <a:pt x="40896" y="0"/>
                  </a:lnTo>
                  <a:lnTo>
                    <a:pt x="40896" y="14045"/>
                  </a:lnTo>
                  <a:lnTo>
                    <a:pt x="0" y="14045"/>
                  </a:lnTo>
                  <a:close/>
                </a:path>
              </a:pathLst>
            </a:custGeom>
            <a:solidFill>
              <a:srgbClr val="0076A8"/>
            </a:solidFill>
            <a:ln w="6390" cap="flat">
              <a:noFill/>
              <a:prstDash val="solid"/>
              <a:miter/>
            </a:ln>
          </p:spPr>
          <p:txBody>
            <a:bodyPr rtlCol="0" anchor="ctr"/>
            <a:lstStyle/>
            <a:p>
              <a:endParaRPr lang="en-US"/>
            </a:p>
          </p:txBody>
        </p:sp>
        <p:sp>
          <p:nvSpPr>
            <p:cNvPr id="705" name="Graphic 4">
              <a:extLst>
                <a:ext uri="{FF2B5EF4-FFF2-40B4-BE49-F238E27FC236}">
                  <a16:creationId xmlns:a16="http://schemas.microsoft.com/office/drawing/2014/main" id="{41CBECFB-24E1-BF44-8061-3379C35A5412}"/>
                </a:ext>
              </a:extLst>
            </p:cNvPr>
            <p:cNvSpPr/>
            <p:nvPr/>
          </p:nvSpPr>
          <p:spPr>
            <a:xfrm>
              <a:off x="9279466" y="3339623"/>
              <a:ext cx="361671" cy="361971"/>
            </a:xfrm>
            <a:custGeom>
              <a:avLst/>
              <a:gdLst>
                <a:gd name="connsiteX0" fmla="*/ 180836 w 361671"/>
                <a:gd name="connsiteY0" fmla="*/ 0 h 361971"/>
                <a:gd name="connsiteX1" fmla="*/ 0 w 361671"/>
                <a:gd name="connsiteY1" fmla="*/ 180667 h 361971"/>
                <a:gd name="connsiteX2" fmla="*/ 180836 w 361671"/>
                <a:gd name="connsiteY2" fmla="*/ 361972 h 361971"/>
                <a:gd name="connsiteX3" fmla="*/ 361671 w 361671"/>
                <a:gd name="connsiteY3" fmla="*/ 181305 h 361971"/>
                <a:gd name="connsiteX4" fmla="*/ 361671 w 361671"/>
                <a:gd name="connsiteY4" fmla="*/ 181305 h 361971"/>
                <a:gd name="connsiteX5" fmla="*/ 180836 w 361671"/>
                <a:gd name="connsiteY5" fmla="*/ 0 h 361971"/>
                <a:gd name="connsiteX6" fmla="*/ 180836 w 361671"/>
                <a:gd name="connsiteY6" fmla="*/ 0 h 361971"/>
                <a:gd name="connsiteX7" fmla="*/ 281157 w 361671"/>
                <a:gd name="connsiteY7" fmla="*/ 261743 h 361971"/>
                <a:gd name="connsiteX8" fmla="*/ 274767 w 361671"/>
                <a:gd name="connsiteY8" fmla="*/ 268127 h 361971"/>
                <a:gd name="connsiteX9" fmla="*/ 86904 w 361671"/>
                <a:gd name="connsiteY9" fmla="*/ 268127 h 361971"/>
                <a:gd name="connsiteX10" fmla="*/ 80514 w 361671"/>
                <a:gd name="connsiteY10" fmla="*/ 261743 h 361971"/>
                <a:gd name="connsiteX11" fmla="*/ 80514 w 361671"/>
                <a:gd name="connsiteY11" fmla="*/ 127680 h 361971"/>
                <a:gd name="connsiteX12" fmla="*/ 86904 w 361671"/>
                <a:gd name="connsiteY12" fmla="*/ 121296 h 361971"/>
                <a:gd name="connsiteX13" fmla="*/ 147608 w 361671"/>
                <a:gd name="connsiteY13" fmla="*/ 121296 h 361971"/>
                <a:gd name="connsiteX14" fmla="*/ 147608 w 361671"/>
                <a:gd name="connsiteY14" fmla="*/ 100867 h 361971"/>
                <a:gd name="connsiteX15" fmla="*/ 153998 w 361671"/>
                <a:gd name="connsiteY15" fmla="*/ 94483 h 361971"/>
                <a:gd name="connsiteX16" fmla="*/ 207673 w 361671"/>
                <a:gd name="connsiteY16" fmla="*/ 94483 h 361971"/>
                <a:gd name="connsiteX17" fmla="*/ 214063 w 361671"/>
                <a:gd name="connsiteY17" fmla="*/ 100867 h 361971"/>
                <a:gd name="connsiteX18" fmla="*/ 214063 w 361671"/>
                <a:gd name="connsiteY18" fmla="*/ 121296 h 361971"/>
                <a:gd name="connsiteX19" fmla="*/ 274767 w 361671"/>
                <a:gd name="connsiteY19" fmla="*/ 121296 h 361971"/>
                <a:gd name="connsiteX20" fmla="*/ 281157 w 361671"/>
                <a:gd name="connsiteY20" fmla="*/ 127680 h 361971"/>
                <a:gd name="connsiteX21" fmla="*/ 281157 w 361671"/>
                <a:gd name="connsiteY21" fmla="*/ 26174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1671" h="361971">
                  <a:moveTo>
                    <a:pt x="180836" y="0"/>
                  </a:moveTo>
                  <a:cubicBezTo>
                    <a:pt x="80514" y="0"/>
                    <a:pt x="0" y="81077"/>
                    <a:pt x="0" y="180667"/>
                  </a:cubicBezTo>
                  <a:cubicBezTo>
                    <a:pt x="0" y="280895"/>
                    <a:pt x="81153" y="361972"/>
                    <a:pt x="180836" y="361972"/>
                  </a:cubicBezTo>
                  <a:cubicBezTo>
                    <a:pt x="281157" y="361972"/>
                    <a:pt x="361671" y="280895"/>
                    <a:pt x="361671" y="181305"/>
                  </a:cubicBezTo>
                  <a:lnTo>
                    <a:pt x="361671" y="181305"/>
                  </a:lnTo>
                  <a:cubicBezTo>
                    <a:pt x="361671" y="81077"/>
                    <a:pt x="281157" y="0"/>
                    <a:pt x="180836" y="0"/>
                  </a:cubicBezTo>
                  <a:cubicBezTo>
                    <a:pt x="180836" y="0"/>
                    <a:pt x="180836" y="0"/>
                    <a:pt x="180836" y="0"/>
                  </a:cubicBezTo>
                  <a:close/>
                  <a:moveTo>
                    <a:pt x="281157" y="261743"/>
                  </a:moveTo>
                  <a:cubicBezTo>
                    <a:pt x="281157" y="265574"/>
                    <a:pt x="278602" y="268127"/>
                    <a:pt x="274767" y="268127"/>
                  </a:cubicBezTo>
                  <a:lnTo>
                    <a:pt x="86904" y="268127"/>
                  </a:lnTo>
                  <a:cubicBezTo>
                    <a:pt x="83069" y="268127"/>
                    <a:pt x="80514" y="265574"/>
                    <a:pt x="80514" y="261743"/>
                  </a:cubicBezTo>
                  <a:lnTo>
                    <a:pt x="80514" y="127680"/>
                  </a:lnTo>
                  <a:cubicBezTo>
                    <a:pt x="80514" y="123849"/>
                    <a:pt x="83069" y="121296"/>
                    <a:pt x="86904" y="121296"/>
                  </a:cubicBezTo>
                  <a:lnTo>
                    <a:pt x="147608" y="121296"/>
                  </a:lnTo>
                  <a:lnTo>
                    <a:pt x="147608" y="100867"/>
                  </a:lnTo>
                  <a:cubicBezTo>
                    <a:pt x="147608" y="97037"/>
                    <a:pt x="150164" y="94483"/>
                    <a:pt x="153998" y="94483"/>
                  </a:cubicBezTo>
                  <a:lnTo>
                    <a:pt x="207673" y="94483"/>
                  </a:lnTo>
                  <a:cubicBezTo>
                    <a:pt x="211508" y="94483"/>
                    <a:pt x="214063" y="97037"/>
                    <a:pt x="214063" y="100867"/>
                  </a:cubicBezTo>
                  <a:lnTo>
                    <a:pt x="214063" y="121296"/>
                  </a:lnTo>
                  <a:lnTo>
                    <a:pt x="274767" y="121296"/>
                  </a:lnTo>
                  <a:cubicBezTo>
                    <a:pt x="278602" y="121296"/>
                    <a:pt x="281157" y="123849"/>
                    <a:pt x="281157" y="127680"/>
                  </a:cubicBezTo>
                  <a:lnTo>
                    <a:pt x="281157" y="261743"/>
                  </a:lnTo>
                  <a:close/>
                </a:path>
              </a:pathLst>
            </a:custGeom>
            <a:solidFill>
              <a:srgbClr val="0076A8"/>
            </a:solidFill>
            <a:ln w="6390" cap="flat">
              <a:noFill/>
              <a:prstDash val="solid"/>
              <a:miter/>
            </a:ln>
          </p:spPr>
          <p:txBody>
            <a:bodyPr rtlCol="0" anchor="ctr"/>
            <a:lstStyle/>
            <a:p>
              <a:endParaRPr lang="en-US"/>
            </a:p>
          </p:txBody>
        </p:sp>
      </p:grpSp>
      <p:grpSp>
        <p:nvGrpSpPr>
          <p:cNvPr id="706" name="Graphic 4">
            <a:extLst>
              <a:ext uri="{FF2B5EF4-FFF2-40B4-BE49-F238E27FC236}">
                <a16:creationId xmlns:a16="http://schemas.microsoft.com/office/drawing/2014/main" id="{43F643B4-14C3-1F47-B809-62C3F18A782E}"/>
              </a:ext>
            </a:extLst>
          </p:cNvPr>
          <p:cNvGrpSpPr/>
          <p:nvPr/>
        </p:nvGrpSpPr>
        <p:grpSpPr>
          <a:xfrm>
            <a:off x="9279466" y="3824168"/>
            <a:ext cx="361671" cy="361971"/>
            <a:chOff x="9279466" y="3824168"/>
            <a:chExt cx="361671" cy="361971"/>
          </a:xfrm>
          <a:solidFill>
            <a:srgbClr val="0076A8"/>
          </a:solidFill>
        </p:grpSpPr>
        <p:sp>
          <p:nvSpPr>
            <p:cNvPr id="707" name="Graphic 4">
              <a:extLst>
                <a:ext uri="{FF2B5EF4-FFF2-40B4-BE49-F238E27FC236}">
                  <a16:creationId xmlns:a16="http://schemas.microsoft.com/office/drawing/2014/main" id="{1C60F9F4-E800-434C-89AC-2811369BEDF7}"/>
                </a:ext>
              </a:extLst>
            </p:cNvPr>
            <p:cNvSpPr/>
            <p:nvPr/>
          </p:nvSpPr>
          <p:spPr>
            <a:xfrm>
              <a:off x="9542732" y="4026540"/>
              <a:ext cx="17891" cy="17875"/>
            </a:xfrm>
            <a:custGeom>
              <a:avLst/>
              <a:gdLst>
                <a:gd name="connsiteX0" fmla="*/ 17892 w 17891"/>
                <a:gd name="connsiteY0" fmla="*/ 8938 h 17875"/>
                <a:gd name="connsiteX1" fmla="*/ 8945 w 17891"/>
                <a:gd name="connsiteY1" fmla="*/ 17875 h 17875"/>
                <a:gd name="connsiteX2" fmla="*/ -1 w 17891"/>
                <a:gd name="connsiteY2" fmla="*/ 8938 h 17875"/>
                <a:gd name="connsiteX3" fmla="*/ 8945 w 17891"/>
                <a:gd name="connsiteY3" fmla="*/ 0 h 17875"/>
                <a:gd name="connsiteX4" fmla="*/ 17892 w 17891"/>
                <a:gd name="connsiteY4" fmla="*/ 8938 h 17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91" h="17875">
                  <a:moveTo>
                    <a:pt x="17892" y="8938"/>
                  </a:moveTo>
                  <a:cubicBezTo>
                    <a:pt x="17892" y="13874"/>
                    <a:pt x="13886" y="17875"/>
                    <a:pt x="8945" y="17875"/>
                  </a:cubicBezTo>
                  <a:cubicBezTo>
                    <a:pt x="4005" y="17875"/>
                    <a:pt x="-1" y="13874"/>
                    <a:pt x="-1" y="8938"/>
                  </a:cubicBezTo>
                  <a:cubicBezTo>
                    <a:pt x="-1" y="4002"/>
                    <a:pt x="4005" y="0"/>
                    <a:pt x="8945" y="0"/>
                  </a:cubicBezTo>
                  <a:cubicBezTo>
                    <a:pt x="13886" y="0"/>
                    <a:pt x="17892" y="4002"/>
                    <a:pt x="17892" y="8938"/>
                  </a:cubicBezTo>
                  <a:close/>
                </a:path>
              </a:pathLst>
            </a:custGeom>
            <a:solidFill>
              <a:srgbClr val="0076A8"/>
            </a:solidFill>
            <a:ln w="6390" cap="flat">
              <a:noFill/>
              <a:prstDash val="solid"/>
              <a:miter/>
            </a:ln>
          </p:spPr>
          <p:txBody>
            <a:bodyPr rtlCol="0" anchor="ctr"/>
            <a:lstStyle/>
            <a:p>
              <a:endParaRPr lang="en-US"/>
            </a:p>
          </p:txBody>
        </p:sp>
        <p:sp>
          <p:nvSpPr>
            <p:cNvPr id="708" name="Graphic 4">
              <a:extLst>
                <a:ext uri="{FF2B5EF4-FFF2-40B4-BE49-F238E27FC236}">
                  <a16:creationId xmlns:a16="http://schemas.microsoft.com/office/drawing/2014/main" id="{639073E5-13C3-DE4C-8018-29EA65AA754F}"/>
                </a:ext>
              </a:extLst>
            </p:cNvPr>
            <p:cNvSpPr/>
            <p:nvPr/>
          </p:nvSpPr>
          <p:spPr>
            <a:xfrm>
              <a:off x="9279466" y="3824168"/>
              <a:ext cx="361671" cy="361971"/>
            </a:xfrm>
            <a:custGeom>
              <a:avLst/>
              <a:gdLst>
                <a:gd name="connsiteX0" fmla="*/ 180836 w 361671"/>
                <a:gd name="connsiteY0" fmla="*/ 0 h 361971"/>
                <a:gd name="connsiteX1" fmla="*/ 0 w 361671"/>
                <a:gd name="connsiteY1" fmla="*/ 180667 h 361971"/>
                <a:gd name="connsiteX2" fmla="*/ 180836 w 361671"/>
                <a:gd name="connsiteY2" fmla="*/ 361971 h 361971"/>
                <a:gd name="connsiteX3" fmla="*/ 361671 w 361671"/>
                <a:gd name="connsiteY3" fmla="*/ 181305 h 361971"/>
                <a:gd name="connsiteX4" fmla="*/ 361671 w 361671"/>
                <a:gd name="connsiteY4" fmla="*/ 181305 h 361971"/>
                <a:gd name="connsiteX5" fmla="*/ 180836 w 361671"/>
                <a:gd name="connsiteY5" fmla="*/ 0 h 361971"/>
                <a:gd name="connsiteX6" fmla="*/ 272212 w 361671"/>
                <a:gd name="connsiteY6" fmla="*/ 233015 h 361971"/>
                <a:gd name="connsiteX7" fmla="*/ 250486 w 361671"/>
                <a:gd name="connsiteY7" fmla="*/ 211310 h 361971"/>
                <a:gd name="connsiteX8" fmla="*/ 265822 w 361671"/>
                <a:gd name="connsiteY8" fmla="*/ 190881 h 361971"/>
                <a:gd name="connsiteX9" fmla="*/ 265822 w 361671"/>
                <a:gd name="connsiteY9" fmla="*/ 158323 h 361971"/>
                <a:gd name="connsiteX10" fmla="*/ 242818 w 361671"/>
                <a:gd name="connsiteY10" fmla="*/ 132787 h 361971"/>
                <a:gd name="connsiteX11" fmla="*/ 217258 w 361671"/>
                <a:gd name="connsiteY11" fmla="*/ 155769 h 361971"/>
                <a:gd name="connsiteX12" fmla="*/ 217258 w 361671"/>
                <a:gd name="connsiteY12" fmla="*/ 158323 h 361971"/>
                <a:gd name="connsiteX13" fmla="*/ 217258 w 361671"/>
                <a:gd name="connsiteY13" fmla="*/ 226631 h 361971"/>
                <a:gd name="connsiteX14" fmla="*/ 164861 w 361671"/>
                <a:gd name="connsiteY14" fmla="*/ 278980 h 361971"/>
                <a:gd name="connsiteX15" fmla="*/ 112464 w 361671"/>
                <a:gd name="connsiteY15" fmla="*/ 226631 h 361971"/>
                <a:gd name="connsiteX16" fmla="*/ 112464 w 361671"/>
                <a:gd name="connsiteY16" fmla="*/ 187051 h 361971"/>
                <a:gd name="connsiteX17" fmla="*/ 67094 w 361671"/>
                <a:gd name="connsiteY17" fmla="*/ 143001 h 361971"/>
                <a:gd name="connsiteX18" fmla="*/ 67094 w 361671"/>
                <a:gd name="connsiteY18" fmla="*/ 90014 h 361971"/>
                <a:gd name="connsiteX19" fmla="*/ 73484 w 361671"/>
                <a:gd name="connsiteY19" fmla="*/ 83630 h 361971"/>
                <a:gd name="connsiteX20" fmla="*/ 88820 w 361671"/>
                <a:gd name="connsiteY20" fmla="*/ 83630 h 361971"/>
                <a:gd name="connsiteX21" fmla="*/ 95210 w 361671"/>
                <a:gd name="connsiteY21" fmla="*/ 90014 h 361971"/>
                <a:gd name="connsiteX22" fmla="*/ 88820 w 361671"/>
                <a:gd name="connsiteY22" fmla="*/ 96398 h 361971"/>
                <a:gd name="connsiteX23" fmla="*/ 79874 w 361671"/>
                <a:gd name="connsiteY23" fmla="*/ 96398 h 361971"/>
                <a:gd name="connsiteX24" fmla="*/ 79874 w 361671"/>
                <a:gd name="connsiteY24" fmla="*/ 143001 h 361971"/>
                <a:gd name="connsiteX25" fmla="*/ 118853 w 361671"/>
                <a:gd name="connsiteY25" fmla="*/ 174921 h 361971"/>
                <a:gd name="connsiteX26" fmla="*/ 158471 w 361671"/>
                <a:gd name="connsiteY26" fmla="*/ 143001 h 361971"/>
                <a:gd name="connsiteX27" fmla="*/ 158471 w 361671"/>
                <a:gd name="connsiteY27" fmla="*/ 96398 h 361971"/>
                <a:gd name="connsiteX28" fmla="*/ 149525 w 361671"/>
                <a:gd name="connsiteY28" fmla="*/ 96398 h 361971"/>
                <a:gd name="connsiteX29" fmla="*/ 143135 w 361671"/>
                <a:gd name="connsiteY29" fmla="*/ 90014 h 361971"/>
                <a:gd name="connsiteX30" fmla="*/ 149525 w 361671"/>
                <a:gd name="connsiteY30" fmla="*/ 83630 h 361971"/>
                <a:gd name="connsiteX31" fmla="*/ 164861 w 361671"/>
                <a:gd name="connsiteY31" fmla="*/ 83630 h 361971"/>
                <a:gd name="connsiteX32" fmla="*/ 171251 w 361671"/>
                <a:gd name="connsiteY32" fmla="*/ 90014 h 361971"/>
                <a:gd name="connsiteX33" fmla="*/ 171251 w 361671"/>
                <a:gd name="connsiteY33" fmla="*/ 143001 h 361971"/>
                <a:gd name="connsiteX34" fmla="*/ 125243 w 361671"/>
                <a:gd name="connsiteY34" fmla="*/ 187051 h 361971"/>
                <a:gd name="connsiteX35" fmla="*/ 125243 w 361671"/>
                <a:gd name="connsiteY35" fmla="*/ 226631 h 361971"/>
                <a:gd name="connsiteX36" fmla="*/ 164861 w 361671"/>
                <a:gd name="connsiteY36" fmla="*/ 266212 h 361971"/>
                <a:gd name="connsiteX37" fmla="*/ 204478 w 361671"/>
                <a:gd name="connsiteY37" fmla="*/ 226631 h 361971"/>
                <a:gd name="connsiteX38" fmla="*/ 204478 w 361671"/>
                <a:gd name="connsiteY38" fmla="*/ 226631 h 361971"/>
                <a:gd name="connsiteX39" fmla="*/ 204478 w 361671"/>
                <a:gd name="connsiteY39" fmla="*/ 158323 h 361971"/>
                <a:gd name="connsiteX40" fmla="*/ 239623 w 361671"/>
                <a:gd name="connsiteY40" fmla="*/ 120019 h 361971"/>
                <a:gd name="connsiteX41" fmla="*/ 277962 w 361671"/>
                <a:gd name="connsiteY41" fmla="*/ 155131 h 361971"/>
                <a:gd name="connsiteX42" fmla="*/ 277962 w 361671"/>
                <a:gd name="connsiteY42" fmla="*/ 158323 h 361971"/>
                <a:gd name="connsiteX43" fmla="*/ 277962 w 361671"/>
                <a:gd name="connsiteY43" fmla="*/ 190881 h 361971"/>
                <a:gd name="connsiteX44" fmla="*/ 292021 w 361671"/>
                <a:gd name="connsiteY44" fmla="*/ 217694 h 361971"/>
                <a:gd name="connsiteX45" fmla="*/ 272212 w 361671"/>
                <a:gd name="connsiteY45" fmla="*/ 233015 h 361971"/>
                <a:gd name="connsiteX46" fmla="*/ 272212 w 361671"/>
                <a:gd name="connsiteY46" fmla="*/ 23301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1671" h="361971">
                  <a:moveTo>
                    <a:pt x="180836" y="0"/>
                  </a:moveTo>
                  <a:cubicBezTo>
                    <a:pt x="80514" y="0"/>
                    <a:pt x="0" y="81076"/>
                    <a:pt x="0" y="180667"/>
                  </a:cubicBezTo>
                  <a:cubicBezTo>
                    <a:pt x="0" y="280895"/>
                    <a:pt x="81153" y="361971"/>
                    <a:pt x="180836" y="361971"/>
                  </a:cubicBezTo>
                  <a:cubicBezTo>
                    <a:pt x="281157" y="361971"/>
                    <a:pt x="361671" y="280895"/>
                    <a:pt x="361671" y="181305"/>
                  </a:cubicBezTo>
                  <a:lnTo>
                    <a:pt x="361671" y="181305"/>
                  </a:lnTo>
                  <a:cubicBezTo>
                    <a:pt x="361671" y="81076"/>
                    <a:pt x="280518" y="0"/>
                    <a:pt x="180836" y="0"/>
                  </a:cubicBezTo>
                  <a:close/>
                  <a:moveTo>
                    <a:pt x="272212" y="233015"/>
                  </a:moveTo>
                  <a:cubicBezTo>
                    <a:pt x="260071" y="233015"/>
                    <a:pt x="250486" y="223439"/>
                    <a:pt x="250486" y="211310"/>
                  </a:cubicBezTo>
                  <a:cubicBezTo>
                    <a:pt x="250486" y="201734"/>
                    <a:pt x="256876" y="194073"/>
                    <a:pt x="265822" y="190881"/>
                  </a:cubicBezTo>
                  <a:lnTo>
                    <a:pt x="265822" y="158323"/>
                  </a:lnTo>
                  <a:cubicBezTo>
                    <a:pt x="266461" y="144916"/>
                    <a:pt x="256237" y="133425"/>
                    <a:pt x="242818" y="132787"/>
                  </a:cubicBezTo>
                  <a:cubicBezTo>
                    <a:pt x="229399" y="132148"/>
                    <a:pt x="217897" y="142363"/>
                    <a:pt x="217258" y="155769"/>
                  </a:cubicBezTo>
                  <a:cubicBezTo>
                    <a:pt x="217258" y="156408"/>
                    <a:pt x="217258" y="157684"/>
                    <a:pt x="217258" y="158323"/>
                  </a:cubicBezTo>
                  <a:lnTo>
                    <a:pt x="217258" y="226631"/>
                  </a:lnTo>
                  <a:cubicBezTo>
                    <a:pt x="217258" y="255359"/>
                    <a:pt x="194254" y="278980"/>
                    <a:pt x="164861" y="278980"/>
                  </a:cubicBezTo>
                  <a:cubicBezTo>
                    <a:pt x="135467" y="278980"/>
                    <a:pt x="112464" y="255998"/>
                    <a:pt x="112464" y="226631"/>
                  </a:cubicBezTo>
                  <a:lnTo>
                    <a:pt x="112464" y="187051"/>
                  </a:lnTo>
                  <a:cubicBezTo>
                    <a:pt x="90099" y="183859"/>
                    <a:pt x="67094" y="165984"/>
                    <a:pt x="67094" y="143001"/>
                  </a:cubicBezTo>
                  <a:lnTo>
                    <a:pt x="67094" y="90014"/>
                  </a:lnTo>
                  <a:cubicBezTo>
                    <a:pt x="67094" y="86184"/>
                    <a:pt x="69650" y="83630"/>
                    <a:pt x="73484" y="83630"/>
                  </a:cubicBezTo>
                  <a:lnTo>
                    <a:pt x="88820" y="83630"/>
                  </a:lnTo>
                  <a:cubicBezTo>
                    <a:pt x="92654" y="83630"/>
                    <a:pt x="95210" y="86184"/>
                    <a:pt x="95210" y="90014"/>
                  </a:cubicBezTo>
                  <a:cubicBezTo>
                    <a:pt x="95210" y="93844"/>
                    <a:pt x="92654" y="96398"/>
                    <a:pt x="88820" y="96398"/>
                  </a:cubicBezTo>
                  <a:lnTo>
                    <a:pt x="79874" y="96398"/>
                  </a:lnTo>
                  <a:lnTo>
                    <a:pt x="79874" y="143001"/>
                  </a:lnTo>
                  <a:cubicBezTo>
                    <a:pt x="79874" y="160238"/>
                    <a:pt x="101600" y="174921"/>
                    <a:pt x="118853" y="174921"/>
                  </a:cubicBezTo>
                  <a:cubicBezTo>
                    <a:pt x="136106" y="174921"/>
                    <a:pt x="158471" y="160238"/>
                    <a:pt x="158471" y="143001"/>
                  </a:cubicBezTo>
                  <a:lnTo>
                    <a:pt x="158471" y="96398"/>
                  </a:lnTo>
                  <a:lnTo>
                    <a:pt x="149525" y="96398"/>
                  </a:lnTo>
                  <a:cubicBezTo>
                    <a:pt x="145691" y="96398"/>
                    <a:pt x="143135" y="93844"/>
                    <a:pt x="143135" y="90014"/>
                  </a:cubicBezTo>
                  <a:cubicBezTo>
                    <a:pt x="143135" y="86184"/>
                    <a:pt x="145691" y="83630"/>
                    <a:pt x="149525" y="83630"/>
                  </a:cubicBezTo>
                  <a:lnTo>
                    <a:pt x="164861" y="83630"/>
                  </a:lnTo>
                  <a:cubicBezTo>
                    <a:pt x="168695" y="83630"/>
                    <a:pt x="171251" y="86184"/>
                    <a:pt x="171251" y="90014"/>
                  </a:cubicBezTo>
                  <a:lnTo>
                    <a:pt x="171251" y="143001"/>
                  </a:lnTo>
                  <a:cubicBezTo>
                    <a:pt x="171251" y="165984"/>
                    <a:pt x="148247" y="183859"/>
                    <a:pt x="125243" y="187051"/>
                  </a:cubicBezTo>
                  <a:lnTo>
                    <a:pt x="125243" y="226631"/>
                  </a:lnTo>
                  <a:cubicBezTo>
                    <a:pt x="125243" y="248337"/>
                    <a:pt x="143135" y="266212"/>
                    <a:pt x="164861" y="266212"/>
                  </a:cubicBezTo>
                  <a:cubicBezTo>
                    <a:pt x="186587" y="266212"/>
                    <a:pt x="204478" y="248337"/>
                    <a:pt x="204478" y="226631"/>
                  </a:cubicBezTo>
                  <a:lnTo>
                    <a:pt x="204478" y="226631"/>
                  </a:lnTo>
                  <a:lnTo>
                    <a:pt x="204478" y="158323"/>
                  </a:lnTo>
                  <a:cubicBezTo>
                    <a:pt x="203839" y="137894"/>
                    <a:pt x="219175" y="120657"/>
                    <a:pt x="239623" y="120019"/>
                  </a:cubicBezTo>
                  <a:cubicBezTo>
                    <a:pt x="260071" y="119380"/>
                    <a:pt x="277323" y="134702"/>
                    <a:pt x="277962" y="155131"/>
                  </a:cubicBezTo>
                  <a:cubicBezTo>
                    <a:pt x="277962" y="156408"/>
                    <a:pt x="277962" y="157046"/>
                    <a:pt x="277962" y="158323"/>
                  </a:cubicBezTo>
                  <a:lnTo>
                    <a:pt x="277962" y="190881"/>
                  </a:lnTo>
                  <a:cubicBezTo>
                    <a:pt x="289464" y="194711"/>
                    <a:pt x="295854" y="206841"/>
                    <a:pt x="292021" y="217694"/>
                  </a:cubicBezTo>
                  <a:cubicBezTo>
                    <a:pt x="289464" y="226631"/>
                    <a:pt x="281157" y="233015"/>
                    <a:pt x="272212" y="233015"/>
                  </a:cubicBezTo>
                  <a:lnTo>
                    <a:pt x="272212" y="233015"/>
                  </a:lnTo>
                  <a:close/>
                </a:path>
              </a:pathLst>
            </a:custGeom>
            <a:solidFill>
              <a:srgbClr val="0076A8"/>
            </a:solidFill>
            <a:ln w="6390" cap="flat">
              <a:noFill/>
              <a:prstDash val="solid"/>
              <a:miter/>
            </a:ln>
          </p:spPr>
          <p:txBody>
            <a:bodyPr rtlCol="0" anchor="ctr"/>
            <a:lstStyle/>
            <a:p>
              <a:endParaRPr lang="en-US"/>
            </a:p>
          </p:txBody>
        </p:sp>
      </p:grpSp>
      <p:grpSp>
        <p:nvGrpSpPr>
          <p:cNvPr id="709" name="Graphic 4">
            <a:extLst>
              <a:ext uri="{FF2B5EF4-FFF2-40B4-BE49-F238E27FC236}">
                <a16:creationId xmlns:a16="http://schemas.microsoft.com/office/drawing/2014/main" id="{A2E3930F-C0DE-7B46-9758-EDE273A48A85}"/>
              </a:ext>
            </a:extLst>
          </p:cNvPr>
          <p:cNvGrpSpPr/>
          <p:nvPr/>
        </p:nvGrpSpPr>
        <p:grpSpPr>
          <a:xfrm>
            <a:off x="9887149" y="1893013"/>
            <a:ext cx="362309" cy="361971"/>
            <a:chOff x="9887149" y="1893013"/>
            <a:chExt cx="362309" cy="361971"/>
          </a:xfrm>
          <a:solidFill>
            <a:srgbClr val="0076A8"/>
          </a:solidFill>
        </p:grpSpPr>
        <p:sp>
          <p:nvSpPr>
            <p:cNvPr id="710" name="Graphic 4">
              <a:extLst>
                <a:ext uri="{FF2B5EF4-FFF2-40B4-BE49-F238E27FC236}">
                  <a16:creationId xmlns:a16="http://schemas.microsoft.com/office/drawing/2014/main" id="{27219B2D-35CE-A44B-A1F9-208987F118CB}"/>
                </a:ext>
              </a:extLst>
            </p:cNvPr>
            <p:cNvSpPr/>
            <p:nvPr/>
          </p:nvSpPr>
          <p:spPr>
            <a:xfrm>
              <a:off x="9887149" y="189301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1474 w 362309"/>
                <a:gd name="connsiteY5" fmla="*/ 12768 h 361971"/>
                <a:gd name="connsiteX6" fmla="*/ 349529 w 362309"/>
                <a:gd name="connsiteY6" fmla="*/ 180667 h 361971"/>
                <a:gd name="connsiteX7" fmla="*/ 181474 w 362309"/>
                <a:gd name="connsiteY7" fmla="*/ 349204 h 361971"/>
                <a:gd name="connsiteX8" fmla="*/ 13419 w 362309"/>
                <a:gd name="connsiteY8" fmla="*/ 181305 h 361971"/>
                <a:gd name="connsiteX9" fmla="*/ 13419 w 362309"/>
                <a:gd name="connsiteY9" fmla="*/ 181305 h 361971"/>
                <a:gd name="connsiteX10" fmla="*/ 181474 w 362309"/>
                <a:gd name="connsiteY10" fmla="*/ 1276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09" y="280895"/>
                    <a:pt x="362309" y="180667"/>
                  </a:cubicBezTo>
                  <a:cubicBezTo>
                    <a:pt x="362309" y="81077"/>
                    <a:pt x="281157" y="0"/>
                    <a:pt x="180835" y="0"/>
                  </a:cubicBezTo>
                  <a:moveTo>
                    <a:pt x="181474" y="12768"/>
                  </a:moveTo>
                  <a:cubicBezTo>
                    <a:pt x="274767" y="12768"/>
                    <a:pt x="349529" y="88099"/>
                    <a:pt x="349529" y="180667"/>
                  </a:cubicBezTo>
                  <a:cubicBezTo>
                    <a:pt x="349529" y="273235"/>
                    <a:pt x="274128" y="349204"/>
                    <a:pt x="181474" y="349204"/>
                  </a:cubicBezTo>
                  <a:cubicBezTo>
                    <a:pt x="88181" y="349204"/>
                    <a:pt x="13419" y="273873"/>
                    <a:pt x="13419" y="181305"/>
                  </a:cubicBezTo>
                  <a:cubicBezTo>
                    <a:pt x="13419" y="181305"/>
                    <a:pt x="13419" y="181305"/>
                    <a:pt x="13419" y="181305"/>
                  </a:cubicBezTo>
                  <a:cubicBezTo>
                    <a:pt x="12780" y="88099"/>
                    <a:pt x="88181" y="12768"/>
                    <a:pt x="181474" y="12768"/>
                  </a:cubicBezTo>
                </a:path>
              </a:pathLst>
            </a:custGeom>
            <a:solidFill>
              <a:srgbClr val="0076A8"/>
            </a:solidFill>
            <a:ln w="6390" cap="flat">
              <a:noFill/>
              <a:prstDash val="solid"/>
              <a:miter/>
            </a:ln>
          </p:spPr>
          <p:txBody>
            <a:bodyPr rtlCol="0" anchor="ctr"/>
            <a:lstStyle/>
            <a:p>
              <a:endParaRPr lang="en-US"/>
            </a:p>
          </p:txBody>
        </p:sp>
        <p:sp>
          <p:nvSpPr>
            <p:cNvPr id="711" name="Graphic 4">
              <a:extLst>
                <a:ext uri="{FF2B5EF4-FFF2-40B4-BE49-F238E27FC236}">
                  <a16:creationId xmlns:a16="http://schemas.microsoft.com/office/drawing/2014/main" id="{510E5948-4279-1445-AF7B-916838169AFD}"/>
                </a:ext>
              </a:extLst>
            </p:cNvPr>
            <p:cNvSpPr/>
            <p:nvPr/>
          </p:nvSpPr>
          <p:spPr>
            <a:xfrm>
              <a:off x="9947855" y="1956781"/>
              <a:ext cx="239189" cy="233086"/>
            </a:xfrm>
            <a:custGeom>
              <a:avLst/>
              <a:gdLst>
                <a:gd name="connsiteX0" fmla="*/ 51118 w 239189"/>
                <a:gd name="connsiteY0" fmla="*/ 130943 h 233086"/>
                <a:gd name="connsiteX1" fmla="*/ 54952 w 239189"/>
                <a:gd name="connsiteY1" fmla="*/ 132220 h 233086"/>
                <a:gd name="connsiteX2" fmla="*/ 57508 w 239189"/>
                <a:gd name="connsiteY2" fmla="*/ 136689 h 233086"/>
                <a:gd name="connsiteX3" fmla="*/ 63898 w 239189"/>
                <a:gd name="connsiteY3" fmla="*/ 212020 h 233086"/>
                <a:gd name="connsiteX4" fmla="*/ 69649 w 239189"/>
                <a:gd name="connsiteY4" fmla="*/ 220319 h 233086"/>
                <a:gd name="connsiteX5" fmla="*/ 166137 w 239189"/>
                <a:gd name="connsiteY5" fmla="*/ 220319 h 233086"/>
                <a:gd name="connsiteX6" fmla="*/ 175083 w 239189"/>
                <a:gd name="connsiteY6" fmla="*/ 211381 h 233086"/>
                <a:gd name="connsiteX7" fmla="*/ 182112 w 239189"/>
                <a:gd name="connsiteY7" fmla="*/ 136689 h 233086"/>
                <a:gd name="connsiteX8" fmla="*/ 188502 w 239189"/>
                <a:gd name="connsiteY8" fmla="*/ 130943 h 233086"/>
                <a:gd name="connsiteX9" fmla="*/ 226842 w 239189"/>
                <a:gd name="connsiteY9" fmla="*/ 91362 h 233086"/>
                <a:gd name="connsiteX10" fmla="*/ 205116 w 239189"/>
                <a:gd name="connsiteY10" fmla="*/ 53059 h 233086"/>
                <a:gd name="connsiteX11" fmla="*/ 171249 w 239189"/>
                <a:gd name="connsiteY11" fmla="*/ 52420 h 233086"/>
                <a:gd name="connsiteX12" fmla="*/ 162303 w 239189"/>
                <a:gd name="connsiteY12" fmla="*/ 51782 h 233086"/>
                <a:gd name="connsiteX13" fmla="*/ 161025 w 239189"/>
                <a:gd name="connsiteY13" fmla="*/ 48590 h 233086"/>
                <a:gd name="connsiteX14" fmla="*/ 120129 w 239189"/>
                <a:gd name="connsiteY14" fmla="*/ 13478 h 233086"/>
                <a:gd name="connsiteX15" fmla="*/ 79873 w 239189"/>
                <a:gd name="connsiteY15" fmla="*/ 47313 h 233086"/>
                <a:gd name="connsiteX16" fmla="*/ 72844 w 239189"/>
                <a:gd name="connsiteY16" fmla="*/ 53059 h 233086"/>
                <a:gd name="connsiteX17" fmla="*/ 71566 w 239189"/>
                <a:gd name="connsiteY17" fmla="*/ 53059 h 233086"/>
                <a:gd name="connsiteX18" fmla="*/ 26197 w 239189"/>
                <a:gd name="connsiteY18" fmla="*/ 62635 h 233086"/>
                <a:gd name="connsiteX19" fmla="*/ 20446 w 239189"/>
                <a:gd name="connsiteY19" fmla="*/ 114345 h 233086"/>
                <a:gd name="connsiteX20" fmla="*/ 50479 w 239189"/>
                <a:gd name="connsiteY20" fmla="*/ 131581 h 233086"/>
                <a:gd name="connsiteX21" fmla="*/ 51118 w 239189"/>
                <a:gd name="connsiteY21" fmla="*/ 130943 h 233086"/>
                <a:gd name="connsiteX22" fmla="*/ 165498 w 239189"/>
                <a:gd name="connsiteY22" fmla="*/ 233087 h 233086"/>
                <a:gd name="connsiteX23" fmla="*/ 69649 w 239189"/>
                <a:gd name="connsiteY23" fmla="*/ 233087 h 233086"/>
                <a:gd name="connsiteX24" fmla="*/ 51118 w 239189"/>
                <a:gd name="connsiteY24" fmla="*/ 213296 h 233086"/>
                <a:gd name="connsiteX25" fmla="*/ 44728 w 239189"/>
                <a:gd name="connsiteY25" fmla="*/ 143711 h 233086"/>
                <a:gd name="connsiteX26" fmla="*/ 8305 w 239189"/>
                <a:gd name="connsiteY26" fmla="*/ 120090 h 233086"/>
                <a:gd name="connsiteX27" fmla="*/ 15334 w 239189"/>
                <a:gd name="connsiteY27" fmla="*/ 53059 h 233086"/>
                <a:gd name="connsiteX28" fmla="*/ 67093 w 239189"/>
                <a:gd name="connsiteY28" fmla="*/ 38375 h 233086"/>
                <a:gd name="connsiteX29" fmla="*/ 118852 w 239189"/>
                <a:gd name="connsiteY29" fmla="*/ 71 h 233086"/>
                <a:gd name="connsiteX30" fmla="*/ 170610 w 239189"/>
                <a:gd name="connsiteY30" fmla="*/ 37737 h 233086"/>
                <a:gd name="connsiteX31" fmla="*/ 210227 w 239189"/>
                <a:gd name="connsiteY31" fmla="*/ 40929 h 233086"/>
                <a:gd name="connsiteX32" fmla="*/ 238982 w 239189"/>
                <a:gd name="connsiteY32" fmla="*/ 91362 h 233086"/>
                <a:gd name="connsiteX33" fmla="*/ 193614 w 239189"/>
                <a:gd name="connsiteY33" fmla="*/ 142434 h 233086"/>
                <a:gd name="connsiteX34" fmla="*/ 187224 w 239189"/>
                <a:gd name="connsiteY34" fmla="*/ 212020 h 233086"/>
                <a:gd name="connsiteX35" fmla="*/ 165498 w 239189"/>
                <a:gd name="connsiteY35" fmla="*/ 233087 h 23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39189" h="233086">
                  <a:moveTo>
                    <a:pt x="51118" y="130943"/>
                  </a:moveTo>
                  <a:cubicBezTo>
                    <a:pt x="52396" y="130943"/>
                    <a:pt x="53674" y="131581"/>
                    <a:pt x="54952" y="132220"/>
                  </a:cubicBezTo>
                  <a:cubicBezTo>
                    <a:pt x="56230" y="133497"/>
                    <a:pt x="57508" y="134773"/>
                    <a:pt x="57508" y="136689"/>
                  </a:cubicBezTo>
                  <a:lnTo>
                    <a:pt x="63898" y="212020"/>
                  </a:lnTo>
                  <a:cubicBezTo>
                    <a:pt x="63898" y="212020"/>
                    <a:pt x="64537" y="220319"/>
                    <a:pt x="69649" y="220319"/>
                  </a:cubicBezTo>
                  <a:lnTo>
                    <a:pt x="166137" y="220319"/>
                  </a:lnTo>
                  <a:cubicBezTo>
                    <a:pt x="168693" y="220319"/>
                    <a:pt x="174444" y="220319"/>
                    <a:pt x="175083" y="211381"/>
                  </a:cubicBezTo>
                  <a:cubicBezTo>
                    <a:pt x="177000" y="196060"/>
                    <a:pt x="182112" y="137327"/>
                    <a:pt x="182112" y="136689"/>
                  </a:cubicBezTo>
                  <a:cubicBezTo>
                    <a:pt x="182112" y="133497"/>
                    <a:pt x="185307" y="130943"/>
                    <a:pt x="188502" y="130943"/>
                  </a:cubicBezTo>
                  <a:cubicBezTo>
                    <a:pt x="189780" y="130943"/>
                    <a:pt x="224924" y="131581"/>
                    <a:pt x="226842" y="91362"/>
                  </a:cubicBezTo>
                  <a:cubicBezTo>
                    <a:pt x="228758" y="75403"/>
                    <a:pt x="219812" y="60081"/>
                    <a:pt x="205116" y="53059"/>
                  </a:cubicBezTo>
                  <a:cubicBezTo>
                    <a:pt x="191697" y="46675"/>
                    <a:pt x="177000" y="47313"/>
                    <a:pt x="171249" y="52420"/>
                  </a:cubicBezTo>
                  <a:cubicBezTo>
                    <a:pt x="168693" y="54974"/>
                    <a:pt x="164859" y="54335"/>
                    <a:pt x="162303" y="51782"/>
                  </a:cubicBezTo>
                  <a:cubicBezTo>
                    <a:pt x="161664" y="50505"/>
                    <a:pt x="161025" y="49867"/>
                    <a:pt x="161025" y="48590"/>
                  </a:cubicBezTo>
                  <a:cubicBezTo>
                    <a:pt x="158469" y="28161"/>
                    <a:pt x="140578" y="12839"/>
                    <a:pt x="120129" y="13478"/>
                  </a:cubicBezTo>
                  <a:cubicBezTo>
                    <a:pt x="99682" y="12201"/>
                    <a:pt x="81790" y="26884"/>
                    <a:pt x="79873" y="47313"/>
                  </a:cubicBezTo>
                  <a:cubicBezTo>
                    <a:pt x="79234" y="50505"/>
                    <a:pt x="76039" y="53059"/>
                    <a:pt x="72844" y="53059"/>
                  </a:cubicBezTo>
                  <a:cubicBezTo>
                    <a:pt x="72205" y="53059"/>
                    <a:pt x="72205" y="53059"/>
                    <a:pt x="71566" y="53059"/>
                  </a:cubicBezTo>
                  <a:cubicBezTo>
                    <a:pt x="71566" y="53059"/>
                    <a:pt x="42172" y="44121"/>
                    <a:pt x="26197" y="62635"/>
                  </a:cubicBezTo>
                  <a:cubicBezTo>
                    <a:pt x="12779" y="76679"/>
                    <a:pt x="10223" y="97746"/>
                    <a:pt x="20446" y="114345"/>
                  </a:cubicBezTo>
                  <a:cubicBezTo>
                    <a:pt x="27475" y="125836"/>
                    <a:pt x="44089" y="133497"/>
                    <a:pt x="50479" y="131581"/>
                  </a:cubicBezTo>
                  <a:cubicBezTo>
                    <a:pt x="49840" y="130943"/>
                    <a:pt x="50479" y="130943"/>
                    <a:pt x="51118" y="130943"/>
                  </a:cubicBezTo>
                  <a:moveTo>
                    <a:pt x="165498" y="233087"/>
                  </a:moveTo>
                  <a:lnTo>
                    <a:pt x="69649" y="233087"/>
                  </a:lnTo>
                  <a:cubicBezTo>
                    <a:pt x="56230" y="233087"/>
                    <a:pt x="51757" y="220319"/>
                    <a:pt x="51118" y="213296"/>
                  </a:cubicBezTo>
                  <a:lnTo>
                    <a:pt x="44728" y="143711"/>
                  </a:lnTo>
                  <a:cubicBezTo>
                    <a:pt x="30031" y="141157"/>
                    <a:pt x="16613" y="132858"/>
                    <a:pt x="8305" y="120090"/>
                  </a:cubicBezTo>
                  <a:cubicBezTo>
                    <a:pt x="-5113" y="99023"/>
                    <a:pt x="-1918" y="71572"/>
                    <a:pt x="15334" y="53059"/>
                  </a:cubicBezTo>
                  <a:cubicBezTo>
                    <a:pt x="31949" y="34545"/>
                    <a:pt x="55591" y="36460"/>
                    <a:pt x="67093" y="38375"/>
                  </a:cubicBezTo>
                  <a:cubicBezTo>
                    <a:pt x="72844" y="14755"/>
                    <a:pt x="94570" y="-1205"/>
                    <a:pt x="118852" y="71"/>
                  </a:cubicBezTo>
                  <a:cubicBezTo>
                    <a:pt x="142494" y="-567"/>
                    <a:pt x="164220" y="14755"/>
                    <a:pt x="170610" y="37737"/>
                  </a:cubicBezTo>
                  <a:cubicBezTo>
                    <a:pt x="183390" y="33907"/>
                    <a:pt x="198087" y="35183"/>
                    <a:pt x="210227" y="40929"/>
                  </a:cubicBezTo>
                  <a:cubicBezTo>
                    <a:pt x="229397" y="49867"/>
                    <a:pt x="240899" y="70295"/>
                    <a:pt x="238982" y="91362"/>
                  </a:cubicBezTo>
                  <a:cubicBezTo>
                    <a:pt x="237065" y="132858"/>
                    <a:pt x="207032" y="141157"/>
                    <a:pt x="193614" y="142434"/>
                  </a:cubicBezTo>
                  <a:cubicBezTo>
                    <a:pt x="192336" y="157756"/>
                    <a:pt x="188502" y="199252"/>
                    <a:pt x="187224" y="212020"/>
                  </a:cubicBezTo>
                  <a:cubicBezTo>
                    <a:pt x="187224" y="224149"/>
                    <a:pt x="177639" y="233087"/>
                    <a:pt x="165498" y="233087"/>
                  </a:cubicBezTo>
                </a:path>
              </a:pathLst>
            </a:custGeom>
            <a:solidFill>
              <a:srgbClr val="0076A8"/>
            </a:solidFill>
            <a:ln w="6390" cap="flat">
              <a:noFill/>
              <a:prstDash val="solid"/>
              <a:miter/>
            </a:ln>
          </p:spPr>
          <p:txBody>
            <a:bodyPr rtlCol="0" anchor="ctr"/>
            <a:lstStyle/>
            <a:p>
              <a:endParaRPr lang="en-US"/>
            </a:p>
          </p:txBody>
        </p:sp>
        <p:sp>
          <p:nvSpPr>
            <p:cNvPr id="712" name="Graphic 4">
              <a:extLst>
                <a:ext uri="{FF2B5EF4-FFF2-40B4-BE49-F238E27FC236}">
                  <a16:creationId xmlns:a16="http://schemas.microsoft.com/office/drawing/2014/main" id="{A848501C-1114-8844-8307-8768B8845359}"/>
                </a:ext>
              </a:extLst>
            </p:cNvPr>
            <p:cNvSpPr/>
            <p:nvPr/>
          </p:nvSpPr>
          <p:spPr>
            <a:xfrm>
              <a:off x="10000251" y="2143265"/>
              <a:ext cx="134188" cy="12767"/>
            </a:xfrm>
            <a:custGeom>
              <a:avLst/>
              <a:gdLst>
                <a:gd name="connsiteX0" fmla="*/ 127799 w 134188"/>
                <a:gd name="connsiteY0" fmla="*/ 12768 h 12767"/>
                <a:gd name="connsiteX1" fmla="*/ 6390 w 134188"/>
                <a:gd name="connsiteY1" fmla="*/ 12768 h 12767"/>
                <a:gd name="connsiteX2" fmla="*/ 0 w 134188"/>
                <a:gd name="connsiteY2" fmla="*/ 6384 h 12767"/>
                <a:gd name="connsiteX3" fmla="*/ 6390 w 134188"/>
                <a:gd name="connsiteY3" fmla="*/ 0 h 12767"/>
                <a:gd name="connsiteX4" fmla="*/ 127799 w 134188"/>
                <a:gd name="connsiteY4" fmla="*/ 0 h 12767"/>
                <a:gd name="connsiteX5" fmla="*/ 134189 w 134188"/>
                <a:gd name="connsiteY5" fmla="*/ 6384 h 12767"/>
                <a:gd name="connsiteX6" fmla="*/ 127799 w 134188"/>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188" h="12767">
                  <a:moveTo>
                    <a:pt x="127799" y="12768"/>
                  </a:moveTo>
                  <a:lnTo>
                    <a:pt x="6390" y="12768"/>
                  </a:lnTo>
                  <a:cubicBezTo>
                    <a:pt x="2556" y="12768"/>
                    <a:pt x="0" y="10214"/>
                    <a:pt x="0" y="6384"/>
                  </a:cubicBezTo>
                  <a:cubicBezTo>
                    <a:pt x="0" y="2554"/>
                    <a:pt x="2556" y="0"/>
                    <a:pt x="6390" y="0"/>
                  </a:cubicBezTo>
                  <a:lnTo>
                    <a:pt x="127799" y="0"/>
                  </a:lnTo>
                  <a:cubicBezTo>
                    <a:pt x="131633" y="0"/>
                    <a:pt x="134189" y="2554"/>
                    <a:pt x="134189" y="6384"/>
                  </a:cubicBezTo>
                  <a:cubicBezTo>
                    <a:pt x="134189" y="10214"/>
                    <a:pt x="131633" y="12768"/>
                    <a:pt x="127799" y="12768"/>
                  </a:cubicBezTo>
                </a:path>
              </a:pathLst>
            </a:custGeom>
            <a:solidFill>
              <a:srgbClr val="0076A8"/>
            </a:solidFill>
            <a:ln w="6390" cap="flat">
              <a:noFill/>
              <a:prstDash val="solid"/>
              <a:miter/>
            </a:ln>
          </p:spPr>
          <p:txBody>
            <a:bodyPr rtlCol="0" anchor="ctr"/>
            <a:lstStyle/>
            <a:p>
              <a:endParaRPr lang="en-US"/>
            </a:p>
          </p:txBody>
        </p:sp>
      </p:grpSp>
      <p:sp>
        <p:nvSpPr>
          <p:cNvPr id="713" name="Graphic 4">
            <a:extLst>
              <a:ext uri="{FF2B5EF4-FFF2-40B4-BE49-F238E27FC236}">
                <a16:creationId xmlns:a16="http://schemas.microsoft.com/office/drawing/2014/main" id="{3D01FB34-1639-AC4D-8416-3F1C25A6CAD3}"/>
              </a:ext>
            </a:extLst>
          </p:cNvPr>
          <p:cNvSpPr/>
          <p:nvPr/>
        </p:nvSpPr>
        <p:spPr>
          <a:xfrm>
            <a:off x="10325499" y="1892374"/>
            <a:ext cx="361670" cy="362610"/>
          </a:xfrm>
          <a:custGeom>
            <a:avLst/>
            <a:gdLst>
              <a:gd name="connsiteX0" fmla="*/ 123325 w 361670"/>
              <a:gd name="connsiteY0" fmla="*/ 263659 h 362610"/>
              <a:gd name="connsiteX1" fmla="*/ 124604 w 361670"/>
              <a:gd name="connsiteY1" fmla="*/ 277065 h 362610"/>
              <a:gd name="connsiteX2" fmla="*/ 130355 w 361670"/>
              <a:gd name="connsiteY2" fmla="*/ 285364 h 362610"/>
              <a:gd name="connsiteX3" fmla="*/ 226843 w 361670"/>
              <a:gd name="connsiteY3" fmla="*/ 285364 h 362610"/>
              <a:gd name="connsiteX4" fmla="*/ 235789 w 361670"/>
              <a:gd name="connsiteY4" fmla="*/ 276427 h 362610"/>
              <a:gd name="connsiteX5" fmla="*/ 237067 w 361670"/>
              <a:gd name="connsiteY5" fmla="*/ 263659 h 362610"/>
              <a:gd name="connsiteX6" fmla="*/ 123325 w 361670"/>
              <a:gd name="connsiteY6" fmla="*/ 263659 h 362610"/>
              <a:gd name="connsiteX7" fmla="*/ 287547 w 361670"/>
              <a:gd name="connsiteY7" fmla="*/ 156408 h 362610"/>
              <a:gd name="connsiteX8" fmla="*/ 265821 w 361670"/>
              <a:gd name="connsiteY8" fmla="*/ 118104 h 362610"/>
              <a:gd name="connsiteX9" fmla="*/ 231954 w 361670"/>
              <a:gd name="connsiteY9" fmla="*/ 117465 h 362610"/>
              <a:gd name="connsiteX10" fmla="*/ 225564 w 361670"/>
              <a:gd name="connsiteY10" fmla="*/ 118742 h 362610"/>
              <a:gd name="connsiteX11" fmla="*/ 221731 w 361670"/>
              <a:gd name="connsiteY11" fmla="*/ 113635 h 362610"/>
              <a:gd name="connsiteX12" fmla="*/ 180835 w 361670"/>
              <a:gd name="connsiteY12" fmla="*/ 78523 h 362610"/>
              <a:gd name="connsiteX13" fmla="*/ 140579 w 361670"/>
              <a:gd name="connsiteY13" fmla="*/ 112358 h 362610"/>
              <a:gd name="connsiteX14" fmla="*/ 138022 w 361670"/>
              <a:gd name="connsiteY14" fmla="*/ 116827 h 362610"/>
              <a:gd name="connsiteX15" fmla="*/ 132910 w 361670"/>
              <a:gd name="connsiteY15" fmla="*/ 117465 h 362610"/>
              <a:gd name="connsiteX16" fmla="*/ 87542 w 361670"/>
              <a:gd name="connsiteY16" fmla="*/ 127041 h 362610"/>
              <a:gd name="connsiteX17" fmla="*/ 81791 w 361670"/>
              <a:gd name="connsiteY17" fmla="*/ 178752 h 362610"/>
              <a:gd name="connsiteX18" fmla="*/ 111824 w 361670"/>
              <a:gd name="connsiteY18" fmla="*/ 195988 h 362610"/>
              <a:gd name="connsiteX19" fmla="*/ 113740 w 361670"/>
              <a:gd name="connsiteY19" fmla="*/ 195988 h 362610"/>
              <a:gd name="connsiteX20" fmla="*/ 117575 w 361670"/>
              <a:gd name="connsiteY20" fmla="*/ 197265 h 362610"/>
              <a:gd name="connsiteX21" fmla="*/ 120130 w 361670"/>
              <a:gd name="connsiteY21" fmla="*/ 201734 h 362610"/>
              <a:gd name="connsiteX22" fmla="*/ 124604 w 361670"/>
              <a:gd name="connsiteY22" fmla="*/ 250891 h 362610"/>
              <a:gd name="connsiteX23" fmla="*/ 240261 w 361670"/>
              <a:gd name="connsiteY23" fmla="*/ 250891 h 362610"/>
              <a:gd name="connsiteX24" fmla="*/ 244734 w 361670"/>
              <a:gd name="connsiteY24" fmla="*/ 201734 h 362610"/>
              <a:gd name="connsiteX25" fmla="*/ 251124 w 361670"/>
              <a:gd name="connsiteY25" fmla="*/ 195988 h 362610"/>
              <a:gd name="connsiteX26" fmla="*/ 287547 w 361670"/>
              <a:gd name="connsiteY26" fmla="*/ 156408 h 362610"/>
              <a:gd name="connsiteX27" fmla="*/ 300327 w 361670"/>
              <a:gd name="connsiteY27" fmla="*/ 157046 h 362610"/>
              <a:gd name="connsiteX28" fmla="*/ 254959 w 361670"/>
              <a:gd name="connsiteY28" fmla="*/ 208118 h 362610"/>
              <a:gd name="connsiteX29" fmla="*/ 248569 w 361670"/>
              <a:gd name="connsiteY29" fmla="*/ 277703 h 362610"/>
              <a:gd name="connsiteX30" fmla="*/ 227482 w 361670"/>
              <a:gd name="connsiteY30" fmla="*/ 297494 h 362610"/>
              <a:gd name="connsiteX31" fmla="*/ 130355 w 361670"/>
              <a:gd name="connsiteY31" fmla="*/ 297494 h 362610"/>
              <a:gd name="connsiteX32" fmla="*/ 112463 w 361670"/>
              <a:gd name="connsiteY32" fmla="*/ 277703 h 362610"/>
              <a:gd name="connsiteX33" fmla="*/ 106073 w 361670"/>
              <a:gd name="connsiteY33" fmla="*/ 208118 h 362610"/>
              <a:gd name="connsiteX34" fmla="*/ 69650 w 361670"/>
              <a:gd name="connsiteY34" fmla="*/ 184497 h 362610"/>
              <a:gd name="connsiteX35" fmla="*/ 76679 w 361670"/>
              <a:gd name="connsiteY35" fmla="*/ 117465 h 362610"/>
              <a:gd name="connsiteX36" fmla="*/ 128438 w 361670"/>
              <a:gd name="connsiteY36" fmla="*/ 102782 h 362610"/>
              <a:gd name="connsiteX37" fmla="*/ 180196 w 361670"/>
              <a:gd name="connsiteY37" fmla="*/ 64478 h 362610"/>
              <a:gd name="connsiteX38" fmla="*/ 231954 w 361670"/>
              <a:gd name="connsiteY38" fmla="*/ 102144 h 362610"/>
              <a:gd name="connsiteX39" fmla="*/ 271572 w 361670"/>
              <a:gd name="connsiteY39" fmla="*/ 105336 h 362610"/>
              <a:gd name="connsiteX40" fmla="*/ 300327 w 361670"/>
              <a:gd name="connsiteY40" fmla="*/ 157046 h 362610"/>
              <a:gd name="connsiteX41" fmla="*/ 361670 w 361670"/>
              <a:gd name="connsiteY41" fmla="*/ 181305 h 362610"/>
              <a:gd name="connsiteX42" fmla="*/ 180835 w 361670"/>
              <a:gd name="connsiteY42" fmla="*/ 0 h 362610"/>
              <a:gd name="connsiteX43" fmla="*/ 0 w 361670"/>
              <a:gd name="connsiteY43" fmla="*/ 181305 h 362610"/>
              <a:gd name="connsiteX44" fmla="*/ 180835 w 361670"/>
              <a:gd name="connsiteY44" fmla="*/ 362610 h 362610"/>
              <a:gd name="connsiteX45" fmla="*/ 180835 w 361670"/>
              <a:gd name="connsiteY45" fmla="*/ 362610 h 362610"/>
              <a:gd name="connsiteX46" fmla="*/ 361670 w 361670"/>
              <a:gd name="connsiteY46" fmla="*/ 181305 h 362610"/>
              <a:gd name="connsiteX47" fmla="*/ 361670 w 361670"/>
              <a:gd name="connsiteY47" fmla="*/ 181305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1670" h="362610">
                <a:moveTo>
                  <a:pt x="123325" y="263659"/>
                </a:moveTo>
                <a:lnTo>
                  <a:pt x="124604" y="277065"/>
                </a:lnTo>
                <a:cubicBezTo>
                  <a:pt x="124604" y="277065"/>
                  <a:pt x="125243" y="285364"/>
                  <a:pt x="130355" y="285364"/>
                </a:cubicBezTo>
                <a:lnTo>
                  <a:pt x="226843" y="285364"/>
                </a:lnTo>
                <a:cubicBezTo>
                  <a:pt x="229399" y="285364"/>
                  <a:pt x="235149" y="285364"/>
                  <a:pt x="235789" y="276427"/>
                </a:cubicBezTo>
                <a:cubicBezTo>
                  <a:pt x="236428" y="273235"/>
                  <a:pt x="236428" y="269404"/>
                  <a:pt x="237067" y="263659"/>
                </a:cubicBezTo>
                <a:lnTo>
                  <a:pt x="123325" y="263659"/>
                </a:lnTo>
                <a:close/>
                <a:moveTo>
                  <a:pt x="287547" y="156408"/>
                </a:moveTo>
                <a:cubicBezTo>
                  <a:pt x="289464" y="140448"/>
                  <a:pt x="280518" y="125126"/>
                  <a:pt x="265821" y="118104"/>
                </a:cubicBezTo>
                <a:cubicBezTo>
                  <a:pt x="252403" y="111720"/>
                  <a:pt x="237705" y="112358"/>
                  <a:pt x="231954" y="117465"/>
                </a:cubicBezTo>
                <a:cubicBezTo>
                  <a:pt x="230038" y="118742"/>
                  <a:pt x="227482" y="119381"/>
                  <a:pt x="225564" y="118742"/>
                </a:cubicBezTo>
                <a:cubicBezTo>
                  <a:pt x="223648" y="118104"/>
                  <a:pt x="221731" y="115550"/>
                  <a:pt x="221731" y="113635"/>
                </a:cubicBezTo>
                <a:cubicBezTo>
                  <a:pt x="219174" y="93206"/>
                  <a:pt x="201922" y="77885"/>
                  <a:pt x="180835" y="78523"/>
                </a:cubicBezTo>
                <a:cubicBezTo>
                  <a:pt x="160387" y="77246"/>
                  <a:pt x="142495" y="91930"/>
                  <a:pt x="140579" y="112358"/>
                </a:cubicBezTo>
                <a:cubicBezTo>
                  <a:pt x="140579" y="114273"/>
                  <a:pt x="139300" y="116189"/>
                  <a:pt x="138022" y="116827"/>
                </a:cubicBezTo>
                <a:cubicBezTo>
                  <a:pt x="136105" y="118104"/>
                  <a:pt x="134189" y="118104"/>
                  <a:pt x="132910" y="117465"/>
                </a:cubicBezTo>
                <a:cubicBezTo>
                  <a:pt x="132910" y="117465"/>
                  <a:pt x="103517" y="108528"/>
                  <a:pt x="87542" y="127041"/>
                </a:cubicBezTo>
                <a:cubicBezTo>
                  <a:pt x="74123" y="141086"/>
                  <a:pt x="71567" y="162153"/>
                  <a:pt x="81791" y="178752"/>
                </a:cubicBezTo>
                <a:cubicBezTo>
                  <a:pt x="88820" y="190243"/>
                  <a:pt x="105434" y="197903"/>
                  <a:pt x="111824" y="195988"/>
                </a:cubicBezTo>
                <a:lnTo>
                  <a:pt x="113740" y="195988"/>
                </a:lnTo>
                <a:cubicBezTo>
                  <a:pt x="115019" y="195988"/>
                  <a:pt x="116297" y="196627"/>
                  <a:pt x="117575" y="197265"/>
                </a:cubicBezTo>
                <a:cubicBezTo>
                  <a:pt x="118853" y="198542"/>
                  <a:pt x="120130" y="199819"/>
                  <a:pt x="120130" y="201734"/>
                </a:cubicBezTo>
                <a:lnTo>
                  <a:pt x="124604" y="250891"/>
                </a:lnTo>
                <a:lnTo>
                  <a:pt x="240261" y="250891"/>
                </a:lnTo>
                <a:cubicBezTo>
                  <a:pt x="242179" y="228547"/>
                  <a:pt x="244734" y="201734"/>
                  <a:pt x="244734" y="201734"/>
                </a:cubicBezTo>
                <a:cubicBezTo>
                  <a:pt x="244734" y="198542"/>
                  <a:pt x="247929" y="195988"/>
                  <a:pt x="251124" y="195988"/>
                </a:cubicBezTo>
                <a:cubicBezTo>
                  <a:pt x="250485" y="195350"/>
                  <a:pt x="285630" y="196627"/>
                  <a:pt x="287547" y="156408"/>
                </a:cubicBezTo>
                <a:moveTo>
                  <a:pt x="300327" y="157046"/>
                </a:moveTo>
                <a:cubicBezTo>
                  <a:pt x="298410" y="198542"/>
                  <a:pt x="268377" y="206841"/>
                  <a:pt x="254959" y="208118"/>
                </a:cubicBezTo>
                <a:cubicBezTo>
                  <a:pt x="253680" y="223439"/>
                  <a:pt x="249846" y="264935"/>
                  <a:pt x="248569" y="277703"/>
                </a:cubicBezTo>
                <a:cubicBezTo>
                  <a:pt x="247929" y="289195"/>
                  <a:pt x="238344" y="297494"/>
                  <a:pt x="227482" y="297494"/>
                </a:cubicBezTo>
                <a:lnTo>
                  <a:pt x="130355" y="297494"/>
                </a:lnTo>
                <a:cubicBezTo>
                  <a:pt x="117575" y="297494"/>
                  <a:pt x="112463" y="284726"/>
                  <a:pt x="112463" y="277703"/>
                </a:cubicBezTo>
                <a:lnTo>
                  <a:pt x="106073" y="208118"/>
                </a:lnTo>
                <a:cubicBezTo>
                  <a:pt x="91376" y="205564"/>
                  <a:pt x="77957" y="197265"/>
                  <a:pt x="69650" y="184497"/>
                </a:cubicBezTo>
                <a:cubicBezTo>
                  <a:pt x="56871" y="163430"/>
                  <a:pt x="59426" y="135979"/>
                  <a:pt x="76679" y="117465"/>
                </a:cubicBezTo>
                <a:cubicBezTo>
                  <a:pt x="93293" y="98952"/>
                  <a:pt x="116935" y="100867"/>
                  <a:pt x="128438" y="102782"/>
                </a:cubicBezTo>
                <a:cubicBezTo>
                  <a:pt x="134189" y="79162"/>
                  <a:pt x="155915" y="63202"/>
                  <a:pt x="180196" y="64478"/>
                </a:cubicBezTo>
                <a:cubicBezTo>
                  <a:pt x="203839" y="63840"/>
                  <a:pt x="225564" y="79162"/>
                  <a:pt x="231954" y="102144"/>
                </a:cubicBezTo>
                <a:cubicBezTo>
                  <a:pt x="245374" y="98313"/>
                  <a:pt x="259431" y="99590"/>
                  <a:pt x="271572" y="105336"/>
                </a:cubicBezTo>
                <a:cubicBezTo>
                  <a:pt x="290103" y="115550"/>
                  <a:pt x="302244" y="135341"/>
                  <a:pt x="300327" y="157046"/>
                </a:cubicBezTo>
                <a:moveTo>
                  <a:pt x="361670" y="181305"/>
                </a:moveTo>
                <a:cubicBezTo>
                  <a:pt x="361670" y="81077"/>
                  <a:pt x="280518" y="0"/>
                  <a:pt x="180835" y="0"/>
                </a:cubicBezTo>
                <a:cubicBezTo>
                  <a:pt x="80513" y="0"/>
                  <a:pt x="0" y="81077"/>
                  <a:pt x="0" y="181305"/>
                </a:cubicBezTo>
                <a:cubicBezTo>
                  <a:pt x="0" y="281534"/>
                  <a:pt x="81152" y="362610"/>
                  <a:pt x="180835" y="362610"/>
                </a:cubicBezTo>
                <a:lnTo>
                  <a:pt x="180835" y="362610"/>
                </a:lnTo>
                <a:cubicBezTo>
                  <a:pt x="280518" y="362610"/>
                  <a:pt x="361670" y="281534"/>
                  <a:pt x="361670" y="181305"/>
                </a:cubicBezTo>
                <a:cubicBezTo>
                  <a:pt x="361670" y="181305"/>
                  <a:pt x="361670" y="181305"/>
                  <a:pt x="361670" y="181305"/>
                </a:cubicBezTo>
              </a:path>
            </a:pathLst>
          </a:custGeom>
          <a:solidFill>
            <a:srgbClr val="0076A8"/>
          </a:solidFill>
          <a:ln w="6390" cap="flat">
            <a:noFill/>
            <a:prstDash val="solid"/>
            <a:miter/>
          </a:ln>
        </p:spPr>
        <p:txBody>
          <a:bodyPr rtlCol="0" anchor="ctr"/>
          <a:lstStyle/>
          <a:p>
            <a:endParaRPr lang="en-US"/>
          </a:p>
        </p:txBody>
      </p:sp>
      <p:grpSp>
        <p:nvGrpSpPr>
          <p:cNvPr id="714" name="Graphic 4">
            <a:extLst>
              <a:ext uri="{FF2B5EF4-FFF2-40B4-BE49-F238E27FC236}">
                <a16:creationId xmlns:a16="http://schemas.microsoft.com/office/drawing/2014/main" id="{F94CC36D-E79E-034E-B48B-63144356FBD3}"/>
              </a:ext>
            </a:extLst>
          </p:cNvPr>
          <p:cNvGrpSpPr/>
          <p:nvPr/>
        </p:nvGrpSpPr>
        <p:grpSpPr>
          <a:xfrm>
            <a:off x="9887149" y="918179"/>
            <a:ext cx="362309" cy="361971"/>
            <a:chOff x="9887149" y="918179"/>
            <a:chExt cx="362309" cy="361971"/>
          </a:xfrm>
          <a:solidFill>
            <a:srgbClr val="0076A8"/>
          </a:solidFill>
        </p:grpSpPr>
        <p:sp>
          <p:nvSpPr>
            <p:cNvPr id="715" name="Graphic 4">
              <a:extLst>
                <a:ext uri="{FF2B5EF4-FFF2-40B4-BE49-F238E27FC236}">
                  <a16:creationId xmlns:a16="http://schemas.microsoft.com/office/drawing/2014/main" id="{40A86D90-ECCB-BE4B-A365-F971F50CCA35}"/>
                </a:ext>
              </a:extLst>
            </p:cNvPr>
            <p:cNvSpPr/>
            <p:nvPr/>
          </p:nvSpPr>
          <p:spPr>
            <a:xfrm>
              <a:off x="9887149" y="918179"/>
              <a:ext cx="362309" cy="361971"/>
            </a:xfrm>
            <a:custGeom>
              <a:avLst/>
              <a:gdLst>
                <a:gd name="connsiteX0" fmla="*/ 180835 w 362309"/>
                <a:gd name="connsiteY0" fmla="*/ 349204 h 361971"/>
                <a:gd name="connsiteX1" fmla="*/ 12780 w 362309"/>
                <a:gd name="connsiteY1" fmla="*/ 180667 h 361971"/>
                <a:gd name="connsiteX2" fmla="*/ 181474 w 362309"/>
                <a:gd name="connsiteY2" fmla="*/ 12768 h 361971"/>
                <a:gd name="connsiteX3" fmla="*/ 349529 w 362309"/>
                <a:gd name="connsiteY3" fmla="*/ 180667 h 361971"/>
                <a:gd name="connsiteX4" fmla="*/ 180835 w 362309"/>
                <a:gd name="connsiteY4" fmla="*/ 349204 h 361971"/>
                <a:gd name="connsiteX5" fmla="*/ 181474 w 362309"/>
                <a:gd name="connsiteY5" fmla="*/ 0 h 361971"/>
                <a:gd name="connsiteX6" fmla="*/ 0 w 362309"/>
                <a:gd name="connsiteY6" fmla="*/ 180667 h 361971"/>
                <a:gd name="connsiteX7" fmla="*/ 180835 w 362309"/>
                <a:gd name="connsiteY7" fmla="*/ 361972 h 361971"/>
                <a:gd name="connsiteX8" fmla="*/ 362309 w 362309"/>
                <a:gd name="connsiteY8" fmla="*/ 181305 h 361971"/>
                <a:gd name="connsiteX9" fmla="*/ 362309 w 362309"/>
                <a:gd name="connsiteY9" fmla="*/ 181305 h 361971"/>
                <a:gd name="connsiteX10" fmla="*/ 181474 w 362309"/>
                <a:gd name="connsiteY10"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349204"/>
                  </a:moveTo>
                  <a:cubicBezTo>
                    <a:pt x="87542" y="349204"/>
                    <a:pt x="12780" y="273873"/>
                    <a:pt x="12780" y="180667"/>
                  </a:cubicBezTo>
                  <a:cubicBezTo>
                    <a:pt x="12780" y="87461"/>
                    <a:pt x="88181" y="12768"/>
                    <a:pt x="181474" y="12768"/>
                  </a:cubicBezTo>
                  <a:cubicBezTo>
                    <a:pt x="274128" y="12768"/>
                    <a:pt x="349529" y="88099"/>
                    <a:pt x="349529" y="180667"/>
                  </a:cubicBezTo>
                  <a:cubicBezTo>
                    <a:pt x="349529" y="273873"/>
                    <a:pt x="274128" y="348565"/>
                    <a:pt x="180835" y="349204"/>
                  </a:cubicBezTo>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path>
              </a:pathLst>
            </a:custGeom>
            <a:solidFill>
              <a:srgbClr val="0076A8"/>
            </a:solidFill>
            <a:ln w="6390" cap="flat">
              <a:noFill/>
              <a:prstDash val="solid"/>
              <a:miter/>
            </a:ln>
          </p:spPr>
          <p:txBody>
            <a:bodyPr rtlCol="0" anchor="ctr"/>
            <a:lstStyle/>
            <a:p>
              <a:endParaRPr lang="en-US"/>
            </a:p>
          </p:txBody>
        </p:sp>
        <p:sp>
          <p:nvSpPr>
            <p:cNvPr id="716" name="Graphic 4">
              <a:extLst>
                <a:ext uri="{FF2B5EF4-FFF2-40B4-BE49-F238E27FC236}">
                  <a16:creationId xmlns:a16="http://schemas.microsoft.com/office/drawing/2014/main" id="{775C6E78-C6A1-1E47-97CE-98821426B15F}"/>
                </a:ext>
              </a:extLst>
            </p:cNvPr>
            <p:cNvSpPr/>
            <p:nvPr/>
          </p:nvSpPr>
          <p:spPr>
            <a:xfrm>
              <a:off x="9949132" y="1044524"/>
              <a:ext cx="235788" cy="108585"/>
            </a:xfrm>
            <a:custGeom>
              <a:avLst/>
              <a:gdLst>
                <a:gd name="connsiteX0" fmla="*/ 224287 w 235788"/>
                <a:gd name="connsiteY0" fmla="*/ 93264 h 108585"/>
                <a:gd name="connsiteX1" fmla="*/ 149525 w 235788"/>
                <a:gd name="connsiteY1" fmla="*/ 65813 h 108585"/>
                <a:gd name="connsiteX2" fmla="*/ 149525 w 235788"/>
                <a:gd name="connsiteY2" fmla="*/ 50491 h 108585"/>
                <a:gd name="connsiteX3" fmla="*/ 224287 w 235788"/>
                <a:gd name="connsiteY3" fmla="*/ 16656 h 108585"/>
                <a:gd name="connsiteX4" fmla="*/ 224287 w 235788"/>
                <a:gd name="connsiteY4" fmla="*/ 93264 h 108585"/>
                <a:gd name="connsiteX5" fmla="*/ 136106 w 235788"/>
                <a:gd name="connsiteY5" fmla="*/ 72197 h 108585"/>
                <a:gd name="connsiteX6" fmla="*/ 100961 w 235788"/>
                <a:gd name="connsiteY6" fmla="*/ 72197 h 108585"/>
                <a:gd name="connsiteX7" fmla="*/ 100961 w 235788"/>
                <a:gd name="connsiteY7" fmla="*/ 37085 h 108585"/>
                <a:gd name="connsiteX8" fmla="*/ 136106 w 235788"/>
                <a:gd name="connsiteY8" fmla="*/ 37085 h 108585"/>
                <a:gd name="connsiteX9" fmla="*/ 136106 w 235788"/>
                <a:gd name="connsiteY9" fmla="*/ 72197 h 108585"/>
                <a:gd name="connsiteX10" fmla="*/ 14058 w 235788"/>
                <a:gd name="connsiteY10" fmla="*/ 16656 h 108585"/>
                <a:gd name="connsiteX11" fmla="*/ 88820 w 235788"/>
                <a:gd name="connsiteY11" fmla="*/ 50491 h 108585"/>
                <a:gd name="connsiteX12" fmla="*/ 88820 w 235788"/>
                <a:gd name="connsiteY12" fmla="*/ 65813 h 108585"/>
                <a:gd name="connsiteX13" fmla="*/ 14058 w 235788"/>
                <a:gd name="connsiteY13" fmla="*/ 93264 h 108585"/>
                <a:gd name="connsiteX14" fmla="*/ 14058 w 235788"/>
                <a:gd name="connsiteY14" fmla="*/ 16656 h 108585"/>
                <a:gd name="connsiteX15" fmla="*/ 233872 w 235788"/>
                <a:gd name="connsiteY15" fmla="*/ 1334 h 108585"/>
                <a:gd name="connsiteX16" fmla="*/ 227482 w 235788"/>
                <a:gd name="connsiteY16" fmla="*/ 696 h 108585"/>
                <a:gd name="connsiteX17" fmla="*/ 148886 w 235788"/>
                <a:gd name="connsiteY17" fmla="*/ 36446 h 108585"/>
                <a:gd name="connsiteX18" fmla="*/ 136106 w 235788"/>
                <a:gd name="connsiteY18" fmla="*/ 24317 h 108585"/>
                <a:gd name="connsiteX19" fmla="*/ 100961 w 235788"/>
                <a:gd name="connsiteY19" fmla="*/ 24317 h 108585"/>
                <a:gd name="connsiteX20" fmla="*/ 88181 w 235788"/>
                <a:gd name="connsiteY20" fmla="*/ 36446 h 108585"/>
                <a:gd name="connsiteX21" fmla="*/ 9585 w 235788"/>
                <a:gd name="connsiteY21" fmla="*/ 696 h 108585"/>
                <a:gd name="connsiteX22" fmla="*/ 3195 w 235788"/>
                <a:gd name="connsiteY22" fmla="*/ 1334 h 108585"/>
                <a:gd name="connsiteX23" fmla="*/ 0 w 235788"/>
                <a:gd name="connsiteY23" fmla="*/ 6442 h 108585"/>
                <a:gd name="connsiteX24" fmla="*/ 0 w 235788"/>
                <a:gd name="connsiteY24" fmla="*/ 102201 h 108585"/>
                <a:gd name="connsiteX25" fmla="*/ 6390 w 235788"/>
                <a:gd name="connsiteY25" fmla="*/ 108585 h 108585"/>
                <a:gd name="connsiteX26" fmla="*/ 8307 w 235788"/>
                <a:gd name="connsiteY26" fmla="*/ 107947 h 108585"/>
                <a:gd name="connsiteX27" fmla="*/ 89459 w 235788"/>
                <a:gd name="connsiteY27" fmla="*/ 78581 h 108585"/>
                <a:gd name="connsiteX28" fmla="*/ 100322 w 235788"/>
                <a:gd name="connsiteY28" fmla="*/ 84326 h 108585"/>
                <a:gd name="connsiteX29" fmla="*/ 135466 w 235788"/>
                <a:gd name="connsiteY29" fmla="*/ 84326 h 108585"/>
                <a:gd name="connsiteX30" fmla="*/ 146330 w 235788"/>
                <a:gd name="connsiteY30" fmla="*/ 78581 h 108585"/>
                <a:gd name="connsiteX31" fmla="*/ 227482 w 235788"/>
                <a:gd name="connsiteY31" fmla="*/ 107947 h 108585"/>
                <a:gd name="connsiteX32" fmla="*/ 229399 w 235788"/>
                <a:gd name="connsiteY32" fmla="*/ 108585 h 108585"/>
                <a:gd name="connsiteX33" fmla="*/ 235789 w 235788"/>
                <a:gd name="connsiteY33" fmla="*/ 102201 h 108585"/>
                <a:gd name="connsiteX34" fmla="*/ 235789 w 235788"/>
                <a:gd name="connsiteY34" fmla="*/ 6442 h 108585"/>
                <a:gd name="connsiteX35" fmla="*/ 232594 w 235788"/>
                <a:gd name="connsiteY35" fmla="*/ 1334 h 108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35788" h="108585">
                  <a:moveTo>
                    <a:pt x="224287" y="93264"/>
                  </a:moveTo>
                  <a:lnTo>
                    <a:pt x="149525" y="65813"/>
                  </a:lnTo>
                  <a:lnTo>
                    <a:pt x="149525" y="50491"/>
                  </a:lnTo>
                  <a:lnTo>
                    <a:pt x="224287" y="16656"/>
                  </a:lnTo>
                  <a:lnTo>
                    <a:pt x="224287" y="93264"/>
                  </a:lnTo>
                  <a:close/>
                  <a:moveTo>
                    <a:pt x="136106" y="72197"/>
                  </a:moveTo>
                  <a:lnTo>
                    <a:pt x="100961" y="72197"/>
                  </a:lnTo>
                  <a:lnTo>
                    <a:pt x="100961" y="37085"/>
                  </a:lnTo>
                  <a:lnTo>
                    <a:pt x="136106" y="37085"/>
                  </a:lnTo>
                  <a:lnTo>
                    <a:pt x="136106" y="72197"/>
                  </a:lnTo>
                  <a:close/>
                  <a:moveTo>
                    <a:pt x="14058" y="16656"/>
                  </a:moveTo>
                  <a:lnTo>
                    <a:pt x="88820" y="50491"/>
                  </a:lnTo>
                  <a:lnTo>
                    <a:pt x="88820" y="65813"/>
                  </a:lnTo>
                  <a:lnTo>
                    <a:pt x="14058" y="93264"/>
                  </a:lnTo>
                  <a:lnTo>
                    <a:pt x="14058" y="16656"/>
                  </a:lnTo>
                  <a:close/>
                  <a:moveTo>
                    <a:pt x="233872" y="1334"/>
                  </a:moveTo>
                  <a:cubicBezTo>
                    <a:pt x="231955" y="58"/>
                    <a:pt x="229399" y="58"/>
                    <a:pt x="227482" y="696"/>
                  </a:cubicBezTo>
                  <a:lnTo>
                    <a:pt x="148886" y="36446"/>
                  </a:lnTo>
                  <a:cubicBezTo>
                    <a:pt x="148886" y="29424"/>
                    <a:pt x="143135" y="24317"/>
                    <a:pt x="136106" y="24317"/>
                  </a:cubicBezTo>
                  <a:lnTo>
                    <a:pt x="100961" y="24317"/>
                  </a:lnTo>
                  <a:cubicBezTo>
                    <a:pt x="93932" y="24317"/>
                    <a:pt x="88181" y="30062"/>
                    <a:pt x="88181" y="36446"/>
                  </a:cubicBezTo>
                  <a:lnTo>
                    <a:pt x="9585" y="696"/>
                  </a:lnTo>
                  <a:cubicBezTo>
                    <a:pt x="7668" y="-581"/>
                    <a:pt x="5112" y="58"/>
                    <a:pt x="3195" y="1334"/>
                  </a:cubicBezTo>
                  <a:cubicBezTo>
                    <a:pt x="1278" y="2611"/>
                    <a:pt x="0" y="4526"/>
                    <a:pt x="0" y="6442"/>
                  </a:cubicBezTo>
                  <a:lnTo>
                    <a:pt x="0" y="102201"/>
                  </a:lnTo>
                  <a:cubicBezTo>
                    <a:pt x="0" y="106032"/>
                    <a:pt x="2556" y="108585"/>
                    <a:pt x="6390" y="108585"/>
                  </a:cubicBezTo>
                  <a:cubicBezTo>
                    <a:pt x="7029" y="108585"/>
                    <a:pt x="7668" y="108585"/>
                    <a:pt x="8307" y="107947"/>
                  </a:cubicBezTo>
                  <a:lnTo>
                    <a:pt x="89459" y="78581"/>
                  </a:lnTo>
                  <a:cubicBezTo>
                    <a:pt x="92015" y="82411"/>
                    <a:pt x="95849" y="84326"/>
                    <a:pt x="100322" y="84326"/>
                  </a:cubicBezTo>
                  <a:lnTo>
                    <a:pt x="135466" y="84326"/>
                  </a:lnTo>
                  <a:cubicBezTo>
                    <a:pt x="139940" y="84326"/>
                    <a:pt x="143774" y="81773"/>
                    <a:pt x="146330" y="78581"/>
                  </a:cubicBezTo>
                  <a:lnTo>
                    <a:pt x="227482" y="107947"/>
                  </a:lnTo>
                  <a:cubicBezTo>
                    <a:pt x="228120" y="107947"/>
                    <a:pt x="228760" y="108585"/>
                    <a:pt x="229399" y="108585"/>
                  </a:cubicBezTo>
                  <a:cubicBezTo>
                    <a:pt x="233233" y="108585"/>
                    <a:pt x="235789" y="106032"/>
                    <a:pt x="235789" y="102201"/>
                  </a:cubicBezTo>
                  <a:lnTo>
                    <a:pt x="235789" y="6442"/>
                  </a:lnTo>
                  <a:cubicBezTo>
                    <a:pt x="235789" y="4526"/>
                    <a:pt x="234510" y="1973"/>
                    <a:pt x="232594" y="1334"/>
                  </a:cubicBezTo>
                </a:path>
              </a:pathLst>
            </a:custGeom>
            <a:solidFill>
              <a:srgbClr val="0076A8"/>
            </a:solidFill>
            <a:ln w="6390" cap="flat">
              <a:noFill/>
              <a:prstDash val="solid"/>
              <a:miter/>
            </a:ln>
          </p:spPr>
          <p:txBody>
            <a:bodyPr rtlCol="0" anchor="ctr"/>
            <a:lstStyle/>
            <a:p>
              <a:endParaRPr lang="en-US"/>
            </a:p>
          </p:txBody>
        </p:sp>
      </p:grpSp>
      <p:grpSp>
        <p:nvGrpSpPr>
          <p:cNvPr id="717" name="Graphic 4">
            <a:extLst>
              <a:ext uri="{FF2B5EF4-FFF2-40B4-BE49-F238E27FC236}">
                <a16:creationId xmlns:a16="http://schemas.microsoft.com/office/drawing/2014/main" id="{32C9FDDA-950B-3244-8484-03588E8CAA33}"/>
              </a:ext>
            </a:extLst>
          </p:cNvPr>
          <p:cNvGrpSpPr/>
          <p:nvPr/>
        </p:nvGrpSpPr>
        <p:grpSpPr>
          <a:xfrm>
            <a:off x="10325499" y="918179"/>
            <a:ext cx="361670" cy="361971"/>
            <a:chOff x="10325499" y="918179"/>
            <a:chExt cx="361670" cy="361971"/>
          </a:xfrm>
          <a:solidFill>
            <a:srgbClr val="0076A8"/>
          </a:solidFill>
        </p:grpSpPr>
        <p:sp>
          <p:nvSpPr>
            <p:cNvPr id="718" name="Graphic 4">
              <a:extLst>
                <a:ext uri="{FF2B5EF4-FFF2-40B4-BE49-F238E27FC236}">
                  <a16:creationId xmlns:a16="http://schemas.microsoft.com/office/drawing/2014/main" id="{3044D246-2047-AC4C-AACC-A29FAFA06763}"/>
                </a:ext>
              </a:extLst>
            </p:cNvPr>
            <p:cNvSpPr/>
            <p:nvPr/>
          </p:nvSpPr>
          <p:spPr>
            <a:xfrm>
              <a:off x="10536367" y="1061180"/>
              <a:ext cx="74761" cy="76607"/>
            </a:xfrm>
            <a:custGeom>
              <a:avLst/>
              <a:gdLst>
                <a:gd name="connsiteX0" fmla="*/ 0 w 74761"/>
                <a:gd name="connsiteY0" fmla="*/ 49157 h 76607"/>
                <a:gd name="connsiteX1" fmla="*/ 74762 w 74761"/>
                <a:gd name="connsiteY1" fmla="*/ 76608 h 76607"/>
                <a:gd name="connsiteX2" fmla="*/ 74762 w 74761"/>
                <a:gd name="connsiteY2" fmla="*/ 0 h 76607"/>
                <a:gd name="connsiteX3" fmla="*/ 0 w 74761"/>
                <a:gd name="connsiteY3" fmla="*/ 33835 h 76607"/>
              </a:gdLst>
              <a:ahLst/>
              <a:cxnLst>
                <a:cxn ang="0">
                  <a:pos x="connsiteX0" y="connsiteY0"/>
                </a:cxn>
                <a:cxn ang="0">
                  <a:pos x="connsiteX1" y="connsiteY1"/>
                </a:cxn>
                <a:cxn ang="0">
                  <a:pos x="connsiteX2" y="connsiteY2"/>
                </a:cxn>
                <a:cxn ang="0">
                  <a:pos x="connsiteX3" y="connsiteY3"/>
                </a:cxn>
              </a:cxnLst>
              <a:rect l="l" t="t" r="r" b="b"/>
              <a:pathLst>
                <a:path w="74761" h="76607">
                  <a:moveTo>
                    <a:pt x="0" y="49157"/>
                  </a:moveTo>
                  <a:lnTo>
                    <a:pt x="74762" y="76608"/>
                  </a:lnTo>
                  <a:lnTo>
                    <a:pt x="74762" y="0"/>
                  </a:lnTo>
                  <a:lnTo>
                    <a:pt x="0" y="33835"/>
                  </a:lnTo>
                  <a:close/>
                </a:path>
              </a:pathLst>
            </a:custGeom>
            <a:solidFill>
              <a:srgbClr val="0076A8"/>
            </a:solidFill>
            <a:ln w="6390" cap="flat">
              <a:noFill/>
              <a:prstDash val="solid"/>
              <a:miter/>
            </a:ln>
          </p:spPr>
          <p:txBody>
            <a:bodyPr rtlCol="0" anchor="ctr"/>
            <a:lstStyle/>
            <a:p>
              <a:endParaRPr lang="en-US"/>
            </a:p>
          </p:txBody>
        </p:sp>
        <p:sp>
          <p:nvSpPr>
            <p:cNvPr id="719" name="Graphic 4">
              <a:extLst>
                <a:ext uri="{FF2B5EF4-FFF2-40B4-BE49-F238E27FC236}">
                  <a16:creationId xmlns:a16="http://schemas.microsoft.com/office/drawing/2014/main" id="{A22E17B2-D0CD-FF43-A419-8866B2007AF1}"/>
                </a:ext>
              </a:extLst>
            </p:cNvPr>
            <p:cNvSpPr/>
            <p:nvPr/>
          </p:nvSpPr>
          <p:spPr>
            <a:xfrm>
              <a:off x="10488442" y="1081609"/>
              <a:ext cx="35144" cy="35111"/>
            </a:xfrm>
            <a:custGeom>
              <a:avLst/>
              <a:gdLst>
                <a:gd name="connsiteX0" fmla="*/ 0 w 35144"/>
                <a:gd name="connsiteY0" fmla="*/ 0 h 35111"/>
                <a:gd name="connsiteX1" fmla="*/ 0 w 35144"/>
                <a:gd name="connsiteY1" fmla="*/ 9576 h 35111"/>
                <a:gd name="connsiteX2" fmla="*/ 0 w 35144"/>
                <a:gd name="connsiteY2" fmla="*/ 33197 h 35111"/>
                <a:gd name="connsiteX3" fmla="*/ 0 w 35144"/>
                <a:gd name="connsiteY3" fmla="*/ 35112 h 35111"/>
                <a:gd name="connsiteX4" fmla="*/ 35145 w 35144"/>
                <a:gd name="connsiteY4" fmla="*/ 35112 h 35111"/>
                <a:gd name="connsiteX5" fmla="*/ 35145 w 35144"/>
                <a:gd name="connsiteY5" fmla="*/ 0 h 35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144" h="35111">
                  <a:moveTo>
                    <a:pt x="0" y="0"/>
                  </a:moveTo>
                  <a:lnTo>
                    <a:pt x="0" y="9576"/>
                  </a:lnTo>
                  <a:lnTo>
                    <a:pt x="0" y="33197"/>
                  </a:lnTo>
                  <a:lnTo>
                    <a:pt x="0" y="35112"/>
                  </a:lnTo>
                  <a:lnTo>
                    <a:pt x="35145" y="35112"/>
                  </a:lnTo>
                  <a:lnTo>
                    <a:pt x="35145" y="0"/>
                  </a:lnTo>
                  <a:close/>
                </a:path>
              </a:pathLst>
            </a:custGeom>
            <a:solidFill>
              <a:srgbClr val="0076A8"/>
            </a:solidFill>
            <a:ln w="6390" cap="flat">
              <a:noFill/>
              <a:prstDash val="solid"/>
              <a:miter/>
            </a:ln>
          </p:spPr>
          <p:txBody>
            <a:bodyPr rtlCol="0" anchor="ctr"/>
            <a:lstStyle/>
            <a:p>
              <a:endParaRPr lang="en-US"/>
            </a:p>
          </p:txBody>
        </p:sp>
        <p:sp>
          <p:nvSpPr>
            <p:cNvPr id="720" name="Graphic 4">
              <a:extLst>
                <a:ext uri="{FF2B5EF4-FFF2-40B4-BE49-F238E27FC236}">
                  <a16:creationId xmlns:a16="http://schemas.microsoft.com/office/drawing/2014/main" id="{6CC39E50-F5B2-4D45-8AB7-FA09F371CABB}"/>
                </a:ext>
              </a:extLst>
            </p:cNvPr>
            <p:cNvSpPr/>
            <p:nvPr/>
          </p:nvSpPr>
          <p:spPr>
            <a:xfrm>
              <a:off x="10325499" y="918179"/>
              <a:ext cx="361670" cy="361971"/>
            </a:xfrm>
            <a:custGeom>
              <a:avLst/>
              <a:gdLst>
                <a:gd name="connsiteX0" fmla="*/ 298410 w 361670"/>
                <a:gd name="connsiteY0" fmla="*/ 228547 h 361971"/>
                <a:gd name="connsiteX1" fmla="*/ 292020 w 361670"/>
                <a:gd name="connsiteY1" fmla="*/ 234931 h 361971"/>
                <a:gd name="connsiteX2" fmla="*/ 290103 w 361670"/>
                <a:gd name="connsiteY2" fmla="*/ 234292 h 361971"/>
                <a:gd name="connsiteX3" fmla="*/ 208951 w 361670"/>
                <a:gd name="connsiteY3" fmla="*/ 204926 h 361971"/>
                <a:gd name="connsiteX4" fmla="*/ 198088 w 361670"/>
                <a:gd name="connsiteY4" fmla="*/ 210671 h 361971"/>
                <a:gd name="connsiteX5" fmla="*/ 162943 w 361670"/>
                <a:gd name="connsiteY5" fmla="*/ 210671 h 361971"/>
                <a:gd name="connsiteX6" fmla="*/ 152080 w 361670"/>
                <a:gd name="connsiteY6" fmla="*/ 204926 h 361971"/>
                <a:gd name="connsiteX7" fmla="*/ 70928 w 361670"/>
                <a:gd name="connsiteY7" fmla="*/ 234292 h 361971"/>
                <a:gd name="connsiteX8" fmla="*/ 69011 w 361670"/>
                <a:gd name="connsiteY8" fmla="*/ 234931 h 361971"/>
                <a:gd name="connsiteX9" fmla="*/ 62621 w 361670"/>
                <a:gd name="connsiteY9" fmla="*/ 228547 h 361971"/>
                <a:gd name="connsiteX10" fmla="*/ 62621 w 361670"/>
                <a:gd name="connsiteY10" fmla="*/ 132787 h 361971"/>
                <a:gd name="connsiteX11" fmla="*/ 65816 w 361670"/>
                <a:gd name="connsiteY11" fmla="*/ 127680 h 361971"/>
                <a:gd name="connsiteX12" fmla="*/ 72206 w 361670"/>
                <a:gd name="connsiteY12" fmla="*/ 127041 h 361971"/>
                <a:gd name="connsiteX13" fmla="*/ 150802 w 361670"/>
                <a:gd name="connsiteY13" fmla="*/ 162792 h 361971"/>
                <a:gd name="connsiteX14" fmla="*/ 163582 w 361670"/>
                <a:gd name="connsiteY14" fmla="*/ 150662 h 361971"/>
                <a:gd name="connsiteX15" fmla="*/ 198727 w 361670"/>
                <a:gd name="connsiteY15" fmla="*/ 150662 h 361971"/>
                <a:gd name="connsiteX16" fmla="*/ 211507 w 361670"/>
                <a:gd name="connsiteY16" fmla="*/ 162792 h 361971"/>
                <a:gd name="connsiteX17" fmla="*/ 290103 w 361670"/>
                <a:gd name="connsiteY17" fmla="*/ 127041 h 361971"/>
                <a:gd name="connsiteX18" fmla="*/ 296493 w 361670"/>
                <a:gd name="connsiteY18" fmla="*/ 127680 h 361971"/>
                <a:gd name="connsiteX19" fmla="*/ 299688 w 361670"/>
                <a:gd name="connsiteY19" fmla="*/ 132787 h 361971"/>
                <a:gd name="connsiteX20" fmla="*/ 298410 w 361670"/>
                <a:gd name="connsiteY20" fmla="*/ 228547 h 361971"/>
                <a:gd name="connsiteX21" fmla="*/ 180835 w 361670"/>
                <a:gd name="connsiteY21" fmla="*/ 0 h 361971"/>
                <a:gd name="connsiteX22" fmla="*/ 0 w 361670"/>
                <a:gd name="connsiteY22" fmla="*/ 180667 h 361971"/>
                <a:gd name="connsiteX23" fmla="*/ 180835 w 361670"/>
                <a:gd name="connsiteY23" fmla="*/ 361972 h 361971"/>
                <a:gd name="connsiteX24" fmla="*/ 361670 w 361670"/>
                <a:gd name="connsiteY24" fmla="*/ 181305 h 361971"/>
                <a:gd name="connsiteX25" fmla="*/ 361670 w 361670"/>
                <a:gd name="connsiteY25" fmla="*/ 181305 h 361971"/>
                <a:gd name="connsiteX26" fmla="*/ 180835 w 361670"/>
                <a:gd name="connsiteY26" fmla="*/ 0 h 361971"/>
                <a:gd name="connsiteX27" fmla="*/ 180835 w 361670"/>
                <a:gd name="connsiteY27"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1670" h="361971">
                  <a:moveTo>
                    <a:pt x="298410" y="228547"/>
                  </a:moveTo>
                  <a:cubicBezTo>
                    <a:pt x="298410" y="232377"/>
                    <a:pt x="295854" y="234931"/>
                    <a:pt x="292020" y="234931"/>
                  </a:cubicBezTo>
                  <a:cubicBezTo>
                    <a:pt x="291381" y="234931"/>
                    <a:pt x="290742" y="234931"/>
                    <a:pt x="290103" y="234292"/>
                  </a:cubicBezTo>
                  <a:lnTo>
                    <a:pt x="208951" y="204926"/>
                  </a:lnTo>
                  <a:cubicBezTo>
                    <a:pt x="206395" y="208756"/>
                    <a:pt x="202561" y="210671"/>
                    <a:pt x="198088" y="210671"/>
                  </a:cubicBezTo>
                  <a:lnTo>
                    <a:pt x="162943" y="210671"/>
                  </a:lnTo>
                  <a:cubicBezTo>
                    <a:pt x="158470" y="210671"/>
                    <a:pt x="154636" y="208118"/>
                    <a:pt x="152080" y="204926"/>
                  </a:cubicBezTo>
                  <a:lnTo>
                    <a:pt x="70928" y="234292"/>
                  </a:lnTo>
                  <a:cubicBezTo>
                    <a:pt x="70289" y="234292"/>
                    <a:pt x="69650" y="234931"/>
                    <a:pt x="69011" y="234931"/>
                  </a:cubicBezTo>
                  <a:cubicBezTo>
                    <a:pt x="65177" y="234931"/>
                    <a:pt x="62621" y="232377"/>
                    <a:pt x="62621" y="228547"/>
                  </a:cubicBezTo>
                  <a:lnTo>
                    <a:pt x="62621" y="132787"/>
                  </a:lnTo>
                  <a:cubicBezTo>
                    <a:pt x="62621" y="130872"/>
                    <a:pt x="63899" y="128318"/>
                    <a:pt x="65816" y="127680"/>
                  </a:cubicBezTo>
                  <a:cubicBezTo>
                    <a:pt x="67733" y="126403"/>
                    <a:pt x="70289" y="126403"/>
                    <a:pt x="72206" y="127041"/>
                  </a:cubicBezTo>
                  <a:lnTo>
                    <a:pt x="150802" y="162792"/>
                  </a:lnTo>
                  <a:cubicBezTo>
                    <a:pt x="150802" y="155769"/>
                    <a:pt x="156553" y="150662"/>
                    <a:pt x="163582" y="150662"/>
                  </a:cubicBezTo>
                  <a:lnTo>
                    <a:pt x="198727" y="150662"/>
                  </a:lnTo>
                  <a:cubicBezTo>
                    <a:pt x="205756" y="150662"/>
                    <a:pt x="211507" y="156408"/>
                    <a:pt x="211507" y="162792"/>
                  </a:cubicBezTo>
                  <a:lnTo>
                    <a:pt x="290103" y="127041"/>
                  </a:lnTo>
                  <a:cubicBezTo>
                    <a:pt x="292020" y="125764"/>
                    <a:pt x="294576" y="126403"/>
                    <a:pt x="296493" y="127680"/>
                  </a:cubicBezTo>
                  <a:cubicBezTo>
                    <a:pt x="298410" y="128956"/>
                    <a:pt x="299688" y="130872"/>
                    <a:pt x="299688" y="132787"/>
                  </a:cubicBezTo>
                  <a:lnTo>
                    <a:pt x="298410" y="228547"/>
                  </a:lnTo>
                  <a:close/>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1670" y="81077"/>
                    <a:pt x="280518" y="0"/>
                    <a:pt x="180835" y="0"/>
                  </a:cubicBezTo>
                  <a:cubicBezTo>
                    <a:pt x="180835" y="0"/>
                    <a:pt x="180835" y="0"/>
                    <a:pt x="180835" y="0"/>
                  </a:cubicBezTo>
                </a:path>
              </a:pathLst>
            </a:custGeom>
            <a:solidFill>
              <a:srgbClr val="0076A8"/>
            </a:solidFill>
            <a:ln w="6390" cap="flat">
              <a:noFill/>
              <a:prstDash val="solid"/>
              <a:miter/>
            </a:ln>
          </p:spPr>
          <p:txBody>
            <a:bodyPr rtlCol="0" anchor="ctr"/>
            <a:lstStyle/>
            <a:p>
              <a:endParaRPr lang="en-US"/>
            </a:p>
          </p:txBody>
        </p:sp>
        <p:sp>
          <p:nvSpPr>
            <p:cNvPr id="721" name="Graphic 4">
              <a:extLst>
                <a:ext uri="{FF2B5EF4-FFF2-40B4-BE49-F238E27FC236}">
                  <a16:creationId xmlns:a16="http://schemas.microsoft.com/office/drawing/2014/main" id="{BACFAC17-86A9-744C-847D-B14E830379C9}"/>
                </a:ext>
              </a:extLst>
            </p:cNvPr>
            <p:cNvSpPr/>
            <p:nvPr/>
          </p:nvSpPr>
          <p:spPr>
            <a:xfrm>
              <a:off x="10400900" y="1061180"/>
              <a:ext cx="74762" cy="76607"/>
            </a:xfrm>
            <a:custGeom>
              <a:avLst/>
              <a:gdLst>
                <a:gd name="connsiteX0" fmla="*/ 74763 w 74762"/>
                <a:gd name="connsiteY0" fmla="*/ 33835 h 76607"/>
                <a:gd name="connsiteX1" fmla="*/ 0 w 74762"/>
                <a:gd name="connsiteY1" fmla="*/ 0 h 76607"/>
                <a:gd name="connsiteX2" fmla="*/ 0 w 74762"/>
                <a:gd name="connsiteY2" fmla="*/ 76608 h 76607"/>
                <a:gd name="connsiteX3" fmla="*/ 74763 w 74762"/>
                <a:gd name="connsiteY3" fmla="*/ 49157 h 76607"/>
              </a:gdLst>
              <a:ahLst/>
              <a:cxnLst>
                <a:cxn ang="0">
                  <a:pos x="connsiteX0" y="connsiteY0"/>
                </a:cxn>
                <a:cxn ang="0">
                  <a:pos x="connsiteX1" y="connsiteY1"/>
                </a:cxn>
                <a:cxn ang="0">
                  <a:pos x="connsiteX2" y="connsiteY2"/>
                </a:cxn>
                <a:cxn ang="0">
                  <a:pos x="connsiteX3" y="connsiteY3"/>
                </a:cxn>
              </a:cxnLst>
              <a:rect l="l" t="t" r="r" b="b"/>
              <a:pathLst>
                <a:path w="74762" h="76607">
                  <a:moveTo>
                    <a:pt x="74763" y="33835"/>
                  </a:moveTo>
                  <a:lnTo>
                    <a:pt x="0" y="0"/>
                  </a:lnTo>
                  <a:lnTo>
                    <a:pt x="0" y="76608"/>
                  </a:lnTo>
                  <a:lnTo>
                    <a:pt x="74763" y="49157"/>
                  </a:lnTo>
                  <a:close/>
                </a:path>
              </a:pathLst>
            </a:custGeom>
            <a:solidFill>
              <a:srgbClr val="0076A8"/>
            </a:solidFill>
            <a:ln w="6390" cap="flat">
              <a:noFill/>
              <a:prstDash val="solid"/>
              <a:miter/>
            </a:ln>
          </p:spPr>
          <p:txBody>
            <a:bodyPr rtlCol="0" anchor="ctr"/>
            <a:lstStyle/>
            <a:p>
              <a:endParaRPr lang="en-US"/>
            </a:p>
          </p:txBody>
        </p:sp>
      </p:grpSp>
      <p:grpSp>
        <p:nvGrpSpPr>
          <p:cNvPr id="722" name="Graphic 4">
            <a:extLst>
              <a:ext uri="{FF2B5EF4-FFF2-40B4-BE49-F238E27FC236}">
                <a16:creationId xmlns:a16="http://schemas.microsoft.com/office/drawing/2014/main" id="{11E3DB9C-D423-EE40-B114-502975075FE1}"/>
              </a:ext>
            </a:extLst>
          </p:cNvPr>
          <p:cNvGrpSpPr/>
          <p:nvPr/>
        </p:nvGrpSpPr>
        <p:grpSpPr>
          <a:xfrm>
            <a:off x="9887149" y="2371173"/>
            <a:ext cx="362309" cy="361971"/>
            <a:chOff x="9887149" y="2371173"/>
            <a:chExt cx="362309" cy="361971"/>
          </a:xfrm>
          <a:solidFill>
            <a:srgbClr val="0076A8"/>
          </a:solidFill>
        </p:grpSpPr>
        <p:sp>
          <p:nvSpPr>
            <p:cNvPr id="723" name="Graphic 4">
              <a:extLst>
                <a:ext uri="{FF2B5EF4-FFF2-40B4-BE49-F238E27FC236}">
                  <a16:creationId xmlns:a16="http://schemas.microsoft.com/office/drawing/2014/main" id="{37AA580D-ACFC-C04B-B2B5-561D7B4DCACB}"/>
                </a:ext>
              </a:extLst>
            </p:cNvPr>
            <p:cNvSpPr/>
            <p:nvPr/>
          </p:nvSpPr>
          <p:spPr>
            <a:xfrm>
              <a:off x="9887149" y="2371173"/>
              <a:ext cx="362309" cy="361971"/>
            </a:xfrm>
            <a:custGeom>
              <a:avLst/>
              <a:gdLst>
                <a:gd name="connsiteX0" fmla="*/ 180835 w 362309"/>
                <a:gd name="connsiteY0" fmla="*/ 349204 h 361971"/>
                <a:gd name="connsiteX1" fmla="*/ 12780 w 362309"/>
                <a:gd name="connsiteY1" fmla="*/ 180667 h 361971"/>
                <a:gd name="connsiteX2" fmla="*/ 181474 w 362309"/>
                <a:gd name="connsiteY2" fmla="*/ 12768 h 361971"/>
                <a:gd name="connsiteX3" fmla="*/ 349529 w 362309"/>
                <a:gd name="connsiteY3" fmla="*/ 180667 h 361971"/>
                <a:gd name="connsiteX4" fmla="*/ 180835 w 362309"/>
                <a:gd name="connsiteY4" fmla="*/ 349204 h 361971"/>
                <a:gd name="connsiteX5" fmla="*/ 181474 w 362309"/>
                <a:gd name="connsiteY5" fmla="*/ 0 h 361971"/>
                <a:gd name="connsiteX6" fmla="*/ 0 w 362309"/>
                <a:gd name="connsiteY6" fmla="*/ 180667 h 361971"/>
                <a:gd name="connsiteX7" fmla="*/ 180835 w 362309"/>
                <a:gd name="connsiteY7" fmla="*/ 361972 h 361971"/>
                <a:gd name="connsiteX8" fmla="*/ 362309 w 362309"/>
                <a:gd name="connsiteY8" fmla="*/ 181305 h 361971"/>
                <a:gd name="connsiteX9" fmla="*/ 362309 w 362309"/>
                <a:gd name="connsiteY9" fmla="*/ 181305 h 361971"/>
                <a:gd name="connsiteX10" fmla="*/ 181474 w 362309"/>
                <a:gd name="connsiteY10"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349204"/>
                  </a:moveTo>
                  <a:cubicBezTo>
                    <a:pt x="87542" y="349204"/>
                    <a:pt x="12780" y="273873"/>
                    <a:pt x="12780" y="180667"/>
                  </a:cubicBezTo>
                  <a:cubicBezTo>
                    <a:pt x="12780" y="87461"/>
                    <a:pt x="88181" y="12768"/>
                    <a:pt x="181474" y="12768"/>
                  </a:cubicBezTo>
                  <a:cubicBezTo>
                    <a:pt x="274128" y="12768"/>
                    <a:pt x="349529" y="88099"/>
                    <a:pt x="349529" y="180667"/>
                  </a:cubicBezTo>
                  <a:cubicBezTo>
                    <a:pt x="349529" y="273873"/>
                    <a:pt x="274128" y="349204"/>
                    <a:pt x="180835" y="349204"/>
                  </a:cubicBezTo>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path>
              </a:pathLst>
            </a:custGeom>
            <a:solidFill>
              <a:srgbClr val="0076A8"/>
            </a:solidFill>
            <a:ln w="6390" cap="flat">
              <a:noFill/>
              <a:prstDash val="solid"/>
              <a:miter/>
            </a:ln>
          </p:spPr>
          <p:txBody>
            <a:bodyPr rtlCol="0" anchor="ctr"/>
            <a:lstStyle/>
            <a:p>
              <a:endParaRPr lang="en-US"/>
            </a:p>
          </p:txBody>
        </p:sp>
        <p:sp>
          <p:nvSpPr>
            <p:cNvPr id="724" name="Graphic 4">
              <a:extLst>
                <a:ext uri="{FF2B5EF4-FFF2-40B4-BE49-F238E27FC236}">
                  <a16:creationId xmlns:a16="http://schemas.microsoft.com/office/drawing/2014/main" id="{B403BA7E-8CAB-F04B-9F0C-1A10DB0D0FE9}"/>
                </a:ext>
              </a:extLst>
            </p:cNvPr>
            <p:cNvSpPr/>
            <p:nvPr/>
          </p:nvSpPr>
          <p:spPr>
            <a:xfrm>
              <a:off x="9968301" y="2427352"/>
              <a:ext cx="198726" cy="250890"/>
            </a:xfrm>
            <a:custGeom>
              <a:avLst/>
              <a:gdLst>
                <a:gd name="connsiteX0" fmla="*/ 180196 w 198726"/>
                <a:gd name="connsiteY0" fmla="*/ 177475 h 250890"/>
                <a:gd name="connsiteX1" fmla="*/ 171889 w 198726"/>
                <a:gd name="connsiteY1" fmla="*/ 177475 h 250890"/>
                <a:gd name="connsiteX2" fmla="*/ 165500 w 198726"/>
                <a:gd name="connsiteY2" fmla="*/ 171091 h 250890"/>
                <a:gd name="connsiteX3" fmla="*/ 165500 w 198726"/>
                <a:gd name="connsiteY3" fmla="*/ 111720 h 250890"/>
                <a:gd name="connsiteX4" fmla="*/ 171889 w 198726"/>
                <a:gd name="connsiteY4" fmla="*/ 105336 h 250890"/>
                <a:gd name="connsiteX5" fmla="*/ 180196 w 198726"/>
                <a:gd name="connsiteY5" fmla="*/ 105336 h 250890"/>
                <a:gd name="connsiteX6" fmla="*/ 186586 w 198726"/>
                <a:gd name="connsiteY6" fmla="*/ 111720 h 250890"/>
                <a:gd name="connsiteX7" fmla="*/ 186586 w 198726"/>
                <a:gd name="connsiteY7" fmla="*/ 171091 h 250890"/>
                <a:gd name="connsiteX8" fmla="*/ 180196 w 198726"/>
                <a:gd name="connsiteY8" fmla="*/ 177475 h 250890"/>
                <a:gd name="connsiteX9" fmla="*/ 19170 w 198726"/>
                <a:gd name="connsiteY9" fmla="*/ 105336 h 250890"/>
                <a:gd name="connsiteX10" fmla="*/ 27477 w 198726"/>
                <a:gd name="connsiteY10" fmla="*/ 105336 h 250890"/>
                <a:gd name="connsiteX11" fmla="*/ 33867 w 198726"/>
                <a:gd name="connsiteY11" fmla="*/ 111720 h 250890"/>
                <a:gd name="connsiteX12" fmla="*/ 33867 w 198726"/>
                <a:gd name="connsiteY12" fmla="*/ 171091 h 250890"/>
                <a:gd name="connsiteX13" fmla="*/ 27477 w 198726"/>
                <a:gd name="connsiteY13" fmla="*/ 177475 h 250890"/>
                <a:gd name="connsiteX14" fmla="*/ 19170 w 198726"/>
                <a:gd name="connsiteY14" fmla="*/ 177475 h 250890"/>
                <a:gd name="connsiteX15" fmla="*/ 12780 w 198726"/>
                <a:gd name="connsiteY15" fmla="*/ 171091 h 250890"/>
                <a:gd name="connsiteX16" fmla="*/ 12780 w 198726"/>
                <a:gd name="connsiteY16" fmla="*/ 111720 h 250890"/>
                <a:gd name="connsiteX17" fmla="*/ 19170 w 198726"/>
                <a:gd name="connsiteY17" fmla="*/ 105336 h 250890"/>
                <a:gd name="connsiteX18" fmla="*/ 99683 w 198726"/>
                <a:gd name="connsiteY18" fmla="*/ 0 h 250890"/>
                <a:gd name="connsiteX19" fmla="*/ 0 w 198726"/>
                <a:gd name="connsiteY19" fmla="*/ 99590 h 250890"/>
                <a:gd name="connsiteX20" fmla="*/ 0 w 198726"/>
                <a:gd name="connsiteY20" fmla="*/ 171729 h 250890"/>
                <a:gd name="connsiteX21" fmla="*/ 19170 w 198726"/>
                <a:gd name="connsiteY21" fmla="*/ 190881 h 250890"/>
                <a:gd name="connsiteX22" fmla="*/ 27477 w 198726"/>
                <a:gd name="connsiteY22" fmla="*/ 190881 h 250890"/>
                <a:gd name="connsiteX23" fmla="*/ 46647 w 198726"/>
                <a:gd name="connsiteY23" fmla="*/ 171729 h 250890"/>
                <a:gd name="connsiteX24" fmla="*/ 46647 w 198726"/>
                <a:gd name="connsiteY24" fmla="*/ 112358 h 250890"/>
                <a:gd name="connsiteX25" fmla="*/ 27477 w 198726"/>
                <a:gd name="connsiteY25" fmla="*/ 93206 h 250890"/>
                <a:gd name="connsiteX26" fmla="*/ 19170 w 198726"/>
                <a:gd name="connsiteY26" fmla="*/ 93206 h 250890"/>
                <a:gd name="connsiteX27" fmla="*/ 12780 w 198726"/>
                <a:gd name="connsiteY27" fmla="*/ 94483 h 250890"/>
                <a:gd name="connsiteX28" fmla="*/ 104795 w 198726"/>
                <a:gd name="connsiteY28" fmla="*/ 13406 h 250890"/>
                <a:gd name="connsiteX29" fmla="*/ 185947 w 198726"/>
                <a:gd name="connsiteY29" fmla="*/ 94483 h 250890"/>
                <a:gd name="connsiteX30" fmla="*/ 179557 w 198726"/>
                <a:gd name="connsiteY30" fmla="*/ 93206 h 250890"/>
                <a:gd name="connsiteX31" fmla="*/ 171251 w 198726"/>
                <a:gd name="connsiteY31" fmla="*/ 93206 h 250890"/>
                <a:gd name="connsiteX32" fmla="*/ 152081 w 198726"/>
                <a:gd name="connsiteY32" fmla="*/ 112358 h 250890"/>
                <a:gd name="connsiteX33" fmla="*/ 152081 w 198726"/>
                <a:gd name="connsiteY33" fmla="*/ 171729 h 250890"/>
                <a:gd name="connsiteX34" fmla="*/ 171251 w 198726"/>
                <a:gd name="connsiteY34" fmla="*/ 190881 h 250890"/>
                <a:gd name="connsiteX35" fmla="*/ 179557 w 198726"/>
                <a:gd name="connsiteY35" fmla="*/ 190881 h 250890"/>
                <a:gd name="connsiteX36" fmla="*/ 184669 w 198726"/>
                <a:gd name="connsiteY36" fmla="*/ 190243 h 250890"/>
                <a:gd name="connsiteX37" fmla="*/ 123326 w 198726"/>
                <a:gd name="connsiteY37" fmla="*/ 236207 h 250890"/>
                <a:gd name="connsiteX38" fmla="*/ 99044 w 198726"/>
                <a:gd name="connsiteY38" fmla="*/ 227908 h 250890"/>
                <a:gd name="connsiteX39" fmla="*/ 74123 w 198726"/>
                <a:gd name="connsiteY39" fmla="*/ 239399 h 250890"/>
                <a:gd name="connsiteX40" fmla="*/ 99044 w 198726"/>
                <a:gd name="connsiteY40" fmla="*/ 250890 h 250890"/>
                <a:gd name="connsiteX41" fmla="*/ 102878 w 198726"/>
                <a:gd name="connsiteY41" fmla="*/ 250890 h 250890"/>
                <a:gd name="connsiteX42" fmla="*/ 198727 w 198726"/>
                <a:gd name="connsiteY42" fmla="*/ 176836 h 250890"/>
                <a:gd name="connsiteX43" fmla="*/ 198727 w 198726"/>
                <a:gd name="connsiteY43" fmla="*/ 100228 h 250890"/>
                <a:gd name="connsiteX44" fmla="*/ 99044 w 198726"/>
                <a:gd name="connsiteY44" fmla="*/ 638 h 250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8726" h="250890">
                  <a:moveTo>
                    <a:pt x="180196" y="177475"/>
                  </a:moveTo>
                  <a:lnTo>
                    <a:pt x="171889" y="177475"/>
                  </a:lnTo>
                  <a:cubicBezTo>
                    <a:pt x="168056" y="177475"/>
                    <a:pt x="165500" y="174921"/>
                    <a:pt x="165500" y="171091"/>
                  </a:cubicBezTo>
                  <a:lnTo>
                    <a:pt x="165500" y="111720"/>
                  </a:lnTo>
                  <a:cubicBezTo>
                    <a:pt x="165500" y="107889"/>
                    <a:pt x="168056" y="105336"/>
                    <a:pt x="171889" y="105336"/>
                  </a:cubicBezTo>
                  <a:lnTo>
                    <a:pt x="180196" y="105336"/>
                  </a:lnTo>
                  <a:cubicBezTo>
                    <a:pt x="184031" y="105336"/>
                    <a:pt x="186586" y="107889"/>
                    <a:pt x="186586" y="111720"/>
                  </a:cubicBezTo>
                  <a:lnTo>
                    <a:pt x="186586" y="171091"/>
                  </a:lnTo>
                  <a:cubicBezTo>
                    <a:pt x="186586" y="174921"/>
                    <a:pt x="184031" y="177475"/>
                    <a:pt x="180196" y="177475"/>
                  </a:cubicBezTo>
                  <a:moveTo>
                    <a:pt x="19170" y="105336"/>
                  </a:moveTo>
                  <a:lnTo>
                    <a:pt x="27477" y="105336"/>
                  </a:lnTo>
                  <a:cubicBezTo>
                    <a:pt x="31311" y="105336"/>
                    <a:pt x="33867" y="107889"/>
                    <a:pt x="33867" y="111720"/>
                  </a:cubicBezTo>
                  <a:lnTo>
                    <a:pt x="33867" y="171091"/>
                  </a:lnTo>
                  <a:cubicBezTo>
                    <a:pt x="33867" y="174921"/>
                    <a:pt x="31311" y="177475"/>
                    <a:pt x="27477" y="177475"/>
                  </a:cubicBezTo>
                  <a:lnTo>
                    <a:pt x="19170" y="177475"/>
                  </a:lnTo>
                  <a:cubicBezTo>
                    <a:pt x="15336" y="177475"/>
                    <a:pt x="12780" y="174921"/>
                    <a:pt x="12780" y="171091"/>
                  </a:cubicBezTo>
                  <a:lnTo>
                    <a:pt x="12780" y="111720"/>
                  </a:lnTo>
                  <a:cubicBezTo>
                    <a:pt x="12780" y="108528"/>
                    <a:pt x="15336" y="105336"/>
                    <a:pt x="19170" y="105336"/>
                  </a:cubicBezTo>
                  <a:moveTo>
                    <a:pt x="99683" y="0"/>
                  </a:moveTo>
                  <a:cubicBezTo>
                    <a:pt x="44730" y="0"/>
                    <a:pt x="0" y="44688"/>
                    <a:pt x="0" y="99590"/>
                  </a:cubicBezTo>
                  <a:lnTo>
                    <a:pt x="0" y="171729"/>
                  </a:lnTo>
                  <a:cubicBezTo>
                    <a:pt x="0" y="182582"/>
                    <a:pt x="8307" y="190881"/>
                    <a:pt x="19170" y="190881"/>
                  </a:cubicBezTo>
                  <a:lnTo>
                    <a:pt x="27477" y="190881"/>
                  </a:lnTo>
                  <a:cubicBezTo>
                    <a:pt x="38340" y="190881"/>
                    <a:pt x="46647" y="182582"/>
                    <a:pt x="46647" y="171729"/>
                  </a:cubicBezTo>
                  <a:lnTo>
                    <a:pt x="46647" y="112358"/>
                  </a:lnTo>
                  <a:cubicBezTo>
                    <a:pt x="46647" y="101505"/>
                    <a:pt x="38340" y="93206"/>
                    <a:pt x="27477" y="93206"/>
                  </a:cubicBezTo>
                  <a:lnTo>
                    <a:pt x="19170" y="93206"/>
                  </a:lnTo>
                  <a:cubicBezTo>
                    <a:pt x="17253" y="93206"/>
                    <a:pt x="14697" y="93844"/>
                    <a:pt x="12780" y="94483"/>
                  </a:cubicBezTo>
                  <a:cubicBezTo>
                    <a:pt x="15975" y="46603"/>
                    <a:pt x="56871" y="10214"/>
                    <a:pt x="104795" y="13406"/>
                  </a:cubicBezTo>
                  <a:cubicBezTo>
                    <a:pt x="148886" y="15960"/>
                    <a:pt x="183391" y="51072"/>
                    <a:pt x="185947" y="94483"/>
                  </a:cubicBezTo>
                  <a:cubicBezTo>
                    <a:pt x="184031" y="93844"/>
                    <a:pt x="181474" y="93206"/>
                    <a:pt x="179557" y="93206"/>
                  </a:cubicBezTo>
                  <a:lnTo>
                    <a:pt x="171251" y="93206"/>
                  </a:lnTo>
                  <a:cubicBezTo>
                    <a:pt x="160387" y="93206"/>
                    <a:pt x="152081" y="101505"/>
                    <a:pt x="152081" y="112358"/>
                  </a:cubicBezTo>
                  <a:lnTo>
                    <a:pt x="152081" y="171729"/>
                  </a:lnTo>
                  <a:cubicBezTo>
                    <a:pt x="152081" y="182582"/>
                    <a:pt x="160387" y="190881"/>
                    <a:pt x="171251" y="190881"/>
                  </a:cubicBezTo>
                  <a:lnTo>
                    <a:pt x="179557" y="190881"/>
                  </a:lnTo>
                  <a:cubicBezTo>
                    <a:pt x="181474" y="190881"/>
                    <a:pt x="182752" y="190881"/>
                    <a:pt x="184669" y="190243"/>
                  </a:cubicBezTo>
                  <a:cubicBezTo>
                    <a:pt x="178279" y="220247"/>
                    <a:pt x="151441" y="232377"/>
                    <a:pt x="123326" y="236207"/>
                  </a:cubicBezTo>
                  <a:cubicBezTo>
                    <a:pt x="120131" y="228546"/>
                    <a:pt x="106073" y="227908"/>
                    <a:pt x="99044" y="227908"/>
                  </a:cubicBezTo>
                  <a:cubicBezTo>
                    <a:pt x="92015" y="227908"/>
                    <a:pt x="74123" y="229185"/>
                    <a:pt x="74123" y="239399"/>
                  </a:cubicBezTo>
                  <a:cubicBezTo>
                    <a:pt x="74123" y="249614"/>
                    <a:pt x="91376" y="250890"/>
                    <a:pt x="99044" y="250890"/>
                  </a:cubicBezTo>
                  <a:lnTo>
                    <a:pt x="102878" y="250890"/>
                  </a:lnTo>
                  <a:cubicBezTo>
                    <a:pt x="164861" y="249614"/>
                    <a:pt x="198727" y="223439"/>
                    <a:pt x="198727" y="176836"/>
                  </a:cubicBezTo>
                  <a:lnTo>
                    <a:pt x="198727" y="100228"/>
                  </a:lnTo>
                  <a:cubicBezTo>
                    <a:pt x="198727" y="45326"/>
                    <a:pt x="153997" y="638"/>
                    <a:pt x="99044" y="638"/>
                  </a:cubicBezTo>
                </a:path>
              </a:pathLst>
            </a:custGeom>
            <a:solidFill>
              <a:srgbClr val="0076A8"/>
            </a:solidFill>
            <a:ln w="6390" cap="flat">
              <a:noFill/>
              <a:prstDash val="solid"/>
              <a:miter/>
            </a:ln>
          </p:spPr>
          <p:txBody>
            <a:bodyPr rtlCol="0" anchor="ctr"/>
            <a:lstStyle/>
            <a:p>
              <a:endParaRPr lang="en-US"/>
            </a:p>
          </p:txBody>
        </p:sp>
      </p:grpSp>
      <p:sp>
        <p:nvSpPr>
          <p:cNvPr id="725" name="Graphic 4">
            <a:extLst>
              <a:ext uri="{FF2B5EF4-FFF2-40B4-BE49-F238E27FC236}">
                <a16:creationId xmlns:a16="http://schemas.microsoft.com/office/drawing/2014/main" id="{887D361A-3D19-8947-93A7-FE4915E3B606}"/>
              </a:ext>
            </a:extLst>
          </p:cNvPr>
          <p:cNvSpPr/>
          <p:nvPr/>
        </p:nvSpPr>
        <p:spPr>
          <a:xfrm>
            <a:off x="10325499" y="2370535"/>
            <a:ext cx="361670" cy="362610"/>
          </a:xfrm>
          <a:custGeom>
            <a:avLst/>
            <a:gdLst>
              <a:gd name="connsiteX0" fmla="*/ 93932 w 361670"/>
              <a:gd name="connsiteY0" fmla="*/ 168537 h 362610"/>
              <a:gd name="connsiteX1" fmla="*/ 93932 w 361670"/>
              <a:gd name="connsiteY1" fmla="*/ 227908 h 362610"/>
              <a:gd name="connsiteX2" fmla="*/ 100322 w 361670"/>
              <a:gd name="connsiteY2" fmla="*/ 234292 h 362610"/>
              <a:gd name="connsiteX3" fmla="*/ 108629 w 361670"/>
              <a:gd name="connsiteY3" fmla="*/ 234292 h 362610"/>
              <a:gd name="connsiteX4" fmla="*/ 115019 w 361670"/>
              <a:gd name="connsiteY4" fmla="*/ 227908 h 362610"/>
              <a:gd name="connsiteX5" fmla="*/ 115019 w 361670"/>
              <a:gd name="connsiteY5" fmla="*/ 168537 h 362610"/>
              <a:gd name="connsiteX6" fmla="*/ 108629 w 361670"/>
              <a:gd name="connsiteY6" fmla="*/ 162153 h 362610"/>
              <a:gd name="connsiteX7" fmla="*/ 100322 w 361670"/>
              <a:gd name="connsiteY7" fmla="*/ 162153 h 362610"/>
              <a:gd name="connsiteX8" fmla="*/ 93932 w 361670"/>
              <a:gd name="connsiteY8" fmla="*/ 168537 h 362610"/>
              <a:gd name="connsiteX9" fmla="*/ 267739 w 361670"/>
              <a:gd name="connsiteY9" fmla="*/ 227908 h 362610"/>
              <a:gd name="connsiteX10" fmla="*/ 267739 w 361670"/>
              <a:gd name="connsiteY10" fmla="*/ 168537 h 362610"/>
              <a:gd name="connsiteX11" fmla="*/ 261349 w 361670"/>
              <a:gd name="connsiteY11" fmla="*/ 162153 h 362610"/>
              <a:gd name="connsiteX12" fmla="*/ 253041 w 361670"/>
              <a:gd name="connsiteY12" fmla="*/ 162153 h 362610"/>
              <a:gd name="connsiteX13" fmla="*/ 246651 w 361670"/>
              <a:gd name="connsiteY13" fmla="*/ 168537 h 362610"/>
              <a:gd name="connsiteX14" fmla="*/ 246651 w 361670"/>
              <a:gd name="connsiteY14" fmla="*/ 227908 h 362610"/>
              <a:gd name="connsiteX15" fmla="*/ 253041 w 361670"/>
              <a:gd name="connsiteY15" fmla="*/ 234292 h 362610"/>
              <a:gd name="connsiteX16" fmla="*/ 261349 w 361670"/>
              <a:gd name="connsiteY16" fmla="*/ 234292 h 362610"/>
              <a:gd name="connsiteX17" fmla="*/ 267739 w 361670"/>
              <a:gd name="connsiteY17" fmla="*/ 227908 h 362610"/>
              <a:gd name="connsiteX18" fmla="*/ 280518 w 361670"/>
              <a:gd name="connsiteY18" fmla="*/ 232377 h 362610"/>
              <a:gd name="connsiteX19" fmla="*/ 184669 w 361670"/>
              <a:gd name="connsiteY19" fmla="*/ 306431 h 362610"/>
              <a:gd name="connsiteX20" fmla="*/ 180835 w 361670"/>
              <a:gd name="connsiteY20" fmla="*/ 306431 h 362610"/>
              <a:gd name="connsiteX21" fmla="*/ 155915 w 361670"/>
              <a:gd name="connsiteY21" fmla="*/ 294940 h 362610"/>
              <a:gd name="connsiteX22" fmla="*/ 180835 w 361670"/>
              <a:gd name="connsiteY22" fmla="*/ 283449 h 362610"/>
              <a:gd name="connsiteX23" fmla="*/ 205117 w 361670"/>
              <a:gd name="connsiteY23" fmla="*/ 292386 h 362610"/>
              <a:gd name="connsiteX24" fmla="*/ 266460 w 361670"/>
              <a:gd name="connsiteY24" fmla="*/ 246422 h 362610"/>
              <a:gd name="connsiteX25" fmla="*/ 261349 w 361670"/>
              <a:gd name="connsiteY25" fmla="*/ 247060 h 362610"/>
              <a:gd name="connsiteX26" fmla="*/ 253041 w 361670"/>
              <a:gd name="connsiteY26" fmla="*/ 247060 h 362610"/>
              <a:gd name="connsiteX27" fmla="*/ 233872 w 361670"/>
              <a:gd name="connsiteY27" fmla="*/ 227908 h 362610"/>
              <a:gd name="connsiteX28" fmla="*/ 233872 w 361670"/>
              <a:gd name="connsiteY28" fmla="*/ 168537 h 362610"/>
              <a:gd name="connsiteX29" fmla="*/ 253041 w 361670"/>
              <a:gd name="connsiteY29" fmla="*/ 149385 h 362610"/>
              <a:gd name="connsiteX30" fmla="*/ 261349 w 361670"/>
              <a:gd name="connsiteY30" fmla="*/ 149385 h 362610"/>
              <a:gd name="connsiteX31" fmla="*/ 267739 w 361670"/>
              <a:gd name="connsiteY31" fmla="*/ 150662 h 362610"/>
              <a:gd name="connsiteX32" fmla="*/ 175723 w 361670"/>
              <a:gd name="connsiteY32" fmla="*/ 69585 h 362610"/>
              <a:gd name="connsiteX33" fmla="*/ 94571 w 361670"/>
              <a:gd name="connsiteY33" fmla="*/ 150662 h 362610"/>
              <a:gd name="connsiteX34" fmla="*/ 100961 w 361670"/>
              <a:gd name="connsiteY34" fmla="*/ 149385 h 362610"/>
              <a:gd name="connsiteX35" fmla="*/ 109268 w 361670"/>
              <a:gd name="connsiteY35" fmla="*/ 149385 h 362610"/>
              <a:gd name="connsiteX36" fmla="*/ 128438 w 361670"/>
              <a:gd name="connsiteY36" fmla="*/ 168537 h 362610"/>
              <a:gd name="connsiteX37" fmla="*/ 128438 w 361670"/>
              <a:gd name="connsiteY37" fmla="*/ 227908 h 362610"/>
              <a:gd name="connsiteX38" fmla="*/ 109268 w 361670"/>
              <a:gd name="connsiteY38" fmla="*/ 247060 h 362610"/>
              <a:gd name="connsiteX39" fmla="*/ 100961 w 361670"/>
              <a:gd name="connsiteY39" fmla="*/ 247060 h 362610"/>
              <a:gd name="connsiteX40" fmla="*/ 81791 w 361670"/>
              <a:gd name="connsiteY40" fmla="*/ 227908 h 362610"/>
              <a:gd name="connsiteX41" fmla="*/ 81791 w 361670"/>
              <a:gd name="connsiteY41" fmla="*/ 155769 h 362610"/>
              <a:gd name="connsiteX42" fmla="*/ 184030 w 361670"/>
              <a:gd name="connsiteY42" fmla="*/ 58733 h 362610"/>
              <a:gd name="connsiteX43" fmla="*/ 281157 w 361670"/>
              <a:gd name="connsiteY43" fmla="*/ 155769 h 362610"/>
              <a:gd name="connsiteX44" fmla="*/ 281157 w 361670"/>
              <a:gd name="connsiteY44" fmla="*/ 232377 h 362610"/>
              <a:gd name="connsiteX45" fmla="*/ 280518 w 361670"/>
              <a:gd name="connsiteY45" fmla="*/ 232377 h 362610"/>
              <a:gd name="connsiteX46" fmla="*/ 361670 w 361670"/>
              <a:gd name="connsiteY46" fmla="*/ 181305 h 362610"/>
              <a:gd name="connsiteX47" fmla="*/ 180835 w 361670"/>
              <a:gd name="connsiteY47" fmla="*/ 0 h 362610"/>
              <a:gd name="connsiteX48" fmla="*/ 0 w 361670"/>
              <a:gd name="connsiteY48" fmla="*/ 181305 h 362610"/>
              <a:gd name="connsiteX49" fmla="*/ 180835 w 361670"/>
              <a:gd name="connsiteY49" fmla="*/ 362610 h 362610"/>
              <a:gd name="connsiteX50" fmla="*/ 180835 w 361670"/>
              <a:gd name="connsiteY50" fmla="*/ 362610 h 362610"/>
              <a:gd name="connsiteX51" fmla="*/ 361670 w 361670"/>
              <a:gd name="connsiteY51" fmla="*/ 181305 h 362610"/>
              <a:gd name="connsiteX52" fmla="*/ 361670 w 361670"/>
              <a:gd name="connsiteY52" fmla="*/ 181305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1670" h="362610">
                <a:moveTo>
                  <a:pt x="93932" y="168537"/>
                </a:moveTo>
                <a:lnTo>
                  <a:pt x="93932" y="227908"/>
                </a:lnTo>
                <a:cubicBezTo>
                  <a:pt x="93932" y="231738"/>
                  <a:pt x="96488" y="234292"/>
                  <a:pt x="100322" y="234292"/>
                </a:cubicBezTo>
                <a:lnTo>
                  <a:pt x="108629" y="234292"/>
                </a:lnTo>
                <a:cubicBezTo>
                  <a:pt x="112463" y="234292"/>
                  <a:pt x="115019" y="231738"/>
                  <a:pt x="115019" y="227908"/>
                </a:cubicBezTo>
                <a:lnTo>
                  <a:pt x="115019" y="168537"/>
                </a:lnTo>
                <a:cubicBezTo>
                  <a:pt x="115019" y="164707"/>
                  <a:pt x="112463" y="162153"/>
                  <a:pt x="108629" y="162153"/>
                </a:cubicBezTo>
                <a:lnTo>
                  <a:pt x="100322" y="162153"/>
                </a:lnTo>
                <a:cubicBezTo>
                  <a:pt x="96488" y="162153"/>
                  <a:pt x="93932" y="165345"/>
                  <a:pt x="93932" y="168537"/>
                </a:cubicBezTo>
                <a:moveTo>
                  <a:pt x="267739" y="227908"/>
                </a:moveTo>
                <a:lnTo>
                  <a:pt x="267739" y="168537"/>
                </a:lnTo>
                <a:cubicBezTo>
                  <a:pt x="267739" y="164707"/>
                  <a:pt x="265182" y="162153"/>
                  <a:pt x="261349" y="162153"/>
                </a:cubicBezTo>
                <a:lnTo>
                  <a:pt x="253041" y="162153"/>
                </a:lnTo>
                <a:cubicBezTo>
                  <a:pt x="249208" y="162153"/>
                  <a:pt x="246651" y="164707"/>
                  <a:pt x="246651" y="168537"/>
                </a:cubicBezTo>
                <a:lnTo>
                  <a:pt x="246651" y="227908"/>
                </a:lnTo>
                <a:cubicBezTo>
                  <a:pt x="246651" y="231738"/>
                  <a:pt x="249208" y="234292"/>
                  <a:pt x="253041" y="234292"/>
                </a:cubicBezTo>
                <a:lnTo>
                  <a:pt x="261349" y="234292"/>
                </a:lnTo>
                <a:cubicBezTo>
                  <a:pt x="264544" y="234292"/>
                  <a:pt x="267739" y="231738"/>
                  <a:pt x="267739" y="227908"/>
                </a:cubicBezTo>
                <a:moveTo>
                  <a:pt x="280518" y="232377"/>
                </a:moveTo>
                <a:cubicBezTo>
                  <a:pt x="280518" y="279618"/>
                  <a:pt x="246651" y="305793"/>
                  <a:pt x="184669" y="306431"/>
                </a:cubicBezTo>
                <a:lnTo>
                  <a:pt x="180835" y="306431"/>
                </a:lnTo>
                <a:cubicBezTo>
                  <a:pt x="173167" y="306431"/>
                  <a:pt x="155915" y="305154"/>
                  <a:pt x="155915" y="294940"/>
                </a:cubicBezTo>
                <a:cubicBezTo>
                  <a:pt x="155915" y="284725"/>
                  <a:pt x="173167" y="283449"/>
                  <a:pt x="180835" y="283449"/>
                </a:cubicBezTo>
                <a:cubicBezTo>
                  <a:pt x="188503" y="283449"/>
                  <a:pt x="201922" y="284087"/>
                  <a:pt x="205117" y="292386"/>
                </a:cubicBezTo>
                <a:cubicBezTo>
                  <a:pt x="233233" y="288556"/>
                  <a:pt x="260070" y="276426"/>
                  <a:pt x="266460" y="246422"/>
                </a:cubicBezTo>
                <a:cubicBezTo>
                  <a:pt x="264544" y="247060"/>
                  <a:pt x="263265" y="247060"/>
                  <a:pt x="261349" y="247060"/>
                </a:cubicBezTo>
                <a:lnTo>
                  <a:pt x="253041" y="247060"/>
                </a:lnTo>
                <a:cubicBezTo>
                  <a:pt x="242179" y="247060"/>
                  <a:pt x="233872" y="238761"/>
                  <a:pt x="233872" y="227908"/>
                </a:cubicBezTo>
                <a:lnTo>
                  <a:pt x="233872" y="168537"/>
                </a:lnTo>
                <a:cubicBezTo>
                  <a:pt x="233872" y="157684"/>
                  <a:pt x="242179" y="149385"/>
                  <a:pt x="253041" y="149385"/>
                </a:cubicBezTo>
                <a:lnTo>
                  <a:pt x="261349" y="149385"/>
                </a:lnTo>
                <a:cubicBezTo>
                  <a:pt x="263265" y="149385"/>
                  <a:pt x="265821" y="150024"/>
                  <a:pt x="267739" y="150662"/>
                </a:cubicBezTo>
                <a:cubicBezTo>
                  <a:pt x="264544" y="102782"/>
                  <a:pt x="223648" y="66393"/>
                  <a:pt x="175723" y="69585"/>
                </a:cubicBezTo>
                <a:cubicBezTo>
                  <a:pt x="131633" y="72139"/>
                  <a:pt x="97127" y="107251"/>
                  <a:pt x="94571" y="150662"/>
                </a:cubicBezTo>
                <a:cubicBezTo>
                  <a:pt x="96488" y="150024"/>
                  <a:pt x="99044" y="149385"/>
                  <a:pt x="100961" y="149385"/>
                </a:cubicBezTo>
                <a:lnTo>
                  <a:pt x="109268" y="149385"/>
                </a:lnTo>
                <a:cubicBezTo>
                  <a:pt x="120130" y="149385"/>
                  <a:pt x="128438" y="157684"/>
                  <a:pt x="128438" y="168537"/>
                </a:cubicBezTo>
                <a:lnTo>
                  <a:pt x="128438" y="227908"/>
                </a:lnTo>
                <a:cubicBezTo>
                  <a:pt x="128438" y="238761"/>
                  <a:pt x="120130" y="247060"/>
                  <a:pt x="109268" y="247060"/>
                </a:cubicBezTo>
                <a:lnTo>
                  <a:pt x="100961" y="247060"/>
                </a:lnTo>
                <a:cubicBezTo>
                  <a:pt x="90098" y="247060"/>
                  <a:pt x="81791" y="238761"/>
                  <a:pt x="81791" y="227908"/>
                </a:cubicBezTo>
                <a:lnTo>
                  <a:pt x="81791" y="155769"/>
                </a:lnTo>
                <a:cubicBezTo>
                  <a:pt x="83069" y="100867"/>
                  <a:pt x="129076" y="57456"/>
                  <a:pt x="184030" y="58733"/>
                </a:cubicBezTo>
                <a:cubicBezTo>
                  <a:pt x="237067" y="60009"/>
                  <a:pt x="279879" y="102782"/>
                  <a:pt x="281157" y="155769"/>
                </a:cubicBezTo>
                <a:lnTo>
                  <a:pt x="281157" y="232377"/>
                </a:lnTo>
                <a:lnTo>
                  <a:pt x="280518" y="232377"/>
                </a:lnTo>
                <a:close/>
                <a:moveTo>
                  <a:pt x="361670" y="181305"/>
                </a:moveTo>
                <a:cubicBezTo>
                  <a:pt x="361670" y="81076"/>
                  <a:pt x="280518" y="0"/>
                  <a:pt x="180835" y="0"/>
                </a:cubicBezTo>
                <a:cubicBezTo>
                  <a:pt x="80513" y="0"/>
                  <a:pt x="0" y="81076"/>
                  <a:pt x="0" y="181305"/>
                </a:cubicBezTo>
                <a:cubicBezTo>
                  <a:pt x="0" y="281533"/>
                  <a:pt x="81152" y="362610"/>
                  <a:pt x="180835" y="362610"/>
                </a:cubicBezTo>
                <a:lnTo>
                  <a:pt x="180835" y="362610"/>
                </a:lnTo>
                <a:cubicBezTo>
                  <a:pt x="280518" y="362610"/>
                  <a:pt x="361670" y="281533"/>
                  <a:pt x="361670" y="181305"/>
                </a:cubicBezTo>
                <a:cubicBezTo>
                  <a:pt x="361670" y="181305"/>
                  <a:pt x="361670" y="181305"/>
                  <a:pt x="361670" y="181305"/>
                </a:cubicBezTo>
              </a:path>
            </a:pathLst>
          </a:custGeom>
          <a:solidFill>
            <a:srgbClr val="0076A8"/>
          </a:solidFill>
          <a:ln w="6390" cap="flat">
            <a:noFill/>
            <a:prstDash val="solid"/>
            <a:miter/>
          </a:ln>
        </p:spPr>
        <p:txBody>
          <a:bodyPr rtlCol="0" anchor="ctr"/>
          <a:lstStyle/>
          <a:p>
            <a:endParaRPr lang="en-US"/>
          </a:p>
        </p:txBody>
      </p:sp>
      <p:grpSp>
        <p:nvGrpSpPr>
          <p:cNvPr id="726" name="Graphic 4">
            <a:extLst>
              <a:ext uri="{FF2B5EF4-FFF2-40B4-BE49-F238E27FC236}">
                <a16:creationId xmlns:a16="http://schemas.microsoft.com/office/drawing/2014/main" id="{692D77B8-4EA8-6141-A8EB-F80C9102F076}"/>
              </a:ext>
            </a:extLst>
          </p:cNvPr>
          <p:cNvGrpSpPr/>
          <p:nvPr/>
        </p:nvGrpSpPr>
        <p:grpSpPr>
          <a:xfrm>
            <a:off x="9887149" y="3339623"/>
            <a:ext cx="362309" cy="361971"/>
            <a:chOff x="9887149" y="3339623"/>
            <a:chExt cx="362309" cy="361971"/>
          </a:xfrm>
          <a:solidFill>
            <a:srgbClr val="0076A8"/>
          </a:solidFill>
        </p:grpSpPr>
        <p:sp>
          <p:nvSpPr>
            <p:cNvPr id="727" name="Graphic 4">
              <a:extLst>
                <a:ext uri="{FF2B5EF4-FFF2-40B4-BE49-F238E27FC236}">
                  <a16:creationId xmlns:a16="http://schemas.microsoft.com/office/drawing/2014/main" id="{1F0A2BEB-CCCF-E74E-A0FF-4516D03EC1D8}"/>
                </a:ext>
              </a:extLst>
            </p:cNvPr>
            <p:cNvSpPr/>
            <p:nvPr/>
          </p:nvSpPr>
          <p:spPr>
            <a:xfrm>
              <a:off x="9887149" y="333962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 name="connsiteX11" fmla="*/ 180835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7"/>
                    <a:pt x="0" y="181305"/>
                  </a:cubicBezTo>
                  <a:cubicBezTo>
                    <a:pt x="0" y="281533"/>
                    <a:pt x="81152" y="361972"/>
                    <a:pt x="181474" y="361972"/>
                  </a:cubicBezTo>
                  <a:cubicBezTo>
                    <a:pt x="281157" y="361972"/>
                    <a:pt x="362309" y="280895"/>
                    <a:pt x="362309" y="181305"/>
                  </a:cubicBezTo>
                  <a:cubicBezTo>
                    <a:pt x="362309"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1474" y="12768"/>
                  </a:cubicBezTo>
                  <a:cubicBezTo>
                    <a:pt x="274128" y="12768"/>
                    <a:pt x="349529" y="88099"/>
                    <a:pt x="349529" y="180667"/>
                  </a:cubicBezTo>
                  <a:cubicBezTo>
                    <a:pt x="349529" y="273873"/>
                    <a:pt x="274128" y="349204"/>
                    <a:pt x="180835" y="349204"/>
                  </a:cubicBezTo>
                  <a:lnTo>
                    <a:pt x="180835" y="349204"/>
                  </a:lnTo>
                  <a:close/>
                </a:path>
              </a:pathLst>
            </a:custGeom>
            <a:solidFill>
              <a:srgbClr val="0076A8"/>
            </a:solidFill>
            <a:ln w="6390" cap="flat">
              <a:noFill/>
              <a:prstDash val="solid"/>
              <a:miter/>
            </a:ln>
          </p:spPr>
          <p:txBody>
            <a:bodyPr rtlCol="0" anchor="ctr"/>
            <a:lstStyle/>
            <a:p>
              <a:endParaRPr lang="en-US"/>
            </a:p>
          </p:txBody>
        </p:sp>
        <p:sp>
          <p:nvSpPr>
            <p:cNvPr id="728" name="Graphic 4">
              <a:extLst>
                <a:ext uri="{FF2B5EF4-FFF2-40B4-BE49-F238E27FC236}">
                  <a16:creationId xmlns:a16="http://schemas.microsoft.com/office/drawing/2014/main" id="{5302BA5C-907F-3B4B-95B6-9185E8B3EDB7}"/>
                </a:ext>
              </a:extLst>
            </p:cNvPr>
            <p:cNvSpPr/>
            <p:nvPr/>
          </p:nvSpPr>
          <p:spPr>
            <a:xfrm>
              <a:off x="10039230" y="3437298"/>
              <a:ext cx="33228" cy="33196"/>
            </a:xfrm>
            <a:custGeom>
              <a:avLst/>
              <a:gdLst>
                <a:gd name="connsiteX0" fmla="*/ 16614 w 33228"/>
                <a:gd name="connsiteY0" fmla="*/ 33197 h 33196"/>
                <a:gd name="connsiteX1" fmla="*/ 33228 w 33228"/>
                <a:gd name="connsiteY1" fmla="*/ 16599 h 33196"/>
                <a:gd name="connsiteX2" fmla="*/ 16614 w 33228"/>
                <a:gd name="connsiteY2" fmla="*/ 0 h 33196"/>
                <a:gd name="connsiteX3" fmla="*/ 0 w 33228"/>
                <a:gd name="connsiteY3" fmla="*/ 16599 h 33196"/>
                <a:gd name="connsiteX4" fmla="*/ 0 w 33228"/>
                <a:gd name="connsiteY4" fmla="*/ 16599 h 33196"/>
                <a:gd name="connsiteX5" fmla="*/ 16614 w 33228"/>
                <a:gd name="connsiteY5" fmla="*/ 33197 h 33196"/>
                <a:gd name="connsiteX6" fmla="*/ 16614 w 33228"/>
                <a:gd name="connsiteY6" fmla="*/ 12768 h 33196"/>
                <a:gd name="connsiteX7" fmla="*/ 20448 w 33228"/>
                <a:gd name="connsiteY7" fmla="*/ 16599 h 33196"/>
                <a:gd name="connsiteX8" fmla="*/ 16614 w 33228"/>
                <a:gd name="connsiteY8" fmla="*/ 20429 h 33196"/>
                <a:gd name="connsiteX9" fmla="*/ 12780 w 33228"/>
                <a:gd name="connsiteY9" fmla="*/ 16599 h 33196"/>
                <a:gd name="connsiteX10" fmla="*/ 16614 w 33228"/>
                <a:gd name="connsiteY10" fmla="*/ 12768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228" h="33196">
                  <a:moveTo>
                    <a:pt x="16614" y="33197"/>
                  </a:moveTo>
                  <a:cubicBezTo>
                    <a:pt x="25560" y="33197"/>
                    <a:pt x="33228" y="26175"/>
                    <a:pt x="33228" y="16599"/>
                  </a:cubicBezTo>
                  <a:cubicBezTo>
                    <a:pt x="33228" y="7661"/>
                    <a:pt x="26199" y="0"/>
                    <a:pt x="16614" y="0"/>
                  </a:cubicBezTo>
                  <a:cubicBezTo>
                    <a:pt x="7668" y="0"/>
                    <a:pt x="0" y="7023"/>
                    <a:pt x="0" y="16599"/>
                  </a:cubicBezTo>
                  <a:cubicBezTo>
                    <a:pt x="0" y="16599"/>
                    <a:pt x="0" y="16599"/>
                    <a:pt x="0" y="16599"/>
                  </a:cubicBezTo>
                  <a:cubicBezTo>
                    <a:pt x="0" y="25536"/>
                    <a:pt x="7029" y="33197"/>
                    <a:pt x="16614" y="33197"/>
                  </a:cubicBezTo>
                  <a:close/>
                  <a:moveTo>
                    <a:pt x="16614" y="12768"/>
                  </a:moveTo>
                  <a:cubicBezTo>
                    <a:pt x="18531" y="12768"/>
                    <a:pt x="20448" y="14683"/>
                    <a:pt x="20448" y="16599"/>
                  </a:cubicBezTo>
                  <a:cubicBezTo>
                    <a:pt x="20448" y="18514"/>
                    <a:pt x="18531" y="20429"/>
                    <a:pt x="16614" y="20429"/>
                  </a:cubicBezTo>
                  <a:cubicBezTo>
                    <a:pt x="14697" y="20429"/>
                    <a:pt x="12780" y="18514"/>
                    <a:pt x="12780" y="16599"/>
                  </a:cubicBezTo>
                  <a:cubicBezTo>
                    <a:pt x="12780" y="14683"/>
                    <a:pt x="14058" y="12768"/>
                    <a:pt x="16614" y="12768"/>
                  </a:cubicBezTo>
                  <a:close/>
                </a:path>
              </a:pathLst>
            </a:custGeom>
            <a:solidFill>
              <a:srgbClr val="0076A8"/>
            </a:solidFill>
            <a:ln w="6390" cap="flat">
              <a:noFill/>
              <a:prstDash val="solid"/>
              <a:miter/>
            </a:ln>
          </p:spPr>
          <p:txBody>
            <a:bodyPr rtlCol="0" anchor="ctr"/>
            <a:lstStyle/>
            <a:p>
              <a:endParaRPr lang="en-US"/>
            </a:p>
          </p:txBody>
        </p:sp>
        <p:sp>
          <p:nvSpPr>
            <p:cNvPr id="729" name="Graphic 4">
              <a:extLst>
                <a:ext uri="{FF2B5EF4-FFF2-40B4-BE49-F238E27FC236}">
                  <a16:creationId xmlns:a16="http://schemas.microsoft.com/office/drawing/2014/main" id="{AD1537FE-D46C-C942-94CE-DA34C83A8378}"/>
                </a:ext>
              </a:extLst>
            </p:cNvPr>
            <p:cNvSpPr/>
            <p:nvPr/>
          </p:nvSpPr>
          <p:spPr>
            <a:xfrm>
              <a:off x="9957992" y="3410659"/>
              <a:ext cx="217343" cy="217520"/>
            </a:xfrm>
            <a:custGeom>
              <a:avLst/>
              <a:gdLst>
                <a:gd name="connsiteX0" fmla="*/ 168780 w 217343"/>
                <a:gd name="connsiteY0" fmla="*/ 158788 h 217520"/>
                <a:gd name="connsiteX1" fmla="*/ 159195 w 217343"/>
                <a:gd name="connsiteY1" fmla="*/ 23447 h 217520"/>
                <a:gd name="connsiteX2" fmla="*/ 23728 w 217343"/>
                <a:gd name="connsiteY2" fmla="*/ 33023 h 217520"/>
                <a:gd name="connsiteX3" fmla="*/ 33313 w 217343"/>
                <a:gd name="connsiteY3" fmla="*/ 168364 h 217520"/>
                <a:gd name="connsiteX4" fmla="*/ 159834 w 217343"/>
                <a:gd name="connsiteY4" fmla="*/ 167725 h 217520"/>
                <a:gd name="connsiteX5" fmla="*/ 206480 w 217343"/>
                <a:gd name="connsiteY5" fmla="*/ 215605 h 217520"/>
                <a:gd name="connsiteX6" fmla="*/ 215426 w 217343"/>
                <a:gd name="connsiteY6" fmla="*/ 215605 h 217520"/>
                <a:gd name="connsiteX7" fmla="*/ 215426 w 217343"/>
                <a:gd name="connsiteY7" fmla="*/ 206667 h 217520"/>
                <a:gd name="connsiteX8" fmla="*/ 215426 w 217343"/>
                <a:gd name="connsiteY8" fmla="*/ 206667 h 217520"/>
                <a:gd name="connsiteX9" fmla="*/ 168780 w 217343"/>
                <a:gd name="connsiteY9" fmla="*/ 158788 h 217520"/>
                <a:gd name="connsiteX10" fmla="*/ 15422 w 217343"/>
                <a:gd name="connsiteY10" fmla="*/ 97501 h 217520"/>
                <a:gd name="connsiteX11" fmla="*/ 97212 w 217343"/>
                <a:gd name="connsiteY11" fmla="*/ 15786 h 217520"/>
                <a:gd name="connsiteX12" fmla="*/ 179004 w 217343"/>
                <a:gd name="connsiteY12" fmla="*/ 97501 h 217520"/>
                <a:gd name="connsiteX13" fmla="*/ 114466 w 217343"/>
                <a:gd name="connsiteY13" fmla="*/ 177301 h 217520"/>
                <a:gd name="connsiteX14" fmla="*/ 114466 w 217343"/>
                <a:gd name="connsiteY14" fmla="*/ 133252 h 217520"/>
                <a:gd name="connsiteX15" fmla="*/ 118938 w 217343"/>
                <a:gd name="connsiteY15" fmla="*/ 133252 h 217520"/>
                <a:gd name="connsiteX16" fmla="*/ 125328 w 217343"/>
                <a:gd name="connsiteY16" fmla="*/ 126868 h 217520"/>
                <a:gd name="connsiteX17" fmla="*/ 125328 w 217343"/>
                <a:gd name="connsiteY17" fmla="*/ 74519 h 217520"/>
                <a:gd name="connsiteX18" fmla="*/ 118938 w 217343"/>
                <a:gd name="connsiteY18" fmla="*/ 68135 h 217520"/>
                <a:gd name="connsiteX19" fmla="*/ 76765 w 217343"/>
                <a:gd name="connsiteY19" fmla="*/ 68135 h 217520"/>
                <a:gd name="connsiteX20" fmla="*/ 70375 w 217343"/>
                <a:gd name="connsiteY20" fmla="*/ 74519 h 217520"/>
                <a:gd name="connsiteX21" fmla="*/ 70375 w 217343"/>
                <a:gd name="connsiteY21" fmla="*/ 126868 h 217520"/>
                <a:gd name="connsiteX22" fmla="*/ 76765 w 217343"/>
                <a:gd name="connsiteY22" fmla="*/ 133252 h 217520"/>
                <a:gd name="connsiteX23" fmla="*/ 80599 w 217343"/>
                <a:gd name="connsiteY23" fmla="*/ 133252 h 217520"/>
                <a:gd name="connsiteX24" fmla="*/ 80599 w 217343"/>
                <a:gd name="connsiteY24" fmla="*/ 177939 h 217520"/>
                <a:gd name="connsiteX25" fmla="*/ 15422 w 217343"/>
                <a:gd name="connsiteY25" fmla="*/ 97501 h 217520"/>
                <a:gd name="connsiteX26" fmla="*/ 15422 w 217343"/>
                <a:gd name="connsiteY26" fmla="*/ 97501 h 217520"/>
                <a:gd name="connsiteX27" fmla="*/ 82516 w 217343"/>
                <a:gd name="connsiteY27" fmla="*/ 119845 h 217520"/>
                <a:gd name="connsiteX28" fmla="*/ 82516 w 217343"/>
                <a:gd name="connsiteY28" fmla="*/ 80265 h 217520"/>
                <a:gd name="connsiteX29" fmla="*/ 111910 w 217343"/>
                <a:gd name="connsiteY29" fmla="*/ 80265 h 217520"/>
                <a:gd name="connsiteX30" fmla="*/ 111910 w 217343"/>
                <a:gd name="connsiteY30" fmla="*/ 119845 h 217520"/>
                <a:gd name="connsiteX31" fmla="*/ 82516 w 217343"/>
                <a:gd name="connsiteY31" fmla="*/ 119845 h 217520"/>
                <a:gd name="connsiteX32" fmla="*/ 93379 w 217343"/>
                <a:gd name="connsiteY32" fmla="*/ 178578 h 217520"/>
                <a:gd name="connsiteX33" fmla="*/ 93379 w 217343"/>
                <a:gd name="connsiteY33" fmla="*/ 132613 h 217520"/>
                <a:gd name="connsiteX34" fmla="*/ 101686 w 217343"/>
                <a:gd name="connsiteY34" fmla="*/ 132613 h 217520"/>
                <a:gd name="connsiteX35" fmla="*/ 101686 w 217343"/>
                <a:gd name="connsiteY35" fmla="*/ 178578 h 217520"/>
                <a:gd name="connsiteX36" fmla="*/ 97212 w 217343"/>
                <a:gd name="connsiteY36" fmla="*/ 178578 h 217520"/>
                <a:gd name="connsiteX37" fmla="*/ 93379 w 217343"/>
                <a:gd name="connsiteY37" fmla="*/ 178578 h 217520"/>
                <a:gd name="connsiteX38" fmla="*/ 93379 w 217343"/>
                <a:gd name="connsiteY38" fmla="*/ 178578 h 217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7343" h="217520">
                  <a:moveTo>
                    <a:pt x="168780" y="158788"/>
                  </a:moveTo>
                  <a:cubicBezTo>
                    <a:pt x="203285" y="118569"/>
                    <a:pt x="199451" y="58559"/>
                    <a:pt x="159195" y="23447"/>
                  </a:cubicBezTo>
                  <a:cubicBezTo>
                    <a:pt x="118938" y="-11026"/>
                    <a:pt x="58873" y="-7196"/>
                    <a:pt x="23728" y="33023"/>
                  </a:cubicBezTo>
                  <a:cubicBezTo>
                    <a:pt x="-11416" y="73242"/>
                    <a:pt x="-6943" y="133252"/>
                    <a:pt x="33313" y="168364"/>
                  </a:cubicBezTo>
                  <a:cubicBezTo>
                    <a:pt x="69736" y="199645"/>
                    <a:pt x="123411" y="199645"/>
                    <a:pt x="159834" y="167725"/>
                  </a:cubicBezTo>
                  <a:lnTo>
                    <a:pt x="206480" y="215605"/>
                  </a:lnTo>
                  <a:cubicBezTo>
                    <a:pt x="209036" y="218158"/>
                    <a:pt x="212870" y="218158"/>
                    <a:pt x="215426" y="215605"/>
                  </a:cubicBezTo>
                  <a:cubicBezTo>
                    <a:pt x="217982" y="213051"/>
                    <a:pt x="217982" y="209221"/>
                    <a:pt x="215426" y="206667"/>
                  </a:cubicBezTo>
                  <a:lnTo>
                    <a:pt x="215426" y="206667"/>
                  </a:lnTo>
                  <a:lnTo>
                    <a:pt x="168780" y="158788"/>
                  </a:lnTo>
                  <a:close/>
                  <a:moveTo>
                    <a:pt x="15422" y="97501"/>
                  </a:moveTo>
                  <a:cubicBezTo>
                    <a:pt x="15422" y="52175"/>
                    <a:pt x="51844" y="15786"/>
                    <a:pt x="97212" y="15786"/>
                  </a:cubicBezTo>
                  <a:cubicBezTo>
                    <a:pt x="142581" y="15786"/>
                    <a:pt x="179004" y="52175"/>
                    <a:pt x="179004" y="97501"/>
                  </a:cubicBezTo>
                  <a:cubicBezTo>
                    <a:pt x="179004" y="135805"/>
                    <a:pt x="152166" y="169002"/>
                    <a:pt x="114466" y="177301"/>
                  </a:cubicBezTo>
                  <a:lnTo>
                    <a:pt x="114466" y="133252"/>
                  </a:lnTo>
                  <a:lnTo>
                    <a:pt x="118938" y="133252"/>
                  </a:lnTo>
                  <a:cubicBezTo>
                    <a:pt x="122772" y="133252"/>
                    <a:pt x="125328" y="130698"/>
                    <a:pt x="125328" y="126868"/>
                  </a:cubicBezTo>
                  <a:lnTo>
                    <a:pt x="125328" y="74519"/>
                  </a:lnTo>
                  <a:cubicBezTo>
                    <a:pt x="125328" y="70689"/>
                    <a:pt x="122772" y="68135"/>
                    <a:pt x="118938" y="68135"/>
                  </a:cubicBezTo>
                  <a:lnTo>
                    <a:pt x="76765" y="68135"/>
                  </a:lnTo>
                  <a:cubicBezTo>
                    <a:pt x="72931" y="68135"/>
                    <a:pt x="70375" y="70689"/>
                    <a:pt x="70375" y="74519"/>
                  </a:cubicBezTo>
                  <a:lnTo>
                    <a:pt x="70375" y="126868"/>
                  </a:lnTo>
                  <a:cubicBezTo>
                    <a:pt x="70375" y="130698"/>
                    <a:pt x="72931" y="133252"/>
                    <a:pt x="76765" y="133252"/>
                  </a:cubicBezTo>
                  <a:lnTo>
                    <a:pt x="80599" y="133252"/>
                  </a:lnTo>
                  <a:lnTo>
                    <a:pt x="80599" y="177939"/>
                  </a:lnTo>
                  <a:cubicBezTo>
                    <a:pt x="42898" y="169640"/>
                    <a:pt x="15422" y="135805"/>
                    <a:pt x="15422" y="97501"/>
                  </a:cubicBezTo>
                  <a:lnTo>
                    <a:pt x="15422" y="97501"/>
                  </a:lnTo>
                  <a:close/>
                  <a:moveTo>
                    <a:pt x="82516" y="119845"/>
                  </a:moveTo>
                  <a:lnTo>
                    <a:pt x="82516" y="80265"/>
                  </a:lnTo>
                  <a:lnTo>
                    <a:pt x="111910" y="80265"/>
                  </a:lnTo>
                  <a:lnTo>
                    <a:pt x="111910" y="119845"/>
                  </a:lnTo>
                  <a:lnTo>
                    <a:pt x="82516" y="119845"/>
                  </a:lnTo>
                  <a:close/>
                  <a:moveTo>
                    <a:pt x="93379" y="178578"/>
                  </a:moveTo>
                  <a:lnTo>
                    <a:pt x="93379" y="132613"/>
                  </a:lnTo>
                  <a:lnTo>
                    <a:pt x="101686" y="132613"/>
                  </a:lnTo>
                  <a:lnTo>
                    <a:pt x="101686" y="178578"/>
                  </a:lnTo>
                  <a:cubicBezTo>
                    <a:pt x="100407" y="178578"/>
                    <a:pt x="99130" y="178578"/>
                    <a:pt x="97212" y="178578"/>
                  </a:cubicBezTo>
                  <a:cubicBezTo>
                    <a:pt x="95296" y="178578"/>
                    <a:pt x="94656" y="178578"/>
                    <a:pt x="93379" y="178578"/>
                  </a:cubicBezTo>
                  <a:lnTo>
                    <a:pt x="93379" y="178578"/>
                  </a:lnTo>
                  <a:close/>
                </a:path>
              </a:pathLst>
            </a:custGeom>
            <a:solidFill>
              <a:srgbClr val="0076A8"/>
            </a:solidFill>
            <a:ln w="6390" cap="flat">
              <a:noFill/>
              <a:prstDash val="solid"/>
              <a:miter/>
            </a:ln>
          </p:spPr>
          <p:txBody>
            <a:bodyPr rtlCol="0" anchor="ctr"/>
            <a:lstStyle/>
            <a:p>
              <a:endParaRPr lang="en-US"/>
            </a:p>
          </p:txBody>
        </p:sp>
      </p:grpSp>
      <p:grpSp>
        <p:nvGrpSpPr>
          <p:cNvPr id="730" name="Graphic 4">
            <a:extLst>
              <a:ext uri="{FF2B5EF4-FFF2-40B4-BE49-F238E27FC236}">
                <a16:creationId xmlns:a16="http://schemas.microsoft.com/office/drawing/2014/main" id="{C6AE473F-3CC7-8642-950E-3662C6D78EAB}"/>
              </a:ext>
            </a:extLst>
          </p:cNvPr>
          <p:cNvGrpSpPr/>
          <p:nvPr/>
        </p:nvGrpSpPr>
        <p:grpSpPr>
          <a:xfrm>
            <a:off x="10325499" y="3339623"/>
            <a:ext cx="361670" cy="361971"/>
            <a:chOff x="10325499" y="3339623"/>
            <a:chExt cx="361670" cy="361971"/>
          </a:xfrm>
          <a:solidFill>
            <a:srgbClr val="0076A8"/>
          </a:solidFill>
        </p:grpSpPr>
        <p:sp>
          <p:nvSpPr>
            <p:cNvPr id="731" name="Graphic 4">
              <a:extLst>
                <a:ext uri="{FF2B5EF4-FFF2-40B4-BE49-F238E27FC236}">
                  <a16:creationId xmlns:a16="http://schemas.microsoft.com/office/drawing/2014/main" id="{CD0024B7-CB54-E746-A501-081AF40E446B}"/>
                </a:ext>
              </a:extLst>
            </p:cNvPr>
            <p:cNvSpPr/>
            <p:nvPr/>
          </p:nvSpPr>
          <p:spPr>
            <a:xfrm>
              <a:off x="10489720" y="3543272"/>
              <a:ext cx="8307" cy="45964"/>
            </a:xfrm>
            <a:custGeom>
              <a:avLst/>
              <a:gdLst>
                <a:gd name="connsiteX0" fmla="*/ 0 w 8307"/>
                <a:gd name="connsiteY0" fmla="*/ 45964 h 45964"/>
                <a:gd name="connsiteX1" fmla="*/ 3834 w 8307"/>
                <a:gd name="connsiteY1" fmla="*/ 45964 h 45964"/>
                <a:gd name="connsiteX2" fmla="*/ 8307 w 8307"/>
                <a:gd name="connsiteY2" fmla="*/ 45964 h 45964"/>
                <a:gd name="connsiteX3" fmla="*/ 8307 w 8307"/>
                <a:gd name="connsiteY3" fmla="*/ 0 h 45964"/>
                <a:gd name="connsiteX4" fmla="*/ 0 w 8307"/>
                <a:gd name="connsiteY4" fmla="*/ 0 h 45964"/>
                <a:gd name="connsiteX5" fmla="*/ 0 w 8307"/>
                <a:gd name="connsiteY5" fmla="*/ 45964 h 45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07" h="45964">
                  <a:moveTo>
                    <a:pt x="0" y="45964"/>
                  </a:moveTo>
                  <a:cubicBezTo>
                    <a:pt x="1278" y="45964"/>
                    <a:pt x="2556" y="45964"/>
                    <a:pt x="3834" y="45964"/>
                  </a:cubicBezTo>
                  <a:cubicBezTo>
                    <a:pt x="5112" y="45964"/>
                    <a:pt x="6390" y="45964"/>
                    <a:pt x="8307" y="45964"/>
                  </a:cubicBezTo>
                  <a:lnTo>
                    <a:pt x="8307" y="0"/>
                  </a:lnTo>
                  <a:lnTo>
                    <a:pt x="0" y="0"/>
                  </a:lnTo>
                  <a:lnTo>
                    <a:pt x="0" y="45964"/>
                  </a:lnTo>
                  <a:close/>
                </a:path>
              </a:pathLst>
            </a:custGeom>
            <a:solidFill>
              <a:srgbClr val="0076A8"/>
            </a:solidFill>
            <a:ln w="6390" cap="flat">
              <a:noFill/>
              <a:prstDash val="solid"/>
              <a:miter/>
            </a:ln>
          </p:spPr>
          <p:txBody>
            <a:bodyPr rtlCol="0" anchor="ctr"/>
            <a:lstStyle/>
            <a:p>
              <a:endParaRPr lang="en-US"/>
            </a:p>
          </p:txBody>
        </p:sp>
        <p:sp>
          <p:nvSpPr>
            <p:cNvPr id="732" name="Graphic 4">
              <a:extLst>
                <a:ext uri="{FF2B5EF4-FFF2-40B4-BE49-F238E27FC236}">
                  <a16:creationId xmlns:a16="http://schemas.microsoft.com/office/drawing/2014/main" id="{622937E9-7148-1A4F-A6E6-3BFDC93B7E7F}"/>
                </a:ext>
              </a:extLst>
            </p:cNvPr>
            <p:cNvSpPr/>
            <p:nvPr/>
          </p:nvSpPr>
          <p:spPr>
            <a:xfrm>
              <a:off x="10478857" y="3490924"/>
              <a:ext cx="29393" cy="39580"/>
            </a:xfrm>
            <a:custGeom>
              <a:avLst/>
              <a:gdLst>
                <a:gd name="connsiteX0" fmla="*/ 0 w 29393"/>
                <a:gd name="connsiteY0" fmla="*/ 0 h 39580"/>
                <a:gd name="connsiteX1" fmla="*/ 29394 w 29393"/>
                <a:gd name="connsiteY1" fmla="*/ 0 h 39580"/>
                <a:gd name="connsiteX2" fmla="*/ 29394 w 29393"/>
                <a:gd name="connsiteY2" fmla="*/ 39581 h 39580"/>
                <a:gd name="connsiteX3" fmla="*/ 0 w 29393"/>
                <a:gd name="connsiteY3" fmla="*/ 39581 h 39580"/>
              </a:gdLst>
              <a:ahLst/>
              <a:cxnLst>
                <a:cxn ang="0">
                  <a:pos x="connsiteX0" y="connsiteY0"/>
                </a:cxn>
                <a:cxn ang="0">
                  <a:pos x="connsiteX1" y="connsiteY1"/>
                </a:cxn>
                <a:cxn ang="0">
                  <a:pos x="connsiteX2" y="connsiteY2"/>
                </a:cxn>
                <a:cxn ang="0">
                  <a:pos x="connsiteX3" y="connsiteY3"/>
                </a:cxn>
              </a:cxnLst>
              <a:rect l="l" t="t" r="r" b="b"/>
              <a:pathLst>
                <a:path w="29393" h="39580">
                  <a:moveTo>
                    <a:pt x="0" y="0"/>
                  </a:moveTo>
                  <a:lnTo>
                    <a:pt x="29394" y="0"/>
                  </a:lnTo>
                  <a:lnTo>
                    <a:pt x="29394" y="39581"/>
                  </a:lnTo>
                  <a:lnTo>
                    <a:pt x="0" y="39581"/>
                  </a:lnTo>
                  <a:close/>
                </a:path>
              </a:pathLst>
            </a:custGeom>
            <a:solidFill>
              <a:srgbClr val="0076A8"/>
            </a:solidFill>
            <a:ln w="6390" cap="flat">
              <a:noFill/>
              <a:prstDash val="solid"/>
              <a:miter/>
            </a:ln>
          </p:spPr>
          <p:txBody>
            <a:bodyPr rtlCol="0" anchor="ctr"/>
            <a:lstStyle/>
            <a:p>
              <a:endParaRPr lang="en-US"/>
            </a:p>
          </p:txBody>
        </p:sp>
        <p:sp>
          <p:nvSpPr>
            <p:cNvPr id="733" name="Graphic 4">
              <a:extLst>
                <a:ext uri="{FF2B5EF4-FFF2-40B4-BE49-F238E27FC236}">
                  <a16:creationId xmlns:a16="http://schemas.microsoft.com/office/drawing/2014/main" id="{09147AF6-C709-B24C-A762-C0AFF9F23031}"/>
                </a:ext>
              </a:extLst>
            </p:cNvPr>
            <p:cNvSpPr/>
            <p:nvPr/>
          </p:nvSpPr>
          <p:spPr>
            <a:xfrm>
              <a:off x="10412394" y="3426445"/>
              <a:ext cx="162909" cy="161515"/>
            </a:xfrm>
            <a:custGeom>
              <a:avLst/>
              <a:gdLst>
                <a:gd name="connsiteX0" fmla="*/ 81160 w 162909"/>
                <a:gd name="connsiteY0" fmla="*/ 0 h 161515"/>
                <a:gd name="connsiteX1" fmla="*/ 8 w 162909"/>
                <a:gd name="connsiteY1" fmla="*/ 81715 h 161515"/>
                <a:gd name="connsiteX2" fmla="*/ 65185 w 162909"/>
                <a:gd name="connsiteY2" fmla="*/ 161515 h 161515"/>
                <a:gd name="connsiteX3" fmla="*/ 65185 w 162909"/>
                <a:gd name="connsiteY3" fmla="*/ 116827 h 161515"/>
                <a:gd name="connsiteX4" fmla="*/ 60713 w 162909"/>
                <a:gd name="connsiteY4" fmla="*/ 116827 h 161515"/>
                <a:gd name="connsiteX5" fmla="*/ 54323 w 162909"/>
                <a:gd name="connsiteY5" fmla="*/ 110443 h 161515"/>
                <a:gd name="connsiteX6" fmla="*/ 54323 w 162909"/>
                <a:gd name="connsiteY6" fmla="*/ 58094 h 161515"/>
                <a:gd name="connsiteX7" fmla="*/ 60713 w 162909"/>
                <a:gd name="connsiteY7" fmla="*/ 51710 h 161515"/>
                <a:gd name="connsiteX8" fmla="*/ 102886 w 162909"/>
                <a:gd name="connsiteY8" fmla="*/ 51710 h 161515"/>
                <a:gd name="connsiteX9" fmla="*/ 109276 w 162909"/>
                <a:gd name="connsiteY9" fmla="*/ 58094 h 161515"/>
                <a:gd name="connsiteX10" fmla="*/ 109276 w 162909"/>
                <a:gd name="connsiteY10" fmla="*/ 110443 h 161515"/>
                <a:gd name="connsiteX11" fmla="*/ 102886 w 162909"/>
                <a:gd name="connsiteY11" fmla="*/ 116827 h 161515"/>
                <a:gd name="connsiteX12" fmla="*/ 98413 w 162909"/>
                <a:gd name="connsiteY12" fmla="*/ 116827 h 161515"/>
                <a:gd name="connsiteX13" fmla="*/ 98413 w 162909"/>
                <a:gd name="connsiteY13" fmla="*/ 160876 h 161515"/>
                <a:gd name="connsiteX14" fmla="*/ 161034 w 162909"/>
                <a:gd name="connsiteY14" fmla="*/ 64478 h 161515"/>
                <a:gd name="connsiteX15" fmla="*/ 81160 w 162909"/>
                <a:gd name="connsiteY15" fmla="*/ 0 h 161515"/>
                <a:gd name="connsiteX16" fmla="*/ 81160 w 162909"/>
                <a:gd name="connsiteY16" fmla="*/ 0 h 161515"/>
                <a:gd name="connsiteX17" fmla="*/ 81160 w 162909"/>
                <a:gd name="connsiteY17" fmla="*/ 44050 h 161515"/>
                <a:gd name="connsiteX18" fmla="*/ 64546 w 162909"/>
                <a:gd name="connsiteY18" fmla="*/ 27451 h 161515"/>
                <a:gd name="connsiteX19" fmla="*/ 81160 w 162909"/>
                <a:gd name="connsiteY19" fmla="*/ 10853 h 161515"/>
                <a:gd name="connsiteX20" fmla="*/ 97775 w 162909"/>
                <a:gd name="connsiteY20" fmla="*/ 27451 h 161515"/>
                <a:gd name="connsiteX21" fmla="*/ 97775 w 162909"/>
                <a:gd name="connsiteY21" fmla="*/ 27451 h 161515"/>
                <a:gd name="connsiteX22" fmla="*/ 81160 w 162909"/>
                <a:gd name="connsiteY22" fmla="*/ 44050 h 161515"/>
                <a:gd name="connsiteX23" fmla="*/ 81160 w 162909"/>
                <a:gd name="connsiteY23" fmla="*/ 44050 h 161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62909" h="161515">
                  <a:moveTo>
                    <a:pt x="81160" y="0"/>
                  </a:moveTo>
                  <a:cubicBezTo>
                    <a:pt x="35792" y="0"/>
                    <a:pt x="-631" y="36389"/>
                    <a:pt x="8" y="81715"/>
                  </a:cubicBezTo>
                  <a:cubicBezTo>
                    <a:pt x="8" y="120019"/>
                    <a:pt x="27485" y="153216"/>
                    <a:pt x="65185" y="161515"/>
                  </a:cubicBezTo>
                  <a:lnTo>
                    <a:pt x="65185" y="116827"/>
                  </a:lnTo>
                  <a:lnTo>
                    <a:pt x="60713" y="116827"/>
                  </a:lnTo>
                  <a:cubicBezTo>
                    <a:pt x="56879" y="116827"/>
                    <a:pt x="54323" y="114273"/>
                    <a:pt x="54323" y="110443"/>
                  </a:cubicBezTo>
                  <a:lnTo>
                    <a:pt x="54323" y="58094"/>
                  </a:lnTo>
                  <a:cubicBezTo>
                    <a:pt x="54323" y="54264"/>
                    <a:pt x="56879" y="51710"/>
                    <a:pt x="60713" y="51710"/>
                  </a:cubicBezTo>
                  <a:lnTo>
                    <a:pt x="102886" y="51710"/>
                  </a:lnTo>
                  <a:cubicBezTo>
                    <a:pt x="106720" y="51710"/>
                    <a:pt x="109276" y="54264"/>
                    <a:pt x="109276" y="58094"/>
                  </a:cubicBezTo>
                  <a:lnTo>
                    <a:pt x="109276" y="110443"/>
                  </a:lnTo>
                  <a:cubicBezTo>
                    <a:pt x="109276" y="114273"/>
                    <a:pt x="106720" y="116827"/>
                    <a:pt x="102886" y="116827"/>
                  </a:cubicBezTo>
                  <a:lnTo>
                    <a:pt x="98413" y="116827"/>
                  </a:lnTo>
                  <a:lnTo>
                    <a:pt x="98413" y="160876"/>
                  </a:lnTo>
                  <a:cubicBezTo>
                    <a:pt x="142504" y="151300"/>
                    <a:pt x="170619" y="108528"/>
                    <a:pt x="161034" y="64478"/>
                  </a:cubicBezTo>
                  <a:cubicBezTo>
                    <a:pt x="152728" y="26813"/>
                    <a:pt x="119500" y="0"/>
                    <a:pt x="81160" y="0"/>
                  </a:cubicBezTo>
                  <a:lnTo>
                    <a:pt x="81160" y="0"/>
                  </a:lnTo>
                  <a:close/>
                  <a:moveTo>
                    <a:pt x="81160" y="44050"/>
                  </a:moveTo>
                  <a:cubicBezTo>
                    <a:pt x="72215" y="44050"/>
                    <a:pt x="64546" y="36389"/>
                    <a:pt x="64546" y="27451"/>
                  </a:cubicBezTo>
                  <a:cubicBezTo>
                    <a:pt x="64546" y="18514"/>
                    <a:pt x="72215" y="10853"/>
                    <a:pt x="81160" y="10853"/>
                  </a:cubicBezTo>
                  <a:cubicBezTo>
                    <a:pt x="90106" y="10853"/>
                    <a:pt x="97775" y="18514"/>
                    <a:pt x="97775" y="27451"/>
                  </a:cubicBezTo>
                  <a:lnTo>
                    <a:pt x="97775" y="27451"/>
                  </a:lnTo>
                  <a:cubicBezTo>
                    <a:pt x="97775" y="36389"/>
                    <a:pt x="90106" y="44050"/>
                    <a:pt x="81160" y="44050"/>
                  </a:cubicBezTo>
                  <a:lnTo>
                    <a:pt x="81160" y="44050"/>
                  </a:lnTo>
                  <a:close/>
                </a:path>
              </a:pathLst>
            </a:custGeom>
            <a:solidFill>
              <a:srgbClr val="0076A8"/>
            </a:solidFill>
            <a:ln w="6390" cap="flat">
              <a:noFill/>
              <a:prstDash val="solid"/>
              <a:miter/>
            </a:ln>
          </p:spPr>
          <p:txBody>
            <a:bodyPr rtlCol="0" anchor="ctr"/>
            <a:lstStyle/>
            <a:p>
              <a:endParaRPr lang="en-US"/>
            </a:p>
          </p:txBody>
        </p:sp>
        <p:sp>
          <p:nvSpPr>
            <p:cNvPr id="734" name="Graphic 4">
              <a:extLst>
                <a:ext uri="{FF2B5EF4-FFF2-40B4-BE49-F238E27FC236}">
                  <a16:creationId xmlns:a16="http://schemas.microsoft.com/office/drawing/2014/main" id="{19E092CC-DA2C-9B4A-A6EE-16EDC086FFEC}"/>
                </a:ext>
              </a:extLst>
            </p:cNvPr>
            <p:cNvSpPr/>
            <p:nvPr/>
          </p:nvSpPr>
          <p:spPr>
            <a:xfrm>
              <a:off x="10325499" y="3339623"/>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85630 w 361670"/>
                <a:gd name="connsiteY7" fmla="*/ 286641 h 361971"/>
                <a:gd name="connsiteX8" fmla="*/ 281157 w 361670"/>
                <a:gd name="connsiteY8" fmla="*/ 288556 h 361971"/>
                <a:gd name="connsiteX9" fmla="*/ 276684 w 361670"/>
                <a:gd name="connsiteY9" fmla="*/ 286641 h 361971"/>
                <a:gd name="connsiteX10" fmla="*/ 230038 w 361670"/>
                <a:gd name="connsiteY10" fmla="*/ 238761 h 361971"/>
                <a:gd name="connsiteX11" fmla="*/ 97766 w 361670"/>
                <a:gd name="connsiteY11" fmla="*/ 230462 h 361971"/>
                <a:gd name="connsiteX12" fmla="*/ 106073 w 361670"/>
                <a:gd name="connsiteY12" fmla="*/ 98313 h 361971"/>
                <a:gd name="connsiteX13" fmla="*/ 238344 w 361670"/>
                <a:gd name="connsiteY13" fmla="*/ 106613 h 361971"/>
                <a:gd name="connsiteX14" fmla="*/ 238984 w 361670"/>
                <a:gd name="connsiteY14" fmla="*/ 229185 h 361971"/>
                <a:gd name="connsiteX15" fmla="*/ 285630 w 361670"/>
                <a:gd name="connsiteY15" fmla="*/ 277065 h 361971"/>
                <a:gd name="connsiteX16" fmla="*/ 285630 w 361670"/>
                <a:gd name="connsiteY16" fmla="*/ 286641 h 361971"/>
                <a:gd name="connsiteX17" fmla="*/ 285630 w 361670"/>
                <a:gd name="connsiteY17" fmla="*/ 28664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1670" h="361971">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1670" y="81077"/>
                    <a:pt x="280518" y="0"/>
                    <a:pt x="180835" y="0"/>
                  </a:cubicBezTo>
                  <a:cubicBezTo>
                    <a:pt x="180835" y="0"/>
                    <a:pt x="180835" y="0"/>
                    <a:pt x="180835" y="0"/>
                  </a:cubicBezTo>
                  <a:close/>
                  <a:moveTo>
                    <a:pt x="285630" y="286641"/>
                  </a:moveTo>
                  <a:cubicBezTo>
                    <a:pt x="284352" y="287917"/>
                    <a:pt x="283074" y="288556"/>
                    <a:pt x="281157" y="288556"/>
                  </a:cubicBezTo>
                  <a:cubicBezTo>
                    <a:pt x="279240" y="288556"/>
                    <a:pt x="277962" y="287917"/>
                    <a:pt x="276684" y="286641"/>
                  </a:cubicBezTo>
                  <a:lnTo>
                    <a:pt x="230038" y="238761"/>
                  </a:lnTo>
                  <a:cubicBezTo>
                    <a:pt x="191059" y="272596"/>
                    <a:pt x="132271" y="268766"/>
                    <a:pt x="97766" y="230462"/>
                  </a:cubicBezTo>
                  <a:cubicBezTo>
                    <a:pt x="63261" y="192158"/>
                    <a:pt x="67733" y="132787"/>
                    <a:pt x="106073" y="98313"/>
                  </a:cubicBezTo>
                  <a:cubicBezTo>
                    <a:pt x="145051" y="64478"/>
                    <a:pt x="203839" y="68309"/>
                    <a:pt x="238344" y="106613"/>
                  </a:cubicBezTo>
                  <a:cubicBezTo>
                    <a:pt x="269016" y="141724"/>
                    <a:pt x="269655" y="194073"/>
                    <a:pt x="238984" y="229185"/>
                  </a:cubicBezTo>
                  <a:lnTo>
                    <a:pt x="285630" y="277065"/>
                  </a:lnTo>
                  <a:cubicBezTo>
                    <a:pt x="288186" y="279618"/>
                    <a:pt x="288186" y="284087"/>
                    <a:pt x="285630" y="286641"/>
                  </a:cubicBezTo>
                  <a:lnTo>
                    <a:pt x="285630" y="286641"/>
                  </a:lnTo>
                  <a:close/>
                </a:path>
              </a:pathLst>
            </a:custGeom>
            <a:solidFill>
              <a:srgbClr val="0076A8"/>
            </a:solidFill>
            <a:ln w="6390" cap="flat">
              <a:noFill/>
              <a:prstDash val="solid"/>
              <a:miter/>
            </a:ln>
          </p:spPr>
          <p:txBody>
            <a:bodyPr rtlCol="0" anchor="ctr"/>
            <a:lstStyle/>
            <a:p>
              <a:endParaRPr lang="en-US"/>
            </a:p>
          </p:txBody>
        </p:sp>
        <p:sp>
          <p:nvSpPr>
            <p:cNvPr id="735" name="Graphic 4">
              <a:extLst>
                <a:ext uri="{FF2B5EF4-FFF2-40B4-BE49-F238E27FC236}">
                  <a16:creationId xmlns:a16="http://schemas.microsoft.com/office/drawing/2014/main" id="{80431784-6D89-CB4A-8E75-C79C4FFE94CA}"/>
                </a:ext>
              </a:extLst>
            </p:cNvPr>
            <p:cNvSpPr/>
            <p:nvPr/>
          </p:nvSpPr>
          <p:spPr>
            <a:xfrm>
              <a:off x="10489720" y="3450066"/>
              <a:ext cx="7668" cy="7660"/>
            </a:xfrm>
            <a:custGeom>
              <a:avLst/>
              <a:gdLst>
                <a:gd name="connsiteX0" fmla="*/ 3834 w 7668"/>
                <a:gd name="connsiteY0" fmla="*/ 0 h 7660"/>
                <a:gd name="connsiteX1" fmla="*/ 0 w 7668"/>
                <a:gd name="connsiteY1" fmla="*/ 3831 h 7660"/>
                <a:gd name="connsiteX2" fmla="*/ 3834 w 7668"/>
                <a:gd name="connsiteY2" fmla="*/ 7661 h 7660"/>
                <a:gd name="connsiteX3" fmla="*/ 7668 w 7668"/>
                <a:gd name="connsiteY3" fmla="*/ 3831 h 7660"/>
                <a:gd name="connsiteX4" fmla="*/ 7668 w 7668"/>
                <a:gd name="connsiteY4" fmla="*/ 3831 h 7660"/>
                <a:gd name="connsiteX5" fmla="*/ 3834 w 7668"/>
                <a:gd name="connsiteY5" fmla="*/ 0 h 7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68" h="7660">
                  <a:moveTo>
                    <a:pt x="3834" y="0"/>
                  </a:moveTo>
                  <a:cubicBezTo>
                    <a:pt x="1917" y="0"/>
                    <a:pt x="0" y="1915"/>
                    <a:pt x="0" y="3831"/>
                  </a:cubicBezTo>
                  <a:cubicBezTo>
                    <a:pt x="0" y="5746"/>
                    <a:pt x="1917" y="7661"/>
                    <a:pt x="3834" y="7661"/>
                  </a:cubicBezTo>
                  <a:cubicBezTo>
                    <a:pt x="5751" y="7661"/>
                    <a:pt x="7668" y="5746"/>
                    <a:pt x="7668" y="3831"/>
                  </a:cubicBezTo>
                  <a:lnTo>
                    <a:pt x="7668" y="3831"/>
                  </a:lnTo>
                  <a:cubicBezTo>
                    <a:pt x="7668" y="1915"/>
                    <a:pt x="5751" y="0"/>
                    <a:pt x="3834" y="0"/>
                  </a:cubicBezTo>
                  <a:close/>
                </a:path>
              </a:pathLst>
            </a:custGeom>
            <a:solidFill>
              <a:srgbClr val="0076A8"/>
            </a:solidFill>
            <a:ln w="6390" cap="flat">
              <a:noFill/>
              <a:prstDash val="solid"/>
              <a:miter/>
            </a:ln>
          </p:spPr>
          <p:txBody>
            <a:bodyPr rtlCol="0" anchor="ctr"/>
            <a:lstStyle/>
            <a:p>
              <a:endParaRPr lang="en-US"/>
            </a:p>
          </p:txBody>
        </p:sp>
      </p:grpSp>
      <p:grpSp>
        <p:nvGrpSpPr>
          <p:cNvPr id="736" name="Graphic 4">
            <a:extLst>
              <a:ext uri="{FF2B5EF4-FFF2-40B4-BE49-F238E27FC236}">
                <a16:creationId xmlns:a16="http://schemas.microsoft.com/office/drawing/2014/main" id="{5393E8BC-A74E-194F-AC5D-E48AC756D323}"/>
              </a:ext>
            </a:extLst>
          </p:cNvPr>
          <p:cNvGrpSpPr/>
          <p:nvPr/>
        </p:nvGrpSpPr>
        <p:grpSpPr>
          <a:xfrm>
            <a:off x="9887149" y="2855079"/>
            <a:ext cx="362309" cy="361971"/>
            <a:chOff x="9887149" y="2855079"/>
            <a:chExt cx="362309" cy="361971"/>
          </a:xfrm>
          <a:solidFill>
            <a:srgbClr val="0076A8"/>
          </a:solidFill>
        </p:grpSpPr>
        <p:sp>
          <p:nvSpPr>
            <p:cNvPr id="737" name="Graphic 4">
              <a:extLst>
                <a:ext uri="{FF2B5EF4-FFF2-40B4-BE49-F238E27FC236}">
                  <a16:creationId xmlns:a16="http://schemas.microsoft.com/office/drawing/2014/main" id="{BE622E03-6A83-6346-80FD-33F36CB15465}"/>
                </a:ext>
              </a:extLst>
            </p:cNvPr>
            <p:cNvSpPr/>
            <p:nvPr/>
          </p:nvSpPr>
          <p:spPr>
            <a:xfrm>
              <a:off x="9887149" y="2855079"/>
              <a:ext cx="362309" cy="361971"/>
            </a:xfrm>
            <a:custGeom>
              <a:avLst/>
              <a:gdLst>
                <a:gd name="connsiteX0" fmla="*/ 180835 w 362309"/>
                <a:gd name="connsiteY0" fmla="*/ 349842 h 361971"/>
                <a:gd name="connsiteX1" fmla="*/ 12780 w 362309"/>
                <a:gd name="connsiteY1" fmla="*/ 181305 h 361971"/>
                <a:gd name="connsiteX2" fmla="*/ 181474 w 362309"/>
                <a:gd name="connsiteY2" fmla="*/ 13406 h 361971"/>
                <a:gd name="connsiteX3" fmla="*/ 349529 w 362309"/>
                <a:gd name="connsiteY3" fmla="*/ 181305 h 361971"/>
                <a:gd name="connsiteX4" fmla="*/ 180835 w 362309"/>
                <a:gd name="connsiteY4" fmla="*/ 349842 h 361971"/>
                <a:gd name="connsiteX5" fmla="*/ 181474 w 362309"/>
                <a:gd name="connsiteY5" fmla="*/ 0 h 361971"/>
                <a:gd name="connsiteX6" fmla="*/ 0 w 362309"/>
                <a:gd name="connsiteY6" fmla="*/ 180667 h 361971"/>
                <a:gd name="connsiteX7" fmla="*/ 180835 w 362309"/>
                <a:gd name="connsiteY7" fmla="*/ 361972 h 361971"/>
                <a:gd name="connsiteX8" fmla="*/ 362309 w 362309"/>
                <a:gd name="connsiteY8" fmla="*/ 181305 h 361971"/>
                <a:gd name="connsiteX9" fmla="*/ 362309 w 362309"/>
                <a:gd name="connsiteY9" fmla="*/ 181305 h 361971"/>
                <a:gd name="connsiteX10" fmla="*/ 181474 w 362309"/>
                <a:gd name="connsiteY10"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349842"/>
                  </a:moveTo>
                  <a:cubicBezTo>
                    <a:pt x="87542" y="349842"/>
                    <a:pt x="12780" y="274511"/>
                    <a:pt x="12780" y="181305"/>
                  </a:cubicBezTo>
                  <a:cubicBezTo>
                    <a:pt x="12780" y="88099"/>
                    <a:pt x="88181" y="13406"/>
                    <a:pt x="181474" y="13406"/>
                  </a:cubicBezTo>
                  <a:cubicBezTo>
                    <a:pt x="274128" y="13406"/>
                    <a:pt x="349529" y="88737"/>
                    <a:pt x="349529" y="181305"/>
                  </a:cubicBezTo>
                  <a:cubicBezTo>
                    <a:pt x="349529" y="273873"/>
                    <a:pt x="274128" y="349204"/>
                    <a:pt x="180835" y="349842"/>
                  </a:cubicBezTo>
                  <a:moveTo>
                    <a:pt x="181474" y="0"/>
                  </a:moveTo>
                  <a:cubicBezTo>
                    <a:pt x="81152" y="0"/>
                    <a:pt x="0" y="81076"/>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6"/>
                    <a:pt x="281157" y="638"/>
                    <a:pt x="181474" y="0"/>
                  </a:cubicBezTo>
                </a:path>
              </a:pathLst>
            </a:custGeom>
            <a:solidFill>
              <a:srgbClr val="0076A8"/>
            </a:solidFill>
            <a:ln w="6390" cap="flat">
              <a:noFill/>
              <a:prstDash val="solid"/>
              <a:miter/>
            </a:ln>
          </p:spPr>
          <p:txBody>
            <a:bodyPr rtlCol="0" anchor="ctr"/>
            <a:lstStyle/>
            <a:p>
              <a:endParaRPr lang="en-US"/>
            </a:p>
          </p:txBody>
        </p:sp>
        <p:sp>
          <p:nvSpPr>
            <p:cNvPr id="738" name="Graphic 4">
              <a:extLst>
                <a:ext uri="{FF2B5EF4-FFF2-40B4-BE49-F238E27FC236}">
                  <a16:creationId xmlns:a16="http://schemas.microsoft.com/office/drawing/2014/main" id="{73788623-A0C3-4740-8BC3-2363C552A699}"/>
                </a:ext>
              </a:extLst>
            </p:cNvPr>
            <p:cNvSpPr/>
            <p:nvPr/>
          </p:nvSpPr>
          <p:spPr>
            <a:xfrm>
              <a:off x="10030283" y="2920196"/>
              <a:ext cx="75401" cy="231100"/>
            </a:xfrm>
            <a:custGeom>
              <a:avLst/>
              <a:gdLst>
                <a:gd name="connsiteX0" fmla="*/ 37701 w 75401"/>
                <a:gd name="connsiteY0" fmla="*/ 215140 h 231100"/>
                <a:gd name="connsiteX1" fmla="*/ 13419 w 75401"/>
                <a:gd name="connsiteY1" fmla="*/ 184497 h 231100"/>
                <a:gd name="connsiteX2" fmla="*/ 28116 w 75401"/>
                <a:gd name="connsiteY2" fmla="*/ 44688 h 231100"/>
                <a:gd name="connsiteX3" fmla="*/ 47925 w 75401"/>
                <a:gd name="connsiteY3" fmla="*/ 44688 h 231100"/>
                <a:gd name="connsiteX4" fmla="*/ 62622 w 75401"/>
                <a:gd name="connsiteY4" fmla="*/ 184497 h 231100"/>
                <a:gd name="connsiteX5" fmla="*/ 37701 w 75401"/>
                <a:gd name="connsiteY5" fmla="*/ 215140 h 231100"/>
                <a:gd name="connsiteX6" fmla="*/ 53037 w 75401"/>
                <a:gd name="connsiteY6" fmla="*/ 13406 h 231100"/>
                <a:gd name="connsiteX7" fmla="*/ 48564 w 75401"/>
                <a:gd name="connsiteY7" fmla="*/ 31920 h 231100"/>
                <a:gd name="connsiteX8" fmla="*/ 27477 w 75401"/>
                <a:gd name="connsiteY8" fmla="*/ 31920 h 231100"/>
                <a:gd name="connsiteX9" fmla="*/ 23004 w 75401"/>
                <a:gd name="connsiteY9" fmla="*/ 13406 h 231100"/>
                <a:gd name="connsiteX10" fmla="*/ 53037 w 75401"/>
                <a:gd name="connsiteY10" fmla="*/ 13406 h 231100"/>
                <a:gd name="connsiteX11" fmla="*/ 67094 w 75401"/>
                <a:gd name="connsiteY11" fmla="*/ 8299 h 231100"/>
                <a:gd name="connsiteX12" fmla="*/ 65817 w 75401"/>
                <a:gd name="connsiteY12" fmla="*/ 2554 h 231100"/>
                <a:gd name="connsiteX13" fmla="*/ 60704 w 75401"/>
                <a:gd name="connsiteY13" fmla="*/ 0 h 231100"/>
                <a:gd name="connsiteX14" fmla="*/ 14058 w 75401"/>
                <a:gd name="connsiteY14" fmla="*/ 0 h 231100"/>
                <a:gd name="connsiteX15" fmla="*/ 8946 w 75401"/>
                <a:gd name="connsiteY15" fmla="*/ 2554 h 231100"/>
                <a:gd name="connsiteX16" fmla="*/ 7668 w 75401"/>
                <a:gd name="connsiteY16" fmla="*/ 8299 h 231100"/>
                <a:gd name="connsiteX17" fmla="*/ 15336 w 75401"/>
                <a:gd name="connsiteY17" fmla="*/ 38304 h 231100"/>
                <a:gd name="connsiteX18" fmla="*/ 0 w 75401"/>
                <a:gd name="connsiteY18" fmla="*/ 185135 h 231100"/>
                <a:gd name="connsiteX19" fmla="*/ 1278 w 75401"/>
                <a:gd name="connsiteY19" fmla="*/ 189604 h 231100"/>
                <a:gd name="connsiteX20" fmla="*/ 32589 w 75401"/>
                <a:gd name="connsiteY20" fmla="*/ 228547 h 231100"/>
                <a:gd name="connsiteX21" fmla="*/ 37701 w 75401"/>
                <a:gd name="connsiteY21" fmla="*/ 231100 h 231100"/>
                <a:gd name="connsiteX22" fmla="*/ 42813 w 75401"/>
                <a:gd name="connsiteY22" fmla="*/ 228547 h 231100"/>
                <a:gd name="connsiteX23" fmla="*/ 74124 w 75401"/>
                <a:gd name="connsiteY23" fmla="*/ 189604 h 231100"/>
                <a:gd name="connsiteX24" fmla="*/ 75402 w 75401"/>
                <a:gd name="connsiteY24" fmla="*/ 185135 h 231100"/>
                <a:gd name="connsiteX25" fmla="*/ 60066 w 75401"/>
                <a:gd name="connsiteY25" fmla="*/ 38304 h 231100"/>
                <a:gd name="connsiteX26" fmla="*/ 67094 w 75401"/>
                <a:gd name="connsiteY26" fmla="*/ 8299 h 23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5401" h="231100">
                  <a:moveTo>
                    <a:pt x="37701" y="215140"/>
                  </a:moveTo>
                  <a:lnTo>
                    <a:pt x="13419" y="184497"/>
                  </a:lnTo>
                  <a:lnTo>
                    <a:pt x="28116" y="44688"/>
                  </a:lnTo>
                  <a:lnTo>
                    <a:pt x="47925" y="44688"/>
                  </a:lnTo>
                  <a:lnTo>
                    <a:pt x="62622" y="184497"/>
                  </a:lnTo>
                  <a:lnTo>
                    <a:pt x="37701" y="215140"/>
                  </a:lnTo>
                  <a:close/>
                  <a:moveTo>
                    <a:pt x="53037" y="13406"/>
                  </a:moveTo>
                  <a:lnTo>
                    <a:pt x="48564" y="31920"/>
                  </a:lnTo>
                  <a:lnTo>
                    <a:pt x="27477" y="31920"/>
                  </a:lnTo>
                  <a:lnTo>
                    <a:pt x="23004" y="13406"/>
                  </a:lnTo>
                  <a:lnTo>
                    <a:pt x="53037" y="13406"/>
                  </a:lnTo>
                  <a:close/>
                  <a:moveTo>
                    <a:pt x="67094" y="8299"/>
                  </a:moveTo>
                  <a:cubicBezTo>
                    <a:pt x="67734" y="6384"/>
                    <a:pt x="67094" y="4469"/>
                    <a:pt x="65817" y="2554"/>
                  </a:cubicBezTo>
                  <a:cubicBezTo>
                    <a:pt x="64539" y="1277"/>
                    <a:pt x="62622" y="0"/>
                    <a:pt x="60704" y="0"/>
                  </a:cubicBezTo>
                  <a:lnTo>
                    <a:pt x="14058" y="0"/>
                  </a:lnTo>
                  <a:cubicBezTo>
                    <a:pt x="12141" y="0"/>
                    <a:pt x="10225" y="638"/>
                    <a:pt x="8946" y="2554"/>
                  </a:cubicBezTo>
                  <a:cubicBezTo>
                    <a:pt x="7668" y="3830"/>
                    <a:pt x="7030" y="6384"/>
                    <a:pt x="7668" y="8299"/>
                  </a:cubicBezTo>
                  <a:lnTo>
                    <a:pt x="15336" y="38304"/>
                  </a:lnTo>
                  <a:lnTo>
                    <a:pt x="0" y="185135"/>
                  </a:lnTo>
                  <a:cubicBezTo>
                    <a:pt x="0" y="187051"/>
                    <a:pt x="640" y="188327"/>
                    <a:pt x="1278" y="189604"/>
                  </a:cubicBezTo>
                  <a:lnTo>
                    <a:pt x="32589" y="228547"/>
                  </a:lnTo>
                  <a:cubicBezTo>
                    <a:pt x="33867" y="229823"/>
                    <a:pt x="35784" y="231100"/>
                    <a:pt x="37701" y="231100"/>
                  </a:cubicBezTo>
                  <a:cubicBezTo>
                    <a:pt x="39618" y="231100"/>
                    <a:pt x="41535" y="230462"/>
                    <a:pt x="42813" y="228547"/>
                  </a:cubicBezTo>
                  <a:lnTo>
                    <a:pt x="74124" y="189604"/>
                  </a:lnTo>
                  <a:cubicBezTo>
                    <a:pt x="75402" y="188327"/>
                    <a:pt x="75402" y="186412"/>
                    <a:pt x="75402" y="185135"/>
                  </a:cubicBezTo>
                  <a:lnTo>
                    <a:pt x="60066" y="38304"/>
                  </a:lnTo>
                  <a:lnTo>
                    <a:pt x="67094" y="8299"/>
                  </a:lnTo>
                  <a:close/>
                </a:path>
              </a:pathLst>
            </a:custGeom>
            <a:solidFill>
              <a:srgbClr val="0076A8"/>
            </a:solidFill>
            <a:ln w="6390" cap="flat">
              <a:noFill/>
              <a:prstDash val="solid"/>
              <a:miter/>
            </a:ln>
          </p:spPr>
          <p:txBody>
            <a:bodyPr rtlCol="0" anchor="ctr"/>
            <a:lstStyle/>
            <a:p>
              <a:endParaRPr lang="en-US"/>
            </a:p>
          </p:txBody>
        </p:sp>
      </p:grpSp>
      <p:grpSp>
        <p:nvGrpSpPr>
          <p:cNvPr id="739" name="Graphic 4">
            <a:extLst>
              <a:ext uri="{FF2B5EF4-FFF2-40B4-BE49-F238E27FC236}">
                <a16:creationId xmlns:a16="http://schemas.microsoft.com/office/drawing/2014/main" id="{20572BFC-4871-0C45-9823-54A4FAE9E886}"/>
              </a:ext>
            </a:extLst>
          </p:cNvPr>
          <p:cNvGrpSpPr/>
          <p:nvPr/>
        </p:nvGrpSpPr>
        <p:grpSpPr>
          <a:xfrm>
            <a:off x="10324860" y="2855079"/>
            <a:ext cx="362309" cy="361971"/>
            <a:chOff x="10324860" y="2855079"/>
            <a:chExt cx="362309" cy="361971"/>
          </a:xfrm>
          <a:solidFill>
            <a:srgbClr val="0076A8"/>
          </a:solidFill>
        </p:grpSpPr>
        <p:sp>
          <p:nvSpPr>
            <p:cNvPr id="740" name="Graphic 4">
              <a:extLst>
                <a:ext uri="{FF2B5EF4-FFF2-40B4-BE49-F238E27FC236}">
                  <a16:creationId xmlns:a16="http://schemas.microsoft.com/office/drawing/2014/main" id="{CCDB9F5B-3452-5041-9EB7-22B18E241DB9}"/>
                </a:ext>
              </a:extLst>
            </p:cNvPr>
            <p:cNvSpPr/>
            <p:nvPr/>
          </p:nvSpPr>
          <p:spPr>
            <a:xfrm>
              <a:off x="10481414" y="2964883"/>
              <a:ext cx="49202" cy="170452"/>
            </a:xfrm>
            <a:custGeom>
              <a:avLst/>
              <a:gdLst>
                <a:gd name="connsiteX0" fmla="*/ 14696 w 49202"/>
                <a:gd name="connsiteY0" fmla="*/ 0 h 170452"/>
                <a:gd name="connsiteX1" fmla="*/ 0 w 49202"/>
                <a:gd name="connsiteY1" fmla="*/ 139809 h 170452"/>
                <a:gd name="connsiteX2" fmla="*/ 24920 w 49202"/>
                <a:gd name="connsiteY2" fmla="*/ 170452 h 170452"/>
                <a:gd name="connsiteX3" fmla="*/ 49202 w 49202"/>
                <a:gd name="connsiteY3" fmla="*/ 139809 h 170452"/>
                <a:gd name="connsiteX4" fmla="*/ 34505 w 49202"/>
                <a:gd name="connsiteY4" fmla="*/ 0 h 170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02" h="170452">
                  <a:moveTo>
                    <a:pt x="14696" y="0"/>
                  </a:moveTo>
                  <a:lnTo>
                    <a:pt x="0" y="139809"/>
                  </a:lnTo>
                  <a:lnTo>
                    <a:pt x="24920" y="170452"/>
                  </a:lnTo>
                  <a:lnTo>
                    <a:pt x="49202" y="139809"/>
                  </a:lnTo>
                  <a:lnTo>
                    <a:pt x="34505" y="0"/>
                  </a:lnTo>
                  <a:close/>
                </a:path>
              </a:pathLst>
            </a:custGeom>
            <a:solidFill>
              <a:srgbClr val="0076A8"/>
            </a:solidFill>
            <a:ln w="6390" cap="flat">
              <a:noFill/>
              <a:prstDash val="solid"/>
              <a:miter/>
            </a:ln>
          </p:spPr>
          <p:txBody>
            <a:bodyPr rtlCol="0" anchor="ctr"/>
            <a:lstStyle/>
            <a:p>
              <a:endParaRPr lang="en-US"/>
            </a:p>
          </p:txBody>
        </p:sp>
        <p:sp>
          <p:nvSpPr>
            <p:cNvPr id="741" name="Graphic 4">
              <a:extLst>
                <a:ext uri="{FF2B5EF4-FFF2-40B4-BE49-F238E27FC236}">
                  <a16:creationId xmlns:a16="http://schemas.microsoft.com/office/drawing/2014/main" id="{DC6A471A-E181-3A4B-862F-37296390D4F5}"/>
                </a:ext>
              </a:extLst>
            </p:cNvPr>
            <p:cNvSpPr/>
            <p:nvPr/>
          </p:nvSpPr>
          <p:spPr>
            <a:xfrm>
              <a:off x="10490999" y="2933602"/>
              <a:ext cx="30032" cy="18513"/>
            </a:xfrm>
            <a:custGeom>
              <a:avLst/>
              <a:gdLst>
                <a:gd name="connsiteX0" fmla="*/ 25560 w 30032"/>
                <a:gd name="connsiteY0" fmla="*/ 18514 h 18513"/>
                <a:gd name="connsiteX1" fmla="*/ 30032 w 30032"/>
                <a:gd name="connsiteY1" fmla="*/ 0 h 18513"/>
                <a:gd name="connsiteX2" fmla="*/ 0 w 30032"/>
                <a:gd name="connsiteY2" fmla="*/ 0 h 18513"/>
                <a:gd name="connsiteX3" fmla="*/ 4473 w 30032"/>
                <a:gd name="connsiteY3" fmla="*/ 18514 h 18513"/>
              </a:gdLst>
              <a:ahLst/>
              <a:cxnLst>
                <a:cxn ang="0">
                  <a:pos x="connsiteX0" y="connsiteY0"/>
                </a:cxn>
                <a:cxn ang="0">
                  <a:pos x="connsiteX1" y="connsiteY1"/>
                </a:cxn>
                <a:cxn ang="0">
                  <a:pos x="connsiteX2" y="connsiteY2"/>
                </a:cxn>
                <a:cxn ang="0">
                  <a:pos x="connsiteX3" y="connsiteY3"/>
                </a:cxn>
              </a:cxnLst>
              <a:rect l="l" t="t" r="r" b="b"/>
              <a:pathLst>
                <a:path w="30032" h="18513">
                  <a:moveTo>
                    <a:pt x="25560" y="18514"/>
                  </a:moveTo>
                  <a:lnTo>
                    <a:pt x="30032" y="0"/>
                  </a:lnTo>
                  <a:lnTo>
                    <a:pt x="0" y="0"/>
                  </a:lnTo>
                  <a:lnTo>
                    <a:pt x="4473" y="18514"/>
                  </a:lnTo>
                  <a:close/>
                </a:path>
              </a:pathLst>
            </a:custGeom>
            <a:solidFill>
              <a:srgbClr val="0076A8"/>
            </a:solidFill>
            <a:ln w="6390" cap="flat">
              <a:noFill/>
              <a:prstDash val="solid"/>
              <a:miter/>
            </a:ln>
          </p:spPr>
          <p:txBody>
            <a:bodyPr rtlCol="0" anchor="ctr"/>
            <a:lstStyle/>
            <a:p>
              <a:endParaRPr lang="en-US"/>
            </a:p>
          </p:txBody>
        </p:sp>
        <p:sp>
          <p:nvSpPr>
            <p:cNvPr id="742" name="Graphic 4">
              <a:extLst>
                <a:ext uri="{FF2B5EF4-FFF2-40B4-BE49-F238E27FC236}">
                  <a16:creationId xmlns:a16="http://schemas.microsoft.com/office/drawing/2014/main" id="{877242AB-2293-BE42-97A4-16BF9FEEC8E1}"/>
                </a:ext>
              </a:extLst>
            </p:cNvPr>
            <p:cNvSpPr/>
            <p:nvPr/>
          </p:nvSpPr>
          <p:spPr>
            <a:xfrm>
              <a:off x="10324860" y="2855079"/>
              <a:ext cx="362309" cy="361971"/>
            </a:xfrm>
            <a:custGeom>
              <a:avLst/>
              <a:gdLst>
                <a:gd name="connsiteX0" fmla="*/ 217258 w 362309"/>
                <a:gd name="connsiteY0" fmla="*/ 255359 h 361971"/>
                <a:gd name="connsiteX1" fmla="*/ 185947 w 362309"/>
                <a:gd name="connsiteY1" fmla="*/ 294302 h 361971"/>
                <a:gd name="connsiteX2" fmla="*/ 180835 w 362309"/>
                <a:gd name="connsiteY2" fmla="*/ 296855 h 361971"/>
                <a:gd name="connsiteX3" fmla="*/ 175723 w 362309"/>
                <a:gd name="connsiteY3" fmla="*/ 294302 h 361971"/>
                <a:gd name="connsiteX4" fmla="*/ 144412 w 362309"/>
                <a:gd name="connsiteY4" fmla="*/ 255359 h 361971"/>
                <a:gd name="connsiteX5" fmla="*/ 143134 w 362309"/>
                <a:gd name="connsiteY5" fmla="*/ 250890 h 361971"/>
                <a:gd name="connsiteX6" fmla="*/ 158470 w 362309"/>
                <a:gd name="connsiteY6" fmla="*/ 104059 h 361971"/>
                <a:gd name="connsiteX7" fmla="*/ 150802 w 362309"/>
                <a:gd name="connsiteY7" fmla="*/ 74054 h 361971"/>
                <a:gd name="connsiteX8" fmla="*/ 152080 w 362309"/>
                <a:gd name="connsiteY8" fmla="*/ 68308 h 361971"/>
                <a:gd name="connsiteX9" fmla="*/ 157192 w 362309"/>
                <a:gd name="connsiteY9" fmla="*/ 65755 h 361971"/>
                <a:gd name="connsiteX10" fmla="*/ 203838 w 362309"/>
                <a:gd name="connsiteY10" fmla="*/ 65755 h 361971"/>
                <a:gd name="connsiteX11" fmla="*/ 210228 w 362309"/>
                <a:gd name="connsiteY11" fmla="*/ 72139 h 361971"/>
                <a:gd name="connsiteX12" fmla="*/ 210228 w 362309"/>
                <a:gd name="connsiteY12" fmla="*/ 74054 h 361971"/>
                <a:gd name="connsiteX13" fmla="*/ 202561 w 362309"/>
                <a:gd name="connsiteY13" fmla="*/ 104059 h 361971"/>
                <a:gd name="connsiteX14" fmla="*/ 217897 w 362309"/>
                <a:gd name="connsiteY14" fmla="*/ 250890 h 361971"/>
                <a:gd name="connsiteX15" fmla="*/ 217258 w 362309"/>
                <a:gd name="connsiteY15" fmla="*/ 255359 h 361971"/>
                <a:gd name="connsiteX16" fmla="*/ 181474 w 362309"/>
                <a:gd name="connsiteY16" fmla="*/ 0 h 361971"/>
                <a:gd name="connsiteX17" fmla="*/ 0 w 362309"/>
                <a:gd name="connsiteY17" fmla="*/ 180667 h 361971"/>
                <a:gd name="connsiteX18" fmla="*/ 180835 w 362309"/>
                <a:gd name="connsiteY18" fmla="*/ 361972 h 361971"/>
                <a:gd name="connsiteX19" fmla="*/ 362309 w 362309"/>
                <a:gd name="connsiteY19" fmla="*/ 181305 h 361971"/>
                <a:gd name="connsiteX20" fmla="*/ 362309 w 362309"/>
                <a:gd name="connsiteY20" fmla="*/ 181305 h 361971"/>
                <a:gd name="connsiteX21" fmla="*/ 181474 w 362309"/>
                <a:gd name="connsiteY21" fmla="*/ 0 h 361971"/>
                <a:gd name="connsiteX22" fmla="*/ 181474 w 362309"/>
                <a:gd name="connsiteY22"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2309" h="361971">
                  <a:moveTo>
                    <a:pt x="217258" y="255359"/>
                  </a:moveTo>
                  <a:lnTo>
                    <a:pt x="185947" y="294302"/>
                  </a:lnTo>
                  <a:cubicBezTo>
                    <a:pt x="184669" y="295578"/>
                    <a:pt x="182752" y="296855"/>
                    <a:pt x="180835" y="296855"/>
                  </a:cubicBezTo>
                  <a:cubicBezTo>
                    <a:pt x="178918" y="296855"/>
                    <a:pt x="177001" y="296217"/>
                    <a:pt x="175723" y="294302"/>
                  </a:cubicBezTo>
                  <a:lnTo>
                    <a:pt x="144412" y="255359"/>
                  </a:lnTo>
                  <a:cubicBezTo>
                    <a:pt x="143134" y="254082"/>
                    <a:pt x="143134" y="252167"/>
                    <a:pt x="143134" y="250890"/>
                  </a:cubicBezTo>
                  <a:lnTo>
                    <a:pt x="158470" y="104059"/>
                  </a:lnTo>
                  <a:lnTo>
                    <a:pt x="150802" y="74054"/>
                  </a:lnTo>
                  <a:cubicBezTo>
                    <a:pt x="150164" y="72139"/>
                    <a:pt x="150802" y="70224"/>
                    <a:pt x="152080" y="68308"/>
                  </a:cubicBezTo>
                  <a:cubicBezTo>
                    <a:pt x="153358" y="67032"/>
                    <a:pt x="155275" y="65755"/>
                    <a:pt x="157192" y="65755"/>
                  </a:cubicBezTo>
                  <a:lnTo>
                    <a:pt x="203838" y="65755"/>
                  </a:lnTo>
                  <a:cubicBezTo>
                    <a:pt x="207673" y="65755"/>
                    <a:pt x="210228" y="68308"/>
                    <a:pt x="210228" y="72139"/>
                  </a:cubicBezTo>
                  <a:cubicBezTo>
                    <a:pt x="210228" y="72777"/>
                    <a:pt x="210228" y="73416"/>
                    <a:pt x="210228" y="74054"/>
                  </a:cubicBezTo>
                  <a:lnTo>
                    <a:pt x="202561" y="104059"/>
                  </a:lnTo>
                  <a:lnTo>
                    <a:pt x="217897" y="250890"/>
                  </a:lnTo>
                  <a:cubicBezTo>
                    <a:pt x="219174" y="252806"/>
                    <a:pt x="218536" y="254082"/>
                    <a:pt x="217258" y="255359"/>
                  </a:cubicBezTo>
                  <a:moveTo>
                    <a:pt x="181474" y="0"/>
                  </a:moveTo>
                  <a:cubicBezTo>
                    <a:pt x="81152" y="0"/>
                    <a:pt x="0" y="81076"/>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6"/>
                    <a:pt x="281157" y="638"/>
                    <a:pt x="181474" y="0"/>
                  </a:cubicBezTo>
                  <a:cubicBezTo>
                    <a:pt x="181474" y="0"/>
                    <a:pt x="181474" y="0"/>
                    <a:pt x="181474" y="0"/>
                  </a:cubicBezTo>
                </a:path>
              </a:pathLst>
            </a:custGeom>
            <a:solidFill>
              <a:srgbClr val="0076A8"/>
            </a:solidFill>
            <a:ln w="6390" cap="flat">
              <a:noFill/>
              <a:prstDash val="solid"/>
              <a:miter/>
            </a:ln>
          </p:spPr>
          <p:txBody>
            <a:bodyPr rtlCol="0" anchor="ctr"/>
            <a:lstStyle/>
            <a:p>
              <a:endParaRPr lang="en-US"/>
            </a:p>
          </p:txBody>
        </p:sp>
      </p:grpSp>
      <p:grpSp>
        <p:nvGrpSpPr>
          <p:cNvPr id="743" name="Graphic 4">
            <a:extLst>
              <a:ext uri="{FF2B5EF4-FFF2-40B4-BE49-F238E27FC236}">
                <a16:creationId xmlns:a16="http://schemas.microsoft.com/office/drawing/2014/main" id="{23F11402-6740-8D4D-A1C1-9A440B3A5131}"/>
              </a:ext>
            </a:extLst>
          </p:cNvPr>
          <p:cNvGrpSpPr/>
          <p:nvPr/>
        </p:nvGrpSpPr>
        <p:grpSpPr>
          <a:xfrm>
            <a:off x="8840477" y="4793256"/>
            <a:ext cx="362312" cy="361971"/>
            <a:chOff x="8840477" y="4793256"/>
            <a:chExt cx="362312" cy="361971"/>
          </a:xfrm>
          <a:solidFill>
            <a:srgbClr val="0076A8"/>
          </a:solidFill>
        </p:grpSpPr>
        <p:sp>
          <p:nvSpPr>
            <p:cNvPr id="744" name="Graphic 4">
              <a:extLst>
                <a:ext uri="{FF2B5EF4-FFF2-40B4-BE49-F238E27FC236}">
                  <a16:creationId xmlns:a16="http://schemas.microsoft.com/office/drawing/2014/main" id="{9948036A-4CF1-E347-995A-66E27E0BA637}"/>
                </a:ext>
              </a:extLst>
            </p:cNvPr>
            <p:cNvSpPr/>
            <p:nvPr/>
          </p:nvSpPr>
          <p:spPr>
            <a:xfrm>
              <a:off x="8840477" y="4793256"/>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8565 h 361971"/>
                <a:gd name="connsiteX7" fmla="*/ 12780 w 362312"/>
                <a:gd name="connsiteY7" fmla="*/ 180667 h 361971"/>
                <a:gd name="connsiteX8" fmla="*/ 180836 w 362312"/>
                <a:gd name="connsiteY8" fmla="*/ 12129 h 361971"/>
                <a:gd name="connsiteX9" fmla="*/ 349529 w 362312"/>
                <a:gd name="connsiteY9" fmla="*/ 180028 h 361971"/>
                <a:gd name="connsiteX10" fmla="*/ 349529 w 362312"/>
                <a:gd name="connsiteY10" fmla="*/ 180028 h 361971"/>
                <a:gd name="connsiteX11" fmla="*/ 181474 w 362312"/>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0438"/>
                    <a:pt x="281796" y="0"/>
                    <a:pt x="181474" y="0"/>
                  </a:cubicBezTo>
                  <a:close/>
                  <a:moveTo>
                    <a:pt x="181474" y="348565"/>
                  </a:moveTo>
                  <a:cubicBezTo>
                    <a:pt x="88181" y="348565"/>
                    <a:pt x="12780" y="273234"/>
                    <a:pt x="12780" y="180667"/>
                  </a:cubicBezTo>
                  <a:cubicBezTo>
                    <a:pt x="12780" y="87461"/>
                    <a:pt x="88181" y="12129"/>
                    <a:pt x="180836" y="12129"/>
                  </a:cubicBezTo>
                  <a:cubicBezTo>
                    <a:pt x="274128" y="12129"/>
                    <a:pt x="349529" y="87461"/>
                    <a:pt x="349529" y="180028"/>
                  </a:cubicBezTo>
                  <a:cubicBezTo>
                    <a:pt x="349529" y="180028"/>
                    <a:pt x="349529" y="180028"/>
                    <a:pt x="349529" y="180028"/>
                  </a:cubicBezTo>
                  <a:cubicBezTo>
                    <a:pt x="350169" y="273234"/>
                    <a:pt x="274767" y="348565"/>
                    <a:pt x="181474" y="348565"/>
                  </a:cubicBezTo>
                  <a:close/>
                </a:path>
              </a:pathLst>
            </a:custGeom>
            <a:solidFill>
              <a:srgbClr val="0076A8"/>
            </a:solidFill>
            <a:ln w="6390" cap="flat">
              <a:noFill/>
              <a:prstDash val="solid"/>
              <a:miter/>
            </a:ln>
          </p:spPr>
          <p:txBody>
            <a:bodyPr rtlCol="0" anchor="ctr"/>
            <a:lstStyle/>
            <a:p>
              <a:endParaRPr lang="en-US"/>
            </a:p>
          </p:txBody>
        </p:sp>
        <p:sp>
          <p:nvSpPr>
            <p:cNvPr id="745" name="Graphic 4">
              <a:extLst>
                <a:ext uri="{FF2B5EF4-FFF2-40B4-BE49-F238E27FC236}">
                  <a16:creationId xmlns:a16="http://schemas.microsoft.com/office/drawing/2014/main" id="{E53FFF66-C853-3245-9EC0-8FCE1AFBDF29}"/>
                </a:ext>
              </a:extLst>
            </p:cNvPr>
            <p:cNvSpPr/>
            <p:nvPr/>
          </p:nvSpPr>
          <p:spPr>
            <a:xfrm>
              <a:off x="9009172" y="4894761"/>
              <a:ext cx="120130" cy="158323"/>
            </a:xfrm>
            <a:custGeom>
              <a:avLst/>
              <a:gdLst>
                <a:gd name="connsiteX0" fmla="*/ 113740 w 120130"/>
                <a:gd name="connsiteY0" fmla="*/ 0 h 158323"/>
                <a:gd name="connsiteX1" fmla="*/ 6390 w 120130"/>
                <a:gd name="connsiteY1" fmla="*/ 0 h 158323"/>
                <a:gd name="connsiteX2" fmla="*/ 0 w 120130"/>
                <a:gd name="connsiteY2" fmla="*/ 6384 h 158323"/>
                <a:gd name="connsiteX3" fmla="*/ 0 w 120130"/>
                <a:gd name="connsiteY3" fmla="*/ 64478 h 158323"/>
                <a:gd name="connsiteX4" fmla="*/ 6390 w 120130"/>
                <a:gd name="connsiteY4" fmla="*/ 70862 h 158323"/>
                <a:gd name="connsiteX5" fmla="*/ 12780 w 120130"/>
                <a:gd name="connsiteY5" fmla="*/ 64478 h 158323"/>
                <a:gd name="connsiteX6" fmla="*/ 12780 w 120130"/>
                <a:gd name="connsiteY6" fmla="*/ 12768 h 158323"/>
                <a:gd name="connsiteX7" fmla="*/ 107350 w 120130"/>
                <a:gd name="connsiteY7" fmla="*/ 12768 h 158323"/>
                <a:gd name="connsiteX8" fmla="*/ 107350 w 120130"/>
                <a:gd name="connsiteY8" fmla="*/ 145555 h 158323"/>
                <a:gd name="connsiteX9" fmla="*/ 12780 w 120130"/>
                <a:gd name="connsiteY9" fmla="*/ 145555 h 158323"/>
                <a:gd name="connsiteX10" fmla="*/ 12780 w 120130"/>
                <a:gd name="connsiteY10" fmla="*/ 137256 h 158323"/>
                <a:gd name="connsiteX11" fmla="*/ 6390 w 120130"/>
                <a:gd name="connsiteY11" fmla="*/ 130872 h 158323"/>
                <a:gd name="connsiteX12" fmla="*/ 0 w 120130"/>
                <a:gd name="connsiteY12" fmla="*/ 137256 h 158323"/>
                <a:gd name="connsiteX13" fmla="*/ 0 w 120130"/>
                <a:gd name="connsiteY13" fmla="*/ 151939 h 158323"/>
                <a:gd name="connsiteX14" fmla="*/ 6390 w 120130"/>
                <a:gd name="connsiteY14" fmla="*/ 158323 h 158323"/>
                <a:gd name="connsiteX15" fmla="*/ 113740 w 120130"/>
                <a:gd name="connsiteY15" fmla="*/ 158323 h 158323"/>
                <a:gd name="connsiteX16" fmla="*/ 120130 w 120130"/>
                <a:gd name="connsiteY16" fmla="*/ 151939 h 158323"/>
                <a:gd name="connsiteX17" fmla="*/ 120130 w 120130"/>
                <a:gd name="connsiteY17" fmla="*/ 6384 h 158323"/>
                <a:gd name="connsiteX18" fmla="*/ 113740 w 120130"/>
                <a:gd name="connsiteY18" fmla="*/ 0 h 15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0130" h="158323">
                  <a:moveTo>
                    <a:pt x="113740" y="0"/>
                  </a:moveTo>
                  <a:lnTo>
                    <a:pt x="6390" y="0"/>
                  </a:lnTo>
                  <a:cubicBezTo>
                    <a:pt x="2556" y="0"/>
                    <a:pt x="0" y="2554"/>
                    <a:pt x="0" y="6384"/>
                  </a:cubicBezTo>
                  <a:lnTo>
                    <a:pt x="0" y="64478"/>
                  </a:lnTo>
                  <a:cubicBezTo>
                    <a:pt x="0" y="68309"/>
                    <a:pt x="2556" y="70862"/>
                    <a:pt x="6390" y="70862"/>
                  </a:cubicBezTo>
                  <a:cubicBezTo>
                    <a:pt x="10224" y="70862"/>
                    <a:pt x="12780" y="68309"/>
                    <a:pt x="12780" y="64478"/>
                  </a:cubicBezTo>
                  <a:lnTo>
                    <a:pt x="12780" y="12768"/>
                  </a:lnTo>
                  <a:lnTo>
                    <a:pt x="107350" y="12768"/>
                  </a:lnTo>
                  <a:lnTo>
                    <a:pt x="107350" y="145555"/>
                  </a:lnTo>
                  <a:lnTo>
                    <a:pt x="12780" y="145555"/>
                  </a:lnTo>
                  <a:lnTo>
                    <a:pt x="12780" y="137256"/>
                  </a:lnTo>
                  <a:cubicBezTo>
                    <a:pt x="12780" y="133425"/>
                    <a:pt x="10224" y="130872"/>
                    <a:pt x="6390" y="130872"/>
                  </a:cubicBezTo>
                  <a:cubicBezTo>
                    <a:pt x="2556" y="130872"/>
                    <a:pt x="0" y="133425"/>
                    <a:pt x="0" y="137256"/>
                  </a:cubicBezTo>
                  <a:lnTo>
                    <a:pt x="0" y="151939"/>
                  </a:lnTo>
                  <a:cubicBezTo>
                    <a:pt x="0" y="155769"/>
                    <a:pt x="2556" y="158323"/>
                    <a:pt x="6390" y="158323"/>
                  </a:cubicBezTo>
                  <a:lnTo>
                    <a:pt x="113740" y="158323"/>
                  </a:lnTo>
                  <a:cubicBezTo>
                    <a:pt x="117575" y="158323"/>
                    <a:pt x="120130" y="155769"/>
                    <a:pt x="120130" y="151939"/>
                  </a:cubicBezTo>
                  <a:lnTo>
                    <a:pt x="120130" y="6384"/>
                  </a:lnTo>
                  <a:cubicBezTo>
                    <a:pt x="120130" y="3192"/>
                    <a:pt x="116935" y="0"/>
                    <a:pt x="113740" y="0"/>
                  </a:cubicBezTo>
                  <a:close/>
                </a:path>
              </a:pathLst>
            </a:custGeom>
            <a:solidFill>
              <a:srgbClr val="0076A8"/>
            </a:solidFill>
            <a:ln w="6390" cap="flat">
              <a:noFill/>
              <a:prstDash val="solid"/>
              <a:miter/>
            </a:ln>
          </p:spPr>
          <p:txBody>
            <a:bodyPr rtlCol="0" anchor="ctr"/>
            <a:lstStyle/>
            <a:p>
              <a:endParaRPr lang="en-US"/>
            </a:p>
          </p:txBody>
        </p:sp>
        <p:sp>
          <p:nvSpPr>
            <p:cNvPr id="746" name="Graphic 4">
              <a:extLst>
                <a:ext uri="{FF2B5EF4-FFF2-40B4-BE49-F238E27FC236}">
                  <a16:creationId xmlns:a16="http://schemas.microsoft.com/office/drawing/2014/main" id="{00E96CBD-6DFE-184B-B450-C6798978DD1D}"/>
                </a:ext>
              </a:extLst>
            </p:cNvPr>
            <p:cNvSpPr/>
            <p:nvPr/>
          </p:nvSpPr>
          <p:spPr>
            <a:xfrm>
              <a:off x="8927380" y="4901145"/>
              <a:ext cx="51119" cy="51071"/>
            </a:xfrm>
            <a:custGeom>
              <a:avLst/>
              <a:gdLst>
                <a:gd name="connsiteX0" fmla="*/ 25560 w 51119"/>
                <a:gd name="connsiteY0" fmla="*/ 51072 h 51071"/>
                <a:gd name="connsiteX1" fmla="*/ 51119 w 51119"/>
                <a:gd name="connsiteY1" fmla="*/ 25536 h 51071"/>
                <a:gd name="connsiteX2" fmla="*/ 25560 w 51119"/>
                <a:gd name="connsiteY2" fmla="*/ 0 h 51071"/>
                <a:gd name="connsiteX3" fmla="*/ 0 w 51119"/>
                <a:gd name="connsiteY3" fmla="*/ 25536 h 51071"/>
                <a:gd name="connsiteX4" fmla="*/ 25560 w 51119"/>
                <a:gd name="connsiteY4" fmla="*/ 51072 h 51071"/>
                <a:gd name="connsiteX5" fmla="*/ 25560 w 51119"/>
                <a:gd name="connsiteY5" fmla="*/ 12768 h 51071"/>
                <a:gd name="connsiteX6" fmla="*/ 38340 w 51119"/>
                <a:gd name="connsiteY6" fmla="*/ 25536 h 51071"/>
                <a:gd name="connsiteX7" fmla="*/ 25560 w 51119"/>
                <a:gd name="connsiteY7" fmla="*/ 38304 h 51071"/>
                <a:gd name="connsiteX8" fmla="*/ 12780 w 51119"/>
                <a:gd name="connsiteY8" fmla="*/ 25536 h 51071"/>
                <a:gd name="connsiteX9" fmla="*/ 25560 w 51119"/>
                <a:gd name="connsiteY9" fmla="*/ 12768 h 51071"/>
                <a:gd name="connsiteX10" fmla="*/ 25560 w 51119"/>
                <a:gd name="connsiteY10" fmla="*/ 12768 h 51071"/>
                <a:gd name="connsiteX11" fmla="*/ 25560 w 51119"/>
                <a:gd name="connsiteY11" fmla="*/ 12768 h 5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119" h="51071">
                  <a:moveTo>
                    <a:pt x="25560" y="51072"/>
                  </a:moveTo>
                  <a:cubicBezTo>
                    <a:pt x="39618" y="51072"/>
                    <a:pt x="51119" y="39581"/>
                    <a:pt x="51119" y="25536"/>
                  </a:cubicBezTo>
                  <a:cubicBezTo>
                    <a:pt x="51119" y="11491"/>
                    <a:pt x="39618" y="0"/>
                    <a:pt x="25560" y="0"/>
                  </a:cubicBezTo>
                  <a:cubicBezTo>
                    <a:pt x="11502" y="0"/>
                    <a:pt x="0" y="11491"/>
                    <a:pt x="0" y="25536"/>
                  </a:cubicBezTo>
                  <a:cubicBezTo>
                    <a:pt x="0" y="39581"/>
                    <a:pt x="11502" y="51072"/>
                    <a:pt x="25560" y="51072"/>
                  </a:cubicBezTo>
                  <a:close/>
                  <a:moveTo>
                    <a:pt x="25560" y="12768"/>
                  </a:moveTo>
                  <a:cubicBezTo>
                    <a:pt x="32589" y="12768"/>
                    <a:pt x="38340" y="18514"/>
                    <a:pt x="38340" y="25536"/>
                  </a:cubicBezTo>
                  <a:cubicBezTo>
                    <a:pt x="38340" y="32559"/>
                    <a:pt x="32589" y="38304"/>
                    <a:pt x="25560" y="38304"/>
                  </a:cubicBezTo>
                  <a:cubicBezTo>
                    <a:pt x="18531" y="38304"/>
                    <a:pt x="12780" y="32559"/>
                    <a:pt x="12780" y="25536"/>
                  </a:cubicBezTo>
                  <a:cubicBezTo>
                    <a:pt x="12780" y="18514"/>
                    <a:pt x="18531" y="12768"/>
                    <a:pt x="25560" y="12768"/>
                  </a:cubicBezTo>
                  <a:cubicBezTo>
                    <a:pt x="25560" y="12768"/>
                    <a:pt x="25560" y="12768"/>
                    <a:pt x="25560" y="12768"/>
                  </a:cubicBezTo>
                  <a:lnTo>
                    <a:pt x="25560" y="12768"/>
                  </a:lnTo>
                  <a:close/>
                </a:path>
              </a:pathLst>
            </a:custGeom>
            <a:solidFill>
              <a:srgbClr val="0076A8"/>
            </a:solidFill>
            <a:ln w="6390" cap="flat">
              <a:noFill/>
              <a:prstDash val="solid"/>
              <a:miter/>
            </a:ln>
          </p:spPr>
          <p:txBody>
            <a:bodyPr rtlCol="0" anchor="ctr"/>
            <a:lstStyle/>
            <a:p>
              <a:endParaRPr lang="en-US"/>
            </a:p>
          </p:txBody>
        </p:sp>
        <p:sp>
          <p:nvSpPr>
            <p:cNvPr id="747" name="Graphic 4">
              <a:extLst>
                <a:ext uri="{FF2B5EF4-FFF2-40B4-BE49-F238E27FC236}">
                  <a16:creationId xmlns:a16="http://schemas.microsoft.com/office/drawing/2014/main" id="{81D3E281-FA65-3249-9943-66B7440CC321}"/>
                </a:ext>
              </a:extLst>
            </p:cNvPr>
            <p:cNvSpPr/>
            <p:nvPr/>
          </p:nvSpPr>
          <p:spPr>
            <a:xfrm>
              <a:off x="8915239" y="4966953"/>
              <a:ext cx="141218" cy="87407"/>
            </a:xfrm>
            <a:custGeom>
              <a:avLst/>
              <a:gdLst>
                <a:gd name="connsiteX0" fmla="*/ 106712 w 141218"/>
                <a:gd name="connsiteY0" fmla="*/ 49104 h 87407"/>
                <a:gd name="connsiteX1" fmla="*/ 111185 w 141218"/>
                <a:gd name="connsiteY1" fmla="*/ 47189 h 87407"/>
                <a:gd name="connsiteX2" fmla="*/ 139301 w 141218"/>
                <a:gd name="connsiteY2" fmla="*/ 17823 h 87407"/>
                <a:gd name="connsiteX3" fmla="*/ 139301 w 141218"/>
                <a:gd name="connsiteY3" fmla="*/ 8885 h 87407"/>
                <a:gd name="connsiteX4" fmla="*/ 130355 w 141218"/>
                <a:gd name="connsiteY4" fmla="*/ 8885 h 87407"/>
                <a:gd name="connsiteX5" fmla="*/ 106074 w 141218"/>
                <a:gd name="connsiteY5" fmla="*/ 34421 h 87407"/>
                <a:gd name="connsiteX6" fmla="*/ 74763 w 141218"/>
                <a:gd name="connsiteY6" fmla="*/ 10800 h 87407"/>
                <a:gd name="connsiteX7" fmla="*/ 74763 w 141218"/>
                <a:gd name="connsiteY7" fmla="*/ 10800 h 87407"/>
                <a:gd name="connsiteX8" fmla="*/ 74763 w 141218"/>
                <a:gd name="connsiteY8" fmla="*/ 10800 h 87407"/>
                <a:gd name="connsiteX9" fmla="*/ 3195 w 141218"/>
                <a:gd name="connsiteY9" fmla="*/ 8247 h 87407"/>
                <a:gd name="connsiteX10" fmla="*/ 0 w 141218"/>
                <a:gd name="connsiteY10" fmla="*/ 13992 h 87407"/>
                <a:gd name="connsiteX11" fmla="*/ 0 w 141218"/>
                <a:gd name="connsiteY11" fmla="*/ 80385 h 87407"/>
                <a:gd name="connsiteX12" fmla="*/ 6390 w 141218"/>
                <a:gd name="connsiteY12" fmla="*/ 86769 h 87407"/>
                <a:gd name="connsiteX13" fmla="*/ 12780 w 141218"/>
                <a:gd name="connsiteY13" fmla="*/ 80385 h 87407"/>
                <a:gd name="connsiteX14" fmla="*/ 12780 w 141218"/>
                <a:gd name="connsiteY14" fmla="*/ 18461 h 87407"/>
                <a:gd name="connsiteX15" fmla="*/ 65178 w 141218"/>
                <a:gd name="connsiteY15" fmla="*/ 20376 h 87407"/>
                <a:gd name="connsiteX16" fmla="*/ 65178 w 141218"/>
                <a:gd name="connsiteY16" fmla="*/ 81024 h 87407"/>
                <a:gd name="connsiteX17" fmla="*/ 71568 w 141218"/>
                <a:gd name="connsiteY17" fmla="*/ 87408 h 87407"/>
                <a:gd name="connsiteX18" fmla="*/ 77958 w 141218"/>
                <a:gd name="connsiteY18" fmla="*/ 81024 h 87407"/>
                <a:gd name="connsiteX19" fmla="*/ 77958 w 141218"/>
                <a:gd name="connsiteY19" fmla="*/ 29952 h 87407"/>
                <a:gd name="connsiteX20" fmla="*/ 103517 w 141218"/>
                <a:gd name="connsiteY20" fmla="*/ 49104 h 87407"/>
                <a:gd name="connsiteX21" fmla="*/ 106712 w 141218"/>
                <a:gd name="connsiteY21" fmla="*/ 49104 h 8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1218" h="87407">
                  <a:moveTo>
                    <a:pt x="106712" y="49104"/>
                  </a:moveTo>
                  <a:cubicBezTo>
                    <a:pt x="108629" y="49104"/>
                    <a:pt x="109907" y="48466"/>
                    <a:pt x="111185" y="47189"/>
                  </a:cubicBezTo>
                  <a:lnTo>
                    <a:pt x="139301" y="17823"/>
                  </a:lnTo>
                  <a:cubicBezTo>
                    <a:pt x="141857" y="15269"/>
                    <a:pt x="141857" y="11439"/>
                    <a:pt x="139301" y="8885"/>
                  </a:cubicBezTo>
                  <a:cubicBezTo>
                    <a:pt x="136745" y="6331"/>
                    <a:pt x="132911" y="6331"/>
                    <a:pt x="130355" y="8885"/>
                  </a:cubicBezTo>
                  <a:lnTo>
                    <a:pt x="106074" y="34421"/>
                  </a:lnTo>
                  <a:lnTo>
                    <a:pt x="74763" y="10800"/>
                  </a:lnTo>
                  <a:lnTo>
                    <a:pt x="74763" y="10800"/>
                  </a:lnTo>
                  <a:lnTo>
                    <a:pt x="74763" y="10800"/>
                  </a:lnTo>
                  <a:cubicBezTo>
                    <a:pt x="41535" y="-11544"/>
                    <a:pt x="5112" y="7608"/>
                    <a:pt x="3195" y="8247"/>
                  </a:cubicBezTo>
                  <a:cubicBezTo>
                    <a:pt x="1278" y="9523"/>
                    <a:pt x="0" y="11439"/>
                    <a:pt x="0" y="13992"/>
                  </a:cubicBezTo>
                  <a:lnTo>
                    <a:pt x="0" y="80385"/>
                  </a:lnTo>
                  <a:cubicBezTo>
                    <a:pt x="0" y="84216"/>
                    <a:pt x="2556" y="86769"/>
                    <a:pt x="6390" y="86769"/>
                  </a:cubicBezTo>
                  <a:cubicBezTo>
                    <a:pt x="10225" y="86769"/>
                    <a:pt x="12780" y="84216"/>
                    <a:pt x="12780" y="80385"/>
                  </a:cubicBezTo>
                  <a:lnTo>
                    <a:pt x="12780" y="18461"/>
                  </a:lnTo>
                  <a:cubicBezTo>
                    <a:pt x="21087" y="15269"/>
                    <a:pt x="44091" y="7608"/>
                    <a:pt x="65178" y="20376"/>
                  </a:cubicBezTo>
                  <a:lnTo>
                    <a:pt x="65178" y="81024"/>
                  </a:lnTo>
                  <a:cubicBezTo>
                    <a:pt x="65178" y="84854"/>
                    <a:pt x="67734" y="87408"/>
                    <a:pt x="71568" y="87408"/>
                  </a:cubicBezTo>
                  <a:cubicBezTo>
                    <a:pt x="75402" y="87408"/>
                    <a:pt x="77958" y="84854"/>
                    <a:pt x="77958" y="81024"/>
                  </a:cubicBezTo>
                  <a:lnTo>
                    <a:pt x="77958" y="29952"/>
                  </a:lnTo>
                  <a:lnTo>
                    <a:pt x="103517" y="49104"/>
                  </a:lnTo>
                  <a:cubicBezTo>
                    <a:pt x="104156" y="48466"/>
                    <a:pt x="105434" y="49104"/>
                    <a:pt x="106712" y="49104"/>
                  </a:cubicBezTo>
                  <a:close/>
                </a:path>
              </a:pathLst>
            </a:custGeom>
            <a:solidFill>
              <a:srgbClr val="0076A8"/>
            </a:solidFill>
            <a:ln w="6390" cap="flat">
              <a:noFill/>
              <a:prstDash val="solid"/>
              <a:miter/>
            </a:ln>
          </p:spPr>
          <p:txBody>
            <a:bodyPr rtlCol="0" anchor="ctr"/>
            <a:lstStyle/>
            <a:p>
              <a:endParaRPr lang="en-US"/>
            </a:p>
          </p:txBody>
        </p:sp>
      </p:grpSp>
      <p:grpSp>
        <p:nvGrpSpPr>
          <p:cNvPr id="748" name="Graphic 4">
            <a:extLst>
              <a:ext uri="{FF2B5EF4-FFF2-40B4-BE49-F238E27FC236}">
                <a16:creationId xmlns:a16="http://schemas.microsoft.com/office/drawing/2014/main" id="{E6A3135C-CE99-114A-84D7-B2EFEAF3A4B1}"/>
              </a:ext>
            </a:extLst>
          </p:cNvPr>
          <p:cNvGrpSpPr/>
          <p:nvPr/>
        </p:nvGrpSpPr>
        <p:grpSpPr>
          <a:xfrm>
            <a:off x="9279466" y="4793256"/>
            <a:ext cx="361671" cy="361971"/>
            <a:chOff x="9279466" y="4793256"/>
            <a:chExt cx="361671" cy="361971"/>
          </a:xfrm>
          <a:solidFill>
            <a:srgbClr val="0076A8"/>
          </a:solidFill>
        </p:grpSpPr>
        <p:sp>
          <p:nvSpPr>
            <p:cNvPr id="749" name="Graphic 4">
              <a:extLst>
                <a:ext uri="{FF2B5EF4-FFF2-40B4-BE49-F238E27FC236}">
                  <a16:creationId xmlns:a16="http://schemas.microsoft.com/office/drawing/2014/main" id="{8C5ABA53-DE3F-DC44-AB53-B2B9DE9AFAF0}"/>
                </a:ext>
              </a:extLst>
            </p:cNvPr>
            <p:cNvSpPr/>
            <p:nvPr/>
          </p:nvSpPr>
          <p:spPr>
            <a:xfrm>
              <a:off x="9279466" y="4793256"/>
              <a:ext cx="361671" cy="361971"/>
            </a:xfrm>
            <a:custGeom>
              <a:avLst/>
              <a:gdLst>
                <a:gd name="connsiteX0" fmla="*/ 180836 w 361671"/>
                <a:gd name="connsiteY0" fmla="*/ 0 h 361971"/>
                <a:gd name="connsiteX1" fmla="*/ 0 w 361671"/>
                <a:gd name="connsiteY1" fmla="*/ 180667 h 361971"/>
                <a:gd name="connsiteX2" fmla="*/ 180836 w 361671"/>
                <a:gd name="connsiteY2" fmla="*/ 361972 h 361971"/>
                <a:gd name="connsiteX3" fmla="*/ 361671 w 361671"/>
                <a:gd name="connsiteY3" fmla="*/ 181305 h 361971"/>
                <a:gd name="connsiteX4" fmla="*/ 361671 w 361671"/>
                <a:gd name="connsiteY4" fmla="*/ 181305 h 361971"/>
                <a:gd name="connsiteX5" fmla="*/ 180836 w 361671"/>
                <a:gd name="connsiteY5" fmla="*/ 0 h 361971"/>
                <a:gd name="connsiteX6" fmla="*/ 180836 w 361671"/>
                <a:gd name="connsiteY6" fmla="*/ 0 h 361971"/>
                <a:gd name="connsiteX7" fmla="*/ 111824 w 361671"/>
                <a:gd name="connsiteY7" fmla="*/ 107889 h 361971"/>
                <a:gd name="connsiteX8" fmla="*/ 137384 w 361671"/>
                <a:gd name="connsiteY8" fmla="*/ 133425 h 361971"/>
                <a:gd name="connsiteX9" fmla="*/ 111824 w 361671"/>
                <a:gd name="connsiteY9" fmla="*/ 158961 h 361971"/>
                <a:gd name="connsiteX10" fmla="*/ 86264 w 361671"/>
                <a:gd name="connsiteY10" fmla="*/ 133425 h 361971"/>
                <a:gd name="connsiteX11" fmla="*/ 111824 w 361671"/>
                <a:gd name="connsiteY11" fmla="*/ 107889 h 361971"/>
                <a:gd name="connsiteX12" fmla="*/ 151442 w 361671"/>
                <a:gd name="connsiteY12" fmla="*/ 253444 h 361971"/>
                <a:gd name="connsiteX13" fmla="*/ 145052 w 361671"/>
                <a:gd name="connsiteY13" fmla="*/ 259828 h 361971"/>
                <a:gd name="connsiteX14" fmla="*/ 138662 w 361671"/>
                <a:gd name="connsiteY14" fmla="*/ 253444 h 361971"/>
                <a:gd name="connsiteX15" fmla="*/ 138662 w 361671"/>
                <a:gd name="connsiteY15" fmla="*/ 193435 h 361971"/>
                <a:gd name="connsiteX16" fmla="*/ 86264 w 361671"/>
                <a:gd name="connsiteY16" fmla="*/ 191519 h 361971"/>
                <a:gd name="connsiteX17" fmla="*/ 86264 w 361671"/>
                <a:gd name="connsiteY17" fmla="*/ 253444 h 361971"/>
                <a:gd name="connsiteX18" fmla="*/ 79874 w 361671"/>
                <a:gd name="connsiteY18" fmla="*/ 259828 h 361971"/>
                <a:gd name="connsiteX19" fmla="*/ 73484 w 361671"/>
                <a:gd name="connsiteY19" fmla="*/ 253444 h 361971"/>
                <a:gd name="connsiteX20" fmla="*/ 73484 w 361671"/>
                <a:gd name="connsiteY20" fmla="*/ 187689 h 361971"/>
                <a:gd name="connsiteX21" fmla="*/ 76679 w 361671"/>
                <a:gd name="connsiteY21" fmla="*/ 181944 h 361971"/>
                <a:gd name="connsiteX22" fmla="*/ 148247 w 361671"/>
                <a:gd name="connsiteY22" fmla="*/ 184497 h 361971"/>
                <a:gd name="connsiteX23" fmla="*/ 148247 w 361671"/>
                <a:gd name="connsiteY23" fmla="*/ 184497 h 361971"/>
                <a:gd name="connsiteX24" fmla="*/ 148247 w 361671"/>
                <a:gd name="connsiteY24" fmla="*/ 184497 h 361971"/>
                <a:gd name="connsiteX25" fmla="*/ 178918 w 361671"/>
                <a:gd name="connsiteY25" fmla="*/ 208118 h 361971"/>
                <a:gd name="connsiteX26" fmla="*/ 203200 w 361671"/>
                <a:gd name="connsiteY26" fmla="*/ 182582 h 361971"/>
                <a:gd name="connsiteX27" fmla="*/ 212146 w 361671"/>
                <a:gd name="connsiteY27" fmla="*/ 182582 h 361971"/>
                <a:gd name="connsiteX28" fmla="*/ 212146 w 361671"/>
                <a:gd name="connsiteY28" fmla="*/ 191519 h 361971"/>
                <a:gd name="connsiteX29" fmla="*/ 212146 w 361671"/>
                <a:gd name="connsiteY29" fmla="*/ 191519 h 361971"/>
                <a:gd name="connsiteX30" fmla="*/ 184031 w 361671"/>
                <a:gd name="connsiteY30" fmla="*/ 220886 h 361971"/>
                <a:gd name="connsiteX31" fmla="*/ 179558 w 361671"/>
                <a:gd name="connsiteY31" fmla="*/ 222801 h 361971"/>
                <a:gd name="connsiteX32" fmla="*/ 175723 w 361671"/>
                <a:gd name="connsiteY32" fmla="*/ 221524 h 361971"/>
                <a:gd name="connsiteX33" fmla="*/ 150164 w 361671"/>
                <a:gd name="connsiteY33" fmla="*/ 202372 h 361971"/>
                <a:gd name="connsiteX34" fmla="*/ 151442 w 361671"/>
                <a:gd name="connsiteY34" fmla="*/ 253444 h 361971"/>
                <a:gd name="connsiteX35" fmla="*/ 287547 w 361671"/>
                <a:gd name="connsiteY35" fmla="*/ 253444 h 361971"/>
                <a:gd name="connsiteX36" fmla="*/ 281157 w 361671"/>
                <a:gd name="connsiteY36" fmla="*/ 259828 h 361971"/>
                <a:gd name="connsiteX37" fmla="*/ 173807 w 361671"/>
                <a:gd name="connsiteY37" fmla="*/ 259828 h 361971"/>
                <a:gd name="connsiteX38" fmla="*/ 167417 w 361671"/>
                <a:gd name="connsiteY38" fmla="*/ 253444 h 361971"/>
                <a:gd name="connsiteX39" fmla="*/ 167417 w 361671"/>
                <a:gd name="connsiteY39" fmla="*/ 238761 h 361971"/>
                <a:gd name="connsiteX40" fmla="*/ 173807 w 361671"/>
                <a:gd name="connsiteY40" fmla="*/ 232377 h 361971"/>
                <a:gd name="connsiteX41" fmla="*/ 180197 w 361671"/>
                <a:gd name="connsiteY41" fmla="*/ 238761 h 361971"/>
                <a:gd name="connsiteX42" fmla="*/ 180197 w 361671"/>
                <a:gd name="connsiteY42" fmla="*/ 247060 h 361971"/>
                <a:gd name="connsiteX43" fmla="*/ 274767 w 361671"/>
                <a:gd name="connsiteY43" fmla="*/ 247060 h 361971"/>
                <a:gd name="connsiteX44" fmla="*/ 274767 w 361671"/>
                <a:gd name="connsiteY44" fmla="*/ 114273 h 361971"/>
                <a:gd name="connsiteX45" fmla="*/ 180197 w 361671"/>
                <a:gd name="connsiteY45" fmla="*/ 114273 h 361971"/>
                <a:gd name="connsiteX46" fmla="*/ 180197 w 361671"/>
                <a:gd name="connsiteY46" fmla="*/ 165984 h 361971"/>
                <a:gd name="connsiteX47" fmla="*/ 173807 w 361671"/>
                <a:gd name="connsiteY47" fmla="*/ 172368 h 361971"/>
                <a:gd name="connsiteX48" fmla="*/ 167417 w 361671"/>
                <a:gd name="connsiteY48" fmla="*/ 165984 h 361971"/>
                <a:gd name="connsiteX49" fmla="*/ 167417 w 361671"/>
                <a:gd name="connsiteY49" fmla="*/ 107889 h 361971"/>
                <a:gd name="connsiteX50" fmla="*/ 173807 w 361671"/>
                <a:gd name="connsiteY50" fmla="*/ 101505 h 361971"/>
                <a:gd name="connsiteX51" fmla="*/ 281157 w 361671"/>
                <a:gd name="connsiteY51" fmla="*/ 101505 h 361971"/>
                <a:gd name="connsiteX52" fmla="*/ 287547 w 361671"/>
                <a:gd name="connsiteY52" fmla="*/ 107889 h 361971"/>
                <a:gd name="connsiteX53" fmla="*/ 287547 w 361671"/>
                <a:gd name="connsiteY53" fmla="*/ 25344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61671" h="361971">
                  <a:moveTo>
                    <a:pt x="180836" y="0"/>
                  </a:moveTo>
                  <a:cubicBezTo>
                    <a:pt x="80514" y="0"/>
                    <a:pt x="0" y="81077"/>
                    <a:pt x="0" y="180667"/>
                  </a:cubicBezTo>
                  <a:cubicBezTo>
                    <a:pt x="0" y="280257"/>
                    <a:pt x="81153" y="361972"/>
                    <a:pt x="180836" y="361972"/>
                  </a:cubicBezTo>
                  <a:cubicBezTo>
                    <a:pt x="281157" y="361972"/>
                    <a:pt x="361671" y="280895"/>
                    <a:pt x="361671" y="181305"/>
                  </a:cubicBezTo>
                  <a:cubicBezTo>
                    <a:pt x="361671" y="181305"/>
                    <a:pt x="361671" y="181305"/>
                    <a:pt x="361671" y="181305"/>
                  </a:cubicBezTo>
                  <a:cubicBezTo>
                    <a:pt x="361671" y="80438"/>
                    <a:pt x="280518" y="0"/>
                    <a:pt x="180836" y="0"/>
                  </a:cubicBezTo>
                  <a:cubicBezTo>
                    <a:pt x="180836" y="0"/>
                    <a:pt x="180836" y="0"/>
                    <a:pt x="180836" y="0"/>
                  </a:cubicBezTo>
                  <a:close/>
                  <a:moveTo>
                    <a:pt x="111824" y="107889"/>
                  </a:moveTo>
                  <a:cubicBezTo>
                    <a:pt x="125882" y="107889"/>
                    <a:pt x="137384" y="119381"/>
                    <a:pt x="137384" y="133425"/>
                  </a:cubicBezTo>
                  <a:cubicBezTo>
                    <a:pt x="137384" y="147470"/>
                    <a:pt x="125882" y="158961"/>
                    <a:pt x="111824" y="158961"/>
                  </a:cubicBezTo>
                  <a:cubicBezTo>
                    <a:pt x="97766" y="158961"/>
                    <a:pt x="86264" y="147470"/>
                    <a:pt x="86264" y="133425"/>
                  </a:cubicBezTo>
                  <a:cubicBezTo>
                    <a:pt x="86264" y="119381"/>
                    <a:pt x="97128" y="107889"/>
                    <a:pt x="111824" y="107889"/>
                  </a:cubicBezTo>
                  <a:close/>
                  <a:moveTo>
                    <a:pt x="151442" y="253444"/>
                  </a:moveTo>
                  <a:cubicBezTo>
                    <a:pt x="151442" y="257274"/>
                    <a:pt x="148886" y="259828"/>
                    <a:pt x="145052" y="259828"/>
                  </a:cubicBezTo>
                  <a:cubicBezTo>
                    <a:pt x="141218" y="259828"/>
                    <a:pt x="138662" y="257274"/>
                    <a:pt x="138662" y="253444"/>
                  </a:cubicBezTo>
                  <a:lnTo>
                    <a:pt x="138662" y="193435"/>
                  </a:lnTo>
                  <a:cubicBezTo>
                    <a:pt x="122687" y="185135"/>
                    <a:pt x="103517" y="184497"/>
                    <a:pt x="86264" y="191519"/>
                  </a:cubicBezTo>
                  <a:lnTo>
                    <a:pt x="86264" y="253444"/>
                  </a:lnTo>
                  <a:cubicBezTo>
                    <a:pt x="86264" y="257274"/>
                    <a:pt x="83709" y="259828"/>
                    <a:pt x="79874" y="259828"/>
                  </a:cubicBezTo>
                  <a:cubicBezTo>
                    <a:pt x="76040" y="259828"/>
                    <a:pt x="73484" y="257274"/>
                    <a:pt x="73484" y="253444"/>
                  </a:cubicBezTo>
                  <a:lnTo>
                    <a:pt x="73484" y="187689"/>
                  </a:lnTo>
                  <a:cubicBezTo>
                    <a:pt x="73484" y="185135"/>
                    <a:pt x="74763" y="183220"/>
                    <a:pt x="76679" y="181944"/>
                  </a:cubicBezTo>
                  <a:cubicBezTo>
                    <a:pt x="77958" y="181305"/>
                    <a:pt x="115019" y="162153"/>
                    <a:pt x="148247" y="184497"/>
                  </a:cubicBezTo>
                  <a:lnTo>
                    <a:pt x="148247" y="184497"/>
                  </a:lnTo>
                  <a:lnTo>
                    <a:pt x="148247" y="184497"/>
                  </a:lnTo>
                  <a:lnTo>
                    <a:pt x="178918" y="208118"/>
                  </a:lnTo>
                  <a:lnTo>
                    <a:pt x="203200" y="182582"/>
                  </a:lnTo>
                  <a:cubicBezTo>
                    <a:pt x="205756" y="180028"/>
                    <a:pt x="209590" y="180028"/>
                    <a:pt x="212146" y="182582"/>
                  </a:cubicBezTo>
                  <a:cubicBezTo>
                    <a:pt x="214703" y="185135"/>
                    <a:pt x="214703" y="188966"/>
                    <a:pt x="212146" y="191519"/>
                  </a:cubicBezTo>
                  <a:cubicBezTo>
                    <a:pt x="212146" y="191519"/>
                    <a:pt x="212146" y="191519"/>
                    <a:pt x="212146" y="191519"/>
                  </a:cubicBezTo>
                  <a:lnTo>
                    <a:pt x="184031" y="220886"/>
                  </a:lnTo>
                  <a:cubicBezTo>
                    <a:pt x="182753" y="222163"/>
                    <a:pt x="180836" y="222801"/>
                    <a:pt x="179558" y="222801"/>
                  </a:cubicBezTo>
                  <a:cubicBezTo>
                    <a:pt x="178279" y="222801"/>
                    <a:pt x="177002" y="222163"/>
                    <a:pt x="175723" y="221524"/>
                  </a:cubicBezTo>
                  <a:lnTo>
                    <a:pt x="150164" y="202372"/>
                  </a:lnTo>
                  <a:lnTo>
                    <a:pt x="151442" y="253444"/>
                  </a:lnTo>
                  <a:close/>
                  <a:moveTo>
                    <a:pt x="287547" y="253444"/>
                  </a:moveTo>
                  <a:cubicBezTo>
                    <a:pt x="287547" y="257274"/>
                    <a:pt x="284992" y="259828"/>
                    <a:pt x="281157" y="259828"/>
                  </a:cubicBezTo>
                  <a:lnTo>
                    <a:pt x="173807" y="259828"/>
                  </a:lnTo>
                  <a:cubicBezTo>
                    <a:pt x="169973" y="259828"/>
                    <a:pt x="167417" y="257274"/>
                    <a:pt x="167417" y="253444"/>
                  </a:cubicBezTo>
                  <a:lnTo>
                    <a:pt x="167417" y="238761"/>
                  </a:lnTo>
                  <a:cubicBezTo>
                    <a:pt x="167417" y="234930"/>
                    <a:pt x="169973" y="232377"/>
                    <a:pt x="173807" y="232377"/>
                  </a:cubicBezTo>
                  <a:cubicBezTo>
                    <a:pt x="177641" y="232377"/>
                    <a:pt x="180197" y="234930"/>
                    <a:pt x="180197" y="238761"/>
                  </a:cubicBezTo>
                  <a:lnTo>
                    <a:pt x="180197" y="247060"/>
                  </a:lnTo>
                  <a:lnTo>
                    <a:pt x="274767" y="247060"/>
                  </a:lnTo>
                  <a:lnTo>
                    <a:pt x="274767" y="114273"/>
                  </a:lnTo>
                  <a:lnTo>
                    <a:pt x="180197" y="114273"/>
                  </a:lnTo>
                  <a:lnTo>
                    <a:pt x="180197" y="165984"/>
                  </a:lnTo>
                  <a:cubicBezTo>
                    <a:pt x="180197" y="169814"/>
                    <a:pt x="177641" y="172368"/>
                    <a:pt x="173807" y="172368"/>
                  </a:cubicBezTo>
                  <a:cubicBezTo>
                    <a:pt x="169973" y="172368"/>
                    <a:pt x="167417" y="169814"/>
                    <a:pt x="167417" y="165984"/>
                  </a:cubicBezTo>
                  <a:lnTo>
                    <a:pt x="167417" y="107889"/>
                  </a:lnTo>
                  <a:cubicBezTo>
                    <a:pt x="167417" y="104059"/>
                    <a:pt x="169973" y="101505"/>
                    <a:pt x="173807" y="101505"/>
                  </a:cubicBezTo>
                  <a:lnTo>
                    <a:pt x="281157" y="101505"/>
                  </a:lnTo>
                  <a:cubicBezTo>
                    <a:pt x="284992" y="101505"/>
                    <a:pt x="287547" y="104059"/>
                    <a:pt x="287547" y="107889"/>
                  </a:cubicBezTo>
                  <a:lnTo>
                    <a:pt x="287547" y="253444"/>
                  </a:lnTo>
                  <a:close/>
                </a:path>
              </a:pathLst>
            </a:custGeom>
            <a:solidFill>
              <a:srgbClr val="0076A8"/>
            </a:solidFill>
            <a:ln w="6390" cap="flat">
              <a:noFill/>
              <a:prstDash val="solid"/>
              <a:miter/>
            </a:ln>
          </p:spPr>
          <p:txBody>
            <a:bodyPr rtlCol="0" anchor="ctr"/>
            <a:lstStyle/>
            <a:p>
              <a:endParaRPr lang="en-US"/>
            </a:p>
          </p:txBody>
        </p:sp>
        <p:sp>
          <p:nvSpPr>
            <p:cNvPr id="750" name="Graphic 4">
              <a:extLst>
                <a:ext uri="{FF2B5EF4-FFF2-40B4-BE49-F238E27FC236}">
                  <a16:creationId xmlns:a16="http://schemas.microsoft.com/office/drawing/2014/main" id="{11895A47-F7FC-3540-A34B-AC97E6D6817E}"/>
                </a:ext>
              </a:extLst>
            </p:cNvPr>
            <p:cNvSpPr/>
            <p:nvPr/>
          </p:nvSpPr>
          <p:spPr>
            <a:xfrm>
              <a:off x="9378510" y="4913913"/>
              <a:ext cx="25559" cy="25535"/>
            </a:xfrm>
            <a:custGeom>
              <a:avLst/>
              <a:gdLst>
                <a:gd name="connsiteX0" fmla="*/ 12780 w 25559"/>
                <a:gd name="connsiteY0" fmla="*/ 25536 h 25535"/>
                <a:gd name="connsiteX1" fmla="*/ 25560 w 25559"/>
                <a:gd name="connsiteY1" fmla="*/ 12768 h 25535"/>
                <a:gd name="connsiteX2" fmla="*/ 12780 w 25559"/>
                <a:gd name="connsiteY2" fmla="*/ 0 h 25535"/>
                <a:gd name="connsiteX3" fmla="*/ 0 w 25559"/>
                <a:gd name="connsiteY3" fmla="*/ 12768 h 25535"/>
                <a:gd name="connsiteX4" fmla="*/ 12780 w 25559"/>
                <a:gd name="connsiteY4" fmla="*/ 25536 h 25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59" h="25535">
                  <a:moveTo>
                    <a:pt x="12780" y="25536"/>
                  </a:moveTo>
                  <a:cubicBezTo>
                    <a:pt x="19809" y="25536"/>
                    <a:pt x="25560" y="19791"/>
                    <a:pt x="25560" y="12768"/>
                  </a:cubicBezTo>
                  <a:cubicBezTo>
                    <a:pt x="25560" y="5746"/>
                    <a:pt x="19809" y="0"/>
                    <a:pt x="12780" y="0"/>
                  </a:cubicBezTo>
                  <a:cubicBezTo>
                    <a:pt x="5751" y="0"/>
                    <a:pt x="0" y="5746"/>
                    <a:pt x="0" y="12768"/>
                  </a:cubicBezTo>
                  <a:cubicBezTo>
                    <a:pt x="0" y="19791"/>
                    <a:pt x="5112" y="25536"/>
                    <a:pt x="12780" y="25536"/>
                  </a:cubicBezTo>
                  <a:close/>
                </a:path>
              </a:pathLst>
            </a:custGeom>
            <a:solidFill>
              <a:srgbClr val="0076A8"/>
            </a:solidFill>
            <a:ln w="6390" cap="flat">
              <a:noFill/>
              <a:prstDash val="solid"/>
              <a:miter/>
            </a:ln>
          </p:spPr>
          <p:txBody>
            <a:bodyPr rtlCol="0" anchor="ctr"/>
            <a:lstStyle/>
            <a:p>
              <a:endParaRPr lang="en-US"/>
            </a:p>
          </p:txBody>
        </p:sp>
      </p:grpSp>
      <p:grpSp>
        <p:nvGrpSpPr>
          <p:cNvPr id="751" name="Graphic 4">
            <a:extLst>
              <a:ext uri="{FF2B5EF4-FFF2-40B4-BE49-F238E27FC236}">
                <a16:creationId xmlns:a16="http://schemas.microsoft.com/office/drawing/2014/main" id="{6F9D064F-05C3-684E-B023-17C93FB0871E}"/>
              </a:ext>
            </a:extLst>
          </p:cNvPr>
          <p:cNvGrpSpPr/>
          <p:nvPr/>
        </p:nvGrpSpPr>
        <p:grpSpPr>
          <a:xfrm>
            <a:off x="10934460" y="918179"/>
            <a:ext cx="361674" cy="361971"/>
            <a:chOff x="10934460" y="918179"/>
            <a:chExt cx="361674" cy="361971"/>
          </a:xfrm>
          <a:solidFill>
            <a:srgbClr val="0076A8"/>
          </a:solidFill>
        </p:grpSpPr>
        <p:sp>
          <p:nvSpPr>
            <p:cNvPr id="752" name="Graphic 4">
              <a:extLst>
                <a:ext uri="{FF2B5EF4-FFF2-40B4-BE49-F238E27FC236}">
                  <a16:creationId xmlns:a16="http://schemas.microsoft.com/office/drawing/2014/main" id="{D72CCC47-9688-E848-840C-F62091C37B52}"/>
                </a:ext>
              </a:extLst>
            </p:cNvPr>
            <p:cNvSpPr/>
            <p:nvPr/>
          </p:nvSpPr>
          <p:spPr>
            <a:xfrm>
              <a:off x="10934460" y="918179"/>
              <a:ext cx="361674" cy="361971"/>
            </a:xfrm>
            <a:custGeom>
              <a:avLst/>
              <a:gdLst>
                <a:gd name="connsiteX0" fmla="*/ 180836 w 361674"/>
                <a:gd name="connsiteY0" fmla="*/ 349204 h 361971"/>
                <a:gd name="connsiteX1" fmla="*/ 12780 w 361674"/>
                <a:gd name="connsiteY1" fmla="*/ 181305 h 361971"/>
                <a:gd name="connsiteX2" fmla="*/ 180836 w 361674"/>
                <a:gd name="connsiteY2" fmla="*/ 12768 h 361971"/>
                <a:gd name="connsiteX3" fmla="*/ 348891 w 361674"/>
                <a:gd name="connsiteY3" fmla="*/ 180667 h 361971"/>
                <a:gd name="connsiteX4" fmla="*/ 348891 w 361674"/>
                <a:gd name="connsiteY4" fmla="*/ 180667 h 361971"/>
                <a:gd name="connsiteX5" fmla="*/ 180836 w 361674"/>
                <a:gd name="connsiteY5" fmla="*/ 349204 h 361971"/>
                <a:gd name="connsiteX6" fmla="*/ 180836 w 361674"/>
                <a:gd name="connsiteY6" fmla="*/ 0 h 361971"/>
                <a:gd name="connsiteX7" fmla="*/ 0 w 361674"/>
                <a:gd name="connsiteY7" fmla="*/ 180667 h 361971"/>
                <a:gd name="connsiteX8" fmla="*/ 180836 w 361674"/>
                <a:gd name="connsiteY8" fmla="*/ 361972 h 361971"/>
                <a:gd name="connsiteX9" fmla="*/ 361671 w 361674"/>
                <a:gd name="connsiteY9" fmla="*/ 181305 h 361971"/>
                <a:gd name="connsiteX10" fmla="*/ 361671 w 361674"/>
                <a:gd name="connsiteY10" fmla="*/ 181305 h 361971"/>
                <a:gd name="connsiteX11" fmla="*/ 180836 w 361674"/>
                <a:gd name="connsiteY11" fmla="*/ 0 h 361971"/>
                <a:gd name="connsiteX12" fmla="*/ 180836 w 361674"/>
                <a:gd name="connsiteY12"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6" y="349204"/>
                  </a:moveTo>
                  <a:cubicBezTo>
                    <a:pt x="87543" y="349204"/>
                    <a:pt x="12780" y="273873"/>
                    <a:pt x="12780" y="181305"/>
                  </a:cubicBezTo>
                  <a:cubicBezTo>
                    <a:pt x="12780" y="88099"/>
                    <a:pt x="88181" y="12768"/>
                    <a:pt x="180836" y="12768"/>
                  </a:cubicBezTo>
                  <a:cubicBezTo>
                    <a:pt x="274128" y="12768"/>
                    <a:pt x="348891" y="88099"/>
                    <a:pt x="348891" y="180667"/>
                  </a:cubicBezTo>
                  <a:lnTo>
                    <a:pt x="348891" y="180667"/>
                  </a:lnTo>
                  <a:cubicBezTo>
                    <a:pt x="348891" y="273873"/>
                    <a:pt x="273490" y="349204"/>
                    <a:pt x="180836" y="349204"/>
                  </a:cubicBezTo>
                  <a:moveTo>
                    <a:pt x="180836" y="0"/>
                  </a:moveTo>
                  <a:cubicBezTo>
                    <a:pt x="80514" y="0"/>
                    <a:pt x="0" y="81077"/>
                    <a:pt x="0" y="180667"/>
                  </a:cubicBezTo>
                  <a:cubicBezTo>
                    <a:pt x="0" y="280895"/>
                    <a:pt x="81153" y="361972"/>
                    <a:pt x="180836" y="361972"/>
                  </a:cubicBezTo>
                  <a:cubicBezTo>
                    <a:pt x="281157" y="361972"/>
                    <a:pt x="361671" y="280895"/>
                    <a:pt x="361671" y="181305"/>
                  </a:cubicBezTo>
                  <a:lnTo>
                    <a:pt x="361671" y="181305"/>
                  </a:lnTo>
                  <a:cubicBezTo>
                    <a:pt x="362310" y="81077"/>
                    <a:pt x="281157" y="0"/>
                    <a:pt x="180836" y="0"/>
                  </a:cubicBezTo>
                  <a:cubicBezTo>
                    <a:pt x="180836" y="0"/>
                    <a:pt x="180836" y="0"/>
                    <a:pt x="180836" y="0"/>
                  </a:cubicBezTo>
                </a:path>
              </a:pathLst>
            </a:custGeom>
            <a:solidFill>
              <a:srgbClr val="0076A8"/>
            </a:solidFill>
            <a:ln w="6390" cap="flat">
              <a:noFill/>
              <a:prstDash val="solid"/>
              <a:miter/>
            </a:ln>
          </p:spPr>
          <p:txBody>
            <a:bodyPr rtlCol="0" anchor="ctr"/>
            <a:lstStyle/>
            <a:p>
              <a:endParaRPr lang="en-US"/>
            </a:p>
          </p:txBody>
        </p:sp>
        <p:sp>
          <p:nvSpPr>
            <p:cNvPr id="753" name="Graphic 4">
              <a:extLst>
                <a:ext uri="{FF2B5EF4-FFF2-40B4-BE49-F238E27FC236}">
                  <a16:creationId xmlns:a16="http://schemas.microsoft.com/office/drawing/2014/main" id="{189548C4-C68C-CE4D-A412-9A3A6750AE82}"/>
                </a:ext>
              </a:extLst>
            </p:cNvPr>
            <p:cNvSpPr/>
            <p:nvPr/>
          </p:nvSpPr>
          <p:spPr>
            <a:xfrm>
              <a:off x="11030948" y="987764"/>
              <a:ext cx="169333" cy="221524"/>
            </a:xfrm>
            <a:custGeom>
              <a:avLst/>
              <a:gdLst>
                <a:gd name="connsiteX0" fmla="*/ 156553 w 169333"/>
                <a:gd name="connsiteY0" fmla="*/ 82353 h 221524"/>
                <a:gd name="connsiteX1" fmla="*/ 135466 w 169333"/>
                <a:gd name="connsiteY1" fmla="*/ 82353 h 221524"/>
                <a:gd name="connsiteX2" fmla="*/ 135466 w 169333"/>
                <a:gd name="connsiteY2" fmla="*/ 20429 h 221524"/>
                <a:gd name="connsiteX3" fmla="*/ 156553 w 169333"/>
                <a:gd name="connsiteY3" fmla="*/ 20429 h 221524"/>
                <a:gd name="connsiteX4" fmla="*/ 156553 w 169333"/>
                <a:gd name="connsiteY4" fmla="*/ 82353 h 221524"/>
                <a:gd name="connsiteX5" fmla="*/ 118853 w 169333"/>
                <a:gd name="connsiteY5" fmla="*/ 67670 h 221524"/>
                <a:gd name="connsiteX6" fmla="*/ 12140 w 169333"/>
                <a:gd name="connsiteY6" fmla="*/ 67670 h 221524"/>
                <a:gd name="connsiteX7" fmla="*/ 12140 w 169333"/>
                <a:gd name="connsiteY7" fmla="*/ 58094 h 221524"/>
                <a:gd name="connsiteX8" fmla="*/ 42173 w 169333"/>
                <a:gd name="connsiteY8" fmla="*/ 46603 h 221524"/>
                <a:gd name="connsiteX9" fmla="*/ 48563 w 169333"/>
                <a:gd name="connsiteY9" fmla="*/ 35750 h 221524"/>
                <a:gd name="connsiteX10" fmla="*/ 118853 w 169333"/>
                <a:gd name="connsiteY10" fmla="*/ 35750 h 221524"/>
                <a:gd name="connsiteX11" fmla="*/ 118853 w 169333"/>
                <a:gd name="connsiteY11" fmla="*/ 67670 h 221524"/>
                <a:gd name="connsiteX12" fmla="*/ 88820 w 169333"/>
                <a:gd name="connsiteY12" fmla="*/ 209395 h 221524"/>
                <a:gd name="connsiteX13" fmla="*/ 71567 w 169333"/>
                <a:gd name="connsiteY13" fmla="*/ 209395 h 221524"/>
                <a:gd name="connsiteX14" fmla="*/ 71567 w 169333"/>
                <a:gd name="connsiteY14" fmla="*/ 80438 h 221524"/>
                <a:gd name="connsiteX15" fmla="*/ 88820 w 169333"/>
                <a:gd name="connsiteY15" fmla="*/ 80438 h 221524"/>
                <a:gd name="connsiteX16" fmla="*/ 88820 w 169333"/>
                <a:gd name="connsiteY16" fmla="*/ 209395 h 221524"/>
                <a:gd name="connsiteX17" fmla="*/ 72206 w 169333"/>
                <a:gd name="connsiteY17" fmla="*/ 12768 h 221524"/>
                <a:gd name="connsiteX18" fmla="*/ 89459 w 169333"/>
                <a:gd name="connsiteY18" fmla="*/ 12768 h 221524"/>
                <a:gd name="connsiteX19" fmla="*/ 89459 w 169333"/>
                <a:gd name="connsiteY19" fmla="*/ 22344 h 221524"/>
                <a:gd name="connsiteX20" fmla="*/ 72206 w 169333"/>
                <a:gd name="connsiteY20" fmla="*/ 22344 h 221524"/>
                <a:gd name="connsiteX21" fmla="*/ 72206 w 169333"/>
                <a:gd name="connsiteY21" fmla="*/ 12768 h 221524"/>
                <a:gd name="connsiteX22" fmla="*/ 162943 w 169333"/>
                <a:gd name="connsiteY22" fmla="*/ 7661 h 221524"/>
                <a:gd name="connsiteX23" fmla="*/ 129076 w 169333"/>
                <a:gd name="connsiteY23" fmla="*/ 7661 h 221524"/>
                <a:gd name="connsiteX24" fmla="*/ 122686 w 169333"/>
                <a:gd name="connsiteY24" fmla="*/ 14045 h 221524"/>
                <a:gd name="connsiteX25" fmla="*/ 122686 w 169333"/>
                <a:gd name="connsiteY25" fmla="*/ 22344 h 221524"/>
                <a:gd name="connsiteX26" fmla="*/ 102239 w 169333"/>
                <a:gd name="connsiteY26" fmla="*/ 22344 h 221524"/>
                <a:gd name="connsiteX27" fmla="*/ 102239 w 169333"/>
                <a:gd name="connsiteY27" fmla="*/ 6384 h 221524"/>
                <a:gd name="connsiteX28" fmla="*/ 95849 w 169333"/>
                <a:gd name="connsiteY28" fmla="*/ 0 h 221524"/>
                <a:gd name="connsiteX29" fmla="*/ 65816 w 169333"/>
                <a:gd name="connsiteY29" fmla="*/ 0 h 221524"/>
                <a:gd name="connsiteX30" fmla="*/ 59426 w 169333"/>
                <a:gd name="connsiteY30" fmla="*/ 6384 h 221524"/>
                <a:gd name="connsiteX31" fmla="*/ 59426 w 169333"/>
                <a:gd name="connsiteY31" fmla="*/ 22344 h 221524"/>
                <a:gd name="connsiteX32" fmla="*/ 43451 w 169333"/>
                <a:gd name="connsiteY32" fmla="*/ 22344 h 221524"/>
                <a:gd name="connsiteX33" fmla="*/ 38978 w 169333"/>
                <a:gd name="connsiteY33" fmla="*/ 24259 h 221524"/>
                <a:gd name="connsiteX34" fmla="*/ 37061 w 169333"/>
                <a:gd name="connsiteY34" fmla="*/ 28728 h 221524"/>
                <a:gd name="connsiteX35" fmla="*/ 33866 w 169333"/>
                <a:gd name="connsiteY35" fmla="*/ 37027 h 221524"/>
                <a:gd name="connsiteX36" fmla="*/ 6390 w 169333"/>
                <a:gd name="connsiteY36" fmla="*/ 44688 h 221524"/>
                <a:gd name="connsiteX37" fmla="*/ 1917 w 169333"/>
                <a:gd name="connsiteY37" fmla="*/ 46603 h 221524"/>
                <a:gd name="connsiteX38" fmla="*/ 0 w 169333"/>
                <a:gd name="connsiteY38" fmla="*/ 51072 h 221524"/>
                <a:gd name="connsiteX39" fmla="*/ 0 w 169333"/>
                <a:gd name="connsiteY39" fmla="*/ 73416 h 221524"/>
                <a:gd name="connsiteX40" fmla="*/ 6390 w 169333"/>
                <a:gd name="connsiteY40" fmla="*/ 79800 h 221524"/>
                <a:gd name="connsiteX41" fmla="*/ 59426 w 169333"/>
                <a:gd name="connsiteY41" fmla="*/ 79800 h 221524"/>
                <a:gd name="connsiteX42" fmla="*/ 59426 w 169333"/>
                <a:gd name="connsiteY42" fmla="*/ 215140 h 221524"/>
                <a:gd name="connsiteX43" fmla="*/ 65816 w 169333"/>
                <a:gd name="connsiteY43" fmla="*/ 221524 h 221524"/>
                <a:gd name="connsiteX44" fmla="*/ 95849 w 169333"/>
                <a:gd name="connsiteY44" fmla="*/ 221524 h 221524"/>
                <a:gd name="connsiteX45" fmla="*/ 102239 w 169333"/>
                <a:gd name="connsiteY45" fmla="*/ 215140 h 221524"/>
                <a:gd name="connsiteX46" fmla="*/ 102239 w 169333"/>
                <a:gd name="connsiteY46" fmla="*/ 79800 h 221524"/>
                <a:gd name="connsiteX47" fmla="*/ 122686 w 169333"/>
                <a:gd name="connsiteY47" fmla="*/ 79800 h 221524"/>
                <a:gd name="connsiteX48" fmla="*/ 122686 w 169333"/>
                <a:gd name="connsiteY48" fmla="*/ 88099 h 221524"/>
                <a:gd name="connsiteX49" fmla="*/ 129076 w 169333"/>
                <a:gd name="connsiteY49" fmla="*/ 94483 h 221524"/>
                <a:gd name="connsiteX50" fmla="*/ 162943 w 169333"/>
                <a:gd name="connsiteY50" fmla="*/ 94483 h 221524"/>
                <a:gd name="connsiteX51" fmla="*/ 169333 w 169333"/>
                <a:gd name="connsiteY51" fmla="*/ 88099 h 221524"/>
                <a:gd name="connsiteX52" fmla="*/ 169333 w 169333"/>
                <a:gd name="connsiteY52" fmla="*/ 13406 h 221524"/>
                <a:gd name="connsiteX53" fmla="*/ 162943 w 169333"/>
                <a:gd name="connsiteY53" fmla="*/ 7661 h 221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69333" h="221524">
                  <a:moveTo>
                    <a:pt x="156553" y="82353"/>
                  </a:moveTo>
                  <a:lnTo>
                    <a:pt x="135466" y="82353"/>
                  </a:lnTo>
                  <a:lnTo>
                    <a:pt x="135466" y="20429"/>
                  </a:lnTo>
                  <a:lnTo>
                    <a:pt x="156553" y="20429"/>
                  </a:lnTo>
                  <a:lnTo>
                    <a:pt x="156553" y="82353"/>
                  </a:lnTo>
                  <a:close/>
                  <a:moveTo>
                    <a:pt x="118853" y="67670"/>
                  </a:moveTo>
                  <a:lnTo>
                    <a:pt x="12140" y="67670"/>
                  </a:lnTo>
                  <a:lnTo>
                    <a:pt x="12140" y="58094"/>
                  </a:lnTo>
                  <a:cubicBezTo>
                    <a:pt x="23004" y="57456"/>
                    <a:pt x="33866" y="53625"/>
                    <a:pt x="42173" y="46603"/>
                  </a:cubicBezTo>
                  <a:cubicBezTo>
                    <a:pt x="45368" y="43411"/>
                    <a:pt x="47285" y="40219"/>
                    <a:pt x="48563" y="35750"/>
                  </a:cubicBezTo>
                  <a:lnTo>
                    <a:pt x="118853" y="35750"/>
                  </a:lnTo>
                  <a:lnTo>
                    <a:pt x="118853" y="67670"/>
                  </a:lnTo>
                  <a:close/>
                  <a:moveTo>
                    <a:pt x="88820" y="209395"/>
                  </a:moveTo>
                  <a:lnTo>
                    <a:pt x="71567" y="209395"/>
                  </a:lnTo>
                  <a:lnTo>
                    <a:pt x="71567" y="80438"/>
                  </a:lnTo>
                  <a:lnTo>
                    <a:pt x="88820" y="80438"/>
                  </a:lnTo>
                  <a:lnTo>
                    <a:pt x="88820" y="209395"/>
                  </a:lnTo>
                  <a:close/>
                  <a:moveTo>
                    <a:pt x="72206" y="12768"/>
                  </a:moveTo>
                  <a:lnTo>
                    <a:pt x="89459" y="12768"/>
                  </a:lnTo>
                  <a:lnTo>
                    <a:pt x="89459" y="22344"/>
                  </a:lnTo>
                  <a:lnTo>
                    <a:pt x="72206" y="22344"/>
                  </a:lnTo>
                  <a:lnTo>
                    <a:pt x="72206" y="12768"/>
                  </a:lnTo>
                  <a:close/>
                  <a:moveTo>
                    <a:pt x="162943" y="7661"/>
                  </a:moveTo>
                  <a:lnTo>
                    <a:pt x="129076" y="7661"/>
                  </a:lnTo>
                  <a:cubicBezTo>
                    <a:pt x="125243" y="7661"/>
                    <a:pt x="122686" y="10214"/>
                    <a:pt x="122686" y="14045"/>
                  </a:cubicBezTo>
                  <a:lnTo>
                    <a:pt x="122686" y="22344"/>
                  </a:lnTo>
                  <a:lnTo>
                    <a:pt x="102239" y="22344"/>
                  </a:lnTo>
                  <a:lnTo>
                    <a:pt x="102239" y="6384"/>
                  </a:lnTo>
                  <a:cubicBezTo>
                    <a:pt x="102239" y="2554"/>
                    <a:pt x="99683" y="0"/>
                    <a:pt x="95849" y="0"/>
                  </a:cubicBezTo>
                  <a:lnTo>
                    <a:pt x="65816" y="0"/>
                  </a:lnTo>
                  <a:cubicBezTo>
                    <a:pt x="61982" y="0"/>
                    <a:pt x="59426" y="2554"/>
                    <a:pt x="59426" y="6384"/>
                  </a:cubicBezTo>
                  <a:lnTo>
                    <a:pt x="59426" y="22344"/>
                  </a:lnTo>
                  <a:lnTo>
                    <a:pt x="43451" y="22344"/>
                  </a:lnTo>
                  <a:cubicBezTo>
                    <a:pt x="41535" y="22344"/>
                    <a:pt x="40256" y="22982"/>
                    <a:pt x="38978" y="24259"/>
                  </a:cubicBezTo>
                  <a:cubicBezTo>
                    <a:pt x="37700" y="25536"/>
                    <a:pt x="37061" y="26813"/>
                    <a:pt x="37061" y="28728"/>
                  </a:cubicBezTo>
                  <a:cubicBezTo>
                    <a:pt x="37061" y="31920"/>
                    <a:pt x="35783" y="34473"/>
                    <a:pt x="33866" y="37027"/>
                  </a:cubicBezTo>
                  <a:cubicBezTo>
                    <a:pt x="26837" y="44049"/>
                    <a:pt x="11501" y="44688"/>
                    <a:pt x="6390" y="44688"/>
                  </a:cubicBezTo>
                  <a:cubicBezTo>
                    <a:pt x="4473" y="44688"/>
                    <a:pt x="3195" y="45326"/>
                    <a:pt x="1917" y="46603"/>
                  </a:cubicBezTo>
                  <a:cubicBezTo>
                    <a:pt x="639" y="47880"/>
                    <a:pt x="0" y="49795"/>
                    <a:pt x="0" y="51072"/>
                  </a:cubicBezTo>
                  <a:lnTo>
                    <a:pt x="0" y="73416"/>
                  </a:lnTo>
                  <a:cubicBezTo>
                    <a:pt x="0" y="77246"/>
                    <a:pt x="2555" y="79800"/>
                    <a:pt x="6390" y="79800"/>
                  </a:cubicBezTo>
                  <a:lnTo>
                    <a:pt x="59426" y="79800"/>
                  </a:lnTo>
                  <a:lnTo>
                    <a:pt x="59426" y="215140"/>
                  </a:lnTo>
                  <a:cubicBezTo>
                    <a:pt x="59426" y="218971"/>
                    <a:pt x="61982" y="221524"/>
                    <a:pt x="65816" y="221524"/>
                  </a:cubicBezTo>
                  <a:lnTo>
                    <a:pt x="95849" y="221524"/>
                  </a:lnTo>
                  <a:cubicBezTo>
                    <a:pt x="99683" y="221524"/>
                    <a:pt x="102239" y="218971"/>
                    <a:pt x="102239" y="215140"/>
                  </a:cubicBezTo>
                  <a:lnTo>
                    <a:pt x="102239" y="79800"/>
                  </a:lnTo>
                  <a:lnTo>
                    <a:pt x="122686" y="79800"/>
                  </a:lnTo>
                  <a:lnTo>
                    <a:pt x="122686" y="88099"/>
                  </a:lnTo>
                  <a:cubicBezTo>
                    <a:pt x="122686" y="91929"/>
                    <a:pt x="125243" y="94483"/>
                    <a:pt x="129076" y="94483"/>
                  </a:cubicBezTo>
                  <a:lnTo>
                    <a:pt x="162943" y="94483"/>
                  </a:lnTo>
                  <a:cubicBezTo>
                    <a:pt x="166777" y="94483"/>
                    <a:pt x="169333" y="91929"/>
                    <a:pt x="169333" y="88099"/>
                  </a:cubicBezTo>
                  <a:lnTo>
                    <a:pt x="169333" y="13406"/>
                  </a:lnTo>
                  <a:cubicBezTo>
                    <a:pt x="169333" y="10853"/>
                    <a:pt x="166138" y="7661"/>
                    <a:pt x="162943" y="7661"/>
                  </a:cubicBezTo>
                </a:path>
              </a:pathLst>
            </a:custGeom>
            <a:solidFill>
              <a:srgbClr val="0076A8"/>
            </a:solidFill>
            <a:ln w="6390" cap="flat">
              <a:noFill/>
              <a:prstDash val="solid"/>
              <a:miter/>
            </a:ln>
          </p:spPr>
          <p:txBody>
            <a:bodyPr rtlCol="0" anchor="ctr"/>
            <a:lstStyle/>
            <a:p>
              <a:endParaRPr lang="en-US"/>
            </a:p>
          </p:txBody>
        </p:sp>
      </p:grpSp>
      <p:grpSp>
        <p:nvGrpSpPr>
          <p:cNvPr id="754" name="Graphic 4">
            <a:extLst>
              <a:ext uri="{FF2B5EF4-FFF2-40B4-BE49-F238E27FC236}">
                <a16:creationId xmlns:a16="http://schemas.microsoft.com/office/drawing/2014/main" id="{19DB97FB-022E-B248-9C1F-7CF5608ED48E}"/>
              </a:ext>
            </a:extLst>
          </p:cNvPr>
          <p:cNvGrpSpPr/>
          <p:nvPr/>
        </p:nvGrpSpPr>
        <p:grpSpPr>
          <a:xfrm>
            <a:off x="11372810" y="917540"/>
            <a:ext cx="361670" cy="361971"/>
            <a:chOff x="11372810" y="917540"/>
            <a:chExt cx="361670" cy="361971"/>
          </a:xfrm>
          <a:solidFill>
            <a:srgbClr val="0076A8"/>
          </a:solidFill>
        </p:grpSpPr>
        <p:sp>
          <p:nvSpPr>
            <p:cNvPr id="755" name="Graphic 4">
              <a:extLst>
                <a:ext uri="{FF2B5EF4-FFF2-40B4-BE49-F238E27FC236}">
                  <a16:creationId xmlns:a16="http://schemas.microsoft.com/office/drawing/2014/main" id="{06FF71AD-5F15-FA41-9E58-FE56821C4CE7}"/>
                </a:ext>
              </a:extLst>
            </p:cNvPr>
            <p:cNvSpPr/>
            <p:nvPr/>
          </p:nvSpPr>
          <p:spPr>
            <a:xfrm>
              <a:off x="11540865" y="1068202"/>
              <a:ext cx="17252" cy="128956"/>
            </a:xfrm>
            <a:custGeom>
              <a:avLst/>
              <a:gdLst>
                <a:gd name="connsiteX0" fmla="*/ 0 w 17252"/>
                <a:gd name="connsiteY0" fmla="*/ 0 h 128956"/>
                <a:gd name="connsiteX1" fmla="*/ 17252 w 17252"/>
                <a:gd name="connsiteY1" fmla="*/ 0 h 128956"/>
                <a:gd name="connsiteX2" fmla="*/ 17252 w 17252"/>
                <a:gd name="connsiteY2" fmla="*/ 128956 h 128956"/>
                <a:gd name="connsiteX3" fmla="*/ 0 w 17252"/>
                <a:gd name="connsiteY3" fmla="*/ 128956 h 128956"/>
              </a:gdLst>
              <a:ahLst/>
              <a:cxnLst>
                <a:cxn ang="0">
                  <a:pos x="connsiteX0" y="connsiteY0"/>
                </a:cxn>
                <a:cxn ang="0">
                  <a:pos x="connsiteX1" y="connsiteY1"/>
                </a:cxn>
                <a:cxn ang="0">
                  <a:pos x="connsiteX2" y="connsiteY2"/>
                </a:cxn>
                <a:cxn ang="0">
                  <a:pos x="connsiteX3" y="connsiteY3"/>
                </a:cxn>
              </a:cxnLst>
              <a:rect l="l" t="t" r="r" b="b"/>
              <a:pathLst>
                <a:path w="17252" h="128956">
                  <a:moveTo>
                    <a:pt x="0" y="0"/>
                  </a:moveTo>
                  <a:lnTo>
                    <a:pt x="17252" y="0"/>
                  </a:lnTo>
                  <a:lnTo>
                    <a:pt x="17252" y="128956"/>
                  </a:lnTo>
                  <a:lnTo>
                    <a:pt x="0" y="128956"/>
                  </a:lnTo>
                  <a:close/>
                </a:path>
              </a:pathLst>
            </a:custGeom>
            <a:solidFill>
              <a:srgbClr val="0076A8"/>
            </a:solidFill>
            <a:ln w="6390" cap="flat">
              <a:noFill/>
              <a:prstDash val="solid"/>
              <a:miter/>
            </a:ln>
          </p:spPr>
          <p:txBody>
            <a:bodyPr rtlCol="0" anchor="ctr"/>
            <a:lstStyle/>
            <a:p>
              <a:endParaRPr lang="en-US"/>
            </a:p>
          </p:txBody>
        </p:sp>
        <p:sp>
          <p:nvSpPr>
            <p:cNvPr id="756" name="Graphic 4">
              <a:extLst>
                <a:ext uri="{FF2B5EF4-FFF2-40B4-BE49-F238E27FC236}">
                  <a16:creationId xmlns:a16="http://schemas.microsoft.com/office/drawing/2014/main" id="{D22A57AB-B0F2-D74C-9278-24C76822E5D1}"/>
                </a:ext>
              </a:extLst>
            </p:cNvPr>
            <p:cNvSpPr/>
            <p:nvPr/>
          </p:nvSpPr>
          <p:spPr>
            <a:xfrm>
              <a:off x="11481439" y="1023514"/>
              <a:ext cx="106711" cy="32558"/>
            </a:xfrm>
            <a:custGeom>
              <a:avLst/>
              <a:gdLst>
                <a:gd name="connsiteX0" fmla="*/ 36422 w 106711"/>
                <a:gd name="connsiteY0" fmla="*/ 0 h 32558"/>
                <a:gd name="connsiteX1" fmla="*/ 30032 w 106711"/>
                <a:gd name="connsiteY1" fmla="*/ 10853 h 32558"/>
                <a:gd name="connsiteX2" fmla="*/ 0 w 106711"/>
                <a:gd name="connsiteY2" fmla="*/ 22344 h 32558"/>
                <a:gd name="connsiteX3" fmla="*/ 0 w 106711"/>
                <a:gd name="connsiteY3" fmla="*/ 32558 h 32558"/>
                <a:gd name="connsiteX4" fmla="*/ 106712 w 106711"/>
                <a:gd name="connsiteY4" fmla="*/ 32558 h 32558"/>
                <a:gd name="connsiteX5" fmla="*/ 106712 w 106711"/>
                <a:gd name="connsiteY5" fmla="*/ 638 h 32558"/>
                <a:gd name="connsiteX6" fmla="*/ 36422 w 106711"/>
                <a:gd name="connsiteY6" fmla="*/ 0 h 3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11" h="32558">
                  <a:moveTo>
                    <a:pt x="36422" y="0"/>
                  </a:moveTo>
                  <a:cubicBezTo>
                    <a:pt x="35145" y="3830"/>
                    <a:pt x="33227" y="7661"/>
                    <a:pt x="30032" y="10853"/>
                  </a:cubicBezTo>
                  <a:cubicBezTo>
                    <a:pt x="21725" y="17875"/>
                    <a:pt x="10863" y="21706"/>
                    <a:pt x="0" y="22344"/>
                  </a:cubicBezTo>
                  <a:lnTo>
                    <a:pt x="0" y="32558"/>
                  </a:lnTo>
                  <a:lnTo>
                    <a:pt x="106712" y="32558"/>
                  </a:lnTo>
                  <a:lnTo>
                    <a:pt x="106712" y="638"/>
                  </a:lnTo>
                  <a:lnTo>
                    <a:pt x="36422" y="0"/>
                  </a:lnTo>
                  <a:close/>
                </a:path>
              </a:pathLst>
            </a:custGeom>
            <a:solidFill>
              <a:srgbClr val="0076A8"/>
            </a:solidFill>
            <a:ln w="6390" cap="flat">
              <a:noFill/>
              <a:prstDash val="solid"/>
              <a:miter/>
            </a:ln>
          </p:spPr>
          <p:txBody>
            <a:bodyPr rtlCol="0" anchor="ctr"/>
            <a:lstStyle/>
            <a:p>
              <a:endParaRPr lang="en-US"/>
            </a:p>
          </p:txBody>
        </p:sp>
        <p:sp>
          <p:nvSpPr>
            <p:cNvPr id="757" name="Graphic 4">
              <a:extLst>
                <a:ext uri="{FF2B5EF4-FFF2-40B4-BE49-F238E27FC236}">
                  <a16:creationId xmlns:a16="http://schemas.microsoft.com/office/drawing/2014/main" id="{8F16B1B6-4264-7F47-BA8E-4C04E30B3F9F}"/>
                </a:ext>
              </a:extLst>
            </p:cNvPr>
            <p:cNvSpPr/>
            <p:nvPr/>
          </p:nvSpPr>
          <p:spPr>
            <a:xfrm>
              <a:off x="11540865" y="1001171"/>
              <a:ext cx="17252" cy="9575"/>
            </a:xfrm>
            <a:custGeom>
              <a:avLst/>
              <a:gdLst>
                <a:gd name="connsiteX0" fmla="*/ 0 w 17252"/>
                <a:gd name="connsiteY0" fmla="*/ 0 h 9575"/>
                <a:gd name="connsiteX1" fmla="*/ 17252 w 17252"/>
                <a:gd name="connsiteY1" fmla="*/ 0 h 9575"/>
                <a:gd name="connsiteX2" fmla="*/ 17252 w 17252"/>
                <a:gd name="connsiteY2" fmla="*/ 9576 h 9575"/>
                <a:gd name="connsiteX3" fmla="*/ 0 w 17252"/>
                <a:gd name="connsiteY3" fmla="*/ 9576 h 9575"/>
              </a:gdLst>
              <a:ahLst/>
              <a:cxnLst>
                <a:cxn ang="0">
                  <a:pos x="connsiteX0" y="connsiteY0"/>
                </a:cxn>
                <a:cxn ang="0">
                  <a:pos x="connsiteX1" y="connsiteY1"/>
                </a:cxn>
                <a:cxn ang="0">
                  <a:pos x="connsiteX2" y="connsiteY2"/>
                </a:cxn>
                <a:cxn ang="0">
                  <a:pos x="connsiteX3" y="connsiteY3"/>
                </a:cxn>
              </a:cxnLst>
              <a:rect l="l" t="t" r="r" b="b"/>
              <a:pathLst>
                <a:path w="17252" h="9575">
                  <a:moveTo>
                    <a:pt x="0" y="0"/>
                  </a:moveTo>
                  <a:lnTo>
                    <a:pt x="17252" y="0"/>
                  </a:lnTo>
                  <a:lnTo>
                    <a:pt x="17252" y="9576"/>
                  </a:lnTo>
                  <a:lnTo>
                    <a:pt x="0" y="9576"/>
                  </a:lnTo>
                  <a:close/>
                </a:path>
              </a:pathLst>
            </a:custGeom>
            <a:solidFill>
              <a:srgbClr val="0076A8"/>
            </a:solidFill>
            <a:ln w="6390" cap="flat">
              <a:noFill/>
              <a:prstDash val="solid"/>
              <a:miter/>
            </a:ln>
          </p:spPr>
          <p:txBody>
            <a:bodyPr rtlCol="0" anchor="ctr"/>
            <a:lstStyle/>
            <a:p>
              <a:endParaRPr lang="en-US"/>
            </a:p>
          </p:txBody>
        </p:sp>
        <p:sp>
          <p:nvSpPr>
            <p:cNvPr id="758" name="Graphic 4">
              <a:extLst>
                <a:ext uri="{FF2B5EF4-FFF2-40B4-BE49-F238E27FC236}">
                  <a16:creationId xmlns:a16="http://schemas.microsoft.com/office/drawing/2014/main" id="{52BC796E-F681-DD43-8FC9-56BDAF5B4C38}"/>
                </a:ext>
              </a:extLst>
            </p:cNvPr>
            <p:cNvSpPr/>
            <p:nvPr/>
          </p:nvSpPr>
          <p:spPr>
            <a:xfrm>
              <a:off x="11372810" y="917540"/>
              <a:ext cx="361670" cy="361971"/>
            </a:xfrm>
            <a:custGeom>
              <a:avLst/>
              <a:gdLst>
                <a:gd name="connsiteX0" fmla="*/ 265182 w 361670"/>
                <a:gd name="connsiteY0" fmla="*/ 158961 h 361971"/>
                <a:gd name="connsiteX1" fmla="*/ 258792 w 361670"/>
                <a:gd name="connsiteY1" fmla="*/ 165345 h 361971"/>
                <a:gd name="connsiteX2" fmla="*/ 224925 w 361670"/>
                <a:gd name="connsiteY2" fmla="*/ 165345 h 361971"/>
                <a:gd name="connsiteX3" fmla="*/ 218536 w 361670"/>
                <a:gd name="connsiteY3" fmla="*/ 158961 h 361971"/>
                <a:gd name="connsiteX4" fmla="*/ 218536 w 361670"/>
                <a:gd name="connsiteY4" fmla="*/ 150662 h 361971"/>
                <a:gd name="connsiteX5" fmla="*/ 198088 w 361670"/>
                <a:gd name="connsiteY5" fmla="*/ 150662 h 361971"/>
                <a:gd name="connsiteX6" fmla="*/ 198088 w 361670"/>
                <a:gd name="connsiteY6" fmla="*/ 286002 h 361971"/>
                <a:gd name="connsiteX7" fmla="*/ 191698 w 361670"/>
                <a:gd name="connsiteY7" fmla="*/ 292386 h 361971"/>
                <a:gd name="connsiteX8" fmla="*/ 161665 w 361670"/>
                <a:gd name="connsiteY8" fmla="*/ 292386 h 361971"/>
                <a:gd name="connsiteX9" fmla="*/ 155275 w 361670"/>
                <a:gd name="connsiteY9" fmla="*/ 286002 h 361971"/>
                <a:gd name="connsiteX10" fmla="*/ 155275 w 361670"/>
                <a:gd name="connsiteY10" fmla="*/ 150662 h 361971"/>
                <a:gd name="connsiteX11" fmla="*/ 102239 w 361670"/>
                <a:gd name="connsiteY11" fmla="*/ 150662 h 361971"/>
                <a:gd name="connsiteX12" fmla="*/ 95849 w 361670"/>
                <a:gd name="connsiteY12" fmla="*/ 144278 h 361971"/>
                <a:gd name="connsiteX13" fmla="*/ 95849 w 361670"/>
                <a:gd name="connsiteY13" fmla="*/ 121934 h 361971"/>
                <a:gd name="connsiteX14" fmla="*/ 97766 w 361670"/>
                <a:gd name="connsiteY14" fmla="*/ 117465 h 361971"/>
                <a:gd name="connsiteX15" fmla="*/ 102239 w 361670"/>
                <a:gd name="connsiteY15" fmla="*/ 115550 h 361971"/>
                <a:gd name="connsiteX16" fmla="*/ 129715 w 361670"/>
                <a:gd name="connsiteY16" fmla="*/ 107889 h 361971"/>
                <a:gd name="connsiteX17" fmla="*/ 132910 w 361670"/>
                <a:gd name="connsiteY17" fmla="*/ 99590 h 361971"/>
                <a:gd name="connsiteX18" fmla="*/ 139300 w 361670"/>
                <a:gd name="connsiteY18" fmla="*/ 93206 h 361971"/>
                <a:gd name="connsiteX19" fmla="*/ 155275 w 361670"/>
                <a:gd name="connsiteY19" fmla="*/ 93206 h 361971"/>
                <a:gd name="connsiteX20" fmla="*/ 155275 w 361670"/>
                <a:gd name="connsiteY20" fmla="*/ 77246 h 361971"/>
                <a:gd name="connsiteX21" fmla="*/ 161665 w 361670"/>
                <a:gd name="connsiteY21" fmla="*/ 70862 h 361971"/>
                <a:gd name="connsiteX22" fmla="*/ 191698 w 361670"/>
                <a:gd name="connsiteY22" fmla="*/ 70862 h 361971"/>
                <a:gd name="connsiteX23" fmla="*/ 198088 w 361670"/>
                <a:gd name="connsiteY23" fmla="*/ 77246 h 361971"/>
                <a:gd name="connsiteX24" fmla="*/ 198088 w 361670"/>
                <a:gd name="connsiteY24" fmla="*/ 93206 h 361971"/>
                <a:gd name="connsiteX25" fmla="*/ 218536 w 361670"/>
                <a:gd name="connsiteY25" fmla="*/ 93206 h 361971"/>
                <a:gd name="connsiteX26" fmla="*/ 218536 w 361670"/>
                <a:gd name="connsiteY26" fmla="*/ 84907 h 361971"/>
                <a:gd name="connsiteX27" fmla="*/ 224925 w 361670"/>
                <a:gd name="connsiteY27" fmla="*/ 78523 h 361971"/>
                <a:gd name="connsiteX28" fmla="*/ 258792 w 361670"/>
                <a:gd name="connsiteY28" fmla="*/ 78523 h 361971"/>
                <a:gd name="connsiteX29" fmla="*/ 265182 w 361670"/>
                <a:gd name="connsiteY29" fmla="*/ 84907 h 361971"/>
                <a:gd name="connsiteX30" fmla="*/ 265182 w 361670"/>
                <a:gd name="connsiteY30" fmla="*/ 158961 h 361971"/>
                <a:gd name="connsiteX31" fmla="*/ 180835 w 361670"/>
                <a:gd name="connsiteY31" fmla="*/ 0 h 361971"/>
                <a:gd name="connsiteX32" fmla="*/ 0 w 361670"/>
                <a:gd name="connsiteY32" fmla="*/ 180667 h 361971"/>
                <a:gd name="connsiteX33" fmla="*/ 180835 w 361670"/>
                <a:gd name="connsiteY33" fmla="*/ 361972 h 361971"/>
                <a:gd name="connsiteX34" fmla="*/ 361670 w 361670"/>
                <a:gd name="connsiteY34" fmla="*/ 181305 h 361971"/>
                <a:gd name="connsiteX35" fmla="*/ 361670 w 361670"/>
                <a:gd name="connsiteY35" fmla="*/ 181305 h 361971"/>
                <a:gd name="connsiteX36" fmla="*/ 180835 w 361670"/>
                <a:gd name="connsiteY36"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1670" h="361971">
                  <a:moveTo>
                    <a:pt x="265182" y="158961"/>
                  </a:moveTo>
                  <a:cubicBezTo>
                    <a:pt x="265182" y="162792"/>
                    <a:pt x="262626" y="165345"/>
                    <a:pt x="258792" y="165345"/>
                  </a:cubicBezTo>
                  <a:lnTo>
                    <a:pt x="224925" y="165345"/>
                  </a:lnTo>
                  <a:cubicBezTo>
                    <a:pt x="221092" y="165345"/>
                    <a:pt x="218536" y="162792"/>
                    <a:pt x="218536" y="158961"/>
                  </a:cubicBezTo>
                  <a:lnTo>
                    <a:pt x="218536" y="150662"/>
                  </a:lnTo>
                  <a:lnTo>
                    <a:pt x="198088" y="150662"/>
                  </a:lnTo>
                  <a:lnTo>
                    <a:pt x="198088" y="286002"/>
                  </a:lnTo>
                  <a:cubicBezTo>
                    <a:pt x="198088" y="289833"/>
                    <a:pt x="195532" y="292386"/>
                    <a:pt x="191698" y="292386"/>
                  </a:cubicBezTo>
                  <a:lnTo>
                    <a:pt x="161665" y="292386"/>
                  </a:lnTo>
                  <a:cubicBezTo>
                    <a:pt x="157831" y="292386"/>
                    <a:pt x="155275" y="289833"/>
                    <a:pt x="155275" y="286002"/>
                  </a:cubicBezTo>
                  <a:lnTo>
                    <a:pt x="155275" y="150662"/>
                  </a:lnTo>
                  <a:lnTo>
                    <a:pt x="102239" y="150662"/>
                  </a:lnTo>
                  <a:cubicBezTo>
                    <a:pt x="98404" y="150662"/>
                    <a:pt x="95849" y="148108"/>
                    <a:pt x="95849" y="144278"/>
                  </a:cubicBezTo>
                  <a:lnTo>
                    <a:pt x="95849" y="121934"/>
                  </a:lnTo>
                  <a:cubicBezTo>
                    <a:pt x="95849" y="120019"/>
                    <a:pt x="96488" y="118742"/>
                    <a:pt x="97766" y="117465"/>
                  </a:cubicBezTo>
                  <a:cubicBezTo>
                    <a:pt x="99044" y="116188"/>
                    <a:pt x="100322" y="115550"/>
                    <a:pt x="102239" y="115550"/>
                  </a:cubicBezTo>
                  <a:cubicBezTo>
                    <a:pt x="107350" y="115550"/>
                    <a:pt x="122686" y="114273"/>
                    <a:pt x="129715" y="107889"/>
                  </a:cubicBezTo>
                  <a:cubicBezTo>
                    <a:pt x="131633" y="105974"/>
                    <a:pt x="132910" y="102782"/>
                    <a:pt x="132910" y="99590"/>
                  </a:cubicBezTo>
                  <a:cubicBezTo>
                    <a:pt x="132910" y="95760"/>
                    <a:pt x="135466" y="93206"/>
                    <a:pt x="139300" y="93206"/>
                  </a:cubicBezTo>
                  <a:lnTo>
                    <a:pt x="155275" y="93206"/>
                  </a:lnTo>
                  <a:lnTo>
                    <a:pt x="155275" y="77246"/>
                  </a:lnTo>
                  <a:cubicBezTo>
                    <a:pt x="155275" y="73416"/>
                    <a:pt x="157831" y="70862"/>
                    <a:pt x="161665" y="70862"/>
                  </a:cubicBezTo>
                  <a:lnTo>
                    <a:pt x="191698" y="70862"/>
                  </a:lnTo>
                  <a:cubicBezTo>
                    <a:pt x="195532" y="70862"/>
                    <a:pt x="198088" y="73416"/>
                    <a:pt x="198088" y="77246"/>
                  </a:cubicBezTo>
                  <a:lnTo>
                    <a:pt x="198088" y="93206"/>
                  </a:lnTo>
                  <a:lnTo>
                    <a:pt x="218536" y="93206"/>
                  </a:lnTo>
                  <a:lnTo>
                    <a:pt x="218536" y="84907"/>
                  </a:lnTo>
                  <a:cubicBezTo>
                    <a:pt x="218536" y="81077"/>
                    <a:pt x="221092" y="78523"/>
                    <a:pt x="224925" y="78523"/>
                  </a:cubicBezTo>
                  <a:lnTo>
                    <a:pt x="258792" y="78523"/>
                  </a:lnTo>
                  <a:cubicBezTo>
                    <a:pt x="262626" y="78523"/>
                    <a:pt x="265182" y="81077"/>
                    <a:pt x="265182" y="84907"/>
                  </a:cubicBezTo>
                  <a:lnTo>
                    <a:pt x="265182" y="158961"/>
                  </a:lnTo>
                  <a:close/>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1670" y="81077"/>
                    <a:pt x="280518" y="638"/>
                    <a:pt x="180835" y="0"/>
                  </a:cubicBezTo>
                </a:path>
              </a:pathLst>
            </a:custGeom>
            <a:solidFill>
              <a:srgbClr val="0076A8"/>
            </a:solidFill>
            <a:ln w="6390" cap="flat">
              <a:noFill/>
              <a:prstDash val="solid"/>
              <a:miter/>
            </a:ln>
          </p:spPr>
          <p:txBody>
            <a:bodyPr rtlCol="0" anchor="ctr"/>
            <a:lstStyle/>
            <a:p>
              <a:endParaRPr lang="en-US"/>
            </a:p>
          </p:txBody>
        </p:sp>
        <p:sp>
          <p:nvSpPr>
            <p:cNvPr id="759" name="Graphic 4">
              <a:extLst>
                <a:ext uri="{FF2B5EF4-FFF2-40B4-BE49-F238E27FC236}">
                  <a16:creationId xmlns:a16="http://schemas.microsoft.com/office/drawing/2014/main" id="{9281AFF6-9523-B741-85D6-E58590BFEC4E}"/>
                </a:ext>
              </a:extLst>
            </p:cNvPr>
            <p:cNvSpPr/>
            <p:nvPr/>
          </p:nvSpPr>
          <p:spPr>
            <a:xfrm>
              <a:off x="11604125" y="1008193"/>
              <a:ext cx="21086" cy="61924"/>
            </a:xfrm>
            <a:custGeom>
              <a:avLst/>
              <a:gdLst>
                <a:gd name="connsiteX0" fmla="*/ 0 w 21086"/>
                <a:gd name="connsiteY0" fmla="*/ 0 h 61924"/>
                <a:gd name="connsiteX1" fmla="*/ 21087 w 21086"/>
                <a:gd name="connsiteY1" fmla="*/ 0 h 61924"/>
                <a:gd name="connsiteX2" fmla="*/ 21087 w 21086"/>
                <a:gd name="connsiteY2" fmla="*/ 61925 h 61924"/>
                <a:gd name="connsiteX3" fmla="*/ 0 w 21086"/>
                <a:gd name="connsiteY3" fmla="*/ 61925 h 61924"/>
              </a:gdLst>
              <a:ahLst/>
              <a:cxnLst>
                <a:cxn ang="0">
                  <a:pos x="connsiteX0" y="connsiteY0"/>
                </a:cxn>
                <a:cxn ang="0">
                  <a:pos x="connsiteX1" y="connsiteY1"/>
                </a:cxn>
                <a:cxn ang="0">
                  <a:pos x="connsiteX2" y="connsiteY2"/>
                </a:cxn>
                <a:cxn ang="0">
                  <a:pos x="connsiteX3" y="connsiteY3"/>
                </a:cxn>
              </a:cxnLst>
              <a:rect l="l" t="t" r="r" b="b"/>
              <a:pathLst>
                <a:path w="21086" h="61924">
                  <a:moveTo>
                    <a:pt x="0" y="0"/>
                  </a:moveTo>
                  <a:lnTo>
                    <a:pt x="21087" y="0"/>
                  </a:lnTo>
                  <a:lnTo>
                    <a:pt x="21087" y="61925"/>
                  </a:lnTo>
                  <a:lnTo>
                    <a:pt x="0" y="61925"/>
                  </a:lnTo>
                  <a:close/>
                </a:path>
              </a:pathLst>
            </a:custGeom>
            <a:solidFill>
              <a:srgbClr val="0076A8"/>
            </a:solidFill>
            <a:ln w="6390" cap="flat">
              <a:noFill/>
              <a:prstDash val="solid"/>
              <a:miter/>
            </a:ln>
          </p:spPr>
          <p:txBody>
            <a:bodyPr rtlCol="0" anchor="ctr"/>
            <a:lstStyle/>
            <a:p>
              <a:endParaRPr lang="en-US"/>
            </a:p>
          </p:txBody>
        </p:sp>
      </p:grpSp>
      <p:grpSp>
        <p:nvGrpSpPr>
          <p:cNvPr id="760" name="Graphic 4">
            <a:extLst>
              <a:ext uri="{FF2B5EF4-FFF2-40B4-BE49-F238E27FC236}">
                <a16:creationId xmlns:a16="http://schemas.microsoft.com/office/drawing/2014/main" id="{D79AF657-FD23-254A-B0F7-85855823D219}"/>
              </a:ext>
            </a:extLst>
          </p:cNvPr>
          <p:cNvGrpSpPr/>
          <p:nvPr/>
        </p:nvGrpSpPr>
        <p:grpSpPr>
          <a:xfrm>
            <a:off x="10934460" y="1402085"/>
            <a:ext cx="361671" cy="361971"/>
            <a:chOff x="10934460" y="1402085"/>
            <a:chExt cx="361671" cy="361971"/>
          </a:xfrm>
          <a:solidFill>
            <a:srgbClr val="0076A8"/>
          </a:solidFill>
        </p:grpSpPr>
        <p:sp>
          <p:nvSpPr>
            <p:cNvPr id="761" name="Graphic 4">
              <a:extLst>
                <a:ext uri="{FF2B5EF4-FFF2-40B4-BE49-F238E27FC236}">
                  <a16:creationId xmlns:a16="http://schemas.microsoft.com/office/drawing/2014/main" id="{BAEE463C-EE9F-EB4B-8657-DC226805DD4C}"/>
                </a:ext>
              </a:extLst>
            </p:cNvPr>
            <p:cNvSpPr/>
            <p:nvPr/>
          </p:nvSpPr>
          <p:spPr>
            <a:xfrm>
              <a:off x="10934460" y="1402085"/>
              <a:ext cx="361671" cy="361971"/>
            </a:xfrm>
            <a:custGeom>
              <a:avLst/>
              <a:gdLst>
                <a:gd name="connsiteX0" fmla="*/ 180836 w 361671"/>
                <a:gd name="connsiteY0" fmla="*/ 349204 h 361971"/>
                <a:gd name="connsiteX1" fmla="*/ 12780 w 361671"/>
                <a:gd name="connsiteY1" fmla="*/ 181305 h 361971"/>
                <a:gd name="connsiteX2" fmla="*/ 180836 w 361671"/>
                <a:gd name="connsiteY2" fmla="*/ 12768 h 361971"/>
                <a:gd name="connsiteX3" fmla="*/ 348891 w 361671"/>
                <a:gd name="connsiteY3" fmla="*/ 180667 h 361971"/>
                <a:gd name="connsiteX4" fmla="*/ 348891 w 361671"/>
                <a:gd name="connsiteY4" fmla="*/ 180667 h 361971"/>
                <a:gd name="connsiteX5" fmla="*/ 180836 w 361671"/>
                <a:gd name="connsiteY5" fmla="*/ 349204 h 361971"/>
                <a:gd name="connsiteX6" fmla="*/ 180836 w 361671"/>
                <a:gd name="connsiteY6" fmla="*/ 0 h 361971"/>
                <a:gd name="connsiteX7" fmla="*/ 0 w 361671"/>
                <a:gd name="connsiteY7" fmla="*/ 180667 h 361971"/>
                <a:gd name="connsiteX8" fmla="*/ 180836 w 361671"/>
                <a:gd name="connsiteY8" fmla="*/ 361972 h 361971"/>
                <a:gd name="connsiteX9" fmla="*/ 361671 w 361671"/>
                <a:gd name="connsiteY9" fmla="*/ 181305 h 361971"/>
                <a:gd name="connsiteX10" fmla="*/ 361671 w 361671"/>
                <a:gd name="connsiteY10" fmla="*/ 181305 h 361971"/>
                <a:gd name="connsiteX11" fmla="*/ 180836 w 361671"/>
                <a:gd name="connsiteY11" fmla="*/ 0 h 361971"/>
                <a:gd name="connsiteX12" fmla="*/ 180836 w 361671"/>
                <a:gd name="connsiteY12"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1" h="361971">
                  <a:moveTo>
                    <a:pt x="180836" y="349204"/>
                  </a:moveTo>
                  <a:cubicBezTo>
                    <a:pt x="87543" y="349204"/>
                    <a:pt x="12780" y="273873"/>
                    <a:pt x="12780" y="181305"/>
                  </a:cubicBezTo>
                  <a:cubicBezTo>
                    <a:pt x="12780" y="88099"/>
                    <a:pt x="88181" y="12768"/>
                    <a:pt x="180836" y="12768"/>
                  </a:cubicBezTo>
                  <a:cubicBezTo>
                    <a:pt x="274128" y="12768"/>
                    <a:pt x="348891" y="88099"/>
                    <a:pt x="348891" y="180667"/>
                  </a:cubicBezTo>
                  <a:lnTo>
                    <a:pt x="348891" y="180667"/>
                  </a:lnTo>
                  <a:cubicBezTo>
                    <a:pt x="348891" y="273873"/>
                    <a:pt x="273490" y="349204"/>
                    <a:pt x="180836" y="349204"/>
                  </a:cubicBezTo>
                  <a:moveTo>
                    <a:pt x="180836" y="0"/>
                  </a:moveTo>
                  <a:cubicBezTo>
                    <a:pt x="80514" y="0"/>
                    <a:pt x="0" y="81077"/>
                    <a:pt x="0" y="180667"/>
                  </a:cubicBezTo>
                  <a:cubicBezTo>
                    <a:pt x="0" y="280257"/>
                    <a:pt x="81153" y="361972"/>
                    <a:pt x="180836" y="361972"/>
                  </a:cubicBezTo>
                  <a:cubicBezTo>
                    <a:pt x="281157" y="361972"/>
                    <a:pt x="361671" y="280895"/>
                    <a:pt x="361671" y="181305"/>
                  </a:cubicBezTo>
                  <a:cubicBezTo>
                    <a:pt x="361671" y="181305"/>
                    <a:pt x="361671" y="181305"/>
                    <a:pt x="361671" y="181305"/>
                  </a:cubicBezTo>
                  <a:cubicBezTo>
                    <a:pt x="361671" y="81077"/>
                    <a:pt x="281157" y="0"/>
                    <a:pt x="180836" y="0"/>
                  </a:cubicBezTo>
                  <a:cubicBezTo>
                    <a:pt x="180836" y="0"/>
                    <a:pt x="180836" y="0"/>
                    <a:pt x="180836" y="0"/>
                  </a:cubicBezTo>
                </a:path>
              </a:pathLst>
            </a:custGeom>
            <a:solidFill>
              <a:srgbClr val="0076A8"/>
            </a:solidFill>
            <a:ln w="6390" cap="flat">
              <a:noFill/>
              <a:prstDash val="solid"/>
              <a:miter/>
            </a:ln>
          </p:spPr>
          <p:txBody>
            <a:bodyPr rtlCol="0" anchor="ctr"/>
            <a:lstStyle/>
            <a:p>
              <a:endParaRPr lang="en-US"/>
            </a:p>
          </p:txBody>
        </p:sp>
        <p:sp>
          <p:nvSpPr>
            <p:cNvPr id="762" name="Graphic 4">
              <a:extLst>
                <a:ext uri="{FF2B5EF4-FFF2-40B4-BE49-F238E27FC236}">
                  <a16:creationId xmlns:a16="http://schemas.microsoft.com/office/drawing/2014/main" id="{3E9C0CA0-1FE4-7F43-B491-09208DDB3025}"/>
                </a:ext>
              </a:extLst>
            </p:cNvPr>
            <p:cNvSpPr/>
            <p:nvPr/>
          </p:nvSpPr>
          <p:spPr>
            <a:xfrm>
              <a:off x="11000117" y="1485076"/>
              <a:ext cx="228440" cy="197265"/>
            </a:xfrm>
            <a:custGeom>
              <a:avLst/>
              <a:gdLst>
                <a:gd name="connsiteX0" fmla="*/ 216140 w 228440"/>
                <a:gd name="connsiteY0" fmla="*/ 152577 h 197265"/>
                <a:gd name="connsiteX1" fmla="*/ 203360 w 228440"/>
                <a:gd name="connsiteY1" fmla="*/ 178752 h 197265"/>
                <a:gd name="connsiteX2" fmla="*/ 115179 w 228440"/>
                <a:gd name="connsiteY2" fmla="*/ 184497 h 197265"/>
                <a:gd name="connsiteX3" fmla="*/ 114540 w 228440"/>
                <a:gd name="connsiteY3" fmla="*/ 184497 h 197265"/>
                <a:gd name="connsiteX4" fmla="*/ 26358 w 228440"/>
                <a:gd name="connsiteY4" fmla="*/ 178752 h 197265"/>
                <a:gd name="connsiteX5" fmla="*/ 13578 w 228440"/>
                <a:gd name="connsiteY5" fmla="*/ 152577 h 197265"/>
                <a:gd name="connsiteX6" fmla="*/ 13578 w 228440"/>
                <a:gd name="connsiteY6" fmla="*/ 137256 h 197265"/>
                <a:gd name="connsiteX7" fmla="*/ 23163 w 228440"/>
                <a:gd name="connsiteY7" fmla="*/ 134064 h 197265"/>
                <a:gd name="connsiteX8" fmla="*/ 23163 w 228440"/>
                <a:gd name="connsiteY8" fmla="*/ 137256 h 197265"/>
                <a:gd name="connsiteX9" fmla="*/ 24442 w 228440"/>
                <a:gd name="connsiteY9" fmla="*/ 141086 h 197265"/>
                <a:gd name="connsiteX10" fmla="*/ 114540 w 228440"/>
                <a:gd name="connsiteY10" fmla="*/ 160876 h 197265"/>
                <a:gd name="connsiteX11" fmla="*/ 202720 w 228440"/>
                <a:gd name="connsiteY11" fmla="*/ 143001 h 197265"/>
                <a:gd name="connsiteX12" fmla="*/ 205915 w 228440"/>
                <a:gd name="connsiteY12" fmla="*/ 137894 h 197265"/>
                <a:gd name="connsiteX13" fmla="*/ 205915 w 228440"/>
                <a:gd name="connsiteY13" fmla="*/ 134064 h 197265"/>
                <a:gd name="connsiteX14" fmla="*/ 216140 w 228440"/>
                <a:gd name="connsiteY14" fmla="*/ 137256 h 197265"/>
                <a:gd name="connsiteX15" fmla="*/ 216140 w 228440"/>
                <a:gd name="connsiteY15" fmla="*/ 152577 h 197265"/>
                <a:gd name="connsiteX16" fmla="*/ 36582 w 228440"/>
                <a:gd name="connsiteY16" fmla="*/ 109804 h 197265"/>
                <a:gd name="connsiteX17" fmla="*/ 54474 w 228440"/>
                <a:gd name="connsiteY17" fmla="*/ 56179 h 197265"/>
                <a:gd name="connsiteX18" fmla="*/ 54474 w 228440"/>
                <a:gd name="connsiteY18" fmla="*/ 102144 h 197265"/>
                <a:gd name="connsiteX19" fmla="*/ 60864 w 228440"/>
                <a:gd name="connsiteY19" fmla="*/ 108528 h 197265"/>
                <a:gd name="connsiteX20" fmla="*/ 67254 w 228440"/>
                <a:gd name="connsiteY20" fmla="*/ 102144 h 197265"/>
                <a:gd name="connsiteX21" fmla="*/ 67254 w 228440"/>
                <a:gd name="connsiteY21" fmla="*/ 33835 h 197265"/>
                <a:gd name="connsiteX22" fmla="*/ 71727 w 228440"/>
                <a:gd name="connsiteY22" fmla="*/ 31281 h 197265"/>
                <a:gd name="connsiteX23" fmla="*/ 92814 w 228440"/>
                <a:gd name="connsiteY23" fmla="*/ 22344 h 197265"/>
                <a:gd name="connsiteX24" fmla="*/ 92814 w 228440"/>
                <a:gd name="connsiteY24" fmla="*/ 55541 h 197265"/>
                <a:gd name="connsiteX25" fmla="*/ 87702 w 228440"/>
                <a:gd name="connsiteY25" fmla="*/ 63840 h 197265"/>
                <a:gd name="connsiteX26" fmla="*/ 88980 w 228440"/>
                <a:gd name="connsiteY26" fmla="*/ 72777 h 197265"/>
                <a:gd name="connsiteX27" fmla="*/ 97926 w 228440"/>
                <a:gd name="connsiteY27" fmla="*/ 71501 h 197265"/>
                <a:gd name="connsiteX28" fmla="*/ 98565 w 228440"/>
                <a:gd name="connsiteY28" fmla="*/ 70862 h 197265"/>
                <a:gd name="connsiteX29" fmla="*/ 104955 w 228440"/>
                <a:gd name="connsiteY29" fmla="*/ 61286 h 197265"/>
                <a:gd name="connsiteX30" fmla="*/ 106233 w 228440"/>
                <a:gd name="connsiteY30" fmla="*/ 58094 h 197265"/>
                <a:gd name="connsiteX31" fmla="*/ 106233 w 228440"/>
                <a:gd name="connsiteY31" fmla="*/ 12768 h 197265"/>
                <a:gd name="connsiteX32" fmla="*/ 124125 w 228440"/>
                <a:gd name="connsiteY32" fmla="*/ 12768 h 197265"/>
                <a:gd name="connsiteX33" fmla="*/ 124125 w 228440"/>
                <a:gd name="connsiteY33" fmla="*/ 58094 h 197265"/>
                <a:gd name="connsiteX34" fmla="*/ 124763 w 228440"/>
                <a:gd name="connsiteY34" fmla="*/ 61286 h 197265"/>
                <a:gd name="connsiteX35" fmla="*/ 130515 w 228440"/>
                <a:gd name="connsiteY35" fmla="*/ 70862 h 197265"/>
                <a:gd name="connsiteX36" fmla="*/ 130515 w 228440"/>
                <a:gd name="connsiteY36" fmla="*/ 70862 h 197265"/>
                <a:gd name="connsiteX37" fmla="*/ 131792 w 228440"/>
                <a:gd name="connsiteY37" fmla="*/ 72777 h 197265"/>
                <a:gd name="connsiteX38" fmla="*/ 132431 w 228440"/>
                <a:gd name="connsiteY38" fmla="*/ 73416 h 197265"/>
                <a:gd name="connsiteX39" fmla="*/ 134348 w 228440"/>
                <a:gd name="connsiteY39" fmla="*/ 74054 h 197265"/>
                <a:gd name="connsiteX40" fmla="*/ 134348 w 228440"/>
                <a:gd name="connsiteY40" fmla="*/ 74054 h 197265"/>
                <a:gd name="connsiteX41" fmla="*/ 135626 w 228440"/>
                <a:gd name="connsiteY41" fmla="*/ 74054 h 197265"/>
                <a:gd name="connsiteX42" fmla="*/ 136905 w 228440"/>
                <a:gd name="connsiteY42" fmla="*/ 74054 h 197265"/>
                <a:gd name="connsiteX43" fmla="*/ 138821 w 228440"/>
                <a:gd name="connsiteY43" fmla="*/ 73416 h 197265"/>
                <a:gd name="connsiteX44" fmla="*/ 140738 w 228440"/>
                <a:gd name="connsiteY44" fmla="*/ 64478 h 197265"/>
                <a:gd name="connsiteX45" fmla="*/ 135626 w 228440"/>
                <a:gd name="connsiteY45" fmla="*/ 56179 h 197265"/>
                <a:gd name="connsiteX46" fmla="*/ 135626 w 228440"/>
                <a:gd name="connsiteY46" fmla="*/ 22982 h 197265"/>
                <a:gd name="connsiteX47" fmla="*/ 156713 w 228440"/>
                <a:gd name="connsiteY47" fmla="*/ 31920 h 197265"/>
                <a:gd name="connsiteX48" fmla="*/ 161186 w 228440"/>
                <a:gd name="connsiteY48" fmla="*/ 34473 h 197265"/>
                <a:gd name="connsiteX49" fmla="*/ 161186 w 228440"/>
                <a:gd name="connsiteY49" fmla="*/ 102144 h 197265"/>
                <a:gd name="connsiteX50" fmla="*/ 167576 w 228440"/>
                <a:gd name="connsiteY50" fmla="*/ 108528 h 197265"/>
                <a:gd name="connsiteX51" fmla="*/ 173966 w 228440"/>
                <a:gd name="connsiteY51" fmla="*/ 102144 h 197265"/>
                <a:gd name="connsiteX52" fmla="*/ 173966 w 228440"/>
                <a:gd name="connsiteY52" fmla="*/ 55541 h 197265"/>
                <a:gd name="connsiteX53" fmla="*/ 191858 w 228440"/>
                <a:gd name="connsiteY53" fmla="*/ 109166 h 197265"/>
                <a:gd name="connsiteX54" fmla="*/ 191858 w 228440"/>
                <a:gd name="connsiteY54" fmla="*/ 133425 h 197265"/>
                <a:gd name="connsiteX55" fmla="*/ 113261 w 228440"/>
                <a:gd name="connsiteY55" fmla="*/ 146832 h 197265"/>
                <a:gd name="connsiteX56" fmla="*/ 35304 w 228440"/>
                <a:gd name="connsiteY56" fmla="*/ 133425 h 197265"/>
                <a:gd name="connsiteX57" fmla="*/ 36582 w 228440"/>
                <a:gd name="connsiteY57" fmla="*/ 109804 h 197265"/>
                <a:gd name="connsiteX58" fmla="*/ 223808 w 228440"/>
                <a:gd name="connsiteY58" fmla="*/ 125764 h 197265"/>
                <a:gd name="connsiteX59" fmla="*/ 205915 w 228440"/>
                <a:gd name="connsiteY59" fmla="*/ 120657 h 197265"/>
                <a:gd name="connsiteX60" fmla="*/ 205915 w 228440"/>
                <a:gd name="connsiteY60" fmla="*/ 109804 h 197265"/>
                <a:gd name="connsiteX61" fmla="*/ 175244 w 228440"/>
                <a:gd name="connsiteY61" fmla="*/ 35112 h 197265"/>
                <a:gd name="connsiteX62" fmla="*/ 175244 w 228440"/>
                <a:gd name="connsiteY62" fmla="*/ 30005 h 197265"/>
                <a:gd name="connsiteX63" fmla="*/ 171410 w 228440"/>
                <a:gd name="connsiteY63" fmla="*/ 24259 h 197265"/>
                <a:gd name="connsiteX64" fmla="*/ 163103 w 228440"/>
                <a:gd name="connsiteY64" fmla="*/ 20429 h 197265"/>
                <a:gd name="connsiteX65" fmla="*/ 136266 w 228440"/>
                <a:gd name="connsiteY65" fmla="*/ 9576 h 197265"/>
                <a:gd name="connsiteX66" fmla="*/ 136266 w 228440"/>
                <a:gd name="connsiteY66" fmla="*/ 6384 h 197265"/>
                <a:gd name="connsiteX67" fmla="*/ 129876 w 228440"/>
                <a:gd name="connsiteY67" fmla="*/ 0 h 197265"/>
                <a:gd name="connsiteX68" fmla="*/ 99204 w 228440"/>
                <a:gd name="connsiteY68" fmla="*/ 0 h 197265"/>
                <a:gd name="connsiteX69" fmla="*/ 92814 w 228440"/>
                <a:gd name="connsiteY69" fmla="*/ 6384 h 197265"/>
                <a:gd name="connsiteX70" fmla="*/ 92814 w 228440"/>
                <a:gd name="connsiteY70" fmla="*/ 9576 h 197265"/>
                <a:gd name="connsiteX71" fmla="*/ 65976 w 228440"/>
                <a:gd name="connsiteY71" fmla="*/ 20429 h 197265"/>
                <a:gd name="connsiteX72" fmla="*/ 57669 w 228440"/>
                <a:gd name="connsiteY72" fmla="*/ 24259 h 197265"/>
                <a:gd name="connsiteX73" fmla="*/ 53835 w 228440"/>
                <a:gd name="connsiteY73" fmla="*/ 30005 h 197265"/>
                <a:gd name="connsiteX74" fmla="*/ 53835 w 228440"/>
                <a:gd name="connsiteY74" fmla="*/ 35112 h 197265"/>
                <a:gd name="connsiteX75" fmla="*/ 23163 w 228440"/>
                <a:gd name="connsiteY75" fmla="*/ 109804 h 197265"/>
                <a:gd name="connsiteX76" fmla="*/ 23163 w 228440"/>
                <a:gd name="connsiteY76" fmla="*/ 120657 h 197265"/>
                <a:gd name="connsiteX77" fmla="*/ 5911 w 228440"/>
                <a:gd name="connsiteY77" fmla="*/ 125764 h 197265"/>
                <a:gd name="connsiteX78" fmla="*/ 1437 w 228440"/>
                <a:gd name="connsiteY78" fmla="*/ 130233 h 197265"/>
                <a:gd name="connsiteX79" fmla="*/ 1437 w 228440"/>
                <a:gd name="connsiteY79" fmla="*/ 155131 h 197265"/>
                <a:gd name="connsiteX80" fmla="*/ 16135 w 228440"/>
                <a:gd name="connsiteY80" fmla="*/ 186412 h 197265"/>
                <a:gd name="connsiteX81" fmla="*/ 16773 w 228440"/>
                <a:gd name="connsiteY81" fmla="*/ 187689 h 197265"/>
                <a:gd name="connsiteX82" fmla="*/ 113901 w 228440"/>
                <a:gd name="connsiteY82" fmla="*/ 197265 h 197265"/>
                <a:gd name="connsiteX83" fmla="*/ 114540 w 228440"/>
                <a:gd name="connsiteY83" fmla="*/ 197265 h 197265"/>
                <a:gd name="connsiteX84" fmla="*/ 211666 w 228440"/>
                <a:gd name="connsiteY84" fmla="*/ 187689 h 197265"/>
                <a:gd name="connsiteX85" fmla="*/ 212305 w 228440"/>
                <a:gd name="connsiteY85" fmla="*/ 186412 h 197265"/>
                <a:gd name="connsiteX86" fmla="*/ 227002 w 228440"/>
                <a:gd name="connsiteY86" fmla="*/ 155131 h 197265"/>
                <a:gd name="connsiteX87" fmla="*/ 227002 w 228440"/>
                <a:gd name="connsiteY87" fmla="*/ 130233 h 197265"/>
                <a:gd name="connsiteX88" fmla="*/ 222530 w 228440"/>
                <a:gd name="connsiteY88" fmla="*/ 125126 h 19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228440" h="197265">
                  <a:moveTo>
                    <a:pt x="216140" y="152577"/>
                  </a:moveTo>
                  <a:cubicBezTo>
                    <a:pt x="212945" y="161515"/>
                    <a:pt x="208472" y="170452"/>
                    <a:pt x="203360" y="178752"/>
                  </a:cubicBezTo>
                  <a:cubicBezTo>
                    <a:pt x="199525" y="180028"/>
                    <a:pt x="180995" y="184497"/>
                    <a:pt x="115179" y="184497"/>
                  </a:cubicBezTo>
                  <a:lnTo>
                    <a:pt x="114540" y="184497"/>
                  </a:lnTo>
                  <a:cubicBezTo>
                    <a:pt x="48723" y="184497"/>
                    <a:pt x="30192" y="180028"/>
                    <a:pt x="26358" y="178752"/>
                  </a:cubicBezTo>
                  <a:cubicBezTo>
                    <a:pt x="21247" y="170452"/>
                    <a:pt x="16773" y="161515"/>
                    <a:pt x="13578" y="152577"/>
                  </a:cubicBezTo>
                  <a:cubicBezTo>
                    <a:pt x="12940" y="147470"/>
                    <a:pt x="12940" y="142363"/>
                    <a:pt x="13578" y="137256"/>
                  </a:cubicBezTo>
                  <a:lnTo>
                    <a:pt x="23163" y="134064"/>
                  </a:lnTo>
                  <a:lnTo>
                    <a:pt x="23163" y="137256"/>
                  </a:lnTo>
                  <a:cubicBezTo>
                    <a:pt x="23163" y="138532"/>
                    <a:pt x="23802" y="139809"/>
                    <a:pt x="24442" y="141086"/>
                  </a:cubicBezTo>
                  <a:cubicBezTo>
                    <a:pt x="26997" y="144278"/>
                    <a:pt x="42333" y="160876"/>
                    <a:pt x="114540" y="160876"/>
                  </a:cubicBezTo>
                  <a:cubicBezTo>
                    <a:pt x="177800" y="160876"/>
                    <a:pt x="197609" y="147470"/>
                    <a:pt x="202720" y="143001"/>
                  </a:cubicBezTo>
                  <a:cubicBezTo>
                    <a:pt x="204638" y="141724"/>
                    <a:pt x="205915" y="139809"/>
                    <a:pt x="205915" y="137894"/>
                  </a:cubicBezTo>
                  <a:lnTo>
                    <a:pt x="205915" y="134064"/>
                  </a:lnTo>
                  <a:lnTo>
                    <a:pt x="216140" y="137256"/>
                  </a:lnTo>
                  <a:cubicBezTo>
                    <a:pt x="216779" y="142363"/>
                    <a:pt x="216779" y="147470"/>
                    <a:pt x="216140" y="152577"/>
                  </a:cubicBezTo>
                  <a:moveTo>
                    <a:pt x="36582" y="109804"/>
                  </a:moveTo>
                  <a:cubicBezTo>
                    <a:pt x="37222" y="90653"/>
                    <a:pt x="43612" y="71501"/>
                    <a:pt x="54474" y="56179"/>
                  </a:cubicBezTo>
                  <a:lnTo>
                    <a:pt x="54474" y="102144"/>
                  </a:lnTo>
                  <a:cubicBezTo>
                    <a:pt x="54474" y="105974"/>
                    <a:pt x="57030" y="108528"/>
                    <a:pt x="60864" y="108528"/>
                  </a:cubicBezTo>
                  <a:cubicBezTo>
                    <a:pt x="64698" y="108528"/>
                    <a:pt x="67254" y="105974"/>
                    <a:pt x="67254" y="102144"/>
                  </a:cubicBezTo>
                  <a:lnTo>
                    <a:pt x="67254" y="33835"/>
                  </a:lnTo>
                  <a:lnTo>
                    <a:pt x="71727" y="31281"/>
                  </a:lnTo>
                  <a:cubicBezTo>
                    <a:pt x="78117" y="27451"/>
                    <a:pt x="85146" y="24259"/>
                    <a:pt x="92814" y="22344"/>
                  </a:cubicBezTo>
                  <a:lnTo>
                    <a:pt x="92814" y="55541"/>
                  </a:lnTo>
                  <a:lnTo>
                    <a:pt x="87702" y="63840"/>
                  </a:lnTo>
                  <a:cubicBezTo>
                    <a:pt x="85785" y="66393"/>
                    <a:pt x="86424" y="70862"/>
                    <a:pt x="88980" y="72777"/>
                  </a:cubicBezTo>
                  <a:cubicBezTo>
                    <a:pt x="91536" y="74693"/>
                    <a:pt x="96009" y="74054"/>
                    <a:pt x="97926" y="71501"/>
                  </a:cubicBezTo>
                  <a:cubicBezTo>
                    <a:pt x="97926" y="71501"/>
                    <a:pt x="98565" y="70862"/>
                    <a:pt x="98565" y="70862"/>
                  </a:cubicBezTo>
                  <a:lnTo>
                    <a:pt x="104955" y="61286"/>
                  </a:lnTo>
                  <a:cubicBezTo>
                    <a:pt x="105594" y="60009"/>
                    <a:pt x="106233" y="59371"/>
                    <a:pt x="106233" y="58094"/>
                  </a:cubicBezTo>
                  <a:lnTo>
                    <a:pt x="106233" y="12768"/>
                  </a:lnTo>
                  <a:lnTo>
                    <a:pt x="124125" y="12768"/>
                  </a:lnTo>
                  <a:lnTo>
                    <a:pt x="124125" y="58094"/>
                  </a:lnTo>
                  <a:cubicBezTo>
                    <a:pt x="124125" y="59371"/>
                    <a:pt x="124125" y="60648"/>
                    <a:pt x="124763" y="61286"/>
                  </a:cubicBezTo>
                  <a:lnTo>
                    <a:pt x="130515" y="70862"/>
                  </a:lnTo>
                  <a:lnTo>
                    <a:pt x="130515" y="70862"/>
                  </a:lnTo>
                  <a:cubicBezTo>
                    <a:pt x="131153" y="71501"/>
                    <a:pt x="131153" y="72139"/>
                    <a:pt x="131792" y="72777"/>
                  </a:cubicBezTo>
                  <a:lnTo>
                    <a:pt x="132431" y="73416"/>
                  </a:lnTo>
                  <a:cubicBezTo>
                    <a:pt x="133071" y="74054"/>
                    <a:pt x="133710" y="74054"/>
                    <a:pt x="134348" y="74054"/>
                  </a:cubicBezTo>
                  <a:lnTo>
                    <a:pt x="134348" y="74054"/>
                  </a:lnTo>
                  <a:lnTo>
                    <a:pt x="135626" y="74054"/>
                  </a:lnTo>
                  <a:lnTo>
                    <a:pt x="136905" y="74054"/>
                  </a:lnTo>
                  <a:cubicBezTo>
                    <a:pt x="137543" y="74054"/>
                    <a:pt x="138182" y="73416"/>
                    <a:pt x="138821" y="73416"/>
                  </a:cubicBezTo>
                  <a:cubicBezTo>
                    <a:pt x="142016" y="71501"/>
                    <a:pt x="142656" y="67670"/>
                    <a:pt x="140738" y="64478"/>
                  </a:cubicBezTo>
                  <a:lnTo>
                    <a:pt x="135626" y="56179"/>
                  </a:lnTo>
                  <a:lnTo>
                    <a:pt x="135626" y="22982"/>
                  </a:lnTo>
                  <a:cubicBezTo>
                    <a:pt x="142656" y="24897"/>
                    <a:pt x="150323" y="28089"/>
                    <a:pt x="156713" y="31920"/>
                  </a:cubicBezTo>
                  <a:lnTo>
                    <a:pt x="161186" y="34473"/>
                  </a:lnTo>
                  <a:lnTo>
                    <a:pt x="161186" y="102144"/>
                  </a:lnTo>
                  <a:cubicBezTo>
                    <a:pt x="161186" y="105974"/>
                    <a:pt x="163742" y="108528"/>
                    <a:pt x="167576" y="108528"/>
                  </a:cubicBezTo>
                  <a:cubicBezTo>
                    <a:pt x="171410" y="108528"/>
                    <a:pt x="173966" y="105974"/>
                    <a:pt x="173966" y="102144"/>
                  </a:cubicBezTo>
                  <a:lnTo>
                    <a:pt x="173966" y="55541"/>
                  </a:lnTo>
                  <a:cubicBezTo>
                    <a:pt x="185468" y="71501"/>
                    <a:pt x="191219" y="90014"/>
                    <a:pt x="191858" y="109166"/>
                  </a:cubicBezTo>
                  <a:lnTo>
                    <a:pt x="191858" y="133425"/>
                  </a:lnTo>
                  <a:cubicBezTo>
                    <a:pt x="187385" y="136617"/>
                    <a:pt x="168215" y="146832"/>
                    <a:pt x="113261" y="146832"/>
                  </a:cubicBezTo>
                  <a:cubicBezTo>
                    <a:pt x="58308" y="146832"/>
                    <a:pt x="39777" y="136617"/>
                    <a:pt x="35304" y="133425"/>
                  </a:cubicBezTo>
                  <a:lnTo>
                    <a:pt x="36582" y="109804"/>
                  </a:lnTo>
                  <a:close/>
                  <a:moveTo>
                    <a:pt x="223808" y="125764"/>
                  </a:moveTo>
                  <a:lnTo>
                    <a:pt x="205915" y="120657"/>
                  </a:lnTo>
                  <a:lnTo>
                    <a:pt x="205915" y="109804"/>
                  </a:lnTo>
                  <a:cubicBezTo>
                    <a:pt x="205277" y="82353"/>
                    <a:pt x="194414" y="55541"/>
                    <a:pt x="175244" y="35112"/>
                  </a:cubicBezTo>
                  <a:lnTo>
                    <a:pt x="175244" y="30005"/>
                  </a:lnTo>
                  <a:cubicBezTo>
                    <a:pt x="175244" y="27451"/>
                    <a:pt x="173966" y="25536"/>
                    <a:pt x="171410" y="24259"/>
                  </a:cubicBezTo>
                  <a:lnTo>
                    <a:pt x="163103" y="20429"/>
                  </a:lnTo>
                  <a:cubicBezTo>
                    <a:pt x="154796" y="15322"/>
                    <a:pt x="145851" y="12130"/>
                    <a:pt x="136266" y="9576"/>
                  </a:cubicBezTo>
                  <a:lnTo>
                    <a:pt x="136266" y="6384"/>
                  </a:lnTo>
                  <a:cubicBezTo>
                    <a:pt x="136266" y="2554"/>
                    <a:pt x="133710" y="0"/>
                    <a:pt x="129876" y="0"/>
                  </a:cubicBezTo>
                  <a:lnTo>
                    <a:pt x="99204" y="0"/>
                  </a:lnTo>
                  <a:cubicBezTo>
                    <a:pt x="95370" y="0"/>
                    <a:pt x="92814" y="2554"/>
                    <a:pt x="92814" y="6384"/>
                  </a:cubicBezTo>
                  <a:lnTo>
                    <a:pt x="92814" y="9576"/>
                  </a:lnTo>
                  <a:cubicBezTo>
                    <a:pt x="83229" y="12130"/>
                    <a:pt x="74283" y="15322"/>
                    <a:pt x="65976" y="20429"/>
                  </a:cubicBezTo>
                  <a:lnTo>
                    <a:pt x="57669" y="24259"/>
                  </a:lnTo>
                  <a:cubicBezTo>
                    <a:pt x="55752" y="25536"/>
                    <a:pt x="54474" y="27451"/>
                    <a:pt x="53835" y="30005"/>
                  </a:cubicBezTo>
                  <a:lnTo>
                    <a:pt x="53835" y="35112"/>
                  </a:lnTo>
                  <a:cubicBezTo>
                    <a:pt x="34666" y="55541"/>
                    <a:pt x="23802" y="81715"/>
                    <a:pt x="23163" y="109804"/>
                  </a:cubicBezTo>
                  <a:lnTo>
                    <a:pt x="23163" y="120657"/>
                  </a:lnTo>
                  <a:lnTo>
                    <a:pt x="5911" y="125764"/>
                  </a:lnTo>
                  <a:cubicBezTo>
                    <a:pt x="3994" y="126403"/>
                    <a:pt x="2077" y="128318"/>
                    <a:pt x="1437" y="130233"/>
                  </a:cubicBezTo>
                  <a:cubicBezTo>
                    <a:pt x="-479" y="138532"/>
                    <a:pt x="-479" y="146832"/>
                    <a:pt x="1437" y="155131"/>
                  </a:cubicBezTo>
                  <a:cubicBezTo>
                    <a:pt x="5272" y="165984"/>
                    <a:pt x="10383" y="176198"/>
                    <a:pt x="16135" y="186412"/>
                  </a:cubicBezTo>
                  <a:cubicBezTo>
                    <a:pt x="16135" y="187051"/>
                    <a:pt x="16773" y="187051"/>
                    <a:pt x="16773" y="187689"/>
                  </a:cubicBezTo>
                  <a:cubicBezTo>
                    <a:pt x="24442" y="195350"/>
                    <a:pt x="73644" y="197265"/>
                    <a:pt x="113901" y="197265"/>
                  </a:cubicBezTo>
                  <a:lnTo>
                    <a:pt x="114540" y="197265"/>
                  </a:lnTo>
                  <a:cubicBezTo>
                    <a:pt x="154796" y="197265"/>
                    <a:pt x="204638" y="195988"/>
                    <a:pt x="211666" y="187689"/>
                  </a:cubicBezTo>
                  <a:cubicBezTo>
                    <a:pt x="212305" y="187051"/>
                    <a:pt x="212305" y="187051"/>
                    <a:pt x="212305" y="186412"/>
                  </a:cubicBezTo>
                  <a:cubicBezTo>
                    <a:pt x="218056" y="176836"/>
                    <a:pt x="223169" y="165984"/>
                    <a:pt x="227002" y="155131"/>
                  </a:cubicBezTo>
                  <a:cubicBezTo>
                    <a:pt x="228920" y="146832"/>
                    <a:pt x="228920" y="138532"/>
                    <a:pt x="227002" y="130233"/>
                  </a:cubicBezTo>
                  <a:cubicBezTo>
                    <a:pt x="226364" y="127680"/>
                    <a:pt x="225085" y="126403"/>
                    <a:pt x="222530" y="125126"/>
                  </a:cubicBezTo>
                </a:path>
              </a:pathLst>
            </a:custGeom>
            <a:solidFill>
              <a:srgbClr val="0076A8"/>
            </a:solidFill>
            <a:ln w="6390" cap="flat">
              <a:noFill/>
              <a:prstDash val="solid"/>
              <a:miter/>
            </a:ln>
          </p:spPr>
          <p:txBody>
            <a:bodyPr rtlCol="0" anchor="ctr"/>
            <a:lstStyle/>
            <a:p>
              <a:endParaRPr lang="en-US"/>
            </a:p>
          </p:txBody>
        </p:sp>
      </p:grpSp>
      <p:grpSp>
        <p:nvGrpSpPr>
          <p:cNvPr id="763" name="Graphic 4">
            <a:extLst>
              <a:ext uri="{FF2B5EF4-FFF2-40B4-BE49-F238E27FC236}">
                <a16:creationId xmlns:a16="http://schemas.microsoft.com/office/drawing/2014/main" id="{78ED8837-2364-A045-9A72-0637CF55B4FB}"/>
              </a:ext>
            </a:extLst>
          </p:cNvPr>
          <p:cNvGrpSpPr/>
          <p:nvPr/>
        </p:nvGrpSpPr>
        <p:grpSpPr>
          <a:xfrm>
            <a:off x="11372170" y="1402085"/>
            <a:ext cx="361674" cy="361971"/>
            <a:chOff x="11372170" y="1402085"/>
            <a:chExt cx="361674" cy="361971"/>
          </a:xfrm>
          <a:solidFill>
            <a:srgbClr val="0076A8"/>
          </a:solidFill>
        </p:grpSpPr>
        <p:sp>
          <p:nvSpPr>
            <p:cNvPr id="764" name="Graphic 4">
              <a:extLst>
                <a:ext uri="{FF2B5EF4-FFF2-40B4-BE49-F238E27FC236}">
                  <a16:creationId xmlns:a16="http://schemas.microsoft.com/office/drawing/2014/main" id="{12C0F9C0-CBEE-B44C-B53C-33989831BA28}"/>
                </a:ext>
              </a:extLst>
            </p:cNvPr>
            <p:cNvSpPr/>
            <p:nvPr/>
          </p:nvSpPr>
          <p:spPr>
            <a:xfrm>
              <a:off x="11372170" y="1402085"/>
              <a:ext cx="361674" cy="361971"/>
            </a:xfrm>
            <a:custGeom>
              <a:avLst/>
              <a:gdLst>
                <a:gd name="connsiteX0" fmla="*/ 294577 w 361674"/>
                <a:gd name="connsiteY0" fmla="*/ 238761 h 361971"/>
                <a:gd name="connsiteX1" fmla="*/ 279880 w 361674"/>
                <a:gd name="connsiteY1" fmla="*/ 270042 h 361971"/>
                <a:gd name="connsiteX2" fmla="*/ 279241 w 361674"/>
                <a:gd name="connsiteY2" fmla="*/ 271319 h 361971"/>
                <a:gd name="connsiteX3" fmla="*/ 182113 w 361674"/>
                <a:gd name="connsiteY3" fmla="*/ 280895 h 361971"/>
                <a:gd name="connsiteX4" fmla="*/ 181474 w 361674"/>
                <a:gd name="connsiteY4" fmla="*/ 280895 h 361971"/>
                <a:gd name="connsiteX5" fmla="*/ 84348 w 361674"/>
                <a:gd name="connsiteY5" fmla="*/ 271319 h 361971"/>
                <a:gd name="connsiteX6" fmla="*/ 83709 w 361674"/>
                <a:gd name="connsiteY6" fmla="*/ 270042 h 361971"/>
                <a:gd name="connsiteX7" fmla="*/ 69012 w 361674"/>
                <a:gd name="connsiteY7" fmla="*/ 238761 h 361971"/>
                <a:gd name="connsiteX8" fmla="*/ 69650 w 361674"/>
                <a:gd name="connsiteY8" fmla="*/ 213863 h 361971"/>
                <a:gd name="connsiteX9" fmla="*/ 74124 w 361674"/>
                <a:gd name="connsiteY9" fmla="*/ 209395 h 361971"/>
                <a:gd name="connsiteX10" fmla="*/ 91376 w 361674"/>
                <a:gd name="connsiteY10" fmla="*/ 204287 h 361971"/>
                <a:gd name="connsiteX11" fmla="*/ 91376 w 361674"/>
                <a:gd name="connsiteY11" fmla="*/ 193435 h 361971"/>
                <a:gd name="connsiteX12" fmla="*/ 122048 w 361674"/>
                <a:gd name="connsiteY12" fmla="*/ 118742 h 361971"/>
                <a:gd name="connsiteX13" fmla="*/ 122048 w 361674"/>
                <a:gd name="connsiteY13" fmla="*/ 113635 h 361971"/>
                <a:gd name="connsiteX14" fmla="*/ 125882 w 361674"/>
                <a:gd name="connsiteY14" fmla="*/ 107889 h 361971"/>
                <a:gd name="connsiteX15" fmla="*/ 134189 w 361674"/>
                <a:gd name="connsiteY15" fmla="*/ 104059 h 361971"/>
                <a:gd name="connsiteX16" fmla="*/ 161027 w 361674"/>
                <a:gd name="connsiteY16" fmla="*/ 93206 h 361971"/>
                <a:gd name="connsiteX17" fmla="*/ 161027 w 361674"/>
                <a:gd name="connsiteY17" fmla="*/ 90014 h 361971"/>
                <a:gd name="connsiteX18" fmla="*/ 167417 w 361674"/>
                <a:gd name="connsiteY18" fmla="*/ 83630 h 361971"/>
                <a:gd name="connsiteX19" fmla="*/ 198088 w 361674"/>
                <a:gd name="connsiteY19" fmla="*/ 83630 h 361971"/>
                <a:gd name="connsiteX20" fmla="*/ 204478 w 361674"/>
                <a:gd name="connsiteY20" fmla="*/ 90014 h 361971"/>
                <a:gd name="connsiteX21" fmla="*/ 204478 w 361674"/>
                <a:gd name="connsiteY21" fmla="*/ 93206 h 361971"/>
                <a:gd name="connsiteX22" fmla="*/ 231316 w 361674"/>
                <a:gd name="connsiteY22" fmla="*/ 104059 h 361971"/>
                <a:gd name="connsiteX23" fmla="*/ 238984 w 361674"/>
                <a:gd name="connsiteY23" fmla="*/ 107889 h 361971"/>
                <a:gd name="connsiteX24" fmla="*/ 242818 w 361674"/>
                <a:gd name="connsiteY24" fmla="*/ 113635 h 361971"/>
                <a:gd name="connsiteX25" fmla="*/ 242818 w 361674"/>
                <a:gd name="connsiteY25" fmla="*/ 118742 h 361971"/>
                <a:gd name="connsiteX26" fmla="*/ 273490 w 361674"/>
                <a:gd name="connsiteY26" fmla="*/ 193435 h 361971"/>
                <a:gd name="connsiteX27" fmla="*/ 273490 w 361674"/>
                <a:gd name="connsiteY27" fmla="*/ 204287 h 361971"/>
                <a:gd name="connsiteX28" fmla="*/ 291382 w 361674"/>
                <a:gd name="connsiteY28" fmla="*/ 209395 h 361971"/>
                <a:gd name="connsiteX29" fmla="*/ 295854 w 361674"/>
                <a:gd name="connsiteY29" fmla="*/ 214502 h 361971"/>
                <a:gd name="connsiteX30" fmla="*/ 294577 w 361674"/>
                <a:gd name="connsiteY30" fmla="*/ 238761 h 361971"/>
                <a:gd name="connsiteX31" fmla="*/ 180836 w 361674"/>
                <a:gd name="connsiteY31" fmla="*/ 0 h 361971"/>
                <a:gd name="connsiteX32" fmla="*/ 0 w 361674"/>
                <a:gd name="connsiteY32" fmla="*/ 180667 h 361971"/>
                <a:gd name="connsiteX33" fmla="*/ 180836 w 361674"/>
                <a:gd name="connsiteY33" fmla="*/ 361972 h 361971"/>
                <a:gd name="connsiteX34" fmla="*/ 361671 w 361674"/>
                <a:gd name="connsiteY34" fmla="*/ 181305 h 361971"/>
                <a:gd name="connsiteX35" fmla="*/ 361671 w 361674"/>
                <a:gd name="connsiteY35" fmla="*/ 181305 h 361971"/>
                <a:gd name="connsiteX36" fmla="*/ 180836 w 361674"/>
                <a:gd name="connsiteY36" fmla="*/ 0 h 361971"/>
                <a:gd name="connsiteX37" fmla="*/ 180836 w 361674"/>
                <a:gd name="connsiteY37"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1674" h="361971">
                  <a:moveTo>
                    <a:pt x="294577" y="238761"/>
                  </a:moveTo>
                  <a:cubicBezTo>
                    <a:pt x="290742" y="249614"/>
                    <a:pt x="285631" y="259828"/>
                    <a:pt x="279880" y="270042"/>
                  </a:cubicBezTo>
                  <a:cubicBezTo>
                    <a:pt x="279880" y="270681"/>
                    <a:pt x="279241" y="270681"/>
                    <a:pt x="279241" y="271319"/>
                  </a:cubicBezTo>
                  <a:cubicBezTo>
                    <a:pt x="271572" y="278980"/>
                    <a:pt x="222370" y="280895"/>
                    <a:pt x="182113" y="280895"/>
                  </a:cubicBezTo>
                  <a:lnTo>
                    <a:pt x="181474" y="280895"/>
                  </a:lnTo>
                  <a:cubicBezTo>
                    <a:pt x="141218" y="280895"/>
                    <a:pt x="91376" y="279618"/>
                    <a:pt x="84348" y="271319"/>
                  </a:cubicBezTo>
                  <a:cubicBezTo>
                    <a:pt x="83709" y="270681"/>
                    <a:pt x="83709" y="270681"/>
                    <a:pt x="83709" y="270042"/>
                  </a:cubicBezTo>
                  <a:cubicBezTo>
                    <a:pt x="77958" y="260466"/>
                    <a:pt x="72845" y="249614"/>
                    <a:pt x="69012" y="238761"/>
                  </a:cubicBezTo>
                  <a:cubicBezTo>
                    <a:pt x="67734" y="230462"/>
                    <a:pt x="67734" y="222163"/>
                    <a:pt x="69650" y="213863"/>
                  </a:cubicBezTo>
                  <a:cubicBezTo>
                    <a:pt x="70289" y="211310"/>
                    <a:pt x="71568" y="210033"/>
                    <a:pt x="74124" y="209395"/>
                  </a:cubicBezTo>
                  <a:lnTo>
                    <a:pt x="91376" y="204287"/>
                  </a:lnTo>
                  <a:lnTo>
                    <a:pt x="91376" y="193435"/>
                  </a:lnTo>
                  <a:cubicBezTo>
                    <a:pt x="92015" y="165984"/>
                    <a:pt x="102879" y="139171"/>
                    <a:pt x="122048" y="118742"/>
                  </a:cubicBezTo>
                  <a:lnTo>
                    <a:pt x="122048" y="113635"/>
                  </a:lnTo>
                  <a:cubicBezTo>
                    <a:pt x="122048" y="111081"/>
                    <a:pt x="123326" y="109166"/>
                    <a:pt x="125882" y="107889"/>
                  </a:cubicBezTo>
                  <a:lnTo>
                    <a:pt x="134189" y="104059"/>
                  </a:lnTo>
                  <a:cubicBezTo>
                    <a:pt x="142496" y="98952"/>
                    <a:pt x="151442" y="95760"/>
                    <a:pt x="161027" y="93206"/>
                  </a:cubicBezTo>
                  <a:lnTo>
                    <a:pt x="161027" y="90014"/>
                  </a:lnTo>
                  <a:cubicBezTo>
                    <a:pt x="161027" y="86184"/>
                    <a:pt x="163583" y="83630"/>
                    <a:pt x="167417" y="83630"/>
                  </a:cubicBezTo>
                  <a:lnTo>
                    <a:pt x="198088" y="83630"/>
                  </a:lnTo>
                  <a:cubicBezTo>
                    <a:pt x="201923" y="83630"/>
                    <a:pt x="204478" y="86184"/>
                    <a:pt x="204478" y="90014"/>
                  </a:cubicBezTo>
                  <a:lnTo>
                    <a:pt x="204478" y="93206"/>
                  </a:lnTo>
                  <a:cubicBezTo>
                    <a:pt x="214063" y="95760"/>
                    <a:pt x="223009" y="98952"/>
                    <a:pt x="231316" y="104059"/>
                  </a:cubicBezTo>
                  <a:lnTo>
                    <a:pt x="238984" y="107889"/>
                  </a:lnTo>
                  <a:cubicBezTo>
                    <a:pt x="240901" y="109166"/>
                    <a:pt x="242179" y="111081"/>
                    <a:pt x="242818" y="113635"/>
                  </a:cubicBezTo>
                  <a:lnTo>
                    <a:pt x="242818" y="118742"/>
                  </a:lnTo>
                  <a:cubicBezTo>
                    <a:pt x="261987" y="139171"/>
                    <a:pt x="272851" y="165345"/>
                    <a:pt x="273490" y="193435"/>
                  </a:cubicBezTo>
                  <a:lnTo>
                    <a:pt x="273490" y="204287"/>
                  </a:lnTo>
                  <a:lnTo>
                    <a:pt x="291382" y="209395"/>
                  </a:lnTo>
                  <a:cubicBezTo>
                    <a:pt x="293298" y="210033"/>
                    <a:pt x="295216" y="211948"/>
                    <a:pt x="295854" y="214502"/>
                  </a:cubicBezTo>
                  <a:cubicBezTo>
                    <a:pt x="295854" y="221524"/>
                    <a:pt x="295854" y="230462"/>
                    <a:pt x="294577" y="238761"/>
                  </a:cubicBezTo>
                  <a:moveTo>
                    <a:pt x="180836" y="0"/>
                  </a:moveTo>
                  <a:cubicBezTo>
                    <a:pt x="80514" y="0"/>
                    <a:pt x="0" y="81077"/>
                    <a:pt x="0" y="180667"/>
                  </a:cubicBezTo>
                  <a:cubicBezTo>
                    <a:pt x="0" y="280257"/>
                    <a:pt x="81153" y="361972"/>
                    <a:pt x="180836" y="361972"/>
                  </a:cubicBezTo>
                  <a:cubicBezTo>
                    <a:pt x="281157" y="361972"/>
                    <a:pt x="361671" y="280895"/>
                    <a:pt x="361671" y="181305"/>
                  </a:cubicBezTo>
                  <a:cubicBezTo>
                    <a:pt x="361671" y="181305"/>
                    <a:pt x="361671" y="181305"/>
                    <a:pt x="361671" y="181305"/>
                  </a:cubicBezTo>
                  <a:cubicBezTo>
                    <a:pt x="362310" y="81077"/>
                    <a:pt x="281157" y="0"/>
                    <a:pt x="180836" y="0"/>
                  </a:cubicBezTo>
                  <a:cubicBezTo>
                    <a:pt x="181474" y="0"/>
                    <a:pt x="181474" y="0"/>
                    <a:pt x="180836" y="0"/>
                  </a:cubicBezTo>
                </a:path>
              </a:pathLst>
            </a:custGeom>
            <a:solidFill>
              <a:srgbClr val="0076A8"/>
            </a:solidFill>
            <a:ln w="6390" cap="flat">
              <a:noFill/>
              <a:prstDash val="solid"/>
              <a:miter/>
            </a:ln>
          </p:spPr>
          <p:txBody>
            <a:bodyPr rtlCol="0" anchor="ctr"/>
            <a:lstStyle/>
            <a:p>
              <a:endParaRPr lang="en-US"/>
            </a:p>
          </p:txBody>
        </p:sp>
        <p:sp>
          <p:nvSpPr>
            <p:cNvPr id="765" name="Graphic 4">
              <a:extLst>
                <a:ext uri="{FF2B5EF4-FFF2-40B4-BE49-F238E27FC236}">
                  <a16:creationId xmlns:a16="http://schemas.microsoft.com/office/drawing/2014/main" id="{A40D5763-CC3D-9C45-974D-F7BF6C06FAB1}"/>
                </a:ext>
              </a:extLst>
            </p:cNvPr>
            <p:cNvSpPr/>
            <p:nvPr/>
          </p:nvSpPr>
          <p:spPr>
            <a:xfrm>
              <a:off x="11450927" y="1619140"/>
              <a:ext cx="202880" cy="50433"/>
            </a:xfrm>
            <a:custGeom>
              <a:avLst/>
              <a:gdLst>
                <a:gd name="connsiteX0" fmla="*/ 192816 w 202880"/>
                <a:gd name="connsiteY0" fmla="*/ 0 h 50433"/>
                <a:gd name="connsiteX1" fmla="*/ 192816 w 202880"/>
                <a:gd name="connsiteY1" fmla="*/ 3192 h 50433"/>
                <a:gd name="connsiteX2" fmla="*/ 189621 w 202880"/>
                <a:gd name="connsiteY2" fmla="*/ 8299 h 50433"/>
                <a:gd name="connsiteX3" fmla="*/ 101440 w 202880"/>
                <a:gd name="connsiteY3" fmla="*/ 26174 h 50433"/>
                <a:gd name="connsiteX4" fmla="*/ 11342 w 202880"/>
                <a:gd name="connsiteY4" fmla="*/ 6384 h 50433"/>
                <a:gd name="connsiteX5" fmla="*/ 10064 w 202880"/>
                <a:gd name="connsiteY5" fmla="*/ 2554 h 50433"/>
                <a:gd name="connsiteX6" fmla="*/ 10064 w 202880"/>
                <a:gd name="connsiteY6" fmla="*/ 0 h 50433"/>
                <a:gd name="connsiteX7" fmla="*/ 479 w 202880"/>
                <a:gd name="connsiteY7" fmla="*/ 3192 h 50433"/>
                <a:gd name="connsiteX8" fmla="*/ 479 w 202880"/>
                <a:gd name="connsiteY8" fmla="*/ 18514 h 50433"/>
                <a:gd name="connsiteX9" fmla="*/ 13259 w 202880"/>
                <a:gd name="connsiteY9" fmla="*/ 44688 h 50433"/>
                <a:gd name="connsiteX10" fmla="*/ 101440 w 202880"/>
                <a:gd name="connsiteY10" fmla="*/ 50433 h 50433"/>
                <a:gd name="connsiteX11" fmla="*/ 102079 w 202880"/>
                <a:gd name="connsiteY11" fmla="*/ 50433 h 50433"/>
                <a:gd name="connsiteX12" fmla="*/ 190261 w 202880"/>
                <a:gd name="connsiteY12" fmla="*/ 44688 h 50433"/>
                <a:gd name="connsiteX13" fmla="*/ 202401 w 202880"/>
                <a:gd name="connsiteY13" fmla="*/ 18514 h 50433"/>
                <a:gd name="connsiteX14" fmla="*/ 202401 w 202880"/>
                <a:gd name="connsiteY14" fmla="*/ 3192 h 50433"/>
                <a:gd name="connsiteX15" fmla="*/ 192816 w 202880"/>
                <a:gd name="connsiteY15" fmla="*/ 0 h 5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880" h="50433">
                  <a:moveTo>
                    <a:pt x="192816" y="0"/>
                  </a:moveTo>
                  <a:lnTo>
                    <a:pt x="192816" y="3192"/>
                  </a:lnTo>
                  <a:cubicBezTo>
                    <a:pt x="192816" y="5107"/>
                    <a:pt x="191538" y="7661"/>
                    <a:pt x="189621" y="8299"/>
                  </a:cubicBezTo>
                  <a:cubicBezTo>
                    <a:pt x="184510" y="12768"/>
                    <a:pt x="164701" y="26174"/>
                    <a:pt x="101440" y="26174"/>
                  </a:cubicBezTo>
                  <a:cubicBezTo>
                    <a:pt x="29234" y="26174"/>
                    <a:pt x="13898" y="9576"/>
                    <a:pt x="11342" y="6384"/>
                  </a:cubicBezTo>
                  <a:cubicBezTo>
                    <a:pt x="10703" y="5107"/>
                    <a:pt x="10064" y="3830"/>
                    <a:pt x="10064" y="2554"/>
                  </a:cubicBezTo>
                  <a:lnTo>
                    <a:pt x="10064" y="0"/>
                  </a:lnTo>
                  <a:lnTo>
                    <a:pt x="479" y="3192"/>
                  </a:lnTo>
                  <a:cubicBezTo>
                    <a:pt x="-160" y="8299"/>
                    <a:pt x="-160" y="13406"/>
                    <a:pt x="479" y="18514"/>
                  </a:cubicBezTo>
                  <a:cubicBezTo>
                    <a:pt x="3674" y="27451"/>
                    <a:pt x="8148" y="36389"/>
                    <a:pt x="13259" y="44688"/>
                  </a:cubicBezTo>
                  <a:cubicBezTo>
                    <a:pt x="17093" y="45965"/>
                    <a:pt x="35624" y="50433"/>
                    <a:pt x="101440" y="50433"/>
                  </a:cubicBezTo>
                  <a:lnTo>
                    <a:pt x="102079" y="50433"/>
                  </a:lnTo>
                  <a:cubicBezTo>
                    <a:pt x="167896" y="50433"/>
                    <a:pt x="186426" y="45965"/>
                    <a:pt x="190261" y="44688"/>
                  </a:cubicBezTo>
                  <a:cubicBezTo>
                    <a:pt x="195372" y="36389"/>
                    <a:pt x="199206" y="27451"/>
                    <a:pt x="202401" y="18514"/>
                  </a:cubicBezTo>
                  <a:cubicBezTo>
                    <a:pt x="203041" y="13406"/>
                    <a:pt x="203041" y="8299"/>
                    <a:pt x="202401" y="3192"/>
                  </a:cubicBezTo>
                  <a:lnTo>
                    <a:pt x="192816" y="0"/>
                  </a:lnTo>
                  <a:close/>
                </a:path>
              </a:pathLst>
            </a:custGeom>
            <a:solidFill>
              <a:srgbClr val="0076A8"/>
            </a:solidFill>
            <a:ln w="6390" cap="flat">
              <a:noFill/>
              <a:prstDash val="solid"/>
              <a:miter/>
            </a:ln>
          </p:spPr>
          <p:txBody>
            <a:bodyPr rtlCol="0" anchor="ctr"/>
            <a:lstStyle/>
            <a:p>
              <a:endParaRPr lang="en-US"/>
            </a:p>
          </p:txBody>
        </p:sp>
        <p:sp>
          <p:nvSpPr>
            <p:cNvPr id="766" name="Graphic 4">
              <a:extLst>
                <a:ext uri="{FF2B5EF4-FFF2-40B4-BE49-F238E27FC236}">
                  <a16:creationId xmlns:a16="http://schemas.microsoft.com/office/drawing/2014/main" id="{D3F4887D-CA96-9847-B60F-515CA8F975CF}"/>
                </a:ext>
              </a:extLst>
            </p:cNvPr>
            <p:cNvSpPr/>
            <p:nvPr/>
          </p:nvSpPr>
          <p:spPr>
            <a:xfrm>
              <a:off x="11475688" y="1496568"/>
              <a:ext cx="155275" cy="135978"/>
            </a:xfrm>
            <a:custGeom>
              <a:avLst/>
              <a:gdLst>
                <a:gd name="connsiteX0" fmla="*/ 155275 w 155275"/>
                <a:gd name="connsiteY0" fmla="*/ 121934 h 135978"/>
                <a:gd name="connsiteX1" fmla="*/ 155275 w 155275"/>
                <a:gd name="connsiteY1" fmla="*/ 97675 h 135978"/>
                <a:gd name="connsiteX2" fmla="*/ 137384 w 155275"/>
                <a:gd name="connsiteY2" fmla="*/ 44049 h 135978"/>
                <a:gd name="connsiteX3" fmla="*/ 137384 w 155275"/>
                <a:gd name="connsiteY3" fmla="*/ 90653 h 135978"/>
                <a:gd name="connsiteX4" fmla="*/ 130994 w 155275"/>
                <a:gd name="connsiteY4" fmla="*/ 97037 h 135978"/>
                <a:gd name="connsiteX5" fmla="*/ 124604 w 155275"/>
                <a:gd name="connsiteY5" fmla="*/ 90653 h 135978"/>
                <a:gd name="connsiteX6" fmla="*/ 124604 w 155275"/>
                <a:gd name="connsiteY6" fmla="*/ 22344 h 135978"/>
                <a:gd name="connsiteX7" fmla="*/ 120130 w 155275"/>
                <a:gd name="connsiteY7" fmla="*/ 19790 h 135978"/>
                <a:gd name="connsiteX8" fmla="*/ 99044 w 155275"/>
                <a:gd name="connsiteY8" fmla="*/ 10853 h 135978"/>
                <a:gd name="connsiteX9" fmla="*/ 99044 w 155275"/>
                <a:gd name="connsiteY9" fmla="*/ 44049 h 135978"/>
                <a:gd name="connsiteX10" fmla="*/ 104156 w 155275"/>
                <a:gd name="connsiteY10" fmla="*/ 52349 h 135978"/>
                <a:gd name="connsiteX11" fmla="*/ 102239 w 155275"/>
                <a:gd name="connsiteY11" fmla="*/ 61286 h 135978"/>
                <a:gd name="connsiteX12" fmla="*/ 100322 w 155275"/>
                <a:gd name="connsiteY12" fmla="*/ 61925 h 135978"/>
                <a:gd name="connsiteX13" fmla="*/ 99044 w 155275"/>
                <a:gd name="connsiteY13" fmla="*/ 61925 h 135978"/>
                <a:gd name="connsiteX14" fmla="*/ 97766 w 155275"/>
                <a:gd name="connsiteY14" fmla="*/ 61925 h 135978"/>
                <a:gd name="connsiteX15" fmla="*/ 97766 w 155275"/>
                <a:gd name="connsiteY15" fmla="*/ 61925 h 135978"/>
                <a:gd name="connsiteX16" fmla="*/ 95849 w 155275"/>
                <a:gd name="connsiteY16" fmla="*/ 61286 h 135978"/>
                <a:gd name="connsiteX17" fmla="*/ 95210 w 155275"/>
                <a:gd name="connsiteY17" fmla="*/ 60648 h 135978"/>
                <a:gd name="connsiteX18" fmla="*/ 93932 w 155275"/>
                <a:gd name="connsiteY18" fmla="*/ 58733 h 135978"/>
                <a:gd name="connsiteX19" fmla="*/ 93932 w 155275"/>
                <a:gd name="connsiteY19" fmla="*/ 58733 h 135978"/>
                <a:gd name="connsiteX20" fmla="*/ 88181 w 155275"/>
                <a:gd name="connsiteY20" fmla="*/ 48518 h 135978"/>
                <a:gd name="connsiteX21" fmla="*/ 87542 w 155275"/>
                <a:gd name="connsiteY21" fmla="*/ 45326 h 135978"/>
                <a:gd name="connsiteX22" fmla="*/ 87542 w 155275"/>
                <a:gd name="connsiteY22" fmla="*/ 0 h 135978"/>
                <a:gd name="connsiteX23" fmla="*/ 69650 w 155275"/>
                <a:gd name="connsiteY23" fmla="*/ 0 h 135978"/>
                <a:gd name="connsiteX24" fmla="*/ 69650 w 155275"/>
                <a:gd name="connsiteY24" fmla="*/ 45326 h 135978"/>
                <a:gd name="connsiteX25" fmla="*/ 68372 w 155275"/>
                <a:gd name="connsiteY25" fmla="*/ 48518 h 135978"/>
                <a:gd name="connsiteX26" fmla="*/ 61982 w 155275"/>
                <a:gd name="connsiteY26" fmla="*/ 58094 h 135978"/>
                <a:gd name="connsiteX27" fmla="*/ 53036 w 155275"/>
                <a:gd name="connsiteY27" fmla="*/ 60009 h 135978"/>
                <a:gd name="connsiteX28" fmla="*/ 51119 w 155275"/>
                <a:gd name="connsiteY28" fmla="*/ 51072 h 135978"/>
                <a:gd name="connsiteX29" fmla="*/ 56231 w 155275"/>
                <a:gd name="connsiteY29" fmla="*/ 42773 h 135978"/>
                <a:gd name="connsiteX30" fmla="*/ 56231 w 155275"/>
                <a:gd name="connsiteY30" fmla="*/ 9576 h 135978"/>
                <a:gd name="connsiteX31" fmla="*/ 35145 w 155275"/>
                <a:gd name="connsiteY31" fmla="*/ 18514 h 135978"/>
                <a:gd name="connsiteX32" fmla="*/ 30671 w 155275"/>
                <a:gd name="connsiteY32" fmla="*/ 21067 h 135978"/>
                <a:gd name="connsiteX33" fmla="*/ 30671 w 155275"/>
                <a:gd name="connsiteY33" fmla="*/ 90653 h 135978"/>
                <a:gd name="connsiteX34" fmla="*/ 24281 w 155275"/>
                <a:gd name="connsiteY34" fmla="*/ 97037 h 135978"/>
                <a:gd name="connsiteX35" fmla="*/ 17891 w 155275"/>
                <a:gd name="connsiteY35" fmla="*/ 90653 h 135978"/>
                <a:gd name="connsiteX36" fmla="*/ 17891 w 155275"/>
                <a:gd name="connsiteY36" fmla="*/ 44049 h 135978"/>
                <a:gd name="connsiteX37" fmla="*/ 0 w 155275"/>
                <a:gd name="connsiteY37" fmla="*/ 97675 h 135978"/>
                <a:gd name="connsiteX38" fmla="*/ 0 w 155275"/>
                <a:gd name="connsiteY38" fmla="*/ 122572 h 135978"/>
                <a:gd name="connsiteX39" fmla="*/ 78596 w 155275"/>
                <a:gd name="connsiteY39" fmla="*/ 135979 h 135978"/>
                <a:gd name="connsiteX40" fmla="*/ 155275 w 155275"/>
                <a:gd name="connsiteY40" fmla="*/ 121934 h 135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55275" h="135978">
                  <a:moveTo>
                    <a:pt x="155275" y="121934"/>
                  </a:moveTo>
                  <a:lnTo>
                    <a:pt x="155275" y="97675"/>
                  </a:lnTo>
                  <a:cubicBezTo>
                    <a:pt x="154636" y="78523"/>
                    <a:pt x="148246" y="59371"/>
                    <a:pt x="137384" y="44049"/>
                  </a:cubicBezTo>
                  <a:lnTo>
                    <a:pt x="137384" y="90653"/>
                  </a:lnTo>
                  <a:cubicBezTo>
                    <a:pt x="137384" y="94483"/>
                    <a:pt x="134828" y="97037"/>
                    <a:pt x="130994" y="97037"/>
                  </a:cubicBezTo>
                  <a:cubicBezTo>
                    <a:pt x="127160" y="97037"/>
                    <a:pt x="124604" y="94483"/>
                    <a:pt x="124604" y="90653"/>
                  </a:cubicBezTo>
                  <a:lnTo>
                    <a:pt x="124604" y="22344"/>
                  </a:lnTo>
                  <a:lnTo>
                    <a:pt x="120130" y="19790"/>
                  </a:lnTo>
                  <a:cubicBezTo>
                    <a:pt x="113740" y="15960"/>
                    <a:pt x="106712" y="12768"/>
                    <a:pt x="99044" y="10853"/>
                  </a:cubicBezTo>
                  <a:lnTo>
                    <a:pt x="99044" y="44049"/>
                  </a:lnTo>
                  <a:lnTo>
                    <a:pt x="104156" y="52349"/>
                  </a:lnTo>
                  <a:cubicBezTo>
                    <a:pt x="106073" y="55541"/>
                    <a:pt x="104795" y="59371"/>
                    <a:pt x="102239" y="61286"/>
                  </a:cubicBezTo>
                  <a:cubicBezTo>
                    <a:pt x="101600" y="61925"/>
                    <a:pt x="100961" y="61925"/>
                    <a:pt x="100322" y="61925"/>
                  </a:cubicBezTo>
                  <a:lnTo>
                    <a:pt x="99044" y="61925"/>
                  </a:lnTo>
                  <a:lnTo>
                    <a:pt x="97766" y="61925"/>
                  </a:lnTo>
                  <a:lnTo>
                    <a:pt x="97766" y="61925"/>
                  </a:lnTo>
                  <a:cubicBezTo>
                    <a:pt x="97127" y="61925"/>
                    <a:pt x="96488" y="61286"/>
                    <a:pt x="95849" y="61286"/>
                  </a:cubicBezTo>
                  <a:lnTo>
                    <a:pt x="95210" y="60648"/>
                  </a:lnTo>
                  <a:cubicBezTo>
                    <a:pt x="94571" y="60009"/>
                    <a:pt x="93932" y="59371"/>
                    <a:pt x="93932" y="58733"/>
                  </a:cubicBezTo>
                  <a:lnTo>
                    <a:pt x="93932" y="58733"/>
                  </a:lnTo>
                  <a:lnTo>
                    <a:pt x="88181" y="48518"/>
                  </a:lnTo>
                  <a:cubicBezTo>
                    <a:pt x="87542" y="47241"/>
                    <a:pt x="87542" y="46603"/>
                    <a:pt x="87542" y="45326"/>
                  </a:cubicBezTo>
                  <a:lnTo>
                    <a:pt x="87542" y="0"/>
                  </a:lnTo>
                  <a:lnTo>
                    <a:pt x="69650" y="0"/>
                  </a:lnTo>
                  <a:lnTo>
                    <a:pt x="69650" y="45326"/>
                  </a:lnTo>
                  <a:cubicBezTo>
                    <a:pt x="69650" y="46603"/>
                    <a:pt x="69011" y="47880"/>
                    <a:pt x="68372" y="48518"/>
                  </a:cubicBezTo>
                  <a:lnTo>
                    <a:pt x="61982" y="58094"/>
                  </a:lnTo>
                  <a:cubicBezTo>
                    <a:pt x="60066" y="61286"/>
                    <a:pt x="56231" y="61925"/>
                    <a:pt x="53036" y="60009"/>
                  </a:cubicBezTo>
                  <a:cubicBezTo>
                    <a:pt x="49841" y="58094"/>
                    <a:pt x="49202" y="54264"/>
                    <a:pt x="51119" y="51072"/>
                  </a:cubicBezTo>
                  <a:lnTo>
                    <a:pt x="56231" y="42773"/>
                  </a:lnTo>
                  <a:lnTo>
                    <a:pt x="56231" y="9576"/>
                  </a:lnTo>
                  <a:cubicBezTo>
                    <a:pt x="49202" y="11491"/>
                    <a:pt x="41535" y="14683"/>
                    <a:pt x="35145" y="18514"/>
                  </a:cubicBezTo>
                  <a:lnTo>
                    <a:pt x="30671" y="21067"/>
                  </a:lnTo>
                  <a:lnTo>
                    <a:pt x="30671" y="90653"/>
                  </a:lnTo>
                  <a:cubicBezTo>
                    <a:pt x="30671" y="94483"/>
                    <a:pt x="28116" y="97037"/>
                    <a:pt x="24281" y="97037"/>
                  </a:cubicBezTo>
                  <a:cubicBezTo>
                    <a:pt x="20447" y="97037"/>
                    <a:pt x="17891" y="94483"/>
                    <a:pt x="17891" y="90653"/>
                  </a:cubicBezTo>
                  <a:lnTo>
                    <a:pt x="17891" y="44049"/>
                  </a:lnTo>
                  <a:cubicBezTo>
                    <a:pt x="6390" y="60009"/>
                    <a:pt x="0" y="78523"/>
                    <a:pt x="0" y="97675"/>
                  </a:cubicBezTo>
                  <a:lnTo>
                    <a:pt x="0" y="122572"/>
                  </a:lnTo>
                  <a:cubicBezTo>
                    <a:pt x="4473" y="125764"/>
                    <a:pt x="23004" y="135979"/>
                    <a:pt x="78596" y="135979"/>
                  </a:cubicBezTo>
                  <a:cubicBezTo>
                    <a:pt x="134189" y="135979"/>
                    <a:pt x="150802" y="125764"/>
                    <a:pt x="155275" y="121934"/>
                  </a:cubicBezTo>
                </a:path>
              </a:pathLst>
            </a:custGeom>
            <a:solidFill>
              <a:srgbClr val="0076A8"/>
            </a:solidFill>
            <a:ln w="6390" cap="flat">
              <a:noFill/>
              <a:prstDash val="solid"/>
              <a:miter/>
            </a:ln>
          </p:spPr>
          <p:txBody>
            <a:bodyPr rtlCol="0" anchor="ctr"/>
            <a:lstStyle/>
            <a:p>
              <a:endParaRPr lang="en-US"/>
            </a:p>
          </p:txBody>
        </p:sp>
      </p:grpSp>
      <p:grpSp>
        <p:nvGrpSpPr>
          <p:cNvPr id="767" name="Graphic 4">
            <a:extLst>
              <a:ext uri="{FF2B5EF4-FFF2-40B4-BE49-F238E27FC236}">
                <a16:creationId xmlns:a16="http://schemas.microsoft.com/office/drawing/2014/main" id="{0A4D5340-4B0B-4D44-B342-E878E28361B6}"/>
              </a:ext>
            </a:extLst>
          </p:cNvPr>
          <p:cNvGrpSpPr/>
          <p:nvPr/>
        </p:nvGrpSpPr>
        <p:grpSpPr>
          <a:xfrm>
            <a:off x="10934460" y="1893013"/>
            <a:ext cx="361671" cy="361971"/>
            <a:chOff x="10934460" y="1893013"/>
            <a:chExt cx="361671" cy="361971"/>
          </a:xfrm>
          <a:solidFill>
            <a:srgbClr val="0076A8"/>
          </a:solidFill>
        </p:grpSpPr>
        <p:sp>
          <p:nvSpPr>
            <p:cNvPr id="768" name="Graphic 4">
              <a:extLst>
                <a:ext uri="{FF2B5EF4-FFF2-40B4-BE49-F238E27FC236}">
                  <a16:creationId xmlns:a16="http://schemas.microsoft.com/office/drawing/2014/main" id="{4CC9A9ED-F7E5-2C49-B4E3-E7E414318EA1}"/>
                </a:ext>
              </a:extLst>
            </p:cNvPr>
            <p:cNvSpPr/>
            <p:nvPr/>
          </p:nvSpPr>
          <p:spPr>
            <a:xfrm>
              <a:off x="10934460" y="1893013"/>
              <a:ext cx="361671" cy="361971"/>
            </a:xfrm>
            <a:custGeom>
              <a:avLst/>
              <a:gdLst>
                <a:gd name="connsiteX0" fmla="*/ 180836 w 361671"/>
                <a:gd name="connsiteY0" fmla="*/ 349204 h 361971"/>
                <a:gd name="connsiteX1" fmla="*/ 12780 w 361671"/>
                <a:gd name="connsiteY1" fmla="*/ 181305 h 361971"/>
                <a:gd name="connsiteX2" fmla="*/ 180836 w 361671"/>
                <a:gd name="connsiteY2" fmla="*/ 12768 h 361971"/>
                <a:gd name="connsiteX3" fmla="*/ 348891 w 361671"/>
                <a:gd name="connsiteY3" fmla="*/ 180667 h 361971"/>
                <a:gd name="connsiteX4" fmla="*/ 348891 w 361671"/>
                <a:gd name="connsiteY4" fmla="*/ 180667 h 361971"/>
                <a:gd name="connsiteX5" fmla="*/ 180836 w 361671"/>
                <a:gd name="connsiteY5" fmla="*/ 349204 h 361971"/>
                <a:gd name="connsiteX6" fmla="*/ 180836 w 361671"/>
                <a:gd name="connsiteY6" fmla="*/ 0 h 361971"/>
                <a:gd name="connsiteX7" fmla="*/ 0 w 361671"/>
                <a:gd name="connsiteY7" fmla="*/ 180667 h 361971"/>
                <a:gd name="connsiteX8" fmla="*/ 180836 w 361671"/>
                <a:gd name="connsiteY8" fmla="*/ 361972 h 361971"/>
                <a:gd name="connsiteX9" fmla="*/ 361671 w 361671"/>
                <a:gd name="connsiteY9" fmla="*/ 181305 h 361971"/>
                <a:gd name="connsiteX10" fmla="*/ 361671 w 361671"/>
                <a:gd name="connsiteY10" fmla="*/ 181305 h 361971"/>
                <a:gd name="connsiteX11" fmla="*/ 180836 w 361671"/>
                <a:gd name="connsiteY11" fmla="*/ 0 h 361971"/>
                <a:gd name="connsiteX12" fmla="*/ 180836 w 361671"/>
                <a:gd name="connsiteY12"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1" h="361971">
                  <a:moveTo>
                    <a:pt x="180836" y="349204"/>
                  </a:moveTo>
                  <a:cubicBezTo>
                    <a:pt x="87543" y="349204"/>
                    <a:pt x="12780" y="273873"/>
                    <a:pt x="12780" y="181305"/>
                  </a:cubicBezTo>
                  <a:cubicBezTo>
                    <a:pt x="12780" y="88099"/>
                    <a:pt x="88181" y="12768"/>
                    <a:pt x="180836" y="12768"/>
                  </a:cubicBezTo>
                  <a:cubicBezTo>
                    <a:pt x="274128" y="12768"/>
                    <a:pt x="348891" y="88099"/>
                    <a:pt x="348891" y="180667"/>
                  </a:cubicBezTo>
                  <a:cubicBezTo>
                    <a:pt x="348891" y="180667"/>
                    <a:pt x="348891" y="180667"/>
                    <a:pt x="348891" y="180667"/>
                  </a:cubicBezTo>
                  <a:cubicBezTo>
                    <a:pt x="348891" y="273873"/>
                    <a:pt x="273490" y="349204"/>
                    <a:pt x="180836" y="349204"/>
                  </a:cubicBezTo>
                  <a:moveTo>
                    <a:pt x="180836" y="0"/>
                  </a:moveTo>
                  <a:cubicBezTo>
                    <a:pt x="80514" y="0"/>
                    <a:pt x="0" y="81077"/>
                    <a:pt x="0" y="180667"/>
                  </a:cubicBezTo>
                  <a:cubicBezTo>
                    <a:pt x="0" y="280895"/>
                    <a:pt x="81153" y="361972"/>
                    <a:pt x="180836" y="361972"/>
                  </a:cubicBezTo>
                  <a:cubicBezTo>
                    <a:pt x="281157" y="361972"/>
                    <a:pt x="361671" y="280895"/>
                    <a:pt x="361671" y="181305"/>
                  </a:cubicBezTo>
                  <a:cubicBezTo>
                    <a:pt x="361671" y="181305"/>
                    <a:pt x="361671" y="181305"/>
                    <a:pt x="361671" y="181305"/>
                  </a:cubicBezTo>
                  <a:cubicBezTo>
                    <a:pt x="361671" y="81077"/>
                    <a:pt x="281157" y="0"/>
                    <a:pt x="180836" y="0"/>
                  </a:cubicBezTo>
                  <a:cubicBezTo>
                    <a:pt x="180836" y="0"/>
                    <a:pt x="180836" y="0"/>
                    <a:pt x="180836" y="0"/>
                  </a:cubicBezTo>
                </a:path>
              </a:pathLst>
            </a:custGeom>
            <a:solidFill>
              <a:srgbClr val="0076A8"/>
            </a:solidFill>
            <a:ln w="6390" cap="flat">
              <a:noFill/>
              <a:prstDash val="solid"/>
              <a:miter/>
            </a:ln>
          </p:spPr>
          <p:txBody>
            <a:bodyPr rtlCol="0" anchor="ctr"/>
            <a:lstStyle/>
            <a:p>
              <a:endParaRPr lang="en-US"/>
            </a:p>
          </p:txBody>
        </p:sp>
        <p:sp>
          <p:nvSpPr>
            <p:cNvPr id="769" name="Graphic 4">
              <a:extLst>
                <a:ext uri="{FF2B5EF4-FFF2-40B4-BE49-F238E27FC236}">
                  <a16:creationId xmlns:a16="http://schemas.microsoft.com/office/drawing/2014/main" id="{1A6EF72F-051D-264A-9CDC-C1749F94A499}"/>
                </a:ext>
              </a:extLst>
            </p:cNvPr>
            <p:cNvSpPr/>
            <p:nvPr/>
          </p:nvSpPr>
          <p:spPr>
            <a:xfrm>
              <a:off x="11016890" y="1978057"/>
              <a:ext cx="196171" cy="192658"/>
            </a:xfrm>
            <a:custGeom>
              <a:avLst/>
              <a:gdLst>
                <a:gd name="connsiteX0" fmla="*/ 171251 w 196171"/>
                <a:gd name="connsiteY0" fmla="*/ 70725 h 192658"/>
                <a:gd name="connsiteX1" fmla="*/ 152720 w 196171"/>
                <a:gd name="connsiteY1" fmla="*/ 52211 h 192658"/>
                <a:gd name="connsiteX2" fmla="*/ 143774 w 196171"/>
                <a:gd name="connsiteY2" fmla="*/ 52211 h 192658"/>
                <a:gd name="connsiteX3" fmla="*/ 110546 w 196171"/>
                <a:gd name="connsiteY3" fmla="*/ 85408 h 192658"/>
                <a:gd name="connsiteX4" fmla="*/ 102878 w 196171"/>
                <a:gd name="connsiteY4" fmla="*/ 77747 h 192658"/>
                <a:gd name="connsiteX5" fmla="*/ 136106 w 196171"/>
                <a:gd name="connsiteY5" fmla="*/ 44550 h 192658"/>
                <a:gd name="connsiteX6" fmla="*/ 136106 w 196171"/>
                <a:gd name="connsiteY6" fmla="*/ 35613 h 192658"/>
                <a:gd name="connsiteX7" fmla="*/ 122687 w 196171"/>
                <a:gd name="connsiteY7" fmla="*/ 22207 h 192658"/>
                <a:gd name="connsiteX8" fmla="*/ 150164 w 196171"/>
                <a:gd name="connsiteY8" fmla="*/ 28591 h 192658"/>
                <a:gd name="connsiteX9" fmla="*/ 182113 w 196171"/>
                <a:gd name="connsiteY9" fmla="*/ 60510 h 192658"/>
                <a:gd name="connsiteX10" fmla="*/ 171251 w 196171"/>
                <a:gd name="connsiteY10" fmla="*/ 70725 h 192658"/>
                <a:gd name="connsiteX11" fmla="*/ 177641 w 196171"/>
                <a:gd name="connsiteY11" fmla="*/ 177337 h 192658"/>
                <a:gd name="connsiteX12" fmla="*/ 170612 w 196171"/>
                <a:gd name="connsiteY12" fmla="*/ 177337 h 192658"/>
                <a:gd name="connsiteX13" fmla="*/ 69650 w 196171"/>
                <a:gd name="connsiteY13" fmla="*/ 76470 h 192658"/>
                <a:gd name="connsiteX14" fmla="*/ 61343 w 196171"/>
                <a:gd name="connsiteY14" fmla="*/ 72640 h 192658"/>
                <a:gd name="connsiteX15" fmla="*/ 55593 w 196171"/>
                <a:gd name="connsiteY15" fmla="*/ 73917 h 192658"/>
                <a:gd name="connsiteX16" fmla="*/ 21087 w 196171"/>
                <a:gd name="connsiteY16" fmla="*/ 65618 h 192658"/>
                <a:gd name="connsiteX17" fmla="*/ 14697 w 196171"/>
                <a:gd name="connsiteY17" fmla="*/ 54765 h 192658"/>
                <a:gd name="connsiteX18" fmla="*/ 55593 w 196171"/>
                <a:gd name="connsiteY18" fmla="*/ 51573 h 192658"/>
                <a:gd name="connsiteX19" fmla="*/ 62622 w 196171"/>
                <a:gd name="connsiteY19" fmla="*/ 33059 h 192658"/>
                <a:gd name="connsiteX20" fmla="*/ 55593 w 196171"/>
                <a:gd name="connsiteY20" fmla="*/ 13907 h 192658"/>
                <a:gd name="connsiteX21" fmla="*/ 67094 w 196171"/>
                <a:gd name="connsiteY21" fmla="*/ 20930 h 192658"/>
                <a:gd name="connsiteX22" fmla="*/ 74123 w 196171"/>
                <a:gd name="connsiteY22" fmla="*/ 55403 h 192658"/>
                <a:gd name="connsiteX23" fmla="*/ 76679 w 196171"/>
                <a:gd name="connsiteY23" fmla="*/ 68171 h 192658"/>
                <a:gd name="connsiteX24" fmla="*/ 105434 w 196171"/>
                <a:gd name="connsiteY24" fmla="*/ 96899 h 192658"/>
                <a:gd name="connsiteX25" fmla="*/ 105434 w 196171"/>
                <a:gd name="connsiteY25" fmla="*/ 96899 h 192658"/>
                <a:gd name="connsiteX26" fmla="*/ 177002 w 196171"/>
                <a:gd name="connsiteY26" fmla="*/ 169676 h 192658"/>
                <a:gd name="connsiteX27" fmla="*/ 177641 w 196171"/>
                <a:gd name="connsiteY27" fmla="*/ 177337 h 192658"/>
                <a:gd name="connsiteX28" fmla="*/ 177641 w 196171"/>
                <a:gd name="connsiteY28" fmla="*/ 177337 h 192658"/>
                <a:gd name="connsiteX29" fmla="*/ 21726 w 196171"/>
                <a:gd name="connsiteY29" fmla="*/ 174145 h 192658"/>
                <a:gd name="connsiteX30" fmla="*/ 14697 w 196171"/>
                <a:gd name="connsiteY30" fmla="*/ 174145 h 192658"/>
                <a:gd name="connsiteX31" fmla="*/ 14058 w 196171"/>
                <a:gd name="connsiteY31" fmla="*/ 173507 h 192658"/>
                <a:gd name="connsiteX32" fmla="*/ 12141 w 196171"/>
                <a:gd name="connsiteY32" fmla="*/ 169676 h 192658"/>
                <a:gd name="connsiteX33" fmla="*/ 14058 w 196171"/>
                <a:gd name="connsiteY33" fmla="*/ 165846 h 192658"/>
                <a:gd name="connsiteX34" fmla="*/ 77318 w 196171"/>
                <a:gd name="connsiteY34" fmla="*/ 102645 h 192658"/>
                <a:gd name="connsiteX35" fmla="*/ 84986 w 196171"/>
                <a:gd name="connsiteY35" fmla="*/ 110305 h 192658"/>
                <a:gd name="connsiteX36" fmla="*/ 21726 w 196171"/>
                <a:gd name="connsiteY36" fmla="*/ 174145 h 192658"/>
                <a:gd name="connsiteX37" fmla="*/ 157192 w 196171"/>
                <a:gd name="connsiteY37" fmla="*/ 17738 h 192658"/>
                <a:gd name="connsiteX38" fmla="*/ 153997 w 196171"/>
                <a:gd name="connsiteY38" fmla="*/ 15823 h 192658"/>
                <a:gd name="connsiteX39" fmla="*/ 109268 w 196171"/>
                <a:gd name="connsiteY39" fmla="*/ 4970 h 192658"/>
                <a:gd name="connsiteX40" fmla="*/ 103517 w 196171"/>
                <a:gd name="connsiteY40" fmla="*/ 6885 h 192658"/>
                <a:gd name="connsiteX41" fmla="*/ 100961 w 196171"/>
                <a:gd name="connsiteY41" fmla="*/ 9439 h 192658"/>
                <a:gd name="connsiteX42" fmla="*/ 100961 w 196171"/>
                <a:gd name="connsiteY42" fmla="*/ 18376 h 192658"/>
                <a:gd name="connsiteX43" fmla="*/ 122048 w 196171"/>
                <a:gd name="connsiteY43" fmla="*/ 39443 h 192658"/>
                <a:gd name="connsiteX44" fmla="*/ 93293 w 196171"/>
                <a:gd name="connsiteY44" fmla="*/ 68171 h 192658"/>
                <a:gd name="connsiteX45" fmla="*/ 86264 w 196171"/>
                <a:gd name="connsiteY45" fmla="*/ 61149 h 192658"/>
                <a:gd name="connsiteX46" fmla="*/ 60704 w 196171"/>
                <a:gd name="connsiteY46" fmla="*/ 3055 h 192658"/>
                <a:gd name="connsiteX47" fmla="*/ 37701 w 196171"/>
                <a:gd name="connsiteY47" fmla="*/ 501 h 192658"/>
                <a:gd name="connsiteX48" fmla="*/ 32589 w 196171"/>
                <a:gd name="connsiteY48" fmla="*/ 4970 h 192658"/>
                <a:gd name="connsiteX49" fmla="*/ 33867 w 196171"/>
                <a:gd name="connsiteY49" fmla="*/ 11354 h 192658"/>
                <a:gd name="connsiteX50" fmla="*/ 44730 w 196171"/>
                <a:gd name="connsiteY50" fmla="*/ 22207 h 192658"/>
                <a:gd name="connsiteX51" fmla="*/ 49203 w 196171"/>
                <a:gd name="connsiteY51" fmla="*/ 33698 h 192658"/>
                <a:gd name="connsiteX52" fmla="*/ 44730 w 196171"/>
                <a:gd name="connsiteY52" fmla="*/ 45189 h 192658"/>
                <a:gd name="connsiteX53" fmla="*/ 22365 w 196171"/>
                <a:gd name="connsiteY53" fmla="*/ 45189 h 192658"/>
                <a:gd name="connsiteX54" fmla="*/ 22365 w 196171"/>
                <a:gd name="connsiteY54" fmla="*/ 45189 h 192658"/>
                <a:gd name="connsiteX55" fmla="*/ 11502 w 196171"/>
                <a:gd name="connsiteY55" fmla="*/ 34336 h 192658"/>
                <a:gd name="connsiteX56" fmla="*/ 5112 w 196171"/>
                <a:gd name="connsiteY56" fmla="*/ 33059 h 192658"/>
                <a:gd name="connsiteX57" fmla="*/ 639 w 196171"/>
                <a:gd name="connsiteY57" fmla="*/ 38166 h 192658"/>
                <a:gd name="connsiteX58" fmla="*/ 38340 w 196171"/>
                <a:gd name="connsiteY58" fmla="*/ 89238 h 192658"/>
                <a:gd name="connsiteX59" fmla="*/ 61343 w 196171"/>
                <a:gd name="connsiteY59" fmla="*/ 86685 h 192658"/>
                <a:gd name="connsiteX60" fmla="*/ 69012 w 196171"/>
                <a:gd name="connsiteY60" fmla="*/ 94345 h 192658"/>
                <a:gd name="connsiteX61" fmla="*/ 5751 w 196171"/>
                <a:gd name="connsiteY61" fmla="*/ 157547 h 192658"/>
                <a:gd name="connsiteX62" fmla="*/ 0 w 196171"/>
                <a:gd name="connsiteY62" fmla="*/ 170315 h 192658"/>
                <a:gd name="connsiteX63" fmla="*/ 5751 w 196171"/>
                <a:gd name="connsiteY63" fmla="*/ 183083 h 192658"/>
                <a:gd name="connsiteX64" fmla="*/ 19170 w 196171"/>
                <a:gd name="connsiteY64" fmla="*/ 188828 h 192658"/>
                <a:gd name="connsiteX65" fmla="*/ 31311 w 196171"/>
                <a:gd name="connsiteY65" fmla="*/ 183721 h 192658"/>
                <a:gd name="connsiteX66" fmla="*/ 94571 w 196171"/>
                <a:gd name="connsiteY66" fmla="*/ 120520 h 192658"/>
                <a:gd name="connsiteX67" fmla="*/ 161666 w 196171"/>
                <a:gd name="connsiteY67" fmla="*/ 187552 h 192658"/>
                <a:gd name="connsiteX68" fmla="*/ 173807 w 196171"/>
                <a:gd name="connsiteY68" fmla="*/ 192659 h 192658"/>
                <a:gd name="connsiteX69" fmla="*/ 186587 w 196171"/>
                <a:gd name="connsiteY69" fmla="*/ 187552 h 192658"/>
                <a:gd name="connsiteX70" fmla="*/ 186587 w 196171"/>
                <a:gd name="connsiteY70" fmla="*/ 162654 h 192658"/>
                <a:gd name="connsiteX71" fmla="*/ 118853 w 196171"/>
                <a:gd name="connsiteY71" fmla="*/ 95622 h 192658"/>
                <a:gd name="connsiteX72" fmla="*/ 147607 w 196171"/>
                <a:gd name="connsiteY72" fmla="*/ 66894 h 192658"/>
                <a:gd name="connsiteX73" fmla="*/ 166138 w 196171"/>
                <a:gd name="connsiteY73" fmla="*/ 85408 h 192658"/>
                <a:gd name="connsiteX74" fmla="*/ 175084 w 196171"/>
                <a:gd name="connsiteY74" fmla="*/ 85408 h 192658"/>
                <a:gd name="connsiteX75" fmla="*/ 175084 w 196171"/>
                <a:gd name="connsiteY75" fmla="*/ 85408 h 192658"/>
                <a:gd name="connsiteX76" fmla="*/ 194254 w 196171"/>
                <a:gd name="connsiteY76" fmla="*/ 66256 h 192658"/>
                <a:gd name="connsiteX77" fmla="*/ 194254 w 196171"/>
                <a:gd name="connsiteY77" fmla="*/ 57318 h 192658"/>
                <a:gd name="connsiteX78" fmla="*/ 157192 w 196171"/>
                <a:gd name="connsiteY78" fmla="*/ 17738 h 192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96171" h="192658">
                  <a:moveTo>
                    <a:pt x="171251" y="70725"/>
                  </a:moveTo>
                  <a:lnTo>
                    <a:pt x="152720" y="52211"/>
                  </a:lnTo>
                  <a:cubicBezTo>
                    <a:pt x="150164" y="49658"/>
                    <a:pt x="146330" y="49658"/>
                    <a:pt x="143774" y="52211"/>
                  </a:cubicBezTo>
                  <a:lnTo>
                    <a:pt x="110546" y="85408"/>
                  </a:lnTo>
                  <a:lnTo>
                    <a:pt x="102878" y="77747"/>
                  </a:lnTo>
                  <a:lnTo>
                    <a:pt x="136106" y="44550"/>
                  </a:lnTo>
                  <a:cubicBezTo>
                    <a:pt x="138662" y="41997"/>
                    <a:pt x="138662" y="38166"/>
                    <a:pt x="136106" y="35613"/>
                  </a:cubicBezTo>
                  <a:lnTo>
                    <a:pt x="122687" y="22207"/>
                  </a:lnTo>
                  <a:lnTo>
                    <a:pt x="150164" y="28591"/>
                  </a:lnTo>
                  <a:lnTo>
                    <a:pt x="182113" y="60510"/>
                  </a:lnTo>
                  <a:lnTo>
                    <a:pt x="171251" y="70725"/>
                  </a:lnTo>
                  <a:close/>
                  <a:moveTo>
                    <a:pt x="177641" y="177337"/>
                  </a:moveTo>
                  <a:cubicBezTo>
                    <a:pt x="175723" y="179252"/>
                    <a:pt x="172528" y="179252"/>
                    <a:pt x="170612" y="177337"/>
                  </a:cubicBezTo>
                  <a:lnTo>
                    <a:pt x="69650" y="76470"/>
                  </a:lnTo>
                  <a:cubicBezTo>
                    <a:pt x="67733" y="73917"/>
                    <a:pt x="64538" y="72640"/>
                    <a:pt x="61343" y="72640"/>
                  </a:cubicBezTo>
                  <a:cubicBezTo>
                    <a:pt x="59427" y="72640"/>
                    <a:pt x="57509" y="73278"/>
                    <a:pt x="55593" y="73917"/>
                  </a:cubicBezTo>
                  <a:cubicBezTo>
                    <a:pt x="43452" y="78386"/>
                    <a:pt x="30033" y="75194"/>
                    <a:pt x="21087" y="65618"/>
                  </a:cubicBezTo>
                  <a:cubicBezTo>
                    <a:pt x="18531" y="62426"/>
                    <a:pt x="15975" y="58595"/>
                    <a:pt x="14697" y="54765"/>
                  </a:cubicBezTo>
                  <a:cubicBezTo>
                    <a:pt x="26838" y="64979"/>
                    <a:pt x="45368" y="63702"/>
                    <a:pt x="55593" y="51573"/>
                  </a:cubicBezTo>
                  <a:cubicBezTo>
                    <a:pt x="60066" y="46466"/>
                    <a:pt x="62622" y="40082"/>
                    <a:pt x="62622" y="33059"/>
                  </a:cubicBezTo>
                  <a:cubicBezTo>
                    <a:pt x="62622" y="26037"/>
                    <a:pt x="60066" y="19015"/>
                    <a:pt x="55593" y="13907"/>
                  </a:cubicBezTo>
                  <a:cubicBezTo>
                    <a:pt x="60066" y="15823"/>
                    <a:pt x="63899" y="17738"/>
                    <a:pt x="67094" y="20930"/>
                  </a:cubicBezTo>
                  <a:cubicBezTo>
                    <a:pt x="76040" y="29867"/>
                    <a:pt x="79235" y="43912"/>
                    <a:pt x="74123" y="55403"/>
                  </a:cubicBezTo>
                  <a:cubicBezTo>
                    <a:pt x="72207" y="59872"/>
                    <a:pt x="73484" y="64979"/>
                    <a:pt x="76679" y="68171"/>
                  </a:cubicBezTo>
                  <a:lnTo>
                    <a:pt x="105434" y="96899"/>
                  </a:lnTo>
                  <a:lnTo>
                    <a:pt x="105434" y="96899"/>
                  </a:lnTo>
                  <a:lnTo>
                    <a:pt x="177002" y="169676"/>
                  </a:lnTo>
                  <a:cubicBezTo>
                    <a:pt x="179557" y="172868"/>
                    <a:pt x="179557" y="176060"/>
                    <a:pt x="177641" y="177337"/>
                  </a:cubicBezTo>
                  <a:cubicBezTo>
                    <a:pt x="177641" y="177976"/>
                    <a:pt x="177641" y="177976"/>
                    <a:pt x="177641" y="177337"/>
                  </a:cubicBezTo>
                  <a:moveTo>
                    <a:pt x="21726" y="174145"/>
                  </a:moveTo>
                  <a:cubicBezTo>
                    <a:pt x="19809" y="176060"/>
                    <a:pt x="16614" y="176060"/>
                    <a:pt x="14697" y="174145"/>
                  </a:cubicBezTo>
                  <a:cubicBezTo>
                    <a:pt x="14697" y="174145"/>
                    <a:pt x="14058" y="173507"/>
                    <a:pt x="14058" y="173507"/>
                  </a:cubicBezTo>
                  <a:cubicBezTo>
                    <a:pt x="12780" y="172868"/>
                    <a:pt x="12141" y="170953"/>
                    <a:pt x="12141" y="169676"/>
                  </a:cubicBezTo>
                  <a:cubicBezTo>
                    <a:pt x="12141" y="168400"/>
                    <a:pt x="12780" y="166484"/>
                    <a:pt x="14058" y="165846"/>
                  </a:cubicBezTo>
                  <a:lnTo>
                    <a:pt x="77318" y="102645"/>
                  </a:lnTo>
                  <a:lnTo>
                    <a:pt x="84986" y="110305"/>
                  </a:lnTo>
                  <a:lnTo>
                    <a:pt x="21726" y="174145"/>
                  </a:lnTo>
                  <a:close/>
                  <a:moveTo>
                    <a:pt x="157192" y="17738"/>
                  </a:moveTo>
                  <a:cubicBezTo>
                    <a:pt x="156553" y="17099"/>
                    <a:pt x="155276" y="16461"/>
                    <a:pt x="153997" y="15823"/>
                  </a:cubicBezTo>
                  <a:lnTo>
                    <a:pt x="109268" y="4970"/>
                  </a:lnTo>
                  <a:cubicBezTo>
                    <a:pt x="107351" y="4331"/>
                    <a:pt x="104795" y="4970"/>
                    <a:pt x="103517" y="6885"/>
                  </a:cubicBezTo>
                  <a:lnTo>
                    <a:pt x="100961" y="9439"/>
                  </a:lnTo>
                  <a:cubicBezTo>
                    <a:pt x="98405" y="11992"/>
                    <a:pt x="98405" y="15823"/>
                    <a:pt x="100961" y="18376"/>
                  </a:cubicBezTo>
                  <a:lnTo>
                    <a:pt x="122048" y="39443"/>
                  </a:lnTo>
                  <a:lnTo>
                    <a:pt x="93293" y="68171"/>
                  </a:lnTo>
                  <a:lnTo>
                    <a:pt x="86264" y="61149"/>
                  </a:lnTo>
                  <a:cubicBezTo>
                    <a:pt x="95210" y="38166"/>
                    <a:pt x="83708" y="11992"/>
                    <a:pt x="60704" y="3055"/>
                  </a:cubicBezTo>
                  <a:cubicBezTo>
                    <a:pt x="53676" y="501"/>
                    <a:pt x="45368" y="-776"/>
                    <a:pt x="37701" y="501"/>
                  </a:cubicBezTo>
                  <a:cubicBezTo>
                    <a:pt x="35145" y="1139"/>
                    <a:pt x="33228" y="2416"/>
                    <a:pt x="32589" y="4970"/>
                  </a:cubicBezTo>
                  <a:cubicBezTo>
                    <a:pt x="31950" y="7523"/>
                    <a:pt x="32589" y="9439"/>
                    <a:pt x="33867" y="11354"/>
                  </a:cubicBezTo>
                  <a:lnTo>
                    <a:pt x="44730" y="22207"/>
                  </a:lnTo>
                  <a:cubicBezTo>
                    <a:pt x="47925" y="25399"/>
                    <a:pt x="49203" y="29229"/>
                    <a:pt x="49203" y="33698"/>
                  </a:cubicBezTo>
                  <a:cubicBezTo>
                    <a:pt x="49203" y="38166"/>
                    <a:pt x="47286" y="41997"/>
                    <a:pt x="44730" y="45189"/>
                  </a:cubicBezTo>
                  <a:cubicBezTo>
                    <a:pt x="38340" y="51573"/>
                    <a:pt x="28755" y="51573"/>
                    <a:pt x="22365" y="45189"/>
                  </a:cubicBezTo>
                  <a:cubicBezTo>
                    <a:pt x="22365" y="45189"/>
                    <a:pt x="22365" y="45189"/>
                    <a:pt x="22365" y="45189"/>
                  </a:cubicBezTo>
                  <a:lnTo>
                    <a:pt x="11502" y="34336"/>
                  </a:lnTo>
                  <a:cubicBezTo>
                    <a:pt x="9585" y="32421"/>
                    <a:pt x="7668" y="31783"/>
                    <a:pt x="5112" y="33059"/>
                  </a:cubicBezTo>
                  <a:cubicBezTo>
                    <a:pt x="2556" y="33698"/>
                    <a:pt x="1278" y="35613"/>
                    <a:pt x="639" y="38166"/>
                  </a:cubicBezTo>
                  <a:cubicBezTo>
                    <a:pt x="-3195" y="62426"/>
                    <a:pt x="14058" y="85408"/>
                    <a:pt x="38340" y="89238"/>
                  </a:cubicBezTo>
                  <a:cubicBezTo>
                    <a:pt x="46008" y="90515"/>
                    <a:pt x="53676" y="89238"/>
                    <a:pt x="61343" y="86685"/>
                  </a:cubicBezTo>
                  <a:lnTo>
                    <a:pt x="69012" y="94345"/>
                  </a:lnTo>
                  <a:lnTo>
                    <a:pt x="5751" y="157547"/>
                  </a:lnTo>
                  <a:cubicBezTo>
                    <a:pt x="2556" y="160739"/>
                    <a:pt x="0" y="165208"/>
                    <a:pt x="0" y="170315"/>
                  </a:cubicBezTo>
                  <a:cubicBezTo>
                    <a:pt x="0" y="175422"/>
                    <a:pt x="1917" y="179891"/>
                    <a:pt x="5751" y="183083"/>
                  </a:cubicBezTo>
                  <a:cubicBezTo>
                    <a:pt x="9585" y="186913"/>
                    <a:pt x="14058" y="188828"/>
                    <a:pt x="19170" y="188828"/>
                  </a:cubicBezTo>
                  <a:cubicBezTo>
                    <a:pt x="23643" y="188828"/>
                    <a:pt x="28116" y="186913"/>
                    <a:pt x="31311" y="183721"/>
                  </a:cubicBezTo>
                  <a:lnTo>
                    <a:pt x="94571" y="120520"/>
                  </a:lnTo>
                  <a:lnTo>
                    <a:pt x="161666" y="187552"/>
                  </a:lnTo>
                  <a:cubicBezTo>
                    <a:pt x="164861" y="190744"/>
                    <a:pt x="169333" y="192659"/>
                    <a:pt x="173807" y="192659"/>
                  </a:cubicBezTo>
                  <a:cubicBezTo>
                    <a:pt x="178279" y="192659"/>
                    <a:pt x="183392" y="190744"/>
                    <a:pt x="186587" y="187552"/>
                  </a:cubicBezTo>
                  <a:cubicBezTo>
                    <a:pt x="193615" y="180529"/>
                    <a:pt x="193615" y="169676"/>
                    <a:pt x="186587" y="162654"/>
                  </a:cubicBezTo>
                  <a:lnTo>
                    <a:pt x="118853" y="95622"/>
                  </a:lnTo>
                  <a:lnTo>
                    <a:pt x="147607" y="66894"/>
                  </a:lnTo>
                  <a:lnTo>
                    <a:pt x="166138" y="85408"/>
                  </a:lnTo>
                  <a:cubicBezTo>
                    <a:pt x="168695" y="87961"/>
                    <a:pt x="172528" y="87961"/>
                    <a:pt x="175084" y="85408"/>
                  </a:cubicBezTo>
                  <a:cubicBezTo>
                    <a:pt x="175084" y="85408"/>
                    <a:pt x="175084" y="85408"/>
                    <a:pt x="175084" y="85408"/>
                  </a:cubicBezTo>
                  <a:lnTo>
                    <a:pt x="194254" y="66256"/>
                  </a:lnTo>
                  <a:cubicBezTo>
                    <a:pt x="196810" y="63702"/>
                    <a:pt x="196810" y="59872"/>
                    <a:pt x="194254" y="57318"/>
                  </a:cubicBezTo>
                  <a:lnTo>
                    <a:pt x="157192" y="17738"/>
                  </a:lnTo>
                  <a:close/>
                </a:path>
              </a:pathLst>
            </a:custGeom>
            <a:solidFill>
              <a:srgbClr val="0076A8"/>
            </a:solidFill>
            <a:ln w="6390" cap="flat">
              <a:noFill/>
              <a:prstDash val="solid"/>
              <a:miter/>
            </a:ln>
          </p:spPr>
          <p:txBody>
            <a:bodyPr rtlCol="0" anchor="ctr"/>
            <a:lstStyle/>
            <a:p>
              <a:endParaRPr lang="en-US"/>
            </a:p>
          </p:txBody>
        </p:sp>
      </p:grpSp>
      <p:grpSp>
        <p:nvGrpSpPr>
          <p:cNvPr id="770" name="Graphic 4">
            <a:extLst>
              <a:ext uri="{FF2B5EF4-FFF2-40B4-BE49-F238E27FC236}">
                <a16:creationId xmlns:a16="http://schemas.microsoft.com/office/drawing/2014/main" id="{F2AC0533-03A6-7642-81E6-2F73474B55A7}"/>
              </a:ext>
            </a:extLst>
          </p:cNvPr>
          <p:cNvGrpSpPr/>
          <p:nvPr/>
        </p:nvGrpSpPr>
        <p:grpSpPr>
          <a:xfrm>
            <a:off x="11373449" y="1893013"/>
            <a:ext cx="361670" cy="361971"/>
            <a:chOff x="11373449" y="1893013"/>
            <a:chExt cx="361670" cy="361971"/>
          </a:xfrm>
          <a:solidFill>
            <a:srgbClr val="0076A8"/>
          </a:solidFill>
        </p:grpSpPr>
        <p:sp>
          <p:nvSpPr>
            <p:cNvPr id="771" name="Graphic 4">
              <a:extLst>
                <a:ext uri="{FF2B5EF4-FFF2-40B4-BE49-F238E27FC236}">
                  <a16:creationId xmlns:a16="http://schemas.microsoft.com/office/drawing/2014/main" id="{7518B430-2833-084F-995E-CA19BF4E808C}"/>
                </a:ext>
              </a:extLst>
            </p:cNvPr>
            <p:cNvSpPr/>
            <p:nvPr/>
          </p:nvSpPr>
          <p:spPr>
            <a:xfrm>
              <a:off x="11469937" y="1993880"/>
              <a:ext cx="164381" cy="164866"/>
            </a:xfrm>
            <a:custGeom>
              <a:avLst/>
              <a:gdLst>
                <a:gd name="connsiteX0" fmla="*/ 90737 w 164381"/>
                <a:gd name="connsiteY0" fmla="*/ 82992 h 164866"/>
                <a:gd name="connsiteX1" fmla="*/ 90737 w 164381"/>
                <a:gd name="connsiteY1" fmla="*/ 82992 h 164866"/>
                <a:gd name="connsiteX2" fmla="*/ 61982 w 164381"/>
                <a:gd name="connsiteY2" fmla="*/ 54264 h 164866"/>
                <a:gd name="connsiteX3" fmla="*/ 59427 w 164381"/>
                <a:gd name="connsiteY3" fmla="*/ 41496 h 164866"/>
                <a:gd name="connsiteX4" fmla="*/ 52397 w 164381"/>
                <a:gd name="connsiteY4" fmla="*/ 7022 h 164866"/>
                <a:gd name="connsiteX5" fmla="*/ 40896 w 164381"/>
                <a:gd name="connsiteY5" fmla="*/ 0 h 164866"/>
                <a:gd name="connsiteX6" fmla="*/ 38340 w 164381"/>
                <a:gd name="connsiteY6" fmla="*/ 40857 h 164866"/>
                <a:gd name="connsiteX7" fmla="*/ 0 w 164381"/>
                <a:gd name="connsiteY7" fmla="*/ 40857 h 164866"/>
                <a:gd name="connsiteX8" fmla="*/ 40257 w 164381"/>
                <a:gd name="connsiteY8" fmla="*/ 60009 h 164866"/>
                <a:gd name="connsiteX9" fmla="*/ 40896 w 164381"/>
                <a:gd name="connsiteY9" fmla="*/ 60009 h 164866"/>
                <a:gd name="connsiteX10" fmla="*/ 46647 w 164381"/>
                <a:gd name="connsiteY10" fmla="*/ 58733 h 164866"/>
                <a:gd name="connsiteX11" fmla="*/ 54953 w 164381"/>
                <a:gd name="connsiteY11" fmla="*/ 62563 h 164866"/>
                <a:gd name="connsiteX12" fmla="*/ 155915 w 164381"/>
                <a:gd name="connsiteY12" fmla="*/ 163430 h 164866"/>
                <a:gd name="connsiteX13" fmla="*/ 162943 w 164381"/>
                <a:gd name="connsiteY13" fmla="*/ 163430 h 164866"/>
                <a:gd name="connsiteX14" fmla="*/ 162943 w 164381"/>
                <a:gd name="connsiteY14" fmla="*/ 156408 h 164866"/>
                <a:gd name="connsiteX15" fmla="*/ 162943 w 164381"/>
                <a:gd name="connsiteY15" fmla="*/ 156408 h 164866"/>
                <a:gd name="connsiteX16" fmla="*/ 90737 w 164381"/>
                <a:gd name="connsiteY16" fmla="*/ 82992 h 164866"/>
                <a:gd name="connsiteX17" fmla="*/ 90737 w 164381"/>
                <a:gd name="connsiteY17" fmla="*/ 82992 h 16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4381" h="164866">
                  <a:moveTo>
                    <a:pt x="90737" y="82992"/>
                  </a:moveTo>
                  <a:lnTo>
                    <a:pt x="90737" y="82992"/>
                  </a:lnTo>
                  <a:lnTo>
                    <a:pt x="61982" y="54264"/>
                  </a:lnTo>
                  <a:cubicBezTo>
                    <a:pt x="58787" y="51072"/>
                    <a:pt x="57509" y="45965"/>
                    <a:pt x="59427" y="41496"/>
                  </a:cubicBezTo>
                  <a:cubicBezTo>
                    <a:pt x="64538" y="29366"/>
                    <a:pt x="61343" y="15960"/>
                    <a:pt x="52397" y="7022"/>
                  </a:cubicBezTo>
                  <a:cubicBezTo>
                    <a:pt x="49202" y="3830"/>
                    <a:pt x="45368" y="1277"/>
                    <a:pt x="40896" y="0"/>
                  </a:cubicBezTo>
                  <a:cubicBezTo>
                    <a:pt x="51758" y="12130"/>
                    <a:pt x="50481" y="30005"/>
                    <a:pt x="38340" y="40857"/>
                  </a:cubicBezTo>
                  <a:cubicBezTo>
                    <a:pt x="27477" y="50433"/>
                    <a:pt x="10863" y="50433"/>
                    <a:pt x="0" y="40857"/>
                  </a:cubicBezTo>
                  <a:cubicBezTo>
                    <a:pt x="5751" y="57456"/>
                    <a:pt x="23642" y="65755"/>
                    <a:pt x="40257" y="60009"/>
                  </a:cubicBezTo>
                  <a:cubicBezTo>
                    <a:pt x="40257" y="60009"/>
                    <a:pt x="40896" y="60009"/>
                    <a:pt x="40896" y="60009"/>
                  </a:cubicBezTo>
                  <a:cubicBezTo>
                    <a:pt x="42812" y="58733"/>
                    <a:pt x="44730" y="58733"/>
                    <a:pt x="46647" y="58733"/>
                  </a:cubicBezTo>
                  <a:cubicBezTo>
                    <a:pt x="49842" y="58733"/>
                    <a:pt x="53037" y="60009"/>
                    <a:pt x="54953" y="62563"/>
                  </a:cubicBezTo>
                  <a:lnTo>
                    <a:pt x="155915" y="163430"/>
                  </a:lnTo>
                  <a:cubicBezTo>
                    <a:pt x="157831" y="165345"/>
                    <a:pt x="161026" y="165345"/>
                    <a:pt x="162943" y="163430"/>
                  </a:cubicBezTo>
                  <a:cubicBezTo>
                    <a:pt x="164861" y="161515"/>
                    <a:pt x="164861" y="158323"/>
                    <a:pt x="162943" y="156408"/>
                  </a:cubicBezTo>
                  <a:cubicBezTo>
                    <a:pt x="162943" y="156408"/>
                    <a:pt x="162943" y="156408"/>
                    <a:pt x="162943" y="156408"/>
                  </a:cubicBezTo>
                  <a:lnTo>
                    <a:pt x="90737" y="82992"/>
                  </a:lnTo>
                  <a:lnTo>
                    <a:pt x="90737" y="82992"/>
                  </a:lnTo>
                </a:path>
              </a:pathLst>
            </a:custGeom>
            <a:solidFill>
              <a:srgbClr val="0076A8"/>
            </a:solidFill>
            <a:ln w="6390" cap="flat">
              <a:noFill/>
              <a:prstDash val="solid"/>
              <a:miter/>
            </a:ln>
          </p:spPr>
          <p:txBody>
            <a:bodyPr rtlCol="0" anchor="ctr"/>
            <a:lstStyle/>
            <a:p>
              <a:endParaRPr lang="en-US"/>
            </a:p>
          </p:txBody>
        </p:sp>
        <p:sp>
          <p:nvSpPr>
            <p:cNvPr id="772" name="Graphic 4">
              <a:extLst>
                <a:ext uri="{FF2B5EF4-FFF2-40B4-BE49-F238E27FC236}">
                  <a16:creationId xmlns:a16="http://schemas.microsoft.com/office/drawing/2014/main" id="{4FB49B22-BE44-114C-BF87-1E3AC2A0B4A8}"/>
                </a:ext>
              </a:extLst>
            </p:cNvPr>
            <p:cNvSpPr/>
            <p:nvPr/>
          </p:nvSpPr>
          <p:spPr>
            <a:xfrm>
              <a:off x="11467380" y="2080702"/>
              <a:ext cx="72845" cy="72657"/>
            </a:xfrm>
            <a:custGeom>
              <a:avLst/>
              <a:gdLst>
                <a:gd name="connsiteX0" fmla="*/ 1917 w 72845"/>
                <a:gd name="connsiteY0" fmla="*/ 63202 h 72657"/>
                <a:gd name="connsiteX1" fmla="*/ 0 w 72845"/>
                <a:gd name="connsiteY1" fmla="*/ 67032 h 72657"/>
                <a:gd name="connsiteX2" fmla="*/ 1917 w 72845"/>
                <a:gd name="connsiteY2" fmla="*/ 70862 h 72657"/>
                <a:gd name="connsiteX3" fmla="*/ 8946 w 72845"/>
                <a:gd name="connsiteY3" fmla="*/ 71501 h 72657"/>
                <a:gd name="connsiteX4" fmla="*/ 9585 w 72845"/>
                <a:gd name="connsiteY4" fmla="*/ 70862 h 72657"/>
                <a:gd name="connsiteX5" fmla="*/ 72845 w 72845"/>
                <a:gd name="connsiteY5" fmla="*/ 7661 h 72657"/>
                <a:gd name="connsiteX6" fmla="*/ 65178 w 72845"/>
                <a:gd name="connsiteY6" fmla="*/ 0 h 72657"/>
                <a:gd name="connsiteX7" fmla="*/ 1917 w 72845"/>
                <a:gd name="connsiteY7" fmla="*/ 63202 h 72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845" h="72657">
                  <a:moveTo>
                    <a:pt x="1917" y="63202"/>
                  </a:moveTo>
                  <a:cubicBezTo>
                    <a:pt x="639" y="64478"/>
                    <a:pt x="0" y="65755"/>
                    <a:pt x="0" y="67032"/>
                  </a:cubicBezTo>
                  <a:cubicBezTo>
                    <a:pt x="0" y="68309"/>
                    <a:pt x="639" y="69586"/>
                    <a:pt x="1917" y="70862"/>
                  </a:cubicBezTo>
                  <a:cubicBezTo>
                    <a:pt x="3834" y="72778"/>
                    <a:pt x="7029" y="73416"/>
                    <a:pt x="8946" y="71501"/>
                  </a:cubicBezTo>
                  <a:cubicBezTo>
                    <a:pt x="8946" y="71501"/>
                    <a:pt x="9585" y="71501"/>
                    <a:pt x="9585" y="70862"/>
                  </a:cubicBezTo>
                  <a:lnTo>
                    <a:pt x="72845" y="7661"/>
                  </a:lnTo>
                  <a:lnTo>
                    <a:pt x="65178" y="0"/>
                  </a:lnTo>
                  <a:lnTo>
                    <a:pt x="1917" y="63202"/>
                  </a:lnTo>
                  <a:close/>
                </a:path>
              </a:pathLst>
            </a:custGeom>
            <a:solidFill>
              <a:srgbClr val="0076A8"/>
            </a:solidFill>
            <a:ln w="6390" cap="flat">
              <a:noFill/>
              <a:prstDash val="solid"/>
              <a:miter/>
            </a:ln>
          </p:spPr>
          <p:txBody>
            <a:bodyPr rtlCol="0" anchor="ctr"/>
            <a:lstStyle/>
            <a:p>
              <a:endParaRPr lang="en-US"/>
            </a:p>
          </p:txBody>
        </p:sp>
        <p:sp>
          <p:nvSpPr>
            <p:cNvPr id="773" name="Graphic 4">
              <a:extLst>
                <a:ext uri="{FF2B5EF4-FFF2-40B4-BE49-F238E27FC236}">
                  <a16:creationId xmlns:a16="http://schemas.microsoft.com/office/drawing/2014/main" id="{3F6085E6-6C59-B945-9BF2-92EDBAC3A6DE}"/>
                </a:ext>
              </a:extLst>
            </p:cNvPr>
            <p:cNvSpPr/>
            <p:nvPr/>
          </p:nvSpPr>
          <p:spPr>
            <a:xfrm>
              <a:off x="11556840" y="1999625"/>
              <a:ext cx="78596" cy="63201"/>
            </a:xfrm>
            <a:custGeom>
              <a:avLst/>
              <a:gdLst>
                <a:gd name="connsiteX0" fmla="*/ 19809 w 78596"/>
                <a:gd name="connsiteY0" fmla="*/ 0 h 63201"/>
                <a:gd name="connsiteX1" fmla="*/ 33228 w 78596"/>
                <a:gd name="connsiteY1" fmla="*/ 13406 h 63201"/>
                <a:gd name="connsiteX2" fmla="*/ 33228 w 78596"/>
                <a:gd name="connsiteY2" fmla="*/ 22344 h 63201"/>
                <a:gd name="connsiteX3" fmla="*/ 0 w 78596"/>
                <a:gd name="connsiteY3" fmla="*/ 55541 h 63201"/>
                <a:gd name="connsiteX4" fmla="*/ 7668 w 78596"/>
                <a:gd name="connsiteY4" fmla="*/ 63201 h 63201"/>
                <a:gd name="connsiteX5" fmla="*/ 40896 w 78596"/>
                <a:gd name="connsiteY5" fmla="*/ 30005 h 63201"/>
                <a:gd name="connsiteX6" fmla="*/ 49842 w 78596"/>
                <a:gd name="connsiteY6" fmla="*/ 30005 h 63201"/>
                <a:gd name="connsiteX7" fmla="*/ 68373 w 78596"/>
                <a:gd name="connsiteY7" fmla="*/ 48518 h 63201"/>
                <a:gd name="connsiteX8" fmla="*/ 78597 w 78596"/>
                <a:gd name="connsiteY8" fmla="*/ 38304 h 63201"/>
                <a:gd name="connsiteX9" fmla="*/ 46647 w 78596"/>
                <a:gd name="connsiteY9" fmla="*/ 6384 h 63201"/>
                <a:gd name="connsiteX10" fmla="*/ 19809 w 78596"/>
                <a:gd name="connsiteY10" fmla="*/ 0 h 6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8596" h="63201">
                  <a:moveTo>
                    <a:pt x="19809" y="0"/>
                  </a:moveTo>
                  <a:lnTo>
                    <a:pt x="33228" y="13406"/>
                  </a:lnTo>
                  <a:cubicBezTo>
                    <a:pt x="35783" y="15960"/>
                    <a:pt x="35783" y="19790"/>
                    <a:pt x="33228" y="22344"/>
                  </a:cubicBezTo>
                  <a:lnTo>
                    <a:pt x="0" y="55541"/>
                  </a:lnTo>
                  <a:lnTo>
                    <a:pt x="7668" y="63201"/>
                  </a:lnTo>
                  <a:lnTo>
                    <a:pt x="40896" y="30005"/>
                  </a:lnTo>
                  <a:cubicBezTo>
                    <a:pt x="43452" y="27451"/>
                    <a:pt x="47286" y="27451"/>
                    <a:pt x="49842" y="30005"/>
                  </a:cubicBezTo>
                  <a:lnTo>
                    <a:pt x="68373" y="48518"/>
                  </a:lnTo>
                  <a:lnTo>
                    <a:pt x="78597" y="38304"/>
                  </a:lnTo>
                  <a:lnTo>
                    <a:pt x="46647" y="6384"/>
                  </a:lnTo>
                  <a:lnTo>
                    <a:pt x="19809" y="0"/>
                  </a:lnTo>
                  <a:close/>
                </a:path>
              </a:pathLst>
            </a:custGeom>
            <a:solidFill>
              <a:srgbClr val="0076A8"/>
            </a:solidFill>
            <a:ln w="6390" cap="flat">
              <a:noFill/>
              <a:prstDash val="solid"/>
              <a:miter/>
            </a:ln>
          </p:spPr>
          <p:txBody>
            <a:bodyPr rtlCol="0" anchor="ctr"/>
            <a:lstStyle/>
            <a:p>
              <a:endParaRPr lang="en-US"/>
            </a:p>
          </p:txBody>
        </p:sp>
        <p:sp>
          <p:nvSpPr>
            <p:cNvPr id="774" name="Graphic 4">
              <a:extLst>
                <a:ext uri="{FF2B5EF4-FFF2-40B4-BE49-F238E27FC236}">
                  <a16:creationId xmlns:a16="http://schemas.microsoft.com/office/drawing/2014/main" id="{35766F58-78AD-CF42-A1E1-CB34B7FBC92A}"/>
                </a:ext>
              </a:extLst>
            </p:cNvPr>
            <p:cNvSpPr/>
            <p:nvPr/>
          </p:nvSpPr>
          <p:spPr>
            <a:xfrm>
              <a:off x="11373449" y="1893013"/>
              <a:ext cx="361670" cy="361971"/>
            </a:xfrm>
            <a:custGeom>
              <a:avLst/>
              <a:gdLst>
                <a:gd name="connsiteX0" fmla="*/ 276684 w 361670"/>
                <a:gd name="connsiteY0" fmla="*/ 149385 h 361971"/>
                <a:gd name="connsiteX1" fmla="*/ 257514 w 361670"/>
                <a:gd name="connsiteY1" fmla="*/ 168537 h 361971"/>
                <a:gd name="connsiteX2" fmla="*/ 248569 w 361670"/>
                <a:gd name="connsiteY2" fmla="*/ 168537 h 361971"/>
                <a:gd name="connsiteX3" fmla="*/ 230038 w 361670"/>
                <a:gd name="connsiteY3" fmla="*/ 150024 h 361971"/>
                <a:gd name="connsiteX4" fmla="*/ 201283 w 361670"/>
                <a:gd name="connsiteY4" fmla="*/ 178752 h 361971"/>
                <a:gd name="connsiteX5" fmla="*/ 268377 w 361670"/>
                <a:gd name="connsiteY5" fmla="*/ 246422 h 361971"/>
                <a:gd name="connsiteX6" fmla="*/ 268377 w 361670"/>
                <a:gd name="connsiteY6" fmla="*/ 271319 h 361971"/>
                <a:gd name="connsiteX7" fmla="*/ 268377 w 361670"/>
                <a:gd name="connsiteY7" fmla="*/ 271319 h 361971"/>
                <a:gd name="connsiteX8" fmla="*/ 255597 w 361670"/>
                <a:gd name="connsiteY8" fmla="*/ 276427 h 361971"/>
                <a:gd name="connsiteX9" fmla="*/ 243456 w 361670"/>
                <a:gd name="connsiteY9" fmla="*/ 271319 h 361971"/>
                <a:gd name="connsiteX10" fmla="*/ 176362 w 361670"/>
                <a:gd name="connsiteY10" fmla="*/ 204287 h 361971"/>
                <a:gd name="connsiteX11" fmla="*/ 113102 w 361670"/>
                <a:gd name="connsiteY11" fmla="*/ 267489 h 361971"/>
                <a:gd name="connsiteX12" fmla="*/ 100961 w 361670"/>
                <a:gd name="connsiteY12" fmla="*/ 272596 h 361971"/>
                <a:gd name="connsiteX13" fmla="*/ 87542 w 361670"/>
                <a:gd name="connsiteY13" fmla="*/ 266851 h 361971"/>
                <a:gd name="connsiteX14" fmla="*/ 81791 w 361670"/>
                <a:gd name="connsiteY14" fmla="*/ 254083 h 361971"/>
                <a:gd name="connsiteX15" fmla="*/ 87542 w 361670"/>
                <a:gd name="connsiteY15" fmla="*/ 241315 h 361971"/>
                <a:gd name="connsiteX16" fmla="*/ 150802 w 361670"/>
                <a:gd name="connsiteY16" fmla="*/ 178113 h 361971"/>
                <a:gd name="connsiteX17" fmla="*/ 143135 w 361670"/>
                <a:gd name="connsiteY17" fmla="*/ 170452 h 361971"/>
                <a:gd name="connsiteX18" fmla="*/ 84986 w 361670"/>
                <a:gd name="connsiteY18" fmla="*/ 144916 h 361971"/>
                <a:gd name="connsiteX19" fmla="*/ 82430 w 361670"/>
                <a:gd name="connsiteY19" fmla="*/ 121934 h 361971"/>
                <a:gd name="connsiteX20" fmla="*/ 89459 w 361670"/>
                <a:gd name="connsiteY20" fmla="*/ 116827 h 361971"/>
                <a:gd name="connsiteX21" fmla="*/ 93293 w 361670"/>
                <a:gd name="connsiteY21" fmla="*/ 118742 h 361971"/>
                <a:gd name="connsiteX22" fmla="*/ 104156 w 361670"/>
                <a:gd name="connsiteY22" fmla="*/ 129595 h 361971"/>
                <a:gd name="connsiteX23" fmla="*/ 127160 w 361670"/>
                <a:gd name="connsiteY23" fmla="*/ 129595 h 361971"/>
                <a:gd name="connsiteX24" fmla="*/ 131633 w 361670"/>
                <a:gd name="connsiteY24" fmla="*/ 118104 h 361971"/>
                <a:gd name="connsiteX25" fmla="*/ 127160 w 361670"/>
                <a:gd name="connsiteY25" fmla="*/ 106613 h 361971"/>
                <a:gd name="connsiteX26" fmla="*/ 116297 w 361670"/>
                <a:gd name="connsiteY26" fmla="*/ 95760 h 361971"/>
                <a:gd name="connsiteX27" fmla="*/ 116297 w 361670"/>
                <a:gd name="connsiteY27" fmla="*/ 86822 h 361971"/>
                <a:gd name="connsiteX28" fmla="*/ 119492 w 361670"/>
                <a:gd name="connsiteY28" fmla="*/ 84907 h 361971"/>
                <a:gd name="connsiteX29" fmla="*/ 170611 w 361670"/>
                <a:gd name="connsiteY29" fmla="*/ 122573 h 361971"/>
                <a:gd name="connsiteX30" fmla="*/ 168055 w 361670"/>
                <a:gd name="connsiteY30" fmla="*/ 145555 h 361971"/>
                <a:gd name="connsiteX31" fmla="*/ 175084 w 361670"/>
                <a:gd name="connsiteY31" fmla="*/ 152577 h 361971"/>
                <a:gd name="connsiteX32" fmla="*/ 203839 w 361670"/>
                <a:gd name="connsiteY32" fmla="*/ 123849 h 361971"/>
                <a:gd name="connsiteX33" fmla="*/ 182752 w 361670"/>
                <a:gd name="connsiteY33" fmla="*/ 102782 h 361971"/>
                <a:gd name="connsiteX34" fmla="*/ 182752 w 361670"/>
                <a:gd name="connsiteY34" fmla="*/ 93845 h 361971"/>
                <a:gd name="connsiteX35" fmla="*/ 185308 w 361670"/>
                <a:gd name="connsiteY35" fmla="*/ 91291 h 361971"/>
                <a:gd name="connsiteX36" fmla="*/ 191698 w 361670"/>
                <a:gd name="connsiteY36" fmla="*/ 89376 h 361971"/>
                <a:gd name="connsiteX37" fmla="*/ 236428 w 361670"/>
                <a:gd name="connsiteY37" fmla="*/ 100229 h 361971"/>
                <a:gd name="connsiteX38" fmla="*/ 239623 w 361670"/>
                <a:gd name="connsiteY38" fmla="*/ 102144 h 361971"/>
                <a:gd name="connsiteX39" fmla="*/ 277323 w 361670"/>
                <a:gd name="connsiteY39" fmla="*/ 139809 h 361971"/>
                <a:gd name="connsiteX40" fmla="*/ 276684 w 361670"/>
                <a:gd name="connsiteY40" fmla="*/ 149385 h 361971"/>
                <a:gd name="connsiteX41" fmla="*/ 180835 w 361670"/>
                <a:gd name="connsiteY41" fmla="*/ 0 h 361971"/>
                <a:gd name="connsiteX42" fmla="*/ 0 w 361670"/>
                <a:gd name="connsiteY42" fmla="*/ 180667 h 361971"/>
                <a:gd name="connsiteX43" fmla="*/ 180835 w 361670"/>
                <a:gd name="connsiteY43" fmla="*/ 361972 h 361971"/>
                <a:gd name="connsiteX44" fmla="*/ 361670 w 361670"/>
                <a:gd name="connsiteY44" fmla="*/ 181305 h 361971"/>
                <a:gd name="connsiteX45" fmla="*/ 361670 w 361670"/>
                <a:gd name="connsiteY45" fmla="*/ 181305 h 361971"/>
                <a:gd name="connsiteX46" fmla="*/ 180835 w 361670"/>
                <a:gd name="connsiteY46" fmla="*/ 0 h 361971"/>
                <a:gd name="connsiteX47" fmla="*/ 180835 w 361670"/>
                <a:gd name="connsiteY47"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1670" h="361971">
                  <a:moveTo>
                    <a:pt x="276684" y="149385"/>
                  </a:moveTo>
                  <a:lnTo>
                    <a:pt x="257514" y="168537"/>
                  </a:lnTo>
                  <a:cubicBezTo>
                    <a:pt x="254959" y="171091"/>
                    <a:pt x="251124" y="171091"/>
                    <a:pt x="248569" y="168537"/>
                  </a:cubicBezTo>
                  <a:lnTo>
                    <a:pt x="230038" y="150024"/>
                  </a:lnTo>
                  <a:lnTo>
                    <a:pt x="201283" y="178752"/>
                  </a:lnTo>
                  <a:lnTo>
                    <a:pt x="268377" y="246422"/>
                  </a:lnTo>
                  <a:cubicBezTo>
                    <a:pt x="275406" y="253444"/>
                    <a:pt x="275406" y="264297"/>
                    <a:pt x="268377" y="271319"/>
                  </a:cubicBezTo>
                  <a:lnTo>
                    <a:pt x="268377" y="271319"/>
                  </a:lnTo>
                  <a:cubicBezTo>
                    <a:pt x="265182" y="274511"/>
                    <a:pt x="260070" y="276427"/>
                    <a:pt x="255597" y="276427"/>
                  </a:cubicBezTo>
                  <a:cubicBezTo>
                    <a:pt x="251124" y="276427"/>
                    <a:pt x="246651" y="274511"/>
                    <a:pt x="243456" y="271319"/>
                  </a:cubicBezTo>
                  <a:lnTo>
                    <a:pt x="176362" y="204287"/>
                  </a:lnTo>
                  <a:lnTo>
                    <a:pt x="113102" y="267489"/>
                  </a:lnTo>
                  <a:cubicBezTo>
                    <a:pt x="109907" y="270681"/>
                    <a:pt x="105434" y="272596"/>
                    <a:pt x="100961" y="272596"/>
                  </a:cubicBezTo>
                  <a:cubicBezTo>
                    <a:pt x="95849" y="272596"/>
                    <a:pt x="91376" y="270681"/>
                    <a:pt x="87542" y="266851"/>
                  </a:cubicBezTo>
                  <a:cubicBezTo>
                    <a:pt x="84347" y="263659"/>
                    <a:pt x="81791" y="259190"/>
                    <a:pt x="81791" y="254083"/>
                  </a:cubicBezTo>
                  <a:cubicBezTo>
                    <a:pt x="81791" y="248975"/>
                    <a:pt x="83708" y="244507"/>
                    <a:pt x="87542" y="241315"/>
                  </a:cubicBezTo>
                  <a:lnTo>
                    <a:pt x="150802" y="178113"/>
                  </a:lnTo>
                  <a:lnTo>
                    <a:pt x="143135" y="170452"/>
                  </a:lnTo>
                  <a:cubicBezTo>
                    <a:pt x="120130" y="179390"/>
                    <a:pt x="93932" y="167899"/>
                    <a:pt x="84986" y="144916"/>
                  </a:cubicBezTo>
                  <a:cubicBezTo>
                    <a:pt x="82430" y="137894"/>
                    <a:pt x="81152" y="129595"/>
                    <a:pt x="82430" y="121934"/>
                  </a:cubicBezTo>
                  <a:cubicBezTo>
                    <a:pt x="83069" y="118742"/>
                    <a:pt x="86264" y="116189"/>
                    <a:pt x="89459" y="116827"/>
                  </a:cubicBezTo>
                  <a:cubicBezTo>
                    <a:pt x="90737" y="116827"/>
                    <a:pt x="92015" y="117465"/>
                    <a:pt x="93293" y="118742"/>
                  </a:cubicBezTo>
                  <a:lnTo>
                    <a:pt x="104156" y="129595"/>
                  </a:lnTo>
                  <a:cubicBezTo>
                    <a:pt x="110545" y="135979"/>
                    <a:pt x="120770" y="135979"/>
                    <a:pt x="127160" y="129595"/>
                  </a:cubicBezTo>
                  <a:cubicBezTo>
                    <a:pt x="130355" y="126403"/>
                    <a:pt x="131633" y="122573"/>
                    <a:pt x="131633" y="118104"/>
                  </a:cubicBezTo>
                  <a:cubicBezTo>
                    <a:pt x="131633" y="113635"/>
                    <a:pt x="129715" y="109805"/>
                    <a:pt x="127160" y="106613"/>
                  </a:cubicBezTo>
                  <a:lnTo>
                    <a:pt x="116297" y="95760"/>
                  </a:lnTo>
                  <a:cubicBezTo>
                    <a:pt x="113740" y="93206"/>
                    <a:pt x="113740" y="89376"/>
                    <a:pt x="116297" y="86822"/>
                  </a:cubicBezTo>
                  <a:cubicBezTo>
                    <a:pt x="116935" y="86184"/>
                    <a:pt x="118214" y="85545"/>
                    <a:pt x="119492" y="84907"/>
                  </a:cubicBezTo>
                  <a:cubicBezTo>
                    <a:pt x="143774" y="81077"/>
                    <a:pt x="166777" y="97675"/>
                    <a:pt x="170611" y="122573"/>
                  </a:cubicBezTo>
                  <a:cubicBezTo>
                    <a:pt x="171889" y="130233"/>
                    <a:pt x="170611" y="138533"/>
                    <a:pt x="168055" y="145555"/>
                  </a:cubicBezTo>
                  <a:lnTo>
                    <a:pt x="175084" y="152577"/>
                  </a:lnTo>
                  <a:lnTo>
                    <a:pt x="203839" y="123849"/>
                  </a:lnTo>
                  <a:lnTo>
                    <a:pt x="182752" y="102782"/>
                  </a:lnTo>
                  <a:cubicBezTo>
                    <a:pt x="180196" y="100229"/>
                    <a:pt x="180196" y="96398"/>
                    <a:pt x="182752" y="93845"/>
                  </a:cubicBezTo>
                  <a:lnTo>
                    <a:pt x="185308" y="91291"/>
                  </a:lnTo>
                  <a:cubicBezTo>
                    <a:pt x="187225" y="89376"/>
                    <a:pt x="189142" y="88737"/>
                    <a:pt x="191698" y="89376"/>
                  </a:cubicBezTo>
                  <a:lnTo>
                    <a:pt x="236428" y="100229"/>
                  </a:lnTo>
                  <a:cubicBezTo>
                    <a:pt x="237705" y="100229"/>
                    <a:pt x="238344" y="100867"/>
                    <a:pt x="239623" y="102144"/>
                  </a:cubicBezTo>
                  <a:lnTo>
                    <a:pt x="277323" y="139809"/>
                  </a:lnTo>
                  <a:cubicBezTo>
                    <a:pt x="279240" y="143001"/>
                    <a:pt x="279240" y="147470"/>
                    <a:pt x="276684" y="149385"/>
                  </a:cubicBezTo>
                  <a:moveTo>
                    <a:pt x="180835" y="0"/>
                  </a:moveTo>
                  <a:cubicBezTo>
                    <a:pt x="80513" y="0"/>
                    <a:pt x="0" y="81077"/>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1670" y="81077"/>
                    <a:pt x="280518" y="0"/>
                    <a:pt x="180835" y="0"/>
                  </a:cubicBezTo>
                  <a:cubicBezTo>
                    <a:pt x="180835" y="0"/>
                    <a:pt x="180835" y="0"/>
                    <a:pt x="180835" y="0"/>
                  </a:cubicBezTo>
                </a:path>
              </a:pathLst>
            </a:custGeom>
            <a:solidFill>
              <a:srgbClr val="0076A8"/>
            </a:solidFill>
            <a:ln w="6390" cap="flat">
              <a:noFill/>
              <a:prstDash val="solid"/>
              <a:miter/>
            </a:ln>
          </p:spPr>
          <p:txBody>
            <a:bodyPr rtlCol="0" anchor="ctr"/>
            <a:lstStyle/>
            <a:p>
              <a:endParaRPr lang="en-US"/>
            </a:p>
          </p:txBody>
        </p:sp>
      </p:grpSp>
      <p:grpSp>
        <p:nvGrpSpPr>
          <p:cNvPr id="775" name="Graphic 4">
            <a:extLst>
              <a:ext uri="{FF2B5EF4-FFF2-40B4-BE49-F238E27FC236}">
                <a16:creationId xmlns:a16="http://schemas.microsoft.com/office/drawing/2014/main" id="{4F0CBE0A-5425-7648-B156-BCB53487E214}"/>
              </a:ext>
            </a:extLst>
          </p:cNvPr>
          <p:cNvGrpSpPr/>
          <p:nvPr/>
        </p:nvGrpSpPr>
        <p:grpSpPr>
          <a:xfrm>
            <a:off x="10934460" y="2371173"/>
            <a:ext cx="361671" cy="361971"/>
            <a:chOff x="10934460" y="2371173"/>
            <a:chExt cx="361671" cy="361971"/>
          </a:xfrm>
          <a:solidFill>
            <a:srgbClr val="0076A8"/>
          </a:solidFill>
        </p:grpSpPr>
        <p:sp>
          <p:nvSpPr>
            <p:cNvPr id="776" name="Graphic 4">
              <a:extLst>
                <a:ext uri="{FF2B5EF4-FFF2-40B4-BE49-F238E27FC236}">
                  <a16:creationId xmlns:a16="http://schemas.microsoft.com/office/drawing/2014/main" id="{687F6560-371C-D040-8C85-5B8C86EAD9F9}"/>
                </a:ext>
              </a:extLst>
            </p:cNvPr>
            <p:cNvSpPr/>
            <p:nvPr/>
          </p:nvSpPr>
          <p:spPr>
            <a:xfrm>
              <a:off x="10934460" y="2371173"/>
              <a:ext cx="361671" cy="361971"/>
            </a:xfrm>
            <a:custGeom>
              <a:avLst/>
              <a:gdLst>
                <a:gd name="connsiteX0" fmla="*/ 180836 w 361671"/>
                <a:gd name="connsiteY0" fmla="*/ 349204 h 361971"/>
                <a:gd name="connsiteX1" fmla="*/ 12780 w 361671"/>
                <a:gd name="connsiteY1" fmla="*/ 181305 h 361971"/>
                <a:gd name="connsiteX2" fmla="*/ 180836 w 361671"/>
                <a:gd name="connsiteY2" fmla="*/ 12768 h 361971"/>
                <a:gd name="connsiteX3" fmla="*/ 348891 w 361671"/>
                <a:gd name="connsiteY3" fmla="*/ 180667 h 361971"/>
                <a:gd name="connsiteX4" fmla="*/ 348891 w 361671"/>
                <a:gd name="connsiteY4" fmla="*/ 180667 h 361971"/>
                <a:gd name="connsiteX5" fmla="*/ 180836 w 361671"/>
                <a:gd name="connsiteY5" fmla="*/ 349204 h 361971"/>
                <a:gd name="connsiteX6" fmla="*/ 180836 w 361671"/>
                <a:gd name="connsiteY6" fmla="*/ 0 h 361971"/>
                <a:gd name="connsiteX7" fmla="*/ 0 w 361671"/>
                <a:gd name="connsiteY7" fmla="*/ 180667 h 361971"/>
                <a:gd name="connsiteX8" fmla="*/ 180836 w 361671"/>
                <a:gd name="connsiteY8" fmla="*/ 361972 h 361971"/>
                <a:gd name="connsiteX9" fmla="*/ 361671 w 361671"/>
                <a:gd name="connsiteY9" fmla="*/ 181305 h 361971"/>
                <a:gd name="connsiteX10" fmla="*/ 361671 w 361671"/>
                <a:gd name="connsiteY10" fmla="*/ 181305 h 361971"/>
                <a:gd name="connsiteX11" fmla="*/ 180836 w 361671"/>
                <a:gd name="connsiteY11" fmla="*/ 0 h 361971"/>
                <a:gd name="connsiteX12" fmla="*/ 180836 w 361671"/>
                <a:gd name="connsiteY12"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1" h="361971">
                  <a:moveTo>
                    <a:pt x="180836" y="349204"/>
                  </a:moveTo>
                  <a:cubicBezTo>
                    <a:pt x="87543" y="349204"/>
                    <a:pt x="12780" y="273873"/>
                    <a:pt x="12780" y="181305"/>
                  </a:cubicBezTo>
                  <a:cubicBezTo>
                    <a:pt x="12780" y="88099"/>
                    <a:pt x="88181" y="12768"/>
                    <a:pt x="180836" y="12768"/>
                  </a:cubicBezTo>
                  <a:cubicBezTo>
                    <a:pt x="274128" y="12768"/>
                    <a:pt x="348891" y="88099"/>
                    <a:pt x="348891" y="180667"/>
                  </a:cubicBezTo>
                  <a:cubicBezTo>
                    <a:pt x="348891" y="180667"/>
                    <a:pt x="348891" y="180667"/>
                    <a:pt x="348891" y="180667"/>
                  </a:cubicBezTo>
                  <a:cubicBezTo>
                    <a:pt x="348891" y="273873"/>
                    <a:pt x="273490" y="349204"/>
                    <a:pt x="180836" y="349204"/>
                  </a:cubicBezTo>
                  <a:moveTo>
                    <a:pt x="180836" y="0"/>
                  </a:moveTo>
                  <a:cubicBezTo>
                    <a:pt x="80514" y="0"/>
                    <a:pt x="0" y="81077"/>
                    <a:pt x="0" y="180667"/>
                  </a:cubicBezTo>
                  <a:cubicBezTo>
                    <a:pt x="0" y="280895"/>
                    <a:pt x="81153" y="361972"/>
                    <a:pt x="180836" y="361972"/>
                  </a:cubicBezTo>
                  <a:cubicBezTo>
                    <a:pt x="281157" y="361972"/>
                    <a:pt x="361671" y="280895"/>
                    <a:pt x="361671" y="181305"/>
                  </a:cubicBezTo>
                  <a:cubicBezTo>
                    <a:pt x="361671" y="181305"/>
                    <a:pt x="361671" y="181305"/>
                    <a:pt x="361671" y="181305"/>
                  </a:cubicBezTo>
                  <a:cubicBezTo>
                    <a:pt x="361671" y="81077"/>
                    <a:pt x="281157" y="0"/>
                    <a:pt x="180836" y="0"/>
                  </a:cubicBezTo>
                  <a:cubicBezTo>
                    <a:pt x="180836" y="0"/>
                    <a:pt x="180836" y="0"/>
                    <a:pt x="180836" y="0"/>
                  </a:cubicBezTo>
                </a:path>
              </a:pathLst>
            </a:custGeom>
            <a:solidFill>
              <a:srgbClr val="0076A8"/>
            </a:solidFill>
            <a:ln w="6390" cap="flat">
              <a:noFill/>
              <a:prstDash val="solid"/>
              <a:miter/>
            </a:ln>
          </p:spPr>
          <p:txBody>
            <a:bodyPr rtlCol="0" anchor="ctr"/>
            <a:lstStyle/>
            <a:p>
              <a:endParaRPr lang="en-US"/>
            </a:p>
          </p:txBody>
        </p:sp>
        <p:sp>
          <p:nvSpPr>
            <p:cNvPr id="777" name="Graphic 4">
              <a:extLst>
                <a:ext uri="{FF2B5EF4-FFF2-40B4-BE49-F238E27FC236}">
                  <a16:creationId xmlns:a16="http://schemas.microsoft.com/office/drawing/2014/main" id="{8B212470-72F4-C045-83AC-C537D23922CE}"/>
                </a:ext>
              </a:extLst>
            </p:cNvPr>
            <p:cNvSpPr/>
            <p:nvPr/>
          </p:nvSpPr>
          <p:spPr>
            <a:xfrm>
              <a:off x="11020921" y="2456644"/>
              <a:ext cx="191575" cy="190955"/>
            </a:xfrm>
            <a:custGeom>
              <a:avLst/>
              <a:gdLst>
                <a:gd name="connsiteX0" fmla="*/ 171692 w 191575"/>
                <a:gd name="connsiteY0" fmla="*/ 79236 h 190955"/>
                <a:gd name="connsiteX1" fmla="*/ 171692 w 191575"/>
                <a:gd name="connsiteY1" fmla="*/ 79236 h 190955"/>
                <a:gd name="connsiteX2" fmla="*/ 165302 w 191575"/>
                <a:gd name="connsiteY2" fmla="*/ 87535 h 190955"/>
                <a:gd name="connsiteX3" fmla="*/ 119295 w 191575"/>
                <a:gd name="connsiteY3" fmla="*/ 97749 h 190955"/>
                <a:gd name="connsiteX4" fmla="*/ 112905 w 191575"/>
                <a:gd name="connsiteY4" fmla="*/ 99026 h 190955"/>
                <a:gd name="connsiteX5" fmla="*/ 38142 w 191575"/>
                <a:gd name="connsiteY5" fmla="*/ 173719 h 190955"/>
                <a:gd name="connsiteX6" fmla="*/ 16417 w 191575"/>
                <a:gd name="connsiteY6" fmla="*/ 173719 h 190955"/>
                <a:gd name="connsiteX7" fmla="*/ 16417 w 191575"/>
                <a:gd name="connsiteY7" fmla="*/ 152013 h 190955"/>
                <a:gd name="connsiteX8" fmla="*/ 16417 w 191575"/>
                <a:gd name="connsiteY8" fmla="*/ 152013 h 190955"/>
                <a:gd name="connsiteX9" fmla="*/ 91179 w 191575"/>
                <a:gd name="connsiteY9" fmla="*/ 77320 h 190955"/>
                <a:gd name="connsiteX10" fmla="*/ 92457 w 191575"/>
                <a:gd name="connsiteY10" fmla="*/ 70937 h 190955"/>
                <a:gd name="connsiteX11" fmla="*/ 102681 w 191575"/>
                <a:gd name="connsiteY11" fmla="*/ 24334 h 190955"/>
                <a:gd name="connsiteX12" fmla="*/ 110988 w 191575"/>
                <a:gd name="connsiteY12" fmla="*/ 17950 h 190955"/>
                <a:gd name="connsiteX13" fmla="*/ 133992 w 191575"/>
                <a:gd name="connsiteY13" fmla="*/ 11566 h 190955"/>
                <a:gd name="connsiteX14" fmla="*/ 138465 w 191575"/>
                <a:gd name="connsiteY14" fmla="*/ 11566 h 190955"/>
                <a:gd name="connsiteX15" fmla="*/ 115461 w 191575"/>
                <a:gd name="connsiteY15" fmla="*/ 34548 h 190955"/>
                <a:gd name="connsiteX16" fmla="*/ 114822 w 191575"/>
                <a:gd name="connsiteY16" fmla="*/ 42847 h 190955"/>
                <a:gd name="connsiteX17" fmla="*/ 147411 w 191575"/>
                <a:gd name="connsiteY17" fmla="*/ 75405 h 190955"/>
                <a:gd name="connsiteX18" fmla="*/ 155717 w 191575"/>
                <a:gd name="connsiteY18" fmla="*/ 74767 h 190955"/>
                <a:gd name="connsiteX19" fmla="*/ 178721 w 191575"/>
                <a:gd name="connsiteY19" fmla="*/ 51785 h 190955"/>
                <a:gd name="connsiteX20" fmla="*/ 171692 w 191575"/>
                <a:gd name="connsiteY20" fmla="*/ 79236 h 190955"/>
                <a:gd name="connsiteX21" fmla="*/ 183195 w 191575"/>
                <a:gd name="connsiteY21" fmla="*/ 33271 h 190955"/>
                <a:gd name="connsiteX22" fmla="*/ 177443 w 191575"/>
                <a:gd name="connsiteY22" fmla="*/ 35186 h 190955"/>
                <a:gd name="connsiteX23" fmla="*/ 150606 w 191575"/>
                <a:gd name="connsiteY23" fmla="*/ 61999 h 190955"/>
                <a:gd name="connsiteX24" fmla="*/ 139104 w 191575"/>
                <a:gd name="connsiteY24" fmla="*/ 51785 h 190955"/>
                <a:gd name="connsiteX25" fmla="*/ 128880 w 191575"/>
                <a:gd name="connsiteY25" fmla="*/ 40293 h 190955"/>
                <a:gd name="connsiteX26" fmla="*/ 155717 w 191575"/>
                <a:gd name="connsiteY26" fmla="*/ 13481 h 190955"/>
                <a:gd name="connsiteX27" fmla="*/ 157635 w 191575"/>
                <a:gd name="connsiteY27" fmla="*/ 7735 h 190955"/>
                <a:gd name="connsiteX28" fmla="*/ 153801 w 191575"/>
                <a:gd name="connsiteY28" fmla="*/ 3266 h 190955"/>
                <a:gd name="connsiteX29" fmla="*/ 104598 w 191575"/>
                <a:gd name="connsiteY29" fmla="*/ 8374 h 190955"/>
                <a:gd name="connsiteX30" fmla="*/ 79038 w 191575"/>
                <a:gd name="connsiteY30" fmla="*/ 72213 h 190955"/>
                <a:gd name="connsiteX31" fmla="*/ 7471 w 191575"/>
                <a:gd name="connsiteY31" fmla="*/ 143714 h 190955"/>
                <a:gd name="connsiteX32" fmla="*/ 9388 w 191575"/>
                <a:gd name="connsiteY32" fmla="*/ 183295 h 190955"/>
                <a:gd name="connsiteX33" fmla="*/ 47727 w 191575"/>
                <a:gd name="connsiteY33" fmla="*/ 183295 h 190955"/>
                <a:gd name="connsiteX34" fmla="*/ 119295 w 191575"/>
                <a:gd name="connsiteY34" fmla="*/ 111794 h 190955"/>
                <a:gd name="connsiteX35" fmla="*/ 174887 w 191575"/>
                <a:gd name="connsiteY35" fmla="*/ 97111 h 190955"/>
                <a:gd name="connsiteX36" fmla="*/ 183195 w 191575"/>
                <a:gd name="connsiteY36" fmla="*/ 86258 h 190955"/>
                <a:gd name="connsiteX37" fmla="*/ 188306 w 191575"/>
                <a:gd name="connsiteY37" fmla="*/ 37101 h 190955"/>
                <a:gd name="connsiteX38" fmla="*/ 183195 w 191575"/>
                <a:gd name="connsiteY38" fmla="*/ 33271 h 190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91575" h="190955">
                  <a:moveTo>
                    <a:pt x="171692" y="79236"/>
                  </a:moveTo>
                  <a:lnTo>
                    <a:pt x="171692" y="79236"/>
                  </a:lnTo>
                  <a:cubicBezTo>
                    <a:pt x="169776" y="82428"/>
                    <a:pt x="167859" y="84981"/>
                    <a:pt x="165302" y="87535"/>
                  </a:cubicBezTo>
                  <a:cubicBezTo>
                    <a:pt x="153161" y="99664"/>
                    <a:pt x="135270" y="103495"/>
                    <a:pt x="119295" y="97749"/>
                  </a:cubicBezTo>
                  <a:cubicBezTo>
                    <a:pt x="116739" y="97111"/>
                    <a:pt x="114822" y="97749"/>
                    <a:pt x="112905" y="99026"/>
                  </a:cubicBezTo>
                  <a:lnTo>
                    <a:pt x="38142" y="173719"/>
                  </a:lnTo>
                  <a:cubicBezTo>
                    <a:pt x="32392" y="179464"/>
                    <a:pt x="22168" y="179464"/>
                    <a:pt x="16417" y="173719"/>
                  </a:cubicBezTo>
                  <a:cubicBezTo>
                    <a:pt x="10666" y="167973"/>
                    <a:pt x="10666" y="157759"/>
                    <a:pt x="16417" y="152013"/>
                  </a:cubicBezTo>
                  <a:lnTo>
                    <a:pt x="16417" y="152013"/>
                  </a:lnTo>
                  <a:lnTo>
                    <a:pt x="91179" y="77320"/>
                  </a:lnTo>
                  <a:cubicBezTo>
                    <a:pt x="93097" y="75405"/>
                    <a:pt x="93735" y="73490"/>
                    <a:pt x="92457" y="70937"/>
                  </a:cubicBezTo>
                  <a:cubicBezTo>
                    <a:pt x="86707" y="54977"/>
                    <a:pt x="90540" y="36463"/>
                    <a:pt x="102681" y="24334"/>
                  </a:cubicBezTo>
                  <a:cubicBezTo>
                    <a:pt x="105237" y="21780"/>
                    <a:pt x="107793" y="19865"/>
                    <a:pt x="110988" y="17950"/>
                  </a:cubicBezTo>
                  <a:cubicBezTo>
                    <a:pt x="118017" y="13481"/>
                    <a:pt x="125685" y="11566"/>
                    <a:pt x="133992" y="11566"/>
                  </a:cubicBezTo>
                  <a:cubicBezTo>
                    <a:pt x="135270" y="11566"/>
                    <a:pt x="137187" y="11566"/>
                    <a:pt x="138465" y="11566"/>
                  </a:cubicBezTo>
                  <a:lnTo>
                    <a:pt x="115461" y="34548"/>
                  </a:lnTo>
                  <a:cubicBezTo>
                    <a:pt x="113544" y="36463"/>
                    <a:pt x="112905" y="40293"/>
                    <a:pt x="114822" y="42847"/>
                  </a:cubicBezTo>
                  <a:cubicBezTo>
                    <a:pt x="123129" y="55615"/>
                    <a:pt x="134631" y="67106"/>
                    <a:pt x="147411" y="75405"/>
                  </a:cubicBezTo>
                  <a:cubicBezTo>
                    <a:pt x="149966" y="77320"/>
                    <a:pt x="153161" y="76682"/>
                    <a:pt x="155717" y="74767"/>
                  </a:cubicBezTo>
                  <a:lnTo>
                    <a:pt x="178721" y="51785"/>
                  </a:lnTo>
                  <a:cubicBezTo>
                    <a:pt x="179361" y="61999"/>
                    <a:pt x="176805" y="71575"/>
                    <a:pt x="171692" y="79236"/>
                  </a:cubicBezTo>
                  <a:moveTo>
                    <a:pt x="183195" y="33271"/>
                  </a:moveTo>
                  <a:cubicBezTo>
                    <a:pt x="181277" y="32633"/>
                    <a:pt x="178721" y="33271"/>
                    <a:pt x="177443" y="35186"/>
                  </a:cubicBezTo>
                  <a:lnTo>
                    <a:pt x="150606" y="61999"/>
                  </a:lnTo>
                  <a:cubicBezTo>
                    <a:pt x="146771" y="58807"/>
                    <a:pt x="142299" y="55615"/>
                    <a:pt x="139104" y="51785"/>
                  </a:cubicBezTo>
                  <a:cubicBezTo>
                    <a:pt x="135270" y="47954"/>
                    <a:pt x="132075" y="44124"/>
                    <a:pt x="128880" y="40293"/>
                  </a:cubicBezTo>
                  <a:lnTo>
                    <a:pt x="155717" y="13481"/>
                  </a:lnTo>
                  <a:cubicBezTo>
                    <a:pt x="156996" y="12204"/>
                    <a:pt x="157635" y="9650"/>
                    <a:pt x="157635" y="7735"/>
                  </a:cubicBezTo>
                  <a:cubicBezTo>
                    <a:pt x="156996" y="5820"/>
                    <a:pt x="155717" y="3905"/>
                    <a:pt x="153801" y="3266"/>
                  </a:cubicBezTo>
                  <a:cubicBezTo>
                    <a:pt x="137826" y="-2479"/>
                    <a:pt x="119295" y="-564"/>
                    <a:pt x="104598" y="8374"/>
                  </a:cubicBezTo>
                  <a:cubicBezTo>
                    <a:pt x="82872" y="21780"/>
                    <a:pt x="72009" y="47316"/>
                    <a:pt x="79038" y="72213"/>
                  </a:cubicBezTo>
                  <a:lnTo>
                    <a:pt x="7471" y="143714"/>
                  </a:lnTo>
                  <a:cubicBezTo>
                    <a:pt x="-3392" y="155205"/>
                    <a:pt x="-2114" y="173080"/>
                    <a:pt x="9388" y="183295"/>
                  </a:cubicBezTo>
                  <a:cubicBezTo>
                    <a:pt x="20251" y="193509"/>
                    <a:pt x="36865" y="193509"/>
                    <a:pt x="47727" y="183295"/>
                  </a:cubicBezTo>
                  <a:lnTo>
                    <a:pt x="119295" y="111794"/>
                  </a:lnTo>
                  <a:cubicBezTo>
                    <a:pt x="139104" y="117540"/>
                    <a:pt x="160191" y="111794"/>
                    <a:pt x="174887" y="97111"/>
                  </a:cubicBezTo>
                  <a:cubicBezTo>
                    <a:pt x="178082" y="93919"/>
                    <a:pt x="180638" y="90088"/>
                    <a:pt x="183195" y="86258"/>
                  </a:cubicBezTo>
                  <a:cubicBezTo>
                    <a:pt x="192141" y="71575"/>
                    <a:pt x="194057" y="53700"/>
                    <a:pt x="188306" y="37101"/>
                  </a:cubicBezTo>
                  <a:cubicBezTo>
                    <a:pt x="187028" y="35186"/>
                    <a:pt x="185111" y="33909"/>
                    <a:pt x="183195" y="33271"/>
                  </a:cubicBezTo>
                </a:path>
              </a:pathLst>
            </a:custGeom>
            <a:solidFill>
              <a:srgbClr val="0076A8"/>
            </a:solidFill>
            <a:ln w="6390" cap="flat">
              <a:noFill/>
              <a:prstDash val="solid"/>
              <a:miter/>
            </a:ln>
          </p:spPr>
          <p:txBody>
            <a:bodyPr rtlCol="0" anchor="ctr"/>
            <a:lstStyle/>
            <a:p>
              <a:endParaRPr lang="en-US"/>
            </a:p>
          </p:txBody>
        </p:sp>
      </p:grpSp>
      <p:grpSp>
        <p:nvGrpSpPr>
          <p:cNvPr id="778" name="Graphic 4">
            <a:extLst>
              <a:ext uri="{FF2B5EF4-FFF2-40B4-BE49-F238E27FC236}">
                <a16:creationId xmlns:a16="http://schemas.microsoft.com/office/drawing/2014/main" id="{5758EEAE-EC02-504C-9396-44DFBAED47B4}"/>
              </a:ext>
            </a:extLst>
          </p:cNvPr>
          <p:cNvGrpSpPr/>
          <p:nvPr/>
        </p:nvGrpSpPr>
        <p:grpSpPr>
          <a:xfrm>
            <a:off x="11372170" y="2371173"/>
            <a:ext cx="362309" cy="361971"/>
            <a:chOff x="11372170" y="2371173"/>
            <a:chExt cx="362309" cy="361971"/>
          </a:xfrm>
          <a:solidFill>
            <a:srgbClr val="0076A8"/>
          </a:solidFill>
        </p:grpSpPr>
        <p:sp>
          <p:nvSpPr>
            <p:cNvPr id="779" name="Graphic 4">
              <a:extLst>
                <a:ext uri="{FF2B5EF4-FFF2-40B4-BE49-F238E27FC236}">
                  <a16:creationId xmlns:a16="http://schemas.microsoft.com/office/drawing/2014/main" id="{FF8661E4-2EDD-C04A-9835-E7ADAEA03937}"/>
                </a:ext>
              </a:extLst>
            </p:cNvPr>
            <p:cNvSpPr/>
            <p:nvPr/>
          </p:nvSpPr>
          <p:spPr>
            <a:xfrm>
              <a:off x="11372170" y="2371173"/>
              <a:ext cx="362309" cy="361971"/>
            </a:xfrm>
            <a:custGeom>
              <a:avLst/>
              <a:gdLst>
                <a:gd name="connsiteX0" fmla="*/ 269017 w 362309"/>
                <a:gd name="connsiteY0" fmla="*/ 171729 h 361971"/>
                <a:gd name="connsiteX1" fmla="*/ 205118 w 362309"/>
                <a:gd name="connsiteY1" fmla="*/ 197265 h 361971"/>
                <a:gd name="connsiteX2" fmla="*/ 133550 w 362309"/>
                <a:gd name="connsiteY2" fmla="*/ 268766 h 361971"/>
                <a:gd name="connsiteX3" fmla="*/ 93933 w 362309"/>
                <a:gd name="connsiteY3" fmla="*/ 266851 h 361971"/>
                <a:gd name="connsiteX4" fmla="*/ 93933 w 362309"/>
                <a:gd name="connsiteY4" fmla="*/ 228547 h 361971"/>
                <a:gd name="connsiteX5" fmla="*/ 165500 w 362309"/>
                <a:gd name="connsiteY5" fmla="*/ 157046 h 361971"/>
                <a:gd name="connsiteX6" fmla="*/ 206395 w 362309"/>
                <a:gd name="connsiteY6" fmla="*/ 86822 h 361971"/>
                <a:gd name="connsiteX7" fmla="*/ 240262 w 362309"/>
                <a:gd name="connsiteY7" fmla="*/ 88099 h 361971"/>
                <a:gd name="connsiteX8" fmla="*/ 244096 w 362309"/>
                <a:gd name="connsiteY8" fmla="*/ 92568 h 361971"/>
                <a:gd name="connsiteX9" fmla="*/ 242179 w 362309"/>
                <a:gd name="connsiteY9" fmla="*/ 98313 h 361971"/>
                <a:gd name="connsiteX10" fmla="*/ 215341 w 362309"/>
                <a:gd name="connsiteY10" fmla="*/ 125126 h 361971"/>
                <a:gd name="connsiteX11" fmla="*/ 225565 w 362309"/>
                <a:gd name="connsiteY11" fmla="*/ 136617 h 361971"/>
                <a:gd name="connsiteX12" fmla="*/ 237067 w 362309"/>
                <a:gd name="connsiteY12" fmla="*/ 146832 h 361971"/>
                <a:gd name="connsiteX13" fmla="*/ 263905 w 362309"/>
                <a:gd name="connsiteY13" fmla="*/ 120019 h 361971"/>
                <a:gd name="connsiteX14" fmla="*/ 269656 w 362309"/>
                <a:gd name="connsiteY14" fmla="*/ 118104 h 361971"/>
                <a:gd name="connsiteX15" fmla="*/ 274128 w 362309"/>
                <a:gd name="connsiteY15" fmla="*/ 121934 h 361971"/>
                <a:gd name="connsiteX16" fmla="*/ 269017 w 362309"/>
                <a:gd name="connsiteY16" fmla="*/ 171729 h 361971"/>
                <a:gd name="connsiteX17" fmla="*/ 181474 w 362309"/>
                <a:gd name="connsiteY17" fmla="*/ 0 h 361971"/>
                <a:gd name="connsiteX18" fmla="*/ 0 w 362309"/>
                <a:gd name="connsiteY18" fmla="*/ 180667 h 361971"/>
                <a:gd name="connsiteX19" fmla="*/ 180836 w 362309"/>
                <a:gd name="connsiteY19" fmla="*/ 361972 h 361971"/>
                <a:gd name="connsiteX20" fmla="*/ 362310 w 362309"/>
                <a:gd name="connsiteY20" fmla="*/ 181305 h 361971"/>
                <a:gd name="connsiteX21" fmla="*/ 362310 w 362309"/>
                <a:gd name="connsiteY21" fmla="*/ 181305 h 361971"/>
                <a:gd name="connsiteX22" fmla="*/ 181474 w 362309"/>
                <a:gd name="connsiteY22" fmla="*/ 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2309" h="361971">
                  <a:moveTo>
                    <a:pt x="269017" y="171729"/>
                  </a:moveTo>
                  <a:cubicBezTo>
                    <a:pt x="255597" y="193435"/>
                    <a:pt x="230038" y="204287"/>
                    <a:pt x="205118" y="197265"/>
                  </a:cubicBezTo>
                  <a:lnTo>
                    <a:pt x="133550" y="268766"/>
                  </a:lnTo>
                  <a:cubicBezTo>
                    <a:pt x="122048" y="278980"/>
                    <a:pt x="104156" y="278342"/>
                    <a:pt x="93933" y="266851"/>
                  </a:cubicBezTo>
                  <a:cubicBezTo>
                    <a:pt x="84348" y="255998"/>
                    <a:pt x="84348" y="239399"/>
                    <a:pt x="93933" y="228547"/>
                  </a:cubicBezTo>
                  <a:lnTo>
                    <a:pt x="165500" y="157046"/>
                  </a:lnTo>
                  <a:cubicBezTo>
                    <a:pt x="157193" y="126403"/>
                    <a:pt x="175723" y="95121"/>
                    <a:pt x="206395" y="86822"/>
                  </a:cubicBezTo>
                  <a:cubicBezTo>
                    <a:pt x="217258" y="83630"/>
                    <a:pt x="229399" y="84269"/>
                    <a:pt x="240262" y="88099"/>
                  </a:cubicBezTo>
                  <a:cubicBezTo>
                    <a:pt x="242179" y="88738"/>
                    <a:pt x="244096" y="90653"/>
                    <a:pt x="244096" y="92568"/>
                  </a:cubicBezTo>
                  <a:cubicBezTo>
                    <a:pt x="244735" y="94483"/>
                    <a:pt x="244096" y="97037"/>
                    <a:pt x="242179" y="98313"/>
                  </a:cubicBezTo>
                  <a:lnTo>
                    <a:pt x="215341" y="125126"/>
                  </a:lnTo>
                  <a:cubicBezTo>
                    <a:pt x="218536" y="129595"/>
                    <a:pt x="221731" y="133425"/>
                    <a:pt x="225565" y="136617"/>
                  </a:cubicBezTo>
                  <a:cubicBezTo>
                    <a:pt x="229399" y="140448"/>
                    <a:pt x="233233" y="143640"/>
                    <a:pt x="237067" y="146832"/>
                  </a:cubicBezTo>
                  <a:lnTo>
                    <a:pt x="263905" y="120019"/>
                  </a:lnTo>
                  <a:cubicBezTo>
                    <a:pt x="265182" y="118742"/>
                    <a:pt x="267739" y="118104"/>
                    <a:pt x="269656" y="118104"/>
                  </a:cubicBezTo>
                  <a:cubicBezTo>
                    <a:pt x="271572" y="118742"/>
                    <a:pt x="273490" y="120019"/>
                    <a:pt x="274128" y="121934"/>
                  </a:cubicBezTo>
                  <a:cubicBezTo>
                    <a:pt x="279880" y="139171"/>
                    <a:pt x="278602" y="157046"/>
                    <a:pt x="269017" y="171729"/>
                  </a:cubicBezTo>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path>
              </a:pathLst>
            </a:custGeom>
            <a:solidFill>
              <a:srgbClr val="0076A8"/>
            </a:solidFill>
            <a:ln w="6390" cap="flat">
              <a:noFill/>
              <a:prstDash val="solid"/>
              <a:miter/>
            </a:ln>
          </p:spPr>
          <p:txBody>
            <a:bodyPr rtlCol="0" anchor="ctr"/>
            <a:lstStyle/>
            <a:p>
              <a:endParaRPr lang="en-US"/>
            </a:p>
          </p:txBody>
        </p:sp>
        <p:sp>
          <p:nvSpPr>
            <p:cNvPr id="780" name="Graphic 4">
              <a:extLst>
                <a:ext uri="{FF2B5EF4-FFF2-40B4-BE49-F238E27FC236}">
                  <a16:creationId xmlns:a16="http://schemas.microsoft.com/office/drawing/2014/main" id="{38FF2141-5D46-2C49-9BC7-D3FAB949C4CE}"/>
                </a:ext>
              </a:extLst>
            </p:cNvPr>
            <p:cNvSpPr/>
            <p:nvPr/>
          </p:nvSpPr>
          <p:spPr>
            <a:xfrm>
              <a:off x="11470097" y="2468210"/>
              <a:ext cx="166735" cy="166462"/>
            </a:xfrm>
            <a:custGeom>
              <a:avLst/>
              <a:gdLst>
                <a:gd name="connsiteX0" fmla="*/ 143614 w 166735"/>
                <a:gd name="connsiteY0" fmla="*/ 63201 h 166462"/>
                <a:gd name="connsiteX1" fmla="*/ 135306 w 166735"/>
                <a:gd name="connsiteY1" fmla="*/ 63840 h 166462"/>
                <a:gd name="connsiteX2" fmla="*/ 117415 w 166735"/>
                <a:gd name="connsiteY2" fmla="*/ 49157 h 166462"/>
                <a:gd name="connsiteX3" fmla="*/ 102718 w 166735"/>
                <a:gd name="connsiteY3" fmla="*/ 31281 h 166462"/>
                <a:gd name="connsiteX4" fmla="*/ 103357 w 166735"/>
                <a:gd name="connsiteY4" fmla="*/ 22982 h 166462"/>
                <a:gd name="connsiteX5" fmla="*/ 126361 w 166735"/>
                <a:gd name="connsiteY5" fmla="*/ 0 h 166462"/>
                <a:gd name="connsiteX6" fmla="*/ 121888 w 166735"/>
                <a:gd name="connsiteY6" fmla="*/ 0 h 166462"/>
                <a:gd name="connsiteX7" fmla="*/ 98884 w 166735"/>
                <a:gd name="connsiteY7" fmla="*/ 6384 h 166462"/>
                <a:gd name="connsiteX8" fmla="*/ 80353 w 166735"/>
                <a:gd name="connsiteY8" fmla="*/ 59371 h 166462"/>
                <a:gd name="connsiteX9" fmla="*/ 79075 w 166735"/>
                <a:gd name="connsiteY9" fmla="*/ 65755 h 166462"/>
                <a:gd name="connsiteX10" fmla="*/ 4313 w 166735"/>
                <a:gd name="connsiteY10" fmla="*/ 140448 h 166462"/>
                <a:gd name="connsiteX11" fmla="*/ 4313 w 166735"/>
                <a:gd name="connsiteY11" fmla="*/ 162153 h 166462"/>
                <a:gd name="connsiteX12" fmla="*/ 26039 w 166735"/>
                <a:gd name="connsiteY12" fmla="*/ 162153 h 166462"/>
                <a:gd name="connsiteX13" fmla="*/ 100801 w 166735"/>
                <a:gd name="connsiteY13" fmla="*/ 87461 h 166462"/>
                <a:gd name="connsiteX14" fmla="*/ 107191 w 166735"/>
                <a:gd name="connsiteY14" fmla="*/ 86184 h 166462"/>
                <a:gd name="connsiteX15" fmla="*/ 153837 w 166735"/>
                <a:gd name="connsiteY15" fmla="*/ 75969 h 166462"/>
                <a:gd name="connsiteX16" fmla="*/ 160227 w 166735"/>
                <a:gd name="connsiteY16" fmla="*/ 67670 h 166462"/>
                <a:gd name="connsiteX17" fmla="*/ 166617 w 166735"/>
                <a:gd name="connsiteY17" fmla="*/ 40219 h 166462"/>
                <a:gd name="connsiteX18" fmla="*/ 143614 w 166735"/>
                <a:gd name="connsiteY18" fmla="*/ 63201 h 166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6735" h="166462">
                  <a:moveTo>
                    <a:pt x="143614" y="63201"/>
                  </a:moveTo>
                  <a:cubicBezTo>
                    <a:pt x="141696" y="65117"/>
                    <a:pt x="137863" y="65755"/>
                    <a:pt x="135306" y="63840"/>
                  </a:cubicBezTo>
                  <a:cubicBezTo>
                    <a:pt x="128917" y="59371"/>
                    <a:pt x="122527" y="54902"/>
                    <a:pt x="117415" y="49157"/>
                  </a:cubicBezTo>
                  <a:cubicBezTo>
                    <a:pt x="111664" y="43411"/>
                    <a:pt x="107191" y="37665"/>
                    <a:pt x="102718" y="31281"/>
                  </a:cubicBezTo>
                  <a:cubicBezTo>
                    <a:pt x="100801" y="28728"/>
                    <a:pt x="101440" y="25536"/>
                    <a:pt x="103357" y="22982"/>
                  </a:cubicBezTo>
                  <a:lnTo>
                    <a:pt x="126361" y="0"/>
                  </a:lnTo>
                  <a:cubicBezTo>
                    <a:pt x="125083" y="0"/>
                    <a:pt x="123166" y="0"/>
                    <a:pt x="121888" y="0"/>
                  </a:cubicBezTo>
                  <a:cubicBezTo>
                    <a:pt x="113581" y="0"/>
                    <a:pt x="105913" y="1915"/>
                    <a:pt x="98884" y="6384"/>
                  </a:cubicBezTo>
                  <a:cubicBezTo>
                    <a:pt x="80992" y="17237"/>
                    <a:pt x="72686" y="39581"/>
                    <a:pt x="80353" y="59371"/>
                  </a:cubicBezTo>
                  <a:cubicBezTo>
                    <a:pt x="80992" y="61925"/>
                    <a:pt x="80353" y="63840"/>
                    <a:pt x="79075" y="65755"/>
                  </a:cubicBezTo>
                  <a:lnTo>
                    <a:pt x="4313" y="140448"/>
                  </a:lnTo>
                  <a:cubicBezTo>
                    <a:pt x="-1438" y="146193"/>
                    <a:pt x="-1438" y="156408"/>
                    <a:pt x="4313" y="162153"/>
                  </a:cubicBezTo>
                  <a:cubicBezTo>
                    <a:pt x="10064" y="167899"/>
                    <a:pt x="20288" y="167899"/>
                    <a:pt x="26039" y="162153"/>
                  </a:cubicBezTo>
                  <a:lnTo>
                    <a:pt x="100801" y="87461"/>
                  </a:lnTo>
                  <a:cubicBezTo>
                    <a:pt x="102718" y="85545"/>
                    <a:pt x="104635" y="84907"/>
                    <a:pt x="107191" y="86184"/>
                  </a:cubicBezTo>
                  <a:cubicBezTo>
                    <a:pt x="123166" y="91929"/>
                    <a:pt x="141696" y="88099"/>
                    <a:pt x="153837" y="75969"/>
                  </a:cubicBezTo>
                  <a:cubicBezTo>
                    <a:pt x="156394" y="73416"/>
                    <a:pt x="158311" y="70862"/>
                    <a:pt x="160227" y="67670"/>
                  </a:cubicBezTo>
                  <a:cubicBezTo>
                    <a:pt x="165340" y="59371"/>
                    <a:pt x="167256" y="49795"/>
                    <a:pt x="166617" y="40219"/>
                  </a:cubicBezTo>
                  <a:lnTo>
                    <a:pt x="143614" y="63201"/>
                  </a:lnTo>
                  <a:close/>
                </a:path>
              </a:pathLst>
            </a:custGeom>
            <a:solidFill>
              <a:srgbClr val="0076A8"/>
            </a:solidFill>
            <a:ln w="6390" cap="flat">
              <a:noFill/>
              <a:prstDash val="solid"/>
              <a:miter/>
            </a:ln>
          </p:spPr>
          <p:txBody>
            <a:bodyPr rtlCol="0" anchor="ctr"/>
            <a:lstStyle/>
            <a:p>
              <a:endParaRPr lang="en-US"/>
            </a:p>
          </p:txBody>
        </p:sp>
      </p:grpSp>
      <p:grpSp>
        <p:nvGrpSpPr>
          <p:cNvPr id="781" name="Graphic 4">
            <a:extLst>
              <a:ext uri="{FF2B5EF4-FFF2-40B4-BE49-F238E27FC236}">
                <a16:creationId xmlns:a16="http://schemas.microsoft.com/office/drawing/2014/main" id="{A198AE5B-D7F6-4D4F-90B0-1F61E855F5A0}"/>
              </a:ext>
            </a:extLst>
          </p:cNvPr>
          <p:cNvGrpSpPr/>
          <p:nvPr/>
        </p:nvGrpSpPr>
        <p:grpSpPr>
          <a:xfrm>
            <a:off x="10934460" y="2855239"/>
            <a:ext cx="361674" cy="362450"/>
            <a:chOff x="10934460" y="2855239"/>
            <a:chExt cx="361674" cy="362450"/>
          </a:xfrm>
          <a:solidFill>
            <a:srgbClr val="0076A8"/>
          </a:solidFill>
        </p:grpSpPr>
        <p:sp>
          <p:nvSpPr>
            <p:cNvPr id="782" name="Graphic 4">
              <a:extLst>
                <a:ext uri="{FF2B5EF4-FFF2-40B4-BE49-F238E27FC236}">
                  <a16:creationId xmlns:a16="http://schemas.microsoft.com/office/drawing/2014/main" id="{70327B81-2D68-D747-BCBE-8C28EDD53FE2}"/>
                </a:ext>
              </a:extLst>
            </p:cNvPr>
            <p:cNvSpPr/>
            <p:nvPr/>
          </p:nvSpPr>
          <p:spPr>
            <a:xfrm>
              <a:off x="10934460" y="2855239"/>
              <a:ext cx="361674" cy="362450"/>
            </a:xfrm>
            <a:custGeom>
              <a:avLst/>
              <a:gdLst>
                <a:gd name="connsiteX0" fmla="*/ 180836 w 361674"/>
                <a:gd name="connsiteY0" fmla="*/ 479 h 362450"/>
                <a:gd name="connsiteX1" fmla="*/ 0 w 361674"/>
                <a:gd name="connsiteY1" fmla="*/ 181145 h 362450"/>
                <a:gd name="connsiteX2" fmla="*/ 180836 w 361674"/>
                <a:gd name="connsiteY2" fmla="*/ 362451 h 362450"/>
                <a:gd name="connsiteX3" fmla="*/ 361671 w 361674"/>
                <a:gd name="connsiteY3" fmla="*/ 181784 h 362450"/>
                <a:gd name="connsiteX4" fmla="*/ 361671 w 361674"/>
                <a:gd name="connsiteY4" fmla="*/ 181784 h 362450"/>
                <a:gd name="connsiteX5" fmla="*/ 180836 w 361674"/>
                <a:gd name="connsiteY5" fmla="*/ 479 h 362450"/>
                <a:gd name="connsiteX6" fmla="*/ 180836 w 361674"/>
                <a:gd name="connsiteY6" fmla="*/ 479 h 362450"/>
                <a:gd name="connsiteX7" fmla="*/ 180836 w 361674"/>
                <a:gd name="connsiteY7" fmla="*/ 12608 h 362450"/>
                <a:gd name="connsiteX8" fmla="*/ 349530 w 361674"/>
                <a:gd name="connsiteY8" fmla="*/ 180507 h 362450"/>
                <a:gd name="connsiteX9" fmla="*/ 181474 w 361674"/>
                <a:gd name="connsiteY9" fmla="*/ 349044 h 362450"/>
                <a:gd name="connsiteX10" fmla="*/ 12780 w 361674"/>
                <a:gd name="connsiteY10" fmla="*/ 181145 h 362450"/>
                <a:gd name="connsiteX11" fmla="*/ 12780 w 361674"/>
                <a:gd name="connsiteY11" fmla="*/ 181145 h 362450"/>
                <a:gd name="connsiteX12" fmla="*/ 180836 w 361674"/>
                <a:gd name="connsiteY12" fmla="*/ 12608 h 36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2450">
                  <a:moveTo>
                    <a:pt x="180836" y="479"/>
                  </a:moveTo>
                  <a:cubicBezTo>
                    <a:pt x="80514" y="479"/>
                    <a:pt x="0" y="81555"/>
                    <a:pt x="0" y="181145"/>
                  </a:cubicBezTo>
                  <a:cubicBezTo>
                    <a:pt x="0" y="281374"/>
                    <a:pt x="81153" y="362451"/>
                    <a:pt x="180836" y="362451"/>
                  </a:cubicBezTo>
                  <a:cubicBezTo>
                    <a:pt x="281157" y="362451"/>
                    <a:pt x="361671" y="281374"/>
                    <a:pt x="361671" y="181784"/>
                  </a:cubicBezTo>
                  <a:cubicBezTo>
                    <a:pt x="361671" y="181784"/>
                    <a:pt x="361671" y="181784"/>
                    <a:pt x="361671" y="181784"/>
                  </a:cubicBezTo>
                  <a:cubicBezTo>
                    <a:pt x="362310" y="80917"/>
                    <a:pt x="281157" y="479"/>
                    <a:pt x="180836" y="479"/>
                  </a:cubicBezTo>
                  <a:cubicBezTo>
                    <a:pt x="180836" y="-160"/>
                    <a:pt x="180836" y="-160"/>
                    <a:pt x="180836" y="479"/>
                  </a:cubicBezTo>
                  <a:moveTo>
                    <a:pt x="180836" y="12608"/>
                  </a:moveTo>
                  <a:cubicBezTo>
                    <a:pt x="274128" y="12608"/>
                    <a:pt x="349530" y="87939"/>
                    <a:pt x="349530" y="180507"/>
                  </a:cubicBezTo>
                  <a:cubicBezTo>
                    <a:pt x="349530" y="273713"/>
                    <a:pt x="274128" y="349044"/>
                    <a:pt x="181474" y="349044"/>
                  </a:cubicBezTo>
                  <a:cubicBezTo>
                    <a:pt x="88181" y="349044"/>
                    <a:pt x="12780" y="273713"/>
                    <a:pt x="12780" y="181145"/>
                  </a:cubicBezTo>
                  <a:cubicBezTo>
                    <a:pt x="12780" y="181145"/>
                    <a:pt x="12780" y="181145"/>
                    <a:pt x="12780" y="181145"/>
                  </a:cubicBezTo>
                  <a:cubicBezTo>
                    <a:pt x="12780" y="88578"/>
                    <a:pt x="88181" y="13247"/>
                    <a:pt x="180836" y="12608"/>
                  </a:cubicBezTo>
                </a:path>
              </a:pathLst>
            </a:custGeom>
            <a:solidFill>
              <a:srgbClr val="0076A8"/>
            </a:solidFill>
            <a:ln w="6390" cap="flat">
              <a:noFill/>
              <a:prstDash val="solid"/>
              <a:miter/>
            </a:ln>
          </p:spPr>
          <p:txBody>
            <a:bodyPr rtlCol="0" anchor="ctr"/>
            <a:lstStyle/>
            <a:p>
              <a:endParaRPr lang="en-US"/>
            </a:p>
          </p:txBody>
        </p:sp>
        <p:sp>
          <p:nvSpPr>
            <p:cNvPr id="783" name="Graphic 4">
              <a:extLst>
                <a:ext uri="{FF2B5EF4-FFF2-40B4-BE49-F238E27FC236}">
                  <a16:creationId xmlns:a16="http://schemas.microsoft.com/office/drawing/2014/main" id="{3C861EDC-12FA-FD49-A0FE-C16824BAFA01}"/>
                </a:ext>
              </a:extLst>
            </p:cNvPr>
            <p:cNvSpPr/>
            <p:nvPr/>
          </p:nvSpPr>
          <p:spPr>
            <a:xfrm>
              <a:off x="11022641" y="2954031"/>
              <a:ext cx="169972" cy="164068"/>
            </a:xfrm>
            <a:custGeom>
              <a:avLst/>
              <a:gdLst>
                <a:gd name="connsiteX0" fmla="*/ 76679 w 169972"/>
                <a:gd name="connsiteY0" fmla="*/ 13406 h 164068"/>
                <a:gd name="connsiteX1" fmla="*/ 12780 w 169972"/>
                <a:gd name="connsiteY1" fmla="*/ 77246 h 164068"/>
                <a:gd name="connsiteX2" fmla="*/ 12780 w 169972"/>
                <a:gd name="connsiteY2" fmla="*/ 150662 h 164068"/>
                <a:gd name="connsiteX3" fmla="*/ 14058 w 169972"/>
                <a:gd name="connsiteY3" fmla="*/ 151939 h 164068"/>
                <a:gd name="connsiteX4" fmla="*/ 14058 w 169972"/>
                <a:gd name="connsiteY4" fmla="*/ 151939 h 164068"/>
                <a:gd name="connsiteX5" fmla="*/ 156553 w 169972"/>
                <a:gd name="connsiteY5" fmla="*/ 151939 h 164068"/>
                <a:gd name="connsiteX6" fmla="*/ 157831 w 169972"/>
                <a:gd name="connsiteY6" fmla="*/ 150662 h 164068"/>
                <a:gd name="connsiteX7" fmla="*/ 157831 w 169972"/>
                <a:gd name="connsiteY7" fmla="*/ 77884 h 164068"/>
                <a:gd name="connsiteX8" fmla="*/ 93932 w 169972"/>
                <a:gd name="connsiteY8" fmla="*/ 14045 h 164068"/>
                <a:gd name="connsiteX9" fmla="*/ 76679 w 169972"/>
                <a:gd name="connsiteY9" fmla="*/ 13406 h 164068"/>
                <a:gd name="connsiteX10" fmla="*/ 156553 w 169972"/>
                <a:gd name="connsiteY10" fmla="*/ 164068 h 164068"/>
                <a:gd name="connsiteX11" fmla="*/ 14058 w 169972"/>
                <a:gd name="connsiteY11" fmla="*/ 164068 h 164068"/>
                <a:gd name="connsiteX12" fmla="*/ 0 w 169972"/>
                <a:gd name="connsiteY12" fmla="*/ 150024 h 164068"/>
                <a:gd name="connsiteX13" fmla="*/ 0 w 169972"/>
                <a:gd name="connsiteY13" fmla="*/ 150024 h 164068"/>
                <a:gd name="connsiteX14" fmla="*/ 0 w 169972"/>
                <a:gd name="connsiteY14" fmla="*/ 76608 h 164068"/>
                <a:gd name="connsiteX15" fmla="*/ 76679 w 169972"/>
                <a:gd name="connsiteY15" fmla="*/ 0 h 164068"/>
                <a:gd name="connsiteX16" fmla="*/ 93293 w 169972"/>
                <a:gd name="connsiteY16" fmla="*/ 0 h 164068"/>
                <a:gd name="connsiteX17" fmla="*/ 169972 w 169972"/>
                <a:gd name="connsiteY17" fmla="*/ 76608 h 164068"/>
                <a:gd name="connsiteX18" fmla="*/ 169972 w 169972"/>
                <a:gd name="connsiteY18" fmla="*/ 150024 h 164068"/>
                <a:gd name="connsiteX19" fmla="*/ 156553 w 169972"/>
                <a:gd name="connsiteY19" fmla="*/ 164068 h 16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9972" h="164068">
                  <a:moveTo>
                    <a:pt x="76679" y="13406"/>
                  </a:moveTo>
                  <a:cubicBezTo>
                    <a:pt x="41535" y="13406"/>
                    <a:pt x="12780" y="42134"/>
                    <a:pt x="12780" y="77246"/>
                  </a:cubicBezTo>
                  <a:lnTo>
                    <a:pt x="12780" y="150662"/>
                  </a:lnTo>
                  <a:cubicBezTo>
                    <a:pt x="12780" y="151300"/>
                    <a:pt x="13419" y="151939"/>
                    <a:pt x="14058" y="151939"/>
                  </a:cubicBezTo>
                  <a:lnTo>
                    <a:pt x="14058" y="151939"/>
                  </a:lnTo>
                  <a:lnTo>
                    <a:pt x="156553" y="151939"/>
                  </a:lnTo>
                  <a:cubicBezTo>
                    <a:pt x="157192" y="151939"/>
                    <a:pt x="157831" y="151300"/>
                    <a:pt x="157831" y="150662"/>
                  </a:cubicBezTo>
                  <a:lnTo>
                    <a:pt x="157831" y="77884"/>
                  </a:lnTo>
                  <a:cubicBezTo>
                    <a:pt x="157831" y="42773"/>
                    <a:pt x="129076" y="14045"/>
                    <a:pt x="93932" y="14045"/>
                  </a:cubicBezTo>
                  <a:lnTo>
                    <a:pt x="76679" y="13406"/>
                  </a:lnTo>
                  <a:close/>
                  <a:moveTo>
                    <a:pt x="156553" y="164068"/>
                  </a:moveTo>
                  <a:lnTo>
                    <a:pt x="14058" y="164068"/>
                  </a:lnTo>
                  <a:cubicBezTo>
                    <a:pt x="6390" y="164068"/>
                    <a:pt x="0" y="157684"/>
                    <a:pt x="0" y="150024"/>
                  </a:cubicBezTo>
                  <a:lnTo>
                    <a:pt x="0" y="150024"/>
                  </a:lnTo>
                  <a:lnTo>
                    <a:pt x="0" y="76608"/>
                  </a:lnTo>
                  <a:cubicBezTo>
                    <a:pt x="0" y="34473"/>
                    <a:pt x="34506" y="0"/>
                    <a:pt x="76679" y="0"/>
                  </a:cubicBezTo>
                  <a:lnTo>
                    <a:pt x="93293" y="0"/>
                  </a:lnTo>
                  <a:cubicBezTo>
                    <a:pt x="135466" y="0"/>
                    <a:pt x="169972" y="34473"/>
                    <a:pt x="169972" y="76608"/>
                  </a:cubicBezTo>
                  <a:lnTo>
                    <a:pt x="169972" y="150024"/>
                  </a:lnTo>
                  <a:cubicBezTo>
                    <a:pt x="169972" y="158323"/>
                    <a:pt x="163582" y="164068"/>
                    <a:pt x="156553" y="164068"/>
                  </a:cubicBezTo>
                </a:path>
              </a:pathLst>
            </a:custGeom>
            <a:solidFill>
              <a:srgbClr val="0076A8"/>
            </a:solidFill>
            <a:ln w="6390" cap="flat">
              <a:noFill/>
              <a:prstDash val="solid"/>
              <a:miter/>
            </a:ln>
          </p:spPr>
          <p:txBody>
            <a:bodyPr rtlCol="0" anchor="ctr"/>
            <a:lstStyle/>
            <a:p>
              <a:endParaRPr lang="en-US"/>
            </a:p>
          </p:txBody>
        </p:sp>
        <p:sp>
          <p:nvSpPr>
            <p:cNvPr id="784" name="Graphic 4">
              <a:extLst>
                <a:ext uri="{FF2B5EF4-FFF2-40B4-BE49-F238E27FC236}">
                  <a16:creationId xmlns:a16="http://schemas.microsoft.com/office/drawing/2014/main" id="{D9E7514F-B925-FB47-A159-1C7A267FF255}"/>
                </a:ext>
              </a:extLst>
            </p:cNvPr>
            <p:cNvSpPr/>
            <p:nvPr/>
          </p:nvSpPr>
          <p:spPr>
            <a:xfrm>
              <a:off x="11060342" y="2992335"/>
              <a:ext cx="94570" cy="94482"/>
            </a:xfrm>
            <a:custGeom>
              <a:avLst/>
              <a:gdLst>
                <a:gd name="connsiteX0" fmla="*/ 47286 w 94570"/>
                <a:gd name="connsiteY0" fmla="*/ 13406 h 94482"/>
                <a:gd name="connsiteX1" fmla="*/ 12780 w 94570"/>
                <a:gd name="connsiteY1" fmla="*/ 47880 h 94482"/>
                <a:gd name="connsiteX2" fmla="*/ 47286 w 94570"/>
                <a:gd name="connsiteY2" fmla="*/ 82353 h 94482"/>
                <a:gd name="connsiteX3" fmla="*/ 81791 w 94570"/>
                <a:gd name="connsiteY3" fmla="*/ 47880 h 94482"/>
                <a:gd name="connsiteX4" fmla="*/ 81791 w 94570"/>
                <a:gd name="connsiteY4" fmla="*/ 47880 h 94482"/>
                <a:gd name="connsiteX5" fmla="*/ 47286 w 94570"/>
                <a:gd name="connsiteY5" fmla="*/ 13406 h 94482"/>
                <a:gd name="connsiteX6" fmla="*/ 47286 w 94570"/>
                <a:gd name="connsiteY6" fmla="*/ 94483 h 94482"/>
                <a:gd name="connsiteX7" fmla="*/ 0 w 94570"/>
                <a:gd name="connsiteY7" fmla="*/ 47241 h 94482"/>
                <a:gd name="connsiteX8" fmla="*/ 47286 w 94570"/>
                <a:gd name="connsiteY8" fmla="*/ 0 h 94482"/>
                <a:gd name="connsiteX9" fmla="*/ 94571 w 94570"/>
                <a:gd name="connsiteY9" fmla="*/ 47241 h 94482"/>
                <a:gd name="connsiteX10" fmla="*/ 94571 w 94570"/>
                <a:gd name="connsiteY10" fmla="*/ 47241 h 94482"/>
                <a:gd name="connsiteX11" fmla="*/ 47286 w 94570"/>
                <a:gd name="connsiteY11" fmla="*/ 94483 h 94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4570" h="94482">
                  <a:moveTo>
                    <a:pt x="47286" y="13406"/>
                  </a:moveTo>
                  <a:cubicBezTo>
                    <a:pt x="28116" y="13406"/>
                    <a:pt x="12780" y="28728"/>
                    <a:pt x="12780" y="47880"/>
                  </a:cubicBezTo>
                  <a:cubicBezTo>
                    <a:pt x="12780" y="67032"/>
                    <a:pt x="28116" y="82353"/>
                    <a:pt x="47286" y="82353"/>
                  </a:cubicBezTo>
                  <a:cubicBezTo>
                    <a:pt x="66456" y="82353"/>
                    <a:pt x="81791" y="67032"/>
                    <a:pt x="81791" y="47880"/>
                  </a:cubicBezTo>
                  <a:cubicBezTo>
                    <a:pt x="81791" y="47880"/>
                    <a:pt x="81791" y="47880"/>
                    <a:pt x="81791" y="47880"/>
                  </a:cubicBezTo>
                  <a:cubicBezTo>
                    <a:pt x="81791" y="28728"/>
                    <a:pt x="66456" y="13406"/>
                    <a:pt x="47286" y="13406"/>
                  </a:cubicBezTo>
                  <a:moveTo>
                    <a:pt x="47286" y="94483"/>
                  </a:moveTo>
                  <a:cubicBezTo>
                    <a:pt x="21086" y="94483"/>
                    <a:pt x="0" y="73416"/>
                    <a:pt x="0" y="47241"/>
                  </a:cubicBezTo>
                  <a:cubicBezTo>
                    <a:pt x="0" y="21067"/>
                    <a:pt x="21086" y="0"/>
                    <a:pt x="47286" y="0"/>
                  </a:cubicBezTo>
                  <a:cubicBezTo>
                    <a:pt x="73484" y="0"/>
                    <a:pt x="94571" y="21067"/>
                    <a:pt x="94571" y="47241"/>
                  </a:cubicBezTo>
                  <a:lnTo>
                    <a:pt x="94571" y="47241"/>
                  </a:lnTo>
                  <a:cubicBezTo>
                    <a:pt x="94571" y="74054"/>
                    <a:pt x="73484" y="94483"/>
                    <a:pt x="47286" y="94483"/>
                  </a:cubicBezTo>
                </a:path>
              </a:pathLst>
            </a:custGeom>
            <a:solidFill>
              <a:srgbClr val="0076A8"/>
            </a:solidFill>
            <a:ln w="6390" cap="flat">
              <a:noFill/>
              <a:prstDash val="solid"/>
              <a:miter/>
            </a:ln>
          </p:spPr>
          <p:txBody>
            <a:bodyPr rtlCol="0" anchor="ctr"/>
            <a:lstStyle/>
            <a:p>
              <a:endParaRPr lang="en-US"/>
            </a:p>
          </p:txBody>
        </p:sp>
        <p:sp>
          <p:nvSpPr>
            <p:cNvPr id="785" name="Graphic 4">
              <a:extLst>
                <a:ext uri="{FF2B5EF4-FFF2-40B4-BE49-F238E27FC236}">
                  <a16:creationId xmlns:a16="http://schemas.microsoft.com/office/drawing/2014/main" id="{2E929BAD-8B38-CC46-BD39-8D0AE849BDCE}"/>
                </a:ext>
              </a:extLst>
            </p:cNvPr>
            <p:cNvSpPr/>
            <p:nvPr/>
          </p:nvSpPr>
          <p:spPr>
            <a:xfrm>
              <a:off x="11151369" y="2957057"/>
              <a:ext cx="49347" cy="50225"/>
            </a:xfrm>
            <a:custGeom>
              <a:avLst/>
              <a:gdLst>
                <a:gd name="connsiteX0" fmla="*/ 28465 w 49347"/>
                <a:gd name="connsiteY0" fmla="*/ 49961 h 50225"/>
                <a:gd name="connsiteX1" fmla="*/ 22075 w 49347"/>
                <a:gd name="connsiteY1" fmla="*/ 43577 h 50225"/>
                <a:gd name="connsiteX2" fmla="*/ 24631 w 49347"/>
                <a:gd name="connsiteY2" fmla="*/ 38470 h 50225"/>
                <a:gd name="connsiteX3" fmla="*/ 34855 w 49347"/>
                <a:gd name="connsiteY3" fmla="*/ 30171 h 50225"/>
                <a:gd name="connsiteX4" fmla="*/ 20158 w 49347"/>
                <a:gd name="connsiteY4" fmla="*/ 12296 h 50225"/>
                <a:gd name="connsiteX5" fmla="*/ 10573 w 49347"/>
                <a:gd name="connsiteY5" fmla="*/ 20595 h 50225"/>
                <a:gd name="connsiteX6" fmla="*/ 1627 w 49347"/>
                <a:gd name="connsiteY6" fmla="*/ 19956 h 50225"/>
                <a:gd name="connsiteX7" fmla="*/ 2266 w 49347"/>
                <a:gd name="connsiteY7" fmla="*/ 11019 h 50225"/>
                <a:gd name="connsiteX8" fmla="*/ 13129 w 49347"/>
                <a:gd name="connsiteY8" fmla="*/ 2720 h 50225"/>
                <a:gd name="connsiteX9" fmla="*/ 22075 w 49347"/>
                <a:gd name="connsiteY9" fmla="*/ 166 h 50225"/>
                <a:gd name="connsiteX10" fmla="*/ 30382 w 49347"/>
                <a:gd name="connsiteY10" fmla="*/ 4635 h 50225"/>
                <a:gd name="connsiteX11" fmla="*/ 46357 w 49347"/>
                <a:gd name="connsiteY11" fmla="*/ 23148 h 50225"/>
                <a:gd name="connsiteX12" fmla="*/ 45078 w 49347"/>
                <a:gd name="connsiteY12" fmla="*/ 40385 h 50225"/>
                <a:gd name="connsiteX13" fmla="*/ 34216 w 49347"/>
                <a:gd name="connsiteY13" fmla="*/ 49323 h 50225"/>
                <a:gd name="connsiteX14" fmla="*/ 28465 w 49347"/>
                <a:gd name="connsiteY14" fmla="*/ 49961 h 50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347" h="50225">
                  <a:moveTo>
                    <a:pt x="28465" y="49961"/>
                  </a:moveTo>
                  <a:cubicBezTo>
                    <a:pt x="24631" y="49961"/>
                    <a:pt x="22075" y="47408"/>
                    <a:pt x="22075" y="43577"/>
                  </a:cubicBezTo>
                  <a:cubicBezTo>
                    <a:pt x="22075" y="41662"/>
                    <a:pt x="22714" y="39747"/>
                    <a:pt x="24631" y="38470"/>
                  </a:cubicBezTo>
                  <a:lnTo>
                    <a:pt x="34855" y="30171"/>
                  </a:lnTo>
                  <a:lnTo>
                    <a:pt x="20158" y="12296"/>
                  </a:lnTo>
                  <a:lnTo>
                    <a:pt x="10573" y="20595"/>
                  </a:lnTo>
                  <a:cubicBezTo>
                    <a:pt x="8017" y="23148"/>
                    <a:pt x="3544" y="22510"/>
                    <a:pt x="1627" y="19956"/>
                  </a:cubicBezTo>
                  <a:cubicBezTo>
                    <a:pt x="-929" y="17403"/>
                    <a:pt x="-290" y="12934"/>
                    <a:pt x="2266" y="11019"/>
                  </a:cubicBezTo>
                  <a:lnTo>
                    <a:pt x="13129" y="2720"/>
                  </a:lnTo>
                  <a:cubicBezTo>
                    <a:pt x="15685" y="805"/>
                    <a:pt x="18880" y="-472"/>
                    <a:pt x="22075" y="166"/>
                  </a:cubicBezTo>
                  <a:cubicBezTo>
                    <a:pt x="25270" y="166"/>
                    <a:pt x="28465" y="2081"/>
                    <a:pt x="30382" y="4635"/>
                  </a:cubicBezTo>
                  <a:lnTo>
                    <a:pt x="46357" y="23148"/>
                  </a:lnTo>
                  <a:cubicBezTo>
                    <a:pt x="50830" y="28256"/>
                    <a:pt x="50191" y="35916"/>
                    <a:pt x="45078" y="40385"/>
                  </a:cubicBezTo>
                  <a:lnTo>
                    <a:pt x="34216" y="49323"/>
                  </a:lnTo>
                  <a:cubicBezTo>
                    <a:pt x="31660" y="49961"/>
                    <a:pt x="30382" y="50600"/>
                    <a:pt x="28465" y="49961"/>
                  </a:cubicBezTo>
                </a:path>
              </a:pathLst>
            </a:custGeom>
            <a:solidFill>
              <a:srgbClr val="0076A8"/>
            </a:solidFill>
            <a:ln w="6390" cap="flat">
              <a:noFill/>
              <a:prstDash val="solid"/>
              <a:miter/>
            </a:ln>
          </p:spPr>
          <p:txBody>
            <a:bodyPr rtlCol="0" anchor="ctr"/>
            <a:lstStyle/>
            <a:p>
              <a:endParaRPr lang="en-US"/>
            </a:p>
          </p:txBody>
        </p:sp>
        <p:sp>
          <p:nvSpPr>
            <p:cNvPr id="786" name="Graphic 4">
              <a:extLst>
                <a:ext uri="{FF2B5EF4-FFF2-40B4-BE49-F238E27FC236}">
                  <a16:creationId xmlns:a16="http://schemas.microsoft.com/office/drawing/2014/main" id="{A1A3BF0F-66CA-B84F-926E-9DEE1E20938F}"/>
                </a:ext>
              </a:extLst>
            </p:cNvPr>
            <p:cNvSpPr/>
            <p:nvPr/>
          </p:nvSpPr>
          <p:spPr>
            <a:xfrm>
              <a:off x="11181751" y="3074688"/>
              <a:ext cx="51758" cy="28727"/>
            </a:xfrm>
            <a:custGeom>
              <a:avLst/>
              <a:gdLst>
                <a:gd name="connsiteX0" fmla="*/ 45368 w 51758"/>
                <a:gd name="connsiteY0" fmla="*/ 28728 h 28727"/>
                <a:gd name="connsiteX1" fmla="*/ 6390 w 51758"/>
                <a:gd name="connsiteY1" fmla="*/ 28728 h 28727"/>
                <a:gd name="connsiteX2" fmla="*/ 0 w 51758"/>
                <a:gd name="connsiteY2" fmla="*/ 22344 h 28727"/>
                <a:gd name="connsiteX3" fmla="*/ 6390 w 51758"/>
                <a:gd name="connsiteY3" fmla="*/ 15960 h 28727"/>
                <a:gd name="connsiteX4" fmla="*/ 38978 w 51758"/>
                <a:gd name="connsiteY4" fmla="*/ 15960 h 28727"/>
                <a:gd name="connsiteX5" fmla="*/ 38978 w 51758"/>
                <a:gd name="connsiteY5" fmla="*/ 6384 h 28727"/>
                <a:gd name="connsiteX6" fmla="*/ 45368 w 51758"/>
                <a:gd name="connsiteY6" fmla="*/ 0 h 28727"/>
                <a:gd name="connsiteX7" fmla="*/ 51758 w 51758"/>
                <a:gd name="connsiteY7" fmla="*/ 6384 h 28727"/>
                <a:gd name="connsiteX8" fmla="*/ 51758 w 51758"/>
                <a:gd name="connsiteY8" fmla="*/ 22344 h 28727"/>
                <a:gd name="connsiteX9" fmla="*/ 45368 w 51758"/>
                <a:gd name="connsiteY9" fmla="*/ 28728 h 28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758" h="28727">
                  <a:moveTo>
                    <a:pt x="45368" y="28728"/>
                  </a:moveTo>
                  <a:lnTo>
                    <a:pt x="6390" y="28728"/>
                  </a:lnTo>
                  <a:cubicBezTo>
                    <a:pt x="2556" y="28728"/>
                    <a:pt x="0" y="26174"/>
                    <a:pt x="0" y="22344"/>
                  </a:cubicBezTo>
                  <a:cubicBezTo>
                    <a:pt x="0" y="18514"/>
                    <a:pt x="2556" y="15960"/>
                    <a:pt x="6390" y="15960"/>
                  </a:cubicBezTo>
                  <a:lnTo>
                    <a:pt x="38978" y="15960"/>
                  </a:lnTo>
                  <a:lnTo>
                    <a:pt x="38978" y="6384"/>
                  </a:lnTo>
                  <a:cubicBezTo>
                    <a:pt x="38978" y="2554"/>
                    <a:pt x="41535" y="0"/>
                    <a:pt x="45368" y="0"/>
                  </a:cubicBezTo>
                  <a:cubicBezTo>
                    <a:pt x="49202" y="0"/>
                    <a:pt x="51758" y="2554"/>
                    <a:pt x="51758" y="6384"/>
                  </a:cubicBezTo>
                  <a:lnTo>
                    <a:pt x="51758" y="22344"/>
                  </a:lnTo>
                  <a:cubicBezTo>
                    <a:pt x="51758" y="26174"/>
                    <a:pt x="49202" y="28728"/>
                    <a:pt x="45368" y="28728"/>
                  </a:cubicBezTo>
                </a:path>
              </a:pathLst>
            </a:custGeom>
            <a:solidFill>
              <a:srgbClr val="0076A8"/>
            </a:solidFill>
            <a:ln w="6390" cap="flat">
              <a:noFill/>
              <a:prstDash val="solid"/>
              <a:miter/>
            </a:ln>
          </p:spPr>
          <p:txBody>
            <a:bodyPr rtlCol="0" anchor="ctr"/>
            <a:lstStyle/>
            <a:p>
              <a:endParaRPr lang="en-US"/>
            </a:p>
          </p:txBody>
        </p:sp>
      </p:grpSp>
      <p:sp>
        <p:nvSpPr>
          <p:cNvPr id="787" name="Graphic 4">
            <a:extLst>
              <a:ext uri="{FF2B5EF4-FFF2-40B4-BE49-F238E27FC236}">
                <a16:creationId xmlns:a16="http://schemas.microsoft.com/office/drawing/2014/main" id="{F189996D-E99E-474B-80A0-DC9EA82346E0}"/>
              </a:ext>
            </a:extLst>
          </p:cNvPr>
          <p:cNvSpPr/>
          <p:nvPr/>
        </p:nvSpPr>
        <p:spPr>
          <a:xfrm>
            <a:off x="11372170" y="2855079"/>
            <a:ext cx="362309" cy="361971"/>
          </a:xfrm>
          <a:custGeom>
            <a:avLst/>
            <a:gdLst>
              <a:gd name="connsiteX0" fmla="*/ 207673 w 362309"/>
              <a:gd name="connsiteY0" fmla="*/ 185135 h 361971"/>
              <a:gd name="connsiteX1" fmla="*/ 173168 w 362309"/>
              <a:gd name="connsiteY1" fmla="*/ 150662 h 361971"/>
              <a:gd name="connsiteX2" fmla="*/ 138662 w 362309"/>
              <a:gd name="connsiteY2" fmla="*/ 185135 h 361971"/>
              <a:gd name="connsiteX3" fmla="*/ 173168 w 362309"/>
              <a:gd name="connsiteY3" fmla="*/ 219609 h 361971"/>
              <a:gd name="connsiteX4" fmla="*/ 173168 w 362309"/>
              <a:gd name="connsiteY4" fmla="*/ 219609 h 361971"/>
              <a:gd name="connsiteX5" fmla="*/ 207673 w 362309"/>
              <a:gd name="connsiteY5" fmla="*/ 185135 h 361971"/>
              <a:gd name="connsiteX6" fmla="*/ 220453 w 362309"/>
              <a:gd name="connsiteY6" fmla="*/ 185135 h 361971"/>
              <a:gd name="connsiteX7" fmla="*/ 173807 w 362309"/>
              <a:gd name="connsiteY7" fmla="*/ 232377 h 361971"/>
              <a:gd name="connsiteX8" fmla="*/ 126521 w 362309"/>
              <a:gd name="connsiteY8" fmla="*/ 185135 h 361971"/>
              <a:gd name="connsiteX9" fmla="*/ 173168 w 362309"/>
              <a:gd name="connsiteY9" fmla="*/ 137894 h 361971"/>
              <a:gd name="connsiteX10" fmla="*/ 173168 w 362309"/>
              <a:gd name="connsiteY10" fmla="*/ 137894 h 361971"/>
              <a:gd name="connsiteX11" fmla="*/ 220453 w 362309"/>
              <a:gd name="connsiteY11" fmla="*/ 185135 h 361971"/>
              <a:gd name="connsiteX12" fmla="*/ 246013 w 362309"/>
              <a:gd name="connsiteY12" fmla="*/ 176198 h 361971"/>
              <a:gd name="connsiteX13" fmla="*/ 182113 w 362309"/>
              <a:gd name="connsiteY13" fmla="*/ 112358 h 361971"/>
              <a:gd name="connsiteX14" fmla="*/ 165500 w 362309"/>
              <a:gd name="connsiteY14" fmla="*/ 112358 h 361971"/>
              <a:gd name="connsiteX15" fmla="*/ 101600 w 362309"/>
              <a:gd name="connsiteY15" fmla="*/ 176198 h 361971"/>
              <a:gd name="connsiteX16" fmla="*/ 101600 w 362309"/>
              <a:gd name="connsiteY16" fmla="*/ 249614 h 361971"/>
              <a:gd name="connsiteX17" fmla="*/ 102879 w 362309"/>
              <a:gd name="connsiteY17" fmla="*/ 250890 h 361971"/>
              <a:gd name="connsiteX18" fmla="*/ 102879 w 362309"/>
              <a:gd name="connsiteY18" fmla="*/ 250890 h 361971"/>
              <a:gd name="connsiteX19" fmla="*/ 244735 w 362309"/>
              <a:gd name="connsiteY19" fmla="*/ 250890 h 361971"/>
              <a:gd name="connsiteX20" fmla="*/ 246013 w 362309"/>
              <a:gd name="connsiteY20" fmla="*/ 249614 h 361971"/>
              <a:gd name="connsiteX21" fmla="*/ 246013 w 362309"/>
              <a:gd name="connsiteY21" fmla="*/ 249614 h 361971"/>
              <a:gd name="connsiteX22" fmla="*/ 246013 w 362309"/>
              <a:gd name="connsiteY22" fmla="*/ 176198 h 361971"/>
              <a:gd name="connsiteX23" fmla="*/ 247291 w 362309"/>
              <a:gd name="connsiteY23" fmla="*/ 135979 h 361971"/>
              <a:gd name="connsiteX24" fmla="*/ 251764 w 362309"/>
              <a:gd name="connsiteY24" fmla="*/ 132148 h 361971"/>
              <a:gd name="connsiteX25" fmla="*/ 237067 w 362309"/>
              <a:gd name="connsiteY25" fmla="*/ 114273 h 361971"/>
              <a:gd name="connsiteX26" fmla="*/ 232594 w 362309"/>
              <a:gd name="connsiteY26" fmla="*/ 118104 h 361971"/>
              <a:gd name="connsiteX27" fmla="*/ 247291 w 362309"/>
              <a:gd name="connsiteY27" fmla="*/ 135979 h 361971"/>
              <a:gd name="connsiteX28" fmla="*/ 299688 w 362309"/>
              <a:gd name="connsiteY28" fmla="*/ 241953 h 361971"/>
              <a:gd name="connsiteX29" fmla="*/ 293298 w 362309"/>
              <a:gd name="connsiteY29" fmla="*/ 248337 h 361971"/>
              <a:gd name="connsiteX30" fmla="*/ 258792 w 362309"/>
              <a:gd name="connsiteY30" fmla="*/ 248337 h 361971"/>
              <a:gd name="connsiteX31" fmla="*/ 258792 w 362309"/>
              <a:gd name="connsiteY31" fmla="*/ 249614 h 361971"/>
              <a:gd name="connsiteX32" fmla="*/ 244735 w 362309"/>
              <a:gd name="connsiteY32" fmla="*/ 263658 h 361971"/>
              <a:gd name="connsiteX33" fmla="*/ 244735 w 362309"/>
              <a:gd name="connsiteY33" fmla="*/ 263658 h 361971"/>
              <a:gd name="connsiteX34" fmla="*/ 101600 w 362309"/>
              <a:gd name="connsiteY34" fmla="*/ 263658 h 361971"/>
              <a:gd name="connsiteX35" fmla="*/ 87543 w 362309"/>
              <a:gd name="connsiteY35" fmla="*/ 249614 h 361971"/>
              <a:gd name="connsiteX36" fmla="*/ 87543 w 362309"/>
              <a:gd name="connsiteY36" fmla="*/ 249614 h 361971"/>
              <a:gd name="connsiteX37" fmla="*/ 87543 w 362309"/>
              <a:gd name="connsiteY37" fmla="*/ 176198 h 361971"/>
              <a:gd name="connsiteX38" fmla="*/ 164222 w 362309"/>
              <a:gd name="connsiteY38" fmla="*/ 99590 h 361971"/>
              <a:gd name="connsiteX39" fmla="*/ 180836 w 362309"/>
              <a:gd name="connsiteY39" fmla="*/ 99590 h 361971"/>
              <a:gd name="connsiteX40" fmla="*/ 220453 w 362309"/>
              <a:gd name="connsiteY40" fmla="*/ 111081 h 361971"/>
              <a:gd name="connsiteX41" fmla="*/ 227482 w 362309"/>
              <a:gd name="connsiteY41" fmla="*/ 104697 h 361971"/>
              <a:gd name="connsiteX42" fmla="*/ 236428 w 362309"/>
              <a:gd name="connsiteY42" fmla="*/ 102144 h 361971"/>
              <a:gd name="connsiteX43" fmla="*/ 244735 w 362309"/>
              <a:gd name="connsiteY43" fmla="*/ 106612 h 361971"/>
              <a:gd name="connsiteX44" fmla="*/ 260710 w 362309"/>
              <a:gd name="connsiteY44" fmla="*/ 125126 h 361971"/>
              <a:gd name="connsiteX45" fmla="*/ 259432 w 362309"/>
              <a:gd name="connsiteY45" fmla="*/ 142363 h 361971"/>
              <a:gd name="connsiteX46" fmla="*/ 252403 w 362309"/>
              <a:gd name="connsiteY46" fmla="*/ 148747 h 361971"/>
              <a:gd name="connsiteX47" fmla="*/ 258154 w 362309"/>
              <a:gd name="connsiteY47" fmla="*/ 177475 h 361971"/>
              <a:gd name="connsiteX48" fmla="*/ 258154 w 362309"/>
              <a:gd name="connsiteY48" fmla="*/ 236846 h 361971"/>
              <a:gd name="connsiteX49" fmla="*/ 286270 w 362309"/>
              <a:gd name="connsiteY49" fmla="*/ 236846 h 361971"/>
              <a:gd name="connsiteX50" fmla="*/ 286270 w 362309"/>
              <a:gd name="connsiteY50" fmla="*/ 225993 h 361971"/>
              <a:gd name="connsiteX51" fmla="*/ 292659 w 362309"/>
              <a:gd name="connsiteY51" fmla="*/ 219609 h 361971"/>
              <a:gd name="connsiteX52" fmla="*/ 299049 w 362309"/>
              <a:gd name="connsiteY52" fmla="*/ 225993 h 361971"/>
              <a:gd name="connsiteX53" fmla="*/ 299688 w 362309"/>
              <a:gd name="connsiteY53" fmla="*/ 241953 h 361971"/>
              <a:gd name="connsiteX54" fmla="*/ 362310 w 362309"/>
              <a:gd name="connsiteY54" fmla="*/ 181305 h 361971"/>
              <a:gd name="connsiteX55" fmla="*/ 181474 w 362309"/>
              <a:gd name="connsiteY55" fmla="*/ 0 h 361971"/>
              <a:gd name="connsiteX56" fmla="*/ 0 w 362309"/>
              <a:gd name="connsiteY56" fmla="*/ 180667 h 361971"/>
              <a:gd name="connsiteX57" fmla="*/ 180836 w 362309"/>
              <a:gd name="connsiteY57" fmla="*/ 361972 h 361971"/>
              <a:gd name="connsiteX58" fmla="*/ 180836 w 362309"/>
              <a:gd name="connsiteY58" fmla="*/ 361972 h 361971"/>
              <a:gd name="connsiteX59" fmla="*/ 362310 w 362309"/>
              <a:gd name="connsiteY59" fmla="*/ 18130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62309" h="361971">
                <a:moveTo>
                  <a:pt x="207673" y="185135"/>
                </a:moveTo>
                <a:cubicBezTo>
                  <a:pt x="207673" y="165984"/>
                  <a:pt x="192338" y="150662"/>
                  <a:pt x="173168" y="150662"/>
                </a:cubicBezTo>
                <a:cubicBezTo>
                  <a:pt x="153998" y="150662"/>
                  <a:pt x="138662" y="165984"/>
                  <a:pt x="138662" y="185135"/>
                </a:cubicBezTo>
                <a:cubicBezTo>
                  <a:pt x="138662" y="204287"/>
                  <a:pt x="153998" y="219609"/>
                  <a:pt x="173168" y="219609"/>
                </a:cubicBezTo>
                <a:cubicBezTo>
                  <a:pt x="173168" y="219609"/>
                  <a:pt x="173168" y="219609"/>
                  <a:pt x="173168" y="219609"/>
                </a:cubicBezTo>
                <a:cubicBezTo>
                  <a:pt x="192338" y="218971"/>
                  <a:pt x="207673" y="203649"/>
                  <a:pt x="207673" y="185135"/>
                </a:cubicBezTo>
                <a:moveTo>
                  <a:pt x="220453" y="185135"/>
                </a:moveTo>
                <a:cubicBezTo>
                  <a:pt x="220453" y="211310"/>
                  <a:pt x="199367" y="232377"/>
                  <a:pt x="173807" y="232377"/>
                </a:cubicBezTo>
                <a:cubicBezTo>
                  <a:pt x="147608" y="232377"/>
                  <a:pt x="126521" y="211310"/>
                  <a:pt x="126521" y="185135"/>
                </a:cubicBezTo>
                <a:cubicBezTo>
                  <a:pt x="126521" y="158961"/>
                  <a:pt x="147608" y="137894"/>
                  <a:pt x="173168" y="137894"/>
                </a:cubicBezTo>
                <a:cubicBezTo>
                  <a:pt x="173168" y="137894"/>
                  <a:pt x="173168" y="137894"/>
                  <a:pt x="173168" y="137894"/>
                </a:cubicBezTo>
                <a:cubicBezTo>
                  <a:pt x="199367" y="137894"/>
                  <a:pt x="220453" y="158961"/>
                  <a:pt x="220453" y="185135"/>
                </a:cubicBezTo>
                <a:moveTo>
                  <a:pt x="246013" y="176198"/>
                </a:moveTo>
                <a:cubicBezTo>
                  <a:pt x="246013" y="141086"/>
                  <a:pt x="217258" y="112358"/>
                  <a:pt x="182113" y="112358"/>
                </a:cubicBezTo>
                <a:lnTo>
                  <a:pt x="165500" y="112358"/>
                </a:lnTo>
                <a:cubicBezTo>
                  <a:pt x="130355" y="112358"/>
                  <a:pt x="101600" y="141086"/>
                  <a:pt x="101600" y="176198"/>
                </a:cubicBezTo>
                <a:lnTo>
                  <a:pt x="101600" y="249614"/>
                </a:lnTo>
                <a:cubicBezTo>
                  <a:pt x="101600" y="250252"/>
                  <a:pt x="102239" y="250890"/>
                  <a:pt x="102879" y="250890"/>
                </a:cubicBezTo>
                <a:lnTo>
                  <a:pt x="102879" y="250890"/>
                </a:lnTo>
                <a:lnTo>
                  <a:pt x="244735" y="250890"/>
                </a:lnTo>
                <a:cubicBezTo>
                  <a:pt x="245374" y="250890"/>
                  <a:pt x="246013" y="250252"/>
                  <a:pt x="246013" y="249614"/>
                </a:cubicBezTo>
                <a:lnTo>
                  <a:pt x="246013" y="249614"/>
                </a:lnTo>
                <a:lnTo>
                  <a:pt x="246013" y="176198"/>
                </a:lnTo>
                <a:close/>
                <a:moveTo>
                  <a:pt x="247291" y="135979"/>
                </a:moveTo>
                <a:lnTo>
                  <a:pt x="251764" y="132148"/>
                </a:lnTo>
                <a:lnTo>
                  <a:pt x="237067" y="114273"/>
                </a:lnTo>
                <a:lnTo>
                  <a:pt x="232594" y="118104"/>
                </a:lnTo>
                <a:cubicBezTo>
                  <a:pt x="238345" y="123211"/>
                  <a:pt x="243457" y="128956"/>
                  <a:pt x="247291" y="135979"/>
                </a:cubicBezTo>
                <a:moveTo>
                  <a:pt x="299688" y="241953"/>
                </a:moveTo>
                <a:cubicBezTo>
                  <a:pt x="299688" y="245783"/>
                  <a:pt x="297132" y="248337"/>
                  <a:pt x="293298" y="248337"/>
                </a:cubicBezTo>
                <a:lnTo>
                  <a:pt x="258792" y="248337"/>
                </a:lnTo>
                <a:lnTo>
                  <a:pt x="258792" y="249614"/>
                </a:lnTo>
                <a:cubicBezTo>
                  <a:pt x="258792" y="257274"/>
                  <a:pt x="252403" y="263658"/>
                  <a:pt x="244735" y="263658"/>
                </a:cubicBezTo>
                <a:lnTo>
                  <a:pt x="244735" y="263658"/>
                </a:lnTo>
                <a:lnTo>
                  <a:pt x="101600" y="263658"/>
                </a:lnTo>
                <a:cubicBezTo>
                  <a:pt x="93933" y="263658"/>
                  <a:pt x="87543" y="257274"/>
                  <a:pt x="87543" y="249614"/>
                </a:cubicBezTo>
                <a:lnTo>
                  <a:pt x="87543" y="249614"/>
                </a:lnTo>
                <a:lnTo>
                  <a:pt x="87543" y="176198"/>
                </a:lnTo>
                <a:cubicBezTo>
                  <a:pt x="87543" y="134064"/>
                  <a:pt x="122048" y="99590"/>
                  <a:pt x="164222" y="99590"/>
                </a:cubicBezTo>
                <a:lnTo>
                  <a:pt x="180836" y="99590"/>
                </a:lnTo>
                <a:cubicBezTo>
                  <a:pt x="194893" y="99590"/>
                  <a:pt x="208313" y="103420"/>
                  <a:pt x="220453" y="111081"/>
                </a:cubicBezTo>
                <a:lnTo>
                  <a:pt x="227482" y="104697"/>
                </a:lnTo>
                <a:cubicBezTo>
                  <a:pt x="230038" y="102782"/>
                  <a:pt x="233233" y="101505"/>
                  <a:pt x="236428" y="102144"/>
                </a:cubicBezTo>
                <a:cubicBezTo>
                  <a:pt x="239623" y="102144"/>
                  <a:pt x="242818" y="104059"/>
                  <a:pt x="244735" y="106612"/>
                </a:cubicBezTo>
                <a:lnTo>
                  <a:pt x="260710" y="125126"/>
                </a:lnTo>
                <a:cubicBezTo>
                  <a:pt x="265182" y="130233"/>
                  <a:pt x="264544" y="137894"/>
                  <a:pt x="259432" y="142363"/>
                </a:cubicBezTo>
                <a:lnTo>
                  <a:pt x="252403" y="148747"/>
                </a:lnTo>
                <a:cubicBezTo>
                  <a:pt x="256237" y="157684"/>
                  <a:pt x="258154" y="167899"/>
                  <a:pt x="258154" y="177475"/>
                </a:cubicBezTo>
                <a:lnTo>
                  <a:pt x="258154" y="236846"/>
                </a:lnTo>
                <a:lnTo>
                  <a:pt x="286270" y="236846"/>
                </a:lnTo>
                <a:lnTo>
                  <a:pt x="286270" y="225993"/>
                </a:lnTo>
                <a:cubicBezTo>
                  <a:pt x="286270" y="222163"/>
                  <a:pt x="288826" y="219609"/>
                  <a:pt x="292659" y="219609"/>
                </a:cubicBezTo>
                <a:cubicBezTo>
                  <a:pt x="296493" y="219609"/>
                  <a:pt x="299049" y="222163"/>
                  <a:pt x="299049" y="225993"/>
                </a:cubicBezTo>
                <a:lnTo>
                  <a:pt x="299688" y="241953"/>
                </a:lnTo>
                <a:close/>
                <a:moveTo>
                  <a:pt x="362310" y="181305"/>
                </a:moveTo>
                <a:cubicBezTo>
                  <a:pt x="362310" y="81076"/>
                  <a:pt x="281157" y="0"/>
                  <a:pt x="181474" y="0"/>
                </a:cubicBezTo>
                <a:cubicBezTo>
                  <a:pt x="81153" y="0"/>
                  <a:pt x="0" y="81076"/>
                  <a:pt x="0" y="180667"/>
                </a:cubicBezTo>
                <a:cubicBezTo>
                  <a:pt x="0" y="280895"/>
                  <a:pt x="81153" y="361972"/>
                  <a:pt x="180836" y="361972"/>
                </a:cubicBezTo>
                <a:cubicBezTo>
                  <a:pt x="180836" y="361972"/>
                  <a:pt x="180836" y="361972"/>
                  <a:pt x="180836" y="361972"/>
                </a:cubicBezTo>
                <a:cubicBezTo>
                  <a:pt x="281157" y="361972"/>
                  <a:pt x="362310" y="280895"/>
                  <a:pt x="362310" y="181305"/>
                </a:cubicBezTo>
              </a:path>
            </a:pathLst>
          </a:custGeom>
          <a:solidFill>
            <a:srgbClr val="0076A8"/>
          </a:solidFill>
          <a:ln w="6390" cap="flat">
            <a:noFill/>
            <a:prstDash val="solid"/>
            <a:miter/>
          </a:ln>
        </p:spPr>
        <p:txBody>
          <a:bodyPr rtlCol="0" anchor="ctr"/>
          <a:lstStyle/>
          <a:p>
            <a:endParaRPr lang="en-US"/>
          </a:p>
        </p:txBody>
      </p:sp>
      <p:grpSp>
        <p:nvGrpSpPr>
          <p:cNvPr id="788" name="Graphic 4">
            <a:extLst>
              <a:ext uri="{FF2B5EF4-FFF2-40B4-BE49-F238E27FC236}">
                <a16:creationId xmlns:a16="http://schemas.microsoft.com/office/drawing/2014/main" id="{1A9C9D51-22C5-9443-B99B-73B975D43DCD}"/>
              </a:ext>
            </a:extLst>
          </p:cNvPr>
          <p:cNvGrpSpPr/>
          <p:nvPr/>
        </p:nvGrpSpPr>
        <p:grpSpPr>
          <a:xfrm>
            <a:off x="9887149" y="3824168"/>
            <a:ext cx="362309" cy="361971"/>
            <a:chOff x="9887149" y="3824168"/>
            <a:chExt cx="362309" cy="361971"/>
          </a:xfrm>
          <a:solidFill>
            <a:srgbClr val="0076A8"/>
          </a:solidFill>
        </p:grpSpPr>
        <p:sp>
          <p:nvSpPr>
            <p:cNvPr id="789" name="Graphic 4">
              <a:extLst>
                <a:ext uri="{FF2B5EF4-FFF2-40B4-BE49-F238E27FC236}">
                  <a16:creationId xmlns:a16="http://schemas.microsoft.com/office/drawing/2014/main" id="{F664B664-DD50-B947-A464-0347E41419DF}"/>
                </a:ext>
              </a:extLst>
            </p:cNvPr>
            <p:cNvSpPr/>
            <p:nvPr/>
          </p:nvSpPr>
          <p:spPr>
            <a:xfrm>
              <a:off x="9887149" y="3824168"/>
              <a:ext cx="362309" cy="361971"/>
            </a:xfrm>
            <a:custGeom>
              <a:avLst/>
              <a:gdLst>
                <a:gd name="connsiteX0" fmla="*/ 180835 w 362309"/>
                <a:gd name="connsiteY0" fmla="*/ 0 h 361971"/>
                <a:gd name="connsiteX1" fmla="*/ 0 w 362309"/>
                <a:gd name="connsiteY1" fmla="*/ 181305 h 361971"/>
                <a:gd name="connsiteX2" fmla="*/ 181474 w 362309"/>
                <a:gd name="connsiteY2" fmla="*/ 361971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 name="connsiteX11" fmla="*/ 180835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6"/>
                    <a:pt x="0" y="181305"/>
                  </a:cubicBezTo>
                  <a:cubicBezTo>
                    <a:pt x="0" y="281533"/>
                    <a:pt x="81152" y="361971"/>
                    <a:pt x="181474" y="361971"/>
                  </a:cubicBezTo>
                  <a:cubicBezTo>
                    <a:pt x="281157" y="361971"/>
                    <a:pt x="362309" y="280895"/>
                    <a:pt x="362309" y="181305"/>
                  </a:cubicBezTo>
                  <a:cubicBezTo>
                    <a:pt x="362309" y="81076"/>
                    <a:pt x="281157" y="0"/>
                    <a:pt x="180835" y="0"/>
                  </a:cubicBezTo>
                  <a:cubicBezTo>
                    <a:pt x="180835" y="0"/>
                    <a:pt x="180835" y="0"/>
                    <a:pt x="180835" y="0"/>
                  </a:cubicBezTo>
                  <a:close/>
                  <a:moveTo>
                    <a:pt x="180835" y="349204"/>
                  </a:moveTo>
                  <a:cubicBezTo>
                    <a:pt x="87542" y="349204"/>
                    <a:pt x="12780" y="273873"/>
                    <a:pt x="12780" y="180667"/>
                  </a:cubicBezTo>
                  <a:cubicBezTo>
                    <a:pt x="12780" y="87460"/>
                    <a:pt x="88181" y="12768"/>
                    <a:pt x="181474" y="12768"/>
                  </a:cubicBezTo>
                  <a:cubicBezTo>
                    <a:pt x="274128" y="12768"/>
                    <a:pt x="349529" y="88099"/>
                    <a:pt x="349529" y="180667"/>
                  </a:cubicBezTo>
                  <a:cubicBezTo>
                    <a:pt x="349529" y="273873"/>
                    <a:pt x="274128" y="349204"/>
                    <a:pt x="180835" y="349204"/>
                  </a:cubicBezTo>
                  <a:lnTo>
                    <a:pt x="180835" y="349204"/>
                  </a:lnTo>
                  <a:close/>
                </a:path>
              </a:pathLst>
            </a:custGeom>
            <a:solidFill>
              <a:srgbClr val="0076A8"/>
            </a:solidFill>
            <a:ln w="6390" cap="flat">
              <a:noFill/>
              <a:prstDash val="solid"/>
              <a:miter/>
            </a:ln>
          </p:spPr>
          <p:txBody>
            <a:bodyPr rtlCol="0" anchor="ctr"/>
            <a:lstStyle/>
            <a:p>
              <a:endParaRPr lang="en-US"/>
            </a:p>
          </p:txBody>
        </p:sp>
        <p:sp>
          <p:nvSpPr>
            <p:cNvPr id="790" name="Graphic 4">
              <a:extLst>
                <a:ext uri="{FF2B5EF4-FFF2-40B4-BE49-F238E27FC236}">
                  <a16:creationId xmlns:a16="http://schemas.microsoft.com/office/drawing/2014/main" id="{FDF78A23-1CD7-9247-A3C1-02AB3D31AAC7}"/>
                </a:ext>
              </a:extLst>
            </p:cNvPr>
            <p:cNvSpPr/>
            <p:nvPr/>
          </p:nvSpPr>
          <p:spPr>
            <a:xfrm>
              <a:off x="9965106" y="3916097"/>
              <a:ext cx="207034" cy="178751"/>
            </a:xfrm>
            <a:custGeom>
              <a:avLst/>
              <a:gdLst>
                <a:gd name="connsiteX0" fmla="*/ 200005 w 207034"/>
                <a:gd name="connsiteY0" fmla="*/ 27451 h 178751"/>
                <a:gd name="connsiteX1" fmla="*/ 137384 w 207034"/>
                <a:gd name="connsiteY1" fmla="*/ 27451 h 178751"/>
                <a:gd name="connsiteX2" fmla="*/ 137384 w 207034"/>
                <a:gd name="connsiteY2" fmla="*/ 6384 h 178751"/>
                <a:gd name="connsiteX3" fmla="*/ 130994 w 207034"/>
                <a:gd name="connsiteY3" fmla="*/ 0 h 178751"/>
                <a:gd name="connsiteX4" fmla="*/ 75402 w 207034"/>
                <a:gd name="connsiteY4" fmla="*/ 0 h 178751"/>
                <a:gd name="connsiteX5" fmla="*/ 69012 w 207034"/>
                <a:gd name="connsiteY5" fmla="*/ 6384 h 178751"/>
                <a:gd name="connsiteX6" fmla="*/ 69012 w 207034"/>
                <a:gd name="connsiteY6" fmla="*/ 27451 h 178751"/>
                <a:gd name="connsiteX7" fmla="*/ 6390 w 207034"/>
                <a:gd name="connsiteY7" fmla="*/ 27451 h 178751"/>
                <a:gd name="connsiteX8" fmla="*/ 0 w 207034"/>
                <a:gd name="connsiteY8" fmla="*/ 33835 h 178751"/>
                <a:gd name="connsiteX9" fmla="*/ 0 w 207034"/>
                <a:gd name="connsiteY9" fmla="*/ 172368 h 178751"/>
                <a:gd name="connsiteX10" fmla="*/ 6390 w 207034"/>
                <a:gd name="connsiteY10" fmla="*/ 178752 h 178751"/>
                <a:gd name="connsiteX11" fmla="*/ 200644 w 207034"/>
                <a:gd name="connsiteY11" fmla="*/ 178752 h 178751"/>
                <a:gd name="connsiteX12" fmla="*/ 207034 w 207034"/>
                <a:gd name="connsiteY12" fmla="*/ 172368 h 178751"/>
                <a:gd name="connsiteX13" fmla="*/ 207034 w 207034"/>
                <a:gd name="connsiteY13" fmla="*/ 33835 h 178751"/>
                <a:gd name="connsiteX14" fmla="*/ 200005 w 207034"/>
                <a:gd name="connsiteY14" fmla="*/ 27451 h 178751"/>
                <a:gd name="connsiteX15" fmla="*/ 200005 w 207034"/>
                <a:gd name="connsiteY15" fmla="*/ 27451 h 178751"/>
                <a:gd name="connsiteX16" fmla="*/ 81792 w 207034"/>
                <a:gd name="connsiteY16" fmla="*/ 12130 h 178751"/>
                <a:gd name="connsiteX17" fmla="*/ 124604 w 207034"/>
                <a:gd name="connsiteY17" fmla="*/ 12130 h 178751"/>
                <a:gd name="connsiteX18" fmla="*/ 124604 w 207034"/>
                <a:gd name="connsiteY18" fmla="*/ 26813 h 178751"/>
                <a:gd name="connsiteX19" fmla="*/ 81792 w 207034"/>
                <a:gd name="connsiteY19" fmla="*/ 26813 h 178751"/>
                <a:gd name="connsiteX20" fmla="*/ 81792 w 207034"/>
                <a:gd name="connsiteY20" fmla="*/ 12130 h 178751"/>
                <a:gd name="connsiteX21" fmla="*/ 40896 w 207034"/>
                <a:gd name="connsiteY21" fmla="*/ 165984 h 178751"/>
                <a:gd name="connsiteX22" fmla="*/ 12141 w 207034"/>
                <a:gd name="connsiteY22" fmla="*/ 165984 h 178751"/>
                <a:gd name="connsiteX23" fmla="*/ 12141 w 207034"/>
                <a:gd name="connsiteY23" fmla="*/ 40219 h 178751"/>
                <a:gd name="connsiteX24" fmla="*/ 40896 w 207034"/>
                <a:gd name="connsiteY24" fmla="*/ 40219 h 178751"/>
                <a:gd name="connsiteX25" fmla="*/ 40896 w 207034"/>
                <a:gd name="connsiteY25" fmla="*/ 165984 h 178751"/>
                <a:gd name="connsiteX26" fmla="*/ 145051 w 207034"/>
                <a:gd name="connsiteY26" fmla="*/ 165984 h 178751"/>
                <a:gd name="connsiteX27" fmla="*/ 53676 w 207034"/>
                <a:gd name="connsiteY27" fmla="*/ 165984 h 178751"/>
                <a:gd name="connsiteX28" fmla="*/ 53676 w 207034"/>
                <a:gd name="connsiteY28" fmla="*/ 40219 h 178751"/>
                <a:gd name="connsiteX29" fmla="*/ 145051 w 207034"/>
                <a:gd name="connsiteY29" fmla="*/ 40219 h 178751"/>
                <a:gd name="connsiteX30" fmla="*/ 145051 w 207034"/>
                <a:gd name="connsiteY30" fmla="*/ 165984 h 178751"/>
                <a:gd name="connsiteX31" fmla="*/ 193615 w 207034"/>
                <a:gd name="connsiteY31" fmla="*/ 165984 h 178751"/>
                <a:gd name="connsiteX32" fmla="*/ 157831 w 207034"/>
                <a:gd name="connsiteY32" fmla="*/ 165984 h 178751"/>
                <a:gd name="connsiteX33" fmla="*/ 157831 w 207034"/>
                <a:gd name="connsiteY33" fmla="*/ 40219 h 178751"/>
                <a:gd name="connsiteX34" fmla="*/ 193615 w 207034"/>
                <a:gd name="connsiteY34" fmla="*/ 40219 h 178751"/>
                <a:gd name="connsiteX35" fmla="*/ 193615 w 207034"/>
                <a:gd name="connsiteY35" fmla="*/ 165984 h 178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7034" h="178751">
                  <a:moveTo>
                    <a:pt x="200005" y="27451"/>
                  </a:moveTo>
                  <a:lnTo>
                    <a:pt x="137384" y="27451"/>
                  </a:lnTo>
                  <a:lnTo>
                    <a:pt x="137384" y="6384"/>
                  </a:lnTo>
                  <a:cubicBezTo>
                    <a:pt x="137384" y="2554"/>
                    <a:pt x="134828" y="0"/>
                    <a:pt x="130994" y="0"/>
                  </a:cubicBezTo>
                  <a:lnTo>
                    <a:pt x="75402" y="0"/>
                  </a:lnTo>
                  <a:cubicBezTo>
                    <a:pt x="71567" y="0"/>
                    <a:pt x="69012" y="2554"/>
                    <a:pt x="69012" y="6384"/>
                  </a:cubicBezTo>
                  <a:lnTo>
                    <a:pt x="69012" y="27451"/>
                  </a:lnTo>
                  <a:lnTo>
                    <a:pt x="6390" y="27451"/>
                  </a:lnTo>
                  <a:cubicBezTo>
                    <a:pt x="2556" y="27451"/>
                    <a:pt x="0" y="30005"/>
                    <a:pt x="0" y="33835"/>
                  </a:cubicBezTo>
                  <a:lnTo>
                    <a:pt x="0" y="172368"/>
                  </a:lnTo>
                  <a:cubicBezTo>
                    <a:pt x="0" y="176198"/>
                    <a:pt x="2556" y="178752"/>
                    <a:pt x="6390" y="178752"/>
                  </a:cubicBezTo>
                  <a:lnTo>
                    <a:pt x="200644" y="178752"/>
                  </a:lnTo>
                  <a:cubicBezTo>
                    <a:pt x="204478" y="178752"/>
                    <a:pt x="207034" y="176198"/>
                    <a:pt x="207034" y="172368"/>
                  </a:cubicBezTo>
                  <a:lnTo>
                    <a:pt x="207034" y="33835"/>
                  </a:lnTo>
                  <a:cubicBezTo>
                    <a:pt x="207034" y="30005"/>
                    <a:pt x="203839" y="27451"/>
                    <a:pt x="200005" y="27451"/>
                  </a:cubicBezTo>
                  <a:cubicBezTo>
                    <a:pt x="200005" y="27451"/>
                    <a:pt x="200005" y="27451"/>
                    <a:pt x="200005" y="27451"/>
                  </a:cubicBezTo>
                  <a:close/>
                  <a:moveTo>
                    <a:pt x="81792" y="12130"/>
                  </a:moveTo>
                  <a:lnTo>
                    <a:pt x="124604" y="12130"/>
                  </a:lnTo>
                  <a:lnTo>
                    <a:pt x="124604" y="26813"/>
                  </a:lnTo>
                  <a:lnTo>
                    <a:pt x="81792" y="26813"/>
                  </a:lnTo>
                  <a:lnTo>
                    <a:pt x="81792" y="12130"/>
                  </a:lnTo>
                  <a:close/>
                  <a:moveTo>
                    <a:pt x="40896" y="165984"/>
                  </a:moveTo>
                  <a:lnTo>
                    <a:pt x="12141" y="165984"/>
                  </a:lnTo>
                  <a:lnTo>
                    <a:pt x="12141" y="40219"/>
                  </a:lnTo>
                  <a:lnTo>
                    <a:pt x="40896" y="40219"/>
                  </a:lnTo>
                  <a:lnTo>
                    <a:pt x="40896" y="165984"/>
                  </a:lnTo>
                  <a:close/>
                  <a:moveTo>
                    <a:pt x="145051" y="165984"/>
                  </a:moveTo>
                  <a:lnTo>
                    <a:pt x="53676" y="165984"/>
                  </a:lnTo>
                  <a:lnTo>
                    <a:pt x="53676" y="40219"/>
                  </a:lnTo>
                  <a:lnTo>
                    <a:pt x="145051" y="40219"/>
                  </a:lnTo>
                  <a:lnTo>
                    <a:pt x="145051" y="165984"/>
                  </a:lnTo>
                  <a:close/>
                  <a:moveTo>
                    <a:pt x="193615" y="165984"/>
                  </a:moveTo>
                  <a:lnTo>
                    <a:pt x="157831" y="165984"/>
                  </a:lnTo>
                  <a:lnTo>
                    <a:pt x="157831" y="40219"/>
                  </a:lnTo>
                  <a:lnTo>
                    <a:pt x="193615" y="40219"/>
                  </a:lnTo>
                  <a:lnTo>
                    <a:pt x="193615" y="165984"/>
                  </a:lnTo>
                  <a:close/>
                </a:path>
              </a:pathLst>
            </a:custGeom>
            <a:solidFill>
              <a:srgbClr val="0076A8"/>
            </a:solidFill>
            <a:ln w="6390" cap="flat">
              <a:noFill/>
              <a:prstDash val="solid"/>
              <a:miter/>
            </a:ln>
          </p:spPr>
          <p:txBody>
            <a:bodyPr rtlCol="0" anchor="ctr"/>
            <a:lstStyle/>
            <a:p>
              <a:endParaRPr lang="en-US"/>
            </a:p>
          </p:txBody>
        </p:sp>
      </p:grpSp>
      <p:grpSp>
        <p:nvGrpSpPr>
          <p:cNvPr id="791" name="Graphic 4">
            <a:extLst>
              <a:ext uri="{FF2B5EF4-FFF2-40B4-BE49-F238E27FC236}">
                <a16:creationId xmlns:a16="http://schemas.microsoft.com/office/drawing/2014/main" id="{BCD6A623-B1D4-864A-8562-4EC1416DEB6A}"/>
              </a:ext>
            </a:extLst>
          </p:cNvPr>
          <p:cNvGrpSpPr/>
          <p:nvPr/>
        </p:nvGrpSpPr>
        <p:grpSpPr>
          <a:xfrm>
            <a:off x="10325499" y="3824168"/>
            <a:ext cx="361670" cy="361971"/>
            <a:chOff x="10325499" y="3824168"/>
            <a:chExt cx="361670" cy="361971"/>
          </a:xfrm>
          <a:solidFill>
            <a:srgbClr val="0076A8"/>
          </a:solidFill>
        </p:grpSpPr>
        <p:sp>
          <p:nvSpPr>
            <p:cNvPr id="792" name="Graphic 4">
              <a:extLst>
                <a:ext uri="{FF2B5EF4-FFF2-40B4-BE49-F238E27FC236}">
                  <a16:creationId xmlns:a16="http://schemas.microsoft.com/office/drawing/2014/main" id="{23DED58C-3044-C64F-AB52-25711594FA5A}"/>
                </a:ext>
              </a:extLst>
            </p:cNvPr>
            <p:cNvSpPr/>
            <p:nvPr/>
          </p:nvSpPr>
          <p:spPr>
            <a:xfrm>
              <a:off x="10484608" y="3928226"/>
              <a:ext cx="42812" cy="14683"/>
            </a:xfrm>
            <a:custGeom>
              <a:avLst/>
              <a:gdLst>
                <a:gd name="connsiteX0" fmla="*/ 0 w 42812"/>
                <a:gd name="connsiteY0" fmla="*/ 0 h 14683"/>
                <a:gd name="connsiteX1" fmla="*/ 42813 w 42812"/>
                <a:gd name="connsiteY1" fmla="*/ 0 h 14683"/>
                <a:gd name="connsiteX2" fmla="*/ 42813 w 42812"/>
                <a:gd name="connsiteY2" fmla="*/ 14683 h 14683"/>
                <a:gd name="connsiteX3" fmla="*/ 0 w 42812"/>
                <a:gd name="connsiteY3" fmla="*/ 14683 h 14683"/>
              </a:gdLst>
              <a:ahLst/>
              <a:cxnLst>
                <a:cxn ang="0">
                  <a:pos x="connsiteX0" y="connsiteY0"/>
                </a:cxn>
                <a:cxn ang="0">
                  <a:pos x="connsiteX1" y="connsiteY1"/>
                </a:cxn>
                <a:cxn ang="0">
                  <a:pos x="connsiteX2" y="connsiteY2"/>
                </a:cxn>
                <a:cxn ang="0">
                  <a:pos x="connsiteX3" y="connsiteY3"/>
                </a:cxn>
              </a:cxnLst>
              <a:rect l="l" t="t" r="r" b="b"/>
              <a:pathLst>
                <a:path w="42812" h="14683">
                  <a:moveTo>
                    <a:pt x="0" y="0"/>
                  </a:moveTo>
                  <a:lnTo>
                    <a:pt x="42813" y="0"/>
                  </a:lnTo>
                  <a:lnTo>
                    <a:pt x="42813" y="14683"/>
                  </a:lnTo>
                  <a:lnTo>
                    <a:pt x="0" y="14683"/>
                  </a:lnTo>
                  <a:close/>
                </a:path>
              </a:pathLst>
            </a:custGeom>
            <a:solidFill>
              <a:srgbClr val="0076A8"/>
            </a:solidFill>
            <a:ln w="6390" cap="flat">
              <a:noFill/>
              <a:prstDash val="solid"/>
              <a:miter/>
            </a:ln>
          </p:spPr>
          <p:txBody>
            <a:bodyPr rtlCol="0" anchor="ctr"/>
            <a:lstStyle/>
            <a:p>
              <a:endParaRPr lang="en-US"/>
            </a:p>
          </p:txBody>
        </p:sp>
        <p:sp>
          <p:nvSpPr>
            <p:cNvPr id="793" name="Graphic 4">
              <a:extLst>
                <a:ext uri="{FF2B5EF4-FFF2-40B4-BE49-F238E27FC236}">
                  <a16:creationId xmlns:a16="http://schemas.microsoft.com/office/drawing/2014/main" id="{96677236-6233-9B48-9D3E-73268B78F98B}"/>
                </a:ext>
              </a:extLst>
            </p:cNvPr>
            <p:cNvSpPr/>
            <p:nvPr/>
          </p:nvSpPr>
          <p:spPr>
            <a:xfrm>
              <a:off x="10415597" y="3956316"/>
              <a:ext cx="28754" cy="125764"/>
            </a:xfrm>
            <a:custGeom>
              <a:avLst/>
              <a:gdLst>
                <a:gd name="connsiteX0" fmla="*/ 0 w 28754"/>
                <a:gd name="connsiteY0" fmla="*/ 0 h 125764"/>
                <a:gd name="connsiteX1" fmla="*/ 28755 w 28754"/>
                <a:gd name="connsiteY1" fmla="*/ 0 h 125764"/>
                <a:gd name="connsiteX2" fmla="*/ 28755 w 28754"/>
                <a:gd name="connsiteY2" fmla="*/ 125764 h 125764"/>
                <a:gd name="connsiteX3" fmla="*/ 0 w 28754"/>
                <a:gd name="connsiteY3" fmla="*/ 125764 h 125764"/>
              </a:gdLst>
              <a:ahLst/>
              <a:cxnLst>
                <a:cxn ang="0">
                  <a:pos x="connsiteX0" y="connsiteY0"/>
                </a:cxn>
                <a:cxn ang="0">
                  <a:pos x="connsiteX1" y="connsiteY1"/>
                </a:cxn>
                <a:cxn ang="0">
                  <a:pos x="connsiteX2" y="connsiteY2"/>
                </a:cxn>
                <a:cxn ang="0">
                  <a:pos x="connsiteX3" y="connsiteY3"/>
                </a:cxn>
              </a:cxnLst>
              <a:rect l="l" t="t" r="r" b="b"/>
              <a:pathLst>
                <a:path w="28754" h="125764">
                  <a:moveTo>
                    <a:pt x="0" y="0"/>
                  </a:moveTo>
                  <a:lnTo>
                    <a:pt x="28755" y="0"/>
                  </a:lnTo>
                  <a:lnTo>
                    <a:pt x="28755" y="125764"/>
                  </a:lnTo>
                  <a:lnTo>
                    <a:pt x="0" y="125764"/>
                  </a:lnTo>
                  <a:close/>
                </a:path>
              </a:pathLst>
            </a:custGeom>
            <a:solidFill>
              <a:srgbClr val="0076A8"/>
            </a:solidFill>
            <a:ln w="6390" cap="flat">
              <a:noFill/>
              <a:prstDash val="solid"/>
              <a:miter/>
            </a:ln>
          </p:spPr>
          <p:txBody>
            <a:bodyPr rtlCol="0" anchor="ctr"/>
            <a:lstStyle/>
            <a:p>
              <a:endParaRPr lang="en-US"/>
            </a:p>
          </p:txBody>
        </p:sp>
        <p:sp>
          <p:nvSpPr>
            <p:cNvPr id="794" name="Graphic 4">
              <a:extLst>
                <a:ext uri="{FF2B5EF4-FFF2-40B4-BE49-F238E27FC236}">
                  <a16:creationId xmlns:a16="http://schemas.microsoft.com/office/drawing/2014/main" id="{8C7E4128-E142-0848-826D-5DCA460D2C44}"/>
                </a:ext>
              </a:extLst>
            </p:cNvPr>
            <p:cNvSpPr/>
            <p:nvPr/>
          </p:nvSpPr>
          <p:spPr>
            <a:xfrm>
              <a:off x="10325499" y="3824168"/>
              <a:ext cx="361670" cy="361971"/>
            </a:xfrm>
            <a:custGeom>
              <a:avLst/>
              <a:gdLst>
                <a:gd name="connsiteX0" fmla="*/ 180835 w 361670"/>
                <a:gd name="connsiteY0" fmla="*/ 0 h 361971"/>
                <a:gd name="connsiteX1" fmla="*/ 0 w 361670"/>
                <a:gd name="connsiteY1" fmla="*/ 180667 h 361971"/>
                <a:gd name="connsiteX2" fmla="*/ 180835 w 361670"/>
                <a:gd name="connsiteY2" fmla="*/ 361971 h 361971"/>
                <a:gd name="connsiteX3" fmla="*/ 361670 w 361670"/>
                <a:gd name="connsiteY3" fmla="*/ 181305 h 361971"/>
                <a:gd name="connsiteX4" fmla="*/ 361670 w 361670"/>
                <a:gd name="connsiteY4" fmla="*/ 181305 h 361971"/>
                <a:gd name="connsiteX5" fmla="*/ 180835 w 361670"/>
                <a:gd name="connsiteY5" fmla="*/ 0 h 361971"/>
                <a:gd name="connsiteX6" fmla="*/ 283713 w 361670"/>
                <a:gd name="connsiteY6" fmla="*/ 264297 h 361971"/>
                <a:gd name="connsiteX7" fmla="*/ 277323 w 361670"/>
                <a:gd name="connsiteY7" fmla="*/ 270681 h 361971"/>
                <a:gd name="connsiteX8" fmla="*/ 83708 w 361670"/>
                <a:gd name="connsiteY8" fmla="*/ 270681 h 361971"/>
                <a:gd name="connsiteX9" fmla="*/ 77318 w 361670"/>
                <a:gd name="connsiteY9" fmla="*/ 264297 h 361971"/>
                <a:gd name="connsiteX10" fmla="*/ 77318 w 361670"/>
                <a:gd name="connsiteY10" fmla="*/ 125764 h 361971"/>
                <a:gd name="connsiteX11" fmla="*/ 83708 w 361670"/>
                <a:gd name="connsiteY11" fmla="*/ 119380 h 361971"/>
                <a:gd name="connsiteX12" fmla="*/ 146330 w 361670"/>
                <a:gd name="connsiteY12" fmla="*/ 119380 h 361971"/>
                <a:gd name="connsiteX13" fmla="*/ 146330 w 361670"/>
                <a:gd name="connsiteY13" fmla="*/ 98313 h 361971"/>
                <a:gd name="connsiteX14" fmla="*/ 152720 w 361670"/>
                <a:gd name="connsiteY14" fmla="*/ 91929 h 361971"/>
                <a:gd name="connsiteX15" fmla="*/ 208312 w 361670"/>
                <a:gd name="connsiteY15" fmla="*/ 91929 h 361971"/>
                <a:gd name="connsiteX16" fmla="*/ 214702 w 361670"/>
                <a:gd name="connsiteY16" fmla="*/ 98313 h 361971"/>
                <a:gd name="connsiteX17" fmla="*/ 214702 w 361670"/>
                <a:gd name="connsiteY17" fmla="*/ 119380 h 361971"/>
                <a:gd name="connsiteX18" fmla="*/ 277323 w 361670"/>
                <a:gd name="connsiteY18" fmla="*/ 119380 h 361971"/>
                <a:gd name="connsiteX19" fmla="*/ 283713 w 361670"/>
                <a:gd name="connsiteY19" fmla="*/ 125764 h 361971"/>
                <a:gd name="connsiteX20" fmla="*/ 283713 w 361670"/>
                <a:gd name="connsiteY20" fmla="*/ 26429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1670" h="361971">
                  <a:moveTo>
                    <a:pt x="180835" y="0"/>
                  </a:moveTo>
                  <a:cubicBezTo>
                    <a:pt x="80513" y="0"/>
                    <a:pt x="0" y="81076"/>
                    <a:pt x="0" y="180667"/>
                  </a:cubicBezTo>
                  <a:cubicBezTo>
                    <a:pt x="0" y="280895"/>
                    <a:pt x="81152" y="361971"/>
                    <a:pt x="180835" y="361971"/>
                  </a:cubicBezTo>
                  <a:cubicBezTo>
                    <a:pt x="281157" y="361971"/>
                    <a:pt x="361670" y="280895"/>
                    <a:pt x="361670" y="181305"/>
                  </a:cubicBezTo>
                  <a:lnTo>
                    <a:pt x="361670" y="181305"/>
                  </a:lnTo>
                  <a:cubicBezTo>
                    <a:pt x="361670" y="81076"/>
                    <a:pt x="280518" y="0"/>
                    <a:pt x="180835" y="0"/>
                  </a:cubicBezTo>
                  <a:close/>
                  <a:moveTo>
                    <a:pt x="283713" y="264297"/>
                  </a:moveTo>
                  <a:cubicBezTo>
                    <a:pt x="283713" y="268127"/>
                    <a:pt x="281157" y="270681"/>
                    <a:pt x="277323" y="270681"/>
                  </a:cubicBezTo>
                  <a:lnTo>
                    <a:pt x="83708" y="270681"/>
                  </a:lnTo>
                  <a:cubicBezTo>
                    <a:pt x="79874" y="270681"/>
                    <a:pt x="77318" y="268127"/>
                    <a:pt x="77318" y="264297"/>
                  </a:cubicBezTo>
                  <a:lnTo>
                    <a:pt x="77318" y="125764"/>
                  </a:lnTo>
                  <a:cubicBezTo>
                    <a:pt x="77318" y="121934"/>
                    <a:pt x="79874" y="119380"/>
                    <a:pt x="83708" y="119380"/>
                  </a:cubicBezTo>
                  <a:lnTo>
                    <a:pt x="146330" y="119380"/>
                  </a:lnTo>
                  <a:lnTo>
                    <a:pt x="146330" y="98313"/>
                  </a:lnTo>
                  <a:cubicBezTo>
                    <a:pt x="146330" y="94483"/>
                    <a:pt x="148885" y="91929"/>
                    <a:pt x="152720" y="91929"/>
                  </a:cubicBezTo>
                  <a:lnTo>
                    <a:pt x="208312" y="91929"/>
                  </a:lnTo>
                  <a:cubicBezTo>
                    <a:pt x="212146" y="91929"/>
                    <a:pt x="214702" y="94483"/>
                    <a:pt x="214702" y="98313"/>
                  </a:cubicBezTo>
                  <a:lnTo>
                    <a:pt x="214702" y="119380"/>
                  </a:lnTo>
                  <a:lnTo>
                    <a:pt x="277323" y="119380"/>
                  </a:lnTo>
                  <a:cubicBezTo>
                    <a:pt x="281157" y="119380"/>
                    <a:pt x="283713" y="121934"/>
                    <a:pt x="283713" y="125764"/>
                  </a:cubicBezTo>
                  <a:lnTo>
                    <a:pt x="283713" y="264297"/>
                  </a:lnTo>
                  <a:close/>
                </a:path>
              </a:pathLst>
            </a:custGeom>
            <a:solidFill>
              <a:srgbClr val="0076A8"/>
            </a:solidFill>
            <a:ln w="6390" cap="flat">
              <a:noFill/>
              <a:prstDash val="solid"/>
              <a:miter/>
            </a:ln>
          </p:spPr>
          <p:txBody>
            <a:bodyPr rtlCol="0" anchor="ctr"/>
            <a:lstStyle/>
            <a:p>
              <a:endParaRPr lang="en-US"/>
            </a:p>
          </p:txBody>
        </p:sp>
        <p:sp>
          <p:nvSpPr>
            <p:cNvPr id="795" name="Graphic 4">
              <a:extLst>
                <a:ext uri="{FF2B5EF4-FFF2-40B4-BE49-F238E27FC236}">
                  <a16:creationId xmlns:a16="http://schemas.microsoft.com/office/drawing/2014/main" id="{7A647AB3-3500-164D-A142-E86738B5F937}"/>
                </a:ext>
              </a:extLst>
            </p:cNvPr>
            <p:cNvSpPr/>
            <p:nvPr/>
          </p:nvSpPr>
          <p:spPr>
            <a:xfrm>
              <a:off x="10457132" y="3956316"/>
              <a:ext cx="91376" cy="125764"/>
            </a:xfrm>
            <a:custGeom>
              <a:avLst/>
              <a:gdLst>
                <a:gd name="connsiteX0" fmla="*/ 0 w 91376"/>
                <a:gd name="connsiteY0" fmla="*/ 0 h 125764"/>
                <a:gd name="connsiteX1" fmla="*/ 91376 w 91376"/>
                <a:gd name="connsiteY1" fmla="*/ 0 h 125764"/>
                <a:gd name="connsiteX2" fmla="*/ 91376 w 91376"/>
                <a:gd name="connsiteY2" fmla="*/ 125764 h 125764"/>
                <a:gd name="connsiteX3" fmla="*/ 0 w 91376"/>
                <a:gd name="connsiteY3" fmla="*/ 125764 h 125764"/>
              </a:gdLst>
              <a:ahLst/>
              <a:cxnLst>
                <a:cxn ang="0">
                  <a:pos x="connsiteX0" y="connsiteY0"/>
                </a:cxn>
                <a:cxn ang="0">
                  <a:pos x="connsiteX1" y="connsiteY1"/>
                </a:cxn>
                <a:cxn ang="0">
                  <a:pos x="connsiteX2" y="connsiteY2"/>
                </a:cxn>
                <a:cxn ang="0">
                  <a:pos x="connsiteX3" y="connsiteY3"/>
                </a:cxn>
              </a:cxnLst>
              <a:rect l="l" t="t" r="r" b="b"/>
              <a:pathLst>
                <a:path w="91376" h="125764">
                  <a:moveTo>
                    <a:pt x="0" y="0"/>
                  </a:moveTo>
                  <a:lnTo>
                    <a:pt x="91376" y="0"/>
                  </a:lnTo>
                  <a:lnTo>
                    <a:pt x="91376" y="125764"/>
                  </a:lnTo>
                  <a:lnTo>
                    <a:pt x="0" y="125764"/>
                  </a:lnTo>
                  <a:close/>
                </a:path>
              </a:pathLst>
            </a:custGeom>
            <a:solidFill>
              <a:srgbClr val="0076A8"/>
            </a:solidFill>
            <a:ln w="6390" cap="flat">
              <a:noFill/>
              <a:prstDash val="solid"/>
              <a:miter/>
            </a:ln>
          </p:spPr>
          <p:txBody>
            <a:bodyPr rtlCol="0" anchor="ctr"/>
            <a:lstStyle/>
            <a:p>
              <a:endParaRPr lang="en-US"/>
            </a:p>
          </p:txBody>
        </p:sp>
        <p:sp>
          <p:nvSpPr>
            <p:cNvPr id="796" name="Graphic 4">
              <a:extLst>
                <a:ext uri="{FF2B5EF4-FFF2-40B4-BE49-F238E27FC236}">
                  <a16:creationId xmlns:a16="http://schemas.microsoft.com/office/drawing/2014/main" id="{6BC5E410-6AA2-A24C-869E-FBF205BC75AB}"/>
                </a:ext>
              </a:extLst>
            </p:cNvPr>
            <p:cNvSpPr/>
            <p:nvPr/>
          </p:nvSpPr>
          <p:spPr>
            <a:xfrm>
              <a:off x="10561288" y="3956316"/>
              <a:ext cx="35783" cy="125764"/>
            </a:xfrm>
            <a:custGeom>
              <a:avLst/>
              <a:gdLst>
                <a:gd name="connsiteX0" fmla="*/ 0 w 35783"/>
                <a:gd name="connsiteY0" fmla="*/ 0 h 125764"/>
                <a:gd name="connsiteX1" fmla="*/ 35784 w 35783"/>
                <a:gd name="connsiteY1" fmla="*/ 0 h 125764"/>
                <a:gd name="connsiteX2" fmla="*/ 35784 w 35783"/>
                <a:gd name="connsiteY2" fmla="*/ 125764 h 125764"/>
                <a:gd name="connsiteX3" fmla="*/ 0 w 35783"/>
                <a:gd name="connsiteY3" fmla="*/ 125764 h 125764"/>
              </a:gdLst>
              <a:ahLst/>
              <a:cxnLst>
                <a:cxn ang="0">
                  <a:pos x="connsiteX0" y="connsiteY0"/>
                </a:cxn>
                <a:cxn ang="0">
                  <a:pos x="connsiteX1" y="connsiteY1"/>
                </a:cxn>
                <a:cxn ang="0">
                  <a:pos x="connsiteX2" y="connsiteY2"/>
                </a:cxn>
                <a:cxn ang="0">
                  <a:pos x="connsiteX3" y="connsiteY3"/>
                </a:cxn>
              </a:cxnLst>
              <a:rect l="l" t="t" r="r" b="b"/>
              <a:pathLst>
                <a:path w="35783" h="125764">
                  <a:moveTo>
                    <a:pt x="0" y="0"/>
                  </a:moveTo>
                  <a:lnTo>
                    <a:pt x="35784" y="0"/>
                  </a:lnTo>
                  <a:lnTo>
                    <a:pt x="35784" y="125764"/>
                  </a:lnTo>
                  <a:lnTo>
                    <a:pt x="0" y="125764"/>
                  </a:lnTo>
                  <a:close/>
                </a:path>
              </a:pathLst>
            </a:custGeom>
            <a:solidFill>
              <a:srgbClr val="0076A8"/>
            </a:solidFill>
            <a:ln w="6390" cap="flat">
              <a:noFill/>
              <a:prstDash val="solid"/>
              <a:miter/>
            </a:ln>
          </p:spPr>
          <p:txBody>
            <a:bodyPr rtlCol="0" anchor="ctr"/>
            <a:lstStyle/>
            <a:p>
              <a:endParaRPr lang="en-US"/>
            </a:p>
          </p:txBody>
        </p:sp>
      </p:grpSp>
      <p:grpSp>
        <p:nvGrpSpPr>
          <p:cNvPr id="797" name="Graphic 4">
            <a:extLst>
              <a:ext uri="{FF2B5EF4-FFF2-40B4-BE49-F238E27FC236}">
                <a16:creationId xmlns:a16="http://schemas.microsoft.com/office/drawing/2014/main" id="{D118EEF0-EA26-BA46-B6A2-84AA38EC84C5}"/>
              </a:ext>
            </a:extLst>
          </p:cNvPr>
          <p:cNvGrpSpPr/>
          <p:nvPr/>
        </p:nvGrpSpPr>
        <p:grpSpPr>
          <a:xfrm>
            <a:off x="9887149" y="4308712"/>
            <a:ext cx="362309" cy="361971"/>
            <a:chOff x="9887149" y="4308712"/>
            <a:chExt cx="362309" cy="361971"/>
          </a:xfrm>
          <a:solidFill>
            <a:srgbClr val="0076A8"/>
          </a:solidFill>
        </p:grpSpPr>
        <p:sp>
          <p:nvSpPr>
            <p:cNvPr id="798" name="Graphic 4">
              <a:extLst>
                <a:ext uri="{FF2B5EF4-FFF2-40B4-BE49-F238E27FC236}">
                  <a16:creationId xmlns:a16="http://schemas.microsoft.com/office/drawing/2014/main" id="{A1F4FE04-AD6E-524B-9928-2C07508358E2}"/>
                </a:ext>
              </a:extLst>
            </p:cNvPr>
            <p:cNvSpPr/>
            <p:nvPr/>
          </p:nvSpPr>
          <p:spPr>
            <a:xfrm>
              <a:off x="9887149" y="4308712"/>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 name="connsiteX11" fmla="*/ 180835 w 362309"/>
                <a:gd name="connsiteY11" fmla="*/ 349204 h 361971"/>
                <a:gd name="connsiteX12" fmla="*/ 180835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09" y="280895"/>
                    <a:pt x="362309" y="180667"/>
                  </a:cubicBezTo>
                  <a:cubicBezTo>
                    <a:pt x="362309"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1474" y="12768"/>
                  </a:cubicBezTo>
                  <a:cubicBezTo>
                    <a:pt x="274128" y="12768"/>
                    <a:pt x="349529" y="88099"/>
                    <a:pt x="349529" y="180667"/>
                  </a:cubicBezTo>
                  <a:cubicBezTo>
                    <a:pt x="349529" y="273873"/>
                    <a:pt x="274128" y="349204"/>
                    <a:pt x="180835" y="349204"/>
                  </a:cubicBezTo>
                  <a:cubicBezTo>
                    <a:pt x="180835" y="349204"/>
                    <a:pt x="180835" y="349204"/>
                    <a:pt x="180835" y="349204"/>
                  </a:cubicBezTo>
                  <a:lnTo>
                    <a:pt x="180835" y="349204"/>
                  </a:lnTo>
                  <a:close/>
                </a:path>
              </a:pathLst>
            </a:custGeom>
            <a:solidFill>
              <a:srgbClr val="0076A8"/>
            </a:solidFill>
            <a:ln w="6390" cap="flat">
              <a:noFill/>
              <a:prstDash val="solid"/>
              <a:miter/>
            </a:ln>
          </p:spPr>
          <p:txBody>
            <a:bodyPr rtlCol="0" anchor="ctr"/>
            <a:lstStyle/>
            <a:p>
              <a:endParaRPr lang="en-US"/>
            </a:p>
          </p:txBody>
        </p:sp>
        <p:sp>
          <p:nvSpPr>
            <p:cNvPr id="799" name="Graphic 4">
              <a:extLst>
                <a:ext uri="{FF2B5EF4-FFF2-40B4-BE49-F238E27FC236}">
                  <a16:creationId xmlns:a16="http://schemas.microsoft.com/office/drawing/2014/main" id="{0B12FB08-A6A2-2A46-BC3D-D7820E8CCAE4}"/>
                </a:ext>
              </a:extLst>
            </p:cNvPr>
            <p:cNvSpPr/>
            <p:nvPr/>
          </p:nvSpPr>
          <p:spPr>
            <a:xfrm>
              <a:off x="9980442" y="4498316"/>
              <a:ext cx="90097" cy="12767"/>
            </a:xfrm>
            <a:custGeom>
              <a:avLst/>
              <a:gdLst>
                <a:gd name="connsiteX0" fmla="*/ 90098 w 90097"/>
                <a:gd name="connsiteY0" fmla="*/ 6384 h 12767"/>
                <a:gd name="connsiteX1" fmla="*/ 83708 w 90097"/>
                <a:gd name="connsiteY1" fmla="*/ 0 h 12767"/>
                <a:gd name="connsiteX2" fmla="*/ 6390 w 90097"/>
                <a:gd name="connsiteY2" fmla="*/ 0 h 12767"/>
                <a:gd name="connsiteX3" fmla="*/ 0 w 90097"/>
                <a:gd name="connsiteY3" fmla="*/ 6384 h 12767"/>
                <a:gd name="connsiteX4" fmla="*/ 6390 w 90097"/>
                <a:gd name="connsiteY4" fmla="*/ 12768 h 12767"/>
                <a:gd name="connsiteX5" fmla="*/ 83708 w 90097"/>
                <a:gd name="connsiteY5" fmla="*/ 12768 h 12767"/>
                <a:gd name="connsiteX6" fmla="*/ 90098 w 90097"/>
                <a:gd name="connsiteY6" fmla="*/ 638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097" h="12767">
                  <a:moveTo>
                    <a:pt x="90098" y="6384"/>
                  </a:moveTo>
                  <a:cubicBezTo>
                    <a:pt x="90098" y="2554"/>
                    <a:pt x="87542" y="0"/>
                    <a:pt x="83708" y="0"/>
                  </a:cubicBezTo>
                  <a:lnTo>
                    <a:pt x="6390" y="0"/>
                  </a:lnTo>
                  <a:cubicBezTo>
                    <a:pt x="2556" y="0"/>
                    <a:pt x="0" y="2554"/>
                    <a:pt x="0" y="6384"/>
                  </a:cubicBezTo>
                  <a:cubicBezTo>
                    <a:pt x="0" y="10214"/>
                    <a:pt x="2556" y="12768"/>
                    <a:pt x="6390" y="12768"/>
                  </a:cubicBezTo>
                  <a:lnTo>
                    <a:pt x="83708" y="12768"/>
                  </a:lnTo>
                  <a:cubicBezTo>
                    <a:pt x="87542" y="12768"/>
                    <a:pt x="90098" y="10214"/>
                    <a:pt x="90098" y="6384"/>
                  </a:cubicBezTo>
                  <a:close/>
                </a:path>
              </a:pathLst>
            </a:custGeom>
            <a:solidFill>
              <a:srgbClr val="0076A8"/>
            </a:solidFill>
            <a:ln w="6390" cap="flat">
              <a:noFill/>
              <a:prstDash val="solid"/>
              <a:miter/>
            </a:ln>
          </p:spPr>
          <p:txBody>
            <a:bodyPr rtlCol="0" anchor="ctr"/>
            <a:lstStyle/>
            <a:p>
              <a:endParaRPr lang="en-US"/>
            </a:p>
          </p:txBody>
        </p:sp>
        <p:sp>
          <p:nvSpPr>
            <p:cNvPr id="800" name="Graphic 4">
              <a:extLst>
                <a:ext uri="{FF2B5EF4-FFF2-40B4-BE49-F238E27FC236}">
                  <a16:creationId xmlns:a16="http://schemas.microsoft.com/office/drawing/2014/main" id="{B325DB01-893E-A846-874C-21D0927569C9}"/>
                </a:ext>
              </a:extLst>
            </p:cNvPr>
            <p:cNvSpPr/>
            <p:nvPr/>
          </p:nvSpPr>
          <p:spPr>
            <a:xfrm>
              <a:off x="9996656" y="4375105"/>
              <a:ext cx="160148" cy="229184"/>
            </a:xfrm>
            <a:custGeom>
              <a:avLst/>
              <a:gdLst>
                <a:gd name="connsiteX0" fmla="*/ 116697 w 160148"/>
                <a:gd name="connsiteY0" fmla="*/ 47880 h 229184"/>
                <a:gd name="connsiteX1" fmla="*/ 126282 w 160148"/>
                <a:gd name="connsiteY1" fmla="*/ 38304 h 229184"/>
                <a:gd name="connsiteX2" fmla="*/ 126282 w 160148"/>
                <a:gd name="connsiteY2" fmla="*/ 29366 h 229184"/>
                <a:gd name="connsiteX3" fmla="*/ 126282 w 160148"/>
                <a:gd name="connsiteY3" fmla="*/ 29366 h 229184"/>
                <a:gd name="connsiteX4" fmla="*/ 119892 w 160148"/>
                <a:gd name="connsiteY4" fmla="*/ 22982 h 229184"/>
                <a:gd name="connsiteX5" fmla="*/ 121170 w 160148"/>
                <a:gd name="connsiteY5" fmla="*/ 22344 h 229184"/>
                <a:gd name="connsiteX6" fmla="*/ 126282 w 160148"/>
                <a:gd name="connsiteY6" fmla="*/ 16598 h 229184"/>
                <a:gd name="connsiteX7" fmla="*/ 128199 w 160148"/>
                <a:gd name="connsiteY7" fmla="*/ 12130 h 229184"/>
                <a:gd name="connsiteX8" fmla="*/ 126282 w 160148"/>
                <a:gd name="connsiteY8" fmla="*/ 7661 h 229184"/>
                <a:gd name="connsiteX9" fmla="*/ 121170 w 160148"/>
                <a:gd name="connsiteY9" fmla="*/ 1915 h 229184"/>
                <a:gd name="connsiteX10" fmla="*/ 112224 w 160148"/>
                <a:gd name="connsiteY10" fmla="*/ 1915 h 229184"/>
                <a:gd name="connsiteX11" fmla="*/ 112224 w 160148"/>
                <a:gd name="connsiteY11" fmla="*/ 1915 h 229184"/>
                <a:gd name="connsiteX12" fmla="*/ 107112 w 160148"/>
                <a:gd name="connsiteY12" fmla="*/ 7661 h 229184"/>
                <a:gd name="connsiteX13" fmla="*/ 106473 w 160148"/>
                <a:gd name="connsiteY13" fmla="*/ 8938 h 229184"/>
                <a:gd name="connsiteX14" fmla="*/ 100083 w 160148"/>
                <a:gd name="connsiteY14" fmla="*/ 2554 h 229184"/>
                <a:gd name="connsiteX15" fmla="*/ 91137 w 160148"/>
                <a:gd name="connsiteY15" fmla="*/ 2554 h 229184"/>
                <a:gd name="connsiteX16" fmla="*/ 25321 w 160148"/>
                <a:gd name="connsiteY16" fmla="*/ 68309 h 229184"/>
                <a:gd name="connsiteX17" fmla="*/ 25321 w 160148"/>
                <a:gd name="connsiteY17" fmla="*/ 77246 h 229184"/>
                <a:gd name="connsiteX18" fmla="*/ 52159 w 160148"/>
                <a:gd name="connsiteY18" fmla="*/ 105336 h 229184"/>
                <a:gd name="connsiteX19" fmla="*/ 56632 w 160148"/>
                <a:gd name="connsiteY19" fmla="*/ 107251 h 229184"/>
                <a:gd name="connsiteX20" fmla="*/ 61105 w 160148"/>
                <a:gd name="connsiteY20" fmla="*/ 105336 h 229184"/>
                <a:gd name="connsiteX21" fmla="*/ 82831 w 160148"/>
                <a:gd name="connsiteY21" fmla="*/ 83630 h 229184"/>
                <a:gd name="connsiteX22" fmla="*/ 108390 w 160148"/>
                <a:gd name="connsiteY22" fmla="*/ 115550 h 229184"/>
                <a:gd name="connsiteX23" fmla="*/ 78357 w 160148"/>
                <a:gd name="connsiteY23" fmla="*/ 148109 h 229184"/>
                <a:gd name="connsiteX24" fmla="*/ 76441 w 160148"/>
                <a:gd name="connsiteY24" fmla="*/ 148109 h 229184"/>
                <a:gd name="connsiteX25" fmla="*/ 70051 w 160148"/>
                <a:gd name="connsiteY25" fmla="*/ 154493 h 229184"/>
                <a:gd name="connsiteX26" fmla="*/ 76441 w 160148"/>
                <a:gd name="connsiteY26" fmla="*/ 160877 h 229184"/>
                <a:gd name="connsiteX27" fmla="*/ 121809 w 160148"/>
                <a:gd name="connsiteY27" fmla="*/ 117465 h 229184"/>
                <a:gd name="connsiteX28" fmla="*/ 121809 w 160148"/>
                <a:gd name="connsiteY28" fmla="*/ 115550 h 229184"/>
                <a:gd name="connsiteX29" fmla="*/ 93693 w 160148"/>
                <a:gd name="connsiteY29" fmla="*/ 73416 h 229184"/>
                <a:gd name="connsiteX30" fmla="*/ 108390 w 160148"/>
                <a:gd name="connsiteY30" fmla="*/ 58733 h 229184"/>
                <a:gd name="connsiteX31" fmla="*/ 110946 w 160148"/>
                <a:gd name="connsiteY31" fmla="*/ 59371 h 229184"/>
                <a:gd name="connsiteX32" fmla="*/ 148008 w 160148"/>
                <a:gd name="connsiteY32" fmla="*/ 119381 h 229184"/>
                <a:gd name="connsiteX33" fmla="*/ 91777 w 160148"/>
                <a:gd name="connsiteY33" fmla="*/ 186413 h 229184"/>
                <a:gd name="connsiteX34" fmla="*/ 86664 w 160148"/>
                <a:gd name="connsiteY34" fmla="*/ 191520 h 229184"/>
                <a:gd name="connsiteX35" fmla="*/ 89859 w 160148"/>
                <a:gd name="connsiteY35" fmla="*/ 197904 h 229184"/>
                <a:gd name="connsiteX36" fmla="*/ 107112 w 160148"/>
                <a:gd name="connsiteY36" fmla="*/ 217056 h 229184"/>
                <a:gd name="connsiteX37" fmla="*/ 47047 w 160148"/>
                <a:gd name="connsiteY37" fmla="*/ 217056 h 229184"/>
                <a:gd name="connsiteX38" fmla="*/ 57271 w 160148"/>
                <a:gd name="connsiteY38" fmla="*/ 205565 h 229184"/>
                <a:gd name="connsiteX39" fmla="*/ 59187 w 160148"/>
                <a:gd name="connsiteY39" fmla="*/ 196627 h 229184"/>
                <a:gd name="connsiteX40" fmla="*/ 55354 w 160148"/>
                <a:gd name="connsiteY40" fmla="*/ 193435 h 229184"/>
                <a:gd name="connsiteX41" fmla="*/ 12541 w 160148"/>
                <a:gd name="connsiteY41" fmla="*/ 151301 h 229184"/>
                <a:gd name="connsiteX42" fmla="*/ 4234 w 160148"/>
                <a:gd name="connsiteY42" fmla="*/ 147470 h 229184"/>
                <a:gd name="connsiteX43" fmla="*/ 400 w 160148"/>
                <a:gd name="connsiteY43" fmla="*/ 155769 h 229184"/>
                <a:gd name="connsiteX44" fmla="*/ 40657 w 160148"/>
                <a:gd name="connsiteY44" fmla="*/ 201734 h 229184"/>
                <a:gd name="connsiteX45" fmla="*/ 31711 w 160148"/>
                <a:gd name="connsiteY45" fmla="*/ 221524 h 229184"/>
                <a:gd name="connsiteX46" fmla="*/ 32989 w 160148"/>
                <a:gd name="connsiteY46" fmla="*/ 226632 h 229184"/>
                <a:gd name="connsiteX47" fmla="*/ 38101 w 160148"/>
                <a:gd name="connsiteY47" fmla="*/ 229185 h 229184"/>
                <a:gd name="connsiteX48" fmla="*/ 115419 w 160148"/>
                <a:gd name="connsiteY48" fmla="*/ 229185 h 229184"/>
                <a:gd name="connsiteX49" fmla="*/ 121809 w 160148"/>
                <a:gd name="connsiteY49" fmla="*/ 222801 h 229184"/>
                <a:gd name="connsiteX50" fmla="*/ 121809 w 160148"/>
                <a:gd name="connsiteY50" fmla="*/ 221524 h 229184"/>
                <a:gd name="connsiteX51" fmla="*/ 106473 w 160148"/>
                <a:gd name="connsiteY51" fmla="*/ 194712 h 229184"/>
                <a:gd name="connsiteX52" fmla="*/ 160149 w 160148"/>
                <a:gd name="connsiteY52" fmla="*/ 118104 h 229184"/>
                <a:gd name="connsiteX53" fmla="*/ 116697 w 160148"/>
                <a:gd name="connsiteY53" fmla="*/ 47880 h 229184"/>
                <a:gd name="connsiteX54" fmla="*/ 55992 w 160148"/>
                <a:gd name="connsiteY54" fmla="*/ 90653 h 229184"/>
                <a:gd name="connsiteX55" fmla="*/ 38101 w 160148"/>
                <a:gd name="connsiteY55" fmla="*/ 72139 h 229184"/>
                <a:gd name="connsiteX56" fmla="*/ 94972 w 160148"/>
                <a:gd name="connsiteY56" fmla="*/ 15322 h 229184"/>
                <a:gd name="connsiteX57" fmla="*/ 113502 w 160148"/>
                <a:gd name="connsiteY57" fmla="*/ 33835 h 229184"/>
                <a:gd name="connsiteX58" fmla="*/ 55992 w 160148"/>
                <a:gd name="connsiteY58" fmla="*/ 90653 h 229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60148" h="229184">
                  <a:moveTo>
                    <a:pt x="116697" y="47880"/>
                  </a:moveTo>
                  <a:lnTo>
                    <a:pt x="126282" y="38304"/>
                  </a:lnTo>
                  <a:cubicBezTo>
                    <a:pt x="128838" y="35750"/>
                    <a:pt x="128838" y="31920"/>
                    <a:pt x="126282" y="29366"/>
                  </a:cubicBezTo>
                  <a:cubicBezTo>
                    <a:pt x="126282" y="29366"/>
                    <a:pt x="126282" y="29366"/>
                    <a:pt x="126282" y="29366"/>
                  </a:cubicBezTo>
                  <a:lnTo>
                    <a:pt x="119892" y="22982"/>
                  </a:lnTo>
                  <a:cubicBezTo>
                    <a:pt x="120531" y="22982"/>
                    <a:pt x="120531" y="22344"/>
                    <a:pt x="121170" y="22344"/>
                  </a:cubicBezTo>
                  <a:lnTo>
                    <a:pt x="126282" y="16598"/>
                  </a:lnTo>
                  <a:cubicBezTo>
                    <a:pt x="127560" y="15322"/>
                    <a:pt x="128199" y="14045"/>
                    <a:pt x="128199" y="12130"/>
                  </a:cubicBezTo>
                  <a:cubicBezTo>
                    <a:pt x="128199" y="10214"/>
                    <a:pt x="127560" y="8938"/>
                    <a:pt x="126282" y="7661"/>
                  </a:cubicBezTo>
                  <a:lnTo>
                    <a:pt x="121170" y="1915"/>
                  </a:lnTo>
                  <a:cubicBezTo>
                    <a:pt x="118614" y="-638"/>
                    <a:pt x="114780" y="-638"/>
                    <a:pt x="112224" y="1915"/>
                  </a:cubicBezTo>
                  <a:cubicBezTo>
                    <a:pt x="112224" y="1915"/>
                    <a:pt x="112224" y="1915"/>
                    <a:pt x="112224" y="1915"/>
                  </a:cubicBezTo>
                  <a:lnTo>
                    <a:pt x="107112" y="7661"/>
                  </a:lnTo>
                  <a:cubicBezTo>
                    <a:pt x="107112" y="8299"/>
                    <a:pt x="106473" y="8299"/>
                    <a:pt x="106473" y="8938"/>
                  </a:cubicBezTo>
                  <a:lnTo>
                    <a:pt x="100083" y="2554"/>
                  </a:lnTo>
                  <a:cubicBezTo>
                    <a:pt x="97527" y="0"/>
                    <a:pt x="93693" y="0"/>
                    <a:pt x="91137" y="2554"/>
                  </a:cubicBezTo>
                  <a:lnTo>
                    <a:pt x="25321" y="68309"/>
                  </a:lnTo>
                  <a:cubicBezTo>
                    <a:pt x="22765" y="70862"/>
                    <a:pt x="22765" y="74693"/>
                    <a:pt x="25321" y="77246"/>
                  </a:cubicBezTo>
                  <a:lnTo>
                    <a:pt x="52159" y="105336"/>
                  </a:lnTo>
                  <a:cubicBezTo>
                    <a:pt x="53437" y="106613"/>
                    <a:pt x="55354" y="107251"/>
                    <a:pt x="56632" y="107251"/>
                  </a:cubicBezTo>
                  <a:cubicBezTo>
                    <a:pt x="58548" y="107251"/>
                    <a:pt x="59827" y="106613"/>
                    <a:pt x="61105" y="105336"/>
                  </a:cubicBezTo>
                  <a:lnTo>
                    <a:pt x="82831" y="83630"/>
                  </a:lnTo>
                  <a:cubicBezTo>
                    <a:pt x="98167" y="86822"/>
                    <a:pt x="108390" y="100229"/>
                    <a:pt x="108390" y="115550"/>
                  </a:cubicBezTo>
                  <a:cubicBezTo>
                    <a:pt x="109029" y="132787"/>
                    <a:pt x="95610" y="147470"/>
                    <a:pt x="78357" y="148109"/>
                  </a:cubicBezTo>
                  <a:cubicBezTo>
                    <a:pt x="77718" y="148109"/>
                    <a:pt x="77079" y="148109"/>
                    <a:pt x="76441" y="148109"/>
                  </a:cubicBezTo>
                  <a:cubicBezTo>
                    <a:pt x="72607" y="148109"/>
                    <a:pt x="70051" y="150662"/>
                    <a:pt x="70051" y="154493"/>
                  </a:cubicBezTo>
                  <a:cubicBezTo>
                    <a:pt x="70051" y="158323"/>
                    <a:pt x="72607" y="160877"/>
                    <a:pt x="76441" y="160877"/>
                  </a:cubicBezTo>
                  <a:cubicBezTo>
                    <a:pt x="100722" y="161515"/>
                    <a:pt x="121170" y="142363"/>
                    <a:pt x="121809" y="117465"/>
                  </a:cubicBezTo>
                  <a:cubicBezTo>
                    <a:pt x="121809" y="116827"/>
                    <a:pt x="121809" y="116189"/>
                    <a:pt x="121809" y="115550"/>
                  </a:cubicBezTo>
                  <a:cubicBezTo>
                    <a:pt x="122448" y="97037"/>
                    <a:pt x="110946" y="79800"/>
                    <a:pt x="93693" y="73416"/>
                  </a:cubicBezTo>
                  <a:lnTo>
                    <a:pt x="108390" y="58733"/>
                  </a:lnTo>
                  <a:lnTo>
                    <a:pt x="110946" y="59371"/>
                  </a:lnTo>
                  <a:cubicBezTo>
                    <a:pt x="133950" y="70862"/>
                    <a:pt x="148008" y="93845"/>
                    <a:pt x="148008" y="119381"/>
                  </a:cubicBezTo>
                  <a:cubicBezTo>
                    <a:pt x="148008" y="152577"/>
                    <a:pt x="124365" y="180667"/>
                    <a:pt x="91777" y="186413"/>
                  </a:cubicBezTo>
                  <a:cubicBezTo>
                    <a:pt x="89220" y="187051"/>
                    <a:pt x="86664" y="188966"/>
                    <a:pt x="86664" y="191520"/>
                  </a:cubicBezTo>
                  <a:cubicBezTo>
                    <a:pt x="86664" y="194073"/>
                    <a:pt x="87942" y="196627"/>
                    <a:pt x="89859" y="197904"/>
                  </a:cubicBezTo>
                  <a:cubicBezTo>
                    <a:pt x="97527" y="202373"/>
                    <a:pt x="103278" y="209395"/>
                    <a:pt x="107112" y="217056"/>
                  </a:cubicBezTo>
                  <a:lnTo>
                    <a:pt x="47047" y="217056"/>
                  </a:lnTo>
                  <a:cubicBezTo>
                    <a:pt x="48964" y="211948"/>
                    <a:pt x="52797" y="208118"/>
                    <a:pt x="57271" y="205565"/>
                  </a:cubicBezTo>
                  <a:cubicBezTo>
                    <a:pt x="60466" y="203649"/>
                    <a:pt x="61105" y="199819"/>
                    <a:pt x="59187" y="196627"/>
                  </a:cubicBezTo>
                  <a:cubicBezTo>
                    <a:pt x="58548" y="195350"/>
                    <a:pt x="56632" y="194073"/>
                    <a:pt x="55354" y="193435"/>
                  </a:cubicBezTo>
                  <a:cubicBezTo>
                    <a:pt x="36823" y="188966"/>
                    <a:pt x="21487" y="173645"/>
                    <a:pt x="12541" y="151301"/>
                  </a:cubicBezTo>
                  <a:cubicBezTo>
                    <a:pt x="11263" y="148109"/>
                    <a:pt x="7429" y="146193"/>
                    <a:pt x="4234" y="147470"/>
                  </a:cubicBezTo>
                  <a:cubicBezTo>
                    <a:pt x="1039" y="148747"/>
                    <a:pt x="-877" y="152577"/>
                    <a:pt x="400" y="155769"/>
                  </a:cubicBezTo>
                  <a:cubicBezTo>
                    <a:pt x="7429" y="175560"/>
                    <a:pt x="22126" y="192158"/>
                    <a:pt x="40657" y="201734"/>
                  </a:cubicBezTo>
                  <a:cubicBezTo>
                    <a:pt x="36184" y="207480"/>
                    <a:pt x="32989" y="214502"/>
                    <a:pt x="31711" y="221524"/>
                  </a:cubicBezTo>
                  <a:cubicBezTo>
                    <a:pt x="31072" y="223440"/>
                    <a:pt x="31711" y="225355"/>
                    <a:pt x="32989" y="226632"/>
                  </a:cubicBezTo>
                  <a:cubicBezTo>
                    <a:pt x="34267" y="227908"/>
                    <a:pt x="36184" y="229185"/>
                    <a:pt x="38101" y="229185"/>
                  </a:cubicBezTo>
                  <a:lnTo>
                    <a:pt x="115419" y="229185"/>
                  </a:lnTo>
                  <a:cubicBezTo>
                    <a:pt x="119253" y="229185"/>
                    <a:pt x="121809" y="226632"/>
                    <a:pt x="121809" y="222801"/>
                  </a:cubicBezTo>
                  <a:cubicBezTo>
                    <a:pt x="121809" y="222163"/>
                    <a:pt x="121809" y="222163"/>
                    <a:pt x="121809" y="221524"/>
                  </a:cubicBezTo>
                  <a:cubicBezTo>
                    <a:pt x="119253" y="211310"/>
                    <a:pt x="114141" y="202373"/>
                    <a:pt x="106473" y="194712"/>
                  </a:cubicBezTo>
                  <a:cubicBezTo>
                    <a:pt x="139062" y="183221"/>
                    <a:pt x="160149" y="152577"/>
                    <a:pt x="160149" y="118104"/>
                  </a:cubicBezTo>
                  <a:cubicBezTo>
                    <a:pt x="159510" y="88737"/>
                    <a:pt x="142896" y="61286"/>
                    <a:pt x="116697" y="47880"/>
                  </a:cubicBezTo>
                  <a:close/>
                  <a:moveTo>
                    <a:pt x="55992" y="90653"/>
                  </a:moveTo>
                  <a:lnTo>
                    <a:pt x="38101" y="72139"/>
                  </a:lnTo>
                  <a:lnTo>
                    <a:pt x="94972" y="15322"/>
                  </a:lnTo>
                  <a:lnTo>
                    <a:pt x="113502" y="33835"/>
                  </a:lnTo>
                  <a:lnTo>
                    <a:pt x="55992" y="90653"/>
                  </a:lnTo>
                  <a:close/>
                </a:path>
              </a:pathLst>
            </a:custGeom>
            <a:solidFill>
              <a:srgbClr val="0076A8"/>
            </a:solidFill>
            <a:ln w="6390" cap="flat">
              <a:noFill/>
              <a:prstDash val="solid"/>
              <a:miter/>
            </a:ln>
          </p:spPr>
          <p:txBody>
            <a:bodyPr rtlCol="0" anchor="ctr"/>
            <a:lstStyle/>
            <a:p>
              <a:endParaRPr lang="en-US"/>
            </a:p>
          </p:txBody>
        </p:sp>
      </p:grpSp>
      <p:grpSp>
        <p:nvGrpSpPr>
          <p:cNvPr id="801" name="Graphic 4">
            <a:extLst>
              <a:ext uri="{FF2B5EF4-FFF2-40B4-BE49-F238E27FC236}">
                <a16:creationId xmlns:a16="http://schemas.microsoft.com/office/drawing/2014/main" id="{02E701E9-00E9-7C43-B771-C49C691994C3}"/>
              </a:ext>
            </a:extLst>
          </p:cNvPr>
          <p:cNvGrpSpPr/>
          <p:nvPr/>
        </p:nvGrpSpPr>
        <p:grpSpPr>
          <a:xfrm>
            <a:off x="10325499" y="4308712"/>
            <a:ext cx="361670" cy="361971"/>
            <a:chOff x="10325499" y="4308712"/>
            <a:chExt cx="361670" cy="361971"/>
          </a:xfrm>
          <a:solidFill>
            <a:srgbClr val="0076A8"/>
          </a:solidFill>
        </p:grpSpPr>
        <p:sp>
          <p:nvSpPr>
            <p:cNvPr id="802" name="Graphic 4">
              <a:extLst>
                <a:ext uri="{FF2B5EF4-FFF2-40B4-BE49-F238E27FC236}">
                  <a16:creationId xmlns:a16="http://schemas.microsoft.com/office/drawing/2014/main" id="{DA1CAD0C-6B26-6B45-BF2E-E0DBF6376FEB}"/>
                </a:ext>
              </a:extLst>
            </p:cNvPr>
            <p:cNvSpPr/>
            <p:nvPr/>
          </p:nvSpPr>
          <p:spPr>
            <a:xfrm>
              <a:off x="10325499" y="4308712"/>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92654 w 361670"/>
                <a:gd name="connsiteY7" fmla="*/ 195988 h 361971"/>
                <a:gd name="connsiteX8" fmla="*/ 99044 w 361670"/>
                <a:gd name="connsiteY8" fmla="*/ 189604 h 361971"/>
                <a:gd name="connsiteX9" fmla="*/ 176362 w 361670"/>
                <a:gd name="connsiteY9" fmla="*/ 189604 h 361971"/>
                <a:gd name="connsiteX10" fmla="*/ 182752 w 361670"/>
                <a:gd name="connsiteY10" fmla="*/ 195988 h 361971"/>
                <a:gd name="connsiteX11" fmla="*/ 176362 w 361670"/>
                <a:gd name="connsiteY11" fmla="*/ 202372 h 361971"/>
                <a:gd name="connsiteX12" fmla="*/ 99044 w 361670"/>
                <a:gd name="connsiteY12" fmla="*/ 202372 h 361971"/>
                <a:gd name="connsiteX13" fmla="*/ 92654 w 361670"/>
                <a:gd name="connsiteY13" fmla="*/ 195988 h 361971"/>
                <a:gd name="connsiteX14" fmla="*/ 214063 w 361670"/>
                <a:gd name="connsiteY14" fmla="*/ 261105 h 361971"/>
                <a:gd name="connsiteX15" fmla="*/ 228759 w 361670"/>
                <a:gd name="connsiteY15" fmla="*/ 287918 h 361971"/>
                <a:gd name="connsiteX16" fmla="*/ 227482 w 361670"/>
                <a:gd name="connsiteY16" fmla="*/ 293025 h 361971"/>
                <a:gd name="connsiteX17" fmla="*/ 222369 w 361670"/>
                <a:gd name="connsiteY17" fmla="*/ 295578 h 361971"/>
                <a:gd name="connsiteX18" fmla="*/ 145051 w 361670"/>
                <a:gd name="connsiteY18" fmla="*/ 295578 h 361971"/>
                <a:gd name="connsiteX19" fmla="*/ 139940 w 361670"/>
                <a:gd name="connsiteY19" fmla="*/ 293025 h 361971"/>
                <a:gd name="connsiteX20" fmla="*/ 138661 w 361670"/>
                <a:gd name="connsiteY20" fmla="*/ 287918 h 361971"/>
                <a:gd name="connsiteX21" fmla="*/ 147607 w 361670"/>
                <a:gd name="connsiteY21" fmla="*/ 268127 h 361971"/>
                <a:gd name="connsiteX22" fmla="*/ 107350 w 361670"/>
                <a:gd name="connsiteY22" fmla="*/ 222163 h 361971"/>
                <a:gd name="connsiteX23" fmla="*/ 110545 w 361670"/>
                <a:gd name="connsiteY23" fmla="*/ 213863 h 361971"/>
                <a:gd name="connsiteX24" fmla="*/ 118853 w 361670"/>
                <a:gd name="connsiteY24" fmla="*/ 217055 h 361971"/>
                <a:gd name="connsiteX25" fmla="*/ 118853 w 361670"/>
                <a:gd name="connsiteY25" fmla="*/ 217694 h 361971"/>
                <a:gd name="connsiteX26" fmla="*/ 161665 w 361670"/>
                <a:gd name="connsiteY26" fmla="*/ 259828 h 361971"/>
                <a:gd name="connsiteX27" fmla="*/ 166138 w 361670"/>
                <a:gd name="connsiteY27" fmla="*/ 267489 h 361971"/>
                <a:gd name="connsiteX28" fmla="*/ 162943 w 361670"/>
                <a:gd name="connsiteY28" fmla="*/ 271319 h 361971"/>
                <a:gd name="connsiteX29" fmla="*/ 152720 w 361670"/>
                <a:gd name="connsiteY29" fmla="*/ 282810 h 361971"/>
                <a:gd name="connsiteX30" fmla="*/ 212784 w 361670"/>
                <a:gd name="connsiteY30" fmla="*/ 282810 h 361971"/>
                <a:gd name="connsiteX31" fmla="*/ 195532 w 361670"/>
                <a:gd name="connsiteY31" fmla="*/ 263658 h 361971"/>
                <a:gd name="connsiteX32" fmla="*/ 192337 w 361670"/>
                <a:gd name="connsiteY32" fmla="*/ 257274 h 361971"/>
                <a:gd name="connsiteX33" fmla="*/ 197449 w 361670"/>
                <a:gd name="connsiteY33" fmla="*/ 252167 h 361971"/>
                <a:gd name="connsiteX34" fmla="*/ 253680 w 361670"/>
                <a:gd name="connsiteY34" fmla="*/ 185135 h 361971"/>
                <a:gd name="connsiteX35" fmla="*/ 216619 w 361670"/>
                <a:gd name="connsiteY35" fmla="*/ 125126 h 361971"/>
                <a:gd name="connsiteX36" fmla="*/ 214063 w 361670"/>
                <a:gd name="connsiteY36" fmla="*/ 124488 h 361971"/>
                <a:gd name="connsiteX37" fmla="*/ 199366 w 361670"/>
                <a:gd name="connsiteY37" fmla="*/ 139171 h 361971"/>
                <a:gd name="connsiteX38" fmla="*/ 227482 w 361670"/>
                <a:gd name="connsiteY38" fmla="*/ 181305 h 361971"/>
                <a:gd name="connsiteX39" fmla="*/ 184669 w 361670"/>
                <a:gd name="connsiteY39" fmla="*/ 226631 h 361971"/>
                <a:gd name="connsiteX40" fmla="*/ 182752 w 361670"/>
                <a:gd name="connsiteY40" fmla="*/ 226631 h 361971"/>
                <a:gd name="connsiteX41" fmla="*/ 176362 w 361670"/>
                <a:gd name="connsiteY41" fmla="*/ 220247 h 361971"/>
                <a:gd name="connsiteX42" fmla="*/ 182752 w 361670"/>
                <a:gd name="connsiteY42" fmla="*/ 213863 h 361971"/>
                <a:gd name="connsiteX43" fmla="*/ 214702 w 361670"/>
                <a:gd name="connsiteY43" fmla="*/ 183220 h 361971"/>
                <a:gd name="connsiteX44" fmla="*/ 214702 w 361670"/>
                <a:gd name="connsiteY44" fmla="*/ 181305 h 361971"/>
                <a:gd name="connsiteX45" fmla="*/ 189142 w 361670"/>
                <a:gd name="connsiteY45" fmla="*/ 149385 h 361971"/>
                <a:gd name="connsiteX46" fmla="*/ 167416 w 361670"/>
                <a:gd name="connsiteY46" fmla="*/ 171091 h 361971"/>
                <a:gd name="connsiteX47" fmla="*/ 162943 w 361670"/>
                <a:gd name="connsiteY47" fmla="*/ 173006 h 361971"/>
                <a:gd name="connsiteX48" fmla="*/ 158470 w 361670"/>
                <a:gd name="connsiteY48" fmla="*/ 171091 h 361971"/>
                <a:gd name="connsiteX49" fmla="*/ 130994 w 361670"/>
                <a:gd name="connsiteY49" fmla="*/ 143001 h 361971"/>
                <a:gd name="connsiteX50" fmla="*/ 130994 w 361670"/>
                <a:gd name="connsiteY50" fmla="*/ 134064 h 361971"/>
                <a:gd name="connsiteX51" fmla="*/ 198727 w 361670"/>
                <a:gd name="connsiteY51" fmla="*/ 68309 h 361971"/>
                <a:gd name="connsiteX52" fmla="*/ 207673 w 361670"/>
                <a:gd name="connsiteY52" fmla="*/ 68309 h 361971"/>
                <a:gd name="connsiteX53" fmla="*/ 214063 w 361670"/>
                <a:gd name="connsiteY53" fmla="*/ 74693 h 361971"/>
                <a:gd name="connsiteX54" fmla="*/ 214702 w 361670"/>
                <a:gd name="connsiteY54" fmla="*/ 73416 h 361971"/>
                <a:gd name="connsiteX55" fmla="*/ 220453 w 361670"/>
                <a:gd name="connsiteY55" fmla="*/ 68309 h 361971"/>
                <a:gd name="connsiteX56" fmla="*/ 229399 w 361670"/>
                <a:gd name="connsiteY56" fmla="*/ 68309 h 361971"/>
                <a:gd name="connsiteX57" fmla="*/ 235149 w 361670"/>
                <a:gd name="connsiteY57" fmla="*/ 73416 h 361971"/>
                <a:gd name="connsiteX58" fmla="*/ 235149 w 361670"/>
                <a:gd name="connsiteY58" fmla="*/ 82354 h 361971"/>
                <a:gd name="connsiteX59" fmla="*/ 229399 w 361670"/>
                <a:gd name="connsiteY59" fmla="*/ 88099 h 361971"/>
                <a:gd name="connsiteX60" fmla="*/ 228120 w 361670"/>
                <a:gd name="connsiteY60" fmla="*/ 88738 h 361971"/>
                <a:gd name="connsiteX61" fmla="*/ 234510 w 361670"/>
                <a:gd name="connsiteY61" fmla="*/ 95121 h 361971"/>
                <a:gd name="connsiteX62" fmla="*/ 234510 w 361670"/>
                <a:gd name="connsiteY62" fmla="*/ 104059 h 361971"/>
                <a:gd name="connsiteX63" fmla="*/ 234510 w 361670"/>
                <a:gd name="connsiteY63" fmla="*/ 104059 h 361971"/>
                <a:gd name="connsiteX64" fmla="*/ 224925 w 361670"/>
                <a:gd name="connsiteY64" fmla="*/ 113635 h 361971"/>
                <a:gd name="connsiteX65" fmla="*/ 267739 w 361670"/>
                <a:gd name="connsiteY65" fmla="*/ 183859 h 361971"/>
                <a:gd name="connsiteX66" fmla="*/ 214063 w 361670"/>
                <a:gd name="connsiteY66" fmla="*/ 261105 h 361971"/>
                <a:gd name="connsiteX67" fmla="*/ 214063 w 361670"/>
                <a:gd name="connsiteY67" fmla="*/ 26110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61670"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1670" y="81077"/>
                    <a:pt x="280518" y="0"/>
                    <a:pt x="180835" y="0"/>
                  </a:cubicBezTo>
                  <a:cubicBezTo>
                    <a:pt x="180835" y="0"/>
                    <a:pt x="180835" y="0"/>
                    <a:pt x="180835" y="0"/>
                  </a:cubicBezTo>
                  <a:close/>
                  <a:moveTo>
                    <a:pt x="92654" y="195988"/>
                  </a:moveTo>
                  <a:cubicBezTo>
                    <a:pt x="92654" y="192158"/>
                    <a:pt x="95210" y="189604"/>
                    <a:pt x="99044" y="189604"/>
                  </a:cubicBezTo>
                  <a:lnTo>
                    <a:pt x="176362" y="189604"/>
                  </a:lnTo>
                  <a:cubicBezTo>
                    <a:pt x="180196" y="189604"/>
                    <a:pt x="182752" y="192158"/>
                    <a:pt x="182752" y="195988"/>
                  </a:cubicBezTo>
                  <a:cubicBezTo>
                    <a:pt x="182752" y="199819"/>
                    <a:pt x="180196" y="202372"/>
                    <a:pt x="176362" y="202372"/>
                  </a:cubicBezTo>
                  <a:lnTo>
                    <a:pt x="99044" y="202372"/>
                  </a:lnTo>
                  <a:cubicBezTo>
                    <a:pt x="95849" y="202372"/>
                    <a:pt x="92654" y="199819"/>
                    <a:pt x="92654" y="195988"/>
                  </a:cubicBezTo>
                  <a:close/>
                  <a:moveTo>
                    <a:pt x="214063" y="261105"/>
                  </a:moveTo>
                  <a:cubicBezTo>
                    <a:pt x="221731" y="268127"/>
                    <a:pt x="226843" y="277703"/>
                    <a:pt x="228759" y="287918"/>
                  </a:cubicBezTo>
                  <a:cubicBezTo>
                    <a:pt x="229399" y="289833"/>
                    <a:pt x="228759" y="291748"/>
                    <a:pt x="227482" y="293025"/>
                  </a:cubicBezTo>
                  <a:cubicBezTo>
                    <a:pt x="226204" y="294302"/>
                    <a:pt x="224287" y="295578"/>
                    <a:pt x="222369" y="295578"/>
                  </a:cubicBezTo>
                  <a:lnTo>
                    <a:pt x="145051" y="295578"/>
                  </a:lnTo>
                  <a:cubicBezTo>
                    <a:pt x="143135" y="295578"/>
                    <a:pt x="141217" y="294940"/>
                    <a:pt x="139940" y="293025"/>
                  </a:cubicBezTo>
                  <a:cubicBezTo>
                    <a:pt x="138661" y="291748"/>
                    <a:pt x="138022" y="289833"/>
                    <a:pt x="138661" y="287918"/>
                  </a:cubicBezTo>
                  <a:cubicBezTo>
                    <a:pt x="139940" y="280895"/>
                    <a:pt x="143135" y="273873"/>
                    <a:pt x="147607" y="268127"/>
                  </a:cubicBezTo>
                  <a:cubicBezTo>
                    <a:pt x="128438" y="258551"/>
                    <a:pt x="114380" y="241953"/>
                    <a:pt x="107350" y="222163"/>
                  </a:cubicBezTo>
                  <a:cubicBezTo>
                    <a:pt x="106073" y="218971"/>
                    <a:pt x="107350" y="215140"/>
                    <a:pt x="110545" y="213863"/>
                  </a:cubicBezTo>
                  <a:cubicBezTo>
                    <a:pt x="113740" y="212587"/>
                    <a:pt x="117575" y="213863"/>
                    <a:pt x="118853" y="217055"/>
                  </a:cubicBezTo>
                  <a:cubicBezTo>
                    <a:pt x="118853" y="217055"/>
                    <a:pt x="118853" y="217694"/>
                    <a:pt x="118853" y="217694"/>
                  </a:cubicBezTo>
                  <a:cubicBezTo>
                    <a:pt x="127799" y="240038"/>
                    <a:pt x="143135" y="255359"/>
                    <a:pt x="161665" y="259828"/>
                  </a:cubicBezTo>
                  <a:cubicBezTo>
                    <a:pt x="164860" y="260466"/>
                    <a:pt x="167416" y="264297"/>
                    <a:pt x="166138" y="267489"/>
                  </a:cubicBezTo>
                  <a:cubicBezTo>
                    <a:pt x="165500" y="269404"/>
                    <a:pt x="164860" y="270681"/>
                    <a:pt x="162943" y="271319"/>
                  </a:cubicBezTo>
                  <a:cubicBezTo>
                    <a:pt x="158470" y="273873"/>
                    <a:pt x="154636" y="277703"/>
                    <a:pt x="152720" y="282810"/>
                  </a:cubicBezTo>
                  <a:lnTo>
                    <a:pt x="212784" y="282810"/>
                  </a:lnTo>
                  <a:cubicBezTo>
                    <a:pt x="208951" y="275150"/>
                    <a:pt x="203200" y="268127"/>
                    <a:pt x="195532" y="263658"/>
                  </a:cubicBezTo>
                  <a:cubicBezTo>
                    <a:pt x="192976" y="262382"/>
                    <a:pt x="191698" y="259828"/>
                    <a:pt x="192337" y="257274"/>
                  </a:cubicBezTo>
                  <a:cubicBezTo>
                    <a:pt x="192976" y="254721"/>
                    <a:pt x="194893" y="252167"/>
                    <a:pt x="197449" y="252167"/>
                  </a:cubicBezTo>
                  <a:cubicBezTo>
                    <a:pt x="230038" y="246422"/>
                    <a:pt x="254319" y="218332"/>
                    <a:pt x="253680" y="185135"/>
                  </a:cubicBezTo>
                  <a:cubicBezTo>
                    <a:pt x="253680" y="159600"/>
                    <a:pt x="239623" y="136617"/>
                    <a:pt x="216619" y="125126"/>
                  </a:cubicBezTo>
                  <a:lnTo>
                    <a:pt x="214063" y="124488"/>
                  </a:lnTo>
                  <a:lnTo>
                    <a:pt x="199366" y="139171"/>
                  </a:lnTo>
                  <a:cubicBezTo>
                    <a:pt x="216619" y="146193"/>
                    <a:pt x="227482" y="162792"/>
                    <a:pt x="227482" y="181305"/>
                  </a:cubicBezTo>
                  <a:cubicBezTo>
                    <a:pt x="228120" y="205564"/>
                    <a:pt x="208951" y="225993"/>
                    <a:pt x="184669" y="226631"/>
                  </a:cubicBezTo>
                  <a:cubicBezTo>
                    <a:pt x="184030" y="226631"/>
                    <a:pt x="183391" y="226631"/>
                    <a:pt x="182752" y="226631"/>
                  </a:cubicBezTo>
                  <a:cubicBezTo>
                    <a:pt x="178918" y="226631"/>
                    <a:pt x="176362" y="224078"/>
                    <a:pt x="176362" y="220247"/>
                  </a:cubicBezTo>
                  <a:cubicBezTo>
                    <a:pt x="176362" y="216417"/>
                    <a:pt x="178918" y="213863"/>
                    <a:pt x="182752" y="213863"/>
                  </a:cubicBezTo>
                  <a:cubicBezTo>
                    <a:pt x="200005" y="214502"/>
                    <a:pt x="214063" y="200457"/>
                    <a:pt x="214702" y="183220"/>
                  </a:cubicBezTo>
                  <a:cubicBezTo>
                    <a:pt x="214702" y="182582"/>
                    <a:pt x="214702" y="181944"/>
                    <a:pt x="214702" y="181305"/>
                  </a:cubicBezTo>
                  <a:cubicBezTo>
                    <a:pt x="214702" y="165984"/>
                    <a:pt x="204478" y="152577"/>
                    <a:pt x="189142" y="149385"/>
                  </a:cubicBezTo>
                  <a:lnTo>
                    <a:pt x="167416" y="171091"/>
                  </a:lnTo>
                  <a:cubicBezTo>
                    <a:pt x="166138" y="172368"/>
                    <a:pt x="164860" y="173006"/>
                    <a:pt x="162943" y="173006"/>
                  </a:cubicBezTo>
                  <a:cubicBezTo>
                    <a:pt x="161026" y="173006"/>
                    <a:pt x="159748" y="172368"/>
                    <a:pt x="158470" y="171091"/>
                  </a:cubicBezTo>
                  <a:lnTo>
                    <a:pt x="130994" y="143001"/>
                  </a:lnTo>
                  <a:cubicBezTo>
                    <a:pt x="128438" y="140448"/>
                    <a:pt x="128438" y="136617"/>
                    <a:pt x="130994" y="134064"/>
                  </a:cubicBezTo>
                  <a:lnTo>
                    <a:pt x="198727" y="68309"/>
                  </a:lnTo>
                  <a:cubicBezTo>
                    <a:pt x="201283" y="65755"/>
                    <a:pt x="205117" y="65755"/>
                    <a:pt x="207673" y="68309"/>
                  </a:cubicBezTo>
                  <a:lnTo>
                    <a:pt x="214063" y="74693"/>
                  </a:lnTo>
                  <a:cubicBezTo>
                    <a:pt x="214063" y="74054"/>
                    <a:pt x="214702" y="74054"/>
                    <a:pt x="214702" y="73416"/>
                  </a:cubicBezTo>
                  <a:lnTo>
                    <a:pt x="220453" y="68309"/>
                  </a:lnTo>
                  <a:cubicBezTo>
                    <a:pt x="223009" y="65755"/>
                    <a:pt x="226843" y="65755"/>
                    <a:pt x="229399" y="68309"/>
                  </a:cubicBezTo>
                  <a:lnTo>
                    <a:pt x="235149" y="73416"/>
                  </a:lnTo>
                  <a:cubicBezTo>
                    <a:pt x="237705" y="75970"/>
                    <a:pt x="237705" y="79800"/>
                    <a:pt x="235149" y="82354"/>
                  </a:cubicBezTo>
                  <a:lnTo>
                    <a:pt x="229399" y="88099"/>
                  </a:lnTo>
                  <a:cubicBezTo>
                    <a:pt x="228759" y="88099"/>
                    <a:pt x="228759" y="88738"/>
                    <a:pt x="228120" y="88738"/>
                  </a:cubicBezTo>
                  <a:lnTo>
                    <a:pt x="234510" y="95121"/>
                  </a:lnTo>
                  <a:cubicBezTo>
                    <a:pt x="237067" y="97675"/>
                    <a:pt x="237067" y="101505"/>
                    <a:pt x="234510" y="104059"/>
                  </a:cubicBezTo>
                  <a:cubicBezTo>
                    <a:pt x="234510" y="104059"/>
                    <a:pt x="234510" y="104059"/>
                    <a:pt x="234510" y="104059"/>
                  </a:cubicBezTo>
                  <a:lnTo>
                    <a:pt x="224925" y="113635"/>
                  </a:lnTo>
                  <a:cubicBezTo>
                    <a:pt x="251124" y="127041"/>
                    <a:pt x="267099" y="154492"/>
                    <a:pt x="267739" y="183859"/>
                  </a:cubicBezTo>
                  <a:cubicBezTo>
                    <a:pt x="267739" y="218332"/>
                    <a:pt x="246651" y="248975"/>
                    <a:pt x="214063" y="261105"/>
                  </a:cubicBezTo>
                  <a:lnTo>
                    <a:pt x="214063" y="261105"/>
                  </a:lnTo>
                  <a:close/>
                </a:path>
              </a:pathLst>
            </a:custGeom>
            <a:solidFill>
              <a:srgbClr val="0076A8"/>
            </a:solidFill>
            <a:ln w="6390" cap="flat">
              <a:noFill/>
              <a:prstDash val="solid"/>
              <a:miter/>
            </a:ln>
          </p:spPr>
          <p:txBody>
            <a:bodyPr rtlCol="0" anchor="ctr"/>
            <a:lstStyle/>
            <a:p>
              <a:endParaRPr lang="en-US"/>
            </a:p>
          </p:txBody>
        </p:sp>
        <p:sp>
          <p:nvSpPr>
            <p:cNvPr id="803" name="Graphic 4">
              <a:extLst>
                <a:ext uri="{FF2B5EF4-FFF2-40B4-BE49-F238E27FC236}">
                  <a16:creationId xmlns:a16="http://schemas.microsoft.com/office/drawing/2014/main" id="{F325CFE9-586A-C04F-BE9B-218E58590A0E}"/>
                </a:ext>
              </a:extLst>
            </p:cNvPr>
            <p:cNvSpPr/>
            <p:nvPr/>
          </p:nvSpPr>
          <p:spPr>
            <a:xfrm>
              <a:off x="10472468" y="4390427"/>
              <a:ext cx="74761" cy="75331"/>
            </a:xfrm>
            <a:custGeom>
              <a:avLst/>
              <a:gdLst>
                <a:gd name="connsiteX0" fmla="*/ 0 w 74761"/>
                <a:gd name="connsiteY0" fmla="*/ 56818 h 75331"/>
                <a:gd name="connsiteX1" fmla="*/ 17891 w 74761"/>
                <a:gd name="connsiteY1" fmla="*/ 75331 h 75331"/>
                <a:gd name="connsiteX2" fmla="*/ 74762 w 74761"/>
                <a:gd name="connsiteY2" fmla="*/ 18514 h 75331"/>
                <a:gd name="connsiteX3" fmla="*/ 56231 w 74761"/>
                <a:gd name="connsiteY3" fmla="*/ 0 h 75331"/>
              </a:gdLst>
              <a:ahLst/>
              <a:cxnLst>
                <a:cxn ang="0">
                  <a:pos x="connsiteX0" y="connsiteY0"/>
                </a:cxn>
                <a:cxn ang="0">
                  <a:pos x="connsiteX1" y="connsiteY1"/>
                </a:cxn>
                <a:cxn ang="0">
                  <a:pos x="connsiteX2" y="connsiteY2"/>
                </a:cxn>
                <a:cxn ang="0">
                  <a:pos x="connsiteX3" y="connsiteY3"/>
                </a:cxn>
              </a:cxnLst>
              <a:rect l="l" t="t" r="r" b="b"/>
              <a:pathLst>
                <a:path w="74761" h="75331">
                  <a:moveTo>
                    <a:pt x="0" y="56818"/>
                  </a:moveTo>
                  <a:lnTo>
                    <a:pt x="17891" y="75331"/>
                  </a:lnTo>
                  <a:lnTo>
                    <a:pt x="74762" y="18514"/>
                  </a:lnTo>
                  <a:lnTo>
                    <a:pt x="56231" y="0"/>
                  </a:lnTo>
                  <a:close/>
                </a:path>
              </a:pathLst>
            </a:custGeom>
            <a:solidFill>
              <a:srgbClr val="0076A8"/>
            </a:solidFill>
            <a:ln w="6390" cap="flat">
              <a:noFill/>
              <a:prstDash val="solid"/>
              <a:miter/>
            </a:ln>
          </p:spPr>
          <p:txBody>
            <a:bodyPr rtlCol="0" anchor="ctr"/>
            <a:lstStyle/>
            <a:p>
              <a:endParaRPr lang="en-US"/>
            </a:p>
          </p:txBody>
        </p:sp>
      </p:grpSp>
      <p:grpSp>
        <p:nvGrpSpPr>
          <p:cNvPr id="804" name="Graphic 4">
            <a:extLst>
              <a:ext uri="{FF2B5EF4-FFF2-40B4-BE49-F238E27FC236}">
                <a16:creationId xmlns:a16="http://schemas.microsoft.com/office/drawing/2014/main" id="{F2C54DC2-83F7-6B4F-8BFF-67D564D288CE}"/>
              </a:ext>
            </a:extLst>
          </p:cNvPr>
          <p:cNvGrpSpPr/>
          <p:nvPr/>
        </p:nvGrpSpPr>
        <p:grpSpPr>
          <a:xfrm>
            <a:off x="9887149" y="4792972"/>
            <a:ext cx="362309" cy="362255"/>
            <a:chOff x="9887149" y="4792972"/>
            <a:chExt cx="362309" cy="362255"/>
          </a:xfrm>
          <a:solidFill>
            <a:srgbClr val="0076A8"/>
          </a:solidFill>
        </p:grpSpPr>
        <p:sp>
          <p:nvSpPr>
            <p:cNvPr id="805" name="Graphic 4">
              <a:extLst>
                <a:ext uri="{FF2B5EF4-FFF2-40B4-BE49-F238E27FC236}">
                  <a16:creationId xmlns:a16="http://schemas.microsoft.com/office/drawing/2014/main" id="{5DA2BE38-16EF-5B43-B963-8A5978800539}"/>
                </a:ext>
              </a:extLst>
            </p:cNvPr>
            <p:cNvSpPr/>
            <p:nvPr/>
          </p:nvSpPr>
          <p:spPr>
            <a:xfrm>
              <a:off x="9887149" y="4792972"/>
              <a:ext cx="362309" cy="362255"/>
            </a:xfrm>
            <a:custGeom>
              <a:avLst/>
              <a:gdLst>
                <a:gd name="connsiteX0" fmla="*/ 180835 w 362309"/>
                <a:gd name="connsiteY0" fmla="*/ 284 h 362255"/>
                <a:gd name="connsiteX1" fmla="*/ 0 w 362309"/>
                <a:gd name="connsiteY1" fmla="*/ 181589 h 362255"/>
                <a:gd name="connsiteX2" fmla="*/ 181474 w 362309"/>
                <a:gd name="connsiteY2" fmla="*/ 362256 h 362255"/>
                <a:gd name="connsiteX3" fmla="*/ 362309 w 362309"/>
                <a:gd name="connsiteY3" fmla="*/ 180950 h 362255"/>
                <a:gd name="connsiteX4" fmla="*/ 180835 w 362309"/>
                <a:gd name="connsiteY4" fmla="*/ 284 h 362255"/>
                <a:gd name="connsiteX5" fmla="*/ 180835 w 362309"/>
                <a:gd name="connsiteY5" fmla="*/ 284 h 362255"/>
                <a:gd name="connsiteX6" fmla="*/ 180835 w 362309"/>
                <a:gd name="connsiteY6" fmla="*/ 348849 h 362255"/>
                <a:gd name="connsiteX7" fmla="*/ 12780 w 362309"/>
                <a:gd name="connsiteY7" fmla="*/ 180312 h 362255"/>
                <a:gd name="connsiteX8" fmla="*/ 181474 w 362309"/>
                <a:gd name="connsiteY8" fmla="*/ 12413 h 362255"/>
                <a:gd name="connsiteX9" fmla="*/ 349529 w 362309"/>
                <a:gd name="connsiteY9" fmla="*/ 180312 h 362255"/>
                <a:gd name="connsiteX10" fmla="*/ 180835 w 362309"/>
                <a:gd name="connsiteY10" fmla="*/ 348849 h 362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2255">
                  <a:moveTo>
                    <a:pt x="180835" y="284"/>
                  </a:moveTo>
                  <a:cubicBezTo>
                    <a:pt x="80513" y="284"/>
                    <a:pt x="0" y="81360"/>
                    <a:pt x="0" y="181589"/>
                  </a:cubicBezTo>
                  <a:cubicBezTo>
                    <a:pt x="0" y="281817"/>
                    <a:pt x="81152" y="362256"/>
                    <a:pt x="181474" y="362256"/>
                  </a:cubicBezTo>
                  <a:cubicBezTo>
                    <a:pt x="281157" y="362256"/>
                    <a:pt x="362309" y="281179"/>
                    <a:pt x="362309" y="180950"/>
                  </a:cubicBezTo>
                  <a:cubicBezTo>
                    <a:pt x="362309" y="80722"/>
                    <a:pt x="281157" y="-355"/>
                    <a:pt x="180835" y="284"/>
                  </a:cubicBezTo>
                  <a:cubicBezTo>
                    <a:pt x="180835" y="-355"/>
                    <a:pt x="180835" y="284"/>
                    <a:pt x="180835" y="284"/>
                  </a:cubicBezTo>
                  <a:close/>
                  <a:moveTo>
                    <a:pt x="180835" y="348849"/>
                  </a:moveTo>
                  <a:cubicBezTo>
                    <a:pt x="87542" y="348849"/>
                    <a:pt x="12780" y="273518"/>
                    <a:pt x="12780" y="180312"/>
                  </a:cubicBezTo>
                  <a:cubicBezTo>
                    <a:pt x="12780" y="87106"/>
                    <a:pt x="88181" y="12413"/>
                    <a:pt x="181474" y="12413"/>
                  </a:cubicBezTo>
                  <a:cubicBezTo>
                    <a:pt x="274128" y="12413"/>
                    <a:pt x="349529" y="87744"/>
                    <a:pt x="349529" y="180312"/>
                  </a:cubicBezTo>
                  <a:cubicBezTo>
                    <a:pt x="349529" y="274156"/>
                    <a:pt x="274128" y="348849"/>
                    <a:pt x="180835" y="348849"/>
                  </a:cubicBezTo>
                  <a:close/>
                </a:path>
              </a:pathLst>
            </a:custGeom>
            <a:solidFill>
              <a:srgbClr val="0076A8"/>
            </a:solidFill>
            <a:ln w="6390" cap="flat">
              <a:noFill/>
              <a:prstDash val="solid"/>
              <a:miter/>
            </a:ln>
          </p:spPr>
          <p:txBody>
            <a:bodyPr rtlCol="0" anchor="ctr"/>
            <a:lstStyle/>
            <a:p>
              <a:endParaRPr lang="en-US"/>
            </a:p>
          </p:txBody>
        </p:sp>
        <p:sp>
          <p:nvSpPr>
            <p:cNvPr id="806" name="Graphic 4">
              <a:extLst>
                <a:ext uri="{FF2B5EF4-FFF2-40B4-BE49-F238E27FC236}">
                  <a16:creationId xmlns:a16="http://schemas.microsoft.com/office/drawing/2014/main" id="{F76E60AF-AF76-264D-AF3F-6EA5FAF8BFB5}"/>
                </a:ext>
              </a:extLst>
            </p:cNvPr>
            <p:cNvSpPr/>
            <p:nvPr/>
          </p:nvSpPr>
          <p:spPr>
            <a:xfrm>
              <a:off x="9961472" y="4879001"/>
              <a:ext cx="214302" cy="80877"/>
            </a:xfrm>
            <a:custGeom>
              <a:avLst/>
              <a:gdLst>
                <a:gd name="connsiteX0" fmla="*/ 203000 w 214302"/>
                <a:gd name="connsiteY0" fmla="*/ 1077 h 80877"/>
                <a:gd name="connsiteX1" fmla="*/ 105873 w 214302"/>
                <a:gd name="connsiteY1" fmla="*/ 66194 h 80877"/>
                <a:gd name="connsiteX2" fmla="*/ 10024 w 214302"/>
                <a:gd name="connsiteY2" fmla="*/ 1077 h 80877"/>
                <a:gd name="connsiteX3" fmla="*/ 1078 w 214302"/>
                <a:gd name="connsiteY3" fmla="*/ 2992 h 80877"/>
                <a:gd name="connsiteX4" fmla="*/ 2995 w 214302"/>
                <a:gd name="connsiteY4" fmla="*/ 11930 h 80877"/>
                <a:gd name="connsiteX5" fmla="*/ 2995 w 214302"/>
                <a:gd name="connsiteY5" fmla="*/ 11930 h 80877"/>
                <a:gd name="connsiteX6" fmla="*/ 102678 w 214302"/>
                <a:gd name="connsiteY6" fmla="*/ 79600 h 80877"/>
                <a:gd name="connsiteX7" fmla="*/ 106512 w 214302"/>
                <a:gd name="connsiteY7" fmla="*/ 80877 h 80877"/>
                <a:gd name="connsiteX8" fmla="*/ 110346 w 214302"/>
                <a:gd name="connsiteY8" fmla="*/ 79600 h 80877"/>
                <a:gd name="connsiteX9" fmla="*/ 211307 w 214302"/>
                <a:gd name="connsiteY9" fmla="*/ 11930 h 80877"/>
                <a:gd name="connsiteX10" fmla="*/ 213224 w 214302"/>
                <a:gd name="connsiteY10" fmla="*/ 2992 h 80877"/>
                <a:gd name="connsiteX11" fmla="*/ 213224 w 214302"/>
                <a:gd name="connsiteY11" fmla="*/ 2992 h 80877"/>
                <a:gd name="connsiteX12" fmla="*/ 203000 w 214302"/>
                <a:gd name="connsiteY12" fmla="*/ 1077 h 8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4302" h="80877">
                  <a:moveTo>
                    <a:pt x="203000" y="1077"/>
                  </a:moveTo>
                  <a:lnTo>
                    <a:pt x="105873" y="66194"/>
                  </a:lnTo>
                  <a:lnTo>
                    <a:pt x="10024" y="1077"/>
                  </a:lnTo>
                  <a:cubicBezTo>
                    <a:pt x="6829" y="-838"/>
                    <a:pt x="2995" y="-200"/>
                    <a:pt x="1078" y="2992"/>
                  </a:cubicBezTo>
                  <a:cubicBezTo>
                    <a:pt x="-839" y="6184"/>
                    <a:pt x="-200" y="10015"/>
                    <a:pt x="2995" y="11930"/>
                  </a:cubicBezTo>
                  <a:cubicBezTo>
                    <a:pt x="2995" y="11930"/>
                    <a:pt x="2995" y="11930"/>
                    <a:pt x="2995" y="11930"/>
                  </a:cubicBezTo>
                  <a:lnTo>
                    <a:pt x="102678" y="79600"/>
                  </a:lnTo>
                  <a:cubicBezTo>
                    <a:pt x="103956" y="80239"/>
                    <a:pt x="105234" y="80877"/>
                    <a:pt x="106512" y="80877"/>
                  </a:cubicBezTo>
                  <a:cubicBezTo>
                    <a:pt x="107790" y="80877"/>
                    <a:pt x="109068" y="80239"/>
                    <a:pt x="110346" y="79600"/>
                  </a:cubicBezTo>
                  <a:lnTo>
                    <a:pt x="211307" y="11930"/>
                  </a:lnTo>
                  <a:cubicBezTo>
                    <a:pt x="214502" y="10015"/>
                    <a:pt x="215141" y="6184"/>
                    <a:pt x="213224" y="2992"/>
                  </a:cubicBezTo>
                  <a:cubicBezTo>
                    <a:pt x="213224" y="2992"/>
                    <a:pt x="213224" y="2992"/>
                    <a:pt x="213224" y="2992"/>
                  </a:cubicBezTo>
                  <a:cubicBezTo>
                    <a:pt x="210029" y="-200"/>
                    <a:pt x="206195" y="-838"/>
                    <a:pt x="203000" y="1077"/>
                  </a:cubicBezTo>
                  <a:close/>
                </a:path>
              </a:pathLst>
            </a:custGeom>
            <a:solidFill>
              <a:srgbClr val="0076A8"/>
            </a:solidFill>
            <a:ln w="6390" cap="flat">
              <a:noFill/>
              <a:prstDash val="solid"/>
              <a:miter/>
            </a:ln>
          </p:spPr>
          <p:txBody>
            <a:bodyPr rtlCol="0" anchor="ctr"/>
            <a:lstStyle/>
            <a:p>
              <a:endParaRPr lang="en-US"/>
            </a:p>
          </p:txBody>
        </p:sp>
        <p:sp>
          <p:nvSpPr>
            <p:cNvPr id="807" name="Graphic 4">
              <a:extLst>
                <a:ext uri="{FF2B5EF4-FFF2-40B4-BE49-F238E27FC236}">
                  <a16:creationId xmlns:a16="http://schemas.microsoft.com/office/drawing/2014/main" id="{AF2C4AA6-48F0-7A48-8C67-12789E7A943D}"/>
                </a:ext>
              </a:extLst>
            </p:cNvPr>
            <p:cNvSpPr/>
            <p:nvPr/>
          </p:nvSpPr>
          <p:spPr>
            <a:xfrm>
              <a:off x="9961242" y="4915160"/>
              <a:ext cx="213290" cy="81106"/>
            </a:xfrm>
            <a:custGeom>
              <a:avLst/>
              <a:gdLst>
                <a:gd name="connsiteX0" fmla="*/ 203230 w 213290"/>
                <a:gd name="connsiteY0" fmla="*/ 1307 h 81106"/>
                <a:gd name="connsiteX1" fmla="*/ 106103 w 213290"/>
                <a:gd name="connsiteY1" fmla="*/ 66424 h 81106"/>
                <a:gd name="connsiteX2" fmla="*/ 10254 w 213290"/>
                <a:gd name="connsiteY2" fmla="*/ 1307 h 81106"/>
                <a:gd name="connsiteX3" fmla="*/ 1308 w 213290"/>
                <a:gd name="connsiteY3" fmla="*/ 2584 h 81106"/>
                <a:gd name="connsiteX4" fmla="*/ 2586 w 213290"/>
                <a:gd name="connsiteY4" fmla="*/ 11521 h 81106"/>
                <a:gd name="connsiteX5" fmla="*/ 3225 w 213290"/>
                <a:gd name="connsiteY5" fmla="*/ 12160 h 81106"/>
                <a:gd name="connsiteX6" fmla="*/ 102269 w 213290"/>
                <a:gd name="connsiteY6" fmla="*/ 79830 h 81106"/>
                <a:gd name="connsiteX7" fmla="*/ 106103 w 213290"/>
                <a:gd name="connsiteY7" fmla="*/ 81107 h 81106"/>
                <a:gd name="connsiteX8" fmla="*/ 109937 w 213290"/>
                <a:gd name="connsiteY8" fmla="*/ 79830 h 81106"/>
                <a:gd name="connsiteX9" fmla="*/ 210898 w 213290"/>
                <a:gd name="connsiteY9" fmla="*/ 12160 h 81106"/>
                <a:gd name="connsiteX10" fmla="*/ 212176 w 213290"/>
                <a:gd name="connsiteY10" fmla="*/ 3222 h 81106"/>
                <a:gd name="connsiteX11" fmla="*/ 203230 w 213290"/>
                <a:gd name="connsiteY11" fmla="*/ 1307 h 81106"/>
                <a:gd name="connsiteX12" fmla="*/ 203230 w 213290"/>
                <a:gd name="connsiteY12" fmla="*/ 1307 h 81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3290" h="81106">
                  <a:moveTo>
                    <a:pt x="203230" y="1307"/>
                  </a:moveTo>
                  <a:lnTo>
                    <a:pt x="106103" y="66424"/>
                  </a:lnTo>
                  <a:lnTo>
                    <a:pt x="10254" y="1307"/>
                  </a:lnTo>
                  <a:cubicBezTo>
                    <a:pt x="7698" y="-608"/>
                    <a:pt x="3225" y="-608"/>
                    <a:pt x="1308" y="2584"/>
                  </a:cubicBezTo>
                  <a:cubicBezTo>
                    <a:pt x="-609" y="5137"/>
                    <a:pt x="-609" y="9606"/>
                    <a:pt x="2586" y="11521"/>
                  </a:cubicBezTo>
                  <a:cubicBezTo>
                    <a:pt x="2586" y="11521"/>
                    <a:pt x="3225" y="12160"/>
                    <a:pt x="3225" y="12160"/>
                  </a:cubicBezTo>
                  <a:lnTo>
                    <a:pt x="102269" y="79830"/>
                  </a:lnTo>
                  <a:cubicBezTo>
                    <a:pt x="103547" y="80469"/>
                    <a:pt x="104825" y="81107"/>
                    <a:pt x="106103" y="81107"/>
                  </a:cubicBezTo>
                  <a:cubicBezTo>
                    <a:pt x="107381" y="81107"/>
                    <a:pt x="108659" y="80469"/>
                    <a:pt x="109937" y="79830"/>
                  </a:cubicBezTo>
                  <a:lnTo>
                    <a:pt x="210898" y="12160"/>
                  </a:lnTo>
                  <a:cubicBezTo>
                    <a:pt x="213454" y="10245"/>
                    <a:pt x="214093" y="5776"/>
                    <a:pt x="212176" y="3222"/>
                  </a:cubicBezTo>
                  <a:cubicBezTo>
                    <a:pt x="209620" y="30"/>
                    <a:pt x="205786" y="-608"/>
                    <a:pt x="203230" y="1307"/>
                  </a:cubicBezTo>
                  <a:lnTo>
                    <a:pt x="203230" y="1307"/>
                  </a:lnTo>
                  <a:close/>
                </a:path>
              </a:pathLst>
            </a:custGeom>
            <a:solidFill>
              <a:srgbClr val="0076A8"/>
            </a:solidFill>
            <a:ln w="6390" cap="flat">
              <a:noFill/>
              <a:prstDash val="solid"/>
              <a:miter/>
            </a:ln>
          </p:spPr>
          <p:txBody>
            <a:bodyPr rtlCol="0" anchor="ctr"/>
            <a:lstStyle/>
            <a:p>
              <a:endParaRPr lang="en-US"/>
            </a:p>
          </p:txBody>
        </p:sp>
        <p:sp>
          <p:nvSpPr>
            <p:cNvPr id="808" name="Graphic 4">
              <a:extLst>
                <a:ext uri="{FF2B5EF4-FFF2-40B4-BE49-F238E27FC236}">
                  <a16:creationId xmlns:a16="http://schemas.microsoft.com/office/drawing/2014/main" id="{1CC99CF8-3AF5-5A4E-91CC-89783042EFF9}"/>
                </a:ext>
              </a:extLst>
            </p:cNvPr>
            <p:cNvSpPr/>
            <p:nvPr/>
          </p:nvSpPr>
          <p:spPr>
            <a:xfrm>
              <a:off x="9961472" y="4951778"/>
              <a:ext cx="213663" cy="80877"/>
            </a:xfrm>
            <a:custGeom>
              <a:avLst/>
              <a:gdLst>
                <a:gd name="connsiteX0" fmla="*/ 203000 w 213663"/>
                <a:gd name="connsiteY0" fmla="*/ 1077 h 80877"/>
                <a:gd name="connsiteX1" fmla="*/ 105873 w 213663"/>
                <a:gd name="connsiteY1" fmla="*/ 66194 h 80877"/>
                <a:gd name="connsiteX2" fmla="*/ 10024 w 213663"/>
                <a:gd name="connsiteY2" fmla="*/ 1077 h 80877"/>
                <a:gd name="connsiteX3" fmla="*/ 1078 w 213663"/>
                <a:gd name="connsiteY3" fmla="*/ 2992 h 80877"/>
                <a:gd name="connsiteX4" fmla="*/ 2995 w 213663"/>
                <a:gd name="connsiteY4" fmla="*/ 11930 h 80877"/>
                <a:gd name="connsiteX5" fmla="*/ 2995 w 213663"/>
                <a:gd name="connsiteY5" fmla="*/ 11930 h 80877"/>
                <a:gd name="connsiteX6" fmla="*/ 102039 w 213663"/>
                <a:gd name="connsiteY6" fmla="*/ 79600 h 80877"/>
                <a:gd name="connsiteX7" fmla="*/ 105873 w 213663"/>
                <a:gd name="connsiteY7" fmla="*/ 80877 h 80877"/>
                <a:gd name="connsiteX8" fmla="*/ 109707 w 213663"/>
                <a:gd name="connsiteY8" fmla="*/ 79600 h 80877"/>
                <a:gd name="connsiteX9" fmla="*/ 210668 w 213663"/>
                <a:gd name="connsiteY9" fmla="*/ 11930 h 80877"/>
                <a:gd name="connsiteX10" fmla="*/ 212585 w 213663"/>
                <a:gd name="connsiteY10" fmla="*/ 2992 h 80877"/>
                <a:gd name="connsiteX11" fmla="*/ 212585 w 213663"/>
                <a:gd name="connsiteY11" fmla="*/ 2992 h 80877"/>
                <a:gd name="connsiteX12" fmla="*/ 203000 w 213663"/>
                <a:gd name="connsiteY12" fmla="*/ 1077 h 8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3663" h="80877">
                  <a:moveTo>
                    <a:pt x="203000" y="1077"/>
                  </a:moveTo>
                  <a:lnTo>
                    <a:pt x="105873" y="66194"/>
                  </a:lnTo>
                  <a:lnTo>
                    <a:pt x="10024" y="1077"/>
                  </a:lnTo>
                  <a:cubicBezTo>
                    <a:pt x="6829" y="-838"/>
                    <a:pt x="2995" y="-200"/>
                    <a:pt x="1078" y="2992"/>
                  </a:cubicBezTo>
                  <a:cubicBezTo>
                    <a:pt x="-839" y="6184"/>
                    <a:pt x="-200" y="10015"/>
                    <a:pt x="2995" y="11930"/>
                  </a:cubicBezTo>
                  <a:cubicBezTo>
                    <a:pt x="2995" y="11930"/>
                    <a:pt x="2995" y="11930"/>
                    <a:pt x="2995" y="11930"/>
                  </a:cubicBezTo>
                  <a:lnTo>
                    <a:pt x="102039" y="79600"/>
                  </a:lnTo>
                  <a:cubicBezTo>
                    <a:pt x="103317" y="80238"/>
                    <a:pt x="104595" y="80877"/>
                    <a:pt x="105873" y="80877"/>
                  </a:cubicBezTo>
                  <a:cubicBezTo>
                    <a:pt x="107151" y="80877"/>
                    <a:pt x="108429" y="80238"/>
                    <a:pt x="109707" y="79600"/>
                  </a:cubicBezTo>
                  <a:lnTo>
                    <a:pt x="210668" y="11930"/>
                  </a:lnTo>
                  <a:cubicBezTo>
                    <a:pt x="213863" y="10015"/>
                    <a:pt x="214502" y="6184"/>
                    <a:pt x="212585" y="2992"/>
                  </a:cubicBezTo>
                  <a:cubicBezTo>
                    <a:pt x="212585" y="2992"/>
                    <a:pt x="212585" y="2992"/>
                    <a:pt x="212585" y="2992"/>
                  </a:cubicBezTo>
                  <a:cubicBezTo>
                    <a:pt x="209390" y="439"/>
                    <a:pt x="206195" y="-200"/>
                    <a:pt x="203000" y="1077"/>
                  </a:cubicBezTo>
                  <a:close/>
                </a:path>
              </a:pathLst>
            </a:custGeom>
            <a:solidFill>
              <a:srgbClr val="0076A8"/>
            </a:solidFill>
            <a:ln w="6390" cap="flat">
              <a:noFill/>
              <a:prstDash val="solid"/>
              <a:miter/>
            </a:ln>
          </p:spPr>
          <p:txBody>
            <a:bodyPr rtlCol="0" anchor="ctr"/>
            <a:lstStyle/>
            <a:p>
              <a:endParaRPr lang="en-US"/>
            </a:p>
          </p:txBody>
        </p:sp>
        <p:sp>
          <p:nvSpPr>
            <p:cNvPr id="809" name="Graphic 4">
              <a:extLst>
                <a:ext uri="{FF2B5EF4-FFF2-40B4-BE49-F238E27FC236}">
                  <a16:creationId xmlns:a16="http://schemas.microsoft.com/office/drawing/2014/main" id="{F5D78F2F-E80A-7C4D-B3BC-07F26E3541E2}"/>
                </a:ext>
              </a:extLst>
            </p:cNvPr>
            <p:cNvSpPr/>
            <p:nvPr/>
          </p:nvSpPr>
          <p:spPr>
            <a:xfrm>
              <a:off x="9961472" y="4988805"/>
              <a:ext cx="213663" cy="80877"/>
            </a:xfrm>
            <a:custGeom>
              <a:avLst/>
              <a:gdLst>
                <a:gd name="connsiteX0" fmla="*/ 203000 w 213663"/>
                <a:gd name="connsiteY0" fmla="*/ 1077 h 80877"/>
                <a:gd name="connsiteX1" fmla="*/ 105873 w 213663"/>
                <a:gd name="connsiteY1" fmla="*/ 66194 h 80877"/>
                <a:gd name="connsiteX2" fmla="*/ 10024 w 213663"/>
                <a:gd name="connsiteY2" fmla="*/ 1077 h 80877"/>
                <a:gd name="connsiteX3" fmla="*/ 1078 w 213663"/>
                <a:gd name="connsiteY3" fmla="*/ 2992 h 80877"/>
                <a:gd name="connsiteX4" fmla="*/ 2995 w 213663"/>
                <a:gd name="connsiteY4" fmla="*/ 11930 h 80877"/>
                <a:gd name="connsiteX5" fmla="*/ 2995 w 213663"/>
                <a:gd name="connsiteY5" fmla="*/ 11930 h 80877"/>
                <a:gd name="connsiteX6" fmla="*/ 102039 w 213663"/>
                <a:gd name="connsiteY6" fmla="*/ 79600 h 80877"/>
                <a:gd name="connsiteX7" fmla="*/ 105873 w 213663"/>
                <a:gd name="connsiteY7" fmla="*/ 80877 h 80877"/>
                <a:gd name="connsiteX8" fmla="*/ 109707 w 213663"/>
                <a:gd name="connsiteY8" fmla="*/ 79600 h 80877"/>
                <a:gd name="connsiteX9" fmla="*/ 210668 w 213663"/>
                <a:gd name="connsiteY9" fmla="*/ 11930 h 80877"/>
                <a:gd name="connsiteX10" fmla="*/ 212585 w 213663"/>
                <a:gd name="connsiteY10" fmla="*/ 2992 h 80877"/>
                <a:gd name="connsiteX11" fmla="*/ 212585 w 213663"/>
                <a:gd name="connsiteY11" fmla="*/ 2992 h 80877"/>
                <a:gd name="connsiteX12" fmla="*/ 203000 w 213663"/>
                <a:gd name="connsiteY12" fmla="*/ 1077 h 8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3663" h="80877">
                  <a:moveTo>
                    <a:pt x="203000" y="1077"/>
                  </a:moveTo>
                  <a:lnTo>
                    <a:pt x="105873" y="66194"/>
                  </a:lnTo>
                  <a:lnTo>
                    <a:pt x="10024" y="1077"/>
                  </a:lnTo>
                  <a:cubicBezTo>
                    <a:pt x="6829" y="-838"/>
                    <a:pt x="2995" y="-200"/>
                    <a:pt x="1078" y="2992"/>
                  </a:cubicBezTo>
                  <a:cubicBezTo>
                    <a:pt x="-839" y="6184"/>
                    <a:pt x="-200" y="10015"/>
                    <a:pt x="2995" y="11930"/>
                  </a:cubicBezTo>
                  <a:cubicBezTo>
                    <a:pt x="2995" y="11930"/>
                    <a:pt x="2995" y="11930"/>
                    <a:pt x="2995" y="11930"/>
                  </a:cubicBezTo>
                  <a:lnTo>
                    <a:pt x="102039" y="79600"/>
                  </a:lnTo>
                  <a:cubicBezTo>
                    <a:pt x="103317" y="80239"/>
                    <a:pt x="104595" y="80877"/>
                    <a:pt x="105873" y="80877"/>
                  </a:cubicBezTo>
                  <a:cubicBezTo>
                    <a:pt x="107151" y="80877"/>
                    <a:pt x="108429" y="80239"/>
                    <a:pt x="109707" y="79600"/>
                  </a:cubicBezTo>
                  <a:lnTo>
                    <a:pt x="210668" y="11930"/>
                  </a:lnTo>
                  <a:cubicBezTo>
                    <a:pt x="213863" y="10015"/>
                    <a:pt x="214502" y="6184"/>
                    <a:pt x="212585" y="2992"/>
                  </a:cubicBezTo>
                  <a:cubicBezTo>
                    <a:pt x="212585" y="2992"/>
                    <a:pt x="212585" y="2992"/>
                    <a:pt x="212585" y="2992"/>
                  </a:cubicBezTo>
                  <a:cubicBezTo>
                    <a:pt x="209390" y="-200"/>
                    <a:pt x="206195" y="-838"/>
                    <a:pt x="203000" y="1077"/>
                  </a:cubicBezTo>
                  <a:close/>
                </a:path>
              </a:pathLst>
            </a:custGeom>
            <a:solidFill>
              <a:srgbClr val="0076A8"/>
            </a:solidFill>
            <a:ln w="6390" cap="flat">
              <a:noFill/>
              <a:prstDash val="solid"/>
              <a:miter/>
            </a:ln>
          </p:spPr>
          <p:txBody>
            <a:bodyPr rtlCol="0" anchor="ctr"/>
            <a:lstStyle/>
            <a:p>
              <a:endParaRPr lang="en-US"/>
            </a:p>
          </p:txBody>
        </p:sp>
      </p:grpSp>
      <p:sp>
        <p:nvSpPr>
          <p:cNvPr id="810" name="Graphic 4">
            <a:extLst>
              <a:ext uri="{FF2B5EF4-FFF2-40B4-BE49-F238E27FC236}">
                <a16:creationId xmlns:a16="http://schemas.microsoft.com/office/drawing/2014/main" id="{CA7B2A74-C58C-2443-B201-ACA657941F2E}"/>
              </a:ext>
            </a:extLst>
          </p:cNvPr>
          <p:cNvSpPr/>
          <p:nvPr/>
        </p:nvSpPr>
        <p:spPr>
          <a:xfrm>
            <a:off x="10325499" y="4793256"/>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84352 w 361670"/>
              <a:gd name="connsiteY7" fmla="*/ 206841 h 361971"/>
              <a:gd name="connsiteX8" fmla="*/ 183391 w 361670"/>
              <a:gd name="connsiteY8" fmla="*/ 274511 h 361971"/>
              <a:gd name="connsiteX9" fmla="*/ 179557 w 361670"/>
              <a:gd name="connsiteY9" fmla="*/ 275788 h 361971"/>
              <a:gd name="connsiteX10" fmla="*/ 175723 w 361670"/>
              <a:gd name="connsiteY10" fmla="*/ 274511 h 361971"/>
              <a:gd name="connsiteX11" fmla="*/ 76679 w 361670"/>
              <a:gd name="connsiteY11" fmla="*/ 206841 h 361971"/>
              <a:gd name="connsiteX12" fmla="*/ 75401 w 361670"/>
              <a:gd name="connsiteY12" fmla="*/ 197903 h 361971"/>
              <a:gd name="connsiteX13" fmla="*/ 84347 w 361670"/>
              <a:gd name="connsiteY13" fmla="*/ 195988 h 361971"/>
              <a:gd name="connsiteX14" fmla="*/ 180196 w 361670"/>
              <a:gd name="connsiteY14" fmla="*/ 261105 h 361971"/>
              <a:gd name="connsiteX15" fmla="*/ 277323 w 361670"/>
              <a:gd name="connsiteY15" fmla="*/ 195988 h 361971"/>
              <a:gd name="connsiteX16" fmla="*/ 286269 w 361670"/>
              <a:gd name="connsiteY16" fmla="*/ 197903 h 361971"/>
              <a:gd name="connsiteX17" fmla="*/ 284352 w 361670"/>
              <a:gd name="connsiteY17" fmla="*/ 206841 h 361971"/>
              <a:gd name="connsiteX18" fmla="*/ 284352 w 361670"/>
              <a:gd name="connsiteY18" fmla="*/ 206841 h 361971"/>
              <a:gd name="connsiteX19" fmla="*/ 284352 w 361670"/>
              <a:gd name="connsiteY19" fmla="*/ 206841 h 361971"/>
              <a:gd name="connsiteX20" fmla="*/ 284352 w 361670"/>
              <a:gd name="connsiteY20" fmla="*/ 170452 h 361971"/>
              <a:gd name="connsiteX21" fmla="*/ 183391 w 361670"/>
              <a:gd name="connsiteY21" fmla="*/ 238122 h 361971"/>
              <a:gd name="connsiteX22" fmla="*/ 179557 w 361670"/>
              <a:gd name="connsiteY22" fmla="*/ 239399 h 361971"/>
              <a:gd name="connsiteX23" fmla="*/ 175723 w 361670"/>
              <a:gd name="connsiteY23" fmla="*/ 238122 h 361971"/>
              <a:gd name="connsiteX24" fmla="*/ 76679 w 361670"/>
              <a:gd name="connsiteY24" fmla="*/ 170452 h 361971"/>
              <a:gd name="connsiteX25" fmla="*/ 74762 w 361670"/>
              <a:gd name="connsiteY25" fmla="*/ 161515 h 361971"/>
              <a:gd name="connsiteX26" fmla="*/ 83708 w 361670"/>
              <a:gd name="connsiteY26" fmla="*/ 159600 h 361971"/>
              <a:gd name="connsiteX27" fmla="*/ 179557 w 361670"/>
              <a:gd name="connsiteY27" fmla="*/ 224716 h 361971"/>
              <a:gd name="connsiteX28" fmla="*/ 276684 w 361670"/>
              <a:gd name="connsiteY28" fmla="*/ 159600 h 361971"/>
              <a:gd name="connsiteX29" fmla="*/ 285630 w 361670"/>
              <a:gd name="connsiteY29" fmla="*/ 161515 h 361971"/>
              <a:gd name="connsiteX30" fmla="*/ 284352 w 361670"/>
              <a:gd name="connsiteY30" fmla="*/ 170452 h 361971"/>
              <a:gd name="connsiteX31" fmla="*/ 284352 w 361670"/>
              <a:gd name="connsiteY31" fmla="*/ 170452 h 361971"/>
              <a:gd name="connsiteX32" fmla="*/ 284352 w 361670"/>
              <a:gd name="connsiteY32" fmla="*/ 134064 h 361971"/>
              <a:gd name="connsiteX33" fmla="*/ 183391 w 361670"/>
              <a:gd name="connsiteY33" fmla="*/ 201734 h 361971"/>
              <a:gd name="connsiteX34" fmla="*/ 179557 w 361670"/>
              <a:gd name="connsiteY34" fmla="*/ 203011 h 361971"/>
              <a:gd name="connsiteX35" fmla="*/ 175723 w 361670"/>
              <a:gd name="connsiteY35" fmla="*/ 201734 h 361971"/>
              <a:gd name="connsiteX36" fmla="*/ 76679 w 361670"/>
              <a:gd name="connsiteY36" fmla="*/ 134064 h 361971"/>
              <a:gd name="connsiteX37" fmla="*/ 74762 w 361670"/>
              <a:gd name="connsiteY37" fmla="*/ 125126 h 361971"/>
              <a:gd name="connsiteX38" fmla="*/ 83708 w 361670"/>
              <a:gd name="connsiteY38" fmla="*/ 123211 h 361971"/>
              <a:gd name="connsiteX39" fmla="*/ 179557 w 361670"/>
              <a:gd name="connsiteY39" fmla="*/ 188327 h 361971"/>
              <a:gd name="connsiteX40" fmla="*/ 276684 w 361670"/>
              <a:gd name="connsiteY40" fmla="*/ 123211 h 361971"/>
              <a:gd name="connsiteX41" fmla="*/ 285630 w 361670"/>
              <a:gd name="connsiteY41" fmla="*/ 125126 h 361971"/>
              <a:gd name="connsiteX42" fmla="*/ 285630 w 361670"/>
              <a:gd name="connsiteY42" fmla="*/ 125126 h 361971"/>
              <a:gd name="connsiteX43" fmla="*/ 284352 w 361670"/>
              <a:gd name="connsiteY43" fmla="*/ 134064 h 361971"/>
              <a:gd name="connsiteX44" fmla="*/ 284352 w 361670"/>
              <a:gd name="connsiteY44" fmla="*/ 134064 h 361971"/>
              <a:gd name="connsiteX45" fmla="*/ 284352 w 361670"/>
              <a:gd name="connsiteY45" fmla="*/ 97037 h 361971"/>
              <a:gd name="connsiteX46" fmla="*/ 183391 w 361670"/>
              <a:gd name="connsiteY46" fmla="*/ 164707 h 361971"/>
              <a:gd name="connsiteX47" fmla="*/ 179557 w 361670"/>
              <a:gd name="connsiteY47" fmla="*/ 165984 h 361971"/>
              <a:gd name="connsiteX48" fmla="*/ 175723 w 361670"/>
              <a:gd name="connsiteY48" fmla="*/ 164707 h 361971"/>
              <a:gd name="connsiteX49" fmla="*/ 76679 w 361670"/>
              <a:gd name="connsiteY49" fmla="*/ 97037 h 361971"/>
              <a:gd name="connsiteX50" fmla="*/ 75401 w 361670"/>
              <a:gd name="connsiteY50" fmla="*/ 88099 h 361971"/>
              <a:gd name="connsiteX51" fmla="*/ 84347 w 361670"/>
              <a:gd name="connsiteY51" fmla="*/ 86184 h 361971"/>
              <a:gd name="connsiteX52" fmla="*/ 179557 w 361670"/>
              <a:gd name="connsiteY52" fmla="*/ 151939 h 361971"/>
              <a:gd name="connsiteX53" fmla="*/ 276684 w 361670"/>
              <a:gd name="connsiteY53" fmla="*/ 86822 h 361971"/>
              <a:gd name="connsiteX54" fmla="*/ 285630 w 361670"/>
              <a:gd name="connsiteY54" fmla="*/ 88737 h 361971"/>
              <a:gd name="connsiteX55" fmla="*/ 284352 w 361670"/>
              <a:gd name="connsiteY55" fmla="*/ 97037 h 361971"/>
              <a:gd name="connsiteX56" fmla="*/ 284352 w 361670"/>
              <a:gd name="connsiteY56" fmla="*/ 97037 h 361971"/>
              <a:gd name="connsiteX57" fmla="*/ 284352 w 361670"/>
              <a:gd name="connsiteY57" fmla="*/ 9703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61670"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1670" y="80438"/>
                  <a:pt x="280518" y="0"/>
                  <a:pt x="180835" y="0"/>
                </a:cubicBezTo>
                <a:cubicBezTo>
                  <a:pt x="180835" y="0"/>
                  <a:pt x="180835" y="0"/>
                  <a:pt x="180835" y="0"/>
                </a:cubicBezTo>
                <a:close/>
                <a:moveTo>
                  <a:pt x="284352" y="206841"/>
                </a:moveTo>
                <a:lnTo>
                  <a:pt x="183391" y="274511"/>
                </a:lnTo>
                <a:cubicBezTo>
                  <a:pt x="182113" y="275149"/>
                  <a:pt x="180835" y="275788"/>
                  <a:pt x="179557" y="275788"/>
                </a:cubicBezTo>
                <a:cubicBezTo>
                  <a:pt x="178279" y="275788"/>
                  <a:pt x="177001" y="275149"/>
                  <a:pt x="175723" y="274511"/>
                </a:cubicBezTo>
                <a:lnTo>
                  <a:pt x="76679" y="206841"/>
                </a:lnTo>
                <a:cubicBezTo>
                  <a:pt x="73484" y="204926"/>
                  <a:pt x="72845" y="201095"/>
                  <a:pt x="75401" y="197903"/>
                </a:cubicBezTo>
                <a:cubicBezTo>
                  <a:pt x="77318" y="195350"/>
                  <a:pt x="81152" y="194073"/>
                  <a:pt x="84347" y="195988"/>
                </a:cubicBezTo>
                <a:lnTo>
                  <a:pt x="180196" y="261105"/>
                </a:lnTo>
                <a:lnTo>
                  <a:pt x="277323" y="195988"/>
                </a:lnTo>
                <a:cubicBezTo>
                  <a:pt x="280518" y="194073"/>
                  <a:pt x="284352" y="194711"/>
                  <a:pt x="286269" y="197903"/>
                </a:cubicBezTo>
                <a:cubicBezTo>
                  <a:pt x="287547" y="201095"/>
                  <a:pt x="286908" y="205564"/>
                  <a:pt x="284352" y="206841"/>
                </a:cubicBezTo>
                <a:lnTo>
                  <a:pt x="284352" y="206841"/>
                </a:lnTo>
                <a:lnTo>
                  <a:pt x="284352" y="206841"/>
                </a:lnTo>
                <a:close/>
                <a:moveTo>
                  <a:pt x="284352" y="170452"/>
                </a:moveTo>
                <a:lnTo>
                  <a:pt x="183391" y="238122"/>
                </a:lnTo>
                <a:cubicBezTo>
                  <a:pt x="182113" y="238761"/>
                  <a:pt x="180835" y="239399"/>
                  <a:pt x="179557" y="239399"/>
                </a:cubicBezTo>
                <a:cubicBezTo>
                  <a:pt x="178279" y="239399"/>
                  <a:pt x="177001" y="238761"/>
                  <a:pt x="175723" y="238122"/>
                </a:cubicBezTo>
                <a:lnTo>
                  <a:pt x="76679" y="170452"/>
                </a:lnTo>
                <a:cubicBezTo>
                  <a:pt x="73484" y="168537"/>
                  <a:pt x="72845" y="164707"/>
                  <a:pt x="74762" y="161515"/>
                </a:cubicBezTo>
                <a:cubicBezTo>
                  <a:pt x="76679" y="158323"/>
                  <a:pt x="80513" y="157684"/>
                  <a:pt x="83708" y="159600"/>
                </a:cubicBezTo>
                <a:lnTo>
                  <a:pt x="179557" y="224716"/>
                </a:lnTo>
                <a:lnTo>
                  <a:pt x="276684" y="159600"/>
                </a:lnTo>
                <a:cubicBezTo>
                  <a:pt x="279879" y="157684"/>
                  <a:pt x="283713" y="158323"/>
                  <a:pt x="285630" y="161515"/>
                </a:cubicBezTo>
                <a:cubicBezTo>
                  <a:pt x="288186" y="164707"/>
                  <a:pt x="287547" y="168537"/>
                  <a:pt x="284352" y="170452"/>
                </a:cubicBezTo>
                <a:lnTo>
                  <a:pt x="284352" y="170452"/>
                </a:lnTo>
                <a:close/>
                <a:moveTo>
                  <a:pt x="284352" y="134064"/>
                </a:moveTo>
                <a:lnTo>
                  <a:pt x="183391" y="201734"/>
                </a:lnTo>
                <a:cubicBezTo>
                  <a:pt x="182113" y="202372"/>
                  <a:pt x="180835" y="203011"/>
                  <a:pt x="179557" y="203011"/>
                </a:cubicBezTo>
                <a:cubicBezTo>
                  <a:pt x="178279" y="203011"/>
                  <a:pt x="177001" y="202372"/>
                  <a:pt x="175723" y="201734"/>
                </a:cubicBezTo>
                <a:lnTo>
                  <a:pt x="76679" y="134064"/>
                </a:lnTo>
                <a:cubicBezTo>
                  <a:pt x="73484" y="132149"/>
                  <a:pt x="72845" y="128318"/>
                  <a:pt x="74762" y="125126"/>
                </a:cubicBezTo>
                <a:cubicBezTo>
                  <a:pt x="76679" y="121934"/>
                  <a:pt x="80513" y="121296"/>
                  <a:pt x="83708" y="123211"/>
                </a:cubicBezTo>
                <a:lnTo>
                  <a:pt x="179557" y="188327"/>
                </a:lnTo>
                <a:lnTo>
                  <a:pt x="276684" y="123211"/>
                </a:lnTo>
                <a:cubicBezTo>
                  <a:pt x="279879" y="121296"/>
                  <a:pt x="283713" y="121934"/>
                  <a:pt x="285630" y="125126"/>
                </a:cubicBezTo>
                <a:cubicBezTo>
                  <a:pt x="285630" y="125126"/>
                  <a:pt x="285630" y="125126"/>
                  <a:pt x="285630" y="125126"/>
                </a:cubicBezTo>
                <a:cubicBezTo>
                  <a:pt x="288186" y="127680"/>
                  <a:pt x="287547" y="131510"/>
                  <a:pt x="284352" y="134064"/>
                </a:cubicBezTo>
                <a:cubicBezTo>
                  <a:pt x="284352" y="133425"/>
                  <a:pt x="284352" y="133425"/>
                  <a:pt x="284352" y="134064"/>
                </a:cubicBezTo>
                <a:close/>
                <a:moveTo>
                  <a:pt x="284352" y="97037"/>
                </a:moveTo>
                <a:lnTo>
                  <a:pt x="183391" y="164707"/>
                </a:lnTo>
                <a:cubicBezTo>
                  <a:pt x="182113" y="165345"/>
                  <a:pt x="180835" y="165984"/>
                  <a:pt x="179557" y="165984"/>
                </a:cubicBezTo>
                <a:cubicBezTo>
                  <a:pt x="178279" y="165984"/>
                  <a:pt x="177001" y="165345"/>
                  <a:pt x="175723" y="164707"/>
                </a:cubicBezTo>
                <a:lnTo>
                  <a:pt x="76679" y="97037"/>
                </a:lnTo>
                <a:cubicBezTo>
                  <a:pt x="73484" y="95121"/>
                  <a:pt x="72845" y="91291"/>
                  <a:pt x="75401" y="88099"/>
                </a:cubicBezTo>
                <a:cubicBezTo>
                  <a:pt x="77318" y="85545"/>
                  <a:pt x="81152" y="84269"/>
                  <a:pt x="84347" y="86184"/>
                </a:cubicBezTo>
                <a:lnTo>
                  <a:pt x="179557" y="151939"/>
                </a:lnTo>
                <a:lnTo>
                  <a:pt x="276684" y="86822"/>
                </a:lnTo>
                <a:cubicBezTo>
                  <a:pt x="279879" y="84907"/>
                  <a:pt x="283713" y="85545"/>
                  <a:pt x="285630" y="88737"/>
                </a:cubicBezTo>
                <a:cubicBezTo>
                  <a:pt x="287547" y="91291"/>
                  <a:pt x="286908" y="95121"/>
                  <a:pt x="284352" y="97037"/>
                </a:cubicBezTo>
                <a:lnTo>
                  <a:pt x="284352" y="97037"/>
                </a:lnTo>
                <a:lnTo>
                  <a:pt x="284352" y="97037"/>
                </a:lnTo>
                <a:close/>
              </a:path>
            </a:pathLst>
          </a:custGeom>
          <a:solidFill>
            <a:srgbClr val="0076A8"/>
          </a:solidFill>
          <a:ln w="6390" cap="flat">
            <a:noFill/>
            <a:prstDash val="solid"/>
            <a:miter/>
          </a:ln>
        </p:spPr>
        <p:txBody>
          <a:bodyPr rtlCol="0" anchor="ctr"/>
          <a:lstStyle/>
          <a:p>
            <a:endParaRPr lang="en-US"/>
          </a:p>
        </p:txBody>
      </p:sp>
      <p:grpSp>
        <p:nvGrpSpPr>
          <p:cNvPr id="811" name="Graphic 4">
            <a:extLst>
              <a:ext uri="{FF2B5EF4-FFF2-40B4-BE49-F238E27FC236}">
                <a16:creationId xmlns:a16="http://schemas.microsoft.com/office/drawing/2014/main" id="{E24F4A98-87E8-DA49-BF59-024476438B04}"/>
              </a:ext>
            </a:extLst>
          </p:cNvPr>
          <p:cNvGrpSpPr/>
          <p:nvPr/>
        </p:nvGrpSpPr>
        <p:grpSpPr>
          <a:xfrm>
            <a:off x="10934460" y="3339623"/>
            <a:ext cx="361674" cy="361971"/>
            <a:chOff x="10934460" y="3339623"/>
            <a:chExt cx="361674" cy="361971"/>
          </a:xfrm>
          <a:solidFill>
            <a:srgbClr val="0076A8"/>
          </a:solidFill>
        </p:grpSpPr>
        <p:sp>
          <p:nvSpPr>
            <p:cNvPr id="812" name="Graphic 4">
              <a:extLst>
                <a:ext uri="{FF2B5EF4-FFF2-40B4-BE49-F238E27FC236}">
                  <a16:creationId xmlns:a16="http://schemas.microsoft.com/office/drawing/2014/main" id="{17DE12EA-7370-BC4D-8977-7244F59E9467}"/>
                </a:ext>
              </a:extLst>
            </p:cNvPr>
            <p:cNvSpPr/>
            <p:nvPr/>
          </p:nvSpPr>
          <p:spPr>
            <a:xfrm>
              <a:off x="10934460" y="3339623"/>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1 w 361674"/>
                <a:gd name="connsiteY3" fmla="*/ 181305 h 361971"/>
                <a:gd name="connsiteX4" fmla="*/ 361671 w 361674"/>
                <a:gd name="connsiteY4" fmla="*/ 181305 h 361971"/>
                <a:gd name="connsiteX5" fmla="*/ 180836 w 361674"/>
                <a:gd name="connsiteY5" fmla="*/ 0 h 361971"/>
                <a:gd name="connsiteX6" fmla="*/ 180836 w 361674"/>
                <a:gd name="connsiteY6" fmla="*/ 0 h 361971"/>
                <a:gd name="connsiteX7" fmla="*/ 180836 w 361674"/>
                <a:gd name="connsiteY7" fmla="*/ 349204 h 361971"/>
                <a:gd name="connsiteX8" fmla="*/ 12780 w 361674"/>
                <a:gd name="connsiteY8" fmla="*/ 181305 h 361971"/>
                <a:gd name="connsiteX9" fmla="*/ 180836 w 361674"/>
                <a:gd name="connsiteY9" fmla="*/ 12768 h 361971"/>
                <a:gd name="connsiteX10" fmla="*/ 348891 w 361674"/>
                <a:gd name="connsiteY10" fmla="*/ 180667 h 361971"/>
                <a:gd name="connsiteX11" fmla="*/ 348891 w 361674"/>
                <a:gd name="connsiteY11" fmla="*/ 180667 h 361971"/>
                <a:gd name="connsiteX12" fmla="*/ 180836 w 361674"/>
                <a:gd name="connsiteY12" fmla="*/ 349204 h 361971"/>
                <a:gd name="connsiteX13" fmla="*/ 180836 w 361674"/>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4" h="361971">
                  <a:moveTo>
                    <a:pt x="180836" y="0"/>
                  </a:moveTo>
                  <a:cubicBezTo>
                    <a:pt x="80514" y="0"/>
                    <a:pt x="0" y="81077"/>
                    <a:pt x="0" y="180667"/>
                  </a:cubicBezTo>
                  <a:cubicBezTo>
                    <a:pt x="0" y="280895"/>
                    <a:pt x="81153" y="361972"/>
                    <a:pt x="180836" y="361972"/>
                  </a:cubicBezTo>
                  <a:cubicBezTo>
                    <a:pt x="281157" y="361972"/>
                    <a:pt x="361671" y="280895"/>
                    <a:pt x="361671" y="181305"/>
                  </a:cubicBezTo>
                  <a:lnTo>
                    <a:pt x="361671" y="181305"/>
                  </a:lnTo>
                  <a:cubicBezTo>
                    <a:pt x="362310" y="81077"/>
                    <a:pt x="281157" y="0"/>
                    <a:pt x="180836" y="0"/>
                  </a:cubicBezTo>
                  <a:cubicBezTo>
                    <a:pt x="180836" y="0"/>
                    <a:pt x="180836" y="0"/>
                    <a:pt x="180836" y="0"/>
                  </a:cubicBezTo>
                  <a:close/>
                  <a:moveTo>
                    <a:pt x="180836" y="349204"/>
                  </a:moveTo>
                  <a:cubicBezTo>
                    <a:pt x="87543" y="349204"/>
                    <a:pt x="12780" y="273873"/>
                    <a:pt x="12780" y="181305"/>
                  </a:cubicBezTo>
                  <a:cubicBezTo>
                    <a:pt x="12780" y="88099"/>
                    <a:pt x="88181" y="12768"/>
                    <a:pt x="180836" y="12768"/>
                  </a:cubicBezTo>
                  <a:cubicBezTo>
                    <a:pt x="274128" y="12768"/>
                    <a:pt x="348891" y="88099"/>
                    <a:pt x="348891" y="180667"/>
                  </a:cubicBezTo>
                  <a:lnTo>
                    <a:pt x="348891" y="180667"/>
                  </a:lnTo>
                  <a:cubicBezTo>
                    <a:pt x="348891" y="273873"/>
                    <a:pt x="273490" y="349204"/>
                    <a:pt x="180836" y="349204"/>
                  </a:cubicBezTo>
                  <a:lnTo>
                    <a:pt x="180836" y="349204"/>
                  </a:lnTo>
                  <a:close/>
                </a:path>
              </a:pathLst>
            </a:custGeom>
            <a:solidFill>
              <a:srgbClr val="0076A8"/>
            </a:solidFill>
            <a:ln w="6390" cap="flat">
              <a:noFill/>
              <a:prstDash val="solid"/>
              <a:miter/>
            </a:ln>
          </p:spPr>
          <p:txBody>
            <a:bodyPr rtlCol="0" anchor="ctr"/>
            <a:lstStyle/>
            <a:p>
              <a:endParaRPr lang="en-US"/>
            </a:p>
          </p:txBody>
        </p:sp>
        <p:sp>
          <p:nvSpPr>
            <p:cNvPr id="813" name="Graphic 4">
              <a:extLst>
                <a:ext uri="{FF2B5EF4-FFF2-40B4-BE49-F238E27FC236}">
                  <a16:creationId xmlns:a16="http://schemas.microsoft.com/office/drawing/2014/main" id="{C127D9A0-A614-AB44-BDDC-945B9FA07EE9}"/>
                </a:ext>
              </a:extLst>
            </p:cNvPr>
            <p:cNvSpPr/>
            <p:nvPr/>
          </p:nvSpPr>
          <p:spPr>
            <a:xfrm>
              <a:off x="11000664" y="3421977"/>
              <a:ext cx="229529" cy="198541"/>
            </a:xfrm>
            <a:custGeom>
              <a:avLst/>
              <a:gdLst>
                <a:gd name="connsiteX0" fmla="*/ 224538 w 229529"/>
                <a:gd name="connsiteY0" fmla="*/ 126403 h 198541"/>
                <a:gd name="connsiteX1" fmla="*/ 206647 w 229529"/>
                <a:gd name="connsiteY1" fmla="*/ 120657 h 198541"/>
                <a:gd name="connsiteX2" fmla="*/ 206647 w 229529"/>
                <a:gd name="connsiteY2" fmla="*/ 110443 h 198541"/>
                <a:gd name="connsiteX3" fmla="*/ 175975 w 229529"/>
                <a:gd name="connsiteY3" fmla="*/ 35750 h 198541"/>
                <a:gd name="connsiteX4" fmla="*/ 175975 w 229529"/>
                <a:gd name="connsiteY4" fmla="*/ 30643 h 198541"/>
                <a:gd name="connsiteX5" fmla="*/ 172141 w 229529"/>
                <a:gd name="connsiteY5" fmla="*/ 24897 h 198541"/>
                <a:gd name="connsiteX6" fmla="*/ 163834 w 229529"/>
                <a:gd name="connsiteY6" fmla="*/ 20428 h 198541"/>
                <a:gd name="connsiteX7" fmla="*/ 136996 w 229529"/>
                <a:gd name="connsiteY7" fmla="*/ 9576 h 198541"/>
                <a:gd name="connsiteX8" fmla="*/ 136996 w 229529"/>
                <a:gd name="connsiteY8" fmla="*/ 6384 h 198541"/>
                <a:gd name="connsiteX9" fmla="*/ 130606 w 229529"/>
                <a:gd name="connsiteY9" fmla="*/ 0 h 198541"/>
                <a:gd name="connsiteX10" fmla="*/ 99934 w 229529"/>
                <a:gd name="connsiteY10" fmla="*/ 0 h 198541"/>
                <a:gd name="connsiteX11" fmla="*/ 93544 w 229529"/>
                <a:gd name="connsiteY11" fmla="*/ 6384 h 198541"/>
                <a:gd name="connsiteX12" fmla="*/ 93544 w 229529"/>
                <a:gd name="connsiteY12" fmla="*/ 9576 h 198541"/>
                <a:gd name="connsiteX13" fmla="*/ 66707 w 229529"/>
                <a:gd name="connsiteY13" fmla="*/ 20428 h 198541"/>
                <a:gd name="connsiteX14" fmla="*/ 58400 w 229529"/>
                <a:gd name="connsiteY14" fmla="*/ 24897 h 198541"/>
                <a:gd name="connsiteX15" fmla="*/ 54566 w 229529"/>
                <a:gd name="connsiteY15" fmla="*/ 30643 h 198541"/>
                <a:gd name="connsiteX16" fmla="*/ 54566 w 229529"/>
                <a:gd name="connsiteY16" fmla="*/ 35750 h 198541"/>
                <a:gd name="connsiteX17" fmla="*/ 23895 w 229529"/>
                <a:gd name="connsiteY17" fmla="*/ 110443 h 198541"/>
                <a:gd name="connsiteX18" fmla="*/ 23895 w 229529"/>
                <a:gd name="connsiteY18" fmla="*/ 120657 h 198541"/>
                <a:gd name="connsiteX19" fmla="*/ 6003 w 229529"/>
                <a:gd name="connsiteY19" fmla="*/ 126403 h 198541"/>
                <a:gd name="connsiteX20" fmla="*/ 1530 w 229529"/>
                <a:gd name="connsiteY20" fmla="*/ 130872 h 198541"/>
                <a:gd name="connsiteX21" fmla="*/ 890 w 229529"/>
                <a:gd name="connsiteY21" fmla="*/ 156408 h 198541"/>
                <a:gd name="connsiteX22" fmla="*/ 15588 w 229529"/>
                <a:gd name="connsiteY22" fmla="*/ 187689 h 198541"/>
                <a:gd name="connsiteX23" fmla="*/ 16226 w 229529"/>
                <a:gd name="connsiteY23" fmla="*/ 188966 h 198541"/>
                <a:gd name="connsiteX24" fmla="*/ 114632 w 229529"/>
                <a:gd name="connsiteY24" fmla="*/ 198542 h 198541"/>
                <a:gd name="connsiteX25" fmla="*/ 213037 w 229529"/>
                <a:gd name="connsiteY25" fmla="*/ 188966 h 198541"/>
                <a:gd name="connsiteX26" fmla="*/ 213676 w 229529"/>
                <a:gd name="connsiteY26" fmla="*/ 187689 h 198541"/>
                <a:gd name="connsiteX27" fmla="*/ 228373 w 229529"/>
                <a:gd name="connsiteY27" fmla="*/ 156408 h 198541"/>
                <a:gd name="connsiteX28" fmla="*/ 227733 w 229529"/>
                <a:gd name="connsiteY28" fmla="*/ 130872 h 198541"/>
                <a:gd name="connsiteX29" fmla="*/ 224538 w 229529"/>
                <a:gd name="connsiteY29" fmla="*/ 126403 h 198541"/>
                <a:gd name="connsiteX30" fmla="*/ 36035 w 229529"/>
                <a:gd name="connsiteY30" fmla="*/ 109804 h 198541"/>
                <a:gd name="connsiteX31" fmla="*/ 53927 w 229529"/>
                <a:gd name="connsiteY31" fmla="*/ 55540 h 198541"/>
                <a:gd name="connsiteX32" fmla="*/ 53927 w 229529"/>
                <a:gd name="connsiteY32" fmla="*/ 102144 h 198541"/>
                <a:gd name="connsiteX33" fmla="*/ 60317 w 229529"/>
                <a:gd name="connsiteY33" fmla="*/ 108528 h 198541"/>
                <a:gd name="connsiteX34" fmla="*/ 66707 w 229529"/>
                <a:gd name="connsiteY34" fmla="*/ 102144 h 198541"/>
                <a:gd name="connsiteX35" fmla="*/ 66707 w 229529"/>
                <a:gd name="connsiteY35" fmla="*/ 33835 h 198541"/>
                <a:gd name="connsiteX36" fmla="*/ 71819 w 229529"/>
                <a:gd name="connsiteY36" fmla="*/ 31281 h 198541"/>
                <a:gd name="connsiteX37" fmla="*/ 92906 w 229529"/>
                <a:gd name="connsiteY37" fmla="*/ 22344 h 198541"/>
                <a:gd name="connsiteX38" fmla="*/ 92906 w 229529"/>
                <a:gd name="connsiteY38" fmla="*/ 56179 h 198541"/>
                <a:gd name="connsiteX39" fmla="*/ 87794 w 229529"/>
                <a:gd name="connsiteY39" fmla="*/ 64478 h 198541"/>
                <a:gd name="connsiteX40" fmla="*/ 89072 w 229529"/>
                <a:gd name="connsiteY40" fmla="*/ 73416 h 198541"/>
                <a:gd name="connsiteX41" fmla="*/ 98018 w 229529"/>
                <a:gd name="connsiteY41" fmla="*/ 72139 h 198541"/>
                <a:gd name="connsiteX42" fmla="*/ 98657 w 229529"/>
                <a:gd name="connsiteY42" fmla="*/ 71500 h 198541"/>
                <a:gd name="connsiteX43" fmla="*/ 105047 w 229529"/>
                <a:gd name="connsiteY43" fmla="*/ 61924 h 198541"/>
                <a:gd name="connsiteX44" fmla="*/ 106324 w 229529"/>
                <a:gd name="connsiteY44" fmla="*/ 58732 h 198541"/>
                <a:gd name="connsiteX45" fmla="*/ 106324 w 229529"/>
                <a:gd name="connsiteY45" fmla="*/ 15321 h 198541"/>
                <a:gd name="connsiteX46" fmla="*/ 106324 w 229529"/>
                <a:gd name="connsiteY46" fmla="*/ 14683 h 198541"/>
                <a:gd name="connsiteX47" fmla="*/ 106324 w 229529"/>
                <a:gd name="connsiteY47" fmla="*/ 14044 h 198541"/>
                <a:gd name="connsiteX48" fmla="*/ 106324 w 229529"/>
                <a:gd name="connsiteY48" fmla="*/ 12768 h 198541"/>
                <a:gd name="connsiteX49" fmla="*/ 124216 w 229529"/>
                <a:gd name="connsiteY49" fmla="*/ 12768 h 198541"/>
                <a:gd name="connsiteX50" fmla="*/ 124216 w 229529"/>
                <a:gd name="connsiteY50" fmla="*/ 58732 h 198541"/>
                <a:gd name="connsiteX51" fmla="*/ 125494 w 229529"/>
                <a:gd name="connsiteY51" fmla="*/ 61924 h 198541"/>
                <a:gd name="connsiteX52" fmla="*/ 131884 w 229529"/>
                <a:gd name="connsiteY52" fmla="*/ 71500 h 198541"/>
                <a:gd name="connsiteX53" fmla="*/ 140830 w 229529"/>
                <a:gd name="connsiteY53" fmla="*/ 73416 h 198541"/>
                <a:gd name="connsiteX54" fmla="*/ 142747 w 229529"/>
                <a:gd name="connsiteY54" fmla="*/ 64478 h 198541"/>
                <a:gd name="connsiteX55" fmla="*/ 142747 w 229529"/>
                <a:gd name="connsiteY55" fmla="*/ 64478 h 198541"/>
                <a:gd name="connsiteX56" fmla="*/ 137635 w 229529"/>
                <a:gd name="connsiteY56" fmla="*/ 56179 h 198541"/>
                <a:gd name="connsiteX57" fmla="*/ 137635 w 229529"/>
                <a:gd name="connsiteY57" fmla="*/ 22344 h 198541"/>
                <a:gd name="connsiteX58" fmla="*/ 158722 w 229529"/>
                <a:gd name="connsiteY58" fmla="*/ 31281 h 198541"/>
                <a:gd name="connsiteX59" fmla="*/ 163834 w 229529"/>
                <a:gd name="connsiteY59" fmla="*/ 33835 h 198541"/>
                <a:gd name="connsiteX60" fmla="*/ 163834 w 229529"/>
                <a:gd name="connsiteY60" fmla="*/ 102144 h 198541"/>
                <a:gd name="connsiteX61" fmla="*/ 170224 w 229529"/>
                <a:gd name="connsiteY61" fmla="*/ 108528 h 198541"/>
                <a:gd name="connsiteX62" fmla="*/ 176614 w 229529"/>
                <a:gd name="connsiteY62" fmla="*/ 102144 h 198541"/>
                <a:gd name="connsiteX63" fmla="*/ 176614 w 229529"/>
                <a:gd name="connsiteY63" fmla="*/ 55540 h 198541"/>
                <a:gd name="connsiteX64" fmla="*/ 194506 w 229529"/>
                <a:gd name="connsiteY64" fmla="*/ 109804 h 198541"/>
                <a:gd name="connsiteX65" fmla="*/ 194506 w 229529"/>
                <a:gd name="connsiteY65" fmla="*/ 134702 h 198541"/>
                <a:gd name="connsiteX66" fmla="*/ 158083 w 229529"/>
                <a:gd name="connsiteY66" fmla="*/ 145555 h 198541"/>
                <a:gd name="connsiteX67" fmla="*/ 161278 w 229529"/>
                <a:gd name="connsiteY67" fmla="*/ 129595 h 198541"/>
                <a:gd name="connsiteX68" fmla="*/ 116549 w 229529"/>
                <a:gd name="connsiteY68" fmla="*/ 84268 h 198541"/>
                <a:gd name="connsiteX69" fmla="*/ 71180 w 229529"/>
                <a:gd name="connsiteY69" fmla="*/ 128956 h 198541"/>
                <a:gd name="connsiteX70" fmla="*/ 74375 w 229529"/>
                <a:gd name="connsiteY70" fmla="*/ 145555 h 198541"/>
                <a:gd name="connsiteX71" fmla="*/ 37952 w 229529"/>
                <a:gd name="connsiteY71" fmla="*/ 134702 h 198541"/>
                <a:gd name="connsiteX72" fmla="*/ 36035 w 229529"/>
                <a:gd name="connsiteY72" fmla="*/ 109804 h 198541"/>
                <a:gd name="connsiteX73" fmla="*/ 147220 w 229529"/>
                <a:gd name="connsiteY73" fmla="*/ 129595 h 198541"/>
                <a:gd name="connsiteX74" fmla="*/ 114632 w 229529"/>
                <a:gd name="connsiteY74" fmla="*/ 162153 h 198541"/>
                <a:gd name="connsiteX75" fmla="*/ 82043 w 229529"/>
                <a:gd name="connsiteY75" fmla="*/ 129595 h 198541"/>
                <a:gd name="connsiteX76" fmla="*/ 114632 w 229529"/>
                <a:gd name="connsiteY76" fmla="*/ 97036 h 198541"/>
                <a:gd name="connsiteX77" fmla="*/ 114632 w 229529"/>
                <a:gd name="connsiteY77" fmla="*/ 97036 h 198541"/>
                <a:gd name="connsiteX78" fmla="*/ 147220 w 229529"/>
                <a:gd name="connsiteY78" fmla="*/ 129595 h 198541"/>
                <a:gd name="connsiteX79" fmla="*/ 147220 w 229529"/>
                <a:gd name="connsiteY79" fmla="*/ 129595 h 198541"/>
                <a:gd name="connsiteX80" fmla="*/ 216871 w 229529"/>
                <a:gd name="connsiteY80" fmla="*/ 153216 h 198541"/>
                <a:gd name="connsiteX81" fmla="*/ 204091 w 229529"/>
                <a:gd name="connsiteY81" fmla="*/ 180028 h 198541"/>
                <a:gd name="connsiteX82" fmla="*/ 114632 w 229529"/>
                <a:gd name="connsiteY82" fmla="*/ 185774 h 198541"/>
                <a:gd name="connsiteX83" fmla="*/ 25172 w 229529"/>
                <a:gd name="connsiteY83" fmla="*/ 180028 h 198541"/>
                <a:gd name="connsiteX84" fmla="*/ 12393 w 229529"/>
                <a:gd name="connsiteY84" fmla="*/ 153216 h 198541"/>
                <a:gd name="connsiteX85" fmla="*/ 12393 w 229529"/>
                <a:gd name="connsiteY85" fmla="*/ 137256 h 198541"/>
                <a:gd name="connsiteX86" fmla="*/ 22616 w 229529"/>
                <a:gd name="connsiteY86" fmla="*/ 134064 h 198541"/>
                <a:gd name="connsiteX87" fmla="*/ 22616 w 229529"/>
                <a:gd name="connsiteY87" fmla="*/ 137894 h 198541"/>
                <a:gd name="connsiteX88" fmla="*/ 23895 w 229529"/>
                <a:gd name="connsiteY88" fmla="*/ 141724 h 198541"/>
                <a:gd name="connsiteX89" fmla="*/ 78848 w 229529"/>
                <a:gd name="connsiteY89" fmla="*/ 159600 h 198541"/>
                <a:gd name="connsiteX90" fmla="*/ 79487 w 229529"/>
                <a:gd name="connsiteY90" fmla="*/ 159600 h 198541"/>
                <a:gd name="connsiteX91" fmla="*/ 80126 w 229529"/>
                <a:gd name="connsiteY91" fmla="*/ 159600 h 198541"/>
                <a:gd name="connsiteX92" fmla="*/ 143386 w 229529"/>
                <a:gd name="connsiteY92" fmla="*/ 164707 h 198541"/>
                <a:gd name="connsiteX93" fmla="*/ 148499 w 229529"/>
                <a:gd name="connsiteY93" fmla="*/ 159600 h 198541"/>
                <a:gd name="connsiteX94" fmla="*/ 149137 w 229529"/>
                <a:gd name="connsiteY94" fmla="*/ 159600 h 198541"/>
                <a:gd name="connsiteX95" fmla="*/ 149776 w 229529"/>
                <a:gd name="connsiteY95" fmla="*/ 159600 h 198541"/>
                <a:gd name="connsiteX96" fmla="*/ 204730 w 229529"/>
                <a:gd name="connsiteY96" fmla="*/ 141724 h 198541"/>
                <a:gd name="connsiteX97" fmla="*/ 206008 w 229529"/>
                <a:gd name="connsiteY97" fmla="*/ 137894 h 198541"/>
                <a:gd name="connsiteX98" fmla="*/ 206008 w 229529"/>
                <a:gd name="connsiteY98" fmla="*/ 134064 h 198541"/>
                <a:gd name="connsiteX99" fmla="*/ 216232 w 229529"/>
                <a:gd name="connsiteY99" fmla="*/ 137256 h 198541"/>
                <a:gd name="connsiteX100" fmla="*/ 216871 w 229529"/>
                <a:gd name="connsiteY100" fmla="*/ 153216 h 198541"/>
                <a:gd name="connsiteX101" fmla="*/ 216871 w 229529"/>
                <a:gd name="connsiteY101" fmla="*/ 153216 h 198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29529" h="198541">
                  <a:moveTo>
                    <a:pt x="224538" y="126403"/>
                  </a:moveTo>
                  <a:lnTo>
                    <a:pt x="206647" y="120657"/>
                  </a:lnTo>
                  <a:lnTo>
                    <a:pt x="206647" y="110443"/>
                  </a:lnTo>
                  <a:cubicBezTo>
                    <a:pt x="206008" y="82353"/>
                    <a:pt x="194506" y="56179"/>
                    <a:pt x="175975" y="35750"/>
                  </a:cubicBezTo>
                  <a:lnTo>
                    <a:pt x="175975" y="30643"/>
                  </a:lnTo>
                  <a:cubicBezTo>
                    <a:pt x="175975" y="28089"/>
                    <a:pt x="174697" y="26174"/>
                    <a:pt x="172141" y="24897"/>
                  </a:cubicBezTo>
                  <a:lnTo>
                    <a:pt x="163834" y="20428"/>
                  </a:lnTo>
                  <a:cubicBezTo>
                    <a:pt x="155527" y="15321"/>
                    <a:pt x="145942" y="11491"/>
                    <a:pt x="136996" y="9576"/>
                  </a:cubicBezTo>
                  <a:lnTo>
                    <a:pt x="136996" y="6384"/>
                  </a:lnTo>
                  <a:cubicBezTo>
                    <a:pt x="136996" y="2553"/>
                    <a:pt x="134440" y="0"/>
                    <a:pt x="130606" y="0"/>
                  </a:cubicBezTo>
                  <a:lnTo>
                    <a:pt x="99934" y="0"/>
                  </a:lnTo>
                  <a:cubicBezTo>
                    <a:pt x="96101" y="0"/>
                    <a:pt x="93544" y="2553"/>
                    <a:pt x="93544" y="6384"/>
                  </a:cubicBezTo>
                  <a:lnTo>
                    <a:pt x="93544" y="9576"/>
                  </a:lnTo>
                  <a:cubicBezTo>
                    <a:pt x="83960" y="12129"/>
                    <a:pt x="75014" y="15321"/>
                    <a:pt x="66707" y="20428"/>
                  </a:cubicBezTo>
                  <a:lnTo>
                    <a:pt x="58400" y="24897"/>
                  </a:lnTo>
                  <a:cubicBezTo>
                    <a:pt x="56483" y="26174"/>
                    <a:pt x="55205" y="28089"/>
                    <a:pt x="54566" y="30643"/>
                  </a:cubicBezTo>
                  <a:lnTo>
                    <a:pt x="54566" y="35750"/>
                  </a:lnTo>
                  <a:cubicBezTo>
                    <a:pt x="35396" y="56179"/>
                    <a:pt x="24534" y="82992"/>
                    <a:pt x="23895" y="110443"/>
                  </a:cubicBezTo>
                  <a:lnTo>
                    <a:pt x="23895" y="120657"/>
                  </a:lnTo>
                  <a:lnTo>
                    <a:pt x="6003" y="126403"/>
                  </a:lnTo>
                  <a:cubicBezTo>
                    <a:pt x="4085" y="127041"/>
                    <a:pt x="2169" y="128956"/>
                    <a:pt x="1530" y="130872"/>
                  </a:cubicBezTo>
                  <a:cubicBezTo>
                    <a:pt x="-387" y="139171"/>
                    <a:pt x="-387" y="148108"/>
                    <a:pt x="890" y="156408"/>
                  </a:cubicBezTo>
                  <a:cubicBezTo>
                    <a:pt x="4725" y="167260"/>
                    <a:pt x="9836" y="177475"/>
                    <a:pt x="15588" y="187689"/>
                  </a:cubicBezTo>
                  <a:cubicBezTo>
                    <a:pt x="15588" y="188327"/>
                    <a:pt x="16226" y="188327"/>
                    <a:pt x="16226" y="188966"/>
                  </a:cubicBezTo>
                  <a:cubicBezTo>
                    <a:pt x="23895" y="197265"/>
                    <a:pt x="81404" y="198542"/>
                    <a:pt x="114632" y="198542"/>
                  </a:cubicBezTo>
                  <a:cubicBezTo>
                    <a:pt x="147859" y="198542"/>
                    <a:pt x="205368" y="197265"/>
                    <a:pt x="213037" y="188966"/>
                  </a:cubicBezTo>
                  <a:cubicBezTo>
                    <a:pt x="213676" y="188327"/>
                    <a:pt x="213676" y="188327"/>
                    <a:pt x="213676" y="187689"/>
                  </a:cubicBezTo>
                  <a:cubicBezTo>
                    <a:pt x="219427" y="177475"/>
                    <a:pt x="224538" y="167260"/>
                    <a:pt x="228373" y="156408"/>
                  </a:cubicBezTo>
                  <a:cubicBezTo>
                    <a:pt x="230289" y="148108"/>
                    <a:pt x="229650" y="139171"/>
                    <a:pt x="227733" y="130872"/>
                  </a:cubicBezTo>
                  <a:cubicBezTo>
                    <a:pt x="228373" y="128956"/>
                    <a:pt x="226455" y="127041"/>
                    <a:pt x="224538" y="126403"/>
                  </a:cubicBezTo>
                  <a:close/>
                  <a:moveTo>
                    <a:pt x="36035" y="109804"/>
                  </a:moveTo>
                  <a:cubicBezTo>
                    <a:pt x="36675" y="90014"/>
                    <a:pt x="43065" y="71500"/>
                    <a:pt x="53927" y="55540"/>
                  </a:cubicBezTo>
                  <a:lnTo>
                    <a:pt x="53927" y="102144"/>
                  </a:lnTo>
                  <a:cubicBezTo>
                    <a:pt x="53927" y="105974"/>
                    <a:pt x="56483" y="108528"/>
                    <a:pt x="60317" y="108528"/>
                  </a:cubicBezTo>
                  <a:cubicBezTo>
                    <a:pt x="64151" y="108528"/>
                    <a:pt x="66707" y="105974"/>
                    <a:pt x="66707" y="102144"/>
                  </a:cubicBezTo>
                  <a:lnTo>
                    <a:pt x="66707" y="33835"/>
                  </a:lnTo>
                  <a:lnTo>
                    <a:pt x="71819" y="31281"/>
                  </a:lnTo>
                  <a:cubicBezTo>
                    <a:pt x="78209" y="27451"/>
                    <a:pt x="85877" y="24259"/>
                    <a:pt x="92906" y="22344"/>
                  </a:cubicBezTo>
                  <a:lnTo>
                    <a:pt x="92906" y="56179"/>
                  </a:lnTo>
                  <a:lnTo>
                    <a:pt x="87794" y="64478"/>
                  </a:lnTo>
                  <a:cubicBezTo>
                    <a:pt x="85877" y="67032"/>
                    <a:pt x="86516" y="71500"/>
                    <a:pt x="89072" y="73416"/>
                  </a:cubicBezTo>
                  <a:cubicBezTo>
                    <a:pt x="91628" y="75331"/>
                    <a:pt x="96101" y="74692"/>
                    <a:pt x="98018" y="72139"/>
                  </a:cubicBezTo>
                  <a:cubicBezTo>
                    <a:pt x="98018" y="72139"/>
                    <a:pt x="98657" y="71500"/>
                    <a:pt x="98657" y="71500"/>
                  </a:cubicBezTo>
                  <a:lnTo>
                    <a:pt x="105047" y="61924"/>
                  </a:lnTo>
                  <a:cubicBezTo>
                    <a:pt x="105686" y="60648"/>
                    <a:pt x="106324" y="60009"/>
                    <a:pt x="106324" y="58732"/>
                  </a:cubicBezTo>
                  <a:lnTo>
                    <a:pt x="106324" y="15321"/>
                  </a:lnTo>
                  <a:cubicBezTo>
                    <a:pt x="106324" y="15321"/>
                    <a:pt x="106324" y="15321"/>
                    <a:pt x="106324" y="14683"/>
                  </a:cubicBezTo>
                  <a:cubicBezTo>
                    <a:pt x="106324" y="14044"/>
                    <a:pt x="106324" y="14683"/>
                    <a:pt x="106324" y="14044"/>
                  </a:cubicBezTo>
                  <a:lnTo>
                    <a:pt x="106324" y="12768"/>
                  </a:lnTo>
                  <a:lnTo>
                    <a:pt x="124216" y="12768"/>
                  </a:lnTo>
                  <a:lnTo>
                    <a:pt x="124216" y="58732"/>
                  </a:lnTo>
                  <a:cubicBezTo>
                    <a:pt x="124216" y="60009"/>
                    <a:pt x="124855" y="61286"/>
                    <a:pt x="125494" y="61924"/>
                  </a:cubicBezTo>
                  <a:lnTo>
                    <a:pt x="131884" y="71500"/>
                  </a:lnTo>
                  <a:cubicBezTo>
                    <a:pt x="133801" y="74692"/>
                    <a:pt x="137635" y="75331"/>
                    <a:pt x="140830" y="73416"/>
                  </a:cubicBezTo>
                  <a:cubicBezTo>
                    <a:pt x="144025" y="71500"/>
                    <a:pt x="144664" y="67670"/>
                    <a:pt x="142747" y="64478"/>
                  </a:cubicBezTo>
                  <a:lnTo>
                    <a:pt x="142747" y="64478"/>
                  </a:lnTo>
                  <a:lnTo>
                    <a:pt x="137635" y="56179"/>
                  </a:lnTo>
                  <a:lnTo>
                    <a:pt x="137635" y="22344"/>
                  </a:lnTo>
                  <a:cubicBezTo>
                    <a:pt x="145304" y="24259"/>
                    <a:pt x="152332" y="27451"/>
                    <a:pt x="158722" y="31281"/>
                  </a:cubicBezTo>
                  <a:lnTo>
                    <a:pt x="163834" y="33835"/>
                  </a:lnTo>
                  <a:lnTo>
                    <a:pt x="163834" y="102144"/>
                  </a:lnTo>
                  <a:cubicBezTo>
                    <a:pt x="163834" y="105974"/>
                    <a:pt x="166390" y="108528"/>
                    <a:pt x="170224" y="108528"/>
                  </a:cubicBezTo>
                  <a:cubicBezTo>
                    <a:pt x="174058" y="108528"/>
                    <a:pt x="176614" y="105974"/>
                    <a:pt x="176614" y="102144"/>
                  </a:cubicBezTo>
                  <a:lnTo>
                    <a:pt x="176614" y="55540"/>
                  </a:lnTo>
                  <a:cubicBezTo>
                    <a:pt x="188116" y="71500"/>
                    <a:pt x="194506" y="90652"/>
                    <a:pt x="194506" y="109804"/>
                  </a:cubicBezTo>
                  <a:lnTo>
                    <a:pt x="194506" y="134702"/>
                  </a:lnTo>
                  <a:cubicBezTo>
                    <a:pt x="191311" y="137256"/>
                    <a:pt x="181726" y="142363"/>
                    <a:pt x="158083" y="145555"/>
                  </a:cubicBezTo>
                  <a:cubicBezTo>
                    <a:pt x="160000" y="140448"/>
                    <a:pt x="161278" y="135340"/>
                    <a:pt x="161278" y="129595"/>
                  </a:cubicBezTo>
                  <a:cubicBezTo>
                    <a:pt x="161278" y="104697"/>
                    <a:pt x="141469" y="84268"/>
                    <a:pt x="116549" y="84268"/>
                  </a:cubicBezTo>
                  <a:cubicBezTo>
                    <a:pt x="91628" y="84268"/>
                    <a:pt x="71180" y="104059"/>
                    <a:pt x="71180" y="128956"/>
                  </a:cubicBezTo>
                  <a:cubicBezTo>
                    <a:pt x="71180" y="134702"/>
                    <a:pt x="72458" y="140448"/>
                    <a:pt x="74375" y="145555"/>
                  </a:cubicBezTo>
                  <a:cubicBezTo>
                    <a:pt x="50732" y="142363"/>
                    <a:pt x="40508" y="136617"/>
                    <a:pt x="37952" y="134702"/>
                  </a:cubicBezTo>
                  <a:lnTo>
                    <a:pt x="36035" y="109804"/>
                  </a:lnTo>
                  <a:close/>
                  <a:moveTo>
                    <a:pt x="147220" y="129595"/>
                  </a:moveTo>
                  <a:cubicBezTo>
                    <a:pt x="147220" y="147470"/>
                    <a:pt x="132524" y="162153"/>
                    <a:pt x="114632" y="162153"/>
                  </a:cubicBezTo>
                  <a:cubicBezTo>
                    <a:pt x="96739" y="162153"/>
                    <a:pt x="82043" y="147470"/>
                    <a:pt x="82043" y="129595"/>
                  </a:cubicBezTo>
                  <a:cubicBezTo>
                    <a:pt x="82043" y="111720"/>
                    <a:pt x="96739" y="97036"/>
                    <a:pt x="114632" y="97036"/>
                  </a:cubicBezTo>
                  <a:cubicBezTo>
                    <a:pt x="114632" y="97036"/>
                    <a:pt x="114632" y="97036"/>
                    <a:pt x="114632" y="97036"/>
                  </a:cubicBezTo>
                  <a:cubicBezTo>
                    <a:pt x="132524" y="97675"/>
                    <a:pt x="147220" y="111720"/>
                    <a:pt x="147220" y="129595"/>
                  </a:cubicBezTo>
                  <a:lnTo>
                    <a:pt x="147220" y="129595"/>
                  </a:lnTo>
                  <a:close/>
                  <a:moveTo>
                    <a:pt x="216871" y="153216"/>
                  </a:moveTo>
                  <a:cubicBezTo>
                    <a:pt x="213676" y="162153"/>
                    <a:pt x="209203" y="171091"/>
                    <a:pt x="204091" y="180028"/>
                  </a:cubicBezTo>
                  <a:cubicBezTo>
                    <a:pt x="200257" y="181305"/>
                    <a:pt x="181726" y="185774"/>
                    <a:pt x="114632" y="185774"/>
                  </a:cubicBezTo>
                  <a:cubicBezTo>
                    <a:pt x="47537" y="185774"/>
                    <a:pt x="29645" y="181305"/>
                    <a:pt x="25172" y="180028"/>
                  </a:cubicBezTo>
                  <a:cubicBezTo>
                    <a:pt x="20060" y="171729"/>
                    <a:pt x="15588" y="162792"/>
                    <a:pt x="12393" y="153216"/>
                  </a:cubicBezTo>
                  <a:cubicBezTo>
                    <a:pt x="11754" y="148108"/>
                    <a:pt x="11754" y="142363"/>
                    <a:pt x="12393" y="137256"/>
                  </a:cubicBezTo>
                  <a:lnTo>
                    <a:pt x="22616" y="134064"/>
                  </a:lnTo>
                  <a:lnTo>
                    <a:pt x="22616" y="137894"/>
                  </a:lnTo>
                  <a:cubicBezTo>
                    <a:pt x="22616" y="139171"/>
                    <a:pt x="23255" y="140448"/>
                    <a:pt x="23895" y="141724"/>
                  </a:cubicBezTo>
                  <a:cubicBezTo>
                    <a:pt x="25811" y="144278"/>
                    <a:pt x="36035" y="155769"/>
                    <a:pt x="78848" y="159600"/>
                  </a:cubicBezTo>
                  <a:lnTo>
                    <a:pt x="79487" y="159600"/>
                  </a:lnTo>
                  <a:lnTo>
                    <a:pt x="80126" y="159600"/>
                  </a:lnTo>
                  <a:cubicBezTo>
                    <a:pt x="96101" y="178113"/>
                    <a:pt x="124216" y="180667"/>
                    <a:pt x="143386" y="164707"/>
                  </a:cubicBezTo>
                  <a:cubicBezTo>
                    <a:pt x="145304" y="163430"/>
                    <a:pt x="146581" y="161515"/>
                    <a:pt x="148499" y="159600"/>
                  </a:cubicBezTo>
                  <a:lnTo>
                    <a:pt x="149137" y="159600"/>
                  </a:lnTo>
                  <a:lnTo>
                    <a:pt x="149776" y="159600"/>
                  </a:lnTo>
                  <a:cubicBezTo>
                    <a:pt x="193228" y="155131"/>
                    <a:pt x="203452" y="143640"/>
                    <a:pt x="204730" y="141724"/>
                  </a:cubicBezTo>
                  <a:cubicBezTo>
                    <a:pt x="205368" y="140448"/>
                    <a:pt x="206008" y="139171"/>
                    <a:pt x="206008" y="137894"/>
                  </a:cubicBezTo>
                  <a:lnTo>
                    <a:pt x="206008" y="134064"/>
                  </a:lnTo>
                  <a:lnTo>
                    <a:pt x="216232" y="137256"/>
                  </a:lnTo>
                  <a:cubicBezTo>
                    <a:pt x="217509" y="142363"/>
                    <a:pt x="217509" y="147470"/>
                    <a:pt x="216871" y="153216"/>
                  </a:cubicBezTo>
                  <a:lnTo>
                    <a:pt x="216871" y="153216"/>
                  </a:lnTo>
                  <a:close/>
                </a:path>
              </a:pathLst>
            </a:custGeom>
            <a:solidFill>
              <a:srgbClr val="0076A8"/>
            </a:solidFill>
            <a:ln w="6390" cap="flat">
              <a:noFill/>
              <a:prstDash val="solid"/>
              <a:miter/>
            </a:ln>
          </p:spPr>
          <p:txBody>
            <a:bodyPr rtlCol="0" anchor="ctr"/>
            <a:lstStyle/>
            <a:p>
              <a:endParaRPr lang="en-US"/>
            </a:p>
          </p:txBody>
        </p:sp>
        <p:sp>
          <p:nvSpPr>
            <p:cNvPr id="814" name="Graphic 4">
              <a:extLst>
                <a:ext uri="{FF2B5EF4-FFF2-40B4-BE49-F238E27FC236}">
                  <a16:creationId xmlns:a16="http://schemas.microsoft.com/office/drawing/2014/main" id="{67FAF873-CCBB-0F48-BECE-78A1C716606F}"/>
                </a:ext>
              </a:extLst>
            </p:cNvPr>
            <p:cNvSpPr/>
            <p:nvPr/>
          </p:nvSpPr>
          <p:spPr>
            <a:xfrm>
              <a:off x="11093569" y="3529866"/>
              <a:ext cx="43451" cy="43411"/>
            </a:xfrm>
            <a:custGeom>
              <a:avLst/>
              <a:gdLst>
                <a:gd name="connsiteX0" fmla="*/ 21726 w 43451"/>
                <a:gd name="connsiteY0" fmla="*/ 0 h 43411"/>
                <a:gd name="connsiteX1" fmla="*/ 0 w 43451"/>
                <a:gd name="connsiteY1" fmla="*/ 21706 h 43411"/>
                <a:gd name="connsiteX2" fmla="*/ 21726 w 43451"/>
                <a:gd name="connsiteY2" fmla="*/ 43411 h 43411"/>
                <a:gd name="connsiteX3" fmla="*/ 43452 w 43451"/>
                <a:gd name="connsiteY3" fmla="*/ 21706 h 43411"/>
                <a:gd name="connsiteX4" fmla="*/ 21726 w 43451"/>
                <a:gd name="connsiteY4" fmla="*/ 0 h 43411"/>
                <a:gd name="connsiteX5" fmla="*/ 21726 w 43451"/>
                <a:gd name="connsiteY5" fmla="*/ 0 h 43411"/>
                <a:gd name="connsiteX6" fmla="*/ 21726 w 43451"/>
                <a:gd name="connsiteY6" fmla="*/ 30643 h 43411"/>
                <a:gd name="connsiteX7" fmla="*/ 12780 w 43451"/>
                <a:gd name="connsiteY7" fmla="*/ 21706 h 43411"/>
                <a:gd name="connsiteX8" fmla="*/ 21726 w 43451"/>
                <a:gd name="connsiteY8" fmla="*/ 12768 h 43411"/>
                <a:gd name="connsiteX9" fmla="*/ 30672 w 43451"/>
                <a:gd name="connsiteY9" fmla="*/ 21706 h 43411"/>
                <a:gd name="connsiteX10" fmla="*/ 30672 w 43451"/>
                <a:gd name="connsiteY10" fmla="*/ 21706 h 43411"/>
                <a:gd name="connsiteX11" fmla="*/ 21726 w 43451"/>
                <a:gd name="connsiteY11" fmla="*/ 30643 h 43411"/>
                <a:gd name="connsiteX12" fmla="*/ 21726 w 43451"/>
                <a:gd name="connsiteY12" fmla="*/ 30643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451" h="43411">
                  <a:moveTo>
                    <a:pt x="21726" y="0"/>
                  </a:moveTo>
                  <a:cubicBezTo>
                    <a:pt x="9585" y="0"/>
                    <a:pt x="0" y="9576"/>
                    <a:pt x="0" y="21706"/>
                  </a:cubicBezTo>
                  <a:cubicBezTo>
                    <a:pt x="0" y="33835"/>
                    <a:pt x="9585" y="43411"/>
                    <a:pt x="21726" y="43411"/>
                  </a:cubicBezTo>
                  <a:cubicBezTo>
                    <a:pt x="33867" y="43411"/>
                    <a:pt x="43452" y="33835"/>
                    <a:pt x="43452" y="21706"/>
                  </a:cubicBezTo>
                  <a:cubicBezTo>
                    <a:pt x="43452" y="9576"/>
                    <a:pt x="33867" y="0"/>
                    <a:pt x="21726" y="0"/>
                  </a:cubicBezTo>
                  <a:lnTo>
                    <a:pt x="21726" y="0"/>
                  </a:lnTo>
                  <a:close/>
                  <a:moveTo>
                    <a:pt x="21726" y="30643"/>
                  </a:moveTo>
                  <a:cubicBezTo>
                    <a:pt x="16614" y="30643"/>
                    <a:pt x="12780" y="26813"/>
                    <a:pt x="12780" y="21706"/>
                  </a:cubicBezTo>
                  <a:cubicBezTo>
                    <a:pt x="12780" y="16599"/>
                    <a:pt x="16614" y="12768"/>
                    <a:pt x="21726" y="12768"/>
                  </a:cubicBezTo>
                  <a:cubicBezTo>
                    <a:pt x="26838" y="12768"/>
                    <a:pt x="30672" y="16599"/>
                    <a:pt x="30672" y="21706"/>
                  </a:cubicBezTo>
                  <a:cubicBezTo>
                    <a:pt x="30672" y="21706"/>
                    <a:pt x="30672" y="21706"/>
                    <a:pt x="30672" y="21706"/>
                  </a:cubicBezTo>
                  <a:cubicBezTo>
                    <a:pt x="30672" y="26813"/>
                    <a:pt x="26838" y="31282"/>
                    <a:pt x="21726" y="30643"/>
                  </a:cubicBezTo>
                  <a:lnTo>
                    <a:pt x="21726" y="30643"/>
                  </a:lnTo>
                  <a:close/>
                </a:path>
              </a:pathLst>
            </a:custGeom>
            <a:solidFill>
              <a:srgbClr val="0076A8"/>
            </a:solidFill>
            <a:ln w="6390" cap="flat">
              <a:noFill/>
              <a:prstDash val="solid"/>
              <a:miter/>
            </a:ln>
          </p:spPr>
          <p:txBody>
            <a:bodyPr rtlCol="0" anchor="ctr"/>
            <a:lstStyle/>
            <a:p>
              <a:endParaRPr lang="en-US"/>
            </a:p>
          </p:txBody>
        </p:sp>
      </p:grpSp>
      <p:grpSp>
        <p:nvGrpSpPr>
          <p:cNvPr id="815" name="Graphic 4">
            <a:extLst>
              <a:ext uri="{FF2B5EF4-FFF2-40B4-BE49-F238E27FC236}">
                <a16:creationId xmlns:a16="http://schemas.microsoft.com/office/drawing/2014/main" id="{ADFF3E30-0782-0C40-A702-986F8016AD16}"/>
              </a:ext>
            </a:extLst>
          </p:cNvPr>
          <p:cNvGrpSpPr/>
          <p:nvPr/>
        </p:nvGrpSpPr>
        <p:grpSpPr>
          <a:xfrm>
            <a:off x="11372170" y="3339623"/>
            <a:ext cx="362309" cy="361971"/>
            <a:chOff x="11372170" y="3339623"/>
            <a:chExt cx="362309" cy="361971"/>
          </a:xfrm>
          <a:solidFill>
            <a:srgbClr val="0076A8"/>
          </a:solidFill>
        </p:grpSpPr>
        <p:sp>
          <p:nvSpPr>
            <p:cNvPr id="816" name="Graphic 4">
              <a:extLst>
                <a:ext uri="{FF2B5EF4-FFF2-40B4-BE49-F238E27FC236}">
                  <a16:creationId xmlns:a16="http://schemas.microsoft.com/office/drawing/2014/main" id="{76C911AB-1FDA-EF46-8E1A-2E2FB672E02F}"/>
                </a:ext>
              </a:extLst>
            </p:cNvPr>
            <p:cNvSpPr/>
            <p:nvPr/>
          </p:nvSpPr>
          <p:spPr>
            <a:xfrm>
              <a:off x="11372170" y="33396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95216 w 362309"/>
                <a:gd name="connsiteY6" fmla="*/ 238761 h 361971"/>
                <a:gd name="connsiteX7" fmla="*/ 280518 w 362309"/>
                <a:gd name="connsiteY7" fmla="*/ 270042 h 361971"/>
                <a:gd name="connsiteX8" fmla="*/ 279880 w 362309"/>
                <a:gd name="connsiteY8" fmla="*/ 271319 h 361971"/>
                <a:gd name="connsiteX9" fmla="*/ 181474 w 362309"/>
                <a:gd name="connsiteY9" fmla="*/ 280895 h 361971"/>
                <a:gd name="connsiteX10" fmla="*/ 83069 w 362309"/>
                <a:gd name="connsiteY10" fmla="*/ 271319 h 361971"/>
                <a:gd name="connsiteX11" fmla="*/ 82430 w 362309"/>
                <a:gd name="connsiteY11" fmla="*/ 270042 h 361971"/>
                <a:gd name="connsiteX12" fmla="*/ 67734 w 362309"/>
                <a:gd name="connsiteY12" fmla="*/ 238761 h 361971"/>
                <a:gd name="connsiteX13" fmla="*/ 68373 w 362309"/>
                <a:gd name="connsiteY13" fmla="*/ 213225 h 361971"/>
                <a:gd name="connsiteX14" fmla="*/ 72845 w 362309"/>
                <a:gd name="connsiteY14" fmla="*/ 208756 h 361971"/>
                <a:gd name="connsiteX15" fmla="*/ 90738 w 362309"/>
                <a:gd name="connsiteY15" fmla="*/ 203011 h 361971"/>
                <a:gd name="connsiteX16" fmla="*/ 90738 w 362309"/>
                <a:gd name="connsiteY16" fmla="*/ 192796 h 361971"/>
                <a:gd name="connsiteX17" fmla="*/ 121409 w 362309"/>
                <a:gd name="connsiteY17" fmla="*/ 118104 h 361971"/>
                <a:gd name="connsiteX18" fmla="*/ 121409 w 362309"/>
                <a:gd name="connsiteY18" fmla="*/ 112997 h 361971"/>
                <a:gd name="connsiteX19" fmla="*/ 125243 w 362309"/>
                <a:gd name="connsiteY19" fmla="*/ 107251 h 361971"/>
                <a:gd name="connsiteX20" fmla="*/ 133550 w 362309"/>
                <a:gd name="connsiteY20" fmla="*/ 102782 h 361971"/>
                <a:gd name="connsiteX21" fmla="*/ 160388 w 362309"/>
                <a:gd name="connsiteY21" fmla="*/ 91930 h 361971"/>
                <a:gd name="connsiteX22" fmla="*/ 160388 w 362309"/>
                <a:gd name="connsiteY22" fmla="*/ 88738 h 361971"/>
                <a:gd name="connsiteX23" fmla="*/ 166778 w 362309"/>
                <a:gd name="connsiteY23" fmla="*/ 82354 h 361971"/>
                <a:gd name="connsiteX24" fmla="*/ 197449 w 362309"/>
                <a:gd name="connsiteY24" fmla="*/ 82354 h 361971"/>
                <a:gd name="connsiteX25" fmla="*/ 203839 w 362309"/>
                <a:gd name="connsiteY25" fmla="*/ 88738 h 361971"/>
                <a:gd name="connsiteX26" fmla="*/ 203839 w 362309"/>
                <a:gd name="connsiteY26" fmla="*/ 91930 h 361971"/>
                <a:gd name="connsiteX27" fmla="*/ 230677 w 362309"/>
                <a:gd name="connsiteY27" fmla="*/ 102782 h 361971"/>
                <a:gd name="connsiteX28" fmla="*/ 238984 w 362309"/>
                <a:gd name="connsiteY28" fmla="*/ 107251 h 361971"/>
                <a:gd name="connsiteX29" fmla="*/ 242818 w 362309"/>
                <a:gd name="connsiteY29" fmla="*/ 112997 h 361971"/>
                <a:gd name="connsiteX30" fmla="*/ 242818 w 362309"/>
                <a:gd name="connsiteY30" fmla="*/ 118104 h 361971"/>
                <a:gd name="connsiteX31" fmla="*/ 273490 w 362309"/>
                <a:gd name="connsiteY31" fmla="*/ 192796 h 361971"/>
                <a:gd name="connsiteX32" fmla="*/ 273490 w 362309"/>
                <a:gd name="connsiteY32" fmla="*/ 203011 h 361971"/>
                <a:gd name="connsiteX33" fmla="*/ 291382 w 362309"/>
                <a:gd name="connsiteY33" fmla="*/ 208756 h 361971"/>
                <a:gd name="connsiteX34" fmla="*/ 295854 w 362309"/>
                <a:gd name="connsiteY34" fmla="*/ 213225 h 361971"/>
                <a:gd name="connsiteX35" fmla="*/ 295216 w 362309"/>
                <a:gd name="connsiteY35" fmla="*/ 238761 h 361971"/>
                <a:gd name="connsiteX36" fmla="*/ 295216 w 362309"/>
                <a:gd name="connsiteY36" fmla="*/ 23876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295216" y="238761"/>
                  </a:moveTo>
                  <a:cubicBezTo>
                    <a:pt x="291382" y="249614"/>
                    <a:pt x="286270" y="259828"/>
                    <a:pt x="280518" y="270042"/>
                  </a:cubicBezTo>
                  <a:cubicBezTo>
                    <a:pt x="280518" y="270681"/>
                    <a:pt x="279880" y="270681"/>
                    <a:pt x="279880" y="271319"/>
                  </a:cubicBezTo>
                  <a:cubicBezTo>
                    <a:pt x="272212" y="279618"/>
                    <a:pt x="214703" y="280895"/>
                    <a:pt x="181474" y="280895"/>
                  </a:cubicBezTo>
                  <a:cubicBezTo>
                    <a:pt x="148247" y="280895"/>
                    <a:pt x="90738" y="279618"/>
                    <a:pt x="83069" y="271319"/>
                  </a:cubicBezTo>
                  <a:cubicBezTo>
                    <a:pt x="82430" y="270681"/>
                    <a:pt x="82430" y="270681"/>
                    <a:pt x="82430" y="270042"/>
                  </a:cubicBezTo>
                  <a:cubicBezTo>
                    <a:pt x="76679" y="259828"/>
                    <a:pt x="71568" y="249614"/>
                    <a:pt x="67734" y="238761"/>
                  </a:cubicBezTo>
                  <a:cubicBezTo>
                    <a:pt x="65817" y="230462"/>
                    <a:pt x="66456" y="221524"/>
                    <a:pt x="68373" y="213225"/>
                  </a:cubicBezTo>
                  <a:cubicBezTo>
                    <a:pt x="69012" y="211310"/>
                    <a:pt x="70289" y="209395"/>
                    <a:pt x="72845" y="208756"/>
                  </a:cubicBezTo>
                  <a:lnTo>
                    <a:pt x="90738" y="203011"/>
                  </a:lnTo>
                  <a:lnTo>
                    <a:pt x="90738" y="192796"/>
                  </a:lnTo>
                  <a:cubicBezTo>
                    <a:pt x="91376" y="164707"/>
                    <a:pt x="102879" y="138533"/>
                    <a:pt x="121409" y="118104"/>
                  </a:cubicBezTo>
                  <a:lnTo>
                    <a:pt x="121409" y="112997"/>
                  </a:lnTo>
                  <a:cubicBezTo>
                    <a:pt x="121409" y="110443"/>
                    <a:pt x="122687" y="108528"/>
                    <a:pt x="125243" y="107251"/>
                  </a:cubicBezTo>
                  <a:lnTo>
                    <a:pt x="133550" y="102782"/>
                  </a:lnTo>
                  <a:cubicBezTo>
                    <a:pt x="141857" y="97675"/>
                    <a:pt x="151442" y="93845"/>
                    <a:pt x="160388" y="91930"/>
                  </a:cubicBezTo>
                  <a:lnTo>
                    <a:pt x="160388" y="88738"/>
                  </a:lnTo>
                  <a:cubicBezTo>
                    <a:pt x="160388" y="84907"/>
                    <a:pt x="162943" y="82354"/>
                    <a:pt x="166778" y="82354"/>
                  </a:cubicBezTo>
                  <a:lnTo>
                    <a:pt x="197449" y="82354"/>
                  </a:lnTo>
                  <a:cubicBezTo>
                    <a:pt x="201283" y="82354"/>
                    <a:pt x="203839" y="84907"/>
                    <a:pt x="203839" y="88738"/>
                  </a:cubicBezTo>
                  <a:lnTo>
                    <a:pt x="203839" y="91930"/>
                  </a:lnTo>
                  <a:cubicBezTo>
                    <a:pt x="213424" y="94483"/>
                    <a:pt x="222370" y="97675"/>
                    <a:pt x="230677" y="102782"/>
                  </a:cubicBezTo>
                  <a:lnTo>
                    <a:pt x="238984" y="107251"/>
                  </a:lnTo>
                  <a:cubicBezTo>
                    <a:pt x="240901" y="108528"/>
                    <a:pt x="242179" y="110443"/>
                    <a:pt x="242818" y="112997"/>
                  </a:cubicBezTo>
                  <a:lnTo>
                    <a:pt x="242818" y="118104"/>
                  </a:lnTo>
                  <a:cubicBezTo>
                    <a:pt x="261987" y="138533"/>
                    <a:pt x="272851" y="165345"/>
                    <a:pt x="273490" y="192796"/>
                  </a:cubicBezTo>
                  <a:lnTo>
                    <a:pt x="273490" y="203011"/>
                  </a:lnTo>
                  <a:lnTo>
                    <a:pt x="291382" y="208756"/>
                  </a:lnTo>
                  <a:cubicBezTo>
                    <a:pt x="293298" y="209395"/>
                    <a:pt x="295216" y="211310"/>
                    <a:pt x="295854" y="213225"/>
                  </a:cubicBezTo>
                  <a:cubicBezTo>
                    <a:pt x="297132" y="221524"/>
                    <a:pt x="297132" y="229823"/>
                    <a:pt x="295216" y="238761"/>
                  </a:cubicBezTo>
                  <a:lnTo>
                    <a:pt x="295216" y="238761"/>
                  </a:lnTo>
                  <a:close/>
                </a:path>
              </a:pathLst>
            </a:custGeom>
            <a:solidFill>
              <a:srgbClr val="0076A8"/>
            </a:solidFill>
            <a:ln w="6390" cap="flat">
              <a:noFill/>
              <a:prstDash val="solid"/>
              <a:miter/>
            </a:ln>
          </p:spPr>
          <p:txBody>
            <a:bodyPr rtlCol="0" anchor="ctr"/>
            <a:lstStyle/>
            <a:p>
              <a:endParaRPr lang="en-US"/>
            </a:p>
          </p:txBody>
        </p:sp>
        <p:sp>
          <p:nvSpPr>
            <p:cNvPr id="817" name="Graphic 4">
              <a:extLst>
                <a:ext uri="{FF2B5EF4-FFF2-40B4-BE49-F238E27FC236}">
                  <a16:creationId xmlns:a16="http://schemas.microsoft.com/office/drawing/2014/main" id="{54313D87-5281-B248-BBAC-1D226382BCF0}"/>
                </a:ext>
              </a:extLst>
            </p:cNvPr>
            <p:cNvSpPr/>
            <p:nvPr/>
          </p:nvSpPr>
          <p:spPr>
            <a:xfrm>
              <a:off x="11521056" y="3519652"/>
              <a:ext cx="65177" cy="65116"/>
            </a:xfrm>
            <a:custGeom>
              <a:avLst/>
              <a:gdLst>
                <a:gd name="connsiteX0" fmla="*/ 32589 w 65177"/>
                <a:gd name="connsiteY0" fmla="*/ 0 h 65116"/>
                <a:gd name="connsiteX1" fmla="*/ 0 w 65177"/>
                <a:gd name="connsiteY1" fmla="*/ 32558 h 65116"/>
                <a:gd name="connsiteX2" fmla="*/ 32589 w 65177"/>
                <a:gd name="connsiteY2" fmla="*/ 65117 h 65116"/>
                <a:gd name="connsiteX3" fmla="*/ 65177 w 65177"/>
                <a:gd name="connsiteY3" fmla="*/ 32558 h 65116"/>
                <a:gd name="connsiteX4" fmla="*/ 32589 w 65177"/>
                <a:gd name="connsiteY4" fmla="*/ 0 h 65116"/>
                <a:gd name="connsiteX5" fmla="*/ 32589 w 65177"/>
                <a:gd name="connsiteY5" fmla="*/ 53625 h 65116"/>
                <a:gd name="connsiteX6" fmla="*/ 10863 w 65177"/>
                <a:gd name="connsiteY6" fmla="*/ 31920 h 65116"/>
                <a:gd name="connsiteX7" fmla="*/ 32589 w 65177"/>
                <a:gd name="connsiteY7" fmla="*/ 10214 h 65116"/>
                <a:gd name="connsiteX8" fmla="*/ 54314 w 65177"/>
                <a:gd name="connsiteY8" fmla="*/ 31920 h 65116"/>
                <a:gd name="connsiteX9" fmla="*/ 54314 w 65177"/>
                <a:gd name="connsiteY9" fmla="*/ 31920 h 65116"/>
                <a:gd name="connsiteX10" fmla="*/ 32589 w 65177"/>
                <a:gd name="connsiteY10" fmla="*/ 53625 h 65116"/>
                <a:gd name="connsiteX11" fmla="*/ 32589 w 65177"/>
                <a:gd name="connsiteY11" fmla="*/ 53625 h 65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177" h="65116">
                  <a:moveTo>
                    <a:pt x="32589" y="0"/>
                  </a:moveTo>
                  <a:cubicBezTo>
                    <a:pt x="14697" y="0"/>
                    <a:pt x="0" y="14683"/>
                    <a:pt x="0" y="32558"/>
                  </a:cubicBezTo>
                  <a:cubicBezTo>
                    <a:pt x="0" y="50433"/>
                    <a:pt x="14697" y="65117"/>
                    <a:pt x="32589" y="65117"/>
                  </a:cubicBezTo>
                  <a:cubicBezTo>
                    <a:pt x="50481" y="65117"/>
                    <a:pt x="65177" y="50433"/>
                    <a:pt x="65177" y="32558"/>
                  </a:cubicBezTo>
                  <a:cubicBezTo>
                    <a:pt x="64538" y="14045"/>
                    <a:pt x="49842" y="0"/>
                    <a:pt x="32589" y="0"/>
                  </a:cubicBezTo>
                  <a:close/>
                  <a:moveTo>
                    <a:pt x="32589" y="53625"/>
                  </a:moveTo>
                  <a:cubicBezTo>
                    <a:pt x="20447" y="53625"/>
                    <a:pt x="10863" y="44049"/>
                    <a:pt x="10863" y="31920"/>
                  </a:cubicBezTo>
                  <a:cubicBezTo>
                    <a:pt x="10863" y="19790"/>
                    <a:pt x="20447" y="10214"/>
                    <a:pt x="32589" y="10214"/>
                  </a:cubicBezTo>
                  <a:cubicBezTo>
                    <a:pt x="44730" y="10214"/>
                    <a:pt x="54314" y="19790"/>
                    <a:pt x="54314" y="31920"/>
                  </a:cubicBezTo>
                  <a:cubicBezTo>
                    <a:pt x="54314" y="31920"/>
                    <a:pt x="54314" y="31920"/>
                    <a:pt x="54314" y="31920"/>
                  </a:cubicBezTo>
                  <a:cubicBezTo>
                    <a:pt x="54314" y="44049"/>
                    <a:pt x="44091" y="53625"/>
                    <a:pt x="32589" y="53625"/>
                  </a:cubicBezTo>
                  <a:lnTo>
                    <a:pt x="32589" y="53625"/>
                  </a:lnTo>
                  <a:close/>
                </a:path>
              </a:pathLst>
            </a:custGeom>
            <a:solidFill>
              <a:srgbClr val="0076A8"/>
            </a:solidFill>
            <a:ln w="6390" cap="flat">
              <a:noFill/>
              <a:prstDash val="solid"/>
              <a:miter/>
            </a:ln>
          </p:spPr>
          <p:txBody>
            <a:bodyPr rtlCol="0" anchor="ctr"/>
            <a:lstStyle/>
            <a:p>
              <a:endParaRPr lang="en-US"/>
            </a:p>
          </p:txBody>
        </p:sp>
        <p:sp>
          <p:nvSpPr>
            <p:cNvPr id="818" name="Graphic 4">
              <a:extLst>
                <a:ext uri="{FF2B5EF4-FFF2-40B4-BE49-F238E27FC236}">
                  <a16:creationId xmlns:a16="http://schemas.microsoft.com/office/drawing/2014/main" id="{FE3B5658-A80E-6F4A-85E0-84CA9BDC4138}"/>
                </a:ext>
              </a:extLst>
            </p:cNvPr>
            <p:cNvSpPr/>
            <p:nvPr/>
          </p:nvSpPr>
          <p:spPr>
            <a:xfrm>
              <a:off x="11544699" y="3542634"/>
              <a:ext cx="17892" cy="17875"/>
            </a:xfrm>
            <a:custGeom>
              <a:avLst/>
              <a:gdLst>
                <a:gd name="connsiteX0" fmla="*/ 8946 w 17892"/>
                <a:gd name="connsiteY0" fmla="*/ 0 h 17875"/>
                <a:gd name="connsiteX1" fmla="*/ 0 w 17892"/>
                <a:gd name="connsiteY1" fmla="*/ 8938 h 17875"/>
                <a:gd name="connsiteX2" fmla="*/ 8946 w 17892"/>
                <a:gd name="connsiteY2" fmla="*/ 17875 h 17875"/>
                <a:gd name="connsiteX3" fmla="*/ 17892 w 17892"/>
                <a:gd name="connsiteY3" fmla="*/ 8938 h 17875"/>
                <a:gd name="connsiteX4" fmla="*/ 17892 w 17892"/>
                <a:gd name="connsiteY4" fmla="*/ 8938 h 17875"/>
                <a:gd name="connsiteX5" fmla="*/ 8946 w 17892"/>
                <a:gd name="connsiteY5" fmla="*/ 0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2" h="17875">
                  <a:moveTo>
                    <a:pt x="8946" y="0"/>
                  </a:moveTo>
                  <a:cubicBezTo>
                    <a:pt x="3835" y="0"/>
                    <a:pt x="0" y="3831"/>
                    <a:pt x="0" y="8938"/>
                  </a:cubicBezTo>
                  <a:cubicBezTo>
                    <a:pt x="0" y="14045"/>
                    <a:pt x="3835" y="17875"/>
                    <a:pt x="8946" y="17875"/>
                  </a:cubicBezTo>
                  <a:cubicBezTo>
                    <a:pt x="14058" y="17875"/>
                    <a:pt x="17892" y="14045"/>
                    <a:pt x="17892" y="8938"/>
                  </a:cubicBezTo>
                  <a:cubicBezTo>
                    <a:pt x="17892" y="8938"/>
                    <a:pt x="17892" y="8938"/>
                    <a:pt x="17892" y="8938"/>
                  </a:cubicBezTo>
                  <a:cubicBezTo>
                    <a:pt x="17892" y="3831"/>
                    <a:pt x="13419" y="0"/>
                    <a:pt x="8946" y="0"/>
                  </a:cubicBezTo>
                  <a:close/>
                </a:path>
              </a:pathLst>
            </a:custGeom>
            <a:solidFill>
              <a:srgbClr val="0076A8"/>
            </a:solidFill>
            <a:ln w="6390" cap="flat">
              <a:noFill/>
              <a:prstDash val="solid"/>
              <a:miter/>
            </a:ln>
          </p:spPr>
          <p:txBody>
            <a:bodyPr rtlCol="0" anchor="ctr"/>
            <a:lstStyle/>
            <a:p>
              <a:endParaRPr lang="en-US"/>
            </a:p>
          </p:txBody>
        </p:sp>
        <p:sp>
          <p:nvSpPr>
            <p:cNvPr id="819" name="Graphic 4">
              <a:extLst>
                <a:ext uri="{FF2B5EF4-FFF2-40B4-BE49-F238E27FC236}">
                  <a16:creationId xmlns:a16="http://schemas.microsoft.com/office/drawing/2014/main" id="{B19DCB01-340C-184A-BD73-BC18320C23DE}"/>
                </a:ext>
              </a:extLst>
            </p:cNvPr>
            <p:cNvSpPr/>
            <p:nvPr/>
          </p:nvSpPr>
          <p:spPr>
            <a:xfrm>
              <a:off x="11473132" y="3434106"/>
              <a:ext cx="158470" cy="132786"/>
            </a:xfrm>
            <a:custGeom>
              <a:avLst/>
              <a:gdLst>
                <a:gd name="connsiteX0" fmla="*/ 35145 w 158470"/>
                <a:gd name="connsiteY0" fmla="*/ 117465 h 132786"/>
                <a:gd name="connsiteX1" fmla="*/ 79874 w 158470"/>
                <a:gd name="connsiteY1" fmla="*/ 72139 h 132786"/>
                <a:gd name="connsiteX2" fmla="*/ 125243 w 158470"/>
                <a:gd name="connsiteY2" fmla="*/ 116827 h 132786"/>
                <a:gd name="connsiteX3" fmla="*/ 122048 w 158470"/>
                <a:gd name="connsiteY3" fmla="*/ 132787 h 132786"/>
                <a:gd name="connsiteX4" fmla="*/ 158471 w 158470"/>
                <a:gd name="connsiteY4" fmla="*/ 121934 h 132786"/>
                <a:gd name="connsiteX5" fmla="*/ 158471 w 158470"/>
                <a:gd name="connsiteY5" fmla="*/ 97037 h 132786"/>
                <a:gd name="connsiteX6" fmla="*/ 140579 w 158470"/>
                <a:gd name="connsiteY6" fmla="*/ 42773 h 132786"/>
                <a:gd name="connsiteX7" fmla="*/ 140579 w 158470"/>
                <a:gd name="connsiteY7" fmla="*/ 89376 h 132786"/>
                <a:gd name="connsiteX8" fmla="*/ 134189 w 158470"/>
                <a:gd name="connsiteY8" fmla="*/ 95760 h 132786"/>
                <a:gd name="connsiteX9" fmla="*/ 127799 w 158470"/>
                <a:gd name="connsiteY9" fmla="*/ 89376 h 132786"/>
                <a:gd name="connsiteX10" fmla="*/ 127799 w 158470"/>
                <a:gd name="connsiteY10" fmla="*/ 21067 h 132786"/>
                <a:gd name="connsiteX11" fmla="*/ 122686 w 158470"/>
                <a:gd name="connsiteY11" fmla="*/ 18514 h 132786"/>
                <a:gd name="connsiteX12" fmla="*/ 101600 w 158470"/>
                <a:gd name="connsiteY12" fmla="*/ 9576 h 132786"/>
                <a:gd name="connsiteX13" fmla="*/ 101600 w 158470"/>
                <a:gd name="connsiteY13" fmla="*/ 43411 h 132786"/>
                <a:gd name="connsiteX14" fmla="*/ 106712 w 158470"/>
                <a:gd name="connsiteY14" fmla="*/ 51710 h 132786"/>
                <a:gd name="connsiteX15" fmla="*/ 105434 w 158470"/>
                <a:gd name="connsiteY15" fmla="*/ 60648 h 132786"/>
                <a:gd name="connsiteX16" fmla="*/ 96488 w 158470"/>
                <a:gd name="connsiteY16" fmla="*/ 59371 h 132786"/>
                <a:gd name="connsiteX17" fmla="*/ 95849 w 158470"/>
                <a:gd name="connsiteY17" fmla="*/ 58733 h 132786"/>
                <a:gd name="connsiteX18" fmla="*/ 89459 w 158470"/>
                <a:gd name="connsiteY18" fmla="*/ 49157 h 132786"/>
                <a:gd name="connsiteX19" fmla="*/ 88181 w 158470"/>
                <a:gd name="connsiteY19" fmla="*/ 45965 h 132786"/>
                <a:gd name="connsiteX20" fmla="*/ 88181 w 158470"/>
                <a:gd name="connsiteY20" fmla="*/ 0 h 132786"/>
                <a:gd name="connsiteX21" fmla="*/ 70289 w 158470"/>
                <a:gd name="connsiteY21" fmla="*/ 0 h 132786"/>
                <a:gd name="connsiteX22" fmla="*/ 70289 w 158470"/>
                <a:gd name="connsiteY22" fmla="*/ 1277 h 132786"/>
                <a:gd name="connsiteX23" fmla="*/ 70289 w 158470"/>
                <a:gd name="connsiteY23" fmla="*/ 1915 h 132786"/>
                <a:gd name="connsiteX24" fmla="*/ 70289 w 158470"/>
                <a:gd name="connsiteY24" fmla="*/ 2554 h 132786"/>
                <a:gd name="connsiteX25" fmla="*/ 70289 w 158470"/>
                <a:gd name="connsiteY25" fmla="*/ 45965 h 132786"/>
                <a:gd name="connsiteX26" fmla="*/ 69012 w 158470"/>
                <a:gd name="connsiteY26" fmla="*/ 49157 h 132786"/>
                <a:gd name="connsiteX27" fmla="*/ 62622 w 158470"/>
                <a:gd name="connsiteY27" fmla="*/ 58733 h 132786"/>
                <a:gd name="connsiteX28" fmla="*/ 53676 w 158470"/>
                <a:gd name="connsiteY28" fmla="*/ 60648 h 132786"/>
                <a:gd name="connsiteX29" fmla="*/ 51758 w 158470"/>
                <a:gd name="connsiteY29" fmla="*/ 51710 h 132786"/>
                <a:gd name="connsiteX30" fmla="*/ 56871 w 158470"/>
                <a:gd name="connsiteY30" fmla="*/ 43411 h 132786"/>
                <a:gd name="connsiteX31" fmla="*/ 56871 w 158470"/>
                <a:gd name="connsiteY31" fmla="*/ 9576 h 132786"/>
                <a:gd name="connsiteX32" fmla="*/ 35783 w 158470"/>
                <a:gd name="connsiteY32" fmla="*/ 18514 h 132786"/>
                <a:gd name="connsiteX33" fmla="*/ 30672 w 158470"/>
                <a:gd name="connsiteY33" fmla="*/ 21067 h 132786"/>
                <a:gd name="connsiteX34" fmla="*/ 30672 w 158470"/>
                <a:gd name="connsiteY34" fmla="*/ 89376 h 132786"/>
                <a:gd name="connsiteX35" fmla="*/ 24282 w 158470"/>
                <a:gd name="connsiteY35" fmla="*/ 95760 h 132786"/>
                <a:gd name="connsiteX36" fmla="*/ 17892 w 158470"/>
                <a:gd name="connsiteY36" fmla="*/ 89376 h 132786"/>
                <a:gd name="connsiteX37" fmla="*/ 17892 w 158470"/>
                <a:gd name="connsiteY37" fmla="*/ 42773 h 132786"/>
                <a:gd name="connsiteX38" fmla="*/ 0 w 158470"/>
                <a:gd name="connsiteY38" fmla="*/ 97037 h 132786"/>
                <a:gd name="connsiteX39" fmla="*/ 0 w 158470"/>
                <a:gd name="connsiteY39" fmla="*/ 121934 h 132786"/>
                <a:gd name="connsiteX40" fmla="*/ 36422 w 158470"/>
                <a:gd name="connsiteY40" fmla="*/ 132787 h 132786"/>
                <a:gd name="connsiteX41" fmla="*/ 35145 w 158470"/>
                <a:gd name="connsiteY41" fmla="*/ 117465 h 132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8470" h="132786">
                  <a:moveTo>
                    <a:pt x="35145" y="117465"/>
                  </a:moveTo>
                  <a:cubicBezTo>
                    <a:pt x="35145" y="92568"/>
                    <a:pt x="54953" y="72139"/>
                    <a:pt x="79874" y="72139"/>
                  </a:cubicBezTo>
                  <a:cubicBezTo>
                    <a:pt x="104795" y="72139"/>
                    <a:pt x="125243" y="91930"/>
                    <a:pt x="125243" y="116827"/>
                  </a:cubicBezTo>
                  <a:cubicBezTo>
                    <a:pt x="125243" y="122573"/>
                    <a:pt x="123965" y="127680"/>
                    <a:pt x="122048" y="132787"/>
                  </a:cubicBezTo>
                  <a:cubicBezTo>
                    <a:pt x="145691" y="129595"/>
                    <a:pt x="155276" y="124488"/>
                    <a:pt x="158471" y="121934"/>
                  </a:cubicBezTo>
                  <a:lnTo>
                    <a:pt x="158471" y="97037"/>
                  </a:lnTo>
                  <a:cubicBezTo>
                    <a:pt x="157831" y="77246"/>
                    <a:pt x="151441" y="58733"/>
                    <a:pt x="140579" y="42773"/>
                  </a:cubicBezTo>
                  <a:lnTo>
                    <a:pt x="140579" y="89376"/>
                  </a:lnTo>
                  <a:cubicBezTo>
                    <a:pt x="140579" y="93206"/>
                    <a:pt x="138022" y="95760"/>
                    <a:pt x="134189" y="95760"/>
                  </a:cubicBezTo>
                  <a:cubicBezTo>
                    <a:pt x="130355" y="95760"/>
                    <a:pt x="127799" y="93206"/>
                    <a:pt x="127799" y="89376"/>
                  </a:cubicBezTo>
                  <a:lnTo>
                    <a:pt x="127799" y="21067"/>
                  </a:lnTo>
                  <a:lnTo>
                    <a:pt x="122686" y="18514"/>
                  </a:lnTo>
                  <a:cubicBezTo>
                    <a:pt x="116297" y="14683"/>
                    <a:pt x="108629" y="11491"/>
                    <a:pt x="101600" y="9576"/>
                  </a:cubicBezTo>
                  <a:lnTo>
                    <a:pt x="101600" y="43411"/>
                  </a:lnTo>
                  <a:lnTo>
                    <a:pt x="106712" y="51710"/>
                  </a:lnTo>
                  <a:cubicBezTo>
                    <a:pt x="108629" y="54264"/>
                    <a:pt x="107990" y="58733"/>
                    <a:pt x="105434" y="60648"/>
                  </a:cubicBezTo>
                  <a:cubicBezTo>
                    <a:pt x="102878" y="62563"/>
                    <a:pt x="98405" y="61925"/>
                    <a:pt x="96488" y="59371"/>
                  </a:cubicBezTo>
                  <a:cubicBezTo>
                    <a:pt x="96488" y="59371"/>
                    <a:pt x="95849" y="58733"/>
                    <a:pt x="95849" y="58733"/>
                  </a:cubicBezTo>
                  <a:lnTo>
                    <a:pt x="89459" y="49157"/>
                  </a:lnTo>
                  <a:cubicBezTo>
                    <a:pt x="88820" y="47880"/>
                    <a:pt x="88181" y="47242"/>
                    <a:pt x="88181" y="45965"/>
                  </a:cubicBezTo>
                  <a:lnTo>
                    <a:pt x="88181" y="0"/>
                  </a:lnTo>
                  <a:lnTo>
                    <a:pt x="70289" y="0"/>
                  </a:lnTo>
                  <a:lnTo>
                    <a:pt x="70289" y="1277"/>
                  </a:lnTo>
                  <a:cubicBezTo>
                    <a:pt x="70289" y="1277"/>
                    <a:pt x="70289" y="1277"/>
                    <a:pt x="70289" y="1915"/>
                  </a:cubicBezTo>
                  <a:cubicBezTo>
                    <a:pt x="70289" y="2554"/>
                    <a:pt x="70289" y="1915"/>
                    <a:pt x="70289" y="2554"/>
                  </a:cubicBezTo>
                  <a:lnTo>
                    <a:pt x="70289" y="45965"/>
                  </a:lnTo>
                  <a:cubicBezTo>
                    <a:pt x="70289" y="47242"/>
                    <a:pt x="69650" y="48519"/>
                    <a:pt x="69012" y="49157"/>
                  </a:cubicBezTo>
                  <a:lnTo>
                    <a:pt x="62622" y="58733"/>
                  </a:lnTo>
                  <a:cubicBezTo>
                    <a:pt x="60704" y="61925"/>
                    <a:pt x="56871" y="62563"/>
                    <a:pt x="53676" y="60648"/>
                  </a:cubicBezTo>
                  <a:cubicBezTo>
                    <a:pt x="50481" y="58733"/>
                    <a:pt x="49842" y="54902"/>
                    <a:pt x="51758" y="51710"/>
                  </a:cubicBezTo>
                  <a:lnTo>
                    <a:pt x="56871" y="43411"/>
                  </a:lnTo>
                  <a:lnTo>
                    <a:pt x="56871" y="9576"/>
                  </a:lnTo>
                  <a:cubicBezTo>
                    <a:pt x="49202" y="11491"/>
                    <a:pt x="42173" y="14683"/>
                    <a:pt x="35783" y="18514"/>
                  </a:cubicBezTo>
                  <a:lnTo>
                    <a:pt x="30672" y="21067"/>
                  </a:lnTo>
                  <a:lnTo>
                    <a:pt x="30672" y="89376"/>
                  </a:lnTo>
                  <a:cubicBezTo>
                    <a:pt x="30672" y="93206"/>
                    <a:pt x="28116" y="95760"/>
                    <a:pt x="24282" y="95760"/>
                  </a:cubicBezTo>
                  <a:cubicBezTo>
                    <a:pt x="20447" y="95760"/>
                    <a:pt x="17892" y="93206"/>
                    <a:pt x="17892" y="89376"/>
                  </a:cubicBezTo>
                  <a:lnTo>
                    <a:pt x="17892" y="42773"/>
                  </a:lnTo>
                  <a:cubicBezTo>
                    <a:pt x="6390" y="58733"/>
                    <a:pt x="0" y="77885"/>
                    <a:pt x="0" y="97037"/>
                  </a:cubicBezTo>
                  <a:lnTo>
                    <a:pt x="0" y="121934"/>
                  </a:lnTo>
                  <a:cubicBezTo>
                    <a:pt x="3195" y="123849"/>
                    <a:pt x="12780" y="129595"/>
                    <a:pt x="36422" y="132787"/>
                  </a:cubicBezTo>
                  <a:cubicBezTo>
                    <a:pt x="35783" y="128318"/>
                    <a:pt x="35145" y="123211"/>
                    <a:pt x="35145" y="117465"/>
                  </a:cubicBezTo>
                  <a:close/>
                </a:path>
              </a:pathLst>
            </a:custGeom>
            <a:solidFill>
              <a:srgbClr val="0076A8"/>
            </a:solidFill>
            <a:ln w="6390" cap="flat">
              <a:noFill/>
              <a:prstDash val="solid"/>
              <a:miter/>
            </a:ln>
          </p:spPr>
          <p:txBody>
            <a:bodyPr rtlCol="0" anchor="ctr"/>
            <a:lstStyle/>
            <a:p>
              <a:endParaRPr lang="en-US"/>
            </a:p>
          </p:txBody>
        </p:sp>
        <p:sp>
          <p:nvSpPr>
            <p:cNvPr id="820" name="Graphic 4">
              <a:extLst>
                <a:ext uri="{FF2B5EF4-FFF2-40B4-BE49-F238E27FC236}">
                  <a16:creationId xmlns:a16="http://schemas.microsoft.com/office/drawing/2014/main" id="{BFA42D96-5139-C54C-ADA5-DE0C2907D179}"/>
                </a:ext>
              </a:extLst>
            </p:cNvPr>
            <p:cNvSpPr/>
            <p:nvPr/>
          </p:nvSpPr>
          <p:spPr>
            <a:xfrm>
              <a:off x="11450927" y="3555402"/>
              <a:ext cx="205436" cy="51710"/>
            </a:xfrm>
            <a:custGeom>
              <a:avLst/>
              <a:gdLst>
                <a:gd name="connsiteX0" fmla="*/ 194095 w 205436"/>
                <a:gd name="connsiteY0" fmla="*/ 0 h 51710"/>
                <a:gd name="connsiteX1" fmla="*/ 194095 w 205436"/>
                <a:gd name="connsiteY1" fmla="*/ 3831 h 51710"/>
                <a:gd name="connsiteX2" fmla="*/ 192816 w 205436"/>
                <a:gd name="connsiteY2" fmla="*/ 7661 h 51710"/>
                <a:gd name="connsiteX3" fmla="*/ 137863 w 205436"/>
                <a:gd name="connsiteY3" fmla="*/ 25536 h 51710"/>
                <a:gd name="connsiteX4" fmla="*/ 137224 w 205436"/>
                <a:gd name="connsiteY4" fmla="*/ 25536 h 51710"/>
                <a:gd name="connsiteX5" fmla="*/ 136585 w 205436"/>
                <a:gd name="connsiteY5" fmla="*/ 25536 h 51710"/>
                <a:gd name="connsiteX6" fmla="*/ 73325 w 205436"/>
                <a:gd name="connsiteY6" fmla="*/ 30643 h 51710"/>
                <a:gd name="connsiteX7" fmla="*/ 68212 w 205436"/>
                <a:gd name="connsiteY7" fmla="*/ 25536 h 51710"/>
                <a:gd name="connsiteX8" fmla="*/ 67573 w 205436"/>
                <a:gd name="connsiteY8" fmla="*/ 25536 h 51710"/>
                <a:gd name="connsiteX9" fmla="*/ 66935 w 205436"/>
                <a:gd name="connsiteY9" fmla="*/ 25536 h 51710"/>
                <a:gd name="connsiteX10" fmla="*/ 11981 w 205436"/>
                <a:gd name="connsiteY10" fmla="*/ 7661 h 51710"/>
                <a:gd name="connsiteX11" fmla="*/ 10703 w 205436"/>
                <a:gd name="connsiteY11" fmla="*/ 3831 h 51710"/>
                <a:gd name="connsiteX12" fmla="*/ 10703 w 205436"/>
                <a:gd name="connsiteY12" fmla="*/ 0 h 51710"/>
                <a:gd name="connsiteX13" fmla="*/ 479 w 205436"/>
                <a:gd name="connsiteY13" fmla="*/ 3192 h 51710"/>
                <a:gd name="connsiteX14" fmla="*/ 479 w 205436"/>
                <a:gd name="connsiteY14" fmla="*/ 19152 h 51710"/>
                <a:gd name="connsiteX15" fmla="*/ 13259 w 205436"/>
                <a:gd name="connsiteY15" fmla="*/ 45965 h 51710"/>
                <a:gd name="connsiteX16" fmla="*/ 102718 w 205436"/>
                <a:gd name="connsiteY16" fmla="*/ 51710 h 51710"/>
                <a:gd name="connsiteX17" fmla="*/ 192177 w 205436"/>
                <a:gd name="connsiteY17" fmla="*/ 45965 h 51710"/>
                <a:gd name="connsiteX18" fmla="*/ 204957 w 205436"/>
                <a:gd name="connsiteY18" fmla="*/ 19152 h 51710"/>
                <a:gd name="connsiteX19" fmla="*/ 204957 w 205436"/>
                <a:gd name="connsiteY19" fmla="*/ 3192 h 51710"/>
                <a:gd name="connsiteX20" fmla="*/ 194095 w 205436"/>
                <a:gd name="connsiteY20" fmla="*/ 0 h 5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436" h="51710">
                  <a:moveTo>
                    <a:pt x="194095" y="0"/>
                  </a:moveTo>
                  <a:lnTo>
                    <a:pt x="194095" y="3831"/>
                  </a:lnTo>
                  <a:cubicBezTo>
                    <a:pt x="194095" y="5107"/>
                    <a:pt x="193456" y="6384"/>
                    <a:pt x="192816" y="7661"/>
                  </a:cubicBezTo>
                  <a:cubicBezTo>
                    <a:pt x="190900" y="10215"/>
                    <a:pt x="180676" y="21706"/>
                    <a:pt x="137863" y="25536"/>
                  </a:cubicBezTo>
                  <a:lnTo>
                    <a:pt x="137224" y="25536"/>
                  </a:lnTo>
                  <a:lnTo>
                    <a:pt x="136585" y="25536"/>
                  </a:lnTo>
                  <a:cubicBezTo>
                    <a:pt x="120610" y="44050"/>
                    <a:pt x="92494" y="46603"/>
                    <a:pt x="73325" y="30643"/>
                  </a:cubicBezTo>
                  <a:cubicBezTo>
                    <a:pt x="71407" y="29367"/>
                    <a:pt x="70130" y="27451"/>
                    <a:pt x="68212" y="25536"/>
                  </a:cubicBezTo>
                  <a:lnTo>
                    <a:pt x="67573" y="25536"/>
                  </a:lnTo>
                  <a:lnTo>
                    <a:pt x="66935" y="25536"/>
                  </a:lnTo>
                  <a:cubicBezTo>
                    <a:pt x="23483" y="21067"/>
                    <a:pt x="13259" y="9576"/>
                    <a:pt x="11981" y="7661"/>
                  </a:cubicBezTo>
                  <a:cubicBezTo>
                    <a:pt x="11342" y="6384"/>
                    <a:pt x="10703" y="5107"/>
                    <a:pt x="10703" y="3831"/>
                  </a:cubicBezTo>
                  <a:lnTo>
                    <a:pt x="10703" y="0"/>
                  </a:lnTo>
                  <a:lnTo>
                    <a:pt x="479" y="3192"/>
                  </a:lnTo>
                  <a:cubicBezTo>
                    <a:pt x="-160" y="8299"/>
                    <a:pt x="-160" y="14045"/>
                    <a:pt x="479" y="19152"/>
                  </a:cubicBezTo>
                  <a:cubicBezTo>
                    <a:pt x="3674" y="28090"/>
                    <a:pt x="8148" y="37027"/>
                    <a:pt x="13259" y="45965"/>
                  </a:cubicBezTo>
                  <a:cubicBezTo>
                    <a:pt x="17093" y="47242"/>
                    <a:pt x="35624" y="51710"/>
                    <a:pt x="102718" y="51710"/>
                  </a:cubicBezTo>
                  <a:cubicBezTo>
                    <a:pt x="169812" y="51710"/>
                    <a:pt x="187705" y="47242"/>
                    <a:pt x="192177" y="45965"/>
                  </a:cubicBezTo>
                  <a:cubicBezTo>
                    <a:pt x="197290" y="37666"/>
                    <a:pt x="201762" y="28728"/>
                    <a:pt x="204957" y="19152"/>
                  </a:cubicBezTo>
                  <a:cubicBezTo>
                    <a:pt x="205596" y="14045"/>
                    <a:pt x="205596" y="8299"/>
                    <a:pt x="204957" y="3192"/>
                  </a:cubicBezTo>
                  <a:lnTo>
                    <a:pt x="194095" y="0"/>
                  </a:lnTo>
                  <a:close/>
                </a:path>
              </a:pathLst>
            </a:custGeom>
            <a:solidFill>
              <a:srgbClr val="0076A8"/>
            </a:solidFill>
            <a:ln w="6390" cap="flat">
              <a:noFill/>
              <a:prstDash val="solid"/>
              <a:miter/>
            </a:ln>
          </p:spPr>
          <p:txBody>
            <a:bodyPr rtlCol="0" anchor="ctr"/>
            <a:lstStyle/>
            <a:p>
              <a:endParaRPr lang="en-US"/>
            </a:p>
          </p:txBody>
        </p:sp>
      </p:grpSp>
      <p:grpSp>
        <p:nvGrpSpPr>
          <p:cNvPr id="821" name="Graphic 4">
            <a:extLst>
              <a:ext uri="{FF2B5EF4-FFF2-40B4-BE49-F238E27FC236}">
                <a16:creationId xmlns:a16="http://schemas.microsoft.com/office/drawing/2014/main" id="{17AD3616-57F1-C44A-8DEB-75E785832C59}"/>
              </a:ext>
            </a:extLst>
          </p:cNvPr>
          <p:cNvGrpSpPr/>
          <p:nvPr/>
        </p:nvGrpSpPr>
        <p:grpSpPr>
          <a:xfrm>
            <a:off x="9279466" y="1402244"/>
            <a:ext cx="362309" cy="362450"/>
            <a:chOff x="9279466" y="1402244"/>
            <a:chExt cx="362309" cy="362450"/>
          </a:xfrm>
          <a:solidFill>
            <a:srgbClr val="0076A8"/>
          </a:solidFill>
        </p:grpSpPr>
        <p:sp>
          <p:nvSpPr>
            <p:cNvPr id="822" name="Graphic 4">
              <a:extLst>
                <a:ext uri="{FF2B5EF4-FFF2-40B4-BE49-F238E27FC236}">
                  <a16:creationId xmlns:a16="http://schemas.microsoft.com/office/drawing/2014/main" id="{2665CBDF-CD4E-8D4A-9D04-80EB221B7656}"/>
                </a:ext>
              </a:extLst>
            </p:cNvPr>
            <p:cNvSpPr/>
            <p:nvPr/>
          </p:nvSpPr>
          <p:spPr>
            <a:xfrm rot="-2700000">
              <a:off x="9402917" y="1531993"/>
              <a:ext cx="105432" cy="54901"/>
            </a:xfrm>
            <a:custGeom>
              <a:avLst/>
              <a:gdLst>
                <a:gd name="connsiteX0" fmla="*/ 0 w 105432"/>
                <a:gd name="connsiteY0" fmla="*/ 0 h 54901"/>
                <a:gd name="connsiteX1" fmla="*/ 105433 w 105432"/>
                <a:gd name="connsiteY1" fmla="*/ 0 h 54901"/>
                <a:gd name="connsiteX2" fmla="*/ 105433 w 105432"/>
                <a:gd name="connsiteY2" fmla="*/ 54902 h 54901"/>
                <a:gd name="connsiteX3" fmla="*/ 0 w 105432"/>
                <a:gd name="connsiteY3" fmla="*/ 54902 h 54901"/>
              </a:gdLst>
              <a:ahLst/>
              <a:cxnLst>
                <a:cxn ang="0">
                  <a:pos x="connsiteX0" y="connsiteY0"/>
                </a:cxn>
                <a:cxn ang="0">
                  <a:pos x="connsiteX1" y="connsiteY1"/>
                </a:cxn>
                <a:cxn ang="0">
                  <a:pos x="connsiteX2" y="connsiteY2"/>
                </a:cxn>
                <a:cxn ang="0">
                  <a:pos x="connsiteX3" y="connsiteY3"/>
                </a:cxn>
              </a:cxnLst>
              <a:rect l="l" t="t" r="r" b="b"/>
              <a:pathLst>
                <a:path w="105432" h="54901">
                  <a:moveTo>
                    <a:pt x="0" y="0"/>
                  </a:moveTo>
                  <a:lnTo>
                    <a:pt x="105433" y="0"/>
                  </a:lnTo>
                  <a:lnTo>
                    <a:pt x="105433" y="54902"/>
                  </a:lnTo>
                  <a:lnTo>
                    <a:pt x="0" y="54902"/>
                  </a:lnTo>
                  <a:close/>
                </a:path>
              </a:pathLst>
            </a:custGeom>
            <a:solidFill>
              <a:srgbClr val="0076A8"/>
            </a:solidFill>
            <a:ln w="6390" cap="flat">
              <a:noFill/>
              <a:prstDash val="solid"/>
              <a:miter/>
            </a:ln>
          </p:spPr>
          <p:txBody>
            <a:bodyPr rtlCol="0" anchor="ctr"/>
            <a:lstStyle/>
            <a:p>
              <a:endParaRPr lang="en-US"/>
            </a:p>
          </p:txBody>
        </p:sp>
        <p:sp>
          <p:nvSpPr>
            <p:cNvPr id="823" name="Graphic 4">
              <a:extLst>
                <a:ext uri="{FF2B5EF4-FFF2-40B4-BE49-F238E27FC236}">
                  <a16:creationId xmlns:a16="http://schemas.microsoft.com/office/drawing/2014/main" id="{EF1665DF-C68F-EE4B-BA9F-38E2E61F455B}"/>
                </a:ext>
              </a:extLst>
            </p:cNvPr>
            <p:cNvSpPr/>
            <p:nvPr/>
          </p:nvSpPr>
          <p:spPr>
            <a:xfrm>
              <a:off x="9279466" y="1402244"/>
              <a:ext cx="362309" cy="362450"/>
            </a:xfrm>
            <a:custGeom>
              <a:avLst/>
              <a:gdLst>
                <a:gd name="connsiteX0" fmla="*/ 286270 w 362309"/>
                <a:gd name="connsiteY0" fmla="*/ 268606 h 362450"/>
                <a:gd name="connsiteX1" fmla="*/ 281797 w 362309"/>
                <a:gd name="connsiteY1" fmla="*/ 270521 h 362450"/>
                <a:gd name="connsiteX2" fmla="*/ 277323 w 362309"/>
                <a:gd name="connsiteY2" fmla="*/ 268606 h 362450"/>
                <a:gd name="connsiteX3" fmla="*/ 199367 w 362309"/>
                <a:gd name="connsiteY3" fmla="*/ 190083 h 362450"/>
                <a:gd name="connsiteX4" fmla="*/ 166778 w 362309"/>
                <a:gd name="connsiteY4" fmla="*/ 222641 h 362450"/>
                <a:gd name="connsiteX5" fmla="*/ 168056 w 362309"/>
                <a:gd name="connsiteY5" fmla="*/ 223918 h 362450"/>
                <a:gd name="connsiteX6" fmla="*/ 168056 w 362309"/>
                <a:gd name="connsiteY6" fmla="*/ 232856 h 362450"/>
                <a:gd name="connsiteX7" fmla="*/ 159110 w 362309"/>
                <a:gd name="connsiteY7" fmla="*/ 232856 h 362450"/>
                <a:gd name="connsiteX8" fmla="*/ 159110 w 362309"/>
                <a:gd name="connsiteY8" fmla="*/ 232856 h 362450"/>
                <a:gd name="connsiteX9" fmla="*/ 153358 w 362309"/>
                <a:gd name="connsiteY9" fmla="*/ 227110 h 362450"/>
                <a:gd name="connsiteX10" fmla="*/ 105434 w 362309"/>
                <a:gd name="connsiteY10" fmla="*/ 179230 h 362450"/>
                <a:gd name="connsiteX11" fmla="*/ 105434 w 362309"/>
                <a:gd name="connsiteY11" fmla="*/ 179230 h 362450"/>
                <a:gd name="connsiteX12" fmla="*/ 99684 w 362309"/>
                <a:gd name="connsiteY12" fmla="*/ 173485 h 362450"/>
                <a:gd name="connsiteX13" fmla="*/ 99684 w 362309"/>
                <a:gd name="connsiteY13" fmla="*/ 164547 h 362450"/>
                <a:gd name="connsiteX14" fmla="*/ 99684 w 362309"/>
                <a:gd name="connsiteY14" fmla="*/ 164547 h 362450"/>
                <a:gd name="connsiteX15" fmla="*/ 108629 w 362309"/>
                <a:gd name="connsiteY15" fmla="*/ 164547 h 362450"/>
                <a:gd name="connsiteX16" fmla="*/ 109907 w 362309"/>
                <a:gd name="connsiteY16" fmla="*/ 165824 h 362450"/>
                <a:gd name="connsiteX17" fmla="*/ 184669 w 362309"/>
                <a:gd name="connsiteY17" fmla="*/ 91770 h 362450"/>
                <a:gd name="connsiteX18" fmla="*/ 183392 w 362309"/>
                <a:gd name="connsiteY18" fmla="*/ 90493 h 362450"/>
                <a:gd name="connsiteX19" fmla="*/ 183392 w 362309"/>
                <a:gd name="connsiteY19" fmla="*/ 81555 h 362450"/>
                <a:gd name="connsiteX20" fmla="*/ 183392 w 362309"/>
                <a:gd name="connsiteY20" fmla="*/ 81555 h 362450"/>
                <a:gd name="connsiteX21" fmla="*/ 192338 w 362309"/>
                <a:gd name="connsiteY21" fmla="*/ 81555 h 362450"/>
                <a:gd name="connsiteX22" fmla="*/ 198088 w 362309"/>
                <a:gd name="connsiteY22" fmla="*/ 87301 h 362450"/>
                <a:gd name="connsiteX23" fmla="*/ 198088 w 362309"/>
                <a:gd name="connsiteY23" fmla="*/ 87301 h 362450"/>
                <a:gd name="connsiteX24" fmla="*/ 246013 w 362309"/>
                <a:gd name="connsiteY24" fmla="*/ 135181 h 362450"/>
                <a:gd name="connsiteX25" fmla="*/ 246013 w 362309"/>
                <a:gd name="connsiteY25" fmla="*/ 135181 h 362450"/>
                <a:gd name="connsiteX26" fmla="*/ 251764 w 362309"/>
                <a:gd name="connsiteY26" fmla="*/ 140926 h 362450"/>
                <a:gd name="connsiteX27" fmla="*/ 251764 w 362309"/>
                <a:gd name="connsiteY27" fmla="*/ 149864 h 362450"/>
                <a:gd name="connsiteX28" fmla="*/ 242818 w 362309"/>
                <a:gd name="connsiteY28" fmla="*/ 149864 h 362450"/>
                <a:gd name="connsiteX29" fmla="*/ 241540 w 362309"/>
                <a:gd name="connsiteY29" fmla="*/ 148587 h 362450"/>
                <a:gd name="connsiteX30" fmla="*/ 208951 w 362309"/>
                <a:gd name="connsiteY30" fmla="*/ 181145 h 362450"/>
                <a:gd name="connsiteX31" fmla="*/ 286908 w 362309"/>
                <a:gd name="connsiteY31" fmla="*/ 259669 h 362450"/>
                <a:gd name="connsiteX32" fmla="*/ 286270 w 362309"/>
                <a:gd name="connsiteY32" fmla="*/ 268606 h 362450"/>
                <a:gd name="connsiteX33" fmla="*/ 286270 w 362309"/>
                <a:gd name="connsiteY33" fmla="*/ 268606 h 362450"/>
                <a:gd name="connsiteX34" fmla="*/ 180836 w 362309"/>
                <a:gd name="connsiteY34" fmla="*/ 270521 h 362450"/>
                <a:gd name="connsiteX35" fmla="*/ 79874 w 362309"/>
                <a:gd name="connsiteY35" fmla="*/ 270521 h 362450"/>
                <a:gd name="connsiteX36" fmla="*/ 73484 w 362309"/>
                <a:gd name="connsiteY36" fmla="*/ 264137 h 362450"/>
                <a:gd name="connsiteX37" fmla="*/ 79874 w 362309"/>
                <a:gd name="connsiteY37" fmla="*/ 257753 h 362450"/>
                <a:gd name="connsiteX38" fmla="*/ 180836 w 362309"/>
                <a:gd name="connsiteY38" fmla="*/ 257753 h 362450"/>
                <a:gd name="connsiteX39" fmla="*/ 187225 w 362309"/>
                <a:gd name="connsiteY39" fmla="*/ 264137 h 362450"/>
                <a:gd name="connsiteX40" fmla="*/ 180836 w 362309"/>
                <a:gd name="connsiteY40" fmla="*/ 270521 h 362450"/>
                <a:gd name="connsiteX41" fmla="*/ 180836 w 362309"/>
                <a:gd name="connsiteY41" fmla="*/ 479 h 362450"/>
                <a:gd name="connsiteX42" fmla="*/ 0 w 362309"/>
                <a:gd name="connsiteY42" fmla="*/ 181784 h 362450"/>
                <a:gd name="connsiteX43" fmla="*/ 181474 w 362309"/>
                <a:gd name="connsiteY43" fmla="*/ 362451 h 362450"/>
                <a:gd name="connsiteX44" fmla="*/ 362310 w 362309"/>
                <a:gd name="connsiteY44" fmla="*/ 181145 h 362450"/>
                <a:gd name="connsiteX45" fmla="*/ 362310 w 362309"/>
                <a:gd name="connsiteY45" fmla="*/ 181145 h 362450"/>
                <a:gd name="connsiteX46" fmla="*/ 180836 w 362309"/>
                <a:gd name="connsiteY46" fmla="*/ 479 h 362450"/>
                <a:gd name="connsiteX47" fmla="*/ 180836 w 362309"/>
                <a:gd name="connsiteY47" fmla="*/ 479 h 36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2309" h="362450">
                  <a:moveTo>
                    <a:pt x="286270" y="268606"/>
                  </a:moveTo>
                  <a:cubicBezTo>
                    <a:pt x="284992" y="269883"/>
                    <a:pt x="283713" y="270521"/>
                    <a:pt x="281797" y="270521"/>
                  </a:cubicBezTo>
                  <a:cubicBezTo>
                    <a:pt x="279880" y="270521"/>
                    <a:pt x="278602" y="269883"/>
                    <a:pt x="277323" y="268606"/>
                  </a:cubicBezTo>
                  <a:lnTo>
                    <a:pt x="199367" y="190083"/>
                  </a:lnTo>
                  <a:lnTo>
                    <a:pt x="166778" y="222641"/>
                  </a:lnTo>
                  <a:lnTo>
                    <a:pt x="168056" y="223918"/>
                  </a:lnTo>
                  <a:cubicBezTo>
                    <a:pt x="170612" y="226472"/>
                    <a:pt x="170612" y="230302"/>
                    <a:pt x="168056" y="232856"/>
                  </a:cubicBezTo>
                  <a:cubicBezTo>
                    <a:pt x="165500" y="235409"/>
                    <a:pt x="161666" y="235409"/>
                    <a:pt x="159110" y="232856"/>
                  </a:cubicBezTo>
                  <a:lnTo>
                    <a:pt x="159110" y="232856"/>
                  </a:lnTo>
                  <a:lnTo>
                    <a:pt x="153358" y="227110"/>
                  </a:lnTo>
                  <a:lnTo>
                    <a:pt x="105434" y="179230"/>
                  </a:lnTo>
                  <a:lnTo>
                    <a:pt x="105434" y="179230"/>
                  </a:lnTo>
                  <a:lnTo>
                    <a:pt x="99684" y="173485"/>
                  </a:lnTo>
                  <a:cubicBezTo>
                    <a:pt x="97128" y="170931"/>
                    <a:pt x="97128" y="167101"/>
                    <a:pt x="99684" y="164547"/>
                  </a:cubicBezTo>
                  <a:cubicBezTo>
                    <a:pt x="99684" y="164547"/>
                    <a:pt x="99684" y="164547"/>
                    <a:pt x="99684" y="164547"/>
                  </a:cubicBezTo>
                  <a:cubicBezTo>
                    <a:pt x="102239" y="161994"/>
                    <a:pt x="106074" y="161994"/>
                    <a:pt x="108629" y="164547"/>
                  </a:cubicBezTo>
                  <a:lnTo>
                    <a:pt x="109907" y="165824"/>
                  </a:lnTo>
                  <a:lnTo>
                    <a:pt x="184669" y="91770"/>
                  </a:lnTo>
                  <a:lnTo>
                    <a:pt x="183392" y="90493"/>
                  </a:lnTo>
                  <a:cubicBezTo>
                    <a:pt x="180836" y="87939"/>
                    <a:pt x="180836" y="84109"/>
                    <a:pt x="183392" y="81555"/>
                  </a:cubicBezTo>
                  <a:cubicBezTo>
                    <a:pt x="183392" y="81555"/>
                    <a:pt x="183392" y="81555"/>
                    <a:pt x="183392" y="81555"/>
                  </a:cubicBezTo>
                  <a:cubicBezTo>
                    <a:pt x="185948" y="79002"/>
                    <a:pt x="189782" y="79002"/>
                    <a:pt x="192338" y="81555"/>
                  </a:cubicBezTo>
                  <a:lnTo>
                    <a:pt x="198088" y="87301"/>
                  </a:lnTo>
                  <a:lnTo>
                    <a:pt x="198088" y="87301"/>
                  </a:lnTo>
                  <a:lnTo>
                    <a:pt x="246013" y="135181"/>
                  </a:lnTo>
                  <a:lnTo>
                    <a:pt x="246013" y="135181"/>
                  </a:lnTo>
                  <a:lnTo>
                    <a:pt x="251764" y="140926"/>
                  </a:lnTo>
                  <a:cubicBezTo>
                    <a:pt x="254320" y="143480"/>
                    <a:pt x="254320" y="147310"/>
                    <a:pt x="251764" y="149864"/>
                  </a:cubicBezTo>
                  <a:cubicBezTo>
                    <a:pt x="249208" y="152418"/>
                    <a:pt x="245374" y="152418"/>
                    <a:pt x="242818" y="149864"/>
                  </a:cubicBezTo>
                  <a:lnTo>
                    <a:pt x="241540" y="148587"/>
                  </a:lnTo>
                  <a:lnTo>
                    <a:pt x="208951" y="181145"/>
                  </a:lnTo>
                  <a:lnTo>
                    <a:pt x="286908" y="259669"/>
                  </a:lnTo>
                  <a:cubicBezTo>
                    <a:pt x="288826" y="262222"/>
                    <a:pt x="288826" y="266053"/>
                    <a:pt x="286270" y="268606"/>
                  </a:cubicBezTo>
                  <a:cubicBezTo>
                    <a:pt x="286270" y="268606"/>
                    <a:pt x="286270" y="268606"/>
                    <a:pt x="286270" y="268606"/>
                  </a:cubicBezTo>
                  <a:moveTo>
                    <a:pt x="180836" y="270521"/>
                  </a:moveTo>
                  <a:lnTo>
                    <a:pt x="79874" y="270521"/>
                  </a:lnTo>
                  <a:cubicBezTo>
                    <a:pt x="76040" y="270521"/>
                    <a:pt x="73484" y="267968"/>
                    <a:pt x="73484" y="264137"/>
                  </a:cubicBezTo>
                  <a:cubicBezTo>
                    <a:pt x="73484" y="260307"/>
                    <a:pt x="76040" y="257753"/>
                    <a:pt x="79874" y="257753"/>
                  </a:cubicBezTo>
                  <a:lnTo>
                    <a:pt x="180836" y="257753"/>
                  </a:lnTo>
                  <a:cubicBezTo>
                    <a:pt x="184669" y="257753"/>
                    <a:pt x="187225" y="260307"/>
                    <a:pt x="187225" y="264137"/>
                  </a:cubicBezTo>
                  <a:cubicBezTo>
                    <a:pt x="187225" y="267968"/>
                    <a:pt x="184031" y="270521"/>
                    <a:pt x="180836" y="270521"/>
                  </a:cubicBezTo>
                  <a:moveTo>
                    <a:pt x="180836" y="479"/>
                  </a:moveTo>
                  <a:cubicBezTo>
                    <a:pt x="80514" y="479"/>
                    <a:pt x="0" y="81555"/>
                    <a:pt x="0" y="181784"/>
                  </a:cubicBezTo>
                  <a:cubicBezTo>
                    <a:pt x="0" y="282013"/>
                    <a:pt x="81153" y="362451"/>
                    <a:pt x="181474" y="362451"/>
                  </a:cubicBezTo>
                  <a:cubicBezTo>
                    <a:pt x="281797" y="362451"/>
                    <a:pt x="362310" y="281374"/>
                    <a:pt x="362310" y="181145"/>
                  </a:cubicBezTo>
                  <a:cubicBezTo>
                    <a:pt x="362310" y="181145"/>
                    <a:pt x="362310" y="181145"/>
                    <a:pt x="362310" y="181145"/>
                  </a:cubicBezTo>
                  <a:cubicBezTo>
                    <a:pt x="361671" y="80917"/>
                    <a:pt x="280518" y="-160"/>
                    <a:pt x="180836" y="479"/>
                  </a:cubicBezTo>
                  <a:cubicBezTo>
                    <a:pt x="180836" y="-160"/>
                    <a:pt x="180836" y="-160"/>
                    <a:pt x="180836" y="479"/>
                  </a:cubicBezTo>
                </a:path>
              </a:pathLst>
            </a:custGeom>
            <a:solidFill>
              <a:srgbClr val="0076A8"/>
            </a:solidFill>
            <a:ln w="6390" cap="flat">
              <a:noFill/>
              <a:prstDash val="solid"/>
              <a:miter/>
            </a:ln>
          </p:spPr>
          <p:txBody>
            <a:bodyPr rtlCol="0" anchor="ctr"/>
            <a:lstStyle/>
            <a:p>
              <a:endParaRPr lang="en-US"/>
            </a:p>
          </p:txBody>
        </p:sp>
      </p:grpSp>
      <p:grpSp>
        <p:nvGrpSpPr>
          <p:cNvPr id="824" name="Graphic 4">
            <a:extLst>
              <a:ext uri="{FF2B5EF4-FFF2-40B4-BE49-F238E27FC236}">
                <a16:creationId xmlns:a16="http://schemas.microsoft.com/office/drawing/2014/main" id="{FF27E4B5-0B31-FF41-9168-5FD893DE5FB8}"/>
              </a:ext>
            </a:extLst>
          </p:cNvPr>
          <p:cNvGrpSpPr/>
          <p:nvPr/>
        </p:nvGrpSpPr>
        <p:grpSpPr>
          <a:xfrm>
            <a:off x="9887149" y="1402085"/>
            <a:ext cx="361674" cy="361333"/>
            <a:chOff x="9887149" y="1402085"/>
            <a:chExt cx="361674" cy="361333"/>
          </a:xfrm>
          <a:solidFill>
            <a:srgbClr val="0076A8"/>
          </a:solidFill>
        </p:grpSpPr>
        <p:sp>
          <p:nvSpPr>
            <p:cNvPr id="825" name="Graphic 4">
              <a:extLst>
                <a:ext uri="{FF2B5EF4-FFF2-40B4-BE49-F238E27FC236}">
                  <a16:creationId xmlns:a16="http://schemas.microsoft.com/office/drawing/2014/main" id="{2ADB2C82-853C-0A4A-81CD-68766CE6BA3A}"/>
                </a:ext>
              </a:extLst>
            </p:cNvPr>
            <p:cNvSpPr/>
            <p:nvPr/>
          </p:nvSpPr>
          <p:spPr>
            <a:xfrm>
              <a:off x="9887149" y="1402085"/>
              <a:ext cx="361674" cy="361333"/>
            </a:xfrm>
            <a:custGeom>
              <a:avLst/>
              <a:gdLst>
                <a:gd name="connsiteX0" fmla="*/ 180835 w 361674"/>
                <a:gd name="connsiteY0" fmla="*/ 349204 h 361333"/>
                <a:gd name="connsiteX1" fmla="*/ 12780 w 361674"/>
                <a:gd name="connsiteY1" fmla="*/ 181305 h 361333"/>
                <a:gd name="connsiteX2" fmla="*/ 180835 w 361674"/>
                <a:gd name="connsiteY2" fmla="*/ 13406 h 361333"/>
                <a:gd name="connsiteX3" fmla="*/ 348890 w 361674"/>
                <a:gd name="connsiteY3" fmla="*/ 181305 h 361333"/>
                <a:gd name="connsiteX4" fmla="*/ 180835 w 361674"/>
                <a:gd name="connsiteY4" fmla="*/ 349204 h 361333"/>
                <a:gd name="connsiteX5" fmla="*/ 180835 w 361674"/>
                <a:gd name="connsiteY5" fmla="*/ 0 h 361333"/>
                <a:gd name="connsiteX6" fmla="*/ 0 w 361674"/>
                <a:gd name="connsiteY6" fmla="*/ 180667 h 361333"/>
                <a:gd name="connsiteX7" fmla="*/ 180835 w 361674"/>
                <a:gd name="connsiteY7" fmla="*/ 361333 h 361333"/>
                <a:gd name="connsiteX8" fmla="*/ 361670 w 361674"/>
                <a:gd name="connsiteY8" fmla="*/ 180667 h 361333"/>
                <a:gd name="connsiteX9" fmla="*/ 180835 w 361674"/>
                <a:gd name="connsiteY9"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674" h="361333">
                  <a:moveTo>
                    <a:pt x="180835" y="349204"/>
                  </a:moveTo>
                  <a:cubicBezTo>
                    <a:pt x="88181" y="349204"/>
                    <a:pt x="12780" y="273873"/>
                    <a:pt x="12780" y="181305"/>
                  </a:cubicBezTo>
                  <a:cubicBezTo>
                    <a:pt x="12780" y="88737"/>
                    <a:pt x="88181" y="13406"/>
                    <a:pt x="180835" y="13406"/>
                  </a:cubicBezTo>
                  <a:cubicBezTo>
                    <a:pt x="273489" y="13406"/>
                    <a:pt x="348890" y="88737"/>
                    <a:pt x="348890" y="181305"/>
                  </a:cubicBezTo>
                  <a:cubicBezTo>
                    <a:pt x="349529" y="273873"/>
                    <a:pt x="274128" y="349204"/>
                    <a:pt x="180835" y="349204"/>
                  </a:cubicBezTo>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2309" y="81077"/>
                    <a:pt x="281157" y="0"/>
                    <a:pt x="180835" y="0"/>
                  </a:cubicBezTo>
                </a:path>
              </a:pathLst>
            </a:custGeom>
            <a:solidFill>
              <a:srgbClr val="0076A8"/>
            </a:solidFill>
            <a:ln w="6390" cap="flat">
              <a:noFill/>
              <a:prstDash val="solid"/>
              <a:miter/>
            </a:ln>
          </p:spPr>
          <p:txBody>
            <a:bodyPr rtlCol="0" anchor="ctr"/>
            <a:lstStyle/>
            <a:p>
              <a:endParaRPr lang="en-US"/>
            </a:p>
          </p:txBody>
        </p:sp>
        <p:sp>
          <p:nvSpPr>
            <p:cNvPr id="826" name="Graphic 4">
              <a:extLst>
                <a:ext uri="{FF2B5EF4-FFF2-40B4-BE49-F238E27FC236}">
                  <a16:creationId xmlns:a16="http://schemas.microsoft.com/office/drawing/2014/main" id="{BFFB060B-009B-D741-A8F4-20EA64FEB299}"/>
                </a:ext>
              </a:extLst>
            </p:cNvPr>
            <p:cNvSpPr/>
            <p:nvPr/>
          </p:nvSpPr>
          <p:spPr>
            <a:xfrm>
              <a:off x="9972135" y="1486992"/>
              <a:ext cx="192336" cy="192157"/>
            </a:xfrm>
            <a:custGeom>
              <a:avLst/>
              <a:gdLst>
                <a:gd name="connsiteX0" fmla="*/ 185947 w 192336"/>
                <a:gd name="connsiteY0" fmla="*/ 179390 h 192157"/>
                <a:gd name="connsiteX1" fmla="*/ 184669 w 192336"/>
                <a:gd name="connsiteY1" fmla="*/ 179390 h 192157"/>
                <a:gd name="connsiteX2" fmla="*/ 184669 w 192336"/>
                <a:gd name="connsiteY2" fmla="*/ 6384 h 192157"/>
                <a:gd name="connsiteX3" fmla="*/ 178279 w 192336"/>
                <a:gd name="connsiteY3" fmla="*/ 0 h 192157"/>
                <a:gd name="connsiteX4" fmla="*/ 171889 w 192336"/>
                <a:gd name="connsiteY4" fmla="*/ 6384 h 192157"/>
                <a:gd name="connsiteX5" fmla="*/ 171889 w 192336"/>
                <a:gd name="connsiteY5" fmla="*/ 179390 h 192157"/>
                <a:gd name="connsiteX6" fmla="*/ 20448 w 192336"/>
                <a:gd name="connsiteY6" fmla="*/ 179390 h 192157"/>
                <a:gd name="connsiteX7" fmla="*/ 20448 w 192336"/>
                <a:gd name="connsiteY7" fmla="*/ 6384 h 192157"/>
                <a:gd name="connsiteX8" fmla="*/ 14058 w 192336"/>
                <a:gd name="connsiteY8" fmla="*/ 0 h 192157"/>
                <a:gd name="connsiteX9" fmla="*/ 7668 w 192336"/>
                <a:gd name="connsiteY9" fmla="*/ 6384 h 192157"/>
                <a:gd name="connsiteX10" fmla="*/ 7668 w 192336"/>
                <a:gd name="connsiteY10" fmla="*/ 179390 h 192157"/>
                <a:gd name="connsiteX11" fmla="*/ 6390 w 192336"/>
                <a:gd name="connsiteY11" fmla="*/ 179390 h 192157"/>
                <a:gd name="connsiteX12" fmla="*/ 0 w 192336"/>
                <a:gd name="connsiteY12" fmla="*/ 185774 h 192157"/>
                <a:gd name="connsiteX13" fmla="*/ 6390 w 192336"/>
                <a:gd name="connsiteY13" fmla="*/ 192158 h 192157"/>
                <a:gd name="connsiteX14" fmla="*/ 185947 w 192336"/>
                <a:gd name="connsiteY14" fmla="*/ 192158 h 192157"/>
                <a:gd name="connsiteX15" fmla="*/ 192337 w 192336"/>
                <a:gd name="connsiteY15" fmla="*/ 185774 h 192157"/>
                <a:gd name="connsiteX16" fmla="*/ 185947 w 192336"/>
                <a:gd name="connsiteY16" fmla="*/ 179390 h 192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2336" h="192157">
                  <a:moveTo>
                    <a:pt x="185947" y="179390"/>
                  </a:moveTo>
                  <a:lnTo>
                    <a:pt x="184669" y="179390"/>
                  </a:lnTo>
                  <a:lnTo>
                    <a:pt x="184669" y="6384"/>
                  </a:lnTo>
                  <a:cubicBezTo>
                    <a:pt x="184669" y="2554"/>
                    <a:pt x="182113" y="0"/>
                    <a:pt x="178279" y="0"/>
                  </a:cubicBezTo>
                  <a:cubicBezTo>
                    <a:pt x="174446" y="0"/>
                    <a:pt x="171889" y="2554"/>
                    <a:pt x="171889" y="6384"/>
                  </a:cubicBezTo>
                  <a:lnTo>
                    <a:pt x="171889" y="179390"/>
                  </a:lnTo>
                  <a:lnTo>
                    <a:pt x="20448" y="179390"/>
                  </a:lnTo>
                  <a:lnTo>
                    <a:pt x="20448" y="6384"/>
                  </a:lnTo>
                  <a:cubicBezTo>
                    <a:pt x="20448" y="2554"/>
                    <a:pt x="17892" y="0"/>
                    <a:pt x="14058" y="0"/>
                  </a:cubicBezTo>
                  <a:cubicBezTo>
                    <a:pt x="10224" y="0"/>
                    <a:pt x="7668" y="2554"/>
                    <a:pt x="7668" y="6384"/>
                  </a:cubicBezTo>
                  <a:lnTo>
                    <a:pt x="7668" y="179390"/>
                  </a:lnTo>
                  <a:lnTo>
                    <a:pt x="6390" y="179390"/>
                  </a:lnTo>
                  <a:cubicBezTo>
                    <a:pt x="2556" y="179390"/>
                    <a:pt x="0" y="181943"/>
                    <a:pt x="0" y="185774"/>
                  </a:cubicBezTo>
                  <a:cubicBezTo>
                    <a:pt x="0" y="189604"/>
                    <a:pt x="2556" y="192158"/>
                    <a:pt x="6390" y="192158"/>
                  </a:cubicBezTo>
                  <a:lnTo>
                    <a:pt x="185947" y="192158"/>
                  </a:lnTo>
                  <a:cubicBezTo>
                    <a:pt x="189782" y="192158"/>
                    <a:pt x="192337" y="189604"/>
                    <a:pt x="192337" y="185774"/>
                  </a:cubicBezTo>
                  <a:cubicBezTo>
                    <a:pt x="192337" y="182582"/>
                    <a:pt x="189142" y="179390"/>
                    <a:pt x="185947" y="179390"/>
                  </a:cubicBezTo>
                </a:path>
              </a:pathLst>
            </a:custGeom>
            <a:solidFill>
              <a:srgbClr val="0076A8"/>
            </a:solidFill>
            <a:ln w="6390" cap="flat">
              <a:noFill/>
              <a:prstDash val="solid"/>
              <a:miter/>
            </a:ln>
          </p:spPr>
          <p:txBody>
            <a:bodyPr rtlCol="0" anchor="ctr"/>
            <a:lstStyle/>
            <a:p>
              <a:endParaRPr lang="en-US"/>
            </a:p>
          </p:txBody>
        </p:sp>
        <p:sp>
          <p:nvSpPr>
            <p:cNvPr id="827" name="Graphic 4">
              <a:extLst>
                <a:ext uri="{FF2B5EF4-FFF2-40B4-BE49-F238E27FC236}">
                  <a16:creationId xmlns:a16="http://schemas.microsoft.com/office/drawing/2014/main" id="{38BD4EF2-5D07-5F4B-9ADE-392411F97B2D}"/>
                </a:ext>
              </a:extLst>
            </p:cNvPr>
            <p:cNvSpPr/>
            <p:nvPr/>
          </p:nvSpPr>
          <p:spPr>
            <a:xfrm>
              <a:off x="10009197" y="1619140"/>
              <a:ext cx="117574" cy="30643"/>
            </a:xfrm>
            <a:custGeom>
              <a:avLst/>
              <a:gdLst>
                <a:gd name="connsiteX0" fmla="*/ 15336 w 117574"/>
                <a:gd name="connsiteY0" fmla="*/ 30643 h 30643"/>
                <a:gd name="connsiteX1" fmla="*/ 28755 w 117574"/>
                <a:gd name="connsiteY1" fmla="*/ 22344 h 30643"/>
                <a:gd name="connsiteX2" fmla="*/ 42173 w 117574"/>
                <a:gd name="connsiteY2" fmla="*/ 30643 h 30643"/>
                <a:gd name="connsiteX3" fmla="*/ 56231 w 117574"/>
                <a:gd name="connsiteY3" fmla="*/ 21706 h 30643"/>
                <a:gd name="connsiteX4" fmla="*/ 88181 w 117574"/>
                <a:gd name="connsiteY4" fmla="*/ 21706 h 30643"/>
                <a:gd name="connsiteX5" fmla="*/ 102239 w 117574"/>
                <a:gd name="connsiteY5" fmla="*/ 30643 h 30643"/>
                <a:gd name="connsiteX6" fmla="*/ 117575 w 117574"/>
                <a:gd name="connsiteY6" fmla="*/ 15322 h 30643"/>
                <a:gd name="connsiteX7" fmla="*/ 102239 w 117574"/>
                <a:gd name="connsiteY7" fmla="*/ 0 h 30643"/>
                <a:gd name="connsiteX8" fmla="*/ 88181 w 117574"/>
                <a:gd name="connsiteY8" fmla="*/ 8938 h 30643"/>
                <a:gd name="connsiteX9" fmla="*/ 56231 w 117574"/>
                <a:gd name="connsiteY9" fmla="*/ 8938 h 30643"/>
                <a:gd name="connsiteX10" fmla="*/ 42173 w 117574"/>
                <a:gd name="connsiteY10" fmla="*/ 0 h 30643"/>
                <a:gd name="connsiteX11" fmla="*/ 28755 w 117574"/>
                <a:gd name="connsiteY11" fmla="*/ 8299 h 30643"/>
                <a:gd name="connsiteX12" fmla="*/ 15336 w 117574"/>
                <a:gd name="connsiteY12" fmla="*/ 0 h 30643"/>
                <a:gd name="connsiteX13" fmla="*/ 0 w 117574"/>
                <a:gd name="connsiteY13" fmla="*/ 15322 h 30643"/>
                <a:gd name="connsiteX14" fmla="*/ 15336 w 117574"/>
                <a:gd name="connsiteY14" fmla="*/ 30643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7574" h="30643">
                  <a:moveTo>
                    <a:pt x="15336" y="30643"/>
                  </a:moveTo>
                  <a:cubicBezTo>
                    <a:pt x="21086" y="30643"/>
                    <a:pt x="26199" y="26813"/>
                    <a:pt x="28755" y="22344"/>
                  </a:cubicBezTo>
                  <a:cubicBezTo>
                    <a:pt x="31311" y="27451"/>
                    <a:pt x="36422" y="30643"/>
                    <a:pt x="42173" y="30643"/>
                  </a:cubicBezTo>
                  <a:cubicBezTo>
                    <a:pt x="48563" y="30643"/>
                    <a:pt x="53676" y="26813"/>
                    <a:pt x="56231" y="21706"/>
                  </a:cubicBezTo>
                  <a:lnTo>
                    <a:pt x="88181" y="21706"/>
                  </a:lnTo>
                  <a:cubicBezTo>
                    <a:pt x="90737" y="26813"/>
                    <a:pt x="95849" y="30643"/>
                    <a:pt x="102239" y="30643"/>
                  </a:cubicBezTo>
                  <a:cubicBezTo>
                    <a:pt x="110545" y="30643"/>
                    <a:pt x="117575" y="23621"/>
                    <a:pt x="117575" y="15322"/>
                  </a:cubicBezTo>
                  <a:cubicBezTo>
                    <a:pt x="117575" y="7022"/>
                    <a:pt x="110545" y="0"/>
                    <a:pt x="102239" y="0"/>
                  </a:cubicBezTo>
                  <a:cubicBezTo>
                    <a:pt x="95849" y="0"/>
                    <a:pt x="90737" y="3830"/>
                    <a:pt x="88181" y="8938"/>
                  </a:cubicBezTo>
                  <a:lnTo>
                    <a:pt x="56231" y="8938"/>
                  </a:lnTo>
                  <a:cubicBezTo>
                    <a:pt x="53676" y="3830"/>
                    <a:pt x="48563" y="0"/>
                    <a:pt x="42173" y="0"/>
                  </a:cubicBezTo>
                  <a:cubicBezTo>
                    <a:pt x="36422" y="0"/>
                    <a:pt x="30671" y="3830"/>
                    <a:pt x="28755" y="8299"/>
                  </a:cubicBezTo>
                  <a:cubicBezTo>
                    <a:pt x="26199" y="3192"/>
                    <a:pt x="21086" y="0"/>
                    <a:pt x="15336" y="0"/>
                  </a:cubicBezTo>
                  <a:cubicBezTo>
                    <a:pt x="7029" y="0"/>
                    <a:pt x="0" y="7022"/>
                    <a:pt x="0" y="15322"/>
                  </a:cubicBezTo>
                  <a:cubicBezTo>
                    <a:pt x="639" y="23621"/>
                    <a:pt x="7029" y="30643"/>
                    <a:pt x="15336" y="30643"/>
                  </a:cubicBezTo>
                </a:path>
              </a:pathLst>
            </a:custGeom>
            <a:solidFill>
              <a:srgbClr val="0076A8"/>
            </a:solidFill>
            <a:ln w="6390" cap="flat">
              <a:noFill/>
              <a:prstDash val="solid"/>
              <a:miter/>
            </a:ln>
          </p:spPr>
          <p:txBody>
            <a:bodyPr rtlCol="0" anchor="ctr"/>
            <a:lstStyle/>
            <a:p>
              <a:endParaRPr lang="en-US"/>
            </a:p>
          </p:txBody>
        </p:sp>
        <p:sp>
          <p:nvSpPr>
            <p:cNvPr id="828" name="Graphic 4">
              <a:extLst>
                <a:ext uri="{FF2B5EF4-FFF2-40B4-BE49-F238E27FC236}">
                  <a16:creationId xmlns:a16="http://schemas.microsoft.com/office/drawing/2014/main" id="{4394AF5B-29B3-E848-89E2-FB71227E5A50}"/>
                </a:ext>
              </a:extLst>
            </p:cNvPr>
            <p:cNvSpPr/>
            <p:nvPr/>
          </p:nvSpPr>
          <p:spPr>
            <a:xfrm>
              <a:off x="10009197" y="1568068"/>
              <a:ext cx="117574" cy="30643"/>
            </a:xfrm>
            <a:custGeom>
              <a:avLst/>
              <a:gdLst>
                <a:gd name="connsiteX0" fmla="*/ 15336 w 117574"/>
                <a:gd name="connsiteY0" fmla="*/ 30643 h 30643"/>
                <a:gd name="connsiteX1" fmla="*/ 29394 w 117574"/>
                <a:gd name="connsiteY1" fmla="*/ 21706 h 30643"/>
                <a:gd name="connsiteX2" fmla="*/ 61343 w 117574"/>
                <a:gd name="connsiteY2" fmla="*/ 21706 h 30643"/>
                <a:gd name="connsiteX3" fmla="*/ 75401 w 117574"/>
                <a:gd name="connsiteY3" fmla="*/ 30643 h 30643"/>
                <a:gd name="connsiteX4" fmla="*/ 88820 w 117574"/>
                <a:gd name="connsiteY4" fmla="*/ 22344 h 30643"/>
                <a:gd name="connsiteX5" fmla="*/ 102239 w 117574"/>
                <a:gd name="connsiteY5" fmla="*/ 30643 h 30643"/>
                <a:gd name="connsiteX6" fmla="*/ 117575 w 117574"/>
                <a:gd name="connsiteY6" fmla="*/ 15322 h 30643"/>
                <a:gd name="connsiteX7" fmla="*/ 102239 w 117574"/>
                <a:gd name="connsiteY7" fmla="*/ 0 h 30643"/>
                <a:gd name="connsiteX8" fmla="*/ 88820 w 117574"/>
                <a:gd name="connsiteY8" fmla="*/ 8299 h 30643"/>
                <a:gd name="connsiteX9" fmla="*/ 75401 w 117574"/>
                <a:gd name="connsiteY9" fmla="*/ 0 h 30643"/>
                <a:gd name="connsiteX10" fmla="*/ 61343 w 117574"/>
                <a:gd name="connsiteY10" fmla="*/ 8938 h 30643"/>
                <a:gd name="connsiteX11" fmla="*/ 29394 w 117574"/>
                <a:gd name="connsiteY11" fmla="*/ 8938 h 30643"/>
                <a:gd name="connsiteX12" fmla="*/ 15336 w 117574"/>
                <a:gd name="connsiteY12" fmla="*/ 0 h 30643"/>
                <a:gd name="connsiteX13" fmla="*/ 0 w 117574"/>
                <a:gd name="connsiteY13" fmla="*/ 15322 h 30643"/>
                <a:gd name="connsiteX14" fmla="*/ 15336 w 117574"/>
                <a:gd name="connsiteY14" fmla="*/ 30643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7574" h="30643">
                  <a:moveTo>
                    <a:pt x="15336" y="30643"/>
                  </a:moveTo>
                  <a:cubicBezTo>
                    <a:pt x="21726" y="30643"/>
                    <a:pt x="26837" y="26813"/>
                    <a:pt x="29394" y="21706"/>
                  </a:cubicBezTo>
                  <a:lnTo>
                    <a:pt x="61343" y="21706"/>
                  </a:lnTo>
                  <a:cubicBezTo>
                    <a:pt x="63899" y="26813"/>
                    <a:pt x="69011" y="30643"/>
                    <a:pt x="75401" y="30643"/>
                  </a:cubicBezTo>
                  <a:cubicBezTo>
                    <a:pt x="81152" y="30643"/>
                    <a:pt x="86264" y="26813"/>
                    <a:pt x="88820" y="22344"/>
                  </a:cubicBezTo>
                  <a:cubicBezTo>
                    <a:pt x="91376" y="27451"/>
                    <a:pt x="96488" y="30643"/>
                    <a:pt x="102239" y="30643"/>
                  </a:cubicBezTo>
                  <a:cubicBezTo>
                    <a:pt x="110545" y="30643"/>
                    <a:pt x="117575" y="23621"/>
                    <a:pt x="117575" y="15322"/>
                  </a:cubicBezTo>
                  <a:cubicBezTo>
                    <a:pt x="117575" y="7022"/>
                    <a:pt x="110545" y="0"/>
                    <a:pt x="102239" y="0"/>
                  </a:cubicBezTo>
                  <a:cubicBezTo>
                    <a:pt x="96488" y="0"/>
                    <a:pt x="91376" y="3830"/>
                    <a:pt x="88820" y="8299"/>
                  </a:cubicBezTo>
                  <a:cubicBezTo>
                    <a:pt x="86264" y="3192"/>
                    <a:pt x="81152" y="0"/>
                    <a:pt x="75401" y="0"/>
                  </a:cubicBezTo>
                  <a:cubicBezTo>
                    <a:pt x="69011" y="0"/>
                    <a:pt x="63899" y="3830"/>
                    <a:pt x="61343" y="8938"/>
                  </a:cubicBezTo>
                  <a:lnTo>
                    <a:pt x="29394" y="8938"/>
                  </a:lnTo>
                  <a:cubicBezTo>
                    <a:pt x="26837" y="3830"/>
                    <a:pt x="21726" y="0"/>
                    <a:pt x="15336" y="0"/>
                  </a:cubicBezTo>
                  <a:cubicBezTo>
                    <a:pt x="7029" y="0"/>
                    <a:pt x="0" y="7022"/>
                    <a:pt x="0" y="15322"/>
                  </a:cubicBezTo>
                  <a:cubicBezTo>
                    <a:pt x="639" y="23621"/>
                    <a:pt x="7029" y="30643"/>
                    <a:pt x="15336" y="30643"/>
                  </a:cubicBezTo>
                </a:path>
              </a:pathLst>
            </a:custGeom>
            <a:solidFill>
              <a:srgbClr val="0076A8"/>
            </a:solidFill>
            <a:ln w="6390" cap="flat">
              <a:noFill/>
              <a:prstDash val="solid"/>
              <a:miter/>
            </a:ln>
          </p:spPr>
          <p:txBody>
            <a:bodyPr rtlCol="0" anchor="ctr"/>
            <a:lstStyle/>
            <a:p>
              <a:endParaRPr lang="en-US"/>
            </a:p>
          </p:txBody>
        </p:sp>
        <p:sp>
          <p:nvSpPr>
            <p:cNvPr id="829" name="Graphic 4">
              <a:extLst>
                <a:ext uri="{FF2B5EF4-FFF2-40B4-BE49-F238E27FC236}">
                  <a16:creationId xmlns:a16="http://schemas.microsoft.com/office/drawing/2014/main" id="{B9AE2613-A415-1443-A57B-6328503FB62A}"/>
                </a:ext>
              </a:extLst>
            </p:cNvPr>
            <p:cNvSpPr/>
            <p:nvPr/>
          </p:nvSpPr>
          <p:spPr>
            <a:xfrm>
              <a:off x="10009197" y="1516996"/>
              <a:ext cx="117574" cy="30643"/>
            </a:xfrm>
            <a:custGeom>
              <a:avLst/>
              <a:gdLst>
                <a:gd name="connsiteX0" fmla="*/ 15336 w 117574"/>
                <a:gd name="connsiteY0" fmla="*/ 30643 h 30643"/>
                <a:gd name="connsiteX1" fmla="*/ 28755 w 117574"/>
                <a:gd name="connsiteY1" fmla="*/ 22344 h 30643"/>
                <a:gd name="connsiteX2" fmla="*/ 42173 w 117574"/>
                <a:gd name="connsiteY2" fmla="*/ 30643 h 30643"/>
                <a:gd name="connsiteX3" fmla="*/ 56231 w 117574"/>
                <a:gd name="connsiteY3" fmla="*/ 21706 h 30643"/>
                <a:gd name="connsiteX4" fmla="*/ 88181 w 117574"/>
                <a:gd name="connsiteY4" fmla="*/ 21706 h 30643"/>
                <a:gd name="connsiteX5" fmla="*/ 102239 w 117574"/>
                <a:gd name="connsiteY5" fmla="*/ 30643 h 30643"/>
                <a:gd name="connsiteX6" fmla="*/ 117575 w 117574"/>
                <a:gd name="connsiteY6" fmla="*/ 15322 h 30643"/>
                <a:gd name="connsiteX7" fmla="*/ 102239 w 117574"/>
                <a:gd name="connsiteY7" fmla="*/ 0 h 30643"/>
                <a:gd name="connsiteX8" fmla="*/ 88181 w 117574"/>
                <a:gd name="connsiteY8" fmla="*/ 8938 h 30643"/>
                <a:gd name="connsiteX9" fmla="*/ 56231 w 117574"/>
                <a:gd name="connsiteY9" fmla="*/ 8938 h 30643"/>
                <a:gd name="connsiteX10" fmla="*/ 42173 w 117574"/>
                <a:gd name="connsiteY10" fmla="*/ 0 h 30643"/>
                <a:gd name="connsiteX11" fmla="*/ 28755 w 117574"/>
                <a:gd name="connsiteY11" fmla="*/ 8299 h 30643"/>
                <a:gd name="connsiteX12" fmla="*/ 15336 w 117574"/>
                <a:gd name="connsiteY12" fmla="*/ 0 h 30643"/>
                <a:gd name="connsiteX13" fmla="*/ 0 w 117574"/>
                <a:gd name="connsiteY13" fmla="*/ 15322 h 30643"/>
                <a:gd name="connsiteX14" fmla="*/ 15336 w 117574"/>
                <a:gd name="connsiteY14" fmla="*/ 30643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7574" h="30643">
                  <a:moveTo>
                    <a:pt x="15336" y="30643"/>
                  </a:moveTo>
                  <a:cubicBezTo>
                    <a:pt x="21086" y="30643"/>
                    <a:pt x="26199" y="26813"/>
                    <a:pt x="28755" y="22344"/>
                  </a:cubicBezTo>
                  <a:cubicBezTo>
                    <a:pt x="31311" y="27451"/>
                    <a:pt x="36422" y="30643"/>
                    <a:pt x="42173" y="30643"/>
                  </a:cubicBezTo>
                  <a:cubicBezTo>
                    <a:pt x="48563" y="30643"/>
                    <a:pt x="53676" y="26813"/>
                    <a:pt x="56231" y="21706"/>
                  </a:cubicBezTo>
                  <a:lnTo>
                    <a:pt x="88181" y="21706"/>
                  </a:lnTo>
                  <a:cubicBezTo>
                    <a:pt x="90737" y="26813"/>
                    <a:pt x="95849" y="30643"/>
                    <a:pt x="102239" y="30643"/>
                  </a:cubicBezTo>
                  <a:cubicBezTo>
                    <a:pt x="110545" y="30643"/>
                    <a:pt x="117575" y="23621"/>
                    <a:pt x="117575" y="15322"/>
                  </a:cubicBezTo>
                  <a:cubicBezTo>
                    <a:pt x="117575" y="7022"/>
                    <a:pt x="110545" y="0"/>
                    <a:pt x="102239" y="0"/>
                  </a:cubicBezTo>
                  <a:cubicBezTo>
                    <a:pt x="95849" y="0"/>
                    <a:pt x="90737" y="3830"/>
                    <a:pt x="88181" y="8938"/>
                  </a:cubicBezTo>
                  <a:lnTo>
                    <a:pt x="56231" y="8938"/>
                  </a:lnTo>
                  <a:cubicBezTo>
                    <a:pt x="53676" y="3830"/>
                    <a:pt x="48563" y="0"/>
                    <a:pt x="42173" y="0"/>
                  </a:cubicBezTo>
                  <a:cubicBezTo>
                    <a:pt x="36422" y="0"/>
                    <a:pt x="30671" y="3830"/>
                    <a:pt x="28755" y="8299"/>
                  </a:cubicBezTo>
                  <a:cubicBezTo>
                    <a:pt x="26199" y="3192"/>
                    <a:pt x="21086" y="0"/>
                    <a:pt x="15336" y="0"/>
                  </a:cubicBezTo>
                  <a:cubicBezTo>
                    <a:pt x="7029" y="0"/>
                    <a:pt x="0" y="7022"/>
                    <a:pt x="0" y="15322"/>
                  </a:cubicBezTo>
                  <a:cubicBezTo>
                    <a:pt x="0" y="23621"/>
                    <a:pt x="7029" y="30643"/>
                    <a:pt x="15336" y="30643"/>
                  </a:cubicBezTo>
                </a:path>
              </a:pathLst>
            </a:custGeom>
            <a:solidFill>
              <a:srgbClr val="0076A8"/>
            </a:solidFill>
            <a:ln w="6390" cap="flat">
              <a:noFill/>
              <a:prstDash val="solid"/>
              <a:miter/>
            </a:ln>
          </p:spPr>
          <p:txBody>
            <a:bodyPr rtlCol="0" anchor="ctr"/>
            <a:lstStyle/>
            <a:p>
              <a:endParaRPr lang="en-US"/>
            </a:p>
          </p:txBody>
        </p:sp>
      </p:grpSp>
      <p:sp>
        <p:nvSpPr>
          <p:cNvPr id="830" name="Graphic 4">
            <a:extLst>
              <a:ext uri="{FF2B5EF4-FFF2-40B4-BE49-F238E27FC236}">
                <a16:creationId xmlns:a16="http://schemas.microsoft.com/office/drawing/2014/main" id="{958D3969-ECD1-0D43-AD65-F9BAB6E449FA}"/>
              </a:ext>
            </a:extLst>
          </p:cNvPr>
          <p:cNvSpPr/>
          <p:nvPr/>
        </p:nvSpPr>
        <p:spPr>
          <a:xfrm>
            <a:off x="10340835" y="1402085"/>
            <a:ext cx="361670" cy="361333"/>
          </a:xfrm>
          <a:custGeom>
            <a:avLst/>
            <a:gdLst>
              <a:gd name="connsiteX0" fmla="*/ 270294 w 361670"/>
              <a:gd name="connsiteY0" fmla="*/ 277065 h 361333"/>
              <a:gd name="connsiteX1" fmla="*/ 90737 w 361670"/>
              <a:gd name="connsiteY1" fmla="*/ 277065 h 361333"/>
              <a:gd name="connsiteX2" fmla="*/ 84347 w 361670"/>
              <a:gd name="connsiteY2" fmla="*/ 270681 h 361333"/>
              <a:gd name="connsiteX3" fmla="*/ 90737 w 361670"/>
              <a:gd name="connsiteY3" fmla="*/ 264297 h 361333"/>
              <a:gd name="connsiteX4" fmla="*/ 92014 w 361670"/>
              <a:gd name="connsiteY4" fmla="*/ 264297 h 361333"/>
              <a:gd name="connsiteX5" fmla="*/ 92014 w 361670"/>
              <a:gd name="connsiteY5" fmla="*/ 91291 h 361333"/>
              <a:gd name="connsiteX6" fmla="*/ 98404 w 361670"/>
              <a:gd name="connsiteY6" fmla="*/ 84907 h 361333"/>
              <a:gd name="connsiteX7" fmla="*/ 104794 w 361670"/>
              <a:gd name="connsiteY7" fmla="*/ 91291 h 361333"/>
              <a:gd name="connsiteX8" fmla="*/ 104794 w 361670"/>
              <a:gd name="connsiteY8" fmla="*/ 264297 h 361333"/>
              <a:gd name="connsiteX9" fmla="*/ 256236 w 361670"/>
              <a:gd name="connsiteY9" fmla="*/ 264297 h 361333"/>
              <a:gd name="connsiteX10" fmla="*/ 256236 w 361670"/>
              <a:gd name="connsiteY10" fmla="*/ 91291 h 361333"/>
              <a:gd name="connsiteX11" fmla="*/ 262626 w 361670"/>
              <a:gd name="connsiteY11" fmla="*/ 84907 h 361333"/>
              <a:gd name="connsiteX12" fmla="*/ 269016 w 361670"/>
              <a:gd name="connsiteY12" fmla="*/ 91291 h 361333"/>
              <a:gd name="connsiteX13" fmla="*/ 269016 w 361670"/>
              <a:gd name="connsiteY13" fmla="*/ 264297 h 361333"/>
              <a:gd name="connsiteX14" fmla="*/ 270294 w 361670"/>
              <a:gd name="connsiteY14" fmla="*/ 264297 h 361333"/>
              <a:gd name="connsiteX15" fmla="*/ 276684 w 361670"/>
              <a:gd name="connsiteY15" fmla="*/ 270681 h 361333"/>
              <a:gd name="connsiteX16" fmla="*/ 270294 w 361670"/>
              <a:gd name="connsiteY16" fmla="*/ 277065 h 361333"/>
              <a:gd name="connsiteX17" fmla="*/ 137384 w 361670"/>
              <a:gd name="connsiteY17" fmla="*/ 217055 h 361333"/>
              <a:gd name="connsiteX18" fmla="*/ 150802 w 361670"/>
              <a:gd name="connsiteY18" fmla="*/ 225355 h 361333"/>
              <a:gd name="connsiteX19" fmla="*/ 164221 w 361670"/>
              <a:gd name="connsiteY19" fmla="*/ 217055 h 361333"/>
              <a:gd name="connsiteX20" fmla="*/ 178279 w 361670"/>
              <a:gd name="connsiteY20" fmla="*/ 225993 h 361333"/>
              <a:gd name="connsiteX21" fmla="*/ 210228 w 361670"/>
              <a:gd name="connsiteY21" fmla="*/ 225993 h 361333"/>
              <a:gd name="connsiteX22" fmla="*/ 224287 w 361670"/>
              <a:gd name="connsiteY22" fmla="*/ 217055 h 361333"/>
              <a:gd name="connsiteX23" fmla="*/ 239623 w 361670"/>
              <a:gd name="connsiteY23" fmla="*/ 232377 h 361333"/>
              <a:gd name="connsiteX24" fmla="*/ 224287 w 361670"/>
              <a:gd name="connsiteY24" fmla="*/ 247698 h 361333"/>
              <a:gd name="connsiteX25" fmla="*/ 210228 w 361670"/>
              <a:gd name="connsiteY25" fmla="*/ 238761 h 361333"/>
              <a:gd name="connsiteX26" fmla="*/ 178279 w 361670"/>
              <a:gd name="connsiteY26" fmla="*/ 238761 h 361333"/>
              <a:gd name="connsiteX27" fmla="*/ 164221 w 361670"/>
              <a:gd name="connsiteY27" fmla="*/ 247698 h 361333"/>
              <a:gd name="connsiteX28" fmla="*/ 150802 w 361670"/>
              <a:gd name="connsiteY28" fmla="*/ 239399 h 361333"/>
              <a:gd name="connsiteX29" fmla="*/ 137384 w 361670"/>
              <a:gd name="connsiteY29" fmla="*/ 247698 h 361333"/>
              <a:gd name="connsiteX30" fmla="*/ 122048 w 361670"/>
              <a:gd name="connsiteY30" fmla="*/ 232377 h 361333"/>
              <a:gd name="connsiteX31" fmla="*/ 137384 w 361670"/>
              <a:gd name="connsiteY31" fmla="*/ 217055 h 361333"/>
              <a:gd name="connsiteX32" fmla="*/ 137384 w 361670"/>
              <a:gd name="connsiteY32" fmla="*/ 165984 h 361333"/>
              <a:gd name="connsiteX33" fmla="*/ 151441 w 361670"/>
              <a:gd name="connsiteY33" fmla="*/ 174921 h 361333"/>
              <a:gd name="connsiteX34" fmla="*/ 183391 w 361670"/>
              <a:gd name="connsiteY34" fmla="*/ 174921 h 361333"/>
              <a:gd name="connsiteX35" fmla="*/ 197448 w 361670"/>
              <a:gd name="connsiteY35" fmla="*/ 165984 h 361333"/>
              <a:gd name="connsiteX36" fmla="*/ 210868 w 361670"/>
              <a:gd name="connsiteY36" fmla="*/ 174283 h 361333"/>
              <a:gd name="connsiteX37" fmla="*/ 224287 w 361670"/>
              <a:gd name="connsiteY37" fmla="*/ 165984 h 361333"/>
              <a:gd name="connsiteX38" fmla="*/ 239623 w 361670"/>
              <a:gd name="connsiteY38" fmla="*/ 181305 h 361333"/>
              <a:gd name="connsiteX39" fmla="*/ 224287 w 361670"/>
              <a:gd name="connsiteY39" fmla="*/ 196627 h 361333"/>
              <a:gd name="connsiteX40" fmla="*/ 210868 w 361670"/>
              <a:gd name="connsiteY40" fmla="*/ 188327 h 361333"/>
              <a:gd name="connsiteX41" fmla="*/ 197448 w 361670"/>
              <a:gd name="connsiteY41" fmla="*/ 196627 h 361333"/>
              <a:gd name="connsiteX42" fmla="*/ 183391 w 361670"/>
              <a:gd name="connsiteY42" fmla="*/ 187689 h 361333"/>
              <a:gd name="connsiteX43" fmla="*/ 151441 w 361670"/>
              <a:gd name="connsiteY43" fmla="*/ 187689 h 361333"/>
              <a:gd name="connsiteX44" fmla="*/ 137384 w 361670"/>
              <a:gd name="connsiteY44" fmla="*/ 196627 h 361333"/>
              <a:gd name="connsiteX45" fmla="*/ 122048 w 361670"/>
              <a:gd name="connsiteY45" fmla="*/ 181305 h 361333"/>
              <a:gd name="connsiteX46" fmla="*/ 137384 w 361670"/>
              <a:gd name="connsiteY46" fmla="*/ 165984 h 361333"/>
              <a:gd name="connsiteX47" fmla="*/ 137384 w 361670"/>
              <a:gd name="connsiteY47" fmla="*/ 114912 h 361333"/>
              <a:gd name="connsiteX48" fmla="*/ 150802 w 361670"/>
              <a:gd name="connsiteY48" fmla="*/ 123211 h 361333"/>
              <a:gd name="connsiteX49" fmla="*/ 164221 w 361670"/>
              <a:gd name="connsiteY49" fmla="*/ 114912 h 361333"/>
              <a:gd name="connsiteX50" fmla="*/ 178279 w 361670"/>
              <a:gd name="connsiteY50" fmla="*/ 123849 h 361333"/>
              <a:gd name="connsiteX51" fmla="*/ 210228 w 361670"/>
              <a:gd name="connsiteY51" fmla="*/ 123849 h 361333"/>
              <a:gd name="connsiteX52" fmla="*/ 224287 w 361670"/>
              <a:gd name="connsiteY52" fmla="*/ 114912 h 361333"/>
              <a:gd name="connsiteX53" fmla="*/ 239623 w 361670"/>
              <a:gd name="connsiteY53" fmla="*/ 130233 h 361333"/>
              <a:gd name="connsiteX54" fmla="*/ 224287 w 361670"/>
              <a:gd name="connsiteY54" fmla="*/ 145555 h 361333"/>
              <a:gd name="connsiteX55" fmla="*/ 210228 w 361670"/>
              <a:gd name="connsiteY55" fmla="*/ 136617 h 361333"/>
              <a:gd name="connsiteX56" fmla="*/ 178279 w 361670"/>
              <a:gd name="connsiteY56" fmla="*/ 136617 h 361333"/>
              <a:gd name="connsiteX57" fmla="*/ 164221 w 361670"/>
              <a:gd name="connsiteY57" fmla="*/ 145555 h 361333"/>
              <a:gd name="connsiteX58" fmla="*/ 150802 w 361670"/>
              <a:gd name="connsiteY58" fmla="*/ 137256 h 361333"/>
              <a:gd name="connsiteX59" fmla="*/ 137384 w 361670"/>
              <a:gd name="connsiteY59" fmla="*/ 145555 h 361333"/>
              <a:gd name="connsiteX60" fmla="*/ 122048 w 361670"/>
              <a:gd name="connsiteY60" fmla="*/ 130233 h 361333"/>
              <a:gd name="connsiteX61" fmla="*/ 137384 w 361670"/>
              <a:gd name="connsiteY61" fmla="*/ 114912 h 361333"/>
              <a:gd name="connsiteX62" fmla="*/ 180835 w 361670"/>
              <a:gd name="connsiteY62" fmla="*/ 0 h 361333"/>
              <a:gd name="connsiteX63" fmla="*/ 0 w 361670"/>
              <a:gd name="connsiteY63" fmla="*/ 180667 h 361333"/>
              <a:gd name="connsiteX64" fmla="*/ 180835 w 361670"/>
              <a:gd name="connsiteY64" fmla="*/ 361333 h 361333"/>
              <a:gd name="connsiteX65" fmla="*/ 361670 w 361670"/>
              <a:gd name="connsiteY65" fmla="*/ 180667 h 361333"/>
              <a:gd name="connsiteX66" fmla="*/ 180835 w 361670"/>
              <a:gd name="connsiteY66" fmla="*/ 0 h 36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61670" h="361333">
                <a:moveTo>
                  <a:pt x="270294" y="277065"/>
                </a:moveTo>
                <a:lnTo>
                  <a:pt x="90737" y="277065"/>
                </a:lnTo>
                <a:cubicBezTo>
                  <a:pt x="86903" y="277065"/>
                  <a:pt x="84347" y="274511"/>
                  <a:pt x="84347" y="270681"/>
                </a:cubicBezTo>
                <a:cubicBezTo>
                  <a:pt x="84347" y="266850"/>
                  <a:pt x="86903" y="264297"/>
                  <a:pt x="90737" y="264297"/>
                </a:cubicBezTo>
                <a:lnTo>
                  <a:pt x="92014" y="264297"/>
                </a:lnTo>
                <a:lnTo>
                  <a:pt x="92014" y="91291"/>
                </a:lnTo>
                <a:cubicBezTo>
                  <a:pt x="92014" y="87461"/>
                  <a:pt x="94571" y="84907"/>
                  <a:pt x="98404" y="84907"/>
                </a:cubicBezTo>
                <a:cubicBezTo>
                  <a:pt x="102239" y="84907"/>
                  <a:pt x="104794" y="87461"/>
                  <a:pt x="104794" y="91291"/>
                </a:cubicBezTo>
                <a:lnTo>
                  <a:pt x="104794" y="264297"/>
                </a:lnTo>
                <a:lnTo>
                  <a:pt x="256236" y="264297"/>
                </a:lnTo>
                <a:lnTo>
                  <a:pt x="256236" y="91291"/>
                </a:lnTo>
                <a:cubicBezTo>
                  <a:pt x="256236" y="87461"/>
                  <a:pt x="258792" y="84907"/>
                  <a:pt x="262626" y="84907"/>
                </a:cubicBezTo>
                <a:cubicBezTo>
                  <a:pt x="266460" y="84907"/>
                  <a:pt x="269016" y="87461"/>
                  <a:pt x="269016" y="91291"/>
                </a:cubicBezTo>
                <a:lnTo>
                  <a:pt x="269016" y="264297"/>
                </a:lnTo>
                <a:lnTo>
                  <a:pt x="270294" y="264297"/>
                </a:lnTo>
                <a:cubicBezTo>
                  <a:pt x="274128" y="264297"/>
                  <a:pt x="276684" y="266850"/>
                  <a:pt x="276684" y="270681"/>
                </a:cubicBezTo>
                <a:cubicBezTo>
                  <a:pt x="276684" y="274511"/>
                  <a:pt x="273489" y="277065"/>
                  <a:pt x="270294" y="277065"/>
                </a:cubicBezTo>
                <a:moveTo>
                  <a:pt x="137384" y="217055"/>
                </a:moveTo>
                <a:cubicBezTo>
                  <a:pt x="143134" y="217055"/>
                  <a:pt x="148246" y="220886"/>
                  <a:pt x="150802" y="225355"/>
                </a:cubicBezTo>
                <a:cubicBezTo>
                  <a:pt x="153358" y="220247"/>
                  <a:pt x="158470" y="217055"/>
                  <a:pt x="164221" y="217055"/>
                </a:cubicBezTo>
                <a:cubicBezTo>
                  <a:pt x="170611" y="217055"/>
                  <a:pt x="175723" y="220886"/>
                  <a:pt x="178279" y="225993"/>
                </a:cubicBezTo>
                <a:lnTo>
                  <a:pt x="210228" y="225993"/>
                </a:lnTo>
                <a:cubicBezTo>
                  <a:pt x="212784" y="220886"/>
                  <a:pt x="217897" y="217055"/>
                  <a:pt x="224287" y="217055"/>
                </a:cubicBezTo>
                <a:cubicBezTo>
                  <a:pt x="232593" y="217055"/>
                  <a:pt x="239623" y="224078"/>
                  <a:pt x="239623" y="232377"/>
                </a:cubicBezTo>
                <a:cubicBezTo>
                  <a:pt x="239623" y="240676"/>
                  <a:pt x="232593" y="247698"/>
                  <a:pt x="224287" y="247698"/>
                </a:cubicBezTo>
                <a:cubicBezTo>
                  <a:pt x="217897" y="247698"/>
                  <a:pt x="212784" y="243868"/>
                  <a:pt x="210228" y="238761"/>
                </a:cubicBezTo>
                <a:lnTo>
                  <a:pt x="178279" y="238761"/>
                </a:lnTo>
                <a:cubicBezTo>
                  <a:pt x="175723" y="243868"/>
                  <a:pt x="170611" y="247698"/>
                  <a:pt x="164221" y="247698"/>
                </a:cubicBezTo>
                <a:cubicBezTo>
                  <a:pt x="158470" y="247698"/>
                  <a:pt x="153358" y="243868"/>
                  <a:pt x="150802" y="239399"/>
                </a:cubicBezTo>
                <a:cubicBezTo>
                  <a:pt x="148246" y="244506"/>
                  <a:pt x="143134" y="247698"/>
                  <a:pt x="137384" y="247698"/>
                </a:cubicBezTo>
                <a:cubicBezTo>
                  <a:pt x="129076" y="247698"/>
                  <a:pt x="122048" y="240676"/>
                  <a:pt x="122048" y="232377"/>
                </a:cubicBezTo>
                <a:cubicBezTo>
                  <a:pt x="122048" y="224078"/>
                  <a:pt x="128438" y="217055"/>
                  <a:pt x="137384" y="217055"/>
                </a:cubicBezTo>
                <a:moveTo>
                  <a:pt x="137384" y="165984"/>
                </a:moveTo>
                <a:cubicBezTo>
                  <a:pt x="143774" y="165984"/>
                  <a:pt x="148885" y="169814"/>
                  <a:pt x="151441" y="174921"/>
                </a:cubicBezTo>
                <a:lnTo>
                  <a:pt x="183391" y="174921"/>
                </a:lnTo>
                <a:cubicBezTo>
                  <a:pt x="185947" y="169814"/>
                  <a:pt x="191059" y="165984"/>
                  <a:pt x="197448" y="165984"/>
                </a:cubicBezTo>
                <a:cubicBezTo>
                  <a:pt x="203200" y="165984"/>
                  <a:pt x="208312" y="169814"/>
                  <a:pt x="210868" y="174283"/>
                </a:cubicBezTo>
                <a:cubicBezTo>
                  <a:pt x="213423" y="169176"/>
                  <a:pt x="218536" y="165984"/>
                  <a:pt x="224287" y="165984"/>
                </a:cubicBezTo>
                <a:cubicBezTo>
                  <a:pt x="232593" y="165984"/>
                  <a:pt x="239623" y="173006"/>
                  <a:pt x="239623" y="181305"/>
                </a:cubicBezTo>
                <a:cubicBezTo>
                  <a:pt x="239623" y="189604"/>
                  <a:pt x="232593" y="196627"/>
                  <a:pt x="224287" y="196627"/>
                </a:cubicBezTo>
                <a:cubicBezTo>
                  <a:pt x="218536" y="196627"/>
                  <a:pt x="213423" y="193435"/>
                  <a:pt x="210868" y="188327"/>
                </a:cubicBezTo>
                <a:cubicBezTo>
                  <a:pt x="208312" y="193435"/>
                  <a:pt x="203200" y="196627"/>
                  <a:pt x="197448" y="196627"/>
                </a:cubicBezTo>
                <a:cubicBezTo>
                  <a:pt x="191059" y="196627"/>
                  <a:pt x="185947" y="192796"/>
                  <a:pt x="183391" y="187689"/>
                </a:cubicBezTo>
                <a:lnTo>
                  <a:pt x="151441" y="187689"/>
                </a:lnTo>
                <a:cubicBezTo>
                  <a:pt x="148885" y="192796"/>
                  <a:pt x="143774" y="196627"/>
                  <a:pt x="137384" y="196627"/>
                </a:cubicBezTo>
                <a:cubicBezTo>
                  <a:pt x="129076" y="196627"/>
                  <a:pt x="122048" y="189604"/>
                  <a:pt x="122048" y="181305"/>
                </a:cubicBezTo>
                <a:cubicBezTo>
                  <a:pt x="122048" y="173006"/>
                  <a:pt x="128438" y="165984"/>
                  <a:pt x="137384" y="165984"/>
                </a:cubicBezTo>
                <a:moveTo>
                  <a:pt x="137384" y="114912"/>
                </a:moveTo>
                <a:cubicBezTo>
                  <a:pt x="143134" y="114912"/>
                  <a:pt x="148246" y="118742"/>
                  <a:pt x="150802" y="123211"/>
                </a:cubicBezTo>
                <a:cubicBezTo>
                  <a:pt x="153358" y="118104"/>
                  <a:pt x="158470" y="114912"/>
                  <a:pt x="164221" y="114912"/>
                </a:cubicBezTo>
                <a:cubicBezTo>
                  <a:pt x="170611" y="114912"/>
                  <a:pt x="175723" y="118742"/>
                  <a:pt x="178279" y="123849"/>
                </a:cubicBezTo>
                <a:lnTo>
                  <a:pt x="210228" y="123849"/>
                </a:lnTo>
                <a:cubicBezTo>
                  <a:pt x="212784" y="118742"/>
                  <a:pt x="217897" y="114912"/>
                  <a:pt x="224287" y="114912"/>
                </a:cubicBezTo>
                <a:cubicBezTo>
                  <a:pt x="232593" y="114912"/>
                  <a:pt x="239623" y="121934"/>
                  <a:pt x="239623" y="130233"/>
                </a:cubicBezTo>
                <a:cubicBezTo>
                  <a:pt x="239623" y="138532"/>
                  <a:pt x="232593" y="145555"/>
                  <a:pt x="224287" y="145555"/>
                </a:cubicBezTo>
                <a:cubicBezTo>
                  <a:pt x="217897" y="145555"/>
                  <a:pt x="212784" y="141724"/>
                  <a:pt x="210228" y="136617"/>
                </a:cubicBezTo>
                <a:lnTo>
                  <a:pt x="178279" y="136617"/>
                </a:lnTo>
                <a:cubicBezTo>
                  <a:pt x="175723" y="141724"/>
                  <a:pt x="170611" y="145555"/>
                  <a:pt x="164221" y="145555"/>
                </a:cubicBezTo>
                <a:cubicBezTo>
                  <a:pt x="158470" y="145555"/>
                  <a:pt x="153358" y="141724"/>
                  <a:pt x="150802" y="137256"/>
                </a:cubicBezTo>
                <a:cubicBezTo>
                  <a:pt x="148246" y="142363"/>
                  <a:pt x="143134" y="145555"/>
                  <a:pt x="137384" y="145555"/>
                </a:cubicBezTo>
                <a:cubicBezTo>
                  <a:pt x="129076" y="145555"/>
                  <a:pt x="122048" y="138532"/>
                  <a:pt x="122048" y="130233"/>
                </a:cubicBezTo>
                <a:cubicBezTo>
                  <a:pt x="122048" y="121934"/>
                  <a:pt x="128438" y="114912"/>
                  <a:pt x="137384" y="114912"/>
                </a:cubicBezTo>
                <a:moveTo>
                  <a:pt x="180835" y="0"/>
                </a:moveTo>
                <a:cubicBezTo>
                  <a:pt x="80513" y="0"/>
                  <a:pt x="0" y="81077"/>
                  <a:pt x="0" y="180667"/>
                </a:cubicBezTo>
                <a:cubicBezTo>
                  <a:pt x="0" y="280895"/>
                  <a:pt x="81152" y="361333"/>
                  <a:pt x="180835" y="361333"/>
                </a:cubicBezTo>
                <a:cubicBezTo>
                  <a:pt x="281157" y="361333"/>
                  <a:pt x="361670" y="280257"/>
                  <a:pt x="361670" y="180667"/>
                </a:cubicBezTo>
                <a:cubicBezTo>
                  <a:pt x="361670" y="81077"/>
                  <a:pt x="280518" y="0"/>
                  <a:pt x="180835" y="0"/>
                </a:cubicBezTo>
              </a:path>
            </a:pathLst>
          </a:custGeom>
          <a:solidFill>
            <a:srgbClr val="0076A8"/>
          </a:solidFill>
          <a:ln w="6390" cap="flat">
            <a:noFill/>
            <a:prstDash val="solid"/>
            <a:miter/>
          </a:ln>
        </p:spPr>
        <p:txBody>
          <a:bodyPr rtlCol="0" anchor="ctr"/>
          <a:lstStyle/>
          <a:p>
            <a:endParaRPr lang="en-US"/>
          </a:p>
        </p:txBody>
      </p:sp>
      <p:grpSp>
        <p:nvGrpSpPr>
          <p:cNvPr id="831" name="Graphic 4">
            <a:extLst>
              <a:ext uri="{FF2B5EF4-FFF2-40B4-BE49-F238E27FC236}">
                <a16:creationId xmlns:a16="http://schemas.microsoft.com/office/drawing/2014/main" id="{95F0D5D7-3DD6-0546-892A-136AC6A98FB6}"/>
              </a:ext>
            </a:extLst>
          </p:cNvPr>
          <p:cNvGrpSpPr>
            <a:grpSpLocks noChangeAspect="1"/>
          </p:cNvGrpSpPr>
          <p:nvPr/>
        </p:nvGrpSpPr>
        <p:grpSpPr>
          <a:xfrm>
            <a:off x="467104" y="2855717"/>
            <a:ext cx="367439" cy="367200"/>
            <a:chOff x="337870" y="794645"/>
            <a:chExt cx="530131" cy="529787"/>
          </a:xfrm>
          <a:solidFill>
            <a:srgbClr val="005587"/>
          </a:solidFill>
        </p:grpSpPr>
        <p:sp>
          <p:nvSpPr>
            <p:cNvPr id="832" name="Freeform 831">
              <a:extLst>
                <a:ext uri="{FF2B5EF4-FFF2-40B4-BE49-F238E27FC236}">
                  <a16:creationId xmlns:a16="http://schemas.microsoft.com/office/drawing/2014/main" id="{986E90A4-5DB1-9B45-AC0D-38F9799EE0B9}"/>
                </a:ext>
              </a:extLst>
            </p:cNvPr>
            <p:cNvSpPr/>
            <p:nvPr/>
          </p:nvSpPr>
          <p:spPr>
            <a:xfrm>
              <a:off x="337870" y="794645"/>
              <a:ext cx="530131" cy="529787"/>
            </a:xfrm>
            <a:custGeom>
              <a:avLst/>
              <a:gdLst>
                <a:gd name="connsiteX0" fmla="*/ 265533 w 530131"/>
                <a:gd name="connsiteY0" fmla="*/ 0 h 529787"/>
                <a:gd name="connsiteX1" fmla="*/ 265533 w 530131"/>
                <a:gd name="connsiteY1" fmla="*/ 0 h 529787"/>
                <a:gd name="connsiteX2" fmla="*/ 0 w 530131"/>
                <a:gd name="connsiteY2" fmla="*/ 264426 h 529787"/>
                <a:gd name="connsiteX3" fmla="*/ 264598 w 530131"/>
                <a:gd name="connsiteY3" fmla="*/ 529787 h 529787"/>
                <a:gd name="connsiteX4" fmla="*/ 530131 w 530131"/>
                <a:gd name="connsiteY4" fmla="*/ 265361 h 529787"/>
                <a:gd name="connsiteX5" fmla="*/ 265533 w 530131"/>
                <a:gd name="connsiteY5" fmla="*/ 0 h 529787"/>
                <a:gd name="connsiteX6" fmla="*/ 264598 w 530131"/>
                <a:gd name="connsiteY6" fmla="*/ 511100 h 529787"/>
                <a:gd name="connsiteX7" fmla="*/ 18700 w 530131"/>
                <a:gd name="connsiteY7" fmla="*/ 265361 h 529787"/>
                <a:gd name="connsiteX8" fmla="*/ 264598 w 530131"/>
                <a:gd name="connsiteY8" fmla="*/ 18687 h 529787"/>
                <a:gd name="connsiteX9" fmla="*/ 510497 w 530131"/>
                <a:gd name="connsiteY9" fmla="*/ 265361 h 529787"/>
                <a:gd name="connsiteX10" fmla="*/ 264598 w 530131"/>
                <a:gd name="connsiteY10" fmla="*/ 511100 h 529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0131" h="529787">
                  <a:moveTo>
                    <a:pt x="265533" y="0"/>
                  </a:moveTo>
                  <a:cubicBezTo>
                    <a:pt x="265533" y="0"/>
                    <a:pt x="264598" y="0"/>
                    <a:pt x="265533" y="0"/>
                  </a:cubicBezTo>
                  <a:cubicBezTo>
                    <a:pt x="118742" y="0"/>
                    <a:pt x="0" y="118665"/>
                    <a:pt x="0" y="264426"/>
                  </a:cubicBezTo>
                  <a:cubicBezTo>
                    <a:pt x="0" y="411122"/>
                    <a:pt x="118742" y="529787"/>
                    <a:pt x="264598" y="529787"/>
                  </a:cubicBezTo>
                  <a:cubicBezTo>
                    <a:pt x="410454" y="529787"/>
                    <a:pt x="529196" y="411122"/>
                    <a:pt x="530131" y="265361"/>
                  </a:cubicBezTo>
                  <a:cubicBezTo>
                    <a:pt x="530131" y="118665"/>
                    <a:pt x="411389" y="0"/>
                    <a:pt x="265533" y="0"/>
                  </a:cubicBezTo>
                  <a:close/>
                  <a:moveTo>
                    <a:pt x="264598" y="511100"/>
                  </a:moveTo>
                  <a:cubicBezTo>
                    <a:pt x="129027" y="511100"/>
                    <a:pt x="18700" y="400844"/>
                    <a:pt x="18700" y="265361"/>
                  </a:cubicBezTo>
                  <a:cubicBezTo>
                    <a:pt x="18700" y="128943"/>
                    <a:pt x="129027" y="18687"/>
                    <a:pt x="264598" y="18687"/>
                  </a:cubicBezTo>
                  <a:cubicBezTo>
                    <a:pt x="401105" y="18687"/>
                    <a:pt x="510497" y="128943"/>
                    <a:pt x="510497" y="265361"/>
                  </a:cubicBezTo>
                  <a:cubicBezTo>
                    <a:pt x="511432" y="400844"/>
                    <a:pt x="401105" y="511100"/>
                    <a:pt x="264598" y="511100"/>
                  </a:cubicBezTo>
                  <a:close/>
                </a:path>
              </a:pathLst>
            </a:custGeom>
            <a:grpFill/>
            <a:ln w="9339" cap="flat">
              <a:noFill/>
              <a:prstDash val="solid"/>
              <a:miter/>
            </a:ln>
          </p:spPr>
          <p:txBody>
            <a:bodyPr rtlCol="0" anchor="ctr"/>
            <a:lstStyle/>
            <a:p>
              <a:endParaRPr lang="en-US"/>
            </a:p>
          </p:txBody>
        </p:sp>
        <p:sp>
          <p:nvSpPr>
            <p:cNvPr id="833" name="Freeform 832">
              <a:extLst>
                <a:ext uri="{FF2B5EF4-FFF2-40B4-BE49-F238E27FC236}">
                  <a16:creationId xmlns:a16="http://schemas.microsoft.com/office/drawing/2014/main" id="{1AB0A22F-2A6D-F04F-A170-89BD30D0F0D7}"/>
                </a:ext>
              </a:extLst>
            </p:cNvPr>
            <p:cNvSpPr/>
            <p:nvPr/>
          </p:nvSpPr>
          <p:spPr>
            <a:xfrm>
              <a:off x="477764" y="896413"/>
              <a:ext cx="253736" cy="316829"/>
            </a:xfrm>
            <a:custGeom>
              <a:avLst/>
              <a:gdLst>
                <a:gd name="connsiteX0" fmla="*/ 177998 w 253736"/>
                <a:gd name="connsiteY0" fmla="*/ 78 h 316829"/>
                <a:gd name="connsiteX1" fmla="*/ 126574 w 253736"/>
                <a:gd name="connsiteY1" fmla="*/ 22503 h 316829"/>
                <a:gd name="connsiteX2" fmla="*/ 125639 w 253736"/>
                <a:gd name="connsiteY2" fmla="*/ 23437 h 316829"/>
                <a:gd name="connsiteX3" fmla="*/ 123769 w 253736"/>
                <a:gd name="connsiteY3" fmla="*/ 21569 h 316829"/>
                <a:gd name="connsiteX4" fmla="*/ 21857 w 253736"/>
                <a:gd name="connsiteY4" fmla="*/ 21569 h 316829"/>
                <a:gd name="connsiteX5" fmla="*/ 20922 w 253736"/>
                <a:gd name="connsiteY5" fmla="*/ 125284 h 316829"/>
                <a:gd name="connsiteX6" fmla="*/ 116289 w 253736"/>
                <a:gd name="connsiteY6" fmla="*/ 220589 h 316829"/>
                <a:gd name="connsiteX7" fmla="*/ 116289 w 253736"/>
                <a:gd name="connsiteY7" fmla="*/ 223392 h 316829"/>
                <a:gd name="connsiteX8" fmla="*/ 115354 w 253736"/>
                <a:gd name="connsiteY8" fmla="*/ 223392 h 316829"/>
                <a:gd name="connsiteX9" fmla="*/ 106004 w 253736"/>
                <a:gd name="connsiteY9" fmla="*/ 232736 h 316829"/>
                <a:gd name="connsiteX10" fmla="*/ 115354 w 253736"/>
                <a:gd name="connsiteY10" fmla="*/ 242080 h 316829"/>
                <a:gd name="connsiteX11" fmla="*/ 112549 w 253736"/>
                <a:gd name="connsiteY11" fmla="*/ 250489 h 316829"/>
                <a:gd name="connsiteX12" fmla="*/ 108809 w 253736"/>
                <a:gd name="connsiteY12" fmla="*/ 261701 h 316829"/>
                <a:gd name="connsiteX13" fmla="*/ 106939 w 253736"/>
                <a:gd name="connsiteY13" fmla="*/ 274783 h 316829"/>
                <a:gd name="connsiteX14" fmla="*/ 108809 w 253736"/>
                <a:gd name="connsiteY14" fmla="*/ 287864 h 316829"/>
                <a:gd name="connsiteX15" fmla="*/ 112549 w 253736"/>
                <a:gd name="connsiteY15" fmla="*/ 299076 h 316829"/>
                <a:gd name="connsiteX16" fmla="*/ 116289 w 253736"/>
                <a:gd name="connsiteY16" fmla="*/ 308420 h 316829"/>
                <a:gd name="connsiteX17" fmla="*/ 117224 w 253736"/>
                <a:gd name="connsiteY17" fmla="*/ 316829 h 316829"/>
                <a:gd name="connsiteX18" fmla="*/ 135924 w 253736"/>
                <a:gd name="connsiteY18" fmla="*/ 316829 h 316829"/>
                <a:gd name="connsiteX19" fmla="*/ 134054 w 253736"/>
                <a:gd name="connsiteY19" fmla="*/ 303748 h 316829"/>
                <a:gd name="connsiteX20" fmla="*/ 130314 w 253736"/>
                <a:gd name="connsiteY20" fmla="*/ 292536 h 316829"/>
                <a:gd name="connsiteX21" fmla="*/ 130314 w 253736"/>
                <a:gd name="connsiteY21" fmla="*/ 291601 h 316829"/>
                <a:gd name="connsiteX22" fmla="*/ 127509 w 253736"/>
                <a:gd name="connsiteY22" fmla="*/ 283192 h 316829"/>
                <a:gd name="connsiteX23" fmla="*/ 126574 w 253736"/>
                <a:gd name="connsiteY23" fmla="*/ 274783 h 316829"/>
                <a:gd name="connsiteX24" fmla="*/ 127509 w 253736"/>
                <a:gd name="connsiteY24" fmla="*/ 266373 h 316829"/>
                <a:gd name="connsiteX25" fmla="*/ 131249 w 253736"/>
                <a:gd name="connsiteY25" fmla="*/ 256095 h 316829"/>
                <a:gd name="connsiteX26" fmla="*/ 134989 w 253736"/>
                <a:gd name="connsiteY26" fmla="*/ 244883 h 316829"/>
                <a:gd name="connsiteX27" fmla="*/ 135924 w 253736"/>
                <a:gd name="connsiteY27" fmla="*/ 241145 h 316829"/>
                <a:gd name="connsiteX28" fmla="*/ 137794 w 253736"/>
                <a:gd name="connsiteY28" fmla="*/ 241145 h 316829"/>
                <a:gd name="connsiteX29" fmla="*/ 147143 w 253736"/>
                <a:gd name="connsiteY29" fmla="*/ 231802 h 316829"/>
                <a:gd name="connsiteX30" fmla="*/ 137794 w 253736"/>
                <a:gd name="connsiteY30" fmla="*/ 222458 h 316829"/>
                <a:gd name="connsiteX31" fmla="*/ 136859 w 253736"/>
                <a:gd name="connsiteY31" fmla="*/ 222458 h 316829"/>
                <a:gd name="connsiteX32" fmla="*/ 136859 w 253736"/>
                <a:gd name="connsiteY32" fmla="*/ 219655 h 316829"/>
                <a:gd name="connsiteX33" fmla="*/ 233161 w 253736"/>
                <a:gd name="connsiteY33" fmla="*/ 123415 h 316829"/>
                <a:gd name="connsiteX34" fmla="*/ 232226 w 253736"/>
                <a:gd name="connsiteY34" fmla="*/ 20634 h 316829"/>
                <a:gd name="connsiteX35" fmla="*/ 177998 w 253736"/>
                <a:gd name="connsiteY35" fmla="*/ 78 h 316829"/>
                <a:gd name="connsiteX36" fmla="*/ 217266 w 253736"/>
                <a:gd name="connsiteY36" fmla="*/ 110334 h 316829"/>
                <a:gd name="connsiteX37" fmla="*/ 124704 w 253736"/>
                <a:gd name="connsiteY37" fmla="*/ 202836 h 316829"/>
                <a:gd name="connsiteX38" fmla="*/ 33076 w 253736"/>
                <a:gd name="connsiteY38" fmla="*/ 111268 h 316829"/>
                <a:gd name="connsiteX39" fmla="*/ 18117 w 253736"/>
                <a:gd name="connsiteY39" fmla="*/ 72959 h 316829"/>
                <a:gd name="connsiteX40" fmla="*/ 34946 w 253736"/>
                <a:gd name="connsiteY40" fmla="*/ 34650 h 316829"/>
                <a:gd name="connsiteX41" fmla="*/ 73280 w 253736"/>
                <a:gd name="connsiteY41" fmla="*/ 18766 h 316829"/>
                <a:gd name="connsiteX42" fmla="*/ 110679 w 253736"/>
                <a:gd name="connsiteY42" fmla="*/ 34650 h 316829"/>
                <a:gd name="connsiteX43" fmla="*/ 125639 w 253736"/>
                <a:gd name="connsiteY43" fmla="*/ 49600 h 316829"/>
                <a:gd name="connsiteX44" fmla="*/ 140598 w 253736"/>
                <a:gd name="connsiteY44" fmla="*/ 34650 h 316829"/>
                <a:gd name="connsiteX45" fmla="*/ 178932 w 253736"/>
                <a:gd name="connsiteY45" fmla="*/ 17831 h 316829"/>
                <a:gd name="connsiteX46" fmla="*/ 217266 w 253736"/>
                <a:gd name="connsiteY46" fmla="*/ 32781 h 316829"/>
                <a:gd name="connsiteX47" fmla="*/ 234096 w 253736"/>
                <a:gd name="connsiteY47" fmla="*/ 71090 h 316829"/>
                <a:gd name="connsiteX48" fmla="*/ 217266 w 253736"/>
                <a:gd name="connsiteY48" fmla="*/ 110334 h 31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53736" h="316829">
                  <a:moveTo>
                    <a:pt x="177998" y="78"/>
                  </a:moveTo>
                  <a:cubicBezTo>
                    <a:pt x="158363" y="78"/>
                    <a:pt x="140598" y="8488"/>
                    <a:pt x="126574" y="22503"/>
                  </a:cubicBezTo>
                  <a:lnTo>
                    <a:pt x="125639" y="23437"/>
                  </a:lnTo>
                  <a:lnTo>
                    <a:pt x="123769" y="21569"/>
                  </a:lnTo>
                  <a:cubicBezTo>
                    <a:pt x="94785" y="-6462"/>
                    <a:pt x="50841" y="-6462"/>
                    <a:pt x="21857" y="21569"/>
                  </a:cubicBezTo>
                  <a:cubicBezTo>
                    <a:pt x="-7128" y="49600"/>
                    <a:pt x="-7128" y="96318"/>
                    <a:pt x="20922" y="125284"/>
                  </a:cubicBezTo>
                  <a:lnTo>
                    <a:pt x="116289" y="220589"/>
                  </a:lnTo>
                  <a:lnTo>
                    <a:pt x="116289" y="223392"/>
                  </a:lnTo>
                  <a:lnTo>
                    <a:pt x="115354" y="223392"/>
                  </a:lnTo>
                  <a:cubicBezTo>
                    <a:pt x="109744" y="223392"/>
                    <a:pt x="106004" y="227130"/>
                    <a:pt x="106004" y="232736"/>
                  </a:cubicBezTo>
                  <a:cubicBezTo>
                    <a:pt x="106004" y="237408"/>
                    <a:pt x="109744" y="242080"/>
                    <a:pt x="115354" y="242080"/>
                  </a:cubicBezTo>
                  <a:cubicBezTo>
                    <a:pt x="114419" y="244883"/>
                    <a:pt x="113484" y="247686"/>
                    <a:pt x="112549" y="250489"/>
                  </a:cubicBezTo>
                  <a:cubicBezTo>
                    <a:pt x="110679" y="254226"/>
                    <a:pt x="109744" y="257964"/>
                    <a:pt x="108809" y="261701"/>
                  </a:cubicBezTo>
                  <a:cubicBezTo>
                    <a:pt x="107874" y="266373"/>
                    <a:pt x="106939" y="270111"/>
                    <a:pt x="106939" y="274783"/>
                  </a:cubicBezTo>
                  <a:cubicBezTo>
                    <a:pt x="106939" y="279454"/>
                    <a:pt x="107874" y="283192"/>
                    <a:pt x="108809" y="287864"/>
                  </a:cubicBezTo>
                  <a:cubicBezTo>
                    <a:pt x="109744" y="291601"/>
                    <a:pt x="111614" y="294404"/>
                    <a:pt x="112549" y="299076"/>
                  </a:cubicBezTo>
                  <a:cubicBezTo>
                    <a:pt x="113484" y="302814"/>
                    <a:pt x="115354" y="305617"/>
                    <a:pt x="116289" y="308420"/>
                  </a:cubicBezTo>
                  <a:cubicBezTo>
                    <a:pt x="117224" y="311223"/>
                    <a:pt x="117224" y="314026"/>
                    <a:pt x="117224" y="316829"/>
                  </a:cubicBezTo>
                  <a:lnTo>
                    <a:pt x="135924" y="316829"/>
                  </a:lnTo>
                  <a:cubicBezTo>
                    <a:pt x="135924" y="312157"/>
                    <a:pt x="134989" y="308420"/>
                    <a:pt x="134054" y="303748"/>
                  </a:cubicBezTo>
                  <a:cubicBezTo>
                    <a:pt x="133119" y="300011"/>
                    <a:pt x="131249" y="296273"/>
                    <a:pt x="130314" y="292536"/>
                  </a:cubicBezTo>
                  <a:lnTo>
                    <a:pt x="130314" y="291601"/>
                  </a:lnTo>
                  <a:cubicBezTo>
                    <a:pt x="129379" y="288798"/>
                    <a:pt x="128444" y="285995"/>
                    <a:pt x="127509" y="283192"/>
                  </a:cubicBezTo>
                  <a:cubicBezTo>
                    <a:pt x="126574" y="280389"/>
                    <a:pt x="126574" y="277586"/>
                    <a:pt x="126574" y="274783"/>
                  </a:cubicBezTo>
                  <a:cubicBezTo>
                    <a:pt x="126574" y="271979"/>
                    <a:pt x="126574" y="269176"/>
                    <a:pt x="127509" y="266373"/>
                  </a:cubicBezTo>
                  <a:cubicBezTo>
                    <a:pt x="128444" y="262636"/>
                    <a:pt x="129379" y="259833"/>
                    <a:pt x="131249" y="256095"/>
                  </a:cubicBezTo>
                  <a:cubicBezTo>
                    <a:pt x="133119" y="252358"/>
                    <a:pt x="134054" y="248620"/>
                    <a:pt x="134989" y="244883"/>
                  </a:cubicBezTo>
                  <a:cubicBezTo>
                    <a:pt x="134989" y="243948"/>
                    <a:pt x="135924" y="242080"/>
                    <a:pt x="135924" y="241145"/>
                  </a:cubicBezTo>
                  <a:lnTo>
                    <a:pt x="137794" y="241145"/>
                  </a:lnTo>
                  <a:cubicBezTo>
                    <a:pt x="143403" y="241145"/>
                    <a:pt x="147143" y="237408"/>
                    <a:pt x="147143" y="231802"/>
                  </a:cubicBezTo>
                  <a:cubicBezTo>
                    <a:pt x="147143" y="226195"/>
                    <a:pt x="143403" y="222458"/>
                    <a:pt x="137794" y="222458"/>
                  </a:cubicBezTo>
                  <a:lnTo>
                    <a:pt x="136859" y="222458"/>
                  </a:lnTo>
                  <a:lnTo>
                    <a:pt x="136859" y="219655"/>
                  </a:lnTo>
                  <a:lnTo>
                    <a:pt x="233161" y="123415"/>
                  </a:lnTo>
                  <a:cubicBezTo>
                    <a:pt x="261210" y="94449"/>
                    <a:pt x="260275" y="48665"/>
                    <a:pt x="232226" y="20634"/>
                  </a:cubicBezTo>
                  <a:cubicBezTo>
                    <a:pt x="215397" y="6619"/>
                    <a:pt x="196697" y="-856"/>
                    <a:pt x="177998" y="78"/>
                  </a:cubicBezTo>
                  <a:close/>
                  <a:moveTo>
                    <a:pt x="217266" y="110334"/>
                  </a:moveTo>
                  <a:lnTo>
                    <a:pt x="124704" y="202836"/>
                  </a:lnTo>
                  <a:lnTo>
                    <a:pt x="33076" y="111268"/>
                  </a:lnTo>
                  <a:cubicBezTo>
                    <a:pt x="22791" y="100990"/>
                    <a:pt x="17182" y="86974"/>
                    <a:pt x="18117" y="72959"/>
                  </a:cubicBezTo>
                  <a:cubicBezTo>
                    <a:pt x="19052" y="58943"/>
                    <a:pt x="23726" y="44928"/>
                    <a:pt x="34946" y="34650"/>
                  </a:cubicBezTo>
                  <a:cubicBezTo>
                    <a:pt x="45231" y="24372"/>
                    <a:pt x="59256" y="18766"/>
                    <a:pt x="73280" y="18766"/>
                  </a:cubicBezTo>
                  <a:cubicBezTo>
                    <a:pt x="87305" y="18766"/>
                    <a:pt x="100394" y="24372"/>
                    <a:pt x="110679" y="34650"/>
                  </a:cubicBezTo>
                  <a:lnTo>
                    <a:pt x="125639" y="49600"/>
                  </a:lnTo>
                  <a:lnTo>
                    <a:pt x="140598" y="34650"/>
                  </a:lnTo>
                  <a:cubicBezTo>
                    <a:pt x="150883" y="24372"/>
                    <a:pt x="163973" y="18766"/>
                    <a:pt x="178932" y="17831"/>
                  </a:cubicBezTo>
                  <a:cubicBezTo>
                    <a:pt x="192957" y="17831"/>
                    <a:pt x="206982" y="23437"/>
                    <a:pt x="217266" y="32781"/>
                  </a:cubicBezTo>
                  <a:cubicBezTo>
                    <a:pt x="227551" y="43059"/>
                    <a:pt x="233161" y="56140"/>
                    <a:pt x="234096" y="71090"/>
                  </a:cubicBezTo>
                  <a:cubicBezTo>
                    <a:pt x="235031" y="86040"/>
                    <a:pt x="227551" y="100056"/>
                    <a:pt x="217266" y="110334"/>
                  </a:cubicBezTo>
                  <a:close/>
                </a:path>
              </a:pathLst>
            </a:custGeom>
            <a:grpFill/>
            <a:ln w="9339" cap="flat">
              <a:noFill/>
              <a:prstDash val="solid"/>
              <a:miter/>
            </a:ln>
          </p:spPr>
          <p:txBody>
            <a:bodyPr rtlCol="0" anchor="ctr"/>
            <a:lstStyle/>
            <a:p>
              <a:endParaRPr lang="en-US"/>
            </a:p>
          </p:txBody>
        </p:sp>
        <p:sp>
          <p:nvSpPr>
            <p:cNvPr id="834" name="Freeform 833">
              <a:extLst>
                <a:ext uri="{FF2B5EF4-FFF2-40B4-BE49-F238E27FC236}">
                  <a16:creationId xmlns:a16="http://schemas.microsoft.com/office/drawing/2014/main" id="{1F46C369-1CF3-CC42-B97D-C580BEE1D282}"/>
                </a:ext>
              </a:extLst>
            </p:cNvPr>
            <p:cNvSpPr/>
            <p:nvPr/>
          </p:nvSpPr>
          <p:spPr>
            <a:xfrm>
              <a:off x="519255" y="939472"/>
              <a:ext cx="40203" cy="40177"/>
            </a:xfrm>
            <a:custGeom>
              <a:avLst/>
              <a:gdLst>
                <a:gd name="connsiteX0" fmla="*/ 30854 w 40203"/>
                <a:gd name="connsiteY0" fmla="*/ 0 h 40177"/>
                <a:gd name="connsiteX1" fmla="*/ 0 w 40203"/>
                <a:gd name="connsiteY1" fmla="*/ 30834 h 40177"/>
                <a:gd name="connsiteX2" fmla="*/ 9350 w 40203"/>
                <a:gd name="connsiteY2" fmla="*/ 40178 h 40177"/>
                <a:gd name="connsiteX3" fmla="*/ 18700 w 40203"/>
                <a:gd name="connsiteY3" fmla="*/ 30834 h 40177"/>
                <a:gd name="connsiteX4" fmla="*/ 30854 w 40203"/>
                <a:gd name="connsiteY4" fmla="*/ 18687 h 40177"/>
                <a:gd name="connsiteX5" fmla="*/ 40204 w 40203"/>
                <a:gd name="connsiteY5" fmla="*/ 9344 h 40177"/>
                <a:gd name="connsiteX6" fmla="*/ 30854 w 40203"/>
                <a:gd name="connsiteY6" fmla="*/ 0 h 40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203" h="40177">
                  <a:moveTo>
                    <a:pt x="30854" y="0"/>
                  </a:moveTo>
                  <a:cubicBezTo>
                    <a:pt x="14025" y="0"/>
                    <a:pt x="0" y="14016"/>
                    <a:pt x="0" y="30834"/>
                  </a:cubicBezTo>
                  <a:cubicBezTo>
                    <a:pt x="0" y="36440"/>
                    <a:pt x="3740" y="40178"/>
                    <a:pt x="9350" y="40178"/>
                  </a:cubicBezTo>
                  <a:cubicBezTo>
                    <a:pt x="14960" y="40178"/>
                    <a:pt x="18700" y="36440"/>
                    <a:pt x="18700" y="30834"/>
                  </a:cubicBezTo>
                  <a:cubicBezTo>
                    <a:pt x="18700" y="24294"/>
                    <a:pt x="24309" y="18687"/>
                    <a:pt x="30854" y="18687"/>
                  </a:cubicBezTo>
                  <a:cubicBezTo>
                    <a:pt x="36464" y="18687"/>
                    <a:pt x="40204" y="14950"/>
                    <a:pt x="40204" y="9344"/>
                  </a:cubicBezTo>
                  <a:cubicBezTo>
                    <a:pt x="40204" y="3737"/>
                    <a:pt x="35529" y="0"/>
                    <a:pt x="30854" y="0"/>
                  </a:cubicBezTo>
                  <a:close/>
                </a:path>
              </a:pathLst>
            </a:custGeom>
            <a:grpFill/>
            <a:ln w="9339" cap="flat">
              <a:noFill/>
              <a:prstDash val="solid"/>
              <a:miter/>
            </a:ln>
          </p:spPr>
          <p:txBody>
            <a:bodyPr rtlCol="0" anchor="ctr"/>
            <a:lstStyle/>
            <a:p>
              <a:endParaRPr lang="en-US"/>
            </a:p>
          </p:txBody>
        </p:sp>
      </p:grpSp>
      <p:grpSp>
        <p:nvGrpSpPr>
          <p:cNvPr id="835" name="Graphic 4">
            <a:extLst>
              <a:ext uri="{FF2B5EF4-FFF2-40B4-BE49-F238E27FC236}">
                <a16:creationId xmlns:a16="http://schemas.microsoft.com/office/drawing/2014/main" id="{2BDDCBBE-D248-4647-A819-7C683D3BBCC9}"/>
              </a:ext>
            </a:extLst>
          </p:cNvPr>
          <p:cNvGrpSpPr>
            <a:grpSpLocks noChangeAspect="1"/>
          </p:cNvGrpSpPr>
          <p:nvPr/>
        </p:nvGrpSpPr>
        <p:grpSpPr>
          <a:xfrm>
            <a:off x="905454" y="2855717"/>
            <a:ext cx="367439" cy="367200"/>
            <a:chOff x="1120445" y="794645"/>
            <a:chExt cx="530131" cy="529787"/>
          </a:xfrm>
          <a:solidFill>
            <a:srgbClr val="005587"/>
          </a:solidFill>
        </p:grpSpPr>
        <p:sp>
          <p:nvSpPr>
            <p:cNvPr id="836" name="Freeform 835">
              <a:extLst>
                <a:ext uri="{FF2B5EF4-FFF2-40B4-BE49-F238E27FC236}">
                  <a16:creationId xmlns:a16="http://schemas.microsoft.com/office/drawing/2014/main" id="{86983AA7-DEA4-474A-8A92-CDE7761C0557}"/>
                </a:ext>
              </a:extLst>
            </p:cNvPr>
            <p:cNvSpPr/>
            <p:nvPr/>
          </p:nvSpPr>
          <p:spPr>
            <a:xfrm>
              <a:off x="1277521" y="914826"/>
              <a:ext cx="214210" cy="184422"/>
            </a:xfrm>
            <a:custGeom>
              <a:avLst/>
              <a:gdLst>
                <a:gd name="connsiteX0" fmla="*/ 122482 w 214210"/>
                <a:gd name="connsiteY0" fmla="*/ 16237 h 184422"/>
                <a:gd name="connsiteX1" fmla="*/ 107522 w 214210"/>
                <a:gd name="connsiteY1" fmla="*/ 31187 h 184422"/>
                <a:gd name="connsiteX2" fmla="*/ 92563 w 214210"/>
                <a:gd name="connsiteY2" fmla="*/ 16237 h 184422"/>
                <a:gd name="connsiteX3" fmla="*/ 55164 w 214210"/>
                <a:gd name="connsiteY3" fmla="*/ 352 h 184422"/>
                <a:gd name="connsiteX4" fmla="*/ 16830 w 214210"/>
                <a:gd name="connsiteY4" fmla="*/ 16237 h 184422"/>
                <a:gd name="connsiteX5" fmla="*/ 0 w 214210"/>
                <a:gd name="connsiteY5" fmla="*/ 54546 h 184422"/>
                <a:gd name="connsiteX6" fmla="*/ 14960 w 214210"/>
                <a:gd name="connsiteY6" fmla="*/ 92855 h 184422"/>
                <a:gd name="connsiteX7" fmla="*/ 106587 w 214210"/>
                <a:gd name="connsiteY7" fmla="*/ 184423 h 184422"/>
                <a:gd name="connsiteX8" fmla="*/ 199150 w 214210"/>
                <a:gd name="connsiteY8" fmla="*/ 91920 h 184422"/>
                <a:gd name="connsiteX9" fmla="*/ 214110 w 214210"/>
                <a:gd name="connsiteY9" fmla="*/ 53611 h 184422"/>
                <a:gd name="connsiteX10" fmla="*/ 197280 w 214210"/>
                <a:gd name="connsiteY10" fmla="*/ 15302 h 184422"/>
                <a:gd name="connsiteX11" fmla="*/ 122482 w 214210"/>
                <a:gd name="connsiteY11" fmla="*/ 16237 h 184422"/>
                <a:gd name="connsiteX12" fmla="*/ 55164 w 214210"/>
                <a:gd name="connsiteY12" fmla="*/ 43333 h 184422"/>
                <a:gd name="connsiteX13" fmla="*/ 43009 w 214210"/>
                <a:gd name="connsiteY13" fmla="*/ 55480 h 184422"/>
                <a:gd name="connsiteX14" fmla="*/ 33659 w 214210"/>
                <a:gd name="connsiteY14" fmla="*/ 64824 h 184422"/>
                <a:gd name="connsiteX15" fmla="*/ 24309 w 214210"/>
                <a:gd name="connsiteY15" fmla="*/ 55480 h 184422"/>
                <a:gd name="connsiteX16" fmla="*/ 55164 w 214210"/>
                <a:gd name="connsiteY16" fmla="*/ 24646 h 184422"/>
                <a:gd name="connsiteX17" fmla="*/ 64513 w 214210"/>
                <a:gd name="connsiteY17" fmla="*/ 33990 h 184422"/>
                <a:gd name="connsiteX18" fmla="*/ 55164 w 214210"/>
                <a:gd name="connsiteY18" fmla="*/ 43333 h 18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4210" h="184422">
                  <a:moveTo>
                    <a:pt x="122482" y="16237"/>
                  </a:moveTo>
                  <a:lnTo>
                    <a:pt x="107522" y="31187"/>
                  </a:lnTo>
                  <a:lnTo>
                    <a:pt x="92563" y="16237"/>
                  </a:lnTo>
                  <a:cubicBezTo>
                    <a:pt x="82278" y="5959"/>
                    <a:pt x="68253" y="352"/>
                    <a:pt x="55164" y="352"/>
                  </a:cubicBezTo>
                  <a:cubicBezTo>
                    <a:pt x="41139" y="352"/>
                    <a:pt x="28049" y="5959"/>
                    <a:pt x="16830" y="16237"/>
                  </a:cubicBezTo>
                  <a:cubicBezTo>
                    <a:pt x="6545" y="26515"/>
                    <a:pt x="935" y="39596"/>
                    <a:pt x="0" y="54546"/>
                  </a:cubicBezTo>
                  <a:cubicBezTo>
                    <a:pt x="0" y="69496"/>
                    <a:pt x="5610" y="82577"/>
                    <a:pt x="14960" y="92855"/>
                  </a:cubicBezTo>
                  <a:lnTo>
                    <a:pt x="106587" y="184423"/>
                  </a:lnTo>
                  <a:lnTo>
                    <a:pt x="199150" y="91920"/>
                  </a:lnTo>
                  <a:cubicBezTo>
                    <a:pt x="209435" y="81642"/>
                    <a:pt x="215044" y="67627"/>
                    <a:pt x="214110" y="53611"/>
                  </a:cubicBezTo>
                  <a:cubicBezTo>
                    <a:pt x="214110" y="38661"/>
                    <a:pt x="208500" y="25580"/>
                    <a:pt x="197280" y="15302"/>
                  </a:cubicBezTo>
                  <a:cubicBezTo>
                    <a:pt x="178580" y="-5254"/>
                    <a:pt x="143986" y="-5254"/>
                    <a:pt x="122482" y="16237"/>
                  </a:cubicBezTo>
                  <a:close/>
                  <a:moveTo>
                    <a:pt x="55164" y="43333"/>
                  </a:moveTo>
                  <a:cubicBezTo>
                    <a:pt x="48619" y="43333"/>
                    <a:pt x="43009" y="48940"/>
                    <a:pt x="43009" y="55480"/>
                  </a:cubicBezTo>
                  <a:cubicBezTo>
                    <a:pt x="43009" y="61086"/>
                    <a:pt x="39269" y="64824"/>
                    <a:pt x="33659" y="64824"/>
                  </a:cubicBezTo>
                  <a:cubicBezTo>
                    <a:pt x="28049" y="64824"/>
                    <a:pt x="24309" y="61086"/>
                    <a:pt x="24309" y="55480"/>
                  </a:cubicBezTo>
                  <a:cubicBezTo>
                    <a:pt x="24309" y="38661"/>
                    <a:pt x="38334" y="24646"/>
                    <a:pt x="55164" y="24646"/>
                  </a:cubicBezTo>
                  <a:cubicBezTo>
                    <a:pt x="60773" y="24646"/>
                    <a:pt x="64513" y="28383"/>
                    <a:pt x="64513" y="33990"/>
                  </a:cubicBezTo>
                  <a:cubicBezTo>
                    <a:pt x="64513" y="39596"/>
                    <a:pt x="59838" y="43333"/>
                    <a:pt x="55164" y="43333"/>
                  </a:cubicBezTo>
                  <a:close/>
                </a:path>
              </a:pathLst>
            </a:custGeom>
            <a:grpFill/>
            <a:ln w="9339" cap="flat">
              <a:noFill/>
              <a:prstDash val="solid"/>
              <a:miter/>
            </a:ln>
          </p:spPr>
          <p:txBody>
            <a:bodyPr rtlCol="0" anchor="ctr"/>
            <a:lstStyle/>
            <a:p>
              <a:endParaRPr lang="en-US"/>
            </a:p>
          </p:txBody>
        </p:sp>
        <p:sp>
          <p:nvSpPr>
            <p:cNvPr id="837" name="Freeform 836">
              <a:extLst>
                <a:ext uri="{FF2B5EF4-FFF2-40B4-BE49-F238E27FC236}">
                  <a16:creationId xmlns:a16="http://schemas.microsoft.com/office/drawing/2014/main" id="{9AE3D395-183D-9840-ABE9-55695FF84AFF}"/>
                </a:ext>
              </a:extLst>
            </p:cNvPr>
            <p:cNvSpPr/>
            <p:nvPr/>
          </p:nvSpPr>
          <p:spPr>
            <a:xfrm>
              <a:off x="1120445" y="794645"/>
              <a:ext cx="530131" cy="529787"/>
            </a:xfrm>
            <a:custGeom>
              <a:avLst/>
              <a:gdLst>
                <a:gd name="connsiteX0" fmla="*/ 265533 w 530131"/>
                <a:gd name="connsiteY0" fmla="*/ 0 h 529787"/>
                <a:gd name="connsiteX1" fmla="*/ 0 w 530131"/>
                <a:gd name="connsiteY1" fmla="*/ 264426 h 529787"/>
                <a:gd name="connsiteX2" fmla="*/ 265533 w 530131"/>
                <a:gd name="connsiteY2" fmla="*/ 529787 h 529787"/>
                <a:gd name="connsiteX3" fmla="*/ 530131 w 530131"/>
                <a:gd name="connsiteY3" fmla="*/ 264426 h 529787"/>
                <a:gd name="connsiteX4" fmla="*/ 265533 w 530131"/>
                <a:gd name="connsiteY4" fmla="*/ 0 h 529787"/>
                <a:gd name="connsiteX5" fmla="*/ 371186 w 530131"/>
                <a:gd name="connsiteY5" fmla="*/ 225183 h 529787"/>
                <a:gd name="connsiteX6" fmla="*/ 274883 w 530131"/>
                <a:gd name="connsiteY6" fmla="*/ 322357 h 529787"/>
                <a:gd name="connsiteX7" fmla="*/ 274883 w 530131"/>
                <a:gd name="connsiteY7" fmla="*/ 325160 h 529787"/>
                <a:gd name="connsiteX8" fmla="*/ 275818 w 530131"/>
                <a:gd name="connsiteY8" fmla="*/ 325160 h 529787"/>
                <a:gd name="connsiteX9" fmla="*/ 285168 w 530131"/>
                <a:gd name="connsiteY9" fmla="*/ 334504 h 529787"/>
                <a:gd name="connsiteX10" fmla="*/ 275818 w 530131"/>
                <a:gd name="connsiteY10" fmla="*/ 343848 h 529787"/>
                <a:gd name="connsiteX11" fmla="*/ 273948 w 530131"/>
                <a:gd name="connsiteY11" fmla="*/ 343848 h 529787"/>
                <a:gd name="connsiteX12" fmla="*/ 273013 w 530131"/>
                <a:gd name="connsiteY12" fmla="*/ 347585 h 529787"/>
                <a:gd name="connsiteX13" fmla="*/ 270208 w 530131"/>
                <a:gd name="connsiteY13" fmla="*/ 355994 h 529787"/>
                <a:gd name="connsiteX14" fmla="*/ 268338 w 530131"/>
                <a:gd name="connsiteY14" fmla="*/ 361601 h 529787"/>
                <a:gd name="connsiteX15" fmla="*/ 265533 w 530131"/>
                <a:gd name="connsiteY15" fmla="*/ 369076 h 529787"/>
                <a:gd name="connsiteX16" fmla="*/ 264598 w 530131"/>
                <a:gd name="connsiteY16" fmla="*/ 377485 h 529787"/>
                <a:gd name="connsiteX17" fmla="*/ 265533 w 530131"/>
                <a:gd name="connsiteY17" fmla="*/ 385894 h 529787"/>
                <a:gd name="connsiteX18" fmla="*/ 269273 w 530131"/>
                <a:gd name="connsiteY18" fmla="*/ 395238 h 529787"/>
                <a:gd name="connsiteX19" fmla="*/ 273013 w 530131"/>
                <a:gd name="connsiteY19" fmla="*/ 406450 h 529787"/>
                <a:gd name="connsiteX20" fmla="*/ 274883 w 530131"/>
                <a:gd name="connsiteY20" fmla="*/ 419532 h 529787"/>
                <a:gd name="connsiteX21" fmla="*/ 256183 w 530131"/>
                <a:gd name="connsiteY21" fmla="*/ 419532 h 529787"/>
                <a:gd name="connsiteX22" fmla="*/ 255248 w 530131"/>
                <a:gd name="connsiteY22" fmla="*/ 411122 h 529787"/>
                <a:gd name="connsiteX23" fmla="*/ 251509 w 530131"/>
                <a:gd name="connsiteY23" fmla="*/ 401779 h 529787"/>
                <a:gd name="connsiteX24" fmla="*/ 247769 w 530131"/>
                <a:gd name="connsiteY24" fmla="*/ 390566 h 529787"/>
                <a:gd name="connsiteX25" fmla="*/ 245899 w 530131"/>
                <a:gd name="connsiteY25" fmla="*/ 377485 h 529787"/>
                <a:gd name="connsiteX26" fmla="*/ 247769 w 530131"/>
                <a:gd name="connsiteY26" fmla="*/ 364404 h 529787"/>
                <a:gd name="connsiteX27" fmla="*/ 250574 w 530131"/>
                <a:gd name="connsiteY27" fmla="*/ 355060 h 529787"/>
                <a:gd name="connsiteX28" fmla="*/ 252444 w 530131"/>
                <a:gd name="connsiteY28" fmla="*/ 349454 h 529787"/>
                <a:gd name="connsiteX29" fmla="*/ 254314 w 530131"/>
                <a:gd name="connsiteY29" fmla="*/ 343848 h 529787"/>
                <a:gd name="connsiteX30" fmla="*/ 254314 w 530131"/>
                <a:gd name="connsiteY30" fmla="*/ 343848 h 529787"/>
                <a:gd name="connsiteX31" fmla="*/ 244964 w 530131"/>
                <a:gd name="connsiteY31" fmla="*/ 334504 h 529787"/>
                <a:gd name="connsiteX32" fmla="*/ 254314 w 530131"/>
                <a:gd name="connsiteY32" fmla="*/ 325160 h 529787"/>
                <a:gd name="connsiteX33" fmla="*/ 256183 w 530131"/>
                <a:gd name="connsiteY33" fmla="*/ 325160 h 529787"/>
                <a:gd name="connsiteX34" fmla="*/ 256183 w 530131"/>
                <a:gd name="connsiteY34" fmla="*/ 322357 h 529787"/>
                <a:gd name="connsiteX35" fmla="*/ 160816 w 530131"/>
                <a:gd name="connsiteY35" fmla="*/ 227052 h 529787"/>
                <a:gd name="connsiteX36" fmla="*/ 161751 w 530131"/>
                <a:gd name="connsiteY36" fmla="*/ 123337 h 529787"/>
                <a:gd name="connsiteX37" fmla="*/ 263663 w 530131"/>
                <a:gd name="connsiteY37" fmla="*/ 123337 h 529787"/>
                <a:gd name="connsiteX38" fmla="*/ 265533 w 530131"/>
                <a:gd name="connsiteY38" fmla="*/ 125205 h 529787"/>
                <a:gd name="connsiteX39" fmla="*/ 267403 w 530131"/>
                <a:gd name="connsiteY39" fmla="*/ 123337 h 529787"/>
                <a:gd name="connsiteX40" fmla="*/ 318827 w 530131"/>
                <a:gd name="connsiteY40" fmla="*/ 101846 h 529787"/>
                <a:gd name="connsiteX41" fmla="*/ 371186 w 530131"/>
                <a:gd name="connsiteY41" fmla="*/ 122402 h 529787"/>
                <a:gd name="connsiteX42" fmla="*/ 371186 w 530131"/>
                <a:gd name="connsiteY42" fmla="*/ 225183 h 529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30131" h="529787">
                  <a:moveTo>
                    <a:pt x="265533" y="0"/>
                  </a:moveTo>
                  <a:cubicBezTo>
                    <a:pt x="118742" y="0"/>
                    <a:pt x="0" y="118665"/>
                    <a:pt x="0" y="264426"/>
                  </a:cubicBezTo>
                  <a:cubicBezTo>
                    <a:pt x="0" y="410188"/>
                    <a:pt x="118742" y="529787"/>
                    <a:pt x="265533" y="529787"/>
                  </a:cubicBezTo>
                  <a:cubicBezTo>
                    <a:pt x="412324" y="529787"/>
                    <a:pt x="530131" y="411122"/>
                    <a:pt x="530131" y="264426"/>
                  </a:cubicBezTo>
                  <a:cubicBezTo>
                    <a:pt x="530131" y="117730"/>
                    <a:pt x="411390" y="0"/>
                    <a:pt x="265533" y="0"/>
                  </a:cubicBezTo>
                  <a:close/>
                  <a:moveTo>
                    <a:pt x="371186" y="225183"/>
                  </a:moveTo>
                  <a:lnTo>
                    <a:pt x="274883" y="322357"/>
                  </a:lnTo>
                  <a:lnTo>
                    <a:pt x="274883" y="325160"/>
                  </a:lnTo>
                  <a:lnTo>
                    <a:pt x="275818" y="325160"/>
                  </a:lnTo>
                  <a:cubicBezTo>
                    <a:pt x="281428" y="325160"/>
                    <a:pt x="285168" y="328898"/>
                    <a:pt x="285168" y="334504"/>
                  </a:cubicBezTo>
                  <a:cubicBezTo>
                    <a:pt x="285168" y="340110"/>
                    <a:pt x="281428" y="343848"/>
                    <a:pt x="275818" y="343848"/>
                  </a:cubicBezTo>
                  <a:lnTo>
                    <a:pt x="273948" y="343848"/>
                  </a:lnTo>
                  <a:cubicBezTo>
                    <a:pt x="273948" y="344782"/>
                    <a:pt x="273948" y="346651"/>
                    <a:pt x="273013" y="347585"/>
                  </a:cubicBezTo>
                  <a:cubicBezTo>
                    <a:pt x="272078" y="350388"/>
                    <a:pt x="271143" y="353191"/>
                    <a:pt x="270208" y="355994"/>
                  </a:cubicBezTo>
                  <a:lnTo>
                    <a:pt x="268338" y="361601"/>
                  </a:lnTo>
                  <a:cubicBezTo>
                    <a:pt x="267403" y="364404"/>
                    <a:pt x="266468" y="367207"/>
                    <a:pt x="265533" y="369076"/>
                  </a:cubicBezTo>
                  <a:cubicBezTo>
                    <a:pt x="264598" y="371879"/>
                    <a:pt x="264598" y="374682"/>
                    <a:pt x="264598" y="377485"/>
                  </a:cubicBezTo>
                  <a:cubicBezTo>
                    <a:pt x="264598" y="380288"/>
                    <a:pt x="264598" y="383091"/>
                    <a:pt x="265533" y="385894"/>
                  </a:cubicBezTo>
                  <a:cubicBezTo>
                    <a:pt x="266468" y="388697"/>
                    <a:pt x="267403" y="392435"/>
                    <a:pt x="269273" y="395238"/>
                  </a:cubicBezTo>
                  <a:cubicBezTo>
                    <a:pt x="271143" y="398975"/>
                    <a:pt x="272078" y="402713"/>
                    <a:pt x="273013" y="406450"/>
                  </a:cubicBezTo>
                  <a:cubicBezTo>
                    <a:pt x="273948" y="411122"/>
                    <a:pt x="274883" y="414860"/>
                    <a:pt x="274883" y="419532"/>
                  </a:cubicBezTo>
                  <a:lnTo>
                    <a:pt x="256183" y="419532"/>
                  </a:lnTo>
                  <a:cubicBezTo>
                    <a:pt x="256183" y="416728"/>
                    <a:pt x="256183" y="413925"/>
                    <a:pt x="255248" y="411122"/>
                  </a:cubicBezTo>
                  <a:cubicBezTo>
                    <a:pt x="254314" y="408319"/>
                    <a:pt x="253378" y="404582"/>
                    <a:pt x="251509" y="401779"/>
                  </a:cubicBezTo>
                  <a:cubicBezTo>
                    <a:pt x="249639" y="398041"/>
                    <a:pt x="248704" y="394304"/>
                    <a:pt x="247769" y="390566"/>
                  </a:cubicBezTo>
                  <a:cubicBezTo>
                    <a:pt x="246834" y="385894"/>
                    <a:pt x="245899" y="382157"/>
                    <a:pt x="245899" y="377485"/>
                  </a:cubicBezTo>
                  <a:cubicBezTo>
                    <a:pt x="245899" y="372813"/>
                    <a:pt x="246834" y="368141"/>
                    <a:pt x="247769" y="364404"/>
                  </a:cubicBezTo>
                  <a:cubicBezTo>
                    <a:pt x="248704" y="361601"/>
                    <a:pt x="249639" y="357863"/>
                    <a:pt x="250574" y="355060"/>
                  </a:cubicBezTo>
                  <a:lnTo>
                    <a:pt x="252444" y="349454"/>
                  </a:lnTo>
                  <a:cubicBezTo>
                    <a:pt x="253378" y="347585"/>
                    <a:pt x="253378" y="345716"/>
                    <a:pt x="254314" y="343848"/>
                  </a:cubicBezTo>
                  <a:lnTo>
                    <a:pt x="254314" y="343848"/>
                  </a:lnTo>
                  <a:cubicBezTo>
                    <a:pt x="248704" y="343848"/>
                    <a:pt x="244964" y="340110"/>
                    <a:pt x="244964" y="334504"/>
                  </a:cubicBezTo>
                  <a:cubicBezTo>
                    <a:pt x="244964" y="328898"/>
                    <a:pt x="248704" y="325160"/>
                    <a:pt x="254314" y="325160"/>
                  </a:cubicBezTo>
                  <a:lnTo>
                    <a:pt x="256183" y="325160"/>
                  </a:lnTo>
                  <a:lnTo>
                    <a:pt x="256183" y="322357"/>
                  </a:lnTo>
                  <a:lnTo>
                    <a:pt x="160816" y="227052"/>
                  </a:lnTo>
                  <a:cubicBezTo>
                    <a:pt x="132767" y="198086"/>
                    <a:pt x="132767" y="152302"/>
                    <a:pt x="161751" y="123337"/>
                  </a:cubicBezTo>
                  <a:cubicBezTo>
                    <a:pt x="190735" y="95306"/>
                    <a:pt x="234679" y="95306"/>
                    <a:pt x="263663" y="123337"/>
                  </a:cubicBezTo>
                  <a:lnTo>
                    <a:pt x="265533" y="125205"/>
                  </a:lnTo>
                  <a:lnTo>
                    <a:pt x="267403" y="123337"/>
                  </a:lnTo>
                  <a:cubicBezTo>
                    <a:pt x="280493" y="109321"/>
                    <a:pt x="299192" y="101846"/>
                    <a:pt x="318827" y="101846"/>
                  </a:cubicBezTo>
                  <a:cubicBezTo>
                    <a:pt x="338461" y="101846"/>
                    <a:pt x="357161" y="109321"/>
                    <a:pt x="371186" y="122402"/>
                  </a:cubicBezTo>
                  <a:cubicBezTo>
                    <a:pt x="398300" y="150433"/>
                    <a:pt x="399235" y="197152"/>
                    <a:pt x="371186" y="225183"/>
                  </a:cubicBezTo>
                  <a:close/>
                </a:path>
              </a:pathLst>
            </a:custGeom>
            <a:grpFill/>
            <a:ln w="9339" cap="flat">
              <a:noFill/>
              <a:prstDash val="solid"/>
              <a:miter/>
            </a:ln>
          </p:spPr>
          <p:txBody>
            <a:bodyPr rtlCol="0" anchor="ctr"/>
            <a:lstStyle/>
            <a:p>
              <a:endParaRPr lang="en-US"/>
            </a:p>
          </p:txBody>
        </p:sp>
      </p:grpSp>
      <p:grpSp>
        <p:nvGrpSpPr>
          <p:cNvPr id="838" name="Graphic 2">
            <a:extLst>
              <a:ext uri="{FF2B5EF4-FFF2-40B4-BE49-F238E27FC236}">
                <a16:creationId xmlns:a16="http://schemas.microsoft.com/office/drawing/2014/main" id="{4765FF1B-5C92-EA49-B81C-10FE258CF208}"/>
              </a:ext>
            </a:extLst>
          </p:cNvPr>
          <p:cNvGrpSpPr>
            <a:grpSpLocks noChangeAspect="1"/>
          </p:cNvGrpSpPr>
          <p:nvPr/>
        </p:nvGrpSpPr>
        <p:grpSpPr>
          <a:xfrm>
            <a:off x="467104" y="1893013"/>
            <a:ext cx="367441" cy="367200"/>
            <a:chOff x="291118" y="819727"/>
            <a:chExt cx="530136" cy="529787"/>
          </a:xfrm>
          <a:solidFill>
            <a:srgbClr val="005587"/>
          </a:solidFill>
        </p:grpSpPr>
        <p:sp>
          <p:nvSpPr>
            <p:cNvPr id="839" name="Freeform 838">
              <a:extLst>
                <a:ext uri="{FF2B5EF4-FFF2-40B4-BE49-F238E27FC236}">
                  <a16:creationId xmlns:a16="http://schemas.microsoft.com/office/drawing/2014/main" id="{E7F96150-9E32-C243-80D8-6758FCFCFF21}"/>
                </a:ext>
              </a:extLst>
            </p:cNvPr>
            <p:cNvSpPr/>
            <p:nvPr/>
          </p:nvSpPr>
          <p:spPr>
            <a:xfrm>
              <a:off x="291118" y="819727"/>
              <a:ext cx="530136" cy="529787"/>
            </a:xfrm>
            <a:custGeom>
              <a:avLst/>
              <a:gdLst>
                <a:gd name="connsiteX0" fmla="*/ 265533 w 530136"/>
                <a:gd name="connsiteY0" fmla="*/ 0 h 529787"/>
                <a:gd name="connsiteX1" fmla="*/ 265533 w 530136"/>
                <a:gd name="connsiteY1" fmla="*/ 0 h 529787"/>
                <a:gd name="connsiteX2" fmla="*/ 0 w 530136"/>
                <a:gd name="connsiteY2" fmla="*/ 264426 h 529787"/>
                <a:gd name="connsiteX3" fmla="*/ 265533 w 530136"/>
                <a:gd name="connsiteY3" fmla="*/ 529787 h 529787"/>
                <a:gd name="connsiteX4" fmla="*/ 530131 w 530136"/>
                <a:gd name="connsiteY4" fmla="*/ 265361 h 529787"/>
                <a:gd name="connsiteX5" fmla="*/ 265533 w 530136"/>
                <a:gd name="connsiteY5" fmla="*/ 0 h 529787"/>
                <a:gd name="connsiteX6" fmla="*/ 265533 w 530136"/>
                <a:gd name="connsiteY6" fmla="*/ 511100 h 529787"/>
                <a:gd name="connsiteX7" fmla="*/ 18700 w 530136"/>
                <a:gd name="connsiteY7" fmla="*/ 265361 h 529787"/>
                <a:gd name="connsiteX8" fmla="*/ 265533 w 530136"/>
                <a:gd name="connsiteY8" fmla="*/ 18687 h 529787"/>
                <a:gd name="connsiteX9" fmla="*/ 512367 w 530136"/>
                <a:gd name="connsiteY9" fmla="*/ 265361 h 529787"/>
                <a:gd name="connsiteX10" fmla="*/ 265533 w 530136"/>
                <a:gd name="connsiteY10" fmla="*/ 511100 h 529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0136" h="529787">
                  <a:moveTo>
                    <a:pt x="265533" y="0"/>
                  </a:moveTo>
                  <a:cubicBezTo>
                    <a:pt x="265533" y="0"/>
                    <a:pt x="265533" y="0"/>
                    <a:pt x="265533" y="0"/>
                  </a:cubicBezTo>
                  <a:cubicBezTo>
                    <a:pt x="118742" y="0"/>
                    <a:pt x="0" y="118665"/>
                    <a:pt x="0" y="264426"/>
                  </a:cubicBezTo>
                  <a:cubicBezTo>
                    <a:pt x="0" y="411122"/>
                    <a:pt x="118742" y="529787"/>
                    <a:pt x="265533" y="529787"/>
                  </a:cubicBezTo>
                  <a:cubicBezTo>
                    <a:pt x="411389" y="529787"/>
                    <a:pt x="530131" y="411122"/>
                    <a:pt x="530131" y="265361"/>
                  </a:cubicBezTo>
                  <a:cubicBezTo>
                    <a:pt x="531066" y="118665"/>
                    <a:pt x="412324" y="0"/>
                    <a:pt x="265533" y="0"/>
                  </a:cubicBezTo>
                  <a:close/>
                  <a:moveTo>
                    <a:pt x="265533" y="511100"/>
                  </a:moveTo>
                  <a:cubicBezTo>
                    <a:pt x="129962" y="511100"/>
                    <a:pt x="19634" y="400844"/>
                    <a:pt x="18700" y="265361"/>
                  </a:cubicBezTo>
                  <a:cubicBezTo>
                    <a:pt x="19634" y="128943"/>
                    <a:pt x="129027" y="18687"/>
                    <a:pt x="265533" y="18687"/>
                  </a:cubicBezTo>
                  <a:cubicBezTo>
                    <a:pt x="402040" y="18687"/>
                    <a:pt x="512367" y="128943"/>
                    <a:pt x="512367" y="265361"/>
                  </a:cubicBezTo>
                  <a:cubicBezTo>
                    <a:pt x="512367" y="400844"/>
                    <a:pt x="402040" y="511100"/>
                    <a:pt x="265533" y="511100"/>
                  </a:cubicBezTo>
                  <a:close/>
                </a:path>
              </a:pathLst>
            </a:custGeom>
            <a:grpFill/>
            <a:ln w="9339" cap="flat">
              <a:noFill/>
              <a:prstDash val="solid"/>
              <a:miter/>
            </a:ln>
          </p:spPr>
          <p:txBody>
            <a:bodyPr rtlCol="0" anchor="ctr"/>
            <a:lstStyle/>
            <a:p>
              <a:endParaRPr lang="en-US"/>
            </a:p>
          </p:txBody>
        </p:sp>
        <p:sp>
          <p:nvSpPr>
            <p:cNvPr id="840" name="Freeform 839">
              <a:extLst>
                <a:ext uri="{FF2B5EF4-FFF2-40B4-BE49-F238E27FC236}">
                  <a16:creationId xmlns:a16="http://schemas.microsoft.com/office/drawing/2014/main" id="{132789FB-A1E1-884D-A8DF-6A8BF8723AC9}"/>
                </a:ext>
              </a:extLst>
            </p:cNvPr>
            <p:cNvSpPr/>
            <p:nvPr/>
          </p:nvSpPr>
          <p:spPr>
            <a:xfrm>
              <a:off x="410616" y="935938"/>
              <a:ext cx="293940" cy="296780"/>
            </a:xfrm>
            <a:custGeom>
              <a:avLst/>
              <a:gdLst>
                <a:gd name="connsiteX0" fmla="*/ 280672 w 293940"/>
                <a:gd name="connsiteY0" fmla="*/ 265012 h 296780"/>
                <a:gd name="connsiteX1" fmla="*/ 263842 w 293940"/>
                <a:gd name="connsiteY1" fmla="*/ 269684 h 296780"/>
                <a:gd name="connsiteX2" fmla="*/ 243273 w 293940"/>
                <a:gd name="connsiteY2" fmla="*/ 199606 h 296780"/>
                <a:gd name="connsiteX3" fmla="*/ 234858 w 293940"/>
                <a:gd name="connsiteY3" fmla="*/ 6192 h 296780"/>
                <a:gd name="connsiteX4" fmla="*/ 223638 w 293940"/>
                <a:gd name="connsiteY4" fmla="*/ 585 h 296780"/>
                <a:gd name="connsiteX5" fmla="*/ 150710 w 293940"/>
                <a:gd name="connsiteY5" fmla="*/ 23010 h 296780"/>
                <a:gd name="connsiteX6" fmla="*/ 146035 w 293940"/>
                <a:gd name="connsiteY6" fmla="*/ 25813 h 296780"/>
                <a:gd name="connsiteX7" fmla="*/ 141361 w 293940"/>
                <a:gd name="connsiteY7" fmla="*/ 23010 h 296780"/>
                <a:gd name="connsiteX8" fmla="*/ 68432 w 293940"/>
                <a:gd name="connsiteY8" fmla="*/ 585 h 296780"/>
                <a:gd name="connsiteX9" fmla="*/ 57213 w 293940"/>
                <a:gd name="connsiteY9" fmla="*/ 6192 h 296780"/>
                <a:gd name="connsiteX10" fmla="*/ 48798 w 293940"/>
                <a:gd name="connsiteY10" fmla="*/ 199606 h 296780"/>
                <a:gd name="connsiteX11" fmla="*/ 28228 w 293940"/>
                <a:gd name="connsiteY11" fmla="*/ 269684 h 296780"/>
                <a:gd name="connsiteX12" fmla="*/ 11399 w 293940"/>
                <a:gd name="connsiteY12" fmla="*/ 265012 h 296780"/>
                <a:gd name="connsiteX13" fmla="*/ 179 w 293940"/>
                <a:gd name="connsiteY13" fmla="*/ 271552 h 296780"/>
                <a:gd name="connsiteX14" fmla="*/ 6724 w 293940"/>
                <a:gd name="connsiteY14" fmla="*/ 282765 h 296780"/>
                <a:gd name="connsiteX15" fmla="*/ 57213 w 293940"/>
                <a:gd name="connsiteY15" fmla="*/ 296780 h 296780"/>
                <a:gd name="connsiteX16" fmla="*/ 60018 w 293940"/>
                <a:gd name="connsiteY16" fmla="*/ 296780 h 296780"/>
                <a:gd name="connsiteX17" fmla="*/ 69367 w 293940"/>
                <a:gd name="connsiteY17" fmla="*/ 290240 h 296780"/>
                <a:gd name="connsiteX18" fmla="*/ 62823 w 293940"/>
                <a:gd name="connsiteY18" fmla="*/ 279027 h 296780"/>
                <a:gd name="connsiteX19" fmla="*/ 46928 w 293940"/>
                <a:gd name="connsiteY19" fmla="*/ 274355 h 296780"/>
                <a:gd name="connsiteX20" fmla="*/ 67497 w 293940"/>
                <a:gd name="connsiteY20" fmla="*/ 203343 h 296780"/>
                <a:gd name="connsiteX21" fmla="*/ 146970 w 293940"/>
                <a:gd name="connsiteY21" fmla="*/ 54779 h 296780"/>
                <a:gd name="connsiteX22" fmla="*/ 226443 w 293940"/>
                <a:gd name="connsiteY22" fmla="*/ 203343 h 296780"/>
                <a:gd name="connsiteX23" fmla="*/ 247013 w 293940"/>
                <a:gd name="connsiteY23" fmla="*/ 274355 h 296780"/>
                <a:gd name="connsiteX24" fmla="*/ 231118 w 293940"/>
                <a:gd name="connsiteY24" fmla="*/ 279027 h 296780"/>
                <a:gd name="connsiteX25" fmla="*/ 224573 w 293940"/>
                <a:gd name="connsiteY25" fmla="*/ 290240 h 296780"/>
                <a:gd name="connsiteX26" fmla="*/ 233923 w 293940"/>
                <a:gd name="connsiteY26" fmla="*/ 296780 h 296780"/>
                <a:gd name="connsiteX27" fmla="*/ 236728 w 293940"/>
                <a:gd name="connsiteY27" fmla="*/ 296780 h 296780"/>
                <a:gd name="connsiteX28" fmla="*/ 287217 w 293940"/>
                <a:gd name="connsiteY28" fmla="*/ 282765 h 296780"/>
                <a:gd name="connsiteX29" fmla="*/ 293762 w 293940"/>
                <a:gd name="connsiteY29" fmla="*/ 271552 h 296780"/>
                <a:gd name="connsiteX30" fmla="*/ 280672 w 293940"/>
                <a:gd name="connsiteY30" fmla="*/ 265012 h 296780"/>
                <a:gd name="connsiteX31" fmla="*/ 71237 w 293940"/>
                <a:gd name="connsiteY31" fmla="*/ 21141 h 296780"/>
                <a:gd name="connsiteX32" fmla="*/ 129206 w 293940"/>
                <a:gd name="connsiteY32" fmla="*/ 38894 h 296780"/>
                <a:gd name="connsiteX33" fmla="*/ 125466 w 293940"/>
                <a:gd name="connsiteY33" fmla="*/ 69729 h 296780"/>
                <a:gd name="connsiteX34" fmla="*/ 57213 w 293940"/>
                <a:gd name="connsiteY34" fmla="*/ 65057 h 296780"/>
                <a:gd name="connsiteX35" fmla="*/ 71237 w 293940"/>
                <a:gd name="connsiteY35" fmla="*/ 21141 h 296780"/>
                <a:gd name="connsiteX36" fmla="*/ 61888 w 293940"/>
                <a:gd name="connsiteY36" fmla="*/ 185590 h 296780"/>
                <a:gd name="connsiteX37" fmla="*/ 52538 w 293940"/>
                <a:gd name="connsiteY37" fmla="*/ 81875 h 296780"/>
                <a:gd name="connsiteX38" fmla="*/ 121726 w 293940"/>
                <a:gd name="connsiteY38" fmla="*/ 86547 h 296780"/>
                <a:gd name="connsiteX39" fmla="*/ 61888 w 293940"/>
                <a:gd name="connsiteY39" fmla="*/ 185590 h 296780"/>
                <a:gd name="connsiteX40" fmla="*/ 220833 w 293940"/>
                <a:gd name="connsiteY40" fmla="*/ 21141 h 296780"/>
                <a:gd name="connsiteX41" fmla="*/ 234858 w 293940"/>
                <a:gd name="connsiteY41" fmla="*/ 64122 h 296780"/>
                <a:gd name="connsiteX42" fmla="*/ 166605 w 293940"/>
                <a:gd name="connsiteY42" fmla="*/ 68794 h 296780"/>
                <a:gd name="connsiteX43" fmla="*/ 162865 w 293940"/>
                <a:gd name="connsiteY43" fmla="*/ 37960 h 296780"/>
                <a:gd name="connsiteX44" fmla="*/ 220833 w 293940"/>
                <a:gd name="connsiteY44" fmla="*/ 21141 h 296780"/>
                <a:gd name="connsiteX45" fmla="*/ 170345 w 293940"/>
                <a:gd name="connsiteY45" fmla="*/ 87482 h 296780"/>
                <a:gd name="connsiteX46" fmla="*/ 239533 w 293940"/>
                <a:gd name="connsiteY46" fmla="*/ 82810 h 296780"/>
                <a:gd name="connsiteX47" fmla="*/ 230183 w 293940"/>
                <a:gd name="connsiteY47" fmla="*/ 186525 h 296780"/>
                <a:gd name="connsiteX48" fmla="*/ 170345 w 293940"/>
                <a:gd name="connsiteY48" fmla="*/ 87482 h 296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93940" h="296780">
                  <a:moveTo>
                    <a:pt x="280672" y="265012"/>
                  </a:moveTo>
                  <a:lnTo>
                    <a:pt x="263842" y="269684"/>
                  </a:lnTo>
                  <a:lnTo>
                    <a:pt x="243273" y="199606"/>
                  </a:lnTo>
                  <a:cubicBezTo>
                    <a:pt x="259167" y="186525"/>
                    <a:pt x="288152" y="142609"/>
                    <a:pt x="234858" y="6192"/>
                  </a:cubicBezTo>
                  <a:cubicBezTo>
                    <a:pt x="232988" y="1520"/>
                    <a:pt x="228313" y="-1283"/>
                    <a:pt x="223638" y="585"/>
                  </a:cubicBezTo>
                  <a:lnTo>
                    <a:pt x="150710" y="23010"/>
                  </a:lnTo>
                  <a:cubicBezTo>
                    <a:pt x="148840" y="23945"/>
                    <a:pt x="147905" y="24879"/>
                    <a:pt x="146035" y="25813"/>
                  </a:cubicBezTo>
                  <a:cubicBezTo>
                    <a:pt x="145100" y="24879"/>
                    <a:pt x="143230" y="23010"/>
                    <a:pt x="141361" y="23010"/>
                  </a:cubicBezTo>
                  <a:lnTo>
                    <a:pt x="68432" y="585"/>
                  </a:lnTo>
                  <a:cubicBezTo>
                    <a:pt x="63758" y="-1283"/>
                    <a:pt x="59083" y="1520"/>
                    <a:pt x="57213" y="6192"/>
                  </a:cubicBezTo>
                  <a:cubicBezTo>
                    <a:pt x="3919" y="142609"/>
                    <a:pt x="32903" y="186525"/>
                    <a:pt x="48798" y="199606"/>
                  </a:cubicBezTo>
                  <a:lnTo>
                    <a:pt x="28228" y="269684"/>
                  </a:lnTo>
                  <a:lnTo>
                    <a:pt x="11399" y="265012"/>
                  </a:lnTo>
                  <a:cubicBezTo>
                    <a:pt x="6724" y="263143"/>
                    <a:pt x="1114" y="266880"/>
                    <a:pt x="179" y="271552"/>
                  </a:cubicBezTo>
                  <a:cubicBezTo>
                    <a:pt x="-756" y="276224"/>
                    <a:pt x="2049" y="281830"/>
                    <a:pt x="6724" y="282765"/>
                  </a:cubicBezTo>
                  <a:lnTo>
                    <a:pt x="57213" y="296780"/>
                  </a:lnTo>
                  <a:cubicBezTo>
                    <a:pt x="58148" y="296780"/>
                    <a:pt x="59083" y="296780"/>
                    <a:pt x="60018" y="296780"/>
                  </a:cubicBezTo>
                  <a:cubicBezTo>
                    <a:pt x="63758" y="296780"/>
                    <a:pt x="67497" y="293977"/>
                    <a:pt x="69367" y="290240"/>
                  </a:cubicBezTo>
                  <a:cubicBezTo>
                    <a:pt x="71237" y="285568"/>
                    <a:pt x="67497" y="279962"/>
                    <a:pt x="62823" y="279027"/>
                  </a:cubicBezTo>
                  <a:lnTo>
                    <a:pt x="46928" y="274355"/>
                  </a:lnTo>
                  <a:lnTo>
                    <a:pt x="67497" y="203343"/>
                  </a:lnTo>
                  <a:cubicBezTo>
                    <a:pt x="122661" y="194000"/>
                    <a:pt x="140426" y="99628"/>
                    <a:pt x="146970" y="54779"/>
                  </a:cubicBezTo>
                  <a:cubicBezTo>
                    <a:pt x="152580" y="100563"/>
                    <a:pt x="171280" y="194934"/>
                    <a:pt x="226443" y="203343"/>
                  </a:cubicBezTo>
                  <a:lnTo>
                    <a:pt x="247013" y="274355"/>
                  </a:lnTo>
                  <a:lnTo>
                    <a:pt x="231118" y="279027"/>
                  </a:lnTo>
                  <a:cubicBezTo>
                    <a:pt x="226443" y="280896"/>
                    <a:pt x="223638" y="285568"/>
                    <a:pt x="224573" y="290240"/>
                  </a:cubicBezTo>
                  <a:cubicBezTo>
                    <a:pt x="225508" y="293977"/>
                    <a:pt x="229248" y="296780"/>
                    <a:pt x="233923" y="296780"/>
                  </a:cubicBezTo>
                  <a:cubicBezTo>
                    <a:pt x="234858" y="296780"/>
                    <a:pt x="235793" y="296780"/>
                    <a:pt x="236728" y="296780"/>
                  </a:cubicBezTo>
                  <a:lnTo>
                    <a:pt x="287217" y="282765"/>
                  </a:lnTo>
                  <a:cubicBezTo>
                    <a:pt x="291892" y="280896"/>
                    <a:pt x="294697" y="276224"/>
                    <a:pt x="293762" y="271552"/>
                  </a:cubicBezTo>
                  <a:cubicBezTo>
                    <a:pt x="290022" y="265946"/>
                    <a:pt x="285347" y="263143"/>
                    <a:pt x="280672" y="265012"/>
                  </a:cubicBezTo>
                  <a:close/>
                  <a:moveTo>
                    <a:pt x="71237" y="21141"/>
                  </a:moveTo>
                  <a:lnTo>
                    <a:pt x="129206" y="38894"/>
                  </a:lnTo>
                  <a:cubicBezTo>
                    <a:pt x="128271" y="47304"/>
                    <a:pt x="127336" y="58516"/>
                    <a:pt x="125466" y="69729"/>
                  </a:cubicBezTo>
                  <a:lnTo>
                    <a:pt x="57213" y="65057"/>
                  </a:lnTo>
                  <a:cubicBezTo>
                    <a:pt x="60953" y="51041"/>
                    <a:pt x="65627" y="37026"/>
                    <a:pt x="71237" y="21141"/>
                  </a:cubicBezTo>
                  <a:close/>
                  <a:moveTo>
                    <a:pt x="61888" y="185590"/>
                  </a:moveTo>
                  <a:cubicBezTo>
                    <a:pt x="56278" y="180919"/>
                    <a:pt x="34773" y="159428"/>
                    <a:pt x="52538" y="81875"/>
                  </a:cubicBezTo>
                  <a:lnTo>
                    <a:pt x="121726" y="86547"/>
                  </a:lnTo>
                  <a:cubicBezTo>
                    <a:pt x="112376" y="132331"/>
                    <a:pt x="93677" y="182787"/>
                    <a:pt x="61888" y="185590"/>
                  </a:cubicBezTo>
                  <a:close/>
                  <a:moveTo>
                    <a:pt x="220833" y="21141"/>
                  </a:moveTo>
                  <a:cubicBezTo>
                    <a:pt x="226443" y="37026"/>
                    <a:pt x="231118" y="51041"/>
                    <a:pt x="234858" y="64122"/>
                  </a:cubicBezTo>
                  <a:lnTo>
                    <a:pt x="166605" y="68794"/>
                  </a:lnTo>
                  <a:cubicBezTo>
                    <a:pt x="164735" y="57582"/>
                    <a:pt x="163800" y="46369"/>
                    <a:pt x="162865" y="37960"/>
                  </a:cubicBezTo>
                  <a:lnTo>
                    <a:pt x="220833" y="21141"/>
                  </a:lnTo>
                  <a:close/>
                  <a:moveTo>
                    <a:pt x="170345" y="87482"/>
                  </a:moveTo>
                  <a:lnTo>
                    <a:pt x="239533" y="82810"/>
                  </a:lnTo>
                  <a:cubicBezTo>
                    <a:pt x="257298" y="159428"/>
                    <a:pt x="235793" y="181853"/>
                    <a:pt x="230183" y="186525"/>
                  </a:cubicBezTo>
                  <a:cubicBezTo>
                    <a:pt x="198394" y="182787"/>
                    <a:pt x="180630" y="132331"/>
                    <a:pt x="170345" y="87482"/>
                  </a:cubicBezTo>
                  <a:close/>
                </a:path>
              </a:pathLst>
            </a:custGeom>
            <a:grpFill/>
            <a:ln w="9339" cap="flat">
              <a:noFill/>
              <a:prstDash val="solid"/>
              <a:miter/>
            </a:ln>
          </p:spPr>
          <p:txBody>
            <a:bodyPr rtlCol="0" anchor="ctr"/>
            <a:lstStyle/>
            <a:p>
              <a:endParaRPr lang="en-US"/>
            </a:p>
          </p:txBody>
        </p:sp>
      </p:grpSp>
      <p:grpSp>
        <p:nvGrpSpPr>
          <p:cNvPr id="841" name="Graphic 2">
            <a:extLst>
              <a:ext uri="{FF2B5EF4-FFF2-40B4-BE49-F238E27FC236}">
                <a16:creationId xmlns:a16="http://schemas.microsoft.com/office/drawing/2014/main" id="{D27544AD-7E64-A646-9701-D148C5351C24}"/>
              </a:ext>
            </a:extLst>
          </p:cNvPr>
          <p:cNvGrpSpPr>
            <a:grpSpLocks noChangeAspect="1"/>
          </p:cNvGrpSpPr>
          <p:nvPr/>
        </p:nvGrpSpPr>
        <p:grpSpPr>
          <a:xfrm>
            <a:off x="905454" y="1893013"/>
            <a:ext cx="367439" cy="367200"/>
            <a:chOff x="1074628" y="819727"/>
            <a:chExt cx="530131" cy="529787"/>
          </a:xfrm>
          <a:solidFill>
            <a:srgbClr val="005587"/>
          </a:solidFill>
        </p:grpSpPr>
        <p:sp>
          <p:nvSpPr>
            <p:cNvPr id="842" name="Freeform 841">
              <a:extLst>
                <a:ext uri="{FF2B5EF4-FFF2-40B4-BE49-F238E27FC236}">
                  <a16:creationId xmlns:a16="http://schemas.microsoft.com/office/drawing/2014/main" id="{0DA1553E-F10A-6049-8651-9816A38E8840}"/>
                </a:ext>
              </a:extLst>
            </p:cNvPr>
            <p:cNvSpPr/>
            <p:nvPr/>
          </p:nvSpPr>
          <p:spPr>
            <a:xfrm>
              <a:off x="1239766" y="1018747"/>
              <a:ext cx="76085" cy="103714"/>
            </a:xfrm>
            <a:custGeom>
              <a:avLst/>
              <a:gdLst>
                <a:gd name="connsiteX0" fmla="*/ 6897 w 76085"/>
                <a:gd name="connsiteY0" fmla="*/ 0 h 103714"/>
                <a:gd name="connsiteX1" fmla="*/ 16247 w 76085"/>
                <a:gd name="connsiteY1" fmla="*/ 103715 h 103714"/>
                <a:gd name="connsiteX2" fmla="*/ 76086 w 76085"/>
                <a:gd name="connsiteY2" fmla="*/ 5606 h 103714"/>
                <a:gd name="connsiteX3" fmla="*/ 6897 w 76085"/>
                <a:gd name="connsiteY3" fmla="*/ 0 h 103714"/>
              </a:gdLst>
              <a:ahLst/>
              <a:cxnLst>
                <a:cxn ang="0">
                  <a:pos x="connsiteX0" y="connsiteY0"/>
                </a:cxn>
                <a:cxn ang="0">
                  <a:pos x="connsiteX1" y="connsiteY1"/>
                </a:cxn>
                <a:cxn ang="0">
                  <a:pos x="connsiteX2" y="connsiteY2"/>
                </a:cxn>
                <a:cxn ang="0">
                  <a:pos x="connsiteX3" y="connsiteY3"/>
                </a:cxn>
              </a:cxnLst>
              <a:rect l="l" t="t" r="r" b="b"/>
              <a:pathLst>
                <a:path w="76085" h="103714">
                  <a:moveTo>
                    <a:pt x="6897" y="0"/>
                  </a:moveTo>
                  <a:cubicBezTo>
                    <a:pt x="-10867" y="76618"/>
                    <a:pt x="10637" y="99043"/>
                    <a:pt x="16247" y="103715"/>
                  </a:cubicBezTo>
                  <a:cubicBezTo>
                    <a:pt x="48036" y="100912"/>
                    <a:pt x="65801" y="50456"/>
                    <a:pt x="76086" y="5606"/>
                  </a:cubicBezTo>
                  <a:lnTo>
                    <a:pt x="6897" y="0"/>
                  </a:lnTo>
                  <a:close/>
                </a:path>
              </a:pathLst>
            </a:custGeom>
            <a:grpFill/>
            <a:ln w="9339" cap="flat">
              <a:noFill/>
              <a:prstDash val="solid"/>
              <a:miter/>
            </a:ln>
          </p:spPr>
          <p:txBody>
            <a:bodyPr rtlCol="0" anchor="ctr"/>
            <a:lstStyle/>
            <a:p>
              <a:endParaRPr lang="en-US"/>
            </a:p>
          </p:txBody>
        </p:sp>
        <p:sp>
          <p:nvSpPr>
            <p:cNvPr id="843" name="Freeform 842">
              <a:extLst>
                <a:ext uri="{FF2B5EF4-FFF2-40B4-BE49-F238E27FC236}">
                  <a16:creationId xmlns:a16="http://schemas.microsoft.com/office/drawing/2014/main" id="{B8CD5D8A-8EC9-7F4F-8B10-C492D0AA68FD}"/>
                </a:ext>
              </a:extLst>
            </p:cNvPr>
            <p:cNvSpPr/>
            <p:nvPr/>
          </p:nvSpPr>
          <p:spPr>
            <a:xfrm>
              <a:off x="1357925" y="957079"/>
              <a:ext cx="71993" cy="48587"/>
            </a:xfrm>
            <a:custGeom>
              <a:avLst/>
              <a:gdLst>
                <a:gd name="connsiteX0" fmla="*/ 71993 w 71993"/>
                <a:gd name="connsiteY0" fmla="*/ 42981 h 48587"/>
                <a:gd name="connsiteX1" fmla="*/ 57969 w 71993"/>
                <a:gd name="connsiteY1" fmla="*/ 0 h 48587"/>
                <a:gd name="connsiteX2" fmla="*/ 0 w 71993"/>
                <a:gd name="connsiteY2" fmla="*/ 17753 h 48587"/>
                <a:gd name="connsiteX3" fmla="*/ 3740 w 71993"/>
                <a:gd name="connsiteY3" fmla="*/ 48587 h 48587"/>
                <a:gd name="connsiteX4" fmla="*/ 71993 w 71993"/>
                <a:gd name="connsiteY4" fmla="*/ 42981 h 48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93" h="48587">
                  <a:moveTo>
                    <a:pt x="71993" y="42981"/>
                  </a:moveTo>
                  <a:cubicBezTo>
                    <a:pt x="68253" y="29900"/>
                    <a:pt x="63578" y="15884"/>
                    <a:pt x="57969" y="0"/>
                  </a:cubicBezTo>
                  <a:lnTo>
                    <a:pt x="0" y="17753"/>
                  </a:lnTo>
                  <a:cubicBezTo>
                    <a:pt x="935" y="26162"/>
                    <a:pt x="1870" y="37375"/>
                    <a:pt x="3740" y="48587"/>
                  </a:cubicBezTo>
                  <a:lnTo>
                    <a:pt x="71993" y="42981"/>
                  </a:lnTo>
                  <a:close/>
                </a:path>
              </a:pathLst>
            </a:custGeom>
            <a:grpFill/>
            <a:ln w="9339" cap="flat">
              <a:noFill/>
              <a:prstDash val="solid"/>
              <a:miter/>
            </a:ln>
          </p:spPr>
          <p:txBody>
            <a:bodyPr rtlCol="0" anchor="ctr"/>
            <a:lstStyle/>
            <a:p>
              <a:endParaRPr lang="en-US"/>
            </a:p>
          </p:txBody>
        </p:sp>
        <p:sp>
          <p:nvSpPr>
            <p:cNvPr id="844" name="Freeform 843">
              <a:extLst>
                <a:ext uri="{FF2B5EF4-FFF2-40B4-BE49-F238E27FC236}">
                  <a16:creationId xmlns:a16="http://schemas.microsoft.com/office/drawing/2014/main" id="{6AC51326-B48E-0142-A2A0-8BC79BB2C53E}"/>
                </a:ext>
              </a:extLst>
            </p:cNvPr>
            <p:cNvSpPr/>
            <p:nvPr/>
          </p:nvSpPr>
          <p:spPr>
            <a:xfrm>
              <a:off x="1251338" y="956145"/>
              <a:ext cx="71993" cy="48587"/>
            </a:xfrm>
            <a:custGeom>
              <a:avLst/>
              <a:gdLst>
                <a:gd name="connsiteX0" fmla="*/ 68253 w 71993"/>
                <a:gd name="connsiteY0" fmla="*/ 48587 h 48587"/>
                <a:gd name="connsiteX1" fmla="*/ 71993 w 71993"/>
                <a:gd name="connsiteY1" fmla="*/ 17753 h 48587"/>
                <a:gd name="connsiteX2" fmla="*/ 14025 w 71993"/>
                <a:gd name="connsiteY2" fmla="*/ 0 h 48587"/>
                <a:gd name="connsiteX3" fmla="*/ 0 w 71993"/>
                <a:gd name="connsiteY3" fmla="*/ 42981 h 48587"/>
                <a:gd name="connsiteX4" fmla="*/ 68253 w 71993"/>
                <a:gd name="connsiteY4" fmla="*/ 48587 h 48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93" h="48587">
                  <a:moveTo>
                    <a:pt x="68253" y="48587"/>
                  </a:moveTo>
                  <a:cubicBezTo>
                    <a:pt x="70123" y="37375"/>
                    <a:pt x="71058" y="26162"/>
                    <a:pt x="71993" y="17753"/>
                  </a:cubicBezTo>
                  <a:lnTo>
                    <a:pt x="14025" y="0"/>
                  </a:lnTo>
                  <a:cubicBezTo>
                    <a:pt x="8415" y="15884"/>
                    <a:pt x="3740" y="29900"/>
                    <a:pt x="0" y="42981"/>
                  </a:cubicBezTo>
                  <a:lnTo>
                    <a:pt x="68253" y="48587"/>
                  </a:lnTo>
                  <a:close/>
                </a:path>
              </a:pathLst>
            </a:custGeom>
            <a:grpFill/>
            <a:ln w="9339" cap="flat">
              <a:noFill/>
              <a:prstDash val="solid"/>
              <a:miter/>
            </a:ln>
          </p:spPr>
          <p:txBody>
            <a:bodyPr rtlCol="0" anchor="ctr"/>
            <a:lstStyle/>
            <a:p>
              <a:endParaRPr lang="en-US"/>
            </a:p>
          </p:txBody>
        </p:sp>
        <p:sp>
          <p:nvSpPr>
            <p:cNvPr id="845" name="Freeform 844">
              <a:extLst>
                <a:ext uri="{FF2B5EF4-FFF2-40B4-BE49-F238E27FC236}">
                  <a16:creationId xmlns:a16="http://schemas.microsoft.com/office/drawing/2014/main" id="{A752684A-57EE-1541-8FA2-69849C0C9F13}"/>
                </a:ext>
              </a:extLst>
            </p:cNvPr>
            <p:cNvSpPr/>
            <p:nvPr/>
          </p:nvSpPr>
          <p:spPr>
            <a:xfrm>
              <a:off x="1365405" y="1018747"/>
              <a:ext cx="76085" cy="102780"/>
            </a:xfrm>
            <a:custGeom>
              <a:avLst/>
              <a:gdLst>
                <a:gd name="connsiteX0" fmla="*/ 69188 w 76085"/>
                <a:gd name="connsiteY0" fmla="*/ 0 h 102780"/>
                <a:gd name="connsiteX1" fmla="*/ 0 w 76085"/>
                <a:gd name="connsiteY1" fmla="*/ 4672 h 102780"/>
                <a:gd name="connsiteX2" fmla="*/ 59838 w 76085"/>
                <a:gd name="connsiteY2" fmla="*/ 102781 h 102780"/>
                <a:gd name="connsiteX3" fmla="*/ 69188 w 76085"/>
                <a:gd name="connsiteY3" fmla="*/ 0 h 102780"/>
              </a:gdLst>
              <a:ahLst/>
              <a:cxnLst>
                <a:cxn ang="0">
                  <a:pos x="connsiteX0" y="connsiteY0"/>
                </a:cxn>
                <a:cxn ang="0">
                  <a:pos x="connsiteX1" y="connsiteY1"/>
                </a:cxn>
                <a:cxn ang="0">
                  <a:pos x="connsiteX2" y="connsiteY2"/>
                </a:cxn>
                <a:cxn ang="0">
                  <a:pos x="connsiteX3" y="connsiteY3"/>
                </a:cxn>
              </a:cxnLst>
              <a:rect l="l" t="t" r="r" b="b"/>
              <a:pathLst>
                <a:path w="76085" h="102780">
                  <a:moveTo>
                    <a:pt x="69188" y="0"/>
                  </a:moveTo>
                  <a:lnTo>
                    <a:pt x="0" y="4672"/>
                  </a:lnTo>
                  <a:cubicBezTo>
                    <a:pt x="9350" y="49522"/>
                    <a:pt x="28049" y="99043"/>
                    <a:pt x="59838" y="102781"/>
                  </a:cubicBezTo>
                  <a:cubicBezTo>
                    <a:pt x="65448" y="98109"/>
                    <a:pt x="86953" y="76618"/>
                    <a:pt x="69188" y="0"/>
                  </a:cubicBezTo>
                  <a:close/>
                </a:path>
              </a:pathLst>
            </a:custGeom>
            <a:grpFill/>
            <a:ln w="9339" cap="flat">
              <a:noFill/>
              <a:prstDash val="solid"/>
              <a:miter/>
            </a:ln>
          </p:spPr>
          <p:txBody>
            <a:bodyPr rtlCol="0" anchor="ctr"/>
            <a:lstStyle/>
            <a:p>
              <a:endParaRPr lang="en-US"/>
            </a:p>
          </p:txBody>
        </p:sp>
        <p:sp>
          <p:nvSpPr>
            <p:cNvPr id="846" name="Freeform 845">
              <a:extLst>
                <a:ext uri="{FF2B5EF4-FFF2-40B4-BE49-F238E27FC236}">
                  <a16:creationId xmlns:a16="http://schemas.microsoft.com/office/drawing/2014/main" id="{B7E6A897-F963-2045-AD27-215AB93A4571}"/>
                </a:ext>
              </a:extLst>
            </p:cNvPr>
            <p:cNvSpPr/>
            <p:nvPr/>
          </p:nvSpPr>
          <p:spPr>
            <a:xfrm>
              <a:off x="1074628" y="819727"/>
              <a:ext cx="530131" cy="529787"/>
            </a:xfrm>
            <a:custGeom>
              <a:avLst/>
              <a:gdLst>
                <a:gd name="connsiteX0" fmla="*/ 264598 w 530131"/>
                <a:gd name="connsiteY0" fmla="*/ 0 h 529787"/>
                <a:gd name="connsiteX1" fmla="*/ 0 w 530131"/>
                <a:gd name="connsiteY1" fmla="*/ 265361 h 529787"/>
                <a:gd name="connsiteX2" fmla="*/ 264598 w 530131"/>
                <a:gd name="connsiteY2" fmla="*/ 529787 h 529787"/>
                <a:gd name="connsiteX3" fmla="*/ 530131 w 530131"/>
                <a:gd name="connsiteY3" fmla="*/ 265361 h 529787"/>
                <a:gd name="connsiteX4" fmla="*/ 264598 w 530131"/>
                <a:gd name="connsiteY4" fmla="*/ 0 h 529787"/>
                <a:gd name="connsiteX5" fmla="*/ 405780 w 530131"/>
                <a:gd name="connsiteY5" fmla="*/ 398975 h 529787"/>
                <a:gd name="connsiteX6" fmla="*/ 355291 w 530131"/>
                <a:gd name="connsiteY6" fmla="*/ 412991 h 529787"/>
                <a:gd name="connsiteX7" fmla="*/ 352486 w 530131"/>
                <a:gd name="connsiteY7" fmla="*/ 412991 h 529787"/>
                <a:gd name="connsiteX8" fmla="*/ 343136 w 530131"/>
                <a:gd name="connsiteY8" fmla="*/ 406450 h 529787"/>
                <a:gd name="connsiteX9" fmla="*/ 349681 w 530131"/>
                <a:gd name="connsiteY9" fmla="*/ 395238 h 529787"/>
                <a:gd name="connsiteX10" fmla="*/ 365576 w 530131"/>
                <a:gd name="connsiteY10" fmla="*/ 390566 h 529787"/>
                <a:gd name="connsiteX11" fmla="*/ 345006 w 530131"/>
                <a:gd name="connsiteY11" fmla="*/ 319554 h 529787"/>
                <a:gd name="connsiteX12" fmla="*/ 265533 w 530131"/>
                <a:gd name="connsiteY12" fmla="*/ 170989 h 529787"/>
                <a:gd name="connsiteX13" fmla="*/ 186060 w 530131"/>
                <a:gd name="connsiteY13" fmla="*/ 319554 h 529787"/>
                <a:gd name="connsiteX14" fmla="*/ 165491 w 530131"/>
                <a:gd name="connsiteY14" fmla="*/ 390566 h 529787"/>
                <a:gd name="connsiteX15" fmla="*/ 181385 w 530131"/>
                <a:gd name="connsiteY15" fmla="*/ 395238 h 529787"/>
                <a:gd name="connsiteX16" fmla="*/ 187930 w 530131"/>
                <a:gd name="connsiteY16" fmla="*/ 406450 h 529787"/>
                <a:gd name="connsiteX17" fmla="*/ 178580 w 530131"/>
                <a:gd name="connsiteY17" fmla="*/ 412991 h 529787"/>
                <a:gd name="connsiteX18" fmla="*/ 175775 w 530131"/>
                <a:gd name="connsiteY18" fmla="*/ 412991 h 529787"/>
                <a:gd name="connsiteX19" fmla="*/ 125287 w 530131"/>
                <a:gd name="connsiteY19" fmla="*/ 398975 h 529787"/>
                <a:gd name="connsiteX20" fmla="*/ 118742 w 530131"/>
                <a:gd name="connsiteY20" fmla="*/ 387763 h 529787"/>
                <a:gd name="connsiteX21" fmla="*/ 129962 w 530131"/>
                <a:gd name="connsiteY21" fmla="*/ 381222 h 529787"/>
                <a:gd name="connsiteX22" fmla="*/ 146791 w 530131"/>
                <a:gd name="connsiteY22" fmla="*/ 385894 h 529787"/>
                <a:gd name="connsiteX23" fmla="*/ 167361 w 530131"/>
                <a:gd name="connsiteY23" fmla="*/ 315817 h 529787"/>
                <a:gd name="connsiteX24" fmla="*/ 158946 w 530131"/>
                <a:gd name="connsiteY24" fmla="*/ 306473 h 529787"/>
                <a:gd name="connsiteX25" fmla="*/ 175775 w 530131"/>
                <a:gd name="connsiteY25" fmla="*/ 122402 h 529787"/>
                <a:gd name="connsiteX26" fmla="*/ 186995 w 530131"/>
                <a:gd name="connsiteY26" fmla="*/ 116796 h 529787"/>
                <a:gd name="connsiteX27" fmla="*/ 259923 w 530131"/>
                <a:gd name="connsiteY27" fmla="*/ 139221 h 529787"/>
                <a:gd name="connsiteX28" fmla="*/ 264598 w 530131"/>
                <a:gd name="connsiteY28" fmla="*/ 142024 h 529787"/>
                <a:gd name="connsiteX29" fmla="*/ 269273 w 530131"/>
                <a:gd name="connsiteY29" fmla="*/ 139221 h 529787"/>
                <a:gd name="connsiteX30" fmla="*/ 342201 w 530131"/>
                <a:gd name="connsiteY30" fmla="*/ 116796 h 529787"/>
                <a:gd name="connsiteX31" fmla="*/ 353421 w 530131"/>
                <a:gd name="connsiteY31" fmla="*/ 122402 h 529787"/>
                <a:gd name="connsiteX32" fmla="*/ 370250 w 530131"/>
                <a:gd name="connsiteY32" fmla="*/ 306473 h 529787"/>
                <a:gd name="connsiteX33" fmla="*/ 361836 w 530131"/>
                <a:gd name="connsiteY33" fmla="*/ 315817 h 529787"/>
                <a:gd name="connsiteX34" fmla="*/ 382405 w 530131"/>
                <a:gd name="connsiteY34" fmla="*/ 385894 h 529787"/>
                <a:gd name="connsiteX35" fmla="*/ 399235 w 530131"/>
                <a:gd name="connsiteY35" fmla="*/ 381222 h 529787"/>
                <a:gd name="connsiteX36" fmla="*/ 410454 w 530131"/>
                <a:gd name="connsiteY36" fmla="*/ 387763 h 529787"/>
                <a:gd name="connsiteX37" fmla="*/ 405780 w 530131"/>
                <a:gd name="connsiteY37" fmla="*/ 398975 h 529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530131" h="529787">
                  <a:moveTo>
                    <a:pt x="264598" y="0"/>
                  </a:moveTo>
                  <a:cubicBezTo>
                    <a:pt x="117807" y="0"/>
                    <a:pt x="0" y="118665"/>
                    <a:pt x="0" y="265361"/>
                  </a:cubicBezTo>
                  <a:cubicBezTo>
                    <a:pt x="0" y="412057"/>
                    <a:pt x="118742" y="529787"/>
                    <a:pt x="264598" y="529787"/>
                  </a:cubicBezTo>
                  <a:cubicBezTo>
                    <a:pt x="410454" y="529787"/>
                    <a:pt x="530131" y="411122"/>
                    <a:pt x="530131" y="265361"/>
                  </a:cubicBezTo>
                  <a:cubicBezTo>
                    <a:pt x="530131" y="118665"/>
                    <a:pt x="411389" y="0"/>
                    <a:pt x="264598" y="0"/>
                  </a:cubicBezTo>
                  <a:close/>
                  <a:moveTo>
                    <a:pt x="405780" y="398975"/>
                  </a:moveTo>
                  <a:lnTo>
                    <a:pt x="355291" y="412991"/>
                  </a:lnTo>
                  <a:cubicBezTo>
                    <a:pt x="354356" y="412991"/>
                    <a:pt x="353421" y="412991"/>
                    <a:pt x="352486" y="412991"/>
                  </a:cubicBezTo>
                  <a:cubicBezTo>
                    <a:pt x="348746" y="412991"/>
                    <a:pt x="345006" y="410188"/>
                    <a:pt x="343136" y="406450"/>
                  </a:cubicBezTo>
                  <a:cubicBezTo>
                    <a:pt x="341266" y="401779"/>
                    <a:pt x="345006" y="396172"/>
                    <a:pt x="349681" y="395238"/>
                  </a:cubicBezTo>
                  <a:lnTo>
                    <a:pt x="365576" y="390566"/>
                  </a:lnTo>
                  <a:lnTo>
                    <a:pt x="345006" y="319554"/>
                  </a:lnTo>
                  <a:cubicBezTo>
                    <a:pt x="289843" y="310210"/>
                    <a:pt x="272078" y="216774"/>
                    <a:pt x="265533" y="170989"/>
                  </a:cubicBezTo>
                  <a:cubicBezTo>
                    <a:pt x="259923" y="216774"/>
                    <a:pt x="241224" y="310210"/>
                    <a:pt x="186060" y="319554"/>
                  </a:cubicBezTo>
                  <a:lnTo>
                    <a:pt x="165491" y="390566"/>
                  </a:lnTo>
                  <a:lnTo>
                    <a:pt x="181385" y="395238"/>
                  </a:lnTo>
                  <a:cubicBezTo>
                    <a:pt x="186060" y="397107"/>
                    <a:pt x="188865" y="401779"/>
                    <a:pt x="187930" y="406450"/>
                  </a:cubicBezTo>
                  <a:cubicBezTo>
                    <a:pt x="186995" y="410188"/>
                    <a:pt x="183255" y="412991"/>
                    <a:pt x="178580" y="412991"/>
                  </a:cubicBezTo>
                  <a:cubicBezTo>
                    <a:pt x="177645" y="412991"/>
                    <a:pt x="176710" y="412991"/>
                    <a:pt x="175775" y="412991"/>
                  </a:cubicBezTo>
                  <a:lnTo>
                    <a:pt x="125287" y="398975"/>
                  </a:lnTo>
                  <a:cubicBezTo>
                    <a:pt x="120612" y="397107"/>
                    <a:pt x="117807" y="392435"/>
                    <a:pt x="118742" y="387763"/>
                  </a:cubicBezTo>
                  <a:cubicBezTo>
                    <a:pt x="120612" y="383091"/>
                    <a:pt x="125287" y="380288"/>
                    <a:pt x="129962" y="381222"/>
                  </a:cubicBezTo>
                  <a:lnTo>
                    <a:pt x="146791" y="385894"/>
                  </a:lnTo>
                  <a:lnTo>
                    <a:pt x="167361" y="315817"/>
                  </a:lnTo>
                  <a:cubicBezTo>
                    <a:pt x="164556" y="313014"/>
                    <a:pt x="161751" y="310210"/>
                    <a:pt x="158946" y="306473"/>
                  </a:cubicBezTo>
                  <a:cubicBezTo>
                    <a:pt x="143051" y="283114"/>
                    <a:pt x="132767" y="232658"/>
                    <a:pt x="175775" y="122402"/>
                  </a:cubicBezTo>
                  <a:cubicBezTo>
                    <a:pt x="177645" y="117730"/>
                    <a:pt x="182320" y="115862"/>
                    <a:pt x="186995" y="116796"/>
                  </a:cubicBezTo>
                  <a:lnTo>
                    <a:pt x="259923" y="139221"/>
                  </a:lnTo>
                  <a:cubicBezTo>
                    <a:pt x="261793" y="140155"/>
                    <a:pt x="262728" y="141090"/>
                    <a:pt x="264598" y="142024"/>
                  </a:cubicBezTo>
                  <a:cubicBezTo>
                    <a:pt x="265533" y="141090"/>
                    <a:pt x="267403" y="139221"/>
                    <a:pt x="269273" y="139221"/>
                  </a:cubicBezTo>
                  <a:lnTo>
                    <a:pt x="342201" y="116796"/>
                  </a:lnTo>
                  <a:cubicBezTo>
                    <a:pt x="346876" y="114927"/>
                    <a:pt x="351551" y="117730"/>
                    <a:pt x="353421" y="122402"/>
                  </a:cubicBezTo>
                  <a:cubicBezTo>
                    <a:pt x="395495" y="231723"/>
                    <a:pt x="386145" y="283114"/>
                    <a:pt x="370250" y="306473"/>
                  </a:cubicBezTo>
                  <a:cubicBezTo>
                    <a:pt x="367446" y="310210"/>
                    <a:pt x="364641" y="313014"/>
                    <a:pt x="361836" y="315817"/>
                  </a:cubicBezTo>
                  <a:lnTo>
                    <a:pt x="382405" y="385894"/>
                  </a:lnTo>
                  <a:lnTo>
                    <a:pt x="399235" y="381222"/>
                  </a:lnTo>
                  <a:cubicBezTo>
                    <a:pt x="403910" y="379354"/>
                    <a:pt x="409520" y="383091"/>
                    <a:pt x="410454" y="387763"/>
                  </a:cubicBezTo>
                  <a:cubicBezTo>
                    <a:pt x="411389" y="392435"/>
                    <a:pt x="410454" y="398041"/>
                    <a:pt x="405780" y="398975"/>
                  </a:cubicBezTo>
                  <a:close/>
                </a:path>
              </a:pathLst>
            </a:custGeom>
            <a:grpFill/>
            <a:ln w="9339" cap="flat">
              <a:noFill/>
              <a:prstDash val="solid"/>
              <a:miter/>
            </a:ln>
          </p:spPr>
          <p:txBody>
            <a:bodyPr rtlCol="0" anchor="ctr"/>
            <a:lstStyle/>
            <a:p>
              <a:endParaRPr lang="en-US"/>
            </a:p>
          </p:txBody>
        </p:sp>
      </p:grpSp>
      <p:grpSp>
        <p:nvGrpSpPr>
          <p:cNvPr id="523" name="Graphic 2">
            <a:extLst>
              <a:ext uri="{FF2B5EF4-FFF2-40B4-BE49-F238E27FC236}">
                <a16:creationId xmlns:a16="http://schemas.microsoft.com/office/drawing/2014/main" id="{34782BED-6C31-3C47-9EF7-06D1CC5DF642}"/>
              </a:ext>
            </a:extLst>
          </p:cNvPr>
          <p:cNvGrpSpPr>
            <a:grpSpLocks noChangeAspect="1"/>
          </p:cNvGrpSpPr>
          <p:nvPr/>
        </p:nvGrpSpPr>
        <p:grpSpPr>
          <a:xfrm>
            <a:off x="1515054" y="2371173"/>
            <a:ext cx="367439" cy="367200"/>
            <a:chOff x="410216" y="756054"/>
            <a:chExt cx="530131" cy="529787"/>
          </a:xfrm>
          <a:solidFill>
            <a:srgbClr val="005587"/>
          </a:solidFill>
        </p:grpSpPr>
        <p:sp>
          <p:nvSpPr>
            <p:cNvPr id="524" name="Freeform 523">
              <a:extLst>
                <a:ext uri="{FF2B5EF4-FFF2-40B4-BE49-F238E27FC236}">
                  <a16:creationId xmlns:a16="http://schemas.microsoft.com/office/drawing/2014/main" id="{DB79E41E-D3BA-214A-9BB9-30B6027D1624}"/>
                </a:ext>
              </a:extLst>
            </p:cNvPr>
            <p:cNvSpPr/>
            <p:nvPr/>
          </p:nvSpPr>
          <p:spPr>
            <a:xfrm>
              <a:off x="410216" y="756054"/>
              <a:ext cx="530131" cy="529787"/>
            </a:xfrm>
            <a:custGeom>
              <a:avLst/>
              <a:gdLst>
                <a:gd name="connsiteX0" fmla="*/ 265440 w 530131"/>
                <a:gd name="connsiteY0" fmla="*/ 0 h 529787"/>
                <a:gd name="connsiteX1" fmla="*/ 265159 w 530131"/>
                <a:gd name="connsiteY1" fmla="*/ 0 h 529787"/>
                <a:gd name="connsiteX2" fmla="*/ 0 w 530131"/>
                <a:gd name="connsiteY2" fmla="*/ 264800 h 529787"/>
                <a:gd name="connsiteX3" fmla="*/ 264972 w 530131"/>
                <a:gd name="connsiteY3" fmla="*/ 529787 h 529787"/>
                <a:gd name="connsiteX4" fmla="*/ 530131 w 530131"/>
                <a:gd name="connsiteY4" fmla="*/ 265267 h 529787"/>
                <a:gd name="connsiteX5" fmla="*/ 265440 w 530131"/>
                <a:gd name="connsiteY5" fmla="*/ 0 h 529787"/>
                <a:gd name="connsiteX6" fmla="*/ 265159 w 530131"/>
                <a:gd name="connsiteY6" fmla="*/ 511100 h 529787"/>
                <a:gd name="connsiteX7" fmla="*/ 18793 w 530131"/>
                <a:gd name="connsiteY7" fmla="*/ 265267 h 529787"/>
                <a:gd name="connsiteX8" fmla="*/ 265159 w 530131"/>
                <a:gd name="connsiteY8" fmla="*/ 18687 h 529787"/>
                <a:gd name="connsiteX9" fmla="*/ 511525 w 530131"/>
                <a:gd name="connsiteY9" fmla="*/ 264894 h 529787"/>
                <a:gd name="connsiteX10" fmla="*/ 265159 w 530131"/>
                <a:gd name="connsiteY10" fmla="*/ 511100 h 529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0131" h="529787">
                  <a:moveTo>
                    <a:pt x="265440" y="0"/>
                  </a:moveTo>
                  <a:cubicBezTo>
                    <a:pt x="265346" y="0"/>
                    <a:pt x="265253" y="0"/>
                    <a:pt x="265159" y="0"/>
                  </a:cubicBezTo>
                  <a:cubicBezTo>
                    <a:pt x="118742" y="-93"/>
                    <a:pt x="94" y="118478"/>
                    <a:pt x="0" y="264800"/>
                  </a:cubicBezTo>
                  <a:cubicBezTo>
                    <a:pt x="-93" y="411122"/>
                    <a:pt x="118555" y="529694"/>
                    <a:pt x="264972" y="529787"/>
                  </a:cubicBezTo>
                  <a:cubicBezTo>
                    <a:pt x="411296" y="529881"/>
                    <a:pt x="529944" y="411496"/>
                    <a:pt x="530131" y="265267"/>
                  </a:cubicBezTo>
                  <a:cubicBezTo>
                    <a:pt x="530318" y="118945"/>
                    <a:pt x="411857" y="187"/>
                    <a:pt x="265440" y="0"/>
                  </a:cubicBezTo>
                  <a:close/>
                  <a:moveTo>
                    <a:pt x="265159" y="511100"/>
                  </a:moveTo>
                  <a:cubicBezTo>
                    <a:pt x="129214" y="511100"/>
                    <a:pt x="18980" y="401125"/>
                    <a:pt x="18793" y="265267"/>
                  </a:cubicBezTo>
                  <a:cubicBezTo>
                    <a:pt x="18700" y="129223"/>
                    <a:pt x="129027" y="18874"/>
                    <a:pt x="265159" y="18687"/>
                  </a:cubicBezTo>
                  <a:cubicBezTo>
                    <a:pt x="401198" y="18687"/>
                    <a:pt x="511525" y="128943"/>
                    <a:pt x="511525" y="264894"/>
                  </a:cubicBezTo>
                  <a:cubicBezTo>
                    <a:pt x="511525" y="400844"/>
                    <a:pt x="401198" y="511100"/>
                    <a:pt x="265159" y="511100"/>
                  </a:cubicBezTo>
                  <a:close/>
                </a:path>
              </a:pathLst>
            </a:custGeom>
            <a:grpFill/>
            <a:ln w="9339" cap="flat">
              <a:noFill/>
              <a:prstDash val="solid"/>
              <a:miter/>
            </a:ln>
          </p:spPr>
          <p:txBody>
            <a:bodyPr rtlCol="0" anchor="ctr"/>
            <a:lstStyle/>
            <a:p>
              <a:endParaRPr lang="en-US"/>
            </a:p>
          </p:txBody>
        </p:sp>
        <p:sp>
          <p:nvSpPr>
            <p:cNvPr id="525" name="Freeform 524">
              <a:extLst>
                <a:ext uri="{FF2B5EF4-FFF2-40B4-BE49-F238E27FC236}">
                  <a16:creationId xmlns:a16="http://schemas.microsoft.com/office/drawing/2014/main" id="{53CB0EEE-79A0-E741-AB16-D898CEF0EE5C}"/>
                </a:ext>
              </a:extLst>
            </p:cNvPr>
            <p:cNvSpPr/>
            <p:nvPr/>
          </p:nvSpPr>
          <p:spPr>
            <a:xfrm>
              <a:off x="519795" y="887426"/>
              <a:ext cx="311721" cy="267696"/>
            </a:xfrm>
            <a:custGeom>
              <a:avLst/>
              <a:gdLst>
                <a:gd name="connsiteX0" fmla="*/ 270676 w 311721"/>
                <a:gd name="connsiteY0" fmla="*/ 0 h 267696"/>
                <a:gd name="connsiteX1" fmla="*/ 229443 w 311721"/>
                <a:gd name="connsiteY1" fmla="*/ 41206 h 267696"/>
                <a:gd name="connsiteX2" fmla="*/ 238793 w 311721"/>
                <a:gd name="connsiteY2" fmla="*/ 50549 h 267696"/>
                <a:gd name="connsiteX3" fmla="*/ 248143 w 311721"/>
                <a:gd name="connsiteY3" fmla="*/ 41206 h 267696"/>
                <a:gd name="connsiteX4" fmla="*/ 270676 w 311721"/>
                <a:gd name="connsiteY4" fmla="*/ 18687 h 267696"/>
                <a:gd name="connsiteX5" fmla="*/ 293115 w 311721"/>
                <a:gd name="connsiteY5" fmla="*/ 41206 h 267696"/>
                <a:gd name="connsiteX6" fmla="*/ 293115 w 311721"/>
                <a:gd name="connsiteY6" fmla="*/ 154451 h 267696"/>
                <a:gd name="connsiteX7" fmla="*/ 240850 w 311721"/>
                <a:gd name="connsiteY7" fmla="*/ 151741 h 267696"/>
                <a:gd name="connsiteX8" fmla="*/ 182601 w 311721"/>
                <a:gd name="connsiteY8" fmla="*/ 159403 h 267696"/>
                <a:gd name="connsiteX9" fmla="*/ 177739 w 311721"/>
                <a:gd name="connsiteY9" fmla="*/ 165664 h 267696"/>
                <a:gd name="connsiteX10" fmla="*/ 153710 w 311721"/>
                <a:gd name="connsiteY10" fmla="*/ 157815 h 267696"/>
                <a:gd name="connsiteX11" fmla="*/ 134169 w 311721"/>
                <a:gd name="connsiteY11" fmla="*/ 165664 h 267696"/>
                <a:gd name="connsiteX12" fmla="*/ 134076 w 311721"/>
                <a:gd name="connsiteY12" fmla="*/ 165477 h 267696"/>
                <a:gd name="connsiteX13" fmla="*/ 71152 w 311721"/>
                <a:gd name="connsiteY13" fmla="*/ 151835 h 267696"/>
                <a:gd name="connsiteX14" fmla="*/ 18700 w 311721"/>
                <a:gd name="connsiteY14" fmla="*/ 154358 h 267696"/>
                <a:gd name="connsiteX15" fmla="*/ 18700 w 311721"/>
                <a:gd name="connsiteY15" fmla="*/ 41206 h 267696"/>
                <a:gd name="connsiteX16" fmla="*/ 41139 w 311721"/>
                <a:gd name="connsiteY16" fmla="*/ 18687 h 267696"/>
                <a:gd name="connsiteX17" fmla="*/ 63672 w 311721"/>
                <a:gd name="connsiteY17" fmla="*/ 41206 h 267696"/>
                <a:gd name="connsiteX18" fmla="*/ 73022 w 311721"/>
                <a:gd name="connsiteY18" fmla="*/ 50549 h 267696"/>
                <a:gd name="connsiteX19" fmla="*/ 82371 w 311721"/>
                <a:gd name="connsiteY19" fmla="*/ 41206 h 267696"/>
                <a:gd name="connsiteX20" fmla="*/ 41139 w 311721"/>
                <a:gd name="connsiteY20" fmla="*/ 0 h 267696"/>
                <a:gd name="connsiteX21" fmla="*/ 0 w 311721"/>
                <a:gd name="connsiteY21" fmla="*/ 41206 h 267696"/>
                <a:gd name="connsiteX22" fmla="*/ 0 w 311721"/>
                <a:gd name="connsiteY22" fmla="*/ 189677 h 267696"/>
                <a:gd name="connsiteX23" fmla="*/ 187 w 311721"/>
                <a:gd name="connsiteY23" fmla="*/ 190518 h 267696"/>
                <a:gd name="connsiteX24" fmla="*/ 0 w 311721"/>
                <a:gd name="connsiteY24" fmla="*/ 192667 h 267696"/>
                <a:gd name="connsiteX25" fmla="*/ 15147 w 311721"/>
                <a:gd name="connsiteY25" fmla="*/ 225837 h 267696"/>
                <a:gd name="connsiteX26" fmla="*/ 64887 w 311721"/>
                <a:gd name="connsiteY26" fmla="*/ 265548 h 267696"/>
                <a:gd name="connsiteX27" fmla="*/ 70684 w 311721"/>
                <a:gd name="connsiteY27" fmla="*/ 267603 h 267696"/>
                <a:gd name="connsiteX28" fmla="*/ 76481 w 311721"/>
                <a:gd name="connsiteY28" fmla="*/ 265641 h 267696"/>
                <a:gd name="connsiteX29" fmla="*/ 127531 w 311721"/>
                <a:gd name="connsiteY29" fmla="*/ 225370 h 267696"/>
                <a:gd name="connsiteX30" fmla="*/ 141929 w 311721"/>
                <a:gd name="connsiteY30" fmla="*/ 188088 h 267696"/>
                <a:gd name="connsiteX31" fmla="*/ 144641 w 311721"/>
                <a:gd name="connsiteY31" fmla="*/ 181174 h 267696"/>
                <a:gd name="connsiteX32" fmla="*/ 154832 w 311721"/>
                <a:gd name="connsiteY32" fmla="*/ 176409 h 267696"/>
                <a:gd name="connsiteX33" fmla="*/ 169698 w 311721"/>
                <a:gd name="connsiteY33" fmla="*/ 187528 h 267696"/>
                <a:gd name="connsiteX34" fmla="*/ 169698 w 311721"/>
                <a:gd name="connsiteY34" fmla="*/ 189023 h 267696"/>
                <a:gd name="connsiteX35" fmla="*/ 169885 w 311721"/>
                <a:gd name="connsiteY35" fmla="*/ 190611 h 267696"/>
                <a:gd name="connsiteX36" fmla="*/ 169698 w 311721"/>
                <a:gd name="connsiteY36" fmla="*/ 192760 h 267696"/>
                <a:gd name="connsiteX37" fmla="*/ 184845 w 311721"/>
                <a:gd name="connsiteY37" fmla="*/ 225930 h 267696"/>
                <a:gd name="connsiteX38" fmla="*/ 234492 w 311721"/>
                <a:gd name="connsiteY38" fmla="*/ 265641 h 267696"/>
                <a:gd name="connsiteX39" fmla="*/ 240289 w 311721"/>
                <a:gd name="connsiteY39" fmla="*/ 267697 h 267696"/>
                <a:gd name="connsiteX40" fmla="*/ 246086 w 311721"/>
                <a:gd name="connsiteY40" fmla="*/ 265734 h 267696"/>
                <a:gd name="connsiteX41" fmla="*/ 297229 w 311721"/>
                <a:gd name="connsiteY41" fmla="*/ 225463 h 267696"/>
                <a:gd name="connsiteX42" fmla="*/ 311628 w 311721"/>
                <a:gd name="connsiteY42" fmla="*/ 190144 h 267696"/>
                <a:gd name="connsiteX43" fmla="*/ 311721 w 311721"/>
                <a:gd name="connsiteY43" fmla="*/ 189677 h 267696"/>
                <a:gd name="connsiteX44" fmla="*/ 311721 w 311721"/>
                <a:gd name="connsiteY44" fmla="*/ 41206 h 267696"/>
                <a:gd name="connsiteX45" fmla="*/ 270676 w 311721"/>
                <a:gd name="connsiteY45" fmla="*/ 0 h 267696"/>
                <a:gd name="connsiteX46" fmla="*/ 70684 w 311721"/>
                <a:gd name="connsiteY46" fmla="*/ 246393 h 267696"/>
                <a:gd name="connsiteX47" fmla="*/ 27301 w 311721"/>
                <a:gd name="connsiteY47" fmla="*/ 211821 h 267696"/>
                <a:gd name="connsiteX48" fmla="*/ 18606 w 311721"/>
                <a:gd name="connsiteY48" fmla="*/ 192200 h 267696"/>
                <a:gd name="connsiteX49" fmla="*/ 26366 w 311721"/>
                <a:gd name="connsiteY49" fmla="*/ 172204 h 267696"/>
                <a:gd name="connsiteX50" fmla="*/ 46842 w 311721"/>
                <a:gd name="connsiteY50" fmla="*/ 163421 h 267696"/>
                <a:gd name="connsiteX51" fmla="*/ 61708 w 311721"/>
                <a:gd name="connsiteY51" fmla="*/ 167906 h 267696"/>
                <a:gd name="connsiteX52" fmla="*/ 65074 w 311721"/>
                <a:gd name="connsiteY52" fmla="*/ 170616 h 267696"/>
                <a:gd name="connsiteX53" fmla="*/ 76949 w 311721"/>
                <a:gd name="connsiteY53" fmla="*/ 170522 h 267696"/>
                <a:gd name="connsiteX54" fmla="*/ 79473 w 311721"/>
                <a:gd name="connsiteY54" fmla="*/ 168373 h 267696"/>
                <a:gd name="connsiteX55" fmla="*/ 118461 w 311721"/>
                <a:gd name="connsiteY55" fmla="*/ 175848 h 267696"/>
                <a:gd name="connsiteX56" fmla="*/ 123230 w 311721"/>
                <a:gd name="connsiteY56" fmla="*/ 189210 h 267696"/>
                <a:gd name="connsiteX57" fmla="*/ 123230 w 311721"/>
                <a:gd name="connsiteY57" fmla="*/ 190331 h 267696"/>
                <a:gd name="connsiteX58" fmla="*/ 123323 w 311721"/>
                <a:gd name="connsiteY58" fmla="*/ 190705 h 267696"/>
                <a:gd name="connsiteX59" fmla="*/ 115283 w 311721"/>
                <a:gd name="connsiteY59" fmla="*/ 211261 h 267696"/>
                <a:gd name="connsiteX60" fmla="*/ 70684 w 311721"/>
                <a:gd name="connsiteY60" fmla="*/ 246393 h 267696"/>
                <a:gd name="connsiteX61" fmla="*/ 285074 w 311721"/>
                <a:gd name="connsiteY61" fmla="*/ 211261 h 267696"/>
                <a:gd name="connsiteX62" fmla="*/ 240382 w 311721"/>
                <a:gd name="connsiteY62" fmla="*/ 246393 h 267696"/>
                <a:gd name="connsiteX63" fmla="*/ 197093 w 311721"/>
                <a:gd name="connsiteY63" fmla="*/ 211821 h 267696"/>
                <a:gd name="connsiteX64" fmla="*/ 188398 w 311721"/>
                <a:gd name="connsiteY64" fmla="*/ 192200 h 267696"/>
                <a:gd name="connsiteX65" fmla="*/ 196158 w 311721"/>
                <a:gd name="connsiteY65" fmla="*/ 172204 h 267696"/>
                <a:gd name="connsiteX66" fmla="*/ 216727 w 311721"/>
                <a:gd name="connsiteY66" fmla="*/ 163328 h 267696"/>
                <a:gd name="connsiteX67" fmla="*/ 231500 w 311721"/>
                <a:gd name="connsiteY67" fmla="*/ 167719 h 267696"/>
                <a:gd name="connsiteX68" fmla="*/ 234772 w 311721"/>
                <a:gd name="connsiteY68" fmla="*/ 170429 h 267696"/>
                <a:gd name="connsiteX69" fmla="*/ 246647 w 311721"/>
                <a:gd name="connsiteY69" fmla="*/ 170522 h 267696"/>
                <a:gd name="connsiteX70" fmla="*/ 249358 w 311721"/>
                <a:gd name="connsiteY70" fmla="*/ 168280 h 267696"/>
                <a:gd name="connsiteX71" fmla="*/ 288347 w 311721"/>
                <a:gd name="connsiteY71" fmla="*/ 175755 h 267696"/>
                <a:gd name="connsiteX72" fmla="*/ 285074 w 311721"/>
                <a:gd name="connsiteY72" fmla="*/ 211261 h 267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11721" h="267696">
                  <a:moveTo>
                    <a:pt x="270676" y="0"/>
                  </a:moveTo>
                  <a:cubicBezTo>
                    <a:pt x="247956" y="0"/>
                    <a:pt x="229443" y="18501"/>
                    <a:pt x="229443" y="41206"/>
                  </a:cubicBezTo>
                  <a:cubicBezTo>
                    <a:pt x="229443" y="46345"/>
                    <a:pt x="233651" y="50549"/>
                    <a:pt x="238793" y="50549"/>
                  </a:cubicBezTo>
                  <a:cubicBezTo>
                    <a:pt x="243935" y="50549"/>
                    <a:pt x="248143" y="46345"/>
                    <a:pt x="248143" y="41206"/>
                  </a:cubicBezTo>
                  <a:cubicBezTo>
                    <a:pt x="248143" y="28779"/>
                    <a:pt x="258240" y="18687"/>
                    <a:pt x="270676" y="18687"/>
                  </a:cubicBezTo>
                  <a:cubicBezTo>
                    <a:pt x="283111" y="18687"/>
                    <a:pt x="293115" y="28779"/>
                    <a:pt x="293115" y="41206"/>
                  </a:cubicBezTo>
                  <a:lnTo>
                    <a:pt x="293115" y="154451"/>
                  </a:lnTo>
                  <a:cubicBezTo>
                    <a:pt x="278342" y="143332"/>
                    <a:pt x="257866" y="141650"/>
                    <a:pt x="240850" y="151741"/>
                  </a:cubicBezTo>
                  <a:cubicBezTo>
                    <a:pt x="222150" y="140249"/>
                    <a:pt x="197934" y="143332"/>
                    <a:pt x="182601" y="159403"/>
                  </a:cubicBezTo>
                  <a:cubicBezTo>
                    <a:pt x="180731" y="161365"/>
                    <a:pt x="179141" y="163515"/>
                    <a:pt x="177739" y="165664"/>
                  </a:cubicBezTo>
                  <a:cubicBezTo>
                    <a:pt x="171475" y="160338"/>
                    <a:pt x="162966" y="157254"/>
                    <a:pt x="153710" y="157815"/>
                  </a:cubicBezTo>
                  <a:cubicBezTo>
                    <a:pt x="146417" y="158282"/>
                    <a:pt x="139592" y="161085"/>
                    <a:pt x="134169" y="165664"/>
                  </a:cubicBezTo>
                  <a:cubicBezTo>
                    <a:pt x="134169" y="165570"/>
                    <a:pt x="134076" y="165477"/>
                    <a:pt x="134076" y="165477"/>
                  </a:cubicBezTo>
                  <a:cubicBezTo>
                    <a:pt x="120238" y="145014"/>
                    <a:pt x="92843" y="139034"/>
                    <a:pt x="71152" y="151835"/>
                  </a:cubicBezTo>
                  <a:cubicBezTo>
                    <a:pt x="54603" y="141744"/>
                    <a:pt x="33940" y="142958"/>
                    <a:pt x="18700" y="154358"/>
                  </a:cubicBezTo>
                  <a:lnTo>
                    <a:pt x="18700" y="41206"/>
                  </a:lnTo>
                  <a:cubicBezTo>
                    <a:pt x="18700" y="28779"/>
                    <a:pt x="28797" y="18687"/>
                    <a:pt x="41139" y="18687"/>
                  </a:cubicBezTo>
                  <a:cubicBezTo>
                    <a:pt x="53574" y="18687"/>
                    <a:pt x="63672" y="28779"/>
                    <a:pt x="63672" y="41206"/>
                  </a:cubicBezTo>
                  <a:cubicBezTo>
                    <a:pt x="63672" y="46345"/>
                    <a:pt x="67879" y="50549"/>
                    <a:pt x="73022" y="50549"/>
                  </a:cubicBezTo>
                  <a:cubicBezTo>
                    <a:pt x="78164" y="50549"/>
                    <a:pt x="82371" y="46345"/>
                    <a:pt x="82371" y="41206"/>
                  </a:cubicBezTo>
                  <a:cubicBezTo>
                    <a:pt x="82371" y="18501"/>
                    <a:pt x="63859" y="0"/>
                    <a:pt x="41139" y="0"/>
                  </a:cubicBezTo>
                  <a:cubicBezTo>
                    <a:pt x="18513" y="93"/>
                    <a:pt x="0" y="18594"/>
                    <a:pt x="0" y="41206"/>
                  </a:cubicBezTo>
                  <a:lnTo>
                    <a:pt x="0" y="189677"/>
                  </a:lnTo>
                  <a:cubicBezTo>
                    <a:pt x="0" y="189957"/>
                    <a:pt x="187" y="190237"/>
                    <a:pt x="187" y="190518"/>
                  </a:cubicBezTo>
                  <a:cubicBezTo>
                    <a:pt x="187" y="191265"/>
                    <a:pt x="0" y="192013"/>
                    <a:pt x="0" y="192667"/>
                  </a:cubicBezTo>
                  <a:cubicBezTo>
                    <a:pt x="280" y="205094"/>
                    <a:pt x="5423" y="216774"/>
                    <a:pt x="15147" y="225837"/>
                  </a:cubicBezTo>
                  <a:lnTo>
                    <a:pt x="64887" y="265548"/>
                  </a:lnTo>
                  <a:cubicBezTo>
                    <a:pt x="66570" y="266949"/>
                    <a:pt x="68627" y="267603"/>
                    <a:pt x="70684" y="267603"/>
                  </a:cubicBezTo>
                  <a:cubicBezTo>
                    <a:pt x="72741" y="267603"/>
                    <a:pt x="74798" y="266949"/>
                    <a:pt x="76481" y="265641"/>
                  </a:cubicBezTo>
                  <a:lnTo>
                    <a:pt x="127531" y="225370"/>
                  </a:lnTo>
                  <a:cubicBezTo>
                    <a:pt x="138002" y="215372"/>
                    <a:pt x="142958" y="201637"/>
                    <a:pt x="141929" y="188088"/>
                  </a:cubicBezTo>
                  <a:cubicBezTo>
                    <a:pt x="141929" y="185005"/>
                    <a:pt x="143332" y="182576"/>
                    <a:pt x="144641" y="181174"/>
                  </a:cubicBezTo>
                  <a:cubicBezTo>
                    <a:pt x="147072" y="178371"/>
                    <a:pt x="150812" y="176689"/>
                    <a:pt x="154832" y="176409"/>
                  </a:cubicBezTo>
                  <a:cubicBezTo>
                    <a:pt x="162592" y="176035"/>
                    <a:pt x="169231" y="180894"/>
                    <a:pt x="169698" y="187528"/>
                  </a:cubicBezTo>
                  <a:cubicBezTo>
                    <a:pt x="169698" y="187995"/>
                    <a:pt x="169698" y="188462"/>
                    <a:pt x="169698" y="189023"/>
                  </a:cubicBezTo>
                  <a:cubicBezTo>
                    <a:pt x="169698" y="189583"/>
                    <a:pt x="169885" y="190051"/>
                    <a:pt x="169885" y="190611"/>
                  </a:cubicBezTo>
                  <a:cubicBezTo>
                    <a:pt x="169885" y="191359"/>
                    <a:pt x="169698" y="192013"/>
                    <a:pt x="169698" y="192760"/>
                  </a:cubicBezTo>
                  <a:cubicBezTo>
                    <a:pt x="169979" y="205187"/>
                    <a:pt x="175121" y="216867"/>
                    <a:pt x="184845" y="225930"/>
                  </a:cubicBezTo>
                  <a:lnTo>
                    <a:pt x="234492" y="265641"/>
                  </a:lnTo>
                  <a:cubicBezTo>
                    <a:pt x="236175" y="267043"/>
                    <a:pt x="238232" y="267697"/>
                    <a:pt x="240289" y="267697"/>
                  </a:cubicBezTo>
                  <a:cubicBezTo>
                    <a:pt x="242346" y="267697"/>
                    <a:pt x="244403" y="267043"/>
                    <a:pt x="246086" y="265734"/>
                  </a:cubicBezTo>
                  <a:lnTo>
                    <a:pt x="297229" y="225463"/>
                  </a:lnTo>
                  <a:cubicBezTo>
                    <a:pt x="307233" y="215933"/>
                    <a:pt x="312095" y="203038"/>
                    <a:pt x="311628" y="190144"/>
                  </a:cubicBezTo>
                  <a:cubicBezTo>
                    <a:pt x="311628" y="189957"/>
                    <a:pt x="311721" y="189864"/>
                    <a:pt x="311721" y="189677"/>
                  </a:cubicBezTo>
                  <a:lnTo>
                    <a:pt x="311721" y="41206"/>
                  </a:lnTo>
                  <a:cubicBezTo>
                    <a:pt x="311815" y="18594"/>
                    <a:pt x="293395" y="93"/>
                    <a:pt x="270676" y="0"/>
                  </a:cubicBezTo>
                  <a:close/>
                  <a:moveTo>
                    <a:pt x="70684" y="246393"/>
                  </a:moveTo>
                  <a:lnTo>
                    <a:pt x="27301" y="211821"/>
                  </a:lnTo>
                  <a:cubicBezTo>
                    <a:pt x="21878" y="206682"/>
                    <a:pt x="18793" y="199675"/>
                    <a:pt x="18606" y="192200"/>
                  </a:cubicBezTo>
                  <a:cubicBezTo>
                    <a:pt x="18419" y="184725"/>
                    <a:pt x="21130" y="177623"/>
                    <a:pt x="26366" y="172204"/>
                  </a:cubicBezTo>
                  <a:cubicBezTo>
                    <a:pt x="31976" y="166318"/>
                    <a:pt x="39456" y="163421"/>
                    <a:pt x="46842" y="163421"/>
                  </a:cubicBezTo>
                  <a:cubicBezTo>
                    <a:pt x="52078" y="163421"/>
                    <a:pt x="57314" y="164916"/>
                    <a:pt x="61708" y="167906"/>
                  </a:cubicBezTo>
                  <a:lnTo>
                    <a:pt x="65074" y="170616"/>
                  </a:lnTo>
                  <a:cubicBezTo>
                    <a:pt x="68534" y="173419"/>
                    <a:pt x="73489" y="173325"/>
                    <a:pt x="76949" y="170522"/>
                  </a:cubicBezTo>
                  <a:lnTo>
                    <a:pt x="79473" y="168373"/>
                  </a:lnTo>
                  <a:cubicBezTo>
                    <a:pt x="92282" y="159684"/>
                    <a:pt x="109766" y="163047"/>
                    <a:pt x="118461" y="175848"/>
                  </a:cubicBezTo>
                  <a:cubicBezTo>
                    <a:pt x="121266" y="179959"/>
                    <a:pt x="122762" y="184538"/>
                    <a:pt x="123230" y="189210"/>
                  </a:cubicBezTo>
                  <a:cubicBezTo>
                    <a:pt x="123230" y="189583"/>
                    <a:pt x="123136" y="189957"/>
                    <a:pt x="123230" y="190331"/>
                  </a:cubicBezTo>
                  <a:cubicBezTo>
                    <a:pt x="123230" y="190424"/>
                    <a:pt x="123323" y="190611"/>
                    <a:pt x="123323" y="190705"/>
                  </a:cubicBezTo>
                  <a:cubicBezTo>
                    <a:pt x="123604" y="198366"/>
                    <a:pt x="120892" y="205935"/>
                    <a:pt x="115283" y="211261"/>
                  </a:cubicBezTo>
                  <a:lnTo>
                    <a:pt x="70684" y="246393"/>
                  </a:lnTo>
                  <a:close/>
                  <a:moveTo>
                    <a:pt x="285074" y="211261"/>
                  </a:moveTo>
                  <a:lnTo>
                    <a:pt x="240382" y="246393"/>
                  </a:lnTo>
                  <a:lnTo>
                    <a:pt x="197093" y="211821"/>
                  </a:lnTo>
                  <a:cubicBezTo>
                    <a:pt x="191670" y="206682"/>
                    <a:pt x="188585" y="199675"/>
                    <a:pt x="188398" y="192200"/>
                  </a:cubicBezTo>
                  <a:cubicBezTo>
                    <a:pt x="188211" y="184725"/>
                    <a:pt x="190922" y="177623"/>
                    <a:pt x="196158" y="172204"/>
                  </a:cubicBezTo>
                  <a:cubicBezTo>
                    <a:pt x="201768" y="166318"/>
                    <a:pt x="209248" y="163328"/>
                    <a:pt x="216727" y="163328"/>
                  </a:cubicBezTo>
                  <a:cubicBezTo>
                    <a:pt x="221963" y="163328"/>
                    <a:pt x="227106" y="164823"/>
                    <a:pt x="231500" y="167719"/>
                  </a:cubicBezTo>
                  <a:lnTo>
                    <a:pt x="234772" y="170429"/>
                  </a:lnTo>
                  <a:cubicBezTo>
                    <a:pt x="238232" y="173232"/>
                    <a:pt x="243187" y="173325"/>
                    <a:pt x="246647" y="170522"/>
                  </a:cubicBezTo>
                  <a:lnTo>
                    <a:pt x="249358" y="168280"/>
                  </a:lnTo>
                  <a:cubicBezTo>
                    <a:pt x="262167" y="159590"/>
                    <a:pt x="279651" y="162954"/>
                    <a:pt x="288347" y="175755"/>
                  </a:cubicBezTo>
                  <a:cubicBezTo>
                    <a:pt x="296013" y="187247"/>
                    <a:pt x="294424" y="202384"/>
                    <a:pt x="285074" y="211261"/>
                  </a:cubicBezTo>
                  <a:close/>
                </a:path>
              </a:pathLst>
            </a:custGeom>
            <a:grpFill/>
            <a:ln w="9339" cap="flat">
              <a:noFill/>
              <a:prstDash val="solid"/>
              <a:miter/>
            </a:ln>
          </p:spPr>
          <p:txBody>
            <a:bodyPr rtlCol="0" anchor="ctr"/>
            <a:lstStyle/>
            <a:p>
              <a:endParaRPr lang="en-US"/>
            </a:p>
          </p:txBody>
        </p:sp>
      </p:grpSp>
      <p:grpSp>
        <p:nvGrpSpPr>
          <p:cNvPr id="526" name="Graphic 2">
            <a:extLst>
              <a:ext uri="{FF2B5EF4-FFF2-40B4-BE49-F238E27FC236}">
                <a16:creationId xmlns:a16="http://schemas.microsoft.com/office/drawing/2014/main" id="{F8475787-E752-0F4E-82DF-BB8D5EAFABF9}"/>
              </a:ext>
            </a:extLst>
          </p:cNvPr>
          <p:cNvGrpSpPr>
            <a:grpSpLocks noChangeAspect="1"/>
          </p:cNvGrpSpPr>
          <p:nvPr/>
        </p:nvGrpSpPr>
        <p:grpSpPr>
          <a:xfrm>
            <a:off x="1952125" y="2371173"/>
            <a:ext cx="367439" cy="367200"/>
            <a:chOff x="1193071" y="756428"/>
            <a:chExt cx="530131" cy="529787"/>
          </a:xfrm>
          <a:solidFill>
            <a:srgbClr val="005587"/>
          </a:solidFill>
        </p:grpSpPr>
        <p:sp>
          <p:nvSpPr>
            <p:cNvPr id="562" name="Freeform 561">
              <a:extLst>
                <a:ext uri="{FF2B5EF4-FFF2-40B4-BE49-F238E27FC236}">
                  <a16:creationId xmlns:a16="http://schemas.microsoft.com/office/drawing/2014/main" id="{803DC700-6482-3240-A3D8-108D206511E9}"/>
                </a:ext>
              </a:extLst>
            </p:cNvPr>
            <p:cNvSpPr/>
            <p:nvPr/>
          </p:nvSpPr>
          <p:spPr>
            <a:xfrm>
              <a:off x="1490735" y="1050847"/>
              <a:ext cx="104839" cy="83065"/>
            </a:xfrm>
            <a:custGeom>
              <a:avLst/>
              <a:gdLst>
                <a:gd name="connsiteX0" fmla="*/ 60900 w 104839"/>
                <a:gd name="connsiteY0" fmla="*/ 4952 h 83065"/>
                <a:gd name="connsiteX1" fmla="*/ 58188 w 104839"/>
                <a:gd name="connsiteY1" fmla="*/ 7195 h 83065"/>
                <a:gd name="connsiteX2" fmla="*/ 46501 w 104839"/>
                <a:gd name="connsiteY2" fmla="*/ 7195 h 83065"/>
                <a:gd name="connsiteX3" fmla="*/ 43135 w 104839"/>
                <a:gd name="connsiteY3" fmla="*/ 4485 h 83065"/>
                <a:gd name="connsiteX4" fmla="*/ 28269 w 104839"/>
                <a:gd name="connsiteY4" fmla="*/ 0 h 83065"/>
                <a:gd name="connsiteX5" fmla="*/ 7700 w 104839"/>
                <a:gd name="connsiteY5" fmla="*/ 8877 h 83065"/>
                <a:gd name="connsiteX6" fmla="*/ 8728 w 104839"/>
                <a:gd name="connsiteY6" fmla="*/ 48494 h 83065"/>
                <a:gd name="connsiteX7" fmla="*/ 52018 w 104839"/>
                <a:gd name="connsiteY7" fmla="*/ 83065 h 83065"/>
                <a:gd name="connsiteX8" fmla="*/ 96709 w 104839"/>
                <a:gd name="connsiteY8" fmla="*/ 47933 h 83065"/>
                <a:gd name="connsiteX9" fmla="*/ 99888 w 104839"/>
                <a:gd name="connsiteY9" fmla="*/ 12521 h 83065"/>
                <a:gd name="connsiteX10" fmla="*/ 60900 w 104839"/>
                <a:gd name="connsiteY10" fmla="*/ 4952 h 83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839" h="83065">
                  <a:moveTo>
                    <a:pt x="60900" y="4952"/>
                  </a:moveTo>
                  <a:lnTo>
                    <a:pt x="58188" y="7195"/>
                  </a:lnTo>
                  <a:cubicBezTo>
                    <a:pt x="54729" y="9904"/>
                    <a:pt x="49867" y="9904"/>
                    <a:pt x="46501" y="7195"/>
                  </a:cubicBezTo>
                  <a:lnTo>
                    <a:pt x="43135" y="4485"/>
                  </a:lnTo>
                  <a:cubicBezTo>
                    <a:pt x="38648" y="1495"/>
                    <a:pt x="33505" y="0"/>
                    <a:pt x="28269" y="0"/>
                  </a:cubicBezTo>
                  <a:cubicBezTo>
                    <a:pt x="20789" y="0"/>
                    <a:pt x="13310" y="2990"/>
                    <a:pt x="7700" y="8877"/>
                  </a:cubicBezTo>
                  <a:cubicBezTo>
                    <a:pt x="-2959" y="20089"/>
                    <a:pt x="-2491" y="37842"/>
                    <a:pt x="8728" y="48494"/>
                  </a:cubicBezTo>
                  <a:lnTo>
                    <a:pt x="52018" y="83065"/>
                  </a:lnTo>
                  <a:lnTo>
                    <a:pt x="96709" y="47933"/>
                  </a:lnTo>
                  <a:cubicBezTo>
                    <a:pt x="106059" y="39057"/>
                    <a:pt x="107649" y="23920"/>
                    <a:pt x="99888" y="12521"/>
                  </a:cubicBezTo>
                  <a:cubicBezTo>
                    <a:pt x="91193" y="-374"/>
                    <a:pt x="73709" y="-3737"/>
                    <a:pt x="60900" y="4952"/>
                  </a:cubicBezTo>
                  <a:close/>
                </a:path>
              </a:pathLst>
            </a:custGeom>
            <a:grpFill/>
            <a:ln w="9339" cap="flat">
              <a:noFill/>
              <a:prstDash val="solid"/>
              <a:miter/>
            </a:ln>
          </p:spPr>
          <p:txBody>
            <a:bodyPr rtlCol="0" anchor="ctr"/>
            <a:lstStyle/>
            <a:p>
              <a:endParaRPr lang="en-US"/>
            </a:p>
          </p:txBody>
        </p:sp>
        <p:sp>
          <p:nvSpPr>
            <p:cNvPr id="563" name="Freeform 562">
              <a:extLst>
                <a:ext uri="{FF2B5EF4-FFF2-40B4-BE49-F238E27FC236}">
                  <a16:creationId xmlns:a16="http://schemas.microsoft.com/office/drawing/2014/main" id="{0775F5C2-19EC-B444-B543-1FF998E42C34}"/>
                </a:ext>
              </a:extLst>
            </p:cNvPr>
            <p:cNvSpPr/>
            <p:nvPr/>
          </p:nvSpPr>
          <p:spPr>
            <a:xfrm>
              <a:off x="1321223" y="1050847"/>
              <a:ext cx="104763" cy="83065"/>
            </a:xfrm>
            <a:custGeom>
              <a:avLst/>
              <a:gdLst>
                <a:gd name="connsiteX0" fmla="*/ 60900 w 104763"/>
                <a:gd name="connsiteY0" fmla="*/ 4952 h 83065"/>
                <a:gd name="connsiteX1" fmla="*/ 58188 w 104763"/>
                <a:gd name="connsiteY1" fmla="*/ 7195 h 83065"/>
                <a:gd name="connsiteX2" fmla="*/ 46314 w 104763"/>
                <a:gd name="connsiteY2" fmla="*/ 7101 h 83065"/>
                <a:gd name="connsiteX3" fmla="*/ 43042 w 104763"/>
                <a:gd name="connsiteY3" fmla="*/ 4392 h 83065"/>
                <a:gd name="connsiteX4" fmla="*/ 28269 w 104763"/>
                <a:gd name="connsiteY4" fmla="*/ 0 h 83065"/>
                <a:gd name="connsiteX5" fmla="*/ 7700 w 104763"/>
                <a:gd name="connsiteY5" fmla="*/ 8877 h 83065"/>
                <a:gd name="connsiteX6" fmla="*/ 8728 w 104763"/>
                <a:gd name="connsiteY6" fmla="*/ 48494 h 83065"/>
                <a:gd name="connsiteX7" fmla="*/ 52018 w 104763"/>
                <a:gd name="connsiteY7" fmla="*/ 83065 h 83065"/>
                <a:gd name="connsiteX8" fmla="*/ 96616 w 104763"/>
                <a:gd name="connsiteY8" fmla="*/ 47933 h 83065"/>
                <a:gd name="connsiteX9" fmla="*/ 99888 w 104763"/>
                <a:gd name="connsiteY9" fmla="*/ 12521 h 83065"/>
                <a:gd name="connsiteX10" fmla="*/ 60900 w 104763"/>
                <a:gd name="connsiteY10" fmla="*/ 4952 h 83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763" h="83065">
                  <a:moveTo>
                    <a:pt x="60900" y="4952"/>
                  </a:moveTo>
                  <a:lnTo>
                    <a:pt x="58188" y="7195"/>
                  </a:lnTo>
                  <a:cubicBezTo>
                    <a:pt x="54729" y="9998"/>
                    <a:pt x="49774" y="9998"/>
                    <a:pt x="46314" y="7101"/>
                  </a:cubicBezTo>
                  <a:lnTo>
                    <a:pt x="43042" y="4392"/>
                  </a:lnTo>
                  <a:cubicBezTo>
                    <a:pt x="38647" y="1402"/>
                    <a:pt x="33505" y="0"/>
                    <a:pt x="28269" y="0"/>
                  </a:cubicBezTo>
                  <a:cubicBezTo>
                    <a:pt x="20789" y="0"/>
                    <a:pt x="13310" y="2990"/>
                    <a:pt x="7700" y="8877"/>
                  </a:cubicBezTo>
                  <a:cubicBezTo>
                    <a:pt x="-2959" y="20089"/>
                    <a:pt x="-2491" y="37842"/>
                    <a:pt x="8728" y="48494"/>
                  </a:cubicBezTo>
                  <a:lnTo>
                    <a:pt x="52018" y="83065"/>
                  </a:lnTo>
                  <a:lnTo>
                    <a:pt x="96616" y="47933"/>
                  </a:lnTo>
                  <a:cubicBezTo>
                    <a:pt x="105966" y="39057"/>
                    <a:pt x="107555" y="23826"/>
                    <a:pt x="99888" y="12521"/>
                  </a:cubicBezTo>
                  <a:cubicBezTo>
                    <a:pt x="91193" y="-374"/>
                    <a:pt x="73709" y="-3737"/>
                    <a:pt x="60900" y="4952"/>
                  </a:cubicBezTo>
                  <a:close/>
                </a:path>
              </a:pathLst>
            </a:custGeom>
            <a:grpFill/>
            <a:ln w="9339" cap="flat">
              <a:noFill/>
              <a:prstDash val="solid"/>
              <a:miter/>
            </a:ln>
          </p:spPr>
          <p:txBody>
            <a:bodyPr rtlCol="0" anchor="ctr"/>
            <a:lstStyle/>
            <a:p>
              <a:endParaRPr lang="en-US"/>
            </a:p>
          </p:txBody>
        </p:sp>
        <p:sp>
          <p:nvSpPr>
            <p:cNvPr id="564" name="Freeform 563">
              <a:extLst>
                <a:ext uri="{FF2B5EF4-FFF2-40B4-BE49-F238E27FC236}">
                  <a16:creationId xmlns:a16="http://schemas.microsoft.com/office/drawing/2014/main" id="{6138755A-5D4C-7940-9F08-ACA6F9A6D510}"/>
                </a:ext>
              </a:extLst>
            </p:cNvPr>
            <p:cNvSpPr/>
            <p:nvPr/>
          </p:nvSpPr>
          <p:spPr>
            <a:xfrm>
              <a:off x="1193071" y="756428"/>
              <a:ext cx="530131" cy="529787"/>
            </a:xfrm>
            <a:custGeom>
              <a:avLst/>
              <a:gdLst>
                <a:gd name="connsiteX0" fmla="*/ 265066 w 530131"/>
                <a:gd name="connsiteY0" fmla="*/ 0 h 529787"/>
                <a:gd name="connsiteX1" fmla="*/ 0 w 530131"/>
                <a:gd name="connsiteY1" fmla="*/ 264894 h 529787"/>
                <a:gd name="connsiteX2" fmla="*/ 265066 w 530131"/>
                <a:gd name="connsiteY2" fmla="*/ 529787 h 529787"/>
                <a:gd name="connsiteX3" fmla="*/ 530131 w 530131"/>
                <a:gd name="connsiteY3" fmla="*/ 264894 h 529787"/>
                <a:gd name="connsiteX4" fmla="*/ 265066 w 530131"/>
                <a:gd name="connsiteY4" fmla="*/ 0 h 529787"/>
                <a:gd name="connsiteX5" fmla="*/ 421020 w 530131"/>
                <a:gd name="connsiteY5" fmla="*/ 320675 h 529787"/>
                <a:gd name="connsiteX6" fmla="*/ 420926 w 530131"/>
                <a:gd name="connsiteY6" fmla="*/ 321143 h 529787"/>
                <a:gd name="connsiteX7" fmla="*/ 406528 w 530131"/>
                <a:gd name="connsiteY7" fmla="*/ 356462 h 529787"/>
                <a:gd name="connsiteX8" fmla="*/ 355384 w 530131"/>
                <a:gd name="connsiteY8" fmla="*/ 396733 h 529787"/>
                <a:gd name="connsiteX9" fmla="*/ 349588 w 530131"/>
                <a:gd name="connsiteY9" fmla="*/ 398695 h 529787"/>
                <a:gd name="connsiteX10" fmla="*/ 343791 w 530131"/>
                <a:gd name="connsiteY10" fmla="*/ 396640 h 529787"/>
                <a:gd name="connsiteX11" fmla="*/ 294050 w 530131"/>
                <a:gd name="connsiteY11" fmla="*/ 356929 h 529787"/>
                <a:gd name="connsiteX12" fmla="*/ 279184 w 530131"/>
                <a:gd name="connsiteY12" fmla="*/ 321797 h 529787"/>
                <a:gd name="connsiteX13" fmla="*/ 278903 w 530131"/>
                <a:gd name="connsiteY13" fmla="*/ 320675 h 529787"/>
                <a:gd name="connsiteX14" fmla="*/ 265253 w 530131"/>
                <a:gd name="connsiteY14" fmla="*/ 308809 h 529787"/>
                <a:gd name="connsiteX15" fmla="*/ 251602 w 530131"/>
                <a:gd name="connsiteY15" fmla="*/ 320675 h 529787"/>
                <a:gd name="connsiteX16" fmla="*/ 251509 w 530131"/>
                <a:gd name="connsiteY16" fmla="*/ 321143 h 529787"/>
                <a:gd name="connsiteX17" fmla="*/ 237110 w 530131"/>
                <a:gd name="connsiteY17" fmla="*/ 356462 h 529787"/>
                <a:gd name="connsiteX18" fmla="*/ 186060 w 530131"/>
                <a:gd name="connsiteY18" fmla="*/ 396733 h 529787"/>
                <a:gd name="connsiteX19" fmla="*/ 180263 w 530131"/>
                <a:gd name="connsiteY19" fmla="*/ 398695 h 529787"/>
                <a:gd name="connsiteX20" fmla="*/ 174466 w 530131"/>
                <a:gd name="connsiteY20" fmla="*/ 396640 h 529787"/>
                <a:gd name="connsiteX21" fmla="*/ 124726 w 530131"/>
                <a:gd name="connsiteY21" fmla="*/ 356929 h 529787"/>
                <a:gd name="connsiteX22" fmla="*/ 109860 w 530131"/>
                <a:gd name="connsiteY22" fmla="*/ 321890 h 529787"/>
                <a:gd name="connsiteX23" fmla="*/ 109579 w 530131"/>
                <a:gd name="connsiteY23" fmla="*/ 320675 h 529787"/>
                <a:gd name="connsiteX24" fmla="*/ 109579 w 530131"/>
                <a:gd name="connsiteY24" fmla="*/ 172204 h 529787"/>
                <a:gd name="connsiteX25" fmla="*/ 150812 w 530131"/>
                <a:gd name="connsiteY25" fmla="*/ 130998 h 529787"/>
                <a:gd name="connsiteX26" fmla="*/ 191951 w 530131"/>
                <a:gd name="connsiteY26" fmla="*/ 172204 h 529787"/>
                <a:gd name="connsiteX27" fmla="*/ 182601 w 530131"/>
                <a:gd name="connsiteY27" fmla="*/ 181548 h 529787"/>
                <a:gd name="connsiteX28" fmla="*/ 173251 w 530131"/>
                <a:gd name="connsiteY28" fmla="*/ 172204 h 529787"/>
                <a:gd name="connsiteX29" fmla="*/ 150812 w 530131"/>
                <a:gd name="connsiteY29" fmla="*/ 149686 h 529787"/>
                <a:gd name="connsiteX30" fmla="*/ 128279 w 530131"/>
                <a:gd name="connsiteY30" fmla="*/ 172204 h 529787"/>
                <a:gd name="connsiteX31" fmla="*/ 128279 w 530131"/>
                <a:gd name="connsiteY31" fmla="*/ 285169 h 529787"/>
                <a:gd name="connsiteX32" fmla="*/ 180637 w 530131"/>
                <a:gd name="connsiteY32" fmla="*/ 282647 h 529787"/>
                <a:gd name="connsiteX33" fmla="*/ 243561 w 530131"/>
                <a:gd name="connsiteY33" fmla="*/ 296288 h 529787"/>
                <a:gd name="connsiteX34" fmla="*/ 244216 w 530131"/>
                <a:gd name="connsiteY34" fmla="*/ 297503 h 529787"/>
                <a:gd name="connsiteX35" fmla="*/ 265253 w 530131"/>
                <a:gd name="connsiteY35" fmla="*/ 290028 h 529787"/>
                <a:gd name="connsiteX36" fmla="*/ 286196 w 530131"/>
                <a:gd name="connsiteY36" fmla="*/ 297503 h 529787"/>
                <a:gd name="connsiteX37" fmla="*/ 291806 w 530131"/>
                <a:gd name="connsiteY37" fmla="*/ 290308 h 529787"/>
                <a:gd name="connsiteX38" fmla="*/ 350055 w 530131"/>
                <a:gd name="connsiteY38" fmla="*/ 282647 h 529787"/>
                <a:gd name="connsiteX39" fmla="*/ 402414 w 530131"/>
                <a:gd name="connsiteY39" fmla="*/ 285356 h 529787"/>
                <a:gd name="connsiteX40" fmla="*/ 402414 w 530131"/>
                <a:gd name="connsiteY40" fmla="*/ 172204 h 529787"/>
                <a:gd name="connsiteX41" fmla="*/ 379974 w 530131"/>
                <a:gd name="connsiteY41" fmla="*/ 149686 h 529787"/>
                <a:gd name="connsiteX42" fmla="*/ 357441 w 530131"/>
                <a:gd name="connsiteY42" fmla="*/ 172204 h 529787"/>
                <a:gd name="connsiteX43" fmla="*/ 348092 w 530131"/>
                <a:gd name="connsiteY43" fmla="*/ 181548 h 529787"/>
                <a:gd name="connsiteX44" fmla="*/ 338742 w 530131"/>
                <a:gd name="connsiteY44" fmla="*/ 172204 h 529787"/>
                <a:gd name="connsiteX45" fmla="*/ 379974 w 530131"/>
                <a:gd name="connsiteY45" fmla="*/ 130998 h 529787"/>
                <a:gd name="connsiteX46" fmla="*/ 421113 w 530131"/>
                <a:gd name="connsiteY46" fmla="*/ 172204 h 529787"/>
                <a:gd name="connsiteX47" fmla="*/ 421113 w 530131"/>
                <a:gd name="connsiteY47" fmla="*/ 320675 h 529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530131" h="529787">
                  <a:moveTo>
                    <a:pt x="265066" y="0"/>
                  </a:moveTo>
                  <a:cubicBezTo>
                    <a:pt x="118648" y="0"/>
                    <a:pt x="0" y="118571"/>
                    <a:pt x="0" y="264894"/>
                  </a:cubicBezTo>
                  <a:cubicBezTo>
                    <a:pt x="0" y="411216"/>
                    <a:pt x="118648" y="529787"/>
                    <a:pt x="265066" y="529787"/>
                  </a:cubicBezTo>
                  <a:cubicBezTo>
                    <a:pt x="411483" y="529787"/>
                    <a:pt x="530131" y="411216"/>
                    <a:pt x="530131" y="264894"/>
                  </a:cubicBezTo>
                  <a:cubicBezTo>
                    <a:pt x="530131" y="118571"/>
                    <a:pt x="411483" y="0"/>
                    <a:pt x="265066" y="0"/>
                  </a:cubicBezTo>
                  <a:close/>
                  <a:moveTo>
                    <a:pt x="421020" y="320675"/>
                  </a:moveTo>
                  <a:cubicBezTo>
                    <a:pt x="421020" y="320862"/>
                    <a:pt x="420926" y="320956"/>
                    <a:pt x="420926" y="321143"/>
                  </a:cubicBezTo>
                  <a:cubicBezTo>
                    <a:pt x="421300" y="334037"/>
                    <a:pt x="416438" y="346931"/>
                    <a:pt x="406528" y="356462"/>
                  </a:cubicBezTo>
                  <a:lnTo>
                    <a:pt x="355384" y="396733"/>
                  </a:lnTo>
                  <a:cubicBezTo>
                    <a:pt x="353701" y="398041"/>
                    <a:pt x="351644" y="398695"/>
                    <a:pt x="349588" y="398695"/>
                  </a:cubicBezTo>
                  <a:cubicBezTo>
                    <a:pt x="347531" y="398695"/>
                    <a:pt x="345474" y="398041"/>
                    <a:pt x="343791" y="396640"/>
                  </a:cubicBezTo>
                  <a:lnTo>
                    <a:pt x="294050" y="356929"/>
                  </a:lnTo>
                  <a:cubicBezTo>
                    <a:pt x="283859" y="347305"/>
                    <a:pt x="278997" y="334504"/>
                    <a:pt x="279184" y="321797"/>
                  </a:cubicBezTo>
                  <a:cubicBezTo>
                    <a:pt x="279090" y="321423"/>
                    <a:pt x="278903" y="321049"/>
                    <a:pt x="278903" y="320675"/>
                  </a:cubicBezTo>
                  <a:cubicBezTo>
                    <a:pt x="278903" y="314135"/>
                    <a:pt x="272732" y="308809"/>
                    <a:pt x="265253" y="308809"/>
                  </a:cubicBezTo>
                  <a:cubicBezTo>
                    <a:pt x="257679" y="308809"/>
                    <a:pt x="251602" y="314135"/>
                    <a:pt x="251602" y="320675"/>
                  </a:cubicBezTo>
                  <a:cubicBezTo>
                    <a:pt x="251602" y="320862"/>
                    <a:pt x="251509" y="320956"/>
                    <a:pt x="251509" y="321143"/>
                  </a:cubicBezTo>
                  <a:cubicBezTo>
                    <a:pt x="251883" y="334037"/>
                    <a:pt x="247021" y="346931"/>
                    <a:pt x="237110" y="356462"/>
                  </a:cubicBezTo>
                  <a:lnTo>
                    <a:pt x="186060" y="396733"/>
                  </a:lnTo>
                  <a:cubicBezTo>
                    <a:pt x="184377" y="398041"/>
                    <a:pt x="182320" y="398695"/>
                    <a:pt x="180263" y="398695"/>
                  </a:cubicBezTo>
                  <a:cubicBezTo>
                    <a:pt x="178206" y="398695"/>
                    <a:pt x="176149" y="398041"/>
                    <a:pt x="174466" y="396640"/>
                  </a:cubicBezTo>
                  <a:lnTo>
                    <a:pt x="124726" y="356929"/>
                  </a:lnTo>
                  <a:cubicBezTo>
                    <a:pt x="114535" y="347305"/>
                    <a:pt x="109673" y="334504"/>
                    <a:pt x="109860" y="321890"/>
                  </a:cubicBezTo>
                  <a:cubicBezTo>
                    <a:pt x="109766" y="321516"/>
                    <a:pt x="109579" y="321143"/>
                    <a:pt x="109579" y="320675"/>
                  </a:cubicBezTo>
                  <a:lnTo>
                    <a:pt x="109579" y="172204"/>
                  </a:lnTo>
                  <a:cubicBezTo>
                    <a:pt x="109579" y="149499"/>
                    <a:pt x="128092" y="130998"/>
                    <a:pt x="150812" y="130998"/>
                  </a:cubicBezTo>
                  <a:cubicBezTo>
                    <a:pt x="173532" y="131092"/>
                    <a:pt x="191951" y="149592"/>
                    <a:pt x="191951" y="172204"/>
                  </a:cubicBezTo>
                  <a:cubicBezTo>
                    <a:pt x="191951" y="177343"/>
                    <a:pt x="187743" y="181548"/>
                    <a:pt x="182601" y="181548"/>
                  </a:cubicBezTo>
                  <a:cubicBezTo>
                    <a:pt x="177458" y="181548"/>
                    <a:pt x="173251" y="177343"/>
                    <a:pt x="173251" y="172204"/>
                  </a:cubicBezTo>
                  <a:cubicBezTo>
                    <a:pt x="173251" y="159777"/>
                    <a:pt x="163153" y="149686"/>
                    <a:pt x="150812" y="149686"/>
                  </a:cubicBezTo>
                  <a:cubicBezTo>
                    <a:pt x="138376" y="149686"/>
                    <a:pt x="128279" y="159777"/>
                    <a:pt x="128279" y="172204"/>
                  </a:cubicBezTo>
                  <a:lnTo>
                    <a:pt x="128279" y="285169"/>
                  </a:lnTo>
                  <a:cubicBezTo>
                    <a:pt x="143425" y="273770"/>
                    <a:pt x="164182" y="272555"/>
                    <a:pt x="180637" y="282647"/>
                  </a:cubicBezTo>
                  <a:cubicBezTo>
                    <a:pt x="202235" y="269846"/>
                    <a:pt x="229724" y="275826"/>
                    <a:pt x="243561" y="296288"/>
                  </a:cubicBezTo>
                  <a:cubicBezTo>
                    <a:pt x="243842" y="296662"/>
                    <a:pt x="244029" y="297129"/>
                    <a:pt x="244216" y="297503"/>
                  </a:cubicBezTo>
                  <a:cubicBezTo>
                    <a:pt x="249919" y="292925"/>
                    <a:pt x="257212" y="290028"/>
                    <a:pt x="265253" y="290028"/>
                  </a:cubicBezTo>
                  <a:cubicBezTo>
                    <a:pt x="273293" y="290028"/>
                    <a:pt x="280586" y="292925"/>
                    <a:pt x="286196" y="297503"/>
                  </a:cubicBezTo>
                  <a:cubicBezTo>
                    <a:pt x="287786" y="294980"/>
                    <a:pt x="289656" y="292551"/>
                    <a:pt x="291806" y="290308"/>
                  </a:cubicBezTo>
                  <a:cubicBezTo>
                    <a:pt x="307140" y="274237"/>
                    <a:pt x="331356" y="271154"/>
                    <a:pt x="350055" y="282647"/>
                  </a:cubicBezTo>
                  <a:cubicBezTo>
                    <a:pt x="367072" y="272555"/>
                    <a:pt x="387548" y="274237"/>
                    <a:pt x="402414" y="285356"/>
                  </a:cubicBezTo>
                  <a:lnTo>
                    <a:pt x="402414" y="172204"/>
                  </a:lnTo>
                  <a:cubicBezTo>
                    <a:pt x="402414" y="159777"/>
                    <a:pt x="392316" y="149686"/>
                    <a:pt x="379974" y="149686"/>
                  </a:cubicBezTo>
                  <a:cubicBezTo>
                    <a:pt x="367539" y="149686"/>
                    <a:pt x="357441" y="159777"/>
                    <a:pt x="357441" y="172204"/>
                  </a:cubicBezTo>
                  <a:cubicBezTo>
                    <a:pt x="357441" y="177343"/>
                    <a:pt x="353234" y="181548"/>
                    <a:pt x="348092" y="181548"/>
                  </a:cubicBezTo>
                  <a:cubicBezTo>
                    <a:pt x="342949" y="181548"/>
                    <a:pt x="338742" y="177343"/>
                    <a:pt x="338742" y="172204"/>
                  </a:cubicBezTo>
                  <a:cubicBezTo>
                    <a:pt x="338742" y="149499"/>
                    <a:pt x="357254" y="130998"/>
                    <a:pt x="379974" y="130998"/>
                  </a:cubicBezTo>
                  <a:cubicBezTo>
                    <a:pt x="402694" y="131092"/>
                    <a:pt x="421113" y="149592"/>
                    <a:pt x="421113" y="172204"/>
                  </a:cubicBezTo>
                  <a:lnTo>
                    <a:pt x="421113" y="320675"/>
                  </a:lnTo>
                  <a:close/>
                </a:path>
              </a:pathLst>
            </a:custGeom>
            <a:grpFill/>
            <a:ln w="9339" cap="flat">
              <a:noFill/>
              <a:prstDash val="solid"/>
              <a:miter/>
            </a:ln>
          </p:spPr>
          <p:txBody>
            <a:bodyPr rtlCol="0" anchor="ctr"/>
            <a:lstStyle/>
            <a:p>
              <a:endParaRPr lang="en-US"/>
            </a:p>
          </p:txBody>
        </p:sp>
      </p:grpSp>
      <p:grpSp>
        <p:nvGrpSpPr>
          <p:cNvPr id="12" name="Graphic 10">
            <a:extLst>
              <a:ext uri="{FF2B5EF4-FFF2-40B4-BE49-F238E27FC236}">
                <a16:creationId xmlns:a16="http://schemas.microsoft.com/office/drawing/2014/main" id="{7AF1941C-8884-D34D-BE9B-8A0114D3D661}"/>
              </a:ext>
            </a:extLst>
          </p:cNvPr>
          <p:cNvGrpSpPr>
            <a:grpSpLocks noChangeAspect="1"/>
          </p:cNvGrpSpPr>
          <p:nvPr/>
        </p:nvGrpSpPr>
        <p:grpSpPr>
          <a:xfrm>
            <a:off x="5708130" y="3818939"/>
            <a:ext cx="367438" cy="367200"/>
            <a:chOff x="6751798" y="2946938"/>
            <a:chExt cx="537729" cy="537380"/>
          </a:xfrm>
          <a:solidFill>
            <a:srgbClr val="012169"/>
          </a:solidFill>
        </p:grpSpPr>
        <p:sp>
          <p:nvSpPr>
            <p:cNvPr id="13" name="Freeform 12">
              <a:extLst>
                <a:ext uri="{FF2B5EF4-FFF2-40B4-BE49-F238E27FC236}">
                  <a16:creationId xmlns:a16="http://schemas.microsoft.com/office/drawing/2014/main" id="{BD52F894-6B65-6644-88F5-28ACF8CEE2ED}"/>
                </a:ext>
              </a:extLst>
            </p:cNvPr>
            <p:cNvSpPr/>
            <p:nvPr/>
          </p:nvSpPr>
          <p:spPr>
            <a:xfrm>
              <a:off x="6751798" y="2946938"/>
              <a:ext cx="537729" cy="537380"/>
            </a:xfrm>
            <a:custGeom>
              <a:avLst/>
              <a:gdLst>
                <a:gd name="connsiteX0" fmla="*/ 269244 w 537729"/>
                <a:gd name="connsiteY0" fmla="*/ 0 h 537380"/>
                <a:gd name="connsiteX1" fmla="*/ 268960 w 537729"/>
                <a:gd name="connsiteY1" fmla="*/ 0 h 537380"/>
                <a:gd name="connsiteX2" fmla="*/ 0 w 537729"/>
                <a:gd name="connsiteY2" fmla="*/ 268596 h 537380"/>
                <a:gd name="connsiteX3" fmla="*/ 268770 w 537729"/>
                <a:gd name="connsiteY3" fmla="*/ 537381 h 537380"/>
                <a:gd name="connsiteX4" fmla="*/ 537730 w 537729"/>
                <a:gd name="connsiteY4" fmla="*/ 269069 h 537380"/>
                <a:gd name="connsiteX5" fmla="*/ 269244 w 537729"/>
                <a:gd name="connsiteY5" fmla="*/ 0 h 537380"/>
                <a:gd name="connsiteX6" fmla="*/ 268960 w 537729"/>
                <a:gd name="connsiteY6" fmla="*/ 518425 h 537380"/>
                <a:gd name="connsiteX7" fmla="*/ 19062 w 537729"/>
                <a:gd name="connsiteY7" fmla="*/ 269069 h 537380"/>
                <a:gd name="connsiteX8" fmla="*/ 268960 w 537729"/>
                <a:gd name="connsiteY8" fmla="*/ 18955 h 537380"/>
                <a:gd name="connsiteX9" fmla="*/ 518857 w 537729"/>
                <a:gd name="connsiteY9" fmla="*/ 268690 h 537380"/>
                <a:gd name="connsiteX10" fmla="*/ 268960 w 537729"/>
                <a:gd name="connsiteY10" fmla="*/ 518425 h 5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729" h="537380">
                  <a:moveTo>
                    <a:pt x="269244" y="0"/>
                  </a:moveTo>
                  <a:cubicBezTo>
                    <a:pt x="269149" y="0"/>
                    <a:pt x="269055" y="0"/>
                    <a:pt x="268960" y="0"/>
                  </a:cubicBezTo>
                  <a:cubicBezTo>
                    <a:pt x="120444" y="-95"/>
                    <a:pt x="95" y="120176"/>
                    <a:pt x="0" y="268596"/>
                  </a:cubicBezTo>
                  <a:cubicBezTo>
                    <a:pt x="-95" y="417015"/>
                    <a:pt x="120254" y="537286"/>
                    <a:pt x="268770" y="537381"/>
                  </a:cubicBezTo>
                  <a:cubicBezTo>
                    <a:pt x="417191" y="537475"/>
                    <a:pt x="537540" y="417394"/>
                    <a:pt x="537730" y="269069"/>
                  </a:cubicBezTo>
                  <a:cubicBezTo>
                    <a:pt x="537919" y="120650"/>
                    <a:pt x="417760" y="190"/>
                    <a:pt x="269244" y="0"/>
                  </a:cubicBezTo>
                  <a:close/>
                  <a:moveTo>
                    <a:pt x="268960" y="518425"/>
                  </a:moveTo>
                  <a:cubicBezTo>
                    <a:pt x="131066" y="518425"/>
                    <a:pt x="19252" y="406874"/>
                    <a:pt x="19062" y="269069"/>
                  </a:cubicBezTo>
                  <a:cubicBezTo>
                    <a:pt x="18968" y="131075"/>
                    <a:pt x="130876" y="19145"/>
                    <a:pt x="268960" y="18955"/>
                  </a:cubicBezTo>
                  <a:cubicBezTo>
                    <a:pt x="406948" y="18955"/>
                    <a:pt x="518857" y="130791"/>
                    <a:pt x="518857" y="268690"/>
                  </a:cubicBezTo>
                  <a:cubicBezTo>
                    <a:pt x="518857" y="406590"/>
                    <a:pt x="406948" y="518425"/>
                    <a:pt x="268960" y="518425"/>
                  </a:cubicBezTo>
                  <a:close/>
                </a:path>
              </a:pathLst>
            </a:custGeom>
            <a:solidFill>
              <a:srgbClr val="012169"/>
            </a:solidFill>
            <a:ln w="9463" cap="flat">
              <a:noFill/>
              <a:prstDash val="solid"/>
              <a:miter/>
            </a:ln>
          </p:spPr>
          <p:txBody>
            <a:bodyPr rtlCol="0" anchor="ctr"/>
            <a:lstStyle/>
            <a:p>
              <a:endParaRPr lang="en-US"/>
            </a:p>
          </p:txBody>
        </p:sp>
        <p:sp>
          <p:nvSpPr>
            <p:cNvPr id="14" name="Freeform 13">
              <a:extLst>
                <a:ext uri="{FF2B5EF4-FFF2-40B4-BE49-F238E27FC236}">
                  <a16:creationId xmlns:a16="http://schemas.microsoft.com/office/drawing/2014/main" id="{E97267B7-2BD7-D54C-B8D6-BF409F20782C}"/>
                </a:ext>
              </a:extLst>
            </p:cNvPr>
            <p:cNvSpPr/>
            <p:nvPr/>
          </p:nvSpPr>
          <p:spPr>
            <a:xfrm>
              <a:off x="6856499" y="3055456"/>
              <a:ext cx="328422" cy="328209"/>
            </a:xfrm>
            <a:custGeom>
              <a:avLst/>
              <a:gdLst>
                <a:gd name="connsiteX0" fmla="*/ 328138 w 328422"/>
                <a:gd name="connsiteY0" fmla="*/ 159413 h 328209"/>
                <a:gd name="connsiteX1" fmla="*/ 327759 w 328422"/>
                <a:gd name="connsiteY1" fmla="*/ 152400 h 328209"/>
                <a:gd name="connsiteX2" fmla="*/ 326621 w 328422"/>
                <a:gd name="connsiteY2" fmla="*/ 141880 h 328209"/>
                <a:gd name="connsiteX3" fmla="*/ 326052 w 328422"/>
                <a:gd name="connsiteY3" fmla="*/ 138278 h 328209"/>
                <a:gd name="connsiteX4" fmla="*/ 305757 w 328422"/>
                <a:gd name="connsiteY4" fmla="*/ 81507 h 328209"/>
                <a:gd name="connsiteX5" fmla="*/ 304903 w 328422"/>
                <a:gd name="connsiteY5" fmla="*/ 80181 h 328209"/>
                <a:gd name="connsiteX6" fmla="*/ 297601 w 328422"/>
                <a:gd name="connsiteY6" fmla="*/ 68997 h 328209"/>
                <a:gd name="connsiteX7" fmla="*/ 295514 w 328422"/>
                <a:gd name="connsiteY7" fmla="*/ 66249 h 328209"/>
                <a:gd name="connsiteX8" fmla="*/ 288117 w 328422"/>
                <a:gd name="connsiteY8" fmla="*/ 56960 h 328209"/>
                <a:gd name="connsiteX9" fmla="*/ 285651 w 328422"/>
                <a:gd name="connsiteY9" fmla="*/ 54212 h 328209"/>
                <a:gd name="connsiteX10" fmla="*/ 277021 w 328422"/>
                <a:gd name="connsiteY10" fmla="*/ 45303 h 328209"/>
                <a:gd name="connsiteX11" fmla="*/ 275598 w 328422"/>
                <a:gd name="connsiteY11" fmla="*/ 43976 h 328209"/>
                <a:gd name="connsiteX12" fmla="*/ 164164 w 328422"/>
                <a:gd name="connsiteY12" fmla="*/ 0 h 328209"/>
                <a:gd name="connsiteX13" fmla="*/ 123953 w 328422"/>
                <a:gd name="connsiteY13" fmla="*/ 5213 h 328209"/>
                <a:gd name="connsiteX14" fmla="*/ 123004 w 328422"/>
                <a:gd name="connsiteY14" fmla="*/ 5497 h 328209"/>
                <a:gd name="connsiteX15" fmla="*/ 110960 w 328422"/>
                <a:gd name="connsiteY15" fmla="*/ 9098 h 328209"/>
                <a:gd name="connsiteX16" fmla="*/ 105934 w 328422"/>
                <a:gd name="connsiteY16" fmla="*/ 10615 h 328209"/>
                <a:gd name="connsiteX17" fmla="*/ 104511 w 328422"/>
                <a:gd name="connsiteY17" fmla="*/ 11468 h 328209"/>
                <a:gd name="connsiteX18" fmla="*/ 0 w 328422"/>
                <a:gd name="connsiteY18" fmla="*/ 164152 h 328209"/>
                <a:gd name="connsiteX19" fmla="*/ 164164 w 328422"/>
                <a:gd name="connsiteY19" fmla="*/ 328210 h 328209"/>
                <a:gd name="connsiteX20" fmla="*/ 188158 w 328422"/>
                <a:gd name="connsiteY20" fmla="*/ 326219 h 328209"/>
                <a:gd name="connsiteX21" fmla="*/ 196124 w 328422"/>
                <a:gd name="connsiteY21" fmla="*/ 324987 h 328209"/>
                <a:gd name="connsiteX22" fmla="*/ 198116 w 328422"/>
                <a:gd name="connsiteY22" fmla="*/ 324608 h 328209"/>
                <a:gd name="connsiteX23" fmla="*/ 265640 w 328422"/>
                <a:gd name="connsiteY23" fmla="*/ 292858 h 328209"/>
                <a:gd name="connsiteX24" fmla="*/ 313059 w 328422"/>
                <a:gd name="connsiteY24" fmla="*/ 232960 h 328209"/>
                <a:gd name="connsiteX25" fmla="*/ 313818 w 328422"/>
                <a:gd name="connsiteY25" fmla="*/ 231538 h 328209"/>
                <a:gd name="connsiteX26" fmla="*/ 314102 w 328422"/>
                <a:gd name="connsiteY26" fmla="*/ 230685 h 328209"/>
                <a:gd name="connsiteX27" fmla="*/ 318370 w 328422"/>
                <a:gd name="connsiteY27" fmla="*/ 219975 h 328209"/>
                <a:gd name="connsiteX28" fmla="*/ 319982 w 328422"/>
                <a:gd name="connsiteY28" fmla="*/ 215521 h 328209"/>
                <a:gd name="connsiteX29" fmla="*/ 322733 w 328422"/>
                <a:gd name="connsiteY29" fmla="*/ 206043 h 328209"/>
                <a:gd name="connsiteX30" fmla="*/ 324345 w 328422"/>
                <a:gd name="connsiteY30" fmla="*/ 199693 h 328209"/>
                <a:gd name="connsiteX31" fmla="*/ 325862 w 328422"/>
                <a:gd name="connsiteY31" fmla="*/ 191543 h 328209"/>
                <a:gd name="connsiteX32" fmla="*/ 327095 w 328422"/>
                <a:gd name="connsiteY32" fmla="*/ 183487 h 328209"/>
                <a:gd name="connsiteX33" fmla="*/ 327759 w 328422"/>
                <a:gd name="connsiteY33" fmla="*/ 175999 h 328209"/>
                <a:gd name="connsiteX34" fmla="*/ 328233 w 328422"/>
                <a:gd name="connsiteY34" fmla="*/ 167375 h 328209"/>
                <a:gd name="connsiteX35" fmla="*/ 328423 w 328422"/>
                <a:gd name="connsiteY35" fmla="*/ 163868 h 328209"/>
                <a:gd name="connsiteX36" fmla="*/ 328138 w 328422"/>
                <a:gd name="connsiteY36" fmla="*/ 159413 h 328209"/>
                <a:gd name="connsiteX37" fmla="*/ 167199 w 328422"/>
                <a:gd name="connsiteY37" fmla="*/ 258075 h 328209"/>
                <a:gd name="connsiteX38" fmla="*/ 145196 w 328422"/>
                <a:gd name="connsiteY38" fmla="*/ 236087 h 328209"/>
                <a:gd name="connsiteX39" fmla="*/ 167199 w 328422"/>
                <a:gd name="connsiteY39" fmla="*/ 214099 h 328209"/>
                <a:gd name="connsiteX40" fmla="*/ 189201 w 328422"/>
                <a:gd name="connsiteY40" fmla="*/ 236087 h 328209"/>
                <a:gd name="connsiteX41" fmla="*/ 167199 w 328422"/>
                <a:gd name="connsiteY41" fmla="*/ 258075 h 328209"/>
                <a:gd name="connsiteX42" fmla="*/ 19062 w 328422"/>
                <a:gd name="connsiteY42" fmla="*/ 164152 h 328209"/>
                <a:gd name="connsiteX43" fmla="*/ 117314 w 328422"/>
                <a:gd name="connsiteY43" fmla="*/ 27011 h 328209"/>
                <a:gd name="connsiteX44" fmla="*/ 201435 w 328422"/>
                <a:gd name="connsiteY44" fmla="*/ 29191 h 328209"/>
                <a:gd name="connsiteX45" fmla="*/ 228748 w 328422"/>
                <a:gd name="connsiteY45" fmla="*/ 66533 h 328209"/>
                <a:gd name="connsiteX46" fmla="*/ 224576 w 328422"/>
                <a:gd name="connsiteY46" fmla="*/ 114016 h 328209"/>
                <a:gd name="connsiteX47" fmla="*/ 166440 w 328422"/>
                <a:gd name="connsiteY47" fmla="*/ 144249 h 328209"/>
                <a:gd name="connsiteX48" fmla="*/ 164828 w 328422"/>
                <a:gd name="connsiteY48" fmla="*/ 144534 h 328209"/>
                <a:gd name="connsiteX49" fmla="*/ 84690 w 328422"/>
                <a:gd name="connsiteY49" fmla="*/ 200831 h 328209"/>
                <a:gd name="connsiteX50" fmla="*/ 91424 w 328422"/>
                <a:gd name="connsiteY50" fmla="*/ 289351 h 328209"/>
                <a:gd name="connsiteX51" fmla="*/ 19062 w 328422"/>
                <a:gd name="connsiteY51" fmla="*/ 164152 h 328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422" h="328209">
                  <a:moveTo>
                    <a:pt x="328138" y="159413"/>
                  </a:moveTo>
                  <a:cubicBezTo>
                    <a:pt x="328043" y="157044"/>
                    <a:pt x="327949" y="154675"/>
                    <a:pt x="327759" y="152400"/>
                  </a:cubicBezTo>
                  <a:cubicBezTo>
                    <a:pt x="327474" y="148893"/>
                    <a:pt x="327095" y="145387"/>
                    <a:pt x="326621" y="141880"/>
                  </a:cubicBezTo>
                  <a:cubicBezTo>
                    <a:pt x="326431" y="140648"/>
                    <a:pt x="326242" y="139510"/>
                    <a:pt x="326052" y="138278"/>
                  </a:cubicBezTo>
                  <a:cubicBezTo>
                    <a:pt x="322827" y="117901"/>
                    <a:pt x="315809" y="98757"/>
                    <a:pt x="305757" y="81507"/>
                  </a:cubicBezTo>
                  <a:cubicBezTo>
                    <a:pt x="305472" y="81034"/>
                    <a:pt x="305188" y="80560"/>
                    <a:pt x="304903" y="80181"/>
                  </a:cubicBezTo>
                  <a:cubicBezTo>
                    <a:pt x="302627" y="76390"/>
                    <a:pt x="300256" y="72599"/>
                    <a:pt x="297601" y="68997"/>
                  </a:cubicBezTo>
                  <a:cubicBezTo>
                    <a:pt x="296937" y="68049"/>
                    <a:pt x="296178" y="67196"/>
                    <a:pt x="295514" y="66249"/>
                  </a:cubicBezTo>
                  <a:cubicBezTo>
                    <a:pt x="293143" y="63026"/>
                    <a:pt x="290677" y="59993"/>
                    <a:pt x="288117" y="56960"/>
                  </a:cubicBezTo>
                  <a:cubicBezTo>
                    <a:pt x="287358" y="56013"/>
                    <a:pt x="286505" y="55160"/>
                    <a:pt x="285651" y="54212"/>
                  </a:cubicBezTo>
                  <a:cubicBezTo>
                    <a:pt x="282901" y="51179"/>
                    <a:pt x="280056" y="48146"/>
                    <a:pt x="277021" y="45303"/>
                  </a:cubicBezTo>
                  <a:cubicBezTo>
                    <a:pt x="276547" y="44829"/>
                    <a:pt x="276072" y="44450"/>
                    <a:pt x="275598" y="43976"/>
                  </a:cubicBezTo>
                  <a:cubicBezTo>
                    <a:pt x="246293" y="16775"/>
                    <a:pt x="207220" y="0"/>
                    <a:pt x="164164" y="0"/>
                  </a:cubicBezTo>
                  <a:cubicBezTo>
                    <a:pt x="150223" y="0"/>
                    <a:pt x="136851" y="1896"/>
                    <a:pt x="123953" y="5213"/>
                  </a:cubicBezTo>
                  <a:cubicBezTo>
                    <a:pt x="123668" y="5307"/>
                    <a:pt x="123289" y="5402"/>
                    <a:pt x="123004" y="5497"/>
                  </a:cubicBezTo>
                  <a:cubicBezTo>
                    <a:pt x="118926" y="6540"/>
                    <a:pt x="114848" y="7772"/>
                    <a:pt x="110960" y="9098"/>
                  </a:cubicBezTo>
                  <a:cubicBezTo>
                    <a:pt x="109348" y="9667"/>
                    <a:pt x="107641" y="10046"/>
                    <a:pt x="105934" y="10615"/>
                  </a:cubicBezTo>
                  <a:cubicBezTo>
                    <a:pt x="105365" y="10804"/>
                    <a:pt x="104985" y="11184"/>
                    <a:pt x="104511" y="11468"/>
                  </a:cubicBezTo>
                  <a:cubicBezTo>
                    <a:pt x="43436" y="35351"/>
                    <a:pt x="0" y="94776"/>
                    <a:pt x="0" y="164152"/>
                  </a:cubicBezTo>
                  <a:cubicBezTo>
                    <a:pt x="0" y="254569"/>
                    <a:pt x="73689" y="328210"/>
                    <a:pt x="164164" y="328210"/>
                  </a:cubicBezTo>
                  <a:cubicBezTo>
                    <a:pt x="172320" y="328210"/>
                    <a:pt x="180286" y="327452"/>
                    <a:pt x="188158" y="326219"/>
                  </a:cubicBezTo>
                  <a:cubicBezTo>
                    <a:pt x="190719" y="325935"/>
                    <a:pt x="193374" y="325461"/>
                    <a:pt x="196124" y="324987"/>
                  </a:cubicBezTo>
                  <a:cubicBezTo>
                    <a:pt x="196788" y="324893"/>
                    <a:pt x="197452" y="324703"/>
                    <a:pt x="198116" y="324608"/>
                  </a:cubicBezTo>
                  <a:cubicBezTo>
                    <a:pt x="219360" y="320533"/>
                    <a:pt x="243069" y="311434"/>
                    <a:pt x="265640" y="292858"/>
                  </a:cubicBezTo>
                  <a:cubicBezTo>
                    <a:pt x="285841" y="276936"/>
                    <a:pt x="302058" y="256464"/>
                    <a:pt x="313059" y="232960"/>
                  </a:cubicBezTo>
                  <a:lnTo>
                    <a:pt x="313818" y="231538"/>
                  </a:lnTo>
                  <a:cubicBezTo>
                    <a:pt x="313913" y="231254"/>
                    <a:pt x="314008" y="230969"/>
                    <a:pt x="314102" y="230685"/>
                  </a:cubicBezTo>
                  <a:cubicBezTo>
                    <a:pt x="315620" y="227178"/>
                    <a:pt x="317042" y="223577"/>
                    <a:pt x="318370" y="219975"/>
                  </a:cubicBezTo>
                  <a:cubicBezTo>
                    <a:pt x="318939" y="218459"/>
                    <a:pt x="319508" y="217037"/>
                    <a:pt x="319982" y="215521"/>
                  </a:cubicBezTo>
                  <a:cubicBezTo>
                    <a:pt x="321026" y="212393"/>
                    <a:pt x="321879" y="209266"/>
                    <a:pt x="322733" y="206043"/>
                  </a:cubicBezTo>
                  <a:cubicBezTo>
                    <a:pt x="323302" y="203958"/>
                    <a:pt x="323871" y="201778"/>
                    <a:pt x="324345" y="199693"/>
                  </a:cubicBezTo>
                  <a:cubicBezTo>
                    <a:pt x="324914" y="197040"/>
                    <a:pt x="325388" y="194291"/>
                    <a:pt x="325862" y="191543"/>
                  </a:cubicBezTo>
                  <a:cubicBezTo>
                    <a:pt x="326336" y="188889"/>
                    <a:pt x="326811" y="186235"/>
                    <a:pt x="327095" y="183487"/>
                  </a:cubicBezTo>
                  <a:cubicBezTo>
                    <a:pt x="327380" y="181022"/>
                    <a:pt x="327569" y="178558"/>
                    <a:pt x="327759" y="175999"/>
                  </a:cubicBezTo>
                  <a:cubicBezTo>
                    <a:pt x="327949" y="173156"/>
                    <a:pt x="328138" y="170218"/>
                    <a:pt x="328233" y="167375"/>
                  </a:cubicBezTo>
                  <a:cubicBezTo>
                    <a:pt x="328233" y="166237"/>
                    <a:pt x="328423" y="165100"/>
                    <a:pt x="328423" y="163868"/>
                  </a:cubicBezTo>
                  <a:cubicBezTo>
                    <a:pt x="328423" y="162541"/>
                    <a:pt x="328233" y="161025"/>
                    <a:pt x="328138" y="159413"/>
                  </a:cubicBezTo>
                  <a:close/>
                  <a:moveTo>
                    <a:pt x="167199" y="258075"/>
                  </a:moveTo>
                  <a:cubicBezTo>
                    <a:pt x="155060" y="258075"/>
                    <a:pt x="145196" y="248219"/>
                    <a:pt x="145196" y="236087"/>
                  </a:cubicBezTo>
                  <a:cubicBezTo>
                    <a:pt x="145196" y="223956"/>
                    <a:pt x="155060" y="214099"/>
                    <a:pt x="167199" y="214099"/>
                  </a:cubicBezTo>
                  <a:cubicBezTo>
                    <a:pt x="179338" y="214099"/>
                    <a:pt x="189201" y="223956"/>
                    <a:pt x="189201" y="236087"/>
                  </a:cubicBezTo>
                  <a:cubicBezTo>
                    <a:pt x="189201" y="248219"/>
                    <a:pt x="179338" y="258075"/>
                    <a:pt x="167199" y="258075"/>
                  </a:cubicBezTo>
                  <a:close/>
                  <a:moveTo>
                    <a:pt x="19062" y="164152"/>
                  </a:moveTo>
                  <a:cubicBezTo>
                    <a:pt x="19062" y="100557"/>
                    <a:pt x="60222" y="46535"/>
                    <a:pt x="117314" y="27011"/>
                  </a:cubicBezTo>
                  <a:cubicBezTo>
                    <a:pt x="131350" y="23125"/>
                    <a:pt x="172699" y="13648"/>
                    <a:pt x="201435" y="29191"/>
                  </a:cubicBezTo>
                  <a:cubicBezTo>
                    <a:pt x="215376" y="36773"/>
                    <a:pt x="224291" y="48999"/>
                    <a:pt x="228748" y="66533"/>
                  </a:cubicBezTo>
                  <a:cubicBezTo>
                    <a:pt x="233585" y="86057"/>
                    <a:pt x="232257" y="101979"/>
                    <a:pt x="224576" y="114016"/>
                  </a:cubicBezTo>
                  <a:cubicBezTo>
                    <a:pt x="212531" y="132971"/>
                    <a:pt x="187210" y="140174"/>
                    <a:pt x="166440" y="144249"/>
                  </a:cubicBezTo>
                  <a:lnTo>
                    <a:pt x="164828" y="144534"/>
                  </a:lnTo>
                  <a:cubicBezTo>
                    <a:pt x="150318" y="147472"/>
                    <a:pt x="106218" y="156191"/>
                    <a:pt x="84690" y="200831"/>
                  </a:cubicBezTo>
                  <a:cubicBezTo>
                    <a:pt x="71508" y="228031"/>
                    <a:pt x="74258" y="263478"/>
                    <a:pt x="91424" y="289351"/>
                  </a:cubicBezTo>
                  <a:cubicBezTo>
                    <a:pt x="48178" y="264236"/>
                    <a:pt x="19062" y="217606"/>
                    <a:pt x="19062" y="164152"/>
                  </a:cubicBezTo>
                  <a:close/>
                </a:path>
              </a:pathLst>
            </a:custGeom>
            <a:solidFill>
              <a:srgbClr val="012169"/>
            </a:solidFill>
            <a:ln w="9463" cap="flat">
              <a:noFill/>
              <a:prstDash val="solid"/>
              <a:miter/>
            </a:ln>
          </p:spPr>
          <p:txBody>
            <a:bodyPr rtlCol="0" anchor="ctr"/>
            <a:lstStyle/>
            <a:p>
              <a:endParaRPr lang="en-US"/>
            </a:p>
          </p:txBody>
        </p:sp>
        <p:sp>
          <p:nvSpPr>
            <p:cNvPr id="15" name="Freeform 14">
              <a:extLst>
                <a:ext uri="{FF2B5EF4-FFF2-40B4-BE49-F238E27FC236}">
                  <a16:creationId xmlns:a16="http://schemas.microsoft.com/office/drawing/2014/main" id="{0487234B-00DA-FC47-A453-ED865E1CA1AB}"/>
                </a:ext>
              </a:extLst>
            </p:cNvPr>
            <p:cNvSpPr/>
            <p:nvPr/>
          </p:nvSpPr>
          <p:spPr>
            <a:xfrm>
              <a:off x="6999798" y="3114502"/>
              <a:ext cx="44004" cy="43976"/>
            </a:xfrm>
            <a:custGeom>
              <a:avLst/>
              <a:gdLst>
                <a:gd name="connsiteX0" fmla="*/ 22002 w 44004"/>
                <a:gd name="connsiteY0" fmla="*/ 43976 h 43976"/>
                <a:gd name="connsiteX1" fmla="*/ 44005 w 44004"/>
                <a:gd name="connsiteY1" fmla="*/ 21988 h 43976"/>
                <a:gd name="connsiteX2" fmla="*/ 22002 w 44004"/>
                <a:gd name="connsiteY2" fmla="*/ 0 h 43976"/>
                <a:gd name="connsiteX3" fmla="*/ 0 w 44004"/>
                <a:gd name="connsiteY3" fmla="*/ 21988 h 43976"/>
                <a:gd name="connsiteX4" fmla="*/ 22002 w 44004"/>
                <a:gd name="connsiteY4" fmla="*/ 43976 h 439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04" h="43976">
                  <a:moveTo>
                    <a:pt x="22002" y="43976"/>
                  </a:moveTo>
                  <a:cubicBezTo>
                    <a:pt x="34142" y="43976"/>
                    <a:pt x="44005" y="34119"/>
                    <a:pt x="44005" y="21988"/>
                  </a:cubicBezTo>
                  <a:cubicBezTo>
                    <a:pt x="44005" y="9857"/>
                    <a:pt x="34142" y="0"/>
                    <a:pt x="22002" y="0"/>
                  </a:cubicBezTo>
                  <a:cubicBezTo>
                    <a:pt x="9863" y="0"/>
                    <a:pt x="0" y="9857"/>
                    <a:pt x="0" y="21988"/>
                  </a:cubicBezTo>
                  <a:cubicBezTo>
                    <a:pt x="0" y="34119"/>
                    <a:pt x="9863" y="43976"/>
                    <a:pt x="22002" y="43976"/>
                  </a:cubicBezTo>
                  <a:close/>
                </a:path>
              </a:pathLst>
            </a:custGeom>
            <a:solidFill>
              <a:srgbClr val="012169"/>
            </a:solidFill>
            <a:ln w="9463" cap="flat">
              <a:noFill/>
              <a:prstDash val="solid"/>
              <a:miter/>
            </a:ln>
          </p:spPr>
          <p:txBody>
            <a:bodyPr rtlCol="0" anchor="ctr"/>
            <a:lstStyle/>
            <a:p>
              <a:endParaRPr lang="en-US"/>
            </a:p>
          </p:txBody>
        </p:sp>
      </p:grpSp>
      <p:grpSp>
        <p:nvGrpSpPr>
          <p:cNvPr id="16" name="Graphic 10">
            <a:extLst>
              <a:ext uri="{FF2B5EF4-FFF2-40B4-BE49-F238E27FC236}">
                <a16:creationId xmlns:a16="http://schemas.microsoft.com/office/drawing/2014/main" id="{EBF5EAD5-8D6A-1D4B-89E6-DE511A1D6648}"/>
              </a:ext>
            </a:extLst>
          </p:cNvPr>
          <p:cNvGrpSpPr>
            <a:grpSpLocks noChangeAspect="1"/>
          </p:cNvGrpSpPr>
          <p:nvPr/>
        </p:nvGrpSpPr>
        <p:grpSpPr>
          <a:xfrm>
            <a:off x="6146480" y="3818939"/>
            <a:ext cx="367438" cy="367200"/>
            <a:chOff x="7545874" y="2947317"/>
            <a:chExt cx="537729" cy="537380"/>
          </a:xfrm>
          <a:solidFill>
            <a:srgbClr val="012169"/>
          </a:solidFill>
        </p:grpSpPr>
        <p:sp>
          <p:nvSpPr>
            <p:cNvPr id="17" name="Freeform 16">
              <a:extLst>
                <a:ext uri="{FF2B5EF4-FFF2-40B4-BE49-F238E27FC236}">
                  <a16:creationId xmlns:a16="http://schemas.microsoft.com/office/drawing/2014/main" id="{2E97F0DD-F9B7-3346-9C30-2E00C3A4A5A2}"/>
                </a:ext>
              </a:extLst>
            </p:cNvPr>
            <p:cNvSpPr/>
            <p:nvPr/>
          </p:nvSpPr>
          <p:spPr>
            <a:xfrm>
              <a:off x="7793590" y="3269461"/>
              <a:ext cx="44004" cy="43976"/>
            </a:xfrm>
            <a:custGeom>
              <a:avLst/>
              <a:gdLst>
                <a:gd name="connsiteX0" fmla="*/ 22002 w 44004"/>
                <a:gd name="connsiteY0" fmla="*/ 0 h 43976"/>
                <a:gd name="connsiteX1" fmla="*/ 0 w 44004"/>
                <a:gd name="connsiteY1" fmla="*/ 21988 h 43976"/>
                <a:gd name="connsiteX2" fmla="*/ 22002 w 44004"/>
                <a:gd name="connsiteY2" fmla="*/ 43976 h 43976"/>
                <a:gd name="connsiteX3" fmla="*/ 44005 w 44004"/>
                <a:gd name="connsiteY3" fmla="*/ 21988 h 43976"/>
                <a:gd name="connsiteX4" fmla="*/ 22002 w 44004"/>
                <a:gd name="connsiteY4" fmla="*/ 0 h 439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04" h="43976">
                  <a:moveTo>
                    <a:pt x="22002" y="0"/>
                  </a:moveTo>
                  <a:cubicBezTo>
                    <a:pt x="9863" y="0"/>
                    <a:pt x="0" y="9857"/>
                    <a:pt x="0" y="21988"/>
                  </a:cubicBezTo>
                  <a:cubicBezTo>
                    <a:pt x="0" y="34119"/>
                    <a:pt x="9863" y="43976"/>
                    <a:pt x="22002" y="43976"/>
                  </a:cubicBezTo>
                  <a:cubicBezTo>
                    <a:pt x="34142" y="43976"/>
                    <a:pt x="44005" y="34119"/>
                    <a:pt x="44005" y="21988"/>
                  </a:cubicBezTo>
                  <a:cubicBezTo>
                    <a:pt x="44005" y="9857"/>
                    <a:pt x="34142" y="0"/>
                    <a:pt x="22002" y="0"/>
                  </a:cubicBezTo>
                  <a:close/>
                </a:path>
              </a:pathLst>
            </a:custGeom>
            <a:solidFill>
              <a:srgbClr val="012169"/>
            </a:solidFill>
            <a:ln w="9463" cap="flat">
              <a:noFill/>
              <a:prstDash val="solid"/>
              <a:miter/>
            </a:ln>
          </p:spPr>
          <p:txBody>
            <a:bodyPr rtlCol="0" anchor="ctr"/>
            <a:lstStyle/>
            <a:p>
              <a:endParaRPr lang="en-US"/>
            </a:p>
          </p:txBody>
        </p:sp>
        <p:sp>
          <p:nvSpPr>
            <p:cNvPr id="18" name="Freeform 17">
              <a:extLst>
                <a:ext uri="{FF2B5EF4-FFF2-40B4-BE49-F238E27FC236}">
                  <a16:creationId xmlns:a16="http://schemas.microsoft.com/office/drawing/2014/main" id="{DC70D911-2157-5A4D-AE47-D2A49D36079E}"/>
                </a:ext>
              </a:extLst>
            </p:cNvPr>
            <p:cNvSpPr/>
            <p:nvPr/>
          </p:nvSpPr>
          <p:spPr>
            <a:xfrm>
              <a:off x="7668499" y="3073618"/>
              <a:ext cx="212093" cy="268346"/>
            </a:xfrm>
            <a:custGeom>
              <a:avLst/>
              <a:gdLst>
                <a:gd name="connsiteX0" fmla="*/ 65154 w 212093"/>
                <a:gd name="connsiteY0" fmla="*/ 180299 h 268346"/>
                <a:gd name="connsiteX1" fmla="*/ 145671 w 212093"/>
                <a:gd name="connsiteY1" fmla="*/ 123907 h 268346"/>
                <a:gd name="connsiteX2" fmla="*/ 146998 w 212093"/>
                <a:gd name="connsiteY2" fmla="*/ 123623 h 268346"/>
                <a:gd name="connsiteX3" fmla="*/ 205134 w 212093"/>
                <a:gd name="connsiteY3" fmla="*/ 93295 h 268346"/>
                <a:gd name="connsiteX4" fmla="*/ 209212 w 212093"/>
                <a:gd name="connsiteY4" fmla="*/ 45907 h 268346"/>
                <a:gd name="connsiteX5" fmla="*/ 181994 w 212093"/>
                <a:gd name="connsiteY5" fmla="*/ 8565 h 268346"/>
                <a:gd name="connsiteX6" fmla="*/ 96734 w 212093"/>
                <a:gd name="connsiteY6" fmla="*/ 6954 h 268346"/>
                <a:gd name="connsiteX7" fmla="*/ 0 w 212093"/>
                <a:gd name="connsiteY7" fmla="*/ 143526 h 268346"/>
                <a:gd name="connsiteX8" fmla="*/ 71508 w 212093"/>
                <a:gd name="connsiteY8" fmla="*/ 268346 h 268346"/>
                <a:gd name="connsiteX9" fmla="*/ 65154 w 212093"/>
                <a:gd name="connsiteY9" fmla="*/ 180299 h 268346"/>
                <a:gd name="connsiteX10" fmla="*/ 145196 w 212093"/>
                <a:gd name="connsiteY10" fmla="*/ 40883 h 268346"/>
                <a:gd name="connsiteX11" fmla="*/ 167199 w 212093"/>
                <a:gd name="connsiteY11" fmla="*/ 62871 h 268346"/>
                <a:gd name="connsiteX12" fmla="*/ 145196 w 212093"/>
                <a:gd name="connsiteY12" fmla="*/ 84860 h 268346"/>
                <a:gd name="connsiteX13" fmla="*/ 123194 w 212093"/>
                <a:gd name="connsiteY13" fmla="*/ 62871 h 268346"/>
                <a:gd name="connsiteX14" fmla="*/ 145196 w 212093"/>
                <a:gd name="connsiteY14" fmla="*/ 40883 h 268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093" h="268346">
                  <a:moveTo>
                    <a:pt x="65154" y="180299"/>
                  </a:moveTo>
                  <a:cubicBezTo>
                    <a:pt x="86871" y="135375"/>
                    <a:pt x="131161" y="126751"/>
                    <a:pt x="145671" y="123907"/>
                  </a:cubicBezTo>
                  <a:lnTo>
                    <a:pt x="146998" y="123623"/>
                  </a:lnTo>
                  <a:cubicBezTo>
                    <a:pt x="167768" y="119453"/>
                    <a:pt x="193089" y="112250"/>
                    <a:pt x="205134" y="93295"/>
                  </a:cubicBezTo>
                  <a:cubicBezTo>
                    <a:pt x="212721" y="81258"/>
                    <a:pt x="214143" y="65336"/>
                    <a:pt x="209212" y="45907"/>
                  </a:cubicBezTo>
                  <a:cubicBezTo>
                    <a:pt x="204849" y="28278"/>
                    <a:pt x="195935" y="16052"/>
                    <a:pt x="181994" y="8565"/>
                  </a:cubicBezTo>
                  <a:cubicBezTo>
                    <a:pt x="152214" y="-7547"/>
                    <a:pt x="108779" y="3352"/>
                    <a:pt x="96734" y="6954"/>
                  </a:cubicBezTo>
                  <a:cubicBezTo>
                    <a:pt x="40496" y="26951"/>
                    <a:pt x="0" y="80595"/>
                    <a:pt x="0" y="143526"/>
                  </a:cubicBezTo>
                  <a:cubicBezTo>
                    <a:pt x="0" y="196601"/>
                    <a:pt x="28831" y="243041"/>
                    <a:pt x="71508" y="268346"/>
                  </a:cubicBezTo>
                  <a:cubicBezTo>
                    <a:pt x="54721" y="242377"/>
                    <a:pt x="52066" y="207310"/>
                    <a:pt x="65154" y="180299"/>
                  </a:cubicBezTo>
                  <a:close/>
                  <a:moveTo>
                    <a:pt x="145196" y="40883"/>
                  </a:moveTo>
                  <a:cubicBezTo>
                    <a:pt x="157336" y="40883"/>
                    <a:pt x="167199" y="50740"/>
                    <a:pt x="167199" y="62871"/>
                  </a:cubicBezTo>
                  <a:cubicBezTo>
                    <a:pt x="167199" y="75003"/>
                    <a:pt x="157336" y="84860"/>
                    <a:pt x="145196" y="84860"/>
                  </a:cubicBezTo>
                  <a:cubicBezTo>
                    <a:pt x="133057" y="84860"/>
                    <a:pt x="123194" y="75003"/>
                    <a:pt x="123194" y="62871"/>
                  </a:cubicBezTo>
                  <a:cubicBezTo>
                    <a:pt x="123194" y="50740"/>
                    <a:pt x="133057" y="40883"/>
                    <a:pt x="145196" y="40883"/>
                  </a:cubicBezTo>
                  <a:close/>
                </a:path>
              </a:pathLst>
            </a:custGeom>
            <a:solidFill>
              <a:srgbClr val="012169"/>
            </a:solidFill>
            <a:ln w="9463" cap="flat">
              <a:noFill/>
              <a:prstDash val="solid"/>
              <a:miter/>
            </a:ln>
          </p:spPr>
          <p:txBody>
            <a:bodyPr rtlCol="0" anchor="ctr"/>
            <a:lstStyle/>
            <a:p>
              <a:endParaRPr lang="en-US"/>
            </a:p>
          </p:txBody>
        </p:sp>
        <p:sp>
          <p:nvSpPr>
            <p:cNvPr id="19" name="Freeform 18">
              <a:extLst>
                <a:ext uri="{FF2B5EF4-FFF2-40B4-BE49-F238E27FC236}">
                  <a16:creationId xmlns:a16="http://schemas.microsoft.com/office/drawing/2014/main" id="{70D4C044-7CCE-2B4F-91F4-DA75A5BF0CD5}"/>
                </a:ext>
              </a:extLst>
            </p:cNvPr>
            <p:cNvSpPr/>
            <p:nvPr/>
          </p:nvSpPr>
          <p:spPr>
            <a:xfrm>
              <a:off x="7545874" y="2947317"/>
              <a:ext cx="537729" cy="537380"/>
            </a:xfrm>
            <a:custGeom>
              <a:avLst/>
              <a:gdLst>
                <a:gd name="connsiteX0" fmla="*/ 268865 w 537729"/>
                <a:gd name="connsiteY0" fmla="*/ 0 h 537380"/>
                <a:gd name="connsiteX1" fmla="*/ 0 w 537729"/>
                <a:gd name="connsiteY1" fmla="*/ 268690 h 537380"/>
                <a:gd name="connsiteX2" fmla="*/ 268865 w 537729"/>
                <a:gd name="connsiteY2" fmla="*/ 537381 h 537380"/>
                <a:gd name="connsiteX3" fmla="*/ 537730 w 537729"/>
                <a:gd name="connsiteY3" fmla="*/ 268690 h 537380"/>
                <a:gd name="connsiteX4" fmla="*/ 268865 w 537729"/>
                <a:gd name="connsiteY4" fmla="*/ 0 h 537380"/>
                <a:gd name="connsiteX5" fmla="*/ 342364 w 537729"/>
                <a:gd name="connsiteY5" fmla="*/ 415688 h 537380"/>
                <a:gd name="connsiteX6" fmla="*/ 332216 w 537729"/>
                <a:gd name="connsiteY6" fmla="*/ 420616 h 537380"/>
                <a:gd name="connsiteX7" fmla="*/ 331552 w 537729"/>
                <a:gd name="connsiteY7" fmla="*/ 420901 h 537380"/>
                <a:gd name="connsiteX8" fmla="*/ 318275 w 537729"/>
                <a:gd name="connsiteY8" fmla="*/ 425734 h 537380"/>
                <a:gd name="connsiteX9" fmla="*/ 315335 w 537729"/>
                <a:gd name="connsiteY9" fmla="*/ 426682 h 537380"/>
                <a:gd name="connsiteX10" fmla="*/ 304713 w 537729"/>
                <a:gd name="connsiteY10" fmla="*/ 429431 h 537380"/>
                <a:gd name="connsiteX11" fmla="*/ 267822 w 537729"/>
                <a:gd name="connsiteY11" fmla="*/ 433790 h 537380"/>
                <a:gd name="connsiteX12" fmla="*/ 103658 w 537729"/>
                <a:gd name="connsiteY12" fmla="*/ 269733 h 537380"/>
                <a:gd name="connsiteX13" fmla="*/ 208833 w 537729"/>
                <a:gd name="connsiteY13" fmla="*/ 116859 h 537380"/>
                <a:gd name="connsiteX14" fmla="*/ 209686 w 537729"/>
                <a:gd name="connsiteY14" fmla="*/ 116290 h 537380"/>
                <a:gd name="connsiteX15" fmla="*/ 212816 w 537729"/>
                <a:gd name="connsiteY15" fmla="*/ 115343 h 537380"/>
                <a:gd name="connsiteX16" fmla="*/ 267822 w 537729"/>
                <a:gd name="connsiteY16" fmla="*/ 105675 h 537380"/>
                <a:gd name="connsiteX17" fmla="*/ 379920 w 537729"/>
                <a:gd name="connsiteY17" fmla="*/ 150220 h 537380"/>
                <a:gd name="connsiteX18" fmla="*/ 380489 w 537729"/>
                <a:gd name="connsiteY18" fmla="*/ 150694 h 537380"/>
                <a:gd name="connsiteX19" fmla="*/ 390162 w 537729"/>
                <a:gd name="connsiteY19" fmla="*/ 160646 h 537380"/>
                <a:gd name="connsiteX20" fmla="*/ 391585 w 537729"/>
                <a:gd name="connsiteY20" fmla="*/ 162162 h 537380"/>
                <a:gd name="connsiteX21" fmla="*/ 400120 w 537729"/>
                <a:gd name="connsiteY21" fmla="*/ 172872 h 537380"/>
                <a:gd name="connsiteX22" fmla="*/ 401163 w 537729"/>
                <a:gd name="connsiteY22" fmla="*/ 174199 h 537380"/>
                <a:gd name="connsiteX23" fmla="*/ 432175 w 537729"/>
                <a:gd name="connsiteY23" fmla="*/ 269733 h 537380"/>
                <a:gd name="connsiteX24" fmla="*/ 342364 w 537729"/>
                <a:gd name="connsiteY24" fmla="*/ 415688 h 5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37729" h="537380">
                  <a:moveTo>
                    <a:pt x="268865" y="0"/>
                  </a:moveTo>
                  <a:cubicBezTo>
                    <a:pt x="120349" y="0"/>
                    <a:pt x="0" y="120271"/>
                    <a:pt x="0" y="268690"/>
                  </a:cubicBezTo>
                  <a:cubicBezTo>
                    <a:pt x="0" y="417110"/>
                    <a:pt x="120349" y="537381"/>
                    <a:pt x="268865" y="537381"/>
                  </a:cubicBezTo>
                  <a:cubicBezTo>
                    <a:pt x="417381" y="537381"/>
                    <a:pt x="537730" y="417110"/>
                    <a:pt x="537730" y="268690"/>
                  </a:cubicBezTo>
                  <a:cubicBezTo>
                    <a:pt x="537730" y="120271"/>
                    <a:pt x="417381" y="0"/>
                    <a:pt x="268865" y="0"/>
                  </a:cubicBezTo>
                  <a:close/>
                  <a:moveTo>
                    <a:pt x="342364" y="415688"/>
                  </a:moveTo>
                  <a:cubicBezTo>
                    <a:pt x="338950" y="417489"/>
                    <a:pt x="335536" y="419100"/>
                    <a:pt x="332216" y="420616"/>
                  </a:cubicBezTo>
                  <a:cubicBezTo>
                    <a:pt x="332027" y="420711"/>
                    <a:pt x="331837" y="420806"/>
                    <a:pt x="331552" y="420901"/>
                  </a:cubicBezTo>
                  <a:cubicBezTo>
                    <a:pt x="327095" y="422796"/>
                    <a:pt x="322638" y="424407"/>
                    <a:pt x="318275" y="425734"/>
                  </a:cubicBezTo>
                  <a:cubicBezTo>
                    <a:pt x="317327" y="426019"/>
                    <a:pt x="316284" y="426398"/>
                    <a:pt x="315335" y="426682"/>
                  </a:cubicBezTo>
                  <a:cubicBezTo>
                    <a:pt x="311731" y="427725"/>
                    <a:pt x="308222" y="428672"/>
                    <a:pt x="304713" y="429431"/>
                  </a:cubicBezTo>
                  <a:cubicBezTo>
                    <a:pt x="292859" y="432179"/>
                    <a:pt x="280530" y="433790"/>
                    <a:pt x="267822" y="433790"/>
                  </a:cubicBezTo>
                  <a:cubicBezTo>
                    <a:pt x="177346" y="433790"/>
                    <a:pt x="103658" y="360244"/>
                    <a:pt x="103658" y="269733"/>
                  </a:cubicBezTo>
                  <a:cubicBezTo>
                    <a:pt x="103658" y="200072"/>
                    <a:pt x="147378" y="140553"/>
                    <a:pt x="208833" y="116859"/>
                  </a:cubicBezTo>
                  <a:cubicBezTo>
                    <a:pt x="209117" y="116669"/>
                    <a:pt x="209402" y="116480"/>
                    <a:pt x="209686" y="116290"/>
                  </a:cubicBezTo>
                  <a:cubicBezTo>
                    <a:pt x="210729" y="115911"/>
                    <a:pt x="211773" y="115722"/>
                    <a:pt x="212816" y="115343"/>
                  </a:cubicBezTo>
                  <a:cubicBezTo>
                    <a:pt x="230076" y="109182"/>
                    <a:pt x="248475" y="105675"/>
                    <a:pt x="267822" y="105675"/>
                  </a:cubicBezTo>
                  <a:cubicBezTo>
                    <a:pt x="311162" y="105675"/>
                    <a:pt x="350520" y="122640"/>
                    <a:pt x="379920" y="150220"/>
                  </a:cubicBezTo>
                  <a:cubicBezTo>
                    <a:pt x="380109" y="150410"/>
                    <a:pt x="380299" y="150504"/>
                    <a:pt x="380489" y="150694"/>
                  </a:cubicBezTo>
                  <a:cubicBezTo>
                    <a:pt x="383808" y="153822"/>
                    <a:pt x="387032" y="157139"/>
                    <a:pt x="390162" y="160646"/>
                  </a:cubicBezTo>
                  <a:cubicBezTo>
                    <a:pt x="390636" y="161214"/>
                    <a:pt x="391111" y="161688"/>
                    <a:pt x="391585" y="162162"/>
                  </a:cubicBezTo>
                  <a:cubicBezTo>
                    <a:pt x="394620" y="165574"/>
                    <a:pt x="397370" y="169175"/>
                    <a:pt x="400120" y="172872"/>
                  </a:cubicBezTo>
                  <a:cubicBezTo>
                    <a:pt x="400405" y="173346"/>
                    <a:pt x="400784" y="173725"/>
                    <a:pt x="401163" y="174199"/>
                  </a:cubicBezTo>
                  <a:cubicBezTo>
                    <a:pt x="420605" y="201115"/>
                    <a:pt x="432175" y="234097"/>
                    <a:pt x="432175" y="269733"/>
                  </a:cubicBezTo>
                  <a:cubicBezTo>
                    <a:pt x="431986" y="333328"/>
                    <a:pt x="395473" y="388487"/>
                    <a:pt x="342364" y="415688"/>
                  </a:cubicBezTo>
                  <a:close/>
                </a:path>
              </a:pathLst>
            </a:custGeom>
            <a:solidFill>
              <a:srgbClr val="012169"/>
            </a:solidFill>
            <a:ln w="9463" cap="flat">
              <a:noFill/>
              <a:prstDash val="solid"/>
              <a:miter/>
            </a:ln>
          </p:spPr>
          <p:txBody>
            <a:bodyPr rtlCol="0" anchor="ctr"/>
            <a:lstStyle/>
            <a:p>
              <a:endParaRPr lang="en-US"/>
            </a:p>
          </p:txBody>
        </p:sp>
      </p:grpSp>
    </p:spTree>
    <p:extLst>
      <p:ext uri="{BB962C8B-B14F-4D97-AF65-F5344CB8AC3E}">
        <p14:creationId xmlns:p14="http://schemas.microsoft.com/office/powerpoint/2010/main" val="3832823215"/>
      </p:ext>
    </p:extLst>
  </p:cSld>
  <p:clrMapOvr>
    <a:masterClrMapping/>
  </p:clrMapOvr>
  <p:transition>
    <p:fade/>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0AB181-1E9F-2244-B53A-BC8E2F101DA6}"/>
              </a:ext>
            </a:extLst>
          </p:cNvPr>
          <p:cNvSpPr>
            <a:spLocks noGrp="1"/>
          </p:cNvSpPr>
          <p:nvPr>
            <p:ph type="title"/>
          </p:nvPr>
        </p:nvSpPr>
        <p:spPr/>
        <p:txBody>
          <a:bodyPr/>
          <a:lstStyle/>
          <a:p>
            <a:r>
              <a:rPr lang="en-US" dirty="0"/>
              <a:t>SAFETY &amp; SECURITY</a:t>
            </a:r>
          </a:p>
        </p:txBody>
      </p:sp>
      <p:sp>
        <p:nvSpPr>
          <p:cNvPr id="4" name="Content Placeholder 3">
            <a:extLst>
              <a:ext uri="{FF2B5EF4-FFF2-40B4-BE49-F238E27FC236}">
                <a16:creationId xmlns:a16="http://schemas.microsoft.com/office/drawing/2014/main" id="{DB57E314-8EE4-694B-B268-A9071E1D395E}"/>
              </a:ext>
            </a:extLst>
          </p:cNvPr>
          <p:cNvSpPr>
            <a:spLocks noGrp="1"/>
          </p:cNvSpPr>
          <p:nvPr>
            <p:ph idx="10"/>
          </p:nvPr>
        </p:nvSpPr>
        <p:spPr>
          <a:xfrm>
            <a:off x="463296" y="5473209"/>
            <a:ext cx="1649589" cy="1114021"/>
          </a:xfrm>
        </p:spPr>
        <p:txBody>
          <a:bodyPr/>
          <a:lstStyle/>
          <a:p>
            <a:r>
              <a:rPr lang="en-US" dirty="0"/>
              <a:t>Digital</a:t>
            </a:r>
          </a:p>
          <a:p>
            <a:r>
              <a:rPr lang="en-US" sz="900" dirty="0"/>
              <a:t>Keywords:</a:t>
            </a:r>
            <a:br>
              <a:rPr lang="en-US" sz="900" dirty="0"/>
            </a:br>
            <a:r>
              <a:rPr lang="en-US" sz="850" b="0" dirty="0"/>
              <a:t>Safe, Secure, Blocked, Unblocked, Password, Secret Code, Passcode, Shield, Security </a:t>
            </a:r>
            <a:r>
              <a:rPr lang="en-US" sz="850" b="0" dirty="0" err="1"/>
              <a:t>numberic</a:t>
            </a:r>
            <a:r>
              <a:rPr lang="en-US" sz="850" b="0" dirty="0"/>
              <a:t> pad, Locked, Unlocked</a:t>
            </a:r>
          </a:p>
        </p:txBody>
      </p:sp>
      <p:sp>
        <p:nvSpPr>
          <p:cNvPr id="9" name="Content Placeholder 3">
            <a:extLst>
              <a:ext uri="{FF2B5EF4-FFF2-40B4-BE49-F238E27FC236}">
                <a16:creationId xmlns:a16="http://schemas.microsoft.com/office/drawing/2014/main" id="{55E798CF-E773-9D48-A06F-584A2DB95AC8}"/>
              </a:ext>
            </a:extLst>
          </p:cNvPr>
          <p:cNvSpPr txBox="1">
            <a:spLocks/>
          </p:cNvSpPr>
          <p:nvPr/>
        </p:nvSpPr>
        <p:spPr>
          <a:xfrm>
            <a:off x="3630967" y="5473209"/>
            <a:ext cx="3655658"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Emergency &amp; Alerts</a:t>
            </a:r>
          </a:p>
          <a:p>
            <a:r>
              <a:rPr lang="en-US" sz="900" dirty="0"/>
              <a:t>Keywords:</a:t>
            </a:r>
            <a:br>
              <a:rPr lang="en-US" sz="900" dirty="0"/>
            </a:br>
            <a:r>
              <a:rPr lang="en-US" sz="850" b="0" dirty="0"/>
              <a:t>Rescue, Fire escape, Danger, Rescue tube, Life guard, Ghost, Fire Extinguisher, Fire Truck, Exit, Entry, Down stairs, Going down the stairs, Stairway, Axe, Life Buoy, Bell icon, Ding, Vibrating Alarm, Security alert, Handcuffs, Alert, Alert message, Alarm, Warning, Exclamation point, Query, Question mark, Life preserver</a:t>
            </a:r>
          </a:p>
        </p:txBody>
      </p:sp>
      <p:grpSp>
        <p:nvGrpSpPr>
          <p:cNvPr id="6" name="Graphic 4">
            <a:extLst>
              <a:ext uri="{FF2B5EF4-FFF2-40B4-BE49-F238E27FC236}">
                <a16:creationId xmlns:a16="http://schemas.microsoft.com/office/drawing/2014/main" id="{AAA2A73C-E2D9-9140-A0AF-F5912F7B9185}"/>
              </a:ext>
            </a:extLst>
          </p:cNvPr>
          <p:cNvGrpSpPr/>
          <p:nvPr/>
        </p:nvGrpSpPr>
        <p:grpSpPr>
          <a:xfrm>
            <a:off x="467743" y="1402723"/>
            <a:ext cx="361670" cy="361971"/>
            <a:chOff x="467743" y="1402723"/>
            <a:chExt cx="361670" cy="361971"/>
          </a:xfrm>
          <a:solidFill>
            <a:srgbClr val="007680"/>
          </a:solidFill>
        </p:grpSpPr>
        <p:sp>
          <p:nvSpPr>
            <p:cNvPr id="7" name="Graphic 4">
              <a:extLst>
                <a:ext uri="{FF2B5EF4-FFF2-40B4-BE49-F238E27FC236}">
                  <a16:creationId xmlns:a16="http://schemas.microsoft.com/office/drawing/2014/main" id="{AE85929E-0DCF-6443-98C2-6E9E92F660B2}"/>
                </a:ext>
              </a:extLst>
            </p:cNvPr>
            <p:cNvSpPr/>
            <p:nvPr/>
          </p:nvSpPr>
          <p:spPr>
            <a:xfrm>
              <a:off x="467743" y="1402723"/>
              <a:ext cx="361670" cy="361971"/>
            </a:xfrm>
            <a:custGeom>
              <a:avLst/>
              <a:gdLst>
                <a:gd name="connsiteX0" fmla="*/ 180835 w 361670"/>
                <a:gd name="connsiteY0" fmla="*/ 0 h 361971"/>
                <a:gd name="connsiteX1" fmla="*/ 0 w 361670"/>
                <a:gd name="connsiteY1" fmla="*/ 181305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028 h 361971"/>
                <a:gd name="connsiteX9" fmla="*/ 180835 w 361670"/>
                <a:gd name="connsiteY9" fmla="*/ 12130 h 361971"/>
                <a:gd name="connsiteX10" fmla="*/ 348891 w 361670"/>
                <a:gd name="connsiteY10" fmla="*/ 180028 h 361971"/>
                <a:gd name="connsiteX11" fmla="*/ 180835 w 361670"/>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1971">
                  <a:moveTo>
                    <a:pt x="180835" y="0"/>
                  </a:moveTo>
                  <a:cubicBezTo>
                    <a:pt x="80513" y="0"/>
                    <a:pt x="0" y="81077"/>
                    <a:pt x="0" y="181305"/>
                  </a:cubicBezTo>
                  <a:cubicBezTo>
                    <a:pt x="0" y="281534"/>
                    <a:pt x="81152" y="361972"/>
                    <a:pt x="180835" y="361972"/>
                  </a:cubicBezTo>
                  <a:cubicBezTo>
                    <a:pt x="280518" y="361972"/>
                    <a:pt x="361670" y="280895"/>
                    <a:pt x="361670" y="181305"/>
                  </a:cubicBezTo>
                  <a:cubicBezTo>
                    <a:pt x="361670" y="181305"/>
                    <a:pt x="361670" y="181305"/>
                    <a:pt x="361670" y="181305"/>
                  </a:cubicBezTo>
                  <a:cubicBezTo>
                    <a:pt x="361670" y="80438"/>
                    <a:pt x="281157" y="0"/>
                    <a:pt x="180835" y="0"/>
                  </a:cubicBezTo>
                  <a:cubicBezTo>
                    <a:pt x="180835" y="0"/>
                    <a:pt x="180835" y="0"/>
                    <a:pt x="180835" y="0"/>
                  </a:cubicBezTo>
                  <a:close/>
                  <a:moveTo>
                    <a:pt x="180835" y="348565"/>
                  </a:moveTo>
                  <a:cubicBezTo>
                    <a:pt x="87542" y="348565"/>
                    <a:pt x="12780" y="273234"/>
                    <a:pt x="12780" y="180028"/>
                  </a:cubicBezTo>
                  <a:cubicBezTo>
                    <a:pt x="12780" y="86822"/>
                    <a:pt x="87542" y="12130"/>
                    <a:pt x="180835" y="12130"/>
                  </a:cubicBezTo>
                  <a:cubicBezTo>
                    <a:pt x="274128" y="12130"/>
                    <a:pt x="348891" y="87461"/>
                    <a:pt x="348891" y="180028"/>
                  </a:cubicBezTo>
                  <a:cubicBezTo>
                    <a:pt x="348891" y="273234"/>
                    <a:pt x="273489" y="348565"/>
                    <a:pt x="180835" y="348565"/>
                  </a:cubicBezTo>
                  <a:close/>
                </a:path>
              </a:pathLst>
            </a:custGeom>
            <a:solidFill>
              <a:srgbClr val="007680"/>
            </a:solidFill>
            <a:ln w="6390" cap="flat">
              <a:noFill/>
              <a:prstDash val="solid"/>
              <a:miter/>
            </a:ln>
          </p:spPr>
          <p:txBody>
            <a:bodyPr rtlCol="0" anchor="ctr"/>
            <a:lstStyle/>
            <a:p>
              <a:endParaRPr lang="en-US"/>
            </a:p>
          </p:txBody>
        </p:sp>
        <p:sp>
          <p:nvSpPr>
            <p:cNvPr id="8" name="Graphic 4">
              <a:extLst>
                <a:ext uri="{FF2B5EF4-FFF2-40B4-BE49-F238E27FC236}">
                  <a16:creationId xmlns:a16="http://schemas.microsoft.com/office/drawing/2014/main" id="{CBE9FC75-8CB9-6442-87C7-4F413547BCB5}"/>
                </a:ext>
              </a:extLst>
            </p:cNvPr>
            <p:cNvSpPr/>
            <p:nvPr/>
          </p:nvSpPr>
          <p:spPr>
            <a:xfrm>
              <a:off x="579095" y="1568672"/>
              <a:ext cx="137248" cy="118776"/>
            </a:xfrm>
            <a:custGeom>
              <a:avLst/>
              <a:gdLst>
                <a:gd name="connsiteX0" fmla="*/ 118047 w 137248"/>
                <a:gd name="connsiteY0" fmla="*/ 56852 h 118776"/>
                <a:gd name="connsiteX1" fmla="*/ 109740 w 137248"/>
                <a:gd name="connsiteY1" fmla="*/ 58767 h 118776"/>
                <a:gd name="connsiteX2" fmla="*/ 89931 w 137248"/>
                <a:gd name="connsiteY2" fmla="*/ 43445 h 118776"/>
                <a:gd name="connsiteX3" fmla="*/ 82263 w 137248"/>
                <a:gd name="connsiteY3" fmla="*/ 44722 h 118776"/>
                <a:gd name="connsiteX4" fmla="*/ 82263 w 137248"/>
                <a:gd name="connsiteY4" fmla="*/ 21740 h 118776"/>
                <a:gd name="connsiteX5" fmla="*/ 63093 w 137248"/>
                <a:gd name="connsiteY5" fmla="*/ 34 h 118776"/>
                <a:gd name="connsiteX6" fmla="*/ 41367 w 137248"/>
                <a:gd name="connsiteY6" fmla="*/ 19186 h 118776"/>
                <a:gd name="connsiteX7" fmla="*/ 41367 w 137248"/>
                <a:gd name="connsiteY7" fmla="*/ 21740 h 118776"/>
                <a:gd name="connsiteX8" fmla="*/ 41367 w 137248"/>
                <a:gd name="connsiteY8" fmla="*/ 79834 h 118776"/>
                <a:gd name="connsiteX9" fmla="*/ 28588 w 137248"/>
                <a:gd name="connsiteY9" fmla="*/ 67066 h 118776"/>
                <a:gd name="connsiteX10" fmla="*/ 12613 w 137248"/>
                <a:gd name="connsiteY10" fmla="*/ 65151 h 118776"/>
                <a:gd name="connsiteX11" fmla="*/ 1111 w 137248"/>
                <a:gd name="connsiteY11" fmla="*/ 75365 h 118776"/>
                <a:gd name="connsiteX12" fmla="*/ 6223 w 137248"/>
                <a:gd name="connsiteY12" fmla="*/ 102178 h 118776"/>
                <a:gd name="connsiteX13" fmla="*/ 12613 w 137248"/>
                <a:gd name="connsiteY13" fmla="*/ 114946 h 118776"/>
                <a:gd name="connsiteX14" fmla="*/ 18364 w 137248"/>
                <a:gd name="connsiteY14" fmla="*/ 118777 h 118776"/>
                <a:gd name="connsiteX15" fmla="*/ 20920 w 137248"/>
                <a:gd name="connsiteY15" fmla="*/ 118138 h 118776"/>
                <a:gd name="connsiteX16" fmla="*/ 24115 w 137248"/>
                <a:gd name="connsiteY16" fmla="*/ 109839 h 118776"/>
                <a:gd name="connsiteX17" fmla="*/ 24115 w 137248"/>
                <a:gd name="connsiteY17" fmla="*/ 109839 h 118776"/>
                <a:gd name="connsiteX18" fmla="*/ 17725 w 137248"/>
                <a:gd name="connsiteY18" fmla="*/ 96433 h 118776"/>
                <a:gd name="connsiteX19" fmla="*/ 17086 w 137248"/>
                <a:gd name="connsiteY19" fmla="*/ 95794 h 118776"/>
                <a:gd name="connsiteX20" fmla="*/ 12613 w 137248"/>
                <a:gd name="connsiteY20" fmla="*/ 80473 h 118776"/>
                <a:gd name="connsiteX21" fmla="*/ 15808 w 137248"/>
                <a:gd name="connsiteY21" fmla="*/ 77919 h 118776"/>
                <a:gd name="connsiteX22" fmla="*/ 17086 w 137248"/>
                <a:gd name="connsiteY22" fmla="*/ 77281 h 118776"/>
                <a:gd name="connsiteX23" fmla="*/ 22198 w 137248"/>
                <a:gd name="connsiteY23" fmla="*/ 78557 h 118776"/>
                <a:gd name="connsiteX24" fmla="*/ 31782 w 137248"/>
                <a:gd name="connsiteY24" fmla="*/ 90049 h 118776"/>
                <a:gd name="connsiteX25" fmla="*/ 41367 w 137248"/>
                <a:gd name="connsiteY25" fmla="*/ 111116 h 118776"/>
                <a:gd name="connsiteX26" fmla="*/ 49674 w 137248"/>
                <a:gd name="connsiteY26" fmla="*/ 114308 h 118776"/>
                <a:gd name="connsiteX27" fmla="*/ 52869 w 137248"/>
                <a:gd name="connsiteY27" fmla="*/ 107285 h 118776"/>
                <a:gd name="connsiteX28" fmla="*/ 52869 w 137248"/>
                <a:gd name="connsiteY28" fmla="*/ 106009 h 118776"/>
                <a:gd name="connsiteX29" fmla="*/ 52869 w 137248"/>
                <a:gd name="connsiteY29" fmla="*/ 23017 h 118776"/>
                <a:gd name="connsiteX30" fmla="*/ 59898 w 137248"/>
                <a:gd name="connsiteY30" fmla="*/ 14718 h 118776"/>
                <a:gd name="connsiteX31" fmla="*/ 68205 w 137248"/>
                <a:gd name="connsiteY31" fmla="*/ 21740 h 118776"/>
                <a:gd name="connsiteX32" fmla="*/ 68205 w 137248"/>
                <a:gd name="connsiteY32" fmla="*/ 23017 h 118776"/>
                <a:gd name="connsiteX33" fmla="*/ 68205 w 137248"/>
                <a:gd name="connsiteY33" fmla="*/ 85580 h 118776"/>
                <a:gd name="connsiteX34" fmla="*/ 74595 w 137248"/>
                <a:gd name="connsiteY34" fmla="*/ 91964 h 118776"/>
                <a:gd name="connsiteX35" fmla="*/ 80985 w 137248"/>
                <a:gd name="connsiteY35" fmla="*/ 85580 h 118776"/>
                <a:gd name="connsiteX36" fmla="*/ 80985 w 137248"/>
                <a:gd name="connsiteY36" fmla="*/ 63236 h 118776"/>
                <a:gd name="connsiteX37" fmla="*/ 88014 w 137248"/>
                <a:gd name="connsiteY37" fmla="*/ 54937 h 118776"/>
                <a:gd name="connsiteX38" fmla="*/ 96321 w 137248"/>
                <a:gd name="connsiteY38" fmla="*/ 61959 h 118776"/>
                <a:gd name="connsiteX39" fmla="*/ 96321 w 137248"/>
                <a:gd name="connsiteY39" fmla="*/ 63236 h 118776"/>
                <a:gd name="connsiteX40" fmla="*/ 96321 w 137248"/>
                <a:gd name="connsiteY40" fmla="*/ 84303 h 118776"/>
                <a:gd name="connsiteX41" fmla="*/ 102711 w 137248"/>
                <a:gd name="connsiteY41" fmla="*/ 90687 h 118776"/>
                <a:gd name="connsiteX42" fmla="*/ 109101 w 137248"/>
                <a:gd name="connsiteY42" fmla="*/ 84303 h 118776"/>
                <a:gd name="connsiteX43" fmla="*/ 109101 w 137248"/>
                <a:gd name="connsiteY43" fmla="*/ 77281 h 118776"/>
                <a:gd name="connsiteX44" fmla="*/ 117408 w 137248"/>
                <a:gd name="connsiteY44" fmla="*/ 70258 h 118776"/>
                <a:gd name="connsiteX45" fmla="*/ 124437 w 137248"/>
                <a:gd name="connsiteY45" fmla="*/ 77281 h 118776"/>
                <a:gd name="connsiteX46" fmla="*/ 124437 w 137248"/>
                <a:gd name="connsiteY46" fmla="*/ 91325 h 118776"/>
                <a:gd name="connsiteX47" fmla="*/ 130827 w 137248"/>
                <a:gd name="connsiteY47" fmla="*/ 97709 h 118776"/>
                <a:gd name="connsiteX48" fmla="*/ 137216 w 137248"/>
                <a:gd name="connsiteY48" fmla="*/ 91325 h 118776"/>
                <a:gd name="connsiteX49" fmla="*/ 137216 w 137248"/>
                <a:gd name="connsiteY49" fmla="*/ 77281 h 118776"/>
                <a:gd name="connsiteX50" fmla="*/ 118047 w 137248"/>
                <a:gd name="connsiteY50" fmla="*/ 56852 h 11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7248" h="118776">
                  <a:moveTo>
                    <a:pt x="118047" y="56852"/>
                  </a:moveTo>
                  <a:cubicBezTo>
                    <a:pt x="115491" y="56852"/>
                    <a:pt x="112296" y="57490"/>
                    <a:pt x="109740" y="58767"/>
                  </a:cubicBezTo>
                  <a:cubicBezTo>
                    <a:pt x="107823" y="49829"/>
                    <a:pt x="99516" y="43445"/>
                    <a:pt x="89931" y="43445"/>
                  </a:cubicBezTo>
                  <a:cubicBezTo>
                    <a:pt x="87375" y="43445"/>
                    <a:pt x="84819" y="44084"/>
                    <a:pt x="82263" y="44722"/>
                  </a:cubicBezTo>
                  <a:lnTo>
                    <a:pt x="82263" y="21740"/>
                  </a:lnTo>
                  <a:cubicBezTo>
                    <a:pt x="82902" y="10249"/>
                    <a:pt x="74595" y="673"/>
                    <a:pt x="63093" y="34"/>
                  </a:cubicBezTo>
                  <a:cubicBezTo>
                    <a:pt x="51591" y="-604"/>
                    <a:pt x="42006" y="7695"/>
                    <a:pt x="41367" y="19186"/>
                  </a:cubicBezTo>
                  <a:cubicBezTo>
                    <a:pt x="41367" y="19825"/>
                    <a:pt x="41367" y="20463"/>
                    <a:pt x="41367" y="21740"/>
                  </a:cubicBezTo>
                  <a:lnTo>
                    <a:pt x="41367" y="79834"/>
                  </a:lnTo>
                  <a:cubicBezTo>
                    <a:pt x="38172" y="74727"/>
                    <a:pt x="33699" y="70258"/>
                    <a:pt x="28588" y="67066"/>
                  </a:cubicBezTo>
                  <a:cubicBezTo>
                    <a:pt x="24115" y="63874"/>
                    <a:pt x="17725" y="63236"/>
                    <a:pt x="12613" y="65151"/>
                  </a:cubicBezTo>
                  <a:cubicBezTo>
                    <a:pt x="7501" y="66428"/>
                    <a:pt x="3028" y="70258"/>
                    <a:pt x="1111" y="75365"/>
                  </a:cubicBezTo>
                  <a:cubicBezTo>
                    <a:pt x="-1445" y="84303"/>
                    <a:pt x="472" y="94517"/>
                    <a:pt x="6223" y="102178"/>
                  </a:cubicBezTo>
                  <a:lnTo>
                    <a:pt x="12613" y="114946"/>
                  </a:lnTo>
                  <a:cubicBezTo>
                    <a:pt x="13891" y="117500"/>
                    <a:pt x="15808" y="118777"/>
                    <a:pt x="18364" y="118777"/>
                  </a:cubicBezTo>
                  <a:cubicBezTo>
                    <a:pt x="19003" y="118777"/>
                    <a:pt x="20281" y="118777"/>
                    <a:pt x="20920" y="118138"/>
                  </a:cubicBezTo>
                  <a:cubicBezTo>
                    <a:pt x="24115" y="116861"/>
                    <a:pt x="25393" y="113031"/>
                    <a:pt x="24115" y="109839"/>
                  </a:cubicBezTo>
                  <a:cubicBezTo>
                    <a:pt x="24115" y="109839"/>
                    <a:pt x="24115" y="109839"/>
                    <a:pt x="24115" y="109839"/>
                  </a:cubicBezTo>
                  <a:lnTo>
                    <a:pt x="17725" y="96433"/>
                  </a:lnTo>
                  <a:lnTo>
                    <a:pt x="17086" y="95794"/>
                  </a:lnTo>
                  <a:cubicBezTo>
                    <a:pt x="13252" y="91325"/>
                    <a:pt x="11974" y="86218"/>
                    <a:pt x="12613" y="80473"/>
                  </a:cubicBezTo>
                  <a:cubicBezTo>
                    <a:pt x="13252" y="79196"/>
                    <a:pt x="14530" y="77919"/>
                    <a:pt x="15808" y="77919"/>
                  </a:cubicBezTo>
                  <a:cubicBezTo>
                    <a:pt x="16447" y="77919"/>
                    <a:pt x="16447" y="77919"/>
                    <a:pt x="17086" y="77281"/>
                  </a:cubicBezTo>
                  <a:cubicBezTo>
                    <a:pt x="18364" y="76642"/>
                    <a:pt x="19642" y="77281"/>
                    <a:pt x="22198" y="78557"/>
                  </a:cubicBezTo>
                  <a:cubicBezTo>
                    <a:pt x="26671" y="81111"/>
                    <a:pt x="29866" y="84941"/>
                    <a:pt x="31782" y="90049"/>
                  </a:cubicBezTo>
                  <a:lnTo>
                    <a:pt x="41367" y="111116"/>
                  </a:lnTo>
                  <a:cubicBezTo>
                    <a:pt x="42645" y="114308"/>
                    <a:pt x="46479" y="115585"/>
                    <a:pt x="49674" y="114308"/>
                  </a:cubicBezTo>
                  <a:cubicBezTo>
                    <a:pt x="52230" y="113031"/>
                    <a:pt x="53508" y="109839"/>
                    <a:pt x="52869" y="107285"/>
                  </a:cubicBezTo>
                  <a:cubicBezTo>
                    <a:pt x="52869" y="106647"/>
                    <a:pt x="52869" y="106647"/>
                    <a:pt x="52869" y="106009"/>
                  </a:cubicBezTo>
                  <a:lnTo>
                    <a:pt x="52869" y="23017"/>
                  </a:lnTo>
                  <a:cubicBezTo>
                    <a:pt x="52230" y="19186"/>
                    <a:pt x="55425" y="15356"/>
                    <a:pt x="59898" y="14718"/>
                  </a:cubicBezTo>
                  <a:cubicBezTo>
                    <a:pt x="63732" y="14079"/>
                    <a:pt x="67566" y="17271"/>
                    <a:pt x="68205" y="21740"/>
                  </a:cubicBezTo>
                  <a:cubicBezTo>
                    <a:pt x="68205" y="22378"/>
                    <a:pt x="68205" y="22378"/>
                    <a:pt x="68205" y="23017"/>
                  </a:cubicBezTo>
                  <a:lnTo>
                    <a:pt x="68205" y="85580"/>
                  </a:lnTo>
                  <a:cubicBezTo>
                    <a:pt x="68205" y="89410"/>
                    <a:pt x="70761" y="91964"/>
                    <a:pt x="74595" y="91964"/>
                  </a:cubicBezTo>
                  <a:cubicBezTo>
                    <a:pt x="78429" y="91964"/>
                    <a:pt x="80985" y="89410"/>
                    <a:pt x="80985" y="85580"/>
                  </a:cubicBezTo>
                  <a:lnTo>
                    <a:pt x="80985" y="63236"/>
                  </a:lnTo>
                  <a:cubicBezTo>
                    <a:pt x="80346" y="59405"/>
                    <a:pt x="83541" y="55575"/>
                    <a:pt x="88014" y="54937"/>
                  </a:cubicBezTo>
                  <a:cubicBezTo>
                    <a:pt x="91848" y="54298"/>
                    <a:pt x="95682" y="57490"/>
                    <a:pt x="96321" y="61959"/>
                  </a:cubicBezTo>
                  <a:cubicBezTo>
                    <a:pt x="96321" y="62597"/>
                    <a:pt x="96321" y="62597"/>
                    <a:pt x="96321" y="63236"/>
                  </a:cubicBezTo>
                  <a:lnTo>
                    <a:pt x="96321" y="84303"/>
                  </a:lnTo>
                  <a:cubicBezTo>
                    <a:pt x="96321" y="88133"/>
                    <a:pt x="98877" y="90687"/>
                    <a:pt x="102711" y="90687"/>
                  </a:cubicBezTo>
                  <a:cubicBezTo>
                    <a:pt x="106545" y="90687"/>
                    <a:pt x="109101" y="88133"/>
                    <a:pt x="109101" y="84303"/>
                  </a:cubicBezTo>
                  <a:lnTo>
                    <a:pt x="109101" y="77281"/>
                  </a:lnTo>
                  <a:cubicBezTo>
                    <a:pt x="109740" y="73450"/>
                    <a:pt x="112935" y="70258"/>
                    <a:pt x="117408" y="70258"/>
                  </a:cubicBezTo>
                  <a:cubicBezTo>
                    <a:pt x="121242" y="70897"/>
                    <a:pt x="123798" y="73450"/>
                    <a:pt x="124437" y="77281"/>
                  </a:cubicBezTo>
                  <a:lnTo>
                    <a:pt x="124437" y="91325"/>
                  </a:lnTo>
                  <a:cubicBezTo>
                    <a:pt x="124437" y="95156"/>
                    <a:pt x="126993" y="97709"/>
                    <a:pt x="130827" y="97709"/>
                  </a:cubicBezTo>
                  <a:cubicBezTo>
                    <a:pt x="134660" y="97709"/>
                    <a:pt x="137216" y="95156"/>
                    <a:pt x="137216" y="91325"/>
                  </a:cubicBezTo>
                  <a:lnTo>
                    <a:pt x="137216" y="77281"/>
                  </a:lnTo>
                  <a:cubicBezTo>
                    <a:pt x="137855" y="65789"/>
                    <a:pt x="128910" y="56852"/>
                    <a:pt x="118047" y="56852"/>
                  </a:cubicBezTo>
                  <a:close/>
                </a:path>
              </a:pathLst>
            </a:custGeom>
            <a:solidFill>
              <a:srgbClr val="007680"/>
            </a:solidFill>
            <a:ln w="6390" cap="flat">
              <a:noFill/>
              <a:prstDash val="solid"/>
              <a:miter/>
            </a:ln>
          </p:spPr>
          <p:txBody>
            <a:bodyPr rtlCol="0" anchor="ctr"/>
            <a:lstStyle/>
            <a:p>
              <a:endParaRPr lang="en-US"/>
            </a:p>
          </p:txBody>
        </p:sp>
        <p:sp>
          <p:nvSpPr>
            <p:cNvPr id="10" name="Graphic 4">
              <a:extLst>
                <a:ext uri="{FF2B5EF4-FFF2-40B4-BE49-F238E27FC236}">
                  <a16:creationId xmlns:a16="http://schemas.microsoft.com/office/drawing/2014/main" id="{3AE38870-4516-C44D-B8DF-0CD90463BBFA}"/>
                </a:ext>
              </a:extLst>
            </p:cNvPr>
            <p:cNvSpPr/>
            <p:nvPr/>
          </p:nvSpPr>
          <p:spPr>
            <a:xfrm>
              <a:off x="579567" y="1480554"/>
              <a:ext cx="25608" cy="25589"/>
            </a:xfrm>
            <a:custGeom>
              <a:avLst/>
              <a:gdLst>
                <a:gd name="connsiteX0" fmla="*/ 13419 w 25608"/>
                <a:gd name="connsiteY0" fmla="*/ 25590 h 25589"/>
                <a:gd name="connsiteX1" fmla="*/ 25560 w 25608"/>
                <a:gd name="connsiteY1" fmla="*/ 12183 h 25589"/>
                <a:gd name="connsiteX2" fmla="*/ 12141 w 25608"/>
                <a:gd name="connsiteY2" fmla="*/ 54 h 25589"/>
                <a:gd name="connsiteX3" fmla="*/ 0 w 25608"/>
                <a:gd name="connsiteY3" fmla="*/ 12183 h 25589"/>
                <a:gd name="connsiteX4" fmla="*/ 13419 w 25608"/>
                <a:gd name="connsiteY4" fmla="*/ 25590 h 25589"/>
                <a:gd name="connsiteX5" fmla="*/ 13419 w 25608"/>
                <a:gd name="connsiteY5" fmla="*/ 25590 h 2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608" h="25589">
                  <a:moveTo>
                    <a:pt x="13419" y="25590"/>
                  </a:moveTo>
                  <a:cubicBezTo>
                    <a:pt x="20448" y="25590"/>
                    <a:pt x="26199" y="19844"/>
                    <a:pt x="25560" y="12183"/>
                  </a:cubicBezTo>
                  <a:cubicBezTo>
                    <a:pt x="24921" y="4523"/>
                    <a:pt x="19809" y="-585"/>
                    <a:pt x="12141" y="54"/>
                  </a:cubicBezTo>
                  <a:cubicBezTo>
                    <a:pt x="5112" y="54"/>
                    <a:pt x="0" y="5799"/>
                    <a:pt x="0" y="12183"/>
                  </a:cubicBezTo>
                  <a:cubicBezTo>
                    <a:pt x="0" y="19844"/>
                    <a:pt x="6390" y="25590"/>
                    <a:pt x="13419" y="25590"/>
                  </a:cubicBezTo>
                  <a:lnTo>
                    <a:pt x="13419" y="25590"/>
                  </a:lnTo>
                  <a:close/>
                </a:path>
              </a:pathLst>
            </a:custGeom>
            <a:solidFill>
              <a:srgbClr val="007680"/>
            </a:solidFill>
            <a:ln w="6390" cap="flat">
              <a:noFill/>
              <a:prstDash val="solid"/>
              <a:miter/>
            </a:ln>
          </p:spPr>
          <p:txBody>
            <a:bodyPr rtlCol="0" anchor="ctr"/>
            <a:lstStyle/>
            <a:p>
              <a:endParaRPr lang="en-US"/>
            </a:p>
          </p:txBody>
        </p:sp>
        <p:sp>
          <p:nvSpPr>
            <p:cNvPr id="50" name="Graphic 4">
              <a:extLst>
                <a:ext uri="{FF2B5EF4-FFF2-40B4-BE49-F238E27FC236}">
                  <a16:creationId xmlns:a16="http://schemas.microsoft.com/office/drawing/2014/main" id="{E8AA4942-D264-F34E-A5B3-E3CB25C49CD5}"/>
                </a:ext>
              </a:extLst>
            </p:cNvPr>
            <p:cNvSpPr/>
            <p:nvPr/>
          </p:nvSpPr>
          <p:spPr>
            <a:xfrm>
              <a:off x="628130" y="1479969"/>
              <a:ext cx="26198" cy="26174"/>
            </a:xfrm>
            <a:custGeom>
              <a:avLst/>
              <a:gdLst>
                <a:gd name="connsiteX0" fmla="*/ 13419 w 26198"/>
                <a:gd name="connsiteY0" fmla="*/ 26174 h 26174"/>
                <a:gd name="connsiteX1" fmla="*/ 26199 w 26198"/>
                <a:gd name="connsiteY1" fmla="*/ 12768 h 26174"/>
                <a:gd name="connsiteX2" fmla="*/ 12780 w 26198"/>
                <a:gd name="connsiteY2" fmla="*/ 0 h 26174"/>
                <a:gd name="connsiteX3" fmla="*/ 0 w 26198"/>
                <a:gd name="connsiteY3" fmla="*/ 12768 h 26174"/>
                <a:gd name="connsiteX4" fmla="*/ 13419 w 26198"/>
                <a:gd name="connsiteY4" fmla="*/ 26174 h 26174"/>
                <a:gd name="connsiteX5" fmla="*/ 13419 w 26198"/>
                <a:gd name="connsiteY5" fmla="*/ 26174 h 2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98" h="26174">
                  <a:moveTo>
                    <a:pt x="13419" y="26174"/>
                  </a:moveTo>
                  <a:cubicBezTo>
                    <a:pt x="20448" y="26174"/>
                    <a:pt x="26199" y="20429"/>
                    <a:pt x="26199" y="12768"/>
                  </a:cubicBezTo>
                  <a:cubicBezTo>
                    <a:pt x="26199" y="5107"/>
                    <a:pt x="20448" y="0"/>
                    <a:pt x="12780" y="0"/>
                  </a:cubicBezTo>
                  <a:cubicBezTo>
                    <a:pt x="5751" y="0"/>
                    <a:pt x="0" y="5746"/>
                    <a:pt x="0" y="12768"/>
                  </a:cubicBezTo>
                  <a:cubicBezTo>
                    <a:pt x="0" y="20429"/>
                    <a:pt x="6390" y="26174"/>
                    <a:pt x="13419" y="26174"/>
                  </a:cubicBezTo>
                  <a:cubicBezTo>
                    <a:pt x="13419" y="26174"/>
                    <a:pt x="13419" y="26174"/>
                    <a:pt x="13419" y="26174"/>
                  </a:cubicBezTo>
                  <a:close/>
                </a:path>
              </a:pathLst>
            </a:custGeom>
            <a:solidFill>
              <a:srgbClr val="007680"/>
            </a:solidFill>
            <a:ln w="6390" cap="flat">
              <a:noFill/>
              <a:prstDash val="solid"/>
              <a:miter/>
            </a:ln>
          </p:spPr>
          <p:txBody>
            <a:bodyPr rtlCol="0" anchor="ctr"/>
            <a:lstStyle/>
            <a:p>
              <a:endParaRPr lang="en-US"/>
            </a:p>
          </p:txBody>
        </p:sp>
        <p:sp>
          <p:nvSpPr>
            <p:cNvPr id="51" name="Graphic 4">
              <a:extLst>
                <a:ext uri="{FF2B5EF4-FFF2-40B4-BE49-F238E27FC236}">
                  <a16:creationId xmlns:a16="http://schemas.microsoft.com/office/drawing/2014/main" id="{B4790876-B0F6-E24F-8AD8-D47556EC7484}"/>
                </a:ext>
              </a:extLst>
            </p:cNvPr>
            <p:cNvSpPr/>
            <p:nvPr/>
          </p:nvSpPr>
          <p:spPr>
            <a:xfrm>
              <a:off x="677333" y="1480608"/>
              <a:ext cx="25559" cy="25535"/>
            </a:xfrm>
            <a:custGeom>
              <a:avLst/>
              <a:gdLst>
                <a:gd name="connsiteX0" fmla="*/ 12780 w 25559"/>
                <a:gd name="connsiteY0" fmla="*/ 25536 h 25535"/>
                <a:gd name="connsiteX1" fmla="*/ 25560 w 25559"/>
                <a:gd name="connsiteY1" fmla="*/ 12768 h 25535"/>
                <a:gd name="connsiteX2" fmla="*/ 12780 w 25559"/>
                <a:gd name="connsiteY2" fmla="*/ 0 h 25535"/>
                <a:gd name="connsiteX3" fmla="*/ 0 w 25559"/>
                <a:gd name="connsiteY3" fmla="*/ 12130 h 25535"/>
                <a:gd name="connsiteX4" fmla="*/ 12780 w 25559"/>
                <a:gd name="connsiteY4" fmla="*/ 25536 h 25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59" h="25535">
                  <a:moveTo>
                    <a:pt x="12780" y="25536"/>
                  </a:moveTo>
                  <a:cubicBezTo>
                    <a:pt x="19809" y="25536"/>
                    <a:pt x="25560" y="19790"/>
                    <a:pt x="25560" y="12768"/>
                  </a:cubicBezTo>
                  <a:cubicBezTo>
                    <a:pt x="25560" y="5746"/>
                    <a:pt x="19809" y="0"/>
                    <a:pt x="12780" y="0"/>
                  </a:cubicBezTo>
                  <a:cubicBezTo>
                    <a:pt x="5751" y="0"/>
                    <a:pt x="0" y="5746"/>
                    <a:pt x="0" y="12130"/>
                  </a:cubicBezTo>
                  <a:cubicBezTo>
                    <a:pt x="0" y="19152"/>
                    <a:pt x="5751" y="25536"/>
                    <a:pt x="12780" y="25536"/>
                  </a:cubicBezTo>
                  <a:close/>
                </a:path>
              </a:pathLst>
            </a:custGeom>
            <a:solidFill>
              <a:srgbClr val="007680"/>
            </a:solidFill>
            <a:ln w="6390" cap="flat">
              <a:noFill/>
              <a:prstDash val="solid"/>
              <a:miter/>
            </a:ln>
          </p:spPr>
          <p:txBody>
            <a:bodyPr rtlCol="0" anchor="ctr"/>
            <a:lstStyle/>
            <a:p>
              <a:endParaRPr lang="en-US"/>
            </a:p>
          </p:txBody>
        </p:sp>
        <p:sp>
          <p:nvSpPr>
            <p:cNvPr id="52" name="Graphic 4">
              <a:extLst>
                <a:ext uri="{FF2B5EF4-FFF2-40B4-BE49-F238E27FC236}">
                  <a16:creationId xmlns:a16="http://schemas.microsoft.com/office/drawing/2014/main" id="{2C0E7967-BCDE-C848-8956-8A5E4E8DD6C1}"/>
                </a:ext>
              </a:extLst>
            </p:cNvPr>
            <p:cNvSpPr/>
            <p:nvPr/>
          </p:nvSpPr>
          <p:spPr>
            <a:xfrm>
              <a:off x="580157" y="1528487"/>
              <a:ext cx="26247" cy="26174"/>
            </a:xfrm>
            <a:custGeom>
              <a:avLst/>
              <a:gdLst>
                <a:gd name="connsiteX0" fmla="*/ 12828 w 26247"/>
                <a:gd name="connsiteY0" fmla="*/ 26174 h 26174"/>
                <a:gd name="connsiteX1" fmla="*/ 26247 w 26247"/>
                <a:gd name="connsiteY1" fmla="*/ 13406 h 26174"/>
                <a:gd name="connsiteX2" fmla="*/ 13467 w 26247"/>
                <a:gd name="connsiteY2" fmla="*/ 0 h 26174"/>
                <a:gd name="connsiteX3" fmla="*/ 49 w 26247"/>
                <a:gd name="connsiteY3" fmla="*/ 12768 h 26174"/>
                <a:gd name="connsiteX4" fmla="*/ 49 w 26247"/>
                <a:gd name="connsiteY4" fmla="*/ 12768 h 26174"/>
                <a:gd name="connsiteX5" fmla="*/ 12828 w 26247"/>
                <a:gd name="connsiteY5" fmla="*/ 26174 h 26174"/>
                <a:gd name="connsiteX6" fmla="*/ 12828 w 26247"/>
                <a:gd name="connsiteY6" fmla="*/ 26174 h 2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247" h="26174">
                  <a:moveTo>
                    <a:pt x="12828" y="26174"/>
                  </a:moveTo>
                  <a:cubicBezTo>
                    <a:pt x="19857" y="26174"/>
                    <a:pt x="26247" y="20429"/>
                    <a:pt x="26247" y="13406"/>
                  </a:cubicBezTo>
                  <a:cubicBezTo>
                    <a:pt x="26247" y="6384"/>
                    <a:pt x="20496" y="0"/>
                    <a:pt x="13467" y="0"/>
                  </a:cubicBezTo>
                  <a:cubicBezTo>
                    <a:pt x="6438" y="0"/>
                    <a:pt x="49" y="5746"/>
                    <a:pt x="49" y="12768"/>
                  </a:cubicBezTo>
                  <a:cubicBezTo>
                    <a:pt x="49" y="12768"/>
                    <a:pt x="49" y="12768"/>
                    <a:pt x="49" y="12768"/>
                  </a:cubicBezTo>
                  <a:cubicBezTo>
                    <a:pt x="-591" y="20429"/>
                    <a:pt x="5160" y="26174"/>
                    <a:pt x="12828" y="26174"/>
                  </a:cubicBezTo>
                  <a:cubicBezTo>
                    <a:pt x="12828" y="26174"/>
                    <a:pt x="12828" y="26174"/>
                    <a:pt x="12828" y="26174"/>
                  </a:cubicBezTo>
                  <a:close/>
                </a:path>
              </a:pathLst>
            </a:custGeom>
            <a:solidFill>
              <a:srgbClr val="007680"/>
            </a:solidFill>
            <a:ln w="6390" cap="flat">
              <a:noFill/>
              <a:prstDash val="solid"/>
              <a:miter/>
            </a:ln>
          </p:spPr>
          <p:txBody>
            <a:bodyPr rtlCol="0" anchor="ctr"/>
            <a:lstStyle/>
            <a:p>
              <a:endParaRPr lang="en-US"/>
            </a:p>
          </p:txBody>
        </p:sp>
        <p:sp>
          <p:nvSpPr>
            <p:cNvPr id="53" name="Graphic 4">
              <a:extLst>
                <a:ext uri="{FF2B5EF4-FFF2-40B4-BE49-F238E27FC236}">
                  <a16:creationId xmlns:a16="http://schemas.microsoft.com/office/drawing/2014/main" id="{D7DCD90E-D0AF-9746-85EE-22A668209A2A}"/>
                </a:ext>
              </a:extLst>
            </p:cNvPr>
            <p:cNvSpPr/>
            <p:nvPr/>
          </p:nvSpPr>
          <p:spPr>
            <a:xfrm>
              <a:off x="579567" y="1577006"/>
              <a:ext cx="26837" cy="26812"/>
            </a:xfrm>
            <a:custGeom>
              <a:avLst/>
              <a:gdLst>
                <a:gd name="connsiteX0" fmla="*/ 26838 w 26837"/>
                <a:gd name="connsiteY0" fmla="*/ 13406 h 26812"/>
                <a:gd name="connsiteX1" fmla="*/ 13419 w 26837"/>
                <a:gd name="connsiteY1" fmla="*/ 26813 h 26812"/>
                <a:gd name="connsiteX2" fmla="*/ 0 w 26837"/>
                <a:gd name="connsiteY2" fmla="*/ 13406 h 26812"/>
                <a:gd name="connsiteX3" fmla="*/ 13419 w 26837"/>
                <a:gd name="connsiteY3" fmla="*/ 0 h 26812"/>
                <a:gd name="connsiteX4" fmla="*/ 26838 w 26837"/>
                <a:gd name="connsiteY4" fmla="*/ 13406 h 26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7" h="26812">
                  <a:moveTo>
                    <a:pt x="26838" y="13406"/>
                  </a:moveTo>
                  <a:cubicBezTo>
                    <a:pt x="26838" y="20811"/>
                    <a:pt x="20830" y="26813"/>
                    <a:pt x="13419" y="26813"/>
                  </a:cubicBezTo>
                  <a:cubicBezTo>
                    <a:pt x="6008" y="26813"/>
                    <a:pt x="0" y="20811"/>
                    <a:pt x="0" y="13406"/>
                  </a:cubicBezTo>
                  <a:cubicBezTo>
                    <a:pt x="0" y="6002"/>
                    <a:pt x="6008" y="0"/>
                    <a:pt x="13419" y="0"/>
                  </a:cubicBezTo>
                  <a:cubicBezTo>
                    <a:pt x="20830" y="0"/>
                    <a:pt x="26838" y="6002"/>
                    <a:pt x="26838" y="13406"/>
                  </a:cubicBezTo>
                  <a:close/>
                </a:path>
              </a:pathLst>
            </a:custGeom>
            <a:solidFill>
              <a:srgbClr val="007680"/>
            </a:solidFill>
            <a:ln w="6390" cap="flat">
              <a:noFill/>
              <a:prstDash val="solid"/>
              <a:miter/>
            </a:ln>
          </p:spPr>
          <p:txBody>
            <a:bodyPr rtlCol="0" anchor="ctr"/>
            <a:lstStyle/>
            <a:p>
              <a:endParaRPr lang="en-US"/>
            </a:p>
          </p:txBody>
        </p:sp>
        <p:sp>
          <p:nvSpPr>
            <p:cNvPr id="54" name="Graphic 4">
              <a:extLst>
                <a:ext uri="{FF2B5EF4-FFF2-40B4-BE49-F238E27FC236}">
                  <a16:creationId xmlns:a16="http://schemas.microsoft.com/office/drawing/2014/main" id="{ECB243AC-DF66-7742-85B3-DE7891E17C1D}"/>
                </a:ext>
              </a:extLst>
            </p:cNvPr>
            <p:cNvSpPr/>
            <p:nvPr/>
          </p:nvSpPr>
          <p:spPr>
            <a:xfrm>
              <a:off x="628130" y="1527849"/>
              <a:ext cx="26837" cy="26812"/>
            </a:xfrm>
            <a:custGeom>
              <a:avLst/>
              <a:gdLst>
                <a:gd name="connsiteX0" fmla="*/ 13419 w 26837"/>
                <a:gd name="connsiteY0" fmla="*/ 26813 h 26812"/>
                <a:gd name="connsiteX1" fmla="*/ 26838 w 26837"/>
                <a:gd name="connsiteY1" fmla="*/ 13406 h 26812"/>
                <a:gd name="connsiteX2" fmla="*/ 13419 w 26837"/>
                <a:gd name="connsiteY2" fmla="*/ 0 h 26812"/>
                <a:gd name="connsiteX3" fmla="*/ 0 w 26837"/>
                <a:gd name="connsiteY3" fmla="*/ 13406 h 26812"/>
                <a:gd name="connsiteX4" fmla="*/ 0 w 26837"/>
                <a:gd name="connsiteY4" fmla="*/ 13406 h 26812"/>
                <a:gd name="connsiteX5" fmla="*/ 13419 w 26837"/>
                <a:gd name="connsiteY5" fmla="*/ 26813 h 26812"/>
                <a:gd name="connsiteX6" fmla="*/ 13419 w 26837"/>
                <a:gd name="connsiteY6" fmla="*/ 26813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837" h="26812">
                  <a:moveTo>
                    <a:pt x="13419" y="26813"/>
                  </a:moveTo>
                  <a:cubicBezTo>
                    <a:pt x="20448" y="26813"/>
                    <a:pt x="26838" y="21067"/>
                    <a:pt x="26838" y="13406"/>
                  </a:cubicBezTo>
                  <a:cubicBezTo>
                    <a:pt x="26838" y="6384"/>
                    <a:pt x="21087" y="0"/>
                    <a:pt x="13419" y="0"/>
                  </a:cubicBezTo>
                  <a:cubicBezTo>
                    <a:pt x="6390" y="0"/>
                    <a:pt x="0" y="5746"/>
                    <a:pt x="0" y="13406"/>
                  </a:cubicBezTo>
                  <a:lnTo>
                    <a:pt x="0" y="13406"/>
                  </a:lnTo>
                  <a:cubicBezTo>
                    <a:pt x="0" y="21067"/>
                    <a:pt x="6390" y="26813"/>
                    <a:pt x="13419" y="26813"/>
                  </a:cubicBezTo>
                  <a:cubicBezTo>
                    <a:pt x="13419" y="26813"/>
                    <a:pt x="13419" y="26813"/>
                    <a:pt x="13419" y="26813"/>
                  </a:cubicBezTo>
                  <a:close/>
                </a:path>
              </a:pathLst>
            </a:custGeom>
            <a:solidFill>
              <a:srgbClr val="007680"/>
            </a:solidFill>
            <a:ln w="6390" cap="flat">
              <a:noFill/>
              <a:prstDash val="solid"/>
              <a:miter/>
            </a:ln>
          </p:spPr>
          <p:txBody>
            <a:bodyPr rtlCol="0" anchor="ctr"/>
            <a:lstStyle/>
            <a:p>
              <a:endParaRPr lang="en-US"/>
            </a:p>
          </p:txBody>
        </p:sp>
        <p:sp>
          <p:nvSpPr>
            <p:cNvPr id="55" name="Graphic 4">
              <a:extLst>
                <a:ext uri="{FF2B5EF4-FFF2-40B4-BE49-F238E27FC236}">
                  <a16:creationId xmlns:a16="http://schemas.microsoft.com/office/drawing/2014/main" id="{CBABE0FE-0951-724C-A844-BEE32BF39D8C}"/>
                </a:ext>
              </a:extLst>
            </p:cNvPr>
            <p:cNvSpPr/>
            <p:nvPr/>
          </p:nvSpPr>
          <p:spPr>
            <a:xfrm>
              <a:off x="677333" y="1528487"/>
              <a:ext cx="26198" cy="26174"/>
            </a:xfrm>
            <a:custGeom>
              <a:avLst/>
              <a:gdLst>
                <a:gd name="connsiteX0" fmla="*/ 12780 w 26198"/>
                <a:gd name="connsiteY0" fmla="*/ 26174 h 26174"/>
                <a:gd name="connsiteX1" fmla="*/ 26199 w 26198"/>
                <a:gd name="connsiteY1" fmla="*/ 13406 h 26174"/>
                <a:gd name="connsiteX2" fmla="*/ 13419 w 26198"/>
                <a:gd name="connsiteY2" fmla="*/ 0 h 26174"/>
                <a:gd name="connsiteX3" fmla="*/ 0 w 26198"/>
                <a:gd name="connsiteY3" fmla="*/ 12768 h 26174"/>
                <a:gd name="connsiteX4" fmla="*/ 0 w 26198"/>
                <a:gd name="connsiteY4" fmla="*/ 13406 h 26174"/>
                <a:gd name="connsiteX5" fmla="*/ 12780 w 26198"/>
                <a:gd name="connsiteY5" fmla="*/ 26174 h 2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98" h="26174">
                  <a:moveTo>
                    <a:pt x="12780" y="26174"/>
                  </a:moveTo>
                  <a:cubicBezTo>
                    <a:pt x="19809" y="26174"/>
                    <a:pt x="26199" y="20429"/>
                    <a:pt x="26199" y="13406"/>
                  </a:cubicBezTo>
                  <a:cubicBezTo>
                    <a:pt x="26199" y="6384"/>
                    <a:pt x="20448" y="0"/>
                    <a:pt x="13419" y="0"/>
                  </a:cubicBezTo>
                  <a:cubicBezTo>
                    <a:pt x="6390" y="0"/>
                    <a:pt x="0" y="5746"/>
                    <a:pt x="0" y="12768"/>
                  </a:cubicBezTo>
                  <a:cubicBezTo>
                    <a:pt x="0" y="12768"/>
                    <a:pt x="0" y="12768"/>
                    <a:pt x="0" y="13406"/>
                  </a:cubicBezTo>
                  <a:cubicBezTo>
                    <a:pt x="0" y="20429"/>
                    <a:pt x="5751" y="26174"/>
                    <a:pt x="12780" y="26174"/>
                  </a:cubicBezTo>
                  <a:close/>
                </a:path>
              </a:pathLst>
            </a:custGeom>
            <a:solidFill>
              <a:srgbClr val="007680"/>
            </a:solidFill>
            <a:ln w="6390" cap="flat">
              <a:noFill/>
              <a:prstDash val="solid"/>
              <a:miter/>
            </a:ln>
          </p:spPr>
          <p:txBody>
            <a:bodyPr rtlCol="0" anchor="ctr"/>
            <a:lstStyle/>
            <a:p>
              <a:endParaRPr lang="en-US"/>
            </a:p>
          </p:txBody>
        </p:sp>
        <p:sp>
          <p:nvSpPr>
            <p:cNvPr id="56" name="Graphic 4">
              <a:extLst>
                <a:ext uri="{FF2B5EF4-FFF2-40B4-BE49-F238E27FC236}">
                  <a16:creationId xmlns:a16="http://schemas.microsoft.com/office/drawing/2014/main" id="{2B9DDB2D-0682-6A4B-A97F-2BEF47F2ECCA}"/>
                </a:ext>
              </a:extLst>
            </p:cNvPr>
            <p:cNvSpPr/>
            <p:nvPr/>
          </p:nvSpPr>
          <p:spPr>
            <a:xfrm>
              <a:off x="677333" y="1577006"/>
              <a:ext cx="26198" cy="26174"/>
            </a:xfrm>
            <a:custGeom>
              <a:avLst/>
              <a:gdLst>
                <a:gd name="connsiteX0" fmla="*/ 12780 w 26198"/>
                <a:gd name="connsiteY0" fmla="*/ 26174 h 26174"/>
                <a:gd name="connsiteX1" fmla="*/ 26199 w 26198"/>
                <a:gd name="connsiteY1" fmla="*/ 13406 h 26174"/>
                <a:gd name="connsiteX2" fmla="*/ 13419 w 26198"/>
                <a:gd name="connsiteY2" fmla="*/ 0 h 26174"/>
                <a:gd name="connsiteX3" fmla="*/ 0 w 26198"/>
                <a:gd name="connsiteY3" fmla="*/ 12768 h 26174"/>
                <a:gd name="connsiteX4" fmla="*/ 0 w 26198"/>
                <a:gd name="connsiteY4" fmla="*/ 13406 h 26174"/>
                <a:gd name="connsiteX5" fmla="*/ 12780 w 26198"/>
                <a:gd name="connsiteY5" fmla="*/ 26174 h 2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98" h="26174">
                  <a:moveTo>
                    <a:pt x="12780" y="26174"/>
                  </a:moveTo>
                  <a:cubicBezTo>
                    <a:pt x="19809" y="26174"/>
                    <a:pt x="26199" y="20429"/>
                    <a:pt x="26199" y="13406"/>
                  </a:cubicBezTo>
                  <a:cubicBezTo>
                    <a:pt x="26199" y="6384"/>
                    <a:pt x="20448" y="0"/>
                    <a:pt x="13419" y="0"/>
                  </a:cubicBezTo>
                  <a:cubicBezTo>
                    <a:pt x="6390" y="0"/>
                    <a:pt x="0" y="5746"/>
                    <a:pt x="0" y="12768"/>
                  </a:cubicBezTo>
                  <a:cubicBezTo>
                    <a:pt x="0" y="12768"/>
                    <a:pt x="0" y="13406"/>
                    <a:pt x="0" y="13406"/>
                  </a:cubicBezTo>
                  <a:cubicBezTo>
                    <a:pt x="0" y="20429"/>
                    <a:pt x="5751" y="26174"/>
                    <a:pt x="12780" y="26174"/>
                  </a:cubicBezTo>
                  <a:close/>
                </a:path>
              </a:pathLst>
            </a:custGeom>
            <a:solidFill>
              <a:srgbClr val="007680"/>
            </a:solidFill>
            <a:ln w="6390" cap="flat">
              <a:noFill/>
              <a:prstDash val="solid"/>
              <a:miter/>
            </a:ln>
          </p:spPr>
          <p:txBody>
            <a:bodyPr rtlCol="0" anchor="ctr"/>
            <a:lstStyle/>
            <a:p>
              <a:endParaRPr lang="en-US"/>
            </a:p>
          </p:txBody>
        </p:sp>
      </p:grpSp>
      <p:grpSp>
        <p:nvGrpSpPr>
          <p:cNvPr id="57" name="Graphic 4">
            <a:extLst>
              <a:ext uri="{FF2B5EF4-FFF2-40B4-BE49-F238E27FC236}">
                <a16:creationId xmlns:a16="http://schemas.microsoft.com/office/drawing/2014/main" id="{45A8B84F-0250-854B-B87D-BA642EF99669}"/>
              </a:ext>
            </a:extLst>
          </p:cNvPr>
          <p:cNvGrpSpPr/>
          <p:nvPr/>
        </p:nvGrpSpPr>
        <p:grpSpPr>
          <a:xfrm>
            <a:off x="467104" y="918179"/>
            <a:ext cx="362309" cy="361971"/>
            <a:chOff x="467104" y="918179"/>
            <a:chExt cx="362309" cy="361971"/>
          </a:xfrm>
          <a:solidFill>
            <a:srgbClr val="007680"/>
          </a:solidFill>
        </p:grpSpPr>
        <p:sp>
          <p:nvSpPr>
            <p:cNvPr id="58" name="Graphic 4">
              <a:extLst>
                <a:ext uri="{FF2B5EF4-FFF2-40B4-BE49-F238E27FC236}">
                  <a16:creationId xmlns:a16="http://schemas.microsoft.com/office/drawing/2014/main" id="{E5C55271-4AAE-654A-B1E7-1E5E7AF24CE6}"/>
                </a:ext>
              </a:extLst>
            </p:cNvPr>
            <p:cNvSpPr/>
            <p:nvPr/>
          </p:nvSpPr>
          <p:spPr>
            <a:xfrm>
              <a:off x="467104" y="918179"/>
              <a:ext cx="362309" cy="361971"/>
            </a:xfrm>
            <a:custGeom>
              <a:avLst/>
              <a:gdLst>
                <a:gd name="connsiteX0" fmla="*/ 181474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1474 w 362309"/>
                <a:gd name="connsiteY4" fmla="*/ 0 h 361971"/>
                <a:gd name="connsiteX5" fmla="*/ 181474 w 362309"/>
                <a:gd name="connsiteY5" fmla="*/ 0 h 361971"/>
                <a:gd name="connsiteX6" fmla="*/ 181474 w 362309"/>
                <a:gd name="connsiteY6" fmla="*/ 349204 h 361971"/>
                <a:gd name="connsiteX7" fmla="*/ 13419 w 362309"/>
                <a:gd name="connsiteY7" fmla="*/ 180667 h 361971"/>
                <a:gd name="connsiteX8" fmla="*/ 181474 w 362309"/>
                <a:gd name="connsiteY8" fmla="*/ 12768 h 361971"/>
                <a:gd name="connsiteX9" fmla="*/ 349530 w 362309"/>
                <a:gd name="connsiteY9" fmla="*/ 180667 h 361971"/>
                <a:gd name="connsiteX10" fmla="*/ 181474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1474" y="0"/>
                  </a:moveTo>
                  <a:cubicBezTo>
                    <a:pt x="81152" y="0"/>
                    <a:pt x="0" y="81077"/>
                    <a:pt x="0" y="181305"/>
                  </a:cubicBezTo>
                  <a:cubicBezTo>
                    <a:pt x="0" y="281534"/>
                    <a:pt x="81152" y="361972"/>
                    <a:pt x="181474" y="361972"/>
                  </a:cubicBezTo>
                  <a:cubicBezTo>
                    <a:pt x="281796" y="361972"/>
                    <a:pt x="362309" y="280895"/>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768"/>
                    <a:pt x="181474" y="12768"/>
                  </a:cubicBezTo>
                  <a:cubicBezTo>
                    <a:pt x="274128" y="12768"/>
                    <a:pt x="349530" y="88099"/>
                    <a:pt x="349530" y="180667"/>
                  </a:cubicBezTo>
                  <a:cubicBezTo>
                    <a:pt x="349530" y="273873"/>
                    <a:pt x="274128"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59" name="Graphic 4">
              <a:extLst>
                <a:ext uri="{FF2B5EF4-FFF2-40B4-BE49-F238E27FC236}">
                  <a16:creationId xmlns:a16="http://schemas.microsoft.com/office/drawing/2014/main" id="{A97BA6DF-A294-D84C-B2A3-4F31F6874D5A}"/>
                </a:ext>
              </a:extLst>
            </p:cNvPr>
            <p:cNvSpPr/>
            <p:nvPr/>
          </p:nvSpPr>
          <p:spPr>
            <a:xfrm>
              <a:off x="552594" y="1003724"/>
              <a:ext cx="190800" cy="203010"/>
            </a:xfrm>
            <a:custGeom>
              <a:avLst/>
              <a:gdLst>
                <a:gd name="connsiteX0" fmla="*/ 186721 w 190800"/>
                <a:gd name="connsiteY0" fmla="*/ 15322 h 203010"/>
                <a:gd name="connsiteX1" fmla="*/ 180970 w 190800"/>
                <a:gd name="connsiteY1" fmla="*/ 15322 h 203010"/>
                <a:gd name="connsiteX2" fmla="*/ 100457 w 190800"/>
                <a:gd name="connsiteY2" fmla="*/ 1915 h 203010"/>
                <a:gd name="connsiteX3" fmla="*/ 91511 w 190800"/>
                <a:gd name="connsiteY3" fmla="*/ 1915 h 203010"/>
                <a:gd name="connsiteX4" fmla="*/ 10998 w 190800"/>
                <a:gd name="connsiteY4" fmla="*/ 15322 h 203010"/>
                <a:gd name="connsiteX5" fmla="*/ 2052 w 190800"/>
                <a:gd name="connsiteY5" fmla="*/ 17875 h 203010"/>
                <a:gd name="connsiteX6" fmla="*/ 1413 w 190800"/>
                <a:gd name="connsiteY6" fmla="*/ 20429 h 203010"/>
                <a:gd name="connsiteX7" fmla="*/ 92789 w 190800"/>
                <a:gd name="connsiteY7" fmla="*/ 202372 h 203010"/>
                <a:gd name="connsiteX8" fmla="*/ 93428 w 190800"/>
                <a:gd name="connsiteY8" fmla="*/ 203011 h 203010"/>
                <a:gd name="connsiteX9" fmla="*/ 94067 w 190800"/>
                <a:gd name="connsiteY9" fmla="*/ 203011 h 203010"/>
                <a:gd name="connsiteX10" fmla="*/ 95345 w 190800"/>
                <a:gd name="connsiteY10" fmla="*/ 203011 h 203010"/>
                <a:gd name="connsiteX11" fmla="*/ 95345 w 190800"/>
                <a:gd name="connsiteY11" fmla="*/ 203011 h 203010"/>
                <a:gd name="connsiteX12" fmla="*/ 96623 w 190800"/>
                <a:gd name="connsiteY12" fmla="*/ 203011 h 203010"/>
                <a:gd name="connsiteX13" fmla="*/ 97262 w 190800"/>
                <a:gd name="connsiteY13" fmla="*/ 203011 h 203010"/>
                <a:gd name="connsiteX14" fmla="*/ 97901 w 190800"/>
                <a:gd name="connsiteY14" fmla="*/ 202372 h 203010"/>
                <a:gd name="connsiteX15" fmla="*/ 189277 w 190800"/>
                <a:gd name="connsiteY15" fmla="*/ 20429 h 203010"/>
                <a:gd name="connsiteX16" fmla="*/ 186721 w 190800"/>
                <a:gd name="connsiteY16" fmla="*/ 15322 h 203010"/>
                <a:gd name="connsiteX17" fmla="*/ 13554 w 190800"/>
                <a:gd name="connsiteY17" fmla="*/ 30643 h 203010"/>
                <a:gd name="connsiteX18" fmla="*/ 95984 w 190800"/>
                <a:gd name="connsiteY18" fmla="*/ 15322 h 203010"/>
                <a:gd name="connsiteX19" fmla="*/ 126655 w 190800"/>
                <a:gd name="connsiteY19" fmla="*/ 32558 h 203010"/>
                <a:gd name="connsiteX20" fmla="*/ 33362 w 190800"/>
                <a:gd name="connsiteY20" fmla="*/ 125764 h 203010"/>
                <a:gd name="connsiteX21" fmla="*/ 13554 w 190800"/>
                <a:gd name="connsiteY21" fmla="*/ 30643 h 203010"/>
                <a:gd name="connsiteX22" fmla="*/ 13554 w 190800"/>
                <a:gd name="connsiteY22" fmla="*/ 30643 h 203010"/>
                <a:gd name="connsiteX23" fmla="*/ 48059 w 190800"/>
                <a:gd name="connsiteY23" fmla="*/ 147470 h 203010"/>
                <a:gd name="connsiteX24" fmla="*/ 40391 w 190800"/>
                <a:gd name="connsiteY24" fmla="*/ 136617 h 203010"/>
                <a:gd name="connsiteX25" fmla="*/ 141991 w 190800"/>
                <a:gd name="connsiteY25" fmla="*/ 35112 h 203010"/>
                <a:gd name="connsiteX26" fmla="*/ 161161 w 190800"/>
                <a:gd name="connsiteY26" fmla="*/ 34474 h 203010"/>
                <a:gd name="connsiteX27" fmla="*/ 48059 w 190800"/>
                <a:gd name="connsiteY27" fmla="*/ 147470 h 203010"/>
                <a:gd name="connsiteX28" fmla="*/ 95345 w 190800"/>
                <a:gd name="connsiteY28" fmla="*/ 189604 h 203010"/>
                <a:gd name="connsiteX29" fmla="*/ 55727 w 190800"/>
                <a:gd name="connsiteY29" fmla="*/ 157684 h 203010"/>
                <a:gd name="connsiteX30" fmla="*/ 177775 w 190800"/>
                <a:gd name="connsiteY30" fmla="*/ 35750 h 203010"/>
                <a:gd name="connsiteX31" fmla="*/ 95345 w 190800"/>
                <a:gd name="connsiteY31" fmla="*/ 189604 h 203010"/>
                <a:gd name="connsiteX32" fmla="*/ 95345 w 190800"/>
                <a:gd name="connsiteY32" fmla="*/ 189604 h 203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90800" h="203010">
                  <a:moveTo>
                    <a:pt x="186721" y="15322"/>
                  </a:moveTo>
                  <a:cubicBezTo>
                    <a:pt x="184804" y="14045"/>
                    <a:pt x="182248" y="14045"/>
                    <a:pt x="180970" y="15322"/>
                  </a:cubicBezTo>
                  <a:cubicBezTo>
                    <a:pt x="154132" y="29366"/>
                    <a:pt x="121543" y="23621"/>
                    <a:pt x="100457" y="1915"/>
                  </a:cubicBezTo>
                  <a:cubicBezTo>
                    <a:pt x="97901" y="-638"/>
                    <a:pt x="94067" y="-638"/>
                    <a:pt x="91511" y="1915"/>
                  </a:cubicBezTo>
                  <a:cubicBezTo>
                    <a:pt x="71063" y="24259"/>
                    <a:pt x="37835" y="29366"/>
                    <a:pt x="10998" y="15322"/>
                  </a:cubicBezTo>
                  <a:cubicBezTo>
                    <a:pt x="7803" y="13406"/>
                    <a:pt x="3969" y="14683"/>
                    <a:pt x="2052" y="17875"/>
                  </a:cubicBezTo>
                  <a:cubicBezTo>
                    <a:pt x="1413" y="18514"/>
                    <a:pt x="1413" y="19152"/>
                    <a:pt x="1413" y="20429"/>
                  </a:cubicBezTo>
                  <a:cubicBezTo>
                    <a:pt x="-13284" y="146193"/>
                    <a:pt x="91511" y="201734"/>
                    <a:pt x="92789" y="202372"/>
                  </a:cubicBezTo>
                  <a:lnTo>
                    <a:pt x="93428" y="203011"/>
                  </a:lnTo>
                  <a:lnTo>
                    <a:pt x="94067" y="203011"/>
                  </a:lnTo>
                  <a:lnTo>
                    <a:pt x="95345" y="203011"/>
                  </a:lnTo>
                  <a:lnTo>
                    <a:pt x="95345" y="203011"/>
                  </a:lnTo>
                  <a:lnTo>
                    <a:pt x="96623" y="203011"/>
                  </a:lnTo>
                  <a:lnTo>
                    <a:pt x="97262" y="203011"/>
                  </a:lnTo>
                  <a:lnTo>
                    <a:pt x="97901" y="202372"/>
                  </a:lnTo>
                  <a:cubicBezTo>
                    <a:pt x="99179" y="201734"/>
                    <a:pt x="204613" y="146193"/>
                    <a:pt x="189277" y="20429"/>
                  </a:cubicBezTo>
                  <a:cubicBezTo>
                    <a:pt x="189916" y="17875"/>
                    <a:pt x="188638" y="15960"/>
                    <a:pt x="186721" y="15322"/>
                  </a:cubicBezTo>
                  <a:close/>
                  <a:moveTo>
                    <a:pt x="13554" y="30643"/>
                  </a:moveTo>
                  <a:cubicBezTo>
                    <a:pt x="41669" y="41496"/>
                    <a:pt x="73619" y="35750"/>
                    <a:pt x="95984" y="15322"/>
                  </a:cubicBezTo>
                  <a:cubicBezTo>
                    <a:pt x="104930" y="23621"/>
                    <a:pt x="115154" y="29366"/>
                    <a:pt x="126655" y="32558"/>
                  </a:cubicBezTo>
                  <a:lnTo>
                    <a:pt x="33362" y="125764"/>
                  </a:lnTo>
                  <a:cubicBezTo>
                    <a:pt x="17387" y="96398"/>
                    <a:pt x="10359" y="63201"/>
                    <a:pt x="13554" y="30643"/>
                  </a:cubicBezTo>
                  <a:lnTo>
                    <a:pt x="13554" y="30643"/>
                  </a:lnTo>
                  <a:close/>
                  <a:moveTo>
                    <a:pt x="48059" y="147470"/>
                  </a:moveTo>
                  <a:cubicBezTo>
                    <a:pt x="45503" y="144278"/>
                    <a:pt x="42947" y="140448"/>
                    <a:pt x="40391" y="136617"/>
                  </a:cubicBezTo>
                  <a:lnTo>
                    <a:pt x="141991" y="35112"/>
                  </a:lnTo>
                  <a:cubicBezTo>
                    <a:pt x="148381" y="35750"/>
                    <a:pt x="154771" y="35112"/>
                    <a:pt x="161161" y="34474"/>
                  </a:cubicBezTo>
                  <a:lnTo>
                    <a:pt x="48059" y="147470"/>
                  </a:lnTo>
                  <a:close/>
                  <a:moveTo>
                    <a:pt x="95345" y="189604"/>
                  </a:moveTo>
                  <a:cubicBezTo>
                    <a:pt x="80648" y="180667"/>
                    <a:pt x="67229" y="170452"/>
                    <a:pt x="55727" y="157684"/>
                  </a:cubicBezTo>
                  <a:lnTo>
                    <a:pt x="177775" y="35750"/>
                  </a:lnTo>
                  <a:cubicBezTo>
                    <a:pt x="183526" y="132787"/>
                    <a:pt x="111959" y="180667"/>
                    <a:pt x="95345" y="189604"/>
                  </a:cubicBezTo>
                  <a:lnTo>
                    <a:pt x="95345" y="189604"/>
                  </a:lnTo>
                  <a:close/>
                </a:path>
              </a:pathLst>
            </a:custGeom>
            <a:solidFill>
              <a:srgbClr val="007680"/>
            </a:solidFill>
            <a:ln w="6390" cap="flat">
              <a:noFill/>
              <a:prstDash val="solid"/>
              <a:miter/>
            </a:ln>
          </p:spPr>
          <p:txBody>
            <a:bodyPr rtlCol="0" anchor="ctr"/>
            <a:lstStyle/>
            <a:p>
              <a:endParaRPr lang="en-US"/>
            </a:p>
          </p:txBody>
        </p:sp>
      </p:grpSp>
      <p:sp>
        <p:nvSpPr>
          <p:cNvPr id="60" name="Graphic 4">
            <a:extLst>
              <a:ext uri="{FF2B5EF4-FFF2-40B4-BE49-F238E27FC236}">
                <a16:creationId xmlns:a16="http://schemas.microsoft.com/office/drawing/2014/main" id="{9DEE39AB-E172-A34C-AB7E-E53C78B4BEF9}"/>
              </a:ext>
            </a:extLst>
          </p:cNvPr>
          <p:cNvSpPr/>
          <p:nvPr/>
        </p:nvSpPr>
        <p:spPr>
          <a:xfrm>
            <a:off x="905454" y="1402723"/>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362309 w 362309"/>
              <a:gd name="connsiteY4" fmla="*/ 181305 h 361971"/>
              <a:gd name="connsiteX5" fmla="*/ 180835 w 362309"/>
              <a:gd name="connsiteY5" fmla="*/ 0 h 361971"/>
              <a:gd name="connsiteX6" fmla="*/ 222370 w 362309"/>
              <a:gd name="connsiteY6" fmla="*/ 77246 h 361971"/>
              <a:gd name="connsiteX7" fmla="*/ 235789 w 362309"/>
              <a:gd name="connsiteY7" fmla="*/ 90014 h 361971"/>
              <a:gd name="connsiteX8" fmla="*/ 223009 w 362309"/>
              <a:gd name="connsiteY8" fmla="*/ 103420 h 361971"/>
              <a:gd name="connsiteX9" fmla="*/ 209590 w 362309"/>
              <a:gd name="connsiteY9" fmla="*/ 90653 h 361971"/>
              <a:gd name="connsiteX10" fmla="*/ 209590 w 362309"/>
              <a:gd name="connsiteY10" fmla="*/ 90014 h 361971"/>
              <a:gd name="connsiteX11" fmla="*/ 222370 w 362309"/>
              <a:gd name="connsiteY11" fmla="*/ 77246 h 361971"/>
              <a:gd name="connsiteX12" fmla="*/ 222370 w 362309"/>
              <a:gd name="connsiteY12" fmla="*/ 77246 h 361971"/>
              <a:gd name="connsiteX13" fmla="*/ 222370 w 362309"/>
              <a:gd name="connsiteY13" fmla="*/ 125764 h 361971"/>
              <a:gd name="connsiteX14" fmla="*/ 235789 w 362309"/>
              <a:gd name="connsiteY14" fmla="*/ 138532 h 361971"/>
              <a:gd name="connsiteX15" fmla="*/ 223009 w 362309"/>
              <a:gd name="connsiteY15" fmla="*/ 151939 h 361971"/>
              <a:gd name="connsiteX16" fmla="*/ 209590 w 362309"/>
              <a:gd name="connsiteY16" fmla="*/ 139171 h 361971"/>
              <a:gd name="connsiteX17" fmla="*/ 209590 w 362309"/>
              <a:gd name="connsiteY17" fmla="*/ 138532 h 361971"/>
              <a:gd name="connsiteX18" fmla="*/ 222370 w 362309"/>
              <a:gd name="connsiteY18" fmla="*/ 125764 h 361971"/>
              <a:gd name="connsiteX19" fmla="*/ 222370 w 362309"/>
              <a:gd name="connsiteY19" fmla="*/ 125764 h 361971"/>
              <a:gd name="connsiteX20" fmla="*/ 222370 w 362309"/>
              <a:gd name="connsiteY20" fmla="*/ 174283 h 361971"/>
              <a:gd name="connsiteX21" fmla="*/ 235150 w 362309"/>
              <a:gd name="connsiteY21" fmla="*/ 187051 h 361971"/>
              <a:gd name="connsiteX22" fmla="*/ 222370 w 362309"/>
              <a:gd name="connsiteY22" fmla="*/ 199819 h 361971"/>
              <a:gd name="connsiteX23" fmla="*/ 209590 w 362309"/>
              <a:gd name="connsiteY23" fmla="*/ 187689 h 361971"/>
              <a:gd name="connsiteX24" fmla="*/ 222370 w 362309"/>
              <a:gd name="connsiteY24" fmla="*/ 174283 h 361971"/>
              <a:gd name="connsiteX25" fmla="*/ 222370 w 362309"/>
              <a:gd name="connsiteY25" fmla="*/ 174283 h 361971"/>
              <a:gd name="connsiteX26" fmla="*/ 174445 w 362309"/>
              <a:gd name="connsiteY26" fmla="*/ 77246 h 361971"/>
              <a:gd name="connsiteX27" fmla="*/ 187864 w 362309"/>
              <a:gd name="connsiteY27" fmla="*/ 90014 h 361971"/>
              <a:gd name="connsiteX28" fmla="*/ 175084 w 362309"/>
              <a:gd name="connsiteY28" fmla="*/ 103420 h 361971"/>
              <a:gd name="connsiteX29" fmla="*/ 161665 w 362309"/>
              <a:gd name="connsiteY29" fmla="*/ 90653 h 361971"/>
              <a:gd name="connsiteX30" fmla="*/ 161665 w 362309"/>
              <a:gd name="connsiteY30" fmla="*/ 90014 h 361971"/>
              <a:gd name="connsiteX31" fmla="*/ 174445 w 362309"/>
              <a:gd name="connsiteY31" fmla="*/ 77246 h 361971"/>
              <a:gd name="connsiteX32" fmla="*/ 174445 w 362309"/>
              <a:gd name="connsiteY32" fmla="*/ 125764 h 361971"/>
              <a:gd name="connsiteX33" fmla="*/ 187864 w 362309"/>
              <a:gd name="connsiteY33" fmla="*/ 138532 h 361971"/>
              <a:gd name="connsiteX34" fmla="*/ 175084 w 362309"/>
              <a:gd name="connsiteY34" fmla="*/ 151939 h 361971"/>
              <a:gd name="connsiteX35" fmla="*/ 161665 w 362309"/>
              <a:gd name="connsiteY35" fmla="*/ 139171 h 361971"/>
              <a:gd name="connsiteX36" fmla="*/ 161665 w 362309"/>
              <a:gd name="connsiteY36" fmla="*/ 138532 h 361971"/>
              <a:gd name="connsiteX37" fmla="*/ 174445 w 362309"/>
              <a:gd name="connsiteY37" fmla="*/ 125764 h 361971"/>
              <a:gd name="connsiteX38" fmla="*/ 125882 w 362309"/>
              <a:gd name="connsiteY38" fmla="*/ 77246 h 361971"/>
              <a:gd name="connsiteX39" fmla="*/ 138662 w 362309"/>
              <a:gd name="connsiteY39" fmla="*/ 90653 h 361971"/>
              <a:gd name="connsiteX40" fmla="*/ 125243 w 362309"/>
              <a:gd name="connsiteY40" fmla="*/ 103420 h 361971"/>
              <a:gd name="connsiteX41" fmla="*/ 112463 w 362309"/>
              <a:gd name="connsiteY41" fmla="*/ 90014 h 361971"/>
              <a:gd name="connsiteX42" fmla="*/ 112463 w 362309"/>
              <a:gd name="connsiteY42" fmla="*/ 90014 h 361971"/>
              <a:gd name="connsiteX43" fmla="*/ 125882 w 362309"/>
              <a:gd name="connsiteY43" fmla="*/ 77246 h 361971"/>
              <a:gd name="connsiteX44" fmla="*/ 125882 w 362309"/>
              <a:gd name="connsiteY44" fmla="*/ 77246 h 361971"/>
              <a:gd name="connsiteX45" fmla="*/ 125882 w 362309"/>
              <a:gd name="connsiteY45" fmla="*/ 125764 h 361971"/>
              <a:gd name="connsiteX46" fmla="*/ 139301 w 362309"/>
              <a:gd name="connsiteY46" fmla="*/ 139171 h 361971"/>
              <a:gd name="connsiteX47" fmla="*/ 125882 w 362309"/>
              <a:gd name="connsiteY47" fmla="*/ 152577 h 361971"/>
              <a:gd name="connsiteX48" fmla="*/ 112463 w 362309"/>
              <a:gd name="connsiteY48" fmla="*/ 139171 h 361971"/>
              <a:gd name="connsiteX49" fmla="*/ 112463 w 362309"/>
              <a:gd name="connsiteY49" fmla="*/ 139171 h 361971"/>
              <a:gd name="connsiteX50" fmla="*/ 125882 w 362309"/>
              <a:gd name="connsiteY50" fmla="*/ 125764 h 361971"/>
              <a:gd name="connsiteX51" fmla="*/ 125882 w 362309"/>
              <a:gd name="connsiteY51" fmla="*/ 125764 h 361971"/>
              <a:gd name="connsiteX52" fmla="*/ 125882 w 362309"/>
              <a:gd name="connsiteY52" fmla="*/ 174283 h 361971"/>
              <a:gd name="connsiteX53" fmla="*/ 138023 w 362309"/>
              <a:gd name="connsiteY53" fmla="*/ 187689 h 361971"/>
              <a:gd name="connsiteX54" fmla="*/ 124604 w 362309"/>
              <a:gd name="connsiteY54" fmla="*/ 199819 h 361971"/>
              <a:gd name="connsiteX55" fmla="*/ 112463 w 362309"/>
              <a:gd name="connsiteY55" fmla="*/ 187689 h 361971"/>
              <a:gd name="connsiteX56" fmla="*/ 125882 w 362309"/>
              <a:gd name="connsiteY56" fmla="*/ 174283 h 361971"/>
              <a:gd name="connsiteX57" fmla="*/ 125882 w 362309"/>
              <a:gd name="connsiteY57" fmla="*/ 174283 h 361971"/>
              <a:gd name="connsiteX58" fmla="*/ 250486 w 362309"/>
              <a:gd name="connsiteY58" fmla="*/ 256636 h 361971"/>
              <a:gd name="connsiteX59" fmla="*/ 244096 w 362309"/>
              <a:gd name="connsiteY59" fmla="*/ 263020 h 361971"/>
              <a:gd name="connsiteX60" fmla="*/ 237706 w 362309"/>
              <a:gd name="connsiteY60" fmla="*/ 256636 h 361971"/>
              <a:gd name="connsiteX61" fmla="*/ 237706 w 362309"/>
              <a:gd name="connsiteY61" fmla="*/ 242591 h 361971"/>
              <a:gd name="connsiteX62" fmla="*/ 229399 w 362309"/>
              <a:gd name="connsiteY62" fmla="*/ 235569 h 361971"/>
              <a:gd name="connsiteX63" fmla="*/ 222370 w 362309"/>
              <a:gd name="connsiteY63" fmla="*/ 242591 h 361971"/>
              <a:gd name="connsiteX64" fmla="*/ 222370 w 362309"/>
              <a:gd name="connsiteY64" fmla="*/ 249614 h 361971"/>
              <a:gd name="connsiteX65" fmla="*/ 215980 w 362309"/>
              <a:gd name="connsiteY65" fmla="*/ 255998 h 361971"/>
              <a:gd name="connsiteX66" fmla="*/ 209590 w 362309"/>
              <a:gd name="connsiteY66" fmla="*/ 249614 h 361971"/>
              <a:gd name="connsiteX67" fmla="*/ 209590 w 362309"/>
              <a:gd name="connsiteY67" fmla="*/ 229185 h 361971"/>
              <a:gd name="connsiteX68" fmla="*/ 202561 w 362309"/>
              <a:gd name="connsiteY68" fmla="*/ 220886 h 361971"/>
              <a:gd name="connsiteX69" fmla="*/ 194254 w 362309"/>
              <a:gd name="connsiteY69" fmla="*/ 227908 h 361971"/>
              <a:gd name="connsiteX70" fmla="*/ 194254 w 362309"/>
              <a:gd name="connsiteY70" fmla="*/ 229185 h 361971"/>
              <a:gd name="connsiteX71" fmla="*/ 194254 w 362309"/>
              <a:gd name="connsiteY71" fmla="*/ 250252 h 361971"/>
              <a:gd name="connsiteX72" fmla="*/ 187864 w 362309"/>
              <a:gd name="connsiteY72" fmla="*/ 256636 h 361971"/>
              <a:gd name="connsiteX73" fmla="*/ 181474 w 362309"/>
              <a:gd name="connsiteY73" fmla="*/ 250252 h 361971"/>
              <a:gd name="connsiteX74" fmla="*/ 181474 w 362309"/>
              <a:gd name="connsiteY74" fmla="*/ 187689 h 361971"/>
              <a:gd name="connsiteX75" fmla="*/ 174445 w 362309"/>
              <a:gd name="connsiteY75" fmla="*/ 179390 h 361971"/>
              <a:gd name="connsiteX76" fmla="*/ 166138 w 362309"/>
              <a:gd name="connsiteY76" fmla="*/ 186412 h 361971"/>
              <a:gd name="connsiteX77" fmla="*/ 166138 w 362309"/>
              <a:gd name="connsiteY77" fmla="*/ 187689 h 361971"/>
              <a:gd name="connsiteX78" fmla="*/ 166138 w 362309"/>
              <a:gd name="connsiteY78" fmla="*/ 270681 h 361971"/>
              <a:gd name="connsiteX79" fmla="*/ 166138 w 362309"/>
              <a:gd name="connsiteY79" fmla="*/ 271958 h 361971"/>
              <a:gd name="connsiteX80" fmla="*/ 161026 w 362309"/>
              <a:gd name="connsiteY80" fmla="*/ 278980 h 361971"/>
              <a:gd name="connsiteX81" fmla="*/ 154636 w 362309"/>
              <a:gd name="connsiteY81" fmla="*/ 275788 h 361971"/>
              <a:gd name="connsiteX82" fmla="*/ 145052 w 362309"/>
              <a:gd name="connsiteY82" fmla="*/ 254721 h 361971"/>
              <a:gd name="connsiteX83" fmla="*/ 135467 w 362309"/>
              <a:gd name="connsiteY83" fmla="*/ 243230 h 361971"/>
              <a:gd name="connsiteX84" fmla="*/ 130355 w 362309"/>
              <a:gd name="connsiteY84" fmla="*/ 241953 h 361971"/>
              <a:gd name="connsiteX85" fmla="*/ 129077 w 362309"/>
              <a:gd name="connsiteY85" fmla="*/ 242591 h 361971"/>
              <a:gd name="connsiteX86" fmla="*/ 125882 w 362309"/>
              <a:gd name="connsiteY86" fmla="*/ 245145 h 361971"/>
              <a:gd name="connsiteX87" fmla="*/ 129716 w 362309"/>
              <a:gd name="connsiteY87" fmla="*/ 261105 h 361971"/>
              <a:gd name="connsiteX88" fmla="*/ 130355 w 362309"/>
              <a:gd name="connsiteY88" fmla="*/ 261743 h 361971"/>
              <a:gd name="connsiteX89" fmla="*/ 136745 w 362309"/>
              <a:gd name="connsiteY89" fmla="*/ 275150 h 361971"/>
              <a:gd name="connsiteX90" fmla="*/ 133550 w 362309"/>
              <a:gd name="connsiteY90" fmla="*/ 283449 h 361971"/>
              <a:gd name="connsiteX91" fmla="*/ 130994 w 362309"/>
              <a:gd name="connsiteY91" fmla="*/ 284087 h 361971"/>
              <a:gd name="connsiteX92" fmla="*/ 125243 w 362309"/>
              <a:gd name="connsiteY92" fmla="*/ 280257 h 361971"/>
              <a:gd name="connsiteX93" fmla="*/ 118853 w 362309"/>
              <a:gd name="connsiteY93" fmla="*/ 267489 h 361971"/>
              <a:gd name="connsiteX94" fmla="*/ 113741 w 362309"/>
              <a:gd name="connsiteY94" fmla="*/ 240676 h 361971"/>
              <a:gd name="connsiteX95" fmla="*/ 125243 w 362309"/>
              <a:gd name="connsiteY95" fmla="*/ 230462 h 361971"/>
              <a:gd name="connsiteX96" fmla="*/ 141218 w 362309"/>
              <a:gd name="connsiteY96" fmla="*/ 232377 h 361971"/>
              <a:gd name="connsiteX97" fmla="*/ 153998 w 362309"/>
              <a:gd name="connsiteY97" fmla="*/ 245145 h 361971"/>
              <a:gd name="connsiteX98" fmla="*/ 153998 w 362309"/>
              <a:gd name="connsiteY98" fmla="*/ 187689 h 361971"/>
              <a:gd name="connsiteX99" fmla="*/ 173167 w 362309"/>
              <a:gd name="connsiteY99" fmla="*/ 165984 h 361971"/>
              <a:gd name="connsiteX100" fmla="*/ 194893 w 362309"/>
              <a:gd name="connsiteY100" fmla="*/ 185135 h 361971"/>
              <a:gd name="connsiteX101" fmla="*/ 194893 w 362309"/>
              <a:gd name="connsiteY101" fmla="*/ 187689 h 361971"/>
              <a:gd name="connsiteX102" fmla="*/ 194893 w 362309"/>
              <a:gd name="connsiteY102" fmla="*/ 209395 h 361971"/>
              <a:gd name="connsiteX103" fmla="*/ 202561 w 362309"/>
              <a:gd name="connsiteY103" fmla="*/ 208118 h 361971"/>
              <a:gd name="connsiteX104" fmla="*/ 222370 w 362309"/>
              <a:gd name="connsiteY104" fmla="*/ 223439 h 361971"/>
              <a:gd name="connsiteX105" fmla="*/ 230677 w 362309"/>
              <a:gd name="connsiteY105" fmla="*/ 221524 h 361971"/>
              <a:gd name="connsiteX106" fmla="*/ 251125 w 362309"/>
              <a:gd name="connsiteY106" fmla="*/ 241953 h 361971"/>
              <a:gd name="connsiteX107" fmla="*/ 251125 w 362309"/>
              <a:gd name="connsiteY107" fmla="*/ 241953 h 361971"/>
              <a:gd name="connsiteX108" fmla="*/ 250486 w 362309"/>
              <a:gd name="connsiteY108" fmla="*/ 25663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181305"/>
                  <a:pt x="362309" y="181305"/>
                  <a:pt x="362309" y="181305"/>
                </a:cubicBezTo>
                <a:cubicBezTo>
                  <a:pt x="361670" y="80438"/>
                  <a:pt x="281157" y="0"/>
                  <a:pt x="180835" y="0"/>
                </a:cubicBezTo>
                <a:close/>
                <a:moveTo>
                  <a:pt x="222370" y="77246"/>
                </a:moveTo>
                <a:cubicBezTo>
                  <a:pt x="229399" y="77246"/>
                  <a:pt x="235789" y="82992"/>
                  <a:pt x="235789" y="90014"/>
                </a:cubicBezTo>
                <a:cubicBezTo>
                  <a:pt x="235789" y="97037"/>
                  <a:pt x="230038" y="103420"/>
                  <a:pt x="223009" y="103420"/>
                </a:cubicBezTo>
                <a:cubicBezTo>
                  <a:pt x="215980" y="103420"/>
                  <a:pt x="209590" y="97675"/>
                  <a:pt x="209590" y="90653"/>
                </a:cubicBezTo>
                <a:cubicBezTo>
                  <a:pt x="209590" y="90653"/>
                  <a:pt x="209590" y="90014"/>
                  <a:pt x="209590" y="90014"/>
                </a:cubicBezTo>
                <a:cubicBezTo>
                  <a:pt x="210229" y="82992"/>
                  <a:pt x="215980" y="77246"/>
                  <a:pt x="222370" y="77246"/>
                </a:cubicBezTo>
                <a:lnTo>
                  <a:pt x="222370" y="77246"/>
                </a:lnTo>
                <a:close/>
                <a:moveTo>
                  <a:pt x="222370" y="125764"/>
                </a:moveTo>
                <a:cubicBezTo>
                  <a:pt x="229399" y="125764"/>
                  <a:pt x="235789" y="131510"/>
                  <a:pt x="235789" y="138532"/>
                </a:cubicBezTo>
                <a:cubicBezTo>
                  <a:pt x="235789" y="145555"/>
                  <a:pt x="230038" y="151939"/>
                  <a:pt x="223009" y="151939"/>
                </a:cubicBezTo>
                <a:cubicBezTo>
                  <a:pt x="215980" y="151939"/>
                  <a:pt x="209590" y="146193"/>
                  <a:pt x="209590" y="139171"/>
                </a:cubicBezTo>
                <a:cubicBezTo>
                  <a:pt x="209590" y="139171"/>
                  <a:pt x="209590" y="139171"/>
                  <a:pt x="209590" y="138532"/>
                </a:cubicBezTo>
                <a:cubicBezTo>
                  <a:pt x="209590" y="131510"/>
                  <a:pt x="215341" y="125764"/>
                  <a:pt x="222370" y="125764"/>
                </a:cubicBezTo>
                <a:lnTo>
                  <a:pt x="222370" y="125764"/>
                </a:lnTo>
                <a:close/>
                <a:moveTo>
                  <a:pt x="222370" y="174283"/>
                </a:moveTo>
                <a:cubicBezTo>
                  <a:pt x="229399" y="174283"/>
                  <a:pt x="235150" y="180028"/>
                  <a:pt x="235150" y="187051"/>
                </a:cubicBezTo>
                <a:cubicBezTo>
                  <a:pt x="235150" y="194073"/>
                  <a:pt x="229399" y="199819"/>
                  <a:pt x="222370" y="199819"/>
                </a:cubicBezTo>
                <a:cubicBezTo>
                  <a:pt x="215341" y="199819"/>
                  <a:pt x="209590" y="194073"/>
                  <a:pt x="209590" y="187689"/>
                </a:cubicBezTo>
                <a:cubicBezTo>
                  <a:pt x="209590" y="180028"/>
                  <a:pt x="215341" y="174283"/>
                  <a:pt x="222370" y="174283"/>
                </a:cubicBezTo>
                <a:lnTo>
                  <a:pt x="222370" y="174283"/>
                </a:lnTo>
                <a:close/>
                <a:moveTo>
                  <a:pt x="174445" y="77246"/>
                </a:moveTo>
                <a:cubicBezTo>
                  <a:pt x="181474" y="77246"/>
                  <a:pt x="187864" y="82992"/>
                  <a:pt x="187864" y="90014"/>
                </a:cubicBezTo>
                <a:cubicBezTo>
                  <a:pt x="187864" y="97037"/>
                  <a:pt x="182113" y="103420"/>
                  <a:pt x="175084" y="103420"/>
                </a:cubicBezTo>
                <a:cubicBezTo>
                  <a:pt x="168055" y="103420"/>
                  <a:pt x="161665" y="97675"/>
                  <a:pt x="161665" y="90653"/>
                </a:cubicBezTo>
                <a:cubicBezTo>
                  <a:pt x="161665" y="90653"/>
                  <a:pt x="161665" y="90014"/>
                  <a:pt x="161665" y="90014"/>
                </a:cubicBezTo>
                <a:cubicBezTo>
                  <a:pt x="161665" y="82992"/>
                  <a:pt x="167416" y="77246"/>
                  <a:pt x="174445" y="77246"/>
                </a:cubicBezTo>
                <a:close/>
                <a:moveTo>
                  <a:pt x="174445" y="125764"/>
                </a:moveTo>
                <a:cubicBezTo>
                  <a:pt x="181474" y="125764"/>
                  <a:pt x="187864" y="131510"/>
                  <a:pt x="187864" y="138532"/>
                </a:cubicBezTo>
                <a:cubicBezTo>
                  <a:pt x="187864" y="145555"/>
                  <a:pt x="182113" y="151939"/>
                  <a:pt x="175084" y="151939"/>
                </a:cubicBezTo>
                <a:cubicBezTo>
                  <a:pt x="168055" y="151939"/>
                  <a:pt x="161665" y="146193"/>
                  <a:pt x="161665" y="139171"/>
                </a:cubicBezTo>
                <a:cubicBezTo>
                  <a:pt x="161665" y="139171"/>
                  <a:pt x="161665" y="139171"/>
                  <a:pt x="161665" y="138532"/>
                </a:cubicBezTo>
                <a:cubicBezTo>
                  <a:pt x="161665" y="131510"/>
                  <a:pt x="167416" y="125764"/>
                  <a:pt x="174445" y="125764"/>
                </a:cubicBezTo>
                <a:close/>
                <a:moveTo>
                  <a:pt x="125882" y="77246"/>
                </a:moveTo>
                <a:cubicBezTo>
                  <a:pt x="132911" y="77246"/>
                  <a:pt x="138662" y="82992"/>
                  <a:pt x="138662" y="90653"/>
                </a:cubicBezTo>
                <a:cubicBezTo>
                  <a:pt x="138662" y="97675"/>
                  <a:pt x="132911" y="103420"/>
                  <a:pt x="125243" y="103420"/>
                </a:cubicBezTo>
                <a:cubicBezTo>
                  <a:pt x="118214" y="103420"/>
                  <a:pt x="112463" y="97675"/>
                  <a:pt x="112463" y="90014"/>
                </a:cubicBezTo>
                <a:cubicBezTo>
                  <a:pt x="112463" y="90014"/>
                  <a:pt x="112463" y="90014"/>
                  <a:pt x="112463" y="90014"/>
                </a:cubicBezTo>
                <a:cubicBezTo>
                  <a:pt x="113102" y="82992"/>
                  <a:pt x="118214" y="77246"/>
                  <a:pt x="125882" y="77246"/>
                </a:cubicBezTo>
                <a:lnTo>
                  <a:pt x="125882" y="77246"/>
                </a:lnTo>
                <a:close/>
                <a:moveTo>
                  <a:pt x="125882" y="125764"/>
                </a:moveTo>
                <a:cubicBezTo>
                  <a:pt x="132911" y="125764"/>
                  <a:pt x="139301" y="131510"/>
                  <a:pt x="139301" y="139171"/>
                </a:cubicBezTo>
                <a:cubicBezTo>
                  <a:pt x="139301" y="146832"/>
                  <a:pt x="133550" y="152577"/>
                  <a:pt x="125882" y="152577"/>
                </a:cubicBezTo>
                <a:cubicBezTo>
                  <a:pt x="118214" y="152577"/>
                  <a:pt x="112463" y="146832"/>
                  <a:pt x="112463" y="139171"/>
                </a:cubicBezTo>
                <a:cubicBezTo>
                  <a:pt x="112463" y="139171"/>
                  <a:pt x="112463" y="139171"/>
                  <a:pt x="112463" y="139171"/>
                </a:cubicBezTo>
                <a:cubicBezTo>
                  <a:pt x="112463" y="131510"/>
                  <a:pt x="118214" y="125764"/>
                  <a:pt x="125882" y="125764"/>
                </a:cubicBezTo>
                <a:lnTo>
                  <a:pt x="125882" y="125764"/>
                </a:lnTo>
                <a:close/>
                <a:moveTo>
                  <a:pt x="125882" y="174283"/>
                </a:moveTo>
                <a:cubicBezTo>
                  <a:pt x="132911" y="174283"/>
                  <a:pt x="138662" y="180028"/>
                  <a:pt x="138023" y="187689"/>
                </a:cubicBezTo>
                <a:cubicBezTo>
                  <a:pt x="137384" y="195350"/>
                  <a:pt x="132272" y="200457"/>
                  <a:pt x="124604" y="199819"/>
                </a:cubicBezTo>
                <a:cubicBezTo>
                  <a:pt x="117575" y="199819"/>
                  <a:pt x="112463" y="194073"/>
                  <a:pt x="112463" y="187689"/>
                </a:cubicBezTo>
                <a:cubicBezTo>
                  <a:pt x="112463" y="180028"/>
                  <a:pt x="118214" y="174283"/>
                  <a:pt x="125882" y="174283"/>
                </a:cubicBezTo>
                <a:lnTo>
                  <a:pt x="125882" y="174283"/>
                </a:lnTo>
                <a:close/>
                <a:moveTo>
                  <a:pt x="250486" y="256636"/>
                </a:moveTo>
                <a:cubicBezTo>
                  <a:pt x="250486" y="260466"/>
                  <a:pt x="247930" y="263020"/>
                  <a:pt x="244096" y="263020"/>
                </a:cubicBezTo>
                <a:cubicBezTo>
                  <a:pt x="240262" y="263020"/>
                  <a:pt x="237706" y="260466"/>
                  <a:pt x="237706" y="256636"/>
                </a:cubicBezTo>
                <a:lnTo>
                  <a:pt x="237706" y="242591"/>
                </a:lnTo>
                <a:cubicBezTo>
                  <a:pt x="237067" y="238761"/>
                  <a:pt x="233872" y="235569"/>
                  <a:pt x="229399" y="235569"/>
                </a:cubicBezTo>
                <a:cubicBezTo>
                  <a:pt x="225565" y="236207"/>
                  <a:pt x="223009" y="238761"/>
                  <a:pt x="222370" y="242591"/>
                </a:cubicBezTo>
                <a:lnTo>
                  <a:pt x="222370" y="249614"/>
                </a:lnTo>
                <a:cubicBezTo>
                  <a:pt x="222370" y="253444"/>
                  <a:pt x="219814" y="255998"/>
                  <a:pt x="215980" y="255998"/>
                </a:cubicBezTo>
                <a:cubicBezTo>
                  <a:pt x="212146" y="255998"/>
                  <a:pt x="209590" y="253444"/>
                  <a:pt x="209590" y="249614"/>
                </a:cubicBezTo>
                <a:lnTo>
                  <a:pt x="209590" y="229185"/>
                </a:lnTo>
                <a:cubicBezTo>
                  <a:pt x="210229" y="225355"/>
                  <a:pt x="207034" y="221524"/>
                  <a:pt x="202561" y="220886"/>
                </a:cubicBezTo>
                <a:cubicBezTo>
                  <a:pt x="198727" y="220247"/>
                  <a:pt x="194893" y="223439"/>
                  <a:pt x="194254" y="227908"/>
                </a:cubicBezTo>
                <a:cubicBezTo>
                  <a:pt x="194254" y="228546"/>
                  <a:pt x="194254" y="228546"/>
                  <a:pt x="194254" y="229185"/>
                </a:cubicBezTo>
                <a:lnTo>
                  <a:pt x="194254" y="250252"/>
                </a:lnTo>
                <a:cubicBezTo>
                  <a:pt x="194254" y="254082"/>
                  <a:pt x="191698" y="256636"/>
                  <a:pt x="187864" y="256636"/>
                </a:cubicBezTo>
                <a:cubicBezTo>
                  <a:pt x="184030" y="256636"/>
                  <a:pt x="181474" y="254082"/>
                  <a:pt x="181474" y="250252"/>
                </a:cubicBezTo>
                <a:lnTo>
                  <a:pt x="181474" y="187689"/>
                </a:lnTo>
                <a:cubicBezTo>
                  <a:pt x="182113" y="183859"/>
                  <a:pt x="178918" y="180028"/>
                  <a:pt x="174445" y="179390"/>
                </a:cubicBezTo>
                <a:cubicBezTo>
                  <a:pt x="170611" y="178752"/>
                  <a:pt x="166777" y="181944"/>
                  <a:pt x="166138" y="186412"/>
                </a:cubicBezTo>
                <a:cubicBezTo>
                  <a:pt x="166138" y="187051"/>
                  <a:pt x="166138" y="187051"/>
                  <a:pt x="166138" y="187689"/>
                </a:cubicBezTo>
                <a:lnTo>
                  <a:pt x="166138" y="270681"/>
                </a:lnTo>
                <a:cubicBezTo>
                  <a:pt x="166138" y="271319"/>
                  <a:pt x="166138" y="271319"/>
                  <a:pt x="166138" y="271958"/>
                </a:cubicBezTo>
                <a:cubicBezTo>
                  <a:pt x="166777" y="275150"/>
                  <a:pt x="164221" y="278980"/>
                  <a:pt x="161026" y="278980"/>
                </a:cubicBezTo>
                <a:cubicBezTo>
                  <a:pt x="158470" y="279618"/>
                  <a:pt x="155915" y="278342"/>
                  <a:pt x="154636" y="275788"/>
                </a:cubicBezTo>
                <a:lnTo>
                  <a:pt x="145052" y="254721"/>
                </a:lnTo>
                <a:cubicBezTo>
                  <a:pt x="143135" y="250252"/>
                  <a:pt x="139940" y="246422"/>
                  <a:pt x="135467" y="243230"/>
                </a:cubicBezTo>
                <a:cubicBezTo>
                  <a:pt x="132911" y="241953"/>
                  <a:pt x="131633" y="241314"/>
                  <a:pt x="130355" y="241953"/>
                </a:cubicBezTo>
                <a:cubicBezTo>
                  <a:pt x="129716" y="241953"/>
                  <a:pt x="129716" y="242591"/>
                  <a:pt x="129077" y="242591"/>
                </a:cubicBezTo>
                <a:cubicBezTo>
                  <a:pt x="127799" y="242591"/>
                  <a:pt x="126521" y="243868"/>
                  <a:pt x="125882" y="245145"/>
                </a:cubicBezTo>
                <a:cubicBezTo>
                  <a:pt x="124604" y="250890"/>
                  <a:pt x="125882" y="256636"/>
                  <a:pt x="129716" y="261105"/>
                </a:cubicBezTo>
                <a:lnTo>
                  <a:pt x="130355" y="261743"/>
                </a:lnTo>
                <a:lnTo>
                  <a:pt x="136745" y="275150"/>
                </a:lnTo>
                <a:cubicBezTo>
                  <a:pt x="138023" y="278342"/>
                  <a:pt x="136745" y="282172"/>
                  <a:pt x="133550" y="283449"/>
                </a:cubicBezTo>
                <a:cubicBezTo>
                  <a:pt x="132911" y="284087"/>
                  <a:pt x="131633" y="284087"/>
                  <a:pt x="130994" y="284087"/>
                </a:cubicBezTo>
                <a:cubicBezTo>
                  <a:pt x="128438" y="284087"/>
                  <a:pt x="126521" y="282810"/>
                  <a:pt x="125243" y="280257"/>
                </a:cubicBezTo>
                <a:lnTo>
                  <a:pt x="118853" y="267489"/>
                </a:lnTo>
                <a:cubicBezTo>
                  <a:pt x="112463" y="257274"/>
                  <a:pt x="110546" y="248337"/>
                  <a:pt x="113741" y="240676"/>
                </a:cubicBezTo>
                <a:cubicBezTo>
                  <a:pt x="115658" y="235569"/>
                  <a:pt x="120131" y="231738"/>
                  <a:pt x="125243" y="230462"/>
                </a:cubicBezTo>
                <a:cubicBezTo>
                  <a:pt x="130355" y="228546"/>
                  <a:pt x="136745" y="229185"/>
                  <a:pt x="141218" y="232377"/>
                </a:cubicBezTo>
                <a:cubicBezTo>
                  <a:pt x="146330" y="235569"/>
                  <a:pt x="150803" y="239399"/>
                  <a:pt x="153998" y="245145"/>
                </a:cubicBezTo>
                <a:lnTo>
                  <a:pt x="153998" y="187689"/>
                </a:lnTo>
                <a:cubicBezTo>
                  <a:pt x="153358" y="176198"/>
                  <a:pt x="161665" y="166622"/>
                  <a:pt x="173167" y="165984"/>
                </a:cubicBezTo>
                <a:cubicBezTo>
                  <a:pt x="184669" y="165345"/>
                  <a:pt x="194254" y="173644"/>
                  <a:pt x="194893" y="185135"/>
                </a:cubicBezTo>
                <a:cubicBezTo>
                  <a:pt x="194893" y="185774"/>
                  <a:pt x="194893" y="186412"/>
                  <a:pt x="194893" y="187689"/>
                </a:cubicBezTo>
                <a:lnTo>
                  <a:pt x="194893" y="209395"/>
                </a:lnTo>
                <a:cubicBezTo>
                  <a:pt x="197449" y="208756"/>
                  <a:pt x="200005" y="208118"/>
                  <a:pt x="202561" y="208118"/>
                </a:cubicBezTo>
                <a:cubicBezTo>
                  <a:pt x="212146" y="208118"/>
                  <a:pt x="219814" y="214502"/>
                  <a:pt x="222370" y="223439"/>
                </a:cubicBezTo>
                <a:cubicBezTo>
                  <a:pt x="224926" y="222163"/>
                  <a:pt x="227482" y="221524"/>
                  <a:pt x="230677" y="221524"/>
                </a:cubicBezTo>
                <a:cubicBezTo>
                  <a:pt x="242179" y="221524"/>
                  <a:pt x="251125" y="230462"/>
                  <a:pt x="251125" y="241953"/>
                </a:cubicBezTo>
                <a:cubicBezTo>
                  <a:pt x="251125" y="241953"/>
                  <a:pt x="251125" y="241953"/>
                  <a:pt x="251125" y="241953"/>
                </a:cubicBezTo>
                <a:lnTo>
                  <a:pt x="250486" y="256636"/>
                </a:lnTo>
                <a:close/>
              </a:path>
            </a:pathLst>
          </a:custGeom>
          <a:solidFill>
            <a:srgbClr val="007680"/>
          </a:solidFill>
          <a:ln w="6390" cap="flat">
            <a:noFill/>
            <a:prstDash val="solid"/>
            <a:miter/>
          </a:ln>
        </p:spPr>
        <p:txBody>
          <a:bodyPr rtlCol="0" anchor="ctr"/>
          <a:lstStyle/>
          <a:p>
            <a:endParaRPr lang="en-US"/>
          </a:p>
        </p:txBody>
      </p:sp>
      <p:grpSp>
        <p:nvGrpSpPr>
          <p:cNvPr id="61" name="Graphic 4">
            <a:extLst>
              <a:ext uri="{FF2B5EF4-FFF2-40B4-BE49-F238E27FC236}">
                <a16:creationId xmlns:a16="http://schemas.microsoft.com/office/drawing/2014/main" id="{4125209F-9F59-5944-B34F-6F89A8FB99B9}"/>
              </a:ext>
            </a:extLst>
          </p:cNvPr>
          <p:cNvGrpSpPr/>
          <p:nvPr/>
        </p:nvGrpSpPr>
        <p:grpSpPr>
          <a:xfrm>
            <a:off x="905454" y="918179"/>
            <a:ext cx="362309" cy="361971"/>
            <a:chOff x="905454" y="918179"/>
            <a:chExt cx="362309" cy="361971"/>
          </a:xfrm>
          <a:solidFill>
            <a:srgbClr val="007680"/>
          </a:solidFill>
        </p:grpSpPr>
        <p:sp>
          <p:nvSpPr>
            <p:cNvPr id="62" name="Graphic 4">
              <a:extLst>
                <a:ext uri="{FF2B5EF4-FFF2-40B4-BE49-F238E27FC236}">
                  <a16:creationId xmlns:a16="http://schemas.microsoft.com/office/drawing/2014/main" id="{605C2079-9F48-2D40-A916-ECAE79F348DF}"/>
                </a:ext>
              </a:extLst>
            </p:cNvPr>
            <p:cNvSpPr/>
            <p:nvPr/>
          </p:nvSpPr>
          <p:spPr>
            <a:xfrm>
              <a:off x="1003105" y="1019046"/>
              <a:ext cx="113855" cy="110442"/>
            </a:xfrm>
            <a:custGeom>
              <a:avLst/>
              <a:gdLst>
                <a:gd name="connsiteX0" fmla="*/ 83184 w 113855"/>
                <a:gd name="connsiteY0" fmla="*/ 0 h 110442"/>
                <a:gd name="connsiteX1" fmla="*/ 754 w 113855"/>
                <a:gd name="connsiteY1" fmla="*/ 15322 h 110442"/>
                <a:gd name="connsiteX2" fmla="*/ 20563 w 113855"/>
                <a:gd name="connsiteY2" fmla="*/ 110443 h 110442"/>
                <a:gd name="connsiteX3" fmla="*/ 113856 w 113855"/>
                <a:gd name="connsiteY3" fmla="*/ 17237 h 110442"/>
                <a:gd name="connsiteX4" fmla="*/ 83184 w 113855"/>
                <a:gd name="connsiteY4" fmla="*/ 0 h 110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855" h="110442">
                  <a:moveTo>
                    <a:pt x="83184" y="0"/>
                  </a:moveTo>
                  <a:cubicBezTo>
                    <a:pt x="60819" y="20429"/>
                    <a:pt x="28869" y="26174"/>
                    <a:pt x="754" y="15322"/>
                  </a:cubicBezTo>
                  <a:cubicBezTo>
                    <a:pt x="-2441" y="48518"/>
                    <a:pt x="4588" y="81715"/>
                    <a:pt x="20563" y="110443"/>
                  </a:cubicBezTo>
                  <a:lnTo>
                    <a:pt x="113856" y="17237"/>
                  </a:lnTo>
                  <a:cubicBezTo>
                    <a:pt x="102354" y="14045"/>
                    <a:pt x="92130" y="8299"/>
                    <a:pt x="83184" y="0"/>
                  </a:cubicBezTo>
                  <a:close/>
                </a:path>
              </a:pathLst>
            </a:custGeom>
            <a:solidFill>
              <a:srgbClr val="007680"/>
            </a:solidFill>
            <a:ln w="6390" cap="flat">
              <a:noFill/>
              <a:prstDash val="solid"/>
              <a:miter/>
            </a:ln>
          </p:spPr>
          <p:txBody>
            <a:bodyPr rtlCol="0" anchor="ctr"/>
            <a:lstStyle/>
            <a:p>
              <a:endParaRPr lang="en-US"/>
            </a:p>
          </p:txBody>
        </p:sp>
        <p:sp>
          <p:nvSpPr>
            <p:cNvPr id="63" name="Graphic 4">
              <a:extLst>
                <a:ext uri="{FF2B5EF4-FFF2-40B4-BE49-F238E27FC236}">
                  <a16:creationId xmlns:a16="http://schemas.microsoft.com/office/drawing/2014/main" id="{CC1F0174-6C6A-8341-A3C4-2B9AAC729373}"/>
                </a:ext>
              </a:extLst>
            </p:cNvPr>
            <p:cNvSpPr/>
            <p:nvPr/>
          </p:nvSpPr>
          <p:spPr>
            <a:xfrm>
              <a:off x="1047310" y="1038836"/>
              <a:ext cx="121669" cy="153853"/>
            </a:xfrm>
            <a:custGeom>
              <a:avLst/>
              <a:gdLst>
                <a:gd name="connsiteX0" fmla="*/ 0 w 121669"/>
                <a:gd name="connsiteY0" fmla="*/ 121934 h 153853"/>
                <a:gd name="connsiteX1" fmla="*/ 38979 w 121669"/>
                <a:gd name="connsiteY1" fmla="*/ 153854 h 153853"/>
                <a:gd name="connsiteX2" fmla="*/ 121409 w 121669"/>
                <a:gd name="connsiteY2" fmla="*/ 0 h 153853"/>
                <a:gd name="connsiteX3" fmla="*/ 0 w 121669"/>
                <a:gd name="connsiteY3" fmla="*/ 121934 h 153853"/>
              </a:gdLst>
              <a:ahLst/>
              <a:cxnLst>
                <a:cxn ang="0">
                  <a:pos x="connsiteX0" y="connsiteY0"/>
                </a:cxn>
                <a:cxn ang="0">
                  <a:pos x="connsiteX1" y="connsiteY1"/>
                </a:cxn>
                <a:cxn ang="0">
                  <a:pos x="connsiteX2" y="connsiteY2"/>
                </a:cxn>
                <a:cxn ang="0">
                  <a:pos x="connsiteX3" y="connsiteY3"/>
                </a:cxn>
              </a:cxnLst>
              <a:rect l="l" t="t" r="r" b="b"/>
              <a:pathLst>
                <a:path w="121669" h="153853">
                  <a:moveTo>
                    <a:pt x="0" y="121934"/>
                  </a:moveTo>
                  <a:cubicBezTo>
                    <a:pt x="11502" y="134702"/>
                    <a:pt x="24921" y="144916"/>
                    <a:pt x="38979" y="153854"/>
                  </a:cubicBezTo>
                  <a:cubicBezTo>
                    <a:pt x="54954" y="144916"/>
                    <a:pt x="126521" y="97037"/>
                    <a:pt x="121409" y="0"/>
                  </a:cubicBezTo>
                  <a:lnTo>
                    <a:pt x="0" y="121934"/>
                  </a:lnTo>
                  <a:close/>
                </a:path>
              </a:pathLst>
            </a:custGeom>
            <a:solidFill>
              <a:srgbClr val="007680"/>
            </a:solidFill>
            <a:ln w="6390" cap="flat">
              <a:noFill/>
              <a:prstDash val="solid"/>
              <a:miter/>
            </a:ln>
          </p:spPr>
          <p:txBody>
            <a:bodyPr rtlCol="0" anchor="ctr"/>
            <a:lstStyle/>
            <a:p>
              <a:endParaRPr lang="en-US"/>
            </a:p>
          </p:txBody>
        </p:sp>
        <p:sp>
          <p:nvSpPr>
            <p:cNvPr id="245" name="Graphic 4">
              <a:extLst>
                <a:ext uri="{FF2B5EF4-FFF2-40B4-BE49-F238E27FC236}">
                  <a16:creationId xmlns:a16="http://schemas.microsoft.com/office/drawing/2014/main" id="{E0D4F626-4AA4-574A-B31A-E2B24E61ABD0}"/>
                </a:ext>
              </a:extLst>
            </p:cNvPr>
            <p:cNvSpPr/>
            <p:nvPr/>
          </p:nvSpPr>
          <p:spPr>
            <a:xfrm>
              <a:off x="1031335" y="1038836"/>
              <a:ext cx="120130" cy="112358"/>
            </a:xfrm>
            <a:custGeom>
              <a:avLst/>
              <a:gdLst>
                <a:gd name="connsiteX0" fmla="*/ 100961 w 120130"/>
                <a:gd name="connsiteY0" fmla="*/ 638 h 112358"/>
                <a:gd name="connsiteX1" fmla="*/ 0 w 120130"/>
                <a:gd name="connsiteY1" fmla="*/ 101505 h 112358"/>
                <a:gd name="connsiteX2" fmla="*/ 7668 w 120130"/>
                <a:gd name="connsiteY2" fmla="*/ 112358 h 112358"/>
                <a:gd name="connsiteX3" fmla="*/ 120131 w 120130"/>
                <a:gd name="connsiteY3" fmla="*/ 0 h 112358"/>
                <a:gd name="connsiteX4" fmla="*/ 100961 w 120130"/>
                <a:gd name="connsiteY4" fmla="*/ 638 h 112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30" h="112358">
                  <a:moveTo>
                    <a:pt x="100961" y="638"/>
                  </a:moveTo>
                  <a:lnTo>
                    <a:pt x="0" y="101505"/>
                  </a:lnTo>
                  <a:cubicBezTo>
                    <a:pt x="2556" y="105336"/>
                    <a:pt x="5112" y="109166"/>
                    <a:pt x="7668" y="112358"/>
                  </a:cubicBezTo>
                  <a:lnTo>
                    <a:pt x="120131" y="0"/>
                  </a:lnTo>
                  <a:cubicBezTo>
                    <a:pt x="113741" y="638"/>
                    <a:pt x="107351" y="638"/>
                    <a:pt x="100961" y="638"/>
                  </a:cubicBezTo>
                  <a:close/>
                </a:path>
              </a:pathLst>
            </a:custGeom>
            <a:solidFill>
              <a:srgbClr val="007680"/>
            </a:solidFill>
            <a:ln w="6390" cap="flat">
              <a:noFill/>
              <a:prstDash val="solid"/>
              <a:miter/>
            </a:ln>
          </p:spPr>
          <p:txBody>
            <a:bodyPr rtlCol="0" anchor="ctr"/>
            <a:lstStyle/>
            <a:p>
              <a:endParaRPr lang="en-US"/>
            </a:p>
          </p:txBody>
        </p:sp>
        <p:sp>
          <p:nvSpPr>
            <p:cNvPr id="246" name="Graphic 4">
              <a:extLst>
                <a:ext uri="{FF2B5EF4-FFF2-40B4-BE49-F238E27FC236}">
                  <a16:creationId xmlns:a16="http://schemas.microsoft.com/office/drawing/2014/main" id="{69A6AEDF-4E72-5040-A41B-43B270B966F4}"/>
                </a:ext>
              </a:extLst>
            </p:cNvPr>
            <p:cNvSpPr/>
            <p:nvPr/>
          </p:nvSpPr>
          <p:spPr>
            <a:xfrm>
              <a:off x="905454" y="918179"/>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84030 w 362309"/>
                <a:gd name="connsiteY6" fmla="*/ 287918 h 361971"/>
                <a:gd name="connsiteX7" fmla="*/ 183391 w 362309"/>
                <a:gd name="connsiteY7" fmla="*/ 288556 h 361971"/>
                <a:gd name="connsiteX8" fmla="*/ 182752 w 362309"/>
                <a:gd name="connsiteY8" fmla="*/ 288556 h 361971"/>
                <a:gd name="connsiteX9" fmla="*/ 181474 w 362309"/>
                <a:gd name="connsiteY9" fmla="*/ 288556 h 361971"/>
                <a:gd name="connsiteX10" fmla="*/ 181474 w 362309"/>
                <a:gd name="connsiteY10" fmla="*/ 288556 h 361971"/>
                <a:gd name="connsiteX11" fmla="*/ 180196 w 362309"/>
                <a:gd name="connsiteY11" fmla="*/ 288556 h 361971"/>
                <a:gd name="connsiteX12" fmla="*/ 179557 w 362309"/>
                <a:gd name="connsiteY12" fmla="*/ 288556 h 361971"/>
                <a:gd name="connsiteX13" fmla="*/ 178918 w 362309"/>
                <a:gd name="connsiteY13" fmla="*/ 287918 h 361971"/>
                <a:gd name="connsiteX14" fmla="*/ 87542 w 362309"/>
                <a:gd name="connsiteY14" fmla="*/ 105974 h 361971"/>
                <a:gd name="connsiteX15" fmla="*/ 94571 w 362309"/>
                <a:gd name="connsiteY15" fmla="*/ 100229 h 361971"/>
                <a:gd name="connsiteX16" fmla="*/ 97127 w 362309"/>
                <a:gd name="connsiteY16" fmla="*/ 100867 h 361971"/>
                <a:gd name="connsiteX17" fmla="*/ 177640 w 362309"/>
                <a:gd name="connsiteY17" fmla="*/ 87461 h 361971"/>
                <a:gd name="connsiteX18" fmla="*/ 186586 w 362309"/>
                <a:gd name="connsiteY18" fmla="*/ 87461 h 361971"/>
                <a:gd name="connsiteX19" fmla="*/ 186586 w 362309"/>
                <a:gd name="connsiteY19" fmla="*/ 87461 h 361971"/>
                <a:gd name="connsiteX20" fmla="*/ 267099 w 362309"/>
                <a:gd name="connsiteY20" fmla="*/ 100867 h 361971"/>
                <a:gd name="connsiteX21" fmla="*/ 272850 w 362309"/>
                <a:gd name="connsiteY21" fmla="*/ 100867 h 361971"/>
                <a:gd name="connsiteX22" fmla="*/ 276684 w 362309"/>
                <a:gd name="connsiteY22" fmla="*/ 105974 h 361971"/>
                <a:gd name="connsiteX23" fmla="*/ 184030 w 362309"/>
                <a:gd name="connsiteY23" fmla="*/ 287918 h 361971"/>
                <a:gd name="connsiteX24" fmla="*/ 184030 w 362309"/>
                <a:gd name="connsiteY24" fmla="*/ 28791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1157" y="0"/>
                    <a:pt x="180835" y="0"/>
                  </a:cubicBezTo>
                  <a:cubicBezTo>
                    <a:pt x="180835" y="0"/>
                    <a:pt x="180835" y="0"/>
                    <a:pt x="180835" y="0"/>
                  </a:cubicBezTo>
                  <a:close/>
                  <a:moveTo>
                    <a:pt x="184030" y="287918"/>
                  </a:moveTo>
                  <a:lnTo>
                    <a:pt x="183391" y="288556"/>
                  </a:lnTo>
                  <a:lnTo>
                    <a:pt x="182752" y="288556"/>
                  </a:lnTo>
                  <a:cubicBezTo>
                    <a:pt x="182113" y="288556"/>
                    <a:pt x="181474" y="288556"/>
                    <a:pt x="181474" y="288556"/>
                  </a:cubicBezTo>
                  <a:lnTo>
                    <a:pt x="181474" y="288556"/>
                  </a:lnTo>
                  <a:cubicBezTo>
                    <a:pt x="180835" y="288556"/>
                    <a:pt x="180196" y="288556"/>
                    <a:pt x="180196" y="288556"/>
                  </a:cubicBezTo>
                  <a:lnTo>
                    <a:pt x="179557" y="288556"/>
                  </a:lnTo>
                  <a:lnTo>
                    <a:pt x="178918" y="287918"/>
                  </a:lnTo>
                  <a:cubicBezTo>
                    <a:pt x="177640" y="287279"/>
                    <a:pt x="72845" y="231739"/>
                    <a:pt x="87542" y="105974"/>
                  </a:cubicBezTo>
                  <a:cubicBezTo>
                    <a:pt x="88181" y="102782"/>
                    <a:pt x="91376" y="100229"/>
                    <a:pt x="94571" y="100229"/>
                  </a:cubicBezTo>
                  <a:cubicBezTo>
                    <a:pt x="95210" y="100229"/>
                    <a:pt x="96488" y="100867"/>
                    <a:pt x="97127" y="100867"/>
                  </a:cubicBezTo>
                  <a:cubicBezTo>
                    <a:pt x="123965" y="114912"/>
                    <a:pt x="156553" y="109166"/>
                    <a:pt x="177640" y="87461"/>
                  </a:cubicBezTo>
                  <a:cubicBezTo>
                    <a:pt x="180196" y="84907"/>
                    <a:pt x="184030" y="84907"/>
                    <a:pt x="186586" y="87461"/>
                  </a:cubicBezTo>
                  <a:cubicBezTo>
                    <a:pt x="186586" y="87461"/>
                    <a:pt x="186586" y="87461"/>
                    <a:pt x="186586" y="87461"/>
                  </a:cubicBezTo>
                  <a:cubicBezTo>
                    <a:pt x="207034" y="109804"/>
                    <a:pt x="240262" y="114912"/>
                    <a:pt x="267099" y="100867"/>
                  </a:cubicBezTo>
                  <a:cubicBezTo>
                    <a:pt x="269016" y="99590"/>
                    <a:pt x="270933" y="99590"/>
                    <a:pt x="272850" y="100867"/>
                  </a:cubicBezTo>
                  <a:cubicBezTo>
                    <a:pt x="274767" y="102144"/>
                    <a:pt x="276045" y="103420"/>
                    <a:pt x="276684" y="105974"/>
                  </a:cubicBezTo>
                  <a:cubicBezTo>
                    <a:pt x="290103" y="231739"/>
                    <a:pt x="185308" y="287279"/>
                    <a:pt x="184030" y="287918"/>
                  </a:cubicBezTo>
                  <a:lnTo>
                    <a:pt x="184030" y="287918"/>
                  </a:lnTo>
                  <a:close/>
                </a:path>
              </a:pathLst>
            </a:custGeom>
            <a:solidFill>
              <a:srgbClr val="007680"/>
            </a:solidFill>
            <a:ln w="6390" cap="flat">
              <a:noFill/>
              <a:prstDash val="solid"/>
              <a:miter/>
            </a:ln>
          </p:spPr>
          <p:txBody>
            <a:bodyPr rtlCol="0" anchor="ctr"/>
            <a:lstStyle/>
            <a:p>
              <a:endParaRPr lang="en-US"/>
            </a:p>
          </p:txBody>
        </p:sp>
      </p:grpSp>
      <p:grpSp>
        <p:nvGrpSpPr>
          <p:cNvPr id="247" name="Graphic 4">
            <a:extLst>
              <a:ext uri="{FF2B5EF4-FFF2-40B4-BE49-F238E27FC236}">
                <a16:creationId xmlns:a16="http://schemas.microsoft.com/office/drawing/2014/main" id="{EA1C0C31-2F61-B341-9A0A-9F267B84E9E3}"/>
              </a:ext>
            </a:extLst>
          </p:cNvPr>
          <p:cNvGrpSpPr/>
          <p:nvPr/>
        </p:nvGrpSpPr>
        <p:grpSpPr>
          <a:xfrm>
            <a:off x="467743" y="1893013"/>
            <a:ext cx="361670" cy="362610"/>
            <a:chOff x="467743" y="1893013"/>
            <a:chExt cx="361670" cy="362610"/>
          </a:xfrm>
          <a:solidFill>
            <a:srgbClr val="007680"/>
          </a:solidFill>
        </p:grpSpPr>
        <p:sp>
          <p:nvSpPr>
            <p:cNvPr id="248" name="Graphic 4">
              <a:extLst>
                <a:ext uri="{FF2B5EF4-FFF2-40B4-BE49-F238E27FC236}">
                  <a16:creationId xmlns:a16="http://schemas.microsoft.com/office/drawing/2014/main" id="{A917623F-926A-114C-88E1-D3522C8A0522}"/>
                </a:ext>
              </a:extLst>
            </p:cNvPr>
            <p:cNvSpPr/>
            <p:nvPr/>
          </p:nvSpPr>
          <p:spPr>
            <a:xfrm>
              <a:off x="467743" y="1893013"/>
              <a:ext cx="361670" cy="362610"/>
            </a:xfrm>
            <a:custGeom>
              <a:avLst/>
              <a:gdLst>
                <a:gd name="connsiteX0" fmla="*/ 180835 w 361670"/>
                <a:gd name="connsiteY0" fmla="*/ 0 h 362610"/>
                <a:gd name="connsiteX1" fmla="*/ 0 w 361670"/>
                <a:gd name="connsiteY1" fmla="*/ 181305 h 362610"/>
                <a:gd name="connsiteX2" fmla="*/ 180835 w 361670"/>
                <a:gd name="connsiteY2" fmla="*/ 362610 h 362610"/>
                <a:gd name="connsiteX3" fmla="*/ 361670 w 361670"/>
                <a:gd name="connsiteY3" fmla="*/ 181305 h 362610"/>
                <a:gd name="connsiteX4" fmla="*/ 361670 w 361670"/>
                <a:gd name="connsiteY4" fmla="*/ 181305 h 362610"/>
                <a:gd name="connsiteX5" fmla="*/ 180835 w 361670"/>
                <a:gd name="connsiteY5" fmla="*/ 0 h 362610"/>
                <a:gd name="connsiteX6" fmla="*/ 180835 w 361670"/>
                <a:gd name="connsiteY6" fmla="*/ 0 h 362610"/>
                <a:gd name="connsiteX7" fmla="*/ 180835 w 361670"/>
                <a:gd name="connsiteY7" fmla="*/ 349204 h 362610"/>
                <a:gd name="connsiteX8" fmla="*/ 12780 w 361670"/>
                <a:gd name="connsiteY8" fmla="*/ 180667 h 362610"/>
                <a:gd name="connsiteX9" fmla="*/ 180835 w 361670"/>
                <a:gd name="connsiteY9" fmla="*/ 12130 h 362610"/>
                <a:gd name="connsiteX10" fmla="*/ 348891 w 361670"/>
                <a:gd name="connsiteY10" fmla="*/ 180667 h 362610"/>
                <a:gd name="connsiteX11" fmla="*/ 180835 w 361670"/>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2610">
                  <a:moveTo>
                    <a:pt x="180835" y="0"/>
                  </a:moveTo>
                  <a:cubicBezTo>
                    <a:pt x="80513" y="0"/>
                    <a:pt x="0" y="81077"/>
                    <a:pt x="0" y="181305"/>
                  </a:cubicBezTo>
                  <a:cubicBezTo>
                    <a:pt x="0" y="281534"/>
                    <a:pt x="81152" y="362610"/>
                    <a:pt x="180835" y="362610"/>
                  </a:cubicBezTo>
                  <a:cubicBezTo>
                    <a:pt x="280518" y="362610"/>
                    <a:pt x="361670" y="281534"/>
                    <a:pt x="361670" y="181305"/>
                  </a:cubicBezTo>
                  <a:cubicBezTo>
                    <a:pt x="361670" y="181305"/>
                    <a:pt x="361670" y="181305"/>
                    <a:pt x="361670" y="181305"/>
                  </a:cubicBezTo>
                  <a:cubicBezTo>
                    <a:pt x="361670"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130"/>
                    <a:pt x="180835" y="12130"/>
                  </a:cubicBezTo>
                  <a:cubicBezTo>
                    <a:pt x="273489" y="12130"/>
                    <a:pt x="348891" y="87461"/>
                    <a:pt x="348891" y="180667"/>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249" name="Graphic 4">
              <a:extLst>
                <a:ext uri="{FF2B5EF4-FFF2-40B4-BE49-F238E27FC236}">
                  <a16:creationId xmlns:a16="http://schemas.microsoft.com/office/drawing/2014/main" id="{D350F87B-4C5F-0D42-BD68-AD77717D6052}"/>
                </a:ext>
              </a:extLst>
            </p:cNvPr>
            <p:cNvSpPr/>
            <p:nvPr/>
          </p:nvSpPr>
          <p:spPr>
            <a:xfrm>
              <a:off x="577011" y="1974044"/>
              <a:ext cx="143773" cy="197310"/>
            </a:xfrm>
            <a:custGeom>
              <a:avLst/>
              <a:gdLst>
                <a:gd name="connsiteX0" fmla="*/ 136745 w 143773"/>
                <a:gd name="connsiteY0" fmla="*/ 93252 h 197310"/>
                <a:gd name="connsiteX1" fmla="*/ 130355 w 143773"/>
                <a:gd name="connsiteY1" fmla="*/ 93252 h 197310"/>
                <a:gd name="connsiteX2" fmla="*/ 130355 w 143773"/>
                <a:gd name="connsiteY2" fmla="*/ 60694 h 197310"/>
                <a:gd name="connsiteX3" fmla="*/ 73484 w 143773"/>
                <a:gd name="connsiteY3" fmla="*/ 46 h 197310"/>
                <a:gd name="connsiteX4" fmla="*/ 12780 w 143773"/>
                <a:gd name="connsiteY4" fmla="*/ 56863 h 197310"/>
                <a:gd name="connsiteX5" fmla="*/ 12780 w 143773"/>
                <a:gd name="connsiteY5" fmla="*/ 60694 h 197310"/>
                <a:gd name="connsiteX6" fmla="*/ 12780 w 143773"/>
                <a:gd name="connsiteY6" fmla="*/ 93252 h 197310"/>
                <a:gd name="connsiteX7" fmla="*/ 6390 w 143773"/>
                <a:gd name="connsiteY7" fmla="*/ 93252 h 197310"/>
                <a:gd name="connsiteX8" fmla="*/ 0 w 143773"/>
                <a:gd name="connsiteY8" fmla="*/ 99636 h 197310"/>
                <a:gd name="connsiteX9" fmla="*/ 0 w 143773"/>
                <a:gd name="connsiteY9" fmla="*/ 190927 h 197310"/>
                <a:gd name="connsiteX10" fmla="*/ 6390 w 143773"/>
                <a:gd name="connsiteY10" fmla="*/ 197311 h 197310"/>
                <a:gd name="connsiteX11" fmla="*/ 137384 w 143773"/>
                <a:gd name="connsiteY11" fmla="*/ 197311 h 197310"/>
                <a:gd name="connsiteX12" fmla="*/ 143774 w 143773"/>
                <a:gd name="connsiteY12" fmla="*/ 190927 h 197310"/>
                <a:gd name="connsiteX13" fmla="*/ 143774 w 143773"/>
                <a:gd name="connsiteY13" fmla="*/ 99636 h 197310"/>
                <a:gd name="connsiteX14" fmla="*/ 137384 w 143773"/>
                <a:gd name="connsiteY14" fmla="*/ 93252 h 197310"/>
                <a:gd name="connsiteX15" fmla="*/ 136745 w 143773"/>
                <a:gd name="connsiteY15" fmla="*/ 93252 h 197310"/>
                <a:gd name="connsiteX16" fmla="*/ 25560 w 143773"/>
                <a:gd name="connsiteY16" fmla="*/ 60694 h 197310"/>
                <a:gd name="connsiteX17" fmla="*/ 69650 w 143773"/>
                <a:gd name="connsiteY17" fmla="*/ 13452 h 197310"/>
                <a:gd name="connsiteX18" fmla="*/ 116936 w 143773"/>
                <a:gd name="connsiteY18" fmla="*/ 57502 h 197310"/>
                <a:gd name="connsiteX19" fmla="*/ 116936 w 143773"/>
                <a:gd name="connsiteY19" fmla="*/ 60694 h 197310"/>
                <a:gd name="connsiteX20" fmla="*/ 116936 w 143773"/>
                <a:gd name="connsiteY20" fmla="*/ 93252 h 197310"/>
                <a:gd name="connsiteX21" fmla="*/ 25560 w 143773"/>
                <a:gd name="connsiteY21" fmla="*/ 93252 h 197310"/>
                <a:gd name="connsiteX22" fmla="*/ 25560 w 143773"/>
                <a:gd name="connsiteY22" fmla="*/ 60694 h 197310"/>
                <a:gd name="connsiteX23" fmla="*/ 130355 w 143773"/>
                <a:gd name="connsiteY23" fmla="*/ 184543 h 197310"/>
                <a:gd name="connsiteX24" fmla="*/ 12780 w 143773"/>
                <a:gd name="connsiteY24" fmla="*/ 184543 h 197310"/>
                <a:gd name="connsiteX25" fmla="*/ 12780 w 143773"/>
                <a:gd name="connsiteY25" fmla="*/ 106020 h 197310"/>
                <a:gd name="connsiteX26" fmla="*/ 130994 w 143773"/>
                <a:gd name="connsiteY26" fmla="*/ 106020 h 197310"/>
                <a:gd name="connsiteX27" fmla="*/ 130994 w 143773"/>
                <a:gd name="connsiteY27" fmla="*/ 184543 h 197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43773" h="197310">
                  <a:moveTo>
                    <a:pt x="136745" y="93252"/>
                  </a:moveTo>
                  <a:lnTo>
                    <a:pt x="130355" y="93252"/>
                  </a:lnTo>
                  <a:lnTo>
                    <a:pt x="130355" y="60694"/>
                  </a:lnTo>
                  <a:cubicBezTo>
                    <a:pt x="131633" y="28135"/>
                    <a:pt x="106073" y="1323"/>
                    <a:pt x="73484" y="46"/>
                  </a:cubicBezTo>
                  <a:cubicBezTo>
                    <a:pt x="40896" y="-1231"/>
                    <a:pt x="14058" y="24305"/>
                    <a:pt x="12780" y="56863"/>
                  </a:cubicBezTo>
                  <a:cubicBezTo>
                    <a:pt x="12780" y="58140"/>
                    <a:pt x="12780" y="59417"/>
                    <a:pt x="12780" y="60694"/>
                  </a:cubicBezTo>
                  <a:lnTo>
                    <a:pt x="12780" y="93252"/>
                  </a:lnTo>
                  <a:lnTo>
                    <a:pt x="6390" y="93252"/>
                  </a:lnTo>
                  <a:cubicBezTo>
                    <a:pt x="2556" y="93252"/>
                    <a:pt x="0" y="95806"/>
                    <a:pt x="0" y="99636"/>
                  </a:cubicBezTo>
                  <a:lnTo>
                    <a:pt x="0" y="190927"/>
                  </a:lnTo>
                  <a:cubicBezTo>
                    <a:pt x="0" y="194757"/>
                    <a:pt x="2556" y="197311"/>
                    <a:pt x="6390" y="197311"/>
                  </a:cubicBezTo>
                  <a:lnTo>
                    <a:pt x="137384" y="197311"/>
                  </a:lnTo>
                  <a:cubicBezTo>
                    <a:pt x="141218" y="197311"/>
                    <a:pt x="143774" y="194757"/>
                    <a:pt x="143774" y="190927"/>
                  </a:cubicBezTo>
                  <a:lnTo>
                    <a:pt x="143774" y="99636"/>
                  </a:lnTo>
                  <a:cubicBezTo>
                    <a:pt x="143774" y="95806"/>
                    <a:pt x="141218" y="93252"/>
                    <a:pt x="137384" y="93252"/>
                  </a:cubicBezTo>
                  <a:cubicBezTo>
                    <a:pt x="137384" y="93252"/>
                    <a:pt x="137384" y="93252"/>
                    <a:pt x="136745" y="93252"/>
                  </a:cubicBezTo>
                  <a:close/>
                  <a:moveTo>
                    <a:pt x="25560" y="60694"/>
                  </a:moveTo>
                  <a:cubicBezTo>
                    <a:pt x="24921" y="35158"/>
                    <a:pt x="44091" y="14091"/>
                    <a:pt x="69650" y="13452"/>
                  </a:cubicBezTo>
                  <a:cubicBezTo>
                    <a:pt x="95210" y="12814"/>
                    <a:pt x="116297" y="31966"/>
                    <a:pt x="116936" y="57502"/>
                  </a:cubicBezTo>
                  <a:cubicBezTo>
                    <a:pt x="116936" y="58778"/>
                    <a:pt x="116936" y="60055"/>
                    <a:pt x="116936" y="60694"/>
                  </a:cubicBezTo>
                  <a:lnTo>
                    <a:pt x="116936" y="93252"/>
                  </a:lnTo>
                  <a:lnTo>
                    <a:pt x="25560" y="93252"/>
                  </a:lnTo>
                  <a:lnTo>
                    <a:pt x="25560" y="60694"/>
                  </a:lnTo>
                  <a:close/>
                  <a:moveTo>
                    <a:pt x="130355" y="184543"/>
                  </a:moveTo>
                  <a:lnTo>
                    <a:pt x="12780" y="184543"/>
                  </a:lnTo>
                  <a:lnTo>
                    <a:pt x="12780" y="106020"/>
                  </a:lnTo>
                  <a:lnTo>
                    <a:pt x="130994" y="106020"/>
                  </a:lnTo>
                  <a:lnTo>
                    <a:pt x="130994" y="184543"/>
                  </a:lnTo>
                  <a:close/>
                </a:path>
              </a:pathLst>
            </a:custGeom>
            <a:solidFill>
              <a:srgbClr val="007680"/>
            </a:solidFill>
            <a:ln w="6390" cap="flat">
              <a:noFill/>
              <a:prstDash val="solid"/>
              <a:miter/>
            </a:ln>
          </p:spPr>
          <p:txBody>
            <a:bodyPr rtlCol="0" anchor="ctr"/>
            <a:lstStyle/>
            <a:p>
              <a:endParaRPr lang="en-US"/>
            </a:p>
          </p:txBody>
        </p:sp>
      </p:grpSp>
      <p:grpSp>
        <p:nvGrpSpPr>
          <p:cNvPr id="250" name="Graphic 4">
            <a:extLst>
              <a:ext uri="{FF2B5EF4-FFF2-40B4-BE49-F238E27FC236}">
                <a16:creationId xmlns:a16="http://schemas.microsoft.com/office/drawing/2014/main" id="{C839AAB7-7562-E643-A5A3-19E173B4CD6A}"/>
              </a:ext>
            </a:extLst>
          </p:cNvPr>
          <p:cNvGrpSpPr/>
          <p:nvPr/>
        </p:nvGrpSpPr>
        <p:grpSpPr>
          <a:xfrm>
            <a:off x="467743" y="2371173"/>
            <a:ext cx="361670" cy="362610"/>
            <a:chOff x="467743" y="2371173"/>
            <a:chExt cx="361670" cy="362610"/>
          </a:xfrm>
          <a:solidFill>
            <a:srgbClr val="007680"/>
          </a:solidFill>
        </p:grpSpPr>
        <p:sp>
          <p:nvSpPr>
            <p:cNvPr id="251" name="Graphic 4">
              <a:extLst>
                <a:ext uri="{FF2B5EF4-FFF2-40B4-BE49-F238E27FC236}">
                  <a16:creationId xmlns:a16="http://schemas.microsoft.com/office/drawing/2014/main" id="{D37A8A87-6B5D-8E49-8B83-1B58C78A5C40}"/>
                </a:ext>
              </a:extLst>
            </p:cNvPr>
            <p:cNvSpPr/>
            <p:nvPr/>
          </p:nvSpPr>
          <p:spPr>
            <a:xfrm>
              <a:off x="467743" y="2371173"/>
              <a:ext cx="361670" cy="362610"/>
            </a:xfrm>
            <a:custGeom>
              <a:avLst/>
              <a:gdLst>
                <a:gd name="connsiteX0" fmla="*/ 180835 w 361670"/>
                <a:gd name="connsiteY0" fmla="*/ 0 h 362610"/>
                <a:gd name="connsiteX1" fmla="*/ 0 w 361670"/>
                <a:gd name="connsiteY1" fmla="*/ 181305 h 362610"/>
                <a:gd name="connsiteX2" fmla="*/ 180835 w 361670"/>
                <a:gd name="connsiteY2" fmla="*/ 362610 h 362610"/>
                <a:gd name="connsiteX3" fmla="*/ 361670 w 361670"/>
                <a:gd name="connsiteY3" fmla="*/ 181305 h 362610"/>
                <a:gd name="connsiteX4" fmla="*/ 361670 w 361670"/>
                <a:gd name="connsiteY4" fmla="*/ 181305 h 362610"/>
                <a:gd name="connsiteX5" fmla="*/ 180835 w 361670"/>
                <a:gd name="connsiteY5" fmla="*/ 0 h 362610"/>
                <a:gd name="connsiteX6" fmla="*/ 180835 w 361670"/>
                <a:gd name="connsiteY6" fmla="*/ 0 h 362610"/>
                <a:gd name="connsiteX7" fmla="*/ 180835 w 361670"/>
                <a:gd name="connsiteY7" fmla="*/ 349204 h 362610"/>
                <a:gd name="connsiteX8" fmla="*/ 12780 w 361670"/>
                <a:gd name="connsiteY8" fmla="*/ 180667 h 362610"/>
                <a:gd name="connsiteX9" fmla="*/ 180835 w 361670"/>
                <a:gd name="connsiteY9" fmla="*/ 12130 h 362610"/>
                <a:gd name="connsiteX10" fmla="*/ 348891 w 361670"/>
                <a:gd name="connsiteY10" fmla="*/ 180667 h 362610"/>
                <a:gd name="connsiteX11" fmla="*/ 180835 w 361670"/>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2610">
                  <a:moveTo>
                    <a:pt x="180835" y="0"/>
                  </a:moveTo>
                  <a:cubicBezTo>
                    <a:pt x="80513" y="0"/>
                    <a:pt x="0" y="81077"/>
                    <a:pt x="0" y="181305"/>
                  </a:cubicBezTo>
                  <a:cubicBezTo>
                    <a:pt x="0" y="281534"/>
                    <a:pt x="81152" y="362610"/>
                    <a:pt x="180835" y="362610"/>
                  </a:cubicBezTo>
                  <a:cubicBezTo>
                    <a:pt x="280518" y="362610"/>
                    <a:pt x="361670" y="281534"/>
                    <a:pt x="361670" y="181305"/>
                  </a:cubicBezTo>
                  <a:cubicBezTo>
                    <a:pt x="361670" y="181305"/>
                    <a:pt x="361670" y="181305"/>
                    <a:pt x="361670" y="181305"/>
                  </a:cubicBezTo>
                  <a:cubicBezTo>
                    <a:pt x="361670"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130"/>
                    <a:pt x="180835" y="12130"/>
                  </a:cubicBezTo>
                  <a:cubicBezTo>
                    <a:pt x="273489" y="12130"/>
                    <a:pt x="348891" y="87461"/>
                    <a:pt x="348891" y="180667"/>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252" name="Graphic 4">
              <a:extLst>
                <a:ext uri="{FF2B5EF4-FFF2-40B4-BE49-F238E27FC236}">
                  <a16:creationId xmlns:a16="http://schemas.microsoft.com/office/drawing/2014/main" id="{A00D951A-AF2B-C44F-AC19-482D21220843}"/>
                </a:ext>
              </a:extLst>
            </p:cNvPr>
            <p:cNvSpPr/>
            <p:nvPr/>
          </p:nvSpPr>
          <p:spPr>
            <a:xfrm>
              <a:off x="568704" y="2442674"/>
              <a:ext cx="159748" cy="217693"/>
            </a:xfrm>
            <a:custGeom>
              <a:avLst/>
              <a:gdLst>
                <a:gd name="connsiteX0" fmla="*/ 153358 w 159748"/>
                <a:gd name="connsiteY0" fmla="*/ 102782 h 217693"/>
                <a:gd name="connsiteX1" fmla="*/ 27477 w 159748"/>
                <a:gd name="connsiteY1" fmla="*/ 102782 h 217693"/>
                <a:gd name="connsiteX2" fmla="*/ 27477 w 159748"/>
                <a:gd name="connsiteY2" fmla="*/ 65117 h 217693"/>
                <a:gd name="connsiteX3" fmla="*/ 79874 w 159748"/>
                <a:gd name="connsiteY3" fmla="*/ 12768 h 217693"/>
                <a:gd name="connsiteX4" fmla="*/ 132272 w 159748"/>
                <a:gd name="connsiteY4" fmla="*/ 65117 h 217693"/>
                <a:gd name="connsiteX5" fmla="*/ 138662 w 159748"/>
                <a:gd name="connsiteY5" fmla="*/ 71501 h 217693"/>
                <a:gd name="connsiteX6" fmla="*/ 145052 w 159748"/>
                <a:gd name="connsiteY6" fmla="*/ 65117 h 217693"/>
                <a:gd name="connsiteX7" fmla="*/ 79874 w 159748"/>
                <a:gd name="connsiteY7" fmla="*/ 0 h 217693"/>
                <a:gd name="connsiteX8" fmla="*/ 14697 w 159748"/>
                <a:gd name="connsiteY8" fmla="*/ 65117 h 217693"/>
                <a:gd name="connsiteX9" fmla="*/ 14697 w 159748"/>
                <a:gd name="connsiteY9" fmla="*/ 65117 h 217693"/>
                <a:gd name="connsiteX10" fmla="*/ 14697 w 159748"/>
                <a:gd name="connsiteY10" fmla="*/ 102782 h 217693"/>
                <a:gd name="connsiteX11" fmla="*/ 6390 w 159748"/>
                <a:gd name="connsiteY11" fmla="*/ 102782 h 217693"/>
                <a:gd name="connsiteX12" fmla="*/ 0 w 159748"/>
                <a:gd name="connsiteY12" fmla="*/ 109166 h 217693"/>
                <a:gd name="connsiteX13" fmla="*/ 0 w 159748"/>
                <a:gd name="connsiteY13" fmla="*/ 211310 h 217693"/>
                <a:gd name="connsiteX14" fmla="*/ 6390 w 159748"/>
                <a:gd name="connsiteY14" fmla="*/ 217694 h 217693"/>
                <a:gd name="connsiteX15" fmla="*/ 153358 w 159748"/>
                <a:gd name="connsiteY15" fmla="*/ 217694 h 217693"/>
                <a:gd name="connsiteX16" fmla="*/ 159748 w 159748"/>
                <a:gd name="connsiteY16" fmla="*/ 211310 h 217693"/>
                <a:gd name="connsiteX17" fmla="*/ 159748 w 159748"/>
                <a:gd name="connsiteY17" fmla="*/ 109166 h 217693"/>
                <a:gd name="connsiteX18" fmla="*/ 153358 w 159748"/>
                <a:gd name="connsiteY18" fmla="*/ 102782 h 217693"/>
                <a:gd name="connsiteX19" fmla="*/ 146969 w 159748"/>
                <a:gd name="connsiteY19" fmla="*/ 204926 h 217693"/>
                <a:gd name="connsiteX20" fmla="*/ 12780 w 159748"/>
                <a:gd name="connsiteY20" fmla="*/ 204926 h 217693"/>
                <a:gd name="connsiteX21" fmla="*/ 12780 w 159748"/>
                <a:gd name="connsiteY21" fmla="*/ 115550 h 217693"/>
                <a:gd name="connsiteX22" fmla="*/ 146969 w 159748"/>
                <a:gd name="connsiteY22" fmla="*/ 115550 h 217693"/>
                <a:gd name="connsiteX23" fmla="*/ 146969 w 159748"/>
                <a:gd name="connsiteY23" fmla="*/ 204926 h 217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748" h="217693">
                  <a:moveTo>
                    <a:pt x="153358" y="102782"/>
                  </a:moveTo>
                  <a:lnTo>
                    <a:pt x="27477" y="102782"/>
                  </a:lnTo>
                  <a:lnTo>
                    <a:pt x="27477" y="65117"/>
                  </a:lnTo>
                  <a:cubicBezTo>
                    <a:pt x="27477" y="36389"/>
                    <a:pt x="51119" y="12768"/>
                    <a:pt x="79874" y="12768"/>
                  </a:cubicBezTo>
                  <a:cubicBezTo>
                    <a:pt x="108629" y="12768"/>
                    <a:pt x="132272" y="36389"/>
                    <a:pt x="132272" y="65117"/>
                  </a:cubicBezTo>
                  <a:cubicBezTo>
                    <a:pt x="132272" y="68947"/>
                    <a:pt x="134828" y="71501"/>
                    <a:pt x="138662" y="71501"/>
                  </a:cubicBezTo>
                  <a:cubicBezTo>
                    <a:pt x="142496" y="71501"/>
                    <a:pt x="145052" y="68947"/>
                    <a:pt x="145052" y="65117"/>
                  </a:cubicBezTo>
                  <a:cubicBezTo>
                    <a:pt x="145052" y="29366"/>
                    <a:pt x="116297" y="0"/>
                    <a:pt x="79874" y="0"/>
                  </a:cubicBezTo>
                  <a:cubicBezTo>
                    <a:pt x="44091" y="0"/>
                    <a:pt x="14697" y="28728"/>
                    <a:pt x="14697" y="65117"/>
                  </a:cubicBezTo>
                  <a:cubicBezTo>
                    <a:pt x="14697" y="65117"/>
                    <a:pt x="14697" y="65117"/>
                    <a:pt x="14697" y="65117"/>
                  </a:cubicBezTo>
                  <a:lnTo>
                    <a:pt x="14697" y="102782"/>
                  </a:lnTo>
                  <a:lnTo>
                    <a:pt x="6390" y="102782"/>
                  </a:lnTo>
                  <a:cubicBezTo>
                    <a:pt x="2556" y="102782"/>
                    <a:pt x="0" y="105336"/>
                    <a:pt x="0" y="109166"/>
                  </a:cubicBezTo>
                  <a:lnTo>
                    <a:pt x="0" y="211310"/>
                  </a:lnTo>
                  <a:cubicBezTo>
                    <a:pt x="0" y="215140"/>
                    <a:pt x="2556" y="217694"/>
                    <a:pt x="6390" y="217694"/>
                  </a:cubicBezTo>
                  <a:lnTo>
                    <a:pt x="153358" y="217694"/>
                  </a:lnTo>
                  <a:cubicBezTo>
                    <a:pt x="157192" y="217694"/>
                    <a:pt x="159748" y="215140"/>
                    <a:pt x="159748" y="211310"/>
                  </a:cubicBezTo>
                  <a:lnTo>
                    <a:pt x="159748" y="109166"/>
                  </a:lnTo>
                  <a:cubicBezTo>
                    <a:pt x="159748" y="105974"/>
                    <a:pt x="157192" y="102782"/>
                    <a:pt x="153358" y="102782"/>
                  </a:cubicBezTo>
                  <a:close/>
                  <a:moveTo>
                    <a:pt x="146969" y="204926"/>
                  </a:moveTo>
                  <a:lnTo>
                    <a:pt x="12780" y="204926"/>
                  </a:lnTo>
                  <a:lnTo>
                    <a:pt x="12780" y="115550"/>
                  </a:lnTo>
                  <a:lnTo>
                    <a:pt x="146969" y="115550"/>
                  </a:lnTo>
                  <a:lnTo>
                    <a:pt x="146969" y="204926"/>
                  </a:lnTo>
                  <a:close/>
                </a:path>
              </a:pathLst>
            </a:custGeom>
            <a:solidFill>
              <a:srgbClr val="007680"/>
            </a:solidFill>
            <a:ln w="6390" cap="flat">
              <a:noFill/>
              <a:prstDash val="solid"/>
              <a:miter/>
            </a:ln>
          </p:spPr>
          <p:txBody>
            <a:bodyPr rtlCol="0" anchor="ctr"/>
            <a:lstStyle/>
            <a:p>
              <a:endParaRPr lang="en-US"/>
            </a:p>
          </p:txBody>
        </p:sp>
      </p:grpSp>
      <p:grpSp>
        <p:nvGrpSpPr>
          <p:cNvPr id="253" name="Graphic 4">
            <a:extLst>
              <a:ext uri="{FF2B5EF4-FFF2-40B4-BE49-F238E27FC236}">
                <a16:creationId xmlns:a16="http://schemas.microsoft.com/office/drawing/2014/main" id="{EF2001E8-4918-134C-BF5C-2B1B807917B8}"/>
              </a:ext>
            </a:extLst>
          </p:cNvPr>
          <p:cNvGrpSpPr/>
          <p:nvPr/>
        </p:nvGrpSpPr>
        <p:grpSpPr>
          <a:xfrm>
            <a:off x="905454" y="1893013"/>
            <a:ext cx="362309" cy="362610"/>
            <a:chOff x="905454" y="1893013"/>
            <a:chExt cx="362309" cy="362610"/>
          </a:xfrm>
          <a:solidFill>
            <a:srgbClr val="007680"/>
          </a:solidFill>
        </p:grpSpPr>
        <p:sp>
          <p:nvSpPr>
            <p:cNvPr id="254" name="Graphic 4">
              <a:extLst>
                <a:ext uri="{FF2B5EF4-FFF2-40B4-BE49-F238E27FC236}">
                  <a16:creationId xmlns:a16="http://schemas.microsoft.com/office/drawing/2014/main" id="{58902FDF-D388-3942-9097-167530F722FF}"/>
                </a:ext>
              </a:extLst>
            </p:cNvPr>
            <p:cNvSpPr/>
            <p:nvPr/>
          </p:nvSpPr>
          <p:spPr>
            <a:xfrm>
              <a:off x="1040281" y="1988773"/>
              <a:ext cx="92015" cy="78523"/>
            </a:xfrm>
            <a:custGeom>
              <a:avLst/>
              <a:gdLst>
                <a:gd name="connsiteX0" fmla="*/ 92015 w 92015"/>
                <a:gd name="connsiteY0" fmla="*/ 45965 h 78523"/>
                <a:gd name="connsiteX1" fmla="*/ 46008 w 92015"/>
                <a:gd name="connsiteY1" fmla="*/ 0 h 78523"/>
                <a:gd name="connsiteX2" fmla="*/ 0 w 92015"/>
                <a:gd name="connsiteY2" fmla="*/ 45965 h 78523"/>
                <a:gd name="connsiteX3" fmla="*/ 0 w 92015"/>
                <a:gd name="connsiteY3" fmla="*/ 78523 h 78523"/>
                <a:gd name="connsiteX4" fmla="*/ 92015 w 92015"/>
                <a:gd name="connsiteY4" fmla="*/ 78523 h 78523"/>
                <a:gd name="connsiteX5" fmla="*/ 92015 w 92015"/>
                <a:gd name="connsiteY5" fmla="*/ 45965 h 78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015" h="78523">
                  <a:moveTo>
                    <a:pt x="92015" y="45965"/>
                  </a:moveTo>
                  <a:cubicBezTo>
                    <a:pt x="92015" y="20429"/>
                    <a:pt x="71567" y="0"/>
                    <a:pt x="46008" y="0"/>
                  </a:cubicBezTo>
                  <a:cubicBezTo>
                    <a:pt x="20448" y="0"/>
                    <a:pt x="0" y="20429"/>
                    <a:pt x="0" y="45965"/>
                  </a:cubicBezTo>
                  <a:lnTo>
                    <a:pt x="0" y="78523"/>
                  </a:lnTo>
                  <a:lnTo>
                    <a:pt x="92015" y="78523"/>
                  </a:lnTo>
                  <a:lnTo>
                    <a:pt x="92015" y="45965"/>
                  </a:lnTo>
                  <a:close/>
                </a:path>
              </a:pathLst>
            </a:custGeom>
            <a:solidFill>
              <a:srgbClr val="007680"/>
            </a:solidFill>
            <a:ln w="6390" cap="flat">
              <a:noFill/>
              <a:prstDash val="solid"/>
              <a:miter/>
            </a:ln>
          </p:spPr>
          <p:txBody>
            <a:bodyPr rtlCol="0" anchor="ctr"/>
            <a:lstStyle/>
            <a:p>
              <a:endParaRPr lang="en-US"/>
            </a:p>
          </p:txBody>
        </p:sp>
        <p:sp>
          <p:nvSpPr>
            <p:cNvPr id="255" name="Graphic 4">
              <a:extLst>
                <a:ext uri="{FF2B5EF4-FFF2-40B4-BE49-F238E27FC236}">
                  <a16:creationId xmlns:a16="http://schemas.microsoft.com/office/drawing/2014/main" id="{306603C2-1DB5-1C40-9C36-51A9B1CE76E9}"/>
                </a:ext>
              </a:extLst>
            </p:cNvPr>
            <p:cNvSpPr/>
            <p:nvPr/>
          </p:nvSpPr>
          <p:spPr>
            <a:xfrm>
              <a:off x="1027501" y="2080064"/>
              <a:ext cx="117574" cy="78522"/>
            </a:xfrm>
            <a:custGeom>
              <a:avLst/>
              <a:gdLst>
                <a:gd name="connsiteX0" fmla="*/ 0 w 117574"/>
                <a:gd name="connsiteY0" fmla="*/ 0 h 78522"/>
                <a:gd name="connsiteX1" fmla="*/ 117575 w 117574"/>
                <a:gd name="connsiteY1" fmla="*/ 0 h 78522"/>
                <a:gd name="connsiteX2" fmla="*/ 117575 w 117574"/>
                <a:gd name="connsiteY2" fmla="*/ 78523 h 78522"/>
                <a:gd name="connsiteX3" fmla="*/ 0 w 117574"/>
                <a:gd name="connsiteY3" fmla="*/ 78523 h 78522"/>
              </a:gdLst>
              <a:ahLst/>
              <a:cxnLst>
                <a:cxn ang="0">
                  <a:pos x="connsiteX0" y="connsiteY0"/>
                </a:cxn>
                <a:cxn ang="0">
                  <a:pos x="connsiteX1" y="connsiteY1"/>
                </a:cxn>
                <a:cxn ang="0">
                  <a:pos x="connsiteX2" y="connsiteY2"/>
                </a:cxn>
                <a:cxn ang="0">
                  <a:pos x="connsiteX3" y="connsiteY3"/>
                </a:cxn>
              </a:cxnLst>
              <a:rect l="l" t="t" r="r" b="b"/>
              <a:pathLst>
                <a:path w="117574" h="78522">
                  <a:moveTo>
                    <a:pt x="0" y="0"/>
                  </a:moveTo>
                  <a:lnTo>
                    <a:pt x="117575" y="0"/>
                  </a:lnTo>
                  <a:lnTo>
                    <a:pt x="117575" y="78523"/>
                  </a:lnTo>
                  <a:lnTo>
                    <a:pt x="0" y="78523"/>
                  </a:lnTo>
                  <a:close/>
                </a:path>
              </a:pathLst>
            </a:custGeom>
            <a:solidFill>
              <a:srgbClr val="007680"/>
            </a:solidFill>
            <a:ln w="6390" cap="flat">
              <a:noFill/>
              <a:prstDash val="solid"/>
              <a:miter/>
            </a:ln>
          </p:spPr>
          <p:txBody>
            <a:bodyPr rtlCol="0" anchor="ctr"/>
            <a:lstStyle/>
            <a:p>
              <a:endParaRPr lang="en-US"/>
            </a:p>
          </p:txBody>
        </p:sp>
        <p:sp>
          <p:nvSpPr>
            <p:cNvPr id="256" name="Graphic 4">
              <a:extLst>
                <a:ext uri="{FF2B5EF4-FFF2-40B4-BE49-F238E27FC236}">
                  <a16:creationId xmlns:a16="http://schemas.microsoft.com/office/drawing/2014/main" id="{7DD7843F-4960-C540-9835-0617431A7C87}"/>
                </a:ext>
              </a:extLst>
            </p:cNvPr>
            <p:cNvSpPr/>
            <p:nvPr/>
          </p:nvSpPr>
          <p:spPr>
            <a:xfrm>
              <a:off x="905454" y="189301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362309 w 362309"/>
                <a:gd name="connsiteY4" fmla="*/ 181305 h 362610"/>
                <a:gd name="connsiteX5" fmla="*/ 180835 w 362309"/>
                <a:gd name="connsiteY5" fmla="*/ 0 h 362610"/>
                <a:gd name="connsiteX6" fmla="*/ 252403 w 362309"/>
                <a:gd name="connsiteY6" fmla="*/ 271958 h 362610"/>
                <a:gd name="connsiteX7" fmla="*/ 246013 w 362309"/>
                <a:gd name="connsiteY7" fmla="*/ 278342 h 362610"/>
                <a:gd name="connsiteX8" fmla="*/ 115658 w 362309"/>
                <a:gd name="connsiteY8" fmla="*/ 278342 h 362610"/>
                <a:gd name="connsiteX9" fmla="*/ 109268 w 362309"/>
                <a:gd name="connsiteY9" fmla="*/ 271958 h 362610"/>
                <a:gd name="connsiteX10" fmla="*/ 109268 w 362309"/>
                <a:gd name="connsiteY10" fmla="*/ 180667 h 362610"/>
                <a:gd name="connsiteX11" fmla="*/ 115658 w 362309"/>
                <a:gd name="connsiteY11" fmla="*/ 174283 h 362610"/>
                <a:gd name="connsiteX12" fmla="*/ 122048 w 362309"/>
                <a:gd name="connsiteY12" fmla="*/ 174283 h 362610"/>
                <a:gd name="connsiteX13" fmla="*/ 122048 w 362309"/>
                <a:gd name="connsiteY13" fmla="*/ 141724 h 362610"/>
                <a:gd name="connsiteX14" fmla="*/ 180835 w 362309"/>
                <a:gd name="connsiteY14" fmla="*/ 82992 h 362610"/>
                <a:gd name="connsiteX15" fmla="*/ 239623 w 362309"/>
                <a:gd name="connsiteY15" fmla="*/ 141724 h 362610"/>
                <a:gd name="connsiteX16" fmla="*/ 239623 w 362309"/>
                <a:gd name="connsiteY16" fmla="*/ 174283 h 362610"/>
                <a:gd name="connsiteX17" fmla="*/ 246013 w 362309"/>
                <a:gd name="connsiteY17" fmla="*/ 174283 h 362610"/>
                <a:gd name="connsiteX18" fmla="*/ 252403 w 362309"/>
                <a:gd name="connsiteY18" fmla="*/ 180667 h 362610"/>
                <a:gd name="connsiteX19" fmla="*/ 252403 w 362309"/>
                <a:gd name="connsiteY19" fmla="*/ 271958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181305"/>
                    <a:pt x="362309" y="181305"/>
                    <a:pt x="362309" y="181305"/>
                  </a:cubicBezTo>
                  <a:cubicBezTo>
                    <a:pt x="361670" y="81077"/>
                    <a:pt x="281157" y="0"/>
                    <a:pt x="180835" y="0"/>
                  </a:cubicBezTo>
                  <a:close/>
                  <a:moveTo>
                    <a:pt x="252403" y="271958"/>
                  </a:moveTo>
                  <a:cubicBezTo>
                    <a:pt x="252403" y="275788"/>
                    <a:pt x="249847" y="278342"/>
                    <a:pt x="246013" y="278342"/>
                  </a:cubicBezTo>
                  <a:lnTo>
                    <a:pt x="115658" y="278342"/>
                  </a:lnTo>
                  <a:cubicBezTo>
                    <a:pt x="111824" y="278342"/>
                    <a:pt x="109268" y="275788"/>
                    <a:pt x="109268" y="271958"/>
                  </a:cubicBezTo>
                  <a:lnTo>
                    <a:pt x="109268" y="180667"/>
                  </a:lnTo>
                  <a:cubicBezTo>
                    <a:pt x="109268" y="176836"/>
                    <a:pt x="111824" y="174283"/>
                    <a:pt x="115658" y="174283"/>
                  </a:cubicBezTo>
                  <a:lnTo>
                    <a:pt x="122048" y="174283"/>
                  </a:lnTo>
                  <a:lnTo>
                    <a:pt x="122048" y="141724"/>
                  </a:lnTo>
                  <a:cubicBezTo>
                    <a:pt x="122048" y="109166"/>
                    <a:pt x="148247" y="82992"/>
                    <a:pt x="180835" y="82992"/>
                  </a:cubicBezTo>
                  <a:cubicBezTo>
                    <a:pt x="213424" y="82992"/>
                    <a:pt x="239623" y="109166"/>
                    <a:pt x="239623" y="141724"/>
                  </a:cubicBezTo>
                  <a:lnTo>
                    <a:pt x="239623" y="174283"/>
                  </a:lnTo>
                  <a:lnTo>
                    <a:pt x="246013" y="174283"/>
                  </a:lnTo>
                  <a:cubicBezTo>
                    <a:pt x="249847" y="174283"/>
                    <a:pt x="252403" y="176836"/>
                    <a:pt x="252403" y="180667"/>
                  </a:cubicBezTo>
                  <a:lnTo>
                    <a:pt x="252403" y="271958"/>
                  </a:lnTo>
                  <a:close/>
                </a:path>
              </a:pathLst>
            </a:custGeom>
            <a:solidFill>
              <a:srgbClr val="007680"/>
            </a:solidFill>
            <a:ln w="6390" cap="flat">
              <a:noFill/>
              <a:prstDash val="solid"/>
              <a:miter/>
            </a:ln>
          </p:spPr>
          <p:txBody>
            <a:bodyPr rtlCol="0" anchor="ctr"/>
            <a:lstStyle/>
            <a:p>
              <a:endParaRPr lang="en-US"/>
            </a:p>
          </p:txBody>
        </p:sp>
      </p:grpSp>
      <p:grpSp>
        <p:nvGrpSpPr>
          <p:cNvPr id="257" name="Graphic 4">
            <a:extLst>
              <a:ext uri="{FF2B5EF4-FFF2-40B4-BE49-F238E27FC236}">
                <a16:creationId xmlns:a16="http://schemas.microsoft.com/office/drawing/2014/main" id="{A3D44576-6816-E74D-A545-E6B13DEA4290}"/>
              </a:ext>
            </a:extLst>
          </p:cNvPr>
          <p:cNvGrpSpPr/>
          <p:nvPr/>
        </p:nvGrpSpPr>
        <p:grpSpPr>
          <a:xfrm>
            <a:off x="905454" y="2371173"/>
            <a:ext cx="362309" cy="362610"/>
            <a:chOff x="905454" y="2371173"/>
            <a:chExt cx="362309" cy="362610"/>
          </a:xfrm>
          <a:solidFill>
            <a:srgbClr val="007680"/>
          </a:solidFill>
        </p:grpSpPr>
        <p:sp>
          <p:nvSpPr>
            <p:cNvPr id="258" name="Graphic 4">
              <a:extLst>
                <a:ext uri="{FF2B5EF4-FFF2-40B4-BE49-F238E27FC236}">
                  <a16:creationId xmlns:a16="http://schemas.microsoft.com/office/drawing/2014/main" id="{7B1BBADD-3110-054F-A7B1-8B4D0D9F24D5}"/>
                </a:ext>
              </a:extLst>
            </p:cNvPr>
            <p:cNvSpPr/>
            <p:nvPr/>
          </p:nvSpPr>
          <p:spPr>
            <a:xfrm>
              <a:off x="905454" y="237117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362309 w 362309"/>
                <a:gd name="connsiteY4" fmla="*/ 181305 h 362610"/>
                <a:gd name="connsiteX5" fmla="*/ 180835 w 362309"/>
                <a:gd name="connsiteY5" fmla="*/ 0 h 362610"/>
                <a:gd name="connsiteX6" fmla="*/ 260709 w 362309"/>
                <a:gd name="connsiteY6" fmla="*/ 283449 h 362610"/>
                <a:gd name="connsiteX7" fmla="*/ 254320 w 362309"/>
                <a:gd name="connsiteY7" fmla="*/ 289833 h 362610"/>
                <a:gd name="connsiteX8" fmla="*/ 107990 w 362309"/>
                <a:gd name="connsiteY8" fmla="*/ 289833 h 362610"/>
                <a:gd name="connsiteX9" fmla="*/ 101600 w 362309"/>
                <a:gd name="connsiteY9" fmla="*/ 283449 h 362610"/>
                <a:gd name="connsiteX10" fmla="*/ 101600 w 362309"/>
                <a:gd name="connsiteY10" fmla="*/ 181305 h 362610"/>
                <a:gd name="connsiteX11" fmla="*/ 107990 w 362309"/>
                <a:gd name="connsiteY11" fmla="*/ 174921 h 362610"/>
                <a:gd name="connsiteX12" fmla="*/ 116297 w 362309"/>
                <a:gd name="connsiteY12" fmla="*/ 174921 h 362610"/>
                <a:gd name="connsiteX13" fmla="*/ 116297 w 362309"/>
                <a:gd name="connsiteY13" fmla="*/ 137256 h 362610"/>
                <a:gd name="connsiteX14" fmla="*/ 181474 w 362309"/>
                <a:gd name="connsiteY14" fmla="*/ 72139 h 362610"/>
                <a:gd name="connsiteX15" fmla="*/ 246652 w 362309"/>
                <a:gd name="connsiteY15" fmla="*/ 137256 h 362610"/>
                <a:gd name="connsiteX16" fmla="*/ 240262 w 362309"/>
                <a:gd name="connsiteY16" fmla="*/ 143640 h 362610"/>
                <a:gd name="connsiteX17" fmla="*/ 233872 w 362309"/>
                <a:gd name="connsiteY17" fmla="*/ 137256 h 362610"/>
                <a:gd name="connsiteX18" fmla="*/ 181474 w 362309"/>
                <a:gd name="connsiteY18" fmla="*/ 84907 h 362610"/>
                <a:gd name="connsiteX19" fmla="*/ 129077 w 362309"/>
                <a:gd name="connsiteY19" fmla="*/ 137256 h 362610"/>
                <a:gd name="connsiteX20" fmla="*/ 129077 w 362309"/>
                <a:gd name="connsiteY20" fmla="*/ 174921 h 362610"/>
                <a:gd name="connsiteX21" fmla="*/ 254320 w 362309"/>
                <a:gd name="connsiteY21" fmla="*/ 174921 h 362610"/>
                <a:gd name="connsiteX22" fmla="*/ 260709 w 362309"/>
                <a:gd name="connsiteY22" fmla="*/ 181305 h 362610"/>
                <a:gd name="connsiteX23" fmla="*/ 260709 w 362309"/>
                <a:gd name="connsiteY23" fmla="*/ 283449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181305"/>
                    <a:pt x="362309" y="181305"/>
                    <a:pt x="362309" y="181305"/>
                  </a:cubicBezTo>
                  <a:cubicBezTo>
                    <a:pt x="361670" y="81077"/>
                    <a:pt x="281157" y="0"/>
                    <a:pt x="180835" y="0"/>
                  </a:cubicBezTo>
                  <a:close/>
                  <a:moveTo>
                    <a:pt x="260709" y="283449"/>
                  </a:moveTo>
                  <a:cubicBezTo>
                    <a:pt x="260709" y="287279"/>
                    <a:pt x="258154" y="289833"/>
                    <a:pt x="254320" y="289833"/>
                  </a:cubicBezTo>
                  <a:lnTo>
                    <a:pt x="107990" y="289833"/>
                  </a:lnTo>
                  <a:cubicBezTo>
                    <a:pt x="104156" y="289833"/>
                    <a:pt x="101600" y="287279"/>
                    <a:pt x="101600" y="283449"/>
                  </a:cubicBezTo>
                  <a:lnTo>
                    <a:pt x="101600" y="181305"/>
                  </a:lnTo>
                  <a:cubicBezTo>
                    <a:pt x="101600" y="177475"/>
                    <a:pt x="104156" y="174921"/>
                    <a:pt x="107990" y="174921"/>
                  </a:cubicBezTo>
                  <a:lnTo>
                    <a:pt x="116297" y="174921"/>
                  </a:lnTo>
                  <a:lnTo>
                    <a:pt x="116297" y="137256"/>
                  </a:lnTo>
                  <a:cubicBezTo>
                    <a:pt x="116297" y="101505"/>
                    <a:pt x="145691" y="72139"/>
                    <a:pt x="181474" y="72139"/>
                  </a:cubicBezTo>
                  <a:cubicBezTo>
                    <a:pt x="217258" y="72139"/>
                    <a:pt x="246652" y="101505"/>
                    <a:pt x="246652" y="137256"/>
                  </a:cubicBezTo>
                  <a:cubicBezTo>
                    <a:pt x="246652" y="141086"/>
                    <a:pt x="244096" y="143640"/>
                    <a:pt x="240262" y="143640"/>
                  </a:cubicBezTo>
                  <a:cubicBezTo>
                    <a:pt x="236428" y="143640"/>
                    <a:pt x="233872" y="141086"/>
                    <a:pt x="233872" y="137256"/>
                  </a:cubicBezTo>
                  <a:cubicBezTo>
                    <a:pt x="233872" y="108528"/>
                    <a:pt x="210229" y="84907"/>
                    <a:pt x="181474" y="84907"/>
                  </a:cubicBezTo>
                  <a:cubicBezTo>
                    <a:pt x="152720" y="84907"/>
                    <a:pt x="129077" y="108528"/>
                    <a:pt x="129077" y="137256"/>
                  </a:cubicBezTo>
                  <a:lnTo>
                    <a:pt x="129077" y="174921"/>
                  </a:lnTo>
                  <a:lnTo>
                    <a:pt x="254320" y="174921"/>
                  </a:lnTo>
                  <a:cubicBezTo>
                    <a:pt x="258154" y="174921"/>
                    <a:pt x="260709" y="177475"/>
                    <a:pt x="260709" y="181305"/>
                  </a:cubicBezTo>
                  <a:lnTo>
                    <a:pt x="260709" y="283449"/>
                  </a:lnTo>
                  <a:close/>
                </a:path>
              </a:pathLst>
            </a:custGeom>
            <a:solidFill>
              <a:srgbClr val="007680"/>
            </a:solidFill>
            <a:ln w="6390" cap="flat">
              <a:noFill/>
              <a:prstDash val="solid"/>
              <a:miter/>
            </a:ln>
          </p:spPr>
          <p:txBody>
            <a:bodyPr rtlCol="0" anchor="ctr"/>
            <a:lstStyle/>
            <a:p>
              <a:endParaRPr lang="en-US"/>
            </a:p>
          </p:txBody>
        </p:sp>
        <p:sp>
          <p:nvSpPr>
            <p:cNvPr id="259" name="Graphic 4">
              <a:extLst>
                <a:ext uri="{FF2B5EF4-FFF2-40B4-BE49-F238E27FC236}">
                  <a16:creationId xmlns:a16="http://schemas.microsoft.com/office/drawing/2014/main" id="{7DBD6AE9-A3DA-A242-B048-1A077B155C6C}"/>
                </a:ext>
              </a:extLst>
            </p:cNvPr>
            <p:cNvSpPr/>
            <p:nvPr/>
          </p:nvSpPr>
          <p:spPr>
            <a:xfrm>
              <a:off x="1019833" y="2558224"/>
              <a:ext cx="133549" cy="89375"/>
            </a:xfrm>
            <a:custGeom>
              <a:avLst/>
              <a:gdLst>
                <a:gd name="connsiteX0" fmla="*/ 0 w 133549"/>
                <a:gd name="connsiteY0" fmla="*/ 0 h 89375"/>
                <a:gd name="connsiteX1" fmla="*/ 133550 w 133549"/>
                <a:gd name="connsiteY1" fmla="*/ 0 h 89375"/>
                <a:gd name="connsiteX2" fmla="*/ 133550 w 133549"/>
                <a:gd name="connsiteY2" fmla="*/ 89376 h 89375"/>
                <a:gd name="connsiteX3" fmla="*/ 0 w 133549"/>
                <a:gd name="connsiteY3" fmla="*/ 89376 h 89375"/>
              </a:gdLst>
              <a:ahLst/>
              <a:cxnLst>
                <a:cxn ang="0">
                  <a:pos x="connsiteX0" y="connsiteY0"/>
                </a:cxn>
                <a:cxn ang="0">
                  <a:pos x="connsiteX1" y="connsiteY1"/>
                </a:cxn>
                <a:cxn ang="0">
                  <a:pos x="connsiteX2" y="connsiteY2"/>
                </a:cxn>
                <a:cxn ang="0">
                  <a:pos x="connsiteX3" y="connsiteY3"/>
                </a:cxn>
              </a:cxnLst>
              <a:rect l="l" t="t" r="r" b="b"/>
              <a:pathLst>
                <a:path w="133549" h="89375">
                  <a:moveTo>
                    <a:pt x="0" y="0"/>
                  </a:moveTo>
                  <a:lnTo>
                    <a:pt x="133550" y="0"/>
                  </a:lnTo>
                  <a:lnTo>
                    <a:pt x="133550" y="89376"/>
                  </a:lnTo>
                  <a:lnTo>
                    <a:pt x="0" y="89376"/>
                  </a:lnTo>
                  <a:close/>
                </a:path>
              </a:pathLst>
            </a:custGeom>
            <a:solidFill>
              <a:srgbClr val="007680"/>
            </a:solidFill>
            <a:ln w="6390" cap="flat">
              <a:noFill/>
              <a:prstDash val="solid"/>
              <a:miter/>
            </a:ln>
          </p:spPr>
          <p:txBody>
            <a:bodyPr rtlCol="0" anchor="ctr"/>
            <a:lstStyle/>
            <a:p>
              <a:endParaRPr lang="en-US"/>
            </a:p>
          </p:txBody>
        </p:sp>
      </p:grpSp>
      <p:grpSp>
        <p:nvGrpSpPr>
          <p:cNvPr id="260" name="Graphic 4">
            <a:extLst>
              <a:ext uri="{FF2B5EF4-FFF2-40B4-BE49-F238E27FC236}">
                <a16:creationId xmlns:a16="http://schemas.microsoft.com/office/drawing/2014/main" id="{7D51C8F7-6706-FF4C-86EF-10F99A5FC4E3}"/>
              </a:ext>
            </a:extLst>
          </p:cNvPr>
          <p:cNvGrpSpPr/>
          <p:nvPr/>
        </p:nvGrpSpPr>
        <p:grpSpPr>
          <a:xfrm>
            <a:off x="4660820" y="1402723"/>
            <a:ext cx="362312" cy="361971"/>
            <a:chOff x="4660820" y="1402723"/>
            <a:chExt cx="362312" cy="361971"/>
          </a:xfrm>
          <a:solidFill>
            <a:srgbClr val="00ABAB"/>
          </a:solidFill>
        </p:grpSpPr>
        <p:sp>
          <p:nvSpPr>
            <p:cNvPr id="261" name="Graphic 4">
              <a:extLst>
                <a:ext uri="{FF2B5EF4-FFF2-40B4-BE49-F238E27FC236}">
                  <a16:creationId xmlns:a16="http://schemas.microsoft.com/office/drawing/2014/main" id="{EBB28488-F2B5-7947-BF9D-AB6C76C3BBE1}"/>
                </a:ext>
              </a:extLst>
            </p:cNvPr>
            <p:cNvSpPr/>
            <p:nvPr/>
          </p:nvSpPr>
          <p:spPr>
            <a:xfrm>
              <a:off x="4660820" y="140272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8565 h 361971"/>
                <a:gd name="connsiteX8" fmla="*/ 12780 w 362312"/>
                <a:gd name="connsiteY8" fmla="*/ 180667 h 361971"/>
                <a:gd name="connsiteX9" fmla="*/ 180835 w 362312"/>
                <a:gd name="connsiteY9" fmla="*/ 12130 h 361971"/>
                <a:gd name="connsiteX10" fmla="*/ 349529 w 362312"/>
                <a:gd name="connsiteY10" fmla="*/ 180028 h 361971"/>
                <a:gd name="connsiteX11" fmla="*/ 349529 w 362312"/>
                <a:gd name="connsiteY11" fmla="*/ 180028 h 361971"/>
                <a:gd name="connsiteX12" fmla="*/ 181474 w 362312"/>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0438"/>
                    <a:pt x="281796" y="0"/>
                    <a:pt x="181474" y="0"/>
                  </a:cubicBezTo>
                  <a:cubicBezTo>
                    <a:pt x="181474" y="0"/>
                    <a:pt x="181474" y="0"/>
                    <a:pt x="181474" y="0"/>
                  </a:cubicBezTo>
                  <a:close/>
                  <a:moveTo>
                    <a:pt x="181474" y="348565"/>
                  </a:moveTo>
                  <a:cubicBezTo>
                    <a:pt x="88181" y="348565"/>
                    <a:pt x="12780" y="273234"/>
                    <a:pt x="12780" y="180667"/>
                  </a:cubicBezTo>
                  <a:cubicBezTo>
                    <a:pt x="12780" y="88099"/>
                    <a:pt x="88181" y="12130"/>
                    <a:pt x="180835" y="12130"/>
                  </a:cubicBezTo>
                  <a:cubicBezTo>
                    <a:pt x="274128" y="12130"/>
                    <a:pt x="349529" y="87461"/>
                    <a:pt x="349529" y="180028"/>
                  </a:cubicBezTo>
                  <a:lnTo>
                    <a:pt x="349529" y="180028"/>
                  </a:lnTo>
                  <a:cubicBezTo>
                    <a:pt x="349529" y="273234"/>
                    <a:pt x="274767" y="348565"/>
                    <a:pt x="181474" y="348565"/>
                  </a:cubicBezTo>
                  <a:close/>
                </a:path>
              </a:pathLst>
            </a:custGeom>
            <a:solidFill>
              <a:srgbClr val="00ABAB"/>
            </a:solidFill>
            <a:ln w="6390" cap="flat">
              <a:noFill/>
              <a:prstDash val="solid"/>
              <a:miter/>
            </a:ln>
          </p:spPr>
          <p:txBody>
            <a:bodyPr rtlCol="0" anchor="ctr"/>
            <a:lstStyle/>
            <a:p>
              <a:endParaRPr lang="en-US"/>
            </a:p>
          </p:txBody>
        </p:sp>
        <p:sp>
          <p:nvSpPr>
            <p:cNvPr id="262" name="Graphic 4">
              <a:extLst>
                <a:ext uri="{FF2B5EF4-FFF2-40B4-BE49-F238E27FC236}">
                  <a16:creationId xmlns:a16="http://schemas.microsoft.com/office/drawing/2014/main" id="{0FDE639E-BE9B-9049-8D61-4EB47E4DAB42}"/>
                </a:ext>
              </a:extLst>
            </p:cNvPr>
            <p:cNvSpPr/>
            <p:nvPr/>
          </p:nvSpPr>
          <p:spPr>
            <a:xfrm>
              <a:off x="4775839" y="1466563"/>
              <a:ext cx="132271" cy="234292"/>
            </a:xfrm>
            <a:custGeom>
              <a:avLst/>
              <a:gdLst>
                <a:gd name="connsiteX0" fmla="*/ 132271 w 132271"/>
                <a:gd name="connsiteY0" fmla="*/ 6384 h 234292"/>
                <a:gd name="connsiteX1" fmla="*/ 125881 w 132271"/>
                <a:gd name="connsiteY1" fmla="*/ 0 h 234292"/>
                <a:gd name="connsiteX2" fmla="*/ 70289 w 132271"/>
                <a:gd name="connsiteY2" fmla="*/ 0 h 234292"/>
                <a:gd name="connsiteX3" fmla="*/ 63899 w 132271"/>
                <a:gd name="connsiteY3" fmla="*/ 6384 h 234292"/>
                <a:gd name="connsiteX4" fmla="*/ 63899 w 132271"/>
                <a:gd name="connsiteY4" fmla="*/ 15960 h 234292"/>
                <a:gd name="connsiteX5" fmla="*/ 38340 w 132271"/>
                <a:gd name="connsiteY5" fmla="*/ 15960 h 234292"/>
                <a:gd name="connsiteX6" fmla="*/ 0 w 132271"/>
                <a:gd name="connsiteY6" fmla="*/ 54264 h 234292"/>
                <a:gd name="connsiteX7" fmla="*/ 0 w 132271"/>
                <a:gd name="connsiteY7" fmla="*/ 196627 h 234292"/>
                <a:gd name="connsiteX8" fmla="*/ 6390 w 132271"/>
                <a:gd name="connsiteY8" fmla="*/ 203011 h 234292"/>
                <a:gd name="connsiteX9" fmla="*/ 12780 w 132271"/>
                <a:gd name="connsiteY9" fmla="*/ 196627 h 234292"/>
                <a:gd name="connsiteX10" fmla="*/ 12780 w 132271"/>
                <a:gd name="connsiteY10" fmla="*/ 54264 h 234292"/>
                <a:gd name="connsiteX11" fmla="*/ 38340 w 132271"/>
                <a:gd name="connsiteY11" fmla="*/ 28728 h 234292"/>
                <a:gd name="connsiteX12" fmla="*/ 63899 w 132271"/>
                <a:gd name="connsiteY12" fmla="*/ 28728 h 234292"/>
                <a:gd name="connsiteX13" fmla="*/ 63899 w 132271"/>
                <a:gd name="connsiteY13" fmla="*/ 47880 h 234292"/>
                <a:gd name="connsiteX14" fmla="*/ 31950 w 132271"/>
                <a:gd name="connsiteY14" fmla="*/ 85545 h 234292"/>
                <a:gd name="connsiteX15" fmla="*/ 31950 w 132271"/>
                <a:gd name="connsiteY15" fmla="*/ 227908 h 234292"/>
                <a:gd name="connsiteX16" fmla="*/ 38340 w 132271"/>
                <a:gd name="connsiteY16" fmla="*/ 234292 h 234292"/>
                <a:gd name="connsiteX17" fmla="*/ 101600 w 132271"/>
                <a:gd name="connsiteY17" fmla="*/ 234292 h 234292"/>
                <a:gd name="connsiteX18" fmla="*/ 107990 w 132271"/>
                <a:gd name="connsiteY18" fmla="*/ 227908 h 234292"/>
                <a:gd name="connsiteX19" fmla="*/ 107990 w 132271"/>
                <a:gd name="connsiteY19" fmla="*/ 86184 h 234292"/>
                <a:gd name="connsiteX20" fmla="*/ 76040 w 132271"/>
                <a:gd name="connsiteY20" fmla="*/ 48518 h 234292"/>
                <a:gd name="connsiteX21" fmla="*/ 76040 w 132271"/>
                <a:gd name="connsiteY21" fmla="*/ 22344 h 234292"/>
                <a:gd name="connsiteX22" fmla="*/ 123326 w 132271"/>
                <a:gd name="connsiteY22" fmla="*/ 35750 h 234292"/>
                <a:gd name="connsiteX23" fmla="*/ 125243 w 132271"/>
                <a:gd name="connsiteY23" fmla="*/ 35750 h 234292"/>
                <a:gd name="connsiteX24" fmla="*/ 132271 w 132271"/>
                <a:gd name="connsiteY24" fmla="*/ 30005 h 234292"/>
                <a:gd name="connsiteX25" fmla="*/ 126521 w 132271"/>
                <a:gd name="connsiteY25" fmla="*/ 22982 h 234292"/>
                <a:gd name="connsiteX26" fmla="*/ 91376 w 132271"/>
                <a:gd name="connsiteY26" fmla="*/ 12768 h 234292"/>
                <a:gd name="connsiteX27" fmla="*/ 124604 w 132271"/>
                <a:gd name="connsiteY27" fmla="*/ 12768 h 234292"/>
                <a:gd name="connsiteX28" fmla="*/ 132271 w 132271"/>
                <a:gd name="connsiteY28" fmla="*/ 6384 h 234292"/>
                <a:gd name="connsiteX29" fmla="*/ 95849 w 132271"/>
                <a:gd name="connsiteY29" fmla="*/ 181305 h 234292"/>
                <a:gd name="connsiteX30" fmla="*/ 76679 w 132271"/>
                <a:gd name="connsiteY30" fmla="*/ 181305 h 234292"/>
                <a:gd name="connsiteX31" fmla="*/ 76679 w 132271"/>
                <a:gd name="connsiteY31" fmla="*/ 130872 h 234292"/>
                <a:gd name="connsiteX32" fmla="*/ 93932 w 132271"/>
                <a:gd name="connsiteY32" fmla="*/ 130872 h 234292"/>
                <a:gd name="connsiteX33" fmla="*/ 95210 w 132271"/>
                <a:gd name="connsiteY33" fmla="*/ 130872 h 234292"/>
                <a:gd name="connsiteX34" fmla="*/ 95849 w 132271"/>
                <a:gd name="connsiteY34" fmla="*/ 181305 h 234292"/>
                <a:gd name="connsiteX35" fmla="*/ 95849 w 132271"/>
                <a:gd name="connsiteY35" fmla="*/ 84907 h 234292"/>
                <a:gd name="connsiteX36" fmla="*/ 95849 w 132271"/>
                <a:gd name="connsiteY36" fmla="*/ 118104 h 234292"/>
                <a:gd name="connsiteX37" fmla="*/ 94571 w 132271"/>
                <a:gd name="connsiteY37" fmla="*/ 117465 h 234292"/>
                <a:gd name="connsiteX38" fmla="*/ 70928 w 132271"/>
                <a:gd name="connsiteY38" fmla="*/ 117465 h 234292"/>
                <a:gd name="connsiteX39" fmla="*/ 64538 w 132271"/>
                <a:gd name="connsiteY39" fmla="*/ 123849 h 234292"/>
                <a:gd name="connsiteX40" fmla="*/ 64538 w 132271"/>
                <a:gd name="connsiteY40" fmla="*/ 187051 h 234292"/>
                <a:gd name="connsiteX41" fmla="*/ 70928 w 132271"/>
                <a:gd name="connsiteY41" fmla="*/ 193435 h 234292"/>
                <a:gd name="connsiteX42" fmla="*/ 96488 w 132271"/>
                <a:gd name="connsiteY42" fmla="*/ 193435 h 234292"/>
                <a:gd name="connsiteX43" fmla="*/ 96488 w 132271"/>
                <a:gd name="connsiteY43" fmla="*/ 220247 h 234292"/>
                <a:gd name="connsiteX44" fmla="*/ 46007 w 132271"/>
                <a:gd name="connsiteY44" fmla="*/ 220247 h 234292"/>
                <a:gd name="connsiteX45" fmla="*/ 46007 w 132271"/>
                <a:gd name="connsiteY45" fmla="*/ 84269 h 234292"/>
                <a:gd name="connsiteX46" fmla="*/ 75401 w 132271"/>
                <a:gd name="connsiteY46" fmla="*/ 63201 h 234292"/>
                <a:gd name="connsiteX47" fmla="*/ 95849 w 132271"/>
                <a:gd name="connsiteY47" fmla="*/ 84907 h 234292"/>
                <a:gd name="connsiteX48" fmla="*/ 95849 w 132271"/>
                <a:gd name="connsiteY48" fmla="*/ 84907 h 234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32271" h="234292">
                  <a:moveTo>
                    <a:pt x="132271" y="6384"/>
                  </a:moveTo>
                  <a:cubicBezTo>
                    <a:pt x="132271" y="2554"/>
                    <a:pt x="129716" y="0"/>
                    <a:pt x="125881" y="0"/>
                  </a:cubicBezTo>
                  <a:lnTo>
                    <a:pt x="70289" y="0"/>
                  </a:lnTo>
                  <a:cubicBezTo>
                    <a:pt x="66455" y="0"/>
                    <a:pt x="63899" y="2554"/>
                    <a:pt x="63899" y="6384"/>
                  </a:cubicBezTo>
                  <a:lnTo>
                    <a:pt x="63899" y="15960"/>
                  </a:lnTo>
                  <a:lnTo>
                    <a:pt x="38340" y="15960"/>
                  </a:lnTo>
                  <a:cubicBezTo>
                    <a:pt x="17253" y="15960"/>
                    <a:pt x="0" y="33197"/>
                    <a:pt x="0" y="54264"/>
                  </a:cubicBezTo>
                  <a:lnTo>
                    <a:pt x="0" y="196627"/>
                  </a:lnTo>
                  <a:cubicBezTo>
                    <a:pt x="0" y="200457"/>
                    <a:pt x="2556" y="203011"/>
                    <a:pt x="6390" y="203011"/>
                  </a:cubicBezTo>
                  <a:cubicBezTo>
                    <a:pt x="10224" y="203011"/>
                    <a:pt x="12780" y="200457"/>
                    <a:pt x="12780" y="196627"/>
                  </a:cubicBezTo>
                  <a:lnTo>
                    <a:pt x="12780" y="54264"/>
                  </a:lnTo>
                  <a:cubicBezTo>
                    <a:pt x="12780" y="40219"/>
                    <a:pt x="24282" y="28728"/>
                    <a:pt x="38340" y="28728"/>
                  </a:cubicBezTo>
                  <a:lnTo>
                    <a:pt x="63899" y="28728"/>
                  </a:lnTo>
                  <a:lnTo>
                    <a:pt x="63899" y="47880"/>
                  </a:lnTo>
                  <a:cubicBezTo>
                    <a:pt x="46007" y="51072"/>
                    <a:pt x="32589" y="67032"/>
                    <a:pt x="31950" y="85545"/>
                  </a:cubicBezTo>
                  <a:lnTo>
                    <a:pt x="31950" y="227908"/>
                  </a:lnTo>
                  <a:cubicBezTo>
                    <a:pt x="31950" y="231738"/>
                    <a:pt x="34505" y="234292"/>
                    <a:pt x="38340" y="234292"/>
                  </a:cubicBezTo>
                  <a:lnTo>
                    <a:pt x="101600" y="234292"/>
                  </a:lnTo>
                  <a:cubicBezTo>
                    <a:pt x="105434" y="234292"/>
                    <a:pt x="107990" y="231738"/>
                    <a:pt x="107990" y="227908"/>
                  </a:cubicBezTo>
                  <a:lnTo>
                    <a:pt x="107990" y="86184"/>
                  </a:lnTo>
                  <a:cubicBezTo>
                    <a:pt x="107990" y="67670"/>
                    <a:pt x="94571" y="51710"/>
                    <a:pt x="76040" y="48518"/>
                  </a:cubicBezTo>
                  <a:lnTo>
                    <a:pt x="76040" y="22344"/>
                  </a:lnTo>
                  <a:lnTo>
                    <a:pt x="123326" y="35750"/>
                  </a:lnTo>
                  <a:cubicBezTo>
                    <a:pt x="123965" y="35750"/>
                    <a:pt x="124604" y="35750"/>
                    <a:pt x="125243" y="35750"/>
                  </a:cubicBezTo>
                  <a:cubicBezTo>
                    <a:pt x="129076" y="36389"/>
                    <a:pt x="132271" y="33835"/>
                    <a:pt x="132271" y="30005"/>
                  </a:cubicBezTo>
                  <a:cubicBezTo>
                    <a:pt x="132271" y="26174"/>
                    <a:pt x="130354" y="22982"/>
                    <a:pt x="126521" y="22982"/>
                  </a:cubicBezTo>
                  <a:lnTo>
                    <a:pt x="91376" y="12768"/>
                  </a:lnTo>
                  <a:lnTo>
                    <a:pt x="124604" y="12768"/>
                  </a:lnTo>
                  <a:cubicBezTo>
                    <a:pt x="129076" y="12130"/>
                    <a:pt x="132271" y="9576"/>
                    <a:pt x="132271" y="6384"/>
                  </a:cubicBezTo>
                  <a:close/>
                  <a:moveTo>
                    <a:pt x="95849" y="181305"/>
                  </a:moveTo>
                  <a:lnTo>
                    <a:pt x="76679" y="181305"/>
                  </a:lnTo>
                  <a:lnTo>
                    <a:pt x="76679" y="130872"/>
                  </a:lnTo>
                  <a:lnTo>
                    <a:pt x="93932" y="130872"/>
                  </a:lnTo>
                  <a:cubicBezTo>
                    <a:pt x="94571" y="130872"/>
                    <a:pt x="95210" y="130872"/>
                    <a:pt x="95210" y="130872"/>
                  </a:cubicBezTo>
                  <a:lnTo>
                    <a:pt x="95849" y="181305"/>
                  </a:lnTo>
                  <a:close/>
                  <a:moveTo>
                    <a:pt x="95849" y="84907"/>
                  </a:moveTo>
                  <a:lnTo>
                    <a:pt x="95849" y="118104"/>
                  </a:lnTo>
                  <a:cubicBezTo>
                    <a:pt x="95210" y="118104"/>
                    <a:pt x="94571" y="118104"/>
                    <a:pt x="94571" y="117465"/>
                  </a:cubicBezTo>
                  <a:lnTo>
                    <a:pt x="70928" y="117465"/>
                  </a:lnTo>
                  <a:cubicBezTo>
                    <a:pt x="67094" y="117465"/>
                    <a:pt x="64538" y="120019"/>
                    <a:pt x="64538" y="123849"/>
                  </a:cubicBezTo>
                  <a:lnTo>
                    <a:pt x="64538" y="187051"/>
                  </a:lnTo>
                  <a:cubicBezTo>
                    <a:pt x="64538" y="190881"/>
                    <a:pt x="67094" y="193435"/>
                    <a:pt x="70928" y="193435"/>
                  </a:cubicBezTo>
                  <a:lnTo>
                    <a:pt x="96488" y="193435"/>
                  </a:lnTo>
                  <a:lnTo>
                    <a:pt x="96488" y="220247"/>
                  </a:lnTo>
                  <a:lnTo>
                    <a:pt x="46007" y="220247"/>
                  </a:lnTo>
                  <a:lnTo>
                    <a:pt x="46007" y="84269"/>
                  </a:lnTo>
                  <a:cubicBezTo>
                    <a:pt x="47925" y="70224"/>
                    <a:pt x="61343" y="60648"/>
                    <a:pt x="75401" y="63201"/>
                  </a:cubicBezTo>
                  <a:cubicBezTo>
                    <a:pt x="85625" y="65755"/>
                    <a:pt x="94571" y="74054"/>
                    <a:pt x="95849" y="84907"/>
                  </a:cubicBezTo>
                  <a:lnTo>
                    <a:pt x="95849" y="84907"/>
                  </a:lnTo>
                  <a:close/>
                </a:path>
              </a:pathLst>
            </a:custGeom>
            <a:solidFill>
              <a:srgbClr val="00ABAB"/>
            </a:solidFill>
            <a:ln w="6390" cap="flat">
              <a:noFill/>
              <a:prstDash val="solid"/>
              <a:miter/>
            </a:ln>
          </p:spPr>
          <p:txBody>
            <a:bodyPr rtlCol="0" anchor="ctr"/>
            <a:lstStyle/>
            <a:p>
              <a:endParaRPr lang="en-US"/>
            </a:p>
          </p:txBody>
        </p:sp>
      </p:grpSp>
      <p:grpSp>
        <p:nvGrpSpPr>
          <p:cNvPr id="263" name="Graphic 4">
            <a:extLst>
              <a:ext uri="{FF2B5EF4-FFF2-40B4-BE49-F238E27FC236}">
                <a16:creationId xmlns:a16="http://schemas.microsoft.com/office/drawing/2014/main" id="{205FC181-FDF6-1145-8684-F336EDB76652}"/>
              </a:ext>
            </a:extLst>
          </p:cNvPr>
          <p:cNvGrpSpPr/>
          <p:nvPr/>
        </p:nvGrpSpPr>
        <p:grpSpPr>
          <a:xfrm>
            <a:off x="5099169" y="1402723"/>
            <a:ext cx="362309" cy="361971"/>
            <a:chOff x="5099169" y="1402723"/>
            <a:chExt cx="362309" cy="361971"/>
          </a:xfrm>
          <a:solidFill>
            <a:srgbClr val="00ABAB"/>
          </a:solidFill>
        </p:grpSpPr>
        <p:sp>
          <p:nvSpPr>
            <p:cNvPr id="264" name="Graphic 4">
              <a:extLst>
                <a:ext uri="{FF2B5EF4-FFF2-40B4-BE49-F238E27FC236}">
                  <a16:creationId xmlns:a16="http://schemas.microsoft.com/office/drawing/2014/main" id="{B393A16D-00D4-484C-95E4-5433FB80B093}"/>
                </a:ext>
              </a:extLst>
            </p:cNvPr>
            <p:cNvSpPr/>
            <p:nvPr/>
          </p:nvSpPr>
          <p:spPr>
            <a:xfrm>
              <a:off x="5258918" y="1526572"/>
              <a:ext cx="50480" cy="160876"/>
            </a:xfrm>
            <a:custGeom>
              <a:avLst/>
              <a:gdLst>
                <a:gd name="connsiteX0" fmla="*/ 0 w 50480"/>
                <a:gd name="connsiteY0" fmla="*/ 24897 h 160876"/>
                <a:gd name="connsiteX1" fmla="*/ 0 w 50480"/>
                <a:gd name="connsiteY1" fmla="*/ 160876 h 160876"/>
                <a:gd name="connsiteX2" fmla="*/ 50481 w 50480"/>
                <a:gd name="connsiteY2" fmla="*/ 160876 h 160876"/>
                <a:gd name="connsiteX3" fmla="*/ 50481 w 50480"/>
                <a:gd name="connsiteY3" fmla="*/ 134064 h 160876"/>
                <a:gd name="connsiteX4" fmla="*/ 25560 w 50480"/>
                <a:gd name="connsiteY4" fmla="*/ 134064 h 160876"/>
                <a:gd name="connsiteX5" fmla="*/ 19170 w 50480"/>
                <a:gd name="connsiteY5" fmla="*/ 127680 h 160876"/>
                <a:gd name="connsiteX6" fmla="*/ 19170 w 50480"/>
                <a:gd name="connsiteY6" fmla="*/ 64478 h 160876"/>
                <a:gd name="connsiteX7" fmla="*/ 25560 w 50480"/>
                <a:gd name="connsiteY7" fmla="*/ 58094 h 160876"/>
                <a:gd name="connsiteX8" fmla="*/ 49203 w 50480"/>
                <a:gd name="connsiteY8" fmla="*/ 58094 h 160876"/>
                <a:gd name="connsiteX9" fmla="*/ 50481 w 50480"/>
                <a:gd name="connsiteY9" fmla="*/ 58733 h 160876"/>
                <a:gd name="connsiteX10" fmla="*/ 50481 w 50480"/>
                <a:gd name="connsiteY10" fmla="*/ 25536 h 160876"/>
                <a:gd name="connsiteX11" fmla="*/ 24921 w 50480"/>
                <a:gd name="connsiteY11" fmla="*/ 0 h 160876"/>
                <a:gd name="connsiteX12" fmla="*/ 0 w 50480"/>
                <a:gd name="connsiteY12" fmla="*/ 24897 h 160876"/>
                <a:gd name="connsiteX13" fmla="*/ 0 w 50480"/>
                <a:gd name="connsiteY13" fmla="*/ 24897 h 16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80" h="160876">
                  <a:moveTo>
                    <a:pt x="0" y="24897"/>
                  </a:moveTo>
                  <a:lnTo>
                    <a:pt x="0" y="160876"/>
                  </a:lnTo>
                  <a:lnTo>
                    <a:pt x="50481" y="160876"/>
                  </a:lnTo>
                  <a:lnTo>
                    <a:pt x="50481" y="134064"/>
                  </a:lnTo>
                  <a:lnTo>
                    <a:pt x="25560" y="134064"/>
                  </a:lnTo>
                  <a:cubicBezTo>
                    <a:pt x="21726" y="134064"/>
                    <a:pt x="19170" y="131510"/>
                    <a:pt x="19170" y="127680"/>
                  </a:cubicBezTo>
                  <a:lnTo>
                    <a:pt x="19170" y="64478"/>
                  </a:lnTo>
                  <a:cubicBezTo>
                    <a:pt x="19170" y="60648"/>
                    <a:pt x="21726" y="58094"/>
                    <a:pt x="25560" y="58094"/>
                  </a:cubicBezTo>
                  <a:lnTo>
                    <a:pt x="49203" y="58094"/>
                  </a:lnTo>
                  <a:cubicBezTo>
                    <a:pt x="49841" y="58094"/>
                    <a:pt x="50481" y="58094"/>
                    <a:pt x="50481" y="58733"/>
                  </a:cubicBezTo>
                  <a:lnTo>
                    <a:pt x="50481" y="25536"/>
                  </a:lnTo>
                  <a:cubicBezTo>
                    <a:pt x="50481" y="11491"/>
                    <a:pt x="38978" y="0"/>
                    <a:pt x="24921" y="0"/>
                  </a:cubicBezTo>
                  <a:cubicBezTo>
                    <a:pt x="10863" y="0"/>
                    <a:pt x="0" y="11491"/>
                    <a:pt x="0" y="24897"/>
                  </a:cubicBezTo>
                  <a:lnTo>
                    <a:pt x="0" y="24897"/>
                  </a:lnTo>
                  <a:close/>
                </a:path>
              </a:pathLst>
            </a:custGeom>
            <a:solidFill>
              <a:srgbClr val="00ABAB"/>
            </a:solidFill>
            <a:ln w="6390" cap="flat">
              <a:noFill/>
              <a:prstDash val="solid"/>
              <a:miter/>
            </a:ln>
          </p:spPr>
          <p:txBody>
            <a:bodyPr rtlCol="0" anchor="ctr"/>
            <a:lstStyle/>
            <a:p>
              <a:endParaRPr lang="en-US"/>
            </a:p>
          </p:txBody>
        </p:sp>
        <p:sp>
          <p:nvSpPr>
            <p:cNvPr id="265" name="Graphic 4">
              <a:extLst>
                <a:ext uri="{FF2B5EF4-FFF2-40B4-BE49-F238E27FC236}">
                  <a16:creationId xmlns:a16="http://schemas.microsoft.com/office/drawing/2014/main" id="{B6665426-8FBF-3648-AA1E-13AEBDF11A74}"/>
                </a:ext>
              </a:extLst>
            </p:cNvPr>
            <p:cNvSpPr/>
            <p:nvPr/>
          </p:nvSpPr>
          <p:spPr>
            <a:xfrm>
              <a:off x="5290867" y="1597435"/>
              <a:ext cx="19169" cy="50433"/>
            </a:xfrm>
            <a:custGeom>
              <a:avLst/>
              <a:gdLst>
                <a:gd name="connsiteX0" fmla="*/ 0 w 19169"/>
                <a:gd name="connsiteY0" fmla="*/ 0 h 50433"/>
                <a:gd name="connsiteX1" fmla="*/ 0 w 19169"/>
                <a:gd name="connsiteY1" fmla="*/ 50433 h 50433"/>
                <a:gd name="connsiteX2" fmla="*/ 19170 w 19169"/>
                <a:gd name="connsiteY2" fmla="*/ 50433 h 50433"/>
                <a:gd name="connsiteX3" fmla="*/ 19170 w 19169"/>
                <a:gd name="connsiteY3" fmla="*/ 0 h 50433"/>
                <a:gd name="connsiteX4" fmla="*/ 17892 w 19169"/>
                <a:gd name="connsiteY4" fmla="*/ 0 h 50433"/>
                <a:gd name="connsiteX5" fmla="*/ 0 w 19169"/>
                <a:gd name="connsiteY5" fmla="*/ 0 h 5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50433">
                  <a:moveTo>
                    <a:pt x="0" y="0"/>
                  </a:moveTo>
                  <a:lnTo>
                    <a:pt x="0" y="50433"/>
                  </a:lnTo>
                  <a:lnTo>
                    <a:pt x="19170" y="50433"/>
                  </a:lnTo>
                  <a:lnTo>
                    <a:pt x="19170" y="0"/>
                  </a:lnTo>
                  <a:cubicBezTo>
                    <a:pt x="18531" y="0"/>
                    <a:pt x="17892" y="0"/>
                    <a:pt x="17892" y="0"/>
                  </a:cubicBezTo>
                  <a:lnTo>
                    <a:pt x="0" y="0"/>
                  </a:lnTo>
                  <a:close/>
                </a:path>
              </a:pathLst>
            </a:custGeom>
            <a:solidFill>
              <a:srgbClr val="00ABAB"/>
            </a:solidFill>
            <a:ln w="6390" cap="flat">
              <a:noFill/>
              <a:prstDash val="solid"/>
              <a:miter/>
            </a:ln>
          </p:spPr>
          <p:txBody>
            <a:bodyPr rtlCol="0" anchor="ctr"/>
            <a:lstStyle/>
            <a:p>
              <a:endParaRPr lang="en-US"/>
            </a:p>
          </p:txBody>
        </p:sp>
        <p:sp>
          <p:nvSpPr>
            <p:cNvPr id="266" name="Graphic 4">
              <a:extLst>
                <a:ext uri="{FF2B5EF4-FFF2-40B4-BE49-F238E27FC236}">
                  <a16:creationId xmlns:a16="http://schemas.microsoft.com/office/drawing/2014/main" id="{0D5B7A8E-9DDA-CC42-9523-18D7A0C69354}"/>
                </a:ext>
              </a:extLst>
            </p:cNvPr>
            <p:cNvSpPr/>
            <p:nvPr/>
          </p:nvSpPr>
          <p:spPr>
            <a:xfrm>
              <a:off x="5099169" y="14027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42179 w 362309"/>
                <a:gd name="connsiteY7" fmla="*/ 86822 h 361971"/>
                <a:gd name="connsiteX8" fmla="*/ 246651 w 362309"/>
                <a:gd name="connsiteY8" fmla="*/ 94483 h 361971"/>
                <a:gd name="connsiteX9" fmla="*/ 246651 w 362309"/>
                <a:gd name="connsiteY9" fmla="*/ 94483 h 361971"/>
                <a:gd name="connsiteX10" fmla="*/ 240261 w 362309"/>
                <a:gd name="connsiteY10" fmla="*/ 98952 h 361971"/>
                <a:gd name="connsiteX11" fmla="*/ 238345 w 362309"/>
                <a:gd name="connsiteY11" fmla="*/ 98952 h 361971"/>
                <a:gd name="connsiteX12" fmla="*/ 191698 w 362309"/>
                <a:gd name="connsiteY12" fmla="*/ 84907 h 361971"/>
                <a:gd name="connsiteX13" fmla="*/ 191698 w 362309"/>
                <a:gd name="connsiteY13" fmla="*/ 111081 h 361971"/>
                <a:gd name="connsiteX14" fmla="*/ 223648 w 362309"/>
                <a:gd name="connsiteY14" fmla="*/ 148747 h 361971"/>
                <a:gd name="connsiteX15" fmla="*/ 223648 w 362309"/>
                <a:gd name="connsiteY15" fmla="*/ 291110 h 361971"/>
                <a:gd name="connsiteX16" fmla="*/ 217258 w 362309"/>
                <a:gd name="connsiteY16" fmla="*/ 297494 h 361971"/>
                <a:gd name="connsiteX17" fmla="*/ 153358 w 362309"/>
                <a:gd name="connsiteY17" fmla="*/ 297494 h 361971"/>
                <a:gd name="connsiteX18" fmla="*/ 146969 w 362309"/>
                <a:gd name="connsiteY18" fmla="*/ 291110 h 361971"/>
                <a:gd name="connsiteX19" fmla="*/ 146969 w 362309"/>
                <a:gd name="connsiteY19" fmla="*/ 148747 h 361971"/>
                <a:gd name="connsiteX20" fmla="*/ 178918 w 362309"/>
                <a:gd name="connsiteY20" fmla="*/ 111081 h 361971"/>
                <a:gd name="connsiteX21" fmla="*/ 178918 w 362309"/>
                <a:gd name="connsiteY21" fmla="*/ 91929 h 361971"/>
                <a:gd name="connsiteX22" fmla="*/ 153358 w 362309"/>
                <a:gd name="connsiteY22" fmla="*/ 91929 h 361971"/>
                <a:gd name="connsiteX23" fmla="*/ 127799 w 362309"/>
                <a:gd name="connsiteY23" fmla="*/ 117465 h 361971"/>
                <a:gd name="connsiteX24" fmla="*/ 127799 w 362309"/>
                <a:gd name="connsiteY24" fmla="*/ 259828 h 361971"/>
                <a:gd name="connsiteX25" fmla="*/ 121409 w 362309"/>
                <a:gd name="connsiteY25" fmla="*/ 266212 h 361971"/>
                <a:gd name="connsiteX26" fmla="*/ 115019 w 362309"/>
                <a:gd name="connsiteY26" fmla="*/ 259828 h 361971"/>
                <a:gd name="connsiteX27" fmla="*/ 115019 w 362309"/>
                <a:gd name="connsiteY27" fmla="*/ 116827 h 361971"/>
                <a:gd name="connsiteX28" fmla="*/ 153358 w 362309"/>
                <a:gd name="connsiteY28" fmla="*/ 78523 h 361971"/>
                <a:gd name="connsiteX29" fmla="*/ 178918 w 362309"/>
                <a:gd name="connsiteY29" fmla="*/ 78523 h 361971"/>
                <a:gd name="connsiteX30" fmla="*/ 178918 w 362309"/>
                <a:gd name="connsiteY30" fmla="*/ 69585 h 361971"/>
                <a:gd name="connsiteX31" fmla="*/ 185308 w 362309"/>
                <a:gd name="connsiteY31" fmla="*/ 63201 h 361971"/>
                <a:gd name="connsiteX32" fmla="*/ 240901 w 362309"/>
                <a:gd name="connsiteY32" fmla="*/ 63201 h 361971"/>
                <a:gd name="connsiteX33" fmla="*/ 247291 w 362309"/>
                <a:gd name="connsiteY33" fmla="*/ 69585 h 361971"/>
                <a:gd name="connsiteX34" fmla="*/ 240901 w 362309"/>
                <a:gd name="connsiteY34" fmla="*/ 75969 h 361971"/>
                <a:gd name="connsiteX35" fmla="*/ 207673 w 362309"/>
                <a:gd name="connsiteY35" fmla="*/ 75969 h 361971"/>
                <a:gd name="connsiteX36" fmla="*/ 242179 w 362309"/>
                <a:gd name="connsiteY36" fmla="*/ 8682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0438"/>
                    <a:pt x="281157" y="0"/>
                    <a:pt x="181474" y="0"/>
                  </a:cubicBezTo>
                  <a:cubicBezTo>
                    <a:pt x="181474" y="0"/>
                    <a:pt x="181474" y="0"/>
                    <a:pt x="181474" y="0"/>
                  </a:cubicBezTo>
                  <a:close/>
                  <a:moveTo>
                    <a:pt x="242179" y="86822"/>
                  </a:moveTo>
                  <a:cubicBezTo>
                    <a:pt x="245374" y="88099"/>
                    <a:pt x="247291" y="91291"/>
                    <a:pt x="246651" y="94483"/>
                  </a:cubicBezTo>
                  <a:lnTo>
                    <a:pt x="246651" y="94483"/>
                  </a:lnTo>
                  <a:cubicBezTo>
                    <a:pt x="246013" y="97037"/>
                    <a:pt x="243456" y="98952"/>
                    <a:pt x="240261" y="98952"/>
                  </a:cubicBezTo>
                  <a:cubicBezTo>
                    <a:pt x="239623" y="98952"/>
                    <a:pt x="238984" y="98952"/>
                    <a:pt x="238345" y="98952"/>
                  </a:cubicBezTo>
                  <a:lnTo>
                    <a:pt x="191698" y="84907"/>
                  </a:lnTo>
                  <a:lnTo>
                    <a:pt x="191698" y="111081"/>
                  </a:lnTo>
                  <a:cubicBezTo>
                    <a:pt x="209590" y="114273"/>
                    <a:pt x="223009" y="130233"/>
                    <a:pt x="223648" y="148747"/>
                  </a:cubicBezTo>
                  <a:lnTo>
                    <a:pt x="223648" y="291110"/>
                  </a:lnTo>
                  <a:cubicBezTo>
                    <a:pt x="223648" y="294940"/>
                    <a:pt x="221092" y="297494"/>
                    <a:pt x="217258" y="297494"/>
                  </a:cubicBezTo>
                  <a:lnTo>
                    <a:pt x="153358" y="297494"/>
                  </a:lnTo>
                  <a:cubicBezTo>
                    <a:pt x="149525" y="297494"/>
                    <a:pt x="146969" y="294940"/>
                    <a:pt x="146969" y="291110"/>
                  </a:cubicBezTo>
                  <a:lnTo>
                    <a:pt x="146969" y="148747"/>
                  </a:lnTo>
                  <a:cubicBezTo>
                    <a:pt x="146969" y="130233"/>
                    <a:pt x="160387" y="114273"/>
                    <a:pt x="178918" y="111081"/>
                  </a:cubicBezTo>
                  <a:lnTo>
                    <a:pt x="178918" y="91929"/>
                  </a:lnTo>
                  <a:lnTo>
                    <a:pt x="153358" y="91929"/>
                  </a:lnTo>
                  <a:cubicBezTo>
                    <a:pt x="139301" y="91929"/>
                    <a:pt x="127799" y="103420"/>
                    <a:pt x="127799" y="117465"/>
                  </a:cubicBezTo>
                  <a:lnTo>
                    <a:pt x="127799" y="259828"/>
                  </a:lnTo>
                  <a:cubicBezTo>
                    <a:pt x="127799" y="263658"/>
                    <a:pt x="125243" y="266212"/>
                    <a:pt x="121409" y="266212"/>
                  </a:cubicBezTo>
                  <a:cubicBezTo>
                    <a:pt x="117575" y="266212"/>
                    <a:pt x="115019" y="263658"/>
                    <a:pt x="115019" y="259828"/>
                  </a:cubicBezTo>
                  <a:lnTo>
                    <a:pt x="115019" y="116827"/>
                  </a:lnTo>
                  <a:cubicBezTo>
                    <a:pt x="115019" y="95760"/>
                    <a:pt x="132272" y="78523"/>
                    <a:pt x="153358" y="78523"/>
                  </a:cubicBezTo>
                  <a:lnTo>
                    <a:pt x="178918" y="78523"/>
                  </a:lnTo>
                  <a:lnTo>
                    <a:pt x="178918" y="69585"/>
                  </a:lnTo>
                  <a:cubicBezTo>
                    <a:pt x="178918" y="65755"/>
                    <a:pt x="181474" y="63201"/>
                    <a:pt x="185308" y="63201"/>
                  </a:cubicBezTo>
                  <a:lnTo>
                    <a:pt x="240901" y="63201"/>
                  </a:lnTo>
                  <a:cubicBezTo>
                    <a:pt x="244735" y="63201"/>
                    <a:pt x="247291" y="65755"/>
                    <a:pt x="247291" y="69585"/>
                  </a:cubicBezTo>
                  <a:cubicBezTo>
                    <a:pt x="247291" y="73416"/>
                    <a:pt x="244735" y="75969"/>
                    <a:pt x="240901" y="75969"/>
                  </a:cubicBezTo>
                  <a:lnTo>
                    <a:pt x="207673" y="75969"/>
                  </a:lnTo>
                  <a:lnTo>
                    <a:pt x="242179" y="86822"/>
                  </a:lnTo>
                  <a:close/>
                </a:path>
              </a:pathLst>
            </a:custGeom>
            <a:solidFill>
              <a:srgbClr val="00ABAB"/>
            </a:solidFill>
            <a:ln w="6390" cap="flat">
              <a:noFill/>
              <a:prstDash val="solid"/>
              <a:miter/>
            </a:ln>
          </p:spPr>
          <p:txBody>
            <a:bodyPr rtlCol="0" anchor="ctr"/>
            <a:lstStyle/>
            <a:p>
              <a:endParaRPr lang="en-US"/>
            </a:p>
          </p:txBody>
        </p:sp>
      </p:grpSp>
      <p:grpSp>
        <p:nvGrpSpPr>
          <p:cNvPr id="267" name="Graphic 4">
            <a:extLst>
              <a:ext uri="{FF2B5EF4-FFF2-40B4-BE49-F238E27FC236}">
                <a16:creationId xmlns:a16="http://schemas.microsoft.com/office/drawing/2014/main" id="{890032C4-FDBE-8341-96FF-8CF496FC76D5}"/>
              </a:ext>
            </a:extLst>
          </p:cNvPr>
          <p:cNvGrpSpPr/>
          <p:nvPr/>
        </p:nvGrpSpPr>
        <p:grpSpPr>
          <a:xfrm>
            <a:off x="4660820" y="4793256"/>
            <a:ext cx="362312" cy="361971"/>
            <a:chOff x="4660820" y="4793256"/>
            <a:chExt cx="362312" cy="361971"/>
          </a:xfrm>
          <a:solidFill>
            <a:srgbClr val="00ABAB"/>
          </a:solidFill>
        </p:grpSpPr>
        <p:sp>
          <p:nvSpPr>
            <p:cNvPr id="268" name="Graphic 4">
              <a:extLst>
                <a:ext uri="{FF2B5EF4-FFF2-40B4-BE49-F238E27FC236}">
                  <a16:creationId xmlns:a16="http://schemas.microsoft.com/office/drawing/2014/main" id="{C0872C38-755C-2349-AE43-E50543D0F31E}"/>
                </a:ext>
              </a:extLst>
            </p:cNvPr>
            <p:cNvSpPr/>
            <p:nvPr/>
          </p:nvSpPr>
          <p:spPr>
            <a:xfrm>
              <a:off x="4660820" y="4793256"/>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8565 h 361971"/>
                <a:gd name="connsiteX8" fmla="*/ 12780 w 362312"/>
                <a:gd name="connsiteY8" fmla="*/ 180667 h 361971"/>
                <a:gd name="connsiteX9" fmla="*/ 180835 w 362312"/>
                <a:gd name="connsiteY9" fmla="*/ 12129 h 361971"/>
                <a:gd name="connsiteX10" fmla="*/ 349529 w 362312"/>
                <a:gd name="connsiteY10" fmla="*/ 180028 h 361971"/>
                <a:gd name="connsiteX11" fmla="*/ 349529 w 362312"/>
                <a:gd name="connsiteY11" fmla="*/ 180028 h 361971"/>
                <a:gd name="connsiteX12" fmla="*/ 181474 w 362312"/>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0438"/>
                    <a:pt x="281796" y="0"/>
                    <a:pt x="181474" y="0"/>
                  </a:cubicBezTo>
                  <a:cubicBezTo>
                    <a:pt x="181474" y="0"/>
                    <a:pt x="181474" y="0"/>
                    <a:pt x="181474" y="0"/>
                  </a:cubicBezTo>
                  <a:close/>
                  <a:moveTo>
                    <a:pt x="181474" y="348565"/>
                  </a:moveTo>
                  <a:cubicBezTo>
                    <a:pt x="88181" y="348565"/>
                    <a:pt x="12780" y="273234"/>
                    <a:pt x="12780" y="180667"/>
                  </a:cubicBezTo>
                  <a:cubicBezTo>
                    <a:pt x="12780" y="88099"/>
                    <a:pt x="88181" y="12129"/>
                    <a:pt x="180835" y="12129"/>
                  </a:cubicBezTo>
                  <a:cubicBezTo>
                    <a:pt x="274128" y="12129"/>
                    <a:pt x="349529" y="87461"/>
                    <a:pt x="349529" y="180028"/>
                  </a:cubicBezTo>
                  <a:lnTo>
                    <a:pt x="349529" y="180028"/>
                  </a:lnTo>
                  <a:cubicBezTo>
                    <a:pt x="349529" y="273234"/>
                    <a:pt x="274767" y="348565"/>
                    <a:pt x="181474" y="348565"/>
                  </a:cubicBezTo>
                  <a:close/>
                </a:path>
              </a:pathLst>
            </a:custGeom>
            <a:solidFill>
              <a:srgbClr val="00ABAB"/>
            </a:solidFill>
            <a:ln w="6390" cap="flat">
              <a:noFill/>
              <a:prstDash val="solid"/>
              <a:miter/>
            </a:ln>
          </p:spPr>
          <p:txBody>
            <a:bodyPr rtlCol="0" anchor="ctr"/>
            <a:lstStyle/>
            <a:p>
              <a:endParaRPr lang="en-US"/>
            </a:p>
          </p:txBody>
        </p:sp>
        <p:sp>
          <p:nvSpPr>
            <p:cNvPr id="269" name="Graphic 4">
              <a:extLst>
                <a:ext uri="{FF2B5EF4-FFF2-40B4-BE49-F238E27FC236}">
                  <a16:creationId xmlns:a16="http://schemas.microsoft.com/office/drawing/2014/main" id="{EE6FE99C-1BAC-A146-BFE7-7FC9AA2E28FA}"/>
                </a:ext>
              </a:extLst>
            </p:cNvPr>
            <p:cNvSpPr/>
            <p:nvPr/>
          </p:nvSpPr>
          <p:spPr>
            <a:xfrm>
              <a:off x="4714495" y="4846243"/>
              <a:ext cx="255597" cy="255359"/>
            </a:xfrm>
            <a:custGeom>
              <a:avLst/>
              <a:gdLst>
                <a:gd name="connsiteX0" fmla="*/ 127799 w 255597"/>
                <a:gd name="connsiteY0" fmla="*/ 0 h 255359"/>
                <a:gd name="connsiteX1" fmla="*/ 0 w 255597"/>
                <a:gd name="connsiteY1" fmla="*/ 127680 h 255359"/>
                <a:gd name="connsiteX2" fmla="*/ 127799 w 255597"/>
                <a:gd name="connsiteY2" fmla="*/ 255359 h 255359"/>
                <a:gd name="connsiteX3" fmla="*/ 255597 w 255597"/>
                <a:gd name="connsiteY3" fmla="*/ 127680 h 255359"/>
                <a:gd name="connsiteX4" fmla="*/ 127799 w 255597"/>
                <a:gd name="connsiteY4" fmla="*/ 0 h 255359"/>
                <a:gd name="connsiteX5" fmla="*/ 159110 w 255597"/>
                <a:gd name="connsiteY5" fmla="*/ 17237 h 255359"/>
                <a:gd name="connsiteX6" fmla="*/ 238984 w 255597"/>
                <a:gd name="connsiteY6" fmla="*/ 97037 h 255359"/>
                <a:gd name="connsiteX7" fmla="*/ 191059 w 255597"/>
                <a:gd name="connsiteY7" fmla="*/ 104059 h 255359"/>
                <a:gd name="connsiteX8" fmla="*/ 152720 w 255597"/>
                <a:gd name="connsiteY8" fmla="*/ 65755 h 255359"/>
                <a:gd name="connsiteX9" fmla="*/ 159110 w 255597"/>
                <a:gd name="connsiteY9" fmla="*/ 17237 h 255359"/>
                <a:gd name="connsiteX10" fmla="*/ 182113 w 255597"/>
                <a:gd name="connsiteY10" fmla="*/ 127680 h 255359"/>
                <a:gd name="connsiteX11" fmla="*/ 127799 w 255597"/>
                <a:gd name="connsiteY11" fmla="*/ 181944 h 255359"/>
                <a:gd name="connsiteX12" fmla="*/ 73484 w 255597"/>
                <a:gd name="connsiteY12" fmla="*/ 127680 h 255359"/>
                <a:gd name="connsiteX13" fmla="*/ 127799 w 255597"/>
                <a:gd name="connsiteY13" fmla="*/ 73416 h 255359"/>
                <a:gd name="connsiteX14" fmla="*/ 127799 w 255597"/>
                <a:gd name="connsiteY14" fmla="*/ 73416 h 255359"/>
                <a:gd name="connsiteX15" fmla="*/ 182113 w 255597"/>
                <a:gd name="connsiteY15" fmla="*/ 127680 h 255359"/>
                <a:gd name="connsiteX16" fmla="*/ 182113 w 255597"/>
                <a:gd name="connsiteY16" fmla="*/ 127680 h 255359"/>
                <a:gd name="connsiteX17" fmla="*/ 127799 w 255597"/>
                <a:gd name="connsiteY17" fmla="*/ 12768 h 255359"/>
                <a:gd name="connsiteX18" fmla="*/ 146330 w 255597"/>
                <a:gd name="connsiteY18" fmla="*/ 14045 h 255359"/>
                <a:gd name="connsiteX19" fmla="*/ 139301 w 255597"/>
                <a:gd name="connsiteY19" fmla="*/ 61286 h 255359"/>
                <a:gd name="connsiteX20" fmla="*/ 116297 w 255597"/>
                <a:gd name="connsiteY20" fmla="*/ 61286 h 255359"/>
                <a:gd name="connsiteX21" fmla="*/ 109268 w 255597"/>
                <a:gd name="connsiteY21" fmla="*/ 14045 h 255359"/>
                <a:gd name="connsiteX22" fmla="*/ 127799 w 255597"/>
                <a:gd name="connsiteY22" fmla="*/ 12768 h 255359"/>
                <a:gd name="connsiteX23" fmla="*/ 127799 w 255597"/>
                <a:gd name="connsiteY23" fmla="*/ 12768 h 255359"/>
                <a:gd name="connsiteX24" fmla="*/ 97127 w 255597"/>
                <a:gd name="connsiteY24" fmla="*/ 17237 h 255359"/>
                <a:gd name="connsiteX25" fmla="*/ 104156 w 255597"/>
                <a:gd name="connsiteY25" fmla="*/ 65117 h 255359"/>
                <a:gd name="connsiteX26" fmla="*/ 65816 w 255597"/>
                <a:gd name="connsiteY26" fmla="*/ 103421 h 255359"/>
                <a:gd name="connsiteX27" fmla="*/ 17892 w 255597"/>
                <a:gd name="connsiteY27" fmla="*/ 96398 h 255359"/>
                <a:gd name="connsiteX28" fmla="*/ 97127 w 255597"/>
                <a:gd name="connsiteY28" fmla="*/ 17237 h 255359"/>
                <a:gd name="connsiteX29" fmla="*/ 97127 w 255597"/>
                <a:gd name="connsiteY29" fmla="*/ 17237 h 255359"/>
                <a:gd name="connsiteX30" fmla="*/ 13419 w 255597"/>
                <a:gd name="connsiteY30" fmla="*/ 127680 h 255359"/>
                <a:gd name="connsiteX31" fmla="*/ 14697 w 255597"/>
                <a:gd name="connsiteY31" fmla="*/ 109166 h 255359"/>
                <a:gd name="connsiteX32" fmla="*/ 61982 w 255597"/>
                <a:gd name="connsiteY32" fmla="*/ 116189 h 255359"/>
                <a:gd name="connsiteX33" fmla="*/ 61982 w 255597"/>
                <a:gd name="connsiteY33" fmla="*/ 139171 h 255359"/>
                <a:gd name="connsiteX34" fmla="*/ 14697 w 255597"/>
                <a:gd name="connsiteY34" fmla="*/ 146193 h 255359"/>
                <a:gd name="connsiteX35" fmla="*/ 13419 w 255597"/>
                <a:gd name="connsiteY35" fmla="*/ 127680 h 255359"/>
                <a:gd name="connsiteX36" fmla="*/ 13419 w 255597"/>
                <a:gd name="connsiteY36" fmla="*/ 127680 h 255359"/>
                <a:gd name="connsiteX37" fmla="*/ 97127 w 255597"/>
                <a:gd name="connsiteY37" fmla="*/ 238122 h 255359"/>
                <a:gd name="connsiteX38" fmla="*/ 17253 w 255597"/>
                <a:gd name="connsiteY38" fmla="*/ 158323 h 255359"/>
                <a:gd name="connsiteX39" fmla="*/ 65177 w 255597"/>
                <a:gd name="connsiteY39" fmla="*/ 151300 h 255359"/>
                <a:gd name="connsiteX40" fmla="*/ 103517 w 255597"/>
                <a:gd name="connsiteY40" fmla="*/ 189604 h 255359"/>
                <a:gd name="connsiteX41" fmla="*/ 97127 w 255597"/>
                <a:gd name="connsiteY41" fmla="*/ 238122 h 255359"/>
                <a:gd name="connsiteX42" fmla="*/ 127799 w 255597"/>
                <a:gd name="connsiteY42" fmla="*/ 242591 h 255359"/>
                <a:gd name="connsiteX43" fmla="*/ 109268 w 255597"/>
                <a:gd name="connsiteY43" fmla="*/ 241314 h 255359"/>
                <a:gd name="connsiteX44" fmla="*/ 116297 w 255597"/>
                <a:gd name="connsiteY44" fmla="*/ 194073 h 255359"/>
                <a:gd name="connsiteX45" fmla="*/ 139301 w 255597"/>
                <a:gd name="connsiteY45" fmla="*/ 194073 h 255359"/>
                <a:gd name="connsiteX46" fmla="*/ 146330 w 255597"/>
                <a:gd name="connsiteY46" fmla="*/ 241314 h 255359"/>
                <a:gd name="connsiteX47" fmla="*/ 127799 w 255597"/>
                <a:gd name="connsiteY47" fmla="*/ 242591 h 255359"/>
                <a:gd name="connsiteX48" fmla="*/ 127799 w 255597"/>
                <a:gd name="connsiteY48" fmla="*/ 242591 h 255359"/>
                <a:gd name="connsiteX49" fmla="*/ 159110 w 255597"/>
                <a:gd name="connsiteY49" fmla="*/ 238122 h 255359"/>
                <a:gd name="connsiteX50" fmla="*/ 152080 w 255597"/>
                <a:gd name="connsiteY50" fmla="*/ 190243 h 255359"/>
                <a:gd name="connsiteX51" fmla="*/ 190420 w 255597"/>
                <a:gd name="connsiteY51" fmla="*/ 151939 h 255359"/>
                <a:gd name="connsiteX52" fmla="*/ 238345 w 255597"/>
                <a:gd name="connsiteY52" fmla="*/ 158961 h 255359"/>
                <a:gd name="connsiteX53" fmla="*/ 159110 w 255597"/>
                <a:gd name="connsiteY53" fmla="*/ 238122 h 255359"/>
                <a:gd name="connsiteX54" fmla="*/ 159110 w 255597"/>
                <a:gd name="connsiteY54" fmla="*/ 238122 h 255359"/>
                <a:gd name="connsiteX55" fmla="*/ 194254 w 255597"/>
                <a:gd name="connsiteY55" fmla="*/ 139171 h 255359"/>
                <a:gd name="connsiteX56" fmla="*/ 194254 w 255597"/>
                <a:gd name="connsiteY56" fmla="*/ 116189 h 255359"/>
                <a:gd name="connsiteX57" fmla="*/ 241540 w 255597"/>
                <a:gd name="connsiteY57" fmla="*/ 109166 h 255359"/>
                <a:gd name="connsiteX58" fmla="*/ 241540 w 255597"/>
                <a:gd name="connsiteY58" fmla="*/ 146193 h 255359"/>
                <a:gd name="connsiteX59" fmla="*/ 194254 w 255597"/>
                <a:gd name="connsiteY59" fmla="*/ 139171 h 255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55597" h="255359">
                  <a:moveTo>
                    <a:pt x="127799" y="0"/>
                  </a:moveTo>
                  <a:cubicBezTo>
                    <a:pt x="57509" y="0"/>
                    <a:pt x="0" y="57456"/>
                    <a:pt x="0" y="127680"/>
                  </a:cubicBezTo>
                  <a:cubicBezTo>
                    <a:pt x="0" y="197903"/>
                    <a:pt x="57509" y="255359"/>
                    <a:pt x="127799" y="255359"/>
                  </a:cubicBezTo>
                  <a:cubicBezTo>
                    <a:pt x="198088" y="255359"/>
                    <a:pt x="255597" y="197903"/>
                    <a:pt x="255597" y="127680"/>
                  </a:cubicBezTo>
                  <a:cubicBezTo>
                    <a:pt x="255597" y="57456"/>
                    <a:pt x="198727" y="0"/>
                    <a:pt x="127799" y="0"/>
                  </a:cubicBezTo>
                  <a:close/>
                  <a:moveTo>
                    <a:pt x="159110" y="17237"/>
                  </a:moveTo>
                  <a:cubicBezTo>
                    <a:pt x="197449" y="28090"/>
                    <a:pt x="228121" y="58094"/>
                    <a:pt x="238984" y="97037"/>
                  </a:cubicBezTo>
                  <a:lnTo>
                    <a:pt x="191059" y="104059"/>
                  </a:lnTo>
                  <a:cubicBezTo>
                    <a:pt x="184030" y="86184"/>
                    <a:pt x="170611" y="72778"/>
                    <a:pt x="152720" y="65755"/>
                  </a:cubicBezTo>
                  <a:lnTo>
                    <a:pt x="159110" y="17237"/>
                  </a:lnTo>
                  <a:close/>
                  <a:moveTo>
                    <a:pt x="182113" y="127680"/>
                  </a:moveTo>
                  <a:cubicBezTo>
                    <a:pt x="182113" y="157684"/>
                    <a:pt x="157832" y="181944"/>
                    <a:pt x="127799" y="181944"/>
                  </a:cubicBezTo>
                  <a:cubicBezTo>
                    <a:pt x="97766" y="181944"/>
                    <a:pt x="73484" y="157684"/>
                    <a:pt x="73484" y="127680"/>
                  </a:cubicBezTo>
                  <a:cubicBezTo>
                    <a:pt x="73484" y="97675"/>
                    <a:pt x="97766" y="73416"/>
                    <a:pt x="127799" y="73416"/>
                  </a:cubicBezTo>
                  <a:cubicBezTo>
                    <a:pt x="127799" y="73416"/>
                    <a:pt x="127799" y="73416"/>
                    <a:pt x="127799" y="73416"/>
                  </a:cubicBezTo>
                  <a:cubicBezTo>
                    <a:pt x="157832" y="73416"/>
                    <a:pt x="182113" y="97675"/>
                    <a:pt x="182113" y="127680"/>
                  </a:cubicBezTo>
                  <a:lnTo>
                    <a:pt x="182113" y="127680"/>
                  </a:lnTo>
                  <a:close/>
                  <a:moveTo>
                    <a:pt x="127799" y="12768"/>
                  </a:moveTo>
                  <a:cubicBezTo>
                    <a:pt x="134189" y="12768"/>
                    <a:pt x="139940" y="13406"/>
                    <a:pt x="146330" y="14045"/>
                  </a:cubicBezTo>
                  <a:lnTo>
                    <a:pt x="139301" y="61286"/>
                  </a:lnTo>
                  <a:cubicBezTo>
                    <a:pt x="131633" y="60010"/>
                    <a:pt x="123965" y="60010"/>
                    <a:pt x="116297" y="61286"/>
                  </a:cubicBezTo>
                  <a:lnTo>
                    <a:pt x="109268" y="14045"/>
                  </a:lnTo>
                  <a:cubicBezTo>
                    <a:pt x="115658" y="13406"/>
                    <a:pt x="121409" y="12768"/>
                    <a:pt x="127799" y="12768"/>
                  </a:cubicBezTo>
                  <a:lnTo>
                    <a:pt x="127799" y="12768"/>
                  </a:lnTo>
                  <a:close/>
                  <a:moveTo>
                    <a:pt x="97127" y="17237"/>
                  </a:moveTo>
                  <a:lnTo>
                    <a:pt x="104156" y="65117"/>
                  </a:lnTo>
                  <a:cubicBezTo>
                    <a:pt x="86264" y="72139"/>
                    <a:pt x="72845" y="85546"/>
                    <a:pt x="65816" y="103421"/>
                  </a:cubicBezTo>
                  <a:lnTo>
                    <a:pt x="17892" y="96398"/>
                  </a:lnTo>
                  <a:cubicBezTo>
                    <a:pt x="28755" y="58094"/>
                    <a:pt x="58788" y="28090"/>
                    <a:pt x="97127" y="17237"/>
                  </a:cubicBezTo>
                  <a:lnTo>
                    <a:pt x="97127" y="17237"/>
                  </a:lnTo>
                  <a:close/>
                  <a:moveTo>
                    <a:pt x="13419" y="127680"/>
                  </a:moveTo>
                  <a:cubicBezTo>
                    <a:pt x="13419" y="121296"/>
                    <a:pt x="14058" y="115550"/>
                    <a:pt x="14697" y="109166"/>
                  </a:cubicBezTo>
                  <a:lnTo>
                    <a:pt x="61982" y="116189"/>
                  </a:lnTo>
                  <a:cubicBezTo>
                    <a:pt x="60704" y="123849"/>
                    <a:pt x="60704" y="131510"/>
                    <a:pt x="61982" y="139171"/>
                  </a:cubicBezTo>
                  <a:lnTo>
                    <a:pt x="14697" y="146193"/>
                  </a:lnTo>
                  <a:cubicBezTo>
                    <a:pt x="13419" y="139809"/>
                    <a:pt x="13419" y="133425"/>
                    <a:pt x="13419" y="127680"/>
                  </a:cubicBezTo>
                  <a:lnTo>
                    <a:pt x="13419" y="127680"/>
                  </a:lnTo>
                  <a:close/>
                  <a:moveTo>
                    <a:pt x="97127" y="238122"/>
                  </a:moveTo>
                  <a:cubicBezTo>
                    <a:pt x="58788" y="227270"/>
                    <a:pt x="28116" y="197265"/>
                    <a:pt x="17253" y="158323"/>
                  </a:cubicBezTo>
                  <a:lnTo>
                    <a:pt x="65177" y="151300"/>
                  </a:lnTo>
                  <a:cubicBezTo>
                    <a:pt x="72206" y="168537"/>
                    <a:pt x="86264" y="182582"/>
                    <a:pt x="103517" y="189604"/>
                  </a:cubicBezTo>
                  <a:lnTo>
                    <a:pt x="97127" y="238122"/>
                  </a:lnTo>
                  <a:close/>
                  <a:moveTo>
                    <a:pt x="127799" y="242591"/>
                  </a:moveTo>
                  <a:cubicBezTo>
                    <a:pt x="121409" y="242591"/>
                    <a:pt x="115658" y="241953"/>
                    <a:pt x="109268" y="241314"/>
                  </a:cubicBezTo>
                  <a:lnTo>
                    <a:pt x="116297" y="194073"/>
                  </a:lnTo>
                  <a:cubicBezTo>
                    <a:pt x="123965" y="195350"/>
                    <a:pt x="131633" y="195350"/>
                    <a:pt x="139301" y="194073"/>
                  </a:cubicBezTo>
                  <a:lnTo>
                    <a:pt x="146330" y="241314"/>
                  </a:lnTo>
                  <a:cubicBezTo>
                    <a:pt x="140579" y="241953"/>
                    <a:pt x="134189" y="242591"/>
                    <a:pt x="127799" y="242591"/>
                  </a:cubicBezTo>
                  <a:lnTo>
                    <a:pt x="127799" y="242591"/>
                  </a:lnTo>
                  <a:close/>
                  <a:moveTo>
                    <a:pt x="159110" y="238122"/>
                  </a:moveTo>
                  <a:lnTo>
                    <a:pt x="152080" y="190243"/>
                  </a:lnTo>
                  <a:cubicBezTo>
                    <a:pt x="169333" y="183220"/>
                    <a:pt x="183391" y="169176"/>
                    <a:pt x="190420" y="151939"/>
                  </a:cubicBezTo>
                  <a:lnTo>
                    <a:pt x="238345" y="158961"/>
                  </a:lnTo>
                  <a:cubicBezTo>
                    <a:pt x="227482" y="197265"/>
                    <a:pt x="197449" y="227270"/>
                    <a:pt x="159110" y="238122"/>
                  </a:cubicBezTo>
                  <a:lnTo>
                    <a:pt x="159110" y="238122"/>
                  </a:lnTo>
                  <a:close/>
                  <a:moveTo>
                    <a:pt x="194254" y="139171"/>
                  </a:moveTo>
                  <a:cubicBezTo>
                    <a:pt x="195532" y="131510"/>
                    <a:pt x="195532" y="123849"/>
                    <a:pt x="194254" y="116189"/>
                  </a:cubicBezTo>
                  <a:lnTo>
                    <a:pt x="241540" y="109166"/>
                  </a:lnTo>
                  <a:cubicBezTo>
                    <a:pt x="243457" y="121296"/>
                    <a:pt x="243457" y="133425"/>
                    <a:pt x="241540" y="146193"/>
                  </a:cubicBezTo>
                  <a:lnTo>
                    <a:pt x="194254" y="139171"/>
                  </a:lnTo>
                  <a:close/>
                </a:path>
              </a:pathLst>
            </a:custGeom>
            <a:solidFill>
              <a:srgbClr val="00ABAB"/>
            </a:solidFill>
            <a:ln w="6390" cap="flat">
              <a:noFill/>
              <a:prstDash val="solid"/>
              <a:miter/>
            </a:ln>
          </p:spPr>
          <p:txBody>
            <a:bodyPr rtlCol="0" anchor="ctr"/>
            <a:lstStyle/>
            <a:p>
              <a:endParaRPr lang="en-US"/>
            </a:p>
          </p:txBody>
        </p:sp>
      </p:grpSp>
      <p:grpSp>
        <p:nvGrpSpPr>
          <p:cNvPr id="270" name="Graphic 4">
            <a:extLst>
              <a:ext uri="{FF2B5EF4-FFF2-40B4-BE49-F238E27FC236}">
                <a16:creationId xmlns:a16="http://schemas.microsoft.com/office/drawing/2014/main" id="{8B05F359-A63F-A647-B5A5-5D39C98EEB1B}"/>
              </a:ext>
            </a:extLst>
          </p:cNvPr>
          <p:cNvGrpSpPr/>
          <p:nvPr/>
        </p:nvGrpSpPr>
        <p:grpSpPr>
          <a:xfrm>
            <a:off x="5099169" y="4793256"/>
            <a:ext cx="362309" cy="361971"/>
            <a:chOff x="5099169" y="4793256"/>
            <a:chExt cx="362309" cy="361971"/>
          </a:xfrm>
          <a:solidFill>
            <a:srgbClr val="00ABAB"/>
          </a:solidFill>
        </p:grpSpPr>
        <p:sp>
          <p:nvSpPr>
            <p:cNvPr id="271" name="Graphic 4">
              <a:extLst>
                <a:ext uri="{FF2B5EF4-FFF2-40B4-BE49-F238E27FC236}">
                  <a16:creationId xmlns:a16="http://schemas.microsoft.com/office/drawing/2014/main" id="{3BA966FB-6757-454A-9AEB-533F745F9302}"/>
                </a:ext>
              </a:extLst>
            </p:cNvPr>
            <p:cNvSpPr/>
            <p:nvPr/>
          </p:nvSpPr>
          <p:spPr>
            <a:xfrm>
              <a:off x="5226329" y="4919659"/>
              <a:ext cx="108628" cy="108527"/>
            </a:xfrm>
            <a:custGeom>
              <a:avLst/>
              <a:gdLst>
                <a:gd name="connsiteX0" fmla="*/ 0 w 108628"/>
                <a:gd name="connsiteY0" fmla="*/ 54264 h 108527"/>
                <a:gd name="connsiteX1" fmla="*/ 54314 w 108628"/>
                <a:gd name="connsiteY1" fmla="*/ 108528 h 108527"/>
                <a:gd name="connsiteX2" fmla="*/ 108629 w 108628"/>
                <a:gd name="connsiteY2" fmla="*/ 54264 h 108527"/>
                <a:gd name="connsiteX3" fmla="*/ 54314 w 108628"/>
                <a:gd name="connsiteY3" fmla="*/ 0 h 108527"/>
                <a:gd name="connsiteX4" fmla="*/ 54314 w 108628"/>
                <a:gd name="connsiteY4" fmla="*/ 0 h 108527"/>
                <a:gd name="connsiteX5" fmla="*/ 0 w 108628"/>
                <a:gd name="connsiteY5" fmla="*/ 54264 h 10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628" h="108527">
                  <a:moveTo>
                    <a:pt x="0" y="54264"/>
                  </a:moveTo>
                  <a:cubicBezTo>
                    <a:pt x="0" y="84269"/>
                    <a:pt x="24282" y="108528"/>
                    <a:pt x="54314" y="108528"/>
                  </a:cubicBezTo>
                  <a:cubicBezTo>
                    <a:pt x="84347" y="108528"/>
                    <a:pt x="108629" y="84269"/>
                    <a:pt x="108629" y="54264"/>
                  </a:cubicBezTo>
                  <a:cubicBezTo>
                    <a:pt x="108629" y="24259"/>
                    <a:pt x="84347" y="0"/>
                    <a:pt x="54314" y="0"/>
                  </a:cubicBezTo>
                  <a:cubicBezTo>
                    <a:pt x="54314" y="0"/>
                    <a:pt x="54314" y="0"/>
                    <a:pt x="54314" y="0"/>
                  </a:cubicBezTo>
                  <a:cubicBezTo>
                    <a:pt x="24282" y="0"/>
                    <a:pt x="0" y="24259"/>
                    <a:pt x="0" y="54264"/>
                  </a:cubicBezTo>
                  <a:close/>
                </a:path>
              </a:pathLst>
            </a:custGeom>
            <a:solidFill>
              <a:srgbClr val="00ABAB"/>
            </a:solidFill>
            <a:ln w="6390" cap="flat">
              <a:noFill/>
              <a:prstDash val="solid"/>
              <a:miter/>
            </a:ln>
          </p:spPr>
          <p:txBody>
            <a:bodyPr rtlCol="0" anchor="ctr"/>
            <a:lstStyle/>
            <a:p>
              <a:endParaRPr lang="en-US"/>
            </a:p>
          </p:txBody>
        </p:sp>
        <p:sp>
          <p:nvSpPr>
            <p:cNvPr id="272" name="Graphic 4">
              <a:extLst>
                <a:ext uri="{FF2B5EF4-FFF2-40B4-BE49-F238E27FC236}">
                  <a16:creationId xmlns:a16="http://schemas.microsoft.com/office/drawing/2014/main" id="{87C543C4-B9FF-7B4A-92B2-B448B20310F5}"/>
                </a:ext>
              </a:extLst>
            </p:cNvPr>
            <p:cNvSpPr/>
            <p:nvPr/>
          </p:nvSpPr>
          <p:spPr>
            <a:xfrm>
              <a:off x="5262113" y="4859490"/>
              <a:ext cx="37061" cy="48677"/>
            </a:xfrm>
            <a:custGeom>
              <a:avLst/>
              <a:gdLst>
                <a:gd name="connsiteX0" fmla="*/ 18531 w 37061"/>
                <a:gd name="connsiteY0" fmla="*/ 47401 h 48677"/>
                <a:gd name="connsiteX1" fmla="*/ 30033 w 37061"/>
                <a:gd name="connsiteY1" fmla="*/ 48678 h 48677"/>
                <a:gd name="connsiteX2" fmla="*/ 37062 w 37061"/>
                <a:gd name="connsiteY2" fmla="*/ 1436 h 48677"/>
                <a:gd name="connsiteX3" fmla="*/ 0 w 37061"/>
                <a:gd name="connsiteY3" fmla="*/ 1436 h 48677"/>
                <a:gd name="connsiteX4" fmla="*/ 6390 w 37061"/>
                <a:gd name="connsiteY4" fmla="*/ 48678 h 48677"/>
                <a:gd name="connsiteX5" fmla="*/ 18531 w 37061"/>
                <a:gd name="connsiteY5" fmla="*/ 47401 h 4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61" h="48677">
                  <a:moveTo>
                    <a:pt x="18531" y="47401"/>
                  </a:moveTo>
                  <a:cubicBezTo>
                    <a:pt x="22365" y="47401"/>
                    <a:pt x="26199" y="48039"/>
                    <a:pt x="30033" y="48678"/>
                  </a:cubicBezTo>
                  <a:lnTo>
                    <a:pt x="37062" y="1436"/>
                  </a:lnTo>
                  <a:cubicBezTo>
                    <a:pt x="24921" y="-479"/>
                    <a:pt x="12780" y="-479"/>
                    <a:pt x="0" y="1436"/>
                  </a:cubicBezTo>
                  <a:lnTo>
                    <a:pt x="6390" y="48678"/>
                  </a:lnTo>
                  <a:cubicBezTo>
                    <a:pt x="10224" y="48039"/>
                    <a:pt x="14058" y="47401"/>
                    <a:pt x="18531" y="47401"/>
                  </a:cubicBezTo>
                  <a:close/>
                </a:path>
              </a:pathLst>
            </a:custGeom>
            <a:solidFill>
              <a:srgbClr val="00ABAB"/>
            </a:solidFill>
            <a:ln w="6390" cap="flat">
              <a:noFill/>
              <a:prstDash val="solid"/>
              <a:miter/>
            </a:ln>
          </p:spPr>
          <p:txBody>
            <a:bodyPr rtlCol="0" anchor="ctr"/>
            <a:lstStyle/>
            <a:p>
              <a:endParaRPr lang="en-US"/>
            </a:p>
          </p:txBody>
        </p:sp>
        <p:sp>
          <p:nvSpPr>
            <p:cNvPr id="273" name="Graphic 4">
              <a:extLst>
                <a:ext uri="{FF2B5EF4-FFF2-40B4-BE49-F238E27FC236}">
                  <a16:creationId xmlns:a16="http://schemas.microsoft.com/office/drawing/2014/main" id="{512527ED-2922-8D40-B349-400619652E97}"/>
                </a:ext>
              </a:extLst>
            </p:cNvPr>
            <p:cNvSpPr/>
            <p:nvPr/>
          </p:nvSpPr>
          <p:spPr>
            <a:xfrm>
              <a:off x="5169459" y="4863480"/>
              <a:ext cx="86902" cy="86822"/>
            </a:xfrm>
            <a:custGeom>
              <a:avLst/>
              <a:gdLst>
                <a:gd name="connsiteX0" fmla="*/ 86903 w 86902"/>
                <a:gd name="connsiteY0" fmla="*/ 47880 h 86822"/>
                <a:gd name="connsiteX1" fmla="*/ 79874 w 86902"/>
                <a:gd name="connsiteY1" fmla="*/ 0 h 86822"/>
                <a:gd name="connsiteX2" fmla="*/ 0 w 86902"/>
                <a:gd name="connsiteY2" fmla="*/ 79800 h 86822"/>
                <a:gd name="connsiteX3" fmla="*/ 47925 w 86902"/>
                <a:gd name="connsiteY3" fmla="*/ 86822 h 86822"/>
                <a:gd name="connsiteX4" fmla="*/ 86903 w 86902"/>
                <a:gd name="connsiteY4" fmla="*/ 47880 h 86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02" h="86822">
                  <a:moveTo>
                    <a:pt x="86903" y="47880"/>
                  </a:moveTo>
                  <a:lnTo>
                    <a:pt x="79874" y="0"/>
                  </a:lnTo>
                  <a:cubicBezTo>
                    <a:pt x="41535" y="10853"/>
                    <a:pt x="10863" y="40857"/>
                    <a:pt x="0" y="79800"/>
                  </a:cubicBezTo>
                  <a:lnTo>
                    <a:pt x="47925" y="86822"/>
                  </a:lnTo>
                  <a:cubicBezTo>
                    <a:pt x="55593" y="68947"/>
                    <a:pt x="69011" y="54902"/>
                    <a:pt x="86903" y="47880"/>
                  </a:cubicBezTo>
                  <a:close/>
                </a:path>
              </a:pathLst>
            </a:custGeom>
            <a:solidFill>
              <a:srgbClr val="00ABAB"/>
            </a:solidFill>
            <a:ln w="6390" cap="flat">
              <a:noFill/>
              <a:prstDash val="solid"/>
              <a:miter/>
            </a:ln>
          </p:spPr>
          <p:txBody>
            <a:bodyPr rtlCol="0" anchor="ctr"/>
            <a:lstStyle/>
            <a:p>
              <a:endParaRPr lang="en-US"/>
            </a:p>
          </p:txBody>
        </p:sp>
        <p:sp>
          <p:nvSpPr>
            <p:cNvPr id="274" name="Graphic 4">
              <a:extLst>
                <a:ext uri="{FF2B5EF4-FFF2-40B4-BE49-F238E27FC236}">
                  <a16:creationId xmlns:a16="http://schemas.microsoft.com/office/drawing/2014/main" id="{D3680717-1A6C-3B4D-B693-3B46669D4454}"/>
                </a:ext>
              </a:extLst>
            </p:cNvPr>
            <p:cNvSpPr/>
            <p:nvPr/>
          </p:nvSpPr>
          <p:spPr>
            <a:xfrm>
              <a:off x="5304286" y="4863480"/>
              <a:ext cx="86264" cy="86183"/>
            </a:xfrm>
            <a:custGeom>
              <a:avLst/>
              <a:gdLst>
                <a:gd name="connsiteX0" fmla="*/ 7029 w 86264"/>
                <a:gd name="connsiteY0" fmla="*/ 0 h 86183"/>
                <a:gd name="connsiteX1" fmla="*/ 0 w 86264"/>
                <a:gd name="connsiteY1" fmla="*/ 47880 h 86183"/>
                <a:gd name="connsiteX2" fmla="*/ 38340 w 86264"/>
                <a:gd name="connsiteY2" fmla="*/ 86184 h 86183"/>
                <a:gd name="connsiteX3" fmla="*/ 86264 w 86264"/>
                <a:gd name="connsiteY3" fmla="*/ 79161 h 86183"/>
                <a:gd name="connsiteX4" fmla="*/ 7029 w 86264"/>
                <a:gd name="connsiteY4" fmla="*/ 0 h 86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4" h="86183">
                  <a:moveTo>
                    <a:pt x="7029" y="0"/>
                  </a:moveTo>
                  <a:lnTo>
                    <a:pt x="0" y="47880"/>
                  </a:lnTo>
                  <a:cubicBezTo>
                    <a:pt x="17892" y="54902"/>
                    <a:pt x="31311" y="68309"/>
                    <a:pt x="38340" y="86184"/>
                  </a:cubicBezTo>
                  <a:lnTo>
                    <a:pt x="86264" y="79161"/>
                  </a:lnTo>
                  <a:cubicBezTo>
                    <a:pt x="75402" y="40857"/>
                    <a:pt x="45369" y="10853"/>
                    <a:pt x="7029" y="0"/>
                  </a:cubicBezTo>
                  <a:close/>
                </a:path>
              </a:pathLst>
            </a:custGeom>
            <a:solidFill>
              <a:srgbClr val="00ABAB"/>
            </a:solidFill>
            <a:ln w="6390" cap="flat">
              <a:noFill/>
              <a:prstDash val="solid"/>
              <a:miter/>
            </a:ln>
          </p:spPr>
          <p:txBody>
            <a:bodyPr rtlCol="0" anchor="ctr"/>
            <a:lstStyle/>
            <a:p>
              <a:endParaRPr lang="en-US"/>
            </a:p>
          </p:txBody>
        </p:sp>
        <p:sp>
          <p:nvSpPr>
            <p:cNvPr id="275" name="Graphic 4">
              <a:extLst>
                <a:ext uri="{FF2B5EF4-FFF2-40B4-BE49-F238E27FC236}">
                  <a16:creationId xmlns:a16="http://schemas.microsoft.com/office/drawing/2014/main" id="{9B3E218C-A1B0-DF44-9A9A-5A0D6AB4145E}"/>
                </a:ext>
              </a:extLst>
            </p:cNvPr>
            <p:cNvSpPr/>
            <p:nvPr/>
          </p:nvSpPr>
          <p:spPr>
            <a:xfrm>
              <a:off x="5345821" y="4955409"/>
              <a:ext cx="48723" cy="37027"/>
            </a:xfrm>
            <a:custGeom>
              <a:avLst/>
              <a:gdLst>
                <a:gd name="connsiteX0" fmla="*/ 1278 w 48723"/>
                <a:gd name="connsiteY0" fmla="*/ 18514 h 37027"/>
                <a:gd name="connsiteX1" fmla="*/ 0 w 48723"/>
                <a:gd name="connsiteY1" fmla="*/ 30005 h 37027"/>
                <a:gd name="connsiteX2" fmla="*/ 47286 w 48723"/>
                <a:gd name="connsiteY2" fmla="*/ 37027 h 37027"/>
                <a:gd name="connsiteX3" fmla="*/ 47286 w 48723"/>
                <a:gd name="connsiteY3" fmla="*/ 0 h 37027"/>
                <a:gd name="connsiteX4" fmla="*/ 0 w 48723"/>
                <a:gd name="connsiteY4" fmla="*/ 7023 h 37027"/>
                <a:gd name="connsiteX5" fmla="*/ 1278 w 48723"/>
                <a:gd name="connsiteY5" fmla="*/ 18514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23" h="37027">
                  <a:moveTo>
                    <a:pt x="1278" y="18514"/>
                  </a:moveTo>
                  <a:cubicBezTo>
                    <a:pt x="1278" y="22344"/>
                    <a:pt x="639" y="26175"/>
                    <a:pt x="0" y="30005"/>
                  </a:cubicBezTo>
                  <a:lnTo>
                    <a:pt x="47286" y="37027"/>
                  </a:lnTo>
                  <a:cubicBezTo>
                    <a:pt x="49203" y="24898"/>
                    <a:pt x="49203" y="12768"/>
                    <a:pt x="47286" y="0"/>
                  </a:cubicBezTo>
                  <a:lnTo>
                    <a:pt x="0" y="7023"/>
                  </a:lnTo>
                  <a:cubicBezTo>
                    <a:pt x="1278" y="10853"/>
                    <a:pt x="1278" y="14683"/>
                    <a:pt x="1278" y="18514"/>
                  </a:cubicBezTo>
                  <a:close/>
                </a:path>
              </a:pathLst>
            </a:custGeom>
            <a:solidFill>
              <a:srgbClr val="00ABAB"/>
            </a:solidFill>
            <a:ln w="6390" cap="flat">
              <a:noFill/>
              <a:prstDash val="solid"/>
              <a:miter/>
            </a:ln>
          </p:spPr>
          <p:txBody>
            <a:bodyPr rtlCol="0" anchor="ctr"/>
            <a:lstStyle/>
            <a:p>
              <a:endParaRPr lang="en-US"/>
            </a:p>
          </p:txBody>
        </p:sp>
        <p:sp>
          <p:nvSpPr>
            <p:cNvPr id="276" name="Graphic 4">
              <a:extLst>
                <a:ext uri="{FF2B5EF4-FFF2-40B4-BE49-F238E27FC236}">
                  <a16:creationId xmlns:a16="http://schemas.microsoft.com/office/drawing/2014/main" id="{3BC0D715-325E-1D4A-9ABC-9D18B1A13A5F}"/>
                </a:ext>
              </a:extLst>
            </p:cNvPr>
            <p:cNvSpPr/>
            <p:nvPr/>
          </p:nvSpPr>
          <p:spPr>
            <a:xfrm>
              <a:off x="5304286" y="4997544"/>
              <a:ext cx="86903" cy="86822"/>
            </a:xfrm>
            <a:custGeom>
              <a:avLst/>
              <a:gdLst>
                <a:gd name="connsiteX0" fmla="*/ 0 w 86903"/>
                <a:gd name="connsiteY0" fmla="*/ 38942 h 86822"/>
                <a:gd name="connsiteX1" fmla="*/ 7029 w 86903"/>
                <a:gd name="connsiteY1" fmla="*/ 86822 h 86822"/>
                <a:gd name="connsiteX2" fmla="*/ 86903 w 86903"/>
                <a:gd name="connsiteY2" fmla="*/ 7022 h 86822"/>
                <a:gd name="connsiteX3" fmla="*/ 38979 w 86903"/>
                <a:gd name="connsiteY3" fmla="*/ 0 h 86822"/>
                <a:gd name="connsiteX4" fmla="*/ 0 w 86903"/>
                <a:gd name="connsiteY4" fmla="*/ 38942 h 86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03" h="86822">
                  <a:moveTo>
                    <a:pt x="0" y="38942"/>
                  </a:moveTo>
                  <a:lnTo>
                    <a:pt x="7029" y="86822"/>
                  </a:lnTo>
                  <a:cubicBezTo>
                    <a:pt x="45369" y="75969"/>
                    <a:pt x="76040" y="45965"/>
                    <a:pt x="86903" y="7022"/>
                  </a:cubicBezTo>
                  <a:lnTo>
                    <a:pt x="38979" y="0"/>
                  </a:lnTo>
                  <a:cubicBezTo>
                    <a:pt x="31950" y="17875"/>
                    <a:pt x="17892" y="31920"/>
                    <a:pt x="0" y="38942"/>
                  </a:cubicBezTo>
                  <a:close/>
                </a:path>
              </a:pathLst>
            </a:custGeom>
            <a:solidFill>
              <a:srgbClr val="00ABAB"/>
            </a:solidFill>
            <a:ln w="6390" cap="flat">
              <a:noFill/>
              <a:prstDash val="solid"/>
              <a:miter/>
            </a:ln>
          </p:spPr>
          <p:txBody>
            <a:bodyPr rtlCol="0" anchor="ctr"/>
            <a:lstStyle/>
            <a:p>
              <a:endParaRPr lang="en-US"/>
            </a:p>
          </p:txBody>
        </p:sp>
        <p:sp>
          <p:nvSpPr>
            <p:cNvPr id="277" name="Graphic 4">
              <a:extLst>
                <a:ext uri="{FF2B5EF4-FFF2-40B4-BE49-F238E27FC236}">
                  <a16:creationId xmlns:a16="http://schemas.microsoft.com/office/drawing/2014/main" id="{87C521AF-2852-DE49-90C5-63F9D215901A}"/>
                </a:ext>
              </a:extLst>
            </p:cNvPr>
            <p:cNvSpPr/>
            <p:nvPr/>
          </p:nvSpPr>
          <p:spPr>
            <a:xfrm>
              <a:off x="5166104" y="4955409"/>
              <a:ext cx="48722" cy="37027"/>
            </a:xfrm>
            <a:custGeom>
              <a:avLst/>
              <a:gdLst>
                <a:gd name="connsiteX0" fmla="*/ 47445 w 48722"/>
                <a:gd name="connsiteY0" fmla="*/ 18514 h 37027"/>
                <a:gd name="connsiteX1" fmla="*/ 48723 w 48722"/>
                <a:gd name="connsiteY1" fmla="*/ 7023 h 37027"/>
                <a:gd name="connsiteX2" fmla="*/ 1438 w 48722"/>
                <a:gd name="connsiteY2" fmla="*/ 0 h 37027"/>
                <a:gd name="connsiteX3" fmla="*/ 1438 w 48722"/>
                <a:gd name="connsiteY3" fmla="*/ 37027 h 37027"/>
                <a:gd name="connsiteX4" fmla="*/ 48723 w 48722"/>
                <a:gd name="connsiteY4" fmla="*/ 30005 h 37027"/>
                <a:gd name="connsiteX5" fmla="*/ 47445 w 48722"/>
                <a:gd name="connsiteY5" fmla="*/ 18514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22" h="37027">
                  <a:moveTo>
                    <a:pt x="47445" y="18514"/>
                  </a:moveTo>
                  <a:cubicBezTo>
                    <a:pt x="47445" y="14683"/>
                    <a:pt x="48084" y="10853"/>
                    <a:pt x="48723" y="7023"/>
                  </a:cubicBezTo>
                  <a:lnTo>
                    <a:pt x="1438" y="0"/>
                  </a:lnTo>
                  <a:cubicBezTo>
                    <a:pt x="-479" y="12130"/>
                    <a:pt x="-479" y="24259"/>
                    <a:pt x="1438" y="37027"/>
                  </a:cubicBezTo>
                  <a:lnTo>
                    <a:pt x="48723" y="30005"/>
                  </a:lnTo>
                  <a:cubicBezTo>
                    <a:pt x="47445" y="26175"/>
                    <a:pt x="47445" y="22344"/>
                    <a:pt x="47445" y="18514"/>
                  </a:cubicBezTo>
                  <a:close/>
                </a:path>
              </a:pathLst>
            </a:custGeom>
            <a:solidFill>
              <a:srgbClr val="00ABAB"/>
            </a:solidFill>
            <a:ln w="6390" cap="flat">
              <a:noFill/>
              <a:prstDash val="solid"/>
              <a:miter/>
            </a:ln>
          </p:spPr>
          <p:txBody>
            <a:bodyPr rtlCol="0" anchor="ctr"/>
            <a:lstStyle/>
            <a:p>
              <a:endParaRPr lang="en-US"/>
            </a:p>
          </p:txBody>
        </p:sp>
        <p:sp>
          <p:nvSpPr>
            <p:cNvPr id="278" name="Graphic 4">
              <a:extLst>
                <a:ext uri="{FF2B5EF4-FFF2-40B4-BE49-F238E27FC236}">
                  <a16:creationId xmlns:a16="http://schemas.microsoft.com/office/drawing/2014/main" id="{8D7CE543-5FF4-FA40-80FA-C67257004852}"/>
                </a:ext>
              </a:extLst>
            </p:cNvPr>
            <p:cNvSpPr/>
            <p:nvPr/>
          </p:nvSpPr>
          <p:spPr>
            <a:xfrm>
              <a:off x="5262752" y="5039678"/>
              <a:ext cx="37061" cy="48518"/>
            </a:xfrm>
            <a:custGeom>
              <a:avLst/>
              <a:gdLst>
                <a:gd name="connsiteX0" fmla="*/ 17892 w 37061"/>
                <a:gd name="connsiteY0" fmla="*/ 1277 h 48518"/>
                <a:gd name="connsiteX1" fmla="*/ 6390 w 37061"/>
                <a:gd name="connsiteY1" fmla="*/ 0 h 48518"/>
                <a:gd name="connsiteX2" fmla="*/ 0 w 37061"/>
                <a:gd name="connsiteY2" fmla="*/ 47242 h 48518"/>
                <a:gd name="connsiteX3" fmla="*/ 18531 w 37061"/>
                <a:gd name="connsiteY3" fmla="*/ 48519 h 48518"/>
                <a:gd name="connsiteX4" fmla="*/ 37062 w 37061"/>
                <a:gd name="connsiteY4" fmla="*/ 47242 h 48518"/>
                <a:gd name="connsiteX5" fmla="*/ 30033 w 37061"/>
                <a:gd name="connsiteY5" fmla="*/ 0 h 48518"/>
                <a:gd name="connsiteX6" fmla="*/ 17892 w 37061"/>
                <a:gd name="connsiteY6" fmla="*/ 1277 h 4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61" h="48518">
                  <a:moveTo>
                    <a:pt x="17892" y="1277"/>
                  </a:moveTo>
                  <a:cubicBezTo>
                    <a:pt x="14058" y="1277"/>
                    <a:pt x="10224" y="639"/>
                    <a:pt x="6390" y="0"/>
                  </a:cubicBezTo>
                  <a:lnTo>
                    <a:pt x="0" y="47242"/>
                  </a:lnTo>
                  <a:cubicBezTo>
                    <a:pt x="5751" y="48519"/>
                    <a:pt x="12141" y="48519"/>
                    <a:pt x="18531" y="48519"/>
                  </a:cubicBezTo>
                  <a:cubicBezTo>
                    <a:pt x="24921" y="48519"/>
                    <a:pt x="30672" y="47880"/>
                    <a:pt x="37062" y="47242"/>
                  </a:cubicBezTo>
                  <a:lnTo>
                    <a:pt x="30033" y="0"/>
                  </a:lnTo>
                  <a:cubicBezTo>
                    <a:pt x="25560" y="639"/>
                    <a:pt x="21726" y="1277"/>
                    <a:pt x="17892" y="1277"/>
                  </a:cubicBezTo>
                  <a:close/>
                </a:path>
              </a:pathLst>
            </a:custGeom>
            <a:solidFill>
              <a:srgbClr val="00ABAB"/>
            </a:solidFill>
            <a:ln w="6390" cap="flat">
              <a:noFill/>
              <a:prstDash val="solid"/>
              <a:miter/>
            </a:ln>
          </p:spPr>
          <p:txBody>
            <a:bodyPr rtlCol="0" anchor="ctr"/>
            <a:lstStyle/>
            <a:p>
              <a:endParaRPr lang="en-US"/>
            </a:p>
          </p:txBody>
        </p:sp>
        <p:sp>
          <p:nvSpPr>
            <p:cNvPr id="279" name="Graphic 4">
              <a:extLst>
                <a:ext uri="{FF2B5EF4-FFF2-40B4-BE49-F238E27FC236}">
                  <a16:creationId xmlns:a16="http://schemas.microsoft.com/office/drawing/2014/main" id="{B83F05B0-C3B4-6A4C-A492-A71AFED7F491}"/>
                </a:ext>
              </a:extLst>
            </p:cNvPr>
            <p:cNvSpPr/>
            <p:nvPr/>
          </p:nvSpPr>
          <p:spPr>
            <a:xfrm>
              <a:off x="5170097" y="4998182"/>
              <a:ext cx="86903" cy="86822"/>
            </a:xfrm>
            <a:custGeom>
              <a:avLst/>
              <a:gdLst>
                <a:gd name="connsiteX0" fmla="*/ 47925 w 86903"/>
                <a:gd name="connsiteY0" fmla="*/ 0 h 86822"/>
                <a:gd name="connsiteX1" fmla="*/ 0 w 86903"/>
                <a:gd name="connsiteY1" fmla="*/ 7023 h 86822"/>
                <a:gd name="connsiteX2" fmla="*/ 79874 w 86903"/>
                <a:gd name="connsiteY2" fmla="*/ 86822 h 86822"/>
                <a:gd name="connsiteX3" fmla="*/ 86903 w 86903"/>
                <a:gd name="connsiteY3" fmla="*/ 38943 h 86822"/>
                <a:gd name="connsiteX4" fmla="*/ 47925 w 86903"/>
                <a:gd name="connsiteY4" fmla="*/ 0 h 86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03" h="86822">
                  <a:moveTo>
                    <a:pt x="47925" y="0"/>
                  </a:moveTo>
                  <a:lnTo>
                    <a:pt x="0" y="7023"/>
                  </a:lnTo>
                  <a:cubicBezTo>
                    <a:pt x="10863" y="45327"/>
                    <a:pt x="40896" y="75970"/>
                    <a:pt x="79874" y="86822"/>
                  </a:cubicBezTo>
                  <a:lnTo>
                    <a:pt x="86903" y="38943"/>
                  </a:lnTo>
                  <a:cubicBezTo>
                    <a:pt x="68372" y="31282"/>
                    <a:pt x="54954" y="17237"/>
                    <a:pt x="47925" y="0"/>
                  </a:cubicBezTo>
                  <a:close/>
                </a:path>
              </a:pathLst>
            </a:custGeom>
            <a:solidFill>
              <a:srgbClr val="00ABAB"/>
            </a:solidFill>
            <a:ln w="6390" cap="flat">
              <a:noFill/>
              <a:prstDash val="solid"/>
              <a:miter/>
            </a:ln>
          </p:spPr>
          <p:txBody>
            <a:bodyPr rtlCol="0" anchor="ctr"/>
            <a:lstStyle/>
            <a:p>
              <a:endParaRPr lang="en-US"/>
            </a:p>
          </p:txBody>
        </p:sp>
        <p:sp>
          <p:nvSpPr>
            <p:cNvPr id="280" name="Graphic 4">
              <a:extLst>
                <a:ext uri="{FF2B5EF4-FFF2-40B4-BE49-F238E27FC236}">
                  <a16:creationId xmlns:a16="http://schemas.microsoft.com/office/drawing/2014/main" id="{0E7C6B98-EB5E-6543-B557-D3221EF71BD9}"/>
                </a:ext>
              </a:extLst>
            </p:cNvPr>
            <p:cNvSpPr/>
            <p:nvPr/>
          </p:nvSpPr>
          <p:spPr>
            <a:xfrm>
              <a:off x="5099169" y="479325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08346 h 361971"/>
                <a:gd name="connsiteX8" fmla="*/ 53676 w 362309"/>
                <a:gd name="connsiteY8" fmla="*/ 180667 h 361971"/>
                <a:gd name="connsiteX9" fmla="*/ 181474 w 362309"/>
                <a:gd name="connsiteY9" fmla="*/ 52987 h 361971"/>
                <a:gd name="connsiteX10" fmla="*/ 309273 w 362309"/>
                <a:gd name="connsiteY10" fmla="*/ 180667 h 361971"/>
                <a:gd name="connsiteX11" fmla="*/ 181474 w 362309"/>
                <a:gd name="connsiteY11" fmla="*/ 30834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0438"/>
                    <a:pt x="281157" y="0"/>
                    <a:pt x="181474" y="0"/>
                  </a:cubicBezTo>
                  <a:cubicBezTo>
                    <a:pt x="181474" y="0"/>
                    <a:pt x="181474" y="0"/>
                    <a:pt x="181474" y="0"/>
                  </a:cubicBezTo>
                  <a:close/>
                  <a:moveTo>
                    <a:pt x="181474" y="308346"/>
                  </a:moveTo>
                  <a:cubicBezTo>
                    <a:pt x="111185" y="308346"/>
                    <a:pt x="53676" y="250890"/>
                    <a:pt x="53676" y="180667"/>
                  </a:cubicBezTo>
                  <a:cubicBezTo>
                    <a:pt x="53676" y="110443"/>
                    <a:pt x="111185" y="52987"/>
                    <a:pt x="181474" y="52987"/>
                  </a:cubicBezTo>
                  <a:cubicBezTo>
                    <a:pt x="251764" y="52987"/>
                    <a:pt x="309273" y="110443"/>
                    <a:pt x="309273" y="180667"/>
                  </a:cubicBezTo>
                  <a:cubicBezTo>
                    <a:pt x="309273" y="250890"/>
                    <a:pt x="251764" y="308346"/>
                    <a:pt x="181474" y="308346"/>
                  </a:cubicBezTo>
                  <a:close/>
                </a:path>
              </a:pathLst>
            </a:custGeom>
            <a:solidFill>
              <a:srgbClr val="00ABAB"/>
            </a:solidFill>
            <a:ln w="6390" cap="flat">
              <a:noFill/>
              <a:prstDash val="solid"/>
              <a:miter/>
            </a:ln>
          </p:spPr>
          <p:txBody>
            <a:bodyPr rtlCol="0" anchor="ctr"/>
            <a:lstStyle/>
            <a:p>
              <a:endParaRPr lang="en-US"/>
            </a:p>
          </p:txBody>
        </p:sp>
      </p:grpSp>
      <p:grpSp>
        <p:nvGrpSpPr>
          <p:cNvPr id="281" name="Graphic 4">
            <a:extLst>
              <a:ext uri="{FF2B5EF4-FFF2-40B4-BE49-F238E27FC236}">
                <a16:creationId xmlns:a16="http://schemas.microsoft.com/office/drawing/2014/main" id="{DF2BC13B-3F5A-524F-B22F-D5397AAF6588}"/>
              </a:ext>
            </a:extLst>
          </p:cNvPr>
          <p:cNvGrpSpPr/>
          <p:nvPr/>
        </p:nvGrpSpPr>
        <p:grpSpPr>
          <a:xfrm>
            <a:off x="4660820" y="3339623"/>
            <a:ext cx="362312" cy="361971"/>
            <a:chOff x="4660820" y="3339623"/>
            <a:chExt cx="362312" cy="361971"/>
          </a:xfrm>
          <a:solidFill>
            <a:srgbClr val="00ABAB"/>
          </a:solidFill>
        </p:grpSpPr>
        <p:sp>
          <p:nvSpPr>
            <p:cNvPr id="282" name="Graphic 4">
              <a:extLst>
                <a:ext uri="{FF2B5EF4-FFF2-40B4-BE49-F238E27FC236}">
                  <a16:creationId xmlns:a16="http://schemas.microsoft.com/office/drawing/2014/main" id="{CB46D3AB-984B-B94C-B792-68991768C2D1}"/>
                </a:ext>
              </a:extLst>
            </p:cNvPr>
            <p:cNvSpPr/>
            <p:nvPr/>
          </p:nvSpPr>
          <p:spPr>
            <a:xfrm>
              <a:off x="4660820" y="333962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9204 h 361971"/>
                <a:gd name="connsiteX8" fmla="*/ 12780 w 362312"/>
                <a:gd name="connsiteY8" fmla="*/ 181305 h 361971"/>
                <a:gd name="connsiteX9" fmla="*/ 180835 w 362312"/>
                <a:gd name="connsiteY9" fmla="*/ 12768 h 361971"/>
                <a:gd name="connsiteX10" fmla="*/ 349529 w 362312"/>
                <a:gd name="connsiteY10" fmla="*/ 180667 h 361971"/>
                <a:gd name="connsiteX11" fmla="*/ 349529 w 362312"/>
                <a:gd name="connsiteY11" fmla="*/ 180667 h 361971"/>
                <a:gd name="connsiteX12" fmla="*/ 181474 w 362312"/>
                <a:gd name="connsiteY12" fmla="*/ 349204 h 361971"/>
                <a:gd name="connsiteX13" fmla="*/ 181474 w 362312"/>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lnTo>
                    <a:pt x="362309" y="181305"/>
                  </a:lnTo>
                  <a:cubicBezTo>
                    <a:pt x="362948"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5" y="12768"/>
                  </a:cubicBezTo>
                  <a:cubicBezTo>
                    <a:pt x="274128" y="12768"/>
                    <a:pt x="349529" y="88099"/>
                    <a:pt x="349529" y="180667"/>
                  </a:cubicBezTo>
                  <a:lnTo>
                    <a:pt x="349529" y="180667"/>
                  </a:lnTo>
                  <a:cubicBezTo>
                    <a:pt x="349529" y="273873"/>
                    <a:pt x="274767"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283" name="Graphic 4">
              <a:extLst>
                <a:ext uri="{FF2B5EF4-FFF2-40B4-BE49-F238E27FC236}">
                  <a16:creationId xmlns:a16="http://schemas.microsoft.com/office/drawing/2014/main" id="{30B06BA8-DD25-4749-894F-76BD43E46645}"/>
                </a:ext>
              </a:extLst>
            </p:cNvPr>
            <p:cNvSpPr/>
            <p:nvPr/>
          </p:nvSpPr>
          <p:spPr>
            <a:xfrm>
              <a:off x="4743250" y="3421977"/>
              <a:ext cx="198727" cy="197903"/>
            </a:xfrm>
            <a:custGeom>
              <a:avLst/>
              <a:gdLst>
                <a:gd name="connsiteX0" fmla="*/ 192337 w 198727"/>
                <a:gd name="connsiteY0" fmla="*/ 0 h 197903"/>
                <a:gd name="connsiteX1" fmla="*/ 146330 w 198727"/>
                <a:gd name="connsiteY1" fmla="*/ 0 h 197903"/>
                <a:gd name="connsiteX2" fmla="*/ 139940 w 198727"/>
                <a:gd name="connsiteY2" fmla="*/ 6384 h 197903"/>
                <a:gd name="connsiteX3" fmla="*/ 139940 w 198727"/>
                <a:gd name="connsiteY3" fmla="*/ 46603 h 197903"/>
                <a:gd name="connsiteX4" fmla="*/ 99683 w 198727"/>
                <a:gd name="connsiteY4" fmla="*/ 46603 h 197903"/>
                <a:gd name="connsiteX5" fmla="*/ 93293 w 198727"/>
                <a:gd name="connsiteY5" fmla="*/ 52987 h 197903"/>
                <a:gd name="connsiteX6" fmla="*/ 93293 w 198727"/>
                <a:gd name="connsiteY6" fmla="*/ 91929 h 197903"/>
                <a:gd name="connsiteX7" fmla="*/ 53036 w 198727"/>
                <a:gd name="connsiteY7" fmla="*/ 91929 h 197903"/>
                <a:gd name="connsiteX8" fmla="*/ 46646 w 198727"/>
                <a:gd name="connsiteY8" fmla="*/ 98313 h 197903"/>
                <a:gd name="connsiteX9" fmla="*/ 46646 w 198727"/>
                <a:gd name="connsiteY9" fmla="*/ 139171 h 197903"/>
                <a:gd name="connsiteX10" fmla="*/ 6390 w 198727"/>
                <a:gd name="connsiteY10" fmla="*/ 139171 h 197903"/>
                <a:gd name="connsiteX11" fmla="*/ 0 w 198727"/>
                <a:gd name="connsiteY11" fmla="*/ 145555 h 197903"/>
                <a:gd name="connsiteX12" fmla="*/ 0 w 198727"/>
                <a:gd name="connsiteY12" fmla="*/ 191519 h 197903"/>
                <a:gd name="connsiteX13" fmla="*/ 6390 w 198727"/>
                <a:gd name="connsiteY13" fmla="*/ 197903 h 197903"/>
                <a:gd name="connsiteX14" fmla="*/ 12780 w 198727"/>
                <a:gd name="connsiteY14" fmla="*/ 191519 h 197903"/>
                <a:gd name="connsiteX15" fmla="*/ 12780 w 198727"/>
                <a:gd name="connsiteY15" fmla="*/ 151939 h 197903"/>
                <a:gd name="connsiteX16" fmla="*/ 53036 w 198727"/>
                <a:gd name="connsiteY16" fmla="*/ 151939 h 197903"/>
                <a:gd name="connsiteX17" fmla="*/ 59426 w 198727"/>
                <a:gd name="connsiteY17" fmla="*/ 145555 h 197903"/>
                <a:gd name="connsiteX18" fmla="*/ 59426 w 198727"/>
                <a:gd name="connsiteY18" fmla="*/ 104697 h 197903"/>
                <a:gd name="connsiteX19" fmla="*/ 99683 w 198727"/>
                <a:gd name="connsiteY19" fmla="*/ 104697 h 197903"/>
                <a:gd name="connsiteX20" fmla="*/ 106073 w 198727"/>
                <a:gd name="connsiteY20" fmla="*/ 98313 h 197903"/>
                <a:gd name="connsiteX21" fmla="*/ 106073 w 198727"/>
                <a:gd name="connsiteY21" fmla="*/ 59371 h 197903"/>
                <a:gd name="connsiteX22" fmla="*/ 146330 w 198727"/>
                <a:gd name="connsiteY22" fmla="*/ 59371 h 197903"/>
                <a:gd name="connsiteX23" fmla="*/ 152720 w 198727"/>
                <a:gd name="connsiteY23" fmla="*/ 52987 h 197903"/>
                <a:gd name="connsiteX24" fmla="*/ 152720 w 198727"/>
                <a:gd name="connsiteY24" fmla="*/ 12768 h 197903"/>
                <a:gd name="connsiteX25" fmla="*/ 192337 w 198727"/>
                <a:gd name="connsiteY25" fmla="*/ 12768 h 197903"/>
                <a:gd name="connsiteX26" fmla="*/ 198727 w 198727"/>
                <a:gd name="connsiteY26" fmla="*/ 6384 h 197903"/>
                <a:gd name="connsiteX27" fmla="*/ 192337 w 198727"/>
                <a:gd name="connsiteY27" fmla="*/ 0 h 19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8727" h="197903">
                  <a:moveTo>
                    <a:pt x="192337" y="0"/>
                  </a:moveTo>
                  <a:lnTo>
                    <a:pt x="146330" y="0"/>
                  </a:lnTo>
                  <a:cubicBezTo>
                    <a:pt x="142496" y="0"/>
                    <a:pt x="139940" y="2553"/>
                    <a:pt x="139940" y="6384"/>
                  </a:cubicBezTo>
                  <a:lnTo>
                    <a:pt x="139940" y="46603"/>
                  </a:lnTo>
                  <a:lnTo>
                    <a:pt x="99683" y="46603"/>
                  </a:lnTo>
                  <a:cubicBezTo>
                    <a:pt x="95849" y="46603"/>
                    <a:pt x="93293" y="49156"/>
                    <a:pt x="93293" y="52987"/>
                  </a:cubicBezTo>
                  <a:lnTo>
                    <a:pt x="93293" y="91929"/>
                  </a:lnTo>
                  <a:lnTo>
                    <a:pt x="53036" y="91929"/>
                  </a:lnTo>
                  <a:cubicBezTo>
                    <a:pt x="49203" y="91929"/>
                    <a:pt x="46646" y="94483"/>
                    <a:pt x="46646" y="98313"/>
                  </a:cubicBezTo>
                  <a:lnTo>
                    <a:pt x="46646" y="139171"/>
                  </a:lnTo>
                  <a:lnTo>
                    <a:pt x="6390" y="139171"/>
                  </a:lnTo>
                  <a:cubicBezTo>
                    <a:pt x="2556" y="139171"/>
                    <a:pt x="0" y="141724"/>
                    <a:pt x="0" y="145555"/>
                  </a:cubicBezTo>
                  <a:lnTo>
                    <a:pt x="0" y="191519"/>
                  </a:lnTo>
                  <a:cubicBezTo>
                    <a:pt x="0" y="195350"/>
                    <a:pt x="2556" y="197903"/>
                    <a:pt x="6390" y="197903"/>
                  </a:cubicBezTo>
                  <a:cubicBezTo>
                    <a:pt x="10224" y="197903"/>
                    <a:pt x="12780" y="195350"/>
                    <a:pt x="12780" y="191519"/>
                  </a:cubicBezTo>
                  <a:lnTo>
                    <a:pt x="12780" y="151939"/>
                  </a:lnTo>
                  <a:lnTo>
                    <a:pt x="53036" y="151939"/>
                  </a:lnTo>
                  <a:cubicBezTo>
                    <a:pt x="56871" y="151939"/>
                    <a:pt x="59426" y="149385"/>
                    <a:pt x="59426" y="145555"/>
                  </a:cubicBezTo>
                  <a:lnTo>
                    <a:pt x="59426" y="104697"/>
                  </a:lnTo>
                  <a:lnTo>
                    <a:pt x="99683" y="104697"/>
                  </a:lnTo>
                  <a:cubicBezTo>
                    <a:pt x="103517" y="104697"/>
                    <a:pt x="106073" y="102144"/>
                    <a:pt x="106073" y="98313"/>
                  </a:cubicBezTo>
                  <a:lnTo>
                    <a:pt x="106073" y="59371"/>
                  </a:lnTo>
                  <a:lnTo>
                    <a:pt x="146330" y="59371"/>
                  </a:lnTo>
                  <a:cubicBezTo>
                    <a:pt x="150164" y="59371"/>
                    <a:pt x="152720" y="56817"/>
                    <a:pt x="152720" y="52987"/>
                  </a:cubicBezTo>
                  <a:lnTo>
                    <a:pt x="152720" y="12768"/>
                  </a:lnTo>
                  <a:lnTo>
                    <a:pt x="192337" y="12768"/>
                  </a:lnTo>
                  <a:cubicBezTo>
                    <a:pt x="196171" y="12768"/>
                    <a:pt x="198727" y="10214"/>
                    <a:pt x="198727" y="6384"/>
                  </a:cubicBezTo>
                  <a:cubicBezTo>
                    <a:pt x="198727" y="2553"/>
                    <a:pt x="195532" y="0"/>
                    <a:pt x="192337" y="0"/>
                  </a:cubicBezTo>
                  <a:close/>
                </a:path>
              </a:pathLst>
            </a:custGeom>
            <a:solidFill>
              <a:srgbClr val="00ABAB"/>
            </a:solidFill>
            <a:ln w="6390" cap="flat">
              <a:noFill/>
              <a:prstDash val="solid"/>
              <a:miter/>
            </a:ln>
          </p:spPr>
          <p:txBody>
            <a:bodyPr rtlCol="0" anchor="ctr"/>
            <a:lstStyle/>
            <a:p>
              <a:endParaRPr lang="en-US"/>
            </a:p>
          </p:txBody>
        </p:sp>
        <p:sp>
          <p:nvSpPr>
            <p:cNvPr id="284" name="Graphic 4">
              <a:extLst>
                <a:ext uri="{FF2B5EF4-FFF2-40B4-BE49-F238E27FC236}">
                  <a16:creationId xmlns:a16="http://schemas.microsoft.com/office/drawing/2014/main" id="{0C417DA1-47A1-8541-8EB0-2CD5F8BB12EF}"/>
                </a:ext>
              </a:extLst>
            </p:cNvPr>
            <p:cNvSpPr/>
            <p:nvPr/>
          </p:nvSpPr>
          <p:spPr>
            <a:xfrm>
              <a:off x="4835904" y="3521092"/>
              <a:ext cx="82905" cy="82190"/>
            </a:xfrm>
            <a:custGeom>
              <a:avLst/>
              <a:gdLst>
                <a:gd name="connsiteX0" fmla="*/ 71567 w 82905"/>
                <a:gd name="connsiteY0" fmla="*/ 3029 h 82190"/>
                <a:gd name="connsiteX1" fmla="*/ 12780 w 82905"/>
                <a:gd name="connsiteY1" fmla="*/ 61123 h 82190"/>
                <a:gd name="connsiteX2" fmla="*/ 12780 w 82905"/>
                <a:gd name="connsiteY2" fmla="*/ 29841 h 82190"/>
                <a:gd name="connsiteX3" fmla="*/ 6390 w 82905"/>
                <a:gd name="connsiteY3" fmla="*/ 23457 h 82190"/>
                <a:gd name="connsiteX4" fmla="*/ 0 w 82905"/>
                <a:gd name="connsiteY4" fmla="*/ 29841 h 82190"/>
                <a:gd name="connsiteX5" fmla="*/ 0 w 82905"/>
                <a:gd name="connsiteY5" fmla="*/ 75806 h 82190"/>
                <a:gd name="connsiteX6" fmla="*/ 6390 w 82905"/>
                <a:gd name="connsiteY6" fmla="*/ 82190 h 82190"/>
                <a:gd name="connsiteX7" fmla="*/ 53036 w 82905"/>
                <a:gd name="connsiteY7" fmla="*/ 82190 h 82190"/>
                <a:gd name="connsiteX8" fmla="*/ 59426 w 82905"/>
                <a:gd name="connsiteY8" fmla="*/ 75806 h 82190"/>
                <a:gd name="connsiteX9" fmla="*/ 53036 w 82905"/>
                <a:gd name="connsiteY9" fmla="*/ 69422 h 82190"/>
                <a:gd name="connsiteX10" fmla="*/ 22365 w 82905"/>
                <a:gd name="connsiteY10" fmla="*/ 69422 h 82190"/>
                <a:gd name="connsiteX11" fmla="*/ 80513 w 82905"/>
                <a:gd name="connsiteY11" fmla="*/ 11328 h 82190"/>
                <a:gd name="connsiteX12" fmla="*/ 81791 w 82905"/>
                <a:gd name="connsiteY12" fmla="*/ 2390 h 82190"/>
                <a:gd name="connsiteX13" fmla="*/ 72845 w 82905"/>
                <a:gd name="connsiteY13" fmla="*/ 1113 h 82190"/>
                <a:gd name="connsiteX14" fmla="*/ 71567 w 82905"/>
                <a:gd name="connsiteY14" fmla="*/ 3029 h 82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905" h="82190">
                  <a:moveTo>
                    <a:pt x="71567" y="3029"/>
                  </a:moveTo>
                  <a:lnTo>
                    <a:pt x="12780" y="61123"/>
                  </a:lnTo>
                  <a:lnTo>
                    <a:pt x="12780" y="29841"/>
                  </a:lnTo>
                  <a:cubicBezTo>
                    <a:pt x="12780" y="26011"/>
                    <a:pt x="10224" y="23457"/>
                    <a:pt x="6390" y="23457"/>
                  </a:cubicBezTo>
                  <a:cubicBezTo>
                    <a:pt x="2556" y="23457"/>
                    <a:pt x="0" y="26011"/>
                    <a:pt x="0" y="29841"/>
                  </a:cubicBezTo>
                  <a:lnTo>
                    <a:pt x="0" y="75806"/>
                  </a:lnTo>
                  <a:cubicBezTo>
                    <a:pt x="0" y="79637"/>
                    <a:pt x="2556" y="82190"/>
                    <a:pt x="6390" y="82190"/>
                  </a:cubicBezTo>
                  <a:lnTo>
                    <a:pt x="53036" y="82190"/>
                  </a:lnTo>
                  <a:cubicBezTo>
                    <a:pt x="56871" y="82190"/>
                    <a:pt x="59426" y="79637"/>
                    <a:pt x="59426" y="75806"/>
                  </a:cubicBezTo>
                  <a:cubicBezTo>
                    <a:pt x="59426" y="71976"/>
                    <a:pt x="56871" y="69422"/>
                    <a:pt x="53036" y="69422"/>
                  </a:cubicBezTo>
                  <a:lnTo>
                    <a:pt x="22365" y="69422"/>
                  </a:lnTo>
                  <a:lnTo>
                    <a:pt x="80513" y="11328"/>
                  </a:lnTo>
                  <a:cubicBezTo>
                    <a:pt x="83069" y="9413"/>
                    <a:pt x="83708" y="4944"/>
                    <a:pt x="81791" y="2390"/>
                  </a:cubicBezTo>
                  <a:cubicBezTo>
                    <a:pt x="79874" y="-163"/>
                    <a:pt x="75401" y="-802"/>
                    <a:pt x="72845" y="1113"/>
                  </a:cubicBezTo>
                  <a:cubicBezTo>
                    <a:pt x="72206" y="2390"/>
                    <a:pt x="71567" y="3029"/>
                    <a:pt x="71567" y="3029"/>
                  </a:cubicBezTo>
                  <a:close/>
                </a:path>
              </a:pathLst>
            </a:custGeom>
            <a:solidFill>
              <a:srgbClr val="00ABAB"/>
            </a:solidFill>
            <a:ln w="6390" cap="flat">
              <a:noFill/>
              <a:prstDash val="solid"/>
              <a:miter/>
            </a:ln>
          </p:spPr>
          <p:txBody>
            <a:bodyPr rtlCol="0" anchor="ctr"/>
            <a:lstStyle/>
            <a:p>
              <a:endParaRPr lang="en-US"/>
            </a:p>
          </p:txBody>
        </p:sp>
      </p:grpSp>
      <p:grpSp>
        <p:nvGrpSpPr>
          <p:cNvPr id="285" name="Graphic 4">
            <a:extLst>
              <a:ext uri="{FF2B5EF4-FFF2-40B4-BE49-F238E27FC236}">
                <a16:creationId xmlns:a16="http://schemas.microsoft.com/office/drawing/2014/main" id="{AB838966-B310-2947-B005-A04F152E806C}"/>
              </a:ext>
            </a:extLst>
          </p:cNvPr>
          <p:cNvGrpSpPr/>
          <p:nvPr/>
        </p:nvGrpSpPr>
        <p:grpSpPr>
          <a:xfrm>
            <a:off x="4660820" y="3824168"/>
            <a:ext cx="362312" cy="361971"/>
            <a:chOff x="4660820" y="3824168"/>
            <a:chExt cx="362312" cy="361971"/>
          </a:xfrm>
          <a:solidFill>
            <a:srgbClr val="00ABAB"/>
          </a:solidFill>
        </p:grpSpPr>
        <p:sp>
          <p:nvSpPr>
            <p:cNvPr id="286" name="Graphic 4">
              <a:extLst>
                <a:ext uri="{FF2B5EF4-FFF2-40B4-BE49-F238E27FC236}">
                  <a16:creationId xmlns:a16="http://schemas.microsoft.com/office/drawing/2014/main" id="{D2E34CC1-A3A1-1945-B9DC-E3BA80F3E879}"/>
                </a:ext>
              </a:extLst>
            </p:cNvPr>
            <p:cNvSpPr/>
            <p:nvPr/>
          </p:nvSpPr>
          <p:spPr>
            <a:xfrm>
              <a:off x="4660820" y="3824168"/>
              <a:ext cx="362312" cy="361971"/>
            </a:xfrm>
            <a:custGeom>
              <a:avLst/>
              <a:gdLst>
                <a:gd name="connsiteX0" fmla="*/ 181474 w 362312"/>
                <a:gd name="connsiteY0" fmla="*/ 0 h 361971"/>
                <a:gd name="connsiteX1" fmla="*/ 0 w 362312"/>
                <a:gd name="connsiteY1" fmla="*/ 180667 h 361971"/>
                <a:gd name="connsiteX2" fmla="*/ 180835 w 362312"/>
                <a:gd name="connsiteY2" fmla="*/ 361971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6"/>
                    <a:pt x="0" y="180667"/>
                  </a:cubicBezTo>
                  <a:cubicBezTo>
                    <a:pt x="0" y="280257"/>
                    <a:pt x="81152" y="361971"/>
                    <a:pt x="180835" y="361971"/>
                  </a:cubicBezTo>
                  <a:cubicBezTo>
                    <a:pt x="280518" y="361971"/>
                    <a:pt x="362309" y="280895"/>
                    <a:pt x="362309" y="181305"/>
                  </a:cubicBezTo>
                  <a:lnTo>
                    <a:pt x="362309" y="181305"/>
                  </a:lnTo>
                  <a:cubicBezTo>
                    <a:pt x="362948" y="81076"/>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lnTo>
                    <a:pt x="349529" y="180667"/>
                  </a:lnTo>
                  <a:cubicBezTo>
                    <a:pt x="349529" y="273873"/>
                    <a:pt x="274767"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287" name="Graphic 4">
              <a:extLst>
                <a:ext uri="{FF2B5EF4-FFF2-40B4-BE49-F238E27FC236}">
                  <a16:creationId xmlns:a16="http://schemas.microsoft.com/office/drawing/2014/main" id="{ED316A17-C08C-F947-B3A6-831AD3892A80}"/>
                </a:ext>
              </a:extLst>
            </p:cNvPr>
            <p:cNvSpPr/>
            <p:nvPr/>
          </p:nvSpPr>
          <p:spPr>
            <a:xfrm>
              <a:off x="4743250" y="3906521"/>
              <a:ext cx="198727" cy="197903"/>
            </a:xfrm>
            <a:custGeom>
              <a:avLst/>
              <a:gdLst>
                <a:gd name="connsiteX0" fmla="*/ 192337 w 198727"/>
                <a:gd name="connsiteY0" fmla="*/ 0 h 197903"/>
                <a:gd name="connsiteX1" fmla="*/ 146330 w 198727"/>
                <a:gd name="connsiteY1" fmla="*/ 0 h 197903"/>
                <a:gd name="connsiteX2" fmla="*/ 139940 w 198727"/>
                <a:gd name="connsiteY2" fmla="*/ 6384 h 197903"/>
                <a:gd name="connsiteX3" fmla="*/ 139940 w 198727"/>
                <a:gd name="connsiteY3" fmla="*/ 46603 h 197903"/>
                <a:gd name="connsiteX4" fmla="*/ 99683 w 198727"/>
                <a:gd name="connsiteY4" fmla="*/ 46603 h 197903"/>
                <a:gd name="connsiteX5" fmla="*/ 93293 w 198727"/>
                <a:gd name="connsiteY5" fmla="*/ 52987 h 197903"/>
                <a:gd name="connsiteX6" fmla="*/ 93293 w 198727"/>
                <a:gd name="connsiteY6" fmla="*/ 91930 h 197903"/>
                <a:gd name="connsiteX7" fmla="*/ 53036 w 198727"/>
                <a:gd name="connsiteY7" fmla="*/ 91930 h 197903"/>
                <a:gd name="connsiteX8" fmla="*/ 46646 w 198727"/>
                <a:gd name="connsiteY8" fmla="*/ 98313 h 197903"/>
                <a:gd name="connsiteX9" fmla="*/ 46646 w 198727"/>
                <a:gd name="connsiteY9" fmla="*/ 139171 h 197903"/>
                <a:gd name="connsiteX10" fmla="*/ 6390 w 198727"/>
                <a:gd name="connsiteY10" fmla="*/ 139171 h 197903"/>
                <a:gd name="connsiteX11" fmla="*/ 0 w 198727"/>
                <a:gd name="connsiteY11" fmla="*/ 145555 h 197903"/>
                <a:gd name="connsiteX12" fmla="*/ 0 w 198727"/>
                <a:gd name="connsiteY12" fmla="*/ 191519 h 197903"/>
                <a:gd name="connsiteX13" fmla="*/ 6390 w 198727"/>
                <a:gd name="connsiteY13" fmla="*/ 197903 h 197903"/>
                <a:gd name="connsiteX14" fmla="*/ 12780 w 198727"/>
                <a:gd name="connsiteY14" fmla="*/ 191519 h 197903"/>
                <a:gd name="connsiteX15" fmla="*/ 12780 w 198727"/>
                <a:gd name="connsiteY15" fmla="*/ 151939 h 197903"/>
                <a:gd name="connsiteX16" fmla="*/ 53036 w 198727"/>
                <a:gd name="connsiteY16" fmla="*/ 151939 h 197903"/>
                <a:gd name="connsiteX17" fmla="*/ 59426 w 198727"/>
                <a:gd name="connsiteY17" fmla="*/ 145555 h 197903"/>
                <a:gd name="connsiteX18" fmla="*/ 59426 w 198727"/>
                <a:gd name="connsiteY18" fmla="*/ 104697 h 197903"/>
                <a:gd name="connsiteX19" fmla="*/ 99683 w 198727"/>
                <a:gd name="connsiteY19" fmla="*/ 104697 h 197903"/>
                <a:gd name="connsiteX20" fmla="*/ 106073 w 198727"/>
                <a:gd name="connsiteY20" fmla="*/ 98313 h 197903"/>
                <a:gd name="connsiteX21" fmla="*/ 106073 w 198727"/>
                <a:gd name="connsiteY21" fmla="*/ 59371 h 197903"/>
                <a:gd name="connsiteX22" fmla="*/ 146330 w 198727"/>
                <a:gd name="connsiteY22" fmla="*/ 59371 h 197903"/>
                <a:gd name="connsiteX23" fmla="*/ 152720 w 198727"/>
                <a:gd name="connsiteY23" fmla="*/ 52987 h 197903"/>
                <a:gd name="connsiteX24" fmla="*/ 152720 w 198727"/>
                <a:gd name="connsiteY24" fmla="*/ 12768 h 197903"/>
                <a:gd name="connsiteX25" fmla="*/ 192337 w 198727"/>
                <a:gd name="connsiteY25" fmla="*/ 12768 h 197903"/>
                <a:gd name="connsiteX26" fmla="*/ 198727 w 198727"/>
                <a:gd name="connsiteY26" fmla="*/ 6384 h 197903"/>
                <a:gd name="connsiteX27" fmla="*/ 192337 w 198727"/>
                <a:gd name="connsiteY27" fmla="*/ 0 h 19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8727" h="197903">
                  <a:moveTo>
                    <a:pt x="192337" y="0"/>
                  </a:moveTo>
                  <a:lnTo>
                    <a:pt x="146330" y="0"/>
                  </a:lnTo>
                  <a:cubicBezTo>
                    <a:pt x="142496" y="0"/>
                    <a:pt x="139940" y="2554"/>
                    <a:pt x="139940" y="6384"/>
                  </a:cubicBezTo>
                  <a:lnTo>
                    <a:pt x="139940" y="46603"/>
                  </a:lnTo>
                  <a:lnTo>
                    <a:pt x="99683" y="46603"/>
                  </a:lnTo>
                  <a:cubicBezTo>
                    <a:pt x="95849" y="46603"/>
                    <a:pt x="93293" y="49157"/>
                    <a:pt x="93293" y="52987"/>
                  </a:cubicBezTo>
                  <a:lnTo>
                    <a:pt x="93293" y="91930"/>
                  </a:lnTo>
                  <a:lnTo>
                    <a:pt x="53036" y="91930"/>
                  </a:lnTo>
                  <a:cubicBezTo>
                    <a:pt x="49203" y="91930"/>
                    <a:pt x="46646" y="94483"/>
                    <a:pt x="46646" y="98313"/>
                  </a:cubicBezTo>
                  <a:lnTo>
                    <a:pt x="46646" y="139171"/>
                  </a:lnTo>
                  <a:lnTo>
                    <a:pt x="6390" y="139171"/>
                  </a:lnTo>
                  <a:cubicBezTo>
                    <a:pt x="2556" y="139171"/>
                    <a:pt x="0" y="141724"/>
                    <a:pt x="0" y="145555"/>
                  </a:cubicBezTo>
                  <a:lnTo>
                    <a:pt x="0" y="191519"/>
                  </a:lnTo>
                  <a:cubicBezTo>
                    <a:pt x="0" y="195350"/>
                    <a:pt x="2556" y="197903"/>
                    <a:pt x="6390" y="197903"/>
                  </a:cubicBezTo>
                  <a:cubicBezTo>
                    <a:pt x="10224" y="197903"/>
                    <a:pt x="12780" y="195350"/>
                    <a:pt x="12780" y="191519"/>
                  </a:cubicBezTo>
                  <a:lnTo>
                    <a:pt x="12780" y="151939"/>
                  </a:lnTo>
                  <a:lnTo>
                    <a:pt x="53036" y="151939"/>
                  </a:lnTo>
                  <a:cubicBezTo>
                    <a:pt x="56871" y="151939"/>
                    <a:pt x="59426" y="149385"/>
                    <a:pt x="59426" y="145555"/>
                  </a:cubicBezTo>
                  <a:lnTo>
                    <a:pt x="59426" y="104697"/>
                  </a:lnTo>
                  <a:lnTo>
                    <a:pt x="99683" y="104697"/>
                  </a:lnTo>
                  <a:cubicBezTo>
                    <a:pt x="103517" y="104697"/>
                    <a:pt x="106073" y="102144"/>
                    <a:pt x="106073" y="98313"/>
                  </a:cubicBezTo>
                  <a:lnTo>
                    <a:pt x="106073" y="59371"/>
                  </a:lnTo>
                  <a:lnTo>
                    <a:pt x="146330" y="59371"/>
                  </a:lnTo>
                  <a:cubicBezTo>
                    <a:pt x="150164" y="59371"/>
                    <a:pt x="152720" y="56818"/>
                    <a:pt x="152720" y="52987"/>
                  </a:cubicBezTo>
                  <a:lnTo>
                    <a:pt x="152720" y="12768"/>
                  </a:lnTo>
                  <a:lnTo>
                    <a:pt x="192337" y="12768"/>
                  </a:lnTo>
                  <a:cubicBezTo>
                    <a:pt x="196171" y="12768"/>
                    <a:pt x="198727" y="10215"/>
                    <a:pt x="198727" y="6384"/>
                  </a:cubicBezTo>
                  <a:cubicBezTo>
                    <a:pt x="198727" y="2554"/>
                    <a:pt x="195532" y="0"/>
                    <a:pt x="192337" y="0"/>
                  </a:cubicBezTo>
                  <a:close/>
                </a:path>
              </a:pathLst>
            </a:custGeom>
            <a:solidFill>
              <a:srgbClr val="00ABAB"/>
            </a:solidFill>
            <a:ln w="6390" cap="flat">
              <a:noFill/>
              <a:prstDash val="solid"/>
              <a:miter/>
            </a:ln>
          </p:spPr>
          <p:txBody>
            <a:bodyPr rtlCol="0" anchor="ctr"/>
            <a:lstStyle/>
            <a:p>
              <a:endParaRPr lang="en-US"/>
            </a:p>
          </p:txBody>
        </p:sp>
      </p:grpSp>
      <p:sp>
        <p:nvSpPr>
          <p:cNvPr id="288" name="Graphic 4">
            <a:extLst>
              <a:ext uri="{FF2B5EF4-FFF2-40B4-BE49-F238E27FC236}">
                <a16:creationId xmlns:a16="http://schemas.microsoft.com/office/drawing/2014/main" id="{7198CBC2-7E12-954E-B128-1843E2867CF8}"/>
              </a:ext>
            </a:extLst>
          </p:cNvPr>
          <p:cNvSpPr/>
          <p:nvPr/>
        </p:nvSpPr>
        <p:spPr>
          <a:xfrm>
            <a:off x="5099169" y="33396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54959 w 362309"/>
              <a:gd name="connsiteY7" fmla="*/ 193435 h 361971"/>
              <a:gd name="connsiteX8" fmla="*/ 196810 w 362309"/>
              <a:gd name="connsiteY8" fmla="*/ 251529 h 361971"/>
              <a:gd name="connsiteX9" fmla="*/ 228121 w 362309"/>
              <a:gd name="connsiteY9" fmla="*/ 251529 h 361971"/>
              <a:gd name="connsiteX10" fmla="*/ 234511 w 362309"/>
              <a:gd name="connsiteY10" fmla="*/ 257913 h 361971"/>
              <a:gd name="connsiteX11" fmla="*/ 228121 w 362309"/>
              <a:gd name="connsiteY11" fmla="*/ 264297 h 361971"/>
              <a:gd name="connsiteX12" fmla="*/ 181474 w 362309"/>
              <a:gd name="connsiteY12" fmla="*/ 264297 h 361971"/>
              <a:gd name="connsiteX13" fmla="*/ 175084 w 362309"/>
              <a:gd name="connsiteY13" fmla="*/ 257913 h 361971"/>
              <a:gd name="connsiteX14" fmla="*/ 175084 w 362309"/>
              <a:gd name="connsiteY14" fmla="*/ 211948 h 361971"/>
              <a:gd name="connsiteX15" fmla="*/ 181474 w 362309"/>
              <a:gd name="connsiteY15" fmla="*/ 205564 h 361971"/>
              <a:gd name="connsiteX16" fmla="*/ 187864 w 362309"/>
              <a:gd name="connsiteY16" fmla="*/ 211948 h 361971"/>
              <a:gd name="connsiteX17" fmla="*/ 187864 w 362309"/>
              <a:gd name="connsiteY17" fmla="*/ 243230 h 361971"/>
              <a:gd name="connsiteX18" fmla="*/ 246651 w 362309"/>
              <a:gd name="connsiteY18" fmla="*/ 185135 h 361971"/>
              <a:gd name="connsiteX19" fmla="*/ 255597 w 362309"/>
              <a:gd name="connsiteY19" fmla="*/ 185135 h 361971"/>
              <a:gd name="connsiteX20" fmla="*/ 255597 w 362309"/>
              <a:gd name="connsiteY20" fmla="*/ 185135 h 361971"/>
              <a:gd name="connsiteX21" fmla="*/ 254959 w 362309"/>
              <a:gd name="connsiteY21" fmla="*/ 193435 h 361971"/>
              <a:gd name="connsiteX22" fmla="*/ 274128 w 362309"/>
              <a:gd name="connsiteY22" fmla="*/ 95121 h 361971"/>
              <a:gd name="connsiteX23" fmla="*/ 234511 w 362309"/>
              <a:gd name="connsiteY23" fmla="*/ 95121 h 361971"/>
              <a:gd name="connsiteX24" fmla="*/ 234511 w 362309"/>
              <a:gd name="connsiteY24" fmla="*/ 135341 h 361971"/>
              <a:gd name="connsiteX25" fmla="*/ 228121 w 362309"/>
              <a:gd name="connsiteY25" fmla="*/ 141724 h 361971"/>
              <a:gd name="connsiteX26" fmla="*/ 187864 w 362309"/>
              <a:gd name="connsiteY26" fmla="*/ 141724 h 361971"/>
              <a:gd name="connsiteX27" fmla="*/ 187864 w 362309"/>
              <a:gd name="connsiteY27" fmla="*/ 180667 h 361971"/>
              <a:gd name="connsiteX28" fmla="*/ 181474 w 362309"/>
              <a:gd name="connsiteY28" fmla="*/ 187051 h 361971"/>
              <a:gd name="connsiteX29" fmla="*/ 141217 w 362309"/>
              <a:gd name="connsiteY29" fmla="*/ 187051 h 361971"/>
              <a:gd name="connsiteX30" fmla="*/ 141217 w 362309"/>
              <a:gd name="connsiteY30" fmla="*/ 227908 h 361971"/>
              <a:gd name="connsiteX31" fmla="*/ 134828 w 362309"/>
              <a:gd name="connsiteY31" fmla="*/ 234292 h 361971"/>
              <a:gd name="connsiteX32" fmla="*/ 94571 w 362309"/>
              <a:gd name="connsiteY32" fmla="*/ 234292 h 361971"/>
              <a:gd name="connsiteX33" fmla="*/ 94571 w 362309"/>
              <a:gd name="connsiteY33" fmla="*/ 273873 h 361971"/>
              <a:gd name="connsiteX34" fmla="*/ 88181 w 362309"/>
              <a:gd name="connsiteY34" fmla="*/ 280257 h 361971"/>
              <a:gd name="connsiteX35" fmla="*/ 81791 w 362309"/>
              <a:gd name="connsiteY35" fmla="*/ 273873 h 361971"/>
              <a:gd name="connsiteX36" fmla="*/ 81791 w 362309"/>
              <a:gd name="connsiteY36" fmla="*/ 227908 h 361971"/>
              <a:gd name="connsiteX37" fmla="*/ 88181 w 362309"/>
              <a:gd name="connsiteY37" fmla="*/ 221524 h 361971"/>
              <a:gd name="connsiteX38" fmla="*/ 128438 w 362309"/>
              <a:gd name="connsiteY38" fmla="*/ 221524 h 361971"/>
              <a:gd name="connsiteX39" fmla="*/ 128438 w 362309"/>
              <a:gd name="connsiteY39" fmla="*/ 180667 h 361971"/>
              <a:gd name="connsiteX40" fmla="*/ 134828 w 362309"/>
              <a:gd name="connsiteY40" fmla="*/ 174283 h 361971"/>
              <a:gd name="connsiteX41" fmla="*/ 175084 w 362309"/>
              <a:gd name="connsiteY41" fmla="*/ 174283 h 361971"/>
              <a:gd name="connsiteX42" fmla="*/ 175084 w 362309"/>
              <a:gd name="connsiteY42" fmla="*/ 135341 h 361971"/>
              <a:gd name="connsiteX43" fmla="*/ 181474 w 362309"/>
              <a:gd name="connsiteY43" fmla="*/ 128957 h 361971"/>
              <a:gd name="connsiteX44" fmla="*/ 221731 w 362309"/>
              <a:gd name="connsiteY44" fmla="*/ 128957 h 361971"/>
              <a:gd name="connsiteX45" fmla="*/ 221731 w 362309"/>
              <a:gd name="connsiteY45" fmla="*/ 88738 h 361971"/>
              <a:gd name="connsiteX46" fmla="*/ 228121 w 362309"/>
              <a:gd name="connsiteY46" fmla="*/ 82354 h 361971"/>
              <a:gd name="connsiteX47" fmla="*/ 274128 w 362309"/>
              <a:gd name="connsiteY47" fmla="*/ 82354 h 361971"/>
              <a:gd name="connsiteX48" fmla="*/ 280518 w 362309"/>
              <a:gd name="connsiteY48" fmla="*/ 88738 h 361971"/>
              <a:gd name="connsiteX49" fmla="*/ 274128 w 362309"/>
              <a:gd name="connsiteY49" fmla="*/ 9512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310" y="81077"/>
                  <a:pt x="281157" y="0"/>
                  <a:pt x="181474" y="0"/>
                </a:cubicBezTo>
                <a:cubicBezTo>
                  <a:pt x="181474" y="0"/>
                  <a:pt x="181474" y="0"/>
                  <a:pt x="181474" y="0"/>
                </a:cubicBezTo>
                <a:close/>
                <a:moveTo>
                  <a:pt x="254959" y="193435"/>
                </a:moveTo>
                <a:lnTo>
                  <a:pt x="196810" y="251529"/>
                </a:lnTo>
                <a:lnTo>
                  <a:pt x="228121" y="251529"/>
                </a:lnTo>
                <a:cubicBezTo>
                  <a:pt x="231955" y="251529"/>
                  <a:pt x="234511" y="254082"/>
                  <a:pt x="234511" y="257913"/>
                </a:cubicBezTo>
                <a:cubicBezTo>
                  <a:pt x="234511" y="261743"/>
                  <a:pt x="231955" y="264297"/>
                  <a:pt x="228121" y="264297"/>
                </a:cubicBezTo>
                <a:lnTo>
                  <a:pt x="181474" y="264297"/>
                </a:lnTo>
                <a:cubicBezTo>
                  <a:pt x="177640" y="264297"/>
                  <a:pt x="175084" y="261743"/>
                  <a:pt x="175084" y="257913"/>
                </a:cubicBezTo>
                <a:lnTo>
                  <a:pt x="175084" y="211948"/>
                </a:lnTo>
                <a:cubicBezTo>
                  <a:pt x="175084" y="208118"/>
                  <a:pt x="177640" y="205564"/>
                  <a:pt x="181474" y="205564"/>
                </a:cubicBezTo>
                <a:cubicBezTo>
                  <a:pt x="185308" y="205564"/>
                  <a:pt x="187864" y="208118"/>
                  <a:pt x="187864" y="211948"/>
                </a:cubicBezTo>
                <a:lnTo>
                  <a:pt x="187864" y="243230"/>
                </a:lnTo>
                <a:lnTo>
                  <a:pt x="246651" y="185135"/>
                </a:lnTo>
                <a:cubicBezTo>
                  <a:pt x="249208" y="182582"/>
                  <a:pt x="253041" y="182582"/>
                  <a:pt x="255597" y="185135"/>
                </a:cubicBezTo>
                <a:cubicBezTo>
                  <a:pt x="255597" y="185135"/>
                  <a:pt x="255597" y="185135"/>
                  <a:pt x="255597" y="185135"/>
                </a:cubicBezTo>
                <a:cubicBezTo>
                  <a:pt x="257514" y="187051"/>
                  <a:pt x="257514" y="190881"/>
                  <a:pt x="254959" y="193435"/>
                </a:cubicBezTo>
                <a:close/>
                <a:moveTo>
                  <a:pt x="274128" y="95121"/>
                </a:moveTo>
                <a:lnTo>
                  <a:pt x="234511" y="95121"/>
                </a:lnTo>
                <a:lnTo>
                  <a:pt x="234511" y="135341"/>
                </a:lnTo>
                <a:cubicBezTo>
                  <a:pt x="234511" y="139171"/>
                  <a:pt x="231955" y="141724"/>
                  <a:pt x="228121" y="141724"/>
                </a:cubicBezTo>
                <a:lnTo>
                  <a:pt x="187864" y="141724"/>
                </a:lnTo>
                <a:lnTo>
                  <a:pt x="187864" y="180667"/>
                </a:lnTo>
                <a:cubicBezTo>
                  <a:pt x="187864" y="184497"/>
                  <a:pt x="185308" y="187051"/>
                  <a:pt x="181474" y="187051"/>
                </a:cubicBezTo>
                <a:lnTo>
                  <a:pt x="141217" y="187051"/>
                </a:lnTo>
                <a:lnTo>
                  <a:pt x="141217" y="227908"/>
                </a:lnTo>
                <a:cubicBezTo>
                  <a:pt x="141217" y="231738"/>
                  <a:pt x="138662" y="234292"/>
                  <a:pt x="134828" y="234292"/>
                </a:cubicBezTo>
                <a:lnTo>
                  <a:pt x="94571" y="234292"/>
                </a:lnTo>
                <a:lnTo>
                  <a:pt x="94571" y="273873"/>
                </a:lnTo>
                <a:cubicBezTo>
                  <a:pt x="94571" y="277703"/>
                  <a:pt x="92015" y="280257"/>
                  <a:pt x="88181" y="280257"/>
                </a:cubicBezTo>
                <a:cubicBezTo>
                  <a:pt x="84347" y="280257"/>
                  <a:pt x="81791" y="277703"/>
                  <a:pt x="81791" y="273873"/>
                </a:cubicBezTo>
                <a:lnTo>
                  <a:pt x="81791" y="227908"/>
                </a:lnTo>
                <a:cubicBezTo>
                  <a:pt x="81791" y="224078"/>
                  <a:pt x="84347" y="221524"/>
                  <a:pt x="88181" y="221524"/>
                </a:cubicBezTo>
                <a:lnTo>
                  <a:pt x="128438" y="221524"/>
                </a:lnTo>
                <a:lnTo>
                  <a:pt x="128438" y="180667"/>
                </a:lnTo>
                <a:cubicBezTo>
                  <a:pt x="128438" y="176836"/>
                  <a:pt x="130994" y="174283"/>
                  <a:pt x="134828" y="174283"/>
                </a:cubicBezTo>
                <a:lnTo>
                  <a:pt x="175084" y="174283"/>
                </a:lnTo>
                <a:lnTo>
                  <a:pt x="175084" y="135341"/>
                </a:lnTo>
                <a:cubicBezTo>
                  <a:pt x="175084" y="131510"/>
                  <a:pt x="177640" y="128957"/>
                  <a:pt x="181474" y="128957"/>
                </a:cubicBezTo>
                <a:lnTo>
                  <a:pt x="221731" y="128957"/>
                </a:lnTo>
                <a:lnTo>
                  <a:pt x="221731" y="88738"/>
                </a:lnTo>
                <a:cubicBezTo>
                  <a:pt x="221731" y="84907"/>
                  <a:pt x="224287" y="82354"/>
                  <a:pt x="228121" y="82354"/>
                </a:cubicBezTo>
                <a:lnTo>
                  <a:pt x="274128" y="82354"/>
                </a:lnTo>
                <a:cubicBezTo>
                  <a:pt x="277962" y="82354"/>
                  <a:pt x="280518" y="84907"/>
                  <a:pt x="280518" y="88738"/>
                </a:cubicBezTo>
                <a:cubicBezTo>
                  <a:pt x="280518" y="92568"/>
                  <a:pt x="277962" y="95121"/>
                  <a:pt x="274128" y="95121"/>
                </a:cubicBezTo>
                <a:close/>
              </a:path>
            </a:pathLst>
          </a:custGeom>
          <a:solidFill>
            <a:srgbClr val="00ABAB"/>
          </a:solidFill>
          <a:ln w="6390" cap="flat">
            <a:noFill/>
            <a:prstDash val="solid"/>
            <a:miter/>
          </a:ln>
        </p:spPr>
        <p:txBody>
          <a:bodyPr rtlCol="0" anchor="ctr"/>
          <a:lstStyle/>
          <a:p>
            <a:endParaRPr lang="en-US"/>
          </a:p>
        </p:txBody>
      </p:sp>
      <p:sp>
        <p:nvSpPr>
          <p:cNvPr id="289" name="Graphic 4">
            <a:extLst>
              <a:ext uri="{FF2B5EF4-FFF2-40B4-BE49-F238E27FC236}">
                <a16:creationId xmlns:a16="http://schemas.microsoft.com/office/drawing/2014/main" id="{85922A5C-FC19-CC4C-9353-08B6B46089EE}"/>
              </a:ext>
            </a:extLst>
          </p:cNvPr>
          <p:cNvSpPr/>
          <p:nvPr/>
        </p:nvSpPr>
        <p:spPr>
          <a:xfrm>
            <a:off x="5099169" y="3824168"/>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274128 w 362309"/>
              <a:gd name="connsiteY6" fmla="*/ 95121 h 361971"/>
              <a:gd name="connsiteX7" fmla="*/ 234511 w 362309"/>
              <a:gd name="connsiteY7" fmla="*/ 95121 h 361971"/>
              <a:gd name="connsiteX8" fmla="*/ 234511 w 362309"/>
              <a:gd name="connsiteY8" fmla="*/ 135340 h 361971"/>
              <a:gd name="connsiteX9" fmla="*/ 228121 w 362309"/>
              <a:gd name="connsiteY9" fmla="*/ 141724 h 361971"/>
              <a:gd name="connsiteX10" fmla="*/ 187864 w 362309"/>
              <a:gd name="connsiteY10" fmla="*/ 141724 h 361971"/>
              <a:gd name="connsiteX11" fmla="*/ 187864 w 362309"/>
              <a:gd name="connsiteY11" fmla="*/ 180667 h 361971"/>
              <a:gd name="connsiteX12" fmla="*/ 181474 w 362309"/>
              <a:gd name="connsiteY12" fmla="*/ 187051 h 361971"/>
              <a:gd name="connsiteX13" fmla="*/ 141217 w 362309"/>
              <a:gd name="connsiteY13" fmla="*/ 187051 h 361971"/>
              <a:gd name="connsiteX14" fmla="*/ 141217 w 362309"/>
              <a:gd name="connsiteY14" fmla="*/ 227908 h 361971"/>
              <a:gd name="connsiteX15" fmla="*/ 134828 w 362309"/>
              <a:gd name="connsiteY15" fmla="*/ 234292 h 361971"/>
              <a:gd name="connsiteX16" fmla="*/ 94571 w 362309"/>
              <a:gd name="connsiteY16" fmla="*/ 234292 h 361971"/>
              <a:gd name="connsiteX17" fmla="*/ 94571 w 362309"/>
              <a:gd name="connsiteY17" fmla="*/ 273873 h 361971"/>
              <a:gd name="connsiteX18" fmla="*/ 88181 w 362309"/>
              <a:gd name="connsiteY18" fmla="*/ 280257 h 361971"/>
              <a:gd name="connsiteX19" fmla="*/ 81791 w 362309"/>
              <a:gd name="connsiteY19" fmla="*/ 273873 h 361971"/>
              <a:gd name="connsiteX20" fmla="*/ 81791 w 362309"/>
              <a:gd name="connsiteY20" fmla="*/ 227908 h 361971"/>
              <a:gd name="connsiteX21" fmla="*/ 88181 w 362309"/>
              <a:gd name="connsiteY21" fmla="*/ 221524 h 361971"/>
              <a:gd name="connsiteX22" fmla="*/ 128438 w 362309"/>
              <a:gd name="connsiteY22" fmla="*/ 221524 h 361971"/>
              <a:gd name="connsiteX23" fmla="*/ 128438 w 362309"/>
              <a:gd name="connsiteY23" fmla="*/ 180667 h 361971"/>
              <a:gd name="connsiteX24" fmla="*/ 134828 w 362309"/>
              <a:gd name="connsiteY24" fmla="*/ 174283 h 361971"/>
              <a:gd name="connsiteX25" fmla="*/ 175084 w 362309"/>
              <a:gd name="connsiteY25" fmla="*/ 174283 h 361971"/>
              <a:gd name="connsiteX26" fmla="*/ 175084 w 362309"/>
              <a:gd name="connsiteY26" fmla="*/ 135340 h 361971"/>
              <a:gd name="connsiteX27" fmla="*/ 181474 w 362309"/>
              <a:gd name="connsiteY27" fmla="*/ 128956 h 361971"/>
              <a:gd name="connsiteX28" fmla="*/ 221731 w 362309"/>
              <a:gd name="connsiteY28" fmla="*/ 128956 h 361971"/>
              <a:gd name="connsiteX29" fmla="*/ 221731 w 362309"/>
              <a:gd name="connsiteY29" fmla="*/ 88737 h 361971"/>
              <a:gd name="connsiteX30" fmla="*/ 228121 w 362309"/>
              <a:gd name="connsiteY30" fmla="*/ 82353 h 361971"/>
              <a:gd name="connsiteX31" fmla="*/ 274128 w 362309"/>
              <a:gd name="connsiteY31" fmla="*/ 82353 h 361971"/>
              <a:gd name="connsiteX32" fmla="*/ 280518 w 362309"/>
              <a:gd name="connsiteY32" fmla="*/ 88737 h 361971"/>
              <a:gd name="connsiteX33" fmla="*/ 274128 w 362309"/>
              <a:gd name="connsiteY33" fmla="*/ 9512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2309" h="361971">
                <a:moveTo>
                  <a:pt x="181474" y="0"/>
                </a:moveTo>
                <a:cubicBezTo>
                  <a:pt x="81152" y="0"/>
                  <a:pt x="0" y="81076"/>
                  <a:pt x="0" y="180667"/>
                </a:cubicBezTo>
                <a:cubicBezTo>
                  <a:pt x="0" y="280257"/>
                  <a:pt x="81152" y="361971"/>
                  <a:pt x="180835" y="361971"/>
                </a:cubicBezTo>
                <a:cubicBezTo>
                  <a:pt x="280518" y="361971"/>
                  <a:pt x="362310" y="280895"/>
                  <a:pt x="362310" y="181305"/>
                </a:cubicBezTo>
                <a:lnTo>
                  <a:pt x="362310" y="181305"/>
                </a:lnTo>
                <a:cubicBezTo>
                  <a:pt x="362310" y="81076"/>
                  <a:pt x="281157" y="0"/>
                  <a:pt x="181474" y="0"/>
                </a:cubicBezTo>
                <a:close/>
                <a:moveTo>
                  <a:pt x="274128" y="95121"/>
                </a:moveTo>
                <a:lnTo>
                  <a:pt x="234511" y="95121"/>
                </a:lnTo>
                <a:lnTo>
                  <a:pt x="234511" y="135340"/>
                </a:lnTo>
                <a:cubicBezTo>
                  <a:pt x="234511" y="139171"/>
                  <a:pt x="231955" y="141724"/>
                  <a:pt x="228121" y="141724"/>
                </a:cubicBezTo>
                <a:lnTo>
                  <a:pt x="187864" y="141724"/>
                </a:lnTo>
                <a:lnTo>
                  <a:pt x="187864" y="180667"/>
                </a:lnTo>
                <a:cubicBezTo>
                  <a:pt x="187864" y="184497"/>
                  <a:pt x="185308" y="187051"/>
                  <a:pt x="181474" y="187051"/>
                </a:cubicBezTo>
                <a:lnTo>
                  <a:pt x="141217" y="187051"/>
                </a:lnTo>
                <a:lnTo>
                  <a:pt x="141217" y="227908"/>
                </a:lnTo>
                <a:cubicBezTo>
                  <a:pt x="141217" y="231738"/>
                  <a:pt x="138662" y="234292"/>
                  <a:pt x="134828" y="234292"/>
                </a:cubicBezTo>
                <a:lnTo>
                  <a:pt x="94571" y="234292"/>
                </a:lnTo>
                <a:lnTo>
                  <a:pt x="94571" y="273873"/>
                </a:lnTo>
                <a:cubicBezTo>
                  <a:pt x="94571" y="277703"/>
                  <a:pt x="92015" y="280257"/>
                  <a:pt x="88181" y="280257"/>
                </a:cubicBezTo>
                <a:cubicBezTo>
                  <a:pt x="84347" y="280257"/>
                  <a:pt x="81791" y="277703"/>
                  <a:pt x="81791" y="273873"/>
                </a:cubicBezTo>
                <a:lnTo>
                  <a:pt x="81791" y="227908"/>
                </a:lnTo>
                <a:cubicBezTo>
                  <a:pt x="81791" y="224078"/>
                  <a:pt x="84347" y="221524"/>
                  <a:pt x="88181" y="221524"/>
                </a:cubicBezTo>
                <a:lnTo>
                  <a:pt x="128438" y="221524"/>
                </a:lnTo>
                <a:lnTo>
                  <a:pt x="128438" y="180667"/>
                </a:lnTo>
                <a:cubicBezTo>
                  <a:pt x="128438" y="176836"/>
                  <a:pt x="130994" y="174283"/>
                  <a:pt x="134828" y="174283"/>
                </a:cubicBezTo>
                <a:lnTo>
                  <a:pt x="175084" y="174283"/>
                </a:lnTo>
                <a:lnTo>
                  <a:pt x="175084" y="135340"/>
                </a:lnTo>
                <a:cubicBezTo>
                  <a:pt x="175084" y="131510"/>
                  <a:pt x="177640" y="128956"/>
                  <a:pt x="181474" y="128956"/>
                </a:cubicBezTo>
                <a:lnTo>
                  <a:pt x="221731" y="128956"/>
                </a:lnTo>
                <a:lnTo>
                  <a:pt x="221731" y="88737"/>
                </a:lnTo>
                <a:cubicBezTo>
                  <a:pt x="221731" y="84907"/>
                  <a:pt x="224287" y="82353"/>
                  <a:pt x="228121" y="82353"/>
                </a:cubicBezTo>
                <a:lnTo>
                  <a:pt x="274128" y="82353"/>
                </a:lnTo>
                <a:cubicBezTo>
                  <a:pt x="277962" y="82353"/>
                  <a:pt x="280518" y="84907"/>
                  <a:pt x="280518" y="88737"/>
                </a:cubicBezTo>
                <a:cubicBezTo>
                  <a:pt x="280518" y="92568"/>
                  <a:pt x="277962" y="95121"/>
                  <a:pt x="274128" y="95121"/>
                </a:cubicBezTo>
                <a:close/>
              </a:path>
            </a:pathLst>
          </a:custGeom>
          <a:solidFill>
            <a:srgbClr val="00ABAB"/>
          </a:solidFill>
          <a:ln w="6390" cap="flat">
            <a:noFill/>
            <a:prstDash val="solid"/>
            <a:miter/>
          </a:ln>
        </p:spPr>
        <p:txBody>
          <a:bodyPr rtlCol="0" anchor="ctr"/>
          <a:lstStyle/>
          <a:p>
            <a:endParaRPr lang="en-US"/>
          </a:p>
        </p:txBody>
      </p:sp>
      <p:grpSp>
        <p:nvGrpSpPr>
          <p:cNvPr id="290" name="Graphic 4">
            <a:extLst>
              <a:ext uri="{FF2B5EF4-FFF2-40B4-BE49-F238E27FC236}">
                <a16:creationId xmlns:a16="http://schemas.microsoft.com/office/drawing/2014/main" id="{4DD2D476-6674-C740-B61F-673B9255E43F}"/>
              </a:ext>
            </a:extLst>
          </p:cNvPr>
          <p:cNvGrpSpPr/>
          <p:nvPr/>
        </p:nvGrpSpPr>
        <p:grpSpPr>
          <a:xfrm>
            <a:off x="4045469" y="3339623"/>
            <a:ext cx="362309" cy="361971"/>
            <a:chOff x="4045469" y="3339623"/>
            <a:chExt cx="362309" cy="361971"/>
          </a:xfrm>
          <a:solidFill>
            <a:srgbClr val="00ABAB"/>
          </a:solidFill>
        </p:grpSpPr>
        <p:sp>
          <p:nvSpPr>
            <p:cNvPr id="291" name="Graphic 4">
              <a:extLst>
                <a:ext uri="{FF2B5EF4-FFF2-40B4-BE49-F238E27FC236}">
                  <a16:creationId xmlns:a16="http://schemas.microsoft.com/office/drawing/2014/main" id="{473D2E42-1ECA-7F4B-A3F7-E48AB00319A9}"/>
                </a:ext>
              </a:extLst>
            </p:cNvPr>
            <p:cNvSpPr/>
            <p:nvPr/>
          </p:nvSpPr>
          <p:spPr>
            <a:xfrm>
              <a:off x="4131094" y="3433468"/>
              <a:ext cx="192336" cy="155130"/>
            </a:xfrm>
            <a:custGeom>
              <a:avLst/>
              <a:gdLst>
                <a:gd name="connsiteX0" fmla="*/ 0 w 192336"/>
                <a:gd name="connsiteY0" fmla="*/ 155131 h 155130"/>
                <a:gd name="connsiteX1" fmla="*/ 192337 w 192336"/>
                <a:gd name="connsiteY1" fmla="*/ 155131 h 155130"/>
                <a:gd name="connsiteX2" fmla="*/ 96488 w 192336"/>
                <a:gd name="connsiteY2" fmla="*/ 0 h 155130"/>
                <a:gd name="connsiteX3" fmla="*/ 0 w 192336"/>
                <a:gd name="connsiteY3" fmla="*/ 155131 h 155130"/>
                <a:gd name="connsiteX4" fmla="*/ 95849 w 192336"/>
                <a:gd name="connsiteY4" fmla="*/ 137894 h 155130"/>
                <a:gd name="connsiteX5" fmla="*/ 88820 w 192336"/>
                <a:gd name="connsiteY5" fmla="*/ 130872 h 155130"/>
                <a:gd name="connsiteX6" fmla="*/ 95849 w 192336"/>
                <a:gd name="connsiteY6" fmla="*/ 123849 h 155130"/>
                <a:gd name="connsiteX7" fmla="*/ 102878 w 192336"/>
                <a:gd name="connsiteY7" fmla="*/ 130872 h 155130"/>
                <a:gd name="connsiteX8" fmla="*/ 95849 w 192336"/>
                <a:gd name="connsiteY8" fmla="*/ 137894 h 155130"/>
                <a:gd name="connsiteX9" fmla="*/ 102239 w 192336"/>
                <a:gd name="connsiteY9" fmla="*/ 47880 h 155130"/>
                <a:gd name="connsiteX10" fmla="*/ 102239 w 192336"/>
                <a:gd name="connsiteY10" fmla="*/ 100867 h 155130"/>
                <a:gd name="connsiteX11" fmla="*/ 95849 w 192336"/>
                <a:gd name="connsiteY11" fmla="*/ 107251 h 155130"/>
                <a:gd name="connsiteX12" fmla="*/ 89459 w 192336"/>
                <a:gd name="connsiteY12" fmla="*/ 100867 h 155130"/>
                <a:gd name="connsiteX13" fmla="*/ 89459 w 192336"/>
                <a:gd name="connsiteY13" fmla="*/ 47241 h 155130"/>
                <a:gd name="connsiteX14" fmla="*/ 95849 w 192336"/>
                <a:gd name="connsiteY14" fmla="*/ 40857 h 155130"/>
                <a:gd name="connsiteX15" fmla="*/ 102239 w 192336"/>
                <a:gd name="connsiteY15" fmla="*/ 47880 h 155130"/>
                <a:gd name="connsiteX16" fmla="*/ 102239 w 192336"/>
                <a:gd name="connsiteY16" fmla="*/ 47880 h 155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2336" h="155130">
                  <a:moveTo>
                    <a:pt x="0" y="155131"/>
                  </a:moveTo>
                  <a:lnTo>
                    <a:pt x="192337" y="155131"/>
                  </a:lnTo>
                  <a:lnTo>
                    <a:pt x="96488" y="0"/>
                  </a:lnTo>
                  <a:lnTo>
                    <a:pt x="0" y="155131"/>
                  </a:lnTo>
                  <a:close/>
                  <a:moveTo>
                    <a:pt x="95849" y="137894"/>
                  </a:moveTo>
                  <a:cubicBezTo>
                    <a:pt x="92015" y="137894"/>
                    <a:pt x="88820" y="134702"/>
                    <a:pt x="88820" y="130872"/>
                  </a:cubicBezTo>
                  <a:cubicBezTo>
                    <a:pt x="88820" y="127041"/>
                    <a:pt x="92015" y="123849"/>
                    <a:pt x="95849" y="123849"/>
                  </a:cubicBezTo>
                  <a:cubicBezTo>
                    <a:pt x="99683" y="123849"/>
                    <a:pt x="102878" y="127041"/>
                    <a:pt x="102878" y="130872"/>
                  </a:cubicBezTo>
                  <a:cubicBezTo>
                    <a:pt x="102239" y="135341"/>
                    <a:pt x="99683" y="137894"/>
                    <a:pt x="95849" y="137894"/>
                  </a:cubicBezTo>
                  <a:close/>
                  <a:moveTo>
                    <a:pt x="102239" y="47880"/>
                  </a:moveTo>
                  <a:lnTo>
                    <a:pt x="102239" y="100867"/>
                  </a:lnTo>
                  <a:cubicBezTo>
                    <a:pt x="102239" y="104697"/>
                    <a:pt x="99683" y="107251"/>
                    <a:pt x="95849" y="107251"/>
                  </a:cubicBezTo>
                  <a:cubicBezTo>
                    <a:pt x="92015" y="107251"/>
                    <a:pt x="89459" y="104697"/>
                    <a:pt x="89459" y="100867"/>
                  </a:cubicBezTo>
                  <a:lnTo>
                    <a:pt x="89459" y="47241"/>
                  </a:lnTo>
                  <a:cubicBezTo>
                    <a:pt x="89459" y="43411"/>
                    <a:pt x="92015" y="40857"/>
                    <a:pt x="95849" y="40857"/>
                  </a:cubicBezTo>
                  <a:cubicBezTo>
                    <a:pt x="99683" y="40857"/>
                    <a:pt x="102239" y="44049"/>
                    <a:pt x="102239" y="47880"/>
                  </a:cubicBezTo>
                  <a:lnTo>
                    <a:pt x="102239" y="47880"/>
                  </a:lnTo>
                  <a:close/>
                </a:path>
              </a:pathLst>
            </a:custGeom>
            <a:solidFill>
              <a:srgbClr val="00ABAB"/>
            </a:solidFill>
            <a:ln w="6390" cap="flat">
              <a:noFill/>
              <a:prstDash val="solid"/>
              <a:miter/>
            </a:ln>
          </p:spPr>
          <p:txBody>
            <a:bodyPr rtlCol="0" anchor="ctr"/>
            <a:lstStyle/>
            <a:p>
              <a:endParaRPr lang="en-US"/>
            </a:p>
          </p:txBody>
        </p:sp>
        <p:sp>
          <p:nvSpPr>
            <p:cNvPr id="292" name="Graphic 4">
              <a:extLst>
                <a:ext uri="{FF2B5EF4-FFF2-40B4-BE49-F238E27FC236}">
                  <a16:creationId xmlns:a16="http://schemas.microsoft.com/office/drawing/2014/main" id="{1A5114C9-A90C-A749-9670-D467F7911AC6}"/>
                </a:ext>
              </a:extLst>
            </p:cNvPr>
            <p:cNvSpPr/>
            <p:nvPr/>
          </p:nvSpPr>
          <p:spPr>
            <a:xfrm>
              <a:off x="4045469" y="33396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94576 w 362309"/>
                <a:gd name="connsiteY6" fmla="*/ 258551 h 361971"/>
                <a:gd name="connsiteX7" fmla="*/ 288825 w 362309"/>
                <a:gd name="connsiteY7" fmla="*/ 261743 h 361971"/>
                <a:gd name="connsiteX8" fmla="*/ 74124 w 362309"/>
                <a:gd name="connsiteY8" fmla="*/ 261743 h 361971"/>
                <a:gd name="connsiteX9" fmla="*/ 67734 w 362309"/>
                <a:gd name="connsiteY9" fmla="*/ 255359 h 361971"/>
                <a:gd name="connsiteX10" fmla="*/ 69012 w 362309"/>
                <a:gd name="connsiteY10" fmla="*/ 252167 h 361971"/>
                <a:gd name="connsiteX11" fmla="*/ 177001 w 362309"/>
                <a:gd name="connsiteY11" fmla="*/ 78523 h 361971"/>
                <a:gd name="connsiteX12" fmla="*/ 182113 w 362309"/>
                <a:gd name="connsiteY12" fmla="*/ 75331 h 361971"/>
                <a:gd name="connsiteX13" fmla="*/ 182113 w 362309"/>
                <a:gd name="connsiteY13" fmla="*/ 75331 h 361971"/>
                <a:gd name="connsiteX14" fmla="*/ 187225 w 362309"/>
                <a:gd name="connsiteY14" fmla="*/ 78523 h 361971"/>
                <a:gd name="connsiteX15" fmla="*/ 294576 w 362309"/>
                <a:gd name="connsiteY15" fmla="*/ 252167 h 361971"/>
                <a:gd name="connsiteX16" fmla="*/ 294576 w 362309"/>
                <a:gd name="connsiteY16" fmla="*/ 25855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310" y="81077"/>
                    <a:pt x="281796" y="0"/>
                    <a:pt x="181474" y="0"/>
                  </a:cubicBezTo>
                  <a:close/>
                  <a:moveTo>
                    <a:pt x="294576" y="258551"/>
                  </a:moveTo>
                  <a:cubicBezTo>
                    <a:pt x="293298" y="260466"/>
                    <a:pt x="291381" y="261743"/>
                    <a:pt x="288825" y="261743"/>
                  </a:cubicBezTo>
                  <a:lnTo>
                    <a:pt x="74124" y="261743"/>
                  </a:lnTo>
                  <a:cubicBezTo>
                    <a:pt x="70289" y="261743"/>
                    <a:pt x="67734" y="259190"/>
                    <a:pt x="67734" y="255359"/>
                  </a:cubicBezTo>
                  <a:cubicBezTo>
                    <a:pt x="67734" y="254082"/>
                    <a:pt x="68372" y="252806"/>
                    <a:pt x="69012" y="252167"/>
                  </a:cubicBezTo>
                  <a:lnTo>
                    <a:pt x="177001" y="78523"/>
                  </a:lnTo>
                  <a:cubicBezTo>
                    <a:pt x="178279" y="76608"/>
                    <a:pt x="180196" y="75331"/>
                    <a:pt x="182113" y="75331"/>
                  </a:cubicBezTo>
                  <a:lnTo>
                    <a:pt x="182113" y="75331"/>
                  </a:lnTo>
                  <a:cubicBezTo>
                    <a:pt x="184031" y="75331"/>
                    <a:pt x="186586" y="76608"/>
                    <a:pt x="187225" y="78523"/>
                  </a:cubicBezTo>
                  <a:lnTo>
                    <a:pt x="294576" y="252167"/>
                  </a:lnTo>
                  <a:cubicBezTo>
                    <a:pt x="295854" y="254082"/>
                    <a:pt x="295854" y="256636"/>
                    <a:pt x="294576" y="258551"/>
                  </a:cubicBezTo>
                  <a:close/>
                </a:path>
              </a:pathLst>
            </a:custGeom>
            <a:solidFill>
              <a:srgbClr val="00ABAB"/>
            </a:solidFill>
            <a:ln w="6390" cap="flat">
              <a:noFill/>
              <a:prstDash val="solid"/>
              <a:miter/>
            </a:ln>
          </p:spPr>
          <p:txBody>
            <a:bodyPr rtlCol="0" anchor="ctr"/>
            <a:lstStyle/>
            <a:p>
              <a:endParaRPr lang="en-US"/>
            </a:p>
          </p:txBody>
        </p:sp>
      </p:grpSp>
      <p:grpSp>
        <p:nvGrpSpPr>
          <p:cNvPr id="293" name="Graphic 4">
            <a:extLst>
              <a:ext uri="{FF2B5EF4-FFF2-40B4-BE49-F238E27FC236}">
                <a16:creationId xmlns:a16="http://schemas.microsoft.com/office/drawing/2014/main" id="{79DF240A-7D1A-4348-BFBA-59F78A91B458}"/>
              </a:ext>
            </a:extLst>
          </p:cNvPr>
          <p:cNvGrpSpPr/>
          <p:nvPr/>
        </p:nvGrpSpPr>
        <p:grpSpPr>
          <a:xfrm>
            <a:off x="3607758" y="1893013"/>
            <a:ext cx="362309" cy="361971"/>
            <a:chOff x="3607758" y="1893013"/>
            <a:chExt cx="362309" cy="361971"/>
          </a:xfrm>
          <a:solidFill>
            <a:srgbClr val="00ABAB"/>
          </a:solidFill>
        </p:grpSpPr>
        <p:sp>
          <p:nvSpPr>
            <p:cNvPr id="294" name="Graphic 4">
              <a:extLst>
                <a:ext uri="{FF2B5EF4-FFF2-40B4-BE49-F238E27FC236}">
                  <a16:creationId xmlns:a16="http://schemas.microsoft.com/office/drawing/2014/main" id="{E5B52CBA-7271-DF46-99E2-51741D795FD6}"/>
                </a:ext>
              </a:extLst>
            </p:cNvPr>
            <p:cNvSpPr/>
            <p:nvPr/>
          </p:nvSpPr>
          <p:spPr>
            <a:xfrm>
              <a:off x="3607758" y="189301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9204 h 361971"/>
                <a:gd name="connsiteX8" fmla="*/ 12780 w 362309"/>
                <a:gd name="connsiteY8" fmla="*/ 181305 h 361971"/>
                <a:gd name="connsiteX9" fmla="*/ 180836 w 362309"/>
                <a:gd name="connsiteY9" fmla="*/ 12768 h 361971"/>
                <a:gd name="connsiteX10" fmla="*/ 349530 w 362309"/>
                <a:gd name="connsiteY10" fmla="*/ 180667 h 361971"/>
                <a:gd name="connsiteX11" fmla="*/ 349530 w 362309"/>
                <a:gd name="connsiteY11" fmla="*/ 180667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ubicBezTo>
                    <a:pt x="181474" y="0"/>
                    <a:pt x="181474" y="0"/>
                    <a:pt x="181474" y="0"/>
                  </a:cubicBezTo>
                  <a:close/>
                  <a:moveTo>
                    <a:pt x="181474" y="349204"/>
                  </a:moveTo>
                  <a:cubicBezTo>
                    <a:pt x="88181" y="349204"/>
                    <a:pt x="12780" y="273873"/>
                    <a:pt x="12780" y="181305"/>
                  </a:cubicBezTo>
                  <a:cubicBezTo>
                    <a:pt x="12780" y="88737"/>
                    <a:pt x="88181" y="12768"/>
                    <a:pt x="180836" y="12768"/>
                  </a:cubicBezTo>
                  <a:cubicBezTo>
                    <a:pt x="274128" y="12768"/>
                    <a:pt x="349530" y="88099"/>
                    <a:pt x="349530" y="180667"/>
                  </a:cubicBezTo>
                  <a:cubicBezTo>
                    <a:pt x="349530" y="180667"/>
                    <a:pt x="349530" y="180667"/>
                    <a:pt x="349530" y="180667"/>
                  </a:cubicBezTo>
                  <a:cubicBezTo>
                    <a:pt x="349530" y="273873"/>
                    <a:pt x="274128"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295" name="Graphic 4">
              <a:extLst>
                <a:ext uri="{FF2B5EF4-FFF2-40B4-BE49-F238E27FC236}">
                  <a16:creationId xmlns:a16="http://schemas.microsoft.com/office/drawing/2014/main" id="{906866B5-232E-874D-B655-DD4EEB402C03}"/>
                </a:ext>
              </a:extLst>
            </p:cNvPr>
            <p:cNvSpPr/>
            <p:nvPr/>
          </p:nvSpPr>
          <p:spPr>
            <a:xfrm>
              <a:off x="3766867" y="2096662"/>
              <a:ext cx="44729" cy="44687"/>
            </a:xfrm>
            <a:custGeom>
              <a:avLst/>
              <a:gdLst>
                <a:gd name="connsiteX0" fmla="*/ 22365 w 44729"/>
                <a:gd name="connsiteY0" fmla="*/ 0 h 44687"/>
                <a:gd name="connsiteX1" fmla="*/ 0 w 44729"/>
                <a:gd name="connsiteY1" fmla="*/ 22344 h 44687"/>
                <a:gd name="connsiteX2" fmla="*/ 22365 w 44729"/>
                <a:gd name="connsiteY2" fmla="*/ 44688 h 44687"/>
                <a:gd name="connsiteX3" fmla="*/ 44730 w 44729"/>
                <a:gd name="connsiteY3" fmla="*/ 22344 h 44687"/>
                <a:gd name="connsiteX4" fmla="*/ 44730 w 44729"/>
                <a:gd name="connsiteY4" fmla="*/ 22344 h 44687"/>
                <a:gd name="connsiteX5" fmla="*/ 22365 w 44729"/>
                <a:gd name="connsiteY5" fmla="*/ 0 h 44687"/>
                <a:gd name="connsiteX6" fmla="*/ 22365 w 44729"/>
                <a:gd name="connsiteY6" fmla="*/ 31920 h 44687"/>
                <a:gd name="connsiteX7" fmla="*/ 12780 w 44729"/>
                <a:gd name="connsiteY7" fmla="*/ 22344 h 44687"/>
                <a:gd name="connsiteX8" fmla="*/ 22365 w 44729"/>
                <a:gd name="connsiteY8" fmla="*/ 12768 h 44687"/>
                <a:gd name="connsiteX9" fmla="*/ 31950 w 44729"/>
                <a:gd name="connsiteY9" fmla="*/ 22344 h 44687"/>
                <a:gd name="connsiteX10" fmla="*/ 31950 w 44729"/>
                <a:gd name="connsiteY10" fmla="*/ 22344 h 44687"/>
                <a:gd name="connsiteX11" fmla="*/ 22365 w 44729"/>
                <a:gd name="connsiteY11" fmla="*/ 31920 h 44687"/>
                <a:gd name="connsiteX12" fmla="*/ 22365 w 44729"/>
                <a:gd name="connsiteY12" fmla="*/ 31920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729" h="44687">
                  <a:moveTo>
                    <a:pt x="22365" y="0"/>
                  </a:moveTo>
                  <a:cubicBezTo>
                    <a:pt x="10224" y="0"/>
                    <a:pt x="0" y="10214"/>
                    <a:pt x="0" y="22344"/>
                  </a:cubicBezTo>
                  <a:cubicBezTo>
                    <a:pt x="0" y="34474"/>
                    <a:pt x="10224" y="44688"/>
                    <a:pt x="22365" y="44688"/>
                  </a:cubicBezTo>
                  <a:cubicBezTo>
                    <a:pt x="34506" y="44688"/>
                    <a:pt x="44730" y="34474"/>
                    <a:pt x="44730" y="22344"/>
                  </a:cubicBezTo>
                  <a:cubicBezTo>
                    <a:pt x="44730" y="22344"/>
                    <a:pt x="44730" y="22344"/>
                    <a:pt x="44730" y="22344"/>
                  </a:cubicBezTo>
                  <a:cubicBezTo>
                    <a:pt x="44730" y="10214"/>
                    <a:pt x="34506" y="0"/>
                    <a:pt x="22365" y="0"/>
                  </a:cubicBezTo>
                  <a:close/>
                  <a:moveTo>
                    <a:pt x="22365" y="31920"/>
                  </a:moveTo>
                  <a:cubicBezTo>
                    <a:pt x="17253" y="31920"/>
                    <a:pt x="12780" y="27451"/>
                    <a:pt x="12780" y="22344"/>
                  </a:cubicBezTo>
                  <a:cubicBezTo>
                    <a:pt x="12780" y="17237"/>
                    <a:pt x="17253" y="12768"/>
                    <a:pt x="22365" y="12768"/>
                  </a:cubicBezTo>
                  <a:cubicBezTo>
                    <a:pt x="27477" y="12768"/>
                    <a:pt x="31950" y="17237"/>
                    <a:pt x="31950" y="22344"/>
                  </a:cubicBezTo>
                  <a:cubicBezTo>
                    <a:pt x="31950" y="22344"/>
                    <a:pt x="31950" y="22344"/>
                    <a:pt x="31950" y="22344"/>
                  </a:cubicBezTo>
                  <a:cubicBezTo>
                    <a:pt x="31950" y="27451"/>
                    <a:pt x="27477" y="31920"/>
                    <a:pt x="22365" y="31920"/>
                  </a:cubicBezTo>
                  <a:lnTo>
                    <a:pt x="22365" y="31920"/>
                  </a:lnTo>
                  <a:close/>
                </a:path>
              </a:pathLst>
            </a:custGeom>
            <a:solidFill>
              <a:srgbClr val="00ABAB"/>
            </a:solidFill>
            <a:ln w="6390" cap="flat">
              <a:noFill/>
              <a:prstDash val="solid"/>
              <a:miter/>
            </a:ln>
          </p:spPr>
          <p:txBody>
            <a:bodyPr rtlCol="0" anchor="ctr"/>
            <a:lstStyle/>
            <a:p>
              <a:endParaRPr lang="en-US"/>
            </a:p>
          </p:txBody>
        </p:sp>
        <p:sp>
          <p:nvSpPr>
            <p:cNvPr id="296" name="Graphic 4">
              <a:extLst>
                <a:ext uri="{FF2B5EF4-FFF2-40B4-BE49-F238E27FC236}">
                  <a16:creationId xmlns:a16="http://schemas.microsoft.com/office/drawing/2014/main" id="{8E5754BE-716B-D841-B23B-70CA7057E457}"/>
                </a:ext>
              </a:extLst>
            </p:cNvPr>
            <p:cNvSpPr/>
            <p:nvPr/>
          </p:nvSpPr>
          <p:spPr>
            <a:xfrm>
              <a:off x="3766770" y="1996425"/>
              <a:ext cx="44925" cy="91937"/>
            </a:xfrm>
            <a:custGeom>
              <a:avLst/>
              <a:gdLst>
                <a:gd name="connsiteX0" fmla="*/ 22463 w 44925"/>
                <a:gd name="connsiteY0" fmla="*/ 91938 h 91937"/>
                <a:gd name="connsiteX1" fmla="*/ 39076 w 44925"/>
                <a:gd name="connsiteY1" fmla="*/ 79170 h 91937"/>
                <a:gd name="connsiteX2" fmla="*/ 44827 w 44925"/>
                <a:gd name="connsiteY2" fmla="*/ 22991 h 91937"/>
                <a:gd name="connsiteX3" fmla="*/ 39076 w 44925"/>
                <a:gd name="connsiteY3" fmla="*/ 7031 h 91937"/>
                <a:gd name="connsiteX4" fmla="*/ 6488 w 44925"/>
                <a:gd name="connsiteY4" fmla="*/ 6393 h 91937"/>
                <a:gd name="connsiteX5" fmla="*/ 5849 w 44925"/>
                <a:gd name="connsiteY5" fmla="*/ 7031 h 91937"/>
                <a:gd name="connsiteX6" fmla="*/ 98 w 44925"/>
                <a:gd name="connsiteY6" fmla="*/ 22991 h 91937"/>
                <a:gd name="connsiteX7" fmla="*/ 5849 w 44925"/>
                <a:gd name="connsiteY7" fmla="*/ 79170 h 91937"/>
                <a:gd name="connsiteX8" fmla="*/ 22463 w 44925"/>
                <a:gd name="connsiteY8" fmla="*/ 91938 h 91937"/>
                <a:gd name="connsiteX9" fmla="*/ 15434 w 44925"/>
                <a:gd name="connsiteY9" fmla="*/ 15330 h 91937"/>
                <a:gd name="connsiteX10" fmla="*/ 22463 w 44925"/>
                <a:gd name="connsiteY10" fmla="*/ 12138 h 91937"/>
                <a:gd name="connsiteX11" fmla="*/ 29491 w 44925"/>
                <a:gd name="connsiteY11" fmla="*/ 15330 h 91937"/>
                <a:gd name="connsiteX12" fmla="*/ 31409 w 44925"/>
                <a:gd name="connsiteY12" fmla="*/ 21714 h 91937"/>
                <a:gd name="connsiteX13" fmla="*/ 26296 w 44925"/>
                <a:gd name="connsiteY13" fmla="*/ 75339 h 91937"/>
                <a:gd name="connsiteX14" fmla="*/ 21824 w 44925"/>
                <a:gd name="connsiteY14" fmla="*/ 78531 h 91937"/>
                <a:gd name="connsiteX15" fmla="*/ 17351 w 44925"/>
                <a:gd name="connsiteY15" fmla="*/ 75339 h 91937"/>
                <a:gd name="connsiteX16" fmla="*/ 12239 w 44925"/>
                <a:gd name="connsiteY16" fmla="*/ 21714 h 91937"/>
                <a:gd name="connsiteX17" fmla="*/ 15434 w 44925"/>
                <a:gd name="connsiteY17" fmla="*/ 15330 h 91937"/>
                <a:gd name="connsiteX18" fmla="*/ 15434 w 44925"/>
                <a:gd name="connsiteY18" fmla="*/ 15330 h 91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925" h="91937">
                  <a:moveTo>
                    <a:pt x="22463" y="91938"/>
                  </a:moveTo>
                  <a:cubicBezTo>
                    <a:pt x="30131" y="91938"/>
                    <a:pt x="37159" y="86831"/>
                    <a:pt x="39076" y="79170"/>
                  </a:cubicBezTo>
                  <a:cubicBezTo>
                    <a:pt x="40994" y="73424"/>
                    <a:pt x="43549" y="37036"/>
                    <a:pt x="44827" y="22991"/>
                  </a:cubicBezTo>
                  <a:cubicBezTo>
                    <a:pt x="45466" y="17245"/>
                    <a:pt x="42910" y="10861"/>
                    <a:pt x="39076" y="7031"/>
                  </a:cubicBezTo>
                  <a:cubicBezTo>
                    <a:pt x="30131" y="-1907"/>
                    <a:pt x="16073" y="-2545"/>
                    <a:pt x="6488" y="6393"/>
                  </a:cubicBezTo>
                  <a:cubicBezTo>
                    <a:pt x="6488" y="6393"/>
                    <a:pt x="5849" y="7031"/>
                    <a:pt x="5849" y="7031"/>
                  </a:cubicBezTo>
                  <a:cubicBezTo>
                    <a:pt x="2015" y="11500"/>
                    <a:pt x="-541" y="17245"/>
                    <a:pt x="98" y="22991"/>
                  </a:cubicBezTo>
                  <a:cubicBezTo>
                    <a:pt x="737" y="37036"/>
                    <a:pt x="3932" y="73424"/>
                    <a:pt x="5849" y="79170"/>
                  </a:cubicBezTo>
                  <a:cubicBezTo>
                    <a:pt x="7766" y="86831"/>
                    <a:pt x="14795" y="91938"/>
                    <a:pt x="22463" y="91938"/>
                  </a:cubicBezTo>
                  <a:close/>
                  <a:moveTo>
                    <a:pt x="15434" y="15330"/>
                  </a:moveTo>
                  <a:cubicBezTo>
                    <a:pt x="17351" y="13415"/>
                    <a:pt x="19906" y="12138"/>
                    <a:pt x="22463" y="12138"/>
                  </a:cubicBezTo>
                  <a:cubicBezTo>
                    <a:pt x="25019" y="12138"/>
                    <a:pt x="27574" y="13415"/>
                    <a:pt x="29491" y="15330"/>
                  </a:cubicBezTo>
                  <a:cubicBezTo>
                    <a:pt x="31409" y="17245"/>
                    <a:pt x="32048" y="19161"/>
                    <a:pt x="31409" y="21714"/>
                  </a:cubicBezTo>
                  <a:cubicBezTo>
                    <a:pt x="30131" y="42143"/>
                    <a:pt x="27574" y="71509"/>
                    <a:pt x="26296" y="75339"/>
                  </a:cubicBezTo>
                  <a:cubicBezTo>
                    <a:pt x="25658" y="77255"/>
                    <a:pt x="23741" y="79170"/>
                    <a:pt x="21824" y="78531"/>
                  </a:cubicBezTo>
                  <a:cubicBezTo>
                    <a:pt x="19906" y="78531"/>
                    <a:pt x="17990" y="77255"/>
                    <a:pt x="17351" y="75339"/>
                  </a:cubicBezTo>
                  <a:cubicBezTo>
                    <a:pt x="16073" y="71509"/>
                    <a:pt x="13517" y="42143"/>
                    <a:pt x="12239" y="21714"/>
                  </a:cubicBezTo>
                  <a:cubicBezTo>
                    <a:pt x="12878" y="19161"/>
                    <a:pt x="13517" y="17245"/>
                    <a:pt x="15434" y="15330"/>
                  </a:cubicBezTo>
                  <a:lnTo>
                    <a:pt x="15434" y="15330"/>
                  </a:lnTo>
                  <a:close/>
                </a:path>
              </a:pathLst>
            </a:custGeom>
            <a:solidFill>
              <a:srgbClr val="00ABAB"/>
            </a:solidFill>
            <a:ln w="6390" cap="flat">
              <a:noFill/>
              <a:prstDash val="solid"/>
              <a:miter/>
            </a:ln>
          </p:spPr>
          <p:txBody>
            <a:bodyPr rtlCol="0" anchor="ctr"/>
            <a:lstStyle/>
            <a:p>
              <a:endParaRPr lang="en-US"/>
            </a:p>
          </p:txBody>
        </p:sp>
        <p:sp>
          <p:nvSpPr>
            <p:cNvPr id="297" name="Graphic 4">
              <a:extLst>
                <a:ext uri="{FF2B5EF4-FFF2-40B4-BE49-F238E27FC236}">
                  <a16:creationId xmlns:a16="http://schemas.microsoft.com/office/drawing/2014/main" id="{553BA357-56EE-7648-B053-4FE4D7552A1E}"/>
                </a:ext>
              </a:extLst>
            </p:cNvPr>
            <p:cNvSpPr/>
            <p:nvPr/>
          </p:nvSpPr>
          <p:spPr>
            <a:xfrm>
              <a:off x="3681620" y="1964514"/>
              <a:ext cx="214003" cy="219608"/>
            </a:xfrm>
            <a:custGeom>
              <a:avLst/>
              <a:gdLst>
                <a:gd name="connsiteX0" fmla="*/ 107613 w 214003"/>
                <a:gd name="connsiteY0" fmla="*/ 0 h 219608"/>
                <a:gd name="connsiteX1" fmla="*/ 262 w 214003"/>
                <a:gd name="connsiteY1" fmla="*/ 107251 h 219608"/>
                <a:gd name="connsiteX2" fmla="*/ 19432 w 214003"/>
                <a:gd name="connsiteY2" fmla="*/ 167899 h 219608"/>
                <a:gd name="connsiteX3" fmla="*/ 901 w 214003"/>
                <a:gd name="connsiteY3" fmla="*/ 210033 h 219608"/>
                <a:gd name="connsiteX4" fmla="*/ 3457 w 214003"/>
                <a:gd name="connsiteY4" fmla="*/ 218971 h 219608"/>
                <a:gd name="connsiteX5" fmla="*/ 6652 w 214003"/>
                <a:gd name="connsiteY5" fmla="*/ 219609 h 219608"/>
                <a:gd name="connsiteX6" fmla="*/ 66717 w 214003"/>
                <a:gd name="connsiteY6" fmla="*/ 206203 h 219608"/>
                <a:gd name="connsiteX7" fmla="*/ 206018 w 214003"/>
                <a:gd name="connsiteY7" fmla="*/ 147470 h 219608"/>
                <a:gd name="connsiteX8" fmla="*/ 147230 w 214003"/>
                <a:gd name="connsiteY8" fmla="*/ 8299 h 219608"/>
                <a:gd name="connsiteX9" fmla="*/ 107613 w 214003"/>
                <a:gd name="connsiteY9" fmla="*/ 0 h 219608"/>
                <a:gd name="connsiteX10" fmla="*/ 107613 w 214003"/>
                <a:gd name="connsiteY10" fmla="*/ 201095 h 219608"/>
                <a:gd name="connsiteX11" fmla="*/ 69273 w 214003"/>
                <a:gd name="connsiteY11" fmla="*/ 192796 h 219608"/>
                <a:gd name="connsiteX12" fmla="*/ 63522 w 214003"/>
                <a:gd name="connsiteY12" fmla="*/ 192796 h 219608"/>
                <a:gd name="connsiteX13" fmla="*/ 17515 w 214003"/>
                <a:gd name="connsiteY13" fmla="*/ 205564 h 219608"/>
                <a:gd name="connsiteX14" fmla="*/ 32850 w 214003"/>
                <a:gd name="connsiteY14" fmla="*/ 168537 h 219608"/>
                <a:gd name="connsiteX15" fmla="*/ 31572 w 214003"/>
                <a:gd name="connsiteY15" fmla="*/ 162792 h 219608"/>
                <a:gd name="connsiteX16" fmla="*/ 51381 w 214003"/>
                <a:gd name="connsiteY16" fmla="*/ 31281 h 219608"/>
                <a:gd name="connsiteX17" fmla="*/ 183014 w 214003"/>
                <a:gd name="connsiteY17" fmla="*/ 51072 h 219608"/>
                <a:gd name="connsiteX18" fmla="*/ 163205 w 214003"/>
                <a:gd name="connsiteY18" fmla="*/ 182582 h 219608"/>
                <a:gd name="connsiteX19" fmla="*/ 107613 w 214003"/>
                <a:gd name="connsiteY19" fmla="*/ 201095 h 219608"/>
                <a:gd name="connsiteX20" fmla="*/ 107613 w 214003"/>
                <a:gd name="connsiteY20" fmla="*/ 201095 h 21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4003" h="219608">
                  <a:moveTo>
                    <a:pt x="107613" y="0"/>
                  </a:moveTo>
                  <a:cubicBezTo>
                    <a:pt x="48825" y="0"/>
                    <a:pt x="901" y="47880"/>
                    <a:pt x="262" y="107251"/>
                  </a:cubicBezTo>
                  <a:cubicBezTo>
                    <a:pt x="262" y="128956"/>
                    <a:pt x="6652" y="150024"/>
                    <a:pt x="19432" y="167899"/>
                  </a:cubicBezTo>
                  <a:cubicBezTo>
                    <a:pt x="14320" y="182582"/>
                    <a:pt x="8569" y="196627"/>
                    <a:pt x="901" y="210033"/>
                  </a:cubicBezTo>
                  <a:cubicBezTo>
                    <a:pt x="-1016" y="213225"/>
                    <a:pt x="262" y="217055"/>
                    <a:pt x="3457" y="218971"/>
                  </a:cubicBezTo>
                  <a:cubicBezTo>
                    <a:pt x="4096" y="219609"/>
                    <a:pt x="5374" y="219609"/>
                    <a:pt x="6652" y="219609"/>
                  </a:cubicBezTo>
                  <a:cubicBezTo>
                    <a:pt x="7930" y="219609"/>
                    <a:pt x="41796" y="219609"/>
                    <a:pt x="66717" y="206203"/>
                  </a:cubicBezTo>
                  <a:cubicBezTo>
                    <a:pt x="121671" y="228546"/>
                    <a:pt x="183653" y="202372"/>
                    <a:pt x="206018" y="147470"/>
                  </a:cubicBezTo>
                  <a:cubicBezTo>
                    <a:pt x="228383" y="92568"/>
                    <a:pt x="202184" y="30643"/>
                    <a:pt x="147230" y="8299"/>
                  </a:cubicBezTo>
                  <a:cubicBezTo>
                    <a:pt x="135089" y="2554"/>
                    <a:pt x="121671" y="0"/>
                    <a:pt x="107613" y="0"/>
                  </a:cubicBezTo>
                  <a:close/>
                  <a:moveTo>
                    <a:pt x="107613" y="201095"/>
                  </a:moveTo>
                  <a:cubicBezTo>
                    <a:pt x="94194" y="201095"/>
                    <a:pt x="81414" y="198542"/>
                    <a:pt x="69273" y="192796"/>
                  </a:cubicBezTo>
                  <a:cubicBezTo>
                    <a:pt x="67356" y="192158"/>
                    <a:pt x="65439" y="192158"/>
                    <a:pt x="63522" y="192796"/>
                  </a:cubicBezTo>
                  <a:cubicBezTo>
                    <a:pt x="49464" y="199819"/>
                    <a:pt x="33490" y="204287"/>
                    <a:pt x="17515" y="205564"/>
                  </a:cubicBezTo>
                  <a:cubicBezTo>
                    <a:pt x="23265" y="193435"/>
                    <a:pt x="28377" y="181305"/>
                    <a:pt x="32850" y="168537"/>
                  </a:cubicBezTo>
                  <a:cubicBezTo>
                    <a:pt x="33490" y="166622"/>
                    <a:pt x="32850" y="164707"/>
                    <a:pt x="31572" y="162792"/>
                  </a:cubicBezTo>
                  <a:cubicBezTo>
                    <a:pt x="901" y="120657"/>
                    <a:pt x="9847" y="61925"/>
                    <a:pt x="51381" y="31281"/>
                  </a:cubicBezTo>
                  <a:cubicBezTo>
                    <a:pt x="93555" y="638"/>
                    <a:pt x="152342" y="9576"/>
                    <a:pt x="183014" y="51072"/>
                  </a:cubicBezTo>
                  <a:cubicBezTo>
                    <a:pt x="213685" y="93206"/>
                    <a:pt x="204740" y="151939"/>
                    <a:pt x="163205" y="182582"/>
                  </a:cubicBezTo>
                  <a:cubicBezTo>
                    <a:pt x="147230" y="194711"/>
                    <a:pt x="127421" y="201095"/>
                    <a:pt x="107613" y="201095"/>
                  </a:cubicBezTo>
                  <a:lnTo>
                    <a:pt x="107613" y="201095"/>
                  </a:lnTo>
                  <a:close/>
                </a:path>
              </a:pathLst>
            </a:custGeom>
            <a:solidFill>
              <a:srgbClr val="00ABAB"/>
            </a:solidFill>
            <a:ln w="6390" cap="flat">
              <a:noFill/>
              <a:prstDash val="solid"/>
              <a:miter/>
            </a:ln>
          </p:spPr>
          <p:txBody>
            <a:bodyPr rtlCol="0" anchor="ctr"/>
            <a:lstStyle/>
            <a:p>
              <a:endParaRPr lang="en-US"/>
            </a:p>
          </p:txBody>
        </p:sp>
      </p:grpSp>
      <p:grpSp>
        <p:nvGrpSpPr>
          <p:cNvPr id="298" name="Graphic 4">
            <a:extLst>
              <a:ext uri="{FF2B5EF4-FFF2-40B4-BE49-F238E27FC236}">
                <a16:creationId xmlns:a16="http://schemas.microsoft.com/office/drawing/2014/main" id="{BA01FADA-6D27-3242-BD4E-2D82AC82A4E2}"/>
              </a:ext>
            </a:extLst>
          </p:cNvPr>
          <p:cNvGrpSpPr/>
          <p:nvPr/>
        </p:nvGrpSpPr>
        <p:grpSpPr>
          <a:xfrm>
            <a:off x="3607758" y="918179"/>
            <a:ext cx="362313" cy="361971"/>
            <a:chOff x="3607758" y="918179"/>
            <a:chExt cx="362313" cy="361971"/>
          </a:xfrm>
          <a:solidFill>
            <a:srgbClr val="00ABAB"/>
          </a:solidFill>
        </p:grpSpPr>
        <p:sp>
          <p:nvSpPr>
            <p:cNvPr id="299" name="Graphic 4">
              <a:extLst>
                <a:ext uri="{FF2B5EF4-FFF2-40B4-BE49-F238E27FC236}">
                  <a16:creationId xmlns:a16="http://schemas.microsoft.com/office/drawing/2014/main" id="{15D5A5B9-B200-1C49-8B9E-52366988BF7D}"/>
                </a:ext>
              </a:extLst>
            </p:cNvPr>
            <p:cNvSpPr/>
            <p:nvPr/>
          </p:nvSpPr>
          <p:spPr>
            <a:xfrm>
              <a:off x="3607758" y="918179"/>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6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949" y="81077"/>
                    <a:pt x="281796" y="0"/>
                    <a:pt x="181474" y="0"/>
                  </a:cubicBezTo>
                  <a:cubicBezTo>
                    <a:pt x="181474" y="0"/>
                    <a:pt x="181474" y="0"/>
                    <a:pt x="181474" y="0"/>
                  </a:cubicBezTo>
                  <a:close/>
                  <a:moveTo>
                    <a:pt x="181474" y="349204"/>
                  </a:moveTo>
                  <a:cubicBezTo>
                    <a:pt x="88181" y="349204"/>
                    <a:pt x="12780" y="273873"/>
                    <a:pt x="12780" y="181305"/>
                  </a:cubicBezTo>
                  <a:cubicBezTo>
                    <a:pt x="12780" y="88737"/>
                    <a:pt x="88181" y="12768"/>
                    <a:pt x="180836" y="12768"/>
                  </a:cubicBezTo>
                  <a:cubicBezTo>
                    <a:pt x="274128" y="12768"/>
                    <a:pt x="349530" y="88099"/>
                    <a:pt x="349530" y="180667"/>
                  </a:cubicBezTo>
                  <a:lnTo>
                    <a:pt x="349530" y="180667"/>
                  </a:lnTo>
                  <a:cubicBezTo>
                    <a:pt x="349530" y="273873"/>
                    <a:pt x="274128"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300" name="Graphic 4">
              <a:extLst>
                <a:ext uri="{FF2B5EF4-FFF2-40B4-BE49-F238E27FC236}">
                  <a16:creationId xmlns:a16="http://schemas.microsoft.com/office/drawing/2014/main" id="{BE6EBD34-B5D8-3F42-B2AC-0BED3EB622C7}"/>
                </a:ext>
              </a:extLst>
            </p:cNvPr>
            <p:cNvSpPr/>
            <p:nvPr/>
          </p:nvSpPr>
          <p:spPr>
            <a:xfrm>
              <a:off x="3680603" y="1045220"/>
              <a:ext cx="136744" cy="158961"/>
            </a:xfrm>
            <a:custGeom>
              <a:avLst/>
              <a:gdLst>
                <a:gd name="connsiteX0" fmla="*/ 118853 w 136744"/>
                <a:gd name="connsiteY0" fmla="*/ 82992 h 158961"/>
                <a:gd name="connsiteX1" fmla="*/ 118853 w 136744"/>
                <a:gd name="connsiteY1" fmla="*/ 63840 h 158961"/>
                <a:gd name="connsiteX2" fmla="*/ 75401 w 136744"/>
                <a:gd name="connsiteY2" fmla="*/ 14683 h 158961"/>
                <a:gd name="connsiteX3" fmla="*/ 75401 w 136744"/>
                <a:gd name="connsiteY3" fmla="*/ 6384 h 158961"/>
                <a:gd name="connsiteX4" fmla="*/ 69011 w 136744"/>
                <a:gd name="connsiteY4" fmla="*/ 0 h 158961"/>
                <a:gd name="connsiteX5" fmla="*/ 62621 w 136744"/>
                <a:gd name="connsiteY5" fmla="*/ 6384 h 158961"/>
                <a:gd name="connsiteX6" fmla="*/ 62621 w 136744"/>
                <a:gd name="connsiteY6" fmla="*/ 14683 h 158961"/>
                <a:gd name="connsiteX7" fmla="*/ 19170 w 136744"/>
                <a:gd name="connsiteY7" fmla="*/ 63840 h 158961"/>
                <a:gd name="connsiteX8" fmla="*/ 19170 w 136744"/>
                <a:gd name="connsiteY8" fmla="*/ 82992 h 158961"/>
                <a:gd name="connsiteX9" fmla="*/ 1917 w 136744"/>
                <a:gd name="connsiteY9" fmla="*/ 121296 h 158961"/>
                <a:gd name="connsiteX10" fmla="*/ 0 w 136744"/>
                <a:gd name="connsiteY10" fmla="*/ 125764 h 158961"/>
                <a:gd name="connsiteX11" fmla="*/ 0 w 136744"/>
                <a:gd name="connsiteY11" fmla="*/ 135340 h 158961"/>
                <a:gd name="connsiteX12" fmla="*/ 6390 w 136744"/>
                <a:gd name="connsiteY12" fmla="*/ 141724 h 158961"/>
                <a:gd name="connsiteX13" fmla="*/ 47925 w 136744"/>
                <a:gd name="connsiteY13" fmla="*/ 141724 h 158961"/>
                <a:gd name="connsiteX14" fmla="*/ 47925 w 136744"/>
                <a:gd name="connsiteY14" fmla="*/ 143001 h 158961"/>
                <a:gd name="connsiteX15" fmla="*/ 68372 w 136744"/>
                <a:gd name="connsiteY15" fmla="*/ 158961 h 158961"/>
                <a:gd name="connsiteX16" fmla="*/ 88820 w 136744"/>
                <a:gd name="connsiteY16" fmla="*/ 143001 h 158961"/>
                <a:gd name="connsiteX17" fmla="*/ 88820 w 136744"/>
                <a:gd name="connsiteY17" fmla="*/ 141724 h 158961"/>
                <a:gd name="connsiteX18" fmla="*/ 130355 w 136744"/>
                <a:gd name="connsiteY18" fmla="*/ 141724 h 158961"/>
                <a:gd name="connsiteX19" fmla="*/ 136745 w 136744"/>
                <a:gd name="connsiteY19" fmla="*/ 135340 h 158961"/>
                <a:gd name="connsiteX20" fmla="*/ 136745 w 136744"/>
                <a:gd name="connsiteY20" fmla="*/ 125764 h 158961"/>
                <a:gd name="connsiteX21" fmla="*/ 134828 w 136744"/>
                <a:gd name="connsiteY21" fmla="*/ 121296 h 158961"/>
                <a:gd name="connsiteX22" fmla="*/ 118853 w 136744"/>
                <a:gd name="connsiteY22" fmla="*/ 82992 h 158961"/>
                <a:gd name="connsiteX23" fmla="*/ 77318 w 136744"/>
                <a:gd name="connsiteY23" fmla="*/ 143640 h 158961"/>
                <a:gd name="connsiteX24" fmla="*/ 69650 w 136744"/>
                <a:gd name="connsiteY24" fmla="*/ 146832 h 158961"/>
                <a:gd name="connsiteX25" fmla="*/ 61982 w 136744"/>
                <a:gd name="connsiteY25" fmla="*/ 143640 h 158961"/>
                <a:gd name="connsiteX26" fmla="*/ 61982 w 136744"/>
                <a:gd name="connsiteY26" fmla="*/ 142363 h 158961"/>
                <a:gd name="connsiteX27" fmla="*/ 78596 w 136744"/>
                <a:gd name="connsiteY27" fmla="*/ 142363 h 158961"/>
                <a:gd name="connsiteX28" fmla="*/ 77318 w 136744"/>
                <a:gd name="connsiteY28" fmla="*/ 143640 h 158961"/>
                <a:gd name="connsiteX29" fmla="*/ 125243 w 136744"/>
                <a:gd name="connsiteY29" fmla="*/ 129595 h 158961"/>
                <a:gd name="connsiteX30" fmla="*/ 13419 w 136744"/>
                <a:gd name="connsiteY30" fmla="*/ 129595 h 158961"/>
                <a:gd name="connsiteX31" fmla="*/ 13419 w 136744"/>
                <a:gd name="connsiteY31" fmla="*/ 128956 h 158961"/>
                <a:gd name="connsiteX32" fmla="*/ 32589 w 136744"/>
                <a:gd name="connsiteY32" fmla="*/ 82992 h 158961"/>
                <a:gd name="connsiteX33" fmla="*/ 32589 w 136744"/>
                <a:gd name="connsiteY33" fmla="*/ 63840 h 158961"/>
                <a:gd name="connsiteX34" fmla="*/ 69650 w 136744"/>
                <a:gd name="connsiteY34" fmla="*/ 26813 h 158961"/>
                <a:gd name="connsiteX35" fmla="*/ 106712 w 136744"/>
                <a:gd name="connsiteY35" fmla="*/ 63840 h 158961"/>
                <a:gd name="connsiteX36" fmla="*/ 106712 w 136744"/>
                <a:gd name="connsiteY36" fmla="*/ 82992 h 158961"/>
                <a:gd name="connsiteX37" fmla="*/ 125243 w 136744"/>
                <a:gd name="connsiteY37" fmla="*/ 129595 h 158961"/>
                <a:gd name="connsiteX38" fmla="*/ 125243 w 136744"/>
                <a:gd name="connsiteY38" fmla="*/ 129595 h 158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6744" h="158961">
                  <a:moveTo>
                    <a:pt x="118853" y="82992"/>
                  </a:moveTo>
                  <a:lnTo>
                    <a:pt x="118853" y="63840"/>
                  </a:lnTo>
                  <a:cubicBezTo>
                    <a:pt x="118853" y="38942"/>
                    <a:pt x="100322" y="17875"/>
                    <a:pt x="75401" y="14683"/>
                  </a:cubicBezTo>
                  <a:lnTo>
                    <a:pt x="75401" y="6384"/>
                  </a:lnTo>
                  <a:cubicBezTo>
                    <a:pt x="75401" y="2554"/>
                    <a:pt x="72845" y="0"/>
                    <a:pt x="69011" y="0"/>
                  </a:cubicBezTo>
                  <a:cubicBezTo>
                    <a:pt x="65177" y="0"/>
                    <a:pt x="62621" y="2554"/>
                    <a:pt x="62621" y="6384"/>
                  </a:cubicBezTo>
                  <a:lnTo>
                    <a:pt x="62621" y="14683"/>
                  </a:lnTo>
                  <a:cubicBezTo>
                    <a:pt x="37701" y="17875"/>
                    <a:pt x="19809" y="38942"/>
                    <a:pt x="19170" y="63840"/>
                  </a:cubicBezTo>
                  <a:lnTo>
                    <a:pt x="19170" y="82992"/>
                  </a:lnTo>
                  <a:cubicBezTo>
                    <a:pt x="19170" y="99590"/>
                    <a:pt x="15336" y="107889"/>
                    <a:pt x="1917" y="121296"/>
                  </a:cubicBezTo>
                  <a:cubicBezTo>
                    <a:pt x="639" y="122572"/>
                    <a:pt x="0" y="123849"/>
                    <a:pt x="0" y="125764"/>
                  </a:cubicBezTo>
                  <a:lnTo>
                    <a:pt x="0" y="135340"/>
                  </a:lnTo>
                  <a:cubicBezTo>
                    <a:pt x="0" y="139171"/>
                    <a:pt x="2556" y="141724"/>
                    <a:pt x="6390" y="141724"/>
                  </a:cubicBezTo>
                  <a:lnTo>
                    <a:pt x="47925" y="141724"/>
                  </a:lnTo>
                  <a:cubicBezTo>
                    <a:pt x="47925" y="142363"/>
                    <a:pt x="47925" y="143001"/>
                    <a:pt x="47925" y="143001"/>
                  </a:cubicBezTo>
                  <a:cubicBezTo>
                    <a:pt x="47925" y="151939"/>
                    <a:pt x="56871" y="158961"/>
                    <a:pt x="68372" y="158961"/>
                  </a:cubicBezTo>
                  <a:cubicBezTo>
                    <a:pt x="79874" y="158961"/>
                    <a:pt x="88820" y="151939"/>
                    <a:pt x="88820" y="143001"/>
                  </a:cubicBezTo>
                  <a:cubicBezTo>
                    <a:pt x="88820" y="142363"/>
                    <a:pt x="88820" y="141724"/>
                    <a:pt x="88820" y="141724"/>
                  </a:cubicBezTo>
                  <a:lnTo>
                    <a:pt x="130355" y="141724"/>
                  </a:lnTo>
                  <a:cubicBezTo>
                    <a:pt x="134189" y="141724"/>
                    <a:pt x="136745" y="139171"/>
                    <a:pt x="136745" y="135340"/>
                  </a:cubicBezTo>
                  <a:lnTo>
                    <a:pt x="136745" y="125764"/>
                  </a:lnTo>
                  <a:cubicBezTo>
                    <a:pt x="136745" y="123849"/>
                    <a:pt x="136106" y="122572"/>
                    <a:pt x="134828" y="121296"/>
                  </a:cubicBezTo>
                  <a:cubicBezTo>
                    <a:pt x="122048" y="107889"/>
                    <a:pt x="118853" y="100229"/>
                    <a:pt x="118853" y="82992"/>
                  </a:cubicBezTo>
                  <a:close/>
                  <a:moveTo>
                    <a:pt x="77318" y="143640"/>
                  </a:moveTo>
                  <a:cubicBezTo>
                    <a:pt x="77318" y="144278"/>
                    <a:pt x="74762" y="146832"/>
                    <a:pt x="69650" y="146832"/>
                  </a:cubicBezTo>
                  <a:cubicBezTo>
                    <a:pt x="64538" y="146832"/>
                    <a:pt x="61982" y="144278"/>
                    <a:pt x="61982" y="143640"/>
                  </a:cubicBezTo>
                  <a:cubicBezTo>
                    <a:pt x="61982" y="143001"/>
                    <a:pt x="61982" y="142363"/>
                    <a:pt x="61982" y="142363"/>
                  </a:cubicBezTo>
                  <a:lnTo>
                    <a:pt x="78596" y="142363"/>
                  </a:lnTo>
                  <a:cubicBezTo>
                    <a:pt x="77318" y="143001"/>
                    <a:pt x="77318" y="143640"/>
                    <a:pt x="77318" y="143640"/>
                  </a:cubicBezTo>
                  <a:close/>
                  <a:moveTo>
                    <a:pt x="125243" y="129595"/>
                  </a:moveTo>
                  <a:lnTo>
                    <a:pt x="13419" y="129595"/>
                  </a:lnTo>
                  <a:lnTo>
                    <a:pt x="13419" y="128956"/>
                  </a:lnTo>
                  <a:cubicBezTo>
                    <a:pt x="28116" y="113635"/>
                    <a:pt x="32589" y="102782"/>
                    <a:pt x="32589" y="82992"/>
                  </a:cubicBezTo>
                  <a:lnTo>
                    <a:pt x="32589" y="63840"/>
                  </a:lnTo>
                  <a:cubicBezTo>
                    <a:pt x="32589" y="43411"/>
                    <a:pt x="49203" y="26813"/>
                    <a:pt x="69650" y="26813"/>
                  </a:cubicBezTo>
                  <a:cubicBezTo>
                    <a:pt x="90098" y="26813"/>
                    <a:pt x="106712" y="43411"/>
                    <a:pt x="106712" y="63840"/>
                  </a:cubicBezTo>
                  <a:lnTo>
                    <a:pt x="106712" y="82992"/>
                  </a:lnTo>
                  <a:cubicBezTo>
                    <a:pt x="106073" y="102782"/>
                    <a:pt x="110546" y="113635"/>
                    <a:pt x="125243" y="129595"/>
                  </a:cubicBezTo>
                  <a:lnTo>
                    <a:pt x="125243" y="129595"/>
                  </a:lnTo>
                  <a:close/>
                </a:path>
              </a:pathLst>
            </a:custGeom>
            <a:solidFill>
              <a:srgbClr val="00ABAB"/>
            </a:solidFill>
            <a:ln w="6390" cap="flat">
              <a:noFill/>
              <a:prstDash val="solid"/>
              <a:miter/>
            </a:ln>
          </p:spPr>
          <p:txBody>
            <a:bodyPr rtlCol="0" anchor="ctr"/>
            <a:lstStyle/>
            <a:p>
              <a:endParaRPr lang="en-US"/>
            </a:p>
          </p:txBody>
        </p:sp>
        <p:sp>
          <p:nvSpPr>
            <p:cNvPr id="301" name="Graphic 4">
              <a:extLst>
                <a:ext uri="{FF2B5EF4-FFF2-40B4-BE49-F238E27FC236}">
                  <a16:creationId xmlns:a16="http://schemas.microsoft.com/office/drawing/2014/main" id="{D4A8D1B5-EE97-F447-89E5-74E3F579D36E}"/>
                </a:ext>
              </a:extLst>
            </p:cNvPr>
            <p:cNvSpPr/>
            <p:nvPr/>
          </p:nvSpPr>
          <p:spPr>
            <a:xfrm>
              <a:off x="3778978" y="993011"/>
              <a:ext cx="130585" cy="132009"/>
            </a:xfrm>
            <a:custGeom>
              <a:avLst/>
              <a:gdLst>
                <a:gd name="connsiteX0" fmla="*/ 128468 w 130585"/>
                <a:gd name="connsiteY0" fmla="*/ 114772 h 132009"/>
                <a:gd name="connsiteX1" fmla="*/ 56901 w 130585"/>
                <a:gd name="connsiteY1" fmla="*/ 4968 h 132009"/>
                <a:gd name="connsiteX2" fmla="*/ 39648 w 130585"/>
                <a:gd name="connsiteY2" fmla="*/ 2414 h 132009"/>
                <a:gd name="connsiteX3" fmla="*/ 37092 w 130585"/>
                <a:gd name="connsiteY3" fmla="*/ 4968 h 132009"/>
                <a:gd name="connsiteX4" fmla="*/ 1308 w 130585"/>
                <a:gd name="connsiteY4" fmla="*/ 59870 h 132009"/>
                <a:gd name="connsiteX5" fmla="*/ 2586 w 130585"/>
                <a:gd name="connsiteY5" fmla="*/ 68808 h 132009"/>
                <a:gd name="connsiteX6" fmla="*/ 11532 w 130585"/>
                <a:gd name="connsiteY6" fmla="*/ 67531 h 132009"/>
                <a:gd name="connsiteX7" fmla="*/ 12171 w 130585"/>
                <a:gd name="connsiteY7" fmla="*/ 66893 h 132009"/>
                <a:gd name="connsiteX8" fmla="*/ 47316 w 130585"/>
                <a:gd name="connsiteY8" fmla="*/ 13267 h 132009"/>
                <a:gd name="connsiteX9" fmla="*/ 116327 w 130585"/>
                <a:gd name="connsiteY9" fmla="*/ 119241 h 132009"/>
                <a:gd name="connsiteX10" fmla="*/ 32619 w 130585"/>
                <a:gd name="connsiteY10" fmla="*/ 119241 h 132009"/>
                <a:gd name="connsiteX11" fmla="*/ 26229 w 130585"/>
                <a:gd name="connsiteY11" fmla="*/ 125625 h 132009"/>
                <a:gd name="connsiteX12" fmla="*/ 32619 w 130585"/>
                <a:gd name="connsiteY12" fmla="*/ 132009 h 132009"/>
                <a:gd name="connsiteX13" fmla="*/ 118883 w 130585"/>
                <a:gd name="connsiteY13" fmla="*/ 132009 h 132009"/>
                <a:gd name="connsiteX14" fmla="*/ 129746 w 130585"/>
                <a:gd name="connsiteY14" fmla="*/ 125625 h 132009"/>
                <a:gd name="connsiteX15" fmla="*/ 128468 w 130585"/>
                <a:gd name="connsiteY15" fmla="*/ 114772 h 13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0585" h="132009">
                  <a:moveTo>
                    <a:pt x="128468" y="114772"/>
                  </a:moveTo>
                  <a:lnTo>
                    <a:pt x="56901" y="4968"/>
                  </a:lnTo>
                  <a:cubicBezTo>
                    <a:pt x="53067" y="-778"/>
                    <a:pt x="44760" y="-1416"/>
                    <a:pt x="39648" y="2414"/>
                  </a:cubicBezTo>
                  <a:cubicBezTo>
                    <a:pt x="39009" y="3053"/>
                    <a:pt x="37731" y="3691"/>
                    <a:pt x="37092" y="4968"/>
                  </a:cubicBezTo>
                  <a:lnTo>
                    <a:pt x="1308" y="59870"/>
                  </a:lnTo>
                  <a:cubicBezTo>
                    <a:pt x="-609" y="62424"/>
                    <a:pt x="-609" y="66893"/>
                    <a:pt x="2586" y="68808"/>
                  </a:cubicBezTo>
                  <a:cubicBezTo>
                    <a:pt x="5142" y="70723"/>
                    <a:pt x="9615" y="70723"/>
                    <a:pt x="11532" y="67531"/>
                  </a:cubicBezTo>
                  <a:cubicBezTo>
                    <a:pt x="11532" y="67531"/>
                    <a:pt x="12171" y="66893"/>
                    <a:pt x="12171" y="66893"/>
                  </a:cubicBezTo>
                  <a:lnTo>
                    <a:pt x="47316" y="13267"/>
                  </a:lnTo>
                  <a:lnTo>
                    <a:pt x="116327" y="119241"/>
                  </a:lnTo>
                  <a:lnTo>
                    <a:pt x="32619" y="119241"/>
                  </a:lnTo>
                  <a:cubicBezTo>
                    <a:pt x="28785" y="119241"/>
                    <a:pt x="26229" y="121795"/>
                    <a:pt x="26229" y="125625"/>
                  </a:cubicBezTo>
                  <a:cubicBezTo>
                    <a:pt x="26229" y="129456"/>
                    <a:pt x="28785" y="132009"/>
                    <a:pt x="32619" y="132009"/>
                  </a:cubicBezTo>
                  <a:lnTo>
                    <a:pt x="118883" y="132009"/>
                  </a:lnTo>
                  <a:cubicBezTo>
                    <a:pt x="123356" y="132009"/>
                    <a:pt x="127190" y="129456"/>
                    <a:pt x="129746" y="125625"/>
                  </a:cubicBezTo>
                  <a:cubicBezTo>
                    <a:pt x="131024" y="122433"/>
                    <a:pt x="131024" y="117964"/>
                    <a:pt x="128468" y="114772"/>
                  </a:cubicBezTo>
                  <a:close/>
                </a:path>
              </a:pathLst>
            </a:custGeom>
            <a:solidFill>
              <a:srgbClr val="00ABAB"/>
            </a:solidFill>
            <a:ln w="6390" cap="flat">
              <a:noFill/>
              <a:prstDash val="solid"/>
              <a:miter/>
            </a:ln>
          </p:spPr>
          <p:txBody>
            <a:bodyPr rtlCol="0" anchor="ctr"/>
            <a:lstStyle/>
            <a:p>
              <a:endParaRPr lang="en-US"/>
            </a:p>
          </p:txBody>
        </p:sp>
        <p:sp>
          <p:nvSpPr>
            <p:cNvPr id="302" name="Graphic 4">
              <a:extLst>
                <a:ext uri="{FF2B5EF4-FFF2-40B4-BE49-F238E27FC236}">
                  <a16:creationId xmlns:a16="http://schemas.microsoft.com/office/drawing/2014/main" id="{56BFDB74-847C-3649-BC91-C77730D6A2BF}"/>
                </a:ext>
              </a:extLst>
            </p:cNvPr>
            <p:cNvSpPr/>
            <p:nvPr/>
          </p:nvSpPr>
          <p:spPr>
            <a:xfrm>
              <a:off x="3819904" y="1031175"/>
              <a:ext cx="12779" cy="50433"/>
            </a:xfrm>
            <a:custGeom>
              <a:avLst/>
              <a:gdLst>
                <a:gd name="connsiteX0" fmla="*/ 6390 w 12779"/>
                <a:gd name="connsiteY0" fmla="*/ 50434 h 50433"/>
                <a:gd name="connsiteX1" fmla="*/ 12780 w 12779"/>
                <a:gd name="connsiteY1" fmla="*/ 44050 h 50433"/>
                <a:gd name="connsiteX2" fmla="*/ 12780 w 12779"/>
                <a:gd name="connsiteY2" fmla="*/ 6384 h 50433"/>
                <a:gd name="connsiteX3" fmla="*/ 6390 w 12779"/>
                <a:gd name="connsiteY3" fmla="*/ 0 h 50433"/>
                <a:gd name="connsiteX4" fmla="*/ 0 w 12779"/>
                <a:gd name="connsiteY4" fmla="*/ 6384 h 50433"/>
                <a:gd name="connsiteX5" fmla="*/ 0 w 12779"/>
                <a:gd name="connsiteY5" fmla="*/ 44050 h 50433"/>
                <a:gd name="connsiteX6" fmla="*/ 6390 w 12779"/>
                <a:gd name="connsiteY6" fmla="*/ 50434 h 5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50433">
                  <a:moveTo>
                    <a:pt x="6390" y="50434"/>
                  </a:moveTo>
                  <a:cubicBezTo>
                    <a:pt x="10224" y="50434"/>
                    <a:pt x="12780" y="47880"/>
                    <a:pt x="12780" y="44050"/>
                  </a:cubicBezTo>
                  <a:lnTo>
                    <a:pt x="12780" y="6384"/>
                  </a:lnTo>
                  <a:cubicBezTo>
                    <a:pt x="12780" y="2554"/>
                    <a:pt x="10224" y="0"/>
                    <a:pt x="6390" y="0"/>
                  </a:cubicBezTo>
                  <a:cubicBezTo>
                    <a:pt x="2556" y="0"/>
                    <a:pt x="0" y="2554"/>
                    <a:pt x="0" y="6384"/>
                  </a:cubicBezTo>
                  <a:lnTo>
                    <a:pt x="0" y="44050"/>
                  </a:lnTo>
                  <a:cubicBezTo>
                    <a:pt x="0" y="47880"/>
                    <a:pt x="3195" y="50434"/>
                    <a:pt x="6390" y="50434"/>
                  </a:cubicBezTo>
                  <a:close/>
                </a:path>
              </a:pathLst>
            </a:custGeom>
            <a:solidFill>
              <a:srgbClr val="00ABAB"/>
            </a:solidFill>
            <a:ln w="6390" cap="flat">
              <a:noFill/>
              <a:prstDash val="solid"/>
              <a:miter/>
            </a:ln>
          </p:spPr>
          <p:txBody>
            <a:bodyPr rtlCol="0" anchor="ctr"/>
            <a:lstStyle/>
            <a:p>
              <a:endParaRPr lang="en-US"/>
            </a:p>
          </p:txBody>
        </p:sp>
        <p:sp>
          <p:nvSpPr>
            <p:cNvPr id="303" name="Graphic 4">
              <a:extLst>
                <a:ext uri="{FF2B5EF4-FFF2-40B4-BE49-F238E27FC236}">
                  <a16:creationId xmlns:a16="http://schemas.microsoft.com/office/drawing/2014/main" id="{89C0DF2F-1F9B-8E49-AC1C-6D691275757D}"/>
                </a:ext>
              </a:extLst>
            </p:cNvPr>
            <p:cNvSpPr/>
            <p:nvPr/>
          </p:nvSpPr>
          <p:spPr>
            <a:xfrm>
              <a:off x="3819904" y="1085439"/>
              <a:ext cx="12779" cy="20428"/>
            </a:xfrm>
            <a:custGeom>
              <a:avLst/>
              <a:gdLst>
                <a:gd name="connsiteX0" fmla="*/ 0 w 12779"/>
                <a:gd name="connsiteY0" fmla="*/ 14045 h 20428"/>
                <a:gd name="connsiteX1" fmla="*/ 6390 w 12779"/>
                <a:gd name="connsiteY1" fmla="*/ 20429 h 20428"/>
                <a:gd name="connsiteX2" fmla="*/ 12780 w 12779"/>
                <a:gd name="connsiteY2" fmla="*/ 14045 h 20428"/>
                <a:gd name="connsiteX3" fmla="*/ 12780 w 12779"/>
                <a:gd name="connsiteY3" fmla="*/ 6384 h 20428"/>
                <a:gd name="connsiteX4" fmla="*/ 6390 w 12779"/>
                <a:gd name="connsiteY4" fmla="*/ 0 h 20428"/>
                <a:gd name="connsiteX5" fmla="*/ 0 w 12779"/>
                <a:gd name="connsiteY5" fmla="*/ 6384 h 20428"/>
                <a:gd name="connsiteX6" fmla="*/ 0 w 12779"/>
                <a:gd name="connsiteY6" fmla="*/ 14045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0428">
                  <a:moveTo>
                    <a:pt x="0" y="14045"/>
                  </a:moveTo>
                  <a:cubicBezTo>
                    <a:pt x="0" y="17875"/>
                    <a:pt x="2556" y="20429"/>
                    <a:pt x="6390" y="20429"/>
                  </a:cubicBezTo>
                  <a:cubicBezTo>
                    <a:pt x="10224" y="20429"/>
                    <a:pt x="12780" y="17875"/>
                    <a:pt x="12780" y="14045"/>
                  </a:cubicBezTo>
                  <a:lnTo>
                    <a:pt x="12780" y="6384"/>
                  </a:lnTo>
                  <a:cubicBezTo>
                    <a:pt x="12780" y="2554"/>
                    <a:pt x="10224" y="0"/>
                    <a:pt x="6390" y="0"/>
                  </a:cubicBezTo>
                  <a:cubicBezTo>
                    <a:pt x="2556" y="0"/>
                    <a:pt x="0" y="2554"/>
                    <a:pt x="0" y="6384"/>
                  </a:cubicBezTo>
                  <a:lnTo>
                    <a:pt x="0" y="14045"/>
                  </a:lnTo>
                  <a:close/>
                </a:path>
              </a:pathLst>
            </a:custGeom>
            <a:solidFill>
              <a:srgbClr val="00ABAB"/>
            </a:solidFill>
            <a:ln w="6390" cap="flat">
              <a:noFill/>
              <a:prstDash val="solid"/>
              <a:miter/>
            </a:ln>
          </p:spPr>
          <p:txBody>
            <a:bodyPr rtlCol="0" anchor="ctr"/>
            <a:lstStyle/>
            <a:p>
              <a:endParaRPr lang="en-US"/>
            </a:p>
          </p:txBody>
        </p:sp>
      </p:grpSp>
      <p:grpSp>
        <p:nvGrpSpPr>
          <p:cNvPr id="304" name="Graphic 4">
            <a:extLst>
              <a:ext uri="{FF2B5EF4-FFF2-40B4-BE49-F238E27FC236}">
                <a16:creationId xmlns:a16="http://schemas.microsoft.com/office/drawing/2014/main" id="{6D37F58C-CD98-2047-9C78-754B86519B1F}"/>
              </a:ext>
            </a:extLst>
          </p:cNvPr>
          <p:cNvGrpSpPr/>
          <p:nvPr/>
        </p:nvGrpSpPr>
        <p:grpSpPr>
          <a:xfrm>
            <a:off x="3607758" y="3824168"/>
            <a:ext cx="362309" cy="361971"/>
            <a:chOff x="3607758" y="3824168"/>
            <a:chExt cx="362309" cy="361971"/>
          </a:xfrm>
          <a:solidFill>
            <a:srgbClr val="00ABAB"/>
          </a:solidFill>
        </p:grpSpPr>
        <p:sp>
          <p:nvSpPr>
            <p:cNvPr id="305" name="Graphic 4">
              <a:extLst>
                <a:ext uri="{FF2B5EF4-FFF2-40B4-BE49-F238E27FC236}">
                  <a16:creationId xmlns:a16="http://schemas.microsoft.com/office/drawing/2014/main" id="{B46A6676-2DBF-1947-A52C-3F8AB8C53AD4}"/>
                </a:ext>
              </a:extLst>
            </p:cNvPr>
            <p:cNvSpPr/>
            <p:nvPr/>
          </p:nvSpPr>
          <p:spPr>
            <a:xfrm>
              <a:off x="3607758" y="3824168"/>
              <a:ext cx="362309" cy="361971"/>
            </a:xfrm>
            <a:custGeom>
              <a:avLst/>
              <a:gdLst>
                <a:gd name="connsiteX0" fmla="*/ 181474 w 362309"/>
                <a:gd name="connsiteY0" fmla="*/ 0 h 361971"/>
                <a:gd name="connsiteX1" fmla="*/ 0 w 362309"/>
                <a:gd name="connsiteY1" fmla="*/ 180667 h 361971"/>
                <a:gd name="connsiteX2" fmla="*/ 180836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257"/>
                    <a:pt x="81152" y="361971"/>
                    <a:pt x="180836" y="361971"/>
                  </a:cubicBezTo>
                  <a:cubicBezTo>
                    <a:pt x="280518" y="361971"/>
                    <a:pt x="362310" y="280895"/>
                    <a:pt x="362310" y="181305"/>
                  </a:cubicBezTo>
                  <a:lnTo>
                    <a:pt x="362310" y="181305"/>
                  </a:lnTo>
                  <a:cubicBezTo>
                    <a:pt x="362310" y="81076"/>
                    <a:pt x="281796" y="0"/>
                    <a:pt x="181474" y="0"/>
                  </a:cubicBezTo>
                  <a:close/>
                  <a:moveTo>
                    <a:pt x="181474" y="349204"/>
                  </a:moveTo>
                  <a:cubicBezTo>
                    <a:pt x="88181" y="349204"/>
                    <a:pt x="12780" y="273873"/>
                    <a:pt x="12780" y="181305"/>
                  </a:cubicBezTo>
                  <a:cubicBezTo>
                    <a:pt x="12780" y="88737"/>
                    <a:pt x="88181" y="12768"/>
                    <a:pt x="180836" y="12768"/>
                  </a:cubicBezTo>
                  <a:cubicBezTo>
                    <a:pt x="274128" y="12768"/>
                    <a:pt x="349530" y="88099"/>
                    <a:pt x="349530" y="180667"/>
                  </a:cubicBezTo>
                  <a:lnTo>
                    <a:pt x="349530" y="180667"/>
                  </a:lnTo>
                  <a:cubicBezTo>
                    <a:pt x="349530" y="273873"/>
                    <a:pt x="274128"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306" name="Graphic 4">
              <a:extLst>
                <a:ext uri="{FF2B5EF4-FFF2-40B4-BE49-F238E27FC236}">
                  <a16:creationId xmlns:a16="http://schemas.microsoft.com/office/drawing/2014/main" id="{00316F25-0B5A-FC44-9282-39AA3D2613B8}"/>
                </a:ext>
              </a:extLst>
            </p:cNvPr>
            <p:cNvSpPr/>
            <p:nvPr/>
          </p:nvSpPr>
          <p:spPr>
            <a:xfrm>
              <a:off x="3712810" y="3880347"/>
              <a:ext cx="182118" cy="165344"/>
            </a:xfrm>
            <a:custGeom>
              <a:avLst/>
              <a:gdLst>
                <a:gd name="connsiteX0" fmla="*/ 175466 w 182118"/>
                <a:gd name="connsiteY0" fmla="*/ 77246 h 165344"/>
                <a:gd name="connsiteX1" fmla="*/ 129459 w 182118"/>
                <a:gd name="connsiteY1" fmla="*/ 74693 h 165344"/>
                <a:gd name="connsiteX2" fmla="*/ 147990 w 182118"/>
                <a:gd name="connsiteY2" fmla="*/ 31281 h 165344"/>
                <a:gd name="connsiteX3" fmla="*/ 146712 w 182118"/>
                <a:gd name="connsiteY3" fmla="*/ 22344 h 165344"/>
                <a:gd name="connsiteX4" fmla="*/ 139044 w 182118"/>
                <a:gd name="connsiteY4" fmla="*/ 22344 h 165344"/>
                <a:gd name="connsiteX5" fmla="*/ 100065 w 182118"/>
                <a:gd name="connsiteY5" fmla="*/ 37665 h 165344"/>
                <a:gd name="connsiteX6" fmla="*/ 80895 w 182118"/>
                <a:gd name="connsiteY6" fmla="*/ 6384 h 165344"/>
                <a:gd name="connsiteX7" fmla="*/ 74506 w 182118"/>
                <a:gd name="connsiteY7" fmla="*/ 0 h 165344"/>
                <a:gd name="connsiteX8" fmla="*/ 68116 w 182118"/>
                <a:gd name="connsiteY8" fmla="*/ 6384 h 165344"/>
                <a:gd name="connsiteX9" fmla="*/ 48946 w 182118"/>
                <a:gd name="connsiteY9" fmla="*/ 37027 h 165344"/>
                <a:gd name="connsiteX10" fmla="*/ 10606 w 182118"/>
                <a:gd name="connsiteY10" fmla="*/ 21705 h 165344"/>
                <a:gd name="connsiteX11" fmla="*/ 1660 w 182118"/>
                <a:gd name="connsiteY11" fmla="*/ 21705 h 165344"/>
                <a:gd name="connsiteX12" fmla="*/ 382 w 182118"/>
                <a:gd name="connsiteY12" fmla="*/ 28728 h 165344"/>
                <a:gd name="connsiteX13" fmla="*/ 9967 w 182118"/>
                <a:gd name="connsiteY13" fmla="*/ 68947 h 165344"/>
                <a:gd name="connsiteX14" fmla="*/ 16357 w 182118"/>
                <a:gd name="connsiteY14" fmla="*/ 75331 h 165344"/>
                <a:gd name="connsiteX15" fmla="*/ 22747 w 182118"/>
                <a:gd name="connsiteY15" fmla="*/ 68947 h 165344"/>
                <a:gd name="connsiteX16" fmla="*/ 18913 w 182118"/>
                <a:gd name="connsiteY16" fmla="*/ 43411 h 165344"/>
                <a:gd name="connsiteX17" fmla="*/ 54058 w 182118"/>
                <a:gd name="connsiteY17" fmla="*/ 47880 h 165344"/>
                <a:gd name="connsiteX18" fmla="*/ 74506 w 182118"/>
                <a:gd name="connsiteY18" fmla="*/ 26813 h 165344"/>
                <a:gd name="connsiteX19" fmla="*/ 96870 w 182118"/>
                <a:gd name="connsiteY19" fmla="*/ 49157 h 165344"/>
                <a:gd name="connsiteX20" fmla="*/ 124986 w 182118"/>
                <a:gd name="connsiteY20" fmla="*/ 43411 h 165344"/>
                <a:gd name="connsiteX21" fmla="*/ 117957 w 182118"/>
                <a:gd name="connsiteY21" fmla="*/ 78523 h 165344"/>
                <a:gd name="connsiteX22" fmla="*/ 151185 w 182118"/>
                <a:gd name="connsiteY22" fmla="*/ 91291 h 165344"/>
                <a:gd name="connsiteX23" fmla="*/ 130098 w 182118"/>
                <a:gd name="connsiteY23" fmla="*/ 118104 h 165344"/>
                <a:gd name="connsiteX24" fmla="*/ 137127 w 182118"/>
                <a:gd name="connsiteY24" fmla="*/ 141086 h 165344"/>
                <a:gd name="connsiteX25" fmla="*/ 116679 w 182118"/>
                <a:gd name="connsiteY25" fmla="*/ 155131 h 165344"/>
                <a:gd name="connsiteX26" fmla="*/ 117957 w 182118"/>
                <a:gd name="connsiteY26" fmla="*/ 164068 h 165344"/>
                <a:gd name="connsiteX27" fmla="*/ 121791 w 182118"/>
                <a:gd name="connsiteY27" fmla="*/ 165345 h 165344"/>
                <a:gd name="connsiteX28" fmla="*/ 126903 w 182118"/>
                <a:gd name="connsiteY28" fmla="*/ 162792 h 165344"/>
                <a:gd name="connsiteX29" fmla="*/ 150546 w 182118"/>
                <a:gd name="connsiteY29" fmla="*/ 151300 h 165344"/>
                <a:gd name="connsiteX30" fmla="*/ 156297 w 182118"/>
                <a:gd name="connsiteY30" fmla="*/ 146193 h 165344"/>
                <a:gd name="connsiteX31" fmla="*/ 153102 w 182118"/>
                <a:gd name="connsiteY31" fmla="*/ 139171 h 165344"/>
                <a:gd name="connsiteX32" fmla="*/ 141600 w 182118"/>
                <a:gd name="connsiteY32" fmla="*/ 119381 h 165344"/>
                <a:gd name="connsiteX33" fmla="*/ 178661 w 182118"/>
                <a:gd name="connsiteY33" fmla="*/ 88099 h 165344"/>
                <a:gd name="connsiteX34" fmla="*/ 181218 w 182118"/>
                <a:gd name="connsiteY34" fmla="*/ 79161 h 165344"/>
                <a:gd name="connsiteX35" fmla="*/ 175466 w 182118"/>
                <a:gd name="connsiteY35" fmla="*/ 77246 h 165344"/>
                <a:gd name="connsiteX36" fmla="*/ 175466 w 182118"/>
                <a:gd name="connsiteY36" fmla="*/ 77246 h 165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82118" h="165344">
                  <a:moveTo>
                    <a:pt x="175466" y="77246"/>
                  </a:moveTo>
                  <a:cubicBezTo>
                    <a:pt x="153741" y="81077"/>
                    <a:pt x="131376" y="79161"/>
                    <a:pt x="129459" y="74693"/>
                  </a:cubicBezTo>
                  <a:cubicBezTo>
                    <a:pt x="126903" y="67670"/>
                    <a:pt x="137127" y="46603"/>
                    <a:pt x="147990" y="31281"/>
                  </a:cubicBezTo>
                  <a:cubicBezTo>
                    <a:pt x="149907" y="28728"/>
                    <a:pt x="149268" y="24259"/>
                    <a:pt x="146712" y="22344"/>
                  </a:cubicBezTo>
                  <a:cubicBezTo>
                    <a:pt x="144795" y="20429"/>
                    <a:pt x="141600" y="20429"/>
                    <a:pt x="139044" y="22344"/>
                  </a:cubicBezTo>
                  <a:cubicBezTo>
                    <a:pt x="127542" y="30005"/>
                    <a:pt x="107733" y="39581"/>
                    <a:pt x="100065" y="37665"/>
                  </a:cubicBezTo>
                  <a:cubicBezTo>
                    <a:pt x="89202" y="35112"/>
                    <a:pt x="82174" y="14045"/>
                    <a:pt x="80895" y="6384"/>
                  </a:cubicBezTo>
                  <a:cubicBezTo>
                    <a:pt x="80895" y="2553"/>
                    <a:pt x="78339" y="0"/>
                    <a:pt x="74506" y="0"/>
                  </a:cubicBezTo>
                  <a:cubicBezTo>
                    <a:pt x="70671" y="0"/>
                    <a:pt x="68116" y="2553"/>
                    <a:pt x="68116" y="6384"/>
                  </a:cubicBezTo>
                  <a:cubicBezTo>
                    <a:pt x="68116" y="6384"/>
                    <a:pt x="63643" y="30005"/>
                    <a:pt x="48946" y="37027"/>
                  </a:cubicBezTo>
                  <a:cubicBezTo>
                    <a:pt x="36805" y="42773"/>
                    <a:pt x="16996" y="28089"/>
                    <a:pt x="10606" y="21705"/>
                  </a:cubicBezTo>
                  <a:cubicBezTo>
                    <a:pt x="8050" y="19152"/>
                    <a:pt x="4216" y="19152"/>
                    <a:pt x="1660" y="21705"/>
                  </a:cubicBezTo>
                  <a:cubicBezTo>
                    <a:pt x="-257" y="23621"/>
                    <a:pt x="-257" y="26174"/>
                    <a:pt x="382" y="28728"/>
                  </a:cubicBezTo>
                  <a:cubicBezTo>
                    <a:pt x="6133" y="41496"/>
                    <a:pt x="9328" y="54902"/>
                    <a:pt x="9967" y="68947"/>
                  </a:cubicBezTo>
                  <a:cubicBezTo>
                    <a:pt x="9967" y="72777"/>
                    <a:pt x="12523" y="75331"/>
                    <a:pt x="16357" y="75331"/>
                  </a:cubicBezTo>
                  <a:cubicBezTo>
                    <a:pt x="20191" y="75331"/>
                    <a:pt x="22747" y="72777"/>
                    <a:pt x="22747" y="68947"/>
                  </a:cubicBezTo>
                  <a:cubicBezTo>
                    <a:pt x="22747" y="60009"/>
                    <a:pt x="21469" y="51710"/>
                    <a:pt x="18913" y="43411"/>
                  </a:cubicBezTo>
                  <a:cubicBezTo>
                    <a:pt x="29137" y="49157"/>
                    <a:pt x="41917" y="53625"/>
                    <a:pt x="54058" y="47880"/>
                  </a:cubicBezTo>
                  <a:cubicBezTo>
                    <a:pt x="63004" y="43411"/>
                    <a:pt x="70033" y="35750"/>
                    <a:pt x="74506" y="26813"/>
                  </a:cubicBezTo>
                  <a:cubicBezTo>
                    <a:pt x="78979" y="36389"/>
                    <a:pt x="86007" y="46603"/>
                    <a:pt x="96870" y="49157"/>
                  </a:cubicBezTo>
                  <a:cubicBezTo>
                    <a:pt x="106455" y="49795"/>
                    <a:pt x="116040" y="47880"/>
                    <a:pt x="124986" y="43411"/>
                  </a:cubicBezTo>
                  <a:cubicBezTo>
                    <a:pt x="119235" y="54902"/>
                    <a:pt x="114123" y="68947"/>
                    <a:pt x="117957" y="78523"/>
                  </a:cubicBezTo>
                  <a:cubicBezTo>
                    <a:pt x="121791" y="88099"/>
                    <a:pt x="137127" y="91291"/>
                    <a:pt x="151185" y="91291"/>
                  </a:cubicBezTo>
                  <a:cubicBezTo>
                    <a:pt x="140961" y="98952"/>
                    <a:pt x="131376" y="108528"/>
                    <a:pt x="130098" y="118104"/>
                  </a:cubicBezTo>
                  <a:cubicBezTo>
                    <a:pt x="129459" y="126403"/>
                    <a:pt x="132015" y="134702"/>
                    <a:pt x="137127" y="141086"/>
                  </a:cubicBezTo>
                  <a:cubicBezTo>
                    <a:pt x="128820" y="143640"/>
                    <a:pt x="121791" y="148747"/>
                    <a:pt x="116679" y="155131"/>
                  </a:cubicBezTo>
                  <a:cubicBezTo>
                    <a:pt x="114762" y="158323"/>
                    <a:pt x="115401" y="162153"/>
                    <a:pt x="117957" y="164068"/>
                  </a:cubicBezTo>
                  <a:cubicBezTo>
                    <a:pt x="119235" y="164707"/>
                    <a:pt x="120513" y="165345"/>
                    <a:pt x="121791" y="165345"/>
                  </a:cubicBezTo>
                  <a:cubicBezTo>
                    <a:pt x="123708" y="165345"/>
                    <a:pt x="125625" y="164068"/>
                    <a:pt x="126903" y="162792"/>
                  </a:cubicBezTo>
                  <a:cubicBezTo>
                    <a:pt x="133932" y="152577"/>
                    <a:pt x="150546" y="151300"/>
                    <a:pt x="150546" y="151300"/>
                  </a:cubicBezTo>
                  <a:cubicBezTo>
                    <a:pt x="153102" y="151300"/>
                    <a:pt x="155658" y="149385"/>
                    <a:pt x="156297" y="146193"/>
                  </a:cubicBezTo>
                  <a:cubicBezTo>
                    <a:pt x="156936" y="143640"/>
                    <a:pt x="155658" y="140448"/>
                    <a:pt x="153102" y="139171"/>
                  </a:cubicBezTo>
                  <a:cubicBezTo>
                    <a:pt x="153102" y="139171"/>
                    <a:pt x="139683" y="130872"/>
                    <a:pt x="141600" y="119381"/>
                  </a:cubicBezTo>
                  <a:cubicBezTo>
                    <a:pt x="142878" y="111081"/>
                    <a:pt x="164604" y="95760"/>
                    <a:pt x="178661" y="88099"/>
                  </a:cubicBezTo>
                  <a:cubicBezTo>
                    <a:pt x="181856" y="86184"/>
                    <a:pt x="183134" y="82353"/>
                    <a:pt x="181218" y="79161"/>
                  </a:cubicBezTo>
                  <a:cubicBezTo>
                    <a:pt x="180578" y="77885"/>
                    <a:pt x="178023" y="76608"/>
                    <a:pt x="175466" y="77246"/>
                  </a:cubicBezTo>
                  <a:lnTo>
                    <a:pt x="175466" y="77246"/>
                  </a:lnTo>
                  <a:close/>
                </a:path>
              </a:pathLst>
            </a:custGeom>
            <a:solidFill>
              <a:srgbClr val="00ABAB"/>
            </a:solidFill>
            <a:ln w="6390" cap="flat">
              <a:noFill/>
              <a:prstDash val="solid"/>
              <a:miter/>
            </a:ln>
          </p:spPr>
          <p:txBody>
            <a:bodyPr rtlCol="0" anchor="ctr"/>
            <a:lstStyle/>
            <a:p>
              <a:endParaRPr lang="en-US"/>
            </a:p>
          </p:txBody>
        </p:sp>
        <p:sp>
          <p:nvSpPr>
            <p:cNvPr id="307" name="Graphic 4">
              <a:extLst>
                <a:ext uri="{FF2B5EF4-FFF2-40B4-BE49-F238E27FC236}">
                  <a16:creationId xmlns:a16="http://schemas.microsoft.com/office/drawing/2014/main" id="{9FF10EBF-B289-8B4A-B902-865D4B3B4B1F}"/>
                </a:ext>
              </a:extLst>
            </p:cNvPr>
            <p:cNvSpPr/>
            <p:nvPr/>
          </p:nvSpPr>
          <p:spPr>
            <a:xfrm>
              <a:off x="3760477" y="4083995"/>
              <a:ext cx="44729" cy="44687"/>
            </a:xfrm>
            <a:custGeom>
              <a:avLst/>
              <a:gdLst>
                <a:gd name="connsiteX0" fmla="*/ 22365 w 44729"/>
                <a:gd name="connsiteY0" fmla="*/ 0 h 44687"/>
                <a:gd name="connsiteX1" fmla="*/ 0 w 44729"/>
                <a:gd name="connsiteY1" fmla="*/ 22344 h 44687"/>
                <a:gd name="connsiteX2" fmla="*/ 22365 w 44729"/>
                <a:gd name="connsiteY2" fmla="*/ 44688 h 44687"/>
                <a:gd name="connsiteX3" fmla="*/ 44730 w 44729"/>
                <a:gd name="connsiteY3" fmla="*/ 22344 h 44687"/>
                <a:gd name="connsiteX4" fmla="*/ 22365 w 44729"/>
                <a:gd name="connsiteY4" fmla="*/ 0 h 44687"/>
                <a:gd name="connsiteX5" fmla="*/ 22365 w 44729"/>
                <a:gd name="connsiteY5" fmla="*/ 31920 h 44687"/>
                <a:gd name="connsiteX6" fmla="*/ 12780 w 44729"/>
                <a:gd name="connsiteY6" fmla="*/ 22344 h 44687"/>
                <a:gd name="connsiteX7" fmla="*/ 22365 w 44729"/>
                <a:gd name="connsiteY7" fmla="*/ 12768 h 44687"/>
                <a:gd name="connsiteX8" fmla="*/ 31950 w 44729"/>
                <a:gd name="connsiteY8" fmla="*/ 22344 h 44687"/>
                <a:gd name="connsiteX9" fmla="*/ 22365 w 44729"/>
                <a:gd name="connsiteY9" fmla="*/ 31920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29" h="44687">
                  <a:moveTo>
                    <a:pt x="22365" y="0"/>
                  </a:moveTo>
                  <a:cubicBezTo>
                    <a:pt x="10224" y="0"/>
                    <a:pt x="0" y="10215"/>
                    <a:pt x="0" y="22344"/>
                  </a:cubicBezTo>
                  <a:cubicBezTo>
                    <a:pt x="0" y="34474"/>
                    <a:pt x="10224" y="44688"/>
                    <a:pt x="22365" y="44688"/>
                  </a:cubicBezTo>
                  <a:cubicBezTo>
                    <a:pt x="34506" y="44688"/>
                    <a:pt x="44730" y="34474"/>
                    <a:pt x="44730" y="22344"/>
                  </a:cubicBezTo>
                  <a:cubicBezTo>
                    <a:pt x="44730" y="10215"/>
                    <a:pt x="34506" y="0"/>
                    <a:pt x="22365" y="0"/>
                  </a:cubicBezTo>
                  <a:close/>
                  <a:moveTo>
                    <a:pt x="22365" y="31920"/>
                  </a:moveTo>
                  <a:cubicBezTo>
                    <a:pt x="17253" y="31920"/>
                    <a:pt x="12780" y="27451"/>
                    <a:pt x="12780" y="22344"/>
                  </a:cubicBezTo>
                  <a:cubicBezTo>
                    <a:pt x="12780" y="17237"/>
                    <a:pt x="17253" y="12768"/>
                    <a:pt x="22365" y="12768"/>
                  </a:cubicBezTo>
                  <a:cubicBezTo>
                    <a:pt x="27477" y="12768"/>
                    <a:pt x="31950" y="17237"/>
                    <a:pt x="31950" y="22344"/>
                  </a:cubicBezTo>
                  <a:cubicBezTo>
                    <a:pt x="31950" y="27451"/>
                    <a:pt x="27477" y="31920"/>
                    <a:pt x="22365" y="31920"/>
                  </a:cubicBezTo>
                  <a:close/>
                </a:path>
              </a:pathLst>
            </a:custGeom>
            <a:solidFill>
              <a:srgbClr val="00ABAB"/>
            </a:solidFill>
            <a:ln w="6390" cap="flat">
              <a:noFill/>
              <a:prstDash val="solid"/>
              <a:miter/>
            </a:ln>
          </p:spPr>
          <p:txBody>
            <a:bodyPr rtlCol="0" anchor="ctr"/>
            <a:lstStyle/>
            <a:p>
              <a:endParaRPr lang="en-US"/>
            </a:p>
          </p:txBody>
        </p:sp>
        <p:sp>
          <p:nvSpPr>
            <p:cNvPr id="308" name="Graphic 4">
              <a:extLst>
                <a:ext uri="{FF2B5EF4-FFF2-40B4-BE49-F238E27FC236}">
                  <a16:creationId xmlns:a16="http://schemas.microsoft.com/office/drawing/2014/main" id="{2B4615DA-5EA9-A543-B386-D9AFA2B45282}"/>
                </a:ext>
              </a:extLst>
            </p:cNvPr>
            <p:cNvSpPr/>
            <p:nvPr/>
          </p:nvSpPr>
          <p:spPr>
            <a:xfrm>
              <a:off x="3760477" y="3950570"/>
              <a:ext cx="44729" cy="123210"/>
            </a:xfrm>
            <a:custGeom>
              <a:avLst/>
              <a:gdLst>
                <a:gd name="connsiteX0" fmla="*/ 22365 w 44729"/>
                <a:gd name="connsiteY0" fmla="*/ 0 h 123210"/>
                <a:gd name="connsiteX1" fmla="*/ 0 w 44729"/>
                <a:gd name="connsiteY1" fmla="*/ 22344 h 123210"/>
                <a:gd name="connsiteX2" fmla="*/ 0 w 44729"/>
                <a:gd name="connsiteY2" fmla="*/ 22344 h 123210"/>
                <a:gd name="connsiteX3" fmla="*/ 4473 w 44729"/>
                <a:gd name="connsiteY3" fmla="*/ 105336 h 123210"/>
                <a:gd name="connsiteX4" fmla="*/ 22365 w 44729"/>
                <a:gd name="connsiteY4" fmla="*/ 123211 h 123210"/>
                <a:gd name="connsiteX5" fmla="*/ 40257 w 44729"/>
                <a:gd name="connsiteY5" fmla="*/ 105336 h 123210"/>
                <a:gd name="connsiteX6" fmla="*/ 40257 w 44729"/>
                <a:gd name="connsiteY6" fmla="*/ 105336 h 123210"/>
                <a:gd name="connsiteX7" fmla="*/ 44730 w 44729"/>
                <a:gd name="connsiteY7" fmla="*/ 21705 h 123210"/>
                <a:gd name="connsiteX8" fmla="*/ 22365 w 44729"/>
                <a:gd name="connsiteY8" fmla="*/ 0 h 123210"/>
                <a:gd name="connsiteX9" fmla="*/ 27477 w 44729"/>
                <a:gd name="connsiteY9" fmla="*/ 105974 h 123210"/>
                <a:gd name="connsiteX10" fmla="*/ 22365 w 44729"/>
                <a:gd name="connsiteY10" fmla="*/ 111720 h 123210"/>
                <a:gd name="connsiteX11" fmla="*/ 17253 w 44729"/>
                <a:gd name="connsiteY11" fmla="*/ 105336 h 123210"/>
                <a:gd name="connsiteX12" fmla="*/ 12780 w 44729"/>
                <a:gd name="connsiteY12" fmla="*/ 22344 h 123210"/>
                <a:gd name="connsiteX13" fmla="*/ 22365 w 44729"/>
                <a:gd name="connsiteY13" fmla="*/ 12768 h 123210"/>
                <a:gd name="connsiteX14" fmla="*/ 31950 w 44729"/>
                <a:gd name="connsiteY14" fmla="*/ 22344 h 123210"/>
                <a:gd name="connsiteX15" fmla="*/ 27477 w 44729"/>
                <a:gd name="connsiteY15" fmla="*/ 105974 h 12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729" h="123210">
                  <a:moveTo>
                    <a:pt x="22365" y="0"/>
                  </a:moveTo>
                  <a:cubicBezTo>
                    <a:pt x="10224" y="0"/>
                    <a:pt x="0" y="10214"/>
                    <a:pt x="0" y="22344"/>
                  </a:cubicBezTo>
                  <a:lnTo>
                    <a:pt x="0" y="22344"/>
                  </a:lnTo>
                  <a:lnTo>
                    <a:pt x="4473" y="105336"/>
                  </a:lnTo>
                  <a:cubicBezTo>
                    <a:pt x="4473" y="115550"/>
                    <a:pt x="12780" y="123211"/>
                    <a:pt x="22365" y="123211"/>
                  </a:cubicBezTo>
                  <a:cubicBezTo>
                    <a:pt x="32589" y="123211"/>
                    <a:pt x="40257" y="114912"/>
                    <a:pt x="40257" y="105336"/>
                  </a:cubicBezTo>
                  <a:cubicBezTo>
                    <a:pt x="40257" y="105336"/>
                    <a:pt x="40257" y="105336"/>
                    <a:pt x="40257" y="105336"/>
                  </a:cubicBezTo>
                  <a:lnTo>
                    <a:pt x="44730" y="21705"/>
                  </a:lnTo>
                  <a:cubicBezTo>
                    <a:pt x="44091" y="9576"/>
                    <a:pt x="34506" y="0"/>
                    <a:pt x="22365" y="0"/>
                  </a:cubicBezTo>
                  <a:close/>
                  <a:moveTo>
                    <a:pt x="27477" y="105974"/>
                  </a:moveTo>
                  <a:cubicBezTo>
                    <a:pt x="27477" y="109166"/>
                    <a:pt x="24921" y="111720"/>
                    <a:pt x="22365" y="111720"/>
                  </a:cubicBezTo>
                  <a:cubicBezTo>
                    <a:pt x="19170" y="111081"/>
                    <a:pt x="16614" y="108528"/>
                    <a:pt x="17253" y="105336"/>
                  </a:cubicBezTo>
                  <a:lnTo>
                    <a:pt x="12780" y="22344"/>
                  </a:lnTo>
                  <a:cubicBezTo>
                    <a:pt x="12780" y="17237"/>
                    <a:pt x="17253" y="12768"/>
                    <a:pt x="22365" y="12768"/>
                  </a:cubicBezTo>
                  <a:cubicBezTo>
                    <a:pt x="27477" y="12768"/>
                    <a:pt x="31950" y="17237"/>
                    <a:pt x="31950" y="22344"/>
                  </a:cubicBezTo>
                  <a:lnTo>
                    <a:pt x="27477" y="105974"/>
                  </a:lnTo>
                  <a:close/>
                </a:path>
              </a:pathLst>
            </a:custGeom>
            <a:solidFill>
              <a:srgbClr val="00ABAB"/>
            </a:solidFill>
            <a:ln w="6390" cap="flat">
              <a:noFill/>
              <a:prstDash val="solid"/>
              <a:miter/>
            </a:ln>
          </p:spPr>
          <p:txBody>
            <a:bodyPr rtlCol="0" anchor="ctr"/>
            <a:lstStyle/>
            <a:p>
              <a:endParaRPr lang="en-US"/>
            </a:p>
          </p:txBody>
        </p:sp>
        <p:sp>
          <p:nvSpPr>
            <p:cNvPr id="309" name="Graphic 4">
              <a:extLst>
                <a:ext uri="{FF2B5EF4-FFF2-40B4-BE49-F238E27FC236}">
                  <a16:creationId xmlns:a16="http://schemas.microsoft.com/office/drawing/2014/main" id="{4ED2A205-A429-4F4B-8A4E-2F598201E62A}"/>
                </a:ext>
              </a:extLst>
            </p:cNvPr>
            <p:cNvSpPr/>
            <p:nvPr/>
          </p:nvSpPr>
          <p:spPr>
            <a:xfrm>
              <a:off x="3682520" y="3974191"/>
              <a:ext cx="23642" cy="23620"/>
            </a:xfrm>
            <a:custGeom>
              <a:avLst/>
              <a:gdLst>
                <a:gd name="connsiteX0" fmla="*/ 10863 w 23642"/>
                <a:gd name="connsiteY0" fmla="*/ 1915 h 23620"/>
                <a:gd name="connsiteX1" fmla="*/ 1917 w 23642"/>
                <a:gd name="connsiteY1" fmla="*/ 1915 h 23620"/>
                <a:gd name="connsiteX2" fmla="*/ 1917 w 23642"/>
                <a:gd name="connsiteY2" fmla="*/ 10853 h 23620"/>
                <a:gd name="connsiteX3" fmla="*/ 12780 w 23642"/>
                <a:gd name="connsiteY3" fmla="*/ 21706 h 23620"/>
                <a:gd name="connsiteX4" fmla="*/ 21726 w 23642"/>
                <a:gd name="connsiteY4" fmla="*/ 21706 h 23620"/>
                <a:gd name="connsiteX5" fmla="*/ 21726 w 23642"/>
                <a:gd name="connsiteY5" fmla="*/ 21706 h 23620"/>
                <a:gd name="connsiteX6" fmla="*/ 21726 w 23642"/>
                <a:gd name="connsiteY6" fmla="*/ 12768 h 23620"/>
                <a:gd name="connsiteX7" fmla="*/ 21726 w 23642"/>
                <a:gd name="connsiteY7" fmla="*/ 12768 h 23620"/>
                <a:gd name="connsiteX8" fmla="*/ 10863 w 23642"/>
                <a:gd name="connsiteY8" fmla="*/ 1915 h 2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2" h="23620">
                  <a:moveTo>
                    <a:pt x="10863" y="1915"/>
                  </a:moveTo>
                  <a:cubicBezTo>
                    <a:pt x="8307" y="-638"/>
                    <a:pt x="4473" y="-638"/>
                    <a:pt x="1917" y="1915"/>
                  </a:cubicBezTo>
                  <a:cubicBezTo>
                    <a:pt x="-639" y="4469"/>
                    <a:pt x="-639" y="8299"/>
                    <a:pt x="1917" y="10853"/>
                  </a:cubicBezTo>
                  <a:lnTo>
                    <a:pt x="12780" y="21706"/>
                  </a:lnTo>
                  <a:cubicBezTo>
                    <a:pt x="15336" y="24259"/>
                    <a:pt x="19170" y="24259"/>
                    <a:pt x="21726" y="21706"/>
                  </a:cubicBezTo>
                  <a:cubicBezTo>
                    <a:pt x="21726" y="21706"/>
                    <a:pt x="21726" y="21706"/>
                    <a:pt x="21726" y="21706"/>
                  </a:cubicBezTo>
                  <a:cubicBezTo>
                    <a:pt x="24282" y="19152"/>
                    <a:pt x="24282" y="15322"/>
                    <a:pt x="21726" y="12768"/>
                  </a:cubicBezTo>
                  <a:cubicBezTo>
                    <a:pt x="21726" y="12768"/>
                    <a:pt x="21726" y="12768"/>
                    <a:pt x="21726" y="12768"/>
                  </a:cubicBezTo>
                  <a:lnTo>
                    <a:pt x="10863" y="1915"/>
                  </a:lnTo>
                  <a:close/>
                </a:path>
              </a:pathLst>
            </a:custGeom>
            <a:solidFill>
              <a:srgbClr val="00ABAB"/>
            </a:solidFill>
            <a:ln w="6390" cap="flat">
              <a:noFill/>
              <a:prstDash val="solid"/>
              <a:miter/>
            </a:ln>
          </p:spPr>
          <p:txBody>
            <a:bodyPr rtlCol="0" anchor="ctr"/>
            <a:lstStyle/>
            <a:p>
              <a:endParaRPr lang="en-US"/>
            </a:p>
          </p:txBody>
        </p:sp>
        <p:sp>
          <p:nvSpPr>
            <p:cNvPr id="310" name="Graphic 4">
              <a:extLst>
                <a:ext uri="{FF2B5EF4-FFF2-40B4-BE49-F238E27FC236}">
                  <a16:creationId xmlns:a16="http://schemas.microsoft.com/office/drawing/2014/main" id="{F4D9CAC2-5E0E-9347-82A5-F86B957CD34F}"/>
                </a:ext>
              </a:extLst>
            </p:cNvPr>
            <p:cNvSpPr/>
            <p:nvPr/>
          </p:nvSpPr>
          <p:spPr>
            <a:xfrm>
              <a:off x="3711115" y="4003082"/>
              <a:ext cx="23163" cy="22819"/>
            </a:xfrm>
            <a:custGeom>
              <a:avLst/>
              <a:gdLst>
                <a:gd name="connsiteX0" fmla="*/ 10384 w 23163"/>
                <a:gd name="connsiteY0" fmla="*/ 1113 h 22819"/>
                <a:gd name="connsiteX1" fmla="*/ 1438 w 23163"/>
                <a:gd name="connsiteY1" fmla="*/ 2390 h 22819"/>
                <a:gd name="connsiteX2" fmla="*/ 1438 w 23163"/>
                <a:gd name="connsiteY2" fmla="*/ 10051 h 22819"/>
                <a:gd name="connsiteX3" fmla="*/ 12301 w 23163"/>
                <a:gd name="connsiteY3" fmla="*/ 20904 h 22819"/>
                <a:gd name="connsiteX4" fmla="*/ 16774 w 23163"/>
                <a:gd name="connsiteY4" fmla="*/ 22819 h 22819"/>
                <a:gd name="connsiteX5" fmla="*/ 21246 w 23163"/>
                <a:gd name="connsiteY5" fmla="*/ 20904 h 22819"/>
                <a:gd name="connsiteX6" fmla="*/ 21246 w 23163"/>
                <a:gd name="connsiteY6" fmla="*/ 11966 h 22819"/>
                <a:gd name="connsiteX7" fmla="*/ 21246 w 23163"/>
                <a:gd name="connsiteY7" fmla="*/ 11966 h 22819"/>
                <a:gd name="connsiteX8" fmla="*/ 10384 w 23163"/>
                <a:gd name="connsiteY8" fmla="*/ 1113 h 2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163" h="22819">
                  <a:moveTo>
                    <a:pt x="10384" y="1113"/>
                  </a:moveTo>
                  <a:cubicBezTo>
                    <a:pt x="7828" y="-802"/>
                    <a:pt x="3355" y="-163"/>
                    <a:pt x="1438" y="2390"/>
                  </a:cubicBezTo>
                  <a:cubicBezTo>
                    <a:pt x="-479" y="4944"/>
                    <a:pt x="-479" y="7497"/>
                    <a:pt x="1438" y="10051"/>
                  </a:cubicBezTo>
                  <a:lnTo>
                    <a:pt x="12301" y="20904"/>
                  </a:lnTo>
                  <a:cubicBezTo>
                    <a:pt x="13579" y="22181"/>
                    <a:pt x="14856" y="22819"/>
                    <a:pt x="16774" y="22819"/>
                  </a:cubicBezTo>
                  <a:cubicBezTo>
                    <a:pt x="18691" y="22819"/>
                    <a:pt x="19969" y="22181"/>
                    <a:pt x="21246" y="20904"/>
                  </a:cubicBezTo>
                  <a:cubicBezTo>
                    <a:pt x="23802" y="18350"/>
                    <a:pt x="23802" y="14520"/>
                    <a:pt x="21246" y="11966"/>
                  </a:cubicBezTo>
                  <a:cubicBezTo>
                    <a:pt x="21246" y="11966"/>
                    <a:pt x="21246" y="11966"/>
                    <a:pt x="21246" y="11966"/>
                  </a:cubicBezTo>
                  <a:lnTo>
                    <a:pt x="10384" y="1113"/>
                  </a:lnTo>
                  <a:close/>
                </a:path>
              </a:pathLst>
            </a:custGeom>
            <a:solidFill>
              <a:srgbClr val="00ABAB"/>
            </a:solidFill>
            <a:ln w="6390" cap="flat">
              <a:noFill/>
              <a:prstDash val="solid"/>
              <a:miter/>
            </a:ln>
          </p:spPr>
          <p:txBody>
            <a:bodyPr rtlCol="0" anchor="ctr"/>
            <a:lstStyle/>
            <a:p>
              <a:endParaRPr lang="en-US"/>
            </a:p>
          </p:txBody>
        </p:sp>
        <p:sp>
          <p:nvSpPr>
            <p:cNvPr id="311" name="Graphic 4">
              <a:extLst>
                <a:ext uri="{FF2B5EF4-FFF2-40B4-BE49-F238E27FC236}">
                  <a16:creationId xmlns:a16="http://schemas.microsoft.com/office/drawing/2014/main" id="{DC5C98D4-10E1-244D-BBE4-D2CB8E902364}"/>
                </a:ext>
              </a:extLst>
            </p:cNvPr>
            <p:cNvSpPr/>
            <p:nvPr/>
          </p:nvSpPr>
          <p:spPr>
            <a:xfrm>
              <a:off x="3710636" y="3973553"/>
              <a:ext cx="23642" cy="23620"/>
            </a:xfrm>
            <a:custGeom>
              <a:avLst/>
              <a:gdLst>
                <a:gd name="connsiteX0" fmla="*/ 6390 w 23642"/>
                <a:gd name="connsiteY0" fmla="*/ 23621 h 23620"/>
                <a:gd name="connsiteX1" fmla="*/ 10863 w 23642"/>
                <a:gd name="connsiteY1" fmla="*/ 21706 h 23620"/>
                <a:gd name="connsiteX2" fmla="*/ 21726 w 23642"/>
                <a:gd name="connsiteY2" fmla="*/ 10853 h 23620"/>
                <a:gd name="connsiteX3" fmla="*/ 21726 w 23642"/>
                <a:gd name="connsiteY3" fmla="*/ 1915 h 23620"/>
                <a:gd name="connsiteX4" fmla="*/ 12780 w 23642"/>
                <a:gd name="connsiteY4" fmla="*/ 1915 h 23620"/>
                <a:gd name="connsiteX5" fmla="*/ 12780 w 23642"/>
                <a:gd name="connsiteY5" fmla="*/ 1915 h 23620"/>
                <a:gd name="connsiteX6" fmla="*/ 1917 w 23642"/>
                <a:gd name="connsiteY6" fmla="*/ 12768 h 23620"/>
                <a:gd name="connsiteX7" fmla="*/ 1917 w 23642"/>
                <a:gd name="connsiteY7" fmla="*/ 21706 h 23620"/>
                <a:gd name="connsiteX8" fmla="*/ 1917 w 23642"/>
                <a:gd name="connsiteY8" fmla="*/ 21706 h 23620"/>
                <a:gd name="connsiteX9" fmla="*/ 6390 w 23642"/>
                <a:gd name="connsiteY9" fmla="*/ 23621 h 2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2" h="23620">
                  <a:moveTo>
                    <a:pt x="6390" y="23621"/>
                  </a:moveTo>
                  <a:cubicBezTo>
                    <a:pt x="8307" y="23621"/>
                    <a:pt x="9585" y="22982"/>
                    <a:pt x="10863" y="21706"/>
                  </a:cubicBezTo>
                  <a:lnTo>
                    <a:pt x="21726" y="10853"/>
                  </a:lnTo>
                  <a:cubicBezTo>
                    <a:pt x="24282" y="8299"/>
                    <a:pt x="24282" y="4469"/>
                    <a:pt x="21726" y="1915"/>
                  </a:cubicBezTo>
                  <a:cubicBezTo>
                    <a:pt x="19170" y="-638"/>
                    <a:pt x="15336" y="-638"/>
                    <a:pt x="12780" y="1915"/>
                  </a:cubicBezTo>
                  <a:cubicBezTo>
                    <a:pt x="12780" y="1915"/>
                    <a:pt x="12780" y="1915"/>
                    <a:pt x="12780" y="1915"/>
                  </a:cubicBezTo>
                  <a:lnTo>
                    <a:pt x="1917" y="12768"/>
                  </a:lnTo>
                  <a:cubicBezTo>
                    <a:pt x="-639" y="15322"/>
                    <a:pt x="-639" y="19152"/>
                    <a:pt x="1917" y="21706"/>
                  </a:cubicBezTo>
                  <a:cubicBezTo>
                    <a:pt x="1917" y="21706"/>
                    <a:pt x="1917" y="21706"/>
                    <a:pt x="1917" y="21706"/>
                  </a:cubicBezTo>
                  <a:cubicBezTo>
                    <a:pt x="3195" y="22982"/>
                    <a:pt x="4473" y="23621"/>
                    <a:pt x="6390" y="23621"/>
                  </a:cubicBezTo>
                  <a:close/>
                </a:path>
              </a:pathLst>
            </a:custGeom>
            <a:solidFill>
              <a:srgbClr val="00ABAB"/>
            </a:solidFill>
            <a:ln w="6390" cap="flat">
              <a:noFill/>
              <a:prstDash val="solid"/>
              <a:miter/>
            </a:ln>
          </p:spPr>
          <p:txBody>
            <a:bodyPr rtlCol="0" anchor="ctr"/>
            <a:lstStyle/>
            <a:p>
              <a:endParaRPr lang="en-US"/>
            </a:p>
          </p:txBody>
        </p:sp>
        <p:sp>
          <p:nvSpPr>
            <p:cNvPr id="312" name="Graphic 4">
              <a:extLst>
                <a:ext uri="{FF2B5EF4-FFF2-40B4-BE49-F238E27FC236}">
                  <a16:creationId xmlns:a16="http://schemas.microsoft.com/office/drawing/2014/main" id="{0C729AA7-1BB8-5E42-B7C1-7FFD320E4809}"/>
                </a:ext>
              </a:extLst>
            </p:cNvPr>
            <p:cNvSpPr/>
            <p:nvPr/>
          </p:nvSpPr>
          <p:spPr>
            <a:xfrm>
              <a:off x="3681881" y="4002281"/>
              <a:ext cx="23642" cy="23620"/>
            </a:xfrm>
            <a:custGeom>
              <a:avLst/>
              <a:gdLst>
                <a:gd name="connsiteX0" fmla="*/ 12780 w 23642"/>
                <a:gd name="connsiteY0" fmla="*/ 1915 h 23620"/>
                <a:gd name="connsiteX1" fmla="*/ 1917 w 23642"/>
                <a:gd name="connsiteY1" fmla="*/ 12768 h 23620"/>
                <a:gd name="connsiteX2" fmla="*/ 1917 w 23642"/>
                <a:gd name="connsiteY2" fmla="*/ 21706 h 23620"/>
                <a:gd name="connsiteX3" fmla="*/ 1917 w 23642"/>
                <a:gd name="connsiteY3" fmla="*/ 21706 h 23620"/>
                <a:gd name="connsiteX4" fmla="*/ 6390 w 23642"/>
                <a:gd name="connsiteY4" fmla="*/ 23621 h 23620"/>
                <a:gd name="connsiteX5" fmla="*/ 10863 w 23642"/>
                <a:gd name="connsiteY5" fmla="*/ 21706 h 23620"/>
                <a:gd name="connsiteX6" fmla="*/ 21726 w 23642"/>
                <a:gd name="connsiteY6" fmla="*/ 10853 h 23620"/>
                <a:gd name="connsiteX7" fmla="*/ 21726 w 23642"/>
                <a:gd name="connsiteY7" fmla="*/ 1915 h 23620"/>
                <a:gd name="connsiteX8" fmla="*/ 12780 w 23642"/>
                <a:gd name="connsiteY8" fmla="*/ 1915 h 23620"/>
                <a:gd name="connsiteX9" fmla="*/ 12780 w 23642"/>
                <a:gd name="connsiteY9" fmla="*/ 1915 h 23620"/>
                <a:gd name="connsiteX10" fmla="*/ 12780 w 23642"/>
                <a:gd name="connsiteY10" fmla="*/ 1915 h 2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42" h="23620">
                  <a:moveTo>
                    <a:pt x="12780" y="1915"/>
                  </a:moveTo>
                  <a:lnTo>
                    <a:pt x="1917" y="12768"/>
                  </a:lnTo>
                  <a:cubicBezTo>
                    <a:pt x="-639" y="15322"/>
                    <a:pt x="-639" y="19152"/>
                    <a:pt x="1917" y="21706"/>
                  </a:cubicBezTo>
                  <a:cubicBezTo>
                    <a:pt x="1917" y="21706"/>
                    <a:pt x="1917" y="21706"/>
                    <a:pt x="1917" y="21706"/>
                  </a:cubicBezTo>
                  <a:cubicBezTo>
                    <a:pt x="3195" y="22982"/>
                    <a:pt x="4473" y="23621"/>
                    <a:pt x="6390" y="23621"/>
                  </a:cubicBezTo>
                  <a:cubicBezTo>
                    <a:pt x="8307" y="23621"/>
                    <a:pt x="9585" y="22982"/>
                    <a:pt x="10863" y="21706"/>
                  </a:cubicBezTo>
                  <a:lnTo>
                    <a:pt x="21726" y="10853"/>
                  </a:lnTo>
                  <a:cubicBezTo>
                    <a:pt x="24282" y="8299"/>
                    <a:pt x="24282" y="4469"/>
                    <a:pt x="21726" y="1915"/>
                  </a:cubicBezTo>
                  <a:cubicBezTo>
                    <a:pt x="19170" y="-638"/>
                    <a:pt x="15336" y="-638"/>
                    <a:pt x="12780" y="1915"/>
                  </a:cubicBezTo>
                  <a:lnTo>
                    <a:pt x="12780" y="1915"/>
                  </a:lnTo>
                  <a:lnTo>
                    <a:pt x="12780" y="1915"/>
                  </a:lnTo>
                  <a:close/>
                </a:path>
              </a:pathLst>
            </a:custGeom>
            <a:solidFill>
              <a:srgbClr val="00ABAB"/>
            </a:solidFill>
            <a:ln w="6390" cap="flat">
              <a:noFill/>
              <a:prstDash val="solid"/>
              <a:miter/>
            </a:ln>
          </p:spPr>
          <p:txBody>
            <a:bodyPr rtlCol="0" anchor="ctr"/>
            <a:lstStyle/>
            <a:p>
              <a:endParaRPr lang="en-US"/>
            </a:p>
          </p:txBody>
        </p:sp>
        <p:sp>
          <p:nvSpPr>
            <p:cNvPr id="313" name="Graphic 4">
              <a:extLst>
                <a:ext uri="{FF2B5EF4-FFF2-40B4-BE49-F238E27FC236}">
                  <a16:creationId xmlns:a16="http://schemas.microsoft.com/office/drawing/2014/main" id="{059EF93D-C592-A845-ACEB-5ACAAFDDF984}"/>
                </a:ext>
              </a:extLst>
            </p:cNvPr>
            <p:cNvSpPr/>
            <p:nvPr/>
          </p:nvSpPr>
          <p:spPr>
            <a:xfrm>
              <a:off x="3819265" y="4068035"/>
              <a:ext cx="44729" cy="44687"/>
            </a:xfrm>
            <a:custGeom>
              <a:avLst/>
              <a:gdLst>
                <a:gd name="connsiteX0" fmla="*/ 38340 w 44729"/>
                <a:gd name="connsiteY0" fmla="*/ 15960 h 44687"/>
                <a:gd name="connsiteX1" fmla="*/ 28755 w 44729"/>
                <a:gd name="connsiteY1" fmla="*/ 15960 h 44687"/>
                <a:gd name="connsiteX2" fmla="*/ 28755 w 44729"/>
                <a:gd name="connsiteY2" fmla="*/ 6384 h 44687"/>
                <a:gd name="connsiteX3" fmla="*/ 22365 w 44729"/>
                <a:gd name="connsiteY3" fmla="*/ 0 h 44687"/>
                <a:gd name="connsiteX4" fmla="*/ 15975 w 44729"/>
                <a:gd name="connsiteY4" fmla="*/ 6384 h 44687"/>
                <a:gd name="connsiteX5" fmla="*/ 15975 w 44729"/>
                <a:gd name="connsiteY5" fmla="*/ 15960 h 44687"/>
                <a:gd name="connsiteX6" fmla="*/ 6390 w 44729"/>
                <a:gd name="connsiteY6" fmla="*/ 15960 h 44687"/>
                <a:gd name="connsiteX7" fmla="*/ 0 w 44729"/>
                <a:gd name="connsiteY7" fmla="*/ 22344 h 44687"/>
                <a:gd name="connsiteX8" fmla="*/ 6390 w 44729"/>
                <a:gd name="connsiteY8" fmla="*/ 28728 h 44687"/>
                <a:gd name="connsiteX9" fmla="*/ 15975 w 44729"/>
                <a:gd name="connsiteY9" fmla="*/ 28728 h 44687"/>
                <a:gd name="connsiteX10" fmla="*/ 15975 w 44729"/>
                <a:gd name="connsiteY10" fmla="*/ 38304 h 44687"/>
                <a:gd name="connsiteX11" fmla="*/ 22365 w 44729"/>
                <a:gd name="connsiteY11" fmla="*/ 44688 h 44687"/>
                <a:gd name="connsiteX12" fmla="*/ 28755 w 44729"/>
                <a:gd name="connsiteY12" fmla="*/ 38304 h 44687"/>
                <a:gd name="connsiteX13" fmla="*/ 28755 w 44729"/>
                <a:gd name="connsiteY13" fmla="*/ 28728 h 44687"/>
                <a:gd name="connsiteX14" fmla="*/ 38340 w 44729"/>
                <a:gd name="connsiteY14" fmla="*/ 28728 h 44687"/>
                <a:gd name="connsiteX15" fmla="*/ 44730 w 44729"/>
                <a:gd name="connsiteY15" fmla="*/ 22344 h 44687"/>
                <a:gd name="connsiteX16" fmla="*/ 38340 w 44729"/>
                <a:gd name="connsiteY16" fmla="*/ 15960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729" h="44687">
                  <a:moveTo>
                    <a:pt x="38340" y="15960"/>
                  </a:moveTo>
                  <a:lnTo>
                    <a:pt x="28755" y="15960"/>
                  </a:lnTo>
                  <a:lnTo>
                    <a:pt x="28755" y="6384"/>
                  </a:lnTo>
                  <a:cubicBezTo>
                    <a:pt x="28755" y="2554"/>
                    <a:pt x="26199" y="0"/>
                    <a:pt x="22365" y="0"/>
                  </a:cubicBezTo>
                  <a:cubicBezTo>
                    <a:pt x="18531" y="0"/>
                    <a:pt x="15975" y="2554"/>
                    <a:pt x="15975" y="6384"/>
                  </a:cubicBezTo>
                  <a:lnTo>
                    <a:pt x="15975" y="15960"/>
                  </a:lnTo>
                  <a:lnTo>
                    <a:pt x="6390" y="15960"/>
                  </a:lnTo>
                  <a:cubicBezTo>
                    <a:pt x="2556" y="15960"/>
                    <a:pt x="0" y="18514"/>
                    <a:pt x="0" y="22344"/>
                  </a:cubicBezTo>
                  <a:cubicBezTo>
                    <a:pt x="0" y="26175"/>
                    <a:pt x="2556" y="28728"/>
                    <a:pt x="6390" y="28728"/>
                  </a:cubicBezTo>
                  <a:lnTo>
                    <a:pt x="15975" y="28728"/>
                  </a:lnTo>
                  <a:lnTo>
                    <a:pt x="15975" y="38304"/>
                  </a:lnTo>
                  <a:cubicBezTo>
                    <a:pt x="15975" y="42135"/>
                    <a:pt x="18531" y="44688"/>
                    <a:pt x="22365" y="44688"/>
                  </a:cubicBezTo>
                  <a:cubicBezTo>
                    <a:pt x="26199" y="44688"/>
                    <a:pt x="28755" y="42135"/>
                    <a:pt x="28755" y="38304"/>
                  </a:cubicBezTo>
                  <a:lnTo>
                    <a:pt x="28755" y="28728"/>
                  </a:lnTo>
                  <a:lnTo>
                    <a:pt x="38340" y="28728"/>
                  </a:lnTo>
                  <a:cubicBezTo>
                    <a:pt x="42173" y="28728"/>
                    <a:pt x="44730" y="26175"/>
                    <a:pt x="44730" y="22344"/>
                  </a:cubicBezTo>
                  <a:cubicBezTo>
                    <a:pt x="44730" y="18514"/>
                    <a:pt x="41535" y="15960"/>
                    <a:pt x="38340" y="15960"/>
                  </a:cubicBezTo>
                  <a:close/>
                </a:path>
              </a:pathLst>
            </a:custGeom>
            <a:solidFill>
              <a:srgbClr val="00ABAB"/>
            </a:solidFill>
            <a:ln w="6390" cap="flat">
              <a:noFill/>
              <a:prstDash val="solid"/>
              <a:miter/>
            </a:ln>
          </p:spPr>
          <p:txBody>
            <a:bodyPr rtlCol="0" anchor="ctr"/>
            <a:lstStyle/>
            <a:p>
              <a:endParaRPr lang="en-US"/>
            </a:p>
          </p:txBody>
        </p:sp>
      </p:grpSp>
      <p:grpSp>
        <p:nvGrpSpPr>
          <p:cNvPr id="314" name="Graphic 4">
            <a:extLst>
              <a:ext uri="{FF2B5EF4-FFF2-40B4-BE49-F238E27FC236}">
                <a16:creationId xmlns:a16="http://schemas.microsoft.com/office/drawing/2014/main" id="{D5F4BBC7-171B-2146-8F36-469896C85DCD}"/>
              </a:ext>
            </a:extLst>
          </p:cNvPr>
          <p:cNvGrpSpPr/>
          <p:nvPr/>
        </p:nvGrpSpPr>
        <p:grpSpPr>
          <a:xfrm>
            <a:off x="4045469" y="1402723"/>
            <a:ext cx="362309" cy="361971"/>
            <a:chOff x="4045469" y="1402723"/>
            <a:chExt cx="362309" cy="361971"/>
          </a:xfrm>
          <a:solidFill>
            <a:srgbClr val="00ABAB"/>
          </a:solidFill>
        </p:grpSpPr>
        <p:sp>
          <p:nvSpPr>
            <p:cNvPr id="315" name="Graphic 4">
              <a:extLst>
                <a:ext uri="{FF2B5EF4-FFF2-40B4-BE49-F238E27FC236}">
                  <a16:creationId xmlns:a16="http://schemas.microsoft.com/office/drawing/2014/main" id="{6639A0EA-496D-C04A-B8CD-D6663260FB42}"/>
                </a:ext>
              </a:extLst>
            </p:cNvPr>
            <p:cNvSpPr/>
            <p:nvPr/>
          </p:nvSpPr>
          <p:spPr>
            <a:xfrm>
              <a:off x="4220553" y="1532956"/>
              <a:ext cx="12779" cy="60009"/>
            </a:xfrm>
            <a:custGeom>
              <a:avLst/>
              <a:gdLst>
                <a:gd name="connsiteX0" fmla="*/ 2556 w 12779"/>
                <a:gd name="connsiteY0" fmla="*/ 60009 h 60009"/>
                <a:gd name="connsiteX1" fmla="*/ 10224 w 12779"/>
                <a:gd name="connsiteY1" fmla="*/ 60009 h 60009"/>
                <a:gd name="connsiteX2" fmla="*/ 12780 w 12779"/>
                <a:gd name="connsiteY2" fmla="*/ 0 h 60009"/>
                <a:gd name="connsiteX3" fmla="*/ 0 w 12779"/>
                <a:gd name="connsiteY3" fmla="*/ 0 h 60009"/>
              </a:gdLst>
              <a:ahLst/>
              <a:cxnLst>
                <a:cxn ang="0">
                  <a:pos x="connsiteX0" y="connsiteY0"/>
                </a:cxn>
                <a:cxn ang="0">
                  <a:pos x="connsiteX1" y="connsiteY1"/>
                </a:cxn>
                <a:cxn ang="0">
                  <a:pos x="connsiteX2" y="connsiteY2"/>
                </a:cxn>
                <a:cxn ang="0">
                  <a:pos x="connsiteX3" y="connsiteY3"/>
                </a:cxn>
              </a:cxnLst>
              <a:rect l="l" t="t" r="r" b="b"/>
              <a:pathLst>
                <a:path w="12779" h="60009">
                  <a:moveTo>
                    <a:pt x="2556" y="60009"/>
                  </a:moveTo>
                  <a:lnTo>
                    <a:pt x="10224" y="60009"/>
                  </a:lnTo>
                  <a:lnTo>
                    <a:pt x="12780" y="0"/>
                  </a:lnTo>
                  <a:lnTo>
                    <a:pt x="0" y="0"/>
                  </a:lnTo>
                  <a:close/>
                </a:path>
              </a:pathLst>
            </a:custGeom>
            <a:solidFill>
              <a:srgbClr val="00ABAB"/>
            </a:solidFill>
            <a:ln w="6390" cap="flat">
              <a:noFill/>
              <a:prstDash val="solid"/>
              <a:miter/>
            </a:ln>
          </p:spPr>
          <p:txBody>
            <a:bodyPr rtlCol="0" anchor="ctr"/>
            <a:lstStyle/>
            <a:p>
              <a:endParaRPr lang="en-US"/>
            </a:p>
          </p:txBody>
        </p:sp>
        <p:sp>
          <p:nvSpPr>
            <p:cNvPr id="316" name="Graphic 4">
              <a:extLst>
                <a:ext uri="{FF2B5EF4-FFF2-40B4-BE49-F238E27FC236}">
                  <a16:creationId xmlns:a16="http://schemas.microsoft.com/office/drawing/2014/main" id="{902BDEDA-F226-634D-B57D-4A0CA845A6FC}"/>
                </a:ext>
              </a:extLst>
            </p:cNvPr>
            <p:cNvSpPr/>
            <p:nvPr/>
          </p:nvSpPr>
          <p:spPr>
            <a:xfrm>
              <a:off x="4150902" y="1507420"/>
              <a:ext cx="152080" cy="151938"/>
            </a:xfrm>
            <a:custGeom>
              <a:avLst/>
              <a:gdLst>
                <a:gd name="connsiteX0" fmla="*/ 76040 w 152080"/>
                <a:gd name="connsiteY0" fmla="*/ 0 h 151938"/>
                <a:gd name="connsiteX1" fmla="*/ 0 w 152080"/>
                <a:gd name="connsiteY1" fmla="*/ 75969 h 151938"/>
                <a:gd name="connsiteX2" fmla="*/ 76040 w 152080"/>
                <a:gd name="connsiteY2" fmla="*/ 151939 h 151938"/>
                <a:gd name="connsiteX3" fmla="*/ 152081 w 152080"/>
                <a:gd name="connsiteY3" fmla="*/ 75969 h 151938"/>
                <a:gd name="connsiteX4" fmla="*/ 152081 w 152080"/>
                <a:gd name="connsiteY4" fmla="*/ 75969 h 151938"/>
                <a:gd name="connsiteX5" fmla="*/ 76040 w 152080"/>
                <a:gd name="connsiteY5" fmla="*/ 0 h 151938"/>
                <a:gd name="connsiteX6" fmla="*/ 76040 w 152080"/>
                <a:gd name="connsiteY6" fmla="*/ 138533 h 151938"/>
                <a:gd name="connsiteX7" fmla="*/ 60066 w 152080"/>
                <a:gd name="connsiteY7" fmla="*/ 122572 h 151938"/>
                <a:gd name="connsiteX8" fmla="*/ 76040 w 152080"/>
                <a:gd name="connsiteY8" fmla="*/ 105974 h 151938"/>
                <a:gd name="connsiteX9" fmla="*/ 92015 w 152080"/>
                <a:gd name="connsiteY9" fmla="*/ 121934 h 151938"/>
                <a:gd name="connsiteX10" fmla="*/ 92015 w 152080"/>
                <a:gd name="connsiteY10" fmla="*/ 121934 h 151938"/>
                <a:gd name="connsiteX11" fmla="*/ 76040 w 152080"/>
                <a:gd name="connsiteY11" fmla="*/ 138533 h 151938"/>
                <a:gd name="connsiteX12" fmla="*/ 92015 w 152080"/>
                <a:gd name="connsiteY12" fmla="*/ 89376 h 151938"/>
                <a:gd name="connsiteX13" fmla="*/ 82430 w 152080"/>
                <a:gd name="connsiteY13" fmla="*/ 98313 h 151938"/>
                <a:gd name="connsiteX14" fmla="*/ 69012 w 152080"/>
                <a:gd name="connsiteY14" fmla="*/ 98313 h 151938"/>
                <a:gd name="connsiteX15" fmla="*/ 59427 w 152080"/>
                <a:gd name="connsiteY15" fmla="*/ 89376 h 151938"/>
                <a:gd name="connsiteX16" fmla="*/ 56232 w 152080"/>
                <a:gd name="connsiteY16" fmla="*/ 23621 h 151938"/>
                <a:gd name="connsiteX17" fmla="*/ 65177 w 152080"/>
                <a:gd name="connsiteY17" fmla="*/ 13406 h 151938"/>
                <a:gd name="connsiteX18" fmla="*/ 65177 w 152080"/>
                <a:gd name="connsiteY18" fmla="*/ 13406 h 151938"/>
                <a:gd name="connsiteX19" fmla="*/ 86264 w 152080"/>
                <a:gd name="connsiteY19" fmla="*/ 13406 h 151938"/>
                <a:gd name="connsiteX20" fmla="*/ 95210 w 152080"/>
                <a:gd name="connsiteY20" fmla="*/ 23621 h 151938"/>
                <a:gd name="connsiteX21" fmla="*/ 92015 w 152080"/>
                <a:gd name="connsiteY21" fmla="*/ 89376 h 151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2080" h="151938">
                  <a:moveTo>
                    <a:pt x="76040" y="0"/>
                  </a:moveTo>
                  <a:cubicBezTo>
                    <a:pt x="33867" y="0"/>
                    <a:pt x="0" y="33835"/>
                    <a:pt x="0" y="75969"/>
                  </a:cubicBezTo>
                  <a:cubicBezTo>
                    <a:pt x="0" y="118104"/>
                    <a:pt x="33867" y="151939"/>
                    <a:pt x="76040" y="151939"/>
                  </a:cubicBezTo>
                  <a:cubicBezTo>
                    <a:pt x="118214" y="151939"/>
                    <a:pt x="152081" y="118104"/>
                    <a:pt x="152081" y="75969"/>
                  </a:cubicBezTo>
                  <a:cubicBezTo>
                    <a:pt x="152081" y="75969"/>
                    <a:pt x="152081" y="75969"/>
                    <a:pt x="152081" y="75969"/>
                  </a:cubicBezTo>
                  <a:cubicBezTo>
                    <a:pt x="152081" y="33835"/>
                    <a:pt x="118214" y="0"/>
                    <a:pt x="76040" y="0"/>
                  </a:cubicBezTo>
                  <a:close/>
                  <a:moveTo>
                    <a:pt x="76040" y="138533"/>
                  </a:moveTo>
                  <a:cubicBezTo>
                    <a:pt x="67094" y="138533"/>
                    <a:pt x="60066" y="131510"/>
                    <a:pt x="60066" y="122572"/>
                  </a:cubicBezTo>
                  <a:cubicBezTo>
                    <a:pt x="60066" y="113635"/>
                    <a:pt x="67094" y="105974"/>
                    <a:pt x="76040" y="105974"/>
                  </a:cubicBezTo>
                  <a:cubicBezTo>
                    <a:pt x="84986" y="105974"/>
                    <a:pt x="92015" y="112996"/>
                    <a:pt x="92015" y="121934"/>
                  </a:cubicBezTo>
                  <a:cubicBezTo>
                    <a:pt x="92015" y="121934"/>
                    <a:pt x="92015" y="121934"/>
                    <a:pt x="92015" y="121934"/>
                  </a:cubicBezTo>
                  <a:cubicBezTo>
                    <a:pt x="92015" y="131510"/>
                    <a:pt x="84986" y="138533"/>
                    <a:pt x="76040" y="138533"/>
                  </a:cubicBezTo>
                  <a:close/>
                  <a:moveTo>
                    <a:pt x="92015" y="89376"/>
                  </a:moveTo>
                  <a:cubicBezTo>
                    <a:pt x="92015" y="94483"/>
                    <a:pt x="87542" y="98313"/>
                    <a:pt x="82430" y="98313"/>
                  </a:cubicBezTo>
                  <a:lnTo>
                    <a:pt x="69012" y="98313"/>
                  </a:lnTo>
                  <a:cubicBezTo>
                    <a:pt x="63899" y="98313"/>
                    <a:pt x="59427" y="94483"/>
                    <a:pt x="59427" y="89376"/>
                  </a:cubicBezTo>
                  <a:lnTo>
                    <a:pt x="56232" y="23621"/>
                  </a:lnTo>
                  <a:cubicBezTo>
                    <a:pt x="55593" y="18514"/>
                    <a:pt x="60066" y="14045"/>
                    <a:pt x="65177" y="13406"/>
                  </a:cubicBezTo>
                  <a:cubicBezTo>
                    <a:pt x="65177" y="13406"/>
                    <a:pt x="65177" y="13406"/>
                    <a:pt x="65177" y="13406"/>
                  </a:cubicBezTo>
                  <a:lnTo>
                    <a:pt x="86264" y="13406"/>
                  </a:lnTo>
                  <a:cubicBezTo>
                    <a:pt x="91376" y="14045"/>
                    <a:pt x="95210" y="18514"/>
                    <a:pt x="95210" y="23621"/>
                  </a:cubicBezTo>
                  <a:lnTo>
                    <a:pt x="92015" y="89376"/>
                  </a:lnTo>
                  <a:close/>
                </a:path>
              </a:pathLst>
            </a:custGeom>
            <a:solidFill>
              <a:srgbClr val="00ABAB"/>
            </a:solidFill>
            <a:ln w="6390" cap="flat">
              <a:noFill/>
              <a:prstDash val="solid"/>
              <a:miter/>
            </a:ln>
          </p:spPr>
          <p:txBody>
            <a:bodyPr rtlCol="0" anchor="ctr"/>
            <a:lstStyle/>
            <a:p>
              <a:endParaRPr lang="en-US"/>
            </a:p>
          </p:txBody>
        </p:sp>
        <p:sp>
          <p:nvSpPr>
            <p:cNvPr id="317" name="Graphic 4">
              <a:extLst>
                <a:ext uri="{FF2B5EF4-FFF2-40B4-BE49-F238E27FC236}">
                  <a16:creationId xmlns:a16="http://schemas.microsoft.com/office/drawing/2014/main" id="{73D3E176-399E-ED43-BB77-E10A0942F094}"/>
                </a:ext>
              </a:extLst>
            </p:cNvPr>
            <p:cNvSpPr/>
            <p:nvPr/>
          </p:nvSpPr>
          <p:spPr>
            <a:xfrm>
              <a:off x="4223748" y="1626162"/>
              <a:ext cx="7028" cy="7660"/>
            </a:xfrm>
            <a:custGeom>
              <a:avLst/>
              <a:gdLst>
                <a:gd name="connsiteX0" fmla="*/ 3195 w 7028"/>
                <a:gd name="connsiteY0" fmla="*/ 0 h 7660"/>
                <a:gd name="connsiteX1" fmla="*/ 0 w 7028"/>
                <a:gd name="connsiteY1" fmla="*/ 3830 h 7660"/>
                <a:gd name="connsiteX2" fmla="*/ 3195 w 7028"/>
                <a:gd name="connsiteY2" fmla="*/ 7661 h 7660"/>
                <a:gd name="connsiteX3" fmla="*/ 7029 w 7028"/>
                <a:gd name="connsiteY3" fmla="*/ 4469 h 7660"/>
                <a:gd name="connsiteX4" fmla="*/ 7029 w 7028"/>
                <a:gd name="connsiteY4" fmla="*/ 4469 h 7660"/>
                <a:gd name="connsiteX5" fmla="*/ 3195 w 7028"/>
                <a:gd name="connsiteY5" fmla="*/ 0 h 7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28" h="7660">
                  <a:moveTo>
                    <a:pt x="3195" y="0"/>
                  </a:moveTo>
                  <a:cubicBezTo>
                    <a:pt x="1278" y="0"/>
                    <a:pt x="0" y="1277"/>
                    <a:pt x="0" y="3830"/>
                  </a:cubicBezTo>
                  <a:cubicBezTo>
                    <a:pt x="0" y="5746"/>
                    <a:pt x="1278" y="7661"/>
                    <a:pt x="3195" y="7661"/>
                  </a:cubicBezTo>
                  <a:cubicBezTo>
                    <a:pt x="5112" y="7661"/>
                    <a:pt x="7029" y="6384"/>
                    <a:pt x="7029" y="4469"/>
                  </a:cubicBezTo>
                  <a:cubicBezTo>
                    <a:pt x="7029" y="4469"/>
                    <a:pt x="7029" y="4469"/>
                    <a:pt x="7029" y="4469"/>
                  </a:cubicBezTo>
                  <a:cubicBezTo>
                    <a:pt x="6390" y="1915"/>
                    <a:pt x="5112" y="0"/>
                    <a:pt x="3195" y="0"/>
                  </a:cubicBezTo>
                  <a:close/>
                </a:path>
              </a:pathLst>
            </a:custGeom>
            <a:solidFill>
              <a:srgbClr val="00ABAB"/>
            </a:solidFill>
            <a:ln w="6390" cap="flat">
              <a:noFill/>
              <a:prstDash val="solid"/>
              <a:miter/>
            </a:ln>
          </p:spPr>
          <p:txBody>
            <a:bodyPr rtlCol="0" anchor="ctr"/>
            <a:lstStyle/>
            <a:p>
              <a:endParaRPr lang="en-US"/>
            </a:p>
          </p:txBody>
        </p:sp>
        <p:sp>
          <p:nvSpPr>
            <p:cNvPr id="318" name="Graphic 4">
              <a:extLst>
                <a:ext uri="{FF2B5EF4-FFF2-40B4-BE49-F238E27FC236}">
                  <a16:creationId xmlns:a16="http://schemas.microsoft.com/office/drawing/2014/main" id="{8D9C353D-3405-0844-9551-E49150920133}"/>
                </a:ext>
              </a:extLst>
            </p:cNvPr>
            <p:cNvSpPr/>
            <p:nvPr/>
          </p:nvSpPr>
          <p:spPr>
            <a:xfrm>
              <a:off x="4045469" y="14027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06073 w 362309"/>
                <a:gd name="connsiteY6" fmla="*/ 264935 h 361971"/>
                <a:gd name="connsiteX7" fmla="*/ 97127 w 362309"/>
                <a:gd name="connsiteY7" fmla="*/ 264935 h 361971"/>
                <a:gd name="connsiteX8" fmla="*/ 97127 w 362309"/>
                <a:gd name="connsiteY8" fmla="*/ 264935 h 361971"/>
                <a:gd name="connsiteX9" fmla="*/ 97127 w 362309"/>
                <a:gd name="connsiteY9" fmla="*/ 96398 h 361971"/>
                <a:gd name="connsiteX10" fmla="*/ 106073 w 362309"/>
                <a:gd name="connsiteY10" fmla="*/ 96398 h 361971"/>
                <a:gd name="connsiteX11" fmla="*/ 106073 w 362309"/>
                <a:gd name="connsiteY11" fmla="*/ 105336 h 361971"/>
                <a:gd name="connsiteX12" fmla="*/ 106073 w 362309"/>
                <a:gd name="connsiteY12" fmla="*/ 255998 h 361971"/>
                <a:gd name="connsiteX13" fmla="*/ 106073 w 362309"/>
                <a:gd name="connsiteY13" fmla="*/ 255998 h 361971"/>
                <a:gd name="connsiteX14" fmla="*/ 106073 w 362309"/>
                <a:gd name="connsiteY14" fmla="*/ 264935 h 361971"/>
                <a:gd name="connsiteX15" fmla="*/ 106073 w 362309"/>
                <a:gd name="connsiteY15" fmla="*/ 264935 h 361971"/>
                <a:gd name="connsiteX16" fmla="*/ 181474 w 362309"/>
                <a:gd name="connsiteY16" fmla="*/ 269404 h 361971"/>
                <a:gd name="connsiteX17" fmla="*/ 92654 w 362309"/>
                <a:gd name="connsiteY17" fmla="*/ 180667 h 361971"/>
                <a:gd name="connsiteX18" fmla="*/ 181474 w 362309"/>
                <a:gd name="connsiteY18" fmla="*/ 91929 h 361971"/>
                <a:gd name="connsiteX19" fmla="*/ 270295 w 362309"/>
                <a:gd name="connsiteY19" fmla="*/ 180667 h 361971"/>
                <a:gd name="connsiteX20" fmla="*/ 270295 w 362309"/>
                <a:gd name="connsiteY20" fmla="*/ 180667 h 361971"/>
                <a:gd name="connsiteX21" fmla="*/ 181474 w 362309"/>
                <a:gd name="connsiteY21" fmla="*/ 269404 h 361971"/>
                <a:gd name="connsiteX22" fmla="*/ 265822 w 362309"/>
                <a:gd name="connsiteY22" fmla="*/ 264935 h 361971"/>
                <a:gd name="connsiteX23" fmla="*/ 261349 w 362309"/>
                <a:gd name="connsiteY23" fmla="*/ 266850 h 361971"/>
                <a:gd name="connsiteX24" fmla="*/ 254959 w 362309"/>
                <a:gd name="connsiteY24" fmla="*/ 260466 h 361971"/>
                <a:gd name="connsiteX25" fmla="*/ 256876 w 362309"/>
                <a:gd name="connsiteY25" fmla="*/ 255998 h 361971"/>
                <a:gd name="connsiteX26" fmla="*/ 256876 w 362309"/>
                <a:gd name="connsiteY26" fmla="*/ 105336 h 361971"/>
                <a:gd name="connsiteX27" fmla="*/ 256876 w 362309"/>
                <a:gd name="connsiteY27" fmla="*/ 96398 h 361971"/>
                <a:gd name="connsiteX28" fmla="*/ 265822 w 362309"/>
                <a:gd name="connsiteY28" fmla="*/ 96398 h 361971"/>
                <a:gd name="connsiteX29" fmla="*/ 265822 w 362309"/>
                <a:gd name="connsiteY29" fmla="*/ 264935 h 361971"/>
                <a:gd name="connsiteX30" fmla="*/ 265822 w 362309"/>
                <a:gd name="connsiteY30" fmla="*/ 26493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lose/>
                  <a:moveTo>
                    <a:pt x="106073" y="264935"/>
                  </a:moveTo>
                  <a:cubicBezTo>
                    <a:pt x="103517" y="267489"/>
                    <a:pt x="99683" y="267489"/>
                    <a:pt x="97127" y="264935"/>
                  </a:cubicBezTo>
                  <a:cubicBezTo>
                    <a:pt x="97127" y="264935"/>
                    <a:pt x="97127" y="264935"/>
                    <a:pt x="97127" y="264935"/>
                  </a:cubicBezTo>
                  <a:cubicBezTo>
                    <a:pt x="50481" y="218332"/>
                    <a:pt x="50481" y="143001"/>
                    <a:pt x="97127" y="96398"/>
                  </a:cubicBezTo>
                  <a:cubicBezTo>
                    <a:pt x="99683" y="93845"/>
                    <a:pt x="103517" y="93845"/>
                    <a:pt x="106073" y="96398"/>
                  </a:cubicBezTo>
                  <a:cubicBezTo>
                    <a:pt x="108629" y="98952"/>
                    <a:pt x="108629" y="102782"/>
                    <a:pt x="106073" y="105336"/>
                  </a:cubicBezTo>
                  <a:cubicBezTo>
                    <a:pt x="64539" y="146832"/>
                    <a:pt x="64539" y="214502"/>
                    <a:pt x="106073" y="255998"/>
                  </a:cubicBezTo>
                  <a:cubicBezTo>
                    <a:pt x="106073" y="255998"/>
                    <a:pt x="106073" y="255998"/>
                    <a:pt x="106073" y="255998"/>
                  </a:cubicBezTo>
                  <a:cubicBezTo>
                    <a:pt x="108629" y="258551"/>
                    <a:pt x="108629" y="262382"/>
                    <a:pt x="106073" y="264935"/>
                  </a:cubicBezTo>
                  <a:lnTo>
                    <a:pt x="106073" y="264935"/>
                  </a:lnTo>
                  <a:close/>
                  <a:moveTo>
                    <a:pt x="181474" y="269404"/>
                  </a:moveTo>
                  <a:cubicBezTo>
                    <a:pt x="132272" y="269404"/>
                    <a:pt x="92654" y="229823"/>
                    <a:pt x="92654" y="180667"/>
                  </a:cubicBezTo>
                  <a:cubicBezTo>
                    <a:pt x="92654" y="131510"/>
                    <a:pt x="132272" y="91929"/>
                    <a:pt x="181474" y="91929"/>
                  </a:cubicBezTo>
                  <a:cubicBezTo>
                    <a:pt x="230677" y="91929"/>
                    <a:pt x="270295" y="131510"/>
                    <a:pt x="270295" y="180667"/>
                  </a:cubicBezTo>
                  <a:cubicBezTo>
                    <a:pt x="270295" y="180667"/>
                    <a:pt x="270295" y="180667"/>
                    <a:pt x="270295" y="180667"/>
                  </a:cubicBezTo>
                  <a:cubicBezTo>
                    <a:pt x="270295" y="229185"/>
                    <a:pt x="230677" y="269404"/>
                    <a:pt x="181474" y="269404"/>
                  </a:cubicBezTo>
                  <a:close/>
                  <a:moveTo>
                    <a:pt x="265822" y="264935"/>
                  </a:moveTo>
                  <a:cubicBezTo>
                    <a:pt x="264544" y="266212"/>
                    <a:pt x="263266" y="266850"/>
                    <a:pt x="261349" y="266850"/>
                  </a:cubicBezTo>
                  <a:cubicBezTo>
                    <a:pt x="257515" y="266850"/>
                    <a:pt x="254959" y="263658"/>
                    <a:pt x="254959" y="260466"/>
                  </a:cubicBezTo>
                  <a:cubicBezTo>
                    <a:pt x="254959" y="258551"/>
                    <a:pt x="255597" y="257274"/>
                    <a:pt x="256876" y="255998"/>
                  </a:cubicBezTo>
                  <a:cubicBezTo>
                    <a:pt x="298410" y="214502"/>
                    <a:pt x="298410" y="146832"/>
                    <a:pt x="256876" y="105336"/>
                  </a:cubicBezTo>
                  <a:cubicBezTo>
                    <a:pt x="254320" y="102782"/>
                    <a:pt x="254320" y="98952"/>
                    <a:pt x="256876" y="96398"/>
                  </a:cubicBezTo>
                  <a:cubicBezTo>
                    <a:pt x="259432" y="93845"/>
                    <a:pt x="263266" y="93845"/>
                    <a:pt x="265822" y="96398"/>
                  </a:cubicBezTo>
                  <a:cubicBezTo>
                    <a:pt x="312468" y="143001"/>
                    <a:pt x="312468" y="218332"/>
                    <a:pt x="265822" y="264935"/>
                  </a:cubicBezTo>
                  <a:lnTo>
                    <a:pt x="265822" y="264935"/>
                  </a:lnTo>
                  <a:close/>
                </a:path>
              </a:pathLst>
            </a:custGeom>
            <a:solidFill>
              <a:srgbClr val="00ABAB"/>
            </a:solidFill>
            <a:ln w="6390" cap="flat">
              <a:noFill/>
              <a:prstDash val="solid"/>
              <a:miter/>
            </a:ln>
          </p:spPr>
          <p:txBody>
            <a:bodyPr rtlCol="0" anchor="ctr"/>
            <a:lstStyle/>
            <a:p>
              <a:endParaRPr lang="en-US"/>
            </a:p>
          </p:txBody>
        </p:sp>
      </p:grpSp>
      <p:grpSp>
        <p:nvGrpSpPr>
          <p:cNvPr id="319" name="Graphic 4">
            <a:extLst>
              <a:ext uri="{FF2B5EF4-FFF2-40B4-BE49-F238E27FC236}">
                <a16:creationId xmlns:a16="http://schemas.microsoft.com/office/drawing/2014/main" id="{D5820689-DE1B-F147-B1D3-2055D20329E5}"/>
              </a:ext>
            </a:extLst>
          </p:cNvPr>
          <p:cNvGrpSpPr/>
          <p:nvPr/>
        </p:nvGrpSpPr>
        <p:grpSpPr>
          <a:xfrm>
            <a:off x="4045469" y="1893013"/>
            <a:ext cx="362309" cy="361971"/>
            <a:chOff x="4045469" y="1893013"/>
            <a:chExt cx="362309" cy="361971"/>
          </a:xfrm>
          <a:solidFill>
            <a:srgbClr val="00ABAB"/>
          </a:solidFill>
        </p:grpSpPr>
        <p:sp>
          <p:nvSpPr>
            <p:cNvPr id="320" name="Graphic 4">
              <a:extLst>
                <a:ext uri="{FF2B5EF4-FFF2-40B4-BE49-F238E27FC236}">
                  <a16:creationId xmlns:a16="http://schemas.microsoft.com/office/drawing/2014/main" id="{FCE0B3BC-AA5E-9441-B87B-98ED9695EA96}"/>
                </a:ext>
              </a:extLst>
            </p:cNvPr>
            <p:cNvSpPr/>
            <p:nvPr/>
          </p:nvSpPr>
          <p:spPr>
            <a:xfrm>
              <a:off x="4217358" y="2109430"/>
              <a:ext cx="19169" cy="19151"/>
            </a:xfrm>
            <a:custGeom>
              <a:avLst/>
              <a:gdLst>
                <a:gd name="connsiteX0" fmla="*/ 9585 w 19169"/>
                <a:gd name="connsiteY0" fmla="*/ 0 h 19151"/>
                <a:gd name="connsiteX1" fmla="*/ 0 w 19169"/>
                <a:gd name="connsiteY1" fmla="*/ 9576 h 19151"/>
                <a:gd name="connsiteX2" fmla="*/ 9585 w 19169"/>
                <a:gd name="connsiteY2" fmla="*/ 19152 h 19151"/>
                <a:gd name="connsiteX3" fmla="*/ 19170 w 19169"/>
                <a:gd name="connsiteY3" fmla="*/ 9576 h 19151"/>
                <a:gd name="connsiteX4" fmla="*/ 19170 w 19169"/>
                <a:gd name="connsiteY4" fmla="*/ 9576 h 19151"/>
                <a:gd name="connsiteX5" fmla="*/ 9585 w 19169"/>
                <a:gd name="connsiteY5" fmla="*/ 0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9151">
                  <a:moveTo>
                    <a:pt x="9585" y="0"/>
                  </a:moveTo>
                  <a:cubicBezTo>
                    <a:pt x="4473" y="0"/>
                    <a:pt x="0" y="4469"/>
                    <a:pt x="0" y="9576"/>
                  </a:cubicBezTo>
                  <a:cubicBezTo>
                    <a:pt x="0" y="14683"/>
                    <a:pt x="4473" y="19152"/>
                    <a:pt x="9585" y="19152"/>
                  </a:cubicBezTo>
                  <a:cubicBezTo>
                    <a:pt x="14697" y="19152"/>
                    <a:pt x="19170" y="14683"/>
                    <a:pt x="19170" y="9576"/>
                  </a:cubicBezTo>
                  <a:cubicBezTo>
                    <a:pt x="19170" y="9576"/>
                    <a:pt x="19170" y="9576"/>
                    <a:pt x="19170" y="9576"/>
                  </a:cubicBezTo>
                  <a:cubicBezTo>
                    <a:pt x="19170" y="4469"/>
                    <a:pt x="14697" y="0"/>
                    <a:pt x="9585" y="0"/>
                  </a:cubicBezTo>
                  <a:close/>
                </a:path>
              </a:pathLst>
            </a:custGeom>
            <a:solidFill>
              <a:srgbClr val="00ABAB"/>
            </a:solidFill>
            <a:ln w="6390" cap="flat">
              <a:noFill/>
              <a:prstDash val="solid"/>
              <a:miter/>
            </a:ln>
          </p:spPr>
          <p:txBody>
            <a:bodyPr rtlCol="0" anchor="ctr"/>
            <a:lstStyle/>
            <a:p>
              <a:endParaRPr lang="en-US"/>
            </a:p>
          </p:txBody>
        </p:sp>
        <p:sp>
          <p:nvSpPr>
            <p:cNvPr id="321" name="Graphic 4">
              <a:extLst>
                <a:ext uri="{FF2B5EF4-FFF2-40B4-BE49-F238E27FC236}">
                  <a16:creationId xmlns:a16="http://schemas.microsoft.com/office/drawing/2014/main" id="{CD7521C8-E049-B945-8574-8E7C3E393AAC}"/>
                </a:ext>
              </a:extLst>
            </p:cNvPr>
            <p:cNvSpPr/>
            <p:nvPr/>
          </p:nvSpPr>
          <p:spPr>
            <a:xfrm>
              <a:off x="4217358" y="2009521"/>
              <a:ext cx="19169" cy="66074"/>
            </a:xfrm>
            <a:custGeom>
              <a:avLst/>
              <a:gdLst>
                <a:gd name="connsiteX0" fmla="*/ 9585 w 19169"/>
                <a:gd name="connsiteY0" fmla="*/ 66074 h 66074"/>
                <a:gd name="connsiteX1" fmla="*/ 14058 w 19169"/>
                <a:gd name="connsiteY1" fmla="*/ 62882 h 66074"/>
                <a:gd name="connsiteX2" fmla="*/ 19170 w 19169"/>
                <a:gd name="connsiteY2" fmla="*/ 9257 h 66074"/>
                <a:gd name="connsiteX3" fmla="*/ 16614 w 19169"/>
                <a:gd name="connsiteY3" fmla="*/ 2873 h 66074"/>
                <a:gd name="connsiteX4" fmla="*/ 2556 w 19169"/>
                <a:gd name="connsiteY4" fmla="*/ 2873 h 66074"/>
                <a:gd name="connsiteX5" fmla="*/ 2556 w 19169"/>
                <a:gd name="connsiteY5" fmla="*/ 2873 h 66074"/>
                <a:gd name="connsiteX6" fmla="*/ 0 w 19169"/>
                <a:gd name="connsiteY6" fmla="*/ 9257 h 66074"/>
                <a:gd name="connsiteX7" fmla="*/ 5112 w 19169"/>
                <a:gd name="connsiteY7" fmla="*/ 62882 h 66074"/>
                <a:gd name="connsiteX8" fmla="*/ 9585 w 19169"/>
                <a:gd name="connsiteY8" fmla="*/ 66074 h 66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69" h="66074">
                  <a:moveTo>
                    <a:pt x="9585" y="66074"/>
                  </a:moveTo>
                  <a:cubicBezTo>
                    <a:pt x="11502" y="66074"/>
                    <a:pt x="13419" y="64797"/>
                    <a:pt x="14058" y="62882"/>
                  </a:cubicBezTo>
                  <a:cubicBezTo>
                    <a:pt x="15336" y="59052"/>
                    <a:pt x="17892" y="29685"/>
                    <a:pt x="19170" y="9257"/>
                  </a:cubicBezTo>
                  <a:cubicBezTo>
                    <a:pt x="19170" y="6703"/>
                    <a:pt x="18531" y="4788"/>
                    <a:pt x="16614" y="2873"/>
                  </a:cubicBezTo>
                  <a:cubicBezTo>
                    <a:pt x="12780" y="-958"/>
                    <a:pt x="6390" y="-958"/>
                    <a:pt x="2556" y="2873"/>
                  </a:cubicBezTo>
                  <a:cubicBezTo>
                    <a:pt x="2556" y="2873"/>
                    <a:pt x="2556" y="2873"/>
                    <a:pt x="2556" y="2873"/>
                  </a:cubicBezTo>
                  <a:cubicBezTo>
                    <a:pt x="639" y="4788"/>
                    <a:pt x="0" y="6703"/>
                    <a:pt x="0" y="9257"/>
                  </a:cubicBezTo>
                  <a:cubicBezTo>
                    <a:pt x="1278" y="29685"/>
                    <a:pt x="3834" y="59052"/>
                    <a:pt x="5112" y="62882"/>
                  </a:cubicBezTo>
                  <a:cubicBezTo>
                    <a:pt x="5751" y="64797"/>
                    <a:pt x="7668" y="66074"/>
                    <a:pt x="9585" y="66074"/>
                  </a:cubicBezTo>
                  <a:close/>
                </a:path>
              </a:pathLst>
            </a:custGeom>
            <a:solidFill>
              <a:srgbClr val="00ABAB"/>
            </a:solidFill>
            <a:ln w="6390" cap="flat">
              <a:noFill/>
              <a:prstDash val="solid"/>
              <a:miter/>
            </a:ln>
          </p:spPr>
          <p:txBody>
            <a:bodyPr rtlCol="0" anchor="ctr"/>
            <a:lstStyle/>
            <a:p>
              <a:endParaRPr lang="en-US"/>
            </a:p>
          </p:txBody>
        </p:sp>
        <p:sp>
          <p:nvSpPr>
            <p:cNvPr id="322" name="Graphic 4">
              <a:extLst>
                <a:ext uri="{FF2B5EF4-FFF2-40B4-BE49-F238E27FC236}">
                  <a16:creationId xmlns:a16="http://schemas.microsoft.com/office/drawing/2014/main" id="{F5D50368-6F55-2A42-906B-694AD975716F}"/>
                </a:ext>
              </a:extLst>
            </p:cNvPr>
            <p:cNvSpPr/>
            <p:nvPr/>
          </p:nvSpPr>
          <p:spPr>
            <a:xfrm>
              <a:off x="4045469" y="189301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285364 h 361971"/>
                <a:gd name="connsiteX7" fmla="*/ 141218 w 362309"/>
                <a:gd name="connsiteY7" fmla="*/ 277703 h 361971"/>
                <a:gd name="connsiteX8" fmla="*/ 81152 w 362309"/>
                <a:gd name="connsiteY8" fmla="*/ 291110 h 361971"/>
                <a:gd name="connsiteX9" fmla="*/ 75402 w 362309"/>
                <a:gd name="connsiteY9" fmla="*/ 287918 h 361971"/>
                <a:gd name="connsiteX10" fmla="*/ 75402 w 362309"/>
                <a:gd name="connsiteY10" fmla="*/ 281534 h 361971"/>
                <a:gd name="connsiteX11" fmla="*/ 93932 w 362309"/>
                <a:gd name="connsiteY11" fmla="*/ 239399 h 361971"/>
                <a:gd name="connsiteX12" fmla="*/ 74762 w 362309"/>
                <a:gd name="connsiteY12" fmla="*/ 178752 h 361971"/>
                <a:gd name="connsiteX13" fmla="*/ 182113 w 362309"/>
                <a:gd name="connsiteY13" fmla="*/ 71501 h 361971"/>
                <a:gd name="connsiteX14" fmla="*/ 289464 w 362309"/>
                <a:gd name="connsiteY14" fmla="*/ 178752 h 361971"/>
                <a:gd name="connsiteX15" fmla="*/ 181474 w 362309"/>
                <a:gd name="connsiteY15" fmla="*/ 285364 h 361971"/>
                <a:gd name="connsiteX16" fmla="*/ 181474 w 362309"/>
                <a:gd name="connsiteY16" fmla="*/ 285364 h 361971"/>
                <a:gd name="connsiteX17" fmla="*/ 181474 w 362309"/>
                <a:gd name="connsiteY17" fmla="*/ 28536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2309" h="361971">
                  <a:moveTo>
                    <a:pt x="181474" y="0"/>
                  </a:moveTo>
                  <a:cubicBezTo>
                    <a:pt x="81152" y="0"/>
                    <a:pt x="0" y="81077"/>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181474" y="285364"/>
                  </a:moveTo>
                  <a:cubicBezTo>
                    <a:pt x="167416" y="285364"/>
                    <a:pt x="153998" y="282811"/>
                    <a:pt x="141218" y="277703"/>
                  </a:cubicBezTo>
                  <a:cubicBezTo>
                    <a:pt x="116297" y="291110"/>
                    <a:pt x="82430" y="291110"/>
                    <a:pt x="81152" y="291110"/>
                  </a:cubicBezTo>
                  <a:cubicBezTo>
                    <a:pt x="78597" y="291110"/>
                    <a:pt x="76679" y="289833"/>
                    <a:pt x="75402" y="287918"/>
                  </a:cubicBezTo>
                  <a:cubicBezTo>
                    <a:pt x="74124" y="286003"/>
                    <a:pt x="74124" y="283449"/>
                    <a:pt x="75402" y="281534"/>
                  </a:cubicBezTo>
                  <a:cubicBezTo>
                    <a:pt x="82430" y="268127"/>
                    <a:pt x="88820" y="254083"/>
                    <a:pt x="93932" y="239399"/>
                  </a:cubicBezTo>
                  <a:cubicBezTo>
                    <a:pt x="81152" y="221524"/>
                    <a:pt x="74762" y="200457"/>
                    <a:pt x="74762" y="178752"/>
                  </a:cubicBezTo>
                  <a:cubicBezTo>
                    <a:pt x="74762" y="119381"/>
                    <a:pt x="122687" y="71501"/>
                    <a:pt x="182113" y="71501"/>
                  </a:cubicBezTo>
                  <a:cubicBezTo>
                    <a:pt x="241540" y="71501"/>
                    <a:pt x="289464" y="119381"/>
                    <a:pt x="289464" y="178752"/>
                  </a:cubicBezTo>
                  <a:cubicBezTo>
                    <a:pt x="289464" y="238123"/>
                    <a:pt x="240901" y="285364"/>
                    <a:pt x="181474" y="285364"/>
                  </a:cubicBezTo>
                  <a:lnTo>
                    <a:pt x="181474" y="285364"/>
                  </a:lnTo>
                  <a:lnTo>
                    <a:pt x="181474" y="285364"/>
                  </a:lnTo>
                  <a:close/>
                </a:path>
              </a:pathLst>
            </a:custGeom>
            <a:solidFill>
              <a:srgbClr val="00ABAB"/>
            </a:solidFill>
            <a:ln w="6390" cap="flat">
              <a:noFill/>
              <a:prstDash val="solid"/>
              <a:miter/>
            </a:ln>
          </p:spPr>
          <p:txBody>
            <a:bodyPr rtlCol="0" anchor="ctr"/>
            <a:lstStyle/>
            <a:p>
              <a:endParaRPr lang="en-US"/>
            </a:p>
          </p:txBody>
        </p:sp>
        <p:sp>
          <p:nvSpPr>
            <p:cNvPr id="323" name="Graphic 4">
              <a:extLst>
                <a:ext uri="{FF2B5EF4-FFF2-40B4-BE49-F238E27FC236}">
                  <a16:creationId xmlns:a16="http://schemas.microsoft.com/office/drawing/2014/main" id="{073455B4-3CC2-7145-BBFE-F5C5E1E09209}"/>
                </a:ext>
              </a:extLst>
            </p:cNvPr>
            <p:cNvSpPr/>
            <p:nvPr/>
          </p:nvSpPr>
          <p:spPr>
            <a:xfrm>
              <a:off x="4132372" y="1977201"/>
              <a:ext cx="189000" cy="193515"/>
            </a:xfrm>
            <a:custGeom>
              <a:avLst/>
              <a:gdLst>
                <a:gd name="connsiteX0" fmla="*/ 94571 w 189000"/>
                <a:gd name="connsiteY0" fmla="*/ 81 h 193515"/>
                <a:gd name="connsiteX1" fmla="*/ 0 w 189000"/>
                <a:gd name="connsiteY1" fmla="*/ 94563 h 193515"/>
                <a:gd name="connsiteX2" fmla="*/ 18531 w 189000"/>
                <a:gd name="connsiteY2" fmla="*/ 150743 h 193515"/>
                <a:gd name="connsiteX3" fmla="*/ 19809 w 189000"/>
                <a:gd name="connsiteY3" fmla="*/ 156488 h 193515"/>
                <a:gd name="connsiteX4" fmla="*/ 4473 w 189000"/>
                <a:gd name="connsiteY4" fmla="*/ 193515 h 193515"/>
                <a:gd name="connsiteX5" fmla="*/ 50480 w 189000"/>
                <a:gd name="connsiteY5" fmla="*/ 180747 h 193515"/>
                <a:gd name="connsiteX6" fmla="*/ 56231 w 189000"/>
                <a:gd name="connsiteY6" fmla="*/ 180747 h 193515"/>
                <a:gd name="connsiteX7" fmla="*/ 180835 w 189000"/>
                <a:gd name="connsiteY7" fmla="*/ 132867 h 193515"/>
                <a:gd name="connsiteX8" fmla="*/ 132911 w 189000"/>
                <a:gd name="connsiteY8" fmla="*/ 8380 h 193515"/>
                <a:gd name="connsiteX9" fmla="*/ 94571 w 189000"/>
                <a:gd name="connsiteY9" fmla="*/ 81 h 193515"/>
                <a:gd name="connsiteX10" fmla="*/ 94571 w 189000"/>
                <a:gd name="connsiteY10" fmla="*/ 81 h 193515"/>
                <a:gd name="connsiteX11" fmla="*/ 77957 w 189000"/>
                <a:gd name="connsiteY11" fmla="*/ 26255 h 193515"/>
                <a:gd name="connsiteX12" fmla="*/ 110546 w 189000"/>
                <a:gd name="connsiteY12" fmla="*/ 25616 h 193515"/>
                <a:gd name="connsiteX13" fmla="*/ 111185 w 189000"/>
                <a:gd name="connsiteY13" fmla="*/ 26255 h 193515"/>
                <a:gd name="connsiteX14" fmla="*/ 116936 w 189000"/>
                <a:gd name="connsiteY14" fmla="*/ 42215 h 193515"/>
                <a:gd name="connsiteX15" fmla="*/ 111185 w 189000"/>
                <a:gd name="connsiteY15" fmla="*/ 98394 h 193515"/>
                <a:gd name="connsiteX16" fmla="*/ 89459 w 189000"/>
                <a:gd name="connsiteY16" fmla="*/ 110523 h 193515"/>
                <a:gd name="connsiteX17" fmla="*/ 77318 w 189000"/>
                <a:gd name="connsiteY17" fmla="*/ 98394 h 193515"/>
                <a:gd name="connsiteX18" fmla="*/ 71567 w 189000"/>
                <a:gd name="connsiteY18" fmla="*/ 42215 h 193515"/>
                <a:gd name="connsiteX19" fmla="*/ 77957 w 189000"/>
                <a:gd name="connsiteY19" fmla="*/ 26255 h 193515"/>
                <a:gd name="connsiteX20" fmla="*/ 77957 w 189000"/>
                <a:gd name="connsiteY20" fmla="*/ 26255 h 193515"/>
                <a:gd name="connsiteX21" fmla="*/ 94571 w 189000"/>
                <a:gd name="connsiteY21" fmla="*/ 164149 h 193515"/>
                <a:gd name="connsiteX22" fmla="*/ 72206 w 189000"/>
                <a:gd name="connsiteY22" fmla="*/ 141805 h 193515"/>
                <a:gd name="connsiteX23" fmla="*/ 94571 w 189000"/>
                <a:gd name="connsiteY23" fmla="*/ 119461 h 193515"/>
                <a:gd name="connsiteX24" fmla="*/ 116936 w 189000"/>
                <a:gd name="connsiteY24" fmla="*/ 141805 h 193515"/>
                <a:gd name="connsiteX25" fmla="*/ 116936 w 189000"/>
                <a:gd name="connsiteY25" fmla="*/ 141805 h 193515"/>
                <a:gd name="connsiteX26" fmla="*/ 94571 w 189000"/>
                <a:gd name="connsiteY26" fmla="*/ 164149 h 193515"/>
                <a:gd name="connsiteX27" fmla="*/ 94571 w 189000"/>
                <a:gd name="connsiteY27" fmla="*/ 164149 h 193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9000" h="193515">
                  <a:moveTo>
                    <a:pt x="94571" y="81"/>
                  </a:moveTo>
                  <a:cubicBezTo>
                    <a:pt x="42813" y="81"/>
                    <a:pt x="639" y="42215"/>
                    <a:pt x="0" y="94563"/>
                  </a:cubicBezTo>
                  <a:cubicBezTo>
                    <a:pt x="0" y="114992"/>
                    <a:pt x="6390" y="134144"/>
                    <a:pt x="18531" y="150743"/>
                  </a:cubicBezTo>
                  <a:cubicBezTo>
                    <a:pt x="19809" y="152658"/>
                    <a:pt x="19809" y="154573"/>
                    <a:pt x="19809" y="156488"/>
                  </a:cubicBezTo>
                  <a:cubicBezTo>
                    <a:pt x="15975" y="169256"/>
                    <a:pt x="10863" y="181386"/>
                    <a:pt x="4473" y="193515"/>
                  </a:cubicBezTo>
                  <a:cubicBezTo>
                    <a:pt x="20448" y="192238"/>
                    <a:pt x="35783" y="187770"/>
                    <a:pt x="50480" y="180747"/>
                  </a:cubicBezTo>
                  <a:cubicBezTo>
                    <a:pt x="52398" y="179471"/>
                    <a:pt x="54314" y="179471"/>
                    <a:pt x="56231" y="180747"/>
                  </a:cubicBezTo>
                  <a:cubicBezTo>
                    <a:pt x="103517" y="201814"/>
                    <a:pt x="159748" y="180747"/>
                    <a:pt x="180835" y="132867"/>
                  </a:cubicBezTo>
                  <a:cubicBezTo>
                    <a:pt x="201922" y="85626"/>
                    <a:pt x="180835" y="29447"/>
                    <a:pt x="132911" y="8380"/>
                  </a:cubicBezTo>
                  <a:cubicBezTo>
                    <a:pt x="120770" y="2634"/>
                    <a:pt x="107990" y="-558"/>
                    <a:pt x="94571" y="81"/>
                  </a:cubicBezTo>
                  <a:lnTo>
                    <a:pt x="94571" y="81"/>
                  </a:lnTo>
                  <a:close/>
                  <a:moveTo>
                    <a:pt x="77957" y="26255"/>
                  </a:moveTo>
                  <a:cubicBezTo>
                    <a:pt x="86903" y="17317"/>
                    <a:pt x="100961" y="16679"/>
                    <a:pt x="110546" y="25616"/>
                  </a:cubicBezTo>
                  <a:cubicBezTo>
                    <a:pt x="110546" y="25616"/>
                    <a:pt x="111185" y="26255"/>
                    <a:pt x="111185" y="26255"/>
                  </a:cubicBezTo>
                  <a:cubicBezTo>
                    <a:pt x="115019" y="30724"/>
                    <a:pt x="117575" y="36469"/>
                    <a:pt x="116936" y="42215"/>
                  </a:cubicBezTo>
                  <a:cubicBezTo>
                    <a:pt x="115658" y="56260"/>
                    <a:pt x="113102" y="92648"/>
                    <a:pt x="111185" y="98394"/>
                  </a:cubicBezTo>
                  <a:cubicBezTo>
                    <a:pt x="108629" y="107331"/>
                    <a:pt x="99044" y="113077"/>
                    <a:pt x="89459" y="110523"/>
                  </a:cubicBezTo>
                  <a:cubicBezTo>
                    <a:pt x="83708" y="108608"/>
                    <a:pt x="79235" y="104139"/>
                    <a:pt x="77318" y="98394"/>
                  </a:cubicBezTo>
                  <a:cubicBezTo>
                    <a:pt x="75401" y="92648"/>
                    <a:pt x="72845" y="56260"/>
                    <a:pt x="71567" y="42215"/>
                  </a:cubicBezTo>
                  <a:cubicBezTo>
                    <a:pt x="71567" y="36469"/>
                    <a:pt x="74123" y="30085"/>
                    <a:pt x="77957" y="26255"/>
                  </a:cubicBezTo>
                  <a:lnTo>
                    <a:pt x="77957" y="26255"/>
                  </a:lnTo>
                  <a:close/>
                  <a:moveTo>
                    <a:pt x="94571" y="164149"/>
                  </a:moveTo>
                  <a:cubicBezTo>
                    <a:pt x="82430" y="164149"/>
                    <a:pt x="72206" y="153935"/>
                    <a:pt x="72206" y="141805"/>
                  </a:cubicBezTo>
                  <a:cubicBezTo>
                    <a:pt x="72206" y="129675"/>
                    <a:pt x="82430" y="119461"/>
                    <a:pt x="94571" y="119461"/>
                  </a:cubicBezTo>
                  <a:cubicBezTo>
                    <a:pt x="106712" y="119461"/>
                    <a:pt x="116936" y="129675"/>
                    <a:pt x="116936" y="141805"/>
                  </a:cubicBezTo>
                  <a:cubicBezTo>
                    <a:pt x="116936" y="141805"/>
                    <a:pt x="116936" y="141805"/>
                    <a:pt x="116936" y="141805"/>
                  </a:cubicBezTo>
                  <a:cubicBezTo>
                    <a:pt x="116936" y="153935"/>
                    <a:pt x="106712" y="164149"/>
                    <a:pt x="94571" y="164149"/>
                  </a:cubicBezTo>
                  <a:lnTo>
                    <a:pt x="94571" y="164149"/>
                  </a:lnTo>
                  <a:close/>
                </a:path>
              </a:pathLst>
            </a:custGeom>
            <a:solidFill>
              <a:srgbClr val="00ABAB"/>
            </a:solidFill>
            <a:ln w="6390" cap="flat">
              <a:noFill/>
              <a:prstDash val="solid"/>
              <a:miter/>
            </a:ln>
          </p:spPr>
          <p:txBody>
            <a:bodyPr rtlCol="0" anchor="ctr"/>
            <a:lstStyle/>
            <a:p>
              <a:endParaRPr lang="en-US"/>
            </a:p>
          </p:txBody>
        </p:sp>
      </p:grpSp>
      <p:grpSp>
        <p:nvGrpSpPr>
          <p:cNvPr id="324" name="Graphic 4">
            <a:extLst>
              <a:ext uri="{FF2B5EF4-FFF2-40B4-BE49-F238E27FC236}">
                <a16:creationId xmlns:a16="http://schemas.microsoft.com/office/drawing/2014/main" id="{C98D7B46-0603-1B45-AF80-7CF1DE3C3E26}"/>
              </a:ext>
            </a:extLst>
          </p:cNvPr>
          <p:cNvGrpSpPr/>
          <p:nvPr/>
        </p:nvGrpSpPr>
        <p:grpSpPr>
          <a:xfrm>
            <a:off x="4045469" y="918179"/>
            <a:ext cx="362309" cy="361971"/>
            <a:chOff x="4045469" y="918179"/>
            <a:chExt cx="362309" cy="361971"/>
          </a:xfrm>
          <a:solidFill>
            <a:srgbClr val="00ABAB"/>
          </a:solidFill>
        </p:grpSpPr>
        <p:sp>
          <p:nvSpPr>
            <p:cNvPr id="325" name="Graphic 4">
              <a:extLst>
                <a:ext uri="{FF2B5EF4-FFF2-40B4-BE49-F238E27FC236}">
                  <a16:creationId xmlns:a16="http://schemas.microsoft.com/office/drawing/2014/main" id="{A50173E2-6209-EE4F-8B3E-7EFE47EACCD3}"/>
                </a:ext>
              </a:extLst>
            </p:cNvPr>
            <p:cNvSpPr/>
            <p:nvPr/>
          </p:nvSpPr>
          <p:spPr>
            <a:xfrm>
              <a:off x="4131733" y="1073929"/>
              <a:ext cx="111823" cy="100886"/>
            </a:xfrm>
            <a:custGeom>
              <a:avLst/>
              <a:gdLst>
                <a:gd name="connsiteX0" fmla="*/ 92654 w 111823"/>
                <a:gd name="connsiteY0" fmla="*/ 35131 h 100886"/>
                <a:gd name="connsiteX1" fmla="*/ 54314 w 111823"/>
                <a:gd name="connsiteY1" fmla="*/ 19 h 100886"/>
                <a:gd name="connsiteX2" fmla="*/ 19170 w 111823"/>
                <a:gd name="connsiteY2" fmla="*/ 35131 h 100886"/>
                <a:gd name="connsiteX3" fmla="*/ 19170 w 111823"/>
                <a:gd name="connsiteY3" fmla="*/ 54283 h 100886"/>
                <a:gd name="connsiteX4" fmla="*/ 0 w 111823"/>
                <a:gd name="connsiteY4" fmla="*/ 100248 h 100886"/>
                <a:gd name="connsiteX5" fmla="*/ 0 w 111823"/>
                <a:gd name="connsiteY5" fmla="*/ 100886 h 100886"/>
                <a:gd name="connsiteX6" fmla="*/ 111824 w 111823"/>
                <a:gd name="connsiteY6" fmla="*/ 100886 h 100886"/>
                <a:gd name="connsiteX7" fmla="*/ 111824 w 111823"/>
                <a:gd name="connsiteY7" fmla="*/ 100248 h 100886"/>
                <a:gd name="connsiteX8" fmla="*/ 92654 w 111823"/>
                <a:gd name="connsiteY8" fmla="*/ 54283 h 100886"/>
                <a:gd name="connsiteX9" fmla="*/ 92654 w 111823"/>
                <a:gd name="connsiteY9" fmla="*/ 35131 h 100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823" h="100886">
                  <a:moveTo>
                    <a:pt x="92654" y="35131"/>
                  </a:moveTo>
                  <a:cubicBezTo>
                    <a:pt x="92015" y="14702"/>
                    <a:pt x="74762" y="-619"/>
                    <a:pt x="54314" y="19"/>
                  </a:cubicBezTo>
                  <a:cubicBezTo>
                    <a:pt x="35145" y="658"/>
                    <a:pt x="19809" y="15979"/>
                    <a:pt x="19170" y="35131"/>
                  </a:cubicBezTo>
                  <a:lnTo>
                    <a:pt x="19170" y="54283"/>
                  </a:lnTo>
                  <a:cubicBezTo>
                    <a:pt x="19170" y="74073"/>
                    <a:pt x="14697" y="84926"/>
                    <a:pt x="0" y="100248"/>
                  </a:cubicBezTo>
                  <a:lnTo>
                    <a:pt x="0" y="100886"/>
                  </a:lnTo>
                  <a:lnTo>
                    <a:pt x="111824" y="100886"/>
                  </a:lnTo>
                  <a:lnTo>
                    <a:pt x="111824" y="100248"/>
                  </a:lnTo>
                  <a:cubicBezTo>
                    <a:pt x="97127" y="84926"/>
                    <a:pt x="92654" y="74073"/>
                    <a:pt x="92654" y="54283"/>
                  </a:cubicBezTo>
                  <a:lnTo>
                    <a:pt x="92654" y="35131"/>
                  </a:lnTo>
                  <a:close/>
                </a:path>
              </a:pathLst>
            </a:custGeom>
            <a:solidFill>
              <a:srgbClr val="00ABAB"/>
            </a:solidFill>
            <a:ln w="6390" cap="flat">
              <a:noFill/>
              <a:prstDash val="solid"/>
              <a:miter/>
            </a:ln>
          </p:spPr>
          <p:txBody>
            <a:bodyPr rtlCol="0" anchor="ctr"/>
            <a:lstStyle/>
            <a:p>
              <a:endParaRPr lang="en-US"/>
            </a:p>
          </p:txBody>
        </p:sp>
        <p:sp>
          <p:nvSpPr>
            <p:cNvPr id="326" name="Graphic 4">
              <a:extLst>
                <a:ext uri="{FF2B5EF4-FFF2-40B4-BE49-F238E27FC236}">
                  <a16:creationId xmlns:a16="http://schemas.microsoft.com/office/drawing/2014/main" id="{DA266CF6-00B7-F140-933D-F76F7FC6C3DB}"/>
                </a:ext>
              </a:extLst>
            </p:cNvPr>
            <p:cNvSpPr/>
            <p:nvPr/>
          </p:nvSpPr>
          <p:spPr>
            <a:xfrm>
              <a:off x="4045469" y="918179"/>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10868 w 362309"/>
                <a:gd name="connsiteY6" fmla="*/ 263020 h 361971"/>
                <a:gd name="connsiteX7" fmla="*/ 204478 w 362309"/>
                <a:gd name="connsiteY7" fmla="*/ 269404 h 361971"/>
                <a:gd name="connsiteX8" fmla="*/ 162943 w 362309"/>
                <a:gd name="connsiteY8" fmla="*/ 269404 h 361971"/>
                <a:gd name="connsiteX9" fmla="*/ 162943 w 362309"/>
                <a:gd name="connsiteY9" fmla="*/ 270681 h 361971"/>
                <a:gd name="connsiteX10" fmla="*/ 141857 w 362309"/>
                <a:gd name="connsiteY10" fmla="*/ 286641 h 361971"/>
                <a:gd name="connsiteX11" fmla="*/ 121409 w 362309"/>
                <a:gd name="connsiteY11" fmla="*/ 270681 h 361971"/>
                <a:gd name="connsiteX12" fmla="*/ 121409 w 362309"/>
                <a:gd name="connsiteY12" fmla="*/ 269404 h 361971"/>
                <a:gd name="connsiteX13" fmla="*/ 79874 w 362309"/>
                <a:gd name="connsiteY13" fmla="*/ 269404 h 361971"/>
                <a:gd name="connsiteX14" fmla="*/ 73484 w 362309"/>
                <a:gd name="connsiteY14" fmla="*/ 263020 h 361971"/>
                <a:gd name="connsiteX15" fmla="*/ 73484 w 362309"/>
                <a:gd name="connsiteY15" fmla="*/ 253444 h 361971"/>
                <a:gd name="connsiteX16" fmla="*/ 75402 w 362309"/>
                <a:gd name="connsiteY16" fmla="*/ 248975 h 361971"/>
                <a:gd name="connsiteX17" fmla="*/ 92654 w 362309"/>
                <a:gd name="connsiteY17" fmla="*/ 210671 h 361971"/>
                <a:gd name="connsiteX18" fmla="*/ 92654 w 362309"/>
                <a:gd name="connsiteY18" fmla="*/ 191519 h 361971"/>
                <a:gd name="connsiteX19" fmla="*/ 136106 w 362309"/>
                <a:gd name="connsiteY19" fmla="*/ 142363 h 361971"/>
                <a:gd name="connsiteX20" fmla="*/ 136106 w 362309"/>
                <a:gd name="connsiteY20" fmla="*/ 134064 h 361971"/>
                <a:gd name="connsiteX21" fmla="*/ 142496 w 362309"/>
                <a:gd name="connsiteY21" fmla="*/ 127680 h 361971"/>
                <a:gd name="connsiteX22" fmla="*/ 148886 w 362309"/>
                <a:gd name="connsiteY22" fmla="*/ 134064 h 361971"/>
                <a:gd name="connsiteX23" fmla="*/ 148886 w 362309"/>
                <a:gd name="connsiteY23" fmla="*/ 142363 h 361971"/>
                <a:gd name="connsiteX24" fmla="*/ 192337 w 362309"/>
                <a:gd name="connsiteY24" fmla="*/ 191519 h 361971"/>
                <a:gd name="connsiteX25" fmla="*/ 192337 w 362309"/>
                <a:gd name="connsiteY25" fmla="*/ 210671 h 361971"/>
                <a:gd name="connsiteX26" fmla="*/ 209590 w 362309"/>
                <a:gd name="connsiteY26" fmla="*/ 248975 h 361971"/>
                <a:gd name="connsiteX27" fmla="*/ 211507 w 362309"/>
                <a:gd name="connsiteY27" fmla="*/ 253444 h 361971"/>
                <a:gd name="connsiteX28" fmla="*/ 210868 w 362309"/>
                <a:gd name="connsiteY28" fmla="*/ 263020 h 361971"/>
                <a:gd name="connsiteX29" fmla="*/ 300327 w 362309"/>
                <a:gd name="connsiteY29" fmla="*/ 201095 h 361971"/>
                <a:gd name="connsiteX30" fmla="*/ 290103 w 362309"/>
                <a:gd name="connsiteY30" fmla="*/ 207479 h 361971"/>
                <a:gd name="connsiteX31" fmla="*/ 204478 w 362309"/>
                <a:gd name="connsiteY31" fmla="*/ 207479 h 361971"/>
                <a:gd name="connsiteX32" fmla="*/ 198088 w 362309"/>
                <a:gd name="connsiteY32" fmla="*/ 201095 h 361971"/>
                <a:gd name="connsiteX33" fmla="*/ 204478 w 362309"/>
                <a:gd name="connsiteY33" fmla="*/ 194711 h 361971"/>
                <a:gd name="connsiteX34" fmla="*/ 288186 w 362309"/>
                <a:gd name="connsiteY34" fmla="*/ 194711 h 361971"/>
                <a:gd name="connsiteX35" fmla="*/ 219175 w 362309"/>
                <a:gd name="connsiteY35" fmla="*/ 88099 h 361971"/>
                <a:gd name="connsiteX36" fmla="*/ 184031 w 362309"/>
                <a:gd name="connsiteY36" fmla="*/ 141724 h 361971"/>
                <a:gd name="connsiteX37" fmla="*/ 175084 w 362309"/>
                <a:gd name="connsiteY37" fmla="*/ 143640 h 361971"/>
                <a:gd name="connsiteX38" fmla="*/ 173168 w 362309"/>
                <a:gd name="connsiteY38" fmla="*/ 134702 h 361971"/>
                <a:gd name="connsiteX39" fmla="*/ 208951 w 362309"/>
                <a:gd name="connsiteY39" fmla="*/ 79800 h 361971"/>
                <a:gd name="connsiteX40" fmla="*/ 226204 w 362309"/>
                <a:gd name="connsiteY40" fmla="*/ 77246 h 361971"/>
                <a:gd name="connsiteX41" fmla="*/ 228760 w 362309"/>
                <a:gd name="connsiteY41" fmla="*/ 79800 h 361971"/>
                <a:gd name="connsiteX42" fmla="*/ 300327 w 362309"/>
                <a:gd name="connsiteY42" fmla="*/ 189604 h 361971"/>
                <a:gd name="connsiteX43" fmla="*/ 300327 w 362309"/>
                <a:gd name="connsiteY43" fmla="*/ 201095 h 361971"/>
                <a:gd name="connsiteX44" fmla="*/ 300327 w 362309"/>
                <a:gd name="connsiteY44" fmla="*/ 201095 h 361971"/>
                <a:gd name="connsiteX45" fmla="*/ 218536 w 362309"/>
                <a:gd name="connsiteY45" fmla="*/ 167260 h 361971"/>
                <a:gd name="connsiteX46" fmla="*/ 224926 w 362309"/>
                <a:gd name="connsiteY46" fmla="*/ 173644 h 361971"/>
                <a:gd name="connsiteX47" fmla="*/ 224926 w 362309"/>
                <a:gd name="connsiteY47" fmla="*/ 181305 h 361971"/>
                <a:gd name="connsiteX48" fmla="*/ 218536 w 362309"/>
                <a:gd name="connsiteY48" fmla="*/ 187689 h 361971"/>
                <a:gd name="connsiteX49" fmla="*/ 212146 w 362309"/>
                <a:gd name="connsiteY49" fmla="*/ 181305 h 361971"/>
                <a:gd name="connsiteX50" fmla="*/ 212146 w 362309"/>
                <a:gd name="connsiteY50" fmla="*/ 173644 h 361971"/>
                <a:gd name="connsiteX51" fmla="*/ 218536 w 362309"/>
                <a:gd name="connsiteY51" fmla="*/ 167260 h 361971"/>
                <a:gd name="connsiteX52" fmla="*/ 218536 w 362309"/>
                <a:gd name="connsiteY52" fmla="*/ 167260 h 361971"/>
                <a:gd name="connsiteX53" fmla="*/ 218536 w 362309"/>
                <a:gd name="connsiteY53" fmla="*/ 167260 h 361971"/>
                <a:gd name="connsiteX54" fmla="*/ 212146 w 362309"/>
                <a:gd name="connsiteY54" fmla="*/ 157046 h 361971"/>
                <a:gd name="connsiteX55" fmla="*/ 212146 w 362309"/>
                <a:gd name="connsiteY55" fmla="*/ 119380 h 361971"/>
                <a:gd name="connsiteX56" fmla="*/ 218536 w 362309"/>
                <a:gd name="connsiteY56" fmla="*/ 112996 h 361971"/>
                <a:gd name="connsiteX57" fmla="*/ 224926 w 362309"/>
                <a:gd name="connsiteY57" fmla="*/ 119380 h 361971"/>
                <a:gd name="connsiteX58" fmla="*/ 224926 w 362309"/>
                <a:gd name="connsiteY58" fmla="*/ 157046 h 361971"/>
                <a:gd name="connsiteX59" fmla="*/ 218536 w 362309"/>
                <a:gd name="connsiteY59" fmla="*/ 163430 h 361971"/>
                <a:gd name="connsiteX60" fmla="*/ 212146 w 362309"/>
                <a:gd name="connsiteY60" fmla="*/ 15704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310" y="81077"/>
                    <a:pt x="281796" y="0"/>
                    <a:pt x="181474" y="0"/>
                  </a:cubicBezTo>
                  <a:close/>
                  <a:moveTo>
                    <a:pt x="210868" y="263020"/>
                  </a:moveTo>
                  <a:cubicBezTo>
                    <a:pt x="210868" y="266850"/>
                    <a:pt x="208312" y="269404"/>
                    <a:pt x="204478" y="269404"/>
                  </a:cubicBezTo>
                  <a:lnTo>
                    <a:pt x="162943" y="269404"/>
                  </a:lnTo>
                  <a:cubicBezTo>
                    <a:pt x="162943" y="270042"/>
                    <a:pt x="162943" y="270681"/>
                    <a:pt x="162943" y="270681"/>
                  </a:cubicBezTo>
                  <a:cubicBezTo>
                    <a:pt x="162943" y="279618"/>
                    <a:pt x="153998" y="286641"/>
                    <a:pt x="141857" y="286641"/>
                  </a:cubicBezTo>
                  <a:cubicBezTo>
                    <a:pt x="129716" y="286641"/>
                    <a:pt x="121409" y="279618"/>
                    <a:pt x="121409" y="270681"/>
                  </a:cubicBezTo>
                  <a:cubicBezTo>
                    <a:pt x="121409" y="270042"/>
                    <a:pt x="121409" y="269404"/>
                    <a:pt x="121409" y="269404"/>
                  </a:cubicBezTo>
                  <a:lnTo>
                    <a:pt x="79874" y="269404"/>
                  </a:lnTo>
                  <a:cubicBezTo>
                    <a:pt x="76040" y="269404"/>
                    <a:pt x="73484" y="266850"/>
                    <a:pt x="73484" y="263020"/>
                  </a:cubicBezTo>
                  <a:lnTo>
                    <a:pt x="73484" y="253444"/>
                  </a:lnTo>
                  <a:cubicBezTo>
                    <a:pt x="73484" y="251529"/>
                    <a:pt x="74124" y="250252"/>
                    <a:pt x="75402" y="248975"/>
                  </a:cubicBezTo>
                  <a:cubicBezTo>
                    <a:pt x="89459" y="235569"/>
                    <a:pt x="92654" y="227270"/>
                    <a:pt x="92654" y="210671"/>
                  </a:cubicBezTo>
                  <a:lnTo>
                    <a:pt x="92654" y="191519"/>
                  </a:lnTo>
                  <a:cubicBezTo>
                    <a:pt x="92654" y="166622"/>
                    <a:pt x="111185" y="145555"/>
                    <a:pt x="136106" y="142363"/>
                  </a:cubicBezTo>
                  <a:lnTo>
                    <a:pt x="136106" y="134064"/>
                  </a:lnTo>
                  <a:cubicBezTo>
                    <a:pt x="136106" y="130233"/>
                    <a:pt x="138662" y="127680"/>
                    <a:pt x="142496" y="127680"/>
                  </a:cubicBezTo>
                  <a:cubicBezTo>
                    <a:pt x="146330" y="127680"/>
                    <a:pt x="148886" y="130233"/>
                    <a:pt x="148886" y="134064"/>
                  </a:cubicBezTo>
                  <a:lnTo>
                    <a:pt x="148886" y="142363"/>
                  </a:lnTo>
                  <a:cubicBezTo>
                    <a:pt x="173806" y="145555"/>
                    <a:pt x="192337" y="166622"/>
                    <a:pt x="192337" y="191519"/>
                  </a:cubicBezTo>
                  <a:lnTo>
                    <a:pt x="192337" y="210671"/>
                  </a:lnTo>
                  <a:cubicBezTo>
                    <a:pt x="192337" y="227270"/>
                    <a:pt x="195532" y="235569"/>
                    <a:pt x="209590" y="248975"/>
                  </a:cubicBezTo>
                  <a:cubicBezTo>
                    <a:pt x="210868" y="250252"/>
                    <a:pt x="211507" y="251529"/>
                    <a:pt x="211507" y="253444"/>
                  </a:cubicBezTo>
                  <a:lnTo>
                    <a:pt x="210868" y="263020"/>
                  </a:lnTo>
                  <a:close/>
                  <a:moveTo>
                    <a:pt x="300327" y="201095"/>
                  </a:moveTo>
                  <a:cubicBezTo>
                    <a:pt x="298410" y="204926"/>
                    <a:pt x="293937" y="207479"/>
                    <a:pt x="290103" y="207479"/>
                  </a:cubicBezTo>
                  <a:lnTo>
                    <a:pt x="204478" y="207479"/>
                  </a:lnTo>
                  <a:cubicBezTo>
                    <a:pt x="200644" y="207479"/>
                    <a:pt x="198088" y="204926"/>
                    <a:pt x="198088" y="201095"/>
                  </a:cubicBezTo>
                  <a:cubicBezTo>
                    <a:pt x="198088" y="197265"/>
                    <a:pt x="200644" y="194711"/>
                    <a:pt x="204478" y="194711"/>
                  </a:cubicBezTo>
                  <a:lnTo>
                    <a:pt x="288186" y="194711"/>
                  </a:lnTo>
                  <a:lnTo>
                    <a:pt x="219175" y="88099"/>
                  </a:lnTo>
                  <a:lnTo>
                    <a:pt x="184031" y="141724"/>
                  </a:lnTo>
                  <a:cubicBezTo>
                    <a:pt x="182113" y="144916"/>
                    <a:pt x="178279" y="145555"/>
                    <a:pt x="175084" y="143640"/>
                  </a:cubicBezTo>
                  <a:cubicBezTo>
                    <a:pt x="171889" y="141724"/>
                    <a:pt x="171251" y="137894"/>
                    <a:pt x="173168" y="134702"/>
                  </a:cubicBezTo>
                  <a:lnTo>
                    <a:pt x="208951" y="79800"/>
                  </a:lnTo>
                  <a:cubicBezTo>
                    <a:pt x="212785" y="74054"/>
                    <a:pt x="221092" y="73416"/>
                    <a:pt x="226204" y="77246"/>
                  </a:cubicBezTo>
                  <a:cubicBezTo>
                    <a:pt x="226843" y="77885"/>
                    <a:pt x="228121" y="78523"/>
                    <a:pt x="228760" y="79800"/>
                  </a:cubicBezTo>
                  <a:lnTo>
                    <a:pt x="300327" y="189604"/>
                  </a:lnTo>
                  <a:cubicBezTo>
                    <a:pt x="302244" y="192796"/>
                    <a:pt x="302883" y="197265"/>
                    <a:pt x="300327" y="201095"/>
                  </a:cubicBezTo>
                  <a:lnTo>
                    <a:pt x="300327" y="201095"/>
                  </a:lnTo>
                  <a:close/>
                  <a:moveTo>
                    <a:pt x="218536" y="167260"/>
                  </a:moveTo>
                  <a:cubicBezTo>
                    <a:pt x="222370" y="167260"/>
                    <a:pt x="224926" y="169814"/>
                    <a:pt x="224926" y="173644"/>
                  </a:cubicBezTo>
                  <a:lnTo>
                    <a:pt x="224926" y="181305"/>
                  </a:lnTo>
                  <a:cubicBezTo>
                    <a:pt x="224926" y="185135"/>
                    <a:pt x="222370" y="187689"/>
                    <a:pt x="218536" y="187689"/>
                  </a:cubicBezTo>
                  <a:cubicBezTo>
                    <a:pt x="214702" y="187689"/>
                    <a:pt x="212146" y="185135"/>
                    <a:pt x="212146" y="181305"/>
                  </a:cubicBezTo>
                  <a:lnTo>
                    <a:pt x="212146" y="173644"/>
                  </a:lnTo>
                  <a:cubicBezTo>
                    <a:pt x="212146" y="170452"/>
                    <a:pt x="215341" y="167260"/>
                    <a:pt x="218536" y="167260"/>
                  </a:cubicBezTo>
                  <a:cubicBezTo>
                    <a:pt x="219175" y="167260"/>
                    <a:pt x="219175" y="167260"/>
                    <a:pt x="218536" y="167260"/>
                  </a:cubicBezTo>
                  <a:lnTo>
                    <a:pt x="218536" y="167260"/>
                  </a:lnTo>
                  <a:close/>
                  <a:moveTo>
                    <a:pt x="212146" y="157046"/>
                  </a:moveTo>
                  <a:lnTo>
                    <a:pt x="212146" y="119380"/>
                  </a:lnTo>
                  <a:cubicBezTo>
                    <a:pt x="212146" y="115550"/>
                    <a:pt x="214702" y="112996"/>
                    <a:pt x="218536" y="112996"/>
                  </a:cubicBezTo>
                  <a:cubicBezTo>
                    <a:pt x="222370" y="112996"/>
                    <a:pt x="224926" y="115550"/>
                    <a:pt x="224926" y="119380"/>
                  </a:cubicBezTo>
                  <a:lnTo>
                    <a:pt x="224926" y="157046"/>
                  </a:lnTo>
                  <a:cubicBezTo>
                    <a:pt x="224926" y="160876"/>
                    <a:pt x="222370" y="163430"/>
                    <a:pt x="218536" y="163430"/>
                  </a:cubicBezTo>
                  <a:cubicBezTo>
                    <a:pt x="214702" y="163430"/>
                    <a:pt x="212146" y="160876"/>
                    <a:pt x="212146" y="157046"/>
                  </a:cubicBezTo>
                  <a:close/>
                </a:path>
              </a:pathLst>
            </a:custGeom>
            <a:solidFill>
              <a:srgbClr val="00ABAB"/>
            </a:solidFill>
            <a:ln w="6390" cap="flat">
              <a:noFill/>
              <a:prstDash val="solid"/>
              <a:miter/>
            </a:ln>
          </p:spPr>
          <p:txBody>
            <a:bodyPr rtlCol="0" anchor="ctr"/>
            <a:lstStyle/>
            <a:p>
              <a:endParaRPr lang="en-US"/>
            </a:p>
          </p:txBody>
        </p:sp>
        <p:sp>
          <p:nvSpPr>
            <p:cNvPr id="327" name="Graphic 4">
              <a:extLst>
                <a:ext uri="{FF2B5EF4-FFF2-40B4-BE49-F238E27FC236}">
                  <a16:creationId xmlns:a16="http://schemas.microsoft.com/office/drawing/2014/main" id="{25D6BE14-906A-3148-B44A-9644D04570B4}"/>
                </a:ext>
              </a:extLst>
            </p:cNvPr>
            <p:cNvSpPr/>
            <p:nvPr/>
          </p:nvSpPr>
          <p:spPr>
            <a:xfrm>
              <a:off x="4179018" y="1187583"/>
              <a:ext cx="15974" cy="4468"/>
            </a:xfrm>
            <a:custGeom>
              <a:avLst/>
              <a:gdLst>
                <a:gd name="connsiteX0" fmla="*/ 639 w 15974"/>
                <a:gd name="connsiteY0" fmla="*/ 1277 h 4468"/>
                <a:gd name="connsiteX1" fmla="*/ 8307 w 15974"/>
                <a:gd name="connsiteY1" fmla="*/ 4469 h 4468"/>
                <a:gd name="connsiteX2" fmla="*/ 15975 w 15974"/>
                <a:gd name="connsiteY2" fmla="*/ 1277 h 4468"/>
                <a:gd name="connsiteX3" fmla="*/ 15975 w 15974"/>
                <a:gd name="connsiteY3" fmla="*/ 0 h 4468"/>
                <a:gd name="connsiteX4" fmla="*/ 0 w 15974"/>
                <a:gd name="connsiteY4" fmla="*/ 0 h 4468"/>
                <a:gd name="connsiteX5" fmla="*/ 639 w 15974"/>
                <a:gd name="connsiteY5" fmla="*/ 1277 h 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74" h="4468">
                  <a:moveTo>
                    <a:pt x="639" y="1277"/>
                  </a:moveTo>
                  <a:cubicBezTo>
                    <a:pt x="639" y="1915"/>
                    <a:pt x="3195" y="4469"/>
                    <a:pt x="8307" y="4469"/>
                  </a:cubicBezTo>
                  <a:cubicBezTo>
                    <a:pt x="13419" y="4469"/>
                    <a:pt x="15975" y="1915"/>
                    <a:pt x="15975" y="1277"/>
                  </a:cubicBezTo>
                  <a:cubicBezTo>
                    <a:pt x="15975" y="638"/>
                    <a:pt x="15975" y="0"/>
                    <a:pt x="15975" y="0"/>
                  </a:cubicBezTo>
                  <a:lnTo>
                    <a:pt x="0" y="0"/>
                  </a:lnTo>
                  <a:cubicBezTo>
                    <a:pt x="639" y="638"/>
                    <a:pt x="639" y="1277"/>
                    <a:pt x="639" y="1277"/>
                  </a:cubicBezTo>
                  <a:close/>
                </a:path>
              </a:pathLst>
            </a:custGeom>
            <a:solidFill>
              <a:srgbClr val="00ABAB"/>
            </a:solidFill>
            <a:ln w="6390" cap="flat">
              <a:noFill/>
              <a:prstDash val="solid"/>
              <a:miter/>
            </a:ln>
          </p:spPr>
          <p:txBody>
            <a:bodyPr rtlCol="0" anchor="ctr"/>
            <a:lstStyle/>
            <a:p>
              <a:endParaRPr lang="en-US"/>
            </a:p>
          </p:txBody>
        </p:sp>
      </p:grpSp>
      <p:grpSp>
        <p:nvGrpSpPr>
          <p:cNvPr id="328" name="Graphic 4">
            <a:extLst>
              <a:ext uri="{FF2B5EF4-FFF2-40B4-BE49-F238E27FC236}">
                <a16:creationId xmlns:a16="http://schemas.microsoft.com/office/drawing/2014/main" id="{A23BBCA8-C940-0D4C-88A9-3E17B46ABDD8}"/>
              </a:ext>
            </a:extLst>
          </p:cNvPr>
          <p:cNvGrpSpPr/>
          <p:nvPr/>
        </p:nvGrpSpPr>
        <p:grpSpPr>
          <a:xfrm>
            <a:off x="4045469" y="3824168"/>
            <a:ext cx="362309" cy="361971"/>
            <a:chOff x="4045469" y="3824168"/>
            <a:chExt cx="362309" cy="361971"/>
          </a:xfrm>
          <a:solidFill>
            <a:srgbClr val="00ABAB"/>
          </a:solidFill>
        </p:grpSpPr>
        <p:sp>
          <p:nvSpPr>
            <p:cNvPr id="329" name="Graphic 4">
              <a:extLst>
                <a:ext uri="{FF2B5EF4-FFF2-40B4-BE49-F238E27FC236}">
                  <a16:creationId xmlns:a16="http://schemas.microsoft.com/office/drawing/2014/main" id="{DE9E5B8E-FF48-DC42-B9E4-3600A243120E}"/>
                </a:ext>
              </a:extLst>
            </p:cNvPr>
            <p:cNvSpPr/>
            <p:nvPr/>
          </p:nvSpPr>
          <p:spPr>
            <a:xfrm>
              <a:off x="4045469" y="3824168"/>
              <a:ext cx="362309" cy="361971"/>
            </a:xfrm>
            <a:custGeom>
              <a:avLst/>
              <a:gdLst>
                <a:gd name="connsiteX0" fmla="*/ 181474 w 362309"/>
                <a:gd name="connsiteY0" fmla="*/ 0 h 361971"/>
                <a:gd name="connsiteX1" fmla="*/ 0 w 362309"/>
                <a:gd name="connsiteY1" fmla="*/ 180667 h 361971"/>
                <a:gd name="connsiteX2" fmla="*/ 180836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96488 w 362309"/>
                <a:gd name="connsiteY6" fmla="*/ 188966 h 361971"/>
                <a:gd name="connsiteX7" fmla="*/ 85625 w 362309"/>
                <a:gd name="connsiteY7" fmla="*/ 199819 h 361971"/>
                <a:gd name="connsiteX8" fmla="*/ 76679 w 362309"/>
                <a:gd name="connsiteY8" fmla="*/ 199819 h 361971"/>
                <a:gd name="connsiteX9" fmla="*/ 76679 w 362309"/>
                <a:gd name="connsiteY9" fmla="*/ 199819 h 361971"/>
                <a:gd name="connsiteX10" fmla="*/ 76679 w 362309"/>
                <a:gd name="connsiteY10" fmla="*/ 190881 h 361971"/>
                <a:gd name="connsiteX11" fmla="*/ 76679 w 362309"/>
                <a:gd name="connsiteY11" fmla="*/ 190881 h 361971"/>
                <a:gd name="connsiteX12" fmla="*/ 87542 w 362309"/>
                <a:gd name="connsiteY12" fmla="*/ 180028 h 361971"/>
                <a:gd name="connsiteX13" fmla="*/ 96488 w 362309"/>
                <a:gd name="connsiteY13" fmla="*/ 180667 h 361971"/>
                <a:gd name="connsiteX14" fmla="*/ 96488 w 362309"/>
                <a:gd name="connsiteY14" fmla="*/ 188966 h 361971"/>
                <a:gd name="connsiteX15" fmla="*/ 96488 w 362309"/>
                <a:gd name="connsiteY15" fmla="*/ 171091 h 361971"/>
                <a:gd name="connsiteX16" fmla="*/ 92015 w 362309"/>
                <a:gd name="connsiteY16" fmla="*/ 173006 h 361971"/>
                <a:gd name="connsiteX17" fmla="*/ 87542 w 362309"/>
                <a:gd name="connsiteY17" fmla="*/ 171091 h 361971"/>
                <a:gd name="connsiteX18" fmla="*/ 76679 w 362309"/>
                <a:gd name="connsiteY18" fmla="*/ 160238 h 361971"/>
                <a:gd name="connsiteX19" fmla="*/ 76679 w 362309"/>
                <a:gd name="connsiteY19" fmla="*/ 151300 h 361971"/>
                <a:gd name="connsiteX20" fmla="*/ 85625 w 362309"/>
                <a:gd name="connsiteY20" fmla="*/ 151300 h 361971"/>
                <a:gd name="connsiteX21" fmla="*/ 85625 w 362309"/>
                <a:gd name="connsiteY21" fmla="*/ 151300 h 361971"/>
                <a:gd name="connsiteX22" fmla="*/ 96488 w 362309"/>
                <a:gd name="connsiteY22" fmla="*/ 162153 h 361971"/>
                <a:gd name="connsiteX23" fmla="*/ 96488 w 362309"/>
                <a:gd name="connsiteY23" fmla="*/ 171091 h 361971"/>
                <a:gd name="connsiteX24" fmla="*/ 96488 w 362309"/>
                <a:gd name="connsiteY24" fmla="*/ 171091 h 361971"/>
                <a:gd name="connsiteX25" fmla="*/ 96488 w 362309"/>
                <a:gd name="connsiteY25" fmla="*/ 171091 h 361971"/>
                <a:gd name="connsiteX26" fmla="*/ 124604 w 362309"/>
                <a:gd name="connsiteY26" fmla="*/ 199819 h 361971"/>
                <a:gd name="connsiteX27" fmla="*/ 115658 w 362309"/>
                <a:gd name="connsiteY27" fmla="*/ 199819 h 361971"/>
                <a:gd name="connsiteX28" fmla="*/ 104795 w 362309"/>
                <a:gd name="connsiteY28" fmla="*/ 188966 h 361971"/>
                <a:gd name="connsiteX29" fmla="*/ 104795 w 362309"/>
                <a:gd name="connsiteY29" fmla="*/ 180028 h 361971"/>
                <a:gd name="connsiteX30" fmla="*/ 113741 w 362309"/>
                <a:gd name="connsiteY30" fmla="*/ 180028 h 361971"/>
                <a:gd name="connsiteX31" fmla="*/ 124604 w 362309"/>
                <a:gd name="connsiteY31" fmla="*/ 190881 h 361971"/>
                <a:gd name="connsiteX32" fmla="*/ 124604 w 362309"/>
                <a:gd name="connsiteY32" fmla="*/ 199819 h 361971"/>
                <a:gd name="connsiteX33" fmla="*/ 124604 w 362309"/>
                <a:gd name="connsiteY33" fmla="*/ 199819 h 361971"/>
                <a:gd name="connsiteX34" fmla="*/ 124604 w 362309"/>
                <a:gd name="connsiteY34" fmla="*/ 199819 h 361971"/>
                <a:gd name="connsiteX35" fmla="*/ 124604 w 362309"/>
                <a:gd name="connsiteY35" fmla="*/ 160876 h 361971"/>
                <a:gd name="connsiteX36" fmla="*/ 114380 w 362309"/>
                <a:gd name="connsiteY36" fmla="*/ 171729 h 361971"/>
                <a:gd name="connsiteX37" fmla="*/ 105434 w 362309"/>
                <a:gd name="connsiteY37" fmla="*/ 171729 h 361971"/>
                <a:gd name="connsiteX38" fmla="*/ 105434 w 362309"/>
                <a:gd name="connsiteY38" fmla="*/ 171729 h 361971"/>
                <a:gd name="connsiteX39" fmla="*/ 105434 w 362309"/>
                <a:gd name="connsiteY39" fmla="*/ 162792 h 361971"/>
                <a:gd name="connsiteX40" fmla="*/ 105434 w 362309"/>
                <a:gd name="connsiteY40" fmla="*/ 162792 h 361971"/>
                <a:gd name="connsiteX41" fmla="*/ 116297 w 362309"/>
                <a:gd name="connsiteY41" fmla="*/ 151939 h 361971"/>
                <a:gd name="connsiteX42" fmla="*/ 125243 w 362309"/>
                <a:gd name="connsiteY42" fmla="*/ 152577 h 361971"/>
                <a:gd name="connsiteX43" fmla="*/ 124604 w 362309"/>
                <a:gd name="connsiteY43" fmla="*/ 160876 h 361971"/>
                <a:gd name="connsiteX44" fmla="*/ 124604 w 362309"/>
                <a:gd name="connsiteY44" fmla="*/ 160876 h 361971"/>
                <a:gd name="connsiteX45" fmla="*/ 175084 w 362309"/>
                <a:gd name="connsiteY45" fmla="*/ 304516 h 361971"/>
                <a:gd name="connsiteX46" fmla="*/ 152720 w 362309"/>
                <a:gd name="connsiteY46" fmla="*/ 282172 h 361971"/>
                <a:gd name="connsiteX47" fmla="*/ 175084 w 362309"/>
                <a:gd name="connsiteY47" fmla="*/ 259828 h 361971"/>
                <a:gd name="connsiteX48" fmla="*/ 197449 w 362309"/>
                <a:gd name="connsiteY48" fmla="*/ 282172 h 361971"/>
                <a:gd name="connsiteX49" fmla="*/ 175084 w 362309"/>
                <a:gd name="connsiteY49" fmla="*/ 304516 h 361971"/>
                <a:gd name="connsiteX50" fmla="*/ 175084 w 362309"/>
                <a:gd name="connsiteY50" fmla="*/ 304516 h 361971"/>
                <a:gd name="connsiteX51" fmla="*/ 193615 w 362309"/>
                <a:gd name="connsiteY51" fmla="*/ 233015 h 361971"/>
                <a:gd name="connsiteX52" fmla="*/ 176363 w 362309"/>
                <a:gd name="connsiteY52" fmla="*/ 252167 h 361971"/>
                <a:gd name="connsiteX53" fmla="*/ 157193 w 362309"/>
                <a:gd name="connsiteY53" fmla="*/ 234930 h 361971"/>
                <a:gd name="connsiteX54" fmla="*/ 157193 w 362309"/>
                <a:gd name="connsiteY54" fmla="*/ 233015 h 361971"/>
                <a:gd name="connsiteX55" fmla="*/ 152720 w 362309"/>
                <a:gd name="connsiteY55" fmla="*/ 150024 h 361971"/>
                <a:gd name="connsiteX56" fmla="*/ 152720 w 362309"/>
                <a:gd name="connsiteY56" fmla="*/ 150024 h 361971"/>
                <a:gd name="connsiteX57" fmla="*/ 177001 w 362309"/>
                <a:gd name="connsiteY57" fmla="*/ 129595 h 361971"/>
                <a:gd name="connsiteX58" fmla="*/ 197449 w 362309"/>
                <a:gd name="connsiteY58" fmla="*/ 150024 h 361971"/>
                <a:gd name="connsiteX59" fmla="*/ 193615 w 362309"/>
                <a:gd name="connsiteY59" fmla="*/ 233015 h 361971"/>
                <a:gd name="connsiteX60" fmla="*/ 249847 w 362309"/>
                <a:gd name="connsiteY60" fmla="*/ 272596 h 361971"/>
                <a:gd name="connsiteX61" fmla="*/ 240262 w 362309"/>
                <a:gd name="connsiteY61" fmla="*/ 272596 h 361971"/>
                <a:gd name="connsiteX62" fmla="*/ 240262 w 362309"/>
                <a:gd name="connsiteY62" fmla="*/ 282172 h 361971"/>
                <a:gd name="connsiteX63" fmla="*/ 233872 w 362309"/>
                <a:gd name="connsiteY63" fmla="*/ 288556 h 361971"/>
                <a:gd name="connsiteX64" fmla="*/ 227482 w 362309"/>
                <a:gd name="connsiteY64" fmla="*/ 282172 h 361971"/>
                <a:gd name="connsiteX65" fmla="*/ 227482 w 362309"/>
                <a:gd name="connsiteY65" fmla="*/ 272596 h 361971"/>
                <a:gd name="connsiteX66" fmla="*/ 217897 w 362309"/>
                <a:gd name="connsiteY66" fmla="*/ 272596 h 361971"/>
                <a:gd name="connsiteX67" fmla="*/ 211507 w 362309"/>
                <a:gd name="connsiteY67" fmla="*/ 266212 h 361971"/>
                <a:gd name="connsiteX68" fmla="*/ 217897 w 362309"/>
                <a:gd name="connsiteY68" fmla="*/ 259828 h 361971"/>
                <a:gd name="connsiteX69" fmla="*/ 227482 w 362309"/>
                <a:gd name="connsiteY69" fmla="*/ 259828 h 361971"/>
                <a:gd name="connsiteX70" fmla="*/ 227482 w 362309"/>
                <a:gd name="connsiteY70" fmla="*/ 250252 h 361971"/>
                <a:gd name="connsiteX71" fmla="*/ 233872 w 362309"/>
                <a:gd name="connsiteY71" fmla="*/ 243868 h 361971"/>
                <a:gd name="connsiteX72" fmla="*/ 240262 w 362309"/>
                <a:gd name="connsiteY72" fmla="*/ 250252 h 361971"/>
                <a:gd name="connsiteX73" fmla="*/ 240262 w 362309"/>
                <a:gd name="connsiteY73" fmla="*/ 259828 h 361971"/>
                <a:gd name="connsiteX74" fmla="*/ 249847 w 362309"/>
                <a:gd name="connsiteY74" fmla="*/ 259828 h 361971"/>
                <a:gd name="connsiteX75" fmla="*/ 256237 w 362309"/>
                <a:gd name="connsiteY75" fmla="*/ 266212 h 361971"/>
                <a:gd name="connsiteX76" fmla="*/ 249847 w 362309"/>
                <a:gd name="connsiteY76" fmla="*/ 272596 h 361971"/>
                <a:gd name="connsiteX77" fmla="*/ 284991 w 362309"/>
                <a:gd name="connsiteY77" fmla="*/ 145555 h 361971"/>
                <a:gd name="connsiteX78" fmla="*/ 247930 w 362309"/>
                <a:gd name="connsiteY78" fmla="*/ 176836 h 361971"/>
                <a:gd name="connsiteX79" fmla="*/ 259432 w 362309"/>
                <a:gd name="connsiteY79" fmla="*/ 196627 h 361971"/>
                <a:gd name="connsiteX80" fmla="*/ 261987 w 362309"/>
                <a:gd name="connsiteY80" fmla="*/ 205564 h 361971"/>
                <a:gd name="connsiteX81" fmla="*/ 256876 w 362309"/>
                <a:gd name="connsiteY81" fmla="*/ 208756 h 361971"/>
                <a:gd name="connsiteX82" fmla="*/ 233233 w 362309"/>
                <a:gd name="connsiteY82" fmla="*/ 220247 h 361971"/>
                <a:gd name="connsiteX83" fmla="*/ 228121 w 362309"/>
                <a:gd name="connsiteY83" fmla="*/ 222801 h 361971"/>
                <a:gd name="connsiteX84" fmla="*/ 224287 w 362309"/>
                <a:gd name="connsiteY84" fmla="*/ 221524 h 361971"/>
                <a:gd name="connsiteX85" fmla="*/ 223009 w 362309"/>
                <a:gd name="connsiteY85" fmla="*/ 212587 h 361971"/>
                <a:gd name="connsiteX86" fmla="*/ 243457 w 362309"/>
                <a:gd name="connsiteY86" fmla="*/ 198542 h 361971"/>
                <a:gd name="connsiteX87" fmla="*/ 236428 w 362309"/>
                <a:gd name="connsiteY87" fmla="*/ 175560 h 361971"/>
                <a:gd name="connsiteX88" fmla="*/ 257515 w 362309"/>
                <a:gd name="connsiteY88" fmla="*/ 148747 h 361971"/>
                <a:gd name="connsiteX89" fmla="*/ 224287 w 362309"/>
                <a:gd name="connsiteY89" fmla="*/ 135979 h 361971"/>
                <a:gd name="connsiteX90" fmla="*/ 231316 w 362309"/>
                <a:gd name="connsiteY90" fmla="*/ 100867 h 361971"/>
                <a:gd name="connsiteX91" fmla="*/ 203200 w 362309"/>
                <a:gd name="connsiteY91" fmla="*/ 106612 h 361971"/>
                <a:gd name="connsiteX92" fmla="*/ 180836 w 362309"/>
                <a:gd name="connsiteY92" fmla="*/ 84268 h 361971"/>
                <a:gd name="connsiteX93" fmla="*/ 160388 w 362309"/>
                <a:gd name="connsiteY93" fmla="*/ 105336 h 361971"/>
                <a:gd name="connsiteX94" fmla="*/ 125243 w 362309"/>
                <a:gd name="connsiteY94" fmla="*/ 100867 h 361971"/>
                <a:gd name="connsiteX95" fmla="*/ 129077 w 362309"/>
                <a:gd name="connsiteY95" fmla="*/ 126403 h 361971"/>
                <a:gd name="connsiteX96" fmla="*/ 122687 w 362309"/>
                <a:gd name="connsiteY96" fmla="*/ 132787 h 361971"/>
                <a:gd name="connsiteX97" fmla="*/ 116297 w 362309"/>
                <a:gd name="connsiteY97" fmla="*/ 126403 h 361971"/>
                <a:gd name="connsiteX98" fmla="*/ 106712 w 362309"/>
                <a:gd name="connsiteY98" fmla="*/ 86184 h 361971"/>
                <a:gd name="connsiteX99" fmla="*/ 109907 w 362309"/>
                <a:gd name="connsiteY99" fmla="*/ 77884 h 361971"/>
                <a:gd name="connsiteX100" fmla="*/ 116936 w 362309"/>
                <a:gd name="connsiteY100" fmla="*/ 79161 h 361971"/>
                <a:gd name="connsiteX101" fmla="*/ 155276 w 362309"/>
                <a:gd name="connsiteY101" fmla="*/ 94483 h 361971"/>
                <a:gd name="connsiteX102" fmla="*/ 175084 w 362309"/>
                <a:gd name="connsiteY102" fmla="*/ 63840 h 361971"/>
                <a:gd name="connsiteX103" fmla="*/ 181474 w 362309"/>
                <a:gd name="connsiteY103" fmla="*/ 58732 h 361971"/>
                <a:gd name="connsiteX104" fmla="*/ 187864 w 362309"/>
                <a:gd name="connsiteY104" fmla="*/ 63840 h 361971"/>
                <a:gd name="connsiteX105" fmla="*/ 207034 w 362309"/>
                <a:gd name="connsiteY105" fmla="*/ 95121 h 361971"/>
                <a:gd name="connsiteX106" fmla="*/ 246652 w 362309"/>
                <a:gd name="connsiteY106" fmla="*/ 79800 h 361971"/>
                <a:gd name="connsiteX107" fmla="*/ 255597 w 362309"/>
                <a:gd name="connsiteY107" fmla="*/ 81715 h 361971"/>
                <a:gd name="connsiteX108" fmla="*/ 255597 w 362309"/>
                <a:gd name="connsiteY108" fmla="*/ 88737 h 361971"/>
                <a:gd name="connsiteX109" fmla="*/ 237067 w 362309"/>
                <a:gd name="connsiteY109" fmla="*/ 132148 h 361971"/>
                <a:gd name="connsiteX110" fmla="*/ 283075 w 362309"/>
                <a:gd name="connsiteY110" fmla="*/ 134702 h 361971"/>
                <a:gd name="connsiteX111" fmla="*/ 290103 w 362309"/>
                <a:gd name="connsiteY111" fmla="*/ 139171 h 361971"/>
                <a:gd name="connsiteX112" fmla="*/ 284991 w 362309"/>
                <a:gd name="connsiteY112" fmla="*/ 145555 h 361971"/>
                <a:gd name="connsiteX113" fmla="*/ 284991 w 362309"/>
                <a:gd name="connsiteY113" fmla="*/ 14555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62309" h="361971">
                  <a:moveTo>
                    <a:pt x="181474" y="0"/>
                  </a:moveTo>
                  <a:cubicBezTo>
                    <a:pt x="81152" y="0"/>
                    <a:pt x="0" y="81076"/>
                    <a:pt x="0" y="180667"/>
                  </a:cubicBezTo>
                  <a:cubicBezTo>
                    <a:pt x="0" y="280257"/>
                    <a:pt x="81152" y="361971"/>
                    <a:pt x="180836" y="361971"/>
                  </a:cubicBezTo>
                  <a:cubicBezTo>
                    <a:pt x="280518" y="361971"/>
                    <a:pt x="362310" y="280895"/>
                    <a:pt x="362310" y="181305"/>
                  </a:cubicBezTo>
                  <a:lnTo>
                    <a:pt x="362310" y="181305"/>
                  </a:lnTo>
                  <a:cubicBezTo>
                    <a:pt x="362310" y="81076"/>
                    <a:pt x="281796" y="0"/>
                    <a:pt x="181474" y="0"/>
                  </a:cubicBezTo>
                  <a:close/>
                  <a:moveTo>
                    <a:pt x="96488" y="188966"/>
                  </a:moveTo>
                  <a:lnTo>
                    <a:pt x="85625" y="199819"/>
                  </a:lnTo>
                  <a:cubicBezTo>
                    <a:pt x="83069" y="202372"/>
                    <a:pt x="79235" y="202372"/>
                    <a:pt x="76679" y="199819"/>
                  </a:cubicBezTo>
                  <a:cubicBezTo>
                    <a:pt x="76679" y="199819"/>
                    <a:pt x="76679" y="199819"/>
                    <a:pt x="76679" y="199819"/>
                  </a:cubicBezTo>
                  <a:cubicBezTo>
                    <a:pt x="74124" y="197265"/>
                    <a:pt x="74124" y="193435"/>
                    <a:pt x="76679" y="190881"/>
                  </a:cubicBezTo>
                  <a:cubicBezTo>
                    <a:pt x="76679" y="190881"/>
                    <a:pt x="76679" y="190881"/>
                    <a:pt x="76679" y="190881"/>
                  </a:cubicBezTo>
                  <a:lnTo>
                    <a:pt x="87542" y="180028"/>
                  </a:lnTo>
                  <a:cubicBezTo>
                    <a:pt x="90098" y="177475"/>
                    <a:pt x="94571" y="178113"/>
                    <a:pt x="96488" y="180667"/>
                  </a:cubicBezTo>
                  <a:cubicBezTo>
                    <a:pt x="98405" y="183220"/>
                    <a:pt x="98405" y="186412"/>
                    <a:pt x="96488" y="188966"/>
                  </a:cubicBezTo>
                  <a:close/>
                  <a:moveTo>
                    <a:pt x="96488" y="171091"/>
                  </a:moveTo>
                  <a:cubicBezTo>
                    <a:pt x="95210" y="172368"/>
                    <a:pt x="93932" y="173006"/>
                    <a:pt x="92015" y="173006"/>
                  </a:cubicBezTo>
                  <a:cubicBezTo>
                    <a:pt x="90098" y="173006"/>
                    <a:pt x="88820" y="172368"/>
                    <a:pt x="87542" y="171091"/>
                  </a:cubicBezTo>
                  <a:lnTo>
                    <a:pt x="76679" y="160238"/>
                  </a:lnTo>
                  <a:cubicBezTo>
                    <a:pt x="74124" y="157684"/>
                    <a:pt x="74124" y="153854"/>
                    <a:pt x="76679" y="151300"/>
                  </a:cubicBezTo>
                  <a:cubicBezTo>
                    <a:pt x="79235" y="148747"/>
                    <a:pt x="83069" y="148747"/>
                    <a:pt x="85625" y="151300"/>
                  </a:cubicBezTo>
                  <a:cubicBezTo>
                    <a:pt x="85625" y="151300"/>
                    <a:pt x="85625" y="151300"/>
                    <a:pt x="85625" y="151300"/>
                  </a:cubicBezTo>
                  <a:lnTo>
                    <a:pt x="96488" y="162153"/>
                  </a:lnTo>
                  <a:cubicBezTo>
                    <a:pt x="99044" y="164707"/>
                    <a:pt x="99044" y="168537"/>
                    <a:pt x="96488" y="171091"/>
                  </a:cubicBezTo>
                  <a:cubicBezTo>
                    <a:pt x="96488" y="171091"/>
                    <a:pt x="96488" y="171091"/>
                    <a:pt x="96488" y="171091"/>
                  </a:cubicBezTo>
                  <a:lnTo>
                    <a:pt x="96488" y="171091"/>
                  </a:lnTo>
                  <a:close/>
                  <a:moveTo>
                    <a:pt x="124604" y="199819"/>
                  </a:moveTo>
                  <a:cubicBezTo>
                    <a:pt x="122048" y="202372"/>
                    <a:pt x="118214" y="202372"/>
                    <a:pt x="115658" y="199819"/>
                  </a:cubicBezTo>
                  <a:lnTo>
                    <a:pt x="104795" y="188966"/>
                  </a:lnTo>
                  <a:cubicBezTo>
                    <a:pt x="102239" y="186412"/>
                    <a:pt x="102239" y="182582"/>
                    <a:pt x="104795" y="180028"/>
                  </a:cubicBezTo>
                  <a:cubicBezTo>
                    <a:pt x="107351" y="177475"/>
                    <a:pt x="111185" y="177475"/>
                    <a:pt x="113741" y="180028"/>
                  </a:cubicBezTo>
                  <a:lnTo>
                    <a:pt x="124604" y="190881"/>
                  </a:lnTo>
                  <a:cubicBezTo>
                    <a:pt x="127160" y="193435"/>
                    <a:pt x="127160" y="197265"/>
                    <a:pt x="124604" y="199819"/>
                  </a:cubicBezTo>
                  <a:cubicBezTo>
                    <a:pt x="124604" y="199819"/>
                    <a:pt x="124604" y="199819"/>
                    <a:pt x="124604" y="199819"/>
                  </a:cubicBezTo>
                  <a:lnTo>
                    <a:pt x="124604" y="199819"/>
                  </a:lnTo>
                  <a:close/>
                  <a:moveTo>
                    <a:pt x="124604" y="160876"/>
                  </a:moveTo>
                  <a:lnTo>
                    <a:pt x="114380" y="171729"/>
                  </a:lnTo>
                  <a:cubicBezTo>
                    <a:pt x="111824" y="174283"/>
                    <a:pt x="107990" y="174283"/>
                    <a:pt x="105434" y="171729"/>
                  </a:cubicBezTo>
                  <a:cubicBezTo>
                    <a:pt x="105434" y="171729"/>
                    <a:pt x="105434" y="171729"/>
                    <a:pt x="105434" y="171729"/>
                  </a:cubicBezTo>
                  <a:cubicBezTo>
                    <a:pt x="102878" y="169176"/>
                    <a:pt x="102878" y="165345"/>
                    <a:pt x="105434" y="162792"/>
                  </a:cubicBezTo>
                  <a:cubicBezTo>
                    <a:pt x="105434" y="162792"/>
                    <a:pt x="105434" y="162792"/>
                    <a:pt x="105434" y="162792"/>
                  </a:cubicBezTo>
                  <a:lnTo>
                    <a:pt x="116297" y="151939"/>
                  </a:lnTo>
                  <a:cubicBezTo>
                    <a:pt x="118853" y="149385"/>
                    <a:pt x="123326" y="150024"/>
                    <a:pt x="125243" y="152577"/>
                  </a:cubicBezTo>
                  <a:cubicBezTo>
                    <a:pt x="127160" y="154492"/>
                    <a:pt x="127160" y="158323"/>
                    <a:pt x="124604" y="160876"/>
                  </a:cubicBezTo>
                  <a:lnTo>
                    <a:pt x="124604" y="160876"/>
                  </a:lnTo>
                  <a:close/>
                  <a:moveTo>
                    <a:pt x="175084" y="304516"/>
                  </a:moveTo>
                  <a:cubicBezTo>
                    <a:pt x="162943" y="304516"/>
                    <a:pt x="152720" y="294301"/>
                    <a:pt x="152720" y="282172"/>
                  </a:cubicBezTo>
                  <a:cubicBezTo>
                    <a:pt x="152720" y="270042"/>
                    <a:pt x="162943" y="259828"/>
                    <a:pt x="175084" y="259828"/>
                  </a:cubicBezTo>
                  <a:cubicBezTo>
                    <a:pt x="187225" y="259828"/>
                    <a:pt x="197449" y="270042"/>
                    <a:pt x="197449" y="282172"/>
                  </a:cubicBezTo>
                  <a:cubicBezTo>
                    <a:pt x="197449" y="294301"/>
                    <a:pt x="187864" y="304516"/>
                    <a:pt x="175084" y="304516"/>
                  </a:cubicBezTo>
                  <a:lnTo>
                    <a:pt x="175084" y="304516"/>
                  </a:lnTo>
                  <a:close/>
                  <a:moveTo>
                    <a:pt x="193615" y="233015"/>
                  </a:moveTo>
                  <a:cubicBezTo>
                    <a:pt x="194254" y="243230"/>
                    <a:pt x="186586" y="251529"/>
                    <a:pt x="176363" y="252167"/>
                  </a:cubicBezTo>
                  <a:cubicBezTo>
                    <a:pt x="166138" y="252806"/>
                    <a:pt x="157832" y="245145"/>
                    <a:pt x="157193" y="234930"/>
                  </a:cubicBezTo>
                  <a:cubicBezTo>
                    <a:pt x="157193" y="234292"/>
                    <a:pt x="157193" y="233654"/>
                    <a:pt x="157193" y="233015"/>
                  </a:cubicBezTo>
                  <a:lnTo>
                    <a:pt x="152720" y="150024"/>
                  </a:lnTo>
                  <a:lnTo>
                    <a:pt x="152720" y="150024"/>
                  </a:lnTo>
                  <a:cubicBezTo>
                    <a:pt x="153358" y="137894"/>
                    <a:pt x="164221" y="128318"/>
                    <a:pt x="177001" y="129595"/>
                  </a:cubicBezTo>
                  <a:cubicBezTo>
                    <a:pt x="187864" y="130233"/>
                    <a:pt x="196810" y="139171"/>
                    <a:pt x="197449" y="150024"/>
                  </a:cubicBezTo>
                  <a:lnTo>
                    <a:pt x="193615" y="233015"/>
                  </a:lnTo>
                  <a:close/>
                  <a:moveTo>
                    <a:pt x="249847" y="272596"/>
                  </a:moveTo>
                  <a:lnTo>
                    <a:pt x="240262" y="272596"/>
                  </a:lnTo>
                  <a:lnTo>
                    <a:pt x="240262" y="282172"/>
                  </a:lnTo>
                  <a:cubicBezTo>
                    <a:pt x="240262" y="286002"/>
                    <a:pt x="237706" y="288556"/>
                    <a:pt x="233872" y="288556"/>
                  </a:cubicBezTo>
                  <a:cubicBezTo>
                    <a:pt x="230038" y="288556"/>
                    <a:pt x="227482" y="286002"/>
                    <a:pt x="227482" y="282172"/>
                  </a:cubicBezTo>
                  <a:lnTo>
                    <a:pt x="227482" y="272596"/>
                  </a:lnTo>
                  <a:lnTo>
                    <a:pt x="217897" y="272596"/>
                  </a:lnTo>
                  <a:cubicBezTo>
                    <a:pt x="214063" y="272596"/>
                    <a:pt x="211507" y="270042"/>
                    <a:pt x="211507" y="266212"/>
                  </a:cubicBezTo>
                  <a:cubicBezTo>
                    <a:pt x="211507" y="262382"/>
                    <a:pt x="214063" y="259828"/>
                    <a:pt x="217897" y="259828"/>
                  </a:cubicBezTo>
                  <a:lnTo>
                    <a:pt x="227482" y="259828"/>
                  </a:lnTo>
                  <a:lnTo>
                    <a:pt x="227482" y="250252"/>
                  </a:lnTo>
                  <a:cubicBezTo>
                    <a:pt x="227482" y="246422"/>
                    <a:pt x="230038" y="243868"/>
                    <a:pt x="233872" y="243868"/>
                  </a:cubicBezTo>
                  <a:cubicBezTo>
                    <a:pt x="237706" y="243868"/>
                    <a:pt x="240262" y="246422"/>
                    <a:pt x="240262" y="250252"/>
                  </a:cubicBezTo>
                  <a:lnTo>
                    <a:pt x="240262" y="259828"/>
                  </a:lnTo>
                  <a:lnTo>
                    <a:pt x="249847" y="259828"/>
                  </a:lnTo>
                  <a:cubicBezTo>
                    <a:pt x="253681" y="259828"/>
                    <a:pt x="256237" y="262382"/>
                    <a:pt x="256237" y="266212"/>
                  </a:cubicBezTo>
                  <a:cubicBezTo>
                    <a:pt x="256237" y="270042"/>
                    <a:pt x="253681" y="272596"/>
                    <a:pt x="249847" y="272596"/>
                  </a:cubicBezTo>
                  <a:close/>
                  <a:moveTo>
                    <a:pt x="284991" y="145555"/>
                  </a:moveTo>
                  <a:cubicBezTo>
                    <a:pt x="270934" y="153216"/>
                    <a:pt x="249208" y="167899"/>
                    <a:pt x="247930" y="176836"/>
                  </a:cubicBezTo>
                  <a:cubicBezTo>
                    <a:pt x="246652" y="188327"/>
                    <a:pt x="259432" y="196627"/>
                    <a:pt x="259432" y="196627"/>
                  </a:cubicBezTo>
                  <a:cubicBezTo>
                    <a:pt x="262627" y="198542"/>
                    <a:pt x="263266" y="202372"/>
                    <a:pt x="261987" y="205564"/>
                  </a:cubicBezTo>
                  <a:cubicBezTo>
                    <a:pt x="260710" y="207479"/>
                    <a:pt x="258792" y="208756"/>
                    <a:pt x="256876" y="208756"/>
                  </a:cubicBezTo>
                  <a:cubicBezTo>
                    <a:pt x="256876" y="208756"/>
                    <a:pt x="240262" y="210033"/>
                    <a:pt x="233233" y="220247"/>
                  </a:cubicBezTo>
                  <a:cubicBezTo>
                    <a:pt x="231955" y="222163"/>
                    <a:pt x="230038" y="222801"/>
                    <a:pt x="228121" y="222801"/>
                  </a:cubicBezTo>
                  <a:cubicBezTo>
                    <a:pt x="226843" y="222801"/>
                    <a:pt x="225565" y="222163"/>
                    <a:pt x="224287" y="221524"/>
                  </a:cubicBezTo>
                  <a:cubicBezTo>
                    <a:pt x="221731" y="219609"/>
                    <a:pt x="220453" y="215779"/>
                    <a:pt x="223009" y="212587"/>
                  </a:cubicBezTo>
                  <a:cubicBezTo>
                    <a:pt x="228121" y="205564"/>
                    <a:pt x="235150" y="201095"/>
                    <a:pt x="243457" y="198542"/>
                  </a:cubicBezTo>
                  <a:cubicBezTo>
                    <a:pt x="237706" y="192158"/>
                    <a:pt x="235150" y="183859"/>
                    <a:pt x="236428" y="175560"/>
                  </a:cubicBezTo>
                  <a:cubicBezTo>
                    <a:pt x="237706" y="165984"/>
                    <a:pt x="247291" y="156408"/>
                    <a:pt x="257515" y="148747"/>
                  </a:cubicBezTo>
                  <a:cubicBezTo>
                    <a:pt x="243457" y="148747"/>
                    <a:pt x="228121" y="146193"/>
                    <a:pt x="224287" y="135979"/>
                  </a:cubicBezTo>
                  <a:cubicBezTo>
                    <a:pt x="220453" y="125764"/>
                    <a:pt x="225565" y="112996"/>
                    <a:pt x="231316" y="100867"/>
                  </a:cubicBezTo>
                  <a:cubicBezTo>
                    <a:pt x="223009" y="105336"/>
                    <a:pt x="212785" y="107251"/>
                    <a:pt x="203200" y="106612"/>
                  </a:cubicBezTo>
                  <a:cubicBezTo>
                    <a:pt x="192337" y="104059"/>
                    <a:pt x="185308" y="93844"/>
                    <a:pt x="180836" y="84268"/>
                  </a:cubicBezTo>
                  <a:cubicBezTo>
                    <a:pt x="176363" y="93206"/>
                    <a:pt x="169333" y="100867"/>
                    <a:pt x="160388" y="105336"/>
                  </a:cubicBezTo>
                  <a:cubicBezTo>
                    <a:pt x="148886" y="110443"/>
                    <a:pt x="135467" y="106612"/>
                    <a:pt x="125243" y="100867"/>
                  </a:cubicBezTo>
                  <a:cubicBezTo>
                    <a:pt x="127799" y="109166"/>
                    <a:pt x="129077" y="117465"/>
                    <a:pt x="129077" y="126403"/>
                  </a:cubicBezTo>
                  <a:cubicBezTo>
                    <a:pt x="129077" y="130233"/>
                    <a:pt x="126521" y="132787"/>
                    <a:pt x="122687" y="132787"/>
                  </a:cubicBezTo>
                  <a:cubicBezTo>
                    <a:pt x="118853" y="132787"/>
                    <a:pt x="116297" y="130233"/>
                    <a:pt x="116297" y="126403"/>
                  </a:cubicBezTo>
                  <a:cubicBezTo>
                    <a:pt x="115658" y="112358"/>
                    <a:pt x="111824" y="98952"/>
                    <a:pt x="106712" y="86184"/>
                  </a:cubicBezTo>
                  <a:cubicBezTo>
                    <a:pt x="105434" y="82992"/>
                    <a:pt x="106712" y="79161"/>
                    <a:pt x="109907" y="77884"/>
                  </a:cubicBezTo>
                  <a:cubicBezTo>
                    <a:pt x="112463" y="76608"/>
                    <a:pt x="115019" y="77246"/>
                    <a:pt x="116936" y="79161"/>
                  </a:cubicBezTo>
                  <a:cubicBezTo>
                    <a:pt x="123326" y="85545"/>
                    <a:pt x="143135" y="99590"/>
                    <a:pt x="155276" y="94483"/>
                  </a:cubicBezTo>
                  <a:cubicBezTo>
                    <a:pt x="170611" y="87460"/>
                    <a:pt x="174446" y="63840"/>
                    <a:pt x="175084" y="63840"/>
                  </a:cubicBezTo>
                  <a:cubicBezTo>
                    <a:pt x="175723" y="60648"/>
                    <a:pt x="178279" y="58732"/>
                    <a:pt x="181474" y="58732"/>
                  </a:cubicBezTo>
                  <a:cubicBezTo>
                    <a:pt x="184669" y="58732"/>
                    <a:pt x="187225" y="60648"/>
                    <a:pt x="187864" y="63840"/>
                  </a:cubicBezTo>
                  <a:cubicBezTo>
                    <a:pt x="189142" y="70862"/>
                    <a:pt x="196171" y="92568"/>
                    <a:pt x="207034" y="95121"/>
                  </a:cubicBezTo>
                  <a:cubicBezTo>
                    <a:pt x="214702" y="97036"/>
                    <a:pt x="234511" y="87460"/>
                    <a:pt x="246652" y="79800"/>
                  </a:cubicBezTo>
                  <a:cubicBezTo>
                    <a:pt x="249847" y="77884"/>
                    <a:pt x="253681" y="78523"/>
                    <a:pt x="255597" y="81715"/>
                  </a:cubicBezTo>
                  <a:cubicBezTo>
                    <a:pt x="256876" y="83630"/>
                    <a:pt x="256876" y="86822"/>
                    <a:pt x="255597" y="88737"/>
                  </a:cubicBezTo>
                  <a:cubicBezTo>
                    <a:pt x="244735" y="104059"/>
                    <a:pt x="234511" y="125126"/>
                    <a:pt x="237067" y="132148"/>
                  </a:cubicBezTo>
                  <a:cubicBezTo>
                    <a:pt x="238984" y="137256"/>
                    <a:pt x="261349" y="138532"/>
                    <a:pt x="283075" y="134702"/>
                  </a:cubicBezTo>
                  <a:cubicBezTo>
                    <a:pt x="286270" y="134064"/>
                    <a:pt x="289464" y="135979"/>
                    <a:pt x="290103" y="139171"/>
                  </a:cubicBezTo>
                  <a:cubicBezTo>
                    <a:pt x="288825" y="141086"/>
                    <a:pt x="287547" y="144278"/>
                    <a:pt x="284991" y="145555"/>
                  </a:cubicBezTo>
                  <a:lnTo>
                    <a:pt x="284991" y="145555"/>
                  </a:lnTo>
                  <a:close/>
                </a:path>
              </a:pathLst>
            </a:custGeom>
            <a:solidFill>
              <a:srgbClr val="00ABAB"/>
            </a:solidFill>
            <a:ln w="6390" cap="flat">
              <a:noFill/>
              <a:prstDash val="solid"/>
              <a:miter/>
            </a:ln>
          </p:spPr>
          <p:txBody>
            <a:bodyPr rtlCol="0" anchor="ctr"/>
            <a:lstStyle/>
            <a:p>
              <a:endParaRPr lang="en-US"/>
            </a:p>
          </p:txBody>
        </p:sp>
        <p:sp>
          <p:nvSpPr>
            <p:cNvPr id="330" name="Graphic 4">
              <a:extLst>
                <a:ext uri="{FF2B5EF4-FFF2-40B4-BE49-F238E27FC236}">
                  <a16:creationId xmlns:a16="http://schemas.microsoft.com/office/drawing/2014/main" id="{38B0049C-BA40-1642-8329-2137790B53CC}"/>
                </a:ext>
              </a:extLst>
            </p:cNvPr>
            <p:cNvSpPr/>
            <p:nvPr/>
          </p:nvSpPr>
          <p:spPr>
            <a:xfrm>
              <a:off x="4210968" y="4096763"/>
              <a:ext cx="19169" cy="19151"/>
            </a:xfrm>
            <a:custGeom>
              <a:avLst/>
              <a:gdLst>
                <a:gd name="connsiteX0" fmla="*/ 9585 w 19169"/>
                <a:gd name="connsiteY0" fmla="*/ 0 h 19151"/>
                <a:gd name="connsiteX1" fmla="*/ 0 w 19169"/>
                <a:gd name="connsiteY1" fmla="*/ 9576 h 19151"/>
                <a:gd name="connsiteX2" fmla="*/ 9585 w 19169"/>
                <a:gd name="connsiteY2" fmla="*/ 19152 h 19151"/>
                <a:gd name="connsiteX3" fmla="*/ 19170 w 19169"/>
                <a:gd name="connsiteY3" fmla="*/ 9576 h 19151"/>
                <a:gd name="connsiteX4" fmla="*/ 9585 w 19169"/>
                <a:gd name="connsiteY4" fmla="*/ 0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9585" y="0"/>
                  </a:moveTo>
                  <a:cubicBezTo>
                    <a:pt x="4473" y="0"/>
                    <a:pt x="0" y="4469"/>
                    <a:pt x="0" y="9576"/>
                  </a:cubicBezTo>
                  <a:cubicBezTo>
                    <a:pt x="0" y="14683"/>
                    <a:pt x="4473" y="19152"/>
                    <a:pt x="9585" y="19152"/>
                  </a:cubicBezTo>
                  <a:cubicBezTo>
                    <a:pt x="14697" y="19152"/>
                    <a:pt x="19170" y="14683"/>
                    <a:pt x="19170" y="9576"/>
                  </a:cubicBezTo>
                  <a:cubicBezTo>
                    <a:pt x="19170" y="4469"/>
                    <a:pt x="15336" y="0"/>
                    <a:pt x="9585" y="0"/>
                  </a:cubicBezTo>
                  <a:close/>
                </a:path>
              </a:pathLst>
            </a:custGeom>
            <a:solidFill>
              <a:srgbClr val="00ABAB"/>
            </a:solidFill>
            <a:ln w="6390" cap="flat">
              <a:noFill/>
              <a:prstDash val="solid"/>
              <a:miter/>
            </a:ln>
          </p:spPr>
          <p:txBody>
            <a:bodyPr rtlCol="0" anchor="ctr"/>
            <a:lstStyle/>
            <a:p>
              <a:endParaRPr lang="en-US"/>
            </a:p>
          </p:txBody>
        </p:sp>
        <p:sp>
          <p:nvSpPr>
            <p:cNvPr id="331" name="Graphic 4">
              <a:extLst>
                <a:ext uri="{FF2B5EF4-FFF2-40B4-BE49-F238E27FC236}">
                  <a16:creationId xmlns:a16="http://schemas.microsoft.com/office/drawing/2014/main" id="{781CFA8D-84D7-164F-A2D8-A650DE33364E}"/>
                </a:ext>
              </a:extLst>
            </p:cNvPr>
            <p:cNvSpPr/>
            <p:nvPr/>
          </p:nvSpPr>
          <p:spPr>
            <a:xfrm>
              <a:off x="4210968" y="3963338"/>
              <a:ext cx="18591" cy="98951"/>
            </a:xfrm>
            <a:custGeom>
              <a:avLst/>
              <a:gdLst>
                <a:gd name="connsiteX0" fmla="*/ 9585 w 18591"/>
                <a:gd name="connsiteY0" fmla="*/ 0 h 98951"/>
                <a:gd name="connsiteX1" fmla="*/ 0 w 18591"/>
                <a:gd name="connsiteY1" fmla="*/ 9576 h 98951"/>
                <a:gd name="connsiteX2" fmla="*/ 4473 w 18591"/>
                <a:gd name="connsiteY2" fmla="*/ 92568 h 98951"/>
                <a:gd name="connsiteX3" fmla="*/ 9585 w 18591"/>
                <a:gd name="connsiteY3" fmla="*/ 98952 h 98951"/>
                <a:gd name="connsiteX4" fmla="*/ 14697 w 18591"/>
                <a:gd name="connsiteY4" fmla="*/ 93206 h 98951"/>
                <a:gd name="connsiteX5" fmla="*/ 18531 w 18591"/>
                <a:gd name="connsiteY5" fmla="*/ 9576 h 98951"/>
                <a:gd name="connsiteX6" fmla="*/ 9585 w 18591"/>
                <a:gd name="connsiteY6" fmla="*/ 0 h 9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591" h="98951">
                  <a:moveTo>
                    <a:pt x="9585" y="0"/>
                  </a:moveTo>
                  <a:cubicBezTo>
                    <a:pt x="4473" y="0"/>
                    <a:pt x="0" y="4469"/>
                    <a:pt x="0" y="9576"/>
                  </a:cubicBezTo>
                  <a:lnTo>
                    <a:pt x="4473" y="92568"/>
                  </a:lnTo>
                  <a:cubicBezTo>
                    <a:pt x="4473" y="95760"/>
                    <a:pt x="7029" y="98313"/>
                    <a:pt x="9585" y="98952"/>
                  </a:cubicBezTo>
                  <a:cubicBezTo>
                    <a:pt x="12780" y="98313"/>
                    <a:pt x="14697" y="95760"/>
                    <a:pt x="14697" y="93206"/>
                  </a:cubicBezTo>
                  <a:lnTo>
                    <a:pt x="18531" y="9576"/>
                  </a:lnTo>
                  <a:cubicBezTo>
                    <a:pt x="19170" y="4469"/>
                    <a:pt x="14697" y="638"/>
                    <a:pt x="9585" y="0"/>
                  </a:cubicBezTo>
                  <a:close/>
                </a:path>
              </a:pathLst>
            </a:custGeom>
            <a:solidFill>
              <a:srgbClr val="00ABAB"/>
            </a:solidFill>
            <a:ln w="6390" cap="flat">
              <a:noFill/>
              <a:prstDash val="solid"/>
              <a:miter/>
            </a:ln>
          </p:spPr>
          <p:txBody>
            <a:bodyPr rtlCol="0" anchor="ctr"/>
            <a:lstStyle/>
            <a:p>
              <a:endParaRPr lang="en-US"/>
            </a:p>
          </p:txBody>
        </p:sp>
      </p:grpSp>
      <p:grpSp>
        <p:nvGrpSpPr>
          <p:cNvPr id="332" name="Graphic 4">
            <a:extLst>
              <a:ext uri="{FF2B5EF4-FFF2-40B4-BE49-F238E27FC236}">
                <a16:creationId xmlns:a16="http://schemas.microsoft.com/office/drawing/2014/main" id="{65296814-D111-7746-B465-E0A6060F228E}"/>
              </a:ext>
            </a:extLst>
          </p:cNvPr>
          <p:cNvGrpSpPr/>
          <p:nvPr/>
        </p:nvGrpSpPr>
        <p:grpSpPr>
          <a:xfrm>
            <a:off x="3607758" y="2855717"/>
            <a:ext cx="362309" cy="361971"/>
            <a:chOff x="3607758" y="2855717"/>
            <a:chExt cx="362309" cy="361971"/>
          </a:xfrm>
          <a:solidFill>
            <a:srgbClr val="00ABAB"/>
          </a:solidFill>
        </p:grpSpPr>
        <p:sp>
          <p:nvSpPr>
            <p:cNvPr id="333" name="Graphic 4">
              <a:extLst>
                <a:ext uri="{FF2B5EF4-FFF2-40B4-BE49-F238E27FC236}">
                  <a16:creationId xmlns:a16="http://schemas.microsoft.com/office/drawing/2014/main" id="{52BA79CB-8CC5-CB42-9435-548BA58D2AFB}"/>
                </a:ext>
              </a:extLst>
            </p:cNvPr>
            <p:cNvSpPr/>
            <p:nvPr/>
          </p:nvSpPr>
          <p:spPr>
            <a:xfrm>
              <a:off x="3607758" y="28557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0667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0438"/>
                    <a:pt x="0" y="180667"/>
                  </a:cubicBezTo>
                  <a:cubicBezTo>
                    <a:pt x="0" y="280895"/>
                    <a:pt x="80513" y="361972"/>
                    <a:pt x="180836" y="361972"/>
                  </a:cubicBezTo>
                  <a:cubicBezTo>
                    <a:pt x="281157" y="361972"/>
                    <a:pt x="362310" y="281533"/>
                    <a:pt x="362310" y="181305"/>
                  </a:cubicBezTo>
                  <a:cubicBezTo>
                    <a:pt x="362310" y="181305"/>
                    <a:pt x="362310" y="181305"/>
                    <a:pt x="362310" y="180667"/>
                  </a:cubicBezTo>
                  <a:cubicBezTo>
                    <a:pt x="362310" y="81076"/>
                    <a:pt x="281157" y="0"/>
                    <a:pt x="181474" y="0"/>
                  </a:cubicBezTo>
                  <a:close/>
                  <a:moveTo>
                    <a:pt x="181474" y="349204"/>
                  </a:moveTo>
                  <a:cubicBezTo>
                    <a:pt x="88181" y="349204"/>
                    <a:pt x="12780" y="274511"/>
                    <a:pt x="12780" y="181305"/>
                  </a:cubicBezTo>
                  <a:cubicBezTo>
                    <a:pt x="12780" y="88099"/>
                    <a:pt x="87542" y="12768"/>
                    <a:pt x="180836" y="12768"/>
                  </a:cubicBezTo>
                  <a:cubicBezTo>
                    <a:pt x="274128" y="12768"/>
                    <a:pt x="349530" y="87460"/>
                    <a:pt x="349530" y="180667"/>
                  </a:cubicBezTo>
                  <a:cubicBezTo>
                    <a:pt x="349530" y="180667"/>
                    <a:pt x="349530" y="180667"/>
                    <a:pt x="349530" y="180667"/>
                  </a:cubicBezTo>
                  <a:cubicBezTo>
                    <a:pt x="349530" y="273234"/>
                    <a:pt x="274128" y="348565"/>
                    <a:pt x="181474" y="349204"/>
                  </a:cubicBezTo>
                  <a:close/>
                </a:path>
              </a:pathLst>
            </a:custGeom>
            <a:solidFill>
              <a:srgbClr val="00ABAB"/>
            </a:solidFill>
            <a:ln w="6390" cap="flat">
              <a:noFill/>
              <a:prstDash val="solid"/>
              <a:miter/>
            </a:ln>
          </p:spPr>
          <p:txBody>
            <a:bodyPr rtlCol="0" anchor="ctr"/>
            <a:lstStyle/>
            <a:p>
              <a:endParaRPr lang="en-US"/>
            </a:p>
          </p:txBody>
        </p:sp>
        <p:sp>
          <p:nvSpPr>
            <p:cNvPr id="334" name="Graphic 4">
              <a:extLst>
                <a:ext uri="{FF2B5EF4-FFF2-40B4-BE49-F238E27FC236}">
                  <a16:creationId xmlns:a16="http://schemas.microsoft.com/office/drawing/2014/main" id="{27AB1FAB-EA3A-1E47-BA88-71FBEEFBBEC5}"/>
                </a:ext>
              </a:extLst>
            </p:cNvPr>
            <p:cNvSpPr/>
            <p:nvPr/>
          </p:nvSpPr>
          <p:spPr>
            <a:xfrm>
              <a:off x="3766839" y="3081710"/>
              <a:ext cx="45396" cy="45354"/>
            </a:xfrm>
            <a:custGeom>
              <a:avLst/>
              <a:gdLst>
                <a:gd name="connsiteX0" fmla="*/ 22393 w 45396"/>
                <a:gd name="connsiteY0" fmla="*/ 0 h 45354"/>
                <a:gd name="connsiteX1" fmla="*/ 28 w 45396"/>
                <a:gd name="connsiteY1" fmla="*/ 22982 h 45354"/>
                <a:gd name="connsiteX2" fmla="*/ 23032 w 45396"/>
                <a:gd name="connsiteY2" fmla="*/ 45326 h 45354"/>
                <a:gd name="connsiteX3" fmla="*/ 45397 w 45396"/>
                <a:gd name="connsiteY3" fmla="*/ 22344 h 45354"/>
                <a:gd name="connsiteX4" fmla="*/ 22393 w 45396"/>
                <a:gd name="connsiteY4" fmla="*/ 0 h 45354"/>
                <a:gd name="connsiteX5" fmla="*/ 22393 w 45396"/>
                <a:gd name="connsiteY5" fmla="*/ 0 h 45354"/>
                <a:gd name="connsiteX6" fmla="*/ 22393 w 45396"/>
                <a:gd name="connsiteY6" fmla="*/ 32558 h 45354"/>
                <a:gd name="connsiteX7" fmla="*/ 12808 w 45396"/>
                <a:gd name="connsiteY7" fmla="*/ 22344 h 45354"/>
                <a:gd name="connsiteX8" fmla="*/ 23032 w 45396"/>
                <a:gd name="connsiteY8" fmla="*/ 12768 h 45354"/>
                <a:gd name="connsiteX9" fmla="*/ 32617 w 45396"/>
                <a:gd name="connsiteY9" fmla="*/ 22982 h 45354"/>
                <a:gd name="connsiteX10" fmla="*/ 22393 w 45396"/>
                <a:gd name="connsiteY10" fmla="*/ 32558 h 45354"/>
                <a:gd name="connsiteX11" fmla="*/ 22393 w 45396"/>
                <a:gd name="connsiteY11" fmla="*/ 32558 h 45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396" h="45354">
                  <a:moveTo>
                    <a:pt x="22393" y="0"/>
                  </a:moveTo>
                  <a:cubicBezTo>
                    <a:pt x="9613" y="0"/>
                    <a:pt x="-610" y="10214"/>
                    <a:pt x="28" y="22982"/>
                  </a:cubicBezTo>
                  <a:cubicBezTo>
                    <a:pt x="28" y="35750"/>
                    <a:pt x="10252" y="45965"/>
                    <a:pt x="23032" y="45326"/>
                  </a:cubicBezTo>
                  <a:cubicBezTo>
                    <a:pt x="35812" y="45326"/>
                    <a:pt x="45397" y="35112"/>
                    <a:pt x="45397" y="22344"/>
                  </a:cubicBezTo>
                  <a:cubicBezTo>
                    <a:pt x="45397" y="10214"/>
                    <a:pt x="35173" y="0"/>
                    <a:pt x="22393" y="0"/>
                  </a:cubicBezTo>
                  <a:cubicBezTo>
                    <a:pt x="22393" y="0"/>
                    <a:pt x="22393" y="0"/>
                    <a:pt x="22393" y="0"/>
                  </a:cubicBezTo>
                  <a:close/>
                  <a:moveTo>
                    <a:pt x="22393" y="32558"/>
                  </a:moveTo>
                  <a:cubicBezTo>
                    <a:pt x="16642" y="32558"/>
                    <a:pt x="12169" y="28089"/>
                    <a:pt x="12808" y="22344"/>
                  </a:cubicBezTo>
                  <a:cubicBezTo>
                    <a:pt x="12808" y="16598"/>
                    <a:pt x="17281" y="12130"/>
                    <a:pt x="23032" y="12768"/>
                  </a:cubicBezTo>
                  <a:cubicBezTo>
                    <a:pt x="28783" y="12768"/>
                    <a:pt x="32617" y="17237"/>
                    <a:pt x="32617" y="22982"/>
                  </a:cubicBezTo>
                  <a:cubicBezTo>
                    <a:pt x="32617" y="28089"/>
                    <a:pt x="28144" y="32558"/>
                    <a:pt x="22393" y="32558"/>
                  </a:cubicBezTo>
                  <a:cubicBezTo>
                    <a:pt x="22393" y="32558"/>
                    <a:pt x="22393" y="32558"/>
                    <a:pt x="22393" y="32558"/>
                  </a:cubicBezTo>
                  <a:close/>
                </a:path>
              </a:pathLst>
            </a:custGeom>
            <a:solidFill>
              <a:srgbClr val="00ABAB"/>
            </a:solidFill>
            <a:ln w="6390" cap="flat">
              <a:noFill/>
              <a:prstDash val="solid"/>
              <a:miter/>
            </a:ln>
          </p:spPr>
          <p:txBody>
            <a:bodyPr rtlCol="0" anchor="ctr"/>
            <a:lstStyle/>
            <a:p>
              <a:endParaRPr lang="en-US"/>
            </a:p>
          </p:txBody>
        </p:sp>
        <p:sp>
          <p:nvSpPr>
            <p:cNvPr id="335" name="Graphic 4">
              <a:extLst>
                <a:ext uri="{FF2B5EF4-FFF2-40B4-BE49-F238E27FC236}">
                  <a16:creationId xmlns:a16="http://schemas.microsoft.com/office/drawing/2014/main" id="{42FCE794-F42D-7E4E-A01E-E120E36363D3}"/>
                </a:ext>
              </a:extLst>
            </p:cNvPr>
            <p:cNvSpPr/>
            <p:nvPr/>
          </p:nvSpPr>
          <p:spPr>
            <a:xfrm>
              <a:off x="3766229" y="2945731"/>
              <a:ext cx="46007" cy="127056"/>
            </a:xfrm>
            <a:custGeom>
              <a:avLst/>
              <a:gdLst>
                <a:gd name="connsiteX0" fmla="*/ 23004 w 46007"/>
                <a:gd name="connsiteY0" fmla="*/ 0 h 127056"/>
                <a:gd name="connsiteX1" fmla="*/ 0 w 46007"/>
                <a:gd name="connsiteY1" fmla="*/ 22344 h 127056"/>
                <a:gd name="connsiteX2" fmla="*/ 0 w 46007"/>
                <a:gd name="connsiteY2" fmla="*/ 23621 h 127056"/>
                <a:gd name="connsiteX3" fmla="*/ 5751 w 46007"/>
                <a:gd name="connsiteY3" fmla="*/ 114273 h 127056"/>
                <a:gd name="connsiteX4" fmla="*/ 28115 w 46007"/>
                <a:gd name="connsiteY4" fmla="*/ 126403 h 127056"/>
                <a:gd name="connsiteX5" fmla="*/ 40257 w 46007"/>
                <a:gd name="connsiteY5" fmla="*/ 114273 h 127056"/>
                <a:gd name="connsiteX6" fmla="*/ 46007 w 46007"/>
                <a:gd name="connsiteY6" fmla="*/ 22982 h 127056"/>
                <a:gd name="connsiteX7" fmla="*/ 23004 w 46007"/>
                <a:gd name="connsiteY7" fmla="*/ 0 h 127056"/>
                <a:gd name="connsiteX8" fmla="*/ 23004 w 46007"/>
                <a:gd name="connsiteY8" fmla="*/ 0 h 127056"/>
                <a:gd name="connsiteX9" fmla="*/ 28115 w 46007"/>
                <a:gd name="connsiteY9" fmla="*/ 111081 h 127056"/>
                <a:gd name="connsiteX10" fmla="*/ 23004 w 46007"/>
                <a:gd name="connsiteY10" fmla="*/ 114273 h 127056"/>
                <a:gd name="connsiteX11" fmla="*/ 18531 w 46007"/>
                <a:gd name="connsiteY11" fmla="*/ 111081 h 127056"/>
                <a:gd name="connsiteX12" fmla="*/ 13419 w 46007"/>
                <a:gd name="connsiteY12" fmla="*/ 22982 h 127056"/>
                <a:gd name="connsiteX13" fmla="*/ 15975 w 46007"/>
                <a:gd name="connsiteY13" fmla="*/ 15960 h 127056"/>
                <a:gd name="connsiteX14" fmla="*/ 23004 w 46007"/>
                <a:gd name="connsiteY14" fmla="*/ 12768 h 127056"/>
                <a:gd name="connsiteX15" fmla="*/ 33227 w 46007"/>
                <a:gd name="connsiteY15" fmla="*/ 22344 h 127056"/>
                <a:gd name="connsiteX16" fmla="*/ 33227 w 46007"/>
                <a:gd name="connsiteY16" fmla="*/ 22982 h 127056"/>
                <a:gd name="connsiteX17" fmla="*/ 28115 w 46007"/>
                <a:gd name="connsiteY17" fmla="*/ 111081 h 127056"/>
                <a:gd name="connsiteX18" fmla="*/ 28115 w 46007"/>
                <a:gd name="connsiteY18" fmla="*/ 111081 h 127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007" h="127056">
                  <a:moveTo>
                    <a:pt x="23004" y="0"/>
                  </a:moveTo>
                  <a:cubicBezTo>
                    <a:pt x="10863" y="0"/>
                    <a:pt x="639" y="9576"/>
                    <a:pt x="0" y="22344"/>
                  </a:cubicBezTo>
                  <a:cubicBezTo>
                    <a:pt x="0" y="22982"/>
                    <a:pt x="0" y="22982"/>
                    <a:pt x="0" y="23621"/>
                  </a:cubicBezTo>
                  <a:cubicBezTo>
                    <a:pt x="639" y="40219"/>
                    <a:pt x="3834" y="107889"/>
                    <a:pt x="5751" y="114273"/>
                  </a:cubicBezTo>
                  <a:cubicBezTo>
                    <a:pt x="8307" y="123849"/>
                    <a:pt x="18531" y="128957"/>
                    <a:pt x="28115" y="126403"/>
                  </a:cubicBezTo>
                  <a:cubicBezTo>
                    <a:pt x="33867" y="124488"/>
                    <a:pt x="38340" y="120019"/>
                    <a:pt x="40257" y="114273"/>
                  </a:cubicBezTo>
                  <a:cubicBezTo>
                    <a:pt x="42173" y="107889"/>
                    <a:pt x="46007" y="38304"/>
                    <a:pt x="46007" y="22982"/>
                  </a:cubicBezTo>
                  <a:cubicBezTo>
                    <a:pt x="46007" y="10853"/>
                    <a:pt x="36422" y="0"/>
                    <a:pt x="23004" y="0"/>
                  </a:cubicBezTo>
                  <a:cubicBezTo>
                    <a:pt x="23642" y="0"/>
                    <a:pt x="23004" y="0"/>
                    <a:pt x="23004" y="0"/>
                  </a:cubicBezTo>
                  <a:close/>
                  <a:moveTo>
                    <a:pt x="28115" y="111081"/>
                  </a:moveTo>
                  <a:cubicBezTo>
                    <a:pt x="27477" y="113635"/>
                    <a:pt x="25560" y="114912"/>
                    <a:pt x="23004" y="114273"/>
                  </a:cubicBezTo>
                  <a:cubicBezTo>
                    <a:pt x="21087" y="114912"/>
                    <a:pt x="18531" y="112997"/>
                    <a:pt x="18531" y="111081"/>
                  </a:cubicBezTo>
                  <a:cubicBezTo>
                    <a:pt x="17253" y="105974"/>
                    <a:pt x="14058" y="49157"/>
                    <a:pt x="13419" y="22982"/>
                  </a:cubicBezTo>
                  <a:cubicBezTo>
                    <a:pt x="13419" y="20429"/>
                    <a:pt x="14058" y="17875"/>
                    <a:pt x="15975" y="15960"/>
                  </a:cubicBezTo>
                  <a:cubicBezTo>
                    <a:pt x="17892" y="14045"/>
                    <a:pt x="20447" y="12768"/>
                    <a:pt x="23004" y="12768"/>
                  </a:cubicBezTo>
                  <a:cubicBezTo>
                    <a:pt x="28755" y="12768"/>
                    <a:pt x="33227" y="17237"/>
                    <a:pt x="33227" y="22344"/>
                  </a:cubicBezTo>
                  <a:cubicBezTo>
                    <a:pt x="33227" y="22344"/>
                    <a:pt x="33227" y="22982"/>
                    <a:pt x="33227" y="22982"/>
                  </a:cubicBezTo>
                  <a:cubicBezTo>
                    <a:pt x="32589" y="40858"/>
                    <a:pt x="28755" y="105336"/>
                    <a:pt x="28115" y="111081"/>
                  </a:cubicBezTo>
                  <a:lnTo>
                    <a:pt x="28115" y="111081"/>
                  </a:lnTo>
                  <a:close/>
                </a:path>
              </a:pathLst>
            </a:custGeom>
            <a:solidFill>
              <a:srgbClr val="00ABAB"/>
            </a:solidFill>
            <a:ln w="6390" cap="flat">
              <a:noFill/>
              <a:prstDash val="solid"/>
              <a:miter/>
            </a:ln>
          </p:spPr>
          <p:txBody>
            <a:bodyPr rtlCol="0" anchor="ctr"/>
            <a:lstStyle/>
            <a:p>
              <a:endParaRPr lang="en-US"/>
            </a:p>
          </p:txBody>
        </p:sp>
        <p:sp>
          <p:nvSpPr>
            <p:cNvPr id="336" name="Graphic 4">
              <a:extLst>
                <a:ext uri="{FF2B5EF4-FFF2-40B4-BE49-F238E27FC236}">
                  <a16:creationId xmlns:a16="http://schemas.microsoft.com/office/drawing/2014/main" id="{758BC5BD-658D-7742-93C0-8903A626BF5D}"/>
                </a:ext>
              </a:extLst>
            </p:cNvPr>
            <p:cNvSpPr/>
            <p:nvPr/>
          </p:nvSpPr>
          <p:spPr>
            <a:xfrm>
              <a:off x="3831144" y="2972283"/>
              <a:ext cx="40518" cy="122195"/>
            </a:xfrm>
            <a:custGeom>
              <a:avLst/>
              <a:gdLst>
                <a:gd name="connsiteX0" fmla="*/ 23265 w 40518"/>
                <a:gd name="connsiteY0" fmla="*/ 41757 h 122195"/>
                <a:gd name="connsiteX1" fmla="*/ 34767 w 40518"/>
                <a:gd name="connsiteY1" fmla="*/ 20052 h 122195"/>
                <a:gd name="connsiteX2" fmla="*/ 35406 w 40518"/>
                <a:gd name="connsiteY2" fmla="*/ 14945 h 122195"/>
                <a:gd name="connsiteX3" fmla="*/ 32211 w 40518"/>
                <a:gd name="connsiteY3" fmla="*/ 11114 h 122195"/>
                <a:gd name="connsiteX4" fmla="*/ 9846 w 40518"/>
                <a:gd name="connsiteY4" fmla="*/ 900 h 122195"/>
                <a:gd name="connsiteX5" fmla="*/ 901 w 40518"/>
                <a:gd name="connsiteY5" fmla="*/ 3453 h 122195"/>
                <a:gd name="connsiteX6" fmla="*/ 3456 w 40518"/>
                <a:gd name="connsiteY6" fmla="*/ 12391 h 122195"/>
                <a:gd name="connsiteX7" fmla="*/ 4735 w 40518"/>
                <a:gd name="connsiteY7" fmla="*/ 13029 h 122195"/>
                <a:gd name="connsiteX8" fmla="*/ 20709 w 40518"/>
                <a:gd name="connsiteY8" fmla="*/ 20052 h 122195"/>
                <a:gd name="connsiteX9" fmla="*/ 10486 w 40518"/>
                <a:gd name="connsiteY9" fmla="*/ 39842 h 122195"/>
                <a:gd name="connsiteX10" fmla="*/ 11764 w 40518"/>
                <a:gd name="connsiteY10" fmla="*/ 47503 h 122195"/>
                <a:gd name="connsiteX11" fmla="*/ 25821 w 40518"/>
                <a:gd name="connsiteY11" fmla="*/ 61548 h 122195"/>
                <a:gd name="connsiteX12" fmla="*/ 11764 w 40518"/>
                <a:gd name="connsiteY12" fmla="*/ 75592 h 122195"/>
                <a:gd name="connsiteX13" fmla="*/ 10486 w 40518"/>
                <a:gd name="connsiteY13" fmla="*/ 83253 h 122195"/>
                <a:gd name="connsiteX14" fmla="*/ 20709 w 40518"/>
                <a:gd name="connsiteY14" fmla="*/ 103044 h 122195"/>
                <a:gd name="connsiteX15" fmla="*/ 4735 w 40518"/>
                <a:gd name="connsiteY15" fmla="*/ 110066 h 122195"/>
                <a:gd name="connsiteX16" fmla="*/ 1540 w 40518"/>
                <a:gd name="connsiteY16" fmla="*/ 118365 h 122195"/>
                <a:gd name="connsiteX17" fmla="*/ 7291 w 40518"/>
                <a:gd name="connsiteY17" fmla="*/ 122196 h 122195"/>
                <a:gd name="connsiteX18" fmla="*/ 9846 w 40518"/>
                <a:gd name="connsiteY18" fmla="*/ 121557 h 122195"/>
                <a:gd name="connsiteX19" fmla="*/ 32211 w 40518"/>
                <a:gd name="connsiteY19" fmla="*/ 111343 h 122195"/>
                <a:gd name="connsiteX20" fmla="*/ 35406 w 40518"/>
                <a:gd name="connsiteY20" fmla="*/ 107512 h 122195"/>
                <a:gd name="connsiteX21" fmla="*/ 34767 w 40518"/>
                <a:gd name="connsiteY21" fmla="*/ 102405 h 122195"/>
                <a:gd name="connsiteX22" fmla="*/ 23265 w 40518"/>
                <a:gd name="connsiteY22" fmla="*/ 80700 h 122195"/>
                <a:gd name="connsiteX23" fmla="*/ 38601 w 40518"/>
                <a:gd name="connsiteY23" fmla="*/ 65378 h 122195"/>
                <a:gd name="connsiteX24" fmla="*/ 38601 w 40518"/>
                <a:gd name="connsiteY24" fmla="*/ 56440 h 122195"/>
                <a:gd name="connsiteX25" fmla="*/ 23265 w 40518"/>
                <a:gd name="connsiteY25" fmla="*/ 41757 h 122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0518" h="122195">
                  <a:moveTo>
                    <a:pt x="23265" y="41757"/>
                  </a:moveTo>
                  <a:lnTo>
                    <a:pt x="34767" y="20052"/>
                  </a:lnTo>
                  <a:cubicBezTo>
                    <a:pt x="35406" y="18775"/>
                    <a:pt x="35406" y="16860"/>
                    <a:pt x="35406" y="14945"/>
                  </a:cubicBezTo>
                  <a:cubicBezTo>
                    <a:pt x="34767" y="13029"/>
                    <a:pt x="33489" y="11753"/>
                    <a:pt x="32211" y="11114"/>
                  </a:cubicBezTo>
                  <a:lnTo>
                    <a:pt x="9846" y="900"/>
                  </a:lnTo>
                  <a:cubicBezTo>
                    <a:pt x="6651" y="-1015"/>
                    <a:pt x="2818" y="261"/>
                    <a:pt x="901" y="3453"/>
                  </a:cubicBezTo>
                  <a:cubicBezTo>
                    <a:pt x="-1016" y="6645"/>
                    <a:pt x="261" y="10476"/>
                    <a:pt x="3456" y="12391"/>
                  </a:cubicBezTo>
                  <a:cubicBezTo>
                    <a:pt x="4096" y="12391"/>
                    <a:pt x="4096" y="13029"/>
                    <a:pt x="4735" y="13029"/>
                  </a:cubicBezTo>
                  <a:lnTo>
                    <a:pt x="20709" y="20052"/>
                  </a:lnTo>
                  <a:lnTo>
                    <a:pt x="10486" y="39842"/>
                  </a:lnTo>
                  <a:cubicBezTo>
                    <a:pt x="9208" y="42396"/>
                    <a:pt x="9846" y="45588"/>
                    <a:pt x="11764" y="47503"/>
                  </a:cubicBezTo>
                  <a:lnTo>
                    <a:pt x="25821" y="61548"/>
                  </a:lnTo>
                  <a:lnTo>
                    <a:pt x="11764" y="75592"/>
                  </a:lnTo>
                  <a:cubicBezTo>
                    <a:pt x="9846" y="77508"/>
                    <a:pt x="9208" y="80700"/>
                    <a:pt x="10486" y="83253"/>
                  </a:cubicBezTo>
                  <a:lnTo>
                    <a:pt x="20709" y="103044"/>
                  </a:lnTo>
                  <a:lnTo>
                    <a:pt x="4735" y="110066"/>
                  </a:lnTo>
                  <a:cubicBezTo>
                    <a:pt x="1540" y="111343"/>
                    <a:pt x="261" y="115173"/>
                    <a:pt x="1540" y="118365"/>
                  </a:cubicBezTo>
                  <a:cubicBezTo>
                    <a:pt x="2818" y="120919"/>
                    <a:pt x="4735" y="122196"/>
                    <a:pt x="7291" y="122196"/>
                  </a:cubicBezTo>
                  <a:cubicBezTo>
                    <a:pt x="7929" y="122196"/>
                    <a:pt x="9208" y="122196"/>
                    <a:pt x="9846" y="121557"/>
                  </a:cubicBezTo>
                  <a:lnTo>
                    <a:pt x="32211" y="111343"/>
                  </a:lnTo>
                  <a:cubicBezTo>
                    <a:pt x="34128" y="110704"/>
                    <a:pt x="34767" y="109428"/>
                    <a:pt x="35406" y="107512"/>
                  </a:cubicBezTo>
                  <a:cubicBezTo>
                    <a:pt x="36045" y="105597"/>
                    <a:pt x="36045" y="104320"/>
                    <a:pt x="34767" y="102405"/>
                  </a:cubicBezTo>
                  <a:lnTo>
                    <a:pt x="23265" y="80700"/>
                  </a:lnTo>
                  <a:lnTo>
                    <a:pt x="38601" y="65378"/>
                  </a:lnTo>
                  <a:cubicBezTo>
                    <a:pt x="41157" y="62824"/>
                    <a:pt x="41157" y="58994"/>
                    <a:pt x="38601" y="56440"/>
                  </a:cubicBezTo>
                  <a:lnTo>
                    <a:pt x="23265" y="41757"/>
                  </a:lnTo>
                  <a:close/>
                </a:path>
              </a:pathLst>
            </a:custGeom>
            <a:solidFill>
              <a:srgbClr val="00ABAB"/>
            </a:solidFill>
            <a:ln w="6390" cap="flat">
              <a:noFill/>
              <a:prstDash val="solid"/>
              <a:miter/>
            </a:ln>
          </p:spPr>
          <p:txBody>
            <a:bodyPr rtlCol="0" anchor="ctr"/>
            <a:lstStyle/>
            <a:p>
              <a:endParaRPr lang="en-US"/>
            </a:p>
          </p:txBody>
        </p:sp>
        <p:sp>
          <p:nvSpPr>
            <p:cNvPr id="337" name="Graphic 4">
              <a:extLst>
                <a:ext uri="{FF2B5EF4-FFF2-40B4-BE49-F238E27FC236}">
                  <a16:creationId xmlns:a16="http://schemas.microsoft.com/office/drawing/2014/main" id="{9E0459B0-AD90-7848-B414-9D928A2DB208}"/>
                </a:ext>
              </a:extLst>
            </p:cNvPr>
            <p:cNvSpPr/>
            <p:nvPr/>
          </p:nvSpPr>
          <p:spPr>
            <a:xfrm>
              <a:off x="3875212" y="2956323"/>
              <a:ext cx="40283" cy="154753"/>
            </a:xfrm>
            <a:custGeom>
              <a:avLst/>
              <a:gdLst>
                <a:gd name="connsiteX0" fmla="*/ 38624 w 40283"/>
                <a:gd name="connsiteY0" fmla="*/ 73677 h 154753"/>
                <a:gd name="connsiteX1" fmla="*/ 22649 w 40283"/>
                <a:gd name="connsiteY1" fmla="*/ 51972 h 154753"/>
                <a:gd name="connsiteX2" fmla="*/ 34790 w 40283"/>
                <a:gd name="connsiteY2" fmla="*/ 21967 h 154753"/>
                <a:gd name="connsiteX3" fmla="*/ 32234 w 40283"/>
                <a:gd name="connsiteY3" fmla="*/ 14306 h 154753"/>
                <a:gd name="connsiteX4" fmla="*/ 9869 w 40283"/>
                <a:gd name="connsiteY4" fmla="*/ 900 h 154753"/>
                <a:gd name="connsiteX5" fmla="*/ 923 w 40283"/>
                <a:gd name="connsiteY5" fmla="*/ 3453 h 154753"/>
                <a:gd name="connsiteX6" fmla="*/ 2840 w 40283"/>
                <a:gd name="connsiteY6" fmla="*/ 12391 h 154753"/>
                <a:gd name="connsiteX7" fmla="*/ 20093 w 40283"/>
                <a:gd name="connsiteY7" fmla="*/ 22605 h 154753"/>
                <a:gd name="connsiteX8" fmla="*/ 8591 w 40283"/>
                <a:gd name="connsiteY8" fmla="*/ 50695 h 154753"/>
                <a:gd name="connsiteX9" fmla="*/ 9230 w 40283"/>
                <a:gd name="connsiteY9" fmla="*/ 57079 h 154753"/>
                <a:gd name="connsiteX10" fmla="*/ 25205 w 40283"/>
                <a:gd name="connsiteY10" fmla="*/ 77508 h 154753"/>
                <a:gd name="connsiteX11" fmla="*/ 9230 w 40283"/>
                <a:gd name="connsiteY11" fmla="*/ 97936 h 154753"/>
                <a:gd name="connsiteX12" fmla="*/ 8591 w 40283"/>
                <a:gd name="connsiteY12" fmla="*/ 104320 h 154753"/>
                <a:gd name="connsiteX13" fmla="*/ 20093 w 40283"/>
                <a:gd name="connsiteY13" fmla="*/ 132410 h 154753"/>
                <a:gd name="connsiteX14" fmla="*/ 3479 w 40283"/>
                <a:gd name="connsiteY14" fmla="*/ 142624 h 154753"/>
                <a:gd name="connsiteX15" fmla="*/ 1562 w 40283"/>
                <a:gd name="connsiteY15" fmla="*/ 151562 h 154753"/>
                <a:gd name="connsiteX16" fmla="*/ 7313 w 40283"/>
                <a:gd name="connsiteY16" fmla="*/ 154754 h 154753"/>
                <a:gd name="connsiteX17" fmla="*/ 10508 w 40283"/>
                <a:gd name="connsiteY17" fmla="*/ 154115 h 154753"/>
                <a:gd name="connsiteX18" fmla="*/ 32873 w 40283"/>
                <a:gd name="connsiteY18" fmla="*/ 141348 h 154753"/>
                <a:gd name="connsiteX19" fmla="*/ 35429 w 40283"/>
                <a:gd name="connsiteY19" fmla="*/ 133687 h 154753"/>
                <a:gd name="connsiteX20" fmla="*/ 23288 w 40283"/>
                <a:gd name="connsiteY20" fmla="*/ 103682 h 154753"/>
                <a:gd name="connsiteX21" fmla="*/ 39902 w 40283"/>
                <a:gd name="connsiteY21" fmla="*/ 81976 h 154753"/>
                <a:gd name="connsiteX22" fmla="*/ 38624 w 40283"/>
                <a:gd name="connsiteY22" fmla="*/ 73677 h 154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283" h="154753">
                  <a:moveTo>
                    <a:pt x="38624" y="73677"/>
                  </a:moveTo>
                  <a:lnTo>
                    <a:pt x="22649" y="51972"/>
                  </a:lnTo>
                  <a:lnTo>
                    <a:pt x="34790" y="21967"/>
                  </a:lnTo>
                  <a:cubicBezTo>
                    <a:pt x="36068" y="18775"/>
                    <a:pt x="34790" y="15583"/>
                    <a:pt x="32234" y="14306"/>
                  </a:cubicBezTo>
                  <a:lnTo>
                    <a:pt x="9869" y="900"/>
                  </a:lnTo>
                  <a:cubicBezTo>
                    <a:pt x="6674" y="-1015"/>
                    <a:pt x="2840" y="261"/>
                    <a:pt x="923" y="3453"/>
                  </a:cubicBezTo>
                  <a:cubicBezTo>
                    <a:pt x="-994" y="6645"/>
                    <a:pt x="284" y="10476"/>
                    <a:pt x="2840" y="12391"/>
                  </a:cubicBezTo>
                  <a:lnTo>
                    <a:pt x="20093" y="22605"/>
                  </a:lnTo>
                  <a:lnTo>
                    <a:pt x="8591" y="50695"/>
                  </a:lnTo>
                  <a:cubicBezTo>
                    <a:pt x="7952" y="52610"/>
                    <a:pt x="7952" y="55164"/>
                    <a:pt x="9230" y="57079"/>
                  </a:cubicBezTo>
                  <a:lnTo>
                    <a:pt x="25205" y="77508"/>
                  </a:lnTo>
                  <a:lnTo>
                    <a:pt x="9230" y="97936"/>
                  </a:lnTo>
                  <a:cubicBezTo>
                    <a:pt x="7952" y="99852"/>
                    <a:pt x="7313" y="102405"/>
                    <a:pt x="8591" y="104320"/>
                  </a:cubicBezTo>
                  <a:lnTo>
                    <a:pt x="20093" y="132410"/>
                  </a:lnTo>
                  <a:lnTo>
                    <a:pt x="3479" y="142624"/>
                  </a:lnTo>
                  <a:cubicBezTo>
                    <a:pt x="284" y="144540"/>
                    <a:pt x="-355" y="148370"/>
                    <a:pt x="1562" y="151562"/>
                  </a:cubicBezTo>
                  <a:cubicBezTo>
                    <a:pt x="2840" y="153477"/>
                    <a:pt x="4757" y="154754"/>
                    <a:pt x="7313" y="154754"/>
                  </a:cubicBezTo>
                  <a:cubicBezTo>
                    <a:pt x="8591" y="154754"/>
                    <a:pt x="9869" y="154115"/>
                    <a:pt x="10508" y="154115"/>
                  </a:cubicBezTo>
                  <a:lnTo>
                    <a:pt x="32873" y="141348"/>
                  </a:lnTo>
                  <a:cubicBezTo>
                    <a:pt x="35429" y="139432"/>
                    <a:pt x="36707" y="136240"/>
                    <a:pt x="35429" y="133687"/>
                  </a:cubicBezTo>
                  <a:lnTo>
                    <a:pt x="23288" y="103682"/>
                  </a:lnTo>
                  <a:lnTo>
                    <a:pt x="39902" y="81976"/>
                  </a:lnTo>
                  <a:cubicBezTo>
                    <a:pt x="40541" y="78784"/>
                    <a:pt x="40541" y="75592"/>
                    <a:pt x="38624" y="73677"/>
                  </a:cubicBezTo>
                  <a:close/>
                </a:path>
              </a:pathLst>
            </a:custGeom>
            <a:solidFill>
              <a:srgbClr val="00ABAB"/>
            </a:solidFill>
            <a:ln w="6390" cap="flat">
              <a:noFill/>
              <a:prstDash val="solid"/>
              <a:miter/>
            </a:ln>
          </p:spPr>
          <p:txBody>
            <a:bodyPr rtlCol="0" anchor="ctr"/>
            <a:lstStyle/>
            <a:p>
              <a:endParaRPr lang="en-US"/>
            </a:p>
          </p:txBody>
        </p:sp>
        <p:sp>
          <p:nvSpPr>
            <p:cNvPr id="338" name="Graphic 4">
              <a:extLst>
                <a:ext uri="{FF2B5EF4-FFF2-40B4-BE49-F238E27FC236}">
                  <a16:creationId xmlns:a16="http://schemas.microsoft.com/office/drawing/2014/main" id="{647C5241-CEC7-DC41-B958-E0383623601F}"/>
                </a:ext>
              </a:extLst>
            </p:cNvPr>
            <p:cNvSpPr/>
            <p:nvPr/>
          </p:nvSpPr>
          <p:spPr>
            <a:xfrm>
              <a:off x="3706163" y="2972693"/>
              <a:ext cx="40256" cy="122423"/>
            </a:xfrm>
            <a:custGeom>
              <a:avLst/>
              <a:gdLst>
                <a:gd name="connsiteX0" fmla="*/ 39618 w 40256"/>
                <a:gd name="connsiteY0" fmla="*/ 3681 h 122423"/>
                <a:gd name="connsiteX1" fmla="*/ 31311 w 40256"/>
                <a:gd name="connsiteY1" fmla="*/ 489 h 122423"/>
                <a:gd name="connsiteX2" fmla="*/ 8946 w 40256"/>
                <a:gd name="connsiteY2" fmla="*/ 10704 h 122423"/>
                <a:gd name="connsiteX3" fmla="*/ 5751 w 40256"/>
                <a:gd name="connsiteY3" fmla="*/ 19003 h 122423"/>
                <a:gd name="connsiteX4" fmla="*/ 5751 w 40256"/>
                <a:gd name="connsiteY4" fmla="*/ 19641 h 122423"/>
                <a:gd name="connsiteX5" fmla="*/ 17253 w 40256"/>
                <a:gd name="connsiteY5" fmla="*/ 41347 h 122423"/>
                <a:gd name="connsiteX6" fmla="*/ 1917 w 40256"/>
                <a:gd name="connsiteY6" fmla="*/ 56668 h 122423"/>
                <a:gd name="connsiteX7" fmla="*/ 1917 w 40256"/>
                <a:gd name="connsiteY7" fmla="*/ 65606 h 122423"/>
                <a:gd name="connsiteX8" fmla="*/ 17253 w 40256"/>
                <a:gd name="connsiteY8" fmla="*/ 80928 h 122423"/>
                <a:gd name="connsiteX9" fmla="*/ 5751 w 40256"/>
                <a:gd name="connsiteY9" fmla="*/ 102633 h 122423"/>
                <a:gd name="connsiteX10" fmla="*/ 8307 w 40256"/>
                <a:gd name="connsiteY10" fmla="*/ 111571 h 122423"/>
                <a:gd name="connsiteX11" fmla="*/ 8946 w 40256"/>
                <a:gd name="connsiteY11" fmla="*/ 111571 h 122423"/>
                <a:gd name="connsiteX12" fmla="*/ 31311 w 40256"/>
                <a:gd name="connsiteY12" fmla="*/ 121785 h 122423"/>
                <a:gd name="connsiteX13" fmla="*/ 33866 w 40256"/>
                <a:gd name="connsiteY13" fmla="*/ 122423 h 122423"/>
                <a:gd name="connsiteX14" fmla="*/ 40256 w 40256"/>
                <a:gd name="connsiteY14" fmla="*/ 116039 h 122423"/>
                <a:gd name="connsiteX15" fmla="*/ 36423 w 40256"/>
                <a:gd name="connsiteY15" fmla="*/ 110294 h 122423"/>
                <a:gd name="connsiteX16" fmla="*/ 20448 w 40256"/>
                <a:gd name="connsiteY16" fmla="*/ 103271 h 122423"/>
                <a:gd name="connsiteX17" fmla="*/ 30672 w 40256"/>
                <a:gd name="connsiteY17" fmla="*/ 83481 h 122423"/>
                <a:gd name="connsiteX18" fmla="*/ 29393 w 40256"/>
                <a:gd name="connsiteY18" fmla="*/ 75820 h 122423"/>
                <a:gd name="connsiteX19" fmla="*/ 15336 w 40256"/>
                <a:gd name="connsiteY19" fmla="*/ 61776 h 122423"/>
                <a:gd name="connsiteX20" fmla="*/ 29393 w 40256"/>
                <a:gd name="connsiteY20" fmla="*/ 47731 h 122423"/>
                <a:gd name="connsiteX21" fmla="*/ 30672 w 40256"/>
                <a:gd name="connsiteY21" fmla="*/ 40070 h 122423"/>
                <a:gd name="connsiteX22" fmla="*/ 20448 w 40256"/>
                <a:gd name="connsiteY22" fmla="*/ 20280 h 122423"/>
                <a:gd name="connsiteX23" fmla="*/ 36423 w 40256"/>
                <a:gd name="connsiteY23" fmla="*/ 13257 h 122423"/>
                <a:gd name="connsiteX24" fmla="*/ 39618 w 40256"/>
                <a:gd name="connsiteY24" fmla="*/ 3681 h 122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0256" h="122423">
                  <a:moveTo>
                    <a:pt x="39618" y="3681"/>
                  </a:moveTo>
                  <a:cubicBezTo>
                    <a:pt x="38340" y="489"/>
                    <a:pt x="34506" y="-788"/>
                    <a:pt x="31311" y="489"/>
                  </a:cubicBezTo>
                  <a:lnTo>
                    <a:pt x="8946" y="10704"/>
                  </a:lnTo>
                  <a:cubicBezTo>
                    <a:pt x="5751" y="11980"/>
                    <a:pt x="4473" y="15811"/>
                    <a:pt x="5751" y="19003"/>
                  </a:cubicBezTo>
                  <a:cubicBezTo>
                    <a:pt x="5751" y="19003"/>
                    <a:pt x="5751" y="19003"/>
                    <a:pt x="5751" y="19641"/>
                  </a:cubicBezTo>
                  <a:lnTo>
                    <a:pt x="17253" y="41347"/>
                  </a:lnTo>
                  <a:lnTo>
                    <a:pt x="1917" y="56668"/>
                  </a:lnTo>
                  <a:cubicBezTo>
                    <a:pt x="-639" y="59222"/>
                    <a:pt x="-639" y="63052"/>
                    <a:pt x="1917" y="65606"/>
                  </a:cubicBezTo>
                  <a:lnTo>
                    <a:pt x="17253" y="80928"/>
                  </a:lnTo>
                  <a:lnTo>
                    <a:pt x="5751" y="102633"/>
                  </a:lnTo>
                  <a:cubicBezTo>
                    <a:pt x="3834" y="105825"/>
                    <a:pt x="5112" y="109655"/>
                    <a:pt x="8307" y="111571"/>
                  </a:cubicBezTo>
                  <a:cubicBezTo>
                    <a:pt x="8307" y="111571"/>
                    <a:pt x="8307" y="111571"/>
                    <a:pt x="8946" y="111571"/>
                  </a:cubicBezTo>
                  <a:lnTo>
                    <a:pt x="31311" y="121785"/>
                  </a:lnTo>
                  <a:cubicBezTo>
                    <a:pt x="31950" y="122423"/>
                    <a:pt x="33228" y="122423"/>
                    <a:pt x="33866" y="122423"/>
                  </a:cubicBezTo>
                  <a:cubicBezTo>
                    <a:pt x="37701" y="122423"/>
                    <a:pt x="40256" y="119870"/>
                    <a:pt x="40256" y="116039"/>
                  </a:cubicBezTo>
                  <a:cubicBezTo>
                    <a:pt x="40256" y="113486"/>
                    <a:pt x="38978" y="110932"/>
                    <a:pt x="36423" y="110294"/>
                  </a:cubicBezTo>
                  <a:lnTo>
                    <a:pt x="20448" y="103271"/>
                  </a:lnTo>
                  <a:lnTo>
                    <a:pt x="30672" y="83481"/>
                  </a:lnTo>
                  <a:cubicBezTo>
                    <a:pt x="31950" y="80928"/>
                    <a:pt x="31311" y="77736"/>
                    <a:pt x="29393" y="75820"/>
                  </a:cubicBezTo>
                  <a:lnTo>
                    <a:pt x="15336" y="61776"/>
                  </a:lnTo>
                  <a:lnTo>
                    <a:pt x="29393" y="47731"/>
                  </a:lnTo>
                  <a:cubicBezTo>
                    <a:pt x="31311" y="45816"/>
                    <a:pt x="31950" y="42624"/>
                    <a:pt x="30672" y="40070"/>
                  </a:cubicBezTo>
                  <a:lnTo>
                    <a:pt x="20448" y="20280"/>
                  </a:lnTo>
                  <a:lnTo>
                    <a:pt x="36423" y="13257"/>
                  </a:lnTo>
                  <a:cubicBezTo>
                    <a:pt x="39618" y="10704"/>
                    <a:pt x="40896" y="6873"/>
                    <a:pt x="39618" y="3681"/>
                  </a:cubicBezTo>
                  <a:close/>
                </a:path>
              </a:pathLst>
            </a:custGeom>
            <a:solidFill>
              <a:srgbClr val="00ABAB"/>
            </a:solidFill>
            <a:ln w="6390" cap="flat">
              <a:noFill/>
              <a:prstDash val="solid"/>
              <a:miter/>
            </a:ln>
          </p:spPr>
          <p:txBody>
            <a:bodyPr rtlCol="0" anchor="ctr"/>
            <a:lstStyle/>
            <a:p>
              <a:endParaRPr lang="en-US"/>
            </a:p>
          </p:txBody>
        </p:sp>
        <p:sp>
          <p:nvSpPr>
            <p:cNvPr id="339" name="Graphic 4">
              <a:extLst>
                <a:ext uri="{FF2B5EF4-FFF2-40B4-BE49-F238E27FC236}">
                  <a16:creationId xmlns:a16="http://schemas.microsoft.com/office/drawing/2014/main" id="{10317268-3CA1-B847-8BE1-F37E969B947C}"/>
                </a:ext>
              </a:extLst>
            </p:cNvPr>
            <p:cNvSpPr/>
            <p:nvPr/>
          </p:nvSpPr>
          <p:spPr>
            <a:xfrm>
              <a:off x="3661913" y="2956606"/>
              <a:ext cx="40700" cy="153832"/>
            </a:xfrm>
            <a:custGeom>
              <a:avLst/>
              <a:gdLst>
                <a:gd name="connsiteX0" fmla="*/ 39777 w 40700"/>
                <a:gd name="connsiteY0" fmla="*/ 3170 h 153832"/>
                <a:gd name="connsiteX1" fmla="*/ 30832 w 40700"/>
                <a:gd name="connsiteY1" fmla="*/ 617 h 153832"/>
                <a:gd name="connsiteX2" fmla="*/ 8467 w 40700"/>
                <a:gd name="connsiteY2" fmla="*/ 14023 h 153832"/>
                <a:gd name="connsiteX3" fmla="*/ 5911 w 40700"/>
                <a:gd name="connsiteY3" fmla="*/ 21684 h 153832"/>
                <a:gd name="connsiteX4" fmla="*/ 18052 w 40700"/>
                <a:gd name="connsiteY4" fmla="*/ 51688 h 153832"/>
                <a:gd name="connsiteX5" fmla="*/ 1438 w 40700"/>
                <a:gd name="connsiteY5" fmla="*/ 73394 h 153832"/>
                <a:gd name="connsiteX6" fmla="*/ 1438 w 40700"/>
                <a:gd name="connsiteY6" fmla="*/ 81055 h 153832"/>
                <a:gd name="connsiteX7" fmla="*/ 18052 w 40700"/>
                <a:gd name="connsiteY7" fmla="*/ 102760 h 153832"/>
                <a:gd name="connsiteX8" fmla="*/ 5911 w 40700"/>
                <a:gd name="connsiteY8" fmla="*/ 132765 h 153832"/>
                <a:gd name="connsiteX9" fmla="*/ 8467 w 40700"/>
                <a:gd name="connsiteY9" fmla="*/ 140426 h 153832"/>
                <a:gd name="connsiteX10" fmla="*/ 30832 w 40700"/>
                <a:gd name="connsiteY10" fmla="*/ 153194 h 153832"/>
                <a:gd name="connsiteX11" fmla="*/ 34027 w 40700"/>
                <a:gd name="connsiteY11" fmla="*/ 153832 h 153832"/>
                <a:gd name="connsiteX12" fmla="*/ 39777 w 40700"/>
                <a:gd name="connsiteY12" fmla="*/ 150640 h 153832"/>
                <a:gd name="connsiteX13" fmla="*/ 37860 w 40700"/>
                <a:gd name="connsiteY13" fmla="*/ 141703 h 153832"/>
                <a:gd name="connsiteX14" fmla="*/ 20607 w 40700"/>
                <a:gd name="connsiteY14" fmla="*/ 131488 h 153832"/>
                <a:gd name="connsiteX15" fmla="*/ 32109 w 40700"/>
                <a:gd name="connsiteY15" fmla="*/ 103399 h 153832"/>
                <a:gd name="connsiteX16" fmla="*/ 31470 w 40700"/>
                <a:gd name="connsiteY16" fmla="*/ 97015 h 153832"/>
                <a:gd name="connsiteX17" fmla="*/ 15496 w 40700"/>
                <a:gd name="connsiteY17" fmla="*/ 76586 h 153832"/>
                <a:gd name="connsiteX18" fmla="*/ 31470 w 40700"/>
                <a:gd name="connsiteY18" fmla="*/ 56157 h 153832"/>
                <a:gd name="connsiteX19" fmla="*/ 32109 w 40700"/>
                <a:gd name="connsiteY19" fmla="*/ 49773 h 153832"/>
                <a:gd name="connsiteX20" fmla="*/ 20607 w 40700"/>
                <a:gd name="connsiteY20" fmla="*/ 21684 h 153832"/>
                <a:gd name="connsiteX21" fmla="*/ 37860 w 40700"/>
                <a:gd name="connsiteY21" fmla="*/ 11469 h 153832"/>
                <a:gd name="connsiteX22" fmla="*/ 39777 w 40700"/>
                <a:gd name="connsiteY22" fmla="*/ 3170 h 153832"/>
                <a:gd name="connsiteX23" fmla="*/ 39777 w 40700"/>
                <a:gd name="connsiteY23" fmla="*/ 3170 h 15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0700" h="153832">
                  <a:moveTo>
                    <a:pt x="39777" y="3170"/>
                  </a:moveTo>
                  <a:cubicBezTo>
                    <a:pt x="37860" y="-22"/>
                    <a:pt x="34027" y="-660"/>
                    <a:pt x="30832" y="617"/>
                  </a:cubicBezTo>
                  <a:lnTo>
                    <a:pt x="8467" y="14023"/>
                  </a:lnTo>
                  <a:cubicBezTo>
                    <a:pt x="5911" y="15938"/>
                    <a:pt x="4633" y="19130"/>
                    <a:pt x="5911" y="21684"/>
                  </a:cubicBezTo>
                  <a:lnTo>
                    <a:pt x="18052" y="51688"/>
                  </a:lnTo>
                  <a:lnTo>
                    <a:pt x="1438" y="73394"/>
                  </a:lnTo>
                  <a:cubicBezTo>
                    <a:pt x="-479" y="75947"/>
                    <a:pt x="-479" y="79139"/>
                    <a:pt x="1438" y="81055"/>
                  </a:cubicBezTo>
                  <a:lnTo>
                    <a:pt x="18052" y="102760"/>
                  </a:lnTo>
                  <a:lnTo>
                    <a:pt x="5911" y="132765"/>
                  </a:lnTo>
                  <a:cubicBezTo>
                    <a:pt x="4633" y="135957"/>
                    <a:pt x="5911" y="139149"/>
                    <a:pt x="8467" y="140426"/>
                  </a:cubicBezTo>
                  <a:lnTo>
                    <a:pt x="30832" y="153194"/>
                  </a:lnTo>
                  <a:cubicBezTo>
                    <a:pt x="32109" y="153832"/>
                    <a:pt x="32749" y="153832"/>
                    <a:pt x="34027" y="153832"/>
                  </a:cubicBezTo>
                  <a:cubicBezTo>
                    <a:pt x="36582" y="153832"/>
                    <a:pt x="38499" y="152555"/>
                    <a:pt x="39777" y="150640"/>
                  </a:cubicBezTo>
                  <a:cubicBezTo>
                    <a:pt x="41694" y="147448"/>
                    <a:pt x="40417" y="143618"/>
                    <a:pt x="37860" y="141703"/>
                  </a:cubicBezTo>
                  <a:lnTo>
                    <a:pt x="20607" y="131488"/>
                  </a:lnTo>
                  <a:lnTo>
                    <a:pt x="32109" y="103399"/>
                  </a:lnTo>
                  <a:cubicBezTo>
                    <a:pt x="32749" y="101483"/>
                    <a:pt x="32749" y="98930"/>
                    <a:pt x="31470" y="97015"/>
                  </a:cubicBezTo>
                  <a:lnTo>
                    <a:pt x="15496" y="76586"/>
                  </a:lnTo>
                  <a:lnTo>
                    <a:pt x="31470" y="56157"/>
                  </a:lnTo>
                  <a:cubicBezTo>
                    <a:pt x="32749" y="54242"/>
                    <a:pt x="33387" y="51688"/>
                    <a:pt x="32109" y="49773"/>
                  </a:cubicBezTo>
                  <a:lnTo>
                    <a:pt x="20607" y="21684"/>
                  </a:lnTo>
                  <a:lnTo>
                    <a:pt x="37860" y="11469"/>
                  </a:lnTo>
                  <a:cubicBezTo>
                    <a:pt x="40417" y="10193"/>
                    <a:pt x="41694" y="6362"/>
                    <a:pt x="39777" y="3170"/>
                  </a:cubicBezTo>
                  <a:cubicBezTo>
                    <a:pt x="39777" y="3170"/>
                    <a:pt x="39777" y="3170"/>
                    <a:pt x="39777" y="3170"/>
                  </a:cubicBezTo>
                  <a:close/>
                </a:path>
              </a:pathLst>
            </a:custGeom>
            <a:solidFill>
              <a:srgbClr val="00ABAB"/>
            </a:solidFill>
            <a:ln w="6390" cap="flat">
              <a:noFill/>
              <a:prstDash val="solid"/>
              <a:miter/>
            </a:ln>
          </p:spPr>
          <p:txBody>
            <a:bodyPr rtlCol="0" anchor="ctr"/>
            <a:lstStyle/>
            <a:p>
              <a:endParaRPr lang="en-US"/>
            </a:p>
          </p:txBody>
        </p:sp>
      </p:grpSp>
      <p:grpSp>
        <p:nvGrpSpPr>
          <p:cNvPr id="340" name="Graphic 4">
            <a:extLst>
              <a:ext uri="{FF2B5EF4-FFF2-40B4-BE49-F238E27FC236}">
                <a16:creationId xmlns:a16="http://schemas.microsoft.com/office/drawing/2014/main" id="{CE57174B-F833-1148-99B8-7E4319202D81}"/>
              </a:ext>
            </a:extLst>
          </p:cNvPr>
          <p:cNvGrpSpPr/>
          <p:nvPr/>
        </p:nvGrpSpPr>
        <p:grpSpPr>
          <a:xfrm>
            <a:off x="3607758" y="2371173"/>
            <a:ext cx="362309" cy="361971"/>
            <a:chOff x="3607758" y="2371173"/>
            <a:chExt cx="362309" cy="361971"/>
          </a:xfrm>
          <a:solidFill>
            <a:srgbClr val="00ABAB"/>
          </a:solidFill>
        </p:grpSpPr>
        <p:sp>
          <p:nvSpPr>
            <p:cNvPr id="341" name="Graphic 4">
              <a:extLst>
                <a:ext uri="{FF2B5EF4-FFF2-40B4-BE49-F238E27FC236}">
                  <a16:creationId xmlns:a16="http://schemas.microsoft.com/office/drawing/2014/main" id="{FF3AD3E4-8681-3841-9519-4AB62893A517}"/>
                </a:ext>
              </a:extLst>
            </p:cNvPr>
            <p:cNvSpPr/>
            <p:nvPr/>
          </p:nvSpPr>
          <p:spPr>
            <a:xfrm>
              <a:off x="3607758" y="237117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9204 h 361971"/>
                <a:gd name="connsiteX8" fmla="*/ 12780 w 362309"/>
                <a:gd name="connsiteY8" fmla="*/ 181305 h 361971"/>
                <a:gd name="connsiteX9" fmla="*/ 180836 w 362309"/>
                <a:gd name="connsiteY9" fmla="*/ 12768 h 361971"/>
                <a:gd name="connsiteX10" fmla="*/ 349530 w 362309"/>
                <a:gd name="connsiteY10" fmla="*/ 180667 h 361971"/>
                <a:gd name="connsiteX11" fmla="*/ 349530 w 362309"/>
                <a:gd name="connsiteY11" fmla="*/ 180667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6" y="12768"/>
                  </a:cubicBezTo>
                  <a:cubicBezTo>
                    <a:pt x="274128" y="12768"/>
                    <a:pt x="349530" y="88099"/>
                    <a:pt x="349530" y="180667"/>
                  </a:cubicBezTo>
                  <a:cubicBezTo>
                    <a:pt x="349530" y="180667"/>
                    <a:pt x="349530" y="180667"/>
                    <a:pt x="349530" y="180667"/>
                  </a:cubicBezTo>
                  <a:cubicBezTo>
                    <a:pt x="349530" y="273873"/>
                    <a:pt x="274128"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342" name="Graphic 4">
              <a:extLst>
                <a:ext uri="{FF2B5EF4-FFF2-40B4-BE49-F238E27FC236}">
                  <a16:creationId xmlns:a16="http://schemas.microsoft.com/office/drawing/2014/main" id="{C928FFBD-B70F-7A45-939C-B75F5D1AC1EA}"/>
                </a:ext>
              </a:extLst>
            </p:cNvPr>
            <p:cNvSpPr/>
            <p:nvPr/>
          </p:nvSpPr>
          <p:spPr>
            <a:xfrm>
              <a:off x="3886998" y="2469486"/>
              <a:ext cx="33387" cy="116188"/>
            </a:xfrm>
            <a:custGeom>
              <a:avLst/>
              <a:gdLst>
                <a:gd name="connsiteX0" fmla="*/ 10863 w 33387"/>
                <a:gd name="connsiteY0" fmla="*/ 1915 h 116188"/>
                <a:gd name="connsiteX1" fmla="*/ 1917 w 33387"/>
                <a:gd name="connsiteY1" fmla="*/ 1915 h 116188"/>
                <a:gd name="connsiteX2" fmla="*/ 1917 w 33387"/>
                <a:gd name="connsiteY2" fmla="*/ 10853 h 116188"/>
                <a:gd name="connsiteX3" fmla="*/ 1917 w 33387"/>
                <a:gd name="connsiteY3" fmla="*/ 105336 h 116188"/>
                <a:gd name="connsiteX4" fmla="*/ 1917 w 33387"/>
                <a:gd name="connsiteY4" fmla="*/ 114273 h 116188"/>
                <a:gd name="connsiteX5" fmla="*/ 6390 w 33387"/>
                <a:gd name="connsiteY5" fmla="*/ 116188 h 116188"/>
                <a:gd name="connsiteX6" fmla="*/ 10863 w 33387"/>
                <a:gd name="connsiteY6" fmla="*/ 114273 h 116188"/>
                <a:gd name="connsiteX7" fmla="*/ 10863 w 33387"/>
                <a:gd name="connsiteY7" fmla="*/ 1915 h 116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87" h="116188">
                  <a:moveTo>
                    <a:pt x="10863" y="1915"/>
                  </a:moveTo>
                  <a:cubicBezTo>
                    <a:pt x="8307" y="-638"/>
                    <a:pt x="4473" y="-638"/>
                    <a:pt x="1917" y="1915"/>
                  </a:cubicBezTo>
                  <a:cubicBezTo>
                    <a:pt x="-639" y="4469"/>
                    <a:pt x="-639" y="8299"/>
                    <a:pt x="1917" y="10853"/>
                  </a:cubicBezTo>
                  <a:cubicBezTo>
                    <a:pt x="27477" y="37027"/>
                    <a:pt x="27477" y="78523"/>
                    <a:pt x="1917" y="105336"/>
                  </a:cubicBezTo>
                  <a:cubicBezTo>
                    <a:pt x="-639" y="107889"/>
                    <a:pt x="-639" y="111720"/>
                    <a:pt x="1917" y="114273"/>
                  </a:cubicBezTo>
                  <a:cubicBezTo>
                    <a:pt x="3195" y="115550"/>
                    <a:pt x="4473" y="116188"/>
                    <a:pt x="6390" y="116188"/>
                  </a:cubicBezTo>
                  <a:cubicBezTo>
                    <a:pt x="8307" y="116188"/>
                    <a:pt x="9585" y="115550"/>
                    <a:pt x="10863" y="114273"/>
                  </a:cubicBezTo>
                  <a:cubicBezTo>
                    <a:pt x="40896" y="82992"/>
                    <a:pt x="40896" y="33197"/>
                    <a:pt x="10863" y="1915"/>
                  </a:cubicBezTo>
                  <a:close/>
                </a:path>
              </a:pathLst>
            </a:custGeom>
            <a:solidFill>
              <a:srgbClr val="00ABAB"/>
            </a:solidFill>
            <a:ln w="6390" cap="flat">
              <a:noFill/>
              <a:prstDash val="solid"/>
              <a:miter/>
            </a:ln>
          </p:spPr>
          <p:txBody>
            <a:bodyPr rtlCol="0" anchor="ctr"/>
            <a:lstStyle/>
            <a:p>
              <a:endParaRPr lang="en-US"/>
            </a:p>
          </p:txBody>
        </p:sp>
        <p:sp>
          <p:nvSpPr>
            <p:cNvPr id="343" name="Graphic 4">
              <a:extLst>
                <a:ext uri="{FF2B5EF4-FFF2-40B4-BE49-F238E27FC236}">
                  <a16:creationId xmlns:a16="http://schemas.microsoft.com/office/drawing/2014/main" id="{4B18FC14-0A47-9E4B-BCBB-FE12DD554E6E}"/>
                </a:ext>
              </a:extLst>
            </p:cNvPr>
            <p:cNvSpPr/>
            <p:nvPr/>
          </p:nvSpPr>
          <p:spPr>
            <a:xfrm>
              <a:off x="3867189" y="2489915"/>
              <a:ext cx="25960" cy="75969"/>
            </a:xfrm>
            <a:custGeom>
              <a:avLst/>
              <a:gdLst>
                <a:gd name="connsiteX0" fmla="*/ 1917 w 25960"/>
                <a:gd name="connsiteY0" fmla="*/ 74054 h 75969"/>
                <a:gd name="connsiteX1" fmla="*/ 6390 w 25960"/>
                <a:gd name="connsiteY1" fmla="*/ 75969 h 75969"/>
                <a:gd name="connsiteX2" fmla="*/ 10863 w 25960"/>
                <a:gd name="connsiteY2" fmla="*/ 74054 h 75969"/>
                <a:gd name="connsiteX3" fmla="*/ 10863 w 25960"/>
                <a:gd name="connsiteY3" fmla="*/ 1915 h 75969"/>
                <a:gd name="connsiteX4" fmla="*/ 10863 w 25960"/>
                <a:gd name="connsiteY4" fmla="*/ 1915 h 75969"/>
                <a:gd name="connsiteX5" fmla="*/ 1917 w 25960"/>
                <a:gd name="connsiteY5" fmla="*/ 1915 h 75969"/>
                <a:gd name="connsiteX6" fmla="*/ 1917 w 25960"/>
                <a:gd name="connsiteY6" fmla="*/ 10853 h 75969"/>
                <a:gd name="connsiteX7" fmla="*/ 1917 w 25960"/>
                <a:gd name="connsiteY7" fmla="*/ 10853 h 75969"/>
                <a:gd name="connsiteX8" fmla="*/ 1917 w 25960"/>
                <a:gd name="connsiteY8" fmla="*/ 65117 h 75969"/>
                <a:gd name="connsiteX9" fmla="*/ 1917 w 25960"/>
                <a:gd name="connsiteY9" fmla="*/ 65117 h 75969"/>
                <a:gd name="connsiteX10" fmla="*/ 1917 w 25960"/>
                <a:gd name="connsiteY10" fmla="*/ 74054 h 75969"/>
                <a:gd name="connsiteX11" fmla="*/ 1917 w 25960"/>
                <a:gd name="connsiteY11" fmla="*/ 74054 h 7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60" h="75969">
                  <a:moveTo>
                    <a:pt x="1917" y="74054"/>
                  </a:moveTo>
                  <a:cubicBezTo>
                    <a:pt x="3195" y="75331"/>
                    <a:pt x="4473" y="75969"/>
                    <a:pt x="6390" y="75969"/>
                  </a:cubicBezTo>
                  <a:cubicBezTo>
                    <a:pt x="8307" y="75969"/>
                    <a:pt x="9585" y="75331"/>
                    <a:pt x="10863" y="74054"/>
                  </a:cubicBezTo>
                  <a:cubicBezTo>
                    <a:pt x="30672" y="54264"/>
                    <a:pt x="31311" y="21706"/>
                    <a:pt x="10863" y="1915"/>
                  </a:cubicBezTo>
                  <a:cubicBezTo>
                    <a:pt x="10863" y="1915"/>
                    <a:pt x="10863" y="1915"/>
                    <a:pt x="10863" y="1915"/>
                  </a:cubicBezTo>
                  <a:cubicBezTo>
                    <a:pt x="8307" y="-638"/>
                    <a:pt x="4473" y="-638"/>
                    <a:pt x="1917" y="1915"/>
                  </a:cubicBezTo>
                  <a:cubicBezTo>
                    <a:pt x="-639" y="4469"/>
                    <a:pt x="-639" y="8299"/>
                    <a:pt x="1917" y="10853"/>
                  </a:cubicBezTo>
                  <a:cubicBezTo>
                    <a:pt x="1917" y="10853"/>
                    <a:pt x="1917" y="10853"/>
                    <a:pt x="1917" y="10853"/>
                  </a:cubicBezTo>
                  <a:cubicBezTo>
                    <a:pt x="17253" y="25536"/>
                    <a:pt x="17253" y="49795"/>
                    <a:pt x="1917" y="65117"/>
                  </a:cubicBezTo>
                  <a:cubicBezTo>
                    <a:pt x="1917" y="65117"/>
                    <a:pt x="1917" y="65117"/>
                    <a:pt x="1917" y="65117"/>
                  </a:cubicBezTo>
                  <a:cubicBezTo>
                    <a:pt x="-639" y="67670"/>
                    <a:pt x="-639" y="71501"/>
                    <a:pt x="1917" y="74054"/>
                  </a:cubicBezTo>
                  <a:cubicBezTo>
                    <a:pt x="1917" y="74054"/>
                    <a:pt x="1917" y="74054"/>
                    <a:pt x="1917" y="74054"/>
                  </a:cubicBezTo>
                  <a:close/>
                </a:path>
              </a:pathLst>
            </a:custGeom>
            <a:solidFill>
              <a:srgbClr val="00ABAB"/>
            </a:solidFill>
            <a:ln w="6390" cap="flat">
              <a:noFill/>
              <a:prstDash val="solid"/>
              <a:miter/>
            </a:ln>
          </p:spPr>
          <p:txBody>
            <a:bodyPr rtlCol="0" anchor="ctr"/>
            <a:lstStyle/>
            <a:p>
              <a:endParaRPr lang="en-US"/>
            </a:p>
          </p:txBody>
        </p:sp>
        <p:sp>
          <p:nvSpPr>
            <p:cNvPr id="344" name="Graphic 4">
              <a:extLst>
                <a:ext uri="{FF2B5EF4-FFF2-40B4-BE49-F238E27FC236}">
                  <a16:creationId xmlns:a16="http://schemas.microsoft.com/office/drawing/2014/main" id="{3FF9B125-BDA9-6243-85AB-2ADA982B5A0E}"/>
                </a:ext>
              </a:extLst>
            </p:cNvPr>
            <p:cNvSpPr/>
            <p:nvPr/>
          </p:nvSpPr>
          <p:spPr>
            <a:xfrm>
              <a:off x="3847381" y="2508429"/>
              <a:ext cx="18346" cy="37027"/>
            </a:xfrm>
            <a:custGeom>
              <a:avLst/>
              <a:gdLst>
                <a:gd name="connsiteX0" fmla="*/ 1917 w 18346"/>
                <a:gd name="connsiteY0" fmla="*/ 35112 h 37027"/>
                <a:gd name="connsiteX1" fmla="*/ 6390 w 18346"/>
                <a:gd name="connsiteY1" fmla="*/ 37027 h 37027"/>
                <a:gd name="connsiteX2" fmla="*/ 10863 w 18346"/>
                <a:gd name="connsiteY2" fmla="*/ 35112 h 37027"/>
                <a:gd name="connsiteX3" fmla="*/ 12780 w 18346"/>
                <a:gd name="connsiteY3" fmla="*/ 3830 h 37027"/>
                <a:gd name="connsiteX4" fmla="*/ 10863 w 18346"/>
                <a:gd name="connsiteY4" fmla="*/ 1915 h 37027"/>
                <a:gd name="connsiteX5" fmla="*/ 1917 w 18346"/>
                <a:gd name="connsiteY5" fmla="*/ 1915 h 37027"/>
                <a:gd name="connsiteX6" fmla="*/ 1917 w 18346"/>
                <a:gd name="connsiteY6" fmla="*/ 10853 h 37027"/>
                <a:gd name="connsiteX7" fmla="*/ 2556 w 18346"/>
                <a:gd name="connsiteY7" fmla="*/ 11491 h 37027"/>
                <a:gd name="connsiteX8" fmla="*/ 5751 w 18346"/>
                <a:gd name="connsiteY8" fmla="*/ 18514 h 37027"/>
                <a:gd name="connsiteX9" fmla="*/ 2556 w 18346"/>
                <a:gd name="connsiteY9" fmla="*/ 25536 h 37027"/>
                <a:gd name="connsiteX10" fmla="*/ 1917 w 18346"/>
                <a:gd name="connsiteY10" fmla="*/ 35112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346" h="37027">
                  <a:moveTo>
                    <a:pt x="1917" y="35112"/>
                  </a:moveTo>
                  <a:cubicBezTo>
                    <a:pt x="3195" y="36389"/>
                    <a:pt x="5112" y="37027"/>
                    <a:pt x="6390" y="37027"/>
                  </a:cubicBezTo>
                  <a:cubicBezTo>
                    <a:pt x="7668" y="37027"/>
                    <a:pt x="9585" y="36389"/>
                    <a:pt x="10863" y="35112"/>
                  </a:cubicBezTo>
                  <a:cubicBezTo>
                    <a:pt x="19809" y="26813"/>
                    <a:pt x="21087" y="12768"/>
                    <a:pt x="12780" y="3830"/>
                  </a:cubicBezTo>
                  <a:cubicBezTo>
                    <a:pt x="12141" y="3192"/>
                    <a:pt x="11502" y="2554"/>
                    <a:pt x="10863" y="1915"/>
                  </a:cubicBezTo>
                  <a:cubicBezTo>
                    <a:pt x="8307" y="-638"/>
                    <a:pt x="4473" y="-638"/>
                    <a:pt x="1917" y="1915"/>
                  </a:cubicBezTo>
                  <a:cubicBezTo>
                    <a:pt x="-639" y="4469"/>
                    <a:pt x="-639" y="8299"/>
                    <a:pt x="1917" y="10853"/>
                  </a:cubicBezTo>
                  <a:cubicBezTo>
                    <a:pt x="1917" y="10853"/>
                    <a:pt x="2556" y="11491"/>
                    <a:pt x="2556" y="11491"/>
                  </a:cubicBezTo>
                  <a:cubicBezTo>
                    <a:pt x="4473" y="13406"/>
                    <a:pt x="5751" y="15960"/>
                    <a:pt x="5751" y="18514"/>
                  </a:cubicBezTo>
                  <a:cubicBezTo>
                    <a:pt x="5751" y="21067"/>
                    <a:pt x="4473" y="23621"/>
                    <a:pt x="2556" y="25536"/>
                  </a:cubicBezTo>
                  <a:cubicBezTo>
                    <a:pt x="0" y="28728"/>
                    <a:pt x="0" y="32558"/>
                    <a:pt x="1917" y="35112"/>
                  </a:cubicBezTo>
                  <a:close/>
                </a:path>
              </a:pathLst>
            </a:custGeom>
            <a:solidFill>
              <a:srgbClr val="00ABAB"/>
            </a:solidFill>
            <a:ln w="6390" cap="flat">
              <a:noFill/>
              <a:prstDash val="solid"/>
              <a:miter/>
            </a:ln>
          </p:spPr>
          <p:txBody>
            <a:bodyPr rtlCol="0" anchor="ctr"/>
            <a:lstStyle/>
            <a:p>
              <a:endParaRPr lang="en-US"/>
            </a:p>
          </p:txBody>
        </p:sp>
        <p:sp>
          <p:nvSpPr>
            <p:cNvPr id="345" name="Graphic 4">
              <a:extLst>
                <a:ext uri="{FF2B5EF4-FFF2-40B4-BE49-F238E27FC236}">
                  <a16:creationId xmlns:a16="http://schemas.microsoft.com/office/drawing/2014/main" id="{D8BC0278-21AE-5C4B-9667-2DC6EFF6F0DD}"/>
                </a:ext>
              </a:extLst>
            </p:cNvPr>
            <p:cNvSpPr/>
            <p:nvPr/>
          </p:nvSpPr>
          <p:spPr>
            <a:xfrm>
              <a:off x="3658079" y="2469486"/>
              <a:ext cx="33387" cy="116188"/>
            </a:xfrm>
            <a:custGeom>
              <a:avLst/>
              <a:gdLst>
                <a:gd name="connsiteX0" fmla="*/ 31471 w 33387"/>
                <a:gd name="connsiteY0" fmla="*/ 10853 h 116188"/>
                <a:gd name="connsiteX1" fmla="*/ 31471 w 33387"/>
                <a:gd name="connsiteY1" fmla="*/ 1915 h 116188"/>
                <a:gd name="connsiteX2" fmla="*/ 22525 w 33387"/>
                <a:gd name="connsiteY2" fmla="*/ 1915 h 116188"/>
                <a:gd name="connsiteX3" fmla="*/ 22525 w 33387"/>
                <a:gd name="connsiteY3" fmla="*/ 1915 h 116188"/>
                <a:gd name="connsiteX4" fmla="*/ 22525 w 33387"/>
                <a:gd name="connsiteY4" fmla="*/ 114273 h 116188"/>
                <a:gd name="connsiteX5" fmla="*/ 31471 w 33387"/>
                <a:gd name="connsiteY5" fmla="*/ 114273 h 116188"/>
                <a:gd name="connsiteX6" fmla="*/ 31471 w 33387"/>
                <a:gd name="connsiteY6" fmla="*/ 114273 h 116188"/>
                <a:gd name="connsiteX7" fmla="*/ 31471 w 33387"/>
                <a:gd name="connsiteY7" fmla="*/ 105336 h 116188"/>
                <a:gd name="connsiteX8" fmla="*/ 31471 w 33387"/>
                <a:gd name="connsiteY8" fmla="*/ 10853 h 116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87" h="116188">
                  <a:moveTo>
                    <a:pt x="31471" y="10853"/>
                  </a:moveTo>
                  <a:cubicBezTo>
                    <a:pt x="34026" y="8299"/>
                    <a:pt x="34026" y="4469"/>
                    <a:pt x="31471" y="1915"/>
                  </a:cubicBezTo>
                  <a:cubicBezTo>
                    <a:pt x="28915" y="-638"/>
                    <a:pt x="25081" y="-638"/>
                    <a:pt x="22525" y="1915"/>
                  </a:cubicBezTo>
                  <a:cubicBezTo>
                    <a:pt x="22525" y="1915"/>
                    <a:pt x="22525" y="1915"/>
                    <a:pt x="22525" y="1915"/>
                  </a:cubicBezTo>
                  <a:cubicBezTo>
                    <a:pt x="-7508" y="33197"/>
                    <a:pt x="-7508" y="82992"/>
                    <a:pt x="22525" y="114273"/>
                  </a:cubicBezTo>
                  <a:cubicBezTo>
                    <a:pt x="25081" y="116827"/>
                    <a:pt x="28915" y="116827"/>
                    <a:pt x="31471" y="114273"/>
                  </a:cubicBezTo>
                  <a:cubicBezTo>
                    <a:pt x="31471" y="114273"/>
                    <a:pt x="31471" y="114273"/>
                    <a:pt x="31471" y="114273"/>
                  </a:cubicBezTo>
                  <a:cubicBezTo>
                    <a:pt x="34026" y="111720"/>
                    <a:pt x="34026" y="107889"/>
                    <a:pt x="31471" y="105336"/>
                  </a:cubicBezTo>
                  <a:cubicBezTo>
                    <a:pt x="5911" y="79161"/>
                    <a:pt x="5911" y="37027"/>
                    <a:pt x="31471" y="10853"/>
                  </a:cubicBezTo>
                  <a:close/>
                </a:path>
              </a:pathLst>
            </a:custGeom>
            <a:solidFill>
              <a:srgbClr val="00ABAB"/>
            </a:solidFill>
            <a:ln w="6390" cap="flat">
              <a:noFill/>
              <a:prstDash val="solid"/>
              <a:miter/>
            </a:ln>
          </p:spPr>
          <p:txBody>
            <a:bodyPr rtlCol="0" anchor="ctr"/>
            <a:lstStyle/>
            <a:p>
              <a:endParaRPr lang="en-US"/>
            </a:p>
          </p:txBody>
        </p:sp>
        <p:sp>
          <p:nvSpPr>
            <p:cNvPr id="346" name="Graphic 4">
              <a:extLst>
                <a:ext uri="{FF2B5EF4-FFF2-40B4-BE49-F238E27FC236}">
                  <a16:creationId xmlns:a16="http://schemas.microsoft.com/office/drawing/2014/main" id="{4F11E9CE-2F31-D44A-A60C-ABF03B137D6C}"/>
                </a:ext>
              </a:extLst>
            </p:cNvPr>
            <p:cNvSpPr/>
            <p:nvPr/>
          </p:nvSpPr>
          <p:spPr>
            <a:xfrm>
              <a:off x="3684676" y="2489915"/>
              <a:ext cx="25960" cy="75969"/>
            </a:xfrm>
            <a:custGeom>
              <a:avLst/>
              <a:gdLst>
                <a:gd name="connsiteX0" fmla="*/ 15097 w 25960"/>
                <a:gd name="connsiteY0" fmla="*/ 74054 h 75969"/>
                <a:gd name="connsiteX1" fmla="*/ 24043 w 25960"/>
                <a:gd name="connsiteY1" fmla="*/ 74054 h 75969"/>
                <a:gd name="connsiteX2" fmla="*/ 24043 w 25960"/>
                <a:gd name="connsiteY2" fmla="*/ 74054 h 75969"/>
                <a:gd name="connsiteX3" fmla="*/ 24043 w 25960"/>
                <a:gd name="connsiteY3" fmla="*/ 65117 h 75969"/>
                <a:gd name="connsiteX4" fmla="*/ 24043 w 25960"/>
                <a:gd name="connsiteY4" fmla="*/ 65117 h 75969"/>
                <a:gd name="connsiteX5" fmla="*/ 24043 w 25960"/>
                <a:gd name="connsiteY5" fmla="*/ 10853 h 75969"/>
                <a:gd name="connsiteX6" fmla="*/ 24043 w 25960"/>
                <a:gd name="connsiteY6" fmla="*/ 10853 h 75969"/>
                <a:gd name="connsiteX7" fmla="*/ 24043 w 25960"/>
                <a:gd name="connsiteY7" fmla="*/ 1915 h 75969"/>
                <a:gd name="connsiteX8" fmla="*/ 15097 w 25960"/>
                <a:gd name="connsiteY8" fmla="*/ 1915 h 75969"/>
                <a:gd name="connsiteX9" fmla="*/ 15097 w 25960"/>
                <a:gd name="connsiteY9" fmla="*/ 74054 h 75969"/>
                <a:gd name="connsiteX10" fmla="*/ 15097 w 25960"/>
                <a:gd name="connsiteY10" fmla="*/ 74054 h 7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960" h="75969">
                  <a:moveTo>
                    <a:pt x="15097" y="74054"/>
                  </a:moveTo>
                  <a:cubicBezTo>
                    <a:pt x="17653" y="76608"/>
                    <a:pt x="21487" y="76608"/>
                    <a:pt x="24043" y="74054"/>
                  </a:cubicBezTo>
                  <a:cubicBezTo>
                    <a:pt x="24043" y="74054"/>
                    <a:pt x="24043" y="74054"/>
                    <a:pt x="24043" y="74054"/>
                  </a:cubicBezTo>
                  <a:cubicBezTo>
                    <a:pt x="26599" y="71501"/>
                    <a:pt x="26599" y="67670"/>
                    <a:pt x="24043" y="65117"/>
                  </a:cubicBezTo>
                  <a:cubicBezTo>
                    <a:pt x="24043" y="65117"/>
                    <a:pt x="24043" y="65117"/>
                    <a:pt x="24043" y="65117"/>
                  </a:cubicBezTo>
                  <a:cubicBezTo>
                    <a:pt x="8707" y="50433"/>
                    <a:pt x="8707" y="26174"/>
                    <a:pt x="24043" y="10853"/>
                  </a:cubicBezTo>
                  <a:cubicBezTo>
                    <a:pt x="24043" y="10853"/>
                    <a:pt x="24043" y="10853"/>
                    <a:pt x="24043" y="10853"/>
                  </a:cubicBezTo>
                  <a:cubicBezTo>
                    <a:pt x="26599" y="8299"/>
                    <a:pt x="26599" y="4469"/>
                    <a:pt x="24043" y="1915"/>
                  </a:cubicBezTo>
                  <a:cubicBezTo>
                    <a:pt x="21487" y="-638"/>
                    <a:pt x="17653" y="-638"/>
                    <a:pt x="15097" y="1915"/>
                  </a:cubicBezTo>
                  <a:cubicBezTo>
                    <a:pt x="-4712" y="21706"/>
                    <a:pt x="-5351" y="53625"/>
                    <a:pt x="15097" y="74054"/>
                  </a:cubicBezTo>
                  <a:cubicBezTo>
                    <a:pt x="15097" y="74054"/>
                    <a:pt x="15097" y="74054"/>
                    <a:pt x="15097" y="74054"/>
                  </a:cubicBezTo>
                  <a:close/>
                </a:path>
              </a:pathLst>
            </a:custGeom>
            <a:solidFill>
              <a:srgbClr val="00ABAB"/>
            </a:solidFill>
            <a:ln w="6390" cap="flat">
              <a:noFill/>
              <a:prstDash val="solid"/>
              <a:miter/>
            </a:ln>
          </p:spPr>
          <p:txBody>
            <a:bodyPr rtlCol="0" anchor="ctr"/>
            <a:lstStyle/>
            <a:p>
              <a:endParaRPr lang="en-US"/>
            </a:p>
          </p:txBody>
        </p:sp>
        <p:sp>
          <p:nvSpPr>
            <p:cNvPr id="347" name="Graphic 4">
              <a:extLst>
                <a:ext uri="{FF2B5EF4-FFF2-40B4-BE49-F238E27FC236}">
                  <a16:creationId xmlns:a16="http://schemas.microsoft.com/office/drawing/2014/main" id="{BF86D0A1-656A-8544-AC63-D22468AF0E88}"/>
                </a:ext>
              </a:extLst>
            </p:cNvPr>
            <p:cNvSpPr/>
            <p:nvPr/>
          </p:nvSpPr>
          <p:spPr>
            <a:xfrm>
              <a:off x="3712737" y="2510256"/>
              <a:ext cx="17707" cy="35838"/>
            </a:xfrm>
            <a:custGeom>
              <a:avLst/>
              <a:gdLst>
                <a:gd name="connsiteX0" fmla="*/ 11318 w 17707"/>
                <a:gd name="connsiteY0" fmla="*/ 35839 h 35838"/>
                <a:gd name="connsiteX1" fmla="*/ 17707 w 17707"/>
                <a:gd name="connsiteY1" fmla="*/ 29455 h 35838"/>
                <a:gd name="connsiteX2" fmla="*/ 15791 w 17707"/>
                <a:gd name="connsiteY2" fmla="*/ 24986 h 35838"/>
                <a:gd name="connsiteX3" fmla="*/ 12596 w 17707"/>
                <a:gd name="connsiteY3" fmla="*/ 17964 h 35838"/>
                <a:gd name="connsiteX4" fmla="*/ 15791 w 17707"/>
                <a:gd name="connsiteY4" fmla="*/ 10941 h 35838"/>
                <a:gd name="connsiteX5" fmla="*/ 15791 w 17707"/>
                <a:gd name="connsiteY5" fmla="*/ 2004 h 35838"/>
                <a:gd name="connsiteX6" fmla="*/ 7484 w 17707"/>
                <a:gd name="connsiteY6" fmla="*/ 1365 h 35838"/>
                <a:gd name="connsiteX7" fmla="*/ 5567 w 17707"/>
                <a:gd name="connsiteY7" fmla="*/ 32647 h 35838"/>
                <a:gd name="connsiteX8" fmla="*/ 7484 w 17707"/>
                <a:gd name="connsiteY8" fmla="*/ 34562 h 35838"/>
                <a:gd name="connsiteX9" fmla="*/ 11318 w 17707"/>
                <a:gd name="connsiteY9" fmla="*/ 35839 h 35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07" h="35838">
                  <a:moveTo>
                    <a:pt x="11318" y="35839"/>
                  </a:moveTo>
                  <a:cubicBezTo>
                    <a:pt x="15152" y="35839"/>
                    <a:pt x="17707" y="32647"/>
                    <a:pt x="17707" y="29455"/>
                  </a:cubicBezTo>
                  <a:cubicBezTo>
                    <a:pt x="17707" y="27539"/>
                    <a:pt x="17069" y="26263"/>
                    <a:pt x="15791" y="24986"/>
                  </a:cubicBezTo>
                  <a:cubicBezTo>
                    <a:pt x="13874" y="23071"/>
                    <a:pt x="12596" y="20517"/>
                    <a:pt x="12596" y="17964"/>
                  </a:cubicBezTo>
                  <a:cubicBezTo>
                    <a:pt x="12596" y="15410"/>
                    <a:pt x="13874" y="12856"/>
                    <a:pt x="15791" y="10941"/>
                  </a:cubicBezTo>
                  <a:cubicBezTo>
                    <a:pt x="18347" y="8388"/>
                    <a:pt x="18347" y="4557"/>
                    <a:pt x="15791" y="2004"/>
                  </a:cubicBezTo>
                  <a:cubicBezTo>
                    <a:pt x="13234" y="-550"/>
                    <a:pt x="10039" y="-550"/>
                    <a:pt x="7484" y="1365"/>
                  </a:cubicBezTo>
                  <a:cubicBezTo>
                    <a:pt x="-1462" y="9664"/>
                    <a:pt x="-2740" y="23709"/>
                    <a:pt x="5567" y="32647"/>
                  </a:cubicBezTo>
                  <a:cubicBezTo>
                    <a:pt x="6206" y="33285"/>
                    <a:pt x="6844" y="33923"/>
                    <a:pt x="7484" y="34562"/>
                  </a:cubicBezTo>
                  <a:cubicBezTo>
                    <a:pt x="8123" y="35200"/>
                    <a:pt x="9401" y="35839"/>
                    <a:pt x="11318" y="35839"/>
                  </a:cubicBezTo>
                  <a:close/>
                </a:path>
              </a:pathLst>
            </a:custGeom>
            <a:solidFill>
              <a:srgbClr val="00ABAB"/>
            </a:solidFill>
            <a:ln w="6390" cap="flat">
              <a:noFill/>
              <a:prstDash val="solid"/>
              <a:miter/>
            </a:ln>
          </p:spPr>
          <p:txBody>
            <a:bodyPr rtlCol="0" anchor="ctr"/>
            <a:lstStyle/>
            <a:p>
              <a:endParaRPr lang="en-US"/>
            </a:p>
          </p:txBody>
        </p:sp>
        <p:sp>
          <p:nvSpPr>
            <p:cNvPr id="348" name="Graphic 4">
              <a:extLst>
                <a:ext uri="{FF2B5EF4-FFF2-40B4-BE49-F238E27FC236}">
                  <a16:creationId xmlns:a16="http://schemas.microsoft.com/office/drawing/2014/main" id="{6BE26631-FB17-AE4A-89FB-645F35E3AE26}"/>
                </a:ext>
              </a:extLst>
            </p:cNvPr>
            <p:cNvSpPr/>
            <p:nvPr/>
          </p:nvSpPr>
          <p:spPr>
            <a:xfrm>
              <a:off x="3695861" y="2480339"/>
              <a:ext cx="186663" cy="153854"/>
            </a:xfrm>
            <a:custGeom>
              <a:avLst/>
              <a:gdLst>
                <a:gd name="connsiteX0" fmla="*/ 103595 w 186663"/>
                <a:gd name="connsiteY0" fmla="*/ 5746 h 153854"/>
                <a:gd name="connsiteX1" fmla="*/ 93371 w 186663"/>
                <a:gd name="connsiteY1" fmla="*/ 0 h 153854"/>
                <a:gd name="connsiteX2" fmla="*/ 82508 w 186663"/>
                <a:gd name="connsiteY2" fmla="*/ 5746 h 153854"/>
                <a:gd name="connsiteX3" fmla="*/ 1995 w 186663"/>
                <a:gd name="connsiteY3" fmla="*/ 134702 h 153854"/>
                <a:gd name="connsiteX4" fmla="*/ 5829 w 186663"/>
                <a:gd name="connsiteY4" fmla="*/ 151939 h 153854"/>
                <a:gd name="connsiteX5" fmla="*/ 12218 w 186663"/>
                <a:gd name="connsiteY5" fmla="*/ 153854 h 153854"/>
                <a:gd name="connsiteX6" fmla="*/ 173884 w 186663"/>
                <a:gd name="connsiteY6" fmla="*/ 153854 h 153854"/>
                <a:gd name="connsiteX7" fmla="*/ 186664 w 186663"/>
                <a:gd name="connsiteY7" fmla="*/ 141724 h 153854"/>
                <a:gd name="connsiteX8" fmla="*/ 184747 w 186663"/>
                <a:gd name="connsiteY8" fmla="*/ 134702 h 153854"/>
                <a:gd name="connsiteX9" fmla="*/ 103595 w 186663"/>
                <a:gd name="connsiteY9" fmla="*/ 5746 h 153854"/>
                <a:gd name="connsiteX10" fmla="*/ 12218 w 186663"/>
                <a:gd name="connsiteY10" fmla="*/ 141724 h 153854"/>
                <a:gd name="connsiteX11" fmla="*/ 92732 w 186663"/>
                <a:gd name="connsiteY11" fmla="*/ 12768 h 153854"/>
                <a:gd name="connsiteX12" fmla="*/ 173245 w 186663"/>
                <a:gd name="connsiteY12" fmla="*/ 141086 h 153854"/>
                <a:gd name="connsiteX13" fmla="*/ 12218 w 186663"/>
                <a:gd name="connsiteY13" fmla="*/ 141724 h 153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663" h="153854">
                  <a:moveTo>
                    <a:pt x="103595" y="5746"/>
                  </a:moveTo>
                  <a:cubicBezTo>
                    <a:pt x="101039" y="2554"/>
                    <a:pt x="97205" y="0"/>
                    <a:pt x="93371" y="0"/>
                  </a:cubicBezTo>
                  <a:cubicBezTo>
                    <a:pt x="88898" y="0"/>
                    <a:pt x="85064" y="1915"/>
                    <a:pt x="82508" y="5746"/>
                  </a:cubicBezTo>
                  <a:lnTo>
                    <a:pt x="1995" y="134702"/>
                  </a:lnTo>
                  <a:cubicBezTo>
                    <a:pt x="-1839" y="140448"/>
                    <a:pt x="78" y="148108"/>
                    <a:pt x="5829" y="151939"/>
                  </a:cubicBezTo>
                  <a:cubicBezTo>
                    <a:pt x="7745" y="153216"/>
                    <a:pt x="10302" y="153854"/>
                    <a:pt x="12218" y="153854"/>
                  </a:cubicBezTo>
                  <a:lnTo>
                    <a:pt x="173884" y="153854"/>
                  </a:lnTo>
                  <a:cubicBezTo>
                    <a:pt x="180913" y="153854"/>
                    <a:pt x="186025" y="148108"/>
                    <a:pt x="186664" y="141724"/>
                  </a:cubicBezTo>
                  <a:cubicBezTo>
                    <a:pt x="186664" y="139171"/>
                    <a:pt x="186025" y="136617"/>
                    <a:pt x="184747" y="134702"/>
                  </a:cubicBezTo>
                  <a:lnTo>
                    <a:pt x="103595" y="5746"/>
                  </a:lnTo>
                  <a:close/>
                  <a:moveTo>
                    <a:pt x="12218" y="141724"/>
                  </a:moveTo>
                  <a:lnTo>
                    <a:pt x="92732" y="12768"/>
                  </a:lnTo>
                  <a:lnTo>
                    <a:pt x="173245" y="141086"/>
                  </a:lnTo>
                  <a:lnTo>
                    <a:pt x="12218" y="141724"/>
                  </a:lnTo>
                  <a:close/>
                </a:path>
              </a:pathLst>
            </a:custGeom>
            <a:solidFill>
              <a:srgbClr val="00ABAB"/>
            </a:solidFill>
            <a:ln w="6390" cap="flat">
              <a:noFill/>
              <a:prstDash val="solid"/>
              <a:miter/>
            </a:ln>
          </p:spPr>
          <p:txBody>
            <a:bodyPr rtlCol="0" anchor="ctr"/>
            <a:lstStyle/>
            <a:p>
              <a:endParaRPr lang="en-US"/>
            </a:p>
          </p:txBody>
        </p:sp>
        <p:sp>
          <p:nvSpPr>
            <p:cNvPr id="349" name="Graphic 4">
              <a:extLst>
                <a:ext uri="{FF2B5EF4-FFF2-40B4-BE49-F238E27FC236}">
                  <a16:creationId xmlns:a16="http://schemas.microsoft.com/office/drawing/2014/main" id="{8C082B63-92A1-4940-9F57-848AE06162EF}"/>
                </a:ext>
              </a:extLst>
            </p:cNvPr>
            <p:cNvSpPr/>
            <p:nvPr/>
          </p:nvSpPr>
          <p:spPr>
            <a:xfrm>
              <a:off x="3782842" y="2523750"/>
              <a:ext cx="12779" cy="63201"/>
            </a:xfrm>
            <a:custGeom>
              <a:avLst/>
              <a:gdLst>
                <a:gd name="connsiteX0" fmla="*/ 0 w 12779"/>
                <a:gd name="connsiteY0" fmla="*/ 6384 h 63201"/>
                <a:gd name="connsiteX1" fmla="*/ 0 w 12779"/>
                <a:gd name="connsiteY1" fmla="*/ 56817 h 63201"/>
                <a:gd name="connsiteX2" fmla="*/ 6390 w 12779"/>
                <a:gd name="connsiteY2" fmla="*/ 63201 h 63201"/>
                <a:gd name="connsiteX3" fmla="*/ 12780 w 12779"/>
                <a:gd name="connsiteY3" fmla="*/ 56817 h 63201"/>
                <a:gd name="connsiteX4" fmla="*/ 12780 w 12779"/>
                <a:gd name="connsiteY4" fmla="*/ 6384 h 63201"/>
                <a:gd name="connsiteX5" fmla="*/ 6390 w 12779"/>
                <a:gd name="connsiteY5" fmla="*/ 0 h 63201"/>
                <a:gd name="connsiteX6" fmla="*/ 0 w 12779"/>
                <a:gd name="connsiteY6" fmla="*/ 6384 h 6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63201">
                  <a:moveTo>
                    <a:pt x="0" y="6384"/>
                  </a:moveTo>
                  <a:lnTo>
                    <a:pt x="0" y="56817"/>
                  </a:lnTo>
                  <a:cubicBezTo>
                    <a:pt x="0" y="60648"/>
                    <a:pt x="2556" y="63201"/>
                    <a:pt x="6390" y="63201"/>
                  </a:cubicBezTo>
                  <a:cubicBezTo>
                    <a:pt x="10224" y="63201"/>
                    <a:pt x="12780" y="60648"/>
                    <a:pt x="12780" y="56817"/>
                  </a:cubicBezTo>
                  <a:lnTo>
                    <a:pt x="12780" y="6384"/>
                  </a:lnTo>
                  <a:cubicBezTo>
                    <a:pt x="12780" y="2554"/>
                    <a:pt x="10224" y="0"/>
                    <a:pt x="6390" y="0"/>
                  </a:cubicBezTo>
                  <a:cubicBezTo>
                    <a:pt x="2556" y="0"/>
                    <a:pt x="0" y="3192"/>
                    <a:pt x="0" y="6384"/>
                  </a:cubicBezTo>
                  <a:close/>
                </a:path>
              </a:pathLst>
            </a:custGeom>
            <a:solidFill>
              <a:srgbClr val="00ABAB"/>
            </a:solidFill>
            <a:ln w="6390" cap="flat">
              <a:noFill/>
              <a:prstDash val="solid"/>
              <a:miter/>
            </a:ln>
          </p:spPr>
          <p:txBody>
            <a:bodyPr rtlCol="0" anchor="ctr"/>
            <a:lstStyle/>
            <a:p>
              <a:endParaRPr lang="en-US"/>
            </a:p>
          </p:txBody>
        </p:sp>
        <p:sp>
          <p:nvSpPr>
            <p:cNvPr id="350" name="Graphic 4">
              <a:extLst>
                <a:ext uri="{FF2B5EF4-FFF2-40B4-BE49-F238E27FC236}">
                  <a16:creationId xmlns:a16="http://schemas.microsoft.com/office/drawing/2014/main" id="{D96EFA9A-1287-504B-9A69-23DB60A3F0D9}"/>
                </a:ext>
              </a:extLst>
            </p:cNvPr>
            <p:cNvSpPr/>
            <p:nvPr/>
          </p:nvSpPr>
          <p:spPr>
            <a:xfrm>
              <a:off x="3782842" y="2592697"/>
              <a:ext cx="12779" cy="19790"/>
            </a:xfrm>
            <a:custGeom>
              <a:avLst/>
              <a:gdLst>
                <a:gd name="connsiteX0" fmla="*/ 6390 w 12779"/>
                <a:gd name="connsiteY0" fmla="*/ 0 h 19790"/>
                <a:gd name="connsiteX1" fmla="*/ 0 w 12779"/>
                <a:gd name="connsiteY1" fmla="*/ 6384 h 19790"/>
                <a:gd name="connsiteX2" fmla="*/ 0 w 12779"/>
                <a:gd name="connsiteY2" fmla="*/ 13406 h 19790"/>
                <a:gd name="connsiteX3" fmla="*/ 6390 w 12779"/>
                <a:gd name="connsiteY3" fmla="*/ 19790 h 19790"/>
                <a:gd name="connsiteX4" fmla="*/ 12780 w 12779"/>
                <a:gd name="connsiteY4" fmla="*/ 13406 h 19790"/>
                <a:gd name="connsiteX5" fmla="*/ 12780 w 12779"/>
                <a:gd name="connsiteY5" fmla="*/ 6384 h 19790"/>
                <a:gd name="connsiteX6" fmla="*/ 6390 w 12779"/>
                <a:gd name="connsiteY6" fmla="*/ 0 h 1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19790">
                  <a:moveTo>
                    <a:pt x="6390" y="0"/>
                  </a:moveTo>
                  <a:cubicBezTo>
                    <a:pt x="2556" y="0"/>
                    <a:pt x="0" y="2554"/>
                    <a:pt x="0" y="6384"/>
                  </a:cubicBezTo>
                  <a:lnTo>
                    <a:pt x="0" y="13406"/>
                  </a:lnTo>
                  <a:cubicBezTo>
                    <a:pt x="0" y="17237"/>
                    <a:pt x="2556" y="19790"/>
                    <a:pt x="6390" y="19790"/>
                  </a:cubicBezTo>
                  <a:cubicBezTo>
                    <a:pt x="10224" y="19790"/>
                    <a:pt x="12780" y="17237"/>
                    <a:pt x="12780" y="13406"/>
                  </a:cubicBezTo>
                  <a:lnTo>
                    <a:pt x="12780" y="6384"/>
                  </a:lnTo>
                  <a:cubicBezTo>
                    <a:pt x="12780" y="3192"/>
                    <a:pt x="10224" y="0"/>
                    <a:pt x="6390" y="0"/>
                  </a:cubicBezTo>
                  <a:close/>
                </a:path>
              </a:pathLst>
            </a:custGeom>
            <a:solidFill>
              <a:srgbClr val="00ABAB"/>
            </a:solidFill>
            <a:ln w="6390" cap="flat">
              <a:noFill/>
              <a:prstDash val="solid"/>
              <a:miter/>
            </a:ln>
          </p:spPr>
          <p:txBody>
            <a:bodyPr rtlCol="0" anchor="ctr"/>
            <a:lstStyle/>
            <a:p>
              <a:endParaRPr lang="en-US"/>
            </a:p>
          </p:txBody>
        </p:sp>
      </p:grpSp>
      <p:grpSp>
        <p:nvGrpSpPr>
          <p:cNvPr id="351" name="Graphic 4">
            <a:extLst>
              <a:ext uri="{FF2B5EF4-FFF2-40B4-BE49-F238E27FC236}">
                <a16:creationId xmlns:a16="http://schemas.microsoft.com/office/drawing/2014/main" id="{AB910B42-361F-834B-A032-34899BB5A788}"/>
              </a:ext>
            </a:extLst>
          </p:cNvPr>
          <p:cNvGrpSpPr/>
          <p:nvPr/>
        </p:nvGrpSpPr>
        <p:grpSpPr>
          <a:xfrm>
            <a:off x="4045469" y="2855717"/>
            <a:ext cx="362309" cy="361971"/>
            <a:chOff x="4045469" y="2855717"/>
            <a:chExt cx="362309" cy="361971"/>
          </a:xfrm>
          <a:solidFill>
            <a:srgbClr val="00ABAB"/>
          </a:solidFill>
        </p:grpSpPr>
        <p:sp>
          <p:nvSpPr>
            <p:cNvPr id="352" name="Graphic 4">
              <a:extLst>
                <a:ext uri="{FF2B5EF4-FFF2-40B4-BE49-F238E27FC236}">
                  <a16:creationId xmlns:a16="http://schemas.microsoft.com/office/drawing/2014/main" id="{517094CF-6B67-0349-A3B0-F1147920AF4E}"/>
                </a:ext>
              </a:extLst>
            </p:cNvPr>
            <p:cNvSpPr/>
            <p:nvPr/>
          </p:nvSpPr>
          <p:spPr>
            <a:xfrm>
              <a:off x="4217358" y="2958499"/>
              <a:ext cx="19869" cy="101668"/>
            </a:xfrm>
            <a:custGeom>
              <a:avLst/>
              <a:gdLst>
                <a:gd name="connsiteX0" fmla="*/ 9585 w 19869"/>
                <a:gd name="connsiteY0" fmla="*/ 0 h 101668"/>
                <a:gd name="connsiteX1" fmla="*/ 2556 w 19869"/>
                <a:gd name="connsiteY1" fmla="*/ 3192 h 101668"/>
                <a:gd name="connsiteX2" fmla="*/ 0 w 19869"/>
                <a:gd name="connsiteY2" fmla="*/ 10214 h 101668"/>
                <a:gd name="connsiteX3" fmla="*/ 5112 w 19869"/>
                <a:gd name="connsiteY3" fmla="*/ 98313 h 101668"/>
                <a:gd name="connsiteX4" fmla="*/ 11502 w 19869"/>
                <a:gd name="connsiteY4" fmla="*/ 101505 h 101668"/>
                <a:gd name="connsiteX5" fmla="*/ 14697 w 19869"/>
                <a:gd name="connsiteY5" fmla="*/ 98313 h 101668"/>
                <a:gd name="connsiteX6" fmla="*/ 19809 w 19869"/>
                <a:gd name="connsiteY6" fmla="*/ 10853 h 101668"/>
                <a:gd name="connsiteX7" fmla="*/ 10863 w 19869"/>
                <a:gd name="connsiteY7" fmla="*/ 0 h 101668"/>
                <a:gd name="connsiteX8" fmla="*/ 9585 w 19869"/>
                <a:gd name="connsiteY8" fmla="*/ 0 h 101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69" h="101668">
                  <a:moveTo>
                    <a:pt x="9585" y="0"/>
                  </a:moveTo>
                  <a:cubicBezTo>
                    <a:pt x="7029" y="0"/>
                    <a:pt x="4473" y="1277"/>
                    <a:pt x="2556" y="3192"/>
                  </a:cubicBezTo>
                  <a:cubicBezTo>
                    <a:pt x="639" y="5107"/>
                    <a:pt x="0" y="7661"/>
                    <a:pt x="0" y="10214"/>
                  </a:cubicBezTo>
                  <a:cubicBezTo>
                    <a:pt x="639" y="36389"/>
                    <a:pt x="3834" y="92568"/>
                    <a:pt x="5112" y="98313"/>
                  </a:cubicBezTo>
                  <a:cubicBezTo>
                    <a:pt x="5751" y="100867"/>
                    <a:pt x="8946" y="102144"/>
                    <a:pt x="11502" y="101505"/>
                  </a:cubicBezTo>
                  <a:cubicBezTo>
                    <a:pt x="12780" y="100867"/>
                    <a:pt x="14058" y="99590"/>
                    <a:pt x="14697" y="98313"/>
                  </a:cubicBezTo>
                  <a:cubicBezTo>
                    <a:pt x="15975" y="93206"/>
                    <a:pt x="19809" y="28090"/>
                    <a:pt x="19809" y="10853"/>
                  </a:cubicBezTo>
                  <a:cubicBezTo>
                    <a:pt x="20448" y="5107"/>
                    <a:pt x="15975" y="638"/>
                    <a:pt x="10863" y="0"/>
                  </a:cubicBezTo>
                  <a:cubicBezTo>
                    <a:pt x="10224" y="0"/>
                    <a:pt x="9585" y="0"/>
                    <a:pt x="9585" y="0"/>
                  </a:cubicBezTo>
                  <a:close/>
                </a:path>
              </a:pathLst>
            </a:custGeom>
            <a:solidFill>
              <a:srgbClr val="00ABAB"/>
            </a:solidFill>
            <a:ln w="6390" cap="flat">
              <a:noFill/>
              <a:prstDash val="solid"/>
              <a:miter/>
            </a:ln>
          </p:spPr>
          <p:txBody>
            <a:bodyPr rtlCol="0" anchor="ctr"/>
            <a:lstStyle/>
            <a:p>
              <a:endParaRPr lang="en-US"/>
            </a:p>
          </p:txBody>
        </p:sp>
        <p:sp>
          <p:nvSpPr>
            <p:cNvPr id="353" name="Graphic 4">
              <a:extLst>
                <a:ext uri="{FF2B5EF4-FFF2-40B4-BE49-F238E27FC236}">
                  <a16:creationId xmlns:a16="http://schemas.microsoft.com/office/drawing/2014/main" id="{B8D86920-89FD-DF45-83A9-7449F66978EE}"/>
                </a:ext>
              </a:extLst>
            </p:cNvPr>
            <p:cNvSpPr/>
            <p:nvPr/>
          </p:nvSpPr>
          <p:spPr>
            <a:xfrm>
              <a:off x="4216719" y="3094478"/>
              <a:ext cx="20447" cy="20428"/>
            </a:xfrm>
            <a:custGeom>
              <a:avLst/>
              <a:gdLst>
                <a:gd name="connsiteX0" fmla="*/ 10224 w 20447"/>
                <a:gd name="connsiteY0" fmla="*/ 0 h 20428"/>
                <a:gd name="connsiteX1" fmla="*/ 0 w 20447"/>
                <a:gd name="connsiteY1" fmla="*/ 10214 h 20428"/>
                <a:gd name="connsiteX2" fmla="*/ 10224 w 20447"/>
                <a:gd name="connsiteY2" fmla="*/ 20429 h 20428"/>
                <a:gd name="connsiteX3" fmla="*/ 20447 w 20447"/>
                <a:gd name="connsiteY3" fmla="*/ 10214 h 20428"/>
                <a:gd name="connsiteX4" fmla="*/ 20447 w 20447"/>
                <a:gd name="connsiteY4" fmla="*/ 10214 h 20428"/>
                <a:gd name="connsiteX5" fmla="*/ 10224 w 20447"/>
                <a:gd name="connsiteY5" fmla="*/ 0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47" h="20428">
                  <a:moveTo>
                    <a:pt x="10224" y="0"/>
                  </a:moveTo>
                  <a:cubicBezTo>
                    <a:pt x="4473" y="0"/>
                    <a:pt x="0" y="4469"/>
                    <a:pt x="0" y="10214"/>
                  </a:cubicBezTo>
                  <a:cubicBezTo>
                    <a:pt x="0" y="15960"/>
                    <a:pt x="4473" y="20429"/>
                    <a:pt x="10224" y="20429"/>
                  </a:cubicBezTo>
                  <a:cubicBezTo>
                    <a:pt x="15975" y="20429"/>
                    <a:pt x="20447" y="15960"/>
                    <a:pt x="20447" y="10214"/>
                  </a:cubicBezTo>
                  <a:lnTo>
                    <a:pt x="20447" y="10214"/>
                  </a:lnTo>
                  <a:cubicBezTo>
                    <a:pt x="20447" y="4469"/>
                    <a:pt x="15975" y="0"/>
                    <a:pt x="10224" y="0"/>
                  </a:cubicBezTo>
                  <a:close/>
                </a:path>
              </a:pathLst>
            </a:custGeom>
            <a:solidFill>
              <a:srgbClr val="00ABAB"/>
            </a:solidFill>
            <a:ln w="6390" cap="flat">
              <a:noFill/>
              <a:prstDash val="solid"/>
              <a:miter/>
            </a:ln>
          </p:spPr>
          <p:txBody>
            <a:bodyPr rtlCol="0" anchor="ctr"/>
            <a:lstStyle/>
            <a:p>
              <a:endParaRPr lang="en-US"/>
            </a:p>
          </p:txBody>
        </p:sp>
        <p:sp>
          <p:nvSpPr>
            <p:cNvPr id="354" name="Graphic 4">
              <a:extLst>
                <a:ext uri="{FF2B5EF4-FFF2-40B4-BE49-F238E27FC236}">
                  <a16:creationId xmlns:a16="http://schemas.microsoft.com/office/drawing/2014/main" id="{0D792E1D-51E4-2F42-AC3B-1F2878C377F7}"/>
                </a:ext>
              </a:extLst>
            </p:cNvPr>
            <p:cNvSpPr/>
            <p:nvPr/>
          </p:nvSpPr>
          <p:spPr>
            <a:xfrm>
              <a:off x="4045469" y="28557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86264 w 362309"/>
                <a:gd name="connsiteY6" fmla="*/ 151300 h 361971"/>
                <a:gd name="connsiteX7" fmla="*/ 85625 w 362309"/>
                <a:gd name="connsiteY7" fmla="*/ 157684 h 361971"/>
                <a:gd name="connsiteX8" fmla="*/ 70289 w 362309"/>
                <a:gd name="connsiteY8" fmla="*/ 178113 h 361971"/>
                <a:gd name="connsiteX9" fmla="*/ 86264 w 362309"/>
                <a:gd name="connsiteY9" fmla="*/ 198542 h 361971"/>
                <a:gd name="connsiteX10" fmla="*/ 86903 w 362309"/>
                <a:gd name="connsiteY10" fmla="*/ 204926 h 361971"/>
                <a:gd name="connsiteX11" fmla="*/ 75402 w 362309"/>
                <a:gd name="connsiteY11" fmla="*/ 233015 h 361971"/>
                <a:gd name="connsiteX12" fmla="*/ 92654 w 362309"/>
                <a:gd name="connsiteY12" fmla="*/ 243230 h 361971"/>
                <a:gd name="connsiteX13" fmla="*/ 94571 w 362309"/>
                <a:gd name="connsiteY13" fmla="*/ 252167 h 361971"/>
                <a:gd name="connsiteX14" fmla="*/ 88820 w 362309"/>
                <a:gd name="connsiteY14" fmla="*/ 255359 h 361971"/>
                <a:gd name="connsiteX15" fmla="*/ 85625 w 362309"/>
                <a:gd name="connsiteY15" fmla="*/ 254721 h 361971"/>
                <a:gd name="connsiteX16" fmla="*/ 63261 w 362309"/>
                <a:gd name="connsiteY16" fmla="*/ 241314 h 361971"/>
                <a:gd name="connsiteX17" fmla="*/ 60704 w 362309"/>
                <a:gd name="connsiteY17" fmla="*/ 233654 h 361971"/>
                <a:gd name="connsiteX18" fmla="*/ 72845 w 362309"/>
                <a:gd name="connsiteY18" fmla="*/ 203649 h 361971"/>
                <a:gd name="connsiteX19" fmla="*/ 56232 w 362309"/>
                <a:gd name="connsiteY19" fmla="*/ 181944 h 361971"/>
                <a:gd name="connsiteX20" fmla="*/ 56232 w 362309"/>
                <a:gd name="connsiteY20" fmla="*/ 174283 h 361971"/>
                <a:gd name="connsiteX21" fmla="*/ 72845 w 362309"/>
                <a:gd name="connsiteY21" fmla="*/ 152577 h 361971"/>
                <a:gd name="connsiteX22" fmla="*/ 60704 w 362309"/>
                <a:gd name="connsiteY22" fmla="*/ 122572 h 361971"/>
                <a:gd name="connsiteX23" fmla="*/ 63261 w 362309"/>
                <a:gd name="connsiteY23" fmla="*/ 114912 h 361971"/>
                <a:gd name="connsiteX24" fmla="*/ 85625 w 362309"/>
                <a:gd name="connsiteY24" fmla="*/ 101505 h 361971"/>
                <a:gd name="connsiteX25" fmla="*/ 94571 w 362309"/>
                <a:gd name="connsiteY25" fmla="*/ 104059 h 361971"/>
                <a:gd name="connsiteX26" fmla="*/ 92654 w 362309"/>
                <a:gd name="connsiteY26" fmla="*/ 112996 h 361971"/>
                <a:gd name="connsiteX27" fmla="*/ 75402 w 362309"/>
                <a:gd name="connsiteY27" fmla="*/ 123849 h 361971"/>
                <a:gd name="connsiteX28" fmla="*/ 86264 w 362309"/>
                <a:gd name="connsiteY28" fmla="*/ 151300 h 361971"/>
                <a:gd name="connsiteX29" fmla="*/ 129716 w 362309"/>
                <a:gd name="connsiteY29" fmla="*/ 156408 h 361971"/>
                <a:gd name="connsiteX30" fmla="*/ 128438 w 362309"/>
                <a:gd name="connsiteY30" fmla="*/ 164068 h 361971"/>
                <a:gd name="connsiteX31" fmla="*/ 114380 w 362309"/>
                <a:gd name="connsiteY31" fmla="*/ 178113 h 361971"/>
                <a:gd name="connsiteX32" fmla="*/ 128438 w 362309"/>
                <a:gd name="connsiteY32" fmla="*/ 192158 h 361971"/>
                <a:gd name="connsiteX33" fmla="*/ 129716 w 362309"/>
                <a:gd name="connsiteY33" fmla="*/ 199819 h 361971"/>
                <a:gd name="connsiteX34" fmla="*/ 119492 w 362309"/>
                <a:gd name="connsiteY34" fmla="*/ 219609 h 361971"/>
                <a:gd name="connsiteX35" fmla="*/ 135467 w 362309"/>
                <a:gd name="connsiteY35" fmla="*/ 226631 h 361971"/>
                <a:gd name="connsiteX36" fmla="*/ 138662 w 362309"/>
                <a:gd name="connsiteY36" fmla="*/ 234930 h 361971"/>
                <a:gd name="connsiteX37" fmla="*/ 132911 w 362309"/>
                <a:gd name="connsiteY37" fmla="*/ 238761 h 361971"/>
                <a:gd name="connsiteX38" fmla="*/ 130355 w 362309"/>
                <a:gd name="connsiteY38" fmla="*/ 238122 h 361971"/>
                <a:gd name="connsiteX39" fmla="*/ 108629 w 362309"/>
                <a:gd name="connsiteY39" fmla="*/ 227908 h 361971"/>
                <a:gd name="connsiteX40" fmla="*/ 105434 w 362309"/>
                <a:gd name="connsiteY40" fmla="*/ 224078 h 361971"/>
                <a:gd name="connsiteX41" fmla="*/ 106073 w 362309"/>
                <a:gd name="connsiteY41" fmla="*/ 218971 h 361971"/>
                <a:gd name="connsiteX42" fmla="*/ 117575 w 362309"/>
                <a:gd name="connsiteY42" fmla="*/ 197265 h 361971"/>
                <a:gd name="connsiteX43" fmla="*/ 102239 w 362309"/>
                <a:gd name="connsiteY43" fmla="*/ 181944 h 361971"/>
                <a:gd name="connsiteX44" fmla="*/ 102239 w 362309"/>
                <a:gd name="connsiteY44" fmla="*/ 173006 h 361971"/>
                <a:gd name="connsiteX45" fmla="*/ 117575 w 362309"/>
                <a:gd name="connsiteY45" fmla="*/ 157684 h 361971"/>
                <a:gd name="connsiteX46" fmla="*/ 106073 w 362309"/>
                <a:gd name="connsiteY46" fmla="*/ 135979 h 361971"/>
                <a:gd name="connsiteX47" fmla="*/ 105434 w 362309"/>
                <a:gd name="connsiteY47" fmla="*/ 130872 h 361971"/>
                <a:gd name="connsiteX48" fmla="*/ 108629 w 362309"/>
                <a:gd name="connsiteY48" fmla="*/ 127041 h 361971"/>
                <a:gd name="connsiteX49" fmla="*/ 130994 w 362309"/>
                <a:gd name="connsiteY49" fmla="*/ 116827 h 361971"/>
                <a:gd name="connsiteX50" fmla="*/ 139940 w 362309"/>
                <a:gd name="connsiteY50" fmla="*/ 119380 h 361971"/>
                <a:gd name="connsiteX51" fmla="*/ 137384 w 362309"/>
                <a:gd name="connsiteY51" fmla="*/ 128318 h 361971"/>
                <a:gd name="connsiteX52" fmla="*/ 136106 w 362309"/>
                <a:gd name="connsiteY52" fmla="*/ 128956 h 361971"/>
                <a:gd name="connsiteX53" fmla="*/ 120131 w 362309"/>
                <a:gd name="connsiteY53" fmla="*/ 135979 h 361971"/>
                <a:gd name="connsiteX54" fmla="*/ 129716 w 362309"/>
                <a:gd name="connsiteY54" fmla="*/ 156408 h 361971"/>
                <a:gd name="connsiteX55" fmla="*/ 181474 w 362309"/>
                <a:gd name="connsiteY55" fmla="*/ 271319 h 361971"/>
                <a:gd name="connsiteX56" fmla="*/ 158471 w 362309"/>
                <a:gd name="connsiteY56" fmla="*/ 248337 h 361971"/>
                <a:gd name="connsiteX57" fmla="*/ 181474 w 362309"/>
                <a:gd name="connsiteY57" fmla="*/ 225355 h 361971"/>
                <a:gd name="connsiteX58" fmla="*/ 204478 w 362309"/>
                <a:gd name="connsiteY58" fmla="*/ 248337 h 361971"/>
                <a:gd name="connsiteX59" fmla="*/ 204478 w 362309"/>
                <a:gd name="connsiteY59" fmla="*/ 248337 h 361971"/>
                <a:gd name="connsiteX60" fmla="*/ 181474 w 362309"/>
                <a:gd name="connsiteY60" fmla="*/ 271319 h 361971"/>
                <a:gd name="connsiteX61" fmla="*/ 198727 w 362309"/>
                <a:gd name="connsiteY61" fmla="*/ 204287 h 361971"/>
                <a:gd name="connsiteX62" fmla="*/ 177001 w 362309"/>
                <a:gd name="connsiteY62" fmla="*/ 216417 h 361971"/>
                <a:gd name="connsiteX63" fmla="*/ 164861 w 362309"/>
                <a:gd name="connsiteY63" fmla="*/ 204287 h 361971"/>
                <a:gd name="connsiteX64" fmla="*/ 159110 w 362309"/>
                <a:gd name="connsiteY64" fmla="*/ 113635 h 361971"/>
                <a:gd name="connsiteX65" fmla="*/ 165500 w 362309"/>
                <a:gd name="connsiteY65" fmla="*/ 97036 h 361971"/>
                <a:gd name="connsiteX66" fmla="*/ 198088 w 362309"/>
                <a:gd name="connsiteY66" fmla="*/ 96398 h 361971"/>
                <a:gd name="connsiteX67" fmla="*/ 205117 w 362309"/>
                <a:gd name="connsiteY67" fmla="*/ 112996 h 361971"/>
                <a:gd name="connsiteX68" fmla="*/ 198727 w 362309"/>
                <a:gd name="connsiteY68" fmla="*/ 204287 h 361971"/>
                <a:gd name="connsiteX69" fmla="*/ 262627 w 362309"/>
                <a:gd name="connsiteY69" fmla="*/ 182582 h 361971"/>
                <a:gd name="connsiteX70" fmla="*/ 247291 w 362309"/>
                <a:gd name="connsiteY70" fmla="*/ 197903 h 361971"/>
                <a:gd name="connsiteX71" fmla="*/ 258792 w 362309"/>
                <a:gd name="connsiteY71" fmla="*/ 219609 h 361971"/>
                <a:gd name="connsiteX72" fmla="*/ 259432 w 362309"/>
                <a:gd name="connsiteY72" fmla="*/ 224716 h 361971"/>
                <a:gd name="connsiteX73" fmla="*/ 256237 w 362309"/>
                <a:gd name="connsiteY73" fmla="*/ 228546 h 361971"/>
                <a:gd name="connsiteX74" fmla="*/ 233872 w 362309"/>
                <a:gd name="connsiteY74" fmla="*/ 238122 h 361971"/>
                <a:gd name="connsiteX75" fmla="*/ 231316 w 362309"/>
                <a:gd name="connsiteY75" fmla="*/ 238761 h 361971"/>
                <a:gd name="connsiteX76" fmla="*/ 224926 w 362309"/>
                <a:gd name="connsiteY76" fmla="*/ 232377 h 361971"/>
                <a:gd name="connsiteX77" fmla="*/ 228760 w 362309"/>
                <a:gd name="connsiteY77" fmla="*/ 226631 h 361971"/>
                <a:gd name="connsiteX78" fmla="*/ 244735 w 362309"/>
                <a:gd name="connsiteY78" fmla="*/ 219609 h 361971"/>
                <a:gd name="connsiteX79" fmla="*/ 234511 w 362309"/>
                <a:gd name="connsiteY79" fmla="*/ 200457 h 361971"/>
                <a:gd name="connsiteX80" fmla="*/ 235789 w 362309"/>
                <a:gd name="connsiteY80" fmla="*/ 192796 h 361971"/>
                <a:gd name="connsiteX81" fmla="*/ 249847 w 362309"/>
                <a:gd name="connsiteY81" fmla="*/ 178752 h 361971"/>
                <a:gd name="connsiteX82" fmla="*/ 235789 w 362309"/>
                <a:gd name="connsiteY82" fmla="*/ 164707 h 361971"/>
                <a:gd name="connsiteX83" fmla="*/ 234511 w 362309"/>
                <a:gd name="connsiteY83" fmla="*/ 157046 h 361971"/>
                <a:gd name="connsiteX84" fmla="*/ 244735 w 362309"/>
                <a:gd name="connsiteY84" fmla="*/ 137256 h 361971"/>
                <a:gd name="connsiteX85" fmla="*/ 228760 w 362309"/>
                <a:gd name="connsiteY85" fmla="*/ 130233 h 361971"/>
                <a:gd name="connsiteX86" fmla="*/ 224926 w 362309"/>
                <a:gd name="connsiteY86" fmla="*/ 121934 h 361971"/>
                <a:gd name="connsiteX87" fmla="*/ 233233 w 362309"/>
                <a:gd name="connsiteY87" fmla="*/ 118104 h 361971"/>
                <a:gd name="connsiteX88" fmla="*/ 234511 w 362309"/>
                <a:gd name="connsiteY88" fmla="*/ 118742 h 361971"/>
                <a:gd name="connsiteX89" fmla="*/ 256876 w 362309"/>
                <a:gd name="connsiteY89" fmla="*/ 128956 h 361971"/>
                <a:gd name="connsiteX90" fmla="*/ 260071 w 362309"/>
                <a:gd name="connsiteY90" fmla="*/ 132787 h 361971"/>
                <a:gd name="connsiteX91" fmla="*/ 259432 w 362309"/>
                <a:gd name="connsiteY91" fmla="*/ 137894 h 361971"/>
                <a:gd name="connsiteX92" fmla="*/ 247930 w 362309"/>
                <a:gd name="connsiteY92" fmla="*/ 159600 h 361971"/>
                <a:gd name="connsiteX93" fmla="*/ 263266 w 362309"/>
                <a:gd name="connsiteY93" fmla="*/ 174921 h 361971"/>
                <a:gd name="connsiteX94" fmla="*/ 262627 w 362309"/>
                <a:gd name="connsiteY94" fmla="*/ 182582 h 361971"/>
                <a:gd name="connsiteX95" fmla="*/ 262627 w 362309"/>
                <a:gd name="connsiteY95" fmla="*/ 182582 h 361971"/>
                <a:gd name="connsiteX96" fmla="*/ 306717 w 362309"/>
                <a:gd name="connsiteY96" fmla="*/ 181944 h 361971"/>
                <a:gd name="connsiteX97" fmla="*/ 290103 w 362309"/>
                <a:gd name="connsiteY97" fmla="*/ 203649 h 361971"/>
                <a:gd name="connsiteX98" fmla="*/ 302244 w 362309"/>
                <a:gd name="connsiteY98" fmla="*/ 233654 h 361971"/>
                <a:gd name="connsiteX99" fmla="*/ 299688 w 362309"/>
                <a:gd name="connsiteY99" fmla="*/ 241314 h 361971"/>
                <a:gd name="connsiteX100" fmla="*/ 277323 w 362309"/>
                <a:gd name="connsiteY100" fmla="*/ 254082 h 361971"/>
                <a:gd name="connsiteX101" fmla="*/ 274128 w 362309"/>
                <a:gd name="connsiteY101" fmla="*/ 254721 h 361971"/>
                <a:gd name="connsiteX102" fmla="*/ 268377 w 362309"/>
                <a:gd name="connsiteY102" fmla="*/ 251529 h 361971"/>
                <a:gd name="connsiteX103" fmla="*/ 270295 w 362309"/>
                <a:gd name="connsiteY103" fmla="*/ 242591 h 361971"/>
                <a:gd name="connsiteX104" fmla="*/ 287547 w 362309"/>
                <a:gd name="connsiteY104" fmla="*/ 232377 h 361971"/>
                <a:gd name="connsiteX105" fmla="*/ 276045 w 362309"/>
                <a:gd name="connsiteY105" fmla="*/ 204287 h 361971"/>
                <a:gd name="connsiteX106" fmla="*/ 276685 w 362309"/>
                <a:gd name="connsiteY106" fmla="*/ 197903 h 361971"/>
                <a:gd name="connsiteX107" fmla="*/ 292659 w 362309"/>
                <a:gd name="connsiteY107" fmla="*/ 177475 h 361971"/>
                <a:gd name="connsiteX108" fmla="*/ 276685 w 362309"/>
                <a:gd name="connsiteY108" fmla="*/ 157046 h 361971"/>
                <a:gd name="connsiteX109" fmla="*/ 276045 w 362309"/>
                <a:gd name="connsiteY109" fmla="*/ 150662 h 361971"/>
                <a:gd name="connsiteX110" fmla="*/ 287547 w 362309"/>
                <a:gd name="connsiteY110" fmla="*/ 122572 h 361971"/>
                <a:gd name="connsiteX111" fmla="*/ 270295 w 362309"/>
                <a:gd name="connsiteY111" fmla="*/ 112358 h 361971"/>
                <a:gd name="connsiteX112" fmla="*/ 269017 w 362309"/>
                <a:gd name="connsiteY112" fmla="*/ 103420 h 361971"/>
                <a:gd name="connsiteX113" fmla="*/ 276685 w 362309"/>
                <a:gd name="connsiteY113" fmla="*/ 101505 h 361971"/>
                <a:gd name="connsiteX114" fmla="*/ 299049 w 362309"/>
                <a:gd name="connsiteY114" fmla="*/ 114912 h 361971"/>
                <a:gd name="connsiteX115" fmla="*/ 301605 w 362309"/>
                <a:gd name="connsiteY115" fmla="*/ 122572 h 361971"/>
                <a:gd name="connsiteX116" fmla="*/ 289464 w 362309"/>
                <a:gd name="connsiteY116" fmla="*/ 152577 h 361971"/>
                <a:gd name="connsiteX117" fmla="*/ 306078 w 362309"/>
                <a:gd name="connsiteY117" fmla="*/ 174283 h 361971"/>
                <a:gd name="connsiteX118" fmla="*/ 306717 w 362309"/>
                <a:gd name="connsiteY118" fmla="*/ 181944 h 361971"/>
                <a:gd name="connsiteX119" fmla="*/ 306717 w 362309"/>
                <a:gd name="connsiteY119" fmla="*/ 18194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62309" h="361971">
                  <a:moveTo>
                    <a:pt x="181474" y="0"/>
                  </a:moveTo>
                  <a:cubicBezTo>
                    <a:pt x="81152" y="0"/>
                    <a:pt x="0" y="81076"/>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lose/>
                  <a:moveTo>
                    <a:pt x="86264" y="151300"/>
                  </a:moveTo>
                  <a:cubicBezTo>
                    <a:pt x="86903" y="153216"/>
                    <a:pt x="86903" y="155769"/>
                    <a:pt x="85625" y="157684"/>
                  </a:cubicBezTo>
                  <a:lnTo>
                    <a:pt x="70289" y="178113"/>
                  </a:lnTo>
                  <a:lnTo>
                    <a:pt x="86264" y="198542"/>
                  </a:lnTo>
                  <a:cubicBezTo>
                    <a:pt x="87542" y="200457"/>
                    <a:pt x="88181" y="203011"/>
                    <a:pt x="86903" y="204926"/>
                  </a:cubicBezTo>
                  <a:lnTo>
                    <a:pt x="75402" y="233015"/>
                  </a:lnTo>
                  <a:lnTo>
                    <a:pt x="92654" y="243230"/>
                  </a:lnTo>
                  <a:cubicBezTo>
                    <a:pt x="95849" y="245145"/>
                    <a:pt x="96488" y="248975"/>
                    <a:pt x="94571" y="252167"/>
                  </a:cubicBezTo>
                  <a:cubicBezTo>
                    <a:pt x="93293" y="254082"/>
                    <a:pt x="91376" y="255359"/>
                    <a:pt x="88820" y="255359"/>
                  </a:cubicBezTo>
                  <a:cubicBezTo>
                    <a:pt x="87542" y="255359"/>
                    <a:pt x="86264" y="255359"/>
                    <a:pt x="85625" y="254721"/>
                  </a:cubicBezTo>
                  <a:lnTo>
                    <a:pt x="63261" y="241314"/>
                  </a:lnTo>
                  <a:cubicBezTo>
                    <a:pt x="60704" y="239399"/>
                    <a:pt x="59427" y="236207"/>
                    <a:pt x="60704" y="233654"/>
                  </a:cubicBezTo>
                  <a:lnTo>
                    <a:pt x="72845" y="203649"/>
                  </a:lnTo>
                  <a:lnTo>
                    <a:pt x="56232" y="181944"/>
                  </a:lnTo>
                  <a:cubicBezTo>
                    <a:pt x="54314" y="179390"/>
                    <a:pt x="54314" y="176198"/>
                    <a:pt x="56232" y="174283"/>
                  </a:cubicBezTo>
                  <a:lnTo>
                    <a:pt x="72845" y="152577"/>
                  </a:lnTo>
                  <a:lnTo>
                    <a:pt x="60704" y="122572"/>
                  </a:lnTo>
                  <a:cubicBezTo>
                    <a:pt x="59427" y="119380"/>
                    <a:pt x="60704" y="116188"/>
                    <a:pt x="63261" y="114912"/>
                  </a:cubicBezTo>
                  <a:lnTo>
                    <a:pt x="85625" y="101505"/>
                  </a:lnTo>
                  <a:cubicBezTo>
                    <a:pt x="88820" y="99590"/>
                    <a:pt x="92654" y="100867"/>
                    <a:pt x="94571" y="104059"/>
                  </a:cubicBezTo>
                  <a:cubicBezTo>
                    <a:pt x="96488" y="107251"/>
                    <a:pt x="95210" y="111081"/>
                    <a:pt x="92654" y="112996"/>
                  </a:cubicBezTo>
                  <a:lnTo>
                    <a:pt x="75402" y="123849"/>
                  </a:lnTo>
                  <a:lnTo>
                    <a:pt x="86264" y="151300"/>
                  </a:lnTo>
                  <a:close/>
                  <a:moveTo>
                    <a:pt x="129716" y="156408"/>
                  </a:moveTo>
                  <a:cubicBezTo>
                    <a:pt x="130994" y="158961"/>
                    <a:pt x="130355" y="162153"/>
                    <a:pt x="128438" y="164068"/>
                  </a:cubicBezTo>
                  <a:lnTo>
                    <a:pt x="114380" y="178113"/>
                  </a:lnTo>
                  <a:lnTo>
                    <a:pt x="128438" y="192158"/>
                  </a:lnTo>
                  <a:cubicBezTo>
                    <a:pt x="130355" y="194073"/>
                    <a:pt x="130994" y="197265"/>
                    <a:pt x="129716" y="199819"/>
                  </a:cubicBezTo>
                  <a:lnTo>
                    <a:pt x="119492" y="219609"/>
                  </a:lnTo>
                  <a:lnTo>
                    <a:pt x="135467" y="226631"/>
                  </a:lnTo>
                  <a:cubicBezTo>
                    <a:pt x="138662" y="227908"/>
                    <a:pt x="139940" y="231738"/>
                    <a:pt x="138662" y="234930"/>
                  </a:cubicBezTo>
                  <a:cubicBezTo>
                    <a:pt x="137384" y="237484"/>
                    <a:pt x="135467" y="238761"/>
                    <a:pt x="132911" y="238761"/>
                  </a:cubicBezTo>
                  <a:cubicBezTo>
                    <a:pt x="132272" y="238761"/>
                    <a:pt x="130994" y="238761"/>
                    <a:pt x="130355" y="238122"/>
                  </a:cubicBezTo>
                  <a:lnTo>
                    <a:pt x="108629" y="227908"/>
                  </a:lnTo>
                  <a:cubicBezTo>
                    <a:pt x="106712" y="227270"/>
                    <a:pt x="106073" y="225993"/>
                    <a:pt x="105434" y="224078"/>
                  </a:cubicBezTo>
                  <a:cubicBezTo>
                    <a:pt x="104795" y="222163"/>
                    <a:pt x="104795" y="220886"/>
                    <a:pt x="106073" y="218971"/>
                  </a:cubicBezTo>
                  <a:lnTo>
                    <a:pt x="117575" y="197265"/>
                  </a:lnTo>
                  <a:lnTo>
                    <a:pt x="102239" y="181944"/>
                  </a:lnTo>
                  <a:cubicBezTo>
                    <a:pt x="99683" y="179390"/>
                    <a:pt x="99683" y="175560"/>
                    <a:pt x="102239" y="173006"/>
                  </a:cubicBezTo>
                  <a:lnTo>
                    <a:pt x="117575" y="157684"/>
                  </a:lnTo>
                  <a:lnTo>
                    <a:pt x="106073" y="135979"/>
                  </a:lnTo>
                  <a:cubicBezTo>
                    <a:pt x="105434" y="134702"/>
                    <a:pt x="105434" y="132787"/>
                    <a:pt x="105434" y="130872"/>
                  </a:cubicBezTo>
                  <a:cubicBezTo>
                    <a:pt x="106073" y="128956"/>
                    <a:pt x="107351" y="127680"/>
                    <a:pt x="108629" y="127041"/>
                  </a:cubicBezTo>
                  <a:lnTo>
                    <a:pt x="130994" y="116827"/>
                  </a:lnTo>
                  <a:cubicBezTo>
                    <a:pt x="134189" y="114912"/>
                    <a:pt x="138023" y="116188"/>
                    <a:pt x="139940" y="119380"/>
                  </a:cubicBezTo>
                  <a:cubicBezTo>
                    <a:pt x="141857" y="122572"/>
                    <a:pt x="140579" y="126403"/>
                    <a:pt x="137384" y="128318"/>
                  </a:cubicBezTo>
                  <a:cubicBezTo>
                    <a:pt x="136745" y="128318"/>
                    <a:pt x="136745" y="128956"/>
                    <a:pt x="136106" y="128956"/>
                  </a:cubicBezTo>
                  <a:lnTo>
                    <a:pt x="120131" y="135979"/>
                  </a:lnTo>
                  <a:lnTo>
                    <a:pt x="129716" y="156408"/>
                  </a:lnTo>
                  <a:close/>
                  <a:moveTo>
                    <a:pt x="181474" y="271319"/>
                  </a:moveTo>
                  <a:cubicBezTo>
                    <a:pt x="168695" y="271319"/>
                    <a:pt x="158471" y="261105"/>
                    <a:pt x="158471" y="248337"/>
                  </a:cubicBezTo>
                  <a:cubicBezTo>
                    <a:pt x="158471" y="235569"/>
                    <a:pt x="168695" y="225355"/>
                    <a:pt x="181474" y="225355"/>
                  </a:cubicBezTo>
                  <a:cubicBezTo>
                    <a:pt x="194254" y="225355"/>
                    <a:pt x="204478" y="235569"/>
                    <a:pt x="204478" y="248337"/>
                  </a:cubicBezTo>
                  <a:lnTo>
                    <a:pt x="204478" y="248337"/>
                  </a:lnTo>
                  <a:cubicBezTo>
                    <a:pt x="204478" y="261105"/>
                    <a:pt x="194254" y="271319"/>
                    <a:pt x="181474" y="271319"/>
                  </a:cubicBezTo>
                  <a:close/>
                  <a:moveTo>
                    <a:pt x="198727" y="204287"/>
                  </a:moveTo>
                  <a:cubicBezTo>
                    <a:pt x="196171" y="213863"/>
                    <a:pt x="185947" y="218971"/>
                    <a:pt x="177001" y="216417"/>
                  </a:cubicBezTo>
                  <a:cubicBezTo>
                    <a:pt x="171251" y="214502"/>
                    <a:pt x="166778" y="210033"/>
                    <a:pt x="164861" y="204287"/>
                  </a:cubicBezTo>
                  <a:cubicBezTo>
                    <a:pt x="162943" y="197903"/>
                    <a:pt x="159748" y="130233"/>
                    <a:pt x="159110" y="113635"/>
                  </a:cubicBezTo>
                  <a:cubicBezTo>
                    <a:pt x="159110" y="107251"/>
                    <a:pt x="161027" y="101505"/>
                    <a:pt x="165500" y="97036"/>
                  </a:cubicBezTo>
                  <a:cubicBezTo>
                    <a:pt x="174446" y="88099"/>
                    <a:pt x="188503" y="88099"/>
                    <a:pt x="198088" y="96398"/>
                  </a:cubicBezTo>
                  <a:cubicBezTo>
                    <a:pt x="202561" y="100867"/>
                    <a:pt x="205117" y="106612"/>
                    <a:pt x="205117" y="112996"/>
                  </a:cubicBezTo>
                  <a:cubicBezTo>
                    <a:pt x="204478" y="128318"/>
                    <a:pt x="200644" y="197903"/>
                    <a:pt x="198727" y="204287"/>
                  </a:cubicBezTo>
                  <a:close/>
                  <a:moveTo>
                    <a:pt x="262627" y="182582"/>
                  </a:moveTo>
                  <a:lnTo>
                    <a:pt x="247291" y="197903"/>
                  </a:lnTo>
                  <a:lnTo>
                    <a:pt x="258792" y="219609"/>
                  </a:lnTo>
                  <a:cubicBezTo>
                    <a:pt x="259432" y="220886"/>
                    <a:pt x="259432" y="222801"/>
                    <a:pt x="259432" y="224716"/>
                  </a:cubicBezTo>
                  <a:cubicBezTo>
                    <a:pt x="258792" y="226631"/>
                    <a:pt x="257515" y="227908"/>
                    <a:pt x="256237" y="228546"/>
                  </a:cubicBezTo>
                  <a:lnTo>
                    <a:pt x="233872" y="238122"/>
                  </a:lnTo>
                  <a:cubicBezTo>
                    <a:pt x="233233" y="238761"/>
                    <a:pt x="231955" y="238761"/>
                    <a:pt x="231316" y="238761"/>
                  </a:cubicBezTo>
                  <a:cubicBezTo>
                    <a:pt x="227482" y="238761"/>
                    <a:pt x="224926" y="235569"/>
                    <a:pt x="224926" y="232377"/>
                  </a:cubicBezTo>
                  <a:cubicBezTo>
                    <a:pt x="224926" y="229823"/>
                    <a:pt x="226204" y="227908"/>
                    <a:pt x="228760" y="226631"/>
                  </a:cubicBezTo>
                  <a:lnTo>
                    <a:pt x="244735" y="219609"/>
                  </a:lnTo>
                  <a:lnTo>
                    <a:pt x="234511" y="200457"/>
                  </a:lnTo>
                  <a:cubicBezTo>
                    <a:pt x="233233" y="197903"/>
                    <a:pt x="233872" y="194711"/>
                    <a:pt x="235789" y="192796"/>
                  </a:cubicBezTo>
                  <a:lnTo>
                    <a:pt x="249847" y="178752"/>
                  </a:lnTo>
                  <a:lnTo>
                    <a:pt x="235789" y="164707"/>
                  </a:lnTo>
                  <a:cubicBezTo>
                    <a:pt x="233872" y="162792"/>
                    <a:pt x="233233" y="159600"/>
                    <a:pt x="234511" y="157046"/>
                  </a:cubicBezTo>
                  <a:lnTo>
                    <a:pt x="244735" y="137256"/>
                  </a:lnTo>
                  <a:lnTo>
                    <a:pt x="228760" y="130233"/>
                  </a:lnTo>
                  <a:cubicBezTo>
                    <a:pt x="225565" y="128956"/>
                    <a:pt x="223648" y="125126"/>
                    <a:pt x="224926" y="121934"/>
                  </a:cubicBezTo>
                  <a:cubicBezTo>
                    <a:pt x="226204" y="118742"/>
                    <a:pt x="230038" y="116827"/>
                    <a:pt x="233233" y="118104"/>
                  </a:cubicBezTo>
                  <a:cubicBezTo>
                    <a:pt x="233872" y="118104"/>
                    <a:pt x="233872" y="118104"/>
                    <a:pt x="234511" y="118742"/>
                  </a:cubicBezTo>
                  <a:lnTo>
                    <a:pt x="256876" y="128956"/>
                  </a:lnTo>
                  <a:cubicBezTo>
                    <a:pt x="258792" y="129595"/>
                    <a:pt x="259432" y="130872"/>
                    <a:pt x="260071" y="132787"/>
                  </a:cubicBezTo>
                  <a:cubicBezTo>
                    <a:pt x="260710" y="134702"/>
                    <a:pt x="260710" y="135979"/>
                    <a:pt x="259432" y="137894"/>
                  </a:cubicBezTo>
                  <a:lnTo>
                    <a:pt x="247930" y="159600"/>
                  </a:lnTo>
                  <a:lnTo>
                    <a:pt x="263266" y="174921"/>
                  </a:lnTo>
                  <a:cubicBezTo>
                    <a:pt x="264544" y="176198"/>
                    <a:pt x="264544" y="180028"/>
                    <a:pt x="262627" y="182582"/>
                  </a:cubicBezTo>
                  <a:lnTo>
                    <a:pt x="262627" y="182582"/>
                  </a:lnTo>
                  <a:close/>
                  <a:moveTo>
                    <a:pt x="306717" y="181944"/>
                  </a:moveTo>
                  <a:lnTo>
                    <a:pt x="290103" y="203649"/>
                  </a:lnTo>
                  <a:lnTo>
                    <a:pt x="302244" y="233654"/>
                  </a:lnTo>
                  <a:cubicBezTo>
                    <a:pt x="303522" y="236846"/>
                    <a:pt x="302244" y="240038"/>
                    <a:pt x="299688" y="241314"/>
                  </a:cubicBezTo>
                  <a:lnTo>
                    <a:pt x="277323" y="254082"/>
                  </a:lnTo>
                  <a:cubicBezTo>
                    <a:pt x="276045" y="254721"/>
                    <a:pt x="275407" y="254721"/>
                    <a:pt x="274128" y="254721"/>
                  </a:cubicBezTo>
                  <a:cubicBezTo>
                    <a:pt x="271572" y="254721"/>
                    <a:pt x="269655" y="253444"/>
                    <a:pt x="268377" y="251529"/>
                  </a:cubicBezTo>
                  <a:cubicBezTo>
                    <a:pt x="266460" y="248337"/>
                    <a:pt x="267739" y="244506"/>
                    <a:pt x="270295" y="242591"/>
                  </a:cubicBezTo>
                  <a:lnTo>
                    <a:pt x="287547" y="232377"/>
                  </a:lnTo>
                  <a:lnTo>
                    <a:pt x="276045" y="204287"/>
                  </a:lnTo>
                  <a:cubicBezTo>
                    <a:pt x="275407" y="202372"/>
                    <a:pt x="275407" y="199819"/>
                    <a:pt x="276685" y="197903"/>
                  </a:cubicBezTo>
                  <a:lnTo>
                    <a:pt x="292659" y="177475"/>
                  </a:lnTo>
                  <a:lnTo>
                    <a:pt x="276685" y="157046"/>
                  </a:lnTo>
                  <a:cubicBezTo>
                    <a:pt x="275407" y="155131"/>
                    <a:pt x="274767" y="152577"/>
                    <a:pt x="276045" y="150662"/>
                  </a:cubicBezTo>
                  <a:lnTo>
                    <a:pt x="287547" y="122572"/>
                  </a:lnTo>
                  <a:lnTo>
                    <a:pt x="270295" y="112358"/>
                  </a:lnTo>
                  <a:cubicBezTo>
                    <a:pt x="267739" y="110443"/>
                    <a:pt x="267100" y="105974"/>
                    <a:pt x="269017" y="103420"/>
                  </a:cubicBezTo>
                  <a:cubicBezTo>
                    <a:pt x="270934" y="100867"/>
                    <a:pt x="274128" y="100228"/>
                    <a:pt x="276685" y="101505"/>
                  </a:cubicBezTo>
                  <a:lnTo>
                    <a:pt x="299049" y="114912"/>
                  </a:lnTo>
                  <a:cubicBezTo>
                    <a:pt x="301605" y="116827"/>
                    <a:pt x="302883" y="120019"/>
                    <a:pt x="301605" y="122572"/>
                  </a:cubicBezTo>
                  <a:lnTo>
                    <a:pt x="289464" y="152577"/>
                  </a:lnTo>
                  <a:lnTo>
                    <a:pt x="306078" y="174283"/>
                  </a:lnTo>
                  <a:cubicBezTo>
                    <a:pt x="308634" y="176198"/>
                    <a:pt x="308634" y="179390"/>
                    <a:pt x="306717" y="181944"/>
                  </a:cubicBezTo>
                  <a:lnTo>
                    <a:pt x="306717" y="181944"/>
                  </a:lnTo>
                  <a:close/>
                </a:path>
              </a:pathLst>
            </a:custGeom>
            <a:solidFill>
              <a:srgbClr val="00ABAB"/>
            </a:solidFill>
            <a:ln w="6390" cap="flat">
              <a:noFill/>
              <a:prstDash val="solid"/>
              <a:miter/>
            </a:ln>
          </p:spPr>
          <p:txBody>
            <a:bodyPr rtlCol="0" anchor="ctr"/>
            <a:lstStyle/>
            <a:p>
              <a:endParaRPr lang="en-US"/>
            </a:p>
          </p:txBody>
        </p:sp>
      </p:grpSp>
      <p:grpSp>
        <p:nvGrpSpPr>
          <p:cNvPr id="355" name="Graphic 4">
            <a:extLst>
              <a:ext uri="{FF2B5EF4-FFF2-40B4-BE49-F238E27FC236}">
                <a16:creationId xmlns:a16="http://schemas.microsoft.com/office/drawing/2014/main" id="{C481F753-CC1E-7544-8C71-8FC1D704282F}"/>
              </a:ext>
            </a:extLst>
          </p:cNvPr>
          <p:cNvGrpSpPr/>
          <p:nvPr/>
        </p:nvGrpSpPr>
        <p:grpSpPr>
          <a:xfrm>
            <a:off x="4045469" y="2371173"/>
            <a:ext cx="362309" cy="361971"/>
            <a:chOff x="4045469" y="2371173"/>
            <a:chExt cx="362309" cy="361971"/>
          </a:xfrm>
          <a:solidFill>
            <a:srgbClr val="00ABAB"/>
          </a:solidFill>
        </p:grpSpPr>
        <p:sp>
          <p:nvSpPr>
            <p:cNvPr id="356" name="Graphic 4">
              <a:extLst>
                <a:ext uri="{FF2B5EF4-FFF2-40B4-BE49-F238E27FC236}">
                  <a16:creationId xmlns:a16="http://schemas.microsoft.com/office/drawing/2014/main" id="{087B0E66-2DE0-9743-B1DA-8359FC98C54F}"/>
                </a:ext>
              </a:extLst>
            </p:cNvPr>
            <p:cNvSpPr/>
            <p:nvPr/>
          </p:nvSpPr>
          <p:spPr>
            <a:xfrm>
              <a:off x="4146430" y="2493107"/>
              <a:ext cx="161026" cy="128956"/>
            </a:xfrm>
            <a:custGeom>
              <a:avLst/>
              <a:gdLst>
                <a:gd name="connsiteX0" fmla="*/ 0 w 161026"/>
                <a:gd name="connsiteY0" fmla="*/ 128957 h 128956"/>
                <a:gd name="connsiteX1" fmla="*/ 161026 w 161026"/>
                <a:gd name="connsiteY1" fmla="*/ 128318 h 128956"/>
                <a:gd name="connsiteX2" fmla="*/ 80513 w 161026"/>
                <a:gd name="connsiteY2" fmla="*/ 0 h 128956"/>
                <a:gd name="connsiteX3" fmla="*/ 0 w 161026"/>
                <a:gd name="connsiteY3" fmla="*/ 128957 h 128956"/>
                <a:gd name="connsiteX4" fmla="*/ 86903 w 161026"/>
                <a:gd name="connsiteY4" fmla="*/ 112997 h 128956"/>
                <a:gd name="connsiteX5" fmla="*/ 80513 w 161026"/>
                <a:gd name="connsiteY5" fmla="*/ 119381 h 128956"/>
                <a:gd name="connsiteX6" fmla="*/ 74123 w 161026"/>
                <a:gd name="connsiteY6" fmla="*/ 112997 h 128956"/>
                <a:gd name="connsiteX7" fmla="*/ 74123 w 161026"/>
                <a:gd name="connsiteY7" fmla="*/ 105974 h 128956"/>
                <a:gd name="connsiteX8" fmla="*/ 80513 w 161026"/>
                <a:gd name="connsiteY8" fmla="*/ 99590 h 128956"/>
                <a:gd name="connsiteX9" fmla="*/ 86903 w 161026"/>
                <a:gd name="connsiteY9" fmla="*/ 105974 h 128956"/>
                <a:gd name="connsiteX10" fmla="*/ 86903 w 161026"/>
                <a:gd name="connsiteY10" fmla="*/ 112997 h 128956"/>
                <a:gd name="connsiteX11" fmla="*/ 86903 w 161026"/>
                <a:gd name="connsiteY11" fmla="*/ 37027 h 128956"/>
                <a:gd name="connsiteX12" fmla="*/ 86903 w 161026"/>
                <a:gd name="connsiteY12" fmla="*/ 87461 h 128956"/>
                <a:gd name="connsiteX13" fmla="*/ 80513 w 161026"/>
                <a:gd name="connsiteY13" fmla="*/ 93845 h 128956"/>
                <a:gd name="connsiteX14" fmla="*/ 74123 w 161026"/>
                <a:gd name="connsiteY14" fmla="*/ 87461 h 128956"/>
                <a:gd name="connsiteX15" fmla="*/ 74123 w 161026"/>
                <a:gd name="connsiteY15" fmla="*/ 37027 h 128956"/>
                <a:gd name="connsiteX16" fmla="*/ 80513 w 161026"/>
                <a:gd name="connsiteY16" fmla="*/ 30643 h 128956"/>
                <a:gd name="connsiteX17" fmla="*/ 86903 w 161026"/>
                <a:gd name="connsiteY17" fmla="*/ 37027 h 128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1026" h="128956">
                  <a:moveTo>
                    <a:pt x="0" y="128957"/>
                  </a:moveTo>
                  <a:lnTo>
                    <a:pt x="161026" y="128318"/>
                  </a:lnTo>
                  <a:lnTo>
                    <a:pt x="80513" y="0"/>
                  </a:lnTo>
                  <a:lnTo>
                    <a:pt x="0" y="128957"/>
                  </a:lnTo>
                  <a:close/>
                  <a:moveTo>
                    <a:pt x="86903" y="112997"/>
                  </a:moveTo>
                  <a:cubicBezTo>
                    <a:pt x="86903" y="116827"/>
                    <a:pt x="84347" y="119381"/>
                    <a:pt x="80513" y="119381"/>
                  </a:cubicBezTo>
                  <a:cubicBezTo>
                    <a:pt x="76679" y="119381"/>
                    <a:pt x="74123" y="116827"/>
                    <a:pt x="74123" y="112997"/>
                  </a:cubicBezTo>
                  <a:lnTo>
                    <a:pt x="74123" y="105974"/>
                  </a:lnTo>
                  <a:cubicBezTo>
                    <a:pt x="74123" y="102144"/>
                    <a:pt x="76679" y="99590"/>
                    <a:pt x="80513" y="99590"/>
                  </a:cubicBezTo>
                  <a:cubicBezTo>
                    <a:pt x="84347" y="99590"/>
                    <a:pt x="86903" y="102144"/>
                    <a:pt x="86903" y="105974"/>
                  </a:cubicBezTo>
                  <a:lnTo>
                    <a:pt x="86903" y="112997"/>
                  </a:lnTo>
                  <a:close/>
                  <a:moveTo>
                    <a:pt x="86903" y="37027"/>
                  </a:moveTo>
                  <a:lnTo>
                    <a:pt x="86903" y="87461"/>
                  </a:lnTo>
                  <a:cubicBezTo>
                    <a:pt x="86903" y="91291"/>
                    <a:pt x="84347" y="93845"/>
                    <a:pt x="80513" y="93845"/>
                  </a:cubicBezTo>
                  <a:cubicBezTo>
                    <a:pt x="76679" y="93845"/>
                    <a:pt x="74123" y="91291"/>
                    <a:pt x="74123" y="87461"/>
                  </a:cubicBezTo>
                  <a:lnTo>
                    <a:pt x="74123" y="37027"/>
                  </a:lnTo>
                  <a:cubicBezTo>
                    <a:pt x="74123" y="33197"/>
                    <a:pt x="76679" y="30643"/>
                    <a:pt x="80513" y="30643"/>
                  </a:cubicBezTo>
                  <a:cubicBezTo>
                    <a:pt x="84347" y="30643"/>
                    <a:pt x="86903" y="33835"/>
                    <a:pt x="86903" y="37027"/>
                  </a:cubicBezTo>
                  <a:close/>
                </a:path>
              </a:pathLst>
            </a:custGeom>
            <a:solidFill>
              <a:srgbClr val="00ABAB"/>
            </a:solidFill>
            <a:ln w="6390" cap="flat">
              <a:noFill/>
              <a:prstDash val="solid"/>
              <a:miter/>
            </a:ln>
          </p:spPr>
          <p:txBody>
            <a:bodyPr rtlCol="0" anchor="ctr"/>
            <a:lstStyle/>
            <a:p>
              <a:endParaRPr lang="en-US"/>
            </a:p>
          </p:txBody>
        </p:sp>
        <p:sp>
          <p:nvSpPr>
            <p:cNvPr id="357" name="Graphic 4">
              <a:extLst>
                <a:ext uri="{FF2B5EF4-FFF2-40B4-BE49-F238E27FC236}">
                  <a16:creationId xmlns:a16="http://schemas.microsoft.com/office/drawing/2014/main" id="{66A9C917-AC63-514A-A4B6-CB6089E0DA6C}"/>
                </a:ext>
              </a:extLst>
            </p:cNvPr>
            <p:cNvSpPr/>
            <p:nvPr/>
          </p:nvSpPr>
          <p:spPr>
            <a:xfrm>
              <a:off x="4045469" y="237117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61349 w 362309"/>
                <a:gd name="connsiteY6" fmla="*/ 128957 h 361971"/>
                <a:gd name="connsiteX7" fmla="*/ 261349 w 362309"/>
                <a:gd name="connsiteY7" fmla="*/ 120019 h 361971"/>
                <a:gd name="connsiteX8" fmla="*/ 261349 w 362309"/>
                <a:gd name="connsiteY8" fmla="*/ 120019 h 361971"/>
                <a:gd name="connsiteX9" fmla="*/ 270295 w 362309"/>
                <a:gd name="connsiteY9" fmla="*/ 120019 h 361971"/>
                <a:gd name="connsiteX10" fmla="*/ 270295 w 362309"/>
                <a:gd name="connsiteY10" fmla="*/ 192158 h 361971"/>
                <a:gd name="connsiteX11" fmla="*/ 270295 w 362309"/>
                <a:gd name="connsiteY11" fmla="*/ 192158 h 361971"/>
                <a:gd name="connsiteX12" fmla="*/ 261349 w 362309"/>
                <a:gd name="connsiteY12" fmla="*/ 192158 h 361971"/>
                <a:gd name="connsiteX13" fmla="*/ 261349 w 362309"/>
                <a:gd name="connsiteY13" fmla="*/ 183220 h 361971"/>
                <a:gd name="connsiteX14" fmla="*/ 261349 w 362309"/>
                <a:gd name="connsiteY14" fmla="*/ 128957 h 361971"/>
                <a:gd name="connsiteX15" fmla="*/ 261349 w 362309"/>
                <a:gd name="connsiteY15" fmla="*/ 128957 h 361971"/>
                <a:gd name="connsiteX16" fmla="*/ 261349 w 362309"/>
                <a:gd name="connsiteY16" fmla="*/ 128957 h 361971"/>
                <a:gd name="connsiteX17" fmla="*/ 242179 w 362309"/>
                <a:gd name="connsiteY17" fmla="*/ 149385 h 361971"/>
                <a:gd name="connsiteX18" fmla="*/ 241540 w 362309"/>
                <a:gd name="connsiteY18" fmla="*/ 140448 h 361971"/>
                <a:gd name="connsiteX19" fmla="*/ 250486 w 362309"/>
                <a:gd name="connsiteY19" fmla="*/ 139809 h 361971"/>
                <a:gd name="connsiteX20" fmla="*/ 250486 w 362309"/>
                <a:gd name="connsiteY20" fmla="*/ 139809 h 361971"/>
                <a:gd name="connsiteX21" fmla="*/ 252403 w 362309"/>
                <a:gd name="connsiteY21" fmla="*/ 171091 h 361971"/>
                <a:gd name="connsiteX22" fmla="*/ 250486 w 362309"/>
                <a:gd name="connsiteY22" fmla="*/ 173006 h 361971"/>
                <a:gd name="connsiteX23" fmla="*/ 246013 w 362309"/>
                <a:gd name="connsiteY23" fmla="*/ 174921 h 361971"/>
                <a:gd name="connsiteX24" fmla="*/ 239623 w 362309"/>
                <a:gd name="connsiteY24" fmla="*/ 168537 h 361971"/>
                <a:gd name="connsiteX25" fmla="*/ 241540 w 362309"/>
                <a:gd name="connsiteY25" fmla="*/ 164068 h 361971"/>
                <a:gd name="connsiteX26" fmla="*/ 244735 w 362309"/>
                <a:gd name="connsiteY26" fmla="*/ 157046 h 361971"/>
                <a:gd name="connsiteX27" fmla="*/ 242179 w 362309"/>
                <a:gd name="connsiteY27" fmla="*/ 149385 h 361971"/>
                <a:gd name="connsiteX28" fmla="*/ 111824 w 362309"/>
                <a:gd name="connsiteY28" fmla="*/ 139809 h 361971"/>
                <a:gd name="connsiteX29" fmla="*/ 120770 w 362309"/>
                <a:gd name="connsiteY29" fmla="*/ 140448 h 361971"/>
                <a:gd name="connsiteX30" fmla="*/ 120770 w 362309"/>
                <a:gd name="connsiteY30" fmla="*/ 140448 h 361971"/>
                <a:gd name="connsiteX31" fmla="*/ 120131 w 362309"/>
                <a:gd name="connsiteY31" fmla="*/ 149385 h 361971"/>
                <a:gd name="connsiteX32" fmla="*/ 116936 w 362309"/>
                <a:gd name="connsiteY32" fmla="*/ 156408 h 361971"/>
                <a:gd name="connsiteX33" fmla="*/ 120131 w 362309"/>
                <a:gd name="connsiteY33" fmla="*/ 163430 h 361971"/>
                <a:gd name="connsiteX34" fmla="*/ 120770 w 362309"/>
                <a:gd name="connsiteY34" fmla="*/ 172368 h 361971"/>
                <a:gd name="connsiteX35" fmla="*/ 111824 w 362309"/>
                <a:gd name="connsiteY35" fmla="*/ 173006 h 361971"/>
                <a:gd name="connsiteX36" fmla="*/ 109907 w 362309"/>
                <a:gd name="connsiteY36" fmla="*/ 141724 h 361971"/>
                <a:gd name="connsiteX37" fmla="*/ 111824 w 362309"/>
                <a:gd name="connsiteY37" fmla="*/ 139809 h 361971"/>
                <a:gd name="connsiteX38" fmla="*/ 111824 w 362309"/>
                <a:gd name="connsiteY38" fmla="*/ 139809 h 361971"/>
                <a:gd name="connsiteX39" fmla="*/ 101600 w 362309"/>
                <a:gd name="connsiteY39" fmla="*/ 120019 h 361971"/>
                <a:gd name="connsiteX40" fmla="*/ 101600 w 362309"/>
                <a:gd name="connsiteY40" fmla="*/ 128957 h 361971"/>
                <a:gd name="connsiteX41" fmla="*/ 101600 w 362309"/>
                <a:gd name="connsiteY41" fmla="*/ 128957 h 361971"/>
                <a:gd name="connsiteX42" fmla="*/ 101600 w 362309"/>
                <a:gd name="connsiteY42" fmla="*/ 183220 h 361971"/>
                <a:gd name="connsiteX43" fmla="*/ 101600 w 362309"/>
                <a:gd name="connsiteY43" fmla="*/ 183220 h 361971"/>
                <a:gd name="connsiteX44" fmla="*/ 101600 w 362309"/>
                <a:gd name="connsiteY44" fmla="*/ 192158 h 361971"/>
                <a:gd name="connsiteX45" fmla="*/ 92654 w 362309"/>
                <a:gd name="connsiteY45" fmla="*/ 192158 h 361971"/>
                <a:gd name="connsiteX46" fmla="*/ 92654 w 362309"/>
                <a:gd name="connsiteY46" fmla="*/ 192158 h 361971"/>
                <a:gd name="connsiteX47" fmla="*/ 92654 w 362309"/>
                <a:gd name="connsiteY47" fmla="*/ 120019 h 361971"/>
                <a:gd name="connsiteX48" fmla="*/ 92654 w 362309"/>
                <a:gd name="connsiteY48" fmla="*/ 120019 h 361971"/>
                <a:gd name="connsiteX49" fmla="*/ 101600 w 362309"/>
                <a:gd name="connsiteY49" fmla="*/ 120019 h 361971"/>
                <a:gd name="connsiteX50" fmla="*/ 82430 w 362309"/>
                <a:gd name="connsiteY50" fmla="*/ 212587 h 361971"/>
                <a:gd name="connsiteX51" fmla="*/ 73484 w 362309"/>
                <a:gd name="connsiteY51" fmla="*/ 212587 h 361971"/>
                <a:gd name="connsiteX52" fmla="*/ 73484 w 362309"/>
                <a:gd name="connsiteY52" fmla="*/ 212587 h 361971"/>
                <a:gd name="connsiteX53" fmla="*/ 73484 w 362309"/>
                <a:gd name="connsiteY53" fmla="*/ 100229 h 361971"/>
                <a:gd name="connsiteX54" fmla="*/ 82430 w 362309"/>
                <a:gd name="connsiteY54" fmla="*/ 100229 h 361971"/>
                <a:gd name="connsiteX55" fmla="*/ 82430 w 362309"/>
                <a:gd name="connsiteY55" fmla="*/ 100229 h 361971"/>
                <a:gd name="connsiteX56" fmla="*/ 82430 w 362309"/>
                <a:gd name="connsiteY56" fmla="*/ 109166 h 361971"/>
                <a:gd name="connsiteX57" fmla="*/ 82430 w 362309"/>
                <a:gd name="connsiteY57" fmla="*/ 203649 h 361971"/>
                <a:gd name="connsiteX58" fmla="*/ 82430 w 362309"/>
                <a:gd name="connsiteY58" fmla="*/ 212587 h 361971"/>
                <a:gd name="connsiteX59" fmla="*/ 82430 w 362309"/>
                <a:gd name="connsiteY59" fmla="*/ 212587 h 361971"/>
                <a:gd name="connsiteX60" fmla="*/ 274128 w 362309"/>
                <a:gd name="connsiteY60" fmla="*/ 256636 h 361971"/>
                <a:gd name="connsiteX61" fmla="*/ 263266 w 362309"/>
                <a:gd name="connsiteY61" fmla="*/ 263020 h 361971"/>
                <a:gd name="connsiteX62" fmla="*/ 100961 w 362309"/>
                <a:gd name="connsiteY62" fmla="*/ 263020 h 361971"/>
                <a:gd name="connsiteX63" fmla="*/ 88820 w 362309"/>
                <a:gd name="connsiteY63" fmla="*/ 250252 h 361971"/>
                <a:gd name="connsiteX64" fmla="*/ 90737 w 362309"/>
                <a:gd name="connsiteY64" fmla="*/ 243868 h 361971"/>
                <a:gd name="connsiteX65" fmla="*/ 171251 w 362309"/>
                <a:gd name="connsiteY65" fmla="*/ 114912 h 361971"/>
                <a:gd name="connsiteX66" fmla="*/ 189142 w 362309"/>
                <a:gd name="connsiteY66" fmla="*/ 111720 h 361971"/>
                <a:gd name="connsiteX67" fmla="*/ 192337 w 362309"/>
                <a:gd name="connsiteY67" fmla="*/ 114912 h 361971"/>
                <a:gd name="connsiteX68" fmla="*/ 273490 w 362309"/>
                <a:gd name="connsiteY68" fmla="*/ 243868 h 361971"/>
                <a:gd name="connsiteX69" fmla="*/ 274128 w 362309"/>
                <a:gd name="connsiteY69" fmla="*/ 256636 h 361971"/>
                <a:gd name="connsiteX70" fmla="*/ 274128 w 362309"/>
                <a:gd name="connsiteY70" fmla="*/ 256636 h 361971"/>
                <a:gd name="connsiteX71" fmla="*/ 290742 w 362309"/>
                <a:gd name="connsiteY71" fmla="*/ 212587 h 361971"/>
                <a:gd name="connsiteX72" fmla="*/ 286270 w 362309"/>
                <a:gd name="connsiteY72" fmla="*/ 214502 h 361971"/>
                <a:gd name="connsiteX73" fmla="*/ 279880 w 362309"/>
                <a:gd name="connsiteY73" fmla="*/ 208118 h 361971"/>
                <a:gd name="connsiteX74" fmla="*/ 281796 w 362309"/>
                <a:gd name="connsiteY74" fmla="*/ 203649 h 361971"/>
                <a:gd name="connsiteX75" fmla="*/ 281796 w 362309"/>
                <a:gd name="connsiteY75" fmla="*/ 109166 h 361971"/>
                <a:gd name="connsiteX76" fmla="*/ 281796 w 362309"/>
                <a:gd name="connsiteY76" fmla="*/ 100229 h 361971"/>
                <a:gd name="connsiteX77" fmla="*/ 290742 w 362309"/>
                <a:gd name="connsiteY77" fmla="*/ 100229 h 361971"/>
                <a:gd name="connsiteX78" fmla="*/ 290103 w 362309"/>
                <a:gd name="connsiteY78" fmla="*/ 212587 h 361971"/>
                <a:gd name="connsiteX79" fmla="*/ 290742 w 362309"/>
                <a:gd name="connsiteY79" fmla="*/ 21258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362309" h="361971">
                  <a:moveTo>
                    <a:pt x="181474" y="0"/>
                  </a:moveTo>
                  <a:cubicBezTo>
                    <a:pt x="81152" y="0"/>
                    <a:pt x="0" y="81077"/>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261349" y="128957"/>
                  </a:moveTo>
                  <a:cubicBezTo>
                    <a:pt x="258792" y="126403"/>
                    <a:pt x="258792" y="122573"/>
                    <a:pt x="261349" y="120019"/>
                  </a:cubicBezTo>
                  <a:cubicBezTo>
                    <a:pt x="261349" y="120019"/>
                    <a:pt x="261349" y="120019"/>
                    <a:pt x="261349" y="120019"/>
                  </a:cubicBezTo>
                  <a:cubicBezTo>
                    <a:pt x="263905" y="117465"/>
                    <a:pt x="267739" y="117465"/>
                    <a:pt x="270295" y="120019"/>
                  </a:cubicBezTo>
                  <a:cubicBezTo>
                    <a:pt x="290103" y="139809"/>
                    <a:pt x="290742" y="172368"/>
                    <a:pt x="270295" y="192158"/>
                  </a:cubicBezTo>
                  <a:cubicBezTo>
                    <a:pt x="270295" y="192158"/>
                    <a:pt x="270295" y="192158"/>
                    <a:pt x="270295" y="192158"/>
                  </a:cubicBezTo>
                  <a:cubicBezTo>
                    <a:pt x="267739" y="194711"/>
                    <a:pt x="263905" y="194711"/>
                    <a:pt x="261349" y="192158"/>
                  </a:cubicBezTo>
                  <a:cubicBezTo>
                    <a:pt x="258792" y="189604"/>
                    <a:pt x="258792" y="185774"/>
                    <a:pt x="261349" y="183220"/>
                  </a:cubicBezTo>
                  <a:cubicBezTo>
                    <a:pt x="276685" y="168537"/>
                    <a:pt x="276685" y="144278"/>
                    <a:pt x="261349" y="128957"/>
                  </a:cubicBezTo>
                  <a:cubicBezTo>
                    <a:pt x="261349" y="129595"/>
                    <a:pt x="261349" y="129595"/>
                    <a:pt x="261349" y="128957"/>
                  </a:cubicBezTo>
                  <a:lnTo>
                    <a:pt x="261349" y="128957"/>
                  </a:lnTo>
                  <a:close/>
                  <a:moveTo>
                    <a:pt x="242179" y="149385"/>
                  </a:moveTo>
                  <a:cubicBezTo>
                    <a:pt x="239623" y="146832"/>
                    <a:pt x="239623" y="143001"/>
                    <a:pt x="241540" y="140448"/>
                  </a:cubicBezTo>
                  <a:cubicBezTo>
                    <a:pt x="244096" y="137894"/>
                    <a:pt x="247930" y="137894"/>
                    <a:pt x="250486" y="139809"/>
                  </a:cubicBezTo>
                  <a:cubicBezTo>
                    <a:pt x="250486" y="139809"/>
                    <a:pt x="250486" y="139809"/>
                    <a:pt x="250486" y="139809"/>
                  </a:cubicBezTo>
                  <a:cubicBezTo>
                    <a:pt x="259432" y="148108"/>
                    <a:pt x="260710" y="162153"/>
                    <a:pt x="252403" y="171091"/>
                  </a:cubicBezTo>
                  <a:cubicBezTo>
                    <a:pt x="251764" y="171729"/>
                    <a:pt x="251125" y="172368"/>
                    <a:pt x="250486" y="173006"/>
                  </a:cubicBezTo>
                  <a:cubicBezTo>
                    <a:pt x="249208" y="174283"/>
                    <a:pt x="247930" y="174921"/>
                    <a:pt x="246013" y="174921"/>
                  </a:cubicBezTo>
                  <a:cubicBezTo>
                    <a:pt x="242179" y="174921"/>
                    <a:pt x="239623" y="172368"/>
                    <a:pt x="239623" y="168537"/>
                  </a:cubicBezTo>
                  <a:cubicBezTo>
                    <a:pt x="239623" y="166622"/>
                    <a:pt x="240262" y="164707"/>
                    <a:pt x="241540" y="164068"/>
                  </a:cubicBezTo>
                  <a:cubicBezTo>
                    <a:pt x="243457" y="162153"/>
                    <a:pt x="244735" y="159600"/>
                    <a:pt x="244735" y="157046"/>
                  </a:cubicBezTo>
                  <a:cubicBezTo>
                    <a:pt x="245374" y="153854"/>
                    <a:pt x="244096" y="151300"/>
                    <a:pt x="242179" y="149385"/>
                  </a:cubicBezTo>
                  <a:close/>
                  <a:moveTo>
                    <a:pt x="111824" y="139809"/>
                  </a:moveTo>
                  <a:cubicBezTo>
                    <a:pt x="114380" y="137256"/>
                    <a:pt x="118214" y="137894"/>
                    <a:pt x="120770" y="140448"/>
                  </a:cubicBezTo>
                  <a:cubicBezTo>
                    <a:pt x="120770" y="140448"/>
                    <a:pt x="120770" y="140448"/>
                    <a:pt x="120770" y="140448"/>
                  </a:cubicBezTo>
                  <a:cubicBezTo>
                    <a:pt x="123326" y="143001"/>
                    <a:pt x="122687" y="146832"/>
                    <a:pt x="120131" y="149385"/>
                  </a:cubicBezTo>
                  <a:cubicBezTo>
                    <a:pt x="118214" y="151300"/>
                    <a:pt x="116936" y="153854"/>
                    <a:pt x="116936" y="156408"/>
                  </a:cubicBezTo>
                  <a:cubicBezTo>
                    <a:pt x="116936" y="158961"/>
                    <a:pt x="118214" y="161515"/>
                    <a:pt x="120131" y="163430"/>
                  </a:cubicBezTo>
                  <a:cubicBezTo>
                    <a:pt x="122687" y="165984"/>
                    <a:pt x="122687" y="169814"/>
                    <a:pt x="120770" y="172368"/>
                  </a:cubicBezTo>
                  <a:cubicBezTo>
                    <a:pt x="118214" y="174921"/>
                    <a:pt x="114380" y="174921"/>
                    <a:pt x="111824" y="173006"/>
                  </a:cubicBezTo>
                  <a:cubicBezTo>
                    <a:pt x="102878" y="164707"/>
                    <a:pt x="101600" y="150662"/>
                    <a:pt x="109907" y="141724"/>
                  </a:cubicBezTo>
                  <a:cubicBezTo>
                    <a:pt x="110546" y="141086"/>
                    <a:pt x="111185" y="140448"/>
                    <a:pt x="111824" y="139809"/>
                  </a:cubicBezTo>
                  <a:lnTo>
                    <a:pt x="111824" y="139809"/>
                  </a:lnTo>
                  <a:close/>
                  <a:moveTo>
                    <a:pt x="101600" y="120019"/>
                  </a:moveTo>
                  <a:cubicBezTo>
                    <a:pt x="104156" y="122573"/>
                    <a:pt x="104156" y="126403"/>
                    <a:pt x="101600" y="128957"/>
                  </a:cubicBezTo>
                  <a:cubicBezTo>
                    <a:pt x="101600" y="128957"/>
                    <a:pt x="101600" y="128957"/>
                    <a:pt x="101600" y="128957"/>
                  </a:cubicBezTo>
                  <a:cubicBezTo>
                    <a:pt x="86264" y="143640"/>
                    <a:pt x="86264" y="167899"/>
                    <a:pt x="101600" y="183220"/>
                  </a:cubicBezTo>
                  <a:cubicBezTo>
                    <a:pt x="101600" y="183220"/>
                    <a:pt x="101600" y="183220"/>
                    <a:pt x="101600" y="183220"/>
                  </a:cubicBezTo>
                  <a:cubicBezTo>
                    <a:pt x="104156" y="185774"/>
                    <a:pt x="104156" y="189604"/>
                    <a:pt x="101600" y="192158"/>
                  </a:cubicBezTo>
                  <a:cubicBezTo>
                    <a:pt x="99044" y="194711"/>
                    <a:pt x="95210" y="194711"/>
                    <a:pt x="92654" y="192158"/>
                  </a:cubicBezTo>
                  <a:lnTo>
                    <a:pt x="92654" y="192158"/>
                  </a:lnTo>
                  <a:cubicBezTo>
                    <a:pt x="72845" y="172368"/>
                    <a:pt x="72207" y="139809"/>
                    <a:pt x="92654" y="120019"/>
                  </a:cubicBezTo>
                  <a:cubicBezTo>
                    <a:pt x="92654" y="120019"/>
                    <a:pt x="92654" y="120019"/>
                    <a:pt x="92654" y="120019"/>
                  </a:cubicBezTo>
                  <a:cubicBezTo>
                    <a:pt x="95210" y="117465"/>
                    <a:pt x="99044" y="117465"/>
                    <a:pt x="101600" y="120019"/>
                  </a:cubicBezTo>
                  <a:close/>
                  <a:moveTo>
                    <a:pt x="82430" y="212587"/>
                  </a:moveTo>
                  <a:cubicBezTo>
                    <a:pt x="79874" y="215140"/>
                    <a:pt x="76040" y="215140"/>
                    <a:pt x="73484" y="212587"/>
                  </a:cubicBezTo>
                  <a:cubicBezTo>
                    <a:pt x="73484" y="212587"/>
                    <a:pt x="73484" y="212587"/>
                    <a:pt x="73484" y="212587"/>
                  </a:cubicBezTo>
                  <a:cubicBezTo>
                    <a:pt x="43452" y="181305"/>
                    <a:pt x="43452" y="131510"/>
                    <a:pt x="73484" y="100229"/>
                  </a:cubicBezTo>
                  <a:cubicBezTo>
                    <a:pt x="76040" y="97675"/>
                    <a:pt x="79874" y="97675"/>
                    <a:pt x="82430" y="100229"/>
                  </a:cubicBezTo>
                  <a:cubicBezTo>
                    <a:pt x="82430" y="100229"/>
                    <a:pt x="82430" y="100229"/>
                    <a:pt x="82430" y="100229"/>
                  </a:cubicBezTo>
                  <a:cubicBezTo>
                    <a:pt x="84986" y="102782"/>
                    <a:pt x="84986" y="106613"/>
                    <a:pt x="82430" y="109166"/>
                  </a:cubicBezTo>
                  <a:cubicBezTo>
                    <a:pt x="56871" y="135341"/>
                    <a:pt x="56871" y="176836"/>
                    <a:pt x="82430" y="203649"/>
                  </a:cubicBezTo>
                  <a:cubicBezTo>
                    <a:pt x="84986" y="206203"/>
                    <a:pt x="84347" y="210033"/>
                    <a:pt x="82430" y="212587"/>
                  </a:cubicBezTo>
                  <a:lnTo>
                    <a:pt x="82430" y="212587"/>
                  </a:lnTo>
                  <a:close/>
                  <a:moveTo>
                    <a:pt x="274128" y="256636"/>
                  </a:moveTo>
                  <a:cubicBezTo>
                    <a:pt x="272212" y="260467"/>
                    <a:pt x="267739" y="263020"/>
                    <a:pt x="263266" y="263020"/>
                  </a:cubicBezTo>
                  <a:lnTo>
                    <a:pt x="100961" y="263020"/>
                  </a:lnTo>
                  <a:cubicBezTo>
                    <a:pt x="93932" y="263020"/>
                    <a:pt x="88820" y="257275"/>
                    <a:pt x="88820" y="250252"/>
                  </a:cubicBezTo>
                  <a:cubicBezTo>
                    <a:pt x="88820" y="247699"/>
                    <a:pt x="89459" y="245783"/>
                    <a:pt x="90737" y="243868"/>
                  </a:cubicBezTo>
                  <a:lnTo>
                    <a:pt x="171251" y="114912"/>
                  </a:lnTo>
                  <a:cubicBezTo>
                    <a:pt x="175084" y="109166"/>
                    <a:pt x="183391" y="107889"/>
                    <a:pt x="189142" y="111720"/>
                  </a:cubicBezTo>
                  <a:cubicBezTo>
                    <a:pt x="190420" y="112358"/>
                    <a:pt x="191698" y="113635"/>
                    <a:pt x="192337" y="114912"/>
                  </a:cubicBezTo>
                  <a:lnTo>
                    <a:pt x="273490" y="243868"/>
                  </a:lnTo>
                  <a:cubicBezTo>
                    <a:pt x="276045" y="247699"/>
                    <a:pt x="276045" y="252806"/>
                    <a:pt x="274128" y="256636"/>
                  </a:cubicBezTo>
                  <a:lnTo>
                    <a:pt x="274128" y="256636"/>
                  </a:lnTo>
                  <a:close/>
                  <a:moveTo>
                    <a:pt x="290742" y="212587"/>
                  </a:moveTo>
                  <a:cubicBezTo>
                    <a:pt x="289464" y="213863"/>
                    <a:pt x="288186" y="214502"/>
                    <a:pt x="286270" y="214502"/>
                  </a:cubicBezTo>
                  <a:cubicBezTo>
                    <a:pt x="282435" y="214502"/>
                    <a:pt x="279880" y="211948"/>
                    <a:pt x="279880" y="208118"/>
                  </a:cubicBezTo>
                  <a:cubicBezTo>
                    <a:pt x="279880" y="206203"/>
                    <a:pt x="280518" y="204926"/>
                    <a:pt x="281796" y="203649"/>
                  </a:cubicBezTo>
                  <a:cubicBezTo>
                    <a:pt x="307356" y="177475"/>
                    <a:pt x="307356" y="135979"/>
                    <a:pt x="281796" y="109166"/>
                  </a:cubicBezTo>
                  <a:cubicBezTo>
                    <a:pt x="279240" y="106613"/>
                    <a:pt x="279240" y="102782"/>
                    <a:pt x="281796" y="100229"/>
                  </a:cubicBezTo>
                  <a:cubicBezTo>
                    <a:pt x="284352" y="97675"/>
                    <a:pt x="288186" y="97675"/>
                    <a:pt x="290742" y="100229"/>
                  </a:cubicBezTo>
                  <a:cubicBezTo>
                    <a:pt x="320775" y="131510"/>
                    <a:pt x="320136" y="181305"/>
                    <a:pt x="290103" y="212587"/>
                  </a:cubicBezTo>
                  <a:lnTo>
                    <a:pt x="290742" y="212587"/>
                  </a:lnTo>
                  <a:close/>
                </a:path>
              </a:pathLst>
            </a:custGeom>
            <a:solidFill>
              <a:srgbClr val="00ABAB"/>
            </a:solidFill>
            <a:ln w="6390" cap="flat">
              <a:noFill/>
              <a:prstDash val="solid"/>
              <a:miter/>
            </a:ln>
          </p:spPr>
          <p:txBody>
            <a:bodyPr rtlCol="0" anchor="ctr"/>
            <a:lstStyle/>
            <a:p>
              <a:endParaRPr lang="en-US"/>
            </a:p>
          </p:txBody>
        </p:sp>
      </p:grpSp>
      <p:grpSp>
        <p:nvGrpSpPr>
          <p:cNvPr id="358" name="Graphic 4">
            <a:extLst>
              <a:ext uri="{FF2B5EF4-FFF2-40B4-BE49-F238E27FC236}">
                <a16:creationId xmlns:a16="http://schemas.microsoft.com/office/drawing/2014/main" id="{C7672878-71AB-544C-B882-037337369C1E}"/>
              </a:ext>
            </a:extLst>
          </p:cNvPr>
          <p:cNvGrpSpPr/>
          <p:nvPr/>
        </p:nvGrpSpPr>
        <p:grpSpPr>
          <a:xfrm>
            <a:off x="4660820" y="918179"/>
            <a:ext cx="362312" cy="361971"/>
            <a:chOff x="4660820" y="918179"/>
            <a:chExt cx="362312" cy="361971"/>
          </a:xfrm>
          <a:solidFill>
            <a:srgbClr val="00ABAB"/>
          </a:solidFill>
        </p:grpSpPr>
        <p:sp>
          <p:nvSpPr>
            <p:cNvPr id="359" name="Graphic 4">
              <a:extLst>
                <a:ext uri="{FF2B5EF4-FFF2-40B4-BE49-F238E27FC236}">
                  <a16:creationId xmlns:a16="http://schemas.microsoft.com/office/drawing/2014/main" id="{9CBE10AC-492D-BC4B-AAC3-CD96EF9FBF4D}"/>
                </a:ext>
              </a:extLst>
            </p:cNvPr>
            <p:cNvSpPr/>
            <p:nvPr/>
          </p:nvSpPr>
          <p:spPr>
            <a:xfrm>
              <a:off x="4660820" y="918179"/>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9204 h 361971"/>
                <a:gd name="connsiteX8" fmla="*/ 12780 w 362312"/>
                <a:gd name="connsiteY8" fmla="*/ 181305 h 361971"/>
                <a:gd name="connsiteX9" fmla="*/ 180835 w 362312"/>
                <a:gd name="connsiteY9" fmla="*/ 12768 h 361971"/>
                <a:gd name="connsiteX10" fmla="*/ 349529 w 362312"/>
                <a:gd name="connsiteY10" fmla="*/ 180667 h 361971"/>
                <a:gd name="connsiteX11" fmla="*/ 349529 w 362312"/>
                <a:gd name="connsiteY11" fmla="*/ 180667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lnTo>
                    <a:pt x="362309" y="181305"/>
                  </a:lnTo>
                  <a:cubicBezTo>
                    <a:pt x="362948" y="81077"/>
                    <a:pt x="281796" y="0"/>
                    <a:pt x="181474" y="0"/>
                  </a:cubicBezTo>
                  <a:cubicBezTo>
                    <a:pt x="181474" y="0"/>
                    <a:pt x="181474"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lnTo>
                    <a:pt x="349529" y="180667"/>
                  </a:lnTo>
                  <a:cubicBezTo>
                    <a:pt x="349529" y="273873"/>
                    <a:pt x="274767"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360" name="Graphic 4">
              <a:extLst>
                <a:ext uri="{FF2B5EF4-FFF2-40B4-BE49-F238E27FC236}">
                  <a16:creationId xmlns:a16="http://schemas.microsoft.com/office/drawing/2014/main" id="{EDFCF633-E62D-BD49-9A66-D8725B837A99}"/>
                </a:ext>
              </a:extLst>
            </p:cNvPr>
            <p:cNvSpPr/>
            <p:nvPr/>
          </p:nvSpPr>
          <p:spPr>
            <a:xfrm>
              <a:off x="4772004" y="989679"/>
              <a:ext cx="140578" cy="218332"/>
            </a:xfrm>
            <a:custGeom>
              <a:avLst/>
              <a:gdLst>
                <a:gd name="connsiteX0" fmla="*/ 70289 w 140578"/>
                <a:gd name="connsiteY0" fmla="*/ 0 h 218332"/>
                <a:gd name="connsiteX1" fmla="*/ 0 w 140578"/>
                <a:gd name="connsiteY1" fmla="*/ 70862 h 218332"/>
                <a:gd name="connsiteX2" fmla="*/ 0 w 140578"/>
                <a:gd name="connsiteY2" fmla="*/ 199180 h 218332"/>
                <a:gd name="connsiteX3" fmla="*/ 19170 w 140578"/>
                <a:gd name="connsiteY3" fmla="*/ 218332 h 218332"/>
                <a:gd name="connsiteX4" fmla="*/ 38340 w 140578"/>
                <a:gd name="connsiteY4" fmla="*/ 199180 h 218332"/>
                <a:gd name="connsiteX5" fmla="*/ 44730 w 140578"/>
                <a:gd name="connsiteY5" fmla="*/ 192796 h 218332"/>
                <a:gd name="connsiteX6" fmla="*/ 51119 w 140578"/>
                <a:gd name="connsiteY6" fmla="*/ 199180 h 218332"/>
                <a:gd name="connsiteX7" fmla="*/ 70289 w 140578"/>
                <a:gd name="connsiteY7" fmla="*/ 218332 h 218332"/>
                <a:gd name="connsiteX8" fmla="*/ 89459 w 140578"/>
                <a:gd name="connsiteY8" fmla="*/ 199180 h 218332"/>
                <a:gd name="connsiteX9" fmla="*/ 95849 w 140578"/>
                <a:gd name="connsiteY9" fmla="*/ 192796 h 218332"/>
                <a:gd name="connsiteX10" fmla="*/ 102239 w 140578"/>
                <a:gd name="connsiteY10" fmla="*/ 199180 h 218332"/>
                <a:gd name="connsiteX11" fmla="*/ 121409 w 140578"/>
                <a:gd name="connsiteY11" fmla="*/ 218332 h 218332"/>
                <a:gd name="connsiteX12" fmla="*/ 140579 w 140578"/>
                <a:gd name="connsiteY12" fmla="*/ 199180 h 218332"/>
                <a:gd name="connsiteX13" fmla="*/ 140579 w 140578"/>
                <a:gd name="connsiteY13" fmla="*/ 70862 h 218332"/>
                <a:gd name="connsiteX14" fmla="*/ 70289 w 140578"/>
                <a:gd name="connsiteY14" fmla="*/ 0 h 218332"/>
                <a:gd name="connsiteX15" fmla="*/ 128438 w 140578"/>
                <a:gd name="connsiteY15" fmla="*/ 199180 h 218332"/>
                <a:gd name="connsiteX16" fmla="*/ 122048 w 140578"/>
                <a:gd name="connsiteY16" fmla="*/ 205564 h 218332"/>
                <a:gd name="connsiteX17" fmla="*/ 115658 w 140578"/>
                <a:gd name="connsiteY17" fmla="*/ 199180 h 218332"/>
                <a:gd name="connsiteX18" fmla="*/ 96488 w 140578"/>
                <a:gd name="connsiteY18" fmla="*/ 180028 h 218332"/>
                <a:gd name="connsiteX19" fmla="*/ 77318 w 140578"/>
                <a:gd name="connsiteY19" fmla="*/ 199180 h 218332"/>
                <a:gd name="connsiteX20" fmla="*/ 70929 w 140578"/>
                <a:gd name="connsiteY20" fmla="*/ 205564 h 218332"/>
                <a:gd name="connsiteX21" fmla="*/ 64539 w 140578"/>
                <a:gd name="connsiteY21" fmla="*/ 199180 h 218332"/>
                <a:gd name="connsiteX22" fmla="*/ 45369 w 140578"/>
                <a:gd name="connsiteY22" fmla="*/ 180028 h 218332"/>
                <a:gd name="connsiteX23" fmla="*/ 26199 w 140578"/>
                <a:gd name="connsiteY23" fmla="*/ 199180 h 218332"/>
                <a:gd name="connsiteX24" fmla="*/ 19809 w 140578"/>
                <a:gd name="connsiteY24" fmla="*/ 205564 h 218332"/>
                <a:gd name="connsiteX25" fmla="*/ 13419 w 140578"/>
                <a:gd name="connsiteY25" fmla="*/ 199180 h 218332"/>
                <a:gd name="connsiteX26" fmla="*/ 13419 w 140578"/>
                <a:gd name="connsiteY26" fmla="*/ 70862 h 218332"/>
                <a:gd name="connsiteX27" fmla="*/ 73484 w 140578"/>
                <a:gd name="connsiteY27" fmla="*/ 14683 h 218332"/>
                <a:gd name="connsiteX28" fmla="*/ 129716 w 140578"/>
                <a:gd name="connsiteY28" fmla="*/ 70862 h 218332"/>
                <a:gd name="connsiteX29" fmla="*/ 128438 w 140578"/>
                <a:gd name="connsiteY29" fmla="*/ 199180 h 21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0578" h="218332">
                  <a:moveTo>
                    <a:pt x="70289" y="0"/>
                  </a:moveTo>
                  <a:cubicBezTo>
                    <a:pt x="31311" y="0"/>
                    <a:pt x="0" y="31920"/>
                    <a:pt x="0" y="70862"/>
                  </a:cubicBezTo>
                  <a:lnTo>
                    <a:pt x="0" y="199180"/>
                  </a:lnTo>
                  <a:cubicBezTo>
                    <a:pt x="0" y="210033"/>
                    <a:pt x="8307" y="218332"/>
                    <a:pt x="19170" y="218332"/>
                  </a:cubicBezTo>
                  <a:cubicBezTo>
                    <a:pt x="30033" y="218332"/>
                    <a:pt x="38340" y="210033"/>
                    <a:pt x="38340" y="199180"/>
                  </a:cubicBezTo>
                  <a:cubicBezTo>
                    <a:pt x="38340" y="195350"/>
                    <a:pt x="40896" y="192796"/>
                    <a:pt x="44730" y="192796"/>
                  </a:cubicBezTo>
                  <a:cubicBezTo>
                    <a:pt x="48564" y="192796"/>
                    <a:pt x="51119" y="195350"/>
                    <a:pt x="51119" y="199180"/>
                  </a:cubicBezTo>
                  <a:cubicBezTo>
                    <a:pt x="51119" y="210033"/>
                    <a:pt x="59426" y="218332"/>
                    <a:pt x="70289" y="218332"/>
                  </a:cubicBezTo>
                  <a:cubicBezTo>
                    <a:pt x="81152" y="218332"/>
                    <a:pt x="89459" y="210033"/>
                    <a:pt x="89459" y="199180"/>
                  </a:cubicBezTo>
                  <a:cubicBezTo>
                    <a:pt x="89459" y="195350"/>
                    <a:pt x="92015" y="192796"/>
                    <a:pt x="95849" y="192796"/>
                  </a:cubicBezTo>
                  <a:cubicBezTo>
                    <a:pt x="99683" y="192796"/>
                    <a:pt x="102239" y="195350"/>
                    <a:pt x="102239" y="199180"/>
                  </a:cubicBezTo>
                  <a:cubicBezTo>
                    <a:pt x="102239" y="210033"/>
                    <a:pt x="110546" y="218332"/>
                    <a:pt x="121409" y="218332"/>
                  </a:cubicBezTo>
                  <a:cubicBezTo>
                    <a:pt x="132272" y="218332"/>
                    <a:pt x="140579" y="210033"/>
                    <a:pt x="140579" y="199180"/>
                  </a:cubicBezTo>
                  <a:lnTo>
                    <a:pt x="140579" y="70862"/>
                  </a:lnTo>
                  <a:cubicBezTo>
                    <a:pt x="140579" y="31920"/>
                    <a:pt x="109268" y="638"/>
                    <a:pt x="70289" y="0"/>
                  </a:cubicBezTo>
                  <a:close/>
                  <a:moveTo>
                    <a:pt x="128438" y="199180"/>
                  </a:moveTo>
                  <a:cubicBezTo>
                    <a:pt x="128438" y="203011"/>
                    <a:pt x="125882" y="205564"/>
                    <a:pt x="122048" y="205564"/>
                  </a:cubicBezTo>
                  <a:cubicBezTo>
                    <a:pt x="118214" y="205564"/>
                    <a:pt x="115658" y="203011"/>
                    <a:pt x="115658" y="199180"/>
                  </a:cubicBezTo>
                  <a:cubicBezTo>
                    <a:pt x="115658" y="188327"/>
                    <a:pt x="107351" y="180028"/>
                    <a:pt x="96488" y="180028"/>
                  </a:cubicBezTo>
                  <a:cubicBezTo>
                    <a:pt x="85625" y="180028"/>
                    <a:pt x="77318" y="188327"/>
                    <a:pt x="77318" y="199180"/>
                  </a:cubicBezTo>
                  <a:cubicBezTo>
                    <a:pt x="77318" y="203011"/>
                    <a:pt x="74762" y="205564"/>
                    <a:pt x="70929" y="205564"/>
                  </a:cubicBezTo>
                  <a:cubicBezTo>
                    <a:pt x="67094" y="205564"/>
                    <a:pt x="64539" y="203011"/>
                    <a:pt x="64539" y="199180"/>
                  </a:cubicBezTo>
                  <a:cubicBezTo>
                    <a:pt x="64539" y="188327"/>
                    <a:pt x="56231" y="180028"/>
                    <a:pt x="45369" y="180028"/>
                  </a:cubicBezTo>
                  <a:cubicBezTo>
                    <a:pt x="34506" y="180028"/>
                    <a:pt x="26199" y="188327"/>
                    <a:pt x="26199" y="199180"/>
                  </a:cubicBezTo>
                  <a:cubicBezTo>
                    <a:pt x="26199" y="203011"/>
                    <a:pt x="23643" y="205564"/>
                    <a:pt x="19809" y="205564"/>
                  </a:cubicBezTo>
                  <a:cubicBezTo>
                    <a:pt x="15975" y="205564"/>
                    <a:pt x="13419" y="203011"/>
                    <a:pt x="13419" y="199180"/>
                  </a:cubicBezTo>
                  <a:lnTo>
                    <a:pt x="13419" y="70862"/>
                  </a:lnTo>
                  <a:cubicBezTo>
                    <a:pt x="14697" y="38942"/>
                    <a:pt x="41535" y="14045"/>
                    <a:pt x="73484" y="14683"/>
                  </a:cubicBezTo>
                  <a:cubicBezTo>
                    <a:pt x="104156" y="15960"/>
                    <a:pt x="128438" y="40219"/>
                    <a:pt x="129716" y="70862"/>
                  </a:cubicBezTo>
                  <a:lnTo>
                    <a:pt x="128438" y="199180"/>
                  </a:lnTo>
                  <a:close/>
                </a:path>
              </a:pathLst>
            </a:custGeom>
            <a:solidFill>
              <a:srgbClr val="00ABAB"/>
            </a:solidFill>
            <a:ln w="6390" cap="flat">
              <a:noFill/>
              <a:prstDash val="solid"/>
              <a:miter/>
            </a:ln>
          </p:spPr>
          <p:txBody>
            <a:bodyPr rtlCol="0" anchor="ctr"/>
            <a:lstStyle/>
            <a:p>
              <a:endParaRPr lang="en-US"/>
            </a:p>
          </p:txBody>
        </p:sp>
        <p:sp>
          <p:nvSpPr>
            <p:cNvPr id="361" name="Graphic 4">
              <a:extLst>
                <a:ext uri="{FF2B5EF4-FFF2-40B4-BE49-F238E27FC236}">
                  <a16:creationId xmlns:a16="http://schemas.microsoft.com/office/drawing/2014/main" id="{FBBEE379-058D-624E-84D1-96D3F0CD836D}"/>
                </a:ext>
              </a:extLst>
            </p:cNvPr>
            <p:cNvSpPr/>
            <p:nvPr/>
          </p:nvSpPr>
          <p:spPr>
            <a:xfrm>
              <a:off x="4864659" y="1042028"/>
              <a:ext cx="19169" cy="19151"/>
            </a:xfrm>
            <a:custGeom>
              <a:avLst/>
              <a:gdLst>
                <a:gd name="connsiteX0" fmla="*/ 9585 w 19169"/>
                <a:gd name="connsiteY0" fmla="*/ 0 h 19151"/>
                <a:gd name="connsiteX1" fmla="*/ 0 w 19169"/>
                <a:gd name="connsiteY1" fmla="*/ 9576 h 19151"/>
                <a:gd name="connsiteX2" fmla="*/ 9585 w 19169"/>
                <a:gd name="connsiteY2" fmla="*/ 19152 h 19151"/>
                <a:gd name="connsiteX3" fmla="*/ 19170 w 19169"/>
                <a:gd name="connsiteY3" fmla="*/ 9576 h 19151"/>
                <a:gd name="connsiteX4" fmla="*/ 9585 w 19169"/>
                <a:gd name="connsiteY4" fmla="*/ 0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9585" y="0"/>
                  </a:moveTo>
                  <a:cubicBezTo>
                    <a:pt x="4473" y="0"/>
                    <a:pt x="0" y="4469"/>
                    <a:pt x="0" y="9576"/>
                  </a:cubicBezTo>
                  <a:cubicBezTo>
                    <a:pt x="0" y="14683"/>
                    <a:pt x="4473" y="19152"/>
                    <a:pt x="9585" y="19152"/>
                  </a:cubicBezTo>
                  <a:cubicBezTo>
                    <a:pt x="14697" y="19152"/>
                    <a:pt x="19170" y="14683"/>
                    <a:pt x="19170" y="9576"/>
                  </a:cubicBezTo>
                  <a:cubicBezTo>
                    <a:pt x="19170" y="4469"/>
                    <a:pt x="14697" y="0"/>
                    <a:pt x="9585" y="0"/>
                  </a:cubicBezTo>
                  <a:close/>
                </a:path>
              </a:pathLst>
            </a:custGeom>
            <a:solidFill>
              <a:srgbClr val="00ABAB"/>
            </a:solidFill>
            <a:ln w="6390" cap="flat">
              <a:noFill/>
              <a:prstDash val="solid"/>
              <a:miter/>
            </a:ln>
          </p:spPr>
          <p:txBody>
            <a:bodyPr rtlCol="0" anchor="ctr"/>
            <a:lstStyle/>
            <a:p>
              <a:endParaRPr lang="en-US"/>
            </a:p>
          </p:txBody>
        </p:sp>
        <p:sp>
          <p:nvSpPr>
            <p:cNvPr id="362" name="Graphic 4">
              <a:extLst>
                <a:ext uri="{FF2B5EF4-FFF2-40B4-BE49-F238E27FC236}">
                  <a16:creationId xmlns:a16="http://schemas.microsoft.com/office/drawing/2014/main" id="{9E665634-2AB1-E849-9478-CBF2BC7B48D8}"/>
                </a:ext>
              </a:extLst>
            </p:cNvPr>
            <p:cNvSpPr/>
            <p:nvPr/>
          </p:nvSpPr>
          <p:spPr>
            <a:xfrm>
              <a:off x="4839738" y="1073948"/>
              <a:ext cx="25559" cy="39580"/>
            </a:xfrm>
            <a:custGeom>
              <a:avLst/>
              <a:gdLst>
                <a:gd name="connsiteX0" fmla="*/ 12780 w 25559"/>
                <a:gd name="connsiteY0" fmla="*/ 0 h 39580"/>
                <a:gd name="connsiteX1" fmla="*/ 0 w 25559"/>
                <a:gd name="connsiteY1" fmla="*/ 19790 h 39580"/>
                <a:gd name="connsiteX2" fmla="*/ 12780 w 25559"/>
                <a:gd name="connsiteY2" fmla="*/ 39581 h 39580"/>
                <a:gd name="connsiteX3" fmla="*/ 25560 w 25559"/>
                <a:gd name="connsiteY3" fmla="*/ 19790 h 39580"/>
                <a:gd name="connsiteX4" fmla="*/ 12780 w 25559"/>
                <a:gd name="connsiteY4" fmla="*/ 0 h 395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59" h="39580">
                  <a:moveTo>
                    <a:pt x="12780" y="0"/>
                  </a:moveTo>
                  <a:cubicBezTo>
                    <a:pt x="5112" y="0"/>
                    <a:pt x="0" y="8299"/>
                    <a:pt x="0" y="19790"/>
                  </a:cubicBezTo>
                  <a:cubicBezTo>
                    <a:pt x="0" y="31281"/>
                    <a:pt x="5751" y="39581"/>
                    <a:pt x="12780" y="39581"/>
                  </a:cubicBezTo>
                  <a:cubicBezTo>
                    <a:pt x="19809" y="39581"/>
                    <a:pt x="25560" y="31281"/>
                    <a:pt x="25560" y="19790"/>
                  </a:cubicBezTo>
                  <a:cubicBezTo>
                    <a:pt x="25560" y="8299"/>
                    <a:pt x="20447" y="0"/>
                    <a:pt x="12780" y="0"/>
                  </a:cubicBezTo>
                  <a:close/>
                </a:path>
              </a:pathLst>
            </a:custGeom>
            <a:solidFill>
              <a:srgbClr val="00ABAB"/>
            </a:solidFill>
            <a:ln w="6390" cap="flat">
              <a:noFill/>
              <a:prstDash val="solid"/>
              <a:miter/>
            </a:ln>
          </p:spPr>
          <p:txBody>
            <a:bodyPr rtlCol="0" anchor="ctr"/>
            <a:lstStyle/>
            <a:p>
              <a:endParaRPr lang="en-US"/>
            </a:p>
          </p:txBody>
        </p:sp>
        <p:sp>
          <p:nvSpPr>
            <p:cNvPr id="363" name="Graphic 4">
              <a:extLst>
                <a:ext uri="{FF2B5EF4-FFF2-40B4-BE49-F238E27FC236}">
                  <a16:creationId xmlns:a16="http://schemas.microsoft.com/office/drawing/2014/main" id="{6970162F-FE9E-4040-9A45-F8FB50A01D4A}"/>
                </a:ext>
              </a:extLst>
            </p:cNvPr>
            <p:cNvSpPr/>
            <p:nvPr/>
          </p:nvSpPr>
          <p:spPr>
            <a:xfrm>
              <a:off x="4821846" y="1042028"/>
              <a:ext cx="19169" cy="19151"/>
            </a:xfrm>
            <a:custGeom>
              <a:avLst/>
              <a:gdLst>
                <a:gd name="connsiteX0" fmla="*/ 9585 w 19169"/>
                <a:gd name="connsiteY0" fmla="*/ 0 h 19151"/>
                <a:gd name="connsiteX1" fmla="*/ 0 w 19169"/>
                <a:gd name="connsiteY1" fmla="*/ 9576 h 19151"/>
                <a:gd name="connsiteX2" fmla="*/ 9585 w 19169"/>
                <a:gd name="connsiteY2" fmla="*/ 19152 h 19151"/>
                <a:gd name="connsiteX3" fmla="*/ 19170 w 19169"/>
                <a:gd name="connsiteY3" fmla="*/ 9576 h 19151"/>
                <a:gd name="connsiteX4" fmla="*/ 9585 w 19169"/>
                <a:gd name="connsiteY4" fmla="*/ 0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9585" y="0"/>
                  </a:moveTo>
                  <a:cubicBezTo>
                    <a:pt x="4473" y="0"/>
                    <a:pt x="0" y="4469"/>
                    <a:pt x="0" y="9576"/>
                  </a:cubicBezTo>
                  <a:cubicBezTo>
                    <a:pt x="0" y="14683"/>
                    <a:pt x="4473" y="19152"/>
                    <a:pt x="9585" y="19152"/>
                  </a:cubicBezTo>
                  <a:cubicBezTo>
                    <a:pt x="14697" y="19152"/>
                    <a:pt x="19170" y="14683"/>
                    <a:pt x="19170" y="9576"/>
                  </a:cubicBezTo>
                  <a:cubicBezTo>
                    <a:pt x="19170" y="4469"/>
                    <a:pt x="14697" y="0"/>
                    <a:pt x="9585" y="0"/>
                  </a:cubicBezTo>
                  <a:close/>
                </a:path>
              </a:pathLst>
            </a:custGeom>
            <a:solidFill>
              <a:srgbClr val="00ABAB"/>
            </a:solidFill>
            <a:ln w="6390" cap="flat">
              <a:noFill/>
              <a:prstDash val="solid"/>
              <a:miter/>
            </a:ln>
          </p:spPr>
          <p:txBody>
            <a:bodyPr rtlCol="0" anchor="ctr"/>
            <a:lstStyle/>
            <a:p>
              <a:endParaRPr lang="en-US"/>
            </a:p>
          </p:txBody>
        </p:sp>
      </p:grpSp>
      <p:grpSp>
        <p:nvGrpSpPr>
          <p:cNvPr id="364" name="Graphic 4">
            <a:extLst>
              <a:ext uri="{FF2B5EF4-FFF2-40B4-BE49-F238E27FC236}">
                <a16:creationId xmlns:a16="http://schemas.microsoft.com/office/drawing/2014/main" id="{F1D88525-BB1A-EE4E-BD6D-527A2D8BB491}"/>
              </a:ext>
            </a:extLst>
          </p:cNvPr>
          <p:cNvGrpSpPr/>
          <p:nvPr/>
        </p:nvGrpSpPr>
        <p:grpSpPr>
          <a:xfrm>
            <a:off x="5099169" y="918179"/>
            <a:ext cx="362309" cy="361971"/>
            <a:chOff x="5099169" y="918179"/>
            <a:chExt cx="362309" cy="361971"/>
          </a:xfrm>
          <a:solidFill>
            <a:srgbClr val="00ABAB"/>
          </a:solidFill>
        </p:grpSpPr>
        <p:sp>
          <p:nvSpPr>
            <p:cNvPr id="365" name="Graphic 4">
              <a:extLst>
                <a:ext uri="{FF2B5EF4-FFF2-40B4-BE49-F238E27FC236}">
                  <a16:creationId xmlns:a16="http://schemas.microsoft.com/office/drawing/2014/main" id="{81C20957-ED04-D347-8166-0299FAB6974D}"/>
                </a:ext>
              </a:extLst>
            </p:cNvPr>
            <p:cNvSpPr/>
            <p:nvPr/>
          </p:nvSpPr>
          <p:spPr>
            <a:xfrm>
              <a:off x="5223134" y="1002447"/>
              <a:ext cx="115018" cy="192796"/>
            </a:xfrm>
            <a:custGeom>
              <a:avLst/>
              <a:gdLst>
                <a:gd name="connsiteX0" fmla="*/ 57509 w 115018"/>
                <a:gd name="connsiteY0" fmla="*/ 0 h 192796"/>
                <a:gd name="connsiteX1" fmla="*/ 0 w 115018"/>
                <a:gd name="connsiteY1" fmla="*/ 58094 h 192796"/>
                <a:gd name="connsiteX2" fmla="*/ 0 w 115018"/>
                <a:gd name="connsiteY2" fmla="*/ 186412 h 192796"/>
                <a:gd name="connsiteX3" fmla="*/ 6390 w 115018"/>
                <a:gd name="connsiteY3" fmla="*/ 192796 h 192796"/>
                <a:gd name="connsiteX4" fmla="*/ 12780 w 115018"/>
                <a:gd name="connsiteY4" fmla="*/ 186412 h 192796"/>
                <a:gd name="connsiteX5" fmla="*/ 31950 w 115018"/>
                <a:gd name="connsiteY5" fmla="*/ 167260 h 192796"/>
                <a:gd name="connsiteX6" fmla="*/ 51119 w 115018"/>
                <a:gd name="connsiteY6" fmla="*/ 186412 h 192796"/>
                <a:gd name="connsiteX7" fmla="*/ 57509 w 115018"/>
                <a:gd name="connsiteY7" fmla="*/ 192796 h 192796"/>
                <a:gd name="connsiteX8" fmla="*/ 63899 w 115018"/>
                <a:gd name="connsiteY8" fmla="*/ 186412 h 192796"/>
                <a:gd name="connsiteX9" fmla="*/ 83069 w 115018"/>
                <a:gd name="connsiteY9" fmla="*/ 167260 h 192796"/>
                <a:gd name="connsiteX10" fmla="*/ 102239 w 115018"/>
                <a:gd name="connsiteY10" fmla="*/ 186412 h 192796"/>
                <a:gd name="connsiteX11" fmla="*/ 108629 w 115018"/>
                <a:gd name="connsiteY11" fmla="*/ 192796 h 192796"/>
                <a:gd name="connsiteX12" fmla="*/ 115019 w 115018"/>
                <a:gd name="connsiteY12" fmla="*/ 186412 h 192796"/>
                <a:gd name="connsiteX13" fmla="*/ 115019 w 115018"/>
                <a:gd name="connsiteY13" fmla="*/ 58094 h 192796"/>
                <a:gd name="connsiteX14" fmla="*/ 57509 w 115018"/>
                <a:gd name="connsiteY14" fmla="*/ 0 h 192796"/>
                <a:gd name="connsiteX15" fmla="*/ 46007 w 115018"/>
                <a:gd name="connsiteY15" fmla="*/ 58733 h 192796"/>
                <a:gd name="connsiteX16" fmla="*/ 36422 w 115018"/>
                <a:gd name="connsiteY16" fmla="*/ 49157 h 192796"/>
                <a:gd name="connsiteX17" fmla="*/ 46007 w 115018"/>
                <a:gd name="connsiteY17" fmla="*/ 39581 h 192796"/>
                <a:gd name="connsiteX18" fmla="*/ 55592 w 115018"/>
                <a:gd name="connsiteY18" fmla="*/ 49157 h 192796"/>
                <a:gd name="connsiteX19" fmla="*/ 46007 w 115018"/>
                <a:gd name="connsiteY19" fmla="*/ 58733 h 192796"/>
                <a:gd name="connsiteX20" fmla="*/ 67733 w 115018"/>
                <a:gd name="connsiteY20" fmla="*/ 111081 h 192796"/>
                <a:gd name="connsiteX21" fmla="*/ 54953 w 115018"/>
                <a:gd name="connsiteY21" fmla="*/ 91291 h 192796"/>
                <a:gd name="connsiteX22" fmla="*/ 67733 w 115018"/>
                <a:gd name="connsiteY22" fmla="*/ 71501 h 192796"/>
                <a:gd name="connsiteX23" fmla="*/ 80513 w 115018"/>
                <a:gd name="connsiteY23" fmla="*/ 91291 h 192796"/>
                <a:gd name="connsiteX24" fmla="*/ 67733 w 115018"/>
                <a:gd name="connsiteY24" fmla="*/ 111081 h 192796"/>
                <a:gd name="connsiteX25" fmla="*/ 67733 w 115018"/>
                <a:gd name="connsiteY25" fmla="*/ 111081 h 192796"/>
                <a:gd name="connsiteX26" fmla="*/ 88820 w 115018"/>
                <a:gd name="connsiteY26" fmla="*/ 58733 h 192796"/>
                <a:gd name="connsiteX27" fmla="*/ 79235 w 115018"/>
                <a:gd name="connsiteY27" fmla="*/ 49157 h 192796"/>
                <a:gd name="connsiteX28" fmla="*/ 88820 w 115018"/>
                <a:gd name="connsiteY28" fmla="*/ 39581 h 192796"/>
                <a:gd name="connsiteX29" fmla="*/ 98405 w 115018"/>
                <a:gd name="connsiteY29" fmla="*/ 49157 h 192796"/>
                <a:gd name="connsiteX30" fmla="*/ 88820 w 115018"/>
                <a:gd name="connsiteY30" fmla="*/ 58733 h 192796"/>
                <a:gd name="connsiteX31" fmla="*/ 88820 w 115018"/>
                <a:gd name="connsiteY31" fmla="*/ 58733 h 19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5018" h="192796">
                  <a:moveTo>
                    <a:pt x="57509" y="0"/>
                  </a:moveTo>
                  <a:cubicBezTo>
                    <a:pt x="25560" y="0"/>
                    <a:pt x="0" y="26174"/>
                    <a:pt x="0" y="58094"/>
                  </a:cubicBezTo>
                  <a:lnTo>
                    <a:pt x="0" y="186412"/>
                  </a:lnTo>
                  <a:cubicBezTo>
                    <a:pt x="0" y="190243"/>
                    <a:pt x="2556" y="192796"/>
                    <a:pt x="6390" y="192796"/>
                  </a:cubicBezTo>
                  <a:cubicBezTo>
                    <a:pt x="10224" y="192796"/>
                    <a:pt x="12780" y="190243"/>
                    <a:pt x="12780" y="186412"/>
                  </a:cubicBezTo>
                  <a:cubicBezTo>
                    <a:pt x="12780" y="175560"/>
                    <a:pt x="21087" y="167260"/>
                    <a:pt x="31950" y="167260"/>
                  </a:cubicBezTo>
                  <a:cubicBezTo>
                    <a:pt x="42812" y="167260"/>
                    <a:pt x="51119" y="175560"/>
                    <a:pt x="51119" y="186412"/>
                  </a:cubicBezTo>
                  <a:cubicBezTo>
                    <a:pt x="51119" y="190243"/>
                    <a:pt x="53675" y="192796"/>
                    <a:pt x="57509" y="192796"/>
                  </a:cubicBezTo>
                  <a:cubicBezTo>
                    <a:pt x="61343" y="192796"/>
                    <a:pt x="63899" y="190243"/>
                    <a:pt x="63899" y="186412"/>
                  </a:cubicBezTo>
                  <a:cubicBezTo>
                    <a:pt x="63899" y="175560"/>
                    <a:pt x="72206" y="167260"/>
                    <a:pt x="83069" y="167260"/>
                  </a:cubicBezTo>
                  <a:cubicBezTo>
                    <a:pt x="93932" y="167260"/>
                    <a:pt x="102239" y="175560"/>
                    <a:pt x="102239" y="186412"/>
                  </a:cubicBezTo>
                  <a:cubicBezTo>
                    <a:pt x="102239" y="190243"/>
                    <a:pt x="104795" y="192796"/>
                    <a:pt x="108629" y="192796"/>
                  </a:cubicBezTo>
                  <a:cubicBezTo>
                    <a:pt x="112463" y="192796"/>
                    <a:pt x="115019" y="190243"/>
                    <a:pt x="115019" y="186412"/>
                  </a:cubicBezTo>
                  <a:lnTo>
                    <a:pt x="115019" y="58094"/>
                  </a:lnTo>
                  <a:cubicBezTo>
                    <a:pt x="114380" y="26174"/>
                    <a:pt x="88820" y="638"/>
                    <a:pt x="57509" y="0"/>
                  </a:cubicBezTo>
                  <a:close/>
                  <a:moveTo>
                    <a:pt x="46007" y="58733"/>
                  </a:moveTo>
                  <a:cubicBezTo>
                    <a:pt x="40895" y="58733"/>
                    <a:pt x="36422" y="54264"/>
                    <a:pt x="36422" y="49157"/>
                  </a:cubicBezTo>
                  <a:cubicBezTo>
                    <a:pt x="36422" y="44050"/>
                    <a:pt x="40895" y="39581"/>
                    <a:pt x="46007" y="39581"/>
                  </a:cubicBezTo>
                  <a:cubicBezTo>
                    <a:pt x="51119" y="39581"/>
                    <a:pt x="55592" y="44050"/>
                    <a:pt x="55592" y="49157"/>
                  </a:cubicBezTo>
                  <a:cubicBezTo>
                    <a:pt x="55592" y="54264"/>
                    <a:pt x="51119" y="58733"/>
                    <a:pt x="46007" y="58733"/>
                  </a:cubicBezTo>
                  <a:close/>
                  <a:moveTo>
                    <a:pt x="67733" y="111081"/>
                  </a:moveTo>
                  <a:cubicBezTo>
                    <a:pt x="60065" y="111081"/>
                    <a:pt x="54953" y="102782"/>
                    <a:pt x="54953" y="91291"/>
                  </a:cubicBezTo>
                  <a:cubicBezTo>
                    <a:pt x="54953" y="79800"/>
                    <a:pt x="60704" y="71501"/>
                    <a:pt x="67733" y="71501"/>
                  </a:cubicBezTo>
                  <a:cubicBezTo>
                    <a:pt x="74762" y="71501"/>
                    <a:pt x="80513" y="79800"/>
                    <a:pt x="80513" y="91291"/>
                  </a:cubicBezTo>
                  <a:cubicBezTo>
                    <a:pt x="80513" y="102782"/>
                    <a:pt x="75401" y="111081"/>
                    <a:pt x="67733" y="111081"/>
                  </a:cubicBezTo>
                  <a:lnTo>
                    <a:pt x="67733" y="111081"/>
                  </a:lnTo>
                  <a:close/>
                  <a:moveTo>
                    <a:pt x="88820" y="58733"/>
                  </a:moveTo>
                  <a:cubicBezTo>
                    <a:pt x="83708" y="58733"/>
                    <a:pt x="79235" y="54264"/>
                    <a:pt x="79235" y="49157"/>
                  </a:cubicBezTo>
                  <a:cubicBezTo>
                    <a:pt x="79235" y="44050"/>
                    <a:pt x="83708" y="39581"/>
                    <a:pt x="88820" y="39581"/>
                  </a:cubicBezTo>
                  <a:cubicBezTo>
                    <a:pt x="93932" y="39581"/>
                    <a:pt x="98405" y="44050"/>
                    <a:pt x="98405" y="49157"/>
                  </a:cubicBezTo>
                  <a:cubicBezTo>
                    <a:pt x="98405" y="54264"/>
                    <a:pt x="93932" y="58733"/>
                    <a:pt x="88820" y="58733"/>
                  </a:cubicBezTo>
                  <a:lnTo>
                    <a:pt x="88820" y="58733"/>
                  </a:lnTo>
                  <a:close/>
                </a:path>
              </a:pathLst>
            </a:custGeom>
            <a:solidFill>
              <a:srgbClr val="00ABAB"/>
            </a:solidFill>
            <a:ln w="6390" cap="flat">
              <a:noFill/>
              <a:prstDash val="solid"/>
              <a:miter/>
            </a:ln>
          </p:spPr>
          <p:txBody>
            <a:bodyPr rtlCol="0" anchor="ctr"/>
            <a:lstStyle/>
            <a:p>
              <a:endParaRPr lang="en-US"/>
            </a:p>
          </p:txBody>
        </p:sp>
        <p:sp>
          <p:nvSpPr>
            <p:cNvPr id="366" name="Graphic 4">
              <a:extLst>
                <a:ext uri="{FF2B5EF4-FFF2-40B4-BE49-F238E27FC236}">
                  <a16:creationId xmlns:a16="http://schemas.microsoft.com/office/drawing/2014/main" id="{BCCBB93F-00BA-3A49-B485-D7E14F94426C}"/>
                </a:ext>
              </a:extLst>
            </p:cNvPr>
            <p:cNvSpPr/>
            <p:nvPr/>
          </p:nvSpPr>
          <p:spPr>
            <a:xfrm>
              <a:off x="5099169" y="91817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51764 w 362309"/>
                <a:gd name="connsiteY7" fmla="*/ 270681 h 361971"/>
                <a:gd name="connsiteX8" fmla="*/ 232594 w 362309"/>
                <a:gd name="connsiteY8" fmla="*/ 289833 h 361971"/>
                <a:gd name="connsiteX9" fmla="*/ 213424 w 362309"/>
                <a:gd name="connsiteY9" fmla="*/ 270681 h 361971"/>
                <a:gd name="connsiteX10" fmla="*/ 207034 w 362309"/>
                <a:gd name="connsiteY10" fmla="*/ 264297 h 361971"/>
                <a:gd name="connsiteX11" fmla="*/ 200644 w 362309"/>
                <a:gd name="connsiteY11" fmla="*/ 270681 h 361971"/>
                <a:gd name="connsiteX12" fmla="*/ 181474 w 362309"/>
                <a:gd name="connsiteY12" fmla="*/ 289833 h 361971"/>
                <a:gd name="connsiteX13" fmla="*/ 162305 w 362309"/>
                <a:gd name="connsiteY13" fmla="*/ 270681 h 361971"/>
                <a:gd name="connsiteX14" fmla="*/ 155915 w 362309"/>
                <a:gd name="connsiteY14" fmla="*/ 264297 h 361971"/>
                <a:gd name="connsiteX15" fmla="*/ 149525 w 362309"/>
                <a:gd name="connsiteY15" fmla="*/ 270681 h 361971"/>
                <a:gd name="connsiteX16" fmla="*/ 130355 w 362309"/>
                <a:gd name="connsiteY16" fmla="*/ 289833 h 361971"/>
                <a:gd name="connsiteX17" fmla="*/ 111185 w 362309"/>
                <a:gd name="connsiteY17" fmla="*/ 270681 h 361971"/>
                <a:gd name="connsiteX18" fmla="*/ 111185 w 362309"/>
                <a:gd name="connsiteY18" fmla="*/ 142363 h 361971"/>
                <a:gd name="connsiteX19" fmla="*/ 181474 w 362309"/>
                <a:gd name="connsiteY19" fmla="*/ 71501 h 361971"/>
                <a:gd name="connsiteX20" fmla="*/ 252403 w 362309"/>
                <a:gd name="connsiteY20" fmla="*/ 141724 h 361971"/>
                <a:gd name="connsiteX21" fmla="*/ 252403 w 362309"/>
                <a:gd name="connsiteY21" fmla="*/ 141724 h 361971"/>
                <a:gd name="connsiteX22" fmla="*/ 251764 w 362309"/>
                <a:gd name="connsiteY22" fmla="*/ 27068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310" y="81077"/>
                    <a:pt x="281157" y="0"/>
                    <a:pt x="181474" y="0"/>
                  </a:cubicBezTo>
                  <a:cubicBezTo>
                    <a:pt x="181474" y="0"/>
                    <a:pt x="181474" y="0"/>
                    <a:pt x="181474" y="0"/>
                  </a:cubicBezTo>
                  <a:close/>
                  <a:moveTo>
                    <a:pt x="251764" y="270681"/>
                  </a:moveTo>
                  <a:cubicBezTo>
                    <a:pt x="251764" y="281534"/>
                    <a:pt x="243456" y="289833"/>
                    <a:pt x="232594" y="289833"/>
                  </a:cubicBezTo>
                  <a:cubicBezTo>
                    <a:pt x="221731" y="289833"/>
                    <a:pt x="213424" y="281534"/>
                    <a:pt x="213424" y="270681"/>
                  </a:cubicBezTo>
                  <a:cubicBezTo>
                    <a:pt x="213424" y="266850"/>
                    <a:pt x="210868" y="264297"/>
                    <a:pt x="207034" y="264297"/>
                  </a:cubicBezTo>
                  <a:cubicBezTo>
                    <a:pt x="203200" y="264297"/>
                    <a:pt x="200644" y="266850"/>
                    <a:pt x="200644" y="270681"/>
                  </a:cubicBezTo>
                  <a:cubicBezTo>
                    <a:pt x="200644" y="281534"/>
                    <a:pt x="192337" y="289833"/>
                    <a:pt x="181474" y="289833"/>
                  </a:cubicBezTo>
                  <a:cubicBezTo>
                    <a:pt x="170611" y="289833"/>
                    <a:pt x="162305" y="281534"/>
                    <a:pt x="162305" y="270681"/>
                  </a:cubicBezTo>
                  <a:cubicBezTo>
                    <a:pt x="162305" y="266850"/>
                    <a:pt x="159748" y="264297"/>
                    <a:pt x="155915" y="264297"/>
                  </a:cubicBezTo>
                  <a:cubicBezTo>
                    <a:pt x="152080" y="264297"/>
                    <a:pt x="149525" y="266850"/>
                    <a:pt x="149525" y="270681"/>
                  </a:cubicBezTo>
                  <a:cubicBezTo>
                    <a:pt x="149525" y="281534"/>
                    <a:pt x="141217" y="289833"/>
                    <a:pt x="130355" y="289833"/>
                  </a:cubicBezTo>
                  <a:cubicBezTo>
                    <a:pt x="119492" y="289833"/>
                    <a:pt x="111185" y="281534"/>
                    <a:pt x="111185" y="270681"/>
                  </a:cubicBezTo>
                  <a:lnTo>
                    <a:pt x="111185" y="142363"/>
                  </a:lnTo>
                  <a:cubicBezTo>
                    <a:pt x="111185" y="103420"/>
                    <a:pt x="142496" y="71501"/>
                    <a:pt x="181474" y="71501"/>
                  </a:cubicBezTo>
                  <a:cubicBezTo>
                    <a:pt x="220453" y="71501"/>
                    <a:pt x="252403" y="102782"/>
                    <a:pt x="252403" y="141724"/>
                  </a:cubicBezTo>
                  <a:cubicBezTo>
                    <a:pt x="252403" y="141724"/>
                    <a:pt x="252403" y="141724"/>
                    <a:pt x="252403" y="141724"/>
                  </a:cubicBezTo>
                  <a:lnTo>
                    <a:pt x="251764" y="270681"/>
                  </a:lnTo>
                  <a:close/>
                </a:path>
              </a:pathLst>
            </a:custGeom>
            <a:solidFill>
              <a:srgbClr val="00ABAB"/>
            </a:solidFill>
            <a:ln w="6390" cap="flat">
              <a:noFill/>
              <a:prstDash val="solid"/>
              <a:miter/>
            </a:ln>
          </p:spPr>
          <p:txBody>
            <a:bodyPr rtlCol="0" anchor="ctr"/>
            <a:lstStyle/>
            <a:p>
              <a:endParaRPr lang="en-US"/>
            </a:p>
          </p:txBody>
        </p:sp>
      </p:grpSp>
      <p:grpSp>
        <p:nvGrpSpPr>
          <p:cNvPr id="367" name="Graphic 4">
            <a:extLst>
              <a:ext uri="{FF2B5EF4-FFF2-40B4-BE49-F238E27FC236}">
                <a16:creationId xmlns:a16="http://schemas.microsoft.com/office/drawing/2014/main" id="{4C10CDE3-78CE-1749-A66A-CC70F22A237A}"/>
              </a:ext>
            </a:extLst>
          </p:cNvPr>
          <p:cNvGrpSpPr/>
          <p:nvPr/>
        </p:nvGrpSpPr>
        <p:grpSpPr>
          <a:xfrm>
            <a:off x="4660820" y="4308712"/>
            <a:ext cx="362312" cy="361971"/>
            <a:chOff x="4660820" y="4308712"/>
            <a:chExt cx="362312" cy="361971"/>
          </a:xfrm>
          <a:solidFill>
            <a:srgbClr val="00ABAB"/>
          </a:solidFill>
        </p:grpSpPr>
        <p:sp>
          <p:nvSpPr>
            <p:cNvPr id="368" name="Graphic 4">
              <a:extLst>
                <a:ext uri="{FF2B5EF4-FFF2-40B4-BE49-F238E27FC236}">
                  <a16:creationId xmlns:a16="http://schemas.microsoft.com/office/drawing/2014/main" id="{9CF22C31-3CCB-904C-8BD1-06D3541531FC}"/>
                </a:ext>
              </a:extLst>
            </p:cNvPr>
            <p:cNvSpPr/>
            <p:nvPr/>
          </p:nvSpPr>
          <p:spPr>
            <a:xfrm>
              <a:off x="4660820" y="4308712"/>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9204 h 361971"/>
                <a:gd name="connsiteX8" fmla="*/ 12780 w 362312"/>
                <a:gd name="connsiteY8" fmla="*/ 181305 h 361971"/>
                <a:gd name="connsiteX9" fmla="*/ 180835 w 362312"/>
                <a:gd name="connsiteY9" fmla="*/ 12768 h 361971"/>
                <a:gd name="connsiteX10" fmla="*/ 349529 w 362312"/>
                <a:gd name="connsiteY10" fmla="*/ 180667 h 361971"/>
                <a:gd name="connsiteX11" fmla="*/ 349529 w 362312"/>
                <a:gd name="connsiteY11" fmla="*/ 180667 h 361971"/>
                <a:gd name="connsiteX12" fmla="*/ 181474 w 362312"/>
                <a:gd name="connsiteY12" fmla="*/ 349204 h 361971"/>
                <a:gd name="connsiteX13" fmla="*/ 181474 w 362312"/>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5" y="12768"/>
                  </a:cubicBezTo>
                  <a:cubicBezTo>
                    <a:pt x="274128" y="12768"/>
                    <a:pt x="349529" y="88099"/>
                    <a:pt x="349529" y="180667"/>
                  </a:cubicBezTo>
                  <a:lnTo>
                    <a:pt x="349529" y="180667"/>
                  </a:lnTo>
                  <a:cubicBezTo>
                    <a:pt x="350168" y="273873"/>
                    <a:pt x="274767"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369" name="Graphic 4">
              <a:extLst>
                <a:ext uri="{FF2B5EF4-FFF2-40B4-BE49-F238E27FC236}">
                  <a16:creationId xmlns:a16="http://schemas.microsoft.com/office/drawing/2014/main" id="{D9BB8F60-F606-3944-BADE-35DDAF76A4C8}"/>
                </a:ext>
              </a:extLst>
            </p:cNvPr>
            <p:cNvSpPr/>
            <p:nvPr/>
          </p:nvSpPr>
          <p:spPr>
            <a:xfrm>
              <a:off x="4757516" y="4373069"/>
              <a:ext cx="170402" cy="232619"/>
            </a:xfrm>
            <a:custGeom>
              <a:avLst/>
              <a:gdLst>
                <a:gd name="connsiteX0" fmla="*/ 165291 w 170402"/>
                <a:gd name="connsiteY0" fmla="*/ 37787 h 232619"/>
                <a:gd name="connsiteX1" fmla="*/ 138453 w 170402"/>
                <a:gd name="connsiteY1" fmla="*/ 31403 h 232619"/>
                <a:gd name="connsiteX2" fmla="*/ 138453 w 170402"/>
                <a:gd name="connsiteY2" fmla="*/ 19912 h 232619"/>
                <a:gd name="connsiteX3" fmla="*/ 113532 w 170402"/>
                <a:gd name="connsiteY3" fmla="*/ 121 h 232619"/>
                <a:gd name="connsiteX4" fmla="*/ 93724 w 170402"/>
                <a:gd name="connsiteY4" fmla="*/ 19912 h 232619"/>
                <a:gd name="connsiteX5" fmla="*/ 93724 w 170402"/>
                <a:gd name="connsiteY5" fmla="*/ 21827 h 232619"/>
                <a:gd name="connsiteX6" fmla="*/ 21517 w 170402"/>
                <a:gd name="connsiteY6" fmla="*/ 5867 h 232619"/>
                <a:gd name="connsiteX7" fmla="*/ 14488 w 170402"/>
                <a:gd name="connsiteY7" fmla="*/ 9059 h 232619"/>
                <a:gd name="connsiteX8" fmla="*/ 14488 w 170402"/>
                <a:gd name="connsiteY8" fmla="*/ 127163 h 232619"/>
                <a:gd name="connsiteX9" fmla="*/ 20239 w 170402"/>
                <a:gd name="connsiteY9" fmla="*/ 130354 h 232619"/>
                <a:gd name="connsiteX10" fmla="*/ 21517 w 170402"/>
                <a:gd name="connsiteY10" fmla="*/ 130354 h 232619"/>
                <a:gd name="connsiteX11" fmla="*/ 93724 w 170402"/>
                <a:gd name="connsiteY11" fmla="*/ 114395 h 232619"/>
                <a:gd name="connsiteX12" fmla="*/ 93724 w 170402"/>
                <a:gd name="connsiteY12" fmla="*/ 212708 h 232619"/>
                <a:gd name="connsiteX13" fmla="*/ 118644 w 170402"/>
                <a:gd name="connsiteY13" fmla="*/ 232498 h 232619"/>
                <a:gd name="connsiteX14" fmla="*/ 138453 w 170402"/>
                <a:gd name="connsiteY14" fmla="*/ 212708 h 232619"/>
                <a:gd name="connsiteX15" fmla="*/ 138453 w 170402"/>
                <a:gd name="connsiteY15" fmla="*/ 104819 h 232619"/>
                <a:gd name="connsiteX16" fmla="*/ 165291 w 170402"/>
                <a:gd name="connsiteY16" fmla="*/ 99073 h 232619"/>
                <a:gd name="connsiteX17" fmla="*/ 170403 w 170402"/>
                <a:gd name="connsiteY17" fmla="*/ 92689 h 232619"/>
                <a:gd name="connsiteX18" fmla="*/ 170403 w 170402"/>
                <a:gd name="connsiteY18" fmla="*/ 44809 h 232619"/>
                <a:gd name="connsiteX19" fmla="*/ 165291 w 170402"/>
                <a:gd name="connsiteY19" fmla="*/ 37787 h 232619"/>
                <a:gd name="connsiteX20" fmla="*/ 105864 w 170402"/>
                <a:gd name="connsiteY20" fmla="*/ 19912 h 232619"/>
                <a:gd name="connsiteX21" fmla="*/ 116727 w 170402"/>
                <a:gd name="connsiteY21" fmla="*/ 11613 h 232619"/>
                <a:gd name="connsiteX22" fmla="*/ 125034 w 170402"/>
                <a:gd name="connsiteY22" fmla="*/ 19912 h 232619"/>
                <a:gd name="connsiteX23" fmla="*/ 125034 w 170402"/>
                <a:gd name="connsiteY23" fmla="*/ 29488 h 232619"/>
                <a:gd name="connsiteX24" fmla="*/ 105864 w 170402"/>
                <a:gd name="connsiteY24" fmla="*/ 25019 h 232619"/>
                <a:gd name="connsiteX25" fmla="*/ 105864 w 170402"/>
                <a:gd name="connsiteY25" fmla="*/ 19912 h 232619"/>
                <a:gd name="connsiteX26" fmla="*/ 125034 w 170402"/>
                <a:gd name="connsiteY26" fmla="*/ 212708 h 232619"/>
                <a:gd name="connsiteX27" fmla="*/ 114171 w 170402"/>
                <a:gd name="connsiteY27" fmla="*/ 221007 h 232619"/>
                <a:gd name="connsiteX28" fmla="*/ 105864 w 170402"/>
                <a:gd name="connsiteY28" fmla="*/ 212708 h 232619"/>
                <a:gd name="connsiteX29" fmla="*/ 105864 w 170402"/>
                <a:gd name="connsiteY29" fmla="*/ 111841 h 232619"/>
                <a:gd name="connsiteX30" fmla="*/ 125034 w 170402"/>
                <a:gd name="connsiteY30" fmla="*/ 107372 h 232619"/>
                <a:gd name="connsiteX31" fmla="*/ 125034 w 170402"/>
                <a:gd name="connsiteY31" fmla="*/ 212708 h 232619"/>
                <a:gd name="connsiteX32" fmla="*/ 156984 w 170402"/>
                <a:gd name="connsiteY32" fmla="*/ 86943 h 232619"/>
                <a:gd name="connsiteX33" fmla="*/ 22156 w 170402"/>
                <a:gd name="connsiteY33" fmla="*/ 116948 h 232619"/>
                <a:gd name="connsiteX34" fmla="*/ 22156 w 170402"/>
                <a:gd name="connsiteY34" fmla="*/ 19273 h 232619"/>
                <a:gd name="connsiteX35" fmla="*/ 156345 w 170402"/>
                <a:gd name="connsiteY35" fmla="*/ 49278 h 232619"/>
                <a:gd name="connsiteX36" fmla="*/ 156984 w 170402"/>
                <a:gd name="connsiteY36" fmla="*/ 86943 h 232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70402" h="232619">
                  <a:moveTo>
                    <a:pt x="165291" y="37787"/>
                  </a:moveTo>
                  <a:lnTo>
                    <a:pt x="138453" y="31403"/>
                  </a:lnTo>
                  <a:lnTo>
                    <a:pt x="138453" y="19912"/>
                  </a:lnTo>
                  <a:cubicBezTo>
                    <a:pt x="137175" y="7782"/>
                    <a:pt x="126312" y="-1155"/>
                    <a:pt x="113532" y="121"/>
                  </a:cubicBezTo>
                  <a:cubicBezTo>
                    <a:pt x="103308" y="1398"/>
                    <a:pt x="95002" y="9697"/>
                    <a:pt x="93724" y="19912"/>
                  </a:cubicBezTo>
                  <a:lnTo>
                    <a:pt x="93724" y="21827"/>
                  </a:lnTo>
                  <a:lnTo>
                    <a:pt x="21517" y="5867"/>
                  </a:lnTo>
                  <a:cubicBezTo>
                    <a:pt x="18961" y="5229"/>
                    <a:pt x="15766" y="6505"/>
                    <a:pt x="14488" y="9059"/>
                  </a:cubicBezTo>
                  <a:cubicBezTo>
                    <a:pt x="13210" y="11613"/>
                    <a:pt x="-17462" y="70345"/>
                    <a:pt x="14488" y="127163"/>
                  </a:cubicBezTo>
                  <a:cubicBezTo>
                    <a:pt x="15766" y="129078"/>
                    <a:pt x="17683" y="130354"/>
                    <a:pt x="20239" y="130354"/>
                  </a:cubicBezTo>
                  <a:lnTo>
                    <a:pt x="21517" y="130354"/>
                  </a:lnTo>
                  <a:lnTo>
                    <a:pt x="93724" y="114395"/>
                  </a:lnTo>
                  <a:lnTo>
                    <a:pt x="93724" y="212708"/>
                  </a:lnTo>
                  <a:cubicBezTo>
                    <a:pt x="95002" y="224837"/>
                    <a:pt x="105864" y="233775"/>
                    <a:pt x="118644" y="232498"/>
                  </a:cubicBezTo>
                  <a:cubicBezTo>
                    <a:pt x="128868" y="231221"/>
                    <a:pt x="137175" y="222922"/>
                    <a:pt x="138453" y="212708"/>
                  </a:cubicBezTo>
                  <a:lnTo>
                    <a:pt x="138453" y="104819"/>
                  </a:lnTo>
                  <a:lnTo>
                    <a:pt x="165291" y="99073"/>
                  </a:lnTo>
                  <a:cubicBezTo>
                    <a:pt x="168486" y="98435"/>
                    <a:pt x="170403" y="95881"/>
                    <a:pt x="170403" y="92689"/>
                  </a:cubicBezTo>
                  <a:lnTo>
                    <a:pt x="170403" y="44809"/>
                  </a:lnTo>
                  <a:cubicBezTo>
                    <a:pt x="170403" y="40979"/>
                    <a:pt x="168486" y="38425"/>
                    <a:pt x="165291" y="37787"/>
                  </a:cubicBezTo>
                  <a:close/>
                  <a:moveTo>
                    <a:pt x="105864" y="19912"/>
                  </a:moveTo>
                  <a:cubicBezTo>
                    <a:pt x="106503" y="14805"/>
                    <a:pt x="111615" y="10974"/>
                    <a:pt x="116727" y="11613"/>
                  </a:cubicBezTo>
                  <a:cubicBezTo>
                    <a:pt x="120561" y="12251"/>
                    <a:pt x="123756" y="15443"/>
                    <a:pt x="125034" y="19912"/>
                  </a:cubicBezTo>
                  <a:lnTo>
                    <a:pt x="125034" y="29488"/>
                  </a:lnTo>
                  <a:lnTo>
                    <a:pt x="105864" y="25019"/>
                  </a:lnTo>
                  <a:lnTo>
                    <a:pt x="105864" y="19912"/>
                  </a:lnTo>
                  <a:close/>
                  <a:moveTo>
                    <a:pt x="125034" y="212708"/>
                  </a:moveTo>
                  <a:cubicBezTo>
                    <a:pt x="124395" y="217815"/>
                    <a:pt x="119283" y="221645"/>
                    <a:pt x="114171" y="221007"/>
                  </a:cubicBezTo>
                  <a:cubicBezTo>
                    <a:pt x="110337" y="220369"/>
                    <a:pt x="107142" y="217177"/>
                    <a:pt x="105864" y="212708"/>
                  </a:cubicBezTo>
                  <a:lnTo>
                    <a:pt x="105864" y="111841"/>
                  </a:lnTo>
                  <a:lnTo>
                    <a:pt x="125034" y="107372"/>
                  </a:lnTo>
                  <a:lnTo>
                    <a:pt x="125034" y="212708"/>
                  </a:lnTo>
                  <a:close/>
                  <a:moveTo>
                    <a:pt x="156984" y="86943"/>
                  </a:moveTo>
                  <a:lnTo>
                    <a:pt x="22156" y="116948"/>
                  </a:lnTo>
                  <a:cubicBezTo>
                    <a:pt x="1708" y="75452"/>
                    <a:pt x="16405" y="32680"/>
                    <a:pt x="22156" y="19273"/>
                  </a:cubicBezTo>
                  <a:lnTo>
                    <a:pt x="156345" y="49278"/>
                  </a:lnTo>
                  <a:lnTo>
                    <a:pt x="156984" y="86943"/>
                  </a:lnTo>
                  <a:close/>
                </a:path>
              </a:pathLst>
            </a:custGeom>
            <a:solidFill>
              <a:srgbClr val="00ABAB"/>
            </a:solidFill>
            <a:ln w="6390" cap="flat">
              <a:noFill/>
              <a:prstDash val="solid"/>
              <a:miter/>
            </a:ln>
          </p:spPr>
          <p:txBody>
            <a:bodyPr rtlCol="0" anchor="ctr"/>
            <a:lstStyle/>
            <a:p>
              <a:endParaRPr lang="en-US"/>
            </a:p>
          </p:txBody>
        </p:sp>
      </p:grpSp>
      <p:grpSp>
        <p:nvGrpSpPr>
          <p:cNvPr id="370" name="Graphic 4">
            <a:extLst>
              <a:ext uri="{FF2B5EF4-FFF2-40B4-BE49-F238E27FC236}">
                <a16:creationId xmlns:a16="http://schemas.microsoft.com/office/drawing/2014/main" id="{CBAA2839-C95C-E844-A91A-EDB591640D0D}"/>
              </a:ext>
            </a:extLst>
          </p:cNvPr>
          <p:cNvGrpSpPr/>
          <p:nvPr/>
        </p:nvGrpSpPr>
        <p:grpSpPr>
          <a:xfrm>
            <a:off x="3607758" y="4308712"/>
            <a:ext cx="362948" cy="361971"/>
            <a:chOff x="3607758" y="4308712"/>
            <a:chExt cx="362948" cy="361971"/>
          </a:xfrm>
          <a:solidFill>
            <a:srgbClr val="00ABAB"/>
          </a:solidFill>
        </p:grpSpPr>
        <p:sp>
          <p:nvSpPr>
            <p:cNvPr id="371" name="Graphic 4">
              <a:extLst>
                <a:ext uri="{FF2B5EF4-FFF2-40B4-BE49-F238E27FC236}">
                  <a16:creationId xmlns:a16="http://schemas.microsoft.com/office/drawing/2014/main" id="{1D4084BE-4CE1-C649-92B3-861AA3E6A30A}"/>
                </a:ext>
              </a:extLst>
            </p:cNvPr>
            <p:cNvSpPr/>
            <p:nvPr/>
          </p:nvSpPr>
          <p:spPr>
            <a:xfrm>
              <a:off x="3607758" y="4308712"/>
              <a:ext cx="362948" cy="361971"/>
            </a:xfrm>
            <a:custGeom>
              <a:avLst/>
              <a:gdLst>
                <a:gd name="connsiteX0" fmla="*/ 181474 w 362948"/>
                <a:gd name="connsiteY0" fmla="*/ 0 h 361971"/>
                <a:gd name="connsiteX1" fmla="*/ 0 w 362948"/>
                <a:gd name="connsiteY1" fmla="*/ 180667 h 361971"/>
                <a:gd name="connsiteX2" fmla="*/ 181474 w 362948"/>
                <a:gd name="connsiteY2" fmla="*/ 361972 h 361971"/>
                <a:gd name="connsiteX3" fmla="*/ 362949 w 362948"/>
                <a:gd name="connsiteY3" fmla="*/ 181305 h 361971"/>
                <a:gd name="connsiteX4" fmla="*/ 362949 w 362948"/>
                <a:gd name="connsiteY4" fmla="*/ 181305 h 361971"/>
                <a:gd name="connsiteX5" fmla="*/ 181474 w 362948"/>
                <a:gd name="connsiteY5" fmla="*/ 0 h 361971"/>
                <a:gd name="connsiteX6" fmla="*/ 181474 w 362948"/>
                <a:gd name="connsiteY6" fmla="*/ 0 h 361971"/>
                <a:gd name="connsiteX7" fmla="*/ 181474 w 362948"/>
                <a:gd name="connsiteY7" fmla="*/ 349204 h 361971"/>
                <a:gd name="connsiteX8" fmla="*/ 12780 w 362948"/>
                <a:gd name="connsiteY8" fmla="*/ 181305 h 361971"/>
                <a:gd name="connsiteX9" fmla="*/ 180836 w 362948"/>
                <a:gd name="connsiteY9" fmla="*/ 12768 h 361971"/>
                <a:gd name="connsiteX10" fmla="*/ 349530 w 362948"/>
                <a:gd name="connsiteY10" fmla="*/ 180667 h 361971"/>
                <a:gd name="connsiteX11" fmla="*/ 349530 w 362948"/>
                <a:gd name="connsiteY11" fmla="*/ 180667 h 361971"/>
                <a:gd name="connsiteX12" fmla="*/ 181474 w 362948"/>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948" h="361971">
                  <a:moveTo>
                    <a:pt x="181474" y="0"/>
                  </a:moveTo>
                  <a:cubicBezTo>
                    <a:pt x="81152" y="0"/>
                    <a:pt x="0" y="81077"/>
                    <a:pt x="0" y="180667"/>
                  </a:cubicBezTo>
                  <a:cubicBezTo>
                    <a:pt x="0" y="280257"/>
                    <a:pt x="81152" y="361972"/>
                    <a:pt x="181474" y="361972"/>
                  </a:cubicBezTo>
                  <a:cubicBezTo>
                    <a:pt x="281796" y="361972"/>
                    <a:pt x="362949" y="280895"/>
                    <a:pt x="362949" y="181305"/>
                  </a:cubicBezTo>
                  <a:cubicBezTo>
                    <a:pt x="362949" y="181305"/>
                    <a:pt x="362949" y="181305"/>
                    <a:pt x="362949" y="181305"/>
                  </a:cubicBezTo>
                  <a:cubicBezTo>
                    <a:pt x="362310"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6" y="12768"/>
                  </a:cubicBezTo>
                  <a:cubicBezTo>
                    <a:pt x="274128" y="12768"/>
                    <a:pt x="349530" y="88099"/>
                    <a:pt x="349530" y="180667"/>
                  </a:cubicBezTo>
                  <a:lnTo>
                    <a:pt x="349530" y="180667"/>
                  </a:lnTo>
                  <a:cubicBezTo>
                    <a:pt x="349530" y="273873"/>
                    <a:pt x="274128"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372" name="Graphic 4">
              <a:extLst>
                <a:ext uri="{FF2B5EF4-FFF2-40B4-BE49-F238E27FC236}">
                  <a16:creationId xmlns:a16="http://schemas.microsoft.com/office/drawing/2014/main" id="{8C9DB885-CE7C-D948-B9E8-CCFD54A8ACAC}"/>
                </a:ext>
              </a:extLst>
            </p:cNvPr>
            <p:cNvSpPr/>
            <p:nvPr/>
          </p:nvSpPr>
          <p:spPr>
            <a:xfrm>
              <a:off x="3766867" y="4562156"/>
              <a:ext cx="44729" cy="44687"/>
            </a:xfrm>
            <a:custGeom>
              <a:avLst/>
              <a:gdLst>
                <a:gd name="connsiteX0" fmla="*/ 22365 w 44729"/>
                <a:gd name="connsiteY0" fmla="*/ 0 h 44687"/>
                <a:gd name="connsiteX1" fmla="*/ 0 w 44729"/>
                <a:gd name="connsiteY1" fmla="*/ 22344 h 44687"/>
                <a:gd name="connsiteX2" fmla="*/ 22365 w 44729"/>
                <a:gd name="connsiteY2" fmla="*/ 44688 h 44687"/>
                <a:gd name="connsiteX3" fmla="*/ 44730 w 44729"/>
                <a:gd name="connsiteY3" fmla="*/ 22344 h 44687"/>
                <a:gd name="connsiteX4" fmla="*/ 44730 w 44729"/>
                <a:gd name="connsiteY4" fmla="*/ 22344 h 44687"/>
                <a:gd name="connsiteX5" fmla="*/ 22365 w 44729"/>
                <a:gd name="connsiteY5" fmla="*/ 0 h 44687"/>
                <a:gd name="connsiteX6" fmla="*/ 22365 w 44729"/>
                <a:gd name="connsiteY6" fmla="*/ 0 h 44687"/>
                <a:gd name="connsiteX7" fmla="*/ 22365 w 44729"/>
                <a:gd name="connsiteY7" fmla="*/ 31920 h 44687"/>
                <a:gd name="connsiteX8" fmla="*/ 12780 w 44729"/>
                <a:gd name="connsiteY8" fmla="*/ 22344 h 44687"/>
                <a:gd name="connsiteX9" fmla="*/ 22365 w 44729"/>
                <a:gd name="connsiteY9" fmla="*/ 12768 h 44687"/>
                <a:gd name="connsiteX10" fmla="*/ 22365 w 44729"/>
                <a:gd name="connsiteY10" fmla="*/ 12768 h 44687"/>
                <a:gd name="connsiteX11" fmla="*/ 31950 w 44729"/>
                <a:gd name="connsiteY11" fmla="*/ 22344 h 44687"/>
                <a:gd name="connsiteX12" fmla="*/ 22365 w 44729"/>
                <a:gd name="connsiteY12" fmla="*/ 31920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729" h="44687">
                  <a:moveTo>
                    <a:pt x="22365" y="0"/>
                  </a:moveTo>
                  <a:cubicBezTo>
                    <a:pt x="10224" y="0"/>
                    <a:pt x="0" y="10214"/>
                    <a:pt x="0" y="22344"/>
                  </a:cubicBezTo>
                  <a:cubicBezTo>
                    <a:pt x="0" y="34474"/>
                    <a:pt x="10224" y="44688"/>
                    <a:pt x="22365" y="44688"/>
                  </a:cubicBezTo>
                  <a:cubicBezTo>
                    <a:pt x="34506" y="44688"/>
                    <a:pt x="44730" y="34474"/>
                    <a:pt x="44730" y="22344"/>
                  </a:cubicBezTo>
                  <a:lnTo>
                    <a:pt x="44730" y="22344"/>
                  </a:lnTo>
                  <a:cubicBezTo>
                    <a:pt x="44730" y="10214"/>
                    <a:pt x="34506" y="638"/>
                    <a:pt x="22365" y="0"/>
                  </a:cubicBezTo>
                  <a:cubicBezTo>
                    <a:pt x="22365" y="0"/>
                    <a:pt x="22365" y="0"/>
                    <a:pt x="22365" y="0"/>
                  </a:cubicBezTo>
                  <a:close/>
                  <a:moveTo>
                    <a:pt x="22365" y="31920"/>
                  </a:moveTo>
                  <a:cubicBezTo>
                    <a:pt x="17253" y="31920"/>
                    <a:pt x="12780" y="27451"/>
                    <a:pt x="12780" y="22344"/>
                  </a:cubicBezTo>
                  <a:cubicBezTo>
                    <a:pt x="12780" y="17237"/>
                    <a:pt x="17253" y="12768"/>
                    <a:pt x="22365" y="12768"/>
                  </a:cubicBezTo>
                  <a:lnTo>
                    <a:pt x="22365" y="12768"/>
                  </a:lnTo>
                  <a:cubicBezTo>
                    <a:pt x="27477" y="12768"/>
                    <a:pt x="31950" y="17237"/>
                    <a:pt x="31950" y="22344"/>
                  </a:cubicBezTo>
                  <a:cubicBezTo>
                    <a:pt x="31950" y="27451"/>
                    <a:pt x="27477" y="31920"/>
                    <a:pt x="22365" y="31920"/>
                  </a:cubicBezTo>
                  <a:close/>
                </a:path>
              </a:pathLst>
            </a:custGeom>
            <a:solidFill>
              <a:srgbClr val="00ABAB"/>
            </a:solidFill>
            <a:ln w="6390" cap="flat">
              <a:noFill/>
              <a:prstDash val="solid"/>
              <a:miter/>
            </a:ln>
          </p:spPr>
          <p:txBody>
            <a:bodyPr rtlCol="0" anchor="ctr"/>
            <a:lstStyle/>
            <a:p>
              <a:endParaRPr lang="en-US"/>
            </a:p>
          </p:txBody>
        </p:sp>
        <p:sp>
          <p:nvSpPr>
            <p:cNvPr id="373" name="Graphic 4">
              <a:extLst>
                <a:ext uri="{FF2B5EF4-FFF2-40B4-BE49-F238E27FC236}">
                  <a16:creationId xmlns:a16="http://schemas.microsoft.com/office/drawing/2014/main" id="{A4C8B875-0531-E943-B462-005FB0808EF1}"/>
                </a:ext>
              </a:extLst>
            </p:cNvPr>
            <p:cNvSpPr/>
            <p:nvPr/>
          </p:nvSpPr>
          <p:spPr>
            <a:xfrm>
              <a:off x="3758561" y="4371913"/>
              <a:ext cx="60065" cy="171728"/>
            </a:xfrm>
            <a:custGeom>
              <a:avLst/>
              <a:gdLst>
                <a:gd name="connsiteX0" fmla="*/ 54314 w 60065"/>
                <a:gd name="connsiteY0" fmla="*/ 0 h 171728"/>
                <a:gd name="connsiteX1" fmla="*/ 6390 w 60065"/>
                <a:gd name="connsiteY1" fmla="*/ 0 h 171728"/>
                <a:gd name="connsiteX2" fmla="*/ 1917 w 60065"/>
                <a:gd name="connsiteY2" fmla="*/ 1915 h 171728"/>
                <a:gd name="connsiteX3" fmla="*/ 0 w 60065"/>
                <a:gd name="connsiteY3" fmla="*/ 6384 h 171728"/>
                <a:gd name="connsiteX4" fmla="*/ 7668 w 60065"/>
                <a:gd name="connsiteY4" fmla="*/ 165345 h 171728"/>
                <a:gd name="connsiteX5" fmla="*/ 14058 w 60065"/>
                <a:gd name="connsiteY5" fmla="*/ 171729 h 171728"/>
                <a:gd name="connsiteX6" fmla="*/ 46008 w 60065"/>
                <a:gd name="connsiteY6" fmla="*/ 171729 h 171728"/>
                <a:gd name="connsiteX7" fmla="*/ 52398 w 60065"/>
                <a:gd name="connsiteY7" fmla="*/ 165345 h 171728"/>
                <a:gd name="connsiteX8" fmla="*/ 60065 w 60065"/>
                <a:gd name="connsiteY8" fmla="*/ 6384 h 171728"/>
                <a:gd name="connsiteX9" fmla="*/ 58148 w 60065"/>
                <a:gd name="connsiteY9" fmla="*/ 1915 h 171728"/>
                <a:gd name="connsiteX10" fmla="*/ 54314 w 60065"/>
                <a:gd name="connsiteY10" fmla="*/ 0 h 171728"/>
                <a:gd name="connsiteX11" fmla="*/ 40257 w 60065"/>
                <a:gd name="connsiteY11" fmla="*/ 158961 h 171728"/>
                <a:gd name="connsiteX12" fmla="*/ 20448 w 60065"/>
                <a:gd name="connsiteY12" fmla="*/ 158961 h 171728"/>
                <a:gd name="connsiteX13" fmla="*/ 13419 w 60065"/>
                <a:gd name="connsiteY13" fmla="*/ 12768 h 171728"/>
                <a:gd name="connsiteX14" fmla="*/ 47285 w 60065"/>
                <a:gd name="connsiteY14" fmla="*/ 12768 h 171728"/>
                <a:gd name="connsiteX15" fmla="*/ 40257 w 60065"/>
                <a:gd name="connsiteY15" fmla="*/ 158961 h 171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065" h="171728">
                  <a:moveTo>
                    <a:pt x="54314" y="0"/>
                  </a:moveTo>
                  <a:lnTo>
                    <a:pt x="6390" y="0"/>
                  </a:lnTo>
                  <a:cubicBezTo>
                    <a:pt x="4473" y="0"/>
                    <a:pt x="3195" y="638"/>
                    <a:pt x="1917" y="1915"/>
                  </a:cubicBezTo>
                  <a:cubicBezTo>
                    <a:pt x="639" y="3192"/>
                    <a:pt x="0" y="5107"/>
                    <a:pt x="0" y="6384"/>
                  </a:cubicBezTo>
                  <a:lnTo>
                    <a:pt x="7668" y="165345"/>
                  </a:lnTo>
                  <a:cubicBezTo>
                    <a:pt x="7668" y="169176"/>
                    <a:pt x="10224" y="171729"/>
                    <a:pt x="14058" y="171729"/>
                  </a:cubicBezTo>
                  <a:lnTo>
                    <a:pt x="46008" y="171729"/>
                  </a:lnTo>
                  <a:cubicBezTo>
                    <a:pt x="49841" y="171729"/>
                    <a:pt x="52398" y="169176"/>
                    <a:pt x="52398" y="165345"/>
                  </a:cubicBezTo>
                  <a:lnTo>
                    <a:pt x="60065" y="6384"/>
                  </a:lnTo>
                  <a:cubicBezTo>
                    <a:pt x="60065" y="4469"/>
                    <a:pt x="59426" y="3192"/>
                    <a:pt x="58148" y="1915"/>
                  </a:cubicBezTo>
                  <a:cubicBezTo>
                    <a:pt x="57509" y="638"/>
                    <a:pt x="56231" y="0"/>
                    <a:pt x="54314" y="0"/>
                  </a:cubicBezTo>
                  <a:close/>
                  <a:moveTo>
                    <a:pt x="40257" y="158961"/>
                  </a:moveTo>
                  <a:lnTo>
                    <a:pt x="20448" y="158961"/>
                  </a:lnTo>
                  <a:lnTo>
                    <a:pt x="13419" y="12768"/>
                  </a:lnTo>
                  <a:lnTo>
                    <a:pt x="47285" y="12768"/>
                  </a:lnTo>
                  <a:lnTo>
                    <a:pt x="40257" y="158961"/>
                  </a:lnTo>
                  <a:close/>
                </a:path>
              </a:pathLst>
            </a:custGeom>
            <a:solidFill>
              <a:srgbClr val="00ABAB"/>
            </a:solidFill>
            <a:ln w="6390" cap="flat">
              <a:noFill/>
              <a:prstDash val="solid"/>
              <a:miter/>
            </a:ln>
          </p:spPr>
          <p:txBody>
            <a:bodyPr rtlCol="0" anchor="ctr"/>
            <a:lstStyle/>
            <a:p>
              <a:endParaRPr lang="en-US"/>
            </a:p>
          </p:txBody>
        </p:sp>
      </p:grpSp>
      <p:grpSp>
        <p:nvGrpSpPr>
          <p:cNvPr id="374" name="Graphic 4">
            <a:extLst>
              <a:ext uri="{FF2B5EF4-FFF2-40B4-BE49-F238E27FC236}">
                <a16:creationId xmlns:a16="http://schemas.microsoft.com/office/drawing/2014/main" id="{D02DEDC3-A52F-3044-B86B-5656FAD38E80}"/>
              </a:ext>
            </a:extLst>
          </p:cNvPr>
          <p:cNvGrpSpPr/>
          <p:nvPr/>
        </p:nvGrpSpPr>
        <p:grpSpPr>
          <a:xfrm>
            <a:off x="4660820" y="1893013"/>
            <a:ext cx="362312" cy="361971"/>
            <a:chOff x="4660820" y="1893013"/>
            <a:chExt cx="362312" cy="361971"/>
          </a:xfrm>
          <a:solidFill>
            <a:srgbClr val="00ABAB"/>
          </a:solidFill>
        </p:grpSpPr>
        <p:sp>
          <p:nvSpPr>
            <p:cNvPr id="375" name="Graphic 4">
              <a:extLst>
                <a:ext uri="{FF2B5EF4-FFF2-40B4-BE49-F238E27FC236}">
                  <a16:creationId xmlns:a16="http://schemas.microsoft.com/office/drawing/2014/main" id="{63E142D5-1529-ED45-90A1-325B9CE8C3FC}"/>
                </a:ext>
              </a:extLst>
            </p:cNvPr>
            <p:cNvSpPr/>
            <p:nvPr/>
          </p:nvSpPr>
          <p:spPr>
            <a:xfrm>
              <a:off x="4660820" y="189301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9204 h 361971"/>
                <a:gd name="connsiteX8" fmla="*/ 12780 w 362312"/>
                <a:gd name="connsiteY8" fmla="*/ 181305 h 361971"/>
                <a:gd name="connsiteX9" fmla="*/ 180835 w 362312"/>
                <a:gd name="connsiteY9" fmla="*/ 12768 h 361971"/>
                <a:gd name="connsiteX10" fmla="*/ 349529 w 362312"/>
                <a:gd name="connsiteY10" fmla="*/ 180667 h 361971"/>
                <a:gd name="connsiteX11" fmla="*/ 349529 w 362312"/>
                <a:gd name="connsiteY11" fmla="*/ 180667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ubicBezTo>
                    <a:pt x="181474" y="0"/>
                    <a:pt x="181474"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376" name="Graphic 4">
              <a:extLst>
                <a:ext uri="{FF2B5EF4-FFF2-40B4-BE49-F238E27FC236}">
                  <a16:creationId xmlns:a16="http://schemas.microsoft.com/office/drawing/2014/main" id="{5FEC1CAC-5BD9-2F4E-878C-FA6C4E41E12B}"/>
                </a:ext>
              </a:extLst>
            </p:cNvPr>
            <p:cNvSpPr/>
            <p:nvPr/>
          </p:nvSpPr>
          <p:spPr>
            <a:xfrm>
              <a:off x="4729831" y="1993241"/>
              <a:ext cx="225564" cy="161754"/>
            </a:xfrm>
            <a:custGeom>
              <a:avLst/>
              <a:gdLst>
                <a:gd name="connsiteX0" fmla="*/ 204478 w 225564"/>
                <a:gd name="connsiteY0" fmla="*/ 63840 h 161754"/>
                <a:gd name="connsiteX1" fmla="*/ 168055 w 225564"/>
                <a:gd name="connsiteY1" fmla="*/ 63840 h 161754"/>
                <a:gd name="connsiteX2" fmla="*/ 168055 w 225564"/>
                <a:gd name="connsiteY2" fmla="*/ 27451 h 161754"/>
                <a:gd name="connsiteX3" fmla="*/ 161665 w 225564"/>
                <a:gd name="connsiteY3" fmla="*/ 21067 h 161754"/>
                <a:gd name="connsiteX4" fmla="*/ 153997 w 225564"/>
                <a:gd name="connsiteY4" fmla="*/ 21067 h 161754"/>
                <a:gd name="connsiteX5" fmla="*/ 153997 w 225564"/>
                <a:gd name="connsiteY5" fmla="*/ 20429 h 161754"/>
                <a:gd name="connsiteX6" fmla="*/ 133549 w 225564"/>
                <a:gd name="connsiteY6" fmla="*/ 0 h 161754"/>
                <a:gd name="connsiteX7" fmla="*/ 113102 w 225564"/>
                <a:gd name="connsiteY7" fmla="*/ 20429 h 161754"/>
                <a:gd name="connsiteX8" fmla="*/ 113102 w 225564"/>
                <a:gd name="connsiteY8" fmla="*/ 21067 h 161754"/>
                <a:gd name="connsiteX9" fmla="*/ 20448 w 225564"/>
                <a:gd name="connsiteY9" fmla="*/ 21067 h 161754"/>
                <a:gd name="connsiteX10" fmla="*/ 14058 w 225564"/>
                <a:gd name="connsiteY10" fmla="*/ 27451 h 161754"/>
                <a:gd name="connsiteX11" fmla="*/ 14058 w 225564"/>
                <a:gd name="connsiteY11" fmla="*/ 49795 h 161754"/>
                <a:gd name="connsiteX12" fmla="*/ 6390 w 225564"/>
                <a:gd name="connsiteY12" fmla="*/ 49795 h 161754"/>
                <a:gd name="connsiteX13" fmla="*/ 0 w 225564"/>
                <a:gd name="connsiteY13" fmla="*/ 56179 h 161754"/>
                <a:gd name="connsiteX14" fmla="*/ 6390 w 225564"/>
                <a:gd name="connsiteY14" fmla="*/ 62563 h 161754"/>
                <a:gd name="connsiteX15" fmla="*/ 14058 w 225564"/>
                <a:gd name="connsiteY15" fmla="*/ 62563 h 161754"/>
                <a:gd name="connsiteX16" fmla="*/ 14058 w 225564"/>
                <a:gd name="connsiteY16" fmla="*/ 77884 h 161754"/>
                <a:gd name="connsiteX17" fmla="*/ 6390 w 225564"/>
                <a:gd name="connsiteY17" fmla="*/ 77884 h 161754"/>
                <a:gd name="connsiteX18" fmla="*/ 0 w 225564"/>
                <a:gd name="connsiteY18" fmla="*/ 84268 h 161754"/>
                <a:gd name="connsiteX19" fmla="*/ 6390 w 225564"/>
                <a:gd name="connsiteY19" fmla="*/ 90652 h 161754"/>
                <a:gd name="connsiteX20" fmla="*/ 14058 w 225564"/>
                <a:gd name="connsiteY20" fmla="*/ 90652 h 161754"/>
                <a:gd name="connsiteX21" fmla="*/ 14058 w 225564"/>
                <a:gd name="connsiteY21" fmla="*/ 141086 h 161754"/>
                <a:gd name="connsiteX22" fmla="*/ 20448 w 225564"/>
                <a:gd name="connsiteY22" fmla="*/ 147470 h 161754"/>
                <a:gd name="connsiteX23" fmla="*/ 36423 w 225564"/>
                <a:gd name="connsiteY23" fmla="*/ 147470 h 161754"/>
                <a:gd name="connsiteX24" fmla="*/ 61982 w 225564"/>
                <a:gd name="connsiteY24" fmla="*/ 160876 h 161754"/>
                <a:gd name="connsiteX25" fmla="*/ 75401 w 225564"/>
                <a:gd name="connsiteY25" fmla="*/ 147470 h 161754"/>
                <a:gd name="connsiteX26" fmla="*/ 157192 w 225564"/>
                <a:gd name="connsiteY26" fmla="*/ 147470 h 161754"/>
                <a:gd name="connsiteX27" fmla="*/ 182752 w 225564"/>
                <a:gd name="connsiteY27" fmla="*/ 160876 h 161754"/>
                <a:gd name="connsiteX28" fmla="*/ 196171 w 225564"/>
                <a:gd name="connsiteY28" fmla="*/ 147470 h 161754"/>
                <a:gd name="connsiteX29" fmla="*/ 219175 w 225564"/>
                <a:gd name="connsiteY29" fmla="*/ 147470 h 161754"/>
                <a:gd name="connsiteX30" fmla="*/ 225565 w 225564"/>
                <a:gd name="connsiteY30" fmla="*/ 141086 h 161754"/>
                <a:gd name="connsiteX31" fmla="*/ 225565 w 225564"/>
                <a:gd name="connsiteY31" fmla="*/ 84268 h 161754"/>
                <a:gd name="connsiteX32" fmla="*/ 204478 w 225564"/>
                <a:gd name="connsiteY32" fmla="*/ 63840 h 161754"/>
                <a:gd name="connsiteX33" fmla="*/ 204478 w 225564"/>
                <a:gd name="connsiteY33" fmla="*/ 63840 h 161754"/>
                <a:gd name="connsiteX34" fmla="*/ 125882 w 225564"/>
                <a:gd name="connsiteY34" fmla="*/ 20429 h 161754"/>
                <a:gd name="connsiteX35" fmla="*/ 133549 w 225564"/>
                <a:gd name="connsiteY35" fmla="*/ 12768 h 161754"/>
                <a:gd name="connsiteX36" fmla="*/ 141217 w 225564"/>
                <a:gd name="connsiteY36" fmla="*/ 20429 h 161754"/>
                <a:gd name="connsiteX37" fmla="*/ 141217 w 225564"/>
                <a:gd name="connsiteY37" fmla="*/ 21067 h 161754"/>
                <a:gd name="connsiteX38" fmla="*/ 125243 w 225564"/>
                <a:gd name="connsiteY38" fmla="*/ 21067 h 161754"/>
                <a:gd name="connsiteX39" fmla="*/ 125882 w 225564"/>
                <a:gd name="connsiteY39" fmla="*/ 20429 h 161754"/>
                <a:gd name="connsiteX40" fmla="*/ 26838 w 225564"/>
                <a:gd name="connsiteY40" fmla="*/ 62563 h 161754"/>
                <a:gd name="connsiteX41" fmla="*/ 42173 w 225564"/>
                <a:gd name="connsiteY41" fmla="*/ 62563 h 161754"/>
                <a:gd name="connsiteX42" fmla="*/ 42173 w 225564"/>
                <a:gd name="connsiteY42" fmla="*/ 77884 h 161754"/>
                <a:gd name="connsiteX43" fmla="*/ 26838 w 225564"/>
                <a:gd name="connsiteY43" fmla="*/ 77884 h 161754"/>
                <a:gd name="connsiteX44" fmla="*/ 26838 w 225564"/>
                <a:gd name="connsiteY44" fmla="*/ 62563 h 161754"/>
                <a:gd name="connsiteX45" fmla="*/ 55593 w 225564"/>
                <a:gd name="connsiteY45" fmla="*/ 148747 h 161754"/>
                <a:gd name="connsiteX46" fmla="*/ 47925 w 225564"/>
                <a:gd name="connsiteY46" fmla="*/ 141086 h 161754"/>
                <a:gd name="connsiteX47" fmla="*/ 55593 w 225564"/>
                <a:gd name="connsiteY47" fmla="*/ 133425 h 161754"/>
                <a:gd name="connsiteX48" fmla="*/ 63260 w 225564"/>
                <a:gd name="connsiteY48" fmla="*/ 141086 h 161754"/>
                <a:gd name="connsiteX49" fmla="*/ 63260 w 225564"/>
                <a:gd name="connsiteY49" fmla="*/ 141086 h 161754"/>
                <a:gd name="connsiteX50" fmla="*/ 55593 w 225564"/>
                <a:gd name="connsiteY50" fmla="*/ 148747 h 161754"/>
                <a:gd name="connsiteX51" fmla="*/ 155914 w 225564"/>
                <a:gd name="connsiteY51" fmla="*/ 134702 h 161754"/>
                <a:gd name="connsiteX52" fmla="*/ 75401 w 225564"/>
                <a:gd name="connsiteY52" fmla="*/ 134702 h 161754"/>
                <a:gd name="connsiteX53" fmla="*/ 49841 w 225564"/>
                <a:gd name="connsiteY53" fmla="*/ 121296 h 161754"/>
                <a:gd name="connsiteX54" fmla="*/ 36423 w 225564"/>
                <a:gd name="connsiteY54" fmla="*/ 134702 h 161754"/>
                <a:gd name="connsiteX55" fmla="*/ 26838 w 225564"/>
                <a:gd name="connsiteY55" fmla="*/ 134702 h 161754"/>
                <a:gd name="connsiteX56" fmla="*/ 26838 w 225564"/>
                <a:gd name="connsiteY56" fmla="*/ 90652 h 161754"/>
                <a:gd name="connsiteX57" fmla="*/ 141217 w 225564"/>
                <a:gd name="connsiteY57" fmla="*/ 90652 h 161754"/>
                <a:gd name="connsiteX58" fmla="*/ 147607 w 225564"/>
                <a:gd name="connsiteY58" fmla="*/ 84268 h 161754"/>
                <a:gd name="connsiteX59" fmla="*/ 141217 w 225564"/>
                <a:gd name="connsiteY59" fmla="*/ 77884 h 161754"/>
                <a:gd name="connsiteX60" fmla="*/ 140579 w 225564"/>
                <a:gd name="connsiteY60" fmla="*/ 77884 h 161754"/>
                <a:gd name="connsiteX61" fmla="*/ 140579 w 225564"/>
                <a:gd name="connsiteY61" fmla="*/ 62563 h 161754"/>
                <a:gd name="connsiteX62" fmla="*/ 141217 w 225564"/>
                <a:gd name="connsiteY62" fmla="*/ 62563 h 161754"/>
                <a:gd name="connsiteX63" fmla="*/ 147607 w 225564"/>
                <a:gd name="connsiteY63" fmla="*/ 56179 h 161754"/>
                <a:gd name="connsiteX64" fmla="*/ 141217 w 225564"/>
                <a:gd name="connsiteY64" fmla="*/ 49795 h 161754"/>
                <a:gd name="connsiteX65" fmla="*/ 26838 w 225564"/>
                <a:gd name="connsiteY65" fmla="*/ 49795 h 161754"/>
                <a:gd name="connsiteX66" fmla="*/ 26838 w 225564"/>
                <a:gd name="connsiteY66" fmla="*/ 33835 h 161754"/>
                <a:gd name="connsiteX67" fmla="*/ 155914 w 225564"/>
                <a:gd name="connsiteY67" fmla="*/ 33835 h 161754"/>
                <a:gd name="connsiteX68" fmla="*/ 155914 w 225564"/>
                <a:gd name="connsiteY68" fmla="*/ 134702 h 161754"/>
                <a:gd name="connsiteX69" fmla="*/ 54953 w 225564"/>
                <a:gd name="connsiteY69" fmla="*/ 77884 h 161754"/>
                <a:gd name="connsiteX70" fmla="*/ 54953 w 225564"/>
                <a:gd name="connsiteY70" fmla="*/ 62563 h 161754"/>
                <a:gd name="connsiteX71" fmla="*/ 70289 w 225564"/>
                <a:gd name="connsiteY71" fmla="*/ 62563 h 161754"/>
                <a:gd name="connsiteX72" fmla="*/ 70289 w 225564"/>
                <a:gd name="connsiteY72" fmla="*/ 77884 h 161754"/>
                <a:gd name="connsiteX73" fmla="*/ 54953 w 225564"/>
                <a:gd name="connsiteY73" fmla="*/ 77884 h 161754"/>
                <a:gd name="connsiteX74" fmla="*/ 83708 w 225564"/>
                <a:gd name="connsiteY74" fmla="*/ 77884 h 161754"/>
                <a:gd name="connsiteX75" fmla="*/ 83708 w 225564"/>
                <a:gd name="connsiteY75" fmla="*/ 62563 h 161754"/>
                <a:gd name="connsiteX76" fmla="*/ 99044 w 225564"/>
                <a:gd name="connsiteY76" fmla="*/ 62563 h 161754"/>
                <a:gd name="connsiteX77" fmla="*/ 99044 w 225564"/>
                <a:gd name="connsiteY77" fmla="*/ 77884 h 161754"/>
                <a:gd name="connsiteX78" fmla="*/ 83708 w 225564"/>
                <a:gd name="connsiteY78" fmla="*/ 77884 h 161754"/>
                <a:gd name="connsiteX79" fmla="*/ 111824 w 225564"/>
                <a:gd name="connsiteY79" fmla="*/ 77884 h 161754"/>
                <a:gd name="connsiteX80" fmla="*/ 111824 w 225564"/>
                <a:gd name="connsiteY80" fmla="*/ 62563 h 161754"/>
                <a:gd name="connsiteX81" fmla="*/ 127160 w 225564"/>
                <a:gd name="connsiteY81" fmla="*/ 62563 h 161754"/>
                <a:gd name="connsiteX82" fmla="*/ 127160 w 225564"/>
                <a:gd name="connsiteY82" fmla="*/ 77884 h 161754"/>
                <a:gd name="connsiteX83" fmla="*/ 111824 w 225564"/>
                <a:gd name="connsiteY83" fmla="*/ 77884 h 161754"/>
                <a:gd name="connsiteX84" fmla="*/ 176362 w 225564"/>
                <a:gd name="connsiteY84" fmla="*/ 148747 h 161754"/>
                <a:gd name="connsiteX85" fmla="*/ 168694 w 225564"/>
                <a:gd name="connsiteY85" fmla="*/ 141086 h 161754"/>
                <a:gd name="connsiteX86" fmla="*/ 176362 w 225564"/>
                <a:gd name="connsiteY86" fmla="*/ 133425 h 161754"/>
                <a:gd name="connsiteX87" fmla="*/ 184030 w 225564"/>
                <a:gd name="connsiteY87" fmla="*/ 141086 h 161754"/>
                <a:gd name="connsiteX88" fmla="*/ 184030 w 225564"/>
                <a:gd name="connsiteY88" fmla="*/ 141086 h 161754"/>
                <a:gd name="connsiteX89" fmla="*/ 176362 w 225564"/>
                <a:gd name="connsiteY89" fmla="*/ 148747 h 161754"/>
                <a:gd name="connsiteX90" fmla="*/ 176362 w 225564"/>
                <a:gd name="connsiteY90" fmla="*/ 148747 h 161754"/>
                <a:gd name="connsiteX91" fmla="*/ 212785 w 225564"/>
                <a:gd name="connsiteY91" fmla="*/ 134702 h 161754"/>
                <a:gd name="connsiteX92" fmla="*/ 196171 w 225564"/>
                <a:gd name="connsiteY92" fmla="*/ 134702 h 161754"/>
                <a:gd name="connsiteX93" fmla="*/ 177001 w 225564"/>
                <a:gd name="connsiteY93" fmla="*/ 120657 h 161754"/>
                <a:gd name="connsiteX94" fmla="*/ 169333 w 225564"/>
                <a:gd name="connsiteY94" fmla="*/ 121934 h 161754"/>
                <a:gd name="connsiteX95" fmla="*/ 169333 w 225564"/>
                <a:gd name="connsiteY95" fmla="*/ 76608 h 161754"/>
                <a:gd name="connsiteX96" fmla="*/ 205756 w 225564"/>
                <a:gd name="connsiteY96" fmla="*/ 76608 h 161754"/>
                <a:gd name="connsiteX97" fmla="*/ 213424 w 225564"/>
                <a:gd name="connsiteY97" fmla="*/ 84268 h 161754"/>
                <a:gd name="connsiteX98" fmla="*/ 212785 w 225564"/>
                <a:gd name="connsiteY98" fmla="*/ 134702 h 161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225564" h="161754">
                  <a:moveTo>
                    <a:pt x="204478" y="63840"/>
                  </a:moveTo>
                  <a:lnTo>
                    <a:pt x="168055" y="63840"/>
                  </a:lnTo>
                  <a:lnTo>
                    <a:pt x="168055" y="27451"/>
                  </a:lnTo>
                  <a:cubicBezTo>
                    <a:pt x="168055" y="23621"/>
                    <a:pt x="165499" y="21067"/>
                    <a:pt x="161665" y="21067"/>
                  </a:cubicBezTo>
                  <a:lnTo>
                    <a:pt x="153997" y="21067"/>
                  </a:lnTo>
                  <a:cubicBezTo>
                    <a:pt x="153997" y="21067"/>
                    <a:pt x="153997" y="20429"/>
                    <a:pt x="153997" y="20429"/>
                  </a:cubicBezTo>
                  <a:cubicBezTo>
                    <a:pt x="153997" y="8938"/>
                    <a:pt x="145052" y="0"/>
                    <a:pt x="133549" y="0"/>
                  </a:cubicBezTo>
                  <a:cubicBezTo>
                    <a:pt x="122048" y="0"/>
                    <a:pt x="113102" y="8938"/>
                    <a:pt x="113102" y="20429"/>
                  </a:cubicBezTo>
                  <a:cubicBezTo>
                    <a:pt x="113102" y="20429"/>
                    <a:pt x="113102" y="21067"/>
                    <a:pt x="113102" y="21067"/>
                  </a:cubicBezTo>
                  <a:lnTo>
                    <a:pt x="20448" y="21067"/>
                  </a:lnTo>
                  <a:cubicBezTo>
                    <a:pt x="16614" y="21067"/>
                    <a:pt x="14058" y="23621"/>
                    <a:pt x="14058" y="27451"/>
                  </a:cubicBezTo>
                  <a:lnTo>
                    <a:pt x="14058" y="49795"/>
                  </a:lnTo>
                  <a:lnTo>
                    <a:pt x="6390" y="49795"/>
                  </a:lnTo>
                  <a:cubicBezTo>
                    <a:pt x="2556" y="49795"/>
                    <a:pt x="0" y="52349"/>
                    <a:pt x="0" y="56179"/>
                  </a:cubicBezTo>
                  <a:cubicBezTo>
                    <a:pt x="0" y="60009"/>
                    <a:pt x="2556" y="62563"/>
                    <a:pt x="6390" y="62563"/>
                  </a:cubicBezTo>
                  <a:lnTo>
                    <a:pt x="14058" y="62563"/>
                  </a:lnTo>
                  <a:lnTo>
                    <a:pt x="14058" y="77884"/>
                  </a:lnTo>
                  <a:lnTo>
                    <a:pt x="6390" y="77884"/>
                  </a:lnTo>
                  <a:cubicBezTo>
                    <a:pt x="2556" y="77884"/>
                    <a:pt x="0" y="80438"/>
                    <a:pt x="0" y="84268"/>
                  </a:cubicBezTo>
                  <a:cubicBezTo>
                    <a:pt x="0" y="88099"/>
                    <a:pt x="2556" y="90652"/>
                    <a:pt x="6390" y="90652"/>
                  </a:cubicBezTo>
                  <a:lnTo>
                    <a:pt x="14058" y="90652"/>
                  </a:lnTo>
                  <a:lnTo>
                    <a:pt x="14058" y="141086"/>
                  </a:lnTo>
                  <a:cubicBezTo>
                    <a:pt x="14058" y="144916"/>
                    <a:pt x="16614" y="147470"/>
                    <a:pt x="20448" y="147470"/>
                  </a:cubicBezTo>
                  <a:lnTo>
                    <a:pt x="36423" y="147470"/>
                  </a:lnTo>
                  <a:cubicBezTo>
                    <a:pt x="39618" y="158323"/>
                    <a:pt x="51119" y="164068"/>
                    <a:pt x="61982" y="160876"/>
                  </a:cubicBezTo>
                  <a:cubicBezTo>
                    <a:pt x="68372" y="158961"/>
                    <a:pt x="72845" y="153854"/>
                    <a:pt x="75401" y="147470"/>
                  </a:cubicBezTo>
                  <a:lnTo>
                    <a:pt x="157192" y="147470"/>
                  </a:lnTo>
                  <a:cubicBezTo>
                    <a:pt x="160387" y="158323"/>
                    <a:pt x="171889" y="164068"/>
                    <a:pt x="182752" y="160876"/>
                  </a:cubicBezTo>
                  <a:cubicBezTo>
                    <a:pt x="189142" y="158961"/>
                    <a:pt x="193615" y="153854"/>
                    <a:pt x="196171" y="147470"/>
                  </a:cubicBezTo>
                  <a:lnTo>
                    <a:pt x="219175" y="147470"/>
                  </a:lnTo>
                  <a:cubicBezTo>
                    <a:pt x="223009" y="147470"/>
                    <a:pt x="225565" y="144916"/>
                    <a:pt x="225565" y="141086"/>
                  </a:cubicBezTo>
                  <a:lnTo>
                    <a:pt x="225565" y="84268"/>
                  </a:lnTo>
                  <a:cubicBezTo>
                    <a:pt x="225565" y="72777"/>
                    <a:pt x="215980" y="63840"/>
                    <a:pt x="204478" y="63840"/>
                  </a:cubicBezTo>
                  <a:cubicBezTo>
                    <a:pt x="205117" y="63840"/>
                    <a:pt x="205117" y="63840"/>
                    <a:pt x="204478" y="63840"/>
                  </a:cubicBezTo>
                  <a:close/>
                  <a:moveTo>
                    <a:pt x="125882" y="20429"/>
                  </a:moveTo>
                  <a:cubicBezTo>
                    <a:pt x="125882" y="15960"/>
                    <a:pt x="129077" y="12768"/>
                    <a:pt x="133549" y="12768"/>
                  </a:cubicBezTo>
                  <a:cubicBezTo>
                    <a:pt x="138022" y="12768"/>
                    <a:pt x="141217" y="15960"/>
                    <a:pt x="141217" y="20429"/>
                  </a:cubicBezTo>
                  <a:cubicBezTo>
                    <a:pt x="141217" y="20429"/>
                    <a:pt x="141217" y="21067"/>
                    <a:pt x="141217" y="21067"/>
                  </a:cubicBezTo>
                  <a:lnTo>
                    <a:pt x="125243" y="21067"/>
                  </a:lnTo>
                  <a:cubicBezTo>
                    <a:pt x="125882" y="21067"/>
                    <a:pt x="125882" y="20429"/>
                    <a:pt x="125882" y="20429"/>
                  </a:cubicBezTo>
                  <a:close/>
                  <a:moveTo>
                    <a:pt x="26838" y="62563"/>
                  </a:moveTo>
                  <a:lnTo>
                    <a:pt x="42173" y="62563"/>
                  </a:lnTo>
                  <a:lnTo>
                    <a:pt x="42173" y="77884"/>
                  </a:lnTo>
                  <a:lnTo>
                    <a:pt x="26838" y="77884"/>
                  </a:lnTo>
                  <a:lnTo>
                    <a:pt x="26838" y="62563"/>
                  </a:lnTo>
                  <a:close/>
                  <a:moveTo>
                    <a:pt x="55593" y="148747"/>
                  </a:moveTo>
                  <a:cubicBezTo>
                    <a:pt x="51119" y="148747"/>
                    <a:pt x="47925" y="145555"/>
                    <a:pt x="47925" y="141086"/>
                  </a:cubicBezTo>
                  <a:cubicBezTo>
                    <a:pt x="47925" y="136617"/>
                    <a:pt x="51119" y="133425"/>
                    <a:pt x="55593" y="133425"/>
                  </a:cubicBezTo>
                  <a:cubicBezTo>
                    <a:pt x="60065" y="133425"/>
                    <a:pt x="63260" y="136617"/>
                    <a:pt x="63260" y="141086"/>
                  </a:cubicBezTo>
                  <a:lnTo>
                    <a:pt x="63260" y="141086"/>
                  </a:lnTo>
                  <a:cubicBezTo>
                    <a:pt x="63260" y="145555"/>
                    <a:pt x="60065" y="148747"/>
                    <a:pt x="55593" y="148747"/>
                  </a:cubicBezTo>
                  <a:close/>
                  <a:moveTo>
                    <a:pt x="155914" y="134702"/>
                  </a:moveTo>
                  <a:lnTo>
                    <a:pt x="75401" y="134702"/>
                  </a:lnTo>
                  <a:cubicBezTo>
                    <a:pt x="72206" y="123849"/>
                    <a:pt x="60704" y="118104"/>
                    <a:pt x="49841" y="121296"/>
                  </a:cubicBezTo>
                  <a:cubicBezTo>
                    <a:pt x="43451" y="123211"/>
                    <a:pt x="38978" y="128318"/>
                    <a:pt x="36423" y="134702"/>
                  </a:cubicBezTo>
                  <a:lnTo>
                    <a:pt x="26838" y="134702"/>
                  </a:lnTo>
                  <a:lnTo>
                    <a:pt x="26838" y="90652"/>
                  </a:lnTo>
                  <a:lnTo>
                    <a:pt x="141217" y="90652"/>
                  </a:lnTo>
                  <a:cubicBezTo>
                    <a:pt x="145052" y="90652"/>
                    <a:pt x="147607" y="88099"/>
                    <a:pt x="147607" y="84268"/>
                  </a:cubicBezTo>
                  <a:cubicBezTo>
                    <a:pt x="147607" y="80438"/>
                    <a:pt x="145052" y="77884"/>
                    <a:pt x="141217" y="77884"/>
                  </a:cubicBezTo>
                  <a:lnTo>
                    <a:pt x="140579" y="77884"/>
                  </a:lnTo>
                  <a:lnTo>
                    <a:pt x="140579" y="62563"/>
                  </a:lnTo>
                  <a:lnTo>
                    <a:pt x="141217" y="62563"/>
                  </a:lnTo>
                  <a:cubicBezTo>
                    <a:pt x="145052" y="62563"/>
                    <a:pt x="147607" y="60009"/>
                    <a:pt x="147607" y="56179"/>
                  </a:cubicBezTo>
                  <a:cubicBezTo>
                    <a:pt x="147607" y="52349"/>
                    <a:pt x="145052" y="49795"/>
                    <a:pt x="141217" y="49795"/>
                  </a:cubicBezTo>
                  <a:lnTo>
                    <a:pt x="26838" y="49795"/>
                  </a:lnTo>
                  <a:lnTo>
                    <a:pt x="26838" y="33835"/>
                  </a:lnTo>
                  <a:lnTo>
                    <a:pt x="155914" y="33835"/>
                  </a:lnTo>
                  <a:lnTo>
                    <a:pt x="155914" y="134702"/>
                  </a:lnTo>
                  <a:close/>
                  <a:moveTo>
                    <a:pt x="54953" y="77884"/>
                  </a:moveTo>
                  <a:lnTo>
                    <a:pt x="54953" y="62563"/>
                  </a:lnTo>
                  <a:lnTo>
                    <a:pt x="70289" y="62563"/>
                  </a:lnTo>
                  <a:lnTo>
                    <a:pt x="70289" y="77884"/>
                  </a:lnTo>
                  <a:lnTo>
                    <a:pt x="54953" y="77884"/>
                  </a:lnTo>
                  <a:close/>
                  <a:moveTo>
                    <a:pt x="83708" y="77884"/>
                  </a:moveTo>
                  <a:lnTo>
                    <a:pt x="83708" y="62563"/>
                  </a:lnTo>
                  <a:lnTo>
                    <a:pt x="99044" y="62563"/>
                  </a:lnTo>
                  <a:lnTo>
                    <a:pt x="99044" y="77884"/>
                  </a:lnTo>
                  <a:lnTo>
                    <a:pt x="83708" y="77884"/>
                  </a:lnTo>
                  <a:close/>
                  <a:moveTo>
                    <a:pt x="111824" y="77884"/>
                  </a:moveTo>
                  <a:lnTo>
                    <a:pt x="111824" y="62563"/>
                  </a:lnTo>
                  <a:lnTo>
                    <a:pt x="127160" y="62563"/>
                  </a:lnTo>
                  <a:lnTo>
                    <a:pt x="127160" y="77884"/>
                  </a:lnTo>
                  <a:lnTo>
                    <a:pt x="111824" y="77884"/>
                  </a:lnTo>
                  <a:close/>
                  <a:moveTo>
                    <a:pt x="176362" y="148747"/>
                  </a:moveTo>
                  <a:cubicBezTo>
                    <a:pt x="171889" y="148747"/>
                    <a:pt x="168694" y="145555"/>
                    <a:pt x="168694" y="141086"/>
                  </a:cubicBezTo>
                  <a:cubicBezTo>
                    <a:pt x="168694" y="136617"/>
                    <a:pt x="171889" y="133425"/>
                    <a:pt x="176362" y="133425"/>
                  </a:cubicBezTo>
                  <a:cubicBezTo>
                    <a:pt x="180835" y="133425"/>
                    <a:pt x="184030" y="136617"/>
                    <a:pt x="184030" y="141086"/>
                  </a:cubicBezTo>
                  <a:lnTo>
                    <a:pt x="184030" y="141086"/>
                  </a:lnTo>
                  <a:cubicBezTo>
                    <a:pt x="184030" y="145555"/>
                    <a:pt x="180835" y="148747"/>
                    <a:pt x="176362" y="148747"/>
                  </a:cubicBezTo>
                  <a:lnTo>
                    <a:pt x="176362" y="148747"/>
                  </a:lnTo>
                  <a:close/>
                  <a:moveTo>
                    <a:pt x="212785" y="134702"/>
                  </a:moveTo>
                  <a:lnTo>
                    <a:pt x="196171" y="134702"/>
                  </a:lnTo>
                  <a:cubicBezTo>
                    <a:pt x="193615" y="126403"/>
                    <a:pt x="185947" y="120657"/>
                    <a:pt x="177001" y="120657"/>
                  </a:cubicBezTo>
                  <a:cubicBezTo>
                    <a:pt x="174445" y="120657"/>
                    <a:pt x="171889" y="121296"/>
                    <a:pt x="169333" y="121934"/>
                  </a:cubicBezTo>
                  <a:lnTo>
                    <a:pt x="169333" y="76608"/>
                  </a:lnTo>
                  <a:lnTo>
                    <a:pt x="205756" y="76608"/>
                  </a:lnTo>
                  <a:cubicBezTo>
                    <a:pt x="210229" y="76608"/>
                    <a:pt x="213424" y="79800"/>
                    <a:pt x="213424" y="84268"/>
                  </a:cubicBezTo>
                  <a:lnTo>
                    <a:pt x="212785" y="134702"/>
                  </a:lnTo>
                  <a:close/>
                </a:path>
              </a:pathLst>
            </a:custGeom>
            <a:solidFill>
              <a:srgbClr val="00ABAB"/>
            </a:solidFill>
            <a:ln w="6390" cap="flat">
              <a:noFill/>
              <a:prstDash val="solid"/>
              <a:miter/>
            </a:ln>
          </p:spPr>
          <p:txBody>
            <a:bodyPr rtlCol="0" anchor="ctr"/>
            <a:lstStyle/>
            <a:p>
              <a:endParaRPr lang="en-US"/>
            </a:p>
          </p:txBody>
        </p:sp>
      </p:grpSp>
      <p:grpSp>
        <p:nvGrpSpPr>
          <p:cNvPr id="377" name="Graphic 4">
            <a:extLst>
              <a:ext uri="{FF2B5EF4-FFF2-40B4-BE49-F238E27FC236}">
                <a16:creationId xmlns:a16="http://schemas.microsoft.com/office/drawing/2014/main" id="{90AA0024-79B5-8A49-B636-E7152E1F8567}"/>
              </a:ext>
            </a:extLst>
          </p:cNvPr>
          <p:cNvGrpSpPr/>
          <p:nvPr/>
        </p:nvGrpSpPr>
        <p:grpSpPr>
          <a:xfrm>
            <a:off x="5099169" y="4308712"/>
            <a:ext cx="362309" cy="361971"/>
            <a:chOff x="5099169" y="4308712"/>
            <a:chExt cx="362309" cy="361971"/>
          </a:xfrm>
          <a:solidFill>
            <a:srgbClr val="00ABAB"/>
          </a:solidFill>
        </p:grpSpPr>
        <p:sp>
          <p:nvSpPr>
            <p:cNvPr id="378" name="Graphic 4">
              <a:extLst>
                <a:ext uri="{FF2B5EF4-FFF2-40B4-BE49-F238E27FC236}">
                  <a16:creationId xmlns:a16="http://schemas.microsoft.com/office/drawing/2014/main" id="{79752357-7A37-7242-8417-56E5FA8446A6}"/>
                </a:ext>
              </a:extLst>
            </p:cNvPr>
            <p:cNvSpPr/>
            <p:nvPr/>
          </p:nvSpPr>
          <p:spPr>
            <a:xfrm>
              <a:off x="5301730" y="4384612"/>
              <a:ext cx="19169" cy="17306"/>
            </a:xfrm>
            <a:custGeom>
              <a:avLst/>
              <a:gdLst>
                <a:gd name="connsiteX0" fmla="*/ 19170 w 19169"/>
                <a:gd name="connsiteY0" fmla="*/ 8369 h 17306"/>
                <a:gd name="connsiteX1" fmla="*/ 8307 w 19169"/>
                <a:gd name="connsiteY1" fmla="*/ 70 h 17306"/>
                <a:gd name="connsiteX2" fmla="*/ 0 w 19169"/>
                <a:gd name="connsiteY2" fmla="*/ 8369 h 17306"/>
                <a:gd name="connsiteX3" fmla="*/ 0 w 19169"/>
                <a:gd name="connsiteY3" fmla="*/ 12838 h 17306"/>
                <a:gd name="connsiteX4" fmla="*/ 19170 w 19169"/>
                <a:gd name="connsiteY4" fmla="*/ 17306 h 17306"/>
                <a:gd name="connsiteX5" fmla="*/ 19170 w 19169"/>
                <a:gd name="connsiteY5" fmla="*/ 8369 h 17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7306">
                  <a:moveTo>
                    <a:pt x="19170" y="8369"/>
                  </a:moveTo>
                  <a:cubicBezTo>
                    <a:pt x="18531" y="3262"/>
                    <a:pt x="14058" y="-569"/>
                    <a:pt x="8307" y="70"/>
                  </a:cubicBezTo>
                  <a:cubicBezTo>
                    <a:pt x="3834" y="708"/>
                    <a:pt x="639" y="3900"/>
                    <a:pt x="0" y="8369"/>
                  </a:cubicBezTo>
                  <a:lnTo>
                    <a:pt x="0" y="12838"/>
                  </a:lnTo>
                  <a:lnTo>
                    <a:pt x="19170" y="17306"/>
                  </a:lnTo>
                  <a:lnTo>
                    <a:pt x="19170" y="8369"/>
                  </a:lnTo>
                  <a:close/>
                </a:path>
              </a:pathLst>
            </a:custGeom>
            <a:solidFill>
              <a:srgbClr val="00ABAB"/>
            </a:solidFill>
            <a:ln w="6390" cap="flat">
              <a:noFill/>
              <a:prstDash val="solid"/>
              <a:miter/>
            </a:ln>
          </p:spPr>
          <p:txBody>
            <a:bodyPr rtlCol="0" anchor="ctr"/>
            <a:lstStyle/>
            <a:p>
              <a:endParaRPr lang="en-US"/>
            </a:p>
          </p:txBody>
        </p:sp>
        <p:sp>
          <p:nvSpPr>
            <p:cNvPr id="379" name="Graphic 4">
              <a:extLst>
                <a:ext uri="{FF2B5EF4-FFF2-40B4-BE49-F238E27FC236}">
                  <a16:creationId xmlns:a16="http://schemas.microsoft.com/office/drawing/2014/main" id="{7A537E20-B709-AF43-A141-63463D39EF7A}"/>
                </a:ext>
              </a:extLst>
            </p:cNvPr>
            <p:cNvSpPr/>
            <p:nvPr/>
          </p:nvSpPr>
          <p:spPr>
            <a:xfrm>
              <a:off x="5301730" y="4480441"/>
              <a:ext cx="19169" cy="113704"/>
            </a:xfrm>
            <a:custGeom>
              <a:avLst/>
              <a:gdLst>
                <a:gd name="connsiteX0" fmla="*/ 0 w 19169"/>
                <a:gd name="connsiteY0" fmla="*/ 105336 h 113704"/>
                <a:gd name="connsiteX1" fmla="*/ 10863 w 19169"/>
                <a:gd name="connsiteY1" fmla="*/ 113635 h 113704"/>
                <a:gd name="connsiteX2" fmla="*/ 19170 w 19169"/>
                <a:gd name="connsiteY2" fmla="*/ 105336 h 113704"/>
                <a:gd name="connsiteX3" fmla="*/ 19170 w 19169"/>
                <a:gd name="connsiteY3" fmla="*/ 0 h 113704"/>
                <a:gd name="connsiteX4" fmla="*/ 0 w 19169"/>
                <a:gd name="connsiteY4" fmla="*/ 4469 h 113704"/>
                <a:gd name="connsiteX5" fmla="*/ 0 w 19169"/>
                <a:gd name="connsiteY5" fmla="*/ 105336 h 1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13704">
                  <a:moveTo>
                    <a:pt x="0" y="105336"/>
                  </a:moveTo>
                  <a:cubicBezTo>
                    <a:pt x="639" y="110443"/>
                    <a:pt x="5112" y="114273"/>
                    <a:pt x="10863" y="113635"/>
                  </a:cubicBezTo>
                  <a:cubicBezTo>
                    <a:pt x="15336" y="112997"/>
                    <a:pt x="18531" y="109805"/>
                    <a:pt x="19170" y="105336"/>
                  </a:cubicBezTo>
                  <a:lnTo>
                    <a:pt x="19170" y="0"/>
                  </a:lnTo>
                  <a:lnTo>
                    <a:pt x="0" y="4469"/>
                  </a:lnTo>
                  <a:lnTo>
                    <a:pt x="0" y="105336"/>
                  </a:lnTo>
                  <a:close/>
                </a:path>
              </a:pathLst>
            </a:custGeom>
            <a:solidFill>
              <a:srgbClr val="00ABAB"/>
            </a:solidFill>
            <a:ln w="6390" cap="flat">
              <a:noFill/>
              <a:prstDash val="solid"/>
              <a:miter/>
            </a:ln>
          </p:spPr>
          <p:txBody>
            <a:bodyPr rtlCol="0" anchor="ctr"/>
            <a:lstStyle/>
            <a:p>
              <a:endParaRPr lang="en-US"/>
            </a:p>
          </p:txBody>
        </p:sp>
        <p:sp>
          <p:nvSpPr>
            <p:cNvPr id="380" name="Graphic 4">
              <a:extLst>
                <a:ext uri="{FF2B5EF4-FFF2-40B4-BE49-F238E27FC236}">
                  <a16:creationId xmlns:a16="http://schemas.microsoft.com/office/drawing/2014/main" id="{B1374AFD-CA46-7D4C-B952-7C8C82A52317}"/>
                </a:ext>
              </a:extLst>
            </p:cNvPr>
            <p:cNvSpPr/>
            <p:nvPr/>
          </p:nvSpPr>
          <p:spPr>
            <a:xfrm>
              <a:off x="5207911" y="4392342"/>
              <a:ext cx="145577" cy="97674"/>
            </a:xfrm>
            <a:custGeom>
              <a:avLst/>
              <a:gdLst>
                <a:gd name="connsiteX0" fmla="*/ 10750 w 145577"/>
                <a:gd name="connsiteY0" fmla="*/ 97675 h 97674"/>
                <a:gd name="connsiteX1" fmla="*/ 145578 w 145577"/>
                <a:gd name="connsiteY1" fmla="*/ 67670 h 97674"/>
                <a:gd name="connsiteX2" fmla="*/ 145578 w 145577"/>
                <a:gd name="connsiteY2" fmla="*/ 30004 h 97674"/>
                <a:gd name="connsiteX3" fmla="*/ 11389 w 145577"/>
                <a:gd name="connsiteY3" fmla="*/ 0 h 97674"/>
                <a:gd name="connsiteX4" fmla="*/ 10750 w 145577"/>
                <a:gd name="connsiteY4" fmla="*/ 97675 h 97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77" h="97674">
                  <a:moveTo>
                    <a:pt x="10750" y="97675"/>
                  </a:moveTo>
                  <a:lnTo>
                    <a:pt x="145578" y="67670"/>
                  </a:lnTo>
                  <a:lnTo>
                    <a:pt x="145578" y="30004"/>
                  </a:lnTo>
                  <a:lnTo>
                    <a:pt x="11389" y="0"/>
                  </a:lnTo>
                  <a:cubicBezTo>
                    <a:pt x="4999" y="13406"/>
                    <a:pt x="-10337" y="56179"/>
                    <a:pt x="10750" y="97675"/>
                  </a:cubicBezTo>
                  <a:close/>
                </a:path>
              </a:pathLst>
            </a:custGeom>
            <a:solidFill>
              <a:srgbClr val="00ABAB"/>
            </a:solidFill>
            <a:ln w="6390" cap="flat">
              <a:noFill/>
              <a:prstDash val="solid"/>
              <a:miter/>
            </a:ln>
          </p:spPr>
          <p:txBody>
            <a:bodyPr rtlCol="0" anchor="ctr"/>
            <a:lstStyle/>
            <a:p>
              <a:endParaRPr lang="en-US"/>
            </a:p>
          </p:txBody>
        </p:sp>
        <p:sp>
          <p:nvSpPr>
            <p:cNvPr id="381" name="Graphic 4">
              <a:extLst>
                <a:ext uri="{FF2B5EF4-FFF2-40B4-BE49-F238E27FC236}">
                  <a16:creationId xmlns:a16="http://schemas.microsoft.com/office/drawing/2014/main" id="{B14B85CF-8470-C84A-A259-B525A761D8C1}"/>
                </a:ext>
              </a:extLst>
            </p:cNvPr>
            <p:cNvSpPr/>
            <p:nvPr/>
          </p:nvSpPr>
          <p:spPr>
            <a:xfrm>
              <a:off x="5099169" y="430871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66460 w 362309"/>
                <a:gd name="connsiteY7" fmla="*/ 157046 h 361971"/>
                <a:gd name="connsiteX8" fmla="*/ 261349 w 362309"/>
                <a:gd name="connsiteY8" fmla="*/ 163430 h 361971"/>
                <a:gd name="connsiteX9" fmla="*/ 234511 w 362309"/>
                <a:gd name="connsiteY9" fmla="*/ 169176 h 361971"/>
                <a:gd name="connsiteX10" fmla="*/ 234511 w 362309"/>
                <a:gd name="connsiteY10" fmla="*/ 277065 h 361971"/>
                <a:gd name="connsiteX11" fmla="*/ 210229 w 362309"/>
                <a:gd name="connsiteY11" fmla="*/ 297494 h 361971"/>
                <a:gd name="connsiteX12" fmla="*/ 189781 w 362309"/>
                <a:gd name="connsiteY12" fmla="*/ 277065 h 361971"/>
                <a:gd name="connsiteX13" fmla="*/ 189781 w 362309"/>
                <a:gd name="connsiteY13" fmla="*/ 178752 h 361971"/>
                <a:gd name="connsiteX14" fmla="*/ 117575 w 362309"/>
                <a:gd name="connsiteY14" fmla="*/ 194711 h 361971"/>
                <a:gd name="connsiteX15" fmla="*/ 116297 w 362309"/>
                <a:gd name="connsiteY15" fmla="*/ 194711 h 361971"/>
                <a:gd name="connsiteX16" fmla="*/ 110546 w 362309"/>
                <a:gd name="connsiteY16" fmla="*/ 191519 h 361971"/>
                <a:gd name="connsiteX17" fmla="*/ 110546 w 362309"/>
                <a:gd name="connsiteY17" fmla="*/ 73416 h 361971"/>
                <a:gd name="connsiteX18" fmla="*/ 117575 w 362309"/>
                <a:gd name="connsiteY18" fmla="*/ 70224 h 361971"/>
                <a:gd name="connsiteX19" fmla="*/ 189781 w 362309"/>
                <a:gd name="connsiteY19" fmla="*/ 86184 h 361971"/>
                <a:gd name="connsiteX20" fmla="*/ 189781 w 362309"/>
                <a:gd name="connsiteY20" fmla="*/ 84269 h 361971"/>
                <a:gd name="connsiteX21" fmla="*/ 214063 w 362309"/>
                <a:gd name="connsiteY21" fmla="*/ 63840 h 361971"/>
                <a:gd name="connsiteX22" fmla="*/ 234511 w 362309"/>
                <a:gd name="connsiteY22" fmla="*/ 84269 h 361971"/>
                <a:gd name="connsiteX23" fmla="*/ 234511 w 362309"/>
                <a:gd name="connsiteY23" fmla="*/ 95760 h 361971"/>
                <a:gd name="connsiteX24" fmla="*/ 261349 w 362309"/>
                <a:gd name="connsiteY24" fmla="*/ 102144 h 361971"/>
                <a:gd name="connsiteX25" fmla="*/ 266460 w 362309"/>
                <a:gd name="connsiteY25" fmla="*/ 108528 h 361971"/>
                <a:gd name="connsiteX26" fmla="*/ 266460 w 362309"/>
                <a:gd name="connsiteY26" fmla="*/ 15704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1077"/>
                    <a:pt x="281157" y="0"/>
                    <a:pt x="181474" y="0"/>
                  </a:cubicBezTo>
                  <a:cubicBezTo>
                    <a:pt x="181474" y="0"/>
                    <a:pt x="181474" y="0"/>
                    <a:pt x="181474" y="0"/>
                  </a:cubicBezTo>
                  <a:close/>
                  <a:moveTo>
                    <a:pt x="266460" y="157046"/>
                  </a:moveTo>
                  <a:cubicBezTo>
                    <a:pt x="266460" y="160238"/>
                    <a:pt x="264544" y="162792"/>
                    <a:pt x="261349" y="163430"/>
                  </a:cubicBezTo>
                  <a:lnTo>
                    <a:pt x="234511" y="169176"/>
                  </a:lnTo>
                  <a:lnTo>
                    <a:pt x="234511" y="277065"/>
                  </a:lnTo>
                  <a:cubicBezTo>
                    <a:pt x="233872" y="289194"/>
                    <a:pt x="223009" y="298770"/>
                    <a:pt x="210229" y="297494"/>
                  </a:cubicBezTo>
                  <a:cubicBezTo>
                    <a:pt x="199366" y="296855"/>
                    <a:pt x="190420" y="287918"/>
                    <a:pt x="189781" y="277065"/>
                  </a:cubicBezTo>
                  <a:lnTo>
                    <a:pt x="189781" y="178752"/>
                  </a:lnTo>
                  <a:lnTo>
                    <a:pt x="117575" y="194711"/>
                  </a:lnTo>
                  <a:lnTo>
                    <a:pt x="116297" y="194711"/>
                  </a:lnTo>
                  <a:cubicBezTo>
                    <a:pt x="113741" y="194711"/>
                    <a:pt x="111824" y="193435"/>
                    <a:pt x="110546" y="191519"/>
                  </a:cubicBezTo>
                  <a:cubicBezTo>
                    <a:pt x="78596" y="134064"/>
                    <a:pt x="109268" y="75331"/>
                    <a:pt x="110546" y="73416"/>
                  </a:cubicBezTo>
                  <a:cubicBezTo>
                    <a:pt x="111824" y="70862"/>
                    <a:pt x="115019" y="69586"/>
                    <a:pt x="117575" y="70224"/>
                  </a:cubicBezTo>
                  <a:lnTo>
                    <a:pt x="189781" y="86184"/>
                  </a:lnTo>
                  <a:lnTo>
                    <a:pt x="189781" y="84269"/>
                  </a:lnTo>
                  <a:cubicBezTo>
                    <a:pt x="190420" y="72139"/>
                    <a:pt x="201283" y="62563"/>
                    <a:pt x="214063" y="63840"/>
                  </a:cubicBezTo>
                  <a:cubicBezTo>
                    <a:pt x="224926" y="64478"/>
                    <a:pt x="233872" y="73416"/>
                    <a:pt x="234511" y="84269"/>
                  </a:cubicBezTo>
                  <a:lnTo>
                    <a:pt x="234511" y="95760"/>
                  </a:lnTo>
                  <a:lnTo>
                    <a:pt x="261349" y="102144"/>
                  </a:lnTo>
                  <a:cubicBezTo>
                    <a:pt x="264544" y="102782"/>
                    <a:pt x="266460" y="105336"/>
                    <a:pt x="266460" y="108528"/>
                  </a:cubicBezTo>
                  <a:lnTo>
                    <a:pt x="266460" y="157046"/>
                  </a:lnTo>
                  <a:close/>
                </a:path>
              </a:pathLst>
            </a:custGeom>
            <a:solidFill>
              <a:srgbClr val="00ABAB"/>
            </a:solidFill>
            <a:ln w="6390" cap="flat">
              <a:noFill/>
              <a:prstDash val="solid"/>
              <a:miter/>
            </a:ln>
          </p:spPr>
          <p:txBody>
            <a:bodyPr rtlCol="0" anchor="ctr"/>
            <a:lstStyle/>
            <a:p>
              <a:endParaRPr lang="en-US"/>
            </a:p>
          </p:txBody>
        </p:sp>
      </p:grpSp>
      <p:grpSp>
        <p:nvGrpSpPr>
          <p:cNvPr id="382" name="Graphic 4">
            <a:extLst>
              <a:ext uri="{FF2B5EF4-FFF2-40B4-BE49-F238E27FC236}">
                <a16:creationId xmlns:a16="http://schemas.microsoft.com/office/drawing/2014/main" id="{0FED2906-9BA7-A64D-BF6F-9DABA26CE8FD}"/>
              </a:ext>
            </a:extLst>
          </p:cNvPr>
          <p:cNvGrpSpPr/>
          <p:nvPr/>
        </p:nvGrpSpPr>
        <p:grpSpPr>
          <a:xfrm>
            <a:off x="4045469" y="4308712"/>
            <a:ext cx="362309" cy="361971"/>
            <a:chOff x="4045469" y="4308712"/>
            <a:chExt cx="362309" cy="361971"/>
          </a:xfrm>
          <a:solidFill>
            <a:srgbClr val="00ABAB"/>
          </a:solidFill>
        </p:grpSpPr>
        <p:sp>
          <p:nvSpPr>
            <p:cNvPr id="383" name="Graphic 4">
              <a:extLst>
                <a:ext uri="{FF2B5EF4-FFF2-40B4-BE49-F238E27FC236}">
                  <a16:creationId xmlns:a16="http://schemas.microsoft.com/office/drawing/2014/main" id="{906DC315-6C00-0C49-994D-68B1EB461D95}"/>
                </a:ext>
              </a:extLst>
            </p:cNvPr>
            <p:cNvSpPr/>
            <p:nvPr/>
          </p:nvSpPr>
          <p:spPr>
            <a:xfrm>
              <a:off x="4209690" y="4384681"/>
              <a:ext cx="34505" cy="146192"/>
            </a:xfrm>
            <a:custGeom>
              <a:avLst/>
              <a:gdLst>
                <a:gd name="connsiteX0" fmla="*/ 7668 w 34505"/>
                <a:gd name="connsiteY0" fmla="*/ 146193 h 146192"/>
                <a:gd name="connsiteX1" fmla="*/ 26838 w 34505"/>
                <a:gd name="connsiteY1" fmla="*/ 146193 h 146192"/>
                <a:gd name="connsiteX2" fmla="*/ 34506 w 34505"/>
                <a:gd name="connsiteY2" fmla="*/ 0 h 146192"/>
                <a:gd name="connsiteX3" fmla="*/ 0 w 34505"/>
                <a:gd name="connsiteY3" fmla="*/ 0 h 146192"/>
              </a:gdLst>
              <a:ahLst/>
              <a:cxnLst>
                <a:cxn ang="0">
                  <a:pos x="connsiteX0" y="connsiteY0"/>
                </a:cxn>
                <a:cxn ang="0">
                  <a:pos x="connsiteX1" y="connsiteY1"/>
                </a:cxn>
                <a:cxn ang="0">
                  <a:pos x="connsiteX2" y="connsiteY2"/>
                </a:cxn>
                <a:cxn ang="0">
                  <a:pos x="connsiteX3" y="connsiteY3"/>
                </a:cxn>
              </a:cxnLst>
              <a:rect l="l" t="t" r="r" b="b"/>
              <a:pathLst>
                <a:path w="34505" h="146192">
                  <a:moveTo>
                    <a:pt x="7668" y="146193"/>
                  </a:moveTo>
                  <a:lnTo>
                    <a:pt x="26838" y="146193"/>
                  </a:lnTo>
                  <a:lnTo>
                    <a:pt x="34506" y="0"/>
                  </a:lnTo>
                  <a:lnTo>
                    <a:pt x="0" y="0"/>
                  </a:lnTo>
                  <a:close/>
                </a:path>
              </a:pathLst>
            </a:custGeom>
            <a:solidFill>
              <a:srgbClr val="00ABAB"/>
            </a:solidFill>
            <a:ln w="6390" cap="flat">
              <a:noFill/>
              <a:prstDash val="solid"/>
              <a:miter/>
            </a:ln>
          </p:spPr>
          <p:txBody>
            <a:bodyPr rtlCol="0" anchor="ctr"/>
            <a:lstStyle/>
            <a:p>
              <a:endParaRPr lang="en-US"/>
            </a:p>
          </p:txBody>
        </p:sp>
        <p:sp>
          <p:nvSpPr>
            <p:cNvPr id="384" name="Graphic 4">
              <a:extLst>
                <a:ext uri="{FF2B5EF4-FFF2-40B4-BE49-F238E27FC236}">
                  <a16:creationId xmlns:a16="http://schemas.microsoft.com/office/drawing/2014/main" id="{ECD8A0DA-7134-534A-8061-37CE99734341}"/>
                </a:ext>
              </a:extLst>
            </p:cNvPr>
            <p:cNvSpPr/>
            <p:nvPr/>
          </p:nvSpPr>
          <p:spPr>
            <a:xfrm>
              <a:off x="4217358" y="4574924"/>
              <a:ext cx="19169" cy="19151"/>
            </a:xfrm>
            <a:custGeom>
              <a:avLst/>
              <a:gdLst>
                <a:gd name="connsiteX0" fmla="*/ 9585 w 19169"/>
                <a:gd name="connsiteY0" fmla="*/ 0 h 19151"/>
                <a:gd name="connsiteX1" fmla="*/ 0 w 19169"/>
                <a:gd name="connsiteY1" fmla="*/ 9576 h 19151"/>
                <a:gd name="connsiteX2" fmla="*/ 9585 w 19169"/>
                <a:gd name="connsiteY2" fmla="*/ 19152 h 19151"/>
                <a:gd name="connsiteX3" fmla="*/ 19170 w 19169"/>
                <a:gd name="connsiteY3" fmla="*/ 9576 h 19151"/>
                <a:gd name="connsiteX4" fmla="*/ 19170 w 19169"/>
                <a:gd name="connsiteY4" fmla="*/ 9576 h 19151"/>
                <a:gd name="connsiteX5" fmla="*/ 9585 w 19169"/>
                <a:gd name="connsiteY5" fmla="*/ 0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9151">
                  <a:moveTo>
                    <a:pt x="9585" y="0"/>
                  </a:moveTo>
                  <a:cubicBezTo>
                    <a:pt x="4473" y="0"/>
                    <a:pt x="0" y="4469"/>
                    <a:pt x="0" y="9576"/>
                  </a:cubicBezTo>
                  <a:cubicBezTo>
                    <a:pt x="0" y="14683"/>
                    <a:pt x="4473" y="19152"/>
                    <a:pt x="9585" y="19152"/>
                  </a:cubicBezTo>
                  <a:cubicBezTo>
                    <a:pt x="14697" y="19152"/>
                    <a:pt x="19170" y="14683"/>
                    <a:pt x="19170" y="9576"/>
                  </a:cubicBezTo>
                  <a:lnTo>
                    <a:pt x="19170" y="9576"/>
                  </a:lnTo>
                  <a:cubicBezTo>
                    <a:pt x="19170" y="4469"/>
                    <a:pt x="14697" y="0"/>
                    <a:pt x="9585" y="0"/>
                  </a:cubicBezTo>
                  <a:close/>
                </a:path>
              </a:pathLst>
            </a:custGeom>
            <a:solidFill>
              <a:srgbClr val="00ABAB"/>
            </a:solidFill>
            <a:ln w="6390" cap="flat">
              <a:noFill/>
              <a:prstDash val="solid"/>
              <a:miter/>
            </a:ln>
          </p:spPr>
          <p:txBody>
            <a:bodyPr rtlCol="0" anchor="ctr"/>
            <a:lstStyle/>
            <a:p>
              <a:endParaRPr lang="en-US"/>
            </a:p>
          </p:txBody>
        </p:sp>
        <p:sp>
          <p:nvSpPr>
            <p:cNvPr id="385" name="Graphic 4">
              <a:extLst>
                <a:ext uri="{FF2B5EF4-FFF2-40B4-BE49-F238E27FC236}">
                  <a16:creationId xmlns:a16="http://schemas.microsoft.com/office/drawing/2014/main" id="{E04A9311-0BC6-754B-AF6D-BB234FC70E50}"/>
                </a:ext>
              </a:extLst>
            </p:cNvPr>
            <p:cNvSpPr/>
            <p:nvPr/>
          </p:nvSpPr>
          <p:spPr>
            <a:xfrm>
              <a:off x="4045469" y="4308712"/>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298132 h 361971"/>
                <a:gd name="connsiteX8" fmla="*/ 159110 w 362309"/>
                <a:gd name="connsiteY8" fmla="*/ 275788 h 361971"/>
                <a:gd name="connsiteX9" fmla="*/ 181474 w 362309"/>
                <a:gd name="connsiteY9" fmla="*/ 253444 h 361971"/>
                <a:gd name="connsiteX10" fmla="*/ 203839 w 362309"/>
                <a:gd name="connsiteY10" fmla="*/ 275788 h 361971"/>
                <a:gd name="connsiteX11" fmla="*/ 203839 w 362309"/>
                <a:gd name="connsiteY11" fmla="*/ 275788 h 361971"/>
                <a:gd name="connsiteX12" fmla="*/ 181474 w 362309"/>
                <a:gd name="connsiteY12" fmla="*/ 298132 h 361971"/>
                <a:gd name="connsiteX13" fmla="*/ 181474 w 362309"/>
                <a:gd name="connsiteY13" fmla="*/ 298132 h 361971"/>
                <a:gd name="connsiteX14" fmla="*/ 203839 w 362309"/>
                <a:gd name="connsiteY14" fmla="*/ 228546 h 361971"/>
                <a:gd name="connsiteX15" fmla="*/ 197449 w 362309"/>
                <a:gd name="connsiteY15" fmla="*/ 234930 h 361971"/>
                <a:gd name="connsiteX16" fmla="*/ 165500 w 362309"/>
                <a:gd name="connsiteY16" fmla="*/ 234930 h 361971"/>
                <a:gd name="connsiteX17" fmla="*/ 159110 w 362309"/>
                <a:gd name="connsiteY17" fmla="*/ 228546 h 361971"/>
                <a:gd name="connsiteX18" fmla="*/ 151442 w 362309"/>
                <a:gd name="connsiteY18" fmla="*/ 69586 h 361971"/>
                <a:gd name="connsiteX19" fmla="*/ 153358 w 362309"/>
                <a:gd name="connsiteY19" fmla="*/ 65117 h 361971"/>
                <a:gd name="connsiteX20" fmla="*/ 157832 w 362309"/>
                <a:gd name="connsiteY20" fmla="*/ 63202 h 361971"/>
                <a:gd name="connsiteX21" fmla="*/ 205756 w 362309"/>
                <a:gd name="connsiteY21" fmla="*/ 63202 h 361971"/>
                <a:gd name="connsiteX22" fmla="*/ 210229 w 362309"/>
                <a:gd name="connsiteY22" fmla="*/ 65117 h 361971"/>
                <a:gd name="connsiteX23" fmla="*/ 212146 w 362309"/>
                <a:gd name="connsiteY23" fmla="*/ 69586 h 361971"/>
                <a:gd name="connsiteX24" fmla="*/ 203839 w 362309"/>
                <a:gd name="connsiteY24" fmla="*/ 22854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cubicBezTo>
                    <a:pt x="362310" y="181305"/>
                    <a:pt x="362310" y="181305"/>
                    <a:pt x="362310" y="181305"/>
                  </a:cubicBezTo>
                  <a:cubicBezTo>
                    <a:pt x="362310" y="81077"/>
                    <a:pt x="281796" y="0"/>
                    <a:pt x="181474" y="0"/>
                  </a:cubicBezTo>
                  <a:cubicBezTo>
                    <a:pt x="181474" y="0"/>
                    <a:pt x="181474" y="0"/>
                    <a:pt x="181474" y="0"/>
                  </a:cubicBezTo>
                  <a:close/>
                  <a:moveTo>
                    <a:pt x="181474" y="298132"/>
                  </a:moveTo>
                  <a:cubicBezTo>
                    <a:pt x="169333" y="298132"/>
                    <a:pt x="159110" y="287918"/>
                    <a:pt x="159110" y="275788"/>
                  </a:cubicBezTo>
                  <a:cubicBezTo>
                    <a:pt x="159110" y="263658"/>
                    <a:pt x="169333" y="253444"/>
                    <a:pt x="181474" y="253444"/>
                  </a:cubicBezTo>
                  <a:cubicBezTo>
                    <a:pt x="193615" y="253444"/>
                    <a:pt x="203839" y="263658"/>
                    <a:pt x="203839" y="275788"/>
                  </a:cubicBezTo>
                  <a:cubicBezTo>
                    <a:pt x="203839" y="275788"/>
                    <a:pt x="203839" y="275788"/>
                    <a:pt x="203839" y="275788"/>
                  </a:cubicBezTo>
                  <a:cubicBezTo>
                    <a:pt x="203839" y="288556"/>
                    <a:pt x="193615" y="298132"/>
                    <a:pt x="181474" y="298132"/>
                  </a:cubicBezTo>
                  <a:lnTo>
                    <a:pt x="181474" y="298132"/>
                  </a:lnTo>
                  <a:close/>
                  <a:moveTo>
                    <a:pt x="203839" y="228546"/>
                  </a:moveTo>
                  <a:cubicBezTo>
                    <a:pt x="203839" y="232377"/>
                    <a:pt x="201283" y="234930"/>
                    <a:pt x="197449" y="234930"/>
                  </a:cubicBezTo>
                  <a:lnTo>
                    <a:pt x="165500" y="234930"/>
                  </a:lnTo>
                  <a:cubicBezTo>
                    <a:pt x="161666" y="234930"/>
                    <a:pt x="159110" y="232377"/>
                    <a:pt x="159110" y="228546"/>
                  </a:cubicBezTo>
                  <a:lnTo>
                    <a:pt x="151442" y="69586"/>
                  </a:lnTo>
                  <a:cubicBezTo>
                    <a:pt x="151442" y="67670"/>
                    <a:pt x="152081" y="66394"/>
                    <a:pt x="153358" y="65117"/>
                  </a:cubicBezTo>
                  <a:cubicBezTo>
                    <a:pt x="154637" y="63840"/>
                    <a:pt x="155915" y="63202"/>
                    <a:pt x="157832" y="63202"/>
                  </a:cubicBezTo>
                  <a:lnTo>
                    <a:pt x="205756" y="63202"/>
                  </a:lnTo>
                  <a:cubicBezTo>
                    <a:pt x="207673" y="63202"/>
                    <a:pt x="208951" y="63840"/>
                    <a:pt x="210229" y="65117"/>
                  </a:cubicBezTo>
                  <a:cubicBezTo>
                    <a:pt x="211507" y="66394"/>
                    <a:pt x="212146" y="68309"/>
                    <a:pt x="212146" y="69586"/>
                  </a:cubicBezTo>
                  <a:lnTo>
                    <a:pt x="203839" y="228546"/>
                  </a:lnTo>
                  <a:close/>
                </a:path>
              </a:pathLst>
            </a:custGeom>
            <a:solidFill>
              <a:srgbClr val="00ABAB"/>
            </a:solidFill>
            <a:ln w="6390" cap="flat">
              <a:noFill/>
              <a:prstDash val="solid"/>
              <a:miter/>
            </a:ln>
          </p:spPr>
          <p:txBody>
            <a:bodyPr rtlCol="0" anchor="ctr"/>
            <a:lstStyle/>
            <a:p>
              <a:endParaRPr lang="en-US"/>
            </a:p>
          </p:txBody>
        </p:sp>
      </p:grpSp>
      <p:grpSp>
        <p:nvGrpSpPr>
          <p:cNvPr id="386" name="Graphic 4">
            <a:extLst>
              <a:ext uri="{FF2B5EF4-FFF2-40B4-BE49-F238E27FC236}">
                <a16:creationId xmlns:a16="http://schemas.microsoft.com/office/drawing/2014/main" id="{6B504710-BA63-4440-8EDB-BC9965BAD20F}"/>
              </a:ext>
            </a:extLst>
          </p:cNvPr>
          <p:cNvGrpSpPr/>
          <p:nvPr/>
        </p:nvGrpSpPr>
        <p:grpSpPr>
          <a:xfrm>
            <a:off x="5099169" y="1893013"/>
            <a:ext cx="362309" cy="361971"/>
            <a:chOff x="5099169" y="1893013"/>
            <a:chExt cx="362309" cy="361971"/>
          </a:xfrm>
          <a:solidFill>
            <a:srgbClr val="00ABAB"/>
          </a:solidFill>
        </p:grpSpPr>
        <p:sp>
          <p:nvSpPr>
            <p:cNvPr id="387" name="Graphic 4">
              <a:extLst>
                <a:ext uri="{FF2B5EF4-FFF2-40B4-BE49-F238E27FC236}">
                  <a16:creationId xmlns:a16="http://schemas.microsoft.com/office/drawing/2014/main" id="{8F1074AD-1202-5C43-AF61-7A90511E6F8E}"/>
                </a:ext>
              </a:extLst>
            </p:cNvPr>
            <p:cNvSpPr/>
            <p:nvPr/>
          </p:nvSpPr>
          <p:spPr>
            <a:xfrm>
              <a:off x="5279366" y="2055804"/>
              <a:ext cx="15335" cy="15321"/>
            </a:xfrm>
            <a:custGeom>
              <a:avLst/>
              <a:gdLst>
                <a:gd name="connsiteX0" fmla="*/ 0 w 15335"/>
                <a:gd name="connsiteY0" fmla="*/ 0 h 15321"/>
                <a:gd name="connsiteX1" fmla="*/ 15336 w 15335"/>
                <a:gd name="connsiteY1" fmla="*/ 0 h 15321"/>
                <a:gd name="connsiteX2" fmla="*/ 15336 w 15335"/>
                <a:gd name="connsiteY2" fmla="*/ 15321 h 15321"/>
                <a:gd name="connsiteX3" fmla="*/ 0 w 15335"/>
                <a:gd name="connsiteY3" fmla="*/ 15321 h 15321"/>
              </a:gdLst>
              <a:ahLst/>
              <a:cxnLst>
                <a:cxn ang="0">
                  <a:pos x="connsiteX0" y="connsiteY0"/>
                </a:cxn>
                <a:cxn ang="0">
                  <a:pos x="connsiteX1" y="connsiteY1"/>
                </a:cxn>
                <a:cxn ang="0">
                  <a:pos x="connsiteX2" y="connsiteY2"/>
                </a:cxn>
                <a:cxn ang="0">
                  <a:pos x="connsiteX3" y="connsiteY3"/>
                </a:cxn>
              </a:cxnLst>
              <a:rect l="l" t="t" r="r" b="b"/>
              <a:pathLst>
                <a:path w="15335" h="15321">
                  <a:moveTo>
                    <a:pt x="0" y="0"/>
                  </a:moveTo>
                  <a:lnTo>
                    <a:pt x="15336" y="0"/>
                  </a:lnTo>
                  <a:lnTo>
                    <a:pt x="15336" y="15321"/>
                  </a:lnTo>
                  <a:lnTo>
                    <a:pt x="0" y="15321"/>
                  </a:lnTo>
                  <a:close/>
                </a:path>
              </a:pathLst>
            </a:custGeom>
            <a:solidFill>
              <a:srgbClr val="00ABAB"/>
            </a:solidFill>
            <a:ln w="6390" cap="flat">
              <a:noFill/>
              <a:prstDash val="solid"/>
              <a:miter/>
            </a:ln>
          </p:spPr>
          <p:txBody>
            <a:bodyPr rtlCol="0" anchor="ctr"/>
            <a:lstStyle/>
            <a:p>
              <a:endParaRPr lang="en-US"/>
            </a:p>
          </p:txBody>
        </p:sp>
        <p:sp>
          <p:nvSpPr>
            <p:cNvPr id="388" name="Graphic 4">
              <a:extLst>
                <a:ext uri="{FF2B5EF4-FFF2-40B4-BE49-F238E27FC236}">
                  <a16:creationId xmlns:a16="http://schemas.microsoft.com/office/drawing/2014/main" id="{15B81FDA-6A9A-7C4D-9E95-15E2B184A4B7}"/>
                </a:ext>
              </a:extLst>
            </p:cNvPr>
            <p:cNvSpPr/>
            <p:nvPr/>
          </p:nvSpPr>
          <p:spPr>
            <a:xfrm>
              <a:off x="5194380" y="2027076"/>
              <a:ext cx="129076" cy="100867"/>
            </a:xfrm>
            <a:custGeom>
              <a:avLst/>
              <a:gdLst>
                <a:gd name="connsiteX0" fmla="*/ 0 w 129076"/>
                <a:gd name="connsiteY0" fmla="*/ 15960 h 100867"/>
                <a:gd name="connsiteX1" fmla="*/ 114380 w 129076"/>
                <a:gd name="connsiteY1" fmla="*/ 15960 h 100867"/>
                <a:gd name="connsiteX2" fmla="*/ 120770 w 129076"/>
                <a:gd name="connsiteY2" fmla="*/ 22344 h 100867"/>
                <a:gd name="connsiteX3" fmla="*/ 114380 w 129076"/>
                <a:gd name="connsiteY3" fmla="*/ 28728 h 100867"/>
                <a:gd name="connsiteX4" fmla="*/ 113741 w 129076"/>
                <a:gd name="connsiteY4" fmla="*/ 28728 h 100867"/>
                <a:gd name="connsiteX5" fmla="*/ 113741 w 129076"/>
                <a:gd name="connsiteY5" fmla="*/ 44049 h 100867"/>
                <a:gd name="connsiteX6" fmla="*/ 114380 w 129076"/>
                <a:gd name="connsiteY6" fmla="*/ 44049 h 100867"/>
                <a:gd name="connsiteX7" fmla="*/ 120770 w 129076"/>
                <a:gd name="connsiteY7" fmla="*/ 50433 h 100867"/>
                <a:gd name="connsiteX8" fmla="*/ 114380 w 129076"/>
                <a:gd name="connsiteY8" fmla="*/ 56817 h 100867"/>
                <a:gd name="connsiteX9" fmla="*/ 0 w 129076"/>
                <a:gd name="connsiteY9" fmla="*/ 56817 h 100867"/>
                <a:gd name="connsiteX10" fmla="*/ 0 w 129076"/>
                <a:gd name="connsiteY10" fmla="*/ 100867 h 100867"/>
                <a:gd name="connsiteX11" fmla="*/ 9585 w 129076"/>
                <a:gd name="connsiteY11" fmla="*/ 100867 h 100867"/>
                <a:gd name="connsiteX12" fmla="*/ 35145 w 129076"/>
                <a:gd name="connsiteY12" fmla="*/ 87461 h 100867"/>
                <a:gd name="connsiteX13" fmla="*/ 48563 w 129076"/>
                <a:gd name="connsiteY13" fmla="*/ 100867 h 100867"/>
                <a:gd name="connsiteX14" fmla="*/ 129076 w 129076"/>
                <a:gd name="connsiteY14" fmla="*/ 100867 h 100867"/>
                <a:gd name="connsiteX15" fmla="*/ 129076 w 129076"/>
                <a:gd name="connsiteY15" fmla="*/ 0 h 100867"/>
                <a:gd name="connsiteX16" fmla="*/ 0 w 129076"/>
                <a:gd name="connsiteY16" fmla="*/ 0 h 100867"/>
                <a:gd name="connsiteX17" fmla="*/ 0 w 129076"/>
                <a:gd name="connsiteY17" fmla="*/ 15960 h 100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76" h="100867">
                  <a:moveTo>
                    <a:pt x="0" y="15960"/>
                  </a:moveTo>
                  <a:lnTo>
                    <a:pt x="114380" y="15960"/>
                  </a:lnTo>
                  <a:cubicBezTo>
                    <a:pt x="118214" y="15960"/>
                    <a:pt x="120770" y="18514"/>
                    <a:pt x="120770" y="22344"/>
                  </a:cubicBezTo>
                  <a:cubicBezTo>
                    <a:pt x="120770" y="26174"/>
                    <a:pt x="118214" y="28728"/>
                    <a:pt x="114380" y="28728"/>
                  </a:cubicBezTo>
                  <a:lnTo>
                    <a:pt x="113741" y="28728"/>
                  </a:lnTo>
                  <a:lnTo>
                    <a:pt x="113741" y="44049"/>
                  </a:lnTo>
                  <a:lnTo>
                    <a:pt x="114380" y="44049"/>
                  </a:lnTo>
                  <a:cubicBezTo>
                    <a:pt x="118214" y="44049"/>
                    <a:pt x="120770" y="46603"/>
                    <a:pt x="120770" y="50433"/>
                  </a:cubicBezTo>
                  <a:cubicBezTo>
                    <a:pt x="120770" y="54264"/>
                    <a:pt x="118214" y="56817"/>
                    <a:pt x="114380" y="56817"/>
                  </a:cubicBezTo>
                  <a:lnTo>
                    <a:pt x="0" y="56817"/>
                  </a:lnTo>
                  <a:lnTo>
                    <a:pt x="0" y="100867"/>
                  </a:lnTo>
                  <a:lnTo>
                    <a:pt x="9585" y="100867"/>
                  </a:lnTo>
                  <a:cubicBezTo>
                    <a:pt x="12780" y="90014"/>
                    <a:pt x="24282" y="84269"/>
                    <a:pt x="35145" y="87461"/>
                  </a:cubicBezTo>
                  <a:cubicBezTo>
                    <a:pt x="41535" y="89376"/>
                    <a:pt x="46007" y="94483"/>
                    <a:pt x="48563" y="100867"/>
                  </a:cubicBezTo>
                  <a:lnTo>
                    <a:pt x="129076" y="100867"/>
                  </a:lnTo>
                  <a:lnTo>
                    <a:pt x="129076" y="0"/>
                  </a:lnTo>
                  <a:lnTo>
                    <a:pt x="0" y="0"/>
                  </a:lnTo>
                  <a:lnTo>
                    <a:pt x="0" y="15960"/>
                  </a:lnTo>
                  <a:close/>
                </a:path>
              </a:pathLst>
            </a:custGeom>
            <a:solidFill>
              <a:srgbClr val="00ABAB"/>
            </a:solidFill>
            <a:ln w="6390" cap="flat">
              <a:noFill/>
              <a:prstDash val="solid"/>
              <a:miter/>
            </a:ln>
          </p:spPr>
          <p:txBody>
            <a:bodyPr rtlCol="0" anchor="ctr"/>
            <a:lstStyle/>
            <a:p>
              <a:endParaRPr lang="en-US"/>
            </a:p>
          </p:txBody>
        </p:sp>
        <p:sp>
          <p:nvSpPr>
            <p:cNvPr id="389" name="Graphic 4">
              <a:extLst>
                <a:ext uri="{FF2B5EF4-FFF2-40B4-BE49-F238E27FC236}">
                  <a16:creationId xmlns:a16="http://schemas.microsoft.com/office/drawing/2014/main" id="{6F6A1C01-C8DB-CE47-9D9B-CC8BBD39749A}"/>
                </a:ext>
              </a:extLst>
            </p:cNvPr>
            <p:cNvSpPr/>
            <p:nvPr/>
          </p:nvSpPr>
          <p:spPr>
            <a:xfrm>
              <a:off x="5251250" y="2055804"/>
              <a:ext cx="15335" cy="15321"/>
            </a:xfrm>
            <a:custGeom>
              <a:avLst/>
              <a:gdLst>
                <a:gd name="connsiteX0" fmla="*/ 0 w 15335"/>
                <a:gd name="connsiteY0" fmla="*/ 0 h 15321"/>
                <a:gd name="connsiteX1" fmla="*/ 15336 w 15335"/>
                <a:gd name="connsiteY1" fmla="*/ 0 h 15321"/>
                <a:gd name="connsiteX2" fmla="*/ 15336 w 15335"/>
                <a:gd name="connsiteY2" fmla="*/ 15321 h 15321"/>
                <a:gd name="connsiteX3" fmla="*/ 0 w 15335"/>
                <a:gd name="connsiteY3" fmla="*/ 15321 h 15321"/>
              </a:gdLst>
              <a:ahLst/>
              <a:cxnLst>
                <a:cxn ang="0">
                  <a:pos x="connsiteX0" y="connsiteY0"/>
                </a:cxn>
                <a:cxn ang="0">
                  <a:pos x="connsiteX1" y="connsiteY1"/>
                </a:cxn>
                <a:cxn ang="0">
                  <a:pos x="connsiteX2" y="connsiteY2"/>
                </a:cxn>
                <a:cxn ang="0">
                  <a:pos x="connsiteX3" y="connsiteY3"/>
                </a:cxn>
              </a:cxnLst>
              <a:rect l="l" t="t" r="r" b="b"/>
              <a:pathLst>
                <a:path w="15335" h="15321">
                  <a:moveTo>
                    <a:pt x="0" y="0"/>
                  </a:moveTo>
                  <a:lnTo>
                    <a:pt x="15336" y="0"/>
                  </a:lnTo>
                  <a:lnTo>
                    <a:pt x="15336" y="15321"/>
                  </a:lnTo>
                  <a:lnTo>
                    <a:pt x="0" y="15321"/>
                  </a:lnTo>
                  <a:close/>
                </a:path>
              </a:pathLst>
            </a:custGeom>
            <a:solidFill>
              <a:srgbClr val="00ABAB"/>
            </a:solidFill>
            <a:ln w="6390" cap="flat">
              <a:noFill/>
              <a:prstDash val="solid"/>
              <a:miter/>
            </a:ln>
          </p:spPr>
          <p:txBody>
            <a:bodyPr rtlCol="0" anchor="ctr"/>
            <a:lstStyle/>
            <a:p>
              <a:endParaRPr lang="en-US"/>
            </a:p>
          </p:txBody>
        </p:sp>
        <p:sp>
          <p:nvSpPr>
            <p:cNvPr id="390" name="Graphic 4">
              <a:extLst>
                <a:ext uri="{FF2B5EF4-FFF2-40B4-BE49-F238E27FC236}">
                  <a16:creationId xmlns:a16="http://schemas.microsoft.com/office/drawing/2014/main" id="{4B0E1E04-A9A5-6841-B0E0-A30CCEF77376}"/>
                </a:ext>
              </a:extLst>
            </p:cNvPr>
            <p:cNvSpPr/>
            <p:nvPr/>
          </p:nvSpPr>
          <p:spPr>
            <a:xfrm>
              <a:off x="5194379" y="2055804"/>
              <a:ext cx="15335" cy="15321"/>
            </a:xfrm>
            <a:custGeom>
              <a:avLst/>
              <a:gdLst>
                <a:gd name="connsiteX0" fmla="*/ 0 w 15335"/>
                <a:gd name="connsiteY0" fmla="*/ 0 h 15321"/>
                <a:gd name="connsiteX1" fmla="*/ 15336 w 15335"/>
                <a:gd name="connsiteY1" fmla="*/ 0 h 15321"/>
                <a:gd name="connsiteX2" fmla="*/ 15336 w 15335"/>
                <a:gd name="connsiteY2" fmla="*/ 15321 h 15321"/>
                <a:gd name="connsiteX3" fmla="*/ 0 w 15335"/>
                <a:gd name="connsiteY3" fmla="*/ 15321 h 15321"/>
              </a:gdLst>
              <a:ahLst/>
              <a:cxnLst>
                <a:cxn ang="0">
                  <a:pos x="connsiteX0" y="connsiteY0"/>
                </a:cxn>
                <a:cxn ang="0">
                  <a:pos x="connsiteX1" y="connsiteY1"/>
                </a:cxn>
                <a:cxn ang="0">
                  <a:pos x="connsiteX2" y="connsiteY2"/>
                </a:cxn>
                <a:cxn ang="0">
                  <a:pos x="connsiteX3" y="connsiteY3"/>
                </a:cxn>
              </a:cxnLst>
              <a:rect l="l" t="t" r="r" b="b"/>
              <a:pathLst>
                <a:path w="15335" h="15321">
                  <a:moveTo>
                    <a:pt x="0" y="0"/>
                  </a:moveTo>
                  <a:lnTo>
                    <a:pt x="15336" y="0"/>
                  </a:lnTo>
                  <a:lnTo>
                    <a:pt x="15336" y="15321"/>
                  </a:lnTo>
                  <a:lnTo>
                    <a:pt x="0" y="15321"/>
                  </a:lnTo>
                  <a:close/>
                </a:path>
              </a:pathLst>
            </a:custGeom>
            <a:solidFill>
              <a:srgbClr val="00ABAB"/>
            </a:solidFill>
            <a:ln w="6390" cap="flat">
              <a:noFill/>
              <a:prstDash val="solid"/>
              <a:miter/>
            </a:ln>
          </p:spPr>
          <p:txBody>
            <a:bodyPr rtlCol="0" anchor="ctr"/>
            <a:lstStyle/>
            <a:p>
              <a:endParaRPr lang="en-US"/>
            </a:p>
          </p:txBody>
        </p:sp>
        <p:sp>
          <p:nvSpPr>
            <p:cNvPr id="391" name="Graphic 4">
              <a:extLst>
                <a:ext uri="{FF2B5EF4-FFF2-40B4-BE49-F238E27FC236}">
                  <a16:creationId xmlns:a16="http://schemas.microsoft.com/office/drawing/2014/main" id="{CEED0280-2EAA-1B47-8A6E-3DA9CFDF87F4}"/>
                </a:ext>
              </a:extLst>
            </p:cNvPr>
            <p:cNvSpPr/>
            <p:nvPr/>
          </p:nvSpPr>
          <p:spPr>
            <a:xfrm>
              <a:off x="5223134" y="2055804"/>
              <a:ext cx="15335" cy="15321"/>
            </a:xfrm>
            <a:custGeom>
              <a:avLst/>
              <a:gdLst>
                <a:gd name="connsiteX0" fmla="*/ 0 w 15335"/>
                <a:gd name="connsiteY0" fmla="*/ 0 h 15321"/>
                <a:gd name="connsiteX1" fmla="*/ 15336 w 15335"/>
                <a:gd name="connsiteY1" fmla="*/ 0 h 15321"/>
                <a:gd name="connsiteX2" fmla="*/ 15336 w 15335"/>
                <a:gd name="connsiteY2" fmla="*/ 15321 h 15321"/>
                <a:gd name="connsiteX3" fmla="*/ 0 w 15335"/>
                <a:gd name="connsiteY3" fmla="*/ 15321 h 15321"/>
              </a:gdLst>
              <a:ahLst/>
              <a:cxnLst>
                <a:cxn ang="0">
                  <a:pos x="connsiteX0" y="connsiteY0"/>
                </a:cxn>
                <a:cxn ang="0">
                  <a:pos x="connsiteX1" y="connsiteY1"/>
                </a:cxn>
                <a:cxn ang="0">
                  <a:pos x="connsiteX2" y="connsiteY2"/>
                </a:cxn>
                <a:cxn ang="0">
                  <a:pos x="connsiteX3" y="connsiteY3"/>
                </a:cxn>
              </a:cxnLst>
              <a:rect l="l" t="t" r="r" b="b"/>
              <a:pathLst>
                <a:path w="15335" h="15321">
                  <a:moveTo>
                    <a:pt x="0" y="0"/>
                  </a:moveTo>
                  <a:lnTo>
                    <a:pt x="15336" y="0"/>
                  </a:lnTo>
                  <a:lnTo>
                    <a:pt x="15336" y="15321"/>
                  </a:lnTo>
                  <a:lnTo>
                    <a:pt x="0" y="15321"/>
                  </a:lnTo>
                  <a:close/>
                </a:path>
              </a:pathLst>
            </a:custGeom>
            <a:solidFill>
              <a:srgbClr val="00ABAB"/>
            </a:solidFill>
            <a:ln w="6390" cap="flat">
              <a:noFill/>
              <a:prstDash val="solid"/>
              <a:miter/>
            </a:ln>
          </p:spPr>
          <p:txBody>
            <a:bodyPr rtlCol="0" anchor="ctr"/>
            <a:lstStyle/>
            <a:p>
              <a:endParaRPr lang="en-US"/>
            </a:p>
          </p:txBody>
        </p:sp>
        <p:sp>
          <p:nvSpPr>
            <p:cNvPr id="392" name="Graphic 4">
              <a:extLst>
                <a:ext uri="{FF2B5EF4-FFF2-40B4-BE49-F238E27FC236}">
                  <a16:creationId xmlns:a16="http://schemas.microsoft.com/office/drawing/2014/main" id="{A4AAF673-DFFD-594C-893B-B4D2BC34192A}"/>
                </a:ext>
              </a:extLst>
            </p:cNvPr>
            <p:cNvSpPr/>
            <p:nvPr/>
          </p:nvSpPr>
          <p:spPr>
            <a:xfrm>
              <a:off x="5294062" y="2006009"/>
              <a:ext cx="15974" cy="8299"/>
            </a:xfrm>
            <a:custGeom>
              <a:avLst/>
              <a:gdLst>
                <a:gd name="connsiteX0" fmla="*/ 15336 w 15974"/>
                <a:gd name="connsiteY0" fmla="*/ 7661 h 8299"/>
                <a:gd name="connsiteX1" fmla="*/ 7668 w 15974"/>
                <a:gd name="connsiteY1" fmla="*/ 0 h 8299"/>
                <a:gd name="connsiteX2" fmla="*/ 0 w 15974"/>
                <a:gd name="connsiteY2" fmla="*/ 7661 h 8299"/>
                <a:gd name="connsiteX3" fmla="*/ 0 w 15974"/>
                <a:gd name="connsiteY3" fmla="*/ 8299 h 8299"/>
                <a:gd name="connsiteX4" fmla="*/ 15975 w 15974"/>
                <a:gd name="connsiteY4" fmla="*/ 8299 h 8299"/>
                <a:gd name="connsiteX5" fmla="*/ 15336 w 15974"/>
                <a:gd name="connsiteY5" fmla="*/ 7661 h 8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74" h="8299">
                  <a:moveTo>
                    <a:pt x="15336" y="7661"/>
                  </a:moveTo>
                  <a:cubicBezTo>
                    <a:pt x="15336" y="3192"/>
                    <a:pt x="12141" y="0"/>
                    <a:pt x="7668" y="0"/>
                  </a:cubicBezTo>
                  <a:cubicBezTo>
                    <a:pt x="3195" y="0"/>
                    <a:pt x="0" y="3192"/>
                    <a:pt x="0" y="7661"/>
                  </a:cubicBezTo>
                  <a:cubicBezTo>
                    <a:pt x="0" y="7661"/>
                    <a:pt x="0" y="8299"/>
                    <a:pt x="0" y="8299"/>
                  </a:cubicBezTo>
                  <a:lnTo>
                    <a:pt x="15975" y="8299"/>
                  </a:lnTo>
                  <a:cubicBezTo>
                    <a:pt x="15336" y="8299"/>
                    <a:pt x="15336" y="7661"/>
                    <a:pt x="15336" y="7661"/>
                  </a:cubicBezTo>
                  <a:close/>
                </a:path>
              </a:pathLst>
            </a:custGeom>
            <a:solidFill>
              <a:srgbClr val="00ABAB"/>
            </a:solidFill>
            <a:ln w="6390" cap="flat">
              <a:noFill/>
              <a:prstDash val="solid"/>
              <a:miter/>
            </a:ln>
          </p:spPr>
          <p:txBody>
            <a:bodyPr rtlCol="0" anchor="ctr"/>
            <a:lstStyle/>
            <a:p>
              <a:endParaRPr lang="en-US"/>
            </a:p>
          </p:txBody>
        </p:sp>
        <p:sp>
          <p:nvSpPr>
            <p:cNvPr id="393" name="Graphic 4">
              <a:extLst>
                <a:ext uri="{FF2B5EF4-FFF2-40B4-BE49-F238E27FC236}">
                  <a16:creationId xmlns:a16="http://schemas.microsoft.com/office/drawing/2014/main" id="{D89ED807-0A22-2A4C-8BB6-564C81856904}"/>
                </a:ext>
              </a:extLst>
            </p:cNvPr>
            <p:cNvSpPr/>
            <p:nvPr/>
          </p:nvSpPr>
          <p:spPr>
            <a:xfrm>
              <a:off x="5216105" y="2126667"/>
              <a:ext cx="15336" cy="15321"/>
            </a:xfrm>
            <a:custGeom>
              <a:avLst/>
              <a:gdLst>
                <a:gd name="connsiteX0" fmla="*/ 7668 w 15336"/>
                <a:gd name="connsiteY0" fmla="*/ 0 h 15321"/>
                <a:gd name="connsiteX1" fmla="*/ 0 w 15336"/>
                <a:gd name="connsiteY1" fmla="*/ 7661 h 15321"/>
                <a:gd name="connsiteX2" fmla="*/ 7668 w 15336"/>
                <a:gd name="connsiteY2" fmla="*/ 15322 h 15321"/>
                <a:gd name="connsiteX3" fmla="*/ 15336 w 15336"/>
                <a:gd name="connsiteY3" fmla="*/ 7661 h 15321"/>
                <a:gd name="connsiteX4" fmla="*/ 15336 w 15336"/>
                <a:gd name="connsiteY4" fmla="*/ 7661 h 15321"/>
                <a:gd name="connsiteX5" fmla="*/ 7668 w 15336"/>
                <a:gd name="connsiteY5"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6" h="15321">
                  <a:moveTo>
                    <a:pt x="7668" y="0"/>
                  </a:moveTo>
                  <a:cubicBezTo>
                    <a:pt x="3195" y="0"/>
                    <a:pt x="0" y="3192"/>
                    <a:pt x="0" y="7661"/>
                  </a:cubicBezTo>
                  <a:cubicBezTo>
                    <a:pt x="0" y="12130"/>
                    <a:pt x="3195" y="15322"/>
                    <a:pt x="7668" y="15322"/>
                  </a:cubicBezTo>
                  <a:cubicBezTo>
                    <a:pt x="12141" y="15322"/>
                    <a:pt x="15336" y="12130"/>
                    <a:pt x="15336" y="7661"/>
                  </a:cubicBezTo>
                  <a:lnTo>
                    <a:pt x="15336" y="7661"/>
                  </a:lnTo>
                  <a:cubicBezTo>
                    <a:pt x="15336" y="3192"/>
                    <a:pt x="12141" y="0"/>
                    <a:pt x="7668" y="0"/>
                  </a:cubicBezTo>
                  <a:close/>
                </a:path>
              </a:pathLst>
            </a:custGeom>
            <a:solidFill>
              <a:srgbClr val="00ABAB"/>
            </a:solidFill>
            <a:ln w="6390" cap="flat">
              <a:noFill/>
              <a:prstDash val="solid"/>
              <a:miter/>
            </a:ln>
          </p:spPr>
          <p:txBody>
            <a:bodyPr rtlCol="0" anchor="ctr"/>
            <a:lstStyle/>
            <a:p>
              <a:endParaRPr lang="en-US"/>
            </a:p>
          </p:txBody>
        </p:sp>
        <p:sp>
          <p:nvSpPr>
            <p:cNvPr id="394" name="Graphic 4">
              <a:extLst>
                <a:ext uri="{FF2B5EF4-FFF2-40B4-BE49-F238E27FC236}">
                  <a16:creationId xmlns:a16="http://schemas.microsoft.com/office/drawing/2014/main" id="{E9BFB798-80B5-8B4E-918E-062F3BECD620}"/>
                </a:ext>
              </a:extLst>
            </p:cNvPr>
            <p:cNvSpPr/>
            <p:nvPr/>
          </p:nvSpPr>
          <p:spPr>
            <a:xfrm>
              <a:off x="5336236" y="2069849"/>
              <a:ext cx="43533" cy="58094"/>
            </a:xfrm>
            <a:custGeom>
              <a:avLst/>
              <a:gdLst>
                <a:gd name="connsiteX0" fmla="*/ 36423 w 43533"/>
                <a:gd name="connsiteY0" fmla="*/ 0 h 58094"/>
                <a:gd name="connsiteX1" fmla="*/ 0 w 43533"/>
                <a:gd name="connsiteY1" fmla="*/ 0 h 58094"/>
                <a:gd name="connsiteX2" fmla="*/ 0 w 43533"/>
                <a:gd name="connsiteY2" fmla="*/ 45326 h 58094"/>
                <a:gd name="connsiteX3" fmla="*/ 7668 w 43533"/>
                <a:gd name="connsiteY3" fmla="*/ 44049 h 58094"/>
                <a:gd name="connsiteX4" fmla="*/ 26838 w 43533"/>
                <a:gd name="connsiteY4" fmla="*/ 58094 h 58094"/>
                <a:gd name="connsiteX5" fmla="*/ 43452 w 43533"/>
                <a:gd name="connsiteY5" fmla="*/ 58094 h 58094"/>
                <a:gd name="connsiteX6" fmla="*/ 43452 w 43533"/>
                <a:gd name="connsiteY6" fmla="*/ 7661 h 58094"/>
                <a:gd name="connsiteX7" fmla="*/ 36423 w 43533"/>
                <a:gd name="connsiteY7" fmla="*/ 0 h 58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533" h="58094">
                  <a:moveTo>
                    <a:pt x="36423" y="0"/>
                  </a:moveTo>
                  <a:lnTo>
                    <a:pt x="0" y="0"/>
                  </a:lnTo>
                  <a:lnTo>
                    <a:pt x="0" y="45326"/>
                  </a:lnTo>
                  <a:cubicBezTo>
                    <a:pt x="2556" y="44049"/>
                    <a:pt x="5112" y="44049"/>
                    <a:pt x="7668" y="44049"/>
                  </a:cubicBezTo>
                  <a:cubicBezTo>
                    <a:pt x="16614" y="44049"/>
                    <a:pt x="24282" y="49795"/>
                    <a:pt x="26838" y="58094"/>
                  </a:cubicBezTo>
                  <a:lnTo>
                    <a:pt x="43452" y="58094"/>
                  </a:lnTo>
                  <a:lnTo>
                    <a:pt x="43452" y="7661"/>
                  </a:lnTo>
                  <a:cubicBezTo>
                    <a:pt x="44091" y="3192"/>
                    <a:pt x="40896" y="0"/>
                    <a:pt x="36423" y="0"/>
                  </a:cubicBezTo>
                  <a:close/>
                </a:path>
              </a:pathLst>
            </a:custGeom>
            <a:solidFill>
              <a:srgbClr val="00ABAB"/>
            </a:solidFill>
            <a:ln w="6390" cap="flat">
              <a:noFill/>
              <a:prstDash val="solid"/>
              <a:miter/>
            </a:ln>
          </p:spPr>
          <p:txBody>
            <a:bodyPr rtlCol="0" anchor="ctr"/>
            <a:lstStyle/>
            <a:p>
              <a:endParaRPr lang="en-US"/>
            </a:p>
          </p:txBody>
        </p:sp>
        <p:sp>
          <p:nvSpPr>
            <p:cNvPr id="395" name="Graphic 4">
              <a:extLst>
                <a:ext uri="{FF2B5EF4-FFF2-40B4-BE49-F238E27FC236}">
                  <a16:creationId xmlns:a16="http://schemas.microsoft.com/office/drawing/2014/main" id="{E98600A3-9401-D143-9952-130A8921A550}"/>
                </a:ext>
              </a:extLst>
            </p:cNvPr>
            <p:cNvSpPr/>
            <p:nvPr/>
          </p:nvSpPr>
          <p:spPr>
            <a:xfrm>
              <a:off x="5099169" y="189301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93937 w 362309"/>
                <a:gd name="connsiteY7" fmla="*/ 241315 h 361971"/>
                <a:gd name="connsiteX8" fmla="*/ 287547 w 362309"/>
                <a:gd name="connsiteY8" fmla="*/ 247699 h 361971"/>
                <a:gd name="connsiteX9" fmla="*/ 264544 w 362309"/>
                <a:gd name="connsiteY9" fmla="*/ 247699 h 361971"/>
                <a:gd name="connsiteX10" fmla="*/ 238984 w 362309"/>
                <a:gd name="connsiteY10" fmla="*/ 261105 h 361971"/>
                <a:gd name="connsiteX11" fmla="*/ 225565 w 362309"/>
                <a:gd name="connsiteY11" fmla="*/ 247699 h 361971"/>
                <a:gd name="connsiteX12" fmla="*/ 143774 w 362309"/>
                <a:gd name="connsiteY12" fmla="*/ 247699 h 361971"/>
                <a:gd name="connsiteX13" fmla="*/ 118214 w 362309"/>
                <a:gd name="connsiteY13" fmla="*/ 261105 h 361971"/>
                <a:gd name="connsiteX14" fmla="*/ 104795 w 362309"/>
                <a:gd name="connsiteY14" fmla="*/ 247699 h 361971"/>
                <a:gd name="connsiteX15" fmla="*/ 88820 w 362309"/>
                <a:gd name="connsiteY15" fmla="*/ 247699 h 361971"/>
                <a:gd name="connsiteX16" fmla="*/ 82430 w 362309"/>
                <a:gd name="connsiteY16" fmla="*/ 241315 h 361971"/>
                <a:gd name="connsiteX17" fmla="*/ 82430 w 362309"/>
                <a:gd name="connsiteY17" fmla="*/ 190881 h 361971"/>
                <a:gd name="connsiteX18" fmla="*/ 74762 w 362309"/>
                <a:gd name="connsiteY18" fmla="*/ 190881 h 361971"/>
                <a:gd name="connsiteX19" fmla="*/ 68372 w 362309"/>
                <a:gd name="connsiteY19" fmla="*/ 184497 h 361971"/>
                <a:gd name="connsiteX20" fmla="*/ 74762 w 362309"/>
                <a:gd name="connsiteY20" fmla="*/ 178113 h 361971"/>
                <a:gd name="connsiteX21" fmla="*/ 82430 w 362309"/>
                <a:gd name="connsiteY21" fmla="*/ 178113 h 361971"/>
                <a:gd name="connsiteX22" fmla="*/ 82430 w 362309"/>
                <a:gd name="connsiteY22" fmla="*/ 162792 h 361971"/>
                <a:gd name="connsiteX23" fmla="*/ 74762 w 362309"/>
                <a:gd name="connsiteY23" fmla="*/ 162792 h 361971"/>
                <a:gd name="connsiteX24" fmla="*/ 68372 w 362309"/>
                <a:gd name="connsiteY24" fmla="*/ 156408 h 361971"/>
                <a:gd name="connsiteX25" fmla="*/ 74762 w 362309"/>
                <a:gd name="connsiteY25" fmla="*/ 150024 h 361971"/>
                <a:gd name="connsiteX26" fmla="*/ 82430 w 362309"/>
                <a:gd name="connsiteY26" fmla="*/ 150024 h 361971"/>
                <a:gd name="connsiteX27" fmla="*/ 82430 w 362309"/>
                <a:gd name="connsiteY27" fmla="*/ 127680 h 361971"/>
                <a:gd name="connsiteX28" fmla="*/ 88820 w 362309"/>
                <a:gd name="connsiteY28" fmla="*/ 121296 h 361971"/>
                <a:gd name="connsiteX29" fmla="*/ 182113 w 362309"/>
                <a:gd name="connsiteY29" fmla="*/ 121296 h 361971"/>
                <a:gd name="connsiteX30" fmla="*/ 182113 w 362309"/>
                <a:gd name="connsiteY30" fmla="*/ 120657 h 361971"/>
                <a:gd name="connsiteX31" fmla="*/ 202561 w 362309"/>
                <a:gd name="connsiteY31" fmla="*/ 100229 h 361971"/>
                <a:gd name="connsiteX32" fmla="*/ 223009 w 362309"/>
                <a:gd name="connsiteY32" fmla="*/ 120657 h 361971"/>
                <a:gd name="connsiteX33" fmla="*/ 223009 w 362309"/>
                <a:gd name="connsiteY33" fmla="*/ 121296 h 361971"/>
                <a:gd name="connsiteX34" fmla="*/ 230677 w 362309"/>
                <a:gd name="connsiteY34" fmla="*/ 121296 h 361971"/>
                <a:gd name="connsiteX35" fmla="*/ 237067 w 362309"/>
                <a:gd name="connsiteY35" fmla="*/ 127680 h 361971"/>
                <a:gd name="connsiteX36" fmla="*/ 237067 w 362309"/>
                <a:gd name="connsiteY36" fmla="*/ 164068 h 361971"/>
                <a:gd name="connsiteX37" fmla="*/ 273489 w 362309"/>
                <a:gd name="connsiteY37" fmla="*/ 164068 h 361971"/>
                <a:gd name="connsiteX38" fmla="*/ 293937 w 362309"/>
                <a:gd name="connsiteY38" fmla="*/ 184497 h 361971"/>
                <a:gd name="connsiteX39" fmla="*/ 293937 w 362309"/>
                <a:gd name="connsiteY39" fmla="*/ 24131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cubicBezTo>
                    <a:pt x="181474" y="0"/>
                    <a:pt x="181474" y="0"/>
                    <a:pt x="181474" y="0"/>
                  </a:cubicBezTo>
                  <a:close/>
                  <a:moveTo>
                    <a:pt x="293937" y="241315"/>
                  </a:moveTo>
                  <a:cubicBezTo>
                    <a:pt x="293937" y="245145"/>
                    <a:pt x="291381" y="247699"/>
                    <a:pt x="287547" y="247699"/>
                  </a:cubicBezTo>
                  <a:lnTo>
                    <a:pt x="264544" y="247699"/>
                  </a:lnTo>
                  <a:cubicBezTo>
                    <a:pt x="261349" y="258551"/>
                    <a:pt x="249846" y="264297"/>
                    <a:pt x="238984" y="261105"/>
                  </a:cubicBezTo>
                  <a:cubicBezTo>
                    <a:pt x="232594" y="259190"/>
                    <a:pt x="228121" y="254083"/>
                    <a:pt x="225565" y="247699"/>
                  </a:cubicBezTo>
                  <a:lnTo>
                    <a:pt x="143774" y="247699"/>
                  </a:lnTo>
                  <a:cubicBezTo>
                    <a:pt x="140579" y="258551"/>
                    <a:pt x="129077" y="264297"/>
                    <a:pt x="118214" y="261105"/>
                  </a:cubicBezTo>
                  <a:cubicBezTo>
                    <a:pt x="111824" y="259190"/>
                    <a:pt x="107351" y="254083"/>
                    <a:pt x="104795" y="247699"/>
                  </a:cubicBezTo>
                  <a:lnTo>
                    <a:pt x="88820" y="247699"/>
                  </a:lnTo>
                  <a:cubicBezTo>
                    <a:pt x="84986" y="247699"/>
                    <a:pt x="82430" y="245145"/>
                    <a:pt x="82430" y="241315"/>
                  </a:cubicBezTo>
                  <a:lnTo>
                    <a:pt x="82430" y="190881"/>
                  </a:lnTo>
                  <a:lnTo>
                    <a:pt x="74762" y="190881"/>
                  </a:lnTo>
                  <a:cubicBezTo>
                    <a:pt x="70928" y="190881"/>
                    <a:pt x="68372" y="188327"/>
                    <a:pt x="68372" y="184497"/>
                  </a:cubicBezTo>
                  <a:cubicBezTo>
                    <a:pt x="68372" y="180667"/>
                    <a:pt x="70928" y="178113"/>
                    <a:pt x="74762" y="178113"/>
                  </a:cubicBezTo>
                  <a:lnTo>
                    <a:pt x="82430" y="178113"/>
                  </a:lnTo>
                  <a:lnTo>
                    <a:pt x="82430" y="162792"/>
                  </a:lnTo>
                  <a:lnTo>
                    <a:pt x="74762" y="162792"/>
                  </a:lnTo>
                  <a:cubicBezTo>
                    <a:pt x="70928" y="162792"/>
                    <a:pt x="68372" y="160238"/>
                    <a:pt x="68372" y="156408"/>
                  </a:cubicBezTo>
                  <a:cubicBezTo>
                    <a:pt x="68372" y="152577"/>
                    <a:pt x="70928" y="150024"/>
                    <a:pt x="74762" y="150024"/>
                  </a:cubicBezTo>
                  <a:lnTo>
                    <a:pt x="82430" y="150024"/>
                  </a:lnTo>
                  <a:lnTo>
                    <a:pt x="82430" y="127680"/>
                  </a:lnTo>
                  <a:cubicBezTo>
                    <a:pt x="82430" y="123849"/>
                    <a:pt x="84986" y="121296"/>
                    <a:pt x="88820" y="121296"/>
                  </a:cubicBezTo>
                  <a:lnTo>
                    <a:pt x="182113" y="121296"/>
                  </a:lnTo>
                  <a:cubicBezTo>
                    <a:pt x="182113" y="121296"/>
                    <a:pt x="182113" y="120657"/>
                    <a:pt x="182113" y="120657"/>
                  </a:cubicBezTo>
                  <a:cubicBezTo>
                    <a:pt x="182113" y="109166"/>
                    <a:pt x="191059" y="100229"/>
                    <a:pt x="202561" y="100229"/>
                  </a:cubicBezTo>
                  <a:cubicBezTo>
                    <a:pt x="214063" y="100229"/>
                    <a:pt x="223009" y="109166"/>
                    <a:pt x="223009" y="120657"/>
                  </a:cubicBezTo>
                  <a:cubicBezTo>
                    <a:pt x="223009" y="120657"/>
                    <a:pt x="223009" y="121296"/>
                    <a:pt x="223009" y="121296"/>
                  </a:cubicBezTo>
                  <a:lnTo>
                    <a:pt x="230677" y="121296"/>
                  </a:lnTo>
                  <a:cubicBezTo>
                    <a:pt x="234511" y="121296"/>
                    <a:pt x="237067" y="123849"/>
                    <a:pt x="237067" y="127680"/>
                  </a:cubicBezTo>
                  <a:lnTo>
                    <a:pt x="237067" y="164068"/>
                  </a:lnTo>
                  <a:lnTo>
                    <a:pt x="273489" y="164068"/>
                  </a:lnTo>
                  <a:cubicBezTo>
                    <a:pt x="284991" y="164068"/>
                    <a:pt x="293937" y="173644"/>
                    <a:pt x="293937" y="184497"/>
                  </a:cubicBezTo>
                  <a:lnTo>
                    <a:pt x="293937" y="241315"/>
                  </a:lnTo>
                  <a:close/>
                </a:path>
              </a:pathLst>
            </a:custGeom>
            <a:solidFill>
              <a:srgbClr val="00ABAB"/>
            </a:solidFill>
            <a:ln w="6390" cap="flat">
              <a:noFill/>
              <a:prstDash val="solid"/>
              <a:miter/>
            </a:ln>
          </p:spPr>
          <p:txBody>
            <a:bodyPr rtlCol="0" anchor="ctr"/>
            <a:lstStyle/>
            <a:p>
              <a:endParaRPr lang="en-US"/>
            </a:p>
          </p:txBody>
        </p:sp>
        <p:sp>
          <p:nvSpPr>
            <p:cNvPr id="396" name="Graphic 4">
              <a:extLst>
                <a:ext uri="{FF2B5EF4-FFF2-40B4-BE49-F238E27FC236}">
                  <a16:creationId xmlns:a16="http://schemas.microsoft.com/office/drawing/2014/main" id="{1CFF8DAF-E96C-494F-B1AB-152E7D56541C}"/>
                </a:ext>
              </a:extLst>
            </p:cNvPr>
            <p:cNvSpPr/>
            <p:nvPr/>
          </p:nvSpPr>
          <p:spPr>
            <a:xfrm>
              <a:off x="5336875" y="2126667"/>
              <a:ext cx="15335" cy="15321"/>
            </a:xfrm>
            <a:custGeom>
              <a:avLst/>
              <a:gdLst>
                <a:gd name="connsiteX0" fmla="*/ 7668 w 15335"/>
                <a:gd name="connsiteY0" fmla="*/ 0 h 15321"/>
                <a:gd name="connsiteX1" fmla="*/ 0 w 15335"/>
                <a:gd name="connsiteY1" fmla="*/ 7661 h 15321"/>
                <a:gd name="connsiteX2" fmla="*/ 7668 w 15335"/>
                <a:gd name="connsiteY2" fmla="*/ 15322 h 15321"/>
                <a:gd name="connsiteX3" fmla="*/ 15336 w 15335"/>
                <a:gd name="connsiteY3" fmla="*/ 7661 h 15321"/>
                <a:gd name="connsiteX4" fmla="*/ 15336 w 15335"/>
                <a:gd name="connsiteY4" fmla="*/ 7661 h 15321"/>
                <a:gd name="connsiteX5" fmla="*/ 7668 w 15335"/>
                <a:gd name="connsiteY5"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5" h="15321">
                  <a:moveTo>
                    <a:pt x="7668" y="0"/>
                  </a:moveTo>
                  <a:cubicBezTo>
                    <a:pt x="3195" y="0"/>
                    <a:pt x="0" y="3192"/>
                    <a:pt x="0" y="7661"/>
                  </a:cubicBezTo>
                  <a:cubicBezTo>
                    <a:pt x="0" y="12130"/>
                    <a:pt x="3195" y="15322"/>
                    <a:pt x="7668" y="15322"/>
                  </a:cubicBezTo>
                  <a:cubicBezTo>
                    <a:pt x="12141" y="15322"/>
                    <a:pt x="15336" y="12130"/>
                    <a:pt x="15336" y="7661"/>
                  </a:cubicBezTo>
                  <a:lnTo>
                    <a:pt x="15336" y="7661"/>
                  </a:lnTo>
                  <a:cubicBezTo>
                    <a:pt x="15336" y="3192"/>
                    <a:pt x="11502" y="0"/>
                    <a:pt x="7668" y="0"/>
                  </a:cubicBezTo>
                  <a:close/>
                </a:path>
              </a:pathLst>
            </a:custGeom>
            <a:solidFill>
              <a:srgbClr val="00ABAB"/>
            </a:solidFill>
            <a:ln w="6390" cap="flat">
              <a:noFill/>
              <a:prstDash val="solid"/>
              <a:miter/>
            </a:ln>
          </p:spPr>
          <p:txBody>
            <a:bodyPr rtlCol="0" anchor="ctr"/>
            <a:lstStyle/>
            <a:p>
              <a:endParaRPr lang="en-US"/>
            </a:p>
          </p:txBody>
        </p:sp>
      </p:grpSp>
      <p:grpSp>
        <p:nvGrpSpPr>
          <p:cNvPr id="397" name="Graphic 4">
            <a:extLst>
              <a:ext uri="{FF2B5EF4-FFF2-40B4-BE49-F238E27FC236}">
                <a16:creationId xmlns:a16="http://schemas.microsoft.com/office/drawing/2014/main" id="{027C528D-CDAD-E54D-9AA5-A1BCBFD9AE9A}"/>
              </a:ext>
            </a:extLst>
          </p:cNvPr>
          <p:cNvGrpSpPr/>
          <p:nvPr/>
        </p:nvGrpSpPr>
        <p:grpSpPr>
          <a:xfrm>
            <a:off x="3607758" y="4793256"/>
            <a:ext cx="362309" cy="361971"/>
            <a:chOff x="3607758" y="4793256"/>
            <a:chExt cx="362309" cy="361971"/>
          </a:xfrm>
          <a:solidFill>
            <a:srgbClr val="00ABAB"/>
          </a:solidFill>
        </p:grpSpPr>
        <p:sp>
          <p:nvSpPr>
            <p:cNvPr id="398" name="Graphic 4">
              <a:extLst>
                <a:ext uri="{FF2B5EF4-FFF2-40B4-BE49-F238E27FC236}">
                  <a16:creationId xmlns:a16="http://schemas.microsoft.com/office/drawing/2014/main" id="{E929AEF9-4643-914E-BCFE-DC79B50DA043}"/>
                </a:ext>
              </a:extLst>
            </p:cNvPr>
            <p:cNvSpPr/>
            <p:nvPr/>
          </p:nvSpPr>
          <p:spPr>
            <a:xfrm>
              <a:off x="3607758" y="479325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8565 h 361971"/>
                <a:gd name="connsiteX8" fmla="*/ 12780 w 362309"/>
                <a:gd name="connsiteY8" fmla="*/ 180667 h 361971"/>
                <a:gd name="connsiteX9" fmla="*/ 180836 w 362309"/>
                <a:gd name="connsiteY9" fmla="*/ 12129 h 361971"/>
                <a:gd name="connsiteX10" fmla="*/ 349530 w 362309"/>
                <a:gd name="connsiteY10" fmla="*/ 180028 h 361971"/>
                <a:gd name="connsiteX11" fmla="*/ 349530 w 362309"/>
                <a:gd name="connsiteY11" fmla="*/ 180028 h 361971"/>
                <a:gd name="connsiteX12" fmla="*/ 181474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cubicBezTo>
                    <a:pt x="362310" y="181305"/>
                    <a:pt x="362310" y="181305"/>
                    <a:pt x="362310" y="181305"/>
                  </a:cubicBezTo>
                  <a:cubicBezTo>
                    <a:pt x="362310" y="80438"/>
                    <a:pt x="281796" y="0"/>
                    <a:pt x="181474" y="0"/>
                  </a:cubicBezTo>
                  <a:cubicBezTo>
                    <a:pt x="181474" y="0"/>
                    <a:pt x="181474" y="0"/>
                    <a:pt x="181474" y="0"/>
                  </a:cubicBezTo>
                  <a:close/>
                  <a:moveTo>
                    <a:pt x="181474" y="348565"/>
                  </a:moveTo>
                  <a:cubicBezTo>
                    <a:pt x="88181" y="348565"/>
                    <a:pt x="12780" y="273234"/>
                    <a:pt x="12780" y="180667"/>
                  </a:cubicBezTo>
                  <a:cubicBezTo>
                    <a:pt x="12780" y="88099"/>
                    <a:pt x="88181" y="12129"/>
                    <a:pt x="180836" y="12129"/>
                  </a:cubicBezTo>
                  <a:cubicBezTo>
                    <a:pt x="274128" y="12129"/>
                    <a:pt x="349530" y="87461"/>
                    <a:pt x="349530" y="180028"/>
                  </a:cubicBezTo>
                  <a:lnTo>
                    <a:pt x="349530" y="180028"/>
                  </a:lnTo>
                  <a:cubicBezTo>
                    <a:pt x="349530" y="273234"/>
                    <a:pt x="274128" y="348565"/>
                    <a:pt x="181474" y="348565"/>
                  </a:cubicBezTo>
                  <a:close/>
                </a:path>
              </a:pathLst>
            </a:custGeom>
            <a:solidFill>
              <a:srgbClr val="00ABAB"/>
            </a:solidFill>
            <a:ln w="6390" cap="flat">
              <a:noFill/>
              <a:prstDash val="solid"/>
              <a:miter/>
            </a:ln>
          </p:spPr>
          <p:txBody>
            <a:bodyPr rtlCol="0" anchor="ctr"/>
            <a:lstStyle/>
            <a:p>
              <a:endParaRPr lang="en-US"/>
            </a:p>
          </p:txBody>
        </p:sp>
        <p:sp>
          <p:nvSpPr>
            <p:cNvPr id="399" name="Graphic 4">
              <a:extLst>
                <a:ext uri="{FF2B5EF4-FFF2-40B4-BE49-F238E27FC236}">
                  <a16:creationId xmlns:a16="http://schemas.microsoft.com/office/drawing/2014/main" id="{1DE67319-54E1-6945-A79A-941725C8A2F8}"/>
                </a:ext>
              </a:extLst>
            </p:cNvPr>
            <p:cNvSpPr/>
            <p:nvPr/>
          </p:nvSpPr>
          <p:spPr>
            <a:xfrm>
              <a:off x="3766229" y="5046700"/>
              <a:ext cx="44729" cy="44687"/>
            </a:xfrm>
            <a:custGeom>
              <a:avLst/>
              <a:gdLst>
                <a:gd name="connsiteX0" fmla="*/ 22365 w 44729"/>
                <a:gd name="connsiteY0" fmla="*/ 0 h 44687"/>
                <a:gd name="connsiteX1" fmla="*/ 0 w 44729"/>
                <a:gd name="connsiteY1" fmla="*/ 22344 h 44687"/>
                <a:gd name="connsiteX2" fmla="*/ 22365 w 44729"/>
                <a:gd name="connsiteY2" fmla="*/ 44688 h 44687"/>
                <a:gd name="connsiteX3" fmla="*/ 44730 w 44729"/>
                <a:gd name="connsiteY3" fmla="*/ 22344 h 44687"/>
                <a:gd name="connsiteX4" fmla="*/ 44730 w 44729"/>
                <a:gd name="connsiteY4" fmla="*/ 22344 h 44687"/>
                <a:gd name="connsiteX5" fmla="*/ 22365 w 44729"/>
                <a:gd name="connsiteY5" fmla="*/ 0 h 44687"/>
                <a:gd name="connsiteX6" fmla="*/ 22365 w 44729"/>
                <a:gd name="connsiteY6" fmla="*/ 31920 h 44687"/>
                <a:gd name="connsiteX7" fmla="*/ 12780 w 44729"/>
                <a:gd name="connsiteY7" fmla="*/ 22344 h 44687"/>
                <a:gd name="connsiteX8" fmla="*/ 22365 w 44729"/>
                <a:gd name="connsiteY8" fmla="*/ 12768 h 44687"/>
                <a:gd name="connsiteX9" fmla="*/ 31950 w 44729"/>
                <a:gd name="connsiteY9" fmla="*/ 22344 h 44687"/>
                <a:gd name="connsiteX10" fmla="*/ 31950 w 44729"/>
                <a:gd name="connsiteY10" fmla="*/ 22344 h 44687"/>
                <a:gd name="connsiteX11" fmla="*/ 22365 w 44729"/>
                <a:gd name="connsiteY11" fmla="*/ 31920 h 44687"/>
                <a:gd name="connsiteX12" fmla="*/ 22365 w 44729"/>
                <a:gd name="connsiteY12" fmla="*/ 31920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729" h="44687">
                  <a:moveTo>
                    <a:pt x="22365" y="0"/>
                  </a:moveTo>
                  <a:cubicBezTo>
                    <a:pt x="10224" y="0"/>
                    <a:pt x="0" y="10214"/>
                    <a:pt x="0" y="22344"/>
                  </a:cubicBezTo>
                  <a:cubicBezTo>
                    <a:pt x="0" y="34473"/>
                    <a:pt x="10224" y="44688"/>
                    <a:pt x="22365" y="44688"/>
                  </a:cubicBezTo>
                  <a:cubicBezTo>
                    <a:pt x="34505" y="44688"/>
                    <a:pt x="44730" y="34473"/>
                    <a:pt x="44730" y="22344"/>
                  </a:cubicBezTo>
                  <a:lnTo>
                    <a:pt x="44730" y="22344"/>
                  </a:lnTo>
                  <a:cubicBezTo>
                    <a:pt x="44730" y="10214"/>
                    <a:pt x="34505" y="0"/>
                    <a:pt x="22365" y="0"/>
                  </a:cubicBezTo>
                  <a:close/>
                  <a:moveTo>
                    <a:pt x="22365" y="31920"/>
                  </a:moveTo>
                  <a:cubicBezTo>
                    <a:pt x="17253" y="31920"/>
                    <a:pt x="12780" y="27451"/>
                    <a:pt x="12780" y="22344"/>
                  </a:cubicBezTo>
                  <a:cubicBezTo>
                    <a:pt x="12780" y="17236"/>
                    <a:pt x="17253" y="12768"/>
                    <a:pt x="22365" y="12768"/>
                  </a:cubicBezTo>
                  <a:cubicBezTo>
                    <a:pt x="27477" y="12768"/>
                    <a:pt x="31950" y="17236"/>
                    <a:pt x="31950" y="22344"/>
                  </a:cubicBezTo>
                  <a:lnTo>
                    <a:pt x="31950" y="22344"/>
                  </a:lnTo>
                  <a:cubicBezTo>
                    <a:pt x="31950" y="28089"/>
                    <a:pt x="27477" y="31920"/>
                    <a:pt x="22365" y="31920"/>
                  </a:cubicBezTo>
                  <a:lnTo>
                    <a:pt x="22365" y="31920"/>
                  </a:lnTo>
                  <a:close/>
                </a:path>
              </a:pathLst>
            </a:custGeom>
            <a:solidFill>
              <a:srgbClr val="00ABAB"/>
            </a:solidFill>
            <a:ln w="6390" cap="flat">
              <a:noFill/>
              <a:prstDash val="solid"/>
              <a:miter/>
            </a:ln>
          </p:spPr>
          <p:txBody>
            <a:bodyPr rtlCol="0" anchor="ctr"/>
            <a:lstStyle/>
            <a:p>
              <a:endParaRPr lang="en-US"/>
            </a:p>
          </p:txBody>
        </p:sp>
        <p:sp>
          <p:nvSpPr>
            <p:cNvPr id="400" name="Graphic 4">
              <a:extLst>
                <a:ext uri="{FF2B5EF4-FFF2-40B4-BE49-F238E27FC236}">
                  <a16:creationId xmlns:a16="http://schemas.microsoft.com/office/drawing/2014/main" id="{38EDB58B-C0FB-C849-A489-49D2EC5846EF}"/>
                </a:ext>
              </a:extLst>
            </p:cNvPr>
            <p:cNvSpPr/>
            <p:nvPr/>
          </p:nvSpPr>
          <p:spPr>
            <a:xfrm>
              <a:off x="3719582" y="4856457"/>
              <a:ext cx="137838" cy="172367"/>
            </a:xfrm>
            <a:custGeom>
              <a:avLst/>
              <a:gdLst>
                <a:gd name="connsiteX0" fmla="*/ 69012 w 137838"/>
                <a:gd name="connsiteY0" fmla="*/ 0 h 172367"/>
                <a:gd name="connsiteX1" fmla="*/ 0 w 137838"/>
                <a:gd name="connsiteY1" fmla="*/ 58733 h 172367"/>
                <a:gd name="connsiteX2" fmla="*/ 0 w 137838"/>
                <a:gd name="connsiteY2" fmla="*/ 61925 h 172367"/>
                <a:gd name="connsiteX3" fmla="*/ 5751 w 137838"/>
                <a:gd name="connsiteY3" fmla="*/ 68309 h 172367"/>
                <a:gd name="connsiteX4" fmla="*/ 37701 w 137838"/>
                <a:gd name="connsiteY4" fmla="*/ 70862 h 172367"/>
                <a:gd name="connsiteX5" fmla="*/ 44091 w 137838"/>
                <a:gd name="connsiteY5" fmla="*/ 65755 h 172367"/>
                <a:gd name="connsiteX6" fmla="*/ 74762 w 137838"/>
                <a:gd name="connsiteY6" fmla="*/ 46603 h 172367"/>
                <a:gd name="connsiteX7" fmla="*/ 94571 w 137838"/>
                <a:gd name="connsiteY7" fmla="*/ 70224 h 172367"/>
                <a:gd name="connsiteX8" fmla="*/ 69012 w 137838"/>
                <a:gd name="connsiteY8" fmla="*/ 95760 h 172367"/>
                <a:gd name="connsiteX9" fmla="*/ 53037 w 137838"/>
                <a:gd name="connsiteY9" fmla="*/ 95760 h 172367"/>
                <a:gd name="connsiteX10" fmla="*/ 48564 w 137838"/>
                <a:gd name="connsiteY10" fmla="*/ 97675 h 172367"/>
                <a:gd name="connsiteX11" fmla="*/ 46647 w 137838"/>
                <a:gd name="connsiteY11" fmla="*/ 102144 h 172367"/>
                <a:gd name="connsiteX12" fmla="*/ 46647 w 137838"/>
                <a:gd name="connsiteY12" fmla="*/ 165984 h 172367"/>
                <a:gd name="connsiteX13" fmla="*/ 53037 w 137838"/>
                <a:gd name="connsiteY13" fmla="*/ 172368 h 172367"/>
                <a:gd name="connsiteX14" fmla="*/ 84986 w 137838"/>
                <a:gd name="connsiteY14" fmla="*/ 172368 h 172367"/>
                <a:gd name="connsiteX15" fmla="*/ 91376 w 137838"/>
                <a:gd name="connsiteY15" fmla="*/ 165984 h 172367"/>
                <a:gd name="connsiteX16" fmla="*/ 91376 w 137838"/>
                <a:gd name="connsiteY16" fmla="*/ 136617 h 172367"/>
                <a:gd name="connsiteX17" fmla="*/ 133550 w 137838"/>
                <a:gd name="connsiteY17" fmla="*/ 46603 h 172367"/>
                <a:gd name="connsiteX18" fmla="*/ 69012 w 137838"/>
                <a:gd name="connsiteY18" fmla="*/ 0 h 172367"/>
                <a:gd name="connsiteX19" fmla="*/ 69012 w 137838"/>
                <a:gd name="connsiteY19" fmla="*/ 0 h 172367"/>
                <a:gd name="connsiteX20" fmla="*/ 83069 w 137838"/>
                <a:gd name="connsiteY20" fmla="*/ 125126 h 172367"/>
                <a:gd name="connsiteX21" fmla="*/ 77957 w 137838"/>
                <a:gd name="connsiteY21" fmla="*/ 131510 h 172367"/>
                <a:gd name="connsiteX22" fmla="*/ 77957 w 137838"/>
                <a:gd name="connsiteY22" fmla="*/ 158961 h 172367"/>
                <a:gd name="connsiteX23" fmla="*/ 58788 w 137838"/>
                <a:gd name="connsiteY23" fmla="*/ 158961 h 172367"/>
                <a:gd name="connsiteX24" fmla="*/ 58788 w 137838"/>
                <a:gd name="connsiteY24" fmla="*/ 107889 h 172367"/>
                <a:gd name="connsiteX25" fmla="*/ 68372 w 137838"/>
                <a:gd name="connsiteY25" fmla="*/ 107889 h 172367"/>
                <a:gd name="connsiteX26" fmla="*/ 106712 w 137838"/>
                <a:gd name="connsiteY26" fmla="*/ 69586 h 172367"/>
                <a:gd name="connsiteX27" fmla="*/ 67734 w 137838"/>
                <a:gd name="connsiteY27" fmla="*/ 31920 h 172367"/>
                <a:gd name="connsiteX28" fmla="*/ 32589 w 137838"/>
                <a:gd name="connsiteY28" fmla="*/ 57456 h 172367"/>
                <a:gd name="connsiteX29" fmla="*/ 13419 w 137838"/>
                <a:gd name="connsiteY29" fmla="*/ 56179 h 172367"/>
                <a:gd name="connsiteX30" fmla="*/ 83069 w 137838"/>
                <a:gd name="connsiteY30" fmla="*/ 13407 h 172367"/>
                <a:gd name="connsiteX31" fmla="*/ 125882 w 137838"/>
                <a:gd name="connsiteY31" fmla="*/ 82992 h 172367"/>
                <a:gd name="connsiteX32" fmla="*/ 83069 w 137838"/>
                <a:gd name="connsiteY32" fmla="*/ 125126 h 172367"/>
                <a:gd name="connsiteX33" fmla="*/ 83069 w 137838"/>
                <a:gd name="connsiteY33" fmla="*/ 125126 h 1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7838" h="172367">
                  <a:moveTo>
                    <a:pt x="69012" y="0"/>
                  </a:moveTo>
                  <a:cubicBezTo>
                    <a:pt x="34506" y="0"/>
                    <a:pt x="5112" y="24898"/>
                    <a:pt x="0" y="58733"/>
                  </a:cubicBezTo>
                  <a:cubicBezTo>
                    <a:pt x="0" y="60010"/>
                    <a:pt x="0" y="61925"/>
                    <a:pt x="0" y="61925"/>
                  </a:cubicBezTo>
                  <a:cubicBezTo>
                    <a:pt x="0" y="65117"/>
                    <a:pt x="2556" y="68309"/>
                    <a:pt x="5751" y="68309"/>
                  </a:cubicBezTo>
                  <a:lnTo>
                    <a:pt x="37701" y="70862"/>
                  </a:lnTo>
                  <a:cubicBezTo>
                    <a:pt x="40896" y="70862"/>
                    <a:pt x="43452" y="68947"/>
                    <a:pt x="44091" y="65755"/>
                  </a:cubicBezTo>
                  <a:cubicBezTo>
                    <a:pt x="47286" y="51710"/>
                    <a:pt x="60704" y="43411"/>
                    <a:pt x="74762" y="46603"/>
                  </a:cubicBezTo>
                  <a:cubicBezTo>
                    <a:pt x="86264" y="49157"/>
                    <a:pt x="93932" y="58733"/>
                    <a:pt x="94571" y="70224"/>
                  </a:cubicBezTo>
                  <a:cubicBezTo>
                    <a:pt x="94571" y="84269"/>
                    <a:pt x="83069" y="95760"/>
                    <a:pt x="69012" y="95760"/>
                  </a:cubicBezTo>
                  <a:lnTo>
                    <a:pt x="53037" y="95760"/>
                  </a:lnTo>
                  <a:cubicBezTo>
                    <a:pt x="51119" y="95760"/>
                    <a:pt x="49842" y="96398"/>
                    <a:pt x="48564" y="97675"/>
                  </a:cubicBezTo>
                  <a:cubicBezTo>
                    <a:pt x="47286" y="98952"/>
                    <a:pt x="46647" y="100229"/>
                    <a:pt x="46647" y="102144"/>
                  </a:cubicBezTo>
                  <a:lnTo>
                    <a:pt x="46647" y="165984"/>
                  </a:lnTo>
                  <a:cubicBezTo>
                    <a:pt x="46647" y="169814"/>
                    <a:pt x="49203" y="172368"/>
                    <a:pt x="53037" y="172368"/>
                  </a:cubicBezTo>
                  <a:lnTo>
                    <a:pt x="84986" y="172368"/>
                  </a:lnTo>
                  <a:cubicBezTo>
                    <a:pt x="88820" y="172368"/>
                    <a:pt x="91376" y="169814"/>
                    <a:pt x="91376" y="165984"/>
                  </a:cubicBezTo>
                  <a:lnTo>
                    <a:pt x="91376" y="136617"/>
                  </a:lnTo>
                  <a:cubicBezTo>
                    <a:pt x="127799" y="123211"/>
                    <a:pt x="146969" y="82992"/>
                    <a:pt x="133550" y="46603"/>
                  </a:cubicBezTo>
                  <a:cubicBezTo>
                    <a:pt x="123965" y="18514"/>
                    <a:pt x="98405" y="639"/>
                    <a:pt x="69012" y="0"/>
                  </a:cubicBezTo>
                  <a:lnTo>
                    <a:pt x="69012" y="0"/>
                  </a:lnTo>
                  <a:close/>
                  <a:moveTo>
                    <a:pt x="83069" y="125126"/>
                  </a:moveTo>
                  <a:cubicBezTo>
                    <a:pt x="79874" y="125765"/>
                    <a:pt x="77957" y="128318"/>
                    <a:pt x="77957" y="131510"/>
                  </a:cubicBezTo>
                  <a:lnTo>
                    <a:pt x="77957" y="158961"/>
                  </a:lnTo>
                  <a:lnTo>
                    <a:pt x="58788" y="158961"/>
                  </a:lnTo>
                  <a:lnTo>
                    <a:pt x="58788" y="107889"/>
                  </a:lnTo>
                  <a:lnTo>
                    <a:pt x="68372" y="107889"/>
                  </a:lnTo>
                  <a:cubicBezTo>
                    <a:pt x="89459" y="107251"/>
                    <a:pt x="106073" y="90653"/>
                    <a:pt x="106712" y="69586"/>
                  </a:cubicBezTo>
                  <a:cubicBezTo>
                    <a:pt x="106073" y="48519"/>
                    <a:pt x="88820" y="31282"/>
                    <a:pt x="67734" y="31920"/>
                  </a:cubicBezTo>
                  <a:cubicBezTo>
                    <a:pt x="51759" y="31920"/>
                    <a:pt x="37701" y="42135"/>
                    <a:pt x="32589" y="57456"/>
                  </a:cubicBezTo>
                  <a:lnTo>
                    <a:pt x="13419" y="56179"/>
                  </a:lnTo>
                  <a:cubicBezTo>
                    <a:pt x="21087" y="25536"/>
                    <a:pt x="51759" y="6384"/>
                    <a:pt x="83069" y="13407"/>
                  </a:cubicBezTo>
                  <a:cubicBezTo>
                    <a:pt x="113741" y="21067"/>
                    <a:pt x="132911" y="51710"/>
                    <a:pt x="125882" y="82992"/>
                  </a:cubicBezTo>
                  <a:cubicBezTo>
                    <a:pt x="120770" y="103421"/>
                    <a:pt x="104156" y="120019"/>
                    <a:pt x="83069" y="125126"/>
                  </a:cubicBezTo>
                  <a:lnTo>
                    <a:pt x="83069" y="125126"/>
                  </a:lnTo>
                  <a:close/>
                </a:path>
              </a:pathLst>
            </a:custGeom>
            <a:solidFill>
              <a:srgbClr val="00ABAB"/>
            </a:solidFill>
            <a:ln w="6390" cap="flat">
              <a:noFill/>
              <a:prstDash val="solid"/>
              <a:miter/>
            </a:ln>
          </p:spPr>
          <p:txBody>
            <a:bodyPr rtlCol="0" anchor="ctr"/>
            <a:lstStyle/>
            <a:p>
              <a:endParaRPr lang="en-US"/>
            </a:p>
          </p:txBody>
        </p:sp>
      </p:grpSp>
      <p:grpSp>
        <p:nvGrpSpPr>
          <p:cNvPr id="401" name="Graphic 4">
            <a:extLst>
              <a:ext uri="{FF2B5EF4-FFF2-40B4-BE49-F238E27FC236}">
                <a16:creationId xmlns:a16="http://schemas.microsoft.com/office/drawing/2014/main" id="{5A5A26BC-61A6-B145-B379-53F23917D443}"/>
              </a:ext>
            </a:extLst>
          </p:cNvPr>
          <p:cNvGrpSpPr/>
          <p:nvPr/>
        </p:nvGrpSpPr>
        <p:grpSpPr>
          <a:xfrm>
            <a:off x="4045469" y="4793256"/>
            <a:ext cx="362309" cy="361971"/>
            <a:chOff x="4045469" y="4793256"/>
            <a:chExt cx="362309" cy="361971"/>
          </a:xfrm>
          <a:solidFill>
            <a:srgbClr val="00ABAB"/>
          </a:solidFill>
        </p:grpSpPr>
        <p:sp>
          <p:nvSpPr>
            <p:cNvPr id="402" name="Graphic 4">
              <a:extLst>
                <a:ext uri="{FF2B5EF4-FFF2-40B4-BE49-F238E27FC236}">
                  <a16:creationId xmlns:a16="http://schemas.microsoft.com/office/drawing/2014/main" id="{1B8E7A89-26A3-134A-AB86-F7A39D7B6FBB}"/>
                </a:ext>
              </a:extLst>
            </p:cNvPr>
            <p:cNvSpPr/>
            <p:nvPr/>
          </p:nvSpPr>
          <p:spPr>
            <a:xfrm>
              <a:off x="4171350" y="4869225"/>
              <a:ext cx="111627" cy="146193"/>
            </a:xfrm>
            <a:custGeom>
              <a:avLst/>
              <a:gdLst>
                <a:gd name="connsiteX0" fmla="*/ 55593 w 111627"/>
                <a:gd name="connsiteY0" fmla="*/ 0 h 146193"/>
                <a:gd name="connsiteX1" fmla="*/ 0 w 111627"/>
                <a:gd name="connsiteY1" fmla="*/ 43411 h 146193"/>
                <a:gd name="connsiteX2" fmla="*/ 19170 w 111627"/>
                <a:gd name="connsiteY2" fmla="*/ 44688 h 146193"/>
                <a:gd name="connsiteX3" fmla="*/ 67734 w 111627"/>
                <a:gd name="connsiteY3" fmla="*/ 21067 h 146193"/>
                <a:gd name="connsiteX4" fmla="*/ 93293 w 111627"/>
                <a:gd name="connsiteY4" fmla="*/ 56818 h 146193"/>
                <a:gd name="connsiteX5" fmla="*/ 54954 w 111627"/>
                <a:gd name="connsiteY5" fmla="*/ 95121 h 146193"/>
                <a:gd name="connsiteX6" fmla="*/ 46008 w 111627"/>
                <a:gd name="connsiteY6" fmla="*/ 95121 h 146193"/>
                <a:gd name="connsiteX7" fmla="*/ 46008 w 111627"/>
                <a:gd name="connsiteY7" fmla="*/ 146193 h 146193"/>
                <a:gd name="connsiteX8" fmla="*/ 65177 w 111627"/>
                <a:gd name="connsiteY8" fmla="*/ 146193 h 146193"/>
                <a:gd name="connsiteX9" fmla="*/ 65177 w 111627"/>
                <a:gd name="connsiteY9" fmla="*/ 118742 h 146193"/>
                <a:gd name="connsiteX10" fmla="*/ 70289 w 111627"/>
                <a:gd name="connsiteY10" fmla="*/ 112358 h 146193"/>
                <a:gd name="connsiteX11" fmla="*/ 109268 w 111627"/>
                <a:gd name="connsiteY11" fmla="*/ 40858 h 146193"/>
                <a:gd name="connsiteX12" fmla="*/ 55593 w 111627"/>
                <a:gd name="connsiteY12" fmla="*/ 0 h 146193"/>
                <a:gd name="connsiteX13" fmla="*/ 55593 w 111627"/>
                <a:gd name="connsiteY13" fmla="*/ 0 h 14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1627" h="146193">
                  <a:moveTo>
                    <a:pt x="55593" y="0"/>
                  </a:moveTo>
                  <a:cubicBezTo>
                    <a:pt x="29394" y="0"/>
                    <a:pt x="6390" y="17875"/>
                    <a:pt x="0" y="43411"/>
                  </a:cubicBezTo>
                  <a:lnTo>
                    <a:pt x="19170" y="44688"/>
                  </a:lnTo>
                  <a:cubicBezTo>
                    <a:pt x="26199" y="24898"/>
                    <a:pt x="47925" y="14045"/>
                    <a:pt x="67734" y="21067"/>
                  </a:cubicBezTo>
                  <a:cubicBezTo>
                    <a:pt x="83069" y="26175"/>
                    <a:pt x="93293" y="40858"/>
                    <a:pt x="93293" y="56818"/>
                  </a:cubicBezTo>
                  <a:cubicBezTo>
                    <a:pt x="92654" y="77885"/>
                    <a:pt x="76040" y="94483"/>
                    <a:pt x="54954" y="95121"/>
                  </a:cubicBezTo>
                  <a:lnTo>
                    <a:pt x="46008" y="95121"/>
                  </a:lnTo>
                  <a:lnTo>
                    <a:pt x="46008" y="146193"/>
                  </a:lnTo>
                  <a:lnTo>
                    <a:pt x="65177" y="146193"/>
                  </a:lnTo>
                  <a:lnTo>
                    <a:pt x="65177" y="118742"/>
                  </a:lnTo>
                  <a:cubicBezTo>
                    <a:pt x="65177" y="115550"/>
                    <a:pt x="67094" y="112997"/>
                    <a:pt x="70289" y="112358"/>
                  </a:cubicBezTo>
                  <a:cubicBezTo>
                    <a:pt x="100961" y="103421"/>
                    <a:pt x="118214" y="71501"/>
                    <a:pt x="109268" y="40858"/>
                  </a:cubicBezTo>
                  <a:cubicBezTo>
                    <a:pt x="102239" y="17237"/>
                    <a:pt x="80513" y="639"/>
                    <a:pt x="55593" y="0"/>
                  </a:cubicBezTo>
                  <a:lnTo>
                    <a:pt x="55593" y="0"/>
                  </a:lnTo>
                  <a:close/>
                </a:path>
              </a:pathLst>
            </a:custGeom>
            <a:solidFill>
              <a:srgbClr val="00ABAB"/>
            </a:solidFill>
            <a:ln w="6390" cap="flat">
              <a:noFill/>
              <a:prstDash val="solid"/>
              <a:miter/>
            </a:ln>
          </p:spPr>
          <p:txBody>
            <a:bodyPr rtlCol="0" anchor="ctr"/>
            <a:lstStyle/>
            <a:p>
              <a:endParaRPr lang="en-US"/>
            </a:p>
          </p:txBody>
        </p:sp>
        <p:sp>
          <p:nvSpPr>
            <p:cNvPr id="403" name="Graphic 4">
              <a:extLst>
                <a:ext uri="{FF2B5EF4-FFF2-40B4-BE49-F238E27FC236}">
                  <a16:creationId xmlns:a16="http://schemas.microsoft.com/office/drawing/2014/main" id="{2D79DA96-4496-CB4D-81EE-954F1D8C79DF}"/>
                </a:ext>
              </a:extLst>
            </p:cNvPr>
            <p:cNvSpPr/>
            <p:nvPr/>
          </p:nvSpPr>
          <p:spPr>
            <a:xfrm>
              <a:off x="4217358" y="5059468"/>
              <a:ext cx="19169" cy="19151"/>
            </a:xfrm>
            <a:custGeom>
              <a:avLst/>
              <a:gdLst>
                <a:gd name="connsiteX0" fmla="*/ 9585 w 19169"/>
                <a:gd name="connsiteY0" fmla="*/ 0 h 19151"/>
                <a:gd name="connsiteX1" fmla="*/ 0 w 19169"/>
                <a:gd name="connsiteY1" fmla="*/ 9576 h 19151"/>
                <a:gd name="connsiteX2" fmla="*/ 9585 w 19169"/>
                <a:gd name="connsiteY2" fmla="*/ 19152 h 19151"/>
                <a:gd name="connsiteX3" fmla="*/ 19170 w 19169"/>
                <a:gd name="connsiteY3" fmla="*/ 9576 h 19151"/>
                <a:gd name="connsiteX4" fmla="*/ 19170 w 19169"/>
                <a:gd name="connsiteY4" fmla="*/ 9576 h 19151"/>
                <a:gd name="connsiteX5" fmla="*/ 9585 w 19169"/>
                <a:gd name="connsiteY5" fmla="*/ 0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9151">
                  <a:moveTo>
                    <a:pt x="9585" y="0"/>
                  </a:moveTo>
                  <a:cubicBezTo>
                    <a:pt x="4473" y="0"/>
                    <a:pt x="0" y="4468"/>
                    <a:pt x="0" y="9576"/>
                  </a:cubicBezTo>
                  <a:cubicBezTo>
                    <a:pt x="0" y="14683"/>
                    <a:pt x="4473" y="19152"/>
                    <a:pt x="9585" y="19152"/>
                  </a:cubicBezTo>
                  <a:cubicBezTo>
                    <a:pt x="14697" y="19152"/>
                    <a:pt x="19170" y="14683"/>
                    <a:pt x="19170" y="9576"/>
                  </a:cubicBezTo>
                  <a:cubicBezTo>
                    <a:pt x="19170" y="9576"/>
                    <a:pt x="19170" y="9576"/>
                    <a:pt x="19170" y="9576"/>
                  </a:cubicBezTo>
                  <a:cubicBezTo>
                    <a:pt x="18531" y="4468"/>
                    <a:pt x="14697" y="0"/>
                    <a:pt x="9585" y="0"/>
                  </a:cubicBezTo>
                  <a:close/>
                </a:path>
              </a:pathLst>
            </a:custGeom>
            <a:solidFill>
              <a:srgbClr val="00ABAB"/>
            </a:solidFill>
            <a:ln w="6390" cap="flat">
              <a:noFill/>
              <a:prstDash val="solid"/>
              <a:miter/>
            </a:ln>
          </p:spPr>
          <p:txBody>
            <a:bodyPr rtlCol="0" anchor="ctr"/>
            <a:lstStyle/>
            <a:p>
              <a:endParaRPr lang="en-US"/>
            </a:p>
          </p:txBody>
        </p:sp>
        <p:sp>
          <p:nvSpPr>
            <p:cNvPr id="404" name="Graphic 4">
              <a:extLst>
                <a:ext uri="{FF2B5EF4-FFF2-40B4-BE49-F238E27FC236}">
                  <a16:creationId xmlns:a16="http://schemas.microsoft.com/office/drawing/2014/main" id="{66083E82-87FA-D64D-BD1F-4CACCD773F24}"/>
                </a:ext>
              </a:extLst>
            </p:cNvPr>
            <p:cNvSpPr/>
            <p:nvPr/>
          </p:nvSpPr>
          <p:spPr>
            <a:xfrm>
              <a:off x="4045469" y="479325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298132 h 361971"/>
                <a:gd name="connsiteX7" fmla="*/ 159110 w 362309"/>
                <a:gd name="connsiteY7" fmla="*/ 275788 h 361971"/>
                <a:gd name="connsiteX8" fmla="*/ 181474 w 362309"/>
                <a:gd name="connsiteY8" fmla="*/ 253444 h 361971"/>
                <a:gd name="connsiteX9" fmla="*/ 203839 w 362309"/>
                <a:gd name="connsiteY9" fmla="*/ 275788 h 361971"/>
                <a:gd name="connsiteX10" fmla="*/ 203839 w 362309"/>
                <a:gd name="connsiteY10" fmla="*/ 275788 h 361971"/>
                <a:gd name="connsiteX11" fmla="*/ 181474 w 362309"/>
                <a:gd name="connsiteY11" fmla="*/ 298132 h 361971"/>
                <a:gd name="connsiteX12" fmla="*/ 181474 w 362309"/>
                <a:gd name="connsiteY12" fmla="*/ 298132 h 361971"/>
                <a:gd name="connsiteX13" fmla="*/ 181474 w 362309"/>
                <a:gd name="connsiteY13" fmla="*/ 298132 h 361971"/>
                <a:gd name="connsiteX14" fmla="*/ 203839 w 362309"/>
                <a:gd name="connsiteY14" fmla="*/ 199180 h 361971"/>
                <a:gd name="connsiteX15" fmla="*/ 203839 w 362309"/>
                <a:gd name="connsiteY15" fmla="*/ 228546 h 361971"/>
                <a:gd name="connsiteX16" fmla="*/ 197449 w 362309"/>
                <a:gd name="connsiteY16" fmla="*/ 234930 h 361971"/>
                <a:gd name="connsiteX17" fmla="*/ 165500 w 362309"/>
                <a:gd name="connsiteY17" fmla="*/ 234930 h 361971"/>
                <a:gd name="connsiteX18" fmla="*/ 159110 w 362309"/>
                <a:gd name="connsiteY18" fmla="*/ 228546 h 361971"/>
                <a:gd name="connsiteX19" fmla="*/ 159110 w 362309"/>
                <a:gd name="connsiteY19" fmla="*/ 164707 h 361971"/>
                <a:gd name="connsiteX20" fmla="*/ 165500 w 362309"/>
                <a:gd name="connsiteY20" fmla="*/ 158323 h 361971"/>
                <a:gd name="connsiteX21" fmla="*/ 181474 w 362309"/>
                <a:gd name="connsiteY21" fmla="*/ 158323 h 361971"/>
                <a:gd name="connsiteX22" fmla="*/ 207034 w 362309"/>
                <a:gd name="connsiteY22" fmla="*/ 132787 h 361971"/>
                <a:gd name="connsiteX23" fmla="*/ 180196 w 362309"/>
                <a:gd name="connsiteY23" fmla="*/ 108528 h 361971"/>
                <a:gd name="connsiteX24" fmla="*/ 156553 w 362309"/>
                <a:gd name="connsiteY24" fmla="*/ 128318 h 361971"/>
                <a:gd name="connsiteX25" fmla="*/ 150164 w 362309"/>
                <a:gd name="connsiteY25" fmla="*/ 133425 h 361971"/>
                <a:gd name="connsiteX26" fmla="*/ 118214 w 362309"/>
                <a:gd name="connsiteY26" fmla="*/ 130872 h 361971"/>
                <a:gd name="connsiteX27" fmla="*/ 112463 w 362309"/>
                <a:gd name="connsiteY27" fmla="*/ 124488 h 361971"/>
                <a:gd name="connsiteX28" fmla="*/ 112463 w 362309"/>
                <a:gd name="connsiteY28" fmla="*/ 121296 h 361971"/>
                <a:gd name="connsiteX29" fmla="*/ 192976 w 362309"/>
                <a:gd name="connsiteY29" fmla="*/ 63201 h 361971"/>
                <a:gd name="connsiteX30" fmla="*/ 251125 w 362309"/>
                <a:gd name="connsiteY30" fmla="*/ 143640 h 361971"/>
                <a:gd name="connsiteX31" fmla="*/ 203839 w 362309"/>
                <a:gd name="connsiteY31" fmla="*/ 199180 h 361971"/>
                <a:gd name="connsiteX32" fmla="*/ 203839 w 362309"/>
                <a:gd name="connsiteY32" fmla="*/ 19918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cubicBezTo>
                    <a:pt x="362310" y="181305"/>
                    <a:pt x="362310" y="181305"/>
                    <a:pt x="362310" y="181305"/>
                  </a:cubicBezTo>
                  <a:cubicBezTo>
                    <a:pt x="362310" y="80438"/>
                    <a:pt x="281796" y="0"/>
                    <a:pt x="181474" y="0"/>
                  </a:cubicBezTo>
                  <a:close/>
                  <a:moveTo>
                    <a:pt x="181474" y="298132"/>
                  </a:moveTo>
                  <a:cubicBezTo>
                    <a:pt x="169333" y="298132"/>
                    <a:pt x="159110" y="287917"/>
                    <a:pt x="159110" y="275788"/>
                  </a:cubicBezTo>
                  <a:cubicBezTo>
                    <a:pt x="159110" y="263658"/>
                    <a:pt x="169333" y="253444"/>
                    <a:pt x="181474" y="253444"/>
                  </a:cubicBezTo>
                  <a:cubicBezTo>
                    <a:pt x="193615" y="253444"/>
                    <a:pt x="203839" y="263658"/>
                    <a:pt x="203839" y="275788"/>
                  </a:cubicBezTo>
                  <a:cubicBezTo>
                    <a:pt x="203839" y="275788"/>
                    <a:pt x="203839" y="275788"/>
                    <a:pt x="203839" y="275788"/>
                  </a:cubicBezTo>
                  <a:cubicBezTo>
                    <a:pt x="203839" y="288556"/>
                    <a:pt x="193615" y="298132"/>
                    <a:pt x="181474" y="298132"/>
                  </a:cubicBezTo>
                  <a:cubicBezTo>
                    <a:pt x="181474" y="298132"/>
                    <a:pt x="181474" y="298132"/>
                    <a:pt x="181474" y="298132"/>
                  </a:cubicBezTo>
                  <a:lnTo>
                    <a:pt x="181474" y="298132"/>
                  </a:lnTo>
                  <a:close/>
                  <a:moveTo>
                    <a:pt x="203839" y="199180"/>
                  </a:moveTo>
                  <a:lnTo>
                    <a:pt x="203839" y="228546"/>
                  </a:lnTo>
                  <a:cubicBezTo>
                    <a:pt x="203839" y="232377"/>
                    <a:pt x="201283" y="234930"/>
                    <a:pt x="197449" y="234930"/>
                  </a:cubicBezTo>
                  <a:lnTo>
                    <a:pt x="165500" y="234930"/>
                  </a:lnTo>
                  <a:cubicBezTo>
                    <a:pt x="161666" y="234930"/>
                    <a:pt x="159110" y="232377"/>
                    <a:pt x="159110" y="228546"/>
                  </a:cubicBezTo>
                  <a:lnTo>
                    <a:pt x="159110" y="164707"/>
                  </a:lnTo>
                  <a:cubicBezTo>
                    <a:pt x="159110" y="160876"/>
                    <a:pt x="161666" y="158323"/>
                    <a:pt x="165500" y="158323"/>
                  </a:cubicBezTo>
                  <a:lnTo>
                    <a:pt x="181474" y="158323"/>
                  </a:lnTo>
                  <a:cubicBezTo>
                    <a:pt x="195532" y="158323"/>
                    <a:pt x="207034" y="146832"/>
                    <a:pt x="207034" y="132787"/>
                  </a:cubicBezTo>
                  <a:cubicBezTo>
                    <a:pt x="206395" y="118742"/>
                    <a:pt x="194254" y="107889"/>
                    <a:pt x="180196" y="108528"/>
                  </a:cubicBezTo>
                  <a:cubicBezTo>
                    <a:pt x="168695" y="109166"/>
                    <a:pt x="159110" y="117465"/>
                    <a:pt x="156553" y="128318"/>
                  </a:cubicBezTo>
                  <a:cubicBezTo>
                    <a:pt x="155915" y="131510"/>
                    <a:pt x="153358" y="133425"/>
                    <a:pt x="150164" y="133425"/>
                  </a:cubicBezTo>
                  <a:lnTo>
                    <a:pt x="118214" y="130872"/>
                  </a:lnTo>
                  <a:cubicBezTo>
                    <a:pt x="115019" y="130872"/>
                    <a:pt x="112463" y="127680"/>
                    <a:pt x="112463" y="124488"/>
                  </a:cubicBezTo>
                  <a:cubicBezTo>
                    <a:pt x="112463" y="123211"/>
                    <a:pt x="112463" y="121934"/>
                    <a:pt x="112463" y="121296"/>
                  </a:cubicBezTo>
                  <a:cubicBezTo>
                    <a:pt x="118853" y="82992"/>
                    <a:pt x="154637" y="56817"/>
                    <a:pt x="192976" y="63201"/>
                  </a:cubicBezTo>
                  <a:cubicBezTo>
                    <a:pt x="231316" y="69585"/>
                    <a:pt x="257515" y="105336"/>
                    <a:pt x="251125" y="143640"/>
                  </a:cubicBezTo>
                  <a:cubicBezTo>
                    <a:pt x="246652" y="169176"/>
                    <a:pt x="228760" y="190881"/>
                    <a:pt x="203839" y="199180"/>
                  </a:cubicBezTo>
                  <a:lnTo>
                    <a:pt x="203839" y="199180"/>
                  </a:lnTo>
                  <a:close/>
                </a:path>
              </a:pathLst>
            </a:custGeom>
            <a:solidFill>
              <a:srgbClr val="00ABAB"/>
            </a:solidFill>
            <a:ln w="6390" cap="flat">
              <a:noFill/>
              <a:prstDash val="solid"/>
              <a:miter/>
            </a:ln>
          </p:spPr>
          <p:txBody>
            <a:bodyPr rtlCol="0" anchor="ctr"/>
            <a:lstStyle/>
            <a:p>
              <a:endParaRPr lang="en-US"/>
            </a:p>
          </p:txBody>
        </p:sp>
      </p:grpSp>
      <p:grpSp>
        <p:nvGrpSpPr>
          <p:cNvPr id="405" name="Graphic 4">
            <a:extLst>
              <a:ext uri="{FF2B5EF4-FFF2-40B4-BE49-F238E27FC236}">
                <a16:creationId xmlns:a16="http://schemas.microsoft.com/office/drawing/2014/main" id="{12CE76BD-9912-484A-9EBD-809085435DF3}"/>
              </a:ext>
            </a:extLst>
          </p:cNvPr>
          <p:cNvGrpSpPr/>
          <p:nvPr/>
        </p:nvGrpSpPr>
        <p:grpSpPr>
          <a:xfrm>
            <a:off x="4660820" y="2371173"/>
            <a:ext cx="362312" cy="361971"/>
            <a:chOff x="4660820" y="2371173"/>
            <a:chExt cx="362312" cy="361971"/>
          </a:xfrm>
          <a:solidFill>
            <a:srgbClr val="00ABAB"/>
          </a:solidFill>
        </p:grpSpPr>
        <p:sp>
          <p:nvSpPr>
            <p:cNvPr id="406" name="Graphic 4">
              <a:extLst>
                <a:ext uri="{FF2B5EF4-FFF2-40B4-BE49-F238E27FC236}">
                  <a16:creationId xmlns:a16="http://schemas.microsoft.com/office/drawing/2014/main" id="{A36BADCD-4F76-4A46-B37A-96484B0FF255}"/>
                </a:ext>
              </a:extLst>
            </p:cNvPr>
            <p:cNvSpPr/>
            <p:nvPr/>
          </p:nvSpPr>
          <p:spPr>
            <a:xfrm>
              <a:off x="4660820" y="237117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9204 h 361971"/>
                <a:gd name="connsiteX8" fmla="*/ 12780 w 362312"/>
                <a:gd name="connsiteY8" fmla="*/ 181305 h 361971"/>
                <a:gd name="connsiteX9" fmla="*/ 180835 w 362312"/>
                <a:gd name="connsiteY9" fmla="*/ 12768 h 361971"/>
                <a:gd name="connsiteX10" fmla="*/ 349529 w 362312"/>
                <a:gd name="connsiteY10" fmla="*/ 180667 h 361971"/>
                <a:gd name="connsiteX11" fmla="*/ 349529 w 362312"/>
                <a:gd name="connsiteY11" fmla="*/ 180667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407" name="Graphic 4">
              <a:extLst>
                <a:ext uri="{FF2B5EF4-FFF2-40B4-BE49-F238E27FC236}">
                  <a16:creationId xmlns:a16="http://schemas.microsoft.com/office/drawing/2014/main" id="{88471BFA-8685-D94B-AE27-EA6ED4ABA22D}"/>
                </a:ext>
              </a:extLst>
            </p:cNvPr>
            <p:cNvSpPr/>
            <p:nvPr/>
          </p:nvSpPr>
          <p:spPr>
            <a:xfrm>
              <a:off x="4764336" y="2439482"/>
              <a:ext cx="126521" cy="225354"/>
            </a:xfrm>
            <a:custGeom>
              <a:avLst/>
              <a:gdLst>
                <a:gd name="connsiteX0" fmla="*/ 120131 w 126521"/>
                <a:gd name="connsiteY0" fmla="*/ 144278 h 225354"/>
                <a:gd name="connsiteX1" fmla="*/ 113741 w 126521"/>
                <a:gd name="connsiteY1" fmla="*/ 150662 h 225354"/>
                <a:gd name="connsiteX2" fmla="*/ 113741 w 126521"/>
                <a:gd name="connsiteY2" fmla="*/ 212587 h 225354"/>
                <a:gd name="connsiteX3" fmla="*/ 12780 w 126521"/>
                <a:gd name="connsiteY3" fmla="*/ 212587 h 225354"/>
                <a:gd name="connsiteX4" fmla="*/ 12780 w 126521"/>
                <a:gd name="connsiteY4" fmla="*/ 12768 h 225354"/>
                <a:gd name="connsiteX5" fmla="*/ 113741 w 126521"/>
                <a:gd name="connsiteY5" fmla="*/ 12768 h 225354"/>
                <a:gd name="connsiteX6" fmla="*/ 113741 w 126521"/>
                <a:gd name="connsiteY6" fmla="*/ 74693 h 225354"/>
                <a:gd name="connsiteX7" fmla="*/ 120131 w 126521"/>
                <a:gd name="connsiteY7" fmla="*/ 81077 h 225354"/>
                <a:gd name="connsiteX8" fmla="*/ 126521 w 126521"/>
                <a:gd name="connsiteY8" fmla="*/ 74693 h 225354"/>
                <a:gd name="connsiteX9" fmla="*/ 126521 w 126521"/>
                <a:gd name="connsiteY9" fmla="*/ 6384 h 225354"/>
                <a:gd name="connsiteX10" fmla="*/ 120131 w 126521"/>
                <a:gd name="connsiteY10" fmla="*/ 0 h 225354"/>
                <a:gd name="connsiteX11" fmla="*/ 6390 w 126521"/>
                <a:gd name="connsiteY11" fmla="*/ 0 h 225354"/>
                <a:gd name="connsiteX12" fmla="*/ 0 w 126521"/>
                <a:gd name="connsiteY12" fmla="*/ 6384 h 225354"/>
                <a:gd name="connsiteX13" fmla="*/ 0 w 126521"/>
                <a:gd name="connsiteY13" fmla="*/ 218971 h 225354"/>
                <a:gd name="connsiteX14" fmla="*/ 6390 w 126521"/>
                <a:gd name="connsiteY14" fmla="*/ 225355 h 225354"/>
                <a:gd name="connsiteX15" fmla="*/ 120131 w 126521"/>
                <a:gd name="connsiteY15" fmla="*/ 225355 h 225354"/>
                <a:gd name="connsiteX16" fmla="*/ 126521 w 126521"/>
                <a:gd name="connsiteY16" fmla="*/ 218971 h 225354"/>
                <a:gd name="connsiteX17" fmla="*/ 126521 w 126521"/>
                <a:gd name="connsiteY17" fmla="*/ 150662 h 225354"/>
                <a:gd name="connsiteX18" fmla="*/ 120131 w 126521"/>
                <a:gd name="connsiteY18" fmla="*/ 144278 h 225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6521" h="225354">
                  <a:moveTo>
                    <a:pt x="120131" y="144278"/>
                  </a:moveTo>
                  <a:cubicBezTo>
                    <a:pt x="116297" y="144278"/>
                    <a:pt x="113741" y="146832"/>
                    <a:pt x="113741" y="150662"/>
                  </a:cubicBezTo>
                  <a:lnTo>
                    <a:pt x="113741" y="212587"/>
                  </a:lnTo>
                  <a:lnTo>
                    <a:pt x="12780" y="212587"/>
                  </a:lnTo>
                  <a:lnTo>
                    <a:pt x="12780" y="12768"/>
                  </a:lnTo>
                  <a:lnTo>
                    <a:pt x="113741" y="12768"/>
                  </a:lnTo>
                  <a:lnTo>
                    <a:pt x="113741" y="74693"/>
                  </a:lnTo>
                  <a:cubicBezTo>
                    <a:pt x="113741" y="78523"/>
                    <a:pt x="116297" y="81077"/>
                    <a:pt x="120131" y="81077"/>
                  </a:cubicBezTo>
                  <a:cubicBezTo>
                    <a:pt x="123965" y="81077"/>
                    <a:pt x="126521" y="78523"/>
                    <a:pt x="126521" y="74693"/>
                  </a:cubicBezTo>
                  <a:lnTo>
                    <a:pt x="126521" y="6384"/>
                  </a:lnTo>
                  <a:cubicBezTo>
                    <a:pt x="126521" y="2554"/>
                    <a:pt x="123965" y="0"/>
                    <a:pt x="120131" y="0"/>
                  </a:cubicBezTo>
                  <a:lnTo>
                    <a:pt x="6390" y="0"/>
                  </a:lnTo>
                  <a:cubicBezTo>
                    <a:pt x="2556" y="0"/>
                    <a:pt x="0" y="2554"/>
                    <a:pt x="0" y="6384"/>
                  </a:cubicBezTo>
                  <a:lnTo>
                    <a:pt x="0" y="218971"/>
                  </a:lnTo>
                  <a:cubicBezTo>
                    <a:pt x="0" y="222801"/>
                    <a:pt x="2556" y="225355"/>
                    <a:pt x="6390" y="225355"/>
                  </a:cubicBezTo>
                  <a:lnTo>
                    <a:pt x="120131" y="225355"/>
                  </a:lnTo>
                  <a:cubicBezTo>
                    <a:pt x="123965" y="225355"/>
                    <a:pt x="126521" y="222801"/>
                    <a:pt x="126521" y="218971"/>
                  </a:cubicBezTo>
                  <a:lnTo>
                    <a:pt x="126521" y="150662"/>
                  </a:lnTo>
                  <a:cubicBezTo>
                    <a:pt x="126521" y="146832"/>
                    <a:pt x="123326" y="144278"/>
                    <a:pt x="120131" y="144278"/>
                  </a:cubicBezTo>
                  <a:close/>
                </a:path>
              </a:pathLst>
            </a:custGeom>
            <a:solidFill>
              <a:srgbClr val="00ABAB"/>
            </a:solidFill>
            <a:ln w="6390" cap="flat">
              <a:noFill/>
              <a:prstDash val="solid"/>
              <a:miter/>
            </a:ln>
          </p:spPr>
          <p:txBody>
            <a:bodyPr rtlCol="0" anchor="ctr"/>
            <a:lstStyle/>
            <a:p>
              <a:endParaRPr lang="en-US"/>
            </a:p>
          </p:txBody>
        </p:sp>
        <p:sp>
          <p:nvSpPr>
            <p:cNvPr id="408" name="Graphic 4">
              <a:extLst>
                <a:ext uri="{FF2B5EF4-FFF2-40B4-BE49-F238E27FC236}">
                  <a16:creationId xmlns:a16="http://schemas.microsoft.com/office/drawing/2014/main" id="{C8308320-C98B-AD4A-A298-E59315F0E852}"/>
                </a:ext>
              </a:extLst>
            </p:cNvPr>
            <p:cNvSpPr/>
            <p:nvPr/>
          </p:nvSpPr>
          <p:spPr>
            <a:xfrm>
              <a:off x="4817373" y="2514813"/>
              <a:ext cx="141696" cy="73415"/>
            </a:xfrm>
            <a:custGeom>
              <a:avLst/>
              <a:gdLst>
                <a:gd name="connsiteX0" fmla="*/ 139939 w 141696"/>
                <a:gd name="connsiteY0" fmla="*/ 32558 h 73415"/>
                <a:gd name="connsiteX1" fmla="*/ 109268 w 141696"/>
                <a:gd name="connsiteY1" fmla="*/ 1915 h 73415"/>
                <a:gd name="connsiteX2" fmla="*/ 100322 w 141696"/>
                <a:gd name="connsiteY2" fmla="*/ 1915 h 73415"/>
                <a:gd name="connsiteX3" fmla="*/ 100322 w 141696"/>
                <a:gd name="connsiteY3" fmla="*/ 1915 h 73415"/>
                <a:gd name="connsiteX4" fmla="*/ 100322 w 141696"/>
                <a:gd name="connsiteY4" fmla="*/ 10853 h 73415"/>
                <a:gd name="connsiteX5" fmla="*/ 120131 w 141696"/>
                <a:gd name="connsiteY5" fmla="*/ 30643 h 73415"/>
                <a:gd name="connsiteX6" fmla="*/ 6390 w 141696"/>
                <a:gd name="connsiteY6" fmla="*/ 30643 h 73415"/>
                <a:gd name="connsiteX7" fmla="*/ 0 w 141696"/>
                <a:gd name="connsiteY7" fmla="*/ 37027 h 73415"/>
                <a:gd name="connsiteX8" fmla="*/ 6390 w 141696"/>
                <a:gd name="connsiteY8" fmla="*/ 43411 h 73415"/>
                <a:gd name="connsiteX9" fmla="*/ 120131 w 141696"/>
                <a:gd name="connsiteY9" fmla="*/ 43411 h 73415"/>
                <a:gd name="connsiteX10" fmla="*/ 100322 w 141696"/>
                <a:gd name="connsiteY10" fmla="*/ 62563 h 73415"/>
                <a:gd name="connsiteX11" fmla="*/ 100322 w 141696"/>
                <a:gd name="connsiteY11" fmla="*/ 71501 h 73415"/>
                <a:gd name="connsiteX12" fmla="*/ 104795 w 141696"/>
                <a:gd name="connsiteY12" fmla="*/ 73416 h 73415"/>
                <a:gd name="connsiteX13" fmla="*/ 109268 w 141696"/>
                <a:gd name="connsiteY13" fmla="*/ 71501 h 73415"/>
                <a:gd name="connsiteX14" fmla="*/ 139939 w 141696"/>
                <a:gd name="connsiteY14" fmla="*/ 40857 h 73415"/>
                <a:gd name="connsiteX15" fmla="*/ 141217 w 141696"/>
                <a:gd name="connsiteY15" fmla="*/ 38942 h 73415"/>
                <a:gd name="connsiteX16" fmla="*/ 141217 w 141696"/>
                <a:gd name="connsiteY16" fmla="*/ 33835 h 73415"/>
                <a:gd name="connsiteX17" fmla="*/ 139939 w 141696"/>
                <a:gd name="connsiteY17" fmla="*/ 32558 h 7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1696" h="73415">
                  <a:moveTo>
                    <a:pt x="139939" y="32558"/>
                  </a:moveTo>
                  <a:lnTo>
                    <a:pt x="109268" y="1915"/>
                  </a:lnTo>
                  <a:cubicBezTo>
                    <a:pt x="106712" y="-638"/>
                    <a:pt x="102878" y="-638"/>
                    <a:pt x="100322" y="1915"/>
                  </a:cubicBezTo>
                  <a:cubicBezTo>
                    <a:pt x="100322" y="1915"/>
                    <a:pt x="100322" y="1915"/>
                    <a:pt x="100322" y="1915"/>
                  </a:cubicBezTo>
                  <a:cubicBezTo>
                    <a:pt x="97766" y="4469"/>
                    <a:pt x="97766" y="8299"/>
                    <a:pt x="100322" y="10853"/>
                  </a:cubicBezTo>
                  <a:lnTo>
                    <a:pt x="120131" y="30643"/>
                  </a:lnTo>
                  <a:lnTo>
                    <a:pt x="6390" y="30643"/>
                  </a:lnTo>
                  <a:cubicBezTo>
                    <a:pt x="2556" y="30643"/>
                    <a:pt x="0" y="33197"/>
                    <a:pt x="0" y="37027"/>
                  </a:cubicBezTo>
                  <a:cubicBezTo>
                    <a:pt x="0" y="40857"/>
                    <a:pt x="2556" y="43411"/>
                    <a:pt x="6390" y="43411"/>
                  </a:cubicBezTo>
                  <a:lnTo>
                    <a:pt x="120131" y="43411"/>
                  </a:lnTo>
                  <a:lnTo>
                    <a:pt x="100322" y="62563"/>
                  </a:lnTo>
                  <a:cubicBezTo>
                    <a:pt x="97766" y="65117"/>
                    <a:pt x="97766" y="68947"/>
                    <a:pt x="100322" y="71501"/>
                  </a:cubicBezTo>
                  <a:cubicBezTo>
                    <a:pt x="101600" y="72777"/>
                    <a:pt x="102878" y="73416"/>
                    <a:pt x="104795" y="73416"/>
                  </a:cubicBezTo>
                  <a:cubicBezTo>
                    <a:pt x="106712" y="73416"/>
                    <a:pt x="107990" y="72777"/>
                    <a:pt x="109268" y="71501"/>
                  </a:cubicBezTo>
                  <a:lnTo>
                    <a:pt x="139939" y="40857"/>
                  </a:lnTo>
                  <a:cubicBezTo>
                    <a:pt x="140579" y="40219"/>
                    <a:pt x="141217" y="39581"/>
                    <a:pt x="141217" y="38942"/>
                  </a:cubicBezTo>
                  <a:cubicBezTo>
                    <a:pt x="141856" y="37666"/>
                    <a:pt x="141856" y="35750"/>
                    <a:pt x="141217" y="33835"/>
                  </a:cubicBezTo>
                  <a:cubicBezTo>
                    <a:pt x="141217" y="33835"/>
                    <a:pt x="140579" y="33197"/>
                    <a:pt x="139939" y="32558"/>
                  </a:cubicBezTo>
                  <a:close/>
                </a:path>
              </a:pathLst>
            </a:custGeom>
            <a:solidFill>
              <a:srgbClr val="00ABAB"/>
            </a:solidFill>
            <a:ln w="6390" cap="flat">
              <a:noFill/>
              <a:prstDash val="solid"/>
              <a:miter/>
            </a:ln>
          </p:spPr>
          <p:txBody>
            <a:bodyPr rtlCol="0" anchor="ctr"/>
            <a:lstStyle/>
            <a:p>
              <a:endParaRPr lang="en-US"/>
            </a:p>
          </p:txBody>
        </p:sp>
      </p:grpSp>
      <p:grpSp>
        <p:nvGrpSpPr>
          <p:cNvPr id="409" name="Graphic 4">
            <a:extLst>
              <a:ext uri="{FF2B5EF4-FFF2-40B4-BE49-F238E27FC236}">
                <a16:creationId xmlns:a16="http://schemas.microsoft.com/office/drawing/2014/main" id="{277145E4-FF6C-CC48-BEB7-EC9CFAC4B66A}"/>
              </a:ext>
            </a:extLst>
          </p:cNvPr>
          <p:cNvGrpSpPr/>
          <p:nvPr/>
        </p:nvGrpSpPr>
        <p:grpSpPr>
          <a:xfrm>
            <a:off x="4660820" y="2855717"/>
            <a:ext cx="362312" cy="361971"/>
            <a:chOff x="4660820" y="2855717"/>
            <a:chExt cx="362312" cy="361971"/>
          </a:xfrm>
          <a:solidFill>
            <a:srgbClr val="00ABAB"/>
          </a:solidFill>
        </p:grpSpPr>
        <p:sp>
          <p:nvSpPr>
            <p:cNvPr id="410" name="Graphic 4">
              <a:extLst>
                <a:ext uri="{FF2B5EF4-FFF2-40B4-BE49-F238E27FC236}">
                  <a16:creationId xmlns:a16="http://schemas.microsoft.com/office/drawing/2014/main" id="{6FEC135D-D381-2942-9F73-3ADB5F6D7A36}"/>
                </a:ext>
              </a:extLst>
            </p:cNvPr>
            <p:cNvSpPr/>
            <p:nvPr/>
          </p:nvSpPr>
          <p:spPr>
            <a:xfrm>
              <a:off x="4660820" y="2855717"/>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9204 h 361971"/>
                <a:gd name="connsiteX8" fmla="*/ 12780 w 362312"/>
                <a:gd name="connsiteY8" fmla="*/ 181305 h 361971"/>
                <a:gd name="connsiteX9" fmla="*/ 180835 w 362312"/>
                <a:gd name="connsiteY9" fmla="*/ 12768 h 361971"/>
                <a:gd name="connsiteX10" fmla="*/ 349529 w 362312"/>
                <a:gd name="connsiteY10" fmla="*/ 180667 h 361971"/>
                <a:gd name="connsiteX11" fmla="*/ 349529 w 362312"/>
                <a:gd name="connsiteY11" fmla="*/ 180667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6"/>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0438"/>
                    <a:pt x="281796" y="0"/>
                    <a:pt x="181474" y="0"/>
                  </a:cubicBezTo>
                  <a:cubicBezTo>
                    <a:pt x="181474" y="0"/>
                    <a:pt x="181474"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234"/>
                    <a:pt x="274767" y="348565"/>
                    <a:pt x="181474" y="349204"/>
                  </a:cubicBezTo>
                  <a:close/>
                </a:path>
              </a:pathLst>
            </a:custGeom>
            <a:solidFill>
              <a:srgbClr val="00ABAB"/>
            </a:solidFill>
            <a:ln w="6390" cap="flat">
              <a:noFill/>
              <a:prstDash val="solid"/>
              <a:miter/>
            </a:ln>
          </p:spPr>
          <p:txBody>
            <a:bodyPr rtlCol="0" anchor="ctr"/>
            <a:lstStyle/>
            <a:p>
              <a:endParaRPr lang="en-US"/>
            </a:p>
          </p:txBody>
        </p:sp>
        <p:sp>
          <p:nvSpPr>
            <p:cNvPr id="411" name="Graphic 4">
              <a:extLst>
                <a:ext uri="{FF2B5EF4-FFF2-40B4-BE49-F238E27FC236}">
                  <a16:creationId xmlns:a16="http://schemas.microsoft.com/office/drawing/2014/main" id="{1C78F5BF-F066-614A-851A-4A68334AEC4A}"/>
                </a:ext>
              </a:extLst>
            </p:cNvPr>
            <p:cNvSpPr/>
            <p:nvPr/>
          </p:nvSpPr>
          <p:spPr>
            <a:xfrm>
              <a:off x="4796286" y="2923388"/>
              <a:ext cx="127159" cy="225993"/>
            </a:xfrm>
            <a:custGeom>
              <a:avLst/>
              <a:gdLst>
                <a:gd name="connsiteX0" fmla="*/ 120770 w 127159"/>
                <a:gd name="connsiteY0" fmla="*/ 0 h 225993"/>
                <a:gd name="connsiteX1" fmla="*/ 6390 w 127159"/>
                <a:gd name="connsiteY1" fmla="*/ 0 h 225993"/>
                <a:gd name="connsiteX2" fmla="*/ 0 w 127159"/>
                <a:gd name="connsiteY2" fmla="*/ 6384 h 225993"/>
                <a:gd name="connsiteX3" fmla="*/ 0 w 127159"/>
                <a:gd name="connsiteY3" fmla="*/ 74693 h 225993"/>
                <a:gd name="connsiteX4" fmla="*/ 6390 w 127159"/>
                <a:gd name="connsiteY4" fmla="*/ 81077 h 225993"/>
                <a:gd name="connsiteX5" fmla="*/ 12780 w 127159"/>
                <a:gd name="connsiteY5" fmla="*/ 74693 h 225993"/>
                <a:gd name="connsiteX6" fmla="*/ 12780 w 127159"/>
                <a:gd name="connsiteY6" fmla="*/ 12768 h 225993"/>
                <a:gd name="connsiteX7" fmla="*/ 114380 w 127159"/>
                <a:gd name="connsiteY7" fmla="*/ 12768 h 225993"/>
                <a:gd name="connsiteX8" fmla="*/ 114380 w 127159"/>
                <a:gd name="connsiteY8" fmla="*/ 212587 h 225993"/>
                <a:gd name="connsiteX9" fmla="*/ 12780 w 127159"/>
                <a:gd name="connsiteY9" fmla="*/ 212587 h 225993"/>
                <a:gd name="connsiteX10" fmla="*/ 12780 w 127159"/>
                <a:gd name="connsiteY10" fmla="*/ 151300 h 225993"/>
                <a:gd name="connsiteX11" fmla="*/ 6390 w 127159"/>
                <a:gd name="connsiteY11" fmla="*/ 144916 h 225993"/>
                <a:gd name="connsiteX12" fmla="*/ 0 w 127159"/>
                <a:gd name="connsiteY12" fmla="*/ 151300 h 225993"/>
                <a:gd name="connsiteX13" fmla="*/ 0 w 127159"/>
                <a:gd name="connsiteY13" fmla="*/ 219609 h 225993"/>
                <a:gd name="connsiteX14" fmla="*/ 6390 w 127159"/>
                <a:gd name="connsiteY14" fmla="*/ 225993 h 225993"/>
                <a:gd name="connsiteX15" fmla="*/ 120770 w 127159"/>
                <a:gd name="connsiteY15" fmla="*/ 225993 h 225993"/>
                <a:gd name="connsiteX16" fmla="*/ 127160 w 127159"/>
                <a:gd name="connsiteY16" fmla="*/ 219609 h 225993"/>
                <a:gd name="connsiteX17" fmla="*/ 127160 w 127159"/>
                <a:gd name="connsiteY17" fmla="*/ 6384 h 225993"/>
                <a:gd name="connsiteX18" fmla="*/ 120770 w 127159"/>
                <a:gd name="connsiteY18" fmla="*/ 0 h 22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7159" h="225993">
                  <a:moveTo>
                    <a:pt x="120770" y="0"/>
                  </a:moveTo>
                  <a:lnTo>
                    <a:pt x="6390" y="0"/>
                  </a:lnTo>
                  <a:cubicBezTo>
                    <a:pt x="2556" y="0"/>
                    <a:pt x="0" y="2554"/>
                    <a:pt x="0" y="6384"/>
                  </a:cubicBezTo>
                  <a:lnTo>
                    <a:pt x="0" y="74693"/>
                  </a:lnTo>
                  <a:cubicBezTo>
                    <a:pt x="0" y="78523"/>
                    <a:pt x="2556" y="81077"/>
                    <a:pt x="6390" y="81077"/>
                  </a:cubicBezTo>
                  <a:cubicBezTo>
                    <a:pt x="10224" y="81077"/>
                    <a:pt x="12780" y="78523"/>
                    <a:pt x="12780" y="74693"/>
                  </a:cubicBezTo>
                  <a:lnTo>
                    <a:pt x="12780" y="12768"/>
                  </a:lnTo>
                  <a:lnTo>
                    <a:pt x="114380" y="12768"/>
                  </a:lnTo>
                  <a:lnTo>
                    <a:pt x="114380" y="212587"/>
                  </a:lnTo>
                  <a:lnTo>
                    <a:pt x="12780" y="212587"/>
                  </a:lnTo>
                  <a:lnTo>
                    <a:pt x="12780" y="151300"/>
                  </a:lnTo>
                  <a:cubicBezTo>
                    <a:pt x="12780" y="147470"/>
                    <a:pt x="10224" y="144916"/>
                    <a:pt x="6390" y="144916"/>
                  </a:cubicBezTo>
                  <a:cubicBezTo>
                    <a:pt x="2556" y="144916"/>
                    <a:pt x="0" y="147470"/>
                    <a:pt x="0" y="151300"/>
                  </a:cubicBezTo>
                  <a:lnTo>
                    <a:pt x="0" y="219609"/>
                  </a:lnTo>
                  <a:cubicBezTo>
                    <a:pt x="0" y="223439"/>
                    <a:pt x="2556" y="225993"/>
                    <a:pt x="6390" y="225993"/>
                  </a:cubicBezTo>
                  <a:lnTo>
                    <a:pt x="120770" y="225993"/>
                  </a:lnTo>
                  <a:cubicBezTo>
                    <a:pt x="124604" y="225993"/>
                    <a:pt x="127160" y="223439"/>
                    <a:pt x="127160" y="219609"/>
                  </a:cubicBezTo>
                  <a:lnTo>
                    <a:pt x="127160" y="6384"/>
                  </a:lnTo>
                  <a:cubicBezTo>
                    <a:pt x="127160" y="3192"/>
                    <a:pt x="124604" y="0"/>
                    <a:pt x="120770" y="0"/>
                  </a:cubicBezTo>
                  <a:close/>
                </a:path>
              </a:pathLst>
            </a:custGeom>
            <a:solidFill>
              <a:srgbClr val="00ABAB"/>
            </a:solidFill>
            <a:ln w="6390" cap="flat">
              <a:noFill/>
              <a:prstDash val="solid"/>
              <a:miter/>
            </a:ln>
          </p:spPr>
          <p:txBody>
            <a:bodyPr rtlCol="0" anchor="ctr"/>
            <a:lstStyle/>
            <a:p>
              <a:endParaRPr lang="en-US"/>
            </a:p>
          </p:txBody>
        </p:sp>
        <p:sp>
          <p:nvSpPr>
            <p:cNvPr id="412" name="Graphic 4">
              <a:extLst>
                <a:ext uri="{FF2B5EF4-FFF2-40B4-BE49-F238E27FC236}">
                  <a16:creationId xmlns:a16="http://schemas.microsoft.com/office/drawing/2014/main" id="{97153D68-9B80-A24D-916C-41319A0E615C}"/>
                </a:ext>
              </a:extLst>
            </p:cNvPr>
            <p:cNvSpPr/>
            <p:nvPr/>
          </p:nvSpPr>
          <p:spPr>
            <a:xfrm>
              <a:off x="4735582" y="2999357"/>
              <a:ext cx="142336" cy="74054"/>
            </a:xfrm>
            <a:custGeom>
              <a:avLst/>
              <a:gdLst>
                <a:gd name="connsiteX0" fmla="*/ 100961 w 142336"/>
                <a:gd name="connsiteY0" fmla="*/ 63201 h 74054"/>
                <a:gd name="connsiteX1" fmla="*/ 100961 w 142336"/>
                <a:gd name="connsiteY1" fmla="*/ 72139 h 74054"/>
                <a:gd name="connsiteX2" fmla="*/ 100961 w 142336"/>
                <a:gd name="connsiteY2" fmla="*/ 72139 h 74054"/>
                <a:gd name="connsiteX3" fmla="*/ 109907 w 142336"/>
                <a:gd name="connsiteY3" fmla="*/ 72139 h 74054"/>
                <a:gd name="connsiteX4" fmla="*/ 109907 w 142336"/>
                <a:gd name="connsiteY4" fmla="*/ 72139 h 74054"/>
                <a:gd name="connsiteX5" fmla="*/ 140579 w 142336"/>
                <a:gd name="connsiteY5" fmla="*/ 41496 h 74054"/>
                <a:gd name="connsiteX6" fmla="*/ 141857 w 142336"/>
                <a:gd name="connsiteY6" fmla="*/ 39581 h 74054"/>
                <a:gd name="connsiteX7" fmla="*/ 141857 w 142336"/>
                <a:gd name="connsiteY7" fmla="*/ 34474 h 74054"/>
                <a:gd name="connsiteX8" fmla="*/ 140579 w 142336"/>
                <a:gd name="connsiteY8" fmla="*/ 32558 h 74054"/>
                <a:gd name="connsiteX9" fmla="*/ 109907 w 142336"/>
                <a:gd name="connsiteY9" fmla="*/ 1915 h 74054"/>
                <a:gd name="connsiteX10" fmla="*/ 100961 w 142336"/>
                <a:gd name="connsiteY10" fmla="*/ 1915 h 74054"/>
                <a:gd name="connsiteX11" fmla="*/ 100961 w 142336"/>
                <a:gd name="connsiteY11" fmla="*/ 1915 h 74054"/>
                <a:gd name="connsiteX12" fmla="*/ 100961 w 142336"/>
                <a:gd name="connsiteY12" fmla="*/ 10853 h 74054"/>
                <a:gd name="connsiteX13" fmla="*/ 120770 w 142336"/>
                <a:gd name="connsiteY13" fmla="*/ 30005 h 74054"/>
                <a:gd name="connsiteX14" fmla="*/ 6390 w 142336"/>
                <a:gd name="connsiteY14" fmla="*/ 30005 h 74054"/>
                <a:gd name="connsiteX15" fmla="*/ 0 w 142336"/>
                <a:gd name="connsiteY15" fmla="*/ 36389 h 74054"/>
                <a:gd name="connsiteX16" fmla="*/ 6390 w 142336"/>
                <a:gd name="connsiteY16" fmla="*/ 42773 h 74054"/>
                <a:gd name="connsiteX17" fmla="*/ 120770 w 142336"/>
                <a:gd name="connsiteY17" fmla="*/ 42773 h 74054"/>
                <a:gd name="connsiteX18" fmla="*/ 100961 w 142336"/>
                <a:gd name="connsiteY18" fmla="*/ 63201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2336" h="74054">
                  <a:moveTo>
                    <a:pt x="100961" y="63201"/>
                  </a:moveTo>
                  <a:cubicBezTo>
                    <a:pt x="98405" y="65755"/>
                    <a:pt x="98405" y="69585"/>
                    <a:pt x="100961" y="72139"/>
                  </a:cubicBezTo>
                  <a:cubicBezTo>
                    <a:pt x="100961" y="72139"/>
                    <a:pt x="100961" y="72139"/>
                    <a:pt x="100961" y="72139"/>
                  </a:cubicBezTo>
                  <a:cubicBezTo>
                    <a:pt x="103517" y="74693"/>
                    <a:pt x="107351" y="74693"/>
                    <a:pt x="109907" y="72139"/>
                  </a:cubicBezTo>
                  <a:cubicBezTo>
                    <a:pt x="109907" y="72139"/>
                    <a:pt x="109907" y="72139"/>
                    <a:pt x="109907" y="72139"/>
                  </a:cubicBezTo>
                  <a:lnTo>
                    <a:pt x="140579" y="41496"/>
                  </a:lnTo>
                  <a:cubicBezTo>
                    <a:pt x="141218" y="40857"/>
                    <a:pt x="141857" y="40219"/>
                    <a:pt x="141857" y="39581"/>
                  </a:cubicBezTo>
                  <a:cubicBezTo>
                    <a:pt x="142496" y="38304"/>
                    <a:pt x="142496" y="36389"/>
                    <a:pt x="141857" y="34474"/>
                  </a:cubicBezTo>
                  <a:cubicBezTo>
                    <a:pt x="141218" y="33835"/>
                    <a:pt x="141218" y="33197"/>
                    <a:pt x="140579" y="32558"/>
                  </a:cubicBezTo>
                  <a:lnTo>
                    <a:pt x="109907" y="1915"/>
                  </a:lnTo>
                  <a:cubicBezTo>
                    <a:pt x="107351" y="-638"/>
                    <a:pt x="103517" y="-638"/>
                    <a:pt x="100961" y="1915"/>
                  </a:cubicBezTo>
                  <a:cubicBezTo>
                    <a:pt x="100961" y="1915"/>
                    <a:pt x="100961" y="1915"/>
                    <a:pt x="100961" y="1915"/>
                  </a:cubicBezTo>
                  <a:cubicBezTo>
                    <a:pt x="98405" y="4469"/>
                    <a:pt x="98405" y="8299"/>
                    <a:pt x="100961" y="10853"/>
                  </a:cubicBezTo>
                  <a:lnTo>
                    <a:pt x="120770" y="30005"/>
                  </a:lnTo>
                  <a:lnTo>
                    <a:pt x="6390" y="30005"/>
                  </a:lnTo>
                  <a:cubicBezTo>
                    <a:pt x="2556" y="30005"/>
                    <a:pt x="0" y="32558"/>
                    <a:pt x="0" y="36389"/>
                  </a:cubicBezTo>
                  <a:cubicBezTo>
                    <a:pt x="0" y="40219"/>
                    <a:pt x="2556" y="42773"/>
                    <a:pt x="6390" y="42773"/>
                  </a:cubicBezTo>
                  <a:lnTo>
                    <a:pt x="120770" y="42773"/>
                  </a:lnTo>
                  <a:lnTo>
                    <a:pt x="100961" y="63201"/>
                  </a:lnTo>
                  <a:close/>
                </a:path>
              </a:pathLst>
            </a:custGeom>
            <a:solidFill>
              <a:srgbClr val="00ABAB"/>
            </a:solidFill>
            <a:ln w="6390" cap="flat">
              <a:noFill/>
              <a:prstDash val="solid"/>
              <a:miter/>
            </a:ln>
          </p:spPr>
          <p:txBody>
            <a:bodyPr rtlCol="0" anchor="ctr"/>
            <a:lstStyle/>
            <a:p>
              <a:endParaRPr lang="en-US"/>
            </a:p>
          </p:txBody>
        </p:sp>
      </p:grpSp>
      <p:sp>
        <p:nvSpPr>
          <p:cNvPr id="413" name="Graphic 4">
            <a:extLst>
              <a:ext uri="{FF2B5EF4-FFF2-40B4-BE49-F238E27FC236}">
                <a16:creationId xmlns:a16="http://schemas.microsoft.com/office/drawing/2014/main" id="{3F3BC266-1CAD-6F45-B399-DFB11B9A2102}"/>
              </a:ext>
            </a:extLst>
          </p:cNvPr>
          <p:cNvSpPr/>
          <p:nvPr/>
        </p:nvSpPr>
        <p:spPr>
          <a:xfrm>
            <a:off x="5099169"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29399 w 362309"/>
              <a:gd name="connsiteY7" fmla="*/ 287279 h 361971"/>
              <a:gd name="connsiteX8" fmla="*/ 223009 w 362309"/>
              <a:gd name="connsiteY8" fmla="*/ 293663 h 361971"/>
              <a:gd name="connsiteX9" fmla="*/ 109268 w 362309"/>
              <a:gd name="connsiteY9" fmla="*/ 293663 h 361971"/>
              <a:gd name="connsiteX10" fmla="*/ 102878 w 362309"/>
              <a:gd name="connsiteY10" fmla="*/ 287279 h 361971"/>
              <a:gd name="connsiteX11" fmla="*/ 102878 w 362309"/>
              <a:gd name="connsiteY11" fmla="*/ 74693 h 361971"/>
              <a:gd name="connsiteX12" fmla="*/ 109268 w 362309"/>
              <a:gd name="connsiteY12" fmla="*/ 68309 h 361971"/>
              <a:gd name="connsiteX13" fmla="*/ 223009 w 362309"/>
              <a:gd name="connsiteY13" fmla="*/ 68309 h 361971"/>
              <a:gd name="connsiteX14" fmla="*/ 229399 w 362309"/>
              <a:gd name="connsiteY14" fmla="*/ 74693 h 361971"/>
              <a:gd name="connsiteX15" fmla="*/ 229399 w 362309"/>
              <a:gd name="connsiteY15" fmla="*/ 143001 h 361971"/>
              <a:gd name="connsiteX16" fmla="*/ 223009 w 362309"/>
              <a:gd name="connsiteY16" fmla="*/ 149385 h 361971"/>
              <a:gd name="connsiteX17" fmla="*/ 216619 w 362309"/>
              <a:gd name="connsiteY17" fmla="*/ 143001 h 361971"/>
              <a:gd name="connsiteX18" fmla="*/ 216619 w 362309"/>
              <a:gd name="connsiteY18" fmla="*/ 81077 h 361971"/>
              <a:gd name="connsiteX19" fmla="*/ 115658 w 362309"/>
              <a:gd name="connsiteY19" fmla="*/ 81077 h 361971"/>
              <a:gd name="connsiteX20" fmla="*/ 115658 w 362309"/>
              <a:gd name="connsiteY20" fmla="*/ 280895 h 361971"/>
              <a:gd name="connsiteX21" fmla="*/ 216619 w 362309"/>
              <a:gd name="connsiteY21" fmla="*/ 280895 h 361971"/>
              <a:gd name="connsiteX22" fmla="*/ 216619 w 362309"/>
              <a:gd name="connsiteY22" fmla="*/ 218971 h 361971"/>
              <a:gd name="connsiteX23" fmla="*/ 223009 w 362309"/>
              <a:gd name="connsiteY23" fmla="*/ 212587 h 361971"/>
              <a:gd name="connsiteX24" fmla="*/ 229399 w 362309"/>
              <a:gd name="connsiteY24" fmla="*/ 218971 h 361971"/>
              <a:gd name="connsiteX25" fmla="*/ 229399 w 362309"/>
              <a:gd name="connsiteY25" fmla="*/ 287279 h 361971"/>
              <a:gd name="connsiteX26" fmla="*/ 297771 w 362309"/>
              <a:gd name="connsiteY26" fmla="*/ 183220 h 361971"/>
              <a:gd name="connsiteX27" fmla="*/ 296493 w 362309"/>
              <a:gd name="connsiteY27" fmla="*/ 185135 h 361971"/>
              <a:gd name="connsiteX28" fmla="*/ 265821 w 362309"/>
              <a:gd name="connsiteY28" fmla="*/ 215779 h 361971"/>
              <a:gd name="connsiteX29" fmla="*/ 261349 w 362309"/>
              <a:gd name="connsiteY29" fmla="*/ 217694 h 361971"/>
              <a:gd name="connsiteX30" fmla="*/ 256876 w 362309"/>
              <a:gd name="connsiteY30" fmla="*/ 215779 h 361971"/>
              <a:gd name="connsiteX31" fmla="*/ 256876 w 362309"/>
              <a:gd name="connsiteY31" fmla="*/ 206841 h 361971"/>
              <a:gd name="connsiteX32" fmla="*/ 276045 w 362309"/>
              <a:gd name="connsiteY32" fmla="*/ 187689 h 361971"/>
              <a:gd name="connsiteX33" fmla="*/ 162305 w 362309"/>
              <a:gd name="connsiteY33" fmla="*/ 187689 h 361971"/>
              <a:gd name="connsiteX34" fmla="*/ 155915 w 362309"/>
              <a:gd name="connsiteY34" fmla="*/ 181305 h 361971"/>
              <a:gd name="connsiteX35" fmla="*/ 162305 w 362309"/>
              <a:gd name="connsiteY35" fmla="*/ 174921 h 361971"/>
              <a:gd name="connsiteX36" fmla="*/ 276045 w 362309"/>
              <a:gd name="connsiteY36" fmla="*/ 174921 h 361971"/>
              <a:gd name="connsiteX37" fmla="*/ 256876 w 362309"/>
              <a:gd name="connsiteY37" fmla="*/ 155131 h 361971"/>
              <a:gd name="connsiteX38" fmla="*/ 256876 w 362309"/>
              <a:gd name="connsiteY38" fmla="*/ 146193 h 361971"/>
              <a:gd name="connsiteX39" fmla="*/ 265821 w 362309"/>
              <a:gd name="connsiteY39" fmla="*/ 146193 h 361971"/>
              <a:gd name="connsiteX40" fmla="*/ 265821 w 362309"/>
              <a:gd name="connsiteY40" fmla="*/ 146193 h 361971"/>
              <a:gd name="connsiteX41" fmla="*/ 296493 w 362309"/>
              <a:gd name="connsiteY41" fmla="*/ 176836 h 361971"/>
              <a:gd name="connsiteX42" fmla="*/ 297771 w 362309"/>
              <a:gd name="connsiteY42" fmla="*/ 178752 h 361971"/>
              <a:gd name="connsiteX43" fmla="*/ 297771 w 362309"/>
              <a:gd name="connsiteY43" fmla="*/ 183220 h 361971"/>
              <a:gd name="connsiteX44" fmla="*/ 297771 w 362309"/>
              <a:gd name="connsiteY44" fmla="*/ 18322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cubicBezTo>
                  <a:pt x="181474" y="0"/>
                  <a:pt x="181474" y="0"/>
                  <a:pt x="181474" y="0"/>
                </a:cubicBezTo>
                <a:close/>
                <a:moveTo>
                  <a:pt x="229399" y="287279"/>
                </a:moveTo>
                <a:cubicBezTo>
                  <a:pt x="229399" y="291110"/>
                  <a:pt x="226843" y="293663"/>
                  <a:pt x="223009" y="293663"/>
                </a:cubicBezTo>
                <a:lnTo>
                  <a:pt x="109268" y="293663"/>
                </a:lnTo>
                <a:cubicBezTo>
                  <a:pt x="105434" y="293663"/>
                  <a:pt x="102878" y="291110"/>
                  <a:pt x="102878" y="287279"/>
                </a:cubicBezTo>
                <a:lnTo>
                  <a:pt x="102878" y="74693"/>
                </a:lnTo>
                <a:cubicBezTo>
                  <a:pt x="102878" y="70862"/>
                  <a:pt x="105434" y="68309"/>
                  <a:pt x="109268" y="68309"/>
                </a:cubicBezTo>
                <a:lnTo>
                  <a:pt x="223009" y="68309"/>
                </a:lnTo>
                <a:cubicBezTo>
                  <a:pt x="226843" y="68309"/>
                  <a:pt x="229399" y="70862"/>
                  <a:pt x="229399" y="74693"/>
                </a:cubicBezTo>
                <a:lnTo>
                  <a:pt x="229399" y="143001"/>
                </a:lnTo>
                <a:cubicBezTo>
                  <a:pt x="229399" y="146832"/>
                  <a:pt x="226843" y="149385"/>
                  <a:pt x="223009" y="149385"/>
                </a:cubicBezTo>
                <a:cubicBezTo>
                  <a:pt x="219175" y="149385"/>
                  <a:pt x="216619" y="146832"/>
                  <a:pt x="216619" y="143001"/>
                </a:cubicBezTo>
                <a:lnTo>
                  <a:pt x="216619" y="81077"/>
                </a:lnTo>
                <a:lnTo>
                  <a:pt x="115658" y="81077"/>
                </a:lnTo>
                <a:lnTo>
                  <a:pt x="115658" y="280895"/>
                </a:lnTo>
                <a:lnTo>
                  <a:pt x="216619" y="280895"/>
                </a:lnTo>
                <a:lnTo>
                  <a:pt x="216619" y="218971"/>
                </a:lnTo>
                <a:cubicBezTo>
                  <a:pt x="216619" y="215140"/>
                  <a:pt x="219175" y="212587"/>
                  <a:pt x="223009" y="212587"/>
                </a:cubicBezTo>
                <a:cubicBezTo>
                  <a:pt x="226843" y="212587"/>
                  <a:pt x="229399" y="215140"/>
                  <a:pt x="229399" y="218971"/>
                </a:cubicBezTo>
                <a:lnTo>
                  <a:pt x="229399" y="287279"/>
                </a:lnTo>
                <a:close/>
                <a:moveTo>
                  <a:pt x="297771" y="183220"/>
                </a:moveTo>
                <a:cubicBezTo>
                  <a:pt x="297771" y="183859"/>
                  <a:pt x="297132" y="184497"/>
                  <a:pt x="296493" y="185135"/>
                </a:cubicBezTo>
                <a:lnTo>
                  <a:pt x="265821" y="215779"/>
                </a:lnTo>
                <a:cubicBezTo>
                  <a:pt x="264544" y="217055"/>
                  <a:pt x="263266" y="217694"/>
                  <a:pt x="261349" y="217694"/>
                </a:cubicBezTo>
                <a:cubicBezTo>
                  <a:pt x="259431" y="217694"/>
                  <a:pt x="258154" y="217055"/>
                  <a:pt x="256876" y="215779"/>
                </a:cubicBezTo>
                <a:cubicBezTo>
                  <a:pt x="254319" y="213225"/>
                  <a:pt x="254319" y="209395"/>
                  <a:pt x="256876" y="206841"/>
                </a:cubicBezTo>
                <a:lnTo>
                  <a:pt x="276045" y="187689"/>
                </a:lnTo>
                <a:lnTo>
                  <a:pt x="162305" y="187689"/>
                </a:lnTo>
                <a:cubicBezTo>
                  <a:pt x="158470" y="187689"/>
                  <a:pt x="155915" y="185135"/>
                  <a:pt x="155915" y="181305"/>
                </a:cubicBezTo>
                <a:cubicBezTo>
                  <a:pt x="155915" y="177475"/>
                  <a:pt x="158470" y="174921"/>
                  <a:pt x="162305" y="174921"/>
                </a:cubicBezTo>
                <a:lnTo>
                  <a:pt x="276045" y="174921"/>
                </a:lnTo>
                <a:lnTo>
                  <a:pt x="256876" y="155131"/>
                </a:lnTo>
                <a:cubicBezTo>
                  <a:pt x="254319" y="152577"/>
                  <a:pt x="254319" y="148747"/>
                  <a:pt x="256876" y="146193"/>
                </a:cubicBezTo>
                <a:cubicBezTo>
                  <a:pt x="259431" y="143640"/>
                  <a:pt x="263266" y="143640"/>
                  <a:pt x="265821" y="146193"/>
                </a:cubicBezTo>
                <a:cubicBezTo>
                  <a:pt x="265821" y="146193"/>
                  <a:pt x="265821" y="146193"/>
                  <a:pt x="265821" y="146193"/>
                </a:cubicBezTo>
                <a:lnTo>
                  <a:pt x="296493" y="176836"/>
                </a:lnTo>
                <a:cubicBezTo>
                  <a:pt x="297132" y="177475"/>
                  <a:pt x="297771" y="178113"/>
                  <a:pt x="297771" y="178752"/>
                </a:cubicBezTo>
                <a:cubicBezTo>
                  <a:pt x="298410" y="180028"/>
                  <a:pt x="298410" y="181944"/>
                  <a:pt x="297771" y="183220"/>
                </a:cubicBezTo>
                <a:lnTo>
                  <a:pt x="297771" y="183220"/>
                </a:lnTo>
                <a:close/>
              </a:path>
            </a:pathLst>
          </a:custGeom>
          <a:solidFill>
            <a:srgbClr val="00ABAB"/>
          </a:solidFill>
          <a:ln w="6390" cap="flat">
            <a:noFill/>
            <a:prstDash val="solid"/>
            <a:miter/>
          </a:ln>
        </p:spPr>
        <p:txBody>
          <a:bodyPr rtlCol="0" anchor="ctr"/>
          <a:lstStyle/>
          <a:p>
            <a:endParaRPr lang="en-US"/>
          </a:p>
        </p:txBody>
      </p:sp>
      <p:sp>
        <p:nvSpPr>
          <p:cNvPr id="414" name="Graphic 4">
            <a:extLst>
              <a:ext uri="{FF2B5EF4-FFF2-40B4-BE49-F238E27FC236}">
                <a16:creationId xmlns:a16="http://schemas.microsoft.com/office/drawing/2014/main" id="{AF21D188-CE5F-E643-AF09-B9CE74D7E0A3}"/>
              </a:ext>
            </a:extLst>
          </p:cNvPr>
          <p:cNvSpPr/>
          <p:nvPr/>
        </p:nvSpPr>
        <p:spPr>
          <a:xfrm>
            <a:off x="5099808" y="2855717"/>
            <a:ext cx="362309" cy="361971"/>
          </a:xfrm>
          <a:custGeom>
            <a:avLst/>
            <a:gdLst>
              <a:gd name="connsiteX0" fmla="*/ 180836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362310 w 362309"/>
              <a:gd name="connsiteY4" fmla="*/ 180667 h 361971"/>
              <a:gd name="connsiteX5" fmla="*/ 180836 w 362309"/>
              <a:gd name="connsiteY5" fmla="*/ 0 h 361971"/>
              <a:gd name="connsiteX6" fmla="*/ 180836 w 362309"/>
              <a:gd name="connsiteY6" fmla="*/ 0 h 361971"/>
              <a:gd name="connsiteX7" fmla="*/ 74124 w 362309"/>
              <a:gd name="connsiteY7" fmla="*/ 180667 h 361971"/>
              <a:gd name="connsiteX8" fmla="*/ 80513 w 362309"/>
              <a:gd name="connsiteY8" fmla="*/ 174283 h 361971"/>
              <a:gd name="connsiteX9" fmla="*/ 194254 w 362309"/>
              <a:gd name="connsiteY9" fmla="*/ 174283 h 361971"/>
              <a:gd name="connsiteX10" fmla="*/ 174446 w 362309"/>
              <a:gd name="connsiteY10" fmla="*/ 155131 h 361971"/>
              <a:gd name="connsiteX11" fmla="*/ 174446 w 362309"/>
              <a:gd name="connsiteY11" fmla="*/ 146193 h 361971"/>
              <a:gd name="connsiteX12" fmla="*/ 183391 w 362309"/>
              <a:gd name="connsiteY12" fmla="*/ 146193 h 361971"/>
              <a:gd name="connsiteX13" fmla="*/ 183391 w 362309"/>
              <a:gd name="connsiteY13" fmla="*/ 146193 h 361971"/>
              <a:gd name="connsiteX14" fmla="*/ 214063 w 362309"/>
              <a:gd name="connsiteY14" fmla="*/ 176836 h 361971"/>
              <a:gd name="connsiteX15" fmla="*/ 215341 w 362309"/>
              <a:gd name="connsiteY15" fmla="*/ 178752 h 361971"/>
              <a:gd name="connsiteX16" fmla="*/ 215341 w 362309"/>
              <a:gd name="connsiteY16" fmla="*/ 183859 h 361971"/>
              <a:gd name="connsiteX17" fmla="*/ 214063 w 362309"/>
              <a:gd name="connsiteY17" fmla="*/ 185774 h 361971"/>
              <a:gd name="connsiteX18" fmla="*/ 183391 w 362309"/>
              <a:gd name="connsiteY18" fmla="*/ 216417 h 361971"/>
              <a:gd name="connsiteX19" fmla="*/ 174446 w 362309"/>
              <a:gd name="connsiteY19" fmla="*/ 216417 h 361971"/>
              <a:gd name="connsiteX20" fmla="*/ 174446 w 362309"/>
              <a:gd name="connsiteY20" fmla="*/ 216417 h 361971"/>
              <a:gd name="connsiteX21" fmla="*/ 174446 w 362309"/>
              <a:gd name="connsiteY21" fmla="*/ 207479 h 361971"/>
              <a:gd name="connsiteX22" fmla="*/ 174446 w 362309"/>
              <a:gd name="connsiteY22" fmla="*/ 207479 h 361971"/>
              <a:gd name="connsiteX23" fmla="*/ 194254 w 362309"/>
              <a:gd name="connsiteY23" fmla="*/ 187689 h 361971"/>
              <a:gd name="connsiteX24" fmla="*/ 80513 w 362309"/>
              <a:gd name="connsiteY24" fmla="*/ 187689 h 361971"/>
              <a:gd name="connsiteX25" fmla="*/ 74124 w 362309"/>
              <a:gd name="connsiteY25" fmla="*/ 180667 h 361971"/>
              <a:gd name="connsiteX26" fmla="*/ 261987 w 362309"/>
              <a:gd name="connsiteY26" fmla="*/ 287279 h 361971"/>
              <a:gd name="connsiteX27" fmla="*/ 255597 w 362309"/>
              <a:gd name="connsiteY27" fmla="*/ 293663 h 361971"/>
              <a:gd name="connsiteX28" fmla="*/ 141218 w 362309"/>
              <a:gd name="connsiteY28" fmla="*/ 293663 h 361971"/>
              <a:gd name="connsiteX29" fmla="*/ 134828 w 362309"/>
              <a:gd name="connsiteY29" fmla="*/ 287279 h 361971"/>
              <a:gd name="connsiteX30" fmla="*/ 134828 w 362309"/>
              <a:gd name="connsiteY30" fmla="*/ 218971 h 361971"/>
              <a:gd name="connsiteX31" fmla="*/ 141218 w 362309"/>
              <a:gd name="connsiteY31" fmla="*/ 212587 h 361971"/>
              <a:gd name="connsiteX32" fmla="*/ 147608 w 362309"/>
              <a:gd name="connsiteY32" fmla="*/ 218971 h 361971"/>
              <a:gd name="connsiteX33" fmla="*/ 147608 w 362309"/>
              <a:gd name="connsiteY33" fmla="*/ 280895 h 361971"/>
              <a:gd name="connsiteX34" fmla="*/ 249208 w 362309"/>
              <a:gd name="connsiteY34" fmla="*/ 280895 h 361971"/>
              <a:gd name="connsiteX35" fmla="*/ 249208 w 362309"/>
              <a:gd name="connsiteY35" fmla="*/ 80438 h 361971"/>
              <a:gd name="connsiteX36" fmla="*/ 147608 w 362309"/>
              <a:gd name="connsiteY36" fmla="*/ 80438 h 361971"/>
              <a:gd name="connsiteX37" fmla="*/ 147608 w 362309"/>
              <a:gd name="connsiteY37" fmla="*/ 142363 h 361971"/>
              <a:gd name="connsiteX38" fmla="*/ 141218 w 362309"/>
              <a:gd name="connsiteY38" fmla="*/ 148747 h 361971"/>
              <a:gd name="connsiteX39" fmla="*/ 134828 w 362309"/>
              <a:gd name="connsiteY39" fmla="*/ 142363 h 361971"/>
              <a:gd name="connsiteX40" fmla="*/ 134828 w 362309"/>
              <a:gd name="connsiteY40" fmla="*/ 74054 h 361971"/>
              <a:gd name="connsiteX41" fmla="*/ 141218 w 362309"/>
              <a:gd name="connsiteY41" fmla="*/ 67670 h 361971"/>
              <a:gd name="connsiteX42" fmla="*/ 255597 w 362309"/>
              <a:gd name="connsiteY42" fmla="*/ 67670 h 361971"/>
              <a:gd name="connsiteX43" fmla="*/ 261987 w 362309"/>
              <a:gd name="connsiteY43" fmla="*/ 74054 h 361971"/>
              <a:gd name="connsiteX44" fmla="*/ 261987 w 362309"/>
              <a:gd name="connsiteY44" fmla="*/ 28727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2309" h="361971">
                <a:moveTo>
                  <a:pt x="180836" y="0"/>
                </a:moveTo>
                <a:cubicBezTo>
                  <a:pt x="80513" y="0"/>
                  <a:pt x="0" y="81076"/>
                  <a:pt x="0" y="181305"/>
                </a:cubicBezTo>
                <a:cubicBezTo>
                  <a:pt x="0" y="281533"/>
                  <a:pt x="81152" y="361972"/>
                  <a:pt x="181474" y="361972"/>
                </a:cubicBezTo>
                <a:cubicBezTo>
                  <a:pt x="281796" y="361972"/>
                  <a:pt x="362310" y="280895"/>
                  <a:pt x="362310" y="180667"/>
                </a:cubicBezTo>
                <a:cubicBezTo>
                  <a:pt x="362310" y="180667"/>
                  <a:pt x="362310" y="180667"/>
                  <a:pt x="362310" y="180667"/>
                </a:cubicBezTo>
                <a:cubicBezTo>
                  <a:pt x="361671" y="80438"/>
                  <a:pt x="280518" y="0"/>
                  <a:pt x="180836" y="0"/>
                </a:cubicBezTo>
                <a:cubicBezTo>
                  <a:pt x="180836" y="0"/>
                  <a:pt x="180836" y="0"/>
                  <a:pt x="180836" y="0"/>
                </a:cubicBezTo>
                <a:close/>
                <a:moveTo>
                  <a:pt x="74124" y="180667"/>
                </a:moveTo>
                <a:cubicBezTo>
                  <a:pt x="74124" y="176836"/>
                  <a:pt x="76679" y="174283"/>
                  <a:pt x="80513" y="174283"/>
                </a:cubicBezTo>
                <a:lnTo>
                  <a:pt x="194254" y="174283"/>
                </a:lnTo>
                <a:lnTo>
                  <a:pt x="174446" y="155131"/>
                </a:lnTo>
                <a:cubicBezTo>
                  <a:pt x="171889" y="152577"/>
                  <a:pt x="171889" y="148747"/>
                  <a:pt x="174446" y="146193"/>
                </a:cubicBezTo>
                <a:cubicBezTo>
                  <a:pt x="177001" y="143640"/>
                  <a:pt x="180836" y="143640"/>
                  <a:pt x="183391" y="146193"/>
                </a:cubicBezTo>
                <a:cubicBezTo>
                  <a:pt x="183391" y="146193"/>
                  <a:pt x="183391" y="146193"/>
                  <a:pt x="183391" y="146193"/>
                </a:cubicBezTo>
                <a:lnTo>
                  <a:pt x="214063" y="176836"/>
                </a:lnTo>
                <a:cubicBezTo>
                  <a:pt x="214702" y="177475"/>
                  <a:pt x="215341" y="178113"/>
                  <a:pt x="215341" y="178752"/>
                </a:cubicBezTo>
                <a:cubicBezTo>
                  <a:pt x="215980" y="180028"/>
                  <a:pt x="215980" y="181944"/>
                  <a:pt x="215341" y="183859"/>
                </a:cubicBezTo>
                <a:cubicBezTo>
                  <a:pt x="214702" y="184497"/>
                  <a:pt x="214702" y="185135"/>
                  <a:pt x="214063" y="185774"/>
                </a:cubicBezTo>
                <a:lnTo>
                  <a:pt x="183391" y="216417"/>
                </a:lnTo>
                <a:cubicBezTo>
                  <a:pt x="180836" y="218971"/>
                  <a:pt x="177001" y="218971"/>
                  <a:pt x="174446" y="216417"/>
                </a:cubicBezTo>
                <a:cubicBezTo>
                  <a:pt x="174446" y="216417"/>
                  <a:pt x="174446" y="216417"/>
                  <a:pt x="174446" y="216417"/>
                </a:cubicBezTo>
                <a:cubicBezTo>
                  <a:pt x="171889" y="213863"/>
                  <a:pt x="171889" y="210033"/>
                  <a:pt x="174446" y="207479"/>
                </a:cubicBezTo>
                <a:cubicBezTo>
                  <a:pt x="174446" y="207479"/>
                  <a:pt x="174446" y="207479"/>
                  <a:pt x="174446" y="207479"/>
                </a:cubicBezTo>
                <a:lnTo>
                  <a:pt x="194254" y="187689"/>
                </a:lnTo>
                <a:lnTo>
                  <a:pt x="80513" y="187689"/>
                </a:lnTo>
                <a:cubicBezTo>
                  <a:pt x="76679" y="187051"/>
                  <a:pt x="74124" y="184497"/>
                  <a:pt x="74124" y="180667"/>
                </a:cubicBezTo>
                <a:close/>
                <a:moveTo>
                  <a:pt x="261987" y="287279"/>
                </a:moveTo>
                <a:cubicBezTo>
                  <a:pt x="261987" y="291109"/>
                  <a:pt x="259432" y="293663"/>
                  <a:pt x="255597" y="293663"/>
                </a:cubicBezTo>
                <a:lnTo>
                  <a:pt x="141218" y="293663"/>
                </a:lnTo>
                <a:cubicBezTo>
                  <a:pt x="137384" y="293663"/>
                  <a:pt x="134828" y="291109"/>
                  <a:pt x="134828" y="287279"/>
                </a:cubicBezTo>
                <a:lnTo>
                  <a:pt x="134828" y="218971"/>
                </a:lnTo>
                <a:cubicBezTo>
                  <a:pt x="134828" y="215140"/>
                  <a:pt x="137384" y="212587"/>
                  <a:pt x="141218" y="212587"/>
                </a:cubicBezTo>
                <a:cubicBezTo>
                  <a:pt x="145052" y="212587"/>
                  <a:pt x="147608" y="215140"/>
                  <a:pt x="147608" y="218971"/>
                </a:cubicBezTo>
                <a:lnTo>
                  <a:pt x="147608" y="280895"/>
                </a:lnTo>
                <a:lnTo>
                  <a:pt x="249208" y="280895"/>
                </a:lnTo>
                <a:lnTo>
                  <a:pt x="249208" y="80438"/>
                </a:lnTo>
                <a:lnTo>
                  <a:pt x="147608" y="80438"/>
                </a:lnTo>
                <a:lnTo>
                  <a:pt x="147608" y="142363"/>
                </a:lnTo>
                <a:cubicBezTo>
                  <a:pt x="147608" y="146193"/>
                  <a:pt x="145052" y="148747"/>
                  <a:pt x="141218" y="148747"/>
                </a:cubicBezTo>
                <a:cubicBezTo>
                  <a:pt x="137384" y="148747"/>
                  <a:pt x="134828" y="146193"/>
                  <a:pt x="134828" y="142363"/>
                </a:cubicBezTo>
                <a:lnTo>
                  <a:pt x="134828" y="74054"/>
                </a:lnTo>
                <a:cubicBezTo>
                  <a:pt x="134828" y="70224"/>
                  <a:pt x="137384" y="67670"/>
                  <a:pt x="141218" y="67670"/>
                </a:cubicBezTo>
                <a:lnTo>
                  <a:pt x="255597" y="67670"/>
                </a:lnTo>
                <a:cubicBezTo>
                  <a:pt x="259432" y="67670"/>
                  <a:pt x="261987" y="70224"/>
                  <a:pt x="261987" y="74054"/>
                </a:cubicBezTo>
                <a:lnTo>
                  <a:pt x="261987" y="287279"/>
                </a:lnTo>
                <a:close/>
              </a:path>
            </a:pathLst>
          </a:custGeom>
          <a:solidFill>
            <a:srgbClr val="00ABAB"/>
          </a:solidFill>
          <a:ln w="6390" cap="flat">
            <a:noFill/>
            <a:prstDash val="solid"/>
            <a:miter/>
          </a:ln>
        </p:spPr>
        <p:txBody>
          <a:bodyPr rtlCol="0" anchor="ctr"/>
          <a:lstStyle/>
          <a:p>
            <a:endParaRPr lang="en-US"/>
          </a:p>
        </p:txBody>
      </p:sp>
      <p:grpSp>
        <p:nvGrpSpPr>
          <p:cNvPr id="415" name="Graphic 4">
            <a:extLst>
              <a:ext uri="{FF2B5EF4-FFF2-40B4-BE49-F238E27FC236}">
                <a16:creationId xmlns:a16="http://schemas.microsoft.com/office/drawing/2014/main" id="{49F2F9FD-2AE8-4449-9020-B3EBF75870D9}"/>
              </a:ext>
            </a:extLst>
          </p:cNvPr>
          <p:cNvGrpSpPr/>
          <p:nvPr/>
        </p:nvGrpSpPr>
        <p:grpSpPr>
          <a:xfrm>
            <a:off x="5708130" y="1402723"/>
            <a:ext cx="362313" cy="361971"/>
            <a:chOff x="5708130" y="1402723"/>
            <a:chExt cx="362313" cy="361971"/>
          </a:xfrm>
          <a:solidFill>
            <a:srgbClr val="00ABAB"/>
          </a:solidFill>
        </p:grpSpPr>
        <p:sp>
          <p:nvSpPr>
            <p:cNvPr id="416" name="Graphic 4">
              <a:extLst>
                <a:ext uri="{FF2B5EF4-FFF2-40B4-BE49-F238E27FC236}">
                  <a16:creationId xmlns:a16="http://schemas.microsoft.com/office/drawing/2014/main" id="{EB9B7E4F-13CE-5F4F-A55E-BB820FD0B415}"/>
                </a:ext>
              </a:extLst>
            </p:cNvPr>
            <p:cNvSpPr/>
            <p:nvPr/>
          </p:nvSpPr>
          <p:spPr>
            <a:xfrm>
              <a:off x="5708130" y="14027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8565 h 361971"/>
                <a:gd name="connsiteX7" fmla="*/ 12780 w 362313"/>
                <a:gd name="connsiteY7" fmla="*/ 180667 h 361971"/>
                <a:gd name="connsiteX8" fmla="*/ 180835 w 362313"/>
                <a:gd name="connsiteY8" fmla="*/ 12130 h 361971"/>
                <a:gd name="connsiteX9" fmla="*/ 349530 w 362313"/>
                <a:gd name="connsiteY9" fmla="*/ 180028 h 361971"/>
                <a:gd name="connsiteX10" fmla="*/ 349530 w 362313"/>
                <a:gd name="connsiteY10" fmla="*/ 180028 h 361971"/>
                <a:gd name="connsiteX11" fmla="*/ 181474 w 362313"/>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181474" y="348565"/>
                  </a:moveTo>
                  <a:cubicBezTo>
                    <a:pt x="88181" y="348565"/>
                    <a:pt x="12780" y="273234"/>
                    <a:pt x="12780" y="180667"/>
                  </a:cubicBezTo>
                  <a:cubicBezTo>
                    <a:pt x="12780" y="88099"/>
                    <a:pt x="88181" y="12130"/>
                    <a:pt x="180835" y="12130"/>
                  </a:cubicBezTo>
                  <a:cubicBezTo>
                    <a:pt x="274128" y="12130"/>
                    <a:pt x="349530" y="87461"/>
                    <a:pt x="349530" y="180028"/>
                  </a:cubicBezTo>
                  <a:lnTo>
                    <a:pt x="349530" y="180028"/>
                  </a:lnTo>
                  <a:cubicBezTo>
                    <a:pt x="349530" y="273234"/>
                    <a:pt x="274767" y="348565"/>
                    <a:pt x="181474" y="348565"/>
                  </a:cubicBezTo>
                  <a:close/>
                </a:path>
              </a:pathLst>
            </a:custGeom>
            <a:solidFill>
              <a:srgbClr val="00ABAB"/>
            </a:solidFill>
            <a:ln w="6390" cap="flat">
              <a:noFill/>
              <a:prstDash val="solid"/>
              <a:miter/>
            </a:ln>
          </p:spPr>
          <p:txBody>
            <a:bodyPr rtlCol="0" anchor="ctr"/>
            <a:lstStyle/>
            <a:p>
              <a:endParaRPr lang="en-US"/>
            </a:p>
          </p:txBody>
        </p:sp>
        <p:sp>
          <p:nvSpPr>
            <p:cNvPr id="417" name="Graphic 4">
              <a:extLst>
                <a:ext uri="{FF2B5EF4-FFF2-40B4-BE49-F238E27FC236}">
                  <a16:creationId xmlns:a16="http://schemas.microsoft.com/office/drawing/2014/main" id="{3DC85106-DB85-3D46-B7F1-B54D6B05B36F}"/>
                </a:ext>
              </a:extLst>
            </p:cNvPr>
            <p:cNvSpPr/>
            <p:nvPr/>
          </p:nvSpPr>
          <p:spPr>
            <a:xfrm>
              <a:off x="5792400" y="1487380"/>
              <a:ext cx="193411" cy="204537"/>
            </a:xfrm>
            <a:custGeom>
              <a:avLst/>
              <a:gdLst>
                <a:gd name="connsiteX0" fmla="*/ 189859 w 193411"/>
                <a:gd name="connsiteY0" fmla="*/ 14934 h 204537"/>
                <a:gd name="connsiteX1" fmla="*/ 184108 w 193411"/>
                <a:gd name="connsiteY1" fmla="*/ 14934 h 204537"/>
                <a:gd name="connsiteX2" fmla="*/ 101039 w 193411"/>
                <a:gd name="connsiteY2" fmla="*/ 1527 h 204537"/>
                <a:gd name="connsiteX3" fmla="*/ 95927 w 193411"/>
                <a:gd name="connsiteY3" fmla="*/ 250 h 204537"/>
                <a:gd name="connsiteX4" fmla="*/ 91454 w 193411"/>
                <a:gd name="connsiteY4" fmla="*/ 2804 h 204537"/>
                <a:gd name="connsiteX5" fmla="*/ 10301 w 193411"/>
                <a:gd name="connsiteY5" fmla="*/ 14934 h 204537"/>
                <a:gd name="connsiteX6" fmla="*/ 4551 w 193411"/>
                <a:gd name="connsiteY6" fmla="*/ 14934 h 204537"/>
                <a:gd name="connsiteX7" fmla="*/ 1356 w 193411"/>
                <a:gd name="connsiteY7" fmla="*/ 19402 h 204537"/>
                <a:gd name="connsiteX8" fmla="*/ 93371 w 193411"/>
                <a:gd name="connsiteY8" fmla="*/ 203899 h 204537"/>
                <a:gd name="connsiteX9" fmla="*/ 96566 w 193411"/>
                <a:gd name="connsiteY9" fmla="*/ 204538 h 204537"/>
                <a:gd name="connsiteX10" fmla="*/ 99122 w 193411"/>
                <a:gd name="connsiteY10" fmla="*/ 203899 h 204537"/>
                <a:gd name="connsiteX11" fmla="*/ 150880 w 193411"/>
                <a:gd name="connsiteY11" fmla="*/ 161765 h 204537"/>
                <a:gd name="connsiteX12" fmla="*/ 192415 w 193411"/>
                <a:gd name="connsiteY12" fmla="*/ 20041 h 204537"/>
                <a:gd name="connsiteX13" fmla="*/ 189859 w 193411"/>
                <a:gd name="connsiteY13" fmla="*/ 14934 h 204537"/>
                <a:gd name="connsiteX14" fmla="*/ 97205 w 193411"/>
                <a:gd name="connsiteY14" fmla="*/ 191131 h 204537"/>
                <a:gd name="connsiteX15" fmla="*/ 13496 w 193411"/>
                <a:gd name="connsiteY15" fmla="*/ 29617 h 204537"/>
                <a:gd name="connsiteX16" fmla="*/ 97205 w 193411"/>
                <a:gd name="connsiteY16" fmla="*/ 15572 h 204537"/>
                <a:gd name="connsiteX17" fmla="*/ 180913 w 193411"/>
                <a:gd name="connsiteY17" fmla="*/ 29617 h 204537"/>
                <a:gd name="connsiteX18" fmla="*/ 97205 w 193411"/>
                <a:gd name="connsiteY18" fmla="*/ 191131 h 204537"/>
                <a:gd name="connsiteX19" fmla="*/ 97205 w 193411"/>
                <a:gd name="connsiteY19" fmla="*/ 191131 h 204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93411" h="204537">
                  <a:moveTo>
                    <a:pt x="189859" y="14934"/>
                  </a:moveTo>
                  <a:cubicBezTo>
                    <a:pt x="187942" y="13657"/>
                    <a:pt x="186025" y="13657"/>
                    <a:pt x="184108" y="14934"/>
                  </a:cubicBezTo>
                  <a:cubicBezTo>
                    <a:pt x="155992" y="27063"/>
                    <a:pt x="124043" y="21956"/>
                    <a:pt x="101039" y="1527"/>
                  </a:cubicBezTo>
                  <a:cubicBezTo>
                    <a:pt x="99760" y="250"/>
                    <a:pt x="97844" y="-388"/>
                    <a:pt x="95927" y="250"/>
                  </a:cubicBezTo>
                  <a:cubicBezTo>
                    <a:pt x="94010" y="250"/>
                    <a:pt x="92732" y="1527"/>
                    <a:pt x="91454" y="2804"/>
                  </a:cubicBezTo>
                  <a:cubicBezTo>
                    <a:pt x="91454" y="3442"/>
                    <a:pt x="64616" y="36639"/>
                    <a:pt x="10301" y="14934"/>
                  </a:cubicBezTo>
                  <a:cubicBezTo>
                    <a:pt x="8384" y="14295"/>
                    <a:pt x="6468" y="14295"/>
                    <a:pt x="4551" y="14934"/>
                  </a:cubicBezTo>
                  <a:cubicBezTo>
                    <a:pt x="2634" y="16210"/>
                    <a:pt x="1995" y="17487"/>
                    <a:pt x="1356" y="19402"/>
                  </a:cubicBezTo>
                  <a:cubicBezTo>
                    <a:pt x="1356" y="20679"/>
                    <a:pt x="-18453" y="139421"/>
                    <a:pt x="93371" y="203899"/>
                  </a:cubicBezTo>
                  <a:cubicBezTo>
                    <a:pt x="94010" y="204538"/>
                    <a:pt x="95288" y="204538"/>
                    <a:pt x="96566" y="204538"/>
                  </a:cubicBezTo>
                  <a:cubicBezTo>
                    <a:pt x="97844" y="204538"/>
                    <a:pt x="98483" y="204538"/>
                    <a:pt x="99122" y="203899"/>
                  </a:cubicBezTo>
                  <a:cubicBezTo>
                    <a:pt x="118930" y="193047"/>
                    <a:pt x="136183" y="179002"/>
                    <a:pt x="150880" y="161765"/>
                  </a:cubicBezTo>
                  <a:cubicBezTo>
                    <a:pt x="173245" y="134952"/>
                    <a:pt x="198805" y="88349"/>
                    <a:pt x="192415" y="20041"/>
                  </a:cubicBezTo>
                  <a:cubicBezTo>
                    <a:pt x="193054" y="18126"/>
                    <a:pt x="191776" y="16210"/>
                    <a:pt x="189859" y="14934"/>
                  </a:cubicBezTo>
                  <a:close/>
                  <a:moveTo>
                    <a:pt x="97205" y="191131"/>
                  </a:moveTo>
                  <a:cubicBezTo>
                    <a:pt x="39695" y="158573"/>
                    <a:pt x="7106" y="95372"/>
                    <a:pt x="13496" y="29617"/>
                  </a:cubicBezTo>
                  <a:cubicBezTo>
                    <a:pt x="58865" y="44300"/>
                    <a:pt x="86981" y="24510"/>
                    <a:pt x="97205" y="15572"/>
                  </a:cubicBezTo>
                  <a:cubicBezTo>
                    <a:pt x="120848" y="34086"/>
                    <a:pt x="152158" y="39831"/>
                    <a:pt x="180913" y="29617"/>
                  </a:cubicBezTo>
                  <a:cubicBezTo>
                    <a:pt x="187303" y="134952"/>
                    <a:pt x="113180" y="182194"/>
                    <a:pt x="97205" y="191131"/>
                  </a:cubicBezTo>
                  <a:lnTo>
                    <a:pt x="97205" y="191131"/>
                  </a:lnTo>
                  <a:close/>
                </a:path>
              </a:pathLst>
            </a:custGeom>
            <a:solidFill>
              <a:srgbClr val="00ABAB"/>
            </a:solidFill>
            <a:ln w="6390" cap="flat">
              <a:noFill/>
              <a:prstDash val="solid"/>
              <a:miter/>
            </a:ln>
          </p:spPr>
          <p:txBody>
            <a:bodyPr rtlCol="0" anchor="ctr"/>
            <a:lstStyle/>
            <a:p>
              <a:endParaRPr lang="en-US"/>
            </a:p>
          </p:txBody>
        </p:sp>
        <p:sp>
          <p:nvSpPr>
            <p:cNvPr id="418" name="Graphic 4">
              <a:extLst>
                <a:ext uri="{FF2B5EF4-FFF2-40B4-BE49-F238E27FC236}">
                  <a16:creationId xmlns:a16="http://schemas.microsoft.com/office/drawing/2014/main" id="{74C37DFC-6DBD-D644-A397-D9195825A9DF}"/>
                </a:ext>
              </a:extLst>
            </p:cNvPr>
            <p:cNvSpPr/>
            <p:nvPr/>
          </p:nvSpPr>
          <p:spPr>
            <a:xfrm>
              <a:off x="5833773" y="1526572"/>
              <a:ext cx="111664" cy="103478"/>
            </a:xfrm>
            <a:custGeom>
              <a:avLst/>
              <a:gdLst>
                <a:gd name="connsiteX0" fmla="*/ 105674 w 111664"/>
                <a:gd name="connsiteY0" fmla="*/ 34473 h 103478"/>
                <a:gd name="connsiteX1" fmla="*/ 75641 w 111664"/>
                <a:gd name="connsiteY1" fmla="*/ 29366 h 103478"/>
                <a:gd name="connsiteX2" fmla="*/ 61583 w 111664"/>
                <a:gd name="connsiteY2" fmla="*/ 3192 h 103478"/>
                <a:gd name="connsiteX3" fmla="*/ 55832 w 111664"/>
                <a:gd name="connsiteY3" fmla="*/ 0 h 103478"/>
                <a:gd name="connsiteX4" fmla="*/ 50081 w 111664"/>
                <a:gd name="connsiteY4" fmla="*/ 3192 h 103478"/>
                <a:gd name="connsiteX5" fmla="*/ 36662 w 111664"/>
                <a:gd name="connsiteY5" fmla="*/ 30005 h 103478"/>
                <a:gd name="connsiteX6" fmla="*/ 5351 w 111664"/>
                <a:gd name="connsiteY6" fmla="*/ 33197 h 103478"/>
                <a:gd name="connsiteX7" fmla="*/ 240 w 111664"/>
                <a:gd name="connsiteY7" fmla="*/ 37665 h 103478"/>
                <a:gd name="connsiteX8" fmla="*/ 2156 w 111664"/>
                <a:gd name="connsiteY8" fmla="*/ 44049 h 103478"/>
                <a:gd name="connsiteX9" fmla="*/ 24521 w 111664"/>
                <a:gd name="connsiteY9" fmla="*/ 65117 h 103478"/>
                <a:gd name="connsiteX10" fmla="*/ 20048 w 111664"/>
                <a:gd name="connsiteY10" fmla="*/ 96398 h 103478"/>
                <a:gd name="connsiteX11" fmla="*/ 22604 w 111664"/>
                <a:gd name="connsiteY11" fmla="*/ 102144 h 103478"/>
                <a:gd name="connsiteX12" fmla="*/ 26438 w 111664"/>
                <a:gd name="connsiteY12" fmla="*/ 103420 h 103478"/>
                <a:gd name="connsiteX13" fmla="*/ 29633 w 111664"/>
                <a:gd name="connsiteY13" fmla="*/ 102782 h 103478"/>
                <a:gd name="connsiteX14" fmla="*/ 57110 w 111664"/>
                <a:gd name="connsiteY14" fmla="*/ 88737 h 103478"/>
                <a:gd name="connsiteX15" fmla="*/ 83309 w 111664"/>
                <a:gd name="connsiteY15" fmla="*/ 102782 h 103478"/>
                <a:gd name="connsiteX16" fmla="*/ 89699 w 111664"/>
                <a:gd name="connsiteY16" fmla="*/ 102144 h 103478"/>
                <a:gd name="connsiteX17" fmla="*/ 92255 w 111664"/>
                <a:gd name="connsiteY17" fmla="*/ 95760 h 103478"/>
                <a:gd name="connsiteX18" fmla="*/ 87782 w 111664"/>
                <a:gd name="connsiteY18" fmla="*/ 64478 h 103478"/>
                <a:gd name="connsiteX19" fmla="*/ 109507 w 111664"/>
                <a:gd name="connsiteY19" fmla="*/ 44049 h 103478"/>
                <a:gd name="connsiteX20" fmla="*/ 111425 w 111664"/>
                <a:gd name="connsiteY20" fmla="*/ 37665 h 103478"/>
                <a:gd name="connsiteX21" fmla="*/ 105674 w 111664"/>
                <a:gd name="connsiteY21" fmla="*/ 34473 h 103478"/>
                <a:gd name="connsiteX22" fmla="*/ 75641 w 111664"/>
                <a:gd name="connsiteY22" fmla="*/ 58733 h 103478"/>
                <a:gd name="connsiteX23" fmla="*/ 73724 w 111664"/>
                <a:gd name="connsiteY23" fmla="*/ 64478 h 103478"/>
                <a:gd name="connsiteX24" fmla="*/ 76919 w 111664"/>
                <a:gd name="connsiteY24" fmla="*/ 86822 h 103478"/>
                <a:gd name="connsiteX25" fmla="*/ 59027 w 111664"/>
                <a:gd name="connsiteY25" fmla="*/ 77246 h 103478"/>
                <a:gd name="connsiteX26" fmla="*/ 53276 w 111664"/>
                <a:gd name="connsiteY26" fmla="*/ 77246 h 103478"/>
                <a:gd name="connsiteX27" fmla="*/ 34106 w 111664"/>
                <a:gd name="connsiteY27" fmla="*/ 86822 h 103478"/>
                <a:gd name="connsiteX28" fmla="*/ 37301 w 111664"/>
                <a:gd name="connsiteY28" fmla="*/ 63840 h 103478"/>
                <a:gd name="connsiteX29" fmla="*/ 35384 w 111664"/>
                <a:gd name="connsiteY29" fmla="*/ 58094 h 103478"/>
                <a:gd name="connsiteX30" fmla="*/ 20687 w 111664"/>
                <a:gd name="connsiteY30" fmla="*/ 44049 h 103478"/>
                <a:gd name="connsiteX31" fmla="*/ 41774 w 111664"/>
                <a:gd name="connsiteY31" fmla="*/ 41496 h 103478"/>
                <a:gd name="connsiteX32" fmla="*/ 46886 w 111664"/>
                <a:gd name="connsiteY32" fmla="*/ 37665 h 103478"/>
                <a:gd name="connsiteX33" fmla="*/ 56471 w 111664"/>
                <a:gd name="connsiteY33" fmla="*/ 18514 h 103478"/>
                <a:gd name="connsiteX34" fmla="*/ 66695 w 111664"/>
                <a:gd name="connsiteY34" fmla="*/ 36389 h 103478"/>
                <a:gd name="connsiteX35" fmla="*/ 71168 w 111664"/>
                <a:gd name="connsiteY35" fmla="*/ 39581 h 103478"/>
                <a:gd name="connsiteX36" fmla="*/ 91616 w 111664"/>
                <a:gd name="connsiteY36" fmla="*/ 43411 h 103478"/>
                <a:gd name="connsiteX37" fmla="*/ 75641 w 111664"/>
                <a:gd name="connsiteY37" fmla="*/ 58733 h 103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1664" h="103478">
                  <a:moveTo>
                    <a:pt x="105674" y="34473"/>
                  </a:moveTo>
                  <a:lnTo>
                    <a:pt x="75641" y="29366"/>
                  </a:lnTo>
                  <a:lnTo>
                    <a:pt x="61583" y="3192"/>
                  </a:lnTo>
                  <a:cubicBezTo>
                    <a:pt x="60305" y="1277"/>
                    <a:pt x="58388" y="0"/>
                    <a:pt x="55832" y="0"/>
                  </a:cubicBezTo>
                  <a:cubicBezTo>
                    <a:pt x="53276" y="0"/>
                    <a:pt x="51359" y="1277"/>
                    <a:pt x="50081" y="3192"/>
                  </a:cubicBezTo>
                  <a:lnTo>
                    <a:pt x="36662" y="30005"/>
                  </a:lnTo>
                  <a:lnTo>
                    <a:pt x="5351" y="33197"/>
                  </a:lnTo>
                  <a:cubicBezTo>
                    <a:pt x="2796" y="33197"/>
                    <a:pt x="878" y="35112"/>
                    <a:pt x="240" y="37665"/>
                  </a:cubicBezTo>
                  <a:cubicBezTo>
                    <a:pt x="-399" y="40219"/>
                    <a:pt x="240" y="42134"/>
                    <a:pt x="2156" y="44049"/>
                  </a:cubicBezTo>
                  <a:lnTo>
                    <a:pt x="24521" y="65117"/>
                  </a:lnTo>
                  <a:lnTo>
                    <a:pt x="20048" y="96398"/>
                  </a:lnTo>
                  <a:cubicBezTo>
                    <a:pt x="19409" y="98952"/>
                    <a:pt x="20687" y="100867"/>
                    <a:pt x="22604" y="102144"/>
                  </a:cubicBezTo>
                  <a:cubicBezTo>
                    <a:pt x="23882" y="102782"/>
                    <a:pt x="25160" y="103420"/>
                    <a:pt x="26438" y="103420"/>
                  </a:cubicBezTo>
                  <a:cubicBezTo>
                    <a:pt x="27716" y="103420"/>
                    <a:pt x="28355" y="103420"/>
                    <a:pt x="29633" y="102782"/>
                  </a:cubicBezTo>
                  <a:lnTo>
                    <a:pt x="57110" y="88737"/>
                  </a:lnTo>
                  <a:lnTo>
                    <a:pt x="83309" y="102782"/>
                  </a:lnTo>
                  <a:cubicBezTo>
                    <a:pt x="85226" y="104059"/>
                    <a:pt x="87782" y="103420"/>
                    <a:pt x="89699" y="102144"/>
                  </a:cubicBezTo>
                  <a:cubicBezTo>
                    <a:pt x="91616" y="100867"/>
                    <a:pt x="92894" y="98313"/>
                    <a:pt x="92255" y="95760"/>
                  </a:cubicBezTo>
                  <a:lnTo>
                    <a:pt x="87782" y="64478"/>
                  </a:lnTo>
                  <a:lnTo>
                    <a:pt x="109507" y="44049"/>
                  </a:lnTo>
                  <a:cubicBezTo>
                    <a:pt x="111425" y="42134"/>
                    <a:pt x="112063" y="40219"/>
                    <a:pt x="111425" y="37665"/>
                  </a:cubicBezTo>
                  <a:cubicBezTo>
                    <a:pt x="109507" y="36389"/>
                    <a:pt x="107590" y="35112"/>
                    <a:pt x="105674" y="34473"/>
                  </a:cubicBezTo>
                  <a:close/>
                  <a:moveTo>
                    <a:pt x="75641" y="58733"/>
                  </a:moveTo>
                  <a:cubicBezTo>
                    <a:pt x="74363" y="60009"/>
                    <a:pt x="73085" y="62563"/>
                    <a:pt x="73724" y="64478"/>
                  </a:cubicBezTo>
                  <a:lnTo>
                    <a:pt x="76919" y="86822"/>
                  </a:lnTo>
                  <a:lnTo>
                    <a:pt x="59027" y="77246"/>
                  </a:lnTo>
                  <a:cubicBezTo>
                    <a:pt x="57110" y="76608"/>
                    <a:pt x="55193" y="76608"/>
                    <a:pt x="53276" y="77246"/>
                  </a:cubicBezTo>
                  <a:lnTo>
                    <a:pt x="34106" y="86822"/>
                  </a:lnTo>
                  <a:lnTo>
                    <a:pt x="37301" y="63840"/>
                  </a:lnTo>
                  <a:cubicBezTo>
                    <a:pt x="37301" y="61925"/>
                    <a:pt x="36662" y="60009"/>
                    <a:pt x="35384" y="58094"/>
                  </a:cubicBezTo>
                  <a:lnTo>
                    <a:pt x="20687" y="44049"/>
                  </a:lnTo>
                  <a:lnTo>
                    <a:pt x="41774" y="41496"/>
                  </a:lnTo>
                  <a:cubicBezTo>
                    <a:pt x="43691" y="41496"/>
                    <a:pt x="45608" y="40219"/>
                    <a:pt x="46886" y="37665"/>
                  </a:cubicBezTo>
                  <a:lnTo>
                    <a:pt x="56471" y="18514"/>
                  </a:lnTo>
                  <a:lnTo>
                    <a:pt x="66695" y="36389"/>
                  </a:lnTo>
                  <a:cubicBezTo>
                    <a:pt x="67334" y="38304"/>
                    <a:pt x="69251" y="38942"/>
                    <a:pt x="71168" y="39581"/>
                  </a:cubicBezTo>
                  <a:lnTo>
                    <a:pt x="91616" y="43411"/>
                  </a:lnTo>
                  <a:lnTo>
                    <a:pt x="75641" y="58733"/>
                  </a:lnTo>
                  <a:close/>
                </a:path>
              </a:pathLst>
            </a:custGeom>
            <a:solidFill>
              <a:srgbClr val="00ABAB"/>
            </a:solidFill>
            <a:ln w="6390" cap="flat">
              <a:noFill/>
              <a:prstDash val="solid"/>
              <a:miter/>
            </a:ln>
          </p:spPr>
          <p:txBody>
            <a:bodyPr rtlCol="0" anchor="ctr"/>
            <a:lstStyle/>
            <a:p>
              <a:endParaRPr lang="en-US"/>
            </a:p>
          </p:txBody>
        </p:sp>
      </p:grpSp>
      <p:grpSp>
        <p:nvGrpSpPr>
          <p:cNvPr id="419" name="Graphic 4">
            <a:extLst>
              <a:ext uri="{FF2B5EF4-FFF2-40B4-BE49-F238E27FC236}">
                <a16:creationId xmlns:a16="http://schemas.microsoft.com/office/drawing/2014/main" id="{7ABFFA5C-C4FD-D44C-A6CF-C74C54342C75}"/>
              </a:ext>
            </a:extLst>
          </p:cNvPr>
          <p:cNvGrpSpPr/>
          <p:nvPr/>
        </p:nvGrpSpPr>
        <p:grpSpPr>
          <a:xfrm>
            <a:off x="6146480" y="1402723"/>
            <a:ext cx="362309" cy="361971"/>
            <a:chOff x="6146480" y="1402723"/>
            <a:chExt cx="362309" cy="361971"/>
          </a:xfrm>
          <a:solidFill>
            <a:srgbClr val="00ABAB"/>
          </a:solidFill>
        </p:grpSpPr>
        <p:sp>
          <p:nvSpPr>
            <p:cNvPr id="420" name="Graphic 4">
              <a:extLst>
                <a:ext uri="{FF2B5EF4-FFF2-40B4-BE49-F238E27FC236}">
                  <a16:creationId xmlns:a16="http://schemas.microsoft.com/office/drawing/2014/main" id="{F771DE6E-1A9B-8749-AF63-1FCE36280EC5}"/>
                </a:ext>
              </a:extLst>
            </p:cNvPr>
            <p:cNvSpPr/>
            <p:nvPr/>
          </p:nvSpPr>
          <p:spPr>
            <a:xfrm>
              <a:off x="6291531" y="1547001"/>
              <a:ext cx="69650" cy="67670"/>
            </a:xfrm>
            <a:custGeom>
              <a:avLst/>
              <a:gdLst>
                <a:gd name="connsiteX0" fmla="*/ 46008 w 69650"/>
                <a:gd name="connsiteY0" fmla="*/ 17875 h 67670"/>
                <a:gd name="connsiteX1" fmla="*/ 35784 w 69650"/>
                <a:gd name="connsiteY1" fmla="*/ 0 h 67670"/>
                <a:gd name="connsiteX2" fmla="*/ 26199 w 69650"/>
                <a:gd name="connsiteY2" fmla="*/ 19152 h 67670"/>
                <a:gd name="connsiteX3" fmla="*/ 21087 w 69650"/>
                <a:gd name="connsiteY3" fmla="*/ 22344 h 67670"/>
                <a:gd name="connsiteX4" fmla="*/ 0 w 69650"/>
                <a:gd name="connsiteY4" fmla="*/ 24898 h 67670"/>
                <a:gd name="connsiteX5" fmla="*/ 14697 w 69650"/>
                <a:gd name="connsiteY5" fmla="*/ 38942 h 67670"/>
                <a:gd name="connsiteX6" fmla="*/ 16614 w 69650"/>
                <a:gd name="connsiteY6" fmla="*/ 44688 h 67670"/>
                <a:gd name="connsiteX7" fmla="*/ 13419 w 69650"/>
                <a:gd name="connsiteY7" fmla="*/ 67670 h 67670"/>
                <a:gd name="connsiteX8" fmla="*/ 32589 w 69650"/>
                <a:gd name="connsiteY8" fmla="*/ 58094 h 67670"/>
                <a:gd name="connsiteX9" fmla="*/ 38340 w 69650"/>
                <a:gd name="connsiteY9" fmla="*/ 58094 h 67670"/>
                <a:gd name="connsiteX10" fmla="*/ 56232 w 69650"/>
                <a:gd name="connsiteY10" fmla="*/ 67670 h 67670"/>
                <a:gd name="connsiteX11" fmla="*/ 53037 w 69650"/>
                <a:gd name="connsiteY11" fmla="*/ 45326 h 67670"/>
                <a:gd name="connsiteX12" fmla="*/ 54954 w 69650"/>
                <a:gd name="connsiteY12" fmla="*/ 39581 h 67670"/>
                <a:gd name="connsiteX13" fmla="*/ 69650 w 69650"/>
                <a:gd name="connsiteY13" fmla="*/ 25536 h 67670"/>
                <a:gd name="connsiteX14" fmla="*/ 49203 w 69650"/>
                <a:gd name="connsiteY14" fmla="*/ 21706 h 67670"/>
                <a:gd name="connsiteX15" fmla="*/ 46008 w 69650"/>
                <a:gd name="connsiteY15" fmla="*/ 17875 h 6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650" h="67670">
                  <a:moveTo>
                    <a:pt x="46008" y="17875"/>
                  </a:moveTo>
                  <a:lnTo>
                    <a:pt x="35784" y="0"/>
                  </a:lnTo>
                  <a:lnTo>
                    <a:pt x="26199" y="19152"/>
                  </a:lnTo>
                  <a:cubicBezTo>
                    <a:pt x="24921" y="21067"/>
                    <a:pt x="23004" y="22344"/>
                    <a:pt x="21087" y="22344"/>
                  </a:cubicBezTo>
                  <a:lnTo>
                    <a:pt x="0" y="24898"/>
                  </a:lnTo>
                  <a:lnTo>
                    <a:pt x="14697" y="38942"/>
                  </a:lnTo>
                  <a:cubicBezTo>
                    <a:pt x="15975" y="40219"/>
                    <a:pt x="16614" y="42134"/>
                    <a:pt x="16614" y="44688"/>
                  </a:cubicBezTo>
                  <a:lnTo>
                    <a:pt x="13419" y="67670"/>
                  </a:lnTo>
                  <a:lnTo>
                    <a:pt x="32589" y="58094"/>
                  </a:lnTo>
                  <a:cubicBezTo>
                    <a:pt x="34506" y="56818"/>
                    <a:pt x="36423" y="56818"/>
                    <a:pt x="38340" y="58094"/>
                  </a:cubicBezTo>
                  <a:lnTo>
                    <a:pt x="56232" y="67670"/>
                  </a:lnTo>
                  <a:lnTo>
                    <a:pt x="53037" y="45326"/>
                  </a:lnTo>
                  <a:cubicBezTo>
                    <a:pt x="53037" y="43411"/>
                    <a:pt x="53676" y="40858"/>
                    <a:pt x="54954" y="39581"/>
                  </a:cubicBezTo>
                  <a:lnTo>
                    <a:pt x="69650" y="25536"/>
                  </a:lnTo>
                  <a:lnTo>
                    <a:pt x="49203" y="21706"/>
                  </a:lnTo>
                  <a:cubicBezTo>
                    <a:pt x="48564" y="20429"/>
                    <a:pt x="47286" y="19152"/>
                    <a:pt x="46008" y="17875"/>
                  </a:cubicBezTo>
                  <a:close/>
                </a:path>
              </a:pathLst>
            </a:custGeom>
            <a:solidFill>
              <a:srgbClr val="00ABAB"/>
            </a:solidFill>
            <a:ln w="6390" cap="flat">
              <a:noFill/>
              <a:prstDash val="solid"/>
              <a:miter/>
            </a:ln>
          </p:spPr>
          <p:txBody>
            <a:bodyPr rtlCol="0" anchor="ctr"/>
            <a:lstStyle/>
            <a:p>
              <a:endParaRPr lang="en-US"/>
            </a:p>
          </p:txBody>
        </p:sp>
        <p:sp>
          <p:nvSpPr>
            <p:cNvPr id="421" name="Graphic 4">
              <a:extLst>
                <a:ext uri="{FF2B5EF4-FFF2-40B4-BE49-F238E27FC236}">
                  <a16:creationId xmlns:a16="http://schemas.microsoft.com/office/drawing/2014/main" id="{C4DB00DA-33D4-EB47-A2E2-CE44F40B53D0}"/>
                </a:ext>
              </a:extLst>
            </p:cNvPr>
            <p:cNvSpPr/>
            <p:nvPr/>
          </p:nvSpPr>
          <p:spPr>
            <a:xfrm>
              <a:off x="6146480" y="14027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235150 w 362309"/>
                <a:gd name="connsiteY7" fmla="*/ 246422 h 361971"/>
                <a:gd name="connsiteX8" fmla="*/ 183391 w 362309"/>
                <a:gd name="connsiteY8" fmla="*/ 288556 h 361971"/>
                <a:gd name="connsiteX9" fmla="*/ 180835 w 362309"/>
                <a:gd name="connsiteY9" fmla="*/ 289194 h 361971"/>
                <a:gd name="connsiteX10" fmla="*/ 177640 w 362309"/>
                <a:gd name="connsiteY10" fmla="*/ 288556 h 361971"/>
                <a:gd name="connsiteX11" fmla="*/ 85625 w 362309"/>
                <a:gd name="connsiteY11" fmla="*/ 104059 h 361971"/>
                <a:gd name="connsiteX12" fmla="*/ 88820 w 362309"/>
                <a:gd name="connsiteY12" fmla="*/ 99590 h 361971"/>
                <a:gd name="connsiteX13" fmla="*/ 94571 w 362309"/>
                <a:gd name="connsiteY13" fmla="*/ 99590 h 361971"/>
                <a:gd name="connsiteX14" fmla="*/ 175723 w 362309"/>
                <a:gd name="connsiteY14" fmla="*/ 87461 h 361971"/>
                <a:gd name="connsiteX15" fmla="*/ 180196 w 362309"/>
                <a:gd name="connsiteY15" fmla="*/ 84907 h 361971"/>
                <a:gd name="connsiteX16" fmla="*/ 185308 w 362309"/>
                <a:gd name="connsiteY16" fmla="*/ 86184 h 361971"/>
                <a:gd name="connsiteX17" fmla="*/ 268377 w 362309"/>
                <a:gd name="connsiteY17" fmla="*/ 99590 h 361971"/>
                <a:gd name="connsiteX18" fmla="*/ 274128 w 362309"/>
                <a:gd name="connsiteY18" fmla="*/ 99590 h 361971"/>
                <a:gd name="connsiteX19" fmla="*/ 277323 w 362309"/>
                <a:gd name="connsiteY19" fmla="*/ 104697 h 361971"/>
                <a:gd name="connsiteX20" fmla="*/ 235150 w 362309"/>
                <a:gd name="connsiteY20" fmla="*/ 24642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0438"/>
                    <a:pt x="281157" y="0"/>
                    <a:pt x="181474" y="0"/>
                  </a:cubicBezTo>
                  <a:lnTo>
                    <a:pt x="181474" y="0"/>
                  </a:lnTo>
                  <a:close/>
                  <a:moveTo>
                    <a:pt x="235150" y="246422"/>
                  </a:moveTo>
                  <a:cubicBezTo>
                    <a:pt x="221092" y="263658"/>
                    <a:pt x="203200" y="278342"/>
                    <a:pt x="183391" y="288556"/>
                  </a:cubicBezTo>
                  <a:cubicBezTo>
                    <a:pt x="182752" y="289194"/>
                    <a:pt x="181474" y="289194"/>
                    <a:pt x="180835" y="289194"/>
                  </a:cubicBezTo>
                  <a:cubicBezTo>
                    <a:pt x="179557" y="289194"/>
                    <a:pt x="178918" y="289194"/>
                    <a:pt x="177640" y="288556"/>
                  </a:cubicBezTo>
                  <a:cubicBezTo>
                    <a:pt x="65816" y="224716"/>
                    <a:pt x="84986" y="105336"/>
                    <a:pt x="85625" y="104059"/>
                  </a:cubicBezTo>
                  <a:cubicBezTo>
                    <a:pt x="86264" y="102144"/>
                    <a:pt x="86903" y="100229"/>
                    <a:pt x="88820" y="99590"/>
                  </a:cubicBezTo>
                  <a:cubicBezTo>
                    <a:pt x="90737" y="98952"/>
                    <a:pt x="92654" y="98952"/>
                    <a:pt x="94571" y="99590"/>
                  </a:cubicBezTo>
                  <a:cubicBezTo>
                    <a:pt x="148885" y="120657"/>
                    <a:pt x="175084" y="88737"/>
                    <a:pt x="175723" y="87461"/>
                  </a:cubicBezTo>
                  <a:cubicBezTo>
                    <a:pt x="177001" y="86184"/>
                    <a:pt x="178279" y="85545"/>
                    <a:pt x="180196" y="84907"/>
                  </a:cubicBezTo>
                  <a:cubicBezTo>
                    <a:pt x="182113" y="84907"/>
                    <a:pt x="183391" y="85545"/>
                    <a:pt x="185308" y="86184"/>
                  </a:cubicBezTo>
                  <a:cubicBezTo>
                    <a:pt x="207673" y="106612"/>
                    <a:pt x="240261" y="111720"/>
                    <a:pt x="268377" y="99590"/>
                  </a:cubicBezTo>
                  <a:cubicBezTo>
                    <a:pt x="270294" y="98313"/>
                    <a:pt x="272211" y="98313"/>
                    <a:pt x="274128" y="99590"/>
                  </a:cubicBezTo>
                  <a:cubicBezTo>
                    <a:pt x="276045" y="100867"/>
                    <a:pt x="277323" y="102144"/>
                    <a:pt x="277323" y="104697"/>
                  </a:cubicBezTo>
                  <a:cubicBezTo>
                    <a:pt x="283713" y="173006"/>
                    <a:pt x="258153" y="219609"/>
                    <a:pt x="235150" y="246422"/>
                  </a:cubicBezTo>
                  <a:close/>
                </a:path>
              </a:pathLst>
            </a:custGeom>
            <a:solidFill>
              <a:srgbClr val="00ABAB"/>
            </a:solidFill>
            <a:ln w="6390" cap="flat">
              <a:noFill/>
              <a:prstDash val="solid"/>
              <a:miter/>
            </a:ln>
          </p:spPr>
          <p:txBody>
            <a:bodyPr rtlCol="0" anchor="ctr"/>
            <a:lstStyle/>
            <a:p>
              <a:endParaRPr lang="en-US"/>
            </a:p>
          </p:txBody>
        </p:sp>
        <p:sp>
          <p:nvSpPr>
            <p:cNvPr id="422" name="Graphic 4">
              <a:extLst>
                <a:ext uri="{FF2B5EF4-FFF2-40B4-BE49-F238E27FC236}">
                  <a16:creationId xmlns:a16="http://schemas.microsoft.com/office/drawing/2014/main" id="{02A95478-47D1-3B48-8EFE-CFB3B4326CDB}"/>
                </a:ext>
              </a:extLst>
            </p:cNvPr>
            <p:cNvSpPr/>
            <p:nvPr/>
          </p:nvSpPr>
          <p:spPr>
            <a:xfrm>
              <a:off x="6243453" y="1502313"/>
              <a:ext cx="168529" cy="175559"/>
            </a:xfrm>
            <a:custGeom>
              <a:avLst/>
              <a:gdLst>
                <a:gd name="connsiteX0" fmla="*/ 84502 w 168529"/>
                <a:gd name="connsiteY0" fmla="*/ 0 h 175559"/>
                <a:gd name="connsiteX1" fmla="*/ 794 w 168529"/>
                <a:gd name="connsiteY1" fmla="*/ 14045 h 175559"/>
                <a:gd name="connsiteX2" fmla="*/ 84502 w 168529"/>
                <a:gd name="connsiteY2" fmla="*/ 175560 h 175559"/>
                <a:gd name="connsiteX3" fmla="*/ 168210 w 168529"/>
                <a:gd name="connsiteY3" fmla="*/ 14683 h 175559"/>
                <a:gd name="connsiteX4" fmla="*/ 84502 w 168529"/>
                <a:gd name="connsiteY4" fmla="*/ 0 h 175559"/>
                <a:gd name="connsiteX5" fmla="*/ 136899 w 168529"/>
                <a:gd name="connsiteY5" fmla="*/ 69585 h 175559"/>
                <a:gd name="connsiteX6" fmla="*/ 115173 w 168529"/>
                <a:gd name="connsiteY6" fmla="*/ 90014 h 175559"/>
                <a:gd name="connsiteX7" fmla="*/ 119646 w 168529"/>
                <a:gd name="connsiteY7" fmla="*/ 121296 h 175559"/>
                <a:gd name="connsiteX8" fmla="*/ 117091 w 168529"/>
                <a:gd name="connsiteY8" fmla="*/ 127680 h 175559"/>
                <a:gd name="connsiteX9" fmla="*/ 110701 w 168529"/>
                <a:gd name="connsiteY9" fmla="*/ 128318 h 175559"/>
                <a:gd name="connsiteX10" fmla="*/ 84502 w 168529"/>
                <a:gd name="connsiteY10" fmla="*/ 114273 h 175559"/>
                <a:gd name="connsiteX11" fmla="*/ 57025 w 168529"/>
                <a:gd name="connsiteY11" fmla="*/ 127680 h 175559"/>
                <a:gd name="connsiteX12" fmla="*/ 53830 w 168529"/>
                <a:gd name="connsiteY12" fmla="*/ 128318 h 175559"/>
                <a:gd name="connsiteX13" fmla="*/ 47440 w 168529"/>
                <a:gd name="connsiteY13" fmla="*/ 121934 h 175559"/>
                <a:gd name="connsiteX14" fmla="*/ 47440 w 168529"/>
                <a:gd name="connsiteY14" fmla="*/ 121296 h 175559"/>
                <a:gd name="connsiteX15" fmla="*/ 51913 w 168529"/>
                <a:gd name="connsiteY15" fmla="*/ 90014 h 175559"/>
                <a:gd name="connsiteX16" fmla="*/ 29548 w 168529"/>
                <a:gd name="connsiteY16" fmla="*/ 68947 h 175559"/>
                <a:gd name="connsiteX17" fmla="*/ 27631 w 168529"/>
                <a:gd name="connsiteY17" fmla="*/ 62563 h 175559"/>
                <a:gd name="connsiteX18" fmla="*/ 32743 w 168529"/>
                <a:gd name="connsiteY18" fmla="*/ 58094 h 175559"/>
                <a:gd name="connsiteX19" fmla="*/ 64054 w 168529"/>
                <a:gd name="connsiteY19" fmla="*/ 54902 h 175559"/>
                <a:gd name="connsiteX20" fmla="*/ 77473 w 168529"/>
                <a:gd name="connsiteY20" fmla="*/ 28090 h 175559"/>
                <a:gd name="connsiteX21" fmla="*/ 83224 w 168529"/>
                <a:gd name="connsiteY21" fmla="*/ 24259 h 175559"/>
                <a:gd name="connsiteX22" fmla="*/ 88975 w 168529"/>
                <a:gd name="connsiteY22" fmla="*/ 27451 h 175559"/>
                <a:gd name="connsiteX23" fmla="*/ 103033 w 168529"/>
                <a:gd name="connsiteY23" fmla="*/ 53626 h 175559"/>
                <a:gd name="connsiteX24" fmla="*/ 133065 w 168529"/>
                <a:gd name="connsiteY24" fmla="*/ 58733 h 175559"/>
                <a:gd name="connsiteX25" fmla="*/ 138177 w 168529"/>
                <a:gd name="connsiteY25" fmla="*/ 63201 h 175559"/>
                <a:gd name="connsiteX26" fmla="*/ 136899 w 168529"/>
                <a:gd name="connsiteY26" fmla="*/ 69585 h 175559"/>
                <a:gd name="connsiteX27" fmla="*/ 136899 w 168529"/>
                <a:gd name="connsiteY27" fmla="*/ 69585 h 1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8529" h="175559">
                  <a:moveTo>
                    <a:pt x="84502" y="0"/>
                  </a:moveTo>
                  <a:cubicBezTo>
                    <a:pt x="74278" y="9576"/>
                    <a:pt x="46162" y="29366"/>
                    <a:pt x="794" y="14045"/>
                  </a:cubicBezTo>
                  <a:cubicBezTo>
                    <a:pt x="-5596" y="79800"/>
                    <a:pt x="26992" y="143001"/>
                    <a:pt x="84502" y="175560"/>
                  </a:cubicBezTo>
                  <a:cubicBezTo>
                    <a:pt x="100476" y="166622"/>
                    <a:pt x="173961" y="120019"/>
                    <a:pt x="168210" y="14683"/>
                  </a:cubicBezTo>
                  <a:cubicBezTo>
                    <a:pt x="139455" y="24259"/>
                    <a:pt x="108144" y="19152"/>
                    <a:pt x="84502" y="0"/>
                  </a:cubicBezTo>
                  <a:close/>
                  <a:moveTo>
                    <a:pt x="136899" y="69585"/>
                  </a:moveTo>
                  <a:lnTo>
                    <a:pt x="115173" y="90014"/>
                  </a:lnTo>
                  <a:lnTo>
                    <a:pt x="119646" y="121296"/>
                  </a:lnTo>
                  <a:cubicBezTo>
                    <a:pt x="120285" y="123849"/>
                    <a:pt x="119007" y="126403"/>
                    <a:pt x="117091" y="127680"/>
                  </a:cubicBezTo>
                  <a:cubicBezTo>
                    <a:pt x="115173" y="128956"/>
                    <a:pt x="112617" y="128956"/>
                    <a:pt x="110701" y="128318"/>
                  </a:cubicBezTo>
                  <a:lnTo>
                    <a:pt x="84502" y="114273"/>
                  </a:lnTo>
                  <a:lnTo>
                    <a:pt x="57025" y="127680"/>
                  </a:lnTo>
                  <a:cubicBezTo>
                    <a:pt x="56386" y="128318"/>
                    <a:pt x="55108" y="128318"/>
                    <a:pt x="53830" y="128318"/>
                  </a:cubicBezTo>
                  <a:cubicBezTo>
                    <a:pt x="49996" y="128318"/>
                    <a:pt x="47440" y="125764"/>
                    <a:pt x="47440" y="121934"/>
                  </a:cubicBezTo>
                  <a:cubicBezTo>
                    <a:pt x="47440" y="121296"/>
                    <a:pt x="47440" y="121296"/>
                    <a:pt x="47440" y="121296"/>
                  </a:cubicBezTo>
                  <a:lnTo>
                    <a:pt x="51913" y="90014"/>
                  </a:lnTo>
                  <a:lnTo>
                    <a:pt x="29548" y="68947"/>
                  </a:lnTo>
                  <a:cubicBezTo>
                    <a:pt x="27631" y="67032"/>
                    <a:pt x="26992" y="65117"/>
                    <a:pt x="27631" y="62563"/>
                  </a:cubicBezTo>
                  <a:cubicBezTo>
                    <a:pt x="28270" y="60009"/>
                    <a:pt x="30826" y="58733"/>
                    <a:pt x="32743" y="58094"/>
                  </a:cubicBezTo>
                  <a:lnTo>
                    <a:pt x="64054" y="54902"/>
                  </a:lnTo>
                  <a:lnTo>
                    <a:pt x="77473" y="28090"/>
                  </a:lnTo>
                  <a:cubicBezTo>
                    <a:pt x="78751" y="26174"/>
                    <a:pt x="80668" y="24898"/>
                    <a:pt x="83224" y="24259"/>
                  </a:cubicBezTo>
                  <a:cubicBezTo>
                    <a:pt x="85780" y="24259"/>
                    <a:pt x="87697" y="25536"/>
                    <a:pt x="88975" y="27451"/>
                  </a:cubicBezTo>
                  <a:lnTo>
                    <a:pt x="103033" y="53626"/>
                  </a:lnTo>
                  <a:lnTo>
                    <a:pt x="133065" y="58733"/>
                  </a:lnTo>
                  <a:cubicBezTo>
                    <a:pt x="135621" y="59371"/>
                    <a:pt x="137538" y="60648"/>
                    <a:pt x="138177" y="63201"/>
                  </a:cubicBezTo>
                  <a:cubicBezTo>
                    <a:pt x="139455" y="65755"/>
                    <a:pt x="138816" y="68309"/>
                    <a:pt x="136899" y="69585"/>
                  </a:cubicBezTo>
                  <a:lnTo>
                    <a:pt x="136899" y="69585"/>
                  </a:lnTo>
                  <a:close/>
                </a:path>
              </a:pathLst>
            </a:custGeom>
            <a:solidFill>
              <a:srgbClr val="00ABAB"/>
            </a:solidFill>
            <a:ln w="6390" cap="flat">
              <a:noFill/>
              <a:prstDash val="solid"/>
              <a:miter/>
            </a:ln>
          </p:spPr>
          <p:txBody>
            <a:bodyPr rtlCol="0" anchor="ctr"/>
            <a:lstStyle/>
            <a:p>
              <a:endParaRPr lang="en-US"/>
            </a:p>
          </p:txBody>
        </p:sp>
      </p:grpSp>
      <p:grpSp>
        <p:nvGrpSpPr>
          <p:cNvPr id="423" name="Graphic 4">
            <a:extLst>
              <a:ext uri="{FF2B5EF4-FFF2-40B4-BE49-F238E27FC236}">
                <a16:creationId xmlns:a16="http://schemas.microsoft.com/office/drawing/2014/main" id="{33DCBC56-684C-8344-8C3B-98EBAF94D51B}"/>
              </a:ext>
            </a:extLst>
          </p:cNvPr>
          <p:cNvGrpSpPr/>
          <p:nvPr/>
        </p:nvGrpSpPr>
        <p:grpSpPr>
          <a:xfrm>
            <a:off x="3607758" y="1402723"/>
            <a:ext cx="362309" cy="361971"/>
            <a:chOff x="3607758" y="1402723"/>
            <a:chExt cx="362309" cy="361971"/>
          </a:xfrm>
          <a:solidFill>
            <a:srgbClr val="00ABAB"/>
          </a:solidFill>
        </p:grpSpPr>
        <p:sp>
          <p:nvSpPr>
            <p:cNvPr id="424" name="Graphic 4">
              <a:extLst>
                <a:ext uri="{FF2B5EF4-FFF2-40B4-BE49-F238E27FC236}">
                  <a16:creationId xmlns:a16="http://schemas.microsoft.com/office/drawing/2014/main" id="{5C3E56C8-C688-6947-B733-15694AE336F2}"/>
                </a:ext>
              </a:extLst>
            </p:cNvPr>
            <p:cNvSpPr/>
            <p:nvPr/>
          </p:nvSpPr>
          <p:spPr>
            <a:xfrm>
              <a:off x="3607758" y="14027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8565 h 361971"/>
                <a:gd name="connsiteX8" fmla="*/ 12780 w 362309"/>
                <a:gd name="connsiteY8" fmla="*/ 180667 h 361971"/>
                <a:gd name="connsiteX9" fmla="*/ 181474 w 362309"/>
                <a:gd name="connsiteY9" fmla="*/ 12130 h 361971"/>
                <a:gd name="connsiteX10" fmla="*/ 350169 w 362309"/>
                <a:gd name="connsiteY10" fmla="*/ 180028 h 361971"/>
                <a:gd name="connsiteX11" fmla="*/ 350169 w 362309"/>
                <a:gd name="connsiteY11" fmla="*/ 180028 h 361971"/>
                <a:gd name="connsiteX12" fmla="*/ 181474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ubicBezTo>
                    <a:pt x="181474" y="0"/>
                    <a:pt x="181474" y="0"/>
                    <a:pt x="181474" y="0"/>
                  </a:cubicBezTo>
                  <a:close/>
                  <a:moveTo>
                    <a:pt x="181474" y="348565"/>
                  </a:moveTo>
                  <a:cubicBezTo>
                    <a:pt x="88181" y="348565"/>
                    <a:pt x="12780" y="273234"/>
                    <a:pt x="12780" y="180667"/>
                  </a:cubicBezTo>
                  <a:cubicBezTo>
                    <a:pt x="12780" y="88099"/>
                    <a:pt x="88181" y="12130"/>
                    <a:pt x="181474" y="12130"/>
                  </a:cubicBezTo>
                  <a:cubicBezTo>
                    <a:pt x="274767" y="12130"/>
                    <a:pt x="350169" y="87461"/>
                    <a:pt x="350169" y="180028"/>
                  </a:cubicBezTo>
                  <a:lnTo>
                    <a:pt x="350169" y="180028"/>
                  </a:lnTo>
                  <a:cubicBezTo>
                    <a:pt x="349530" y="273234"/>
                    <a:pt x="274128" y="348565"/>
                    <a:pt x="181474" y="348565"/>
                  </a:cubicBezTo>
                  <a:close/>
                </a:path>
              </a:pathLst>
            </a:custGeom>
            <a:solidFill>
              <a:srgbClr val="00ABAB"/>
            </a:solidFill>
            <a:ln w="6390" cap="flat">
              <a:noFill/>
              <a:prstDash val="solid"/>
              <a:miter/>
            </a:ln>
          </p:spPr>
          <p:txBody>
            <a:bodyPr rtlCol="0" anchor="ctr"/>
            <a:lstStyle/>
            <a:p>
              <a:endParaRPr lang="en-US"/>
            </a:p>
          </p:txBody>
        </p:sp>
        <p:sp>
          <p:nvSpPr>
            <p:cNvPr id="425" name="Graphic 4">
              <a:extLst>
                <a:ext uri="{FF2B5EF4-FFF2-40B4-BE49-F238E27FC236}">
                  <a16:creationId xmlns:a16="http://schemas.microsoft.com/office/drawing/2014/main" id="{C463E19A-70E9-2049-8D16-3BD28C1DC4F2}"/>
                </a:ext>
              </a:extLst>
            </p:cNvPr>
            <p:cNvSpPr/>
            <p:nvPr/>
          </p:nvSpPr>
          <p:spPr>
            <a:xfrm>
              <a:off x="3700412" y="1494652"/>
              <a:ext cx="177640" cy="177474"/>
            </a:xfrm>
            <a:custGeom>
              <a:avLst/>
              <a:gdLst>
                <a:gd name="connsiteX0" fmla="*/ 88820 w 177640"/>
                <a:gd name="connsiteY0" fmla="*/ 0 h 177474"/>
                <a:gd name="connsiteX1" fmla="*/ 0 w 177640"/>
                <a:gd name="connsiteY1" fmla="*/ 88737 h 177474"/>
                <a:gd name="connsiteX2" fmla="*/ 88820 w 177640"/>
                <a:gd name="connsiteY2" fmla="*/ 177475 h 177474"/>
                <a:gd name="connsiteX3" fmla="*/ 177641 w 177640"/>
                <a:gd name="connsiteY3" fmla="*/ 88737 h 177474"/>
                <a:gd name="connsiteX4" fmla="*/ 177641 w 177640"/>
                <a:gd name="connsiteY4" fmla="*/ 88737 h 177474"/>
                <a:gd name="connsiteX5" fmla="*/ 88820 w 177640"/>
                <a:gd name="connsiteY5" fmla="*/ 0 h 177474"/>
                <a:gd name="connsiteX6" fmla="*/ 88820 w 177640"/>
                <a:gd name="connsiteY6" fmla="*/ 164707 h 177474"/>
                <a:gd name="connsiteX7" fmla="*/ 12780 w 177640"/>
                <a:gd name="connsiteY7" fmla="*/ 88737 h 177474"/>
                <a:gd name="connsiteX8" fmla="*/ 88820 w 177640"/>
                <a:gd name="connsiteY8" fmla="*/ 12768 h 177474"/>
                <a:gd name="connsiteX9" fmla="*/ 164861 w 177640"/>
                <a:gd name="connsiteY9" fmla="*/ 88737 h 177474"/>
                <a:gd name="connsiteX10" fmla="*/ 164861 w 177640"/>
                <a:gd name="connsiteY10" fmla="*/ 88737 h 177474"/>
                <a:gd name="connsiteX11" fmla="*/ 88820 w 177640"/>
                <a:gd name="connsiteY11" fmla="*/ 164707 h 177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7640" h="177474">
                  <a:moveTo>
                    <a:pt x="88820" y="0"/>
                  </a:moveTo>
                  <a:cubicBezTo>
                    <a:pt x="39618" y="0"/>
                    <a:pt x="0" y="39581"/>
                    <a:pt x="0" y="88737"/>
                  </a:cubicBezTo>
                  <a:cubicBezTo>
                    <a:pt x="0" y="137894"/>
                    <a:pt x="39618" y="177475"/>
                    <a:pt x="88820" y="177475"/>
                  </a:cubicBezTo>
                  <a:cubicBezTo>
                    <a:pt x="138023" y="177475"/>
                    <a:pt x="177641" y="137894"/>
                    <a:pt x="177641" y="88737"/>
                  </a:cubicBezTo>
                  <a:cubicBezTo>
                    <a:pt x="177641" y="88737"/>
                    <a:pt x="177641" y="88737"/>
                    <a:pt x="177641" y="88737"/>
                  </a:cubicBezTo>
                  <a:cubicBezTo>
                    <a:pt x="177641" y="39581"/>
                    <a:pt x="138023" y="0"/>
                    <a:pt x="88820" y="0"/>
                  </a:cubicBezTo>
                  <a:close/>
                  <a:moveTo>
                    <a:pt x="88820" y="164707"/>
                  </a:moveTo>
                  <a:cubicBezTo>
                    <a:pt x="46647" y="164707"/>
                    <a:pt x="12780" y="130872"/>
                    <a:pt x="12780" y="88737"/>
                  </a:cubicBezTo>
                  <a:cubicBezTo>
                    <a:pt x="12780" y="46603"/>
                    <a:pt x="46647" y="12768"/>
                    <a:pt x="88820" y="12768"/>
                  </a:cubicBezTo>
                  <a:cubicBezTo>
                    <a:pt x="130994" y="12768"/>
                    <a:pt x="164861" y="46603"/>
                    <a:pt x="164861" y="88737"/>
                  </a:cubicBezTo>
                  <a:cubicBezTo>
                    <a:pt x="164861" y="88737"/>
                    <a:pt x="164861" y="88737"/>
                    <a:pt x="164861" y="88737"/>
                  </a:cubicBezTo>
                  <a:cubicBezTo>
                    <a:pt x="164861" y="130233"/>
                    <a:pt x="130994" y="164707"/>
                    <a:pt x="88820" y="164707"/>
                  </a:cubicBezTo>
                  <a:close/>
                </a:path>
              </a:pathLst>
            </a:custGeom>
            <a:solidFill>
              <a:srgbClr val="00ABAB"/>
            </a:solidFill>
            <a:ln w="6390" cap="flat">
              <a:noFill/>
              <a:prstDash val="solid"/>
              <a:miter/>
            </a:ln>
          </p:spPr>
          <p:txBody>
            <a:bodyPr rtlCol="0" anchor="ctr"/>
            <a:lstStyle/>
            <a:p>
              <a:endParaRPr lang="en-US"/>
            </a:p>
          </p:txBody>
        </p:sp>
        <p:sp>
          <p:nvSpPr>
            <p:cNvPr id="426" name="Graphic 4">
              <a:extLst>
                <a:ext uri="{FF2B5EF4-FFF2-40B4-BE49-F238E27FC236}">
                  <a16:creationId xmlns:a16="http://schemas.microsoft.com/office/drawing/2014/main" id="{DE697D37-3FCF-AA42-BE64-B2AAC8E06066}"/>
                </a:ext>
              </a:extLst>
            </p:cNvPr>
            <p:cNvSpPr/>
            <p:nvPr/>
          </p:nvSpPr>
          <p:spPr>
            <a:xfrm>
              <a:off x="3669900" y="1497206"/>
              <a:ext cx="45847" cy="172367"/>
            </a:xfrm>
            <a:custGeom>
              <a:avLst/>
              <a:gdLst>
                <a:gd name="connsiteX0" fmla="*/ 43931 w 45847"/>
                <a:gd name="connsiteY0" fmla="*/ 10853 h 172367"/>
                <a:gd name="connsiteX1" fmla="*/ 43931 w 45847"/>
                <a:gd name="connsiteY1" fmla="*/ 1915 h 172367"/>
                <a:gd name="connsiteX2" fmla="*/ 34985 w 45847"/>
                <a:gd name="connsiteY2" fmla="*/ 1915 h 172367"/>
                <a:gd name="connsiteX3" fmla="*/ 34985 w 45847"/>
                <a:gd name="connsiteY3" fmla="*/ 1915 h 172367"/>
                <a:gd name="connsiteX4" fmla="*/ 34985 w 45847"/>
                <a:gd name="connsiteY4" fmla="*/ 170452 h 172367"/>
                <a:gd name="connsiteX5" fmla="*/ 39458 w 45847"/>
                <a:gd name="connsiteY5" fmla="*/ 172367 h 172367"/>
                <a:gd name="connsiteX6" fmla="*/ 43931 w 45847"/>
                <a:gd name="connsiteY6" fmla="*/ 170452 h 172367"/>
                <a:gd name="connsiteX7" fmla="*/ 43931 w 45847"/>
                <a:gd name="connsiteY7" fmla="*/ 161515 h 172367"/>
                <a:gd name="connsiteX8" fmla="*/ 42653 w 45847"/>
                <a:gd name="connsiteY8" fmla="*/ 10853 h 172367"/>
                <a:gd name="connsiteX9" fmla="*/ 43931 w 45847"/>
                <a:gd name="connsiteY9" fmla="*/ 10853 h 1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847" h="172367">
                  <a:moveTo>
                    <a:pt x="43931" y="10853"/>
                  </a:moveTo>
                  <a:cubicBezTo>
                    <a:pt x="46487" y="8299"/>
                    <a:pt x="46487" y="4469"/>
                    <a:pt x="43931" y="1915"/>
                  </a:cubicBezTo>
                  <a:cubicBezTo>
                    <a:pt x="41375" y="-638"/>
                    <a:pt x="37541" y="-638"/>
                    <a:pt x="34985" y="1915"/>
                  </a:cubicBezTo>
                  <a:lnTo>
                    <a:pt x="34985" y="1915"/>
                  </a:lnTo>
                  <a:cubicBezTo>
                    <a:pt x="-11662" y="48518"/>
                    <a:pt x="-11662" y="123849"/>
                    <a:pt x="34985" y="170452"/>
                  </a:cubicBezTo>
                  <a:cubicBezTo>
                    <a:pt x="36263" y="171729"/>
                    <a:pt x="37541" y="172367"/>
                    <a:pt x="39458" y="172367"/>
                  </a:cubicBezTo>
                  <a:cubicBezTo>
                    <a:pt x="41375" y="172367"/>
                    <a:pt x="42653" y="171729"/>
                    <a:pt x="43931" y="170452"/>
                  </a:cubicBezTo>
                  <a:cubicBezTo>
                    <a:pt x="46487" y="167899"/>
                    <a:pt x="46487" y="164068"/>
                    <a:pt x="43931" y="161515"/>
                  </a:cubicBezTo>
                  <a:cubicBezTo>
                    <a:pt x="1757" y="120019"/>
                    <a:pt x="1118" y="52987"/>
                    <a:pt x="42653" y="10853"/>
                  </a:cubicBezTo>
                  <a:cubicBezTo>
                    <a:pt x="42653" y="10853"/>
                    <a:pt x="42653" y="10853"/>
                    <a:pt x="43931" y="10853"/>
                  </a:cubicBezTo>
                  <a:close/>
                </a:path>
              </a:pathLst>
            </a:custGeom>
            <a:solidFill>
              <a:srgbClr val="00ABAB"/>
            </a:solidFill>
            <a:ln w="6390" cap="flat">
              <a:noFill/>
              <a:prstDash val="solid"/>
              <a:miter/>
            </a:ln>
          </p:spPr>
          <p:txBody>
            <a:bodyPr rtlCol="0" anchor="ctr"/>
            <a:lstStyle/>
            <a:p>
              <a:endParaRPr lang="en-US"/>
            </a:p>
          </p:txBody>
        </p:sp>
        <p:sp>
          <p:nvSpPr>
            <p:cNvPr id="427" name="Graphic 4">
              <a:extLst>
                <a:ext uri="{FF2B5EF4-FFF2-40B4-BE49-F238E27FC236}">
                  <a16:creationId xmlns:a16="http://schemas.microsoft.com/office/drawing/2014/main" id="{1A10D737-C54D-FC43-8141-FB300B0854C9}"/>
                </a:ext>
              </a:extLst>
            </p:cNvPr>
            <p:cNvSpPr/>
            <p:nvPr/>
          </p:nvSpPr>
          <p:spPr>
            <a:xfrm>
              <a:off x="3862717" y="1497206"/>
              <a:ext cx="45847" cy="172367"/>
            </a:xfrm>
            <a:custGeom>
              <a:avLst/>
              <a:gdLst>
                <a:gd name="connsiteX0" fmla="*/ 10863 w 45847"/>
                <a:gd name="connsiteY0" fmla="*/ 1915 h 172367"/>
                <a:gd name="connsiteX1" fmla="*/ 1917 w 45847"/>
                <a:gd name="connsiteY1" fmla="*/ 1915 h 172367"/>
                <a:gd name="connsiteX2" fmla="*/ 1917 w 45847"/>
                <a:gd name="connsiteY2" fmla="*/ 10853 h 172367"/>
                <a:gd name="connsiteX3" fmla="*/ 1917 w 45847"/>
                <a:gd name="connsiteY3" fmla="*/ 10853 h 172367"/>
                <a:gd name="connsiteX4" fmla="*/ 1917 w 45847"/>
                <a:gd name="connsiteY4" fmla="*/ 161515 h 172367"/>
                <a:gd name="connsiteX5" fmla="*/ 1917 w 45847"/>
                <a:gd name="connsiteY5" fmla="*/ 161515 h 172367"/>
                <a:gd name="connsiteX6" fmla="*/ 1917 w 45847"/>
                <a:gd name="connsiteY6" fmla="*/ 170452 h 172367"/>
                <a:gd name="connsiteX7" fmla="*/ 10863 w 45847"/>
                <a:gd name="connsiteY7" fmla="*/ 170452 h 172367"/>
                <a:gd name="connsiteX8" fmla="*/ 10863 w 45847"/>
                <a:gd name="connsiteY8" fmla="*/ 1915 h 1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847" h="172367">
                  <a:moveTo>
                    <a:pt x="10863" y="1915"/>
                  </a:moveTo>
                  <a:cubicBezTo>
                    <a:pt x="8307" y="-638"/>
                    <a:pt x="4473" y="-638"/>
                    <a:pt x="1917" y="1915"/>
                  </a:cubicBezTo>
                  <a:cubicBezTo>
                    <a:pt x="-639" y="4469"/>
                    <a:pt x="-639" y="8299"/>
                    <a:pt x="1917" y="10853"/>
                  </a:cubicBezTo>
                  <a:cubicBezTo>
                    <a:pt x="1917" y="10853"/>
                    <a:pt x="1917" y="10853"/>
                    <a:pt x="1917" y="10853"/>
                  </a:cubicBezTo>
                  <a:cubicBezTo>
                    <a:pt x="43451" y="52349"/>
                    <a:pt x="43451" y="120019"/>
                    <a:pt x="1917" y="161515"/>
                  </a:cubicBezTo>
                  <a:cubicBezTo>
                    <a:pt x="1917" y="161515"/>
                    <a:pt x="1917" y="161515"/>
                    <a:pt x="1917" y="161515"/>
                  </a:cubicBezTo>
                  <a:cubicBezTo>
                    <a:pt x="-639" y="164068"/>
                    <a:pt x="-639" y="167899"/>
                    <a:pt x="1917" y="170452"/>
                  </a:cubicBezTo>
                  <a:cubicBezTo>
                    <a:pt x="4473" y="173006"/>
                    <a:pt x="8307" y="173006"/>
                    <a:pt x="10863" y="170452"/>
                  </a:cubicBezTo>
                  <a:cubicBezTo>
                    <a:pt x="57509" y="123849"/>
                    <a:pt x="57509" y="48518"/>
                    <a:pt x="10863" y="1915"/>
                  </a:cubicBezTo>
                  <a:close/>
                </a:path>
              </a:pathLst>
            </a:custGeom>
            <a:solidFill>
              <a:srgbClr val="00ABAB"/>
            </a:solidFill>
            <a:ln w="6390" cap="flat">
              <a:noFill/>
              <a:prstDash val="solid"/>
              <a:miter/>
            </a:ln>
          </p:spPr>
          <p:txBody>
            <a:bodyPr rtlCol="0" anchor="ctr"/>
            <a:lstStyle/>
            <a:p>
              <a:endParaRPr lang="en-US"/>
            </a:p>
          </p:txBody>
        </p:sp>
        <p:sp>
          <p:nvSpPr>
            <p:cNvPr id="428" name="Graphic 4">
              <a:extLst>
                <a:ext uri="{FF2B5EF4-FFF2-40B4-BE49-F238E27FC236}">
                  <a16:creationId xmlns:a16="http://schemas.microsoft.com/office/drawing/2014/main" id="{25BAC732-87C7-8B42-864C-A1D0B6CFE2F7}"/>
                </a:ext>
              </a:extLst>
            </p:cNvPr>
            <p:cNvSpPr/>
            <p:nvPr/>
          </p:nvSpPr>
          <p:spPr>
            <a:xfrm>
              <a:off x="3773257" y="1613394"/>
              <a:ext cx="31949" cy="32558"/>
            </a:xfrm>
            <a:custGeom>
              <a:avLst/>
              <a:gdLst>
                <a:gd name="connsiteX0" fmla="*/ 15975 w 31949"/>
                <a:gd name="connsiteY0" fmla="*/ 0 h 32558"/>
                <a:gd name="connsiteX1" fmla="*/ 0 w 31949"/>
                <a:gd name="connsiteY1" fmla="*/ 15960 h 32558"/>
                <a:gd name="connsiteX2" fmla="*/ 15975 w 31949"/>
                <a:gd name="connsiteY2" fmla="*/ 32558 h 32558"/>
                <a:gd name="connsiteX3" fmla="*/ 31950 w 31949"/>
                <a:gd name="connsiteY3" fmla="*/ 16598 h 32558"/>
                <a:gd name="connsiteX4" fmla="*/ 31950 w 31949"/>
                <a:gd name="connsiteY4" fmla="*/ 16598 h 32558"/>
                <a:gd name="connsiteX5" fmla="*/ 15975 w 31949"/>
                <a:gd name="connsiteY5" fmla="*/ 0 h 32558"/>
                <a:gd name="connsiteX6" fmla="*/ 15975 w 31949"/>
                <a:gd name="connsiteY6" fmla="*/ 19790 h 32558"/>
                <a:gd name="connsiteX7" fmla="*/ 12780 w 31949"/>
                <a:gd name="connsiteY7" fmla="*/ 15960 h 32558"/>
                <a:gd name="connsiteX8" fmla="*/ 15975 w 31949"/>
                <a:gd name="connsiteY8" fmla="*/ 12130 h 32558"/>
                <a:gd name="connsiteX9" fmla="*/ 19170 w 31949"/>
                <a:gd name="connsiteY9" fmla="*/ 15322 h 32558"/>
                <a:gd name="connsiteX10" fmla="*/ 19170 w 31949"/>
                <a:gd name="connsiteY10" fmla="*/ 15322 h 32558"/>
                <a:gd name="connsiteX11" fmla="*/ 15975 w 31949"/>
                <a:gd name="connsiteY11" fmla="*/ 19790 h 3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949" h="32558">
                  <a:moveTo>
                    <a:pt x="15975" y="0"/>
                  </a:moveTo>
                  <a:cubicBezTo>
                    <a:pt x="7029" y="0"/>
                    <a:pt x="0" y="7022"/>
                    <a:pt x="0" y="15960"/>
                  </a:cubicBezTo>
                  <a:cubicBezTo>
                    <a:pt x="0" y="24897"/>
                    <a:pt x="7029" y="32558"/>
                    <a:pt x="15975" y="32558"/>
                  </a:cubicBezTo>
                  <a:cubicBezTo>
                    <a:pt x="24921" y="32558"/>
                    <a:pt x="31950" y="25536"/>
                    <a:pt x="31950" y="16598"/>
                  </a:cubicBezTo>
                  <a:cubicBezTo>
                    <a:pt x="31950" y="16598"/>
                    <a:pt x="31950" y="16598"/>
                    <a:pt x="31950" y="16598"/>
                  </a:cubicBezTo>
                  <a:cubicBezTo>
                    <a:pt x="31950" y="7661"/>
                    <a:pt x="24921" y="0"/>
                    <a:pt x="15975" y="0"/>
                  </a:cubicBezTo>
                  <a:close/>
                  <a:moveTo>
                    <a:pt x="15975" y="19790"/>
                  </a:moveTo>
                  <a:cubicBezTo>
                    <a:pt x="14058" y="19790"/>
                    <a:pt x="12780" y="18514"/>
                    <a:pt x="12780" y="15960"/>
                  </a:cubicBezTo>
                  <a:cubicBezTo>
                    <a:pt x="12780" y="13406"/>
                    <a:pt x="14058" y="12130"/>
                    <a:pt x="15975" y="12130"/>
                  </a:cubicBezTo>
                  <a:cubicBezTo>
                    <a:pt x="17892" y="12130"/>
                    <a:pt x="19170" y="13406"/>
                    <a:pt x="19170" y="15322"/>
                  </a:cubicBezTo>
                  <a:cubicBezTo>
                    <a:pt x="19170" y="15322"/>
                    <a:pt x="19170" y="15322"/>
                    <a:pt x="19170" y="15322"/>
                  </a:cubicBezTo>
                  <a:cubicBezTo>
                    <a:pt x="19170" y="18514"/>
                    <a:pt x="17892" y="19790"/>
                    <a:pt x="15975" y="19790"/>
                  </a:cubicBezTo>
                  <a:close/>
                </a:path>
              </a:pathLst>
            </a:custGeom>
            <a:solidFill>
              <a:srgbClr val="00ABAB"/>
            </a:solidFill>
            <a:ln w="6390" cap="flat">
              <a:noFill/>
              <a:prstDash val="solid"/>
              <a:miter/>
            </a:ln>
          </p:spPr>
          <p:txBody>
            <a:bodyPr rtlCol="0" anchor="ctr"/>
            <a:lstStyle/>
            <a:p>
              <a:endParaRPr lang="en-US"/>
            </a:p>
          </p:txBody>
        </p:sp>
        <p:sp>
          <p:nvSpPr>
            <p:cNvPr id="429" name="Graphic 4">
              <a:extLst>
                <a:ext uri="{FF2B5EF4-FFF2-40B4-BE49-F238E27FC236}">
                  <a16:creationId xmlns:a16="http://schemas.microsoft.com/office/drawing/2014/main" id="{5D06EBD6-F3AA-964D-8CCC-65C045F12BBB}"/>
                </a:ext>
              </a:extLst>
            </p:cNvPr>
            <p:cNvSpPr/>
            <p:nvPr/>
          </p:nvSpPr>
          <p:spPr>
            <a:xfrm>
              <a:off x="3769424" y="1520827"/>
              <a:ext cx="39047" cy="84967"/>
            </a:xfrm>
            <a:custGeom>
              <a:avLst/>
              <a:gdLst>
                <a:gd name="connsiteX0" fmla="*/ 30032 w 39047"/>
                <a:gd name="connsiteY0" fmla="*/ 0 h 84967"/>
                <a:gd name="connsiteX1" fmla="*/ 8946 w 39047"/>
                <a:gd name="connsiteY1" fmla="*/ 0 h 84967"/>
                <a:gd name="connsiteX2" fmla="*/ 2556 w 39047"/>
                <a:gd name="connsiteY2" fmla="*/ 3192 h 84967"/>
                <a:gd name="connsiteX3" fmla="*/ 0 w 39047"/>
                <a:gd name="connsiteY3" fmla="*/ 10214 h 84967"/>
                <a:gd name="connsiteX4" fmla="*/ 3195 w 39047"/>
                <a:gd name="connsiteY4" fmla="*/ 75969 h 84967"/>
                <a:gd name="connsiteX5" fmla="*/ 12780 w 39047"/>
                <a:gd name="connsiteY5" fmla="*/ 84907 h 84967"/>
                <a:gd name="connsiteX6" fmla="*/ 26199 w 39047"/>
                <a:gd name="connsiteY6" fmla="*/ 84907 h 84967"/>
                <a:gd name="connsiteX7" fmla="*/ 35783 w 39047"/>
                <a:gd name="connsiteY7" fmla="*/ 75969 h 84967"/>
                <a:gd name="connsiteX8" fmla="*/ 38978 w 39047"/>
                <a:gd name="connsiteY8" fmla="*/ 10214 h 84967"/>
                <a:gd name="connsiteX9" fmla="*/ 30032 w 39047"/>
                <a:gd name="connsiteY9" fmla="*/ 0 h 84967"/>
                <a:gd name="connsiteX10" fmla="*/ 23004 w 39047"/>
                <a:gd name="connsiteY10" fmla="*/ 72139 h 84967"/>
                <a:gd name="connsiteX11" fmla="*/ 15336 w 39047"/>
                <a:gd name="connsiteY11" fmla="*/ 72139 h 84967"/>
                <a:gd name="connsiteX12" fmla="*/ 12141 w 39047"/>
                <a:gd name="connsiteY12" fmla="*/ 12130 h 84967"/>
                <a:gd name="connsiteX13" fmla="*/ 25560 w 39047"/>
                <a:gd name="connsiteY13" fmla="*/ 12130 h 84967"/>
                <a:gd name="connsiteX14" fmla="*/ 23004 w 39047"/>
                <a:gd name="connsiteY14" fmla="*/ 72139 h 84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047" h="84967">
                  <a:moveTo>
                    <a:pt x="30032" y="0"/>
                  </a:moveTo>
                  <a:lnTo>
                    <a:pt x="8946" y="0"/>
                  </a:lnTo>
                  <a:cubicBezTo>
                    <a:pt x="6390" y="0"/>
                    <a:pt x="3834" y="1277"/>
                    <a:pt x="2556" y="3192"/>
                  </a:cubicBezTo>
                  <a:cubicBezTo>
                    <a:pt x="639" y="5107"/>
                    <a:pt x="0" y="7661"/>
                    <a:pt x="0" y="10214"/>
                  </a:cubicBezTo>
                  <a:lnTo>
                    <a:pt x="3195" y="75969"/>
                  </a:lnTo>
                  <a:cubicBezTo>
                    <a:pt x="3195" y="81077"/>
                    <a:pt x="7668" y="85545"/>
                    <a:pt x="12780" y="84907"/>
                  </a:cubicBezTo>
                  <a:lnTo>
                    <a:pt x="26199" y="84907"/>
                  </a:lnTo>
                  <a:cubicBezTo>
                    <a:pt x="31310" y="84907"/>
                    <a:pt x="35783" y="81077"/>
                    <a:pt x="35783" y="75969"/>
                  </a:cubicBezTo>
                  <a:lnTo>
                    <a:pt x="38978" y="10214"/>
                  </a:lnTo>
                  <a:cubicBezTo>
                    <a:pt x="39617" y="4469"/>
                    <a:pt x="35783" y="0"/>
                    <a:pt x="30032" y="0"/>
                  </a:cubicBezTo>
                  <a:close/>
                  <a:moveTo>
                    <a:pt x="23004" y="72139"/>
                  </a:moveTo>
                  <a:lnTo>
                    <a:pt x="15336" y="72139"/>
                  </a:lnTo>
                  <a:lnTo>
                    <a:pt x="12141" y="12130"/>
                  </a:lnTo>
                  <a:lnTo>
                    <a:pt x="25560" y="12130"/>
                  </a:lnTo>
                  <a:lnTo>
                    <a:pt x="23004" y="72139"/>
                  </a:lnTo>
                  <a:close/>
                </a:path>
              </a:pathLst>
            </a:custGeom>
            <a:solidFill>
              <a:srgbClr val="00ABAB"/>
            </a:solidFill>
            <a:ln w="6390" cap="flat">
              <a:noFill/>
              <a:prstDash val="solid"/>
              <a:miter/>
            </a:ln>
          </p:spPr>
          <p:txBody>
            <a:bodyPr rtlCol="0" anchor="ctr"/>
            <a:lstStyle/>
            <a:p>
              <a:endParaRPr lang="en-US"/>
            </a:p>
          </p:txBody>
        </p:sp>
      </p:grpSp>
      <p:grpSp>
        <p:nvGrpSpPr>
          <p:cNvPr id="430" name="Graphic 4">
            <a:extLst>
              <a:ext uri="{FF2B5EF4-FFF2-40B4-BE49-F238E27FC236}">
                <a16:creationId xmlns:a16="http://schemas.microsoft.com/office/drawing/2014/main" id="{C4B4599A-DF3A-974E-82A8-D1ACBB6EA89C}"/>
              </a:ext>
            </a:extLst>
          </p:cNvPr>
          <p:cNvGrpSpPr/>
          <p:nvPr/>
        </p:nvGrpSpPr>
        <p:grpSpPr>
          <a:xfrm>
            <a:off x="5708130" y="918179"/>
            <a:ext cx="362313" cy="361971"/>
            <a:chOff x="5708130" y="918179"/>
            <a:chExt cx="362313" cy="361971"/>
          </a:xfrm>
          <a:solidFill>
            <a:srgbClr val="00ABAB"/>
          </a:solidFill>
        </p:grpSpPr>
        <p:sp>
          <p:nvSpPr>
            <p:cNvPr id="431" name="Graphic 4">
              <a:extLst>
                <a:ext uri="{FF2B5EF4-FFF2-40B4-BE49-F238E27FC236}">
                  <a16:creationId xmlns:a16="http://schemas.microsoft.com/office/drawing/2014/main" id="{68F53A64-FC9E-1A48-A7FA-2619166F914D}"/>
                </a:ext>
              </a:extLst>
            </p:cNvPr>
            <p:cNvSpPr/>
            <p:nvPr/>
          </p:nvSpPr>
          <p:spPr>
            <a:xfrm>
              <a:off x="5708130" y="918179"/>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lnTo>
                    <a:pt x="349530" y="180667"/>
                  </a:lnTo>
                  <a:cubicBezTo>
                    <a:pt x="349530" y="273873"/>
                    <a:pt x="274767"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432" name="Graphic 4">
              <a:extLst>
                <a:ext uri="{FF2B5EF4-FFF2-40B4-BE49-F238E27FC236}">
                  <a16:creationId xmlns:a16="http://schemas.microsoft.com/office/drawing/2014/main" id="{5CB02903-68EE-5B48-BDF6-B1AC9C484042}"/>
                </a:ext>
              </a:extLst>
            </p:cNvPr>
            <p:cNvSpPr/>
            <p:nvPr/>
          </p:nvSpPr>
          <p:spPr>
            <a:xfrm>
              <a:off x="5897785" y="1061082"/>
              <a:ext cx="102457" cy="129055"/>
            </a:xfrm>
            <a:custGeom>
              <a:avLst/>
              <a:gdLst>
                <a:gd name="connsiteX0" fmla="*/ 72333 w 102457"/>
                <a:gd name="connsiteY0" fmla="*/ 30103 h 129055"/>
                <a:gd name="connsiteX1" fmla="*/ 67860 w 102457"/>
                <a:gd name="connsiteY1" fmla="*/ 5206 h 129055"/>
                <a:gd name="connsiteX2" fmla="*/ 60831 w 102457"/>
                <a:gd name="connsiteY2" fmla="*/ 98 h 129055"/>
                <a:gd name="connsiteX3" fmla="*/ 18018 w 102457"/>
                <a:gd name="connsiteY3" fmla="*/ 7121 h 129055"/>
                <a:gd name="connsiteX4" fmla="*/ 13545 w 102457"/>
                <a:gd name="connsiteY4" fmla="*/ 9674 h 129055"/>
                <a:gd name="connsiteX5" fmla="*/ 12268 w 102457"/>
                <a:gd name="connsiteY5" fmla="*/ 14782 h 129055"/>
                <a:gd name="connsiteX6" fmla="*/ 16740 w 102457"/>
                <a:gd name="connsiteY6" fmla="*/ 39679 h 129055"/>
                <a:gd name="connsiteX7" fmla="*/ 13545 w 102457"/>
                <a:gd name="connsiteY7" fmla="*/ 112457 h 129055"/>
                <a:gd name="connsiteX8" fmla="*/ 78084 w 102457"/>
                <a:gd name="connsiteY8" fmla="*/ 122032 h 129055"/>
                <a:gd name="connsiteX9" fmla="*/ 80001 w 102457"/>
                <a:gd name="connsiteY9" fmla="*/ 113095 h 129055"/>
                <a:gd name="connsiteX10" fmla="*/ 71055 w 102457"/>
                <a:gd name="connsiteY10" fmla="*/ 111180 h 129055"/>
                <a:gd name="connsiteX11" fmla="*/ 18018 w 102457"/>
                <a:gd name="connsiteY11" fmla="*/ 97773 h 129055"/>
                <a:gd name="connsiteX12" fmla="*/ 31437 w 102457"/>
                <a:gd name="connsiteY12" fmla="*/ 44786 h 129055"/>
                <a:gd name="connsiteX13" fmla="*/ 84474 w 102457"/>
                <a:gd name="connsiteY13" fmla="*/ 58193 h 129055"/>
                <a:gd name="connsiteX14" fmla="*/ 87030 w 102457"/>
                <a:gd name="connsiteY14" fmla="*/ 92666 h 129055"/>
                <a:gd name="connsiteX15" fmla="*/ 90225 w 102457"/>
                <a:gd name="connsiteY15" fmla="*/ 100965 h 129055"/>
                <a:gd name="connsiteX16" fmla="*/ 90225 w 102457"/>
                <a:gd name="connsiteY16" fmla="*/ 100965 h 129055"/>
                <a:gd name="connsiteX17" fmla="*/ 98532 w 102457"/>
                <a:gd name="connsiteY17" fmla="*/ 97773 h 129055"/>
                <a:gd name="connsiteX18" fmla="*/ 102366 w 102457"/>
                <a:gd name="connsiteY18" fmla="*/ 77983 h 129055"/>
                <a:gd name="connsiteX19" fmla="*/ 72333 w 102457"/>
                <a:gd name="connsiteY19" fmla="*/ 30103 h 129055"/>
                <a:gd name="connsiteX20" fmla="*/ 28881 w 102457"/>
                <a:gd name="connsiteY20" fmla="*/ 31380 h 129055"/>
                <a:gd name="connsiteX21" fmla="*/ 26964 w 102457"/>
                <a:gd name="connsiteY21" fmla="*/ 18612 h 129055"/>
                <a:gd name="connsiteX22" fmla="*/ 56997 w 102457"/>
                <a:gd name="connsiteY22" fmla="*/ 13505 h 129055"/>
                <a:gd name="connsiteX23" fmla="*/ 58914 w 102457"/>
                <a:gd name="connsiteY23" fmla="*/ 25634 h 129055"/>
                <a:gd name="connsiteX24" fmla="*/ 51885 w 102457"/>
                <a:gd name="connsiteY24" fmla="*/ 24996 h 129055"/>
                <a:gd name="connsiteX25" fmla="*/ 28881 w 102457"/>
                <a:gd name="connsiteY25" fmla="*/ 31380 h 129055"/>
                <a:gd name="connsiteX26" fmla="*/ 28881 w 102457"/>
                <a:gd name="connsiteY26" fmla="*/ 31380 h 129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2457" h="129055">
                  <a:moveTo>
                    <a:pt x="72333" y="30103"/>
                  </a:moveTo>
                  <a:lnTo>
                    <a:pt x="67860" y="5206"/>
                  </a:lnTo>
                  <a:cubicBezTo>
                    <a:pt x="67221" y="2014"/>
                    <a:pt x="64026" y="-540"/>
                    <a:pt x="60831" y="98"/>
                  </a:cubicBezTo>
                  <a:lnTo>
                    <a:pt x="18018" y="7121"/>
                  </a:lnTo>
                  <a:cubicBezTo>
                    <a:pt x="16101" y="7121"/>
                    <a:pt x="14823" y="8398"/>
                    <a:pt x="13545" y="9674"/>
                  </a:cubicBezTo>
                  <a:cubicBezTo>
                    <a:pt x="12906" y="10951"/>
                    <a:pt x="12268" y="12866"/>
                    <a:pt x="12268" y="14782"/>
                  </a:cubicBezTo>
                  <a:lnTo>
                    <a:pt x="16740" y="39679"/>
                  </a:lnTo>
                  <a:cubicBezTo>
                    <a:pt x="-4346" y="58831"/>
                    <a:pt x="-5625" y="91389"/>
                    <a:pt x="13545" y="112457"/>
                  </a:cubicBezTo>
                  <a:cubicBezTo>
                    <a:pt x="30159" y="130332"/>
                    <a:pt x="56997" y="134162"/>
                    <a:pt x="78084" y="122032"/>
                  </a:cubicBezTo>
                  <a:cubicBezTo>
                    <a:pt x="81279" y="120117"/>
                    <a:pt x="81918" y="116287"/>
                    <a:pt x="80001" y="113095"/>
                  </a:cubicBezTo>
                  <a:cubicBezTo>
                    <a:pt x="78084" y="109903"/>
                    <a:pt x="74250" y="109265"/>
                    <a:pt x="71055" y="111180"/>
                  </a:cubicBezTo>
                  <a:cubicBezTo>
                    <a:pt x="52524" y="122032"/>
                    <a:pt x="28881" y="116287"/>
                    <a:pt x="18018" y="97773"/>
                  </a:cubicBezTo>
                  <a:cubicBezTo>
                    <a:pt x="7155" y="79260"/>
                    <a:pt x="12906" y="55639"/>
                    <a:pt x="31437" y="44786"/>
                  </a:cubicBezTo>
                  <a:cubicBezTo>
                    <a:pt x="49968" y="33934"/>
                    <a:pt x="73611" y="39679"/>
                    <a:pt x="84474" y="58193"/>
                  </a:cubicBezTo>
                  <a:cubicBezTo>
                    <a:pt x="90864" y="68407"/>
                    <a:pt x="91503" y="81175"/>
                    <a:pt x="87030" y="92666"/>
                  </a:cubicBezTo>
                  <a:cubicBezTo>
                    <a:pt x="85752" y="95858"/>
                    <a:pt x="87030" y="99689"/>
                    <a:pt x="90225" y="100965"/>
                  </a:cubicBezTo>
                  <a:cubicBezTo>
                    <a:pt x="90225" y="100965"/>
                    <a:pt x="90225" y="100965"/>
                    <a:pt x="90225" y="100965"/>
                  </a:cubicBezTo>
                  <a:cubicBezTo>
                    <a:pt x="93420" y="102242"/>
                    <a:pt x="97254" y="100965"/>
                    <a:pt x="98532" y="97773"/>
                  </a:cubicBezTo>
                  <a:cubicBezTo>
                    <a:pt x="101088" y="91389"/>
                    <a:pt x="102366" y="85005"/>
                    <a:pt x="102366" y="77983"/>
                  </a:cubicBezTo>
                  <a:cubicBezTo>
                    <a:pt x="103644" y="56916"/>
                    <a:pt x="91503" y="38402"/>
                    <a:pt x="72333" y="30103"/>
                  </a:cubicBezTo>
                  <a:close/>
                  <a:moveTo>
                    <a:pt x="28881" y="31380"/>
                  </a:moveTo>
                  <a:lnTo>
                    <a:pt x="26964" y="18612"/>
                  </a:lnTo>
                  <a:lnTo>
                    <a:pt x="56997" y="13505"/>
                  </a:lnTo>
                  <a:lnTo>
                    <a:pt x="58914" y="25634"/>
                  </a:lnTo>
                  <a:cubicBezTo>
                    <a:pt x="56358" y="24996"/>
                    <a:pt x="54441" y="24996"/>
                    <a:pt x="51885" y="24996"/>
                  </a:cubicBezTo>
                  <a:cubicBezTo>
                    <a:pt x="44217" y="25634"/>
                    <a:pt x="35910" y="27550"/>
                    <a:pt x="28881" y="31380"/>
                  </a:cubicBezTo>
                  <a:lnTo>
                    <a:pt x="28881" y="31380"/>
                  </a:lnTo>
                  <a:close/>
                </a:path>
              </a:pathLst>
            </a:custGeom>
            <a:solidFill>
              <a:srgbClr val="00ABAB"/>
            </a:solidFill>
            <a:ln w="6390" cap="flat">
              <a:noFill/>
              <a:prstDash val="solid"/>
              <a:miter/>
            </a:ln>
          </p:spPr>
          <p:txBody>
            <a:bodyPr rtlCol="0" anchor="ctr"/>
            <a:lstStyle/>
            <a:p>
              <a:endParaRPr lang="en-US"/>
            </a:p>
          </p:txBody>
        </p:sp>
        <p:sp>
          <p:nvSpPr>
            <p:cNvPr id="433" name="Graphic 4">
              <a:extLst>
                <a:ext uri="{FF2B5EF4-FFF2-40B4-BE49-F238E27FC236}">
                  <a16:creationId xmlns:a16="http://schemas.microsoft.com/office/drawing/2014/main" id="{CECF9822-0F43-DE4B-83C7-1107BBA524BE}"/>
                </a:ext>
              </a:extLst>
            </p:cNvPr>
            <p:cNvSpPr/>
            <p:nvPr/>
          </p:nvSpPr>
          <p:spPr>
            <a:xfrm>
              <a:off x="5777141" y="1009858"/>
              <a:ext cx="174494" cy="140393"/>
            </a:xfrm>
            <a:custGeom>
              <a:avLst/>
              <a:gdLst>
                <a:gd name="connsiteX0" fmla="*/ 107990 w 174494"/>
                <a:gd name="connsiteY0" fmla="*/ 32809 h 140393"/>
                <a:gd name="connsiteX1" fmla="*/ 119492 w 174494"/>
                <a:gd name="connsiteY1" fmla="*/ 28978 h 140393"/>
                <a:gd name="connsiteX2" fmla="*/ 127160 w 174494"/>
                <a:gd name="connsiteY2" fmla="*/ 22594 h 140393"/>
                <a:gd name="connsiteX3" fmla="*/ 127799 w 174494"/>
                <a:gd name="connsiteY3" fmla="*/ 21318 h 140393"/>
                <a:gd name="connsiteX4" fmla="*/ 134189 w 174494"/>
                <a:gd name="connsiteY4" fmla="*/ 25148 h 140393"/>
                <a:gd name="connsiteX5" fmla="*/ 146330 w 174494"/>
                <a:gd name="connsiteY5" fmla="*/ 28340 h 140393"/>
                <a:gd name="connsiteX6" fmla="*/ 146969 w 174494"/>
                <a:gd name="connsiteY6" fmla="*/ 28340 h 140393"/>
                <a:gd name="connsiteX7" fmla="*/ 146969 w 174494"/>
                <a:gd name="connsiteY7" fmla="*/ 29617 h 140393"/>
                <a:gd name="connsiteX8" fmla="*/ 148247 w 174494"/>
                <a:gd name="connsiteY8" fmla="*/ 41746 h 140393"/>
                <a:gd name="connsiteX9" fmla="*/ 152720 w 174494"/>
                <a:gd name="connsiteY9" fmla="*/ 50684 h 140393"/>
                <a:gd name="connsiteX10" fmla="*/ 161027 w 174494"/>
                <a:gd name="connsiteY10" fmla="*/ 53876 h 140393"/>
                <a:gd name="connsiteX11" fmla="*/ 162305 w 174494"/>
                <a:gd name="connsiteY11" fmla="*/ 53876 h 140393"/>
                <a:gd name="connsiteX12" fmla="*/ 174446 w 174494"/>
                <a:gd name="connsiteY12" fmla="*/ 39831 h 140393"/>
                <a:gd name="connsiteX13" fmla="*/ 174446 w 174494"/>
                <a:gd name="connsiteY13" fmla="*/ 39831 h 140393"/>
                <a:gd name="connsiteX14" fmla="*/ 173168 w 174494"/>
                <a:gd name="connsiteY14" fmla="*/ 27702 h 140393"/>
                <a:gd name="connsiteX15" fmla="*/ 168695 w 174494"/>
                <a:gd name="connsiteY15" fmla="*/ 18764 h 140393"/>
                <a:gd name="connsiteX16" fmla="*/ 162943 w 174494"/>
                <a:gd name="connsiteY16" fmla="*/ 16210 h 140393"/>
                <a:gd name="connsiteX17" fmla="*/ 152720 w 174494"/>
                <a:gd name="connsiteY17" fmla="*/ 3442 h 140393"/>
                <a:gd name="connsiteX18" fmla="*/ 140579 w 174494"/>
                <a:gd name="connsiteY18" fmla="*/ 250 h 140393"/>
                <a:gd name="connsiteX19" fmla="*/ 130355 w 174494"/>
                <a:gd name="connsiteY19" fmla="*/ 1527 h 140393"/>
                <a:gd name="connsiteX20" fmla="*/ 124604 w 174494"/>
                <a:gd name="connsiteY20" fmla="*/ 8550 h 140393"/>
                <a:gd name="connsiteX21" fmla="*/ 120770 w 174494"/>
                <a:gd name="connsiteY21" fmla="*/ 5358 h 140393"/>
                <a:gd name="connsiteX22" fmla="*/ 110546 w 174494"/>
                <a:gd name="connsiteY22" fmla="*/ 4719 h 140393"/>
                <a:gd name="connsiteX23" fmla="*/ 99044 w 174494"/>
                <a:gd name="connsiteY23" fmla="*/ 8550 h 140393"/>
                <a:gd name="connsiteX24" fmla="*/ 90737 w 174494"/>
                <a:gd name="connsiteY24" fmla="*/ 25148 h 140393"/>
                <a:gd name="connsiteX25" fmla="*/ 90737 w 174494"/>
                <a:gd name="connsiteY25" fmla="*/ 25148 h 140393"/>
                <a:gd name="connsiteX26" fmla="*/ 90737 w 174494"/>
                <a:gd name="connsiteY26" fmla="*/ 25148 h 140393"/>
                <a:gd name="connsiteX27" fmla="*/ 77957 w 174494"/>
                <a:gd name="connsiteY27" fmla="*/ 15572 h 140393"/>
                <a:gd name="connsiteX28" fmla="*/ 72845 w 174494"/>
                <a:gd name="connsiteY28" fmla="*/ 14295 h 140393"/>
                <a:gd name="connsiteX29" fmla="*/ 68372 w 174494"/>
                <a:gd name="connsiteY29" fmla="*/ 16849 h 140393"/>
                <a:gd name="connsiteX30" fmla="*/ 54314 w 174494"/>
                <a:gd name="connsiteY30" fmla="*/ 37277 h 140393"/>
                <a:gd name="connsiteX31" fmla="*/ 51759 w 174494"/>
                <a:gd name="connsiteY31" fmla="*/ 37277 h 140393"/>
                <a:gd name="connsiteX32" fmla="*/ 0 w 174494"/>
                <a:gd name="connsiteY32" fmla="*/ 88988 h 140393"/>
                <a:gd name="connsiteX33" fmla="*/ 11502 w 174494"/>
                <a:gd name="connsiteY33" fmla="*/ 121546 h 140393"/>
                <a:gd name="connsiteX34" fmla="*/ 20448 w 174494"/>
                <a:gd name="connsiteY34" fmla="*/ 122184 h 140393"/>
                <a:gd name="connsiteX35" fmla="*/ 21726 w 174494"/>
                <a:gd name="connsiteY35" fmla="*/ 113247 h 140393"/>
                <a:gd name="connsiteX36" fmla="*/ 21726 w 174494"/>
                <a:gd name="connsiteY36" fmla="*/ 113247 h 140393"/>
                <a:gd name="connsiteX37" fmla="*/ 12780 w 174494"/>
                <a:gd name="connsiteY37" fmla="*/ 88988 h 140393"/>
                <a:gd name="connsiteX38" fmla="*/ 51759 w 174494"/>
                <a:gd name="connsiteY38" fmla="*/ 50045 h 140393"/>
                <a:gd name="connsiteX39" fmla="*/ 90737 w 174494"/>
                <a:gd name="connsiteY39" fmla="*/ 88988 h 140393"/>
                <a:gd name="connsiteX40" fmla="*/ 51759 w 174494"/>
                <a:gd name="connsiteY40" fmla="*/ 127930 h 140393"/>
                <a:gd name="connsiteX41" fmla="*/ 51759 w 174494"/>
                <a:gd name="connsiteY41" fmla="*/ 127930 h 140393"/>
                <a:gd name="connsiteX42" fmla="*/ 42174 w 174494"/>
                <a:gd name="connsiteY42" fmla="*/ 126653 h 140393"/>
                <a:gd name="connsiteX43" fmla="*/ 34506 w 174494"/>
                <a:gd name="connsiteY43" fmla="*/ 131122 h 140393"/>
                <a:gd name="connsiteX44" fmla="*/ 38979 w 174494"/>
                <a:gd name="connsiteY44" fmla="*/ 138783 h 140393"/>
                <a:gd name="connsiteX45" fmla="*/ 101600 w 174494"/>
                <a:gd name="connsiteY45" fmla="*/ 101756 h 140393"/>
                <a:gd name="connsiteX46" fmla="*/ 99683 w 174494"/>
                <a:gd name="connsiteY46" fmla="*/ 69836 h 140393"/>
                <a:gd name="connsiteX47" fmla="*/ 113741 w 174494"/>
                <a:gd name="connsiteY47" fmla="*/ 49407 h 140393"/>
                <a:gd name="connsiteX48" fmla="*/ 112463 w 174494"/>
                <a:gd name="connsiteY48" fmla="*/ 40469 h 140393"/>
                <a:gd name="connsiteX49" fmla="*/ 102878 w 174494"/>
                <a:gd name="connsiteY49" fmla="*/ 33447 h 140393"/>
                <a:gd name="connsiteX50" fmla="*/ 102878 w 174494"/>
                <a:gd name="connsiteY50" fmla="*/ 33447 h 140393"/>
                <a:gd name="connsiteX51" fmla="*/ 107990 w 174494"/>
                <a:gd name="connsiteY51" fmla="*/ 32809 h 140393"/>
                <a:gd name="connsiteX52" fmla="*/ 161027 w 174494"/>
                <a:gd name="connsiteY52" fmla="*/ 39831 h 140393"/>
                <a:gd name="connsiteX53" fmla="*/ 161027 w 174494"/>
                <a:gd name="connsiteY53" fmla="*/ 39831 h 140393"/>
                <a:gd name="connsiteX54" fmla="*/ 159748 w 174494"/>
                <a:gd name="connsiteY54" fmla="*/ 27063 h 140393"/>
                <a:gd name="connsiteX55" fmla="*/ 160388 w 174494"/>
                <a:gd name="connsiteY55" fmla="*/ 26425 h 140393"/>
                <a:gd name="connsiteX56" fmla="*/ 160388 w 174494"/>
                <a:gd name="connsiteY56" fmla="*/ 26425 h 140393"/>
                <a:gd name="connsiteX57" fmla="*/ 161027 w 174494"/>
                <a:gd name="connsiteY57" fmla="*/ 27063 h 140393"/>
                <a:gd name="connsiteX58" fmla="*/ 161027 w 174494"/>
                <a:gd name="connsiteY58" fmla="*/ 39831 h 140393"/>
                <a:gd name="connsiteX59" fmla="*/ 161027 w 174494"/>
                <a:gd name="connsiteY59" fmla="*/ 39831 h 140393"/>
                <a:gd name="connsiteX60" fmla="*/ 161027 w 174494"/>
                <a:gd name="connsiteY60" fmla="*/ 39831 h 140393"/>
                <a:gd name="connsiteX61" fmla="*/ 161027 w 174494"/>
                <a:gd name="connsiteY61" fmla="*/ 39831 h 140393"/>
                <a:gd name="connsiteX62" fmla="*/ 138023 w 174494"/>
                <a:gd name="connsiteY62" fmla="*/ 10465 h 140393"/>
                <a:gd name="connsiteX63" fmla="*/ 150164 w 174494"/>
                <a:gd name="connsiteY63" fmla="*/ 13657 h 140393"/>
                <a:gd name="connsiteX64" fmla="*/ 150803 w 174494"/>
                <a:gd name="connsiteY64" fmla="*/ 14295 h 140393"/>
                <a:gd name="connsiteX65" fmla="*/ 150164 w 174494"/>
                <a:gd name="connsiteY65" fmla="*/ 14934 h 140393"/>
                <a:gd name="connsiteX66" fmla="*/ 138023 w 174494"/>
                <a:gd name="connsiteY66" fmla="*/ 11742 h 140393"/>
                <a:gd name="connsiteX67" fmla="*/ 138023 w 174494"/>
                <a:gd name="connsiteY67" fmla="*/ 10465 h 140393"/>
                <a:gd name="connsiteX68" fmla="*/ 138023 w 174494"/>
                <a:gd name="connsiteY68" fmla="*/ 10465 h 140393"/>
                <a:gd name="connsiteX69" fmla="*/ 93293 w 174494"/>
                <a:gd name="connsiteY69" fmla="*/ 57068 h 140393"/>
                <a:gd name="connsiteX70" fmla="*/ 68372 w 174494"/>
                <a:gd name="connsiteY70" fmla="*/ 39193 h 140393"/>
                <a:gd name="connsiteX71" fmla="*/ 75402 w 174494"/>
                <a:gd name="connsiteY71" fmla="*/ 28978 h 140393"/>
                <a:gd name="connsiteX72" fmla="*/ 100322 w 174494"/>
                <a:gd name="connsiteY72" fmla="*/ 46853 h 140393"/>
                <a:gd name="connsiteX73" fmla="*/ 93293 w 174494"/>
                <a:gd name="connsiteY73" fmla="*/ 57068 h 140393"/>
                <a:gd name="connsiteX74" fmla="*/ 103517 w 174494"/>
                <a:gd name="connsiteY74" fmla="*/ 19402 h 140393"/>
                <a:gd name="connsiteX75" fmla="*/ 115019 w 174494"/>
                <a:gd name="connsiteY75" fmla="*/ 15572 h 140393"/>
                <a:gd name="connsiteX76" fmla="*/ 115019 w 174494"/>
                <a:gd name="connsiteY76" fmla="*/ 15572 h 140393"/>
                <a:gd name="connsiteX77" fmla="*/ 115658 w 174494"/>
                <a:gd name="connsiteY77" fmla="*/ 16210 h 140393"/>
                <a:gd name="connsiteX78" fmla="*/ 115658 w 174494"/>
                <a:gd name="connsiteY78" fmla="*/ 16849 h 140393"/>
                <a:gd name="connsiteX79" fmla="*/ 104156 w 174494"/>
                <a:gd name="connsiteY79" fmla="*/ 20679 h 140393"/>
                <a:gd name="connsiteX80" fmla="*/ 103517 w 174494"/>
                <a:gd name="connsiteY80" fmla="*/ 20041 h 140393"/>
                <a:gd name="connsiteX81" fmla="*/ 103517 w 174494"/>
                <a:gd name="connsiteY81" fmla="*/ 19402 h 140393"/>
                <a:gd name="connsiteX82" fmla="*/ 103517 w 174494"/>
                <a:gd name="connsiteY82" fmla="*/ 19402 h 140393"/>
                <a:gd name="connsiteX83" fmla="*/ 103517 w 174494"/>
                <a:gd name="connsiteY83" fmla="*/ 19402 h 140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74494" h="140393">
                  <a:moveTo>
                    <a:pt x="107990" y="32809"/>
                  </a:moveTo>
                  <a:lnTo>
                    <a:pt x="119492" y="28978"/>
                  </a:lnTo>
                  <a:cubicBezTo>
                    <a:pt x="122687" y="27702"/>
                    <a:pt x="125243" y="25148"/>
                    <a:pt x="127160" y="22594"/>
                  </a:cubicBezTo>
                  <a:cubicBezTo>
                    <a:pt x="127160" y="21956"/>
                    <a:pt x="127799" y="21318"/>
                    <a:pt x="127799" y="21318"/>
                  </a:cubicBezTo>
                  <a:cubicBezTo>
                    <a:pt x="129716" y="23233"/>
                    <a:pt x="131633" y="24510"/>
                    <a:pt x="134189" y="25148"/>
                  </a:cubicBezTo>
                  <a:lnTo>
                    <a:pt x="146330" y="28340"/>
                  </a:lnTo>
                  <a:lnTo>
                    <a:pt x="146969" y="28340"/>
                  </a:lnTo>
                  <a:lnTo>
                    <a:pt x="146969" y="29617"/>
                  </a:lnTo>
                  <a:lnTo>
                    <a:pt x="148247" y="41746"/>
                  </a:lnTo>
                  <a:cubicBezTo>
                    <a:pt x="148247" y="44938"/>
                    <a:pt x="150164" y="48769"/>
                    <a:pt x="152720" y="50684"/>
                  </a:cubicBezTo>
                  <a:cubicBezTo>
                    <a:pt x="155276" y="52599"/>
                    <a:pt x="157832" y="53876"/>
                    <a:pt x="161027" y="53876"/>
                  </a:cubicBezTo>
                  <a:lnTo>
                    <a:pt x="162305" y="53876"/>
                  </a:lnTo>
                  <a:cubicBezTo>
                    <a:pt x="169333" y="53237"/>
                    <a:pt x="175084" y="46853"/>
                    <a:pt x="174446" y="39831"/>
                  </a:cubicBezTo>
                  <a:cubicBezTo>
                    <a:pt x="174446" y="39831"/>
                    <a:pt x="174446" y="39831"/>
                    <a:pt x="174446" y="39831"/>
                  </a:cubicBezTo>
                  <a:lnTo>
                    <a:pt x="173168" y="27702"/>
                  </a:lnTo>
                  <a:cubicBezTo>
                    <a:pt x="173168" y="23871"/>
                    <a:pt x="171251" y="20679"/>
                    <a:pt x="168695" y="18764"/>
                  </a:cubicBezTo>
                  <a:cubicBezTo>
                    <a:pt x="166778" y="17487"/>
                    <a:pt x="164861" y="16210"/>
                    <a:pt x="162943" y="16210"/>
                  </a:cubicBezTo>
                  <a:cubicBezTo>
                    <a:pt x="162943" y="10465"/>
                    <a:pt x="158471" y="4719"/>
                    <a:pt x="152720" y="3442"/>
                  </a:cubicBezTo>
                  <a:lnTo>
                    <a:pt x="140579" y="250"/>
                  </a:lnTo>
                  <a:cubicBezTo>
                    <a:pt x="137384" y="-388"/>
                    <a:pt x="133550" y="250"/>
                    <a:pt x="130355" y="1527"/>
                  </a:cubicBezTo>
                  <a:cubicBezTo>
                    <a:pt x="127799" y="3442"/>
                    <a:pt x="125882" y="5996"/>
                    <a:pt x="124604" y="8550"/>
                  </a:cubicBezTo>
                  <a:cubicBezTo>
                    <a:pt x="123326" y="7273"/>
                    <a:pt x="122048" y="5996"/>
                    <a:pt x="120770" y="5358"/>
                  </a:cubicBezTo>
                  <a:cubicBezTo>
                    <a:pt x="117575" y="4081"/>
                    <a:pt x="113741" y="3442"/>
                    <a:pt x="110546" y="4719"/>
                  </a:cubicBezTo>
                  <a:lnTo>
                    <a:pt x="99044" y="8550"/>
                  </a:lnTo>
                  <a:cubicBezTo>
                    <a:pt x="92015" y="11103"/>
                    <a:pt x="88181" y="18764"/>
                    <a:pt x="90737" y="25148"/>
                  </a:cubicBezTo>
                  <a:cubicBezTo>
                    <a:pt x="90737" y="25148"/>
                    <a:pt x="90737" y="25148"/>
                    <a:pt x="90737" y="25148"/>
                  </a:cubicBezTo>
                  <a:lnTo>
                    <a:pt x="90737" y="25148"/>
                  </a:lnTo>
                  <a:lnTo>
                    <a:pt x="77957" y="15572"/>
                  </a:lnTo>
                  <a:cubicBezTo>
                    <a:pt x="76679" y="14295"/>
                    <a:pt x="74762" y="14295"/>
                    <a:pt x="72845" y="14295"/>
                  </a:cubicBezTo>
                  <a:cubicBezTo>
                    <a:pt x="70929" y="14295"/>
                    <a:pt x="69650" y="15572"/>
                    <a:pt x="68372" y="16849"/>
                  </a:cubicBezTo>
                  <a:lnTo>
                    <a:pt x="54314" y="37277"/>
                  </a:lnTo>
                  <a:lnTo>
                    <a:pt x="51759" y="37277"/>
                  </a:lnTo>
                  <a:cubicBezTo>
                    <a:pt x="23004" y="37277"/>
                    <a:pt x="0" y="60260"/>
                    <a:pt x="0" y="88988"/>
                  </a:cubicBezTo>
                  <a:cubicBezTo>
                    <a:pt x="0" y="100479"/>
                    <a:pt x="3834" y="111970"/>
                    <a:pt x="11502" y="121546"/>
                  </a:cubicBezTo>
                  <a:cubicBezTo>
                    <a:pt x="13419" y="124100"/>
                    <a:pt x="17892" y="124738"/>
                    <a:pt x="20448" y="122184"/>
                  </a:cubicBezTo>
                  <a:cubicBezTo>
                    <a:pt x="23004" y="120269"/>
                    <a:pt x="23643" y="115800"/>
                    <a:pt x="21726" y="113247"/>
                  </a:cubicBezTo>
                  <a:cubicBezTo>
                    <a:pt x="21726" y="113247"/>
                    <a:pt x="21726" y="113247"/>
                    <a:pt x="21726" y="113247"/>
                  </a:cubicBezTo>
                  <a:cubicBezTo>
                    <a:pt x="15975" y="106225"/>
                    <a:pt x="12780" y="97925"/>
                    <a:pt x="12780" y="88988"/>
                  </a:cubicBezTo>
                  <a:cubicBezTo>
                    <a:pt x="12780" y="67282"/>
                    <a:pt x="30033" y="50045"/>
                    <a:pt x="51759" y="50045"/>
                  </a:cubicBezTo>
                  <a:cubicBezTo>
                    <a:pt x="73484" y="50045"/>
                    <a:pt x="90737" y="67282"/>
                    <a:pt x="90737" y="88988"/>
                  </a:cubicBezTo>
                  <a:cubicBezTo>
                    <a:pt x="90737" y="110693"/>
                    <a:pt x="73484" y="127930"/>
                    <a:pt x="51759" y="127930"/>
                  </a:cubicBezTo>
                  <a:cubicBezTo>
                    <a:pt x="51759" y="127930"/>
                    <a:pt x="51759" y="127930"/>
                    <a:pt x="51759" y="127930"/>
                  </a:cubicBezTo>
                  <a:cubicBezTo>
                    <a:pt x="48564" y="127930"/>
                    <a:pt x="45369" y="127292"/>
                    <a:pt x="42174" y="126653"/>
                  </a:cubicBezTo>
                  <a:cubicBezTo>
                    <a:pt x="38979" y="126015"/>
                    <a:pt x="35145" y="127930"/>
                    <a:pt x="34506" y="131122"/>
                  </a:cubicBezTo>
                  <a:cubicBezTo>
                    <a:pt x="33867" y="134314"/>
                    <a:pt x="35784" y="138144"/>
                    <a:pt x="38979" y="138783"/>
                  </a:cubicBezTo>
                  <a:cubicBezTo>
                    <a:pt x="66456" y="145805"/>
                    <a:pt x="94571" y="129207"/>
                    <a:pt x="101600" y="101756"/>
                  </a:cubicBezTo>
                  <a:cubicBezTo>
                    <a:pt x="104156" y="90903"/>
                    <a:pt x="103517" y="80050"/>
                    <a:pt x="99683" y="69836"/>
                  </a:cubicBezTo>
                  <a:lnTo>
                    <a:pt x="113741" y="49407"/>
                  </a:lnTo>
                  <a:cubicBezTo>
                    <a:pt x="115658" y="46853"/>
                    <a:pt x="115019" y="42385"/>
                    <a:pt x="112463" y="40469"/>
                  </a:cubicBezTo>
                  <a:lnTo>
                    <a:pt x="102878" y="33447"/>
                  </a:lnTo>
                  <a:lnTo>
                    <a:pt x="102878" y="33447"/>
                  </a:lnTo>
                  <a:cubicBezTo>
                    <a:pt x="104795" y="33447"/>
                    <a:pt x="106712" y="33447"/>
                    <a:pt x="107990" y="32809"/>
                  </a:cubicBezTo>
                  <a:close/>
                  <a:moveTo>
                    <a:pt x="161027" y="39831"/>
                  </a:moveTo>
                  <a:cubicBezTo>
                    <a:pt x="161027" y="39831"/>
                    <a:pt x="160388" y="39831"/>
                    <a:pt x="161027" y="39831"/>
                  </a:cubicBezTo>
                  <a:lnTo>
                    <a:pt x="159748" y="27063"/>
                  </a:lnTo>
                  <a:cubicBezTo>
                    <a:pt x="159748" y="27063"/>
                    <a:pt x="159748" y="26425"/>
                    <a:pt x="160388" y="26425"/>
                  </a:cubicBezTo>
                  <a:lnTo>
                    <a:pt x="160388" y="26425"/>
                  </a:lnTo>
                  <a:cubicBezTo>
                    <a:pt x="160388" y="26425"/>
                    <a:pt x="161027" y="26425"/>
                    <a:pt x="161027" y="27063"/>
                  </a:cubicBezTo>
                  <a:lnTo>
                    <a:pt x="161027" y="39831"/>
                  </a:lnTo>
                  <a:cubicBezTo>
                    <a:pt x="161666" y="39831"/>
                    <a:pt x="161666" y="39831"/>
                    <a:pt x="161027" y="39831"/>
                  </a:cubicBezTo>
                  <a:cubicBezTo>
                    <a:pt x="161027" y="39831"/>
                    <a:pt x="161027" y="39831"/>
                    <a:pt x="161027" y="39831"/>
                  </a:cubicBezTo>
                  <a:lnTo>
                    <a:pt x="161027" y="39831"/>
                  </a:lnTo>
                  <a:close/>
                  <a:moveTo>
                    <a:pt x="138023" y="10465"/>
                  </a:moveTo>
                  <a:lnTo>
                    <a:pt x="150164" y="13657"/>
                  </a:lnTo>
                  <a:cubicBezTo>
                    <a:pt x="150164" y="13657"/>
                    <a:pt x="150803" y="13657"/>
                    <a:pt x="150803" y="14295"/>
                  </a:cubicBezTo>
                  <a:cubicBezTo>
                    <a:pt x="150803" y="14934"/>
                    <a:pt x="150803" y="14934"/>
                    <a:pt x="150164" y="14934"/>
                  </a:cubicBezTo>
                  <a:lnTo>
                    <a:pt x="138023" y="11742"/>
                  </a:lnTo>
                  <a:cubicBezTo>
                    <a:pt x="137384" y="11742"/>
                    <a:pt x="137384" y="11742"/>
                    <a:pt x="138023" y="10465"/>
                  </a:cubicBezTo>
                  <a:cubicBezTo>
                    <a:pt x="137384" y="11103"/>
                    <a:pt x="137384" y="10465"/>
                    <a:pt x="138023" y="10465"/>
                  </a:cubicBezTo>
                  <a:close/>
                  <a:moveTo>
                    <a:pt x="93293" y="57068"/>
                  </a:moveTo>
                  <a:cubicBezTo>
                    <a:pt x="86903" y="48769"/>
                    <a:pt x="78597" y="42385"/>
                    <a:pt x="68372" y="39193"/>
                  </a:cubicBezTo>
                  <a:lnTo>
                    <a:pt x="75402" y="28978"/>
                  </a:lnTo>
                  <a:lnTo>
                    <a:pt x="100322" y="46853"/>
                  </a:lnTo>
                  <a:lnTo>
                    <a:pt x="93293" y="57068"/>
                  </a:lnTo>
                  <a:close/>
                  <a:moveTo>
                    <a:pt x="103517" y="19402"/>
                  </a:moveTo>
                  <a:lnTo>
                    <a:pt x="115019" y="15572"/>
                  </a:lnTo>
                  <a:lnTo>
                    <a:pt x="115019" y="15572"/>
                  </a:lnTo>
                  <a:cubicBezTo>
                    <a:pt x="115019" y="15572"/>
                    <a:pt x="115658" y="15572"/>
                    <a:pt x="115658" y="16210"/>
                  </a:cubicBezTo>
                  <a:cubicBezTo>
                    <a:pt x="115658" y="16210"/>
                    <a:pt x="115658" y="16849"/>
                    <a:pt x="115658" y="16849"/>
                  </a:cubicBezTo>
                  <a:lnTo>
                    <a:pt x="104156" y="20679"/>
                  </a:lnTo>
                  <a:cubicBezTo>
                    <a:pt x="104156" y="20679"/>
                    <a:pt x="103517" y="20679"/>
                    <a:pt x="103517" y="20041"/>
                  </a:cubicBezTo>
                  <a:cubicBezTo>
                    <a:pt x="102878" y="20041"/>
                    <a:pt x="102878" y="20041"/>
                    <a:pt x="103517" y="19402"/>
                  </a:cubicBezTo>
                  <a:cubicBezTo>
                    <a:pt x="103517" y="19402"/>
                    <a:pt x="103517" y="19402"/>
                    <a:pt x="103517" y="19402"/>
                  </a:cubicBezTo>
                  <a:lnTo>
                    <a:pt x="103517" y="19402"/>
                  </a:lnTo>
                  <a:close/>
                </a:path>
              </a:pathLst>
            </a:custGeom>
            <a:solidFill>
              <a:srgbClr val="00ABAB"/>
            </a:solidFill>
            <a:ln w="6390" cap="flat">
              <a:noFill/>
              <a:prstDash val="solid"/>
              <a:miter/>
            </a:ln>
          </p:spPr>
          <p:txBody>
            <a:bodyPr rtlCol="0" anchor="ctr"/>
            <a:lstStyle/>
            <a:p>
              <a:endParaRPr lang="en-US"/>
            </a:p>
          </p:txBody>
        </p:sp>
      </p:grpSp>
      <p:grpSp>
        <p:nvGrpSpPr>
          <p:cNvPr id="434" name="Graphic 4">
            <a:extLst>
              <a:ext uri="{FF2B5EF4-FFF2-40B4-BE49-F238E27FC236}">
                <a16:creationId xmlns:a16="http://schemas.microsoft.com/office/drawing/2014/main" id="{CD769DA1-5D34-9E48-9059-C3FAC2BDB4C6}"/>
              </a:ext>
            </a:extLst>
          </p:cNvPr>
          <p:cNvGrpSpPr/>
          <p:nvPr/>
        </p:nvGrpSpPr>
        <p:grpSpPr>
          <a:xfrm>
            <a:off x="6146480" y="918179"/>
            <a:ext cx="362309" cy="361971"/>
            <a:chOff x="6146480" y="918179"/>
            <a:chExt cx="362309" cy="361971"/>
          </a:xfrm>
          <a:solidFill>
            <a:srgbClr val="00ABAB"/>
          </a:solidFill>
        </p:grpSpPr>
        <p:sp>
          <p:nvSpPr>
            <p:cNvPr id="435" name="Graphic 4">
              <a:extLst>
                <a:ext uri="{FF2B5EF4-FFF2-40B4-BE49-F238E27FC236}">
                  <a16:creationId xmlns:a16="http://schemas.microsoft.com/office/drawing/2014/main" id="{C1076ED0-3B46-F844-ACBC-FCE18D7880FC}"/>
                </a:ext>
              </a:extLst>
            </p:cNvPr>
            <p:cNvSpPr/>
            <p:nvPr/>
          </p:nvSpPr>
          <p:spPr>
            <a:xfrm>
              <a:off x="6352236" y="1020322"/>
              <a:ext cx="12779" cy="4468"/>
            </a:xfrm>
            <a:custGeom>
              <a:avLst/>
              <a:gdLst>
                <a:gd name="connsiteX0" fmla="*/ 0 w 12779"/>
                <a:gd name="connsiteY0" fmla="*/ 1277 h 4468"/>
                <a:gd name="connsiteX1" fmla="*/ 12141 w 12779"/>
                <a:gd name="connsiteY1" fmla="*/ 4469 h 4468"/>
                <a:gd name="connsiteX2" fmla="*/ 12780 w 12779"/>
                <a:gd name="connsiteY2" fmla="*/ 3830 h 4468"/>
                <a:gd name="connsiteX3" fmla="*/ 12780 w 12779"/>
                <a:gd name="connsiteY3" fmla="*/ 3192 h 4468"/>
                <a:gd name="connsiteX4" fmla="*/ 12780 w 12779"/>
                <a:gd name="connsiteY4" fmla="*/ 3192 h 4468"/>
                <a:gd name="connsiteX5" fmla="*/ 639 w 12779"/>
                <a:gd name="connsiteY5" fmla="*/ 0 h 4468"/>
                <a:gd name="connsiteX6" fmla="*/ 0 w 12779"/>
                <a:gd name="connsiteY6" fmla="*/ 638 h 4468"/>
                <a:gd name="connsiteX7" fmla="*/ 0 w 12779"/>
                <a:gd name="connsiteY7" fmla="*/ 1277 h 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9" h="4468">
                  <a:moveTo>
                    <a:pt x="0" y="1277"/>
                  </a:moveTo>
                  <a:lnTo>
                    <a:pt x="12141" y="4469"/>
                  </a:lnTo>
                  <a:cubicBezTo>
                    <a:pt x="12141" y="4469"/>
                    <a:pt x="12780" y="4469"/>
                    <a:pt x="12780" y="3830"/>
                  </a:cubicBezTo>
                  <a:cubicBezTo>
                    <a:pt x="12780" y="3830"/>
                    <a:pt x="12780" y="3192"/>
                    <a:pt x="12780" y="3192"/>
                  </a:cubicBezTo>
                  <a:cubicBezTo>
                    <a:pt x="12780" y="3192"/>
                    <a:pt x="12780" y="3192"/>
                    <a:pt x="12780" y="3192"/>
                  </a:cubicBezTo>
                  <a:lnTo>
                    <a:pt x="639" y="0"/>
                  </a:lnTo>
                  <a:cubicBezTo>
                    <a:pt x="639" y="0"/>
                    <a:pt x="0" y="0"/>
                    <a:pt x="0" y="638"/>
                  </a:cubicBezTo>
                  <a:cubicBezTo>
                    <a:pt x="0" y="1277"/>
                    <a:pt x="0" y="1277"/>
                    <a:pt x="0" y="1277"/>
                  </a:cubicBezTo>
                  <a:close/>
                </a:path>
              </a:pathLst>
            </a:custGeom>
            <a:solidFill>
              <a:srgbClr val="00ABAB"/>
            </a:solidFill>
            <a:ln w="6390" cap="flat">
              <a:noFill/>
              <a:prstDash val="solid"/>
              <a:miter/>
            </a:ln>
          </p:spPr>
          <p:txBody>
            <a:bodyPr rtlCol="0" anchor="ctr"/>
            <a:lstStyle/>
            <a:p>
              <a:endParaRPr lang="en-US"/>
            </a:p>
          </p:txBody>
        </p:sp>
        <p:sp>
          <p:nvSpPr>
            <p:cNvPr id="436" name="Graphic 4">
              <a:extLst>
                <a:ext uri="{FF2B5EF4-FFF2-40B4-BE49-F238E27FC236}">
                  <a16:creationId xmlns:a16="http://schemas.microsoft.com/office/drawing/2014/main" id="{3D3FA858-FB00-2940-B5A2-4751EA35DDB0}"/>
                </a:ext>
              </a:extLst>
            </p:cNvPr>
            <p:cNvSpPr/>
            <p:nvPr/>
          </p:nvSpPr>
          <p:spPr>
            <a:xfrm>
              <a:off x="6373962" y="1036282"/>
              <a:ext cx="2396" cy="13406"/>
            </a:xfrm>
            <a:custGeom>
              <a:avLst/>
              <a:gdLst>
                <a:gd name="connsiteX0" fmla="*/ 1917 w 2396"/>
                <a:gd name="connsiteY0" fmla="*/ 13406 h 13406"/>
                <a:gd name="connsiteX1" fmla="*/ 1917 w 2396"/>
                <a:gd name="connsiteY1" fmla="*/ 13406 h 13406"/>
                <a:gd name="connsiteX2" fmla="*/ 1917 w 2396"/>
                <a:gd name="connsiteY2" fmla="*/ 13406 h 13406"/>
                <a:gd name="connsiteX3" fmla="*/ 1278 w 2396"/>
                <a:gd name="connsiteY3" fmla="*/ 638 h 13406"/>
                <a:gd name="connsiteX4" fmla="*/ 639 w 2396"/>
                <a:gd name="connsiteY4" fmla="*/ 0 h 13406"/>
                <a:gd name="connsiteX5" fmla="*/ 639 w 2396"/>
                <a:gd name="connsiteY5" fmla="*/ 0 h 13406"/>
                <a:gd name="connsiteX6" fmla="*/ 0 w 2396"/>
                <a:gd name="connsiteY6" fmla="*/ 638 h 13406"/>
                <a:gd name="connsiteX7" fmla="*/ 1917 w 2396"/>
                <a:gd name="connsiteY7" fmla="*/ 13406 h 13406"/>
                <a:gd name="connsiteX8" fmla="*/ 1917 w 2396"/>
                <a:gd name="connsiteY8" fmla="*/ 13406 h 13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6" h="13406">
                  <a:moveTo>
                    <a:pt x="1917" y="13406"/>
                  </a:moveTo>
                  <a:cubicBezTo>
                    <a:pt x="2556" y="13406"/>
                    <a:pt x="2556" y="13406"/>
                    <a:pt x="1917" y="13406"/>
                  </a:cubicBezTo>
                  <a:cubicBezTo>
                    <a:pt x="2556" y="12768"/>
                    <a:pt x="2556" y="12768"/>
                    <a:pt x="1917" y="13406"/>
                  </a:cubicBezTo>
                  <a:lnTo>
                    <a:pt x="1278" y="638"/>
                  </a:lnTo>
                  <a:cubicBezTo>
                    <a:pt x="1278" y="638"/>
                    <a:pt x="1278" y="0"/>
                    <a:pt x="639" y="0"/>
                  </a:cubicBezTo>
                  <a:lnTo>
                    <a:pt x="639" y="0"/>
                  </a:lnTo>
                  <a:cubicBezTo>
                    <a:pt x="639" y="0"/>
                    <a:pt x="0" y="0"/>
                    <a:pt x="0" y="638"/>
                  </a:cubicBezTo>
                  <a:lnTo>
                    <a:pt x="1917" y="13406"/>
                  </a:lnTo>
                  <a:cubicBezTo>
                    <a:pt x="1917" y="12768"/>
                    <a:pt x="1917" y="13406"/>
                    <a:pt x="1917" y="13406"/>
                  </a:cubicBezTo>
                  <a:close/>
                </a:path>
              </a:pathLst>
            </a:custGeom>
            <a:solidFill>
              <a:srgbClr val="00ABAB"/>
            </a:solidFill>
            <a:ln w="6390" cap="flat">
              <a:noFill/>
              <a:prstDash val="solid"/>
              <a:miter/>
            </a:ln>
          </p:spPr>
          <p:txBody>
            <a:bodyPr rtlCol="0" anchor="ctr"/>
            <a:lstStyle/>
            <a:p>
              <a:endParaRPr lang="en-US"/>
            </a:p>
          </p:txBody>
        </p:sp>
        <p:sp>
          <p:nvSpPr>
            <p:cNvPr id="437" name="Graphic 4">
              <a:extLst>
                <a:ext uri="{FF2B5EF4-FFF2-40B4-BE49-F238E27FC236}">
                  <a16:creationId xmlns:a16="http://schemas.microsoft.com/office/drawing/2014/main" id="{26F3B7FC-B91B-894A-A287-09A4CBC11338}"/>
                </a:ext>
              </a:extLst>
            </p:cNvPr>
            <p:cNvSpPr/>
            <p:nvPr/>
          </p:nvSpPr>
          <p:spPr>
            <a:xfrm>
              <a:off x="6283864" y="1039474"/>
              <a:ext cx="31949" cy="28089"/>
            </a:xfrm>
            <a:custGeom>
              <a:avLst/>
              <a:gdLst>
                <a:gd name="connsiteX0" fmla="*/ 0 w 31949"/>
                <a:gd name="connsiteY0" fmla="*/ 10214 h 28089"/>
                <a:gd name="connsiteX1" fmla="*/ 24921 w 31949"/>
                <a:gd name="connsiteY1" fmla="*/ 28090 h 28089"/>
                <a:gd name="connsiteX2" fmla="*/ 31950 w 31949"/>
                <a:gd name="connsiteY2" fmla="*/ 17875 h 28089"/>
                <a:gd name="connsiteX3" fmla="*/ 7029 w 31949"/>
                <a:gd name="connsiteY3" fmla="*/ 0 h 28089"/>
                <a:gd name="connsiteX4" fmla="*/ 0 w 31949"/>
                <a:gd name="connsiteY4" fmla="*/ 10214 h 28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49" h="28089">
                  <a:moveTo>
                    <a:pt x="0" y="10214"/>
                  </a:moveTo>
                  <a:cubicBezTo>
                    <a:pt x="9585" y="13406"/>
                    <a:pt x="18531" y="19790"/>
                    <a:pt x="24921" y="28090"/>
                  </a:cubicBezTo>
                  <a:lnTo>
                    <a:pt x="31950" y="17875"/>
                  </a:lnTo>
                  <a:lnTo>
                    <a:pt x="7029" y="0"/>
                  </a:lnTo>
                  <a:lnTo>
                    <a:pt x="0" y="10214"/>
                  </a:lnTo>
                  <a:close/>
                </a:path>
              </a:pathLst>
            </a:custGeom>
            <a:solidFill>
              <a:srgbClr val="00ABAB"/>
            </a:solidFill>
            <a:ln w="6390" cap="flat">
              <a:noFill/>
              <a:prstDash val="solid"/>
              <a:miter/>
            </a:ln>
          </p:spPr>
          <p:txBody>
            <a:bodyPr rtlCol="0" anchor="ctr"/>
            <a:lstStyle/>
            <a:p>
              <a:endParaRPr lang="en-US"/>
            </a:p>
          </p:txBody>
        </p:sp>
        <p:sp>
          <p:nvSpPr>
            <p:cNvPr id="438" name="Graphic 4">
              <a:extLst>
                <a:ext uri="{FF2B5EF4-FFF2-40B4-BE49-F238E27FC236}">
                  <a16:creationId xmlns:a16="http://schemas.microsoft.com/office/drawing/2014/main" id="{4B798A49-92CB-AA40-9FD4-BC3C395C53B4}"/>
                </a:ext>
              </a:extLst>
            </p:cNvPr>
            <p:cNvSpPr/>
            <p:nvPr/>
          </p:nvSpPr>
          <p:spPr>
            <a:xfrm>
              <a:off x="6318085" y="1025430"/>
              <a:ext cx="12424" cy="5107"/>
            </a:xfrm>
            <a:custGeom>
              <a:avLst/>
              <a:gdLst>
                <a:gd name="connsiteX0" fmla="*/ 12425 w 12424"/>
                <a:gd name="connsiteY0" fmla="*/ 638 h 5107"/>
                <a:gd name="connsiteX1" fmla="*/ 12425 w 12424"/>
                <a:gd name="connsiteY1" fmla="*/ 0 h 5107"/>
                <a:gd name="connsiteX2" fmla="*/ 11786 w 12424"/>
                <a:gd name="connsiteY2" fmla="*/ 0 h 5107"/>
                <a:gd name="connsiteX3" fmla="*/ 11786 w 12424"/>
                <a:gd name="connsiteY3" fmla="*/ 0 h 5107"/>
                <a:gd name="connsiteX4" fmla="*/ 284 w 12424"/>
                <a:gd name="connsiteY4" fmla="*/ 3830 h 5107"/>
                <a:gd name="connsiteX5" fmla="*/ 284 w 12424"/>
                <a:gd name="connsiteY5" fmla="*/ 4469 h 5107"/>
                <a:gd name="connsiteX6" fmla="*/ 923 w 12424"/>
                <a:gd name="connsiteY6" fmla="*/ 5107 h 5107"/>
                <a:gd name="connsiteX7" fmla="*/ 12425 w 12424"/>
                <a:gd name="connsiteY7" fmla="*/ 638 h 5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24" h="5107">
                  <a:moveTo>
                    <a:pt x="12425" y="638"/>
                  </a:moveTo>
                  <a:cubicBezTo>
                    <a:pt x="12425" y="638"/>
                    <a:pt x="12425" y="0"/>
                    <a:pt x="12425" y="0"/>
                  </a:cubicBezTo>
                  <a:cubicBezTo>
                    <a:pt x="12425" y="0"/>
                    <a:pt x="11786" y="0"/>
                    <a:pt x="11786" y="0"/>
                  </a:cubicBezTo>
                  <a:lnTo>
                    <a:pt x="11786" y="0"/>
                  </a:lnTo>
                  <a:lnTo>
                    <a:pt x="284" y="3830"/>
                  </a:lnTo>
                  <a:cubicBezTo>
                    <a:pt x="284" y="3830"/>
                    <a:pt x="-355" y="4469"/>
                    <a:pt x="284" y="4469"/>
                  </a:cubicBezTo>
                  <a:cubicBezTo>
                    <a:pt x="284" y="4469"/>
                    <a:pt x="923" y="5107"/>
                    <a:pt x="923" y="5107"/>
                  </a:cubicBezTo>
                  <a:lnTo>
                    <a:pt x="12425" y="638"/>
                  </a:lnTo>
                  <a:close/>
                </a:path>
              </a:pathLst>
            </a:custGeom>
            <a:solidFill>
              <a:srgbClr val="00ABAB"/>
            </a:solidFill>
            <a:ln w="6390" cap="flat">
              <a:noFill/>
              <a:prstDash val="solid"/>
              <a:miter/>
            </a:ln>
          </p:spPr>
          <p:txBody>
            <a:bodyPr rtlCol="0" anchor="ctr"/>
            <a:lstStyle/>
            <a:p>
              <a:endParaRPr lang="en-US"/>
            </a:p>
          </p:txBody>
        </p:sp>
        <p:sp>
          <p:nvSpPr>
            <p:cNvPr id="439" name="Graphic 4">
              <a:extLst>
                <a:ext uri="{FF2B5EF4-FFF2-40B4-BE49-F238E27FC236}">
                  <a16:creationId xmlns:a16="http://schemas.microsoft.com/office/drawing/2014/main" id="{6E37BC35-2F24-6944-8586-3BDCDA0AF1C7}"/>
                </a:ext>
              </a:extLst>
            </p:cNvPr>
            <p:cNvSpPr/>
            <p:nvPr/>
          </p:nvSpPr>
          <p:spPr>
            <a:xfrm>
              <a:off x="6362460" y="1074586"/>
              <a:ext cx="31949" cy="17875"/>
            </a:xfrm>
            <a:custGeom>
              <a:avLst/>
              <a:gdLst>
                <a:gd name="connsiteX0" fmla="*/ 0 w 31949"/>
                <a:gd name="connsiteY0" fmla="*/ 5107 h 17875"/>
                <a:gd name="connsiteX1" fmla="*/ 1917 w 31949"/>
                <a:gd name="connsiteY1" fmla="*/ 17875 h 17875"/>
                <a:gd name="connsiteX2" fmla="*/ 31950 w 31949"/>
                <a:gd name="connsiteY2" fmla="*/ 12768 h 17875"/>
                <a:gd name="connsiteX3" fmla="*/ 29394 w 31949"/>
                <a:gd name="connsiteY3" fmla="*/ 0 h 17875"/>
                <a:gd name="connsiteX4" fmla="*/ 0 w 31949"/>
                <a:gd name="connsiteY4" fmla="*/ 5107 h 17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49" h="17875">
                  <a:moveTo>
                    <a:pt x="0" y="5107"/>
                  </a:moveTo>
                  <a:lnTo>
                    <a:pt x="1917" y="17875"/>
                  </a:lnTo>
                  <a:cubicBezTo>
                    <a:pt x="10863" y="12768"/>
                    <a:pt x="21726" y="10853"/>
                    <a:pt x="31950" y="12768"/>
                  </a:cubicBezTo>
                  <a:lnTo>
                    <a:pt x="29394" y="0"/>
                  </a:lnTo>
                  <a:lnTo>
                    <a:pt x="0" y="5107"/>
                  </a:lnTo>
                  <a:close/>
                </a:path>
              </a:pathLst>
            </a:custGeom>
            <a:solidFill>
              <a:srgbClr val="00ABAB"/>
            </a:solidFill>
            <a:ln w="6390" cap="flat">
              <a:noFill/>
              <a:prstDash val="solid"/>
              <a:miter/>
            </a:ln>
          </p:spPr>
          <p:txBody>
            <a:bodyPr rtlCol="0" anchor="ctr"/>
            <a:lstStyle/>
            <a:p>
              <a:endParaRPr lang="en-US"/>
            </a:p>
          </p:txBody>
        </p:sp>
        <p:sp>
          <p:nvSpPr>
            <p:cNvPr id="440" name="Graphic 4">
              <a:extLst>
                <a:ext uri="{FF2B5EF4-FFF2-40B4-BE49-F238E27FC236}">
                  <a16:creationId xmlns:a16="http://schemas.microsoft.com/office/drawing/2014/main" id="{53BEF292-5B44-1F4C-AEA7-BBE052CA2807}"/>
                </a:ext>
              </a:extLst>
            </p:cNvPr>
            <p:cNvSpPr/>
            <p:nvPr/>
          </p:nvSpPr>
          <p:spPr>
            <a:xfrm>
              <a:off x="6146480" y="91817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2113 w 362309"/>
                <a:gd name="connsiteY6" fmla="*/ 132148 h 361971"/>
                <a:gd name="connsiteX7" fmla="*/ 183391 w 362309"/>
                <a:gd name="connsiteY7" fmla="*/ 141086 h 361971"/>
                <a:gd name="connsiteX8" fmla="*/ 169333 w 362309"/>
                <a:gd name="connsiteY8" fmla="*/ 161515 h 361971"/>
                <a:gd name="connsiteX9" fmla="*/ 173167 w 362309"/>
                <a:gd name="connsiteY9" fmla="*/ 180028 h 361971"/>
                <a:gd name="connsiteX10" fmla="*/ 121409 w 362309"/>
                <a:gd name="connsiteY10" fmla="*/ 231739 h 361971"/>
                <a:gd name="connsiteX11" fmla="*/ 108629 w 362309"/>
                <a:gd name="connsiteY11" fmla="*/ 229823 h 361971"/>
                <a:gd name="connsiteX12" fmla="*/ 104156 w 362309"/>
                <a:gd name="connsiteY12" fmla="*/ 222163 h 361971"/>
                <a:gd name="connsiteX13" fmla="*/ 111824 w 362309"/>
                <a:gd name="connsiteY13" fmla="*/ 217694 h 361971"/>
                <a:gd name="connsiteX14" fmla="*/ 121409 w 362309"/>
                <a:gd name="connsiteY14" fmla="*/ 218971 h 361971"/>
                <a:gd name="connsiteX15" fmla="*/ 160387 w 362309"/>
                <a:gd name="connsiteY15" fmla="*/ 180028 h 361971"/>
                <a:gd name="connsiteX16" fmla="*/ 121409 w 362309"/>
                <a:gd name="connsiteY16" fmla="*/ 141086 h 361971"/>
                <a:gd name="connsiteX17" fmla="*/ 82430 w 362309"/>
                <a:gd name="connsiteY17" fmla="*/ 180028 h 361971"/>
                <a:gd name="connsiteX18" fmla="*/ 82430 w 362309"/>
                <a:gd name="connsiteY18" fmla="*/ 180028 h 361971"/>
                <a:gd name="connsiteX19" fmla="*/ 91376 w 362309"/>
                <a:gd name="connsiteY19" fmla="*/ 204287 h 361971"/>
                <a:gd name="connsiteX20" fmla="*/ 90098 w 362309"/>
                <a:gd name="connsiteY20" fmla="*/ 213225 h 361971"/>
                <a:gd name="connsiteX21" fmla="*/ 81152 w 362309"/>
                <a:gd name="connsiteY21" fmla="*/ 211948 h 361971"/>
                <a:gd name="connsiteX22" fmla="*/ 88820 w 362309"/>
                <a:gd name="connsiteY22" fmla="*/ 139171 h 361971"/>
                <a:gd name="connsiteX23" fmla="*/ 121409 w 362309"/>
                <a:gd name="connsiteY23" fmla="*/ 127680 h 361971"/>
                <a:gd name="connsiteX24" fmla="*/ 123965 w 362309"/>
                <a:gd name="connsiteY24" fmla="*/ 127680 h 361971"/>
                <a:gd name="connsiteX25" fmla="*/ 138022 w 362309"/>
                <a:gd name="connsiteY25" fmla="*/ 107251 h 361971"/>
                <a:gd name="connsiteX26" fmla="*/ 142496 w 362309"/>
                <a:gd name="connsiteY26" fmla="*/ 104697 h 361971"/>
                <a:gd name="connsiteX27" fmla="*/ 147607 w 362309"/>
                <a:gd name="connsiteY27" fmla="*/ 105974 h 361971"/>
                <a:gd name="connsiteX28" fmla="*/ 160387 w 362309"/>
                <a:gd name="connsiteY28" fmla="*/ 115550 h 361971"/>
                <a:gd name="connsiteX29" fmla="*/ 160387 w 362309"/>
                <a:gd name="connsiteY29" fmla="*/ 115550 h 361971"/>
                <a:gd name="connsiteX30" fmla="*/ 168694 w 362309"/>
                <a:gd name="connsiteY30" fmla="*/ 98952 h 361971"/>
                <a:gd name="connsiteX31" fmla="*/ 180196 w 362309"/>
                <a:gd name="connsiteY31" fmla="*/ 95121 h 361971"/>
                <a:gd name="connsiteX32" fmla="*/ 190420 w 362309"/>
                <a:gd name="connsiteY32" fmla="*/ 95760 h 361971"/>
                <a:gd name="connsiteX33" fmla="*/ 194254 w 362309"/>
                <a:gd name="connsiteY33" fmla="*/ 98952 h 361971"/>
                <a:gd name="connsiteX34" fmla="*/ 209590 w 362309"/>
                <a:gd name="connsiteY34" fmla="*/ 90014 h 361971"/>
                <a:gd name="connsiteX35" fmla="*/ 221731 w 362309"/>
                <a:gd name="connsiteY35" fmla="*/ 93206 h 361971"/>
                <a:gd name="connsiteX36" fmla="*/ 231315 w 362309"/>
                <a:gd name="connsiteY36" fmla="*/ 105974 h 361971"/>
                <a:gd name="connsiteX37" fmla="*/ 237705 w 362309"/>
                <a:gd name="connsiteY37" fmla="*/ 108528 h 361971"/>
                <a:gd name="connsiteX38" fmla="*/ 242178 w 362309"/>
                <a:gd name="connsiteY38" fmla="*/ 117465 h 361971"/>
                <a:gd name="connsiteX39" fmla="*/ 243456 w 362309"/>
                <a:gd name="connsiteY39" fmla="*/ 129595 h 361971"/>
                <a:gd name="connsiteX40" fmla="*/ 231315 w 362309"/>
                <a:gd name="connsiteY40" fmla="*/ 143640 h 361971"/>
                <a:gd name="connsiteX41" fmla="*/ 231315 w 362309"/>
                <a:gd name="connsiteY41" fmla="*/ 143640 h 361971"/>
                <a:gd name="connsiteX42" fmla="*/ 230038 w 362309"/>
                <a:gd name="connsiteY42" fmla="*/ 143640 h 361971"/>
                <a:gd name="connsiteX43" fmla="*/ 221731 w 362309"/>
                <a:gd name="connsiteY43" fmla="*/ 140448 h 361971"/>
                <a:gd name="connsiteX44" fmla="*/ 217258 w 362309"/>
                <a:gd name="connsiteY44" fmla="*/ 131510 h 361971"/>
                <a:gd name="connsiteX45" fmla="*/ 215980 w 362309"/>
                <a:gd name="connsiteY45" fmla="*/ 119380 h 361971"/>
                <a:gd name="connsiteX46" fmla="*/ 215980 w 362309"/>
                <a:gd name="connsiteY46" fmla="*/ 118104 h 361971"/>
                <a:gd name="connsiteX47" fmla="*/ 215341 w 362309"/>
                <a:gd name="connsiteY47" fmla="*/ 118104 h 361971"/>
                <a:gd name="connsiteX48" fmla="*/ 203200 w 362309"/>
                <a:gd name="connsiteY48" fmla="*/ 114912 h 361971"/>
                <a:gd name="connsiteX49" fmla="*/ 196810 w 362309"/>
                <a:gd name="connsiteY49" fmla="*/ 110443 h 361971"/>
                <a:gd name="connsiteX50" fmla="*/ 196171 w 362309"/>
                <a:gd name="connsiteY50" fmla="*/ 112358 h 361971"/>
                <a:gd name="connsiteX51" fmla="*/ 188503 w 362309"/>
                <a:gd name="connsiteY51" fmla="*/ 119380 h 361971"/>
                <a:gd name="connsiteX52" fmla="*/ 177001 w 362309"/>
                <a:gd name="connsiteY52" fmla="*/ 123211 h 361971"/>
                <a:gd name="connsiteX53" fmla="*/ 172528 w 362309"/>
                <a:gd name="connsiteY53" fmla="*/ 123849 h 361971"/>
                <a:gd name="connsiteX54" fmla="*/ 172528 w 362309"/>
                <a:gd name="connsiteY54" fmla="*/ 123849 h 361971"/>
                <a:gd name="connsiteX55" fmla="*/ 182113 w 362309"/>
                <a:gd name="connsiteY55" fmla="*/ 132148 h 361971"/>
                <a:gd name="connsiteX56" fmla="*/ 288825 w 362309"/>
                <a:gd name="connsiteY56" fmla="*/ 240038 h 361971"/>
                <a:gd name="connsiteX57" fmla="*/ 280518 w 362309"/>
                <a:gd name="connsiteY57" fmla="*/ 243230 h 361971"/>
                <a:gd name="connsiteX58" fmla="*/ 276684 w 362309"/>
                <a:gd name="connsiteY58" fmla="*/ 234931 h 361971"/>
                <a:gd name="connsiteX59" fmla="*/ 276684 w 362309"/>
                <a:gd name="connsiteY59" fmla="*/ 234931 h 361971"/>
                <a:gd name="connsiteX60" fmla="*/ 279879 w 362309"/>
                <a:gd name="connsiteY60" fmla="*/ 220247 h 361971"/>
                <a:gd name="connsiteX61" fmla="*/ 240900 w 362309"/>
                <a:gd name="connsiteY61" fmla="*/ 181305 h 361971"/>
                <a:gd name="connsiteX62" fmla="*/ 201922 w 362309"/>
                <a:gd name="connsiteY62" fmla="*/ 220247 h 361971"/>
                <a:gd name="connsiteX63" fmla="*/ 240900 w 362309"/>
                <a:gd name="connsiteY63" fmla="*/ 259190 h 361971"/>
                <a:gd name="connsiteX64" fmla="*/ 260709 w 362309"/>
                <a:gd name="connsiteY64" fmla="*/ 253444 h 361971"/>
                <a:gd name="connsiteX65" fmla="*/ 269655 w 362309"/>
                <a:gd name="connsiteY65" fmla="*/ 255359 h 361971"/>
                <a:gd name="connsiteX66" fmla="*/ 267738 w 362309"/>
                <a:gd name="connsiteY66" fmla="*/ 264297 h 361971"/>
                <a:gd name="connsiteX67" fmla="*/ 196810 w 362309"/>
                <a:gd name="connsiteY67" fmla="*/ 247060 h 361971"/>
                <a:gd name="connsiteX68" fmla="*/ 206395 w 362309"/>
                <a:gd name="connsiteY68" fmla="*/ 182582 h 361971"/>
                <a:gd name="connsiteX69" fmla="*/ 201922 w 362309"/>
                <a:gd name="connsiteY69" fmla="*/ 157684 h 361971"/>
                <a:gd name="connsiteX70" fmla="*/ 203200 w 362309"/>
                <a:gd name="connsiteY70" fmla="*/ 152577 h 361971"/>
                <a:gd name="connsiteX71" fmla="*/ 207673 w 362309"/>
                <a:gd name="connsiteY71" fmla="*/ 150024 h 361971"/>
                <a:gd name="connsiteX72" fmla="*/ 250485 w 362309"/>
                <a:gd name="connsiteY72" fmla="*/ 143001 h 361971"/>
                <a:gd name="connsiteX73" fmla="*/ 257514 w 362309"/>
                <a:gd name="connsiteY73" fmla="*/ 148108 h 361971"/>
                <a:gd name="connsiteX74" fmla="*/ 261987 w 362309"/>
                <a:gd name="connsiteY74" fmla="*/ 173006 h 361971"/>
                <a:gd name="connsiteX75" fmla="*/ 293298 w 362309"/>
                <a:gd name="connsiteY75" fmla="*/ 220247 h 361971"/>
                <a:gd name="connsiteX76" fmla="*/ 288825 w 362309"/>
                <a:gd name="connsiteY76" fmla="*/ 24003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1077"/>
                    <a:pt x="281157" y="0"/>
                    <a:pt x="181474" y="0"/>
                  </a:cubicBezTo>
                  <a:close/>
                  <a:moveTo>
                    <a:pt x="182113" y="132148"/>
                  </a:moveTo>
                  <a:cubicBezTo>
                    <a:pt x="184669" y="134064"/>
                    <a:pt x="185308" y="137894"/>
                    <a:pt x="183391" y="141086"/>
                  </a:cubicBezTo>
                  <a:lnTo>
                    <a:pt x="169333" y="161515"/>
                  </a:lnTo>
                  <a:cubicBezTo>
                    <a:pt x="171889" y="167260"/>
                    <a:pt x="173167" y="173644"/>
                    <a:pt x="173167" y="180028"/>
                  </a:cubicBezTo>
                  <a:cubicBezTo>
                    <a:pt x="173167" y="208756"/>
                    <a:pt x="149524" y="231739"/>
                    <a:pt x="121409" y="231739"/>
                  </a:cubicBezTo>
                  <a:cubicBezTo>
                    <a:pt x="116936" y="231739"/>
                    <a:pt x="113102" y="231100"/>
                    <a:pt x="108629" y="229823"/>
                  </a:cubicBezTo>
                  <a:cubicBezTo>
                    <a:pt x="105434" y="229185"/>
                    <a:pt x="102878" y="225355"/>
                    <a:pt x="104156" y="222163"/>
                  </a:cubicBezTo>
                  <a:cubicBezTo>
                    <a:pt x="104795" y="218971"/>
                    <a:pt x="108629" y="216417"/>
                    <a:pt x="111824" y="217694"/>
                  </a:cubicBezTo>
                  <a:cubicBezTo>
                    <a:pt x="115019" y="218332"/>
                    <a:pt x="118214" y="218971"/>
                    <a:pt x="121409" y="218971"/>
                  </a:cubicBezTo>
                  <a:cubicBezTo>
                    <a:pt x="143134" y="218971"/>
                    <a:pt x="160387" y="201734"/>
                    <a:pt x="160387" y="180028"/>
                  </a:cubicBezTo>
                  <a:cubicBezTo>
                    <a:pt x="160387" y="158323"/>
                    <a:pt x="143134" y="141086"/>
                    <a:pt x="121409" y="141086"/>
                  </a:cubicBezTo>
                  <a:cubicBezTo>
                    <a:pt x="99683" y="141086"/>
                    <a:pt x="82430" y="158323"/>
                    <a:pt x="82430" y="180028"/>
                  </a:cubicBezTo>
                  <a:cubicBezTo>
                    <a:pt x="82430" y="180028"/>
                    <a:pt x="82430" y="180028"/>
                    <a:pt x="82430" y="180028"/>
                  </a:cubicBezTo>
                  <a:cubicBezTo>
                    <a:pt x="82430" y="188966"/>
                    <a:pt x="85625" y="197903"/>
                    <a:pt x="91376" y="204287"/>
                  </a:cubicBezTo>
                  <a:cubicBezTo>
                    <a:pt x="93293" y="206841"/>
                    <a:pt x="93293" y="211310"/>
                    <a:pt x="90098" y="213225"/>
                  </a:cubicBezTo>
                  <a:cubicBezTo>
                    <a:pt x="87542" y="215140"/>
                    <a:pt x="83069" y="215140"/>
                    <a:pt x="81152" y="211948"/>
                  </a:cubicBezTo>
                  <a:cubicBezTo>
                    <a:pt x="63260" y="189604"/>
                    <a:pt x="66455" y="157046"/>
                    <a:pt x="88820" y="139171"/>
                  </a:cubicBezTo>
                  <a:cubicBezTo>
                    <a:pt x="97766" y="131510"/>
                    <a:pt x="109268" y="127680"/>
                    <a:pt x="121409" y="127680"/>
                  </a:cubicBezTo>
                  <a:cubicBezTo>
                    <a:pt x="122048" y="127680"/>
                    <a:pt x="122686" y="127680"/>
                    <a:pt x="123965" y="127680"/>
                  </a:cubicBezTo>
                  <a:lnTo>
                    <a:pt x="138022" y="107251"/>
                  </a:lnTo>
                  <a:cubicBezTo>
                    <a:pt x="139301" y="105974"/>
                    <a:pt x="140579" y="104697"/>
                    <a:pt x="142496" y="104697"/>
                  </a:cubicBezTo>
                  <a:cubicBezTo>
                    <a:pt x="144412" y="104697"/>
                    <a:pt x="145690" y="104697"/>
                    <a:pt x="147607" y="105974"/>
                  </a:cubicBezTo>
                  <a:lnTo>
                    <a:pt x="160387" y="115550"/>
                  </a:lnTo>
                  <a:lnTo>
                    <a:pt x="160387" y="115550"/>
                  </a:lnTo>
                  <a:cubicBezTo>
                    <a:pt x="157831" y="108528"/>
                    <a:pt x="161665" y="100867"/>
                    <a:pt x="168694" y="98952"/>
                  </a:cubicBezTo>
                  <a:lnTo>
                    <a:pt x="180196" y="95121"/>
                  </a:lnTo>
                  <a:cubicBezTo>
                    <a:pt x="183391" y="93845"/>
                    <a:pt x="187225" y="93845"/>
                    <a:pt x="190420" y="95760"/>
                  </a:cubicBezTo>
                  <a:cubicBezTo>
                    <a:pt x="191698" y="96398"/>
                    <a:pt x="193615" y="97675"/>
                    <a:pt x="194254" y="98952"/>
                  </a:cubicBezTo>
                  <a:cubicBezTo>
                    <a:pt x="196171" y="92568"/>
                    <a:pt x="203200" y="88737"/>
                    <a:pt x="209590" y="90014"/>
                  </a:cubicBezTo>
                  <a:lnTo>
                    <a:pt x="221731" y="93206"/>
                  </a:lnTo>
                  <a:cubicBezTo>
                    <a:pt x="227482" y="94483"/>
                    <a:pt x="231315" y="100229"/>
                    <a:pt x="231315" y="105974"/>
                  </a:cubicBezTo>
                  <a:cubicBezTo>
                    <a:pt x="233233" y="106612"/>
                    <a:pt x="235788" y="107251"/>
                    <a:pt x="237705" y="108528"/>
                  </a:cubicBezTo>
                  <a:cubicBezTo>
                    <a:pt x="240261" y="111081"/>
                    <a:pt x="242178" y="114273"/>
                    <a:pt x="242178" y="117465"/>
                  </a:cubicBezTo>
                  <a:lnTo>
                    <a:pt x="243456" y="129595"/>
                  </a:lnTo>
                  <a:cubicBezTo>
                    <a:pt x="244095" y="136617"/>
                    <a:pt x="238345" y="143640"/>
                    <a:pt x="231315" y="143640"/>
                  </a:cubicBezTo>
                  <a:cubicBezTo>
                    <a:pt x="231315" y="143640"/>
                    <a:pt x="231315" y="143640"/>
                    <a:pt x="231315" y="143640"/>
                  </a:cubicBezTo>
                  <a:lnTo>
                    <a:pt x="230038" y="143640"/>
                  </a:lnTo>
                  <a:cubicBezTo>
                    <a:pt x="226843" y="143640"/>
                    <a:pt x="223648" y="142363"/>
                    <a:pt x="221731" y="140448"/>
                  </a:cubicBezTo>
                  <a:cubicBezTo>
                    <a:pt x="219175" y="137894"/>
                    <a:pt x="217258" y="134702"/>
                    <a:pt x="217258" y="131510"/>
                  </a:cubicBezTo>
                  <a:lnTo>
                    <a:pt x="215980" y="119380"/>
                  </a:lnTo>
                  <a:cubicBezTo>
                    <a:pt x="215980" y="118742"/>
                    <a:pt x="215980" y="118742"/>
                    <a:pt x="215980" y="118104"/>
                  </a:cubicBezTo>
                  <a:lnTo>
                    <a:pt x="215341" y="118104"/>
                  </a:lnTo>
                  <a:lnTo>
                    <a:pt x="203200" y="114912"/>
                  </a:lnTo>
                  <a:cubicBezTo>
                    <a:pt x="200644" y="114273"/>
                    <a:pt x="198727" y="112358"/>
                    <a:pt x="196810" y="110443"/>
                  </a:cubicBezTo>
                  <a:cubicBezTo>
                    <a:pt x="196810" y="111081"/>
                    <a:pt x="196810" y="111720"/>
                    <a:pt x="196171" y="112358"/>
                  </a:cubicBezTo>
                  <a:cubicBezTo>
                    <a:pt x="194893" y="115550"/>
                    <a:pt x="191698" y="118104"/>
                    <a:pt x="188503" y="119380"/>
                  </a:cubicBezTo>
                  <a:lnTo>
                    <a:pt x="177001" y="123211"/>
                  </a:lnTo>
                  <a:cubicBezTo>
                    <a:pt x="175723" y="123849"/>
                    <a:pt x="174445" y="123849"/>
                    <a:pt x="172528" y="123849"/>
                  </a:cubicBezTo>
                  <a:lnTo>
                    <a:pt x="172528" y="123849"/>
                  </a:lnTo>
                  <a:lnTo>
                    <a:pt x="182113" y="132148"/>
                  </a:lnTo>
                  <a:close/>
                  <a:moveTo>
                    <a:pt x="288825" y="240038"/>
                  </a:moveTo>
                  <a:cubicBezTo>
                    <a:pt x="287547" y="243230"/>
                    <a:pt x="283713" y="244507"/>
                    <a:pt x="280518" y="243230"/>
                  </a:cubicBezTo>
                  <a:cubicBezTo>
                    <a:pt x="277323" y="241953"/>
                    <a:pt x="275406" y="238123"/>
                    <a:pt x="276684" y="234931"/>
                  </a:cubicBezTo>
                  <a:cubicBezTo>
                    <a:pt x="276684" y="234931"/>
                    <a:pt x="276684" y="234931"/>
                    <a:pt x="276684" y="234931"/>
                  </a:cubicBezTo>
                  <a:cubicBezTo>
                    <a:pt x="278601" y="230462"/>
                    <a:pt x="279879" y="225355"/>
                    <a:pt x="279879" y="220247"/>
                  </a:cubicBezTo>
                  <a:cubicBezTo>
                    <a:pt x="279879" y="198542"/>
                    <a:pt x="262626" y="181305"/>
                    <a:pt x="240900" y="181305"/>
                  </a:cubicBezTo>
                  <a:cubicBezTo>
                    <a:pt x="219175" y="181305"/>
                    <a:pt x="201922" y="198542"/>
                    <a:pt x="201922" y="220247"/>
                  </a:cubicBezTo>
                  <a:cubicBezTo>
                    <a:pt x="201922" y="241953"/>
                    <a:pt x="219175" y="259190"/>
                    <a:pt x="240900" y="259190"/>
                  </a:cubicBezTo>
                  <a:cubicBezTo>
                    <a:pt x="247929" y="259190"/>
                    <a:pt x="254958" y="257275"/>
                    <a:pt x="260709" y="253444"/>
                  </a:cubicBezTo>
                  <a:cubicBezTo>
                    <a:pt x="263904" y="251529"/>
                    <a:pt x="267738" y="252806"/>
                    <a:pt x="269655" y="255359"/>
                  </a:cubicBezTo>
                  <a:cubicBezTo>
                    <a:pt x="271572" y="258551"/>
                    <a:pt x="270294" y="262382"/>
                    <a:pt x="267738" y="264297"/>
                  </a:cubicBezTo>
                  <a:cubicBezTo>
                    <a:pt x="243456" y="278980"/>
                    <a:pt x="211507" y="271319"/>
                    <a:pt x="196810" y="247060"/>
                  </a:cubicBezTo>
                  <a:cubicBezTo>
                    <a:pt x="184030" y="225993"/>
                    <a:pt x="187864" y="199180"/>
                    <a:pt x="206395" y="182582"/>
                  </a:cubicBezTo>
                  <a:lnTo>
                    <a:pt x="201922" y="157684"/>
                  </a:lnTo>
                  <a:cubicBezTo>
                    <a:pt x="201922" y="155769"/>
                    <a:pt x="201922" y="154492"/>
                    <a:pt x="203200" y="152577"/>
                  </a:cubicBezTo>
                  <a:cubicBezTo>
                    <a:pt x="204478" y="151300"/>
                    <a:pt x="205756" y="150024"/>
                    <a:pt x="207673" y="150024"/>
                  </a:cubicBezTo>
                  <a:lnTo>
                    <a:pt x="250485" y="143001"/>
                  </a:lnTo>
                  <a:cubicBezTo>
                    <a:pt x="253680" y="142363"/>
                    <a:pt x="256875" y="144916"/>
                    <a:pt x="257514" y="148108"/>
                  </a:cubicBezTo>
                  <a:lnTo>
                    <a:pt x="261987" y="173006"/>
                  </a:lnTo>
                  <a:cubicBezTo>
                    <a:pt x="280518" y="181305"/>
                    <a:pt x="293298" y="199819"/>
                    <a:pt x="293298" y="220247"/>
                  </a:cubicBezTo>
                  <a:cubicBezTo>
                    <a:pt x="293298" y="227270"/>
                    <a:pt x="291381" y="233654"/>
                    <a:pt x="288825" y="240038"/>
                  </a:cubicBezTo>
                  <a:close/>
                </a:path>
              </a:pathLst>
            </a:custGeom>
            <a:solidFill>
              <a:srgbClr val="00ABAB"/>
            </a:solidFill>
            <a:ln w="6390" cap="flat">
              <a:noFill/>
              <a:prstDash val="solid"/>
              <a:miter/>
            </a:ln>
          </p:spPr>
          <p:txBody>
            <a:bodyPr rtlCol="0" anchor="ctr"/>
            <a:lstStyle/>
            <a:p>
              <a:endParaRPr lang="en-US"/>
            </a:p>
          </p:txBody>
        </p:sp>
      </p:grpSp>
      <p:grpSp>
        <p:nvGrpSpPr>
          <p:cNvPr id="441" name="Graphic 4">
            <a:extLst>
              <a:ext uri="{FF2B5EF4-FFF2-40B4-BE49-F238E27FC236}">
                <a16:creationId xmlns:a16="http://schemas.microsoft.com/office/drawing/2014/main" id="{26872A00-CBE9-E64F-A9A4-DA3B43969507}"/>
              </a:ext>
            </a:extLst>
          </p:cNvPr>
          <p:cNvGrpSpPr/>
          <p:nvPr/>
        </p:nvGrpSpPr>
        <p:grpSpPr>
          <a:xfrm>
            <a:off x="3607758" y="3339623"/>
            <a:ext cx="362313" cy="361971"/>
            <a:chOff x="3607758" y="3339623"/>
            <a:chExt cx="362313" cy="361971"/>
          </a:xfrm>
          <a:solidFill>
            <a:srgbClr val="00ABAB"/>
          </a:solidFill>
        </p:grpSpPr>
        <p:sp>
          <p:nvSpPr>
            <p:cNvPr id="442" name="Graphic 4">
              <a:extLst>
                <a:ext uri="{FF2B5EF4-FFF2-40B4-BE49-F238E27FC236}">
                  <a16:creationId xmlns:a16="http://schemas.microsoft.com/office/drawing/2014/main" id="{66966E9A-D587-A041-B588-80FEC0322516}"/>
                </a:ext>
              </a:extLst>
            </p:cNvPr>
            <p:cNvSpPr/>
            <p:nvPr/>
          </p:nvSpPr>
          <p:spPr>
            <a:xfrm>
              <a:off x="3607758" y="3339623"/>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6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 name="connsiteX13" fmla="*/ 181474 w 362313"/>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3"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949"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6" y="12768"/>
                  </a:cubicBezTo>
                  <a:cubicBezTo>
                    <a:pt x="274128" y="12768"/>
                    <a:pt x="349530" y="88099"/>
                    <a:pt x="349530" y="180667"/>
                  </a:cubicBezTo>
                  <a:lnTo>
                    <a:pt x="349530" y="180667"/>
                  </a:lnTo>
                  <a:cubicBezTo>
                    <a:pt x="349530" y="273873"/>
                    <a:pt x="274128"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443" name="Graphic 4">
              <a:extLst>
                <a:ext uri="{FF2B5EF4-FFF2-40B4-BE49-F238E27FC236}">
                  <a16:creationId xmlns:a16="http://schemas.microsoft.com/office/drawing/2014/main" id="{2FEF1AE3-A258-8E42-9A49-DA38576B3AA8}"/>
                </a:ext>
              </a:extLst>
            </p:cNvPr>
            <p:cNvSpPr/>
            <p:nvPr/>
          </p:nvSpPr>
          <p:spPr>
            <a:xfrm>
              <a:off x="3675052" y="3414316"/>
              <a:ext cx="227921" cy="187688"/>
            </a:xfrm>
            <a:custGeom>
              <a:avLst/>
              <a:gdLst>
                <a:gd name="connsiteX0" fmla="*/ 119931 w 227921"/>
                <a:gd name="connsiteY0" fmla="*/ 3192 h 187688"/>
                <a:gd name="connsiteX1" fmla="*/ 114819 w 227921"/>
                <a:gd name="connsiteY1" fmla="*/ 0 h 187688"/>
                <a:gd name="connsiteX2" fmla="*/ 114819 w 227921"/>
                <a:gd name="connsiteY2" fmla="*/ 0 h 187688"/>
                <a:gd name="connsiteX3" fmla="*/ 109707 w 227921"/>
                <a:gd name="connsiteY3" fmla="*/ 3192 h 187688"/>
                <a:gd name="connsiteX4" fmla="*/ 1078 w 227921"/>
                <a:gd name="connsiteY4" fmla="*/ 177475 h 187688"/>
                <a:gd name="connsiteX5" fmla="*/ 2995 w 227921"/>
                <a:gd name="connsiteY5" fmla="*/ 186412 h 187688"/>
                <a:gd name="connsiteX6" fmla="*/ 6190 w 227921"/>
                <a:gd name="connsiteY6" fmla="*/ 187689 h 187688"/>
                <a:gd name="connsiteX7" fmla="*/ 221531 w 227921"/>
                <a:gd name="connsiteY7" fmla="*/ 187689 h 187688"/>
                <a:gd name="connsiteX8" fmla="*/ 227921 w 227921"/>
                <a:gd name="connsiteY8" fmla="*/ 181305 h 187688"/>
                <a:gd name="connsiteX9" fmla="*/ 226643 w 227921"/>
                <a:gd name="connsiteY9" fmla="*/ 178113 h 187688"/>
                <a:gd name="connsiteX10" fmla="*/ 119931 w 227921"/>
                <a:gd name="connsiteY10" fmla="*/ 3192 h 187688"/>
                <a:gd name="connsiteX11" fmla="*/ 17692 w 227921"/>
                <a:gd name="connsiteY11" fmla="*/ 174283 h 187688"/>
                <a:gd name="connsiteX12" fmla="*/ 114180 w 227921"/>
                <a:gd name="connsiteY12" fmla="*/ 19152 h 187688"/>
                <a:gd name="connsiteX13" fmla="*/ 210029 w 227921"/>
                <a:gd name="connsiteY13" fmla="*/ 174283 h 187688"/>
                <a:gd name="connsiteX14" fmla="*/ 17692 w 227921"/>
                <a:gd name="connsiteY14" fmla="*/ 174283 h 187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7921" h="187688">
                  <a:moveTo>
                    <a:pt x="119931" y="3192"/>
                  </a:moveTo>
                  <a:cubicBezTo>
                    <a:pt x="118653" y="1277"/>
                    <a:pt x="116736" y="0"/>
                    <a:pt x="114819" y="0"/>
                  </a:cubicBezTo>
                  <a:lnTo>
                    <a:pt x="114819" y="0"/>
                  </a:lnTo>
                  <a:cubicBezTo>
                    <a:pt x="112902" y="0"/>
                    <a:pt x="110346" y="1277"/>
                    <a:pt x="109707" y="3192"/>
                  </a:cubicBezTo>
                  <a:lnTo>
                    <a:pt x="1078" y="177475"/>
                  </a:lnTo>
                  <a:cubicBezTo>
                    <a:pt x="-839" y="180667"/>
                    <a:pt x="-200" y="184497"/>
                    <a:pt x="2995" y="186412"/>
                  </a:cubicBezTo>
                  <a:cubicBezTo>
                    <a:pt x="4273" y="187051"/>
                    <a:pt x="4912" y="187689"/>
                    <a:pt x="6190" y="187689"/>
                  </a:cubicBezTo>
                  <a:lnTo>
                    <a:pt x="221531" y="187689"/>
                  </a:lnTo>
                  <a:cubicBezTo>
                    <a:pt x="225365" y="187689"/>
                    <a:pt x="227921" y="185135"/>
                    <a:pt x="227921" y="181305"/>
                  </a:cubicBezTo>
                  <a:cubicBezTo>
                    <a:pt x="227921" y="180028"/>
                    <a:pt x="227282" y="178752"/>
                    <a:pt x="226643" y="178113"/>
                  </a:cubicBezTo>
                  <a:lnTo>
                    <a:pt x="119931" y="3192"/>
                  </a:lnTo>
                  <a:close/>
                  <a:moveTo>
                    <a:pt x="17692" y="174283"/>
                  </a:moveTo>
                  <a:lnTo>
                    <a:pt x="114180" y="19152"/>
                  </a:lnTo>
                  <a:lnTo>
                    <a:pt x="210029" y="174283"/>
                  </a:lnTo>
                  <a:lnTo>
                    <a:pt x="17692" y="174283"/>
                  </a:lnTo>
                  <a:close/>
                </a:path>
              </a:pathLst>
            </a:custGeom>
            <a:solidFill>
              <a:srgbClr val="00ABAB"/>
            </a:solidFill>
            <a:ln w="6390" cap="flat">
              <a:noFill/>
              <a:prstDash val="solid"/>
              <a:miter/>
            </a:ln>
          </p:spPr>
          <p:txBody>
            <a:bodyPr rtlCol="0" anchor="ctr"/>
            <a:lstStyle/>
            <a:p>
              <a:endParaRPr lang="en-US"/>
            </a:p>
          </p:txBody>
        </p:sp>
        <p:sp>
          <p:nvSpPr>
            <p:cNvPr id="444" name="Graphic 4">
              <a:extLst>
                <a:ext uri="{FF2B5EF4-FFF2-40B4-BE49-F238E27FC236}">
                  <a16:creationId xmlns:a16="http://schemas.microsoft.com/office/drawing/2014/main" id="{CD4481EC-A05C-AB41-B8C1-66D67501E5DC}"/>
                </a:ext>
              </a:extLst>
            </p:cNvPr>
            <p:cNvSpPr/>
            <p:nvPr/>
          </p:nvSpPr>
          <p:spPr>
            <a:xfrm>
              <a:off x="3782842" y="3474325"/>
              <a:ext cx="12779" cy="66393"/>
            </a:xfrm>
            <a:custGeom>
              <a:avLst/>
              <a:gdLst>
                <a:gd name="connsiteX0" fmla="*/ 0 w 12779"/>
                <a:gd name="connsiteY0" fmla="*/ 7023 h 66393"/>
                <a:gd name="connsiteX1" fmla="*/ 0 w 12779"/>
                <a:gd name="connsiteY1" fmla="*/ 60010 h 66393"/>
                <a:gd name="connsiteX2" fmla="*/ 6390 w 12779"/>
                <a:gd name="connsiteY2" fmla="*/ 66394 h 66393"/>
                <a:gd name="connsiteX3" fmla="*/ 12780 w 12779"/>
                <a:gd name="connsiteY3" fmla="*/ 60010 h 66393"/>
                <a:gd name="connsiteX4" fmla="*/ 12780 w 12779"/>
                <a:gd name="connsiteY4" fmla="*/ 6384 h 66393"/>
                <a:gd name="connsiteX5" fmla="*/ 6390 w 12779"/>
                <a:gd name="connsiteY5" fmla="*/ 0 h 66393"/>
                <a:gd name="connsiteX6" fmla="*/ 0 w 12779"/>
                <a:gd name="connsiteY6" fmla="*/ 7023 h 66393"/>
                <a:gd name="connsiteX7" fmla="*/ 0 w 12779"/>
                <a:gd name="connsiteY7" fmla="*/ 7023 h 66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9" h="66393">
                  <a:moveTo>
                    <a:pt x="0" y="7023"/>
                  </a:moveTo>
                  <a:lnTo>
                    <a:pt x="0" y="60010"/>
                  </a:lnTo>
                  <a:cubicBezTo>
                    <a:pt x="0" y="63840"/>
                    <a:pt x="2556" y="66394"/>
                    <a:pt x="6390" y="66394"/>
                  </a:cubicBezTo>
                  <a:cubicBezTo>
                    <a:pt x="10224" y="66394"/>
                    <a:pt x="12780" y="63840"/>
                    <a:pt x="12780" y="60010"/>
                  </a:cubicBezTo>
                  <a:lnTo>
                    <a:pt x="12780" y="6384"/>
                  </a:lnTo>
                  <a:cubicBezTo>
                    <a:pt x="12780" y="2554"/>
                    <a:pt x="10224" y="0"/>
                    <a:pt x="6390" y="0"/>
                  </a:cubicBezTo>
                  <a:cubicBezTo>
                    <a:pt x="2556" y="0"/>
                    <a:pt x="0" y="3192"/>
                    <a:pt x="0" y="7023"/>
                  </a:cubicBezTo>
                  <a:lnTo>
                    <a:pt x="0" y="7023"/>
                  </a:lnTo>
                  <a:close/>
                </a:path>
              </a:pathLst>
            </a:custGeom>
            <a:solidFill>
              <a:srgbClr val="00ABAB"/>
            </a:solidFill>
            <a:ln w="6390" cap="flat">
              <a:noFill/>
              <a:prstDash val="solid"/>
              <a:miter/>
            </a:ln>
          </p:spPr>
          <p:txBody>
            <a:bodyPr rtlCol="0" anchor="ctr"/>
            <a:lstStyle/>
            <a:p>
              <a:endParaRPr lang="en-US"/>
            </a:p>
          </p:txBody>
        </p:sp>
        <p:sp>
          <p:nvSpPr>
            <p:cNvPr id="445" name="Graphic 4">
              <a:extLst>
                <a:ext uri="{FF2B5EF4-FFF2-40B4-BE49-F238E27FC236}">
                  <a16:creationId xmlns:a16="http://schemas.microsoft.com/office/drawing/2014/main" id="{1D985CB5-6E2F-6346-8BD1-03C2A06387A0}"/>
                </a:ext>
              </a:extLst>
            </p:cNvPr>
            <p:cNvSpPr/>
            <p:nvPr/>
          </p:nvSpPr>
          <p:spPr>
            <a:xfrm>
              <a:off x="3782203" y="3557956"/>
              <a:ext cx="14057" cy="14044"/>
            </a:xfrm>
            <a:custGeom>
              <a:avLst/>
              <a:gdLst>
                <a:gd name="connsiteX0" fmla="*/ 7029 w 14057"/>
                <a:gd name="connsiteY0" fmla="*/ 0 h 14044"/>
                <a:gd name="connsiteX1" fmla="*/ 0 w 14057"/>
                <a:gd name="connsiteY1" fmla="*/ 7022 h 14044"/>
                <a:gd name="connsiteX2" fmla="*/ 7029 w 14057"/>
                <a:gd name="connsiteY2" fmla="*/ 14045 h 14044"/>
                <a:gd name="connsiteX3" fmla="*/ 14058 w 14057"/>
                <a:gd name="connsiteY3" fmla="*/ 7022 h 14044"/>
                <a:gd name="connsiteX4" fmla="*/ 7029 w 14057"/>
                <a:gd name="connsiteY4" fmla="*/ 0 h 14044"/>
                <a:gd name="connsiteX5" fmla="*/ 7029 w 14057"/>
                <a:gd name="connsiteY5"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57" h="14044">
                  <a:moveTo>
                    <a:pt x="7029" y="0"/>
                  </a:moveTo>
                  <a:cubicBezTo>
                    <a:pt x="3195" y="0"/>
                    <a:pt x="0" y="3192"/>
                    <a:pt x="0" y="7022"/>
                  </a:cubicBezTo>
                  <a:cubicBezTo>
                    <a:pt x="0" y="10853"/>
                    <a:pt x="3195" y="14045"/>
                    <a:pt x="7029" y="14045"/>
                  </a:cubicBezTo>
                  <a:cubicBezTo>
                    <a:pt x="10863" y="14045"/>
                    <a:pt x="14058" y="10853"/>
                    <a:pt x="14058" y="7022"/>
                  </a:cubicBezTo>
                  <a:cubicBezTo>
                    <a:pt x="14058" y="3192"/>
                    <a:pt x="10863" y="0"/>
                    <a:pt x="7029" y="0"/>
                  </a:cubicBezTo>
                  <a:cubicBezTo>
                    <a:pt x="7029" y="0"/>
                    <a:pt x="7029" y="0"/>
                    <a:pt x="7029" y="0"/>
                  </a:cubicBezTo>
                  <a:close/>
                </a:path>
              </a:pathLst>
            </a:custGeom>
            <a:solidFill>
              <a:srgbClr val="00ABAB"/>
            </a:solidFill>
            <a:ln w="6390" cap="flat">
              <a:noFill/>
              <a:prstDash val="solid"/>
              <a:miter/>
            </a:ln>
          </p:spPr>
          <p:txBody>
            <a:bodyPr rtlCol="0" anchor="ctr"/>
            <a:lstStyle/>
            <a:p>
              <a:endParaRPr lang="en-US"/>
            </a:p>
          </p:txBody>
        </p:sp>
      </p:grpSp>
    </p:spTree>
    <p:extLst>
      <p:ext uri="{BB962C8B-B14F-4D97-AF65-F5344CB8AC3E}">
        <p14:creationId xmlns:p14="http://schemas.microsoft.com/office/powerpoint/2010/main" val="3906041042"/>
      </p:ext>
    </p:extLst>
  </p:cSld>
  <p:clrMapOvr>
    <a:masterClrMapping/>
  </p:clrMapOvr>
  <p:transition>
    <p:fade/>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0AB181-1E9F-2244-B53A-BC8E2F101DA6}"/>
              </a:ext>
            </a:extLst>
          </p:cNvPr>
          <p:cNvSpPr>
            <a:spLocks noGrp="1"/>
          </p:cNvSpPr>
          <p:nvPr>
            <p:ph type="title"/>
          </p:nvPr>
        </p:nvSpPr>
        <p:spPr/>
        <p:txBody>
          <a:bodyPr/>
          <a:lstStyle/>
          <a:p>
            <a:r>
              <a:rPr lang="en-US" dirty="0"/>
              <a:t>TECHNOLOGY &amp; DIGITAL</a:t>
            </a:r>
          </a:p>
        </p:txBody>
      </p:sp>
      <p:sp>
        <p:nvSpPr>
          <p:cNvPr id="4" name="Content Placeholder 3">
            <a:extLst>
              <a:ext uri="{FF2B5EF4-FFF2-40B4-BE49-F238E27FC236}">
                <a16:creationId xmlns:a16="http://schemas.microsoft.com/office/drawing/2014/main" id="{DB57E314-8EE4-694B-B268-A9071E1D395E}"/>
              </a:ext>
            </a:extLst>
          </p:cNvPr>
          <p:cNvSpPr>
            <a:spLocks noGrp="1"/>
          </p:cNvSpPr>
          <p:nvPr>
            <p:ph idx="10"/>
          </p:nvPr>
        </p:nvSpPr>
        <p:spPr>
          <a:xfrm>
            <a:off x="463297" y="5473209"/>
            <a:ext cx="2492967" cy="1114021"/>
          </a:xfrm>
        </p:spPr>
        <p:txBody>
          <a:bodyPr/>
          <a:lstStyle/>
          <a:p>
            <a:r>
              <a:rPr lang="en-US" dirty="0"/>
              <a:t>Cyber &amp; Digital</a:t>
            </a:r>
          </a:p>
          <a:p>
            <a:r>
              <a:rPr lang="en-US" sz="900" dirty="0"/>
              <a:t>Keywords:</a:t>
            </a:r>
            <a:br>
              <a:rPr lang="en-US" sz="900" dirty="0"/>
            </a:br>
            <a:r>
              <a:rPr lang="en-US" sz="850" b="0" dirty="0"/>
              <a:t>Loading animation, Connectivity, Remote </a:t>
            </a:r>
            <a:r>
              <a:rPr lang="en-US" sz="850" b="0" dirty="0" err="1"/>
              <a:t>Satelitte</a:t>
            </a:r>
            <a:r>
              <a:rPr lang="en-US" sz="850" b="0" dirty="0"/>
              <a:t>, Bluetooth, QR code, Dish Antenna, Satellite, Scan, Mobile tower, Microprocessor, </a:t>
            </a:r>
            <a:r>
              <a:rPr lang="en-US" sz="850" b="0" dirty="0" err="1"/>
              <a:t>Wifi</a:t>
            </a:r>
            <a:r>
              <a:rPr lang="en-US" sz="850" b="0" dirty="0"/>
              <a:t>, Camera, Hash tag, Security camera, </a:t>
            </a:r>
            <a:r>
              <a:rPr lang="en-US" sz="850" b="0" dirty="0" err="1"/>
              <a:t>Dowload</a:t>
            </a:r>
            <a:r>
              <a:rPr lang="en-US" sz="850" b="0" dirty="0"/>
              <a:t> from cloud, Cloud download, Cloud upload, Upload to cloud, Buffering, Share</a:t>
            </a:r>
          </a:p>
        </p:txBody>
      </p:sp>
      <p:sp>
        <p:nvSpPr>
          <p:cNvPr id="9" name="Content Placeholder 3">
            <a:extLst>
              <a:ext uri="{FF2B5EF4-FFF2-40B4-BE49-F238E27FC236}">
                <a16:creationId xmlns:a16="http://schemas.microsoft.com/office/drawing/2014/main" id="{55E798CF-E773-9D48-A06F-584A2DB95AC8}"/>
              </a:ext>
            </a:extLst>
          </p:cNvPr>
          <p:cNvSpPr txBox="1">
            <a:spLocks/>
          </p:cNvSpPr>
          <p:nvPr/>
        </p:nvSpPr>
        <p:spPr>
          <a:xfrm>
            <a:off x="9916358" y="5473209"/>
            <a:ext cx="1615736"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Email</a:t>
            </a:r>
          </a:p>
          <a:p>
            <a:r>
              <a:rPr lang="en-US" sz="900" dirty="0"/>
              <a:t>Keywords:</a:t>
            </a:r>
            <a:br>
              <a:rPr lang="en-US" sz="900" dirty="0"/>
            </a:br>
            <a:r>
              <a:rPr lang="en-US" sz="850" b="0" dirty="0"/>
              <a:t>Sent email, Unopened email, </a:t>
            </a:r>
            <a:r>
              <a:rPr lang="en-US" sz="850" b="0" dirty="0" err="1"/>
              <a:t>Recieved</a:t>
            </a:r>
            <a:r>
              <a:rPr lang="en-US" sz="850" b="0" dirty="0"/>
              <a:t> email, At the rate, @, Attachment, Inbox, Reply to all, Reply, Forward</a:t>
            </a:r>
          </a:p>
        </p:txBody>
      </p:sp>
      <p:sp>
        <p:nvSpPr>
          <p:cNvPr id="440" name="Content Placeholder 3">
            <a:extLst>
              <a:ext uri="{FF2B5EF4-FFF2-40B4-BE49-F238E27FC236}">
                <a16:creationId xmlns:a16="http://schemas.microsoft.com/office/drawing/2014/main" id="{D6DF7EF9-9567-3C47-85D2-0BC561F96251}"/>
              </a:ext>
            </a:extLst>
          </p:cNvPr>
          <p:cNvSpPr txBox="1">
            <a:spLocks/>
          </p:cNvSpPr>
          <p:nvPr/>
        </p:nvSpPr>
        <p:spPr>
          <a:xfrm>
            <a:off x="3611911" y="5473209"/>
            <a:ext cx="4995308"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New Technologies</a:t>
            </a:r>
          </a:p>
          <a:p>
            <a:r>
              <a:rPr lang="en-US" sz="900" dirty="0"/>
              <a:t>Keywords:</a:t>
            </a:r>
            <a:br>
              <a:rPr lang="en-US" sz="900" dirty="0"/>
            </a:br>
            <a:r>
              <a:rPr lang="en-US" sz="850" b="0" dirty="0"/>
              <a:t>Zoom Call, Skype, Assembly unit, Cellphone, Robotic arm, Drone, Eye scanner, Bluetooth speaker, Webcam, Long range satellite dish, Thumbprint, Geo tagging, Barcode scanner, Video call, NFC card, Near Field Communication, Virtual reality, AI, Artificial Intelligence, 5G, Fitness band, Video call, 3D Printing, Robot, Mobile pay, Smart watch, Tablet, Mobile phone, PDA</a:t>
            </a:r>
          </a:p>
        </p:txBody>
      </p:sp>
      <p:grpSp>
        <p:nvGrpSpPr>
          <p:cNvPr id="323" name="Graphic 4">
            <a:extLst>
              <a:ext uri="{FF2B5EF4-FFF2-40B4-BE49-F238E27FC236}">
                <a16:creationId xmlns:a16="http://schemas.microsoft.com/office/drawing/2014/main" id="{089CB72C-FF26-0547-8B05-211D9DAC3FD4}"/>
              </a:ext>
            </a:extLst>
          </p:cNvPr>
          <p:cNvGrpSpPr/>
          <p:nvPr/>
        </p:nvGrpSpPr>
        <p:grpSpPr>
          <a:xfrm>
            <a:off x="5708130" y="4308712"/>
            <a:ext cx="362313" cy="361971"/>
            <a:chOff x="5708130" y="4308712"/>
            <a:chExt cx="362313" cy="361971"/>
          </a:xfrm>
          <a:solidFill>
            <a:srgbClr val="26890D"/>
          </a:solidFill>
        </p:grpSpPr>
        <p:sp>
          <p:nvSpPr>
            <p:cNvPr id="324" name="Graphic 4">
              <a:extLst>
                <a:ext uri="{FF2B5EF4-FFF2-40B4-BE49-F238E27FC236}">
                  <a16:creationId xmlns:a16="http://schemas.microsoft.com/office/drawing/2014/main" id="{CF689E06-EB50-C74B-A94E-584FC1CDDD9F}"/>
                </a:ext>
              </a:extLst>
            </p:cNvPr>
            <p:cNvSpPr/>
            <p:nvPr/>
          </p:nvSpPr>
          <p:spPr>
            <a:xfrm>
              <a:off x="5708130" y="4308712"/>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lnTo>
                    <a:pt x="349530" y="180667"/>
                  </a:lnTo>
                  <a:cubicBezTo>
                    <a:pt x="350168" y="273873"/>
                    <a:pt x="274767" y="349204"/>
                    <a:pt x="181474" y="349204"/>
                  </a:cubicBezTo>
                  <a:lnTo>
                    <a:pt x="181474" y="349204"/>
                  </a:lnTo>
                  <a:close/>
                </a:path>
              </a:pathLst>
            </a:custGeom>
            <a:solidFill>
              <a:srgbClr val="26890D"/>
            </a:solidFill>
            <a:ln w="6390" cap="flat">
              <a:noFill/>
              <a:prstDash val="solid"/>
              <a:miter/>
            </a:ln>
          </p:spPr>
          <p:txBody>
            <a:bodyPr rtlCol="0" anchor="ctr"/>
            <a:lstStyle/>
            <a:p>
              <a:endParaRPr lang="en-US"/>
            </a:p>
          </p:txBody>
        </p:sp>
        <p:sp>
          <p:nvSpPr>
            <p:cNvPr id="325" name="Graphic 4">
              <a:extLst>
                <a:ext uri="{FF2B5EF4-FFF2-40B4-BE49-F238E27FC236}">
                  <a16:creationId xmlns:a16="http://schemas.microsoft.com/office/drawing/2014/main" id="{109715EF-99AE-394E-BC5D-08D2775018C7}"/>
                </a:ext>
              </a:extLst>
            </p:cNvPr>
            <p:cNvSpPr/>
            <p:nvPr/>
          </p:nvSpPr>
          <p:spPr>
            <a:xfrm>
              <a:off x="5803979" y="4380212"/>
              <a:ext cx="171250" cy="218332"/>
            </a:xfrm>
            <a:custGeom>
              <a:avLst/>
              <a:gdLst>
                <a:gd name="connsiteX0" fmla="*/ 164860 w 171250"/>
                <a:gd name="connsiteY0" fmla="*/ 0 h 218332"/>
                <a:gd name="connsiteX1" fmla="*/ 6390 w 171250"/>
                <a:gd name="connsiteY1" fmla="*/ 0 h 218332"/>
                <a:gd name="connsiteX2" fmla="*/ 0 w 171250"/>
                <a:gd name="connsiteY2" fmla="*/ 6384 h 218332"/>
                <a:gd name="connsiteX3" fmla="*/ 0 w 171250"/>
                <a:gd name="connsiteY3" fmla="*/ 211948 h 218332"/>
                <a:gd name="connsiteX4" fmla="*/ 6390 w 171250"/>
                <a:gd name="connsiteY4" fmla="*/ 218332 h 218332"/>
                <a:gd name="connsiteX5" fmla="*/ 164860 w 171250"/>
                <a:gd name="connsiteY5" fmla="*/ 218332 h 218332"/>
                <a:gd name="connsiteX6" fmla="*/ 171250 w 171250"/>
                <a:gd name="connsiteY6" fmla="*/ 211948 h 218332"/>
                <a:gd name="connsiteX7" fmla="*/ 171250 w 171250"/>
                <a:gd name="connsiteY7" fmla="*/ 6384 h 218332"/>
                <a:gd name="connsiteX8" fmla="*/ 164860 w 171250"/>
                <a:gd name="connsiteY8" fmla="*/ 0 h 218332"/>
                <a:gd name="connsiteX9" fmla="*/ 158470 w 171250"/>
                <a:gd name="connsiteY9" fmla="*/ 205564 h 218332"/>
                <a:gd name="connsiteX10" fmla="*/ 12780 w 171250"/>
                <a:gd name="connsiteY10" fmla="*/ 205564 h 218332"/>
                <a:gd name="connsiteX11" fmla="*/ 12780 w 171250"/>
                <a:gd name="connsiteY11" fmla="*/ 12768 h 218332"/>
                <a:gd name="connsiteX12" fmla="*/ 158470 w 171250"/>
                <a:gd name="connsiteY12" fmla="*/ 12768 h 218332"/>
                <a:gd name="connsiteX13" fmla="*/ 158470 w 171250"/>
                <a:gd name="connsiteY13" fmla="*/ 205564 h 21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250" h="218332">
                  <a:moveTo>
                    <a:pt x="164860" y="0"/>
                  </a:moveTo>
                  <a:lnTo>
                    <a:pt x="6390" y="0"/>
                  </a:lnTo>
                  <a:cubicBezTo>
                    <a:pt x="2556" y="0"/>
                    <a:pt x="0" y="2554"/>
                    <a:pt x="0" y="6384"/>
                  </a:cubicBezTo>
                  <a:lnTo>
                    <a:pt x="0" y="211948"/>
                  </a:lnTo>
                  <a:cubicBezTo>
                    <a:pt x="0" y="215779"/>
                    <a:pt x="2556" y="218332"/>
                    <a:pt x="6390" y="218332"/>
                  </a:cubicBezTo>
                  <a:lnTo>
                    <a:pt x="164860" y="218332"/>
                  </a:lnTo>
                  <a:cubicBezTo>
                    <a:pt x="168695" y="218332"/>
                    <a:pt x="171250" y="215779"/>
                    <a:pt x="171250" y="211948"/>
                  </a:cubicBezTo>
                  <a:lnTo>
                    <a:pt x="171250" y="6384"/>
                  </a:lnTo>
                  <a:cubicBezTo>
                    <a:pt x="171250" y="3192"/>
                    <a:pt x="168695" y="0"/>
                    <a:pt x="164860" y="0"/>
                  </a:cubicBezTo>
                  <a:close/>
                  <a:moveTo>
                    <a:pt x="158470" y="205564"/>
                  </a:moveTo>
                  <a:lnTo>
                    <a:pt x="12780" y="205564"/>
                  </a:lnTo>
                  <a:lnTo>
                    <a:pt x="12780" y="12768"/>
                  </a:lnTo>
                  <a:lnTo>
                    <a:pt x="158470" y="12768"/>
                  </a:lnTo>
                  <a:lnTo>
                    <a:pt x="158470" y="205564"/>
                  </a:lnTo>
                  <a:close/>
                </a:path>
              </a:pathLst>
            </a:custGeom>
            <a:solidFill>
              <a:srgbClr val="26890D"/>
            </a:solidFill>
            <a:ln w="6390" cap="flat">
              <a:noFill/>
              <a:prstDash val="solid"/>
              <a:miter/>
            </a:ln>
          </p:spPr>
          <p:txBody>
            <a:bodyPr rtlCol="0" anchor="ctr"/>
            <a:lstStyle/>
            <a:p>
              <a:endParaRPr lang="en-US"/>
            </a:p>
          </p:txBody>
        </p:sp>
        <p:sp>
          <p:nvSpPr>
            <p:cNvPr id="326" name="Graphic 4">
              <a:extLst>
                <a:ext uri="{FF2B5EF4-FFF2-40B4-BE49-F238E27FC236}">
                  <a16:creationId xmlns:a16="http://schemas.microsoft.com/office/drawing/2014/main" id="{AE1CC511-91C9-9845-8D7F-C79D75B19C48}"/>
                </a:ext>
              </a:extLst>
            </p:cNvPr>
            <p:cNvSpPr/>
            <p:nvPr/>
          </p:nvSpPr>
          <p:spPr>
            <a:xfrm>
              <a:off x="5878742" y="4550026"/>
              <a:ext cx="21725" cy="21705"/>
            </a:xfrm>
            <a:custGeom>
              <a:avLst/>
              <a:gdLst>
                <a:gd name="connsiteX0" fmla="*/ 10863 w 21725"/>
                <a:gd name="connsiteY0" fmla="*/ 0 h 21705"/>
                <a:gd name="connsiteX1" fmla="*/ 0 w 21725"/>
                <a:gd name="connsiteY1" fmla="*/ 10853 h 21705"/>
                <a:gd name="connsiteX2" fmla="*/ 10863 w 21725"/>
                <a:gd name="connsiteY2" fmla="*/ 21706 h 21705"/>
                <a:gd name="connsiteX3" fmla="*/ 21726 w 21725"/>
                <a:gd name="connsiteY3" fmla="*/ 10853 h 21705"/>
                <a:gd name="connsiteX4" fmla="*/ 21726 w 21725"/>
                <a:gd name="connsiteY4" fmla="*/ 10853 h 21705"/>
                <a:gd name="connsiteX5" fmla="*/ 10863 w 21725"/>
                <a:gd name="connsiteY5" fmla="*/ 0 h 21705"/>
                <a:gd name="connsiteX6" fmla="*/ 10863 w 21725"/>
                <a:gd name="connsiteY6" fmla="*/ 12768 h 21705"/>
                <a:gd name="connsiteX7" fmla="*/ 8946 w 21725"/>
                <a:gd name="connsiteY7" fmla="*/ 10853 h 21705"/>
                <a:gd name="connsiteX8" fmla="*/ 10863 w 21725"/>
                <a:gd name="connsiteY8" fmla="*/ 8938 h 21705"/>
                <a:gd name="connsiteX9" fmla="*/ 12780 w 21725"/>
                <a:gd name="connsiteY9" fmla="*/ 10853 h 21705"/>
                <a:gd name="connsiteX10" fmla="*/ 10863 w 21725"/>
                <a:gd name="connsiteY10" fmla="*/ 12768 h 21705"/>
                <a:gd name="connsiteX11" fmla="*/ 10863 w 21725"/>
                <a:gd name="connsiteY11" fmla="*/ 12768 h 2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725" h="21705">
                  <a:moveTo>
                    <a:pt x="10863" y="0"/>
                  </a:moveTo>
                  <a:cubicBezTo>
                    <a:pt x="5112" y="0"/>
                    <a:pt x="0" y="4469"/>
                    <a:pt x="0" y="10853"/>
                  </a:cubicBezTo>
                  <a:cubicBezTo>
                    <a:pt x="0" y="17237"/>
                    <a:pt x="4473" y="21706"/>
                    <a:pt x="10863" y="21706"/>
                  </a:cubicBezTo>
                  <a:cubicBezTo>
                    <a:pt x="17253" y="21706"/>
                    <a:pt x="21726" y="17237"/>
                    <a:pt x="21726" y="10853"/>
                  </a:cubicBezTo>
                  <a:lnTo>
                    <a:pt x="21726" y="10853"/>
                  </a:lnTo>
                  <a:cubicBezTo>
                    <a:pt x="21726" y="5107"/>
                    <a:pt x="16614" y="0"/>
                    <a:pt x="10863" y="0"/>
                  </a:cubicBezTo>
                  <a:close/>
                  <a:moveTo>
                    <a:pt x="10863" y="12768"/>
                  </a:moveTo>
                  <a:cubicBezTo>
                    <a:pt x="9585" y="12768"/>
                    <a:pt x="8946" y="11491"/>
                    <a:pt x="8946" y="10853"/>
                  </a:cubicBezTo>
                  <a:cubicBezTo>
                    <a:pt x="8946" y="10215"/>
                    <a:pt x="10224" y="8938"/>
                    <a:pt x="10863" y="8938"/>
                  </a:cubicBezTo>
                  <a:cubicBezTo>
                    <a:pt x="12141" y="8938"/>
                    <a:pt x="12780" y="10215"/>
                    <a:pt x="12780" y="10853"/>
                  </a:cubicBezTo>
                  <a:cubicBezTo>
                    <a:pt x="13419" y="12130"/>
                    <a:pt x="12141" y="12768"/>
                    <a:pt x="10863" y="12768"/>
                  </a:cubicBezTo>
                  <a:lnTo>
                    <a:pt x="10863" y="12768"/>
                  </a:lnTo>
                  <a:close/>
                </a:path>
              </a:pathLst>
            </a:custGeom>
            <a:solidFill>
              <a:srgbClr val="26890D"/>
            </a:solidFill>
            <a:ln w="6390" cap="flat">
              <a:noFill/>
              <a:prstDash val="solid"/>
              <a:miter/>
            </a:ln>
          </p:spPr>
          <p:txBody>
            <a:bodyPr rtlCol="0" anchor="ctr"/>
            <a:lstStyle/>
            <a:p>
              <a:endParaRPr lang="en-US"/>
            </a:p>
          </p:txBody>
        </p:sp>
        <p:sp>
          <p:nvSpPr>
            <p:cNvPr id="327" name="Graphic 4">
              <a:extLst>
                <a:ext uri="{FF2B5EF4-FFF2-40B4-BE49-F238E27FC236}">
                  <a16:creationId xmlns:a16="http://schemas.microsoft.com/office/drawing/2014/main" id="{95CE50D4-D243-EC4A-9606-23DAC87AAFC8}"/>
                </a:ext>
              </a:extLst>
            </p:cNvPr>
            <p:cNvSpPr/>
            <p:nvPr/>
          </p:nvSpPr>
          <p:spPr>
            <a:xfrm>
              <a:off x="5827622" y="4403833"/>
              <a:ext cx="123325" cy="131509"/>
            </a:xfrm>
            <a:custGeom>
              <a:avLst/>
              <a:gdLst>
                <a:gd name="connsiteX0" fmla="*/ 6390 w 123325"/>
                <a:gd name="connsiteY0" fmla="*/ 131510 h 131509"/>
                <a:gd name="connsiteX1" fmla="*/ 116936 w 123325"/>
                <a:gd name="connsiteY1" fmla="*/ 131510 h 131509"/>
                <a:gd name="connsiteX2" fmla="*/ 123326 w 123325"/>
                <a:gd name="connsiteY2" fmla="*/ 125126 h 131509"/>
                <a:gd name="connsiteX3" fmla="*/ 123326 w 123325"/>
                <a:gd name="connsiteY3" fmla="*/ 6384 h 131509"/>
                <a:gd name="connsiteX4" fmla="*/ 116936 w 123325"/>
                <a:gd name="connsiteY4" fmla="*/ 0 h 131509"/>
                <a:gd name="connsiteX5" fmla="*/ 6390 w 123325"/>
                <a:gd name="connsiteY5" fmla="*/ 0 h 131509"/>
                <a:gd name="connsiteX6" fmla="*/ 0 w 123325"/>
                <a:gd name="connsiteY6" fmla="*/ 6384 h 131509"/>
                <a:gd name="connsiteX7" fmla="*/ 0 w 123325"/>
                <a:gd name="connsiteY7" fmla="*/ 125126 h 131509"/>
                <a:gd name="connsiteX8" fmla="*/ 6390 w 123325"/>
                <a:gd name="connsiteY8" fmla="*/ 131510 h 131509"/>
                <a:gd name="connsiteX9" fmla="*/ 12780 w 123325"/>
                <a:gd name="connsiteY9" fmla="*/ 12768 h 131509"/>
                <a:gd name="connsiteX10" fmla="*/ 110546 w 123325"/>
                <a:gd name="connsiteY10" fmla="*/ 12768 h 131509"/>
                <a:gd name="connsiteX11" fmla="*/ 110546 w 123325"/>
                <a:gd name="connsiteY11" fmla="*/ 118742 h 131509"/>
                <a:gd name="connsiteX12" fmla="*/ 12780 w 123325"/>
                <a:gd name="connsiteY12" fmla="*/ 118742 h 131509"/>
                <a:gd name="connsiteX13" fmla="*/ 12780 w 123325"/>
                <a:gd name="connsiteY13" fmla="*/ 12768 h 131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3325" h="131509">
                  <a:moveTo>
                    <a:pt x="6390" y="131510"/>
                  </a:moveTo>
                  <a:lnTo>
                    <a:pt x="116936" y="131510"/>
                  </a:lnTo>
                  <a:cubicBezTo>
                    <a:pt x="120770" y="131510"/>
                    <a:pt x="123326" y="128957"/>
                    <a:pt x="123326" y="125126"/>
                  </a:cubicBezTo>
                  <a:lnTo>
                    <a:pt x="123326" y="6384"/>
                  </a:lnTo>
                  <a:cubicBezTo>
                    <a:pt x="123326" y="2553"/>
                    <a:pt x="120770" y="0"/>
                    <a:pt x="116936" y="0"/>
                  </a:cubicBezTo>
                  <a:lnTo>
                    <a:pt x="6390" y="0"/>
                  </a:lnTo>
                  <a:cubicBezTo>
                    <a:pt x="2556" y="0"/>
                    <a:pt x="0" y="2553"/>
                    <a:pt x="0" y="6384"/>
                  </a:cubicBezTo>
                  <a:lnTo>
                    <a:pt x="0" y="125126"/>
                  </a:lnTo>
                  <a:cubicBezTo>
                    <a:pt x="0" y="128957"/>
                    <a:pt x="2556" y="131510"/>
                    <a:pt x="6390" y="131510"/>
                  </a:cubicBezTo>
                  <a:close/>
                  <a:moveTo>
                    <a:pt x="12780" y="12768"/>
                  </a:moveTo>
                  <a:lnTo>
                    <a:pt x="110546" y="12768"/>
                  </a:lnTo>
                  <a:lnTo>
                    <a:pt x="110546" y="118742"/>
                  </a:lnTo>
                  <a:lnTo>
                    <a:pt x="12780" y="118742"/>
                  </a:lnTo>
                  <a:lnTo>
                    <a:pt x="12780" y="12768"/>
                  </a:lnTo>
                  <a:close/>
                </a:path>
              </a:pathLst>
            </a:custGeom>
            <a:solidFill>
              <a:srgbClr val="26890D"/>
            </a:solidFill>
            <a:ln w="6390" cap="flat">
              <a:noFill/>
              <a:prstDash val="solid"/>
              <a:miter/>
            </a:ln>
          </p:spPr>
          <p:txBody>
            <a:bodyPr rtlCol="0" anchor="ctr"/>
            <a:lstStyle/>
            <a:p>
              <a:endParaRPr lang="en-US"/>
            </a:p>
          </p:txBody>
        </p:sp>
      </p:grpSp>
      <p:grpSp>
        <p:nvGrpSpPr>
          <p:cNvPr id="328" name="Graphic 4">
            <a:extLst>
              <a:ext uri="{FF2B5EF4-FFF2-40B4-BE49-F238E27FC236}">
                <a16:creationId xmlns:a16="http://schemas.microsoft.com/office/drawing/2014/main" id="{C7C792C4-221F-964E-9C63-C92A04BE09E1}"/>
              </a:ext>
            </a:extLst>
          </p:cNvPr>
          <p:cNvGrpSpPr/>
          <p:nvPr/>
        </p:nvGrpSpPr>
        <p:grpSpPr>
          <a:xfrm>
            <a:off x="6146480" y="4308712"/>
            <a:ext cx="362309" cy="361971"/>
            <a:chOff x="6146480" y="4308712"/>
            <a:chExt cx="362309" cy="361971"/>
          </a:xfrm>
          <a:solidFill>
            <a:srgbClr val="26890D"/>
          </a:solidFill>
        </p:grpSpPr>
        <p:sp>
          <p:nvSpPr>
            <p:cNvPr id="329" name="Graphic 4">
              <a:extLst>
                <a:ext uri="{FF2B5EF4-FFF2-40B4-BE49-F238E27FC236}">
                  <a16:creationId xmlns:a16="http://schemas.microsoft.com/office/drawing/2014/main" id="{06F91581-1BAA-4546-BC03-7C992A0BCA80}"/>
                </a:ext>
              </a:extLst>
            </p:cNvPr>
            <p:cNvSpPr/>
            <p:nvPr/>
          </p:nvSpPr>
          <p:spPr>
            <a:xfrm>
              <a:off x="6278752" y="4416601"/>
              <a:ext cx="97766" cy="105974"/>
            </a:xfrm>
            <a:custGeom>
              <a:avLst/>
              <a:gdLst>
                <a:gd name="connsiteX0" fmla="*/ 0 w 97766"/>
                <a:gd name="connsiteY0" fmla="*/ 0 h 105974"/>
                <a:gd name="connsiteX1" fmla="*/ 97766 w 97766"/>
                <a:gd name="connsiteY1" fmla="*/ 0 h 105974"/>
                <a:gd name="connsiteX2" fmla="*/ 97766 w 97766"/>
                <a:gd name="connsiteY2" fmla="*/ 105974 h 105974"/>
                <a:gd name="connsiteX3" fmla="*/ 0 w 97766"/>
                <a:gd name="connsiteY3" fmla="*/ 105974 h 105974"/>
              </a:gdLst>
              <a:ahLst/>
              <a:cxnLst>
                <a:cxn ang="0">
                  <a:pos x="connsiteX0" y="connsiteY0"/>
                </a:cxn>
                <a:cxn ang="0">
                  <a:pos x="connsiteX1" y="connsiteY1"/>
                </a:cxn>
                <a:cxn ang="0">
                  <a:pos x="connsiteX2" y="connsiteY2"/>
                </a:cxn>
                <a:cxn ang="0">
                  <a:pos x="connsiteX3" y="connsiteY3"/>
                </a:cxn>
              </a:cxnLst>
              <a:rect l="l" t="t" r="r" b="b"/>
              <a:pathLst>
                <a:path w="97766" h="105974">
                  <a:moveTo>
                    <a:pt x="0" y="0"/>
                  </a:moveTo>
                  <a:lnTo>
                    <a:pt x="97766" y="0"/>
                  </a:lnTo>
                  <a:lnTo>
                    <a:pt x="97766" y="105974"/>
                  </a:lnTo>
                  <a:lnTo>
                    <a:pt x="0" y="105974"/>
                  </a:lnTo>
                  <a:close/>
                </a:path>
              </a:pathLst>
            </a:custGeom>
            <a:solidFill>
              <a:srgbClr val="26890D"/>
            </a:solidFill>
            <a:ln w="6390" cap="flat">
              <a:noFill/>
              <a:prstDash val="solid"/>
              <a:miter/>
            </a:ln>
          </p:spPr>
          <p:txBody>
            <a:bodyPr rtlCol="0" anchor="ctr"/>
            <a:lstStyle/>
            <a:p>
              <a:endParaRPr lang="en-US"/>
            </a:p>
          </p:txBody>
        </p:sp>
        <p:sp>
          <p:nvSpPr>
            <p:cNvPr id="330" name="Graphic 4">
              <a:extLst>
                <a:ext uri="{FF2B5EF4-FFF2-40B4-BE49-F238E27FC236}">
                  <a16:creationId xmlns:a16="http://schemas.microsoft.com/office/drawing/2014/main" id="{4275F58A-59BB-5E4A-9860-252DB0BD8D19}"/>
                </a:ext>
              </a:extLst>
            </p:cNvPr>
            <p:cNvSpPr/>
            <p:nvPr/>
          </p:nvSpPr>
          <p:spPr>
            <a:xfrm>
              <a:off x="6255109" y="4392980"/>
              <a:ext cx="145690" cy="192796"/>
            </a:xfrm>
            <a:custGeom>
              <a:avLst/>
              <a:gdLst>
                <a:gd name="connsiteX0" fmla="*/ 0 w 145690"/>
                <a:gd name="connsiteY0" fmla="*/ 192796 h 192796"/>
                <a:gd name="connsiteX1" fmla="*/ 145690 w 145690"/>
                <a:gd name="connsiteY1" fmla="*/ 192796 h 192796"/>
                <a:gd name="connsiteX2" fmla="*/ 145690 w 145690"/>
                <a:gd name="connsiteY2" fmla="*/ 0 h 192796"/>
                <a:gd name="connsiteX3" fmla="*/ 0 w 145690"/>
                <a:gd name="connsiteY3" fmla="*/ 0 h 192796"/>
                <a:gd name="connsiteX4" fmla="*/ 0 w 145690"/>
                <a:gd name="connsiteY4" fmla="*/ 192796 h 192796"/>
                <a:gd name="connsiteX5" fmla="*/ 72845 w 145690"/>
                <a:gd name="connsiteY5" fmla="*/ 178113 h 192796"/>
                <a:gd name="connsiteX6" fmla="*/ 61982 w 145690"/>
                <a:gd name="connsiteY6" fmla="*/ 167260 h 192796"/>
                <a:gd name="connsiteX7" fmla="*/ 72845 w 145690"/>
                <a:gd name="connsiteY7" fmla="*/ 156408 h 192796"/>
                <a:gd name="connsiteX8" fmla="*/ 83708 w 145690"/>
                <a:gd name="connsiteY8" fmla="*/ 167260 h 192796"/>
                <a:gd name="connsiteX9" fmla="*/ 83708 w 145690"/>
                <a:gd name="connsiteY9" fmla="*/ 167260 h 192796"/>
                <a:gd name="connsiteX10" fmla="*/ 72845 w 145690"/>
                <a:gd name="connsiteY10" fmla="*/ 178113 h 192796"/>
                <a:gd name="connsiteX11" fmla="*/ 10863 w 145690"/>
                <a:gd name="connsiteY11" fmla="*/ 17237 h 192796"/>
                <a:gd name="connsiteX12" fmla="*/ 17253 w 145690"/>
                <a:gd name="connsiteY12" fmla="*/ 10853 h 192796"/>
                <a:gd name="connsiteX13" fmla="*/ 127799 w 145690"/>
                <a:gd name="connsiteY13" fmla="*/ 10853 h 192796"/>
                <a:gd name="connsiteX14" fmla="*/ 134189 w 145690"/>
                <a:gd name="connsiteY14" fmla="*/ 17237 h 192796"/>
                <a:gd name="connsiteX15" fmla="*/ 134189 w 145690"/>
                <a:gd name="connsiteY15" fmla="*/ 135979 h 192796"/>
                <a:gd name="connsiteX16" fmla="*/ 127799 w 145690"/>
                <a:gd name="connsiteY16" fmla="*/ 142363 h 192796"/>
                <a:gd name="connsiteX17" fmla="*/ 17253 w 145690"/>
                <a:gd name="connsiteY17" fmla="*/ 142363 h 192796"/>
                <a:gd name="connsiteX18" fmla="*/ 10863 w 145690"/>
                <a:gd name="connsiteY18" fmla="*/ 135979 h 192796"/>
                <a:gd name="connsiteX19" fmla="*/ 10863 w 145690"/>
                <a:gd name="connsiteY19" fmla="*/ 17237 h 19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5690" h="192796">
                  <a:moveTo>
                    <a:pt x="0" y="192796"/>
                  </a:moveTo>
                  <a:lnTo>
                    <a:pt x="145690" y="192796"/>
                  </a:lnTo>
                  <a:lnTo>
                    <a:pt x="145690" y="0"/>
                  </a:lnTo>
                  <a:lnTo>
                    <a:pt x="0" y="0"/>
                  </a:lnTo>
                  <a:lnTo>
                    <a:pt x="0" y="192796"/>
                  </a:lnTo>
                  <a:close/>
                  <a:moveTo>
                    <a:pt x="72845" y="178113"/>
                  </a:moveTo>
                  <a:cubicBezTo>
                    <a:pt x="67094" y="178113"/>
                    <a:pt x="61982" y="173644"/>
                    <a:pt x="61982" y="167260"/>
                  </a:cubicBezTo>
                  <a:cubicBezTo>
                    <a:pt x="61982" y="160876"/>
                    <a:pt x="66455" y="156408"/>
                    <a:pt x="72845" y="156408"/>
                  </a:cubicBezTo>
                  <a:cubicBezTo>
                    <a:pt x="79235" y="156408"/>
                    <a:pt x="83708" y="160876"/>
                    <a:pt x="83708" y="167260"/>
                  </a:cubicBezTo>
                  <a:lnTo>
                    <a:pt x="83708" y="167260"/>
                  </a:lnTo>
                  <a:cubicBezTo>
                    <a:pt x="83069" y="173644"/>
                    <a:pt x="78596" y="178113"/>
                    <a:pt x="72845" y="178113"/>
                  </a:cubicBezTo>
                  <a:close/>
                  <a:moveTo>
                    <a:pt x="10863" y="17237"/>
                  </a:moveTo>
                  <a:cubicBezTo>
                    <a:pt x="10863" y="13406"/>
                    <a:pt x="13419" y="10853"/>
                    <a:pt x="17253" y="10853"/>
                  </a:cubicBezTo>
                  <a:lnTo>
                    <a:pt x="127799" y="10853"/>
                  </a:lnTo>
                  <a:cubicBezTo>
                    <a:pt x="131633" y="10853"/>
                    <a:pt x="134189" y="13406"/>
                    <a:pt x="134189" y="17237"/>
                  </a:cubicBezTo>
                  <a:lnTo>
                    <a:pt x="134189" y="135979"/>
                  </a:lnTo>
                  <a:cubicBezTo>
                    <a:pt x="134189" y="139809"/>
                    <a:pt x="131633" y="142363"/>
                    <a:pt x="127799" y="142363"/>
                  </a:cubicBezTo>
                  <a:lnTo>
                    <a:pt x="17253" y="142363"/>
                  </a:lnTo>
                  <a:cubicBezTo>
                    <a:pt x="13419" y="142363"/>
                    <a:pt x="10863" y="139809"/>
                    <a:pt x="10863" y="135979"/>
                  </a:cubicBezTo>
                  <a:lnTo>
                    <a:pt x="10863" y="17237"/>
                  </a:lnTo>
                  <a:close/>
                </a:path>
              </a:pathLst>
            </a:custGeom>
            <a:solidFill>
              <a:srgbClr val="26890D"/>
            </a:solidFill>
            <a:ln w="6390" cap="flat">
              <a:noFill/>
              <a:prstDash val="solid"/>
              <a:miter/>
            </a:ln>
          </p:spPr>
          <p:txBody>
            <a:bodyPr rtlCol="0" anchor="ctr"/>
            <a:lstStyle/>
            <a:p>
              <a:endParaRPr lang="en-US"/>
            </a:p>
          </p:txBody>
        </p:sp>
        <p:sp>
          <p:nvSpPr>
            <p:cNvPr id="331" name="Graphic 4">
              <a:extLst>
                <a:ext uri="{FF2B5EF4-FFF2-40B4-BE49-F238E27FC236}">
                  <a16:creationId xmlns:a16="http://schemas.microsoft.com/office/drawing/2014/main" id="{29F025B8-5F64-8645-9E53-B06B30DA1CE2}"/>
                </a:ext>
              </a:extLst>
            </p:cNvPr>
            <p:cNvSpPr/>
            <p:nvPr/>
          </p:nvSpPr>
          <p:spPr>
            <a:xfrm>
              <a:off x="6326037" y="4558326"/>
              <a:ext cx="3833" cy="3830"/>
            </a:xfrm>
            <a:custGeom>
              <a:avLst/>
              <a:gdLst>
                <a:gd name="connsiteX0" fmla="*/ 1917 w 3833"/>
                <a:gd name="connsiteY0" fmla="*/ 0 h 3830"/>
                <a:gd name="connsiteX1" fmla="*/ 0 w 3833"/>
                <a:gd name="connsiteY1" fmla="*/ 1915 h 3830"/>
                <a:gd name="connsiteX2" fmla="*/ 1917 w 3833"/>
                <a:gd name="connsiteY2" fmla="*/ 3830 h 3830"/>
                <a:gd name="connsiteX3" fmla="*/ 3834 w 3833"/>
                <a:gd name="connsiteY3" fmla="*/ 1915 h 3830"/>
                <a:gd name="connsiteX4" fmla="*/ 1917 w 3833"/>
                <a:gd name="connsiteY4" fmla="*/ 0 h 3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3" h="3830">
                  <a:moveTo>
                    <a:pt x="1917" y="0"/>
                  </a:moveTo>
                  <a:cubicBezTo>
                    <a:pt x="639" y="0"/>
                    <a:pt x="0" y="1276"/>
                    <a:pt x="0" y="1915"/>
                  </a:cubicBezTo>
                  <a:cubicBezTo>
                    <a:pt x="0" y="3192"/>
                    <a:pt x="1278" y="3830"/>
                    <a:pt x="1917" y="3830"/>
                  </a:cubicBezTo>
                  <a:cubicBezTo>
                    <a:pt x="3195" y="3830"/>
                    <a:pt x="3834" y="2553"/>
                    <a:pt x="3834" y="1915"/>
                  </a:cubicBezTo>
                  <a:cubicBezTo>
                    <a:pt x="3834" y="1276"/>
                    <a:pt x="2556" y="0"/>
                    <a:pt x="1917" y="0"/>
                  </a:cubicBezTo>
                  <a:close/>
                </a:path>
              </a:pathLst>
            </a:custGeom>
            <a:solidFill>
              <a:srgbClr val="26890D"/>
            </a:solidFill>
            <a:ln w="6390" cap="flat">
              <a:noFill/>
              <a:prstDash val="solid"/>
              <a:miter/>
            </a:ln>
          </p:spPr>
          <p:txBody>
            <a:bodyPr rtlCol="0" anchor="ctr"/>
            <a:lstStyle/>
            <a:p>
              <a:endParaRPr lang="en-US"/>
            </a:p>
          </p:txBody>
        </p:sp>
        <p:sp>
          <p:nvSpPr>
            <p:cNvPr id="332" name="Graphic 4">
              <a:extLst>
                <a:ext uri="{FF2B5EF4-FFF2-40B4-BE49-F238E27FC236}">
                  <a16:creationId xmlns:a16="http://schemas.microsoft.com/office/drawing/2014/main" id="{81EC9213-C548-7A4F-A211-4E7F83DFBEA2}"/>
                </a:ext>
              </a:extLst>
            </p:cNvPr>
            <p:cNvSpPr/>
            <p:nvPr/>
          </p:nvSpPr>
          <p:spPr>
            <a:xfrm>
              <a:off x="6146480" y="430871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266460 w 362309"/>
                <a:gd name="connsiteY7" fmla="*/ 283449 h 361971"/>
                <a:gd name="connsiteX8" fmla="*/ 260070 w 362309"/>
                <a:gd name="connsiteY8" fmla="*/ 289833 h 361971"/>
                <a:gd name="connsiteX9" fmla="*/ 101600 w 362309"/>
                <a:gd name="connsiteY9" fmla="*/ 289833 h 361971"/>
                <a:gd name="connsiteX10" fmla="*/ 95210 w 362309"/>
                <a:gd name="connsiteY10" fmla="*/ 283449 h 361971"/>
                <a:gd name="connsiteX11" fmla="*/ 95210 w 362309"/>
                <a:gd name="connsiteY11" fmla="*/ 77885 h 361971"/>
                <a:gd name="connsiteX12" fmla="*/ 101600 w 362309"/>
                <a:gd name="connsiteY12" fmla="*/ 71501 h 361971"/>
                <a:gd name="connsiteX13" fmla="*/ 260070 w 362309"/>
                <a:gd name="connsiteY13" fmla="*/ 71501 h 361971"/>
                <a:gd name="connsiteX14" fmla="*/ 266460 w 362309"/>
                <a:gd name="connsiteY14" fmla="*/ 77885 h 361971"/>
                <a:gd name="connsiteX15" fmla="*/ 266460 w 362309"/>
                <a:gd name="connsiteY15" fmla="*/ 28344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1077"/>
                    <a:pt x="281157" y="0"/>
                    <a:pt x="181474" y="0"/>
                  </a:cubicBezTo>
                  <a:lnTo>
                    <a:pt x="181474" y="0"/>
                  </a:lnTo>
                  <a:close/>
                  <a:moveTo>
                    <a:pt x="266460" y="283449"/>
                  </a:moveTo>
                  <a:cubicBezTo>
                    <a:pt x="266460" y="287279"/>
                    <a:pt x="263904" y="289833"/>
                    <a:pt x="260070" y="289833"/>
                  </a:cubicBezTo>
                  <a:lnTo>
                    <a:pt x="101600" y="289833"/>
                  </a:lnTo>
                  <a:cubicBezTo>
                    <a:pt x="97766" y="289833"/>
                    <a:pt x="95210" y="287279"/>
                    <a:pt x="95210" y="283449"/>
                  </a:cubicBezTo>
                  <a:lnTo>
                    <a:pt x="95210" y="77885"/>
                  </a:lnTo>
                  <a:cubicBezTo>
                    <a:pt x="95210" y="74054"/>
                    <a:pt x="97766" y="71501"/>
                    <a:pt x="101600" y="71501"/>
                  </a:cubicBezTo>
                  <a:lnTo>
                    <a:pt x="260070" y="71501"/>
                  </a:lnTo>
                  <a:cubicBezTo>
                    <a:pt x="263904" y="71501"/>
                    <a:pt x="266460" y="74054"/>
                    <a:pt x="266460" y="77885"/>
                  </a:cubicBezTo>
                  <a:lnTo>
                    <a:pt x="266460" y="283449"/>
                  </a:lnTo>
                  <a:close/>
                </a:path>
              </a:pathLst>
            </a:custGeom>
            <a:solidFill>
              <a:srgbClr val="26890D"/>
            </a:solidFill>
            <a:ln w="6390" cap="flat">
              <a:noFill/>
              <a:prstDash val="solid"/>
              <a:miter/>
            </a:ln>
          </p:spPr>
          <p:txBody>
            <a:bodyPr rtlCol="0" anchor="ctr"/>
            <a:lstStyle/>
            <a:p>
              <a:endParaRPr lang="en-US"/>
            </a:p>
          </p:txBody>
        </p:sp>
      </p:grpSp>
      <p:grpSp>
        <p:nvGrpSpPr>
          <p:cNvPr id="336" name="Graphic 4">
            <a:extLst>
              <a:ext uri="{FF2B5EF4-FFF2-40B4-BE49-F238E27FC236}">
                <a16:creationId xmlns:a16="http://schemas.microsoft.com/office/drawing/2014/main" id="{ABA96555-9C41-7A44-95F8-6C503AA6FE7D}"/>
              </a:ext>
            </a:extLst>
          </p:cNvPr>
          <p:cNvGrpSpPr/>
          <p:nvPr/>
        </p:nvGrpSpPr>
        <p:grpSpPr>
          <a:xfrm>
            <a:off x="5708130" y="918179"/>
            <a:ext cx="362313" cy="361971"/>
            <a:chOff x="5708130" y="918179"/>
            <a:chExt cx="362313" cy="361971"/>
          </a:xfrm>
          <a:solidFill>
            <a:srgbClr val="26890D"/>
          </a:solidFill>
        </p:grpSpPr>
        <p:sp>
          <p:nvSpPr>
            <p:cNvPr id="337" name="Graphic 4">
              <a:extLst>
                <a:ext uri="{FF2B5EF4-FFF2-40B4-BE49-F238E27FC236}">
                  <a16:creationId xmlns:a16="http://schemas.microsoft.com/office/drawing/2014/main" id="{C8AC471B-B588-5048-BD40-E06B1C5C52C3}"/>
                </a:ext>
              </a:extLst>
            </p:cNvPr>
            <p:cNvSpPr/>
            <p:nvPr/>
          </p:nvSpPr>
          <p:spPr>
            <a:xfrm>
              <a:off x="5708130" y="918179"/>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lnTo>
                    <a:pt x="349530" y="180667"/>
                  </a:lnTo>
                  <a:cubicBezTo>
                    <a:pt x="349530" y="273873"/>
                    <a:pt x="274767" y="349204"/>
                    <a:pt x="181474" y="349204"/>
                  </a:cubicBezTo>
                  <a:close/>
                </a:path>
              </a:pathLst>
            </a:custGeom>
            <a:solidFill>
              <a:srgbClr val="26890D"/>
            </a:solidFill>
            <a:ln w="6390" cap="flat">
              <a:noFill/>
              <a:prstDash val="solid"/>
              <a:miter/>
            </a:ln>
          </p:spPr>
          <p:txBody>
            <a:bodyPr rtlCol="0" anchor="ctr"/>
            <a:lstStyle/>
            <a:p>
              <a:endParaRPr lang="en-US"/>
            </a:p>
          </p:txBody>
        </p:sp>
        <p:sp>
          <p:nvSpPr>
            <p:cNvPr id="338" name="Graphic 4">
              <a:extLst>
                <a:ext uri="{FF2B5EF4-FFF2-40B4-BE49-F238E27FC236}">
                  <a16:creationId xmlns:a16="http://schemas.microsoft.com/office/drawing/2014/main" id="{7BA34266-F758-CB4F-8AE7-B25A1E0B00AA}"/>
                </a:ext>
              </a:extLst>
            </p:cNvPr>
            <p:cNvSpPr/>
            <p:nvPr/>
          </p:nvSpPr>
          <p:spPr>
            <a:xfrm>
              <a:off x="5775376" y="988403"/>
              <a:ext cx="227330" cy="222011"/>
            </a:xfrm>
            <a:custGeom>
              <a:avLst/>
              <a:gdLst>
                <a:gd name="connsiteX0" fmla="*/ 227331 w 227330"/>
                <a:gd name="connsiteY0" fmla="*/ 49157 h 222011"/>
                <a:gd name="connsiteX1" fmla="*/ 176850 w 227330"/>
                <a:gd name="connsiteY1" fmla="*/ 0 h 222011"/>
                <a:gd name="connsiteX2" fmla="*/ 128287 w 227330"/>
                <a:gd name="connsiteY2" fmla="*/ 42773 h 222011"/>
                <a:gd name="connsiteX3" fmla="*/ 100810 w 227330"/>
                <a:gd name="connsiteY3" fmla="*/ 42773 h 222011"/>
                <a:gd name="connsiteX4" fmla="*/ 98893 w 227330"/>
                <a:gd name="connsiteY4" fmla="*/ 43411 h 222011"/>
                <a:gd name="connsiteX5" fmla="*/ 43300 w 227330"/>
                <a:gd name="connsiteY5" fmla="*/ 638 h 222011"/>
                <a:gd name="connsiteX6" fmla="*/ 488 w 227330"/>
                <a:gd name="connsiteY6" fmla="*/ 56179 h 222011"/>
                <a:gd name="connsiteX7" fmla="*/ 43300 w 227330"/>
                <a:gd name="connsiteY7" fmla="*/ 98952 h 222011"/>
                <a:gd name="connsiteX8" fmla="*/ 43300 w 227330"/>
                <a:gd name="connsiteY8" fmla="*/ 123211 h 222011"/>
                <a:gd name="connsiteX9" fmla="*/ 488 w 227330"/>
                <a:gd name="connsiteY9" fmla="*/ 178752 h 222011"/>
                <a:gd name="connsiteX10" fmla="*/ 56080 w 227330"/>
                <a:gd name="connsiteY10" fmla="*/ 221524 h 222011"/>
                <a:gd name="connsiteX11" fmla="*/ 98893 w 227330"/>
                <a:gd name="connsiteY11" fmla="*/ 178113 h 222011"/>
                <a:gd name="connsiteX12" fmla="*/ 100810 w 227330"/>
                <a:gd name="connsiteY12" fmla="*/ 178752 h 222011"/>
                <a:gd name="connsiteX13" fmla="*/ 128287 w 227330"/>
                <a:gd name="connsiteY13" fmla="*/ 178752 h 222011"/>
                <a:gd name="connsiteX14" fmla="*/ 183879 w 227330"/>
                <a:gd name="connsiteY14" fmla="*/ 221524 h 222011"/>
                <a:gd name="connsiteX15" fmla="*/ 226692 w 227330"/>
                <a:gd name="connsiteY15" fmla="*/ 165984 h 222011"/>
                <a:gd name="connsiteX16" fmla="*/ 183879 w 227330"/>
                <a:gd name="connsiteY16" fmla="*/ 123211 h 222011"/>
                <a:gd name="connsiteX17" fmla="*/ 183879 w 227330"/>
                <a:gd name="connsiteY17" fmla="*/ 98313 h 222011"/>
                <a:gd name="connsiteX18" fmla="*/ 227331 w 227330"/>
                <a:gd name="connsiteY18" fmla="*/ 49157 h 222011"/>
                <a:gd name="connsiteX19" fmla="*/ 178128 w 227330"/>
                <a:gd name="connsiteY19" fmla="*/ 86184 h 222011"/>
                <a:gd name="connsiteX20" fmla="*/ 148734 w 227330"/>
                <a:gd name="connsiteY20" fmla="*/ 71501 h 222011"/>
                <a:gd name="connsiteX21" fmla="*/ 164709 w 227330"/>
                <a:gd name="connsiteY21" fmla="*/ 62563 h 222011"/>
                <a:gd name="connsiteX22" fmla="*/ 190908 w 227330"/>
                <a:gd name="connsiteY22" fmla="*/ 63840 h 222011"/>
                <a:gd name="connsiteX23" fmla="*/ 192186 w 227330"/>
                <a:gd name="connsiteY23" fmla="*/ 62563 h 222011"/>
                <a:gd name="connsiteX24" fmla="*/ 208161 w 227330"/>
                <a:gd name="connsiteY24" fmla="*/ 71501 h 222011"/>
                <a:gd name="connsiteX25" fmla="*/ 178128 w 227330"/>
                <a:gd name="connsiteY25" fmla="*/ 86184 h 222011"/>
                <a:gd name="connsiteX26" fmla="*/ 178128 w 227330"/>
                <a:gd name="connsiteY26" fmla="*/ 43411 h 222011"/>
                <a:gd name="connsiteX27" fmla="*/ 183879 w 227330"/>
                <a:gd name="connsiteY27" fmla="*/ 49157 h 222011"/>
                <a:gd name="connsiteX28" fmla="*/ 178128 w 227330"/>
                <a:gd name="connsiteY28" fmla="*/ 54902 h 222011"/>
                <a:gd name="connsiteX29" fmla="*/ 172377 w 227330"/>
                <a:gd name="connsiteY29" fmla="*/ 49157 h 222011"/>
                <a:gd name="connsiteX30" fmla="*/ 172377 w 227330"/>
                <a:gd name="connsiteY30" fmla="*/ 49157 h 222011"/>
                <a:gd name="connsiteX31" fmla="*/ 178128 w 227330"/>
                <a:gd name="connsiteY31" fmla="*/ 43411 h 222011"/>
                <a:gd name="connsiteX32" fmla="*/ 178128 w 227330"/>
                <a:gd name="connsiteY32" fmla="*/ 43411 h 222011"/>
                <a:gd name="connsiteX33" fmla="*/ 214551 w 227330"/>
                <a:gd name="connsiteY33" fmla="*/ 49157 h 222011"/>
                <a:gd name="connsiteX34" fmla="*/ 213273 w 227330"/>
                <a:gd name="connsiteY34" fmla="*/ 59371 h 222011"/>
                <a:gd name="connsiteX35" fmla="*/ 196659 w 227330"/>
                <a:gd name="connsiteY35" fmla="*/ 49795 h 222011"/>
                <a:gd name="connsiteX36" fmla="*/ 196659 w 227330"/>
                <a:gd name="connsiteY36" fmla="*/ 49157 h 222011"/>
                <a:gd name="connsiteX37" fmla="*/ 184518 w 227330"/>
                <a:gd name="connsiteY37" fmla="*/ 31920 h 222011"/>
                <a:gd name="connsiteX38" fmla="*/ 184518 w 227330"/>
                <a:gd name="connsiteY38" fmla="*/ 13406 h 222011"/>
                <a:gd name="connsiteX39" fmla="*/ 214551 w 227330"/>
                <a:gd name="connsiteY39" fmla="*/ 49157 h 222011"/>
                <a:gd name="connsiteX40" fmla="*/ 171738 w 227330"/>
                <a:gd name="connsiteY40" fmla="*/ 12768 h 222011"/>
                <a:gd name="connsiteX41" fmla="*/ 171738 w 227330"/>
                <a:gd name="connsiteY41" fmla="*/ 31282 h 222011"/>
                <a:gd name="connsiteX42" fmla="*/ 159597 w 227330"/>
                <a:gd name="connsiteY42" fmla="*/ 48518 h 222011"/>
                <a:gd name="connsiteX43" fmla="*/ 159597 w 227330"/>
                <a:gd name="connsiteY43" fmla="*/ 49157 h 222011"/>
                <a:gd name="connsiteX44" fmla="*/ 142984 w 227330"/>
                <a:gd name="connsiteY44" fmla="*/ 58733 h 222011"/>
                <a:gd name="connsiteX45" fmla="*/ 141706 w 227330"/>
                <a:gd name="connsiteY45" fmla="*/ 48518 h 222011"/>
                <a:gd name="connsiteX46" fmla="*/ 171738 w 227330"/>
                <a:gd name="connsiteY46" fmla="*/ 12768 h 222011"/>
                <a:gd name="connsiteX47" fmla="*/ 87391 w 227330"/>
                <a:gd name="connsiteY47" fmla="*/ 49157 h 222011"/>
                <a:gd name="connsiteX48" fmla="*/ 86113 w 227330"/>
                <a:gd name="connsiteY48" fmla="*/ 59371 h 222011"/>
                <a:gd name="connsiteX49" fmla="*/ 69499 w 227330"/>
                <a:gd name="connsiteY49" fmla="*/ 49795 h 222011"/>
                <a:gd name="connsiteX50" fmla="*/ 69499 w 227330"/>
                <a:gd name="connsiteY50" fmla="*/ 49157 h 222011"/>
                <a:gd name="connsiteX51" fmla="*/ 57358 w 227330"/>
                <a:gd name="connsiteY51" fmla="*/ 31920 h 222011"/>
                <a:gd name="connsiteX52" fmla="*/ 57358 w 227330"/>
                <a:gd name="connsiteY52" fmla="*/ 13406 h 222011"/>
                <a:gd name="connsiteX53" fmla="*/ 87391 w 227330"/>
                <a:gd name="connsiteY53" fmla="*/ 49157 h 222011"/>
                <a:gd name="connsiteX54" fmla="*/ 50330 w 227330"/>
                <a:gd name="connsiteY54" fmla="*/ 43411 h 222011"/>
                <a:gd name="connsiteX55" fmla="*/ 56080 w 227330"/>
                <a:gd name="connsiteY55" fmla="*/ 49157 h 222011"/>
                <a:gd name="connsiteX56" fmla="*/ 50330 w 227330"/>
                <a:gd name="connsiteY56" fmla="*/ 54902 h 222011"/>
                <a:gd name="connsiteX57" fmla="*/ 44578 w 227330"/>
                <a:gd name="connsiteY57" fmla="*/ 49157 h 222011"/>
                <a:gd name="connsiteX58" fmla="*/ 44578 w 227330"/>
                <a:gd name="connsiteY58" fmla="*/ 49157 h 222011"/>
                <a:gd name="connsiteX59" fmla="*/ 50330 w 227330"/>
                <a:gd name="connsiteY59" fmla="*/ 43411 h 222011"/>
                <a:gd name="connsiteX60" fmla="*/ 50330 w 227330"/>
                <a:gd name="connsiteY60" fmla="*/ 43411 h 222011"/>
                <a:gd name="connsiteX61" fmla="*/ 43940 w 227330"/>
                <a:gd name="connsiteY61" fmla="*/ 12768 h 222011"/>
                <a:gd name="connsiteX62" fmla="*/ 43940 w 227330"/>
                <a:gd name="connsiteY62" fmla="*/ 31282 h 222011"/>
                <a:gd name="connsiteX63" fmla="*/ 31799 w 227330"/>
                <a:gd name="connsiteY63" fmla="*/ 48518 h 222011"/>
                <a:gd name="connsiteX64" fmla="*/ 31799 w 227330"/>
                <a:gd name="connsiteY64" fmla="*/ 49157 h 222011"/>
                <a:gd name="connsiteX65" fmla="*/ 15185 w 227330"/>
                <a:gd name="connsiteY65" fmla="*/ 58733 h 222011"/>
                <a:gd name="connsiteX66" fmla="*/ 13907 w 227330"/>
                <a:gd name="connsiteY66" fmla="*/ 48518 h 222011"/>
                <a:gd name="connsiteX67" fmla="*/ 43940 w 227330"/>
                <a:gd name="connsiteY67" fmla="*/ 12768 h 222011"/>
                <a:gd name="connsiteX68" fmla="*/ 20936 w 227330"/>
                <a:gd name="connsiteY68" fmla="*/ 70862 h 222011"/>
                <a:gd name="connsiteX69" fmla="*/ 36910 w 227330"/>
                <a:gd name="connsiteY69" fmla="*/ 61925 h 222011"/>
                <a:gd name="connsiteX70" fmla="*/ 63109 w 227330"/>
                <a:gd name="connsiteY70" fmla="*/ 63201 h 222011"/>
                <a:gd name="connsiteX71" fmla="*/ 64388 w 227330"/>
                <a:gd name="connsiteY71" fmla="*/ 61925 h 222011"/>
                <a:gd name="connsiteX72" fmla="*/ 80362 w 227330"/>
                <a:gd name="connsiteY72" fmla="*/ 70862 h 222011"/>
                <a:gd name="connsiteX73" fmla="*/ 29243 w 227330"/>
                <a:gd name="connsiteY73" fmla="*/ 78523 h 222011"/>
                <a:gd name="connsiteX74" fmla="*/ 20936 w 227330"/>
                <a:gd name="connsiteY74" fmla="*/ 70862 h 222011"/>
                <a:gd name="connsiteX75" fmla="*/ 86113 w 227330"/>
                <a:gd name="connsiteY75" fmla="*/ 182582 h 222011"/>
                <a:gd name="connsiteX76" fmla="*/ 69499 w 227330"/>
                <a:gd name="connsiteY76" fmla="*/ 173006 h 222011"/>
                <a:gd name="connsiteX77" fmla="*/ 69499 w 227330"/>
                <a:gd name="connsiteY77" fmla="*/ 172368 h 222011"/>
                <a:gd name="connsiteX78" fmla="*/ 57358 w 227330"/>
                <a:gd name="connsiteY78" fmla="*/ 155131 h 222011"/>
                <a:gd name="connsiteX79" fmla="*/ 57358 w 227330"/>
                <a:gd name="connsiteY79" fmla="*/ 136617 h 222011"/>
                <a:gd name="connsiteX80" fmla="*/ 88030 w 227330"/>
                <a:gd name="connsiteY80" fmla="*/ 173006 h 222011"/>
                <a:gd name="connsiteX81" fmla="*/ 86113 w 227330"/>
                <a:gd name="connsiteY81" fmla="*/ 182582 h 222011"/>
                <a:gd name="connsiteX82" fmla="*/ 86113 w 227330"/>
                <a:gd name="connsiteY82" fmla="*/ 182582 h 222011"/>
                <a:gd name="connsiteX83" fmla="*/ 50330 w 227330"/>
                <a:gd name="connsiteY83" fmla="*/ 165984 h 222011"/>
                <a:gd name="connsiteX84" fmla="*/ 56720 w 227330"/>
                <a:gd name="connsiteY84" fmla="*/ 171091 h 222011"/>
                <a:gd name="connsiteX85" fmla="*/ 51608 w 227330"/>
                <a:gd name="connsiteY85" fmla="*/ 177475 h 222011"/>
                <a:gd name="connsiteX86" fmla="*/ 50330 w 227330"/>
                <a:gd name="connsiteY86" fmla="*/ 177475 h 222011"/>
                <a:gd name="connsiteX87" fmla="*/ 45218 w 227330"/>
                <a:gd name="connsiteY87" fmla="*/ 171091 h 222011"/>
                <a:gd name="connsiteX88" fmla="*/ 50330 w 227330"/>
                <a:gd name="connsiteY88" fmla="*/ 165984 h 222011"/>
                <a:gd name="connsiteX89" fmla="*/ 43940 w 227330"/>
                <a:gd name="connsiteY89" fmla="*/ 135979 h 222011"/>
                <a:gd name="connsiteX90" fmla="*/ 43940 w 227330"/>
                <a:gd name="connsiteY90" fmla="*/ 154492 h 222011"/>
                <a:gd name="connsiteX91" fmla="*/ 31799 w 227330"/>
                <a:gd name="connsiteY91" fmla="*/ 171729 h 222011"/>
                <a:gd name="connsiteX92" fmla="*/ 31799 w 227330"/>
                <a:gd name="connsiteY92" fmla="*/ 172368 h 222011"/>
                <a:gd name="connsiteX93" fmla="*/ 15185 w 227330"/>
                <a:gd name="connsiteY93" fmla="*/ 181944 h 222011"/>
                <a:gd name="connsiteX94" fmla="*/ 13907 w 227330"/>
                <a:gd name="connsiteY94" fmla="*/ 171729 h 222011"/>
                <a:gd name="connsiteX95" fmla="*/ 43940 w 227330"/>
                <a:gd name="connsiteY95" fmla="*/ 135979 h 222011"/>
                <a:gd name="connsiteX96" fmla="*/ 43940 w 227330"/>
                <a:gd name="connsiteY96" fmla="*/ 135979 h 222011"/>
                <a:gd name="connsiteX97" fmla="*/ 50330 w 227330"/>
                <a:gd name="connsiteY97" fmla="*/ 208756 h 222011"/>
                <a:gd name="connsiteX98" fmla="*/ 20936 w 227330"/>
                <a:gd name="connsiteY98" fmla="*/ 194073 h 222011"/>
                <a:gd name="connsiteX99" fmla="*/ 36910 w 227330"/>
                <a:gd name="connsiteY99" fmla="*/ 185135 h 222011"/>
                <a:gd name="connsiteX100" fmla="*/ 63109 w 227330"/>
                <a:gd name="connsiteY100" fmla="*/ 186412 h 222011"/>
                <a:gd name="connsiteX101" fmla="*/ 64388 w 227330"/>
                <a:gd name="connsiteY101" fmla="*/ 185135 h 222011"/>
                <a:gd name="connsiteX102" fmla="*/ 80362 w 227330"/>
                <a:gd name="connsiteY102" fmla="*/ 194073 h 222011"/>
                <a:gd name="connsiteX103" fmla="*/ 50330 w 227330"/>
                <a:gd name="connsiteY103" fmla="*/ 208756 h 222011"/>
                <a:gd name="connsiteX104" fmla="*/ 50330 w 227330"/>
                <a:gd name="connsiteY104" fmla="*/ 208756 h 222011"/>
                <a:gd name="connsiteX105" fmla="*/ 99532 w 227330"/>
                <a:gd name="connsiteY105" fmla="*/ 165984 h 222011"/>
                <a:gd name="connsiteX106" fmla="*/ 56720 w 227330"/>
                <a:gd name="connsiteY106" fmla="*/ 123211 h 222011"/>
                <a:gd name="connsiteX107" fmla="*/ 56720 w 227330"/>
                <a:gd name="connsiteY107" fmla="*/ 98952 h 222011"/>
                <a:gd name="connsiteX108" fmla="*/ 99532 w 227330"/>
                <a:gd name="connsiteY108" fmla="*/ 55541 h 222011"/>
                <a:gd name="connsiteX109" fmla="*/ 101449 w 227330"/>
                <a:gd name="connsiteY109" fmla="*/ 55541 h 222011"/>
                <a:gd name="connsiteX110" fmla="*/ 128926 w 227330"/>
                <a:gd name="connsiteY110" fmla="*/ 55541 h 222011"/>
                <a:gd name="connsiteX111" fmla="*/ 171738 w 227330"/>
                <a:gd name="connsiteY111" fmla="*/ 98952 h 222011"/>
                <a:gd name="connsiteX112" fmla="*/ 171738 w 227330"/>
                <a:gd name="connsiteY112" fmla="*/ 123211 h 222011"/>
                <a:gd name="connsiteX113" fmla="*/ 128926 w 227330"/>
                <a:gd name="connsiteY113" fmla="*/ 165984 h 222011"/>
                <a:gd name="connsiteX114" fmla="*/ 101449 w 227330"/>
                <a:gd name="connsiteY114" fmla="*/ 165984 h 222011"/>
                <a:gd name="connsiteX115" fmla="*/ 99532 w 227330"/>
                <a:gd name="connsiteY115" fmla="*/ 165984 h 222011"/>
                <a:gd name="connsiteX116" fmla="*/ 99532 w 227330"/>
                <a:gd name="connsiteY116" fmla="*/ 165984 h 222011"/>
                <a:gd name="connsiteX117" fmla="*/ 141067 w 227330"/>
                <a:gd name="connsiteY117" fmla="*/ 171729 h 222011"/>
                <a:gd name="connsiteX118" fmla="*/ 171738 w 227330"/>
                <a:gd name="connsiteY118" fmla="*/ 135340 h 222011"/>
                <a:gd name="connsiteX119" fmla="*/ 171738 w 227330"/>
                <a:gd name="connsiteY119" fmla="*/ 153854 h 222011"/>
                <a:gd name="connsiteX120" fmla="*/ 159597 w 227330"/>
                <a:gd name="connsiteY120" fmla="*/ 171091 h 222011"/>
                <a:gd name="connsiteX121" fmla="*/ 159597 w 227330"/>
                <a:gd name="connsiteY121" fmla="*/ 171729 h 222011"/>
                <a:gd name="connsiteX122" fmla="*/ 142984 w 227330"/>
                <a:gd name="connsiteY122" fmla="*/ 181305 h 222011"/>
                <a:gd name="connsiteX123" fmla="*/ 141067 w 227330"/>
                <a:gd name="connsiteY123" fmla="*/ 171729 h 222011"/>
                <a:gd name="connsiteX124" fmla="*/ 141067 w 227330"/>
                <a:gd name="connsiteY124" fmla="*/ 171729 h 222011"/>
                <a:gd name="connsiteX125" fmla="*/ 178128 w 227330"/>
                <a:gd name="connsiteY125" fmla="*/ 165984 h 222011"/>
                <a:gd name="connsiteX126" fmla="*/ 183879 w 227330"/>
                <a:gd name="connsiteY126" fmla="*/ 171729 h 222011"/>
                <a:gd name="connsiteX127" fmla="*/ 178128 w 227330"/>
                <a:gd name="connsiteY127" fmla="*/ 177475 h 222011"/>
                <a:gd name="connsiteX128" fmla="*/ 172377 w 227330"/>
                <a:gd name="connsiteY128" fmla="*/ 171729 h 222011"/>
                <a:gd name="connsiteX129" fmla="*/ 172377 w 227330"/>
                <a:gd name="connsiteY129" fmla="*/ 171729 h 222011"/>
                <a:gd name="connsiteX130" fmla="*/ 178128 w 227330"/>
                <a:gd name="connsiteY130" fmla="*/ 165984 h 222011"/>
                <a:gd name="connsiteX131" fmla="*/ 178128 w 227330"/>
                <a:gd name="connsiteY131" fmla="*/ 165984 h 222011"/>
                <a:gd name="connsiteX132" fmla="*/ 178128 w 227330"/>
                <a:gd name="connsiteY132" fmla="*/ 208756 h 222011"/>
                <a:gd name="connsiteX133" fmla="*/ 148734 w 227330"/>
                <a:gd name="connsiteY133" fmla="*/ 194073 h 222011"/>
                <a:gd name="connsiteX134" fmla="*/ 164709 w 227330"/>
                <a:gd name="connsiteY134" fmla="*/ 185135 h 222011"/>
                <a:gd name="connsiteX135" fmla="*/ 190908 w 227330"/>
                <a:gd name="connsiteY135" fmla="*/ 186412 h 222011"/>
                <a:gd name="connsiteX136" fmla="*/ 192186 w 227330"/>
                <a:gd name="connsiteY136" fmla="*/ 185135 h 222011"/>
                <a:gd name="connsiteX137" fmla="*/ 208161 w 227330"/>
                <a:gd name="connsiteY137" fmla="*/ 194073 h 222011"/>
                <a:gd name="connsiteX138" fmla="*/ 178128 w 227330"/>
                <a:gd name="connsiteY138" fmla="*/ 208756 h 222011"/>
                <a:gd name="connsiteX139" fmla="*/ 178128 w 227330"/>
                <a:gd name="connsiteY139" fmla="*/ 208756 h 222011"/>
                <a:gd name="connsiteX140" fmla="*/ 214551 w 227330"/>
                <a:gd name="connsiteY140" fmla="*/ 171729 h 222011"/>
                <a:gd name="connsiteX141" fmla="*/ 213273 w 227330"/>
                <a:gd name="connsiteY141" fmla="*/ 181944 h 222011"/>
                <a:gd name="connsiteX142" fmla="*/ 196659 w 227330"/>
                <a:gd name="connsiteY142" fmla="*/ 172368 h 222011"/>
                <a:gd name="connsiteX143" fmla="*/ 196659 w 227330"/>
                <a:gd name="connsiteY143" fmla="*/ 171729 h 222011"/>
                <a:gd name="connsiteX144" fmla="*/ 184518 w 227330"/>
                <a:gd name="connsiteY144" fmla="*/ 154492 h 222011"/>
                <a:gd name="connsiteX145" fmla="*/ 184518 w 227330"/>
                <a:gd name="connsiteY145" fmla="*/ 135979 h 222011"/>
                <a:gd name="connsiteX146" fmla="*/ 214551 w 227330"/>
                <a:gd name="connsiteY146" fmla="*/ 171729 h 222011"/>
                <a:gd name="connsiteX147" fmla="*/ 214551 w 227330"/>
                <a:gd name="connsiteY147" fmla="*/ 171729 h 222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227330" h="222011">
                  <a:moveTo>
                    <a:pt x="227331" y="49157"/>
                  </a:moveTo>
                  <a:cubicBezTo>
                    <a:pt x="226692" y="21706"/>
                    <a:pt x="204327" y="0"/>
                    <a:pt x="176850" y="0"/>
                  </a:cubicBezTo>
                  <a:cubicBezTo>
                    <a:pt x="152569" y="638"/>
                    <a:pt x="132121" y="18514"/>
                    <a:pt x="128287" y="42773"/>
                  </a:cubicBezTo>
                  <a:lnTo>
                    <a:pt x="100810" y="42773"/>
                  </a:lnTo>
                  <a:cubicBezTo>
                    <a:pt x="100171" y="42773"/>
                    <a:pt x="99532" y="42773"/>
                    <a:pt x="98893" y="43411"/>
                  </a:cubicBezTo>
                  <a:cubicBezTo>
                    <a:pt x="95698" y="15960"/>
                    <a:pt x="70777" y="-3192"/>
                    <a:pt x="43300" y="638"/>
                  </a:cubicBezTo>
                  <a:cubicBezTo>
                    <a:pt x="15824" y="3830"/>
                    <a:pt x="-3346" y="28728"/>
                    <a:pt x="488" y="56179"/>
                  </a:cubicBezTo>
                  <a:cubicBezTo>
                    <a:pt x="3683" y="78523"/>
                    <a:pt x="20936" y="96398"/>
                    <a:pt x="43300" y="98952"/>
                  </a:cubicBezTo>
                  <a:lnTo>
                    <a:pt x="43300" y="123211"/>
                  </a:lnTo>
                  <a:cubicBezTo>
                    <a:pt x="15824" y="126403"/>
                    <a:pt x="-3346" y="151300"/>
                    <a:pt x="488" y="178752"/>
                  </a:cubicBezTo>
                  <a:cubicBezTo>
                    <a:pt x="3683" y="206203"/>
                    <a:pt x="28604" y="225355"/>
                    <a:pt x="56080" y="221524"/>
                  </a:cubicBezTo>
                  <a:cubicBezTo>
                    <a:pt x="78445" y="218332"/>
                    <a:pt x="96337" y="201095"/>
                    <a:pt x="98893" y="178113"/>
                  </a:cubicBezTo>
                  <a:cubicBezTo>
                    <a:pt x="99532" y="178113"/>
                    <a:pt x="100171" y="178752"/>
                    <a:pt x="100810" y="178752"/>
                  </a:cubicBezTo>
                  <a:lnTo>
                    <a:pt x="128287" y="178752"/>
                  </a:lnTo>
                  <a:cubicBezTo>
                    <a:pt x="131482" y="206203"/>
                    <a:pt x="156402" y="225355"/>
                    <a:pt x="183879" y="221524"/>
                  </a:cubicBezTo>
                  <a:cubicBezTo>
                    <a:pt x="211356" y="218332"/>
                    <a:pt x="230526" y="193435"/>
                    <a:pt x="226692" y="165984"/>
                  </a:cubicBezTo>
                  <a:cubicBezTo>
                    <a:pt x="223497" y="143640"/>
                    <a:pt x="206244" y="125764"/>
                    <a:pt x="183879" y="123211"/>
                  </a:cubicBezTo>
                  <a:lnTo>
                    <a:pt x="183879" y="98313"/>
                  </a:lnTo>
                  <a:cubicBezTo>
                    <a:pt x="208800" y="95121"/>
                    <a:pt x="227331" y="74054"/>
                    <a:pt x="227331" y="49157"/>
                  </a:cubicBezTo>
                  <a:close/>
                  <a:moveTo>
                    <a:pt x="178128" y="86184"/>
                  </a:moveTo>
                  <a:cubicBezTo>
                    <a:pt x="166627" y="86184"/>
                    <a:pt x="155764" y="80438"/>
                    <a:pt x="148734" y="71501"/>
                  </a:cubicBezTo>
                  <a:lnTo>
                    <a:pt x="164709" y="62563"/>
                  </a:lnTo>
                  <a:cubicBezTo>
                    <a:pt x="171738" y="70224"/>
                    <a:pt x="183240" y="70224"/>
                    <a:pt x="190908" y="63840"/>
                  </a:cubicBezTo>
                  <a:cubicBezTo>
                    <a:pt x="191547" y="63201"/>
                    <a:pt x="191547" y="63201"/>
                    <a:pt x="192186" y="62563"/>
                  </a:cubicBezTo>
                  <a:lnTo>
                    <a:pt x="208161" y="71501"/>
                  </a:lnTo>
                  <a:cubicBezTo>
                    <a:pt x="200493" y="80438"/>
                    <a:pt x="189630" y="86184"/>
                    <a:pt x="178128" y="86184"/>
                  </a:cubicBezTo>
                  <a:close/>
                  <a:moveTo>
                    <a:pt x="178128" y="43411"/>
                  </a:moveTo>
                  <a:cubicBezTo>
                    <a:pt x="181323" y="43411"/>
                    <a:pt x="183879" y="45965"/>
                    <a:pt x="183879" y="49157"/>
                  </a:cubicBezTo>
                  <a:cubicBezTo>
                    <a:pt x="183879" y="52349"/>
                    <a:pt x="181323" y="54902"/>
                    <a:pt x="178128" y="54902"/>
                  </a:cubicBezTo>
                  <a:cubicBezTo>
                    <a:pt x="174933" y="54902"/>
                    <a:pt x="172377" y="52349"/>
                    <a:pt x="172377" y="49157"/>
                  </a:cubicBezTo>
                  <a:cubicBezTo>
                    <a:pt x="172377" y="49157"/>
                    <a:pt x="172377" y="49157"/>
                    <a:pt x="172377" y="49157"/>
                  </a:cubicBezTo>
                  <a:cubicBezTo>
                    <a:pt x="172377" y="45965"/>
                    <a:pt x="174933" y="43411"/>
                    <a:pt x="178128" y="43411"/>
                  </a:cubicBezTo>
                  <a:lnTo>
                    <a:pt x="178128" y="43411"/>
                  </a:lnTo>
                  <a:close/>
                  <a:moveTo>
                    <a:pt x="214551" y="49157"/>
                  </a:moveTo>
                  <a:cubicBezTo>
                    <a:pt x="214551" y="52987"/>
                    <a:pt x="213912" y="56179"/>
                    <a:pt x="213273" y="59371"/>
                  </a:cubicBezTo>
                  <a:lnTo>
                    <a:pt x="196659" y="49795"/>
                  </a:lnTo>
                  <a:cubicBezTo>
                    <a:pt x="196659" y="49157"/>
                    <a:pt x="196659" y="49157"/>
                    <a:pt x="196659" y="49157"/>
                  </a:cubicBezTo>
                  <a:cubicBezTo>
                    <a:pt x="196659" y="41496"/>
                    <a:pt x="191547" y="34474"/>
                    <a:pt x="184518" y="31920"/>
                  </a:cubicBezTo>
                  <a:lnTo>
                    <a:pt x="184518" y="13406"/>
                  </a:lnTo>
                  <a:cubicBezTo>
                    <a:pt x="201771" y="15960"/>
                    <a:pt x="214551" y="31282"/>
                    <a:pt x="214551" y="49157"/>
                  </a:cubicBezTo>
                  <a:close/>
                  <a:moveTo>
                    <a:pt x="171738" y="12768"/>
                  </a:moveTo>
                  <a:lnTo>
                    <a:pt x="171738" y="31282"/>
                  </a:lnTo>
                  <a:cubicBezTo>
                    <a:pt x="164070" y="33835"/>
                    <a:pt x="159597" y="40858"/>
                    <a:pt x="159597" y="48518"/>
                  </a:cubicBezTo>
                  <a:cubicBezTo>
                    <a:pt x="159597" y="49157"/>
                    <a:pt x="159597" y="49157"/>
                    <a:pt x="159597" y="49157"/>
                  </a:cubicBezTo>
                  <a:lnTo>
                    <a:pt x="142984" y="58733"/>
                  </a:lnTo>
                  <a:cubicBezTo>
                    <a:pt x="141706" y="55541"/>
                    <a:pt x="141706" y="51710"/>
                    <a:pt x="141706" y="48518"/>
                  </a:cubicBezTo>
                  <a:cubicBezTo>
                    <a:pt x="141067" y="31282"/>
                    <a:pt x="153847" y="15960"/>
                    <a:pt x="171738" y="12768"/>
                  </a:cubicBezTo>
                  <a:close/>
                  <a:moveTo>
                    <a:pt x="87391" y="49157"/>
                  </a:moveTo>
                  <a:cubicBezTo>
                    <a:pt x="87391" y="52987"/>
                    <a:pt x="86752" y="56179"/>
                    <a:pt x="86113" y="59371"/>
                  </a:cubicBezTo>
                  <a:lnTo>
                    <a:pt x="69499" y="49795"/>
                  </a:lnTo>
                  <a:cubicBezTo>
                    <a:pt x="69499" y="49795"/>
                    <a:pt x="69499" y="49157"/>
                    <a:pt x="69499" y="49157"/>
                  </a:cubicBezTo>
                  <a:cubicBezTo>
                    <a:pt x="69499" y="41496"/>
                    <a:pt x="64388" y="34474"/>
                    <a:pt x="57358" y="31920"/>
                  </a:cubicBezTo>
                  <a:lnTo>
                    <a:pt x="57358" y="13406"/>
                  </a:lnTo>
                  <a:cubicBezTo>
                    <a:pt x="74611" y="15960"/>
                    <a:pt x="87391" y="31282"/>
                    <a:pt x="87391" y="49157"/>
                  </a:cubicBezTo>
                  <a:close/>
                  <a:moveTo>
                    <a:pt x="50330" y="43411"/>
                  </a:moveTo>
                  <a:cubicBezTo>
                    <a:pt x="53525" y="43411"/>
                    <a:pt x="56080" y="45965"/>
                    <a:pt x="56080" y="49157"/>
                  </a:cubicBezTo>
                  <a:cubicBezTo>
                    <a:pt x="56080" y="52349"/>
                    <a:pt x="53525" y="54902"/>
                    <a:pt x="50330" y="54902"/>
                  </a:cubicBezTo>
                  <a:cubicBezTo>
                    <a:pt x="47135" y="54902"/>
                    <a:pt x="44578" y="52349"/>
                    <a:pt x="44578" y="49157"/>
                  </a:cubicBezTo>
                  <a:cubicBezTo>
                    <a:pt x="44578" y="49157"/>
                    <a:pt x="44578" y="49157"/>
                    <a:pt x="44578" y="49157"/>
                  </a:cubicBezTo>
                  <a:cubicBezTo>
                    <a:pt x="44578" y="45965"/>
                    <a:pt x="47135" y="43411"/>
                    <a:pt x="50330" y="43411"/>
                  </a:cubicBezTo>
                  <a:lnTo>
                    <a:pt x="50330" y="43411"/>
                  </a:lnTo>
                  <a:close/>
                  <a:moveTo>
                    <a:pt x="43940" y="12768"/>
                  </a:moveTo>
                  <a:lnTo>
                    <a:pt x="43940" y="31282"/>
                  </a:lnTo>
                  <a:cubicBezTo>
                    <a:pt x="36272" y="33835"/>
                    <a:pt x="31799" y="40858"/>
                    <a:pt x="31799" y="48518"/>
                  </a:cubicBezTo>
                  <a:cubicBezTo>
                    <a:pt x="31799" y="49157"/>
                    <a:pt x="31799" y="49157"/>
                    <a:pt x="31799" y="49157"/>
                  </a:cubicBezTo>
                  <a:lnTo>
                    <a:pt x="15185" y="58733"/>
                  </a:lnTo>
                  <a:cubicBezTo>
                    <a:pt x="13907" y="55541"/>
                    <a:pt x="13907" y="51710"/>
                    <a:pt x="13907" y="48518"/>
                  </a:cubicBezTo>
                  <a:cubicBezTo>
                    <a:pt x="13907" y="31282"/>
                    <a:pt x="26687" y="15960"/>
                    <a:pt x="43940" y="12768"/>
                  </a:cubicBezTo>
                  <a:close/>
                  <a:moveTo>
                    <a:pt x="20936" y="70862"/>
                  </a:moveTo>
                  <a:lnTo>
                    <a:pt x="36910" y="61925"/>
                  </a:lnTo>
                  <a:cubicBezTo>
                    <a:pt x="43940" y="69585"/>
                    <a:pt x="55441" y="69585"/>
                    <a:pt x="63109" y="63201"/>
                  </a:cubicBezTo>
                  <a:cubicBezTo>
                    <a:pt x="63748" y="62563"/>
                    <a:pt x="63748" y="62563"/>
                    <a:pt x="64388" y="61925"/>
                  </a:cubicBezTo>
                  <a:lnTo>
                    <a:pt x="80362" y="70862"/>
                  </a:lnTo>
                  <a:cubicBezTo>
                    <a:pt x="68221" y="86822"/>
                    <a:pt x="45218" y="90653"/>
                    <a:pt x="29243" y="78523"/>
                  </a:cubicBezTo>
                  <a:cubicBezTo>
                    <a:pt x="26048" y="76608"/>
                    <a:pt x="23492" y="74054"/>
                    <a:pt x="20936" y="70862"/>
                  </a:cubicBezTo>
                  <a:close/>
                  <a:moveTo>
                    <a:pt x="86113" y="182582"/>
                  </a:moveTo>
                  <a:lnTo>
                    <a:pt x="69499" y="173006"/>
                  </a:lnTo>
                  <a:cubicBezTo>
                    <a:pt x="69499" y="173006"/>
                    <a:pt x="69499" y="172368"/>
                    <a:pt x="69499" y="172368"/>
                  </a:cubicBezTo>
                  <a:cubicBezTo>
                    <a:pt x="69499" y="164707"/>
                    <a:pt x="64388" y="157684"/>
                    <a:pt x="57358" y="155131"/>
                  </a:cubicBezTo>
                  <a:lnTo>
                    <a:pt x="57358" y="136617"/>
                  </a:lnTo>
                  <a:cubicBezTo>
                    <a:pt x="74611" y="139809"/>
                    <a:pt x="88030" y="155131"/>
                    <a:pt x="88030" y="173006"/>
                  </a:cubicBezTo>
                  <a:cubicBezTo>
                    <a:pt x="87391" y="175560"/>
                    <a:pt x="86752" y="178752"/>
                    <a:pt x="86113" y="182582"/>
                  </a:cubicBezTo>
                  <a:lnTo>
                    <a:pt x="86113" y="182582"/>
                  </a:lnTo>
                  <a:close/>
                  <a:moveTo>
                    <a:pt x="50330" y="165984"/>
                  </a:moveTo>
                  <a:cubicBezTo>
                    <a:pt x="53525" y="165345"/>
                    <a:pt x="56720" y="167899"/>
                    <a:pt x="56720" y="171091"/>
                  </a:cubicBezTo>
                  <a:cubicBezTo>
                    <a:pt x="57358" y="174283"/>
                    <a:pt x="54803" y="177475"/>
                    <a:pt x="51608" y="177475"/>
                  </a:cubicBezTo>
                  <a:cubicBezTo>
                    <a:pt x="50968" y="177475"/>
                    <a:pt x="50968" y="177475"/>
                    <a:pt x="50330" y="177475"/>
                  </a:cubicBezTo>
                  <a:cubicBezTo>
                    <a:pt x="47135" y="176836"/>
                    <a:pt x="44578" y="174283"/>
                    <a:pt x="45218" y="171091"/>
                  </a:cubicBezTo>
                  <a:cubicBezTo>
                    <a:pt x="45857" y="168537"/>
                    <a:pt x="47773" y="165984"/>
                    <a:pt x="50330" y="165984"/>
                  </a:cubicBezTo>
                  <a:close/>
                  <a:moveTo>
                    <a:pt x="43940" y="135979"/>
                  </a:moveTo>
                  <a:lnTo>
                    <a:pt x="43940" y="154492"/>
                  </a:lnTo>
                  <a:cubicBezTo>
                    <a:pt x="36272" y="157046"/>
                    <a:pt x="31799" y="164068"/>
                    <a:pt x="31799" y="171729"/>
                  </a:cubicBezTo>
                  <a:cubicBezTo>
                    <a:pt x="31799" y="172368"/>
                    <a:pt x="31799" y="172368"/>
                    <a:pt x="31799" y="172368"/>
                  </a:cubicBezTo>
                  <a:lnTo>
                    <a:pt x="15185" y="181944"/>
                  </a:lnTo>
                  <a:cubicBezTo>
                    <a:pt x="13907" y="178752"/>
                    <a:pt x="13907" y="174921"/>
                    <a:pt x="13907" y="171729"/>
                  </a:cubicBezTo>
                  <a:cubicBezTo>
                    <a:pt x="13907" y="153854"/>
                    <a:pt x="26687" y="138532"/>
                    <a:pt x="43940" y="135979"/>
                  </a:cubicBezTo>
                  <a:lnTo>
                    <a:pt x="43940" y="135979"/>
                  </a:lnTo>
                  <a:close/>
                  <a:moveTo>
                    <a:pt x="50330" y="208756"/>
                  </a:moveTo>
                  <a:cubicBezTo>
                    <a:pt x="38828" y="208756"/>
                    <a:pt x="27965" y="203011"/>
                    <a:pt x="20936" y="194073"/>
                  </a:cubicBezTo>
                  <a:lnTo>
                    <a:pt x="36910" y="185135"/>
                  </a:lnTo>
                  <a:cubicBezTo>
                    <a:pt x="43940" y="192796"/>
                    <a:pt x="55441" y="192796"/>
                    <a:pt x="63109" y="186412"/>
                  </a:cubicBezTo>
                  <a:cubicBezTo>
                    <a:pt x="63748" y="185774"/>
                    <a:pt x="63748" y="185774"/>
                    <a:pt x="64388" y="185135"/>
                  </a:cubicBezTo>
                  <a:lnTo>
                    <a:pt x="80362" y="194073"/>
                  </a:lnTo>
                  <a:cubicBezTo>
                    <a:pt x="73333" y="203011"/>
                    <a:pt x="62470" y="208756"/>
                    <a:pt x="50330" y="208756"/>
                  </a:cubicBezTo>
                  <a:lnTo>
                    <a:pt x="50330" y="208756"/>
                  </a:lnTo>
                  <a:close/>
                  <a:moveTo>
                    <a:pt x="99532" y="165984"/>
                  </a:moveTo>
                  <a:cubicBezTo>
                    <a:pt x="96976" y="143640"/>
                    <a:pt x="79084" y="125764"/>
                    <a:pt x="56720" y="123211"/>
                  </a:cubicBezTo>
                  <a:lnTo>
                    <a:pt x="56720" y="98952"/>
                  </a:lnTo>
                  <a:cubicBezTo>
                    <a:pt x="79084" y="95760"/>
                    <a:pt x="96976" y="77885"/>
                    <a:pt x="99532" y="55541"/>
                  </a:cubicBezTo>
                  <a:cubicBezTo>
                    <a:pt x="100171" y="55541"/>
                    <a:pt x="100810" y="55541"/>
                    <a:pt x="101449" y="55541"/>
                  </a:cubicBezTo>
                  <a:lnTo>
                    <a:pt x="128926" y="55541"/>
                  </a:lnTo>
                  <a:cubicBezTo>
                    <a:pt x="131482" y="77885"/>
                    <a:pt x="149374" y="95760"/>
                    <a:pt x="171738" y="98952"/>
                  </a:cubicBezTo>
                  <a:lnTo>
                    <a:pt x="171738" y="123211"/>
                  </a:lnTo>
                  <a:cubicBezTo>
                    <a:pt x="149374" y="126403"/>
                    <a:pt x="132121" y="143640"/>
                    <a:pt x="128926" y="165984"/>
                  </a:cubicBezTo>
                  <a:lnTo>
                    <a:pt x="101449" y="165984"/>
                  </a:lnTo>
                  <a:cubicBezTo>
                    <a:pt x="100810" y="165345"/>
                    <a:pt x="100171" y="165345"/>
                    <a:pt x="99532" y="165984"/>
                  </a:cubicBezTo>
                  <a:lnTo>
                    <a:pt x="99532" y="165984"/>
                  </a:lnTo>
                  <a:close/>
                  <a:moveTo>
                    <a:pt x="141067" y="171729"/>
                  </a:moveTo>
                  <a:cubicBezTo>
                    <a:pt x="141067" y="153854"/>
                    <a:pt x="153847" y="138532"/>
                    <a:pt x="171738" y="135340"/>
                  </a:cubicBezTo>
                  <a:lnTo>
                    <a:pt x="171738" y="153854"/>
                  </a:lnTo>
                  <a:cubicBezTo>
                    <a:pt x="164070" y="156408"/>
                    <a:pt x="159597" y="163430"/>
                    <a:pt x="159597" y="171091"/>
                  </a:cubicBezTo>
                  <a:cubicBezTo>
                    <a:pt x="159597" y="171729"/>
                    <a:pt x="159597" y="171729"/>
                    <a:pt x="159597" y="171729"/>
                  </a:cubicBezTo>
                  <a:lnTo>
                    <a:pt x="142984" y="181305"/>
                  </a:lnTo>
                  <a:cubicBezTo>
                    <a:pt x="141706" y="178752"/>
                    <a:pt x="141067" y="175560"/>
                    <a:pt x="141067" y="171729"/>
                  </a:cubicBezTo>
                  <a:lnTo>
                    <a:pt x="141067" y="171729"/>
                  </a:lnTo>
                  <a:close/>
                  <a:moveTo>
                    <a:pt x="178128" y="165984"/>
                  </a:moveTo>
                  <a:cubicBezTo>
                    <a:pt x="181323" y="165984"/>
                    <a:pt x="183879" y="168537"/>
                    <a:pt x="183879" y="171729"/>
                  </a:cubicBezTo>
                  <a:cubicBezTo>
                    <a:pt x="183879" y="174921"/>
                    <a:pt x="181323" y="177475"/>
                    <a:pt x="178128" y="177475"/>
                  </a:cubicBezTo>
                  <a:cubicBezTo>
                    <a:pt x="174933" y="177475"/>
                    <a:pt x="172377" y="174921"/>
                    <a:pt x="172377" y="171729"/>
                  </a:cubicBezTo>
                  <a:lnTo>
                    <a:pt x="172377" y="171729"/>
                  </a:lnTo>
                  <a:cubicBezTo>
                    <a:pt x="172377" y="168537"/>
                    <a:pt x="174933" y="165984"/>
                    <a:pt x="178128" y="165984"/>
                  </a:cubicBezTo>
                  <a:lnTo>
                    <a:pt x="178128" y="165984"/>
                  </a:lnTo>
                  <a:close/>
                  <a:moveTo>
                    <a:pt x="178128" y="208756"/>
                  </a:moveTo>
                  <a:cubicBezTo>
                    <a:pt x="166627" y="208756"/>
                    <a:pt x="155764" y="203011"/>
                    <a:pt x="148734" y="194073"/>
                  </a:cubicBezTo>
                  <a:lnTo>
                    <a:pt x="164709" y="185135"/>
                  </a:lnTo>
                  <a:cubicBezTo>
                    <a:pt x="171738" y="192796"/>
                    <a:pt x="183240" y="192796"/>
                    <a:pt x="190908" y="186412"/>
                  </a:cubicBezTo>
                  <a:cubicBezTo>
                    <a:pt x="191547" y="185774"/>
                    <a:pt x="191547" y="185774"/>
                    <a:pt x="192186" y="185135"/>
                  </a:cubicBezTo>
                  <a:lnTo>
                    <a:pt x="208161" y="194073"/>
                  </a:lnTo>
                  <a:cubicBezTo>
                    <a:pt x="200493" y="203011"/>
                    <a:pt x="189630" y="208756"/>
                    <a:pt x="178128" y="208756"/>
                  </a:cubicBezTo>
                  <a:lnTo>
                    <a:pt x="178128" y="208756"/>
                  </a:lnTo>
                  <a:close/>
                  <a:moveTo>
                    <a:pt x="214551" y="171729"/>
                  </a:moveTo>
                  <a:cubicBezTo>
                    <a:pt x="214551" y="175560"/>
                    <a:pt x="213912" y="178752"/>
                    <a:pt x="213273" y="181944"/>
                  </a:cubicBezTo>
                  <a:lnTo>
                    <a:pt x="196659" y="172368"/>
                  </a:lnTo>
                  <a:cubicBezTo>
                    <a:pt x="196659" y="172368"/>
                    <a:pt x="196659" y="171729"/>
                    <a:pt x="196659" y="171729"/>
                  </a:cubicBezTo>
                  <a:cubicBezTo>
                    <a:pt x="196659" y="164068"/>
                    <a:pt x="191547" y="157046"/>
                    <a:pt x="184518" y="154492"/>
                  </a:cubicBezTo>
                  <a:lnTo>
                    <a:pt x="184518" y="135979"/>
                  </a:lnTo>
                  <a:cubicBezTo>
                    <a:pt x="201771" y="138532"/>
                    <a:pt x="214551" y="153854"/>
                    <a:pt x="214551" y="171729"/>
                  </a:cubicBezTo>
                  <a:lnTo>
                    <a:pt x="214551" y="171729"/>
                  </a:lnTo>
                  <a:close/>
                </a:path>
              </a:pathLst>
            </a:custGeom>
            <a:solidFill>
              <a:srgbClr val="26890D"/>
            </a:solidFill>
            <a:ln w="6390" cap="flat">
              <a:noFill/>
              <a:prstDash val="solid"/>
              <a:miter/>
            </a:ln>
          </p:spPr>
          <p:txBody>
            <a:bodyPr rtlCol="0" anchor="ctr"/>
            <a:lstStyle/>
            <a:p>
              <a:endParaRPr lang="en-US"/>
            </a:p>
          </p:txBody>
        </p:sp>
        <p:sp>
          <p:nvSpPr>
            <p:cNvPr id="339" name="Graphic 4">
              <a:extLst>
                <a:ext uri="{FF2B5EF4-FFF2-40B4-BE49-F238E27FC236}">
                  <a16:creationId xmlns:a16="http://schemas.microsoft.com/office/drawing/2014/main" id="{A4007C5A-E261-0943-915A-3217661F6D28}"/>
                </a:ext>
              </a:extLst>
            </p:cNvPr>
            <p:cNvSpPr/>
            <p:nvPr/>
          </p:nvSpPr>
          <p:spPr>
            <a:xfrm>
              <a:off x="5883215" y="1079055"/>
              <a:ext cx="12779" cy="40219"/>
            </a:xfrm>
            <a:custGeom>
              <a:avLst/>
              <a:gdLst>
                <a:gd name="connsiteX0" fmla="*/ 6390 w 12779"/>
                <a:gd name="connsiteY0" fmla="*/ 0 h 40219"/>
                <a:gd name="connsiteX1" fmla="*/ 0 w 12779"/>
                <a:gd name="connsiteY1" fmla="*/ 6384 h 40219"/>
                <a:gd name="connsiteX2" fmla="*/ 0 w 12779"/>
                <a:gd name="connsiteY2" fmla="*/ 33835 h 40219"/>
                <a:gd name="connsiteX3" fmla="*/ 6390 w 12779"/>
                <a:gd name="connsiteY3" fmla="*/ 40219 h 40219"/>
                <a:gd name="connsiteX4" fmla="*/ 12780 w 12779"/>
                <a:gd name="connsiteY4" fmla="*/ 33835 h 40219"/>
                <a:gd name="connsiteX5" fmla="*/ 12780 w 12779"/>
                <a:gd name="connsiteY5" fmla="*/ 6384 h 40219"/>
                <a:gd name="connsiteX6" fmla="*/ 6390 w 12779"/>
                <a:gd name="connsiteY6" fmla="*/ 0 h 4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40219">
                  <a:moveTo>
                    <a:pt x="6390" y="0"/>
                  </a:moveTo>
                  <a:cubicBezTo>
                    <a:pt x="2556" y="0"/>
                    <a:pt x="0" y="2554"/>
                    <a:pt x="0" y="6384"/>
                  </a:cubicBezTo>
                  <a:lnTo>
                    <a:pt x="0" y="33835"/>
                  </a:lnTo>
                  <a:cubicBezTo>
                    <a:pt x="0" y="37666"/>
                    <a:pt x="2556" y="40219"/>
                    <a:pt x="6390" y="40219"/>
                  </a:cubicBezTo>
                  <a:cubicBezTo>
                    <a:pt x="10224" y="40219"/>
                    <a:pt x="12780" y="37666"/>
                    <a:pt x="12780" y="33835"/>
                  </a:cubicBezTo>
                  <a:lnTo>
                    <a:pt x="12780" y="6384"/>
                  </a:lnTo>
                  <a:cubicBezTo>
                    <a:pt x="12780" y="2554"/>
                    <a:pt x="10224" y="0"/>
                    <a:pt x="6390" y="0"/>
                  </a:cubicBezTo>
                  <a:close/>
                </a:path>
              </a:pathLst>
            </a:custGeom>
            <a:solidFill>
              <a:srgbClr val="26890D"/>
            </a:solidFill>
            <a:ln w="6390" cap="flat">
              <a:noFill/>
              <a:prstDash val="solid"/>
              <a:miter/>
            </a:ln>
          </p:spPr>
          <p:txBody>
            <a:bodyPr rtlCol="0" anchor="ctr"/>
            <a:lstStyle/>
            <a:p>
              <a:endParaRPr lang="en-US"/>
            </a:p>
          </p:txBody>
        </p:sp>
      </p:grpSp>
      <p:grpSp>
        <p:nvGrpSpPr>
          <p:cNvPr id="340" name="Graphic 4">
            <a:extLst>
              <a:ext uri="{FF2B5EF4-FFF2-40B4-BE49-F238E27FC236}">
                <a16:creationId xmlns:a16="http://schemas.microsoft.com/office/drawing/2014/main" id="{9DDF6333-0A4B-234A-BE8D-54801AECD3A6}"/>
              </a:ext>
            </a:extLst>
          </p:cNvPr>
          <p:cNvGrpSpPr/>
          <p:nvPr/>
        </p:nvGrpSpPr>
        <p:grpSpPr>
          <a:xfrm>
            <a:off x="5708130" y="1402723"/>
            <a:ext cx="362313" cy="361971"/>
            <a:chOff x="5708130" y="1402723"/>
            <a:chExt cx="362313" cy="361971"/>
          </a:xfrm>
          <a:solidFill>
            <a:srgbClr val="26890D"/>
          </a:solidFill>
        </p:grpSpPr>
        <p:sp>
          <p:nvSpPr>
            <p:cNvPr id="341" name="Graphic 4">
              <a:extLst>
                <a:ext uri="{FF2B5EF4-FFF2-40B4-BE49-F238E27FC236}">
                  <a16:creationId xmlns:a16="http://schemas.microsoft.com/office/drawing/2014/main" id="{DDCC2AF1-0787-3B4D-BA84-BE30CBE44A54}"/>
                </a:ext>
              </a:extLst>
            </p:cNvPr>
            <p:cNvSpPr/>
            <p:nvPr/>
          </p:nvSpPr>
          <p:spPr>
            <a:xfrm>
              <a:off x="5708130" y="14027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8565 h 361971"/>
                <a:gd name="connsiteX7" fmla="*/ 12780 w 362313"/>
                <a:gd name="connsiteY7" fmla="*/ 180667 h 361971"/>
                <a:gd name="connsiteX8" fmla="*/ 180835 w 362313"/>
                <a:gd name="connsiteY8" fmla="*/ 12130 h 361971"/>
                <a:gd name="connsiteX9" fmla="*/ 349530 w 362313"/>
                <a:gd name="connsiteY9" fmla="*/ 180028 h 361971"/>
                <a:gd name="connsiteX10" fmla="*/ 349530 w 362313"/>
                <a:gd name="connsiteY10" fmla="*/ 180028 h 361971"/>
                <a:gd name="connsiteX11" fmla="*/ 181474 w 362313"/>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181474" y="348565"/>
                  </a:moveTo>
                  <a:cubicBezTo>
                    <a:pt x="88181" y="348565"/>
                    <a:pt x="12780" y="273234"/>
                    <a:pt x="12780" y="180667"/>
                  </a:cubicBezTo>
                  <a:cubicBezTo>
                    <a:pt x="12780" y="88099"/>
                    <a:pt x="88181" y="12130"/>
                    <a:pt x="180835" y="12130"/>
                  </a:cubicBezTo>
                  <a:cubicBezTo>
                    <a:pt x="274128" y="12130"/>
                    <a:pt x="349530" y="87461"/>
                    <a:pt x="349530" y="180028"/>
                  </a:cubicBezTo>
                  <a:lnTo>
                    <a:pt x="349530" y="180028"/>
                  </a:lnTo>
                  <a:cubicBezTo>
                    <a:pt x="349530" y="273234"/>
                    <a:pt x="274767" y="348565"/>
                    <a:pt x="181474" y="348565"/>
                  </a:cubicBezTo>
                  <a:close/>
                </a:path>
              </a:pathLst>
            </a:custGeom>
            <a:solidFill>
              <a:srgbClr val="26890D"/>
            </a:solidFill>
            <a:ln w="6390" cap="flat">
              <a:noFill/>
              <a:prstDash val="solid"/>
              <a:miter/>
            </a:ln>
          </p:spPr>
          <p:txBody>
            <a:bodyPr rtlCol="0" anchor="ctr"/>
            <a:lstStyle/>
            <a:p>
              <a:endParaRPr lang="en-US"/>
            </a:p>
          </p:txBody>
        </p:sp>
        <p:sp>
          <p:nvSpPr>
            <p:cNvPr id="342" name="Graphic 4">
              <a:extLst>
                <a:ext uri="{FF2B5EF4-FFF2-40B4-BE49-F238E27FC236}">
                  <a16:creationId xmlns:a16="http://schemas.microsoft.com/office/drawing/2014/main" id="{3D63BAFD-0927-454F-AD7B-988440FCF192}"/>
                </a:ext>
              </a:extLst>
            </p:cNvPr>
            <p:cNvSpPr/>
            <p:nvPr/>
          </p:nvSpPr>
          <p:spPr>
            <a:xfrm>
              <a:off x="5774586" y="1543171"/>
              <a:ext cx="194893" cy="93206"/>
            </a:xfrm>
            <a:custGeom>
              <a:avLst/>
              <a:gdLst>
                <a:gd name="connsiteX0" fmla="*/ 194893 w 194893"/>
                <a:gd name="connsiteY0" fmla="*/ 6384 h 93206"/>
                <a:gd name="connsiteX1" fmla="*/ 188503 w 194893"/>
                <a:gd name="connsiteY1" fmla="*/ 0 h 93206"/>
                <a:gd name="connsiteX2" fmla="*/ 159748 w 194893"/>
                <a:gd name="connsiteY2" fmla="*/ 44688 h 93206"/>
                <a:gd name="connsiteX3" fmla="*/ 143134 w 194893"/>
                <a:gd name="connsiteY3" fmla="*/ 79800 h 93206"/>
                <a:gd name="connsiteX4" fmla="*/ 126521 w 194893"/>
                <a:gd name="connsiteY4" fmla="*/ 44688 h 93206"/>
                <a:gd name="connsiteX5" fmla="*/ 118853 w 194893"/>
                <a:gd name="connsiteY5" fmla="*/ 20429 h 93206"/>
                <a:gd name="connsiteX6" fmla="*/ 127160 w 194893"/>
                <a:gd name="connsiteY6" fmla="*/ 17875 h 93206"/>
                <a:gd name="connsiteX7" fmla="*/ 130354 w 194893"/>
                <a:gd name="connsiteY7" fmla="*/ 14045 h 93206"/>
                <a:gd name="connsiteX8" fmla="*/ 130354 w 194893"/>
                <a:gd name="connsiteY8" fmla="*/ 5107 h 93206"/>
                <a:gd name="connsiteX9" fmla="*/ 121409 w 194893"/>
                <a:gd name="connsiteY9" fmla="*/ 5107 h 93206"/>
                <a:gd name="connsiteX10" fmla="*/ 121409 w 194893"/>
                <a:gd name="connsiteY10" fmla="*/ 5107 h 93206"/>
                <a:gd name="connsiteX11" fmla="*/ 116297 w 194893"/>
                <a:gd name="connsiteY11" fmla="*/ 11491 h 93206"/>
                <a:gd name="connsiteX12" fmla="*/ 115658 w 194893"/>
                <a:gd name="connsiteY12" fmla="*/ 13406 h 93206"/>
                <a:gd name="connsiteX13" fmla="*/ 97766 w 194893"/>
                <a:gd name="connsiteY13" fmla="*/ 0 h 93206"/>
                <a:gd name="connsiteX14" fmla="*/ 69650 w 194893"/>
                <a:gd name="connsiteY14" fmla="*/ 40857 h 93206"/>
                <a:gd name="connsiteX15" fmla="*/ 69650 w 194893"/>
                <a:gd name="connsiteY15" fmla="*/ 40857 h 93206"/>
                <a:gd name="connsiteX16" fmla="*/ 61982 w 194893"/>
                <a:gd name="connsiteY16" fmla="*/ 35750 h 93206"/>
                <a:gd name="connsiteX17" fmla="*/ 56870 w 194893"/>
                <a:gd name="connsiteY17" fmla="*/ 43411 h 93206"/>
                <a:gd name="connsiteX18" fmla="*/ 56870 w 194893"/>
                <a:gd name="connsiteY18" fmla="*/ 44049 h 93206"/>
                <a:gd name="connsiteX19" fmla="*/ 58788 w 194893"/>
                <a:gd name="connsiteY19" fmla="*/ 50433 h 93206"/>
                <a:gd name="connsiteX20" fmla="*/ 65177 w 194893"/>
                <a:gd name="connsiteY20" fmla="*/ 54902 h 93206"/>
                <a:gd name="connsiteX21" fmla="*/ 65177 w 194893"/>
                <a:gd name="connsiteY21" fmla="*/ 54902 h 93206"/>
                <a:gd name="connsiteX22" fmla="*/ 51758 w 194893"/>
                <a:gd name="connsiteY22" fmla="*/ 79800 h 93206"/>
                <a:gd name="connsiteX23" fmla="*/ 35145 w 194893"/>
                <a:gd name="connsiteY23" fmla="*/ 44688 h 93206"/>
                <a:gd name="connsiteX24" fmla="*/ 6390 w 194893"/>
                <a:gd name="connsiteY24" fmla="*/ 0 h 93206"/>
                <a:gd name="connsiteX25" fmla="*/ 0 w 194893"/>
                <a:gd name="connsiteY25" fmla="*/ 6384 h 93206"/>
                <a:gd name="connsiteX26" fmla="*/ 6390 w 194893"/>
                <a:gd name="connsiteY26" fmla="*/ 12768 h 93206"/>
                <a:gd name="connsiteX27" fmla="*/ 23004 w 194893"/>
                <a:gd name="connsiteY27" fmla="*/ 48518 h 93206"/>
                <a:gd name="connsiteX28" fmla="*/ 51758 w 194893"/>
                <a:gd name="connsiteY28" fmla="*/ 93206 h 93206"/>
                <a:gd name="connsiteX29" fmla="*/ 80513 w 194893"/>
                <a:gd name="connsiteY29" fmla="*/ 48518 h 93206"/>
                <a:gd name="connsiteX30" fmla="*/ 97127 w 194893"/>
                <a:gd name="connsiteY30" fmla="*/ 12768 h 93206"/>
                <a:gd name="connsiteX31" fmla="*/ 113741 w 194893"/>
                <a:gd name="connsiteY31" fmla="*/ 48518 h 93206"/>
                <a:gd name="connsiteX32" fmla="*/ 142496 w 194893"/>
                <a:gd name="connsiteY32" fmla="*/ 93206 h 93206"/>
                <a:gd name="connsiteX33" fmla="*/ 171250 w 194893"/>
                <a:gd name="connsiteY33" fmla="*/ 48518 h 93206"/>
                <a:gd name="connsiteX34" fmla="*/ 187864 w 194893"/>
                <a:gd name="connsiteY34" fmla="*/ 12768 h 93206"/>
                <a:gd name="connsiteX35" fmla="*/ 194254 w 194893"/>
                <a:gd name="connsiteY35" fmla="*/ 6384 h 93206"/>
                <a:gd name="connsiteX36" fmla="*/ 194893 w 194893"/>
                <a:gd name="connsiteY36" fmla="*/ 6384 h 93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4893" h="93206">
                  <a:moveTo>
                    <a:pt x="194893" y="6384"/>
                  </a:moveTo>
                  <a:cubicBezTo>
                    <a:pt x="194893" y="2554"/>
                    <a:pt x="192337" y="0"/>
                    <a:pt x="188503" y="0"/>
                  </a:cubicBezTo>
                  <a:cubicBezTo>
                    <a:pt x="172528" y="0"/>
                    <a:pt x="166138" y="21706"/>
                    <a:pt x="159748" y="44688"/>
                  </a:cubicBezTo>
                  <a:cubicBezTo>
                    <a:pt x="155914" y="58733"/>
                    <a:pt x="149524" y="79800"/>
                    <a:pt x="143134" y="79800"/>
                  </a:cubicBezTo>
                  <a:cubicBezTo>
                    <a:pt x="136744" y="79800"/>
                    <a:pt x="130354" y="58733"/>
                    <a:pt x="126521" y="44688"/>
                  </a:cubicBezTo>
                  <a:cubicBezTo>
                    <a:pt x="124604" y="36389"/>
                    <a:pt x="121409" y="28089"/>
                    <a:pt x="118853" y="20429"/>
                  </a:cubicBezTo>
                  <a:cubicBezTo>
                    <a:pt x="122048" y="22344"/>
                    <a:pt x="125882" y="21067"/>
                    <a:pt x="127160" y="17875"/>
                  </a:cubicBezTo>
                  <a:cubicBezTo>
                    <a:pt x="127799" y="16598"/>
                    <a:pt x="129077" y="15322"/>
                    <a:pt x="130354" y="14045"/>
                  </a:cubicBezTo>
                  <a:cubicBezTo>
                    <a:pt x="132911" y="11491"/>
                    <a:pt x="132911" y="7661"/>
                    <a:pt x="130354" y="5107"/>
                  </a:cubicBezTo>
                  <a:cubicBezTo>
                    <a:pt x="127799" y="2554"/>
                    <a:pt x="123965" y="2554"/>
                    <a:pt x="121409" y="5107"/>
                  </a:cubicBezTo>
                  <a:cubicBezTo>
                    <a:pt x="121409" y="5107"/>
                    <a:pt x="121409" y="5107"/>
                    <a:pt x="121409" y="5107"/>
                  </a:cubicBezTo>
                  <a:cubicBezTo>
                    <a:pt x="119492" y="7022"/>
                    <a:pt x="117575" y="8938"/>
                    <a:pt x="116297" y="11491"/>
                  </a:cubicBezTo>
                  <a:cubicBezTo>
                    <a:pt x="115658" y="12130"/>
                    <a:pt x="115658" y="12768"/>
                    <a:pt x="115658" y="13406"/>
                  </a:cubicBezTo>
                  <a:cubicBezTo>
                    <a:pt x="111185" y="5107"/>
                    <a:pt x="106073" y="0"/>
                    <a:pt x="97766" y="0"/>
                  </a:cubicBezTo>
                  <a:cubicBezTo>
                    <a:pt x="82430" y="0"/>
                    <a:pt x="76040" y="19152"/>
                    <a:pt x="69650" y="40857"/>
                  </a:cubicBezTo>
                  <a:lnTo>
                    <a:pt x="69650" y="40857"/>
                  </a:lnTo>
                  <a:cubicBezTo>
                    <a:pt x="69011" y="37665"/>
                    <a:pt x="65177" y="35112"/>
                    <a:pt x="61982" y="35750"/>
                  </a:cubicBezTo>
                  <a:cubicBezTo>
                    <a:pt x="58788" y="36389"/>
                    <a:pt x="56231" y="40219"/>
                    <a:pt x="56870" y="43411"/>
                  </a:cubicBezTo>
                  <a:cubicBezTo>
                    <a:pt x="56870" y="43411"/>
                    <a:pt x="56870" y="44049"/>
                    <a:pt x="56870" y="44049"/>
                  </a:cubicBezTo>
                  <a:lnTo>
                    <a:pt x="58788" y="50433"/>
                  </a:lnTo>
                  <a:cubicBezTo>
                    <a:pt x="59426" y="52987"/>
                    <a:pt x="61982" y="54902"/>
                    <a:pt x="65177" y="54902"/>
                  </a:cubicBezTo>
                  <a:lnTo>
                    <a:pt x="65177" y="54902"/>
                  </a:lnTo>
                  <a:cubicBezTo>
                    <a:pt x="61343" y="67032"/>
                    <a:pt x="56870" y="79800"/>
                    <a:pt x="51758" y="79800"/>
                  </a:cubicBezTo>
                  <a:cubicBezTo>
                    <a:pt x="45368" y="79800"/>
                    <a:pt x="38978" y="58733"/>
                    <a:pt x="35145" y="44688"/>
                  </a:cubicBezTo>
                  <a:cubicBezTo>
                    <a:pt x="28755" y="21706"/>
                    <a:pt x="22365" y="0"/>
                    <a:pt x="6390" y="0"/>
                  </a:cubicBezTo>
                  <a:cubicBezTo>
                    <a:pt x="2556" y="0"/>
                    <a:pt x="0" y="2554"/>
                    <a:pt x="0" y="6384"/>
                  </a:cubicBezTo>
                  <a:cubicBezTo>
                    <a:pt x="0" y="10214"/>
                    <a:pt x="2556" y="12768"/>
                    <a:pt x="6390" y="12768"/>
                  </a:cubicBezTo>
                  <a:cubicBezTo>
                    <a:pt x="12780" y="12768"/>
                    <a:pt x="19170" y="33835"/>
                    <a:pt x="23004" y="48518"/>
                  </a:cubicBezTo>
                  <a:cubicBezTo>
                    <a:pt x="29394" y="71501"/>
                    <a:pt x="35783" y="93206"/>
                    <a:pt x="51758" y="93206"/>
                  </a:cubicBezTo>
                  <a:cubicBezTo>
                    <a:pt x="67733" y="93206"/>
                    <a:pt x="74123" y="71501"/>
                    <a:pt x="80513" y="48518"/>
                  </a:cubicBezTo>
                  <a:cubicBezTo>
                    <a:pt x="84347" y="34473"/>
                    <a:pt x="90737" y="12768"/>
                    <a:pt x="97127" y="12768"/>
                  </a:cubicBezTo>
                  <a:cubicBezTo>
                    <a:pt x="103517" y="12768"/>
                    <a:pt x="109907" y="33835"/>
                    <a:pt x="113741" y="48518"/>
                  </a:cubicBezTo>
                  <a:cubicBezTo>
                    <a:pt x="120131" y="71501"/>
                    <a:pt x="126521" y="93206"/>
                    <a:pt x="142496" y="93206"/>
                  </a:cubicBezTo>
                  <a:cubicBezTo>
                    <a:pt x="158470" y="93206"/>
                    <a:pt x="164860" y="71501"/>
                    <a:pt x="171250" y="48518"/>
                  </a:cubicBezTo>
                  <a:cubicBezTo>
                    <a:pt x="175084" y="34473"/>
                    <a:pt x="181474" y="12768"/>
                    <a:pt x="187864" y="12768"/>
                  </a:cubicBezTo>
                  <a:cubicBezTo>
                    <a:pt x="191698" y="12768"/>
                    <a:pt x="194254" y="10214"/>
                    <a:pt x="194254" y="6384"/>
                  </a:cubicBezTo>
                  <a:cubicBezTo>
                    <a:pt x="194893" y="7022"/>
                    <a:pt x="194893" y="7022"/>
                    <a:pt x="194893" y="6384"/>
                  </a:cubicBezTo>
                  <a:close/>
                </a:path>
              </a:pathLst>
            </a:custGeom>
            <a:solidFill>
              <a:srgbClr val="26890D"/>
            </a:solidFill>
            <a:ln w="6390" cap="flat">
              <a:noFill/>
              <a:prstDash val="solid"/>
              <a:miter/>
            </a:ln>
          </p:spPr>
          <p:txBody>
            <a:bodyPr rtlCol="0" anchor="ctr"/>
            <a:lstStyle/>
            <a:p>
              <a:endParaRPr lang="en-US"/>
            </a:p>
          </p:txBody>
        </p:sp>
        <p:sp>
          <p:nvSpPr>
            <p:cNvPr id="343" name="Graphic 4">
              <a:extLst>
                <a:ext uri="{FF2B5EF4-FFF2-40B4-BE49-F238E27FC236}">
                  <a16:creationId xmlns:a16="http://schemas.microsoft.com/office/drawing/2014/main" id="{2D244130-3066-BB46-AA6F-96E148403AEE}"/>
                </a:ext>
              </a:extLst>
            </p:cNvPr>
            <p:cNvSpPr/>
            <p:nvPr/>
          </p:nvSpPr>
          <p:spPr>
            <a:xfrm>
              <a:off x="5936451" y="1617424"/>
              <a:ext cx="17691" cy="17037"/>
            </a:xfrm>
            <a:custGeom>
              <a:avLst/>
              <a:gdLst>
                <a:gd name="connsiteX0" fmla="*/ 14497 w 17691"/>
                <a:gd name="connsiteY0" fmla="*/ 5546 h 17037"/>
                <a:gd name="connsiteX1" fmla="*/ 11941 w 17691"/>
                <a:gd name="connsiteY1" fmla="*/ 2992 h 17037"/>
                <a:gd name="connsiteX2" fmla="*/ 2995 w 17691"/>
                <a:gd name="connsiteY2" fmla="*/ 1077 h 17037"/>
                <a:gd name="connsiteX3" fmla="*/ 1078 w 17691"/>
                <a:gd name="connsiteY3" fmla="*/ 10015 h 17037"/>
                <a:gd name="connsiteX4" fmla="*/ 1717 w 17691"/>
                <a:gd name="connsiteY4" fmla="*/ 10653 h 17037"/>
                <a:gd name="connsiteX5" fmla="*/ 8107 w 17691"/>
                <a:gd name="connsiteY5" fmla="*/ 16399 h 17037"/>
                <a:gd name="connsiteX6" fmla="*/ 11302 w 17691"/>
                <a:gd name="connsiteY6" fmla="*/ 17037 h 17037"/>
                <a:gd name="connsiteX7" fmla="*/ 17692 w 17691"/>
                <a:gd name="connsiteY7" fmla="*/ 10653 h 17037"/>
                <a:gd name="connsiteX8" fmla="*/ 14497 w 17691"/>
                <a:gd name="connsiteY8" fmla="*/ 5546 h 17037"/>
                <a:gd name="connsiteX9" fmla="*/ 14497 w 17691"/>
                <a:gd name="connsiteY9" fmla="*/ 5546 h 17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91" h="17037">
                  <a:moveTo>
                    <a:pt x="14497" y="5546"/>
                  </a:moveTo>
                  <a:cubicBezTo>
                    <a:pt x="13219" y="4908"/>
                    <a:pt x="12580" y="3631"/>
                    <a:pt x="11941" y="2992"/>
                  </a:cubicBezTo>
                  <a:cubicBezTo>
                    <a:pt x="10024" y="-200"/>
                    <a:pt x="6190" y="-838"/>
                    <a:pt x="2995" y="1077"/>
                  </a:cubicBezTo>
                  <a:cubicBezTo>
                    <a:pt x="-200" y="2992"/>
                    <a:pt x="-839" y="6823"/>
                    <a:pt x="1078" y="10015"/>
                  </a:cubicBezTo>
                  <a:cubicBezTo>
                    <a:pt x="1078" y="10653"/>
                    <a:pt x="1717" y="10653"/>
                    <a:pt x="1717" y="10653"/>
                  </a:cubicBezTo>
                  <a:cubicBezTo>
                    <a:pt x="3634" y="13207"/>
                    <a:pt x="5551" y="15122"/>
                    <a:pt x="8107" y="16399"/>
                  </a:cubicBezTo>
                  <a:cubicBezTo>
                    <a:pt x="9385" y="17037"/>
                    <a:pt x="10024" y="17037"/>
                    <a:pt x="11302" y="17037"/>
                  </a:cubicBezTo>
                  <a:cubicBezTo>
                    <a:pt x="15136" y="17037"/>
                    <a:pt x="17692" y="14484"/>
                    <a:pt x="17692" y="10653"/>
                  </a:cubicBezTo>
                  <a:cubicBezTo>
                    <a:pt x="17692" y="8738"/>
                    <a:pt x="16414" y="6823"/>
                    <a:pt x="14497" y="5546"/>
                  </a:cubicBezTo>
                  <a:lnTo>
                    <a:pt x="14497" y="5546"/>
                  </a:lnTo>
                  <a:close/>
                </a:path>
              </a:pathLst>
            </a:custGeom>
            <a:solidFill>
              <a:srgbClr val="26890D"/>
            </a:solidFill>
            <a:ln w="6390" cap="flat">
              <a:noFill/>
              <a:prstDash val="solid"/>
              <a:miter/>
            </a:ln>
          </p:spPr>
          <p:txBody>
            <a:bodyPr rtlCol="0" anchor="ctr"/>
            <a:lstStyle/>
            <a:p>
              <a:endParaRPr lang="en-US"/>
            </a:p>
          </p:txBody>
        </p:sp>
        <p:sp>
          <p:nvSpPr>
            <p:cNvPr id="344" name="Graphic 4">
              <a:extLst>
                <a:ext uri="{FF2B5EF4-FFF2-40B4-BE49-F238E27FC236}">
                  <a16:creationId xmlns:a16="http://schemas.microsoft.com/office/drawing/2014/main" id="{13F1B5A1-A38D-B740-8F8F-2B4A04884F22}"/>
                </a:ext>
              </a:extLst>
            </p:cNvPr>
            <p:cNvSpPr/>
            <p:nvPr/>
          </p:nvSpPr>
          <p:spPr>
            <a:xfrm>
              <a:off x="5978574" y="1549754"/>
              <a:ext cx="15625" cy="18314"/>
            </a:xfrm>
            <a:custGeom>
              <a:avLst/>
              <a:gdLst>
                <a:gd name="connsiteX0" fmla="*/ 4324 w 15625"/>
                <a:gd name="connsiteY0" fmla="*/ 2993 h 18314"/>
                <a:gd name="connsiteX1" fmla="*/ 490 w 15625"/>
                <a:gd name="connsiteY1" fmla="*/ 9376 h 18314"/>
                <a:gd name="connsiteX2" fmla="*/ 3685 w 15625"/>
                <a:gd name="connsiteY2" fmla="*/ 17676 h 18314"/>
                <a:gd name="connsiteX3" fmla="*/ 6240 w 15625"/>
                <a:gd name="connsiteY3" fmla="*/ 18314 h 18314"/>
                <a:gd name="connsiteX4" fmla="*/ 11992 w 15625"/>
                <a:gd name="connsiteY4" fmla="*/ 14484 h 18314"/>
                <a:gd name="connsiteX5" fmla="*/ 14548 w 15625"/>
                <a:gd name="connsiteY5" fmla="*/ 10015 h 18314"/>
                <a:gd name="connsiteX6" fmla="*/ 12630 w 15625"/>
                <a:gd name="connsiteY6" fmla="*/ 1077 h 18314"/>
                <a:gd name="connsiteX7" fmla="*/ 4324 w 15625"/>
                <a:gd name="connsiteY7" fmla="*/ 2993 h 1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25" h="18314">
                  <a:moveTo>
                    <a:pt x="4324" y="2993"/>
                  </a:moveTo>
                  <a:cubicBezTo>
                    <a:pt x="3046" y="4908"/>
                    <a:pt x="1768" y="7461"/>
                    <a:pt x="490" y="9376"/>
                  </a:cubicBezTo>
                  <a:cubicBezTo>
                    <a:pt x="-788" y="12568"/>
                    <a:pt x="490" y="16399"/>
                    <a:pt x="3685" y="17676"/>
                  </a:cubicBezTo>
                  <a:cubicBezTo>
                    <a:pt x="4324" y="18314"/>
                    <a:pt x="5602" y="18314"/>
                    <a:pt x="6240" y="18314"/>
                  </a:cubicBezTo>
                  <a:cubicBezTo>
                    <a:pt x="8797" y="18314"/>
                    <a:pt x="10714" y="17037"/>
                    <a:pt x="11992" y="14484"/>
                  </a:cubicBezTo>
                  <a:cubicBezTo>
                    <a:pt x="12630" y="12568"/>
                    <a:pt x="13908" y="11292"/>
                    <a:pt x="14548" y="10015"/>
                  </a:cubicBezTo>
                  <a:cubicBezTo>
                    <a:pt x="16465" y="6823"/>
                    <a:pt x="15825" y="2993"/>
                    <a:pt x="12630" y="1077"/>
                  </a:cubicBezTo>
                  <a:cubicBezTo>
                    <a:pt x="10714" y="-838"/>
                    <a:pt x="6240" y="-199"/>
                    <a:pt x="4324" y="2993"/>
                  </a:cubicBezTo>
                  <a:close/>
                </a:path>
              </a:pathLst>
            </a:custGeom>
            <a:solidFill>
              <a:srgbClr val="26890D"/>
            </a:solidFill>
            <a:ln w="6390" cap="flat">
              <a:noFill/>
              <a:prstDash val="solid"/>
              <a:miter/>
            </a:ln>
          </p:spPr>
          <p:txBody>
            <a:bodyPr rtlCol="0" anchor="ctr"/>
            <a:lstStyle/>
            <a:p>
              <a:endParaRPr lang="en-US"/>
            </a:p>
          </p:txBody>
        </p:sp>
        <p:sp>
          <p:nvSpPr>
            <p:cNvPr id="345" name="Graphic 4">
              <a:extLst>
                <a:ext uri="{FF2B5EF4-FFF2-40B4-BE49-F238E27FC236}">
                  <a16:creationId xmlns:a16="http://schemas.microsoft.com/office/drawing/2014/main" id="{72548ED1-38D4-7A49-9A4A-7E10FB26F0E7}"/>
                </a:ext>
              </a:extLst>
            </p:cNvPr>
            <p:cNvSpPr/>
            <p:nvPr/>
          </p:nvSpPr>
          <p:spPr>
            <a:xfrm>
              <a:off x="5965244" y="1591933"/>
              <a:ext cx="14580" cy="18907"/>
            </a:xfrm>
            <a:custGeom>
              <a:avLst/>
              <a:gdLst>
                <a:gd name="connsiteX0" fmla="*/ 9985 w 14580"/>
                <a:gd name="connsiteY0" fmla="*/ 394 h 18907"/>
                <a:gd name="connsiteX1" fmla="*/ 2317 w 14580"/>
                <a:gd name="connsiteY1" fmla="*/ 4863 h 18907"/>
                <a:gd name="connsiteX2" fmla="*/ 400 w 14580"/>
                <a:gd name="connsiteY2" fmla="*/ 10608 h 18907"/>
                <a:gd name="connsiteX3" fmla="*/ 4234 w 14580"/>
                <a:gd name="connsiteY3" fmla="*/ 18907 h 18907"/>
                <a:gd name="connsiteX4" fmla="*/ 4234 w 14580"/>
                <a:gd name="connsiteY4" fmla="*/ 18907 h 18907"/>
                <a:gd name="connsiteX5" fmla="*/ 6151 w 14580"/>
                <a:gd name="connsiteY5" fmla="*/ 18907 h 18907"/>
                <a:gd name="connsiteX6" fmla="*/ 12541 w 14580"/>
                <a:gd name="connsiteY6" fmla="*/ 14439 h 18907"/>
                <a:gd name="connsiteX7" fmla="*/ 14458 w 14580"/>
                <a:gd name="connsiteY7" fmla="*/ 8055 h 18907"/>
                <a:gd name="connsiteX8" fmla="*/ 9985 w 14580"/>
                <a:gd name="connsiteY8" fmla="*/ 394 h 1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80" h="18907">
                  <a:moveTo>
                    <a:pt x="9985" y="394"/>
                  </a:moveTo>
                  <a:cubicBezTo>
                    <a:pt x="6790" y="-883"/>
                    <a:pt x="2956" y="1032"/>
                    <a:pt x="2317" y="4863"/>
                  </a:cubicBezTo>
                  <a:cubicBezTo>
                    <a:pt x="1678" y="6778"/>
                    <a:pt x="1039" y="8693"/>
                    <a:pt x="400" y="10608"/>
                  </a:cubicBezTo>
                  <a:cubicBezTo>
                    <a:pt x="-878" y="13800"/>
                    <a:pt x="1039" y="17631"/>
                    <a:pt x="4234" y="18907"/>
                  </a:cubicBezTo>
                  <a:cubicBezTo>
                    <a:pt x="4234" y="18907"/>
                    <a:pt x="4234" y="18907"/>
                    <a:pt x="4234" y="18907"/>
                  </a:cubicBezTo>
                  <a:cubicBezTo>
                    <a:pt x="4873" y="18907"/>
                    <a:pt x="5512" y="18907"/>
                    <a:pt x="6151" y="18907"/>
                  </a:cubicBezTo>
                  <a:cubicBezTo>
                    <a:pt x="9346" y="18907"/>
                    <a:pt x="11902" y="16992"/>
                    <a:pt x="12541" y="14439"/>
                  </a:cubicBezTo>
                  <a:cubicBezTo>
                    <a:pt x="13180" y="12523"/>
                    <a:pt x="13819" y="10608"/>
                    <a:pt x="14458" y="8055"/>
                  </a:cubicBezTo>
                  <a:cubicBezTo>
                    <a:pt x="15097" y="4224"/>
                    <a:pt x="13180" y="1032"/>
                    <a:pt x="9985" y="394"/>
                  </a:cubicBezTo>
                  <a:close/>
                </a:path>
              </a:pathLst>
            </a:custGeom>
            <a:solidFill>
              <a:srgbClr val="26890D"/>
            </a:solidFill>
            <a:ln w="6390" cap="flat">
              <a:noFill/>
              <a:prstDash val="solid"/>
              <a:miter/>
            </a:ln>
          </p:spPr>
          <p:txBody>
            <a:bodyPr rtlCol="0" anchor="ctr"/>
            <a:lstStyle/>
            <a:p>
              <a:endParaRPr lang="en-US"/>
            </a:p>
          </p:txBody>
        </p:sp>
        <p:sp>
          <p:nvSpPr>
            <p:cNvPr id="346" name="Graphic 4">
              <a:extLst>
                <a:ext uri="{FF2B5EF4-FFF2-40B4-BE49-F238E27FC236}">
                  <a16:creationId xmlns:a16="http://schemas.microsoft.com/office/drawing/2014/main" id="{FD77BD1F-212B-0442-AF03-FA3DC3C786DB}"/>
                </a:ext>
              </a:extLst>
            </p:cNvPr>
            <p:cNvSpPr/>
            <p:nvPr/>
          </p:nvSpPr>
          <p:spPr>
            <a:xfrm>
              <a:off x="5918598" y="1565753"/>
              <a:ext cx="14794" cy="19249"/>
            </a:xfrm>
            <a:custGeom>
              <a:avLst/>
              <a:gdLst>
                <a:gd name="connsiteX0" fmla="*/ 2317 w 14794"/>
                <a:gd name="connsiteY0" fmla="*/ 14445 h 19249"/>
                <a:gd name="connsiteX1" fmla="*/ 9985 w 14794"/>
                <a:gd name="connsiteY1" fmla="*/ 18914 h 19249"/>
                <a:gd name="connsiteX2" fmla="*/ 14458 w 14794"/>
                <a:gd name="connsiteY2" fmla="*/ 11253 h 19249"/>
                <a:gd name="connsiteX3" fmla="*/ 14458 w 14794"/>
                <a:gd name="connsiteY3" fmla="*/ 10614 h 19249"/>
                <a:gd name="connsiteX4" fmla="*/ 12541 w 14794"/>
                <a:gd name="connsiteY4" fmla="*/ 4230 h 19249"/>
                <a:gd name="connsiteX5" fmla="*/ 4235 w 14794"/>
                <a:gd name="connsiteY5" fmla="*/ 400 h 19249"/>
                <a:gd name="connsiteX6" fmla="*/ 400 w 14794"/>
                <a:gd name="connsiteY6" fmla="*/ 8699 h 19249"/>
                <a:gd name="connsiteX7" fmla="*/ 400 w 14794"/>
                <a:gd name="connsiteY7" fmla="*/ 8699 h 19249"/>
                <a:gd name="connsiteX8" fmla="*/ 2317 w 14794"/>
                <a:gd name="connsiteY8" fmla="*/ 14445 h 19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4" h="19249">
                  <a:moveTo>
                    <a:pt x="2317" y="14445"/>
                  </a:moveTo>
                  <a:cubicBezTo>
                    <a:pt x="2956" y="17637"/>
                    <a:pt x="6790" y="20190"/>
                    <a:pt x="9985" y="18914"/>
                  </a:cubicBezTo>
                  <a:cubicBezTo>
                    <a:pt x="13180" y="18275"/>
                    <a:pt x="15736" y="14445"/>
                    <a:pt x="14458" y="11253"/>
                  </a:cubicBezTo>
                  <a:cubicBezTo>
                    <a:pt x="14458" y="11253"/>
                    <a:pt x="14458" y="10614"/>
                    <a:pt x="14458" y="10614"/>
                  </a:cubicBezTo>
                  <a:cubicBezTo>
                    <a:pt x="13819" y="8699"/>
                    <a:pt x="13180" y="6146"/>
                    <a:pt x="12541" y="4230"/>
                  </a:cubicBezTo>
                  <a:cubicBezTo>
                    <a:pt x="11263" y="1038"/>
                    <a:pt x="7429" y="-877"/>
                    <a:pt x="4235" y="400"/>
                  </a:cubicBezTo>
                  <a:cubicBezTo>
                    <a:pt x="1040" y="1677"/>
                    <a:pt x="-878" y="5507"/>
                    <a:pt x="400" y="8699"/>
                  </a:cubicBezTo>
                  <a:lnTo>
                    <a:pt x="400" y="8699"/>
                  </a:lnTo>
                  <a:cubicBezTo>
                    <a:pt x="1040" y="9976"/>
                    <a:pt x="1678" y="12530"/>
                    <a:pt x="2317" y="14445"/>
                  </a:cubicBezTo>
                  <a:close/>
                </a:path>
              </a:pathLst>
            </a:custGeom>
            <a:solidFill>
              <a:srgbClr val="26890D"/>
            </a:solidFill>
            <a:ln w="6390" cap="flat">
              <a:noFill/>
              <a:prstDash val="solid"/>
              <a:miter/>
            </a:ln>
          </p:spPr>
          <p:txBody>
            <a:bodyPr rtlCol="0" anchor="ctr"/>
            <a:lstStyle/>
            <a:p>
              <a:endParaRPr lang="en-US"/>
            </a:p>
          </p:txBody>
        </p:sp>
        <p:sp>
          <p:nvSpPr>
            <p:cNvPr id="347" name="Graphic 4">
              <a:extLst>
                <a:ext uri="{FF2B5EF4-FFF2-40B4-BE49-F238E27FC236}">
                  <a16:creationId xmlns:a16="http://schemas.microsoft.com/office/drawing/2014/main" id="{6C77FD3F-FF78-F247-BF07-656041DC07D5}"/>
                </a:ext>
              </a:extLst>
            </p:cNvPr>
            <p:cNvSpPr/>
            <p:nvPr/>
          </p:nvSpPr>
          <p:spPr>
            <a:xfrm>
              <a:off x="5873868" y="1592572"/>
              <a:ext cx="14580" cy="19545"/>
            </a:xfrm>
            <a:custGeom>
              <a:avLst/>
              <a:gdLst>
                <a:gd name="connsiteX0" fmla="*/ 9985 w 14580"/>
                <a:gd name="connsiteY0" fmla="*/ 394 h 19545"/>
                <a:gd name="connsiteX1" fmla="*/ 2317 w 14580"/>
                <a:gd name="connsiteY1" fmla="*/ 4863 h 19545"/>
                <a:gd name="connsiteX2" fmla="*/ 400 w 14580"/>
                <a:gd name="connsiteY2" fmla="*/ 10608 h 19545"/>
                <a:gd name="connsiteX3" fmla="*/ 4235 w 14580"/>
                <a:gd name="connsiteY3" fmla="*/ 18908 h 19545"/>
                <a:gd name="connsiteX4" fmla="*/ 6151 w 14580"/>
                <a:gd name="connsiteY4" fmla="*/ 19546 h 19545"/>
                <a:gd name="connsiteX5" fmla="*/ 12541 w 14580"/>
                <a:gd name="connsiteY5" fmla="*/ 15077 h 19545"/>
                <a:gd name="connsiteX6" fmla="*/ 14458 w 14580"/>
                <a:gd name="connsiteY6" fmla="*/ 8693 h 19545"/>
                <a:gd name="connsiteX7" fmla="*/ 9985 w 14580"/>
                <a:gd name="connsiteY7" fmla="*/ 394 h 19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80" h="19545">
                  <a:moveTo>
                    <a:pt x="9985" y="394"/>
                  </a:moveTo>
                  <a:cubicBezTo>
                    <a:pt x="6790" y="-883"/>
                    <a:pt x="2956" y="1032"/>
                    <a:pt x="2317" y="4863"/>
                  </a:cubicBezTo>
                  <a:cubicBezTo>
                    <a:pt x="1678" y="6778"/>
                    <a:pt x="1040" y="8693"/>
                    <a:pt x="400" y="10608"/>
                  </a:cubicBezTo>
                  <a:cubicBezTo>
                    <a:pt x="-878" y="13800"/>
                    <a:pt x="1040" y="17631"/>
                    <a:pt x="4235" y="18908"/>
                  </a:cubicBezTo>
                  <a:cubicBezTo>
                    <a:pt x="4873" y="18908"/>
                    <a:pt x="5512" y="19546"/>
                    <a:pt x="6151" y="19546"/>
                  </a:cubicBezTo>
                  <a:cubicBezTo>
                    <a:pt x="8707" y="19546"/>
                    <a:pt x="11263" y="17631"/>
                    <a:pt x="12541" y="15077"/>
                  </a:cubicBezTo>
                  <a:cubicBezTo>
                    <a:pt x="13180" y="13162"/>
                    <a:pt x="13819" y="11247"/>
                    <a:pt x="14458" y="8693"/>
                  </a:cubicBezTo>
                  <a:cubicBezTo>
                    <a:pt x="15097" y="4863"/>
                    <a:pt x="13180" y="1032"/>
                    <a:pt x="9985" y="394"/>
                  </a:cubicBezTo>
                  <a:close/>
                </a:path>
              </a:pathLst>
            </a:custGeom>
            <a:solidFill>
              <a:srgbClr val="26890D"/>
            </a:solidFill>
            <a:ln w="6390" cap="flat">
              <a:noFill/>
              <a:prstDash val="solid"/>
              <a:miter/>
            </a:ln>
          </p:spPr>
          <p:txBody>
            <a:bodyPr rtlCol="0" anchor="ctr"/>
            <a:lstStyle/>
            <a:p>
              <a:endParaRPr lang="en-US"/>
            </a:p>
          </p:txBody>
        </p:sp>
        <p:sp>
          <p:nvSpPr>
            <p:cNvPr id="348" name="Graphic 4">
              <a:extLst>
                <a:ext uri="{FF2B5EF4-FFF2-40B4-BE49-F238E27FC236}">
                  <a16:creationId xmlns:a16="http://schemas.microsoft.com/office/drawing/2014/main" id="{3F700415-4468-114A-9A75-B36EAC39DA7A}"/>
                </a:ext>
              </a:extLst>
            </p:cNvPr>
            <p:cNvSpPr/>
            <p:nvPr/>
          </p:nvSpPr>
          <p:spPr>
            <a:xfrm>
              <a:off x="5845215" y="1616926"/>
              <a:ext cx="17352" cy="17535"/>
            </a:xfrm>
            <a:custGeom>
              <a:avLst/>
              <a:gdLst>
                <a:gd name="connsiteX0" fmla="*/ 11801 w 17352"/>
                <a:gd name="connsiteY0" fmla="*/ 2853 h 17535"/>
                <a:gd name="connsiteX1" fmla="*/ 2855 w 17352"/>
                <a:gd name="connsiteY1" fmla="*/ 1576 h 17535"/>
                <a:gd name="connsiteX2" fmla="*/ 1577 w 17352"/>
                <a:gd name="connsiteY2" fmla="*/ 10513 h 17535"/>
                <a:gd name="connsiteX3" fmla="*/ 7967 w 17352"/>
                <a:gd name="connsiteY3" fmla="*/ 16259 h 17535"/>
                <a:gd name="connsiteX4" fmla="*/ 11162 w 17352"/>
                <a:gd name="connsiteY4" fmla="*/ 17536 h 17535"/>
                <a:gd name="connsiteX5" fmla="*/ 16274 w 17352"/>
                <a:gd name="connsiteY5" fmla="*/ 14982 h 17535"/>
                <a:gd name="connsiteX6" fmla="*/ 14357 w 17352"/>
                <a:gd name="connsiteY6" fmla="*/ 6045 h 17535"/>
                <a:gd name="connsiteX7" fmla="*/ 14357 w 17352"/>
                <a:gd name="connsiteY7" fmla="*/ 6045 h 17535"/>
                <a:gd name="connsiteX8" fmla="*/ 11801 w 17352"/>
                <a:gd name="connsiteY8" fmla="*/ 2853 h 17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52" h="17535">
                  <a:moveTo>
                    <a:pt x="11801" y="2853"/>
                  </a:moveTo>
                  <a:cubicBezTo>
                    <a:pt x="9884" y="-339"/>
                    <a:pt x="6050" y="-978"/>
                    <a:pt x="2855" y="1576"/>
                  </a:cubicBezTo>
                  <a:cubicBezTo>
                    <a:pt x="-340" y="3491"/>
                    <a:pt x="-979" y="7321"/>
                    <a:pt x="1577" y="10513"/>
                  </a:cubicBezTo>
                  <a:cubicBezTo>
                    <a:pt x="3494" y="13067"/>
                    <a:pt x="5411" y="14982"/>
                    <a:pt x="7967" y="16259"/>
                  </a:cubicBezTo>
                  <a:cubicBezTo>
                    <a:pt x="9245" y="16897"/>
                    <a:pt x="10523" y="17536"/>
                    <a:pt x="11162" y="17536"/>
                  </a:cubicBezTo>
                  <a:cubicBezTo>
                    <a:pt x="13079" y="17536"/>
                    <a:pt x="14996" y="16259"/>
                    <a:pt x="16274" y="14982"/>
                  </a:cubicBezTo>
                  <a:cubicBezTo>
                    <a:pt x="18191" y="11790"/>
                    <a:pt x="17552" y="7960"/>
                    <a:pt x="14357" y="6045"/>
                  </a:cubicBezTo>
                  <a:cubicBezTo>
                    <a:pt x="14357" y="6045"/>
                    <a:pt x="14357" y="6045"/>
                    <a:pt x="14357" y="6045"/>
                  </a:cubicBezTo>
                  <a:cubicBezTo>
                    <a:pt x="13718" y="4768"/>
                    <a:pt x="12440" y="4129"/>
                    <a:pt x="11801" y="2853"/>
                  </a:cubicBezTo>
                  <a:close/>
                </a:path>
              </a:pathLst>
            </a:custGeom>
            <a:solidFill>
              <a:srgbClr val="26890D"/>
            </a:solidFill>
            <a:ln w="6390" cap="flat">
              <a:noFill/>
              <a:prstDash val="solid"/>
              <a:miter/>
            </a:ln>
          </p:spPr>
          <p:txBody>
            <a:bodyPr rtlCol="0" anchor="ctr"/>
            <a:lstStyle/>
            <a:p>
              <a:endParaRPr lang="en-US"/>
            </a:p>
          </p:txBody>
        </p:sp>
        <p:sp>
          <p:nvSpPr>
            <p:cNvPr id="349" name="Graphic 4">
              <a:extLst>
                <a:ext uri="{FF2B5EF4-FFF2-40B4-BE49-F238E27FC236}">
                  <a16:creationId xmlns:a16="http://schemas.microsoft.com/office/drawing/2014/main" id="{D064724D-5F1A-C14C-AC58-8D95A1F79492}"/>
                </a:ext>
              </a:extLst>
            </p:cNvPr>
            <p:cNvSpPr/>
            <p:nvPr/>
          </p:nvSpPr>
          <p:spPr>
            <a:xfrm>
              <a:off x="5809730" y="1543171"/>
              <a:ext cx="18367" cy="14683"/>
            </a:xfrm>
            <a:custGeom>
              <a:avLst/>
              <a:gdLst>
                <a:gd name="connsiteX0" fmla="*/ 6390 w 18367"/>
                <a:gd name="connsiteY0" fmla="*/ 12768 h 14683"/>
                <a:gd name="connsiteX1" fmla="*/ 8307 w 18367"/>
                <a:gd name="connsiteY1" fmla="*/ 13406 h 14683"/>
                <a:gd name="connsiteX2" fmla="*/ 12141 w 18367"/>
                <a:gd name="connsiteY2" fmla="*/ 14683 h 14683"/>
                <a:gd name="connsiteX3" fmla="*/ 17253 w 18367"/>
                <a:gd name="connsiteY3" fmla="*/ 12130 h 14683"/>
                <a:gd name="connsiteX4" fmla="*/ 15975 w 18367"/>
                <a:gd name="connsiteY4" fmla="*/ 3192 h 14683"/>
                <a:gd name="connsiteX5" fmla="*/ 15975 w 18367"/>
                <a:gd name="connsiteY5" fmla="*/ 3192 h 14683"/>
                <a:gd name="connsiteX6" fmla="*/ 6390 w 18367"/>
                <a:gd name="connsiteY6" fmla="*/ 0 h 14683"/>
                <a:gd name="connsiteX7" fmla="*/ 0 w 18367"/>
                <a:gd name="connsiteY7" fmla="*/ 6384 h 14683"/>
                <a:gd name="connsiteX8" fmla="*/ 6390 w 18367"/>
                <a:gd name="connsiteY8" fmla="*/ 12768 h 14683"/>
                <a:gd name="connsiteX9" fmla="*/ 6390 w 18367"/>
                <a:gd name="connsiteY9" fmla="*/ 12768 h 14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67" h="14683">
                  <a:moveTo>
                    <a:pt x="6390" y="12768"/>
                  </a:moveTo>
                  <a:cubicBezTo>
                    <a:pt x="7029" y="12768"/>
                    <a:pt x="7668" y="13406"/>
                    <a:pt x="8307" y="13406"/>
                  </a:cubicBezTo>
                  <a:cubicBezTo>
                    <a:pt x="9585" y="14045"/>
                    <a:pt x="10863" y="14683"/>
                    <a:pt x="12141" y="14683"/>
                  </a:cubicBezTo>
                  <a:cubicBezTo>
                    <a:pt x="14058" y="14683"/>
                    <a:pt x="15975" y="13406"/>
                    <a:pt x="17253" y="12130"/>
                  </a:cubicBezTo>
                  <a:cubicBezTo>
                    <a:pt x="19170" y="9576"/>
                    <a:pt x="18531" y="5107"/>
                    <a:pt x="15975" y="3192"/>
                  </a:cubicBezTo>
                  <a:cubicBezTo>
                    <a:pt x="15975" y="3192"/>
                    <a:pt x="15975" y="3192"/>
                    <a:pt x="15975" y="3192"/>
                  </a:cubicBezTo>
                  <a:cubicBezTo>
                    <a:pt x="13419" y="1277"/>
                    <a:pt x="9585" y="0"/>
                    <a:pt x="6390" y="0"/>
                  </a:cubicBezTo>
                  <a:cubicBezTo>
                    <a:pt x="2556" y="0"/>
                    <a:pt x="0" y="2554"/>
                    <a:pt x="0" y="6384"/>
                  </a:cubicBezTo>
                  <a:cubicBezTo>
                    <a:pt x="0" y="10214"/>
                    <a:pt x="2556" y="12768"/>
                    <a:pt x="6390" y="12768"/>
                  </a:cubicBezTo>
                  <a:lnTo>
                    <a:pt x="6390" y="12768"/>
                  </a:lnTo>
                  <a:close/>
                </a:path>
              </a:pathLst>
            </a:custGeom>
            <a:solidFill>
              <a:srgbClr val="26890D"/>
            </a:solidFill>
            <a:ln w="6390" cap="flat">
              <a:noFill/>
              <a:prstDash val="solid"/>
              <a:miter/>
            </a:ln>
          </p:spPr>
          <p:txBody>
            <a:bodyPr rtlCol="0" anchor="ctr"/>
            <a:lstStyle/>
            <a:p>
              <a:endParaRPr lang="en-US"/>
            </a:p>
          </p:txBody>
        </p:sp>
      </p:grpSp>
      <p:grpSp>
        <p:nvGrpSpPr>
          <p:cNvPr id="357" name="Graphic 4">
            <a:extLst>
              <a:ext uri="{FF2B5EF4-FFF2-40B4-BE49-F238E27FC236}">
                <a16:creationId xmlns:a16="http://schemas.microsoft.com/office/drawing/2014/main" id="{521C4788-31DB-9942-8539-96EF543D1298}"/>
              </a:ext>
            </a:extLst>
          </p:cNvPr>
          <p:cNvGrpSpPr/>
          <p:nvPr/>
        </p:nvGrpSpPr>
        <p:grpSpPr>
          <a:xfrm>
            <a:off x="5708130" y="2371173"/>
            <a:ext cx="362313" cy="361971"/>
            <a:chOff x="5708130" y="2371173"/>
            <a:chExt cx="362313" cy="361971"/>
          </a:xfrm>
          <a:solidFill>
            <a:srgbClr val="26890D"/>
          </a:solidFill>
        </p:grpSpPr>
        <p:sp>
          <p:nvSpPr>
            <p:cNvPr id="358" name="Graphic 4">
              <a:extLst>
                <a:ext uri="{FF2B5EF4-FFF2-40B4-BE49-F238E27FC236}">
                  <a16:creationId xmlns:a16="http://schemas.microsoft.com/office/drawing/2014/main" id="{3D569345-396A-DA4C-93E5-B8D479495F00}"/>
                </a:ext>
              </a:extLst>
            </p:cNvPr>
            <p:cNvSpPr/>
            <p:nvPr/>
          </p:nvSpPr>
          <p:spPr>
            <a:xfrm>
              <a:off x="5708130" y="237117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cubicBezTo>
                    <a:pt x="349530" y="180667"/>
                    <a:pt x="349530" y="180667"/>
                    <a:pt x="349530" y="180667"/>
                  </a:cubicBezTo>
                  <a:cubicBezTo>
                    <a:pt x="349530" y="273873"/>
                    <a:pt x="274767" y="349204"/>
                    <a:pt x="181474" y="349204"/>
                  </a:cubicBezTo>
                  <a:close/>
                </a:path>
              </a:pathLst>
            </a:custGeom>
            <a:solidFill>
              <a:srgbClr val="26890D"/>
            </a:solidFill>
            <a:ln w="6390" cap="flat">
              <a:noFill/>
              <a:prstDash val="solid"/>
              <a:miter/>
            </a:ln>
          </p:spPr>
          <p:txBody>
            <a:bodyPr rtlCol="0" anchor="ctr"/>
            <a:lstStyle/>
            <a:p>
              <a:endParaRPr lang="en-US"/>
            </a:p>
          </p:txBody>
        </p:sp>
        <p:sp>
          <p:nvSpPr>
            <p:cNvPr id="359" name="Graphic 4">
              <a:extLst>
                <a:ext uri="{FF2B5EF4-FFF2-40B4-BE49-F238E27FC236}">
                  <a16:creationId xmlns:a16="http://schemas.microsoft.com/office/drawing/2014/main" id="{B1366570-80D9-784C-B782-084B7C9066A9}"/>
                </a:ext>
              </a:extLst>
            </p:cNvPr>
            <p:cNvSpPr/>
            <p:nvPr/>
          </p:nvSpPr>
          <p:spPr>
            <a:xfrm>
              <a:off x="5866512" y="2545972"/>
              <a:ext cx="33233" cy="74814"/>
            </a:xfrm>
            <a:custGeom>
              <a:avLst/>
              <a:gdLst>
                <a:gd name="connsiteX0" fmla="*/ 23092 w 33233"/>
                <a:gd name="connsiteY0" fmla="*/ 122 h 74814"/>
                <a:gd name="connsiteX1" fmla="*/ 18619 w 33233"/>
                <a:gd name="connsiteY1" fmla="*/ 7783 h 74814"/>
                <a:gd name="connsiteX2" fmla="*/ 18619 w 33233"/>
                <a:gd name="connsiteY2" fmla="*/ 7783 h 74814"/>
                <a:gd name="connsiteX3" fmla="*/ 2006 w 33233"/>
                <a:gd name="connsiteY3" fmla="*/ 63962 h 74814"/>
                <a:gd name="connsiteX4" fmla="*/ 1366 w 33233"/>
                <a:gd name="connsiteY4" fmla="*/ 72900 h 74814"/>
                <a:gd name="connsiteX5" fmla="*/ 5839 w 33233"/>
                <a:gd name="connsiteY5" fmla="*/ 74815 h 74814"/>
                <a:gd name="connsiteX6" fmla="*/ 10312 w 33233"/>
                <a:gd name="connsiteY6" fmla="*/ 73538 h 74814"/>
                <a:gd name="connsiteX7" fmla="*/ 30760 w 33233"/>
                <a:gd name="connsiteY7" fmla="*/ 4591 h 74814"/>
                <a:gd name="connsiteX8" fmla="*/ 23092 w 33233"/>
                <a:gd name="connsiteY8" fmla="*/ 122 h 74814"/>
                <a:gd name="connsiteX9" fmla="*/ 23092 w 33233"/>
                <a:gd name="connsiteY9" fmla="*/ 122 h 74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33" h="74814">
                  <a:moveTo>
                    <a:pt x="23092" y="122"/>
                  </a:moveTo>
                  <a:cubicBezTo>
                    <a:pt x="19897" y="761"/>
                    <a:pt x="17980" y="4591"/>
                    <a:pt x="18619" y="7783"/>
                  </a:cubicBezTo>
                  <a:cubicBezTo>
                    <a:pt x="18619" y="7783"/>
                    <a:pt x="18619" y="7783"/>
                    <a:pt x="18619" y="7783"/>
                  </a:cubicBezTo>
                  <a:cubicBezTo>
                    <a:pt x="24370" y="28212"/>
                    <a:pt x="17980" y="49917"/>
                    <a:pt x="2006" y="63962"/>
                  </a:cubicBezTo>
                  <a:cubicBezTo>
                    <a:pt x="-551" y="66516"/>
                    <a:pt x="-551" y="70346"/>
                    <a:pt x="1366" y="72900"/>
                  </a:cubicBezTo>
                  <a:cubicBezTo>
                    <a:pt x="2644" y="74176"/>
                    <a:pt x="4561" y="74815"/>
                    <a:pt x="5839" y="74815"/>
                  </a:cubicBezTo>
                  <a:cubicBezTo>
                    <a:pt x="7117" y="74815"/>
                    <a:pt x="9034" y="74176"/>
                    <a:pt x="10312" y="73538"/>
                  </a:cubicBezTo>
                  <a:cubicBezTo>
                    <a:pt x="29482" y="56301"/>
                    <a:pt x="37789" y="29488"/>
                    <a:pt x="30760" y="4591"/>
                  </a:cubicBezTo>
                  <a:cubicBezTo>
                    <a:pt x="30121" y="1399"/>
                    <a:pt x="26287" y="-516"/>
                    <a:pt x="23092" y="122"/>
                  </a:cubicBezTo>
                  <a:cubicBezTo>
                    <a:pt x="23092" y="122"/>
                    <a:pt x="23092" y="122"/>
                    <a:pt x="23092" y="122"/>
                  </a:cubicBezTo>
                  <a:close/>
                </a:path>
              </a:pathLst>
            </a:custGeom>
            <a:solidFill>
              <a:srgbClr val="26890D"/>
            </a:solidFill>
            <a:ln w="6390" cap="flat">
              <a:noFill/>
              <a:prstDash val="solid"/>
              <a:miter/>
            </a:ln>
          </p:spPr>
          <p:txBody>
            <a:bodyPr rtlCol="0" anchor="ctr"/>
            <a:lstStyle/>
            <a:p>
              <a:endParaRPr lang="en-US"/>
            </a:p>
          </p:txBody>
        </p:sp>
        <p:sp>
          <p:nvSpPr>
            <p:cNvPr id="360" name="Graphic 4">
              <a:extLst>
                <a:ext uri="{FF2B5EF4-FFF2-40B4-BE49-F238E27FC236}">
                  <a16:creationId xmlns:a16="http://schemas.microsoft.com/office/drawing/2014/main" id="{8EB06C66-1E94-DD4A-BBED-0E1782A8F94F}"/>
                </a:ext>
              </a:extLst>
            </p:cNvPr>
            <p:cNvSpPr/>
            <p:nvPr/>
          </p:nvSpPr>
          <p:spPr>
            <a:xfrm>
              <a:off x="5822358" y="2484141"/>
              <a:ext cx="140092" cy="91319"/>
            </a:xfrm>
            <a:custGeom>
              <a:avLst/>
              <a:gdLst>
                <a:gd name="connsiteX0" fmla="*/ 14211 w 140092"/>
                <a:gd name="connsiteY0" fmla="*/ 26203 h 91319"/>
                <a:gd name="connsiteX1" fmla="*/ 2070 w 140092"/>
                <a:gd name="connsiteY1" fmla="*/ 85574 h 91319"/>
                <a:gd name="connsiteX2" fmla="*/ 8460 w 140092"/>
                <a:gd name="connsiteY2" fmla="*/ 90681 h 91319"/>
                <a:gd name="connsiteX3" fmla="*/ 9738 w 140092"/>
                <a:gd name="connsiteY3" fmla="*/ 90681 h 91319"/>
                <a:gd name="connsiteX4" fmla="*/ 14211 w 140092"/>
                <a:gd name="connsiteY4" fmla="*/ 83020 h 91319"/>
                <a:gd name="connsiteX5" fmla="*/ 14211 w 140092"/>
                <a:gd name="connsiteY5" fmla="*/ 83020 h 91319"/>
                <a:gd name="connsiteX6" fmla="*/ 23796 w 140092"/>
                <a:gd name="connsiteY6" fmla="*/ 35140 h 91319"/>
                <a:gd name="connsiteX7" fmla="*/ 68525 w 140092"/>
                <a:gd name="connsiteY7" fmla="*/ 12796 h 91319"/>
                <a:gd name="connsiteX8" fmla="*/ 127312 w 140092"/>
                <a:gd name="connsiteY8" fmla="*/ 84935 h 91319"/>
                <a:gd name="connsiteX9" fmla="*/ 133702 w 140092"/>
                <a:gd name="connsiteY9" fmla="*/ 91319 h 91319"/>
                <a:gd name="connsiteX10" fmla="*/ 140092 w 140092"/>
                <a:gd name="connsiteY10" fmla="*/ 84935 h 91319"/>
                <a:gd name="connsiteX11" fmla="*/ 68525 w 140092"/>
                <a:gd name="connsiteY11" fmla="*/ 28 h 91319"/>
                <a:gd name="connsiteX12" fmla="*/ 14211 w 140092"/>
                <a:gd name="connsiteY12" fmla="*/ 26203 h 9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092" h="91319">
                  <a:moveTo>
                    <a:pt x="14211" y="26203"/>
                  </a:moveTo>
                  <a:cubicBezTo>
                    <a:pt x="1431" y="42801"/>
                    <a:pt x="-3042" y="64507"/>
                    <a:pt x="2070" y="85574"/>
                  </a:cubicBezTo>
                  <a:cubicBezTo>
                    <a:pt x="2708" y="88766"/>
                    <a:pt x="5265" y="90681"/>
                    <a:pt x="8460" y="90681"/>
                  </a:cubicBezTo>
                  <a:cubicBezTo>
                    <a:pt x="9098" y="90681"/>
                    <a:pt x="9738" y="90681"/>
                    <a:pt x="9738" y="90681"/>
                  </a:cubicBezTo>
                  <a:cubicBezTo>
                    <a:pt x="12933" y="90042"/>
                    <a:pt x="15488" y="86212"/>
                    <a:pt x="14211" y="83020"/>
                  </a:cubicBezTo>
                  <a:cubicBezTo>
                    <a:pt x="14211" y="83020"/>
                    <a:pt x="14211" y="83020"/>
                    <a:pt x="14211" y="83020"/>
                  </a:cubicBezTo>
                  <a:cubicBezTo>
                    <a:pt x="9738" y="66422"/>
                    <a:pt x="13571" y="48547"/>
                    <a:pt x="23796" y="35140"/>
                  </a:cubicBezTo>
                  <a:cubicBezTo>
                    <a:pt x="34658" y="21095"/>
                    <a:pt x="51272" y="12796"/>
                    <a:pt x="68525" y="12796"/>
                  </a:cubicBezTo>
                  <a:cubicBezTo>
                    <a:pt x="104309" y="12796"/>
                    <a:pt x="126673" y="40247"/>
                    <a:pt x="127312" y="84935"/>
                  </a:cubicBezTo>
                  <a:cubicBezTo>
                    <a:pt x="127312" y="88766"/>
                    <a:pt x="129868" y="91319"/>
                    <a:pt x="133702" y="91319"/>
                  </a:cubicBezTo>
                  <a:cubicBezTo>
                    <a:pt x="137536" y="91319"/>
                    <a:pt x="140092" y="88766"/>
                    <a:pt x="140092" y="84935"/>
                  </a:cubicBezTo>
                  <a:cubicBezTo>
                    <a:pt x="140092" y="33225"/>
                    <a:pt x="111977" y="28"/>
                    <a:pt x="68525" y="28"/>
                  </a:cubicBezTo>
                  <a:cubicBezTo>
                    <a:pt x="47438" y="-610"/>
                    <a:pt x="26991" y="9604"/>
                    <a:pt x="14211" y="26203"/>
                  </a:cubicBezTo>
                  <a:close/>
                </a:path>
              </a:pathLst>
            </a:custGeom>
            <a:solidFill>
              <a:srgbClr val="26890D"/>
            </a:solidFill>
            <a:ln w="6390" cap="flat">
              <a:noFill/>
              <a:prstDash val="solid"/>
              <a:miter/>
            </a:ln>
          </p:spPr>
          <p:txBody>
            <a:bodyPr rtlCol="0" anchor="ctr"/>
            <a:lstStyle/>
            <a:p>
              <a:endParaRPr lang="en-US"/>
            </a:p>
          </p:txBody>
        </p:sp>
        <p:sp>
          <p:nvSpPr>
            <p:cNvPr id="361" name="Graphic 4">
              <a:extLst>
                <a:ext uri="{FF2B5EF4-FFF2-40B4-BE49-F238E27FC236}">
                  <a16:creationId xmlns:a16="http://schemas.microsoft.com/office/drawing/2014/main" id="{CE1D0349-CDB2-CA45-A22B-CDFF0210D493}"/>
                </a:ext>
              </a:extLst>
            </p:cNvPr>
            <p:cNvSpPr/>
            <p:nvPr/>
          </p:nvSpPr>
          <p:spPr>
            <a:xfrm>
              <a:off x="5839785" y="2514753"/>
              <a:ext cx="91952" cy="108210"/>
            </a:xfrm>
            <a:custGeom>
              <a:avLst/>
              <a:gdLst>
                <a:gd name="connsiteX0" fmla="*/ 51737 w 91952"/>
                <a:gd name="connsiteY0" fmla="*/ 60 h 108210"/>
                <a:gd name="connsiteX1" fmla="*/ 14036 w 91952"/>
                <a:gd name="connsiteY1" fmla="*/ 37725 h 108210"/>
                <a:gd name="connsiteX2" fmla="*/ 14675 w 91952"/>
                <a:gd name="connsiteY2" fmla="*/ 43471 h 108210"/>
                <a:gd name="connsiteX3" fmla="*/ 3173 w 91952"/>
                <a:gd name="connsiteY3" fmla="*/ 76029 h 108210"/>
                <a:gd name="connsiteX4" fmla="*/ 617 w 91952"/>
                <a:gd name="connsiteY4" fmla="*/ 84967 h 108210"/>
                <a:gd name="connsiteX5" fmla="*/ 9563 w 91952"/>
                <a:gd name="connsiteY5" fmla="*/ 87520 h 108210"/>
                <a:gd name="connsiteX6" fmla="*/ 27455 w 91952"/>
                <a:gd name="connsiteY6" fmla="*/ 42194 h 108210"/>
                <a:gd name="connsiteX7" fmla="*/ 26816 w 91952"/>
                <a:gd name="connsiteY7" fmla="*/ 38364 h 108210"/>
                <a:gd name="connsiteX8" fmla="*/ 51737 w 91952"/>
                <a:gd name="connsiteY8" fmla="*/ 13466 h 108210"/>
                <a:gd name="connsiteX9" fmla="*/ 69628 w 91952"/>
                <a:gd name="connsiteY9" fmla="*/ 21127 h 108210"/>
                <a:gd name="connsiteX10" fmla="*/ 77935 w 91952"/>
                <a:gd name="connsiteY10" fmla="*/ 69007 h 108210"/>
                <a:gd name="connsiteX11" fmla="*/ 67711 w 91952"/>
                <a:gd name="connsiteY11" fmla="*/ 98373 h 108210"/>
                <a:gd name="connsiteX12" fmla="*/ 70268 w 91952"/>
                <a:gd name="connsiteY12" fmla="*/ 107311 h 108210"/>
                <a:gd name="connsiteX13" fmla="*/ 79213 w 91952"/>
                <a:gd name="connsiteY13" fmla="*/ 104757 h 108210"/>
                <a:gd name="connsiteX14" fmla="*/ 79213 w 91952"/>
                <a:gd name="connsiteY14" fmla="*/ 104757 h 108210"/>
                <a:gd name="connsiteX15" fmla="*/ 90715 w 91952"/>
                <a:gd name="connsiteY15" fmla="*/ 71561 h 108210"/>
                <a:gd name="connsiteX16" fmla="*/ 79852 w 91952"/>
                <a:gd name="connsiteY16" fmla="*/ 13466 h 108210"/>
                <a:gd name="connsiteX17" fmla="*/ 51737 w 91952"/>
                <a:gd name="connsiteY17" fmla="*/ 60 h 10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1952" h="108210">
                  <a:moveTo>
                    <a:pt x="51737" y="60"/>
                  </a:moveTo>
                  <a:cubicBezTo>
                    <a:pt x="30650" y="60"/>
                    <a:pt x="14036" y="16658"/>
                    <a:pt x="14036" y="37725"/>
                  </a:cubicBezTo>
                  <a:cubicBezTo>
                    <a:pt x="14036" y="39641"/>
                    <a:pt x="14036" y="41556"/>
                    <a:pt x="14675" y="43471"/>
                  </a:cubicBezTo>
                  <a:cubicBezTo>
                    <a:pt x="16592" y="55601"/>
                    <a:pt x="17231" y="67730"/>
                    <a:pt x="3173" y="76029"/>
                  </a:cubicBezTo>
                  <a:cubicBezTo>
                    <a:pt x="-22" y="77944"/>
                    <a:pt x="-661" y="81775"/>
                    <a:pt x="617" y="84967"/>
                  </a:cubicBezTo>
                  <a:cubicBezTo>
                    <a:pt x="2534" y="88159"/>
                    <a:pt x="6368" y="88797"/>
                    <a:pt x="9563" y="87520"/>
                  </a:cubicBezTo>
                  <a:cubicBezTo>
                    <a:pt x="32567" y="74752"/>
                    <a:pt x="28733" y="51770"/>
                    <a:pt x="27455" y="42194"/>
                  </a:cubicBezTo>
                  <a:cubicBezTo>
                    <a:pt x="27455" y="40917"/>
                    <a:pt x="26816" y="39641"/>
                    <a:pt x="26816" y="38364"/>
                  </a:cubicBezTo>
                  <a:cubicBezTo>
                    <a:pt x="26816" y="24319"/>
                    <a:pt x="38318" y="13466"/>
                    <a:pt x="51737" y="13466"/>
                  </a:cubicBezTo>
                  <a:cubicBezTo>
                    <a:pt x="58765" y="12828"/>
                    <a:pt x="65155" y="16020"/>
                    <a:pt x="69628" y="21127"/>
                  </a:cubicBezTo>
                  <a:cubicBezTo>
                    <a:pt x="80491" y="33257"/>
                    <a:pt x="79213" y="57516"/>
                    <a:pt x="77935" y="69007"/>
                  </a:cubicBezTo>
                  <a:cubicBezTo>
                    <a:pt x="76018" y="79221"/>
                    <a:pt x="72823" y="89436"/>
                    <a:pt x="67711" y="98373"/>
                  </a:cubicBezTo>
                  <a:cubicBezTo>
                    <a:pt x="65795" y="101565"/>
                    <a:pt x="67073" y="105396"/>
                    <a:pt x="70268" y="107311"/>
                  </a:cubicBezTo>
                  <a:cubicBezTo>
                    <a:pt x="73463" y="109226"/>
                    <a:pt x="77296" y="107949"/>
                    <a:pt x="79213" y="104757"/>
                  </a:cubicBezTo>
                  <a:cubicBezTo>
                    <a:pt x="79213" y="104757"/>
                    <a:pt x="79213" y="104757"/>
                    <a:pt x="79213" y="104757"/>
                  </a:cubicBezTo>
                  <a:cubicBezTo>
                    <a:pt x="84964" y="94543"/>
                    <a:pt x="89437" y="83052"/>
                    <a:pt x="90715" y="71561"/>
                  </a:cubicBezTo>
                  <a:cubicBezTo>
                    <a:pt x="91354" y="67730"/>
                    <a:pt x="96466" y="33257"/>
                    <a:pt x="79852" y="13466"/>
                  </a:cubicBezTo>
                  <a:cubicBezTo>
                    <a:pt x="72184" y="3890"/>
                    <a:pt x="62600" y="-578"/>
                    <a:pt x="51737" y="60"/>
                  </a:cubicBezTo>
                  <a:close/>
                </a:path>
              </a:pathLst>
            </a:custGeom>
            <a:solidFill>
              <a:srgbClr val="26890D"/>
            </a:solidFill>
            <a:ln w="6390" cap="flat">
              <a:noFill/>
              <a:prstDash val="solid"/>
              <a:miter/>
            </a:ln>
          </p:spPr>
          <p:txBody>
            <a:bodyPr rtlCol="0" anchor="ctr"/>
            <a:lstStyle/>
            <a:p>
              <a:endParaRPr lang="en-US"/>
            </a:p>
          </p:txBody>
        </p:sp>
        <p:sp>
          <p:nvSpPr>
            <p:cNvPr id="401" name="Graphic 4">
              <a:extLst>
                <a:ext uri="{FF2B5EF4-FFF2-40B4-BE49-F238E27FC236}">
                  <a16:creationId xmlns:a16="http://schemas.microsoft.com/office/drawing/2014/main" id="{21C63C8D-A8B7-5B42-A1EC-54275AE293E6}"/>
                </a:ext>
              </a:extLst>
            </p:cNvPr>
            <p:cNvSpPr/>
            <p:nvPr/>
          </p:nvSpPr>
          <p:spPr>
            <a:xfrm>
              <a:off x="5794394" y="2457357"/>
              <a:ext cx="52397" cy="52348"/>
            </a:xfrm>
            <a:custGeom>
              <a:avLst/>
              <a:gdLst>
                <a:gd name="connsiteX0" fmla="*/ 6390 w 52397"/>
                <a:gd name="connsiteY0" fmla="*/ 52349 h 52348"/>
                <a:gd name="connsiteX1" fmla="*/ 12780 w 52397"/>
                <a:gd name="connsiteY1" fmla="*/ 45965 h 52348"/>
                <a:gd name="connsiteX2" fmla="*/ 12780 w 52397"/>
                <a:gd name="connsiteY2" fmla="*/ 35750 h 52348"/>
                <a:gd name="connsiteX3" fmla="*/ 35784 w 52397"/>
                <a:gd name="connsiteY3" fmla="*/ 12768 h 52348"/>
                <a:gd name="connsiteX4" fmla="*/ 46008 w 52397"/>
                <a:gd name="connsiteY4" fmla="*/ 12768 h 52348"/>
                <a:gd name="connsiteX5" fmla="*/ 52398 w 52397"/>
                <a:gd name="connsiteY5" fmla="*/ 6384 h 52348"/>
                <a:gd name="connsiteX6" fmla="*/ 46008 w 52397"/>
                <a:gd name="connsiteY6" fmla="*/ 0 h 52348"/>
                <a:gd name="connsiteX7" fmla="*/ 35784 w 52397"/>
                <a:gd name="connsiteY7" fmla="*/ 0 h 52348"/>
                <a:gd name="connsiteX8" fmla="*/ 0 w 52397"/>
                <a:gd name="connsiteY8" fmla="*/ 35750 h 52348"/>
                <a:gd name="connsiteX9" fmla="*/ 0 w 52397"/>
                <a:gd name="connsiteY9" fmla="*/ 45965 h 52348"/>
                <a:gd name="connsiteX10" fmla="*/ 6390 w 52397"/>
                <a:gd name="connsiteY10" fmla="*/ 52349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397" h="52348">
                  <a:moveTo>
                    <a:pt x="6390" y="52349"/>
                  </a:moveTo>
                  <a:cubicBezTo>
                    <a:pt x="10224" y="52349"/>
                    <a:pt x="12780" y="49795"/>
                    <a:pt x="12780" y="45965"/>
                  </a:cubicBezTo>
                  <a:lnTo>
                    <a:pt x="12780" y="35750"/>
                  </a:lnTo>
                  <a:cubicBezTo>
                    <a:pt x="12780" y="18514"/>
                    <a:pt x="18531" y="12768"/>
                    <a:pt x="35784" y="12768"/>
                  </a:cubicBezTo>
                  <a:lnTo>
                    <a:pt x="46008" y="12768"/>
                  </a:lnTo>
                  <a:cubicBezTo>
                    <a:pt x="49841" y="12768"/>
                    <a:pt x="52398" y="10214"/>
                    <a:pt x="52398" y="6384"/>
                  </a:cubicBezTo>
                  <a:cubicBezTo>
                    <a:pt x="52398" y="2554"/>
                    <a:pt x="49841" y="0"/>
                    <a:pt x="46008" y="0"/>
                  </a:cubicBezTo>
                  <a:lnTo>
                    <a:pt x="35784" y="0"/>
                  </a:lnTo>
                  <a:cubicBezTo>
                    <a:pt x="11502" y="0"/>
                    <a:pt x="0" y="11491"/>
                    <a:pt x="0" y="35750"/>
                  </a:cubicBezTo>
                  <a:lnTo>
                    <a:pt x="0" y="45965"/>
                  </a:lnTo>
                  <a:cubicBezTo>
                    <a:pt x="0" y="49795"/>
                    <a:pt x="3195" y="52349"/>
                    <a:pt x="6390" y="52349"/>
                  </a:cubicBezTo>
                  <a:close/>
                </a:path>
              </a:pathLst>
            </a:custGeom>
            <a:solidFill>
              <a:srgbClr val="26890D"/>
            </a:solidFill>
            <a:ln w="6390" cap="flat">
              <a:noFill/>
              <a:prstDash val="solid"/>
              <a:miter/>
            </a:ln>
          </p:spPr>
          <p:txBody>
            <a:bodyPr rtlCol="0" anchor="ctr"/>
            <a:lstStyle/>
            <a:p>
              <a:endParaRPr lang="en-US"/>
            </a:p>
          </p:txBody>
        </p:sp>
        <p:sp>
          <p:nvSpPr>
            <p:cNvPr id="402" name="Graphic 4">
              <a:extLst>
                <a:ext uri="{FF2B5EF4-FFF2-40B4-BE49-F238E27FC236}">
                  <a16:creationId xmlns:a16="http://schemas.microsoft.com/office/drawing/2014/main" id="{B9F74FF7-CEAA-D940-854A-73535A9051E7}"/>
                </a:ext>
              </a:extLst>
            </p:cNvPr>
            <p:cNvSpPr/>
            <p:nvPr/>
          </p:nvSpPr>
          <p:spPr>
            <a:xfrm>
              <a:off x="5795034" y="2594612"/>
              <a:ext cx="52397" cy="52348"/>
            </a:xfrm>
            <a:custGeom>
              <a:avLst/>
              <a:gdLst>
                <a:gd name="connsiteX0" fmla="*/ 46007 w 52397"/>
                <a:gd name="connsiteY0" fmla="*/ 39581 h 52348"/>
                <a:gd name="connsiteX1" fmla="*/ 35783 w 52397"/>
                <a:gd name="connsiteY1" fmla="*/ 39581 h 52348"/>
                <a:gd name="connsiteX2" fmla="*/ 12780 w 52397"/>
                <a:gd name="connsiteY2" fmla="*/ 16598 h 52348"/>
                <a:gd name="connsiteX3" fmla="*/ 12780 w 52397"/>
                <a:gd name="connsiteY3" fmla="*/ 6384 h 52348"/>
                <a:gd name="connsiteX4" fmla="*/ 6390 w 52397"/>
                <a:gd name="connsiteY4" fmla="*/ 0 h 52348"/>
                <a:gd name="connsiteX5" fmla="*/ 0 w 52397"/>
                <a:gd name="connsiteY5" fmla="*/ 6384 h 52348"/>
                <a:gd name="connsiteX6" fmla="*/ 0 w 52397"/>
                <a:gd name="connsiteY6" fmla="*/ 16598 h 52348"/>
                <a:gd name="connsiteX7" fmla="*/ 35783 w 52397"/>
                <a:gd name="connsiteY7" fmla="*/ 52349 h 52348"/>
                <a:gd name="connsiteX8" fmla="*/ 46007 w 52397"/>
                <a:gd name="connsiteY8" fmla="*/ 52349 h 52348"/>
                <a:gd name="connsiteX9" fmla="*/ 52397 w 52397"/>
                <a:gd name="connsiteY9" fmla="*/ 45965 h 52348"/>
                <a:gd name="connsiteX10" fmla="*/ 46007 w 52397"/>
                <a:gd name="connsiteY10" fmla="*/ 39581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397" h="52348">
                  <a:moveTo>
                    <a:pt x="46007" y="39581"/>
                  </a:moveTo>
                  <a:lnTo>
                    <a:pt x="35783" y="39581"/>
                  </a:lnTo>
                  <a:cubicBezTo>
                    <a:pt x="18531" y="39581"/>
                    <a:pt x="12780" y="33835"/>
                    <a:pt x="12780" y="16598"/>
                  </a:cubicBezTo>
                  <a:lnTo>
                    <a:pt x="12780" y="6384"/>
                  </a:lnTo>
                  <a:cubicBezTo>
                    <a:pt x="12780" y="2554"/>
                    <a:pt x="10224" y="0"/>
                    <a:pt x="6390" y="0"/>
                  </a:cubicBezTo>
                  <a:cubicBezTo>
                    <a:pt x="2556" y="0"/>
                    <a:pt x="0" y="2554"/>
                    <a:pt x="0" y="6384"/>
                  </a:cubicBezTo>
                  <a:lnTo>
                    <a:pt x="0" y="16598"/>
                  </a:lnTo>
                  <a:cubicBezTo>
                    <a:pt x="0" y="40858"/>
                    <a:pt x="11502" y="52349"/>
                    <a:pt x="35783" y="52349"/>
                  </a:cubicBezTo>
                  <a:lnTo>
                    <a:pt x="46007" y="52349"/>
                  </a:lnTo>
                  <a:cubicBezTo>
                    <a:pt x="49841" y="52349"/>
                    <a:pt x="52397" y="49795"/>
                    <a:pt x="52397" y="45965"/>
                  </a:cubicBezTo>
                  <a:cubicBezTo>
                    <a:pt x="52397" y="42134"/>
                    <a:pt x="49202" y="39581"/>
                    <a:pt x="46007" y="39581"/>
                  </a:cubicBezTo>
                  <a:close/>
                </a:path>
              </a:pathLst>
            </a:custGeom>
            <a:solidFill>
              <a:srgbClr val="26890D"/>
            </a:solidFill>
            <a:ln w="6390" cap="flat">
              <a:noFill/>
              <a:prstDash val="solid"/>
              <a:miter/>
            </a:ln>
          </p:spPr>
          <p:txBody>
            <a:bodyPr rtlCol="0" anchor="ctr"/>
            <a:lstStyle/>
            <a:p>
              <a:endParaRPr lang="en-US"/>
            </a:p>
          </p:txBody>
        </p:sp>
        <p:sp>
          <p:nvSpPr>
            <p:cNvPr id="403" name="Graphic 4">
              <a:extLst>
                <a:ext uri="{FF2B5EF4-FFF2-40B4-BE49-F238E27FC236}">
                  <a16:creationId xmlns:a16="http://schemas.microsoft.com/office/drawing/2014/main" id="{6C2FA418-9ED3-3D42-ADDD-D7FC71E4947F}"/>
                </a:ext>
              </a:extLst>
            </p:cNvPr>
            <p:cNvSpPr/>
            <p:nvPr/>
          </p:nvSpPr>
          <p:spPr>
            <a:xfrm>
              <a:off x="5932417" y="2594612"/>
              <a:ext cx="53036" cy="52348"/>
            </a:xfrm>
            <a:custGeom>
              <a:avLst/>
              <a:gdLst>
                <a:gd name="connsiteX0" fmla="*/ 46007 w 53036"/>
                <a:gd name="connsiteY0" fmla="*/ 0 h 52348"/>
                <a:gd name="connsiteX1" fmla="*/ 39617 w 53036"/>
                <a:gd name="connsiteY1" fmla="*/ 6384 h 52348"/>
                <a:gd name="connsiteX2" fmla="*/ 39617 w 53036"/>
                <a:gd name="connsiteY2" fmla="*/ 16598 h 52348"/>
                <a:gd name="connsiteX3" fmla="*/ 16614 w 53036"/>
                <a:gd name="connsiteY3" fmla="*/ 39581 h 52348"/>
                <a:gd name="connsiteX4" fmla="*/ 6390 w 53036"/>
                <a:gd name="connsiteY4" fmla="*/ 39581 h 52348"/>
                <a:gd name="connsiteX5" fmla="*/ 0 w 53036"/>
                <a:gd name="connsiteY5" fmla="*/ 45965 h 52348"/>
                <a:gd name="connsiteX6" fmla="*/ 6390 w 53036"/>
                <a:gd name="connsiteY6" fmla="*/ 52349 h 52348"/>
                <a:gd name="connsiteX7" fmla="*/ 17253 w 53036"/>
                <a:gd name="connsiteY7" fmla="*/ 52349 h 52348"/>
                <a:gd name="connsiteX8" fmla="*/ 53036 w 53036"/>
                <a:gd name="connsiteY8" fmla="*/ 16598 h 52348"/>
                <a:gd name="connsiteX9" fmla="*/ 53036 w 53036"/>
                <a:gd name="connsiteY9" fmla="*/ 6384 h 52348"/>
                <a:gd name="connsiteX10" fmla="*/ 46007 w 53036"/>
                <a:gd name="connsiteY10" fmla="*/ 0 h 52348"/>
                <a:gd name="connsiteX11" fmla="*/ 46007 w 53036"/>
                <a:gd name="connsiteY11" fmla="*/ 0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036" h="52348">
                  <a:moveTo>
                    <a:pt x="46007" y="0"/>
                  </a:moveTo>
                  <a:cubicBezTo>
                    <a:pt x="42173" y="0"/>
                    <a:pt x="39617" y="2554"/>
                    <a:pt x="39617" y="6384"/>
                  </a:cubicBezTo>
                  <a:lnTo>
                    <a:pt x="39617" y="16598"/>
                  </a:lnTo>
                  <a:cubicBezTo>
                    <a:pt x="39617" y="33835"/>
                    <a:pt x="33867" y="39581"/>
                    <a:pt x="16614" y="39581"/>
                  </a:cubicBezTo>
                  <a:lnTo>
                    <a:pt x="6390" y="39581"/>
                  </a:lnTo>
                  <a:cubicBezTo>
                    <a:pt x="2556" y="39581"/>
                    <a:pt x="0" y="42134"/>
                    <a:pt x="0" y="45965"/>
                  </a:cubicBezTo>
                  <a:cubicBezTo>
                    <a:pt x="0" y="49795"/>
                    <a:pt x="2556" y="52349"/>
                    <a:pt x="6390" y="52349"/>
                  </a:cubicBezTo>
                  <a:lnTo>
                    <a:pt x="17253" y="52349"/>
                  </a:lnTo>
                  <a:cubicBezTo>
                    <a:pt x="41535" y="52349"/>
                    <a:pt x="53036" y="40858"/>
                    <a:pt x="53036" y="16598"/>
                  </a:cubicBezTo>
                  <a:lnTo>
                    <a:pt x="53036" y="6384"/>
                  </a:lnTo>
                  <a:cubicBezTo>
                    <a:pt x="52397" y="2554"/>
                    <a:pt x="49841" y="0"/>
                    <a:pt x="46007" y="0"/>
                  </a:cubicBezTo>
                  <a:cubicBezTo>
                    <a:pt x="46007" y="0"/>
                    <a:pt x="46007" y="0"/>
                    <a:pt x="46007" y="0"/>
                  </a:cubicBezTo>
                  <a:close/>
                </a:path>
              </a:pathLst>
            </a:custGeom>
            <a:solidFill>
              <a:srgbClr val="26890D"/>
            </a:solidFill>
            <a:ln w="6390" cap="flat">
              <a:noFill/>
              <a:prstDash val="solid"/>
              <a:miter/>
            </a:ln>
          </p:spPr>
          <p:txBody>
            <a:bodyPr rtlCol="0" anchor="ctr"/>
            <a:lstStyle/>
            <a:p>
              <a:endParaRPr lang="en-US"/>
            </a:p>
          </p:txBody>
        </p:sp>
        <p:sp>
          <p:nvSpPr>
            <p:cNvPr id="404" name="Graphic 4">
              <a:extLst>
                <a:ext uri="{FF2B5EF4-FFF2-40B4-BE49-F238E27FC236}">
                  <a16:creationId xmlns:a16="http://schemas.microsoft.com/office/drawing/2014/main" id="{6817D660-CF61-0942-91EA-E68B39A0084D}"/>
                </a:ext>
              </a:extLst>
            </p:cNvPr>
            <p:cNvSpPr/>
            <p:nvPr/>
          </p:nvSpPr>
          <p:spPr>
            <a:xfrm>
              <a:off x="5932417" y="2457357"/>
              <a:ext cx="52397" cy="52348"/>
            </a:xfrm>
            <a:custGeom>
              <a:avLst/>
              <a:gdLst>
                <a:gd name="connsiteX0" fmla="*/ 16614 w 52397"/>
                <a:gd name="connsiteY0" fmla="*/ 0 h 52348"/>
                <a:gd name="connsiteX1" fmla="*/ 6390 w 52397"/>
                <a:gd name="connsiteY1" fmla="*/ 0 h 52348"/>
                <a:gd name="connsiteX2" fmla="*/ 0 w 52397"/>
                <a:gd name="connsiteY2" fmla="*/ 6384 h 52348"/>
                <a:gd name="connsiteX3" fmla="*/ 6390 w 52397"/>
                <a:gd name="connsiteY3" fmla="*/ 12768 h 52348"/>
                <a:gd name="connsiteX4" fmla="*/ 16614 w 52397"/>
                <a:gd name="connsiteY4" fmla="*/ 12768 h 52348"/>
                <a:gd name="connsiteX5" fmla="*/ 39617 w 52397"/>
                <a:gd name="connsiteY5" fmla="*/ 35750 h 52348"/>
                <a:gd name="connsiteX6" fmla="*/ 39617 w 52397"/>
                <a:gd name="connsiteY6" fmla="*/ 45965 h 52348"/>
                <a:gd name="connsiteX7" fmla="*/ 46007 w 52397"/>
                <a:gd name="connsiteY7" fmla="*/ 52349 h 52348"/>
                <a:gd name="connsiteX8" fmla="*/ 52397 w 52397"/>
                <a:gd name="connsiteY8" fmla="*/ 45965 h 52348"/>
                <a:gd name="connsiteX9" fmla="*/ 52397 w 52397"/>
                <a:gd name="connsiteY9" fmla="*/ 35750 h 52348"/>
                <a:gd name="connsiteX10" fmla="*/ 16614 w 52397"/>
                <a:gd name="connsiteY10" fmla="*/ 0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397" h="52348">
                  <a:moveTo>
                    <a:pt x="16614" y="0"/>
                  </a:moveTo>
                  <a:lnTo>
                    <a:pt x="6390" y="0"/>
                  </a:lnTo>
                  <a:cubicBezTo>
                    <a:pt x="2556" y="0"/>
                    <a:pt x="0" y="2554"/>
                    <a:pt x="0" y="6384"/>
                  </a:cubicBezTo>
                  <a:cubicBezTo>
                    <a:pt x="0" y="10214"/>
                    <a:pt x="2556" y="12768"/>
                    <a:pt x="6390" y="12768"/>
                  </a:cubicBezTo>
                  <a:lnTo>
                    <a:pt x="16614" y="12768"/>
                  </a:lnTo>
                  <a:cubicBezTo>
                    <a:pt x="33867" y="12768"/>
                    <a:pt x="39617" y="18514"/>
                    <a:pt x="39617" y="35750"/>
                  </a:cubicBezTo>
                  <a:lnTo>
                    <a:pt x="39617" y="45965"/>
                  </a:lnTo>
                  <a:cubicBezTo>
                    <a:pt x="39617" y="49795"/>
                    <a:pt x="42173" y="52349"/>
                    <a:pt x="46007" y="52349"/>
                  </a:cubicBezTo>
                  <a:cubicBezTo>
                    <a:pt x="49841" y="52349"/>
                    <a:pt x="52397" y="49795"/>
                    <a:pt x="52397" y="45965"/>
                  </a:cubicBezTo>
                  <a:lnTo>
                    <a:pt x="52397" y="35750"/>
                  </a:lnTo>
                  <a:cubicBezTo>
                    <a:pt x="52397" y="10853"/>
                    <a:pt x="40895" y="0"/>
                    <a:pt x="16614" y="0"/>
                  </a:cubicBezTo>
                  <a:close/>
                </a:path>
              </a:pathLst>
            </a:custGeom>
            <a:solidFill>
              <a:srgbClr val="26890D"/>
            </a:solidFill>
            <a:ln w="6390" cap="flat">
              <a:noFill/>
              <a:prstDash val="solid"/>
              <a:miter/>
            </a:ln>
          </p:spPr>
          <p:txBody>
            <a:bodyPr rtlCol="0" anchor="ctr"/>
            <a:lstStyle/>
            <a:p>
              <a:endParaRPr lang="en-US"/>
            </a:p>
          </p:txBody>
        </p:sp>
      </p:grpSp>
      <p:grpSp>
        <p:nvGrpSpPr>
          <p:cNvPr id="405" name="Graphic 4">
            <a:extLst>
              <a:ext uri="{FF2B5EF4-FFF2-40B4-BE49-F238E27FC236}">
                <a16:creationId xmlns:a16="http://schemas.microsoft.com/office/drawing/2014/main" id="{B4F26495-4A5D-D84B-BD3E-667F51D5B275}"/>
              </a:ext>
            </a:extLst>
          </p:cNvPr>
          <p:cNvGrpSpPr/>
          <p:nvPr/>
        </p:nvGrpSpPr>
        <p:grpSpPr>
          <a:xfrm>
            <a:off x="3607758" y="2855717"/>
            <a:ext cx="362309" cy="361971"/>
            <a:chOff x="3607758" y="2855717"/>
            <a:chExt cx="362309" cy="361971"/>
          </a:xfrm>
          <a:solidFill>
            <a:srgbClr val="26890D"/>
          </a:solidFill>
        </p:grpSpPr>
        <p:sp>
          <p:nvSpPr>
            <p:cNvPr id="406" name="Graphic 4">
              <a:extLst>
                <a:ext uri="{FF2B5EF4-FFF2-40B4-BE49-F238E27FC236}">
                  <a16:creationId xmlns:a16="http://schemas.microsoft.com/office/drawing/2014/main" id="{A7B35D02-5AAE-7C42-BD5E-B38A85D6019C}"/>
                </a:ext>
              </a:extLst>
            </p:cNvPr>
            <p:cNvSpPr/>
            <p:nvPr/>
          </p:nvSpPr>
          <p:spPr>
            <a:xfrm>
              <a:off x="3607758" y="28557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0667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0438"/>
                    <a:pt x="0" y="180667"/>
                  </a:cubicBezTo>
                  <a:cubicBezTo>
                    <a:pt x="0" y="280895"/>
                    <a:pt x="80513" y="361972"/>
                    <a:pt x="180836" y="361972"/>
                  </a:cubicBezTo>
                  <a:cubicBezTo>
                    <a:pt x="281157" y="361972"/>
                    <a:pt x="362310" y="281533"/>
                    <a:pt x="362310" y="181305"/>
                  </a:cubicBezTo>
                  <a:cubicBezTo>
                    <a:pt x="362310" y="181305"/>
                    <a:pt x="362310" y="181305"/>
                    <a:pt x="362310" y="180667"/>
                  </a:cubicBezTo>
                  <a:cubicBezTo>
                    <a:pt x="362310" y="81076"/>
                    <a:pt x="281157" y="0"/>
                    <a:pt x="181474" y="0"/>
                  </a:cubicBezTo>
                  <a:close/>
                  <a:moveTo>
                    <a:pt x="181474" y="349204"/>
                  </a:moveTo>
                  <a:cubicBezTo>
                    <a:pt x="88181" y="349204"/>
                    <a:pt x="12780" y="274511"/>
                    <a:pt x="12780" y="181305"/>
                  </a:cubicBezTo>
                  <a:cubicBezTo>
                    <a:pt x="12780" y="88099"/>
                    <a:pt x="87542" y="12768"/>
                    <a:pt x="180836" y="12768"/>
                  </a:cubicBezTo>
                  <a:cubicBezTo>
                    <a:pt x="274128" y="12768"/>
                    <a:pt x="349530" y="87460"/>
                    <a:pt x="349530" y="180667"/>
                  </a:cubicBezTo>
                  <a:cubicBezTo>
                    <a:pt x="349530" y="180667"/>
                    <a:pt x="349530" y="180667"/>
                    <a:pt x="349530" y="180667"/>
                  </a:cubicBezTo>
                  <a:cubicBezTo>
                    <a:pt x="349530" y="273234"/>
                    <a:pt x="274128" y="348565"/>
                    <a:pt x="181474" y="349204"/>
                  </a:cubicBezTo>
                  <a:close/>
                </a:path>
              </a:pathLst>
            </a:custGeom>
            <a:solidFill>
              <a:srgbClr val="26890D"/>
            </a:solidFill>
            <a:ln w="6390" cap="flat">
              <a:noFill/>
              <a:prstDash val="solid"/>
              <a:miter/>
            </a:ln>
          </p:spPr>
          <p:txBody>
            <a:bodyPr rtlCol="0" anchor="ctr"/>
            <a:lstStyle/>
            <a:p>
              <a:endParaRPr lang="en-US"/>
            </a:p>
          </p:txBody>
        </p:sp>
        <p:sp>
          <p:nvSpPr>
            <p:cNvPr id="407" name="Graphic 4">
              <a:extLst>
                <a:ext uri="{FF2B5EF4-FFF2-40B4-BE49-F238E27FC236}">
                  <a16:creationId xmlns:a16="http://schemas.microsoft.com/office/drawing/2014/main" id="{8E7FEFE2-1B9D-9E46-8162-9B27772E1FBB}"/>
                </a:ext>
              </a:extLst>
            </p:cNvPr>
            <p:cNvSpPr/>
            <p:nvPr/>
          </p:nvSpPr>
          <p:spPr>
            <a:xfrm>
              <a:off x="3696578" y="2921472"/>
              <a:ext cx="199366" cy="242591"/>
            </a:xfrm>
            <a:custGeom>
              <a:avLst/>
              <a:gdLst>
                <a:gd name="connsiteX0" fmla="*/ 190420 w 199366"/>
                <a:gd name="connsiteY0" fmla="*/ 164707 h 242591"/>
                <a:gd name="connsiteX1" fmla="*/ 187864 w 199366"/>
                <a:gd name="connsiteY1" fmla="*/ 160876 h 242591"/>
                <a:gd name="connsiteX2" fmla="*/ 172528 w 199366"/>
                <a:gd name="connsiteY2" fmla="*/ 127041 h 242591"/>
                <a:gd name="connsiteX3" fmla="*/ 168695 w 199366"/>
                <a:gd name="connsiteY3" fmla="*/ 118104 h 242591"/>
                <a:gd name="connsiteX4" fmla="*/ 155915 w 199366"/>
                <a:gd name="connsiteY4" fmla="*/ 97037 h 242591"/>
                <a:gd name="connsiteX5" fmla="*/ 140579 w 199366"/>
                <a:gd name="connsiteY5" fmla="*/ 81077 h 242591"/>
                <a:gd name="connsiteX6" fmla="*/ 138662 w 199366"/>
                <a:gd name="connsiteY6" fmla="*/ 79161 h 242591"/>
                <a:gd name="connsiteX7" fmla="*/ 137384 w 199366"/>
                <a:gd name="connsiteY7" fmla="*/ 77885 h 242591"/>
                <a:gd name="connsiteX8" fmla="*/ 136745 w 199366"/>
                <a:gd name="connsiteY8" fmla="*/ 77246 h 242591"/>
                <a:gd name="connsiteX9" fmla="*/ 120131 w 199366"/>
                <a:gd name="connsiteY9" fmla="*/ 65117 h 242591"/>
                <a:gd name="connsiteX10" fmla="*/ 118214 w 199366"/>
                <a:gd name="connsiteY10" fmla="*/ 63201 h 242591"/>
                <a:gd name="connsiteX11" fmla="*/ 118214 w 199366"/>
                <a:gd name="connsiteY11" fmla="*/ 18514 h 242591"/>
                <a:gd name="connsiteX12" fmla="*/ 99683 w 199366"/>
                <a:gd name="connsiteY12" fmla="*/ 0 h 242591"/>
                <a:gd name="connsiteX13" fmla="*/ 17892 w 199366"/>
                <a:gd name="connsiteY13" fmla="*/ 0 h 242591"/>
                <a:gd name="connsiteX14" fmla="*/ 0 w 199366"/>
                <a:gd name="connsiteY14" fmla="*/ 18514 h 242591"/>
                <a:gd name="connsiteX15" fmla="*/ 0 w 199366"/>
                <a:gd name="connsiteY15" fmla="*/ 196627 h 242591"/>
                <a:gd name="connsiteX16" fmla="*/ 18531 w 199366"/>
                <a:gd name="connsiteY16" fmla="*/ 215140 h 242591"/>
                <a:gd name="connsiteX17" fmla="*/ 18531 w 199366"/>
                <a:gd name="connsiteY17" fmla="*/ 215140 h 242591"/>
                <a:gd name="connsiteX18" fmla="*/ 99044 w 199366"/>
                <a:gd name="connsiteY18" fmla="*/ 215140 h 242591"/>
                <a:gd name="connsiteX19" fmla="*/ 100961 w 199366"/>
                <a:gd name="connsiteY19" fmla="*/ 215140 h 242591"/>
                <a:gd name="connsiteX20" fmla="*/ 122048 w 199366"/>
                <a:gd name="connsiteY20" fmla="*/ 221524 h 242591"/>
                <a:gd name="connsiteX21" fmla="*/ 123965 w 199366"/>
                <a:gd name="connsiteY21" fmla="*/ 223439 h 242591"/>
                <a:gd name="connsiteX22" fmla="*/ 142496 w 199366"/>
                <a:gd name="connsiteY22" fmla="*/ 240676 h 242591"/>
                <a:gd name="connsiteX23" fmla="*/ 146969 w 199366"/>
                <a:gd name="connsiteY23" fmla="*/ 242591 h 242591"/>
                <a:gd name="connsiteX24" fmla="*/ 153358 w 199366"/>
                <a:gd name="connsiteY24" fmla="*/ 236207 h 242591"/>
                <a:gd name="connsiteX25" fmla="*/ 151442 w 199366"/>
                <a:gd name="connsiteY25" fmla="*/ 231738 h 242591"/>
                <a:gd name="connsiteX26" fmla="*/ 132911 w 199366"/>
                <a:gd name="connsiteY26" fmla="*/ 215140 h 242591"/>
                <a:gd name="connsiteX27" fmla="*/ 127799 w 199366"/>
                <a:gd name="connsiteY27" fmla="*/ 211310 h 242591"/>
                <a:gd name="connsiteX28" fmla="*/ 126521 w 199366"/>
                <a:gd name="connsiteY28" fmla="*/ 210671 h 242591"/>
                <a:gd name="connsiteX29" fmla="*/ 115019 w 199366"/>
                <a:gd name="connsiteY29" fmla="*/ 206841 h 242591"/>
                <a:gd name="connsiteX30" fmla="*/ 117575 w 199366"/>
                <a:gd name="connsiteY30" fmla="*/ 197903 h 242591"/>
                <a:gd name="connsiteX31" fmla="*/ 117575 w 199366"/>
                <a:gd name="connsiteY31" fmla="*/ 113635 h 242591"/>
                <a:gd name="connsiteX32" fmla="*/ 125243 w 199366"/>
                <a:gd name="connsiteY32" fmla="*/ 127680 h 242591"/>
                <a:gd name="connsiteX33" fmla="*/ 129077 w 199366"/>
                <a:gd name="connsiteY33" fmla="*/ 175560 h 242591"/>
                <a:gd name="connsiteX34" fmla="*/ 133550 w 199366"/>
                <a:gd name="connsiteY34" fmla="*/ 177475 h 242591"/>
                <a:gd name="connsiteX35" fmla="*/ 139940 w 199366"/>
                <a:gd name="connsiteY35" fmla="*/ 171091 h 242591"/>
                <a:gd name="connsiteX36" fmla="*/ 138022 w 199366"/>
                <a:gd name="connsiteY36" fmla="*/ 166622 h 242591"/>
                <a:gd name="connsiteX37" fmla="*/ 137384 w 199366"/>
                <a:gd name="connsiteY37" fmla="*/ 130233 h 242591"/>
                <a:gd name="connsiteX38" fmla="*/ 137384 w 199366"/>
                <a:gd name="connsiteY38" fmla="*/ 128957 h 242591"/>
                <a:gd name="connsiteX39" fmla="*/ 137384 w 199366"/>
                <a:gd name="connsiteY39" fmla="*/ 123849 h 242591"/>
                <a:gd name="connsiteX40" fmla="*/ 124604 w 199366"/>
                <a:gd name="connsiteY40" fmla="*/ 99590 h 242591"/>
                <a:gd name="connsiteX41" fmla="*/ 122687 w 199366"/>
                <a:gd name="connsiteY41" fmla="*/ 97037 h 242591"/>
                <a:gd name="connsiteX42" fmla="*/ 107990 w 199366"/>
                <a:gd name="connsiteY42" fmla="*/ 75969 h 242591"/>
                <a:gd name="connsiteX43" fmla="*/ 108629 w 199366"/>
                <a:gd name="connsiteY43" fmla="*/ 73416 h 242591"/>
                <a:gd name="connsiteX44" fmla="*/ 129077 w 199366"/>
                <a:gd name="connsiteY44" fmla="*/ 88099 h 242591"/>
                <a:gd name="connsiteX45" fmla="*/ 130355 w 199366"/>
                <a:gd name="connsiteY45" fmla="*/ 89376 h 242591"/>
                <a:gd name="connsiteX46" fmla="*/ 132272 w 199366"/>
                <a:gd name="connsiteY46" fmla="*/ 91291 h 242591"/>
                <a:gd name="connsiteX47" fmla="*/ 147607 w 199366"/>
                <a:gd name="connsiteY47" fmla="*/ 107251 h 242591"/>
                <a:gd name="connsiteX48" fmla="*/ 157192 w 199366"/>
                <a:gd name="connsiteY48" fmla="*/ 123849 h 242591"/>
                <a:gd name="connsiteX49" fmla="*/ 161665 w 199366"/>
                <a:gd name="connsiteY49" fmla="*/ 133425 h 242591"/>
                <a:gd name="connsiteX50" fmla="*/ 177001 w 199366"/>
                <a:gd name="connsiteY50" fmla="*/ 167260 h 242591"/>
                <a:gd name="connsiteX51" fmla="*/ 182752 w 199366"/>
                <a:gd name="connsiteY51" fmla="*/ 174921 h 242591"/>
                <a:gd name="connsiteX52" fmla="*/ 188503 w 199366"/>
                <a:gd name="connsiteY52" fmla="*/ 180028 h 242591"/>
                <a:gd name="connsiteX53" fmla="*/ 192976 w 199366"/>
                <a:gd name="connsiteY53" fmla="*/ 181305 h 242591"/>
                <a:gd name="connsiteX54" fmla="*/ 199366 w 199366"/>
                <a:gd name="connsiteY54" fmla="*/ 174921 h 242591"/>
                <a:gd name="connsiteX55" fmla="*/ 196810 w 199366"/>
                <a:gd name="connsiteY55" fmla="*/ 169814 h 242591"/>
                <a:gd name="connsiteX56" fmla="*/ 190420 w 199366"/>
                <a:gd name="connsiteY56" fmla="*/ 164707 h 242591"/>
                <a:gd name="connsiteX57" fmla="*/ 17892 w 199366"/>
                <a:gd name="connsiteY57" fmla="*/ 13406 h 242591"/>
                <a:gd name="connsiteX58" fmla="*/ 99683 w 199366"/>
                <a:gd name="connsiteY58" fmla="*/ 13406 h 242591"/>
                <a:gd name="connsiteX59" fmla="*/ 105434 w 199366"/>
                <a:gd name="connsiteY59" fmla="*/ 19152 h 242591"/>
                <a:gd name="connsiteX60" fmla="*/ 105434 w 199366"/>
                <a:gd name="connsiteY60" fmla="*/ 60009 h 242591"/>
                <a:gd name="connsiteX61" fmla="*/ 104156 w 199366"/>
                <a:gd name="connsiteY61" fmla="*/ 60648 h 242591"/>
                <a:gd name="connsiteX62" fmla="*/ 95210 w 199366"/>
                <a:gd name="connsiteY62" fmla="*/ 74693 h 242591"/>
                <a:gd name="connsiteX63" fmla="*/ 105434 w 199366"/>
                <a:gd name="connsiteY63" fmla="*/ 98313 h 242591"/>
                <a:gd name="connsiteX64" fmla="*/ 105434 w 199366"/>
                <a:gd name="connsiteY64" fmla="*/ 180667 h 242591"/>
                <a:gd name="connsiteX65" fmla="*/ 12780 w 199366"/>
                <a:gd name="connsiteY65" fmla="*/ 181305 h 242591"/>
                <a:gd name="connsiteX66" fmla="*/ 12780 w 199366"/>
                <a:gd name="connsiteY66" fmla="*/ 19152 h 242591"/>
                <a:gd name="connsiteX67" fmla="*/ 17892 w 199366"/>
                <a:gd name="connsiteY67" fmla="*/ 13406 h 242591"/>
                <a:gd name="connsiteX68" fmla="*/ 17892 w 199366"/>
                <a:gd name="connsiteY68" fmla="*/ 13406 h 242591"/>
                <a:gd name="connsiteX69" fmla="*/ 17892 w 199366"/>
                <a:gd name="connsiteY69" fmla="*/ 202372 h 242591"/>
                <a:gd name="connsiteX70" fmla="*/ 17892 w 199366"/>
                <a:gd name="connsiteY70" fmla="*/ 202372 h 242591"/>
                <a:gd name="connsiteX71" fmla="*/ 12141 w 199366"/>
                <a:gd name="connsiteY71" fmla="*/ 196627 h 242591"/>
                <a:gd name="connsiteX72" fmla="*/ 12141 w 199366"/>
                <a:gd name="connsiteY72" fmla="*/ 193435 h 242591"/>
                <a:gd name="connsiteX73" fmla="*/ 104795 w 199366"/>
                <a:gd name="connsiteY73" fmla="*/ 192796 h 242591"/>
                <a:gd name="connsiteX74" fmla="*/ 104795 w 199366"/>
                <a:gd name="connsiteY74" fmla="*/ 196627 h 242591"/>
                <a:gd name="connsiteX75" fmla="*/ 99683 w 199366"/>
                <a:gd name="connsiteY75" fmla="*/ 202372 h 242591"/>
                <a:gd name="connsiteX76" fmla="*/ 99683 w 199366"/>
                <a:gd name="connsiteY76" fmla="*/ 202372 h 242591"/>
                <a:gd name="connsiteX77" fmla="*/ 17892 w 199366"/>
                <a:gd name="connsiteY77" fmla="*/ 202372 h 24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99366" h="242591">
                  <a:moveTo>
                    <a:pt x="190420" y="164707"/>
                  </a:moveTo>
                  <a:cubicBezTo>
                    <a:pt x="189142" y="163430"/>
                    <a:pt x="188503" y="162153"/>
                    <a:pt x="187864" y="160876"/>
                  </a:cubicBezTo>
                  <a:lnTo>
                    <a:pt x="172528" y="127041"/>
                  </a:lnTo>
                  <a:cubicBezTo>
                    <a:pt x="171250" y="124488"/>
                    <a:pt x="169972" y="121296"/>
                    <a:pt x="168695" y="118104"/>
                  </a:cubicBezTo>
                  <a:cubicBezTo>
                    <a:pt x="166138" y="110443"/>
                    <a:pt x="161665" y="102782"/>
                    <a:pt x="155915" y="97037"/>
                  </a:cubicBezTo>
                  <a:lnTo>
                    <a:pt x="140579" y="81077"/>
                  </a:lnTo>
                  <a:lnTo>
                    <a:pt x="138662" y="79161"/>
                  </a:lnTo>
                  <a:lnTo>
                    <a:pt x="137384" y="77885"/>
                  </a:lnTo>
                  <a:cubicBezTo>
                    <a:pt x="137384" y="77885"/>
                    <a:pt x="136745" y="77246"/>
                    <a:pt x="136745" y="77246"/>
                  </a:cubicBezTo>
                  <a:lnTo>
                    <a:pt x="120131" y="65117"/>
                  </a:lnTo>
                  <a:lnTo>
                    <a:pt x="118214" y="63201"/>
                  </a:lnTo>
                  <a:lnTo>
                    <a:pt x="118214" y="18514"/>
                  </a:lnTo>
                  <a:cubicBezTo>
                    <a:pt x="118214" y="8299"/>
                    <a:pt x="109907" y="0"/>
                    <a:pt x="99683" y="0"/>
                  </a:cubicBezTo>
                  <a:lnTo>
                    <a:pt x="17892" y="0"/>
                  </a:lnTo>
                  <a:cubicBezTo>
                    <a:pt x="7668" y="0"/>
                    <a:pt x="0" y="8299"/>
                    <a:pt x="0" y="18514"/>
                  </a:cubicBezTo>
                  <a:lnTo>
                    <a:pt x="0" y="196627"/>
                  </a:lnTo>
                  <a:cubicBezTo>
                    <a:pt x="0" y="206841"/>
                    <a:pt x="8307" y="215140"/>
                    <a:pt x="18531" y="215140"/>
                  </a:cubicBezTo>
                  <a:lnTo>
                    <a:pt x="18531" y="215140"/>
                  </a:lnTo>
                  <a:lnTo>
                    <a:pt x="99044" y="215140"/>
                  </a:lnTo>
                  <a:cubicBezTo>
                    <a:pt x="99683" y="215140"/>
                    <a:pt x="100322" y="215140"/>
                    <a:pt x="100961" y="215140"/>
                  </a:cubicBezTo>
                  <a:lnTo>
                    <a:pt x="122048" y="221524"/>
                  </a:lnTo>
                  <a:cubicBezTo>
                    <a:pt x="122687" y="222163"/>
                    <a:pt x="123326" y="222801"/>
                    <a:pt x="123965" y="223439"/>
                  </a:cubicBezTo>
                  <a:lnTo>
                    <a:pt x="142496" y="240676"/>
                  </a:lnTo>
                  <a:cubicBezTo>
                    <a:pt x="143774" y="241953"/>
                    <a:pt x="145052" y="242591"/>
                    <a:pt x="146969" y="242591"/>
                  </a:cubicBezTo>
                  <a:cubicBezTo>
                    <a:pt x="150802" y="242591"/>
                    <a:pt x="153358" y="239399"/>
                    <a:pt x="153358" y="236207"/>
                  </a:cubicBezTo>
                  <a:cubicBezTo>
                    <a:pt x="153358" y="234292"/>
                    <a:pt x="152720" y="233015"/>
                    <a:pt x="151442" y="231738"/>
                  </a:cubicBezTo>
                  <a:lnTo>
                    <a:pt x="132911" y="215140"/>
                  </a:lnTo>
                  <a:cubicBezTo>
                    <a:pt x="131633" y="213863"/>
                    <a:pt x="129716" y="211948"/>
                    <a:pt x="127799" y="211310"/>
                  </a:cubicBezTo>
                  <a:cubicBezTo>
                    <a:pt x="127160" y="211310"/>
                    <a:pt x="127160" y="210671"/>
                    <a:pt x="126521" y="210671"/>
                  </a:cubicBezTo>
                  <a:lnTo>
                    <a:pt x="115019" y="206841"/>
                  </a:lnTo>
                  <a:cubicBezTo>
                    <a:pt x="116936" y="204287"/>
                    <a:pt x="117575" y="201095"/>
                    <a:pt x="117575" y="197903"/>
                  </a:cubicBezTo>
                  <a:lnTo>
                    <a:pt x="117575" y="113635"/>
                  </a:lnTo>
                  <a:lnTo>
                    <a:pt x="125243" y="127680"/>
                  </a:lnTo>
                  <a:cubicBezTo>
                    <a:pt x="116297" y="153854"/>
                    <a:pt x="120131" y="165984"/>
                    <a:pt x="129077" y="175560"/>
                  </a:cubicBezTo>
                  <a:cubicBezTo>
                    <a:pt x="130355" y="176836"/>
                    <a:pt x="132272" y="177475"/>
                    <a:pt x="133550" y="177475"/>
                  </a:cubicBezTo>
                  <a:cubicBezTo>
                    <a:pt x="137384" y="177475"/>
                    <a:pt x="139940" y="174283"/>
                    <a:pt x="139940" y="171091"/>
                  </a:cubicBezTo>
                  <a:cubicBezTo>
                    <a:pt x="139940" y="169814"/>
                    <a:pt x="139301" y="167899"/>
                    <a:pt x="138022" y="166622"/>
                  </a:cubicBezTo>
                  <a:cubicBezTo>
                    <a:pt x="133550" y="162153"/>
                    <a:pt x="127799" y="155769"/>
                    <a:pt x="137384" y="130233"/>
                  </a:cubicBezTo>
                  <a:cubicBezTo>
                    <a:pt x="137384" y="129595"/>
                    <a:pt x="137384" y="129595"/>
                    <a:pt x="137384" y="128957"/>
                  </a:cubicBezTo>
                  <a:cubicBezTo>
                    <a:pt x="138022" y="127041"/>
                    <a:pt x="138022" y="125126"/>
                    <a:pt x="137384" y="123849"/>
                  </a:cubicBezTo>
                  <a:lnTo>
                    <a:pt x="124604" y="99590"/>
                  </a:lnTo>
                  <a:cubicBezTo>
                    <a:pt x="123965" y="98952"/>
                    <a:pt x="123326" y="97675"/>
                    <a:pt x="122687" y="97037"/>
                  </a:cubicBezTo>
                  <a:cubicBezTo>
                    <a:pt x="111185" y="90014"/>
                    <a:pt x="107351" y="81077"/>
                    <a:pt x="107990" y="75969"/>
                  </a:cubicBezTo>
                  <a:cubicBezTo>
                    <a:pt x="107990" y="75331"/>
                    <a:pt x="107990" y="74054"/>
                    <a:pt x="108629" y="73416"/>
                  </a:cubicBezTo>
                  <a:lnTo>
                    <a:pt x="129077" y="88099"/>
                  </a:lnTo>
                  <a:lnTo>
                    <a:pt x="130355" y="89376"/>
                  </a:lnTo>
                  <a:cubicBezTo>
                    <a:pt x="130994" y="90014"/>
                    <a:pt x="131633" y="90653"/>
                    <a:pt x="132272" y="91291"/>
                  </a:cubicBezTo>
                  <a:lnTo>
                    <a:pt x="147607" y="107251"/>
                  </a:lnTo>
                  <a:cubicBezTo>
                    <a:pt x="152080" y="111720"/>
                    <a:pt x="155275" y="117465"/>
                    <a:pt x="157192" y="123849"/>
                  </a:cubicBezTo>
                  <a:cubicBezTo>
                    <a:pt x="158470" y="127041"/>
                    <a:pt x="159748" y="130233"/>
                    <a:pt x="161665" y="133425"/>
                  </a:cubicBezTo>
                  <a:lnTo>
                    <a:pt x="177001" y="167260"/>
                  </a:lnTo>
                  <a:cubicBezTo>
                    <a:pt x="178279" y="169814"/>
                    <a:pt x="180196" y="172368"/>
                    <a:pt x="182752" y="174921"/>
                  </a:cubicBezTo>
                  <a:lnTo>
                    <a:pt x="188503" y="180028"/>
                  </a:lnTo>
                  <a:cubicBezTo>
                    <a:pt x="189781" y="181305"/>
                    <a:pt x="191059" y="181305"/>
                    <a:pt x="192976" y="181305"/>
                  </a:cubicBezTo>
                  <a:cubicBezTo>
                    <a:pt x="196810" y="181305"/>
                    <a:pt x="199366" y="178113"/>
                    <a:pt x="199366" y="174921"/>
                  </a:cubicBezTo>
                  <a:cubicBezTo>
                    <a:pt x="199366" y="173006"/>
                    <a:pt x="198727" y="171091"/>
                    <a:pt x="196810" y="169814"/>
                  </a:cubicBezTo>
                  <a:lnTo>
                    <a:pt x="190420" y="164707"/>
                  </a:lnTo>
                  <a:close/>
                  <a:moveTo>
                    <a:pt x="17892" y="13406"/>
                  </a:moveTo>
                  <a:lnTo>
                    <a:pt x="99683" y="13406"/>
                  </a:lnTo>
                  <a:cubicBezTo>
                    <a:pt x="102878" y="13406"/>
                    <a:pt x="105434" y="15960"/>
                    <a:pt x="105434" y="19152"/>
                  </a:cubicBezTo>
                  <a:lnTo>
                    <a:pt x="105434" y="60009"/>
                  </a:lnTo>
                  <a:lnTo>
                    <a:pt x="104156" y="60648"/>
                  </a:lnTo>
                  <a:cubicBezTo>
                    <a:pt x="99044" y="63201"/>
                    <a:pt x="95849" y="68947"/>
                    <a:pt x="95210" y="74693"/>
                  </a:cubicBezTo>
                  <a:cubicBezTo>
                    <a:pt x="95210" y="83630"/>
                    <a:pt x="98405" y="92568"/>
                    <a:pt x="105434" y="98313"/>
                  </a:cubicBezTo>
                  <a:lnTo>
                    <a:pt x="105434" y="180667"/>
                  </a:lnTo>
                  <a:lnTo>
                    <a:pt x="12780" y="181305"/>
                  </a:lnTo>
                  <a:lnTo>
                    <a:pt x="12780" y="19152"/>
                  </a:lnTo>
                  <a:cubicBezTo>
                    <a:pt x="12780" y="15960"/>
                    <a:pt x="14697" y="13406"/>
                    <a:pt x="17892" y="13406"/>
                  </a:cubicBezTo>
                  <a:lnTo>
                    <a:pt x="17892" y="13406"/>
                  </a:lnTo>
                  <a:close/>
                  <a:moveTo>
                    <a:pt x="17892" y="202372"/>
                  </a:moveTo>
                  <a:lnTo>
                    <a:pt x="17892" y="202372"/>
                  </a:lnTo>
                  <a:cubicBezTo>
                    <a:pt x="14697" y="202372"/>
                    <a:pt x="12141" y="199819"/>
                    <a:pt x="12141" y="196627"/>
                  </a:cubicBezTo>
                  <a:lnTo>
                    <a:pt x="12141" y="193435"/>
                  </a:lnTo>
                  <a:lnTo>
                    <a:pt x="104795" y="192796"/>
                  </a:lnTo>
                  <a:lnTo>
                    <a:pt x="104795" y="196627"/>
                  </a:lnTo>
                  <a:cubicBezTo>
                    <a:pt x="104795" y="199819"/>
                    <a:pt x="102239" y="202372"/>
                    <a:pt x="99683" y="202372"/>
                  </a:cubicBezTo>
                  <a:cubicBezTo>
                    <a:pt x="99683" y="202372"/>
                    <a:pt x="99683" y="202372"/>
                    <a:pt x="99683" y="202372"/>
                  </a:cubicBezTo>
                  <a:lnTo>
                    <a:pt x="17892" y="202372"/>
                  </a:lnTo>
                  <a:close/>
                </a:path>
              </a:pathLst>
            </a:custGeom>
            <a:solidFill>
              <a:srgbClr val="26890D"/>
            </a:solidFill>
            <a:ln w="6390" cap="flat">
              <a:noFill/>
              <a:prstDash val="solid"/>
              <a:miter/>
            </a:ln>
          </p:spPr>
          <p:txBody>
            <a:bodyPr rtlCol="0" anchor="ctr"/>
            <a:lstStyle/>
            <a:p>
              <a:endParaRPr lang="en-US"/>
            </a:p>
          </p:txBody>
        </p:sp>
        <p:sp>
          <p:nvSpPr>
            <p:cNvPr id="408" name="Graphic 4">
              <a:extLst>
                <a:ext uri="{FF2B5EF4-FFF2-40B4-BE49-F238E27FC236}">
                  <a16:creationId xmlns:a16="http://schemas.microsoft.com/office/drawing/2014/main" id="{42C74E14-A205-F447-B170-BD774324D1E3}"/>
                </a:ext>
              </a:extLst>
            </p:cNvPr>
            <p:cNvSpPr/>
            <p:nvPr/>
          </p:nvSpPr>
          <p:spPr>
            <a:xfrm>
              <a:off x="3729806" y="2971267"/>
              <a:ext cx="52490" cy="53706"/>
            </a:xfrm>
            <a:custGeom>
              <a:avLst/>
              <a:gdLst>
                <a:gd name="connsiteX0" fmla="*/ 26838 w 52490"/>
                <a:gd name="connsiteY0" fmla="*/ 0 h 53706"/>
                <a:gd name="connsiteX1" fmla="*/ 26838 w 52490"/>
                <a:gd name="connsiteY1" fmla="*/ 0 h 53706"/>
                <a:gd name="connsiteX2" fmla="*/ 0 w 52490"/>
                <a:gd name="connsiteY2" fmla="*/ 26813 h 53706"/>
                <a:gd name="connsiteX3" fmla="*/ 0 w 52490"/>
                <a:gd name="connsiteY3" fmla="*/ 26813 h 53706"/>
                <a:gd name="connsiteX4" fmla="*/ 7668 w 52490"/>
                <a:gd name="connsiteY4" fmla="*/ 45965 h 53706"/>
                <a:gd name="connsiteX5" fmla="*/ 26838 w 52490"/>
                <a:gd name="connsiteY5" fmla="*/ 53626 h 53706"/>
                <a:gd name="connsiteX6" fmla="*/ 26838 w 52490"/>
                <a:gd name="connsiteY6" fmla="*/ 53626 h 53706"/>
                <a:gd name="connsiteX7" fmla="*/ 52398 w 52490"/>
                <a:gd name="connsiteY7" fmla="*/ 24898 h 53706"/>
                <a:gd name="connsiteX8" fmla="*/ 26838 w 52490"/>
                <a:gd name="connsiteY8" fmla="*/ 0 h 53706"/>
                <a:gd name="connsiteX9" fmla="*/ 40895 w 52490"/>
                <a:gd name="connsiteY9" fmla="*/ 26813 h 53706"/>
                <a:gd name="connsiteX10" fmla="*/ 26838 w 52490"/>
                <a:gd name="connsiteY10" fmla="*/ 40858 h 53706"/>
                <a:gd name="connsiteX11" fmla="*/ 26838 w 52490"/>
                <a:gd name="connsiteY11" fmla="*/ 40858 h 53706"/>
                <a:gd name="connsiteX12" fmla="*/ 12780 w 52490"/>
                <a:gd name="connsiteY12" fmla="*/ 26813 h 53706"/>
                <a:gd name="connsiteX13" fmla="*/ 12780 w 52490"/>
                <a:gd name="connsiteY13" fmla="*/ 26813 h 53706"/>
                <a:gd name="connsiteX14" fmla="*/ 26838 w 52490"/>
                <a:gd name="connsiteY14" fmla="*/ 12768 h 53706"/>
                <a:gd name="connsiteX15" fmla="*/ 26838 w 52490"/>
                <a:gd name="connsiteY15" fmla="*/ 12768 h 53706"/>
                <a:gd name="connsiteX16" fmla="*/ 37062 w 52490"/>
                <a:gd name="connsiteY16" fmla="*/ 17237 h 53706"/>
                <a:gd name="connsiteX17" fmla="*/ 40895 w 52490"/>
                <a:gd name="connsiteY17" fmla="*/ 26813 h 53706"/>
                <a:gd name="connsiteX18" fmla="*/ 40895 w 52490"/>
                <a:gd name="connsiteY18" fmla="*/ 26813 h 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2490" h="53706">
                  <a:moveTo>
                    <a:pt x="26838" y="0"/>
                  </a:moveTo>
                  <a:lnTo>
                    <a:pt x="26838" y="0"/>
                  </a:lnTo>
                  <a:cubicBezTo>
                    <a:pt x="12141" y="0"/>
                    <a:pt x="0" y="12130"/>
                    <a:pt x="0" y="26813"/>
                  </a:cubicBezTo>
                  <a:cubicBezTo>
                    <a:pt x="0" y="26813"/>
                    <a:pt x="0" y="26813"/>
                    <a:pt x="0" y="26813"/>
                  </a:cubicBezTo>
                  <a:cubicBezTo>
                    <a:pt x="0" y="33835"/>
                    <a:pt x="2556" y="40858"/>
                    <a:pt x="7668" y="45965"/>
                  </a:cubicBezTo>
                  <a:cubicBezTo>
                    <a:pt x="12780" y="51072"/>
                    <a:pt x="19809" y="54264"/>
                    <a:pt x="26838" y="53626"/>
                  </a:cubicBezTo>
                  <a:lnTo>
                    <a:pt x="26838" y="53626"/>
                  </a:lnTo>
                  <a:cubicBezTo>
                    <a:pt x="41535" y="52987"/>
                    <a:pt x="53675" y="40219"/>
                    <a:pt x="52398" y="24898"/>
                  </a:cubicBezTo>
                  <a:cubicBezTo>
                    <a:pt x="51758" y="11491"/>
                    <a:pt x="40895" y="638"/>
                    <a:pt x="26838" y="0"/>
                  </a:cubicBezTo>
                  <a:close/>
                  <a:moveTo>
                    <a:pt x="40895" y="26813"/>
                  </a:moveTo>
                  <a:cubicBezTo>
                    <a:pt x="40895" y="34474"/>
                    <a:pt x="34505" y="40858"/>
                    <a:pt x="26838" y="40858"/>
                  </a:cubicBezTo>
                  <a:lnTo>
                    <a:pt x="26838" y="40858"/>
                  </a:lnTo>
                  <a:cubicBezTo>
                    <a:pt x="19170" y="40858"/>
                    <a:pt x="12780" y="34474"/>
                    <a:pt x="12780" y="26813"/>
                  </a:cubicBezTo>
                  <a:cubicBezTo>
                    <a:pt x="12780" y="26813"/>
                    <a:pt x="12780" y="26813"/>
                    <a:pt x="12780" y="26813"/>
                  </a:cubicBezTo>
                  <a:cubicBezTo>
                    <a:pt x="12780" y="19152"/>
                    <a:pt x="19170" y="12768"/>
                    <a:pt x="26838" y="12768"/>
                  </a:cubicBezTo>
                  <a:lnTo>
                    <a:pt x="26838" y="12768"/>
                  </a:lnTo>
                  <a:cubicBezTo>
                    <a:pt x="30672" y="12768"/>
                    <a:pt x="34505" y="14045"/>
                    <a:pt x="37062" y="17237"/>
                  </a:cubicBezTo>
                  <a:cubicBezTo>
                    <a:pt x="39618" y="19152"/>
                    <a:pt x="40895" y="22982"/>
                    <a:pt x="40895" y="26813"/>
                  </a:cubicBezTo>
                  <a:lnTo>
                    <a:pt x="40895" y="26813"/>
                  </a:lnTo>
                  <a:close/>
                </a:path>
              </a:pathLst>
            </a:custGeom>
            <a:solidFill>
              <a:srgbClr val="26890D"/>
            </a:solidFill>
            <a:ln w="6390" cap="flat">
              <a:noFill/>
              <a:prstDash val="solid"/>
              <a:miter/>
            </a:ln>
          </p:spPr>
          <p:txBody>
            <a:bodyPr rtlCol="0" anchor="ctr"/>
            <a:lstStyle/>
            <a:p>
              <a:endParaRPr lang="en-US"/>
            </a:p>
          </p:txBody>
        </p:sp>
        <p:sp>
          <p:nvSpPr>
            <p:cNvPr id="409" name="Graphic 4">
              <a:extLst>
                <a:ext uri="{FF2B5EF4-FFF2-40B4-BE49-F238E27FC236}">
                  <a16:creationId xmlns:a16="http://schemas.microsoft.com/office/drawing/2014/main" id="{7433FFB9-66C6-1447-8937-A9D9DB8F36FC}"/>
                </a:ext>
              </a:extLst>
            </p:cNvPr>
            <p:cNvSpPr/>
            <p:nvPr/>
          </p:nvSpPr>
          <p:spPr>
            <a:xfrm>
              <a:off x="3714470" y="3031277"/>
              <a:ext cx="83069" cy="47879"/>
            </a:xfrm>
            <a:custGeom>
              <a:avLst/>
              <a:gdLst>
                <a:gd name="connsiteX0" fmla="*/ 7029 w 83069"/>
                <a:gd name="connsiteY0" fmla="*/ 47880 h 47879"/>
                <a:gd name="connsiteX1" fmla="*/ 7029 w 83069"/>
                <a:gd name="connsiteY1" fmla="*/ 47880 h 47879"/>
                <a:gd name="connsiteX2" fmla="*/ 13419 w 83069"/>
                <a:gd name="connsiteY2" fmla="*/ 41496 h 47879"/>
                <a:gd name="connsiteX3" fmla="*/ 41535 w 83069"/>
                <a:gd name="connsiteY3" fmla="*/ 12768 h 47879"/>
                <a:gd name="connsiteX4" fmla="*/ 41535 w 83069"/>
                <a:gd name="connsiteY4" fmla="*/ 12768 h 47879"/>
                <a:gd name="connsiteX5" fmla="*/ 41535 w 83069"/>
                <a:gd name="connsiteY5" fmla="*/ 12768 h 47879"/>
                <a:gd name="connsiteX6" fmla="*/ 70289 w 83069"/>
                <a:gd name="connsiteY6" fmla="*/ 41496 h 47879"/>
                <a:gd name="connsiteX7" fmla="*/ 76679 w 83069"/>
                <a:gd name="connsiteY7" fmla="*/ 47880 h 47879"/>
                <a:gd name="connsiteX8" fmla="*/ 76679 w 83069"/>
                <a:gd name="connsiteY8" fmla="*/ 47880 h 47879"/>
                <a:gd name="connsiteX9" fmla="*/ 83069 w 83069"/>
                <a:gd name="connsiteY9" fmla="*/ 41496 h 47879"/>
                <a:gd name="connsiteX10" fmla="*/ 41535 w 83069"/>
                <a:gd name="connsiteY10" fmla="*/ 0 h 47879"/>
                <a:gd name="connsiteX11" fmla="*/ 41535 w 83069"/>
                <a:gd name="connsiteY11" fmla="*/ 0 h 47879"/>
                <a:gd name="connsiteX12" fmla="*/ 0 w 83069"/>
                <a:gd name="connsiteY12" fmla="*/ 41496 h 47879"/>
                <a:gd name="connsiteX13" fmla="*/ 0 w 83069"/>
                <a:gd name="connsiteY13" fmla="*/ 41496 h 47879"/>
                <a:gd name="connsiteX14" fmla="*/ 7029 w 83069"/>
                <a:gd name="connsiteY14" fmla="*/ 47880 h 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069" h="47879">
                  <a:moveTo>
                    <a:pt x="7029" y="47880"/>
                  </a:moveTo>
                  <a:lnTo>
                    <a:pt x="7029" y="47880"/>
                  </a:lnTo>
                  <a:cubicBezTo>
                    <a:pt x="10863" y="47880"/>
                    <a:pt x="13419" y="45326"/>
                    <a:pt x="13419" y="41496"/>
                  </a:cubicBezTo>
                  <a:cubicBezTo>
                    <a:pt x="13419" y="25536"/>
                    <a:pt x="26199" y="12768"/>
                    <a:pt x="41535" y="12768"/>
                  </a:cubicBezTo>
                  <a:cubicBezTo>
                    <a:pt x="41535" y="12768"/>
                    <a:pt x="41535" y="12768"/>
                    <a:pt x="41535" y="12768"/>
                  </a:cubicBezTo>
                  <a:lnTo>
                    <a:pt x="41535" y="12768"/>
                  </a:lnTo>
                  <a:cubicBezTo>
                    <a:pt x="57509" y="12768"/>
                    <a:pt x="70289" y="25536"/>
                    <a:pt x="70289" y="41496"/>
                  </a:cubicBezTo>
                  <a:cubicBezTo>
                    <a:pt x="70289" y="45326"/>
                    <a:pt x="72845" y="47880"/>
                    <a:pt x="76679" y="47880"/>
                  </a:cubicBezTo>
                  <a:lnTo>
                    <a:pt x="76679" y="47880"/>
                  </a:lnTo>
                  <a:cubicBezTo>
                    <a:pt x="80513" y="47880"/>
                    <a:pt x="83069" y="45326"/>
                    <a:pt x="83069" y="41496"/>
                  </a:cubicBezTo>
                  <a:cubicBezTo>
                    <a:pt x="83069" y="18514"/>
                    <a:pt x="64539" y="0"/>
                    <a:pt x="41535" y="0"/>
                  </a:cubicBezTo>
                  <a:lnTo>
                    <a:pt x="41535" y="0"/>
                  </a:lnTo>
                  <a:cubicBezTo>
                    <a:pt x="18531" y="0"/>
                    <a:pt x="0" y="18514"/>
                    <a:pt x="0" y="41496"/>
                  </a:cubicBezTo>
                  <a:cubicBezTo>
                    <a:pt x="0" y="41496"/>
                    <a:pt x="0" y="41496"/>
                    <a:pt x="0" y="41496"/>
                  </a:cubicBezTo>
                  <a:cubicBezTo>
                    <a:pt x="639" y="45326"/>
                    <a:pt x="3195" y="47880"/>
                    <a:pt x="7029" y="47880"/>
                  </a:cubicBezTo>
                  <a:close/>
                </a:path>
              </a:pathLst>
            </a:custGeom>
            <a:solidFill>
              <a:srgbClr val="26890D"/>
            </a:solidFill>
            <a:ln w="6390" cap="flat">
              <a:noFill/>
              <a:prstDash val="solid"/>
              <a:miter/>
            </a:ln>
          </p:spPr>
          <p:txBody>
            <a:bodyPr rtlCol="0" anchor="ctr"/>
            <a:lstStyle/>
            <a:p>
              <a:endParaRPr lang="en-US"/>
            </a:p>
          </p:txBody>
        </p:sp>
        <p:sp>
          <p:nvSpPr>
            <p:cNvPr id="410" name="Graphic 4">
              <a:extLst>
                <a:ext uri="{FF2B5EF4-FFF2-40B4-BE49-F238E27FC236}">
                  <a16:creationId xmlns:a16="http://schemas.microsoft.com/office/drawing/2014/main" id="{4CF57C91-3E94-124D-AC20-93864D17299B}"/>
                </a:ext>
              </a:extLst>
            </p:cNvPr>
            <p:cNvSpPr/>
            <p:nvPr/>
          </p:nvSpPr>
          <p:spPr>
            <a:xfrm>
              <a:off x="3728528" y="2943178"/>
              <a:ext cx="35144" cy="12767"/>
            </a:xfrm>
            <a:custGeom>
              <a:avLst/>
              <a:gdLst>
                <a:gd name="connsiteX0" fmla="*/ 6390 w 35144"/>
                <a:gd name="connsiteY0" fmla="*/ 12768 h 12767"/>
                <a:gd name="connsiteX1" fmla="*/ 28755 w 35144"/>
                <a:gd name="connsiteY1" fmla="*/ 12768 h 12767"/>
                <a:gd name="connsiteX2" fmla="*/ 35145 w 35144"/>
                <a:gd name="connsiteY2" fmla="*/ 6384 h 12767"/>
                <a:gd name="connsiteX3" fmla="*/ 28755 w 35144"/>
                <a:gd name="connsiteY3" fmla="*/ 0 h 12767"/>
                <a:gd name="connsiteX4" fmla="*/ 6390 w 35144"/>
                <a:gd name="connsiteY4" fmla="*/ 0 h 12767"/>
                <a:gd name="connsiteX5" fmla="*/ 0 w 35144"/>
                <a:gd name="connsiteY5" fmla="*/ 6384 h 12767"/>
                <a:gd name="connsiteX6" fmla="*/ 6390 w 35144"/>
                <a:gd name="connsiteY6" fmla="*/ 12768 h 12767"/>
                <a:gd name="connsiteX7" fmla="*/ 6390 w 35144"/>
                <a:gd name="connsiteY7"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144" h="12767">
                  <a:moveTo>
                    <a:pt x="6390" y="12768"/>
                  </a:moveTo>
                  <a:lnTo>
                    <a:pt x="28755" y="12768"/>
                  </a:lnTo>
                  <a:cubicBezTo>
                    <a:pt x="32589" y="12768"/>
                    <a:pt x="35145" y="10214"/>
                    <a:pt x="35145" y="6384"/>
                  </a:cubicBezTo>
                  <a:cubicBezTo>
                    <a:pt x="35145" y="2554"/>
                    <a:pt x="32589" y="0"/>
                    <a:pt x="28755" y="0"/>
                  </a:cubicBezTo>
                  <a:lnTo>
                    <a:pt x="6390" y="0"/>
                  </a:lnTo>
                  <a:cubicBezTo>
                    <a:pt x="2556" y="0"/>
                    <a:pt x="0" y="2554"/>
                    <a:pt x="0" y="6384"/>
                  </a:cubicBezTo>
                  <a:cubicBezTo>
                    <a:pt x="0" y="10214"/>
                    <a:pt x="2556" y="12768"/>
                    <a:pt x="6390" y="12768"/>
                  </a:cubicBezTo>
                  <a:lnTo>
                    <a:pt x="6390" y="12768"/>
                  </a:lnTo>
                  <a:close/>
                </a:path>
              </a:pathLst>
            </a:custGeom>
            <a:solidFill>
              <a:srgbClr val="26890D"/>
            </a:solidFill>
            <a:ln w="6390" cap="flat">
              <a:noFill/>
              <a:prstDash val="solid"/>
              <a:miter/>
            </a:ln>
          </p:spPr>
          <p:txBody>
            <a:bodyPr rtlCol="0" anchor="ctr"/>
            <a:lstStyle/>
            <a:p>
              <a:endParaRPr lang="en-US"/>
            </a:p>
          </p:txBody>
        </p:sp>
        <p:sp>
          <p:nvSpPr>
            <p:cNvPr id="411" name="Graphic 4">
              <a:extLst>
                <a:ext uri="{FF2B5EF4-FFF2-40B4-BE49-F238E27FC236}">
                  <a16:creationId xmlns:a16="http://schemas.microsoft.com/office/drawing/2014/main" id="{CEB3DF41-51C2-594A-A803-F802BBB7F8C7}"/>
                </a:ext>
              </a:extLst>
            </p:cNvPr>
            <p:cNvSpPr/>
            <p:nvPr/>
          </p:nvSpPr>
          <p:spPr>
            <a:xfrm>
              <a:off x="3770062" y="2941901"/>
              <a:ext cx="14623" cy="15321"/>
            </a:xfrm>
            <a:custGeom>
              <a:avLst/>
              <a:gdLst>
                <a:gd name="connsiteX0" fmla="*/ 7029 w 14623"/>
                <a:gd name="connsiteY0" fmla="*/ 15322 h 15321"/>
                <a:gd name="connsiteX1" fmla="*/ 7029 w 14623"/>
                <a:gd name="connsiteY1" fmla="*/ 15322 h 15321"/>
                <a:gd name="connsiteX2" fmla="*/ 12780 w 14623"/>
                <a:gd name="connsiteY2" fmla="*/ 12768 h 15321"/>
                <a:gd name="connsiteX3" fmla="*/ 12141 w 14623"/>
                <a:gd name="connsiteY3" fmla="*/ 1915 h 15321"/>
                <a:gd name="connsiteX4" fmla="*/ 7029 w 14623"/>
                <a:gd name="connsiteY4" fmla="*/ 0 h 15321"/>
                <a:gd name="connsiteX5" fmla="*/ 1917 w 14623"/>
                <a:gd name="connsiteY5" fmla="*/ 2554 h 15321"/>
                <a:gd name="connsiteX6" fmla="*/ 0 w 14623"/>
                <a:gd name="connsiteY6" fmla="*/ 8299 h 15321"/>
                <a:gd name="connsiteX7" fmla="*/ 2556 w 14623"/>
                <a:gd name="connsiteY7" fmla="*/ 13406 h 15321"/>
                <a:gd name="connsiteX8" fmla="*/ 7029 w 14623"/>
                <a:gd name="connsiteY8" fmla="*/ 15322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23" h="15321">
                  <a:moveTo>
                    <a:pt x="7029" y="15322"/>
                  </a:moveTo>
                  <a:lnTo>
                    <a:pt x="7029" y="15322"/>
                  </a:lnTo>
                  <a:cubicBezTo>
                    <a:pt x="9585" y="15322"/>
                    <a:pt x="11502" y="14683"/>
                    <a:pt x="12780" y="12768"/>
                  </a:cubicBezTo>
                  <a:cubicBezTo>
                    <a:pt x="15336" y="9576"/>
                    <a:pt x="15336" y="5107"/>
                    <a:pt x="12141" y="1915"/>
                  </a:cubicBezTo>
                  <a:cubicBezTo>
                    <a:pt x="10863" y="638"/>
                    <a:pt x="8946" y="0"/>
                    <a:pt x="7029" y="0"/>
                  </a:cubicBezTo>
                  <a:cubicBezTo>
                    <a:pt x="5112" y="0"/>
                    <a:pt x="3195" y="1277"/>
                    <a:pt x="1917" y="2554"/>
                  </a:cubicBezTo>
                  <a:cubicBezTo>
                    <a:pt x="639" y="3830"/>
                    <a:pt x="0" y="5746"/>
                    <a:pt x="0" y="8299"/>
                  </a:cubicBezTo>
                  <a:cubicBezTo>
                    <a:pt x="0" y="10214"/>
                    <a:pt x="1278" y="12130"/>
                    <a:pt x="2556" y="13406"/>
                  </a:cubicBezTo>
                  <a:cubicBezTo>
                    <a:pt x="3195" y="14683"/>
                    <a:pt x="5112" y="15322"/>
                    <a:pt x="7029" y="15322"/>
                  </a:cubicBezTo>
                  <a:close/>
                </a:path>
              </a:pathLst>
            </a:custGeom>
            <a:solidFill>
              <a:srgbClr val="26890D"/>
            </a:solidFill>
            <a:ln w="6390" cap="flat">
              <a:noFill/>
              <a:prstDash val="solid"/>
              <a:miter/>
            </a:ln>
          </p:spPr>
          <p:txBody>
            <a:bodyPr rtlCol="0" anchor="ctr"/>
            <a:lstStyle/>
            <a:p>
              <a:endParaRPr lang="en-US"/>
            </a:p>
          </p:txBody>
        </p:sp>
      </p:grpSp>
      <p:grpSp>
        <p:nvGrpSpPr>
          <p:cNvPr id="412" name="Graphic 4">
            <a:extLst>
              <a:ext uri="{FF2B5EF4-FFF2-40B4-BE49-F238E27FC236}">
                <a16:creationId xmlns:a16="http://schemas.microsoft.com/office/drawing/2014/main" id="{CD0B2AF8-C0EE-FE49-836E-0667F949C99D}"/>
              </a:ext>
            </a:extLst>
          </p:cNvPr>
          <p:cNvGrpSpPr/>
          <p:nvPr/>
        </p:nvGrpSpPr>
        <p:grpSpPr>
          <a:xfrm>
            <a:off x="4660820" y="918179"/>
            <a:ext cx="362312" cy="361971"/>
            <a:chOff x="4660820" y="918179"/>
            <a:chExt cx="362312" cy="361971"/>
          </a:xfrm>
          <a:solidFill>
            <a:srgbClr val="26890D"/>
          </a:solidFill>
        </p:grpSpPr>
        <p:sp>
          <p:nvSpPr>
            <p:cNvPr id="413" name="Graphic 4">
              <a:extLst>
                <a:ext uri="{FF2B5EF4-FFF2-40B4-BE49-F238E27FC236}">
                  <a16:creationId xmlns:a16="http://schemas.microsoft.com/office/drawing/2014/main" id="{18AEF5B7-46CC-8644-90A5-9A75E7068A4B}"/>
                </a:ext>
              </a:extLst>
            </p:cNvPr>
            <p:cNvSpPr/>
            <p:nvPr/>
          </p:nvSpPr>
          <p:spPr>
            <a:xfrm>
              <a:off x="4660820" y="918179"/>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873"/>
                    <a:pt x="274767" y="348565"/>
                    <a:pt x="181474" y="349204"/>
                  </a:cubicBezTo>
                  <a:close/>
                </a:path>
              </a:pathLst>
            </a:custGeom>
            <a:solidFill>
              <a:srgbClr val="26890D"/>
            </a:solidFill>
            <a:ln w="6390" cap="flat">
              <a:noFill/>
              <a:prstDash val="solid"/>
              <a:miter/>
            </a:ln>
          </p:spPr>
          <p:txBody>
            <a:bodyPr rtlCol="0" anchor="ctr"/>
            <a:lstStyle/>
            <a:p>
              <a:endParaRPr lang="en-US"/>
            </a:p>
          </p:txBody>
        </p:sp>
        <p:sp>
          <p:nvSpPr>
            <p:cNvPr id="414" name="Graphic 4">
              <a:extLst>
                <a:ext uri="{FF2B5EF4-FFF2-40B4-BE49-F238E27FC236}">
                  <a16:creationId xmlns:a16="http://schemas.microsoft.com/office/drawing/2014/main" id="{D83E3099-6C8C-2C44-A0BB-23EA0154601E}"/>
                </a:ext>
              </a:extLst>
            </p:cNvPr>
            <p:cNvSpPr/>
            <p:nvPr/>
          </p:nvSpPr>
          <p:spPr>
            <a:xfrm>
              <a:off x="4734932" y="990805"/>
              <a:ext cx="216142" cy="217217"/>
            </a:xfrm>
            <a:custGeom>
              <a:avLst/>
              <a:gdLst>
                <a:gd name="connsiteX0" fmla="*/ 151452 w 216142"/>
                <a:gd name="connsiteY0" fmla="*/ 83781 h 217217"/>
                <a:gd name="connsiteX1" fmla="*/ 210879 w 216142"/>
                <a:gd name="connsiteY1" fmla="*/ 63991 h 217217"/>
                <a:gd name="connsiteX2" fmla="*/ 191070 w 216142"/>
                <a:gd name="connsiteY2" fmla="*/ 4620 h 217217"/>
                <a:gd name="connsiteX3" fmla="*/ 131643 w 216142"/>
                <a:gd name="connsiteY3" fmla="*/ 24410 h 217217"/>
                <a:gd name="connsiteX4" fmla="*/ 127171 w 216142"/>
                <a:gd name="connsiteY4" fmla="*/ 44201 h 217217"/>
                <a:gd name="connsiteX5" fmla="*/ 132283 w 216142"/>
                <a:gd name="connsiteY5" fmla="*/ 63991 h 217217"/>
                <a:gd name="connsiteX6" fmla="*/ 108640 w 216142"/>
                <a:gd name="connsiteY6" fmla="*/ 72290 h 217217"/>
                <a:gd name="connsiteX7" fmla="*/ 108640 w 216142"/>
                <a:gd name="connsiteY7" fmla="*/ 72290 h 217217"/>
                <a:gd name="connsiteX8" fmla="*/ 84358 w 216142"/>
                <a:gd name="connsiteY8" fmla="*/ 63353 h 217217"/>
                <a:gd name="connsiteX9" fmla="*/ 88831 w 216142"/>
                <a:gd name="connsiteY9" fmla="*/ 44201 h 217217"/>
                <a:gd name="connsiteX10" fmla="*/ 44740 w 216142"/>
                <a:gd name="connsiteY10" fmla="*/ 151 h 217217"/>
                <a:gd name="connsiteX11" fmla="*/ 650 w 216142"/>
                <a:gd name="connsiteY11" fmla="*/ 44201 h 217217"/>
                <a:gd name="connsiteX12" fmla="*/ 44740 w 216142"/>
                <a:gd name="connsiteY12" fmla="*/ 88250 h 217217"/>
                <a:gd name="connsiteX13" fmla="*/ 44740 w 216142"/>
                <a:gd name="connsiteY13" fmla="*/ 88250 h 217217"/>
                <a:gd name="connsiteX14" fmla="*/ 65188 w 216142"/>
                <a:gd name="connsiteY14" fmla="*/ 83143 h 217217"/>
                <a:gd name="connsiteX15" fmla="*/ 73495 w 216142"/>
                <a:gd name="connsiteY15" fmla="*/ 106764 h 217217"/>
                <a:gd name="connsiteX16" fmla="*/ 63910 w 216142"/>
                <a:gd name="connsiteY16" fmla="*/ 132300 h 217217"/>
                <a:gd name="connsiteX17" fmla="*/ 4484 w 216142"/>
                <a:gd name="connsiteY17" fmla="*/ 153367 h 217217"/>
                <a:gd name="connsiteX18" fmla="*/ 25571 w 216142"/>
                <a:gd name="connsiteY18" fmla="*/ 212738 h 217217"/>
                <a:gd name="connsiteX19" fmla="*/ 84997 w 216142"/>
                <a:gd name="connsiteY19" fmla="*/ 191671 h 217217"/>
                <a:gd name="connsiteX20" fmla="*/ 84358 w 216142"/>
                <a:gd name="connsiteY20" fmla="*/ 152729 h 217217"/>
                <a:gd name="connsiteX21" fmla="*/ 108640 w 216142"/>
                <a:gd name="connsiteY21" fmla="*/ 143791 h 217217"/>
                <a:gd name="connsiteX22" fmla="*/ 108640 w 216142"/>
                <a:gd name="connsiteY22" fmla="*/ 143791 h 217217"/>
                <a:gd name="connsiteX23" fmla="*/ 132283 w 216142"/>
                <a:gd name="connsiteY23" fmla="*/ 152090 h 217217"/>
                <a:gd name="connsiteX24" fmla="*/ 152091 w 216142"/>
                <a:gd name="connsiteY24" fmla="*/ 211461 h 217217"/>
                <a:gd name="connsiteX25" fmla="*/ 211518 w 216142"/>
                <a:gd name="connsiteY25" fmla="*/ 191671 h 217217"/>
                <a:gd name="connsiteX26" fmla="*/ 191709 w 216142"/>
                <a:gd name="connsiteY26" fmla="*/ 132300 h 217217"/>
                <a:gd name="connsiteX27" fmla="*/ 171900 w 216142"/>
                <a:gd name="connsiteY27" fmla="*/ 127831 h 217217"/>
                <a:gd name="connsiteX28" fmla="*/ 152731 w 216142"/>
                <a:gd name="connsiteY28" fmla="*/ 132300 h 217217"/>
                <a:gd name="connsiteX29" fmla="*/ 143784 w 216142"/>
                <a:gd name="connsiteY29" fmla="*/ 106764 h 217217"/>
                <a:gd name="connsiteX30" fmla="*/ 151452 w 216142"/>
                <a:gd name="connsiteY30" fmla="*/ 83781 h 217217"/>
                <a:gd name="connsiteX31" fmla="*/ 139311 w 216142"/>
                <a:gd name="connsiteY31" fmla="*/ 44201 h 217217"/>
                <a:gd name="connsiteX32" fmla="*/ 170622 w 216142"/>
                <a:gd name="connsiteY32" fmla="*/ 11642 h 217217"/>
                <a:gd name="connsiteX33" fmla="*/ 203211 w 216142"/>
                <a:gd name="connsiteY33" fmla="*/ 42924 h 217217"/>
                <a:gd name="connsiteX34" fmla="*/ 171900 w 216142"/>
                <a:gd name="connsiteY34" fmla="*/ 75482 h 217217"/>
                <a:gd name="connsiteX35" fmla="*/ 157842 w 216142"/>
                <a:gd name="connsiteY35" fmla="*/ 72290 h 217217"/>
                <a:gd name="connsiteX36" fmla="*/ 171261 w 216142"/>
                <a:gd name="connsiteY36" fmla="*/ 53777 h 217217"/>
                <a:gd name="connsiteX37" fmla="*/ 177012 w 216142"/>
                <a:gd name="connsiteY37" fmla="*/ 60799 h 217217"/>
                <a:gd name="connsiteX38" fmla="*/ 182124 w 216142"/>
                <a:gd name="connsiteY38" fmla="*/ 63353 h 217217"/>
                <a:gd name="connsiteX39" fmla="*/ 186597 w 216142"/>
                <a:gd name="connsiteY39" fmla="*/ 62076 h 217217"/>
                <a:gd name="connsiteX40" fmla="*/ 187236 w 216142"/>
                <a:gd name="connsiteY40" fmla="*/ 53138 h 217217"/>
                <a:gd name="connsiteX41" fmla="*/ 187236 w 216142"/>
                <a:gd name="connsiteY41" fmla="*/ 53138 h 217217"/>
                <a:gd name="connsiteX42" fmla="*/ 180846 w 216142"/>
                <a:gd name="connsiteY42" fmla="*/ 45478 h 217217"/>
                <a:gd name="connsiteX43" fmla="*/ 188514 w 216142"/>
                <a:gd name="connsiteY43" fmla="*/ 38455 h 217217"/>
                <a:gd name="connsiteX44" fmla="*/ 189153 w 216142"/>
                <a:gd name="connsiteY44" fmla="*/ 29518 h 217217"/>
                <a:gd name="connsiteX45" fmla="*/ 180207 w 216142"/>
                <a:gd name="connsiteY45" fmla="*/ 28879 h 217217"/>
                <a:gd name="connsiteX46" fmla="*/ 172539 w 216142"/>
                <a:gd name="connsiteY46" fmla="*/ 35902 h 217217"/>
                <a:gd name="connsiteX47" fmla="*/ 166149 w 216142"/>
                <a:gd name="connsiteY47" fmla="*/ 28241 h 217217"/>
                <a:gd name="connsiteX48" fmla="*/ 157203 w 216142"/>
                <a:gd name="connsiteY48" fmla="*/ 27602 h 217217"/>
                <a:gd name="connsiteX49" fmla="*/ 156564 w 216142"/>
                <a:gd name="connsiteY49" fmla="*/ 36540 h 217217"/>
                <a:gd name="connsiteX50" fmla="*/ 162954 w 216142"/>
                <a:gd name="connsiteY50" fmla="*/ 44201 h 217217"/>
                <a:gd name="connsiteX51" fmla="*/ 155286 w 216142"/>
                <a:gd name="connsiteY51" fmla="*/ 51223 h 217217"/>
                <a:gd name="connsiteX52" fmla="*/ 155286 w 216142"/>
                <a:gd name="connsiteY52" fmla="*/ 51223 h 217217"/>
                <a:gd name="connsiteX53" fmla="*/ 143784 w 216142"/>
                <a:gd name="connsiteY53" fmla="*/ 58884 h 217217"/>
                <a:gd name="connsiteX54" fmla="*/ 139311 w 216142"/>
                <a:gd name="connsiteY54" fmla="*/ 44201 h 217217"/>
                <a:gd name="connsiteX55" fmla="*/ 139311 w 216142"/>
                <a:gd name="connsiteY55" fmla="*/ 44201 h 217217"/>
                <a:gd name="connsiteX56" fmla="*/ 43462 w 216142"/>
                <a:gd name="connsiteY56" fmla="*/ 75482 h 217217"/>
                <a:gd name="connsiteX57" fmla="*/ 11513 w 216142"/>
                <a:gd name="connsiteY57" fmla="*/ 44201 h 217217"/>
                <a:gd name="connsiteX58" fmla="*/ 42824 w 216142"/>
                <a:gd name="connsiteY58" fmla="*/ 12281 h 217217"/>
                <a:gd name="connsiteX59" fmla="*/ 74773 w 216142"/>
                <a:gd name="connsiteY59" fmla="*/ 43562 h 217217"/>
                <a:gd name="connsiteX60" fmla="*/ 72217 w 216142"/>
                <a:gd name="connsiteY60" fmla="*/ 56330 h 217217"/>
                <a:gd name="connsiteX61" fmla="*/ 53686 w 216142"/>
                <a:gd name="connsiteY61" fmla="*/ 42924 h 217217"/>
                <a:gd name="connsiteX62" fmla="*/ 60076 w 216142"/>
                <a:gd name="connsiteY62" fmla="*/ 37817 h 217217"/>
                <a:gd name="connsiteX63" fmla="*/ 60715 w 216142"/>
                <a:gd name="connsiteY63" fmla="*/ 28879 h 217217"/>
                <a:gd name="connsiteX64" fmla="*/ 51769 w 216142"/>
                <a:gd name="connsiteY64" fmla="*/ 28241 h 217217"/>
                <a:gd name="connsiteX65" fmla="*/ 44102 w 216142"/>
                <a:gd name="connsiteY65" fmla="*/ 35263 h 217217"/>
                <a:gd name="connsiteX66" fmla="*/ 37712 w 216142"/>
                <a:gd name="connsiteY66" fmla="*/ 27602 h 217217"/>
                <a:gd name="connsiteX67" fmla="*/ 28766 w 216142"/>
                <a:gd name="connsiteY67" fmla="*/ 26326 h 217217"/>
                <a:gd name="connsiteX68" fmla="*/ 27488 w 216142"/>
                <a:gd name="connsiteY68" fmla="*/ 35263 h 217217"/>
                <a:gd name="connsiteX69" fmla="*/ 28127 w 216142"/>
                <a:gd name="connsiteY69" fmla="*/ 35902 h 217217"/>
                <a:gd name="connsiteX70" fmla="*/ 34517 w 216142"/>
                <a:gd name="connsiteY70" fmla="*/ 43562 h 217217"/>
                <a:gd name="connsiteX71" fmla="*/ 26849 w 216142"/>
                <a:gd name="connsiteY71" fmla="*/ 50585 h 217217"/>
                <a:gd name="connsiteX72" fmla="*/ 26209 w 216142"/>
                <a:gd name="connsiteY72" fmla="*/ 59522 h 217217"/>
                <a:gd name="connsiteX73" fmla="*/ 35156 w 216142"/>
                <a:gd name="connsiteY73" fmla="*/ 60161 h 217217"/>
                <a:gd name="connsiteX74" fmla="*/ 42824 w 216142"/>
                <a:gd name="connsiteY74" fmla="*/ 53138 h 217217"/>
                <a:gd name="connsiteX75" fmla="*/ 49213 w 216142"/>
                <a:gd name="connsiteY75" fmla="*/ 60799 h 217217"/>
                <a:gd name="connsiteX76" fmla="*/ 49852 w 216142"/>
                <a:gd name="connsiteY76" fmla="*/ 61438 h 217217"/>
                <a:gd name="connsiteX77" fmla="*/ 56881 w 216142"/>
                <a:gd name="connsiteY77" fmla="*/ 72290 h 217217"/>
                <a:gd name="connsiteX78" fmla="*/ 43462 w 216142"/>
                <a:gd name="connsiteY78" fmla="*/ 75482 h 217217"/>
                <a:gd name="connsiteX79" fmla="*/ 43462 w 216142"/>
                <a:gd name="connsiteY79" fmla="*/ 75482 h 217217"/>
                <a:gd name="connsiteX80" fmla="*/ 75412 w 216142"/>
                <a:gd name="connsiteY80" fmla="*/ 171880 h 217217"/>
                <a:gd name="connsiteX81" fmla="*/ 44102 w 216142"/>
                <a:gd name="connsiteY81" fmla="*/ 203162 h 217217"/>
                <a:gd name="connsiteX82" fmla="*/ 12791 w 216142"/>
                <a:gd name="connsiteY82" fmla="*/ 171880 h 217217"/>
                <a:gd name="connsiteX83" fmla="*/ 44102 w 216142"/>
                <a:gd name="connsiteY83" fmla="*/ 140599 h 217217"/>
                <a:gd name="connsiteX84" fmla="*/ 56242 w 216142"/>
                <a:gd name="connsiteY84" fmla="*/ 143153 h 217217"/>
                <a:gd name="connsiteX85" fmla="*/ 43462 w 216142"/>
                <a:gd name="connsiteY85" fmla="*/ 161028 h 217217"/>
                <a:gd name="connsiteX86" fmla="*/ 38350 w 216142"/>
                <a:gd name="connsiteY86" fmla="*/ 155282 h 217217"/>
                <a:gd name="connsiteX87" fmla="*/ 29404 w 216142"/>
                <a:gd name="connsiteY87" fmla="*/ 154005 h 217217"/>
                <a:gd name="connsiteX88" fmla="*/ 28127 w 216142"/>
                <a:gd name="connsiteY88" fmla="*/ 162943 h 217217"/>
                <a:gd name="connsiteX89" fmla="*/ 28766 w 216142"/>
                <a:gd name="connsiteY89" fmla="*/ 163581 h 217217"/>
                <a:gd name="connsiteX90" fmla="*/ 35156 w 216142"/>
                <a:gd name="connsiteY90" fmla="*/ 171242 h 217217"/>
                <a:gd name="connsiteX91" fmla="*/ 27488 w 216142"/>
                <a:gd name="connsiteY91" fmla="*/ 177626 h 217217"/>
                <a:gd name="connsiteX92" fmla="*/ 26849 w 216142"/>
                <a:gd name="connsiteY92" fmla="*/ 186564 h 217217"/>
                <a:gd name="connsiteX93" fmla="*/ 35794 w 216142"/>
                <a:gd name="connsiteY93" fmla="*/ 187202 h 217217"/>
                <a:gd name="connsiteX94" fmla="*/ 43462 w 216142"/>
                <a:gd name="connsiteY94" fmla="*/ 180180 h 217217"/>
                <a:gd name="connsiteX95" fmla="*/ 49852 w 216142"/>
                <a:gd name="connsiteY95" fmla="*/ 187840 h 217217"/>
                <a:gd name="connsiteX96" fmla="*/ 58798 w 216142"/>
                <a:gd name="connsiteY96" fmla="*/ 188479 h 217217"/>
                <a:gd name="connsiteX97" fmla="*/ 59437 w 216142"/>
                <a:gd name="connsiteY97" fmla="*/ 179541 h 217217"/>
                <a:gd name="connsiteX98" fmla="*/ 53047 w 216142"/>
                <a:gd name="connsiteY98" fmla="*/ 171880 h 217217"/>
                <a:gd name="connsiteX99" fmla="*/ 53686 w 216142"/>
                <a:gd name="connsiteY99" fmla="*/ 171242 h 217217"/>
                <a:gd name="connsiteX100" fmla="*/ 72856 w 216142"/>
                <a:gd name="connsiteY100" fmla="*/ 157836 h 217217"/>
                <a:gd name="connsiteX101" fmla="*/ 75412 w 216142"/>
                <a:gd name="connsiteY101" fmla="*/ 171880 h 217217"/>
                <a:gd name="connsiteX102" fmla="*/ 75412 w 216142"/>
                <a:gd name="connsiteY102" fmla="*/ 171880 h 217217"/>
                <a:gd name="connsiteX103" fmla="*/ 171261 w 216142"/>
                <a:gd name="connsiteY103" fmla="*/ 140599 h 217217"/>
                <a:gd name="connsiteX104" fmla="*/ 203850 w 216142"/>
                <a:gd name="connsiteY104" fmla="*/ 171880 h 217217"/>
                <a:gd name="connsiteX105" fmla="*/ 172539 w 216142"/>
                <a:gd name="connsiteY105" fmla="*/ 204439 h 217217"/>
                <a:gd name="connsiteX106" fmla="*/ 139951 w 216142"/>
                <a:gd name="connsiteY106" fmla="*/ 173157 h 217217"/>
                <a:gd name="connsiteX107" fmla="*/ 143146 w 216142"/>
                <a:gd name="connsiteY107" fmla="*/ 159112 h 217217"/>
                <a:gd name="connsiteX108" fmla="*/ 161676 w 216142"/>
                <a:gd name="connsiteY108" fmla="*/ 172519 h 217217"/>
                <a:gd name="connsiteX109" fmla="*/ 155286 w 216142"/>
                <a:gd name="connsiteY109" fmla="*/ 178264 h 217217"/>
                <a:gd name="connsiteX110" fmla="*/ 154647 w 216142"/>
                <a:gd name="connsiteY110" fmla="*/ 187202 h 217217"/>
                <a:gd name="connsiteX111" fmla="*/ 159759 w 216142"/>
                <a:gd name="connsiteY111" fmla="*/ 189756 h 217217"/>
                <a:gd name="connsiteX112" fmla="*/ 164232 w 216142"/>
                <a:gd name="connsiteY112" fmla="*/ 188479 h 217217"/>
                <a:gd name="connsiteX113" fmla="*/ 171900 w 216142"/>
                <a:gd name="connsiteY113" fmla="*/ 181456 h 217217"/>
                <a:gd name="connsiteX114" fmla="*/ 178290 w 216142"/>
                <a:gd name="connsiteY114" fmla="*/ 189117 h 217217"/>
                <a:gd name="connsiteX115" fmla="*/ 187236 w 216142"/>
                <a:gd name="connsiteY115" fmla="*/ 190394 h 217217"/>
                <a:gd name="connsiteX116" fmla="*/ 188514 w 216142"/>
                <a:gd name="connsiteY116" fmla="*/ 181456 h 217217"/>
                <a:gd name="connsiteX117" fmla="*/ 187875 w 216142"/>
                <a:gd name="connsiteY117" fmla="*/ 180818 h 217217"/>
                <a:gd name="connsiteX118" fmla="*/ 181485 w 216142"/>
                <a:gd name="connsiteY118" fmla="*/ 173157 h 217217"/>
                <a:gd name="connsiteX119" fmla="*/ 189153 w 216142"/>
                <a:gd name="connsiteY119" fmla="*/ 166135 h 217217"/>
                <a:gd name="connsiteX120" fmla="*/ 189792 w 216142"/>
                <a:gd name="connsiteY120" fmla="*/ 157197 h 217217"/>
                <a:gd name="connsiteX121" fmla="*/ 180846 w 216142"/>
                <a:gd name="connsiteY121" fmla="*/ 156559 h 217217"/>
                <a:gd name="connsiteX122" fmla="*/ 180846 w 216142"/>
                <a:gd name="connsiteY122" fmla="*/ 156559 h 217217"/>
                <a:gd name="connsiteX123" fmla="*/ 173178 w 216142"/>
                <a:gd name="connsiteY123" fmla="*/ 162943 h 217217"/>
                <a:gd name="connsiteX124" fmla="*/ 159120 w 216142"/>
                <a:gd name="connsiteY124" fmla="*/ 143153 h 217217"/>
                <a:gd name="connsiteX125" fmla="*/ 171261 w 216142"/>
                <a:gd name="connsiteY125" fmla="*/ 140599 h 217217"/>
                <a:gd name="connsiteX126" fmla="*/ 171261 w 216142"/>
                <a:gd name="connsiteY126" fmla="*/ 140599 h 217217"/>
                <a:gd name="connsiteX127" fmla="*/ 139311 w 216142"/>
                <a:gd name="connsiteY127" fmla="*/ 141876 h 217217"/>
                <a:gd name="connsiteX128" fmla="*/ 76690 w 216142"/>
                <a:gd name="connsiteY128" fmla="*/ 141876 h 217217"/>
                <a:gd name="connsiteX129" fmla="*/ 73495 w 216142"/>
                <a:gd name="connsiteY129" fmla="*/ 139322 h 217217"/>
                <a:gd name="connsiteX130" fmla="*/ 84997 w 216142"/>
                <a:gd name="connsiteY130" fmla="*/ 107402 h 217217"/>
                <a:gd name="connsiteX131" fmla="*/ 74773 w 216142"/>
                <a:gd name="connsiteY131" fmla="*/ 76121 h 217217"/>
                <a:gd name="connsiteX132" fmla="*/ 76690 w 216142"/>
                <a:gd name="connsiteY132" fmla="*/ 74205 h 217217"/>
                <a:gd name="connsiteX133" fmla="*/ 108001 w 216142"/>
                <a:gd name="connsiteY133" fmla="*/ 85697 h 217217"/>
                <a:gd name="connsiteX134" fmla="*/ 108001 w 216142"/>
                <a:gd name="connsiteY134" fmla="*/ 85697 h 217217"/>
                <a:gd name="connsiteX135" fmla="*/ 138673 w 216142"/>
                <a:gd name="connsiteY135" fmla="*/ 75482 h 217217"/>
                <a:gd name="connsiteX136" fmla="*/ 139951 w 216142"/>
                <a:gd name="connsiteY136" fmla="*/ 76759 h 217217"/>
                <a:gd name="connsiteX137" fmla="*/ 129088 w 216142"/>
                <a:gd name="connsiteY137" fmla="*/ 107402 h 217217"/>
                <a:gd name="connsiteX138" fmla="*/ 140589 w 216142"/>
                <a:gd name="connsiteY138" fmla="*/ 139961 h 217217"/>
                <a:gd name="connsiteX139" fmla="*/ 139311 w 216142"/>
                <a:gd name="connsiteY139" fmla="*/ 141876 h 217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216142" h="217217">
                  <a:moveTo>
                    <a:pt x="151452" y="83781"/>
                  </a:moveTo>
                  <a:cubicBezTo>
                    <a:pt x="173178" y="94634"/>
                    <a:pt x="200016" y="85697"/>
                    <a:pt x="210879" y="63991"/>
                  </a:cubicBezTo>
                  <a:cubicBezTo>
                    <a:pt x="221742" y="42286"/>
                    <a:pt x="212796" y="15473"/>
                    <a:pt x="191070" y="4620"/>
                  </a:cubicBezTo>
                  <a:cubicBezTo>
                    <a:pt x="169344" y="-6233"/>
                    <a:pt x="142506" y="2705"/>
                    <a:pt x="131643" y="24410"/>
                  </a:cubicBezTo>
                  <a:cubicBezTo>
                    <a:pt x="128448" y="30794"/>
                    <a:pt x="127171" y="37178"/>
                    <a:pt x="127171" y="44201"/>
                  </a:cubicBezTo>
                  <a:cubicBezTo>
                    <a:pt x="127171" y="51223"/>
                    <a:pt x="129088" y="58246"/>
                    <a:pt x="132283" y="63991"/>
                  </a:cubicBezTo>
                  <a:cubicBezTo>
                    <a:pt x="125253" y="68460"/>
                    <a:pt x="116947" y="71014"/>
                    <a:pt x="108640" y="72290"/>
                  </a:cubicBezTo>
                  <a:lnTo>
                    <a:pt x="108640" y="72290"/>
                  </a:lnTo>
                  <a:cubicBezTo>
                    <a:pt x="99694" y="71014"/>
                    <a:pt x="91387" y="67822"/>
                    <a:pt x="84358" y="63353"/>
                  </a:cubicBezTo>
                  <a:cubicBezTo>
                    <a:pt x="87553" y="57607"/>
                    <a:pt x="88831" y="50585"/>
                    <a:pt x="88831" y="44201"/>
                  </a:cubicBezTo>
                  <a:cubicBezTo>
                    <a:pt x="88831" y="19942"/>
                    <a:pt x="69022" y="151"/>
                    <a:pt x="44740" y="151"/>
                  </a:cubicBezTo>
                  <a:cubicBezTo>
                    <a:pt x="20459" y="151"/>
                    <a:pt x="650" y="19942"/>
                    <a:pt x="650" y="44201"/>
                  </a:cubicBezTo>
                  <a:cubicBezTo>
                    <a:pt x="650" y="68460"/>
                    <a:pt x="20459" y="88250"/>
                    <a:pt x="44740" y="88250"/>
                  </a:cubicBezTo>
                  <a:cubicBezTo>
                    <a:pt x="44740" y="88250"/>
                    <a:pt x="44740" y="88250"/>
                    <a:pt x="44740" y="88250"/>
                  </a:cubicBezTo>
                  <a:cubicBezTo>
                    <a:pt x="51769" y="88250"/>
                    <a:pt x="58798" y="86335"/>
                    <a:pt x="65188" y="83143"/>
                  </a:cubicBezTo>
                  <a:cubicBezTo>
                    <a:pt x="69661" y="90165"/>
                    <a:pt x="72217" y="98465"/>
                    <a:pt x="73495" y="106764"/>
                  </a:cubicBezTo>
                  <a:cubicBezTo>
                    <a:pt x="72217" y="115701"/>
                    <a:pt x="69022" y="124639"/>
                    <a:pt x="63910" y="132300"/>
                  </a:cubicBezTo>
                  <a:cubicBezTo>
                    <a:pt x="41545" y="121447"/>
                    <a:pt x="14708" y="131023"/>
                    <a:pt x="4484" y="153367"/>
                  </a:cubicBezTo>
                  <a:cubicBezTo>
                    <a:pt x="-6379" y="175711"/>
                    <a:pt x="3206" y="202524"/>
                    <a:pt x="25571" y="212738"/>
                  </a:cubicBezTo>
                  <a:cubicBezTo>
                    <a:pt x="47935" y="223591"/>
                    <a:pt x="74773" y="214015"/>
                    <a:pt x="84997" y="191671"/>
                  </a:cubicBezTo>
                  <a:cubicBezTo>
                    <a:pt x="90748" y="179541"/>
                    <a:pt x="90748" y="164858"/>
                    <a:pt x="84358" y="152729"/>
                  </a:cubicBezTo>
                  <a:cubicBezTo>
                    <a:pt x="92026" y="148260"/>
                    <a:pt x="100333" y="145068"/>
                    <a:pt x="108640" y="143791"/>
                  </a:cubicBezTo>
                  <a:lnTo>
                    <a:pt x="108640" y="143791"/>
                  </a:lnTo>
                  <a:cubicBezTo>
                    <a:pt x="116947" y="145068"/>
                    <a:pt x="125253" y="147621"/>
                    <a:pt x="132283" y="152090"/>
                  </a:cubicBezTo>
                  <a:cubicBezTo>
                    <a:pt x="121420" y="173796"/>
                    <a:pt x="130366" y="200608"/>
                    <a:pt x="152091" y="211461"/>
                  </a:cubicBezTo>
                  <a:cubicBezTo>
                    <a:pt x="173817" y="222314"/>
                    <a:pt x="200655" y="213376"/>
                    <a:pt x="211518" y="191671"/>
                  </a:cubicBezTo>
                  <a:cubicBezTo>
                    <a:pt x="222381" y="169965"/>
                    <a:pt x="213435" y="143153"/>
                    <a:pt x="191709" y="132300"/>
                  </a:cubicBezTo>
                  <a:cubicBezTo>
                    <a:pt x="185319" y="129108"/>
                    <a:pt x="178929" y="127831"/>
                    <a:pt x="171900" y="127831"/>
                  </a:cubicBezTo>
                  <a:cubicBezTo>
                    <a:pt x="165510" y="127831"/>
                    <a:pt x="158481" y="129108"/>
                    <a:pt x="152731" y="132300"/>
                  </a:cubicBezTo>
                  <a:cubicBezTo>
                    <a:pt x="147618" y="124639"/>
                    <a:pt x="144423" y="115701"/>
                    <a:pt x="143784" y="106764"/>
                  </a:cubicBezTo>
                  <a:cubicBezTo>
                    <a:pt x="143784" y="98465"/>
                    <a:pt x="146341" y="90804"/>
                    <a:pt x="151452" y="83781"/>
                  </a:cubicBezTo>
                  <a:close/>
                  <a:moveTo>
                    <a:pt x="139311" y="44201"/>
                  </a:moveTo>
                  <a:cubicBezTo>
                    <a:pt x="139311" y="26326"/>
                    <a:pt x="153369" y="12281"/>
                    <a:pt x="170622" y="11642"/>
                  </a:cubicBezTo>
                  <a:cubicBezTo>
                    <a:pt x="188514" y="11642"/>
                    <a:pt x="202572" y="25687"/>
                    <a:pt x="203211" y="42924"/>
                  </a:cubicBezTo>
                  <a:cubicBezTo>
                    <a:pt x="203211" y="60799"/>
                    <a:pt x="189153" y="74844"/>
                    <a:pt x="171900" y="75482"/>
                  </a:cubicBezTo>
                  <a:cubicBezTo>
                    <a:pt x="166788" y="75482"/>
                    <a:pt x="162315" y="74205"/>
                    <a:pt x="157842" y="72290"/>
                  </a:cubicBezTo>
                  <a:cubicBezTo>
                    <a:pt x="162315" y="65268"/>
                    <a:pt x="167427" y="58884"/>
                    <a:pt x="171261" y="53777"/>
                  </a:cubicBezTo>
                  <a:lnTo>
                    <a:pt x="177012" y="60799"/>
                  </a:lnTo>
                  <a:cubicBezTo>
                    <a:pt x="178290" y="62076"/>
                    <a:pt x="180207" y="63353"/>
                    <a:pt x="182124" y="63353"/>
                  </a:cubicBezTo>
                  <a:cubicBezTo>
                    <a:pt x="183402" y="63353"/>
                    <a:pt x="185319" y="62714"/>
                    <a:pt x="186597" y="62076"/>
                  </a:cubicBezTo>
                  <a:cubicBezTo>
                    <a:pt x="189153" y="59522"/>
                    <a:pt x="189792" y="55692"/>
                    <a:pt x="187236" y="53138"/>
                  </a:cubicBezTo>
                  <a:cubicBezTo>
                    <a:pt x="187236" y="53138"/>
                    <a:pt x="187236" y="53138"/>
                    <a:pt x="187236" y="53138"/>
                  </a:cubicBezTo>
                  <a:lnTo>
                    <a:pt x="180846" y="45478"/>
                  </a:lnTo>
                  <a:lnTo>
                    <a:pt x="188514" y="38455"/>
                  </a:lnTo>
                  <a:cubicBezTo>
                    <a:pt x="191070" y="35902"/>
                    <a:pt x="191709" y="32071"/>
                    <a:pt x="189153" y="29518"/>
                  </a:cubicBezTo>
                  <a:cubicBezTo>
                    <a:pt x="186597" y="26964"/>
                    <a:pt x="182763" y="26326"/>
                    <a:pt x="180207" y="28879"/>
                  </a:cubicBezTo>
                  <a:lnTo>
                    <a:pt x="172539" y="35902"/>
                  </a:lnTo>
                  <a:lnTo>
                    <a:pt x="166149" y="28241"/>
                  </a:lnTo>
                  <a:cubicBezTo>
                    <a:pt x="163593" y="25687"/>
                    <a:pt x="159759" y="25049"/>
                    <a:pt x="157203" y="27602"/>
                  </a:cubicBezTo>
                  <a:cubicBezTo>
                    <a:pt x="154647" y="30156"/>
                    <a:pt x="154008" y="33986"/>
                    <a:pt x="156564" y="36540"/>
                  </a:cubicBezTo>
                  <a:lnTo>
                    <a:pt x="162954" y="44201"/>
                  </a:lnTo>
                  <a:lnTo>
                    <a:pt x="155286" y="51223"/>
                  </a:lnTo>
                  <a:lnTo>
                    <a:pt x="155286" y="51223"/>
                  </a:lnTo>
                  <a:cubicBezTo>
                    <a:pt x="152091" y="53777"/>
                    <a:pt x="148257" y="56330"/>
                    <a:pt x="143784" y="58884"/>
                  </a:cubicBezTo>
                  <a:cubicBezTo>
                    <a:pt x="141228" y="53777"/>
                    <a:pt x="139951" y="48670"/>
                    <a:pt x="139311" y="44201"/>
                  </a:cubicBezTo>
                  <a:lnTo>
                    <a:pt x="139311" y="44201"/>
                  </a:lnTo>
                  <a:close/>
                  <a:moveTo>
                    <a:pt x="43462" y="75482"/>
                  </a:moveTo>
                  <a:cubicBezTo>
                    <a:pt x="26209" y="75482"/>
                    <a:pt x="12152" y="61438"/>
                    <a:pt x="11513" y="44201"/>
                  </a:cubicBezTo>
                  <a:cubicBezTo>
                    <a:pt x="11513" y="26964"/>
                    <a:pt x="25571" y="12919"/>
                    <a:pt x="42824" y="12281"/>
                  </a:cubicBezTo>
                  <a:cubicBezTo>
                    <a:pt x="60076" y="12281"/>
                    <a:pt x="74134" y="26326"/>
                    <a:pt x="74773" y="43562"/>
                  </a:cubicBezTo>
                  <a:cubicBezTo>
                    <a:pt x="74773" y="48031"/>
                    <a:pt x="74134" y="51862"/>
                    <a:pt x="72217" y="56330"/>
                  </a:cubicBezTo>
                  <a:cubicBezTo>
                    <a:pt x="65188" y="51862"/>
                    <a:pt x="58798" y="47393"/>
                    <a:pt x="53686" y="42924"/>
                  </a:cubicBezTo>
                  <a:lnTo>
                    <a:pt x="60076" y="37817"/>
                  </a:lnTo>
                  <a:cubicBezTo>
                    <a:pt x="62632" y="35263"/>
                    <a:pt x="63271" y="31433"/>
                    <a:pt x="60715" y="28879"/>
                  </a:cubicBezTo>
                  <a:cubicBezTo>
                    <a:pt x="58159" y="26326"/>
                    <a:pt x="54325" y="25687"/>
                    <a:pt x="51769" y="28241"/>
                  </a:cubicBezTo>
                  <a:lnTo>
                    <a:pt x="44102" y="35263"/>
                  </a:lnTo>
                  <a:lnTo>
                    <a:pt x="37712" y="27602"/>
                  </a:lnTo>
                  <a:cubicBezTo>
                    <a:pt x="35794" y="25049"/>
                    <a:pt x="31961" y="24410"/>
                    <a:pt x="28766" y="26326"/>
                  </a:cubicBezTo>
                  <a:cubicBezTo>
                    <a:pt x="26209" y="28241"/>
                    <a:pt x="25571" y="32071"/>
                    <a:pt x="27488" y="35263"/>
                  </a:cubicBezTo>
                  <a:cubicBezTo>
                    <a:pt x="27488" y="35263"/>
                    <a:pt x="28127" y="35902"/>
                    <a:pt x="28127" y="35902"/>
                  </a:cubicBezTo>
                  <a:lnTo>
                    <a:pt x="34517" y="43562"/>
                  </a:lnTo>
                  <a:lnTo>
                    <a:pt x="26849" y="50585"/>
                  </a:lnTo>
                  <a:cubicBezTo>
                    <a:pt x="24293" y="53138"/>
                    <a:pt x="23654" y="56969"/>
                    <a:pt x="26209" y="59522"/>
                  </a:cubicBezTo>
                  <a:cubicBezTo>
                    <a:pt x="28766" y="62076"/>
                    <a:pt x="32599" y="62714"/>
                    <a:pt x="35156" y="60161"/>
                  </a:cubicBezTo>
                  <a:lnTo>
                    <a:pt x="42824" y="53138"/>
                  </a:lnTo>
                  <a:lnTo>
                    <a:pt x="49213" y="60799"/>
                  </a:lnTo>
                  <a:cubicBezTo>
                    <a:pt x="49213" y="60799"/>
                    <a:pt x="49852" y="60799"/>
                    <a:pt x="49852" y="61438"/>
                  </a:cubicBezTo>
                  <a:cubicBezTo>
                    <a:pt x="52408" y="64630"/>
                    <a:pt x="54964" y="68460"/>
                    <a:pt x="56881" y="72290"/>
                  </a:cubicBezTo>
                  <a:cubicBezTo>
                    <a:pt x="53047" y="74205"/>
                    <a:pt x="48574" y="75482"/>
                    <a:pt x="43462" y="75482"/>
                  </a:cubicBezTo>
                  <a:lnTo>
                    <a:pt x="43462" y="75482"/>
                  </a:lnTo>
                  <a:close/>
                  <a:moveTo>
                    <a:pt x="75412" y="171880"/>
                  </a:moveTo>
                  <a:cubicBezTo>
                    <a:pt x="75412" y="189117"/>
                    <a:pt x="61354" y="203162"/>
                    <a:pt x="44102" y="203162"/>
                  </a:cubicBezTo>
                  <a:cubicBezTo>
                    <a:pt x="26849" y="203162"/>
                    <a:pt x="12791" y="189117"/>
                    <a:pt x="12791" y="171880"/>
                  </a:cubicBezTo>
                  <a:cubicBezTo>
                    <a:pt x="12791" y="154644"/>
                    <a:pt x="26849" y="140599"/>
                    <a:pt x="44102" y="140599"/>
                  </a:cubicBezTo>
                  <a:cubicBezTo>
                    <a:pt x="48574" y="140599"/>
                    <a:pt x="52408" y="141237"/>
                    <a:pt x="56242" y="143153"/>
                  </a:cubicBezTo>
                  <a:cubicBezTo>
                    <a:pt x="51769" y="150175"/>
                    <a:pt x="46657" y="156559"/>
                    <a:pt x="43462" y="161028"/>
                  </a:cubicBezTo>
                  <a:lnTo>
                    <a:pt x="38350" y="155282"/>
                  </a:lnTo>
                  <a:cubicBezTo>
                    <a:pt x="36434" y="152729"/>
                    <a:pt x="32599" y="152090"/>
                    <a:pt x="29404" y="154005"/>
                  </a:cubicBezTo>
                  <a:cubicBezTo>
                    <a:pt x="26849" y="155920"/>
                    <a:pt x="26209" y="159751"/>
                    <a:pt x="28127" y="162943"/>
                  </a:cubicBezTo>
                  <a:cubicBezTo>
                    <a:pt x="28127" y="162943"/>
                    <a:pt x="28766" y="163581"/>
                    <a:pt x="28766" y="163581"/>
                  </a:cubicBezTo>
                  <a:lnTo>
                    <a:pt x="35156" y="171242"/>
                  </a:lnTo>
                  <a:lnTo>
                    <a:pt x="27488" y="177626"/>
                  </a:lnTo>
                  <a:cubicBezTo>
                    <a:pt x="24932" y="180180"/>
                    <a:pt x="24293" y="184010"/>
                    <a:pt x="26849" y="186564"/>
                  </a:cubicBezTo>
                  <a:cubicBezTo>
                    <a:pt x="29404" y="189117"/>
                    <a:pt x="33239" y="189756"/>
                    <a:pt x="35794" y="187202"/>
                  </a:cubicBezTo>
                  <a:lnTo>
                    <a:pt x="43462" y="180180"/>
                  </a:lnTo>
                  <a:lnTo>
                    <a:pt x="49852" y="187840"/>
                  </a:lnTo>
                  <a:cubicBezTo>
                    <a:pt x="52408" y="190394"/>
                    <a:pt x="56242" y="191032"/>
                    <a:pt x="58798" y="188479"/>
                  </a:cubicBezTo>
                  <a:cubicBezTo>
                    <a:pt x="61354" y="185925"/>
                    <a:pt x="61993" y="182095"/>
                    <a:pt x="59437" y="179541"/>
                  </a:cubicBezTo>
                  <a:lnTo>
                    <a:pt x="53047" y="171880"/>
                  </a:lnTo>
                  <a:lnTo>
                    <a:pt x="53686" y="171242"/>
                  </a:lnTo>
                  <a:cubicBezTo>
                    <a:pt x="58798" y="167412"/>
                    <a:pt x="65188" y="162304"/>
                    <a:pt x="72856" y="157836"/>
                  </a:cubicBezTo>
                  <a:cubicBezTo>
                    <a:pt x="74134" y="162943"/>
                    <a:pt x="75412" y="167412"/>
                    <a:pt x="75412" y="171880"/>
                  </a:cubicBezTo>
                  <a:lnTo>
                    <a:pt x="75412" y="171880"/>
                  </a:lnTo>
                  <a:close/>
                  <a:moveTo>
                    <a:pt x="171261" y="140599"/>
                  </a:moveTo>
                  <a:cubicBezTo>
                    <a:pt x="189153" y="140599"/>
                    <a:pt x="203211" y="154644"/>
                    <a:pt x="203850" y="171880"/>
                  </a:cubicBezTo>
                  <a:cubicBezTo>
                    <a:pt x="203850" y="189756"/>
                    <a:pt x="189792" y="203800"/>
                    <a:pt x="172539" y="204439"/>
                  </a:cubicBezTo>
                  <a:cubicBezTo>
                    <a:pt x="155286" y="205077"/>
                    <a:pt x="140589" y="190394"/>
                    <a:pt x="139951" y="173157"/>
                  </a:cubicBezTo>
                  <a:cubicBezTo>
                    <a:pt x="139951" y="168688"/>
                    <a:pt x="140589" y="163581"/>
                    <a:pt x="143146" y="159112"/>
                  </a:cubicBezTo>
                  <a:cubicBezTo>
                    <a:pt x="150174" y="163581"/>
                    <a:pt x="156564" y="168050"/>
                    <a:pt x="161676" y="172519"/>
                  </a:cubicBezTo>
                  <a:lnTo>
                    <a:pt x="155286" y="178264"/>
                  </a:lnTo>
                  <a:cubicBezTo>
                    <a:pt x="152731" y="180818"/>
                    <a:pt x="152091" y="184648"/>
                    <a:pt x="154647" y="187202"/>
                  </a:cubicBezTo>
                  <a:cubicBezTo>
                    <a:pt x="155925" y="188479"/>
                    <a:pt x="157842" y="189117"/>
                    <a:pt x="159759" y="189756"/>
                  </a:cubicBezTo>
                  <a:cubicBezTo>
                    <a:pt x="161037" y="189756"/>
                    <a:pt x="162954" y="189117"/>
                    <a:pt x="164232" y="188479"/>
                  </a:cubicBezTo>
                  <a:lnTo>
                    <a:pt x="171900" y="181456"/>
                  </a:lnTo>
                  <a:lnTo>
                    <a:pt x="178290" y="189117"/>
                  </a:lnTo>
                  <a:cubicBezTo>
                    <a:pt x="180207" y="191671"/>
                    <a:pt x="184041" y="192309"/>
                    <a:pt x="187236" y="190394"/>
                  </a:cubicBezTo>
                  <a:cubicBezTo>
                    <a:pt x="189792" y="188479"/>
                    <a:pt x="190431" y="184648"/>
                    <a:pt x="188514" y="181456"/>
                  </a:cubicBezTo>
                  <a:cubicBezTo>
                    <a:pt x="188514" y="181456"/>
                    <a:pt x="187875" y="180818"/>
                    <a:pt x="187875" y="180818"/>
                  </a:cubicBezTo>
                  <a:lnTo>
                    <a:pt x="181485" y="173157"/>
                  </a:lnTo>
                  <a:lnTo>
                    <a:pt x="189153" y="166135"/>
                  </a:lnTo>
                  <a:cubicBezTo>
                    <a:pt x="191709" y="164220"/>
                    <a:pt x="192348" y="159751"/>
                    <a:pt x="189792" y="157197"/>
                  </a:cubicBezTo>
                  <a:cubicBezTo>
                    <a:pt x="187875" y="154644"/>
                    <a:pt x="183402" y="154005"/>
                    <a:pt x="180846" y="156559"/>
                  </a:cubicBezTo>
                  <a:cubicBezTo>
                    <a:pt x="180846" y="156559"/>
                    <a:pt x="180846" y="156559"/>
                    <a:pt x="180846" y="156559"/>
                  </a:cubicBezTo>
                  <a:lnTo>
                    <a:pt x="173178" y="162943"/>
                  </a:lnTo>
                  <a:cubicBezTo>
                    <a:pt x="169344" y="157836"/>
                    <a:pt x="164232" y="150813"/>
                    <a:pt x="159120" y="143153"/>
                  </a:cubicBezTo>
                  <a:cubicBezTo>
                    <a:pt x="162954" y="141876"/>
                    <a:pt x="166788" y="140599"/>
                    <a:pt x="171261" y="140599"/>
                  </a:cubicBezTo>
                  <a:lnTo>
                    <a:pt x="171261" y="140599"/>
                  </a:lnTo>
                  <a:close/>
                  <a:moveTo>
                    <a:pt x="139311" y="141876"/>
                  </a:moveTo>
                  <a:cubicBezTo>
                    <a:pt x="120781" y="127193"/>
                    <a:pt x="95221" y="127193"/>
                    <a:pt x="76690" y="141876"/>
                  </a:cubicBezTo>
                  <a:cubicBezTo>
                    <a:pt x="76051" y="140599"/>
                    <a:pt x="74773" y="139961"/>
                    <a:pt x="73495" y="139322"/>
                  </a:cubicBezTo>
                  <a:cubicBezTo>
                    <a:pt x="79885" y="129746"/>
                    <a:pt x="83719" y="118893"/>
                    <a:pt x="84997" y="107402"/>
                  </a:cubicBezTo>
                  <a:cubicBezTo>
                    <a:pt x="83719" y="96549"/>
                    <a:pt x="80524" y="85697"/>
                    <a:pt x="74773" y="76121"/>
                  </a:cubicBezTo>
                  <a:lnTo>
                    <a:pt x="76690" y="74205"/>
                  </a:lnTo>
                  <a:cubicBezTo>
                    <a:pt x="86275" y="80589"/>
                    <a:pt x="97138" y="84420"/>
                    <a:pt x="108001" y="85697"/>
                  </a:cubicBezTo>
                  <a:lnTo>
                    <a:pt x="108001" y="85697"/>
                  </a:lnTo>
                  <a:cubicBezTo>
                    <a:pt x="118864" y="84420"/>
                    <a:pt x="129727" y="81228"/>
                    <a:pt x="138673" y="75482"/>
                  </a:cubicBezTo>
                  <a:cubicBezTo>
                    <a:pt x="139311" y="76121"/>
                    <a:pt x="139951" y="76759"/>
                    <a:pt x="139951" y="76759"/>
                  </a:cubicBezTo>
                  <a:cubicBezTo>
                    <a:pt x="134200" y="85697"/>
                    <a:pt x="130366" y="96549"/>
                    <a:pt x="129088" y="107402"/>
                  </a:cubicBezTo>
                  <a:cubicBezTo>
                    <a:pt x="130366" y="118893"/>
                    <a:pt x="134200" y="130385"/>
                    <a:pt x="140589" y="139961"/>
                  </a:cubicBezTo>
                  <a:lnTo>
                    <a:pt x="139311" y="141876"/>
                  </a:lnTo>
                  <a:close/>
                </a:path>
              </a:pathLst>
            </a:custGeom>
            <a:solidFill>
              <a:srgbClr val="26890D"/>
            </a:solidFill>
            <a:ln w="6390" cap="flat">
              <a:noFill/>
              <a:prstDash val="solid"/>
              <a:miter/>
            </a:ln>
          </p:spPr>
          <p:txBody>
            <a:bodyPr rtlCol="0" anchor="ctr"/>
            <a:lstStyle/>
            <a:p>
              <a:endParaRPr lang="en-US"/>
            </a:p>
          </p:txBody>
        </p:sp>
      </p:grpSp>
      <p:grpSp>
        <p:nvGrpSpPr>
          <p:cNvPr id="415" name="Graphic 4">
            <a:extLst>
              <a:ext uri="{FF2B5EF4-FFF2-40B4-BE49-F238E27FC236}">
                <a16:creationId xmlns:a16="http://schemas.microsoft.com/office/drawing/2014/main" id="{3EAE9941-2BA1-364E-9B87-D85A2BA9E4E8}"/>
              </a:ext>
            </a:extLst>
          </p:cNvPr>
          <p:cNvGrpSpPr/>
          <p:nvPr/>
        </p:nvGrpSpPr>
        <p:grpSpPr>
          <a:xfrm>
            <a:off x="4660820" y="1402723"/>
            <a:ext cx="362312" cy="361971"/>
            <a:chOff x="4660820" y="1402723"/>
            <a:chExt cx="362312" cy="361971"/>
          </a:xfrm>
          <a:solidFill>
            <a:srgbClr val="26890D"/>
          </a:solidFill>
        </p:grpSpPr>
        <p:sp>
          <p:nvSpPr>
            <p:cNvPr id="416" name="Graphic 4">
              <a:extLst>
                <a:ext uri="{FF2B5EF4-FFF2-40B4-BE49-F238E27FC236}">
                  <a16:creationId xmlns:a16="http://schemas.microsoft.com/office/drawing/2014/main" id="{71775E0E-6A4A-404C-AD1C-15C23BC6E3F4}"/>
                </a:ext>
              </a:extLst>
            </p:cNvPr>
            <p:cNvSpPr/>
            <p:nvPr/>
          </p:nvSpPr>
          <p:spPr>
            <a:xfrm>
              <a:off x="4660820" y="140272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8565 h 361971"/>
                <a:gd name="connsiteX8" fmla="*/ 12780 w 362312"/>
                <a:gd name="connsiteY8" fmla="*/ 180667 h 361971"/>
                <a:gd name="connsiteX9" fmla="*/ 180835 w 362312"/>
                <a:gd name="connsiteY9" fmla="*/ 12130 h 361971"/>
                <a:gd name="connsiteX10" fmla="*/ 349529 w 362312"/>
                <a:gd name="connsiteY10" fmla="*/ 180028 h 361971"/>
                <a:gd name="connsiteX11" fmla="*/ 349529 w 362312"/>
                <a:gd name="connsiteY11" fmla="*/ 180028 h 361971"/>
                <a:gd name="connsiteX12" fmla="*/ 181474 w 362312"/>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0438"/>
                    <a:pt x="281796" y="0"/>
                    <a:pt x="181474" y="0"/>
                  </a:cubicBezTo>
                  <a:lnTo>
                    <a:pt x="181474" y="0"/>
                  </a:lnTo>
                  <a:close/>
                  <a:moveTo>
                    <a:pt x="181474" y="348565"/>
                  </a:moveTo>
                  <a:cubicBezTo>
                    <a:pt x="88181" y="348565"/>
                    <a:pt x="12780" y="273234"/>
                    <a:pt x="12780" y="180667"/>
                  </a:cubicBezTo>
                  <a:cubicBezTo>
                    <a:pt x="12780" y="88099"/>
                    <a:pt x="88181" y="12130"/>
                    <a:pt x="180835" y="12130"/>
                  </a:cubicBezTo>
                  <a:cubicBezTo>
                    <a:pt x="274128" y="12130"/>
                    <a:pt x="349529" y="87461"/>
                    <a:pt x="349529" y="180028"/>
                  </a:cubicBezTo>
                  <a:cubicBezTo>
                    <a:pt x="349529" y="180028"/>
                    <a:pt x="349529" y="180028"/>
                    <a:pt x="349529" y="180028"/>
                  </a:cubicBezTo>
                  <a:cubicBezTo>
                    <a:pt x="349529" y="273234"/>
                    <a:pt x="274767" y="348565"/>
                    <a:pt x="181474" y="348565"/>
                  </a:cubicBezTo>
                  <a:close/>
                </a:path>
              </a:pathLst>
            </a:custGeom>
            <a:solidFill>
              <a:srgbClr val="26890D"/>
            </a:solidFill>
            <a:ln w="6390" cap="flat">
              <a:noFill/>
              <a:prstDash val="solid"/>
              <a:miter/>
            </a:ln>
          </p:spPr>
          <p:txBody>
            <a:bodyPr rtlCol="0" anchor="ctr"/>
            <a:lstStyle/>
            <a:p>
              <a:endParaRPr lang="en-US"/>
            </a:p>
          </p:txBody>
        </p:sp>
        <p:sp>
          <p:nvSpPr>
            <p:cNvPr id="417" name="Graphic 4">
              <a:extLst>
                <a:ext uri="{FF2B5EF4-FFF2-40B4-BE49-F238E27FC236}">
                  <a16:creationId xmlns:a16="http://schemas.microsoft.com/office/drawing/2014/main" id="{9B76ED5F-7D00-6544-A322-5622D785A7EF}"/>
                </a:ext>
              </a:extLst>
            </p:cNvPr>
            <p:cNvSpPr/>
            <p:nvPr/>
          </p:nvSpPr>
          <p:spPr>
            <a:xfrm>
              <a:off x="4800120" y="1651060"/>
              <a:ext cx="83708" cy="26812"/>
            </a:xfrm>
            <a:custGeom>
              <a:avLst/>
              <a:gdLst>
                <a:gd name="connsiteX0" fmla="*/ 42174 w 83708"/>
                <a:gd name="connsiteY0" fmla="*/ 0 h 26812"/>
                <a:gd name="connsiteX1" fmla="*/ 1917 w 83708"/>
                <a:gd name="connsiteY1" fmla="*/ 15960 h 26812"/>
                <a:gd name="connsiteX2" fmla="*/ 1917 w 83708"/>
                <a:gd name="connsiteY2" fmla="*/ 24897 h 26812"/>
                <a:gd name="connsiteX3" fmla="*/ 10863 w 83708"/>
                <a:gd name="connsiteY3" fmla="*/ 24897 h 26812"/>
                <a:gd name="connsiteX4" fmla="*/ 72845 w 83708"/>
                <a:gd name="connsiteY4" fmla="*/ 24897 h 26812"/>
                <a:gd name="connsiteX5" fmla="*/ 81791 w 83708"/>
                <a:gd name="connsiteY5" fmla="*/ 24897 h 26812"/>
                <a:gd name="connsiteX6" fmla="*/ 81791 w 83708"/>
                <a:gd name="connsiteY6" fmla="*/ 15960 h 26812"/>
                <a:gd name="connsiteX7" fmla="*/ 42174 w 83708"/>
                <a:gd name="connsiteY7" fmla="*/ 0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708" h="26812">
                  <a:moveTo>
                    <a:pt x="42174" y="0"/>
                  </a:moveTo>
                  <a:cubicBezTo>
                    <a:pt x="27477" y="0"/>
                    <a:pt x="12780" y="5746"/>
                    <a:pt x="1917" y="15960"/>
                  </a:cubicBezTo>
                  <a:cubicBezTo>
                    <a:pt x="-639" y="18514"/>
                    <a:pt x="-639" y="22344"/>
                    <a:pt x="1917" y="24897"/>
                  </a:cubicBezTo>
                  <a:cubicBezTo>
                    <a:pt x="4473" y="27451"/>
                    <a:pt x="8307" y="27451"/>
                    <a:pt x="10863" y="24897"/>
                  </a:cubicBezTo>
                  <a:cubicBezTo>
                    <a:pt x="28116" y="8299"/>
                    <a:pt x="55593" y="8299"/>
                    <a:pt x="72845" y="24897"/>
                  </a:cubicBezTo>
                  <a:cubicBezTo>
                    <a:pt x="75401" y="27451"/>
                    <a:pt x="79235" y="27451"/>
                    <a:pt x="81791" y="24897"/>
                  </a:cubicBezTo>
                  <a:cubicBezTo>
                    <a:pt x="84347" y="22344"/>
                    <a:pt x="84347" y="18514"/>
                    <a:pt x="81791" y="15960"/>
                  </a:cubicBezTo>
                  <a:cubicBezTo>
                    <a:pt x="71568" y="5746"/>
                    <a:pt x="57510" y="0"/>
                    <a:pt x="42174" y="0"/>
                  </a:cubicBezTo>
                  <a:close/>
                </a:path>
              </a:pathLst>
            </a:custGeom>
            <a:solidFill>
              <a:srgbClr val="26890D"/>
            </a:solidFill>
            <a:ln w="6390" cap="flat">
              <a:noFill/>
              <a:prstDash val="solid"/>
              <a:miter/>
            </a:ln>
          </p:spPr>
          <p:txBody>
            <a:bodyPr rtlCol="0" anchor="ctr"/>
            <a:lstStyle/>
            <a:p>
              <a:endParaRPr lang="en-US"/>
            </a:p>
          </p:txBody>
        </p:sp>
        <p:sp>
          <p:nvSpPr>
            <p:cNvPr id="418" name="Graphic 4">
              <a:extLst>
                <a:ext uri="{FF2B5EF4-FFF2-40B4-BE49-F238E27FC236}">
                  <a16:creationId xmlns:a16="http://schemas.microsoft.com/office/drawing/2014/main" id="{68E621AF-CC89-B74C-909F-79BCB47D1CC2}"/>
                </a:ext>
              </a:extLst>
            </p:cNvPr>
            <p:cNvSpPr/>
            <p:nvPr/>
          </p:nvSpPr>
          <p:spPr>
            <a:xfrm>
              <a:off x="4733665" y="1525934"/>
              <a:ext cx="217257" cy="111081"/>
            </a:xfrm>
            <a:custGeom>
              <a:avLst/>
              <a:gdLst>
                <a:gd name="connsiteX0" fmla="*/ 215341 w 217257"/>
                <a:gd name="connsiteY0" fmla="*/ 33835 h 111081"/>
                <a:gd name="connsiteX1" fmla="*/ 206395 w 217257"/>
                <a:gd name="connsiteY1" fmla="*/ 33835 h 111081"/>
                <a:gd name="connsiteX2" fmla="*/ 206395 w 217257"/>
                <a:gd name="connsiteY2" fmla="*/ 33835 h 111081"/>
                <a:gd name="connsiteX3" fmla="*/ 186586 w 217257"/>
                <a:gd name="connsiteY3" fmla="*/ 49795 h 111081"/>
                <a:gd name="connsiteX4" fmla="*/ 108629 w 217257"/>
                <a:gd name="connsiteY4" fmla="*/ 28090 h 111081"/>
                <a:gd name="connsiteX5" fmla="*/ 104795 w 217257"/>
                <a:gd name="connsiteY5" fmla="*/ 28090 h 111081"/>
                <a:gd name="connsiteX6" fmla="*/ 44729 w 217257"/>
                <a:gd name="connsiteY6" fmla="*/ 1915 h 111081"/>
                <a:gd name="connsiteX7" fmla="*/ 35784 w 217257"/>
                <a:gd name="connsiteY7" fmla="*/ 1915 h 111081"/>
                <a:gd name="connsiteX8" fmla="*/ 35784 w 217257"/>
                <a:gd name="connsiteY8" fmla="*/ 1915 h 111081"/>
                <a:gd name="connsiteX9" fmla="*/ 35784 w 217257"/>
                <a:gd name="connsiteY9" fmla="*/ 10853 h 111081"/>
                <a:gd name="connsiteX10" fmla="*/ 69011 w 217257"/>
                <a:gd name="connsiteY10" fmla="*/ 32558 h 111081"/>
                <a:gd name="connsiteX11" fmla="*/ 30672 w 217257"/>
                <a:gd name="connsiteY11" fmla="*/ 48518 h 111081"/>
                <a:gd name="connsiteX12" fmla="*/ 10863 w 217257"/>
                <a:gd name="connsiteY12" fmla="*/ 32558 h 111081"/>
                <a:gd name="connsiteX13" fmla="*/ 1917 w 217257"/>
                <a:gd name="connsiteY13" fmla="*/ 32558 h 111081"/>
                <a:gd name="connsiteX14" fmla="*/ 1917 w 217257"/>
                <a:gd name="connsiteY14" fmla="*/ 41496 h 111081"/>
                <a:gd name="connsiteX15" fmla="*/ 1917 w 217257"/>
                <a:gd name="connsiteY15" fmla="*/ 41496 h 111081"/>
                <a:gd name="connsiteX16" fmla="*/ 19170 w 217257"/>
                <a:gd name="connsiteY16" fmla="*/ 55541 h 111081"/>
                <a:gd name="connsiteX17" fmla="*/ 1917 w 217257"/>
                <a:gd name="connsiteY17" fmla="*/ 69585 h 111081"/>
                <a:gd name="connsiteX18" fmla="*/ 1917 w 217257"/>
                <a:gd name="connsiteY18" fmla="*/ 78523 h 111081"/>
                <a:gd name="connsiteX19" fmla="*/ 10863 w 217257"/>
                <a:gd name="connsiteY19" fmla="*/ 78523 h 111081"/>
                <a:gd name="connsiteX20" fmla="*/ 30672 w 217257"/>
                <a:gd name="connsiteY20" fmla="*/ 62563 h 111081"/>
                <a:gd name="connsiteX21" fmla="*/ 69011 w 217257"/>
                <a:gd name="connsiteY21" fmla="*/ 78523 h 111081"/>
                <a:gd name="connsiteX22" fmla="*/ 35784 w 217257"/>
                <a:gd name="connsiteY22" fmla="*/ 100229 h 111081"/>
                <a:gd name="connsiteX23" fmla="*/ 35784 w 217257"/>
                <a:gd name="connsiteY23" fmla="*/ 109166 h 111081"/>
                <a:gd name="connsiteX24" fmla="*/ 40256 w 217257"/>
                <a:gd name="connsiteY24" fmla="*/ 111081 h 111081"/>
                <a:gd name="connsiteX25" fmla="*/ 44729 w 217257"/>
                <a:gd name="connsiteY25" fmla="*/ 109166 h 111081"/>
                <a:gd name="connsiteX26" fmla="*/ 104795 w 217257"/>
                <a:gd name="connsiteY26" fmla="*/ 82992 h 111081"/>
                <a:gd name="connsiteX27" fmla="*/ 108629 w 217257"/>
                <a:gd name="connsiteY27" fmla="*/ 82992 h 111081"/>
                <a:gd name="connsiteX28" fmla="*/ 109907 w 217257"/>
                <a:gd name="connsiteY28" fmla="*/ 82992 h 111081"/>
                <a:gd name="connsiteX29" fmla="*/ 172528 w 217257"/>
                <a:gd name="connsiteY29" fmla="*/ 109166 h 111081"/>
                <a:gd name="connsiteX30" fmla="*/ 181474 w 217257"/>
                <a:gd name="connsiteY30" fmla="*/ 108528 h 111081"/>
                <a:gd name="connsiteX31" fmla="*/ 181474 w 217257"/>
                <a:gd name="connsiteY31" fmla="*/ 100229 h 111081"/>
                <a:gd name="connsiteX32" fmla="*/ 108629 w 217257"/>
                <a:gd name="connsiteY32" fmla="*/ 70862 h 111081"/>
                <a:gd name="connsiteX33" fmla="*/ 104795 w 217257"/>
                <a:gd name="connsiteY33" fmla="*/ 70862 h 111081"/>
                <a:gd name="connsiteX34" fmla="*/ 42813 w 217257"/>
                <a:gd name="connsiteY34" fmla="*/ 54902 h 111081"/>
                <a:gd name="connsiteX35" fmla="*/ 104795 w 217257"/>
                <a:gd name="connsiteY35" fmla="*/ 38942 h 111081"/>
                <a:gd name="connsiteX36" fmla="*/ 108629 w 217257"/>
                <a:gd name="connsiteY36" fmla="*/ 38942 h 111081"/>
                <a:gd name="connsiteX37" fmla="*/ 109907 w 217257"/>
                <a:gd name="connsiteY37" fmla="*/ 38304 h 111081"/>
                <a:gd name="connsiteX38" fmla="*/ 173806 w 217257"/>
                <a:gd name="connsiteY38" fmla="*/ 54264 h 111081"/>
                <a:gd name="connsiteX39" fmla="*/ 153358 w 217257"/>
                <a:gd name="connsiteY39" fmla="*/ 63201 h 111081"/>
                <a:gd name="connsiteX40" fmla="*/ 149525 w 217257"/>
                <a:gd name="connsiteY40" fmla="*/ 71501 h 111081"/>
                <a:gd name="connsiteX41" fmla="*/ 155915 w 217257"/>
                <a:gd name="connsiteY41" fmla="*/ 75969 h 111081"/>
                <a:gd name="connsiteX42" fmla="*/ 157831 w 217257"/>
                <a:gd name="connsiteY42" fmla="*/ 75331 h 111081"/>
                <a:gd name="connsiteX43" fmla="*/ 186586 w 217257"/>
                <a:gd name="connsiteY43" fmla="*/ 61925 h 111081"/>
                <a:gd name="connsiteX44" fmla="*/ 206395 w 217257"/>
                <a:gd name="connsiteY44" fmla="*/ 77885 h 111081"/>
                <a:gd name="connsiteX45" fmla="*/ 210868 w 217257"/>
                <a:gd name="connsiteY45" fmla="*/ 79800 h 111081"/>
                <a:gd name="connsiteX46" fmla="*/ 217258 w 217257"/>
                <a:gd name="connsiteY46" fmla="*/ 73416 h 111081"/>
                <a:gd name="connsiteX47" fmla="*/ 215341 w 217257"/>
                <a:gd name="connsiteY47" fmla="*/ 68947 h 111081"/>
                <a:gd name="connsiteX48" fmla="*/ 198088 w 217257"/>
                <a:gd name="connsiteY48" fmla="*/ 54902 h 111081"/>
                <a:gd name="connsiteX49" fmla="*/ 215341 w 217257"/>
                <a:gd name="connsiteY49" fmla="*/ 40219 h 111081"/>
                <a:gd name="connsiteX50" fmla="*/ 215341 w 217257"/>
                <a:gd name="connsiteY50" fmla="*/ 33835 h 111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17257" h="111081">
                  <a:moveTo>
                    <a:pt x="215341" y="33835"/>
                  </a:moveTo>
                  <a:cubicBezTo>
                    <a:pt x="212785" y="31282"/>
                    <a:pt x="208951" y="31282"/>
                    <a:pt x="206395" y="33835"/>
                  </a:cubicBezTo>
                  <a:cubicBezTo>
                    <a:pt x="206395" y="33835"/>
                    <a:pt x="206395" y="33835"/>
                    <a:pt x="206395" y="33835"/>
                  </a:cubicBezTo>
                  <a:cubicBezTo>
                    <a:pt x="200005" y="39581"/>
                    <a:pt x="193615" y="45326"/>
                    <a:pt x="186586" y="49795"/>
                  </a:cubicBezTo>
                  <a:cubicBezTo>
                    <a:pt x="162943" y="35750"/>
                    <a:pt x="136105" y="28090"/>
                    <a:pt x="108629" y="28090"/>
                  </a:cubicBezTo>
                  <a:cubicBezTo>
                    <a:pt x="107351" y="28090"/>
                    <a:pt x="106073" y="28090"/>
                    <a:pt x="104795" y="28090"/>
                  </a:cubicBezTo>
                  <a:cubicBezTo>
                    <a:pt x="82430" y="27451"/>
                    <a:pt x="60704" y="17875"/>
                    <a:pt x="44729" y="1915"/>
                  </a:cubicBezTo>
                  <a:cubicBezTo>
                    <a:pt x="42174" y="-638"/>
                    <a:pt x="38340" y="-638"/>
                    <a:pt x="35784" y="1915"/>
                  </a:cubicBezTo>
                  <a:cubicBezTo>
                    <a:pt x="35784" y="1915"/>
                    <a:pt x="35784" y="1915"/>
                    <a:pt x="35784" y="1915"/>
                  </a:cubicBezTo>
                  <a:cubicBezTo>
                    <a:pt x="33228" y="4469"/>
                    <a:pt x="33228" y="8299"/>
                    <a:pt x="35784" y="10853"/>
                  </a:cubicBezTo>
                  <a:cubicBezTo>
                    <a:pt x="45369" y="20429"/>
                    <a:pt x="56871" y="27451"/>
                    <a:pt x="69011" y="32558"/>
                  </a:cubicBezTo>
                  <a:cubicBezTo>
                    <a:pt x="55592" y="36389"/>
                    <a:pt x="42813" y="41496"/>
                    <a:pt x="30672" y="48518"/>
                  </a:cubicBezTo>
                  <a:cubicBezTo>
                    <a:pt x="23643" y="44049"/>
                    <a:pt x="17253" y="38304"/>
                    <a:pt x="10863" y="32558"/>
                  </a:cubicBezTo>
                  <a:cubicBezTo>
                    <a:pt x="8307" y="30005"/>
                    <a:pt x="4473" y="30005"/>
                    <a:pt x="1917" y="32558"/>
                  </a:cubicBezTo>
                  <a:cubicBezTo>
                    <a:pt x="-639" y="35112"/>
                    <a:pt x="-639" y="38942"/>
                    <a:pt x="1917" y="41496"/>
                  </a:cubicBezTo>
                  <a:lnTo>
                    <a:pt x="1917" y="41496"/>
                  </a:lnTo>
                  <a:cubicBezTo>
                    <a:pt x="7029" y="46603"/>
                    <a:pt x="13419" y="51710"/>
                    <a:pt x="19170" y="55541"/>
                  </a:cubicBezTo>
                  <a:cubicBezTo>
                    <a:pt x="12780" y="60009"/>
                    <a:pt x="7029" y="64478"/>
                    <a:pt x="1917" y="69585"/>
                  </a:cubicBezTo>
                  <a:cubicBezTo>
                    <a:pt x="-639" y="72139"/>
                    <a:pt x="-639" y="75969"/>
                    <a:pt x="1917" y="78523"/>
                  </a:cubicBezTo>
                  <a:cubicBezTo>
                    <a:pt x="4473" y="81077"/>
                    <a:pt x="8307" y="81077"/>
                    <a:pt x="10863" y="78523"/>
                  </a:cubicBezTo>
                  <a:cubicBezTo>
                    <a:pt x="17253" y="72777"/>
                    <a:pt x="23643" y="67032"/>
                    <a:pt x="30672" y="62563"/>
                  </a:cubicBezTo>
                  <a:cubicBezTo>
                    <a:pt x="42813" y="69585"/>
                    <a:pt x="55592" y="75331"/>
                    <a:pt x="69011" y="78523"/>
                  </a:cubicBezTo>
                  <a:cubicBezTo>
                    <a:pt x="56871" y="83630"/>
                    <a:pt x="45369" y="91291"/>
                    <a:pt x="35784" y="100229"/>
                  </a:cubicBezTo>
                  <a:cubicBezTo>
                    <a:pt x="33228" y="102782"/>
                    <a:pt x="33228" y="106613"/>
                    <a:pt x="35784" y="109166"/>
                  </a:cubicBezTo>
                  <a:cubicBezTo>
                    <a:pt x="37061" y="110443"/>
                    <a:pt x="38340" y="111081"/>
                    <a:pt x="40256" y="111081"/>
                  </a:cubicBezTo>
                  <a:cubicBezTo>
                    <a:pt x="42174" y="111081"/>
                    <a:pt x="43451" y="110443"/>
                    <a:pt x="44729" y="109166"/>
                  </a:cubicBezTo>
                  <a:cubicBezTo>
                    <a:pt x="60704" y="93206"/>
                    <a:pt x="82430" y="84269"/>
                    <a:pt x="104795" y="82992"/>
                  </a:cubicBezTo>
                  <a:cubicBezTo>
                    <a:pt x="106073" y="82992"/>
                    <a:pt x="107351" y="82992"/>
                    <a:pt x="108629" y="82992"/>
                  </a:cubicBezTo>
                  <a:cubicBezTo>
                    <a:pt x="109268" y="82992"/>
                    <a:pt x="109907" y="82992"/>
                    <a:pt x="109907" y="82992"/>
                  </a:cubicBezTo>
                  <a:cubicBezTo>
                    <a:pt x="133550" y="83630"/>
                    <a:pt x="155915" y="92568"/>
                    <a:pt x="172528" y="109166"/>
                  </a:cubicBezTo>
                  <a:cubicBezTo>
                    <a:pt x="175084" y="111720"/>
                    <a:pt x="179557" y="111081"/>
                    <a:pt x="181474" y="108528"/>
                  </a:cubicBezTo>
                  <a:cubicBezTo>
                    <a:pt x="183391" y="105974"/>
                    <a:pt x="183391" y="102782"/>
                    <a:pt x="181474" y="100229"/>
                  </a:cubicBezTo>
                  <a:cubicBezTo>
                    <a:pt x="162304" y="81077"/>
                    <a:pt x="136105" y="70862"/>
                    <a:pt x="108629" y="70862"/>
                  </a:cubicBezTo>
                  <a:lnTo>
                    <a:pt x="104795" y="70862"/>
                  </a:lnTo>
                  <a:cubicBezTo>
                    <a:pt x="83069" y="70224"/>
                    <a:pt x="61982" y="65117"/>
                    <a:pt x="42813" y="54902"/>
                  </a:cubicBezTo>
                  <a:cubicBezTo>
                    <a:pt x="61982" y="44688"/>
                    <a:pt x="83069" y="39581"/>
                    <a:pt x="104795" y="38942"/>
                  </a:cubicBezTo>
                  <a:cubicBezTo>
                    <a:pt x="106073" y="38942"/>
                    <a:pt x="107351" y="38942"/>
                    <a:pt x="108629" y="38942"/>
                  </a:cubicBezTo>
                  <a:cubicBezTo>
                    <a:pt x="109268" y="38942"/>
                    <a:pt x="109907" y="38942"/>
                    <a:pt x="109907" y="38304"/>
                  </a:cubicBezTo>
                  <a:cubicBezTo>
                    <a:pt x="132272" y="38304"/>
                    <a:pt x="153998" y="44049"/>
                    <a:pt x="173806" y="54264"/>
                  </a:cubicBezTo>
                  <a:cubicBezTo>
                    <a:pt x="167416" y="58094"/>
                    <a:pt x="160388" y="60648"/>
                    <a:pt x="153358" y="63201"/>
                  </a:cubicBezTo>
                  <a:cubicBezTo>
                    <a:pt x="150163" y="64478"/>
                    <a:pt x="148247" y="67670"/>
                    <a:pt x="149525" y="71501"/>
                  </a:cubicBezTo>
                  <a:cubicBezTo>
                    <a:pt x="150163" y="74054"/>
                    <a:pt x="152720" y="75969"/>
                    <a:pt x="155915" y="75969"/>
                  </a:cubicBezTo>
                  <a:cubicBezTo>
                    <a:pt x="156553" y="75969"/>
                    <a:pt x="157193" y="75969"/>
                    <a:pt x="157831" y="75331"/>
                  </a:cubicBezTo>
                  <a:cubicBezTo>
                    <a:pt x="168055" y="72139"/>
                    <a:pt x="177640" y="67670"/>
                    <a:pt x="186586" y="61925"/>
                  </a:cubicBezTo>
                  <a:cubicBezTo>
                    <a:pt x="193615" y="66393"/>
                    <a:pt x="200005" y="72139"/>
                    <a:pt x="206395" y="77885"/>
                  </a:cubicBezTo>
                  <a:cubicBezTo>
                    <a:pt x="207673" y="79161"/>
                    <a:pt x="208951" y="79800"/>
                    <a:pt x="210868" y="79800"/>
                  </a:cubicBezTo>
                  <a:cubicBezTo>
                    <a:pt x="214702" y="79800"/>
                    <a:pt x="217258" y="77246"/>
                    <a:pt x="217258" y="73416"/>
                  </a:cubicBezTo>
                  <a:cubicBezTo>
                    <a:pt x="217258" y="71501"/>
                    <a:pt x="216619" y="70224"/>
                    <a:pt x="215341" y="68947"/>
                  </a:cubicBezTo>
                  <a:cubicBezTo>
                    <a:pt x="210229" y="63840"/>
                    <a:pt x="204478" y="58733"/>
                    <a:pt x="198088" y="54902"/>
                  </a:cubicBezTo>
                  <a:cubicBezTo>
                    <a:pt x="204478" y="50433"/>
                    <a:pt x="210229" y="45965"/>
                    <a:pt x="215341" y="40219"/>
                  </a:cubicBezTo>
                  <a:cubicBezTo>
                    <a:pt x="217258" y="40219"/>
                    <a:pt x="217897" y="36389"/>
                    <a:pt x="215341" y="33835"/>
                  </a:cubicBezTo>
                  <a:close/>
                </a:path>
              </a:pathLst>
            </a:custGeom>
            <a:solidFill>
              <a:srgbClr val="26890D"/>
            </a:solidFill>
            <a:ln w="6390" cap="flat">
              <a:noFill/>
              <a:prstDash val="solid"/>
              <a:miter/>
            </a:ln>
          </p:spPr>
          <p:txBody>
            <a:bodyPr rtlCol="0" anchor="ctr"/>
            <a:lstStyle/>
            <a:p>
              <a:endParaRPr lang="en-US"/>
            </a:p>
          </p:txBody>
        </p:sp>
        <p:sp>
          <p:nvSpPr>
            <p:cNvPr id="419" name="Graphic 4">
              <a:extLst>
                <a:ext uri="{FF2B5EF4-FFF2-40B4-BE49-F238E27FC236}">
                  <a16:creationId xmlns:a16="http://schemas.microsoft.com/office/drawing/2014/main" id="{8EF114B3-E22A-334F-BD53-FF2AC9B04AB6}"/>
                </a:ext>
              </a:extLst>
            </p:cNvPr>
            <p:cNvSpPr/>
            <p:nvPr/>
          </p:nvSpPr>
          <p:spPr>
            <a:xfrm>
              <a:off x="4882948" y="1527689"/>
              <a:ext cx="34457" cy="27610"/>
            </a:xfrm>
            <a:custGeom>
              <a:avLst/>
              <a:gdLst>
                <a:gd name="connsiteX0" fmla="*/ 881 w 34457"/>
                <a:gd name="connsiteY0" fmla="*/ 24419 h 27610"/>
                <a:gd name="connsiteX1" fmla="*/ 6632 w 34457"/>
                <a:gd name="connsiteY1" fmla="*/ 27611 h 27610"/>
                <a:gd name="connsiteX2" fmla="*/ 9827 w 34457"/>
                <a:gd name="connsiteY2" fmla="*/ 26972 h 27610"/>
                <a:gd name="connsiteX3" fmla="*/ 32830 w 34457"/>
                <a:gd name="connsiteY3" fmla="*/ 10374 h 27610"/>
                <a:gd name="connsiteX4" fmla="*/ 32192 w 34457"/>
                <a:gd name="connsiteY4" fmla="*/ 1436 h 27610"/>
                <a:gd name="connsiteX5" fmla="*/ 23885 w 34457"/>
                <a:gd name="connsiteY5" fmla="*/ 1436 h 27610"/>
                <a:gd name="connsiteX6" fmla="*/ 4076 w 34457"/>
                <a:gd name="connsiteY6" fmla="*/ 16120 h 27610"/>
                <a:gd name="connsiteX7" fmla="*/ 881 w 34457"/>
                <a:gd name="connsiteY7" fmla="*/ 24419 h 27610"/>
                <a:gd name="connsiteX8" fmla="*/ 881 w 34457"/>
                <a:gd name="connsiteY8" fmla="*/ 24419 h 27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457" h="27610">
                  <a:moveTo>
                    <a:pt x="881" y="24419"/>
                  </a:moveTo>
                  <a:cubicBezTo>
                    <a:pt x="2159" y="26334"/>
                    <a:pt x="4076" y="27611"/>
                    <a:pt x="6632" y="27611"/>
                  </a:cubicBezTo>
                  <a:cubicBezTo>
                    <a:pt x="7910" y="27611"/>
                    <a:pt x="8549" y="27611"/>
                    <a:pt x="9827" y="26972"/>
                  </a:cubicBezTo>
                  <a:cubicBezTo>
                    <a:pt x="18134" y="22503"/>
                    <a:pt x="25802" y="16758"/>
                    <a:pt x="32830" y="10374"/>
                  </a:cubicBezTo>
                  <a:cubicBezTo>
                    <a:pt x="35386" y="7820"/>
                    <a:pt x="34747" y="3990"/>
                    <a:pt x="32192" y="1436"/>
                  </a:cubicBezTo>
                  <a:cubicBezTo>
                    <a:pt x="29635" y="-479"/>
                    <a:pt x="26440" y="-479"/>
                    <a:pt x="23885" y="1436"/>
                  </a:cubicBezTo>
                  <a:cubicBezTo>
                    <a:pt x="18134" y="7182"/>
                    <a:pt x="11105" y="12289"/>
                    <a:pt x="4076" y="16120"/>
                  </a:cubicBezTo>
                  <a:cubicBezTo>
                    <a:pt x="242" y="17396"/>
                    <a:pt x="-1036" y="21227"/>
                    <a:pt x="881" y="24419"/>
                  </a:cubicBezTo>
                  <a:cubicBezTo>
                    <a:pt x="881" y="24419"/>
                    <a:pt x="881" y="24419"/>
                    <a:pt x="881" y="24419"/>
                  </a:cubicBezTo>
                  <a:close/>
                </a:path>
              </a:pathLst>
            </a:custGeom>
            <a:solidFill>
              <a:srgbClr val="26890D"/>
            </a:solidFill>
            <a:ln w="6390" cap="flat">
              <a:noFill/>
              <a:prstDash val="solid"/>
              <a:miter/>
            </a:ln>
          </p:spPr>
          <p:txBody>
            <a:bodyPr rtlCol="0" anchor="ctr"/>
            <a:lstStyle/>
            <a:p>
              <a:endParaRPr lang="en-US"/>
            </a:p>
          </p:txBody>
        </p:sp>
        <p:sp>
          <p:nvSpPr>
            <p:cNvPr id="420" name="Graphic 4">
              <a:extLst>
                <a:ext uri="{FF2B5EF4-FFF2-40B4-BE49-F238E27FC236}">
                  <a16:creationId xmlns:a16="http://schemas.microsoft.com/office/drawing/2014/main" id="{0A4F18E1-5A17-234C-A0D1-F808FE795338}"/>
                </a:ext>
              </a:extLst>
            </p:cNvPr>
            <p:cNvSpPr/>
            <p:nvPr/>
          </p:nvSpPr>
          <p:spPr>
            <a:xfrm>
              <a:off x="4800120" y="1488907"/>
              <a:ext cx="83708" cy="26812"/>
            </a:xfrm>
            <a:custGeom>
              <a:avLst/>
              <a:gdLst>
                <a:gd name="connsiteX0" fmla="*/ 42174 w 83708"/>
                <a:gd name="connsiteY0" fmla="*/ 26813 h 26812"/>
                <a:gd name="connsiteX1" fmla="*/ 81791 w 83708"/>
                <a:gd name="connsiteY1" fmla="*/ 10853 h 26812"/>
                <a:gd name="connsiteX2" fmla="*/ 81791 w 83708"/>
                <a:gd name="connsiteY2" fmla="*/ 1915 h 26812"/>
                <a:gd name="connsiteX3" fmla="*/ 72845 w 83708"/>
                <a:gd name="connsiteY3" fmla="*/ 1915 h 26812"/>
                <a:gd name="connsiteX4" fmla="*/ 10863 w 83708"/>
                <a:gd name="connsiteY4" fmla="*/ 1915 h 26812"/>
                <a:gd name="connsiteX5" fmla="*/ 1917 w 83708"/>
                <a:gd name="connsiteY5" fmla="*/ 1915 h 26812"/>
                <a:gd name="connsiteX6" fmla="*/ 1917 w 83708"/>
                <a:gd name="connsiteY6" fmla="*/ 10853 h 26812"/>
                <a:gd name="connsiteX7" fmla="*/ 1917 w 83708"/>
                <a:gd name="connsiteY7" fmla="*/ 10853 h 26812"/>
                <a:gd name="connsiteX8" fmla="*/ 42174 w 83708"/>
                <a:gd name="connsiteY8" fmla="*/ 26813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708" h="26812">
                  <a:moveTo>
                    <a:pt x="42174" y="26813"/>
                  </a:moveTo>
                  <a:cubicBezTo>
                    <a:pt x="56870" y="26813"/>
                    <a:pt x="71568" y="21067"/>
                    <a:pt x="81791" y="10853"/>
                  </a:cubicBezTo>
                  <a:cubicBezTo>
                    <a:pt x="84347" y="8299"/>
                    <a:pt x="84347" y="4469"/>
                    <a:pt x="81791" y="1915"/>
                  </a:cubicBezTo>
                  <a:cubicBezTo>
                    <a:pt x="79235" y="-638"/>
                    <a:pt x="75401" y="-638"/>
                    <a:pt x="72845" y="1915"/>
                  </a:cubicBezTo>
                  <a:cubicBezTo>
                    <a:pt x="55593" y="18514"/>
                    <a:pt x="28116" y="18514"/>
                    <a:pt x="10863" y="1915"/>
                  </a:cubicBezTo>
                  <a:cubicBezTo>
                    <a:pt x="8307" y="-638"/>
                    <a:pt x="4473" y="-638"/>
                    <a:pt x="1917" y="1915"/>
                  </a:cubicBezTo>
                  <a:cubicBezTo>
                    <a:pt x="-639" y="4469"/>
                    <a:pt x="-639" y="8299"/>
                    <a:pt x="1917" y="10853"/>
                  </a:cubicBezTo>
                  <a:cubicBezTo>
                    <a:pt x="1917" y="10853"/>
                    <a:pt x="1917" y="10853"/>
                    <a:pt x="1917" y="10853"/>
                  </a:cubicBezTo>
                  <a:cubicBezTo>
                    <a:pt x="12780" y="21067"/>
                    <a:pt x="27477" y="26813"/>
                    <a:pt x="42174" y="26813"/>
                  </a:cubicBezTo>
                  <a:close/>
                </a:path>
              </a:pathLst>
            </a:custGeom>
            <a:solidFill>
              <a:srgbClr val="26890D"/>
            </a:solidFill>
            <a:ln w="6390" cap="flat">
              <a:noFill/>
              <a:prstDash val="solid"/>
              <a:miter/>
            </a:ln>
          </p:spPr>
          <p:txBody>
            <a:bodyPr rtlCol="0" anchor="ctr"/>
            <a:lstStyle/>
            <a:p>
              <a:endParaRPr lang="en-US"/>
            </a:p>
          </p:txBody>
        </p:sp>
      </p:grpSp>
      <p:grpSp>
        <p:nvGrpSpPr>
          <p:cNvPr id="421" name="Graphic 4">
            <a:extLst>
              <a:ext uri="{FF2B5EF4-FFF2-40B4-BE49-F238E27FC236}">
                <a16:creationId xmlns:a16="http://schemas.microsoft.com/office/drawing/2014/main" id="{5EEC59B4-14D9-0641-A024-4CC0A825C827}"/>
              </a:ext>
            </a:extLst>
          </p:cNvPr>
          <p:cNvGrpSpPr/>
          <p:nvPr/>
        </p:nvGrpSpPr>
        <p:grpSpPr>
          <a:xfrm>
            <a:off x="4660820" y="1893013"/>
            <a:ext cx="362312" cy="361971"/>
            <a:chOff x="4660820" y="1893013"/>
            <a:chExt cx="362312" cy="361971"/>
          </a:xfrm>
          <a:solidFill>
            <a:srgbClr val="26890D"/>
          </a:solidFill>
        </p:grpSpPr>
        <p:sp>
          <p:nvSpPr>
            <p:cNvPr id="422" name="Graphic 4">
              <a:extLst>
                <a:ext uri="{FF2B5EF4-FFF2-40B4-BE49-F238E27FC236}">
                  <a16:creationId xmlns:a16="http://schemas.microsoft.com/office/drawing/2014/main" id="{70BF12D2-884C-794E-AD57-0F426EC6C177}"/>
                </a:ext>
              </a:extLst>
            </p:cNvPr>
            <p:cNvSpPr/>
            <p:nvPr/>
          </p:nvSpPr>
          <p:spPr>
            <a:xfrm>
              <a:off x="4660820" y="189301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9204 h 361971"/>
                <a:gd name="connsiteX8" fmla="*/ 12780 w 362312"/>
                <a:gd name="connsiteY8" fmla="*/ 181305 h 361971"/>
                <a:gd name="connsiteX9" fmla="*/ 180835 w 362312"/>
                <a:gd name="connsiteY9" fmla="*/ 12768 h 361971"/>
                <a:gd name="connsiteX10" fmla="*/ 349529 w 362312"/>
                <a:gd name="connsiteY10" fmla="*/ 180667 h 361971"/>
                <a:gd name="connsiteX11" fmla="*/ 349529 w 362312"/>
                <a:gd name="connsiteY11" fmla="*/ 180667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lnTo>
                    <a:pt x="181474" y="0"/>
                  </a:ln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close/>
                </a:path>
              </a:pathLst>
            </a:custGeom>
            <a:solidFill>
              <a:srgbClr val="26890D"/>
            </a:solidFill>
            <a:ln w="6390" cap="flat">
              <a:noFill/>
              <a:prstDash val="solid"/>
              <a:miter/>
            </a:ln>
          </p:spPr>
          <p:txBody>
            <a:bodyPr rtlCol="0" anchor="ctr"/>
            <a:lstStyle/>
            <a:p>
              <a:endParaRPr lang="en-US"/>
            </a:p>
          </p:txBody>
        </p:sp>
        <p:sp>
          <p:nvSpPr>
            <p:cNvPr id="423" name="Graphic 4">
              <a:extLst>
                <a:ext uri="{FF2B5EF4-FFF2-40B4-BE49-F238E27FC236}">
                  <a16:creationId xmlns:a16="http://schemas.microsoft.com/office/drawing/2014/main" id="{BDF5A5CF-2CC7-474E-A9FC-1148AAD76141}"/>
                </a:ext>
              </a:extLst>
            </p:cNvPr>
            <p:cNvSpPr/>
            <p:nvPr/>
          </p:nvSpPr>
          <p:spPr>
            <a:xfrm>
              <a:off x="4768809" y="1961207"/>
              <a:ext cx="153997" cy="130986"/>
            </a:xfrm>
            <a:custGeom>
              <a:avLst/>
              <a:gdLst>
                <a:gd name="connsiteX0" fmla="*/ 144413 w 153997"/>
                <a:gd name="connsiteY0" fmla="*/ 108643 h 130986"/>
                <a:gd name="connsiteX1" fmla="*/ 143135 w 153997"/>
                <a:gd name="connsiteY1" fmla="*/ 99705 h 130986"/>
                <a:gd name="connsiteX2" fmla="*/ 142496 w 153997"/>
                <a:gd name="connsiteY2" fmla="*/ 80553 h 130986"/>
                <a:gd name="connsiteX3" fmla="*/ 135467 w 153997"/>
                <a:gd name="connsiteY3" fmla="*/ 38419 h 130986"/>
                <a:gd name="connsiteX4" fmla="*/ 116297 w 153997"/>
                <a:gd name="connsiteY4" fmla="*/ 14798 h 130986"/>
                <a:gd name="connsiteX5" fmla="*/ 30033 w 153997"/>
                <a:gd name="connsiteY5" fmla="*/ 10329 h 130986"/>
                <a:gd name="connsiteX6" fmla="*/ 0 w 153997"/>
                <a:gd name="connsiteY6" fmla="*/ 68424 h 130986"/>
                <a:gd name="connsiteX7" fmla="*/ 6390 w 153997"/>
                <a:gd name="connsiteY7" fmla="*/ 74807 h 130986"/>
                <a:gd name="connsiteX8" fmla="*/ 12780 w 153997"/>
                <a:gd name="connsiteY8" fmla="*/ 68424 h 130986"/>
                <a:gd name="connsiteX9" fmla="*/ 37062 w 153997"/>
                <a:gd name="connsiteY9" fmla="*/ 20544 h 130986"/>
                <a:gd name="connsiteX10" fmla="*/ 77318 w 153997"/>
                <a:gd name="connsiteY10" fmla="*/ 12883 h 130986"/>
                <a:gd name="connsiteX11" fmla="*/ 108629 w 153997"/>
                <a:gd name="connsiteY11" fmla="*/ 24374 h 130986"/>
                <a:gd name="connsiteX12" fmla="*/ 123965 w 153997"/>
                <a:gd name="connsiteY12" fmla="*/ 42888 h 130986"/>
                <a:gd name="connsiteX13" fmla="*/ 129716 w 153997"/>
                <a:gd name="connsiteY13" fmla="*/ 79276 h 130986"/>
                <a:gd name="connsiteX14" fmla="*/ 130355 w 153997"/>
                <a:gd name="connsiteY14" fmla="*/ 100343 h 130986"/>
                <a:gd name="connsiteX15" fmla="*/ 132272 w 153997"/>
                <a:gd name="connsiteY15" fmla="*/ 112473 h 130986"/>
                <a:gd name="connsiteX16" fmla="*/ 143135 w 153997"/>
                <a:gd name="connsiteY16" fmla="*/ 129071 h 130986"/>
                <a:gd name="connsiteX17" fmla="*/ 147608 w 153997"/>
                <a:gd name="connsiteY17" fmla="*/ 130987 h 130986"/>
                <a:gd name="connsiteX18" fmla="*/ 152080 w 153997"/>
                <a:gd name="connsiteY18" fmla="*/ 129071 h 130986"/>
                <a:gd name="connsiteX19" fmla="*/ 152080 w 153997"/>
                <a:gd name="connsiteY19" fmla="*/ 120134 h 130986"/>
                <a:gd name="connsiteX20" fmla="*/ 144413 w 153997"/>
                <a:gd name="connsiteY20" fmla="*/ 108643 h 130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3997" h="130986">
                  <a:moveTo>
                    <a:pt x="144413" y="108643"/>
                  </a:moveTo>
                  <a:cubicBezTo>
                    <a:pt x="143774" y="105451"/>
                    <a:pt x="143135" y="102897"/>
                    <a:pt x="143135" y="99705"/>
                  </a:cubicBezTo>
                  <a:cubicBezTo>
                    <a:pt x="141857" y="88852"/>
                    <a:pt x="142496" y="80553"/>
                    <a:pt x="142496" y="80553"/>
                  </a:cubicBezTo>
                  <a:cubicBezTo>
                    <a:pt x="143774" y="65870"/>
                    <a:pt x="141218" y="51825"/>
                    <a:pt x="135467" y="38419"/>
                  </a:cubicBezTo>
                  <a:cubicBezTo>
                    <a:pt x="130994" y="29481"/>
                    <a:pt x="124604" y="21182"/>
                    <a:pt x="116297" y="14798"/>
                  </a:cubicBezTo>
                  <a:cubicBezTo>
                    <a:pt x="90737" y="-3077"/>
                    <a:pt x="56871" y="-4992"/>
                    <a:pt x="30033" y="10329"/>
                  </a:cubicBezTo>
                  <a:cubicBezTo>
                    <a:pt x="2556" y="28843"/>
                    <a:pt x="0" y="62040"/>
                    <a:pt x="0" y="68424"/>
                  </a:cubicBezTo>
                  <a:cubicBezTo>
                    <a:pt x="0" y="72254"/>
                    <a:pt x="2556" y="74807"/>
                    <a:pt x="6390" y="74807"/>
                  </a:cubicBezTo>
                  <a:cubicBezTo>
                    <a:pt x="10224" y="74807"/>
                    <a:pt x="12780" y="72254"/>
                    <a:pt x="12780" y="68424"/>
                  </a:cubicBezTo>
                  <a:cubicBezTo>
                    <a:pt x="12780" y="65232"/>
                    <a:pt x="14058" y="35865"/>
                    <a:pt x="37062" y="20544"/>
                  </a:cubicBezTo>
                  <a:cubicBezTo>
                    <a:pt x="49203" y="13521"/>
                    <a:pt x="63261" y="10968"/>
                    <a:pt x="77318" y="12883"/>
                  </a:cubicBezTo>
                  <a:cubicBezTo>
                    <a:pt x="88820" y="13521"/>
                    <a:pt x="99683" y="17990"/>
                    <a:pt x="108629" y="24374"/>
                  </a:cubicBezTo>
                  <a:cubicBezTo>
                    <a:pt x="115019" y="29481"/>
                    <a:pt x="120770" y="35865"/>
                    <a:pt x="123965" y="42888"/>
                  </a:cubicBezTo>
                  <a:cubicBezTo>
                    <a:pt x="128438" y="54379"/>
                    <a:pt x="130355" y="67147"/>
                    <a:pt x="129716" y="79276"/>
                  </a:cubicBezTo>
                  <a:cubicBezTo>
                    <a:pt x="129716" y="86299"/>
                    <a:pt x="129716" y="93321"/>
                    <a:pt x="130355" y="100343"/>
                  </a:cubicBezTo>
                  <a:cubicBezTo>
                    <a:pt x="130355" y="104174"/>
                    <a:pt x="130994" y="108643"/>
                    <a:pt x="132272" y="112473"/>
                  </a:cubicBezTo>
                  <a:cubicBezTo>
                    <a:pt x="134189" y="118857"/>
                    <a:pt x="138023" y="124603"/>
                    <a:pt x="143135" y="129071"/>
                  </a:cubicBezTo>
                  <a:cubicBezTo>
                    <a:pt x="144413" y="130348"/>
                    <a:pt x="145690" y="130987"/>
                    <a:pt x="147608" y="130987"/>
                  </a:cubicBezTo>
                  <a:cubicBezTo>
                    <a:pt x="149525" y="130987"/>
                    <a:pt x="150803" y="130348"/>
                    <a:pt x="152080" y="129071"/>
                  </a:cubicBezTo>
                  <a:cubicBezTo>
                    <a:pt x="154637" y="126518"/>
                    <a:pt x="154637" y="122687"/>
                    <a:pt x="152080" y="120134"/>
                  </a:cubicBezTo>
                  <a:cubicBezTo>
                    <a:pt x="148247" y="116942"/>
                    <a:pt x="145690" y="113111"/>
                    <a:pt x="144413" y="108643"/>
                  </a:cubicBezTo>
                  <a:close/>
                </a:path>
              </a:pathLst>
            </a:custGeom>
            <a:solidFill>
              <a:srgbClr val="26890D"/>
            </a:solidFill>
            <a:ln w="6390" cap="flat">
              <a:noFill/>
              <a:prstDash val="solid"/>
              <a:miter/>
            </a:ln>
          </p:spPr>
          <p:txBody>
            <a:bodyPr rtlCol="0" anchor="ctr"/>
            <a:lstStyle/>
            <a:p>
              <a:endParaRPr lang="en-US"/>
            </a:p>
          </p:txBody>
        </p:sp>
        <p:sp>
          <p:nvSpPr>
            <p:cNvPr id="424" name="Graphic 4">
              <a:extLst>
                <a:ext uri="{FF2B5EF4-FFF2-40B4-BE49-F238E27FC236}">
                  <a16:creationId xmlns:a16="http://schemas.microsoft.com/office/drawing/2014/main" id="{65FF9F57-E064-5741-AFC9-E49C03026C4A}"/>
                </a:ext>
              </a:extLst>
            </p:cNvPr>
            <p:cNvSpPr/>
            <p:nvPr/>
          </p:nvSpPr>
          <p:spPr>
            <a:xfrm>
              <a:off x="4762420" y="1982946"/>
              <a:ext cx="150163" cy="131590"/>
            </a:xfrm>
            <a:custGeom>
              <a:avLst/>
              <a:gdLst>
                <a:gd name="connsiteX0" fmla="*/ 130994 w 150163"/>
                <a:gd name="connsiteY0" fmla="*/ 99671 h 131590"/>
                <a:gd name="connsiteX1" fmla="*/ 126521 w 150163"/>
                <a:gd name="connsiteY1" fmla="*/ 70943 h 131590"/>
                <a:gd name="connsiteX2" fmla="*/ 126521 w 150163"/>
                <a:gd name="connsiteY2" fmla="*/ 51152 h 131590"/>
                <a:gd name="connsiteX3" fmla="*/ 123965 w 150163"/>
                <a:gd name="connsiteY3" fmla="*/ 30085 h 131590"/>
                <a:gd name="connsiteX4" fmla="*/ 104156 w 150163"/>
                <a:gd name="connsiteY4" fmla="*/ 8380 h 131590"/>
                <a:gd name="connsiteX5" fmla="*/ 67094 w 150163"/>
                <a:gd name="connsiteY5" fmla="*/ 81 h 131590"/>
                <a:gd name="connsiteX6" fmla="*/ 30033 w 150163"/>
                <a:gd name="connsiteY6" fmla="*/ 38384 h 131590"/>
                <a:gd name="connsiteX7" fmla="*/ 25560 w 150163"/>
                <a:gd name="connsiteY7" fmla="*/ 51152 h 131590"/>
                <a:gd name="connsiteX8" fmla="*/ 5751 w 150163"/>
                <a:gd name="connsiteY8" fmla="*/ 67751 h 131590"/>
                <a:gd name="connsiteX9" fmla="*/ 0 w 150163"/>
                <a:gd name="connsiteY9" fmla="*/ 74773 h 131590"/>
                <a:gd name="connsiteX10" fmla="*/ 7029 w 150163"/>
                <a:gd name="connsiteY10" fmla="*/ 80519 h 131590"/>
                <a:gd name="connsiteX11" fmla="*/ 37062 w 150163"/>
                <a:gd name="connsiteY11" fmla="*/ 56260 h 131590"/>
                <a:gd name="connsiteX12" fmla="*/ 42174 w 150163"/>
                <a:gd name="connsiteY12" fmla="*/ 42215 h 131590"/>
                <a:gd name="connsiteX13" fmla="*/ 67734 w 150163"/>
                <a:gd name="connsiteY13" fmla="*/ 13487 h 131590"/>
                <a:gd name="connsiteX14" fmla="*/ 97766 w 150163"/>
                <a:gd name="connsiteY14" fmla="*/ 19871 h 131590"/>
                <a:gd name="connsiteX15" fmla="*/ 111824 w 150163"/>
                <a:gd name="connsiteY15" fmla="*/ 35192 h 131590"/>
                <a:gd name="connsiteX16" fmla="*/ 113741 w 150163"/>
                <a:gd name="connsiteY16" fmla="*/ 51152 h 131590"/>
                <a:gd name="connsiteX17" fmla="*/ 113741 w 150163"/>
                <a:gd name="connsiteY17" fmla="*/ 72219 h 131590"/>
                <a:gd name="connsiteX18" fmla="*/ 118853 w 150163"/>
                <a:gd name="connsiteY18" fmla="*/ 105416 h 131590"/>
                <a:gd name="connsiteX19" fmla="*/ 139940 w 150163"/>
                <a:gd name="connsiteY19" fmla="*/ 130314 h 131590"/>
                <a:gd name="connsiteX20" fmla="*/ 143774 w 150163"/>
                <a:gd name="connsiteY20" fmla="*/ 131591 h 131590"/>
                <a:gd name="connsiteX21" fmla="*/ 150164 w 150163"/>
                <a:gd name="connsiteY21" fmla="*/ 125207 h 131590"/>
                <a:gd name="connsiteX22" fmla="*/ 147608 w 150163"/>
                <a:gd name="connsiteY22" fmla="*/ 120099 h 131590"/>
                <a:gd name="connsiteX23" fmla="*/ 130994 w 150163"/>
                <a:gd name="connsiteY23" fmla="*/ 99671 h 1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0163" h="131590">
                  <a:moveTo>
                    <a:pt x="130994" y="99671"/>
                  </a:moveTo>
                  <a:cubicBezTo>
                    <a:pt x="127799" y="92648"/>
                    <a:pt x="127160" y="86264"/>
                    <a:pt x="126521" y="70943"/>
                  </a:cubicBezTo>
                  <a:cubicBezTo>
                    <a:pt x="125882" y="62005"/>
                    <a:pt x="126521" y="55621"/>
                    <a:pt x="126521" y="51152"/>
                  </a:cubicBezTo>
                  <a:cubicBezTo>
                    <a:pt x="127160" y="44130"/>
                    <a:pt x="126521" y="36469"/>
                    <a:pt x="123965" y="30085"/>
                  </a:cubicBezTo>
                  <a:cubicBezTo>
                    <a:pt x="120131" y="21148"/>
                    <a:pt x="113102" y="13487"/>
                    <a:pt x="104156" y="8380"/>
                  </a:cubicBezTo>
                  <a:cubicBezTo>
                    <a:pt x="92654" y="2634"/>
                    <a:pt x="79874" y="-558"/>
                    <a:pt x="67094" y="81"/>
                  </a:cubicBezTo>
                  <a:cubicBezTo>
                    <a:pt x="41535" y="1996"/>
                    <a:pt x="35145" y="21786"/>
                    <a:pt x="30033" y="38384"/>
                  </a:cubicBezTo>
                  <a:cubicBezTo>
                    <a:pt x="28755" y="42853"/>
                    <a:pt x="27477" y="47322"/>
                    <a:pt x="25560" y="51152"/>
                  </a:cubicBezTo>
                  <a:cubicBezTo>
                    <a:pt x="22365" y="60090"/>
                    <a:pt x="14697" y="66474"/>
                    <a:pt x="5751" y="67751"/>
                  </a:cubicBezTo>
                  <a:cubicBezTo>
                    <a:pt x="1917" y="68389"/>
                    <a:pt x="0" y="71581"/>
                    <a:pt x="0" y="74773"/>
                  </a:cubicBezTo>
                  <a:cubicBezTo>
                    <a:pt x="0" y="77965"/>
                    <a:pt x="3834" y="80519"/>
                    <a:pt x="7029" y="80519"/>
                  </a:cubicBezTo>
                  <a:cubicBezTo>
                    <a:pt x="21087" y="78603"/>
                    <a:pt x="32589" y="69666"/>
                    <a:pt x="37062" y="56260"/>
                  </a:cubicBezTo>
                  <a:cubicBezTo>
                    <a:pt x="38979" y="51791"/>
                    <a:pt x="40257" y="46684"/>
                    <a:pt x="42174" y="42215"/>
                  </a:cubicBezTo>
                  <a:cubicBezTo>
                    <a:pt x="47925" y="24340"/>
                    <a:pt x="51759" y="14125"/>
                    <a:pt x="67734" y="13487"/>
                  </a:cubicBezTo>
                  <a:cubicBezTo>
                    <a:pt x="77957" y="12849"/>
                    <a:pt x="88181" y="14764"/>
                    <a:pt x="97766" y="19871"/>
                  </a:cubicBezTo>
                  <a:cubicBezTo>
                    <a:pt x="104156" y="23063"/>
                    <a:pt x="109268" y="28808"/>
                    <a:pt x="111824" y="35192"/>
                  </a:cubicBezTo>
                  <a:cubicBezTo>
                    <a:pt x="113741" y="40300"/>
                    <a:pt x="114380" y="46045"/>
                    <a:pt x="113741" y="51152"/>
                  </a:cubicBezTo>
                  <a:cubicBezTo>
                    <a:pt x="113741" y="56260"/>
                    <a:pt x="113741" y="62644"/>
                    <a:pt x="113741" y="72219"/>
                  </a:cubicBezTo>
                  <a:cubicBezTo>
                    <a:pt x="113102" y="83711"/>
                    <a:pt x="115019" y="94563"/>
                    <a:pt x="118853" y="105416"/>
                  </a:cubicBezTo>
                  <a:cubicBezTo>
                    <a:pt x="123326" y="115631"/>
                    <a:pt x="130994" y="123930"/>
                    <a:pt x="139940" y="130314"/>
                  </a:cubicBezTo>
                  <a:cubicBezTo>
                    <a:pt x="141218" y="130952"/>
                    <a:pt x="142496" y="131591"/>
                    <a:pt x="143774" y="131591"/>
                  </a:cubicBezTo>
                  <a:cubicBezTo>
                    <a:pt x="147608" y="131591"/>
                    <a:pt x="150164" y="128399"/>
                    <a:pt x="150164" y="125207"/>
                  </a:cubicBezTo>
                  <a:cubicBezTo>
                    <a:pt x="150164" y="123291"/>
                    <a:pt x="148885" y="121376"/>
                    <a:pt x="147608" y="120099"/>
                  </a:cubicBezTo>
                  <a:cubicBezTo>
                    <a:pt x="140579" y="113715"/>
                    <a:pt x="134828" y="107331"/>
                    <a:pt x="130994" y="99671"/>
                  </a:cubicBezTo>
                  <a:close/>
                </a:path>
              </a:pathLst>
            </a:custGeom>
            <a:solidFill>
              <a:srgbClr val="26890D"/>
            </a:solidFill>
            <a:ln w="6390" cap="flat">
              <a:noFill/>
              <a:prstDash val="solid"/>
              <a:miter/>
            </a:ln>
          </p:spPr>
          <p:txBody>
            <a:bodyPr rtlCol="0" anchor="ctr"/>
            <a:lstStyle/>
            <a:p>
              <a:endParaRPr lang="en-US"/>
            </a:p>
          </p:txBody>
        </p:sp>
        <p:sp>
          <p:nvSpPr>
            <p:cNvPr id="425" name="Graphic 4">
              <a:extLst>
                <a:ext uri="{FF2B5EF4-FFF2-40B4-BE49-F238E27FC236}">
                  <a16:creationId xmlns:a16="http://schemas.microsoft.com/office/drawing/2014/main" id="{8FB078F7-20ED-2A4E-BB0F-F16B8351BE71}"/>
                </a:ext>
              </a:extLst>
            </p:cNvPr>
            <p:cNvSpPr/>
            <p:nvPr/>
          </p:nvSpPr>
          <p:spPr>
            <a:xfrm>
              <a:off x="4761781" y="2009201"/>
              <a:ext cx="141856" cy="126203"/>
            </a:xfrm>
            <a:custGeom>
              <a:avLst/>
              <a:gdLst>
                <a:gd name="connsiteX0" fmla="*/ 139301 w 141856"/>
                <a:gd name="connsiteY0" fmla="*/ 114273 h 126203"/>
                <a:gd name="connsiteX1" fmla="*/ 113741 w 141856"/>
                <a:gd name="connsiteY1" fmla="*/ 87460 h 126203"/>
                <a:gd name="connsiteX2" fmla="*/ 105434 w 141856"/>
                <a:gd name="connsiteY2" fmla="*/ 60648 h 126203"/>
                <a:gd name="connsiteX3" fmla="*/ 105434 w 141856"/>
                <a:gd name="connsiteY3" fmla="*/ 54264 h 126203"/>
                <a:gd name="connsiteX4" fmla="*/ 105434 w 141856"/>
                <a:gd name="connsiteY4" fmla="*/ 37665 h 126203"/>
                <a:gd name="connsiteX5" fmla="*/ 100322 w 141856"/>
                <a:gd name="connsiteY5" fmla="*/ 13406 h 126203"/>
                <a:gd name="connsiteX6" fmla="*/ 74123 w 141856"/>
                <a:gd name="connsiteY6" fmla="*/ 0 h 126203"/>
                <a:gd name="connsiteX7" fmla="*/ 53675 w 141856"/>
                <a:gd name="connsiteY7" fmla="*/ 13406 h 126203"/>
                <a:gd name="connsiteX8" fmla="*/ 48563 w 141856"/>
                <a:gd name="connsiteY8" fmla="*/ 26813 h 126203"/>
                <a:gd name="connsiteX9" fmla="*/ 40257 w 141856"/>
                <a:gd name="connsiteY9" fmla="*/ 45965 h 126203"/>
                <a:gd name="connsiteX10" fmla="*/ 30033 w 141856"/>
                <a:gd name="connsiteY10" fmla="*/ 55541 h 126203"/>
                <a:gd name="connsiteX11" fmla="*/ 5751 w 141856"/>
                <a:gd name="connsiteY11" fmla="*/ 65117 h 126203"/>
                <a:gd name="connsiteX12" fmla="*/ 0 w 141856"/>
                <a:gd name="connsiteY12" fmla="*/ 72139 h 126203"/>
                <a:gd name="connsiteX13" fmla="*/ 7029 w 141856"/>
                <a:gd name="connsiteY13" fmla="*/ 77884 h 126203"/>
                <a:gd name="connsiteX14" fmla="*/ 37062 w 141856"/>
                <a:gd name="connsiteY14" fmla="*/ 65755 h 126203"/>
                <a:gd name="connsiteX15" fmla="*/ 49841 w 141856"/>
                <a:gd name="connsiteY15" fmla="*/ 52987 h 126203"/>
                <a:gd name="connsiteX16" fmla="*/ 59426 w 141856"/>
                <a:gd name="connsiteY16" fmla="*/ 30643 h 126203"/>
                <a:gd name="connsiteX17" fmla="*/ 63899 w 141856"/>
                <a:gd name="connsiteY17" fmla="*/ 18514 h 126203"/>
                <a:gd name="connsiteX18" fmla="*/ 72845 w 141856"/>
                <a:gd name="connsiteY18" fmla="*/ 12768 h 126203"/>
                <a:gd name="connsiteX19" fmla="*/ 72845 w 141856"/>
                <a:gd name="connsiteY19" fmla="*/ 12768 h 126203"/>
                <a:gd name="connsiteX20" fmla="*/ 88181 w 141856"/>
                <a:gd name="connsiteY20" fmla="*/ 20429 h 126203"/>
                <a:gd name="connsiteX21" fmla="*/ 90737 w 141856"/>
                <a:gd name="connsiteY21" fmla="*/ 37027 h 126203"/>
                <a:gd name="connsiteX22" fmla="*/ 90737 w 141856"/>
                <a:gd name="connsiteY22" fmla="*/ 37665 h 126203"/>
                <a:gd name="connsiteX23" fmla="*/ 70928 w 141856"/>
                <a:gd name="connsiteY23" fmla="*/ 81076 h 126203"/>
                <a:gd name="connsiteX24" fmla="*/ 58788 w 141856"/>
                <a:gd name="connsiteY24" fmla="*/ 88737 h 126203"/>
                <a:gd name="connsiteX25" fmla="*/ 39618 w 141856"/>
                <a:gd name="connsiteY25" fmla="*/ 98313 h 126203"/>
                <a:gd name="connsiteX26" fmla="*/ 28115 w 141856"/>
                <a:gd name="connsiteY26" fmla="*/ 103420 h 126203"/>
                <a:gd name="connsiteX27" fmla="*/ 12141 w 141856"/>
                <a:gd name="connsiteY27" fmla="*/ 111081 h 126203"/>
                <a:gd name="connsiteX28" fmla="*/ 8946 w 141856"/>
                <a:gd name="connsiteY28" fmla="*/ 119380 h 126203"/>
                <a:gd name="connsiteX29" fmla="*/ 14697 w 141856"/>
                <a:gd name="connsiteY29" fmla="*/ 123211 h 126203"/>
                <a:gd name="connsiteX30" fmla="*/ 17253 w 141856"/>
                <a:gd name="connsiteY30" fmla="*/ 122572 h 126203"/>
                <a:gd name="connsiteX31" fmla="*/ 33228 w 141856"/>
                <a:gd name="connsiteY31" fmla="*/ 114912 h 126203"/>
                <a:gd name="connsiteX32" fmla="*/ 44090 w 141856"/>
                <a:gd name="connsiteY32" fmla="*/ 109804 h 126203"/>
                <a:gd name="connsiteX33" fmla="*/ 64538 w 141856"/>
                <a:gd name="connsiteY33" fmla="*/ 99590 h 126203"/>
                <a:gd name="connsiteX34" fmla="*/ 77957 w 141856"/>
                <a:gd name="connsiteY34" fmla="*/ 90652 h 126203"/>
                <a:gd name="connsiteX35" fmla="*/ 92015 w 141856"/>
                <a:gd name="connsiteY35" fmla="*/ 73416 h 126203"/>
                <a:gd name="connsiteX36" fmla="*/ 100322 w 141856"/>
                <a:gd name="connsiteY36" fmla="*/ 93206 h 126203"/>
                <a:gd name="connsiteX37" fmla="*/ 129716 w 141856"/>
                <a:gd name="connsiteY37" fmla="*/ 125126 h 126203"/>
                <a:gd name="connsiteX38" fmla="*/ 138662 w 141856"/>
                <a:gd name="connsiteY38" fmla="*/ 123211 h 126203"/>
                <a:gd name="connsiteX39" fmla="*/ 139301 w 141856"/>
                <a:gd name="connsiteY39" fmla="*/ 114273 h 12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41856" h="126203">
                  <a:moveTo>
                    <a:pt x="139301" y="114273"/>
                  </a:moveTo>
                  <a:cubicBezTo>
                    <a:pt x="128438" y="107251"/>
                    <a:pt x="120131" y="98313"/>
                    <a:pt x="113741" y="87460"/>
                  </a:cubicBezTo>
                  <a:cubicBezTo>
                    <a:pt x="109268" y="79161"/>
                    <a:pt x="106073" y="70224"/>
                    <a:pt x="105434" y="60648"/>
                  </a:cubicBezTo>
                  <a:cubicBezTo>
                    <a:pt x="105434" y="58733"/>
                    <a:pt x="105434" y="56179"/>
                    <a:pt x="105434" y="54264"/>
                  </a:cubicBezTo>
                  <a:cubicBezTo>
                    <a:pt x="105434" y="51072"/>
                    <a:pt x="105434" y="46603"/>
                    <a:pt x="105434" y="37665"/>
                  </a:cubicBezTo>
                  <a:cubicBezTo>
                    <a:pt x="105434" y="26813"/>
                    <a:pt x="104795" y="19790"/>
                    <a:pt x="100322" y="13406"/>
                  </a:cubicBezTo>
                  <a:cubicBezTo>
                    <a:pt x="94571" y="5107"/>
                    <a:pt x="84347" y="0"/>
                    <a:pt x="74123" y="0"/>
                  </a:cubicBezTo>
                  <a:cubicBezTo>
                    <a:pt x="65177" y="0"/>
                    <a:pt x="56870" y="5107"/>
                    <a:pt x="53675" y="13406"/>
                  </a:cubicBezTo>
                  <a:cubicBezTo>
                    <a:pt x="51758" y="17875"/>
                    <a:pt x="49841" y="22344"/>
                    <a:pt x="48563" y="26813"/>
                  </a:cubicBezTo>
                  <a:cubicBezTo>
                    <a:pt x="46646" y="33197"/>
                    <a:pt x="44090" y="39581"/>
                    <a:pt x="40257" y="45965"/>
                  </a:cubicBezTo>
                  <a:cubicBezTo>
                    <a:pt x="37700" y="49795"/>
                    <a:pt x="33867" y="52987"/>
                    <a:pt x="30033" y="55541"/>
                  </a:cubicBezTo>
                  <a:cubicBezTo>
                    <a:pt x="23004" y="60648"/>
                    <a:pt x="14697" y="64478"/>
                    <a:pt x="5751" y="65117"/>
                  </a:cubicBezTo>
                  <a:cubicBezTo>
                    <a:pt x="1917" y="65755"/>
                    <a:pt x="0" y="68947"/>
                    <a:pt x="0" y="72139"/>
                  </a:cubicBezTo>
                  <a:cubicBezTo>
                    <a:pt x="0" y="75331"/>
                    <a:pt x="3834" y="77884"/>
                    <a:pt x="7029" y="77884"/>
                  </a:cubicBezTo>
                  <a:cubicBezTo>
                    <a:pt x="17892" y="76608"/>
                    <a:pt x="28115" y="72139"/>
                    <a:pt x="37062" y="65755"/>
                  </a:cubicBezTo>
                  <a:cubicBezTo>
                    <a:pt x="42173" y="61925"/>
                    <a:pt x="46008" y="58094"/>
                    <a:pt x="49841" y="52987"/>
                  </a:cubicBezTo>
                  <a:cubicBezTo>
                    <a:pt x="54314" y="45965"/>
                    <a:pt x="57509" y="38942"/>
                    <a:pt x="59426" y="30643"/>
                  </a:cubicBezTo>
                  <a:cubicBezTo>
                    <a:pt x="60704" y="26174"/>
                    <a:pt x="61982" y="22344"/>
                    <a:pt x="63899" y="18514"/>
                  </a:cubicBezTo>
                  <a:cubicBezTo>
                    <a:pt x="65177" y="14683"/>
                    <a:pt x="69011" y="12768"/>
                    <a:pt x="72845" y="12768"/>
                  </a:cubicBezTo>
                  <a:lnTo>
                    <a:pt x="72845" y="12768"/>
                  </a:lnTo>
                  <a:cubicBezTo>
                    <a:pt x="79235" y="12768"/>
                    <a:pt x="84986" y="15960"/>
                    <a:pt x="88181" y="20429"/>
                  </a:cubicBezTo>
                  <a:cubicBezTo>
                    <a:pt x="90098" y="23621"/>
                    <a:pt x="90737" y="26813"/>
                    <a:pt x="90737" y="37027"/>
                  </a:cubicBezTo>
                  <a:cubicBezTo>
                    <a:pt x="90737" y="37027"/>
                    <a:pt x="90737" y="37665"/>
                    <a:pt x="90737" y="37665"/>
                  </a:cubicBezTo>
                  <a:cubicBezTo>
                    <a:pt x="88181" y="57456"/>
                    <a:pt x="81152" y="72777"/>
                    <a:pt x="70928" y="81076"/>
                  </a:cubicBezTo>
                  <a:cubicBezTo>
                    <a:pt x="67094" y="83630"/>
                    <a:pt x="63260" y="86822"/>
                    <a:pt x="58788" y="88737"/>
                  </a:cubicBezTo>
                  <a:cubicBezTo>
                    <a:pt x="52398" y="91929"/>
                    <a:pt x="46008" y="95121"/>
                    <a:pt x="39618" y="98313"/>
                  </a:cubicBezTo>
                  <a:lnTo>
                    <a:pt x="28115" y="103420"/>
                  </a:lnTo>
                  <a:cubicBezTo>
                    <a:pt x="24282" y="105336"/>
                    <a:pt x="18531" y="107889"/>
                    <a:pt x="12141" y="111081"/>
                  </a:cubicBezTo>
                  <a:cubicBezTo>
                    <a:pt x="8946" y="112358"/>
                    <a:pt x="7668" y="116188"/>
                    <a:pt x="8946" y="119380"/>
                  </a:cubicBezTo>
                  <a:cubicBezTo>
                    <a:pt x="10224" y="121934"/>
                    <a:pt x="12141" y="123211"/>
                    <a:pt x="14697" y="123211"/>
                  </a:cubicBezTo>
                  <a:cubicBezTo>
                    <a:pt x="15336" y="123211"/>
                    <a:pt x="16614" y="123211"/>
                    <a:pt x="17253" y="122572"/>
                  </a:cubicBezTo>
                  <a:cubicBezTo>
                    <a:pt x="24282" y="119380"/>
                    <a:pt x="30033" y="116827"/>
                    <a:pt x="33228" y="114912"/>
                  </a:cubicBezTo>
                  <a:lnTo>
                    <a:pt x="44090" y="109804"/>
                  </a:lnTo>
                  <a:cubicBezTo>
                    <a:pt x="51119" y="106612"/>
                    <a:pt x="58148" y="103420"/>
                    <a:pt x="64538" y="99590"/>
                  </a:cubicBezTo>
                  <a:cubicBezTo>
                    <a:pt x="69011" y="97036"/>
                    <a:pt x="73484" y="93844"/>
                    <a:pt x="77957" y="90652"/>
                  </a:cubicBezTo>
                  <a:cubicBezTo>
                    <a:pt x="83708" y="86184"/>
                    <a:pt x="88820" y="79800"/>
                    <a:pt x="92015" y="73416"/>
                  </a:cubicBezTo>
                  <a:cubicBezTo>
                    <a:pt x="93932" y="80438"/>
                    <a:pt x="96488" y="86822"/>
                    <a:pt x="100322" y="93206"/>
                  </a:cubicBezTo>
                  <a:cubicBezTo>
                    <a:pt x="107351" y="105974"/>
                    <a:pt x="117575" y="116827"/>
                    <a:pt x="129716" y="125126"/>
                  </a:cubicBezTo>
                  <a:cubicBezTo>
                    <a:pt x="132911" y="127041"/>
                    <a:pt x="136744" y="126403"/>
                    <a:pt x="138662" y="123211"/>
                  </a:cubicBezTo>
                  <a:cubicBezTo>
                    <a:pt x="143134" y="120657"/>
                    <a:pt x="142496" y="116188"/>
                    <a:pt x="139301" y="114273"/>
                  </a:cubicBezTo>
                  <a:close/>
                </a:path>
              </a:pathLst>
            </a:custGeom>
            <a:solidFill>
              <a:srgbClr val="26890D"/>
            </a:solidFill>
            <a:ln w="6390" cap="flat">
              <a:noFill/>
              <a:prstDash val="solid"/>
              <a:miter/>
            </a:ln>
          </p:spPr>
          <p:txBody>
            <a:bodyPr rtlCol="0" anchor="ctr"/>
            <a:lstStyle/>
            <a:p>
              <a:endParaRPr lang="en-US"/>
            </a:p>
          </p:txBody>
        </p:sp>
        <p:sp>
          <p:nvSpPr>
            <p:cNvPr id="426" name="Graphic 4">
              <a:extLst>
                <a:ext uri="{FF2B5EF4-FFF2-40B4-BE49-F238E27FC236}">
                  <a16:creationId xmlns:a16="http://schemas.microsoft.com/office/drawing/2014/main" id="{7B8717B9-4F7B-C242-B2FD-F9E2E9EAF884}"/>
                </a:ext>
              </a:extLst>
            </p:cNvPr>
            <p:cNvSpPr/>
            <p:nvPr/>
          </p:nvSpPr>
          <p:spPr>
            <a:xfrm>
              <a:off x="4767131" y="2035916"/>
              <a:ext cx="76539" cy="74152"/>
            </a:xfrm>
            <a:custGeom>
              <a:avLst/>
              <a:gdLst>
                <a:gd name="connsiteX0" fmla="*/ 9346 w 76539"/>
                <a:gd name="connsiteY0" fmla="*/ 73514 h 74152"/>
                <a:gd name="connsiteX1" fmla="*/ 55354 w 76539"/>
                <a:gd name="connsiteY1" fmla="*/ 46702 h 74152"/>
                <a:gd name="connsiteX2" fmla="*/ 76441 w 76539"/>
                <a:gd name="connsiteY2" fmla="*/ 7759 h 74152"/>
                <a:gd name="connsiteX3" fmla="*/ 71329 w 76539"/>
                <a:gd name="connsiteY3" fmla="*/ 98 h 74152"/>
                <a:gd name="connsiteX4" fmla="*/ 71329 w 76539"/>
                <a:gd name="connsiteY4" fmla="*/ 98 h 74152"/>
                <a:gd name="connsiteX5" fmla="*/ 63661 w 76539"/>
                <a:gd name="connsiteY5" fmla="*/ 5206 h 74152"/>
                <a:gd name="connsiteX6" fmla="*/ 46408 w 76539"/>
                <a:gd name="connsiteY6" fmla="*/ 37126 h 74152"/>
                <a:gd name="connsiteX7" fmla="*/ 4234 w 76539"/>
                <a:gd name="connsiteY7" fmla="*/ 61385 h 74152"/>
                <a:gd name="connsiteX8" fmla="*/ 400 w 76539"/>
                <a:gd name="connsiteY8" fmla="*/ 69684 h 74152"/>
                <a:gd name="connsiteX9" fmla="*/ 6151 w 76539"/>
                <a:gd name="connsiteY9" fmla="*/ 74153 h 74152"/>
                <a:gd name="connsiteX10" fmla="*/ 9346 w 76539"/>
                <a:gd name="connsiteY10" fmla="*/ 73514 h 7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539" h="74152">
                  <a:moveTo>
                    <a:pt x="9346" y="73514"/>
                  </a:moveTo>
                  <a:cubicBezTo>
                    <a:pt x="26599" y="67769"/>
                    <a:pt x="41935" y="58831"/>
                    <a:pt x="55354" y="46702"/>
                  </a:cubicBezTo>
                  <a:cubicBezTo>
                    <a:pt x="66856" y="36487"/>
                    <a:pt x="73884" y="22442"/>
                    <a:pt x="76441" y="7759"/>
                  </a:cubicBezTo>
                  <a:cubicBezTo>
                    <a:pt x="77079" y="4567"/>
                    <a:pt x="74524" y="737"/>
                    <a:pt x="71329" y="98"/>
                  </a:cubicBezTo>
                  <a:cubicBezTo>
                    <a:pt x="71329" y="98"/>
                    <a:pt x="71329" y="98"/>
                    <a:pt x="71329" y="98"/>
                  </a:cubicBezTo>
                  <a:cubicBezTo>
                    <a:pt x="68134" y="-540"/>
                    <a:pt x="64300" y="2014"/>
                    <a:pt x="63661" y="5206"/>
                  </a:cubicBezTo>
                  <a:cubicBezTo>
                    <a:pt x="61744" y="17335"/>
                    <a:pt x="55993" y="28826"/>
                    <a:pt x="46408" y="37126"/>
                  </a:cubicBezTo>
                  <a:cubicBezTo>
                    <a:pt x="34267" y="47978"/>
                    <a:pt x="19570" y="55639"/>
                    <a:pt x="4234" y="61385"/>
                  </a:cubicBezTo>
                  <a:cubicBezTo>
                    <a:pt x="1039" y="62662"/>
                    <a:pt x="-878" y="66492"/>
                    <a:pt x="400" y="69684"/>
                  </a:cubicBezTo>
                  <a:cubicBezTo>
                    <a:pt x="1039" y="72238"/>
                    <a:pt x="3595" y="74153"/>
                    <a:pt x="6151" y="74153"/>
                  </a:cubicBezTo>
                  <a:cubicBezTo>
                    <a:pt x="8068" y="74153"/>
                    <a:pt x="8707" y="74153"/>
                    <a:pt x="9346" y="73514"/>
                  </a:cubicBezTo>
                  <a:close/>
                </a:path>
              </a:pathLst>
            </a:custGeom>
            <a:solidFill>
              <a:srgbClr val="26890D"/>
            </a:solidFill>
            <a:ln w="6390" cap="flat">
              <a:noFill/>
              <a:prstDash val="solid"/>
              <a:miter/>
            </a:ln>
          </p:spPr>
          <p:txBody>
            <a:bodyPr rtlCol="0" anchor="ctr"/>
            <a:lstStyle/>
            <a:p>
              <a:endParaRPr lang="en-US"/>
            </a:p>
          </p:txBody>
        </p:sp>
        <p:sp>
          <p:nvSpPr>
            <p:cNvPr id="427" name="Graphic 4">
              <a:extLst>
                <a:ext uri="{FF2B5EF4-FFF2-40B4-BE49-F238E27FC236}">
                  <a16:creationId xmlns:a16="http://schemas.microsoft.com/office/drawing/2014/main" id="{CB597949-3A7F-1B46-8546-DB75F8BE1618}"/>
                </a:ext>
              </a:extLst>
            </p:cNvPr>
            <p:cNvSpPr/>
            <p:nvPr/>
          </p:nvSpPr>
          <p:spPr>
            <a:xfrm>
              <a:off x="4779411" y="2119159"/>
              <a:ext cx="118475" cy="40065"/>
            </a:xfrm>
            <a:custGeom>
              <a:avLst/>
              <a:gdLst>
                <a:gd name="connsiteX0" fmla="*/ 93555 w 118475"/>
                <a:gd name="connsiteY0" fmla="*/ 10699 h 40065"/>
                <a:gd name="connsiteX1" fmla="*/ 53298 w 118475"/>
                <a:gd name="connsiteY1" fmla="*/ 485 h 40065"/>
                <a:gd name="connsiteX2" fmla="*/ 3457 w 118475"/>
                <a:gd name="connsiteY2" fmla="*/ 22190 h 40065"/>
                <a:gd name="connsiteX3" fmla="*/ 901 w 118475"/>
                <a:gd name="connsiteY3" fmla="*/ 31128 h 40065"/>
                <a:gd name="connsiteX4" fmla="*/ 9847 w 118475"/>
                <a:gd name="connsiteY4" fmla="*/ 33682 h 40065"/>
                <a:gd name="connsiteX5" fmla="*/ 10486 w 118475"/>
                <a:gd name="connsiteY5" fmla="*/ 33043 h 40065"/>
                <a:gd name="connsiteX6" fmla="*/ 54576 w 118475"/>
                <a:gd name="connsiteY6" fmla="*/ 13253 h 40065"/>
                <a:gd name="connsiteX7" fmla="*/ 87165 w 118475"/>
                <a:gd name="connsiteY7" fmla="*/ 21552 h 40065"/>
                <a:gd name="connsiteX8" fmla="*/ 107613 w 118475"/>
                <a:gd name="connsiteY8" fmla="*/ 38150 h 40065"/>
                <a:gd name="connsiteX9" fmla="*/ 112086 w 118475"/>
                <a:gd name="connsiteY9" fmla="*/ 40066 h 40065"/>
                <a:gd name="connsiteX10" fmla="*/ 116559 w 118475"/>
                <a:gd name="connsiteY10" fmla="*/ 38150 h 40065"/>
                <a:gd name="connsiteX11" fmla="*/ 116559 w 118475"/>
                <a:gd name="connsiteY11" fmla="*/ 29213 h 40065"/>
                <a:gd name="connsiteX12" fmla="*/ 116559 w 118475"/>
                <a:gd name="connsiteY12" fmla="*/ 29213 h 40065"/>
                <a:gd name="connsiteX13" fmla="*/ 93555 w 118475"/>
                <a:gd name="connsiteY13" fmla="*/ 10699 h 40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8475" h="40065">
                  <a:moveTo>
                    <a:pt x="93555" y="10699"/>
                  </a:moveTo>
                  <a:cubicBezTo>
                    <a:pt x="82053" y="2400"/>
                    <a:pt x="67356" y="-1430"/>
                    <a:pt x="53298" y="485"/>
                  </a:cubicBezTo>
                  <a:cubicBezTo>
                    <a:pt x="36684" y="1762"/>
                    <a:pt x="7291" y="20275"/>
                    <a:pt x="3457" y="22190"/>
                  </a:cubicBezTo>
                  <a:cubicBezTo>
                    <a:pt x="262" y="24106"/>
                    <a:pt x="-1016" y="27936"/>
                    <a:pt x="901" y="31128"/>
                  </a:cubicBezTo>
                  <a:cubicBezTo>
                    <a:pt x="2818" y="34320"/>
                    <a:pt x="6652" y="35597"/>
                    <a:pt x="9847" y="33682"/>
                  </a:cubicBezTo>
                  <a:cubicBezTo>
                    <a:pt x="9847" y="33682"/>
                    <a:pt x="10486" y="33682"/>
                    <a:pt x="10486" y="33043"/>
                  </a:cubicBezTo>
                  <a:cubicBezTo>
                    <a:pt x="18793" y="27936"/>
                    <a:pt x="43074" y="13891"/>
                    <a:pt x="54576" y="13253"/>
                  </a:cubicBezTo>
                  <a:cubicBezTo>
                    <a:pt x="66078" y="11338"/>
                    <a:pt x="77580" y="14530"/>
                    <a:pt x="87165" y="21552"/>
                  </a:cubicBezTo>
                  <a:cubicBezTo>
                    <a:pt x="94194" y="26659"/>
                    <a:pt x="101223" y="31766"/>
                    <a:pt x="107613" y="38150"/>
                  </a:cubicBezTo>
                  <a:cubicBezTo>
                    <a:pt x="108891" y="39427"/>
                    <a:pt x="110169" y="40066"/>
                    <a:pt x="112086" y="40066"/>
                  </a:cubicBezTo>
                  <a:cubicBezTo>
                    <a:pt x="114003" y="40066"/>
                    <a:pt x="115281" y="39427"/>
                    <a:pt x="116559" y="38150"/>
                  </a:cubicBezTo>
                  <a:cubicBezTo>
                    <a:pt x="119114" y="35597"/>
                    <a:pt x="119114" y="31766"/>
                    <a:pt x="116559" y="29213"/>
                  </a:cubicBezTo>
                  <a:cubicBezTo>
                    <a:pt x="116559" y="29213"/>
                    <a:pt x="116559" y="29213"/>
                    <a:pt x="116559" y="29213"/>
                  </a:cubicBezTo>
                  <a:cubicBezTo>
                    <a:pt x="109530" y="22190"/>
                    <a:pt x="101862" y="15806"/>
                    <a:pt x="93555" y="10699"/>
                  </a:cubicBezTo>
                  <a:close/>
                </a:path>
              </a:pathLst>
            </a:custGeom>
            <a:solidFill>
              <a:srgbClr val="26890D"/>
            </a:solidFill>
            <a:ln w="6390" cap="flat">
              <a:noFill/>
              <a:prstDash val="solid"/>
              <a:miter/>
            </a:ln>
          </p:spPr>
          <p:txBody>
            <a:bodyPr rtlCol="0" anchor="ctr"/>
            <a:lstStyle/>
            <a:p>
              <a:endParaRPr lang="en-US"/>
            </a:p>
          </p:txBody>
        </p:sp>
        <p:sp>
          <p:nvSpPr>
            <p:cNvPr id="428" name="Graphic 4">
              <a:extLst>
                <a:ext uri="{FF2B5EF4-FFF2-40B4-BE49-F238E27FC236}">
                  <a16:creationId xmlns:a16="http://schemas.microsoft.com/office/drawing/2014/main" id="{07953A93-FF2E-0942-AD75-734DADED207D}"/>
                </a:ext>
              </a:extLst>
            </p:cNvPr>
            <p:cNvSpPr/>
            <p:nvPr/>
          </p:nvSpPr>
          <p:spPr>
            <a:xfrm>
              <a:off x="4792616" y="2141944"/>
              <a:ext cx="89934" cy="28771"/>
            </a:xfrm>
            <a:custGeom>
              <a:avLst/>
              <a:gdLst>
                <a:gd name="connsiteX0" fmla="*/ 40732 w 89934"/>
                <a:gd name="connsiteY0" fmla="*/ 44 h 28771"/>
                <a:gd name="connsiteX1" fmla="*/ 2393 w 89934"/>
                <a:gd name="connsiteY1" fmla="*/ 15365 h 28771"/>
                <a:gd name="connsiteX2" fmla="*/ 1115 w 89934"/>
                <a:gd name="connsiteY2" fmla="*/ 24303 h 28771"/>
                <a:gd name="connsiteX3" fmla="*/ 10060 w 89934"/>
                <a:gd name="connsiteY3" fmla="*/ 25580 h 28771"/>
                <a:gd name="connsiteX4" fmla="*/ 10700 w 89934"/>
                <a:gd name="connsiteY4" fmla="*/ 24941 h 28771"/>
                <a:gd name="connsiteX5" fmla="*/ 41371 w 89934"/>
                <a:gd name="connsiteY5" fmla="*/ 12812 h 28771"/>
                <a:gd name="connsiteX6" fmla="*/ 79072 w 89934"/>
                <a:gd name="connsiteY6" fmla="*/ 26856 h 28771"/>
                <a:gd name="connsiteX7" fmla="*/ 83545 w 89934"/>
                <a:gd name="connsiteY7" fmla="*/ 28772 h 28771"/>
                <a:gd name="connsiteX8" fmla="*/ 88018 w 89934"/>
                <a:gd name="connsiteY8" fmla="*/ 26856 h 28771"/>
                <a:gd name="connsiteX9" fmla="*/ 88018 w 89934"/>
                <a:gd name="connsiteY9" fmla="*/ 17919 h 28771"/>
                <a:gd name="connsiteX10" fmla="*/ 40732 w 89934"/>
                <a:gd name="connsiteY10" fmla="*/ 44 h 28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934" h="28771">
                  <a:moveTo>
                    <a:pt x="40732" y="44"/>
                  </a:moveTo>
                  <a:cubicBezTo>
                    <a:pt x="26674" y="682"/>
                    <a:pt x="13255" y="5789"/>
                    <a:pt x="2393" y="15365"/>
                  </a:cubicBezTo>
                  <a:cubicBezTo>
                    <a:pt x="-163" y="17280"/>
                    <a:pt x="-802" y="21111"/>
                    <a:pt x="1115" y="24303"/>
                  </a:cubicBezTo>
                  <a:cubicBezTo>
                    <a:pt x="3032" y="26856"/>
                    <a:pt x="6865" y="27495"/>
                    <a:pt x="10060" y="25580"/>
                  </a:cubicBezTo>
                  <a:cubicBezTo>
                    <a:pt x="10060" y="25580"/>
                    <a:pt x="10700" y="24941"/>
                    <a:pt x="10700" y="24941"/>
                  </a:cubicBezTo>
                  <a:cubicBezTo>
                    <a:pt x="19645" y="17919"/>
                    <a:pt x="30508" y="13450"/>
                    <a:pt x="41371" y="12812"/>
                  </a:cubicBezTo>
                  <a:cubicBezTo>
                    <a:pt x="55429" y="12173"/>
                    <a:pt x="68848" y="17280"/>
                    <a:pt x="79072" y="26856"/>
                  </a:cubicBezTo>
                  <a:cubicBezTo>
                    <a:pt x="80350" y="28133"/>
                    <a:pt x="81628" y="28772"/>
                    <a:pt x="83545" y="28772"/>
                  </a:cubicBezTo>
                  <a:cubicBezTo>
                    <a:pt x="85462" y="28772"/>
                    <a:pt x="86740" y="28133"/>
                    <a:pt x="88018" y="26856"/>
                  </a:cubicBezTo>
                  <a:cubicBezTo>
                    <a:pt x="90574" y="24303"/>
                    <a:pt x="90574" y="20472"/>
                    <a:pt x="88018" y="17919"/>
                  </a:cubicBezTo>
                  <a:cubicBezTo>
                    <a:pt x="75238" y="5789"/>
                    <a:pt x="58624" y="-595"/>
                    <a:pt x="40732" y="44"/>
                  </a:cubicBezTo>
                  <a:close/>
                </a:path>
              </a:pathLst>
            </a:custGeom>
            <a:solidFill>
              <a:srgbClr val="26890D"/>
            </a:solidFill>
            <a:ln w="6390" cap="flat">
              <a:noFill/>
              <a:prstDash val="solid"/>
              <a:miter/>
            </a:ln>
          </p:spPr>
          <p:txBody>
            <a:bodyPr rtlCol="0" anchor="ctr"/>
            <a:lstStyle/>
            <a:p>
              <a:endParaRPr lang="en-US"/>
            </a:p>
          </p:txBody>
        </p:sp>
        <p:sp>
          <p:nvSpPr>
            <p:cNvPr id="429" name="Graphic 4">
              <a:extLst>
                <a:ext uri="{FF2B5EF4-FFF2-40B4-BE49-F238E27FC236}">
                  <a16:creationId xmlns:a16="http://schemas.microsoft.com/office/drawing/2014/main" id="{20F10899-61C5-4E40-9B80-4F029E536B19}"/>
                </a:ext>
              </a:extLst>
            </p:cNvPr>
            <p:cNvSpPr/>
            <p:nvPr/>
          </p:nvSpPr>
          <p:spPr>
            <a:xfrm>
              <a:off x="4806035" y="2164252"/>
              <a:ext cx="59189" cy="22424"/>
            </a:xfrm>
            <a:custGeom>
              <a:avLst/>
              <a:gdLst>
                <a:gd name="connsiteX0" fmla="*/ 31147 w 59189"/>
                <a:gd name="connsiteY0" fmla="*/ 80 h 22424"/>
                <a:gd name="connsiteX1" fmla="*/ 2393 w 59189"/>
                <a:gd name="connsiteY1" fmla="*/ 9018 h 22424"/>
                <a:gd name="connsiteX2" fmla="*/ 1115 w 59189"/>
                <a:gd name="connsiteY2" fmla="*/ 17955 h 22424"/>
                <a:gd name="connsiteX3" fmla="*/ 10061 w 59189"/>
                <a:gd name="connsiteY3" fmla="*/ 19232 h 22424"/>
                <a:gd name="connsiteX4" fmla="*/ 30509 w 59189"/>
                <a:gd name="connsiteY4" fmla="*/ 12848 h 22424"/>
                <a:gd name="connsiteX5" fmla="*/ 48400 w 59189"/>
                <a:gd name="connsiteY5" fmla="*/ 20509 h 22424"/>
                <a:gd name="connsiteX6" fmla="*/ 52873 w 59189"/>
                <a:gd name="connsiteY6" fmla="*/ 22424 h 22424"/>
                <a:gd name="connsiteX7" fmla="*/ 57346 w 59189"/>
                <a:gd name="connsiteY7" fmla="*/ 20509 h 22424"/>
                <a:gd name="connsiteX8" fmla="*/ 56707 w 59189"/>
                <a:gd name="connsiteY8" fmla="*/ 11571 h 22424"/>
                <a:gd name="connsiteX9" fmla="*/ 56707 w 59189"/>
                <a:gd name="connsiteY9" fmla="*/ 11571 h 22424"/>
                <a:gd name="connsiteX10" fmla="*/ 31147 w 59189"/>
                <a:gd name="connsiteY10" fmla="*/ 80 h 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189" h="22424">
                  <a:moveTo>
                    <a:pt x="31147" y="80"/>
                  </a:moveTo>
                  <a:cubicBezTo>
                    <a:pt x="20924" y="-558"/>
                    <a:pt x="10700" y="2634"/>
                    <a:pt x="2393" y="9018"/>
                  </a:cubicBezTo>
                  <a:cubicBezTo>
                    <a:pt x="-163" y="10933"/>
                    <a:pt x="-802" y="15402"/>
                    <a:pt x="1115" y="17955"/>
                  </a:cubicBezTo>
                  <a:cubicBezTo>
                    <a:pt x="3032" y="20509"/>
                    <a:pt x="7505" y="21147"/>
                    <a:pt x="10061" y="19232"/>
                  </a:cubicBezTo>
                  <a:cubicBezTo>
                    <a:pt x="15811" y="14763"/>
                    <a:pt x="22841" y="12210"/>
                    <a:pt x="30509" y="12848"/>
                  </a:cubicBezTo>
                  <a:cubicBezTo>
                    <a:pt x="37537" y="13487"/>
                    <a:pt x="43927" y="16040"/>
                    <a:pt x="48400" y="20509"/>
                  </a:cubicBezTo>
                  <a:cubicBezTo>
                    <a:pt x="49678" y="21786"/>
                    <a:pt x="50956" y="22424"/>
                    <a:pt x="52873" y="22424"/>
                  </a:cubicBezTo>
                  <a:cubicBezTo>
                    <a:pt x="54790" y="22424"/>
                    <a:pt x="56068" y="21786"/>
                    <a:pt x="57346" y="20509"/>
                  </a:cubicBezTo>
                  <a:cubicBezTo>
                    <a:pt x="59902" y="17955"/>
                    <a:pt x="59902" y="14125"/>
                    <a:pt x="56707" y="11571"/>
                  </a:cubicBezTo>
                  <a:cubicBezTo>
                    <a:pt x="56707" y="11571"/>
                    <a:pt x="56707" y="11571"/>
                    <a:pt x="56707" y="11571"/>
                  </a:cubicBezTo>
                  <a:cubicBezTo>
                    <a:pt x="49678" y="4549"/>
                    <a:pt x="40732" y="719"/>
                    <a:pt x="31147" y="80"/>
                  </a:cubicBezTo>
                  <a:close/>
                </a:path>
              </a:pathLst>
            </a:custGeom>
            <a:solidFill>
              <a:srgbClr val="26890D"/>
            </a:solidFill>
            <a:ln w="6390" cap="flat">
              <a:noFill/>
              <a:prstDash val="solid"/>
              <a:miter/>
            </a:ln>
          </p:spPr>
          <p:txBody>
            <a:bodyPr rtlCol="0" anchor="ctr"/>
            <a:lstStyle/>
            <a:p>
              <a:endParaRPr lang="en-US"/>
            </a:p>
          </p:txBody>
        </p:sp>
      </p:grpSp>
      <p:grpSp>
        <p:nvGrpSpPr>
          <p:cNvPr id="430" name="Graphic 4">
            <a:extLst>
              <a:ext uri="{FF2B5EF4-FFF2-40B4-BE49-F238E27FC236}">
                <a16:creationId xmlns:a16="http://schemas.microsoft.com/office/drawing/2014/main" id="{1F2C6004-8EF2-7847-9A38-F0FE2CD28E9F}"/>
              </a:ext>
            </a:extLst>
          </p:cNvPr>
          <p:cNvGrpSpPr/>
          <p:nvPr/>
        </p:nvGrpSpPr>
        <p:grpSpPr>
          <a:xfrm>
            <a:off x="4660820" y="2371173"/>
            <a:ext cx="362312" cy="361971"/>
            <a:chOff x="4660820" y="2371173"/>
            <a:chExt cx="362312" cy="361971"/>
          </a:xfrm>
          <a:solidFill>
            <a:srgbClr val="26890D"/>
          </a:solidFill>
        </p:grpSpPr>
        <p:sp>
          <p:nvSpPr>
            <p:cNvPr id="431" name="Graphic 4">
              <a:extLst>
                <a:ext uri="{FF2B5EF4-FFF2-40B4-BE49-F238E27FC236}">
                  <a16:creationId xmlns:a16="http://schemas.microsoft.com/office/drawing/2014/main" id="{7E38479B-33F5-A142-84B5-8AC458DB81C0}"/>
                </a:ext>
              </a:extLst>
            </p:cNvPr>
            <p:cNvSpPr/>
            <p:nvPr/>
          </p:nvSpPr>
          <p:spPr>
            <a:xfrm>
              <a:off x="4660820" y="237117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close/>
                </a:path>
              </a:pathLst>
            </a:custGeom>
            <a:solidFill>
              <a:srgbClr val="26890D"/>
            </a:solidFill>
            <a:ln w="6390" cap="flat">
              <a:noFill/>
              <a:prstDash val="solid"/>
              <a:miter/>
            </a:ln>
          </p:spPr>
          <p:txBody>
            <a:bodyPr rtlCol="0" anchor="ctr"/>
            <a:lstStyle/>
            <a:p>
              <a:endParaRPr lang="en-US"/>
            </a:p>
          </p:txBody>
        </p:sp>
        <p:sp>
          <p:nvSpPr>
            <p:cNvPr id="432" name="Graphic 4">
              <a:extLst>
                <a:ext uri="{FF2B5EF4-FFF2-40B4-BE49-F238E27FC236}">
                  <a16:creationId xmlns:a16="http://schemas.microsoft.com/office/drawing/2014/main" id="{C537D922-6419-CD42-885E-38430413E205}"/>
                </a:ext>
              </a:extLst>
            </p:cNvPr>
            <p:cNvSpPr/>
            <p:nvPr/>
          </p:nvSpPr>
          <p:spPr>
            <a:xfrm>
              <a:off x="4796286" y="2516090"/>
              <a:ext cx="12779" cy="32558"/>
            </a:xfrm>
            <a:custGeom>
              <a:avLst/>
              <a:gdLst>
                <a:gd name="connsiteX0" fmla="*/ 12780 w 12779"/>
                <a:gd name="connsiteY0" fmla="*/ 26174 h 32558"/>
                <a:gd name="connsiteX1" fmla="*/ 12780 w 12779"/>
                <a:gd name="connsiteY1" fmla="*/ 6384 h 32558"/>
                <a:gd name="connsiteX2" fmla="*/ 6390 w 12779"/>
                <a:gd name="connsiteY2" fmla="*/ 0 h 32558"/>
                <a:gd name="connsiteX3" fmla="*/ 0 w 12779"/>
                <a:gd name="connsiteY3" fmla="*/ 6384 h 32558"/>
                <a:gd name="connsiteX4" fmla="*/ 0 w 12779"/>
                <a:gd name="connsiteY4" fmla="*/ 26174 h 32558"/>
                <a:gd name="connsiteX5" fmla="*/ 6390 w 12779"/>
                <a:gd name="connsiteY5" fmla="*/ 32558 h 32558"/>
                <a:gd name="connsiteX6" fmla="*/ 12780 w 12779"/>
                <a:gd name="connsiteY6" fmla="*/ 26174 h 3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32558">
                  <a:moveTo>
                    <a:pt x="12780" y="26174"/>
                  </a:moveTo>
                  <a:lnTo>
                    <a:pt x="12780" y="6384"/>
                  </a:lnTo>
                  <a:cubicBezTo>
                    <a:pt x="12780" y="2554"/>
                    <a:pt x="10224" y="0"/>
                    <a:pt x="6390" y="0"/>
                  </a:cubicBezTo>
                  <a:cubicBezTo>
                    <a:pt x="2556" y="0"/>
                    <a:pt x="0" y="2554"/>
                    <a:pt x="0" y="6384"/>
                  </a:cubicBezTo>
                  <a:lnTo>
                    <a:pt x="0" y="26174"/>
                  </a:lnTo>
                  <a:cubicBezTo>
                    <a:pt x="0" y="30005"/>
                    <a:pt x="2556" y="32558"/>
                    <a:pt x="6390" y="32558"/>
                  </a:cubicBezTo>
                  <a:cubicBezTo>
                    <a:pt x="10224" y="32558"/>
                    <a:pt x="12780" y="29366"/>
                    <a:pt x="12780" y="26174"/>
                  </a:cubicBezTo>
                  <a:close/>
                </a:path>
              </a:pathLst>
            </a:custGeom>
            <a:solidFill>
              <a:srgbClr val="26890D"/>
            </a:solidFill>
            <a:ln w="6390" cap="flat">
              <a:noFill/>
              <a:prstDash val="solid"/>
              <a:miter/>
            </a:ln>
          </p:spPr>
          <p:txBody>
            <a:bodyPr rtlCol="0" anchor="ctr"/>
            <a:lstStyle/>
            <a:p>
              <a:endParaRPr lang="en-US"/>
            </a:p>
          </p:txBody>
        </p:sp>
        <p:sp>
          <p:nvSpPr>
            <p:cNvPr id="433" name="Graphic 4">
              <a:extLst>
                <a:ext uri="{FF2B5EF4-FFF2-40B4-BE49-F238E27FC236}">
                  <a16:creationId xmlns:a16="http://schemas.microsoft.com/office/drawing/2014/main" id="{C58FBBBE-8EA4-1643-A8C0-234F2D978291}"/>
                </a:ext>
              </a:extLst>
            </p:cNvPr>
            <p:cNvSpPr/>
            <p:nvPr/>
          </p:nvSpPr>
          <p:spPr>
            <a:xfrm>
              <a:off x="4879995" y="2516090"/>
              <a:ext cx="12779" cy="32558"/>
            </a:xfrm>
            <a:custGeom>
              <a:avLst/>
              <a:gdLst>
                <a:gd name="connsiteX0" fmla="*/ 12780 w 12779"/>
                <a:gd name="connsiteY0" fmla="*/ 26174 h 32558"/>
                <a:gd name="connsiteX1" fmla="*/ 12780 w 12779"/>
                <a:gd name="connsiteY1" fmla="*/ 6384 h 32558"/>
                <a:gd name="connsiteX2" fmla="*/ 6390 w 12779"/>
                <a:gd name="connsiteY2" fmla="*/ 0 h 32558"/>
                <a:gd name="connsiteX3" fmla="*/ 0 w 12779"/>
                <a:gd name="connsiteY3" fmla="*/ 6384 h 32558"/>
                <a:gd name="connsiteX4" fmla="*/ 0 w 12779"/>
                <a:gd name="connsiteY4" fmla="*/ 26174 h 32558"/>
                <a:gd name="connsiteX5" fmla="*/ 6390 w 12779"/>
                <a:gd name="connsiteY5" fmla="*/ 32558 h 32558"/>
                <a:gd name="connsiteX6" fmla="*/ 12780 w 12779"/>
                <a:gd name="connsiteY6" fmla="*/ 26174 h 3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32558">
                  <a:moveTo>
                    <a:pt x="12780" y="26174"/>
                  </a:moveTo>
                  <a:lnTo>
                    <a:pt x="12780" y="6384"/>
                  </a:lnTo>
                  <a:cubicBezTo>
                    <a:pt x="12780" y="2554"/>
                    <a:pt x="10224" y="0"/>
                    <a:pt x="6390" y="0"/>
                  </a:cubicBezTo>
                  <a:cubicBezTo>
                    <a:pt x="2556" y="0"/>
                    <a:pt x="0" y="2554"/>
                    <a:pt x="0" y="6384"/>
                  </a:cubicBezTo>
                  <a:lnTo>
                    <a:pt x="0" y="26174"/>
                  </a:lnTo>
                  <a:cubicBezTo>
                    <a:pt x="0" y="30005"/>
                    <a:pt x="2556" y="32558"/>
                    <a:pt x="6390" y="32558"/>
                  </a:cubicBezTo>
                  <a:cubicBezTo>
                    <a:pt x="10224" y="32558"/>
                    <a:pt x="12780" y="29366"/>
                    <a:pt x="12780" y="26174"/>
                  </a:cubicBezTo>
                  <a:close/>
                </a:path>
              </a:pathLst>
            </a:custGeom>
            <a:solidFill>
              <a:srgbClr val="26890D"/>
            </a:solidFill>
            <a:ln w="6390" cap="flat">
              <a:noFill/>
              <a:prstDash val="solid"/>
              <a:miter/>
            </a:ln>
          </p:spPr>
          <p:txBody>
            <a:bodyPr rtlCol="0" anchor="ctr"/>
            <a:lstStyle/>
            <a:p>
              <a:endParaRPr lang="en-US"/>
            </a:p>
          </p:txBody>
        </p:sp>
        <p:sp>
          <p:nvSpPr>
            <p:cNvPr id="434" name="Graphic 4">
              <a:extLst>
                <a:ext uri="{FF2B5EF4-FFF2-40B4-BE49-F238E27FC236}">
                  <a16:creationId xmlns:a16="http://schemas.microsoft.com/office/drawing/2014/main" id="{5176A38E-2085-DF41-95BD-B1E9A4172B74}"/>
                </a:ext>
              </a:extLst>
            </p:cNvPr>
            <p:cNvSpPr/>
            <p:nvPr/>
          </p:nvSpPr>
          <p:spPr>
            <a:xfrm>
              <a:off x="4827597" y="2515451"/>
              <a:ext cx="24920" cy="60171"/>
            </a:xfrm>
            <a:custGeom>
              <a:avLst/>
              <a:gdLst>
                <a:gd name="connsiteX0" fmla="*/ 6390 w 24920"/>
                <a:gd name="connsiteY0" fmla="*/ 60009 h 60171"/>
                <a:gd name="connsiteX1" fmla="*/ 24921 w 24920"/>
                <a:gd name="connsiteY1" fmla="*/ 45326 h 60171"/>
                <a:gd name="connsiteX2" fmla="*/ 24921 w 24920"/>
                <a:gd name="connsiteY2" fmla="*/ 40857 h 60171"/>
                <a:gd name="connsiteX3" fmla="*/ 24921 w 24920"/>
                <a:gd name="connsiteY3" fmla="*/ 6384 h 60171"/>
                <a:gd name="connsiteX4" fmla="*/ 18531 w 24920"/>
                <a:gd name="connsiteY4" fmla="*/ 0 h 60171"/>
                <a:gd name="connsiteX5" fmla="*/ 12141 w 24920"/>
                <a:gd name="connsiteY5" fmla="*/ 6384 h 60171"/>
                <a:gd name="connsiteX6" fmla="*/ 12141 w 24920"/>
                <a:gd name="connsiteY6" fmla="*/ 40857 h 60171"/>
                <a:gd name="connsiteX7" fmla="*/ 6390 w 24920"/>
                <a:gd name="connsiteY7" fmla="*/ 46603 h 60171"/>
                <a:gd name="connsiteX8" fmla="*/ 0 w 24920"/>
                <a:gd name="connsiteY8" fmla="*/ 52987 h 60171"/>
                <a:gd name="connsiteX9" fmla="*/ 6390 w 24920"/>
                <a:gd name="connsiteY9" fmla="*/ 60009 h 60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920" h="60171">
                  <a:moveTo>
                    <a:pt x="6390" y="60009"/>
                  </a:moveTo>
                  <a:cubicBezTo>
                    <a:pt x="15336" y="61286"/>
                    <a:pt x="23643" y="54902"/>
                    <a:pt x="24921" y="45326"/>
                  </a:cubicBezTo>
                  <a:cubicBezTo>
                    <a:pt x="24921" y="44049"/>
                    <a:pt x="24921" y="42773"/>
                    <a:pt x="24921" y="40857"/>
                  </a:cubicBezTo>
                  <a:lnTo>
                    <a:pt x="24921" y="6384"/>
                  </a:lnTo>
                  <a:cubicBezTo>
                    <a:pt x="24921" y="2554"/>
                    <a:pt x="22365" y="0"/>
                    <a:pt x="18531" y="0"/>
                  </a:cubicBezTo>
                  <a:cubicBezTo>
                    <a:pt x="14697" y="0"/>
                    <a:pt x="12141" y="2554"/>
                    <a:pt x="12141" y="6384"/>
                  </a:cubicBezTo>
                  <a:lnTo>
                    <a:pt x="12141" y="40857"/>
                  </a:lnTo>
                  <a:cubicBezTo>
                    <a:pt x="12141" y="45965"/>
                    <a:pt x="11502" y="46603"/>
                    <a:pt x="6390" y="46603"/>
                  </a:cubicBezTo>
                  <a:cubicBezTo>
                    <a:pt x="2556" y="46603"/>
                    <a:pt x="0" y="49157"/>
                    <a:pt x="0" y="52987"/>
                  </a:cubicBezTo>
                  <a:cubicBezTo>
                    <a:pt x="0" y="56817"/>
                    <a:pt x="3195" y="60009"/>
                    <a:pt x="6390" y="60009"/>
                  </a:cubicBezTo>
                  <a:close/>
                </a:path>
              </a:pathLst>
            </a:custGeom>
            <a:solidFill>
              <a:srgbClr val="26890D"/>
            </a:solidFill>
            <a:ln w="6390" cap="flat">
              <a:noFill/>
              <a:prstDash val="solid"/>
              <a:miter/>
            </a:ln>
          </p:spPr>
          <p:txBody>
            <a:bodyPr rtlCol="0" anchor="ctr"/>
            <a:lstStyle/>
            <a:p>
              <a:endParaRPr lang="en-US"/>
            </a:p>
          </p:txBody>
        </p:sp>
        <p:sp>
          <p:nvSpPr>
            <p:cNvPr id="435" name="Graphic 4">
              <a:extLst>
                <a:ext uri="{FF2B5EF4-FFF2-40B4-BE49-F238E27FC236}">
                  <a16:creationId xmlns:a16="http://schemas.microsoft.com/office/drawing/2014/main" id="{CAE7258C-37C3-B448-88A8-FA84DA1A2A1E}"/>
                </a:ext>
              </a:extLst>
            </p:cNvPr>
            <p:cNvSpPr/>
            <p:nvPr/>
          </p:nvSpPr>
          <p:spPr>
            <a:xfrm>
              <a:off x="4806161" y="2589795"/>
              <a:ext cx="71626" cy="22214"/>
            </a:xfrm>
            <a:custGeom>
              <a:avLst/>
              <a:gdLst>
                <a:gd name="connsiteX0" fmla="*/ 61692 w 71626"/>
                <a:gd name="connsiteY0" fmla="*/ 1626 h 22214"/>
                <a:gd name="connsiteX1" fmla="*/ 10573 w 71626"/>
                <a:gd name="connsiteY1" fmla="*/ 1626 h 22214"/>
                <a:gd name="connsiteX2" fmla="*/ 1627 w 71626"/>
                <a:gd name="connsiteY2" fmla="*/ 2264 h 22214"/>
                <a:gd name="connsiteX3" fmla="*/ 2266 w 71626"/>
                <a:gd name="connsiteY3" fmla="*/ 11202 h 22214"/>
                <a:gd name="connsiteX4" fmla="*/ 2266 w 71626"/>
                <a:gd name="connsiteY4" fmla="*/ 11202 h 22214"/>
                <a:gd name="connsiteX5" fmla="*/ 69360 w 71626"/>
                <a:gd name="connsiteY5" fmla="*/ 11202 h 22214"/>
                <a:gd name="connsiteX6" fmla="*/ 69999 w 71626"/>
                <a:gd name="connsiteY6" fmla="*/ 2264 h 22214"/>
                <a:gd name="connsiteX7" fmla="*/ 61692 w 71626"/>
                <a:gd name="connsiteY7" fmla="*/ 1626 h 22214"/>
                <a:gd name="connsiteX8" fmla="*/ 61692 w 71626"/>
                <a:gd name="connsiteY8" fmla="*/ 1626 h 22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626" h="22214">
                  <a:moveTo>
                    <a:pt x="61692" y="1626"/>
                  </a:moveTo>
                  <a:cubicBezTo>
                    <a:pt x="46357" y="11840"/>
                    <a:pt x="26548" y="11840"/>
                    <a:pt x="10573" y="1626"/>
                  </a:cubicBezTo>
                  <a:cubicBezTo>
                    <a:pt x="8017" y="-928"/>
                    <a:pt x="3544" y="-290"/>
                    <a:pt x="1627" y="2264"/>
                  </a:cubicBezTo>
                  <a:cubicBezTo>
                    <a:pt x="-929" y="4818"/>
                    <a:pt x="-290" y="9286"/>
                    <a:pt x="2266" y="11202"/>
                  </a:cubicBezTo>
                  <a:lnTo>
                    <a:pt x="2266" y="11202"/>
                  </a:lnTo>
                  <a:cubicBezTo>
                    <a:pt x="22075" y="25885"/>
                    <a:pt x="49552" y="25885"/>
                    <a:pt x="69360" y="11202"/>
                  </a:cubicBezTo>
                  <a:cubicBezTo>
                    <a:pt x="71917" y="8648"/>
                    <a:pt x="72555" y="4818"/>
                    <a:pt x="69999" y="2264"/>
                  </a:cubicBezTo>
                  <a:cubicBezTo>
                    <a:pt x="68082" y="-290"/>
                    <a:pt x="64249" y="-928"/>
                    <a:pt x="61692" y="1626"/>
                  </a:cubicBezTo>
                  <a:lnTo>
                    <a:pt x="61692" y="1626"/>
                  </a:lnTo>
                  <a:close/>
                </a:path>
              </a:pathLst>
            </a:custGeom>
            <a:solidFill>
              <a:srgbClr val="26890D"/>
            </a:solidFill>
            <a:ln w="6390" cap="flat">
              <a:noFill/>
              <a:prstDash val="solid"/>
              <a:miter/>
            </a:ln>
          </p:spPr>
          <p:txBody>
            <a:bodyPr rtlCol="0" anchor="ctr"/>
            <a:lstStyle/>
            <a:p>
              <a:endParaRPr lang="en-US"/>
            </a:p>
          </p:txBody>
        </p:sp>
        <p:sp>
          <p:nvSpPr>
            <p:cNvPr id="436" name="Graphic 4">
              <a:extLst>
                <a:ext uri="{FF2B5EF4-FFF2-40B4-BE49-F238E27FC236}">
                  <a16:creationId xmlns:a16="http://schemas.microsoft.com/office/drawing/2014/main" id="{2406097C-2BF4-FE49-9AAA-0FB2BCD65D6B}"/>
                </a:ext>
              </a:extLst>
            </p:cNvPr>
            <p:cNvSpPr/>
            <p:nvPr/>
          </p:nvSpPr>
          <p:spPr>
            <a:xfrm>
              <a:off x="4747723" y="2457357"/>
              <a:ext cx="52397" cy="52348"/>
            </a:xfrm>
            <a:custGeom>
              <a:avLst/>
              <a:gdLst>
                <a:gd name="connsiteX0" fmla="*/ 6390 w 52397"/>
                <a:gd name="connsiteY0" fmla="*/ 52349 h 52348"/>
                <a:gd name="connsiteX1" fmla="*/ 12780 w 52397"/>
                <a:gd name="connsiteY1" fmla="*/ 45965 h 52348"/>
                <a:gd name="connsiteX2" fmla="*/ 12780 w 52397"/>
                <a:gd name="connsiteY2" fmla="*/ 35750 h 52348"/>
                <a:gd name="connsiteX3" fmla="*/ 35783 w 52397"/>
                <a:gd name="connsiteY3" fmla="*/ 12768 h 52348"/>
                <a:gd name="connsiteX4" fmla="*/ 46008 w 52397"/>
                <a:gd name="connsiteY4" fmla="*/ 12768 h 52348"/>
                <a:gd name="connsiteX5" fmla="*/ 52398 w 52397"/>
                <a:gd name="connsiteY5" fmla="*/ 6384 h 52348"/>
                <a:gd name="connsiteX6" fmla="*/ 46008 w 52397"/>
                <a:gd name="connsiteY6" fmla="*/ 0 h 52348"/>
                <a:gd name="connsiteX7" fmla="*/ 35783 w 52397"/>
                <a:gd name="connsiteY7" fmla="*/ 0 h 52348"/>
                <a:gd name="connsiteX8" fmla="*/ 0 w 52397"/>
                <a:gd name="connsiteY8" fmla="*/ 35750 h 52348"/>
                <a:gd name="connsiteX9" fmla="*/ 0 w 52397"/>
                <a:gd name="connsiteY9" fmla="*/ 45965 h 52348"/>
                <a:gd name="connsiteX10" fmla="*/ 6390 w 52397"/>
                <a:gd name="connsiteY10" fmla="*/ 52349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397" h="52348">
                  <a:moveTo>
                    <a:pt x="6390" y="52349"/>
                  </a:moveTo>
                  <a:cubicBezTo>
                    <a:pt x="10224" y="52349"/>
                    <a:pt x="12780" y="49795"/>
                    <a:pt x="12780" y="45965"/>
                  </a:cubicBezTo>
                  <a:lnTo>
                    <a:pt x="12780" y="35750"/>
                  </a:lnTo>
                  <a:cubicBezTo>
                    <a:pt x="12780" y="18514"/>
                    <a:pt x="18531" y="12768"/>
                    <a:pt x="35783" y="12768"/>
                  </a:cubicBezTo>
                  <a:lnTo>
                    <a:pt x="46008" y="12768"/>
                  </a:lnTo>
                  <a:cubicBezTo>
                    <a:pt x="49841" y="12768"/>
                    <a:pt x="52398" y="10214"/>
                    <a:pt x="52398" y="6384"/>
                  </a:cubicBezTo>
                  <a:cubicBezTo>
                    <a:pt x="52398" y="2554"/>
                    <a:pt x="49841" y="0"/>
                    <a:pt x="46008" y="0"/>
                  </a:cubicBezTo>
                  <a:lnTo>
                    <a:pt x="35783" y="0"/>
                  </a:lnTo>
                  <a:cubicBezTo>
                    <a:pt x="11502" y="0"/>
                    <a:pt x="0" y="11491"/>
                    <a:pt x="0" y="35750"/>
                  </a:cubicBezTo>
                  <a:lnTo>
                    <a:pt x="0" y="45965"/>
                  </a:lnTo>
                  <a:cubicBezTo>
                    <a:pt x="0" y="49795"/>
                    <a:pt x="2556" y="52349"/>
                    <a:pt x="6390" y="52349"/>
                  </a:cubicBezTo>
                  <a:close/>
                </a:path>
              </a:pathLst>
            </a:custGeom>
            <a:solidFill>
              <a:srgbClr val="26890D"/>
            </a:solidFill>
            <a:ln w="6390" cap="flat">
              <a:noFill/>
              <a:prstDash val="solid"/>
              <a:miter/>
            </a:ln>
          </p:spPr>
          <p:txBody>
            <a:bodyPr rtlCol="0" anchor="ctr"/>
            <a:lstStyle/>
            <a:p>
              <a:endParaRPr lang="en-US"/>
            </a:p>
          </p:txBody>
        </p:sp>
        <p:sp>
          <p:nvSpPr>
            <p:cNvPr id="437" name="Graphic 4">
              <a:extLst>
                <a:ext uri="{FF2B5EF4-FFF2-40B4-BE49-F238E27FC236}">
                  <a16:creationId xmlns:a16="http://schemas.microsoft.com/office/drawing/2014/main" id="{F241E076-27A0-AD4D-8B5B-0D246FD82112}"/>
                </a:ext>
              </a:extLst>
            </p:cNvPr>
            <p:cNvSpPr/>
            <p:nvPr/>
          </p:nvSpPr>
          <p:spPr>
            <a:xfrm>
              <a:off x="4747723" y="2594612"/>
              <a:ext cx="52397" cy="52348"/>
            </a:xfrm>
            <a:custGeom>
              <a:avLst/>
              <a:gdLst>
                <a:gd name="connsiteX0" fmla="*/ 46008 w 52397"/>
                <a:gd name="connsiteY0" fmla="*/ 39581 h 52348"/>
                <a:gd name="connsiteX1" fmla="*/ 35783 w 52397"/>
                <a:gd name="connsiteY1" fmla="*/ 39581 h 52348"/>
                <a:gd name="connsiteX2" fmla="*/ 12780 w 52397"/>
                <a:gd name="connsiteY2" fmla="*/ 16598 h 52348"/>
                <a:gd name="connsiteX3" fmla="*/ 12780 w 52397"/>
                <a:gd name="connsiteY3" fmla="*/ 6384 h 52348"/>
                <a:gd name="connsiteX4" fmla="*/ 6390 w 52397"/>
                <a:gd name="connsiteY4" fmla="*/ 0 h 52348"/>
                <a:gd name="connsiteX5" fmla="*/ 0 w 52397"/>
                <a:gd name="connsiteY5" fmla="*/ 6384 h 52348"/>
                <a:gd name="connsiteX6" fmla="*/ 0 w 52397"/>
                <a:gd name="connsiteY6" fmla="*/ 16598 h 52348"/>
                <a:gd name="connsiteX7" fmla="*/ 35783 w 52397"/>
                <a:gd name="connsiteY7" fmla="*/ 52349 h 52348"/>
                <a:gd name="connsiteX8" fmla="*/ 46008 w 52397"/>
                <a:gd name="connsiteY8" fmla="*/ 52349 h 52348"/>
                <a:gd name="connsiteX9" fmla="*/ 52398 w 52397"/>
                <a:gd name="connsiteY9" fmla="*/ 45965 h 52348"/>
                <a:gd name="connsiteX10" fmla="*/ 46008 w 52397"/>
                <a:gd name="connsiteY10" fmla="*/ 39581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397" h="52348">
                  <a:moveTo>
                    <a:pt x="46008" y="39581"/>
                  </a:moveTo>
                  <a:lnTo>
                    <a:pt x="35783" y="39581"/>
                  </a:lnTo>
                  <a:cubicBezTo>
                    <a:pt x="18531" y="39581"/>
                    <a:pt x="12780" y="33835"/>
                    <a:pt x="12780" y="16598"/>
                  </a:cubicBezTo>
                  <a:lnTo>
                    <a:pt x="12780" y="6384"/>
                  </a:lnTo>
                  <a:cubicBezTo>
                    <a:pt x="12780" y="2554"/>
                    <a:pt x="10224" y="0"/>
                    <a:pt x="6390" y="0"/>
                  </a:cubicBezTo>
                  <a:cubicBezTo>
                    <a:pt x="2556" y="0"/>
                    <a:pt x="0" y="2554"/>
                    <a:pt x="0" y="6384"/>
                  </a:cubicBezTo>
                  <a:lnTo>
                    <a:pt x="0" y="16598"/>
                  </a:lnTo>
                  <a:cubicBezTo>
                    <a:pt x="0" y="40858"/>
                    <a:pt x="11502" y="52349"/>
                    <a:pt x="35783" y="52349"/>
                  </a:cubicBezTo>
                  <a:lnTo>
                    <a:pt x="46008" y="52349"/>
                  </a:lnTo>
                  <a:cubicBezTo>
                    <a:pt x="49841" y="52349"/>
                    <a:pt x="52398" y="49795"/>
                    <a:pt x="52398" y="45965"/>
                  </a:cubicBezTo>
                  <a:cubicBezTo>
                    <a:pt x="52398" y="42134"/>
                    <a:pt x="49841" y="39581"/>
                    <a:pt x="46008" y="39581"/>
                  </a:cubicBezTo>
                  <a:close/>
                </a:path>
              </a:pathLst>
            </a:custGeom>
            <a:solidFill>
              <a:srgbClr val="26890D"/>
            </a:solidFill>
            <a:ln w="6390" cap="flat">
              <a:noFill/>
              <a:prstDash val="solid"/>
              <a:miter/>
            </a:ln>
          </p:spPr>
          <p:txBody>
            <a:bodyPr rtlCol="0" anchor="ctr"/>
            <a:lstStyle/>
            <a:p>
              <a:endParaRPr lang="en-US"/>
            </a:p>
          </p:txBody>
        </p:sp>
        <p:sp>
          <p:nvSpPr>
            <p:cNvPr id="438" name="Graphic 4">
              <a:extLst>
                <a:ext uri="{FF2B5EF4-FFF2-40B4-BE49-F238E27FC236}">
                  <a16:creationId xmlns:a16="http://schemas.microsoft.com/office/drawing/2014/main" id="{22B05814-EAC9-5847-A9FD-1572F1B4A4BE}"/>
                </a:ext>
              </a:extLst>
            </p:cNvPr>
            <p:cNvSpPr/>
            <p:nvPr/>
          </p:nvSpPr>
          <p:spPr>
            <a:xfrm>
              <a:off x="4885106" y="2594612"/>
              <a:ext cx="52397" cy="52348"/>
            </a:xfrm>
            <a:custGeom>
              <a:avLst/>
              <a:gdLst>
                <a:gd name="connsiteX0" fmla="*/ 46008 w 52397"/>
                <a:gd name="connsiteY0" fmla="*/ 0 h 52348"/>
                <a:gd name="connsiteX1" fmla="*/ 39618 w 52397"/>
                <a:gd name="connsiteY1" fmla="*/ 6384 h 52348"/>
                <a:gd name="connsiteX2" fmla="*/ 39618 w 52397"/>
                <a:gd name="connsiteY2" fmla="*/ 16598 h 52348"/>
                <a:gd name="connsiteX3" fmla="*/ 16614 w 52397"/>
                <a:gd name="connsiteY3" fmla="*/ 39581 h 52348"/>
                <a:gd name="connsiteX4" fmla="*/ 6390 w 52397"/>
                <a:gd name="connsiteY4" fmla="*/ 39581 h 52348"/>
                <a:gd name="connsiteX5" fmla="*/ 0 w 52397"/>
                <a:gd name="connsiteY5" fmla="*/ 45965 h 52348"/>
                <a:gd name="connsiteX6" fmla="*/ 6390 w 52397"/>
                <a:gd name="connsiteY6" fmla="*/ 52349 h 52348"/>
                <a:gd name="connsiteX7" fmla="*/ 16614 w 52397"/>
                <a:gd name="connsiteY7" fmla="*/ 52349 h 52348"/>
                <a:gd name="connsiteX8" fmla="*/ 52398 w 52397"/>
                <a:gd name="connsiteY8" fmla="*/ 16598 h 52348"/>
                <a:gd name="connsiteX9" fmla="*/ 52398 w 52397"/>
                <a:gd name="connsiteY9" fmla="*/ 6384 h 52348"/>
                <a:gd name="connsiteX10" fmla="*/ 46008 w 52397"/>
                <a:gd name="connsiteY10" fmla="*/ 0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397" h="52348">
                  <a:moveTo>
                    <a:pt x="46008" y="0"/>
                  </a:moveTo>
                  <a:cubicBezTo>
                    <a:pt x="42173" y="0"/>
                    <a:pt x="39618" y="2554"/>
                    <a:pt x="39618" y="6384"/>
                  </a:cubicBezTo>
                  <a:lnTo>
                    <a:pt x="39618" y="16598"/>
                  </a:lnTo>
                  <a:cubicBezTo>
                    <a:pt x="39618" y="33835"/>
                    <a:pt x="33867" y="39581"/>
                    <a:pt x="16614" y="39581"/>
                  </a:cubicBezTo>
                  <a:lnTo>
                    <a:pt x="6390" y="39581"/>
                  </a:lnTo>
                  <a:cubicBezTo>
                    <a:pt x="2556" y="39581"/>
                    <a:pt x="0" y="42134"/>
                    <a:pt x="0" y="45965"/>
                  </a:cubicBezTo>
                  <a:cubicBezTo>
                    <a:pt x="0" y="49795"/>
                    <a:pt x="2556" y="52349"/>
                    <a:pt x="6390" y="52349"/>
                  </a:cubicBezTo>
                  <a:lnTo>
                    <a:pt x="16614" y="52349"/>
                  </a:lnTo>
                  <a:cubicBezTo>
                    <a:pt x="40896" y="52349"/>
                    <a:pt x="52398" y="40858"/>
                    <a:pt x="52398" y="16598"/>
                  </a:cubicBezTo>
                  <a:lnTo>
                    <a:pt x="52398" y="6384"/>
                  </a:lnTo>
                  <a:cubicBezTo>
                    <a:pt x="52398" y="2554"/>
                    <a:pt x="49203" y="0"/>
                    <a:pt x="46008" y="0"/>
                  </a:cubicBezTo>
                  <a:close/>
                </a:path>
              </a:pathLst>
            </a:custGeom>
            <a:solidFill>
              <a:srgbClr val="26890D"/>
            </a:solidFill>
            <a:ln w="6390" cap="flat">
              <a:noFill/>
              <a:prstDash val="solid"/>
              <a:miter/>
            </a:ln>
          </p:spPr>
          <p:txBody>
            <a:bodyPr rtlCol="0" anchor="ctr"/>
            <a:lstStyle/>
            <a:p>
              <a:endParaRPr lang="en-US"/>
            </a:p>
          </p:txBody>
        </p:sp>
        <p:sp>
          <p:nvSpPr>
            <p:cNvPr id="439" name="Graphic 4">
              <a:extLst>
                <a:ext uri="{FF2B5EF4-FFF2-40B4-BE49-F238E27FC236}">
                  <a16:creationId xmlns:a16="http://schemas.microsoft.com/office/drawing/2014/main" id="{2F1FE047-0E57-AD47-9608-132BA5325A1F}"/>
                </a:ext>
              </a:extLst>
            </p:cNvPr>
            <p:cNvSpPr/>
            <p:nvPr/>
          </p:nvSpPr>
          <p:spPr>
            <a:xfrm>
              <a:off x="4884468" y="2457357"/>
              <a:ext cx="52422" cy="52348"/>
            </a:xfrm>
            <a:custGeom>
              <a:avLst/>
              <a:gdLst>
                <a:gd name="connsiteX0" fmla="*/ 16614 w 52422"/>
                <a:gd name="connsiteY0" fmla="*/ 0 h 52348"/>
                <a:gd name="connsiteX1" fmla="*/ 6390 w 52422"/>
                <a:gd name="connsiteY1" fmla="*/ 0 h 52348"/>
                <a:gd name="connsiteX2" fmla="*/ 0 w 52422"/>
                <a:gd name="connsiteY2" fmla="*/ 6384 h 52348"/>
                <a:gd name="connsiteX3" fmla="*/ 6390 w 52422"/>
                <a:gd name="connsiteY3" fmla="*/ 12768 h 52348"/>
                <a:gd name="connsiteX4" fmla="*/ 16614 w 52422"/>
                <a:gd name="connsiteY4" fmla="*/ 12768 h 52348"/>
                <a:gd name="connsiteX5" fmla="*/ 39617 w 52422"/>
                <a:gd name="connsiteY5" fmla="*/ 35750 h 52348"/>
                <a:gd name="connsiteX6" fmla="*/ 39617 w 52422"/>
                <a:gd name="connsiteY6" fmla="*/ 45965 h 52348"/>
                <a:gd name="connsiteX7" fmla="*/ 46007 w 52422"/>
                <a:gd name="connsiteY7" fmla="*/ 52349 h 52348"/>
                <a:gd name="connsiteX8" fmla="*/ 52397 w 52422"/>
                <a:gd name="connsiteY8" fmla="*/ 45965 h 52348"/>
                <a:gd name="connsiteX9" fmla="*/ 52397 w 52422"/>
                <a:gd name="connsiteY9" fmla="*/ 35750 h 52348"/>
                <a:gd name="connsiteX10" fmla="*/ 16614 w 52422"/>
                <a:gd name="connsiteY10" fmla="*/ 0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22" h="52348">
                  <a:moveTo>
                    <a:pt x="16614" y="0"/>
                  </a:moveTo>
                  <a:lnTo>
                    <a:pt x="6390" y="0"/>
                  </a:lnTo>
                  <a:cubicBezTo>
                    <a:pt x="2556" y="0"/>
                    <a:pt x="0" y="2554"/>
                    <a:pt x="0" y="6384"/>
                  </a:cubicBezTo>
                  <a:cubicBezTo>
                    <a:pt x="0" y="10214"/>
                    <a:pt x="2556" y="12768"/>
                    <a:pt x="6390" y="12768"/>
                  </a:cubicBezTo>
                  <a:lnTo>
                    <a:pt x="16614" y="12768"/>
                  </a:lnTo>
                  <a:cubicBezTo>
                    <a:pt x="33867" y="12768"/>
                    <a:pt x="39617" y="18514"/>
                    <a:pt x="39617" y="35750"/>
                  </a:cubicBezTo>
                  <a:lnTo>
                    <a:pt x="39617" y="45965"/>
                  </a:lnTo>
                  <a:cubicBezTo>
                    <a:pt x="39617" y="49795"/>
                    <a:pt x="42173" y="52349"/>
                    <a:pt x="46007" y="52349"/>
                  </a:cubicBezTo>
                  <a:cubicBezTo>
                    <a:pt x="49841" y="52349"/>
                    <a:pt x="52397" y="49795"/>
                    <a:pt x="52397" y="45965"/>
                  </a:cubicBezTo>
                  <a:lnTo>
                    <a:pt x="52397" y="35750"/>
                  </a:lnTo>
                  <a:cubicBezTo>
                    <a:pt x="53036" y="11491"/>
                    <a:pt x="41535" y="0"/>
                    <a:pt x="16614" y="0"/>
                  </a:cubicBezTo>
                  <a:close/>
                </a:path>
              </a:pathLst>
            </a:custGeom>
            <a:solidFill>
              <a:srgbClr val="26890D"/>
            </a:solidFill>
            <a:ln w="6390" cap="flat">
              <a:noFill/>
              <a:prstDash val="solid"/>
              <a:miter/>
            </a:ln>
          </p:spPr>
          <p:txBody>
            <a:bodyPr rtlCol="0" anchor="ctr"/>
            <a:lstStyle/>
            <a:p>
              <a:endParaRPr lang="en-US"/>
            </a:p>
          </p:txBody>
        </p:sp>
      </p:grpSp>
      <p:grpSp>
        <p:nvGrpSpPr>
          <p:cNvPr id="441" name="Graphic 4">
            <a:extLst>
              <a:ext uri="{FF2B5EF4-FFF2-40B4-BE49-F238E27FC236}">
                <a16:creationId xmlns:a16="http://schemas.microsoft.com/office/drawing/2014/main" id="{DFF2F532-0D3C-7147-A5EC-16F27B39B3B6}"/>
              </a:ext>
            </a:extLst>
          </p:cNvPr>
          <p:cNvGrpSpPr/>
          <p:nvPr/>
        </p:nvGrpSpPr>
        <p:grpSpPr>
          <a:xfrm>
            <a:off x="4660820" y="2855717"/>
            <a:ext cx="362312" cy="361971"/>
            <a:chOff x="4660820" y="2855717"/>
            <a:chExt cx="362312" cy="361971"/>
          </a:xfrm>
          <a:solidFill>
            <a:srgbClr val="26890D"/>
          </a:solidFill>
        </p:grpSpPr>
        <p:sp>
          <p:nvSpPr>
            <p:cNvPr id="442" name="Graphic 4">
              <a:extLst>
                <a:ext uri="{FF2B5EF4-FFF2-40B4-BE49-F238E27FC236}">
                  <a16:creationId xmlns:a16="http://schemas.microsoft.com/office/drawing/2014/main" id="{F6EC76DD-F7E2-5247-8894-A830DD10DD26}"/>
                </a:ext>
              </a:extLst>
            </p:cNvPr>
            <p:cNvSpPr/>
            <p:nvPr/>
          </p:nvSpPr>
          <p:spPr>
            <a:xfrm>
              <a:off x="4660820" y="2855717"/>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6"/>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1076"/>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234"/>
                    <a:pt x="274767" y="348565"/>
                    <a:pt x="181474" y="349204"/>
                  </a:cubicBezTo>
                  <a:close/>
                </a:path>
              </a:pathLst>
            </a:custGeom>
            <a:solidFill>
              <a:srgbClr val="26890D"/>
            </a:solidFill>
            <a:ln w="6390" cap="flat">
              <a:noFill/>
              <a:prstDash val="solid"/>
              <a:miter/>
            </a:ln>
          </p:spPr>
          <p:txBody>
            <a:bodyPr rtlCol="0" anchor="ctr"/>
            <a:lstStyle/>
            <a:p>
              <a:endParaRPr lang="en-US"/>
            </a:p>
          </p:txBody>
        </p:sp>
        <p:sp>
          <p:nvSpPr>
            <p:cNvPr id="443" name="Graphic 4">
              <a:extLst>
                <a:ext uri="{FF2B5EF4-FFF2-40B4-BE49-F238E27FC236}">
                  <a16:creationId xmlns:a16="http://schemas.microsoft.com/office/drawing/2014/main" id="{F3C734F6-4BBE-874A-A5FA-C5397EEFFA1E}"/>
                </a:ext>
              </a:extLst>
            </p:cNvPr>
            <p:cNvSpPr/>
            <p:nvPr/>
          </p:nvSpPr>
          <p:spPr>
            <a:xfrm>
              <a:off x="4726636" y="2942507"/>
              <a:ext cx="233232" cy="189026"/>
            </a:xfrm>
            <a:custGeom>
              <a:avLst/>
              <a:gdLst>
                <a:gd name="connsiteX0" fmla="*/ 210868 w 233232"/>
                <a:gd name="connsiteY0" fmla="*/ 32 h 189026"/>
                <a:gd name="connsiteX1" fmla="*/ 139301 w 233232"/>
                <a:gd name="connsiteY1" fmla="*/ 32 h 189026"/>
                <a:gd name="connsiteX2" fmla="*/ 117575 w 233232"/>
                <a:gd name="connsiteY2" fmla="*/ 19823 h 189026"/>
                <a:gd name="connsiteX3" fmla="*/ 117575 w 233232"/>
                <a:gd name="connsiteY3" fmla="*/ 22376 h 189026"/>
                <a:gd name="connsiteX4" fmla="*/ 34505 w 233232"/>
                <a:gd name="connsiteY4" fmla="*/ 22376 h 189026"/>
                <a:gd name="connsiteX5" fmla="*/ 15975 w 233232"/>
                <a:gd name="connsiteY5" fmla="*/ 39613 h 189026"/>
                <a:gd name="connsiteX6" fmla="*/ 15975 w 233232"/>
                <a:gd name="connsiteY6" fmla="*/ 143034 h 189026"/>
                <a:gd name="connsiteX7" fmla="*/ 11502 w 233232"/>
                <a:gd name="connsiteY7" fmla="*/ 143034 h 189026"/>
                <a:gd name="connsiteX8" fmla="*/ 0 w 233232"/>
                <a:gd name="connsiteY8" fmla="*/ 154525 h 189026"/>
                <a:gd name="connsiteX9" fmla="*/ 0 w 233232"/>
                <a:gd name="connsiteY9" fmla="*/ 166654 h 189026"/>
                <a:gd name="connsiteX10" fmla="*/ 24921 w 233232"/>
                <a:gd name="connsiteY10" fmla="*/ 188998 h 189026"/>
                <a:gd name="connsiteX11" fmla="*/ 205756 w 233232"/>
                <a:gd name="connsiteY11" fmla="*/ 188998 h 189026"/>
                <a:gd name="connsiteX12" fmla="*/ 230677 w 233232"/>
                <a:gd name="connsiteY12" fmla="*/ 166654 h 189026"/>
                <a:gd name="connsiteX13" fmla="*/ 230677 w 233232"/>
                <a:gd name="connsiteY13" fmla="*/ 154525 h 189026"/>
                <a:gd name="connsiteX14" fmla="*/ 219175 w 233232"/>
                <a:gd name="connsiteY14" fmla="*/ 143034 h 189026"/>
                <a:gd name="connsiteX15" fmla="*/ 214702 w 233232"/>
                <a:gd name="connsiteY15" fmla="*/ 143034 h 189026"/>
                <a:gd name="connsiteX16" fmla="*/ 214702 w 233232"/>
                <a:gd name="connsiteY16" fmla="*/ 87493 h 189026"/>
                <a:gd name="connsiteX17" fmla="*/ 233233 w 233232"/>
                <a:gd name="connsiteY17" fmla="*/ 67702 h 189026"/>
                <a:gd name="connsiteX18" fmla="*/ 233233 w 233232"/>
                <a:gd name="connsiteY18" fmla="*/ 20461 h 189026"/>
                <a:gd name="connsiteX19" fmla="*/ 210868 w 233232"/>
                <a:gd name="connsiteY19" fmla="*/ 32 h 189026"/>
                <a:gd name="connsiteX20" fmla="*/ 217258 w 233232"/>
                <a:gd name="connsiteY20" fmla="*/ 165377 h 189026"/>
                <a:gd name="connsiteX21" fmla="*/ 205117 w 233232"/>
                <a:gd name="connsiteY21" fmla="*/ 174953 h 189026"/>
                <a:gd name="connsiteX22" fmla="*/ 24282 w 233232"/>
                <a:gd name="connsiteY22" fmla="*/ 174953 h 189026"/>
                <a:gd name="connsiteX23" fmla="*/ 12141 w 233232"/>
                <a:gd name="connsiteY23" fmla="*/ 165377 h 189026"/>
                <a:gd name="connsiteX24" fmla="*/ 12141 w 233232"/>
                <a:gd name="connsiteY24" fmla="*/ 154525 h 189026"/>
                <a:gd name="connsiteX25" fmla="*/ 83069 w 233232"/>
                <a:gd name="connsiteY25" fmla="*/ 154525 h 189026"/>
                <a:gd name="connsiteX26" fmla="*/ 97127 w 233232"/>
                <a:gd name="connsiteY26" fmla="*/ 166016 h 189026"/>
                <a:gd name="connsiteX27" fmla="*/ 132272 w 233232"/>
                <a:gd name="connsiteY27" fmla="*/ 166016 h 189026"/>
                <a:gd name="connsiteX28" fmla="*/ 146329 w 233232"/>
                <a:gd name="connsiteY28" fmla="*/ 154525 h 189026"/>
                <a:gd name="connsiteX29" fmla="*/ 217258 w 233232"/>
                <a:gd name="connsiteY29" fmla="*/ 154525 h 189026"/>
                <a:gd name="connsiteX30" fmla="*/ 217258 w 233232"/>
                <a:gd name="connsiteY30" fmla="*/ 165377 h 189026"/>
                <a:gd name="connsiteX31" fmla="*/ 133549 w 233232"/>
                <a:gd name="connsiteY31" fmla="*/ 142395 h 189026"/>
                <a:gd name="connsiteX32" fmla="*/ 133549 w 233232"/>
                <a:gd name="connsiteY32" fmla="*/ 153248 h 189026"/>
                <a:gd name="connsiteX33" fmla="*/ 132272 w 233232"/>
                <a:gd name="connsiteY33" fmla="*/ 153886 h 189026"/>
                <a:gd name="connsiteX34" fmla="*/ 97127 w 233232"/>
                <a:gd name="connsiteY34" fmla="*/ 153886 h 189026"/>
                <a:gd name="connsiteX35" fmla="*/ 95849 w 233232"/>
                <a:gd name="connsiteY35" fmla="*/ 153886 h 189026"/>
                <a:gd name="connsiteX36" fmla="*/ 95849 w 233232"/>
                <a:gd name="connsiteY36" fmla="*/ 142395 h 189026"/>
                <a:gd name="connsiteX37" fmla="*/ 28755 w 233232"/>
                <a:gd name="connsiteY37" fmla="*/ 142395 h 189026"/>
                <a:gd name="connsiteX38" fmla="*/ 28755 w 233232"/>
                <a:gd name="connsiteY38" fmla="*/ 38975 h 189026"/>
                <a:gd name="connsiteX39" fmla="*/ 34505 w 233232"/>
                <a:gd name="connsiteY39" fmla="*/ 34506 h 189026"/>
                <a:gd name="connsiteX40" fmla="*/ 117575 w 233232"/>
                <a:gd name="connsiteY40" fmla="*/ 34506 h 189026"/>
                <a:gd name="connsiteX41" fmla="*/ 117575 w 233232"/>
                <a:gd name="connsiteY41" fmla="*/ 67064 h 189026"/>
                <a:gd name="connsiteX42" fmla="*/ 139301 w 233232"/>
                <a:gd name="connsiteY42" fmla="*/ 86854 h 189026"/>
                <a:gd name="connsiteX43" fmla="*/ 141217 w 233232"/>
                <a:gd name="connsiteY43" fmla="*/ 86854 h 189026"/>
                <a:gd name="connsiteX44" fmla="*/ 141217 w 233232"/>
                <a:gd name="connsiteY44" fmla="*/ 106006 h 189026"/>
                <a:gd name="connsiteX45" fmla="*/ 145052 w 233232"/>
                <a:gd name="connsiteY45" fmla="*/ 111752 h 189026"/>
                <a:gd name="connsiteX46" fmla="*/ 147607 w 233232"/>
                <a:gd name="connsiteY46" fmla="*/ 112390 h 189026"/>
                <a:gd name="connsiteX47" fmla="*/ 152080 w 233232"/>
                <a:gd name="connsiteY47" fmla="*/ 111114 h 189026"/>
                <a:gd name="connsiteX48" fmla="*/ 178918 w 233232"/>
                <a:gd name="connsiteY48" fmla="*/ 87493 h 189026"/>
                <a:gd name="connsiteX49" fmla="*/ 201283 w 233232"/>
                <a:gd name="connsiteY49" fmla="*/ 87493 h 189026"/>
                <a:gd name="connsiteX50" fmla="*/ 201283 w 233232"/>
                <a:gd name="connsiteY50" fmla="*/ 143034 h 189026"/>
                <a:gd name="connsiteX51" fmla="*/ 133549 w 233232"/>
                <a:gd name="connsiteY51" fmla="*/ 142395 h 189026"/>
                <a:gd name="connsiteX52" fmla="*/ 219175 w 233232"/>
                <a:gd name="connsiteY52" fmla="*/ 67064 h 189026"/>
                <a:gd name="connsiteX53" fmla="*/ 210229 w 233232"/>
                <a:gd name="connsiteY53" fmla="*/ 74086 h 189026"/>
                <a:gd name="connsiteX54" fmla="*/ 175723 w 233232"/>
                <a:gd name="connsiteY54" fmla="*/ 74086 h 189026"/>
                <a:gd name="connsiteX55" fmla="*/ 171250 w 233232"/>
                <a:gd name="connsiteY55" fmla="*/ 75363 h 189026"/>
                <a:gd name="connsiteX56" fmla="*/ 153358 w 233232"/>
                <a:gd name="connsiteY56" fmla="*/ 91323 h 189026"/>
                <a:gd name="connsiteX57" fmla="*/ 153358 w 233232"/>
                <a:gd name="connsiteY57" fmla="*/ 79832 h 189026"/>
                <a:gd name="connsiteX58" fmla="*/ 146969 w 233232"/>
                <a:gd name="connsiteY58" fmla="*/ 73448 h 189026"/>
                <a:gd name="connsiteX59" fmla="*/ 138662 w 233232"/>
                <a:gd name="connsiteY59" fmla="*/ 73448 h 189026"/>
                <a:gd name="connsiteX60" fmla="*/ 129716 w 233232"/>
                <a:gd name="connsiteY60" fmla="*/ 66426 h 189026"/>
                <a:gd name="connsiteX61" fmla="*/ 129716 w 233232"/>
                <a:gd name="connsiteY61" fmla="*/ 19184 h 189026"/>
                <a:gd name="connsiteX62" fmla="*/ 138662 w 233232"/>
                <a:gd name="connsiteY62" fmla="*/ 12162 h 189026"/>
                <a:gd name="connsiteX63" fmla="*/ 210229 w 233232"/>
                <a:gd name="connsiteY63" fmla="*/ 12162 h 189026"/>
                <a:gd name="connsiteX64" fmla="*/ 219175 w 233232"/>
                <a:gd name="connsiteY64" fmla="*/ 19184 h 189026"/>
                <a:gd name="connsiteX65" fmla="*/ 219175 w 233232"/>
                <a:gd name="connsiteY65" fmla="*/ 67064 h 189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33232" h="189026">
                  <a:moveTo>
                    <a:pt x="210868" y="32"/>
                  </a:moveTo>
                  <a:lnTo>
                    <a:pt x="139301" y="32"/>
                  </a:lnTo>
                  <a:cubicBezTo>
                    <a:pt x="127799" y="-606"/>
                    <a:pt x="118214" y="8331"/>
                    <a:pt x="117575" y="19823"/>
                  </a:cubicBezTo>
                  <a:lnTo>
                    <a:pt x="117575" y="22376"/>
                  </a:lnTo>
                  <a:lnTo>
                    <a:pt x="34505" y="22376"/>
                  </a:lnTo>
                  <a:cubicBezTo>
                    <a:pt x="24921" y="21738"/>
                    <a:pt x="16614" y="29399"/>
                    <a:pt x="15975" y="39613"/>
                  </a:cubicBezTo>
                  <a:lnTo>
                    <a:pt x="15975" y="143034"/>
                  </a:lnTo>
                  <a:lnTo>
                    <a:pt x="11502" y="143034"/>
                  </a:lnTo>
                  <a:cubicBezTo>
                    <a:pt x="5112" y="143034"/>
                    <a:pt x="0" y="148141"/>
                    <a:pt x="0" y="154525"/>
                  </a:cubicBezTo>
                  <a:lnTo>
                    <a:pt x="0" y="166654"/>
                  </a:lnTo>
                  <a:cubicBezTo>
                    <a:pt x="639" y="179422"/>
                    <a:pt x="11502" y="189637"/>
                    <a:pt x="24921" y="188998"/>
                  </a:cubicBezTo>
                  <a:lnTo>
                    <a:pt x="205756" y="188998"/>
                  </a:lnTo>
                  <a:cubicBezTo>
                    <a:pt x="218536" y="189637"/>
                    <a:pt x="230038" y="179422"/>
                    <a:pt x="230677" y="166654"/>
                  </a:cubicBezTo>
                  <a:lnTo>
                    <a:pt x="230677" y="154525"/>
                  </a:lnTo>
                  <a:cubicBezTo>
                    <a:pt x="230677" y="148141"/>
                    <a:pt x="224926" y="143034"/>
                    <a:pt x="219175" y="143034"/>
                  </a:cubicBezTo>
                  <a:lnTo>
                    <a:pt x="214702" y="143034"/>
                  </a:lnTo>
                  <a:lnTo>
                    <a:pt x="214702" y="87493"/>
                  </a:lnTo>
                  <a:cubicBezTo>
                    <a:pt x="224926" y="86854"/>
                    <a:pt x="233233" y="78555"/>
                    <a:pt x="233233" y="67702"/>
                  </a:cubicBezTo>
                  <a:lnTo>
                    <a:pt x="233233" y="20461"/>
                  </a:lnTo>
                  <a:cubicBezTo>
                    <a:pt x="231316" y="8331"/>
                    <a:pt x="221731" y="-606"/>
                    <a:pt x="210868" y="32"/>
                  </a:cubicBezTo>
                  <a:close/>
                  <a:moveTo>
                    <a:pt x="217258" y="165377"/>
                  </a:moveTo>
                  <a:cubicBezTo>
                    <a:pt x="216619" y="171123"/>
                    <a:pt x="210868" y="175592"/>
                    <a:pt x="205117" y="174953"/>
                  </a:cubicBezTo>
                  <a:lnTo>
                    <a:pt x="24282" y="174953"/>
                  </a:lnTo>
                  <a:cubicBezTo>
                    <a:pt x="18531" y="175592"/>
                    <a:pt x="12780" y="171123"/>
                    <a:pt x="12141" y="165377"/>
                  </a:cubicBezTo>
                  <a:lnTo>
                    <a:pt x="12141" y="154525"/>
                  </a:lnTo>
                  <a:lnTo>
                    <a:pt x="83069" y="154525"/>
                  </a:lnTo>
                  <a:cubicBezTo>
                    <a:pt x="84347" y="161547"/>
                    <a:pt x="90098" y="166016"/>
                    <a:pt x="97127" y="166016"/>
                  </a:cubicBezTo>
                  <a:lnTo>
                    <a:pt x="132272" y="166016"/>
                  </a:lnTo>
                  <a:cubicBezTo>
                    <a:pt x="139301" y="166016"/>
                    <a:pt x="145052" y="161547"/>
                    <a:pt x="146329" y="154525"/>
                  </a:cubicBezTo>
                  <a:lnTo>
                    <a:pt x="217258" y="154525"/>
                  </a:lnTo>
                  <a:lnTo>
                    <a:pt x="217258" y="165377"/>
                  </a:lnTo>
                  <a:close/>
                  <a:moveTo>
                    <a:pt x="133549" y="142395"/>
                  </a:moveTo>
                  <a:lnTo>
                    <a:pt x="133549" y="153248"/>
                  </a:lnTo>
                  <a:cubicBezTo>
                    <a:pt x="132911" y="153886"/>
                    <a:pt x="132911" y="153886"/>
                    <a:pt x="132272" y="153886"/>
                  </a:cubicBezTo>
                  <a:lnTo>
                    <a:pt x="97127" y="153886"/>
                  </a:lnTo>
                  <a:cubicBezTo>
                    <a:pt x="96488" y="153886"/>
                    <a:pt x="95849" y="153248"/>
                    <a:pt x="95849" y="153886"/>
                  </a:cubicBezTo>
                  <a:lnTo>
                    <a:pt x="95849" y="142395"/>
                  </a:lnTo>
                  <a:lnTo>
                    <a:pt x="28755" y="142395"/>
                  </a:lnTo>
                  <a:lnTo>
                    <a:pt x="28755" y="38975"/>
                  </a:lnTo>
                  <a:cubicBezTo>
                    <a:pt x="28755" y="36421"/>
                    <a:pt x="31310" y="34506"/>
                    <a:pt x="34505" y="34506"/>
                  </a:cubicBezTo>
                  <a:lnTo>
                    <a:pt x="117575" y="34506"/>
                  </a:lnTo>
                  <a:lnTo>
                    <a:pt x="117575" y="67064"/>
                  </a:lnTo>
                  <a:cubicBezTo>
                    <a:pt x="118214" y="78555"/>
                    <a:pt x="127799" y="87493"/>
                    <a:pt x="139301" y="86854"/>
                  </a:cubicBezTo>
                  <a:lnTo>
                    <a:pt x="141217" y="86854"/>
                  </a:lnTo>
                  <a:lnTo>
                    <a:pt x="141217" y="106006"/>
                  </a:lnTo>
                  <a:cubicBezTo>
                    <a:pt x="141217" y="108560"/>
                    <a:pt x="142496" y="110475"/>
                    <a:pt x="145052" y="111752"/>
                  </a:cubicBezTo>
                  <a:cubicBezTo>
                    <a:pt x="145690" y="112390"/>
                    <a:pt x="146969" y="112390"/>
                    <a:pt x="147607" y="112390"/>
                  </a:cubicBezTo>
                  <a:cubicBezTo>
                    <a:pt x="148885" y="112390"/>
                    <a:pt x="150802" y="111752"/>
                    <a:pt x="152080" y="111114"/>
                  </a:cubicBezTo>
                  <a:lnTo>
                    <a:pt x="178918" y="87493"/>
                  </a:lnTo>
                  <a:lnTo>
                    <a:pt x="201283" y="87493"/>
                  </a:lnTo>
                  <a:lnTo>
                    <a:pt x="201283" y="143034"/>
                  </a:lnTo>
                  <a:lnTo>
                    <a:pt x="133549" y="142395"/>
                  </a:lnTo>
                  <a:close/>
                  <a:moveTo>
                    <a:pt x="219175" y="67064"/>
                  </a:moveTo>
                  <a:cubicBezTo>
                    <a:pt x="218536" y="71533"/>
                    <a:pt x="214702" y="74725"/>
                    <a:pt x="210229" y="74086"/>
                  </a:cubicBezTo>
                  <a:lnTo>
                    <a:pt x="175723" y="74086"/>
                  </a:lnTo>
                  <a:cubicBezTo>
                    <a:pt x="174445" y="74086"/>
                    <a:pt x="172528" y="74725"/>
                    <a:pt x="171250" y="75363"/>
                  </a:cubicBezTo>
                  <a:lnTo>
                    <a:pt x="153358" y="91323"/>
                  </a:lnTo>
                  <a:lnTo>
                    <a:pt x="153358" y="79832"/>
                  </a:lnTo>
                  <a:cubicBezTo>
                    <a:pt x="153358" y="76002"/>
                    <a:pt x="150802" y="73448"/>
                    <a:pt x="146969" y="73448"/>
                  </a:cubicBezTo>
                  <a:lnTo>
                    <a:pt x="138662" y="73448"/>
                  </a:lnTo>
                  <a:cubicBezTo>
                    <a:pt x="134189" y="74086"/>
                    <a:pt x="130354" y="70894"/>
                    <a:pt x="129716" y="66426"/>
                  </a:cubicBezTo>
                  <a:lnTo>
                    <a:pt x="129716" y="19184"/>
                  </a:lnTo>
                  <a:cubicBezTo>
                    <a:pt x="130354" y="14715"/>
                    <a:pt x="134189" y="11523"/>
                    <a:pt x="138662" y="12162"/>
                  </a:cubicBezTo>
                  <a:lnTo>
                    <a:pt x="210229" y="12162"/>
                  </a:lnTo>
                  <a:cubicBezTo>
                    <a:pt x="214702" y="11523"/>
                    <a:pt x="218536" y="14715"/>
                    <a:pt x="219175" y="19184"/>
                  </a:cubicBezTo>
                  <a:lnTo>
                    <a:pt x="219175" y="67064"/>
                  </a:lnTo>
                  <a:close/>
                </a:path>
              </a:pathLst>
            </a:custGeom>
            <a:solidFill>
              <a:srgbClr val="26890D"/>
            </a:solidFill>
            <a:ln w="6390" cap="flat">
              <a:noFill/>
              <a:prstDash val="solid"/>
              <a:miter/>
            </a:ln>
          </p:spPr>
          <p:txBody>
            <a:bodyPr rtlCol="0" anchor="ctr"/>
            <a:lstStyle/>
            <a:p>
              <a:endParaRPr lang="en-US"/>
            </a:p>
          </p:txBody>
        </p:sp>
        <p:sp>
          <p:nvSpPr>
            <p:cNvPr id="444" name="Graphic 4">
              <a:extLst>
                <a:ext uri="{FF2B5EF4-FFF2-40B4-BE49-F238E27FC236}">
                  <a16:creationId xmlns:a16="http://schemas.microsoft.com/office/drawing/2014/main" id="{F7EE8582-C18A-CE47-8611-A797425D4784}"/>
                </a:ext>
              </a:extLst>
            </p:cNvPr>
            <p:cNvSpPr/>
            <p:nvPr/>
          </p:nvSpPr>
          <p:spPr>
            <a:xfrm>
              <a:off x="4916417" y="2978290"/>
              <a:ext cx="16613" cy="16598"/>
            </a:xfrm>
            <a:custGeom>
              <a:avLst/>
              <a:gdLst>
                <a:gd name="connsiteX0" fmla="*/ 8307 w 16613"/>
                <a:gd name="connsiteY0" fmla="*/ 0 h 16598"/>
                <a:gd name="connsiteX1" fmla="*/ 0 w 16613"/>
                <a:gd name="connsiteY1" fmla="*/ 8299 h 16598"/>
                <a:gd name="connsiteX2" fmla="*/ 8307 w 16613"/>
                <a:gd name="connsiteY2" fmla="*/ 16598 h 16598"/>
                <a:gd name="connsiteX3" fmla="*/ 16614 w 16613"/>
                <a:gd name="connsiteY3" fmla="*/ 8299 h 16598"/>
                <a:gd name="connsiteX4" fmla="*/ 8307 w 16613"/>
                <a:gd name="connsiteY4" fmla="*/ 0 h 16598"/>
                <a:gd name="connsiteX5" fmla="*/ 8307 w 16613"/>
                <a:gd name="connsiteY5" fmla="*/ 0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3" h="16598">
                  <a:moveTo>
                    <a:pt x="8307" y="0"/>
                  </a:moveTo>
                  <a:cubicBezTo>
                    <a:pt x="3834" y="0"/>
                    <a:pt x="0" y="3830"/>
                    <a:pt x="0" y="8299"/>
                  </a:cubicBezTo>
                  <a:cubicBezTo>
                    <a:pt x="0" y="12768"/>
                    <a:pt x="3834" y="16598"/>
                    <a:pt x="8307" y="16598"/>
                  </a:cubicBezTo>
                  <a:cubicBezTo>
                    <a:pt x="12780" y="16598"/>
                    <a:pt x="16614" y="12768"/>
                    <a:pt x="16614" y="8299"/>
                  </a:cubicBezTo>
                  <a:cubicBezTo>
                    <a:pt x="15975" y="3830"/>
                    <a:pt x="12780" y="0"/>
                    <a:pt x="8307" y="0"/>
                  </a:cubicBezTo>
                  <a:lnTo>
                    <a:pt x="8307" y="0"/>
                  </a:lnTo>
                  <a:close/>
                </a:path>
              </a:pathLst>
            </a:custGeom>
            <a:solidFill>
              <a:srgbClr val="26890D"/>
            </a:solidFill>
            <a:ln w="6390" cap="flat">
              <a:noFill/>
              <a:prstDash val="solid"/>
              <a:miter/>
            </a:ln>
          </p:spPr>
          <p:txBody>
            <a:bodyPr rtlCol="0" anchor="ctr"/>
            <a:lstStyle/>
            <a:p>
              <a:endParaRPr lang="en-US"/>
            </a:p>
          </p:txBody>
        </p:sp>
        <p:sp>
          <p:nvSpPr>
            <p:cNvPr id="445" name="Graphic 4">
              <a:extLst>
                <a:ext uri="{FF2B5EF4-FFF2-40B4-BE49-F238E27FC236}">
                  <a16:creationId xmlns:a16="http://schemas.microsoft.com/office/drawing/2014/main" id="{096E7B23-D1CE-3347-99FD-DE17E4B4E398}"/>
                </a:ext>
              </a:extLst>
            </p:cNvPr>
            <p:cNvSpPr/>
            <p:nvPr/>
          </p:nvSpPr>
          <p:spPr>
            <a:xfrm>
              <a:off x="4892774" y="2978290"/>
              <a:ext cx="16613" cy="16598"/>
            </a:xfrm>
            <a:custGeom>
              <a:avLst/>
              <a:gdLst>
                <a:gd name="connsiteX0" fmla="*/ 8307 w 16613"/>
                <a:gd name="connsiteY0" fmla="*/ 0 h 16598"/>
                <a:gd name="connsiteX1" fmla="*/ 0 w 16613"/>
                <a:gd name="connsiteY1" fmla="*/ 8299 h 16598"/>
                <a:gd name="connsiteX2" fmla="*/ 8307 w 16613"/>
                <a:gd name="connsiteY2" fmla="*/ 16598 h 16598"/>
                <a:gd name="connsiteX3" fmla="*/ 16614 w 16613"/>
                <a:gd name="connsiteY3" fmla="*/ 8299 h 16598"/>
                <a:gd name="connsiteX4" fmla="*/ 8307 w 16613"/>
                <a:gd name="connsiteY4" fmla="*/ 0 h 16598"/>
                <a:gd name="connsiteX5" fmla="*/ 8307 w 16613"/>
                <a:gd name="connsiteY5" fmla="*/ 0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3" h="16598">
                  <a:moveTo>
                    <a:pt x="8307" y="0"/>
                  </a:moveTo>
                  <a:cubicBezTo>
                    <a:pt x="3834" y="0"/>
                    <a:pt x="0" y="3830"/>
                    <a:pt x="0" y="8299"/>
                  </a:cubicBezTo>
                  <a:cubicBezTo>
                    <a:pt x="0" y="12768"/>
                    <a:pt x="3834" y="16598"/>
                    <a:pt x="8307" y="16598"/>
                  </a:cubicBezTo>
                  <a:cubicBezTo>
                    <a:pt x="12780" y="16598"/>
                    <a:pt x="16614" y="12768"/>
                    <a:pt x="16614" y="8299"/>
                  </a:cubicBezTo>
                  <a:cubicBezTo>
                    <a:pt x="16614" y="3830"/>
                    <a:pt x="12780" y="0"/>
                    <a:pt x="8307" y="0"/>
                  </a:cubicBezTo>
                  <a:lnTo>
                    <a:pt x="8307" y="0"/>
                  </a:lnTo>
                  <a:close/>
                </a:path>
              </a:pathLst>
            </a:custGeom>
            <a:solidFill>
              <a:srgbClr val="26890D"/>
            </a:solidFill>
            <a:ln w="6390" cap="flat">
              <a:noFill/>
              <a:prstDash val="solid"/>
              <a:miter/>
            </a:ln>
          </p:spPr>
          <p:txBody>
            <a:bodyPr rtlCol="0" anchor="ctr"/>
            <a:lstStyle/>
            <a:p>
              <a:endParaRPr lang="en-US"/>
            </a:p>
          </p:txBody>
        </p:sp>
        <p:sp>
          <p:nvSpPr>
            <p:cNvPr id="446" name="Graphic 4">
              <a:extLst>
                <a:ext uri="{FF2B5EF4-FFF2-40B4-BE49-F238E27FC236}">
                  <a16:creationId xmlns:a16="http://schemas.microsoft.com/office/drawing/2014/main" id="{28ECD875-7343-B34D-A11A-3C8A4393D03B}"/>
                </a:ext>
              </a:extLst>
            </p:cNvPr>
            <p:cNvSpPr/>
            <p:nvPr/>
          </p:nvSpPr>
          <p:spPr>
            <a:xfrm>
              <a:off x="4869770" y="2978290"/>
              <a:ext cx="16614" cy="16598"/>
            </a:xfrm>
            <a:custGeom>
              <a:avLst/>
              <a:gdLst>
                <a:gd name="connsiteX0" fmla="*/ 8307 w 16614"/>
                <a:gd name="connsiteY0" fmla="*/ 0 h 16598"/>
                <a:gd name="connsiteX1" fmla="*/ 0 w 16614"/>
                <a:gd name="connsiteY1" fmla="*/ 8299 h 16598"/>
                <a:gd name="connsiteX2" fmla="*/ 8307 w 16614"/>
                <a:gd name="connsiteY2" fmla="*/ 16598 h 16598"/>
                <a:gd name="connsiteX3" fmla="*/ 16614 w 16614"/>
                <a:gd name="connsiteY3" fmla="*/ 8299 h 16598"/>
                <a:gd name="connsiteX4" fmla="*/ 8307 w 16614"/>
                <a:gd name="connsiteY4" fmla="*/ 0 h 16598"/>
                <a:gd name="connsiteX5" fmla="*/ 8307 w 16614"/>
                <a:gd name="connsiteY5" fmla="*/ 0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4" h="16598">
                  <a:moveTo>
                    <a:pt x="8307" y="0"/>
                  </a:moveTo>
                  <a:cubicBezTo>
                    <a:pt x="3834" y="0"/>
                    <a:pt x="0" y="3830"/>
                    <a:pt x="0" y="8299"/>
                  </a:cubicBezTo>
                  <a:cubicBezTo>
                    <a:pt x="0" y="12768"/>
                    <a:pt x="3834" y="16598"/>
                    <a:pt x="8307" y="16598"/>
                  </a:cubicBezTo>
                  <a:cubicBezTo>
                    <a:pt x="12780" y="16598"/>
                    <a:pt x="16614" y="12768"/>
                    <a:pt x="16614" y="8299"/>
                  </a:cubicBezTo>
                  <a:cubicBezTo>
                    <a:pt x="16614" y="3830"/>
                    <a:pt x="12780" y="0"/>
                    <a:pt x="8307" y="0"/>
                  </a:cubicBezTo>
                  <a:cubicBezTo>
                    <a:pt x="8307" y="0"/>
                    <a:pt x="8307" y="0"/>
                    <a:pt x="8307" y="0"/>
                  </a:cubicBezTo>
                  <a:close/>
                </a:path>
              </a:pathLst>
            </a:custGeom>
            <a:solidFill>
              <a:srgbClr val="26890D"/>
            </a:solidFill>
            <a:ln w="6390" cap="flat">
              <a:noFill/>
              <a:prstDash val="solid"/>
              <a:miter/>
            </a:ln>
          </p:spPr>
          <p:txBody>
            <a:bodyPr rtlCol="0" anchor="ctr"/>
            <a:lstStyle/>
            <a:p>
              <a:endParaRPr lang="en-US"/>
            </a:p>
          </p:txBody>
        </p:sp>
        <p:sp>
          <p:nvSpPr>
            <p:cNvPr id="447" name="Graphic 4">
              <a:extLst>
                <a:ext uri="{FF2B5EF4-FFF2-40B4-BE49-F238E27FC236}">
                  <a16:creationId xmlns:a16="http://schemas.microsoft.com/office/drawing/2014/main" id="{C0605880-7D3C-8B46-868D-CC9087663A86}"/>
                </a:ext>
              </a:extLst>
            </p:cNvPr>
            <p:cNvSpPr/>
            <p:nvPr/>
          </p:nvSpPr>
          <p:spPr>
            <a:xfrm>
              <a:off x="4782229" y="2986589"/>
              <a:ext cx="52397" cy="52348"/>
            </a:xfrm>
            <a:custGeom>
              <a:avLst/>
              <a:gdLst>
                <a:gd name="connsiteX0" fmla="*/ 26199 w 52397"/>
                <a:gd name="connsiteY0" fmla="*/ 52349 h 52348"/>
                <a:gd name="connsiteX1" fmla="*/ 52397 w 52397"/>
                <a:gd name="connsiteY1" fmla="*/ 26174 h 52348"/>
                <a:gd name="connsiteX2" fmla="*/ 26199 w 52397"/>
                <a:gd name="connsiteY2" fmla="*/ 0 h 52348"/>
                <a:gd name="connsiteX3" fmla="*/ 0 w 52397"/>
                <a:gd name="connsiteY3" fmla="*/ 26174 h 52348"/>
                <a:gd name="connsiteX4" fmla="*/ 0 w 52397"/>
                <a:gd name="connsiteY4" fmla="*/ 26174 h 52348"/>
                <a:gd name="connsiteX5" fmla="*/ 26199 w 52397"/>
                <a:gd name="connsiteY5" fmla="*/ 52349 h 52348"/>
                <a:gd name="connsiteX6" fmla="*/ 26199 w 52397"/>
                <a:gd name="connsiteY6" fmla="*/ 12130 h 52348"/>
                <a:gd name="connsiteX7" fmla="*/ 39617 w 52397"/>
                <a:gd name="connsiteY7" fmla="*/ 25536 h 52348"/>
                <a:gd name="connsiteX8" fmla="*/ 26199 w 52397"/>
                <a:gd name="connsiteY8" fmla="*/ 38942 h 52348"/>
                <a:gd name="connsiteX9" fmla="*/ 12780 w 52397"/>
                <a:gd name="connsiteY9" fmla="*/ 25536 h 52348"/>
                <a:gd name="connsiteX10" fmla="*/ 12780 w 52397"/>
                <a:gd name="connsiteY10" fmla="*/ 25536 h 52348"/>
                <a:gd name="connsiteX11" fmla="*/ 26199 w 52397"/>
                <a:gd name="connsiteY11" fmla="*/ 12130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397" h="52348">
                  <a:moveTo>
                    <a:pt x="26199" y="52349"/>
                  </a:moveTo>
                  <a:cubicBezTo>
                    <a:pt x="40895" y="52349"/>
                    <a:pt x="52397" y="40857"/>
                    <a:pt x="52397" y="26174"/>
                  </a:cubicBezTo>
                  <a:cubicBezTo>
                    <a:pt x="52397" y="11491"/>
                    <a:pt x="40895" y="0"/>
                    <a:pt x="26199" y="0"/>
                  </a:cubicBezTo>
                  <a:cubicBezTo>
                    <a:pt x="11502" y="0"/>
                    <a:pt x="0" y="11491"/>
                    <a:pt x="0" y="26174"/>
                  </a:cubicBezTo>
                  <a:lnTo>
                    <a:pt x="0" y="26174"/>
                  </a:lnTo>
                  <a:cubicBezTo>
                    <a:pt x="0" y="40219"/>
                    <a:pt x="11502" y="52349"/>
                    <a:pt x="26199" y="52349"/>
                  </a:cubicBezTo>
                  <a:close/>
                  <a:moveTo>
                    <a:pt x="26199" y="12130"/>
                  </a:moveTo>
                  <a:cubicBezTo>
                    <a:pt x="33867" y="12130"/>
                    <a:pt x="39617" y="17875"/>
                    <a:pt x="39617" y="25536"/>
                  </a:cubicBezTo>
                  <a:cubicBezTo>
                    <a:pt x="39617" y="33197"/>
                    <a:pt x="33867" y="38942"/>
                    <a:pt x="26199" y="38942"/>
                  </a:cubicBezTo>
                  <a:cubicBezTo>
                    <a:pt x="18531" y="38942"/>
                    <a:pt x="12780" y="33197"/>
                    <a:pt x="12780" y="25536"/>
                  </a:cubicBezTo>
                  <a:lnTo>
                    <a:pt x="12780" y="25536"/>
                  </a:lnTo>
                  <a:cubicBezTo>
                    <a:pt x="12780" y="18514"/>
                    <a:pt x="18531" y="12130"/>
                    <a:pt x="26199" y="12130"/>
                  </a:cubicBezTo>
                  <a:close/>
                </a:path>
              </a:pathLst>
            </a:custGeom>
            <a:solidFill>
              <a:srgbClr val="26890D"/>
            </a:solidFill>
            <a:ln w="6390" cap="flat">
              <a:noFill/>
              <a:prstDash val="solid"/>
              <a:miter/>
            </a:ln>
          </p:spPr>
          <p:txBody>
            <a:bodyPr rtlCol="0" anchor="ctr"/>
            <a:lstStyle/>
            <a:p>
              <a:endParaRPr lang="en-US"/>
            </a:p>
          </p:txBody>
        </p:sp>
        <p:sp>
          <p:nvSpPr>
            <p:cNvPr id="448" name="Graphic 4">
              <a:extLst>
                <a:ext uri="{FF2B5EF4-FFF2-40B4-BE49-F238E27FC236}">
                  <a16:creationId xmlns:a16="http://schemas.microsoft.com/office/drawing/2014/main" id="{75DC0648-4877-D34B-9744-4148690B680C}"/>
                </a:ext>
              </a:extLst>
            </p:cNvPr>
            <p:cNvSpPr/>
            <p:nvPr/>
          </p:nvSpPr>
          <p:spPr>
            <a:xfrm>
              <a:off x="4767531" y="3044045"/>
              <a:ext cx="81791" cy="31281"/>
            </a:xfrm>
            <a:custGeom>
              <a:avLst/>
              <a:gdLst>
                <a:gd name="connsiteX0" fmla="*/ 58788 w 81791"/>
                <a:gd name="connsiteY0" fmla="*/ 0 h 31281"/>
                <a:gd name="connsiteX1" fmla="*/ 23004 w 81791"/>
                <a:gd name="connsiteY1" fmla="*/ 0 h 31281"/>
                <a:gd name="connsiteX2" fmla="*/ 0 w 81791"/>
                <a:gd name="connsiteY2" fmla="*/ 22982 h 31281"/>
                <a:gd name="connsiteX3" fmla="*/ 0 w 81791"/>
                <a:gd name="connsiteY3" fmla="*/ 31281 h 31281"/>
                <a:gd name="connsiteX4" fmla="*/ 12780 w 81791"/>
                <a:gd name="connsiteY4" fmla="*/ 31281 h 31281"/>
                <a:gd name="connsiteX5" fmla="*/ 12780 w 81791"/>
                <a:gd name="connsiteY5" fmla="*/ 22982 h 31281"/>
                <a:gd name="connsiteX6" fmla="*/ 23004 w 81791"/>
                <a:gd name="connsiteY6" fmla="*/ 12768 h 31281"/>
                <a:gd name="connsiteX7" fmla="*/ 58788 w 81791"/>
                <a:gd name="connsiteY7" fmla="*/ 12768 h 31281"/>
                <a:gd name="connsiteX8" fmla="*/ 69012 w 81791"/>
                <a:gd name="connsiteY8" fmla="*/ 22982 h 31281"/>
                <a:gd name="connsiteX9" fmla="*/ 69012 w 81791"/>
                <a:gd name="connsiteY9" fmla="*/ 31281 h 31281"/>
                <a:gd name="connsiteX10" fmla="*/ 81792 w 81791"/>
                <a:gd name="connsiteY10" fmla="*/ 31281 h 31281"/>
                <a:gd name="connsiteX11" fmla="*/ 81792 w 81791"/>
                <a:gd name="connsiteY11" fmla="*/ 22982 h 31281"/>
                <a:gd name="connsiteX12" fmla="*/ 58788 w 81791"/>
                <a:gd name="connsiteY12" fmla="*/ 0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791" h="31281">
                  <a:moveTo>
                    <a:pt x="58788" y="0"/>
                  </a:moveTo>
                  <a:lnTo>
                    <a:pt x="23004" y="0"/>
                  </a:lnTo>
                  <a:cubicBezTo>
                    <a:pt x="10224" y="0"/>
                    <a:pt x="0" y="10214"/>
                    <a:pt x="0" y="22982"/>
                  </a:cubicBezTo>
                  <a:lnTo>
                    <a:pt x="0" y="31281"/>
                  </a:lnTo>
                  <a:lnTo>
                    <a:pt x="12780" y="31281"/>
                  </a:lnTo>
                  <a:lnTo>
                    <a:pt x="12780" y="22982"/>
                  </a:lnTo>
                  <a:cubicBezTo>
                    <a:pt x="12780" y="17237"/>
                    <a:pt x="17253" y="12768"/>
                    <a:pt x="23004" y="12768"/>
                  </a:cubicBezTo>
                  <a:lnTo>
                    <a:pt x="58788" y="12768"/>
                  </a:lnTo>
                  <a:cubicBezTo>
                    <a:pt x="64539" y="12768"/>
                    <a:pt x="69012" y="17237"/>
                    <a:pt x="69012" y="22982"/>
                  </a:cubicBezTo>
                  <a:lnTo>
                    <a:pt x="69012" y="31281"/>
                  </a:lnTo>
                  <a:lnTo>
                    <a:pt x="81792" y="31281"/>
                  </a:lnTo>
                  <a:lnTo>
                    <a:pt x="81792" y="22982"/>
                  </a:lnTo>
                  <a:cubicBezTo>
                    <a:pt x="81792" y="10214"/>
                    <a:pt x="71567" y="0"/>
                    <a:pt x="58788" y="0"/>
                  </a:cubicBezTo>
                  <a:close/>
                </a:path>
              </a:pathLst>
            </a:custGeom>
            <a:solidFill>
              <a:srgbClr val="26890D"/>
            </a:solidFill>
            <a:ln w="6390" cap="flat">
              <a:noFill/>
              <a:prstDash val="solid"/>
              <a:miter/>
            </a:ln>
          </p:spPr>
          <p:txBody>
            <a:bodyPr rtlCol="0" anchor="ctr"/>
            <a:lstStyle/>
            <a:p>
              <a:endParaRPr lang="en-US"/>
            </a:p>
          </p:txBody>
        </p:sp>
      </p:grpSp>
      <p:grpSp>
        <p:nvGrpSpPr>
          <p:cNvPr id="463" name="Graphic 4">
            <a:extLst>
              <a:ext uri="{FF2B5EF4-FFF2-40B4-BE49-F238E27FC236}">
                <a16:creationId xmlns:a16="http://schemas.microsoft.com/office/drawing/2014/main" id="{6ECFE0F7-9A18-7042-A193-93B2E6D8880A}"/>
              </a:ext>
            </a:extLst>
          </p:cNvPr>
          <p:cNvGrpSpPr/>
          <p:nvPr/>
        </p:nvGrpSpPr>
        <p:grpSpPr>
          <a:xfrm>
            <a:off x="6754802" y="3824168"/>
            <a:ext cx="361670" cy="361971"/>
            <a:chOff x="6754802" y="3824168"/>
            <a:chExt cx="361670" cy="361971"/>
          </a:xfrm>
          <a:solidFill>
            <a:srgbClr val="26890D"/>
          </a:solidFill>
        </p:grpSpPr>
        <p:sp>
          <p:nvSpPr>
            <p:cNvPr id="464" name="Graphic 4">
              <a:extLst>
                <a:ext uri="{FF2B5EF4-FFF2-40B4-BE49-F238E27FC236}">
                  <a16:creationId xmlns:a16="http://schemas.microsoft.com/office/drawing/2014/main" id="{8F33C3CF-CB89-8B43-B9B9-0E2BC5F4FF67}"/>
                </a:ext>
              </a:extLst>
            </p:cNvPr>
            <p:cNvSpPr/>
            <p:nvPr/>
          </p:nvSpPr>
          <p:spPr>
            <a:xfrm>
              <a:off x="6754802" y="3824168"/>
              <a:ext cx="361670" cy="361971"/>
            </a:xfrm>
            <a:custGeom>
              <a:avLst/>
              <a:gdLst>
                <a:gd name="connsiteX0" fmla="*/ 180836 w 361670"/>
                <a:gd name="connsiteY0" fmla="*/ 0 h 361971"/>
                <a:gd name="connsiteX1" fmla="*/ 0 w 361670"/>
                <a:gd name="connsiteY1" fmla="*/ 180667 h 361971"/>
                <a:gd name="connsiteX2" fmla="*/ 180836 w 361670"/>
                <a:gd name="connsiteY2" fmla="*/ 361971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349204 h 361971"/>
                <a:gd name="connsiteX7" fmla="*/ 12780 w 361670"/>
                <a:gd name="connsiteY7" fmla="*/ 181305 h 361971"/>
                <a:gd name="connsiteX8" fmla="*/ 180836 w 361670"/>
                <a:gd name="connsiteY8" fmla="*/ 12768 h 361971"/>
                <a:gd name="connsiteX9" fmla="*/ 348890 w 361670"/>
                <a:gd name="connsiteY9" fmla="*/ 180667 h 361971"/>
                <a:gd name="connsiteX10" fmla="*/ 348890 w 361670"/>
                <a:gd name="connsiteY10" fmla="*/ 180667 h 361971"/>
                <a:gd name="connsiteX11" fmla="*/ 180836 w 361670"/>
                <a:gd name="connsiteY11" fmla="*/ 349204 h 361971"/>
                <a:gd name="connsiteX12" fmla="*/ 180836 w 361670"/>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6" y="0"/>
                  </a:moveTo>
                  <a:cubicBezTo>
                    <a:pt x="80513" y="0"/>
                    <a:pt x="0" y="81076"/>
                    <a:pt x="0" y="180667"/>
                  </a:cubicBezTo>
                  <a:cubicBezTo>
                    <a:pt x="0" y="280895"/>
                    <a:pt x="81153" y="361971"/>
                    <a:pt x="180836" y="361971"/>
                  </a:cubicBezTo>
                  <a:cubicBezTo>
                    <a:pt x="281157" y="361971"/>
                    <a:pt x="361670" y="280895"/>
                    <a:pt x="361670" y="181305"/>
                  </a:cubicBezTo>
                  <a:lnTo>
                    <a:pt x="361670" y="181305"/>
                  </a:lnTo>
                  <a:cubicBezTo>
                    <a:pt x="361670" y="81076"/>
                    <a:pt x="280518"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lnTo>
                    <a:pt x="348890" y="180667"/>
                  </a:lnTo>
                  <a:cubicBezTo>
                    <a:pt x="348890" y="273873"/>
                    <a:pt x="273490" y="349204"/>
                    <a:pt x="180836" y="349204"/>
                  </a:cubicBezTo>
                  <a:lnTo>
                    <a:pt x="180836" y="349204"/>
                  </a:lnTo>
                  <a:close/>
                </a:path>
              </a:pathLst>
            </a:custGeom>
            <a:solidFill>
              <a:srgbClr val="26890D"/>
            </a:solidFill>
            <a:ln w="6390" cap="flat">
              <a:noFill/>
              <a:prstDash val="solid"/>
              <a:miter/>
            </a:ln>
          </p:spPr>
          <p:txBody>
            <a:bodyPr rtlCol="0" anchor="ctr"/>
            <a:lstStyle/>
            <a:p>
              <a:endParaRPr lang="en-US"/>
            </a:p>
          </p:txBody>
        </p:sp>
        <p:sp>
          <p:nvSpPr>
            <p:cNvPr id="465" name="Graphic 4">
              <a:extLst>
                <a:ext uri="{FF2B5EF4-FFF2-40B4-BE49-F238E27FC236}">
                  <a16:creationId xmlns:a16="http://schemas.microsoft.com/office/drawing/2014/main" id="{A757697D-A924-974D-AB54-D9B9692C3A87}"/>
                </a:ext>
              </a:extLst>
            </p:cNvPr>
            <p:cNvSpPr/>
            <p:nvPr/>
          </p:nvSpPr>
          <p:spPr>
            <a:xfrm>
              <a:off x="6866626" y="3944186"/>
              <a:ext cx="138022" cy="113634"/>
            </a:xfrm>
            <a:custGeom>
              <a:avLst/>
              <a:gdLst>
                <a:gd name="connsiteX0" fmla="*/ 138022 w 138022"/>
                <a:gd name="connsiteY0" fmla="*/ 81715 h 113634"/>
                <a:gd name="connsiteX1" fmla="*/ 138022 w 138022"/>
                <a:gd name="connsiteY1" fmla="*/ 52349 h 113634"/>
                <a:gd name="connsiteX2" fmla="*/ 116297 w 138022"/>
                <a:gd name="connsiteY2" fmla="*/ 20429 h 113634"/>
                <a:gd name="connsiteX3" fmla="*/ 116297 w 138022"/>
                <a:gd name="connsiteY3" fmla="*/ 20429 h 113634"/>
                <a:gd name="connsiteX4" fmla="*/ 105434 w 138022"/>
                <a:gd name="connsiteY4" fmla="*/ 17875 h 113634"/>
                <a:gd name="connsiteX5" fmla="*/ 77318 w 138022"/>
                <a:gd name="connsiteY5" fmla="*/ 0 h 113634"/>
                <a:gd name="connsiteX6" fmla="*/ 60704 w 138022"/>
                <a:gd name="connsiteY6" fmla="*/ 0 h 113634"/>
                <a:gd name="connsiteX7" fmla="*/ 32589 w 138022"/>
                <a:gd name="connsiteY7" fmla="*/ 17875 h 113634"/>
                <a:gd name="connsiteX8" fmla="*/ 21726 w 138022"/>
                <a:gd name="connsiteY8" fmla="*/ 20429 h 113634"/>
                <a:gd name="connsiteX9" fmla="*/ 0 w 138022"/>
                <a:gd name="connsiteY9" fmla="*/ 52349 h 113634"/>
                <a:gd name="connsiteX10" fmla="*/ 0 w 138022"/>
                <a:gd name="connsiteY10" fmla="*/ 81715 h 113634"/>
                <a:gd name="connsiteX11" fmla="*/ 31950 w 138022"/>
                <a:gd name="connsiteY11" fmla="*/ 113635 h 113634"/>
                <a:gd name="connsiteX12" fmla="*/ 106712 w 138022"/>
                <a:gd name="connsiteY12" fmla="*/ 113635 h 113634"/>
                <a:gd name="connsiteX13" fmla="*/ 138022 w 138022"/>
                <a:gd name="connsiteY13" fmla="*/ 81715 h 113634"/>
                <a:gd name="connsiteX14" fmla="*/ 125243 w 138022"/>
                <a:gd name="connsiteY14" fmla="*/ 81715 h 113634"/>
                <a:gd name="connsiteX15" fmla="*/ 106073 w 138022"/>
                <a:gd name="connsiteY15" fmla="*/ 100867 h 113634"/>
                <a:gd name="connsiteX16" fmla="*/ 31311 w 138022"/>
                <a:gd name="connsiteY16" fmla="*/ 100867 h 113634"/>
                <a:gd name="connsiteX17" fmla="*/ 12141 w 138022"/>
                <a:gd name="connsiteY17" fmla="*/ 81715 h 113634"/>
                <a:gd name="connsiteX18" fmla="*/ 12141 w 138022"/>
                <a:gd name="connsiteY18" fmla="*/ 52349 h 113634"/>
                <a:gd name="connsiteX19" fmla="*/ 24921 w 138022"/>
                <a:gd name="connsiteY19" fmla="*/ 33197 h 113634"/>
                <a:gd name="connsiteX20" fmla="*/ 38340 w 138022"/>
                <a:gd name="connsiteY20" fmla="*/ 30005 h 113634"/>
                <a:gd name="connsiteX21" fmla="*/ 42173 w 138022"/>
                <a:gd name="connsiteY21" fmla="*/ 29366 h 113634"/>
                <a:gd name="connsiteX22" fmla="*/ 43452 w 138022"/>
                <a:gd name="connsiteY22" fmla="*/ 25536 h 113634"/>
                <a:gd name="connsiteX23" fmla="*/ 60704 w 138022"/>
                <a:gd name="connsiteY23" fmla="*/ 12768 h 113634"/>
                <a:gd name="connsiteX24" fmla="*/ 77318 w 138022"/>
                <a:gd name="connsiteY24" fmla="*/ 12768 h 113634"/>
                <a:gd name="connsiteX25" fmla="*/ 94571 w 138022"/>
                <a:gd name="connsiteY25" fmla="*/ 25536 h 113634"/>
                <a:gd name="connsiteX26" fmla="*/ 95849 w 138022"/>
                <a:gd name="connsiteY26" fmla="*/ 29366 h 113634"/>
                <a:gd name="connsiteX27" fmla="*/ 99683 w 138022"/>
                <a:gd name="connsiteY27" fmla="*/ 30005 h 113634"/>
                <a:gd name="connsiteX28" fmla="*/ 113102 w 138022"/>
                <a:gd name="connsiteY28" fmla="*/ 33197 h 113634"/>
                <a:gd name="connsiteX29" fmla="*/ 125882 w 138022"/>
                <a:gd name="connsiteY29" fmla="*/ 52349 h 113634"/>
                <a:gd name="connsiteX30" fmla="*/ 125243 w 138022"/>
                <a:gd name="connsiteY30" fmla="*/ 81715 h 113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8022" h="113634">
                  <a:moveTo>
                    <a:pt x="138022" y="81715"/>
                  </a:moveTo>
                  <a:lnTo>
                    <a:pt x="138022" y="52349"/>
                  </a:lnTo>
                  <a:cubicBezTo>
                    <a:pt x="138022" y="38942"/>
                    <a:pt x="135467" y="26174"/>
                    <a:pt x="116297" y="20429"/>
                  </a:cubicBezTo>
                  <a:lnTo>
                    <a:pt x="116297" y="20429"/>
                  </a:lnTo>
                  <a:cubicBezTo>
                    <a:pt x="112463" y="19152"/>
                    <a:pt x="108629" y="18513"/>
                    <a:pt x="105434" y="17875"/>
                  </a:cubicBezTo>
                  <a:cubicBezTo>
                    <a:pt x="100961" y="3830"/>
                    <a:pt x="93933" y="0"/>
                    <a:pt x="77318" y="0"/>
                  </a:cubicBezTo>
                  <a:lnTo>
                    <a:pt x="60704" y="0"/>
                  </a:lnTo>
                  <a:cubicBezTo>
                    <a:pt x="44091" y="0"/>
                    <a:pt x="37062" y="4469"/>
                    <a:pt x="32589" y="17875"/>
                  </a:cubicBezTo>
                  <a:cubicBezTo>
                    <a:pt x="28755" y="18513"/>
                    <a:pt x="25560" y="19152"/>
                    <a:pt x="21726" y="20429"/>
                  </a:cubicBezTo>
                  <a:cubicBezTo>
                    <a:pt x="2556" y="26174"/>
                    <a:pt x="0" y="38942"/>
                    <a:pt x="0" y="52349"/>
                  </a:cubicBezTo>
                  <a:lnTo>
                    <a:pt x="0" y="81715"/>
                  </a:lnTo>
                  <a:cubicBezTo>
                    <a:pt x="0" y="105336"/>
                    <a:pt x="8307" y="113635"/>
                    <a:pt x="31950" y="113635"/>
                  </a:cubicBezTo>
                  <a:lnTo>
                    <a:pt x="106712" y="113635"/>
                  </a:lnTo>
                  <a:cubicBezTo>
                    <a:pt x="129716" y="113635"/>
                    <a:pt x="138022" y="105336"/>
                    <a:pt x="138022" y="81715"/>
                  </a:cubicBezTo>
                  <a:close/>
                  <a:moveTo>
                    <a:pt x="125243" y="81715"/>
                  </a:moveTo>
                  <a:cubicBezTo>
                    <a:pt x="125243" y="98313"/>
                    <a:pt x="122687" y="100867"/>
                    <a:pt x="106073" y="100867"/>
                  </a:cubicBezTo>
                  <a:lnTo>
                    <a:pt x="31311" y="100867"/>
                  </a:lnTo>
                  <a:cubicBezTo>
                    <a:pt x="14697" y="100867"/>
                    <a:pt x="12141" y="98313"/>
                    <a:pt x="12141" y="81715"/>
                  </a:cubicBezTo>
                  <a:lnTo>
                    <a:pt x="12141" y="52349"/>
                  </a:lnTo>
                  <a:cubicBezTo>
                    <a:pt x="12141" y="39581"/>
                    <a:pt x="14697" y="35750"/>
                    <a:pt x="24921" y="33197"/>
                  </a:cubicBezTo>
                  <a:cubicBezTo>
                    <a:pt x="29394" y="31920"/>
                    <a:pt x="34506" y="31281"/>
                    <a:pt x="38340" y="30005"/>
                  </a:cubicBezTo>
                  <a:lnTo>
                    <a:pt x="42173" y="29366"/>
                  </a:lnTo>
                  <a:lnTo>
                    <a:pt x="43452" y="25536"/>
                  </a:lnTo>
                  <a:cubicBezTo>
                    <a:pt x="46647" y="14045"/>
                    <a:pt x="47925" y="12768"/>
                    <a:pt x="60704" y="12768"/>
                  </a:cubicBezTo>
                  <a:lnTo>
                    <a:pt x="77318" y="12768"/>
                  </a:lnTo>
                  <a:cubicBezTo>
                    <a:pt x="90098" y="12768"/>
                    <a:pt x="91376" y="14045"/>
                    <a:pt x="94571" y="25536"/>
                  </a:cubicBezTo>
                  <a:lnTo>
                    <a:pt x="95849" y="29366"/>
                  </a:lnTo>
                  <a:lnTo>
                    <a:pt x="99683" y="30005"/>
                  </a:lnTo>
                  <a:cubicBezTo>
                    <a:pt x="104156" y="30643"/>
                    <a:pt x="108629" y="31920"/>
                    <a:pt x="113102" y="33197"/>
                  </a:cubicBezTo>
                  <a:cubicBezTo>
                    <a:pt x="122687" y="35750"/>
                    <a:pt x="125882" y="40219"/>
                    <a:pt x="125882" y="52349"/>
                  </a:cubicBezTo>
                  <a:lnTo>
                    <a:pt x="125243" y="81715"/>
                  </a:lnTo>
                  <a:close/>
                </a:path>
              </a:pathLst>
            </a:custGeom>
            <a:solidFill>
              <a:srgbClr val="26890D"/>
            </a:solidFill>
            <a:ln w="6390" cap="flat">
              <a:noFill/>
              <a:prstDash val="solid"/>
              <a:miter/>
            </a:ln>
          </p:spPr>
          <p:txBody>
            <a:bodyPr rtlCol="0" anchor="ctr"/>
            <a:lstStyle/>
            <a:p>
              <a:endParaRPr lang="en-US"/>
            </a:p>
          </p:txBody>
        </p:sp>
        <p:sp>
          <p:nvSpPr>
            <p:cNvPr id="466" name="Graphic 4">
              <a:extLst>
                <a:ext uri="{FF2B5EF4-FFF2-40B4-BE49-F238E27FC236}">
                  <a16:creationId xmlns:a16="http://schemas.microsoft.com/office/drawing/2014/main" id="{D045B54B-5032-2544-B27A-5E03040EE895}"/>
                </a:ext>
              </a:extLst>
            </p:cNvPr>
            <p:cNvSpPr/>
            <p:nvPr/>
          </p:nvSpPr>
          <p:spPr>
            <a:xfrm>
              <a:off x="6908160" y="3978021"/>
              <a:ext cx="54953" cy="54902"/>
            </a:xfrm>
            <a:custGeom>
              <a:avLst/>
              <a:gdLst>
                <a:gd name="connsiteX0" fmla="*/ 27477 w 54953"/>
                <a:gd name="connsiteY0" fmla="*/ 0 h 54902"/>
                <a:gd name="connsiteX1" fmla="*/ 0 w 54953"/>
                <a:gd name="connsiteY1" fmla="*/ 27451 h 54902"/>
                <a:gd name="connsiteX2" fmla="*/ 27477 w 54953"/>
                <a:gd name="connsiteY2" fmla="*/ 54902 h 54902"/>
                <a:gd name="connsiteX3" fmla="*/ 54953 w 54953"/>
                <a:gd name="connsiteY3" fmla="*/ 27451 h 54902"/>
                <a:gd name="connsiteX4" fmla="*/ 27477 w 54953"/>
                <a:gd name="connsiteY4" fmla="*/ 0 h 54902"/>
                <a:gd name="connsiteX5" fmla="*/ 27477 w 54953"/>
                <a:gd name="connsiteY5" fmla="*/ 41496 h 54902"/>
                <a:gd name="connsiteX6" fmla="*/ 12780 w 54953"/>
                <a:gd name="connsiteY6" fmla="*/ 26813 h 54902"/>
                <a:gd name="connsiteX7" fmla="*/ 27477 w 54953"/>
                <a:gd name="connsiteY7" fmla="*/ 12130 h 54902"/>
                <a:gd name="connsiteX8" fmla="*/ 42173 w 54953"/>
                <a:gd name="connsiteY8" fmla="*/ 26813 h 54902"/>
                <a:gd name="connsiteX9" fmla="*/ 27477 w 54953"/>
                <a:gd name="connsiteY9" fmla="*/ 41496 h 54902"/>
                <a:gd name="connsiteX10" fmla="*/ 27477 w 54953"/>
                <a:gd name="connsiteY10" fmla="*/ 41496 h 5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953" h="54902">
                  <a:moveTo>
                    <a:pt x="27477" y="0"/>
                  </a:moveTo>
                  <a:cubicBezTo>
                    <a:pt x="12141" y="0"/>
                    <a:pt x="0" y="12130"/>
                    <a:pt x="0" y="27451"/>
                  </a:cubicBezTo>
                  <a:cubicBezTo>
                    <a:pt x="0" y="42773"/>
                    <a:pt x="12141" y="54902"/>
                    <a:pt x="27477" y="54902"/>
                  </a:cubicBezTo>
                  <a:cubicBezTo>
                    <a:pt x="42813" y="54902"/>
                    <a:pt x="54953" y="42773"/>
                    <a:pt x="54953" y="27451"/>
                  </a:cubicBezTo>
                  <a:cubicBezTo>
                    <a:pt x="54953" y="12130"/>
                    <a:pt x="42173" y="0"/>
                    <a:pt x="27477" y="0"/>
                  </a:cubicBezTo>
                  <a:close/>
                  <a:moveTo>
                    <a:pt x="27477" y="41496"/>
                  </a:moveTo>
                  <a:cubicBezTo>
                    <a:pt x="19170" y="41496"/>
                    <a:pt x="12780" y="35112"/>
                    <a:pt x="12780" y="26813"/>
                  </a:cubicBezTo>
                  <a:cubicBezTo>
                    <a:pt x="12780" y="18514"/>
                    <a:pt x="19170" y="12130"/>
                    <a:pt x="27477" y="12130"/>
                  </a:cubicBezTo>
                  <a:cubicBezTo>
                    <a:pt x="35783" y="12130"/>
                    <a:pt x="42173" y="18514"/>
                    <a:pt x="42173" y="26813"/>
                  </a:cubicBezTo>
                  <a:cubicBezTo>
                    <a:pt x="41535" y="35112"/>
                    <a:pt x="35145" y="41496"/>
                    <a:pt x="27477" y="41496"/>
                  </a:cubicBezTo>
                  <a:lnTo>
                    <a:pt x="27477" y="41496"/>
                  </a:lnTo>
                  <a:close/>
                </a:path>
              </a:pathLst>
            </a:custGeom>
            <a:solidFill>
              <a:srgbClr val="26890D"/>
            </a:solidFill>
            <a:ln w="6390" cap="flat">
              <a:noFill/>
              <a:prstDash val="solid"/>
              <a:miter/>
            </a:ln>
          </p:spPr>
          <p:txBody>
            <a:bodyPr rtlCol="0" anchor="ctr"/>
            <a:lstStyle/>
            <a:p>
              <a:endParaRPr lang="en-US"/>
            </a:p>
          </p:txBody>
        </p:sp>
        <p:sp>
          <p:nvSpPr>
            <p:cNvPr id="467" name="Graphic 4">
              <a:extLst>
                <a:ext uri="{FF2B5EF4-FFF2-40B4-BE49-F238E27FC236}">
                  <a16:creationId xmlns:a16="http://schemas.microsoft.com/office/drawing/2014/main" id="{2C2A4A5B-9894-D145-A8CB-0FDCB9B41DB9}"/>
                </a:ext>
              </a:extLst>
            </p:cNvPr>
            <p:cNvSpPr/>
            <p:nvPr/>
          </p:nvSpPr>
          <p:spPr>
            <a:xfrm>
              <a:off x="6844900" y="3914820"/>
              <a:ext cx="50480" cy="50433"/>
            </a:xfrm>
            <a:custGeom>
              <a:avLst/>
              <a:gdLst>
                <a:gd name="connsiteX0" fmla="*/ 6390 w 50480"/>
                <a:gd name="connsiteY0" fmla="*/ 50434 h 50433"/>
                <a:gd name="connsiteX1" fmla="*/ 12780 w 50480"/>
                <a:gd name="connsiteY1" fmla="*/ 44050 h 50433"/>
                <a:gd name="connsiteX2" fmla="*/ 12780 w 50480"/>
                <a:gd name="connsiteY2" fmla="*/ 34474 h 50433"/>
                <a:gd name="connsiteX3" fmla="*/ 34506 w 50480"/>
                <a:gd name="connsiteY3" fmla="*/ 12768 h 50433"/>
                <a:gd name="connsiteX4" fmla="*/ 44091 w 50480"/>
                <a:gd name="connsiteY4" fmla="*/ 12768 h 50433"/>
                <a:gd name="connsiteX5" fmla="*/ 50481 w 50480"/>
                <a:gd name="connsiteY5" fmla="*/ 6384 h 50433"/>
                <a:gd name="connsiteX6" fmla="*/ 44091 w 50480"/>
                <a:gd name="connsiteY6" fmla="*/ 0 h 50433"/>
                <a:gd name="connsiteX7" fmla="*/ 34506 w 50480"/>
                <a:gd name="connsiteY7" fmla="*/ 0 h 50433"/>
                <a:gd name="connsiteX8" fmla="*/ 0 w 50480"/>
                <a:gd name="connsiteY8" fmla="*/ 34474 h 50433"/>
                <a:gd name="connsiteX9" fmla="*/ 0 w 50480"/>
                <a:gd name="connsiteY9" fmla="*/ 44050 h 50433"/>
                <a:gd name="connsiteX10" fmla="*/ 6390 w 50480"/>
                <a:gd name="connsiteY10" fmla="*/ 50434 h 5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480" h="50433">
                  <a:moveTo>
                    <a:pt x="6390" y="50434"/>
                  </a:moveTo>
                  <a:cubicBezTo>
                    <a:pt x="10225" y="50434"/>
                    <a:pt x="12780" y="47880"/>
                    <a:pt x="12780" y="44050"/>
                  </a:cubicBezTo>
                  <a:lnTo>
                    <a:pt x="12780" y="34474"/>
                  </a:lnTo>
                  <a:cubicBezTo>
                    <a:pt x="12780" y="17875"/>
                    <a:pt x="17892" y="12768"/>
                    <a:pt x="34506" y="12768"/>
                  </a:cubicBezTo>
                  <a:lnTo>
                    <a:pt x="44091" y="12768"/>
                  </a:lnTo>
                  <a:cubicBezTo>
                    <a:pt x="47925" y="12768"/>
                    <a:pt x="50481" y="10215"/>
                    <a:pt x="50481" y="6384"/>
                  </a:cubicBezTo>
                  <a:cubicBezTo>
                    <a:pt x="50481" y="2554"/>
                    <a:pt x="47925" y="0"/>
                    <a:pt x="44091" y="0"/>
                  </a:cubicBezTo>
                  <a:lnTo>
                    <a:pt x="34506" y="0"/>
                  </a:lnTo>
                  <a:cubicBezTo>
                    <a:pt x="10863" y="0"/>
                    <a:pt x="0" y="10853"/>
                    <a:pt x="0" y="34474"/>
                  </a:cubicBezTo>
                  <a:lnTo>
                    <a:pt x="0" y="44050"/>
                  </a:lnTo>
                  <a:cubicBezTo>
                    <a:pt x="0" y="47880"/>
                    <a:pt x="3195" y="50434"/>
                    <a:pt x="6390" y="50434"/>
                  </a:cubicBezTo>
                  <a:close/>
                </a:path>
              </a:pathLst>
            </a:custGeom>
            <a:solidFill>
              <a:srgbClr val="26890D"/>
            </a:solidFill>
            <a:ln w="6390" cap="flat">
              <a:noFill/>
              <a:prstDash val="solid"/>
              <a:miter/>
            </a:ln>
          </p:spPr>
          <p:txBody>
            <a:bodyPr rtlCol="0" anchor="ctr"/>
            <a:lstStyle/>
            <a:p>
              <a:endParaRPr lang="en-US"/>
            </a:p>
          </p:txBody>
        </p:sp>
        <p:sp>
          <p:nvSpPr>
            <p:cNvPr id="468" name="Graphic 4">
              <a:extLst>
                <a:ext uri="{FF2B5EF4-FFF2-40B4-BE49-F238E27FC236}">
                  <a16:creationId xmlns:a16="http://schemas.microsoft.com/office/drawing/2014/main" id="{8260CFE0-0F8A-BE4D-B9BF-43E77442C74D}"/>
                </a:ext>
              </a:extLst>
            </p:cNvPr>
            <p:cNvSpPr/>
            <p:nvPr/>
          </p:nvSpPr>
          <p:spPr>
            <a:xfrm>
              <a:off x="6975255" y="4045053"/>
              <a:ext cx="50480" cy="50433"/>
            </a:xfrm>
            <a:custGeom>
              <a:avLst/>
              <a:gdLst>
                <a:gd name="connsiteX0" fmla="*/ 44091 w 50480"/>
                <a:gd name="connsiteY0" fmla="*/ 0 h 50433"/>
                <a:gd name="connsiteX1" fmla="*/ 37701 w 50480"/>
                <a:gd name="connsiteY1" fmla="*/ 6384 h 50433"/>
                <a:gd name="connsiteX2" fmla="*/ 37701 w 50480"/>
                <a:gd name="connsiteY2" fmla="*/ 15960 h 50433"/>
                <a:gd name="connsiteX3" fmla="*/ 15975 w 50480"/>
                <a:gd name="connsiteY3" fmla="*/ 37666 h 50433"/>
                <a:gd name="connsiteX4" fmla="*/ 6390 w 50480"/>
                <a:gd name="connsiteY4" fmla="*/ 37666 h 50433"/>
                <a:gd name="connsiteX5" fmla="*/ 0 w 50480"/>
                <a:gd name="connsiteY5" fmla="*/ 44050 h 50433"/>
                <a:gd name="connsiteX6" fmla="*/ 6390 w 50480"/>
                <a:gd name="connsiteY6" fmla="*/ 50434 h 50433"/>
                <a:gd name="connsiteX7" fmla="*/ 15975 w 50480"/>
                <a:gd name="connsiteY7" fmla="*/ 50434 h 50433"/>
                <a:gd name="connsiteX8" fmla="*/ 50481 w 50480"/>
                <a:gd name="connsiteY8" fmla="*/ 15960 h 50433"/>
                <a:gd name="connsiteX9" fmla="*/ 50481 w 50480"/>
                <a:gd name="connsiteY9" fmla="*/ 6384 h 50433"/>
                <a:gd name="connsiteX10" fmla="*/ 44091 w 50480"/>
                <a:gd name="connsiteY10" fmla="*/ 0 h 5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480" h="50433">
                  <a:moveTo>
                    <a:pt x="44091" y="0"/>
                  </a:moveTo>
                  <a:cubicBezTo>
                    <a:pt x="40257" y="0"/>
                    <a:pt x="37701" y="2554"/>
                    <a:pt x="37701" y="6384"/>
                  </a:cubicBezTo>
                  <a:lnTo>
                    <a:pt x="37701" y="15960"/>
                  </a:lnTo>
                  <a:cubicBezTo>
                    <a:pt x="37701" y="32558"/>
                    <a:pt x="32589" y="37666"/>
                    <a:pt x="15975" y="37666"/>
                  </a:cubicBezTo>
                  <a:lnTo>
                    <a:pt x="6390" y="37666"/>
                  </a:lnTo>
                  <a:cubicBezTo>
                    <a:pt x="2556" y="37666"/>
                    <a:pt x="0" y="40219"/>
                    <a:pt x="0" y="44050"/>
                  </a:cubicBezTo>
                  <a:cubicBezTo>
                    <a:pt x="0" y="47880"/>
                    <a:pt x="2556" y="50434"/>
                    <a:pt x="6390" y="50434"/>
                  </a:cubicBezTo>
                  <a:lnTo>
                    <a:pt x="15975" y="50434"/>
                  </a:lnTo>
                  <a:cubicBezTo>
                    <a:pt x="39618" y="50434"/>
                    <a:pt x="50481" y="39581"/>
                    <a:pt x="50481" y="15960"/>
                  </a:cubicBezTo>
                  <a:lnTo>
                    <a:pt x="50481" y="6384"/>
                  </a:lnTo>
                  <a:cubicBezTo>
                    <a:pt x="50481" y="2554"/>
                    <a:pt x="47925" y="0"/>
                    <a:pt x="44091" y="0"/>
                  </a:cubicBezTo>
                  <a:close/>
                </a:path>
              </a:pathLst>
            </a:custGeom>
            <a:solidFill>
              <a:srgbClr val="26890D"/>
            </a:solidFill>
            <a:ln w="6390" cap="flat">
              <a:noFill/>
              <a:prstDash val="solid"/>
              <a:miter/>
            </a:ln>
          </p:spPr>
          <p:txBody>
            <a:bodyPr rtlCol="0" anchor="ctr"/>
            <a:lstStyle/>
            <a:p>
              <a:endParaRPr lang="en-US"/>
            </a:p>
          </p:txBody>
        </p:sp>
        <p:sp>
          <p:nvSpPr>
            <p:cNvPr id="469" name="Graphic 4">
              <a:extLst>
                <a:ext uri="{FF2B5EF4-FFF2-40B4-BE49-F238E27FC236}">
                  <a16:creationId xmlns:a16="http://schemas.microsoft.com/office/drawing/2014/main" id="{AB089592-93CB-174C-B103-82A89A7A602A}"/>
                </a:ext>
              </a:extLst>
            </p:cNvPr>
            <p:cNvSpPr/>
            <p:nvPr/>
          </p:nvSpPr>
          <p:spPr>
            <a:xfrm>
              <a:off x="6844900" y="4045053"/>
              <a:ext cx="50480" cy="50433"/>
            </a:xfrm>
            <a:custGeom>
              <a:avLst/>
              <a:gdLst>
                <a:gd name="connsiteX0" fmla="*/ 44091 w 50480"/>
                <a:gd name="connsiteY0" fmla="*/ 37666 h 50433"/>
                <a:gd name="connsiteX1" fmla="*/ 34506 w 50480"/>
                <a:gd name="connsiteY1" fmla="*/ 37666 h 50433"/>
                <a:gd name="connsiteX2" fmla="*/ 12780 w 50480"/>
                <a:gd name="connsiteY2" fmla="*/ 15960 h 50433"/>
                <a:gd name="connsiteX3" fmla="*/ 12780 w 50480"/>
                <a:gd name="connsiteY3" fmla="*/ 6384 h 50433"/>
                <a:gd name="connsiteX4" fmla="*/ 6390 w 50480"/>
                <a:gd name="connsiteY4" fmla="*/ 0 h 50433"/>
                <a:gd name="connsiteX5" fmla="*/ 0 w 50480"/>
                <a:gd name="connsiteY5" fmla="*/ 6384 h 50433"/>
                <a:gd name="connsiteX6" fmla="*/ 0 w 50480"/>
                <a:gd name="connsiteY6" fmla="*/ 15960 h 50433"/>
                <a:gd name="connsiteX7" fmla="*/ 34506 w 50480"/>
                <a:gd name="connsiteY7" fmla="*/ 50434 h 50433"/>
                <a:gd name="connsiteX8" fmla="*/ 44091 w 50480"/>
                <a:gd name="connsiteY8" fmla="*/ 50434 h 50433"/>
                <a:gd name="connsiteX9" fmla="*/ 50481 w 50480"/>
                <a:gd name="connsiteY9" fmla="*/ 44050 h 50433"/>
                <a:gd name="connsiteX10" fmla="*/ 44091 w 50480"/>
                <a:gd name="connsiteY10" fmla="*/ 37666 h 50433"/>
                <a:gd name="connsiteX11" fmla="*/ 44091 w 50480"/>
                <a:gd name="connsiteY11" fmla="*/ 37666 h 5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480" h="50433">
                  <a:moveTo>
                    <a:pt x="44091" y="37666"/>
                  </a:moveTo>
                  <a:lnTo>
                    <a:pt x="34506" y="37666"/>
                  </a:lnTo>
                  <a:cubicBezTo>
                    <a:pt x="17892" y="37666"/>
                    <a:pt x="12780" y="32558"/>
                    <a:pt x="12780" y="15960"/>
                  </a:cubicBezTo>
                  <a:lnTo>
                    <a:pt x="12780" y="6384"/>
                  </a:lnTo>
                  <a:cubicBezTo>
                    <a:pt x="12780" y="2554"/>
                    <a:pt x="10225" y="0"/>
                    <a:pt x="6390" y="0"/>
                  </a:cubicBezTo>
                  <a:cubicBezTo>
                    <a:pt x="2556" y="0"/>
                    <a:pt x="0" y="2554"/>
                    <a:pt x="0" y="6384"/>
                  </a:cubicBezTo>
                  <a:lnTo>
                    <a:pt x="0" y="15960"/>
                  </a:lnTo>
                  <a:cubicBezTo>
                    <a:pt x="0" y="39581"/>
                    <a:pt x="10863" y="50434"/>
                    <a:pt x="34506" y="50434"/>
                  </a:cubicBezTo>
                  <a:lnTo>
                    <a:pt x="44091" y="50434"/>
                  </a:lnTo>
                  <a:cubicBezTo>
                    <a:pt x="47925" y="50434"/>
                    <a:pt x="50481" y="47880"/>
                    <a:pt x="50481" y="44050"/>
                  </a:cubicBezTo>
                  <a:cubicBezTo>
                    <a:pt x="50481" y="40219"/>
                    <a:pt x="47925" y="37666"/>
                    <a:pt x="44091" y="37666"/>
                  </a:cubicBezTo>
                  <a:lnTo>
                    <a:pt x="44091" y="37666"/>
                  </a:lnTo>
                  <a:close/>
                </a:path>
              </a:pathLst>
            </a:custGeom>
            <a:solidFill>
              <a:srgbClr val="26890D"/>
            </a:solidFill>
            <a:ln w="6390" cap="flat">
              <a:noFill/>
              <a:prstDash val="solid"/>
              <a:miter/>
            </a:ln>
          </p:spPr>
          <p:txBody>
            <a:bodyPr rtlCol="0" anchor="ctr"/>
            <a:lstStyle/>
            <a:p>
              <a:endParaRPr lang="en-US"/>
            </a:p>
          </p:txBody>
        </p:sp>
        <p:sp>
          <p:nvSpPr>
            <p:cNvPr id="470" name="Graphic 4">
              <a:extLst>
                <a:ext uri="{FF2B5EF4-FFF2-40B4-BE49-F238E27FC236}">
                  <a16:creationId xmlns:a16="http://schemas.microsoft.com/office/drawing/2014/main" id="{E27C6219-AE0C-924C-8B2C-83C417B582BA}"/>
                </a:ext>
              </a:extLst>
            </p:cNvPr>
            <p:cNvSpPr/>
            <p:nvPr/>
          </p:nvSpPr>
          <p:spPr>
            <a:xfrm>
              <a:off x="6975894" y="3914820"/>
              <a:ext cx="50480" cy="50433"/>
            </a:xfrm>
            <a:custGeom>
              <a:avLst/>
              <a:gdLst>
                <a:gd name="connsiteX0" fmla="*/ 15975 w 50480"/>
                <a:gd name="connsiteY0" fmla="*/ 0 h 50433"/>
                <a:gd name="connsiteX1" fmla="*/ 6390 w 50480"/>
                <a:gd name="connsiteY1" fmla="*/ 0 h 50433"/>
                <a:gd name="connsiteX2" fmla="*/ 0 w 50480"/>
                <a:gd name="connsiteY2" fmla="*/ 6384 h 50433"/>
                <a:gd name="connsiteX3" fmla="*/ 6390 w 50480"/>
                <a:gd name="connsiteY3" fmla="*/ 12768 h 50433"/>
                <a:gd name="connsiteX4" fmla="*/ 15975 w 50480"/>
                <a:gd name="connsiteY4" fmla="*/ 12768 h 50433"/>
                <a:gd name="connsiteX5" fmla="*/ 37701 w 50480"/>
                <a:gd name="connsiteY5" fmla="*/ 34474 h 50433"/>
                <a:gd name="connsiteX6" fmla="*/ 37701 w 50480"/>
                <a:gd name="connsiteY6" fmla="*/ 44050 h 50433"/>
                <a:gd name="connsiteX7" fmla="*/ 44091 w 50480"/>
                <a:gd name="connsiteY7" fmla="*/ 50434 h 50433"/>
                <a:gd name="connsiteX8" fmla="*/ 50481 w 50480"/>
                <a:gd name="connsiteY8" fmla="*/ 44050 h 50433"/>
                <a:gd name="connsiteX9" fmla="*/ 50481 w 50480"/>
                <a:gd name="connsiteY9" fmla="*/ 34474 h 50433"/>
                <a:gd name="connsiteX10" fmla="*/ 15975 w 50480"/>
                <a:gd name="connsiteY10" fmla="*/ 0 h 5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480" h="50433">
                  <a:moveTo>
                    <a:pt x="15975" y="0"/>
                  </a:moveTo>
                  <a:lnTo>
                    <a:pt x="6390" y="0"/>
                  </a:lnTo>
                  <a:cubicBezTo>
                    <a:pt x="2556" y="0"/>
                    <a:pt x="0" y="2554"/>
                    <a:pt x="0" y="6384"/>
                  </a:cubicBezTo>
                  <a:cubicBezTo>
                    <a:pt x="0" y="10215"/>
                    <a:pt x="2556" y="12768"/>
                    <a:pt x="6390" y="12768"/>
                  </a:cubicBezTo>
                  <a:lnTo>
                    <a:pt x="15975" y="12768"/>
                  </a:lnTo>
                  <a:cubicBezTo>
                    <a:pt x="32589" y="12768"/>
                    <a:pt x="37701" y="17875"/>
                    <a:pt x="37701" y="34474"/>
                  </a:cubicBezTo>
                  <a:lnTo>
                    <a:pt x="37701" y="44050"/>
                  </a:lnTo>
                  <a:cubicBezTo>
                    <a:pt x="37701" y="47880"/>
                    <a:pt x="40257" y="50434"/>
                    <a:pt x="44091" y="50434"/>
                  </a:cubicBezTo>
                  <a:cubicBezTo>
                    <a:pt x="47925" y="50434"/>
                    <a:pt x="50481" y="47880"/>
                    <a:pt x="50481" y="44050"/>
                  </a:cubicBezTo>
                  <a:lnTo>
                    <a:pt x="50481" y="34474"/>
                  </a:lnTo>
                  <a:cubicBezTo>
                    <a:pt x="49842" y="10853"/>
                    <a:pt x="38979" y="0"/>
                    <a:pt x="15975" y="0"/>
                  </a:cubicBezTo>
                  <a:close/>
                </a:path>
              </a:pathLst>
            </a:custGeom>
            <a:solidFill>
              <a:srgbClr val="26890D"/>
            </a:solidFill>
            <a:ln w="6390" cap="flat">
              <a:noFill/>
              <a:prstDash val="solid"/>
              <a:miter/>
            </a:ln>
          </p:spPr>
          <p:txBody>
            <a:bodyPr rtlCol="0" anchor="ctr"/>
            <a:lstStyle/>
            <a:p>
              <a:endParaRPr lang="en-US"/>
            </a:p>
          </p:txBody>
        </p:sp>
      </p:grpSp>
      <p:grpSp>
        <p:nvGrpSpPr>
          <p:cNvPr id="471" name="Graphic 4">
            <a:extLst>
              <a:ext uri="{FF2B5EF4-FFF2-40B4-BE49-F238E27FC236}">
                <a16:creationId xmlns:a16="http://schemas.microsoft.com/office/drawing/2014/main" id="{770EC7A6-3164-0841-A849-47A1783E1DEB}"/>
              </a:ext>
            </a:extLst>
          </p:cNvPr>
          <p:cNvGrpSpPr/>
          <p:nvPr/>
        </p:nvGrpSpPr>
        <p:grpSpPr>
          <a:xfrm>
            <a:off x="3607758" y="3339623"/>
            <a:ext cx="362313" cy="361971"/>
            <a:chOff x="3607758" y="3339623"/>
            <a:chExt cx="362313" cy="361971"/>
          </a:xfrm>
          <a:solidFill>
            <a:srgbClr val="26890D"/>
          </a:solidFill>
        </p:grpSpPr>
        <p:sp>
          <p:nvSpPr>
            <p:cNvPr id="472" name="Graphic 4">
              <a:extLst>
                <a:ext uri="{FF2B5EF4-FFF2-40B4-BE49-F238E27FC236}">
                  <a16:creationId xmlns:a16="http://schemas.microsoft.com/office/drawing/2014/main" id="{5DFBAC19-3023-9347-8825-F68B62D75495}"/>
                </a:ext>
              </a:extLst>
            </p:cNvPr>
            <p:cNvSpPr/>
            <p:nvPr/>
          </p:nvSpPr>
          <p:spPr>
            <a:xfrm>
              <a:off x="3607758" y="3339623"/>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6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 name="connsiteX13" fmla="*/ 181474 w 362313"/>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3"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949"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6" y="12768"/>
                  </a:cubicBezTo>
                  <a:cubicBezTo>
                    <a:pt x="274128" y="12768"/>
                    <a:pt x="349530" y="88099"/>
                    <a:pt x="349530" y="180667"/>
                  </a:cubicBezTo>
                  <a:lnTo>
                    <a:pt x="349530" y="180667"/>
                  </a:lnTo>
                  <a:cubicBezTo>
                    <a:pt x="349530" y="273873"/>
                    <a:pt x="274128" y="349204"/>
                    <a:pt x="181474" y="349204"/>
                  </a:cubicBezTo>
                  <a:lnTo>
                    <a:pt x="181474" y="349204"/>
                  </a:lnTo>
                  <a:close/>
                </a:path>
              </a:pathLst>
            </a:custGeom>
            <a:solidFill>
              <a:srgbClr val="26890D"/>
            </a:solidFill>
            <a:ln w="6390" cap="flat">
              <a:noFill/>
              <a:prstDash val="solid"/>
              <a:miter/>
            </a:ln>
          </p:spPr>
          <p:txBody>
            <a:bodyPr rtlCol="0" anchor="ctr"/>
            <a:lstStyle/>
            <a:p>
              <a:endParaRPr lang="en-US"/>
            </a:p>
          </p:txBody>
        </p:sp>
        <p:sp>
          <p:nvSpPr>
            <p:cNvPr id="473" name="Graphic 4">
              <a:extLst>
                <a:ext uri="{FF2B5EF4-FFF2-40B4-BE49-F238E27FC236}">
                  <a16:creationId xmlns:a16="http://schemas.microsoft.com/office/drawing/2014/main" id="{73276748-0EF7-FC4D-BAD9-B4F7AE3A5E60}"/>
                </a:ext>
              </a:extLst>
            </p:cNvPr>
            <p:cNvSpPr/>
            <p:nvPr/>
          </p:nvSpPr>
          <p:spPr>
            <a:xfrm>
              <a:off x="3678376" y="3396281"/>
              <a:ext cx="221603" cy="248496"/>
            </a:xfrm>
            <a:custGeom>
              <a:avLst/>
              <a:gdLst>
                <a:gd name="connsiteX0" fmla="*/ 161975 w 221603"/>
                <a:gd name="connsiteY0" fmla="*/ 12928 h 248496"/>
                <a:gd name="connsiteX1" fmla="*/ 161975 w 221603"/>
                <a:gd name="connsiteY1" fmla="*/ 12928 h 248496"/>
                <a:gd name="connsiteX2" fmla="*/ 154307 w 221603"/>
                <a:gd name="connsiteY2" fmla="*/ 9097 h 248496"/>
                <a:gd name="connsiteX3" fmla="*/ 153029 w 221603"/>
                <a:gd name="connsiteY3" fmla="*/ 8459 h 248496"/>
                <a:gd name="connsiteX4" fmla="*/ 146639 w 221603"/>
                <a:gd name="connsiteY4" fmla="*/ 5905 h 248496"/>
                <a:gd name="connsiteX5" fmla="*/ 137054 w 221603"/>
                <a:gd name="connsiteY5" fmla="*/ 3352 h 248496"/>
                <a:gd name="connsiteX6" fmla="*/ 137054 w 221603"/>
                <a:gd name="connsiteY6" fmla="*/ 3352 h 248496"/>
                <a:gd name="connsiteX7" fmla="*/ 84657 w 221603"/>
                <a:gd name="connsiteY7" fmla="*/ 3352 h 248496"/>
                <a:gd name="connsiteX8" fmla="*/ 84657 w 221603"/>
                <a:gd name="connsiteY8" fmla="*/ 3352 h 248496"/>
                <a:gd name="connsiteX9" fmla="*/ 75072 w 221603"/>
                <a:gd name="connsiteY9" fmla="*/ 5905 h 248496"/>
                <a:gd name="connsiteX10" fmla="*/ 68682 w 221603"/>
                <a:gd name="connsiteY10" fmla="*/ 8459 h 248496"/>
                <a:gd name="connsiteX11" fmla="*/ 67404 w 221603"/>
                <a:gd name="connsiteY11" fmla="*/ 9097 h 248496"/>
                <a:gd name="connsiteX12" fmla="*/ 60375 w 221603"/>
                <a:gd name="connsiteY12" fmla="*/ 12289 h 248496"/>
                <a:gd name="connsiteX13" fmla="*/ 59736 w 221603"/>
                <a:gd name="connsiteY13" fmla="*/ 12928 h 248496"/>
                <a:gd name="connsiteX14" fmla="*/ 12451 w 221603"/>
                <a:gd name="connsiteY14" fmla="*/ 161674 h 248496"/>
                <a:gd name="connsiteX15" fmla="*/ 75072 w 221603"/>
                <a:gd name="connsiteY15" fmla="*/ 215300 h 248496"/>
                <a:gd name="connsiteX16" fmla="*/ 48235 w 221603"/>
                <a:gd name="connsiteY16" fmla="*/ 242112 h 248496"/>
                <a:gd name="connsiteX17" fmla="*/ 50151 w 221603"/>
                <a:gd name="connsiteY17" fmla="*/ 246581 h 248496"/>
                <a:gd name="connsiteX18" fmla="*/ 54624 w 221603"/>
                <a:gd name="connsiteY18" fmla="*/ 248496 h 248496"/>
                <a:gd name="connsiteX19" fmla="*/ 167087 w 221603"/>
                <a:gd name="connsiteY19" fmla="*/ 248496 h 248496"/>
                <a:gd name="connsiteX20" fmla="*/ 171560 w 221603"/>
                <a:gd name="connsiteY20" fmla="*/ 246581 h 248496"/>
                <a:gd name="connsiteX21" fmla="*/ 173477 w 221603"/>
                <a:gd name="connsiteY21" fmla="*/ 242112 h 248496"/>
                <a:gd name="connsiteX22" fmla="*/ 146639 w 221603"/>
                <a:gd name="connsiteY22" fmla="*/ 215300 h 248496"/>
                <a:gd name="connsiteX23" fmla="*/ 215651 w 221603"/>
                <a:gd name="connsiteY23" fmla="*/ 74852 h 248496"/>
                <a:gd name="connsiteX24" fmla="*/ 161975 w 221603"/>
                <a:gd name="connsiteY24" fmla="*/ 12928 h 248496"/>
                <a:gd name="connsiteX25" fmla="*/ 161975 w 221603"/>
                <a:gd name="connsiteY25" fmla="*/ 12928 h 248496"/>
                <a:gd name="connsiteX26" fmla="*/ 72516 w 221603"/>
                <a:gd name="connsiteY26" fmla="*/ 21227 h 248496"/>
                <a:gd name="connsiteX27" fmla="*/ 76989 w 221603"/>
                <a:gd name="connsiteY27" fmla="*/ 19312 h 248496"/>
                <a:gd name="connsiteX28" fmla="*/ 82101 w 221603"/>
                <a:gd name="connsiteY28" fmla="*/ 17396 h 248496"/>
                <a:gd name="connsiteX29" fmla="*/ 88491 w 221603"/>
                <a:gd name="connsiteY29" fmla="*/ 15481 h 248496"/>
                <a:gd name="connsiteX30" fmla="*/ 91686 w 221603"/>
                <a:gd name="connsiteY30" fmla="*/ 14843 h 248496"/>
                <a:gd name="connsiteX31" fmla="*/ 131943 w 221603"/>
                <a:gd name="connsiteY31" fmla="*/ 14843 h 248496"/>
                <a:gd name="connsiteX32" fmla="*/ 135138 w 221603"/>
                <a:gd name="connsiteY32" fmla="*/ 15481 h 248496"/>
                <a:gd name="connsiteX33" fmla="*/ 141527 w 221603"/>
                <a:gd name="connsiteY33" fmla="*/ 17396 h 248496"/>
                <a:gd name="connsiteX34" fmla="*/ 146639 w 221603"/>
                <a:gd name="connsiteY34" fmla="*/ 19312 h 248496"/>
                <a:gd name="connsiteX35" fmla="*/ 150474 w 221603"/>
                <a:gd name="connsiteY35" fmla="*/ 20588 h 248496"/>
                <a:gd name="connsiteX36" fmla="*/ 151752 w 221603"/>
                <a:gd name="connsiteY36" fmla="*/ 21227 h 248496"/>
                <a:gd name="connsiteX37" fmla="*/ 96798 w 221603"/>
                <a:gd name="connsiteY37" fmla="*/ 46124 h 248496"/>
                <a:gd name="connsiteX38" fmla="*/ 71877 w 221603"/>
                <a:gd name="connsiteY38" fmla="*/ 21227 h 248496"/>
                <a:gd name="connsiteX39" fmla="*/ 72516 w 221603"/>
                <a:gd name="connsiteY39" fmla="*/ 21227 h 248496"/>
                <a:gd name="connsiteX40" fmla="*/ 64209 w 221603"/>
                <a:gd name="connsiteY40" fmla="*/ 236367 h 248496"/>
                <a:gd name="connsiteX41" fmla="*/ 110856 w 221603"/>
                <a:gd name="connsiteY41" fmla="*/ 222322 h 248496"/>
                <a:gd name="connsiteX42" fmla="*/ 157502 w 221603"/>
                <a:gd name="connsiteY42" fmla="*/ 236367 h 248496"/>
                <a:gd name="connsiteX43" fmla="*/ 64209 w 221603"/>
                <a:gd name="connsiteY43" fmla="*/ 236367 h 248496"/>
                <a:gd name="connsiteX44" fmla="*/ 110856 w 221603"/>
                <a:gd name="connsiteY44" fmla="*/ 208277 h 248496"/>
                <a:gd name="connsiteX45" fmla="*/ 13090 w 221603"/>
                <a:gd name="connsiteY45" fmla="*/ 110602 h 248496"/>
                <a:gd name="connsiteX46" fmla="*/ 59736 w 221603"/>
                <a:gd name="connsiteY46" fmla="*/ 26972 h 248496"/>
                <a:gd name="connsiteX47" fmla="*/ 132582 w 221603"/>
                <a:gd name="connsiteY47" fmla="*/ 56339 h 248496"/>
                <a:gd name="connsiteX48" fmla="*/ 161975 w 221603"/>
                <a:gd name="connsiteY48" fmla="*/ 26972 h 248496"/>
                <a:gd name="connsiteX49" fmla="*/ 193925 w 221603"/>
                <a:gd name="connsiteY49" fmla="*/ 161036 h 248496"/>
                <a:gd name="connsiteX50" fmla="*/ 110856 w 221603"/>
                <a:gd name="connsiteY50" fmla="*/ 208277 h 248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21603" h="248496">
                  <a:moveTo>
                    <a:pt x="161975" y="12928"/>
                  </a:moveTo>
                  <a:lnTo>
                    <a:pt x="161975" y="12928"/>
                  </a:lnTo>
                  <a:cubicBezTo>
                    <a:pt x="159419" y="11651"/>
                    <a:pt x="156863" y="10374"/>
                    <a:pt x="154307" y="9097"/>
                  </a:cubicBezTo>
                  <a:lnTo>
                    <a:pt x="153029" y="8459"/>
                  </a:lnTo>
                  <a:cubicBezTo>
                    <a:pt x="151112" y="7820"/>
                    <a:pt x="148557" y="6544"/>
                    <a:pt x="146639" y="5905"/>
                  </a:cubicBezTo>
                  <a:cubicBezTo>
                    <a:pt x="143444" y="4628"/>
                    <a:pt x="140249" y="3990"/>
                    <a:pt x="137054" y="3352"/>
                  </a:cubicBezTo>
                  <a:lnTo>
                    <a:pt x="137054" y="3352"/>
                  </a:lnTo>
                  <a:cubicBezTo>
                    <a:pt x="119802" y="-1117"/>
                    <a:pt x="101910" y="-1117"/>
                    <a:pt x="84657" y="3352"/>
                  </a:cubicBezTo>
                  <a:lnTo>
                    <a:pt x="84657" y="3352"/>
                  </a:lnTo>
                  <a:cubicBezTo>
                    <a:pt x="81462" y="3990"/>
                    <a:pt x="78267" y="5267"/>
                    <a:pt x="75072" y="5905"/>
                  </a:cubicBezTo>
                  <a:cubicBezTo>
                    <a:pt x="73155" y="6544"/>
                    <a:pt x="70599" y="7182"/>
                    <a:pt x="68682" y="8459"/>
                  </a:cubicBezTo>
                  <a:lnTo>
                    <a:pt x="67404" y="9097"/>
                  </a:lnTo>
                  <a:cubicBezTo>
                    <a:pt x="64848" y="10374"/>
                    <a:pt x="62292" y="11012"/>
                    <a:pt x="60375" y="12289"/>
                  </a:cubicBezTo>
                  <a:lnTo>
                    <a:pt x="59736" y="12928"/>
                  </a:lnTo>
                  <a:cubicBezTo>
                    <a:pt x="5422" y="41017"/>
                    <a:pt x="-15665" y="107410"/>
                    <a:pt x="12451" y="161674"/>
                  </a:cubicBezTo>
                  <a:cubicBezTo>
                    <a:pt x="25870" y="187210"/>
                    <a:pt x="48235" y="206362"/>
                    <a:pt x="75072" y="215300"/>
                  </a:cubicBezTo>
                  <a:cubicBezTo>
                    <a:pt x="59098" y="221045"/>
                    <a:pt x="48873" y="231260"/>
                    <a:pt x="48235" y="242112"/>
                  </a:cubicBezTo>
                  <a:cubicBezTo>
                    <a:pt x="48235" y="244027"/>
                    <a:pt x="48873" y="245304"/>
                    <a:pt x="50151" y="246581"/>
                  </a:cubicBezTo>
                  <a:cubicBezTo>
                    <a:pt x="51430" y="247858"/>
                    <a:pt x="52708" y="248496"/>
                    <a:pt x="54624" y="248496"/>
                  </a:cubicBezTo>
                  <a:lnTo>
                    <a:pt x="167087" y="248496"/>
                  </a:lnTo>
                  <a:cubicBezTo>
                    <a:pt x="169004" y="248496"/>
                    <a:pt x="170282" y="247858"/>
                    <a:pt x="171560" y="246581"/>
                  </a:cubicBezTo>
                  <a:cubicBezTo>
                    <a:pt x="172838" y="245304"/>
                    <a:pt x="173477" y="243389"/>
                    <a:pt x="173477" y="242112"/>
                  </a:cubicBezTo>
                  <a:cubicBezTo>
                    <a:pt x="172838" y="230621"/>
                    <a:pt x="162614" y="221045"/>
                    <a:pt x="146639" y="215300"/>
                  </a:cubicBezTo>
                  <a:cubicBezTo>
                    <a:pt x="204149" y="195509"/>
                    <a:pt x="235460" y="132946"/>
                    <a:pt x="215651" y="74852"/>
                  </a:cubicBezTo>
                  <a:cubicBezTo>
                    <a:pt x="206705" y="48040"/>
                    <a:pt x="187535" y="25696"/>
                    <a:pt x="161975" y="12928"/>
                  </a:cubicBezTo>
                  <a:lnTo>
                    <a:pt x="161975" y="12928"/>
                  </a:lnTo>
                  <a:close/>
                  <a:moveTo>
                    <a:pt x="72516" y="21227"/>
                  </a:moveTo>
                  <a:cubicBezTo>
                    <a:pt x="73794" y="20588"/>
                    <a:pt x="75072" y="19950"/>
                    <a:pt x="76989" y="19312"/>
                  </a:cubicBezTo>
                  <a:cubicBezTo>
                    <a:pt x="78906" y="18673"/>
                    <a:pt x="80184" y="18035"/>
                    <a:pt x="82101" y="17396"/>
                  </a:cubicBezTo>
                  <a:cubicBezTo>
                    <a:pt x="84018" y="16758"/>
                    <a:pt x="86574" y="16120"/>
                    <a:pt x="88491" y="15481"/>
                  </a:cubicBezTo>
                  <a:cubicBezTo>
                    <a:pt x="89769" y="15481"/>
                    <a:pt x="90408" y="14843"/>
                    <a:pt x="91686" y="14843"/>
                  </a:cubicBezTo>
                  <a:cubicBezTo>
                    <a:pt x="105105" y="12289"/>
                    <a:pt x="118524" y="12289"/>
                    <a:pt x="131943" y="14843"/>
                  </a:cubicBezTo>
                  <a:cubicBezTo>
                    <a:pt x="133221" y="14843"/>
                    <a:pt x="133859" y="15481"/>
                    <a:pt x="135138" y="15481"/>
                  </a:cubicBezTo>
                  <a:cubicBezTo>
                    <a:pt x="137054" y="16120"/>
                    <a:pt x="139611" y="16758"/>
                    <a:pt x="141527" y="17396"/>
                  </a:cubicBezTo>
                  <a:lnTo>
                    <a:pt x="146639" y="19312"/>
                  </a:lnTo>
                  <a:lnTo>
                    <a:pt x="150474" y="20588"/>
                  </a:lnTo>
                  <a:lnTo>
                    <a:pt x="151752" y="21227"/>
                  </a:lnTo>
                  <a:cubicBezTo>
                    <a:pt x="143444" y="42932"/>
                    <a:pt x="118524" y="54424"/>
                    <a:pt x="96798" y="46124"/>
                  </a:cubicBezTo>
                  <a:cubicBezTo>
                    <a:pt x="85296" y="41656"/>
                    <a:pt x="76350" y="32718"/>
                    <a:pt x="71877" y="21227"/>
                  </a:cubicBezTo>
                  <a:lnTo>
                    <a:pt x="72516" y="21227"/>
                  </a:lnTo>
                  <a:close/>
                  <a:moveTo>
                    <a:pt x="64209" y="236367"/>
                  </a:moveTo>
                  <a:cubicBezTo>
                    <a:pt x="71238" y="228706"/>
                    <a:pt x="89130" y="222322"/>
                    <a:pt x="110856" y="222322"/>
                  </a:cubicBezTo>
                  <a:cubicBezTo>
                    <a:pt x="132582" y="222322"/>
                    <a:pt x="150474" y="228706"/>
                    <a:pt x="157502" y="236367"/>
                  </a:cubicBezTo>
                  <a:lnTo>
                    <a:pt x="64209" y="236367"/>
                  </a:lnTo>
                  <a:close/>
                  <a:moveTo>
                    <a:pt x="110856" y="208277"/>
                  </a:moveTo>
                  <a:cubicBezTo>
                    <a:pt x="57180" y="208277"/>
                    <a:pt x="13090" y="164866"/>
                    <a:pt x="13090" y="110602"/>
                  </a:cubicBezTo>
                  <a:cubicBezTo>
                    <a:pt x="13090" y="76767"/>
                    <a:pt x="30982" y="44848"/>
                    <a:pt x="59736" y="26972"/>
                  </a:cubicBezTo>
                  <a:cubicBezTo>
                    <a:pt x="71877" y="55062"/>
                    <a:pt x="104466" y="68468"/>
                    <a:pt x="132582" y="56339"/>
                  </a:cubicBezTo>
                  <a:cubicBezTo>
                    <a:pt x="146001" y="50593"/>
                    <a:pt x="156224" y="40379"/>
                    <a:pt x="161975" y="26972"/>
                  </a:cubicBezTo>
                  <a:cubicBezTo>
                    <a:pt x="207983" y="55062"/>
                    <a:pt x="222041" y="115710"/>
                    <a:pt x="193925" y="161036"/>
                  </a:cubicBezTo>
                  <a:cubicBezTo>
                    <a:pt x="176033" y="190402"/>
                    <a:pt x="144722" y="208277"/>
                    <a:pt x="110856" y="208277"/>
                  </a:cubicBezTo>
                  <a:close/>
                </a:path>
              </a:pathLst>
            </a:custGeom>
            <a:solidFill>
              <a:srgbClr val="26890D"/>
            </a:solidFill>
            <a:ln w="6390" cap="flat">
              <a:noFill/>
              <a:prstDash val="solid"/>
              <a:miter/>
            </a:ln>
          </p:spPr>
          <p:txBody>
            <a:bodyPr rtlCol="0" anchor="ctr"/>
            <a:lstStyle/>
            <a:p>
              <a:endParaRPr lang="en-US"/>
            </a:p>
          </p:txBody>
        </p:sp>
        <p:sp>
          <p:nvSpPr>
            <p:cNvPr id="474" name="Graphic 4">
              <a:extLst>
                <a:ext uri="{FF2B5EF4-FFF2-40B4-BE49-F238E27FC236}">
                  <a16:creationId xmlns:a16="http://schemas.microsoft.com/office/drawing/2014/main" id="{75730679-B1F1-5149-BE08-061207DEE798}"/>
                </a:ext>
              </a:extLst>
            </p:cNvPr>
            <p:cNvSpPr/>
            <p:nvPr/>
          </p:nvSpPr>
          <p:spPr>
            <a:xfrm>
              <a:off x="3736835" y="3478794"/>
              <a:ext cx="104795" cy="104697"/>
            </a:xfrm>
            <a:custGeom>
              <a:avLst/>
              <a:gdLst>
                <a:gd name="connsiteX0" fmla="*/ 52398 w 104795"/>
                <a:gd name="connsiteY0" fmla="*/ 0 h 104697"/>
                <a:gd name="connsiteX1" fmla="*/ 0 w 104795"/>
                <a:gd name="connsiteY1" fmla="*/ 52349 h 104697"/>
                <a:gd name="connsiteX2" fmla="*/ 52398 w 104795"/>
                <a:gd name="connsiteY2" fmla="*/ 104697 h 104697"/>
                <a:gd name="connsiteX3" fmla="*/ 104795 w 104795"/>
                <a:gd name="connsiteY3" fmla="*/ 52349 h 104697"/>
                <a:gd name="connsiteX4" fmla="*/ 104795 w 104795"/>
                <a:gd name="connsiteY4" fmla="*/ 52349 h 104697"/>
                <a:gd name="connsiteX5" fmla="*/ 52398 w 104795"/>
                <a:gd name="connsiteY5" fmla="*/ 0 h 104697"/>
                <a:gd name="connsiteX6" fmla="*/ 52398 w 104795"/>
                <a:gd name="connsiteY6" fmla="*/ 92568 h 104697"/>
                <a:gd name="connsiteX7" fmla="*/ 12780 w 104795"/>
                <a:gd name="connsiteY7" fmla="*/ 52987 h 104697"/>
                <a:gd name="connsiteX8" fmla="*/ 52398 w 104795"/>
                <a:gd name="connsiteY8" fmla="*/ 13407 h 104697"/>
                <a:gd name="connsiteX9" fmla="*/ 92015 w 104795"/>
                <a:gd name="connsiteY9" fmla="*/ 52987 h 104697"/>
                <a:gd name="connsiteX10" fmla="*/ 92015 w 104795"/>
                <a:gd name="connsiteY10" fmla="*/ 52987 h 104697"/>
                <a:gd name="connsiteX11" fmla="*/ 52398 w 104795"/>
                <a:gd name="connsiteY11" fmla="*/ 92568 h 10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795" h="104697">
                  <a:moveTo>
                    <a:pt x="52398" y="0"/>
                  </a:moveTo>
                  <a:cubicBezTo>
                    <a:pt x="23004" y="0"/>
                    <a:pt x="0" y="23621"/>
                    <a:pt x="0" y="52349"/>
                  </a:cubicBezTo>
                  <a:cubicBezTo>
                    <a:pt x="0" y="81077"/>
                    <a:pt x="23643" y="104697"/>
                    <a:pt x="52398" y="104697"/>
                  </a:cubicBezTo>
                  <a:cubicBezTo>
                    <a:pt x="81152" y="104697"/>
                    <a:pt x="104795" y="81077"/>
                    <a:pt x="104795" y="52349"/>
                  </a:cubicBezTo>
                  <a:lnTo>
                    <a:pt x="104795" y="52349"/>
                  </a:lnTo>
                  <a:cubicBezTo>
                    <a:pt x="104795" y="23621"/>
                    <a:pt x="81791" y="0"/>
                    <a:pt x="52398" y="0"/>
                  </a:cubicBezTo>
                  <a:close/>
                  <a:moveTo>
                    <a:pt x="52398" y="92568"/>
                  </a:moveTo>
                  <a:cubicBezTo>
                    <a:pt x="30033" y="92568"/>
                    <a:pt x="12780" y="74693"/>
                    <a:pt x="12780" y="52987"/>
                  </a:cubicBezTo>
                  <a:cubicBezTo>
                    <a:pt x="12780" y="31282"/>
                    <a:pt x="30672" y="13407"/>
                    <a:pt x="52398" y="13407"/>
                  </a:cubicBezTo>
                  <a:cubicBezTo>
                    <a:pt x="74124" y="13407"/>
                    <a:pt x="92015" y="31282"/>
                    <a:pt x="92015" y="52987"/>
                  </a:cubicBezTo>
                  <a:lnTo>
                    <a:pt x="92015" y="52987"/>
                  </a:lnTo>
                  <a:cubicBezTo>
                    <a:pt x="92015" y="74693"/>
                    <a:pt x="74124" y="92568"/>
                    <a:pt x="52398" y="92568"/>
                  </a:cubicBezTo>
                  <a:close/>
                </a:path>
              </a:pathLst>
            </a:custGeom>
            <a:solidFill>
              <a:srgbClr val="26890D"/>
            </a:solidFill>
            <a:ln w="6390" cap="flat">
              <a:noFill/>
              <a:prstDash val="solid"/>
              <a:miter/>
            </a:ln>
          </p:spPr>
          <p:txBody>
            <a:bodyPr rtlCol="0" anchor="ctr"/>
            <a:lstStyle/>
            <a:p>
              <a:endParaRPr lang="en-US"/>
            </a:p>
          </p:txBody>
        </p:sp>
        <p:sp>
          <p:nvSpPr>
            <p:cNvPr id="475" name="Graphic 4">
              <a:extLst>
                <a:ext uri="{FF2B5EF4-FFF2-40B4-BE49-F238E27FC236}">
                  <a16:creationId xmlns:a16="http://schemas.microsoft.com/office/drawing/2014/main" id="{1486B8EF-B794-5545-A20D-54FBF826CFCF}"/>
                </a:ext>
              </a:extLst>
            </p:cNvPr>
            <p:cNvSpPr/>
            <p:nvPr/>
          </p:nvSpPr>
          <p:spPr>
            <a:xfrm>
              <a:off x="3764951" y="3504969"/>
              <a:ext cx="48563" cy="48518"/>
            </a:xfrm>
            <a:custGeom>
              <a:avLst/>
              <a:gdLst>
                <a:gd name="connsiteX0" fmla="*/ 24282 w 48563"/>
                <a:gd name="connsiteY0" fmla="*/ 0 h 48518"/>
                <a:gd name="connsiteX1" fmla="*/ 0 w 48563"/>
                <a:gd name="connsiteY1" fmla="*/ 24259 h 48518"/>
                <a:gd name="connsiteX2" fmla="*/ 24282 w 48563"/>
                <a:gd name="connsiteY2" fmla="*/ 48518 h 48518"/>
                <a:gd name="connsiteX3" fmla="*/ 48563 w 48563"/>
                <a:gd name="connsiteY3" fmla="*/ 24259 h 48518"/>
                <a:gd name="connsiteX4" fmla="*/ 24282 w 48563"/>
                <a:gd name="connsiteY4" fmla="*/ 0 h 48518"/>
                <a:gd name="connsiteX5" fmla="*/ 24282 w 48563"/>
                <a:gd name="connsiteY5" fmla="*/ 0 h 48518"/>
                <a:gd name="connsiteX6" fmla="*/ 24282 w 48563"/>
                <a:gd name="connsiteY6" fmla="*/ 35750 h 48518"/>
                <a:gd name="connsiteX7" fmla="*/ 12780 w 48563"/>
                <a:gd name="connsiteY7" fmla="*/ 24259 h 48518"/>
                <a:gd name="connsiteX8" fmla="*/ 24282 w 48563"/>
                <a:gd name="connsiteY8" fmla="*/ 12768 h 48518"/>
                <a:gd name="connsiteX9" fmla="*/ 35783 w 48563"/>
                <a:gd name="connsiteY9" fmla="*/ 24259 h 48518"/>
                <a:gd name="connsiteX10" fmla="*/ 35783 w 48563"/>
                <a:gd name="connsiteY10" fmla="*/ 24259 h 48518"/>
                <a:gd name="connsiteX11" fmla="*/ 24282 w 48563"/>
                <a:gd name="connsiteY11" fmla="*/ 35750 h 48518"/>
                <a:gd name="connsiteX12" fmla="*/ 24282 w 48563"/>
                <a:gd name="connsiteY12" fmla="*/ 35750 h 48518"/>
                <a:gd name="connsiteX13" fmla="*/ 24282 w 48563"/>
                <a:gd name="connsiteY13" fmla="*/ 35750 h 4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563" h="48518">
                  <a:moveTo>
                    <a:pt x="24282" y="0"/>
                  </a:moveTo>
                  <a:cubicBezTo>
                    <a:pt x="10863" y="0"/>
                    <a:pt x="0" y="10852"/>
                    <a:pt x="0" y="24259"/>
                  </a:cubicBezTo>
                  <a:cubicBezTo>
                    <a:pt x="0" y="37665"/>
                    <a:pt x="10863" y="48518"/>
                    <a:pt x="24282" y="48518"/>
                  </a:cubicBezTo>
                  <a:cubicBezTo>
                    <a:pt x="37700" y="48518"/>
                    <a:pt x="48563" y="37665"/>
                    <a:pt x="48563" y="24259"/>
                  </a:cubicBezTo>
                  <a:cubicBezTo>
                    <a:pt x="48563" y="10852"/>
                    <a:pt x="37700" y="0"/>
                    <a:pt x="24282" y="0"/>
                  </a:cubicBezTo>
                  <a:cubicBezTo>
                    <a:pt x="24282" y="0"/>
                    <a:pt x="24282" y="0"/>
                    <a:pt x="24282" y="0"/>
                  </a:cubicBezTo>
                  <a:close/>
                  <a:moveTo>
                    <a:pt x="24282" y="35750"/>
                  </a:moveTo>
                  <a:cubicBezTo>
                    <a:pt x="17892" y="35750"/>
                    <a:pt x="12780" y="30643"/>
                    <a:pt x="12780" y="24259"/>
                  </a:cubicBezTo>
                  <a:cubicBezTo>
                    <a:pt x="12780" y="17875"/>
                    <a:pt x="17892" y="12768"/>
                    <a:pt x="24282" y="12768"/>
                  </a:cubicBezTo>
                  <a:cubicBezTo>
                    <a:pt x="30672" y="12768"/>
                    <a:pt x="35783" y="17875"/>
                    <a:pt x="35783" y="24259"/>
                  </a:cubicBezTo>
                  <a:cubicBezTo>
                    <a:pt x="35783" y="24259"/>
                    <a:pt x="35783" y="24259"/>
                    <a:pt x="35783" y="24259"/>
                  </a:cubicBezTo>
                  <a:cubicBezTo>
                    <a:pt x="35783" y="30643"/>
                    <a:pt x="30672" y="35750"/>
                    <a:pt x="24282" y="35750"/>
                  </a:cubicBezTo>
                  <a:cubicBezTo>
                    <a:pt x="24282" y="35750"/>
                    <a:pt x="24282" y="35750"/>
                    <a:pt x="24282" y="35750"/>
                  </a:cubicBezTo>
                  <a:lnTo>
                    <a:pt x="24282" y="35750"/>
                  </a:lnTo>
                  <a:close/>
                </a:path>
              </a:pathLst>
            </a:custGeom>
            <a:solidFill>
              <a:srgbClr val="26890D"/>
            </a:solidFill>
            <a:ln w="6390" cap="flat">
              <a:noFill/>
              <a:prstDash val="solid"/>
              <a:miter/>
            </a:ln>
          </p:spPr>
          <p:txBody>
            <a:bodyPr rtlCol="0" anchor="ctr"/>
            <a:lstStyle/>
            <a:p>
              <a:endParaRPr lang="en-US"/>
            </a:p>
          </p:txBody>
        </p:sp>
      </p:grpSp>
      <p:grpSp>
        <p:nvGrpSpPr>
          <p:cNvPr id="476" name="Graphic 4">
            <a:extLst>
              <a:ext uri="{FF2B5EF4-FFF2-40B4-BE49-F238E27FC236}">
                <a16:creationId xmlns:a16="http://schemas.microsoft.com/office/drawing/2014/main" id="{DE844A9E-7889-4444-8CD2-510FE43C7E1A}"/>
              </a:ext>
            </a:extLst>
          </p:cNvPr>
          <p:cNvGrpSpPr/>
          <p:nvPr/>
        </p:nvGrpSpPr>
        <p:grpSpPr>
          <a:xfrm>
            <a:off x="3607758" y="1402723"/>
            <a:ext cx="362309" cy="361971"/>
            <a:chOff x="3607758" y="1402723"/>
            <a:chExt cx="362309" cy="361971"/>
          </a:xfrm>
          <a:solidFill>
            <a:srgbClr val="26890D"/>
          </a:solidFill>
        </p:grpSpPr>
        <p:sp>
          <p:nvSpPr>
            <p:cNvPr id="477" name="Graphic 4">
              <a:extLst>
                <a:ext uri="{FF2B5EF4-FFF2-40B4-BE49-F238E27FC236}">
                  <a16:creationId xmlns:a16="http://schemas.microsoft.com/office/drawing/2014/main" id="{636A6FCE-7561-7C4A-82EE-0C2033E15E64}"/>
                </a:ext>
              </a:extLst>
            </p:cNvPr>
            <p:cNvSpPr/>
            <p:nvPr/>
          </p:nvSpPr>
          <p:spPr>
            <a:xfrm>
              <a:off x="3607758" y="14027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8565 h 361971"/>
                <a:gd name="connsiteX8" fmla="*/ 12780 w 362309"/>
                <a:gd name="connsiteY8" fmla="*/ 180667 h 361971"/>
                <a:gd name="connsiteX9" fmla="*/ 181474 w 362309"/>
                <a:gd name="connsiteY9" fmla="*/ 12130 h 361971"/>
                <a:gd name="connsiteX10" fmla="*/ 350169 w 362309"/>
                <a:gd name="connsiteY10" fmla="*/ 180028 h 361971"/>
                <a:gd name="connsiteX11" fmla="*/ 350169 w 362309"/>
                <a:gd name="connsiteY11" fmla="*/ 180028 h 361971"/>
                <a:gd name="connsiteX12" fmla="*/ 181474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ubicBezTo>
                    <a:pt x="181474" y="0"/>
                    <a:pt x="181474" y="0"/>
                    <a:pt x="181474" y="0"/>
                  </a:cubicBezTo>
                  <a:close/>
                  <a:moveTo>
                    <a:pt x="181474" y="348565"/>
                  </a:moveTo>
                  <a:cubicBezTo>
                    <a:pt x="88181" y="348565"/>
                    <a:pt x="12780" y="273234"/>
                    <a:pt x="12780" y="180667"/>
                  </a:cubicBezTo>
                  <a:cubicBezTo>
                    <a:pt x="12780" y="88099"/>
                    <a:pt x="88181" y="12130"/>
                    <a:pt x="181474" y="12130"/>
                  </a:cubicBezTo>
                  <a:cubicBezTo>
                    <a:pt x="274767" y="12130"/>
                    <a:pt x="350169" y="87461"/>
                    <a:pt x="350169" y="180028"/>
                  </a:cubicBezTo>
                  <a:lnTo>
                    <a:pt x="350169" y="180028"/>
                  </a:lnTo>
                  <a:cubicBezTo>
                    <a:pt x="349530" y="273234"/>
                    <a:pt x="274128" y="348565"/>
                    <a:pt x="181474" y="348565"/>
                  </a:cubicBezTo>
                  <a:close/>
                </a:path>
              </a:pathLst>
            </a:custGeom>
            <a:solidFill>
              <a:srgbClr val="26890D"/>
            </a:solidFill>
            <a:ln w="6390" cap="flat">
              <a:noFill/>
              <a:prstDash val="solid"/>
              <a:miter/>
            </a:ln>
          </p:spPr>
          <p:txBody>
            <a:bodyPr rtlCol="0" anchor="ctr"/>
            <a:lstStyle/>
            <a:p>
              <a:endParaRPr lang="en-US"/>
            </a:p>
          </p:txBody>
        </p:sp>
        <p:sp>
          <p:nvSpPr>
            <p:cNvPr id="478" name="Graphic 4">
              <a:extLst>
                <a:ext uri="{FF2B5EF4-FFF2-40B4-BE49-F238E27FC236}">
                  <a16:creationId xmlns:a16="http://schemas.microsoft.com/office/drawing/2014/main" id="{A51B8ACC-003B-0242-9EF5-5CBEBD4DB03A}"/>
                </a:ext>
              </a:extLst>
            </p:cNvPr>
            <p:cNvSpPr/>
            <p:nvPr/>
          </p:nvSpPr>
          <p:spPr>
            <a:xfrm>
              <a:off x="3717825" y="1560697"/>
              <a:ext cx="19010" cy="44398"/>
            </a:xfrm>
            <a:custGeom>
              <a:avLst/>
              <a:gdLst>
                <a:gd name="connsiteX0" fmla="*/ 17093 w 19010"/>
                <a:gd name="connsiteY0" fmla="*/ 1626 h 44398"/>
                <a:gd name="connsiteX1" fmla="*/ 8147 w 19010"/>
                <a:gd name="connsiteY1" fmla="*/ 2264 h 44398"/>
                <a:gd name="connsiteX2" fmla="*/ 8147 w 19010"/>
                <a:gd name="connsiteY2" fmla="*/ 42483 h 44398"/>
                <a:gd name="connsiteX3" fmla="*/ 12620 w 19010"/>
                <a:gd name="connsiteY3" fmla="*/ 44398 h 44398"/>
                <a:gd name="connsiteX4" fmla="*/ 17093 w 19010"/>
                <a:gd name="connsiteY4" fmla="*/ 42483 h 44398"/>
                <a:gd name="connsiteX5" fmla="*/ 17093 w 19010"/>
                <a:gd name="connsiteY5" fmla="*/ 33546 h 44398"/>
                <a:gd name="connsiteX6" fmla="*/ 17093 w 19010"/>
                <a:gd name="connsiteY6" fmla="*/ 10563 h 44398"/>
                <a:gd name="connsiteX7" fmla="*/ 17093 w 19010"/>
                <a:gd name="connsiteY7" fmla="*/ 1626 h 44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10" h="44398">
                  <a:moveTo>
                    <a:pt x="17093" y="1626"/>
                  </a:moveTo>
                  <a:cubicBezTo>
                    <a:pt x="14537" y="-928"/>
                    <a:pt x="10703" y="-290"/>
                    <a:pt x="8147" y="2264"/>
                  </a:cubicBezTo>
                  <a:cubicBezTo>
                    <a:pt x="-2716" y="13755"/>
                    <a:pt x="-2716" y="31630"/>
                    <a:pt x="8147" y="42483"/>
                  </a:cubicBezTo>
                  <a:cubicBezTo>
                    <a:pt x="9425" y="43760"/>
                    <a:pt x="10703" y="44398"/>
                    <a:pt x="12620" y="44398"/>
                  </a:cubicBezTo>
                  <a:cubicBezTo>
                    <a:pt x="14537" y="44398"/>
                    <a:pt x="15815" y="43760"/>
                    <a:pt x="17093" y="42483"/>
                  </a:cubicBezTo>
                  <a:cubicBezTo>
                    <a:pt x="19649" y="39930"/>
                    <a:pt x="19649" y="36099"/>
                    <a:pt x="17093" y="33546"/>
                  </a:cubicBezTo>
                  <a:cubicBezTo>
                    <a:pt x="10703" y="27162"/>
                    <a:pt x="10703" y="16947"/>
                    <a:pt x="17093" y="10563"/>
                  </a:cubicBezTo>
                  <a:cubicBezTo>
                    <a:pt x="19649" y="8010"/>
                    <a:pt x="19649" y="4179"/>
                    <a:pt x="17093" y="1626"/>
                  </a:cubicBezTo>
                  <a:close/>
                </a:path>
              </a:pathLst>
            </a:custGeom>
            <a:solidFill>
              <a:srgbClr val="26890D"/>
            </a:solidFill>
            <a:ln w="6390" cap="flat">
              <a:noFill/>
              <a:prstDash val="solid"/>
              <a:miter/>
            </a:ln>
          </p:spPr>
          <p:txBody>
            <a:bodyPr rtlCol="0" anchor="ctr"/>
            <a:lstStyle/>
            <a:p>
              <a:endParaRPr lang="en-US"/>
            </a:p>
          </p:txBody>
        </p:sp>
        <p:sp>
          <p:nvSpPr>
            <p:cNvPr id="479" name="Graphic 4">
              <a:extLst>
                <a:ext uri="{FF2B5EF4-FFF2-40B4-BE49-F238E27FC236}">
                  <a16:creationId xmlns:a16="http://schemas.microsoft.com/office/drawing/2014/main" id="{B9CA1E09-C412-4E42-8F27-21793E675D72}"/>
                </a:ext>
              </a:extLst>
            </p:cNvPr>
            <p:cNvSpPr/>
            <p:nvPr/>
          </p:nvSpPr>
          <p:spPr>
            <a:xfrm>
              <a:off x="3694661" y="1545724"/>
              <a:ext cx="26198" cy="75331"/>
            </a:xfrm>
            <a:custGeom>
              <a:avLst/>
              <a:gdLst>
                <a:gd name="connsiteX0" fmla="*/ 12780 w 26198"/>
                <a:gd name="connsiteY0" fmla="*/ 37027 h 75331"/>
                <a:gd name="connsiteX1" fmla="*/ 23643 w 26198"/>
                <a:gd name="connsiteY1" fmla="*/ 10853 h 75331"/>
                <a:gd name="connsiteX2" fmla="*/ 23643 w 26198"/>
                <a:gd name="connsiteY2" fmla="*/ 1915 h 75331"/>
                <a:gd name="connsiteX3" fmla="*/ 14697 w 26198"/>
                <a:gd name="connsiteY3" fmla="*/ 1915 h 75331"/>
                <a:gd name="connsiteX4" fmla="*/ 14697 w 26198"/>
                <a:gd name="connsiteY4" fmla="*/ 1915 h 75331"/>
                <a:gd name="connsiteX5" fmla="*/ 0 w 26198"/>
                <a:gd name="connsiteY5" fmla="*/ 37027 h 75331"/>
                <a:gd name="connsiteX6" fmla="*/ 15336 w 26198"/>
                <a:gd name="connsiteY6" fmla="*/ 73416 h 75331"/>
                <a:gd name="connsiteX7" fmla="*/ 19809 w 26198"/>
                <a:gd name="connsiteY7" fmla="*/ 75331 h 75331"/>
                <a:gd name="connsiteX8" fmla="*/ 26199 w 26198"/>
                <a:gd name="connsiteY8" fmla="*/ 68947 h 75331"/>
                <a:gd name="connsiteX9" fmla="*/ 24282 w 26198"/>
                <a:gd name="connsiteY9" fmla="*/ 64478 h 75331"/>
                <a:gd name="connsiteX10" fmla="*/ 12780 w 26198"/>
                <a:gd name="connsiteY10" fmla="*/ 37027 h 75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198" h="75331">
                  <a:moveTo>
                    <a:pt x="12780" y="37027"/>
                  </a:moveTo>
                  <a:cubicBezTo>
                    <a:pt x="13419" y="27451"/>
                    <a:pt x="17253" y="17875"/>
                    <a:pt x="23643" y="10853"/>
                  </a:cubicBezTo>
                  <a:cubicBezTo>
                    <a:pt x="26199" y="8299"/>
                    <a:pt x="26199" y="4469"/>
                    <a:pt x="23643" y="1915"/>
                  </a:cubicBezTo>
                  <a:cubicBezTo>
                    <a:pt x="21087" y="-638"/>
                    <a:pt x="17253" y="-638"/>
                    <a:pt x="14697" y="1915"/>
                  </a:cubicBezTo>
                  <a:lnTo>
                    <a:pt x="14697" y="1915"/>
                  </a:lnTo>
                  <a:cubicBezTo>
                    <a:pt x="5751" y="11491"/>
                    <a:pt x="639" y="24259"/>
                    <a:pt x="0" y="37027"/>
                  </a:cubicBezTo>
                  <a:cubicBezTo>
                    <a:pt x="0" y="50433"/>
                    <a:pt x="5112" y="63840"/>
                    <a:pt x="15336" y="73416"/>
                  </a:cubicBezTo>
                  <a:cubicBezTo>
                    <a:pt x="16614" y="74693"/>
                    <a:pt x="17892" y="75331"/>
                    <a:pt x="19809" y="75331"/>
                  </a:cubicBezTo>
                  <a:cubicBezTo>
                    <a:pt x="23643" y="75331"/>
                    <a:pt x="26199" y="72139"/>
                    <a:pt x="26199" y="68947"/>
                  </a:cubicBezTo>
                  <a:cubicBezTo>
                    <a:pt x="26199" y="67032"/>
                    <a:pt x="25560" y="65755"/>
                    <a:pt x="24282" y="64478"/>
                  </a:cubicBezTo>
                  <a:cubicBezTo>
                    <a:pt x="16614" y="57456"/>
                    <a:pt x="12141" y="47241"/>
                    <a:pt x="12780" y="37027"/>
                  </a:cubicBezTo>
                  <a:close/>
                </a:path>
              </a:pathLst>
            </a:custGeom>
            <a:solidFill>
              <a:srgbClr val="26890D"/>
            </a:solidFill>
            <a:ln w="6390" cap="flat">
              <a:noFill/>
              <a:prstDash val="solid"/>
              <a:miter/>
            </a:ln>
          </p:spPr>
          <p:txBody>
            <a:bodyPr rtlCol="0" anchor="ctr"/>
            <a:lstStyle/>
            <a:p>
              <a:endParaRPr lang="en-US"/>
            </a:p>
          </p:txBody>
        </p:sp>
        <p:sp>
          <p:nvSpPr>
            <p:cNvPr id="480" name="Graphic 4">
              <a:extLst>
                <a:ext uri="{FF2B5EF4-FFF2-40B4-BE49-F238E27FC236}">
                  <a16:creationId xmlns:a16="http://schemas.microsoft.com/office/drawing/2014/main" id="{49203995-FF9A-5146-9892-B17338DC5AD7}"/>
                </a:ext>
              </a:extLst>
            </p:cNvPr>
            <p:cNvSpPr/>
            <p:nvPr/>
          </p:nvSpPr>
          <p:spPr>
            <a:xfrm>
              <a:off x="3674213" y="1530692"/>
              <a:ext cx="31659" cy="105684"/>
            </a:xfrm>
            <a:custGeom>
              <a:avLst/>
              <a:gdLst>
                <a:gd name="connsiteX0" fmla="*/ 12780 w 31659"/>
                <a:gd name="connsiteY0" fmla="*/ 53336 h 105684"/>
                <a:gd name="connsiteX1" fmla="*/ 29393 w 31659"/>
                <a:gd name="connsiteY1" fmla="*/ 11202 h 105684"/>
                <a:gd name="connsiteX2" fmla="*/ 30033 w 31659"/>
                <a:gd name="connsiteY2" fmla="*/ 2264 h 105684"/>
                <a:gd name="connsiteX3" fmla="*/ 21087 w 31659"/>
                <a:gd name="connsiteY3" fmla="*/ 1626 h 105684"/>
                <a:gd name="connsiteX4" fmla="*/ 21087 w 31659"/>
                <a:gd name="connsiteY4" fmla="*/ 103769 h 105684"/>
                <a:gd name="connsiteX5" fmla="*/ 25560 w 31659"/>
                <a:gd name="connsiteY5" fmla="*/ 105685 h 105684"/>
                <a:gd name="connsiteX6" fmla="*/ 30033 w 31659"/>
                <a:gd name="connsiteY6" fmla="*/ 103769 h 105684"/>
                <a:gd name="connsiteX7" fmla="*/ 29393 w 31659"/>
                <a:gd name="connsiteY7" fmla="*/ 94832 h 105684"/>
                <a:gd name="connsiteX8" fmla="*/ 12780 w 31659"/>
                <a:gd name="connsiteY8" fmla="*/ 53336 h 105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59" h="105684">
                  <a:moveTo>
                    <a:pt x="12780" y="53336"/>
                  </a:moveTo>
                  <a:cubicBezTo>
                    <a:pt x="12141" y="37376"/>
                    <a:pt x="18531" y="22054"/>
                    <a:pt x="29393" y="11202"/>
                  </a:cubicBezTo>
                  <a:cubicBezTo>
                    <a:pt x="31950" y="8648"/>
                    <a:pt x="32588" y="4818"/>
                    <a:pt x="30033" y="2264"/>
                  </a:cubicBezTo>
                  <a:cubicBezTo>
                    <a:pt x="27477" y="-290"/>
                    <a:pt x="23643" y="-928"/>
                    <a:pt x="21087" y="1626"/>
                  </a:cubicBezTo>
                  <a:cubicBezTo>
                    <a:pt x="-7029" y="29715"/>
                    <a:pt x="-7029" y="75680"/>
                    <a:pt x="21087" y="103769"/>
                  </a:cubicBezTo>
                  <a:cubicBezTo>
                    <a:pt x="22365" y="105046"/>
                    <a:pt x="23643" y="105685"/>
                    <a:pt x="25560" y="105685"/>
                  </a:cubicBezTo>
                  <a:cubicBezTo>
                    <a:pt x="27477" y="105685"/>
                    <a:pt x="28755" y="105046"/>
                    <a:pt x="30033" y="103769"/>
                  </a:cubicBezTo>
                  <a:cubicBezTo>
                    <a:pt x="32588" y="101216"/>
                    <a:pt x="31950" y="97385"/>
                    <a:pt x="29393" y="94832"/>
                  </a:cubicBezTo>
                  <a:cubicBezTo>
                    <a:pt x="19170" y="82702"/>
                    <a:pt x="12780" y="68657"/>
                    <a:pt x="12780" y="53336"/>
                  </a:cubicBezTo>
                  <a:close/>
                </a:path>
              </a:pathLst>
            </a:custGeom>
            <a:solidFill>
              <a:srgbClr val="26890D"/>
            </a:solidFill>
            <a:ln w="6390" cap="flat">
              <a:noFill/>
              <a:prstDash val="solid"/>
              <a:miter/>
            </a:ln>
          </p:spPr>
          <p:txBody>
            <a:bodyPr rtlCol="0" anchor="ctr"/>
            <a:lstStyle/>
            <a:p>
              <a:endParaRPr lang="en-US"/>
            </a:p>
          </p:txBody>
        </p:sp>
        <p:sp>
          <p:nvSpPr>
            <p:cNvPr id="481" name="Graphic 4">
              <a:extLst>
                <a:ext uri="{FF2B5EF4-FFF2-40B4-BE49-F238E27FC236}">
                  <a16:creationId xmlns:a16="http://schemas.microsoft.com/office/drawing/2014/main" id="{25027C9B-0CB9-5D4C-8904-487225FF9F82}"/>
                </a:ext>
              </a:extLst>
            </p:cNvPr>
            <p:cNvSpPr/>
            <p:nvPr/>
          </p:nvSpPr>
          <p:spPr>
            <a:xfrm>
              <a:off x="3840991" y="1561046"/>
              <a:ext cx="19091" cy="45036"/>
            </a:xfrm>
            <a:custGeom>
              <a:avLst/>
              <a:gdLst>
                <a:gd name="connsiteX0" fmla="*/ 10863 w 19091"/>
                <a:gd name="connsiteY0" fmla="*/ 1915 h 45036"/>
                <a:gd name="connsiteX1" fmla="*/ 1917 w 19091"/>
                <a:gd name="connsiteY1" fmla="*/ 1915 h 45036"/>
                <a:gd name="connsiteX2" fmla="*/ 1917 w 19091"/>
                <a:gd name="connsiteY2" fmla="*/ 10853 h 45036"/>
                <a:gd name="connsiteX3" fmla="*/ 1917 w 19091"/>
                <a:gd name="connsiteY3" fmla="*/ 10853 h 45036"/>
                <a:gd name="connsiteX4" fmla="*/ 1917 w 19091"/>
                <a:gd name="connsiteY4" fmla="*/ 34474 h 45036"/>
                <a:gd name="connsiteX5" fmla="*/ 2556 w 19091"/>
                <a:gd name="connsiteY5" fmla="*/ 43411 h 45036"/>
                <a:gd name="connsiteX6" fmla="*/ 11502 w 19091"/>
                <a:gd name="connsiteY6" fmla="*/ 42773 h 45036"/>
                <a:gd name="connsiteX7" fmla="*/ 10863 w 19091"/>
                <a:gd name="connsiteY7" fmla="*/ 1915 h 45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91" h="45036">
                  <a:moveTo>
                    <a:pt x="10863" y="1915"/>
                  </a:moveTo>
                  <a:cubicBezTo>
                    <a:pt x="8307" y="-638"/>
                    <a:pt x="4473" y="-638"/>
                    <a:pt x="1917" y="1915"/>
                  </a:cubicBezTo>
                  <a:cubicBezTo>
                    <a:pt x="-639" y="4469"/>
                    <a:pt x="-639" y="8299"/>
                    <a:pt x="1917" y="10853"/>
                  </a:cubicBezTo>
                  <a:lnTo>
                    <a:pt x="1917" y="10853"/>
                  </a:lnTo>
                  <a:cubicBezTo>
                    <a:pt x="8307" y="17237"/>
                    <a:pt x="8307" y="27451"/>
                    <a:pt x="1917" y="34474"/>
                  </a:cubicBezTo>
                  <a:cubicBezTo>
                    <a:pt x="-639" y="37027"/>
                    <a:pt x="0" y="41496"/>
                    <a:pt x="2556" y="43411"/>
                  </a:cubicBezTo>
                  <a:cubicBezTo>
                    <a:pt x="5112" y="45965"/>
                    <a:pt x="9585" y="45326"/>
                    <a:pt x="11502" y="42773"/>
                  </a:cubicBezTo>
                  <a:cubicBezTo>
                    <a:pt x="21726" y="30643"/>
                    <a:pt x="21726" y="12768"/>
                    <a:pt x="10863" y="1915"/>
                  </a:cubicBezTo>
                  <a:close/>
                </a:path>
              </a:pathLst>
            </a:custGeom>
            <a:solidFill>
              <a:srgbClr val="26890D"/>
            </a:solidFill>
            <a:ln w="6390" cap="flat">
              <a:noFill/>
              <a:prstDash val="solid"/>
              <a:miter/>
            </a:ln>
          </p:spPr>
          <p:txBody>
            <a:bodyPr rtlCol="0" anchor="ctr"/>
            <a:lstStyle/>
            <a:p>
              <a:endParaRPr lang="en-US"/>
            </a:p>
          </p:txBody>
        </p:sp>
        <p:sp>
          <p:nvSpPr>
            <p:cNvPr id="482" name="Graphic 4">
              <a:extLst>
                <a:ext uri="{FF2B5EF4-FFF2-40B4-BE49-F238E27FC236}">
                  <a16:creationId xmlns:a16="http://schemas.microsoft.com/office/drawing/2014/main" id="{FDCF2699-21C7-9A48-A788-2DA6FC52622C}"/>
                </a:ext>
              </a:extLst>
            </p:cNvPr>
            <p:cNvSpPr/>
            <p:nvPr/>
          </p:nvSpPr>
          <p:spPr>
            <a:xfrm>
              <a:off x="3857604" y="1545086"/>
              <a:ext cx="26198" cy="75330"/>
            </a:xfrm>
            <a:custGeom>
              <a:avLst/>
              <a:gdLst>
                <a:gd name="connsiteX0" fmla="*/ 10863 w 26198"/>
                <a:gd name="connsiteY0" fmla="*/ 1915 h 75330"/>
                <a:gd name="connsiteX1" fmla="*/ 1917 w 26198"/>
                <a:gd name="connsiteY1" fmla="*/ 1915 h 75330"/>
                <a:gd name="connsiteX2" fmla="*/ 1917 w 26198"/>
                <a:gd name="connsiteY2" fmla="*/ 10853 h 75330"/>
                <a:gd name="connsiteX3" fmla="*/ 1917 w 26198"/>
                <a:gd name="connsiteY3" fmla="*/ 10853 h 75330"/>
                <a:gd name="connsiteX4" fmla="*/ 13419 w 26198"/>
                <a:gd name="connsiteY4" fmla="*/ 38304 h 75330"/>
                <a:gd name="connsiteX5" fmla="*/ 2556 w 26198"/>
                <a:gd name="connsiteY5" fmla="*/ 64478 h 75330"/>
                <a:gd name="connsiteX6" fmla="*/ 2556 w 26198"/>
                <a:gd name="connsiteY6" fmla="*/ 73416 h 75330"/>
                <a:gd name="connsiteX7" fmla="*/ 7029 w 26198"/>
                <a:gd name="connsiteY7" fmla="*/ 75331 h 75330"/>
                <a:gd name="connsiteX8" fmla="*/ 11502 w 26198"/>
                <a:gd name="connsiteY8" fmla="*/ 73416 h 75330"/>
                <a:gd name="connsiteX9" fmla="*/ 26199 w 26198"/>
                <a:gd name="connsiteY9" fmla="*/ 38304 h 75330"/>
                <a:gd name="connsiteX10" fmla="*/ 10863 w 26198"/>
                <a:gd name="connsiteY10" fmla="*/ 1915 h 7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198" h="75330">
                  <a:moveTo>
                    <a:pt x="10863" y="1915"/>
                  </a:moveTo>
                  <a:cubicBezTo>
                    <a:pt x="8307" y="-638"/>
                    <a:pt x="4473" y="-638"/>
                    <a:pt x="1917" y="1915"/>
                  </a:cubicBezTo>
                  <a:cubicBezTo>
                    <a:pt x="-639" y="4469"/>
                    <a:pt x="-639" y="8299"/>
                    <a:pt x="1917" y="10853"/>
                  </a:cubicBezTo>
                  <a:lnTo>
                    <a:pt x="1917" y="10853"/>
                  </a:lnTo>
                  <a:cubicBezTo>
                    <a:pt x="8946" y="17875"/>
                    <a:pt x="13419" y="28090"/>
                    <a:pt x="13419" y="38304"/>
                  </a:cubicBezTo>
                  <a:cubicBezTo>
                    <a:pt x="12780" y="47880"/>
                    <a:pt x="8946" y="57456"/>
                    <a:pt x="2556" y="64478"/>
                  </a:cubicBezTo>
                  <a:cubicBezTo>
                    <a:pt x="0" y="67032"/>
                    <a:pt x="0" y="70862"/>
                    <a:pt x="2556" y="73416"/>
                  </a:cubicBezTo>
                  <a:cubicBezTo>
                    <a:pt x="3834" y="74693"/>
                    <a:pt x="5112" y="75331"/>
                    <a:pt x="7029" y="75331"/>
                  </a:cubicBezTo>
                  <a:cubicBezTo>
                    <a:pt x="8946" y="75331"/>
                    <a:pt x="10224" y="74693"/>
                    <a:pt x="11502" y="73416"/>
                  </a:cubicBezTo>
                  <a:cubicBezTo>
                    <a:pt x="20448" y="63840"/>
                    <a:pt x="25560" y="51072"/>
                    <a:pt x="26199" y="38304"/>
                  </a:cubicBezTo>
                  <a:cubicBezTo>
                    <a:pt x="26199" y="24898"/>
                    <a:pt x="20448" y="11491"/>
                    <a:pt x="10863" y="1915"/>
                  </a:cubicBezTo>
                  <a:close/>
                </a:path>
              </a:pathLst>
            </a:custGeom>
            <a:solidFill>
              <a:srgbClr val="26890D"/>
            </a:solidFill>
            <a:ln w="6390" cap="flat">
              <a:noFill/>
              <a:prstDash val="solid"/>
              <a:miter/>
            </a:ln>
          </p:spPr>
          <p:txBody>
            <a:bodyPr rtlCol="0" anchor="ctr"/>
            <a:lstStyle/>
            <a:p>
              <a:endParaRPr lang="en-US"/>
            </a:p>
          </p:txBody>
        </p:sp>
        <p:sp>
          <p:nvSpPr>
            <p:cNvPr id="483" name="Graphic 4">
              <a:extLst>
                <a:ext uri="{FF2B5EF4-FFF2-40B4-BE49-F238E27FC236}">
                  <a16:creationId xmlns:a16="http://schemas.microsoft.com/office/drawing/2014/main" id="{7A70A760-3038-7D41-AAD3-00B9E926229A}"/>
                </a:ext>
              </a:extLst>
            </p:cNvPr>
            <p:cNvSpPr/>
            <p:nvPr/>
          </p:nvSpPr>
          <p:spPr>
            <a:xfrm>
              <a:off x="3872375" y="1530476"/>
              <a:ext cx="31913" cy="105611"/>
            </a:xfrm>
            <a:custGeom>
              <a:avLst/>
              <a:gdLst>
                <a:gd name="connsiteX0" fmla="*/ 10790 w 31913"/>
                <a:gd name="connsiteY0" fmla="*/ 1842 h 105611"/>
                <a:gd name="connsiteX1" fmla="*/ 1844 w 31913"/>
                <a:gd name="connsiteY1" fmla="*/ 2480 h 105611"/>
                <a:gd name="connsiteX2" fmla="*/ 2483 w 31913"/>
                <a:gd name="connsiteY2" fmla="*/ 11418 h 105611"/>
                <a:gd name="connsiteX3" fmla="*/ 19096 w 31913"/>
                <a:gd name="connsiteY3" fmla="*/ 52276 h 105611"/>
                <a:gd name="connsiteX4" fmla="*/ 2483 w 31913"/>
                <a:gd name="connsiteY4" fmla="*/ 94410 h 105611"/>
                <a:gd name="connsiteX5" fmla="*/ 1844 w 31913"/>
                <a:gd name="connsiteY5" fmla="*/ 103347 h 105611"/>
                <a:gd name="connsiteX6" fmla="*/ 10790 w 31913"/>
                <a:gd name="connsiteY6" fmla="*/ 103986 h 105611"/>
                <a:gd name="connsiteX7" fmla="*/ 31876 w 31913"/>
                <a:gd name="connsiteY7" fmla="*/ 52276 h 105611"/>
                <a:gd name="connsiteX8" fmla="*/ 10790 w 31913"/>
                <a:gd name="connsiteY8" fmla="*/ 1842 h 10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13" h="105611">
                  <a:moveTo>
                    <a:pt x="10790" y="1842"/>
                  </a:moveTo>
                  <a:cubicBezTo>
                    <a:pt x="8234" y="-712"/>
                    <a:pt x="4400" y="-712"/>
                    <a:pt x="1844" y="2480"/>
                  </a:cubicBezTo>
                  <a:cubicBezTo>
                    <a:pt x="-712" y="5672"/>
                    <a:pt x="-712" y="8864"/>
                    <a:pt x="2483" y="11418"/>
                  </a:cubicBezTo>
                  <a:cubicBezTo>
                    <a:pt x="13345" y="22271"/>
                    <a:pt x="19096" y="36954"/>
                    <a:pt x="19096" y="52276"/>
                  </a:cubicBezTo>
                  <a:cubicBezTo>
                    <a:pt x="19735" y="68236"/>
                    <a:pt x="13345" y="83557"/>
                    <a:pt x="2483" y="94410"/>
                  </a:cubicBezTo>
                  <a:cubicBezTo>
                    <a:pt x="-73" y="96963"/>
                    <a:pt x="-712" y="100794"/>
                    <a:pt x="1844" y="103347"/>
                  </a:cubicBezTo>
                  <a:cubicBezTo>
                    <a:pt x="4400" y="105901"/>
                    <a:pt x="8234" y="106539"/>
                    <a:pt x="10790" y="103986"/>
                  </a:cubicBezTo>
                  <a:cubicBezTo>
                    <a:pt x="24848" y="90579"/>
                    <a:pt x="32515" y="71427"/>
                    <a:pt x="31876" y="52276"/>
                  </a:cubicBezTo>
                  <a:cubicBezTo>
                    <a:pt x="31238" y="33124"/>
                    <a:pt x="24208" y="15248"/>
                    <a:pt x="10790" y="1842"/>
                  </a:cubicBezTo>
                  <a:close/>
                </a:path>
              </a:pathLst>
            </a:custGeom>
            <a:solidFill>
              <a:srgbClr val="26890D"/>
            </a:solidFill>
            <a:ln w="6390" cap="flat">
              <a:noFill/>
              <a:prstDash val="solid"/>
              <a:miter/>
            </a:ln>
          </p:spPr>
          <p:txBody>
            <a:bodyPr rtlCol="0" anchor="ctr"/>
            <a:lstStyle/>
            <a:p>
              <a:endParaRPr lang="en-US"/>
            </a:p>
          </p:txBody>
        </p:sp>
        <p:sp>
          <p:nvSpPr>
            <p:cNvPr id="484" name="Graphic 4">
              <a:extLst>
                <a:ext uri="{FF2B5EF4-FFF2-40B4-BE49-F238E27FC236}">
                  <a16:creationId xmlns:a16="http://schemas.microsoft.com/office/drawing/2014/main" id="{F3B69FA7-498C-F343-B0E5-4783FBC68D70}"/>
                </a:ext>
              </a:extLst>
            </p:cNvPr>
            <p:cNvSpPr/>
            <p:nvPr/>
          </p:nvSpPr>
          <p:spPr>
            <a:xfrm>
              <a:off x="3763672" y="1550193"/>
              <a:ext cx="14139" cy="14044"/>
            </a:xfrm>
            <a:custGeom>
              <a:avLst/>
              <a:gdLst>
                <a:gd name="connsiteX0" fmla="*/ 7029 w 14139"/>
                <a:gd name="connsiteY0" fmla="*/ 0 h 14044"/>
                <a:gd name="connsiteX1" fmla="*/ 0 w 14139"/>
                <a:gd name="connsiteY1" fmla="*/ 7022 h 14044"/>
                <a:gd name="connsiteX2" fmla="*/ 7029 w 14139"/>
                <a:gd name="connsiteY2" fmla="*/ 14045 h 14044"/>
                <a:gd name="connsiteX3" fmla="*/ 14058 w 14139"/>
                <a:gd name="connsiteY3" fmla="*/ 7022 h 14044"/>
                <a:gd name="connsiteX4" fmla="*/ 14058 w 14139"/>
                <a:gd name="connsiteY4" fmla="*/ 7022 h 14044"/>
                <a:gd name="connsiteX5" fmla="*/ 7029 w 14139"/>
                <a:gd name="connsiteY5"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39" h="14044">
                  <a:moveTo>
                    <a:pt x="7029" y="0"/>
                  </a:moveTo>
                  <a:cubicBezTo>
                    <a:pt x="3195" y="0"/>
                    <a:pt x="0" y="3192"/>
                    <a:pt x="0" y="7022"/>
                  </a:cubicBezTo>
                  <a:cubicBezTo>
                    <a:pt x="0" y="10853"/>
                    <a:pt x="3195" y="14045"/>
                    <a:pt x="7029" y="14045"/>
                  </a:cubicBezTo>
                  <a:cubicBezTo>
                    <a:pt x="10863" y="14045"/>
                    <a:pt x="14058" y="10853"/>
                    <a:pt x="14058" y="7022"/>
                  </a:cubicBezTo>
                  <a:cubicBezTo>
                    <a:pt x="14058" y="7022"/>
                    <a:pt x="14058" y="7022"/>
                    <a:pt x="14058" y="7022"/>
                  </a:cubicBezTo>
                  <a:cubicBezTo>
                    <a:pt x="14697" y="3192"/>
                    <a:pt x="11502" y="0"/>
                    <a:pt x="7029" y="0"/>
                  </a:cubicBezTo>
                  <a:close/>
                </a:path>
              </a:pathLst>
            </a:custGeom>
            <a:solidFill>
              <a:srgbClr val="26890D"/>
            </a:solidFill>
            <a:ln w="6390" cap="flat">
              <a:noFill/>
              <a:prstDash val="solid"/>
              <a:miter/>
            </a:ln>
          </p:spPr>
          <p:txBody>
            <a:bodyPr rtlCol="0" anchor="ctr"/>
            <a:lstStyle/>
            <a:p>
              <a:endParaRPr lang="en-US"/>
            </a:p>
          </p:txBody>
        </p:sp>
        <p:sp>
          <p:nvSpPr>
            <p:cNvPr id="485" name="Graphic 4">
              <a:extLst>
                <a:ext uri="{FF2B5EF4-FFF2-40B4-BE49-F238E27FC236}">
                  <a16:creationId xmlns:a16="http://schemas.microsoft.com/office/drawing/2014/main" id="{998D3A4B-706F-DD45-BE6D-7C3DD52514F9}"/>
                </a:ext>
              </a:extLst>
            </p:cNvPr>
            <p:cNvSpPr/>
            <p:nvPr/>
          </p:nvSpPr>
          <p:spPr>
            <a:xfrm>
              <a:off x="3781564" y="1550831"/>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26890D"/>
            </a:solidFill>
            <a:ln w="6390" cap="flat">
              <a:noFill/>
              <a:prstDash val="solid"/>
              <a:miter/>
            </a:ln>
          </p:spPr>
          <p:txBody>
            <a:bodyPr rtlCol="0" anchor="ctr"/>
            <a:lstStyle/>
            <a:p>
              <a:endParaRPr lang="en-US"/>
            </a:p>
          </p:txBody>
        </p:sp>
        <p:sp>
          <p:nvSpPr>
            <p:cNvPr id="486" name="Graphic 4">
              <a:extLst>
                <a:ext uri="{FF2B5EF4-FFF2-40B4-BE49-F238E27FC236}">
                  <a16:creationId xmlns:a16="http://schemas.microsoft.com/office/drawing/2014/main" id="{D9FDE176-1889-7A45-BB33-9C2E0727DED7}"/>
                </a:ext>
              </a:extLst>
            </p:cNvPr>
            <p:cNvSpPr/>
            <p:nvPr/>
          </p:nvSpPr>
          <p:spPr>
            <a:xfrm>
              <a:off x="3799386" y="1550831"/>
              <a:ext cx="14128" cy="14044"/>
            </a:xfrm>
            <a:custGeom>
              <a:avLst/>
              <a:gdLst>
                <a:gd name="connsiteX0" fmla="*/ 7099 w 14128"/>
                <a:gd name="connsiteY0" fmla="*/ 14045 h 14044"/>
                <a:gd name="connsiteX1" fmla="*/ 14128 w 14128"/>
                <a:gd name="connsiteY1" fmla="*/ 7022 h 14044"/>
                <a:gd name="connsiteX2" fmla="*/ 7099 w 14128"/>
                <a:gd name="connsiteY2" fmla="*/ 0 h 14044"/>
                <a:gd name="connsiteX3" fmla="*/ 70 w 14128"/>
                <a:gd name="connsiteY3" fmla="*/ 7022 h 14044"/>
                <a:gd name="connsiteX4" fmla="*/ 70 w 14128"/>
                <a:gd name="connsiteY4" fmla="*/ 7022 h 14044"/>
                <a:gd name="connsiteX5" fmla="*/ 7099 w 14128"/>
                <a:gd name="connsiteY5" fmla="*/ 14045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28" h="14044">
                  <a:moveTo>
                    <a:pt x="7099" y="14045"/>
                  </a:moveTo>
                  <a:cubicBezTo>
                    <a:pt x="10933" y="14045"/>
                    <a:pt x="14128" y="10853"/>
                    <a:pt x="14128" y="7022"/>
                  </a:cubicBezTo>
                  <a:cubicBezTo>
                    <a:pt x="14128" y="3192"/>
                    <a:pt x="10933" y="0"/>
                    <a:pt x="7099" y="0"/>
                  </a:cubicBezTo>
                  <a:cubicBezTo>
                    <a:pt x="3265" y="0"/>
                    <a:pt x="70" y="3192"/>
                    <a:pt x="70" y="7022"/>
                  </a:cubicBezTo>
                  <a:cubicBezTo>
                    <a:pt x="70" y="7022"/>
                    <a:pt x="70" y="7022"/>
                    <a:pt x="70" y="7022"/>
                  </a:cubicBezTo>
                  <a:cubicBezTo>
                    <a:pt x="-569" y="10853"/>
                    <a:pt x="3265" y="14045"/>
                    <a:pt x="7099" y="14045"/>
                  </a:cubicBezTo>
                  <a:close/>
                </a:path>
              </a:pathLst>
            </a:custGeom>
            <a:solidFill>
              <a:srgbClr val="26890D"/>
            </a:solidFill>
            <a:ln w="6390" cap="flat">
              <a:noFill/>
              <a:prstDash val="solid"/>
              <a:miter/>
            </a:ln>
          </p:spPr>
          <p:txBody>
            <a:bodyPr rtlCol="0" anchor="ctr"/>
            <a:lstStyle/>
            <a:p>
              <a:endParaRPr lang="en-US"/>
            </a:p>
          </p:txBody>
        </p:sp>
        <p:sp>
          <p:nvSpPr>
            <p:cNvPr id="487" name="Graphic 4">
              <a:extLst>
                <a:ext uri="{FF2B5EF4-FFF2-40B4-BE49-F238E27FC236}">
                  <a16:creationId xmlns:a16="http://schemas.microsoft.com/office/drawing/2014/main" id="{F46B7290-D731-264A-BBAA-B24B535D19DA}"/>
                </a:ext>
              </a:extLst>
            </p:cNvPr>
            <p:cNvSpPr/>
            <p:nvPr/>
          </p:nvSpPr>
          <p:spPr>
            <a:xfrm>
              <a:off x="3763672" y="1569983"/>
              <a:ext cx="14139" cy="14044"/>
            </a:xfrm>
            <a:custGeom>
              <a:avLst/>
              <a:gdLst>
                <a:gd name="connsiteX0" fmla="*/ 7029 w 14139"/>
                <a:gd name="connsiteY0" fmla="*/ 0 h 14044"/>
                <a:gd name="connsiteX1" fmla="*/ 0 w 14139"/>
                <a:gd name="connsiteY1" fmla="*/ 7022 h 14044"/>
                <a:gd name="connsiteX2" fmla="*/ 7029 w 14139"/>
                <a:gd name="connsiteY2" fmla="*/ 14045 h 14044"/>
                <a:gd name="connsiteX3" fmla="*/ 14058 w 14139"/>
                <a:gd name="connsiteY3" fmla="*/ 7022 h 14044"/>
                <a:gd name="connsiteX4" fmla="*/ 14058 w 14139"/>
                <a:gd name="connsiteY4" fmla="*/ 7022 h 14044"/>
                <a:gd name="connsiteX5" fmla="*/ 7029 w 14139"/>
                <a:gd name="connsiteY5"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39" h="14044">
                  <a:moveTo>
                    <a:pt x="7029" y="0"/>
                  </a:moveTo>
                  <a:cubicBezTo>
                    <a:pt x="3195" y="0"/>
                    <a:pt x="0" y="3192"/>
                    <a:pt x="0" y="7022"/>
                  </a:cubicBezTo>
                  <a:cubicBezTo>
                    <a:pt x="0" y="10853"/>
                    <a:pt x="3195" y="14045"/>
                    <a:pt x="7029" y="14045"/>
                  </a:cubicBezTo>
                  <a:cubicBezTo>
                    <a:pt x="10863" y="14045"/>
                    <a:pt x="14058" y="10853"/>
                    <a:pt x="14058" y="7022"/>
                  </a:cubicBezTo>
                  <a:cubicBezTo>
                    <a:pt x="14058" y="7022"/>
                    <a:pt x="14058" y="7022"/>
                    <a:pt x="14058" y="7022"/>
                  </a:cubicBezTo>
                  <a:cubicBezTo>
                    <a:pt x="14697" y="3192"/>
                    <a:pt x="11502" y="0"/>
                    <a:pt x="7029" y="0"/>
                  </a:cubicBezTo>
                  <a:close/>
                </a:path>
              </a:pathLst>
            </a:custGeom>
            <a:solidFill>
              <a:srgbClr val="26890D"/>
            </a:solidFill>
            <a:ln w="6390" cap="flat">
              <a:noFill/>
              <a:prstDash val="solid"/>
              <a:miter/>
            </a:ln>
          </p:spPr>
          <p:txBody>
            <a:bodyPr rtlCol="0" anchor="ctr"/>
            <a:lstStyle/>
            <a:p>
              <a:endParaRPr lang="en-US"/>
            </a:p>
          </p:txBody>
        </p:sp>
        <p:sp>
          <p:nvSpPr>
            <p:cNvPr id="488" name="Graphic 4">
              <a:extLst>
                <a:ext uri="{FF2B5EF4-FFF2-40B4-BE49-F238E27FC236}">
                  <a16:creationId xmlns:a16="http://schemas.microsoft.com/office/drawing/2014/main" id="{DBFDD1DC-3941-1D4C-8A85-BF75999FCF07}"/>
                </a:ext>
              </a:extLst>
            </p:cNvPr>
            <p:cNvSpPr/>
            <p:nvPr/>
          </p:nvSpPr>
          <p:spPr>
            <a:xfrm>
              <a:off x="3781564" y="1569983"/>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26890D"/>
            </a:solidFill>
            <a:ln w="6390" cap="flat">
              <a:noFill/>
              <a:prstDash val="solid"/>
              <a:miter/>
            </a:ln>
          </p:spPr>
          <p:txBody>
            <a:bodyPr rtlCol="0" anchor="ctr"/>
            <a:lstStyle/>
            <a:p>
              <a:endParaRPr lang="en-US"/>
            </a:p>
          </p:txBody>
        </p:sp>
        <p:sp>
          <p:nvSpPr>
            <p:cNvPr id="489" name="Graphic 4">
              <a:extLst>
                <a:ext uri="{FF2B5EF4-FFF2-40B4-BE49-F238E27FC236}">
                  <a16:creationId xmlns:a16="http://schemas.microsoft.com/office/drawing/2014/main" id="{697BB69E-4437-8B42-8D33-FAD8B8753CB5}"/>
                </a:ext>
              </a:extLst>
            </p:cNvPr>
            <p:cNvSpPr/>
            <p:nvPr/>
          </p:nvSpPr>
          <p:spPr>
            <a:xfrm>
              <a:off x="3799386" y="1569983"/>
              <a:ext cx="14128" cy="14044"/>
            </a:xfrm>
            <a:custGeom>
              <a:avLst/>
              <a:gdLst>
                <a:gd name="connsiteX0" fmla="*/ 7099 w 14128"/>
                <a:gd name="connsiteY0" fmla="*/ 14045 h 14044"/>
                <a:gd name="connsiteX1" fmla="*/ 14128 w 14128"/>
                <a:gd name="connsiteY1" fmla="*/ 7022 h 14044"/>
                <a:gd name="connsiteX2" fmla="*/ 7099 w 14128"/>
                <a:gd name="connsiteY2" fmla="*/ 0 h 14044"/>
                <a:gd name="connsiteX3" fmla="*/ 70 w 14128"/>
                <a:gd name="connsiteY3" fmla="*/ 7022 h 14044"/>
                <a:gd name="connsiteX4" fmla="*/ 70 w 14128"/>
                <a:gd name="connsiteY4" fmla="*/ 7022 h 14044"/>
                <a:gd name="connsiteX5" fmla="*/ 7099 w 14128"/>
                <a:gd name="connsiteY5" fmla="*/ 14045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28" h="14044">
                  <a:moveTo>
                    <a:pt x="7099" y="14045"/>
                  </a:moveTo>
                  <a:cubicBezTo>
                    <a:pt x="10933" y="14045"/>
                    <a:pt x="14128" y="10853"/>
                    <a:pt x="14128" y="7022"/>
                  </a:cubicBezTo>
                  <a:cubicBezTo>
                    <a:pt x="14128" y="3192"/>
                    <a:pt x="10933" y="0"/>
                    <a:pt x="7099" y="0"/>
                  </a:cubicBezTo>
                  <a:cubicBezTo>
                    <a:pt x="3265" y="0"/>
                    <a:pt x="70" y="3192"/>
                    <a:pt x="70" y="7022"/>
                  </a:cubicBezTo>
                  <a:cubicBezTo>
                    <a:pt x="70" y="7022"/>
                    <a:pt x="70" y="7022"/>
                    <a:pt x="70" y="7022"/>
                  </a:cubicBezTo>
                  <a:cubicBezTo>
                    <a:pt x="-569" y="10853"/>
                    <a:pt x="3265" y="14045"/>
                    <a:pt x="7099" y="14045"/>
                  </a:cubicBezTo>
                  <a:close/>
                </a:path>
              </a:pathLst>
            </a:custGeom>
            <a:solidFill>
              <a:srgbClr val="26890D"/>
            </a:solidFill>
            <a:ln w="6390" cap="flat">
              <a:noFill/>
              <a:prstDash val="solid"/>
              <a:miter/>
            </a:ln>
          </p:spPr>
          <p:txBody>
            <a:bodyPr rtlCol="0" anchor="ctr"/>
            <a:lstStyle/>
            <a:p>
              <a:endParaRPr lang="en-US"/>
            </a:p>
          </p:txBody>
        </p:sp>
        <p:sp>
          <p:nvSpPr>
            <p:cNvPr id="490" name="Graphic 4">
              <a:extLst>
                <a:ext uri="{FF2B5EF4-FFF2-40B4-BE49-F238E27FC236}">
                  <a16:creationId xmlns:a16="http://schemas.microsoft.com/office/drawing/2014/main" id="{74CFE011-F883-484E-B70D-76E3A72A8DC2}"/>
                </a:ext>
              </a:extLst>
            </p:cNvPr>
            <p:cNvSpPr/>
            <p:nvPr/>
          </p:nvSpPr>
          <p:spPr>
            <a:xfrm>
              <a:off x="3763672" y="1589774"/>
              <a:ext cx="14139" cy="14044"/>
            </a:xfrm>
            <a:custGeom>
              <a:avLst/>
              <a:gdLst>
                <a:gd name="connsiteX0" fmla="*/ 7029 w 14139"/>
                <a:gd name="connsiteY0" fmla="*/ 0 h 14044"/>
                <a:gd name="connsiteX1" fmla="*/ 0 w 14139"/>
                <a:gd name="connsiteY1" fmla="*/ 7022 h 14044"/>
                <a:gd name="connsiteX2" fmla="*/ 7029 w 14139"/>
                <a:gd name="connsiteY2" fmla="*/ 14045 h 14044"/>
                <a:gd name="connsiteX3" fmla="*/ 14058 w 14139"/>
                <a:gd name="connsiteY3" fmla="*/ 7022 h 14044"/>
                <a:gd name="connsiteX4" fmla="*/ 14058 w 14139"/>
                <a:gd name="connsiteY4" fmla="*/ 7022 h 14044"/>
                <a:gd name="connsiteX5" fmla="*/ 7029 w 14139"/>
                <a:gd name="connsiteY5"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39" h="14044">
                  <a:moveTo>
                    <a:pt x="7029" y="0"/>
                  </a:moveTo>
                  <a:cubicBezTo>
                    <a:pt x="3195" y="0"/>
                    <a:pt x="0" y="3192"/>
                    <a:pt x="0" y="7022"/>
                  </a:cubicBezTo>
                  <a:cubicBezTo>
                    <a:pt x="0" y="10853"/>
                    <a:pt x="3195" y="14045"/>
                    <a:pt x="7029" y="14045"/>
                  </a:cubicBezTo>
                  <a:cubicBezTo>
                    <a:pt x="10863" y="14045"/>
                    <a:pt x="14058" y="10853"/>
                    <a:pt x="14058" y="7022"/>
                  </a:cubicBezTo>
                  <a:cubicBezTo>
                    <a:pt x="14058" y="7022"/>
                    <a:pt x="14058" y="7022"/>
                    <a:pt x="14058" y="7022"/>
                  </a:cubicBezTo>
                  <a:cubicBezTo>
                    <a:pt x="14697" y="3192"/>
                    <a:pt x="11502" y="0"/>
                    <a:pt x="7029" y="0"/>
                  </a:cubicBezTo>
                  <a:close/>
                </a:path>
              </a:pathLst>
            </a:custGeom>
            <a:solidFill>
              <a:srgbClr val="26890D"/>
            </a:solidFill>
            <a:ln w="6390" cap="flat">
              <a:noFill/>
              <a:prstDash val="solid"/>
              <a:miter/>
            </a:ln>
          </p:spPr>
          <p:txBody>
            <a:bodyPr rtlCol="0" anchor="ctr"/>
            <a:lstStyle/>
            <a:p>
              <a:endParaRPr lang="en-US"/>
            </a:p>
          </p:txBody>
        </p:sp>
        <p:sp>
          <p:nvSpPr>
            <p:cNvPr id="491" name="Graphic 4">
              <a:extLst>
                <a:ext uri="{FF2B5EF4-FFF2-40B4-BE49-F238E27FC236}">
                  <a16:creationId xmlns:a16="http://schemas.microsoft.com/office/drawing/2014/main" id="{70A49275-D48B-114F-B121-694B9FC6A198}"/>
                </a:ext>
              </a:extLst>
            </p:cNvPr>
            <p:cNvSpPr/>
            <p:nvPr/>
          </p:nvSpPr>
          <p:spPr>
            <a:xfrm>
              <a:off x="3781564" y="1589774"/>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26890D"/>
            </a:solidFill>
            <a:ln w="6390" cap="flat">
              <a:noFill/>
              <a:prstDash val="solid"/>
              <a:miter/>
            </a:ln>
          </p:spPr>
          <p:txBody>
            <a:bodyPr rtlCol="0" anchor="ctr"/>
            <a:lstStyle/>
            <a:p>
              <a:endParaRPr lang="en-US"/>
            </a:p>
          </p:txBody>
        </p:sp>
        <p:sp>
          <p:nvSpPr>
            <p:cNvPr id="492" name="Graphic 4">
              <a:extLst>
                <a:ext uri="{FF2B5EF4-FFF2-40B4-BE49-F238E27FC236}">
                  <a16:creationId xmlns:a16="http://schemas.microsoft.com/office/drawing/2014/main" id="{E43B2DA4-0408-6345-8459-F34CBB4D8EA0}"/>
                </a:ext>
              </a:extLst>
            </p:cNvPr>
            <p:cNvSpPr/>
            <p:nvPr/>
          </p:nvSpPr>
          <p:spPr>
            <a:xfrm>
              <a:off x="3799386" y="1589774"/>
              <a:ext cx="14128" cy="14044"/>
            </a:xfrm>
            <a:custGeom>
              <a:avLst/>
              <a:gdLst>
                <a:gd name="connsiteX0" fmla="*/ 7099 w 14128"/>
                <a:gd name="connsiteY0" fmla="*/ 14045 h 14044"/>
                <a:gd name="connsiteX1" fmla="*/ 14128 w 14128"/>
                <a:gd name="connsiteY1" fmla="*/ 7022 h 14044"/>
                <a:gd name="connsiteX2" fmla="*/ 7099 w 14128"/>
                <a:gd name="connsiteY2" fmla="*/ 0 h 14044"/>
                <a:gd name="connsiteX3" fmla="*/ 70 w 14128"/>
                <a:gd name="connsiteY3" fmla="*/ 7022 h 14044"/>
                <a:gd name="connsiteX4" fmla="*/ 70 w 14128"/>
                <a:gd name="connsiteY4" fmla="*/ 7022 h 14044"/>
                <a:gd name="connsiteX5" fmla="*/ 7099 w 14128"/>
                <a:gd name="connsiteY5" fmla="*/ 14045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28" h="14044">
                  <a:moveTo>
                    <a:pt x="7099" y="14045"/>
                  </a:moveTo>
                  <a:cubicBezTo>
                    <a:pt x="10933" y="14045"/>
                    <a:pt x="14128" y="10853"/>
                    <a:pt x="14128" y="7022"/>
                  </a:cubicBezTo>
                  <a:cubicBezTo>
                    <a:pt x="14128" y="3192"/>
                    <a:pt x="10933" y="0"/>
                    <a:pt x="7099" y="0"/>
                  </a:cubicBezTo>
                  <a:cubicBezTo>
                    <a:pt x="3265" y="0"/>
                    <a:pt x="70" y="3192"/>
                    <a:pt x="70" y="7022"/>
                  </a:cubicBezTo>
                  <a:cubicBezTo>
                    <a:pt x="70" y="7022"/>
                    <a:pt x="70" y="7022"/>
                    <a:pt x="70" y="7022"/>
                  </a:cubicBezTo>
                  <a:cubicBezTo>
                    <a:pt x="-569" y="10853"/>
                    <a:pt x="3265" y="14045"/>
                    <a:pt x="7099" y="14045"/>
                  </a:cubicBezTo>
                  <a:close/>
                </a:path>
              </a:pathLst>
            </a:custGeom>
            <a:solidFill>
              <a:srgbClr val="26890D"/>
            </a:solidFill>
            <a:ln w="6390" cap="flat">
              <a:noFill/>
              <a:prstDash val="solid"/>
              <a:miter/>
            </a:ln>
          </p:spPr>
          <p:txBody>
            <a:bodyPr rtlCol="0" anchor="ctr"/>
            <a:lstStyle/>
            <a:p>
              <a:endParaRPr lang="en-US"/>
            </a:p>
          </p:txBody>
        </p:sp>
        <p:sp>
          <p:nvSpPr>
            <p:cNvPr id="493" name="Graphic 4">
              <a:extLst>
                <a:ext uri="{FF2B5EF4-FFF2-40B4-BE49-F238E27FC236}">
                  <a16:creationId xmlns:a16="http://schemas.microsoft.com/office/drawing/2014/main" id="{9265CD17-7EC6-BE47-93CD-0DA18DE90C38}"/>
                </a:ext>
              </a:extLst>
            </p:cNvPr>
            <p:cNvSpPr/>
            <p:nvPr/>
          </p:nvSpPr>
          <p:spPr>
            <a:xfrm>
              <a:off x="3763672" y="1608926"/>
              <a:ext cx="14139" cy="14044"/>
            </a:xfrm>
            <a:custGeom>
              <a:avLst/>
              <a:gdLst>
                <a:gd name="connsiteX0" fmla="*/ 7029 w 14139"/>
                <a:gd name="connsiteY0" fmla="*/ 0 h 14044"/>
                <a:gd name="connsiteX1" fmla="*/ 0 w 14139"/>
                <a:gd name="connsiteY1" fmla="*/ 7022 h 14044"/>
                <a:gd name="connsiteX2" fmla="*/ 7029 w 14139"/>
                <a:gd name="connsiteY2" fmla="*/ 14045 h 14044"/>
                <a:gd name="connsiteX3" fmla="*/ 14058 w 14139"/>
                <a:gd name="connsiteY3" fmla="*/ 7022 h 14044"/>
                <a:gd name="connsiteX4" fmla="*/ 14058 w 14139"/>
                <a:gd name="connsiteY4" fmla="*/ 7022 h 14044"/>
                <a:gd name="connsiteX5" fmla="*/ 7029 w 14139"/>
                <a:gd name="connsiteY5"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39" h="14044">
                  <a:moveTo>
                    <a:pt x="7029" y="0"/>
                  </a:moveTo>
                  <a:cubicBezTo>
                    <a:pt x="3195" y="0"/>
                    <a:pt x="0" y="3192"/>
                    <a:pt x="0" y="7022"/>
                  </a:cubicBezTo>
                  <a:cubicBezTo>
                    <a:pt x="0" y="10853"/>
                    <a:pt x="3195" y="14045"/>
                    <a:pt x="7029" y="14045"/>
                  </a:cubicBezTo>
                  <a:cubicBezTo>
                    <a:pt x="10863" y="14045"/>
                    <a:pt x="14058" y="10853"/>
                    <a:pt x="14058" y="7022"/>
                  </a:cubicBezTo>
                  <a:cubicBezTo>
                    <a:pt x="14058" y="7022"/>
                    <a:pt x="14058" y="7022"/>
                    <a:pt x="14058" y="7022"/>
                  </a:cubicBezTo>
                  <a:cubicBezTo>
                    <a:pt x="14697" y="3192"/>
                    <a:pt x="11502" y="0"/>
                    <a:pt x="7029" y="0"/>
                  </a:cubicBezTo>
                  <a:close/>
                </a:path>
              </a:pathLst>
            </a:custGeom>
            <a:solidFill>
              <a:srgbClr val="26890D"/>
            </a:solidFill>
            <a:ln w="6390" cap="flat">
              <a:noFill/>
              <a:prstDash val="solid"/>
              <a:miter/>
            </a:ln>
          </p:spPr>
          <p:txBody>
            <a:bodyPr rtlCol="0" anchor="ctr"/>
            <a:lstStyle/>
            <a:p>
              <a:endParaRPr lang="en-US"/>
            </a:p>
          </p:txBody>
        </p:sp>
        <p:sp>
          <p:nvSpPr>
            <p:cNvPr id="494" name="Graphic 4">
              <a:extLst>
                <a:ext uri="{FF2B5EF4-FFF2-40B4-BE49-F238E27FC236}">
                  <a16:creationId xmlns:a16="http://schemas.microsoft.com/office/drawing/2014/main" id="{59F7FB84-446D-3246-A95A-78C4C8674EF3}"/>
                </a:ext>
              </a:extLst>
            </p:cNvPr>
            <p:cNvSpPr/>
            <p:nvPr/>
          </p:nvSpPr>
          <p:spPr>
            <a:xfrm>
              <a:off x="3781564" y="1609564"/>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26890D"/>
            </a:solidFill>
            <a:ln w="6390" cap="flat">
              <a:noFill/>
              <a:prstDash val="solid"/>
              <a:miter/>
            </a:ln>
          </p:spPr>
          <p:txBody>
            <a:bodyPr rtlCol="0" anchor="ctr"/>
            <a:lstStyle/>
            <a:p>
              <a:endParaRPr lang="en-US"/>
            </a:p>
          </p:txBody>
        </p:sp>
        <p:sp>
          <p:nvSpPr>
            <p:cNvPr id="495" name="Graphic 4">
              <a:extLst>
                <a:ext uri="{FF2B5EF4-FFF2-40B4-BE49-F238E27FC236}">
                  <a16:creationId xmlns:a16="http://schemas.microsoft.com/office/drawing/2014/main" id="{5F6DB44A-6307-4B43-8712-4AD3F09F4A39}"/>
                </a:ext>
              </a:extLst>
            </p:cNvPr>
            <p:cNvSpPr/>
            <p:nvPr/>
          </p:nvSpPr>
          <p:spPr>
            <a:xfrm>
              <a:off x="3799386" y="1609564"/>
              <a:ext cx="14128" cy="14044"/>
            </a:xfrm>
            <a:custGeom>
              <a:avLst/>
              <a:gdLst>
                <a:gd name="connsiteX0" fmla="*/ 7099 w 14128"/>
                <a:gd name="connsiteY0" fmla="*/ 14045 h 14044"/>
                <a:gd name="connsiteX1" fmla="*/ 14128 w 14128"/>
                <a:gd name="connsiteY1" fmla="*/ 7022 h 14044"/>
                <a:gd name="connsiteX2" fmla="*/ 7099 w 14128"/>
                <a:gd name="connsiteY2" fmla="*/ 0 h 14044"/>
                <a:gd name="connsiteX3" fmla="*/ 70 w 14128"/>
                <a:gd name="connsiteY3" fmla="*/ 7022 h 14044"/>
                <a:gd name="connsiteX4" fmla="*/ 70 w 14128"/>
                <a:gd name="connsiteY4" fmla="*/ 7022 h 14044"/>
                <a:gd name="connsiteX5" fmla="*/ 7099 w 14128"/>
                <a:gd name="connsiteY5" fmla="*/ 14045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28" h="14044">
                  <a:moveTo>
                    <a:pt x="7099" y="14045"/>
                  </a:moveTo>
                  <a:cubicBezTo>
                    <a:pt x="10933" y="14045"/>
                    <a:pt x="14128" y="10853"/>
                    <a:pt x="14128" y="7022"/>
                  </a:cubicBezTo>
                  <a:cubicBezTo>
                    <a:pt x="14128" y="3192"/>
                    <a:pt x="10933" y="0"/>
                    <a:pt x="7099" y="0"/>
                  </a:cubicBezTo>
                  <a:cubicBezTo>
                    <a:pt x="3265" y="0"/>
                    <a:pt x="70" y="3192"/>
                    <a:pt x="70" y="7022"/>
                  </a:cubicBezTo>
                  <a:cubicBezTo>
                    <a:pt x="70" y="7022"/>
                    <a:pt x="70" y="7022"/>
                    <a:pt x="70" y="7022"/>
                  </a:cubicBezTo>
                  <a:cubicBezTo>
                    <a:pt x="-569" y="10853"/>
                    <a:pt x="3265" y="14045"/>
                    <a:pt x="7099" y="14045"/>
                  </a:cubicBezTo>
                  <a:close/>
                </a:path>
              </a:pathLst>
            </a:custGeom>
            <a:solidFill>
              <a:srgbClr val="26890D"/>
            </a:solidFill>
            <a:ln w="6390" cap="flat">
              <a:noFill/>
              <a:prstDash val="solid"/>
              <a:miter/>
            </a:ln>
          </p:spPr>
          <p:txBody>
            <a:bodyPr rtlCol="0" anchor="ctr"/>
            <a:lstStyle/>
            <a:p>
              <a:endParaRPr lang="en-US"/>
            </a:p>
          </p:txBody>
        </p:sp>
        <p:sp>
          <p:nvSpPr>
            <p:cNvPr id="496" name="Graphic 4">
              <a:extLst>
                <a:ext uri="{FF2B5EF4-FFF2-40B4-BE49-F238E27FC236}">
                  <a16:creationId xmlns:a16="http://schemas.microsoft.com/office/drawing/2014/main" id="{5B7FD838-B8F5-2146-A015-A373B034DC6F}"/>
                </a:ext>
              </a:extLst>
            </p:cNvPr>
            <p:cNvSpPr/>
            <p:nvPr/>
          </p:nvSpPr>
          <p:spPr>
            <a:xfrm>
              <a:off x="3763672" y="1628716"/>
              <a:ext cx="14139" cy="14044"/>
            </a:xfrm>
            <a:custGeom>
              <a:avLst/>
              <a:gdLst>
                <a:gd name="connsiteX0" fmla="*/ 7029 w 14139"/>
                <a:gd name="connsiteY0" fmla="*/ 0 h 14044"/>
                <a:gd name="connsiteX1" fmla="*/ 0 w 14139"/>
                <a:gd name="connsiteY1" fmla="*/ 7022 h 14044"/>
                <a:gd name="connsiteX2" fmla="*/ 7029 w 14139"/>
                <a:gd name="connsiteY2" fmla="*/ 14045 h 14044"/>
                <a:gd name="connsiteX3" fmla="*/ 14058 w 14139"/>
                <a:gd name="connsiteY3" fmla="*/ 7022 h 14044"/>
                <a:gd name="connsiteX4" fmla="*/ 14058 w 14139"/>
                <a:gd name="connsiteY4" fmla="*/ 7022 h 14044"/>
                <a:gd name="connsiteX5" fmla="*/ 7029 w 14139"/>
                <a:gd name="connsiteY5"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39" h="14044">
                  <a:moveTo>
                    <a:pt x="7029" y="0"/>
                  </a:moveTo>
                  <a:cubicBezTo>
                    <a:pt x="3195" y="0"/>
                    <a:pt x="0" y="3192"/>
                    <a:pt x="0" y="7022"/>
                  </a:cubicBezTo>
                  <a:cubicBezTo>
                    <a:pt x="0" y="10853"/>
                    <a:pt x="3195" y="14045"/>
                    <a:pt x="7029" y="14045"/>
                  </a:cubicBezTo>
                  <a:cubicBezTo>
                    <a:pt x="10863" y="14045"/>
                    <a:pt x="14058" y="10853"/>
                    <a:pt x="14058" y="7022"/>
                  </a:cubicBezTo>
                  <a:cubicBezTo>
                    <a:pt x="14058" y="7022"/>
                    <a:pt x="14058" y="7022"/>
                    <a:pt x="14058" y="7022"/>
                  </a:cubicBezTo>
                  <a:cubicBezTo>
                    <a:pt x="14697" y="3192"/>
                    <a:pt x="11502" y="0"/>
                    <a:pt x="7029" y="0"/>
                  </a:cubicBezTo>
                  <a:close/>
                </a:path>
              </a:pathLst>
            </a:custGeom>
            <a:solidFill>
              <a:srgbClr val="26890D"/>
            </a:solidFill>
            <a:ln w="6390" cap="flat">
              <a:noFill/>
              <a:prstDash val="solid"/>
              <a:miter/>
            </a:ln>
          </p:spPr>
          <p:txBody>
            <a:bodyPr rtlCol="0" anchor="ctr"/>
            <a:lstStyle/>
            <a:p>
              <a:endParaRPr lang="en-US"/>
            </a:p>
          </p:txBody>
        </p:sp>
        <p:sp>
          <p:nvSpPr>
            <p:cNvPr id="497" name="Graphic 4">
              <a:extLst>
                <a:ext uri="{FF2B5EF4-FFF2-40B4-BE49-F238E27FC236}">
                  <a16:creationId xmlns:a16="http://schemas.microsoft.com/office/drawing/2014/main" id="{A2660A19-74D0-EC4C-A901-80EF879AB95E}"/>
                </a:ext>
              </a:extLst>
            </p:cNvPr>
            <p:cNvSpPr/>
            <p:nvPr/>
          </p:nvSpPr>
          <p:spPr>
            <a:xfrm>
              <a:off x="3781564" y="1628716"/>
              <a:ext cx="14057" cy="14044"/>
            </a:xfrm>
            <a:custGeom>
              <a:avLst/>
              <a:gdLst>
                <a:gd name="connsiteX0" fmla="*/ 14058 w 14057"/>
                <a:gd name="connsiteY0" fmla="*/ 7022 h 14044"/>
                <a:gd name="connsiteX1" fmla="*/ 7029 w 14057"/>
                <a:gd name="connsiteY1" fmla="*/ 14045 h 14044"/>
                <a:gd name="connsiteX2" fmla="*/ 0 w 14057"/>
                <a:gd name="connsiteY2" fmla="*/ 7022 h 14044"/>
                <a:gd name="connsiteX3" fmla="*/ 7029 w 14057"/>
                <a:gd name="connsiteY3" fmla="*/ 0 h 14044"/>
                <a:gd name="connsiteX4" fmla="*/ 14058 w 14057"/>
                <a:gd name="connsiteY4" fmla="*/ 7022 h 14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7" h="14044">
                  <a:moveTo>
                    <a:pt x="14058" y="7022"/>
                  </a:moveTo>
                  <a:cubicBezTo>
                    <a:pt x="14058" y="10901"/>
                    <a:pt x="10911" y="14045"/>
                    <a:pt x="7029" y="14045"/>
                  </a:cubicBezTo>
                  <a:cubicBezTo>
                    <a:pt x="3147" y="14045"/>
                    <a:pt x="0" y="10901"/>
                    <a:pt x="0" y="7022"/>
                  </a:cubicBezTo>
                  <a:cubicBezTo>
                    <a:pt x="0" y="3144"/>
                    <a:pt x="3147" y="0"/>
                    <a:pt x="7029" y="0"/>
                  </a:cubicBezTo>
                  <a:cubicBezTo>
                    <a:pt x="10911" y="0"/>
                    <a:pt x="14058" y="3144"/>
                    <a:pt x="14058" y="7022"/>
                  </a:cubicBezTo>
                  <a:close/>
                </a:path>
              </a:pathLst>
            </a:custGeom>
            <a:solidFill>
              <a:srgbClr val="26890D"/>
            </a:solidFill>
            <a:ln w="6390" cap="flat">
              <a:noFill/>
              <a:prstDash val="solid"/>
              <a:miter/>
            </a:ln>
          </p:spPr>
          <p:txBody>
            <a:bodyPr rtlCol="0" anchor="ctr"/>
            <a:lstStyle/>
            <a:p>
              <a:endParaRPr lang="en-US"/>
            </a:p>
          </p:txBody>
        </p:sp>
        <p:sp>
          <p:nvSpPr>
            <p:cNvPr id="498" name="Graphic 4">
              <a:extLst>
                <a:ext uri="{FF2B5EF4-FFF2-40B4-BE49-F238E27FC236}">
                  <a16:creationId xmlns:a16="http://schemas.microsoft.com/office/drawing/2014/main" id="{03FC55C6-48C9-FA4A-B417-ED06FB0D4B3B}"/>
                </a:ext>
              </a:extLst>
            </p:cNvPr>
            <p:cNvSpPr/>
            <p:nvPr/>
          </p:nvSpPr>
          <p:spPr>
            <a:xfrm>
              <a:off x="3799386" y="1628716"/>
              <a:ext cx="14128" cy="14044"/>
            </a:xfrm>
            <a:custGeom>
              <a:avLst/>
              <a:gdLst>
                <a:gd name="connsiteX0" fmla="*/ 7099 w 14128"/>
                <a:gd name="connsiteY0" fmla="*/ 14045 h 14044"/>
                <a:gd name="connsiteX1" fmla="*/ 14128 w 14128"/>
                <a:gd name="connsiteY1" fmla="*/ 7022 h 14044"/>
                <a:gd name="connsiteX2" fmla="*/ 7099 w 14128"/>
                <a:gd name="connsiteY2" fmla="*/ 0 h 14044"/>
                <a:gd name="connsiteX3" fmla="*/ 70 w 14128"/>
                <a:gd name="connsiteY3" fmla="*/ 7022 h 14044"/>
                <a:gd name="connsiteX4" fmla="*/ 70 w 14128"/>
                <a:gd name="connsiteY4" fmla="*/ 7022 h 14044"/>
                <a:gd name="connsiteX5" fmla="*/ 7099 w 14128"/>
                <a:gd name="connsiteY5" fmla="*/ 14045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28" h="14044">
                  <a:moveTo>
                    <a:pt x="7099" y="14045"/>
                  </a:moveTo>
                  <a:cubicBezTo>
                    <a:pt x="10933" y="14045"/>
                    <a:pt x="14128" y="10853"/>
                    <a:pt x="14128" y="7022"/>
                  </a:cubicBezTo>
                  <a:cubicBezTo>
                    <a:pt x="14128" y="3192"/>
                    <a:pt x="10933" y="0"/>
                    <a:pt x="7099" y="0"/>
                  </a:cubicBezTo>
                  <a:cubicBezTo>
                    <a:pt x="3265" y="0"/>
                    <a:pt x="70" y="3192"/>
                    <a:pt x="70" y="7022"/>
                  </a:cubicBezTo>
                  <a:cubicBezTo>
                    <a:pt x="70" y="7022"/>
                    <a:pt x="70" y="7022"/>
                    <a:pt x="70" y="7022"/>
                  </a:cubicBezTo>
                  <a:cubicBezTo>
                    <a:pt x="-569" y="10853"/>
                    <a:pt x="3265" y="14045"/>
                    <a:pt x="7099" y="14045"/>
                  </a:cubicBezTo>
                  <a:close/>
                </a:path>
              </a:pathLst>
            </a:custGeom>
            <a:solidFill>
              <a:srgbClr val="26890D"/>
            </a:solidFill>
            <a:ln w="6390" cap="flat">
              <a:noFill/>
              <a:prstDash val="solid"/>
              <a:miter/>
            </a:ln>
          </p:spPr>
          <p:txBody>
            <a:bodyPr rtlCol="0" anchor="ctr"/>
            <a:lstStyle/>
            <a:p>
              <a:endParaRPr lang="en-US"/>
            </a:p>
          </p:txBody>
        </p:sp>
        <p:sp>
          <p:nvSpPr>
            <p:cNvPr id="499" name="Graphic 4">
              <a:extLst>
                <a:ext uri="{FF2B5EF4-FFF2-40B4-BE49-F238E27FC236}">
                  <a16:creationId xmlns:a16="http://schemas.microsoft.com/office/drawing/2014/main" id="{966BC576-C80F-954E-9CA8-3F3314DA54E1}"/>
                </a:ext>
              </a:extLst>
            </p:cNvPr>
            <p:cNvSpPr/>
            <p:nvPr/>
          </p:nvSpPr>
          <p:spPr>
            <a:xfrm>
              <a:off x="3745781" y="1471670"/>
              <a:ext cx="86264" cy="223439"/>
            </a:xfrm>
            <a:custGeom>
              <a:avLst/>
              <a:gdLst>
                <a:gd name="connsiteX0" fmla="*/ 80513 w 86264"/>
                <a:gd name="connsiteY0" fmla="*/ 11491 h 223439"/>
                <a:gd name="connsiteX1" fmla="*/ 44090 w 86264"/>
                <a:gd name="connsiteY1" fmla="*/ 0 h 223439"/>
                <a:gd name="connsiteX2" fmla="*/ 7029 w 86264"/>
                <a:gd name="connsiteY2" fmla="*/ 11491 h 223439"/>
                <a:gd name="connsiteX3" fmla="*/ 0 w 86264"/>
                <a:gd name="connsiteY3" fmla="*/ 27451 h 223439"/>
                <a:gd name="connsiteX4" fmla="*/ 0 w 86264"/>
                <a:gd name="connsiteY4" fmla="*/ 195350 h 223439"/>
                <a:gd name="connsiteX5" fmla="*/ 6390 w 86264"/>
                <a:gd name="connsiteY5" fmla="*/ 211948 h 223439"/>
                <a:gd name="connsiteX6" fmla="*/ 44090 w 86264"/>
                <a:gd name="connsiteY6" fmla="*/ 223439 h 223439"/>
                <a:gd name="connsiteX7" fmla="*/ 86264 w 86264"/>
                <a:gd name="connsiteY7" fmla="*/ 197903 h 223439"/>
                <a:gd name="connsiteX8" fmla="*/ 86264 w 86264"/>
                <a:gd name="connsiteY8" fmla="*/ 26174 h 223439"/>
                <a:gd name="connsiteX9" fmla="*/ 80513 w 86264"/>
                <a:gd name="connsiteY9" fmla="*/ 11491 h 223439"/>
                <a:gd name="connsiteX10" fmla="*/ 73484 w 86264"/>
                <a:gd name="connsiteY10" fmla="*/ 175560 h 223439"/>
                <a:gd name="connsiteX11" fmla="*/ 72206 w 86264"/>
                <a:gd name="connsiteY11" fmla="*/ 176198 h 223439"/>
                <a:gd name="connsiteX12" fmla="*/ 14058 w 86264"/>
                <a:gd name="connsiteY12" fmla="*/ 177475 h 223439"/>
                <a:gd name="connsiteX13" fmla="*/ 12780 w 86264"/>
                <a:gd name="connsiteY13" fmla="*/ 176198 h 223439"/>
                <a:gd name="connsiteX14" fmla="*/ 12780 w 86264"/>
                <a:gd name="connsiteY14" fmla="*/ 64478 h 223439"/>
                <a:gd name="connsiteX15" fmla="*/ 43451 w 86264"/>
                <a:gd name="connsiteY15" fmla="*/ 70862 h 223439"/>
                <a:gd name="connsiteX16" fmla="*/ 44090 w 86264"/>
                <a:gd name="connsiteY16" fmla="*/ 70862 h 223439"/>
                <a:gd name="connsiteX17" fmla="*/ 73484 w 86264"/>
                <a:gd name="connsiteY17" fmla="*/ 64478 h 223439"/>
                <a:gd name="connsiteX18" fmla="*/ 73484 w 86264"/>
                <a:gd name="connsiteY18" fmla="*/ 175560 h 223439"/>
                <a:gd name="connsiteX19" fmla="*/ 15975 w 86264"/>
                <a:gd name="connsiteY19" fmla="*/ 20429 h 223439"/>
                <a:gd name="connsiteX20" fmla="*/ 44090 w 86264"/>
                <a:gd name="connsiteY20" fmla="*/ 12768 h 223439"/>
                <a:gd name="connsiteX21" fmla="*/ 70928 w 86264"/>
                <a:gd name="connsiteY21" fmla="*/ 19790 h 223439"/>
                <a:gd name="connsiteX22" fmla="*/ 73484 w 86264"/>
                <a:gd name="connsiteY22" fmla="*/ 24898 h 223439"/>
                <a:gd name="connsiteX23" fmla="*/ 72845 w 86264"/>
                <a:gd name="connsiteY23" fmla="*/ 25536 h 223439"/>
                <a:gd name="connsiteX24" fmla="*/ 43451 w 86264"/>
                <a:gd name="connsiteY24" fmla="*/ 35112 h 223439"/>
                <a:gd name="connsiteX25" fmla="*/ 13419 w 86264"/>
                <a:gd name="connsiteY25" fmla="*/ 25536 h 223439"/>
                <a:gd name="connsiteX26" fmla="*/ 15975 w 86264"/>
                <a:gd name="connsiteY26" fmla="*/ 20429 h 223439"/>
                <a:gd name="connsiteX27" fmla="*/ 15975 w 86264"/>
                <a:gd name="connsiteY27" fmla="*/ 20429 h 223439"/>
                <a:gd name="connsiteX28" fmla="*/ 42813 w 86264"/>
                <a:gd name="connsiteY28" fmla="*/ 47242 h 223439"/>
                <a:gd name="connsiteX29" fmla="*/ 72845 w 86264"/>
                <a:gd name="connsiteY29" fmla="*/ 39581 h 223439"/>
                <a:gd name="connsiteX30" fmla="*/ 72845 w 86264"/>
                <a:gd name="connsiteY30" fmla="*/ 50434 h 223439"/>
                <a:gd name="connsiteX31" fmla="*/ 72206 w 86264"/>
                <a:gd name="connsiteY31" fmla="*/ 50434 h 223439"/>
                <a:gd name="connsiteX32" fmla="*/ 43451 w 86264"/>
                <a:gd name="connsiteY32" fmla="*/ 58094 h 223439"/>
                <a:gd name="connsiteX33" fmla="*/ 43451 w 86264"/>
                <a:gd name="connsiteY33" fmla="*/ 58094 h 223439"/>
                <a:gd name="connsiteX34" fmla="*/ 12780 w 86264"/>
                <a:gd name="connsiteY34" fmla="*/ 50434 h 223439"/>
                <a:gd name="connsiteX35" fmla="*/ 12141 w 86264"/>
                <a:gd name="connsiteY35" fmla="*/ 50434 h 223439"/>
                <a:gd name="connsiteX36" fmla="*/ 12141 w 86264"/>
                <a:gd name="connsiteY36" fmla="*/ 39581 h 223439"/>
                <a:gd name="connsiteX37" fmla="*/ 42813 w 86264"/>
                <a:gd name="connsiteY37" fmla="*/ 47242 h 223439"/>
                <a:gd name="connsiteX38" fmla="*/ 42813 w 86264"/>
                <a:gd name="connsiteY38" fmla="*/ 47242 h 223439"/>
                <a:gd name="connsiteX39" fmla="*/ 43451 w 86264"/>
                <a:gd name="connsiteY39" fmla="*/ 210671 h 223439"/>
                <a:gd name="connsiteX40" fmla="*/ 15336 w 86264"/>
                <a:gd name="connsiteY40" fmla="*/ 203011 h 223439"/>
                <a:gd name="connsiteX41" fmla="*/ 12141 w 86264"/>
                <a:gd name="connsiteY41" fmla="*/ 195350 h 223439"/>
                <a:gd name="connsiteX42" fmla="*/ 12141 w 86264"/>
                <a:gd name="connsiteY42" fmla="*/ 190881 h 223439"/>
                <a:gd name="connsiteX43" fmla="*/ 17253 w 86264"/>
                <a:gd name="connsiteY43" fmla="*/ 193435 h 223439"/>
                <a:gd name="connsiteX44" fmla="*/ 41535 w 86264"/>
                <a:gd name="connsiteY44" fmla="*/ 197903 h 223439"/>
                <a:gd name="connsiteX45" fmla="*/ 72845 w 86264"/>
                <a:gd name="connsiteY45" fmla="*/ 189604 h 223439"/>
                <a:gd name="connsiteX46" fmla="*/ 72845 w 86264"/>
                <a:gd name="connsiteY46" fmla="*/ 196627 h 223439"/>
                <a:gd name="connsiteX47" fmla="*/ 43451 w 86264"/>
                <a:gd name="connsiteY47" fmla="*/ 210671 h 223439"/>
                <a:gd name="connsiteX48" fmla="*/ 43451 w 86264"/>
                <a:gd name="connsiteY48" fmla="*/ 210671 h 223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6264" h="223439">
                  <a:moveTo>
                    <a:pt x="80513" y="11491"/>
                  </a:moveTo>
                  <a:cubicBezTo>
                    <a:pt x="73484" y="3830"/>
                    <a:pt x="61343" y="0"/>
                    <a:pt x="44090" y="0"/>
                  </a:cubicBezTo>
                  <a:cubicBezTo>
                    <a:pt x="26838" y="0"/>
                    <a:pt x="14697" y="3830"/>
                    <a:pt x="7029" y="11491"/>
                  </a:cubicBezTo>
                  <a:cubicBezTo>
                    <a:pt x="2556" y="15960"/>
                    <a:pt x="639" y="21067"/>
                    <a:pt x="0" y="27451"/>
                  </a:cubicBezTo>
                  <a:lnTo>
                    <a:pt x="0" y="195350"/>
                  </a:lnTo>
                  <a:cubicBezTo>
                    <a:pt x="0" y="201734"/>
                    <a:pt x="1917" y="207479"/>
                    <a:pt x="6390" y="211948"/>
                  </a:cubicBezTo>
                  <a:cubicBezTo>
                    <a:pt x="13419" y="219609"/>
                    <a:pt x="26199" y="223439"/>
                    <a:pt x="44090" y="223439"/>
                  </a:cubicBezTo>
                  <a:cubicBezTo>
                    <a:pt x="84347" y="223439"/>
                    <a:pt x="86264" y="199180"/>
                    <a:pt x="86264" y="197903"/>
                  </a:cubicBezTo>
                  <a:lnTo>
                    <a:pt x="86264" y="26174"/>
                  </a:lnTo>
                  <a:cubicBezTo>
                    <a:pt x="86264" y="20429"/>
                    <a:pt x="84347" y="15322"/>
                    <a:pt x="80513" y="11491"/>
                  </a:cubicBezTo>
                  <a:close/>
                  <a:moveTo>
                    <a:pt x="73484" y="175560"/>
                  </a:moveTo>
                  <a:lnTo>
                    <a:pt x="72206" y="176198"/>
                  </a:lnTo>
                  <a:cubicBezTo>
                    <a:pt x="54953" y="188327"/>
                    <a:pt x="31950" y="188966"/>
                    <a:pt x="14058" y="177475"/>
                  </a:cubicBezTo>
                  <a:cubicBezTo>
                    <a:pt x="13419" y="176836"/>
                    <a:pt x="13419" y="176836"/>
                    <a:pt x="12780" y="176198"/>
                  </a:cubicBezTo>
                  <a:lnTo>
                    <a:pt x="12780" y="64478"/>
                  </a:lnTo>
                  <a:cubicBezTo>
                    <a:pt x="22365" y="68947"/>
                    <a:pt x="33228" y="70862"/>
                    <a:pt x="43451" y="70862"/>
                  </a:cubicBezTo>
                  <a:lnTo>
                    <a:pt x="44090" y="70862"/>
                  </a:lnTo>
                  <a:cubicBezTo>
                    <a:pt x="54314" y="70862"/>
                    <a:pt x="63899" y="68947"/>
                    <a:pt x="73484" y="64478"/>
                  </a:cubicBezTo>
                  <a:lnTo>
                    <a:pt x="73484" y="175560"/>
                  </a:lnTo>
                  <a:close/>
                  <a:moveTo>
                    <a:pt x="15975" y="20429"/>
                  </a:moveTo>
                  <a:cubicBezTo>
                    <a:pt x="19170" y="16598"/>
                    <a:pt x="26838" y="12768"/>
                    <a:pt x="44090" y="12768"/>
                  </a:cubicBezTo>
                  <a:cubicBezTo>
                    <a:pt x="56870" y="12768"/>
                    <a:pt x="66455" y="15322"/>
                    <a:pt x="70928" y="19790"/>
                  </a:cubicBezTo>
                  <a:cubicBezTo>
                    <a:pt x="72206" y="21067"/>
                    <a:pt x="72845" y="22982"/>
                    <a:pt x="73484" y="24898"/>
                  </a:cubicBezTo>
                  <a:cubicBezTo>
                    <a:pt x="73484" y="24898"/>
                    <a:pt x="72845" y="24898"/>
                    <a:pt x="72845" y="25536"/>
                  </a:cubicBezTo>
                  <a:cubicBezTo>
                    <a:pt x="64538" y="31920"/>
                    <a:pt x="54314" y="35112"/>
                    <a:pt x="43451" y="35112"/>
                  </a:cubicBezTo>
                  <a:cubicBezTo>
                    <a:pt x="32589" y="35112"/>
                    <a:pt x="22365" y="31920"/>
                    <a:pt x="13419" y="25536"/>
                  </a:cubicBezTo>
                  <a:cubicBezTo>
                    <a:pt x="14058" y="22982"/>
                    <a:pt x="14697" y="21706"/>
                    <a:pt x="15975" y="20429"/>
                  </a:cubicBezTo>
                  <a:lnTo>
                    <a:pt x="15975" y="20429"/>
                  </a:lnTo>
                  <a:close/>
                  <a:moveTo>
                    <a:pt x="42813" y="47242"/>
                  </a:moveTo>
                  <a:cubicBezTo>
                    <a:pt x="53675" y="47242"/>
                    <a:pt x="63899" y="44688"/>
                    <a:pt x="72845" y="39581"/>
                  </a:cubicBezTo>
                  <a:lnTo>
                    <a:pt x="72845" y="50434"/>
                  </a:lnTo>
                  <a:lnTo>
                    <a:pt x="72206" y="50434"/>
                  </a:lnTo>
                  <a:cubicBezTo>
                    <a:pt x="63260" y="55541"/>
                    <a:pt x="53675" y="58094"/>
                    <a:pt x="43451" y="58094"/>
                  </a:cubicBezTo>
                  <a:lnTo>
                    <a:pt x="43451" y="58094"/>
                  </a:lnTo>
                  <a:cubicBezTo>
                    <a:pt x="32589" y="58094"/>
                    <a:pt x="22365" y="55541"/>
                    <a:pt x="12780" y="50434"/>
                  </a:cubicBezTo>
                  <a:lnTo>
                    <a:pt x="12141" y="50434"/>
                  </a:lnTo>
                  <a:lnTo>
                    <a:pt x="12141" y="39581"/>
                  </a:lnTo>
                  <a:cubicBezTo>
                    <a:pt x="22365" y="44688"/>
                    <a:pt x="32589" y="47242"/>
                    <a:pt x="42813" y="47242"/>
                  </a:cubicBezTo>
                  <a:lnTo>
                    <a:pt x="42813" y="47242"/>
                  </a:lnTo>
                  <a:close/>
                  <a:moveTo>
                    <a:pt x="43451" y="210671"/>
                  </a:moveTo>
                  <a:cubicBezTo>
                    <a:pt x="26199" y="210671"/>
                    <a:pt x="18531" y="206841"/>
                    <a:pt x="15336" y="203011"/>
                  </a:cubicBezTo>
                  <a:cubicBezTo>
                    <a:pt x="13419" y="201095"/>
                    <a:pt x="12141" y="198542"/>
                    <a:pt x="12141" y="195350"/>
                  </a:cubicBezTo>
                  <a:lnTo>
                    <a:pt x="12141" y="190881"/>
                  </a:lnTo>
                  <a:cubicBezTo>
                    <a:pt x="14058" y="191519"/>
                    <a:pt x="15975" y="192796"/>
                    <a:pt x="17253" y="193435"/>
                  </a:cubicBezTo>
                  <a:cubicBezTo>
                    <a:pt x="24921" y="196627"/>
                    <a:pt x="33228" y="197903"/>
                    <a:pt x="41535" y="197903"/>
                  </a:cubicBezTo>
                  <a:cubicBezTo>
                    <a:pt x="52398" y="197903"/>
                    <a:pt x="63260" y="194711"/>
                    <a:pt x="72845" y="189604"/>
                  </a:cubicBezTo>
                  <a:lnTo>
                    <a:pt x="72845" y="196627"/>
                  </a:lnTo>
                  <a:cubicBezTo>
                    <a:pt x="73484" y="197903"/>
                    <a:pt x="71567" y="210671"/>
                    <a:pt x="43451" y="210671"/>
                  </a:cubicBezTo>
                  <a:lnTo>
                    <a:pt x="43451" y="210671"/>
                  </a:lnTo>
                  <a:close/>
                </a:path>
              </a:pathLst>
            </a:custGeom>
            <a:solidFill>
              <a:srgbClr val="26890D"/>
            </a:solidFill>
            <a:ln w="6390" cap="flat">
              <a:noFill/>
              <a:prstDash val="solid"/>
              <a:miter/>
            </a:ln>
          </p:spPr>
          <p:txBody>
            <a:bodyPr rtlCol="0" anchor="ctr"/>
            <a:lstStyle/>
            <a:p>
              <a:endParaRPr lang="en-US"/>
            </a:p>
          </p:txBody>
        </p:sp>
      </p:grpSp>
      <p:grpSp>
        <p:nvGrpSpPr>
          <p:cNvPr id="500" name="Graphic 4">
            <a:extLst>
              <a:ext uri="{FF2B5EF4-FFF2-40B4-BE49-F238E27FC236}">
                <a16:creationId xmlns:a16="http://schemas.microsoft.com/office/drawing/2014/main" id="{3A100DE1-4BB0-2B48-80D2-E5FF7F317DC3}"/>
              </a:ext>
            </a:extLst>
          </p:cNvPr>
          <p:cNvGrpSpPr/>
          <p:nvPr/>
        </p:nvGrpSpPr>
        <p:grpSpPr>
          <a:xfrm>
            <a:off x="1515054" y="918179"/>
            <a:ext cx="362309" cy="361971"/>
            <a:chOff x="1515054" y="918179"/>
            <a:chExt cx="362309" cy="361971"/>
          </a:xfrm>
          <a:solidFill>
            <a:srgbClr val="86BC25"/>
          </a:solidFill>
        </p:grpSpPr>
        <p:sp>
          <p:nvSpPr>
            <p:cNvPr id="501" name="Graphic 4">
              <a:extLst>
                <a:ext uri="{FF2B5EF4-FFF2-40B4-BE49-F238E27FC236}">
                  <a16:creationId xmlns:a16="http://schemas.microsoft.com/office/drawing/2014/main" id="{AE8F28B1-63F4-BA49-A1CA-342457197682}"/>
                </a:ext>
              </a:extLst>
            </p:cNvPr>
            <p:cNvSpPr/>
            <p:nvPr/>
          </p:nvSpPr>
          <p:spPr>
            <a:xfrm>
              <a:off x="1515054" y="918179"/>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0667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0518" y="0"/>
                    <a:pt x="180835" y="0"/>
                  </a:cubicBezTo>
                  <a:lnTo>
                    <a:pt x="180835" y="0"/>
                  </a:lnTo>
                  <a:close/>
                  <a:moveTo>
                    <a:pt x="180835" y="349204"/>
                  </a:moveTo>
                  <a:cubicBezTo>
                    <a:pt x="87542" y="349204"/>
                    <a:pt x="12780" y="273873"/>
                    <a:pt x="12780" y="180667"/>
                  </a:cubicBezTo>
                  <a:cubicBezTo>
                    <a:pt x="12780" y="87461"/>
                    <a:pt x="88181" y="12768"/>
                    <a:pt x="180835" y="12768"/>
                  </a:cubicBezTo>
                  <a:cubicBezTo>
                    <a:pt x="274128" y="12768"/>
                    <a:pt x="349529" y="88099"/>
                    <a:pt x="349529" y="180667"/>
                  </a:cubicBezTo>
                  <a:cubicBezTo>
                    <a:pt x="348891" y="273873"/>
                    <a:pt x="273489" y="349204"/>
                    <a:pt x="180835" y="349204"/>
                  </a:cubicBezTo>
                  <a:close/>
                </a:path>
              </a:pathLst>
            </a:custGeom>
            <a:solidFill>
              <a:srgbClr val="86BC25"/>
            </a:solidFill>
            <a:ln w="6390" cap="flat">
              <a:noFill/>
              <a:prstDash val="solid"/>
              <a:miter/>
            </a:ln>
          </p:spPr>
          <p:txBody>
            <a:bodyPr rtlCol="0" anchor="ctr"/>
            <a:lstStyle/>
            <a:p>
              <a:endParaRPr lang="en-US"/>
            </a:p>
          </p:txBody>
        </p:sp>
        <p:sp>
          <p:nvSpPr>
            <p:cNvPr id="502" name="Graphic 4">
              <a:extLst>
                <a:ext uri="{FF2B5EF4-FFF2-40B4-BE49-F238E27FC236}">
                  <a16:creationId xmlns:a16="http://schemas.microsoft.com/office/drawing/2014/main" id="{27182F38-DFE1-7843-87E3-465661F84393}"/>
                </a:ext>
              </a:extLst>
            </p:cNvPr>
            <p:cNvSpPr/>
            <p:nvPr/>
          </p:nvSpPr>
          <p:spPr>
            <a:xfrm>
              <a:off x="1598123" y="1001809"/>
              <a:ext cx="195532" cy="195349"/>
            </a:xfrm>
            <a:custGeom>
              <a:avLst/>
              <a:gdLst>
                <a:gd name="connsiteX0" fmla="*/ 182113 w 195532"/>
                <a:gd name="connsiteY0" fmla="*/ 0 h 195349"/>
                <a:gd name="connsiteX1" fmla="*/ 13419 w 195532"/>
                <a:gd name="connsiteY1" fmla="*/ 0 h 195349"/>
                <a:gd name="connsiteX2" fmla="*/ 0 w 195532"/>
                <a:gd name="connsiteY2" fmla="*/ 13406 h 195349"/>
                <a:gd name="connsiteX3" fmla="*/ 0 w 195532"/>
                <a:gd name="connsiteY3" fmla="*/ 181944 h 195349"/>
                <a:gd name="connsiteX4" fmla="*/ 13419 w 195532"/>
                <a:gd name="connsiteY4" fmla="*/ 195350 h 195349"/>
                <a:gd name="connsiteX5" fmla="*/ 182113 w 195532"/>
                <a:gd name="connsiteY5" fmla="*/ 195350 h 195349"/>
                <a:gd name="connsiteX6" fmla="*/ 195532 w 195532"/>
                <a:gd name="connsiteY6" fmla="*/ 181944 h 195349"/>
                <a:gd name="connsiteX7" fmla="*/ 195532 w 195532"/>
                <a:gd name="connsiteY7" fmla="*/ 13406 h 195349"/>
                <a:gd name="connsiteX8" fmla="*/ 182113 w 195532"/>
                <a:gd name="connsiteY8" fmla="*/ 0 h 195349"/>
                <a:gd name="connsiteX9" fmla="*/ 182113 w 195532"/>
                <a:gd name="connsiteY9" fmla="*/ 181305 h 195349"/>
                <a:gd name="connsiteX10" fmla="*/ 182113 w 195532"/>
                <a:gd name="connsiteY10" fmla="*/ 181305 h 195349"/>
                <a:gd name="connsiteX11" fmla="*/ 13419 w 195532"/>
                <a:gd name="connsiteY11" fmla="*/ 181944 h 195349"/>
                <a:gd name="connsiteX12" fmla="*/ 12780 w 195532"/>
                <a:gd name="connsiteY12" fmla="*/ 181305 h 195349"/>
                <a:gd name="connsiteX13" fmla="*/ 12780 w 195532"/>
                <a:gd name="connsiteY13" fmla="*/ 12768 h 195349"/>
                <a:gd name="connsiteX14" fmla="*/ 13419 w 195532"/>
                <a:gd name="connsiteY14" fmla="*/ 12130 h 195349"/>
                <a:gd name="connsiteX15" fmla="*/ 182113 w 195532"/>
                <a:gd name="connsiteY15" fmla="*/ 12130 h 195349"/>
                <a:gd name="connsiteX16" fmla="*/ 182752 w 195532"/>
                <a:gd name="connsiteY16" fmla="*/ 12768 h 195349"/>
                <a:gd name="connsiteX17" fmla="*/ 182752 w 195532"/>
                <a:gd name="connsiteY17" fmla="*/ 181305 h 195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5532" h="195349">
                  <a:moveTo>
                    <a:pt x="182113" y="0"/>
                  </a:moveTo>
                  <a:lnTo>
                    <a:pt x="13419" y="0"/>
                  </a:lnTo>
                  <a:cubicBezTo>
                    <a:pt x="6390" y="0"/>
                    <a:pt x="0" y="5746"/>
                    <a:pt x="0" y="13406"/>
                  </a:cubicBezTo>
                  <a:lnTo>
                    <a:pt x="0" y="181944"/>
                  </a:lnTo>
                  <a:cubicBezTo>
                    <a:pt x="0" y="188966"/>
                    <a:pt x="5751" y="195350"/>
                    <a:pt x="13419" y="195350"/>
                  </a:cubicBezTo>
                  <a:lnTo>
                    <a:pt x="182113" y="195350"/>
                  </a:lnTo>
                  <a:cubicBezTo>
                    <a:pt x="189142" y="195350"/>
                    <a:pt x="195532" y="189604"/>
                    <a:pt x="195532" y="181944"/>
                  </a:cubicBezTo>
                  <a:lnTo>
                    <a:pt x="195532" y="13406"/>
                  </a:lnTo>
                  <a:cubicBezTo>
                    <a:pt x="194893" y="5746"/>
                    <a:pt x="189142" y="0"/>
                    <a:pt x="182113" y="0"/>
                  </a:cubicBezTo>
                  <a:close/>
                  <a:moveTo>
                    <a:pt x="182113" y="181305"/>
                  </a:moveTo>
                  <a:cubicBezTo>
                    <a:pt x="182113" y="181305"/>
                    <a:pt x="182113" y="181944"/>
                    <a:pt x="182113" y="181305"/>
                  </a:cubicBezTo>
                  <a:lnTo>
                    <a:pt x="13419" y="181944"/>
                  </a:lnTo>
                  <a:cubicBezTo>
                    <a:pt x="13419" y="181944"/>
                    <a:pt x="12780" y="181944"/>
                    <a:pt x="12780" y="181305"/>
                  </a:cubicBezTo>
                  <a:lnTo>
                    <a:pt x="12780" y="12768"/>
                  </a:lnTo>
                  <a:cubicBezTo>
                    <a:pt x="12780" y="12768"/>
                    <a:pt x="12780" y="12130"/>
                    <a:pt x="13419" y="12130"/>
                  </a:cubicBezTo>
                  <a:lnTo>
                    <a:pt x="182113" y="12130"/>
                  </a:lnTo>
                  <a:cubicBezTo>
                    <a:pt x="182113" y="12130"/>
                    <a:pt x="182752" y="12130"/>
                    <a:pt x="182752" y="12768"/>
                  </a:cubicBezTo>
                  <a:lnTo>
                    <a:pt x="182752" y="181305"/>
                  </a:lnTo>
                  <a:close/>
                </a:path>
              </a:pathLst>
            </a:custGeom>
            <a:solidFill>
              <a:srgbClr val="86BC25"/>
            </a:solidFill>
            <a:ln w="6390" cap="flat">
              <a:noFill/>
              <a:prstDash val="solid"/>
              <a:miter/>
            </a:ln>
          </p:spPr>
          <p:txBody>
            <a:bodyPr rtlCol="0" anchor="ctr"/>
            <a:lstStyle/>
            <a:p>
              <a:endParaRPr lang="en-US"/>
            </a:p>
          </p:txBody>
        </p:sp>
        <p:sp>
          <p:nvSpPr>
            <p:cNvPr id="503" name="Graphic 4">
              <a:extLst>
                <a:ext uri="{FF2B5EF4-FFF2-40B4-BE49-F238E27FC236}">
                  <a16:creationId xmlns:a16="http://schemas.microsoft.com/office/drawing/2014/main" id="{45BFB4AB-D847-5D4D-A62C-26D43C585DC1}"/>
                </a:ext>
              </a:extLst>
            </p:cNvPr>
            <p:cNvSpPr/>
            <p:nvPr/>
          </p:nvSpPr>
          <p:spPr>
            <a:xfrm>
              <a:off x="1628155" y="1031814"/>
              <a:ext cx="60704" cy="60009"/>
            </a:xfrm>
            <a:custGeom>
              <a:avLst/>
              <a:gdLst>
                <a:gd name="connsiteX0" fmla="*/ 47286 w 60704"/>
                <a:gd name="connsiteY0" fmla="*/ 0 h 60009"/>
                <a:gd name="connsiteX1" fmla="*/ 13419 w 60704"/>
                <a:gd name="connsiteY1" fmla="*/ 0 h 60009"/>
                <a:gd name="connsiteX2" fmla="*/ 0 w 60704"/>
                <a:gd name="connsiteY2" fmla="*/ 12768 h 60009"/>
                <a:gd name="connsiteX3" fmla="*/ 0 w 60704"/>
                <a:gd name="connsiteY3" fmla="*/ 46603 h 60009"/>
                <a:gd name="connsiteX4" fmla="*/ 13419 w 60704"/>
                <a:gd name="connsiteY4" fmla="*/ 60009 h 60009"/>
                <a:gd name="connsiteX5" fmla="*/ 13419 w 60704"/>
                <a:gd name="connsiteY5" fmla="*/ 60009 h 60009"/>
                <a:gd name="connsiteX6" fmla="*/ 47286 w 60704"/>
                <a:gd name="connsiteY6" fmla="*/ 60009 h 60009"/>
                <a:gd name="connsiteX7" fmla="*/ 60704 w 60704"/>
                <a:gd name="connsiteY7" fmla="*/ 46603 h 60009"/>
                <a:gd name="connsiteX8" fmla="*/ 60704 w 60704"/>
                <a:gd name="connsiteY8" fmla="*/ 12768 h 60009"/>
                <a:gd name="connsiteX9" fmla="*/ 47286 w 60704"/>
                <a:gd name="connsiteY9" fmla="*/ 0 h 60009"/>
                <a:gd name="connsiteX10" fmla="*/ 47286 w 60704"/>
                <a:gd name="connsiteY10" fmla="*/ 47241 h 60009"/>
                <a:gd name="connsiteX11" fmla="*/ 47286 w 60704"/>
                <a:gd name="connsiteY11" fmla="*/ 47241 h 60009"/>
                <a:gd name="connsiteX12" fmla="*/ 12780 w 60704"/>
                <a:gd name="connsiteY12" fmla="*/ 47880 h 60009"/>
                <a:gd name="connsiteX13" fmla="*/ 12141 w 60704"/>
                <a:gd name="connsiteY13" fmla="*/ 47241 h 60009"/>
                <a:gd name="connsiteX14" fmla="*/ 12141 w 60704"/>
                <a:gd name="connsiteY14" fmla="*/ 12768 h 60009"/>
                <a:gd name="connsiteX15" fmla="*/ 12780 w 60704"/>
                <a:gd name="connsiteY15" fmla="*/ 12130 h 60009"/>
                <a:gd name="connsiteX16" fmla="*/ 46647 w 60704"/>
                <a:gd name="connsiteY16" fmla="*/ 12130 h 60009"/>
                <a:gd name="connsiteX17" fmla="*/ 47286 w 60704"/>
                <a:gd name="connsiteY17" fmla="*/ 12768 h 60009"/>
                <a:gd name="connsiteX18" fmla="*/ 47286 w 60704"/>
                <a:gd name="connsiteY18" fmla="*/ 47241 h 60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704" h="60009">
                  <a:moveTo>
                    <a:pt x="47286" y="0"/>
                  </a:moveTo>
                  <a:lnTo>
                    <a:pt x="13419" y="0"/>
                  </a:lnTo>
                  <a:cubicBezTo>
                    <a:pt x="6390" y="0"/>
                    <a:pt x="639" y="5746"/>
                    <a:pt x="0" y="12768"/>
                  </a:cubicBezTo>
                  <a:lnTo>
                    <a:pt x="0" y="46603"/>
                  </a:lnTo>
                  <a:cubicBezTo>
                    <a:pt x="0" y="53625"/>
                    <a:pt x="5751" y="60009"/>
                    <a:pt x="13419" y="60009"/>
                  </a:cubicBezTo>
                  <a:lnTo>
                    <a:pt x="13419" y="60009"/>
                  </a:lnTo>
                  <a:lnTo>
                    <a:pt x="47286" y="60009"/>
                  </a:lnTo>
                  <a:cubicBezTo>
                    <a:pt x="54314" y="60009"/>
                    <a:pt x="60704" y="54264"/>
                    <a:pt x="60704" y="46603"/>
                  </a:cubicBezTo>
                  <a:lnTo>
                    <a:pt x="60704" y="12768"/>
                  </a:lnTo>
                  <a:cubicBezTo>
                    <a:pt x="60065" y="5746"/>
                    <a:pt x="54314" y="0"/>
                    <a:pt x="47286" y="0"/>
                  </a:cubicBezTo>
                  <a:close/>
                  <a:moveTo>
                    <a:pt x="47286" y="47241"/>
                  </a:moveTo>
                  <a:cubicBezTo>
                    <a:pt x="47286" y="47241"/>
                    <a:pt x="47286" y="47241"/>
                    <a:pt x="47286" y="47241"/>
                  </a:cubicBezTo>
                  <a:lnTo>
                    <a:pt x="12780" y="47880"/>
                  </a:lnTo>
                  <a:cubicBezTo>
                    <a:pt x="12780" y="47880"/>
                    <a:pt x="12141" y="47880"/>
                    <a:pt x="12141" y="47241"/>
                  </a:cubicBezTo>
                  <a:lnTo>
                    <a:pt x="12141" y="12768"/>
                  </a:lnTo>
                  <a:cubicBezTo>
                    <a:pt x="12141" y="12768"/>
                    <a:pt x="12141" y="12130"/>
                    <a:pt x="12780" y="12130"/>
                  </a:cubicBezTo>
                  <a:lnTo>
                    <a:pt x="46647" y="12130"/>
                  </a:lnTo>
                  <a:cubicBezTo>
                    <a:pt x="46647" y="12130"/>
                    <a:pt x="47286" y="12130"/>
                    <a:pt x="47286" y="12768"/>
                  </a:cubicBezTo>
                  <a:lnTo>
                    <a:pt x="47286" y="47241"/>
                  </a:lnTo>
                  <a:close/>
                </a:path>
              </a:pathLst>
            </a:custGeom>
            <a:solidFill>
              <a:srgbClr val="86BC25"/>
            </a:solidFill>
            <a:ln w="6390" cap="flat">
              <a:noFill/>
              <a:prstDash val="solid"/>
              <a:miter/>
            </a:ln>
          </p:spPr>
          <p:txBody>
            <a:bodyPr rtlCol="0" anchor="ctr"/>
            <a:lstStyle/>
            <a:p>
              <a:endParaRPr lang="en-US"/>
            </a:p>
          </p:txBody>
        </p:sp>
        <p:sp>
          <p:nvSpPr>
            <p:cNvPr id="504" name="Graphic 4">
              <a:extLst>
                <a:ext uri="{FF2B5EF4-FFF2-40B4-BE49-F238E27FC236}">
                  <a16:creationId xmlns:a16="http://schemas.microsoft.com/office/drawing/2014/main" id="{C358BA5E-F9CC-CB40-9FC6-1BDA0EA8D7FB}"/>
                </a:ext>
              </a:extLst>
            </p:cNvPr>
            <p:cNvSpPr/>
            <p:nvPr/>
          </p:nvSpPr>
          <p:spPr>
            <a:xfrm>
              <a:off x="1628155" y="1106506"/>
              <a:ext cx="60704" cy="60647"/>
            </a:xfrm>
            <a:custGeom>
              <a:avLst/>
              <a:gdLst>
                <a:gd name="connsiteX0" fmla="*/ 47286 w 60704"/>
                <a:gd name="connsiteY0" fmla="*/ 0 h 60647"/>
                <a:gd name="connsiteX1" fmla="*/ 13419 w 60704"/>
                <a:gd name="connsiteY1" fmla="*/ 0 h 60647"/>
                <a:gd name="connsiteX2" fmla="*/ 0 w 60704"/>
                <a:gd name="connsiteY2" fmla="*/ 13406 h 60647"/>
                <a:gd name="connsiteX3" fmla="*/ 0 w 60704"/>
                <a:gd name="connsiteY3" fmla="*/ 47242 h 60647"/>
                <a:gd name="connsiteX4" fmla="*/ 13419 w 60704"/>
                <a:gd name="connsiteY4" fmla="*/ 60648 h 60647"/>
                <a:gd name="connsiteX5" fmla="*/ 47286 w 60704"/>
                <a:gd name="connsiteY5" fmla="*/ 60648 h 60647"/>
                <a:gd name="connsiteX6" fmla="*/ 60704 w 60704"/>
                <a:gd name="connsiteY6" fmla="*/ 47242 h 60647"/>
                <a:gd name="connsiteX7" fmla="*/ 60704 w 60704"/>
                <a:gd name="connsiteY7" fmla="*/ 13406 h 60647"/>
                <a:gd name="connsiteX8" fmla="*/ 47286 w 60704"/>
                <a:gd name="connsiteY8" fmla="*/ 0 h 60647"/>
                <a:gd name="connsiteX9" fmla="*/ 47286 w 60704"/>
                <a:gd name="connsiteY9" fmla="*/ 47242 h 60647"/>
                <a:gd name="connsiteX10" fmla="*/ 47286 w 60704"/>
                <a:gd name="connsiteY10" fmla="*/ 47242 h 60647"/>
                <a:gd name="connsiteX11" fmla="*/ 12780 w 60704"/>
                <a:gd name="connsiteY11" fmla="*/ 47880 h 60647"/>
                <a:gd name="connsiteX12" fmla="*/ 12141 w 60704"/>
                <a:gd name="connsiteY12" fmla="*/ 47242 h 60647"/>
                <a:gd name="connsiteX13" fmla="*/ 12141 w 60704"/>
                <a:gd name="connsiteY13" fmla="*/ 13406 h 60647"/>
                <a:gd name="connsiteX14" fmla="*/ 12780 w 60704"/>
                <a:gd name="connsiteY14" fmla="*/ 12768 h 60647"/>
                <a:gd name="connsiteX15" fmla="*/ 46647 w 60704"/>
                <a:gd name="connsiteY15" fmla="*/ 12768 h 60647"/>
                <a:gd name="connsiteX16" fmla="*/ 47286 w 60704"/>
                <a:gd name="connsiteY16" fmla="*/ 13406 h 60647"/>
                <a:gd name="connsiteX17" fmla="*/ 47286 w 60704"/>
                <a:gd name="connsiteY17" fmla="*/ 47242 h 60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704" h="60647">
                  <a:moveTo>
                    <a:pt x="47286" y="0"/>
                  </a:moveTo>
                  <a:lnTo>
                    <a:pt x="13419" y="0"/>
                  </a:lnTo>
                  <a:cubicBezTo>
                    <a:pt x="6390" y="0"/>
                    <a:pt x="0" y="5746"/>
                    <a:pt x="0" y="13406"/>
                  </a:cubicBezTo>
                  <a:lnTo>
                    <a:pt x="0" y="47242"/>
                  </a:lnTo>
                  <a:cubicBezTo>
                    <a:pt x="0" y="54264"/>
                    <a:pt x="5751" y="60648"/>
                    <a:pt x="13419" y="60648"/>
                  </a:cubicBezTo>
                  <a:lnTo>
                    <a:pt x="47286" y="60648"/>
                  </a:lnTo>
                  <a:cubicBezTo>
                    <a:pt x="54314" y="60648"/>
                    <a:pt x="60704" y="54902"/>
                    <a:pt x="60704" y="47242"/>
                  </a:cubicBezTo>
                  <a:lnTo>
                    <a:pt x="60704" y="13406"/>
                  </a:lnTo>
                  <a:cubicBezTo>
                    <a:pt x="60065" y="5746"/>
                    <a:pt x="54314" y="0"/>
                    <a:pt x="47286" y="0"/>
                  </a:cubicBezTo>
                  <a:close/>
                  <a:moveTo>
                    <a:pt x="47286" y="47242"/>
                  </a:moveTo>
                  <a:cubicBezTo>
                    <a:pt x="47286" y="47242"/>
                    <a:pt x="47286" y="47242"/>
                    <a:pt x="47286" y="47242"/>
                  </a:cubicBezTo>
                  <a:lnTo>
                    <a:pt x="12780" y="47880"/>
                  </a:lnTo>
                  <a:cubicBezTo>
                    <a:pt x="12780" y="47880"/>
                    <a:pt x="12141" y="47880"/>
                    <a:pt x="12141" y="47242"/>
                  </a:cubicBezTo>
                  <a:lnTo>
                    <a:pt x="12141" y="13406"/>
                  </a:lnTo>
                  <a:cubicBezTo>
                    <a:pt x="12141" y="13406"/>
                    <a:pt x="12141" y="12768"/>
                    <a:pt x="12780" y="12768"/>
                  </a:cubicBezTo>
                  <a:lnTo>
                    <a:pt x="46647" y="12768"/>
                  </a:lnTo>
                  <a:cubicBezTo>
                    <a:pt x="46647" y="12768"/>
                    <a:pt x="47286" y="12768"/>
                    <a:pt x="47286" y="13406"/>
                  </a:cubicBezTo>
                  <a:lnTo>
                    <a:pt x="47286" y="47242"/>
                  </a:lnTo>
                  <a:close/>
                </a:path>
              </a:pathLst>
            </a:custGeom>
            <a:solidFill>
              <a:srgbClr val="86BC25"/>
            </a:solidFill>
            <a:ln w="6390" cap="flat">
              <a:noFill/>
              <a:prstDash val="solid"/>
              <a:miter/>
            </a:ln>
          </p:spPr>
          <p:txBody>
            <a:bodyPr rtlCol="0" anchor="ctr"/>
            <a:lstStyle/>
            <a:p>
              <a:endParaRPr lang="en-US"/>
            </a:p>
          </p:txBody>
        </p:sp>
        <p:sp>
          <p:nvSpPr>
            <p:cNvPr id="505" name="Graphic 4">
              <a:extLst>
                <a:ext uri="{FF2B5EF4-FFF2-40B4-BE49-F238E27FC236}">
                  <a16:creationId xmlns:a16="http://schemas.microsoft.com/office/drawing/2014/main" id="{39969C24-9607-A24C-B68F-14912E4FAB0E}"/>
                </a:ext>
              </a:extLst>
            </p:cNvPr>
            <p:cNvSpPr/>
            <p:nvPr/>
          </p:nvSpPr>
          <p:spPr>
            <a:xfrm>
              <a:off x="1703557" y="1031814"/>
              <a:ext cx="60065" cy="60647"/>
            </a:xfrm>
            <a:custGeom>
              <a:avLst/>
              <a:gdLst>
                <a:gd name="connsiteX0" fmla="*/ 46646 w 60065"/>
                <a:gd name="connsiteY0" fmla="*/ 0 h 60647"/>
                <a:gd name="connsiteX1" fmla="*/ 13419 w 60065"/>
                <a:gd name="connsiteY1" fmla="*/ 0 h 60647"/>
                <a:gd name="connsiteX2" fmla="*/ 0 w 60065"/>
                <a:gd name="connsiteY2" fmla="*/ 13406 h 60647"/>
                <a:gd name="connsiteX3" fmla="*/ 0 w 60065"/>
                <a:gd name="connsiteY3" fmla="*/ 47241 h 60647"/>
                <a:gd name="connsiteX4" fmla="*/ 13419 w 60065"/>
                <a:gd name="connsiteY4" fmla="*/ 60648 h 60647"/>
                <a:gd name="connsiteX5" fmla="*/ 46646 w 60065"/>
                <a:gd name="connsiteY5" fmla="*/ 60648 h 60647"/>
                <a:gd name="connsiteX6" fmla="*/ 60065 w 60065"/>
                <a:gd name="connsiteY6" fmla="*/ 47241 h 60647"/>
                <a:gd name="connsiteX7" fmla="*/ 60065 w 60065"/>
                <a:gd name="connsiteY7" fmla="*/ 12768 h 60647"/>
                <a:gd name="connsiteX8" fmla="*/ 46646 w 60065"/>
                <a:gd name="connsiteY8" fmla="*/ 0 h 60647"/>
                <a:gd name="connsiteX9" fmla="*/ 47285 w 60065"/>
                <a:gd name="connsiteY9" fmla="*/ 47241 h 60647"/>
                <a:gd name="connsiteX10" fmla="*/ 47285 w 60065"/>
                <a:gd name="connsiteY10" fmla="*/ 47241 h 60647"/>
                <a:gd name="connsiteX11" fmla="*/ 13419 w 60065"/>
                <a:gd name="connsiteY11" fmla="*/ 47880 h 60647"/>
                <a:gd name="connsiteX12" fmla="*/ 12780 w 60065"/>
                <a:gd name="connsiteY12" fmla="*/ 47241 h 60647"/>
                <a:gd name="connsiteX13" fmla="*/ 12780 w 60065"/>
                <a:gd name="connsiteY13" fmla="*/ 12768 h 60647"/>
                <a:gd name="connsiteX14" fmla="*/ 12780 w 60065"/>
                <a:gd name="connsiteY14" fmla="*/ 12130 h 60647"/>
                <a:gd name="connsiteX15" fmla="*/ 12780 w 60065"/>
                <a:gd name="connsiteY15" fmla="*/ 12130 h 60647"/>
                <a:gd name="connsiteX16" fmla="*/ 46007 w 60065"/>
                <a:gd name="connsiteY16" fmla="*/ 12130 h 60647"/>
                <a:gd name="connsiteX17" fmla="*/ 46646 w 60065"/>
                <a:gd name="connsiteY17" fmla="*/ 12130 h 60647"/>
                <a:gd name="connsiteX18" fmla="*/ 46646 w 60065"/>
                <a:gd name="connsiteY18" fmla="*/ 12130 h 60647"/>
                <a:gd name="connsiteX19" fmla="*/ 46646 w 60065"/>
                <a:gd name="connsiteY19" fmla="*/ 47241 h 60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0065" h="60647">
                  <a:moveTo>
                    <a:pt x="46646" y="0"/>
                  </a:moveTo>
                  <a:lnTo>
                    <a:pt x="13419" y="0"/>
                  </a:lnTo>
                  <a:cubicBezTo>
                    <a:pt x="6390" y="0"/>
                    <a:pt x="0" y="5746"/>
                    <a:pt x="0" y="13406"/>
                  </a:cubicBezTo>
                  <a:lnTo>
                    <a:pt x="0" y="47241"/>
                  </a:lnTo>
                  <a:cubicBezTo>
                    <a:pt x="0" y="54264"/>
                    <a:pt x="5751" y="60648"/>
                    <a:pt x="13419" y="60648"/>
                  </a:cubicBezTo>
                  <a:lnTo>
                    <a:pt x="46646" y="60648"/>
                  </a:lnTo>
                  <a:cubicBezTo>
                    <a:pt x="53675" y="60648"/>
                    <a:pt x="60065" y="54902"/>
                    <a:pt x="60065" y="47241"/>
                  </a:cubicBezTo>
                  <a:lnTo>
                    <a:pt x="60065" y="12768"/>
                  </a:lnTo>
                  <a:cubicBezTo>
                    <a:pt x="59426" y="5746"/>
                    <a:pt x="53675" y="0"/>
                    <a:pt x="46646" y="0"/>
                  </a:cubicBezTo>
                  <a:close/>
                  <a:moveTo>
                    <a:pt x="47285" y="47241"/>
                  </a:moveTo>
                  <a:cubicBezTo>
                    <a:pt x="47285" y="47241"/>
                    <a:pt x="46646" y="47241"/>
                    <a:pt x="47285" y="47241"/>
                  </a:cubicBezTo>
                  <a:lnTo>
                    <a:pt x="13419" y="47880"/>
                  </a:lnTo>
                  <a:cubicBezTo>
                    <a:pt x="13419" y="47880"/>
                    <a:pt x="12780" y="47880"/>
                    <a:pt x="12780" y="47241"/>
                  </a:cubicBezTo>
                  <a:lnTo>
                    <a:pt x="12780" y="12768"/>
                  </a:lnTo>
                  <a:cubicBezTo>
                    <a:pt x="12780" y="12768"/>
                    <a:pt x="12780" y="12130"/>
                    <a:pt x="12780" y="12130"/>
                  </a:cubicBezTo>
                  <a:cubicBezTo>
                    <a:pt x="12780" y="12130"/>
                    <a:pt x="12780" y="12130"/>
                    <a:pt x="12780" y="12130"/>
                  </a:cubicBezTo>
                  <a:lnTo>
                    <a:pt x="46007" y="12130"/>
                  </a:lnTo>
                  <a:cubicBezTo>
                    <a:pt x="46007" y="12130"/>
                    <a:pt x="46646" y="12130"/>
                    <a:pt x="46646" y="12130"/>
                  </a:cubicBezTo>
                  <a:cubicBezTo>
                    <a:pt x="46646" y="12130"/>
                    <a:pt x="46646" y="12130"/>
                    <a:pt x="46646" y="12130"/>
                  </a:cubicBezTo>
                  <a:lnTo>
                    <a:pt x="46646" y="47241"/>
                  </a:lnTo>
                  <a:close/>
                </a:path>
              </a:pathLst>
            </a:custGeom>
            <a:solidFill>
              <a:srgbClr val="86BC25"/>
            </a:solidFill>
            <a:ln w="6390" cap="flat">
              <a:noFill/>
              <a:prstDash val="solid"/>
              <a:miter/>
            </a:ln>
          </p:spPr>
          <p:txBody>
            <a:bodyPr rtlCol="0" anchor="ctr"/>
            <a:lstStyle/>
            <a:p>
              <a:endParaRPr lang="en-US"/>
            </a:p>
          </p:txBody>
        </p:sp>
        <p:sp>
          <p:nvSpPr>
            <p:cNvPr id="506" name="Graphic 4">
              <a:extLst>
                <a:ext uri="{FF2B5EF4-FFF2-40B4-BE49-F238E27FC236}">
                  <a16:creationId xmlns:a16="http://schemas.microsoft.com/office/drawing/2014/main" id="{22A92871-E2DF-F543-BC79-9AC3BAF4655F}"/>
                </a:ext>
              </a:extLst>
            </p:cNvPr>
            <p:cNvSpPr/>
            <p:nvPr/>
          </p:nvSpPr>
          <p:spPr>
            <a:xfrm>
              <a:off x="1704835" y="1107783"/>
              <a:ext cx="58148" cy="58094"/>
            </a:xfrm>
            <a:custGeom>
              <a:avLst/>
              <a:gdLst>
                <a:gd name="connsiteX0" fmla="*/ 51759 w 58148"/>
                <a:gd name="connsiteY0" fmla="*/ 0 h 58094"/>
                <a:gd name="connsiteX1" fmla="*/ 6390 w 58148"/>
                <a:gd name="connsiteY1" fmla="*/ 0 h 58094"/>
                <a:gd name="connsiteX2" fmla="*/ 0 w 58148"/>
                <a:gd name="connsiteY2" fmla="*/ 6384 h 58094"/>
                <a:gd name="connsiteX3" fmla="*/ 0 w 58148"/>
                <a:gd name="connsiteY3" fmla="*/ 51710 h 58094"/>
                <a:gd name="connsiteX4" fmla="*/ 6390 w 58148"/>
                <a:gd name="connsiteY4" fmla="*/ 58094 h 58094"/>
                <a:gd name="connsiteX5" fmla="*/ 12780 w 58148"/>
                <a:gd name="connsiteY5" fmla="*/ 51710 h 58094"/>
                <a:gd name="connsiteX6" fmla="*/ 12780 w 58148"/>
                <a:gd name="connsiteY6" fmla="*/ 12768 h 58094"/>
                <a:gd name="connsiteX7" fmla="*/ 51759 w 58148"/>
                <a:gd name="connsiteY7" fmla="*/ 12768 h 58094"/>
                <a:gd name="connsiteX8" fmla="*/ 58148 w 58148"/>
                <a:gd name="connsiteY8" fmla="*/ 6384 h 58094"/>
                <a:gd name="connsiteX9" fmla="*/ 51759 w 58148"/>
                <a:gd name="connsiteY9" fmla="*/ 0 h 58094"/>
                <a:gd name="connsiteX10" fmla="*/ 51759 w 58148"/>
                <a:gd name="connsiteY10" fmla="*/ 0 h 58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148" h="58094">
                  <a:moveTo>
                    <a:pt x="51759" y="0"/>
                  </a:moveTo>
                  <a:lnTo>
                    <a:pt x="6390" y="0"/>
                  </a:lnTo>
                  <a:cubicBezTo>
                    <a:pt x="2556" y="0"/>
                    <a:pt x="0" y="2554"/>
                    <a:pt x="0" y="6384"/>
                  </a:cubicBezTo>
                  <a:lnTo>
                    <a:pt x="0" y="51710"/>
                  </a:lnTo>
                  <a:cubicBezTo>
                    <a:pt x="0" y="55541"/>
                    <a:pt x="2556" y="58094"/>
                    <a:pt x="6390" y="58094"/>
                  </a:cubicBezTo>
                  <a:cubicBezTo>
                    <a:pt x="10224" y="58094"/>
                    <a:pt x="12780" y="55541"/>
                    <a:pt x="12780" y="51710"/>
                  </a:cubicBezTo>
                  <a:lnTo>
                    <a:pt x="12780" y="12768"/>
                  </a:lnTo>
                  <a:lnTo>
                    <a:pt x="51759" y="12768"/>
                  </a:lnTo>
                  <a:cubicBezTo>
                    <a:pt x="55593" y="12768"/>
                    <a:pt x="58148" y="10214"/>
                    <a:pt x="58148" y="6384"/>
                  </a:cubicBezTo>
                  <a:cubicBezTo>
                    <a:pt x="58148" y="2554"/>
                    <a:pt x="54954" y="0"/>
                    <a:pt x="51759" y="0"/>
                  </a:cubicBezTo>
                  <a:lnTo>
                    <a:pt x="51759" y="0"/>
                  </a:lnTo>
                  <a:close/>
                </a:path>
              </a:pathLst>
            </a:custGeom>
            <a:solidFill>
              <a:srgbClr val="86BC25"/>
            </a:solidFill>
            <a:ln w="6390" cap="flat">
              <a:noFill/>
              <a:prstDash val="solid"/>
              <a:miter/>
            </a:ln>
          </p:spPr>
          <p:txBody>
            <a:bodyPr rtlCol="0" anchor="ctr"/>
            <a:lstStyle/>
            <a:p>
              <a:endParaRPr lang="en-US"/>
            </a:p>
          </p:txBody>
        </p:sp>
        <p:sp>
          <p:nvSpPr>
            <p:cNvPr id="507" name="Graphic 4">
              <a:extLst>
                <a:ext uri="{FF2B5EF4-FFF2-40B4-BE49-F238E27FC236}">
                  <a16:creationId xmlns:a16="http://schemas.microsoft.com/office/drawing/2014/main" id="{6DC426C8-88B6-6149-BE0E-BFB4FBD7C3BA}"/>
                </a:ext>
              </a:extLst>
            </p:cNvPr>
            <p:cNvSpPr/>
            <p:nvPr/>
          </p:nvSpPr>
          <p:spPr>
            <a:xfrm>
              <a:off x="1726561" y="1130127"/>
              <a:ext cx="35783" cy="35750"/>
            </a:xfrm>
            <a:custGeom>
              <a:avLst/>
              <a:gdLst>
                <a:gd name="connsiteX0" fmla="*/ 29394 w 35783"/>
                <a:gd name="connsiteY0" fmla="*/ 0 h 35750"/>
                <a:gd name="connsiteX1" fmla="*/ 23004 w 35783"/>
                <a:gd name="connsiteY1" fmla="*/ 6384 h 35750"/>
                <a:gd name="connsiteX2" fmla="*/ 23004 w 35783"/>
                <a:gd name="connsiteY2" fmla="*/ 22982 h 35750"/>
                <a:gd name="connsiteX3" fmla="*/ 6390 w 35783"/>
                <a:gd name="connsiteY3" fmla="*/ 22982 h 35750"/>
                <a:gd name="connsiteX4" fmla="*/ 0 w 35783"/>
                <a:gd name="connsiteY4" fmla="*/ 29366 h 35750"/>
                <a:gd name="connsiteX5" fmla="*/ 6390 w 35783"/>
                <a:gd name="connsiteY5" fmla="*/ 35750 h 35750"/>
                <a:gd name="connsiteX6" fmla="*/ 29394 w 35783"/>
                <a:gd name="connsiteY6" fmla="*/ 35750 h 35750"/>
                <a:gd name="connsiteX7" fmla="*/ 35783 w 35783"/>
                <a:gd name="connsiteY7" fmla="*/ 29366 h 35750"/>
                <a:gd name="connsiteX8" fmla="*/ 35783 w 35783"/>
                <a:gd name="connsiteY8" fmla="*/ 6384 h 35750"/>
                <a:gd name="connsiteX9" fmla="*/ 29394 w 35783"/>
                <a:gd name="connsiteY9" fmla="*/ 0 h 35750"/>
                <a:gd name="connsiteX10" fmla="*/ 29394 w 35783"/>
                <a:gd name="connsiteY10" fmla="*/ 0 h 3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783" h="35750">
                  <a:moveTo>
                    <a:pt x="29394" y="0"/>
                  </a:moveTo>
                  <a:cubicBezTo>
                    <a:pt x="25560" y="0"/>
                    <a:pt x="23004" y="2554"/>
                    <a:pt x="23004" y="6384"/>
                  </a:cubicBezTo>
                  <a:lnTo>
                    <a:pt x="23004" y="22982"/>
                  </a:lnTo>
                  <a:lnTo>
                    <a:pt x="6390" y="22982"/>
                  </a:lnTo>
                  <a:cubicBezTo>
                    <a:pt x="2556" y="22982"/>
                    <a:pt x="0" y="25536"/>
                    <a:pt x="0" y="29366"/>
                  </a:cubicBezTo>
                  <a:cubicBezTo>
                    <a:pt x="0" y="33197"/>
                    <a:pt x="2556" y="35750"/>
                    <a:pt x="6390" y="35750"/>
                  </a:cubicBezTo>
                  <a:lnTo>
                    <a:pt x="29394" y="35750"/>
                  </a:lnTo>
                  <a:cubicBezTo>
                    <a:pt x="33228" y="35750"/>
                    <a:pt x="35783" y="33197"/>
                    <a:pt x="35783" y="29366"/>
                  </a:cubicBezTo>
                  <a:lnTo>
                    <a:pt x="35783" y="6384"/>
                  </a:lnTo>
                  <a:cubicBezTo>
                    <a:pt x="35783" y="3192"/>
                    <a:pt x="33228" y="0"/>
                    <a:pt x="29394" y="0"/>
                  </a:cubicBezTo>
                  <a:cubicBezTo>
                    <a:pt x="29394" y="0"/>
                    <a:pt x="29394" y="0"/>
                    <a:pt x="29394" y="0"/>
                  </a:cubicBezTo>
                  <a:close/>
                </a:path>
              </a:pathLst>
            </a:custGeom>
            <a:solidFill>
              <a:srgbClr val="86BC25"/>
            </a:solidFill>
            <a:ln w="6390" cap="flat">
              <a:noFill/>
              <a:prstDash val="solid"/>
              <a:miter/>
            </a:ln>
          </p:spPr>
          <p:txBody>
            <a:bodyPr rtlCol="0" anchor="ctr"/>
            <a:lstStyle/>
            <a:p>
              <a:endParaRPr lang="en-US"/>
            </a:p>
          </p:txBody>
        </p:sp>
        <p:sp>
          <p:nvSpPr>
            <p:cNvPr id="508" name="Graphic 4">
              <a:extLst>
                <a:ext uri="{FF2B5EF4-FFF2-40B4-BE49-F238E27FC236}">
                  <a16:creationId xmlns:a16="http://schemas.microsoft.com/office/drawing/2014/main" id="{40787AE3-DA3E-0542-80DC-FC864D72C41D}"/>
                </a:ext>
              </a:extLst>
            </p:cNvPr>
            <p:cNvSpPr/>
            <p:nvPr/>
          </p:nvSpPr>
          <p:spPr>
            <a:xfrm>
              <a:off x="1650520" y="1053519"/>
              <a:ext cx="15335" cy="15321"/>
            </a:xfrm>
            <a:custGeom>
              <a:avLst/>
              <a:gdLst>
                <a:gd name="connsiteX0" fmla="*/ 15336 w 15335"/>
                <a:gd name="connsiteY0" fmla="*/ 7661 h 15321"/>
                <a:gd name="connsiteX1" fmla="*/ 7668 w 15335"/>
                <a:gd name="connsiteY1" fmla="*/ 15322 h 15321"/>
                <a:gd name="connsiteX2" fmla="*/ 0 w 15335"/>
                <a:gd name="connsiteY2" fmla="*/ 7661 h 15321"/>
                <a:gd name="connsiteX3" fmla="*/ 7668 w 15335"/>
                <a:gd name="connsiteY3" fmla="*/ 0 h 15321"/>
                <a:gd name="connsiteX4" fmla="*/ 15336 w 15335"/>
                <a:gd name="connsiteY4" fmla="*/ 7661 h 1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5" h="15321">
                  <a:moveTo>
                    <a:pt x="15336" y="7661"/>
                  </a:moveTo>
                  <a:cubicBezTo>
                    <a:pt x="15336" y="11892"/>
                    <a:pt x="11903" y="15322"/>
                    <a:pt x="7668" y="15322"/>
                  </a:cubicBezTo>
                  <a:cubicBezTo>
                    <a:pt x="3433" y="15322"/>
                    <a:pt x="0" y="11892"/>
                    <a:pt x="0" y="7661"/>
                  </a:cubicBezTo>
                  <a:cubicBezTo>
                    <a:pt x="0" y="3430"/>
                    <a:pt x="3433" y="0"/>
                    <a:pt x="7668" y="0"/>
                  </a:cubicBezTo>
                  <a:cubicBezTo>
                    <a:pt x="11903" y="0"/>
                    <a:pt x="15336" y="3430"/>
                    <a:pt x="15336" y="7661"/>
                  </a:cubicBezTo>
                  <a:close/>
                </a:path>
              </a:pathLst>
            </a:custGeom>
            <a:solidFill>
              <a:srgbClr val="86BC25"/>
            </a:solidFill>
            <a:ln w="6390" cap="flat">
              <a:noFill/>
              <a:prstDash val="solid"/>
              <a:miter/>
            </a:ln>
          </p:spPr>
          <p:txBody>
            <a:bodyPr rtlCol="0" anchor="ctr"/>
            <a:lstStyle/>
            <a:p>
              <a:endParaRPr lang="en-US"/>
            </a:p>
          </p:txBody>
        </p:sp>
        <p:sp>
          <p:nvSpPr>
            <p:cNvPr id="509" name="Graphic 4">
              <a:extLst>
                <a:ext uri="{FF2B5EF4-FFF2-40B4-BE49-F238E27FC236}">
                  <a16:creationId xmlns:a16="http://schemas.microsoft.com/office/drawing/2014/main" id="{7AA17662-9BFF-A74A-8969-42B0EF4F9A44}"/>
                </a:ext>
              </a:extLst>
            </p:cNvPr>
            <p:cNvSpPr/>
            <p:nvPr/>
          </p:nvSpPr>
          <p:spPr>
            <a:xfrm>
              <a:off x="1725922" y="1053519"/>
              <a:ext cx="15335" cy="15321"/>
            </a:xfrm>
            <a:custGeom>
              <a:avLst/>
              <a:gdLst>
                <a:gd name="connsiteX0" fmla="*/ 15336 w 15335"/>
                <a:gd name="connsiteY0" fmla="*/ 7661 h 15321"/>
                <a:gd name="connsiteX1" fmla="*/ 7668 w 15335"/>
                <a:gd name="connsiteY1" fmla="*/ 15322 h 15321"/>
                <a:gd name="connsiteX2" fmla="*/ 0 w 15335"/>
                <a:gd name="connsiteY2" fmla="*/ 7661 h 15321"/>
                <a:gd name="connsiteX3" fmla="*/ 7668 w 15335"/>
                <a:gd name="connsiteY3" fmla="*/ 0 h 15321"/>
                <a:gd name="connsiteX4" fmla="*/ 15336 w 15335"/>
                <a:gd name="connsiteY4" fmla="*/ 7661 h 1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5" h="15321">
                  <a:moveTo>
                    <a:pt x="15336" y="7661"/>
                  </a:moveTo>
                  <a:cubicBezTo>
                    <a:pt x="15336" y="11892"/>
                    <a:pt x="11903" y="15322"/>
                    <a:pt x="7668" y="15322"/>
                  </a:cubicBezTo>
                  <a:cubicBezTo>
                    <a:pt x="3433" y="15322"/>
                    <a:pt x="0" y="11892"/>
                    <a:pt x="0" y="7661"/>
                  </a:cubicBezTo>
                  <a:cubicBezTo>
                    <a:pt x="0" y="3430"/>
                    <a:pt x="3433" y="0"/>
                    <a:pt x="7668" y="0"/>
                  </a:cubicBezTo>
                  <a:cubicBezTo>
                    <a:pt x="11903" y="0"/>
                    <a:pt x="15336" y="3430"/>
                    <a:pt x="15336" y="7661"/>
                  </a:cubicBezTo>
                  <a:close/>
                </a:path>
              </a:pathLst>
            </a:custGeom>
            <a:solidFill>
              <a:srgbClr val="86BC25"/>
            </a:solidFill>
            <a:ln w="6390" cap="flat">
              <a:noFill/>
              <a:prstDash val="solid"/>
              <a:miter/>
            </a:ln>
          </p:spPr>
          <p:txBody>
            <a:bodyPr rtlCol="0" anchor="ctr"/>
            <a:lstStyle/>
            <a:p>
              <a:endParaRPr lang="en-US"/>
            </a:p>
          </p:txBody>
        </p:sp>
        <p:sp>
          <p:nvSpPr>
            <p:cNvPr id="510" name="Graphic 4">
              <a:extLst>
                <a:ext uri="{FF2B5EF4-FFF2-40B4-BE49-F238E27FC236}">
                  <a16:creationId xmlns:a16="http://schemas.microsoft.com/office/drawing/2014/main" id="{6B708FF8-3FEC-6B43-B36E-2C0D7BE8579F}"/>
                </a:ext>
              </a:extLst>
            </p:cNvPr>
            <p:cNvSpPr/>
            <p:nvPr/>
          </p:nvSpPr>
          <p:spPr>
            <a:xfrm>
              <a:off x="1650520" y="1128850"/>
              <a:ext cx="15335" cy="15321"/>
            </a:xfrm>
            <a:custGeom>
              <a:avLst/>
              <a:gdLst>
                <a:gd name="connsiteX0" fmla="*/ 15336 w 15335"/>
                <a:gd name="connsiteY0" fmla="*/ 7661 h 15321"/>
                <a:gd name="connsiteX1" fmla="*/ 7668 w 15335"/>
                <a:gd name="connsiteY1" fmla="*/ 15321 h 15321"/>
                <a:gd name="connsiteX2" fmla="*/ 0 w 15335"/>
                <a:gd name="connsiteY2" fmla="*/ 7661 h 15321"/>
                <a:gd name="connsiteX3" fmla="*/ 7668 w 15335"/>
                <a:gd name="connsiteY3" fmla="*/ 0 h 15321"/>
                <a:gd name="connsiteX4" fmla="*/ 15336 w 15335"/>
                <a:gd name="connsiteY4" fmla="*/ 7661 h 1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5" h="15321">
                  <a:moveTo>
                    <a:pt x="15336" y="7661"/>
                  </a:moveTo>
                  <a:cubicBezTo>
                    <a:pt x="15336" y="11892"/>
                    <a:pt x="11903" y="15321"/>
                    <a:pt x="7668" y="15321"/>
                  </a:cubicBezTo>
                  <a:cubicBezTo>
                    <a:pt x="3433" y="15321"/>
                    <a:pt x="0" y="11892"/>
                    <a:pt x="0" y="7661"/>
                  </a:cubicBezTo>
                  <a:cubicBezTo>
                    <a:pt x="0" y="3430"/>
                    <a:pt x="3433" y="0"/>
                    <a:pt x="7668" y="0"/>
                  </a:cubicBezTo>
                  <a:cubicBezTo>
                    <a:pt x="11903" y="0"/>
                    <a:pt x="15336" y="3430"/>
                    <a:pt x="15336" y="7661"/>
                  </a:cubicBezTo>
                  <a:close/>
                </a:path>
              </a:pathLst>
            </a:custGeom>
            <a:solidFill>
              <a:srgbClr val="86BC25"/>
            </a:solidFill>
            <a:ln w="6390" cap="flat">
              <a:noFill/>
              <a:prstDash val="solid"/>
              <a:miter/>
            </a:ln>
          </p:spPr>
          <p:txBody>
            <a:bodyPr rtlCol="0" anchor="ctr"/>
            <a:lstStyle/>
            <a:p>
              <a:endParaRPr lang="en-US"/>
            </a:p>
          </p:txBody>
        </p:sp>
      </p:grpSp>
      <p:grpSp>
        <p:nvGrpSpPr>
          <p:cNvPr id="511" name="Graphic 4">
            <a:extLst>
              <a:ext uri="{FF2B5EF4-FFF2-40B4-BE49-F238E27FC236}">
                <a16:creationId xmlns:a16="http://schemas.microsoft.com/office/drawing/2014/main" id="{312ADBB4-45BB-C441-967C-9D1CE550F428}"/>
              </a:ext>
            </a:extLst>
          </p:cNvPr>
          <p:cNvGrpSpPr/>
          <p:nvPr/>
        </p:nvGrpSpPr>
        <p:grpSpPr>
          <a:xfrm>
            <a:off x="3607758" y="2371173"/>
            <a:ext cx="362313" cy="361971"/>
            <a:chOff x="3607758" y="2371173"/>
            <a:chExt cx="362313" cy="361971"/>
          </a:xfrm>
          <a:solidFill>
            <a:srgbClr val="26890D"/>
          </a:solidFill>
        </p:grpSpPr>
        <p:sp>
          <p:nvSpPr>
            <p:cNvPr id="512" name="Graphic 4">
              <a:extLst>
                <a:ext uri="{FF2B5EF4-FFF2-40B4-BE49-F238E27FC236}">
                  <a16:creationId xmlns:a16="http://schemas.microsoft.com/office/drawing/2014/main" id="{F056544D-CF16-6348-B680-637C8091BE69}"/>
                </a:ext>
              </a:extLst>
            </p:cNvPr>
            <p:cNvSpPr/>
            <p:nvPr/>
          </p:nvSpPr>
          <p:spPr>
            <a:xfrm>
              <a:off x="3607758" y="2371173"/>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6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949"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6" y="12768"/>
                  </a:cubicBezTo>
                  <a:cubicBezTo>
                    <a:pt x="274128" y="12768"/>
                    <a:pt x="349530" y="88099"/>
                    <a:pt x="349530" y="180667"/>
                  </a:cubicBezTo>
                  <a:cubicBezTo>
                    <a:pt x="349530" y="180667"/>
                    <a:pt x="349530" y="180667"/>
                    <a:pt x="349530" y="180667"/>
                  </a:cubicBezTo>
                  <a:cubicBezTo>
                    <a:pt x="349530" y="273873"/>
                    <a:pt x="274128" y="349204"/>
                    <a:pt x="181474" y="349204"/>
                  </a:cubicBezTo>
                  <a:close/>
                </a:path>
              </a:pathLst>
            </a:custGeom>
            <a:solidFill>
              <a:srgbClr val="26890D"/>
            </a:solidFill>
            <a:ln w="6390" cap="flat">
              <a:noFill/>
              <a:prstDash val="solid"/>
              <a:miter/>
            </a:ln>
          </p:spPr>
          <p:txBody>
            <a:bodyPr rtlCol="0" anchor="ctr"/>
            <a:lstStyle/>
            <a:p>
              <a:endParaRPr lang="en-US"/>
            </a:p>
          </p:txBody>
        </p:sp>
        <p:sp>
          <p:nvSpPr>
            <p:cNvPr id="513" name="Graphic 4">
              <a:extLst>
                <a:ext uri="{FF2B5EF4-FFF2-40B4-BE49-F238E27FC236}">
                  <a16:creationId xmlns:a16="http://schemas.microsoft.com/office/drawing/2014/main" id="{0EB220DC-1383-8942-BF52-53826DF6B45A}"/>
                </a:ext>
              </a:extLst>
            </p:cNvPr>
            <p:cNvSpPr/>
            <p:nvPr/>
          </p:nvSpPr>
          <p:spPr>
            <a:xfrm>
              <a:off x="3729806" y="2494384"/>
              <a:ext cx="116296" cy="116188"/>
            </a:xfrm>
            <a:custGeom>
              <a:avLst/>
              <a:gdLst>
                <a:gd name="connsiteX0" fmla="*/ 6390 w 116296"/>
                <a:gd name="connsiteY0" fmla="*/ 116188 h 116188"/>
                <a:gd name="connsiteX1" fmla="*/ 109907 w 116296"/>
                <a:gd name="connsiteY1" fmla="*/ 116188 h 116188"/>
                <a:gd name="connsiteX2" fmla="*/ 116297 w 116296"/>
                <a:gd name="connsiteY2" fmla="*/ 109804 h 116188"/>
                <a:gd name="connsiteX3" fmla="*/ 116297 w 116296"/>
                <a:gd name="connsiteY3" fmla="*/ 6384 h 116188"/>
                <a:gd name="connsiteX4" fmla="*/ 109907 w 116296"/>
                <a:gd name="connsiteY4" fmla="*/ 0 h 116188"/>
                <a:gd name="connsiteX5" fmla="*/ 6390 w 116296"/>
                <a:gd name="connsiteY5" fmla="*/ 0 h 116188"/>
                <a:gd name="connsiteX6" fmla="*/ 0 w 116296"/>
                <a:gd name="connsiteY6" fmla="*/ 6384 h 116188"/>
                <a:gd name="connsiteX7" fmla="*/ 0 w 116296"/>
                <a:gd name="connsiteY7" fmla="*/ 109804 h 116188"/>
                <a:gd name="connsiteX8" fmla="*/ 6390 w 116296"/>
                <a:gd name="connsiteY8" fmla="*/ 116188 h 116188"/>
                <a:gd name="connsiteX9" fmla="*/ 12780 w 116296"/>
                <a:gd name="connsiteY9" fmla="*/ 12768 h 116188"/>
                <a:gd name="connsiteX10" fmla="*/ 103517 w 116296"/>
                <a:gd name="connsiteY10" fmla="*/ 12768 h 116188"/>
                <a:gd name="connsiteX11" fmla="*/ 103517 w 116296"/>
                <a:gd name="connsiteY11" fmla="*/ 103420 h 116188"/>
                <a:gd name="connsiteX12" fmla="*/ 12780 w 116296"/>
                <a:gd name="connsiteY12" fmla="*/ 103420 h 116188"/>
                <a:gd name="connsiteX13" fmla="*/ 12780 w 116296"/>
                <a:gd name="connsiteY13" fmla="*/ 12768 h 116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296" h="116188">
                  <a:moveTo>
                    <a:pt x="6390" y="116188"/>
                  </a:moveTo>
                  <a:lnTo>
                    <a:pt x="109907" y="116188"/>
                  </a:lnTo>
                  <a:cubicBezTo>
                    <a:pt x="113741" y="116188"/>
                    <a:pt x="116297" y="113635"/>
                    <a:pt x="116297" y="109804"/>
                  </a:cubicBezTo>
                  <a:lnTo>
                    <a:pt x="116297" y="6384"/>
                  </a:lnTo>
                  <a:cubicBezTo>
                    <a:pt x="116297" y="2554"/>
                    <a:pt x="113741" y="0"/>
                    <a:pt x="109907" y="0"/>
                  </a:cubicBezTo>
                  <a:lnTo>
                    <a:pt x="6390" y="0"/>
                  </a:lnTo>
                  <a:cubicBezTo>
                    <a:pt x="2556" y="0"/>
                    <a:pt x="0" y="2554"/>
                    <a:pt x="0" y="6384"/>
                  </a:cubicBezTo>
                  <a:lnTo>
                    <a:pt x="0" y="109804"/>
                  </a:lnTo>
                  <a:cubicBezTo>
                    <a:pt x="0" y="113635"/>
                    <a:pt x="2556" y="116188"/>
                    <a:pt x="6390" y="116188"/>
                  </a:cubicBezTo>
                  <a:close/>
                  <a:moveTo>
                    <a:pt x="12780" y="12768"/>
                  </a:moveTo>
                  <a:lnTo>
                    <a:pt x="103517" y="12768"/>
                  </a:lnTo>
                  <a:lnTo>
                    <a:pt x="103517" y="103420"/>
                  </a:lnTo>
                  <a:lnTo>
                    <a:pt x="12780" y="103420"/>
                  </a:lnTo>
                  <a:lnTo>
                    <a:pt x="12780" y="12768"/>
                  </a:lnTo>
                  <a:close/>
                </a:path>
              </a:pathLst>
            </a:custGeom>
            <a:solidFill>
              <a:srgbClr val="26890D"/>
            </a:solidFill>
            <a:ln w="6390" cap="flat">
              <a:noFill/>
              <a:prstDash val="solid"/>
              <a:miter/>
            </a:ln>
          </p:spPr>
          <p:txBody>
            <a:bodyPr rtlCol="0" anchor="ctr"/>
            <a:lstStyle/>
            <a:p>
              <a:endParaRPr lang="en-US"/>
            </a:p>
          </p:txBody>
        </p:sp>
        <p:sp>
          <p:nvSpPr>
            <p:cNvPr id="514" name="Graphic 4">
              <a:extLst>
                <a:ext uri="{FF2B5EF4-FFF2-40B4-BE49-F238E27FC236}">
                  <a16:creationId xmlns:a16="http://schemas.microsoft.com/office/drawing/2014/main" id="{3F909A77-05B8-1648-8358-6C126E744EBA}"/>
                </a:ext>
              </a:extLst>
            </p:cNvPr>
            <p:cNvSpPr/>
            <p:nvPr/>
          </p:nvSpPr>
          <p:spPr>
            <a:xfrm>
              <a:off x="3678047" y="2440759"/>
              <a:ext cx="223008" cy="223439"/>
            </a:xfrm>
            <a:custGeom>
              <a:avLst/>
              <a:gdLst>
                <a:gd name="connsiteX0" fmla="*/ 192337 w 223008"/>
                <a:gd name="connsiteY0" fmla="*/ 88099 h 223439"/>
                <a:gd name="connsiteX1" fmla="*/ 215980 w 223008"/>
                <a:gd name="connsiteY1" fmla="*/ 88099 h 223439"/>
                <a:gd name="connsiteX2" fmla="*/ 222370 w 223008"/>
                <a:gd name="connsiteY2" fmla="*/ 81715 h 223439"/>
                <a:gd name="connsiteX3" fmla="*/ 215980 w 223008"/>
                <a:gd name="connsiteY3" fmla="*/ 75331 h 223439"/>
                <a:gd name="connsiteX4" fmla="*/ 191698 w 223008"/>
                <a:gd name="connsiteY4" fmla="*/ 75331 h 223439"/>
                <a:gd name="connsiteX5" fmla="*/ 191698 w 223008"/>
                <a:gd name="connsiteY5" fmla="*/ 36389 h 223439"/>
                <a:gd name="connsiteX6" fmla="*/ 185308 w 223008"/>
                <a:gd name="connsiteY6" fmla="*/ 30005 h 223439"/>
                <a:gd name="connsiteX7" fmla="*/ 146969 w 223008"/>
                <a:gd name="connsiteY7" fmla="*/ 30005 h 223439"/>
                <a:gd name="connsiteX8" fmla="*/ 146969 w 223008"/>
                <a:gd name="connsiteY8" fmla="*/ 6384 h 223439"/>
                <a:gd name="connsiteX9" fmla="*/ 140579 w 223008"/>
                <a:gd name="connsiteY9" fmla="*/ 0 h 223439"/>
                <a:gd name="connsiteX10" fmla="*/ 134189 w 223008"/>
                <a:gd name="connsiteY10" fmla="*/ 6384 h 223439"/>
                <a:gd name="connsiteX11" fmla="*/ 134189 w 223008"/>
                <a:gd name="connsiteY11" fmla="*/ 30005 h 223439"/>
                <a:gd name="connsiteX12" fmla="*/ 117575 w 223008"/>
                <a:gd name="connsiteY12" fmla="*/ 30005 h 223439"/>
                <a:gd name="connsiteX13" fmla="*/ 117575 w 223008"/>
                <a:gd name="connsiteY13" fmla="*/ 6384 h 223439"/>
                <a:gd name="connsiteX14" fmla="*/ 111185 w 223008"/>
                <a:gd name="connsiteY14" fmla="*/ 0 h 223439"/>
                <a:gd name="connsiteX15" fmla="*/ 104795 w 223008"/>
                <a:gd name="connsiteY15" fmla="*/ 6384 h 223439"/>
                <a:gd name="connsiteX16" fmla="*/ 104795 w 223008"/>
                <a:gd name="connsiteY16" fmla="*/ 30005 h 223439"/>
                <a:gd name="connsiteX17" fmla="*/ 87542 w 223008"/>
                <a:gd name="connsiteY17" fmla="*/ 30005 h 223439"/>
                <a:gd name="connsiteX18" fmla="*/ 87542 w 223008"/>
                <a:gd name="connsiteY18" fmla="*/ 6384 h 223439"/>
                <a:gd name="connsiteX19" fmla="*/ 81152 w 223008"/>
                <a:gd name="connsiteY19" fmla="*/ 0 h 223439"/>
                <a:gd name="connsiteX20" fmla="*/ 74762 w 223008"/>
                <a:gd name="connsiteY20" fmla="*/ 6384 h 223439"/>
                <a:gd name="connsiteX21" fmla="*/ 74762 w 223008"/>
                <a:gd name="connsiteY21" fmla="*/ 30005 h 223439"/>
                <a:gd name="connsiteX22" fmla="*/ 36423 w 223008"/>
                <a:gd name="connsiteY22" fmla="*/ 30005 h 223439"/>
                <a:gd name="connsiteX23" fmla="*/ 30033 w 223008"/>
                <a:gd name="connsiteY23" fmla="*/ 36389 h 223439"/>
                <a:gd name="connsiteX24" fmla="*/ 30033 w 223008"/>
                <a:gd name="connsiteY24" fmla="*/ 75331 h 223439"/>
                <a:gd name="connsiteX25" fmla="*/ 6390 w 223008"/>
                <a:gd name="connsiteY25" fmla="*/ 75331 h 223439"/>
                <a:gd name="connsiteX26" fmla="*/ 0 w 223008"/>
                <a:gd name="connsiteY26" fmla="*/ 81715 h 223439"/>
                <a:gd name="connsiteX27" fmla="*/ 6390 w 223008"/>
                <a:gd name="connsiteY27" fmla="*/ 88099 h 223439"/>
                <a:gd name="connsiteX28" fmla="*/ 30033 w 223008"/>
                <a:gd name="connsiteY28" fmla="*/ 88099 h 223439"/>
                <a:gd name="connsiteX29" fmla="*/ 30033 w 223008"/>
                <a:gd name="connsiteY29" fmla="*/ 105336 h 223439"/>
                <a:gd name="connsiteX30" fmla="*/ 6390 w 223008"/>
                <a:gd name="connsiteY30" fmla="*/ 105336 h 223439"/>
                <a:gd name="connsiteX31" fmla="*/ 0 w 223008"/>
                <a:gd name="connsiteY31" fmla="*/ 111720 h 223439"/>
                <a:gd name="connsiteX32" fmla="*/ 6390 w 223008"/>
                <a:gd name="connsiteY32" fmla="*/ 118104 h 223439"/>
                <a:gd name="connsiteX33" fmla="*/ 30033 w 223008"/>
                <a:gd name="connsiteY33" fmla="*/ 118104 h 223439"/>
                <a:gd name="connsiteX34" fmla="*/ 30033 w 223008"/>
                <a:gd name="connsiteY34" fmla="*/ 135340 h 223439"/>
                <a:gd name="connsiteX35" fmla="*/ 6390 w 223008"/>
                <a:gd name="connsiteY35" fmla="*/ 135340 h 223439"/>
                <a:gd name="connsiteX36" fmla="*/ 0 w 223008"/>
                <a:gd name="connsiteY36" fmla="*/ 141724 h 223439"/>
                <a:gd name="connsiteX37" fmla="*/ 6390 w 223008"/>
                <a:gd name="connsiteY37" fmla="*/ 148108 h 223439"/>
                <a:gd name="connsiteX38" fmla="*/ 30033 w 223008"/>
                <a:gd name="connsiteY38" fmla="*/ 148108 h 223439"/>
                <a:gd name="connsiteX39" fmla="*/ 30033 w 223008"/>
                <a:gd name="connsiteY39" fmla="*/ 187051 h 223439"/>
                <a:gd name="connsiteX40" fmla="*/ 36423 w 223008"/>
                <a:gd name="connsiteY40" fmla="*/ 193435 h 223439"/>
                <a:gd name="connsiteX41" fmla="*/ 74762 w 223008"/>
                <a:gd name="connsiteY41" fmla="*/ 193435 h 223439"/>
                <a:gd name="connsiteX42" fmla="*/ 74762 w 223008"/>
                <a:gd name="connsiteY42" fmla="*/ 217055 h 223439"/>
                <a:gd name="connsiteX43" fmla="*/ 81152 w 223008"/>
                <a:gd name="connsiteY43" fmla="*/ 223439 h 223439"/>
                <a:gd name="connsiteX44" fmla="*/ 87542 w 223008"/>
                <a:gd name="connsiteY44" fmla="*/ 217055 h 223439"/>
                <a:gd name="connsiteX45" fmla="*/ 87542 w 223008"/>
                <a:gd name="connsiteY45" fmla="*/ 193435 h 223439"/>
                <a:gd name="connsiteX46" fmla="*/ 104795 w 223008"/>
                <a:gd name="connsiteY46" fmla="*/ 193435 h 223439"/>
                <a:gd name="connsiteX47" fmla="*/ 104795 w 223008"/>
                <a:gd name="connsiteY47" fmla="*/ 217055 h 223439"/>
                <a:gd name="connsiteX48" fmla="*/ 111185 w 223008"/>
                <a:gd name="connsiteY48" fmla="*/ 223439 h 223439"/>
                <a:gd name="connsiteX49" fmla="*/ 117575 w 223008"/>
                <a:gd name="connsiteY49" fmla="*/ 217055 h 223439"/>
                <a:gd name="connsiteX50" fmla="*/ 117575 w 223008"/>
                <a:gd name="connsiteY50" fmla="*/ 193435 h 223439"/>
                <a:gd name="connsiteX51" fmla="*/ 134828 w 223008"/>
                <a:gd name="connsiteY51" fmla="*/ 193435 h 223439"/>
                <a:gd name="connsiteX52" fmla="*/ 134828 w 223008"/>
                <a:gd name="connsiteY52" fmla="*/ 217055 h 223439"/>
                <a:gd name="connsiteX53" fmla="*/ 141218 w 223008"/>
                <a:gd name="connsiteY53" fmla="*/ 223439 h 223439"/>
                <a:gd name="connsiteX54" fmla="*/ 147608 w 223008"/>
                <a:gd name="connsiteY54" fmla="*/ 217055 h 223439"/>
                <a:gd name="connsiteX55" fmla="*/ 147608 w 223008"/>
                <a:gd name="connsiteY55" fmla="*/ 193435 h 223439"/>
                <a:gd name="connsiteX56" fmla="*/ 185947 w 223008"/>
                <a:gd name="connsiteY56" fmla="*/ 193435 h 223439"/>
                <a:gd name="connsiteX57" fmla="*/ 192337 w 223008"/>
                <a:gd name="connsiteY57" fmla="*/ 187051 h 223439"/>
                <a:gd name="connsiteX58" fmla="*/ 192337 w 223008"/>
                <a:gd name="connsiteY58" fmla="*/ 148108 h 223439"/>
                <a:gd name="connsiteX59" fmla="*/ 216619 w 223008"/>
                <a:gd name="connsiteY59" fmla="*/ 148108 h 223439"/>
                <a:gd name="connsiteX60" fmla="*/ 223009 w 223008"/>
                <a:gd name="connsiteY60" fmla="*/ 141724 h 223439"/>
                <a:gd name="connsiteX61" fmla="*/ 216619 w 223008"/>
                <a:gd name="connsiteY61" fmla="*/ 135340 h 223439"/>
                <a:gd name="connsiteX62" fmla="*/ 192337 w 223008"/>
                <a:gd name="connsiteY62" fmla="*/ 135340 h 223439"/>
                <a:gd name="connsiteX63" fmla="*/ 192337 w 223008"/>
                <a:gd name="connsiteY63" fmla="*/ 118104 h 223439"/>
                <a:gd name="connsiteX64" fmla="*/ 216619 w 223008"/>
                <a:gd name="connsiteY64" fmla="*/ 118104 h 223439"/>
                <a:gd name="connsiteX65" fmla="*/ 223009 w 223008"/>
                <a:gd name="connsiteY65" fmla="*/ 111720 h 223439"/>
                <a:gd name="connsiteX66" fmla="*/ 216619 w 223008"/>
                <a:gd name="connsiteY66" fmla="*/ 105336 h 223439"/>
                <a:gd name="connsiteX67" fmla="*/ 192337 w 223008"/>
                <a:gd name="connsiteY67" fmla="*/ 105336 h 223439"/>
                <a:gd name="connsiteX68" fmla="*/ 192337 w 223008"/>
                <a:gd name="connsiteY68" fmla="*/ 88099 h 223439"/>
                <a:gd name="connsiteX69" fmla="*/ 192337 w 223008"/>
                <a:gd name="connsiteY69" fmla="*/ 88099 h 223439"/>
                <a:gd name="connsiteX70" fmla="*/ 179557 w 223008"/>
                <a:gd name="connsiteY70" fmla="*/ 180028 h 223439"/>
                <a:gd name="connsiteX71" fmla="*/ 42174 w 223008"/>
                <a:gd name="connsiteY71" fmla="*/ 180028 h 223439"/>
                <a:gd name="connsiteX72" fmla="*/ 42174 w 223008"/>
                <a:gd name="connsiteY72" fmla="*/ 42773 h 223439"/>
                <a:gd name="connsiteX73" fmla="*/ 179557 w 223008"/>
                <a:gd name="connsiteY73" fmla="*/ 42773 h 223439"/>
                <a:gd name="connsiteX74" fmla="*/ 179557 w 223008"/>
                <a:gd name="connsiteY74" fmla="*/ 180028 h 223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23008" h="223439">
                  <a:moveTo>
                    <a:pt x="192337" y="88099"/>
                  </a:moveTo>
                  <a:lnTo>
                    <a:pt x="215980" y="88099"/>
                  </a:lnTo>
                  <a:cubicBezTo>
                    <a:pt x="219814" y="88099"/>
                    <a:pt x="222370" y="85545"/>
                    <a:pt x="222370" y="81715"/>
                  </a:cubicBezTo>
                  <a:cubicBezTo>
                    <a:pt x="222370" y="77884"/>
                    <a:pt x="219814" y="75331"/>
                    <a:pt x="215980" y="75331"/>
                  </a:cubicBezTo>
                  <a:lnTo>
                    <a:pt x="191698" y="75331"/>
                  </a:lnTo>
                  <a:lnTo>
                    <a:pt x="191698" y="36389"/>
                  </a:lnTo>
                  <a:cubicBezTo>
                    <a:pt x="191698" y="32558"/>
                    <a:pt x="189142" y="30005"/>
                    <a:pt x="185308" y="30005"/>
                  </a:cubicBezTo>
                  <a:lnTo>
                    <a:pt x="146969" y="30005"/>
                  </a:lnTo>
                  <a:lnTo>
                    <a:pt x="146969" y="6384"/>
                  </a:lnTo>
                  <a:cubicBezTo>
                    <a:pt x="146969" y="2554"/>
                    <a:pt x="144413" y="0"/>
                    <a:pt x="140579" y="0"/>
                  </a:cubicBezTo>
                  <a:cubicBezTo>
                    <a:pt x="136745" y="0"/>
                    <a:pt x="134189" y="2554"/>
                    <a:pt x="134189" y="6384"/>
                  </a:cubicBezTo>
                  <a:lnTo>
                    <a:pt x="134189" y="30005"/>
                  </a:lnTo>
                  <a:lnTo>
                    <a:pt x="117575" y="30005"/>
                  </a:lnTo>
                  <a:lnTo>
                    <a:pt x="117575" y="6384"/>
                  </a:lnTo>
                  <a:cubicBezTo>
                    <a:pt x="117575" y="2554"/>
                    <a:pt x="115019" y="0"/>
                    <a:pt x="111185" y="0"/>
                  </a:cubicBezTo>
                  <a:cubicBezTo>
                    <a:pt x="107351" y="0"/>
                    <a:pt x="104795" y="2554"/>
                    <a:pt x="104795" y="6384"/>
                  </a:cubicBezTo>
                  <a:lnTo>
                    <a:pt x="104795" y="30005"/>
                  </a:lnTo>
                  <a:lnTo>
                    <a:pt x="87542" y="30005"/>
                  </a:lnTo>
                  <a:lnTo>
                    <a:pt x="87542" y="6384"/>
                  </a:lnTo>
                  <a:cubicBezTo>
                    <a:pt x="87542" y="2554"/>
                    <a:pt x="84986" y="0"/>
                    <a:pt x="81152" y="0"/>
                  </a:cubicBezTo>
                  <a:cubicBezTo>
                    <a:pt x="77318" y="0"/>
                    <a:pt x="74762" y="2554"/>
                    <a:pt x="74762" y="6384"/>
                  </a:cubicBezTo>
                  <a:lnTo>
                    <a:pt x="74762" y="30005"/>
                  </a:lnTo>
                  <a:lnTo>
                    <a:pt x="36423" y="30005"/>
                  </a:lnTo>
                  <a:cubicBezTo>
                    <a:pt x="32589" y="30005"/>
                    <a:pt x="30033" y="32558"/>
                    <a:pt x="30033" y="36389"/>
                  </a:cubicBezTo>
                  <a:lnTo>
                    <a:pt x="30033" y="75331"/>
                  </a:lnTo>
                  <a:lnTo>
                    <a:pt x="6390" y="75331"/>
                  </a:lnTo>
                  <a:cubicBezTo>
                    <a:pt x="2556" y="75331"/>
                    <a:pt x="0" y="77884"/>
                    <a:pt x="0" y="81715"/>
                  </a:cubicBezTo>
                  <a:cubicBezTo>
                    <a:pt x="0" y="85545"/>
                    <a:pt x="2556" y="88099"/>
                    <a:pt x="6390" y="88099"/>
                  </a:cubicBezTo>
                  <a:lnTo>
                    <a:pt x="30033" y="88099"/>
                  </a:lnTo>
                  <a:lnTo>
                    <a:pt x="30033" y="105336"/>
                  </a:lnTo>
                  <a:lnTo>
                    <a:pt x="6390" y="105336"/>
                  </a:lnTo>
                  <a:cubicBezTo>
                    <a:pt x="2556" y="105336"/>
                    <a:pt x="0" y="107889"/>
                    <a:pt x="0" y="111720"/>
                  </a:cubicBezTo>
                  <a:cubicBezTo>
                    <a:pt x="0" y="115550"/>
                    <a:pt x="2556" y="118104"/>
                    <a:pt x="6390" y="118104"/>
                  </a:cubicBezTo>
                  <a:lnTo>
                    <a:pt x="30033" y="118104"/>
                  </a:lnTo>
                  <a:lnTo>
                    <a:pt x="30033" y="135340"/>
                  </a:lnTo>
                  <a:lnTo>
                    <a:pt x="6390" y="135340"/>
                  </a:lnTo>
                  <a:cubicBezTo>
                    <a:pt x="2556" y="135340"/>
                    <a:pt x="0" y="137894"/>
                    <a:pt x="0" y="141724"/>
                  </a:cubicBezTo>
                  <a:cubicBezTo>
                    <a:pt x="0" y="145555"/>
                    <a:pt x="2556" y="148108"/>
                    <a:pt x="6390" y="148108"/>
                  </a:cubicBezTo>
                  <a:lnTo>
                    <a:pt x="30033" y="148108"/>
                  </a:lnTo>
                  <a:lnTo>
                    <a:pt x="30033" y="187051"/>
                  </a:lnTo>
                  <a:cubicBezTo>
                    <a:pt x="30033" y="190881"/>
                    <a:pt x="32589" y="193435"/>
                    <a:pt x="36423" y="193435"/>
                  </a:cubicBezTo>
                  <a:lnTo>
                    <a:pt x="74762" y="193435"/>
                  </a:lnTo>
                  <a:lnTo>
                    <a:pt x="74762" y="217055"/>
                  </a:lnTo>
                  <a:cubicBezTo>
                    <a:pt x="74762" y="220886"/>
                    <a:pt x="77318" y="223439"/>
                    <a:pt x="81152" y="223439"/>
                  </a:cubicBezTo>
                  <a:cubicBezTo>
                    <a:pt x="84986" y="223439"/>
                    <a:pt x="87542" y="220886"/>
                    <a:pt x="87542" y="217055"/>
                  </a:cubicBezTo>
                  <a:lnTo>
                    <a:pt x="87542" y="193435"/>
                  </a:lnTo>
                  <a:lnTo>
                    <a:pt x="104795" y="193435"/>
                  </a:lnTo>
                  <a:lnTo>
                    <a:pt x="104795" y="217055"/>
                  </a:lnTo>
                  <a:cubicBezTo>
                    <a:pt x="104795" y="220886"/>
                    <a:pt x="107351" y="223439"/>
                    <a:pt x="111185" y="223439"/>
                  </a:cubicBezTo>
                  <a:cubicBezTo>
                    <a:pt x="115019" y="223439"/>
                    <a:pt x="117575" y="220886"/>
                    <a:pt x="117575" y="217055"/>
                  </a:cubicBezTo>
                  <a:lnTo>
                    <a:pt x="117575" y="193435"/>
                  </a:lnTo>
                  <a:lnTo>
                    <a:pt x="134828" y="193435"/>
                  </a:lnTo>
                  <a:lnTo>
                    <a:pt x="134828" y="217055"/>
                  </a:lnTo>
                  <a:cubicBezTo>
                    <a:pt x="134828" y="220886"/>
                    <a:pt x="137384" y="223439"/>
                    <a:pt x="141218" y="223439"/>
                  </a:cubicBezTo>
                  <a:cubicBezTo>
                    <a:pt x="145052" y="223439"/>
                    <a:pt x="147608" y="220886"/>
                    <a:pt x="147608" y="217055"/>
                  </a:cubicBezTo>
                  <a:lnTo>
                    <a:pt x="147608" y="193435"/>
                  </a:lnTo>
                  <a:lnTo>
                    <a:pt x="185947" y="193435"/>
                  </a:lnTo>
                  <a:cubicBezTo>
                    <a:pt x="189781" y="193435"/>
                    <a:pt x="192337" y="190881"/>
                    <a:pt x="192337" y="187051"/>
                  </a:cubicBezTo>
                  <a:lnTo>
                    <a:pt x="192337" y="148108"/>
                  </a:lnTo>
                  <a:lnTo>
                    <a:pt x="216619" y="148108"/>
                  </a:lnTo>
                  <a:cubicBezTo>
                    <a:pt x="220453" y="148108"/>
                    <a:pt x="223009" y="145555"/>
                    <a:pt x="223009" y="141724"/>
                  </a:cubicBezTo>
                  <a:cubicBezTo>
                    <a:pt x="223009" y="137894"/>
                    <a:pt x="220453" y="135340"/>
                    <a:pt x="216619" y="135340"/>
                  </a:cubicBezTo>
                  <a:lnTo>
                    <a:pt x="192337" y="135340"/>
                  </a:lnTo>
                  <a:lnTo>
                    <a:pt x="192337" y="118104"/>
                  </a:lnTo>
                  <a:lnTo>
                    <a:pt x="216619" y="118104"/>
                  </a:lnTo>
                  <a:cubicBezTo>
                    <a:pt x="220453" y="118104"/>
                    <a:pt x="223009" y="115550"/>
                    <a:pt x="223009" y="111720"/>
                  </a:cubicBezTo>
                  <a:cubicBezTo>
                    <a:pt x="223009" y="107889"/>
                    <a:pt x="220453" y="105336"/>
                    <a:pt x="216619" y="105336"/>
                  </a:cubicBezTo>
                  <a:lnTo>
                    <a:pt x="192337" y="105336"/>
                  </a:lnTo>
                  <a:lnTo>
                    <a:pt x="192337" y="88099"/>
                  </a:lnTo>
                  <a:lnTo>
                    <a:pt x="192337" y="88099"/>
                  </a:lnTo>
                  <a:close/>
                  <a:moveTo>
                    <a:pt x="179557" y="180028"/>
                  </a:moveTo>
                  <a:lnTo>
                    <a:pt x="42174" y="180028"/>
                  </a:lnTo>
                  <a:lnTo>
                    <a:pt x="42174" y="42773"/>
                  </a:lnTo>
                  <a:lnTo>
                    <a:pt x="179557" y="42773"/>
                  </a:lnTo>
                  <a:lnTo>
                    <a:pt x="179557" y="180028"/>
                  </a:lnTo>
                  <a:close/>
                </a:path>
              </a:pathLst>
            </a:custGeom>
            <a:solidFill>
              <a:srgbClr val="26890D"/>
            </a:solidFill>
            <a:ln w="6390" cap="flat">
              <a:noFill/>
              <a:prstDash val="solid"/>
              <a:miter/>
            </a:ln>
          </p:spPr>
          <p:txBody>
            <a:bodyPr rtlCol="0" anchor="ctr"/>
            <a:lstStyle/>
            <a:p>
              <a:endParaRPr lang="en-US"/>
            </a:p>
          </p:txBody>
        </p:sp>
        <p:sp>
          <p:nvSpPr>
            <p:cNvPr id="515" name="Graphic 4">
              <a:extLst>
                <a:ext uri="{FF2B5EF4-FFF2-40B4-BE49-F238E27FC236}">
                  <a16:creationId xmlns:a16="http://schemas.microsoft.com/office/drawing/2014/main" id="{5B9E3270-5506-D644-824F-B3054E705E68}"/>
                </a:ext>
              </a:extLst>
            </p:cNvPr>
            <p:cNvSpPr/>
            <p:nvPr/>
          </p:nvSpPr>
          <p:spPr>
            <a:xfrm>
              <a:off x="3760477" y="2517313"/>
              <a:ext cx="49202" cy="69000"/>
            </a:xfrm>
            <a:custGeom>
              <a:avLst/>
              <a:gdLst>
                <a:gd name="connsiteX0" fmla="*/ 42813 w 49202"/>
                <a:gd name="connsiteY0" fmla="*/ 56233 h 69000"/>
                <a:gd name="connsiteX1" fmla="*/ 21087 w 49202"/>
                <a:gd name="connsiteY1" fmla="*/ 56233 h 69000"/>
                <a:gd name="connsiteX2" fmla="*/ 25560 w 49202"/>
                <a:gd name="connsiteY2" fmla="*/ 40911 h 69000"/>
                <a:gd name="connsiteX3" fmla="*/ 30672 w 49202"/>
                <a:gd name="connsiteY3" fmla="*/ 40911 h 69000"/>
                <a:gd name="connsiteX4" fmla="*/ 37062 w 49202"/>
                <a:gd name="connsiteY4" fmla="*/ 34527 h 69000"/>
                <a:gd name="connsiteX5" fmla="*/ 30672 w 49202"/>
                <a:gd name="connsiteY5" fmla="*/ 28143 h 69000"/>
                <a:gd name="connsiteX6" fmla="*/ 20448 w 49202"/>
                <a:gd name="connsiteY6" fmla="*/ 28143 h 69000"/>
                <a:gd name="connsiteX7" fmla="*/ 18531 w 49202"/>
                <a:gd name="connsiteY7" fmla="*/ 25590 h 69000"/>
                <a:gd name="connsiteX8" fmla="*/ 17892 w 49202"/>
                <a:gd name="connsiteY8" fmla="*/ 17929 h 69000"/>
                <a:gd name="connsiteX9" fmla="*/ 26199 w 49202"/>
                <a:gd name="connsiteY9" fmla="*/ 12822 h 69000"/>
                <a:gd name="connsiteX10" fmla="*/ 35783 w 49202"/>
                <a:gd name="connsiteY10" fmla="*/ 21121 h 69000"/>
                <a:gd name="connsiteX11" fmla="*/ 35783 w 49202"/>
                <a:gd name="connsiteY11" fmla="*/ 22398 h 69000"/>
                <a:gd name="connsiteX12" fmla="*/ 42173 w 49202"/>
                <a:gd name="connsiteY12" fmla="*/ 28782 h 69000"/>
                <a:gd name="connsiteX13" fmla="*/ 48563 w 49202"/>
                <a:gd name="connsiteY13" fmla="*/ 22398 h 69000"/>
                <a:gd name="connsiteX14" fmla="*/ 26838 w 49202"/>
                <a:gd name="connsiteY14" fmla="*/ 54 h 69000"/>
                <a:gd name="connsiteX15" fmla="*/ 26199 w 49202"/>
                <a:gd name="connsiteY15" fmla="*/ 54 h 69000"/>
                <a:gd name="connsiteX16" fmla="*/ 5751 w 49202"/>
                <a:gd name="connsiteY16" fmla="*/ 12822 h 69000"/>
                <a:gd name="connsiteX17" fmla="*/ 5112 w 49202"/>
                <a:gd name="connsiteY17" fmla="*/ 28143 h 69000"/>
                <a:gd name="connsiteX18" fmla="*/ 0 w 49202"/>
                <a:gd name="connsiteY18" fmla="*/ 34527 h 69000"/>
                <a:gd name="connsiteX19" fmla="*/ 6390 w 49202"/>
                <a:gd name="connsiteY19" fmla="*/ 40911 h 69000"/>
                <a:gd name="connsiteX20" fmla="*/ 12780 w 49202"/>
                <a:gd name="connsiteY20" fmla="*/ 40911 h 69000"/>
                <a:gd name="connsiteX21" fmla="*/ 3834 w 49202"/>
                <a:gd name="connsiteY21" fmla="*/ 58786 h 69000"/>
                <a:gd name="connsiteX22" fmla="*/ 3195 w 49202"/>
                <a:gd name="connsiteY22" fmla="*/ 65170 h 69000"/>
                <a:gd name="connsiteX23" fmla="*/ 8946 w 49202"/>
                <a:gd name="connsiteY23" fmla="*/ 69001 h 69000"/>
                <a:gd name="connsiteX24" fmla="*/ 42813 w 49202"/>
                <a:gd name="connsiteY24" fmla="*/ 69001 h 69000"/>
                <a:gd name="connsiteX25" fmla="*/ 49203 w 49202"/>
                <a:gd name="connsiteY25" fmla="*/ 62617 h 69000"/>
                <a:gd name="connsiteX26" fmla="*/ 42813 w 49202"/>
                <a:gd name="connsiteY26" fmla="*/ 56233 h 69000"/>
                <a:gd name="connsiteX27" fmla="*/ 42813 w 49202"/>
                <a:gd name="connsiteY27" fmla="*/ 56233 h 6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9202" h="69000">
                  <a:moveTo>
                    <a:pt x="42813" y="56233"/>
                  </a:moveTo>
                  <a:lnTo>
                    <a:pt x="21087" y="56233"/>
                  </a:lnTo>
                  <a:cubicBezTo>
                    <a:pt x="24282" y="51764"/>
                    <a:pt x="25560" y="46657"/>
                    <a:pt x="25560" y="40911"/>
                  </a:cubicBezTo>
                  <a:lnTo>
                    <a:pt x="30672" y="40911"/>
                  </a:lnTo>
                  <a:cubicBezTo>
                    <a:pt x="34506" y="40911"/>
                    <a:pt x="37062" y="38358"/>
                    <a:pt x="37062" y="34527"/>
                  </a:cubicBezTo>
                  <a:cubicBezTo>
                    <a:pt x="37062" y="30697"/>
                    <a:pt x="34506" y="28143"/>
                    <a:pt x="30672" y="28143"/>
                  </a:cubicBezTo>
                  <a:lnTo>
                    <a:pt x="20448" y="28143"/>
                  </a:lnTo>
                  <a:cubicBezTo>
                    <a:pt x="19809" y="27505"/>
                    <a:pt x="19170" y="26866"/>
                    <a:pt x="18531" y="25590"/>
                  </a:cubicBezTo>
                  <a:cubicBezTo>
                    <a:pt x="16614" y="23674"/>
                    <a:pt x="16614" y="20482"/>
                    <a:pt x="17892" y="17929"/>
                  </a:cubicBezTo>
                  <a:cubicBezTo>
                    <a:pt x="19170" y="14737"/>
                    <a:pt x="23004" y="12822"/>
                    <a:pt x="26199" y="12822"/>
                  </a:cubicBezTo>
                  <a:cubicBezTo>
                    <a:pt x="31311" y="12183"/>
                    <a:pt x="35783" y="16014"/>
                    <a:pt x="35783" y="21121"/>
                  </a:cubicBezTo>
                  <a:cubicBezTo>
                    <a:pt x="35783" y="21759"/>
                    <a:pt x="35783" y="21759"/>
                    <a:pt x="35783" y="22398"/>
                  </a:cubicBezTo>
                  <a:cubicBezTo>
                    <a:pt x="35783" y="26228"/>
                    <a:pt x="38340" y="28782"/>
                    <a:pt x="42173" y="28782"/>
                  </a:cubicBezTo>
                  <a:cubicBezTo>
                    <a:pt x="46008" y="28782"/>
                    <a:pt x="48563" y="26228"/>
                    <a:pt x="48563" y="22398"/>
                  </a:cubicBezTo>
                  <a:cubicBezTo>
                    <a:pt x="48563" y="10268"/>
                    <a:pt x="38978" y="54"/>
                    <a:pt x="26838" y="54"/>
                  </a:cubicBezTo>
                  <a:cubicBezTo>
                    <a:pt x="26838" y="54"/>
                    <a:pt x="26199" y="54"/>
                    <a:pt x="26199" y="54"/>
                  </a:cubicBezTo>
                  <a:cubicBezTo>
                    <a:pt x="17253" y="-585"/>
                    <a:pt x="8946" y="4522"/>
                    <a:pt x="5751" y="12822"/>
                  </a:cubicBezTo>
                  <a:cubicBezTo>
                    <a:pt x="3834" y="17929"/>
                    <a:pt x="3195" y="23036"/>
                    <a:pt x="5112" y="28143"/>
                  </a:cubicBezTo>
                  <a:cubicBezTo>
                    <a:pt x="1917" y="28782"/>
                    <a:pt x="0" y="31335"/>
                    <a:pt x="0" y="34527"/>
                  </a:cubicBezTo>
                  <a:cubicBezTo>
                    <a:pt x="0" y="38358"/>
                    <a:pt x="2556" y="40911"/>
                    <a:pt x="6390" y="40911"/>
                  </a:cubicBezTo>
                  <a:lnTo>
                    <a:pt x="12780" y="40911"/>
                  </a:lnTo>
                  <a:cubicBezTo>
                    <a:pt x="12780" y="44103"/>
                    <a:pt x="10863" y="49849"/>
                    <a:pt x="3834" y="58786"/>
                  </a:cubicBezTo>
                  <a:cubicBezTo>
                    <a:pt x="2556" y="60701"/>
                    <a:pt x="1917" y="63255"/>
                    <a:pt x="3195" y="65170"/>
                  </a:cubicBezTo>
                  <a:cubicBezTo>
                    <a:pt x="4473" y="67085"/>
                    <a:pt x="6390" y="69001"/>
                    <a:pt x="8946" y="69001"/>
                  </a:cubicBezTo>
                  <a:lnTo>
                    <a:pt x="42813" y="69001"/>
                  </a:lnTo>
                  <a:cubicBezTo>
                    <a:pt x="46646" y="69001"/>
                    <a:pt x="49203" y="66447"/>
                    <a:pt x="49203" y="62617"/>
                  </a:cubicBezTo>
                  <a:cubicBezTo>
                    <a:pt x="49203" y="58786"/>
                    <a:pt x="46646" y="56871"/>
                    <a:pt x="42813" y="56233"/>
                  </a:cubicBezTo>
                  <a:lnTo>
                    <a:pt x="42813" y="56233"/>
                  </a:lnTo>
                  <a:close/>
                </a:path>
              </a:pathLst>
            </a:custGeom>
            <a:solidFill>
              <a:srgbClr val="26890D"/>
            </a:solidFill>
            <a:ln w="6390" cap="flat">
              <a:noFill/>
              <a:prstDash val="solid"/>
              <a:miter/>
            </a:ln>
          </p:spPr>
          <p:txBody>
            <a:bodyPr rtlCol="0" anchor="ctr"/>
            <a:lstStyle/>
            <a:p>
              <a:endParaRPr lang="en-US"/>
            </a:p>
          </p:txBody>
        </p:sp>
      </p:grpSp>
      <p:grpSp>
        <p:nvGrpSpPr>
          <p:cNvPr id="516" name="Graphic 4">
            <a:extLst>
              <a:ext uri="{FF2B5EF4-FFF2-40B4-BE49-F238E27FC236}">
                <a16:creationId xmlns:a16="http://schemas.microsoft.com/office/drawing/2014/main" id="{8FF0FFE4-664C-A04A-9D0C-2B7DD1B7C7D8}"/>
              </a:ext>
            </a:extLst>
          </p:cNvPr>
          <p:cNvGrpSpPr/>
          <p:nvPr/>
        </p:nvGrpSpPr>
        <p:grpSpPr>
          <a:xfrm>
            <a:off x="7801474" y="918179"/>
            <a:ext cx="362309" cy="361971"/>
            <a:chOff x="7801474" y="918179"/>
            <a:chExt cx="362309" cy="361971"/>
          </a:xfrm>
          <a:solidFill>
            <a:srgbClr val="26890D"/>
          </a:solidFill>
        </p:grpSpPr>
        <p:sp>
          <p:nvSpPr>
            <p:cNvPr id="517" name="Graphic 4">
              <a:extLst>
                <a:ext uri="{FF2B5EF4-FFF2-40B4-BE49-F238E27FC236}">
                  <a16:creationId xmlns:a16="http://schemas.microsoft.com/office/drawing/2014/main" id="{B534ED06-7EFC-1049-819C-C94E44D471EC}"/>
                </a:ext>
              </a:extLst>
            </p:cNvPr>
            <p:cNvSpPr/>
            <p:nvPr/>
          </p:nvSpPr>
          <p:spPr>
            <a:xfrm>
              <a:off x="7801474" y="91817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8565"/>
                    <a:pt x="181474" y="349204"/>
                  </a:cubicBezTo>
                  <a:close/>
                </a:path>
              </a:pathLst>
            </a:custGeom>
            <a:solidFill>
              <a:srgbClr val="26890D"/>
            </a:solidFill>
            <a:ln w="6390" cap="flat">
              <a:noFill/>
              <a:prstDash val="solid"/>
              <a:miter/>
            </a:ln>
          </p:spPr>
          <p:txBody>
            <a:bodyPr rtlCol="0" anchor="ctr"/>
            <a:lstStyle/>
            <a:p>
              <a:endParaRPr lang="en-US"/>
            </a:p>
          </p:txBody>
        </p:sp>
        <p:sp>
          <p:nvSpPr>
            <p:cNvPr id="518" name="Graphic 4">
              <a:extLst>
                <a:ext uri="{FF2B5EF4-FFF2-40B4-BE49-F238E27FC236}">
                  <a16:creationId xmlns:a16="http://schemas.microsoft.com/office/drawing/2014/main" id="{2D2C2106-4AAD-1F4C-AF33-7AA5A64E6CF6}"/>
                </a:ext>
              </a:extLst>
            </p:cNvPr>
            <p:cNvSpPr/>
            <p:nvPr/>
          </p:nvSpPr>
          <p:spPr>
            <a:xfrm>
              <a:off x="7931189" y="1059903"/>
              <a:ext cx="104156" cy="147470"/>
            </a:xfrm>
            <a:custGeom>
              <a:avLst/>
              <a:gdLst>
                <a:gd name="connsiteX0" fmla="*/ 51759 w 104156"/>
                <a:gd name="connsiteY0" fmla="*/ 0 h 147470"/>
                <a:gd name="connsiteX1" fmla="*/ 0 w 104156"/>
                <a:gd name="connsiteY1" fmla="*/ 51710 h 147470"/>
                <a:gd name="connsiteX2" fmla="*/ 10863 w 104156"/>
                <a:gd name="connsiteY2" fmla="*/ 85545 h 147470"/>
                <a:gd name="connsiteX3" fmla="*/ 46647 w 104156"/>
                <a:gd name="connsiteY3" fmla="*/ 144278 h 147470"/>
                <a:gd name="connsiteX4" fmla="*/ 52398 w 104156"/>
                <a:gd name="connsiteY4" fmla="*/ 147470 h 147470"/>
                <a:gd name="connsiteX5" fmla="*/ 52398 w 104156"/>
                <a:gd name="connsiteY5" fmla="*/ 147470 h 147470"/>
                <a:gd name="connsiteX6" fmla="*/ 57509 w 104156"/>
                <a:gd name="connsiteY6" fmla="*/ 144278 h 147470"/>
                <a:gd name="connsiteX7" fmla="*/ 93294 w 104156"/>
                <a:gd name="connsiteY7" fmla="*/ 84907 h 147470"/>
                <a:gd name="connsiteX8" fmla="*/ 104156 w 104156"/>
                <a:gd name="connsiteY8" fmla="*/ 51710 h 147470"/>
                <a:gd name="connsiteX9" fmla="*/ 51759 w 104156"/>
                <a:gd name="connsiteY9" fmla="*/ 0 h 147470"/>
                <a:gd name="connsiteX10" fmla="*/ 81792 w 104156"/>
                <a:gd name="connsiteY10" fmla="*/ 77885 h 147470"/>
                <a:gd name="connsiteX11" fmla="*/ 81792 w 104156"/>
                <a:gd name="connsiteY11" fmla="*/ 77885 h 147470"/>
                <a:gd name="connsiteX12" fmla="*/ 51759 w 104156"/>
                <a:gd name="connsiteY12" fmla="*/ 128318 h 147470"/>
                <a:gd name="connsiteX13" fmla="*/ 21726 w 104156"/>
                <a:gd name="connsiteY13" fmla="*/ 78523 h 147470"/>
                <a:gd name="connsiteX14" fmla="*/ 12780 w 104156"/>
                <a:gd name="connsiteY14" fmla="*/ 51072 h 147470"/>
                <a:gd name="connsiteX15" fmla="*/ 50481 w 104156"/>
                <a:gd name="connsiteY15" fmla="*/ 10214 h 147470"/>
                <a:gd name="connsiteX16" fmla="*/ 91376 w 104156"/>
                <a:gd name="connsiteY16" fmla="*/ 47880 h 147470"/>
                <a:gd name="connsiteX17" fmla="*/ 91376 w 104156"/>
                <a:gd name="connsiteY17" fmla="*/ 51072 h 147470"/>
                <a:gd name="connsiteX18" fmla="*/ 81792 w 104156"/>
                <a:gd name="connsiteY18" fmla="*/ 77885 h 147470"/>
                <a:gd name="connsiteX19" fmla="*/ 81792 w 104156"/>
                <a:gd name="connsiteY19" fmla="*/ 77885 h 147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4156" h="147470">
                  <a:moveTo>
                    <a:pt x="51759" y="0"/>
                  </a:moveTo>
                  <a:cubicBezTo>
                    <a:pt x="23004" y="0"/>
                    <a:pt x="0" y="22982"/>
                    <a:pt x="0" y="51710"/>
                  </a:cubicBezTo>
                  <a:cubicBezTo>
                    <a:pt x="640" y="63840"/>
                    <a:pt x="3835" y="75331"/>
                    <a:pt x="10863" y="85545"/>
                  </a:cubicBezTo>
                  <a:lnTo>
                    <a:pt x="46647" y="144278"/>
                  </a:lnTo>
                  <a:cubicBezTo>
                    <a:pt x="47925" y="146193"/>
                    <a:pt x="49842" y="147470"/>
                    <a:pt x="52398" y="147470"/>
                  </a:cubicBezTo>
                  <a:lnTo>
                    <a:pt x="52398" y="147470"/>
                  </a:lnTo>
                  <a:cubicBezTo>
                    <a:pt x="54314" y="147470"/>
                    <a:pt x="56871" y="146193"/>
                    <a:pt x="57509" y="144278"/>
                  </a:cubicBezTo>
                  <a:lnTo>
                    <a:pt x="93294" y="84907"/>
                  </a:lnTo>
                  <a:cubicBezTo>
                    <a:pt x="99684" y="75331"/>
                    <a:pt x="103517" y="63840"/>
                    <a:pt x="104156" y="51710"/>
                  </a:cubicBezTo>
                  <a:cubicBezTo>
                    <a:pt x="103517" y="22982"/>
                    <a:pt x="80514" y="0"/>
                    <a:pt x="51759" y="0"/>
                  </a:cubicBezTo>
                  <a:close/>
                  <a:moveTo>
                    <a:pt x="81792" y="77885"/>
                  </a:moveTo>
                  <a:lnTo>
                    <a:pt x="81792" y="77885"/>
                  </a:lnTo>
                  <a:lnTo>
                    <a:pt x="51759" y="128318"/>
                  </a:lnTo>
                  <a:lnTo>
                    <a:pt x="21726" y="78523"/>
                  </a:lnTo>
                  <a:cubicBezTo>
                    <a:pt x="15975" y="70224"/>
                    <a:pt x="13419" y="61286"/>
                    <a:pt x="12780" y="51072"/>
                  </a:cubicBezTo>
                  <a:cubicBezTo>
                    <a:pt x="12141" y="29366"/>
                    <a:pt x="28755" y="11491"/>
                    <a:pt x="50481" y="10214"/>
                  </a:cubicBezTo>
                  <a:cubicBezTo>
                    <a:pt x="72207" y="9576"/>
                    <a:pt x="90099" y="26174"/>
                    <a:pt x="91376" y="47880"/>
                  </a:cubicBezTo>
                  <a:cubicBezTo>
                    <a:pt x="91376" y="49157"/>
                    <a:pt x="91376" y="49795"/>
                    <a:pt x="91376" y="51072"/>
                  </a:cubicBezTo>
                  <a:cubicBezTo>
                    <a:pt x="90099" y="61286"/>
                    <a:pt x="86904" y="70224"/>
                    <a:pt x="81792" y="77885"/>
                  </a:cubicBezTo>
                  <a:lnTo>
                    <a:pt x="81792" y="77885"/>
                  </a:lnTo>
                  <a:close/>
                </a:path>
              </a:pathLst>
            </a:custGeom>
            <a:solidFill>
              <a:srgbClr val="26890D"/>
            </a:solidFill>
            <a:ln w="6390" cap="flat">
              <a:noFill/>
              <a:prstDash val="solid"/>
              <a:miter/>
            </a:ln>
          </p:spPr>
          <p:txBody>
            <a:bodyPr rtlCol="0" anchor="ctr"/>
            <a:lstStyle/>
            <a:p>
              <a:endParaRPr lang="en-US"/>
            </a:p>
          </p:txBody>
        </p:sp>
        <p:sp>
          <p:nvSpPr>
            <p:cNvPr id="519" name="Graphic 4">
              <a:extLst>
                <a:ext uri="{FF2B5EF4-FFF2-40B4-BE49-F238E27FC236}">
                  <a16:creationId xmlns:a16="http://schemas.microsoft.com/office/drawing/2014/main" id="{BB1D81C0-D76F-6140-89A2-DE4D4FC57297}"/>
                </a:ext>
              </a:extLst>
            </p:cNvPr>
            <p:cNvSpPr/>
            <p:nvPr/>
          </p:nvSpPr>
          <p:spPr>
            <a:xfrm>
              <a:off x="7957388" y="1086077"/>
              <a:ext cx="51119" cy="51071"/>
            </a:xfrm>
            <a:custGeom>
              <a:avLst/>
              <a:gdLst>
                <a:gd name="connsiteX0" fmla="*/ 25560 w 51119"/>
                <a:gd name="connsiteY0" fmla="*/ 0 h 51071"/>
                <a:gd name="connsiteX1" fmla="*/ 0 w 51119"/>
                <a:gd name="connsiteY1" fmla="*/ 25536 h 51071"/>
                <a:gd name="connsiteX2" fmla="*/ 25560 w 51119"/>
                <a:gd name="connsiteY2" fmla="*/ 51072 h 51071"/>
                <a:gd name="connsiteX3" fmla="*/ 51119 w 51119"/>
                <a:gd name="connsiteY3" fmla="*/ 25536 h 51071"/>
                <a:gd name="connsiteX4" fmla="*/ 25560 w 51119"/>
                <a:gd name="connsiteY4" fmla="*/ 0 h 51071"/>
                <a:gd name="connsiteX5" fmla="*/ 25560 w 51119"/>
                <a:gd name="connsiteY5" fmla="*/ 38304 h 51071"/>
                <a:gd name="connsiteX6" fmla="*/ 12780 w 51119"/>
                <a:gd name="connsiteY6" fmla="*/ 25536 h 51071"/>
                <a:gd name="connsiteX7" fmla="*/ 25560 w 51119"/>
                <a:gd name="connsiteY7" fmla="*/ 12768 h 51071"/>
                <a:gd name="connsiteX8" fmla="*/ 38340 w 51119"/>
                <a:gd name="connsiteY8" fmla="*/ 25536 h 51071"/>
                <a:gd name="connsiteX9" fmla="*/ 25560 w 51119"/>
                <a:gd name="connsiteY9" fmla="*/ 38304 h 51071"/>
                <a:gd name="connsiteX10" fmla="*/ 25560 w 51119"/>
                <a:gd name="connsiteY10" fmla="*/ 38304 h 51071"/>
                <a:gd name="connsiteX11" fmla="*/ 25560 w 51119"/>
                <a:gd name="connsiteY11" fmla="*/ 38304 h 5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119" h="51071">
                  <a:moveTo>
                    <a:pt x="25560" y="0"/>
                  </a:moveTo>
                  <a:cubicBezTo>
                    <a:pt x="11501" y="0"/>
                    <a:pt x="0" y="11491"/>
                    <a:pt x="0" y="25536"/>
                  </a:cubicBezTo>
                  <a:cubicBezTo>
                    <a:pt x="0" y="39581"/>
                    <a:pt x="11501" y="51072"/>
                    <a:pt x="25560" y="51072"/>
                  </a:cubicBezTo>
                  <a:cubicBezTo>
                    <a:pt x="39617" y="51072"/>
                    <a:pt x="51119" y="39581"/>
                    <a:pt x="51119" y="25536"/>
                  </a:cubicBezTo>
                  <a:cubicBezTo>
                    <a:pt x="51119" y="11491"/>
                    <a:pt x="39617" y="0"/>
                    <a:pt x="25560" y="0"/>
                  </a:cubicBezTo>
                  <a:close/>
                  <a:moveTo>
                    <a:pt x="25560" y="38304"/>
                  </a:moveTo>
                  <a:cubicBezTo>
                    <a:pt x="18530" y="38304"/>
                    <a:pt x="12780" y="32558"/>
                    <a:pt x="12780" y="25536"/>
                  </a:cubicBezTo>
                  <a:cubicBezTo>
                    <a:pt x="12780" y="18514"/>
                    <a:pt x="18530" y="12768"/>
                    <a:pt x="25560" y="12768"/>
                  </a:cubicBezTo>
                  <a:cubicBezTo>
                    <a:pt x="32589" y="12768"/>
                    <a:pt x="38340" y="18514"/>
                    <a:pt x="38340" y="25536"/>
                  </a:cubicBezTo>
                  <a:cubicBezTo>
                    <a:pt x="38340" y="32558"/>
                    <a:pt x="32589" y="38304"/>
                    <a:pt x="25560" y="38304"/>
                  </a:cubicBezTo>
                  <a:cubicBezTo>
                    <a:pt x="25560" y="38304"/>
                    <a:pt x="25560" y="38304"/>
                    <a:pt x="25560" y="38304"/>
                  </a:cubicBezTo>
                  <a:lnTo>
                    <a:pt x="25560" y="38304"/>
                  </a:lnTo>
                  <a:close/>
                </a:path>
              </a:pathLst>
            </a:custGeom>
            <a:solidFill>
              <a:srgbClr val="26890D"/>
            </a:solidFill>
            <a:ln w="6390" cap="flat">
              <a:noFill/>
              <a:prstDash val="solid"/>
              <a:miter/>
            </a:ln>
          </p:spPr>
          <p:txBody>
            <a:bodyPr rtlCol="0" anchor="ctr"/>
            <a:lstStyle/>
            <a:p>
              <a:endParaRPr lang="en-US"/>
            </a:p>
          </p:txBody>
        </p:sp>
        <p:sp>
          <p:nvSpPr>
            <p:cNvPr id="520" name="Graphic 4">
              <a:extLst>
                <a:ext uri="{FF2B5EF4-FFF2-40B4-BE49-F238E27FC236}">
                  <a16:creationId xmlns:a16="http://schemas.microsoft.com/office/drawing/2014/main" id="{21FCA8FD-0B89-BF49-B377-F2335D37A2B5}"/>
                </a:ext>
              </a:extLst>
            </p:cNvPr>
            <p:cNvSpPr/>
            <p:nvPr/>
          </p:nvSpPr>
          <p:spPr>
            <a:xfrm>
              <a:off x="7875597" y="990318"/>
              <a:ext cx="214701" cy="112358"/>
            </a:xfrm>
            <a:custGeom>
              <a:avLst/>
              <a:gdLst>
                <a:gd name="connsiteX0" fmla="*/ 111824 w 214701"/>
                <a:gd name="connsiteY0" fmla="*/ 1915 h 112358"/>
                <a:gd name="connsiteX1" fmla="*/ 102878 w 214701"/>
                <a:gd name="connsiteY1" fmla="*/ 1915 h 112358"/>
                <a:gd name="connsiteX2" fmla="*/ 1917 w 214701"/>
                <a:gd name="connsiteY2" fmla="*/ 101505 h 112358"/>
                <a:gd name="connsiteX3" fmla="*/ 1917 w 214701"/>
                <a:gd name="connsiteY3" fmla="*/ 110443 h 112358"/>
                <a:gd name="connsiteX4" fmla="*/ 1917 w 214701"/>
                <a:gd name="connsiteY4" fmla="*/ 110443 h 112358"/>
                <a:gd name="connsiteX5" fmla="*/ 10862 w 214701"/>
                <a:gd name="connsiteY5" fmla="*/ 110443 h 112358"/>
                <a:gd name="connsiteX6" fmla="*/ 107351 w 214701"/>
                <a:gd name="connsiteY6" fmla="*/ 15322 h 112358"/>
                <a:gd name="connsiteX7" fmla="*/ 203839 w 214701"/>
                <a:gd name="connsiteY7" fmla="*/ 110443 h 112358"/>
                <a:gd name="connsiteX8" fmla="*/ 208312 w 214701"/>
                <a:gd name="connsiteY8" fmla="*/ 112358 h 112358"/>
                <a:gd name="connsiteX9" fmla="*/ 214702 w 214701"/>
                <a:gd name="connsiteY9" fmla="*/ 105974 h 112358"/>
                <a:gd name="connsiteX10" fmla="*/ 212785 w 214701"/>
                <a:gd name="connsiteY10" fmla="*/ 101505 h 112358"/>
                <a:gd name="connsiteX11" fmla="*/ 111824 w 214701"/>
                <a:gd name="connsiteY11" fmla="*/ 1915 h 112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4701" h="112358">
                  <a:moveTo>
                    <a:pt x="111824" y="1915"/>
                  </a:moveTo>
                  <a:cubicBezTo>
                    <a:pt x="109268" y="-638"/>
                    <a:pt x="105434" y="-638"/>
                    <a:pt x="102878" y="1915"/>
                  </a:cubicBezTo>
                  <a:lnTo>
                    <a:pt x="1917" y="101505"/>
                  </a:lnTo>
                  <a:cubicBezTo>
                    <a:pt x="-639" y="104059"/>
                    <a:pt x="-639" y="107889"/>
                    <a:pt x="1917" y="110443"/>
                  </a:cubicBezTo>
                  <a:cubicBezTo>
                    <a:pt x="1917" y="110443"/>
                    <a:pt x="1917" y="110443"/>
                    <a:pt x="1917" y="110443"/>
                  </a:cubicBezTo>
                  <a:cubicBezTo>
                    <a:pt x="4472" y="112996"/>
                    <a:pt x="8307" y="112996"/>
                    <a:pt x="10862" y="110443"/>
                  </a:cubicBezTo>
                  <a:lnTo>
                    <a:pt x="107351" y="15322"/>
                  </a:lnTo>
                  <a:lnTo>
                    <a:pt x="203839" y="110443"/>
                  </a:lnTo>
                  <a:cubicBezTo>
                    <a:pt x="205117" y="111720"/>
                    <a:pt x="206395" y="112358"/>
                    <a:pt x="208312" y="112358"/>
                  </a:cubicBezTo>
                  <a:cubicBezTo>
                    <a:pt x="212145" y="112358"/>
                    <a:pt x="214702" y="109805"/>
                    <a:pt x="214702" y="105974"/>
                  </a:cubicBezTo>
                  <a:cubicBezTo>
                    <a:pt x="214702" y="104059"/>
                    <a:pt x="214063" y="102782"/>
                    <a:pt x="212785" y="101505"/>
                  </a:cubicBezTo>
                  <a:lnTo>
                    <a:pt x="111824" y="1915"/>
                  </a:lnTo>
                  <a:close/>
                </a:path>
              </a:pathLst>
            </a:custGeom>
            <a:solidFill>
              <a:srgbClr val="26890D"/>
            </a:solidFill>
            <a:ln w="6390" cap="flat">
              <a:noFill/>
              <a:prstDash val="solid"/>
              <a:miter/>
            </a:ln>
          </p:spPr>
          <p:txBody>
            <a:bodyPr rtlCol="0" anchor="ctr"/>
            <a:lstStyle/>
            <a:p>
              <a:endParaRPr lang="en-US"/>
            </a:p>
          </p:txBody>
        </p:sp>
      </p:grpSp>
      <p:grpSp>
        <p:nvGrpSpPr>
          <p:cNvPr id="521" name="Graphic 4">
            <a:extLst>
              <a:ext uri="{FF2B5EF4-FFF2-40B4-BE49-F238E27FC236}">
                <a16:creationId xmlns:a16="http://schemas.microsoft.com/office/drawing/2014/main" id="{279BA4C9-95A8-3F4E-A8C6-8C1651C3B32B}"/>
              </a:ext>
            </a:extLst>
          </p:cNvPr>
          <p:cNvGrpSpPr/>
          <p:nvPr/>
        </p:nvGrpSpPr>
        <p:grpSpPr>
          <a:xfrm>
            <a:off x="7801474" y="1893013"/>
            <a:ext cx="362309" cy="361971"/>
            <a:chOff x="7801474" y="1893013"/>
            <a:chExt cx="362309" cy="361971"/>
          </a:xfrm>
          <a:solidFill>
            <a:srgbClr val="26890D"/>
          </a:solidFill>
        </p:grpSpPr>
        <p:sp>
          <p:nvSpPr>
            <p:cNvPr id="522" name="Graphic 4">
              <a:extLst>
                <a:ext uri="{FF2B5EF4-FFF2-40B4-BE49-F238E27FC236}">
                  <a16:creationId xmlns:a16="http://schemas.microsoft.com/office/drawing/2014/main" id="{0F22C690-38AE-2E41-9F52-D21DF7A120E1}"/>
                </a:ext>
              </a:extLst>
            </p:cNvPr>
            <p:cNvSpPr/>
            <p:nvPr/>
          </p:nvSpPr>
          <p:spPr>
            <a:xfrm>
              <a:off x="7801474" y="189301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close/>
                </a:path>
              </a:pathLst>
            </a:custGeom>
            <a:solidFill>
              <a:srgbClr val="26890D"/>
            </a:solidFill>
            <a:ln w="6390" cap="flat">
              <a:noFill/>
              <a:prstDash val="solid"/>
              <a:miter/>
            </a:ln>
          </p:spPr>
          <p:txBody>
            <a:bodyPr rtlCol="0" anchor="ctr"/>
            <a:lstStyle/>
            <a:p>
              <a:endParaRPr lang="en-US"/>
            </a:p>
          </p:txBody>
        </p:sp>
        <p:sp>
          <p:nvSpPr>
            <p:cNvPr id="523" name="Graphic 4">
              <a:extLst>
                <a:ext uri="{FF2B5EF4-FFF2-40B4-BE49-F238E27FC236}">
                  <a16:creationId xmlns:a16="http://schemas.microsoft.com/office/drawing/2014/main" id="{2F50D2DE-129E-A042-A5A8-99821E5E4B6B}"/>
                </a:ext>
              </a:extLst>
            </p:cNvPr>
            <p:cNvSpPr/>
            <p:nvPr/>
          </p:nvSpPr>
          <p:spPr>
            <a:xfrm>
              <a:off x="7894767" y="1986219"/>
              <a:ext cx="176362" cy="176197"/>
            </a:xfrm>
            <a:custGeom>
              <a:avLst/>
              <a:gdLst>
                <a:gd name="connsiteX0" fmla="*/ 88181 w 176362"/>
                <a:gd name="connsiteY0" fmla="*/ 0 h 176197"/>
                <a:gd name="connsiteX1" fmla="*/ 0 w 176362"/>
                <a:gd name="connsiteY1" fmla="*/ 88099 h 176197"/>
                <a:gd name="connsiteX2" fmla="*/ 88181 w 176362"/>
                <a:gd name="connsiteY2" fmla="*/ 176198 h 176197"/>
                <a:gd name="connsiteX3" fmla="*/ 176362 w 176362"/>
                <a:gd name="connsiteY3" fmla="*/ 88099 h 176197"/>
                <a:gd name="connsiteX4" fmla="*/ 176362 w 176362"/>
                <a:gd name="connsiteY4" fmla="*/ 88099 h 176197"/>
                <a:gd name="connsiteX5" fmla="*/ 88181 w 176362"/>
                <a:gd name="connsiteY5" fmla="*/ 0 h 176197"/>
                <a:gd name="connsiteX6" fmla="*/ 88181 w 176362"/>
                <a:gd name="connsiteY6" fmla="*/ 162792 h 176197"/>
                <a:gd name="connsiteX7" fmla="*/ 12780 w 176362"/>
                <a:gd name="connsiteY7" fmla="*/ 87461 h 176197"/>
                <a:gd name="connsiteX8" fmla="*/ 88181 w 176362"/>
                <a:gd name="connsiteY8" fmla="*/ 12130 h 176197"/>
                <a:gd name="connsiteX9" fmla="*/ 163582 w 176362"/>
                <a:gd name="connsiteY9" fmla="*/ 87461 h 176197"/>
                <a:gd name="connsiteX10" fmla="*/ 163582 w 176362"/>
                <a:gd name="connsiteY10" fmla="*/ 87461 h 176197"/>
                <a:gd name="connsiteX11" fmla="*/ 88181 w 176362"/>
                <a:gd name="connsiteY11" fmla="*/ 162792 h 176197"/>
                <a:gd name="connsiteX12" fmla="*/ 88181 w 176362"/>
                <a:gd name="connsiteY12" fmla="*/ 162792 h 176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6362" h="176197">
                  <a:moveTo>
                    <a:pt x="88181" y="0"/>
                  </a:moveTo>
                  <a:cubicBezTo>
                    <a:pt x="39617" y="0"/>
                    <a:pt x="0" y="39581"/>
                    <a:pt x="0" y="88099"/>
                  </a:cubicBezTo>
                  <a:cubicBezTo>
                    <a:pt x="0" y="136617"/>
                    <a:pt x="39617" y="176198"/>
                    <a:pt x="88181" y="176198"/>
                  </a:cubicBezTo>
                  <a:cubicBezTo>
                    <a:pt x="136745" y="176198"/>
                    <a:pt x="176362" y="136617"/>
                    <a:pt x="176362" y="88099"/>
                  </a:cubicBezTo>
                  <a:cubicBezTo>
                    <a:pt x="176362" y="88099"/>
                    <a:pt x="176362" y="88099"/>
                    <a:pt x="176362" y="88099"/>
                  </a:cubicBezTo>
                  <a:cubicBezTo>
                    <a:pt x="176362" y="38942"/>
                    <a:pt x="136745" y="0"/>
                    <a:pt x="88181" y="0"/>
                  </a:cubicBezTo>
                  <a:close/>
                  <a:moveTo>
                    <a:pt x="88181" y="162792"/>
                  </a:moveTo>
                  <a:cubicBezTo>
                    <a:pt x="46647" y="162792"/>
                    <a:pt x="12780" y="128957"/>
                    <a:pt x="12780" y="87461"/>
                  </a:cubicBezTo>
                  <a:cubicBezTo>
                    <a:pt x="12780" y="45965"/>
                    <a:pt x="46647" y="12130"/>
                    <a:pt x="88181" y="12130"/>
                  </a:cubicBezTo>
                  <a:cubicBezTo>
                    <a:pt x="129716" y="12130"/>
                    <a:pt x="163582" y="45965"/>
                    <a:pt x="163582" y="87461"/>
                  </a:cubicBezTo>
                  <a:cubicBezTo>
                    <a:pt x="163582" y="87461"/>
                    <a:pt x="163582" y="87461"/>
                    <a:pt x="163582" y="87461"/>
                  </a:cubicBezTo>
                  <a:cubicBezTo>
                    <a:pt x="162943" y="128957"/>
                    <a:pt x="129716" y="162792"/>
                    <a:pt x="88181" y="162792"/>
                  </a:cubicBezTo>
                  <a:lnTo>
                    <a:pt x="88181" y="162792"/>
                  </a:lnTo>
                  <a:close/>
                </a:path>
              </a:pathLst>
            </a:custGeom>
            <a:solidFill>
              <a:srgbClr val="26890D"/>
            </a:solidFill>
            <a:ln w="6390" cap="flat">
              <a:noFill/>
              <a:prstDash val="solid"/>
              <a:miter/>
            </a:ln>
          </p:spPr>
          <p:txBody>
            <a:bodyPr rtlCol="0" anchor="ctr"/>
            <a:lstStyle/>
            <a:p>
              <a:endParaRPr lang="en-US"/>
            </a:p>
          </p:txBody>
        </p:sp>
        <p:sp>
          <p:nvSpPr>
            <p:cNvPr id="524" name="Graphic 4">
              <a:extLst>
                <a:ext uri="{FF2B5EF4-FFF2-40B4-BE49-F238E27FC236}">
                  <a16:creationId xmlns:a16="http://schemas.microsoft.com/office/drawing/2014/main" id="{01567405-A4BE-664B-9662-2B3FCC76C490}"/>
                </a:ext>
              </a:extLst>
            </p:cNvPr>
            <p:cNvSpPr/>
            <p:nvPr/>
          </p:nvSpPr>
          <p:spPr>
            <a:xfrm>
              <a:off x="7864255" y="1988134"/>
              <a:ext cx="45847" cy="171729"/>
            </a:xfrm>
            <a:custGeom>
              <a:avLst/>
              <a:gdLst>
                <a:gd name="connsiteX0" fmla="*/ 12620 w 45847"/>
                <a:gd name="connsiteY0" fmla="*/ 85545 h 171729"/>
                <a:gd name="connsiteX1" fmla="*/ 43931 w 45847"/>
                <a:gd name="connsiteY1" fmla="*/ 10853 h 171729"/>
                <a:gd name="connsiteX2" fmla="*/ 43931 w 45847"/>
                <a:gd name="connsiteY2" fmla="*/ 1915 h 171729"/>
                <a:gd name="connsiteX3" fmla="*/ 43931 w 45847"/>
                <a:gd name="connsiteY3" fmla="*/ 1915 h 171729"/>
                <a:gd name="connsiteX4" fmla="*/ 34985 w 45847"/>
                <a:gd name="connsiteY4" fmla="*/ 1915 h 171729"/>
                <a:gd name="connsiteX5" fmla="*/ 34985 w 45847"/>
                <a:gd name="connsiteY5" fmla="*/ 169814 h 171729"/>
                <a:gd name="connsiteX6" fmla="*/ 34985 w 45847"/>
                <a:gd name="connsiteY6" fmla="*/ 169814 h 171729"/>
                <a:gd name="connsiteX7" fmla="*/ 39458 w 45847"/>
                <a:gd name="connsiteY7" fmla="*/ 171729 h 171729"/>
                <a:gd name="connsiteX8" fmla="*/ 45848 w 45847"/>
                <a:gd name="connsiteY8" fmla="*/ 165345 h 171729"/>
                <a:gd name="connsiteX9" fmla="*/ 43931 w 45847"/>
                <a:gd name="connsiteY9" fmla="*/ 160876 h 171729"/>
                <a:gd name="connsiteX10" fmla="*/ 12620 w 45847"/>
                <a:gd name="connsiteY10" fmla="*/ 85545 h 17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847" h="171729">
                  <a:moveTo>
                    <a:pt x="12620" y="85545"/>
                  </a:moveTo>
                  <a:cubicBezTo>
                    <a:pt x="12620" y="57456"/>
                    <a:pt x="23483" y="30643"/>
                    <a:pt x="43931" y="10853"/>
                  </a:cubicBezTo>
                  <a:cubicBezTo>
                    <a:pt x="46487" y="8299"/>
                    <a:pt x="46487" y="4469"/>
                    <a:pt x="43931" y="1915"/>
                  </a:cubicBezTo>
                  <a:cubicBezTo>
                    <a:pt x="43931" y="1915"/>
                    <a:pt x="43931" y="1915"/>
                    <a:pt x="43931" y="1915"/>
                  </a:cubicBezTo>
                  <a:cubicBezTo>
                    <a:pt x="41374" y="-638"/>
                    <a:pt x="37541" y="-638"/>
                    <a:pt x="34985" y="1915"/>
                  </a:cubicBezTo>
                  <a:cubicBezTo>
                    <a:pt x="-11662" y="48518"/>
                    <a:pt x="-11662" y="123211"/>
                    <a:pt x="34985" y="169814"/>
                  </a:cubicBezTo>
                  <a:cubicBezTo>
                    <a:pt x="34985" y="169814"/>
                    <a:pt x="34985" y="169814"/>
                    <a:pt x="34985" y="169814"/>
                  </a:cubicBezTo>
                  <a:cubicBezTo>
                    <a:pt x="36263" y="171091"/>
                    <a:pt x="37541" y="171729"/>
                    <a:pt x="39458" y="171729"/>
                  </a:cubicBezTo>
                  <a:cubicBezTo>
                    <a:pt x="43292" y="171729"/>
                    <a:pt x="45848" y="169175"/>
                    <a:pt x="45848" y="165345"/>
                  </a:cubicBezTo>
                  <a:cubicBezTo>
                    <a:pt x="45848" y="163430"/>
                    <a:pt x="45209" y="162153"/>
                    <a:pt x="43931" y="160876"/>
                  </a:cubicBezTo>
                  <a:cubicBezTo>
                    <a:pt x="23483" y="141086"/>
                    <a:pt x="12620" y="113635"/>
                    <a:pt x="12620" y="85545"/>
                  </a:cubicBezTo>
                  <a:close/>
                </a:path>
              </a:pathLst>
            </a:custGeom>
            <a:solidFill>
              <a:srgbClr val="26890D"/>
            </a:solidFill>
            <a:ln w="6390" cap="flat">
              <a:noFill/>
              <a:prstDash val="solid"/>
              <a:miter/>
            </a:ln>
          </p:spPr>
          <p:txBody>
            <a:bodyPr rtlCol="0" anchor="ctr"/>
            <a:lstStyle/>
            <a:p>
              <a:endParaRPr lang="en-US"/>
            </a:p>
          </p:txBody>
        </p:sp>
        <p:sp>
          <p:nvSpPr>
            <p:cNvPr id="525" name="Graphic 4">
              <a:extLst>
                <a:ext uri="{FF2B5EF4-FFF2-40B4-BE49-F238E27FC236}">
                  <a16:creationId xmlns:a16="http://schemas.microsoft.com/office/drawing/2014/main" id="{83F93334-059F-904F-8397-36A7B8AEA5A0}"/>
                </a:ext>
              </a:extLst>
            </p:cNvPr>
            <p:cNvSpPr/>
            <p:nvPr/>
          </p:nvSpPr>
          <p:spPr>
            <a:xfrm>
              <a:off x="8055793" y="1988134"/>
              <a:ext cx="45847" cy="171729"/>
            </a:xfrm>
            <a:custGeom>
              <a:avLst/>
              <a:gdLst>
                <a:gd name="connsiteX0" fmla="*/ 1917 w 45847"/>
                <a:gd name="connsiteY0" fmla="*/ 1915 h 171729"/>
                <a:gd name="connsiteX1" fmla="*/ 1917 w 45847"/>
                <a:gd name="connsiteY1" fmla="*/ 10853 h 171729"/>
                <a:gd name="connsiteX2" fmla="*/ 1917 w 45847"/>
                <a:gd name="connsiteY2" fmla="*/ 10853 h 171729"/>
                <a:gd name="connsiteX3" fmla="*/ 1917 w 45847"/>
                <a:gd name="connsiteY3" fmla="*/ 160876 h 171729"/>
                <a:gd name="connsiteX4" fmla="*/ 1917 w 45847"/>
                <a:gd name="connsiteY4" fmla="*/ 169814 h 171729"/>
                <a:gd name="connsiteX5" fmla="*/ 6390 w 45847"/>
                <a:gd name="connsiteY5" fmla="*/ 171729 h 171729"/>
                <a:gd name="connsiteX6" fmla="*/ 10863 w 45847"/>
                <a:gd name="connsiteY6" fmla="*/ 169814 h 171729"/>
                <a:gd name="connsiteX7" fmla="*/ 10863 w 45847"/>
                <a:gd name="connsiteY7" fmla="*/ 1915 h 171729"/>
                <a:gd name="connsiteX8" fmla="*/ 10863 w 45847"/>
                <a:gd name="connsiteY8" fmla="*/ 1915 h 171729"/>
                <a:gd name="connsiteX9" fmla="*/ 1917 w 45847"/>
                <a:gd name="connsiteY9" fmla="*/ 1915 h 17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847" h="171729">
                  <a:moveTo>
                    <a:pt x="1917" y="1915"/>
                  </a:moveTo>
                  <a:cubicBezTo>
                    <a:pt x="-639" y="4469"/>
                    <a:pt x="-639" y="8299"/>
                    <a:pt x="1917" y="10853"/>
                  </a:cubicBezTo>
                  <a:cubicBezTo>
                    <a:pt x="1917" y="10853"/>
                    <a:pt x="1917" y="10853"/>
                    <a:pt x="1917" y="10853"/>
                  </a:cubicBezTo>
                  <a:cubicBezTo>
                    <a:pt x="43452" y="52349"/>
                    <a:pt x="43452" y="119380"/>
                    <a:pt x="1917" y="160876"/>
                  </a:cubicBezTo>
                  <a:cubicBezTo>
                    <a:pt x="-639" y="163430"/>
                    <a:pt x="-639" y="167260"/>
                    <a:pt x="1917" y="169814"/>
                  </a:cubicBezTo>
                  <a:cubicBezTo>
                    <a:pt x="3195" y="171091"/>
                    <a:pt x="4473" y="171729"/>
                    <a:pt x="6390" y="171729"/>
                  </a:cubicBezTo>
                  <a:cubicBezTo>
                    <a:pt x="8307" y="171729"/>
                    <a:pt x="9585" y="171091"/>
                    <a:pt x="10863" y="169814"/>
                  </a:cubicBezTo>
                  <a:cubicBezTo>
                    <a:pt x="57509" y="123211"/>
                    <a:pt x="57509" y="48518"/>
                    <a:pt x="10863" y="1915"/>
                  </a:cubicBezTo>
                  <a:cubicBezTo>
                    <a:pt x="10863" y="1915"/>
                    <a:pt x="10863" y="1915"/>
                    <a:pt x="10863" y="1915"/>
                  </a:cubicBezTo>
                  <a:cubicBezTo>
                    <a:pt x="8307" y="-638"/>
                    <a:pt x="4473" y="-638"/>
                    <a:pt x="1917" y="1915"/>
                  </a:cubicBezTo>
                  <a:close/>
                </a:path>
              </a:pathLst>
            </a:custGeom>
            <a:solidFill>
              <a:srgbClr val="26890D"/>
            </a:solidFill>
            <a:ln w="6390" cap="flat">
              <a:noFill/>
              <a:prstDash val="solid"/>
              <a:miter/>
            </a:ln>
          </p:spPr>
          <p:txBody>
            <a:bodyPr rtlCol="0" anchor="ctr"/>
            <a:lstStyle/>
            <a:p>
              <a:endParaRPr lang="en-US"/>
            </a:p>
          </p:txBody>
        </p:sp>
        <p:sp>
          <p:nvSpPr>
            <p:cNvPr id="526" name="Graphic 4">
              <a:extLst>
                <a:ext uri="{FF2B5EF4-FFF2-40B4-BE49-F238E27FC236}">
                  <a16:creationId xmlns:a16="http://schemas.microsoft.com/office/drawing/2014/main" id="{6AAA6DC3-78BA-3646-8CAC-E232FFBA3CF5}"/>
                </a:ext>
              </a:extLst>
            </p:cNvPr>
            <p:cNvSpPr/>
            <p:nvPr/>
          </p:nvSpPr>
          <p:spPr>
            <a:xfrm>
              <a:off x="7966973" y="2104323"/>
              <a:ext cx="31949" cy="31919"/>
            </a:xfrm>
            <a:custGeom>
              <a:avLst/>
              <a:gdLst>
                <a:gd name="connsiteX0" fmla="*/ 15975 w 31949"/>
                <a:gd name="connsiteY0" fmla="*/ 0 h 31919"/>
                <a:gd name="connsiteX1" fmla="*/ 0 w 31949"/>
                <a:gd name="connsiteY1" fmla="*/ 15960 h 31919"/>
                <a:gd name="connsiteX2" fmla="*/ 15975 w 31949"/>
                <a:gd name="connsiteY2" fmla="*/ 31920 h 31919"/>
                <a:gd name="connsiteX3" fmla="*/ 31950 w 31949"/>
                <a:gd name="connsiteY3" fmla="*/ 15960 h 31919"/>
                <a:gd name="connsiteX4" fmla="*/ 15975 w 31949"/>
                <a:gd name="connsiteY4" fmla="*/ 0 h 31919"/>
                <a:gd name="connsiteX5" fmla="*/ 15975 w 31949"/>
                <a:gd name="connsiteY5" fmla="*/ 19790 h 31919"/>
                <a:gd name="connsiteX6" fmla="*/ 12780 w 31949"/>
                <a:gd name="connsiteY6" fmla="*/ 16598 h 31919"/>
                <a:gd name="connsiteX7" fmla="*/ 15975 w 31949"/>
                <a:gd name="connsiteY7" fmla="*/ 13406 h 31919"/>
                <a:gd name="connsiteX8" fmla="*/ 19170 w 31949"/>
                <a:gd name="connsiteY8" fmla="*/ 16598 h 31919"/>
                <a:gd name="connsiteX9" fmla="*/ 15975 w 31949"/>
                <a:gd name="connsiteY9" fmla="*/ 19790 h 31919"/>
                <a:gd name="connsiteX10" fmla="*/ 15975 w 31949"/>
                <a:gd name="connsiteY10" fmla="*/ 19790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949" h="31919">
                  <a:moveTo>
                    <a:pt x="15975" y="0"/>
                  </a:moveTo>
                  <a:cubicBezTo>
                    <a:pt x="7029" y="0"/>
                    <a:pt x="0" y="7022"/>
                    <a:pt x="0" y="15960"/>
                  </a:cubicBezTo>
                  <a:cubicBezTo>
                    <a:pt x="0" y="24897"/>
                    <a:pt x="7029" y="31920"/>
                    <a:pt x="15975" y="31920"/>
                  </a:cubicBezTo>
                  <a:cubicBezTo>
                    <a:pt x="24920" y="31920"/>
                    <a:pt x="31950" y="24897"/>
                    <a:pt x="31950" y="15960"/>
                  </a:cubicBezTo>
                  <a:cubicBezTo>
                    <a:pt x="31950" y="7022"/>
                    <a:pt x="24920" y="0"/>
                    <a:pt x="15975" y="0"/>
                  </a:cubicBezTo>
                  <a:close/>
                  <a:moveTo>
                    <a:pt x="15975" y="19790"/>
                  </a:moveTo>
                  <a:cubicBezTo>
                    <a:pt x="14058" y="19790"/>
                    <a:pt x="12780" y="18514"/>
                    <a:pt x="12780" y="16598"/>
                  </a:cubicBezTo>
                  <a:cubicBezTo>
                    <a:pt x="12780" y="14683"/>
                    <a:pt x="14058" y="13406"/>
                    <a:pt x="15975" y="13406"/>
                  </a:cubicBezTo>
                  <a:cubicBezTo>
                    <a:pt x="17891" y="13406"/>
                    <a:pt x="19170" y="14683"/>
                    <a:pt x="19170" y="16598"/>
                  </a:cubicBezTo>
                  <a:cubicBezTo>
                    <a:pt x="19170" y="17875"/>
                    <a:pt x="17253" y="19152"/>
                    <a:pt x="15975" y="19790"/>
                  </a:cubicBezTo>
                  <a:lnTo>
                    <a:pt x="15975" y="19790"/>
                  </a:lnTo>
                  <a:close/>
                </a:path>
              </a:pathLst>
            </a:custGeom>
            <a:solidFill>
              <a:srgbClr val="26890D"/>
            </a:solidFill>
            <a:ln w="6390" cap="flat">
              <a:noFill/>
              <a:prstDash val="solid"/>
              <a:miter/>
            </a:ln>
          </p:spPr>
          <p:txBody>
            <a:bodyPr rtlCol="0" anchor="ctr"/>
            <a:lstStyle/>
            <a:p>
              <a:endParaRPr lang="en-US"/>
            </a:p>
          </p:txBody>
        </p:sp>
        <p:sp>
          <p:nvSpPr>
            <p:cNvPr id="527" name="Graphic 4">
              <a:extLst>
                <a:ext uri="{FF2B5EF4-FFF2-40B4-BE49-F238E27FC236}">
                  <a16:creationId xmlns:a16="http://schemas.microsoft.com/office/drawing/2014/main" id="{CA5F5487-638D-7A4E-ADE2-9E404DC9F168}"/>
                </a:ext>
              </a:extLst>
            </p:cNvPr>
            <p:cNvSpPr/>
            <p:nvPr/>
          </p:nvSpPr>
          <p:spPr>
            <a:xfrm>
              <a:off x="7963078" y="2011755"/>
              <a:ext cx="38470" cy="84906"/>
            </a:xfrm>
            <a:custGeom>
              <a:avLst/>
              <a:gdLst>
                <a:gd name="connsiteX0" fmla="*/ 29455 w 38470"/>
                <a:gd name="connsiteY0" fmla="*/ 0 h 84906"/>
                <a:gd name="connsiteX1" fmla="*/ 9007 w 38470"/>
                <a:gd name="connsiteY1" fmla="*/ 0 h 84906"/>
                <a:gd name="connsiteX2" fmla="*/ 61 w 38470"/>
                <a:gd name="connsiteY2" fmla="*/ 10214 h 84906"/>
                <a:gd name="connsiteX3" fmla="*/ 61 w 38470"/>
                <a:gd name="connsiteY3" fmla="*/ 10214 h 84906"/>
                <a:gd name="connsiteX4" fmla="*/ 3256 w 38470"/>
                <a:gd name="connsiteY4" fmla="*/ 75969 h 84906"/>
                <a:gd name="connsiteX5" fmla="*/ 12841 w 38470"/>
                <a:gd name="connsiteY5" fmla="*/ 84907 h 84906"/>
                <a:gd name="connsiteX6" fmla="*/ 25621 w 38470"/>
                <a:gd name="connsiteY6" fmla="*/ 84907 h 84906"/>
                <a:gd name="connsiteX7" fmla="*/ 35206 w 38470"/>
                <a:gd name="connsiteY7" fmla="*/ 75969 h 84906"/>
                <a:gd name="connsiteX8" fmla="*/ 38401 w 38470"/>
                <a:gd name="connsiteY8" fmla="*/ 10214 h 84906"/>
                <a:gd name="connsiteX9" fmla="*/ 29455 w 38470"/>
                <a:gd name="connsiteY9" fmla="*/ 0 h 84906"/>
                <a:gd name="connsiteX10" fmla="*/ 29455 w 38470"/>
                <a:gd name="connsiteY10" fmla="*/ 0 h 84906"/>
                <a:gd name="connsiteX11" fmla="*/ 23065 w 38470"/>
                <a:gd name="connsiteY11" fmla="*/ 72139 h 84906"/>
                <a:gd name="connsiteX12" fmla="*/ 16036 w 38470"/>
                <a:gd name="connsiteY12" fmla="*/ 72139 h 84906"/>
                <a:gd name="connsiteX13" fmla="*/ 12841 w 38470"/>
                <a:gd name="connsiteY13" fmla="*/ 12768 h 84906"/>
                <a:gd name="connsiteX14" fmla="*/ 26260 w 38470"/>
                <a:gd name="connsiteY14" fmla="*/ 12768 h 84906"/>
                <a:gd name="connsiteX15" fmla="*/ 23065 w 38470"/>
                <a:gd name="connsiteY15" fmla="*/ 72139 h 84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470" h="84906">
                  <a:moveTo>
                    <a:pt x="29455" y="0"/>
                  </a:moveTo>
                  <a:lnTo>
                    <a:pt x="9007" y="0"/>
                  </a:lnTo>
                  <a:cubicBezTo>
                    <a:pt x="3896" y="0"/>
                    <a:pt x="-578" y="4469"/>
                    <a:pt x="61" y="10214"/>
                  </a:cubicBezTo>
                  <a:cubicBezTo>
                    <a:pt x="61" y="10214"/>
                    <a:pt x="61" y="10214"/>
                    <a:pt x="61" y="10214"/>
                  </a:cubicBezTo>
                  <a:lnTo>
                    <a:pt x="3256" y="75969"/>
                  </a:lnTo>
                  <a:cubicBezTo>
                    <a:pt x="3256" y="81077"/>
                    <a:pt x="7729" y="84907"/>
                    <a:pt x="12841" y="84907"/>
                  </a:cubicBezTo>
                  <a:lnTo>
                    <a:pt x="25621" y="84907"/>
                  </a:lnTo>
                  <a:cubicBezTo>
                    <a:pt x="30733" y="84907"/>
                    <a:pt x="35206" y="81077"/>
                    <a:pt x="35206" y="75969"/>
                  </a:cubicBezTo>
                  <a:lnTo>
                    <a:pt x="38401" y="10214"/>
                  </a:lnTo>
                  <a:cubicBezTo>
                    <a:pt x="39040" y="4469"/>
                    <a:pt x="35206" y="0"/>
                    <a:pt x="29455" y="0"/>
                  </a:cubicBezTo>
                  <a:cubicBezTo>
                    <a:pt x="29455" y="0"/>
                    <a:pt x="29455" y="0"/>
                    <a:pt x="29455" y="0"/>
                  </a:cubicBezTo>
                  <a:close/>
                  <a:moveTo>
                    <a:pt x="23065" y="72139"/>
                  </a:moveTo>
                  <a:lnTo>
                    <a:pt x="16036" y="72139"/>
                  </a:lnTo>
                  <a:lnTo>
                    <a:pt x="12841" y="12768"/>
                  </a:lnTo>
                  <a:lnTo>
                    <a:pt x="26260" y="12768"/>
                  </a:lnTo>
                  <a:lnTo>
                    <a:pt x="23065" y="72139"/>
                  </a:lnTo>
                  <a:close/>
                </a:path>
              </a:pathLst>
            </a:custGeom>
            <a:solidFill>
              <a:srgbClr val="26890D"/>
            </a:solidFill>
            <a:ln w="6390" cap="flat">
              <a:noFill/>
              <a:prstDash val="solid"/>
              <a:miter/>
            </a:ln>
          </p:spPr>
          <p:txBody>
            <a:bodyPr rtlCol="0" anchor="ctr"/>
            <a:lstStyle/>
            <a:p>
              <a:endParaRPr lang="en-US"/>
            </a:p>
          </p:txBody>
        </p:sp>
      </p:grpSp>
      <p:grpSp>
        <p:nvGrpSpPr>
          <p:cNvPr id="528" name="Graphic 4">
            <a:extLst>
              <a:ext uri="{FF2B5EF4-FFF2-40B4-BE49-F238E27FC236}">
                <a16:creationId xmlns:a16="http://schemas.microsoft.com/office/drawing/2014/main" id="{FF594B44-F632-5641-A70C-61CD6358DCB3}"/>
              </a:ext>
            </a:extLst>
          </p:cNvPr>
          <p:cNvGrpSpPr/>
          <p:nvPr/>
        </p:nvGrpSpPr>
        <p:grpSpPr>
          <a:xfrm>
            <a:off x="7801474" y="1402723"/>
            <a:ext cx="362309" cy="361971"/>
            <a:chOff x="7801474" y="1402723"/>
            <a:chExt cx="362309" cy="361971"/>
          </a:xfrm>
          <a:solidFill>
            <a:srgbClr val="26890D"/>
          </a:solidFill>
        </p:grpSpPr>
        <p:sp>
          <p:nvSpPr>
            <p:cNvPr id="529" name="Graphic 4">
              <a:extLst>
                <a:ext uri="{FF2B5EF4-FFF2-40B4-BE49-F238E27FC236}">
                  <a16:creationId xmlns:a16="http://schemas.microsoft.com/office/drawing/2014/main" id="{A8D6D39E-BF0A-6545-86C6-678EBDFF3595}"/>
                </a:ext>
              </a:extLst>
            </p:cNvPr>
            <p:cNvSpPr/>
            <p:nvPr/>
          </p:nvSpPr>
          <p:spPr>
            <a:xfrm>
              <a:off x="7801474" y="14027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8565 h 361971"/>
                <a:gd name="connsiteX7" fmla="*/ 12780 w 362309"/>
                <a:gd name="connsiteY7" fmla="*/ 180667 h 361971"/>
                <a:gd name="connsiteX8" fmla="*/ 180835 w 362309"/>
                <a:gd name="connsiteY8" fmla="*/ 12130 h 361971"/>
                <a:gd name="connsiteX9" fmla="*/ 349529 w 362309"/>
                <a:gd name="connsiteY9" fmla="*/ 180028 h 361971"/>
                <a:gd name="connsiteX10" fmla="*/ 349529 w 362309"/>
                <a:gd name="connsiteY10" fmla="*/ 180028 h 361971"/>
                <a:gd name="connsiteX11" fmla="*/ 181474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0438"/>
                    <a:pt x="281157" y="0"/>
                    <a:pt x="181474" y="0"/>
                  </a:cubicBezTo>
                  <a:close/>
                  <a:moveTo>
                    <a:pt x="181474" y="348565"/>
                  </a:moveTo>
                  <a:cubicBezTo>
                    <a:pt x="88181" y="348565"/>
                    <a:pt x="12780" y="273234"/>
                    <a:pt x="12780" y="180667"/>
                  </a:cubicBezTo>
                  <a:cubicBezTo>
                    <a:pt x="12780" y="87461"/>
                    <a:pt x="88181" y="12130"/>
                    <a:pt x="180835" y="12130"/>
                  </a:cubicBezTo>
                  <a:cubicBezTo>
                    <a:pt x="274128" y="12130"/>
                    <a:pt x="349529" y="87461"/>
                    <a:pt x="349529" y="180028"/>
                  </a:cubicBezTo>
                  <a:cubicBezTo>
                    <a:pt x="349529" y="180028"/>
                    <a:pt x="349529" y="180028"/>
                    <a:pt x="349529" y="180028"/>
                  </a:cubicBezTo>
                  <a:cubicBezTo>
                    <a:pt x="349529" y="273234"/>
                    <a:pt x="274128" y="348565"/>
                    <a:pt x="181474" y="348565"/>
                  </a:cubicBezTo>
                  <a:close/>
                </a:path>
              </a:pathLst>
            </a:custGeom>
            <a:solidFill>
              <a:srgbClr val="26890D"/>
            </a:solidFill>
            <a:ln w="6390" cap="flat">
              <a:noFill/>
              <a:prstDash val="solid"/>
              <a:miter/>
            </a:ln>
          </p:spPr>
          <p:txBody>
            <a:bodyPr rtlCol="0" anchor="ctr"/>
            <a:lstStyle/>
            <a:p>
              <a:endParaRPr lang="en-US"/>
            </a:p>
          </p:txBody>
        </p:sp>
        <p:sp>
          <p:nvSpPr>
            <p:cNvPr id="530" name="Graphic 4">
              <a:extLst>
                <a:ext uri="{FF2B5EF4-FFF2-40B4-BE49-F238E27FC236}">
                  <a16:creationId xmlns:a16="http://schemas.microsoft.com/office/drawing/2014/main" id="{FF5FC0B5-7749-834C-9CDF-F3D9DDB1C188}"/>
                </a:ext>
              </a:extLst>
            </p:cNvPr>
            <p:cNvSpPr/>
            <p:nvPr/>
          </p:nvSpPr>
          <p:spPr>
            <a:xfrm>
              <a:off x="7882626" y="1465286"/>
              <a:ext cx="200814" cy="236845"/>
            </a:xfrm>
            <a:custGeom>
              <a:avLst/>
              <a:gdLst>
                <a:gd name="connsiteX0" fmla="*/ 100322 w 200814"/>
                <a:gd name="connsiteY0" fmla="*/ 0 h 236845"/>
                <a:gd name="connsiteX1" fmla="*/ 0 w 200814"/>
                <a:gd name="connsiteY1" fmla="*/ 99590 h 236845"/>
                <a:gd name="connsiteX2" fmla="*/ 93933 w 200814"/>
                <a:gd name="connsiteY2" fmla="*/ 199819 h 236845"/>
                <a:gd name="connsiteX3" fmla="*/ 93933 w 200814"/>
                <a:gd name="connsiteY3" fmla="*/ 224078 h 236845"/>
                <a:gd name="connsiteX4" fmla="*/ 39618 w 200814"/>
                <a:gd name="connsiteY4" fmla="*/ 224078 h 236845"/>
                <a:gd name="connsiteX5" fmla="*/ 33228 w 200814"/>
                <a:gd name="connsiteY5" fmla="*/ 230462 h 236845"/>
                <a:gd name="connsiteX6" fmla="*/ 39618 w 200814"/>
                <a:gd name="connsiteY6" fmla="*/ 236846 h 236845"/>
                <a:gd name="connsiteX7" fmla="*/ 161027 w 200814"/>
                <a:gd name="connsiteY7" fmla="*/ 236846 h 236845"/>
                <a:gd name="connsiteX8" fmla="*/ 167417 w 200814"/>
                <a:gd name="connsiteY8" fmla="*/ 230462 h 236845"/>
                <a:gd name="connsiteX9" fmla="*/ 161027 w 200814"/>
                <a:gd name="connsiteY9" fmla="*/ 224078 h 236845"/>
                <a:gd name="connsiteX10" fmla="*/ 106712 w 200814"/>
                <a:gd name="connsiteY10" fmla="*/ 224078 h 236845"/>
                <a:gd name="connsiteX11" fmla="*/ 106712 w 200814"/>
                <a:gd name="connsiteY11" fmla="*/ 199819 h 236845"/>
                <a:gd name="connsiteX12" fmla="*/ 200644 w 200814"/>
                <a:gd name="connsiteY12" fmla="*/ 93845 h 236845"/>
                <a:gd name="connsiteX13" fmla="*/ 100322 w 200814"/>
                <a:gd name="connsiteY13" fmla="*/ 0 h 236845"/>
                <a:gd name="connsiteX14" fmla="*/ 100322 w 200814"/>
                <a:gd name="connsiteY14" fmla="*/ 0 h 236845"/>
                <a:gd name="connsiteX15" fmla="*/ 100322 w 200814"/>
                <a:gd name="connsiteY15" fmla="*/ 187051 h 236845"/>
                <a:gd name="connsiteX16" fmla="*/ 12780 w 200814"/>
                <a:gd name="connsiteY16" fmla="*/ 99590 h 236845"/>
                <a:gd name="connsiteX17" fmla="*/ 100322 w 200814"/>
                <a:gd name="connsiteY17" fmla="*/ 12130 h 236845"/>
                <a:gd name="connsiteX18" fmla="*/ 187864 w 200814"/>
                <a:gd name="connsiteY18" fmla="*/ 99590 h 236845"/>
                <a:gd name="connsiteX19" fmla="*/ 187864 w 200814"/>
                <a:gd name="connsiteY19" fmla="*/ 99590 h 236845"/>
                <a:gd name="connsiteX20" fmla="*/ 100322 w 200814"/>
                <a:gd name="connsiteY20" fmla="*/ 187051 h 23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0814" h="236845">
                  <a:moveTo>
                    <a:pt x="100322" y="0"/>
                  </a:moveTo>
                  <a:cubicBezTo>
                    <a:pt x="45368" y="0"/>
                    <a:pt x="0" y="44688"/>
                    <a:pt x="0" y="99590"/>
                  </a:cubicBezTo>
                  <a:cubicBezTo>
                    <a:pt x="0" y="152577"/>
                    <a:pt x="40896" y="195988"/>
                    <a:pt x="93933" y="199819"/>
                  </a:cubicBezTo>
                  <a:lnTo>
                    <a:pt x="93933" y="224078"/>
                  </a:lnTo>
                  <a:lnTo>
                    <a:pt x="39618" y="224078"/>
                  </a:lnTo>
                  <a:cubicBezTo>
                    <a:pt x="35783" y="224078"/>
                    <a:pt x="33228" y="226631"/>
                    <a:pt x="33228" y="230462"/>
                  </a:cubicBezTo>
                  <a:cubicBezTo>
                    <a:pt x="33228" y="234292"/>
                    <a:pt x="35783" y="236846"/>
                    <a:pt x="39618" y="236846"/>
                  </a:cubicBezTo>
                  <a:lnTo>
                    <a:pt x="161027" y="236846"/>
                  </a:lnTo>
                  <a:cubicBezTo>
                    <a:pt x="164861" y="236846"/>
                    <a:pt x="167417" y="234292"/>
                    <a:pt x="167417" y="230462"/>
                  </a:cubicBezTo>
                  <a:cubicBezTo>
                    <a:pt x="167417" y="226631"/>
                    <a:pt x="164861" y="224078"/>
                    <a:pt x="161027" y="224078"/>
                  </a:cubicBezTo>
                  <a:lnTo>
                    <a:pt x="106712" y="224078"/>
                  </a:lnTo>
                  <a:lnTo>
                    <a:pt x="106712" y="199819"/>
                  </a:lnTo>
                  <a:cubicBezTo>
                    <a:pt x="161666" y="196627"/>
                    <a:pt x="203839" y="148747"/>
                    <a:pt x="200644" y="93845"/>
                  </a:cubicBezTo>
                  <a:cubicBezTo>
                    <a:pt x="197449" y="40858"/>
                    <a:pt x="153358" y="0"/>
                    <a:pt x="100322" y="0"/>
                  </a:cubicBezTo>
                  <a:lnTo>
                    <a:pt x="100322" y="0"/>
                  </a:lnTo>
                  <a:close/>
                  <a:moveTo>
                    <a:pt x="100322" y="187051"/>
                  </a:moveTo>
                  <a:cubicBezTo>
                    <a:pt x="52398" y="187051"/>
                    <a:pt x="12780" y="148108"/>
                    <a:pt x="12780" y="99590"/>
                  </a:cubicBezTo>
                  <a:cubicBezTo>
                    <a:pt x="12780" y="51710"/>
                    <a:pt x="51758" y="12130"/>
                    <a:pt x="100322" y="12130"/>
                  </a:cubicBezTo>
                  <a:cubicBezTo>
                    <a:pt x="148247" y="12130"/>
                    <a:pt x="187864" y="51072"/>
                    <a:pt x="187864" y="99590"/>
                  </a:cubicBezTo>
                  <a:cubicBezTo>
                    <a:pt x="187864" y="99590"/>
                    <a:pt x="187864" y="99590"/>
                    <a:pt x="187864" y="99590"/>
                  </a:cubicBezTo>
                  <a:cubicBezTo>
                    <a:pt x="187225" y="148108"/>
                    <a:pt x="148247" y="187051"/>
                    <a:pt x="100322" y="187051"/>
                  </a:cubicBezTo>
                  <a:close/>
                </a:path>
              </a:pathLst>
            </a:custGeom>
            <a:solidFill>
              <a:srgbClr val="26890D"/>
            </a:solidFill>
            <a:ln w="6390" cap="flat">
              <a:noFill/>
              <a:prstDash val="solid"/>
              <a:miter/>
            </a:ln>
          </p:spPr>
          <p:txBody>
            <a:bodyPr rtlCol="0" anchor="ctr"/>
            <a:lstStyle/>
            <a:p>
              <a:endParaRPr lang="en-US"/>
            </a:p>
          </p:txBody>
        </p:sp>
        <p:sp>
          <p:nvSpPr>
            <p:cNvPr id="531" name="Graphic 4">
              <a:extLst>
                <a:ext uri="{FF2B5EF4-FFF2-40B4-BE49-F238E27FC236}">
                  <a16:creationId xmlns:a16="http://schemas.microsoft.com/office/drawing/2014/main" id="{7728E902-F76A-9041-BDDF-32103466B6CC}"/>
                </a:ext>
              </a:extLst>
            </p:cNvPr>
            <p:cNvSpPr/>
            <p:nvPr/>
          </p:nvSpPr>
          <p:spPr>
            <a:xfrm>
              <a:off x="7936940" y="1518912"/>
              <a:ext cx="92015" cy="91929"/>
            </a:xfrm>
            <a:custGeom>
              <a:avLst/>
              <a:gdLst>
                <a:gd name="connsiteX0" fmla="*/ 46008 w 92015"/>
                <a:gd name="connsiteY0" fmla="*/ 0 h 91929"/>
                <a:gd name="connsiteX1" fmla="*/ 0 w 92015"/>
                <a:gd name="connsiteY1" fmla="*/ 45965 h 91929"/>
                <a:gd name="connsiteX2" fmla="*/ 46008 w 92015"/>
                <a:gd name="connsiteY2" fmla="*/ 91929 h 91929"/>
                <a:gd name="connsiteX3" fmla="*/ 92015 w 92015"/>
                <a:gd name="connsiteY3" fmla="*/ 45965 h 91929"/>
                <a:gd name="connsiteX4" fmla="*/ 92015 w 92015"/>
                <a:gd name="connsiteY4" fmla="*/ 45965 h 91929"/>
                <a:gd name="connsiteX5" fmla="*/ 46008 w 92015"/>
                <a:gd name="connsiteY5" fmla="*/ 0 h 91929"/>
                <a:gd name="connsiteX6" fmla="*/ 46008 w 92015"/>
                <a:gd name="connsiteY6" fmla="*/ 79800 h 91929"/>
                <a:gd name="connsiteX7" fmla="*/ 12780 w 92015"/>
                <a:gd name="connsiteY7" fmla="*/ 46603 h 91929"/>
                <a:gd name="connsiteX8" fmla="*/ 46008 w 92015"/>
                <a:gd name="connsiteY8" fmla="*/ 13406 h 91929"/>
                <a:gd name="connsiteX9" fmla="*/ 79235 w 92015"/>
                <a:gd name="connsiteY9" fmla="*/ 46603 h 91929"/>
                <a:gd name="connsiteX10" fmla="*/ 79235 w 92015"/>
                <a:gd name="connsiteY10" fmla="*/ 46603 h 91929"/>
                <a:gd name="connsiteX11" fmla="*/ 46008 w 92015"/>
                <a:gd name="connsiteY11" fmla="*/ 79800 h 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15" h="91929">
                  <a:moveTo>
                    <a:pt x="46008" y="0"/>
                  </a:moveTo>
                  <a:cubicBezTo>
                    <a:pt x="20448" y="0"/>
                    <a:pt x="0" y="20429"/>
                    <a:pt x="0" y="45965"/>
                  </a:cubicBezTo>
                  <a:cubicBezTo>
                    <a:pt x="0" y="71501"/>
                    <a:pt x="20448" y="91929"/>
                    <a:pt x="46008" y="91929"/>
                  </a:cubicBezTo>
                  <a:cubicBezTo>
                    <a:pt x="71568" y="91929"/>
                    <a:pt x="92015" y="71501"/>
                    <a:pt x="92015" y="45965"/>
                  </a:cubicBezTo>
                  <a:lnTo>
                    <a:pt x="92015" y="45965"/>
                  </a:lnTo>
                  <a:cubicBezTo>
                    <a:pt x="92015" y="20429"/>
                    <a:pt x="71568" y="0"/>
                    <a:pt x="46008" y="0"/>
                  </a:cubicBezTo>
                  <a:close/>
                  <a:moveTo>
                    <a:pt x="46008" y="79800"/>
                  </a:moveTo>
                  <a:cubicBezTo>
                    <a:pt x="27477" y="79800"/>
                    <a:pt x="12780" y="65117"/>
                    <a:pt x="12780" y="46603"/>
                  </a:cubicBezTo>
                  <a:cubicBezTo>
                    <a:pt x="12780" y="28089"/>
                    <a:pt x="27477" y="13406"/>
                    <a:pt x="46008" y="13406"/>
                  </a:cubicBezTo>
                  <a:cubicBezTo>
                    <a:pt x="64538" y="13406"/>
                    <a:pt x="79235" y="28089"/>
                    <a:pt x="79235" y="46603"/>
                  </a:cubicBezTo>
                  <a:lnTo>
                    <a:pt x="79235" y="46603"/>
                  </a:lnTo>
                  <a:cubicBezTo>
                    <a:pt x="79235" y="64478"/>
                    <a:pt x="64538" y="79800"/>
                    <a:pt x="46008" y="79800"/>
                  </a:cubicBezTo>
                  <a:close/>
                </a:path>
              </a:pathLst>
            </a:custGeom>
            <a:solidFill>
              <a:srgbClr val="26890D"/>
            </a:solidFill>
            <a:ln w="6390" cap="flat">
              <a:noFill/>
              <a:prstDash val="solid"/>
              <a:miter/>
            </a:ln>
          </p:spPr>
          <p:txBody>
            <a:bodyPr rtlCol="0" anchor="ctr"/>
            <a:lstStyle/>
            <a:p>
              <a:endParaRPr lang="en-US"/>
            </a:p>
          </p:txBody>
        </p:sp>
        <p:sp>
          <p:nvSpPr>
            <p:cNvPr id="532" name="Graphic 4">
              <a:extLst>
                <a:ext uri="{FF2B5EF4-FFF2-40B4-BE49-F238E27FC236}">
                  <a16:creationId xmlns:a16="http://schemas.microsoft.com/office/drawing/2014/main" id="{18929CCF-85F6-B747-AFA7-07703B38B094}"/>
                </a:ext>
              </a:extLst>
            </p:cNvPr>
            <p:cNvSpPr/>
            <p:nvPr/>
          </p:nvSpPr>
          <p:spPr>
            <a:xfrm>
              <a:off x="7974641" y="1493376"/>
              <a:ext cx="16613" cy="16598"/>
            </a:xfrm>
            <a:custGeom>
              <a:avLst/>
              <a:gdLst>
                <a:gd name="connsiteX0" fmla="*/ 8307 w 16613"/>
                <a:gd name="connsiteY0" fmla="*/ 16598 h 16598"/>
                <a:gd name="connsiteX1" fmla="*/ 16614 w 16613"/>
                <a:gd name="connsiteY1" fmla="*/ 8299 h 16598"/>
                <a:gd name="connsiteX2" fmla="*/ 8307 w 16613"/>
                <a:gd name="connsiteY2" fmla="*/ 0 h 16598"/>
                <a:gd name="connsiteX3" fmla="*/ 0 w 16613"/>
                <a:gd name="connsiteY3" fmla="*/ 8299 h 16598"/>
                <a:gd name="connsiteX4" fmla="*/ 8307 w 16613"/>
                <a:gd name="connsiteY4" fmla="*/ 16598 h 16598"/>
                <a:gd name="connsiteX5" fmla="*/ 8307 w 16613"/>
                <a:gd name="connsiteY5" fmla="*/ 16598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3" h="16598">
                  <a:moveTo>
                    <a:pt x="8307" y="16598"/>
                  </a:moveTo>
                  <a:cubicBezTo>
                    <a:pt x="12780" y="16598"/>
                    <a:pt x="16614" y="12768"/>
                    <a:pt x="16614" y="8299"/>
                  </a:cubicBezTo>
                  <a:cubicBezTo>
                    <a:pt x="16614" y="3830"/>
                    <a:pt x="12780" y="0"/>
                    <a:pt x="8307" y="0"/>
                  </a:cubicBezTo>
                  <a:cubicBezTo>
                    <a:pt x="3834" y="0"/>
                    <a:pt x="0" y="3830"/>
                    <a:pt x="0" y="8299"/>
                  </a:cubicBezTo>
                  <a:cubicBezTo>
                    <a:pt x="0" y="13406"/>
                    <a:pt x="3834" y="16598"/>
                    <a:pt x="8307" y="16598"/>
                  </a:cubicBezTo>
                  <a:cubicBezTo>
                    <a:pt x="8307" y="16598"/>
                    <a:pt x="8307" y="16598"/>
                    <a:pt x="8307" y="16598"/>
                  </a:cubicBezTo>
                  <a:close/>
                </a:path>
              </a:pathLst>
            </a:custGeom>
            <a:solidFill>
              <a:srgbClr val="26890D"/>
            </a:solidFill>
            <a:ln w="6390" cap="flat">
              <a:noFill/>
              <a:prstDash val="solid"/>
              <a:miter/>
            </a:ln>
          </p:spPr>
          <p:txBody>
            <a:bodyPr rtlCol="0" anchor="ctr"/>
            <a:lstStyle/>
            <a:p>
              <a:endParaRPr lang="en-US"/>
            </a:p>
          </p:txBody>
        </p:sp>
      </p:grpSp>
      <p:grpSp>
        <p:nvGrpSpPr>
          <p:cNvPr id="533" name="Graphic 4">
            <a:extLst>
              <a:ext uri="{FF2B5EF4-FFF2-40B4-BE49-F238E27FC236}">
                <a16:creationId xmlns:a16="http://schemas.microsoft.com/office/drawing/2014/main" id="{E97AA876-911D-3A4E-9473-BC31480A06C9}"/>
              </a:ext>
            </a:extLst>
          </p:cNvPr>
          <p:cNvGrpSpPr/>
          <p:nvPr/>
        </p:nvGrpSpPr>
        <p:grpSpPr>
          <a:xfrm>
            <a:off x="7801474" y="2371173"/>
            <a:ext cx="362309" cy="361971"/>
            <a:chOff x="7801474" y="2371173"/>
            <a:chExt cx="362309" cy="361971"/>
          </a:xfrm>
          <a:solidFill>
            <a:srgbClr val="26890D"/>
          </a:solidFill>
        </p:grpSpPr>
        <p:sp>
          <p:nvSpPr>
            <p:cNvPr id="534" name="Graphic 4">
              <a:extLst>
                <a:ext uri="{FF2B5EF4-FFF2-40B4-BE49-F238E27FC236}">
                  <a16:creationId xmlns:a16="http://schemas.microsoft.com/office/drawing/2014/main" id="{0784E429-E3B3-8D46-A840-AF73AFAC6CA4}"/>
                </a:ext>
              </a:extLst>
            </p:cNvPr>
            <p:cNvSpPr/>
            <p:nvPr/>
          </p:nvSpPr>
          <p:spPr>
            <a:xfrm>
              <a:off x="7801474"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close/>
                </a:path>
              </a:pathLst>
            </a:custGeom>
            <a:solidFill>
              <a:srgbClr val="26890D"/>
            </a:solidFill>
            <a:ln w="6390" cap="flat">
              <a:noFill/>
              <a:prstDash val="solid"/>
              <a:miter/>
            </a:ln>
          </p:spPr>
          <p:txBody>
            <a:bodyPr rtlCol="0" anchor="ctr"/>
            <a:lstStyle/>
            <a:p>
              <a:endParaRPr lang="en-US"/>
            </a:p>
          </p:txBody>
        </p:sp>
        <p:sp>
          <p:nvSpPr>
            <p:cNvPr id="535" name="Graphic 4">
              <a:extLst>
                <a:ext uri="{FF2B5EF4-FFF2-40B4-BE49-F238E27FC236}">
                  <a16:creationId xmlns:a16="http://schemas.microsoft.com/office/drawing/2014/main" id="{B3E8E625-FECD-2449-BC5F-7091F3634E2C}"/>
                </a:ext>
              </a:extLst>
            </p:cNvPr>
            <p:cNvSpPr/>
            <p:nvPr/>
          </p:nvSpPr>
          <p:spPr>
            <a:xfrm>
              <a:off x="7892850" y="2461826"/>
              <a:ext cx="50480" cy="50433"/>
            </a:xfrm>
            <a:custGeom>
              <a:avLst/>
              <a:gdLst>
                <a:gd name="connsiteX0" fmla="*/ 6390 w 50480"/>
                <a:gd name="connsiteY0" fmla="*/ 50433 h 50433"/>
                <a:gd name="connsiteX1" fmla="*/ 12780 w 50480"/>
                <a:gd name="connsiteY1" fmla="*/ 44049 h 50433"/>
                <a:gd name="connsiteX2" fmla="*/ 12780 w 50480"/>
                <a:gd name="connsiteY2" fmla="*/ 34473 h 50433"/>
                <a:gd name="connsiteX3" fmla="*/ 34506 w 50480"/>
                <a:gd name="connsiteY3" fmla="*/ 12768 h 50433"/>
                <a:gd name="connsiteX4" fmla="*/ 44091 w 50480"/>
                <a:gd name="connsiteY4" fmla="*/ 12768 h 50433"/>
                <a:gd name="connsiteX5" fmla="*/ 50481 w 50480"/>
                <a:gd name="connsiteY5" fmla="*/ 6384 h 50433"/>
                <a:gd name="connsiteX6" fmla="*/ 44091 w 50480"/>
                <a:gd name="connsiteY6" fmla="*/ 0 h 50433"/>
                <a:gd name="connsiteX7" fmla="*/ 34506 w 50480"/>
                <a:gd name="connsiteY7" fmla="*/ 0 h 50433"/>
                <a:gd name="connsiteX8" fmla="*/ 0 w 50480"/>
                <a:gd name="connsiteY8" fmla="*/ 34473 h 50433"/>
                <a:gd name="connsiteX9" fmla="*/ 0 w 50480"/>
                <a:gd name="connsiteY9" fmla="*/ 44049 h 50433"/>
                <a:gd name="connsiteX10" fmla="*/ 6390 w 50480"/>
                <a:gd name="connsiteY10" fmla="*/ 50433 h 5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480" h="50433">
                  <a:moveTo>
                    <a:pt x="6390" y="50433"/>
                  </a:moveTo>
                  <a:cubicBezTo>
                    <a:pt x="10225" y="50433"/>
                    <a:pt x="12780" y="47880"/>
                    <a:pt x="12780" y="44049"/>
                  </a:cubicBezTo>
                  <a:lnTo>
                    <a:pt x="12780" y="34473"/>
                  </a:lnTo>
                  <a:cubicBezTo>
                    <a:pt x="12780" y="18514"/>
                    <a:pt x="17892" y="12768"/>
                    <a:pt x="34506" y="12768"/>
                  </a:cubicBezTo>
                  <a:lnTo>
                    <a:pt x="44091" y="12768"/>
                  </a:lnTo>
                  <a:cubicBezTo>
                    <a:pt x="47925" y="12768"/>
                    <a:pt x="50481" y="10214"/>
                    <a:pt x="50481" y="6384"/>
                  </a:cubicBezTo>
                  <a:cubicBezTo>
                    <a:pt x="50481" y="2554"/>
                    <a:pt x="47925" y="0"/>
                    <a:pt x="44091" y="0"/>
                  </a:cubicBezTo>
                  <a:lnTo>
                    <a:pt x="34506" y="0"/>
                  </a:lnTo>
                  <a:cubicBezTo>
                    <a:pt x="10863" y="0"/>
                    <a:pt x="0" y="10853"/>
                    <a:pt x="0" y="34473"/>
                  </a:cubicBezTo>
                  <a:lnTo>
                    <a:pt x="0" y="44049"/>
                  </a:lnTo>
                  <a:cubicBezTo>
                    <a:pt x="0" y="47880"/>
                    <a:pt x="2556" y="50433"/>
                    <a:pt x="6390" y="50433"/>
                  </a:cubicBezTo>
                  <a:close/>
                </a:path>
              </a:pathLst>
            </a:custGeom>
            <a:solidFill>
              <a:srgbClr val="26890D"/>
            </a:solidFill>
            <a:ln w="6390" cap="flat">
              <a:noFill/>
              <a:prstDash val="solid"/>
              <a:miter/>
            </a:ln>
          </p:spPr>
          <p:txBody>
            <a:bodyPr rtlCol="0" anchor="ctr"/>
            <a:lstStyle/>
            <a:p>
              <a:endParaRPr lang="en-US"/>
            </a:p>
          </p:txBody>
        </p:sp>
        <p:sp>
          <p:nvSpPr>
            <p:cNvPr id="536" name="Graphic 4">
              <a:extLst>
                <a:ext uri="{FF2B5EF4-FFF2-40B4-BE49-F238E27FC236}">
                  <a16:creationId xmlns:a16="http://schemas.microsoft.com/office/drawing/2014/main" id="{4F4D9303-8FBD-FD49-9F03-324BAB8FB2D7}"/>
                </a:ext>
              </a:extLst>
            </p:cNvPr>
            <p:cNvSpPr/>
            <p:nvPr/>
          </p:nvSpPr>
          <p:spPr>
            <a:xfrm>
              <a:off x="7892850" y="2592059"/>
              <a:ext cx="50480" cy="50433"/>
            </a:xfrm>
            <a:custGeom>
              <a:avLst/>
              <a:gdLst>
                <a:gd name="connsiteX0" fmla="*/ 44091 w 50480"/>
                <a:gd name="connsiteY0" fmla="*/ 37665 h 50433"/>
                <a:gd name="connsiteX1" fmla="*/ 34506 w 50480"/>
                <a:gd name="connsiteY1" fmla="*/ 37665 h 50433"/>
                <a:gd name="connsiteX2" fmla="*/ 12780 w 50480"/>
                <a:gd name="connsiteY2" fmla="*/ 15960 h 50433"/>
                <a:gd name="connsiteX3" fmla="*/ 12780 w 50480"/>
                <a:gd name="connsiteY3" fmla="*/ 6384 h 50433"/>
                <a:gd name="connsiteX4" fmla="*/ 6390 w 50480"/>
                <a:gd name="connsiteY4" fmla="*/ 0 h 50433"/>
                <a:gd name="connsiteX5" fmla="*/ 0 w 50480"/>
                <a:gd name="connsiteY5" fmla="*/ 6384 h 50433"/>
                <a:gd name="connsiteX6" fmla="*/ 0 w 50480"/>
                <a:gd name="connsiteY6" fmla="*/ 15960 h 50433"/>
                <a:gd name="connsiteX7" fmla="*/ 34506 w 50480"/>
                <a:gd name="connsiteY7" fmla="*/ 50433 h 50433"/>
                <a:gd name="connsiteX8" fmla="*/ 44091 w 50480"/>
                <a:gd name="connsiteY8" fmla="*/ 50433 h 50433"/>
                <a:gd name="connsiteX9" fmla="*/ 50481 w 50480"/>
                <a:gd name="connsiteY9" fmla="*/ 44049 h 50433"/>
                <a:gd name="connsiteX10" fmla="*/ 44091 w 50480"/>
                <a:gd name="connsiteY10" fmla="*/ 37665 h 5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480" h="50433">
                  <a:moveTo>
                    <a:pt x="44091" y="37665"/>
                  </a:moveTo>
                  <a:lnTo>
                    <a:pt x="34506" y="37665"/>
                  </a:lnTo>
                  <a:cubicBezTo>
                    <a:pt x="17892" y="37665"/>
                    <a:pt x="12780" y="32558"/>
                    <a:pt x="12780" y="15960"/>
                  </a:cubicBezTo>
                  <a:lnTo>
                    <a:pt x="12780" y="6384"/>
                  </a:lnTo>
                  <a:cubicBezTo>
                    <a:pt x="12780" y="2554"/>
                    <a:pt x="10225" y="0"/>
                    <a:pt x="6390" y="0"/>
                  </a:cubicBezTo>
                  <a:cubicBezTo>
                    <a:pt x="2556" y="0"/>
                    <a:pt x="0" y="2554"/>
                    <a:pt x="0" y="6384"/>
                  </a:cubicBezTo>
                  <a:lnTo>
                    <a:pt x="0" y="15960"/>
                  </a:lnTo>
                  <a:cubicBezTo>
                    <a:pt x="0" y="39581"/>
                    <a:pt x="10863" y="50433"/>
                    <a:pt x="34506" y="50433"/>
                  </a:cubicBezTo>
                  <a:lnTo>
                    <a:pt x="44091" y="50433"/>
                  </a:lnTo>
                  <a:cubicBezTo>
                    <a:pt x="47925" y="50433"/>
                    <a:pt x="50481" y="47880"/>
                    <a:pt x="50481" y="44049"/>
                  </a:cubicBezTo>
                  <a:cubicBezTo>
                    <a:pt x="50481" y="40219"/>
                    <a:pt x="47286" y="37665"/>
                    <a:pt x="44091" y="37665"/>
                  </a:cubicBezTo>
                  <a:close/>
                </a:path>
              </a:pathLst>
            </a:custGeom>
            <a:solidFill>
              <a:srgbClr val="26890D"/>
            </a:solidFill>
            <a:ln w="6390" cap="flat">
              <a:noFill/>
              <a:prstDash val="solid"/>
              <a:miter/>
            </a:ln>
          </p:spPr>
          <p:txBody>
            <a:bodyPr rtlCol="0" anchor="ctr"/>
            <a:lstStyle/>
            <a:p>
              <a:endParaRPr lang="en-US"/>
            </a:p>
          </p:txBody>
        </p:sp>
        <p:sp>
          <p:nvSpPr>
            <p:cNvPr id="537" name="Graphic 4">
              <a:extLst>
                <a:ext uri="{FF2B5EF4-FFF2-40B4-BE49-F238E27FC236}">
                  <a16:creationId xmlns:a16="http://schemas.microsoft.com/office/drawing/2014/main" id="{C3367CB2-8316-314A-ADF9-7E07DD283E02}"/>
                </a:ext>
              </a:extLst>
            </p:cNvPr>
            <p:cNvSpPr/>
            <p:nvPr/>
          </p:nvSpPr>
          <p:spPr>
            <a:xfrm>
              <a:off x="8022566" y="2592059"/>
              <a:ext cx="50480" cy="50433"/>
            </a:xfrm>
            <a:custGeom>
              <a:avLst/>
              <a:gdLst>
                <a:gd name="connsiteX0" fmla="*/ 44091 w 50480"/>
                <a:gd name="connsiteY0" fmla="*/ 0 h 50433"/>
                <a:gd name="connsiteX1" fmla="*/ 37701 w 50480"/>
                <a:gd name="connsiteY1" fmla="*/ 6384 h 50433"/>
                <a:gd name="connsiteX2" fmla="*/ 37701 w 50480"/>
                <a:gd name="connsiteY2" fmla="*/ 15960 h 50433"/>
                <a:gd name="connsiteX3" fmla="*/ 15975 w 50480"/>
                <a:gd name="connsiteY3" fmla="*/ 37665 h 50433"/>
                <a:gd name="connsiteX4" fmla="*/ 6390 w 50480"/>
                <a:gd name="connsiteY4" fmla="*/ 37665 h 50433"/>
                <a:gd name="connsiteX5" fmla="*/ 0 w 50480"/>
                <a:gd name="connsiteY5" fmla="*/ 44049 h 50433"/>
                <a:gd name="connsiteX6" fmla="*/ 6390 w 50480"/>
                <a:gd name="connsiteY6" fmla="*/ 50433 h 50433"/>
                <a:gd name="connsiteX7" fmla="*/ 15975 w 50480"/>
                <a:gd name="connsiteY7" fmla="*/ 50433 h 50433"/>
                <a:gd name="connsiteX8" fmla="*/ 50481 w 50480"/>
                <a:gd name="connsiteY8" fmla="*/ 15960 h 50433"/>
                <a:gd name="connsiteX9" fmla="*/ 50481 w 50480"/>
                <a:gd name="connsiteY9" fmla="*/ 6384 h 50433"/>
                <a:gd name="connsiteX10" fmla="*/ 44091 w 50480"/>
                <a:gd name="connsiteY10" fmla="*/ 0 h 5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480" h="50433">
                  <a:moveTo>
                    <a:pt x="44091" y="0"/>
                  </a:moveTo>
                  <a:cubicBezTo>
                    <a:pt x="40257" y="0"/>
                    <a:pt x="37701" y="2554"/>
                    <a:pt x="37701" y="6384"/>
                  </a:cubicBezTo>
                  <a:lnTo>
                    <a:pt x="37701" y="15960"/>
                  </a:lnTo>
                  <a:cubicBezTo>
                    <a:pt x="37701" y="31920"/>
                    <a:pt x="32589" y="37665"/>
                    <a:pt x="15975" y="37665"/>
                  </a:cubicBezTo>
                  <a:lnTo>
                    <a:pt x="6390" y="37665"/>
                  </a:lnTo>
                  <a:cubicBezTo>
                    <a:pt x="2556" y="37665"/>
                    <a:pt x="0" y="40219"/>
                    <a:pt x="0" y="44049"/>
                  </a:cubicBezTo>
                  <a:cubicBezTo>
                    <a:pt x="0" y="47880"/>
                    <a:pt x="2556" y="50433"/>
                    <a:pt x="6390" y="50433"/>
                  </a:cubicBezTo>
                  <a:lnTo>
                    <a:pt x="15975" y="50433"/>
                  </a:lnTo>
                  <a:cubicBezTo>
                    <a:pt x="39617" y="50433"/>
                    <a:pt x="50481" y="39581"/>
                    <a:pt x="50481" y="15960"/>
                  </a:cubicBezTo>
                  <a:lnTo>
                    <a:pt x="50481" y="6384"/>
                  </a:lnTo>
                  <a:cubicBezTo>
                    <a:pt x="50481" y="2554"/>
                    <a:pt x="47286" y="0"/>
                    <a:pt x="44091" y="0"/>
                  </a:cubicBezTo>
                  <a:close/>
                </a:path>
              </a:pathLst>
            </a:custGeom>
            <a:solidFill>
              <a:srgbClr val="26890D"/>
            </a:solidFill>
            <a:ln w="6390" cap="flat">
              <a:noFill/>
              <a:prstDash val="solid"/>
              <a:miter/>
            </a:ln>
          </p:spPr>
          <p:txBody>
            <a:bodyPr rtlCol="0" anchor="ctr"/>
            <a:lstStyle/>
            <a:p>
              <a:endParaRPr lang="en-US"/>
            </a:p>
          </p:txBody>
        </p:sp>
        <p:sp>
          <p:nvSpPr>
            <p:cNvPr id="538" name="Graphic 4">
              <a:extLst>
                <a:ext uri="{FF2B5EF4-FFF2-40B4-BE49-F238E27FC236}">
                  <a16:creationId xmlns:a16="http://schemas.microsoft.com/office/drawing/2014/main" id="{97FE240B-AB49-A34A-AAE4-46FD450ABB9A}"/>
                </a:ext>
              </a:extLst>
            </p:cNvPr>
            <p:cNvSpPr/>
            <p:nvPr/>
          </p:nvSpPr>
          <p:spPr>
            <a:xfrm>
              <a:off x="8022566" y="2461826"/>
              <a:ext cx="50480" cy="50433"/>
            </a:xfrm>
            <a:custGeom>
              <a:avLst/>
              <a:gdLst>
                <a:gd name="connsiteX0" fmla="*/ 15975 w 50480"/>
                <a:gd name="connsiteY0" fmla="*/ 0 h 50433"/>
                <a:gd name="connsiteX1" fmla="*/ 6390 w 50480"/>
                <a:gd name="connsiteY1" fmla="*/ 0 h 50433"/>
                <a:gd name="connsiteX2" fmla="*/ 0 w 50480"/>
                <a:gd name="connsiteY2" fmla="*/ 6384 h 50433"/>
                <a:gd name="connsiteX3" fmla="*/ 6390 w 50480"/>
                <a:gd name="connsiteY3" fmla="*/ 12768 h 50433"/>
                <a:gd name="connsiteX4" fmla="*/ 15975 w 50480"/>
                <a:gd name="connsiteY4" fmla="*/ 12768 h 50433"/>
                <a:gd name="connsiteX5" fmla="*/ 37701 w 50480"/>
                <a:gd name="connsiteY5" fmla="*/ 34473 h 50433"/>
                <a:gd name="connsiteX6" fmla="*/ 37701 w 50480"/>
                <a:gd name="connsiteY6" fmla="*/ 44049 h 50433"/>
                <a:gd name="connsiteX7" fmla="*/ 44091 w 50480"/>
                <a:gd name="connsiteY7" fmla="*/ 50433 h 50433"/>
                <a:gd name="connsiteX8" fmla="*/ 50481 w 50480"/>
                <a:gd name="connsiteY8" fmla="*/ 44049 h 50433"/>
                <a:gd name="connsiteX9" fmla="*/ 50481 w 50480"/>
                <a:gd name="connsiteY9" fmla="*/ 34473 h 50433"/>
                <a:gd name="connsiteX10" fmla="*/ 15975 w 50480"/>
                <a:gd name="connsiteY10" fmla="*/ 0 h 5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480" h="50433">
                  <a:moveTo>
                    <a:pt x="15975" y="0"/>
                  </a:moveTo>
                  <a:lnTo>
                    <a:pt x="6390" y="0"/>
                  </a:lnTo>
                  <a:cubicBezTo>
                    <a:pt x="2556" y="0"/>
                    <a:pt x="0" y="2554"/>
                    <a:pt x="0" y="6384"/>
                  </a:cubicBezTo>
                  <a:cubicBezTo>
                    <a:pt x="0" y="10214"/>
                    <a:pt x="2556" y="12768"/>
                    <a:pt x="6390" y="12768"/>
                  </a:cubicBezTo>
                  <a:lnTo>
                    <a:pt x="15975" y="12768"/>
                  </a:lnTo>
                  <a:cubicBezTo>
                    <a:pt x="32589" y="12768"/>
                    <a:pt x="37701" y="17875"/>
                    <a:pt x="37701" y="34473"/>
                  </a:cubicBezTo>
                  <a:lnTo>
                    <a:pt x="37701" y="44049"/>
                  </a:lnTo>
                  <a:cubicBezTo>
                    <a:pt x="37701" y="47880"/>
                    <a:pt x="40257" y="50433"/>
                    <a:pt x="44091" y="50433"/>
                  </a:cubicBezTo>
                  <a:cubicBezTo>
                    <a:pt x="47925" y="50433"/>
                    <a:pt x="50481" y="47880"/>
                    <a:pt x="50481" y="44049"/>
                  </a:cubicBezTo>
                  <a:lnTo>
                    <a:pt x="50481" y="34473"/>
                  </a:lnTo>
                  <a:cubicBezTo>
                    <a:pt x="50481" y="10853"/>
                    <a:pt x="39617" y="0"/>
                    <a:pt x="15975" y="0"/>
                  </a:cubicBezTo>
                  <a:close/>
                </a:path>
              </a:pathLst>
            </a:custGeom>
            <a:solidFill>
              <a:srgbClr val="26890D"/>
            </a:solidFill>
            <a:ln w="6390" cap="flat">
              <a:noFill/>
              <a:prstDash val="solid"/>
              <a:miter/>
            </a:ln>
          </p:spPr>
          <p:txBody>
            <a:bodyPr rtlCol="0" anchor="ctr"/>
            <a:lstStyle/>
            <a:p>
              <a:endParaRPr lang="en-US"/>
            </a:p>
          </p:txBody>
        </p:sp>
        <p:sp>
          <p:nvSpPr>
            <p:cNvPr id="539" name="Graphic 4">
              <a:extLst>
                <a:ext uri="{FF2B5EF4-FFF2-40B4-BE49-F238E27FC236}">
                  <a16:creationId xmlns:a16="http://schemas.microsoft.com/office/drawing/2014/main" id="{76C1D8C4-F4C5-6643-8FFF-24429A63A878}"/>
                </a:ext>
              </a:extLst>
            </p:cNvPr>
            <p:cNvSpPr/>
            <p:nvPr/>
          </p:nvSpPr>
          <p:spPr>
            <a:xfrm>
              <a:off x="7919688" y="2509706"/>
              <a:ext cx="12779" cy="85545"/>
            </a:xfrm>
            <a:custGeom>
              <a:avLst/>
              <a:gdLst>
                <a:gd name="connsiteX0" fmla="*/ 0 w 12779"/>
                <a:gd name="connsiteY0" fmla="*/ 6384 h 85545"/>
                <a:gd name="connsiteX1" fmla="*/ 0 w 12779"/>
                <a:gd name="connsiteY1" fmla="*/ 79161 h 85545"/>
                <a:gd name="connsiteX2" fmla="*/ 6390 w 12779"/>
                <a:gd name="connsiteY2" fmla="*/ 85545 h 85545"/>
                <a:gd name="connsiteX3" fmla="*/ 12780 w 12779"/>
                <a:gd name="connsiteY3" fmla="*/ 79161 h 85545"/>
                <a:gd name="connsiteX4" fmla="*/ 12780 w 12779"/>
                <a:gd name="connsiteY4" fmla="*/ 6384 h 85545"/>
                <a:gd name="connsiteX5" fmla="*/ 6390 w 12779"/>
                <a:gd name="connsiteY5" fmla="*/ 0 h 85545"/>
                <a:gd name="connsiteX6" fmla="*/ 0 w 12779"/>
                <a:gd name="connsiteY6" fmla="*/ 6384 h 85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85545">
                  <a:moveTo>
                    <a:pt x="0" y="6384"/>
                  </a:moveTo>
                  <a:lnTo>
                    <a:pt x="0" y="79161"/>
                  </a:lnTo>
                  <a:cubicBezTo>
                    <a:pt x="0" y="82992"/>
                    <a:pt x="2556" y="85545"/>
                    <a:pt x="6390" y="85545"/>
                  </a:cubicBezTo>
                  <a:cubicBezTo>
                    <a:pt x="10224" y="85545"/>
                    <a:pt x="12780" y="82992"/>
                    <a:pt x="12780" y="79161"/>
                  </a:cubicBezTo>
                  <a:lnTo>
                    <a:pt x="12780" y="6384"/>
                  </a:lnTo>
                  <a:cubicBezTo>
                    <a:pt x="12780" y="2554"/>
                    <a:pt x="10224" y="0"/>
                    <a:pt x="6390" y="0"/>
                  </a:cubicBezTo>
                  <a:cubicBezTo>
                    <a:pt x="2556" y="0"/>
                    <a:pt x="0" y="2554"/>
                    <a:pt x="0" y="6384"/>
                  </a:cubicBezTo>
                  <a:close/>
                </a:path>
              </a:pathLst>
            </a:custGeom>
            <a:solidFill>
              <a:srgbClr val="26890D"/>
            </a:solidFill>
            <a:ln w="6390" cap="flat">
              <a:noFill/>
              <a:prstDash val="solid"/>
              <a:miter/>
            </a:ln>
          </p:spPr>
          <p:txBody>
            <a:bodyPr rtlCol="0" anchor="ctr"/>
            <a:lstStyle/>
            <a:p>
              <a:endParaRPr lang="en-US"/>
            </a:p>
          </p:txBody>
        </p:sp>
        <p:sp>
          <p:nvSpPr>
            <p:cNvPr id="540" name="Graphic 4">
              <a:extLst>
                <a:ext uri="{FF2B5EF4-FFF2-40B4-BE49-F238E27FC236}">
                  <a16:creationId xmlns:a16="http://schemas.microsoft.com/office/drawing/2014/main" id="{BC87E65D-BE93-E84B-B80C-E1030F8276E3}"/>
                </a:ext>
              </a:extLst>
            </p:cNvPr>
            <p:cNvSpPr/>
            <p:nvPr/>
          </p:nvSpPr>
          <p:spPr>
            <a:xfrm>
              <a:off x="7981670" y="2509706"/>
              <a:ext cx="6389" cy="84906"/>
            </a:xfrm>
            <a:custGeom>
              <a:avLst/>
              <a:gdLst>
                <a:gd name="connsiteX0" fmla="*/ 3195 w 6389"/>
                <a:gd name="connsiteY0" fmla="*/ 0 h 84906"/>
                <a:gd name="connsiteX1" fmla="*/ 0 w 6389"/>
                <a:gd name="connsiteY1" fmla="*/ 3192 h 84906"/>
                <a:gd name="connsiteX2" fmla="*/ 0 w 6389"/>
                <a:gd name="connsiteY2" fmla="*/ 81715 h 84906"/>
                <a:gd name="connsiteX3" fmla="*/ 3195 w 6389"/>
                <a:gd name="connsiteY3" fmla="*/ 84907 h 84906"/>
                <a:gd name="connsiteX4" fmla="*/ 6390 w 6389"/>
                <a:gd name="connsiteY4" fmla="*/ 81715 h 84906"/>
                <a:gd name="connsiteX5" fmla="*/ 6390 w 6389"/>
                <a:gd name="connsiteY5" fmla="*/ 3192 h 84906"/>
                <a:gd name="connsiteX6" fmla="*/ 3195 w 6389"/>
                <a:gd name="connsiteY6" fmla="*/ 0 h 84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9" h="84906">
                  <a:moveTo>
                    <a:pt x="3195" y="0"/>
                  </a:moveTo>
                  <a:cubicBezTo>
                    <a:pt x="1278" y="0"/>
                    <a:pt x="0" y="1277"/>
                    <a:pt x="0" y="3192"/>
                  </a:cubicBezTo>
                  <a:lnTo>
                    <a:pt x="0" y="81715"/>
                  </a:lnTo>
                  <a:cubicBezTo>
                    <a:pt x="0" y="83630"/>
                    <a:pt x="1278" y="84907"/>
                    <a:pt x="3195" y="84907"/>
                  </a:cubicBezTo>
                  <a:cubicBezTo>
                    <a:pt x="5112" y="84907"/>
                    <a:pt x="6390" y="83630"/>
                    <a:pt x="6390" y="81715"/>
                  </a:cubicBezTo>
                  <a:lnTo>
                    <a:pt x="6390" y="3192"/>
                  </a:lnTo>
                  <a:cubicBezTo>
                    <a:pt x="6390" y="1277"/>
                    <a:pt x="5112" y="0"/>
                    <a:pt x="3195" y="0"/>
                  </a:cubicBezTo>
                  <a:close/>
                </a:path>
              </a:pathLst>
            </a:custGeom>
            <a:solidFill>
              <a:srgbClr val="26890D"/>
            </a:solidFill>
            <a:ln w="6390" cap="flat">
              <a:noFill/>
              <a:prstDash val="solid"/>
              <a:miter/>
            </a:ln>
          </p:spPr>
          <p:txBody>
            <a:bodyPr rtlCol="0" anchor="ctr"/>
            <a:lstStyle/>
            <a:p>
              <a:endParaRPr lang="en-US"/>
            </a:p>
          </p:txBody>
        </p:sp>
        <p:sp>
          <p:nvSpPr>
            <p:cNvPr id="541" name="Graphic 4">
              <a:extLst>
                <a:ext uri="{FF2B5EF4-FFF2-40B4-BE49-F238E27FC236}">
                  <a16:creationId xmlns:a16="http://schemas.microsoft.com/office/drawing/2014/main" id="{815AA496-8226-E34F-B85A-E6BDBCD701A0}"/>
                </a:ext>
              </a:extLst>
            </p:cNvPr>
            <p:cNvSpPr/>
            <p:nvPr/>
          </p:nvSpPr>
          <p:spPr>
            <a:xfrm>
              <a:off x="7940774" y="2509706"/>
              <a:ext cx="8307" cy="84906"/>
            </a:xfrm>
            <a:custGeom>
              <a:avLst/>
              <a:gdLst>
                <a:gd name="connsiteX0" fmla="*/ 3195 w 8307"/>
                <a:gd name="connsiteY0" fmla="*/ 0 h 84906"/>
                <a:gd name="connsiteX1" fmla="*/ 5112 w 8307"/>
                <a:gd name="connsiteY1" fmla="*/ 0 h 84906"/>
                <a:gd name="connsiteX2" fmla="*/ 8307 w 8307"/>
                <a:gd name="connsiteY2" fmla="*/ 3192 h 84906"/>
                <a:gd name="connsiteX3" fmla="*/ 8307 w 8307"/>
                <a:gd name="connsiteY3" fmla="*/ 81715 h 84906"/>
                <a:gd name="connsiteX4" fmla="*/ 5112 w 8307"/>
                <a:gd name="connsiteY4" fmla="*/ 84907 h 84906"/>
                <a:gd name="connsiteX5" fmla="*/ 3195 w 8307"/>
                <a:gd name="connsiteY5" fmla="*/ 84907 h 84906"/>
                <a:gd name="connsiteX6" fmla="*/ 0 w 8307"/>
                <a:gd name="connsiteY6" fmla="*/ 81715 h 84906"/>
                <a:gd name="connsiteX7" fmla="*/ 0 w 8307"/>
                <a:gd name="connsiteY7" fmla="*/ 3192 h 84906"/>
                <a:gd name="connsiteX8" fmla="*/ 3195 w 8307"/>
                <a:gd name="connsiteY8" fmla="*/ 0 h 84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07" h="84906">
                  <a:moveTo>
                    <a:pt x="3195" y="0"/>
                  </a:moveTo>
                  <a:lnTo>
                    <a:pt x="5112" y="0"/>
                  </a:lnTo>
                  <a:cubicBezTo>
                    <a:pt x="7030" y="0"/>
                    <a:pt x="8307" y="1277"/>
                    <a:pt x="8307" y="3192"/>
                  </a:cubicBezTo>
                  <a:lnTo>
                    <a:pt x="8307" y="81715"/>
                  </a:lnTo>
                  <a:cubicBezTo>
                    <a:pt x="8307" y="83630"/>
                    <a:pt x="7030" y="84907"/>
                    <a:pt x="5112" y="84907"/>
                  </a:cubicBezTo>
                  <a:lnTo>
                    <a:pt x="3195" y="84907"/>
                  </a:lnTo>
                  <a:cubicBezTo>
                    <a:pt x="1278" y="84907"/>
                    <a:pt x="0" y="83630"/>
                    <a:pt x="0" y="81715"/>
                  </a:cubicBezTo>
                  <a:lnTo>
                    <a:pt x="0" y="3192"/>
                  </a:lnTo>
                  <a:cubicBezTo>
                    <a:pt x="0" y="1277"/>
                    <a:pt x="1278" y="0"/>
                    <a:pt x="3195" y="0"/>
                  </a:cubicBezTo>
                  <a:close/>
                </a:path>
              </a:pathLst>
            </a:custGeom>
            <a:solidFill>
              <a:srgbClr val="26890D"/>
            </a:solidFill>
            <a:ln w="6390" cap="flat">
              <a:noFill/>
              <a:prstDash val="solid"/>
              <a:miter/>
            </a:ln>
          </p:spPr>
          <p:txBody>
            <a:bodyPr rtlCol="0" anchor="ctr"/>
            <a:lstStyle/>
            <a:p>
              <a:endParaRPr lang="en-US"/>
            </a:p>
          </p:txBody>
        </p:sp>
        <p:sp>
          <p:nvSpPr>
            <p:cNvPr id="542" name="Graphic 4">
              <a:extLst>
                <a:ext uri="{FF2B5EF4-FFF2-40B4-BE49-F238E27FC236}">
                  <a16:creationId xmlns:a16="http://schemas.microsoft.com/office/drawing/2014/main" id="{DA00FE98-C74E-6F45-B079-6955C9E626F8}"/>
                </a:ext>
              </a:extLst>
            </p:cNvPr>
            <p:cNvSpPr/>
            <p:nvPr/>
          </p:nvSpPr>
          <p:spPr>
            <a:xfrm>
              <a:off x="8037263" y="2509706"/>
              <a:ext cx="8306" cy="84906"/>
            </a:xfrm>
            <a:custGeom>
              <a:avLst/>
              <a:gdLst>
                <a:gd name="connsiteX0" fmla="*/ 3195 w 8306"/>
                <a:gd name="connsiteY0" fmla="*/ 0 h 84906"/>
                <a:gd name="connsiteX1" fmla="*/ 5111 w 8306"/>
                <a:gd name="connsiteY1" fmla="*/ 0 h 84906"/>
                <a:gd name="connsiteX2" fmla="*/ 8306 w 8306"/>
                <a:gd name="connsiteY2" fmla="*/ 3192 h 84906"/>
                <a:gd name="connsiteX3" fmla="*/ 8306 w 8306"/>
                <a:gd name="connsiteY3" fmla="*/ 81715 h 84906"/>
                <a:gd name="connsiteX4" fmla="*/ 5111 w 8306"/>
                <a:gd name="connsiteY4" fmla="*/ 84907 h 84906"/>
                <a:gd name="connsiteX5" fmla="*/ 3195 w 8306"/>
                <a:gd name="connsiteY5" fmla="*/ 84907 h 84906"/>
                <a:gd name="connsiteX6" fmla="*/ 0 w 8306"/>
                <a:gd name="connsiteY6" fmla="*/ 81715 h 84906"/>
                <a:gd name="connsiteX7" fmla="*/ 0 w 8306"/>
                <a:gd name="connsiteY7" fmla="*/ 3192 h 84906"/>
                <a:gd name="connsiteX8" fmla="*/ 3195 w 8306"/>
                <a:gd name="connsiteY8" fmla="*/ 0 h 84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06" h="84906">
                  <a:moveTo>
                    <a:pt x="3195" y="0"/>
                  </a:moveTo>
                  <a:lnTo>
                    <a:pt x="5111" y="0"/>
                  </a:lnTo>
                  <a:cubicBezTo>
                    <a:pt x="7029" y="0"/>
                    <a:pt x="8306" y="1277"/>
                    <a:pt x="8306" y="3192"/>
                  </a:cubicBezTo>
                  <a:lnTo>
                    <a:pt x="8306" y="81715"/>
                  </a:lnTo>
                  <a:cubicBezTo>
                    <a:pt x="8306" y="83630"/>
                    <a:pt x="7029" y="84907"/>
                    <a:pt x="5111" y="84907"/>
                  </a:cubicBezTo>
                  <a:lnTo>
                    <a:pt x="3195" y="84907"/>
                  </a:lnTo>
                  <a:cubicBezTo>
                    <a:pt x="1278" y="84907"/>
                    <a:pt x="0" y="83630"/>
                    <a:pt x="0" y="81715"/>
                  </a:cubicBezTo>
                  <a:lnTo>
                    <a:pt x="0" y="3192"/>
                  </a:lnTo>
                  <a:cubicBezTo>
                    <a:pt x="0" y="1277"/>
                    <a:pt x="1278" y="0"/>
                    <a:pt x="3195" y="0"/>
                  </a:cubicBezTo>
                  <a:close/>
                </a:path>
              </a:pathLst>
            </a:custGeom>
            <a:solidFill>
              <a:srgbClr val="26890D"/>
            </a:solidFill>
            <a:ln w="6390" cap="flat">
              <a:noFill/>
              <a:prstDash val="solid"/>
              <a:miter/>
            </a:ln>
          </p:spPr>
          <p:txBody>
            <a:bodyPr rtlCol="0" anchor="ctr"/>
            <a:lstStyle/>
            <a:p>
              <a:endParaRPr lang="en-US"/>
            </a:p>
          </p:txBody>
        </p:sp>
        <p:sp>
          <p:nvSpPr>
            <p:cNvPr id="543" name="Graphic 4">
              <a:extLst>
                <a:ext uri="{FF2B5EF4-FFF2-40B4-BE49-F238E27FC236}">
                  <a16:creationId xmlns:a16="http://schemas.microsoft.com/office/drawing/2014/main" id="{9EBBEA0C-FBD5-E142-A52D-3675A985F6BD}"/>
                </a:ext>
              </a:extLst>
            </p:cNvPr>
            <p:cNvSpPr/>
            <p:nvPr/>
          </p:nvSpPr>
          <p:spPr>
            <a:xfrm>
              <a:off x="7957388" y="2509706"/>
              <a:ext cx="17252" cy="85545"/>
            </a:xfrm>
            <a:custGeom>
              <a:avLst/>
              <a:gdLst>
                <a:gd name="connsiteX0" fmla="*/ 6390 w 17252"/>
                <a:gd name="connsiteY0" fmla="*/ 0 h 85545"/>
                <a:gd name="connsiteX1" fmla="*/ 10863 w 17252"/>
                <a:gd name="connsiteY1" fmla="*/ 0 h 85545"/>
                <a:gd name="connsiteX2" fmla="*/ 17253 w 17252"/>
                <a:gd name="connsiteY2" fmla="*/ 6384 h 85545"/>
                <a:gd name="connsiteX3" fmla="*/ 17253 w 17252"/>
                <a:gd name="connsiteY3" fmla="*/ 79161 h 85545"/>
                <a:gd name="connsiteX4" fmla="*/ 10863 w 17252"/>
                <a:gd name="connsiteY4" fmla="*/ 85545 h 85545"/>
                <a:gd name="connsiteX5" fmla="*/ 6390 w 17252"/>
                <a:gd name="connsiteY5" fmla="*/ 85545 h 85545"/>
                <a:gd name="connsiteX6" fmla="*/ 0 w 17252"/>
                <a:gd name="connsiteY6" fmla="*/ 79161 h 85545"/>
                <a:gd name="connsiteX7" fmla="*/ 0 w 17252"/>
                <a:gd name="connsiteY7" fmla="*/ 6384 h 85545"/>
                <a:gd name="connsiteX8" fmla="*/ 6390 w 17252"/>
                <a:gd name="connsiteY8" fmla="*/ 0 h 85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52" h="85545">
                  <a:moveTo>
                    <a:pt x="6390" y="0"/>
                  </a:moveTo>
                  <a:lnTo>
                    <a:pt x="10863" y="0"/>
                  </a:lnTo>
                  <a:cubicBezTo>
                    <a:pt x="14696" y="0"/>
                    <a:pt x="17253" y="2554"/>
                    <a:pt x="17253" y="6384"/>
                  </a:cubicBezTo>
                  <a:lnTo>
                    <a:pt x="17253" y="79161"/>
                  </a:lnTo>
                  <a:cubicBezTo>
                    <a:pt x="17253" y="82992"/>
                    <a:pt x="14696" y="85545"/>
                    <a:pt x="10863" y="85545"/>
                  </a:cubicBezTo>
                  <a:lnTo>
                    <a:pt x="6390" y="85545"/>
                  </a:lnTo>
                  <a:cubicBezTo>
                    <a:pt x="2555" y="85545"/>
                    <a:pt x="0" y="82992"/>
                    <a:pt x="0" y="79161"/>
                  </a:cubicBezTo>
                  <a:lnTo>
                    <a:pt x="0" y="6384"/>
                  </a:lnTo>
                  <a:cubicBezTo>
                    <a:pt x="0" y="2554"/>
                    <a:pt x="3195" y="0"/>
                    <a:pt x="6390" y="0"/>
                  </a:cubicBezTo>
                  <a:close/>
                </a:path>
              </a:pathLst>
            </a:custGeom>
            <a:solidFill>
              <a:srgbClr val="26890D"/>
            </a:solidFill>
            <a:ln w="6390" cap="flat">
              <a:noFill/>
              <a:prstDash val="solid"/>
              <a:miter/>
            </a:ln>
          </p:spPr>
          <p:txBody>
            <a:bodyPr rtlCol="0" anchor="ctr"/>
            <a:lstStyle/>
            <a:p>
              <a:endParaRPr lang="en-US"/>
            </a:p>
          </p:txBody>
        </p:sp>
        <p:sp>
          <p:nvSpPr>
            <p:cNvPr id="544" name="Graphic 4">
              <a:extLst>
                <a:ext uri="{FF2B5EF4-FFF2-40B4-BE49-F238E27FC236}">
                  <a16:creationId xmlns:a16="http://schemas.microsoft.com/office/drawing/2014/main" id="{E2CCEEED-ABBC-6A4E-8CC7-719DD65282BC}"/>
                </a:ext>
              </a:extLst>
            </p:cNvPr>
            <p:cNvSpPr/>
            <p:nvPr/>
          </p:nvSpPr>
          <p:spPr>
            <a:xfrm>
              <a:off x="7995088" y="2509706"/>
              <a:ext cx="12779" cy="85545"/>
            </a:xfrm>
            <a:custGeom>
              <a:avLst/>
              <a:gdLst>
                <a:gd name="connsiteX0" fmla="*/ 6390 w 12779"/>
                <a:gd name="connsiteY0" fmla="*/ 0 h 85545"/>
                <a:gd name="connsiteX1" fmla="*/ 0 w 12779"/>
                <a:gd name="connsiteY1" fmla="*/ 6384 h 85545"/>
                <a:gd name="connsiteX2" fmla="*/ 0 w 12779"/>
                <a:gd name="connsiteY2" fmla="*/ 79161 h 85545"/>
                <a:gd name="connsiteX3" fmla="*/ 6390 w 12779"/>
                <a:gd name="connsiteY3" fmla="*/ 85545 h 85545"/>
                <a:gd name="connsiteX4" fmla="*/ 12780 w 12779"/>
                <a:gd name="connsiteY4" fmla="*/ 79161 h 85545"/>
                <a:gd name="connsiteX5" fmla="*/ 12780 w 12779"/>
                <a:gd name="connsiteY5" fmla="*/ 6384 h 85545"/>
                <a:gd name="connsiteX6" fmla="*/ 6390 w 12779"/>
                <a:gd name="connsiteY6" fmla="*/ 0 h 85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85545">
                  <a:moveTo>
                    <a:pt x="6390" y="0"/>
                  </a:moveTo>
                  <a:cubicBezTo>
                    <a:pt x="2556" y="0"/>
                    <a:pt x="0" y="2554"/>
                    <a:pt x="0" y="6384"/>
                  </a:cubicBezTo>
                  <a:lnTo>
                    <a:pt x="0" y="79161"/>
                  </a:lnTo>
                  <a:cubicBezTo>
                    <a:pt x="0" y="82992"/>
                    <a:pt x="2556" y="85545"/>
                    <a:pt x="6390" y="85545"/>
                  </a:cubicBezTo>
                  <a:cubicBezTo>
                    <a:pt x="10225" y="85545"/>
                    <a:pt x="12780" y="82992"/>
                    <a:pt x="12780" y="79161"/>
                  </a:cubicBezTo>
                  <a:lnTo>
                    <a:pt x="12780" y="6384"/>
                  </a:lnTo>
                  <a:cubicBezTo>
                    <a:pt x="12780" y="2554"/>
                    <a:pt x="10225" y="0"/>
                    <a:pt x="6390" y="0"/>
                  </a:cubicBezTo>
                  <a:close/>
                </a:path>
              </a:pathLst>
            </a:custGeom>
            <a:solidFill>
              <a:srgbClr val="26890D"/>
            </a:solidFill>
            <a:ln w="6390" cap="flat">
              <a:noFill/>
              <a:prstDash val="solid"/>
              <a:miter/>
            </a:ln>
          </p:spPr>
          <p:txBody>
            <a:bodyPr rtlCol="0" anchor="ctr"/>
            <a:lstStyle/>
            <a:p>
              <a:endParaRPr lang="en-US"/>
            </a:p>
          </p:txBody>
        </p:sp>
        <p:sp>
          <p:nvSpPr>
            <p:cNvPr id="545" name="Graphic 4">
              <a:extLst>
                <a:ext uri="{FF2B5EF4-FFF2-40B4-BE49-F238E27FC236}">
                  <a16:creationId xmlns:a16="http://schemas.microsoft.com/office/drawing/2014/main" id="{0EEFB6A6-896B-CE48-ACF4-9449DE3811A5}"/>
                </a:ext>
              </a:extLst>
            </p:cNvPr>
            <p:cNvSpPr/>
            <p:nvPr/>
          </p:nvSpPr>
          <p:spPr>
            <a:xfrm>
              <a:off x="8016176" y="2509067"/>
              <a:ext cx="12779" cy="85545"/>
            </a:xfrm>
            <a:custGeom>
              <a:avLst/>
              <a:gdLst>
                <a:gd name="connsiteX0" fmla="*/ 12780 w 12779"/>
                <a:gd name="connsiteY0" fmla="*/ 79161 h 85545"/>
                <a:gd name="connsiteX1" fmla="*/ 12780 w 12779"/>
                <a:gd name="connsiteY1" fmla="*/ 6384 h 85545"/>
                <a:gd name="connsiteX2" fmla="*/ 6390 w 12779"/>
                <a:gd name="connsiteY2" fmla="*/ 0 h 85545"/>
                <a:gd name="connsiteX3" fmla="*/ 0 w 12779"/>
                <a:gd name="connsiteY3" fmla="*/ 6384 h 85545"/>
                <a:gd name="connsiteX4" fmla="*/ 0 w 12779"/>
                <a:gd name="connsiteY4" fmla="*/ 79161 h 85545"/>
                <a:gd name="connsiteX5" fmla="*/ 6390 w 12779"/>
                <a:gd name="connsiteY5" fmla="*/ 85545 h 85545"/>
                <a:gd name="connsiteX6" fmla="*/ 12780 w 12779"/>
                <a:gd name="connsiteY6" fmla="*/ 79161 h 85545"/>
                <a:gd name="connsiteX7" fmla="*/ 12780 w 12779"/>
                <a:gd name="connsiteY7" fmla="*/ 79161 h 85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9" h="85545">
                  <a:moveTo>
                    <a:pt x="12780" y="79161"/>
                  </a:moveTo>
                  <a:lnTo>
                    <a:pt x="12780" y="6384"/>
                  </a:lnTo>
                  <a:cubicBezTo>
                    <a:pt x="12780" y="2554"/>
                    <a:pt x="10224" y="0"/>
                    <a:pt x="6390" y="0"/>
                  </a:cubicBezTo>
                  <a:cubicBezTo>
                    <a:pt x="2556" y="0"/>
                    <a:pt x="0" y="2554"/>
                    <a:pt x="0" y="6384"/>
                  </a:cubicBezTo>
                  <a:lnTo>
                    <a:pt x="0" y="79161"/>
                  </a:lnTo>
                  <a:cubicBezTo>
                    <a:pt x="0" y="82992"/>
                    <a:pt x="2556" y="85545"/>
                    <a:pt x="6390" y="85545"/>
                  </a:cubicBezTo>
                  <a:cubicBezTo>
                    <a:pt x="10224" y="85545"/>
                    <a:pt x="12780" y="82992"/>
                    <a:pt x="12780" y="79161"/>
                  </a:cubicBezTo>
                  <a:lnTo>
                    <a:pt x="12780" y="79161"/>
                  </a:lnTo>
                  <a:close/>
                </a:path>
              </a:pathLst>
            </a:custGeom>
            <a:solidFill>
              <a:srgbClr val="26890D"/>
            </a:solidFill>
            <a:ln w="6390" cap="flat">
              <a:noFill/>
              <a:prstDash val="solid"/>
              <a:miter/>
            </a:ln>
          </p:spPr>
          <p:txBody>
            <a:bodyPr rtlCol="0" anchor="ctr"/>
            <a:lstStyle/>
            <a:p>
              <a:endParaRPr lang="en-US"/>
            </a:p>
          </p:txBody>
        </p:sp>
      </p:grpSp>
      <p:grpSp>
        <p:nvGrpSpPr>
          <p:cNvPr id="546" name="Graphic 4">
            <a:extLst>
              <a:ext uri="{FF2B5EF4-FFF2-40B4-BE49-F238E27FC236}">
                <a16:creationId xmlns:a16="http://schemas.microsoft.com/office/drawing/2014/main" id="{A0A10852-5D62-354F-9E0B-F28DDA62F438}"/>
              </a:ext>
            </a:extLst>
          </p:cNvPr>
          <p:cNvGrpSpPr/>
          <p:nvPr/>
        </p:nvGrpSpPr>
        <p:grpSpPr>
          <a:xfrm>
            <a:off x="6754802" y="918179"/>
            <a:ext cx="361670" cy="361971"/>
            <a:chOff x="6754802" y="918179"/>
            <a:chExt cx="361670" cy="361971"/>
          </a:xfrm>
          <a:solidFill>
            <a:srgbClr val="26890D"/>
          </a:solidFill>
        </p:grpSpPr>
        <p:sp>
          <p:nvSpPr>
            <p:cNvPr id="547" name="Graphic 4">
              <a:extLst>
                <a:ext uri="{FF2B5EF4-FFF2-40B4-BE49-F238E27FC236}">
                  <a16:creationId xmlns:a16="http://schemas.microsoft.com/office/drawing/2014/main" id="{94D3770E-24FF-9348-A21F-B0CCF1861A50}"/>
                </a:ext>
              </a:extLst>
            </p:cNvPr>
            <p:cNvSpPr/>
            <p:nvPr/>
          </p:nvSpPr>
          <p:spPr>
            <a:xfrm>
              <a:off x="6754802" y="918179"/>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349204 h 361971"/>
                <a:gd name="connsiteX7" fmla="*/ 12780 w 361670"/>
                <a:gd name="connsiteY7" fmla="*/ 181305 h 361971"/>
                <a:gd name="connsiteX8" fmla="*/ 180836 w 361670"/>
                <a:gd name="connsiteY8" fmla="*/ 12768 h 361971"/>
                <a:gd name="connsiteX9" fmla="*/ 348890 w 361670"/>
                <a:gd name="connsiteY9" fmla="*/ 180667 h 361971"/>
                <a:gd name="connsiteX10" fmla="*/ 348890 w 361670"/>
                <a:gd name="connsiteY10" fmla="*/ 180667 h 361971"/>
                <a:gd name="connsiteX11" fmla="*/ 180836 w 361670"/>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1971">
                  <a:moveTo>
                    <a:pt x="180836" y="0"/>
                  </a:moveTo>
                  <a:cubicBezTo>
                    <a:pt x="80513" y="0"/>
                    <a:pt x="0" y="81077"/>
                    <a:pt x="0" y="180667"/>
                  </a:cubicBezTo>
                  <a:cubicBezTo>
                    <a:pt x="0" y="280895"/>
                    <a:pt x="81153" y="361972"/>
                    <a:pt x="180836" y="361972"/>
                  </a:cubicBezTo>
                  <a:cubicBezTo>
                    <a:pt x="281157" y="361972"/>
                    <a:pt x="361670" y="280895"/>
                    <a:pt x="361670" y="181305"/>
                  </a:cubicBezTo>
                  <a:lnTo>
                    <a:pt x="361670" y="181305"/>
                  </a:lnTo>
                  <a:cubicBezTo>
                    <a:pt x="361670" y="81077"/>
                    <a:pt x="280518"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lnTo>
                    <a:pt x="348890" y="180667"/>
                  </a:lnTo>
                  <a:cubicBezTo>
                    <a:pt x="348890" y="273873"/>
                    <a:pt x="273490" y="349204"/>
                    <a:pt x="180836" y="349204"/>
                  </a:cubicBezTo>
                  <a:close/>
                </a:path>
              </a:pathLst>
            </a:custGeom>
            <a:solidFill>
              <a:srgbClr val="26890D"/>
            </a:solidFill>
            <a:ln w="6390" cap="flat">
              <a:noFill/>
              <a:prstDash val="solid"/>
              <a:miter/>
            </a:ln>
          </p:spPr>
          <p:txBody>
            <a:bodyPr rtlCol="0" anchor="ctr"/>
            <a:lstStyle/>
            <a:p>
              <a:endParaRPr lang="en-US"/>
            </a:p>
          </p:txBody>
        </p:sp>
        <p:sp>
          <p:nvSpPr>
            <p:cNvPr id="548" name="Graphic 4">
              <a:extLst>
                <a:ext uri="{FF2B5EF4-FFF2-40B4-BE49-F238E27FC236}">
                  <a16:creationId xmlns:a16="http://schemas.microsoft.com/office/drawing/2014/main" id="{DBF0B750-1A1C-9340-8D90-79184CD4F097}"/>
                </a:ext>
              </a:extLst>
            </p:cNvPr>
            <p:cNvSpPr/>
            <p:nvPr/>
          </p:nvSpPr>
          <p:spPr>
            <a:xfrm>
              <a:off x="6858319" y="1033729"/>
              <a:ext cx="154636" cy="130871"/>
            </a:xfrm>
            <a:custGeom>
              <a:avLst/>
              <a:gdLst>
                <a:gd name="connsiteX0" fmla="*/ 152719 w 154636"/>
                <a:gd name="connsiteY0" fmla="*/ 88099 h 130871"/>
                <a:gd name="connsiteX1" fmla="*/ 154636 w 154636"/>
                <a:gd name="connsiteY1" fmla="*/ 81715 h 130871"/>
                <a:gd name="connsiteX2" fmla="*/ 154636 w 154636"/>
                <a:gd name="connsiteY2" fmla="*/ 49157 h 130871"/>
                <a:gd name="connsiteX3" fmla="*/ 154636 w 154636"/>
                <a:gd name="connsiteY3" fmla="*/ 48518 h 130871"/>
                <a:gd name="connsiteX4" fmla="*/ 153358 w 154636"/>
                <a:gd name="connsiteY4" fmla="*/ 43411 h 130871"/>
                <a:gd name="connsiteX5" fmla="*/ 77318 w 154636"/>
                <a:gd name="connsiteY5" fmla="*/ 0 h 130871"/>
                <a:gd name="connsiteX6" fmla="*/ 1917 w 154636"/>
                <a:gd name="connsiteY6" fmla="*/ 42773 h 130871"/>
                <a:gd name="connsiteX7" fmla="*/ 0 w 154636"/>
                <a:gd name="connsiteY7" fmla="*/ 49157 h 130871"/>
                <a:gd name="connsiteX8" fmla="*/ 0 w 154636"/>
                <a:gd name="connsiteY8" fmla="*/ 81715 h 130871"/>
                <a:gd name="connsiteX9" fmla="*/ 0 w 154636"/>
                <a:gd name="connsiteY9" fmla="*/ 81715 h 130871"/>
                <a:gd name="connsiteX10" fmla="*/ 1917 w 154636"/>
                <a:gd name="connsiteY10" fmla="*/ 87461 h 130871"/>
                <a:gd name="connsiteX11" fmla="*/ 77957 w 154636"/>
                <a:gd name="connsiteY11" fmla="*/ 130872 h 130871"/>
                <a:gd name="connsiteX12" fmla="*/ 152719 w 154636"/>
                <a:gd name="connsiteY12" fmla="*/ 88099 h 130871"/>
                <a:gd name="connsiteX13" fmla="*/ 77318 w 154636"/>
                <a:gd name="connsiteY13" fmla="*/ 12130 h 130871"/>
                <a:gd name="connsiteX14" fmla="*/ 141856 w 154636"/>
                <a:gd name="connsiteY14" fmla="*/ 49157 h 130871"/>
                <a:gd name="connsiteX15" fmla="*/ 136105 w 154636"/>
                <a:gd name="connsiteY15" fmla="*/ 56179 h 130871"/>
                <a:gd name="connsiteX16" fmla="*/ 17891 w 154636"/>
                <a:gd name="connsiteY16" fmla="*/ 56179 h 130871"/>
                <a:gd name="connsiteX17" fmla="*/ 12140 w 154636"/>
                <a:gd name="connsiteY17" fmla="*/ 49157 h 130871"/>
                <a:gd name="connsiteX18" fmla="*/ 77318 w 154636"/>
                <a:gd name="connsiteY18" fmla="*/ 12130 h 130871"/>
                <a:gd name="connsiteX19" fmla="*/ 77318 w 154636"/>
                <a:gd name="connsiteY19" fmla="*/ 12130 h 130871"/>
                <a:gd name="connsiteX20" fmla="*/ 127159 w 154636"/>
                <a:gd name="connsiteY20" fmla="*/ 65117 h 130871"/>
                <a:gd name="connsiteX21" fmla="*/ 26837 w 154636"/>
                <a:gd name="connsiteY21" fmla="*/ 65117 h 130871"/>
                <a:gd name="connsiteX22" fmla="*/ 127159 w 154636"/>
                <a:gd name="connsiteY22" fmla="*/ 65117 h 130871"/>
                <a:gd name="connsiteX23" fmla="*/ 77318 w 154636"/>
                <a:gd name="connsiteY23" fmla="*/ 118104 h 130871"/>
                <a:gd name="connsiteX24" fmla="*/ 12780 w 154636"/>
                <a:gd name="connsiteY24" fmla="*/ 81077 h 130871"/>
                <a:gd name="connsiteX25" fmla="*/ 18530 w 154636"/>
                <a:gd name="connsiteY25" fmla="*/ 74054 h 130871"/>
                <a:gd name="connsiteX26" fmla="*/ 136744 w 154636"/>
                <a:gd name="connsiteY26" fmla="*/ 74054 h 130871"/>
                <a:gd name="connsiteX27" fmla="*/ 142495 w 154636"/>
                <a:gd name="connsiteY27" fmla="*/ 81077 h 130871"/>
                <a:gd name="connsiteX28" fmla="*/ 77318 w 154636"/>
                <a:gd name="connsiteY28" fmla="*/ 118104 h 130871"/>
                <a:gd name="connsiteX29" fmla="*/ 77318 w 154636"/>
                <a:gd name="connsiteY29" fmla="*/ 118104 h 13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54636" h="130871">
                  <a:moveTo>
                    <a:pt x="152719" y="88099"/>
                  </a:moveTo>
                  <a:cubicBezTo>
                    <a:pt x="153997" y="86184"/>
                    <a:pt x="154636" y="84269"/>
                    <a:pt x="154636" y="81715"/>
                  </a:cubicBezTo>
                  <a:lnTo>
                    <a:pt x="154636" y="49157"/>
                  </a:lnTo>
                  <a:cubicBezTo>
                    <a:pt x="154636" y="49157"/>
                    <a:pt x="154636" y="48518"/>
                    <a:pt x="154636" y="48518"/>
                  </a:cubicBezTo>
                  <a:cubicBezTo>
                    <a:pt x="154636" y="46603"/>
                    <a:pt x="153997" y="44688"/>
                    <a:pt x="153358" y="43411"/>
                  </a:cubicBezTo>
                  <a:cubicBezTo>
                    <a:pt x="143134" y="27451"/>
                    <a:pt x="115019" y="0"/>
                    <a:pt x="77318" y="0"/>
                  </a:cubicBezTo>
                  <a:cubicBezTo>
                    <a:pt x="43451" y="0"/>
                    <a:pt x="15975" y="22344"/>
                    <a:pt x="1917" y="42773"/>
                  </a:cubicBezTo>
                  <a:cubicBezTo>
                    <a:pt x="639" y="44688"/>
                    <a:pt x="0" y="46603"/>
                    <a:pt x="0" y="49157"/>
                  </a:cubicBezTo>
                  <a:lnTo>
                    <a:pt x="0" y="81715"/>
                  </a:lnTo>
                  <a:lnTo>
                    <a:pt x="0" y="81715"/>
                  </a:lnTo>
                  <a:cubicBezTo>
                    <a:pt x="0" y="83630"/>
                    <a:pt x="639" y="86184"/>
                    <a:pt x="1917" y="87461"/>
                  </a:cubicBezTo>
                  <a:cubicBezTo>
                    <a:pt x="12140" y="103420"/>
                    <a:pt x="40256" y="130872"/>
                    <a:pt x="77957" y="130872"/>
                  </a:cubicBezTo>
                  <a:cubicBezTo>
                    <a:pt x="111184" y="130872"/>
                    <a:pt x="138661" y="108528"/>
                    <a:pt x="152719" y="88099"/>
                  </a:cubicBezTo>
                  <a:close/>
                  <a:moveTo>
                    <a:pt x="77318" y="12130"/>
                  </a:moveTo>
                  <a:cubicBezTo>
                    <a:pt x="108629" y="12130"/>
                    <a:pt x="132271" y="35112"/>
                    <a:pt x="141856" y="49157"/>
                  </a:cubicBezTo>
                  <a:cubicBezTo>
                    <a:pt x="139939" y="51710"/>
                    <a:pt x="138022" y="54264"/>
                    <a:pt x="136105" y="56179"/>
                  </a:cubicBezTo>
                  <a:cubicBezTo>
                    <a:pt x="103517" y="24259"/>
                    <a:pt x="51119" y="24259"/>
                    <a:pt x="17891" y="56179"/>
                  </a:cubicBezTo>
                  <a:cubicBezTo>
                    <a:pt x="15975" y="53625"/>
                    <a:pt x="14058" y="51710"/>
                    <a:pt x="12140" y="49157"/>
                  </a:cubicBezTo>
                  <a:cubicBezTo>
                    <a:pt x="24920" y="31281"/>
                    <a:pt x="48563" y="12130"/>
                    <a:pt x="77318" y="12130"/>
                  </a:cubicBezTo>
                  <a:lnTo>
                    <a:pt x="77318" y="12130"/>
                  </a:lnTo>
                  <a:close/>
                  <a:moveTo>
                    <a:pt x="127159" y="65117"/>
                  </a:moveTo>
                  <a:cubicBezTo>
                    <a:pt x="99044" y="92568"/>
                    <a:pt x="54953" y="92568"/>
                    <a:pt x="26837" y="65117"/>
                  </a:cubicBezTo>
                  <a:cubicBezTo>
                    <a:pt x="54953" y="38304"/>
                    <a:pt x="99683" y="38304"/>
                    <a:pt x="127159" y="65117"/>
                  </a:cubicBezTo>
                  <a:close/>
                  <a:moveTo>
                    <a:pt x="77318" y="118104"/>
                  </a:moveTo>
                  <a:cubicBezTo>
                    <a:pt x="46007" y="118104"/>
                    <a:pt x="21725" y="95121"/>
                    <a:pt x="12780" y="81077"/>
                  </a:cubicBezTo>
                  <a:cubicBezTo>
                    <a:pt x="14696" y="78523"/>
                    <a:pt x="16614" y="75969"/>
                    <a:pt x="18530" y="74054"/>
                  </a:cubicBezTo>
                  <a:cubicBezTo>
                    <a:pt x="51119" y="105974"/>
                    <a:pt x="103517" y="105974"/>
                    <a:pt x="136744" y="74054"/>
                  </a:cubicBezTo>
                  <a:cubicBezTo>
                    <a:pt x="138661" y="76608"/>
                    <a:pt x="140579" y="78523"/>
                    <a:pt x="142495" y="81077"/>
                  </a:cubicBezTo>
                  <a:cubicBezTo>
                    <a:pt x="129076" y="99590"/>
                    <a:pt x="106073" y="118104"/>
                    <a:pt x="77318" y="118104"/>
                  </a:cubicBezTo>
                  <a:lnTo>
                    <a:pt x="77318" y="118104"/>
                  </a:lnTo>
                  <a:close/>
                </a:path>
              </a:pathLst>
            </a:custGeom>
            <a:solidFill>
              <a:srgbClr val="26890D"/>
            </a:solidFill>
            <a:ln w="6390" cap="flat">
              <a:noFill/>
              <a:prstDash val="solid"/>
              <a:miter/>
            </a:ln>
          </p:spPr>
          <p:txBody>
            <a:bodyPr rtlCol="0" anchor="ctr"/>
            <a:lstStyle/>
            <a:p>
              <a:endParaRPr lang="en-US"/>
            </a:p>
          </p:txBody>
        </p:sp>
        <p:sp>
          <p:nvSpPr>
            <p:cNvPr id="549" name="Graphic 4">
              <a:extLst>
                <a:ext uri="{FF2B5EF4-FFF2-40B4-BE49-F238E27FC236}">
                  <a16:creationId xmlns:a16="http://schemas.microsoft.com/office/drawing/2014/main" id="{6680BBE8-4D90-E74D-9304-E86EC1954E3D}"/>
                </a:ext>
              </a:extLst>
            </p:cNvPr>
            <p:cNvSpPr/>
            <p:nvPr/>
          </p:nvSpPr>
          <p:spPr>
            <a:xfrm>
              <a:off x="6917745" y="1080970"/>
              <a:ext cx="35783" cy="35750"/>
            </a:xfrm>
            <a:custGeom>
              <a:avLst/>
              <a:gdLst>
                <a:gd name="connsiteX0" fmla="*/ 0 w 35783"/>
                <a:gd name="connsiteY0" fmla="*/ 17875 h 35750"/>
                <a:gd name="connsiteX1" fmla="*/ 17892 w 35783"/>
                <a:gd name="connsiteY1" fmla="*/ 35750 h 35750"/>
                <a:gd name="connsiteX2" fmla="*/ 35783 w 35783"/>
                <a:gd name="connsiteY2" fmla="*/ 17875 h 35750"/>
                <a:gd name="connsiteX3" fmla="*/ 17892 w 35783"/>
                <a:gd name="connsiteY3" fmla="*/ 0 h 35750"/>
                <a:gd name="connsiteX4" fmla="*/ 0 w 35783"/>
                <a:gd name="connsiteY4" fmla="*/ 17875 h 35750"/>
                <a:gd name="connsiteX5" fmla="*/ 0 w 35783"/>
                <a:gd name="connsiteY5" fmla="*/ 17875 h 35750"/>
                <a:gd name="connsiteX6" fmla="*/ 17892 w 35783"/>
                <a:gd name="connsiteY6" fmla="*/ 12768 h 35750"/>
                <a:gd name="connsiteX7" fmla="*/ 23004 w 35783"/>
                <a:gd name="connsiteY7" fmla="*/ 17875 h 35750"/>
                <a:gd name="connsiteX8" fmla="*/ 17892 w 35783"/>
                <a:gd name="connsiteY8" fmla="*/ 22982 h 35750"/>
                <a:gd name="connsiteX9" fmla="*/ 12780 w 35783"/>
                <a:gd name="connsiteY9" fmla="*/ 17875 h 35750"/>
                <a:gd name="connsiteX10" fmla="*/ 17892 w 35783"/>
                <a:gd name="connsiteY10" fmla="*/ 12768 h 35750"/>
                <a:gd name="connsiteX11" fmla="*/ 17892 w 35783"/>
                <a:gd name="connsiteY11" fmla="*/ 12768 h 3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783" h="35750">
                  <a:moveTo>
                    <a:pt x="0" y="17875"/>
                  </a:moveTo>
                  <a:cubicBezTo>
                    <a:pt x="0" y="27451"/>
                    <a:pt x="7668" y="35750"/>
                    <a:pt x="17892" y="35750"/>
                  </a:cubicBezTo>
                  <a:cubicBezTo>
                    <a:pt x="27477" y="35750"/>
                    <a:pt x="35783" y="28090"/>
                    <a:pt x="35783" y="17875"/>
                  </a:cubicBezTo>
                  <a:cubicBezTo>
                    <a:pt x="35783" y="8299"/>
                    <a:pt x="28116" y="0"/>
                    <a:pt x="17892" y="0"/>
                  </a:cubicBezTo>
                  <a:cubicBezTo>
                    <a:pt x="7668" y="0"/>
                    <a:pt x="0" y="8299"/>
                    <a:pt x="0" y="17875"/>
                  </a:cubicBezTo>
                  <a:cubicBezTo>
                    <a:pt x="0" y="17875"/>
                    <a:pt x="0" y="17875"/>
                    <a:pt x="0" y="17875"/>
                  </a:cubicBezTo>
                  <a:close/>
                  <a:moveTo>
                    <a:pt x="17892" y="12768"/>
                  </a:moveTo>
                  <a:cubicBezTo>
                    <a:pt x="20448" y="12768"/>
                    <a:pt x="23004" y="15322"/>
                    <a:pt x="23004" y="17875"/>
                  </a:cubicBezTo>
                  <a:cubicBezTo>
                    <a:pt x="23004" y="20429"/>
                    <a:pt x="20448" y="22982"/>
                    <a:pt x="17892" y="22982"/>
                  </a:cubicBezTo>
                  <a:cubicBezTo>
                    <a:pt x="15336" y="22982"/>
                    <a:pt x="12780" y="20429"/>
                    <a:pt x="12780" y="17875"/>
                  </a:cubicBezTo>
                  <a:cubicBezTo>
                    <a:pt x="12780" y="15322"/>
                    <a:pt x="14697" y="12768"/>
                    <a:pt x="17892" y="12768"/>
                  </a:cubicBezTo>
                  <a:lnTo>
                    <a:pt x="17892" y="12768"/>
                  </a:lnTo>
                  <a:close/>
                </a:path>
              </a:pathLst>
            </a:custGeom>
            <a:solidFill>
              <a:srgbClr val="26890D"/>
            </a:solidFill>
            <a:ln w="6390" cap="flat">
              <a:noFill/>
              <a:prstDash val="solid"/>
              <a:miter/>
            </a:ln>
          </p:spPr>
          <p:txBody>
            <a:bodyPr rtlCol="0" anchor="ctr"/>
            <a:lstStyle/>
            <a:p>
              <a:endParaRPr lang="en-US"/>
            </a:p>
          </p:txBody>
        </p:sp>
        <p:sp>
          <p:nvSpPr>
            <p:cNvPr id="550" name="Graphic 4">
              <a:extLst>
                <a:ext uri="{FF2B5EF4-FFF2-40B4-BE49-F238E27FC236}">
                  <a16:creationId xmlns:a16="http://schemas.microsoft.com/office/drawing/2014/main" id="{AE4F7F25-656B-CD41-BDCA-07DAD70E9AAF}"/>
                </a:ext>
              </a:extLst>
            </p:cNvPr>
            <p:cNvSpPr/>
            <p:nvPr/>
          </p:nvSpPr>
          <p:spPr>
            <a:xfrm>
              <a:off x="6840427" y="1003724"/>
              <a:ext cx="46007" cy="45964"/>
            </a:xfrm>
            <a:custGeom>
              <a:avLst/>
              <a:gdLst>
                <a:gd name="connsiteX0" fmla="*/ 6390 w 46007"/>
                <a:gd name="connsiteY0" fmla="*/ 45965 h 45964"/>
                <a:gd name="connsiteX1" fmla="*/ 12780 w 46007"/>
                <a:gd name="connsiteY1" fmla="*/ 39581 h 45964"/>
                <a:gd name="connsiteX2" fmla="*/ 12780 w 46007"/>
                <a:gd name="connsiteY2" fmla="*/ 12768 h 45964"/>
                <a:gd name="connsiteX3" fmla="*/ 39617 w 46007"/>
                <a:gd name="connsiteY3" fmla="*/ 12768 h 45964"/>
                <a:gd name="connsiteX4" fmla="*/ 46007 w 46007"/>
                <a:gd name="connsiteY4" fmla="*/ 6384 h 45964"/>
                <a:gd name="connsiteX5" fmla="*/ 39617 w 46007"/>
                <a:gd name="connsiteY5" fmla="*/ 0 h 45964"/>
                <a:gd name="connsiteX6" fmla="*/ 6390 w 46007"/>
                <a:gd name="connsiteY6" fmla="*/ 0 h 45964"/>
                <a:gd name="connsiteX7" fmla="*/ 0 w 46007"/>
                <a:gd name="connsiteY7" fmla="*/ 6384 h 45964"/>
                <a:gd name="connsiteX8" fmla="*/ 0 w 46007"/>
                <a:gd name="connsiteY8" fmla="*/ 39581 h 45964"/>
                <a:gd name="connsiteX9" fmla="*/ 6390 w 46007"/>
                <a:gd name="connsiteY9" fmla="*/ 45965 h 45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007" h="45964">
                  <a:moveTo>
                    <a:pt x="6390" y="45965"/>
                  </a:moveTo>
                  <a:cubicBezTo>
                    <a:pt x="10224" y="45965"/>
                    <a:pt x="12780" y="43411"/>
                    <a:pt x="12780" y="39581"/>
                  </a:cubicBezTo>
                  <a:lnTo>
                    <a:pt x="12780" y="12768"/>
                  </a:lnTo>
                  <a:lnTo>
                    <a:pt x="39617" y="12768"/>
                  </a:lnTo>
                  <a:cubicBezTo>
                    <a:pt x="43452" y="12768"/>
                    <a:pt x="46007" y="10214"/>
                    <a:pt x="46007" y="6384"/>
                  </a:cubicBezTo>
                  <a:cubicBezTo>
                    <a:pt x="46007" y="2554"/>
                    <a:pt x="43452" y="0"/>
                    <a:pt x="39617" y="0"/>
                  </a:cubicBezTo>
                  <a:lnTo>
                    <a:pt x="6390" y="0"/>
                  </a:lnTo>
                  <a:cubicBezTo>
                    <a:pt x="2556" y="0"/>
                    <a:pt x="0" y="2554"/>
                    <a:pt x="0" y="6384"/>
                  </a:cubicBezTo>
                  <a:lnTo>
                    <a:pt x="0" y="39581"/>
                  </a:lnTo>
                  <a:cubicBezTo>
                    <a:pt x="0" y="42773"/>
                    <a:pt x="2556" y="45965"/>
                    <a:pt x="6390" y="45965"/>
                  </a:cubicBezTo>
                  <a:close/>
                </a:path>
              </a:pathLst>
            </a:custGeom>
            <a:solidFill>
              <a:srgbClr val="26890D"/>
            </a:solidFill>
            <a:ln w="6390" cap="flat">
              <a:noFill/>
              <a:prstDash val="solid"/>
              <a:miter/>
            </a:ln>
          </p:spPr>
          <p:txBody>
            <a:bodyPr rtlCol="0" anchor="ctr"/>
            <a:lstStyle/>
            <a:p>
              <a:endParaRPr lang="en-US"/>
            </a:p>
          </p:txBody>
        </p:sp>
        <p:sp>
          <p:nvSpPr>
            <p:cNvPr id="551" name="Graphic 4">
              <a:extLst>
                <a:ext uri="{FF2B5EF4-FFF2-40B4-BE49-F238E27FC236}">
                  <a16:creationId xmlns:a16="http://schemas.microsoft.com/office/drawing/2014/main" id="{20C55B0B-E33F-854D-A0CE-FFD4B9529E4D}"/>
                </a:ext>
              </a:extLst>
            </p:cNvPr>
            <p:cNvSpPr/>
            <p:nvPr/>
          </p:nvSpPr>
          <p:spPr>
            <a:xfrm>
              <a:off x="6984201" y="1003086"/>
              <a:ext cx="46007" cy="45964"/>
            </a:xfrm>
            <a:custGeom>
              <a:avLst/>
              <a:gdLst>
                <a:gd name="connsiteX0" fmla="*/ 40257 w 46007"/>
                <a:gd name="connsiteY0" fmla="*/ 0 h 45964"/>
                <a:gd name="connsiteX1" fmla="*/ 6390 w 46007"/>
                <a:gd name="connsiteY1" fmla="*/ 0 h 45964"/>
                <a:gd name="connsiteX2" fmla="*/ 0 w 46007"/>
                <a:gd name="connsiteY2" fmla="*/ 6384 h 45964"/>
                <a:gd name="connsiteX3" fmla="*/ 6390 w 46007"/>
                <a:gd name="connsiteY3" fmla="*/ 12768 h 45964"/>
                <a:gd name="connsiteX4" fmla="*/ 33227 w 46007"/>
                <a:gd name="connsiteY4" fmla="*/ 12768 h 45964"/>
                <a:gd name="connsiteX5" fmla="*/ 33227 w 46007"/>
                <a:gd name="connsiteY5" fmla="*/ 39581 h 45964"/>
                <a:gd name="connsiteX6" fmla="*/ 39617 w 46007"/>
                <a:gd name="connsiteY6" fmla="*/ 45965 h 45964"/>
                <a:gd name="connsiteX7" fmla="*/ 46007 w 46007"/>
                <a:gd name="connsiteY7" fmla="*/ 39581 h 45964"/>
                <a:gd name="connsiteX8" fmla="*/ 46007 w 46007"/>
                <a:gd name="connsiteY8" fmla="*/ 6384 h 45964"/>
                <a:gd name="connsiteX9" fmla="*/ 40257 w 46007"/>
                <a:gd name="connsiteY9" fmla="*/ 0 h 45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007" h="45964">
                  <a:moveTo>
                    <a:pt x="40257" y="0"/>
                  </a:moveTo>
                  <a:lnTo>
                    <a:pt x="6390" y="0"/>
                  </a:lnTo>
                  <a:cubicBezTo>
                    <a:pt x="2556" y="0"/>
                    <a:pt x="0" y="2554"/>
                    <a:pt x="0" y="6384"/>
                  </a:cubicBezTo>
                  <a:cubicBezTo>
                    <a:pt x="0" y="10214"/>
                    <a:pt x="2556" y="12768"/>
                    <a:pt x="6390" y="12768"/>
                  </a:cubicBezTo>
                  <a:lnTo>
                    <a:pt x="33227" y="12768"/>
                  </a:lnTo>
                  <a:lnTo>
                    <a:pt x="33227" y="39581"/>
                  </a:lnTo>
                  <a:cubicBezTo>
                    <a:pt x="33227" y="43411"/>
                    <a:pt x="35783" y="45965"/>
                    <a:pt x="39617" y="45965"/>
                  </a:cubicBezTo>
                  <a:cubicBezTo>
                    <a:pt x="43452" y="45965"/>
                    <a:pt x="46007" y="43411"/>
                    <a:pt x="46007" y="39581"/>
                  </a:cubicBezTo>
                  <a:lnTo>
                    <a:pt x="46007" y="6384"/>
                  </a:lnTo>
                  <a:cubicBezTo>
                    <a:pt x="46007" y="3192"/>
                    <a:pt x="43452" y="638"/>
                    <a:pt x="40257" y="0"/>
                  </a:cubicBezTo>
                  <a:close/>
                </a:path>
              </a:pathLst>
            </a:custGeom>
            <a:solidFill>
              <a:srgbClr val="26890D"/>
            </a:solidFill>
            <a:ln w="6390" cap="flat">
              <a:noFill/>
              <a:prstDash val="solid"/>
              <a:miter/>
            </a:ln>
          </p:spPr>
          <p:txBody>
            <a:bodyPr rtlCol="0" anchor="ctr"/>
            <a:lstStyle/>
            <a:p>
              <a:endParaRPr lang="en-US"/>
            </a:p>
          </p:txBody>
        </p:sp>
        <p:sp>
          <p:nvSpPr>
            <p:cNvPr id="552" name="Graphic 4">
              <a:extLst>
                <a:ext uri="{FF2B5EF4-FFF2-40B4-BE49-F238E27FC236}">
                  <a16:creationId xmlns:a16="http://schemas.microsoft.com/office/drawing/2014/main" id="{65B5FF8C-96DC-3240-BA90-7A1953D7A1DC}"/>
                </a:ext>
              </a:extLst>
            </p:cNvPr>
            <p:cNvSpPr/>
            <p:nvPr/>
          </p:nvSpPr>
          <p:spPr>
            <a:xfrm>
              <a:off x="6984201" y="1148002"/>
              <a:ext cx="46007" cy="45964"/>
            </a:xfrm>
            <a:custGeom>
              <a:avLst/>
              <a:gdLst>
                <a:gd name="connsiteX0" fmla="*/ 39617 w 46007"/>
                <a:gd name="connsiteY0" fmla="*/ 0 h 45964"/>
                <a:gd name="connsiteX1" fmla="*/ 33227 w 46007"/>
                <a:gd name="connsiteY1" fmla="*/ 6384 h 45964"/>
                <a:gd name="connsiteX2" fmla="*/ 33227 w 46007"/>
                <a:gd name="connsiteY2" fmla="*/ 33197 h 45964"/>
                <a:gd name="connsiteX3" fmla="*/ 6390 w 46007"/>
                <a:gd name="connsiteY3" fmla="*/ 33197 h 45964"/>
                <a:gd name="connsiteX4" fmla="*/ 0 w 46007"/>
                <a:gd name="connsiteY4" fmla="*/ 39581 h 45964"/>
                <a:gd name="connsiteX5" fmla="*/ 6390 w 46007"/>
                <a:gd name="connsiteY5" fmla="*/ 45965 h 45964"/>
                <a:gd name="connsiteX6" fmla="*/ 39617 w 46007"/>
                <a:gd name="connsiteY6" fmla="*/ 45965 h 45964"/>
                <a:gd name="connsiteX7" fmla="*/ 46007 w 46007"/>
                <a:gd name="connsiteY7" fmla="*/ 39581 h 45964"/>
                <a:gd name="connsiteX8" fmla="*/ 46007 w 46007"/>
                <a:gd name="connsiteY8" fmla="*/ 6384 h 45964"/>
                <a:gd name="connsiteX9" fmla="*/ 39617 w 46007"/>
                <a:gd name="connsiteY9" fmla="*/ 0 h 45964"/>
                <a:gd name="connsiteX10" fmla="*/ 39617 w 46007"/>
                <a:gd name="connsiteY10" fmla="*/ 0 h 45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007" h="45964">
                  <a:moveTo>
                    <a:pt x="39617" y="0"/>
                  </a:moveTo>
                  <a:cubicBezTo>
                    <a:pt x="35783" y="0"/>
                    <a:pt x="33227" y="2554"/>
                    <a:pt x="33227" y="6384"/>
                  </a:cubicBezTo>
                  <a:lnTo>
                    <a:pt x="33227" y="33197"/>
                  </a:lnTo>
                  <a:lnTo>
                    <a:pt x="6390" y="33197"/>
                  </a:lnTo>
                  <a:cubicBezTo>
                    <a:pt x="2556" y="33197"/>
                    <a:pt x="0" y="35750"/>
                    <a:pt x="0" y="39581"/>
                  </a:cubicBezTo>
                  <a:cubicBezTo>
                    <a:pt x="0" y="43411"/>
                    <a:pt x="2556" y="45965"/>
                    <a:pt x="6390" y="45965"/>
                  </a:cubicBezTo>
                  <a:lnTo>
                    <a:pt x="39617" y="45965"/>
                  </a:lnTo>
                  <a:cubicBezTo>
                    <a:pt x="43452" y="45965"/>
                    <a:pt x="46007" y="43411"/>
                    <a:pt x="46007" y="39581"/>
                  </a:cubicBezTo>
                  <a:lnTo>
                    <a:pt x="46007" y="6384"/>
                  </a:lnTo>
                  <a:cubicBezTo>
                    <a:pt x="46007" y="3192"/>
                    <a:pt x="42812" y="0"/>
                    <a:pt x="39617" y="0"/>
                  </a:cubicBezTo>
                  <a:cubicBezTo>
                    <a:pt x="39617" y="0"/>
                    <a:pt x="39617" y="0"/>
                    <a:pt x="39617" y="0"/>
                  </a:cubicBezTo>
                  <a:close/>
                </a:path>
              </a:pathLst>
            </a:custGeom>
            <a:solidFill>
              <a:srgbClr val="26890D"/>
            </a:solidFill>
            <a:ln w="6390" cap="flat">
              <a:noFill/>
              <a:prstDash val="solid"/>
              <a:miter/>
            </a:ln>
          </p:spPr>
          <p:txBody>
            <a:bodyPr rtlCol="0" anchor="ctr"/>
            <a:lstStyle/>
            <a:p>
              <a:endParaRPr lang="en-US"/>
            </a:p>
          </p:txBody>
        </p:sp>
        <p:sp>
          <p:nvSpPr>
            <p:cNvPr id="553" name="Graphic 4">
              <a:extLst>
                <a:ext uri="{FF2B5EF4-FFF2-40B4-BE49-F238E27FC236}">
                  <a16:creationId xmlns:a16="http://schemas.microsoft.com/office/drawing/2014/main" id="{4E6EB195-77A0-404E-8343-13333921C375}"/>
                </a:ext>
              </a:extLst>
            </p:cNvPr>
            <p:cNvSpPr/>
            <p:nvPr/>
          </p:nvSpPr>
          <p:spPr>
            <a:xfrm>
              <a:off x="6841066" y="1148641"/>
              <a:ext cx="46008" cy="45964"/>
            </a:xfrm>
            <a:custGeom>
              <a:avLst/>
              <a:gdLst>
                <a:gd name="connsiteX0" fmla="*/ 39618 w 46008"/>
                <a:gd name="connsiteY0" fmla="*/ 33197 h 45964"/>
                <a:gd name="connsiteX1" fmla="*/ 12780 w 46008"/>
                <a:gd name="connsiteY1" fmla="*/ 33197 h 45964"/>
                <a:gd name="connsiteX2" fmla="*/ 12780 w 46008"/>
                <a:gd name="connsiteY2" fmla="*/ 6384 h 45964"/>
                <a:gd name="connsiteX3" fmla="*/ 6390 w 46008"/>
                <a:gd name="connsiteY3" fmla="*/ 0 h 45964"/>
                <a:gd name="connsiteX4" fmla="*/ 0 w 46008"/>
                <a:gd name="connsiteY4" fmla="*/ 6384 h 45964"/>
                <a:gd name="connsiteX5" fmla="*/ 0 w 46008"/>
                <a:gd name="connsiteY5" fmla="*/ 39581 h 45964"/>
                <a:gd name="connsiteX6" fmla="*/ 6390 w 46008"/>
                <a:gd name="connsiteY6" fmla="*/ 45965 h 45964"/>
                <a:gd name="connsiteX7" fmla="*/ 39618 w 46008"/>
                <a:gd name="connsiteY7" fmla="*/ 45965 h 45964"/>
                <a:gd name="connsiteX8" fmla="*/ 46008 w 46008"/>
                <a:gd name="connsiteY8" fmla="*/ 39581 h 45964"/>
                <a:gd name="connsiteX9" fmla="*/ 39618 w 46008"/>
                <a:gd name="connsiteY9" fmla="*/ 33197 h 45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008" h="45964">
                  <a:moveTo>
                    <a:pt x="39618" y="33197"/>
                  </a:moveTo>
                  <a:lnTo>
                    <a:pt x="12780" y="33197"/>
                  </a:lnTo>
                  <a:lnTo>
                    <a:pt x="12780" y="6384"/>
                  </a:lnTo>
                  <a:cubicBezTo>
                    <a:pt x="12780" y="2554"/>
                    <a:pt x="10224" y="0"/>
                    <a:pt x="6390" y="0"/>
                  </a:cubicBezTo>
                  <a:cubicBezTo>
                    <a:pt x="2556" y="0"/>
                    <a:pt x="0" y="2554"/>
                    <a:pt x="0" y="6384"/>
                  </a:cubicBezTo>
                  <a:lnTo>
                    <a:pt x="0" y="39581"/>
                  </a:lnTo>
                  <a:cubicBezTo>
                    <a:pt x="0" y="43411"/>
                    <a:pt x="2556" y="45965"/>
                    <a:pt x="6390" y="45965"/>
                  </a:cubicBezTo>
                  <a:lnTo>
                    <a:pt x="39618" y="45965"/>
                  </a:lnTo>
                  <a:cubicBezTo>
                    <a:pt x="43452" y="45965"/>
                    <a:pt x="46008" y="43411"/>
                    <a:pt x="46008" y="39581"/>
                  </a:cubicBezTo>
                  <a:cubicBezTo>
                    <a:pt x="46008" y="35750"/>
                    <a:pt x="42813" y="33197"/>
                    <a:pt x="39618" y="33197"/>
                  </a:cubicBezTo>
                  <a:close/>
                </a:path>
              </a:pathLst>
            </a:custGeom>
            <a:solidFill>
              <a:srgbClr val="26890D"/>
            </a:solidFill>
            <a:ln w="6390" cap="flat">
              <a:noFill/>
              <a:prstDash val="solid"/>
              <a:miter/>
            </a:ln>
          </p:spPr>
          <p:txBody>
            <a:bodyPr rtlCol="0" anchor="ctr"/>
            <a:lstStyle/>
            <a:p>
              <a:endParaRPr lang="en-US"/>
            </a:p>
          </p:txBody>
        </p:sp>
      </p:grpSp>
      <p:grpSp>
        <p:nvGrpSpPr>
          <p:cNvPr id="554" name="Graphic 4">
            <a:extLst>
              <a:ext uri="{FF2B5EF4-FFF2-40B4-BE49-F238E27FC236}">
                <a16:creationId xmlns:a16="http://schemas.microsoft.com/office/drawing/2014/main" id="{AF6BEDC3-FA8A-194B-AD1C-A0A925F0E35F}"/>
              </a:ext>
            </a:extLst>
          </p:cNvPr>
          <p:cNvGrpSpPr/>
          <p:nvPr/>
        </p:nvGrpSpPr>
        <p:grpSpPr>
          <a:xfrm>
            <a:off x="6754802" y="1402723"/>
            <a:ext cx="361670" cy="361971"/>
            <a:chOff x="6754802" y="1402723"/>
            <a:chExt cx="361670" cy="361971"/>
          </a:xfrm>
          <a:solidFill>
            <a:srgbClr val="26890D"/>
          </a:solidFill>
        </p:grpSpPr>
        <p:sp>
          <p:nvSpPr>
            <p:cNvPr id="555" name="Graphic 4">
              <a:extLst>
                <a:ext uri="{FF2B5EF4-FFF2-40B4-BE49-F238E27FC236}">
                  <a16:creationId xmlns:a16="http://schemas.microsoft.com/office/drawing/2014/main" id="{677FE23B-9E38-2D4B-A6F8-8CC0AB8003D8}"/>
                </a:ext>
              </a:extLst>
            </p:cNvPr>
            <p:cNvSpPr/>
            <p:nvPr/>
          </p:nvSpPr>
          <p:spPr>
            <a:xfrm>
              <a:off x="6754802" y="1402723"/>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0 h 361971"/>
                <a:gd name="connsiteX7" fmla="*/ 180836 w 361670"/>
                <a:gd name="connsiteY7" fmla="*/ 348565 h 361971"/>
                <a:gd name="connsiteX8" fmla="*/ 12780 w 361670"/>
                <a:gd name="connsiteY8" fmla="*/ 180667 h 361971"/>
                <a:gd name="connsiteX9" fmla="*/ 180836 w 361670"/>
                <a:gd name="connsiteY9" fmla="*/ 12130 h 361971"/>
                <a:gd name="connsiteX10" fmla="*/ 348890 w 361670"/>
                <a:gd name="connsiteY10" fmla="*/ 180028 h 361971"/>
                <a:gd name="connsiteX11" fmla="*/ 348890 w 361670"/>
                <a:gd name="connsiteY11" fmla="*/ 180028 h 361971"/>
                <a:gd name="connsiteX12" fmla="*/ 180836 w 361670"/>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6" y="0"/>
                  </a:moveTo>
                  <a:cubicBezTo>
                    <a:pt x="80513" y="0"/>
                    <a:pt x="0" y="81077"/>
                    <a:pt x="0" y="180667"/>
                  </a:cubicBezTo>
                  <a:cubicBezTo>
                    <a:pt x="0" y="280257"/>
                    <a:pt x="81153" y="361972"/>
                    <a:pt x="180836" y="361972"/>
                  </a:cubicBezTo>
                  <a:cubicBezTo>
                    <a:pt x="281157" y="361972"/>
                    <a:pt x="361670" y="280895"/>
                    <a:pt x="361670" y="181305"/>
                  </a:cubicBezTo>
                  <a:cubicBezTo>
                    <a:pt x="361670" y="181305"/>
                    <a:pt x="361670" y="181305"/>
                    <a:pt x="361670" y="181305"/>
                  </a:cubicBezTo>
                  <a:cubicBezTo>
                    <a:pt x="361670" y="80438"/>
                    <a:pt x="280518" y="0"/>
                    <a:pt x="180836" y="0"/>
                  </a:cubicBezTo>
                  <a:cubicBezTo>
                    <a:pt x="180836" y="0"/>
                    <a:pt x="180836" y="0"/>
                    <a:pt x="180836" y="0"/>
                  </a:cubicBezTo>
                  <a:close/>
                  <a:moveTo>
                    <a:pt x="180836" y="348565"/>
                  </a:moveTo>
                  <a:cubicBezTo>
                    <a:pt x="87543" y="348565"/>
                    <a:pt x="12780" y="273234"/>
                    <a:pt x="12780" y="180667"/>
                  </a:cubicBezTo>
                  <a:cubicBezTo>
                    <a:pt x="12780" y="87461"/>
                    <a:pt x="88181" y="12130"/>
                    <a:pt x="180836" y="12130"/>
                  </a:cubicBezTo>
                  <a:cubicBezTo>
                    <a:pt x="274128" y="12130"/>
                    <a:pt x="348890" y="87461"/>
                    <a:pt x="348890" y="180028"/>
                  </a:cubicBezTo>
                  <a:lnTo>
                    <a:pt x="348890" y="180028"/>
                  </a:lnTo>
                  <a:cubicBezTo>
                    <a:pt x="348890" y="273234"/>
                    <a:pt x="273490" y="348565"/>
                    <a:pt x="180836" y="348565"/>
                  </a:cubicBezTo>
                  <a:close/>
                </a:path>
              </a:pathLst>
            </a:custGeom>
            <a:solidFill>
              <a:srgbClr val="26890D"/>
            </a:solidFill>
            <a:ln w="6390" cap="flat">
              <a:noFill/>
              <a:prstDash val="solid"/>
              <a:miter/>
            </a:ln>
          </p:spPr>
          <p:txBody>
            <a:bodyPr rtlCol="0" anchor="ctr"/>
            <a:lstStyle/>
            <a:p>
              <a:endParaRPr lang="en-US"/>
            </a:p>
          </p:txBody>
        </p:sp>
        <p:sp>
          <p:nvSpPr>
            <p:cNvPr id="556" name="Graphic 4">
              <a:extLst>
                <a:ext uri="{FF2B5EF4-FFF2-40B4-BE49-F238E27FC236}">
                  <a16:creationId xmlns:a16="http://schemas.microsoft.com/office/drawing/2014/main" id="{70BB7EBA-458F-5547-A7B1-16C4FBC3127E}"/>
                </a:ext>
              </a:extLst>
            </p:cNvPr>
            <p:cNvSpPr/>
            <p:nvPr/>
          </p:nvSpPr>
          <p:spPr>
            <a:xfrm>
              <a:off x="6827008" y="1589251"/>
              <a:ext cx="217257" cy="55425"/>
            </a:xfrm>
            <a:custGeom>
              <a:avLst/>
              <a:gdLst>
                <a:gd name="connsiteX0" fmla="*/ 210868 w 217257"/>
                <a:gd name="connsiteY0" fmla="*/ 42657 h 55425"/>
                <a:gd name="connsiteX1" fmla="*/ 115019 w 217257"/>
                <a:gd name="connsiteY1" fmla="*/ 42657 h 55425"/>
                <a:gd name="connsiteX2" fmla="*/ 115019 w 217257"/>
                <a:gd name="connsiteY2" fmla="*/ 24782 h 55425"/>
                <a:gd name="connsiteX3" fmla="*/ 120130 w 217257"/>
                <a:gd name="connsiteY3" fmla="*/ 6907 h 55425"/>
                <a:gd name="connsiteX4" fmla="*/ 102239 w 217257"/>
                <a:gd name="connsiteY4" fmla="*/ 1800 h 55425"/>
                <a:gd name="connsiteX5" fmla="*/ 97127 w 217257"/>
                <a:gd name="connsiteY5" fmla="*/ 19675 h 55425"/>
                <a:gd name="connsiteX6" fmla="*/ 102239 w 217257"/>
                <a:gd name="connsiteY6" fmla="*/ 24782 h 55425"/>
                <a:gd name="connsiteX7" fmla="*/ 102239 w 217257"/>
                <a:gd name="connsiteY7" fmla="*/ 42657 h 55425"/>
                <a:gd name="connsiteX8" fmla="*/ 6390 w 217257"/>
                <a:gd name="connsiteY8" fmla="*/ 42657 h 55425"/>
                <a:gd name="connsiteX9" fmla="*/ 0 w 217257"/>
                <a:gd name="connsiteY9" fmla="*/ 49041 h 55425"/>
                <a:gd name="connsiteX10" fmla="*/ 6390 w 217257"/>
                <a:gd name="connsiteY10" fmla="*/ 55425 h 55425"/>
                <a:gd name="connsiteX11" fmla="*/ 210868 w 217257"/>
                <a:gd name="connsiteY11" fmla="*/ 55425 h 55425"/>
                <a:gd name="connsiteX12" fmla="*/ 217258 w 217257"/>
                <a:gd name="connsiteY12" fmla="*/ 49041 h 55425"/>
                <a:gd name="connsiteX13" fmla="*/ 210868 w 217257"/>
                <a:gd name="connsiteY13" fmla="*/ 42657 h 55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7257" h="55425">
                  <a:moveTo>
                    <a:pt x="210868" y="42657"/>
                  </a:moveTo>
                  <a:lnTo>
                    <a:pt x="115019" y="42657"/>
                  </a:lnTo>
                  <a:lnTo>
                    <a:pt x="115019" y="24782"/>
                  </a:lnTo>
                  <a:cubicBezTo>
                    <a:pt x="121409" y="20952"/>
                    <a:pt x="123965" y="13291"/>
                    <a:pt x="120130" y="6907"/>
                  </a:cubicBezTo>
                  <a:cubicBezTo>
                    <a:pt x="116297" y="523"/>
                    <a:pt x="108629" y="-2031"/>
                    <a:pt x="102239" y="1800"/>
                  </a:cubicBezTo>
                  <a:cubicBezTo>
                    <a:pt x="95849" y="5630"/>
                    <a:pt x="93293" y="13291"/>
                    <a:pt x="97127" y="19675"/>
                  </a:cubicBezTo>
                  <a:cubicBezTo>
                    <a:pt x="98405" y="22228"/>
                    <a:pt x="100322" y="23505"/>
                    <a:pt x="102239" y="24782"/>
                  </a:cubicBezTo>
                  <a:lnTo>
                    <a:pt x="102239" y="42657"/>
                  </a:lnTo>
                  <a:lnTo>
                    <a:pt x="6390" y="42657"/>
                  </a:lnTo>
                  <a:cubicBezTo>
                    <a:pt x="2556" y="42657"/>
                    <a:pt x="0" y="45211"/>
                    <a:pt x="0" y="49041"/>
                  </a:cubicBezTo>
                  <a:cubicBezTo>
                    <a:pt x="0" y="52872"/>
                    <a:pt x="2556" y="55425"/>
                    <a:pt x="6390" y="55425"/>
                  </a:cubicBezTo>
                  <a:lnTo>
                    <a:pt x="210868" y="55425"/>
                  </a:lnTo>
                  <a:cubicBezTo>
                    <a:pt x="214702" y="55425"/>
                    <a:pt x="217258" y="52872"/>
                    <a:pt x="217258" y="49041"/>
                  </a:cubicBezTo>
                  <a:cubicBezTo>
                    <a:pt x="217258" y="45211"/>
                    <a:pt x="214063" y="42657"/>
                    <a:pt x="210868" y="42657"/>
                  </a:cubicBezTo>
                  <a:close/>
                </a:path>
              </a:pathLst>
            </a:custGeom>
            <a:solidFill>
              <a:srgbClr val="26890D"/>
            </a:solidFill>
            <a:ln w="6390" cap="flat">
              <a:noFill/>
              <a:prstDash val="solid"/>
              <a:miter/>
            </a:ln>
          </p:spPr>
          <p:txBody>
            <a:bodyPr rtlCol="0" anchor="ctr"/>
            <a:lstStyle/>
            <a:p>
              <a:endParaRPr lang="en-US"/>
            </a:p>
          </p:txBody>
        </p:sp>
        <p:sp>
          <p:nvSpPr>
            <p:cNvPr id="557" name="Graphic 4">
              <a:extLst>
                <a:ext uri="{FF2B5EF4-FFF2-40B4-BE49-F238E27FC236}">
                  <a16:creationId xmlns:a16="http://schemas.microsoft.com/office/drawing/2014/main" id="{9750EDBB-BB0E-9A4E-A725-B513E0242722}"/>
                </a:ext>
              </a:extLst>
            </p:cNvPr>
            <p:cNvSpPr/>
            <p:nvPr/>
          </p:nvSpPr>
          <p:spPr>
            <a:xfrm>
              <a:off x="6897937" y="1566791"/>
              <a:ext cx="75401" cy="44049"/>
            </a:xfrm>
            <a:custGeom>
              <a:avLst/>
              <a:gdLst>
                <a:gd name="connsiteX0" fmla="*/ 37701 w 75401"/>
                <a:gd name="connsiteY0" fmla="*/ 0 h 44049"/>
                <a:gd name="connsiteX1" fmla="*/ 0 w 75401"/>
                <a:gd name="connsiteY1" fmla="*/ 37665 h 44049"/>
                <a:gd name="connsiteX2" fmla="*/ 6390 w 75401"/>
                <a:gd name="connsiteY2" fmla="*/ 44049 h 44049"/>
                <a:gd name="connsiteX3" fmla="*/ 12780 w 75401"/>
                <a:gd name="connsiteY3" fmla="*/ 37665 h 44049"/>
                <a:gd name="connsiteX4" fmla="*/ 38978 w 75401"/>
                <a:gd name="connsiteY4" fmla="*/ 14045 h 44049"/>
                <a:gd name="connsiteX5" fmla="*/ 62622 w 75401"/>
                <a:gd name="connsiteY5" fmla="*/ 37665 h 44049"/>
                <a:gd name="connsiteX6" fmla="*/ 69012 w 75401"/>
                <a:gd name="connsiteY6" fmla="*/ 44049 h 44049"/>
                <a:gd name="connsiteX7" fmla="*/ 75402 w 75401"/>
                <a:gd name="connsiteY7" fmla="*/ 37665 h 44049"/>
                <a:gd name="connsiteX8" fmla="*/ 37701 w 75401"/>
                <a:gd name="connsiteY8" fmla="*/ 0 h 44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401" h="44049">
                  <a:moveTo>
                    <a:pt x="37701" y="0"/>
                  </a:moveTo>
                  <a:cubicBezTo>
                    <a:pt x="17253" y="0"/>
                    <a:pt x="0" y="16598"/>
                    <a:pt x="0" y="37665"/>
                  </a:cubicBezTo>
                  <a:cubicBezTo>
                    <a:pt x="0" y="41496"/>
                    <a:pt x="2556" y="44049"/>
                    <a:pt x="6390" y="44049"/>
                  </a:cubicBezTo>
                  <a:cubicBezTo>
                    <a:pt x="10224" y="44049"/>
                    <a:pt x="12780" y="41496"/>
                    <a:pt x="12780" y="37665"/>
                  </a:cubicBezTo>
                  <a:cubicBezTo>
                    <a:pt x="13419" y="24259"/>
                    <a:pt x="24921" y="13406"/>
                    <a:pt x="38978" y="14045"/>
                  </a:cubicBezTo>
                  <a:cubicBezTo>
                    <a:pt x="51758" y="14683"/>
                    <a:pt x="61982" y="24897"/>
                    <a:pt x="62622" y="37665"/>
                  </a:cubicBezTo>
                  <a:cubicBezTo>
                    <a:pt x="62622" y="41496"/>
                    <a:pt x="65177" y="44049"/>
                    <a:pt x="69012" y="44049"/>
                  </a:cubicBezTo>
                  <a:cubicBezTo>
                    <a:pt x="72845" y="44049"/>
                    <a:pt x="75402" y="41496"/>
                    <a:pt x="75402" y="37665"/>
                  </a:cubicBezTo>
                  <a:cubicBezTo>
                    <a:pt x="74762" y="17237"/>
                    <a:pt x="58148" y="0"/>
                    <a:pt x="37701" y="0"/>
                  </a:cubicBezTo>
                  <a:close/>
                </a:path>
              </a:pathLst>
            </a:custGeom>
            <a:solidFill>
              <a:srgbClr val="26890D"/>
            </a:solidFill>
            <a:ln w="6390" cap="flat">
              <a:noFill/>
              <a:prstDash val="solid"/>
              <a:miter/>
            </a:ln>
          </p:spPr>
          <p:txBody>
            <a:bodyPr rtlCol="0" anchor="ctr"/>
            <a:lstStyle/>
            <a:p>
              <a:endParaRPr lang="en-US"/>
            </a:p>
          </p:txBody>
        </p:sp>
        <p:sp>
          <p:nvSpPr>
            <p:cNvPr id="558" name="Graphic 4">
              <a:extLst>
                <a:ext uri="{FF2B5EF4-FFF2-40B4-BE49-F238E27FC236}">
                  <a16:creationId xmlns:a16="http://schemas.microsoft.com/office/drawing/2014/main" id="{DB29FC81-5FB9-8245-BB9D-28A0BBDC836E}"/>
                </a:ext>
              </a:extLst>
            </p:cNvPr>
            <p:cNvSpPr/>
            <p:nvPr/>
          </p:nvSpPr>
          <p:spPr>
            <a:xfrm>
              <a:off x="6871738" y="1540617"/>
              <a:ext cx="127798" cy="70223"/>
            </a:xfrm>
            <a:custGeom>
              <a:avLst/>
              <a:gdLst>
                <a:gd name="connsiteX0" fmla="*/ 121409 w 127798"/>
                <a:gd name="connsiteY0" fmla="*/ 70224 h 70223"/>
                <a:gd name="connsiteX1" fmla="*/ 127799 w 127798"/>
                <a:gd name="connsiteY1" fmla="*/ 63840 h 70223"/>
                <a:gd name="connsiteX2" fmla="*/ 63899 w 127798"/>
                <a:gd name="connsiteY2" fmla="*/ 0 h 70223"/>
                <a:gd name="connsiteX3" fmla="*/ 0 w 127798"/>
                <a:gd name="connsiteY3" fmla="*/ 63840 h 70223"/>
                <a:gd name="connsiteX4" fmla="*/ 0 w 127798"/>
                <a:gd name="connsiteY4" fmla="*/ 63840 h 70223"/>
                <a:gd name="connsiteX5" fmla="*/ 6390 w 127798"/>
                <a:gd name="connsiteY5" fmla="*/ 70224 h 70223"/>
                <a:gd name="connsiteX6" fmla="*/ 12780 w 127798"/>
                <a:gd name="connsiteY6" fmla="*/ 63840 h 70223"/>
                <a:gd name="connsiteX7" fmla="*/ 63899 w 127798"/>
                <a:gd name="connsiteY7" fmla="*/ 12768 h 70223"/>
                <a:gd name="connsiteX8" fmla="*/ 115019 w 127798"/>
                <a:gd name="connsiteY8" fmla="*/ 63840 h 70223"/>
                <a:gd name="connsiteX9" fmla="*/ 121409 w 127798"/>
                <a:gd name="connsiteY9" fmla="*/ 70224 h 7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798" h="70223">
                  <a:moveTo>
                    <a:pt x="121409" y="70224"/>
                  </a:moveTo>
                  <a:cubicBezTo>
                    <a:pt x="125243" y="70224"/>
                    <a:pt x="127799" y="67670"/>
                    <a:pt x="127799" y="63840"/>
                  </a:cubicBezTo>
                  <a:cubicBezTo>
                    <a:pt x="127799" y="28728"/>
                    <a:pt x="99044" y="0"/>
                    <a:pt x="63899" y="0"/>
                  </a:cubicBezTo>
                  <a:cubicBezTo>
                    <a:pt x="28755" y="0"/>
                    <a:pt x="0" y="28728"/>
                    <a:pt x="0" y="63840"/>
                  </a:cubicBezTo>
                  <a:lnTo>
                    <a:pt x="0" y="63840"/>
                  </a:lnTo>
                  <a:cubicBezTo>
                    <a:pt x="0" y="67670"/>
                    <a:pt x="2556" y="70224"/>
                    <a:pt x="6390" y="70224"/>
                  </a:cubicBezTo>
                  <a:cubicBezTo>
                    <a:pt x="10224" y="70224"/>
                    <a:pt x="12780" y="67670"/>
                    <a:pt x="12780" y="63840"/>
                  </a:cubicBezTo>
                  <a:cubicBezTo>
                    <a:pt x="12780" y="35750"/>
                    <a:pt x="35783" y="12768"/>
                    <a:pt x="63899" y="12768"/>
                  </a:cubicBezTo>
                  <a:cubicBezTo>
                    <a:pt x="92015" y="12768"/>
                    <a:pt x="115019" y="35750"/>
                    <a:pt x="115019" y="63840"/>
                  </a:cubicBezTo>
                  <a:cubicBezTo>
                    <a:pt x="115019" y="67670"/>
                    <a:pt x="117575" y="70224"/>
                    <a:pt x="121409" y="70224"/>
                  </a:cubicBezTo>
                  <a:close/>
                </a:path>
              </a:pathLst>
            </a:custGeom>
            <a:solidFill>
              <a:srgbClr val="26890D"/>
            </a:solidFill>
            <a:ln w="6390" cap="flat">
              <a:noFill/>
              <a:prstDash val="solid"/>
              <a:miter/>
            </a:ln>
          </p:spPr>
          <p:txBody>
            <a:bodyPr rtlCol="0" anchor="ctr"/>
            <a:lstStyle/>
            <a:p>
              <a:endParaRPr lang="en-US"/>
            </a:p>
          </p:txBody>
        </p:sp>
        <p:sp>
          <p:nvSpPr>
            <p:cNvPr id="559" name="Graphic 4">
              <a:extLst>
                <a:ext uri="{FF2B5EF4-FFF2-40B4-BE49-F238E27FC236}">
                  <a16:creationId xmlns:a16="http://schemas.microsoft.com/office/drawing/2014/main" id="{3B9ADAA5-AE8E-144C-89CE-92C2DEC7B589}"/>
                </a:ext>
              </a:extLst>
            </p:cNvPr>
            <p:cNvSpPr/>
            <p:nvPr/>
          </p:nvSpPr>
          <p:spPr>
            <a:xfrm>
              <a:off x="6840427" y="1509336"/>
              <a:ext cx="190420" cy="101505"/>
            </a:xfrm>
            <a:custGeom>
              <a:avLst/>
              <a:gdLst>
                <a:gd name="connsiteX0" fmla="*/ 6390 w 190420"/>
                <a:gd name="connsiteY0" fmla="*/ 101505 h 101505"/>
                <a:gd name="connsiteX1" fmla="*/ 12780 w 190420"/>
                <a:gd name="connsiteY1" fmla="*/ 95121 h 101505"/>
                <a:gd name="connsiteX2" fmla="*/ 95210 w 190420"/>
                <a:gd name="connsiteY2" fmla="*/ 12768 h 101505"/>
                <a:gd name="connsiteX3" fmla="*/ 177641 w 190420"/>
                <a:gd name="connsiteY3" fmla="*/ 95121 h 101505"/>
                <a:gd name="connsiteX4" fmla="*/ 177641 w 190420"/>
                <a:gd name="connsiteY4" fmla="*/ 95121 h 101505"/>
                <a:gd name="connsiteX5" fmla="*/ 184031 w 190420"/>
                <a:gd name="connsiteY5" fmla="*/ 101505 h 101505"/>
                <a:gd name="connsiteX6" fmla="*/ 190420 w 190420"/>
                <a:gd name="connsiteY6" fmla="*/ 95121 h 101505"/>
                <a:gd name="connsiteX7" fmla="*/ 95210 w 190420"/>
                <a:gd name="connsiteY7" fmla="*/ 0 h 101505"/>
                <a:gd name="connsiteX8" fmla="*/ 0 w 190420"/>
                <a:gd name="connsiteY8" fmla="*/ 95121 h 101505"/>
                <a:gd name="connsiteX9" fmla="*/ 0 w 190420"/>
                <a:gd name="connsiteY9" fmla="*/ 95121 h 101505"/>
                <a:gd name="connsiteX10" fmla="*/ 6390 w 190420"/>
                <a:gd name="connsiteY10" fmla="*/ 101505 h 101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0420" h="101505">
                  <a:moveTo>
                    <a:pt x="6390" y="101505"/>
                  </a:moveTo>
                  <a:cubicBezTo>
                    <a:pt x="10224" y="101505"/>
                    <a:pt x="12780" y="98952"/>
                    <a:pt x="12780" y="95121"/>
                  </a:cubicBezTo>
                  <a:cubicBezTo>
                    <a:pt x="12780" y="49795"/>
                    <a:pt x="49842" y="12768"/>
                    <a:pt x="95210" y="12768"/>
                  </a:cubicBezTo>
                  <a:cubicBezTo>
                    <a:pt x="140579" y="12768"/>
                    <a:pt x="177641" y="49795"/>
                    <a:pt x="177641" y="95121"/>
                  </a:cubicBezTo>
                  <a:cubicBezTo>
                    <a:pt x="177641" y="95121"/>
                    <a:pt x="177641" y="95121"/>
                    <a:pt x="177641" y="95121"/>
                  </a:cubicBezTo>
                  <a:cubicBezTo>
                    <a:pt x="177641" y="98952"/>
                    <a:pt x="180196" y="101505"/>
                    <a:pt x="184031" y="101505"/>
                  </a:cubicBezTo>
                  <a:cubicBezTo>
                    <a:pt x="187864" y="101505"/>
                    <a:pt x="190420" y="98952"/>
                    <a:pt x="190420" y="95121"/>
                  </a:cubicBezTo>
                  <a:cubicBezTo>
                    <a:pt x="190420" y="42773"/>
                    <a:pt x="147607" y="0"/>
                    <a:pt x="95210" y="0"/>
                  </a:cubicBezTo>
                  <a:cubicBezTo>
                    <a:pt x="42812" y="0"/>
                    <a:pt x="0" y="42773"/>
                    <a:pt x="0" y="95121"/>
                  </a:cubicBezTo>
                  <a:cubicBezTo>
                    <a:pt x="0" y="95121"/>
                    <a:pt x="0" y="95121"/>
                    <a:pt x="0" y="95121"/>
                  </a:cubicBezTo>
                  <a:cubicBezTo>
                    <a:pt x="0" y="98952"/>
                    <a:pt x="2556" y="101505"/>
                    <a:pt x="6390" y="101505"/>
                  </a:cubicBezTo>
                  <a:close/>
                </a:path>
              </a:pathLst>
            </a:custGeom>
            <a:solidFill>
              <a:srgbClr val="26890D"/>
            </a:solidFill>
            <a:ln w="6390" cap="flat">
              <a:noFill/>
              <a:prstDash val="solid"/>
              <a:miter/>
            </a:ln>
          </p:spPr>
          <p:txBody>
            <a:bodyPr rtlCol="0" anchor="ctr"/>
            <a:lstStyle/>
            <a:p>
              <a:endParaRPr lang="en-US"/>
            </a:p>
          </p:txBody>
        </p:sp>
      </p:grpSp>
      <p:grpSp>
        <p:nvGrpSpPr>
          <p:cNvPr id="560" name="Graphic 4">
            <a:extLst>
              <a:ext uri="{FF2B5EF4-FFF2-40B4-BE49-F238E27FC236}">
                <a16:creationId xmlns:a16="http://schemas.microsoft.com/office/drawing/2014/main" id="{814E1AB2-AD84-564D-A322-CE12D70E393B}"/>
              </a:ext>
            </a:extLst>
          </p:cNvPr>
          <p:cNvGrpSpPr/>
          <p:nvPr/>
        </p:nvGrpSpPr>
        <p:grpSpPr>
          <a:xfrm>
            <a:off x="6754802" y="1893013"/>
            <a:ext cx="361670" cy="361971"/>
            <a:chOff x="6754802" y="1893013"/>
            <a:chExt cx="361670" cy="361971"/>
          </a:xfrm>
          <a:solidFill>
            <a:srgbClr val="26890D"/>
          </a:solidFill>
        </p:grpSpPr>
        <p:sp>
          <p:nvSpPr>
            <p:cNvPr id="561" name="Graphic 4">
              <a:extLst>
                <a:ext uri="{FF2B5EF4-FFF2-40B4-BE49-F238E27FC236}">
                  <a16:creationId xmlns:a16="http://schemas.microsoft.com/office/drawing/2014/main" id="{501A3660-6565-274A-BB3C-1764302921AE}"/>
                </a:ext>
              </a:extLst>
            </p:cNvPr>
            <p:cNvSpPr/>
            <p:nvPr/>
          </p:nvSpPr>
          <p:spPr>
            <a:xfrm>
              <a:off x="6754802" y="1893013"/>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0 h 361971"/>
                <a:gd name="connsiteX7" fmla="*/ 180836 w 361670"/>
                <a:gd name="connsiteY7" fmla="*/ 349204 h 361971"/>
                <a:gd name="connsiteX8" fmla="*/ 12780 w 361670"/>
                <a:gd name="connsiteY8" fmla="*/ 181305 h 361971"/>
                <a:gd name="connsiteX9" fmla="*/ 180836 w 361670"/>
                <a:gd name="connsiteY9" fmla="*/ 12768 h 361971"/>
                <a:gd name="connsiteX10" fmla="*/ 348890 w 361670"/>
                <a:gd name="connsiteY10" fmla="*/ 180667 h 361971"/>
                <a:gd name="connsiteX11" fmla="*/ 348890 w 361670"/>
                <a:gd name="connsiteY11" fmla="*/ 180667 h 361971"/>
                <a:gd name="connsiteX12" fmla="*/ 180836 w 361670"/>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6" y="0"/>
                  </a:moveTo>
                  <a:cubicBezTo>
                    <a:pt x="80513" y="0"/>
                    <a:pt x="0" y="81077"/>
                    <a:pt x="0" y="180667"/>
                  </a:cubicBezTo>
                  <a:cubicBezTo>
                    <a:pt x="0" y="280895"/>
                    <a:pt x="81153" y="361972"/>
                    <a:pt x="180836" y="361972"/>
                  </a:cubicBezTo>
                  <a:cubicBezTo>
                    <a:pt x="281157" y="361972"/>
                    <a:pt x="361670" y="280895"/>
                    <a:pt x="361670" y="181305"/>
                  </a:cubicBezTo>
                  <a:cubicBezTo>
                    <a:pt x="361670" y="181305"/>
                    <a:pt x="361670" y="181305"/>
                    <a:pt x="361670" y="181305"/>
                  </a:cubicBezTo>
                  <a:cubicBezTo>
                    <a:pt x="361670" y="81077"/>
                    <a:pt x="280518" y="0"/>
                    <a:pt x="180836" y="0"/>
                  </a:cubicBezTo>
                  <a:cubicBezTo>
                    <a:pt x="180836" y="0"/>
                    <a:pt x="180836"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cubicBezTo>
                    <a:pt x="348890" y="180667"/>
                    <a:pt x="348890" y="180667"/>
                    <a:pt x="348890" y="180667"/>
                  </a:cubicBezTo>
                  <a:cubicBezTo>
                    <a:pt x="348890" y="273873"/>
                    <a:pt x="273490" y="349204"/>
                    <a:pt x="180836" y="349204"/>
                  </a:cubicBezTo>
                  <a:close/>
                </a:path>
              </a:pathLst>
            </a:custGeom>
            <a:solidFill>
              <a:srgbClr val="26890D"/>
            </a:solidFill>
            <a:ln w="6390" cap="flat">
              <a:noFill/>
              <a:prstDash val="solid"/>
              <a:miter/>
            </a:ln>
          </p:spPr>
          <p:txBody>
            <a:bodyPr rtlCol="0" anchor="ctr"/>
            <a:lstStyle/>
            <a:p>
              <a:endParaRPr lang="en-US"/>
            </a:p>
          </p:txBody>
        </p:sp>
        <p:sp>
          <p:nvSpPr>
            <p:cNvPr id="562" name="Graphic 4">
              <a:extLst>
                <a:ext uri="{FF2B5EF4-FFF2-40B4-BE49-F238E27FC236}">
                  <a16:creationId xmlns:a16="http://schemas.microsoft.com/office/drawing/2014/main" id="{34C89B38-445C-5044-B875-779E93CD3553}"/>
                </a:ext>
              </a:extLst>
            </p:cNvPr>
            <p:cNvSpPr/>
            <p:nvPr/>
          </p:nvSpPr>
          <p:spPr>
            <a:xfrm>
              <a:off x="6824841" y="1974089"/>
              <a:ext cx="222743" cy="190881"/>
            </a:xfrm>
            <a:custGeom>
              <a:avLst/>
              <a:gdLst>
                <a:gd name="connsiteX0" fmla="*/ 214314 w 222743"/>
                <a:gd name="connsiteY0" fmla="*/ 14045 h 190881"/>
                <a:gd name="connsiteX1" fmla="*/ 184281 w 222743"/>
                <a:gd name="connsiteY1" fmla="*/ 21706 h 190881"/>
                <a:gd name="connsiteX2" fmla="*/ 179808 w 222743"/>
                <a:gd name="connsiteY2" fmla="*/ 26813 h 190881"/>
                <a:gd name="connsiteX3" fmla="*/ 158083 w 222743"/>
                <a:gd name="connsiteY3" fmla="*/ 134702 h 190881"/>
                <a:gd name="connsiteX4" fmla="*/ 157443 w 222743"/>
                <a:gd name="connsiteY4" fmla="*/ 134702 h 190881"/>
                <a:gd name="connsiteX5" fmla="*/ 138273 w 222743"/>
                <a:gd name="connsiteY5" fmla="*/ 115550 h 190881"/>
                <a:gd name="connsiteX6" fmla="*/ 140829 w 222743"/>
                <a:gd name="connsiteY6" fmla="*/ 110443 h 190881"/>
                <a:gd name="connsiteX7" fmla="*/ 134439 w 222743"/>
                <a:gd name="connsiteY7" fmla="*/ 104059 h 190881"/>
                <a:gd name="connsiteX8" fmla="*/ 127411 w 222743"/>
                <a:gd name="connsiteY8" fmla="*/ 104059 h 190881"/>
                <a:gd name="connsiteX9" fmla="*/ 110158 w 222743"/>
                <a:gd name="connsiteY9" fmla="*/ 86822 h 190881"/>
                <a:gd name="connsiteX10" fmla="*/ 141468 w 222743"/>
                <a:gd name="connsiteY10" fmla="*/ 86822 h 190881"/>
                <a:gd name="connsiteX11" fmla="*/ 147858 w 222743"/>
                <a:gd name="connsiteY11" fmla="*/ 80438 h 190881"/>
                <a:gd name="connsiteX12" fmla="*/ 141468 w 222743"/>
                <a:gd name="connsiteY12" fmla="*/ 74054 h 190881"/>
                <a:gd name="connsiteX13" fmla="*/ 97378 w 222743"/>
                <a:gd name="connsiteY13" fmla="*/ 74054 h 190881"/>
                <a:gd name="connsiteX14" fmla="*/ 80125 w 222743"/>
                <a:gd name="connsiteY14" fmla="*/ 56817 h 190881"/>
                <a:gd name="connsiteX15" fmla="*/ 149775 w 222743"/>
                <a:gd name="connsiteY15" fmla="*/ 56817 h 190881"/>
                <a:gd name="connsiteX16" fmla="*/ 156165 w 222743"/>
                <a:gd name="connsiteY16" fmla="*/ 50433 h 190881"/>
                <a:gd name="connsiteX17" fmla="*/ 149775 w 222743"/>
                <a:gd name="connsiteY17" fmla="*/ 44049 h 190881"/>
                <a:gd name="connsiteX18" fmla="*/ 67345 w 222743"/>
                <a:gd name="connsiteY18" fmla="*/ 44049 h 190881"/>
                <a:gd name="connsiteX19" fmla="*/ 25172 w 222743"/>
                <a:gd name="connsiteY19" fmla="*/ 1915 h 190881"/>
                <a:gd name="connsiteX20" fmla="*/ 16225 w 222743"/>
                <a:gd name="connsiteY20" fmla="*/ 1915 h 190881"/>
                <a:gd name="connsiteX21" fmla="*/ 16225 w 222743"/>
                <a:gd name="connsiteY21" fmla="*/ 10853 h 190881"/>
                <a:gd name="connsiteX22" fmla="*/ 16225 w 222743"/>
                <a:gd name="connsiteY22" fmla="*/ 10853 h 190881"/>
                <a:gd name="connsiteX23" fmla="*/ 49454 w 222743"/>
                <a:gd name="connsiteY23" fmla="*/ 44049 h 190881"/>
                <a:gd name="connsiteX24" fmla="*/ 6641 w 222743"/>
                <a:gd name="connsiteY24" fmla="*/ 44049 h 190881"/>
                <a:gd name="connsiteX25" fmla="*/ 1529 w 222743"/>
                <a:gd name="connsiteY25" fmla="*/ 46603 h 190881"/>
                <a:gd name="connsiteX26" fmla="*/ 251 w 222743"/>
                <a:gd name="connsiteY26" fmla="*/ 52349 h 190881"/>
                <a:gd name="connsiteX27" fmla="*/ 15587 w 222743"/>
                <a:gd name="connsiteY27" fmla="*/ 112358 h 190881"/>
                <a:gd name="connsiteX28" fmla="*/ 21977 w 222743"/>
                <a:gd name="connsiteY28" fmla="*/ 117465 h 190881"/>
                <a:gd name="connsiteX29" fmla="*/ 121659 w 222743"/>
                <a:gd name="connsiteY29" fmla="*/ 117465 h 190881"/>
                <a:gd name="connsiteX30" fmla="*/ 139552 w 222743"/>
                <a:gd name="connsiteY30" fmla="*/ 135340 h 190881"/>
                <a:gd name="connsiteX31" fmla="*/ 36034 w 222743"/>
                <a:gd name="connsiteY31" fmla="*/ 135340 h 190881"/>
                <a:gd name="connsiteX32" fmla="*/ 36034 w 222743"/>
                <a:gd name="connsiteY32" fmla="*/ 135340 h 190881"/>
                <a:gd name="connsiteX33" fmla="*/ 29644 w 222743"/>
                <a:gd name="connsiteY33" fmla="*/ 141724 h 190881"/>
                <a:gd name="connsiteX34" fmla="*/ 36034 w 222743"/>
                <a:gd name="connsiteY34" fmla="*/ 148108 h 190881"/>
                <a:gd name="connsiteX35" fmla="*/ 152331 w 222743"/>
                <a:gd name="connsiteY35" fmla="*/ 148108 h 190881"/>
                <a:gd name="connsiteX36" fmla="*/ 193227 w 222743"/>
                <a:gd name="connsiteY36" fmla="*/ 188966 h 190881"/>
                <a:gd name="connsiteX37" fmla="*/ 202172 w 222743"/>
                <a:gd name="connsiteY37" fmla="*/ 188966 h 190881"/>
                <a:gd name="connsiteX38" fmla="*/ 202172 w 222743"/>
                <a:gd name="connsiteY38" fmla="*/ 180028 h 190881"/>
                <a:gd name="connsiteX39" fmla="*/ 168306 w 222743"/>
                <a:gd name="connsiteY39" fmla="*/ 146193 h 190881"/>
                <a:gd name="connsiteX40" fmla="*/ 170223 w 222743"/>
                <a:gd name="connsiteY40" fmla="*/ 143001 h 190881"/>
                <a:gd name="connsiteX41" fmla="*/ 191949 w 222743"/>
                <a:gd name="connsiteY41" fmla="*/ 33835 h 190881"/>
                <a:gd name="connsiteX42" fmla="*/ 218147 w 222743"/>
                <a:gd name="connsiteY42" fmla="*/ 26813 h 190881"/>
                <a:gd name="connsiteX43" fmla="*/ 222621 w 222743"/>
                <a:gd name="connsiteY43" fmla="*/ 19152 h 190881"/>
                <a:gd name="connsiteX44" fmla="*/ 214314 w 222743"/>
                <a:gd name="connsiteY44" fmla="*/ 14045 h 190881"/>
                <a:gd name="connsiteX45" fmla="*/ 214314 w 222743"/>
                <a:gd name="connsiteY45" fmla="*/ 14045 h 190881"/>
                <a:gd name="connsiteX46" fmla="*/ 25810 w 222743"/>
                <a:gd name="connsiteY46" fmla="*/ 104059 h 190881"/>
                <a:gd name="connsiteX47" fmla="*/ 13669 w 222743"/>
                <a:gd name="connsiteY47" fmla="*/ 56817 h 190881"/>
                <a:gd name="connsiteX48" fmla="*/ 60955 w 222743"/>
                <a:gd name="connsiteY48" fmla="*/ 56817 h 190881"/>
                <a:gd name="connsiteX49" fmla="*/ 78208 w 222743"/>
                <a:gd name="connsiteY49" fmla="*/ 74054 h 190881"/>
                <a:gd name="connsiteX50" fmla="*/ 43064 w 222743"/>
                <a:gd name="connsiteY50" fmla="*/ 74054 h 190881"/>
                <a:gd name="connsiteX51" fmla="*/ 36674 w 222743"/>
                <a:gd name="connsiteY51" fmla="*/ 80438 h 190881"/>
                <a:gd name="connsiteX52" fmla="*/ 43064 w 222743"/>
                <a:gd name="connsiteY52" fmla="*/ 86822 h 190881"/>
                <a:gd name="connsiteX53" fmla="*/ 90988 w 222743"/>
                <a:gd name="connsiteY53" fmla="*/ 86822 h 190881"/>
                <a:gd name="connsiteX54" fmla="*/ 108241 w 222743"/>
                <a:gd name="connsiteY54" fmla="*/ 104059 h 190881"/>
                <a:gd name="connsiteX55" fmla="*/ 25810 w 222743"/>
                <a:gd name="connsiteY55" fmla="*/ 104059 h 190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222743" h="190881">
                  <a:moveTo>
                    <a:pt x="214314" y="14045"/>
                  </a:moveTo>
                  <a:lnTo>
                    <a:pt x="184281" y="21706"/>
                  </a:lnTo>
                  <a:cubicBezTo>
                    <a:pt x="181725" y="22344"/>
                    <a:pt x="179808" y="24259"/>
                    <a:pt x="179808" y="26813"/>
                  </a:cubicBezTo>
                  <a:lnTo>
                    <a:pt x="158083" y="134702"/>
                  </a:lnTo>
                  <a:lnTo>
                    <a:pt x="157443" y="134702"/>
                  </a:lnTo>
                  <a:lnTo>
                    <a:pt x="138273" y="115550"/>
                  </a:lnTo>
                  <a:cubicBezTo>
                    <a:pt x="139552" y="114273"/>
                    <a:pt x="140829" y="112358"/>
                    <a:pt x="140829" y="110443"/>
                  </a:cubicBezTo>
                  <a:cubicBezTo>
                    <a:pt x="140829" y="106612"/>
                    <a:pt x="138273" y="104059"/>
                    <a:pt x="134439" y="104059"/>
                  </a:cubicBezTo>
                  <a:lnTo>
                    <a:pt x="127411" y="104059"/>
                  </a:lnTo>
                  <a:lnTo>
                    <a:pt x="110158" y="86822"/>
                  </a:lnTo>
                  <a:lnTo>
                    <a:pt x="141468" y="86822"/>
                  </a:lnTo>
                  <a:cubicBezTo>
                    <a:pt x="145303" y="86822"/>
                    <a:pt x="147858" y="84269"/>
                    <a:pt x="147858" y="80438"/>
                  </a:cubicBezTo>
                  <a:cubicBezTo>
                    <a:pt x="147858" y="76608"/>
                    <a:pt x="145303" y="74054"/>
                    <a:pt x="141468" y="74054"/>
                  </a:cubicBezTo>
                  <a:lnTo>
                    <a:pt x="97378" y="74054"/>
                  </a:lnTo>
                  <a:lnTo>
                    <a:pt x="80125" y="56817"/>
                  </a:lnTo>
                  <a:lnTo>
                    <a:pt x="149775" y="56817"/>
                  </a:lnTo>
                  <a:cubicBezTo>
                    <a:pt x="153609" y="56817"/>
                    <a:pt x="156165" y="54264"/>
                    <a:pt x="156165" y="50433"/>
                  </a:cubicBezTo>
                  <a:cubicBezTo>
                    <a:pt x="156165" y="46603"/>
                    <a:pt x="153609" y="44049"/>
                    <a:pt x="149775" y="44049"/>
                  </a:cubicBezTo>
                  <a:lnTo>
                    <a:pt x="67345" y="44049"/>
                  </a:lnTo>
                  <a:lnTo>
                    <a:pt x="25172" y="1915"/>
                  </a:lnTo>
                  <a:cubicBezTo>
                    <a:pt x="22615" y="-638"/>
                    <a:pt x="18782" y="-638"/>
                    <a:pt x="16225" y="1915"/>
                  </a:cubicBezTo>
                  <a:cubicBezTo>
                    <a:pt x="13669" y="4469"/>
                    <a:pt x="13669" y="8299"/>
                    <a:pt x="16225" y="10853"/>
                  </a:cubicBezTo>
                  <a:cubicBezTo>
                    <a:pt x="16225" y="10853"/>
                    <a:pt x="16225" y="10853"/>
                    <a:pt x="16225" y="10853"/>
                  </a:cubicBezTo>
                  <a:lnTo>
                    <a:pt x="49454" y="44049"/>
                  </a:lnTo>
                  <a:lnTo>
                    <a:pt x="6641" y="44049"/>
                  </a:lnTo>
                  <a:cubicBezTo>
                    <a:pt x="4724" y="44049"/>
                    <a:pt x="2807" y="44688"/>
                    <a:pt x="1529" y="46603"/>
                  </a:cubicBezTo>
                  <a:cubicBezTo>
                    <a:pt x="251" y="47880"/>
                    <a:pt x="-388" y="50433"/>
                    <a:pt x="251" y="52349"/>
                  </a:cubicBezTo>
                  <a:lnTo>
                    <a:pt x="15587" y="112358"/>
                  </a:lnTo>
                  <a:cubicBezTo>
                    <a:pt x="16225" y="115550"/>
                    <a:pt x="18782" y="117465"/>
                    <a:pt x="21977" y="117465"/>
                  </a:cubicBezTo>
                  <a:lnTo>
                    <a:pt x="121659" y="117465"/>
                  </a:lnTo>
                  <a:lnTo>
                    <a:pt x="139552" y="135340"/>
                  </a:lnTo>
                  <a:lnTo>
                    <a:pt x="36034" y="135340"/>
                  </a:lnTo>
                  <a:lnTo>
                    <a:pt x="36034" y="135340"/>
                  </a:lnTo>
                  <a:cubicBezTo>
                    <a:pt x="32200" y="135340"/>
                    <a:pt x="29644" y="137894"/>
                    <a:pt x="29644" y="141724"/>
                  </a:cubicBezTo>
                  <a:cubicBezTo>
                    <a:pt x="29644" y="145555"/>
                    <a:pt x="32200" y="148108"/>
                    <a:pt x="36034" y="148108"/>
                  </a:cubicBezTo>
                  <a:lnTo>
                    <a:pt x="152331" y="148108"/>
                  </a:lnTo>
                  <a:lnTo>
                    <a:pt x="193227" y="188966"/>
                  </a:lnTo>
                  <a:cubicBezTo>
                    <a:pt x="195783" y="191520"/>
                    <a:pt x="199617" y="191520"/>
                    <a:pt x="202172" y="188966"/>
                  </a:cubicBezTo>
                  <a:cubicBezTo>
                    <a:pt x="204729" y="186412"/>
                    <a:pt x="204729" y="182582"/>
                    <a:pt x="202172" y="180028"/>
                  </a:cubicBezTo>
                  <a:lnTo>
                    <a:pt x="168306" y="146193"/>
                  </a:lnTo>
                  <a:cubicBezTo>
                    <a:pt x="168945" y="145555"/>
                    <a:pt x="169584" y="144278"/>
                    <a:pt x="170223" y="143001"/>
                  </a:cubicBezTo>
                  <a:lnTo>
                    <a:pt x="191949" y="33835"/>
                  </a:lnTo>
                  <a:lnTo>
                    <a:pt x="218147" y="26813"/>
                  </a:lnTo>
                  <a:cubicBezTo>
                    <a:pt x="221342" y="26174"/>
                    <a:pt x="223260" y="22344"/>
                    <a:pt x="222621" y="19152"/>
                  </a:cubicBezTo>
                  <a:cubicBezTo>
                    <a:pt x="221342" y="15322"/>
                    <a:pt x="218147" y="13406"/>
                    <a:pt x="214314" y="14045"/>
                  </a:cubicBezTo>
                  <a:cubicBezTo>
                    <a:pt x="214314" y="14045"/>
                    <a:pt x="214314" y="14045"/>
                    <a:pt x="214314" y="14045"/>
                  </a:cubicBezTo>
                  <a:close/>
                  <a:moveTo>
                    <a:pt x="25810" y="104059"/>
                  </a:moveTo>
                  <a:lnTo>
                    <a:pt x="13669" y="56817"/>
                  </a:lnTo>
                  <a:lnTo>
                    <a:pt x="60955" y="56817"/>
                  </a:lnTo>
                  <a:lnTo>
                    <a:pt x="78208" y="74054"/>
                  </a:lnTo>
                  <a:lnTo>
                    <a:pt x="43064" y="74054"/>
                  </a:lnTo>
                  <a:cubicBezTo>
                    <a:pt x="39229" y="74054"/>
                    <a:pt x="36674" y="76608"/>
                    <a:pt x="36674" y="80438"/>
                  </a:cubicBezTo>
                  <a:cubicBezTo>
                    <a:pt x="36674" y="84269"/>
                    <a:pt x="39229" y="86822"/>
                    <a:pt x="43064" y="86822"/>
                  </a:cubicBezTo>
                  <a:lnTo>
                    <a:pt x="90988" y="86822"/>
                  </a:lnTo>
                  <a:lnTo>
                    <a:pt x="108241" y="104059"/>
                  </a:lnTo>
                  <a:lnTo>
                    <a:pt x="25810" y="104059"/>
                  </a:lnTo>
                  <a:close/>
                </a:path>
              </a:pathLst>
            </a:custGeom>
            <a:solidFill>
              <a:srgbClr val="26890D"/>
            </a:solidFill>
            <a:ln w="6390" cap="flat">
              <a:noFill/>
              <a:prstDash val="solid"/>
              <a:miter/>
            </a:ln>
          </p:spPr>
          <p:txBody>
            <a:bodyPr rtlCol="0" anchor="ctr"/>
            <a:lstStyle/>
            <a:p>
              <a:endParaRPr lang="en-US"/>
            </a:p>
          </p:txBody>
        </p:sp>
        <p:sp>
          <p:nvSpPr>
            <p:cNvPr id="563" name="Graphic 4">
              <a:extLst>
                <a:ext uri="{FF2B5EF4-FFF2-40B4-BE49-F238E27FC236}">
                  <a16:creationId xmlns:a16="http://schemas.microsoft.com/office/drawing/2014/main" id="{E65E5D4A-E80E-9C40-86BD-90BEB6CD19DE}"/>
                </a:ext>
              </a:extLst>
            </p:cNvPr>
            <p:cNvSpPr/>
            <p:nvPr/>
          </p:nvSpPr>
          <p:spPr>
            <a:xfrm>
              <a:off x="6860875" y="2137519"/>
              <a:ext cx="29394" cy="30004"/>
            </a:xfrm>
            <a:custGeom>
              <a:avLst/>
              <a:gdLst>
                <a:gd name="connsiteX0" fmla="*/ 14697 w 29394"/>
                <a:gd name="connsiteY0" fmla="*/ 0 h 30004"/>
                <a:gd name="connsiteX1" fmla="*/ 0 w 29394"/>
                <a:gd name="connsiteY1" fmla="*/ 14683 h 30004"/>
                <a:gd name="connsiteX2" fmla="*/ 14697 w 29394"/>
                <a:gd name="connsiteY2" fmla="*/ 30005 h 30004"/>
                <a:gd name="connsiteX3" fmla="*/ 29394 w 29394"/>
                <a:gd name="connsiteY3" fmla="*/ 15322 h 30004"/>
                <a:gd name="connsiteX4" fmla="*/ 29394 w 29394"/>
                <a:gd name="connsiteY4" fmla="*/ 15322 h 30004"/>
                <a:gd name="connsiteX5" fmla="*/ 14697 w 29394"/>
                <a:gd name="connsiteY5" fmla="*/ 0 h 30004"/>
                <a:gd name="connsiteX6" fmla="*/ 14697 w 29394"/>
                <a:gd name="connsiteY6" fmla="*/ 17237 h 30004"/>
                <a:gd name="connsiteX7" fmla="*/ 12780 w 29394"/>
                <a:gd name="connsiteY7" fmla="*/ 15322 h 30004"/>
                <a:gd name="connsiteX8" fmla="*/ 14697 w 29394"/>
                <a:gd name="connsiteY8" fmla="*/ 12768 h 30004"/>
                <a:gd name="connsiteX9" fmla="*/ 16614 w 29394"/>
                <a:gd name="connsiteY9" fmla="*/ 14683 h 30004"/>
                <a:gd name="connsiteX10" fmla="*/ 16614 w 29394"/>
                <a:gd name="connsiteY10" fmla="*/ 14683 h 30004"/>
                <a:gd name="connsiteX11" fmla="*/ 14697 w 29394"/>
                <a:gd name="connsiteY11" fmla="*/ 17237 h 30004"/>
                <a:gd name="connsiteX12" fmla="*/ 14697 w 29394"/>
                <a:gd name="connsiteY12" fmla="*/ 17237 h 30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394" h="30004">
                  <a:moveTo>
                    <a:pt x="14697" y="0"/>
                  </a:moveTo>
                  <a:cubicBezTo>
                    <a:pt x="6390" y="0"/>
                    <a:pt x="0" y="7022"/>
                    <a:pt x="0" y="14683"/>
                  </a:cubicBezTo>
                  <a:cubicBezTo>
                    <a:pt x="0" y="22982"/>
                    <a:pt x="7030" y="30005"/>
                    <a:pt x="14697" y="30005"/>
                  </a:cubicBezTo>
                  <a:cubicBezTo>
                    <a:pt x="23004" y="30005"/>
                    <a:pt x="29394" y="22982"/>
                    <a:pt x="29394" y="15322"/>
                  </a:cubicBezTo>
                  <a:cubicBezTo>
                    <a:pt x="29394" y="15322"/>
                    <a:pt x="29394" y="15322"/>
                    <a:pt x="29394" y="15322"/>
                  </a:cubicBezTo>
                  <a:cubicBezTo>
                    <a:pt x="29394" y="6384"/>
                    <a:pt x="23004" y="0"/>
                    <a:pt x="14697" y="0"/>
                  </a:cubicBezTo>
                  <a:close/>
                  <a:moveTo>
                    <a:pt x="14697" y="17237"/>
                  </a:moveTo>
                  <a:cubicBezTo>
                    <a:pt x="13419" y="17237"/>
                    <a:pt x="12780" y="15960"/>
                    <a:pt x="12780" y="15322"/>
                  </a:cubicBezTo>
                  <a:cubicBezTo>
                    <a:pt x="12780" y="14045"/>
                    <a:pt x="14058" y="12768"/>
                    <a:pt x="14697" y="12768"/>
                  </a:cubicBezTo>
                  <a:cubicBezTo>
                    <a:pt x="15975" y="12768"/>
                    <a:pt x="16614" y="14045"/>
                    <a:pt x="16614" y="14683"/>
                  </a:cubicBezTo>
                  <a:cubicBezTo>
                    <a:pt x="16614" y="14683"/>
                    <a:pt x="16614" y="14683"/>
                    <a:pt x="16614" y="14683"/>
                  </a:cubicBezTo>
                  <a:cubicBezTo>
                    <a:pt x="16614" y="15960"/>
                    <a:pt x="15975" y="17237"/>
                    <a:pt x="14697" y="17237"/>
                  </a:cubicBezTo>
                  <a:lnTo>
                    <a:pt x="14697" y="17237"/>
                  </a:lnTo>
                  <a:close/>
                </a:path>
              </a:pathLst>
            </a:custGeom>
            <a:solidFill>
              <a:srgbClr val="26890D"/>
            </a:solidFill>
            <a:ln w="6390" cap="flat">
              <a:noFill/>
              <a:prstDash val="solid"/>
              <a:miter/>
            </a:ln>
          </p:spPr>
          <p:txBody>
            <a:bodyPr rtlCol="0" anchor="ctr"/>
            <a:lstStyle/>
            <a:p>
              <a:endParaRPr lang="en-US"/>
            </a:p>
          </p:txBody>
        </p:sp>
        <p:sp>
          <p:nvSpPr>
            <p:cNvPr id="564" name="Graphic 4">
              <a:extLst>
                <a:ext uri="{FF2B5EF4-FFF2-40B4-BE49-F238E27FC236}">
                  <a16:creationId xmlns:a16="http://schemas.microsoft.com/office/drawing/2014/main" id="{4AC68B67-794E-6748-A6AF-71467783E766}"/>
                </a:ext>
              </a:extLst>
            </p:cNvPr>
            <p:cNvSpPr/>
            <p:nvPr/>
          </p:nvSpPr>
          <p:spPr>
            <a:xfrm>
              <a:off x="6958002" y="2137519"/>
              <a:ext cx="29433" cy="30004"/>
            </a:xfrm>
            <a:custGeom>
              <a:avLst/>
              <a:gdLst>
                <a:gd name="connsiteX0" fmla="*/ 14696 w 29433"/>
                <a:gd name="connsiteY0" fmla="*/ 0 h 30004"/>
                <a:gd name="connsiteX1" fmla="*/ 0 w 29433"/>
                <a:gd name="connsiteY1" fmla="*/ 14683 h 30004"/>
                <a:gd name="connsiteX2" fmla="*/ 14696 w 29433"/>
                <a:gd name="connsiteY2" fmla="*/ 30005 h 30004"/>
                <a:gd name="connsiteX3" fmla="*/ 29394 w 29433"/>
                <a:gd name="connsiteY3" fmla="*/ 15322 h 30004"/>
                <a:gd name="connsiteX4" fmla="*/ 29394 w 29433"/>
                <a:gd name="connsiteY4" fmla="*/ 15322 h 30004"/>
                <a:gd name="connsiteX5" fmla="*/ 14696 w 29433"/>
                <a:gd name="connsiteY5" fmla="*/ 0 h 30004"/>
                <a:gd name="connsiteX6" fmla="*/ 14696 w 29433"/>
                <a:gd name="connsiteY6" fmla="*/ 17237 h 30004"/>
                <a:gd name="connsiteX7" fmla="*/ 12780 w 29433"/>
                <a:gd name="connsiteY7" fmla="*/ 15322 h 30004"/>
                <a:gd name="connsiteX8" fmla="*/ 14696 w 29433"/>
                <a:gd name="connsiteY8" fmla="*/ 12768 h 30004"/>
                <a:gd name="connsiteX9" fmla="*/ 16614 w 29433"/>
                <a:gd name="connsiteY9" fmla="*/ 14683 h 30004"/>
                <a:gd name="connsiteX10" fmla="*/ 16614 w 29433"/>
                <a:gd name="connsiteY10" fmla="*/ 14683 h 30004"/>
                <a:gd name="connsiteX11" fmla="*/ 14696 w 29433"/>
                <a:gd name="connsiteY11" fmla="*/ 17237 h 30004"/>
                <a:gd name="connsiteX12" fmla="*/ 14696 w 29433"/>
                <a:gd name="connsiteY12" fmla="*/ 17237 h 30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433" h="30004">
                  <a:moveTo>
                    <a:pt x="14696" y="0"/>
                  </a:moveTo>
                  <a:cubicBezTo>
                    <a:pt x="6390" y="0"/>
                    <a:pt x="0" y="7022"/>
                    <a:pt x="0" y="14683"/>
                  </a:cubicBezTo>
                  <a:cubicBezTo>
                    <a:pt x="0" y="22982"/>
                    <a:pt x="7029" y="30005"/>
                    <a:pt x="14696" y="30005"/>
                  </a:cubicBezTo>
                  <a:cubicBezTo>
                    <a:pt x="23004" y="30005"/>
                    <a:pt x="29394" y="22982"/>
                    <a:pt x="29394" y="15322"/>
                  </a:cubicBezTo>
                  <a:cubicBezTo>
                    <a:pt x="29394" y="15322"/>
                    <a:pt x="29394" y="15322"/>
                    <a:pt x="29394" y="15322"/>
                  </a:cubicBezTo>
                  <a:cubicBezTo>
                    <a:pt x="30032" y="6384"/>
                    <a:pt x="23004" y="0"/>
                    <a:pt x="14696" y="0"/>
                  </a:cubicBezTo>
                  <a:close/>
                  <a:moveTo>
                    <a:pt x="14696" y="17237"/>
                  </a:moveTo>
                  <a:cubicBezTo>
                    <a:pt x="13419" y="17237"/>
                    <a:pt x="12780" y="15960"/>
                    <a:pt x="12780" y="15322"/>
                  </a:cubicBezTo>
                  <a:cubicBezTo>
                    <a:pt x="12780" y="14045"/>
                    <a:pt x="14058" y="12768"/>
                    <a:pt x="14696" y="12768"/>
                  </a:cubicBezTo>
                  <a:cubicBezTo>
                    <a:pt x="15975" y="12768"/>
                    <a:pt x="16614" y="14045"/>
                    <a:pt x="16614" y="14683"/>
                  </a:cubicBezTo>
                  <a:cubicBezTo>
                    <a:pt x="16614" y="14683"/>
                    <a:pt x="16614" y="14683"/>
                    <a:pt x="16614" y="14683"/>
                  </a:cubicBezTo>
                  <a:cubicBezTo>
                    <a:pt x="17253" y="15960"/>
                    <a:pt x="15975" y="17237"/>
                    <a:pt x="14696" y="17237"/>
                  </a:cubicBezTo>
                  <a:lnTo>
                    <a:pt x="14696" y="17237"/>
                  </a:lnTo>
                  <a:close/>
                </a:path>
              </a:pathLst>
            </a:custGeom>
            <a:solidFill>
              <a:srgbClr val="26890D"/>
            </a:solidFill>
            <a:ln w="6390" cap="flat">
              <a:noFill/>
              <a:prstDash val="solid"/>
              <a:miter/>
            </a:ln>
          </p:spPr>
          <p:txBody>
            <a:bodyPr rtlCol="0" anchor="ctr"/>
            <a:lstStyle/>
            <a:p>
              <a:endParaRPr lang="en-US"/>
            </a:p>
          </p:txBody>
        </p:sp>
      </p:grpSp>
      <p:grpSp>
        <p:nvGrpSpPr>
          <p:cNvPr id="565" name="Graphic 4">
            <a:extLst>
              <a:ext uri="{FF2B5EF4-FFF2-40B4-BE49-F238E27FC236}">
                <a16:creationId xmlns:a16="http://schemas.microsoft.com/office/drawing/2014/main" id="{6D7EDB08-5864-EA44-BE5A-E775DB137DC9}"/>
              </a:ext>
            </a:extLst>
          </p:cNvPr>
          <p:cNvGrpSpPr/>
          <p:nvPr/>
        </p:nvGrpSpPr>
        <p:grpSpPr>
          <a:xfrm>
            <a:off x="6754802" y="2855717"/>
            <a:ext cx="361670" cy="361971"/>
            <a:chOff x="6754802" y="2855717"/>
            <a:chExt cx="361670" cy="361971"/>
          </a:xfrm>
          <a:solidFill>
            <a:srgbClr val="26890D"/>
          </a:solidFill>
        </p:grpSpPr>
        <p:sp>
          <p:nvSpPr>
            <p:cNvPr id="566" name="Graphic 4">
              <a:extLst>
                <a:ext uri="{FF2B5EF4-FFF2-40B4-BE49-F238E27FC236}">
                  <a16:creationId xmlns:a16="http://schemas.microsoft.com/office/drawing/2014/main" id="{3931B5C4-1F0E-E443-A8E7-D5A506E0D2E0}"/>
                </a:ext>
              </a:extLst>
            </p:cNvPr>
            <p:cNvSpPr/>
            <p:nvPr/>
          </p:nvSpPr>
          <p:spPr>
            <a:xfrm>
              <a:off x="6754802" y="2855717"/>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349204 h 361971"/>
                <a:gd name="connsiteX7" fmla="*/ 12780 w 361670"/>
                <a:gd name="connsiteY7" fmla="*/ 181305 h 361971"/>
                <a:gd name="connsiteX8" fmla="*/ 180836 w 361670"/>
                <a:gd name="connsiteY8" fmla="*/ 12768 h 361971"/>
                <a:gd name="connsiteX9" fmla="*/ 348890 w 361670"/>
                <a:gd name="connsiteY9" fmla="*/ 180667 h 361971"/>
                <a:gd name="connsiteX10" fmla="*/ 348890 w 361670"/>
                <a:gd name="connsiteY10" fmla="*/ 180667 h 361971"/>
                <a:gd name="connsiteX11" fmla="*/ 180836 w 361670"/>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1971">
                  <a:moveTo>
                    <a:pt x="180836" y="0"/>
                  </a:moveTo>
                  <a:cubicBezTo>
                    <a:pt x="80513" y="0"/>
                    <a:pt x="0" y="81076"/>
                    <a:pt x="0" y="180667"/>
                  </a:cubicBezTo>
                  <a:cubicBezTo>
                    <a:pt x="0" y="280895"/>
                    <a:pt x="81153" y="361972"/>
                    <a:pt x="180836" y="361972"/>
                  </a:cubicBezTo>
                  <a:cubicBezTo>
                    <a:pt x="281157" y="361972"/>
                    <a:pt x="361670" y="280895"/>
                    <a:pt x="361670" y="181305"/>
                  </a:cubicBezTo>
                  <a:cubicBezTo>
                    <a:pt x="361670" y="181305"/>
                    <a:pt x="361670" y="181305"/>
                    <a:pt x="361670" y="181305"/>
                  </a:cubicBezTo>
                  <a:cubicBezTo>
                    <a:pt x="361670" y="80438"/>
                    <a:pt x="280518"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cubicBezTo>
                    <a:pt x="348890" y="180667"/>
                    <a:pt x="348890" y="180667"/>
                    <a:pt x="348890" y="180667"/>
                  </a:cubicBezTo>
                  <a:cubicBezTo>
                    <a:pt x="348890" y="273234"/>
                    <a:pt x="273490" y="348565"/>
                    <a:pt x="180836" y="349204"/>
                  </a:cubicBezTo>
                  <a:close/>
                </a:path>
              </a:pathLst>
            </a:custGeom>
            <a:solidFill>
              <a:srgbClr val="26890D"/>
            </a:solidFill>
            <a:ln w="6390" cap="flat">
              <a:noFill/>
              <a:prstDash val="solid"/>
              <a:miter/>
            </a:ln>
          </p:spPr>
          <p:txBody>
            <a:bodyPr rtlCol="0" anchor="ctr"/>
            <a:lstStyle/>
            <a:p>
              <a:endParaRPr lang="en-US"/>
            </a:p>
          </p:txBody>
        </p:sp>
        <p:sp>
          <p:nvSpPr>
            <p:cNvPr id="567" name="Graphic 4">
              <a:extLst>
                <a:ext uri="{FF2B5EF4-FFF2-40B4-BE49-F238E27FC236}">
                  <a16:creationId xmlns:a16="http://schemas.microsoft.com/office/drawing/2014/main" id="{46C1AAEB-53B7-DA4E-8538-4E9E491435FC}"/>
                </a:ext>
              </a:extLst>
            </p:cNvPr>
            <p:cNvSpPr/>
            <p:nvPr/>
          </p:nvSpPr>
          <p:spPr>
            <a:xfrm>
              <a:off x="6832760" y="2931687"/>
              <a:ext cx="205755" cy="209656"/>
            </a:xfrm>
            <a:custGeom>
              <a:avLst/>
              <a:gdLst>
                <a:gd name="connsiteX0" fmla="*/ 194253 w 205755"/>
                <a:gd name="connsiteY0" fmla="*/ 42773 h 209656"/>
                <a:gd name="connsiteX1" fmla="*/ 184669 w 205755"/>
                <a:gd name="connsiteY1" fmla="*/ 52349 h 209656"/>
                <a:gd name="connsiteX2" fmla="*/ 184669 w 205755"/>
                <a:gd name="connsiteY2" fmla="*/ 7661 h 209656"/>
                <a:gd name="connsiteX3" fmla="*/ 178279 w 205755"/>
                <a:gd name="connsiteY3" fmla="*/ 1277 h 209656"/>
                <a:gd name="connsiteX4" fmla="*/ 171889 w 205755"/>
                <a:gd name="connsiteY4" fmla="*/ 7661 h 209656"/>
                <a:gd name="connsiteX5" fmla="*/ 171889 w 205755"/>
                <a:gd name="connsiteY5" fmla="*/ 52349 h 209656"/>
                <a:gd name="connsiteX6" fmla="*/ 162304 w 205755"/>
                <a:gd name="connsiteY6" fmla="*/ 42773 h 209656"/>
                <a:gd name="connsiteX7" fmla="*/ 153358 w 205755"/>
                <a:gd name="connsiteY7" fmla="*/ 42773 h 209656"/>
                <a:gd name="connsiteX8" fmla="*/ 152080 w 205755"/>
                <a:gd name="connsiteY8" fmla="*/ 45326 h 209656"/>
                <a:gd name="connsiteX9" fmla="*/ 103517 w 205755"/>
                <a:gd name="connsiteY9" fmla="*/ 18514 h 209656"/>
                <a:gd name="connsiteX10" fmla="*/ 102239 w 205755"/>
                <a:gd name="connsiteY10" fmla="*/ 18514 h 209656"/>
                <a:gd name="connsiteX11" fmla="*/ 53675 w 205755"/>
                <a:gd name="connsiteY11" fmla="*/ 44688 h 209656"/>
                <a:gd name="connsiteX12" fmla="*/ 46007 w 205755"/>
                <a:gd name="connsiteY12" fmla="*/ 39581 h 209656"/>
                <a:gd name="connsiteX13" fmla="*/ 42812 w 205755"/>
                <a:gd name="connsiteY13" fmla="*/ 41496 h 209656"/>
                <a:gd name="connsiteX14" fmla="*/ 33227 w 205755"/>
                <a:gd name="connsiteY14" fmla="*/ 51072 h 209656"/>
                <a:gd name="connsiteX15" fmla="*/ 33227 w 205755"/>
                <a:gd name="connsiteY15" fmla="*/ 6384 h 209656"/>
                <a:gd name="connsiteX16" fmla="*/ 26837 w 205755"/>
                <a:gd name="connsiteY16" fmla="*/ 0 h 209656"/>
                <a:gd name="connsiteX17" fmla="*/ 20447 w 205755"/>
                <a:gd name="connsiteY17" fmla="*/ 6384 h 209656"/>
                <a:gd name="connsiteX18" fmla="*/ 20447 w 205755"/>
                <a:gd name="connsiteY18" fmla="*/ 51072 h 209656"/>
                <a:gd name="connsiteX19" fmla="*/ 10863 w 205755"/>
                <a:gd name="connsiteY19" fmla="*/ 41496 h 209656"/>
                <a:gd name="connsiteX20" fmla="*/ 1917 w 205755"/>
                <a:gd name="connsiteY20" fmla="*/ 41496 h 209656"/>
                <a:gd name="connsiteX21" fmla="*/ 1917 w 205755"/>
                <a:gd name="connsiteY21" fmla="*/ 41496 h 209656"/>
                <a:gd name="connsiteX22" fmla="*/ 0 w 205755"/>
                <a:gd name="connsiteY22" fmla="*/ 45965 h 209656"/>
                <a:gd name="connsiteX23" fmla="*/ 1917 w 205755"/>
                <a:gd name="connsiteY23" fmla="*/ 50433 h 209656"/>
                <a:gd name="connsiteX24" fmla="*/ 22365 w 205755"/>
                <a:gd name="connsiteY24" fmla="*/ 70862 h 209656"/>
                <a:gd name="connsiteX25" fmla="*/ 23004 w 205755"/>
                <a:gd name="connsiteY25" fmla="*/ 71500 h 209656"/>
                <a:gd name="connsiteX26" fmla="*/ 24920 w 205755"/>
                <a:gd name="connsiteY26" fmla="*/ 72139 h 209656"/>
                <a:gd name="connsiteX27" fmla="*/ 26837 w 205755"/>
                <a:gd name="connsiteY27" fmla="*/ 72139 h 209656"/>
                <a:gd name="connsiteX28" fmla="*/ 31310 w 205755"/>
                <a:gd name="connsiteY28" fmla="*/ 70862 h 209656"/>
                <a:gd name="connsiteX29" fmla="*/ 31310 w 205755"/>
                <a:gd name="connsiteY29" fmla="*/ 70862 h 209656"/>
                <a:gd name="connsiteX30" fmla="*/ 49841 w 205755"/>
                <a:gd name="connsiteY30" fmla="*/ 52349 h 209656"/>
                <a:gd name="connsiteX31" fmla="*/ 44730 w 205755"/>
                <a:gd name="connsiteY31" fmla="*/ 74054 h 209656"/>
                <a:gd name="connsiteX32" fmla="*/ 44730 w 205755"/>
                <a:gd name="connsiteY32" fmla="*/ 75331 h 209656"/>
                <a:gd name="connsiteX33" fmla="*/ 26837 w 205755"/>
                <a:gd name="connsiteY33" fmla="*/ 75331 h 209656"/>
                <a:gd name="connsiteX34" fmla="*/ 20447 w 205755"/>
                <a:gd name="connsiteY34" fmla="*/ 81715 h 209656"/>
                <a:gd name="connsiteX35" fmla="*/ 20447 w 205755"/>
                <a:gd name="connsiteY35" fmla="*/ 123211 h 209656"/>
                <a:gd name="connsiteX36" fmla="*/ 26837 w 205755"/>
                <a:gd name="connsiteY36" fmla="*/ 129595 h 209656"/>
                <a:gd name="connsiteX37" fmla="*/ 31310 w 205755"/>
                <a:gd name="connsiteY37" fmla="*/ 129595 h 209656"/>
                <a:gd name="connsiteX38" fmla="*/ 19809 w 205755"/>
                <a:gd name="connsiteY38" fmla="*/ 158961 h 209656"/>
                <a:gd name="connsiteX39" fmla="*/ 20447 w 205755"/>
                <a:gd name="connsiteY39" fmla="*/ 165345 h 209656"/>
                <a:gd name="connsiteX40" fmla="*/ 25560 w 205755"/>
                <a:gd name="connsiteY40" fmla="*/ 168537 h 209656"/>
                <a:gd name="connsiteX41" fmla="*/ 67733 w 205755"/>
                <a:gd name="connsiteY41" fmla="*/ 168537 h 209656"/>
                <a:gd name="connsiteX42" fmla="*/ 65177 w 205755"/>
                <a:gd name="connsiteY42" fmla="*/ 174921 h 209656"/>
                <a:gd name="connsiteX43" fmla="*/ 40895 w 205755"/>
                <a:gd name="connsiteY43" fmla="*/ 185135 h 209656"/>
                <a:gd name="connsiteX44" fmla="*/ 7029 w 205755"/>
                <a:gd name="connsiteY44" fmla="*/ 197265 h 209656"/>
                <a:gd name="connsiteX45" fmla="*/ 4473 w 205755"/>
                <a:gd name="connsiteY45" fmla="*/ 206203 h 209656"/>
                <a:gd name="connsiteX46" fmla="*/ 13419 w 205755"/>
                <a:gd name="connsiteY46" fmla="*/ 208756 h 209656"/>
                <a:gd name="connsiteX47" fmla="*/ 13419 w 205755"/>
                <a:gd name="connsiteY47" fmla="*/ 208756 h 209656"/>
                <a:gd name="connsiteX48" fmla="*/ 42173 w 205755"/>
                <a:gd name="connsiteY48" fmla="*/ 198542 h 209656"/>
                <a:gd name="connsiteX49" fmla="*/ 77318 w 205755"/>
                <a:gd name="connsiteY49" fmla="*/ 181305 h 209656"/>
                <a:gd name="connsiteX50" fmla="*/ 82430 w 205755"/>
                <a:gd name="connsiteY50" fmla="*/ 166622 h 209656"/>
                <a:gd name="connsiteX51" fmla="*/ 102239 w 205755"/>
                <a:gd name="connsiteY51" fmla="*/ 171729 h 209656"/>
                <a:gd name="connsiteX52" fmla="*/ 123325 w 205755"/>
                <a:gd name="connsiteY52" fmla="*/ 165984 h 209656"/>
                <a:gd name="connsiteX53" fmla="*/ 129076 w 205755"/>
                <a:gd name="connsiteY53" fmla="*/ 181305 h 209656"/>
                <a:gd name="connsiteX54" fmla="*/ 164221 w 205755"/>
                <a:gd name="connsiteY54" fmla="*/ 198542 h 209656"/>
                <a:gd name="connsiteX55" fmla="*/ 192976 w 205755"/>
                <a:gd name="connsiteY55" fmla="*/ 208756 h 209656"/>
                <a:gd name="connsiteX56" fmla="*/ 201922 w 205755"/>
                <a:gd name="connsiteY56" fmla="*/ 206203 h 209656"/>
                <a:gd name="connsiteX57" fmla="*/ 201922 w 205755"/>
                <a:gd name="connsiteY57" fmla="*/ 206203 h 209656"/>
                <a:gd name="connsiteX58" fmla="*/ 199366 w 205755"/>
                <a:gd name="connsiteY58" fmla="*/ 197265 h 209656"/>
                <a:gd name="connsiteX59" fmla="*/ 165499 w 205755"/>
                <a:gd name="connsiteY59" fmla="*/ 185135 h 209656"/>
                <a:gd name="connsiteX60" fmla="*/ 140579 w 205755"/>
                <a:gd name="connsiteY60" fmla="*/ 174921 h 209656"/>
                <a:gd name="connsiteX61" fmla="*/ 138022 w 205755"/>
                <a:gd name="connsiteY61" fmla="*/ 168537 h 209656"/>
                <a:gd name="connsiteX62" fmla="*/ 180196 w 205755"/>
                <a:gd name="connsiteY62" fmla="*/ 168537 h 209656"/>
                <a:gd name="connsiteX63" fmla="*/ 185308 w 205755"/>
                <a:gd name="connsiteY63" fmla="*/ 165345 h 209656"/>
                <a:gd name="connsiteX64" fmla="*/ 185947 w 205755"/>
                <a:gd name="connsiteY64" fmla="*/ 158961 h 209656"/>
                <a:gd name="connsiteX65" fmla="*/ 174445 w 205755"/>
                <a:gd name="connsiteY65" fmla="*/ 129595 h 209656"/>
                <a:gd name="connsiteX66" fmla="*/ 178918 w 205755"/>
                <a:gd name="connsiteY66" fmla="*/ 129595 h 209656"/>
                <a:gd name="connsiteX67" fmla="*/ 185308 w 205755"/>
                <a:gd name="connsiteY67" fmla="*/ 123211 h 209656"/>
                <a:gd name="connsiteX68" fmla="*/ 185308 w 205755"/>
                <a:gd name="connsiteY68" fmla="*/ 82353 h 209656"/>
                <a:gd name="connsiteX69" fmla="*/ 178918 w 205755"/>
                <a:gd name="connsiteY69" fmla="*/ 75969 h 209656"/>
                <a:gd name="connsiteX70" fmla="*/ 161026 w 205755"/>
                <a:gd name="connsiteY70" fmla="*/ 75969 h 209656"/>
                <a:gd name="connsiteX71" fmla="*/ 161026 w 205755"/>
                <a:gd name="connsiteY71" fmla="*/ 74692 h 209656"/>
                <a:gd name="connsiteX72" fmla="*/ 156553 w 205755"/>
                <a:gd name="connsiteY72" fmla="*/ 54264 h 209656"/>
                <a:gd name="connsiteX73" fmla="*/ 174445 w 205755"/>
                <a:gd name="connsiteY73" fmla="*/ 72777 h 209656"/>
                <a:gd name="connsiteX74" fmla="*/ 178918 w 205755"/>
                <a:gd name="connsiteY74" fmla="*/ 74692 h 209656"/>
                <a:gd name="connsiteX75" fmla="*/ 180196 w 205755"/>
                <a:gd name="connsiteY75" fmla="*/ 74692 h 209656"/>
                <a:gd name="connsiteX76" fmla="*/ 180196 w 205755"/>
                <a:gd name="connsiteY76" fmla="*/ 74692 h 209656"/>
                <a:gd name="connsiteX77" fmla="*/ 183391 w 205755"/>
                <a:gd name="connsiteY77" fmla="*/ 72777 h 209656"/>
                <a:gd name="connsiteX78" fmla="*/ 203838 w 205755"/>
                <a:gd name="connsiteY78" fmla="*/ 52349 h 209656"/>
                <a:gd name="connsiteX79" fmla="*/ 203838 w 205755"/>
                <a:gd name="connsiteY79" fmla="*/ 43411 h 209656"/>
                <a:gd name="connsiteX80" fmla="*/ 194253 w 205755"/>
                <a:gd name="connsiteY80" fmla="*/ 42773 h 209656"/>
                <a:gd name="connsiteX81" fmla="*/ 194253 w 205755"/>
                <a:gd name="connsiteY81" fmla="*/ 42773 h 209656"/>
                <a:gd name="connsiteX82" fmla="*/ 147607 w 205755"/>
                <a:gd name="connsiteY82" fmla="*/ 73416 h 209656"/>
                <a:gd name="connsiteX83" fmla="*/ 109268 w 205755"/>
                <a:gd name="connsiteY83" fmla="*/ 31920 h 209656"/>
                <a:gd name="connsiteX84" fmla="*/ 147607 w 205755"/>
                <a:gd name="connsiteY84" fmla="*/ 73416 h 209656"/>
                <a:gd name="connsiteX85" fmla="*/ 102878 w 205755"/>
                <a:gd name="connsiteY85" fmla="*/ 50433 h 209656"/>
                <a:gd name="connsiteX86" fmla="*/ 128438 w 205755"/>
                <a:gd name="connsiteY86" fmla="*/ 76608 h 209656"/>
                <a:gd name="connsiteX87" fmla="*/ 77318 w 205755"/>
                <a:gd name="connsiteY87" fmla="*/ 76608 h 209656"/>
                <a:gd name="connsiteX88" fmla="*/ 102878 w 205755"/>
                <a:gd name="connsiteY88" fmla="*/ 50433 h 209656"/>
                <a:gd name="connsiteX89" fmla="*/ 96488 w 205755"/>
                <a:gd name="connsiteY89" fmla="*/ 31920 h 209656"/>
                <a:gd name="connsiteX90" fmla="*/ 58148 w 205755"/>
                <a:gd name="connsiteY90" fmla="*/ 73416 h 209656"/>
                <a:gd name="connsiteX91" fmla="*/ 96488 w 205755"/>
                <a:gd name="connsiteY91" fmla="*/ 31920 h 209656"/>
                <a:gd name="connsiteX92" fmla="*/ 96488 w 205755"/>
                <a:gd name="connsiteY92" fmla="*/ 31920 h 209656"/>
                <a:gd name="connsiteX93" fmla="*/ 57509 w 205755"/>
                <a:gd name="connsiteY93" fmla="*/ 88737 h 209656"/>
                <a:gd name="connsiteX94" fmla="*/ 148246 w 205755"/>
                <a:gd name="connsiteY94" fmla="*/ 88737 h 209656"/>
                <a:gd name="connsiteX95" fmla="*/ 142495 w 205755"/>
                <a:gd name="connsiteY95" fmla="*/ 116827 h 209656"/>
                <a:gd name="connsiteX96" fmla="*/ 62621 w 205755"/>
                <a:gd name="connsiteY96" fmla="*/ 116827 h 209656"/>
                <a:gd name="connsiteX97" fmla="*/ 57509 w 205755"/>
                <a:gd name="connsiteY97" fmla="*/ 88737 h 209656"/>
                <a:gd name="connsiteX98" fmla="*/ 57509 w 205755"/>
                <a:gd name="connsiteY98" fmla="*/ 88737 h 209656"/>
                <a:gd name="connsiteX99" fmla="*/ 49202 w 205755"/>
                <a:gd name="connsiteY99" fmla="*/ 116188 h 209656"/>
                <a:gd name="connsiteX100" fmla="*/ 49202 w 205755"/>
                <a:gd name="connsiteY100" fmla="*/ 117465 h 209656"/>
                <a:gd name="connsiteX101" fmla="*/ 49202 w 205755"/>
                <a:gd name="connsiteY101" fmla="*/ 117465 h 209656"/>
                <a:gd name="connsiteX102" fmla="*/ 49202 w 205755"/>
                <a:gd name="connsiteY102" fmla="*/ 116188 h 209656"/>
                <a:gd name="connsiteX103" fmla="*/ 49202 w 205755"/>
                <a:gd name="connsiteY103" fmla="*/ 116188 h 209656"/>
                <a:gd name="connsiteX104" fmla="*/ 33866 w 205755"/>
                <a:gd name="connsiteY104" fmla="*/ 88737 h 209656"/>
                <a:gd name="connsiteX105" fmla="*/ 42812 w 205755"/>
                <a:gd name="connsiteY105" fmla="*/ 88737 h 209656"/>
                <a:gd name="connsiteX106" fmla="*/ 35783 w 205755"/>
                <a:gd name="connsiteY106" fmla="*/ 116827 h 209656"/>
                <a:gd name="connsiteX107" fmla="*/ 33866 w 205755"/>
                <a:gd name="connsiteY107" fmla="*/ 116827 h 209656"/>
                <a:gd name="connsiteX108" fmla="*/ 33866 w 205755"/>
                <a:gd name="connsiteY108" fmla="*/ 88737 h 209656"/>
                <a:gd name="connsiteX109" fmla="*/ 35783 w 205755"/>
                <a:gd name="connsiteY109" fmla="*/ 155769 h 209656"/>
                <a:gd name="connsiteX110" fmla="*/ 45368 w 205755"/>
                <a:gd name="connsiteY110" fmla="*/ 130233 h 209656"/>
                <a:gd name="connsiteX111" fmla="*/ 54953 w 205755"/>
                <a:gd name="connsiteY111" fmla="*/ 130233 h 209656"/>
                <a:gd name="connsiteX112" fmla="*/ 70928 w 205755"/>
                <a:gd name="connsiteY112" fmla="*/ 155769 h 209656"/>
                <a:gd name="connsiteX113" fmla="*/ 35783 w 205755"/>
                <a:gd name="connsiteY113" fmla="*/ 155769 h 209656"/>
                <a:gd name="connsiteX114" fmla="*/ 123325 w 205755"/>
                <a:gd name="connsiteY114" fmla="*/ 150662 h 209656"/>
                <a:gd name="connsiteX115" fmla="*/ 83708 w 205755"/>
                <a:gd name="connsiteY115" fmla="*/ 151300 h 209656"/>
                <a:gd name="connsiteX116" fmla="*/ 69011 w 205755"/>
                <a:gd name="connsiteY116" fmla="*/ 130872 h 209656"/>
                <a:gd name="connsiteX117" fmla="*/ 137384 w 205755"/>
                <a:gd name="connsiteY117" fmla="*/ 130872 h 209656"/>
                <a:gd name="connsiteX118" fmla="*/ 123325 w 205755"/>
                <a:gd name="connsiteY118" fmla="*/ 150662 h 209656"/>
                <a:gd name="connsiteX119" fmla="*/ 123325 w 205755"/>
                <a:gd name="connsiteY119" fmla="*/ 150662 h 209656"/>
                <a:gd name="connsiteX120" fmla="*/ 172528 w 205755"/>
                <a:gd name="connsiteY120" fmla="*/ 88737 h 209656"/>
                <a:gd name="connsiteX121" fmla="*/ 172528 w 205755"/>
                <a:gd name="connsiteY121" fmla="*/ 117465 h 209656"/>
                <a:gd name="connsiteX122" fmla="*/ 170611 w 205755"/>
                <a:gd name="connsiteY122" fmla="*/ 117465 h 209656"/>
                <a:gd name="connsiteX123" fmla="*/ 163582 w 205755"/>
                <a:gd name="connsiteY123" fmla="*/ 89376 h 209656"/>
                <a:gd name="connsiteX124" fmla="*/ 172528 w 205755"/>
                <a:gd name="connsiteY124" fmla="*/ 88737 h 209656"/>
                <a:gd name="connsiteX125" fmla="*/ 156553 w 205755"/>
                <a:gd name="connsiteY125" fmla="*/ 116188 h 209656"/>
                <a:gd name="connsiteX126" fmla="*/ 156553 w 205755"/>
                <a:gd name="connsiteY126" fmla="*/ 117465 h 209656"/>
                <a:gd name="connsiteX127" fmla="*/ 155914 w 205755"/>
                <a:gd name="connsiteY127" fmla="*/ 117465 h 209656"/>
                <a:gd name="connsiteX128" fmla="*/ 156553 w 205755"/>
                <a:gd name="connsiteY128" fmla="*/ 116188 h 209656"/>
                <a:gd name="connsiteX129" fmla="*/ 156553 w 205755"/>
                <a:gd name="connsiteY129" fmla="*/ 116188 h 209656"/>
                <a:gd name="connsiteX130" fmla="*/ 161026 w 205755"/>
                <a:gd name="connsiteY130" fmla="*/ 130233 h 209656"/>
                <a:gd name="connsiteX131" fmla="*/ 170611 w 205755"/>
                <a:gd name="connsiteY131" fmla="*/ 155769 h 209656"/>
                <a:gd name="connsiteX132" fmla="*/ 136105 w 205755"/>
                <a:gd name="connsiteY132" fmla="*/ 155769 h 209656"/>
                <a:gd name="connsiteX133" fmla="*/ 152080 w 205755"/>
                <a:gd name="connsiteY133" fmla="*/ 130233 h 209656"/>
                <a:gd name="connsiteX134" fmla="*/ 161026 w 205755"/>
                <a:gd name="connsiteY134" fmla="*/ 130233 h 20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205755" h="209656">
                  <a:moveTo>
                    <a:pt x="194253" y="42773"/>
                  </a:moveTo>
                  <a:lnTo>
                    <a:pt x="184669" y="52349"/>
                  </a:lnTo>
                  <a:lnTo>
                    <a:pt x="184669" y="7661"/>
                  </a:lnTo>
                  <a:cubicBezTo>
                    <a:pt x="184669" y="3830"/>
                    <a:pt x="182113" y="1277"/>
                    <a:pt x="178279" y="1277"/>
                  </a:cubicBezTo>
                  <a:cubicBezTo>
                    <a:pt x="174445" y="1277"/>
                    <a:pt x="171889" y="3830"/>
                    <a:pt x="171889" y="7661"/>
                  </a:cubicBezTo>
                  <a:lnTo>
                    <a:pt x="171889" y="52349"/>
                  </a:lnTo>
                  <a:lnTo>
                    <a:pt x="162304" y="42773"/>
                  </a:lnTo>
                  <a:cubicBezTo>
                    <a:pt x="159748" y="40219"/>
                    <a:pt x="155914" y="40219"/>
                    <a:pt x="153358" y="42773"/>
                  </a:cubicBezTo>
                  <a:cubicBezTo>
                    <a:pt x="152719" y="43411"/>
                    <a:pt x="152080" y="44688"/>
                    <a:pt x="152080" y="45326"/>
                  </a:cubicBezTo>
                  <a:cubicBezTo>
                    <a:pt x="142495" y="28089"/>
                    <a:pt x="123325" y="17875"/>
                    <a:pt x="103517" y="18514"/>
                  </a:cubicBezTo>
                  <a:lnTo>
                    <a:pt x="102239" y="18514"/>
                  </a:lnTo>
                  <a:cubicBezTo>
                    <a:pt x="82430" y="17237"/>
                    <a:pt x="63260" y="27451"/>
                    <a:pt x="53675" y="44688"/>
                  </a:cubicBezTo>
                  <a:cubicBezTo>
                    <a:pt x="53036" y="41496"/>
                    <a:pt x="49841" y="38942"/>
                    <a:pt x="46007" y="39581"/>
                  </a:cubicBezTo>
                  <a:cubicBezTo>
                    <a:pt x="44730" y="39581"/>
                    <a:pt x="43451" y="40219"/>
                    <a:pt x="42812" y="41496"/>
                  </a:cubicBezTo>
                  <a:lnTo>
                    <a:pt x="33227" y="51072"/>
                  </a:lnTo>
                  <a:lnTo>
                    <a:pt x="33227" y="6384"/>
                  </a:lnTo>
                  <a:cubicBezTo>
                    <a:pt x="33227" y="2554"/>
                    <a:pt x="30671" y="0"/>
                    <a:pt x="26837" y="0"/>
                  </a:cubicBezTo>
                  <a:cubicBezTo>
                    <a:pt x="23004" y="0"/>
                    <a:pt x="20447" y="2554"/>
                    <a:pt x="20447" y="6384"/>
                  </a:cubicBezTo>
                  <a:lnTo>
                    <a:pt x="20447" y="51072"/>
                  </a:lnTo>
                  <a:lnTo>
                    <a:pt x="10863" y="41496"/>
                  </a:lnTo>
                  <a:cubicBezTo>
                    <a:pt x="8306" y="38942"/>
                    <a:pt x="4473" y="38942"/>
                    <a:pt x="1917" y="41496"/>
                  </a:cubicBezTo>
                  <a:cubicBezTo>
                    <a:pt x="1917" y="41496"/>
                    <a:pt x="1917" y="41496"/>
                    <a:pt x="1917" y="41496"/>
                  </a:cubicBezTo>
                  <a:cubicBezTo>
                    <a:pt x="639" y="42773"/>
                    <a:pt x="0" y="44049"/>
                    <a:pt x="0" y="45965"/>
                  </a:cubicBezTo>
                  <a:cubicBezTo>
                    <a:pt x="0" y="47880"/>
                    <a:pt x="639" y="49157"/>
                    <a:pt x="1917" y="50433"/>
                  </a:cubicBezTo>
                  <a:lnTo>
                    <a:pt x="22365" y="70862"/>
                  </a:lnTo>
                  <a:lnTo>
                    <a:pt x="23004" y="71500"/>
                  </a:lnTo>
                  <a:cubicBezTo>
                    <a:pt x="23642" y="72139"/>
                    <a:pt x="24281" y="72139"/>
                    <a:pt x="24920" y="72139"/>
                  </a:cubicBezTo>
                  <a:cubicBezTo>
                    <a:pt x="25560" y="72139"/>
                    <a:pt x="26199" y="72139"/>
                    <a:pt x="26837" y="72139"/>
                  </a:cubicBezTo>
                  <a:cubicBezTo>
                    <a:pt x="28115" y="72139"/>
                    <a:pt x="30032" y="71500"/>
                    <a:pt x="31310" y="70862"/>
                  </a:cubicBezTo>
                  <a:lnTo>
                    <a:pt x="31310" y="70862"/>
                  </a:lnTo>
                  <a:lnTo>
                    <a:pt x="49841" y="52349"/>
                  </a:lnTo>
                  <a:cubicBezTo>
                    <a:pt x="47285" y="59371"/>
                    <a:pt x="45368" y="67032"/>
                    <a:pt x="44730" y="74054"/>
                  </a:cubicBezTo>
                  <a:lnTo>
                    <a:pt x="44730" y="75331"/>
                  </a:lnTo>
                  <a:lnTo>
                    <a:pt x="26837" y="75331"/>
                  </a:lnTo>
                  <a:cubicBezTo>
                    <a:pt x="23004" y="75331"/>
                    <a:pt x="20447" y="77884"/>
                    <a:pt x="20447" y="81715"/>
                  </a:cubicBezTo>
                  <a:lnTo>
                    <a:pt x="20447" y="123211"/>
                  </a:lnTo>
                  <a:cubicBezTo>
                    <a:pt x="20447" y="127041"/>
                    <a:pt x="23004" y="129595"/>
                    <a:pt x="26837" y="129595"/>
                  </a:cubicBezTo>
                  <a:lnTo>
                    <a:pt x="31310" y="129595"/>
                  </a:lnTo>
                  <a:cubicBezTo>
                    <a:pt x="25560" y="146193"/>
                    <a:pt x="20447" y="158961"/>
                    <a:pt x="19809" y="158961"/>
                  </a:cubicBezTo>
                  <a:cubicBezTo>
                    <a:pt x="19170" y="160876"/>
                    <a:pt x="19170" y="163430"/>
                    <a:pt x="20447" y="165345"/>
                  </a:cubicBezTo>
                  <a:cubicBezTo>
                    <a:pt x="21725" y="167260"/>
                    <a:pt x="23642" y="168537"/>
                    <a:pt x="25560" y="168537"/>
                  </a:cubicBezTo>
                  <a:lnTo>
                    <a:pt x="67733" y="168537"/>
                  </a:lnTo>
                  <a:cubicBezTo>
                    <a:pt x="67094" y="170452"/>
                    <a:pt x="65816" y="173006"/>
                    <a:pt x="65177" y="174921"/>
                  </a:cubicBezTo>
                  <a:cubicBezTo>
                    <a:pt x="61982" y="181305"/>
                    <a:pt x="55592" y="183859"/>
                    <a:pt x="40895" y="185135"/>
                  </a:cubicBezTo>
                  <a:cubicBezTo>
                    <a:pt x="28755" y="187051"/>
                    <a:pt x="17253" y="191519"/>
                    <a:pt x="7029" y="197265"/>
                  </a:cubicBezTo>
                  <a:cubicBezTo>
                    <a:pt x="3834" y="199180"/>
                    <a:pt x="3195" y="203011"/>
                    <a:pt x="4473" y="206203"/>
                  </a:cubicBezTo>
                  <a:cubicBezTo>
                    <a:pt x="6390" y="209395"/>
                    <a:pt x="10224" y="210033"/>
                    <a:pt x="13419" y="208756"/>
                  </a:cubicBezTo>
                  <a:cubicBezTo>
                    <a:pt x="13419" y="208756"/>
                    <a:pt x="13419" y="208756"/>
                    <a:pt x="13419" y="208756"/>
                  </a:cubicBezTo>
                  <a:cubicBezTo>
                    <a:pt x="22365" y="203649"/>
                    <a:pt x="31950" y="199819"/>
                    <a:pt x="42173" y="198542"/>
                  </a:cubicBezTo>
                  <a:cubicBezTo>
                    <a:pt x="55592" y="197265"/>
                    <a:pt x="70289" y="194711"/>
                    <a:pt x="77318" y="181305"/>
                  </a:cubicBezTo>
                  <a:cubicBezTo>
                    <a:pt x="79874" y="176836"/>
                    <a:pt x="81152" y="171729"/>
                    <a:pt x="82430" y="166622"/>
                  </a:cubicBezTo>
                  <a:cubicBezTo>
                    <a:pt x="88181" y="169814"/>
                    <a:pt x="95209" y="171729"/>
                    <a:pt x="102239" y="171729"/>
                  </a:cubicBezTo>
                  <a:cubicBezTo>
                    <a:pt x="109907" y="171729"/>
                    <a:pt x="116935" y="169814"/>
                    <a:pt x="123325" y="165984"/>
                  </a:cubicBezTo>
                  <a:cubicBezTo>
                    <a:pt x="124604" y="171091"/>
                    <a:pt x="126520" y="176198"/>
                    <a:pt x="129076" y="181305"/>
                  </a:cubicBezTo>
                  <a:cubicBezTo>
                    <a:pt x="136105" y="194711"/>
                    <a:pt x="150802" y="197265"/>
                    <a:pt x="164221" y="198542"/>
                  </a:cubicBezTo>
                  <a:cubicBezTo>
                    <a:pt x="174445" y="200457"/>
                    <a:pt x="184030" y="203649"/>
                    <a:pt x="192976" y="208756"/>
                  </a:cubicBezTo>
                  <a:cubicBezTo>
                    <a:pt x="196171" y="210671"/>
                    <a:pt x="200005" y="209395"/>
                    <a:pt x="201922" y="206203"/>
                  </a:cubicBezTo>
                  <a:cubicBezTo>
                    <a:pt x="201922" y="206203"/>
                    <a:pt x="201922" y="206203"/>
                    <a:pt x="201922" y="206203"/>
                  </a:cubicBezTo>
                  <a:cubicBezTo>
                    <a:pt x="203838" y="203011"/>
                    <a:pt x="202561" y="199180"/>
                    <a:pt x="199366" y="197265"/>
                  </a:cubicBezTo>
                  <a:cubicBezTo>
                    <a:pt x="189142" y="190881"/>
                    <a:pt x="177640" y="187051"/>
                    <a:pt x="165499" y="185135"/>
                  </a:cubicBezTo>
                  <a:cubicBezTo>
                    <a:pt x="150164" y="183859"/>
                    <a:pt x="143774" y="181305"/>
                    <a:pt x="140579" y="174921"/>
                  </a:cubicBezTo>
                  <a:cubicBezTo>
                    <a:pt x="139300" y="173006"/>
                    <a:pt x="138661" y="170452"/>
                    <a:pt x="138022" y="168537"/>
                  </a:cubicBezTo>
                  <a:lnTo>
                    <a:pt x="180196" y="168537"/>
                  </a:lnTo>
                  <a:cubicBezTo>
                    <a:pt x="182113" y="168537"/>
                    <a:pt x="184669" y="167260"/>
                    <a:pt x="185308" y="165345"/>
                  </a:cubicBezTo>
                  <a:cubicBezTo>
                    <a:pt x="186586" y="163430"/>
                    <a:pt x="186586" y="161515"/>
                    <a:pt x="185947" y="158961"/>
                  </a:cubicBezTo>
                  <a:cubicBezTo>
                    <a:pt x="185947" y="158961"/>
                    <a:pt x="180196" y="146193"/>
                    <a:pt x="174445" y="129595"/>
                  </a:cubicBezTo>
                  <a:lnTo>
                    <a:pt x="178918" y="129595"/>
                  </a:lnTo>
                  <a:cubicBezTo>
                    <a:pt x="182752" y="129595"/>
                    <a:pt x="185308" y="127041"/>
                    <a:pt x="185308" y="123211"/>
                  </a:cubicBezTo>
                  <a:lnTo>
                    <a:pt x="185308" y="82353"/>
                  </a:lnTo>
                  <a:cubicBezTo>
                    <a:pt x="185308" y="78523"/>
                    <a:pt x="182752" y="75969"/>
                    <a:pt x="178918" y="75969"/>
                  </a:cubicBezTo>
                  <a:lnTo>
                    <a:pt x="161026" y="75969"/>
                  </a:lnTo>
                  <a:lnTo>
                    <a:pt x="161026" y="74692"/>
                  </a:lnTo>
                  <a:cubicBezTo>
                    <a:pt x="160387" y="67670"/>
                    <a:pt x="159109" y="60648"/>
                    <a:pt x="156553" y="54264"/>
                  </a:cubicBezTo>
                  <a:lnTo>
                    <a:pt x="174445" y="72777"/>
                  </a:lnTo>
                  <a:cubicBezTo>
                    <a:pt x="175723" y="74054"/>
                    <a:pt x="177001" y="74692"/>
                    <a:pt x="178918" y="74692"/>
                  </a:cubicBezTo>
                  <a:cubicBezTo>
                    <a:pt x="179557" y="74692"/>
                    <a:pt x="179557" y="74692"/>
                    <a:pt x="180196" y="74692"/>
                  </a:cubicBezTo>
                  <a:lnTo>
                    <a:pt x="180196" y="74692"/>
                  </a:lnTo>
                  <a:cubicBezTo>
                    <a:pt x="181474" y="74692"/>
                    <a:pt x="182752" y="74054"/>
                    <a:pt x="183391" y="72777"/>
                  </a:cubicBezTo>
                  <a:lnTo>
                    <a:pt x="203838" y="52349"/>
                  </a:lnTo>
                  <a:cubicBezTo>
                    <a:pt x="206395" y="49795"/>
                    <a:pt x="206395" y="45965"/>
                    <a:pt x="203838" y="43411"/>
                  </a:cubicBezTo>
                  <a:cubicBezTo>
                    <a:pt x="201283" y="40857"/>
                    <a:pt x="196810" y="40857"/>
                    <a:pt x="194253" y="42773"/>
                  </a:cubicBezTo>
                  <a:lnTo>
                    <a:pt x="194253" y="42773"/>
                  </a:lnTo>
                  <a:close/>
                  <a:moveTo>
                    <a:pt x="147607" y="73416"/>
                  </a:moveTo>
                  <a:cubicBezTo>
                    <a:pt x="116297" y="54264"/>
                    <a:pt x="110545" y="38942"/>
                    <a:pt x="109268" y="31920"/>
                  </a:cubicBezTo>
                  <a:cubicBezTo>
                    <a:pt x="131633" y="33835"/>
                    <a:pt x="144412" y="47880"/>
                    <a:pt x="147607" y="73416"/>
                  </a:cubicBezTo>
                  <a:close/>
                  <a:moveTo>
                    <a:pt x="102878" y="50433"/>
                  </a:moveTo>
                  <a:cubicBezTo>
                    <a:pt x="109907" y="60648"/>
                    <a:pt x="118214" y="69585"/>
                    <a:pt x="128438" y="76608"/>
                  </a:cubicBezTo>
                  <a:lnTo>
                    <a:pt x="77318" y="76608"/>
                  </a:lnTo>
                  <a:cubicBezTo>
                    <a:pt x="87542" y="68947"/>
                    <a:pt x="95849" y="60648"/>
                    <a:pt x="102878" y="50433"/>
                  </a:cubicBezTo>
                  <a:close/>
                  <a:moveTo>
                    <a:pt x="96488" y="31920"/>
                  </a:moveTo>
                  <a:cubicBezTo>
                    <a:pt x="95209" y="38942"/>
                    <a:pt x="89459" y="54902"/>
                    <a:pt x="58148" y="73416"/>
                  </a:cubicBezTo>
                  <a:cubicBezTo>
                    <a:pt x="61343" y="47880"/>
                    <a:pt x="74123" y="33835"/>
                    <a:pt x="96488" y="31920"/>
                  </a:cubicBezTo>
                  <a:lnTo>
                    <a:pt x="96488" y="31920"/>
                  </a:lnTo>
                  <a:close/>
                  <a:moveTo>
                    <a:pt x="57509" y="88737"/>
                  </a:moveTo>
                  <a:lnTo>
                    <a:pt x="148246" y="88737"/>
                  </a:lnTo>
                  <a:cubicBezTo>
                    <a:pt x="147607" y="98313"/>
                    <a:pt x="145690" y="107889"/>
                    <a:pt x="142495" y="116827"/>
                  </a:cubicBezTo>
                  <a:lnTo>
                    <a:pt x="62621" y="116827"/>
                  </a:lnTo>
                  <a:cubicBezTo>
                    <a:pt x="60065" y="107889"/>
                    <a:pt x="58148" y="98313"/>
                    <a:pt x="57509" y="88737"/>
                  </a:cubicBezTo>
                  <a:lnTo>
                    <a:pt x="57509" y="88737"/>
                  </a:lnTo>
                  <a:close/>
                  <a:moveTo>
                    <a:pt x="49202" y="116188"/>
                  </a:moveTo>
                  <a:cubicBezTo>
                    <a:pt x="49202" y="116188"/>
                    <a:pt x="49202" y="116827"/>
                    <a:pt x="49202" y="117465"/>
                  </a:cubicBezTo>
                  <a:lnTo>
                    <a:pt x="49202" y="117465"/>
                  </a:lnTo>
                  <a:cubicBezTo>
                    <a:pt x="49202" y="116827"/>
                    <a:pt x="49202" y="116188"/>
                    <a:pt x="49202" y="116188"/>
                  </a:cubicBezTo>
                  <a:lnTo>
                    <a:pt x="49202" y="116188"/>
                  </a:lnTo>
                  <a:close/>
                  <a:moveTo>
                    <a:pt x="33866" y="88737"/>
                  </a:moveTo>
                  <a:lnTo>
                    <a:pt x="42812" y="88737"/>
                  </a:lnTo>
                  <a:cubicBezTo>
                    <a:pt x="40895" y="98313"/>
                    <a:pt x="38340" y="107889"/>
                    <a:pt x="35783" y="116827"/>
                  </a:cubicBezTo>
                  <a:lnTo>
                    <a:pt x="33866" y="116827"/>
                  </a:lnTo>
                  <a:lnTo>
                    <a:pt x="33866" y="88737"/>
                  </a:lnTo>
                  <a:close/>
                  <a:moveTo>
                    <a:pt x="35783" y="155769"/>
                  </a:moveTo>
                  <a:cubicBezTo>
                    <a:pt x="38340" y="149385"/>
                    <a:pt x="41535" y="140448"/>
                    <a:pt x="45368" y="130233"/>
                  </a:cubicBezTo>
                  <a:lnTo>
                    <a:pt x="54953" y="130233"/>
                  </a:lnTo>
                  <a:cubicBezTo>
                    <a:pt x="59426" y="139171"/>
                    <a:pt x="64538" y="148108"/>
                    <a:pt x="70928" y="155769"/>
                  </a:cubicBezTo>
                  <a:lnTo>
                    <a:pt x="35783" y="155769"/>
                  </a:lnTo>
                  <a:close/>
                  <a:moveTo>
                    <a:pt x="123325" y="150662"/>
                  </a:moveTo>
                  <a:cubicBezTo>
                    <a:pt x="101599" y="166622"/>
                    <a:pt x="85625" y="153216"/>
                    <a:pt x="83708" y="151300"/>
                  </a:cubicBezTo>
                  <a:cubicBezTo>
                    <a:pt x="77957" y="144916"/>
                    <a:pt x="72845" y="137894"/>
                    <a:pt x="69011" y="130872"/>
                  </a:cubicBezTo>
                  <a:lnTo>
                    <a:pt x="137384" y="130872"/>
                  </a:lnTo>
                  <a:cubicBezTo>
                    <a:pt x="132910" y="137256"/>
                    <a:pt x="128438" y="144278"/>
                    <a:pt x="123325" y="150662"/>
                  </a:cubicBezTo>
                  <a:lnTo>
                    <a:pt x="123325" y="150662"/>
                  </a:lnTo>
                  <a:close/>
                  <a:moveTo>
                    <a:pt x="172528" y="88737"/>
                  </a:moveTo>
                  <a:lnTo>
                    <a:pt x="172528" y="117465"/>
                  </a:lnTo>
                  <a:lnTo>
                    <a:pt x="170611" y="117465"/>
                  </a:lnTo>
                  <a:cubicBezTo>
                    <a:pt x="167416" y="107889"/>
                    <a:pt x="165499" y="98952"/>
                    <a:pt x="163582" y="89376"/>
                  </a:cubicBezTo>
                  <a:lnTo>
                    <a:pt x="172528" y="88737"/>
                  </a:lnTo>
                  <a:close/>
                  <a:moveTo>
                    <a:pt x="156553" y="116188"/>
                  </a:moveTo>
                  <a:lnTo>
                    <a:pt x="156553" y="117465"/>
                  </a:lnTo>
                  <a:lnTo>
                    <a:pt x="155914" y="117465"/>
                  </a:lnTo>
                  <a:cubicBezTo>
                    <a:pt x="155914" y="116827"/>
                    <a:pt x="155914" y="116188"/>
                    <a:pt x="156553" y="116188"/>
                  </a:cubicBezTo>
                  <a:lnTo>
                    <a:pt x="156553" y="116188"/>
                  </a:lnTo>
                  <a:close/>
                  <a:moveTo>
                    <a:pt x="161026" y="130233"/>
                  </a:moveTo>
                  <a:cubicBezTo>
                    <a:pt x="164221" y="140448"/>
                    <a:pt x="168055" y="149385"/>
                    <a:pt x="170611" y="155769"/>
                  </a:cubicBezTo>
                  <a:lnTo>
                    <a:pt x="136105" y="155769"/>
                  </a:lnTo>
                  <a:cubicBezTo>
                    <a:pt x="142495" y="148108"/>
                    <a:pt x="147607" y="139171"/>
                    <a:pt x="152080" y="130233"/>
                  </a:cubicBezTo>
                  <a:lnTo>
                    <a:pt x="161026" y="130233"/>
                  </a:lnTo>
                  <a:close/>
                </a:path>
              </a:pathLst>
            </a:custGeom>
            <a:solidFill>
              <a:srgbClr val="26890D"/>
            </a:solidFill>
            <a:ln w="6390" cap="flat">
              <a:noFill/>
              <a:prstDash val="solid"/>
              <a:miter/>
            </a:ln>
          </p:spPr>
          <p:txBody>
            <a:bodyPr rtlCol="0" anchor="ctr"/>
            <a:lstStyle/>
            <a:p>
              <a:endParaRPr lang="en-US"/>
            </a:p>
          </p:txBody>
        </p:sp>
      </p:grpSp>
      <p:grpSp>
        <p:nvGrpSpPr>
          <p:cNvPr id="568" name="Graphic 4">
            <a:extLst>
              <a:ext uri="{FF2B5EF4-FFF2-40B4-BE49-F238E27FC236}">
                <a16:creationId xmlns:a16="http://schemas.microsoft.com/office/drawing/2014/main" id="{22A7825A-8872-604D-9428-25736B7854A9}"/>
              </a:ext>
            </a:extLst>
          </p:cNvPr>
          <p:cNvGrpSpPr/>
          <p:nvPr/>
        </p:nvGrpSpPr>
        <p:grpSpPr>
          <a:xfrm>
            <a:off x="7801474" y="3339623"/>
            <a:ext cx="362309" cy="361971"/>
            <a:chOff x="7801474" y="3339623"/>
            <a:chExt cx="362309" cy="361971"/>
          </a:xfrm>
          <a:solidFill>
            <a:srgbClr val="26890D"/>
          </a:solidFill>
        </p:grpSpPr>
        <p:sp>
          <p:nvSpPr>
            <p:cNvPr id="569" name="Graphic 4">
              <a:extLst>
                <a:ext uri="{FF2B5EF4-FFF2-40B4-BE49-F238E27FC236}">
                  <a16:creationId xmlns:a16="http://schemas.microsoft.com/office/drawing/2014/main" id="{8E7545A0-9EF3-8149-B4DB-B61370A92D2B}"/>
                </a:ext>
              </a:extLst>
            </p:cNvPr>
            <p:cNvSpPr/>
            <p:nvPr/>
          </p:nvSpPr>
          <p:spPr>
            <a:xfrm>
              <a:off x="7801474" y="33396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lnTo>
                    <a:pt x="181474" y="349204"/>
                  </a:lnTo>
                  <a:close/>
                </a:path>
              </a:pathLst>
            </a:custGeom>
            <a:solidFill>
              <a:srgbClr val="26890D"/>
            </a:solidFill>
            <a:ln w="6390" cap="flat">
              <a:noFill/>
              <a:prstDash val="solid"/>
              <a:miter/>
            </a:ln>
          </p:spPr>
          <p:txBody>
            <a:bodyPr rtlCol="0" anchor="ctr"/>
            <a:lstStyle/>
            <a:p>
              <a:endParaRPr lang="en-US"/>
            </a:p>
          </p:txBody>
        </p:sp>
        <p:sp>
          <p:nvSpPr>
            <p:cNvPr id="570" name="Graphic 4">
              <a:extLst>
                <a:ext uri="{FF2B5EF4-FFF2-40B4-BE49-F238E27FC236}">
                  <a16:creationId xmlns:a16="http://schemas.microsoft.com/office/drawing/2014/main" id="{CFCBE488-1E67-4C42-A9AB-EFE653E5B5FB}"/>
                </a:ext>
              </a:extLst>
            </p:cNvPr>
            <p:cNvSpPr/>
            <p:nvPr/>
          </p:nvSpPr>
          <p:spPr>
            <a:xfrm>
              <a:off x="7873041" y="3429637"/>
              <a:ext cx="219190" cy="195350"/>
            </a:xfrm>
            <a:custGeom>
              <a:avLst/>
              <a:gdLst>
                <a:gd name="connsiteX0" fmla="*/ 176362 w 219190"/>
                <a:gd name="connsiteY0" fmla="*/ 0 h 195350"/>
                <a:gd name="connsiteX1" fmla="*/ 42813 w 219190"/>
                <a:gd name="connsiteY1" fmla="*/ 0 h 195350"/>
                <a:gd name="connsiteX2" fmla="*/ 0 w 219190"/>
                <a:gd name="connsiteY2" fmla="*/ 42773 h 195350"/>
                <a:gd name="connsiteX3" fmla="*/ 0 w 219190"/>
                <a:gd name="connsiteY3" fmla="*/ 125765 h 195350"/>
                <a:gd name="connsiteX4" fmla="*/ 639 w 219190"/>
                <a:gd name="connsiteY4" fmla="*/ 132149 h 195350"/>
                <a:gd name="connsiteX5" fmla="*/ 0 w 219190"/>
                <a:gd name="connsiteY5" fmla="*/ 134064 h 195350"/>
                <a:gd name="connsiteX6" fmla="*/ 1917 w 219190"/>
                <a:gd name="connsiteY6" fmla="*/ 138533 h 195350"/>
                <a:gd name="connsiteX7" fmla="*/ 42813 w 219190"/>
                <a:gd name="connsiteY7" fmla="*/ 168537 h 195350"/>
                <a:gd name="connsiteX8" fmla="*/ 86264 w 219190"/>
                <a:gd name="connsiteY8" fmla="*/ 168537 h 195350"/>
                <a:gd name="connsiteX9" fmla="*/ 86264 w 219190"/>
                <a:gd name="connsiteY9" fmla="*/ 182582 h 195350"/>
                <a:gd name="connsiteX10" fmla="*/ 75402 w 219190"/>
                <a:gd name="connsiteY10" fmla="*/ 182582 h 195350"/>
                <a:gd name="connsiteX11" fmla="*/ 69012 w 219190"/>
                <a:gd name="connsiteY11" fmla="*/ 188966 h 195350"/>
                <a:gd name="connsiteX12" fmla="*/ 75402 w 219190"/>
                <a:gd name="connsiteY12" fmla="*/ 195350 h 195350"/>
                <a:gd name="connsiteX13" fmla="*/ 143774 w 219190"/>
                <a:gd name="connsiteY13" fmla="*/ 195350 h 195350"/>
                <a:gd name="connsiteX14" fmla="*/ 150164 w 219190"/>
                <a:gd name="connsiteY14" fmla="*/ 188966 h 195350"/>
                <a:gd name="connsiteX15" fmla="*/ 143774 w 219190"/>
                <a:gd name="connsiteY15" fmla="*/ 182582 h 195350"/>
                <a:gd name="connsiteX16" fmla="*/ 132911 w 219190"/>
                <a:gd name="connsiteY16" fmla="*/ 182582 h 195350"/>
                <a:gd name="connsiteX17" fmla="*/ 132911 w 219190"/>
                <a:gd name="connsiteY17" fmla="*/ 168537 h 195350"/>
                <a:gd name="connsiteX18" fmla="*/ 176362 w 219190"/>
                <a:gd name="connsiteY18" fmla="*/ 168537 h 195350"/>
                <a:gd name="connsiteX19" fmla="*/ 217258 w 219190"/>
                <a:gd name="connsiteY19" fmla="*/ 138533 h 195350"/>
                <a:gd name="connsiteX20" fmla="*/ 219175 w 219190"/>
                <a:gd name="connsiteY20" fmla="*/ 134064 h 195350"/>
                <a:gd name="connsiteX21" fmla="*/ 218536 w 219190"/>
                <a:gd name="connsiteY21" fmla="*/ 132149 h 195350"/>
                <a:gd name="connsiteX22" fmla="*/ 219175 w 219190"/>
                <a:gd name="connsiteY22" fmla="*/ 125765 h 195350"/>
                <a:gd name="connsiteX23" fmla="*/ 219175 w 219190"/>
                <a:gd name="connsiteY23" fmla="*/ 42773 h 195350"/>
                <a:gd name="connsiteX24" fmla="*/ 176362 w 219190"/>
                <a:gd name="connsiteY24" fmla="*/ 0 h 195350"/>
                <a:gd name="connsiteX25" fmla="*/ 176362 w 219190"/>
                <a:gd name="connsiteY25" fmla="*/ 0 h 195350"/>
                <a:gd name="connsiteX26" fmla="*/ 120131 w 219190"/>
                <a:gd name="connsiteY26" fmla="*/ 168537 h 195350"/>
                <a:gd name="connsiteX27" fmla="*/ 120131 w 219190"/>
                <a:gd name="connsiteY27" fmla="*/ 181944 h 195350"/>
                <a:gd name="connsiteX28" fmla="*/ 99683 w 219190"/>
                <a:gd name="connsiteY28" fmla="*/ 181944 h 195350"/>
                <a:gd name="connsiteX29" fmla="*/ 99683 w 219190"/>
                <a:gd name="connsiteY29" fmla="*/ 168537 h 195350"/>
                <a:gd name="connsiteX30" fmla="*/ 120131 w 219190"/>
                <a:gd name="connsiteY30" fmla="*/ 168537 h 195350"/>
                <a:gd name="connsiteX31" fmla="*/ 12780 w 219190"/>
                <a:gd name="connsiteY31" fmla="*/ 42773 h 195350"/>
                <a:gd name="connsiteX32" fmla="*/ 42813 w 219190"/>
                <a:gd name="connsiteY32" fmla="*/ 12768 h 195350"/>
                <a:gd name="connsiteX33" fmla="*/ 176362 w 219190"/>
                <a:gd name="connsiteY33" fmla="*/ 12768 h 195350"/>
                <a:gd name="connsiteX34" fmla="*/ 206395 w 219190"/>
                <a:gd name="connsiteY34" fmla="*/ 42773 h 195350"/>
                <a:gd name="connsiteX35" fmla="*/ 206395 w 219190"/>
                <a:gd name="connsiteY35" fmla="*/ 125765 h 195350"/>
                <a:gd name="connsiteX36" fmla="*/ 206395 w 219190"/>
                <a:gd name="connsiteY36" fmla="*/ 127680 h 195350"/>
                <a:gd name="connsiteX37" fmla="*/ 153997 w 219190"/>
                <a:gd name="connsiteY37" fmla="*/ 127680 h 195350"/>
                <a:gd name="connsiteX38" fmla="*/ 109907 w 219190"/>
                <a:gd name="connsiteY38" fmla="*/ 96398 h 195350"/>
                <a:gd name="connsiteX39" fmla="*/ 65817 w 219190"/>
                <a:gd name="connsiteY39" fmla="*/ 127680 h 195350"/>
                <a:gd name="connsiteX40" fmla="*/ 13419 w 219190"/>
                <a:gd name="connsiteY40" fmla="*/ 127680 h 195350"/>
                <a:gd name="connsiteX41" fmla="*/ 13419 w 219190"/>
                <a:gd name="connsiteY41" fmla="*/ 125765 h 195350"/>
                <a:gd name="connsiteX42" fmla="*/ 12780 w 219190"/>
                <a:gd name="connsiteY42" fmla="*/ 42773 h 195350"/>
                <a:gd name="connsiteX43" fmla="*/ 140579 w 219190"/>
                <a:gd name="connsiteY43" fmla="*/ 127680 h 195350"/>
                <a:gd name="connsiteX44" fmla="*/ 78597 w 219190"/>
                <a:gd name="connsiteY44" fmla="*/ 127680 h 195350"/>
                <a:gd name="connsiteX45" fmla="*/ 109907 w 219190"/>
                <a:gd name="connsiteY45" fmla="*/ 109166 h 195350"/>
                <a:gd name="connsiteX46" fmla="*/ 140579 w 219190"/>
                <a:gd name="connsiteY46" fmla="*/ 127680 h 195350"/>
                <a:gd name="connsiteX47" fmla="*/ 140579 w 219190"/>
                <a:gd name="connsiteY47" fmla="*/ 127680 h 195350"/>
                <a:gd name="connsiteX48" fmla="*/ 176362 w 219190"/>
                <a:gd name="connsiteY48" fmla="*/ 155769 h 195350"/>
                <a:gd name="connsiteX49" fmla="*/ 42813 w 219190"/>
                <a:gd name="connsiteY49" fmla="*/ 155769 h 195350"/>
                <a:gd name="connsiteX50" fmla="*/ 16614 w 219190"/>
                <a:gd name="connsiteY50" fmla="*/ 140448 h 195350"/>
                <a:gd name="connsiteX51" fmla="*/ 201922 w 219190"/>
                <a:gd name="connsiteY51" fmla="*/ 140448 h 195350"/>
                <a:gd name="connsiteX52" fmla="*/ 176362 w 219190"/>
                <a:gd name="connsiteY52" fmla="*/ 155769 h 195350"/>
                <a:gd name="connsiteX53" fmla="*/ 176362 w 219190"/>
                <a:gd name="connsiteY53" fmla="*/ 155769 h 19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19190" h="195350">
                  <a:moveTo>
                    <a:pt x="176362" y="0"/>
                  </a:moveTo>
                  <a:lnTo>
                    <a:pt x="42813" y="0"/>
                  </a:lnTo>
                  <a:cubicBezTo>
                    <a:pt x="19170" y="0"/>
                    <a:pt x="0" y="19152"/>
                    <a:pt x="0" y="42773"/>
                  </a:cubicBezTo>
                  <a:lnTo>
                    <a:pt x="0" y="125765"/>
                  </a:lnTo>
                  <a:cubicBezTo>
                    <a:pt x="0" y="127680"/>
                    <a:pt x="0" y="130233"/>
                    <a:pt x="639" y="132149"/>
                  </a:cubicBezTo>
                  <a:cubicBezTo>
                    <a:pt x="639" y="132787"/>
                    <a:pt x="0" y="133425"/>
                    <a:pt x="0" y="134064"/>
                  </a:cubicBezTo>
                  <a:cubicBezTo>
                    <a:pt x="0" y="135979"/>
                    <a:pt x="639" y="137256"/>
                    <a:pt x="1917" y="138533"/>
                  </a:cubicBezTo>
                  <a:cubicBezTo>
                    <a:pt x="7668" y="156408"/>
                    <a:pt x="24282" y="168537"/>
                    <a:pt x="42813" y="168537"/>
                  </a:cubicBezTo>
                  <a:lnTo>
                    <a:pt x="86264" y="168537"/>
                  </a:lnTo>
                  <a:lnTo>
                    <a:pt x="86264" y="182582"/>
                  </a:lnTo>
                  <a:lnTo>
                    <a:pt x="75402" y="182582"/>
                  </a:lnTo>
                  <a:cubicBezTo>
                    <a:pt x="71568" y="182582"/>
                    <a:pt x="69012" y="185135"/>
                    <a:pt x="69012" y="188966"/>
                  </a:cubicBezTo>
                  <a:cubicBezTo>
                    <a:pt x="69012" y="192796"/>
                    <a:pt x="71568" y="195350"/>
                    <a:pt x="75402" y="195350"/>
                  </a:cubicBezTo>
                  <a:lnTo>
                    <a:pt x="143774" y="195350"/>
                  </a:lnTo>
                  <a:cubicBezTo>
                    <a:pt x="147607" y="195350"/>
                    <a:pt x="150164" y="192796"/>
                    <a:pt x="150164" y="188966"/>
                  </a:cubicBezTo>
                  <a:cubicBezTo>
                    <a:pt x="150164" y="185135"/>
                    <a:pt x="147607" y="182582"/>
                    <a:pt x="143774" y="182582"/>
                  </a:cubicBezTo>
                  <a:lnTo>
                    <a:pt x="132911" y="182582"/>
                  </a:lnTo>
                  <a:lnTo>
                    <a:pt x="132911" y="168537"/>
                  </a:lnTo>
                  <a:lnTo>
                    <a:pt x="176362" y="168537"/>
                  </a:lnTo>
                  <a:cubicBezTo>
                    <a:pt x="194893" y="168537"/>
                    <a:pt x="211507" y="156408"/>
                    <a:pt x="217258" y="138533"/>
                  </a:cubicBezTo>
                  <a:cubicBezTo>
                    <a:pt x="218536" y="137256"/>
                    <a:pt x="219175" y="135979"/>
                    <a:pt x="219175" y="134064"/>
                  </a:cubicBezTo>
                  <a:cubicBezTo>
                    <a:pt x="219175" y="133425"/>
                    <a:pt x="219175" y="132787"/>
                    <a:pt x="218536" y="132149"/>
                  </a:cubicBezTo>
                  <a:cubicBezTo>
                    <a:pt x="219175" y="130233"/>
                    <a:pt x="219175" y="127680"/>
                    <a:pt x="219175" y="125765"/>
                  </a:cubicBezTo>
                  <a:lnTo>
                    <a:pt x="219175" y="42773"/>
                  </a:lnTo>
                  <a:cubicBezTo>
                    <a:pt x="219814" y="19152"/>
                    <a:pt x="200644" y="0"/>
                    <a:pt x="176362" y="0"/>
                  </a:cubicBezTo>
                  <a:cubicBezTo>
                    <a:pt x="177002" y="0"/>
                    <a:pt x="176362" y="0"/>
                    <a:pt x="176362" y="0"/>
                  </a:cubicBezTo>
                  <a:close/>
                  <a:moveTo>
                    <a:pt x="120131" y="168537"/>
                  </a:moveTo>
                  <a:lnTo>
                    <a:pt x="120131" y="181944"/>
                  </a:lnTo>
                  <a:lnTo>
                    <a:pt x="99683" y="181944"/>
                  </a:lnTo>
                  <a:lnTo>
                    <a:pt x="99683" y="168537"/>
                  </a:lnTo>
                  <a:lnTo>
                    <a:pt x="120131" y="168537"/>
                  </a:lnTo>
                  <a:close/>
                  <a:moveTo>
                    <a:pt x="12780" y="42773"/>
                  </a:moveTo>
                  <a:cubicBezTo>
                    <a:pt x="12780" y="26175"/>
                    <a:pt x="26199" y="12768"/>
                    <a:pt x="42813" y="12768"/>
                  </a:cubicBezTo>
                  <a:lnTo>
                    <a:pt x="176362" y="12768"/>
                  </a:lnTo>
                  <a:cubicBezTo>
                    <a:pt x="192977" y="12768"/>
                    <a:pt x="206395" y="26175"/>
                    <a:pt x="206395" y="42773"/>
                  </a:cubicBezTo>
                  <a:lnTo>
                    <a:pt x="206395" y="125765"/>
                  </a:lnTo>
                  <a:cubicBezTo>
                    <a:pt x="206395" y="126403"/>
                    <a:pt x="206395" y="127041"/>
                    <a:pt x="206395" y="127680"/>
                  </a:cubicBezTo>
                  <a:lnTo>
                    <a:pt x="153997" y="127680"/>
                  </a:lnTo>
                  <a:cubicBezTo>
                    <a:pt x="152081" y="111720"/>
                    <a:pt x="139940" y="96398"/>
                    <a:pt x="109907" y="96398"/>
                  </a:cubicBezTo>
                  <a:cubicBezTo>
                    <a:pt x="79874" y="96398"/>
                    <a:pt x="67733" y="111720"/>
                    <a:pt x="65817" y="127680"/>
                  </a:cubicBezTo>
                  <a:lnTo>
                    <a:pt x="13419" y="127680"/>
                  </a:lnTo>
                  <a:cubicBezTo>
                    <a:pt x="13419" y="127041"/>
                    <a:pt x="13419" y="126403"/>
                    <a:pt x="13419" y="125765"/>
                  </a:cubicBezTo>
                  <a:lnTo>
                    <a:pt x="12780" y="42773"/>
                  </a:lnTo>
                  <a:close/>
                  <a:moveTo>
                    <a:pt x="140579" y="127680"/>
                  </a:moveTo>
                  <a:lnTo>
                    <a:pt x="78597" y="127680"/>
                  </a:lnTo>
                  <a:cubicBezTo>
                    <a:pt x="79874" y="120019"/>
                    <a:pt x="86264" y="109166"/>
                    <a:pt x="109907" y="109166"/>
                  </a:cubicBezTo>
                  <a:cubicBezTo>
                    <a:pt x="133550" y="109166"/>
                    <a:pt x="139301" y="119381"/>
                    <a:pt x="140579" y="127680"/>
                  </a:cubicBezTo>
                  <a:lnTo>
                    <a:pt x="140579" y="127680"/>
                  </a:lnTo>
                  <a:close/>
                  <a:moveTo>
                    <a:pt x="176362" y="155769"/>
                  </a:moveTo>
                  <a:lnTo>
                    <a:pt x="42813" y="155769"/>
                  </a:lnTo>
                  <a:cubicBezTo>
                    <a:pt x="31950" y="155769"/>
                    <a:pt x="22365" y="150024"/>
                    <a:pt x="16614" y="140448"/>
                  </a:cubicBezTo>
                  <a:lnTo>
                    <a:pt x="201922" y="140448"/>
                  </a:lnTo>
                  <a:cubicBezTo>
                    <a:pt x="196810" y="150024"/>
                    <a:pt x="187225" y="155769"/>
                    <a:pt x="176362" y="155769"/>
                  </a:cubicBezTo>
                  <a:lnTo>
                    <a:pt x="176362" y="155769"/>
                  </a:lnTo>
                  <a:close/>
                </a:path>
              </a:pathLst>
            </a:custGeom>
            <a:solidFill>
              <a:srgbClr val="26890D"/>
            </a:solidFill>
            <a:ln w="6390" cap="flat">
              <a:noFill/>
              <a:prstDash val="solid"/>
              <a:miter/>
            </a:ln>
          </p:spPr>
          <p:txBody>
            <a:bodyPr rtlCol="0" anchor="ctr"/>
            <a:lstStyle/>
            <a:p>
              <a:endParaRPr lang="en-US"/>
            </a:p>
          </p:txBody>
        </p:sp>
        <p:sp>
          <p:nvSpPr>
            <p:cNvPr id="571" name="Graphic 4">
              <a:extLst>
                <a:ext uri="{FF2B5EF4-FFF2-40B4-BE49-F238E27FC236}">
                  <a16:creationId xmlns:a16="http://schemas.microsoft.com/office/drawing/2014/main" id="{E6CE65C2-4925-6348-8320-F40122EF968B}"/>
                </a:ext>
              </a:extLst>
            </p:cNvPr>
            <p:cNvSpPr/>
            <p:nvPr/>
          </p:nvSpPr>
          <p:spPr>
            <a:xfrm>
              <a:off x="7950359" y="3454535"/>
              <a:ext cx="65177" cy="65116"/>
            </a:xfrm>
            <a:custGeom>
              <a:avLst/>
              <a:gdLst>
                <a:gd name="connsiteX0" fmla="*/ 32589 w 65177"/>
                <a:gd name="connsiteY0" fmla="*/ 65117 h 65116"/>
                <a:gd name="connsiteX1" fmla="*/ 65178 w 65177"/>
                <a:gd name="connsiteY1" fmla="*/ 32558 h 65116"/>
                <a:gd name="connsiteX2" fmla="*/ 32589 w 65177"/>
                <a:gd name="connsiteY2" fmla="*/ 0 h 65116"/>
                <a:gd name="connsiteX3" fmla="*/ 0 w 65177"/>
                <a:gd name="connsiteY3" fmla="*/ 32558 h 65116"/>
                <a:gd name="connsiteX4" fmla="*/ 32589 w 65177"/>
                <a:gd name="connsiteY4" fmla="*/ 65117 h 65116"/>
                <a:gd name="connsiteX5" fmla="*/ 32589 w 65177"/>
                <a:gd name="connsiteY5" fmla="*/ 65117 h 65116"/>
                <a:gd name="connsiteX6" fmla="*/ 32589 w 65177"/>
                <a:gd name="connsiteY6" fmla="*/ 12768 h 65116"/>
                <a:gd name="connsiteX7" fmla="*/ 52398 w 65177"/>
                <a:gd name="connsiteY7" fmla="*/ 32558 h 65116"/>
                <a:gd name="connsiteX8" fmla="*/ 32589 w 65177"/>
                <a:gd name="connsiteY8" fmla="*/ 52349 h 65116"/>
                <a:gd name="connsiteX9" fmla="*/ 12780 w 65177"/>
                <a:gd name="connsiteY9" fmla="*/ 32558 h 65116"/>
                <a:gd name="connsiteX10" fmla="*/ 32589 w 65177"/>
                <a:gd name="connsiteY10" fmla="*/ 12768 h 65116"/>
                <a:gd name="connsiteX11" fmla="*/ 32589 w 65177"/>
                <a:gd name="connsiteY11" fmla="*/ 12768 h 65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177" h="65116">
                  <a:moveTo>
                    <a:pt x="32589" y="65117"/>
                  </a:moveTo>
                  <a:cubicBezTo>
                    <a:pt x="50481" y="65117"/>
                    <a:pt x="65178" y="50434"/>
                    <a:pt x="65178" y="32558"/>
                  </a:cubicBezTo>
                  <a:cubicBezTo>
                    <a:pt x="65178" y="14683"/>
                    <a:pt x="50481" y="0"/>
                    <a:pt x="32589" y="0"/>
                  </a:cubicBezTo>
                  <a:cubicBezTo>
                    <a:pt x="14697" y="0"/>
                    <a:pt x="0" y="14683"/>
                    <a:pt x="0" y="32558"/>
                  </a:cubicBezTo>
                  <a:cubicBezTo>
                    <a:pt x="0" y="50434"/>
                    <a:pt x="14058" y="65117"/>
                    <a:pt x="32589" y="65117"/>
                  </a:cubicBezTo>
                  <a:cubicBezTo>
                    <a:pt x="32589" y="65117"/>
                    <a:pt x="32589" y="65117"/>
                    <a:pt x="32589" y="65117"/>
                  </a:cubicBezTo>
                  <a:close/>
                  <a:moveTo>
                    <a:pt x="32589" y="12768"/>
                  </a:moveTo>
                  <a:cubicBezTo>
                    <a:pt x="43452" y="12768"/>
                    <a:pt x="52398" y="21706"/>
                    <a:pt x="52398" y="32558"/>
                  </a:cubicBezTo>
                  <a:cubicBezTo>
                    <a:pt x="52398" y="43411"/>
                    <a:pt x="43452" y="52349"/>
                    <a:pt x="32589" y="52349"/>
                  </a:cubicBezTo>
                  <a:cubicBezTo>
                    <a:pt x="21726" y="52349"/>
                    <a:pt x="12780" y="43411"/>
                    <a:pt x="12780" y="32558"/>
                  </a:cubicBezTo>
                  <a:cubicBezTo>
                    <a:pt x="12780" y="21067"/>
                    <a:pt x="21087" y="12768"/>
                    <a:pt x="32589" y="12768"/>
                  </a:cubicBezTo>
                  <a:cubicBezTo>
                    <a:pt x="32589" y="12768"/>
                    <a:pt x="32589" y="12768"/>
                    <a:pt x="32589" y="12768"/>
                  </a:cubicBezTo>
                  <a:close/>
                </a:path>
              </a:pathLst>
            </a:custGeom>
            <a:solidFill>
              <a:srgbClr val="26890D"/>
            </a:solidFill>
            <a:ln w="6390" cap="flat">
              <a:noFill/>
              <a:prstDash val="solid"/>
              <a:miter/>
            </a:ln>
          </p:spPr>
          <p:txBody>
            <a:bodyPr rtlCol="0" anchor="ctr"/>
            <a:lstStyle/>
            <a:p>
              <a:endParaRPr lang="en-US"/>
            </a:p>
          </p:txBody>
        </p:sp>
        <p:sp>
          <p:nvSpPr>
            <p:cNvPr id="572" name="Graphic 4">
              <a:extLst>
                <a:ext uri="{FF2B5EF4-FFF2-40B4-BE49-F238E27FC236}">
                  <a16:creationId xmlns:a16="http://schemas.microsoft.com/office/drawing/2014/main" id="{466E9B38-CC52-434F-AE24-7221DB029839}"/>
                </a:ext>
              </a:extLst>
            </p:cNvPr>
            <p:cNvSpPr/>
            <p:nvPr/>
          </p:nvSpPr>
          <p:spPr>
            <a:xfrm>
              <a:off x="8051320" y="3453258"/>
              <a:ext cx="16613" cy="16598"/>
            </a:xfrm>
            <a:custGeom>
              <a:avLst/>
              <a:gdLst>
                <a:gd name="connsiteX0" fmla="*/ 8307 w 16613"/>
                <a:gd name="connsiteY0" fmla="*/ 16599 h 16598"/>
                <a:gd name="connsiteX1" fmla="*/ 16614 w 16613"/>
                <a:gd name="connsiteY1" fmla="*/ 8299 h 16598"/>
                <a:gd name="connsiteX2" fmla="*/ 8307 w 16613"/>
                <a:gd name="connsiteY2" fmla="*/ 0 h 16598"/>
                <a:gd name="connsiteX3" fmla="*/ 0 w 16613"/>
                <a:gd name="connsiteY3" fmla="*/ 8299 h 16598"/>
                <a:gd name="connsiteX4" fmla="*/ 0 w 16613"/>
                <a:gd name="connsiteY4" fmla="*/ 8299 h 16598"/>
                <a:gd name="connsiteX5" fmla="*/ 8307 w 16613"/>
                <a:gd name="connsiteY5" fmla="*/ 16599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3" h="16598">
                  <a:moveTo>
                    <a:pt x="8307" y="16599"/>
                  </a:moveTo>
                  <a:cubicBezTo>
                    <a:pt x="12780" y="16599"/>
                    <a:pt x="16614" y="12768"/>
                    <a:pt x="16614" y="8299"/>
                  </a:cubicBezTo>
                  <a:cubicBezTo>
                    <a:pt x="16614" y="3831"/>
                    <a:pt x="12780" y="0"/>
                    <a:pt x="8307" y="0"/>
                  </a:cubicBezTo>
                  <a:cubicBezTo>
                    <a:pt x="3834" y="0"/>
                    <a:pt x="0" y="3831"/>
                    <a:pt x="0" y="8299"/>
                  </a:cubicBezTo>
                  <a:cubicBezTo>
                    <a:pt x="0" y="8299"/>
                    <a:pt x="0" y="8299"/>
                    <a:pt x="0" y="8299"/>
                  </a:cubicBezTo>
                  <a:cubicBezTo>
                    <a:pt x="0" y="12768"/>
                    <a:pt x="3834" y="16599"/>
                    <a:pt x="8307" y="16599"/>
                  </a:cubicBezTo>
                  <a:close/>
                </a:path>
              </a:pathLst>
            </a:custGeom>
            <a:solidFill>
              <a:srgbClr val="26890D"/>
            </a:solidFill>
            <a:ln w="6390" cap="flat">
              <a:noFill/>
              <a:prstDash val="solid"/>
              <a:miter/>
            </a:ln>
          </p:spPr>
          <p:txBody>
            <a:bodyPr rtlCol="0" anchor="ctr"/>
            <a:lstStyle/>
            <a:p>
              <a:endParaRPr lang="en-US"/>
            </a:p>
          </p:txBody>
        </p:sp>
      </p:grpSp>
      <p:grpSp>
        <p:nvGrpSpPr>
          <p:cNvPr id="573" name="Graphic 4">
            <a:extLst>
              <a:ext uri="{FF2B5EF4-FFF2-40B4-BE49-F238E27FC236}">
                <a16:creationId xmlns:a16="http://schemas.microsoft.com/office/drawing/2014/main" id="{44012318-4656-234B-A435-9B20F5DA4DDC}"/>
              </a:ext>
            </a:extLst>
          </p:cNvPr>
          <p:cNvGrpSpPr/>
          <p:nvPr/>
        </p:nvGrpSpPr>
        <p:grpSpPr>
          <a:xfrm>
            <a:off x="4660820" y="3824168"/>
            <a:ext cx="362312" cy="361971"/>
            <a:chOff x="4660820" y="3824168"/>
            <a:chExt cx="362312" cy="361971"/>
          </a:xfrm>
          <a:solidFill>
            <a:srgbClr val="26890D"/>
          </a:solidFill>
        </p:grpSpPr>
        <p:sp>
          <p:nvSpPr>
            <p:cNvPr id="574" name="Graphic 4">
              <a:extLst>
                <a:ext uri="{FF2B5EF4-FFF2-40B4-BE49-F238E27FC236}">
                  <a16:creationId xmlns:a16="http://schemas.microsoft.com/office/drawing/2014/main" id="{6C7270FB-D480-5A49-B148-4DD1B83E7CE0}"/>
                </a:ext>
              </a:extLst>
            </p:cNvPr>
            <p:cNvSpPr/>
            <p:nvPr/>
          </p:nvSpPr>
          <p:spPr>
            <a:xfrm>
              <a:off x="4660820" y="3824168"/>
              <a:ext cx="362312" cy="361971"/>
            </a:xfrm>
            <a:custGeom>
              <a:avLst/>
              <a:gdLst>
                <a:gd name="connsiteX0" fmla="*/ 181474 w 362312"/>
                <a:gd name="connsiteY0" fmla="*/ 0 h 361971"/>
                <a:gd name="connsiteX1" fmla="*/ 0 w 362312"/>
                <a:gd name="connsiteY1" fmla="*/ 180667 h 361971"/>
                <a:gd name="connsiteX2" fmla="*/ 180835 w 362312"/>
                <a:gd name="connsiteY2" fmla="*/ 361971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6"/>
                    <a:pt x="0" y="180667"/>
                  </a:cubicBezTo>
                  <a:cubicBezTo>
                    <a:pt x="0" y="280257"/>
                    <a:pt x="81152" y="361971"/>
                    <a:pt x="180835" y="361971"/>
                  </a:cubicBezTo>
                  <a:cubicBezTo>
                    <a:pt x="280518" y="361971"/>
                    <a:pt x="362309" y="280895"/>
                    <a:pt x="362309" y="181305"/>
                  </a:cubicBezTo>
                  <a:cubicBezTo>
                    <a:pt x="362309" y="181305"/>
                    <a:pt x="362309" y="181305"/>
                    <a:pt x="362309" y="181305"/>
                  </a:cubicBezTo>
                  <a:cubicBezTo>
                    <a:pt x="362948" y="81076"/>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lnTo>
                    <a:pt x="181474" y="349204"/>
                  </a:lnTo>
                  <a:close/>
                </a:path>
              </a:pathLst>
            </a:custGeom>
            <a:solidFill>
              <a:srgbClr val="26890D"/>
            </a:solidFill>
            <a:ln w="6390" cap="flat">
              <a:noFill/>
              <a:prstDash val="solid"/>
              <a:miter/>
            </a:ln>
          </p:spPr>
          <p:txBody>
            <a:bodyPr rtlCol="0" anchor="ctr"/>
            <a:lstStyle/>
            <a:p>
              <a:endParaRPr lang="en-US"/>
            </a:p>
          </p:txBody>
        </p:sp>
        <p:sp>
          <p:nvSpPr>
            <p:cNvPr id="575" name="Graphic 4">
              <a:extLst>
                <a:ext uri="{FF2B5EF4-FFF2-40B4-BE49-F238E27FC236}">
                  <a16:creationId xmlns:a16="http://schemas.microsoft.com/office/drawing/2014/main" id="{BF102CD5-DEC6-F74C-ABBD-517CFC2DD768}"/>
                </a:ext>
              </a:extLst>
            </p:cNvPr>
            <p:cNvSpPr/>
            <p:nvPr/>
          </p:nvSpPr>
          <p:spPr>
            <a:xfrm>
              <a:off x="4752196" y="3872048"/>
              <a:ext cx="178279" cy="265573"/>
            </a:xfrm>
            <a:custGeom>
              <a:avLst/>
              <a:gdLst>
                <a:gd name="connsiteX0" fmla="*/ 107351 w 178279"/>
                <a:gd name="connsiteY0" fmla="*/ 40857 h 265573"/>
                <a:gd name="connsiteX1" fmla="*/ 74123 w 178279"/>
                <a:gd name="connsiteY1" fmla="*/ 40857 h 265573"/>
                <a:gd name="connsiteX2" fmla="*/ 74123 w 178279"/>
                <a:gd name="connsiteY2" fmla="*/ 18513 h 265573"/>
                <a:gd name="connsiteX3" fmla="*/ 75401 w 178279"/>
                <a:gd name="connsiteY3" fmla="*/ 14683 h 265573"/>
                <a:gd name="connsiteX4" fmla="*/ 79235 w 178279"/>
                <a:gd name="connsiteY4" fmla="*/ 13406 h 265573"/>
                <a:gd name="connsiteX5" fmla="*/ 119492 w 178279"/>
                <a:gd name="connsiteY5" fmla="*/ 13406 h 265573"/>
                <a:gd name="connsiteX6" fmla="*/ 122687 w 178279"/>
                <a:gd name="connsiteY6" fmla="*/ 14044 h 265573"/>
                <a:gd name="connsiteX7" fmla="*/ 123326 w 178279"/>
                <a:gd name="connsiteY7" fmla="*/ 16598 h 265573"/>
                <a:gd name="connsiteX8" fmla="*/ 123326 w 178279"/>
                <a:gd name="connsiteY8" fmla="*/ 22982 h 265573"/>
                <a:gd name="connsiteX9" fmla="*/ 127799 w 178279"/>
                <a:gd name="connsiteY9" fmla="*/ 36388 h 265573"/>
                <a:gd name="connsiteX10" fmla="*/ 139301 w 178279"/>
                <a:gd name="connsiteY10" fmla="*/ 40857 h 265573"/>
                <a:gd name="connsiteX11" fmla="*/ 170611 w 178279"/>
                <a:gd name="connsiteY11" fmla="*/ 40857 h 265573"/>
                <a:gd name="connsiteX12" fmla="*/ 177001 w 178279"/>
                <a:gd name="connsiteY12" fmla="*/ 34473 h 265573"/>
                <a:gd name="connsiteX13" fmla="*/ 170611 w 178279"/>
                <a:gd name="connsiteY13" fmla="*/ 28089 h 265573"/>
                <a:gd name="connsiteX14" fmla="*/ 139301 w 178279"/>
                <a:gd name="connsiteY14" fmla="*/ 28089 h 265573"/>
                <a:gd name="connsiteX15" fmla="*/ 136744 w 178279"/>
                <a:gd name="connsiteY15" fmla="*/ 27451 h 265573"/>
                <a:gd name="connsiteX16" fmla="*/ 135467 w 178279"/>
                <a:gd name="connsiteY16" fmla="*/ 22982 h 265573"/>
                <a:gd name="connsiteX17" fmla="*/ 135467 w 178279"/>
                <a:gd name="connsiteY17" fmla="*/ 16598 h 265573"/>
                <a:gd name="connsiteX18" fmla="*/ 130354 w 178279"/>
                <a:gd name="connsiteY18" fmla="*/ 4468 h 265573"/>
                <a:gd name="connsiteX19" fmla="*/ 118214 w 178279"/>
                <a:gd name="connsiteY19" fmla="*/ 0 h 265573"/>
                <a:gd name="connsiteX20" fmla="*/ 78596 w 178279"/>
                <a:gd name="connsiteY20" fmla="*/ 0 h 265573"/>
                <a:gd name="connsiteX21" fmla="*/ 65177 w 178279"/>
                <a:gd name="connsiteY21" fmla="*/ 5107 h 265573"/>
                <a:gd name="connsiteX22" fmla="*/ 60704 w 178279"/>
                <a:gd name="connsiteY22" fmla="*/ 18513 h 265573"/>
                <a:gd name="connsiteX23" fmla="*/ 60704 w 178279"/>
                <a:gd name="connsiteY23" fmla="*/ 40219 h 265573"/>
                <a:gd name="connsiteX24" fmla="*/ 27477 w 178279"/>
                <a:gd name="connsiteY24" fmla="*/ 40219 h 265573"/>
                <a:gd name="connsiteX25" fmla="*/ 27477 w 178279"/>
                <a:gd name="connsiteY25" fmla="*/ 109166 h 265573"/>
                <a:gd name="connsiteX26" fmla="*/ 37062 w 178279"/>
                <a:gd name="connsiteY26" fmla="*/ 109166 h 265573"/>
                <a:gd name="connsiteX27" fmla="*/ 42173 w 178279"/>
                <a:gd name="connsiteY27" fmla="*/ 127041 h 265573"/>
                <a:gd name="connsiteX28" fmla="*/ 3195 w 178279"/>
                <a:gd name="connsiteY28" fmla="*/ 151300 h 265573"/>
                <a:gd name="connsiteX29" fmla="*/ 0 w 178279"/>
                <a:gd name="connsiteY29" fmla="*/ 156408 h 265573"/>
                <a:gd name="connsiteX30" fmla="*/ 0 w 178279"/>
                <a:gd name="connsiteY30" fmla="*/ 227270 h 265573"/>
                <a:gd name="connsiteX31" fmla="*/ 3195 w 178279"/>
                <a:gd name="connsiteY31" fmla="*/ 233015 h 265573"/>
                <a:gd name="connsiteX32" fmla="*/ 64538 w 178279"/>
                <a:gd name="connsiteY32" fmla="*/ 264935 h 265573"/>
                <a:gd name="connsiteX33" fmla="*/ 67733 w 178279"/>
                <a:gd name="connsiteY33" fmla="*/ 265574 h 265573"/>
                <a:gd name="connsiteX34" fmla="*/ 70928 w 178279"/>
                <a:gd name="connsiteY34" fmla="*/ 264935 h 265573"/>
                <a:gd name="connsiteX35" fmla="*/ 133549 w 178279"/>
                <a:gd name="connsiteY35" fmla="*/ 230462 h 265573"/>
                <a:gd name="connsiteX36" fmla="*/ 136744 w 178279"/>
                <a:gd name="connsiteY36" fmla="*/ 224716 h 265573"/>
                <a:gd name="connsiteX37" fmla="*/ 136744 w 178279"/>
                <a:gd name="connsiteY37" fmla="*/ 157046 h 265573"/>
                <a:gd name="connsiteX38" fmla="*/ 133549 w 178279"/>
                <a:gd name="connsiteY38" fmla="*/ 151300 h 265573"/>
                <a:gd name="connsiteX39" fmla="*/ 95210 w 178279"/>
                <a:gd name="connsiteY39" fmla="*/ 129595 h 265573"/>
                <a:gd name="connsiteX40" fmla="*/ 100322 w 178279"/>
                <a:gd name="connsiteY40" fmla="*/ 108528 h 265573"/>
                <a:gd name="connsiteX41" fmla="*/ 106712 w 178279"/>
                <a:gd name="connsiteY41" fmla="*/ 108528 h 265573"/>
                <a:gd name="connsiteX42" fmla="*/ 106712 w 178279"/>
                <a:gd name="connsiteY42" fmla="*/ 92568 h 265573"/>
                <a:gd name="connsiteX43" fmla="*/ 178279 w 178279"/>
                <a:gd name="connsiteY43" fmla="*/ 92568 h 265573"/>
                <a:gd name="connsiteX44" fmla="*/ 178279 w 178279"/>
                <a:gd name="connsiteY44" fmla="*/ 79800 h 265573"/>
                <a:gd name="connsiteX45" fmla="*/ 93932 w 178279"/>
                <a:gd name="connsiteY45" fmla="*/ 79800 h 265573"/>
                <a:gd name="connsiteX46" fmla="*/ 93932 w 178279"/>
                <a:gd name="connsiteY46" fmla="*/ 95760 h 265573"/>
                <a:gd name="connsiteX47" fmla="*/ 40895 w 178279"/>
                <a:gd name="connsiteY47" fmla="*/ 95760 h 265573"/>
                <a:gd name="connsiteX48" fmla="*/ 40895 w 178279"/>
                <a:gd name="connsiteY48" fmla="*/ 52348 h 265573"/>
                <a:gd name="connsiteX49" fmla="*/ 93932 w 178279"/>
                <a:gd name="connsiteY49" fmla="*/ 52348 h 265573"/>
                <a:gd name="connsiteX50" fmla="*/ 93932 w 178279"/>
                <a:gd name="connsiteY50" fmla="*/ 70224 h 265573"/>
                <a:gd name="connsiteX51" fmla="*/ 178279 w 178279"/>
                <a:gd name="connsiteY51" fmla="*/ 70224 h 265573"/>
                <a:gd name="connsiteX52" fmla="*/ 178279 w 178279"/>
                <a:gd name="connsiteY52" fmla="*/ 57456 h 265573"/>
                <a:gd name="connsiteX53" fmla="*/ 106073 w 178279"/>
                <a:gd name="connsiteY53" fmla="*/ 57456 h 265573"/>
                <a:gd name="connsiteX54" fmla="*/ 106073 w 178279"/>
                <a:gd name="connsiteY54" fmla="*/ 40857 h 265573"/>
                <a:gd name="connsiteX55" fmla="*/ 46646 w 178279"/>
                <a:gd name="connsiteY55" fmla="*/ 140448 h 265573"/>
                <a:gd name="connsiteX56" fmla="*/ 53036 w 178279"/>
                <a:gd name="connsiteY56" fmla="*/ 144916 h 265573"/>
                <a:gd name="connsiteX57" fmla="*/ 54314 w 178279"/>
                <a:gd name="connsiteY57" fmla="*/ 144916 h 265573"/>
                <a:gd name="connsiteX58" fmla="*/ 54314 w 178279"/>
                <a:gd name="connsiteY58" fmla="*/ 151300 h 265573"/>
                <a:gd name="connsiteX59" fmla="*/ 67094 w 178279"/>
                <a:gd name="connsiteY59" fmla="*/ 164068 h 265573"/>
                <a:gd name="connsiteX60" fmla="*/ 73484 w 178279"/>
                <a:gd name="connsiteY60" fmla="*/ 164068 h 265573"/>
                <a:gd name="connsiteX61" fmla="*/ 86264 w 178279"/>
                <a:gd name="connsiteY61" fmla="*/ 151300 h 265573"/>
                <a:gd name="connsiteX62" fmla="*/ 86264 w 178279"/>
                <a:gd name="connsiteY62" fmla="*/ 144916 h 265573"/>
                <a:gd name="connsiteX63" fmla="*/ 88181 w 178279"/>
                <a:gd name="connsiteY63" fmla="*/ 144916 h 265573"/>
                <a:gd name="connsiteX64" fmla="*/ 92654 w 178279"/>
                <a:gd name="connsiteY64" fmla="*/ 143001 h 265573"/>
                <a:gd name="connsiteX65" fmla="*/ 117575 w 178279"/>
                <a:gd name="connsiteY65" fmla="*/ 157046 h 265573"/>
                <a:gd name="connsiteX66" fmla="*/ 70289 w 178279"/>
                <a:gd name="connsiteY66" fmla="*/ 183220 h 265573"/>
                <a:gd name="connsiteX67" fmla="*/ 20448 w 178279"/>
                <a:gd name="connsiteY67" fmla="*/ 157046 h 265573"/>
                <a:gd name="connsiteX68" fmla="*/ 46646 w 178279"/>
                <a:gd name="connsiteY68" fmla="*/ 140448 h 265573"/>
                <a:gd name="connsiteX69" fmla="*/ 46646 w 178279"/>
                <a:gd name="connsiteY69" fmla="*/ 140448 h 265573"/>
                <a:gd name="connsiteX70" fmla="*/ 72845 w 178279"/>
                <a:gd name="connsiteY70" fmla="*/ 144916 h 265573"/>
                <a:gd name="connsiteX71" fmla="*/ 72845 w 178279"/>
                <a:gd name="connsiteY71" fmla="*/ 151300 h 265573"/>
                <a:gd name="connsiteX72" fmla="*/ 66455 w 178279"/>
                <a:gd name="connsiteY72" fmla="*/ 151300 h 265573"/>
                <a:gd name="connsiteX73" fmla="*/ 66455 w 178279"/>
                <a:gd name="connsiteY73" fmla="*/ 144916 h 265573"/>
                <a:gd name="connsiteX74" fmla="*/ 72845 w 178279"/>
                <a:gd name="connsiteY74" fmla="*/ 144916 h 265573"/>
                <a:gd name="connsiteX75" fmla="*/ 14058 w 178279"/>
                <a:gd name="connsiteY75" fmla="*/ 168537 h 265573"/>
                <a:gd name="connsiteX76" fmla="*/ 62621 w 178279"/>
                <a:gd name="connsiteY76" fmla="*/ 193435 h 265573"/>
                <a:gd name="connsiteX77" fmla="*/ 62621 w 178279"/>
                <a:gd name="connsiteY77" fmla="*/ 194073 h 265573"/>
                <a:gd name="connsiteX78" fmla="*/ 62621 w 178279"/>
                <a:gd name="connsiteY78" fmla="*/ 248337 h 265573"/>
                <a:gd name="connsiteX79" fmla="*/ 14058 w 178279"/>
                <a:gd name="connsiteY79" fmla="*/ 223439 h 265573"/>
                <a:gd name="connsiteX80" fmla="*/ 14058 w 178279"/>
                <a:gd name="connsiteY80" fmla="*/ 168537 h 265573"/>
                <a:gd name="connsiteX81" fmla="*/ 75401 w 178279"/>
                <a:gd name="connsiteY81" fmla="*/ 248975 h 265573"/>
                <a:gd name="connsiteX82" fmla="*/ 75401 w 178279"/>
                <a:gd name="connsiteY82" fmla="*/ 194711 h 265573"/>
                <a:gd name="connsiteX83" fmla="*/ 125243 w 178279"/>
                <a:gd name="connsiteY83" fmla="*/ 167260 h 265573"/>
                <a:gd name="connsiteX84" fmla="*/ 125243 w 178279"/>
                <a:gd name="connsiteY84" fmla="*/ 221524 h 265573"/>
                <a:gd name="connsiteX85" fmla="*/ 75401 w 178279"/>
                <a:gd name="connsiteY85" fmla="*/ 248975 h 265573"/>
                <a:gd name="connsiteX86" fmla="*/ 83069 w 178279"/>
                <a:gd name="connsiteY86" fmla="*/ 132148 h 265573"/>
                <a:gd name="connsiteX87" fmla="*/ 76040 w 178279"/>
                <a:gd name="connsiteY87" fmla="*/ 132148 h 265573"/>
                <a:gd name="connsiteX88" fmla="*/ 73484 w 178279"/>
                <a:gd name="connsiteY88" fmla="*/ 132148 h 265573"/>
                <a:gd name="connsiteX89" fmla="*/ 67094 w 178279"/>
                <a:gd name="connsiteY89" fmla="*/ 132148 h 265573"/>
                <a:gd name="connsiteX90" fmla="*/ 63899 w 178279"/>
                <a:gd name="connsiteY90" fmla="*/ 132787 h 265573"/>
                <a:gd name="connsiteX91" fmla="*/ 57509 w 178279"/>
                <a:gd name="connsiteY91" fmla="*/ 132787 h 265573"/>
                <a:gd name="connsiteX92" fmla="*/ 51119 w 178279"/>
                <a:gd name="connsiteY92" fmla="*/ 110443 h 265573"/>
                <a:gd name="connsiteX93" fmla="*/ 87542 w 178279"/>
                <a:gd name="connsiteY93" fmla="*/ 110443 h 265573"/>
                <a:gd name="connsiteX94" fmla="*/ 83069 w 178279"/>
                <a:gd name="connsiteY94" fmla="*/ 132148 h 265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178279" h="265573">
                  <a:moveTo>
                    <a:pt x="107351" y="40857"/>
                  </a:moveTo>
                  <a:lnTo>
                    <a:pt x="74123" y="40857"/>
                  </a:lnTo>
                  <a:lnTo>
                    <a:pt x="74123" y="18513"/>
                  </a:lnTo>
                  <a:cubicBezTo>
                    <a:pt x="74123" y="17236"/>
                    <a:pt x="74123" y="15960"/>
                    <a:pt x="75401" y="14683"/>
                  </a:cubicBezTo>
                  <a:cubicBezTo>
                    <a:pt x="76679" y="14044"/>
                    <a:pt x="77957" y="13406"/>
                    <a:pt x="79235" y="13406"/>
                  </a:cubicBezTo>
                  <a:lnTo>
                    <a:pt x="119492" y="13406"/>
                  </a:lnTo>
                  <a:cubicBezTo>
                    <a:pt x="120770" y="13406"/>
                    <a:pt x="121409" y="13406"/>
                    <a:pt x="122687" y="14044"/>
                  </a:cubicBezTo>
                  <a:cubicBezTo>
                    <a:pt x="123326" y="14683"/>
                    <a:pt x="123326" y="15960"/>
                    <a:pt x="123326" y="16598"/>
                  </a:cubicBezTo>
                  <a:lnTo>
                    <a:pt x="123326" y="22982"/>
                  </a:lnTo>
                  <a:cubicBezTo>
                    <a:pt x="123326" y="28089"/>
                    <a:pt x="124604" y="32558"/>
                    <a:pt x="127799" y="36388"/>
                  </a:cubicBezTo>
                  <a:cubicBezTo>
                    <a:pt x="130994" y="39580"/>
                    <a:pt x="134828" y="40857"/>
                    <a:pt x="139301" y="40857"/>
                  </a:cubicBezTo>
                  <a:lnTo>
                    <a:pt x="170611" y="40857"/>
                  </a:lnTo>
                  <a:cubicBezTo>
                    <a:pt x="174445" y="40857"/>
                    <a:pt x="177001" y="38304"/>
                    <a:pt x="177001" y="34473"/>
                  </a:cubicBezTo>
                  <a:cubicBezTo>
                    <a:pt x="177001" y="30643"/>
                    <a:pt x="174445" y="28089"/>
                    <a:pt x="170611" y="28089"/>
                  </a:cubicBezTo>
                  <a:lnTo>
                    <a:pt x="139301" y="28089"/>
                  </a:lnTo>
                  <a:cubicBezTo>
                    <a:pt x="137384" y="28089"/>
                    <a:pt x="137384" y="27451"/>
                    <a:pt x="136744" y="27451"/>
                  </a:cubicBezTo>
                  <a:cubicBezTo>
                    <a:pt x="136106" y="26174"/>
                    <a:pt x="135467" y="24897"/>
                    <a:pt x="135467" y="22982"/>
                  </a:cubicBezTo>
                  <a:lnTo>
                    <a:pt x="135467" y="16598"/>
                  </a:lnTo>
                  <a:cubicBezTo>
                    <a:pt x="135467" y="12129"/>
                    <a:pt x="134189" y="7660"/>
                    <a:pt x="130354" y="4468"/>
                  </a:cubicBezTo>
                  <a:cubicBezTo>
                    <a:pt x="127160" y="1276"/>
                    <a:pt x="122687" y="0"/>
                    <a:pt x="118214" y="0"/>
                  </a:cubicBezTo>
                  <a:lnTo>
                    <a:pt x="78596" y="0"/>
                  </a:lnTo>
                  <a:cubicBezTo>
                    <a:pt x="73484" y="0"/>
                    <a:pt x="68372" y="1915"/>
                    <a:pt x="65177" y="5107"/>
                  </a:cubicBezTo>
                  <a:cubicBezTo>
                    <a:pt x="61982" y="8937"/>
                    <a:pt x="60704" y="13406"/>
                    <a:pt x="60704" y="18513"/>
                  </a:cubicBezTo>
                  <a:lnTo>
                    <a:pt x="60704" y="40219"/>
                  </a:lnTo>
                  <a:lnTo>
                    <a:pt x="27477" y="40219"/>
                  </a:lnTo>
                  <a:lnTo>
                    <a:pt x="27477" y="109166"/>
                  </a:lnTo>
                  <a:lnTo>
                    <a:pt x="37062" y="109166"/>
                  </a:lnTo>
                  <a:lnTo>
                    <a:pt x="42173" y="127041"/>
                  </a:lnTo>
                  <a:lnTo>
                    <a:pt x="3195" y="151300"/>
                  </a:lnTo>
                  <a:cubicBezTo>
                    <a:pt x="1278" y="152577"/>
                    <a:pt x="0" y="154492"/>
                    <a:pt x="0" y="156408"/>
                  </a:cubicBezTo>
                  <a:lnTo>
                    <a:pt x="0" y="227270"/>
                  </a:lnTo>
                  <a:cubicBezTo>
                    <a:pt x="0" y="229823"/>
                    <a:pt x="1278" y="231738"/>
                    <a:pt x="3195" y="233015"/>
                  </a:cubicBezTo>
                  <a:lnTo>
                    <a:pt x="64538" y="264935"/>
                  </a:lnTo>
                  <a:cubicBezTo>
                    <a:pt x="65177" y="265574"/>
                    <a:pt x="66455" y="265574"/>
                    <a:pt x="67733" y="265574"/>
                  </a:cubicBezTo>
                  <a:cubicBezTo>
                    <a:pt x="69011" y="265574"/>
                    <a:pt x="69650" y="265574"/>
                    <a:pt x="70928" y="264935"/>
                  </a:cubicBezTo>
                  <a:lnTo>
                    <a:pt x="133549" y="230462"/>
                  </a:lnTo>
                  <a:cubicBezTo>
                    <a:pt x="135467" y="229185"/>
                    <a:pt x="136744" y="227270"/>
                    <a:pt x="136744" y="224716"/>
                  </a:cubicBezTo>
                  <a:lnTo>
                    <a:pt x="136744" y="157046"/>
                  </a:lnTo>
                  <a:cubicBezTo>
                    <a:pt x="136744" y="154492"/>
                    <a:pt x="135467" y="152577"/>
                    <a:pt x="133549" y="151300"/>
                  </a:cubicBezTo>
                  <a:lnTo>
                    <a:pt x="95210" y="129595"/>
                  </a:lnTo>
                  <a:lnTo>
                    <a:pt x="100322" y="108528"/>
                  </a:lnTo>
                  <a:lnTo>
                    <a:pt x="106712" y="108528"/>
                  </a:lnTo>
                  <a:lnTo>
                    <a:pt x="106712" y="92568"/>
                  </a:lnTo>
                  <a:lnTo>
                    <a:pt x="178279" y="92568"/>
                  </a:lnTo>
                  <a:lnTo>
                    <a:pt x="178279" y="79800"/>
                  </a:lnTo>
                  <a:lnTo>
                    <a:pt x="93932" y="79800"/>
                  </a:lnTo>
                  <a:lnTo>
                    <a:pt x="93932" y="95760"/>
                  </a:lnTo>
                  <a:lnTo>
                    <a:pt x="40895" y="95760"/>
                  </a:lnTo>
                  <a:lnTo>
                    <a:pt x="40895" y="52348"/>
                  </a:lnTo>
                  <a:lnTo>
                    <a:pt x="93932" y="52348"/>
                  </a:lnTo>
                  <a:lnTo>
                    <a:pt x="93932" y="70224"/>
                  </a:lnTo>
                  <a:lnTo>
                    <a:pt x="178279" y="70224"/>
                  </a:lnTo>
                  <a:lnTo>
                    <a:pt x="178279" y="57456"/>
                  </a:lnTo>
                  <a:lnTo>
                    <a:pt x="106073" y="57456"/>
                  </a:lnTo>
                  <a:lnTo>
                    <a:pt x="106073" y="40857"/>
                  </a:lnTo>
                  <a:close/>
                  <a:moveTo>
                    <a:pt x="46646" y="140448"/>
                  </a:moveTo>
                  <a:cubicBezTo>
                    <a:pt x="47285" y="143001"/>
                    <a:pt x="49841" y="145555"/>
                    <a:pt x="53036" y="144916"/>
                  </a:cubicBezTo>
                  <a:lnTo>
                    <a:pt x="54314" y="144916"/>
                  </a:lnTo>
                  <a:lnTo>
                    <a:pt x="54314" y="151300"/>
                  </a:lnTo>
                  <a:cubicBezTo>
                    <a:pt x="54314" y="158323"/>
                    <a:pt x="60065" y="164068"/>
                    <a:pt x="67094" y="164068"/>
                  </a:cubicBezTo>
                  <a:lnTo>
                    <a:pt x="73484" y="164068"/>
                  </a:lnTo>
                  <a:cubicBezTo>
                    <a:pt x="80513" y="164068"/>
                    <a:pt x="86264" y="158323"/>
                    <a:pt x="86264" y="151300"/>
                  </a:cubicBezTo>
                  <a:lnTo>
                    <a:pt x="86264" y="144916"/>
                  </a:lnTo>
                  <a:lnTo>
                    <a:pt x="88181" y="144916"/>
                  </a:lnTo>
                  <a:cubicBezTo>
                    <a:pt x="90098" y="144916"/>
                    <a:pt x="91376" y="144278"/>
                    <a:pt x="92654" y="143001"/>
                  </a:cubicBezTo>
                  <a:lnTo>
                    <a:pt x="117575" y="157046"/>
                  </a:lnTo>
                  <a:lnTo>
                    <a:pt x="70289" y="183220"/>
                  </a:lnTo>
                  <a:lnTo>
                    <a:pt x="20448" y="157046"/>
                  </a:lnTo>
                  <a:lnTo>
                    <a:pt x="46646" y="140448"/>
                  </a:lnTo>
                  <a:lnTo>
                    <a:pt x="46646" y="140448"/>
                  </a:lnTo>
                  <a:close/>
                  <a:moveTo>
                    <a:pt x="72845" y="144916"/>
                  </a:moveTo>
                  <a:lnTo>
                    <a:pt x="72845" y="151300"/>
                  </a:lnTo>
                  <a:lnTo>
                    <a:pt x="66455" y="151300"/>
                  </a:lnTo>
                  <a:lnTo>
                    <a:pt x="66455" y="144916"/>
                  </a:lnTo>
                  <a:lnTo>
                    <a:pt x="72845" y="144916"/>
                  </a:lnTo>
                  <a:close/>
                  <a:moveTo>
                    <a:pt x="14058" y="168537"/>
                  </a:moveTo>
                  <a:lnTo>
                    <a:pt x="62621" y="193435"/>
                  </a:lnTo>
                  <a:cubicBezTo>
                    <a:pt x="62621" y="193435"/>
                    <a:pt x="62621" y="194073"/>
                    <a:pt x="62621" y="194073"/>
                  </a:cubicBezTo>
                  <a:lnTo>
                    <a:pt x="62621" y="248337"/>
                  </a:lnTo>
                  <a:lnTo>
                    <a:pt x="14058" y="223439"/>
                  </a:lnTo>
                  <a:lnTo>
                    <a:pt x="14058" y="168537"/>
                  </a:lnTo>
                  <a:close/>
                  <a:moveTo>
                    <a:pt x="75401" y="248975"/>
                  </a:moveTo>
                  <a:lnTo>
                    <a:pt x="75401" y="194711"/>
                  </a:lnTo>
                  <a:lnTo>
                    <a:pt x="125243" y="167260"/>
                  </a:lnTo>
                  <a:lnTo>
                    <a:pt x="125243" y="221524"/>
                  </a:lnTo>
                  <a:lnTo>
                    <a:pt x="75401" y="248975"/>
                  </a:lnTo>
                  <a:close/>
                  <a:moveTo>
                    <a:pt x="83069" y="132148"/>
                  </a:moveTo>
                  <a:lnTo>
                    <a:pt x="76040" y="132148"/>
                  </a:lnTo>
                  <a:cubicBezTo>
                    <a:pt x="75401" y="132148"/>
                    <a:pt x="74123" y="132148"/>
                    <a:pt x="73484" y="132148"/>
                  </a:cubicBezTo>
                  <a:lnTo>
                    <a:pt x="67094" y="132148"/>
                  </a:lnTo>
                  <a:cubicBezTo>
                    <a:pt x="65816" y="132148"/>
                    <a:pt x="65177" y="132148"/>
                    <a:pt x="63899" y="132787"/>
                  </a:cubicBezTo>
                  <a:lnTo>
                    <a:pt x="57509" y="132787"/>
                  </a:lnTo>
                  <a:lnTo>
                    <a:pt x="51119" y="110443"/>
                  </a:lnTo>
                  <a:lnTo>
                    <a:pt x="87542" y="110443"/>
                  </a:lnTo>
                  <a:lnTo>
                    <a:pt x="83069" y="132148"/>
                  </a:lnTo>
                  <a:close/>
                </a:path>
              </a:pathLst>
            </a:custGeom>
            <a:solidFill>
              <a:srgbClr val="26890D"/>
            </a:solidFill>
            <a:ln w="6390" cap="flat">
              <a:noFill/>
              <a:prstDash val="solid"/>
              <a:miter/>
            </a:ln>
          </p:spPr>
          <p:txBody>
            <a:bodyPr rtlCol="0" anchor="ctr"/>
            <a:lstStyle/>
            <a:p>
              <a:endParaRPr lang="en-US"/>
            </a:p>
          </p:txBody>
        </p:sp>
      </p:grpSp>
      <p:grpSp>
        <p:nvGrpSpPr>
          <p:cNvPr id="576" name="Graphic 4">
            <a:extLst>
              <a:ext uri="{FF2B5EF4-FFF2-40B4-BE49-F238E27FC236}">
                <a16:creationId xmlns:a16="http://schemas.microsoft.com/office/drawing/2014/main" id="{E8FA918D-E4DA-3D4C-930A-AEDABE8B4C5A}"/>
              </a:ext>
            </a:extLst>
          </p:cNvPr>
          <p:cNvGrpSpPr/>
          <p:nvPr/>
        </p:nvGrpSpPr>
        <p:grpSpPr>
          <a:xfrm>
            <a:off x="4660820" y="3339623"/>
            <a:ext cx="362312" cy="361971"/>
            <a:chOff x="4660820" y="3339623"/>
            <a:chExt cx="362312" cy="361971"/>
          </a:xfrm>
          <a:solidFill>
            <a:srgbClr val="26890D"/>
          </a:solidFill>
        </p:grpSpPr>
        <p:sp>
          <p:nvSpPr>
            <p:cNvPr id="577" name="Graphic 4">
              <a:extLst>
                <a:ext uri="{FF2B5EF4-FFF2-40B4-BE49-F238E27FC236}">
                  <a16:creationId xmlns:a16="http://schemas.microsoft.com/office/drawing/2014/main" id="{6CC25BEF-9509-EB41-944C-004E9F6D2E55}"/>
                </a:ext>
              </a:extLst>
            </p:cNvPr>
            <p:cNvSpPr/>
            <p:nvPr/>
          </p:nvSpPr>
          <p:spPr>
            <a:xfrm>
              <a:off x="4660820" y="333962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lnTo>
                    <a:pt x="181474" y="349204"/>
                  </a:lnTo>
                  <a:close/>
                </a:path>
              </a:pathLst>
            </a:custGeom>
            <a:solidFill>
              <a:srgbClr val="26890D"/>
            </a:solidFill>
            <a:ln w="6390" cap="flat">
              <a:noFill/>
              <a:prstDash val="solid"/>
              <a:miter/>
            </a:ln>
          </p:spPr>
          <p:txBody>
            <a:bodyPr rtlCol="0" anchor="ctr"/>
            <a:lstStyle/>
            <a:p>
              <a:endParaRPr lang="en-US"/>
            </a:p>
          </p:txBody>
        </p:sp>
        <p:sp>
          <p:nvSpPr>
            <p:cNvPr id="578" name="Graphic 4">
              <a:extLst>
                <a:ext uri="{FF2B5EF4-FFF2-40B4-BE49-F238E27FC236}">
                  <a16:creationId xmlns:a16="http://schemas.microsoft.com/office/drawing/2014/main" id="{C7F190F6-5D25-4B4F-8102-2DAEDD092A75}"/>
                </a:ext>
              </a:extLst>
            </p:cNvPr>
            <p:cNvSpPr/>
            <p:nvPr/>
          </p:nvSpPr>
          <p:spPr>
            <a:xfrm>
              <a:off x="4711619" y="3408570"/>
              <a:ext cx="261029" cy="178113"/>
            </a:xfrm>
            <a:custGeom>
              <a:avLst/>
              <a:gdLst>
                <a:gd name="connsiteX0" fmla="*/ 204159 w 261029"/>
                <a:gd name="connsiteY0" fmla="*/ 58094 h 178113"/>
                <a:gd name="connsiteX1" fmla="*/ 183711 w 261029"/>
                <a:gd name="connsiteY1" fmla="*/ 58094 h 178113"/>
                <a:gd name="connsiteX2" fmla="*/ 115978 w 261029"/>
                <a:gd name="connsiteY2" fmla="*/ 0 h 178113"/>
                <a:gd name="connsiteX3" fmla="*/ 47605 w 261029"/>
                <a:gd name="connsiteY3" fmla="*/ 67032 h 178113"/>
                <a:gd name="connsiteX4" fmla="*/ 47605 w 261029"/>
                <a:gd name="connsiteY4" fmla="*/ 72139 h 178113"/>
                <a:gd name="connsiteX5" fmla="*/ 320 w 261029"/>
                <a:gd name="connsiteY5" fmla="*/ 130872 h 178113"/>
                <a:gd name="connsiteX6" fmla="*/ 52717 w 261029"/>
                <a:gd name="connsiteY6" fmla="*/ 178113 h 178113"/>
                <a:gd name="connsiteX7" fmla="*/ 71887 w 261029"/>
                <a:gd name="connsiteY7" fmla="*/ 178113 h 178113"/>
                <a:gd name="connsiteX8" fmla="*/ 78277 w 261029"/>
                <a:gd name="connsiteY8" fmla="*/ 171729 h 178113"/>
                <a:gd name="connsiteX9" fmla="*/ 71887 w 261029"/>
                <a:gd name="connsiteY9" fmla="*/ 165345 h 178113"/>
                <a:gd name="connsiteX10" fmla="*/ 52717 w 261029"/>
                <a:gd name="connsiteY10" fmla="*/ 165345 h 178113"/>
                <a:gd name="connsiteX11" fmla="*/ 10544 w 261029"/>
                <a:gd name="connsiteY11" fmla="*/ 126403 h 178113"/>
                <a:gd name="connsiteX12" fmla="*/ 49522 w 261029"/>
                <a:gd name="connsiteY12" fmla="*/ 84269 h 178113"/>
                <a:gd name="connsiteX13" fmla="*/ 52717 w 261029"/>
                <a:gd name="connsiteY13" fmla="*/ 84269 h 178113"/>
                <a:gd name="connsiteX14" fmla="*/ 53995 w 261029"/>
                <a:gd name="connsiteY14" fmla="*/ 84269 h 178113"/>
                <a:gd name="connsiteX15" fmla="*/ 60385 w 261029"/>
                <a:gd name="connsiteY15" fmla="*/ 77885 h 178113"/>
                <a:gd name="connsiteX16" fmla="*/ 60385 w 261029"/>
                <a:gd name="connsiteY16" fmla="*/ 66394 h 178113"/>
                <a:gd name="connsiteX17" fmla="*/ 116617 w 261029"/>
                <a:gd name="connsiteY17" fmla="*/ 11491 h 178113"/>
                <a:gd name="connsiteX18" fmla="*/ 171570 w 261029"/>
                <a:gd name="connsiteY18" fmla="*/ 64478 h 178113"/>
                <a:gd name="connsiteX19" fmla="*/ 177960 w 261029"/>
                <a:gd name="connsiteY19" fmla="*/ 70862 h 178113"/>
                <a:gd name="connsiteX20" fmla="*/ 204159 w 261029"/>
                <a:gd name="connsiteY20" fmla="*/ 70862 h 178113"/>
                <a:gd name="connsiteX21" fmla="*/ 248249 w 261029"/>
                <a:gd name="connsiteY21" fmla="*/ 114912 h 178113"/>
                <a:gd name="connsiteX22" fmla="*/ 248249 w 261029"/>
                <a:gd name="connsiteY22" fmla="*/ 121296 h 178113"/>
                <a:gd name="connsiteX23" fmla="*/ 204159 w 261029"/>
                <a:gd name="connsiteY23" fmla="*/ 165345 h 178113"/>
                <a:gd name="connsiteX24" fmla="*/ 181794 w 261029"/>
                <a:gd name="connsiteY24" fmla="*/ 165345 h 178113"/>
                <a:gd name="connsiteX25" fmla="*/ 175404 w 261029"/>
                <a:gd name="connsiteY25" fmla="*/ 171729 h 178113"/>
                <a:gd name="connsiteX26" fmla="*/ 181794 w 261029"/>
                <a:gd name="connsiteY26" fmla="*/ 178113 h 178113"/>
                <a:gd name="connsiteX27" fmla="*/ 204159 w 261029"/>
                <a:gd name="connsiteY27" fmla="*/ 178113 h 178113"/>
                <a:gd name="connsiteX28" fmla="*/ 261029 w 261029"/>
                <a:gd name="connsiteY28" fmla="*/ 121296 h 178113"/>
                <a:gd name="connsiteX29" fmla="*/ 261029 w 261029"/>
                <a:gd name="connsiteY29" fmla="*/ 114912 h 178113"/>
                <a:gd name="connsiteX30" fmla="*/ 204159 w 261029"/>
                <a:gd name="connsiteY30" fmla="*/ 58094 h 178113"/>
                <a:gd name="connsiteX31" fmla="*/ 204159 w 261029"/>
                <a:gd name="connsiteY31" fmla="*/ 58094 h 178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61029" h="178113">
                  <a:moveTo>
                    <a:pt x="204159" y="58094"/>
                  </a:moveTo>
                  <a:lnTo>
                    <a:pt x="183711" y="58094"/>
                  </a:lnTo>
                  <a:cubicBezTo>
                    <a:pt x="178599" y="24898"/>
                    <a:pt x="149844" y="0"/>
                    <a:pt x="115978" y="0"/>
                  </a:cubicBezTo>
                  <a:cubicBezTo>
                    <a:pt x="78916" y="0"/>
                    <a:pt x="48245" y="29367"/>
                    <a:pt x="47605" y="67032"/>
                  </a:cubicBezTo>
                  <a:lnTo>
                    <a:pt x="47605" y="72139"/>
                  </a:lnTo>
                  <a:cubicBezTo>
                    <a:pt x="18212" y="75331"/>
                    <a:pt x="-2875" y="101505"/>
                    <a:pt x="320" y="130872"/>
                  </a:cubicBezTo>
                  <a:cubicBezTo>
                    <a:pt x="3515" y="157684"/>
                    <a:pt x="25880" y="178113"/>
                    <a:pt x="52717" y="178113"/>
                  </a:cubicBezTo>
                  <a:lnTo>
                    <a:pt x="71887" y="178113"/>
                  </a:lnTo>
                  <a:cubicBezTo>
                    <a:pt x="75721" y="178113"/>
                    <a:pt x="78277" y="175560"/>
                    <a:pt x="78277" y="171729"/>
                  </a:cubicBezTo>
                  <a:cubicBezTo>
                    <a:pt x="78277" y="167899"/>
                    <a:pt x="75721" y="165345"/>
                    <a:pt x="71887" y="165345"/>
                  </a:cubicBezTo>
                  <a:lnTo>
                    <a:pt x="52717" y="165345"/>
                  </a:lnTo>
                  <a:cubicBezTo>
                    <a:pt x="30352" y="165984"/>
                    <a:pt x="11822" y="148747"/>
                    <a:pt x="10544" y="126403"/>
                  </a:cubicBezTo>
                  <a:cubicBezTo>
                    <a:pt x="9266" y="104059"/>
                    <a:pt x="27157" y="85546"/>
                    <a:pt x="49522" y="84269"/>
                  </a:cubicBezTo>
                  <a:cubicBezTo>
                    <a:pt x="50800" y="84269"/>
                    <a:pt x="51439" y="84269"/>
                    <a:pt x="52717" y="84269"/>
                  </a:cubicBezTo>
                  <a:lnTo>
                    <a:pt x="53995" y="84269"/>
                  </a:lnTo>
                  <a:cubicBezTo>
                    <a:pt x="57829" y="84269"/>
                    <a:pt x="60385" y="81715"/>
                    <a:pt x="60385" y="77885"/>
                  </a:cubicBezTo>
                  <a:lnTo>
                    <a:pt x="60385" y="66394"/>
                  </a:lnTo>
                  <a:cubicBezTo>
                    <a:pt x="61024" y="35751"/>
                    <a:pt x="85945" y="11491"/>
                    <a:pt x="116617" y="11491"/>
                  </a:cubicBezTo>
                  <a:cubicBezTo>
                    <a:pt x="146010" y="12130"/>
                    <a:pt x="169653" y="35112"/>
                    <a:pt x="171570" y="64478"/>
                  </a:cubicBezTo>
                  <a:cubicBezTo>
                    <a:pt x="171570" y="68309"/>
                    <a:pt x="174126" y="70862"/>
                    <a:pt x="177960" y="70862"/>
                  </a:cubicBezTo>
                  <a:lnTo>
                    <a:pt x="204159" y="70862"/>
                  </a:lnTo>
                  <a:cubicBezTo>
                    <a:pt x="228440" y="70862"/>
                    <a:pt x="248249" y="90653"/>
                    <a:pt x="248249" y="114912"/>
                  </a:cubicBezTo>
                  <a:lnTo>
                    <a:pt x="248249" y="121296"/>
                  </a:lnTo>
                  <a:cubicBezTo>
                    <a:pt x="248249" y="145555"/>
                    <a:pt x="228440" y="165345"/>
                    <a:pt x="204159" y="165345"/>
                  </a:cubicBezTo>
                  <a:lnTo>
                    <a:pt x="181794" y="165345"/>
                  </a:lnTo>
                  <a:cubicBezTo>
                    <a:pt x="177960" y="165345"/>
                    <a:pt x="175404" y="167899"/>
                    <a:pt x="175404" y="171729"/>
                  </a:cubicBezTo>
                  <a:cubicBezTo>
                    <a:pt x="175404" y="175560"/>
                    <a:pt x="177960" y="178113"/>
                    <a:pt x="181794" y="178113"/>
                  </a:cubicBezTo>
                  <a:lnTo>
                    <a:pt x="204159" y="178113"/>
                  </a:lnTo>
                  <a:cubicBezTo>
                    <a:pt x="235470" y="178113"/>
                    <a:pt x="261029" y="152577"/>
                    <a:pt x="261029" y="121296"/>
                  </a:cubicBezTo>
                  <a:lnTo>
                    <a:pt x="261029" y="114912"/>
                  </a:lnTo>
                  <a:cubicBezTo>
                    <a:pt x="261029" y="83630"/>
                    <a:pt x="236108" y="58094"/>
                    <a:pt x="204159" y="58094"/>
                  </a:cubicBezTo>
                  <a:lnTo>
                    <a:pt x="204159" y="58094"/>
                  </a:lnTo>
                  <a:close/>
                </a:path>
              </a:pathLst>
            </a:custGeom>
            <a:solidFill>
              <a:srgbClr val="26890D"/>
            </a:solidFill>
            <a:ln w="6390" cap="flat">
              <a:noFill/>
              <a:prstDash val="solid"/>
              <a:miter/>
            </a:ln>
          </p:spPr>
          <p:txBody>
            <a:bodyPr rtlCol="0" anchor="ctr"/>
            <a:lstStyle/>
            <a:p>
              <a:endParaRPr lang="en-US"/>
            </a:p>
          </p:txBody>
        </p:sp>
        <p:sp>
          <p:nvSpPr>
            <p:cNvPr id="579" name="Graphic 4">
              <a:extLst>
                <a:ext uri="{FF2B5EF4-FFF2-40B4-BE49-F238E27FC236}">
                  <a16:creationId xmlns:a16="http://schemas.microsoft.com/office/drawing/2014/main" id="{EF25B819-BD49-3B45-A787-39AE2687A1B5}"/>
                </a:ext>
              </a:extLst>
            </p:cNvPr>
            <p:cNvSpPr/>
            <p:nvPr/>
          </p:nvSpPr>
          <p:spPr>
            <a:xfrm>
              <a:off x="4798842" y="3570723"/>
              <a:ext cx="41534" cy="62562"/>
            </a:xfrm>
            <a:custGeom>
              <a:avLst/>
              <a:gdLst>
                <a:gd name="connsiteX0" fmla="*/ 25560 w 41534"/>
                <a:gd name="connsiteY0" fmla="*/ 1277 h 62562"/>
                <a:gd name="connsiteX1" fmla="*/ 25560 w 41534"/>
                <a:gd name="connsiteY1" fmla="*/ 1277 h 62562"/>
                <a:gd name="connsiteX2" fmla="*/ 23643 w 41534"/>
                <a:gd name="connsiteY2" fmla="*/ 0 h 62562"/>
                <a:gd name="connsiteX3" fmla="*/ 23643 w 41534"/>
                <a:gd name="connsiteY3" fmla="*/ 0 h 62562"/>
                <a:gd name="connsiteX4" fmla="*/ 23004 w 41534"/>
                <a:gd name="connsiteY4" fmla="*/ 0 h 62562"/>
                <a:gd name="connsiteX5" fmla="*/ 21087 w 41534"/>
                <a:gd name="connsiteY5" fmla="*/ 0 h 62562"/>
                <a:gd name="connsiteX6" fmla="*/ 20448 w 41534"/>
                <a:gd name="connsiteY6" fmla="*/ 0 h 62562"/>
                <a:gd name="connsiteX7" fmla="*/ 18531 w 41534"/>
                <a:gd name="connsiteY7" fmla="*/ 638 h 62562"/>
                <a:gd name="connsiteX8" fmla="*/ 17892 w 41534"/>
                <a:gd name="connsiteY8" fmla="*/ 638 h 62562"/>
                <a:gd name="connsiteX9" fmla="*/ 15975 w 41534"/>
                <a:gd name="connsiteY9" fmla="*/ 1915 h 62562"/>
                <a:gd name="connsiteX10" fmla="*/ 1917 w 41534"/>
                <a:gd name="connsiteY10" fmla="*/ 15960 h 62562"/>
                <a:gd name="connsiteX11" fmla="*/ 1917 w 41534"/>
                <a:gd name="connsiteY11" fmla="*/ 24897 h 62562"/>
                <a:gd name="connsiteX12" fmla="*/ 10863 w 41534"/>
                <a:gd name="connsiteY12" fmla="*/ 24897 h 62562"/>
                <a:gd name="connsiteX13" fmla="*/ 14058 w 41534"/>
                <a:gd name="connsiteY13" fmla="*/ 21705 h 62562"/>
                <a:gd name="connsiteX14" fmla="*/ 14058 w 41534"/>
                <a:gd name="connsiteY14" fmla="*/ 56179 h 62562"/>
                <a:gd name="connsiteX15" fmla="*/ 20448 w 41534"/>
                <a:gd name="connsiteY15" fmla="*/ 62563 h 62562"/>
                <a:gd name="connsiteX16" fmla="*/ 26838 w 41534"/>
                <a:gd name="connsiteY16" fmla="*/ 56179 h 62562"/>
                <a:gd name="connsiteX17" fmla="*/ 26838 w 41534"/>
                <a:gd name="connsiteY17" fmla="*/ 21067 h 62562"/>
                <a:gd name="connsiteX18" fmla="*/ 30672 w 41534"/>
                <a:gd name="connsiteY18" fmla="*/ 24259 h 62562"/>
                <a:gd name="connsiteX19" fmla="*/ 35145 w 41534"/>
                <a:gd name="connsiteY19" fmla="*/ 26174 h 62562"/>
                <a:gd name="connsiteX20" fmla="*/ 39618 w 41534"/>
                <a:gd name="connsiteY20" fmla="*/ 24259 h 62562"/>
                <a:gd name="connsiteX21" fmla="*/ 39618 w 41534"/>
                <a:gd name="connsiteY21" fmla="*/ 15321 h 62562"/>
                <a:gd name="connsiteX22" fmla="*/ 39618 w 41534"/>
                <a:gd name="connsiteY22" fmla="*/ 15321 h 62562"/>
                <a:gd name="connsiteX23" fmla="*/ 25560 w 41534"/>
                <a:gd name="connsiteY23" fmla="*/ 1277 h 62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1534" h="62562">
                  <a:moveTo>
                    <a:pt x="25560" y="1277"/>
                  </a:moveTo>
                  <a:lnTo>
                    <a:pt x="25560" y="1277"/>
                  </a:lnTo>
                  <a:cubicBezTo>
                    <a:pt x="24921" y="638"/>
                    <a:pt x="24282" y="638"/>
                    <a:pt x="23643" y="0"/>
                  </a:cubicBezTo>
                  <a:lnTo>
                    <a:pt x="23643" y="0"/>
                  </a:lnTo>
                  <a:lnTo>
                    <a:pt x="23004" y="0"/>
                  </a:lnTo>
                  <a:cubicBezTo>
                    <a:pt x="22365" y="0"/>
                    <a:pt x="21726" y="0"/>
                    <a:pt x="21087" y="0"/>
                  </a:cubicBezTo>
                  <a:lnTo>
                    <a:pt x="20448" y="0"/>
                  </a:lnTo>
                  <a:cubicBezTo>
                    <a:pt x="19809" y="0"/>
                    <a:pt x="19170" y="0"/>
                    <a:pt x="18531" y="638"/>
                  </a:cubicBezTo>
                  <a:lnTo>
                    <a:pt x="17892" y="638"/>
                  </a:lnTo>
                  <a:cubicBezTo>
                    <a:pt x="17253" y="638"/>
                    <a:pt x="16614" y="1277"/>
                    <a:pt x="15975" y="1915"/>
                  </a:cubicBezTo>
                  <a:lnTo>
                    <a:pt x="1917" y="15960"/>
                  </a:lnTo>
                  <a:cubicBezTo>
                    <a:pt x="-639" y="18513"/>
                    <a:pt x="-639" y="22344"/>
                    <a:pt x="1917" y="24897"/>
                  </a:cubicBezTo>
                  <a:cubicBezTo>
                    <a:pt x="4473" y="27451"/>
                    <a:pt x="8307" y="27451"/>
                    <a:pt x="10863" y="24897"/>
                  </a:cubicBezTo>
                  <a:lnTo>
                    <a:pt x="14058" y="21705"/>
                  </a:lnTo>
                  <a:lnTo>
                    <a:pt x="14058" y="56179"/>
                  </a:lnTo>
                  <a:cubicBezTo>
                    <a:pt x="14058" y="60009"/>
                    <a:pt x="16614" y="62563"/>
                    <a:pt x="20448" y="62563"/>
                  </a:cubicBezTo>
                  <a:cubicBezTo>
                    <a:pt x="24282" y="62563"/>
                    <a:pt x="26838" y="60009"/>
                    <a:pt x="26838" y="56179"/>
                  </a:cubicBezTo>
                  <a:lnTo>
                    <a:pt x="26838" y="21067"/>
                  </a:lnTo>
                  <a:lnTo>
                    <a:pt x="30672" y="24259"/>
                  </a:lnTo>
                  <a:cubicBezTo>
                    <a:pt x="31950" y="25536"/>
                    <a:pt x="33228" y="26174"/>
                    <a:pt x="35145" y="26174"/>
                  </a:cubicBezTo>
                  <a:cubicBezTo>
                    <a:pt x="37061" y="26174"/>
                    <a:pt x="38340" y="25536"/>
                    <a:pt x="39618" y="24259"/>
                  </a:cubicBezTo>
                  <a:cubicBezTo>
                    <a:pt x="42173" y="21705"/>
                    <a:pt x="42173" y="17875"/>
                    <a:pt x="39618" y="15321"/>
                  </a:cubicBezTo>
                  <a:cubicBezTo>
                    <a:pt x="39618" y="15321"/>
                    <a:pt x="39618" y="15321"/>
                    <a:pt x="39618" y="15321"/>
                  </a:cubicBezTo>
                  <a:lnTo>
                    <a:pt x="25560" y="1277"/>
                  </a:lnTo>
                  <a:close/>
                </a:path>
              </a:pathLst>
            </a:custGeom>
            <a:solidFill>
              <a:srgbClr val="26890D"/>
            </a:solidFill>
            <a:ln w="6390" cap="flat">
              <a:noFill/>
              <a:prstDash val="solid"/>
              <a:miter/>
            </a:ln>
          </p:spPr>
          <p:txBody>
            <a:bodyPr rtlCol="0" anchor="ctr"/>
            <a:lstStyle/>
            <a:p>
              <a:endParaRPr lang="en-US"/>
            </a:p>
          </p:txBody>
        </p:sp>
        <p:sp>
          <p:nvSpPr>
            <p:cNvPr id="580" name="Graphic 4">
              <a:extLst>
                <a:ext uri="{FF2B5EF4-FFF2-40B4-BE49-F238E27FC236}">
                  <a16:creationId xmlns:a16="http://schemas.microsoft.com/office/drawing/2014/main" id="{91CB59DA-18DE-AC48-B735-6F0FF15C5DA6}"/>
                </a:ext>
              </a:extLst>
            </p:cNvPr>
            <p:cNvSpPr/>
            <p:nvPr/>
          </p:nvSpPr>
          <p:spPr>
            <a:xfrm>
              <a:off x="4842933" y="3570085"/>
              <a:ext cx="40895" cy="62563"/>
            </a:xfrm>
            <a:custGeom>
              <a:avLst/>
              <a:gdLst>
                <a:gd name="connsiteX0" fmla="*/ 30672 w 40895"/>
                <a:gd name="connsiteY0" fmla="*/ 38304 h 62563"/>
                <a:gd name="connsiteX1" fmla="*/ 26838 w 40895"/>
                <a:gd name="connsiteY1" fmla="*/ 41496 h 62563"/>
                <a:gd name="connsiteX2" fmla="*/ 26838 w 40895"/>
                <a:gd name="connsiteY2" fmla="*/ 6384 h 62563"/>
                <a:gd name="connsiteX3" fmla="*/ 20448 w 40895"/>
                <a:gd name="connsiteY3" fmla="*/ 0 h 62563"/>
                <a:gd name="connsiteX4" fmla="*/ 14058 w 40895"/>
                <a:gd name="connsiteY4" fmla="*/ 6384 h 62563"/>
                <a:gd name="connsiteX5" fmla="*/ 14058 w 40895"/>
                <a:gd name="connsiteY5" fmla="*/ 40858 h 62563"/>
                <a:gd name="connsiteX6" fmla="*/ 10863 w 40895"/>
                <a:gd name="connsiteY6" fmla="*/ 37666 h 62563"/>
                <a:gd name="connsiteX7" fmla="*/ 1917 w 40895"/>
                <a:gd name="connsiteY7" fmla="*/ 37666 h 62563"/>
                <a:gd name="connsiteX8" fmla="*/ 1917 w 40895"/>
                <a:gd name="connsiteY8" fmla="*/ 46603 h 62563"/>
                <a:gd name="connsiteX9" fmla="*/ 1917 w 40895"/>
                <a:gd name="connsiteY9" fmla="*/ 46603 h 62563"/>
                <a:gd name="connsiteX10" fmla="*/ 15975 w 40895"/>
                <a:gd name="connsiteY10" fmla="*/ 60648 h 62563"/>
                <a:gd name="connsiteX11" fmla="*/ 17253 w 40895"/>
                <a:gd name="connsiteY11" fmla="*/ 61286 h 62563"/>
                <a:gd name="connsiteX12" fmla="*/ 17892 w 40895"/>
                <a:gd name="connsiteY12" fmla="*/ 61925 h 62563"/>
                <a:gd name="connsiteX13" fmla="*/ 20448 w 40895"/>
                <a:gd name="connsiteY13" fmla="*/ 62563 h 62563"/>
                <a:gd name="connsiteX14" fmla="*/ 23004 w 40895"/>
                <a:gd name="connsiteY14" fmla="*/ 61925 h 62563"/>
                <a:gd name="connsiteX15" fmla="*/ 23004 w 40895"/>
                <a:gd name="connsiteY15" fmla="*/ 61925 h 62563"/>
                <a:gd name="connsiteX16" fmla="*/ 24921 w 40895"/>
                <a:gd name="connsiteY16" fmla="*/ 60648 h 62563"/>
                <a:gd name="connsiteX17" fmla="*/ 24921 w 40895"/>
                <a:gd name="connsiteY17" fmla="*/ 60648 h 62563"/>
                <a:gd name="connsiteX18" fmla="*/ 38979 w 40895"/>
                <a:gd name="connsiteY18" fmla="*/ 47242 h 62563"/>
                <a:gd name="connsiteX19" fmla="*/ 38979 w 40895"/>
                <a:gd name="connsiteY19" fmla="*/ 38304 h 62563"/>
                <a:gd name="connsiteX20" fmla="*/ 30672 w 40895"/>
                <a:gd name="connsiteY20" fmla="*/ 38304 h 62563"/>
                <a:gd name="connsiteX21" fmla="*/ 30672 w 40895"/>
                <a:gd name="connsiteY21" fmla="*/ 38304 h 62563"/>
                <a:gd name="connsiteX22" fmla="*/ 30672 w 40895"/>
                <a:gd name="connsiteY22" fmla="*/ 38304 h 6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895" h="62563">
                  <a:moveTo>
                    <a:pt x="30672" y="38304"/>
                  </a:moveTo>
                  <a:lnTo>
                    <a:pt x="26838" y="41496"/>
                  </a:lnTo>
                  <a:lnTo>
                    <a:pt x="26838" y="6384"/>
                  </a:lnTo>
                  <a:cubicBezTo>
                    <a:pt x="26838" y="2554"/>
                    <a:pt x="24282" y="0"/>
                    <a:pt x="20448" y="0"/>
                  </a:cubicBezTo>
                  <a:cubicBezTo>
                    <a:pt x="16614" y="0"/>
                    <a:pt x="14058" y="2554"/>
                    <a:pt x="14058" y="6384"/>
                  </a:cubicBezTo>
                  <a:lnTo>
                    <a:pt x="14058" y="40858"/>
                  </a:lnTo>
                  <a:lnTo>
                    <a:pt x="10863" y="37666"/>
                  </a:lnTo>
                  <a:cubicBezTo>
                    <a:pt x="8307" y="35112"/>
                    <a:pt x="4473" y="35112"/>
                    <a:pt x="1917" y="37666"/>
                  </a:cubicBezTo>
                  <a:cubicBezTo>
                    <a:pt x="-639" y="40219"/>
                    <a:pt x="-639" y="44050"/>
                    <a:pt x="1917" y="46603"/>
                  </a:cubicBezTo>
                  <a:cubicBezTo>
                    <a:pt x="1917" y="46603"/>
                    <a:pt x="1917" y="46603"/>
                    <a:pt x="1917" y="46603"/>
                  </a:cubicBezTo>
                  <a:lnTo>
                    <a:pt x="15975" y="60648"/>
                  </a:lnTo>
                  <a:cubicBezTo>
                    <a:pt x="16614" y="61286"/>
                    <a:pt x="16614" y="61286"/>
                    <a:pt x="17253" y="61286"/>
                  </a:cubicBezTo>
                  <a:cubicBezTo>
                    <a:pt x="17253" y="61286"/>
                    <a:pt x="17892" y="61925"/>
                    <a:pt x="17892" y="61925"/>
                  </a:cubicBezTo>
                  <a:cubicBezTo>
                    <a:pt x="18531" y="62563"/>
                    <a:pt x="19170" y="62563"/>
                    <a:pt x="20448" y="62563"/>
                  </a:cubicBezTo>
                  <a:cubicBezTo>
                    <a:pt x="21087" y="62563"/>
                    <a:pt x="22365" y="62563"/>
                    <a:pt x="23004" y="61925"/>
                  </a:cubicBezTo>
                  <a:lnTo>
                    <a:pt x="23004" y="61925"/>
                  </a:lnTo>
                  <a:cubicBezTo>
                    <a:pt x="23643" y="61925"/>
                    <a:pt x="24282" y="61286"/>
                    <a:pt x="24921" y="60648"/>
                  </a:cubicBezTo>
                  <a:lnTo>
                    <a:pt x="24921" y="60648"/>
                  </a:lnTo>
                  <a:lnTo>
                    <a:pt x="38979" y="47242"/>
                  </a:lnTo>
                  <a:cubicBezTo>
                    <a:pt x="41535" y="44688"/>
                    <a:pt x="41535" y="40858"/>
                    <a:pt x="38979" y="38304"/>
                  </a:cubicBezTo>
                  <a:cubicBezTo>
                    <a:pt x="37062" y="35751"/>
                    <a:pt x="32589" y="35751"/>
                    <a:pt x="30672" y="38304"/>
                  </a:cubicBezTo>
                  <a:lnTo>
                    <a:pt x="30672" y="38304"/>
                  </a:lnTo>
                  <a:lnTo>
                    <a:pt x="30672" y="38304"/>
                  </a:lnTo>
                  <a:close/>
                </a:path>
              </a:pathLst>
            </a:custGeom>
            <a:solidFill>
              <a:srgbClr val="26890D"/>
            </a:solidFill>
            <a:ln w="6390" cap="flat">
              <a:noFill/>
              <a:prstDash val="solid"/>
              <a:miter/>
            </a:ln>
          </p:spPr>
          <p:txBody>
            <a:bodyPr rtlCol="0" anchor="ctr"/>
            <a:lstStyle/>
            <a:p>
              <a:endParaRPr lang="en-US"/>
            </a:p>
          </p:txBody>
        </p:sp>
        <p:sp>
          <p:nvSpPr>
            <p:cNvPr id="581" name="Graphic 4">
              <a:extLst>
                <a:ext uri="{FF2B5EF4-FFF2-40B4-BE49-F238E27FC236}">
                  <a16:creationId xmlns:a16="http://schemas.microsoft.com/office/drawing/2014/main" id="{267A75EE-07F0-2742-B9F8-77FABEBB878B}"/>
                </a:ext>
              </a:extLst>
            </p:cNvPr>
            <p:cNvSpPr/>
            <p:nvPr/>
          </p:nvSpPr>
          <p:spPr>
            <a:xfrm>
              <a:off x="4787242" y="3494754"/>
              <a:ext cx="44840" cy="63839"/>
            </a:xfrm>
            <a:custGeom>
              <a:avLst/>
              <a:gdLst>
                <a:gd name="connsiteX0" fmla="*/ 19907 w 44840"/>
                <a:gd name="connsiteY0" fmla="*/ 51072 h 63839"/>
                <a:gd name="connsiteX1" fmla="*/ 12879 w 44840"/>
                <a:gd name="connsiteY1" fmla="*/ 45327 h 63839"/>
                <a:gd name="connsiteX2" fmla="*/ 5211 w 44840"/>
                <a:gd name="connsiteY2" fmla="*/ 40219 h 63839"/>
                <a:gd name="connsiteX3" fmla="*/ 99 w 44840"/>
                <a:gd name="connsiteY3" fmla="*/ 47880 h 63839"/>
                <a:gd name="connsiteX4" fmla="*/ 17352 w 44840"/>
                <a:gd name="connsiteY4" fmla="*/ 63202 h 63839"/>
                <a:gd name="connsiteX5" fmla="*/ 20547 w 44840"/>
                <a:gd name="connsiteY5" fmla="*/ 63840 h 63839"/>
                <a:gd name="connsiteX6" fmla="*/ 44189 w 44840"/>
                <a:gd name="connsiteY6" fmla="*/ 45327 h 63839"/>
                <a:gd name="connsiteX7" fmla="*/ 31409 w 44840"/>
                <a:gd name="connsiteY7" fmla="*/ 20429 h 63839"/>
                <a:gd name="connsiteX8" fmla="*/ 16073 w 44840"/>
                <a:gd name="connsiteY8" fmla="*/ 19791 h 63839"/>
                <a:gd name="connsiteX9" fmla="*/ 17352 w 44840"/>
                <a:gd name="connsiteY9" fmla="*/ 12768 h 63839"/>
                <a:gd name="connsiteX10" fmla="*/ 36521 w 44840"/>
                <a:gd name="connsiteY10" fmla="*/ 12768 h 63839"/>
                <a:gd name="connsiteX11" fmla="*/ 42911 w 44840"/>
                <a:gd name="connsiteY11" fmla="*/ 6384 h 63839"/>
                <a:gd name="connsiteX12" fmla="*/ 36521 w 44840"/>
                <a:gd name="connsiteY12" fmla="*/ 0 h 63839"/>
                <a:gd name="connsiteX13" fmla="*/ 11600 w 44840"/>
                <a:gd name="connsiteY13" fmla="*/ 0 h 63839"/>
                <a:gd name="connsiteX14" fmla="*/ 5211 w 44840"/>
                <a:gd name="connsiteY14" fmla="*/ 5107 h 63839"/>
                <a:gd name="connsiteX15" fmla="*/ 737 w 44840"/>
                <a:gd name="connsiteY15" fmla="*/ 29367 h 63839"/>
                <a:gd name="connsiteX16" fmla="*/ 3294 w 44840"/>
                <a:gd name="connsiteY16" fmla="*/ 35751 h 63839"/>
                <a:gd name="connsiteX17" fmla="*/ 10322 w 44840"/>
                <a:gd name="connsiteY17" fmla="*/ 35751 h 63839"/>
                <a:gd name="connsiteX18" fmla="*/ 25658 w 44840"/>
                <a:gd name="connsiteY18" fmla="*/ 32559 h 63839"/>
                <a:gd name="connsiteX19" fmla="*/ 30770 w 44840"/>
                <a:gd name="connsiteY19" fmla="*/ 42773 h 63839"/>
                <a:gd name="connsiteX20" fmla="*/ 19907 w 44840"/>
                <a:gd name="connsiteY20" fmla="*/ 51072 h 6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4840" h="63839">
                  <a:moveTo>
                    <a:pt x="19907" y="51072"/>
                  </a:moveTo>
                  <a:cubicBezTo>
                    <a:pt x="16712" y="50434"/>
                    <a:pt x="14157" y="48519"/>
                    <a:pt x="12879" y="45327"/>
                  </a:cubicBezTo>
                  <a:cubicBezTo>
                    <a:pt x="12239" y="41496"/>
                    <a:pt x="8405" y="39581"/>
                    <a:pt x="5211" y="40219"/>
                  </a:cubicBezTo>
                  <a:cubicBezTo>
                    <a:pt x="2016" y="40858"/>
                    <a:pt x="-541" y="44688"/>
                    <a:pt x="99" y="47880"/>
                  </a:cubicBezTo>
                  <a:cubicBezTo>
                    <a:pt x="2654" y="55541"/>
                    <a:pt x="9044" y="61286"/>
                    <a:pt x="17352" y="63202"/>
                  </a:cubicBezTo>
                  <a:cubicBezTo>
                    <a:pt x="18629" y="63202"/>
                    <a:pt x="19907" y="63840"/>
                    <a:pt x="20547" y="63840"/>
                  </a:cubicBezTo>
                  <a:cubicBezTo>
                    <a:pt x="31409" y="63202"/>
                    <a:pt x="40994" y="56179"/>
                    <a:pt x="44189" y="45327"/>
                  </a:cubicBezTo>
                  <a:cubicBezTo>
                    <a:pt x="46745" y="35112"/>
                    <a:pt x="41633" y="24898"/>
                    <a:pt x="31409" y="20429"/>
                  </a:cubicBezTo>
                  <a:cubicBezTo>
                    <a:pt x="26297" y="18514"/>
                    <a:pt x="21185" y="18514"/>
                    <a:pt x="16073" y="19791"/>
                  </a:cubicBezTo>
                  <a:lnTo>
                    <a:pt x="17352" y="12768"/>
                  </a:lnTo>
                  <a:lnTo>
                    <a:pt x="36521" y="12768"/>
                  </a:lnTo>
                  <a:cubicBezTo>
                    <a:pt x="40355" y="12768"/>
                    <a:pt x="42911" y="10215"/>
                    <a:pt x="42911" y="6384"/>
                  </a:cubicBezTo>
                  <a:cubicBezTo>
                    <a:pt x="42911" y="2554"/>
                    <a:pt x="40355" y="0"/>
                    <a:pt x="36521" y="0"/>
                  </a:cubicBezTo>
                  <a:lnTo>
                    <a:pt x="11600" y="0"/>
                  </a:lnTo>
                  <a:cubicBezTo>
                    <a:pt x="8405" y="0"/>
                    <a:pt x="5849" y="1915"/>
                    <a:pt x="5211" y="5107"/>
                  </a:cubicBezTo>
                  <a:lnTo>
                    <a:pt x="737" y="29367"/>
                  </a:lnTo>
                  <a:cubicBezTo>
                    <a:pt x="99" y="31920"/>
                    <a:pt x="1377" y="34474"/>
                    <a:pt x="3294" y="35751"/>
                  </a:cubicBezTo>
                  <a:cubicBezTo>
                    <a:pt x="5211" y="37027"/>
                    <a:pt x="8405" y="37027"/>
                    <a:pt x="10322" y="35751"/>
                  </a:cubicBezTo>
                  <a:cubicBezTo>
                    <a:pt x="14795" y="32559"/>
                    <a:pt x="20547" y="31282"/>
                    <a:pt x="25658" y="32559"/>
                  </a:cubicBezTo>
                  <a:cubicBezTo>
                    <a:pt x="29492" y="34474"/>
                    <a:pt x="32048" y="38943"/>
                    <a:pt x="30770" y="42773"/>
                  </a:cubicBezTo>
                  <a:cubicBezTo>
                    <a:pt x="29492" y="47880"/>
                    <a:pt x="25019" y="51072"/>
                    <a:pt x="19907" y="51072"/>
                  </a:cubicBezTo>
                  <a:close/>
                </a:path>
              </a:pathLst>
            </a:custGeom>
            <a:solidFill>
              <a:srgbClr val="26890D"/>
            </a:solidFill>
            <a:ln w="6390" cap="flat">
              <a:noFill/>
              <a:prstDash val="solid"/>
              <a:miter/>
            </a:ln>
          </p:spPr>
          <p:txBody>
            <a:bodyPr rtlCol="0" anchor="ctr"/>
            <a:lstStyle/>
            <a:p>
              <a:endParaRPr lang="en-US"/>
            </a:p>
          </p:txBody>
        </p:sp>
        <p:sp>
          <p:nvSpPr>
            <p:cNvPr id="582" name="Graphic 4">
              <a:extLst>
                <a:ext uri="{FF2B5EF4-FFF2-40B4-BE49-F238E27FC236}">
                  <a16:creationId xmlns:a16="http://schemas.microsoft.com/office/drawing/2014/main" id="{2E17B32B-3C41-F647-8D32-A6BA91A078F6}"/>
                </a:ext>
              </a:extLst>
            </p:cNvPr>
            <p:cNvSpPr/>
            <p:nvPr/>
          </p:nvSpPr>
          <p:spPr>
            <a:xfrm>
              <a:off x="4836561" y="3492615"/>
              <a:ext cx="59408" cy="65340"/>
            </a:xfrm>
            <a:custGeom>
              <a:avLst/>
              <a:gdLst>
                <a:gd name="connsiteX0" fmla="*/ 14679 w 59408"/>
                <a:gd name="connsiteY0" fmla="*/ 60871 h 65340"/>
                <a:gd name="connsiteX1" fmla="*/ 30654 w 59408"/>
                <a:gd name="connsiteY1" fmla="*/ 65340 h 65340"/>
                <a:gd name="connsiteX2" fmla="*/ 56214 w 59408"/>
                <a:gd name="connsiteY2" fmla="*/ 58318 h 65340"/>
                <a:gd name="connsiteX3" fmla="*/ 59409 w 59408"/>
                <a:gd name="connsiteY3" fmla="*/ 52572 h 65340"/>
                <a:gd name="connsiteX4" fmla="*/ 59409 w 59408"/>
                <a:gd name="connsiteY4" fmla="*/ 35974 h 65340"/>
                <a:gd name="connsiteX5" fmla="*/ 53019 w 59408"/>
                <a:gd name="connsiteY5" fmla="*/ 29590 h 65340"/>
                <a:gd name="connsiteX6" fmla="*/ 35766 w 59408"/>
                <a:gd name="connsiteY6" fmla="*/ 29590 h 65340"/>
                <a:gd name="connsiteX7" fmla="*/ 29376 w 59408"/>
                <a:gd name="connsiteY7" fmla="*/ 35974 h 65340"/>
                <a:gd name="connsiteX8" fmla="*/ 35766 w 59408"/>
                <a:gd name="connsiteY8" fmla="*/ 42358 h 65340"/>
                <a:gd name="connsiteX9" fmla="*/ 46629 w 59408"/>
                <a:gd name="connsiteY9" fmla="*/ 42358 h 65340"/>
                <a:gd name="connsiteX10" fmla="*/ 46629 w 59408"/>
                <a:gd name="connsiteY10" fmla="*/ 48742 h 65340"/>
                <a:gd name="connsiteX11" fmla="*/ 21708 w 59408"/>
                <a:gd name="connsiteY11" fmla="*/ 50019 h 65340"/>
                <a:gd name="connsiteX12" fmla="*/ 16596 w 59408"/>
                <a:gd name="connsiteY12" fmla="*/ 21291 h 65340"/>
                <a:gd name="connsiteX13" fmla="*/ 16596 w 59408"/>
                <a:gd name="connsiteY13" fmla="*/ 21291 h 65340"/>
                <a:gd name="connsiteX14" fmla="*/ 27459 w 59408"/>
                <a:gd name="connsiteY14" fmla="*/ 13630 h 65340"/>
                <a:gd name="connsiteX15" fmla="*/ 39600 w 59408"/>
                <a:gd name="connsiteY15" fmla="*/ 15545 h 65340"/>
                <a:gd name="connsiteX16" fmla="*/ 45351 w 59408"/>
                <a:gd name="connsiteY16" fmla="*/ 21929 h 65340"/>
                <a:gd name="connsiteX17" fmla="*/ 53019 w 59408"/>
                <a:gd name="connsiteY17" fmla="*/ 26398 h 65340"/>
                <a:gd name="connsiteX18" fmla="*/ 57492 w 59408"/>
                <a:gd name="connsiteY18" fmla="*/ 18737 h 65340"/>
                <a:gd name="connsiteX19" fmla="*/ 56853 w 59408"/>
                <a:gd name="connsiteY19" fmla="*/ 17460 h 65340"/>
                <a:gd name="connsiteX20" fmla="*/ 46629 w 59408"/>
                <a:gd name="connsiteY20" fmla="*/ 4692 h 65340"/>
                <a:gd name="connsiteX21" fmla="*/ 24264 w 59408"/>
                <a:gd name="connsiteY21" fmla="*/ 862 h 65340"/>
                <a:gd name="connsiteX22" fmla="*/ 5094 w 59408"/>
                <a:gd name="connsiteY22" fmla="*/ 14907 h 65340"/>
                <a:gd name="connsiteX23" fmla="*/ 14679 w 59408"/>
                <a:gd name="connsiteY23" fmla="*/ 60871 h 65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408" h="65340">
                  <a:moveTo>
                    <a:pt x="14679" y="60871"/>
                  </a:moveTo>
                  <a:cubicBezTo>
                    <a:pt x="19791" y="64063"/>
                    <a:pt x="24903" y="65340"/>
                    <a:pt x="30654" y="65340"/>
                  </a:cubicBezTo>
                  <a:cubicBezTo>
                    <a:pt x="39600" y="64702"/>
                    <a:pt x="48546" y="62786"/>
                    <a:pt x="56214" y="58318"/>
                  </a:cubicBezTo>
                  <a:cubicBezTo>
                    <a:pt x="58131" y="57041"/>
                    <a:pt x="59409" y="55126"/>
                    <a:pt x="59409" y="52572"/>
                  </a:cubicBezTo>
                  <a:lnTo>
                    <a:pt x="59409" y="35974"/>
                  </a:lnTo>
                  <a:cubicBezTo>
                    <a:pt x="59409" y="32143"/>
                    <a:pt x="56853" y="29590"/>
                    <a:pt x="53019" y="29590"/>
                  </a:cubicBezTo>
                  <a:lnTo>
                    <a:pt x="35766" y="29590"/>
                  </a:lnTo>
                  <a:cubicBezTo>
                    <a:pt x="31932" y="29590"/>
                    <a:pt x="29376" y="32143"/>
                    <a:pt x="29376" y="35974"/>
                  </a:cubicBezTo>
                  <a:cubicBezTo>
                    <a:pt x="29376" y="39804"/>
                    <a:pt x="31932" y="42358"/>
                    <a:pt x="35766" y="42358"/>
                  </a:cubicBezTo>
                  <a:lnTo>
                    <a:pt x="46629" y="42358"/>
                  </a:lnTo>
                  <a:lnTo>
                    <a:pt x="46629" y="48742"/>
                  </a:lnTo>
                  <a:cubicBezTo>
                    <a:pt x="40239" y="51934"/>
                    <a:pt x="28737" y="55126"/>
                    <a:pt x="21708" y="50019"/>
                  </a:cubicBezTo>
                  <a:cubicBezTo>
                    <a:pt x="12123" y="43635"/>
                    <a:pt x="9567" y="30867"/>
                    <a:pt x="16596" y="21291"/>
                  </a:cubicBezTo>
                  <a:cubicBezTo>
                    <a:pt x="16596" y="21291"/>
                    <a:pt x="16596" y="21291"/>
                    <a:pt x="16596" y="21291"/>
                  </a:cubicBezTo>
                  <a:cubicBezTo>
                    <a:pt x="19152" y="17460"/>
                    <a:pt x="22986" y="14268"/>
                    <a:pt x="27459" y="13630"/>
                  </a:cubicBezTo>
                  <a:cubicBezTo>
                    <a:pt x="31293" y="12353"/>
                    <a:pt x="35766" y="12991"/>
                    <a:pt x="39600" y="15545"/>
                  </a:cubicBezTo>
                  <a:cubicBezTo>
                    <a:pt x="42156" y="17460"/>
                    <a:pt x="44073" y="19375"/>
                    <a:pt x="45351" y="21929"/>
                  </a:cubicBezTo>
                  <a:cubicBezTo>
                    <a:pt x="45990" y="25121"/>
                    <a:pt x="49824" y="27036"/>
                    <a:pt x="53019" y="26398"/>
                  </a:cubicBezTo>
                  <a:cubicBezTo>
                    <a:pt x="56214" y="25759"/>
                    <a:pt x="58131" y="21929"/>
                    <a:pt x="57492" y="18737"/>
                  </a:cubicBezTo>
                  <a:cubicBezTo>
                    <a:pt x="57492" y="18099"/>
                    <a:pt x="57492" y="18099"/>
                    <a:pt x="56853" y="17460"/>
                  </a:cubicBezTo>
                  <a:cubicBezTo>
                    <a:pt x="54936" y="12353"/>
                    <a:pt x="51102" y="7884"/>
                    <a:pt x="46629" y="4692"/>
                  </a:cubicBezTo>
                  <a:cubicBezTo>
                    <a:pt x="40239" y="224"/>
                    <a:pt x="31932" y="-1053"/>
                    <a:pt x="24264" y="862"/>
                  </a:cubicBezTo>
                  <a:cubicBezTo>
                    <a:pt x="15957" y="2777"/>
                    <a:pt x="8928" y="7884"/>
                    <a:pt x="5094" y="14907"/>
                  </a:cubicBezTo>
                  <a:cubicBezTo>
                    <a:pt x="-2574" y="28951"/>
                    <a:pt x="-3213" y="49380"/>
                    <a:pt x="14679" y="60871"/>
                  </a:cubicBezTo>
                  <a:close/>
                </a:path>
              </a:pathLst>
            </a:custGeom>
            <a:solidFill>
              <a:srgbClr val="26890D"/>
            </a:solidFill>
            <a:ln w="6390" cap="flat">
              <a:noFill/>
              <a:prstDash val="solid"/>
              <a:miter/>
            </a:ln>
          </p:spPr>
          <p:txBody>
            <a:bodyPr rtlCol="0" anchor="ctr"/>
            <a:lstStyle/>
            <a:p>
              <a:endParaRPr lang="en-US"/>
            </a:p>
          </p:txBody>
        </p:sp>
      </p:grpSp>
      <p:grpSp>
        <p:nvGrpSpPr>
          <p:cNvPr id="583" name="Graphic 4">
            <a:extLst>
              <a:ext uri="{FF2B5EF4-FFF2-40B4-BE49-F238E27FC236}">
                <a16:creationId xmlns:a16="http://schemas.microsoft.com/office/drawing/2014/main" id="{3C5A6E77-0FBD-8A45-B1D8-E80B6860D5A5}"/>
              </a:ext>
            </a:extLst>
          </p:cNvPr>
          <p:cNvGrpSpPr/>
          <p:nvPr/>
        </p:nvGrpSpPr>
        <p:grpSpPr>
          <a:xfrm>
            <a:off x="6754802" y="2371173"/>
            <a:ext cx="361670" cy="361971"/>
            <a:chOff x="6754802" y="2371173"/>
            <a:chExt cx="361670" cy="361971"/>
          </a:xfrm>
          <a:solidFill>
            <a:srgbClr val="26890D"/>
          </a:solidFill>
        </p:grpSpPr>
        <p:sp>
          <p:nvSpPr>
            <p:cNvPr id="584" name="Graphic 4">
              <a:extLst>
                <a:ext uri="{FF2B5EF4-FFF2-40B4-BE49-F238E27FC236}">
                  <a16:creationId xmlns:a16="http://schemas.microsoft.com/office/drawing/2014/main" id="{A1AA2F1A-AFBB-5842-B5A7-4E019BB0C3A4}"/>
                </a:ext>
              </a:extLst>
            </p:cNvPr>
            <p:cNvSpPr/>
            <p:nvPr/>
          </p:nvSpPr>
          <p:spPr>
            <a:xfrm>
              <a:off x="6754802" y="2371173"/>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349204 h 361971"/>
                <a:gd name="connsiteX7" fmla="*/ 12780 w 361670"/>
                <a:gd name="connsiteY7" fmla="*/ 181305 h 361971"/>
                <a:gd name="connsiteX8" fmla="*/ 180836 w 361670"/>
                <a:gd name="connsiteY8" fmla="*/ 12768 h 361971"/>
                <a:gd name="connsiteX9" fmla="*/ 348890 w 361670"/>
                <a:gd name="connsiteY9" fmla="*/ 180667 h 361971"/>
                <a:gd name="connsiteX10" fmla="*/ 348890 w 361670"/>
                <a:gd name="connsiteY10" fmla="*/ 180667 h 361971"/>
                <a:gd name="connsiteX11" fmla="*/ 180836 w 361670"/>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1971">
                  <a:moveTo>
                    <a:pt x="180836" y="0"/>
                  </a:moveTo>
                  <a:cubicBezTo>
                    <a:pt x="80513" y="0"/>
                    <a:pt x="0" y="81077"/>
                    <a:pt x="0" y="180667"/>
                  </a:cubicBezTo>
                  <a:cubicBezTo>
                    <a:pt x="0" y="280895"/>
                    <a:pt x="81153" y="361972"/>
                    <a:pt x="180836" y="361972"/>
                  </a:cubicBezTo>
                  <a:cubicBezTo>
                    <a:pt x="281157" y="361972"/>
                    <a:pt x="361670" y="280895"/>
                    <a:pt x="361670" y="181305"/>
                  </a:cubicBezTo>
                  <a:cubicBezTo>
                    <a:pt x="361670" y="181305"/>
                    <a:pt x="361670" y="181305"/>
                    <a:pt x="361670" y="181305"/>
                  </a:cubicBezTo>
                  <a:cubicBezTo>
                    <a:pt x="361670" y="81077"/>
                    <a:pt x="280518" y="0"/>
                    <a:pt x="180836" y="0"/>
                  </a:cubicBezTo>
                  <a:close/>
                  <a:moveTo>
                    <a:pt x="180836" y="349204"/>
                  </a:moveTo>
                  <a:cubicBezTo>
                    <a:pt x="87543" y="349204"/>
                    <a:pt x="12780" y="273873"/>
                    <a:pt x="12780" y="181305"/>
                  </a:cubicBezTo>
                  <a:cubicBezTo>
                    <a:pt x="12780" y="88738"/>
                    <a:pt x="88181" y="12768"/>
                    <a:pt x="180836" y="12768"/>
                  </a:cubicBezTo>
                  <a:cubicBezTo>
                    <a:pt x="274128" y="12768"/>
                    <a:pt x="348890" y="88099"/>
                    <a:pt x="348890" y="180667"/>
                  </a:cubicBezTo>
                  <a:cubicBezTo>
                    <a:pt x="348890" y="180667"/>
                    <a:pt x="348890" y="180667"/>
                    <a:pt x="348890" y="180667"/>
                  </a:cubicBezTo>
                  <a:cubicBezTo>
                    <a:pt x="348890" y="273873"/>
                    <a:pt x="273490" y="349204"/>
                    <a:pt x="180836" y="349204"/>
                  </a:cubicBezTo>
                  <a:close/>
                </a:path>
              </a:pathLst>
            </a:custGeom>
            <a:solidFill>
              <a:srgbClr val="26890D"/>
            </a:solidFill>
            <a:ln w="6390" cap="flat">
              <a:noFill/>
              <a:prstDash val="solid"/>
              <a:miter/>
            </a:ln>
          </p:spPr>
          <p:txBody>
            <a:bodyPr rtlCol="0" anchor="ctr"/>
            <a:lstStyle/>
            <a:p>
              <a:endParaRPr lang="en-US"/>
            </a:p>
          </p:txBody>
        </p:sp>
        <p:sp>
          <p:nvSpPr>
            <p:cNvPr id="585" name="Graphic 4">
              <a:extLst>
                <a:ext uri="{FF2B5EF4-FFF2-40B4-BE49-F238E27FC236}">
                  <a16:creationId xmlns:a16="http://schemas.microsoft.com/office/drawing/2014/main" id="{78C096B1-0ABE-7B40-B79E-AE61F8BEB163}"/>
                </a:ext>
              </a:extLst>
            </p:cNvPr>
            <p:cNvSpPr/>
            <p:nvPr/>
          </p:nvSpPr>
          <p:spPr>
            <a:xfrm>
              <a:off x="6840427" y="2457357"/>
              <a:ext cx="52397" cy="52348"/>
            </a:xfrm>
            <a:custGeom>
              <a:avLst/>
              <a:gdLst>
                <a:gd name="connsiteX0" fmla="*/ 6390 w 52397"/>
                <a:gd name="connsiteY0" fmla="*/ 52349 h 52348"/>
                <a:gd name="connsiteX1" fmla="*/ 12780 w 52397"/>
                <a:gd name="connsiteY1" fmla="*/ 45965 h 52348"/>
                <a:gd name="connsiteX2" fmla="*/ 12780 w 52397"/>
                <a:gd name="connsiteY2" fmla="*/ 35750 h 52348"/>
                <a:gd name="connsiteX3" fmla="*/ 35783 w 52397"/>
                <a:gd name="connsiteY3" fmla="*/ 12768 h 52348"/>
                <a:gd name="connsiteX4" fmla="*/ 46007 w 52397"/>
                <a:gd name="connsiteY4" fmla="*/ 12768 h 52348"/>
                <a:gd name="connsiteX5" fmla="*/ 52397 w 52397"/>
                <a:gd name="connsiteY5" fmla="*/ 6384 h 52348"/>
                <a:gd name="connsiteX6" fmla="*/ 46007 w 52397"/>
                <a:gd name="connsiteY6" fmla="*/ 0 h 52348"/>
                <a:gd name="connsiteX7" fmla="*/ 35783 w 52397"/>
                <a:gd name="connsiteY7" fmla="*/ 0 h 52348"/>
                <a:gd name="connsiteX8" fmla="*/ 0 w 52397"/>
                <a:gd name="connsiteY8" fmla="*/ 35750 h 52348"/>
                <a:gd name="connsiteX9" fmla="*/ 0 w 52397"/>
                <a:gd name="connsiteY9" fmla="*/ 45965 h 52348"/>
                <a:gd name="connsiteX10" fmla="*/ 6390 w 52397"/>
                <a:gd name="connsiteY10" fmla="*/ 52349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397" h="52348">
                  <a:moveTo>
                    <a:pt x="6390" y="52349"/>
                  </a:moveTo>
                  <a:cubicBezTo>
                    <a:pt x="10224" y="52349"/>
                    <a:pt x="12780" y="49795"/>
                    <a:pt x="12780" y="45965"/>
                  </a:cubicBezTo>
                  <a:lnTo>
                    <a:pt x="12780" y="35750"/>
                  </a:lnTo>
                  <a:cubicBezTo>
                    <a:pt x="12780" y="18514"/>
                    <a:pt x="18531" y="12768"/>
                    <a:pt x="35783" y="12768"/>
                  </a:cubicBezTo>
                  <a:lnTo>
                    <a:pt x="46007" y="12768"/>
                  </a:lnTo>
                  <a:cubicBezTo>
                    <a:pt x="49842" y="12768"/>
                    <a:pt x="52397" y="10214"/>
                    <a:pt x="52397" y="6384"/>
                  </a:cubicBezTo>
                  <a:cubicBezTo>
                    <a:pt x="52397" y="2554"/>
                    <a:pt x="49842" y="0"/>
                    <a:pt x="46007" y="0"/>
                  </a:cubicBezTo>
                  <a:lnTo>
                    <a:pt x="35783" y="0"/>
                  </a:lnTo>
                  <a:cubicBezTo>
                    <a:pt x="11502" y="0"/>
                    <a:pt x="0" y="11491"/>
                    <a:pt x="0" y="35750"/>
                  </a:cubicBezTo>
                  <a:lnTo>
                    <a:pt x="0" y="45965"/>
                  </a:lnTo>
                  <a:cubicBezTo>
                    <a:pt x="0" y="49157"/>
                    <a:pt x="2556" y="52349"/>
                    <a:pt x="6390" y="52349"/>
                  </a:cubicBezTo>
                  <a:close/>
                </a:path>
              </a:pathLst>
            </a:custGeom>
            <a:solidFill>
              <a:srgbClr val="26890D"/>
            </a:solidFill>
            <a:ln w="6390" cap="flat">
              <a:noFill/>
              <a:prstDash val="solid"/>
              <a:miter/>
            </a:ln>
          </p:spPr>
          <p:txBody>
            <a:bodyPr rtlCol="0" anchor="ctr"/>
            <a:lstStyle/>
            <a:p>
              <a:endParaRPr lang="en-US"/>
            </a:p>
          </p:txBody>
        </p:sp>
        <p:sp>
          <p:nvSpPr>
            <p:cNvPr id="586" name="Graphic 4">
              <a:extLst>
                <a:ext uri="{FF2B5EF4-FFF2-40B4-BE49-F238E27FC236}">
                  <a16:creationId xmlns:a16="http://schemas.microsoft.com/office/drawing/2014/main" id="{F2BFA68E-B0FA-5646-8CC7-216B798EF0D9}"/>
                </a:ext>
              </a:extLst>
            </p:cNvPr>
            <p:cNvSpPr/>
            <p:nvPr/>
          </p:nvSpPr>
          <p:spPr>
            <a:xfrm>
              <a:off x="6840427" y="2594612"/>
              <a:ext cx="52397" cy="52348"/>
            </a:xfrm>
            <a:custGeom>
              <a:avLst/>
              <a:gdLst>
                <a:gd name="connsiteX0" fmla="*/ 46007 w 52397"/>
                <a:gd name="connsiteY0" fmla="*/ 39581 h 52348"/>
                <a:gd name="connsiteX1" fmla="*/ 35783 w 52397"/>
                <a:gd name="connsiteY1" fmla="*/ 39581 h 52348"/>
                <a:gd name="connsiteX2" fmla="*/ 12780 w 52397"/>
                <a:gd name="connsiteY2" fmla="*/ 16598 h 52348"/>
                <a:gd name="connsiteX3" fmla="*/ 12780 w 52397"/>
                <a:gd name="connsiteY3" fmla="*/ 6384 h 52348"/>
                <a:gd name="connsiteX4" fmla="*/ 6390 w 52397"/>
                <a:gd name="connsiteY4" fmla="*/ 0 h 52348"/>
                <a:gd name="connsiteX5" fmla="*/ 0 w 52397"/>
                <a:gd name="connsiteY5" fmla="*/ 6384 h 52348"/>
                <a:gd name="connsiteX6" fmla="*/ 0 w 52397"/>
                <a:gd name="connsiteY6" fmla="*/ 16598 h 52348"/>
                <a:gd name="connsiteX7" fmla="*/ 35783 w 52397"/>
                <a:gd name="connsiteY7" fmla="*/ 52349 h 52348"/>
                <a:gd name="connsiteX8" fmla="*/ 46007 w 52397"/>
                <a:gd name="connsiteY8" fmla="*/ 52349 h 52348"/>
                <a:gd name="connsiteX9" fmla="*/ 52397 w 52397"/>
                <a:gd name="connsiteY9" fmla="*/ 45965 h 52348"/>
                <a:gd name="connsiteX10" fmla="*/ 46007 w 52397"/>
                <a:gd name="connsiteY10" fmla="*/ 39581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397" h="52348">
                  <a:moveTo>
                    <a:pt x="46007" y="39581"/>
                  </a:moveTo>
                  <a:lnTo>
                    <a:pt x="35783" y="39581"/>
                  </a:lnTo>
                  <a:cubicBezTo>
                    <a:pt x="18531" y="39581"/>
                    <a:pt x="12780" y="33835"/>
                    <a:pt x="12780" y="16598"/>
                  </a:cubicBezTo>
                  <a:lnTo>
                    <a:pt x="12780" y="6384"/>
                  </a:lnTo>
                  <a:cubicBezTo>
                    <a:pt x="12780" y="2554"/>
                    <a:pt x="10224" y="0"/>
                    <a:pt x="6390" y="0"/>
                  </a:cubicBezTo>
                  <a:cubicBezTo>
                    <a:pt x="2556" y="0"/>
                    <a:pt x="0" y="2554"/>
                    <a:pt x="0" y="6384"/>
                  </a:cubicBezTo>
                  <a:lnTo>
                    <a:pt x="0" y="16598"/>
                  </a:lnTo>
                  <a:cubicBezTo>
                    <a:pt x="0" y="41496"/>
                    <a:pt x="11502" y="52349"/>
                    <a:pt x="35783" y="52349"/>
                  </a:cubicBezTo>
                  <a:lnTo>
                    <a:pt x="46007" y="52349"/>
                  </a:lnTo>
                  <a:cubicBezTo>
                    <a:pt x="49842" y="52349"/>
                    <a:pt x="52397" y="49795"/>
                    <a:pt x="52397" y="45965"/>
                  </a:cubicBezTo>
                  <a:cubicBezTo>
                    <a:pt x="52397" y="42134"/>
                    <a:pt x="49842" y="39581"/>
                    <a:pt x="46007" y="39581"/>
                  </a:cubicBezTo>
                  <a:close/>
                </a:path>
              </a:pathLst>
            </a:custGeom>
            <a:solidFill>
              <a:srgbClr val="26890D"/>
            </a:solidFill>
            <a:ln w="6390" cap="flat">
              <a:noFill/>
              <a:prstDash val="solid"/>
              <a:miter/>
            </a:ln>
          </p:spPr>
          <p:txBody>
            <a:bodyPr rtlCol="0" anchor="ctr"/>
            <a:lstStyle/>
            <a:p>
              <a:endParaRPr lang="en-US"/>
            </a:p>
          </p:txBody>
        </p:sp>
        <p:sp>
          <p:nvSpPr>
            <p:cNvPr id="587" name="Graphic 4">
              <a:extLst>
                <a:ext uri="{FF2B5EF4-FFF2-40B4-BE49-F238E27FC236}">
                  <a16:creationId xmlns:a16="http://schemas.microsoft.com/office/drawing/2014/main" id="{389642DC-AA1A-4542-9089-BCEE51A1A4D9}"/>
                </a:ext>
              </a:extLst>
            </p:cNvPr>
            <p:cNvSpPr/>
            <p:nvPr/>
          </p:nvSpPr>
          <p:spPr>
            <a:xfrm>
              <a:off x="6977811" y="2594612"/>
              <a:ext cx="52479" cy="52348"/>
            </a:xfrm>
            <a:custGeom>
              <a:avLst/>
              <a:gdLst>
                <a:gd name="connsiteX0" fmla="*/ 46647 w 52479"/>
                <a:gd name="connsiteY0" fmla="*/ 0 h 52348"/>
                <a:gd name="connsiteX1" fmla="*/ 40257 w 52479"/>
                <a:gd name="connsiteY1" fmla="*/ 6384 h 52348"/>
                <a:gd name="connsiteX2" fmla="*/ 40257 w 52479"/>
                <a:gd name="connsiteY2" fmla="*/ 16598 h 52348"/>
                <a:gd name="connsiteX3" fmla="*/ 17253 w 52479"/>
                <a:gd name="connsiteY3" fmla="*/ 39581 h 52348"/>
                <a:gd name="connsiteX4" fmla="*/ 6390 w 52479"/>
                <a:gd name="connsiteY4" fmla="*/ 39581 h 52348"/>
                <a:gd name="connsiteX5" fmla="*/ 0 w 52479"/>
                <a:gd name="connsiteY5" fmla="*/ 45965 h 52348"/>
                <a:gd name="connsiteX6" fmla="*/ 6390 w 52479"/>
                <a:gd name="connsiteY6" fmla="*/ 52349 h 52348"/>
                <a:gd name="connsiteX7" fmla="*/ 16614 w 52479"/>
                <a:gd name="connsiteY7" fmla="*/ 52349 h 52348"/>
                <a:gd name="connsiteX8" fmla="*/ 52397 w 52479"/>
                <a:gd name="connsiteY8" fmla="*/ 16598 h 52348"/>
                <a:gd name="connsiteX9" fmla="*/ 52397 w 52479"/>
                <a:gd name="connsiteY9" fmla="*/ 6384 h 52348"/>
                <a:gd name="connsiteX10" fmla="*/ 46647 w 52479"/>
                <a:gd name="connsiteY10" fmla="*/ 0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79" h="52348">
                  <a:moveTo>
                    <a:pt x="46647" y="0"/>
                  </a:moveTo>
                  <a:cubicBezTo>
                    <a:pt x="42812" y="0"/>
                    <a:pt x="40257" y="2554"/>
                    <a:pt x="40257" y="6384"/>
                  </a:cubicBezTo>
                  <a:lnTo>
                    <a:pt x="40257" y="16598"/>
                  </a:lnTo>
                  <a:cubicBezTo>
                    <a:pt x="40257" y="33835"/>
                    <a:pt x="34506" y="39581"/>
                    <a:pt x="17253" y="39581"/>
                  </a:cubicBezTo>
                  <a:lnTo>
                    <a:pt x="6390" y="39581"/>
                  </a:lnTo>
                  <a:cubicBezTo>
                    <a:pt x="2556" y="39581"/>
                    <a:pt x="0" y="42134"/>
                    <a:pt x="0" y="45965"/>
                  </a:cubicBezTo>
                  <a:cubicBezTo>
                    <a:pt x="0" y="49795"/>
                    <a:pt x="2556" y="52349"/>
                    <a:pt x="6390" y="52349"/>
                  </a:cubicBezTo>
                  <a:lnTo>
                    <a:pt x="16614" y="52349"/>
                  </a:lnTo>
                  <a:cubicBezTo>
                    <a:pt x="40896" y="52349"/>
                    <a:pt x="52397" y="40858"/>
                    <a:pt x="52397" y="16598"/>
                  </a:cubicBezTo>
                  <a:lnTo>
                    <a:pt x="52397" y="6384"/>
                  </a:lnTo>
                  <a:cubicBezTo>
                    <a:pt x="53037" y="3192"/>
                    <a:pt x="49842" y="0"/>
                    <a:pt x="46647" y="0"/>
                  </a:cubicBezTo>
                  <a:close/>
                </a:path>
              </a:pathLst>
            </a:custGeom>
            <a:solidFill>
              <a:srgbClr val="26890D"/>
            </a:solidFill>
            <a:ln w="6390" cap="flat">
              <a:noFill/>
              <a:prstDash val="solid"/>
              <a:miter/>
            </a:ln>
          </p:spPr>
          <p:txBody>
            <a:bodyPr rtlCol="0" anchor="ctr"/>
            <a:lstStyle/>
            <a:p>
              <a:endParaRPr lang="en-US"/>
            </a:p>
          </p:txBody>
        </p:sp>
        <p:sp>
          <p:nvSpPr>
            <p:cNvPr id="588" name="Graphic 4">
              <a:extLst>
                <a:ext uri="{FF2B5EF4-FFF2-40B4-BE49-F238E27FC236}">
                  <a16:creationId xmlns:a16="http://schemas.microsoft.com/office/drawing/2014/main" id="{12463FB6-8283-A84A-BE5E-CC18E03319CD}"/>
                </a:ext>
              </a:extLst>
            </p:cNvPr>
            <p:cNvSpPr/>
            <p:nvPr/>
          </p:nvSpPr>
          <p:spPr>
            <a:xfrm>
              <a:off x="6977811" y="2456719"/>
              <a:ext cx="52422" cy="52348"/>
            </a:xfrm>
            <a:custGeom>
              <a:avLst/>
              <a:gdLst>
                <a:gd name="connsiteX0" fmla="*/ 17253 w 52422"/>
                <a:gd name="connsiteY0" fmla="*/ 0 h 52348"/>
                <a:gd name="connsiteX1" fmla="*/ 6390 w 52422"/>
                <a:gd name="connsiteY1" fmla="*/ 0 h 52348"/>
                <a:gd name="connsiteX2" fmla="*/ 0 w 52422"/>
                <a:gd name="connsiteY2" fmla="*/ 6384 h 52348"/>
                <a:gd name="connsiteX3" fmla="*/ 6390 w 52422"/>
                <a:gd name="connsiteY3" fmla="*/ 12768 h 52348"/>
                <a:gd name="connsiteX4" fmla="*/ 16614 w 52422"/>
                <a:gd name="connsiteY4" fmla="*/ 12768 h 52348"/>
                <a:gd name="connsiteX5" fmla="*/ 39617 w 52422"/>
                <a:gd name="connsiteY5" fmla="*/ 35750 h 52348"/>
                <a:gd name="connsiteX6" fmla="*/ 39617 w 52422"/>
                <a:gd name="connsiteY6" fmla="*/ 45965 h 52348"/>
                <a:gd name="connsiteX7" fmla="*/ 46007 w 52422"/>
                <a:gd name="connsiteY7" fmla="*/ 52349 h 52348"/>
                <a:gd name="connsiteX8" fmla="*/ 52397 w 52422"/>
                <a:gd name="connsiteY8" fmla="*/ 45965 h 52348"/>
                <a:gd name="connsiteX9" fmla="*/ 52397 w 52422"/>
                <a:gd name="connsiteY9" fmla="*/ 35750 h 52348"/>
                <a:gd name="connsiteX10" fmla="*/ 17253 w 52422"/>
                <a:gd name="connsiteY10" fmla="*/ 0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22" h="52348">
                  <a:moveTo>
                    <a:pt x="17253" y="0"/>
                  </a:moveTo>
                  <a:lnTo>
                    <a:pt x="6390" y="0"/>
                  </a:lnTo>
                  <a:cubicBezTo>
                    <a:pt x="2556" y="0"/>
                    <a:pt x="0" y="2554"/>
                    <a:pt x="0" y="6384"/>
                  </a:cubicBezTo>
                  <a:cubicBezTo>
                    <a:pt x="0" y="10214"/>
                    <a:pt x="2556" y="12768"/>
                    <a:pt x="6390" y="12768"/>
                  </a:cubicBezTo>
                  <a:lnTo>
                    <a:pt x="16614" y="12768"/>
                  </a:lnTo>
                  <a:cubicBezTo>
                    <a:pt x="33867" y="12768"/>
                    <a:pt x="39617" y="18514"/>
                    <a:pt x="39617" y="35750"/>
                  </a:cubicBezTo>
                  <a:lnTo>
                    <a:pt x="39617" y="45965"/>
                  </a:lnTo>
                  <a:cubicBezTo>
                    <a:pt x="39617" y="49795"/>
                    <a:pt x="42173" y="52349"/>
                    <a:pt x="46007" y="52349"/>
                  </a:cubicBezTo>
                  <a:cubicBezTo>
                    <a:pt x="49842" y="52349"/>
                    <a:pt x="52397" y="49795"/>
                    <a:pt x="52397" y="45965"/>
                  </a:cubicBezTo>
                  <a:lnTo>
                    <a:pt x="52397" y="35750"/>
                  </a:lnTo>
                  <a:cubicBezTo>
                    <a:pt x="53037" y="11491"/>
                    <a:pt x="41535" y="0"/>
                    <a:pt x="17253" y="0"/>
                  </a:cubicBezTo>
                  <a:close/>
                </a:path>
              </a:pathLst>
            </a:custGeom>
            <a:solidFill>
              <a:srgbClr val="26890D"/>
            </a:solidFill>
            <a:ln w="6390" cap="flat">
              <a:noFill/>
              <a:prstDash val="solid"/>
              <a:miter/>
            </a:ln>
          </p:spPr>
          <p:txBody>
            <a:bodyPr rtlCol="0" anchor="ctr"/>
            <a:lstStyle/>
            <a:p>
              <a:endParaRPr lang="en-US"/>
            </a:p>
          </p:txBody>
        </p:sp>
        <p:sp>
          <p:nvSpPr>
            <p:cNvPr id="589" name="Graphic 4">
              <a:extLst>
                <a:ext uri="{FF2B5EF4-FFF2-40B4-BE49-F238E27FC236}">
                  <a16:creationId xmlns:a16="http://schemas.microsoft.com/office/drawing/2014/main" id="{49961801-C97A-E74C-8EC7-F66D90475DFB}"/>
                </a:ext>
              </a:extLst>
            </p:cNvPr>
            <p:cNvSpPr/>
            <p:nvPr/>
          </p:nvSpPr>
          <p:spPr>
            <a:xfrm>
              <a:off x="6906883" y="2507790"/>
              <a:ext cx="17891" cy="31281"/>
            </a:xfrm>
            <a:custGeom>
              <a:avLst/>
              <a:gdLst>
                <a:gd name="connsiteX0" fmla="*/ 6390 w 17891"/>
                <a:gd name="connsiteY0" fmla="*/ 0 h 31281"/>
                <a:gd name="connsiteX1" fmla="*/ 11501 w 17891"/>
                <a:gd name="connsiteY1" fmla="*/ 0 h 31281"/>
                <a:gd name="connsiteX2" fmla="*/ 17891 w 17891"/>
                <a:gd name="connsiteY2" fmla="*/ 6384 h 31281"/>
                <a:gd name="connsiteX3" fmla="*/ 17891 w 17891"/>
                <a:gd name="connsiteY3" fmla="*/ 24897 h 31281"/>
                <a:gd name="connsiteX4" fmla="*/ 11501 w 17891"/>
                <a:gd name="connsiteY4" fmla="*/ 31281 h 31281"/>
                <a:gd name="connsiteX5" fmla="*/ 6390 w 17891"/>
                <a:gd name="connsiteY5" fmla="*/ 31281 h 31281"/>
                <a:gd name="connsiteX6" fmla="*/ 0 w 17891"/>
                <a:gd name="connsiteY6" fmla="*/ 24897 h 31281"/>
                <a:gd name="connsiteX7" fmla="*/ 0 w 17891"/>
                <a:gd name="connsiteY7" fmla="*/ 6384 h 31281"/>
                <a:gd name="connsiteX8" fmla="*/ 6390 w 17891"/>
                <a:gd name="connsiteY8" fmla="*/ 0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891" h="31281">
                  <a:moveTo>
                    <a:pt x="6390" y="0"/>
                  </a:moveTo>
                  <a:lnTo>
                    <a:pt x="11501" y="0"/>
                  </a:lnTo>
                  <a:cubicBezTo>
                    <a:pt x="15336" y="0"/>
                    <a:pt x="17891" y="2554"/>
                    <a:pt x="17891" y="6384"/>
                  </a:cubicBezTo>
                  <a:lnTo>
                    <a:pt x="17891" y="24897"/>
                  </a:lnTo>
                  <a:cubicBezTo>
                    <a:pt x="17891" y="28728"/>
                    <a:pt x="15336" y="31281"/>
                    <a:pt x="11501" y="31281"/>
                  </a:cubicBezTo>
                  <a:lnTo>
                    <a:pt x="6390" y="31281"/>
                  </a:lnTo>
                  <a:cubicBezTo>
                    <a:pt x="2556" y="31281"/>
                    <a:pt x="0" y="28728"/>
                    <a:pt x="0" y="24897"/>
                  </a:cubicBezTo>
                  <a:lnTo>
                    <a:pt x="0" y="6384"/>
                  </a:lnTo>
                  <a:cubicBezTo>
                    <a:pt x="0" y="2554"/>
                    <a:pt x="3195" y="0"/>
                    <a:pt x="6390" y="0"/>
                  </a:cubicBezTo>
                  <a:close/>
                </a:path>
              </a:pathLst>
            </a:custGeom>
            <a:solidFill>
              <a:srgbClr val="26890D"/>
            </a:solidFill>
            <a:ln w="6390" cap="flat">
              <a:noFill/>
              <a:prstDash val="solid"/>
              <a:miter/>
            </a:ln>
          </p:spPr>
          <p:txBody>
            <a:bodyPr rtlCol="0" anchor="ctr"/>
            <a:lstStyle/>
            <a:p>
              <a:endParaRPr lang="en-US"/>
            </a:p>
          </p:txBody>
        </p:sp>
        <p:sp>
          <p:nvSpPr>
            <p:cNvPr id="590" name="Graphic 4">
              <a:extLst>
                <a:ext uri="{FF2B5EF4-FFF2-40B4-BE49-F238E27FC236}">
                  <a16:creationId xmlns:a16="http://schemas.microsoft.com/office/drawing/2014/main" id="{D006ADB8-E128-8A43-ABC1-844A9CCBD2FE}"/>
                </a:ext>
              </a:extLst>
            </p:cNvPr>
            <p:cNvSpPr/>
            <p:nvPr/>
          </p:nvSpPr>
          <p:spPr>
            <a:xfrm>
              <a:off x="6970143" y="2507790"/>
              <a:ext cx="14057" cy="31281"/>
            </a:xfrm>
            <a:custGeom>
              <a:avLst/>
              <a:gdLst>
                <a:gd name="connsiteX0" fmla="*/ 6390 w 14057"/>
                <a:gd name="connsiteY0" fmla="*/ 0 h 31281"/>
                <a:gd name="connsiteX1" fmla="*/ 7668 w 14057"/>
                <a:gd name="connsiteY1" fmla="*/ 0 h 31281"/>
                <a:gd name="connsiteX2" fmla="*/ 14058 w 14057"/>
                <a:gd name="connsiteY2" fmla="*/ 6384 h 31281"/>
                <a:gd name="connsiteX3" fmla="*/ 14058 w 14057"/>
                <a:gd name="connsiteY3" fmla="*/ 24897 h 31281"/>
                <a:gd name="connsiteX4" fmla="*/ 7668 w 14057"/>
                <a:gd name="connsiteY4" fmla="*/ 31281 h 31281"/>
                <a:gd name="connsiteX5" fmla="*/ 6390 w 14057"/>
                <a:gd name="connsiteY5" fmla="*/ 31281 h 31281"/>
                <a:gd name="connsiteX6" fmla="*/ 0 w 14057"/>
                <a:gd name="connsiteY6" fmla="*/ 24897 h 31281"/>
                <a:gd name="connsiteX7" fmla="*/ 0 w 14057"/>
                <a:gd name="connsiteY7" fmla="*/ 6384 h 31281"/>
                <a:gd name="connsiteX8" fmla="*/ 6390 w 14057"/>
                <a:gd name="connsiteY8" fmla="*/ 0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57" h="31281">
                  <a:moveTo>
                    <a:pt x="6390" y="0"/>
                  </a:moveTo>
                  <a:lnTo>
                    <a:pt x="7668" y="0"/>
                  </a:lnTo>
                  <a:cubicBezTo>
                    <a:pt x="11501" y="0"/>
                    <a:pt x="14058" y="2554"/>
                    <a:pt x="14058" y="6384"/>
                  </a:cubicBezTo>
                  <a:lnTo>
                    <a:pt x="14058" y="24897"/>
                  </a:lnTo>
                  <a:cubicBezTo>
                    <a:pt x="14058" y="28728"/>
                    <a:pt x="11501" y="31281"/>
                    <a:pt x="7668" y="31281"/>
                  </a:cubicBezTo>
                  <a:lnTo>
                    <a:pt x="6390" y="31281"/>
                  </a:lnTo>
                  <a:cubicBezTo>
                    <a:pt x="2555" y="31281"/>
                    <a:pt x="0" y="28728"/>
                    <a:pt x="0" y="24897"/>
                  </a:cubicBezTo>
                  <a:lnTo>
                    <a:pt x="0" y="6384"/>
                  </a:lnTo>
                  <a:cubicBezTo>
                    <a:pt x="0" y="2554"/>
                    <a:pt x="3195" y="0"/>
                    <a:pt x="6390" y="0"/>
                  </a:cubicBezTo>
                  <a:close/>
                </a:path>
              </a:pathLst>
            </a:custGeom>
            <a:solidFill>
              <a:srgbClr val="26890D"/>
            </a:solidFill>
            <a:ln w="6390" cap="flat">
              <a:noFill/>
              <a:prstDash val="solid"/>
              <a:miter/>
            </a:ln>
          </p:spPr>
          <p:txBody>
            <a:bodyPr rtlCol="0" anchor="ctr"/>
            <a:lstStyle/>
            <a:p>
              <a:endParaRPr lang="en-US"/>
            </a:p>
          </p:txBody>
        </p:sp>
        <p:sp>
          <p:nvSpPr>
            <p:cNvPr id="591" name="Graphic 4">
              <a:extLst>
                <a:ext uri="{FF2B5EF4-FFF2-40B4-BE49-F238E27FC236}">
                  <a16:creationId xmlns:a16="http://schemas.microsoft.com/office/drawing/2014/main" id="{8D3E703C-6E85-8544-A88E-73785B9088D4}"/>
                </a:ext>
              </a:extLst>
            </p:cNvPr>
            <p:cNvSpPr/>
            <p:nvPr/>
          </p:nvSpPr>
          <p:spPr>
            <a:xfrm>
              <a:off x="6993147" y="2507790"/>
              <a:ext cx="8946" cy="31281"/>
            </a:xfrm>
            <a:custGeom>
              <a:avLst/>
              <a:gdLst>
                <a:gd name="connsiteX0" fmla="*/ 3195 w 8946"/>
                <a:gd name="connsiteY0" fmla="*/ 0 h 31281"/>
                <a:gd name="connsiteX1" fmla="*/ 5751 w 8946"/>
                <a:gd name="connsiteY1" fmla="*/ 0 h 31281"/>
                <a:gd name="connsiteX2" fmla="*/ 8946 w 8946"/>
                <a:gd name="connsiteY2" fmla="*/ 3192 h 31281"/>
                <a:gd name="connsiteX3" fmla="*/ 8946 w 8946"/>
                <a:gd name="connsiteY3" fmla="*/ 28089 h 31281"/>
                <a:gd name="connsiteX4" fmla="*/ 5751 w 8946"/>
                <a:gd name="connsiteY4" fmla="*/ 31281 h 31281"/>
                <a:gd name="connsiteX5" fmla="*/ 3195 w 8946"/>
                <a:gd name="connsiteY5" fmla="*/ 31281 h 31281"/>
                <a:gd name="connsiteX6" fmla="*/ 0 w 8946"/>
                <a:gd name="connsiteY6" fmla="*/ 28089 h 31281"/>
                <a:gd name="connsiteX7" fmla="*/ 0 w 8946"/>
                <a:gd name="connsiteY7" fmla="*/ 3192 h 31281"/>
                <a:gd name="connsiteX8" fmla="*/ 3195 w 8946"/>
                <a:gd name="connsiteY8" fmla="*/ 0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46" h="31281">
                  <a:moveTo>
                    <a:pt x="3195" y="0"/>
                  </a:moveTo>
                  <a:lnTo>
                    <a:pt x="5751" y="0"/>
                  </a:lnTo>
                  <a:cubicBezTo>
                    <a:pt x="7668" y="0"/>
                    <a:pt x="8946" y="1277"/>
                    <a:pt x="8946" y="3192"/>
                  </a:cubicBezTo>
                  <a:lnTo>
                    <a:pt x="8946" y="28089"/>
                  </a:lnTo>
                  <a:cubicBezTo>
                    <a:pt x="8946" y="30005"/>
                    <a:pt x="7668" y="31281"/>
                    <a:pt x="5751" y="31281"/>
                  </a:cubicBezTo>
                  <a:lnTo>
                    <a:pt x="3195" y="31281"/>
                  </a:lnTo>
                  <a:cubicBezTo>
                    <a:pt x="1278" y="31281"/>
                    <a:pt x="0" y="30005"/>
                    <a:pt x="0" y="28089"/>
                  </a:cubicBezTo>
                  <a:lnTo>
                    <a:pt x="0" y="3192"/>
                  </a:lnTo>
                  <a:cubicBezTo>
                    <a:pt x="0" y="1277"/>
                    <a:pt x="1917" y="0"/>
                    <a:pt x="3195" y="0"/>
                  </a:cubicBezTo>
                  <a:close/>
                </a:path>
              </a:pathLst>
            </a:custGeom>
            <a:solidFill>
              <a:srgbClr val="26890D"/>
            </a:solidFill>
            <a:ln w="6390" cap="flat">
              <a:noFill/>
              <a:prstDash val="solid"/>
              <a:miter/>
            </a:ln>
          </p:spPr>
          <p:txBody>
            <a:bodyPr rtlCol="0" anchor="ctr"/>
            <a:lstStyle/>
            <a:p>
              <a:endParaRPr lang="en-US"/>
            </a:p>
          </p:txBody>
        </p:sp>
        <p:sp>
          <p:nvSpPr>
            <p:cNvPr id="592" name="Graphic 4">
              <a:extLst>
                <a:ext uri="{FF2B5EF4-FFF2-40B4-BE49-F238E27FC236}">
                  <a16:creationId xmlns:a16="http://schemas.microsoft.com/office/drawing/2014/main" id="{11FD939C-0EFD-9246-B26A-67EA1332F687}"/>
                </a:ext>
              </a:extLst>
            </p:cNvPr>
            <p:cNvSpPr/>
            <p:nvPr/>
          </p:nvSpPr>
          <p:spPr>
            <a:xfrm>
              <a:off x="6891547" y="2507790"/>
              <a:ext cx="7667" cy="31281"/>
            </a:xfrm>
            <a:custGeom>
              <a:avLst/>
              <a:gdLst>
                <a:gd name="connsiteX0" fmla="*/ 3195 w 7667"/>
                <a:gd name="connsiteY0" fmla="*/ 0 h 31281"/>
                <a:gd name="connsiteX1" fmla="*/ 4473 w 7667"/>
                <a:gd name="connsiteY1" fmla="*/ 0 h 31281"/>
                <a:gd name="connsiteX2" fmla="*/ 7668 w 7667"/>
                <a:gd name="connsiteY2" fmla="*/ 3192 h 31281"/>
                <a:gd name="connsiteX3" fmla="*/ 7668 w 7667"/>
                <a:gd name="connsiteY3" fmla="*/ 28089 h 31281"/>
                <a:gd name="connsiteX4" fmla="*/ 4473 w 7667"/>
                <a:gd name="connsiteY4" fmla="*/ 31281 h 31281"/>
                <a:gd name="connsiteX5" fmla="*/ 3195 w 7667"/>
                <a:gd name="connsiteY5" fmla="*/ 31281 h 31281"/>
                <a:gd name="connsiteX6" fmla="*/ 0 w 7667"/>
                <a:gd name="connsiteY6" fmla="*/ 28089 h 31281"/>
                <a:gd name="connsiteX7" fmla="*/ 0 w 7667"/>
                <a:gd name="connsiteY7" fmla="*/ 3192 h 31281"/>
                <a:gd name="connsiteX8" fmla="*/ 3195 w 7667"/>
                <a:gd name="connsiteY8" fmla="*/ 0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7" h="31281">
                  <a:moveTo>
                    <a:pt x="3195" y="0"/>
                  </a:moveTo>
                  <a:lnTo>
                    <a:pt x="4473" y="0"/>
                  </a:lnTo>
                  <a:cubicBezTo>
                    <a:pt x="6390" y="0"/>
                    <a:pt x="7668" y="1277"/>
                    <a:pt x="7668" y="3192"/>
                  </a:cubicBezTo>
                  <a:lnTo>
                    <a:pt x="7668" y="28089"/>
                  </a:lnTo>
                  <a:cubicBezTo>
                    <a:pt x="7668" y="30005"/>
                    <a:pt x="6390" y="31281"/>
                    <a:pt x="4473" y="31281"/>
                  </a:cubicBezTo>
                  <a:lnTo>
                    <a:pt x="3195" y="31281"/>
                  </a:lnTo>
                  <a:cubicBezTo>
                    <a:pt x="1278" y="31281"/>
                    <a:pt x="0" y="30005"/>
                    <a:pt x="0" y="28089"/>
                  </a:cubicBezTo>
                  <a:lnTo>
                    <a:pt x="0" y="3192"/>
                  </a:lnTo>
                  <a:cubicBezTo>
                    <a:pt x="0" y="1277"/>
                    <a:pt x="1917" y="0"/>
                    <a:pt x="3195" y="0"/>
                  </a:cubicBezTo>
                  <a:close/>
                </a:path>
              </a:pathLst>
            </a:custGeom>
            <a:solidFill>
              <a:srgbClr val="26890D"/>
            </a:solidFill>
            <a:ln w="6390" cap="flat">
              <a:noFill/>
              <a:prstDash val="solid"/>
              <a:miter/>
            </a:ln>
          </p:spPr>
          <p:txBody>
            <a:bodyPr rtlCol="0" anchor="ctr"/>
            <a:lstStyle/>
            <a:p>
              <a:endParaRPr lang="en-US"/>
            </a:p>
          </p:txBody>
        </p:sp>
        <p:sp>
          <p:nvSpPr>
            <p:cNvPr id="593" name="Graphic 4">
              <a:extLst>
                <a:ext uri="{FF2B5EF4-FFF2-40B4-BE49-F238E27FC236}">
                  <a16:creationId xmlns:a16="http://schemas.microsoft.com/office/drawing/2014/main" id="{AC44EC50-AC13-C349-A9A8-95B5EBE31E9D}"/>
                </a:ext>
              </a:extLst>
            </p:cNvPr>
            <p:cNvSpPr/>
            <p:nvPr/>
          </p:nvSpPr>
          <p:spPr>
            <a:xfrm>
              <a:off x="6868543" y="2507790"/>
              <a:ext cx="14057" cy="31281"/>
            </a:xfrm>
            <a:custGeom>
              <a:avLst/>
              <a:gdLst>
                <a:gd name="connsiteX0" fmla="*/ 6390 w 14057"/>
                <a:gd name="connsiteY0" fmla="*/ 0 h 31281"/>
                <a:gd name="connsiteX1" fmla="*/ 7668 w 14057"/>
                <a:gd name="connsiteY1" fmla="*/ 0 h 31281"/>
                <a:gd name="connsiteX2" fmla="*/ 14058 w 14057"/>
                <a:gd name="connsiteY2" fmla="*/ 6384 h 31281"/>
                <a:gd name="connsiteX3" fmla="*/ 14058 w 14057"/>
                <a:gd name="connsiteY3" fmla="*/ 24897 h 31281"/>
                <a:gd name="connsiteX4" fmla="*/ 7668 w 14057"/>
                <a:gd name="connsiteY4" fmla="*/ 31281 h 31281"/>
                <a:gd name="connsiteX5" fmla="*/ 6390 w 14057"/>
                <a:gd name="connsiteY5" fmla="*/ 31281 h 31281"/>
                <a:gd name="connsiteX6" fmla="*/ 0 w 14057"/>
                <a:gd name="connsiteY6" fmla="*/ 24897 h 31281"/>
                <a:gd name="connsiteX7" fmla="*/ 0 w 14057"/>
                <a:gd name="connsiteY7" fmla="*/ 6384 h 31281"/>
                <a:gd name="connsiteX8" fmla="*/ 6390 w 14057"/>
                <a:gd name="connsiteY8" fmla="*/ 0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57" h="31281">
                  <a:moveTo>
                    <a:pt x="6390" y="0"/>
                  </a:moveTo>
                  <a:lnTo>
                    <a:pt x="7668" y="0"/>
                  </a:lnTo>
                  <a:cubicBezTo>
                    <a:pt x="11501" y="0"/>
                    <a:pt x="14058" y="2554"/>
                    <a:pt x="14058" y="6384"/>
                  </a:cubicBezTo>
                  <a:lnTo>
                    <a:pt x="14058" y="24897"/>
                  </a:lnTo>
                  <a:cubicBezTo>
                    <a:pt x="14058" y="28728"/>
                    <a:pt x="11501" y="31281"/>
                    <a:pt x="7668" y="31281"/>
                  </a:cubicBezTo>
                  <a:lnTo>
                    <a:pt x="6390" y="31281"/>
                  </a:lnTo>
                  <a:cubicBezTo>
                    <a:pt x="2556" y="31281"/>
                    <a:pt x="0" y="28728"/>
                    <a:pt x="0" y="24897"/>
                  </a:cubicBezTo>
                  <a:lnTo>
                    <a:pt x="0" y="6384"/>
                  </a:lnTo>
                  <a:cubicBezTo>
                    <a:pt x="0" y="2554"/>
                    <a:pt x="2556" y="0"/>
                    <a:pt x="6390" y="0"/>
                  </a:cubicBezTo>
                  <a:close/>
                </a:path>
              </a:pathLst>
            </a:custGeom>
            <a:solidFill>
              <a:srgbClr val="26890D"/>
            </a:solidFill>
            <a:ln w="6390" cap="flat">
              <a:noFill/>
              <a:prstDash val="solid"/>
              <a:miter/>
            </a:ln>
          </p:spPr>
          <p:txBody>
            <a:bodyPr rtlCol="0" anchor="ctr"/>
            <a:lstStyle/>
            <a:p>
              <a:endParaRPr lang="en-US"/>
            </a:p>
          </p:txBody>
        </p:sp>
        <p:sp>
          <p:nvSpPr>
            <p:cNvPr id="594" name="Graphic 4">
              <a:extLst>
                <a:ext uri="{FF2B5EF4-FFF2-40B4-BE49-F238E27FC236}">
                  <a16:creationId xmlns:a16="http://schemas.microsoft.com/office/drawing/2014/main" id="{C4809D7B-E943-2046-A784-C3D6242C0BD4}"/>
                </a:ext>
              </a:extLst>
            </p:cNvPr>
            <p:cNvSpPr/>
            <p:nvPr/>
          </p:nvSpPr>
          <p:spPr>
            <a:xfrm>
              <a:off x="6950334" y="2507790"/>
              <a:ext cx="14058" cy="31281"/>
            </a:xfrm>
            <a:custGeom>
              <a:avLst/>
              <a:gdLst>
                <a:gd name="connsiteX0" fmla="*/ 6390 w 14058"/>
                <a:gd name="connsiteY0" fmla="*/ 0 h 31281"/>
                <a:gd name="connsiteX1" fmla="*/ 7668 w 14058"/>
                <a:gd name="connsiteY1" fmla="*/ 0 h 31281"/>
                <a:gd name="connsiteX2" fmla="*/ 14058 w 14058"/>
                <a:gd name="connsiteY2" fmla="*/ 6384 h 31281"/>
                <a:gd name="connsiteX3" fmla="*/ 14058 w 14058"/>
                <a:gd name="connsiteY3" fmla="*/ 24897 h 31281"/>
                <a:gd name="connsiteX4" fmla="*/ 7668 w 14058"/>
                <a:gd name="connsiteY4" fmla="*/ 31281 h 31281"/>
                <a:gd name="connsiteX5" fmla="*/ 6390 w 14058"/>
                <a:gd name="connsiteY5" fmla="*/ 31281 h 31281"/>
                <a:gd name="connsiteX6" fmla="*/ 0 w 14058"/>
                <a:gd name="connsiteY6" fmla="*/ 24897 h 31281"/>
                <a:gd name="connsiteX7" fmla="*/ 0 w 14058"/>
                <a:gd name="connsiteY7" fmla="*/ 6384 h 31281"/>
                <a:gd name="connsiteX8" fmla="*/ 6390 w 14058"/>
                <a:gd name="connsiteY8" fmla="*/ 0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58" h="31281">
                  <a:moveTo>
                    <a:pt x="6390" y="0"/>
                  </a:moveTo>
                  <a:lnTo>
                    <a:pt x="7668" y="0"/>
                  </a:lnTo>
                  <a:cubicBezTo>
                    <a:pt x="11502" y="0"/>
                    <a:pt x="14058" y="2554"/>
                    <a:pt x="14058" y="6384"/>
                  </a:cubicBezTo>
                  <a:lnTo>
                    <a:pt x="14058" y="24897"/>
                  </a:lnTo>
                  <a:cubicBezTo>
                    <a:pt x="14058" y="28728"/>
                    <a:pt x="11502" y="31281"/>
                    <a:pt x="7668" y="31281"/>
                  </a:cubicBezTo>
                  <a:lnTo>
                    <a:pt x="6390" y="31281"/>
                  </a:lnTo>
                  <a:cubicBezTo>
                    <a:pt x="2556" y="31281"/>
                    <a:pt x="0" y="28728"/>
                    <a:pt x="0" y="24897"/>
                  </a:cubicBezTo>
                  <a:lnTo>
                    <a:pt x="0" y="6384"/>
                  </a:lnTo>
                  <a:cubicBezTo>
                    <a:pt x="0" y="2554"/>
                    <a:pt x="2556" y="0"/>
                    <a:pt x="6390" y="0"/>
                  </a:cubicBezTo>
                  <a:close/>
                </a:path>
              </a:pathLst>
            </a:custGeom>
            <a:solidFill>
              <a:srgbClr val="26890D"/>
            </a:solidFill>
            <a:ln w="6390" cap="flat">
              <a:noFill/>
              <a:prstDash val="solid"/>
              <a:miter/>
            </a:ln>
          </p:spPr>
          <p:txBody>
            <a:bodyPr rtlCol="0" anchor="ctr"/>
            <a:lstStyle/>
            <a:p>
              <a:endParaRPr lang="en-US"/>
            </a:p>
          </p:txBody>
        </p:sp>
        <p:sp>
          <p:nvSpPr>
            <p:cNvPr id="595" name="Graphic 4">
              <a:extLst>
                <a:ext uri="{FF2B5EF4-FFF2-40B4-BE49-F238E27FC236}">
                  <a16:creationId xmlns:a16="http://schemas.microsoft.com/office/drawing/2014/main" id="{A8EF2A7F-9584-8640-8F36-F096766FFBF3}"/>
                </a:ext>
              </a:extLst>
            </p:cNvPr>
            <p:cNvSpPr/>
            <p:nvPr/>
          </p:nvSpPr>
          <p:spPr>
            <a:xfrm>
              <a:off x="6842344" y="2547371"/>
              <a:ext cx="186586" cy="8937"/>
            </a:xfrm>
            <a:custGeom>
              <a:avLst/>
              <a:gdLst>
                <a:gd name="connsiteX0" fmla="*/ 0 w 186586"/>
                <a:gd name="connsiteY0" fmla="*/ 0 h 8937"/>
                <a:gd name="connsiteX1" fmla="*/ 186586 w 186586"/>
                <a:gd name="connsiteY1" fmla="*/ 0 h 8937"/>
                <a:gd name="connsiteX2" fmla="*/ 186586 w 186586"/>
                <a:gd name="connsiteY2" fmla="*/ 8937 h 8937"/>
                <a:gd name="connsiteX3" fmla="*/ 0 w 186586"/>
                <a:gd name="connsiteY3" fmla="*/ 8937 h 8937"/>
              </a:gdLst>
              <a:ahLst/>
              <a:cxnLst>
                <a:cxn ang="0">
                  <a:pos x="connsiteX0" y="connsiteY0"/>
                </a:cxn>
                <a:cxn ang="0">
                  <a:pos x="connsiteX1" y="connsiteY1"/>
                </a:cxn>
                <a:cxn ang="0">
                  <a:pos x="connsiteX2" y="connsiteY2"/>
                </a:cxn>
                <a:cxn ang="0">
                  <a:pos x="connsiteX3" y="connsiteY3"/>
                </a:cxn>
              </a:cxnLst>
              <a:rect l="l" t="t" r="r" b="b"/>
              <a:pathLst>
                <a:path w="186586" h="8937">
                  <a:moveTo>
                    <a:pt x="0" y="0"/>
                  </a:moveTo>
                  <a:lnTo>
                    <a:pt x="186586" y="0"/>
                  </a:lnTo>
                  <a:lnTo>
                    <a:pt x="186586" y="8937"/>
                  </a:lnTo>
                  <a:lnTo>
                    <a:pt x="0" y="8937"/>
                  </a:lnTo>
                  <a:close/>
                </a:path>
              </a:pathLst>
            </a:custGeom>
            <a:solidFill>
              <a:srgbClr val="26890D"/>
            </a:solidFill>
            <a:ln w="6390" cap="flat">
              <a:noFill/>
              <a:prstDash val="solid"/>
              <a:miter/>
            </a:ln>
          </p:spPr>
          <p:txBody>
            <a:bodyPr rtlCol="0" anchor="ctr"/>
            <a:lstStyle/>
            <a:p>
              <a:endParaRPr lang="en-US"/>
            </a:p>
          </p:txBody>
        </p:sp>
        <p:sp>
          <p:nvSpPr>
            <p:cNvPr id="596" name="Graphic 4">
              <a:extLst>
                <a:ext uri="{FF2B5EF4-FFF2-40B4-BE49-F238E27FC236}">
                  <a16:creationId xmlns:a16="http://schemas.microsoft.com/office/drawing/2014/main" id="{062B3DEF-F805-BD45-8C9F-9E3698D0DC47}"/>
                </a:ext>
              </a:extLst>
            </p:cNvPr>
            <p:cNvSpPr/>
            <p:nvPr/>
          </p:nvSpPr>
          <p:spPr>
            <a:xfrm>
              <a:off x="6933720" y="2507152"/>
              <a:ext cx="6389" cy="31281"/>
            </a:xfrm>
            <a:custGeom>
              <a:avLst/>
              <a:gdLst>
                <a:gd name="connsiteX0" fmla="*/ 3195 w 6389"/>
                <a:gd name="connsiteY0" fmla="*/ 31281 h 31281"/>
                <a:gd name="connsiteX1" fmla="*/ 6390 w 6389"/>
                <a:gd name="connsiteY1" fmla="*/ 28089 h 31281"/>
                <a:gd name="connsiteX2" fmla="*/ 6390 w 6389"/>
                <a:gd name="connsiteY2" fmla="*/ 3192 h 31281"/>
                <a:gd name="connsiteX3" fmla="*/ 3195 w 6389"/>
                <a:gd name="connsiteY3" fmla="*/ 0 h 31281"/>
                <a:gd name="connsiteX4" fmla="*/ 0 w 6389"/>
                <a:gd name="connsiteY4" fmla="*/ 3192 h 31281"/>
                <a:gd name="connsiteX5" fmla="*/ 0 w 6389"/>
                <a:gd name="connsiteY5" fmla="*/ 28089 h 31281"/>
                <a:gd name="connsiteX6" fmla="*/ 3195 w 6389"/>
                <a:gd name="connsiteY6" fmla="*/ 31281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9" h="31281">
                  <a:moveTo>
                    <a:pt x="3195" y="31281"/>
                  </a:moveTo>
                  <a:cubicBezTo>
                    <a:pt x="5112" y="31281"/>
                    <a:pt x="6390" y="30005"/>
                    <a:pt x="6390" y="28089"/>
                  </a:cubicBezTo>
                  <a:lnTo>
                    <a:pt x="6390" y="3192"/>
                  </a:lnTo>
                  <a:cubicBezTo>
                    <a:pt x="6390" y="1277"/>
                    <a:pt x="5112" y="0"/>
                    <a:pt x="3195" y="0"/>
                  </a:cubicBezTo>
                  <a:cubicBezTo>
                    <a:pt x="1278" y="0"/>
                    <a:pt x="0" y="1277"/>
                    <a:pt x="0" y="3192"/>
                  </a:cubicBezTo>
                  <a:lnTo>
                    <a:pt x="0" y="28089"/>
                  </a:lnTo>
                  <a:cubicBezTo>
                    <a:pt x="0" y="30005"/>
                    <a:pt x="1278" y="31281"/>
                    <a:pt x="3195" y="31281"/>
                  </a:cubicBezTo>
                  <a:close/>
                </a:path>
              </a:pathLst>
            </a:custGeom>
            <a:solidFill>
              <a:srgbClr val="26890D"/>
            </a:solidFill>
            <a:ln w="6390" cap="flat">
              <a:noFill/>
              <a:prstDash val="solid"/>
              <a:miter/>
            </a:ln>
          </p:spPr>
          <p:txBody>
            <a:bodyPr rtlCol="0" anchor="ctr"/>
            <a:lstStyle/>
            <a:p>
              <a:endParaRPr lang="en-US"/>
            </a:p>
          </p:txBody>
        </p:sp>
        <p:sp>
          <p:nvSpPr>
            <p:cNvPr id="597" name="Graphic 4">
              <a:extLst>
                <a:ext uri="{FF2B5EF4-FFF2-40B4-BE49-F238E27FC236}">
                  <a16:creationId xmlns:a16="http://schemas.microsoft.com/office/drawing/2014/main" id="{99580AD7-BC52-F744-830B-DD781C3F86AD}"/>
                </a:ext>
              </a:extLst>
            </p:cNvPr>
            <p:cNvSpPr/>
            <p:nvPr/>
          </p:nvSpPr>
          <p:spPr>
            <a:xfrm>
              <a:off x="6906883" y="2565246"/>
              <a:ext cx="17891" cy="31281"/>
            </a:xfrm>
            <a:custGeom>
              <a:avLst/>
              <a:gdLst>
                <a:gd name="connsiteX0" fmla="*/ 6390 w 17891"/>
                <a:gd name="connsiteY0" fmla="*/ 0 h 31281"/>
                <a:gd name="connsiteX1" fmla="*/ 11501 w 17891"/>
                <a:gd name="connsiteY1" fmla="*/ 0 h 31281"/>
                <a:gd name="connsiteX2" fmla="*/ 17891 w 17891"/>
                <a:gd name="connsiteY2" fmla="*/ 6384 h 31281"/>
                <a:gd name="connsiteX3" fmla="*/ 17891 w 17891"/>
                <a:gd name="connsiteY3" fmla="*/ 24897 h 31281"/>
                <a:gd name="connsiteX4" fmla="*/ 11501 w 17891"/>
                <a:gd name="connsiteY4" fmla="*/ 31281 h 31281"/>
                <a:gd name="connsiteX5" fmla="*/ 6390 w 17891"/>
                <a:gd name="connsiteY5" fmla="*/ 31281 h 31281"/>
                <a:gd name="connsiteX6" fmla="*/ 0 w 17891"/>
                <a:gd name="connsiteY6" fmla="*/ 24897 h 31281"/>
                <a:gd name="connsiteX7" fmla="*/ 0 w 17891"/>
                <a:gd name="connsiteY7" fmla="*/ 6384 h 31281"/>
                <a:gd name="connsiteX8" fmla="*/ 6390 w 17891"/>
                <a:gd name="connsiteY8" fmla="*/ 0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891" h="31281">
                  <a:moveTo>
                    <a:pt x="6390" y="0"/>
                  </a:moveTo>
                  <a:lnTo>
                    <a:pt x="11501" y="0"/>
                  </a:lnTo>
                  <a:cubicBezTo>
                    <a:pt x="15336" y="0"/>
                    <a:pt x="17891" y="2554"/>
                    <a:pt x="17891" y="6384"/>
                  </a:cubicBezTo>
                  <a:lnTo>
                    <a:pt x="17891" y="24897"/>
                  </a:lnTo>
                  <a:cubicBezTo>
                    <a:pt x="17891" y="28728"/>
                    <a:pt x="15336" y="31281"/>
                    <a:pt x="11501" y="31281"/>
                  </a:cubicBezTo>
                  <a:lnTo>
                    <a:pt x="6390" y="31281"/>
                  </a:lnTo>
                  <a:cubicBezTo>
                    <a:pt x="2556" y="31281"/>
                    <a:pt x="0" y="28728"/>
                    <a:pt x="0" y="24897"/>
                  </a:cubicBezTo>
                  <a:lnTo>
                    <a:pt x="0" y="6384"/>
                  </a:lnTo>
                  <a:cubicBezTo>
                    <a:pt x="0" y="3192"/>
                    <a:pt x="3195" y="0"/>
                    <a:pt x="6390" y="0"/>
                  </a:cubicBezTo>
                  <a:close/>
                </a:path>
              </a:pathLst>
            </a:custGeom>
            <a:solidFill>
              <a:srgbClr val="26890D"/>
            </a:solidFill>
            <a:ln w="6390" cap="flat">
              <a:noFill/>
              <a:prstDash val="solid"/>
              <a:miter/>
            </a:ln>
          </p:spPr>
          <p:txBody>
            <a:bodyPr rtlCol="0" anchor="ctr"/>
            <a:lstStyle/>
            <a:p>
              <a:endParaRPr lang="en-US"/>
            </a:p>
          </p:txBody>
        </p:sp>
        <p:sp>
          <p:nvSpPr>
            <p:cNvPr id="598" name="Graphic 4">
              <a:extLst>
                <a:ext uri="{FF2B5EF4-FFF2-40B4-BE49-F238E27FC236}">
                  <a16:creationId xmlns:a16="http://schemas.microsoft.com/office/drawing/2014/main" id="{9874F782-E5D0-FD42-96E9-AE0E38CBEFE0}"/>
                </a:ext>
              </a:extLst>
            </p:cNvPr>
            <p:cNvSpPr/>
            <p:nvPr/>
          </p:nvSpPr>
          <p:spPr>
            <a:xfrm>
              <a:off x="6970143" y="2565246"/>
              <a:ext cx="14057" cy="31281"/>
            </a:xfrm>
            <a:custGeom>
              <a:avLst/>
              <a:gdLst>
                <a:gd name="connsiteX0" fmla="*/ 6390 w 14057"/>
                <a:gd name="connsiteY0" fmla="*/ 0 h 31281"/>
                <a:gd name="connsiteX1" fmla="*/ 7668 w 14057"/>
                <a:gd name="connsiteY1" fmla="*/ 0 h 31281"/>
                <a:gd name="connsiteX2" fmla="*/ 14058 w 14057"/>
                <a:gd name="connsiteY2" fmla="*/ 6384 h 31281"/>
                <a:gd name="connsiteX3" fmla="*/ 14058 w 14057"/>
                <a:gd name="connsiteY3" fmla="*/ 24897 h 31281"/>
                <a:gd name="connsiteX4" fmla="*/ 7668 w 14057"/>
                <a:gd name="connsiteY4" fmla="*/ 31281 h 31281"/>
                <a:gd name="connsiteX5" fmla="*/ 6390 w 14057"/>
                <a:gd name="connsiteY5" fmla="*/ 31281 h 31281"/>
                <a:gd name="connsiteX6" fmla="*/ 0 w 14057"/>
                <a:gd name="connsiteY6" fmla="*/ 24897 h 31281"/>
                <a:gd name="connsiteX7" fmla="*/ 0 w 14057"/>
                <a:gd name="connsiteY7" fmla="*/ 6384 h 31281"/>
                <a:gd name="connsiteX8" fmla="*/ 6390 w 14057"/>
                <a:gd name="connsiteY8" fmla="*/ 0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57" h="31281">
                  <a:moveTo>
                    <a:pt x="6390" y="0"/>
                  </a:moveTo>
                  <a:lnTo>
                    <a:pt x="7668" y="0"/>
                  </a:lnTo>
                  <a:cubicBezTo>
                    <a:pt x="11501" y="0"/>
                    <a:pt x="14058" y="2554"/>
                    <a:pt x="14058" y="6384"/>
                  </a:cubicBezTo>
                  <a:lnTo>
                    <a:pt x="14058" y="24897"/>
                  </a:lnTo>
                  <a:cubicBezTo>
                    <a:pt x="14058" y="28728"/>
                    <a:pt x="11501" y="31281"/>
                    <a:pt x="7668" y="31281"/>
                  </a:cubicBezTo>
                  <a:lnTo>
                    <a:pt x="6390" y="31281"/>
                  </a:lnTo>
                  <a:cubicBezTo>
                    <a:pt x="2555" y="31281"/>
                    <a:pt x="0" y="28728"/>
                    <a:pt x="0" y="24897"/>
                  </a:cubicBezTo>
                  <a:lnTo>
                    <a:pt x="0" y="6384"/>
                  </a:lnTo>
                  <a:cubicBezTo>
                    <a:pt x="0" y="3192"/>
                    <a:pt x="3195" y="0"/>
                    <a:pt x="6390" y="0"/>
                  </a:cubicBezTo>
                  <a:close/>
                </a:path>
              </a:pathLst>
            </a:custGeom>
            <a:solidFill>
              <a:srgbClr val="26890D"/>
            </a:solidFill>
            <a:ln w="6390" cap="flat">
              <a:noFill/>
              <a:prstDash val="solid"/>
              <a:miter/>
            </a:ln>
          </p:spPr>
          <p:txBody>
            <a:bodyPr rtlCol="0" anchor="ctr"/>
            <a:lstStyle/>
            <a:p>
              <a:endParaRPr lang="en-US"/>
            </a:p>
          </p:txBody>
        </p:sp>
        <p:sp>
          <p:nvSpPr>
            <p:cNvPr id="599" name="Graphic 4">
              <a:extLst>
                <a:ext uri="{FF2B5EF4-FFF2-40B4-BE49-F238E27FC236}">
                  <a16:creationId xmlns:a16="http://schemas.microsoft.com/office/drawing/2014/main" id="{F00D27F7-DAE4-8B4F-A7EB-B3B618B99138}"/>
                </a:ext>
              </a:extLst>
            </p:cNvPr>
            <p:cNvSpPr/>
            <p:nvPr/>
          </p:nvSpPr>
          <p:spPr>
            <a:xfrm>
              <a:off x="6993147" y="2565246"/>
              <a:ext cx="8946" cy="31281"/>
            </a:xfrm>
            <a:custGeom>
              <a:avLst/>
              <a:gdLst>
                <a:gd name="connsiteX0" fmla="*/ 3195 w 8946"/>
                <a:gd name="connsiteY0" fmla="*/ 0 h 31281"/>
                <a:gd name="connsiteX1" fmla="*/ 5751 w 8946"/>
                <a:gd name="connsiteY1" fmla="*/ 0 h 31281"/>
                <a:gd name="connsiteX2" fmla="*/ 8946 w 8946"/>
                <a:gd name="connsiteY2" fmla="*/ 3192 h 31281"/>
                <a:gd name="connsiteX3" fmla="*/ 8946 w 8946"/>
                <a:gd name="connsiteY3" fmla="*/ 28089 h 31281"/>
                <a:gd name="connsiteX4" fmla="*/ 5751 w 8946"/>
                <a:gd name="connsiteY4" fmla="*/ 31281 h 31281"/>
                <a:gd name="connsiteX5" fmla="*/ 3195 w 8946"/>
                <a:gd name="connsiteY5" fmla="*/ 31281 h 31281"/>
                <a:gd name="connsiteX6" fmla="*/ 0 w 8946"/>
                <a:gd name="connsiteY6" fmla="*/ 28089 h 31281"/>
                <a:gd name="connsiteX7" fmla="*/ 0 w 8946"/>
                <a:gd name="connsiteY7" fmla="*/ 3192 h 31281"/>
                <a:gd name="connsiteX8" fmla="*/ 3195 w 8946"/>
                <a:gd name="connsiteY8" fmla="*/ 0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46" h="31281">
                  <a:moveTo>
                    <a:pt x="3195" y="0"/>
                  </a:moveTo>
                  <a:lnTo>
                    <a:pt x="5751" y="0"/>
                  </a:lnTo>
                  <a:cubicBezTo>
                    <a:pt x="7668" y="0"/>
                    <a:pt x="8946" y="1277"/>
                    <a:pt x="8946" y="3192"/>
                  </a:cubicBezTo>
                  <a:lnTo>
                    <a:pt x="8946" y="28089"/>
                  </a:lnTo>
                  <a:cubicBezTo>
                    <a:pt x="8946" y="30005"/>
                    <a:pt x="7668" y="31281"/>
                    <a:pt x="5751" y="31281"/>
                  </a:cubicBezTo>
                  <a:lnTo>
                    <a:pt x="3195" y="31281"/>
                  </a:lnTo>
                  <a:cubicBezTo>
                    <a:pt x="1278" y="31281"/>
                    <a:pt x="0" y="30005"/>
                    <a:pt x="0" y="28089"/>
                  </a:cubicBezTo>
                  <a:lnTo>
                    <a:pt x="0" y="3192"/>
                  </a:lnTo>
                  <a:cubicBezTo>
                    <a:pt x="0" y="1915"/>
                    <a:pt x="1917" y="0"/>
                    <a:pt x="3195" y="0"/>
                  </a:cubicBezTo>
                  <a:close/>
                </a:path>
              </a:pathLst>
            </a:custGeom>
            <a:solidFill>
              <a:srgbClr val="26890D"/>
            </a:solidFill>
            <a:ln w="6390" cap="flat">
              <a:noFill/>
              <a:prstDash val="solid"/>
              <a:miter/>
            </a:ln>
          </p:spPr>
          <p:txBody>
            <a:bodyPr rtlCol="0" anchor="ctr"/>
            <a:lstStyle/>
            <a:p>
              <a:endParaRPr lang="en-US"/>
            </a:p>
          </p:txBody>
        </p:sp>
        <p:sp>
          <p:nvSpPr>
            <p:cNvPr id="600" name="Graphic 4">
              <a:extLst>
                <a:ext uri="{FF2B5EF4-FFF2-40B4-BE49-F238E27FC236}">
                  <a16:creationId xmlns:a16="http://schemas.microsoft.com/office/drawing/2014/main" id="{7CEFCE13-5D28-6842-B5CD-42EA5F84623D}"/>
                </a:ext>
              </a:extLst>
            </p:cNvPr>
            <p:cNvSpPr/>
            <p:nvPr/>
          </p:nvSpPr>
          <p:spPr>
            <a:xfrm>
              <a:off x="6891547" y="2565246"/>
              <a:ext cx="7667" cy="31281"/>
            </a:xfrm>
            <a:custGeom>
              <a:avLst/>
              <a:gdLst>
                <a:gd name="connsiteX0" fmla="*/ 3195 w 7667"/>
                <a:gd name="connsiteY0" fmla="*/ 0 h 31281"/>
                <a:gd name="connsiteX1" fmla="*/ 4473 w 7667"/>
                <a:gd name="connsiteY1" fmla="*/ 0 h 31281"/>
                <a:gd name="connsiteX2" fmla="*/ 7668 w 7667"/>
                <a:gd name="connsiteY2" fmla="*/ 3192 h 31281"/>
                <a:gd name="connsiteX3" fmla="*/ 7668 w 7667"/>
                <a:gd name="connsiteY3" fmla="*/ 28089 h 31281"/>
                <a:gd name="connsiteX4" fmla="*/ 4473 w 7667"/>
                <a:gd name="connsiteY4" fmla="*/ 31281 h 31281"/>
                <a:gd name="connsiteX5" fmla="*/ 3195 w 7667"/>
                <a:gd name="connsiteY5" fmla="*/ 31281 h 31281"/>
                <a:gd name="connsiteX6" fmla="*/ 0 w 7667"/>
                <a:gd name="connsiteY6" fmla="*/ 28089 h 31281"/>
                <a:gd name="connsiteX7" fmla="*/ 0 w 7667"/>
                <a:gd name="connsiteY7" fmla="*/ 3192 h 31281"/>
                <a:gd name="connsiteX8" fmla="*/ 3195 w 7667"/>
                <a:gd name="connsiteY8" fmla="*/ 0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7" h="31281">
                  <a:moveTo>
                    <a:pt x="3195" y="0"/>
                  </a:moveTo>
                  <a:lnTo>
                    <a:pt x="4473" y="0"/>
                  </a:lnTo>
                  <a:cubicBezTo>
                    <a:pt x="6390" y="0"/>
                    <a:pt x="7668" y="1277"/>
                    <a:pt x="7668" y="3192"/>
                  </a:cubicBezTo>
                  <a:lnTo>
                    <a:pt x="7668" y="28089"/>
                  </a:lnTo>
                  <a:cubicBezTo>
                    <a:pt x="7668" y="30005"/>
                    <a:pt x="6390" y="31281"/>
                    <a:pt x="4473" y="31281"/>
                  </a:cubicBezTo>
                  <a:lnTo>
                    <a:pt x="3195" y="31281"/>
                  </a:lnTo>
                  <a:cubicBezTo>
                    <a:pt x="1278" y="31281"/>
                    <a:pt x="0" y="30005"/>
                    <a:pt x="0" y="28089"/>
                  </a:cubicBezTo>
                  <a:lnTo>
                    <a:pt x="0" y="3192"/>
                  </a:lnTo>
                  <a:cubicBezTo>
                    <a:pt x="0" y="1915"/>
                    <a:pt x="1917" y="0"/>
                    <a:pt x="3195" y="0"/>
                  </a:cubicBezTo>
                  <a:close/>
                </a:path>
              </a:pathLst>
            </a:custGeom>
            <a:solidFill>
              <a:srgbClr val="26890D"/>
            </a:solidFill>
            <a:ln w="6390" cap="flat">
              <a:noFill/>
              <a:prstDash val="solid"/>
              <a:miter/>
            </a:ln>
          </p:spPr>
          <p:txBody>
            <a:bodyPr rtlCol="0" anchor="ctr"/>
            <a:lstStyle/>
            <a:p>
              <a:endParaRPr lang="en-US"/>
            </a:p>
          </p:txBody>
        </p:sp>
        <p:sp>
          <p:nvSpPr>
            <p:cNvPr id="601" name="Graphic 4">
              <a:extLst>
                <a:ext uri="{FF2B5EF4-FFF2-40B4-BE49-F238E27FC236}">
                  <a16:creationId xmlns:a16="http://schemas.microsoft.com/office/drawing/2014/main" id="{55436475-B65A-7342-BB8B-9AD2B13E226E}"/>
                </a:ext>
              </a:extLst>
            </p:cNvPr>
            <p:cNvSpPr/>
            <p:nvPr/>
          </p:nvSpPr>
          <p:spPr>
            <a:xfrm>
              <a:off x="6868543" y="2565246"/>
              <a:ext cx="14057" cy="31281"/>
            </a:xfrm>
            <a:custGeom>
              <a:avLst/>
              <a:gdLst>
                <a:gd name="connsiteX0" fmla="*/ 6390 w 14057"/>
                <a:gd name="connsiteY0" fmla="*/ 0 h 31281"/>
                <a:gd name="connsiteX1" fmla="*/ 7668 w 14057"/>
                <a:gd name="connsiteY1" fmla="*/ 0 h 31281"/>
                <a:gd name="connsiteX2" fmla="*/ 14058 w 14057"/>
                <a:gd name="connsiteY2" fmla="*/ 6384 h 31281"/>
                <a:gd name="connsiteX3" fmla="*/ 14058 w 14057"/>
                <a:gd name="connsiteY3" fmla="*/ 24897 h 31281"/>
                <a:gd name="connsiteX4" fmla="*/ 7668 w 14057"/>
                <a:gd name="connsiteY4" fmla="*/ 31281 h 31281"/>
                <a:gd name="connsiteX5" fmla="*/ 6390 w 14057"/>
                <a:gd name="connsiteY5" fmla="*/ 31281 h 31281"/>
                <a:gd name="connsiteX6" fmla="*/ 0 w 14057"/>
                <a:gd name="connsiteY6" fmla="*/ 24897 h 31281"/>
                <a:gd name="connsiteX7" fmla="*/ 0 w 14057"/>
                <a:gd name="connsiteY7" fmla="*/ 6384 h 31281"/>
                <a:gd name="connsiteX8" fmla="*/ 6390 w 14057"/>
                <a:gd name="connsiteY8" fmla="*/ 0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57" h="31281">
                  <a:moveTo>
                    <a:pt x="6390" y="0"/>
                  </a:moveTo>
                  <a:lnTo>
                    <a:pt x="7668" y="0"/>
                  </a:lnTo>
                  <a:cubicBezTo>
                    <a:pt x="11501" y="0"/>
                    <a:pt x="14058" y="2554"/>
                    <a:pt x="14058" y="6384"/>
                  </a:cubicBezTo>
                  <a:lnTo>
                    <a:pt x="14058" y="24897"/>
                  </a:lnTo>
                  <a:cubicBezTo>
                    <a:pt x="14058" y="28728"/>
                    <a:pt x="11501" y="31281"/>
                    <a:pt x="7668" y="31281"/>
                  </a:cubicBezTo>
                  <a:lnTo>
                    <a:pt x="6390" y="31281"/>
                  </a:lnTo>
                  <a:cubicBezTo>
                    <a:pt x="2556" y="31281"/>
                    <a:pt x="0" y="28728"/>
                    <a:pt x="0" y="24897"/>
                  </a:cubicBezTo>
                  <a:lnTo>
                    <a:pt x="0" y="6384"/>
                  </a:lnTo>
                  <a:cubicBezTo>
                    <a:pt x="0" y="3192"/>
                    <a:pt x="2556" y="0"/>
                    <a:pt x="6390" y="0"/>
                  </a:cubicBezTo>
                  <a:close/>
                </a:path>
              </a:pathLst>
            </a:custGeom>
            <a:solidFill>
              <a:srgbClr val="26890D"/>
            </a:solidFill>
            <a:ln w="6390" cap="flat">
              <a:noFill/>
              <a:prstDash val="solid"/>
              <a:miter/>
            </a:ln>
          </p:spPr>
          <p:txBody>
            <a:bodyPr rtlCol="0" anchor="ctr"/>
            <a:lstStyle/>
            <a:p>
              <a:endParaRPr lang="en-US"/>
            </a:p>
          </p:txBody>
        </p:sp>
        <p:sp>
          <p:nvSpPr>
            <p:cNvPr id="602" name="Graphic 4">
              <a:extLst>
                <a:ext uri="{FF2B5EF4-FFF2-40B4-BE49-F238E27FC236}">
                  <a16:creationId xmlns:a16="http://schemas.microsoft.com/office/drawing/2014/main" id="{B71A1F23-F606-1C41-B7DB-1BD7A109D811}"/>
                </a:ext>
              </a:extLst>
            </p:cNvPr>
            <p:cNvSpPr/>
            <p:nvPr/>
          </p:nvSpPr>
          <p:spPr>
            <a:xfrm>
              <a:off x="6950334" y="2565246"/>
              <a:ext cx="14058" cy="31281"/>
            </a:xfrm>
            <a:custGeom>
              <a:avLst/>
              <a:gdLst>
                <a:gd name="connsiteX0" fmla="*/ 6390 w 14058"/>
                <a:gd name="connsiteY0" fmla="*/ 0 h 31281"/>
                <a:gd name="connsiteX1" fmla="*/ 7668 w 14058"/>
                <a:gd name="connsiteY1" fmla="*/ 0 h 31281"/>
                <a:gd name="connsiteX2" fmla="*/ 14058 w 14058"/>
                <a:gd name="connsiteY2" fmla="*/ 6384 h 31281"/>
                <a:gd name="connsiteX3" fmla="*/ 14058 w 14058"/>
                <a:gd name="connsiteY3" fmla="*/ 24897 h 31281"/>
                <a:gd name="connsiteX4" fmla="*/ 7668 w 14058"/>
                <a:gd name="connsiteY4" fmla="*/ 31281 h 31281"/>
                <a:gd name="connsiteX5" fmla="*/ 6390 w 14058"/>
                <a:gd name="connsiteY5" fmla="*/ 31281 h 31281"/>
                <a:gd name="connsiteX6" fmla="*/ 0 w 14058"/>
                <a:gd name="connsiteY6" fmla="*/ 24897 h 31281"/>
                <a:gd name="connsiteX7" fmla="*/ 0 w 14058"/>
                <a:gd name="connsiteY7" fmla="*/ 6384 h 31281"/>
                <a:gd name="connsiteX8" fmla="*/ 6390 w 14058"/>
                <a:gd name="connsiteY8" fmla="*/ 0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58" h="31281">
                  <a:moveTo>
                    <a:pt x="6390" y="0"/>
                  </a:moveTo>
                  <a:lnTo>
                    <a:pt x="7668" y="0"/>
                  </a:lnTo>
                  <a:cubicBezTo>
                    <a:pt x="11502" y="0"/>
                    <a:pt x="14058" y="2554"/>
                    <a:pt x="14058" y="6384"/>
                  </a:cubicBezTo>
                  <a:lnTo>
                    <a:pt x="14058" y="24897"/>
                  </a:lnTo>
                  <a:cubicBezTo>
                    <a:pt x="14058" y="28728"/>
                    <a:pt x="11502" y="31281"/>
                    <a:pt x="7668" y="31281"/>
                  </a:cubicBezTo>
                  <a:lnTo>
                    <a:pt x="6390" y="31281"/>
                  </a:lnTo>
                  <a:cubicBezTo>
                    <a:pt x="2556" y="31281"/>
                    <a:pt x="0" y="28728"/>
                    <a:pt x="0" y="24897"/>
                  </a:cubicBezTo>
                  <a:lnTo>
                    <a:pt x="0" y="6384"/>
                  </a:lnTo>
                  <a:cubicBezTo>
                    <a:pt x="0" y="3192"/>
                    <a:pt x="2556" y="0"/>
                    <a:pt x="6390" y="0"/>
                  </a:cubicBezTo>
                  <a:close/>
                </a:path>
              </a:pathLst>
            </a:custGeom>
            <a:solidFill>
              <a:srgbClr val="26890D"/>
            </a:solidFill>
            <a:ln w="6390" cap="flat">
              <a:noFill/>
              <a:prstDash val="solid"/>
              <a:miter/>
            </a:ln>
          </p:spPr>
          <p:txBody>
            <a:bodyPr rtlCol="0" anchor="ctr"/>
            <a:lstStyle/>
            <a:p>
              <a:endParaRPr lang="en-US"/>
            </a:p>
          </p:txBody>
        </p:sp>
        <p:sp>
          <p:nvSpPr>
            <p:cNvPr id="603" name="Graphic 4">
              <a:extLst>
                <a:ext uri="{FF2B5EF4-FFF2-40B4-BE49-F238E27FC236}">
                  <a16:creationId xmlns:a16="http://schemas.microsoft.com/office/drawing/2014/main" id="{7BBF1663-BCB9-4C4E-85C0-559DA2D765D8}"/>
                </a:ext>
              </a:extLst>
            </p:cNvPr>
            <p:cNvSpPr/>
            <p:nvPr/>
          </p:nvSpPr>
          <p:spPr>
            <a:xfrm>
              <a:off x="6933720" y="2565246"/>
              <a:ext cx="6389" cy="31281"/>
            </a:xfrm>
            <a:custGeom>
              <a:avLst/>
              <a:gdLst>
                <a:gd name="connsiteX0" fmla="*/ 3195 w 6389"/>
                <a:gd name="connsiteY0" fmla="*/ 0 h 31281"/>
                <a:gd name="connsiteX1" fmla="*/ 0 w 6389"/>
                <a:gd name="connsiteY1" fmla="*/ 3192 h 31281"/>
                <a:gd name="connsiteX2" fmla="*/ 0 w 6389"/>
                <a:gd name="connsiteY2" fmla="*/ 28089 h 31281"/>
                <a:gd name="connsiteX3" fmla="*/ 3195 w 6389"/>
                <a:gd name="connsiteY3" fmla="*/ 31281 h 31281"/>
                <a:gd name="connsiteX4" fmla="*/ 6390 w 6389"/>
                <a:gd name="connsiteY4" fmla="*/ 28089 h 31281"/>
                <a:gd name="connsiteX5" fmla="*/ 6390 w 6389"/>
                <a:gd name="connsiteY5" fmla="*/ 3192 h 31281"/>
                <a:gd name="connsiteX6" fmla="*/ 3195 w 6389"/>
                <a:gd name="connsiteY6" fmla="*/ 0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9" h="31281">
                  <a:moveTo>
                    <a:pt x="3195" y="0"/>
                  </a:moveTo>
                  <a:cubicBezTo>
                    <a:pt x="1278" y="0"/>
                    <a:pt x="0" y="1277"/>
                    <a:pt x="0" y="3192"/>
                  </a:cubicBezTo>
                  <a:lnTo>
                    <a:pt x="0" y="28089"/>
                  </a:lnTo>
                  <a:cubicBezTo>
                    <a:pt x="0" y="30005"/>
                    <a:pt x="1278" y="31281"/>
                    <a:pt x="3195" y="31281"/>
                  </a:cubicBezTo>
                  <a:cubicBezTo>
                    <a:pt x="5112" y="31281"/>
                    <a:pt x="6390" y="30005"/>
                    <a:pt x="6390" y="28089"/>
                  </a:cubicBezTo>
                  <a:lnTo>
                    <a:pt x="6390" y="3192"/>
                  </a:lnTo>
                  <a:cubicBezTo>
                    <a:pt x="6390" y="1915"/>
                    <a:pt x="4473" y="0"/>
                    <a:pt x="3195" y="0"/>
                  </a:cubicBezTo>
                  <a:close/>
                </a:path>
              </a:pathLst>
            </a:custGeom>
            <a:solidFill>
              <a:srgbClr val="26890D"/>
            </a:solidFill>
            <a:ln w="6390" cap="flat">
              <a:noFill/>
              <a:prstDash val="solid"/>
              <a:miter/>
            </a:ln>
          </p:spPr>
          <p:txBody>
            <a:bodyPr rtlCol="0" anchor="ctr"/>
            <a:lstStyle/>
            <a:p>
              <a:endParaRPr lang="en-US"/>
            </a:p>
          </p:txBody>
        </p:sp>
      </p:grpSp>
      <p:grpSp>
        <p:nvGrpSpPr>
          <p:cNvPr id="610" name="Graphic 4">
            <a:extLst>
              <a:ext uri="{FF2B5EF4-FFF2-40B4-BE49-F238E27FC236}">
                <a16:creationId xmlns:a16="http://schemas.microsoft.com/office/drawing/2014/main" id="{0F9BD9A5-A2AF-FF44-81C4-FD0C3332F2AA}"/>
              </a:ext>
            </a:extLst>
          </p:cNvPr>
          <p:cNvGrpSpPr/>
          <p:nvPr/>
        </p:nvGrpSpPr>
        <p:grpSpPr>
          <a:xfrm>
            <a:off x="6146480" y="918179"/>
            <a:ext cx="362309" cy="361971"/>
            <a:chOff x="6146480" y="918179"/>
            <a:chExt cx="362309" cy="361971"/>
          </a:xfrm>
          <a:solidFill>
            <a:srgbClr val="26890D"/>
          </a:solidFill>
        </p:grpSpPr>
        <p:sp>
          <p:nvSpPr>
            <p:cNvPr id="611" name="Graphic 4">
              <a:extLst>
                <a:ext uri="{FF2B5EF4-FFF2-40B4-BE49-F238E27FC236}">
                  <a16:creationId xmlns:a16="http://schemas.microsoft.com/office/drawing/2014/main" id="{EDAC4875-BC7A-1E4D-9A65-88A6012C8481}"/>
                </a:ext>
              </a:extLst>
            </p:cNvPr>
            <p:cNvSpPr/>
            <p:nvPr/>
          </p:nvSpPr>
          <p:spPr>
            <a:xfrm>
              <a:off x="6258304" y="1155025"/>
              <a:ext cx="11501" cy="11491"/>
            </a:xfrm>
            <a:custGeom>
              <a:avLst/>
              <a:gdLst>
                <a:gd name="connsiteX0" fmla="*/ 5751 w 11501"/>
                <a:gd name="connsiteY0" fmla="*/ 11491 h 11491"/>
                <a:gd name="connsiteX1" fmla="*/ 11502 w 11501"/>
                <a:gd name="connsiteY1" fmla="*/ 5746 h 11491"/>
                <a:gd name="connsiteX2" fmla="*/ 5751 w 11501"/>
                <a:gd name="connsiteY2" fmla="*/ 0 h 11491"/>
                <a:gd name="connsiteX3" fmla="*/ 0 w 11501"/>
                <a:gd name="connsiteY3" fmla="*/ 5746 h 11491"/>
                <a:gd name="connsiteX4" fmla="*/ 0 w 11501"/>
                <a:gd name="connsiteY4" fmla="*/ 5746 h 11491"/>
                <a:gd name="connsiteX5" fmla="*/ 5751 w 11501"/>
                <a:gd name="connsiteY5" fmla="*/ 11491 h 11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01" h="11491">
                  <a:moveTo>
                    <a:pt x="5751" y="11491"/>
                  </a:moveTo>
                  <a:cubicBezTo>
                    <a:pt x="8946" y="11491"/>
                    <a:pt x="11502" y="8938"/>
                    <a:pt x="11502" y="5746"/>
                  </a:cubicBezTo>
                  <a:cubicBezTo>
                    <a:pt x="11502" y="2554"/>
                    <a:pt x="8946" y="0"/>
                    <a:pt x="5751" y="0"/>
                  </a:cubicBezTo>
                  <a:cubicBezTo>
                    <a:pt x="2556" y="0"/>
                    <a:pt x="0" y="2554"/>
                    <a:pt x="0" y="5746"/>
                  </a:cubicBezTo>
                  <a:cubicBezTo>
                    <a:pt x="0" y="5746"/>
                    <a:pt x="0" y="5746"/>
                    <a:pt x="0" y="5746"/>
                  </a:cubicBezTo>
                  <a:cubicBezTo>
                    <a:pt x="0" y="8299"/>
                    <a:pt x="2556" y="11491"/>
                    <a:pt x="5751" y="11491"/>
                  </a:cubicBezTo>
                  <a:close/>
                </a:path>
              </a:pathLst>
            </a:custGeom>
            <a:solidFill>
              <a:srgbClr val="26890D"/>
            </a:solidFill>
            <a:ln w="6390" cap="flat">
              <a:noFill/>
              <a:prstDash val="solid"/>
              <a:miter/>
            </a:ln>
          </p:spPr>
          <p:txBody>
            <a:bodyPr rtlCol="0" anchor="ctr"/>
            <a:lstStyle/>
            <a:p>
              <a:endParaRPr lang="en-US"/>
            </a:p>
          </p:txBody>
        </p:sp>
        <p:sp>
          <p:nvSpPr>
            <p:cNvPr id="612" name="Graphic 4">
              <a:extLst>
                <a:ext uri="{FF2B5EF4-FFF2-40B4-BE49-F238E27FC236}">
                  <a16:creationId xmlns:a16="http://schemas.microsoft.com/office/drawing/2014/main" id="{AD1A220E-9A2E-DC4C-A75E-3C7E8F3113CC}"/>
                </a:ext>
              </a:extLst>
            </p:cNvPr>
            <p:cNvSpPr/>
            <p:nvPr/>
          </p:nvSpPr>
          <p:spPr>
            <a:xfrm>
              <a:off x="6258304" y="1031814"/>
              <a:ext cx="11501" cy="11491"/>
            </a:xfrm>
            <a:custGeom>
              <a:avLst/>
              <a:gdLst>
                <a:gd name="connsiteX0" fmla="*/ 5751 w 11501"/>
                <a:gd name="connsiteY0" fmla="*/ 11491 h 11491"/>
                <a:gd name="connsiteX1" fmla="*/ 11502 w 11501"/>
                <a:gd name="connsiteY1" fmla="*/ 5746 h 11491"/>
                <a:gd name="connsiteX2" fmla="*/ 5751 w 11501"/>
                <a:gd name="connsiteY2" fmla="*/ 0 h 11491"/>
                <a:gd name="connsiteX3" fmla="*/ 0 w 11501"/>
                <a:gd name="connsiteY3" fmla="*/ 5746 h 11491"/>
                <a:gd name="connsiteX4" fmla="*/ 0 w 11501"/>
                <a:gd name="connsiteY4" fmla="*/ 5746 h 11491"/>
                <a:gd name="connsiteX5" fmla="*/ 5751 w 11501"/>
                <a:gd name="connsiteY5" fmla="*/ 11491 h 11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01" h="11491">
                  <a:moveTo>
                    <a:pt x="5751" y="11491"/>
                  </a:moveTo>
                  <a:cubicBezTo>
                    <a:pt x="8946" y="11491"/>
                    <a:pt x="11502" y="8938"/>
                    <a:pt x="11502" y="5746"/>
                  </a:cubicBezTo>
                  <a:cubicBezTo>
                    <a:pt x="11502" y="2554"/>
                    <a:pt x="8946" y="0"/>
                    <a:pt x="5751" y="0"/>
                  </a:cubicBezTo>
                  <a:cubicBezTo>
                    <a:pt x="2556" y="0"/>
                    <a:pt x="0" y="2554"/>
                    <a:pt x="0" y="5746"/>
                  </a:cubicBezTo>
                  <a:lnTo>
                    <a:pt x="0" y="5746"/>
                  </a:lnTo>
                  <a:cubicBezTo>
                    <a:pt x="0" y="8938"/>
                    <a:pt x="2556" y="11491"/>
                    <a:pt x="5751" y="11491"/>
                  </a:cubicBezTo>
                  <a:close/>
                </a:path>
              </a:pathLst>
            </a:custGeom>
            <a:solidFill>
              <a:srgbClr val="26890D"/>
            </a:solidFill>
            <a:ln w="6390" cap="flat">
              <a:noFill/>
              <a:prstDash val="solid"/>
              <a:miter/>
            </a:ln>
          </p:spPr>
          <p:txBody>
            <a:bodyPr rtlCol="0" anchor="ctr"/>
            <a:lstStyle/>
            <a:p>
              <a:endParaRPr lang="en-US"/>
            </a:p>
          </p:txBody>
        </p:sp>
        <p:sp>
          <p:nvSpPr>
            <p:cNvPr id="613" name="Graphic 4">
              <a:extLst>
                <a:ext uri="{FF2B5EF4-FFF2-40B4-BE49-F238E27FC236}">
                  <a16:creationId xmlns:a16="http://schemas.microsoft.com/office/drawing/2014/main" id="{45B8A2F0-8AA8-E140-AD4A-435E12705F96}"/>
                </a:ext>
              </a:extLst>
            </p:cNvPr>
            <p:cNvSpPr/>
            <p:nvPr/>
          </p:nvSpPr>
          <p:spPr>
            <a:xfrm>
              <a:off x="6270445" y="1124381"/>
              <a:ext cx="30054" cy="45964"/>
            </a:xfrm>
            <a:custGeom>
              <a:avLst/>
              <a:gdLst>
                <a:gd name="connsiteX0" fmla="*/ 0 w 30054"/>
                <a:gd name="connsiteY0" fmla="*/ 0 h 45964"/>
                <a:gd name="connsiteX1" fmla="*/ 0 w 30054"/>
                <a:gd name="connsiteY1" fmla="*/ 18514 h 45964"/>
                <a:gd name="connsiteX2" fmla="*/ 12141 w 30054"/>
                <a:gd name="connsiteY2" fmla="*/ 35750 h 45964"/>
                <a:gd name="connsiteX3" fmla="*/ 12141 w 30054"/>
                <a:gd name="connsiteY3" fmla="*/ 36389 h 45964"/>
                <a:gd name="connsiteX4" fmla="*/ 28755 w 30054"/>
                <a:gd name="connsiteY4" fmla="*/ 45965 h 45964"/>
                <a:gd name="connsiteX5" fmla="*/ 30033 w 30054"/>
                <a:gd name="connsiteY5" fmla="*/ 35750 h 45964"/>
                <a:gd name="connsiteX6" fmla="*/ 0 w 30054"/>
                <a:gd name="connsiteY6" fmla="*/ 0 h 45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54" h="45964">
                  <a:moveTo>
                    <a:pt x="0" y="0"/>
                  </a:moveTo>
                  <a:lnTo>
                    <a:pt x="0" y="18514"/>
                  </a:lnTo>
                  <a:cubicBezTo>
                    <a:pt x="7668" y="21067"/>
                    <a:pt x="12141" y="28089"/>
                    <a:pt x="12141" y="35750"/>
                  </a:cubicBezTo>
                  <a:cubicBezTo>
                    <a:pt x="12141" y="35750"/>
                    <a:pt x="12141" y="36389"/>
                    <a:pt x="12141" y="36389"/>
                  </a:cubicBezTo>
                  <a:lnTo>
                    <a:pt x="28755" y="45965"/>
                  </a:lnTo>
                  <a:cubicBezTo>
                    <a:pt x="30033" y="42773"/>
                    <a:pt x="30033" y="38942"/>
                    <a:pt x="30033" y="35750"/>
                  </a:cubicBezTo>
                  <a:cubicBezTo>
                    <a:pt x="30672" y="17875"/>
                    <a:pt x="17253" y="2554"/>
                    <a:pt x="0" y="0"/>
                  </a:cubicBezTo>
                  <a:close/>
                </a:path>
              </a:pathLst>
            </a:custGeom>
            <a:solidFill>
              <a:srgbClr val="26890D"/>
            </a:solidFill>
            <a:ln w="6390" cap="flat">
              <a:noFill/>
              <a:prstDash val="solid"/>
              <a:miter/>
            </a:ln>
          </p:spPr>
          <p:txBody>
            <a:bodyPr rtlCol="0" anchor="ctr"/>
            <a:lstStyle/>
            <a:p>
              <a:endParaRPr lang="en-US"/>
            </a:p>
          </p:txBody>
        </p:sp>
        <p:sp>
          <p:nvSpPr>
            <p:cNvPr id="614" name="Graphic 4">
              <a:extLst>
                <a:ext uri="{FF2B5EF4-FFF2-40B4-BE49-F238E27FC236}">
                  <a16:creationId xmlns:a16="http://schemas.microsoft.com/office/drawing/2014/main" id="{2F2B839C-EEEE-D24F-98EB-65E3D01922CF}"/>
                </a:ext>
              </a:extLst>
            </p:cNvPr>
            <p:cNvSpPr/>
            <p:nvPr/>
          </p:nvSpPr>
          <p:spPr>
            <a:xfrm>
              <a:off x="6269806" y="1001171"/>
              <a:ext cx="30671" cy="46603"/>
            </a:xfrm>
            <a:custGeom>
              <a:avLst/>
              <a:gdLst>
                <a:gd name="connsiteX0" fmla="*/ 639 w 30671"/>
                <a:gd name="connsiteY0" fmla="*/ 19152 h 46603"/>
                <a:gd name="connsiteX1" fmla="*/ 12780 w 30671"/>
                <a:gd name="connsiteY1" fmla="*/ 36389 h 46603"/>
                <a:gd name="connsiteX2" fmla="*/ 12780 w 30671"/>
                <a:gd name="connsiteY2" fmla="*/ 37027 h 46603"/>
                <a:gd name="connsiteX3" fmla="*/ 29394 w 30671"/>
                <a:gd name="connsiteY3" fmla="*/ 46603 h 46603"/>
                <a:gd name="connsiteX4" fmla="*/ 30672 w 30671"/>
                <a:gd name="connsiteY4" fmla="*/ 36389 h 46603"/>
                <a:gd name="connsiteX5" fmla="*/ 0 w 30671"/>
                <a:gd name="connsiteY5" fmla="*/ 0 h 46603"/>
                <a:gd name="connsiteX6" fmla="*/ 639 w 30671"/>
                <a:gd name="connsiteY6" fmla="*/ 19152 h 46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671" h="46603">
                  <a:moveTo>
                    <a:pt x="639" y="19152"/>
                  </a:moveTo>
                  <a:cubicBezTo>
                    <a:pt x="8307" y="21706"/>
                    <a:pt x="12780" y="28728"/>
                    <a:pt x="12780" y="36389"/>
                  </a:cubicBezTo>
                  <a:cubicBezTo>
                    <a:pt x="12780" y="37027"/>
                    <a:pt x="12780" y="37027"/>
                    <a:pt x="12780" y="37027"/>
                  </a:cubicBezTo>
                  <a:lnTo>
                    <a:pt x="29394" y="46603"/>
                  </a:lnTo>
                  <a:cubicBezTo>
                    <a:pt x="30672" y="43411"/>
                    <a:pt x="30672" y="39581"/>
                    <a:pt x="30672" y="36389"/>
                  </a:cubicBezTo>
                  <a:cubicBezTo>
                    <a:pt x="30672" y="18514"/>
                    <a:pt x="17892" y="3192"/>
                    <a:pt x="0" y="0"/>
                  </a:cubicBezTo>
                  <a:lnTo>
                    <a:pt x="639" y="19152"/>
                  </a:lnTo>
                  <a:close/>
                </a:path>
              </a:pathLst>
            </a:custGeom>
            <a:solidFill>
              <a:srgbClr val="26890D"/>
            </a:solidFill>
            <a:ln w="6390" cap="flat">
              <a:noFill/>
              <a:prstDash val="solid"/>
              <a:miter/>
            </a:ln>
          </p:spPr>
          <p:txBody>
            <a:bodyPr rtlCol="0" anchor="ctr"/>
            <a:lstStyle/>
            <a:p>
              <a:endParaRPr lang="en-US"/>
            </a:p>
          </p:txBody>
        </p:sp>
        <p:sp>
          <p:nvSpPr>
            <p:cNvPr id="615" name="Graphic 4">
              <a:extLst>
                <a:ext uri="{FF2B5EF4-FFF2-40B4-BE49-F238E27FC236}">
                  <a16:creationId xmlns:a16="http://schemas.microsoft.com/office/drawing/2014/main" id="{EF18B94B-2CEC-AF41-A23F-C8A551840A40}"/>
                </a:ext>
              </a:extLst>
            </p:cNvPr>
            <p:cNvSpPr/>
            <p:nvPr/>
          </p:nvSpPr>
          <p:spPr>
            <a:xfrm>
              <a:off x="6234022" y="1050327"/>
              <a:ext cx="59426" cy="23738"/>
            </a:xfrm>
            <a:custGeom>
              <a:avLst/>
              <a:gdLst>
                <a:gd name="connsiteX0" fmla="*/ 59427 w 59426"/>
                <a:gd name="connsiteY0" fmla="*/ 8938 h 23738"/>
                <a:gd name="connsiteX1" fmla="*/ 43452 w 59426"/>
                <a:gd name="connsiteY1" fmla="*/ 0 h 23738"/>
                <a:gd name="connsiteX2" fmla="*/ 17253 w 59426"/>
                <a:gd name="connsiteY2" fmla="*/ 1277 h 23738"/>
                <a:gd name="connsiteX3" fmla="*/ 15975 w 59426"/>
                <a:gd name="connsiteY3" fmla="*/ 0 h 23738"/>
                <a:gd name="connsiteX4" fmla="*/ 0 w 59426"/>
                <a:gd name="connsiteY4" fmla="*/ 8938 h 23738"/>
                <a:gd name="connsiteX5" fmla="*/ 51119 w 59426"/>
                <a:gd name="connsiteY5" fmla="*/ 16598 h 23738"/>
                <a:gd name="connsiteX6" fmla="*/ 59427 w 59426"/>
                <a:gd name="connsiteY6" fmla="*/ 8938 h 23738"/>
                <a:gd name="connsiteX7" fmla="*/ 59427 w 59426"/>
                <a:gd name="connsiteY7" fmla="*/ 8938 h 23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426" h="23738">
                  <a:moveTo>
                    <a:pt x="59427" y="8938"/>
                  </a:moveTo>
                  <a:lnTo>
                    <a:pt x="43452" y="0"/>
                  </a:lnTo>
                  <a:cubicBezTo>
                    <a:pt x="36423" y="7661"/>
                    <a:pt x="24921" y="7661"/>
                    <a:pt x="17253" y="1277"/>
                  </a:cubicBezTo>
                  <a:cubicBezTo>
                    <a:pt x="16614" y="638"/>
                    <a:pt x="16614" y="638"/>
                    <a:pt x="15975" y="0"/>
                  </a:cubicBezTo>
                  <a:lnTo>
                    <a:pt x="0" y="8938"/>
                  </a:lnTo>
                  <a:cubicBezTo>
                    <a:pt x="12141" y="24898"/>
                    <a:pt x="35145" y="28728"/>
                    <a:pt x="51119" y="16598"/>
                  </a:cubicBezTo>
                  <a:cubicBezTo>
                    <a:pt x="54954" y="14683"/>
                    <a:pt x="57509" y="12130"/>
                    <a:pt x="59427" y="8938"/>
                  </a:cubicBezTo>
                  <a:lnTo>
                    <a:pt x="59427" y="8938"/>
                  </a:lnTo>
                  <a:close/>
                </a:path>
              </a:pathLst>
            </a:custGeom>
            <a:solidFill>
              <a:srgbClr val="26890D"/>
            </a:solidFill>
            <a:ln w="6390" cap="flat">
              <a:noFill/>
              <a:prstDash val="solid"/>
              <a:miter/>
            </a:ln>
          </p:spPr>
          <p:txBody>
            <a:bodyPr rtlCol="0" anchor="ctr"/>
            <a:lstStyle/>
            <a:p>
              <a:endParaRPr lang="en-US"/>
            </a:p>
          </p:txBody>
        </p:sp>
        <p:sp>
          <p:nvSpPr>
            <p:cNvPr id="616" name="Graphic 4">
              <a:extLst>
                <a:ext uri="{FF2B5EF4-FFF2-40B4-BE49-F238E27FC236}">
                  <a16:creationId xmlns:a16="http://schemas.microsoft.com/office/drawing/2014/main" id="{02B19273-6258-7C42-B7AE-9429206AC4C2}"/>
                </a:ext>
              </a:extLst>
            </p:cNvPr>
            <p:cNvSpPr/>
            <p:nvPr/>
          </p:nvSpPr>
          <p:spPr>
            <a:xfrm>
              <a:off x="6226993" y="1002447"/>
              <a:ext cx="30671" cy="46603"/>
            </a:xfrm>
            <a:custGeom>
              <a:avLst/>
              <a:gdLst>
                <a:gd name="connsiteX0" fmla="*/ 18531 w 30671"/>
                <a:gd name="connsiteY0" fmla="*/ 36389 h 46603"/>
                <a:gd name="connsiteX1" fmla="*/ 18531 w 30671"/>
                <a:gd name="connsiteY1" fmla="*/ 35750 h 46603"/>
                <a:gd name="connsiteX2" fmla="*/ 30672 w 30671"/>
                <a:gd name="connsiteY2" fmla="*/ 18514 h 46603"/>
                <a:gd name="connsiteX3" fmla="*/ 30672 w 30671"/>
                <a:gd name="connsiteY3" fmla="*/ 0 h 46603"/>
                <a:gd name="connsiteX4" fmla="*/ 0 w 30671"/>
                <a:gd name="connsiteY4" fmla="*/ 36389 h 46603"/>
                <a:gd name="connsiteX5" fmla="*/ 1278 w 30671"/>
                <a:gd name="connsiteY5" fmla="*/ 46603 h 46603"/>
                <a:gd name="connsiteX6" fmla="*/ 18531 w 30671"/>
                <a:gd name="connsiteY6" fmla="*/ 36389 h 46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671" h="46603">
                  <a:moveTo>
                    <a:pt x="18531" y="36389"/>
                  </a:moveTo>
                  <a:cubicBezTo>
                    <a:pt x="18531" y="36389"/>
                    <a:pt x="18531" y="35750"/>
                    <a:pt x="18531" y="35750"/>
                  </a:cubicBezTo>
                  <a:cubicBezTo>
                    <a:pt x="18531" y="28090"/>
                    <a:pt x="23643" y="21067"/>
                    <a:pt x="30672" y="18514"/>
                  </a:cubicBezTo>
                  <a:lnTo>
                    <a:pt x="30672" y="0"/>
                  </a:lnTo>
                  <a:cubicBezTo>
                    <a:pt x="13419" y="3192"/>
                    <a:pt x="0" y="18514"/>
                    <a:pt x="0" y="36389"/>
                  </a:cubicBezTo>
                  <a:cubicBezTo>
                    <a:pt x="0" y="40219"/>
                    <a:pt x="639" y="43411"/>
                    <a:pt x="1278" y="46603"/>
                  </a:cubicBezTo>
                  <a:lnTo>
                    <a:pt x="18531" y="36389"/>
                  </a:lnTo>
                  <a:close/>
                </a:path>
              </a:pathLst>
            </a:custGeom>
            <a:solidFill>
              <a:srgbClr val="26890D"/>
            </a:solidFill>
            <a:ln w="6390" cap="flat">
              <a:noFill/>
              <a:prstDash val="solid"/>
              <a:miter/>
            </a:ln>
          </p:spPr>
          <p:txBody>
            <a:bodyPr rtlCol="0" anchor="ctr"/>
            <a:lstStyle/>
            <a:p>
              <a:endParaRPr lang="en-US"/>
            </a:p>
          </p:txBody>
        </p:sp>
        <p:sp>
          <p:nvSpPr>
            <p:cNvPr id="617" name="Graphic 4">
              <a:extLst>
                <a:ext uri="{FF2B5EF4-FFF2-40B4-BE49-F238E27FC236}">
                  <a16:creationId xmlns:a16="http://schemas.microsoft.com/office/drawing/2014/main" id="{26D05014-D2AA-B548-8211-8D40C1192873}"/>
                </a:ext>
              </a:extLst>
            </p:cNvPr>
            <p:cNvSpPr/>
            <p:nvPr/>
          </p:nvSpPr>
          <p:spPr>
            <a:xfrm>
              <a:off x="6354153" y="1002447"/>
              <a:ext cx="30671" cy="46603"/>
            </a:xfrm>
            <a:custGeom>
              <a:avLst/>
              <a:gdLst>
                <a:gd name="connsiteX0" fmla="*/ 18531 w 30671"/>
                <a:gd name="connsiteY0" fmla="*/ 36389 h 46603"/>
                <a:gd name="connsiteX1" fmla="*/ 18531 w 30671"/>
                <a:gd name="connsiteY1" fmla="*/ 35750 h 46603"/>
                <a:gd name="connsiteX2" fmla="*/ 30672 w 30671"/>
                <a:gd name="connsiteY2" fmla="*/ 18514 h 46603"/>
                <a:gd name="connsiteX3" fmla="*/ 30672 w 30671"/>
                <a:gd name="connsiteY3" fmla="*/ 0 h 46603"/>
                <a:gd name="connsiteX4" fmla="*/ 0 w 30671"/>
                <a:gd name="connsiteY4" fmla="*/ 36389 h 46603"/>
                <a:gd name="connsiteX5" fmla="*/ 1278 w 30671"/>
                <a:gd name="connsiteY5" fmla="*/ 46603 h 46603"/>
                <a:gd name="connsiteX6" fmla="*/ 18531 w 30671"/>
                <a:gd name="connsiteY6" fmla="*/ 36389 h 46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671" h="46603">
                  <a:moveTo>
                    <a:pt x="18531" y="36389"/>
                  </a:moveTo>
                  <a:cubicBezTo>
                    <a:pt x="18531" y="36389"/>
                    <a:pt x="18531" y="35750"/>
                    <a:pt x="18531" y="35750"/>
                  </a:cubicBezTo>
                  <a:cubicBezTo>
                    <a:pt x="18531" y="28090"/>
                    <a:pt x="23642" y="21067"/>
                    <a:pt x="30672" y="18514"/>
                  </a:cubicBezTo>
                  <a:lnTo>
                    <a:pt x="30672" y="0"/>
                  </a:lnTo>
                  <a:cubicBezTo>
                    <a:pt x="13419" y="3192"/>
                    <a:pt x="0" y="18514"/>
                    <a:pt x="0" y="36389"/>
                  </a:cubicBezTo>
                  <a:cubicBezTo>
                    <a:pt x="0" y="40219"/>
                    <a:pt x="639" y="43411"/>
                    <a:pt x="1278" y="46603"/>
                  </a:cubicBezTo>
                  <a:lnTo>
                    <a:pt x="18531" y="36389"/>
                  </a:lnTo>
                  <a:close/>
                </a:path>
              </a:pathLst>
            </a:custGeom>
            <a:solidFill>
              <a:srgbClr val="26890D"/>
            </a:solidFill>
            <a:ln w="6390" cap="flat">
              <a:noFill/>
              <a:prstDash val="solid"/>
              <a:miter/>
            </a:ln>
          </p:spPr>
          <p:txBody>
            <a:bodyPr rtlCol="0" anchor="ctr"/>
            <a:lstStyle/>
            <a:p>
              <a:endParaRPr lang="en-US"/>
            </a:p>
          </p:txBody>
        </p:sp>
        <p:sp>
          <p:nvSpPr>
            <p:cNvPr id="618" name="Graphic 4">
              <a:extLst>
                <a:ext uri="{FF2B5EF4-FFF2-40B4-BE49-F238E27FC236}">
                  <a16:creationId xmlns:a16="http://schemas.microsoft.com/office/drawing/2014/main" id="{7E170DC0-AF40-8443-813E-CC76947BCE38}"/>
                </a:ext>
              </a:extLst>
            </p:cNvPr>
            <p:cNvSpPr/>
            <p:nvPr/>
          </p:nvSpPr>
          <p:spPr>
            <a:xfrm>
              <a:off x="6385464" y="1031814"/>
              <a:ext cx="11501" cy="11491"/>
            </a:xfrm>
            <a:custGeom>
              <a:avLst/>
              <a:gdLst>
                <a:gd name="connsiteX0" fmla="*/ 5751 w 11501"/>
                <a:gd name="connsiteY0" fmla="*/ 11491 h 11491"/>
                <a:gd name="connsiteX1" fmla="*/ 11502 w 11501"/>
                <a:gd name="connsiteY1" fmla="*/ 5746 h 11491"/>
                <a:gd name="connsiteX2" fmla="*/ 5751 w 11501"/>
                <a:gd name="connsiteY2" fmla="*/ 0 h 11491"/>
                <a:gd name="connsiteX3" fmla="*/ 0 w 11501"/>
                <a:gd name="connsiteY3" fmla="*/ 5746 h 11491"/>
                <a:gd name="connsiteX4" fmla="*/ 0 w 11501"/>
                <a:gd name="connsiteY4" fmla="*/ 5746 h 11491"/>
                <a:gd name="connsiteX5" fmla="*/ 5751 w 11501"/>
                <a:gd name="connsiteY5" fmla="*/ 11491 h 11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01" h="11491">
                  <a:moveTo>
                    <a:pt x="5751" y="11491"/>
                  </a:moveTo>
                  <a:cubicBezTo>
                    <a:pt x="8946" y="11491"/>
                    <a:pt x="11502" y="8938"/>
                    <a:pt x="11502" y="5746"/>
                  </a:cubicBezTo>
                  <a:cubicBezTo>
                    <a:pt x="11502" y="2554"/>
                    <a:pt x="8946" y="0"/>
                    <a:pt x="5751" y="0"/>
                  </a:cubicBezTo>
                  <a:cubicBezTo>
                    <a:pt x="2556" y="0"/>
                    <a:pt x="0" y="2554"/>
                    <a:pt x="0" y="5746"/>
                  </a:cubicBezTo>
                  <a:lnTo>
                    <a:pt x="0" y="5746"/>
                  </a:lnTo>
                  <a:cubicBezTo>
                    <a:pt x="0" y="8938"/>
                    <a:pt x="2556" y="11491"/>
                    <a:pt x="5751" y="11491"/>
                  </a:cubicBezTo>
                  <a:close/>
                </a:path>
              </a:pathLst>
            </a:custGeom>
            <a:solidFill>
              <a:srgbClr val="26890D"/>
            </a:solidFill>
            <a:ln w="6390" cap="flat">
              <a:noFill/>
              <a:prstDash val="solid"/>
              <a:miter/>
            </a:ln>
          </p:spPr>
          <p:txBody>
            <a:bodyPr rtlCol="0" anchor="ctr"/>
            <a:lstStyle/>
            <a:p>
              <a:endParaRPr lang="en-US"/>
            </a:p>
          </p:txBody>
        </p:sp>
        <p:sp>
          <p:nvSpPr>
            <p:cNvPr id="619" name="Graphic 4">
              <a:extLst>
                <a:ext uri="{FF2B5EF4-FFF2-40B4-BE49-F238E27FC236}">
                  <a16:creationId xmlns:a16="http://schemas.microsoft.com/office/drawing/2014/main" id="{75B7D40A-B8F6-2446-898C-6D09D86B85DB}"/>
                </a:ext>
              </a:extLst>
            </p:cNvPr>
            <p:cNvSpPr/>
            <p:nvPr/>
          </p:nvSpPr>
          <p:spPr>
            <a:xfrm>
              <a:off x="6361821" y="1050327"/>
              <a:ext cx="58787" cy="23738"/>
            </a:xfrm>
            <a:custGeom>
              <a:avLst/>
              <a:gdLst>
                <a:gd name="connsiteX0" fmla="*/ 43452 w 58787"/>
                <a:gd name="connsiteY0" fmla="*/ 0 h 23738"/>
                <a:gd name="connsiteX1" fmla="*/ 17253 w 58787"/>
                <a:gd name="connsiteY1" fmla="*/ 1277 h 23738"/>
                <a:gd name="connsiteX2" fmla="*/ 15975 w 58787"/>
                <a:gd name="connsiteY2" fmla="*/ 0 h 23738"/>
                <a:gd name="connsiteX3" fmla="*/ 0 w 58787"/>
                <a:gd name="connsiteY3" fmla="*/ 8938 h 23738"/>
                <a:gd name="connsiteX4" fmla="*/ 51119 w 58787"/>
                <a:gd name="connsiteY4" fmla="*/ 16598 h 23738"/>
                <a:gd name="connsiteX5" fmla="*/ 58788 w 58787"/>
                <a:gd name="connsiteY5" fmla="*/ 8938 h 23738"/>
                <a:gd name="connsiteX6" fmla="*/ 43452 w 58787"/>
                <a:gd name="connsiteY6" fmla="*/ 0 h 23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787" h="23738">
                  <a:moveTo>
                    <a:pt x="43452" y="0"/>
                  </a:moveTo>
                  <a:cubicBezTo>
                    <a:pt x="36423" y="7661"/>
                    <a:pt x="24921" y="7661"/>
                    <a:pt x="17253" y="1277"/>
                  </a:cubicBezTo>
                  <a:cubicBezTo>
                    <a:pt x="16614" y="638"/>
                    <a:pt x="16614" y="638"/>
                    <a:pt x="15975" y="0"/>
                  </a:cubicBezTo>
                  <a:lnTo>
                    <a:pt x="0" y="8938"/>
                  </a:lnTo>
                  <a:cubicBezTo>
                    <a:pt x="12141" y="24898"/>
                    <a:pt x="35145" y="28728"/>
                    <a:pt x="51119" y="16598"/>
                  </a:cubicBezTo>
                  <a:cubicBezTo>
                    <a:pt x="54314" y="14683"/>
                    <a:pt x="56871" y="12130"/>
                    <a:pt x="58788" y="8938"/>
                  </a:cubicBezTo>
                  <a:lnTo>
                    <a:pt x="43452" y="0"/>
                  </a:lnTo>
                  <a:close/>
                </a:path>
              </a:pathLst>
            </a:custGeom>
            <a:solidFill>
              <a:srgbClr val="26890D"/>
            </a:solidFill>
            <a:ln w="6390" cap="flat">
              <a:noFill/>
              <a:prstDash val="solid"/>
              <a:miter/>
            </a:ln>
          </p:spPr>
          <p:txBody>
            <a:bodyPr rtlCol="0" anchor="ctr"/>
            <a:lstStyle/>
            <a:p>
              <a:endParaRPr lang="en-US"/>
            </a:p>
          </p:txBody>
        </p:sp>
        <p:sp>
          <p:nvSpPr>
            <p:cNvPr id="620" name="Graphic 4">
              <a:extLst>
                <a:ext uri="{FF2B5EF4-FFF2-40B4-BE49-F238E27FC236}">
                  <a16:creationId xmlns:a16="http://schemas.microsoft.com/office/drawing/2014/main" id="{A576616B-92D4-FD41-98F6-D98933168EF7}"/>
                </a:ext>
              </a:extLst>
            </p:cNvPr>
            <p:cNvSpPr/>
            <p:nvPr/>
          </p:nvSpPr>
          <p:spPr>
            <a:xfrm>
              <a:off x="6396965" y="1001171"/>
              <a:ext cx="30672" cy="46603"/>
            </a:xfrm>
            <a:custGeom>
              <a:avLst/>
              <a:gdLst>
                <a:gd name="connsiteX0" fmla="*/ 639 w 30672"/>
                <a:gd name="connsiteY0" fmla="*/ 19152 h 46603"/>
                <a:gd name="connsiteX1" fmla="*/ 12780 w 30672"/>
                <a:gd name="connsiteY1" fmla="*/ 36389 h 46603"/>
                <a:gd name="connsiteX2" fmla="*/ 12780 w 30672"/>
                <a:gd name="connsiteY2" fmla="*/ 37027 h 46603"/>
                <a:gd name="connsiteX3" fmla="*/ 29394 w 30672"/>
                <a:gd name="connsiteY3" fmla="*/ 46603 h 46603"/>
                <a:gd name="connsiteX4" fmla="*/ 30672 w 30672"/>
                <a:gd name="connsiteY4" fmla="*/ 36389 h 46603"/>
                <a:gd name="connsiteX5" fmla="*/ 0 w 30672"/>
                <a:gd name="connsiteY5" fmla="*/ 0 h 46603"/>
                <a:gd name="connsiteX6" fmla="*/ 639 w 30672"/>
                <a:gd name="connsiteY6" fmla="*/ 19152 h 46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672" h="46603">
                  <a:moveTo>
                    <a:pt x="639" y="19152"/>
                  </a:moveTo>
                  <a:cubicBezTo>
                    <a:pt x="8307" y="21706"/>
                    <a:pt x="12780" y="28728"/>
                    <a:pt x="12780" y="36389"/>
                  </a:cubicBezTo>
                  <a:cubicBezTo>
                    <a:pt x="12780" y="37027"/>
                    <a:pt x="12780" y="37027"/>
                    <a:pt x="12780" y="37027"/>
                  </a:cubicBezTo>
                  <a:lnTo>
                    <a:pt x="29394" y="46603"/>
                  </a:lnTo>
                  <a:cubicBezTo>
                    <a:pt x="30672" y="43411"/>
                    <a:pt x="30672" y="39581"/>
                    <a:pt x="30672" y="36389"/>
                  </a:cubicBezTo>
                  <a:cubicBezTo>
                    <a:pt x="30672" y="18514"/>
                    <a:pt x="17892" y="3192"/>
                    <a:pt x="0" y="0"/>
                  </a:cubicBezTo>
                  <a:lnTo>
                    <a:pt x="639" y="19152"/>
                  </a:lnTo>
                  <a:close/>
                </a:path>
              </a:pathLst>
            </a:custGeom>
            <a:solidFill>
              <a:srgbClr val="26890D"/>
            </a:solidFill>
            <a:ln w="6390" cap="flat">
              <a:noFill/>
              <a:prstDash val="solid"/>
              <a:miter/>
            </a:ln>
          </p:spPr>
          <p:txBody>
            <a:bodyPr rtlCol="0" anchor="ctr"/>
            <a:lstStyle/>
            <a:p>
              <a:endParaRPr lang="en-US"/>
            </a:p>
          </p:txBody>
        </p:sp>
        <p:sp>
          <p:nvSpPr>
            <p:cNvPr id="621" name="Graphic 4">
              <a:extLst>
                <a:ext uri="{FF2B5EF4-FFF2-40B4-BE49-F238E27FC236}">
                  <a16:creationId xmlns:a16="http://schemas.microsoft.com/office/drawing/2014/main" id="{FD6C0931-329A-5745-963E-7BC821560F2E}"/>
                </a:ext>
              </a:extLst>
            </p:cNvPr>
            <p:cNvSpPr/>
            <p:nvPr/>
          </p:nvSpPr>
          <p:spPr>
            <a:xfrm>
              <a:off x="6361821" y="1172900"/>
              <a:ext cx="58787" cy="23738"/>
            </a:xfrm>
            <a:custGeom>
              <a:avLst/>
              <a:gdLst>
                <a:gd name="connsiteX0" fmla="*/ 43452 w 58787"/>
                <a:gd name="connsiteY0" fmla="*/ 0 h 23738"/>
                <a:gd name="connsiteX1" fmla="*/ 17253 w 58787"/>
                <a:gd name="connsiteY1" fmla="*/ 1277 h 23738"/>
                <a:gd name="connsiteX2" fmla="*/ 15975 w 58787"/>
                <a:gd name="connsiteY2" fmla="*/ 0 h 23738"/>
                <a:gd name="connsiteX3" fmla="*/ 0 w 58787"/>
                <a:gd name="connsiteY3" fmla="*/ 8938 h 23738"/>
                <a:gd name="connsiteX4" fmla="*/ 51119 w 58787"/>
                <a:gd name="connsiteY4" fmla="*/ 16598 h 23738"/>
                <a:gd name="connsiteX5" fmla="*/ 58788 w 58787"/>
                <a:gd name="connsiteY5" fmla="*/ 8938 h 23738"/>
                <a:gd name="connsiteX6" fmla="*/ 43452 w 58787"/>
                <a:gd name="connsiteY6" fmla="*/ 0 h 23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787" h="23738">
                  <a:moveTo>
                    <a:pt x="43452" y="0"/>
                  </a:moveTo>
                  <a:cubicBezTo>
                    <a:pt x="36423" y="7661"/>
                    <a:pt x="24921" y="7661"/>
                    <a:pt x="17253" y="1277"/>
                  </a:cubicBezTo>
                  <a:cubicBezTo>
                    <a:pt x="16614" y="638"/>
                    <a:pt x="16614" y="638"/>
                    <a:pt x="15975" y="0"/>
                  </a:cubicBezTo>
                  <a:lnTo>
                    <a:pt x="0" y="8938"/>
                  </a:lnTo>
                  <a:cubicBezTo>
                    <a:pt x="12141" y="24897"/>
                    <a:pt x="35145" y="28728"/>
                    <a:pt x="51119" y="16598"/>
                  </a:cubicBezTo>
                  <a:cubicBezTo>
                    <a:pt x="54314" y="14683"/>
                    <a:pt x="56871" y="12130"/>
                    <a:pt x="58788" y="8938"/>
                  </a:cubicBezTo>
                  <a:lnTo>
                    <a:pt x="43452" y="0"/>
                  </a:lnTo>
                  <a:close/>
                </a:path>
              </a:pathLst>
            </a:custGeom>
            <a:solidFill>
              <a:srgbClr val="26890D"/>
            </a:solidFill>
            <a:ln w="6390" cap="flat">
              <a:noFill/>
              <a:prstDash val="solid"/>
              <a:miter/>
            </a:ln>
          </p:spPr>
          <p:txBody>
            <a:bodyPr rtlCol="0" anchor="ctr"/>
            <a:lstStyle/>
            <a:p>
              <a:endParaRPr lang="en-US"/>
            </a:p>
          </p:txBody>
        </p:sp>
        <p:sp>
          <p:nvSpPr>
            <p:cNvPr id="622" name="Graphic 4">
              <a:extLst>
                <a:ext uri="{FF2B5EF4-FFF2-40B4-BE49-F238E27FC236}">
                  <a16:creationId xmlns:a16="http://schemas.microsoft.com/office/drawing/2014/main" id="{54C69030-2359-414D-9139-E815FF7240A6}"/>
                </a:ext>
              </a:extLst>
            </p:cNvPr>
            <p:cNvSpPr/>
            <p:nvPr/>
          </p:nvSpPr>
          <p:spPr>
            <a:xfrm>
              <a:off x="6384726" y="1154926"/>
              <a:ext cx="11698" cy="11589"/>
            </a:xfrm>
            <a:custGeom>
              <a:avLst/>
              <a:gdLst>
                <a:gd name="connsiteX0" fmla="*/ 6489 w 11698"/>
                <a:gd name="connsiteY0" fmla="*/ 11590 h 11589"/>
                <a:gd name="connsiteX1" fmla="*/ 11600 w 11698"/>
                <a:gd name="connsiteY1" fmla="*/ 5206 h 11589"/>
                <a:gd name="connsiteX2" fmla="*/ 6489 w 11698"/>
                <a:gd name="connsiteY2" fmla="*/ 98 h 11589"/>
                <a:gd name="connsiteX3" fmla="*/ 99 w 11698"/>
                <a:gd name="connsiteY3" fmla="*/ 5206 h 11589"/>
                <a:gd name="connsiteX4" fmla="*/ 5211 w 11698"/>
                <a:gd name="connsiteY4" fmla="*/ 11590 h 11589"/>
                <a:gd name="connsiteX5" fmla="*/ 6489 w 11698"/>
                <a:gd name="connsiteY5" fmla="*/ 11590 h 11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98" h="11589">
                  <a:moveTo>
                    <a:pt x="6489" y="11590"/>
                  </a:moveTo>
                  <a:cubicBezTo>
                    <a:pt x="9684" y="10951"/>
                    <a:pt x="12239" y="8398"/>
                    <a:pt x="11600" y="5206"/>
                  </a:cubicBezTo>
                  <a:cubicBezTo>
                    <a:pt x="11600" y="2652"/>
                    <a:pt x="9044" y="98"/>
                    <a:pt x="6489" y="98"/>
                  </a:cubicBezTo>
                  <a:cubicBezTo>
                    <a:pt x="3294" y="-540"/>
                    <a:pt x="99" y="2014"/>
                    <a:pt x="99" y="5206"/>
                  </a:cubicBezTo>
                  <a:cubicBezTo>
                    <a:pt x="-541" y="8398"/>
                    <a:pt x="2016" y="11590"/>
                    <a:pt x="5211" y="11590"/>
                  </a:cubicBezTo>
                  <a:cubicBezTo>
                    <a:pt x="5849" y="11590"/>
                    <a:pt x="6489" y="11590"/>
                    <a:pt x="6489" y="11590"/>
                  </a:cubicBezTo>
                  <a:close/>
                </a:path>
              </a:pathLst>
            </a:custGeom>
            <a:solidFill>
              <a:srgbClr val="26890D"/>
            </a:solidFill>
            <a:ln w="6390" cap="flat">
              <a:noFill/>
              <a:prstDash val="solid"/>
              <a:miter/>
            </a:ln>
          </p:spPr>
          <p:txBody>
            <a:bodyPr rtlCol="0" anchor="ctr"/>
            <a:lstStyle/>
            <a:p>
              <a:endParaRPr lang="en-US"/>
            </a:p>
          </p:txBody>
        </p:sp>
        <p:sp>
          <p:nvSpPr>
            <p:cNvPr id="623" name="Graphic 4">
              <a:extLst>
                <a:ext uri="{FF2B5EF4-FFF2-40B4-BE49-F238E27FC236}">
                  <a16:creationId xmlns:a16="http://schemas.microsoft.com/office/drawing/2014/main" id="{07D16DCC-51FD-B841-8B14-1639C97715B2}"/>
                </a:ext>
              </a:extLst>
            </p:cNvPr>
            <p:cNvSpPr/>
            <p:nvPr/>
          </p:nvSpPr>
          <p:spPr>
            <a:xfrm>
              <a:off x="6354153" y="1124381"/>
              <a:ext cx="30671" cy="46603"/>
            </a:xfrm>
            <a:custGeom>
              <a:avLst/>
              <a:gdLst>
                <a:gd name="connsiteX0" fmla="*/ 18531 w 30671"/>
                <a:gd name="connsiteY0" fmla="*/ 35750 h 46603"/>
                <a:gd name="connsiteX1" fmla="*/ 30672 w 30671"/>
                <a:gd name="connsiteY1" fmla="*/ 18514 h 46603"/>
                <a:gd name="connsiteX2" fmla="*/ 30672 w 30671"/>
                <a:gd name="connsiteY2" fmla="*/ 0 h 46603"/>
                <a:gd name="connsiteX3" fmla="*/ 0 w 30671"/>
                <a:gd name="connsiteY3" fmla="*/ 36389 h 46603"/>
                <a:gd name="connsiteX4" fmla="*/ 1278 w 30671"/>
                <a:gd name="connsiteY4" fmla="*/ 46603 h 46603"/>
                <a:gd name="connsiteX5" fmla="*/ 17892 w 30671"/>
                <a:gd name="connsiteY5" fmla="*/ 37027 h 46603"/>
                <a:gd name="connsiteX6" fmla="*/ 18531 w 30671"/>
                <a:gd name="connsiteY6" fmla="*/ 35750 h 46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671" h="46603">
                  <a:moveTo>
                    <a:pt x="18531" y="35750"/>
                  </a:moveTo>
                  <a:cubicBezTo>
                    <a:pt x="18531" y="28089"/>
                    <a:pt x="23642" y="21067"/>
                    <a:pt x="30672" y="18514"/>
                  </a:cubicBezTo>
                  <a:lnTo>
                    <a:pt x="30672" y="0"/>
                  </a:lnTo>
                  <a:cubicBezTo>
                    <a:pt x="13419" y="3192"/>
                    <a:pt x="0" y="18514"/>
                    <a:pt x="0" y="36389"/>
                  </a:cubicBezTo>
                  <a:cubicBezTo>
                    <a:pt x="0" y="40219"/>
                    <a:pt x="639" y="43411"/>
                    <a:pt x="1278" y="46603"/>
                  </a:cubicBezTo>
                  <a:lnTo>
                    <a:pt x="17892" y="37027"/>
                  </a:lnTo>
                  <a:cubicBezTo>
                    <a:pt x="18531" y="36389"/>
                    <a:pt x="18531" y="36389"/>
                    <a:pt x="18531" y="35750"/>
                  </a:cubicBezTo>
                  <a:close/>
                </a:path>
              </a:pathLst>
            </a:custGeom>
            <a:solidFill>
              <a:srgbClr val="26890D"/>
            </a:solidFill>
            <a:ln w="6390" cap="flat">
              <a:noFill/>
              <a:prstDash val="solid"/>
              <a:miter/>
            </a:ln>
          </p:spPr>
          <p:txBody>
            <a:bodyPr rtlCol="0" anchor="ctr"/>
            <a:lstStyle/>
            <a:p>
              <a:endParaRPr lang="en-US"/>
            </a:p>
          </p:txBody>
        </p:sp>
        <p:sp>
          <p:nvSpPr>
            <p:cNvPr id="624" name="Graphic 4">
              <a:extLst>
                <a:ext uri="{FF2B5EF4-FFF2-40B4-BE49-F238E27FC236}">
                  <a16:creationId xmlns:a16="http://schemas.microsoft.com/office/drawing/2014/main" id="{6FFA6625-7798-1D4F-A3B9-D36590869DD4}"/>
                </a:ext>
              </a:extLst>
            </p:cNvPr>
            <p:cNvSpPr/>
            <p:nvPr/>
          </p:nvSpPr>
          <p:spPr>
            <a:xfrm>
              <a:off x="6396965" y="1123743"/>
              <a:ext cx="30672" cy="46603"/>
            </a:xfrm>
            <a:custGeom>
              <a:avLst/>
              <a:gdLst>
                <a:gd name="connsiteX0" fmla="*/ 639 w 30672"/>
                <a:gd name="connsiteY0" fmla="*/ 19152 h 46603"/>
                <a:gd name="connsiteX1" fmla="*/ 12780 w 30672"/>
                <a:gd name="connsiteY1" fmla="*/ 36389 h 46603"/>
                <a:gd name="connsiteX2" fmla="*/ 12780 w 30672"/>
                <a:gd name="connsiteY2" fmla="*/ 37027 h 46603"/>
                <a:gd name="connsiteX3" fmla="*/ 29394 w 30672"/>
                <a:gd name="connsiteY3" fmla="*/ 46603 h 46603"/>
                <a:gd name="connsiteX4" fmla="*/ 30672 w 30672"/>
                <a:gd name="connsiteY4" fmla="*/ 36389 h 46603"/>
                <a:gd name="connsiteX5" fmla="*/ 0 w 30672"/>
                <a:gd name="connsiteY5" fmla="*/ 0 h 46603"/>
                <a:gd name="connsiteX6" fmla="*/ 639 w 30672"/>
                <a:gd name="connsiteY6" fmla="*/ 19152 h 46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672" h="46603">
                  <a:moveTo>
                    <a:pt x="639" y="19152"/>
                  </a:moveTo>
                  <a:cubicBezTo>
                    <a:pt x="8307" y="21706"/>
                    <a:pt x="12780" y="28728"/>
                    <a:pt x="12780" y="36389"/>
                  </a:cubicBezTo>
                  <a:cubicBezTo>
                    <a:pt x="12780" y="36389"/>
                    <a:pt x="12780" y="37027"/>
                    <a:pt x="12780" y="37027"/>
                  </a:cubicBezTo>
                  <a:lnTo>
                    <a:pt x="29394" y="46603"/>
                  </a:lnTo>
                  <a:cubicBezTo>
                    <a:pt x="30672" y="43411"/>
                    <a:pt x="30672" y="39581"/>
                    <a:pt x="30672" y="36389"/>
                  </a:cubicBezTo>
                  <a:cubicBezTo>
                    <a:pt x="30672" y="18514"/>
                    <a:pt x="17892" y="3192"/>
                    <a:pt x="0" y="0"/>
                  </a:cubicBezTo>
                  <a:lnTo>
                    <a:pt x="639" y="19152"/>
                  </a:lnTo>
                  <a:close/>
                </a:path>
              </a:pathLst>
            </a:custGeom>
            <a:solidFill>
              <a:srgbClr val="26890D"/>
            </a:solidFill>
            <a:ln w="6390" cap="flat">
              <a:noFill/>
              <a:prstDash val="solid"/>
              <a:miter/>
            </a:ln>
          </p:spPr>
          <p:txBody>
            <a:bodyPr rtlCol="0" anchor="ctr"/>
            <a:lstStyle/>
            <a:p>
              <a:endParaRPr lang="en-US"/>
            </a:p>
          </p:txBody>
        </p:sp>
        <p:sp>
          <p:nvSpPr>
            <p:cNvPr id="625" name="Graphic 4">
              <a:extLst>
                <a:ext uri="{FF2B5EF4-FFF2-40B4-BE49-F238E27FC236}">
                  <a16:creationId xmlns:a16="http://schemas.microsoft.com/office/drawing/2014/main" id="{DBEDEF69-D2CC-554F-969C-C0EE8FD285EC}"/>
                </a:ext>
              </a:extLst>
            </p:cNvPr>
            <p:cNvSpPr/>
            <p:nvPr/>
          </p:nvSpPr>
          <p:spPr>
            <a:xfrm>
              <a:off x="6226993" y="1125020"/>
              <a:ext cx="30671" cy="46602"/>
            </a:xfrm>
            <a:custGeom>
              <a:avLst/>
              <a:gdLst>
                <a:gd name="connsiteX0" fmla="*/ 18531 w 30671"/>
                <a:gd name="connsiteY0" fmla="*/ 36389 h 46602"/>
                <a:gd name="connsiteX1" fmla="*/ 18531 w 30671"/>
                <a:gd name="connsiteY1" fmla="*/ 35750 h 46602"/>
                <a:gd name="connsiteX2" fmla="*/ 30672 w 30671"/>
                <a:gd name="connsiteY2" fmla="*/ 18514 h 46602"/>
                <a:gd name="connsiteX3" fmla="*/ 30672 w 30671"/>
                <a:gd name="connsiteY3" fmla="*/ 0 h 46602"/>
                <a:gd name="connsiteX4" fmla="*/ 0 w 30671"/>
                <a:gd name="connsiteY4" fmla="*/ 36389 h 46602"/>
                <a:gd name="connsiteX5" fmla="*/ 1278 w 30671"/>
                <a:gd name="connsiteY5" fmla="*/ 46603 h 46602"/>
                <a:gd name="connsiteX6" fmla="*/ 18531 w 30671"/>
                <a:gd name="connsiteY6" fmla="*/ 36389 h 4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671" h="46602">
                  <a:moveTo>
                    <a:pt x="18531" y="36389"/>
                  </a:moveTo>
                  <a:cubicBezTo>
                    <a:pt x="18531" y="35750"/>
                    <a:pt x="18531" y="35750"/>
                    <a:pt x="18531" y="35750"/>
                  </a:cubicBezTo>
                  <a:cubicBezTo>
                    <a:pt x="18531" y="28089"/>
                    <a:pt x="23643" y="21067"/>
                    <a:pt x="30672" y="18514"/>
                  </a:cubicBezTo>
                  <a:lnTo>
                    <a:pt x="30672" y="0"/>
                  </a:lnTo>
                  <a:cubicBezTo>
                    <a:pt x="13419" y="3192"/>
                    <a:pt x="0" y="18514"/>
                    <a:pt x="0" y="36389"/>
                  </a:cubicBezTo>
                  <a:cubicBezTo>
                    <a:pt x="0" y="40219"/>
                    <a:pt x="639" y="43411"/>
                    <a:pt x="1278" y="46603"/>
                  </a:cubicBezTo>
                  <a:lnTo>
                    <a:pt x="18531" y="36389"/>
                  </a:lnTo>
                  <a:close/>
                </a:path>
              </a:pathLst>
            </a:custGeom>
            <a:solidFill>
              <a:srgbClr val="26890D"/>
            </a:solidFill>
            <a:ln w="6390" cap="flat">
              <a:noFill/>
              <a:prstDash val="solid"/>
              <a:miter/>
            </a:ln>
          </p:spPr>
          <p:txBody>
            <a:bodyPr rtlCol="0" anchor="ctr"/>
            <a:lstStyle/>
            <a:p>
              <a:endParaRPr lang="en-US"/>
            </a:p>
          </p:txBody>
        </p:sp>
        <p:sp>
          <p:nvSpPr>
            <p:cNvPr id="626" name="Graphic 4">
              <a:extLst>
                <a:ext uri="{FF2B5EF4-FFF2-40B4-BE49-F238E27FC236}">
                  <a16:creationId xmlns:a16="http://schemas.microsoft.com/office/drawing/2014/main" id="{6439A469-157D-F44F-805F-DA1FC72F89E9}"/>
                </a:ext>
              </a:extLst>
            </p:cNvPr>
            <p:cNvSpPr/>
            <p:nvPr/>
          </p:nvSpPr>
          <p:spPr>
            <a:xfrm>
              <a:off x="6269806" y="1043305"/>
              <a:ext cx="115018" cy="110442"/>
            </a:xfrm>
            <a:custGeom>
              <a:avLst/>
              <a:gdLst>
                <a:gd name="connsiteX0" fmla="*/ 72206 w 115018"/>
                <a:gd name="connsiteY0" fmla="*/ 110443 h 110442"/>
                <a:gd name="connsiteX1" fmla="*/ 115019 w 115018"/>
                <a:gd name="connsiteY1" fmla="*/ 67670 h 110442"/>
                <a:gd name="connsiteX2" fmla="*/ 115019 w 115018"/>
                <a:gd name="connsiteY2" fmla="*/ 43411 h 110442"/>
                <a:gd name="connsiteX3" fmla="*/ 72206 w 115018"/>
                <a:gd name="connsiteY3" fmla="*/ 0 h 110442"/>
                <a:gd name="connsiteX4" fmla="*/ 44730 w 115018"/>
                <a:gd name="connsiteY4" fmla="*/ 0 h 110442"/>
                <a:gd name="connsiteX5" fmla="*/ 42813 w 115018"/>
                <a:gd name="connsiteY5" fmla="*/ 0 h 110442"/>
                <a:gd name="connsiteX6" fmla="*/ 0 w 115018"/>
                <a:gd name="connsiteY6" fmla="*/ 43411 h 110442"/>
                <a:gd name="connsiteX7" fmla="*/ 0 w 115018"/>
                <a:gd name="connsiteY7" fmla="*/ 67670 h 110442"/>
                <a:gd name="connsiteX8" fmla="*/ 42813 w 115018"/>
                <a:gd name="connsiteY8" fmla="*/ 110443 h 110442"/>
                <a:gd name="connsiteX9" fmla="*/ 44730 w 115018"/>
                <a:gd name="connsiteY9" fmla="*/ 109804 h 110442"/>
                <a:gd name="connsiteX10" fmla="*/ 72206 w 115018"/>
                <a:gd name="connsiteY10" fmla="*/ 110443 h 110442"/>
                <a:gd name="connsiteX11" fmla="*/ 72206 w 115018"/>
                <a:gd name="connsiteY11" fmla="*/ 110443 h 110442"/>
                <a:gd name="connsiteX12" fmla="*/ 64538 w 115018"/>
                <a:gd name="connsiteY12" fmla="*/ 69585 h 110442"/>
                <a:gd name="connsiteX13" fmla="*/ 58148 w 115018"/>
                <a:gd name="connsiteY13" fmla="*/ 75969 h 110442"/>
                <a:gd name="connsiteX14" fmla="*/ 51758 w 115018"/>
                <a:gd name="connsiteY14" fmla="*/ 69585 h 110442"/>
                <a:gd name="connsiteX15" fmla="*/ 51758 w 115018"/>
                <a:gd name="connsiteY15" fmla="*/ 42134 h 110442"/>
                <a:gd name="connsiteX16" fmla="*/ 58148 w 115018"/>
                <a:gd name="connsiteY16" fmla="*/ 35750 h 110442"/>
                <a:gd name="connsiteX17" fmla="*/ 64538 w 115018"/>
                <a:gd name="connsiteY17" fmla="*/ 42134 h 110442"/>
                <a:gd name="connsiteX18" fmla="*/ 64538 w 115018"/>
                <a:gd name="connsiteY18" fmla="*/ 69585 h 110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5018" h="110442">
                  <a:moveTo>
                    <a:pt x="72206" y="110443"/>
                  </a:moveTo>
                  <a:cubicBezTo>
                    <a:pt x="75401" y="88099"/>
                    <a:pt x="92654" y="70862"/>
                    <a:pt x="115019" y="67670"/>
                  </a:cubicBezTo>
                  <a:lnTo>
                    <a:pt x="115019" y="43411"/>
                  </a:lnTo>
                  <a:cubicBezTo>
                    <a:pt x="92654" y="40219"/>
                    <a:pt x="74762" y="22982"/>
                    <a:pt x="72206" y="0"/>
                  </a:cubicBezTo>
                  <a:lnTo>
                    <a:pt x="44730" y="0"/>
                  </a:lnTo>
                  <a:cubicBezTo>
                    <a:pt x="44090" y="0"/>
                    <a:pt x="43451" y="0"/>
                    <a:pt x="42813" y="0"/>
                  </a:cubicBezTo>
                  <a:cubicBezTo>
                    <a:pt x="40257" y="22344"/>
                    <a:pt x="22365" y="40219"/>
                    <a:pt x="0" y="43411"/>
                  </a:cubicBezTo>
                  <a:lnTo>
                    <a:pt x="0" y="67670"/>
                  </a:lnTo>
                  <a:cubicBezTo>
                    <a:pt x="22365" y="70862"/>
                    <a:pt x="40257" y="88099"/>
                    <a:pt x="42813" y="110443"/>
                  </a:cubicBezTo>
                  <a:cubicBezTo>
                    <a:pt x="43451" y="110443"/>
                    <a:pt x="44090" y="110443"/>
                    <a:pt x="44730" y="109804"/>
                  </a:cubicBezTo>
                  <a:lnTo>
                    <a:pt x="72206" y="110443"/>
                  </a:lnTo>
                  <a:lnTo>
                    <a:pt x="72206" y="110443"/>
                  </a:lnTo>
                  <a:close/>
                  <a:moveTo>
                    <a:pt x="64538" y="69585"/>
                  </a:moveTo>
                  <a:cubicBezTo>
                    <a:pt x="64538" y="73416"/>
                    <a:pt x="61982" y="75969"/>
                    <a:pt x="58148" y="75969"/>
                  </a:cubicBezTo>
                  <a:cubicBezTo>
                    <a:pt x="54314" y="75969"/>
                    <a:pt x="51758" y="73416"/>
                    <a:pt x="51758" y="69585"/>
                  </a:cubicBezTo>
                  <a:lnTo>
                    <a:pt x="51758" y="42134"/>
                  </a:lnTo>
                  <a:cubicBezTo>
                    <a:pt x="51758" y="38304"/>
                    <a:pt x="54314" y="35750"/>
                    <a:pt x="58148" y="35750"/>
                  </a:cubicBezTo>
                  <a:cubicBezTo>
                    <a:pt x="61982" y="35750"/>
                    <a:pt x="64538" y="38304"/>
                    <a:pt x="64538" y="42134"/>
                  </a:cubicBezTo>
                  <a:lnTo>
                    <a:pt x="64538" y="69585"/>
                  </a:lnTo>
                  <a:close/>
                </a:path>
              </a:pathLst>
            </a:custGeom>
            <a:solidFill>
              <a:srgbClr val="26890D"/>
            </a:solidFill>
            <a:ln w="6390" cap="flat">
              <a:noFill/>
              <a:prstDash val="solid"/>
              <a:miter/>
            </a:ln>
          </p:spPr>
          <p:txBody>
            <a:bodyPr rtlCol="0" anchor="ctr"/>
            <a:lstStyle/>
            <a:p>
              <a:endParaRPr lang="en-US"/>
            </a:p>
          </p:txBody>
        </p:sp>
        <p:sp>
          <p:nvSpPr>
            <p:cNvPr id="627" name="Graphic 4">
              <a:extLst>
                <a:ext uri="{FF2B5EF4-FFF2-40B4-BE49-F238E27FC236}">
                  <a16:creationId xmlns:a16="http://schemas.microsoft.com/office/drawing/2014/main" id="{722A380D-813E-3C42-80A4-FE610954FF44}"/>
                </a:ext>
              </a:extLst>
            </p:cNvPr>
            <p:cNvSpPr/>
            <p:nvPr/>
          </p:nvSpPr>
          <p:spPr>
            <a:xfrm>
              <a:off x="6234022" y="1172900"/>
              <a:ext cx="58787" cy="23738"/>
            </a:xfrm>
            <a:custGeom>
              <a:avLst/>
              <a:gdLst>
                <a:gd name="connsiteX0" fmla="*/ 43452 w 58787"/>
                <a:gd name="connsiteY0" fmla="*/ 0 h 23738"/>
                <a:gd name="connsiteX1" fmla="*/ 17253 w 58787"/>
                <a:gd name="connsiteY1" fmla="*/ 1277 h 23738"/>
                <a:gd name="connsiteX2" fmla="*/ 15975 w 58787"/>
                <a:gd name="connsiteY2" fmla="*/ 0 h 23738"/>
                <a:gd name="connsiteX3" fmla="*/ 0 w 58787"/>
                <a:gd name="connsiteY3" fmla="*/ 8938 h 23738"/>
                <a:gd name="connsiteX4" fmla="*/ 51119 w 58787"/>
                <a:gd name="connsiteY4" fmla="*/ 16598 h 23738"/>
                <a:gd name="connsiteX5" fmla="*/ 58788 w 58787"/>
                <a:gd name="connsiteY5" fmla="*/ 8938 h 23738"/>
                <a:gd name="connsiteX6" fmla="*/ 43452 w 58787"/>
                <a:gd name="connsiteY6" fmla="*/ 0 h 23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787" h="23738">
                  <a:moveTo>
                    <a:pt x="43452" y="0"/>
                  </a:moveTo>
                  <a:cubicBezTo>
                    <a:pt x="36423" y="7661"/>
                    <a:pt x="24921" y="7661"/>
                    <a:pt x="17253" y="1277"/>
                  </a:cubicBezTo>
                  <a:cubicBezTo>
                    <a:pt x="16614" y="638"/>
                    <a:pt x="16614" y="638"/>
                    <a:pt x="15975" y="0"/>
                  </a:cubicBezTo>
                  <a:lnTo>
                    <a:pt x="0" y="8938"/>
                  </a:lnTo>
                  <a:cubicBezTo>
                    <a:pt x="12141" y="24897"/>
                    <a:pt x="35145" y="28728"/>
                    <a:pt x="51119" y="16598"/>
                  </a:cubicBezTo>
                  <a:cubicBezTo>
                    <a:pt x="54314" y="14683"/>
                    <a:pt x="56871" y="12130"/>
                    <a:pt x="58788" y="8938"/>
                  </a:cubicBezTo>
                  <a:lnTo>
                    <a:pt x="43452" y="0"/>
                  </a:lnTo>
                  <a:close/>
                </a:path>
              </a:pathLst>
            </a:custGeom>
            <a:solidFill>
              <a:srgbClr val="26890D"/>
            </a:solidFill>
            <a:ln w="6390" cap="flat">
              <a:noFill/>
              <a:prstDash val="solid"/>
              <a:miter/>
            </a:ln>
          </p:spPr>
          <p:txBody>
            <a:bodyPr rtlCol="0" anchor="ctr"/>
            <a:lstStyle/>
            <a:p>
              <a:endParaRPr lang="en-US"/>
            </a:p>
          </p:txBody>
        </p:sp>
        <p:sp>
          <p:nvSpPr>
            <p:cNvPr id="628" name="Graphic 4">
              <a:extLst>
                <a:ext uri="{FF2B5EF4-FFF2-40B4-BE49-F238E27FC236}">
                  <a16:creationId xmlns:a16="http://schemas.microsoft.com/office/drawing/2014/main" id="{13E10129-9398-9E4C-893E-AFC9C05E1DA8}"/>
                </a:ext>
              </a:extLst>
            </p:cNvPr>
            <p:cNvSpPr/>
            <p:nvPr/>
          </p:nvSpPr>
          <p:spPr>
            <a:xfrm>
              <a:off x="6146480" y="91817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94576 w 362309"/>
                <a:gd name="connsiteY6" fmla="*/ 242591 h 361971"/>
                <a:gd name="connsiteX7" fmla="*/ 245373 w 362309"/>
                <a:gd name="connsiteY7" fmla="*/ 292386 h 361971"/>
                <a:gd name="connsiteX8" fmla="*/ 196171 w 362309"/>
                <a:gd name="connsiteY8" fmla="*/ 248975 h 361971"/>
                <a:gd name="connsiteX9" fmla="*/ 168694 w 362309"/>
                <a:gd name="connsiteY9" fmla="*/ 248975 h 361971"/>
                <a:gd name="connsiteX10" fmla="*/ 166777 w 362309"/>
                <a:gd name="connsiteY10" fmla="*/ 248337 h 361971"/>
                <a:gd name="connsiteX11" fmla="*/ 111824 w 362309"/>
                <a:gd name="connsiteY11" fmla="*/ 291110 h 361971"/>
                <a:gd name="connsiteX12" fmla="*/ 69011 w 362309"/>
                <a:gd name="connsiteY12" fmla="*/ 236207 h 361971"/>
                <a:gd name="connsiteX13" fmla="*/ 111824 w 362309"/>
                <a:gd name="connsiteY13" fmla="*/ 193435 h 361971"/>
                <a:gd name="connsiteX14" fmla="*/ 111824 w 362309"/>
                <a:gd name="connsiteY14" fmla="*/ 168537 h 361971"/>
                <a:gd name="connsiteX15" fmla="*/ 69011 w 362309"/>
                <a:gd name="connsiteY15" fmla="*/ 112996 h 361971"/>
                <a:gd name="connsiteX16" fmla="*/ 124604 w 362309"/>
                <a:gd name="connsiteY16" fmla="*/ 70224 h 361971"/>
                <a:gd name="connsiteX17" fmla="*/ 167416 w 362309"/>
                <a:gd name="connsiteY17" fmla="*/ 112996 h 361971"/>
                <a:gd name="connsiteX18" fmla="*/ 169333 w 362309"/>
                <a:gd name="connsiteY18" fmla="*/ 112358 h 361971"/>
                <a:gd name="connsiteX19" fmla="*/ 196810 w 362309"/>
                <a:gd name="connsiteY19" fmla="*/ 112358 h 361971"/>
                <a:gd name="connsiteX20" fmla="*/ 252403 w 362309"/>
                <a:gd name="connsiteY20" fmla="*/ 70224 h 361971"/>
                <a:gd name="connsiteX21" fmla="*/ 294576 w 362309"/>
                <a:gd name="connsiteY21" fmla="*/ 125764 h 361971"/>
                <a:gd name="connsiteX22" fmla="*/ 251763 w 362309"/>
                <a:gd name="connsiteY22" fmla="*/ 167899 h 361971"/>
                <a:gd name="connsiteX23" fmla="*/ 251763 w 362309"/>
                <a:gd name="connsiteY23" fmla="*/ 192158 h 361971"/>
                <a:gd name="connsiteX24" fmla="*/ 294576 w 362309"/>
                <a:gd name="connsiteY24" fmla="*/ 242591 h 361971"/>
                <a:gd name="connsiteX25" fmla="*/ 294576 w 362309"/>
                <a:gd name="connsiteY25" fmla="*/ 24259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1077"/>
                    <a:pt x="281157" y="0"/>
                    <a:pt x="181474" y="0"/>
                  </a:cubicBezTo>
                  <a:close/>
                  <a:moveTo>
                    <a:pt x="294576" y="242591"/>
                  </a:moveTo>
                  <a:cubicBezTo>
                    <a:pt x="294576" y="270042"/>
                    <a:pt x="272850" y="292386"/>
                    <a:pt x="245373" y="292386"/>
                  </a:cubicBezTo>
                  <a:cubicBezTo>
                    <a:pt x="220453" y="292386"/>
                    <a:pt x="199366" y="273873"/>
                    <a:pt x="196171" y="248975"/>
                  </a:cubicBezTo>
                  <a:lnTo>
                    <a:pt x="168694" y="248975"/>
                  </a:lnTo>
                  <a:cubicBezTo>
                    <a:pt x="168055" y="248975"/>
                    <a:pt x="167416" y="248975"/>
                    <a:pt x="166777" y="248337"/>
                  </a:cubicBezTo>
                  <a:cubicBezTo>
                    <a:pt x="163582" y="275150"/>
                    <a:pt x="138661" y="294940"/>
                    <a:pt x="111824" y="291110"/>
                  </a:cubicBezTo>
                  <a:cubicBezTo>
                    <a:pt x="84986" y="287279"/>
                    <a:pt x="65177" y="263020"/>
                    <a:pt x="69011" y="236207"/>
                  </a:cubicBezTo>
                  <a:cubicBezTo>
                    <a:pt x="71567" y="213863"/>
                    <a:pt x="89459" y="195988"/>
                    <a:pt x="111824" y="193435"/>
                  </a:cubicBezTo>
                  <a:lnTo>
                    <a:pt x="111824" y="168537"/>
                  </a:lnTo>
                  <a:cubicBezTo>
                    <a:pt x="84347" y="165345"/>
                    <a:pt x="65177" y="140448"/>
                    <a:pt x="69011" y="112996"/>
                  </a:cubicBezTo>
                  <a:cubicBezTo>
                    <a:pt x="72206" y="85545"/>
                    <a:pt x="97127" y="66393"/>
                    <a:pt x="124604" y="70224"/>
                  </a:cubicBezTo>
                  <a:cubicBezTo>
                    <a:pt x="146969" y="72777"/>
                    <a:pt x="164860" y="90653"/>
                    <a:pt x="167416" y="112996"/>
                  </a:cubicBezTo>
                  <a:cubicBezTo>
                    <a:pt x="168055" y="112996"/>
                    <a:pt x="168694" y="112358"/>
                    <a:pt x="169333" y="112358"/>
                  </a:cubicBezTo>
                  <a:lnTo>
                    <a:pt x="196810" y="112358"/>
                  </a:lnTo>
                  <a:cubicBezTo>
                    <a:pt x="200644" y="85545"/>
                    <a:pt x="225565" y="66393"/>
                    <a:pt x="252403" y="70224"/>
                  </a:cubicBezTo>
                  <a:cubicBezTo>
                    <a:pt x="279240" y="74054"/>
                    <a:pt x="298410" y="98952"/>
                    <a:pt x="294576" y="125764"/>
                  </a:cubicBezTo>
                  <a:cubicBezTo>
                    <a:pt x="291381" y="148108"/>
                    <a:pt x="274128" y="165345"/>
                    <a:pt x="251763" y="167899"/>
                  </a:cubicBezTo>
                  <a:lnTo>
                    <a:pt x="251763" y="192158"/>
                  </a:lnTo>
                  <a:cubicBezTo>
                    <a:pt x="276045" y="195988"/>
                    <a:pt x="294576" y="217055"/>
                    <a:pt x="294576" y="242591"/>
                  </a:cubicBezTo>
                  <a:lnTo>
                    <a:pt x="294576" y="242591"/>
                  </a:lnTo>
                  <a:close/>
                </a:path>
              </a:pathLst>
            </a:custGeom>
            <a:solidFill>
              <a:srgbClr val="26890D"/>
            </a:solidFill>
            <a:ln w="6390" cap="flat">
              <a:noFill/>
              <a:prstDash val="solid"/>
              <a:miter/>
            </a:ln>
          </p:spPr>
          <p:txBody>
            <a:bodyPr rtlCol="0" anchor="ctr"/>
            <a:lstStyle/>
            <a:p>
              <a:endParaRPr lang="en-US"/>
            </a:p>
          </p:txBody>
        </p:sp>
      </p:grpSp>
      <p:sp>
        <p:nvSpPr>
          <p:cNvPr id="629" name="Graphic 4">
            <a:extLst>
              <a:ext uri="{FF2B5EF4-FFF2-40B4-BE49-F238E27FC236}">
                <a16:creationId xmlns:a16="http://schemas.microsoft.com/office/drawing/2014/main" id="{7648C763-DDF4-2743-A3C3-AEED53A3114E}"/>
              </a:ext>
            </a:extLst>
          </p:cNvPr>
          <p:cNvSpPr/>
          <p:nvPr/>
        </p:nvSpPr>
        <p:spPr>
          <a:xfrm>
            <a:off x="6146480" y="14027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214063 w 362309"/>
              <a:gd name="connsiteY7" fmla="*/ 163430 h 361971"/>
              <a:gd name="connsiteX8" fmla="*/ 222370 w 362309"/>
              <a:gd name="connsiteY8" fmla="*/ 167260 h 361971"/>
              <a:gd name="connsiteX9" fmla="*/ 224287 w 362309"/>
              <a:gd name="connsiteY9" fmla="*/ 173644 h 361971"/>
              <a:gd name="connsiteX10" fmla="*/ 219814 w 362309"/>
              <a:gd name="connsiteY10" fmla="*/ 181305 h 361971"/>
              <a:gd name="connsiteX11" fmla="*/ 217897 w 362309"/>
              <a:gd name="connsiteY11" fmla="*/ 181305 h 361971"/>
              <a:gd name="connsiteX12" fmla="*/ 211507 w 362309"/>
              <a:gd name="connsiteY12" fmla="*/ 176836 h 361971"/>
              <a:gd name="connsiteX13" fmla="*/ 209590 w 362309"/>
              <a:gd name="connsiteY13" fmla="*/ 171091 h 361971"/>
              <a:gd name="connsiteX14" fmla="*/ 214063 w 362309"/>
              <a:gd name="connsiteY14" fmla="*/ 163430 h 361971"/>
              <a:gd name="connsiteX15" fmla="*/ 214063 w 362309"/>
              <a:gd name="connsiteY15" fmla="*/ 163430 h 361971"/>
              <a:gd name="connsiteX16" fmla="*/ 107990 w 362309"/>
              <a:gd name="connsiteY16" fmla="*/ 140448 h 361971"/>
              <a:gd name="connsiteX17" fmla="*/ 117575 w 362309"/>
              <a:gd name="connsiteY17" fmla="*/ 143640 h 361971"/>
              <a:gd name="connsiteX18" fmla="*/ 118853 w 362309"/>
              <a:gd name="connsiteY18" fmla="*/ 152577 h 361971"/>
              <a:gd name="connsiteX19" fmla="*/ 118853 w 362309"/>
              <a:gd name="connsiteY19" fmla="*/ 152577 h 361971"/>
              <a:gd name="connsiteX20" fmla="*/ 113741 w 362309"/>
              <a:gd name="connsiteY20" fmla="*/ 155131 h 361971"/>
              <a:gd name="connsiteX21" fmla="*/ 109907 w 362309"/>
              <a:gd name="connsiteY21" fmla="*/ 153854 h 361971"/>
              <a:gd name="connsiteX22" fmla="*/ 107990 w 362309"/>
              <a:gd name="connsiteY22" fmla="*/ 153216 h 361971"/>
              <a:gd name="connsiteX23" fmla="*/ 101600 w 362309"/>
              <a:gd name="connsiteY23" fmla="*/ 146832 h 361971"/>
              <a:gd name="connsiteX24" fmla="*/ 107990 w 362309"/>
              <a:gd name="connsiteY24" fmla="*/ 140448 h 361971"/>
              <a:gd name="connsiteX25" fmla="*/ 107990 w 362309"/>
              <a:gd name="connsiteY25" fmla="*/ 140448 h 361971"/>
              <a:gd name="connsiteX26" fmla="*/ 153358 w 362309"/>
              <a:gd name="connsiteY26" fmla="*/ 229185 h 361971"/>
              <a:gd name="connsiteX27" fmla="*/ 148246 w 362309"/>
              <a:gd name="connsiteY27" fmla="*/ 231738 h 361971"/>
              <a:gd name="connsiteX28" fmla="*/ 145051 w 362309"/>
              <a:gd name="connsiteY28" fmla="*/ 230462 h 361971"/>
              <a:gd name="connsiteX29" fmla="*/ 138661 w 362309"/>
              <a:gd name="connsiteY29" fmla="*/ 224716 h 361971"/>
              <a:gd name="connsiteX30" fmla="*/ 139939 w 362309"/>
              <a:gd name="connsiteY30" fmla="*/ 215779 h 361971"/>
              <a:gd name="connsiteX31" fmla="*/ 139939 w 362309"/>
              <a:gd name="connsiteY31" fmla="*/ 215779 h 361971"/>
              <a:gd name="connsiteX32" fmla="*/ 148885 w 362309"/>
              <a:gd name="connsiteY32" fmla="*/ 217055 h 361971"/>
              <a:gd name="connsiteX33" fmla="*/ 152080 w 362309"/>
              <a:gd name="connsiteY33" fmla="*/ 220247 h 361971"/>
              <a:gd name="connsiteX34" fmla="*/ 153358 w 362309"/>
              <a:gd name="connsiteY34" fmla="*/ 229185 h 361971"/>
              <a:gd name="connsiteX35" fmla="*/ 153358 w 362309"/>
              <a:gd name="connsiteY35" fmla="*/ 229185 h 361971"/>
              <a:gd name="connsiteX36" fmla="*/ 179557 w 362309"/>
              <a:gd name="connsiteY36" fmla="*/ 198542 h 361971"/>
              <a:gd name="connsiteX37" fmla="*/ 177640 w 362309"/>
              <a:gd name="connsiteY37" fmla="*/ 204926 h 361971"/>
              <a:gd name="connsiteX38" fmla="*/ 171250 w 362309"/>
              <a:gd name="connsiteY38" fmla="*/ 209395 h 361971"/>
              <a:gd name="connsiteX39" fmla="*/ 169333 w 362309"/>
              <a:gd name="connsiteY39" fmla="*/ 208756 h 361971"/>
              <a:gd name="connsiteX40" fmla="*/ 165499 w 362309"/>
              <a:gd name="connsiteY40" fmla="*/ 200457 h 361971"/>
              <a:gd name="connsiteX41" fmla="*/ 167416 w 362309"/>
              <a:gd name="connsiteY41" fmla="*/ 194711 h 361971"/>
              <a:gd name="connsiteX42" fmla="*/ 175084 w 362309"/>
              <a:gd name="connsiteY42" fmla="*/ 189604 h 361971"/>
              <a:gd name="connsiteX43" fmla="*/ 180196 w 362309"/>
              <a:gd name="connsiteY43" fmla="*/ 197265 h 361971"/>
              <a:gd name="connsiteX44" fmla="*/ 179557 w 362309"/>
              <a:gd name="connsiteY44" fmla="*/ 198542 h 361971"/>
              <a:gd name="connsiteX45" fmla="*/ 179557 w 362309"/>
              <a:gd name="connsiteY45" fmla="*/ 198542 h 361971"/>
              <a:gd name="connsiteX46" fmla="*/ 245373 w 362309"/>
              <a:gd name="connsiteY46" fmla="*/ 229185 h 361971"/>
              <a:gd name="connsiteX47" fmla="*/ 236428 w 362309"/>
              <a:gd name="connsiteY47" fmla="*/ 231738 h 361971"/>
              <a:gd name="connsiteX48" fmla="*/ 230038 w 362309"/>
              <a:gd name="connsiteY48" fmla="*/ 225993 h 361971"/>
              <a:gd name="connsiteX49" fmla="*/ 230677 w 362309"/>
              <a:gd name="connsiteY49" fmla="*/ 217055 h 361971"/>
              <a:gd name="connsiteX50" fmla="*/ 239623 w 362309"/>
              <a:gd name="connsiteY50" fmla="*/ 217694 h 361971"/>
              <a:gd name="connsiteX51" fmla="*/ 240261 w 362309"/>
              <a:gd name="connsiteY51" fmla="*/ 218332 h 361971"/>
              <a:gd name="connsiteX52" fmla="*/ 242818 w 362309"/>
              <a:gd name="connsiteY52" fmla="*/ 220886 h 361971"/>
              <a:gd name="connsiteX53" fmla="*/ 245373 w 362309"/>
              <a:gd name="connsiteY53" fmla="*/ 229185 h 361971"/>
              <a:gd name="connsiteX54" fmla="*/ 238345 w 362309"/>
              <a:gd name="connsiteY54" fmla="*/ 188966 h 361971"/>
              <a:gd name="connsiteX55" fmla="*/ 209590 w 362309"/>
              <a:gd name="connsiteY55" fmla="*/ 233654 h 361971"/>
              <a:gd name="connsiteX56" fmla="*/ 180835 w 362309"/>
              <a:gd name="connsiteY56" fmla="*/ 188966 h 361971"/>
              <a:gd name="connsiteX57" fmla="*/ 164221 w 362309"/>
              <a:gd name="connsiteY57" fmla="*/ 153216 h 361971"/>
              <a:gd name="connsiteX58" fmla="*/ 147607 w 362309"/>
              <a:gd name="connsiteY58" fmla="*/ 188966 h 361971"/>
              <a:gd name="connsiteX59" fmla="*/ 118853 w 362309"/>
              <a:gd name="connsiteY59" fmla="*/ 233654 h 361971"/>
              <a:gd name="connsiteX60" fmla="*/ 90098 w 362309"/>
              <a:gd name="connsiteY60" fmla="*/ 188966 h 361971"/>
              <a:gd name="connsiteX61" fmla="*/ 73484 w 362309"/>
              <a:gd name="connsiteY61" fmla="*/ 153216 h 361971"/>
              <a:gd name="connsiteX62" fmla="*/ 67094 w 362309"/>
              <a:gd name="connsiteY62" fmla="*/ 146832 h 361971"/>
              <a:gd name="connsiteX63" fmla="*/ 73484 w 362309"/>
              <a:gd name="connsiteY63" fmla="*/ 140448 h 361971"/>
              <a:gd name="connsiteX64" fmla="*/ 102239 w 362309"/>
              <a:gd name="connsiteY64" fmla="*/ 185135 h 361971"/>
              <a:gd name="connsiteX65" fmla="*/ 118853 w 362309"/>
              <a:gd name="connsiteY65" fmla="*/ 220247 h 361971"/>
              <a:gd name="connsiteX66" fmla="*/ 132271 w 362309"/>
              <a:gd name="connsiteY66" fmla="*/ 195350 h 361971"/>
              <a:gd name="connsiteX67" fmla="*/ 132271 w 362309"/>
              <a:gd name="connsiteY67" fmla="*/ 195350 h 361971"/>
              <a:gd name="connsiteX68" fmla="*/ 125881 w 362309"/>
              <a:gd name="connsiteY68" fmla="*/ 190881 h 361971"/>
              <a:gd name="connsiteX69" fmla="*/ 123965 w 362309"/>
              <a:gd name="connsiteY69" fmla="*/ 184497 h 361971"/>
              <a:gd name="connsiteX70" fmla="*/ 128438 w 362309"/>
              <a:gd name="connsiteY70" fmla="*/ 176836 h 361971"/>
              <a:gd name="connsiteX71" fmla="*/ 136106 w 362309"/>
              <a:gd name="connsiteY71" fmla="*/ 181305 h 361971"/>
              <a:gd name="connsiteX72" fmla="*/ 136106 w 362309"/>
              <a:gd name="connsiteY72" fmla="*/ 181305 h 361971"/>
              <a:gd name="connsiteX73" fmla="*/ 164221 w 362309"/>
              <a:gd name="connsiteY73" fmla="*/ 140448 h 361971"/>
              <a:gd name="connsiteX74" fmla="*/ 182113 w 362309"/>
              <a:gd name="connsiteY74" fmla="*/ 153854 h 361971"/>
              <a:gd name="connsiteX75" fmla="*/ 182752 w 362309"/>
              <a:gd name="connsiteY75" fmla="*/ 151939 h 361971"/>
              <a:gd name="connsiteX76" fmla="*/ 187864 w 362309"/>
              <a:gd name="connsiteY76" fmla="*/ 145555 h 361971"/>
              <a:gd name="connsiteX77" fmla="*/ 196810 w 362309"/>
              <a:gd name="connsiteY77" fmla="*/ 146193 h 361971"/>
              <a:gd name="connsiteX78" fmla="*/ 196810 w 362309"/>
              <a:gd name="connsiteY78" fmla="*/ 154492 h 361971"/>
              <a:gd name="connsiteX79" fmla="*/ 194254 w 362309"/>
              <a:gd name="connsiteY79" fmla="*/ 158323 h 361971"/>
              <a:gd name="connsiteX80" fmla="*/ 185947 w 362309"/>
              <a:gd name="connsiteY80" fmla="*/ 160876 h 361971"/>
              <a:gd name="connsiteX81" fmla="*/ 193615 w 362309"/>
              <a:gd name="connsiteY81" fmla="*/ 185135 h 361971"/>
              <a:gd name="connsiteX82" fmla="*/ 210229 w 362309"/>
              <a:gd name="connsiteY82" fmla="*/ 220247 h 361971"/>
              <a:gd name="connsiteX83" fmla="*/ 226843 w 362309"/>
              <a:gd name="connsiteY83" fmla="*/ 185135 h 361971"/>
              <a:gd name="connsiteX84" fmla="*/ 255597 w 362309"/>
              <a:gd name="connsiteY84" fmla="*/ 140448 h 361971"/>
              <a:gd name="connsiteX85" fmla="*/ 261987 w 362309"/>
              <a:gd name="connsiteY85" fmla="*/ 146832 h 361971"/>
              <a:gd name="connsiteX86" fmla="*/ 255597 w 362309"/>
              <a:gd name="connsiteY86" fmla="*/ 153216 h 361971"/>
              <a:gd name="connsiteX87" fmla="*/ 238345 w 362309"/>
              <a:gd name="connsiteY87" fmla="*/ 188966 h 361971"/>
              <a:gd name="connsiteX88" fmla="*/ 238345 w 362309"/>
              <a:gd name="connsiteY88" fmla="*/ 188966 h 361971"/>
              <a:gd name="connsiteX89" fmla="*/ 270933 w 362309"/>
              <a:gd name="connsiteY89" fmla="*/ 197903 h 361971"/>
              <a:gd name="connsiteX90" fmla="*/ 269016 w 362309"/>
              <a:gd name="connsiteY90" fmla="*/ 204287 h 361971"/>
              <a:gd name="connsiteX91" fmla="*/ 262626 w 362309"/>
              <a:gd name="connsiteY91" fmla="*/ 208756 h 361971"/>
              <a:gd name="connsiteX92" fmla="*/ 260709 w 362309"/>
              <a:gd name="connsiteY92" fmla="*/ 208756 h 361971"/>
              <a:gd name="connsiteX93" fmla="*/ 256875 w 362309"/>
              <a:gd name="connsiteY93" fmla="*/ 200457 h 361971"/>
              <a:gd name="connsiteX94" fmla="*/ 258792 w 362309"/>
              <a:gd name="connsiteY94" fmla="*/ 194711 h 361971"/>
              <a:gd name="connsiteX95" fmla="*/ 266460 w 362309"/>
              <a:gd name="connsiteY95" fmla="*/ 189604 h 361971"/>
              <a:gd name="connsiteX96" fmla="*/ 270933 w 362309"/>
              <a:gd name="connsiteY96" fmla="*/ 197903 h 361971"/>
              <a:gd name="connsiteX97" fmla="*/ 270933 w 362309"/>
              <a:gd name="connsiteY97" fmla="*/ 197903 h 361971"/>
              <a:gd name="connsiteX98" fmla="*/ 270933 w 362309"/>
              <a:gd name="connsiteY98" fmla="*/ 197903 h 361971"/>
              <a:gd name="connsiteX99" fmla="*/ 284991 w 362309"/>
              <a:gd name="connsiteY99" fmla="*/ 157684 h 361971"/>
              <a:gd name="connsiteX100" fmla="*/ 282435 w 362309"/>
              <a:gd name="connsiteY100" fmla="*/ 162153 h 361971"/>
              <a:gd name="connsiteX101" fmla="*/ 276684 w 362309"/>
              <a:gd name="connsiteY101" fmla="*/ 165984 h 361971"/>
              <a:gd name="connsiteX102" fmla="*/ 274128 w 362309"/>
              <a:gd name="connsiteY102" fmla="*/ 165345 h 361971"/>
              <a:gd name="connsiteX103" fmla="*/ 270933 w 362309"/>
              <a:gd name="connsiteY103" fmla="*/ 157046 h 361971"/>
              <a:gd name="connsiteX104" fmla="*/ 274767 w 362309"/>
              <a:gd name="connsiteY104" fmla="*/ 150662 h 361971"/>
              <a:gd name="connsiteX105" fmla="*/ 283713 w 362309"/>
              <a:gd name="connsiteY105" fmla="*/ 148747 h 361971"/>
              <a:gd name="connsiteX106" fmla="*/ 284991 w 362309"/>
              <a:gd name="connsiteY106" fmla="*/ 157684 h 361971"/>
              <a:gd name="connsiteX107" fmla="*/ 284991 w 362309"/>
              <a:gd name="connsiteY107" fmla="*/ 157684 h 361971"/>
              <a:gd name="connsiteX108" fmla="*/ 284991 w 362309"/>
              <a:gd name="connsiteY108" fmla="*/ 15768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0438"/>
                  <a:pt x="281157" y="0"/>
                  <a:pt x="181474" y="0"/>
                </a:cubicBezTo>
                <a:lnTo>
                  <a:pt x="181474" y="0"/>
                </a:lnTo>
                <a:close/>
                <a:moveTo>
                  <a:pt x="214063" y="163430"/>
                </a:moveTo>
                <a:cubicBezTo>
                  <a:pt x="217258" y="162153"/>
                  <a:pt x="221092" y="164068"/>
                  <a:pt x="222370" y="167260"/>
                </a:cubicBezTo>
                <a:cubicBezTo>
                  <a:pt x="223009" y="169176"/>
                  <a:pt x="223648" y="171091"/>
                  <a:pt x="224287" y="173644"/>
                </a:cubicBezTo>
                <a:cubicBezTo>
                  <a:pt x="225565" y="176836"/>
                  <a:pt x="223648" y="180667"/>
                  <a:pt x="219814" y="181305"/>
                </a:cubicBezTo>
                <a:cubicBezTo>
                  <a:pt x="219175" y="181305"/>
                  <a:pt x="218536" y="181305"/>
                  <a:pt x="217897" y="181305"/>
                </a:cubicBezTo>
                <a:cubicBezTo>
                  <a:pt x="215341" y="181305"/>
                  <a:pt x="212785" y="179390"/>
                  <a:pt x="211507" y="176836"/>
                </a:cubicBezTo>
                <a:lnTo>
                  <a:pt x="209590" y="171091"/>
                </a:lnTo>
                <a:cubicBezTo>
                  <a:pt x="209590" y="167899"/>
                  <a:pt x="210868" y="164707"/>
                  <a:pt x="214063" y="163430"/>
                </a:cubicBezTo>
                <a:lnTo>
                  <a:pt x="214063" y="163430"/>
                </a:lnTo>
                <a:close/>
                <a:moveTo>
                  <a:pt x="107990" y="140448"/>
                </a:moveTo>
                <a:cubicBezTo>
                  <a:pt x="111185" y="140448"/>
                  <a:pt x="115019" y="141724"/>
                  <a:pt x="117575" y="143640"/>
                </a:cubicBezTo>
                <a:cubicBezTo>
                  <a:pt x="120131" y="145555"/>
                  <a:pt x="120770" y="149385"/>
                  <a:pt x="118853" y="152577"/>
                </a:cubicBezTo>
                <a:cubicBezTo>
                  <a:pt x="118853" y="152577"/>
                  <a:pt x="118853" y="152577"/>
                  <a:pt x="118853" y="152577"/>
                </a:cubicBezTo>
                <a:cubicBezTo>
                  <a:pt x="117575" y="154492"/>
                  <a:pt x="115658" y="155131"/>
                  <a:pt x="113741" y="155131"/>
                </a:cubicBezTo>
                <a:cubicBezTo>
                  <a:pt x="112463" y="155131"/>
                  <a:pt x="111185" y="154492"/>
                  <a:pt x="109907" y="153854"/>
                </a:cubicBezTo>
                <a:cubicBezTo>
                  <a:pt x="109268" y="153216"/>
                  <a:pt x="108629" y="153216"/>
                  <a:pt x="107990" y="153216"/>
                </a:cubicBezTo>
                <a:cubicBezTo>
                  <a:pt x="104156" y="153216"/>
                  <a:pt x="101600" y="150662"/>
                  <a:pt x="101600" y="146832"/>
                </a:cubicBezTo>
                <a:cubicBezTo>
                  <a:pt x="101600" y="143001"/>
                  <a:pt x="104156" y="140448"/>
                  <a:pt x="107990" y="140448"/>
                </a:cubicBezTo>
                <a:lnTo>
                  <a:pt x="107990" y="140448"/>
                </a:lnTo>
                <a:close/>
                <a:moveTo>
                  <a:pt x="153358" y="229185"/>
                </a:moveTo>
                <a:cubicBezTo>
                  <a:pt x="152080" y="231100"/>
                  <a:pt x="150164" y="231738"/>
                  <a:pt x="148246" y="231738"/>
                </a:cubicBezTo>
                <a:cubicBezTo>
                  <a:pt x="146969" y="231738"/>
                  <a:pt x="145690" y="231100"/>
                  <a:pt x="145051" y="230462"/>
                </a:cubicBezTo>
                <a:cubicBezTo>
                  <a:pt x="142496" y="228546"/>
                  <a:pt x="140579" y="226631"/>
                  <a:pt x="138661" y="224716"/>
                </a:cubicBezTo>
                <a:cubicBezTo>
                  <a:pt x="136744" y="222163"/>
                  <a:pt x="137384" y="217694"/>
                  <a:pt x="139939" y="215779"/>
                </a:cubicBezTo>
                <a:cubicBezTo>
                  <a:pt x="139939" y="215779"/>
                  <a:pt x="139939" y="215779"/>
                  <a:pt x="139939" y="215779"/>
                </a:cubicBezTo>
                <a:cubicBezTo>
                  <a:pt x="142496" y="213863"/>
                  <a:pt x="146969" y="214502"/>
                  <a:pt x="148885" y="217055"/>
                </a:cubicBezTo>
                <a:cubicBezTo>
                  <a:pt x="149524" y="218332"/>
                  <a:pt x="150802" y="218971"/>
                  <a:pt x="152080" y="220247"/>
                </a:cubicBezTo>
                <a:cubicBezTo>
                  <a:pt x="153997" y="222163"/>
                  <a:pt x="155275" y="225993"/>
                  <a:pt x="153358" y="229185"/>
                </a:cubicBezTo>
                <a:cubicBezTo>
                  <a:pt x="153358" y="229185"/>
                  <a:pt x="153358" y="229185"/>
                  <a:pt x="153358" y="229185"/>
                </a:cubicBezTo>
                <a:close/>
                <a:moveTo>
                  <a:pt x="179557" y="198542"/>
                </a:moveTo>
                <a:cubicBezTo>
                  <a:pt x="178918" y="200457"/>
                  <a:pt x="178279" y="203011"/>
                  <a:pt x="177640" y="204926"/>
                </a:cubicBezTo>
                <a:cubicBezTo>
                  <a:pt x="177001" y="207479"/>
                  <a:pt x="174445" y="209395"/>
                  <a:pt x="171250" y="209395"/>
                </a:cubicBezTo>
                <a:cubicBezTo>
                  <a:pt x="170611" y="209395"/>
                  <a:pt x="169972" y="209395"/>
                  <a:pt x="169333" y="208756"/>
                </a:cubicBezTo>
                <a:cubicBezTo>
                  <a:pt x="166138" y="207479"/>
                  <a:pt x="164221" y="204287"/>
                  <a:pt x="165499" y="200457"/>
                </a:cubicBezTo>
                <a:cubicBezTo>
                  <a:pt x="166138" y="198542"/>
                  <a:pt x="166777" y="196627"/>
                  <a:pt x="167416" y="194711"/>
                </a:cubicBezTo>
                <a:cubicBezTo>
                  <a:pt x="168055" y="191519"/>
                  <a:pt x="171250" y="188966"/>
                  <a:pt x="175084" y="189604"/>
                </a:cubicBezTo>
                <a:cubicBezTo>
                  <a:pt x="178279" y="190243"/>
                  <a:pt x="180835" y="193435"/>
                  <a:pt x="180196" y="197265"/>
                </a:cubicBezTo>
                <a:cubicBezTo>
                  <a:pt x="179557" y="197903"/>
                  <a:pt x="179557" y="197903"/>
                  <a:pt x="179557" y="198542"/>
                </a:cubicBezTo>
                <a:lnTo>
                  <a:pt x="179557" y="198542"/>
                </a:lnTo>
                <a:close/>
                <a:moveTo>
                  <a:pt x="245373" y="229185"/>
                </a:moveTo>
                <a:cubicBezTo>
                  <a:pt x="243456" y="232377"/>
                  <a:pt x="239623" y="233015"/>
                  <a:pt x="236428" y="231738"/>
                </a:cubicBezTo>
                <a:cubicBezTo>
                  <a:pt x="233872" y="230462"/>
                  <a:pt x="231955" y="227908"/>
                  <a:pt x="230038" y="225993"/>
                </a:cubicBezTo>
                <a:cubicBezTo>
                  <a:pt x="227482" y="223439"/>
                  <a:pt x="228120" y="219609"/>
                  <a:pt x="230677" y="217055"/>
                </a:cubicBezTo>
                <a:cubicBezTo>
                  <a:pt x="233233" y="214502"/>
                  <a:pt x="237067" y="215140"/>
                  <a:pt x="239623" y="217694"/>
                </a:cubicBezTo>
                <a:cubicBezTo>
                  <a:pt x="239623" y="217694"/>
                  <a:pt x="240261" y="218332"/>
                  <a:pt x="240261" y="218332"/>
                </a:cubicBezTo>
                <a:cubicBezTo>
                  <a:pt x="240900" y="219609"/>
                  <a:pt x="242178" y="220247"/>
                  <a:pt x="242818" y="220886"/>
                </a:cubicBezTo>
                <a:cubicBezTo>
                  <a:pt x="246013" y="222163"/>
                  <a:pt x="246651" y="225993"/>
                  <a:pt x="245373" y="229185"/>
                </a:cubicBezTo>
                <a:close/>
                <a:moveTo>
                  <a:pt x="238345" y="188966"/>
                </a:moveTo>
                <a:cubicBezTo>
                  <a:pt x="231955" y="211948"/>
                  <a:pt x="225565" y="233654"/>
                  <a:pt x="209590" y="233654"/>
                </a:cubicBezTo>
                <a:cubicBezTo>
                  <a:pt x="193615" y="233654"/>
                  <a:pt x="187225" y="211948"/>
                  <a:pt x="180835" y="188966"/>
                </a:cubicBezTo>
                <a:cubicBezTo>
                  <a:pt x="177001" y="174921"/>
                  <a:pt x="170611" y="153216"/>
                  <a:pt x="164221" y="153216"/>
                </a:cubicBezTo>
                <a:cubicBezTo>
                  <a:pt x="157831" y="153216"/>
                  <a:pt x="151441" y="174283"/>
                  <a:pt x="147607" y="188966"/>
                </a:cubicBezTo>
                <a:cubicBezTo>
                  <a:pt x="141217" y="211948"/>
                  <a:pt x="134828" y="233654"/>
                  <a:pt x="118853" y="233654"/>
                </a:cubicBezTo>
                <a:cubicBezTo>
                  <a:pt x="102878" y="233654"/>
                  <a:pt x="96488" y="211948"/>
                  <a:pt x="90098" y="188966"/>
                </a:cubicBezTo>
                <a:cubicBezTo>
                  <a:pt x="86264" y="174921"/>
                  <a:pt x="79874" y="153216"/>
                  <a:pt x="73484" y="153216"/>
                </a:cubicBezTo>
                <a:cubicBezTo>
                  <a:pt x="69650" y="153216"/>
                  <a:pt x="67094" y="150662"/>
                  <a:pt x="67094" y="146832"/>
                </a:cubicBezTo>
                <a:cubicBezTo>
                  <a:pt x="67094" y="143001"/>
                  <a:pt x="69650" y="140448"/>
                  <a:pt x="73484" y="140448"/>
                </a:cubicBezTo>
                <a:cubicBezTo>
                  <a:pt x="89459" y="140448"/>
                  <a:pt x="95849" y="162153"/>
                  <a:pt x="102239" y="185135"/>
                </a:cubicBezTo>
                <a:cubicBezTo>
                  <a:pt x="106073" y="199180"/>
                  <a:pt x="112463" y="220247"/>
                  <a:pt x="118853" y="220247"/>
                </a:cubicBezTo>
                <a:cubicBezTo>
                  <a:pt x="123965" y="220247"/>
                  <a:pt x="128438" y="207479"/>
                  <a:pt x="132271" y="195350"/>
                </a:cubicBezTo>
                <a:lnTo>
                  <a:pt x="132271" y="195350"/>
                </a:lnTo>
                <a:cubicBezTo>
                  <a:pt x="129076" y="195350"/>
                  <a:pt x="126521" y="193435"/>
                  <a:pt x="125881" y="190881"/>
                </a:cubicBezTo>
                <a:lnTo>
                  <a:pt x="123965" y="184497"/>
                </a:lnTo>
                <a:cubicBezTo>
                  <a:pt x="122686" y="181305"/>
                  <a:pt x="125243" y="177475"/>
                  <a:pt x="128438" y="176836"/>
                </a:cubicBezTo>
                <a:cubicBezTo>
                  <a:pt x="131633" y="175560"/>
                  <a:pt x="135466" y="178113"/>
                  <a:pt x="136106" y="181305"/>
                </a:cubicBezTo>
                <a:lnTo>
                  <a:pt x="136106" y="181305"/>
                </a:lnTo>
                <a:cubicBezTo>
                  <a:pt x="142496" y="159600"/>
                  <a:pt x="148885" y="140448"/>
                  <a:pt x="164221" y="140448"/>
                </a:cubicBezTo>
                <a:cubicBezTo>
                  <a:pt x="172528" y="140448"/>
                  <a:pt x="177640" y="145555"/>
                  <a:pt x="182113" y="153854"/>
                </a:cubicBezTo>
                <a:cubicBezTo>
                  <a:pt x="182113" y="153216"/>
                  <a:pt x="182752" y="152577"/>
                  <a:pt x="182752" y="151939"/>
                </a:cubicBezTo>
                <a:cubicBezTo>
                  <a:pt x="184030" y="149385"/>
                  <a:pt x="185947" y="147470"/>
                  <a:pt x="187864" y="145555"/>
                </a:cubicBezTo>
                <a:cubicBezTo>
                  <a:pt x="190420" y="143640"/>
                  <a:pt x="194893" y="143640"/>
                  <a:pt x="196810" y="146193"/>
                </a:cubicBezTo>
                <a:cubicBezTo>
                  <a:pt x="198727" y="148747"/>
                  <a:pt x="198727" y="151939"/>
                  <a:pt x="196810" y="154492"/>
                </a:cubicBezTo>
                <a:cubicBezTo>
                  <a:pt x="195532" y="155769"/>
                  <a:pt x="194893" y="157046"/>
                  <a:pt x="194254" y="158323"/>
                </a:cubicBezTo>
                <a:cubicBezTo>
                  <a:pt x="192337" y="161515"/>
                  <a:pt x="188503" y="162153"/>
                  <a:pt x="185947" y="160876"/>
                </a:cubicBezTo>
                <a:cubicBezTo>
                  <a:pt x="189142" y="169176"/>
                  <a:pt x="191698" y="176836"/>
                  <a:pt x="193615" y="185135"/>
                </a:cubicBezTo>
                <a:cubicBezTo>
                  <a:pt x="197449" y="199180"/>
                  <a:pt x="203839" y="220247"/>
                  <a:pt x="210229" y="220247"/>
                </a:cubicBezTo>
                <a:cubicBezTo>
                  <a:pt x="216619" y="220247"/>
                  <a:pt x="223009" y="199180"/>
                  <a:pt x="226843" y="185135"/>
                </a:cubicBezTo>
                <a:cubicBezTo>
                  <a:pt x="233233" y="162153"/>
                  <a:pt x="239623" y="140448"/>
                  <a:pt x="255597" y="140448"/>
                </a:cubicBezTo>
                <a:cubicBezTo>
                  <a:pt x="259431" y="140448"/>
                  <a:pt x="261987" y="143001"/>
                  <a:pt x="261987" y="146832"/>
                </a:cubicBezTo>
                <a:cubicBezTo>
                  <a:pt x="261987" y="150662"/>
                  <a:pt x="259431" y="153216"/>
                  <a:pt x="255597" y="153216"/>
                </a:cubicBezTo>
                <a:cubicBezTo>
                  <a:pt x="247929" y="153216"/>
                  <a:pt x="242178" y="174921"/>
                  <a:pt x="238345" y="188966"/>
                </a:cubicBezTo>
                <a:lnTo>
                  <a:pt x="238345" y="188966"/>
                </a:lnTo>
                <a:close/>
                <a:moveTo>
                  <a:pt x="270933" y="197903"/>
                </a:moveTo>
                <a:lnTo>
                  <a:pt x="269016" y="204287"/>
                </a:lnTo>
                <a:cubicBezTo>
                  <a:pt x="268377" y="206841"/>
                  <a:pt x="265821" y="208756"/>
                  <a:pt x="262626" y="208756"/>
                </a:cubicBezTo>
                <a:cubicBezTo>
                  <a:pt x="261987" y="208756"/>
                  <a:pt x="261348" y="208756"/>
                  <a:pt x="260709" y="208756"/>
                </a:cubicBezTo>
                <a:cubicBezTo>
                  <a:pt x="257514" y="207479"/>
                  <a:pt x="255597" y="204287"/>
                  <a:pt x="256875" y="200457"/>
                </a:cubicBezTo>
                <a:cubicBezTo>
                  <a:pt x="257514" y="198542"/>
                  <a:pt x="258153" y="196627"/>
                  <a:pt x="258792" y="194711"/>
                </a:cubicBezTo>
                <a:cubicBezTo>
                  <a:pt x="259431" y="191519"/>
                  <a:pt x="262626" y="188966"/>
                  <a:pt x="266460" y="189604"/>
                </a:cubicBezTo>
                <a:cubicBezTo>
                  <a:pt x="269655" y="190243"/>
                  <a:pt x="271572" y="194073"/>
                  <a:pt x="270933" y="197903"/>
                </a:cubicBezTo>
                <a:cubicBezTo>
                  <a:pt x="270933" y="197265"/>
                  <a:pt x="270933" y="197903"/>
                  <a:pt x="270933" y="197903"/>
                </a:cubicBezTo>
                <a:lnTo>
                  <a:pt x="270933" y="197903"/>
                </a:lnTo>
                <a:close/>
                <a:moveTo>
                  <a:pt x="284991" y="157684"/>
                </a:moveTo>
                <a:cubicBezTo>
                  <a:pt x="283713" y="158961"/>
                  <a:pt x="283074" y="160876"/>
                  <a:pt x="282435" y="162153"/>
                </a:cubicBezTo>
                <a:cubicBezTo>
                  <a:pt x="281157" y="164707"/>
                  <a:pt x="279240" y="165984"/>
                  <a:pt x="276684" y="165984"/>
                </a:cubicBezTo>
                <a:cubicBezTo>
                  <a:pt x="276045" y="165984"/>
                  <a:pt x="274767" y="165984"/>
                  <a:pt x="274128" y="165345"/>
                </a:cubicBezTo>
                <a:cubicBezTo>
                  <a:pt x="270933" y="164068"/>
                  <a:pt x="269655" y="160238"/>
                  <a:pt x="270933" y="157046"/>
                </a:cubicBezTo>
                <a:cubicBezTo>
                  <a:pt x="272211" y="155131"/>
                  <a:pt x="273489" y="152577"/>
                  <a:pt x="274767" y="150662"/>
                </a:cubicBezTo>
                <a:cubicBezTo>
                  <a:pt x="276684" y="147470"/>
                  <a:pt x="280518" y="146832"/>
                  <a:pt x="283713" y="148747"/>
                </a:cubicBezTo>
                <a:cubicBezTo>
                  <a:pt x="286269" y="150662"/>
                  <a:pt x="286908" y="154492"/>
                  <a:pt x="284991" y="157684"/>
                </a:cubicBezTo>
                <a:lnTo>
                  <a:pt x="284991" y="157684"/>
                </a:lnTo>
                <a:lnTo>
                  <a:pt x="284991" y="157684"/>
                </a:lnTo>
                <a:close/>
              </a:path>
            </a:pathLst>
          </a:custGeom>
          <a:solidFill>
            <a:srgbClr val="26890D"/>
          </a:solidFill>
          <a:ln w="6390" cap="flat">
            <a:noFill/>
            <a:prstDash val="solid"/>
            <a:miter/>
          </a:ln>
        </p:spPr>
        <p:txBody>
          <a:bodyPr rtlCol="0" anchor="ctr"/>
          <a:lstStyle/>
          <a:p>
            <a:endParaRPr lang="en-US"/>
          </a:p>
        </p:txBody>
      </p:sp>
      <p:sp>
        <p:nvSpPr>
          <p:cNvPr id="634" name="Graphic 4">
            <a:extLst>
              <a:ext uri="{FF2B5EF4-FFF2-40B4-BE49-F238E27FC236}">
                <a16:creationId xmlns:a16="http://schemas.microsoft.com/office/drawing/2014/main" id="{7B8FA197-D388-D846-B0DD-CD79EF5D4229}"/>
              </a:ext>
            </a:extLst>
          </p:cNvPr>
          <p:cNvSpPr/>
          <p:nvPr/>
        </p:nvSpPr>
        <p:spPr>
          <a:xfrm>
            <a:off x="6146480"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2752 w 362309"/>
              <a:gd name="connsiteY6" fmla="*/ 112358 h 361971"/>
              <a:gd name="connsiteX7" fmla="*/ 254319 w 362309"/>
              <a:gd name="connsiteY7" fmla="*/ 197265 h 361971"/>
              <a:gd name="connsiteX8" fmla="*/ 247929 w 362309"/>
              <a:gd name="connsiteY8" fmla="*/ 203649 h 361971"/>
              <a:gd name="connsiteX9" fmla="*/ 241540 w 362309"/>
              <a:gd name="connsiteY9" fmla="*/ 197265 h 361971"/>
              <a:gd name="connsiteX10" fmla="*/ 182752 w 362309"/>
              <a:gd name="connsiteY10" fmla="*/ 125126 h 361971"/>
              <a:gd name="connsiteX11" fmla="*/ 138022 w 362309"/>
              <a:gd name="connsiteY11" fmla="*/ 147470 h 361971"/>
              <a:gd name="connsiteX12" fmla="*/ 128438 w 362309"/>
              <a:gd name="connsiteY12" fmla="*/ 195350 h 361971"/>
              <a:gd name="connsiteX13" fmla="*/ 123965 w 362309"/>
              <a:gd name="connsiteY13" fmla="*/ 203011 h 361971"/>
              <a:gd name="connsiteX14" fmla="*/ 123965 w 362309"/>
              <a:gd name="connsiteY14" fmla="*/ 203011 h 361971"/>
              <a:gd name="connsiteX15" fmla="*/ 122048 w 362309"/>
              <a:gd name="connsiteY15" fmla="*/ 203011 h 361971"/>
              <a:gd name="connsiteX16" fmla="*/ 115658 w 362309"/>
              <a:gd name="connsiteY16" fmla="*/ 197903 h 361971"/>
              <a:gd name="connsiteX17" fmla="*/ 127799 w 362309"/>
              <a:gd name="connsiteY17" fmla="*/ 138533 h 361971"/>
              <a:gd name="connsiteX18" fmla="*/ 182752 w 362309"/>
              <a:gd name="connsiteY18" fmla="*/ 112358 h 361971"/>
              <a:gd name="connsiteX19" fmla="*/ 86264 w 362309"/>
              <a:gd name="connsiteY19" fmla="*/ 121934 h 361971"/>
              <a:gd name="connsiteX20" fmla="*/ 122048 w 362309"/>
              <a:gd name="connsiteY20" fmla="*/ 86184 h 361971"/>
              <a:gd name="connsiteX21" fmla="*/ 132271 w 362309"/>
              <a:gd name="connsiteY21" fmla="*/ 86184 h 361971"/>
              <a:gd name="connsiteX22" fmla="*/ 138661 w 362309"/>
              <a:gd name="connsiteY22" fmla="*/ 92568 h 361971"/>
              <a:gd name="connsiteX23" fmla="*/ 132271 w 362309"/>
              <a:gd name="connsiteY23" fmla="*/ 98952 h 361971"/>
              <a:gd name="connsiteX24" fmla="*/ 122048 w 362309"/>
              <a:gd name="connsiteY24" fmla="*/ 98952 h 361971"/>
              <a:gd name="connsiteX25" fmla="*/ 99044 w 362309"/>
              <a:gd name="connsiteY25" fmla="*/ 121934 h 361971"/>
              <a:gd name="connsiteX26" fmla="*/ 99044 w 362309"/>
              <a:gd name="connsiteY26" fmla="*/ 132149 h 361971"/>
              <a:gd name="connsiteX27" fmla="*/ 92654 w 362309"/>
              <a:gd name="connsiteY27" fmla="*/ 138533 h 361971"/>
              <a:gd name="connsiteX28" fmla="*/ 86264 w 362309"/>
              <a:gd name="connsiteY28" fmla="*/ 132149 h 361971"/>
              <a:gd name="connsiteX29" fmla="*/ 86264 w 362309"/>
              <a:gd name="connsiteY29" fmla="*/ 121934 h 361971"/>
              <a:gd name="connsiteX30" fmla="*/ 132271 w 362309"/>
              <a:gd name="connsiteY30" fmla="*/ 275788 h 361971"/>
              <a:gd name="connsiteX31" fmla="*/ 122048 w 362309"/>
              <a:gd name="connsiteY31" fmla="*/ 275788 h 361971"/>
              <a:gd name="connsiteX32" fmla="*/ 86264 w 362309"/>
              <a:gd name="connsiteY32" fmla="*/ 240038 h 361971"/>
              <a:gd name="connsiteX33" fmla="*/ 86264 w 362309"/>
              <a:gd name="connsiteY33" fmla="*/ 229823 h 361971"/>
              <a:gd name="connsiteX34" fmla="*/ 92654 w 362309"/>
              <a:gd name="connsiteY34" fmla="*/ 223439 h 361971"/>
              <a:gd name="connsiteX35" fmla="*/ 99044 w 362309"/>
              <a:gd name="connsiteY35" fmla="*/ 229823 h 361971"/>
              <a:gd name="connsiteX36" fmla="*/ 99044 w 362309"/>
              <a:gd name="connsiteY36" fmla="*/ 240038 h 361971"/>
              <a:gd name="connsiteX37" fmla="*/ 122048 w 362309"/>
              <a:gd name="connsiteY37" fmla="*/ 263020 h 361971"/>
              <a:gd name="connsiteX38" fmla="*/ 132271 w 362309"/>
              <a:gd name="connsiteY38" fmla="*/ 263020 h 361971"/>
              <a:gd name="connsiteX39" fmla="*/ 138661 w 362309"/>
              <a:gd name="connsiteY39" fmla="*/ 269404 h 361971"/>
              <a:gd name="connsiteX40" fmla="*/ 132271 w 362309"/>
              <a:gd name="connsiteY40" fmla="*/ 275788 h 361971"/>
              <a:gd name="connsiteX41" fmla="*/ 132271 w 362309"/>
              <a:gd name="connsiteY41" fmla="*/ 275788 h 361971"/>
              <a:gd name="connsiteX42" fmla="*/ 168694 w 362309"/>
              <a:gd name="connsiteY42" fmla="*/ 248975 h 361971"/>
              <a:gd name="connsiteX43" fmla="*/ 164221 w 362309"/>
              <a:gd name="connsiteY43" fmla="*/ 250252 h 361971"/>
              <a:gd name="connsiteX44" fmla="*/ 157831 w 362309"/>
              <a:gd name="connsiteY44" fmla="*/ 243868 h 361971"/>
              <a:gd name="connsiteX45" fmla="*/ 159748 w 362309"/>
              <a:gd name="connsiteY45" fmla="*/ 239399 h 361971"/>
              <a:gd name="connsiteX46" fmla="*/ 176362 w 362309"/>
              <a:gd name="connsiteY46" fmla="*/ 183220 h 361971"/>
              <a:gd name="connsiteX47" fmla="*/ 180835 w 362309"/>
              <a:gd name="connsiteY47" fmla="*/ 175560 h 361971"/>
              <a:gd name="connsiteX48" fmla="*/ 188503 w 362309"/>
              <a:gd name="connsiteY48" fmla="*/ 180028 h 361971"/>
              <a:gd name="connsiteX49" fmla="*/ 168694 w 362309"/>
              <a:gd name="connsiteY49" fmla="*/ 248975 h 361971"/>
              <a:gd name="connsiteX50" fmla="*/ 168694 w 362309"/>
              <a:gd name="connsiteY50" fmla="*/ 248975 h 361971"/>
              <a:gd name="connsiteX51" fmla="*/ 221731 w 362309"/>
              <a:gd name="connsiteY51" fmla="*/ 213863 h 361971"/>
              <a:gd name="connsiteX52" fmla="*/ 210229 w 362309"/>
              <a:gd name="connsiteY52" fmla="*/ 247060 h 361971"/>
              <a:gd name="connsiteX53" fmla="*/ 201922 w 362309"/>
              <a:gd name="connsiteY53" fmla="*/ 249614 h 361971"/>
              <a:gd name="connsiteX54" fmla="*/ 199366 w 362309"/>
              <a:gd name="connsiteY54" fmla="*/ 241315 h 361971"/>
              <a:gd name="connsiteX55" fmla="*/ 199366 w 362309"/>
              <a:gd name="connsiteY55" fmla="*/ 240676 h 361971"/>
              <a:gd name="connsiteX56" fmla="*/ 209590 w 362309"/>
              <a:gd name="connsiteY56" fmla="*/ 211310 h 361971"/>
              <a:gd name="connsiteX57" fmla="*/ 201283 w 362309"/>
              <a:gd name="connsiteY57" fmla="*/ 163430 h 361971"/>
              <a:gd name="connsiteX58" fmla="*/ 183391 w 362309"/>
              <a:gd name="connsiteY58" fmla="*/ 155769 h 361971"/>
              <a:gd name="connsiteX59" fmla="*/ 158470 w 362309"/>
              <a:gd name="connsiteY59" fmla="*/ 180667 h 361971"/>
              <a:gd name="connsiteX60" fmla="*/ 159109 w 362309"/>
              <a:gd name="connsiteY60" fmla="*/ 184497 h 361971"/>
              <a:gd name="connsiteX61" fmla="*/ 141856 w 362309"/>
              <a:gd name="connsiteY61" fmla="*/ 229823 h 361971"/>
              <a:gd name="connsiteX62" fmla="*/ 132911 w 362309"/>
              <a:gd name="connsiteY62" fmla="*/ 227270 h 361971"/>
              <a:gd name="connsiteX63" fmla="*/ 132911 w 362309"/>
              <a:gd name="connsiteY63" fmla="*/ 227270 h 361971"/>
              <a:gd name="connsiteX64" fmla="*/ 135466 w 362309"/>
              <a:gd name="connsiteY64" fmla="*/ 218332 h 361971"/>
              <a:gd name="connsiteX65" fmla="*/ 146969 w 362309"/>
              <a:gd name="connsiteY65" fmla="*/ 185774 h 361971"/>
              <a:gd name="connsiteX66" fmla="*/ 175084 w 362309"/>
              <a:gd name="connsiteY66" fmla="*/ 143001 h 361971"/>
              <a:gd name="connsiteX67" fmla="*/ 184030 w 362309"/>
              <a:gd name="connsiteY67" fmla="*/ 142363 h 361971"/>
              <a:gd name="connsiteX68" fmla="*/ 211507 w 362309"/>
              <a:gd name="connsiteY68" fmla="*/ 154492 h 361971"/>
              <a:gd name="connsiteX69" fmla="*/ 221731 w 362309"/>
              <a:gd name="connsiteY69" fmla="*/ 213863 h 361971"/>
              <a:gd name="connsiteX70" fmla="*/ 221731 w 362309"/>
              <a:gd name="connsiteY70" fmla="*/ 213863 h 361971"/>
              <a:gd name="connsiteX71" fmla="*/ 276045 w 362309"/>
              <a:gd name="connsiteY71" fmla="*/ 240038 h 361971"/>
              <a:gd name="connsiteX72" fmla="*/ 240261 w 362309"/>
              <a:gd name="connsiteY72" fmla="*/ 275788 h 361971"/>
              <a:gd name="connsiteX73" fmla="*/ 230038 w 362309"/>
              <a:gd name="connsiteY73" fmla="*/ 275788 h 361971"/>
              <a:gd name="connsiteX74" fmla="*/ 223648 w 362309"/>
              <a:gd name="connsiteY74" fmla="*/ 269404 h 361971"/>
              <a:gd name="connsiteX75" fmla="*/ 230038 w 362309"/>
              <a:gd name="connsiteY75" fmla="*/ 263020 h 361971"/>
              <a:gd name="connsiteX76" fmla="*/ 240261 w 362309"/>
              <a:gd name="connsiteY76" fmla="*/ 263020 h 361971"/>
              <a:gd name="connsiteX77" fmla="*/ 263265 w 362309"/>
              <a:gd name="connsiteY77" fmla="*/ 240038 h 361971"/>
              <a:gd name="connsiteX78" fmla="*/ 263265 w 362309"/>
              <a:gd name="connsiteY78" fmla="*/ 229823 h 361971"/>
              <a:gd name="connsiteX79" fmla="*/ 269655 w 362309"/>
              <a:gd name="connsiteY79" fmla="*/ 223439 h 361971"/>
              <a:gd name="connsiteX80" fmla="*/ 276045 w 362309"/>
              <a:gd name="connsiteY80" fmla="*/ 229823 h 361971"/>
              <a:gd name="connsiteX81" fmla="*/ 276045 w 362309"/>
              <a:gd name="connsiteY81" fmla="*/ 240038 h 361971"/>
              <a:gd name="connsiteX82" fmla="*/ 276045 w 362309"/>
              <a:gd name="connsiteY82" fmla="*/ 132149 h 361971"/>
              <a:gd name="connsiteX83" fmla="*/ 269655 w 362309"/>
              <a:gd name="connsiteY83" fmla="*/ 138533 h 361971"/>
              <a:gd name="connsiteX84" fmla="*/ 263265 w 362309"/>
              <a:gd name="connsiteY84" fmla="*/ 132149 h 361971"/>
              <a:gd name="connsiteX85" fmla="*/ 263265 w 362309"/>
              <a:gd name="connsiteY85" fmla="*/ 121934 h 361971"/>
              <a:gd name="connsiteX86" fmla="*/ 240261 w 362309"/>
              <a:gd name="connsiteY86" fmla="*/ 98952 h 361971"/>
              <a:gd name="connsiteX87" fmla="*/ 230038 w 362309"/>
              <a:gd name="connsiteY87" fmla="*/ 98952 h 361971"/>
              <a:gd name="connsiteX88" fmla="*/ 223648 w 362309"/>
              <a:gd name="connsiteY88" fmla="*/ 92568 h 361971"/>
              <a:gd name="connsiteX89" fmla="*/ 230038 w 362309"/>
              <a:gd name="connsiteY89" fmla="*/ 86184 h 361971"/>
              <a:gd name="connsiteX90" fmla="*/ 240261 w 362309"/>
              <a:gd name="connsiteY90" fmla="*/ 86184 h 361971"/>
              <a:gd name="connsiteX91" fmla="*/ 276045 w 362309"/>
              <a:gd name="connsiteY91" fmla="*/ 121934 h 361971"/>
              <a:gd name="connsiteX92" fmla="*/ 276045 w 362309"/>
              <a:gd name="connsiteY92" fmla="*/ 13214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2752" y="112358"/>
                </a:moveTo>
                <a:cubicBezTo>
                  <a:pt x="225565" y="112358"/>
                  <a:pt x="253680" y="145555"/>
                  <a:pt x="254319" y="197265"/>
                </a:cubicBezTo>
                <a:cubicBezTo>
                  <a:pt x="254319" y="201095"/>
                  <a:pt x="251763" y="203649"/>
                  <a:pt x="247929" y="203649"/>
                </a:cubicBezTo>
                <a:cubicBezTo>
                  <a:pt x="244095" y="203649"/>
                  <a:pt x="241540" y="201095"/>
                  <a:pt x="241540" y="197265"/>
                </a:cubicBezTo>
                <a:cubicBezTo>
                  <a:pt x="241540" y="152577"/>
                  <a:pt x="218536" y="125126"/>
                  <a:pt x="182752" y="125126"/>
                </a:cubicBezTo>
                <a:cubicBezTo>
                  <a:pt x="165499" y="125126"/>
                  <a:pt x="148885" y="133425"/>
                  <a:pt x="138022" y="147470"/>
                </a:cubicBezTo>
                <a:cubicBezTo>
                  <a:pt x="127160" y="160876"/>
                  <a:pt x="123965" y="178752"/>
                  <a:pt x="128438" y="195350"/>
                </a:cubicBezTo>
                <a:cubicBezTo>
                  <a:pt x="129076" y="198542"/>
                  <a:pt x="127160" y="202372"/>
                  <a:pt x="123965" y="203011"/>
                </a:cubicBezTo>
                <a:cubicBezTo>
                  <a:pt x="123965" y="203011"/>
                  <a:pt x="123965" y="203011"/>
                  <a:pt x="123965" y="203011"/>
                </a:cubicBezTo>
                <a:lnTo>
                  <a:pt x="122048" y="203011"/>
                </a:lnTo>
                <a:cubicBezTo>
                  <a:pt x="118853" y="203011"/>
                  <a:pt x="116297" y="201095"/>
                  <a:pt x="115658" y="197903"/>
                </a:cubicBezTo>
                <a:cubicBezTo>
                  <a:pt x="109907" y="177475"/>
                  <a:pt x="114380" y="155769"/>
                  <a:pt x="127799" y="138533"/>
                </a:cubicBezTo>
                <a:cubicBezTo>
                  <a:pt x="141217" y="122573"/>
                  <a:pt x="161026" y="112358"/>
                  <a:pt x="182752" y="112358"/>
                </a:cubicBezTo>
                <a:close/>
                <a:moveTo>
                  <a:pt x="86264" y="121934"/>
                </a:moveTo>
                <a:cubicBezTo>
                  <a:pt x="86264" y="97675"/>
                  <a:pt x="97766" y="86184"/>
                  <a:pt x="122048" y="86184"/>
                </a:cubicBezTo>
                <a:lnTo>
                  <a:pt x="132271" y="86184"/>
                </a:lnTo>
                <a:cubicBezTo>
                  <a:pt x="136106" y="86184"/>
                  <a:pt x="138661" y="88738"/>
                  <a:pt x="138661" y="92568"/>
                </a:cubicBezTo>
                <a:cubicBezTo>
                  <a:pt x="138661" y="96398"/>
                  <a:pt x="136106" y="98952"/>
                  <a:pt x="132271" y="98952"/>
                </a:cubicBezTo>
                <a:lnTo>
                  <a:pt x="122048" y="98952"/>
                </a:lnTo>
                <a:cubicBezTo>
                  <a:pt x="104795" y="98952"/>
                  <a:pt x="99044" y="104697"/>
                  <a:pt x="99044" y="121934"/>
                </a:cubicBezTo>
                <a:lnTo>
                  <a:pt x="99044" y="132149"/>
                </a:lnTo>
                <a:cubicBezTo>
                  <a:pt x="99044" y="135979"/>
                  <a:pt x="96488" y="138533"/>
                  <a:pt x="92654" y="138533"/>
                </a:cubicBezTo>
                <a:cubicBezTo>
                  <a:pt x="88820" y="138533"/>
                  <a:pt x="86264" y="135979"/>
                  <a:pt x="86264" y="132149"/>
                </a:cubicBezTo>
                <a:lnTo>
                  <a:pt x="86264" y="121934"/>
                </a:lnTo>
                <a:close/>
                <a:moveTo>
                  <a:pt x="132271" y="275788"/>
                </a:moveTo>
                <a:lnTo>
                  <a:pt x="122048" y="275788"/>
                </a:lnTo>
                <a:cubicBezTo>
                  <a:pt x="97766" y="275788"/>
                  <a:pt x="86264" y="264297"/>
                  <a:pt x="86264" y="240038"/>
                </a:cubicBezTo>
                <a:lnTo>
                  <a:pt x="86264" y="229823"/>
                </a:lnTo>
                <a:cubicBezTo>
                  <a:pt x="86264" y="225993"/>
                  <a:pt x="88820" y="223439"/>
                  <a:pt x="92654" y="223439"/>
                </a:cubicBezTo>
                <a:cubicBezTo>
                  <a:pt x="96488" y="223439"/>
                  <a:pt x="99044" y="225993"/>
                  <a:pt x="99044" y="229823"/>
                </a:cubicBezTo>
                <a:lnTo>
                  <a:pt x="99044" y="240038"/>
                </a:lnTo>
                <a:cubicBezTo>
                  <a:pt x="99044" y="257275"/>
                  <a:pt x="104795" y="263020"/>
                  <a:pt x="122048" y="263020"/>
                </a:cubicBezTo>
                <a:lnTo>
                  <a:pt x="132271" y="263020"/>
                </a:lnTo>
                <a:cubicBezTo>
                  <a:pt x="136106" y="263020"/>
                  <a:pt x="138661" y="265574"/>
                  <a:pt x="138661" y="269404"/>
                </a:cubicBezTo>
                <a:cubicBezTo>
                  <a:pt x="138661" y="273235"/>
                  <a:pt x="136106" y="275788"/>
                  <a:pt x="132271" y="275788"/>
                </a:cubicBezTo>
                <a:lnTo>
                  <a:pt x="132271" y="275788"/>
                </a:lnTo>
                <a:close/>
                <a:moveTo>
                  <a:pt x="168694" y="248975"/>
                </a:moveTo>
                <a:cubicBezTo>
                  <a:pt x="167416" y="250252"/>
                  <a:pt x="166138" y="250252"/>
                  <a:pt x="164221" y="250252"/>
                </a:cubicBezTo>
                <a:cubicBezTo>
                  <a:pt x="160387" y="250252"/>
                  <a:pt x="157831" y="247060"/>
                  <a:pt x="157831" y="243868"/>
                </a:cubicBezTo>
                <a:cubicBezTo>
                  <a:pt x="157831" y="241953"/>
                  <a:pt x="158470" y="240676"/>
                  <a:pt x="159748" y="239399"/>
                </a:cubicBezTo>
                <a:cubicBezTo>
                  <a:pt x="175723" y="225355"/>
                  <a:pt x="182113" y="203649"/>
                  <a:pt x="176362" y="183220"/>
                </a:cubicBezTo>
                <a:cubicBezTo>
                  <a:pt x="175723" y="180028"/>
                  <a:pt x="177640" y="176198"/>
                  <a:pt x="180835" y="175560"/>
                </a:cubicBezTo>
                <a:cubicBezTo>
                  <a:pt x="184030" y="174921"/>
                  <a:pt x="187864" y="176836"/>
                  <a:pt x="188503" y="180028"/>
                </a:cubicBezTo>
                <a:cubicBezTo>
                  <a:pt x="195532" y="204926"/>
                  <a:pt x="187864" y="231739"/>
                  <a:pt x="168694" y="248975"/>
                </a:cubicBezTo>
                <a:lnTo>
                  <a:pt x="168694" y="248975"/>
                </a:lnTo>
                <a:close/>
                <a:moveTo>
                  <a:pt x="221731" y="213863"/>
                </a:moveTo>
                <a:cubicBezTo>
                  <a:pt x="219814" y="225355"/>
                  <a:pt x="215980" y="236846"/>
                  <a:pt x="210229" y="247060"/>
                </a:cubicBezTo>
                <a:cubicBezTo>
                  <a:pt x="208312" y="250252"/>
                  <a:pt x="204478" y="251529"/>
                  <a:pt x="201922" y="249614"/>
                </a:cubicBezTo>
                <a:cubicBezTo>
                  <a:pt x="198727" y="247699"/>
                  <a:pt x="197449" y="243868"/>
                  <a:pt x="199366" y="241315"/>
                </a:cubicBezTo>
                <a:cubicBezTo>
                  <a:pt x="199366" y="241315"/>
                  <a:pt x="199366" y="241315"/>
                  <a:pt x="199366" y="240676"/>
                </a:cubicBezTo>
                <a:cubicBezTo>
                  <a:pt x="204478" y="231739"/>
                  <a:pt x="207673" y="221524"/>
                  <a:pt x="209590" y="211310"/>
                </a:cubicBezTo>
                <a:cubicBezTo>
                  <a:pt x="211507" y="199819"/>
                  <a:pt x="212146" y="175560"/>
                  <a:pt x="201283" y="163430"/>
                </a:cubicBezTo>
                <a:cubicBezTo>
                  <a:pt x="196810" y="158323"/>
                  <a:pt x="190420" y="155769"/>
                  <a:pt x="183391" y="155769"/>
                </a:cubicBezTo>
                <a:cubicBezTo>
                  <a:pt x="169333" y="155769"/>
                  <a:pt x="158470" y="166622"/>
                  <a:pt x="158470" y="180667"/>
                </a:cubicBezTo>
                <a:cubicBezTo>
                  <a:pt x="158470" y="181944"/>
                  <a:pt x="158470" y="183220"/>
                  <a:pt x="159109" y="184497"/>
                </a:cubicBezTo>
                <a:cubicBezTo>
                  <a:pt x="161026" y="194073"/>
                  <a:pt x="164860" y="217055"/>
                  <a:pt x="141856" y="229823"/>
                </a:cubicBezTo>
                <a:cubicBezTo>
                  <a:pt x="138661" y="231739"/>
                  <a:pt x="134828" y="230462"/>
                  <a:pt x="132911" y="227270"/>
                </a:cubicBezTo>
                <a:cubicBezTo>
                  <a:pt x="132911" y="227270"/>
                  <a:pt x="132911" y="227270"/>
                  <a:pt x="132911" y="227270"/>
                </a:cubicBezTo>
                <a:cubicBezTo>
                  <a:pt x="130994" y="224078"/>
                  <a:pt x="132271" y="220247"/>
                  <a:pt x="135466" y="218332"/>
                </a:cubicBezTo>
                <a:cubicBezTo>
                  <a:pt x="149524" y="210671"/>
                  <a:pt x="148885" y="197903"/>
                  <a:pt x="146969" y="185774"/>
                </a:cubicBezTo>
                <a:cubicBezTo>
                  <a:pt x="143134" y="165984"/>
                  <a:pt x="155914" y="146832"/>
                  <a:pt x="175084" y="143001"/>
                </a:cubicBezTo>
                <a:cubicBezTo>
                  <a:pt x="178279" y="142363"/>
                  <a:pt x="180835" y="142363"/>
                  <a:pt x="184030" y="142363"/>
                </a:cubicBezTo>
                <a:cubicBezTo>
                  <a:pt x="194893" y="141724"/>
                  <a:pt x="204478" y="146193"/>
                  <a:pt x="211507" y="154492"/>
                </a:cubicBezTo>
                <a:cubicBezTo>
                  <a:pt x="226843" y="174921"/>
                  <a:pt x="222370" y="210033"/>
                  <a:pt x="221731" y="213863"/>
                </a:cubicBezTo>
                <a:lnTo>
                  <a:pt x="221731" y="213863"/>
                </a:lnTo>
                <a:close/>
                <a:moveTo>
                  <a:pt x="276045" y="240038"/>
                </a:moveTo>
                <a:cubicBezTo>
                  <a:pt x="276045" y="264297"/>
                  <a:pt x="264543" y="275788"/>
                  <a:pt x="240261" y="275788"/>
                </a:cubicBezTo>
                <a:lnTo>
                  <a:pt x="230038" y="275788"/>
                </a:lnTo>
                <a:cubicBezTo>
                  <a:pt x="226204" y="275788"/>
                  <a:pt x="223648" y="273235"/>
                  <a:pt x="223648" y="269404"/>
                </a:cubicBezTo>
                <a:cubicBezTo>
                  <a:pt x="223648" y="265574"/>
                  <a:pt x="226204" y="263020"/>
                  <a:pt x="230038" y="263020"/>
                </a:cubicBezTo>
                <a:lnTo>
                  <a:pt x="240261" y="263020"/>
                </a:lnTo>
                <a:cubicBezTo>
                  <a:pt x="257514" y="263020"/>
                  <a:pt x="263265" y="257275"/>
                  <a:pt x="263265" y="240038"/>
                </a:cubicBezTo>
                <a:lnTo>
                  <a:pt x="263265" y="229823"/>
                </a:lnTo>
                <a:cubicBezTo>
                  <a:pt x="263265" y="225993"/>
                  <a:pt x="265821" y="223439"/>
                  <a:pt x="269655" y="223439"/>
                </a:cubicBezTo>
                <a:cubicBezTo>
                  <a:pt x="273489" y="223439"/>
                  <a:pt x="276045" y="225993"/>
                  <a:pt x="276045" y="229823"/>
                </a:cubicBezTo>
                <a:lnTo>
                  <a:pt x="276045" y="240038"/>
                </a:lnTo>
                <a:close/>
                <a:moveTo>
                  <a:pt x="276045" y="132149"/>
                </a:moveTo>
                <a:cubicBezTo>
                  <a:pt x="276045" y="135979"/>
                  <a:pt x="273489" y="138533"/>
                  <a:pt x="269655" y="138533"/>
                </a:cubicBezTo>
                <a:cubicBezTo>
                  <a:pt x="265821" y="138533"/>
                  <a:pt x="263265" y="135979"/>
                  <a:pt x="263265" y="132149"/>
                </a:cubicBezTo>
                <a:lnTo>
                  <a:pt x="263265" y="121934"/>
                </a:lnTo>
                <a:cubicBezTo>
                  <a:pt x="263265" y="104697"/>
                  <a:pt x="257514" y="98952"/>
                  <a:pt x="240261" y="98952"/>
                </a:cubicBezTo>
                <a:lnTo>
                  <a:pt x="230038" y="98952"/>
                </a:lnTo>
                <a:cubicBezTo>
                  <a:pt x="226204" y="98952"/>
                  <a:pt x="223648" y="96398"/>
                  <a:pt x="223648" y="92568"/>
                </a:cubicBezTo>
                <a:cubicBezTo>
                  <a:pt x="223648" y="88738"/>
                  <a:pt x="226204" y="86184"/>
                  <a:pt x="230038" y="86184"/>
                </a:cubicBezTo>
                <a:lnTo>
                  <a:pt x="240261" y="86184"/>
                </a:lnTo>
                <a:cubicBezTo>
                  <a:pt x="264543" y="86184"/>
                  <a:pt x="276045" y="97675"/>
                  <a:pt x="276045" y="121934"/>
                </a:cubicBezTo>
                <a:lnTo>
                  <a:pt x="276045" y="132149"/>
                </a:lnTo>
                <a:close/>
              </a:path>
            </a:pathLst>
          </a:custGeom>
          <a:solidFill>
            <a:srgbClr val="26890D"/>
          </a:solidFill>
          <a:ln w="6390" cap="flat">
            <a:noFill/>
            <a:prstDash val="solid"/>
            <a:miter/>
          </a:ln>
        </p:spPr>
        <p:txBody>
          <a:bodyPr rtlCol="0" anchor="ctr"/>
          <a:lstStyle/>
          <a:p>
            <a:endParaRPr lang="en-US"/>
          </a:p>
        </p:txBody>
      </p:sp>
      <p:grpSp>
        <p:nvGrpSpPr>
          <p:cNvPr id="635" name="Graphic 4">
            <a:extLst>
              <a:ext uri="{FF2B5EF4-FFF2-40B4-BE49-F238E27FC236}">
                <a16:creationId xmlns:a16="http://schemas.microsoft.com/office/drawing/2014/main" id="{31E4F11F-25EF-1B4F-8DD9-BC7111116466}"/>
              </a:ext>
            </a:extLst>
          </p:cNvPr>
          <p:cNvGrpSpPr/>
          <p:nvPr/>
        </p:nvGrpSpPr>
        <p:grpSpPr>
          <a:xfrm>
            <a:off x="4045469" y="2855717"/>
            <a:ext cx="362309" cy="361971"/>
            <a:chOff x="4045469" y="2855717"/>
            <a:chExt cx="362309" cy="361971"/>
          </a:xfrm>
          <a:solidFill>
            <a:srgbClr val="26890D"/>
          </a:solidFill>
        </p:grpSpPr>
        <p:sp>
          <p:nvSpPr>
            <p:cNvPr id="636" name="Graphic 4">
              <a:extLst>
                <a:ext uri="{FF2B5EF4-FFF2-40B4-BE49-F238E27FC236}">
                  <a16:creationId xmlns:a16="http://schemas.microsoft.com/office/drawing/2014/main" id="{A2EC22DF-DE0B-F34B-90EC-B20D3761278B}"/>
                </a:ext>
              </a:extLst>
            </p:cNvPr>
            <p:cNvSpPr/>
            <p:nvPr/>
          </p:nvSpPr>
          <p:spPr>
            <a:xfrm>
              <a:off x="4178974" y="2983991"/>
              <a:ext cx="29437" cy="28771"/>
            </a:xfrm>
            <a:custGeom>
              <a:avLst/>
              <a:gdLst>
                <a:gd name="connsiteX0" fmla="*/ 15380 w 29437"/>
                <a:gd name="connsiteY0" fmla="*/ 44 h 28771"/>
                <a:gd name="connsiteX1" fmla="*/ 15380 w 29437"/>
                <a:gd name="connsiteY1" fmla="*/ 44 h 28771"/>
                <a:gd name="connsiteX2" fmla="*/ 44 w 29437"/>
                <a:gd name="connsiteY2" fmla="*/ 13450 h 28771"/>
                <a:gd name="connsiteX3" fmla="*/ 13463 w 29437"/>
                <a:gd name="connsiteY3" fmla="*/ 28772 h 28771"/>
                <a:gd name="connsiteX4" fmla="*/ 15380 w 29437"/>
                <a:gd name="connsiteY4" fmla="*/ 28772 h 28771"/>
                <a:gd name="connsiteX5" fmla="*/ 15380 w 29437"/>
                <a:gd name="connsiteY5" fmla="*/ 28772 h 28771"/>
                <a:gd name="connsiteX6" fmla="*/ 29438 w 29437"/>
                <a:gd name="connsiteY6" fmla="*/ 14089 h 28771"/>
                <a:gd name="connsiteX7" fmla="*/ 25604 w 29437"/>
                <a:gd name="connsiteY7" fmla="*/ 3874 h 28771"/>
                <a:gd name="connsiteX8" fmla="*/ 15380 w 29437"/>
                <a:gd name="connsiteY8" fmla="*/ 44 h 28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437" h="28771">
                  <a:moveTo>
                    <a:pt x="15380" y="44"/>
                  </a:moveTo>
                  <a:lnTo>
                    <a:pt x="15380" y="44"/>
                  </a:lnTo>
                  <a:cubicBezTo>
                    <a:pt x="7712" y="-594"/>
                    <a:pt x="683" y="5790"/>
                    <a:pt x="44" y="13450"/>
                  </a:cubicBezTo>
                  <a:cubicBezTo>
                    <a:pt x="-595" y="21111"/>
                    <a:pt x="5795" y="28134"/>
                    <a:pt x="13463" y="28772"/>
                  </a:cubicBezTo>
                  <a:cubicBezTo>
                    <a:pt x="14102" y="28772"/>
                    <a:pt x="14741" y="28772"/>
                    <a:pt x="15380" y="28772"/>
                  </a:cubicBezTo>
                  <a:lnTo>
                    <a:pt x="15380" y="28772"/>
                  </a:lnTo>
                  <a:cubicBezTo>
                    <a:pt x="23048" y="28772"/>
                    <a:pt x="29438" y="22388"/>
                    <a:pt x="29438" y="14089"/>
                  </a:cubicBezTo>
                  <a:cubicBezTo>
                    <a:pt x="29438" y="10258"/>
                    <a:pt x="28160" y="6428"/>
                    <a:pt x="25604" y="3874"/>
                  </a:cubicBezTo>
                  <a:cubicBezTo>
                    <a:pt x="23048" y="1321"/>
                    <a:pt x="19214" y="44"/>
                    <a:pt x="15380" y="44"/>
                  </a:cubicBezTo>
                  <a:close/>
                </a:path>
              </a:pathLst>
            </a:custGeom>
            <a:solidFill>
              <a:srgbClr val="26890D"/>
            </a:solidFill>
            <a:ln w="6390" cap="flat">
              <a:noFill/>
              <a:prstDash val="solid"/>
              <a:miter/>
            </a:ln>
          </p:spPr>
          <p:txBody>
            <a:bodyPr rtlCol="0" anchor="ctr"/>
            <a:lstStyle/>
            <a:p>
              <a:endParaRPr lang="en-US"/>
            </a:p>
          </p:txBody>
        </p:sp>
        <p:sp>
          <p:nvSpPr>
            <p:cNvPr id="637" name="Graphic 4">
              <a:extLst>
                <a:ext uri="{FF2B5EF4-FFF2-40B4-BE49-F238E27FC236}">
                  <a16:creationId xmlns:a16="http://schemas.microsoft.com/office/drawing/2014/main" id="{678154EB-1548-9942-BCFF-087AF8C7AEBD}"/>
                </a:ext>
              </a:extLst>
            </p:cNvPr>
            <p:cNvSpPr/>
            <p:nvPr/>
          </p:nvSpPr>
          <p:spPr>
            <a:xfrm>
              <a:off x="4147069" y="2934879"/>
              <a:ext cx="92654" cy="167898"/>
            </a:xfrm>
            <a:custGeom>
              <a:avLst/>
              <a:gdLst>
                <a:gd name="connsiteX0" fmla="*/ 92654 w 92654"/>
                <a:gd name="connsiteY0" fmla="*/ 166622 h 167898"/>
                <a:gd name="connsiteX1" fmla="*/ 92654 w 92654"/>
                <a:gd name="connsiteY1" fmla="*/ 84268 h 167898"/>
                <a:gd name="connsiteX2" fmla="*/ 82430 w 92654"/>
                <a:gd name="connsiteY2" fmla="*/ 60648 h 167898"/>
                <a:gd name="connsiteX3" fmla="*/ 91376 w 92654"/>
                <a:gd name="connsiteY3" fmla="*/ 46603 h 167898"/>
                <a:gd name="connsiteX4" fmla="*/ 92654 w 92654"/>
                <a:gd name="connsiteY4" fmla="*/ 45965 h 167898"/>
                <a:gd name="connsiteX5" fmla="*/ 92654 w 92654"/>
                <a:gd name="connsiteY5" fmla="*/ 5746 h 167898"/>
                <a:gd name="connsiteX6" fmla="*/ 87542 w 92654"/>
                <a:gd name="connsiteY6" fmla="*/ 0 h 167898"/>
                <a:gd name="connsiteX7" fmla="*/ 87542 w 92654"/>
                <a:gd name="connsiteY7" fmla="*/ 0 h 167898"/>
                <a:gd name="connsiteX8" fmla="*/ 5751 w 92654"/>
                <a:gd name="connsiteY8" fmla="*/ 0 h 167898"/>
                <a:gd name="connsiteX9" fmla="*/ 0 w 92654"/>
                <a:gd name="connsiteY9" fmla="*/ 5746 h 167898"/>
                <a:gd name="connsiteX10" fmla="*/ 0 w 92654"/>
                <a:gd name="connsiteY10" fmla="*/ 5746 h 167898"/>
                <a:gd name="connsiteX11" fmla="*/ 0 w 92654"/>
                <a:gd name="connsiteY11" fmla="*/ 167899 h 167898"/>
                <a:gd name="connsiteX12" fmla="*/ 92654 w 92654"/>
                <a:gd name="connsiteY12" fmla="*/ 166622 h 167898"/>
                <a:gd name="connsiteX13" fmla="*/ 62621 w 92654"/>
                <a:gd name="connsiteY13" fmla="*/ 9576 h 167898"/>
                <a:gd name="connsiteX14" fmla="*/ 67733 w 92654"/>
                <a:gd name="connsiteY14" fmla="*/ 7022 h 167898"/>
                <a:gd name="connsiteX15" fmla="*/ 75401 w 92654"/>
                <a:gd name="connsiteY15" fmla="*/ 14045 h 167898"/>
                <a:gd name="connsiteX16" fmla="*/ 73484 w 92654"/>
                <a:gd name="connsiteY16" fmla="*/ 19790 h 167898"/>
                <a:gd name="connsiteX17" fmla="*/ 68372 w 92654"/>
                <a:gd name="connsiteY17" fmla="*/ 22344 h 167898"/>
                <a:gd name="connsiteX18" fmla="*/ 68372 w 92654"/>
                <a:gd name="connsiteY18" fmla="*/ 22344 h 167898"/>
                <a:gd name="connsiteX19" fmla="*/ 63261 w 92654"/>
                <a:gd name="connsiteY19" fmla="*/ 20429 h 167898"/>
                <a:gd name="connsiteX20" fmla="*/ 60704 w 92654"/>
                <a:gd name="connsiteY20" fmla="*/ 15322 h 167898"/>
                <a:gd name="connsiteX21" fmla="*/ 62621 w 92654"/>
                <a:gd name="connsiteY21" fmla="*/ 9576 h 167898"/>
                <a:gd name="connsiteX22" fmla="*/ 74762 w 92654"/>
                <a:gd name="connsiteY22" fmla="*/ 63201 h 167898"/>
                <a:gd name="connsiteX23" fmla="*/ 47925 w 92654"/>
                <a:gd name="connsiteY23" fmla="*/ 90014 h 167898"/>
                <a:gd name="connsiteX24" fmla="*/ 47925 w 92654"/>
                <a:gd name="connsiteY24" fmla="*/ 90014 h 167898"/>
                <a:gd name="connsiteX25" fmla="*/ 47925 w 92654"/>
                <a:gd name="connsiteY25" fmla="*/ 90014 h 167898"/>
                <a:gd name="connsiteX26" fmla="*/ 22365 w 92654"/>
                <a:gd name="connsiteY26" fmla="*/ 61286 h 167898"/>
                <a:gd name="connsiteX27" fmla="*/ 47925 w 92654"/>
                <a:gd name="connsiteY27" fmla="*/ 35750 h 167898"/>
                <a:gd name="connsiteX28" fmla="*/ 47925 w 92654"/>
                <a:gd name="connsiteY28" fmla="*/ 35750 h 167898"/>
                <a:gd name="connsiteX29" fmla="*/ 74762 w 92654"/>
                <a:gd name="connsiteY29" fmla="*/ 63201 h 167898"/>
                <a:gd name="connsiteX30" fmla="*/ 74762 w 92654"/>
                <a:gd name="connsiteY30" fmla="*/ 63201 h 167898"/>
                <a:gd name="connsiteX31" fmla="*/ 74762 w 92654"/>
                <a:gd name="connsiteY31" fmla="*/ 63201 h 167898"/>
                <a:gd name="connsiteX32" fmla="*/ 26199 w 92654"/>
                <a:gd name="connsiteY32" fmla="*/ 8299 h 167898"/>
                <a:gd name="connsiteX33" fmla="*/ 48563 w 92654"/>
                <a:gd name="connsiteY33" fmla="*/ 8299 h 167898"/>
                <a:gd name="connsiteX34" fmla="*/ 54953 w 92654"/>
                <a:gd name="connsiteY34" fmla="*/ 14683 h 167898"/>
                <a:gd name="connsiteX35" fmla="*/ 48563 w 92654"/>
                <a:gd name="connsiteY35" fmla="*/ 21067 h 167898"/>
                <a:gd name="connsiteX36" fmla="*/ 25560 w 92654"/>
                <a:gd name="connsiteY36" fmla="*/ 21067 h 167898"/>
                <a:gd name="connsiteX37" fmla="*/ 19170 w 92654"/>
                <a:gd name="connsiteY37" fmla="*/ 14683 h 167898"/>
                <a:gd name="connsiteX38" fmla="*/ 26199 w 92654"/>
                <a:gd name="connsiteY38" fmla="*/ 8299 h 167898"/>
                <a:gd name="connsiteX39" fmla="*/ 26199 w 92654"/>
                <a:gd name="connsiteY39" fmla="*/ 8299 h 167898"/>
                <a:gd name="connsiteX40" fmla="*/ 17892 w 92654"/>
                <a:gd name="connsiteY40" fmla="*/ 108528 h 167898"/>
                <a:gd name="connsiteX41" fmla="*/ 47286 w 92654"/>
                <a:gd name="connsiteY41" fmla="*/ 96398 h 167898"/>
                <a:gd name="connsiteX42" fmla="*/ 47286 w 92654"/>
                <a:gd name="connsiteY42" fmla="*/ 96398 h 167898"/>
                <a:gd name="connsiteX43" fmla="*/ 88820 w 92654"/>
                <a:gd name="connsiteY43" fmla="*/ 137894 h 167898"/>
                <a:gd name="connsiteX44" fmla="*/ 82430 w 92654"/>
                <a:gd name="connsiteY44" fmla="*/ 144278 h 167898"/>
                <a:gd name="connsiteX45" fmla="*/ 82430 w 92654"/>
                <a:gd name="connsiteY45" fmla="*/ 144278 h 167898"/>
                <a:gd name="connsiteX46" fmla="*/ 76040 w 92654"/>
                <a:gd name="connsiteY46" fmla="*/ 137894 h 167898"/>
                <a:gd name="connsiteX47" fmla="*/ 47286 w 92654"/>
                <a:gd name="connsiteY47" fmla="*/ 109166 h 167898"/>
                <a:gd name="connsiteX48" fmla="*/ 47286 w 92654"/>
                <a:gd name="connsiteY48" fmla="*/ 109166 h 167898"/>
                <a:gd name="connsiteX49" fmla="*/ 18531 w 92654"/>
                <a:gd name="connsiteY49" fmla="*/ 137894 h 167898"/>
                <a:gd name="connsiteX50" fmla="*/ 18531 w 92654"/>
                <a:gd name="connsiteY50" fmla="*/ 137894 h 167898"/>
                <a:gd name="connsiteX51" fmla="*/ 12141 w 92654"/>
                <a:gd name="connsiteY51" fmla="*/ 144278 h 167898"/>
                <a:gd name="connsiteX52" fmla="*/ 12141 w 92654"/>
                <a:gd name="connsiteY52" fmla="*/ 144278 h 167898"/>
                <a:gd name="connsiteX53" fmla="*/ 5751 w 92654"/>
                <a:gd name="connsiteY53" fmla="*/ 137894 h 167898"/>
                <a:gd name="connsiteX54" fmla="*/ 17892 w 92654"/>
                <a:gd name="connsiteY54" fmla="*/ 108528 h 167898"/>
                <a:gd name="connsiteX55" fmla="*/ 17892 w 92654"/>
                <a:gd name="connsiteY55" fmla="*/ 108528 h 16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2654" h="167898">
                  <a:moveTo>
                    <a:pt x="92654" y="166622"/>
                  </a:moveTo>
                  <a:lnTo>
                    <a:pt x="92654" y="84268"/>
                  </a:lnTo>
                  <a:cubicBezTo>
                    <a:pt x="86264" y="77884"/>
                    <a:pt x="82430" y="69585"/>
                    <a:pt x="82430" y="60648"/>
                  </a:cubicBezTo>
                  <a:cubicBezTo>
                    <a:pt x="82430" y="54902"/>
                    <a:pt x="85625" y="49157"/>
                    <a:pt x="91376" y="46603"/>
                  </a:cubicBezTo>
                  <a:lnTo>
                    <a:pt x="92654" y="45965"/>
                  </a:lnTo>
                  <a:lnTo>
                    <a:pt x="92654" y="5746"/>
                  </a:lnTo>
                  <a:cubicBezTo>
                    <a:pt x="92654" y="2554"/>
                    <a:pt x="90098" y="0"/>
                    <a:pt x="87542" y="0"/>
                  </a:cubicBezTo>
                  <a:cubicBezTo>
                    <a:pt x="87542" y="0"/>
                    <a:pt x="87542" y="0"/>
                    <a:pt x="87542" y="0"/>
                  </a:cubicBezTo>
                  <a:lnTo>
                    <a:pt x="5751" y="0"/>
                  </a:lnTo>
                  <a:cubicBezTo>
                    <a:pt x="2556" y="0"/>
                    <a:pt x="0" y="2554"/>
                    <a:pt x="0" y="5746"/>
                  </a:cubicBezTo>
                  <a:cubicBezTo>
                    <a:pt x="0" y="5746"/>
                    <a:pt x="0" y="5746"/>
                    <a:pt x="0" y="5746"/>
                  </a:cubicBezTo>
                  <a:lnTo>
                    <a:pt x="0" y="167899"/>
                  </a:lnTo>
                  <a:lnTo>
                    <a:pt x="92654" y="166622"/>
                  </a:lnTo>
                  <a:close/>
                  <a:moveTo>
                    <a:pt x="62621" y="9576"/>
                  </a:moveTo>
                  <a:cubicBezTo>
                    <a:pt x="63899" y="8299"/>
                    <a:pt x="65816" y="7022"/>
                    <a:pt x="67733" y="7022"/>
                  </a:cubicBezTo>
                  <a:cubicBezTo>
                    <a:pt x="72206" y="7022"/>
                    <a:pt x="75401" y="10214"/>
                    <a:pt x="75401" y="14045"/>
                  </a:cubicBezTo>
                  <a:cubicBezTo>
                    <a:pt x="75401" y="15960"/>
                    <a:pt x="74762" y="17875"/>
                    <a:pt x="73484" y="19790"/>
                  </a:cubicBezTo>
                  <a:cubicBezTo>
                    <a:pt x="72206" y="21067"/>
                    <a:pt x="70289" y="22344"/>
                    <a:pt x="68372" y="22344"/>
                  </a:cubicBezTo>
                  <a:lnTo>
                    <a:pt x="68372" y="22344"/>
                  </a:lnTo>
                  <a:cubicBezTo>
                    <a:pt x="66456" y="22344"/>
                    <a:pt x="64538" y="21706"/>
                    <a:pt x="63261" y="20429"/>
                  </a:cubicBezTo>
                  <a:cubicBezTo>
                    <a:pt x="61982" y="19152"/>
                    <a:pt x="60704" y="17237"/>
                    <a:pt x="60704" y="15322"/>
                  </a:cubicBezTo>
                  <a:cubicBezTo>
                    <a:pt x="60704" y="12768"/>
                    <a:pt x="61343" y="10853"/>
                    <a:pt x="62621" y="9576"/>
                  </a:cubicBezTo>
                  <a:close/>
                  <a:moveTo>
                    <a:pt x="74762" y="63201"/>
                  </a:moveTo>
                  <a:cubicBezTo>
                    <a:pt x="74762" y="77884"/>
                    <a:pt x="62621" y="90014"/>
                    <a:pt x="47925" y="90014"/>
                  </a:cubicBezTo>
                  <a:cubicBezTo>
                    <a:pt x="47925" y="90014"/>
                    <a:pt x="47925" y="90014"/>
                    <a:pt x="47925" y="90014"/>
                  </a:cubicBezTo>
                  <a:lnTo>
                    <a:pt x="47925" y="90014"/>
                  </a:lnTo>
                  <a:cubicBezTo>
                    <a:pt x="33228" y="89376"/>
                    <a:pt x="21087" y="76608"/>
                    <a:pt x="22365" y="61286"/>
                  </a:cubicBezTo>
                  <a:cubicBezTo>
                    <a:pt x="23004" y="47241"/>
                    <a:pt x="34506" y="36389"/>
                    <a:pt x="47925" y="35750"/>
                  </a:cubicBezTo>
                  <a:lnTo>
                    <a:pt x="47925" y="35750"/>
                  </a:lnTo>
                  <a:cubicBezTo>
                    <a:pt x="62621" y="36389"/>
                    <a:pt x="74762" y="48518"/>
                    <a:pt x="74762" y="63201"/>
                  </a:cubicBezTo>
                  <a:cubicBezTo>
                    <a:pt x="74762" y="63201"/>
                    <a:pt x="74762" y="63201"/>
                    <a:pt x="74762" y="63201"/>
                  </a:cubicBezTo>
                  <a:lnTo>
                    <a:pt x="74762" y="63201"/>
                  </a:lnTo>
                  <a:close/>
                  <a:moveTo>
                    <a:pt x="26199" y="8299"/>
                  </a:moveTo>
                  <a:lnTo>
                    <a:pt x="48563" y="8299"/>
                  </a:lnTo>
                  <a:cubicBezTo>
                    <a:pt x="52398" y="8299"/>
                    <a:pt x="54953" y="10853"/>
                    <a:pt x="54953" y="14683"/>
                  </a:cubicBezTo>
                  <a:cubicBezTo>
                    <a:pt x="54953" y="18514"/>
                    <a:pt x="52398" y="21067"/>
                    <a:pt x="48563" y="21067"/>
                  </a:cubicBezTo>
                  <a:lnTo>
                    <a:pt x="25560" y="21067"/>
                  </a:lnTo>
                  <a:cubicBezTo>
                    <a:pt x="21726" y="21067"/>
                    <a:pt x="19170" y="18514"/>
                    <a:pt x="19170" y="14683"/>
                  </a:cubicBezTo>
                  <a:cubicBezTo>
                    <a:pt x="19170" y="10853"/>
                    <a:pt x="22365" y="8299"/>
                    <a:pt x="26199" y="8299"/>
                  </a:cubicBezTo>
                  <a:lnTo>
                    <a:pt x="26199" y="8299"/>
                  </a:lnTo>
                  <a:close/>
                  <a:moveTo>
                    <a:pt x="17892" y="108528"/>
                  </a:moveTo>
                  <a:cubicBezTo>
                    <a:pt x="25560" y="100867"/>
                    <a:pt x="36423" y="96398"/>
                    <a:pt x="47286" y="96398"/>
                  </a:cubicBezTo>
                  <a:lnTo>
                    <a:pt x="47286" y="96398"/>
                  </a:lnTo>
                  <a:cubicBezTo>
                    <a:pt x="70289" y="96398"/>
                    <a:pt x="88820" y="114912"/>
                    <a:pt x="88820" y="137894"/>
                  </a:cubicBezTo>
                  <a:cubicBezTo>
                    <a:pt x="88820" y="141724"/>
                    <a:pt x="86264" y="144278"/>
                    <a:pt x="82430" y="144278"/>
                  </a:cubicBezTo>
                  <a:lnTo>
                    <a:pt x="82430" y="144278"/>
                  </a:lnTo>
                  <a:cubicBezTo>
                    <a:pt x="78596" y="144278"/>
                    <a:pt x="76040" y="141724"/>
                    <a:pt x="76040" y="137894"/>
                  </a:cubicBezTo>
                  <a:cubicBezTo>
                    <a:pt x="76040" y="121934"/>
                    <a:pt x="63261" y="109166"/>
                    <a:pt x="47286" y="109166"/>
                  </a:cubicBezTo>
                  <a:lnTo>
                    <a:pt x="47286" y="109166"/>
                  </a:lnTo>
                  <a:cubicBezTo>
                    <a:pt x="31311" y="109166"/>
                    <a:pt x="18531" y="121934"/>
                    <a:pt x="18531" y="137894"/>
                  </a:cubicBezTo>
                  <a:cubicBezTo>
                    <a:pt x="18531" y="137894"/>
                    <a:pt x="18531" y="137894"/>
                    <a:pt x="18531" y="137894"/>
                  </a:cubicBezTo>
                  <a:cubicBezTo>
                    <a:pt x="18531" y="141724"/>
                    <a:pt x="15975" y="144278"/>
                    <a:pt x="12141" y="144278"/>
                  </a:cubicBezTo>
                  <a:lnTo>
                    <a:pt x="12141" y="144278"/>
                  </a:lnTo>
                  <a:cubicBezTo>
                    <a:pt x="8307" y="144278"/>
                    <a:pt x="5751" y="141724"/>
                    <a:pt x="5751" y="137894"/>
                  </a:cubicBezTo>
                  <a:cubicBezTo>
                    <a:pt x="5751" y="127041"/>
                    <a:pt x="10224" y="116188"/>
                    <a:pt x="17892" y="108528"/>
                  </a:cubicBezTo>
                  <a:lnTo>
                    <a:pt x="17892" y="108528"/>
                  </a:lnTo>
                  <a:close/>
                </a:path>
              </a:pathLst>
            </a:custGeom>
            <a:solidFill>
              <a:srgbClr val="26890D"/>
            </a:solidFill>
            <a:ln w="6390" cap="flat">
              <a:noFill/>
              <a:prstDash val="solid"/>
              <a:miter/>
            </a:ln>
          </p:spPr>
          <p:txBody>
            <a:bodyPr rtlCol="0" anchor="ctr"/>
            <a:lstStyle/>
            <a:p>
              <a:endParaRPr lang="en-US"/>
            </a:p>
          </p:txBody>
        </p:sp>
        <p:sp>
          <p:nvSpPr>
            <p:cNvPr id="638" name="Graphic 4">
              <a:extLst>
                <a:ext uri="{FF2B5EF4-FFF2-40B4-BE49-F238E27FC236}">
                  <a16:creationId xmlns:a16="http://schemas.microsoft.com/office/drawing/2014/main" id="{81F1940F-178E-184C-810B-B7D0666BCC12}"/>
                </a:ext>
              </a:extLst>
            </p:cNvPr>
            <p:cNvSpPr/>
            <p:nvPr/>
          </p:nvSpPr>
          <p:spPr>
            <a:xfrm>
              <a:off x="4045469" y="28557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85630 w 362309"/>
                <a:gd name="connsiteY6" fmla="*/ 244506 h 361971"/>
                <a:gd name="connsiteX7" fmla="*/ 280518 w 362309"/>
                <a:gd name="connsiteY7" fmla="*/ 247060 h 361971"/>
                <a:gd name="connsiteX8" fmla="*/ 276045 w 362309"/>
                <a:gd name="connsiteY8" fmla="*/ 245783 h 361971"/>
                <a:gd name="connsiteX9" fmla="*/ 270295 w 362309"/>
                <a:gd name="connsiteY9" fmla="*/ 240676 h 361971"/>
                <a:gd name="connsiteX10" fmla="*/ 264544 w 362309"/>
                <a:gd name="connsiteY10" fmla="*/ 233015 h 361971"/>
                <a:gd name="connsiteX11" fmla="*/ 249208 w 362309"/>
                <a:gd name="connsiteY11" fmla="*/ 199180 h 361971"/>
                <a:gd name="connsiteX12" fmla="*/ 244735 w 362309"/>
                <a:gd name="connsiteY12" fmla="*/ 189604 h 361971"/>
                <a:gd name="connsiteX13" fmla="*/ 235150 w 362309"/>
                <a:gd name="connsiteY13" fmla="*/ 173006 h 361971"/>
                <a:gd name="connsiteX14" fmla="*/ 219814 w 362309"/>
                <a:gd name="connsiteY14" fmla="*/ 157046 h 361971"/>
                <a:gd name="connsiteX15" fmla="*/ 217897 w 362309"/>
                <a:gd name="connsiteY15" fmla="*/ 155131 h 361971"/>
                <a:gd name="connsiteX16" fmla="*/ 216619 w 362309"/>
                <a:gd name="connsiteY16" fmla="*/ 153854 h 361971"/>
                <a:gd name="connsiteX17" fmla="*/ 196171 w 362309"/>
                <a:gd name="connsiteY17" fmla="*/ 139171 h 361971"/>
                <a:gd name="connsiteX18" fmla="*/ 195532 w 362309"/>
                <a:gd name="connsiteY18" fmla="*/ 141724 h 361971"/>
                <a:gd name="connsiteX19" fmla="*/ 210229 w 362309"/>
                <a:gd name="connsiteY19" fmla="*/ 162792 h 361971"/>
                <a:gd name="connsiteX20" fmla="*/ 212146 w 362309"/>
                <a:gd name="connsiteY20" fmla="*/ 165345 h 361971"/>
                <a:gd name="connsiteX21" fmla="*/ 225565 w 362309"/>
                <a:gd name="connsiteY21" fmla="*/ 188966 h 361971"/>
                <a:gd name="connsiteX22" fmla="*/ 225565 w 362309"/>
                <a:gd name="connsiteY22" fmla="*/ 194073 h 361971"/>
                <a:gd name="connsiteX23" fmla="*/ 225565 w 362309"/>
                <a:gd name="connsiteY23" fmla="*/ 195350 h 361971"/>
                <a:gd name="connsiteX24" fmla="*/ 226204 w 362309"/>
                <a:gd name="connsiteY24" fmla="*/ 231738 h 361971"/>
                <a:gd name="connsiteX25" fmla="*/ 225565 w 362309"/>
                <a:gd name="connsiteY25" fmla="*/ 240676 h 361971"/>
                <a:gd name="connsiteX26" fmla="*/ 221092 w 362309"/>
                <a:gd name="connsiteY26" fmla="*/ 242591 h 361971"/>
                <a:gd name="connsiteX27" fmla="*/ 216619 w 362309"/>
                <a:gd name="connsiteY27" fmla="*/ 240676 h 361971"/>
                <a:gd name="connsiteX28" fmla="*/ 212785 w 362309"/>
                <a:gd name="connsiteY28" fmla="*/ 192796 h 361971"/>
                <a:gd name="connsiteX29" fmla="*/ 205117 w 362309"/>
                <a:gd name="connsiteY29" fmla="*/ 178752 h 361971"/>
                <a:gd name="connsiteX30" fmla="*/ 205117 w 362309"/>
                <a:gd name="connsiteY30" fmla="*/ 263020 h 361971"/>
                <a:gd name="connsiteX31" fmla="*/ 202561 w 362309"/>
                <a:gd name="connsiteY31" fmla="*/ 271958 h 361971"/>
                <a:gd name="connsiteX32" fmla="*/ 214063 w 362309"/>
                <a:gd name="connsiteY32" fmla="*/ 275788 h 361971"/>
                <a:gd name="connsiteX33" fmla="*/ 215341 w 362309"/>
                <a:gd name="connsiteY33" fmla="*/ 276426 h 361971"/>
                <a:gd name="connsiteX34" fmla="*/ 220453 w 362309"/>
                <a:gd name="connsiteY34" fmla="*/ 280257 h 361971"/>
                <a:gd name="connsiteX35" fmla="*/ 238984 w 362309"/>
                <a:gd name="connsiteY35" fmla="*/ 296855 h 361971"/>
                <a:gd name="connsiteX36" fmla="*/ 238984 w 362309"/>
                <a:gd name="connsiteY36" fmla="*/ 305793 h 361971"/>
                <a:gd name="connsiteX37" fmla="*/ 234511 w 362309"/>
                <a:gd name="connsiteY37" fmla="*/ 307708 h 361971"/>
                <a:gd name="connsiteX38" fmla="*/ 230038 w 362309"/>
                <a:gd name="connsiteY38" fmla="*/ 305793 h 361971"/>
                <a:gd name="connsiteX39" fmla="*/ 211507 w 362309"/>
                <a:gd name="connsiteY39" fmla="*/ 288556 h 361971"/>
                <a:gd name="connsiteX40" fmla="*/ 209590 w 362309"/>
                <a:gd name="connsiteY40" fmla="*/ 286641 h 361971"/>
                <a:gd name="connsiteX41" fmla="*/ 188503 w 362309"/>
                <a:gd name="connsiteY41" fmla="*/ 280257 h 361971"/>
                <a:gd name="connsiteX42" fmla="*/ 186586 w 362309"/>
                <a:gd name="connsiteY42" fmla="*/ 280257 h 361971"/>
                <a:gd name="connsiteX43" fmla="*/ 104795 w 362309"/>
                <a:gd name="connsiteY43" fmla="*/ 280257 h 361971"/>
                <a:gd name="connsiteX44" fmla="*/ 104795 w 362309"/>
                <a:gd name="connsiteY44" fmla="*/ 280257 h 361971"/>
                <a:gd name="connsiteX45" fmla="*/ 86264 w 362309"/>
                <a:gd name="connsiteY45" fmla="*/ 261743 h 361971"/>
                <a:gd name="connsiteX46" fmla="*/ 86264 w 362309"/>
                <a:gd name="connsiteY46" fmla="*/ 84268 h 361971"/>
                <a:gd name="connsiteX47" fmla="*/ 104795 w 362309"/>
                <a:gd name="connsiteY47" fmla="*/ 65755 h 361971"/>
                <a:gd name="connsiteX48" fmla="*/ 186586 w 362309"/>
                <a:gd name="connsiteY48" fmla="*/ 65755 h 361971"/>
                <a:gd name="connsiteX49" fmla="*/ 199366 w 362309"/>
                <a:gd name="connsiteY49" fmla="*/ 70862 h 361971"/>
                <a:gd name="connsiteX50" fmla="*/ 204478 w 362309"/>
                <a:gd name="connsiteY50" fmla="*/ 83630 h 361971"/>
                <a:gd name="connsiteX51" fmla="*/ 204478 w 362309"/>
                <a:gd name="connsiteY51" fmla="*/ 128318 h 361971"/>
                <a:gd name="connsiteX52" fmla="*/ 206395 w 362309"/>
                <a:gd name="connsiteY52" fmla="*/ 130233 h 361971"/>
                <a:gd name="connsiteX53" fmla="*/ 223009 w 362309"/>
                <a:gd name="connsiteY53" fmla="*/ 142363 h 361971"/>
                <a:gd name="connsiteX54" fmla="*/ 223648 w 362309"/>
                <a:gd name="connsiteY54" fmla="*/ 143001 h 361971"/>
                <a:gd name="connsiteX55" fmla="*/ 224926 w 362309"/>
                <a:gd name="connsiteY55" fmla="*/ 144278 h 361971"/>
                <a:gd name="connsiteX56" fmla="*/ 226843 w 362309"/>
                <a:gd name="connsiteY56" fmla="*/ 146193 h 361971"/>
                <a:gd name="connsiteX57" fmla="*/ 242179 w 362309"/>
                <a:gd name="connsiteY57" fmla="*/ 162153 h 361971"/>
                <a:gd name="connsiteX58" fmla="*/ 254959 w 362309"/>
                <a:gd name="connsiteY58" fmla="*/ 183220 h 361971"/>
                <a:gd name="connsiteX59" fmla="*/ 258792 w 362309"/>
                <a:gd name="connsiteY59" fmla="*/ 192158 h 361971"/>
                <a:gd name="connsiteX60" fmla="*/ 274128 w 362309"/>
                <a:gd name="connsiteY60" fmla="*/ 225993 h 361971"/>
                <a:gd name="connsiteX61" fmla="*/ 276685 w 362309"/>
                <a:gd name="connsiteY61" fmla="*/ 229823 h 361971"/>
                <a:gd name="connsiteX62" fmla="*/ 282435 w 362309"/>
                <a:gd name="connsiteY62" fmla="*/ 234292 h 361971"/>
                <a:gd name="connsiteX63" fmla="*/ 285630 w 362309"/>
                <a:gd name="connsiteY63" fmla="*/ 244506 h 361971"/>
                <a:gd name="connsiteX64" fmla="*/ 285630 w 362309"/>
                <a:gd name="connsiteY64" fmla="*/ 24450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2309" h="361971">
                  <a:moveTo>
                    <a:pt x="181474" y="0"/>
                  </a:moveTo>
                  <a:cubicBezTo>
                    <a:pt x="81152" y="0"/>
                    <a:pt x="0" y="81076"/>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lose/>
                  <a:moveTo>
                    <a:pt x="285630" y="244506"/>
                  </a:moveTo>
                  <a:cubicBezTo>
                    <a:pt x="284352" y="245783"/>
                    <a:pt x="282435" y="247060"/>
                    <a:pt x="280518" y="247060"/>
                  </a:cubicBezTo>
                  <a:cubicBezTo>
                    <a:pt x="279240" y="247060"/>
                    <a:pt x="277323" y="246422"/>
                    <a:pt x="276045" y="245783"/>
                  </a:cubicBezTo>
                  <a:lnTo>
                    <a:pt x="270295" y="240676"/>
                  </a:lnTo>
                  <a:cubicBezTo>
                    <a:pt x="267739" y="238761"/>
                    <a:pt x="266460" y="236207"/>
                    <a:pt x="264544" y="233015"/>
                  </a:cubicBezTo>
                  <a:lnTo>
                    <a:pt x="249208" y="199180"/>
                  </a:lnTo>
                  <a:cubicBezTo>
                    <a:pt x="247930" y="195988"/>
                    <a:pt x="246013" y="192796"/>
                    <a:pt x="244735" y="189604"/>
                  </a:cubicBezTo>
                  <a:cubicBezTo>
                    <a:pt x="242818" y="183220"/>
                    <a:pt x="239623" y="177475"/>
                    <a:pt x="235150" y="173006"/>
                  </a:cubicBezTo>
                  <a:lnTo>
                    <a:pt x="219814" y="157046"/>
                  </a:lnTo>
                  <a:cubicBezTo>
                    <a:pt x="219175" y="156408"/>
                    <a:pt x="218536" y="155769"/>
                    <a:pt x="217897" y="155131"/>
                  </a:cubicBezTo>
                  <a:lnTo>
                    <a:pt x="216619" y="153854"/>
                  </a:lnTo>
                  <a:lnTo>
                    <a:pt x="196171" y="139171"/>
                  </a:lnTo>
                  <a:cubicBezTo>
                    <a:pt x="195532" y="139809"/>
                    <a:pt x="195532" y="141086"/>
                    <a:pt x="195532" y="141724"/>
                  </a:cubicBezTo>
                  <a:cubicBezTo>
                    <a:pt x="194893" y="146832"/>
                    <a:pt x="198727" y="155131"/>
                    <a:pt x="210229" y="162792"/>
                  </a:cubicBezTo>
                  <a:cubicBezTo>
                    <a:pt x="210868" y="163430"/>
                    <a:pt x="212146" y="164068"/>
                    <a:pt x="212146" y="165345"/>
                  </a:cubicBezTo>
                  <a:lnTo>
                    <a:pt x="225565" y="188966"/>
                  </a:lnTo>
                  <a:cubicBezTo>
                    <a:pt x="226204" y="190881"/>
                    <a:pt x="226204" y="192796"/>
                    <a:pt x="225565" y="194073"/>
                  </a:cubicBezTo>
                  <a:cubicBezTo>
                    <a:pt x="225565" y="194711"/>
                    <a:pt x="225565" y="194711"/>
                    <a:pt x="225565" y="195350"/>
                  </a:cubicBezTo>
                  <a:cubicBezTo>
                    <a:pt x="215980" y="220886"/>
                    <a:pt x="222370" y="227270"/>
                    <a:pt x="226204" y="231738"/>
                  </a:cubicBezTo>
                  <a:cubicBezTo>
                    <a:pt x="228760" y="234292"/>
                    <a:pt x="228121" y="238122"/>
                    <a:pt x="225565" y="240676"/>
                  </a:cubicBezTo>
                  <a:cubicBezTo>
                    <a:pt x="224287" y="241953"/>
                    <a:pt x="223009" y="242591"/>
                    <a:pt x="221092" y="242591"/>
                  </a:cubicBezTo>
                  <a:cubicBezTo>
                    <a:pt x="219175" y="242591"/>
                    <a:pt x="217897" y="241953"/>
                    <a:pt x="216619" y="240676"/>
                  </a:cubicBezTo>
                  <a:cubicBezTo>
                    <a:pt x="207673" y="231100"/>
                    <a:pt x="203200" y="218971"/>
                    <a:pt x="212785" y="192796"/>
                  </a:cubicBezTo>
                  <a:lnTo>
                    <a:pt x="205117" y="178752"/>
                  </a:lnTo>
                  <a:lnTo>
                    <a:pt x="205117" y="263020"/>
                  </a:lnTo>
                  <a:cubicBezTo>
                    <a:pt x="205117" y="266212"/>
                    <a:pt x="204478" y="269404"/>
                    <a:pt x="202561" y="271958"/>
                  </a:cubicBezTo>
                  <a:lnTo>
                    <a:pt x="214063" y="275788"/>
                  </a:lnTo>
                  <a:cubicBezTo>
                    <a:pt x="214702" y="275788"/>
                    <a:pt x="214702" y="275788"/>
                    <a:pt x="215341" y="276426"/>
                  </a:cubicBezTo>
                  <a:cubicBezTo>
                    <a:pt x="217258" y="277703"/>
                    <a:pt x="218536" y="278980"/>
                    <a:pt x="220453" y="280257"/>
                  </a:cubicBezTo>
                  <a:lnTo>
                    <a:pt x="238984" y="296855"/>
                  </a:lnTo>
                  <a:cubicBezTo>
                    <a:pt x="241540" y="299409"/>
                    <a:pt x="241540" y="303239"/>
                    <a:pt x="238984" y="305793"/>
                  </a:cubicBezTo>
                  <a:cubicBezTo>
                    <a:pt x="237706" y="307069"/>
                    <a:pt x="236428" y="307708"/>
                    <a:pt x="234511" y="307708"/>
                  </a:cubicBezTo>
                  <a:cubicBezTo>
                    <a:pt x="232594" y="307708"/>
                    <a:pt x="231316" y="307069"/>
                    <a:pt x="230038" y="305793"/>
                  </a:cubicBezTo>
                  <a:lnTo>
                    <a:pt x="211507" y="288556"/>
                  </a:lnTo>
                  <a:cubicBezTo>
                    <a:pt x="210868" y="287917"/>
                    <a:pt x="210229" y="287279"/>
                    <a:pt x="209590" y="286641"/>
                  </a:cubicBezTo>
                  <a:lnTo>
                    <a:pt x="188503" y="280257"/>
                  </a:lnTo>
                  <a:lnTo>
                    <a:pt x="186586" y="280257"/>
                  </a:lnTo>
                  <a:lnTo>
                    <a:pt x="104795" y="280257"/>
                  </a:lnTo>
                  <a:lnTo>
                    <a:pt x="104795" y="280257"/>
                  </a:lnTo>
                  <a:cubicBezTo>
                    <a:pt x="94571" y="280257"/>
                    <a:pt x="86264" y="271958"/>
                    <a:pt x="86264" y="261743"/>
                  </a:cubicBezTo>
                  <a:lnTo>
                    <a:pt x="86264" y="84268"/>
                  </a:lnTo>
                  <a:cubicBezTo>
                    <a:pt x="86264" y="74054"/>
                    <a:pt x="94571" y="65755"/>
                    <a:pt x="104795" y="65755"/>
                  </a:cubicBezTo>
                  <a:lnTo>
                    <a:pt x="186586" y="65755"/>
                  </a:lnTo>
                  <a:cubicBezTo>
                    <a:pt x="191698" y="65755"/>
                    <a:pt x="196171" y="67670"/>
                    <a:pt x="199366" y="70862"/>
                  </a:cubicBezTo>
                  <a:cubicBezTo>
                    <a:pt x="202561" y="74054"/>
                    <a:pt x="204478" y="78523"/>
                    <a:pt x="204478" y="83630"/>
                  </a:cubicBezTo>
                  <a:lnTo>
                    <a:pt x="204478" y="128318"/>
                  </a:lnTo>
                  <a:lnTo>
                    <a:pt x="206395" y="130233"/>
                  </a:lnTo>
                  <a:lnTo>
                    <a:pt x="223009" y="142363"/>
                  </a:lnTo>
                  <a:cubicBezTo>
                    <a:pt x="223009" y="142363"/>
                    <a:pt x="223648" y="143001"/>
                    <a:pt x="223648" y="143001"/>
                  </a:cubicBezTo>
                  <a:lnTo>
                    <a:pt x="224926" y="144278"/>
                  </a:lnTo>
                  <a:lnTo>
                    <a:pt x="226843" y="146193"/>
                  </a:lnTo>
                  <a:lnTo>
                    <a:pt x="242179" y="162153"/>
                  </a:lnTo>
                  <a:cubicBezTo>
                    <a:pt x="247930" y="167899"/>
                    <a:pt x="252403" y="175560"/>
                    <a:pt x="254959" y="183220"/>
                  </a:cubicBezTo>
                  <a:cubicBezTo>
                    <a:pt x="256237" y="186412"/>
                    <a:pt x="257515" y="189604"/>
                    <a:pt x="258792" y="192158"/>
                  </a:cubicBezTo>
                  <a:lnTo>
                    <a:pt x="274128" y="225993"/>
                  </a:lnTo>
                  <a:cubicBezTo>
                    <a:pt x="274767" y="227270"/>
                    <a:pt x="276045" y="228546"/>
                    <a:pt x="276685" y="229823"/>
                  </a:cubicBezTo>
                  <a:lnTo>
                    <a:pt x="282435" y="234292"/>
                  </a:lnTo>
                  <a:cubicBezTo>
                    <a:pt x="288186" y="238122"/>
                    <a:pt x="288186" y="241953"/>
                    <a:pt x="285630" y="244506"/>
                  </a:cubicBezTo>
                  <a:cubicBezTo>
                    <a:pt x="285630" y="244506"/>
                    <a:pt x="285630" y="244506"/>
                    <a:pt x="285630" y="244506"/>
                  </a:cubicBezTo>
                  <a:close/>
                </a:path>
              </a:pathLst>
            </a:custGeom>
            <a:solidFill>
              <a:srgbClr val="26890D"/>
            </a:solidFill>
            <a:ln w="6390" cap="flat">
              <a:noFill/>
              <a:prstDash val="solid"/>
              <a:miter/>
            </a:ln>
          </p:spPr>
          <p:txBody>
            <a:bodyPr rtlCol="0" anchor="ctr"/>
            <a:lstStyle/>
            <a:p>
              <a:endParaRPr lang="en-US"/>
            </a:p>
          </p:txBody>
        </p:sp>
        <p:sp>
          <p:nvSpPr>
            <p:cNvPr id="639" name="Graphic 4">
              <a:extLst>
                <a:ext uri="{FF2B5EF4-FFF2-40B4-BE49-F238E27FC236}">
                  <a16:creationId xmlns:a16="http://schemas.microsoft.com/office/drawing/2014/main" id="{808B6544-4800-0148-A04B-30CCE62D2D9F}"/>
                </a:ext>
              </a:extLst>
            </p:cNvPr>
            <p:cNvSpPr/>
            <p:nvPr/>
          </p:nvSpPr>
          <p:spPr>
            <a:xfrm>
              <a:off x="4147069" y="3114269"/>
              <a:ext cx="92654" cy="9575"/>
            </a:xfrm>
            <a:custGeom>
              <a:avLst/>
              <a:gdLst>
                <a:gd name="connsiteX0" fmla="*/ 92654 w 92654"/>
                <a:gd name="connsiteY0" fmla="*/ 3830 h 9575"/>
                <a:gd name="connsiteX1" fmla="*/ 92654 w 92654"/>
                <a:gd name="connsiteY1" fmla="*/ 0 h 9575"/>
                <a:gd name="connsiteX2" fmla="*/ 0 w 92654"/>
                <a:gd name="connsiteY2" fmla="*/ 638 h 9575"/>
                <a:gd name="connsiteX3" fmla="*/ 0 w 92654"/>
                <a:gd name="connsiteY3" fmla="*/ 3830 h 9575"/>
                <a:gd name="connsiteX4" fmla="*/ 5751 w 92654"/>
                <a:gd name="connsiteY4" fmla="*/ 9576 h 9575"/>
                <a:gd name="connsiteX5" fmla="*/ 5751 w 92654"/>
                <a:gd name="connsiteY5" fmla="*/ 9576 h 9575"/>
                <a:gd name="connsiteX6" fmla="*/ 87542 w 92654"/>
                <a:gd name="connsiteY6" fmla="*/ 9576 h 9575"/>
                <a:gd name="connsiteX7" fmla="*/ 92654 w 92654"/>
                <a:gd name="connsiteY7" fmla="*/ 3830 h 9575"/>
                <a:gd name="connsiteX8" fmla="*/ 92654 w 92654"/>
                <a:gd name="connsiteY8" fmla="*/ 3830 h 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654" h="9575">
                  <a:moveTo>
                    <a:pt x="92654" y="3830"/>
                  </a:moveTo>
                  <a:lnTo>
                    <a:pt x="92654" y="0"/>
                  </a:lnTo>
                  <a:lnTo>
                    <a:pt x="0" y="638"/>
                  </a:lnTo>
                  <a:lnTo>
                    <a:pt x="0" y="3830"/>
                  </a:lnTo>
                  <a:cubicBezTo>
                    <a:pt x="0" y="7022"/>
                    <a:pt x="2556" y="9576"/>
                    <a:pt x="5751" y="9576"/>
                  </a:cubicBezTo>
                  <a:lnTo>
                    <a:pt x="5751" y="9576"/>
                  </a:lnTo>
                  <a:lnTo>
                    <a:pt x="87542" y="9576"/>
                  </a:lnTo>
                  <a:cubicBezTo>
                    <a:pt x="90098" y="9576"/>
                    <a:pt x="92654" y="7022"/>
                    <a:pt x="92654" y="3830"/>
                  </a:cubicBezTo>
                  <a:cubicBezTo>
                    <a:pt x="92654" y="3830"/>
                    <a:pt x="92654" y="3830"/>
                    <a:pt x="92654" y="3830"/>
                  </a:cubicBezTo>
                  <a:close/>
                </a:path>
              </a:pathLst>
            </a:custGeom>
            <a:solidFill>
              <a:srgbClr val="26890D"/>
            </a:solidFill>
            <a:ln w="6390" cap="flat">
              <a:noFill/>
              <a:prstDash val="solid"/>
              <a:miter/>
            </a:ln>
          </p:spPr>
          <p:txBody>
            <a:bodyPr rtlCol="0" anchor="ctr"/>
            <a:lstStyle/>
            <a:p>
              <a:endParaRPr lang="en-US"/>
            </a:p>
          </p:txBody>
        </p:sp>
      </p:grpSp>
      <p:grpSp>
        <p:nvGrpSpPr>
          <p:cNvPr id="640" name="Graphic 4">
            <a:extLst>
              <a:ext uri="{FF2B5EF4-FFF2-40B4-BE49-F238E27FC236}">
                <a16:creationId xmlns:a16="http://schemas.microsoft.com/office/drawing/2014/main" id="{73B640EC-768A-0F45-B750-67CE50DAEF2E}"/>
              </a:ext>
            </a:extLst>
          </p:cNvPr>
          <p:cNvGrpSpPr/>
          <p:nvPr/>
        </p:nvGrpSpPr>
        <p:grpSpPr>
          <a:xfrm>
            <a:off x="5099169" y="918179"/>
            <a:ext cx="362309" cy="361971"/>
            <a:chOff x="5099169" y="918179"/>
            <a:chExt cx="362309" cy="361971"/>
          </a:xfrm>
          <a:solidFill>
            <a:srgbClr val="26890D"/>
          </a:solidFill>
        </p:grpSpPr>
        <p:sp>
          <p:nvSpPr>
            <p:cNvPr id="641" name="Graphic 4">
              <a:extLst>
                <a:ext uri="{FF2B5EF4-FFF2-40B4-BE49-F238E27FC236}">
                  <a16:creationId xmlns:a16="http://schemas.microsoft.com/office/drawing/2014/main" id="{AED27CA5-6B03-0A4A-B1D2-C86902A7CD2A}"/>
                </a:ext>
              </a:extLst>
            </p:cNvPr>
            <p:cNvSpPr/>
            <p:nvPr/>
          </p:nvSpPr>
          <p:spPr>
            <a:xfrm>
              <a:off x="5312427" y="1131085"/>
              <a:ext cx="62952" cy="63047"/>
            </a:xfrm>
            <a:custGeom>
              <a:avLst/>
              <a:gdLst>
                <a:gd name="connsiteX0" fmla="*/ 39783 w 62952"/>
                <a:gd name="connsiteY0" fmla="*/ 16279 h 63047"/>
                <a:gd name="connsiteX1" fmla="*/ 48729 w 62952"/>
                <a:gd name="connsiteY1" fmla="*/ 16279 h 63047"/>
                <a:gd name="connsiteX2" fmla="*/ 48729 w 62952"/>
                <a:gd name="connsiteY2" fmla="*/ 25217 h 63047"/>
                <a:gd name="connsiteX3" fmla="*/ 48090 w 62952"/>
                <a:gd name="connsiteY3" fmla="*/ 25855 h 63047"/>
                <a:gd name="connsiteX4" fmla="*/ 40422 w 62952"/>
                <a:gd name="connsiteY4" fmla="*/ 32878 h 63047"/>
                <a:gd name="connsiteX5" fmla="*/ 46812 w 62952"/>
                <a:gd name="connsiteY5" fmla="*/ 40538 h 63047"/>
                <a:gd name="connsiteX6" fmla="*/ 46173 w 62952"/>
                <a:gd name="connsiteY6" fmla="*/ 49476 h 63047"/>
                <a:gd name="connsiteX7" fmla="*/ 41701 w 62952"/>
                <a:gd name="connsiteY7" fmla="*/ 50753 h 63047"/>
                <a:gd name="connsiteX8" fmla="*/ 36588 w 62952"/>
                <a:gd name="connsiteY8" fmla="*/ 48199 h 63047"/>
                <a:gd name="connsiteX9" fmla="*/ 30198 w 62952"/>
                <a:gd name="connsiteY9" fmla="*/ 40538 h 63047"/>
                <a:gd name="connsiteX10" fmla="*/ 23170 w 62952"/>
                <a:gd name="connsiteY10" fmla="*/ 47561 h 63047"/>
                <a:gd name="connsiteX11" fmla="*/ 14223 w 62952"/>
                <a:gd name="connsiteY11" fmla="*/ 46922 h 63047"/>
                <a:gd name="connsiteX12" fmla="*/ 14863 w 62952"/>
                <a:gd name="connsiteY12" fmla="*/ 37985 h 63047"/>
                <a:gd name="connsiteX13" fmla="*/ 21253 w 62952"/>
                <a:gd name="connsiteY13" fmla="*/ 32239 h 63047"/>
                <a:gd name="connsiteX14" fmla="*/ 2722 w 62952"/>
                <a:gd name="connsiteY14" fmla="*/ 18833 h 63047"/>
                <a:gd name="connsiteX15" fmla="*/ 18697 w 62952"/>
                <a:gd name="connsiteY15" fmla="*/ 60329 h 63047"/>
                <a:gd name="connsiteX16" fmla="*/ 60231 w 62952"/>
                <a:gd name="connsiteY16" fmla="*/ 44369 h 63047"/>
                <a:gd name="connsiteX17" fmla="*/ 44256 w 62952"/>
                <a:gd name="connsiteY17" fmla="*/ 2873 h 63047"/>
                <a:gd name="connsiteX18" fmla="*/ 18697 w 62952"/>
                <a:gd name="connsiteY18" fmla="*/ 2873 h 63047"/>
                <a:gd name="connsiteX19" fmla="*/ 32754 w 62952"/>
                <a:gd name="connsiteY19" fmla="*/ 22663 h 63047"/>
                <a:gd name="connsiteX20" fmla="*/ 39783 w 62952"/>
                <a:gd name="connsiteY20" fmla="*/ 16279 h 63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2952" h="63047">
                  <a:moveTo>
                    <a:pt x="39783" y="16279"/>
                  </a:moveTo>
                  <a:cubicBezTo>
                    <a:pt x="42339" y="13726"/>
                    <a:pt x="46173" y="13726"/>
                    <a:pt x="48729" y="16279"/>
                  </a:cubicBezTo>
                  <a:cubicBezTo>
                    <a:pt x="51285" y="18833"/>
                    <a:pt x="51285" y="22663"/>
                    <a:pt x="48729" y="25217"/>
                  </a:cubicBezTo>
                  <a:cubicBezTo>
                    <a:pt x="48729" y="25217"/>
                    <a:pt x="48090" y="25855"/>
                    <a:pt x="48090" y="25855"/>
                  </a:cubicBezTo>
                  <a:lnTo>
                    <a:pt x="40422" y="32878"/>
                  </a:lnTo>
                  <a:lnTo>
                    <a:pt x="46812" y="40538"/>
                  </a:lnTo>
                  <a:cubicBezTo>
                    <a:pt x="49368" y="43092"/>
                    <a:pt x="48729" y="46922"/>
                    <a:pt x="46173" y="49476"/>
                  </a:cubicBezTo>
                  <a:cubicBezTo>
                    <a:pt x="44895" y="50753"/>
                    <a:pt x="43617" y="50753"/>
                    <a:pt x="41701" y="50753"/>
                  </a:cubicBezTo>
                  <a:cubicBezTo>
                    <a:pt x="39783" y="50753"/>
                    <a:pt x="37866" y="50114"/>
                    <a:pt x="36588" y="48199"/>
                  </a:cubicBezTo>
                  <a:lnTo>
                    <a:pt x="30198" y="40538"/>
                  </a:lnTo>
                  <a:lnTo>
                    <a:pt x="23170" y="47561"/>
                  </a:lnTo>
                  <a:cubicBezTo>
                    <a:pt x="20613" y="50114"/>
                    <a:pt x="16141" y="49476"/>
                    <a:pt x="14223" y="46922"/>
                  </a:cubicBezTo>
                  <a:cubicBezTo>
                    <a:pt x="11668" y="44369"/>
                    <a:pt x="12307" y="39900"/>
                    <a:pt x="14863" y="37985"/>
                  </a:cubicBezTo>
                  <a:lnTo>
                    <a:pt x="21253" y="32239"/>
                  </a:lnTo>
                  <a:cubicBezTo>
                    <a:pt x="16141" y="28409"/>
                    <a:pt x="9751" y="23302"/>
                    <a:pt x="2722" y="18833"/>
                  </a:cubicBezTo>
                  <a:cubicBezTo>
                    <a:pt x="-4307" y="34793"/>
                    <a:pt x="2722" y="53306"/>
                    <a:pt x="18697" y="60329"/>
                  </a:cubicBezTo>
                  <a:cubicBezTo>
                    <a:pt x="34671" y="67351"/>
                    <a:pt x="53202" y="60329"/>
                    <a:pt x="60231" y="44369"/>
                  </a:cubicBezTo>
                  <a:cubicBezTo>
                    <a:pt x="67260" y="28409"/>
                    <a:pt x="60231" y="9895"/>
                    <a:pt x="44256" y="2873"/>
                  </a:cubicBezTo>
                  <a:cubicBezTo>
                    <a:pt x="35949" y="-958"/>
                    <a:pt x="27003" y="-958"/>
                    <a:pt x="18697" y="2873"/>
                  </a:cubicBezTo>
                  <a:cubicBezTo>
                    <a:pt x="23808" y="10534"/>
                    <a:pt x="28281" y="17556"/>
                    <a:pt x="32754" y="22663"/>
                  </a:cubicBezTo>
                  <a:lnTo>
                    <a:pt x="39783" y="16279"/>
                  </a:lnTo>
                  <a:close/>
                </a:path>
              </a:pathLst>
            </a:custGeom>
            <a:solidFill>
              <a:srgbClr val="26890D"/>
            </a:solidFill>
            <a:ln w="6390" cap="flat">
              <a:noFill/>
              <a:prstDash val="solid"/>
              <a:miter/>
            </a:ln>
          </p:spPr>
          <p:txBody>
            <a:bodyPr rtlCol="0" anchor="ctr"/>
            <a:lstStyle/>
            <a:p>
              <a:endParaRPr lang="en-US"/>
            </a:p>
          </p:txBody>
        </p:sp>
        <p:sp>
          <p:nvSpPr>
            <p:cNvPr id="642" name="Graphic 4">
              <a:extLst>
                <a:ext uri="{FF2B5EF4-FFF2-40B4-BE49-F238E27FC236}">
                  <a16:creationId xmlns:a16="http://schemas.microsoft.com/office/drawing/2014/main" id="{635B775F-C514-AE41-93B4-F56E47543F63}"/>
                </a:ext>
              </a:extLst>
            </p:cNvPr>
            <p:cNvSpPr/>
            <p:nvPr/>
          </p:nvSpPr>
          <p:spPr>
            <a:xfrm>
              <a:off x="5184734" y="1002387"/>
              <a:ext cx="63380" cy="63261"/>
            </a:xfrm>
            <a:custGeom>
              <a:avLst/>
              <a:gdLst>
                <a:gd name="connsiteX0" fmla="*/ 37761 w 63380"/>
                <a:gd name="connsiteY0" fmla="*/ 49217 h 63261"/>
                <a:gd name="connsiteX1" fmla="*/ 31371 w 63380"/>
                <a:gd name="connsiteY1" fmla="*/ 41556 h 63261"/>
                <a:gd name="connsiteX2" fmla="*/ 23703 w 63380"/>
                <a:gd name="connsiteY2" fmla="*/ 48578 h 63261"/>
                <a:gd name="connsiteX3" fmla="*/ 19230 w 63380"/>
                <a:gd name="connsiteY3" fmla="*/ 49855 h 63261"/>
                <a:gd name="connsiteX4" fmla="*/ 12840 w 63380"/>
                <a:gd name="connsiteY4" fmla="*/ 43471 h 63261"/>
                <a:gd name="connsiteX5" fmla="*/ 15396 w 63380"/>
                <a:gd name="connsiteY5" fmla="*/ 38364 h 63261"/>
                <a:gd name="connsiteX6" fmla="*/ 23064 w 63380"/>
                <a:gd name="connsiteY6" fmla="*/ 31342 h 63261"/>
                <a:gd name="connsiteX7" fmla="*/ 16674 w 63380"/>
                <a:gd name="connsiteY7" fmla="*/ 23681 h 63261"/>
                <a:gd name="connsiteX8" fmla="*/ 17313 w 63380"/>
                <a:gd name="connsiteY8" fmla="*/ 14743 h 63261"/>
                <a:gd name="connsiteX9" fmla="*/ 26259 w 63380"/>
                <a:gd name="connsiteY9" fmla="*/ 15382 h 63261"/>
                <a:gd name="connsiteX10" fmla="*/ 32649 w 63380"/>
                <a:gd name="connsiteY10" fmla="*/ 23043 h 63261"/>
                <a:gd name="connsiteX11" fmla="*/ 40317 w 63380"/>
                <a:gd name="connsiteY11" fmla="*/ 16020 h 63261"/>
                <a:gd name="connsiteX12" fmla="*/ 49263 w 63380"/>
                <a:gd name="connsiteY12" fmla="*/ 16659 h 63261"/>
                <a:gd name="connsiteX13" fmla="*/ 48624 w 63380"/>
                <a:gd name="connsiteY13" fmla="*/ 25596 h 63261"/>
                <a:gd name="connsiteX14" fmla="*/ 48624 w 63380"/>
                <a:gd name="connsiteY14" fmla="*/ 25596 h 63261"/>
                <a:gd name="connsiteX15" fmla="*/ 42234 w 63380"/>
                <a:gd name="connsiteY15" fmla="*/ 30703 h 63261"/>
                <a:gd name="connsiteX16" fmla="*/ 60765 w 63380"/>
                <a:gd name="connsiteY16" fmla="*/ 44110 h 63261"/>
                <a:gd name="connsiteX17" fmla="*/ 44151 w 63380"/>
                <a:gd name="connsiteY17" fmla="*/ 2614 h 63261"/>
                <a:gd name="connsiteX18" fmla="*/ 2616 w 63380"/>
                <a:gd name="connsiteY18" fmla="*/ 19212 h 63261"/>
                <a:gd name="connsiteX19" fmla="*/ 19230 w 63380"/>
                <a:gd name="connsiteY19" fmla="*/ 60708 h 63261"/>
                <a:gd name="connsiteX20" fmla="*/ 31371 w 63380"/>
                <a:gd name="connsiteY20" fmla="*/ 63262 h 63261"/>
                <a:gd name="connsiteX21" fmla="*/ 45429 w 63380"/>
                <a:gd name="connsiteY21" fmla="*/ 60070 h 63261"/>
                <a:gd name="connsiteX22" fmla="*/ 38400 w 63380"/>
                <a:gd name="connsiteY22" fmla="*/ 49217 h 63261"/>
                <a:gd name="connsiteX23" fmla="*/ 37761 w 63380"/>
                <a:gd name="connsiteY23" fmla="*/ 49217 h 6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3380" h="63261">
                  <a:moveTo>
                    <a:pt x="37761" y="49217"/>
                  </a:moveTo>
                  <a:lnTo>
                    <a:pt x="31371" y="41556"/>
                  </a:lnTo>
                  <a:lnTo>
                    <a:pt x="23703" y="48578"/>
                  </a:lnTo>
                  <a:cubicBezTo>
                    <a:pt x="22425" y="49855"/>
                    <a:pt x="21147" y="49855"/>
                    <a:pt x="19230" y="49855"/>
                  </a:cubicBezTo>
                  <a:cubicBezTo>
                    <a:pt x="15396" y="49855"/>
                    <a:pt x="12840" y="47302"/>
                    <a:pt x="12840" y="43471"/>
                  </a:cubicBezTo>
                  <a:cubicBezTo>
                    <a:pt x="12840" y="41556"/>
                    <a:pt x="13479" y="39641"/>
                    <a:pt x="15396" y="38364"/>
                  </a:cubicBezTo>
                  <a:lnTo>
                    <a:pt x="23064" y="31342"/>
                  </a:lnTo>
                  <a:lnTo>
                    <a:pt x="16674" y="23681"/>
                  </a:lnTo>
                  <a:cubicBezTo>
                    <a:pt x="14118" y="21127"/>
                    <a:pt x="14757" y="16659"/>
                    <a:pt x="17313" y="14743"/>
                  </a:cubicBezTo>
                  <a:cubicBezTo>
                    <a:pt x="19869" y="12190"/>
                    <a:pt x="24342" y="12828"/>
                    <a:pt x="26259" y="15382"/>
                  </a:cubicBezTo>
                  <a:lnTo>
                    <a:pt x="32649" y="23043"/>
                  </a:lnTo>
                  <a:lnTo>
                    <a:pt x="40317" y="16020"/>
                  </a:lnTo>
                  <a:cubicBezTo>
                    <a:pt x="42873" y="13467"/>
                    <a:pt x="47346" y="14105"/>
                    <a:pt x="49263" y="16659"/>
                  </a:cubicBezTo>
                  <a:cubicBezTo>
                    <a:pt x="51819" y="19212"/>
                    <a:pt x="51180" y="23681"/>
                    <a:pt x="48624" y="25596"/>
                  </a:cubicBezTo>
                  <a:lnTo>
                    <a:pt x="48624" y="25596"/>
                  </a:lnTo>
                  <a:lnTo>
                    <a:pt x="42234" y="30703"/>
                  </a:lnTo>
                  <a:cubicBezTo>
                    <a:pt x="47346" y="34534"/>
                    <a:pt x="53736" y="39003"/>
                    <a:pt x="60765" y="44110"/>
                  </a:cubicBezTo>
                  <a:cubicBezTo>
                    <a:pt x="67794" y="28150"/>
                    <a:pt x="60126" y="9636"/>
                    <a:pt x="44151" y="2614"/>
                  </a:cubicBezTo>
                  <a:cubicBezTo>
                    <a:pt x="28176" y="-4409"/>
                    <a:pt x="9645" y="3252"/>
                    <a:pt x="2616" y="19212"/>
                  </a:cubicBezTo>
                  <a:cubicBezTo>
                    <a:pt x="-4413" y="35172"/>
                    <a:pt x="3255" y="53686"/>
                    <a:pt x="19230" y="60708"/>
                  </a:cubicBezTo>
                  <a:cubicBezTo>
                    <a:pt x="23064" y="62623"/>
                    <a:pt x="27537" y="63262"/>
                    <a:pt x="31371" y="63262"/>
                  </a:cubicBezTo>
                  <a:cubicBezTo>
                    <a:pt x="36483" y="63262"/>
                    <a:pt x="40956" y="61985"/>
                    <a:pt x="45429" y="60070"/>
                  </a:cubicBezTo>
                  <a:cubicBezTo>
                    <a:pt x="42873" y="56239"/>
                    <a:pt x="40317" y="52409"/>
                    <a:pt x="38400" y="49217"/>
                  </a:cubicBezTo>
                  <a:cubicBezTo>
                    <a:pt x="38400" y="49855"/>
                    <a:pt x="38400" y="49217"/>
                    <a:pt x="37761" y="49217"/>
                  </a:cubicBezTo>
                  <a:close/>
                </a:path>
              </a:pathLst>
            </a:custGeom>
            <a:solidFill>
              <a:srgbClr val="26890D"/>
            </a:solidFill>
            <a:ln w="6390" cap="flat">
              <a:noFill/>
              <a:prstDash val="solid"/>
              <a:miter/>
            </a:ln>
          </p:spPr>
          <p:txBody>
            <a:bodyPr rtlCol="0" anchor="ctr"/>
            <a:lstStyle/>
            <a:p>
              <a:endParaRPr lang="en-US"/>
            </a:p>
          </p:txBody>
        </p:sp>
        <p:sp>
          <p:nvSpPr>
            <p:cNvPr id="643" name="Graphic 4">
              <a:extLst>
                <a:ext uri="{FF2B5EF4-FFF2-40B4-BE49-F238E27FC236}">
                  <a16:creationId xmlns:a16="http://schemas.microsoft.com/office/drawing/2014/main" id="{CB01613E-E9FA-4E4C-B3BC-6AE959FF266D}"/>
                </a:ext>
              </a:extLst>
            </p:cNvPr>
            <p:cNvSpPr/>
            <p:nvPr/>
          </p:nvSpPr>
          <p:spPr>
            <a:xfrm>
              <a:off x="5311954" y="1002447"/>
              <a:ext cx="62621" cy="62563"/>
            </a:xfrm>
            <a:custGeom>
              <a:avLst/>
              <a:gdLst>
                <a:gd name="connsiteX0" fmla="*/ 15336 w 62621"/>
                <a:gd name="connsiteY0" fmla="*/ 38304 h 62563"/>
                <a:gd name="connsiteX1" fmla="*/ 23004 w 62621"/>
                <a:gd name="connsiteY1" fmla="*/ 31282 h 62563"/>
                <a:gd name="connsiteX2" fmla="*/ 16614 w 62621"/>
                <a:gd name="connsiteY2" fmla="*/ 23621 h 62563"/>
                <a:gd name="connsiteX3" fmla="*/ 16614 w 62621"/>
                <a:gd name="connsiteY3" fmla="*/ 14683 h 62563"/>
                <a:gd name="connsiteX4" fmla="*/ 25560 w 62621"/>
                <a:gd name="connsiteY4" fmla="*/ 14683 h 62563"/>
                <a:gd name="connsiteX5" fmla="*/ 26199 w 62621"/>
                <a:gd name="connsiteY5" fmla="*/ 15322 h 62563"/>
                <a:gd name="connsiteX6" fmla="*/ 32589 w 62621"/>
                <a:gd name="connsiteY6" fmla="*/ 22982 h 62563"/>
                <a:gd name="connsiteX7" fmla="*/ 40257 w 62621"/>
                <a:gd name="connsiteY7" fmla="*/ 15960 h 62563"/>
                <a:gd name="connsiteX8" fmla="*/ 49203 w 62621"/>
                <a:gd name="connsiteY8" fmla="*/ 16598 h 62563"/>
                <a:gd name="connsiteX9" fmla="*/ 48564 w 62621"/>
                <a:gd name="connsiteY9" fmla="*/ 25536 h 62563"/>
                <a:gd name="connsiteX10" fmla="*/ 40896 w 62621"/>
                <a:gd name="connsiteY10" fmla="*/ 32558 h 62563"/>
                <a:gd name="connsiteX11" fmla="*/ 47286 w 62621"/>
                <a:gd name="connsiteY11" fmla="*/ 40219 h 62563"/>
                <a:gd name="connsiteX12" fmla="*/ 46646 w 62621"/>
                <a:gd name="connsiteY12" fmla="*/ 49157 h 62563"/>
                <a:gd name="connsiteX13" fmla="*/ 42174 w 62621"/>
                <a:gd name="connsiteY13" fmla="*/ 50434 h 62563"/>
                <a:gd name="connsiteX14" fmla="*/ 37062 w 62621"/>
                <a:gd name="connsiteY14" fmla="*/ 47880 h 62563"/>
                <a:gd name="connsiteX15" fmla="*/ 31311 w 62621"/>
                <a:gd name="connsiteY15" fmla="*/ 40858 h 62563"/>
                <a:gd name="connsiteX16" fmla="*/ 17892 w 62621"/>
                <a:gd name="connsiteY16" fmla="*/ 59371 h 62563"/>
                <a:gd name="connsiteX17" fmla="*/ 31311 w 62621"/>
                <a:gd name="connsiteY17" fmla="*/ 62563 h 62563"/>
                <a:gd name="connsiteX18" fmla="*/ 62621 w 62621"/>
                <a:gd name="connsiteY18" fmla="*/ 31282 h 62563"/>
                <a:gd name="connsiteX19" fmla="*/ 31311 w 62621"/>
                <a:gd name="connsiteY19" fmla="*/ 0 h 62563"/>
                <a:gd name="connsiteX20" fmla="*/ 0 w 62621"/>
                <a:gd name="connsiteY20" fmla="*/ 31282 h 62563"/>
                <a:gd name="connsiteX21" fmla="*/ 0 w 62621"/>
                <a:gd name="connsiteY21" fmla="*/ 31282 h 62563"/>
                <a:gd name="connsiteX22" fmla="*/ 3195 w 62621"/>
                <a:gd name="connsiteY22" fmla="*/ 44688 h 62563"/>
                <a:gd name="connsiteX23" fmla="*/ 15336 w 62621"/>
                <a:gd name="connsiteY23" fmla="*/ 38304 h 62563"/>
                <a:gd name="connsiteX24" fmla="*/ 15336 w 62621"/>
                <a:gd name="connsiteY24" fmla="*/ 38304 h 6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2621" h="62563">
                  <a:moveTo>
                    <a:pt x="15336" y="38304"/>
                  </a:moveTo>
                  <a:lnTo>
                    <a:pt x="23004" y="31282"/>
                  </a:lnTo>
                  <a:lnTo>
                    <a:pt x="16614" y="23621"/>
                  </a:lnTo>
                  <a:cubicBezTo>
                    <a:pt x="14058" y="21067"/>
                    <a:pt x="14058" y="17237"/>
                    <a:pt x="16614" y="14683"/>
                  </a:cubicBezTo>
                  <a:cubicBezTo>
                    <a:pt x="19170" y="12130"/>
                    <a:pt x="23004" y="12130"/>
                    <a:pt x="25560" y="14683"/>
                  </a:cubicBezTo>
                  <a:cubicBezTo>
                    <a:pt x="25560" y="14683"/>
                    <a:pt x="26199" y="15322"/>
                    <a:pt x="26199" y="15322"/>
                  </a:cubicBezTo>
                  <a:lnTo>
                    <a:pt x="32589" y="22982"/>
                  </a:lnTo>
                  <a:lnTo>
                    <a:pt x="40257" y="15960"/>
                  </a:lnTo>
                  <a:cubicBezTo>
                    <a:pt x="42813" y="13406"/>
                    <a:pt x="47286" y="14045"/>
                    <a:pt x="49203" y="16598"/>
                  </a:cubicBezTo>
                  <a:cubicBezTo>
                    <a:pt x="51759" y="19152"/>
                    <a:pt x="51119" y="23621"/>
                    <a:pt x="48564" y="25536"/>
                  </a:cubicBezTo>
                  <a:lnTo>
                    <a:pt x="40896" y="32558"/>
                  </a:lnTo>
                  <a:lnTo>
                    <a:pt x="47286" y="40219"/>
                  </a:lnTo>
                  <a:cubicBezTo>
                    <a:pt x="49841" y="42773"/>
                    <a:pt x="49203" y="47242"/>
                    <a:pt x="46646" y="49157"/>
                  </a:cubicBezTo>
                  <a:cubicBezTo>
                    <a:pt x="45369" y="50434"/>
                    <a:pt x="44091" y="50434"/>
                    <a:pt x="42174" y="50434"/>
                  </a:cubicBezTo>
                  <a:cubicBezTo>
                    <a:pt x="40257" y="50434"/>
                    <a:pt x="38340" y="49795"/>
                    <a:pt x="37062" y="47880"/>
                  </a:cubicBezTo>
                  <a:lnTo>
                    <a:pt x="31311" y="40858"/>
                  </a:lnTo>
                  <a:cubicBezTo>
                    <a:pt x="27477" y="45965"/>
                    <a:pt x="22365" y="52349"/>
                    <a:pt x="17892" y="59371"/>
                  </a:cubicBezTo>
                  <a:cubicBezTo>
                    <a:pt x="21726" y="61286"/>
                    <a:pt x="26199" y="62563"/>
                    <a:pt x="31311" y="62563"/>
                  </a:cubicBezTo>
                  <a:cubicBezTo>
                    <a:pt x="48564" y="62563"/>
                    <a:pt x="62621" y="48518"/>
                    <a:pt x="62621" y="31282"/>
                  </a:cubicBezTo>
                  <a:cubicBezTo>
                    <a:pt x="62621" y="14045"/>
                    <a:pt x="48564" y="0"/>
                    <a:pt x="31311" y="0"/>
                  </a:cubicBezTo>
                  <a:cubicBezTo>
                    <a:pt x="14058" y="0"/>
                    <a:pt x="0" y="14045"/>
                    <a:pt x="0" y="31282"/>
                  </a:cubicBezTo>
                  <a:cubicBezTo>
                    <a:pt x="0" y="31282"/>
                    <a:pt x="0" y="31282"/>
                    <a:pt x="0" y="31282"/>
                  </a:cubicBezTo>
                  <a:cubicBezTo>
                    <a:pt x="0" y="35750"/>
                    <a:pt x="1278" y="40858"/>
                    <a:pt x="3195" y="44688"/>
                  </a:cubicBezTo>
                  <a:cubicBezTo>
                    <a:pt x="7668" y="43411"/>
                    <a:pt x="10863" y="40858"/>
                    <a:pt x="15336" y="38304"/>
                  </a:cubicBezTo>
                  <a:lnTo>
                    <a:pt x="15336" y="38304"/>
                  </a:lnTo>
                  <a:close/>
                </a:path>
              </a:pathLst>
            </a:custGeom>
            <a:solidFill>
              <a:srgbClr val="26890D"/>
            </a:solidFill>
            <a:ln w="6390" cap="flat">
              <a:noFill/>
              <a:prstDash val="solid"/>
              <a:miter/>
            </a:ln>
          </p:spPr>
          <p:txBody>
            <a:bodyPr rtlCol="0" anchor="ctr"/>
            <a:lstStyle/>
            <a:p>
              <a:endParaRPr lang="en-US"/>
            </a:p>
          </p:txBody>
        </p:sp>
        <p:sp>
          <p:nvSpPr>
            <p:cNvPr id="644" name="Graphic 4">
              <a:extLst>
                <a:ext uri="{FF2B5EF4-FFF2-40B4-BE49-F238E27FC236}">
                  <a16:creationId xmlns:a16="http://schemas.microsoft.com/office/drawing/2014/main" id="{67A6EB51-2A2B-9541-8AFA-6C8B3A1135BE}"/>
                </a:ext>
              </a:extLst>
            </p:cNvPr>
            <p:cNvSpPr/>
            <p:nvPr/>
          </p:nvSpPr>
          <p:spPr>
            <a:xfrm>
              <a:off x="5184795" y="1130127"/>
              <a:ext cx="63260" cy="63201"/>
            </a:xfrm>
            <a:custGeom>
              <a:avLst/>
              <a:gdLst>
                <a:gd name="connsiteX0" fmla="*/ 40895 w 63260"/>
                <a:gd name="connsiteY0" fmla="*/ 33197 h 63201"/>
                <a:gd name="connsiteX1" fmla="*/ 47285 w 63260"/>
                <a:gd name="connsiteY1" fmla="*/ 40858 h 63201"/>
                <a:gd name="connsiteX2" fmla="*/ 46646 w 63260"/>
                <a:gd name="connsiteY2" fmla="*/ 49795 h 63201"/>
                <a:gd name="connsiteX3" fmla="*/ 42812 w 63260"/>
                <a:gd name="connsiteY3" fmla="*/ 51072 h 63201"/>
                <a:gd name="connsiteX4" fmla="*/ 37700 w 63260"/>
                <a:gd name="connsiteY4" fmla="*/ 48518 h 63201"/>
                <a:gd name="connsiteX5" fmla="*/ 31310 w 63260"/>
                <a:gd name="connsiteY5" fmla="*/ 40858 h 63201"/>
                <a:gd name="connsiteX6" fmla="*/ 23642 w 63260"/>
                <a:gd name="connsiteY6" fmla="*/ 47242 h 63201"/>
                <a:gd name="connsiteX7" fmla="*/ 19170 w 63260"/>
                <a:gd name="connsiteY7" fmla="*/ 48518 h 63201"/>
                <a:gd name="connsiteX8" fmla="*/ 12780 w 63260"/>
                <a:gd name="connsiteY8" fmla="*/ 42134 h 63201"/>
                <a:gd name="connsiteX9" fmla="*/ 15336 w 63260"/>
                <a:gd name="connsiteY9" fmla="*/ 37027 h 63201"/>
                <a:gd name="connsiteX10" fmla="*/ 23004 w 63260"/>
                <a:gd name="connsiteY10" fmla="*/ 30643 h 63201"/>
                <a:gd name="connsiteX11" fmla="*/ 16614 w 63260"/>
                <a:gd name="connsiteY11" fmla="*/ 22982 h 63201"/>
                <a:gd name="connsiteX12" fmla="*/ 17253 w 63260"/>
                <a:gd name="connsiteY12" fmla="*/ 14045 h 63201"/>
                <a:gd name="connsiteX13" fmla="*/ 26199 w 63260"/>
                <a:gd name="connsiteY13" fmla="*/ 14683 h 63201"/>
                <a:gd name="connsiteX14" fmla="*/ 31310 w 63260"/>
                <a:gd name="connsiteY14" fmla="*/ 20429 h 63201"/>
                <a:gd name="connsiteX15" fmla="*/ 44090 w 63260"/>
                <a:gd name="connsiteY15" fmla="*/ 2554 h 63201"/>
                <a:gd name="connsiteX16" fmla="*/ 31950 w 63260"/>
                <a:gd name="connsiteY16" fmla="*/ 0 h 63201"/>
                <a:gd name="connsiteX17" fmla="*/ 0 w 63260"/>
                <a:gd name="connsiteY17" fmla="*/ 31282 h 63201"/>
                <a:gd name="connsiteX18" fmla="*/ 31310 w 63260"/>
                <a:gd name="connsiteY18" fmla="*/ 63201 h 63201"/>
                <a:gd name="connsiteX19" fmla="*/ 63260 w 63260"/>
                <a:gd name="connsiteY19" fmla="*/ 31920 h 63201"/>
                <a:gd name="connsiteX20" fmla="*/ 60704 w 63260"/>
                <a:gd name="connsiteY20" fmla="*/ 18514 h 63201"/>
                <a:gd name="connsiteX21" fmla="*/ 40895 w 63260"/>
                <a:gd name="connsiteY21" fmla="*/ 33197 h 63201"/>
                <a:gd name="connsiteX22" fmla="*/ 40895 w 63260"/>
                <a:gd name="connsiteY22" fmla="*/ 33197 h 6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260" h="63201">
                  <a:moveTo>
                    <a:pt x="40895" y="33197"/>
                  </a:moveTo>
                  <a:lnTo>
                    <a:pt x="47285" y="40858"/>
                  </a:lnTo>
                  <a:cubicBezTo>
                    <a:pt x="49841" y="43411"/>
                    <a:pt x="49202" y="47880"/>
                    <a:pt x="46646" y="49795"/>
                  </a:cubicBezTo>
                  <a:cubicBezTo>
                    <a:pt x="45368" y="51072"/>
                    <a:pt x="44090" y="51072"/>
                    <a:pt x="42812" y="51072"/>
                  </a:cubicBezTo>
                  <a:cubicBezTo>
                    <a:pt x="40895" y="51072"/>
                    <a:pt x="38978" y="50434"/>
                    <a:pt x="37700" y="48518"/>
                  </a:cubicBezTo>
                  <a:lnTo>
                    <a:pt x="31310" y="40858"/>
                  </a:lnTo>
                  <a:lnTo>
                    <a:pt x="23642" y="47242"/>
                  </a:lnTo>
                  <a:cubicBezTo>
                    <a:pt x="22365" y="48518"/>
                    <a:pt x="21087" y="48518"/>
                    <a:pt x="19170" y="48518"/>
                  </a:cubicBezTo>
                  <a:cubicBezTo>
                    <a:pt x="15336" y="48518"/>
                    <a:pt x="12780" y="45965"/>
                    <a:pt x="12780" y="42134"/>
                  </a:cubicBezTo>
                  <a:cubicBezTo>
                    <a:pt x="12780" y="40219"/>
                    <a:pt x="13419" y="38304"/>
                    <a:pt x="15336" y="37027"/>
                  </a:cubicBezTo>
                  <a:lnTo>
                    <a:pt x="23004" y="30643"/>
                  </a:lnTo>
                  <a:lnTo>
                    <a:pt x="16614" y="22982"/>
                  </a:lnTo>
                  <a:cubicBezTo>
                    <a:pt x="14058" y="20429"/>
                    <a:pt x="14697" y="15960"/>
                    <a:pt x="17253" y="14045"/>
                  </a:cubicBezTo>
                  <a:cubicBezTo>
                    <a:pt x="19809" y="11491"/>
                    <a:pt x="24282" y="12130"/>
                    <a:pt x="26199" y="14683"/>
                  </a:cubicBezTo>
                  <a:lnTo>
                    <a:pt x="31310" y="20429"/>
                  </a:lnTo>
                  <a:cubicBezTo>
                    <a:pt x="35145" y="15322"/>
                    <a:pt x="39617" y="8938"/>
                    <a:pt x="44090" y="2554"/>
                  </a:cubicBezTo>
                  <a:cubicBezTo>
                    <a:pt x="40257" y="1277"/>
                    <a:pt x="36422" y="0"/>
                    <a:pt x="31950" y="0"/>
                  </a:cubicBezTo>
                  <a:cubicBezTo>
                    <a:pt x="14697" y="0"/>
                    <a:pt x="639" y="14045"/>
                    <a:pt x="0" y="31282"/>
                  </a:cubicBezTo>
                  <a:cubicBezTo>
                    <a:pt x="0" y="48518"/>
                    <a:pt x="14058" y="62563"/>
                    <a:pt x="31310" y="63201"/>
                  </a:cubicBezTo>
                  <a:cubicBezTo>
                    <a:pt x="48563" y="63201"/>
                    <a:pt x="62621" y="49157"/>
                    <a:pt x="63260" y="31920"/>
                  </a:cubicBezTo>
                  <a:cubicBezTo>
                    <a:pt x="63260" y="27451"/>
                    <a:pt x="61982" y="22982"/>
                    <a:pt x="60704" y="18514"/>
                  </a:cubicBezTo>
                  <a:cubicBezTo>
                    <a:pt x="53036" y="24898"/>
                    <a:pt x="46646" y="30005"/>
                    <a:pt x="40895" y="33197"/>
                  </a:cubicBezTo>
                  <a:lnTo>
                    <a:pt x="40895" y="33197"/>
                  </a:lnTo>
                  <a:close/>
                </a:path>
              </a:pathLst>
            </a:custGeom>
            <a:solidFill>
              <a:srgbClr val="26890D"/>
            </a:solidFill>
            <a:ln w="6390" cap="flat">
              <a:noFill/>
              <a:prstDash val="solid"/>
              <a:miter/>
            </a:ln>
          </p:spPr>
          <p:txBody>
            <a:bodyPr rtlCol="0" anchor="ctr"/>
            <a:lstStyle/>
            <a:p>
              <a:endParaRPr lang="en-US"/>
            </a:p>
          </p:txBody>
        </p:sp>
        <p:sp>
          <p:nvSpPr>
            <p:cNvPr id="645" name="Graphic 4">
              <a:extLst>
                <a:ext uri="{FF2B5EF4-FFF2-40B4-BE49-F238E27FC236}">
                  <a16:creationId xmlns:a16="http://schemas.microsoft.com/office/drawing/2014/main" id="{99C140FD-692D-2849-96F4-04CC41BF7D59}"/>
                </a:ext>
              </a:extLst>
            </p:cNvPr>
            <p:cNvSpPr/>
            <p:nvPr/>
          </p:nvSpPr>
          <p:spPr>
            <a:xfrm>
              <a:off x="5099169" y="91817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45374 w 362309"/>
                <a:gd name="connsiteY7" fmla="*/ 200457 h 361971"/>
                <a:gd name="connsiteX8" fmla="*/ 290742 w 362309"/>
                <a:gd name="connsiteY8" fmla="*/ 244507 h 361971"/>
                <a:gd name="connsiteX9" fmla="*/ 246651 w 362309"/>
                <a:gd name="connsiteY9" fmla="*/ 289833 h 361971"/>
                <a:gd name="connsiteX10" fmla="*/ 201283 w 362309"/>
                <a:gd name="connsiteY10" fmla="*/ 245783 h 361971"/>
                <a:gd name="connsiteX11" fmla="*/ 205756 w 362309"/>
                <a:gd name="connsiteY11" fmla="*/ 225355 h 361971"/>
                <a:gd name="connsiteX12" fmla="*/ 182113 w 362309"/>
                <a:gd name="connsiteY12" fmla="*/ 217055 h 361971"/>
                <a:gd name="connsiteX13" fmla="*/ 182113 w 362309"/>
                <a:gd name="connsiteY13" fmla="*/ 217055 h 361971"/>
                <a:gd name="connsiteX14" fmla="*/ 157832 w 362309"/>
                <a:gd name="connsiteY14" fmla="*/ 225993 h 361971"/>
                <a:gd name="connsiteX15" fmla="*/ 162305 w 362309"/>
                <a:gd name="connsiteY15" fmla="*/ 245783 h 361971"/>
                <a:gd name="connsiteX16" fmla="*/ 118214 w 362309"/>
                <a:gd name="connsiteY16" fmla="*/ 290471 h 361971"/>
                <a:gd name="connsiteX17" fmla="*/ 73484 w 362309"/>
                <a:gd name="connsiteY17" fmla="*/ 246422 h 361971"/>
                <a:gd name="connsiteX18" fmla="*/ 117575 w 362309"/>
                <a:gd name="connsiteY18" fmla="*/ 201734 h 361971"/>
                <a:gd name="connsiteX19" fmla="*/ 136745 w 362309"/>
                <a:gd name="connsiteY19" fmla="*/ 205564 h 361971"/>
                <a:gd name="connsiteX20" fmla="*/ 146330 w 362309"/>
                <a:gd name="connsiteY20" fmla="*/ 180028 h 361971"/>
                <a:gd name="connsiteX21" fmla="*/ 138022 w 362309"/>
                <a:gd name="connsiteY21" fmla="*/ 156408 h 361971"/>
                <a:gd name="connsiteX22" fmla="*/ 117575 w 362309"/>
                <a:gd name="connsiteY22" fmla="*/ 161515 h 361971"/>
                <a:gd name="connsiteX23" fmla="*/ 73484 w 362309"/>
                <a:gd name="connsiteY23" fmla="*/ 117465 h 361971"/>
                <a:gd name="connsiteX24" fmla="*/ 117575 w 362309"/>
                <a:gd name="connsiteY24" fmla="*/ 73416 h 361971"/>
                <a:gd name="connsiteX25" fmla="*/ 161665 w 362309"/>
                <a:gd name="connsiteY25" fmla="*/ 117465 h 361971"/>
                <a:gd name="connsiteX26" fmla="*/ 157192 w 362309"/>
                <a:gd name="connsiteY26" fmla="*/ 136617 h 361971"/>
                <a:gd name="connsiteX27" fmla="*/ 181474 w 362309"/>
                <a:gd name="connsiteY27" fmla="*/ 145555 h 361971"/>
                <a:gd name="connsiteX28" fmla="*/ 181474 w 362309"/>
                <a:gd name="connsiteY28" fmla="*/ 145555 h 361971"/>
                <a:gd name="connsiteX29" fmla="*/ 205117 w 362309"/>
                <a:gd name="connsiteY29" fmla="*/ 137256 h 361971"/>
                <a:gd name="connsiteX30" fmla="*/ 223648 w 362309"/>
                <a:gd name="connsiteY30" fmla="*/ 77246 h 361971"/>
                <a:gd name="connsiteX31" fmla="*/ 283713 w 362309"/>
                <a:gd name="connsiteY31" fmla="*/ 95760 h 361971"/>
                <a:gd name="connsiteX32" fmla="*/ 265182 w 362309"/>
                <a:gd name="connsiteY32" fmla="*/ 155769 h 361971"/>
                <a:gd name="connsiteX33" fmla="*/ 224926 w 362309"/>
                <a:gd name="connsiteY33" fmla="*/ 156408 h 361971"/>
                <a:gd name="connsiteX34" fmla="*/ 216619 w 362309"/>
                <a:gd name="connsiteY34" fmla="*/ 180028 h 361971"/>
                <a:gd name="connsiteX35" fmla="*/ 225565 w 362309"/>
                <a:gd name="connsiteY35" fmla="*/ 205564 h 361971"/>
                <a:gd name="connsiteX36" fmla="*/ 245374 w 362309"/>
                <a:gd name="connsiteY36" fmla="*/ 200457 h 361971"/>
                <a:gd name="connsiteX37" fmla="*/ 245374 w 362309"/>
                <a:gd name="connsiteY37" fmla="*/ 20045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310" y="81077"/>
                    <a:pt x="281157" y="0"/>
                    <a:pt x="181474" y="0"/>
                  </a:cubicBezTo>
                  <a:cubicBezTo>
                    <a:pt x="181474" y="0"/>
                    <a:pt x="181474" y="0"/>
                    <a:pt x="181474" y="0"/>
                  </a:cubicBezTo>
                  <a:close/>
                  <a:moveTo>
                    <a:pt x="245374" y="200457"/>
                  </a:moveTo>
                  <a:cubicBezTo>
                    <a:pt x="270294" y="200457"/>
                    <a:pt x="290103" y="220247"/>
                    <a:pt x="290742" y="244507"/>
                  </a:cubicBezTo>
                  <a:cubicBezTo>
                    <a:pt x="291381" y="268766"/>
                    <a:pt x="270934" y="289194"/>
                    <a:pt x="246651" y="289833"/>
                  </a:cubicBezTo>
                  <a:cubicBezTo>
                    <a:pt x="221731" y="289833"/>
                    <a:pt x="201922" y="270042"/>
                    <a:pt x="201283" y="245783"/>
                  </a:cubicBezTo>
                  <a:cubicBezTo>
                    <a:pt x="201283" y="238761"/>
                    <a:pt x="202561" y="231739"/>
                    <a:pt x="205756" y="225355"/>
                  </a:cubicBezTo>
                  <a:cubicBezTo>
                    <a:pt x="198727" y="220886"/>
                    <a:pt x="190420" y="217694"/>
                    <a:pt x="182113" y="217055"/>
                  </a:cubicBezTo>
                  <a:lnTo>
                    <a:pt x="182113" y="217055"/>
                  </a:lnTo>
                  <a:cubicBezTo>
                    <a:pt x="173167" y="218332"/>
                    <a:pt x="164860" y="220886"/>
                    <a:pt x="157832" y="225993"/>
                  </a:cubicBezTo>
                  <a:cubicBezTo>
                    <a:pt x="161027" y="232377"/>
                    <a:pt x="162305" y="238761"/>
                    <a:pt x="162305" y="245783"/>
                  </a:cubicBezTo>
                  <a:cubicBezTo>
                    <a:pt x="162305" y="270042"/>
                    <a:pt x="142496" y="289833"/>
                    <a:pt x="118214" y="290471"/>
                  </a:cubicBezTo>
                  <a:cubicBezTo>
                    <a:pt x="93932" y="290471"/>
                    <a:pt x="74123" y="270681"/>
                    <a:pt x="73484" y="246422"/>
                  </a:cubicBezTo>
                  <a:cubicBezTo>
                    <a:pt x="73484" y="222163"/>
                    <a:pt x="93293" y="202372"/>
                    <a:pt x="117575" y="201734"/>
                  </a:cubicBezTo>
                  <a:cubicBezTo>
                    <a:pt x="123965" y="201734"/>
                    <a:pt x="130355" y="203011"/>
                    <a:pt x="136745" y="205564"/>
                  </a:cubicBezTo>
                  <a:cubicBezTo>
                    <a:pt x="141857" y="197903"/>
                    <a:pt x="145052" y="188966"/>
                    <a:pt x="146330" y="180028"/>
                  </a:cubicBezTo>
                  <a:cubicBezTo>
                    <a:pt x="145690" y="171729"/>
                    <a:pt x="142496" y="163430"/>
                    <a:pt x="138022" y="156408"/>
                  </a:cubicBezTo>
                  <a:cubicBezTo>
                    <a:pt x="131633" y="159600"/>
                    <a:pt x="124604" y="161515"/>
                    <a:pt x="117575" y="161515"/>
                  </a:cubicBezTo>
                  <a:cubicBezTo>
                    <a:pt x="93293" y="161515"/>
                    <a:pt x="73484" y="141724"/>
                    <a:pt x="73484" y="117465"/>
                  </a:cubicBezTo>
                  <a:cubicBezTo>
                    <a:pt x="73484" y="93206"/>
                    <a:pt x="93293" y="73416"/>
                    <a:pt x="117575" y="73416"/>
                  </a:cubicBezTo>
                  <a:cubicBezTo>
                    <a:pt x="141857" y="73416"/>
                    <a:pt x="161665" y="93206"/>
                    <a:pt x="161665" y="117465"/>
                  </a:cubicBezTo>
                  <a:cubicBezTo>
                    <a:pt x="161665" y="123849"/>
                    <a:pt x="160387" y="130872"/>
                    <a:pt x="157192" y="136617"/>
                  </a:cubicBezTo>
                  <a:cubicBezTo>
                    <a:pt x="164221" y="141724"/>
                    <a:pt x="172528" y="144278"/>
                    <a:pt x="181474" y="145555"/>
                  </a:cubicBezTo>
                  <a:lnTo>
                    <a:pt x="181474" y="145555"/>
                  </a:lnTo>
                  <a:cubicBezTo>
                    <a:pt x="189781" y="144916"/>
                    <a:pt x="197449" y="141724"/>
                    <a:pt x="205117" y="137256"/>
                  </a:cubicBezTo>
                  <a:cubicBezTo>
                    <a:pt x="193615" y="115550"/>
                    <a:pt x="201922" y="88737"/>
                    <a:pt x="223648" y="77246"/>
                  </a:cubicBezTo>
                  <a:cubicBezTo>
                    <a:pt x="245374" y="65755"/>
                    <a:pt x="272211" y="74054"/>
                    <a:pt x="283713" y="95760"/>
                  </a:cubicBezTo>
                  <a:cubicBezTo>
                    <a:pt x="295215" y="117465"/>
                    <a:pt x="286908" y="144278"/>
                    <a:pt x="265182" y="155769"/>
                  </a:cubicBezTo>
                  <a:cubicBezTo>
                    <a:pt x="252403" y="162153"/>
                    <a:pt x="237706" y="162792"/>
                    <a:pt x="224926" y="156408"/>
                  </a:cubicBezTo>
                  <a:cubicBezTo>
                    <a:pt x="220453" y="163430"/>
                    <a:pt x="217258" y="171729"/>
                    <a:pt x="216619" y="180028"/>
                  </a:cubicBezTo>
                  <a:cubicBezTo>
                    <a:pt x="217897" y="188966"/>
                    <a:pt x="221092" y="197903"/>
                    <a:pt x="225565" y="205564"/>
                  </a:cubicBezTo>
                  <a:cubicBezTo>
                    <a:pt x="231955" y="201734"/>
                    <a:pt x="238345" y="200457"/>
                    <a:pt x="245374" y="200457"/>
                  </a:cubicBezTo>
                  <a:lnTo>
                    <a:pt x="245374" y="200457"/>
                  </a:lnTo>
                  <a:close/>
                </a:path>
              </a:pathLst>
            </a:custGeom>
            <a:solidFill>
              <a:srgbClr val="26890D"/>
            </a:solidFill>
            <a:ln w="6390" cap="flat">
              <a:noFill/>
              <a:prstDash val="solid"/>
              <a:miter/>
            </a:ln>
          </p:spPr>
          <p:txBody>
            <a:bodyPr rtlCol="0" anchor="ctr"/>
            <a:lstStyle/>
            <a:p>
              <a:endParaRPr lang="en-US"/>
            </a:p>
          </p:txBody>
        </p:sp>
        <p:sp>
          <p:nvSpPr>
            <p:cNvPr id="646" name="Graphic 4">
              <a:extLst>
                <a:ext uri="{FF2B5EF4-FFF2-40B4-BE49-F238E27FC236}">
                  <a16:creationId xmlns:a16="http://schemas.microsoft.com/office/drawing/2014/main" id="{2DADED3F-BF2B-ED49-8FF2-1287DB5B8BFE}"/>
                </a:ext>
              </a:extLst>
            </p:cNvPr>
            <p:cNvSpPr/>
            <p:nvPr/>
          </p:nvSpPr>
          <p:spPr>
            <a:xfrm>
              <a:off x="5247416" y="1064372"/>
              <a:ext cx="67733" cy="67670"/>
            </a:xfrm>
            <a:custGeom>
              <a:avLst/>
              <a:gdLst>
                <a:gd name="connsiteX0" fmla="*/ 66455 w 67733"/>
                <a:gd name="connsiteY0" fmla="*/ 2554 h 67670"/>
                <a:gd name="connsiteX1" fmla="*/ 65177 w 67733"/>
                <a:gd name="connsiteY1" fmla="*/ 1277 h 67670"/>
                <a:gd name="connsiteX2" fmla="*/ 34505 w 67733"/>
                <a:gd name="connsiteY2" fmla="*/ 11491 h 67670"/>
                <a:gd name="connsiteX3" fmla="*/ 34505 w 67733"/>
                <a:gd name="connsiteY3" fmla="*/ 11491 h 67670"/>
                <a:gd name="connsiteX4" fmla="*/ 3195 w 67733"/>
                <a:gd name="connsiteY4" fmla="*/ 0 h 67670"/>
                <a:gd name="connsiteX5" fmla="*/ 1278 w 67733"/>
                <a:gd name="connsiteY5" fmla="*/ 1915 h 67670"/>
                <a:gd name="connsiteX6" fmla="*/ 11502 w 67733"/>
                <a:gd name="connsiteY6" fmla="*/ 33197 h 67670"/>
                <a:gd name="connsiteX7" fmla="*/ 0 w 67733"/>
                <a:gd name="connsiteY7" fmla="*/ 65117 h 67670"/>
                <a:gd name="connsiteX8" fmla="*/ 2556 w 67733"/>
                <a:gd name="connsiteY8" fmla="*/ 67670 h 67670"/>
                <a:gd name="connsiteX9" fmla="*/ 34505 w 67733"/>
                <a:gd name="connsiteY9" fmla="*/ 56817 h 67670"/>
                <a:gd name="connsiteX10" fmla="*/ 65177 w 67733"/>
                <a:gd name="connsiteY10" fmla="*/ 67670 h 67670"/>
                <a:gd name="connsiteX11" fmla="*/ 67733 w 67733"/>
                <a:gd name="connsiteY11" fmla="*/ 65117 h 67670"/>
                <a:gd name="connsiteX12" fmla="*/ 56231 w 67733"/>
                <a:gd name="connsiteY12" fmla="*/ 32558 h 67670"/>
                <a:gd name="connsiteX13" fmla="*/ 66455 w 67733"/>
                <a:gd name="connsiteY13" fmla="*/ 2554 h 6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7733" h="67670">
                  <a:moveTo>
                    <a:pt x="66455" y="2554"/>
                  </a:moveTo>
                  <a:lnTo>
                    <a:pt x="65177" y="1277"/>
                  </a:lnTo>
                  <a:cubicBezTo>
                    <a:pt x="55593" y="7022"/>
                    <a:pt x="45368" y="10853"/>
                    <a:pt x="34505" y="11491"/>
                  </a:cubicBezTo>
                  <a:lnTo>
                    <a:pt x="34505" y="11491"/>
                  </a:lnTo>
                  <a:cubicBezTo>
                    <a:pt x="23004" y="10214"/>
                    <a:pt x="12780" y="6384"/>
                    <a:pt x="3195" y="0"/>
                  </a:cubicBezTo>
                  <a:cubicBezTo>
                    <a:pt x="2556" y="638"/>
                    <a:pt x="1917" y="1277"/>
                    <a:pt x="1278" y="1915"/>
                  </a:cubicBezTo>
                  <a:cubicBezTo>
                    <a:pt x="7029" y="11491"/>
                    <a:pt x="10863" y="21706"/>
                    <a:pt x="11502" y="33197"/>
                  </a:cubicBezTo>
                  <a:cubicBezTo>
                    <a:pt x="10224" y="44688"/>
                    <a:pt x="6390" y="55541"/>
                    <a:pt x="0" y="65117"/>
                  </a:cubicBezTo>
                  <a:cubicBezTo>
                    <a:pt x="1278" y="65755"/>
                    <a:pt x="1917" y="67032"/>
                    <a:pt x="2556" y="67670"/>
                  </a:cubicBezTo>
                  <a:cubicBezTo>
                    <a:pt x="12141" y="61286"/>
                    <a:pt x="23004" y="58094"/>
                    <a:pt x="34505" y="56817"/>
                  </a:cubicBezTo>
                  <a:cubicBezTo>
                    <a:pt x="45368" y="58094"/>
                    <a:pt x="56231" y="61925"/>
                    <a:pt x="65177" y="67670"/>
                  </a:cubicBezTo>
                  <a:cubicBezTo>
                    <a:pt x="65816" y="67032"/>
                    <a:pt x="66455" y="66393"/>
                    <a:pt x="67733" y="65117"/>
                  </a:cubicBezTo>
                  <a:cubicBezTo>
                    <a:pt x="61343" y="55541"/>
                    <a:pt x="57509" y="44049"/>
                    <a:pt x="56231" y="32558"/>
                  </a:cubicBezTo>
                  <a:cubicBezTo>
                    <a:pt x="56870" y="22344"/>
                    <a:pt x="60704" y="12130"/>
                    <a:pt x="66455" y="2554"/>
                  </a:cubicBezTo>
                  <a:close/>
                </a:path>
              </a:pathLst>
            </a:custGeom>
            <a:solidFill>
              <a:srgbClr val="26890D"/>
            </a:solidFill>
            <a:ln w="6390" cap="flat">
              <a:noFill/>
              <a:prstDash val="solid"/>
              <a:miter/>
            </a:ln>
          </p:spPr>
          <p:txBody>
            <a:bodyPr rtlCol="0" anchor="ctr"/>
            <a:lstStyle/>
            <a:p>
              <a:endParaRPr lang="en-US"/>
            </a:p>
          </p:txBody>
        </p:sp>
      </p:grpSp>
      <p:sp>
        <p:nvSpPr>
          <p:cNvPr id="647" name="Graphic 4">
            <a:extLst>
              <a:ext uri="{FF2B5EF4-FFF2-40B4-BE49-F238E27FC236}">
                <a16:creationId xmlns:a16="http://schemas.microsoft.com/office/drawing/2014/main" id="{40651498-0656-6E4D-B265-B8067755B86C}"/>
              </a:ext>
            </a:extLst>
          </p:cNvPr>
          <p:cNvSpPr/>
          <p:nvPr/>
        </p:nvSpPr>
        <p:spPr>
          <a:xfrm>
            <a:off x="5099169" y="14027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24926 w 362309"/>
              <a:gd name="connsiteY7" fmla="*/ 140448 h 361971"/>
              <a:gd name="connsiteX8" fmla="*/ 244735 w 362309"/>
              <a:gd name="connsiteY8" fmla="*/ 125764 h 361971"/>
              <a:gd name="connsiteX9" fmla="*/ 253681 w 362309"/>
              <a:gd name="connsiteY9" fmla="*/ 125764 h 361971"/>
              <a:gd name="connsiteX10" fmla="*/ 253681 w 362309"/>
              <a:gd name="connsiteY10" fmla="*/ 134702 h 361971"/>
              <a:gd name="connsiteX11" fmla="*/ 230677 w 362309"/>
              <a:gd name="connsiteY11" fmla="*/ 151300 h 361971"/>
              <a:gd name="connsiteX12" fmla="*/ 227482 w 362309"/>
              <a:gd name="connsiteY12" fmla="*/ 151939 h 361971"/>
              <a:gd name="connsiteX13" fmla="*/ 221092 w 362309"/>
              <a:gd name="connsiteY13" fmla="*/ 145555 h 361971"/>
              <a:gd name="connsiteX14" fmla="*/ 224926 w 362309"/>
              <a:gd name="connsiteY14" fmla="*/ 140448 h 361971"/>
              <a:gd name="connsiteX15" fmla="*/ 224926 w 362309"/>
              <a:gd name="connsiteY15" fmla="*/ 140448 h 361971"/>
              <a:gd name="connsiteX16" fmla="*/ 141217 w 362309"/>
              <a:gd name="connsiteY16" fmla="*/ 87461 h 361971"/>
              <a:gd name="connsiteX17" fmla="*/ 150164 w 362309"/>
              <a:gd name="connsiteY17" fmla="*/ 87461 h 361971"/>
              <a:gd name="connsiteX18" fmla="*/ 150164 w 362309"/>
              <a:gd name="connsiteY18" fmla="*/ 87461 h 361971"/>
              <a:gd name="connsiteX19" fmla="*/ 212146 w 362309"/>
              <a:gd name="connsiteY19" fmla="*/ 87461 h 361971"/>
              <a:gd name="connsiteX20" fmla="*/ 221092 w 362309"/>
              <a:gd name="connsiteY20" fmla="*/ 87461 h 361971"/>
              <a:gd name="connsiteX21" fmla="*/ 221092 w 362309"/>
              <a:gd name="connsiteY21" fmla="*/ 96398 h 361971"/>
              <a:gd name="connsiteX22" fmla="*/ 221092 w 362309"/>
              <a:gd name="connsiteY22" fmla="*/ 96398 h 361971"/>
              <a:gd name="connsiteX23" fmla="*/ 141217 w 362309"/>
              <a:gd name="connsiteY23" fmla="*/ 96398 h 361971"/>
              <a:gd name="connsiteX24" fmla="*/ 141217 w 362309"/>
              <a:gd name="connsiteY24" fmla="*/ 87461 h 361971"/>
              <a:gd name="connsiteX25" fmla="*/ 141217 w 362309"/>
              <a:gd name="connsiteY25" fmla="*/ 87461 h 361971"/>
              <a:gd name="connsiteX26" fmla="*/ 141217 w 362309"/>
              <a:gd name="connsiteY26" fmla="*/ 87461 h 361971"/>
              <a:gd name="connsiteX27" fmla="*/ 221092 w 362309"/>
              <a:gd name="connsiteY27" fmla="*/ 273873 h 361971"/>
              <a:gd name="connsiteX28" fmla="*/ 212146 w 362309"/>
              <a:gd name="connsiteY28" fmla="*/ 273873 h 361971"/>
              <a:gd name="connsiteX29" fmla="*/ 150164 w 362309"/>
              <a:gd name="connsiteY29" fmla="*/ 273873 h 361971"/>
              <a:gd name="connsiteX30" fmla="*/ 141217 w 362309"/>
              <a:gd name="connsiteY30" fmla="*/ 273873 h 361971"/>
              <a:gd name="connsiteX31" fmla="*/ 141217 w 362309"/>
              <a:gd name="connsiteY31" fmla="*/ 273873 h 361971"/>
              <a:gd name="connsiteX32" fmla="*/ 141217 w 362309"/>
              <a:gd name="connsiteY32" fmla="*/ 264935 h 361971"/>
              <a:gd name="connsiteX33" fmla="*/ 221092 w 362309"/>
              <a:gd name="connsiteY33" fmla="*/ 264935 h 361971"/>
              <a:gd name="connsiteX34" fmla="*/ 221092 w 362309"/>
              <a:gd name="connsiteY34" fmla="*/ 273873 h 361971"/>
              <a:gd name="connsiteX35" fmla="*/ 288186 w 362309"/>
              <a:gd name="connsiteY35" fmla="*/ 195350 h 361971"/>
              <a:gd name="connsiteX36" fmla="*/ 288186 w 362309"/>
              <a:gd name="connsiteY36" fmla="*/ 204287 h 361971"/>
              <a:gd name="connsiteX37" fmla="*/ 288186 w 362309"/>
              <a:gd name="connsiteY37" fmla="*/ 204287 h 361971"/>
              <a:gd name="connsiteX38" fmla="*/ 279240 w 362309"/>
              <a:gd name="connsiteY38" fmla="*/ 204287 h 361971"/>
              <a:gd name="connsiteX39" fmla="*/ 259431 w 362309"/>
              <a:gd name="connsiteY39" fmla="*/ 188327 h 361971"/>
              <a:gd name="connsiteX40" fmla="*/ 230677 w 362309"/>
              <a:gd name="connsiteY40" fmla="*/ 201734 h 361971"/>
              <a:gd name="connsiteX41" fmla="*/ 228760 w 362309"/>
              <a:gd name="connsiteY41" fmla="*/ 202372 h 361971"/>
              <a:gd name="connsiteX42" fmla="*/ 221092 w 362309"/>
              <a:gd name="connsiteY42" fmla="*/ 197265 h 361971"/>
              <a:gd name="connsiteX43" fmla="*/ 226204 w 362309"/>
              <a:gd name="connsiteY43" fmla="*/ 189604 h 361971"/>
              <a:gd name="connsiteX44" fmla="*/ 226204 w 362309"/>
              <a:gd name="connsiteY44" fmla="*/ 189604 h 361971"/>
              <a:gd name="connsiteX45" fmla="*/ 246651 w 362309"/>
              <a:gd name="connsiteY45" fmla="*/ 180667 h 361971"/>
              <a:gd name="connsiteX46" fmla="*/ 182752 w 362309"/>
              <a:gd name="connsiteY46" fmla="*/ 164707 h 361971"/>
              <a:gd name="connsiteX47" fmla="*/ 181474 w 362309"/>
              <a:gd name="connsiteY47" fmla="*/ 165345 h 361971"/>
              <a:gd name="connsiteX48" fmla="*/ 177640 w 362309"/>
              <a:gd name="connsiteY48" fmla="*/ 165345 h 361971"/>
              <a:gd name="connsiteX49" fmla="*/ 115658 w 362309"/>
              <a:gd name="connsiteY49" fmla="*/ 181305 h 361971"/>
              <a:gd name="connsiteX50" fmla="*/ 177640 w 362309"/>
              <a:gd name="connsiteY50" fmla="*/ 197265 h 361971"/>
              <a:gd name="connsiteX51" fmla="*/ 181474 w 362309"/>
              <a:gd name="connsiteY51" fmla="*/ 197265 h 361971"/>
              <a:gd name="connsiteX52" fmla="*/ 254319 w 362309"/>
              <a:gd name="connsiteY52" fmla="*/ 226631 h 361971"/>
              <a:gd name="connsiteX53" fmla="*/ 254319 w 362309"/>
              <a:gd name="connsiteY53" fmla="*/ 235569 h 361971"/>
              <a:gd name="connsiteX54" fmla="*/ 249846 w 362309"/>
              <a:gd name="connsiteY54" fmla="*/ 237484 h 361971"/>
              <a:gd name="connsiteX55" fmla="*/ 245374 w 362309"/>
              <a:gd name="connsiteY55" fmla="*/ 235569 h 361971"/>
              <a:gd name="connsiteX56" fmla="*/ 182752 w 362309"/>
              <a:gd name="connsiteY56" fmla="*/ 209395 h 361971"/>
              <a:gd name="connsiteX57" fmla="*/ 181474 w 362309"/>
              <a:gd name="connsiteY57" fmla="*/ 209395 h 361971"/>
              <a:gd name="connsiteX58" fmla="*/ 177640 w 362309"/>
              <a:gd name="connsiteY58" fmla="*/ 209395 h 361971"/>
              <a:gd name="connsiteX59" fmla="*/ 117575 w 362309"/>
              <a:gd name="connsiteY59" fmla="*/ 235569 h 361971"/>
              <a:gd name="connsiteX60" fmla="*/ 108629 w 362309"/>
              <a:gd name="connsiteY60" fmla="*/ 235569 h 361971"/>
              <a:gd name="connsiteX61" fmla="*/ 108629 w 362309"/>
              <a:gd name="connsiteY61" fmla="*/ 226631 h 361971"/>
              <a:gd name="connsiteX62" fmla="*/ 141857 w 362309"/>
              <a:gd name="connsiteY62" fmla="*/ 204926 h 361971"/>
              <a:gd name="connsiteX63" fmla="*/ 103517 w 362309"/>
              <a:gd name="connsiteY63" fmla="*/ 188966 h 361971"/>
              <a:gd name="connsiteX64" fmla="*/ 83708 w 362309"/>
              <a:gd name="connsiteY64" fmla="*/ 204926 h 361971"/>
              <a:gd name="connsiteX65" fmla="*/ 74762 w 362309"/>
              <a:gd name="connsiteY65" fmla="*/ 204926 h 361971"/>
              <a:gd name="connsiteX66" fmla="*/ 74762 w 362309"/>
              <a:gd name="connsiteY66" fmla="*/ 195988 h 361971"/>
              <a:gd name="connsiteX67" fmla="*/ 74762 w 362309"/>
              <a:gd name="connsiteY67" fmla="*/ 195988 h 361971"/>
              <a:gd name="connsiteX68" fmla="*/ 92015 w 362309"/>
              <a:gd name="connsiteY68" fmla="*/ 181944 h 361971"/>
              <a:gd name="connsiteX69" fmla="*/ 74762 w 362309"/>
              <a:gd name="connsiteY69" fmla="*/ 167899 h 361971"/>
              <a:gd name="connsiteX70" fmla="*/ 74123 w 362309"/>
              <a:gd name="connsiteY70" fmla="*/ 158961 h 361971"/>
              <a:gd name="connsiteX71" fmla="*/ 83069 w 362309"/>
              <a:gd name="connsiteY71" fmla="*/ 158323 h 361971"/>
              <a:gd name="connsiteX72" fmla="*/ 83708 w 362309"/>
              <a:gd name="connsiteY72" fmla="*/ 158961 h 361971"/>
              <a:gd name="connsiteX73" fmla="*/ 103517 w 362309"/>
              <a:gd name="connsiteY73" fmla="*/ 174921 h 361971"/>
              <a:gd name="connsiteX74" fmla="*/ 141857 w 362309"/>
              <a:gd name="connsiteY74" fmla="*/ 158961 h 361971"/>
              <a:gd name="connsiteX75" fmla="*/ 108629 w 362309"/>
              <a:gd name="connsiteY75" fmla="*/ 137256 h 361971"/>
              <a:gd name="connsiteX76" fmla="*/ 108629 w 362309"/>
              <a:gd name="connsiteY76" fmla="*/ 128318 h 361971"/>
              <a:gd name="connsiteX77" fmla="*/ 117575 w 362309"/>
              <a:gd name="connsiteY77" fmla="*/ 128318 h 361971"/>
              <a:gd name="connsiteX78" fmla="*/ 177640 w 362309"/>
              <a:gd name="connsiteY78" fmla="*/ 154492 h 361971"/>
              <a:gd name="connsiteX79" fmla="*/ 181474 w 362309"/>
              <a:gd name="connsiteY79" fmla="*/ 154492 h 361971"/>
              <a:gd name="connsiteX80" fmla="*/ 259431 w 362309"/>
              <a:gd name="connsiteY80" fmla="*/ 176198 h 361971"/>
              <a:gd name="connsiteX81" fmla="*/ 279240 w 362309"/>
              <a:gd name="connsiteY81" fmla="*/ 160238 h 361971"/>
              <a:gd name="connsiteX82" fmla="*/ 288186 w 362309"/>
              <a:gd name="connsiteY82" fmla="*/ 160238 h 361971"/>
              <a:gd name="connsiteX83" fmla="*/ 288186 w 362309"/>
              <a:gd name="connsiteY83" fmla="*/ 169176 h 361971"/>
              <a:gd name="connsiteX84" fmla="*/ 270934 w 362309"/>
              <a:gd name="connsiteY84" fmla="*/ 183859 h 361971"/>
              <a:gd name="connsiteX85" fmla="*/ 288186 w 362309"/>
              <a:gd name="connsiteY85" fmla="*/ 195350 h 361971"/>
              <a:gd name="connsiteX86" fmla="*/ 288186 w 362309"/>
              <a:gd name="connsiteY86" fmla="*/ 19535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0438"/>
                  <a:pt x="281157" y="0"/>
                  <a:pt x="181474" y="0"/>
                </a:cubicBezTo>
                <a:cubicBezTo>
                  <a:pt x="181474" y="0"/>
                  <a:pt x="181474" y="0"/>
                  <a:pt x="181474" y="0"/>
                </a:cubicBezTo>
                <a:close/>
                <a:moveTo>
                  <a:pt x="224926" y="140448"/>
                </a:moveTo>
                <a:cubicBezTo>
                  <a:pt x="231955" y="136617"/>
                  <a:pt x="238984" y="131510"/>
                  <a:pt x="244735" y="125764"/>
                </a:cubicBezTo>
                <a:cubicBezTo>
                  <a:pt x="247291" y="123211"/>
                  <a:pt x="251124" y="123211"/>
                  <a:pt x="253681" y="125764"/>
                </a:cubicBezTo>
                <a:cubicBezTo>
                  <a:pt x="256236" y="128318"/>
                  <a:pt x="256236" y="132148"/>
                  <a:pt x="253681" y="134702"/>
                </a:cubicBezTo>
                <a:cubicBezTo>
                  <a:pt x="246651" y="141086"/>
                  <a:pt x="238984" y="146832"/>
                  <a:pt x="230677" y="151300"/>
                </a:cubicBezTo>
                <a:cubicBezTo>
                  <a:pt x="230038" y="151939"/>
                  <a:pt x="228760" y="151939"/>
                  <a:pt x="227482" y="151939"/>
                </a:cubicBezTo>
                <a:cubicBezTo>
                  <a:pt x="223648" y="151939"/>
                  <a:pt x="221092" y="149385"/>
                  <a:pt x="221092" y="145555"/>
                </a:cubicBezTo>
                <a:cubicBezTo>
                  <a:pt x="221731" y="144278"/>
                  <a:pt x="223009" y="141724"/>
                  <a:pt x="224926" y="140448"/>
                </a:cubicBezTo>
                <a:lnTo>
                  <a:pt x="224926" y="140448"/>
                </a:lnTo>
                <a:close/>
                <a:moveTo>
                  <a:pt x="141217" y="87461"/>
                </a:moveTo>
                <a:cubicBezTo>
                  <a:pt x="143774" y="84907"/>
                  <a:pt x="147607" y="84907"/>
                  <a:pt x="150164" y="87461"/>
                </a:cubicBezTo>
                <a:cubicBezTo>
                  <a:pt x="150164" y="87461"/>
                  <a:pt x="150164" y="87461"/>
                  <a:pt x="150164" y="87461"/>
                </a:cubicBezTo>
                <a:cubicBezTo>
                  <a:pt x="167416" y="104059"/>
                  <a:pt x="194893" y="104059"/>
                  <a:pt x="212146" y="87461"/>
                </a:cubicBezTo>
                <a:cubicBezTo>
                  <a:pt x="214702" y="84907"/>
                  <a:pt x="218536" y="84907"/>
                  <a:pt x="221092" y="87461"/>
                </a:cubicBezTo>
                <a:cubicBezTo>
                  <a:pt x="223648" y="90014"/>
                  <a:pt x="223648" y="93845"/>
                  <a:pt x="221092" y="96398"/>
                </a:cubicBezTo>
                <a:lnTo>
                  <a:pt x="221092" y="96398"/>
                </a:lnTo>
                <a:cubicBezTo>
                  <a:pt x="198727" y="118104"/>
                  <a:pt x="163582" y="118104"/>
                  <a:pt x="141217" y="96398"/>
                </a:cubicBezTo>
                <a:cubicBezTo>
                  <a:pt x="138662" y="94483"/>
                  <a:pt x="138662" y="90014"/>
                  <a:pt x="141217" y="87461"/>
                </a:cubicBezTo>
                <a:cubicBezTo>
                  <a:pt x="141217" y="87461"/>
                  <a:pt x="141217" y="87461"/>
                  <a:pt x="141217" y="87461"/>
                </a:cubicBezTo>
                <a:lnTo>
                  <a:pt x="141217" y="87461"/>
                </a:lnTo>
                <a:close/>
                <a:moveTo>
                  <a:pt x="221092" y="273873"/>
                </a:moveTo>
                <a:cubicBezTo>
                  <a:pt x="218536" y="276426"/>
                  <a:pt x="214702" y="276426"/>
                  <a:pt x="212146" y="273873"/>
                </a:cubicBezTo>
                <a:cubicBezTo>
                  <a:pt x="194893" y="257274"/>
                  <a:pt x="167416" y="257274"/>
                  <a:pt x="150164" y="273873"/>
                </a:cubicBezTo>
                <a:cubicBezTo>
                  <a:pt x="147607" y="276426"/>
                  <a:pt x="143774" y="276426"/>
                  <a:pt x="141217" y="273873"/>
                </a:cubicBezTo>
                <a:cubicBezTo>
                  <a:pt x="141217" y="273873"/>
                  <a:pt x="141217" y="273873"/>
                  <a:pt x="141217" y="273873"/>
                </a:cubicBezTo>
                <a:cubicBezTo>
                  <a:pt x="138662" y="271319"/>
                  <a:pt x="138662" y="267489"/>
                  <a:pt x="141217" y="264935"/>
                </a:cubicBezTo>
                <a:cubicBezTo>
                  <a:pt x="163582" y="243230"/>
                  <a:pt x="198727" y="243230"/>
                  <a:pt x="221092" y="264935"/>
                </a:cubicBezTo>
                <a:cubicBezTo>
                  <a:pt x="223648" y="267489"/>
                  <a:pt x="223648" y="271319"/>
                  <a:pt x="221092" y="273873"/>
                </a:cubicBezTo>
                <a:close/>
                <a:moveTo>
                  <a:pt x="288186" y="195350"/>
                </a:moveTo>
                <a:cubicBezTo>
                  <a:pt x="290742" y="197903"/>
                  <a:pt x="290742" y="201734"/>
                  <a:pt x="288186" y="204287"/>
                </a:cubicBezTo>
                <a:cubicBezTo>
                  <a:pt x="288186" y="204287"/>
                  <a:pt x="288186" y="204287"/>
                  <a:pt x="288186" y="204287"/>
                </a:cubicBezTo>
                <a:cubicBezTo>
                  <a:pt x="285630" y="206841"/>
                  <a:pt x="281796" y="206841"/>
                  <a:pt x="279240" y="204287"/>
                </a:cubicBezTo>
                <a:cubicBezTo>
                  <a:pt x="273489" y="198542"/>
                  <a:pt x="266460" y="192796"/>
                  <a:pt x="259431" y="188327"/>
                </a:cubicBezTo>
                <a:cubicBezTo>
                  <a:pt x="250486" y="194073"/>
                  <a:pt x="240261" y="198542"/>
                  <a:pt x="230677" y="201734"/>
                </a:cubicBezTo>
                <a:cubicBezTo>
                  <a:pt x="230038" y="201734"/>
                  <a:pt x="229399" y="202372"/>
                  <a:pt x="228760" y="202372"/>
                </a:cubicBezTo>
                <a:cubicBezTo>
                  <a:pt x="224926" y="203011"/>
                  <a:pt x="221731" y="200457"/>
                  <a:pt x="221092" y="197265"/>
                </a:cubicBezTo>
                <a:cubicBezTo>
                  <a:pt x="220453" y="193435"/>
                  <a:pt x="223009" y="190243"/>
                  <a:pt x="226204" y="189604"/>
                </a:cubicBezTo>
                <a:lnTo>
                  <a:pt x="226204" y="189604"/>
                </a:lnTo>
                <a:cubicBezTo>
                  <a:pt x="233233" y="187051"/>
                  <a:pt x="240261" y="184497"/>
                  <a:pt x="246651" y="180667"/>
                </a:cubicBezTo>
                <a:cubicBezTo>
                  <a:pt x="226843" y="170452"/>
                  <a:pt x="205117" y="164707"/>
                  <a:pt x="182752" y="164707"/>
                </a:cubicBezTo>
                <a:cubicBezTo>
                  <a:pt x="182113" y="164707"/>
                  <a:pt x="181474" y="164707"/>
                  <a:pt x="181474" y="165345"/>
                </a:cubicBezTo>
                <a:lnTo>
                  <a:pt x="177640" y="165345"/>
                </a:lnTo>
                <a:cubicBezTo>
                  <a:pt x="155915" y="165984"/>
                  <a:pt x="134828" y="171091"/>
                  <a:pt x="115658" y="181305"/>
                </a:cubicBezTo>
                <a:cubicBezTo>
                  <a:pt x="134828" y="191519"/>
                  <a:pt x="155915" y="196627"/>
                  <a:pt x="177640" y="197265"/>
                </a:cubicBezTo>
                <a:lnTo>
                  <a:pt x="181474" y="197265"/>
                </a:lnTo>
                <a:cubicBezTo>
                  <a:pt x="208951" y="197265"/>
                  <a:pt x="235150" y="208118"/>
                  <a:pt x="254319" y="226631"/>
                </a:cubicBezTo>
                <a:cubicBezTo>
                  <a:pt x="256876" y="229185"/>
                  <a:pt x="256876" y="233015"/>
                  <a:pt x="254319" y="235569"/>
                </a:cubicBezTo>
                <a:cubicBezTo>
                  <a:pt x="253041" y="236846"/>
                  <a:pt x="251764" y="237484"/>
                  <a:pt x="249846" y="237484"/>
                </a:cubicBezTo>
                <a:cubicBezTo>
                  <a:pt x="247929" y="237484"/>
                  <a:pt x="246651" y="236846"/>
                  <a:pt x="245374" y="235569"/>
                </a:cubicBezTo>
                <a:cubicBezTo>
                  <a:pt x="228760" y="218971"/>
                  <a:pt x="206395" y="210033"/>
                  <a:pt x="182752" y="209395"/>
                </a:cubicBezTo>
                <a:cubicBezTo>
                  <a:pt x="182113" y="209395"/>
                  <a:pt x="181474" y="209395"/>
                  <a:pt x="181474" y="209395"/>
                </a:cubicBezTo>
                <a:lnTo>
                  <a:pt x="177640" y="209395"/>
                </a:lnTo>
                <a:cubicBezTo>
                  <a:pt x="155275" y="210033"/>
                  <a:pt x="133550" y="219609"/>
                  <a:pt x="117575" y="235569"/>
                </a:cubicBezTo>
                <a:cubicBezTo>
                  <a:pt x="115019" y="238122"/>
                  <a:pt x="111185" y="238122"/>
                  <a:pt x="108629" y="235569"/>
                </a:cubicBezTo>
                <a:cubicBezTo>
                  <a:pt x="106073" y="233015"/>
                  <a:pt x="106073" y="229185"/>
                  <a:pt x="108629" y="226631"/>
                </a:cubicBezTo>
                <a:cubicBezTo>
                  <a:pt x="118214" y="217055"/>
                  <a:pt x="129716" y="210033"/>
                  <a:pt x="141857" y="204926"/>
                </a:cubicBezTo>
                <a:cubicBezTo>
                  <a:pt x="128438" y="201095"/>
                  <a:pt x="115658" y="195988"/>
                  <a:pt x="103517" y="188966"/>
                </a:cubicBezTo>
                <a:cubicBezTo>
                  <a:pt x="96488" y="193435"/>
                  <a:pt x="90098" y="199180"/>
                  <a:pt x="83708" y="204926"/>
                </a:cubicBezTo>
                <a:cubicBezTo>
                  <a:pt x="81152" y="207479"/>
                  <a:pt x="77318" y="207479"/>
                  <a:pt x="74762" y="204926"/>
                </a:cubicBezTo>
                <a:cubicBezTo>
                  <a:pt x="72206" y="202372"/>
                  <a:pt x="72206" y="198542"/>
                  <a:pt x="74762" y="195988"/>
                </a:cubicBezTo>
                <a:cubicBezTo>
                  <a:pt x="74762" y="195988"/>
                  <a:pt x="74762" y="195988"/>
                  <a:pt x="74762" y="195988"/>
                </a:cubicBezTo>
                <a:cubicBezTo>
                  <a:pt x="79874" y="190881"/>
                  <a:pt x="86264" y="185774"/>
                  <a:pt x="92015" y="181944"/>
                </a:cubicBezTo>
                <a:cubicBezTo>
                  <a:pt x="85625" y="177475"/>
                  <a:pt x="79874" y="173006"/>
                  <a:pt x="74762" y="167899"/>
                </a:cubicBezTo>
                <a:cubicBezTo>
                  <a:pt x="72206" y="165345"/>
                  <a:pt x="71567" y="161515"/>
                  <a:pt x="74123" y="158961"/>
                </a:cubicBezTo>
                <a:cubicBezTo>
                  <a:pt x="76679" y="156408"/>
                  <a:pt x="80513" y="155769"/>
                  <a:pt x="83069" y="158323"/>
                </a:cubicBezTo>
                <a:cubicBezTo>
                  <a:pt x="83069" y="158323"/>
                  <a:pt x="83708" y="158961"/>
                  <a:pt x="83708" y="158961"/>
                </a:cubicBezTo>
                <a:cubicBezTo>
                  <a:pt x="90098" y="164707"/>
                  <a:pt x="96488" y="170452"/>
                  <a:pt x="103517" y="174921"/>
                </a:cubicBezTo>
                <a:cubicBezTo>
                  <a:pt x="115658" y="167899"/>
                  <a:pt x="128438" y="162153"/>
                  <a:pt x="141857" y="158961"/>
                </a:cubicBezTo>
                <a:cubicBezTo>
                  <a:pt x="129716" y="153854"/>
                  <a:pt x="118214" y="146193"/>
                  <a:pt x="108629" y="137256"/>
                </a:cubicBezTo>
                <a:cubicBezTo>
                  <a:pt x="106073" y="134702"/>
                  <a:pt x="106073" y="130872"/>
                  <a:pt x="108629" y="128318"/>
                </a:cubicBezTo>
                <a:cubicBezTo>
                  <a:pt x="111185" y="125764"/>
                  <a:pt x="115019" y="125764"/>
                  <a:pt x="117575" y="128318"/>
                </a:cubicBezTo>
                <a:cubicBezTo>
                  <a:pt x="133550" y="144278"/>
                  <a:pt x="155275" y="153216"/>
                  <a:pt x="177640" y="154492"/>
                </a:cubicBezTo>
                <a:lnTo>
                  <a:pt x="181474" y="154492"/>
                </a:lnTo>
                <a:cubicBezTo>
                  <a:pt x="208951" y="154492"/>
                  <a:pt x="235789" y="162153"/>
                  <a:pt x="259431" y="176198"/>
                </a:cubicBezTo>
                <a:cubicBezTo>
                  <a:pt x="266460" y="171729"/>
                  <a:pt x="272850" y="165984"/>
                  <a:pt x="279240" y="160238"/>
                </a:cubicBezTo>
                <a:cubicBezTo>
                  <a:pt x="281796" y="157684"/>
                  <a:pt x="285630" y="157684"/>
                  <a:pt x="288186" y="160238"/>
                </a:cubicBezTo>
                <a:cubicBezTo>
                  <a:pt x="290742" y="162792"/>
                  <a:pt x="290742" y="166622"/>
                  <a:pt x="288186" y="169176"/>
                </a:cubicBezTo>
                <a:cubicBezTo>
                  <a:pt x="283074" y="174283"/>
                  <a:pt x="277323" y="179390"/>
                  <a:pt x="270934" y="183859"/>
                </a:cubicBezTo>
                <a:cubicBezTo>
                  <a:pt x="276684" y="185135"/>
                  <a:pt x="282435" y="190243"/>
                  <a:pt x="288186" y="195350"/>
                </a:cubicBezTo>
                <a:lnTo>
                  <a:pt x="288186" y="195350"/>
                </a:lnTo>
                <a:close/>
              </a:path>
            </a:pathLst>
          </a:custGeom>
          <a:solidFill>
            <a:srgbClr val="26890D"/>
          </a:solidFill>
          <a:ln w="6390" cap="flat">
            <a:noFill/>
            <a:prstDash val="solid"/>
            <a:miter/>
          </a:ln>
        </p:spPr>
        <p:txBody>
          <a:bodyPr rtlCol="0" anchor="ctr"/>
          <a:lstStyle/>
          <a:p>
            <a:endParaRPr lang="en-US"/>
          </a:p>
        </p:txBody>
      </p:sp>
      <p:sp>
        <p:nvSpPr>
          <p:cNvPr id="648" name="Graphic 4">
            <a:extLst>
              <a:ext uri="{FF2B5EF4-FFF2-40B4-BE49-F238E27FC236}">
                <a16:creationId xmlns:a16="http://schemas.microsoft.com/office/drawing/2014/main" id="{809CCF15-D681-1B4B-A905-080EA0AA0365}"/>
              </a:ext>
            </a:extLst>
          </p:cNvPr>
          <p:cNvSpPr/>
          <p:nvPr/>
        </p:nvSpPr>
        <p:spPr>
          <a:xfrm>
            <a:off x="5099169" y="189301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07351 w 362309"/>
              <a:gd name="connsiteY7" fmla="*/ 212587 h 361971"/>
              <a:gd name="connsiteX8" fmla="*/ 111185 w 362309"/>
              <a:gd name="connsiteY8" fmla="*/ 204287 h 361971"/>
              <a:gd name="connsiteX9" fmla="*/ 111185 w 362309"/>
              <a:gd name="connsiteY9" fmla="*/ 204287 h 361971"/>
              <a:gd name="connsiteX10" fmla="*/ 153358 w 362309"/>
              <a:gd name="connsiteY10" fmla="*/ 180028 h 361971"/>
              <a:gd name="connsiteX11" fmla="*/ 170611 w 362309"/>
              <a:gd name="connsiteY11" fmla="*/ 148108 h 361971"/>
              <a:gd name="connsiteX12" fmla="*/ 178279 w 362309"/>
              <a:gd name="connsiteY12" fmla="*/ 143001 h 361971"/>
              <a:gd name="connsiteX13" fmla="*/ 183391 w 362309"/>
              <a:gd name="connsiteY13" fmla="*/ 150662 h 361971"/>
              <a:gd name="connsiteX14" fmla="*/ 183391 w 362309"/>
              <a:gd name="connsiteY14" fmla="*/ 150662 h 361971"/>
              <a:gd name="connsiteX15" fmla="*/ 162305 w 362309"/>
              <a:gd name="connsiteY15" fmla="*/ 189604 h 361971"/>
              <a:gd name="connsiteX16" fmla="*/ 116297 w 362309"/>
              <a:gd name="connsiteY16" fmla="*/ 216417 h 361971"/>
              <a:gd name="connsiteX17" fmla="*/ 114380 w 362309"/>
              <a:gd name="connsiteY17" fmla="*/ 217055 h 361971"/>
              <a:gd name="connsiteX18" fmla="*/ 107351 w 362309"/>
              <a:gd name="connsiteY18" fmla="*/ 212587 h 361971"/>
              <a:gd name="connsiteX19" fmla="*/ 201922 w 362309"/>
              <a:gd name="connsiteY19" fmla="*/ 291748 h 361971"/>
              <a:gd name="connsiteX20" fmla="*/ 197449 w 362309"/>
              <a:gd name="connsiteY20" fmla="*/ 293663 h 361971"/>
              <a:gd name="connsiteX21" fmla="*/ 192976 w 362309"/>
              <a:gd name="connsiteY21" fmla="*/ 291748 h 361971"/>
              <a:gd name="connsiteX22" fmla="*/ 175084 w 362309"/>
              <a:gd name="connsiteY22" fmla="*/ 284087 h 361971"/>
              <a:gd name="connsiteX23" fmla="*/ 154637 w 362309"/>
              <a:gd name="connsiteY23" fmla="*/ 290471 h 361971"/>
              <a:gd name="connsiteX24" fmla="*/ 145690 w 362309"/>
              <a:gd name="connsiteY24" fmla="*/ 289833 h 361971"/>
              <a:gd name="connsiteX25" fmla="*/ 146330 w 362309"/>
              <a:gd name="connsiteY25" fmla="*/ 280895 h 361971"/>
              <a:gd name="connsiteX26" fmla="*/ 146969 w 362309"/>
              <a:gd name="connsiteY26" fmla="*/ 280257 h 361971"/>
              <a:gd name="connsiteX27" fmla="*/ 201922 w 362309"/>
              <a:gd name="connsiteY27" fmla="*/ 282811 h 361971"/>
              <a:gd name="connsiteX28" fmla="*/ 201922 w 362309"/>
              <a:gd name="connsiteY28" fmla="*/ 291748 h 361971"/>
              <a:gd name="connsiteX29" fmla="*/ 219814 w 362309"/>
              <a:gd name="connsiteY29" fmla="*/ 275788 h 361971"/>
              <a:gd name="connsiteX30" fmla="*/ 210868 w 362309"/>
              <a:gd name="connsiteY30" fmla="*/ 275788 h 361971"/>
              <a:gd name="connsiteX31" fmla="*/ 173167 w 362309"/>
              <a:gd name="connsiteY31" fmla="*/ 261743 h 361971"/>
              <a:gd name="connsiteX32" fmla="*/ 142496 w 362309"/>
              <a:gd name="connsiteY32" fmla="*/ 273873 h 361971"/>
              <a:gd name="connsiteX33" fmla="*/ 133550 w 362309"/>
              <a:gd name="connsiteY33" fmla="*/ 273235 h 361971"/>
              <a:gd name="connsiteX34" fmla="*/ 134189 w 362309"/>
              <a:gd name="connsiteY34" fmla="*/ 264297 h 361971"/>
              <a:gd name="connsiteX35" fmla="*/ 219814 w 362309"/>
              <a:gd name="connsiteY35" fmla="*/ 266851 h 361971"/>
              <a:gd name="connsiteX36" fmla="*/ 219814 w 362309"/>
              <a:gd name="connsiteY36" fmla="*/ 275788 h 361971"/>
              <a:gd name="connsiteX37" fmla="*/ 234511 w 362309"/>
              <a:gd name="connsiteY37" fmla="*/ 263659 h 361971"/>
              <a:gd name="connsiteX38" fmla="*/ 230038 w 362309"/>
              <a:gd name="connsiteY38" fmla="*/ 265574 h 361971"/>
              <a:gd name="connsiteX39" fmla="*/ 225565 w 362309"/>
              <a:gd name="connsiteY39" fmla="*/ 263659 h 361971"/>
              <a:gd name="connsiteX40" fmla="*/ 205117 w 362309"/>
              <a:gd name="connsiteY40" fmla="*/ 247060 h 361971"/>
              <a:gd name="connsiteX41" fmla="*/ 172528 w 362309"/>
              <a:gd name="connsiteY41" fmla="*/ 238761 h 361971"/>
              <a:gd name="connsiteX42" fmla="*/ 128438 w 362309"/>
              <a:gd name="connsiteY42" fmla="*/ 258551 h 361971"/>
              <a:gd name="connsiteX43" fmla="*/ 119492 w 362309"/>
              <a:gd name="connsiteY43" fmla="*/ 256636 h 361971"/>
              <a:gd name="connsiteX44" fmla="*/ 119492 w 362309"/>
              <a:gd name="connsiteY44" fmla="*/ 256636 h 361971"/>
              <a:gd name="connsiteX45" fmla="*/ 121409 w 362309"/>
              <a:gd name="connsiteY45" fmla="*/ 247699 h 361971"/>
              <a:gd name="connsiteX46" fmla="*/ 121409 w 362309"/>
              <a:gd name="connsiteY46" fmla="*/ 247699 h 361971"/>
              <a:gd name="connsiteX47" fmla="*/ 171250 w 362309"/>
              <a:gd name="connsiteY47" fmla="*/ 225993 h 361971"/>
              <a:gd name="connsiteX48" fmla="*/ 211507 w 362309"/>
              <a:gd name="connsiteY48" fmla="*/ 236207 h 361971"/>
              <a:gd name="connsiteX49" fmla="*/ 233872 w 362309"/>
              <a:gd name="connsiteY49" fmla="*/ 254083 h 361971"/>
              <a:gd name="connsiteX50" fmla="*/ 234511 w 362309"/>
              <a:gd name="connsiteY50" fmla="*/ 263659 h 361971"/>
              <a:gd name="connsiteX51" fmla="*/ 234511 w 362309"/>
              <a:gd name="connsiteY51" fmla="*/ 263659 h 361971"/>
              <a:gd name="connsiteX52" fmla="*/ 234511 w 362309"/>
              <a:gd name="connsiteY52" fmla="*/ 263659 h 361971"/>
              <a:gd name="connsiteX53" fmla="*/ 242179 w 362309"/>
              <a:gd name="connsiteY53" fmla="*/ 239399 h 361971"/>
              <a:gd name="connsiteX54" fmla="*/ 233233 w 362309"/>
              <a:gd name="connsiteY54" fmla="*/ 241315 h 361971"/>
              <a:gd name="connsiteX55" fmla="*/ 233233 w 362309"/>
              <a:gd name="connsiteY55" fmla="*/ 241315 h 361971"/>
              <a:gd name="connsiteX56" fmla="*/ 203839 w 362309"/>
              <a:gd name="connsiteY56" fmla="*/ 209395 h 361971"/>
              <a:gd name="connsiteX57" fmla="*/ 196171 w 362309"/>
              <a:gd name="connsiteY57" fmla="*/ 189604 h 361971"/>
              <a:gd name="connsiteX58" fmla="*/ 182113 w 362309"/>
              <a:gd name="connsiteY58" fmla="*/ 206841 h 361971"/>
              <a:gd name="connsiteX59" fmla="*/ 168695 w 362309"/>
              <a:gd name="connsiteY59" fmla="*/ 215779 h 361971"/>
              <a:gd name="connsiteX60" fmla="*/ 148247 w 362309"/>
              <a:gd name="connsiteY60" fmla="*/ 225993 h 361971"/>
              <a:gd name="connsiteX61" fmla="*/ 136745 w 362309"/>
              <a:gd name="connsiteY61" fmla="*/ 231100 h 361971"/>
              <a:gd name="connsiteX62" fmla="*/ 120770 w 362309"/>
              <a:gd name="connsiteY62" fmla="*/ 238761 h 361971"/>
              <a:gd name="connsiteX63" fmla="*/ 118214 w 362309"/>
              <a:gd name="connsiteY63" fmla="*/ 239399 h 361971"/>
              <a:gd name="connsiteX64" fmla="*/ 111824 w 362309"/>
              <a:gd name="connsiteY64" fmla="*/ 233015 h 361971"/>
              <a:gd name="connsiteX65" fmla="*/ 115658 w 362309"/>
              <a:gd name="connsiteY65" fmla="*/ 227270 h 361971"/>
              <a:gd name="connsiteX66" fmla="*/ 132272 w 362309"/>
              <a:gd name="connsiteY66" fmla="*/ 219609 h 361971"/>
              <a:gd name="connsiteX67" fmla="*/ 143774 w 362309"/>
              <a:gd name="connsiteY67" fmla="*/ 214502 h 361971"/>
              <a:gd name="connsiteX68" fmla="*/ 162943 w 362309"/>
              <a:gd name="connsiteY68" fmla="*/ 204926 h 361971"/>
              <a:gd name="connsiteX69" fmla="*/ 175084 w 362309"/>
              <a:gd name="connsiteY69" fmla="*/ 197265 h 361971"/>
              <a:gd name="connsiteX70" fmla="*/ 194893 w 362309"/>
              <a:gd name="connsiteY70" fmla="*/ 153854 h 361971"/>
              <a:gd name="connsiteX71" fmla="*/ 194893 w 362309"/>
              <a:gd name="connsiteY71" fmla="*/ 153216 h 361971"/>
              <a:gd name="connsiteX72" fmla="*/ 192337 w 362309"/>
              <a:gd name="connsiteY72" fmla="*/ 136617 h 361971"/>
              <a:gd name="connsiteX73" fmla="*/ 177001 w 362309"/>
              <a:gd name="connsiteY73" fmla="*/ 128957 h 361971"/>
              <a:gd name="connsiteX74" fmla="*/ 177001 w 362309"/>
              <a:gd name="connsiteY74" fmla="*/ 128957 h 361971"/>
              <a:gd name="connsiteX75" fmla="*/ 168055 w 362309"/>
              <a:gd name="connsiteY75" fmla="*/ 134702 h 361971"/>
              <a:gd name="connsiteX76" fmla="*/ 163582 w 362309"/>
              <a:gd name="connsiteY76" fmla="*/ 146832 h 361971"/>
              <a:gd name="connsiteX77" fmla="*/ 153997 w 362309"/>
              <a:gd name="connsiteY77" fmla="*/ 168537 h 361971"/>
              <a:gd name="connsiteX78" fmla="*/ 141217 w 362309"/>
              <a:gd name="connsiteY78" fmla="*/ 181305 h 361971"/>
              <a:gd name="connsiteX79" fmla="*/ 111185 w 362309"/>
              <a:gd name="connsiteY79" fmla="*/ 194073 h 361971"/>
              <a:gd name="connsiteX80" fmla="*/ 104156 w 362309"/>
              <a:gd name="connsiteY80" fmla="*/ 188327 h 361971"/>
              <a:gd name="connsiteX81" fmla="*/ 109907 w 362309"/>
              <a:gd name="connsiteY81" fmla="*/ 181305 h 361971"/>
              <a:gd name="connsiteX82" fmla="*/ 134189 w 362309"/>
              <a:gd name="connsiteY82" fmla="*/ 171729 h 361971"/>
              <a:gd name="connsiteX83" fmla="*/ 144412 w 362309"/>
              <a:gd name="connsiteY83" fmla="*/ 162153 h 361971"/>
              <a:gd name="connsiteX84" fmla="*/ 152720 w 362309"/>
              <a:gd name="connsiteY84" fmla="*/ 143640 h 361971"/>
              <a:gd name="connsiteX85" fmla="*/ 157832 w 362309"/>
              <a:gd name="connsiteY85" fmla="*/ 130233 h 361971"/>
              <a:gd name="connsiteX86" fmla="*/ 178279 w 362309"/>
              <a:gd name="connsiteY86" fmla="*/ 116827 h 361971"/>
              <a:gd name="connsiteX87" fmla="*/ 204478 w 362309"/>
              <a:gd name="connsiteY87" fmla="*/ 130233 h 361971"/>
              <a:gd name="connsiteX88" fmla="*/ 209590 w 362309"/>
              <a:gd name="connsiteY88" fmla="*/ 154492 h 361971"/>
              <a:gd name="connsiteX89" fmla="*/ 209590 w 362309"/>
              <a:gd name="connsiteY89" fmla="*/ 171091 h 361971"/>
              <a:gd name="connsiteX90" fmla="*/ 209590 w 362309"/>
              <a:gd name="connsiteY90" fmla="*/ 177475 h 361971"/>
              <a:gd name="connsiteX91" fmla="*/ 217897 w 362309"/>
              <a:gd name="connsiteY91" fmla="*/ 204287 h 361971"/>
              <a:gd name="connsiteX92" fmla="*/ 243456 w 362309"/>
              <a:gd name="connsiteY92" fmla="*/ 231100 h 361971"/>
              <a:gd name="connsiteX93" fmla="*/ 242179 w 362309"/>
              <a:gd name="connsiteY93" fmla="*/ 239399 h 361971"/>
              <a:gd name="connsiteX94" fmla="*/ 242179 w 362309"/>
              <a:gd name="connsiteY94" fmla="*/ 239399 h 361971"/>
              <a:gd name="connsiteX95" fmla="*/ 250486 w 362309"/>
              <a:gd name="connsiteY95" fmla="*/ 217694 h 361971"/>
              <a:gd name="connsiteX96" fmla="*/ 245374 w 362309"/>
              <a:gd name="connsiteY96" fmla="*/ 220247 h 361971"/>
              <a:gd name="connsiteX97" fmla="*/ 241540 w 362309"/>
              <a:gd name="connsiteY97" fmla="*/ 218971 h 361971"/>
              <a:gd name="connsiteX98" fmla="*/ 220453 w 362309"/>
              <a:gd name="connsiteY98" fmla="*/ 194073 h 361971"/>
              <a:gd name="connsiteX99" fmla="*/ 215341 w 362309"/>
              <a:gd name="connsiteY99" fmla="*/ 160876 h 361971"/>
              <a:gd name="connsiteX100" fmla="*/ 215341 w 362309"/>
              <a:gd name="connsiteY100" fmla="*/ 139809 h 361971"/>
              <a:gd name="connsiteX101" fmla="*/ 213424 w 362309"/>
              <a:gd name="connsiteY101" fmla="*/ 123849 h 361971"/>
              <a:gd name="connsiteX102" fmla="*/ 199366 w 362309"/>
              <a:gd name="connsiteY102" fmla="*/ 108528 h 361971"/>
              <a:gd name="connsiteX103" fmla="*/ 169333 w 362309"/>
              <a:gd name="connsiteY103" fmla="*/ 102144 h 361971"/>
              <a:gd name="connsiteX104" fmla="*/ 143774 w 362309"/>
              <a:gd name="connsiteY104" fmla="*/ 130872 h 361971"/>
              <a:gd name="connsiteX105" fmla="*/ 138662 w 362309"/>
              <a:gd name="connsiteY105" fmla="*/ 144916 h 361971"/>
              <a:gd name="connsiteX106" fmla="*/ 108629 w 362309"/>
              <a:gd name="connsiteY106" fmla="*/ 169176 h 361971"/>
              <a:gd name="connsiteX107" fmla="*/ 101600 w 362309"/>
              <a:gd name="connsiteY107" fmla="*/ 163430 h 361971"/>
              <a:gd name="connsiteX108" fmla="*/ 101600 w 362309"/>
              <a:gd name="connsiteY108" fmla="*/ 163430 h 361971"/>
              <a:gd name="connsiteX109" fmla="*/ 107351 w 362309"/>
              <a:gd name="connsiteY109" fmla="*/ 156408 h 361971"/>
              <a:gd name="connsiteX110" fmla="*/ 127160 w 362309"/>
              <a:gd name="connsiteY110" fmla="*/ 139809 h 361971"/>
              <a:gd name="connsiteX111" fmla="*/ 131633 w 362309"/>
              <a:gd name="connsiteY111" fmla="*/ 127041 h 361971"/>
              <a:gd name="connsiteX112" fmla="*/ 168695 w 362309"/>
              <a:gd name="connsiteY112" fmla="*/ 88737 h 361971"/>
              <a:gd name="connsiteX113" fmla="*/ 205756 w 362309"/>
              <a:gd name="connsiteY113" fmla="*/ 97037 h 361971"/>
              <a:gd name="connsiteX114" fmla="*/ 225565 w 362309"/>
              <a:gd name="connsiteY114" fmla="*/ 118742 h 361971"/>
              <a:gd name="connsiteX115" fmla="*/ 228121 w 362309"/>
              <a:gd name="connsiteY115" fmla="*/ 139809 h 361971"/>
              <a:gd name="connsiteX116" fmla="*/ 228121 w 362309"/>
              <a:gd name="connsiteY116" fmla="*/ 159600 h 361971"/>
              <a:gd name="connsiteX117" fmla="*/ 232594 w 362309"/>
              <a:gd name="connsiteY117" fmla="*/ 188327 h 361971"/>
              <a:gd name="connsiteX118" fmla="*/ 249208 w 362309"/>
              <a:gd name="connsiteY118" fmla="*/ 208118 h 361971"/>
              <a:gd name="connsiteX119" fmla="*/ 250486 w 362309"/>
              <a:gd name="connsiteY119" fmla="*/ 217694 h 361971"/>
              <a:gd name="connsiteX120" fmla="*/ 250486 w 362309"/>
              <a:gd name="connsiteY120" fmla="*/ 217694 h 361971"/>
              <a:gd name="connsiteX121" fmla="*/ 259431 w 362309"/>
              <a:gd name="connsiteY121" fmla="*/ 197903 h 361971"/>
              <a:gd name="connsiteX122" fmla="*/ 250486 w 362309"/>
              <a:gd name="connsiteY122" fmla="*/ 197903 h 361971"/>
              <a:gd name="connsiteX123" fmla="*/ 250486 w 362309"/>
              <a:gd name="connsiteY123" fmla="*/ 197903 h 361971"/>
              <a:gd name="connsiteX124" fmla="*/ 239623 w 362309"/>
              <a:gd name="connsiteY124" fmla="*/ 181305 h 361971"/>
              <a:gd name="connsiteX125" fmla="*/ 237706 w 362309"/>
              <a:gd name="connsiteY125" fmla="*/ 169176 h 361971"/>
              <a:gd name="connsiteX126" fmla="*/ 237067 w 362309"/>
              <a:gd name="connsiteY126" fmla="*/ 148747 h 361971"/>
              <a:gd name="connsiteX127" fmla="*/ 231316 w 362309"/>
              <a:gd name="connsiteY127" fmla="*/ 112358 h 361971"/>
              <a:gd name="connsiteX128" fmla="*/ 215980 w 362309"/>
              <a:gd name="connsiteY128" fmla="*/ 93845 h 361971"/>
              <a:gd name="connsiteX129" fmla="*/ 144412 w 362309"/>
              <a:gd name="connsiteY129" fmla="*/ 90014 h 361971"/>
              <a:gd name="connsiteX130" fmla="*/ 120131 w 362309"/>
              <a:gd name="connsiteY130" fmla="*/ 137894 h 361971"/>
              <a:gd name="connsiteX131" fmla="*/ 113741 w 362309"/>
              <a:gd name="connsiteY131" fmla="*/ 144278 h 361971"/>
              <a:gd name="connsiteX132" fmla="*/ 107351 w 362309"/>
              <a:gd name="connsiteY132" fmla="*/ 137894 h 361971"/>
              <a:gd name="connsiteX133" fmla="*/ 137384 w 362309"/>
              <a:gd name="connsiteY133" fmla="*/ 79800 h 361971"/>
              <a:gd name="connsiteX134" fmla="*/ 223648 w 362309"/>
              <a:gd name="connsiteY134" fmla="*/ 84269 h 361971"/>
              <a:gd name="connsiteX135" fmla="*/ 242818 w 362309"/>
              <a:gd name="connsiteY135" fmla="*/ 107889 h 361971"/>
              <a:gd name="connsiteX136" fmla="*/ 249846 w 362309"/>
              <a:gd name="connsiteY136" fmla="*/ 150024 h 361971"/>
              <a:gd name="connsiteX137" fmla="*/ 250486 w 362309"/>
              <a:gd name="connsiteY137" fmla="*/ 169176 h 361971"/>
              <a:gd name="connsiteX138" fmla="*/ 251764 w 362309"/>
              <a:gd name="connsiteY138" fmla="*/ 178113 h 361971"/>
              <a:gd name="connsiteX139" fmla="*/ 259431 w 362309"/>
              <a:gd name="connsiteY139" fmla="*/ 189604 h 361971"/>
              <a:gd name="connsiteX140" fmla="*/ 259431 w 362309"/>
              <a:gd name="connsiteY140" fmla="*/ 197903 h 361971"/>
              <a:gd name="connsiteX141" fmla="*/ 259431 w 362309"/>
              <a:gd name="connsiteY141" fmla="*/ 19790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cubicBezTo>
                  <a:pt x="181474" y="0"/>
                  <a:pt x="181474" y="0"/>
                  <a:pt x="181474" y="0"/>
                </a:cubicBezTo>
                <a:close/>
                <a:moveTo>
                  <a:pt x="107351" y="212587"/>
                </a:moveTo>
                <a:cubicBezTo>
                  <a:pt x="106073" y="209395"/>
                  <a:pt x="107990" y="205564"/>
                  <a:pt x="111185" y="204287"/>
                </a:cubicBezTo>
                <a:cubicBezTo>
                  <a:pt x="111185" y="204287"/>
                  <a:pt x="111185" y="204287"/>
                  <a:pt x="111185" y="204287"/>
                </a:cubicBezTo>
                <a:cubicBezTo>
                  <a:pt x="126521" y="199180"/>
                  <a:pt x="141217" y="190881"/>
                  <a:pt x="153358" y="180028"/>
                </a:cubicBezTo>
                <a:cubicBezTo>
                  <a:pt x="162305" y="171729"/>
                  <a:pt x="168695" y="160238"/>
                  <a:pt x="170611" y="148108"/>
                </a:cubicBezTo>
                <a:cubicBezTo>
                  <a:pt x="171250" y="144278"/>
                  <a:pt x="174445" y="142363"/>
                  <a:pt x="178279" y="143001"/>
                </a:cubicBezTo>
                <a:cubicBezTo>
                  <a:pt x="182113" y="143640"/>
                  <a:pt x="184030" y="146832"/>
                  <a:pt x="183391" y="150662"/>
                </a:cubicBezTo>
                <a:lnTo>
                  <a:pt x="183391" y="150662"/>
                </a:lnTo>
                <a:cubicBezTo>
                  <a:pt x="180835" y="165345"/>
                  <a:pt x="173806" y="179390"/>
                  <a:pt x="162305" y="189604"/>
                </a:cubicBezTo>
                <a:cubicBezTo>
                  <a:pt x="148885" y="201095"/>
                  <a:pt x="132911" y="210671"/>
                  <a:pt x="116297" y="216417"/>
                </a:cubicBezTo>
                <a:cubicBezTo>
                  <a:pt x="115658" y="216417"/>
                  <a:pt x="115019" y="217055"/>
                  <a:pt x="114380" y="217055"/>
                </a:cubicBezTo>
                <a:cubicBezTo>
                  <a:pt x="110546" y="217055"/>
                  <a:pt x="108629" y="215140"/>
                  <a:pt x="107351" y="212587"/>
                </a:cubicBezTo>
                <a:close/>
                <a:moveTo>
                  <a:pt x="201922" y="291748"/>
                </a:moveTo>
                <a:cubicBezTo>
                  <a:pt x="200644" y="293025"/>
                  <a:pt x="198727" y="293663"/>
                  <a:pt x="197449" y="293663"/>
                </a:cubicBezTo>
                <a:cubicBezTo>
                  <a:pt x="195532" y="293663"/>
                  <a:pt x="194254" y="293025"/>
                  <a:pt x="192976" y="291748"/>
                </a:cubicBezTo>
                <a:cubicBezTo>
                  <a:pt x="187864" y="287279"/>
                  <a:pt x="181474" y="284087"/>
                  <a:pt x="175084" y="284087"/>
                </a:cubicBezTo>
                <a:cubicBezTo>
                  <a:pt x="168055" y="283449"/>
                  <a:pt x="160387" y="286003"/>
                  <a:pt x="154637" y="290471"/>
                </a:cubicBezTo>
                <a:cubicBezTo>
                  <a:pt x="152080" y="293025"/>
                  <a:pt x="148247" y="292387"/>
                  <a:pt x="145690" y="289833"/>
                </a:cubicBezTo>
                <a:cubicBezTo>
                  <a:pt x="143135" y="287279"/>
                  <a:pt x="143774" y="283449"/>
                  <a:pt x="146330" y="280895"/>
                </a:cubicBezTo>
                <a:cubicBezTo>
                  <a:pt x="146330" y="280895"/>
                  <a:pt x="146969" y="280257"/>
                  <a:pt x="146969" y="280257"/>
                </a:cubicBezTo>
                <a:cubicBezTo>
                  <a:pt x="163582" y="267489"/>
                  <a:pt x="186586" y="268127"/>
                  <a:pt x="201922" y="282811"/>
                </a:cubicBezTo>
                <a:cubicBezTo>
                  <a:pt x="204478" y="285364"/>
                  <a:pt x="204478" y="289195"/>
                  <a:pt x="201922" y="291748"/>
                </a:cubicBezTo>
                <a:close/>
                <a:moveTo>
                  <a:pt x="219814" y="275788"/>
                </a:moveTo>
                <a:cubicBezTo>
                  <a:pt x="217258" y="278342"/>
                  <a:pt x="213424" y="278342"/>
                  <a:pt x="210868" y="275788"/>
                </a:cubicBezTo>
                <a:cubicBezTo>
                  <a:pt x="200644" y="266212"/>
                  <a:pt x="187225" y="261105"/>
                  <a:pt x="173167" y="261743"/>
                </a:cubicBezTo>
                <a:cubicBezTo>
                  <a:pt x="161665" y="262382"/>
                  <a:pt x="150802" y="266851"/>
                  <a:pt x="142496" y="273873"/>
                </a:cubicBezTo>
                <a:cubicBezTo>
                  <a:pt x="139940" y="276427"/>
                  <a:pt x="135467" y="275788"/>
                  <a:pt x="133550" y="273235"/>
                </a:cubicBezTo>
                <a:cubicBezTo>
                  <a:pt x="130994" y="270681"/>
                  <a:pt x="131633" y="266212"/>
                  <a:pt x="134189" y="264297"/>
                </a:cubicBezTo>
                <a:cubicBezTo>
                  <a:pt x="159110" y="243230"/>
                  <a:pt x="196171" y="244507"/>
                  <a:pt x="219814" y="266851"/>
                </a:cubicBezTo>
                <a:cubicBezTo>
                  <a:pt x="222370" y="269404"/>
                  <a:pt x="222370" y="273235"/>
                  <a:pt x="219814" y="275788"/>
                </a:cubicBezTo>
                <a:close/>
                <a:moveTo>
                  <a:pt x="234511" y="263659"/>
                </a:moveTo>
                <a:cubicBezTo>
                  <a:pt x="233233" y="264935"/>
                  <a:pt x="231955" y="265574"/>
                  <a:pt x="230038" y="265574"/>
                </a:cubicBezTo>
                <a:cubicBezTo>
                  <a:pt x="228121" y="265574"/>
                  <a:pt x="226843" y="264935"/>
                  <a:pt x="225565" y="263659"/>
                </a:cubicBezTo>
                <a:cubicBezTo>
                  <a:pt x="219175" y="257913"/>
                  <a:pt x="212146" y="252167"/>
                  <a:pt x="205117" y="247060"/>
                </a:cubicBezTo>
                <a:cubicBezTo>
                  <a:pt x="196171" y="240038"/>
                  <a:pt x="184030" y="236846"/>
                  <a:pt x="172528" y="238761"/>
                </a:cubicBezTo>
                <a:cubicBezTo>
                  <a:pt x="161027" y="240038"/>
                  <a:pt x="136745" y="253444"/>
                  <a:pt x="128438" y="258551"/>
                </a:cubicBezTo>
                <a:cubicBezTo>
                  <a:pt x="125243" y="260467"/>
                  <a:pt x="121409" y="259828"/>
                  <a:pt x="119492" y="256636"/>
                </a:cubicBezTo>
                <a:cubicBezTo>
                  <a:pt x="119492" y="256636"/>
                  <a:pt x="119492" y="256636"/>
                  <a:pt x="119492" y="256636"/>
                </a:cubicBezTo>
                <a:cubicBezTo>
                  <a:pt x="117575" y="253444"/>
                  <a:pt x="118214" y="249614"/>
                  <a:pt x="121409" y="247699"/>
                </a:cubicBezTo>
                <a:cubicBezTo>
                  <a:pt x="121409" y="247699"/>
                  <a:pt x="121409" y="247699"/>
                  <a:pt x="121409" y="247699"/>
                </a:cubicBezTo>
                <a:cubicBezTo>
                  <a:pt x="124604" y="245783"/>
                  <a:pt x="154637" y="227270"/>
                  <a:pt x="171250" y="225993"/>
                </a:cubicBezTo>
                <a:cubicBezTo>
                  <a:pt x="185308" y="224078"/>
                  <a:pt x="200005" y="227908"/>
                  <a:pt x="211507" y="236207"/>
                </a:cubicBezTo>
                <a:cubicBezTo>
                  <a:pt x="219175" y="241315"/>
                  <a:pt x="226843" y="247699"/>
                  <a:pt x="233872" y="254083"/>
                </a:cubicBezTo>
                <a:cubicBezTo>
                  <a:pt x="237067" y="257275"/>
                  <a:pt x="237067" y="261105"/>
                  <a:pt x="234511" y="263659"/>
                </a:cubicBezTo>
                <a:cubicBezTo>
                  <a:pt x="234511" y="263659"/>
                  <a:pt x="234511" y="263659"/>
                  <a:pt x="234511" y="263659"/>
                </a:cubicBezTo>
                <a:lnTo>
                  <a:pt x="234511" y="263659"/>
                </a:lnTo>
                <a:close/>
                <a:moveTo>
                  <a:pt x="242179" y="239399"/>
                </a:moveTo>
                <a:cubicBezTo>
                  <a:pt x="240261" y="242591"/>
                  <a:pt x="236428" y="243230"/>
                  <a:pt x="233233" y="241315"/>
                </a:cubicBezTo>
                <a:cubicBezTo>
                  <a:pt x="233233" y="241315"/>
                  <a:pt x="233233" y="241315"/>
                  <a:pt x="233233" y="241315"/>
                </a:cubicBezTo>
                <a:cubicBezTo>
                  <a:pt x="221092" y="233015"/>
                  <a:pt x="210868" y="222163"/>
                  <a:pt x="203839" y="209395"/>
                </a:cubicBezTo>
                <a:cubicBezTo>
                  <a:pt x="200644" y="203011"/>
                  <a:pt x="197449" y="196627"/>
                  <a:pt x="196171" y="189604"/>
                </a:cubicBezTo>
                <a:cubicBezTo>
                  <a:pt x="192337" y="195988"/>
                  <a:pt x="187864" y="202372"/>
                  <a:pt x="182113" y="206841"/>
                </a:cubicBezTo>
                <a:cubicBezTo>
                  <a:pt x="177640" y="210033"/>
                  <a:pt x="173167" y="213225"/>
                  <a:pt x="168695" y="215779"/>
                </a:cubicBezTo>
                <a:cubicBezTo>
                  <a:pt x="162305" y="219609"/>
                  <a:pt x="155275" y="222801"/>
                  <a:pt x="148247" y="225993"/>
                </a:cubicBezTo>
                <a:lnTo>
                  <a:pt x="136745" y="231100"/>
                </a:lnTo>
                <a:cubicBezTo>
                  <a:pt x="132911" y="233015"/>
                  <a:pt x="127160" y="235569"/>
                  <a:pt x="120770" y="238761"/>
                </a:cubicBezTo>
                <a:cubicBezTo>
                  <a:pt x="120131" y="239399"/>
                  <a:pt x="118853" y="239399"/>
                  <a:pt x="118214" y="239399"/>
                </a:cubicBezTo>
                <a:cubicBezTo>
                  <a:pt x="114380" y="239399"/>
                  <a:pt x="111824" y="236846"/>
                  <a:pt x="111824" y="233015"/>
                </a:cubicBezTo>
                <a:cubicBezTo>
                  <a:pt x="111824" y="230462"/>
                  <a:pt x="113102" y="227908"/>
                  <a:pt x="115658" y="227270"/>
                </a:cubicBezTo>
                <a:lnTo>
                  <a:pt x="132272" y="219609"/>
                </a:lnTo>
                <a:lnTo>
                  <a:pt x="143774" y="214502"/>
                </a:lnTo>
                <a:cubicBezTo>
                  <a:pt x="150164" y="211948"/>
                  <a:pt x="156553" y="208756"/>
                  <a:pt x="162943" y="204926"/>
                </a:cubicBezTo>
                <a:cubicBezTo>
                  <a:pt x="167416" y="202372"/>
                  <a:pt x="171250" y="199819"/>
                  <a:pt x="175084" y="197265"/>
                </a:cubicBezTo>
                <a:cubicBezTo>
                  <a:pt x="185308" y="188966"/>
                  <a:pt x="192337" y="173644"/>
                  <a:pt x="194893" y="153854"/>
                </a:cubicBezTo>
                <a:cubicBezTo>
                  <a:pt x="194893" y="153854"/>
                  <a:pt x="194893" y="153216"/>
                  <a:pt x="194893" y="153216"/>
                </a:cubicBezTo>
                <a:cubicBezTo>
                  <a:pt x="194893" y="143001"/>
                  <a:pt x="194254" y="139809"/>
                  <a:pt x="192337" y="136617"/>
                </a:cubicBezTo>
                <a:cubicBezTo>
                  <a:pt x="188503" y="131510"/>
                  <a:pt x="182752" y="128957"/>
                  <a:pt x="177001" y="128957"/>
                </a:cubicBezTo>
                <a:lnTo>
                  <a:pt x="177001" y="128957"/>
                </a:lnTo>
                <a:cubicBezTo>
                  <a:pt x="173167" y="128957"/>
                  <a:pt x="169333" y="130872"/>
                  <a:pt x="168055" y="134702"/>
                </a:cubicBezTo>
                <a:cubicBezTo>
                  <a:pt x="166138" y="138533"/>
                  <a:pt x="164860" y="143001"/>
                  <a:pt x="163582" y="146832"/>
                </a:cubicBezTo>
                <a:cubicBezTo>
                  <a:pt x="161027" y="154492"/>
                  <a:pt x="157832" y="162153"/>
                  <a:pt x="153997" y="168537"/>
                </a:cubicBezTo>
                <a:cubicBezTo>
                  <a:pt x="150164" y="173644"/>
                  <a:pt x="146330" y="177475"/>
                  <a:pt x="141217" y="181305"/>
                </a:cubicBezTo>
                <a:cubicBezTo>
                  <a:pt x="132272" y="187689"/>
                  <a:pt x="122048" y="192158"/>
                  <a:pt x="111185" y="194073"/>
                </a:cubicBezTo>
                <a:cubicBezTo>
                  <a:pt x="107351" y="194711"/>
                  <a:pt x="104156" y="192158"/>
                  <a:pt x="104156" y="188327"/>
                </a:cubicBezTo>
                <a:cubicBezTo>
                  <a:pt x="103517" y="184497"/>
                  <a:pt x="106073" y="181305"/>
                  <a:pt x="109907" y="181305"/>
                </a:cubicBezTo>
                <a:cubicBezTo>
                  <a:pt x="118853" y="180028"/>
                  <a:pt x="127160" y="176836"/>
                  <a:pt x="134189" y="171729"/>
                </a:cubicBezTo>
                <a:cubicBezTo>
                  <a:pt x="138022" y="169176"/>
                  <a:pt x="141217" y="165984"/>
                  <a:pt x="144412" y="162153"/>
                </a:cubicBezTo>
                <a:cubicBezTo>
                  <a:pt x="148247" y="156408"/>
                  <a:pt x="150802" y="150024"/>
                  <a:pt x="152720" y="143640"/>
                </a:cubicBezTo>
                <a:cubicBezTo>
                  <a:pt x="153997" y="139171"/>
                  <a:pt x="155915" y="134702"/>
                  <a:pt x="157832" y="130233"/>
                </a:cubicBezTo>
                <a:cubicBezTo>
                  <a:pt x="161027" y="121934"/>
                  <a:pt x="169333" y="116827"/>
                  <a:pt x="178279" y="116827"/>
                </a:cubicBezTo>
                <a:cubicBezTo>
                  <a:pt x="188503" y="116827"/>
                  <a:pt x="198727" y="121934"/>
                  <a:pt x="204478" y="130233"/>
                </a:cubicBezTo>
                <a:cubicBezTo>
                  <a:pt x="208951" y="136617"/>
                  <a:pt x="208951" y="143640"/>
                  <a:pt x="209590" y="154492"/>
                </a:cubicBezTo>
                <a:cubicBezTo>
                  <a:pt x="209590" y="163430"/>
                  <a:pt x="209590" y="167899"/>
                  <a:pt x="209590" y="171091"/>
                </a:cubicBezTo>
                <a:cubicBezTo>
                  <a:pt x="209590" y="173006"/>
                  <a:pt x="209590" y="175560"/>
                  <a:pt x="209590" y="177475"/>
                </a:cubicBezTo>
                <a:cubicBezTo>
                  <a:pt x="210229" y="187051"/>
                  <a:pt x="213424" y="195988"/>
                  <a:pt x="217897" y="204287"/>
                </a:cubicBezTo>
                <a:cubicBezTo>
                  <a:pt x="223648" y="215140"/>
                  <a:pt x="232594" y="224716"/>
                  <a:pt x="243456" y="231100"/>
                </a:cubicBezTo>
                <a:cubicBezTo>
                  <a:pt x="242818" y="232377"/>
                  <a:pt x="244096" y="236207"/>
                  <a:pt x="242179" y="239399"/>
                </a:cubicBezTo>
                <a:lnTo>
                  <a:pt x="242179" y="239399"/>
                </a:lnTo>
                <a:close/>
                <a:moveTo>
                  <a:pt x="250486" y="217694"/>
                </a:moveTo>
                <a:cubicBezTo>
                  <a:pt x="249208" y="219609"/>
                  <a:pt x="247291" y="220247"/>
                  <a:pt x="245374" y="220247"/>
                </a:cubicBezTo>
                <a:cubicBezTo>
                  <a:pt x="244096" y="220247"/>
                  <a:pt x="242818" y="219609"/>
                  <a:pt x="241540" y="218971"/>
                </a:cubicBezTo>
                <a:cubicBezTo>
                  <a:pt x="232594" y="212587"/>
                  <a:pt x="224926" y="204287"/>
                  <a:pt x="220453" y="194073"/>
                </a:cubicBezTo>
                <a:cubicBezTo>
                  <a:pt x="216619" y="183220"/>
                  <a:pt x="214702" y="172368"/>
                  <a:pt x="215341" y="160876"/>
                </a:cubicBezTo>
                <a:cubicBezTo>
                  <a:pt x="214702" y="151300"/>
                  <a:pt x="215341" y="144916"/>
                  <a:pt x="215341" y="139809"/>
                </a:cubicBezTo>
                <a:cubicBezTo>
                  <a:pt x="215980" y="134702"/>
                  <a:pt x="215341" y="128957"/>
                  <a:pt x="213424" y="123849"/>
                </a:cubicBezTo>
                <a:cubicBezTo>
                  <a:pt x="210868" y="117465"/>
                  <a:pt x="205756" y="111720"/>
                  <a:pt x="199366" y="108528"/>
                </a:cubicBezTo>
                <a:cubicBezTo>
                  <a:pt x="190420" y="103421"/>
                  <a:pt x="179557" y="101505"/>
                  <a:pt x="169333" y="102144"/>
                </a:cubicBezTo>
                <a:cubicBezTo>
                  <a:pt x="153358" y="103421"/>
                  <a:pt x="149525" y="113635"/>
                  <a:pt x="143774" y="130872"/>
                </a:cubicBezTo>
                <a:cubicBezTo>
                  <a:pt x="142496" y="135341"/>
                  <a:pt x="140579" y="140448"/>
                  <a:pt x="138662" y="144916"/>
                </a:cubicBezTo>
                <a:cubicBezTo>
                  <a:pt x="134189" y="157684"/>
                  <a:pt x="122048" y="167260"/>
                  <a:pt x="108629" y="169176"/>
                </a:cubicBezTo>
                <a:cubicBezTo>
                  <a:pt x="105434" y="169814"/>
                  <a:pt x="102239" y="167260"/>
                  <a:pt x="101600" y="163430"/>
                </a:cubicBezTo>
                <a:cubicBezTo>
                  <a:pt x="101600" y="163430"/>
                  <a:pt x="101600" y="163430"/>
                  <a:pt x="101600" y="163430"/>
                </a:cubicBezTo>
                <a:cubicBezTo>
                  <a:pt x="100961" y="160238"/>
                  <a:pt x="103517" y="157046"/>
                  <a:pt x="107351" y="156408"/>
                </a:cubicBezTo>
                <a:cubicBezTo>
                  <a:pt x="116936" y="155131"/>
                  <a:pt x="124604" y="148747"/>
                  <a:pt x="127160" y="139809"/>
                </a:cubicBezTo>
                <a:cubicBezTo>
                  <a:pt x="129077" y="135979"/>
                  <a:pt x="130355" y="131510"/>
                  <a:pt x="131633" y="127041"/>
                </a:cubicBezTo>
                <a:cubicBezTo>
                  <a:pt x="136745" y="111081"/>
                  <a:pt x="143135" y="90653"/>
                  <a:pt x="168695" y="88737"/>
                </a:cubicBezTo>
                <a:cubicBezTo>
                  <a:pt x="181474" y="88099"/>
                  <a:pt x="194254" y="90653"/>
                  <a:pt x="205756" y="97037"/>
                </a:cubicBezTo>
                <a:cubicBezTo>
                  <a:pt x="214702" y="101505"/>
                  <a:pt x="221731" y="109166"/>
                  <a:pt x="225565" y="118742"/>
                </a:cubicBezTo>
                <a:cubicBezTo>
                  <a:pt x="228121" y="125765"/>
                  <a:pt x="228760" y="132787"/>
                  <a:pt x="228121" y="139809"/>
                </a:cubicBezTo>
                <a:cubicBezTo>
                  <a:pt x="228121" y="144916"/>
                  <a:pt x="227482" y="150662"/>
                  <a:pt x="228121" y="159600"/>
                </a:cubicBezTo>
                <a:cubicBezTo>
                  <a:pt x="228760" y="174921"/>
                  <a:pt x="229399" y="180667"/>
                  <a:pt x="232594" y="188327"/>
                </a:cubicBezTo>
                <a:cubicBezTo>
                  <a:pt x="236428" y="195988"/>
                  <a:pt x="242179" y="203011"/>
                  <a:pt x="249208" y="208118"/>
                </a:cubicBezTo>
                <a:cubicBezTo>
                  <a:pt x="251764" y="211310"/>
                  <a:pt x="252403" y="215140"/>
                  <a:pt x="250486" y="217694"/>
                </a:cubicBezTo>
                <a:lnTo>
                  <a:pt x="250486" y="217694"/>
                </a:lnTo>
                <a:close/>
                <a:moveTo>
                  <a:pt x="259431" y="197903"/>
                </a:moveTo>
                <a:cubicBezTo>
                  <a:pt x="256876" y="200457"/>
                  <a:pt x="253041" y="200457"/>
                  <a:pt x="250486" y="197903"/>
                </a:cubicBezTo>
                <a:cubicBezTo>
                  <a:pt x="250486" y="197903"/>
                  <a:pt x="250486" y="197903"/>
                  <a:pt x="250486" y="197903"/>
                </a:cubicBezTo>
                <a:cubicBezTo>
                  <a:pt x="245374" y="193435"/>
                  <a:pt x="242179" y="187689"/>
                  <a:pt x="239623" y="181305"/>
                </a:cubicBezTo>
                <a:cubicBezTo>
                  <a:pt x="238345" y="177475"/>
                  <a:pt x="237706" y="173644"/>
                  <a:pt x="237706" y="169176"/>
                </a:cubicBezTo>
                <a:cubicBezTo>
                  <a:pt x="237067" y="162153"/>
                  <a:pt x="237067" y="155131"/>
                  <a:pt x="237067" y="148747"/>
                </a:cubicBezTo>
                <a:cubicBezTo>
                  <a:pt x="237706" y="136617"/>
                  <a:pt x="235789" y="123849"/>
                  <a:pt x="231316" y="112358"/>
                </a:cubicBezTo>
                <a:cubicBezTo>
                  <a:pt x="227482" y="104697"/>
                  <a:pt x="222370" y="98313"/>
                  <a:pt x="215980" y="93845"/>
                </a:cubicBezTo>
                <a:cubicBezTo>
                  <a:pt x="194893" y="79161"/>
                  <a:pt x="167416" y="77885"/>
                  <a:pt x="144412" y="90014"/>
                </a:cubicBezTo>
                <a:cubicBezTo>
                  <a:pt x="121409" y="105336"/>
                  <a:pt x="120131" y="134702"/>
                  <a:pt x="120131" y="137894"/>
                </a:cubicBezTo>
                <a:cubicBezTo>
                  <a:pt x="120131" y="141724"/>
                  <a:pt x="117575" y="144278"/>
                  <a:pt x="113741" y="144278"/>
                </a:cubicBezTo>
                <a:cubicBezTo>
                  <a:pt x="109907" y="144278"/>
                  <a:pt x="107351" y="141724"/>
                  <a:pt x="107351" y="137894"/>
                </a:cubicBezTo>
                <a:cubicBezTo>
                  <a:pt x="107351" y="131510"/>
                  <a:pt x="109268" y="98313"/>
                  <a:pt x="137384" y="79800"/>
                </a:cubicBezTo>
                <a:cubicBezTo>
                  <a:pt x="164860" y="64478"/>
                  <a:pt x="198088" y="66393"/>
                  <a:pt x="223648" y="84269"/>
                </a:cubicBezTo>
                <a:cubicBezTo>
                  <a:pt x="231955" y="90653"/>
                  <a:pt x="238345" y="98313"/>
                  <a:pt x="242818" y="107889"/>
                </a:cubicBezTo>
                <a:cubicBezTo>
                  <a:pt x="248569" y="121296"/>
                  <a:pt x="250486" y="135341"/>
                  <a:pt x="249846" y="150024"/>
                </a:cubicBezTo>
                <a:cubicBezTo>
                  <a:pt x="249846" y="156408"/>
                  <a:pt x="249846" y="162792"/>
                  <a:pt x="250486" y="169176"/>
                </a:cubicBezTo>
                <a:cubicBezTo>
                  <a:pt x="250486" y="172368"/>
                  <a:pt x="251124" y="175560"/>
                  <a:pt x="251764" y="178113"/>
                </a:cubicBezTo>
                <a:cubicBezTo>
                  <a:pt x="253041" y="182582"/>
                  <a:pt x="255597" y="186412"/>
                  <a:pt x="259431" y="189604"/>
                </a:cubicBezTo>
                <a:cubicBezTo>
                  <a:pt x="261349" y="191519"/>
                  <a:pt x="261987" y="195350"/>
                  <a:pt x="259431" y="197903"/>
                </a:cubicBezTo>
                <a:lnTo>
                  <a:pt x="259431" y="197903"/>
                </a:lnTo>
                <a:close/>
              </a:path>
            </a:pathLst>
          </a:custGeom>
          <a:solidFill>
            <a:srgbClr val="26890D"/>
          </a:solidFill>
          <a:ln w="6390" cap="flat">
            <a:noFill/>
            <a:prstDash val="solid"/>
            <a:miter/>
          </a:ln>
        </p:spPr>
        <p:txBody>
          <a:bodyPr rtlCol="0" anchor="ctr"/>
          <a:lstStyle/>
          <a:p>
            <a:endParaRPr lang="en-US"/>
          </a:p>
        </p:txBody>
      </p:sp>
      <p:sp>
        <p:nvSpPr>
          <p:cNvPr id="649" name="Graphic 4">
            <a:extLst>
              <a:ext uri="{FF2B5EF4-FFF2-40B4-BE49-F238E27FC236}">
                <a16:creationId xmlns:a16="http://schemas.microsoft.com/office/drawing/2014/main" id="{B67F63ED-CB00-264C-9A22-44FB6FA5450F}"/>
              </a:ext>
            </a:extLst>
          </p:cNvPr>
          <p:cNvSpPr/>
          <p:nvPr/>
        </p:nvSpPr>
        <p:spPr>
          <a:xfrm>
            <a:off x="5099169"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72528 w 362309"/>
              <a:gd name="connsiteY7" fmla="*/ 191519 h 361971"/>
              <a:gd name="connsiteX8" fmla="*/ 178279 w 362309"/>
              <a:gd name="connsiteY8" fmla="*/ 185774 h 361971"/>
              <a:gd name="connsiteX9" fmla="*/ 178279 w 362309"/>
              <a:gd name="connsiteY9" fmla="*/ 151300 h 361971"/>
              <a:gd name="connsiteX10" fmla="*/ 184669 w 362309"/>
              <a:gd name="connsiteY10" fmla="*/ 144916 h 361971"/>
              <a:gd name="connsiteX11" fmla="*/ 191059 w 362309"/>
              <a:gd name="connsiteY11" fmla="*/ 151300 h 361971"/>
              <a:gd name="connsiteX12" fmla="*/ 191059 w 362309"/>
              <a:gd name="connsiteY12" fmla="*/ 185774 h 361971"/>
              <a:gd name="connsiteX13" fmla="*/ 176362 w 362309"/>
              <a:gd name="connsiteY13" fmla="*/ 204287 h 361971"/>
              <a:gd name="connsiteX14" fmla="*/ 171889 w 362309"/>
              <a:gd name="connsiteY14" fmla="*/ 204287 h 361971"/>
              <a:gd name="connsiteX15" fmla="*/ 165500 w 362309"/>
              <a:gd name="connsiteY15" fmla="*/ 197903 h 361971"/>
              <a:gd name="connsiteX16" fmla="*/ 172528 w 362309"/>
              <a:gd name="connsiteY16" fmla="*/ 191519 h 361971"/>
              <a:gd name="connsiteX17" fmla="*/ 86264 w 362309"/>
              <a:gd name="connsiteY17" fmla="*/ 121934 h 361971"/>
              <a:gd name="connsiteX18" fmla="*/ 122048 w 362309"/>
              <a:gd name="connsiteY18" fmla="*/ 86184 h 361971"/>
              <a:gd name="connsiteX19" fmla="*/ 132272 w 362309"/>
              <a:gd name="connsiteY19" fmla="*/ 86184 h 361971"/>
              <a:gd name="connsiteX20" fmla="*/ 138662 w 362309"/>
              <a:gd name="connsiteY20" fmla="*/ 92568 h 361971"/>
              <a:gd name="connsiteX21" fmla="*/ 132272 w 362309"/>
              <a:gd name="connsiteY21" fmla="*/ 98952 h 361971"/>
              <a:gd name="connsiteX22" fmla="*/ 122048 w 362309"/>
              <a:gd name="connsiteY22" fmla="*/ 98952 h 361971"/>
              <a:gd name="connsiteX23" fmla="*/ 99044 w 362309"/>
              <a:gd name="connsiteY23" fmla="*/ 121934 h 361971"/>
              <a:gd name="connsiteX24" fmla="*/ 99044 w 362309"/>
              <a:gd name="connsiteY24" fmla="*/ 132149 h 361971"/>
              <a:gd name="connsiteX25" fmla="*/ 92654 w 362309"/>
              <a:gd name="connsiteY25" fmla="*/ 138533 h 361971"/>
              <a:gd name="connsiteX26" fmla="*/ 86264 w 362309"/>
              <a:gd name="connsiteY26" fmla="*/ 132149 h 361971"/>
              <a:gd name="connsiteX27" fmla="*/ 86264 w 362309"/>
              <a:gd name="connsiteY27" fmla="*/ 121934 h 361971"/>
              <a:gd name="connsiteX28" fmla="*/ 132911 w 362309"/>
              <a:gd name="connsiteY28" fmla="*/ 275788 h 361971"/>
              <a:gd name="connsiteX29" fmla="*/ 122687 w 362309"/>
              <a:gd name="connsiteY29" fmla="*/ 275788 h 361971"/>
              <a:gd name="connsiteX30" fmla="*/ 86903 w 362309"/>
              <a:gd name="connsiteY30" fmla="*/ 240038 h 361971"/>
              <a:gd name="connsiteX31" fmla="*/ 86903 w 362309"/>
              <a:gd name="connsiteY31" fmla="*/ 229823 h 361971"/>
              <a:gd name="connsiteX32" fmla="*/ 93293 w 362309"/>
              <a:gd name="connsiteY32" fmla="*/ 223439 h 361971"/>
              <a:gd name="connsiteX33" fmla="*/ 99683 w 362309"/>
              <a:gd name="connsiteY33" fmla="*/ 229823 h 361971"/>
              <a:gd name="connsiteX34" fmla="*/ 99683 w 362309"/>
              <a:gd name="connsiteY34" fmla="*/ 240038 h 361971"/>
              <a:gd name="connsiteX35" fmla="*/ 122687 w 362309"/>
              <a:gd name="connsiteY35" fmla="*/ 263020 h 361971"/>
              <a:gd name="connsiteX36" fmla="*/ 132911 w 362309"/>
              <a:gd name="connsiteY36" fmla="*/ 263020 h 361971"/>
              <a:gd name="connsiteX37" fmla="*/ 139301 w 362309"/>
              <a:gd name="connsiteY37" fmla="*/ 269404 h 361971"/>
              <a:gd name="connsiteX38" fmla="*/ 132911 w 362309"/>
              <a:gd name="connsiteY38" fmla="*/ 275788 h 361971"/>
              <a:gd name="connsiteX39" fmla="*/ 134828 w 362309"/>
              <a:gd name="connsiteY39" fmla="*/ 171091 h 361971"/>
              <a:gd name="connsiteX40" fmla="*/ 134828 w 362309"/>
              <a:gd name="connsiteY40" fmla="*/ 151300 h 361971"/>
              <a:gd name="connsiteX41" fmla="*/ 141217 w 362309"/>
              <a:gd name="connsiteY41" fmla="*/ 144916 h 361971"/>
              <a:gd name="connsiteX42" fmla="*/ 147607 w 362309"/>
              <a:gd name="connsiteY42" fmla="*/ 151300 h 361971"/>
              <a:gd name="connsiteX43" fmla="*/ 147607 w 362309"/>
              <a:gd name="connsiteY43" fmla="*/ 171091 h 361971"/>
              <a:gd name="connsiteX44" fmla="*/ 141217 w 362309"/>
              <a:gd name="connsiteY44" fmla="*/ 177475 h 361971"/>
              <a:gd name="connsiteX45" fmla="*/ 134828 w 362309"/>
              <a:gd name="connsiteY45" fmla="*/ 171091 h 361971"/>
              <a:gd name="connsiteX46" fmla="*/ 214702 w 362309"/>
              <a:gd name="connsiteY46" fmla="*/ 229823 h 361971"/>
              <a:gd name="connsiteX47" fmla="*/ 147607 w 362309"/>
              <a:gd name="connsiteY47" fmla="*/ 229823 h 361971"/>
              <a:gd name="connsiteX48" fmla="*/ 146969 w 362309"/>
              <a:gd name="connsiteY48" fmla="*/ 220886 h 361971"/>
              <a:gd name="connsiteX49" fmla="*/ 155915 w 362309"/>
              <a:gd name="connsiteY49" fmla="*/ 220247 h 361971"/>
              <a:gd name="connsiteX50" fmla="*/ 207034 w 362309"/>
              <a:gd name="connsiteY50" fmla="*/ 220247 h 361971"/>
              <a:gd name="connsiteX51" fmla="*/ 215980 w 362309"/>
              <a:gd name="connsiteY51" fmla="*/ 220886 h 361971"/>
              <a:gd name="connsiteX52" fmla="*/ 214702 w 362309"/>
              <a:gd name="connsiteY52" fmla="*/ 229823 h 361971"/>
              <a:gd name="connsiteX53" fmla="*/ 214702 w 362309"/>
              <a:gd name="connsiteY53" fmla="*/ 229823 h 361971"/>
              <a:gd name="connsiteX54" fmla="*/ 214702 w 362309"/>
              <a:gd name="connsiteY54" fmla="*/ 229823 h 361971"/>
              <a:gd name="connsiteX55" fmla="*/ 219175 w 362309"/>
              <a:gd name="connsiteY55" fmla="*/ 171091 h 361971"/>
              <a:gd name="connsiteX56" fmla="*/ 219175 w 362309"/>
              <a:gd name="connsiteY56" fmla="*/ 151300 h 361971"/>
              <a:gd name="connsiteX57" fmla="*/ 225565 w 362309"/>
              <a:gd name="connsiteY57" fmla="*/ 144916 h 361971"/>
              <a:gd name="connsiteX58" fmla="*/ 231955 w 362309"/>
              <a:gd name="connsiteY58" fmla="*/ 151300 h 361971"/>
              <a:gd name="connsiteX59" fmla="*/ 231955 w 362309"/>
              <a:gd name="connsiteY59" fmla="*/ 171091 h 361971"/>
              <a:gd name="connsiteX60" fmla="*/ 225565 w 362309"/>
              <a:gd name="connsiteY60" fmla="*/ 177475 h 361971"/>
              <a:gd name="connsiteX61" fmla="*/ 219175 w 362309"/>
              <a:gd name="connsiteY61" fmla="*/ 171091 h 361971"/>
              <a:gd name="connsiteX62" fmla="*/ 276045 w 362309"/>
              <a:gd name="connsiteY62" fmla="*/ 240038 h 361971"/>
              <a:gd name="connsiteX63" fmla="*/ 240261 w 362309"/>
              <a:gd name="connsiteY63" fmla="*/ 275788 h 361971"/>
              <a:gd name="connsiteX64" fmla="*/ 230038 w 362309"/>
              <a:gd name="connsiteY64" fmla="*/ 275788 h 361971"/>
              <a:gd name="connsiteX65" fmla="*/ 223648 w 362309"/>
              <a:gd name="connsiteY65" fmla="*/ 269404 h 361971"/>
              <a:gd name="connsiteX66" fmla="*/ 230038 w 362309"/>
              <a:gd name="connsiteY66" fmla="*/ 263020 h 361971"/>
              <a:gd name="connsiteX67" fmla="*/ 240261 w 362309"/>
              <a:gd name="connsiteY67" fmla="*/ 263020 h 361971"/>
              <a:gd name="connsiteX68" fmla="*/ 263266 w 362309"/>
              <a:gd name="connsiteY68" fmla="*/ 240038 h 361971"/>
              <a:gd name="connsiteX69" fmla="*/ 263266 w 362309"/>
              <a:gd name="connsiteY69" fmla="*/ 229823 h 361971"/>
              <a:gd name="connsiteX70" fmla="*/ 269655 w 362309"/>
              <a:gd name="connsiteY70" fmla="*/ 223439 h 361971"/>
              <a:gd name="connsiteX71" fmla="*/ 276045 w 362309"/>
              <a:gd name="connsiteY71" fmla="*/ 229823 h 361971"/>
              <a:gd name="connsiteX72" fmla="*/ 276045 w 362309"/>
              <a:gd name="connsiteY72" fmla="*/ 240038 h 361971"/>
              <a:gd name="connsiteX73" fmla="*/ 276045 w 362309"/>
              <a:gd name="connsiteY73" fmla="*/ 132149 h 361971"/>
              <a:gd name="connsiteX74" fmla="*/ 269655 w 362309"/>
              <a:gd name="connsiteY74" fmla="*/ 138533 h 361971"/>
              <a:gd name="connsiteX75" fmla="*/ 263266 w 362309"/>
              <a:gd name="connsiteY75" fmla="*/ 132149 h 361971"/>
              <a:gd name="connsiteX76" fmla="*/ 263266 w 362309"/>
              <a:gd name="connsiteY76" fmla="*/ 121934 h 361971"/>
              <a:gd name="connsiteX77" fmla="*/ 240261 w 362309"/>
              <a:gd name="connsiteY77" fmla="*/ 98952 h 361971"/>
              <a:gd name="connsiteX78" fmla="*/ 230038 w 362309"/>
              <a:gd name="connsiteY78" fmla="*/ 98952 h 361971"/>
              <a:gd name="connsiteX79" fmla="*/ 223648 w 362309"/>
              <a:gd name="connsiteY79" fmla="*/ 92568 h 361971"/>
              <a:gd name="connsiteX80" fmla="*/ 230038 w 362309"/>
              <a:gd name="connsiteY80" fmla="*/ 86184 h 361971"/>
              <a:gd name="connsiteX81" fmla="*/ 240261 w 362309"/>
              <a:gd name="connsiteY81" fmla="*/ 86184 h 361971"/>
              <a:gd name="connsiteX82" fmla="*/ 276045 w 362309"/>
              <a:gd name="connsiteY82" fmla="*/ 121934 h 361971"/>
              <a:gd name="connsiteX83" fmla="*/ 276045 w 362309"/>
              <a:gd name="connsiteY83" fmla="*/ 13214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cubicBezTo>
                  <a:pt x="181474" y="0"/>
                  <a:pt x="181474" y="0"/>
                  <a:pt x="181474" y="0"/>
                </a:cubicBezTo>
                <a:close/>
                <a:moveTo>
                  <a:pt x="172528" y="191519"/>
                </a:moveTo>
                <a:cubicBezTo>
                  <a:pt x="177640" y="191519"/>
                  <a:pt x="178279" y="190881"/>
                  <a:pt x="178279" y="185774"/>
                </a:cubicBezTo>
                <a:lnTo>
                  <a:pt x="178279" y="151300"/>
                </a:lnTo>
                <a:cubicBezTo>
                  <a:pt x="178279" y="147470"/>
                  <a:pt x="180835" y="144916"/>
                  <a:pt x="184669" y="144916"/>
                </a:cubicBezTo>
                <a:cubicBezTo>
                  <a:pt x="188503" y="144916"/>
                  <a:pt x="191059" y="147470"/>
                  <a:pt x="191059" y="151300"/>
                </a:cubicBezTo>
                <a:lnTo>
                  <a:pt x="191059" y="185774"/>
                </a:lnTo>
                <a:cubicBezTo>
                  <a:pt x="192337" y="194711"/>
                  <a:pt x="185947" y="203011"/>
                  <a:pt x="176362" y="204287"/>
                </a:cubicBezTo>
                <a:cubicBezTo>
                  <a:pt x="175084" y="204287"/>
                  <a:pt x="173167" y="204287"/>
                  <a:pt x="171889" y="204287"/>
                </a:cubicBezTo>
                <a:cubicBezTo>
                  <a:pt x="168055" y="204287"/>
                  <a:pt x="165500" y="201734"/>
                  <a:pt x="165500" y="197903"/>
                </a:cubicBezTo>
                <a:cubicBezTo>
                  <a:pt x="165500" y="194073"/>
                  <a:pt x="169333" y="191519"/>
                  <a:pt x="172528" y="191519"/>
                </a:cubicBezTo>
                <a:close/>
                <a:moveTo>
                  <a:pt x="86264" y="121934"/>
                </a:moveTo>
                <a:cubicBezTo>
                  <a:pt x="86264" y="97675"/>
                  <a:pt x="97766" y="86184"/>
                  <a:pt x="122048" y="86184"/>
                </a:cubicBezTo>
                <a:lnTo>
                  <a:pt x="132272" y="86184"/>
                </a:lnTo>
                <a:cubicBezTo>
                  <a:pt x="136106" y="86184"/>
                  <a:pt x="138662" y="88738"/>
                  <a:pt x="138662" y="92568"/>
                </a:cubicBezTo>
                <a:cubicBezTo>
                  <a:pt x="138662" y="96398"/>
                  <a:pt x="136106" y="98952"/>
                  <a:pt x="132272" y="98952"/>
                </a:cubicBezTo>
                <a:lnTo>
                  <a:pt x="122048" y="98952"/>
                </a:lnTo>
                <a:cubicBezTo>
                  <a:pt x="104795" y="98952"/>
                  <a:pt x="99044" y="104697"/>
                  <a:pt x="99044" y="121934"/>
                </a:cubicBezTo>
                <a:lnTo>
                  <a:pt x="99044" y="132149"/>
                </a:lnTo>
                <a:cubicBezTo>
                  <a:pt x="99044" y="135979"/>
                  <a:pt x="96488" y="138533"/>
                  <a:pt x="92654" y="138533"/>
                </a:cubicBezTo>
                <a:cubicBezTo>
                  <a:pt x="88820" y="138533"/>
                  <a:pt x="86264" y="135979"/>
                  <a:pt x="86264" y="132149"/>
                </a:cubicBezTo>
                <a:lnTo>
                  <a:pt x="86264" y="121934"/>
                </a:lnTo>
                <a:close/>
                <a:moveTo>
                  <a:pt x="132911" y="275788"/>
                </a:moveTo>
                <a:lnTo>
                  <a:pt x="122687" y="275788"/>
                </a:lnTo>
                <a:cubicBezTo>
                  <a:pt x="98405" y="275788"/>
                  <a:pt x="86903" y="264297"/>
                  <a:pt x="86903" y="240038"/>
                </a:cubicBezTo>
                <a:lnTo>
                  <a:pt x="86903" y="229823"/>
                </a:lnTo>
                <a:cubicBezTo>
                  <a:pt x="86903" y="225993"/>
                  <a:pt x="89459" y="223439"/>
                  <a:pt x="93293" y="223439"/>
                </a:cubicBezTo>
                <a:cubicBezTo>
                  <a:pt x="97127" y="223439"/>
                  <a:pt x="99683" y="225993"/>
                  <a:pt x="99683" y="229823"/>
                </a:cubicBezTo>
                <a:lnTo>
                  <a:pt x="99683" y="240038"/>
                </a:lnTo>
                <a:cubicBezTo>
                  <a:pt x="99683" y="257275"/>
                  <a:pt x="105434" y="263020"/>
                  <a:pt x="122687" y="263020"/>
                </a:cubicBezTo>
                <a:lnTo>
                  <a:pt x="132911" y="263020"/>
                </a:lnTo>
                <a:cubicBezTo>
                  <a:pt x="136745" y="263020"/>
                  <a:pt x="139301" y="265574"/>
                  <a:pt x="139301" y="269404"/>
                </a:cubicBezTo>
                <a:cubicBezTo>
                  <a:pt x="139301" y="273235"/>
                  <a:pt x="136106" y="275788"/>
                  <a:pt x="132911" y="275788"/>
                </a:cubicBezTo>
                <a:close/>
                <a:moveTo>
                  <a:pt x="134828" y="171091"/>
                </a:moveTo>
                <a:lnTo>
                  <a:pt x="134828" y="151300"/>
                </a:lnTo>
                <a:cubicBezTo>
                  <a:pt x="134828" y="147470"/>
                  <a:pt x="137384" y="144916"/>
                  <a:pt x="141217" y="144916"/>
                </a:cubicBezTo>
                <a:cubicBezTo>
                  <a:pt x="145052" y="144916"/>
                  <a:pt x="147607" y="147470"/>
                  <a:pt x="147607" y="151300"/>
                </a:cubicBezTo>
                <a:lnTo>
                  <a:pt x="147607" y="171091"/>
                </a:lnTo>
                <a:cubicBezTo>
                  <a:pt x="147607" y="174921"/>
                  <a:pt x="145052" y="177475"/>
                  <a:pt x="141217" y="177475"/>
                </a:cubicBezTo>
                <a:cubicBezTo>
                  <a:pt x="137384" y="177475"/>
                  <a:pt x="134828" y="174283"/>
                  <a:pt x="134828" y="171091"/>
                </a:cubicBezTo>
                <a:close/>
                <a:moveTo>
                  <a:pt x="214702" y="229823"/>
                </a:moveTo>
                <a:cubicBezTo>
                  <a:pt x="194893" y="244507"/>
                  <a:pt x="167416" y="244507"/>
                  <a:pt x="147607" y="229823"/>
                </a:cubicBezTo>
                <a:cubicBezTo>
                  <a:pt x="145052" y="227270"/>
                  <a:pt x="144412" y="223439"/>
                  <a:pt x="146969" y="220886"/>
                </a:cubicBezTo>
                <a:cubicBezTo>
                  <a:pt x="149525" y="218332"/>
                  <a:pt x="153358" y="217694"/>
                  <a:pt x="155915" y="220247"/>
                </a:cubicBezTo>
                <a:cubicBezTo>
                  <a:pt x="171250" y="230462"/>
                  <a:pt x="191698" y="230462"/>
                  <a:pt x="207034" y="220247"/>
                </a:cubicBezTo>
                <a:cubicBezTo>
                  <a:pt x="209590" y="217694"/>
                  <a:pt x="214063" y="218332"/>
                  <a:pt x="215980" y="220886"/>
                </a:cubicBezTo>
                <a:cubicBezTo>
                  <a:pt x="218536" y="223439"/>
                  <a:pt x="217897" y="227908"/>
                  <a:pt x="214702" y="229823"/>
                </a:cubicBezTo>
                <a:lnTo>
                  <a:pt x="214702" y="229823"/>
                </a:lnTo>
                <a:lnTo>
                  <a:pt x="214702" y="229823"/>
                </a:lnTo>
                <a:close/>
                <a:moveTo>
                  <a:pt x="219175" y="171091"/>
                </a:moveTo>
                <a:lnTo>
                  <a:pt x="219175" y="151300"/>
                </a:lnTo>
                <a:cubicBezTo>
                  <a:pt x="219175" y="147470"/>
                  <a:pt x="221731" y="144916"/>
                  <a:pt x="225565" y="144916"/>
                </a:cubicBezTo>
                <a:cubicBezTo>
                  <a:pt x="229399" y="144916"/>
                  <a:pt x="231955" y="147470"/>
                  <a:pt x="231955" y="151300"/>
                </a:cubicBezTo>
                <a:lnTo>
                  <a:pt x="231955" y="171091"/>
                </a:lnTo>
                <a:cubicBezTo>
                  <a:pt x="231955" y="174921"/>
                  <a:pt x="229399" y="177475"/>
                  <a:pt x="225565" y="177475"/>
                </a:cubicBezTo>
                <a:cubicBezTo>
                  <a:pt x="221731" y="177475"/>
                  <a:pt x="219175" y="174283"/>
                  <a:pt x="219175" y="171091"/>
                </a:cubicBezTo>
                <a:close/>
                <a:moveTo>
                  <a:pt x="276045" y="240038"/>
                </a:moveTo>
                <a:cubicBezTo>
                  <a:pt x="276045" y="264297"/>
                  <a:pt x="264544" y="275788"/>
                  <a:pt x="240261" y="275788"/>
                </a:cubicBezTo>
                <a:lnTo>
                  <a:pt x="230038" y="275788"/>
                </a:lnTo>
                <a:cubicBezTo>
                  <a:pt x="226204" y="275788"/>
                  <a:pt x="223648" y="273235"/>
                  <a:pt x="223648" y="269404"/>
                </a:cubicBezTo>
                <a:cubicBezTo>
                  <a:pt x="223648" y="265574"/>
                  <a:pt x="226204" y="263020"/>
                  <a:pt x="230038" y="263020"/>
                </a:cubicBezTo>
                <a:lnTo>
                  <a:pt x="240261" y="263020"/>
                </a:lnTo>
                <a:cubicBezTo>
                  <a:pt x="257514" y="263020"/>
                  <a:pt x="263266" y="257275"/>
                  <a:pt x="263266" y="240038"/>
                </a:cubicBezTo>
                <a:lnTo>
                  <a:pt x="263266" y="229823"/>
                </a:lnTo>
                <a:cubicBezTo>
                  <a:pt x="263266" y="225993"/>
                  <a:pt x="265821" y="223439"/>
                  <a:pt x="269655" y="223439"/>
                </a:cubicBezTo>
                <a:cubicBezTo>
                  <a:pt x="273489" y="223439"/>
                  <a:pt x="276045" y="225993"/>
                  <a:pt x="276045" y="229823"/>
                </a:cubicBezTo>
                <a:lnTo>
                  <a:pt x="276045" y="240038"/>
                </a:lnTo>
                <a:close/>
                <a:moveTo>
                  <a:pt x="276045" y="132149"/>
                </a:moveTo>
                <a:cubicBezTo>
                  <a:pt x="276045" y="135979"/>
                  <a:pt x="273489" y="138533"/>
                  <a:pt x="269655" y="138533"/>
                </a:cubicBezTo>
                <a:cubicBezTo>
                  <a:pt x="265821" y="138533"/>
                  <a:pt x="263266" y="135979"/>
                  <a:pt x="263266" y="132149"/>
                </a:cubicBezTo>
                <a:lnTo>
                  <a:pt x="263266" y="121934"/>
                </a:lnTo>
                <a:cubicBezTo>
                  <a:pt x="263266" y="104697"/>
                  <a:pt x="257514" y="98952"/>
                  <a:pt x="240261" y="98952"/>
                </a:cubicBezTo>
                <a:lnTo>
                  <a:pt x="230038" y="98952"/>
                </a:lnTo>
                <a:cubicBezTo>
                  <a:pt x="226204" y="98952"/>
                  <a:pt x="223648" y="96398"/>
                  <a:pt x="223648" y="92568"/>
                </a:cubicBezTo>
                <a:cubicBezTo>
                  <a:pt x="223648" y="88738"/>
                  <a:pt x="226204" y="86184"/>
                  <a:pt x="230038" y="86184"/>
                </a:cubicBezTo>
                <a:lnTo>
                  <a:pt x="240261" y="86184"/>
                </a:lnTo>
                <a:cubicBezTo>
                  <a:pt x="264544" y="86184"/>
                  <a:pt x="276045" y="97675"/>
                  <a:pt x="276045" y="121934"/>
                </a:cubicBezTo>
                <a:lnTo>
                  <a:pt x="276045" y="132149"/>
                </a:lnTo>
                <a:close/>
              </a:path>
            </a:pathLst>
          </a:custGeom>
          <a:solidFill>
            <a:srgbClr val="26890D"/>
          </a:solidFill>
          <a:ln w="6390" cap="flat">
            <a:noFill/>
            <a:prstDash val="solid"/>
            <a:miter/>
          </a:ln>
        </p:spPr>
        <p:txBody>
          <a:bodyPr rtlCol="0" anchor="ctr"/>
          <a:lstStyle/>
          <a:p>
            <a:endParaRPr lang="en-US"/>
          </a:p>
        </p:txBody>
      </p:sp>
      <p:grpSp>
        <p:nvGrpSpPr>
          <p:cNvPr id="650" name="Graphic 4">
            <a:extLst>
              <a:ext uri="{FF2B5EF4-FFF2-40B4-BE49-F238E27FC236}">
                <a16:creationId xmlns:a16="http://schemas.microsoft.com/office/drawing/2014/main" id="{41AEDEF2-E636-FE4D-95C1-BCB94AEA6EAF}"/>
              </a:ext>
            </a:extLst>
          </p:cNvPr>
          <p:cNvGrpSpPr/>
          <p:nvPr/>
        </p:nvGrpSpPr>
        <p:grpSpPr>
          <a:xfrm>
            <a:off x="5099808" y="2855717"/>
            <a:ext cx="362309" cy="361971"/>
            <a:chOff x="5099808" y="2855717"/>
            <a:chExt cx="362309" cy="361971"/>
          </a:xfrm>
          <a:solidFill>
            <a:srgbClr val="26890D"/>
          </a:solidFill>
        </p:grpSpPr>
        <p:sp>
          <p:nvSpPr>
            <p:cNvPr id="651" name="Graphic 4">
              <a:extLst>
                <a:ext uri="{FF2B5EF4-FFF2-40B4-BE49-F238E27FC236}">
                  <a16:creationId xmlns:a16="http://schemas.microsoft.com/office/drawing/2014/main" id="{E208E75A-8AFA-9B4A-BF8E-D2E779C8FF85}"/>
                </a:ext>
              </a:extLst>
            </p:cNvPr>
            <p:cNvSpPr/>
            <p:nvPr/>
          </p:nvSpPr>
          <p:spPr>
            <a:xfrm>
              <a:off x="5233314" y="2999357"/>
              <a:ext cx="26881" cy="26812"/>
            </a:xfrm>
            <a:custGeom>
              <a:avLst/>
              <a:gdLst>
                <a:gd name="connsiteX0" fmla="*/ 13463 w 26881"/>
                <a:gd name="connsiteY0" fmla="*/ 26813 h 26812"/>
                <a:gd name="connsiteX1" fmla="*/ 26882 w 26881"/>
                <a:gd name="connsiteY1" fmla="*/ 13406 h 26812"/>
                <a:gd name="connsiteX2" fmla="*/ 13463 w 26881"/>
                <a:gd name="connsiteY2" fmla="*/ 0 h 26812"/>
                <a:gd name="connsiteX3" fmla="*/ 44 w 26881"/>
                <a:gd name="connsiteY3" fmla="*/ 13406 h 26812"/>
                <a:gd name="connsiteX4" fmla="*/ 44 w 26881"/>
                <a:gd name="connsiteY4" fmla="*/ 13406 h 26812"/>
                <a:gd name="connsiteX5" fmla="*/ 13463 w 26881"/>
                <a:gd name="connsiteY5" fmla="*/ 26813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81" h="26812">
                  <a:moveTo>
                    <a:pt x="13463" y="26813"/>
                  </a:moveTo>
                  <a:cubicBezTo>
                    <a:pt x="21131" y="26813"/>
                    <a:pt x="26882" y="21067"/>
                    <a:pt x="26882" y="13406"/>
                  </a:cubicBezTo>
                  <a:cubicBezTo>
                    <a:pt x="26882" y="5746"/>
                    <a:pt x="21131" y="0"/>
                    <a:pt x="13463" y="0"/>
                  </a:cubicBezTo>
                  <a:cubicBezTo>
                    <a:pt x="5795" y="0"/>
                    <a:pt x="44" y="5746"/>
                    <a:pt x="44" y="13406"/>
                  </a:cubicBezTo>
                  <a:lnTo>
                    <a:pt x="44" y="13406"/>
                  </a:lnTo>
                  <a:cubicBezTo>
                    <a:pt x="-595" y="20429"/>
                    <a:pt x="5795" y="26813"/>
                    <a:pt x="13463" y="26813"/>
                  </a:cubicBezTo>
                  <a:close/>
                </a:path>
              </a:pathLst>
            </a:custGeom>
            <a:solidFill>
              <a:srgbClr val="26890D"/>
            </a:solidFill>
            <a:ln w="6390" cap="flat">
              <a:noFill/>
              <a:prstDash val="solid"/>
              <a:miter/>
            </a:ln>
          </p:spPr>
          <p:txBody>
            <a:bodyPr rtlCol="0" anchor="ctr"/>
            <a:lstStyle/>
            <a:p>
              <a:endParaRPr lang="en-US"/>
            </a:p>
          </p:txBody>
        </p:sp>
        <p:sp>
          <p:nvSpPr>
            <p:cNvPr id="652" name="Graphic 4">
              <a:extLst>
                <a:ext uri="{FF2B5EF4-FFF2-40B4-BE49-F238E27FC236}">
                  <a16:creationId xmlns:a16="http://schemas.microsoft.com/office/drawing/2014/main" id="{C0142514-5AE8-8A46-9A4A-699D467CC148}"/>
                </a:ext>
              </a:extLst>
            </p:cNvPr>
            <p:cNvSpPr/>
            <p:nvPr/>
          </p:nvSpPr>
          <p:spPr>
            <a:xfrm>
              <a:off x="5193101" y="2976375"/>
              <a:ext cx="171889" cy="119380"/>
            </a:xfrm>
            <a:custGeom>
              <a:avLst/>
              <a:gdLst>
                <a:gd name="connsiteX0" fmla="*/ 150164 w 171889"/>
                <a:gd name="connsiteY0" fmla="*/ 52987 h 119380"/>
                <a:gd name="connsiteX1" fmla="*/ 123326 w 171889"/>
                <a:gd name="connsiteY1" fmla="*/ 76608 h 119380"/>
                <a:gd name="connsiteX2" fmla="*/ 118853 w 171889"/>
                <a:gd name="connsiteY2" fmla="*/ 77884 h 119380"/>
                <a:gd name="connsiteX3" fmla="*/ 116297 w 171889"/>
                <a:gd name="connsiteY3" fmla="*/ 77246 h 119380"/>
                <a:gd name="connsiteX4" fmla="*/ 112463 w 171889"/>
                <a:gd name="connsiteY4" fmla="*/ 71500 h 119380"/>
                <a:gd name="connsiteX5" fmla="*/ 112463 w 171889"/>
                <a:gd name="connsiteY5" fmla="*/ 52349 h 119380"/>
                <a:gd name="connsiteX6" fmla="*/ 110546 w 171889"/>
                <a:gd name="connsiteY6" fmla="*/ 52349 h 119380"/>
                <a:gd name="connsiteX7" fmla="*/ 88820 w 171889"/>
                <a:gd name="connsiteY7" fmla="*/ 32558 h 119380"/>
                <a:gd name="connsiteX8" fmla="*/ 88820 w 171889"/>
                <a:gd name="connsiteY8" fmla="*/ 0 h 119380"/>
                <a:gd name="connsiteX9" fmla="*/ 5751 w 171889"/>
                <a:gd name="connsiteY9" fmla="*/ 0 h 119380"/>
                <a:gd name="connsiteX10" fmla="*/ 0 w 171889"/>
                <a:gd name="connsiteY10" fmla="*/ 4469 h 119380"/>
                <a:gd name="connsiteX11" fmla="*/ 0 w 171889"/>
                <a:gd name="connsiteY11" fmla="*/ 107889 h 119380"/>
                <a:gd name="connsiteX12" fmla="*/ 67094 w 171889"/>
                <a:gd name="connsiteY12" fmla="*/ 107889 h 119380"/>
                <a:gd name="connsiteX13" fmla="*/ 67094 w 171889"/>
                <a:gd name="connsiteY13" fmla="*/ 119380 h 119380"/>
                <a:gd name="connsiteX14" fmla="*/ 68372 w 171889"/>
                <a:gd name="connsiteY14" fmla="*/ 119380 h 119380"/>
                <a:gd name="connsiteX15" fmla="*/ 103517 w 171889"/>
                <a:gd name="connsiteY15" fmla="*/ 119380 h 119380"/>
                <a:gd name="connsiteX16" fmla="*/ 104795 w 171889"/>
                <a:gd name="connsiteY16" fmla="*/ 118742 h 119380"/>
                <a:gd name="connsiteX17" fmla="*/ 104795 w 171889"/>
                <a:gd name="connsiteY17" fmla="*/ 107889 h 119380"/>
                <a:gd name="connsiteX18" fmla="*/ 171889 w 171889"/>
                <a:gd name="connsiteY18" fmla="*/ 107889 h 119380"/>
                <a:gd name="connsiteX19" fmla="*/ 171889 w 171889"/>
                <a:gd name="connsiteY19" fmla="*/ 52349 h 119380"/>
                <a:gd name="connsiteX20" fmla="*/ 150164 w 171889"/>
                <a:gd name="connsiteY20" fmla="*/ 52987 h 119380"/>
                <a:gd name="connsiteX21" fmla="*/ 53675 w 171889"/>
                <a:gd name="connsiteY21" fmla="*/ 9576 h 119380"/>
                <a:gd name="connsiteX22" fmla="*/ 79874 w 171889"/>
                <a:gd name="connsiteY22" fmla="*/ 35750 h 119380"/>
                <a:gd name="connsiteX23" fmla="*/ 53675 w 171889"/>
                <a:gd name="connsiteY23" fmla="*/ 61925 h 119380"/>
                <a:gd name="connsiteX24" fmla="*/ 27477 w 171889"/>
                <a:gd name="connsiteY24" fmla="*/ 35750 h 119380"/>
                <a:gd name="connsiteX25" fmla="*/ 27477 w 171889"/>
                <a:gd name="connsiteY25" fmla="*/ 35750 h 119380"/>
                <a:gd name="connsiteX26" fmla="*/ 53675 w 171889"/>
                <a:gd name="connsiteY26" fmla="*/ 9576 h 119380"/>
                <a:gd name="connsiteX27" fmla="*/ 93932 w 171889"/>
                <a:gd name="connsiteY27" fmla="*/ 98952 h 119380"/>
                <a:gd name="connsiteX28" fmla="*/ 81152 w 171889"/>
                <a:gd name="connsiteY28" fmla="*/ 98952 h 119380"/>
                <a:gd name="connsiteX29" fmla="*/ 81152 w 171889"/>
                <a:gd name="connsiteY29" fmla="*/ 90652 h 119380"/>
                <a:gd name="connsiteX30" fmla="*/ 70928 w 171889"/>
                <a:gd name="connsiteY30" fmla="*/ 80438 h 119380"/>
                <a:gd name="connsiteX31" fmla="*/ 35145 w 171889"/>
                <a:gd name="connsiteY31" fmla="*/ 80438 h 119380"/>
                <a:gd name="connsiteX32" fmla="*/ 24921 w 171889"/>
                <a:gd name="connsiteY32" fmla="*/ 90652 h 119380"/>
                <a:gd name="connsiteX33" fmla="*/ 24921 w 171889"/>
                <a:gd name="connsiteY33" fmla="*/ 98952 h 119380"/>
                <a:gd name="connsiteX34" fmla="*/ 12141 w 171889"/>
                <a:gd name="connsiteY34" fmla="*/ 98952 h 119380"/>
                <a:gd name="connsiteX35" fmla="*/ 12141 w 171889"/>
                <a:gd name="connsiteY35" fmla="*/ 90652 h 119380"/>
                <a:gd name="connsiteX36" fmla="*/ 35145 w 171889"/>
                <a:gd name="connsiteY36" fmla="*/ 67670 h 119380"/>
                <a:gd name="connsiteX37" fmla="*/ 70928 w 171889"/>
                <a:gd name="connsiteY37" fmla="*/ 67670 h 119380"/>
                <a:gd name="connsiteX38" fmla="*/ 93932 w 171889"/>
                <a:gd name="connsiteY38" fmla="*/ 90652 h 119380"/>
                <a:gd name="connsiteX39" fmla="*/ 93932 w 171889"/>
                <a:gd name="connsiteY39" fmla="*/ 98952 h 119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71889" h="119380">
                  <a:moveTo>
                    <a:pt x="150164" y="52987"/>
                  </a:moveTo>
                  <a:lnTo>
                    <a:pt x="123326" y="76608"/>
                  </a:lnTo>
                  <a:cubicBezTo>
                    <a:pt x="122048" y="77884"/>
                    <a:pt x="120770" y="77884"/>
                    <a:pt x="118853" y="77884"/>
                  </a:cubicBezTo>
                  <a:cubicBezTo>
                    <a:pt x="118214" y="77884"/>
                    <a:pt x="116936" y="77884"/>
                    <a:pt x="116297" y="77246"/>
                  </a:cubicBezTo>
                  <a:cubicBezTo>
                    <a:pt x="113741" y="75969"/>
                    <a:pt x="112463" y="74054"/>
                    <a:pt x="112463" y="71500"/>
                  </a:cubicBezTo>
                  <a:lnTo>
                    <a:pt x="112463" y="52349"/>
                  </a:lnTo>
                  <a:lnTo>
                    <a:pt x="110546" y="52349"/>
                  </a:lnTo>
                  <a:cubicBezTo>
                    <a:pt x="99044" y="52987"/>
                    <a:pt x="89459" y="44049"/>
                    <a:pt x="88820" y="32558"/>
                  </a:cubicBezTo>
                  <a:lnTo>
                    <a:pt x="88820" y="0"/>
                  </a:lnTo>
                  <a:lnTo>
                    <a:pt x="5751" y="0"/>
                  </a:lnTo>
                  <a:cubicBezTo>
                    <a:pt x="2556" y="0"/>
                    <a:pt x="0" y="1915"/>
                    <a:pt x="0" y="4469"/>
                  </a:cubicBezTo>
                  <a:lnTo>
                    <a:pt x="0" y="107889"/>
                  </a:lnTo>
                  <a:lnTo>
                    <a:pt x="67094" y="107889"/>
                  </a:lnTo>
                  <a:lnTo>
                    <a:pt x="67094" y="119380"/>
                  </a:lnTo>
                  <a:cubicBezTo>
                    <a:pt x="67094" y="119380"/>
                    <a:pt x="67733" y="119380"/>
                    <a:pt x="68372" y="119380"/>
                  </a:cubicBezTo>
                  <a:lnTo>
                    <a:pt x="103517" y="119380"/>
                  </a:lnTo>
                  <a:cubicBezTo>
                    <a:pt x="104156" y="119380"/>
                    <a:pt x="104156" y="119380"/>
                    <a:pt x="104795" y="118742"/>
                  </a:cubicBezTo>
                  <a:lnTo>
                    <a:pt x="104795" y="107889"/>
                  </a:lnTo>
                  <a:lnTo>
                    <a:pt x="171889" y="107889"/>
                  </a:lnTo>
                  <a:lnTo>
                    <a:pt x="171889" y="52349"/>
                  </a:lnTo>
                  <a:lnTo>
                    <a:pt x="150164" y="52987"/>
                  </a:lnTo>
                  <a:close/>
                  <a:moveTo>
                    <a:pt x="53675" y="9576"/>
                  </a:moveTo>
                  <a:cubicBezTo>
                    <a:pt x="68372" y="9576"/>
                    <a:pt x="79874" y="21067"/>
                    <a:pt x="79874" y="35750"/>
                  </a:cubicBezTo>
                  <a:cubicBezTo>
                    <a:pt x="79874" y="50433"/>
                    <a:pt x="68372" y="61925"/>
                    <a:pt x="53675" y="61925"/>
                  </a:cubicBezTo>
                  <a:cubicBezTo>
                    <a:pt x="38978" y="61925"/>
                    <a:pt x="27477" y="50433"/>
                    <a:pt x="27477" y="35750"/>
                  </a:cubicBezTo>
                  <a:lnTo>
                    <a:pt x="27477" y="35750"/>
                  </a:lnTo>
                  <a:cubicBezTo>
                    <a:pt x="26838" y="21706"/>
                    <a:pt x="38978" y="9576"/>
                    <a:pt x="53675" y="9576"/>
                  </a:cubicBezTo>
                  <a:close/>
                  <a:moveTo>
                    <a:pt x="93932" y="98952"/>
                  </a:moveTo>
                  <a:lnTo>
                    <a:pt x="81152" y="98952"/>
                  </a:lnTo>
                  <a:lnTo>
                    <a:pt x="81152" y="90652"/>
                  </a:lnTo>
                  <a:cubicBezTo>
                    <a:pt x="81152" y="84907"/>
                    <a:pt x="76679" y="80438"/>
                    <a:pt x="70928" y="80438"/>
                  </a:cubicBezTo>
                  <a:lnTo>
                    <a:pt x="35145" y="80438"/>
                  </a:lnTo>
                  <a:cubicBezTo>
                    <a:pt x="29394" y="80438"/>
                    <a:pt x="24921" y="84907"/>
                    <a:pt x="24921" y="90652"/>
                  </a:cubicBezTo>
                  <a:lnTo>
                    <a:pt x="24921" y="98952"/>
                  </a:lnTo>
                  <a:lnTo>
                    <a:pt x="12141" y="98952"/>
                  </a:lnTo>
                  <a:lnTo>
                    <a:pt x="12141" y="90652"/>
                  </a:lnTo>
                  <a:cubicBezTo>
                    <a:pt x="12141" y="77884"/>
                    <a:pt x="22365" y="67670"/>
                    <a:pt x="35145" y="67670"/>
                  </a:cubicBezTo>
                  <a:lnTo>
                    <a:pt x="70928" y="67670"/>
                  </a:lnTo>
                  <a:cubicBezTo>
                    <a:pt x="83708" y="67670"/>
                    <a:pt x="93932" y="77884"/>
                    <a:pt x="93932" y="90652"/>
                  </a:cubicBezTo>
                  <a:lnTo>
                    <a:pt x="93932" y="98952"/>
                  </a:lnTo>
                  <a:close/>
                </a:path>
              </a:pathLst>
            </a:custGeom>
            <a:solidFill>
              <a:srgbClr val="26890D"/>
            </a:solidFill>
            <a:ln w="6390" cap="flat">
              <a:noFill/>
              <a:prstDash val="solid"/>
              <a:miter/>
            </a:ln>
          </p:spPr>
          <p:txBody>
            <a:bodyPr rtlCol="0" anchor="ctr"/>
            <a:lstStyle/>
            <a:p>
              <a:endParaRPr lang="en-US"/>
            </a:p>
          </p:txBody>
        </p:sp>
        <p:sp>
          <p:nvSpPr>
            <p:cNvPr id="653" name="Graphic 4">
              <a:extLst>
                <a:ext uri="{FF2B5EF4-FFF2-40B4-BE49-F238E27FC236}">
                  <a16:creationId xmlns:a16="http://schemas.microsoft.com/office/drawing/2014/main" id="{0B6F1FEB-2F1A-6F44-931F-D8824F246732}"/>
                </a:ext>
              </a:extLst>
            </p:cNvPr>
            <p:cNvSpPr/>
            <p:nvPr/>
          </p:nvSpPr>
          <p:spPr>
            <a:xfrm>
              <a:off x="5099808" y="2855717"/>
              <a:ext cx="362309" cy="361971"/>
            </a:xfrm>
            <a:custGeom>
              <a:avLst/>
              <a:gdLst>
                <a:gd name="connsiteX0" fmla="*/ 180836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362310 w 362309"/>
                <a:gd name="connsiteY4" fmla="*/ 180667 h 361971"/>
                <a:gd name="connsiteX5" fmla="*/ 180836 w 362309"/>
                <a:gd name="connsiteY5" fmla="*/ 0 h 361971"/>
                <a:gd name="connsiteX6" fmla="*/ 180836 w 362309"/>
                <a:gd name="connsiteY6" fmla="*/ 0 h 361971"/>
                <a:gd name="connsiteX7" fmla="*/ 297132 w 362309"/>
                <a:gd name="connsiteY7" fmla="*/ 153854 h 361971"/>
                <a:gd name="connsiteX8" fmla="*/ 277962 w 362309"/>
                <a:gd name="connsiteY8" fmla="*/ 173644 h 361971"/>
                <a:gd name="connsiteX9" fmla="*/ 277962 w 362309"/>
                <a:gd name="connsiteY9" fmla="*/ 229185 h 361971"/>
                <a:gd name="connsiteX10" fmla="*/ 282435 w 362309"/>
                <a:gd name="connsiteY10" fmla="*/ 229185 h 361971"/>
                <a:gd name="connsiteX11" fmla="*/ 293937 w 362309"/>
                <a:gd name="connsiteY11" fmla="*/ 240676 h 361971"/>
                <a:gd name="connsiteX12" fmla="*/ 293937 w 362309"/>
                <a:gd name="connsiteY12" fmla="*/ 252806 h 361971"/>
                <a:gd name="connsiteX13" fmla="*/ 269017 w 362309"/>
                <a:gd name="connsiteY13" fmla="*/ 275149 h 361971"/>
                <a:gd name="connsiteX14" fmla="*/ 88820 w 362309"/>
                <a:gd name="connsiteY14" fmla="*/ 275149 h 361971"/>
                <a:gd name="connsiteX15" fmla="*/ 63899 w 362309"/>
                <a:gd name="connsiteY15" fmla="*/ 252806 h 361971"/>
                <a:gd name="connsiteX16" fmla="*/ 63899 w 362309"/>
                <a:gd name="connsiteY16" fmla="*/ 240676 h 361971"/>
                <a:gd name="connsiteX17" fmla="*/ 75402 w 362309"/>
                <a:gd name="connsiteY17" fmla="*/ 229185 h 361971"/>
                <a:gd name="connsiteX18" fmla="*/ 79874 w 362309"/>
                <a:gd name="connsiteY18" fmla="*/ 229185 h 361971"/>
                <a:gd name="connsiteX19" fmla="*/ 79874 w 362309"/>
                <a:gd name="connsiteY19" fmla="*/ 125764 h 361971"/>
                <a:gd name="connsiteX20" fmla="*/ 98405 w 362309"/>
                <a:gd name="connsiteY20" fmla="*/ 108528 h 361971"/>
                <a:gd name="connsiteX21" fmla="*/ 181474 w 362309"/>
                <a:gd name="connsiteY21" fmla="*/ 108528 h 361971"/>
                <a:gd name="connsiteX22" fmla="*/ 181474 w 362309"/>
                <a:gd name="connsiteY22" fmla="*/ 105974 h 361971"/>
                <a:gd name="connsiteX23" fmla="*/ 203200 w 362309"/>
                <a:gd name="connsiteY23" fmla="*/ 86184 h 361971"/>
                <a:gd name="connsiteX24" fmla="*/ 274767 w 362309"/>
                <a:gd name="connsiteY24" fmla="*/ 86184 h 361971"/>
                <a:gd name="connsiteX25" fmla="*/ 296493 w 362309"/>
                <a:gd name="connsiteY25" fmla="*/ 105974 h 361971"/>
                <a:gd name="connsiteX26" fmla="*/ 297132 w 362309"/>
                <a:gd name="connsiteY26" fmla="*/ 15385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2309" h="361971">
                  <a:moveTo>
                    <a:pt x="180836" y="0"/>
                  </a:moveTo>
                  <a:cubicBezTo>
                    <a:pt x="80513" y="0"/>
                    <a:pt x="0" y="81076"/>
                    <a:pt x="0" y="181305"/>
                  </a:cubicBezTo>
                  <a:cubicBezTo>
                    <a:pt x="0" y="281533"/>
                    <a:pt x="81152" y="361972"/>
                    <a:pt x="181474" y="361972"/>
                  </a:cubicBezTo>
                  <a:cubicBezTo>
                    <a:pt x="281796" y="361972"/>
                    <a:pt x="362310" y="280895"/>
                    <a:pt x="362310" y="180667"/>
                  </a:cubicBezTo>
                  <a:cubicBezTo>
                    <a:pt x="362310" y="180667"/>
                    <a:pt x="362310" y="180667"/>
                    <a:pt x="362310" y="180667"/>
                  </a:cubicBezTo>
                  <a:cubicBezTo>
                    <a:pt x="361671" y="80438"/>
                    <a:pt x="280518" y="0"/>
                    <a:pt x="180836" y="0"/>
                  </a:cubicBezTo>
                  <a:cubicBezTo>
                    <a:pt x="180836" y="0"/>
                    <a:pt x="180836" y="0"/>
                    <a:pt x="180836" y="0"/>
                  </a:cubicBezTo>
                  <a:close/>
                  <a:moveTo>
                    <a:pt x="297132" y="153854"/>
                  </a:moveTo>
                  <a:cubicBezTo>
                    <a:pt x="296493" y="164068"/>
                    <a:pt x="288186" y="173006"/>
                    <a:pt x="277962" y="173644"/>
                  </a:cubicBezTo>
                  <a:lnTo>
                    <a:pt x="277962" y="229185"/>
                  </a:lnTo>
                  <a:lnTo>
                    <a:pt x="282435" y="229185"/>
                  </a:lnTo>
                  <a:cubicBezTo>
                    <a:pt x="288825" y="229185"/>
                    <a:pt x="293937" y="234292"/>
                    <a:pt x="293937" y="240676"/>
                  </a:cubicBezTo>
                  <a:lnTo>
                    <a:pt x="293937" y="252806"/>
                  </a:lnTo>
                  <a:cubicBezTo>
                    <a:pt x="293298" y="265574"/>
                    <a:pt x="282435" y="275788"/>
                    <a:pt x="269017" y="275149"/>
                  </a:cubicBezTo>
                  <a:lnTo>
                    <a:pt x="88820" y="275149"/>
                  </a:lnTo>
                  <a:cubicBezTo>
                    <a:pt x="76040" y="275788"/>
                    <a:pt x="64539" y="265574"/>
                    <a:pt x="63899" y="252806"/>
                  </a:cubicBezTo>
                  <a:lnTo>
                    <a:pt x="63899" y="240676"/>
                  </a:lnTo>
                  <a:cubicBezTo>
                    <a:pt x="63899" y="234292"/>
                    <a:pt x="69650" y="229185"/>
                    <a:pt x="75402" y="229185"/>
                  </a:cubicBezTo>
                  <a:lnTo>
                    <a:pt x="79874" y="229185"/>
                  </a:lnTo>
                  <a:lnTo>
                    <a:pt x="79874" y="125764"/>
                  </a:lnTo>
                  <a:cubicBezTo>
                    <a:pt x="80513" y="116188"/>
                    <a:pt x="88820" y="108528"/>
                    <a:pt x="98405" y="108528"/>
                  </a:cubicBezTo>
                  <a:lnTo>
                    <a:pt x="181474" y="108528"/>
                  </a:lnTo>
                  <a:lnTo>
                    <a:pt x="181474" y="105974"/>
                  </a:lnTo>
                  <a:cubicBezTo>
                    <a:pt x="182113" y="94483"/>
                    <a:pt x="191698" y="85545"/>
                    <a:pt x="203200" y="86184"/>
                  </a:cubicBezTo>
                  <a:lnTo>
                    <a:pt x="274767" y="86184"/>
                  </a:lnTo>
                  <a:cubicBezTo>
                    <a:pt x="286270" y="85545"/>
                    <a:pt x="295854" y="94483"/>
                    <a:pt x="296493" y="105974"/>
                  </a:cubicBezTo>
                  <a:lnTo>
                    <a:pt x="297132" y="153854"/>
                  </a:lnTo>
                  <a:close/>
                </a:path>
              </a:pathLst>
            </a:custGeom>
            <a:solidFill>
              <a:srgbClr val="26890D"/>
            </a:solidFill>
            <a:ln w="6390" cap="flat">
              <a:noFill/>
              <a:prstDash val="solid"/>
              <a:miter/>
            </a:ln>
          </p:spPr>
          <p:txBody>
            <a:bodyPr rtlCol="0" anchor="ctr"/>
            <a:lstStyle/>
            <a:p>
              <a:endParaRPr lang="en-US"/>
            </a:p>
          </p:txBody>
        </p:sp>
        <p:sp>
          <p:nvSpPr>
            <p:cNvPr id="654" name="Graphic 4">
              <a:extLst>
                <a:ext uri="{FF2B5EF4-FFF2-40B4-BE49-F238E27FC236}">
                  <a16:creationId xmlns:a16="http://schemas.microsoft.com/office/drawing/2014/main" id="{BD3710D5-7D20-9648-B67B-64A8D1272EF6}"/>
                </a:ext>
              </a:extLst>
            </p:cNvPr>
            <p:cNvSpPr/>
            <p:nvPr/>
          </p:nvSpPr>
          <p:spPr>
            <a:xfrm>
              <a:off x="5176487" y="3097670"/>
              <a:ext cx="205117" cy="20489"/>
            </a:xfrm>
            <a:custGeom>
              <a:avLst/>
              <a:gdLst>
                <a:gd name="connsiteX0" fmla="*/ 120131 w 205117"/>
                <a:gd name="connsiteY0" fmla="*/ 11491 h 20489"/>
                <a:gd name="connsiteX1" fmla="*/ 84986 w 205117"/>
                <a:gd name="connsiteY1" fmla="*/ 11491 h 20489"/>
                <a:gd name="connsiteX2" fmla="*/ 70929 w 205117"/>
                <a:gd name="connsiteY2" fmla="*/ 0 h 20489"/>
                <a:gd name="connsiteX3" fmla="*/ 0 w 205117"/>
                <a:gd name="connsiteY3" fmla="*/ 0 h 20489"/>
                <a:gd name="connsiteX4" fmla="*/ 0 w 205117"/>
                <a:gd name="connsiteY4" fmla="*/ 10853 h 20489"/>
                <a:gd name="connsiteX5" fmla="*/ 12141 w 205117"/>
                <a:gd name="connsiteY5" fmla="*/ 20429 h 20489"/>
                <a:gd name="connsiteX6" fmla="*/ 192976 w 205117"/>
                <a:gd name="connsiteY6" fmla="*/ 20429 h 20489"/>
                <a:gd name="connsiteX7" fmla="*/ 205117 w 205117"/>
                <a:gd name="connsiteY7" fmla="*/ 10853 h 20489"/>
                <a:gd name="connsiteX8" fmla="*/ 205117 w 205117"/>
                <a:gd name="connsiteY8" fmla="*/ 638 h 20489"/>
                <a:gd name="connsiteX9" fmla="*/ 134189 w 205117"/>
                <a:gd name="connsiteY9" fmla="*/ 638 h 20489"/>
                <a:gd name="connsiteX10" fmla="*/ 120131 w 205117"/>
                <a:gd name="connsiteY10" fmla="*/ 11491 h 20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5117" h="20489">
                  <a:moveTo>
                    <a:pt x="120131" y="11491"/>
                  </a:moveTo>
                  <a:lnTo>
                    <a:pt x="84986" y="11491"/>
                  </a:lnTo>
                  <a:cubicBezTo>
                    <a:pt x="77957" y="11491"/>
                    <a:pt x="72207" y="7022"/>
                    <a:pt x="70929" y="0"/>
                  </a:cubicBezTo>
                  <a:lnTo>
                    <a:pt x="0" y="0"/>
                  </a:lnTo>
                  <a:lnTo>
                    <a:pt x="0" y="10853"/>
                  </a:lnTo>
                  <a:cubicBezTo>
                    <a:pt x="639" y="16598"/>
                    <a:pt x="5751" y="21067"/>
                    <a:pt x="12141" y="20429"/>
                  </a:cubicBezTo>
                  <a:lnTo>
                    <a:pt x="192976" y="20429"/>
                  </a:lnTo>
                  <a:cubicBezTo>
                    <a:pt x="198727" y="21067"/>
                    <a:pt x="204478" y="16598"/>
                    <a:pt x="205117" y="10853"/>
                  </a:cubicBezTo>
                  <a:lnTo>
                    <a:pt x="205117" y="638"/>
                  </a:lnTo>
                  <a:lnTo>
                    <a:pt x="134189" y="638"/>
                  </a:lnTo>
                  <a:cubicBezTo>
                    <a:pt x="132911" y="6384"/>
                    <a:pt x="127160" y="11491"/>
                    <a:pt x="120131" y="11491"/>
                  </a:cubicBezTo>
                  <a:close/>
                </a:path>
              </a:pathLst>
            </a:custGeom>
            <a:solidFill>
              <a:srgbClr val="26890D"/>
            </a:solidFill>
            <a:ln w="6390" cap="flat">
              <a:noFill/>
              <a:prstDash val="solid"/>
              <a:miter/>
            </a:ln>
          </p:spPr>
          <p:txBody>
            <a:bodyPr rtlCol="0" anchor="ctr"/>
            <a:lstStyle/>
            <a:p>
              <a:endParaRPr lang="en-US"/>
            </a:p>
          </p:txBody>
        </p:sp>
        <p:sp>
          <p:nvSpPr>
            <p:cNvPr id="655" name="Graphic 4">
              <a:extLst>
                <a:ext uri="{FF2B5EF4-FFF2-40B4-BE49-F238E27FC236}">
                  <a16:creationId xmlns:a16="http://schemas.microsoft.com/office/drawing/2014/main" id="{B1A1E2C6-4581-A741-8AFD-A90256BC5C0C}"/>
                </a:ext>
              </a:extLst>
            </p:cNvPr>
            <p:cNvSpPr/>
            <p:nvPr/>
          </p:nvSpPr>
          <p:spPr>
            <a:xfrm>
              <a:off x="5294701" y="2955226"/>
              <a:ext cx="89459" cy="79242"/>
            </a:xfrm>
            <a:custGeom>
              <a:avLst/>
              <a:gdLst>
                <a:gd name="connsiteX0" fmla="*/ 80513 w 89459"/>
                <a:gd name="connsiteY0" fmla="*/ 81 h 79242"/>
                <a:gd name="connsiteX1" fmla="*/ 8946 w 89459"/>
                <a:gd name="connsiteY1" fmla="*/ 81 h 79242"/>
                <a:gd name="connsiteX2" fmla="*/ 0 w 89459"/>
                <a:gd name="connsiteY2" fmla="*/ 7104 h 79242"/>
                <a:gd name="connsiteX3" fmla="*/ 0 w 89459"/>
                <a:gd name="connsiteY3" fmla="*/ 54345 h 79242"/>
                <a:gd name="connsiteX4" fmla="*/ 8946 w 89459"/>
                <a:gd name="connsiteY4" fmla="*/ 61368 h 79242"/>
                <a:gd name="connsiteX5" fmla="*/ 17253 w 89459"/>
                <a:gd name="connsiteY5" fmla="*/ 61368 h 79242"/>
                <a:gd name="connsiteX6" fmla="*/ 23643 w 89459"/>
                <a:gd name="connsiteY6" fmla="*/ 67752 h 79242"/>
                <a:gd name="connsiteX7" fmla="*/ 23643 w 89459"/>
                <a:gd name="connsiteY7" fmla="*/ 79243 h 79242"/>
                <a:gd name="connsiteX8" fmla="*/ 41535 w 89459"/>
                <a:gd name="connsiteY8" fmla="*/ 63283 h 79242"/>
                <a:gd name="connsiteX9" fmla="*/ 46008 w 89459"/>
                <a:gd name="connsiteY9" fmla="*/ 62006 h 79242"/>
                <a:gd name="connsiteX10" fmla="*/ 80513 w 89459"/>
                <a:gd name="connsiteY10" fmla="*/ 62006 h 79242"/>
                <a:gd name="connsiteX11" fmla="*/ 89459 w 89459"/>
                <a:gd name="connsiteY11" fmla="*/ 54984 h 79242"/>
                <a:gd name="connsiteX12" fmla="*/ 89459 w 89459"/>
                <a:gd name="connsiteY12" fmla="*/ 7742 h 79242"/>
                <a:gd name="connsiteX13" fmla="*/ 80513 w 89459"/>
                <a:gd name="connsiteY13" fmla="*/ 81 h 79242"/>
                <a:gd name="connsiteX14" fmla="*/ 21726 w 89459"/>
                <a:gd name="connsiteY14" fmla="*/ 39024 h 79242"/>
                <a:gd name="connsiteX15" fmla="*/ 13419 w 89459"/>
                <a:gd name="connsiteY15" fmla="*/ 30725 h 79242"/>
                <a:gd name="connsiteX16" fmla="*/ 21726 w 89459"/>
                <a:gd name="connsiteY16" fmla="*/ 22425 h 79242"/>
                <a:gd name="connsiteX17" fmla="*/ 30033 w 89459"/>
                <a:gd name="connsiteY17" fmla="*/ 30725 h 79242"/>
                <a:gd name="connsiteX18" fmla="*/ 21726 w 89459"/>
                <a:gd name="connsiteY18" fmla="*/ 39024 h 79242"/>
                <a:gd name="connsiteX19" fmla="*/ 21726 w 89459"/>
                <a:gd name="connsiteY19" fmla="*/ 39024 h 79242"/>
                <a:gd name="connsiteX20" fmla="*/ 44730 w 89459"/>
                <a:gd name="connsiteY20" fmla="*/ 39024 h 79242"/>
                <a:gd name="connsiteX21" fmla="*/ 36423 w 89459"/>
                <a:gd name="connsiteY21" fmla="*/ 30725 h 79242"/>
                <a:gd name="connsiteX22" fmla="*/ 44730 w 89459"/>
                <a:gd name="connsiteY22" fmla="*/ 22425 h 79242"/>
                <a:gd name="connsiteX23" fmla="*/ 53037 w 89459"/>
                <a:gd name="connsiteY23" fmla="*/ 30725 h 79242"/>
                <a:gd name="connsiteX24" fmla="*/ 44730 w 89459"/>
                <a:gd name="connsiteY24" fmla="*/ 39024 h 79242"/>
                <a:gd name="connsiteX25" fmla="*/ 44730 w 89459"/>
                <a:gd name="connsiteY25" fmla="*/ 39024 h 79242"/>
                <a:gd name="connsiteX26" fmla="*/ 44730 w 89459"/>
                <a:gd name="connsiteY26" fmla="*/ 39024 h 79242"/>
                <a:gd name="connsiteX27" fmla="*/ 67734 w 89459"/>
                <a:gd name="connsiteY27" fmla="*/ 39024 h 79242"/>
                <a:gd name="connsiteX28" fmla="*/ 59427 w 89459"/>
                <a:gd name="connsiteY28" fmla="*/ 30725 h 79242"/>
                <a:gd name="connsiteX29" fmla="*/ 67734 w 89459"/>
                <a:gd name="connsiteY29" fmla="*/ 22425 h 79242"/>
                <a:gd name="connsiteX30" fmla="*/ 76040 w 89459"/>
                <a:gd name="connsiteY30" fmla="*/ 30725 h 79242"/>
                <a:gd name="connsiteX31" fmla="*/ 67734 w 89459"/>
                <a:gd name="connsiteY31" fmla="*/ 39024 h 79242"/>
                <a:gd name="connsiteX32" fmla="*/ 67734 w 89459"/>
                <a:gd name="connsiteY32" fmla="*/ 39024 h 79242"/>
                <a:gd name="connsiteX33" fmla="*/ 67734 w 89459"/>
                <a:gd name="connsiteY33" fmla="*/ 39024 h 79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89459" h="79242">
                  <a:moveTo>
                    <a:pt x="80513" y="81"/>
                  </a:moveTo>
                  <a:lnTo>
                    <a:pt x="8946" y="81"/>
                  </a:lnTo>
                  <a:cubicBezTo>
                    <a:pt x="4473" y="-557"/>
                    <a:pt x="639" y="2635"/>
                    <a:pt x="0" y="7104"/>
                  </a:cubicBezTo>
                  <a:lnTo>
                    <a:pt x="0" y="54345"/>
                  </a:lnTo>
                  <a:cubicBezTo>
                    <a:pt x="639" y="58814"/>
                    <a:pt x="4473" y="62006"/>
                    <a:pt x="8946" y="61368"/>
                  </a:cubicBezTo>
                  <a:lnTo>
                    <a:pt x="17253" y="61368"/>
                  </a:lnTo>
                  <a:cubicBezTo>
                    <a:pt x="21087" y="61368"/>
                    <a:pt x="23643" y="63921"/>
                    <a:pt x="23643" y="67752"/>
                  </a:cubicBezTo>
                  <a:lnTo>
                    <a:pt x="23643" y="79243"/>
                  </a:lnTo>
                  <a:lnTo>
                    <a:pt x="41535" y="63283"/>
                  </a:lnTo>
                  <a:cubicBezTo>
                    <a:pt x="42813" y="62006"/>
                    <a:pt x="44091" y="62006"/>
                    <a:pt x="46008" y="62006"/>
                  </a:cubicBezTo>
                  <a:lnTo>
                    <a:pt x="80513" y="62006"/>
                  </a:lnTo>
                  <a:cubicBezTo>
                    <a:pt x="84986" y="62644"/>
                    <a:pt x="88820" y="59452"/>
                    <a:pt x="89459" y="54984"/>
                  </a:cubicBezTo>
                  <a:lnTo>
                    <a:pt x="89459" y="7742"/>
                  </a:lnTo>
                  <a:cubicBezTo>
                    <a:pt x="88820" y="2635"/>
                    <a:pt x="84986" y="-557"/>
                    <a:pt x="80513" y="81"/>
                  </a:cubicBezTo>
                  <a:close/>
                  <a:moveTo>
                    <a:pt x="21726" y="39024"/>
                  </a:moveTo>
                  <a:cubicBezTo>
                    <a:pt x="17253" y="39024"/>
                    <a:pt x="13419" y="35193"/>
                    <a:pt x="13419" y="30725"/>
                  </a:cubicBezTo>
                  <a:cubicBezTo>
                    <a:pt x="13419" y="26256"/>
                    <a:pt x="17253" y="22425"/>
                    <a:pt x="21726" y="22425"/>
                  </a:cubicBezTo>
                  <a:cubicBezTo>
                    <a:pt x="26199" y="22425"/>
                    <a:pt x="30033" y="26256"/>
                    <a:pt x="30033" y="30725"/>
                  </a:cubicBezTo>
                  <a:cubicBezTo>
                    <a:pt x="30033" y="35832"/>
                    <a:pt x="26199" y="39024"/>
                    <a:pt x="21726" y="39024"/>
                  </a:cubicBezTo>
                  <a:lnTo>
                    <a:pt x="21726" y="39024"/>
                  </a:lnTo>
                  <a:close/>
                  <a:moveTo>
                    <a:pt x="44730" y="39024"/>
                  </a:moveTo>
                  <a:cubicBezTo>
                    <a:pt x="40257" y="39024"/>
                    <a:pt x="36423" y="35193"/>
                    <a:pt x="36423" y="30725"/>
                  </a:cubicBezTo>
                  <a:cubicBezTo>
                    <a:pt x="36423" y="26256"/>
                    <a:pt x="40257" y="22425"/>
                    <a:pt x="44730" y="22425"/>
                  </a:cubicBezTo>
                  <a:cubicBezTo>
                    <a:pt x="49203" y="22425"/>
                    <a:pt x="53037" y="26256"/>
                    <a:pt x="53037" y="30725"/>
                  </a:cubicBezTo>
                  <a:cubicBezTo>
                    <a:pt x="53037" y="35832"/>
                    <a:pt x="49203" y="39024"/>
                    <a:pt x="44730" y="39024"/>
                  </a:cubicBezTo>
                  <a:cubicBezTo>
                    <a:pt x="44730" y="39024"/>
                    <a:pt x="44730" y="39024"/>
                    <a:pt x="44730" y="39024"/>
                  </a:cubicBezTo>
                  <a:lnTo>
                    <a:pt x="44730" y="39024"/>
                  </a:lnTo>
                  <a:close/>
                  <a:moveTo>
                    <a:pt x="67734" y="39024"/>
                  </a:moveTo>
                  <a:cubicBezTo>
                    <a:pt x="63261" y="39024"/>
                    <a:pt x="59427" y="35193"/>
                    <a:pt x="59427" y="30725"/>
                  </a:cubicBezTo>
                  <a:cubicBezTo>
                    <a:pt x="59427" y="26256"/>
                    <a:pt x="63261" y="22425"/>
                    <a:pt x="67734" y="22425"/>
                  </a:cubicBezTo>
                  <a:cubicBezTo>
                    <a:pt x="72207" y="22425"/>
                    <a:pt x="76040" y="26256"/>
                    <a:pt x="76040" y="30725"/>
                  </a:cubicBezTo>
                  <a:cubicBezTo>
                    <a:pt x="76040" y="35832"/>
                    <a:pt x="72845" y="39024"/>
                    <a:pt x="67734" y="39024"/>
                  </a:cubicBezTo>
                  <a:cubicBezTo>
                    <a:pt x="67734" y="39024"/>
                    <a:pt x="67734" y="39024"/>
                    <a:pt x="67734" y="39024"/>
                  </a:cubicBezTo>
                  <a:lnTo>
                    <a:pt x="67734" y="39024"/>
                  </a:lnTo>
                  <a:close/>
                </a:path>
              </a:pathLst>
            </a:custGeom>
            <a:solidFill>
              <a:srgbClr val="26890D"/>
            </a:solidFill>
            <a:ln w="6390" cap="flat">
              <a:noFill/>
              <a:prstDash val="solid"/>
              <a:miter/>
            </a:ln>
          </p:spPr>
          <p:txBody>
            <a:bodyPr rtlCol="0" anchor="ctr"/>
            <a:lstStyle/>
            <a:p>
              <a:endParaRPr lang="en-US"/>
            </a:p>
          </p:txBody>
        </p:sp>
      </p:grpSp>
      <p:grpSp>
        <p:nvGrpSpPr>
          <p:cNvPr id="666" name="Graphic 4">
            <a:extLst>
              <a:ext uri="{FF2B5EF4-FFF2-40B4-BE49-F238E27FC236}">
                <a16:creationId xmlns:a16="http://schemas.microsoft.com/office/drawing/2014/main" id="{D51D6082-F457-5F4A-BEBC-118AE10DDEE8}"/>
              </a:ext>
            </a:extLst>
          </p:cNvPr>
          <p:cNvGrpSpPr/>
          <p:nvPr/>
        </p:nvGrpSpPr>
        <p:grpSpPr>
          <a:xfrm>
            <a:off x="7191874" y="3824168"/>
            <a:ext cx="362312" cy="361971"/>
            <a:chOff x="7191874" y="3824168"/>
            <a:chExt cx="362312" cy="361971"/>
          </a:xfrm>
          <a:solidFill>
            <a:srgbClr val="26890D"/>
          </a:solidFill>
        </p:grpSpPr>
        <p:sp>
          <p:nvSpPr>
            <p:cNvPr id="667" name="Graphic 4">
              <a:extLst>
                <a:ext uri="{FF2B5EF4-FFF2-40B4-BE49-F238E27FC236}">
                  <a16:creationId xmlns:a16="http://schemas.microsoft.com/office/drawing/2014/main" id="{DBC8758A-C2C9-9545-8C32-AF611846DD11}"/>
                </a:ext>
              </a:extLst>
            </p:cNvPr>
            <p:cNvSpPr/>
            <p:nvPr/>
          </p:nvSpPr>
          <p:spPr>
            <a:xfrm>
              <a:off x="7316477" y="3956954"/>
              <a:ext cx="113193" cy="88098"/>
            </a:xfrm>
            <a:custGeom>
              <a:avLst/>
              <a:gdLst>
                <a:gd name="connsiteX0" fmla="*/ 100961 w 113193"/>
                <a:gd name="connsiteY0" fmla="*/ 20429 h 88098"/>
                <a:gd name="connsiteX1" fmla="*/ 87542 w 113193"/>
                <a:gd name="connsiteY1" fmla="*/ 17237 h 88098"/>
                <a:gd name="connsiteX2" fmla="*/ 83708 w 113193"/>
                <a:gd name="connsiteY2" fmla="*/ 16598 h 88098"/>
                <a:gd name="connsiteX3" fmla="*/ 82430 w 113193"/>
                <a:gd name="connsiteY3" fmla="*/ 12768 h 88098"/>
                <a:gd name="connsiteX4" fmla="*/ 65177 w 113193"/>
                <a:gd name="connsiteY4" fmla="*/ 0 h 88098"/>
                <a:gd name="connsiteX5" fmla="*/ 48563 w 113193"/>
                <a:gd name="connsiteY5" fmla="*/ 0 h 88098"/>
                <a:gd name="connsiteX6" fmla="*/ 31311 w 113193"/>
                <a:gd name="connsiteY6" fmla="*/ 12768 h 88098"/>
                <a:gd name="connsiteX7" fmla="*/ 30032 w 113193"/>
                <a:gd name="connsiteY7" fmla="*/ 16598 h 88098"/>
                <a:gd name="connsiteX8" fmla="*/ 26199 w 113193"/>
                <a:gd name="connsiteY8" fmla="*/ 17237 h 88098"/>
                <a:gd name="connsiteX9" fmla="*/ 12780 w 113193"/>
                <a:gd name="connsiteY9" fmla="*/ 20429 h 88098"/>
                <a:gd name="connsiteX10" fmla="*/ 0 w 113193"/>
                <a:gd name="connsiteY10" fmla="*/ 39581 h 88098"/>
                <a:gd name="connsiteX11" fmla="*/ 0 w 113193"/>
                <a:gd name="connsiteY11" fmla="*/ 68947 h 88098"/>
                <a:gd name="connsiteX12" fmla="*/ 19170 w 113193"/>
                <a:gd name="connsiteY12" fmla="*/ 88099 h 88098"/>
                <a:gd name="connsiteX13" fmla="*/ 93932 w 113193"/>
                <a:gd name="connsiteY13" fmla="*/ 88099 h 88098"/>
                <a:gd name="connsiteX14" fmla="*/ 113102 w 113193"/>
                <a:gd name="connsiteY14" fmla="*/ 68947 h 88098"/>
                <a:gd name="connsiteX15" fmla="*/ 113102 w 113193"/>
                <a:gd name="connsiteY15" fmla="*/ 39581 h 88098"/>
                <a:gd name="connsiteX16" fmla="*/ 100961 w 113193"/>
                <a:gd name="connsiteY16" fmla="*/ 20429 h 88098"/>
                <a:gd name="connsiteX17" fmla="*/ 56871 w 113193"/>
                <a:gd name="connsiteY17" fmla="*/ 75331 h 88098"/>
                <a:gd name="connsiteX18" fmla="*/ 29394 w 113193"/>
                <a:gd name="connsiteY18" fmla="*/ 47880 h 88098"/>
                <a:gd name="connsiteX19" fmla="*/ 56871 w 113193"/>
                <a:gd name="connsiteY19" fmla="*/ 20429 h 88098"/>
                <a:gd name="connsiteX20" fmla="*/ 84347 w 113193"/>
                <a:gd name="connsiteY20" fmla="*/ 47880 h 88098"/>
                <a:gd name="connsiteX21" fmla="*/ 56871 w 113193"/>
                <a:gd name="connsiteY21" fmla="*/ 75331 h 88098"/>
                <a:gd name="connsiteX22" fmla="*/ 56871 w 113193"/>
                <a:gd name="connsiteY22" fmla="*/ 75331 h 8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193" h="88098">
                  <a:moveTo>
                    <a:pt x="100961" y="20429"/>
                  </a:moveTo>
                  <a:cubicBezTo>
                    <a:pt x="96488" y="19152"/>
                    <a:pt x="91376" y="18513"/>
                    <a:pt x="87542" y="17237"/>
                  </a:cubicBezTo>
                  <a:lnTo>
                    <a:pt x="83708" y="16598"/>
                  </a:lnTo>
                  <a:lnTo>
                    <a:pt x="82430" y="12768"/>
                  </a:lnTo>
                  <a:cubicBezTo>
                    <a:pt x="79235" y="1277"/>
                    <a:pt x="77957" y="0"/>
                    <a:pt x="65177" y="0"/>
                  </a:cubicBezTo>
                  <a:lnTo>
                    <a:pt x="48563" y="0"/>
                  </a:lnTo>
                  <a:cubicBezTo>
                    <a:pt x="36422" y="0"/>
                    <a:pt x="34506" y="1277"/>
                    <a:pt x="31311" y="12768"/>
                  </a:cubicBezTo>
                  <a:lnTo>
                    <a:pt x="30032" y="16598"/>
                  </a:lnTo>
                  <a:lnTo>
                    <a:pt x="26199" y="17237"/>
                  </a:lnTo>
                  <a:cubicBezTo>
                    <a:pt x="22365" y="17875"/>
                    <a:pt x="17253" y="19152"/>
                    <a:pt x="12780" y="20429"/>
                  </a:cubicBezTo>
                  <a:cubicBezTo>
                    <a:pt x="3195" y="22982"/>
                    <a:pt x="0" y="27451"/>
                    <a:pt x="0" y="39581"/>
                  </a:cubicBezTo>
                  <a:lnTo>
                    <a:pt x="0" y="68947"/>
                  </a:lnTo>
                  <a:cubicBezTo>
                    <a:pt x="0" y="85545"/>
                    <a:pt x="2556" y="88099"/>
                    <a:pt x="19170" y="88099"/>
                  </a:cubicBezTo>
                  <a:lnTo>
                    <a:pt x="93932" y="88099"/>
                  </a:lnTo>
                  <a:cubicBezTo>
                    <a:pt x="110546" y="88099"/>
                    <a:pt x="113102" y="85545"/>
                    <a:pt x="113102" y="68947"/>
                  </a:cubicBezTo>
                  <a:lnTo>
                    <a:pt x="113102" y="39581"/>
                  </a:lnTo>
                  <a:cubicBezTo>
                    <a:pt x="113741" y="27451"/>
                    <a:pt x="111185" y="22982"/>
                    <a:pt x="100961" y="20429"/>
                  </a:cubicBezTo>
                  <a:close/>
                  <a:moveTo>
                    <a:pt x="56871" y="75331"/>
                  </a:moveTo>
                  <a:cubicBezTo>
                    <a:pt x="41535" y="75331"/>
                    <a:pt x="29394" y="63201"/>
                    <a:pt x="29394" y="47880"/>
                  </a:cubicBezTo>
                  <a:cubicBezTo>
                    <a:pt x="29394" y="32558"/>
                    <a:pt x="41535" y="20429"/>
                    <a:pt x="56871" y="20429"/>
                  </a:cubicBezTo>
                  <a:cubicBezTo>
                    <a:pt x="72207" y="20429"/>
                    <a:pt x="84347" y="32558"/>
                    <a:pt x="84347" y="47880"/>
                  </a:cubicBezTo>
                  <a:cubicBezTo>
                    <a:pt x="84347" y="63201"/>
                    <a:pt x="72207" y="75331"/>
                    <a:pt x="56871" y="75331"/>
                  </a:cubicBezTo>
                  <a:lnTo>
                    <a:pt x="56871" y="75331"/>
                  </a:lnTo>
                  <a:close/>
                </a:path>
              </a:pathLst>
            </a:custGeom>
            <a:solidFill>
              <a:srgbClr val="26890D"/>
            </a:solidFill>
            <a:ln w="6390" cap="flat">
              <a:noFill/>
              <a:prstDash val="solid"/>
              <a:miter/>
            </a:ln>
          </p:spPr>
          <p:txBody>
            <a:bodyPr rtlCol="0" anchor="ctr"/>
            <a:lstStyle/>
            <a:p>
              <a:endParaRPr lang="en-US"/>
            </a:p>
          </p:txBody>
        </p:sp>
        <p:sp>
          <p:nvSpPr>
            <p:cNvPr id="668" name="Graphic 4">
              <a:extLst>
                <a:ext uri="{FF2B5EF4-FFF2-40B4-BE49-F238E27FC236}">
                  <a16:creationId xmlns:a16="http://schemas.microsoft.com/office/drawing/2014/main" id="{E2DCA07A-A814-2240-9083-6E433ED33F15}"/>
                </a:ext>
              </a:extLst>
            </p:cNvPr>
            <p:cNvSpPr/>
            <p:nvPr/>
          </p:nvSpPr>
          <p:spPr>
            <a:xfrm>
              <a:off x="7358651" y="3990789"/>
              <a:ext cx="29393" cy="29366"/>
            </a:xfrm>
            <a:custGeom>
              <a:avLst/>
              <a:gdLst>
                <a:gd name="connsiteX0" fmla="*/ 14697 w 29393"/>
                <a:gd name="connsiteY0" fmla="*/ 0 h 29366"/>
                <a:gd name="connsiteX1" fmla="*/ 0 w 29393"/>
                <a:gd name="connsiteY1" fmla="*/ 14683 h 29366"/>
                <a:gd name="connsiteX2" fmla="*/ 14697 w 29393"/>
                <a:gd name="connsiteY2" fmla="*/ 29366 h 29366"/>
                <a:gd name="connsiteX3" fmla="*/ 29394 w 29393"/>
                <a:gd name="connsiteY3" fmla="*/ 14683 h 29366"/>
                <a:gd name="connsiteX4" fmla="*/ 14697 w 29393"/>
                <a:gd name="connsiteY4" fmla="*/ 0 h 29366"/>
                <a:gd name="connsiteX5" fmla="*/ 14697 w 29393"/>
                <a:gd name="connsiteY5"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93" h="29366">
                  <a:moveTo>
                    <a:pt x="14697" y="0"/>
                  </a:moveTo>
                  <a:cubicBezTo>
                    <a:pt x="6390" y="0"/>
                    <a:pt x="0" y="6384"/>
                    <a:pt x="0" y="14683"/>
                  </a:cubicBezTo>
                  <a:cubicBezTo>
                    <a:pt x="0" y="22982"/>
                    <a:pt x="6390" y="29366"/>
                    <a:pt x="14697" y="29366"/>
                  </a:cubicBezTo>
                  <a:cubicBezTo>
                    <a:pt x="23004" y="29366"/>
                    <a:pt x="29394" y="22982"/>
                    <a:pt x="29394" y="14683"/>
                  </a:cubicBezTo>
                  <a:cubicBezTo>
                    <a:pt x="29394" y="6384"/>
                    <a:pt x="23004" y="0"/>
                    <a:pt x="14697" y="0"/>
                  </a:cubicBezTo>
                  <a:lnTo>
                    <a:pt x="14697" y="0"/>
                  </a:lnTo>
                  <a:close/>
                </a:path>
              </a:pathLst>
            </a:custGeom>
            <a:solidFill>
              <a:srgbClr val="26890D"/>
            </a:solidFill>
            <a:ln w="6390" cap="flat">
              <a:noFill/>
              <a:prstDash val="solid"/>
              <a:miter/>
            </a:ln>
          </p:spPr>
          <p:txBody>
            <a:bodyPr rtlCol="0" anchor="ctr"/>
            <a:lstStyle/>
            <a:p>
              <a:endParaRPr lang="en-US"/>
            </a:p>
          </p:txBody>
        </p:sp>
        <p:sp>
          <p:nvSpPr>
            <p:cNvPr id="669" name="Graphic 4">
              <a:extLst>
                <a:ext uri="{FF2B5EF4-FFF2-40B4-BE49-F238E27FC236}">
                  <a16:creationId xmlns:a16="http://schemas.microsoft.com/office/drawing/2014/main" id="{F1DF70A6-D2A0-1840-A803-885BB9E96B84}"/>
                </a:ext>
              </a:extLst>
            </p:cNvPr>
            <p:cNvSpPr/>
            <p:nvPr/>
          </p:nvSpPr>
          <p:spPr>
            <a:xfrm>
              <a:off x="7191874" y="3824168"/>
              <a:ext cx="362312" cy="361971"/>
            </a:xfrm>
            <a:custGeom>
              <a:avLst/>
              <a:gdLst>
                <a:gd name="connsiteX0" fmla="*/ 181474 w 362312"/>
                <a:gd name="connsiteY0" fmla="*/ 0 h 361971"/>
                <a:gd name="connsiteX1" fmla="*/ 0 w 362312"/>
                <a:gd name="connsiteY1" fmla="*/ 180667 h 361971"/>
                <a:gd name="connsiteX2" fmla="*/ 180836 w 362312"/>
                <a:gd name="connsiteY2" fmla="*/ 361971 h 361971"/>
                <a:gd name="connsiteX3" fmla="*/ 362309 w 362312"/>
                <a:gd name="connsiteY3" fmla="*/ 181305 h 361971"/>
                <a:gd name="connsiteX4" fmla="*/ 362309 w 362312"/>
                <a:gd name="connsiteY4" fmla="*/ 181305 h 361971"/>
                <a:gd name="connsiteX5" fmla="*/ 181474 w 362312"/>
                <a:gd name="connsiteY5" fmla="*/ 0 h 361971"/>
                <a:gd name="connsiteX6" fmla="*/ 91376 w 362312"/>
                <a:gd name="connsiteY6" fmla="*/ 125126 h 361971"/>
                <a:gd name="connsiteX7" fmla="*/ 125881 w 362312"/>
                <a:gd name="connsiteY7" fmla="*/ 90652 h 361971"/>
                <a:gd name="connsiteX8" fmla="*/ 135466 w 362312"/>
                <a:gd name="connsiteY8" fmla="*/ 90652 h 361971"/>
                <a:gd name="connsiteX9" fmla="*/ 141856 w 362312"/>
                <a:gd name="connsiteY9" fmla="*/ 97036 h 361971"/>
                <a:gd name="connsiteX10" fmla="*/ 135466 w 362312"/>
                <a:gd name="connsiteY10" fmla="*/ 103420 h 361971"/>
                <a:gd name="connsiteX11" fmla="*/ 125881 w 362312"/>
                <a:gd name="connsiteY11" fmla="*/ 103420 h 361971"/>
                <a:gd name="connsiteX12" fmla="*/ 104156 w 362312"/>
                <a:gd name="connsiteY12" fmla="*/ 125126 h 361971"/>
                <a:gd name="connsiteX13" fmla="*/ 104156 w 362312"/>
                <a:gd name="connsiteY13" fmla="*/ 134702 h 361971"/>
                <a:gd name="connsiteX14" fmla="*/ 97766 w 362312"/>
                <a:gd name="connsiteY14" fmla="*/ 141086 h 361971"/>
                <a:gd name="connsiteX15" fmla="*/ 91376 w 362312"/>
                <a:gd name="connsiteY15" fmla="*/ 134702 h 361971"/>
                <a:gd name="connsiteX16" fmla="*/ 91376 w 362312"/>
                <a:gd name="connsiteY16" fmla="*/ 125126 h 361971"/>
                <a:gd name="connsiteX17" fmla="*/ 135466 w 362312"/>
                <a:gd name="connsiteY17" fmla="*/ 271319 h 361971"/>
                <a:gd name="connsiteX18" fmla="*/ 125881 w 362312"/>
                <a:gd name="connsiteY18" fmla="*/ 271319 h 361971"/>
                <a:gd name="connsiteX19" fmla="*/ 91376 w 362312"/>
                <a:gd name="connsiteY19" fmla="*/ 236846 h 361971"/>
                <a:gd name="connsiteX20" fmla="*/ 91376 w 362312"/>
                <a:gd name="connsiteY20" fmla="*/ 227270 h 361971"/>
                <a:gd name="connsiteX21" fmla="*/ 97766 w 362312"/>
                <a:gd name="connsiteY21" fmla="*/ 220886 h 361971"/>
                <a:gd name="connsiteX22" fmla="*/ 104156 w 362312"/>
                <a:gd name="connsiteY22" fmla="*/ 227270 h 361971"/>
                <a:gd name="connsiteX23" fmla="*/ 104156 w 362312"/>
                <a:gd name="connsiteY23" fmla="*/ 236846 h 361971"/>
                <a:gd name="connsiteX24" fmla="*/ 125881 w 362312"/>
                <a:gd name="connsiteY24" fmla="*/ 258551 h 361971"/>
                <a:gd name="connsiteX25" fmla="*/ 135466 w 362312"/>
                <a:gd name="connsiteY25" fmla="*/ 258551 h 361971"/>
                <a:gd name="connsiteX26" fmla="*/ 141856 w 362312"/>
                <a:gd name="connsiteY26" fmla="*/ 264935 h 361971"/>
                <a:gd name="connsiteX27" fmla="*/ 135466 w 362312"/>
                <a:gd name="connsiteY27" fmla="*/ 271319 h 361971"/>
                <a:gd name="connsiteX28" fmla="*/ 135466 w 362312"/>
                <a:gd name="connsiteY28" fmla="*/ 271319 h 361971"/>
                <a:gd name="connsiteX29" fmla="*/ 144412 w 362312"/>
                <a:gd name="connsiteY29" fmla="*/ 233654 h 361971"/>
                <a:gd name="connsiteX30" fmla="*/ 112463 w 362312"/>
                <a:gd name="connsiteY30" fmla="*/ 201734 h 361971"/>
                <a:gd name="connsiteX31" fmla="*/ 112463 w 362312"/>
                <a:gd name="connsiteY31" fmla="*/ 172368 h 361971"/>
                <a:gd name="connsiteX32" fmla="*/ 134189 w 362312"/>
                <a:gd name="connsiteY32" fmla="*/ 140448 h 361971"/>
                <a:gd name="connsiteX33" fmla="*/ 145051 w 362312"/>
                <a:gd name="connsiteY33" fmla="*/ 137894 h 361971"/>
                <a:gd name="connsiteX34" fmla="*/ 173167 w 362312"/>
                <a:gd name="connsiteY34" fmla="*/ 120019 h 361971"/>
                <a:gd name="connsiteX35" fmla="*/ 189781 w 362312"/>
                <a:gd name="connsiteY35" fmla="*/ 120019 h 361971"/>
                <a:gd name="connsiteX36" fmla="*/ 217897 w 362312"/>
                <a:gd name="connsiteY36" fmla="*/ 137894 h 361971"/>
                <a:gd name="connsiteX37" fmla="*/ 228760 w 362312"/>
                <a:gd name="connsiteY37" fmla="*/ 140448 h 361971"/>
                <a:gd name="connsiteX38" fmla="*/ 228760 w 362312"/>
                <a:gd name="connsiteY38" fmla="*/ 140448 h 361971"/>
                <a:gd name="connsiteX39" fmla="*/ 250485 w 362312"/>
                <a:gd name="connsiteY39" fmla="*/ 172368 h 361971"/>
                <a:gd name="connsiteX40" fmla="*/ 250485 w 362312"/>
                <a:gd name="connsiteY40" fmla="*/ 201734 h 361971"/>
                <a:gd name="connsiteX41" fmla="*/ 218536 w 362312"/>
                <a:gd name="connsiteY41" fmla="*/ 233654 h 361971"/>
                <a:gd name="connsiteX42" fmla="*/ 144412 w 362312"/>
                <a:gd name="connsiteY42" fmla="*/ 233654 h 361971"/>
                <a:gd name="connsiteX43" fmla="*/ 272211 w 362312"/>
                <a:gd name="connsiteY43" fmla="*/ 236846 h 361971"/>
                <a:gd name="connsiteX44" fmla="*/ 237705 w 362312"/>
                <a:gd name="connsiteY44" fmla="*/ 271319 h 361971"/>
                <a:gd name="connsiteX45" fmla="*/ 228120 w 362312"/>
                <a:gd name="connsiteY45" fmla="*/ 271319 h 361971"/>
                <a:gd name="connsiteX46" fmla="*/ 221731 w 362312"/>
                <a:gd name="connsiteY46" fmla="*/ 264935 h 361971"/>
                <a:gd name="connsiteX47" fmla="*/ 228120 w 362312"/>
                <a:gd name="connsiteY47" fmla="*/ 258551 h 361971"/>
                <a:gd name="connsiteX48" fmla="*/ 237705 w 362312"/>
                <a:gd name="connsiteY48" fmla="*/ 258551 h 361971"/>
                <a:gd name="connsiteX49" fmla="*/ 259431 w 362312"/>
                <a:gd name="connsiteY49" fmla="*/ 236846 h 361971"/>
                <a:gd name="connsiteX50" fmla="*/ 259431 w 362312"/>
                <a:gd name="connsiteY50" fmla="*/ 227270 h 361971"/>
                <a:gd name="connsiteX51" fmla="*/ 265821 w 362312"/>
                <a:gd name="connsiteY51" fmla="*/ 220886 h 361971"/>
                <a:gd name="connsiteX52" fmla="*/ 272211 w 362312"/>
                <a:gd name="connsiteY52" fmla="*/ 227270 h 361971"/>
                <a:gd name="connsiteX53" fmla="*/ 272211 w 362312"/>
                <a:gd name="connsiteY53" fmla="*/ 236846 h 361971"/>
                <a:gd name="connsiteX54" fmla="*/ 272211 w 362312"/>
                <a:gd name="connsiteY54" fmla="*/ 134702 h 361971"/>
                <a:gd name="connsiteX55" fmla="*/ 265821 w 362312"/>
                <a:gd name="connsiteY55" fmla="*/ 141086 h 361971"/>
                <a:gd name="connsiteX56" fmla="*/ 259431 w 362312"/>
                <a:gd name="connsiteY56" fmla="*/ 134702 h 361971"/>
                <a:gd name="connsiteX57" fmla="*/ 259431 w 362312"/>
                <a:gd name="connsiteY57" fmla="*/ 125126 h 361971"/>
                <a:gd name="connsiteX58" fmla="*/ 237705 w 362312"/>
                <a:gd name="connsiteY58" fmla="*/ 103420 h 361971"/>
                <a:gd name="connsiteX59" fmla="*/ 228120 w 362312"/>
                <a:gd name="connsiteY59" fmla="*/ 103420 h 361971"/>
                <a:gd name="connsiteX60" fmla="*/ 221731 w 362312"/>
                <a:gd name="connsiteY60" fmla="*/ 97036 h 361971"/>
                <a:gd name="connsiteX61" fmla="*/ 228120 w 362312"/>
                <a:gd name="connsiteY61" fmla="*/ 90652 h 361971"/>
                <a:gd name="connsiteX62" fmla="*/ 237705 w 362312"/>
                <a:gd name="connsiteY62" fmla="*/ 90652 h 361971"/>
                <a:gd name="connsiteX63" fmla="*/ 272211 w 362312"/>
                <a:gd name="connsiteY63" fmla="*/ 125126 h 361971"/>
                <a:gd name="connsiteX64" fmla="*/ 272211 w 362312"/>
                <a:gd name="connsiteY64" fmla="*/ 13470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2312" h="361971">
                  <a:moveTo>
                    <a:pt x="181474" y="0"/>
                  </a:moveTo>
                  <a:cubicBezTo>
                    <a:pt x="81152" y="0"/>
                    <a:pt x="0" y="81076"/>
                    <a:pt x="0" y="180667"/>
                  </a:cubicBezTo>
                  <a:cubicBezTo>
                    <a:pt x="0" y="280895"/>
                    <a:pt x="81152" y="361971"/>
                    <a:pt x="180836" y="361971"/>
                  </a:cubicBezTo>
                  <a:cubicBezTo>
                    <a:pt x="281157" y="361971"/>
                    <a:pt x="362309" y="280895"/>
                    <a:pt x="362309" y="181305"/>
                  </a:cubicBezTo>
                  <a:cubicBezTo>
                    <a:pt x="362309" y="181305"/>
                    <a:pt x="362309" y="181305"/>
                    <a:pt x="362309" y="181305"/>
                  </a:cubicBezTo>
                  <a:cubicBezTo>
                    <a:pt x="362949" y="81076"/>
                    <a:pt x="281796" y="0"/>
                    <a:pt x="181474" y="0"/>
                  </a:cubicBezTo>
                  <a:close/>
                  <a:moveTo>
                    <a:pt x="91376" y="125126"/>
                  </a:moveTo>
                  <a:cubicBezTo>
                    <a:pt x="91376" y="101505"/>
                    <a:pt x="102239" y="90652"/>
                    <a:pt x="125881" y="90652"/>
                  </a:cubicBezTo>
                  <a:lnTo>
                    <a:pt x="135466" y="90652"/>
                  </a:lnTo>
                  <a:cubicBezTo>
                    <a:pt x="139301" y="90652"/>
                    <a:pt x="141856" y="93206"/>
                    <a:pt x="141856" y="97036"/>
                  </a:cubicBezTo>
                  <a:cubicBezTo>
                    <a:pt x="141856" y="100867"/>
                    <a:pt x="139301" y="103420"/>
                    <a:pt x="135466" y="103420"/>
                  </a:cubicBezTo>
                  <a:lnTo>
                    <a:pt x="125881" y="103420"/>
                  </a:lnTo>
                  <a:cubicBezTo>
                    <a:pt x="109268" y="103420"/>
                    <a:pt x="104156" y="108528"/>
                    <a:pt x="104156" y="125126"/>
                  </a:cubicBezTo>
                  <a:lnTo>
                    <a:pt x="104156" y="134702"/>
                  </a:lnTo>
                  <a:cubicBezTo>
                    <a:pt x="104156" y="138532"/>
                    <a:pt x="101600" y="141086"/>
                    <a:pt x="97766" y="141086"/>
                  </a:cubicBezTo>
                  <a:cubicBezTo>
                    <a:pt x="93932" y="141086"/>
                    <a:pt x="91376" y="138532"/>
                    <a:pt x="91376" y="134702"/>
                  </a:cubicBezTo>
                  <a:lnTo>
                    <a:pt x="91376" y="125126"/>
                  </a:lnTo>
                  <a:close/>
                  <a:moveTo>
                    <a:pt x="135466" y="271319"/>
                  </a:moveTo>
                  <a:lnTo>
                    <a:pt x="125881" y="271319"/>
                  </a:lnTo>
                  <a:cubicBezTo>
                    <a:pt x="102239" y="271319"/>
                    <a:pt x="91376" y="260466"/>
                    <a:pt x="91376" y="236846"/>
                  </a:cubicBezTo>
                  <a:lnTo>
                    <a:pt x="91376" y="227270"/>
                  </a:lnTo>
                  <a:cubicBezTo>
                    <a:pt x="91376" y="223439"/>
                    <a:pt x="93932" y="220886"/>
                    <a:pt x="97766" y="220886"/>
                  </a:cubicBezTo>
                  <a:cubicBezTo>
                    <a:pt x="101600" y="220886"/>
                    <a:pt x="104156" y="223439"/>
                    <a:pt x="104156" y="227270"/>
                  </a:cubicBezTo>
                  <a:lnTo>
                    <a:pt x="104156" y="236846"/>
                  </a:lnTo>
                  <a:cubicBezTo>
                    <a:pt x="104156" y="253444"/>
                    <a:pt x="109268" y="258551"/>
                    <a:pt x="125881" y="258551"/>
                  </a:cubicBezTo>
                  <a:lnTo>
                    <a:pt x="135466" y="258551"/>
                  </a:lnTo>
                  <a:cubicBezTo>
                    <a:pt x="139301" y="258551"/>
                    <a:pt x="141856" y="261105"/>
                    <a:pt x="141856" y="264935"/>
                  </a:cubicBezTo>
                  <a:cubicBezTo>
                    <a:pt x="141856" y="268766"/>
                    <a:pt x="138661" y="271319"/>
                    <a:pt x="135466" y="271319"/>
                  </a:cubicBezTo>
                  <a:lnTo>
                    <a:pt x="135466" y="271319"/>
                  </a:lnTo>
                  <a:close/>
                  <a:moveTo>
                    <a:pt x="144412" y="233654"/>
                  </a:moveTo>
                  <a:cubicBezTo>
                    <a:pt x="120770" y="233654"/>
                    <a:pt x="112463" y="225355"/>
                    <a:pt x="112463" y="201734"/>
                  </a:cubicBezTo>
                  <a:lnTo>
                    <a:pt x="112463" y="172368"/>
                  </a:lnTo>
                  <a:cubicBezTo>
                    <a:pt x="112463" y="158961"/>
                    <a:pt x="115019" y="146193"/>
                    <a:pt x="134189" y="140448"/>
                  </a:cubicBezTo>
                  <a:cubicBezTo>
                    <a:pt x="138022" y="139171"/>
                    <a:pt x="141856" y="138532"/>
                    <a:pt x="145051" y="137894"/>
                  </a:cubicBezTo>
                  <a:cubicBezTo>
                    <a:pt x="149525" y="123849"/>
                    <a:pt x="156553" y="120019"/>
                    <a:pt x="173167" y="120019"/>
                  </a:cubicBezTo>
                  <a:lnTo>
                    <a:pt x="189781" y="120019"/>
                  </a:lnTo>
                  <a:cubicBezTo>
                    <a:pt x="206395" y="120019"/>
                    <a:pt x="213424" y="124488"/>
                    <a:pt x="217897" y="137894"/>
                  </a:cubicBezTo>
                  <a:cubicBezTo>
                    <a:pt x="221092" y="138532"/>
                    <a:pt x="224925" y="139171"/>
                    <a:pt x="228760" y="140448"/>
                  </a:cubicBezTo>
                  <a:lnTo>
                    <a:pt x="228760" y="140448"/>
                  </a:lnTo>
                  <a:cubicBezTo>
                    <a:pt x="247930" y="146193"/>
                    <a:pt x="250485" y="158961"/>
                    <a:pt x="250485" y="172368"/>
                  </a:cubicBezTo>
                  <a:lnTo>
                    <a:pt x="250485" y="201734"/>
                  </a:lnTo>
                  <a:cubicBezTo>
                    <a:pt x="250485" y="225355"/>
                    <a:pt x="242179" y="233654"/>
                    <a:pt x="218536" y="233654"/>
                  </a:cubicBezTo>
                  <a:lnTo>
                    <a:pt x="144412" y="233654"/>
                  </a:lnTo>
                  <a:close/>
                  <a:moveTo>
                    <a:pt x="272211" y="236846"/>
                  </a:moveTo>
                  <a:cubicBezTo>
                    <a:pt x="272211" y="260466"/>
                    <a:pt x="261349" y="271319"/>
                    <a:pt x="237705" y="271319"/>
                  </a:cubicBezTo>
                  <a:lnTo>
                    <a:pt x="228120" y="271319"/>
                  </a:lnTo>
                  <a:cubicBezTo>
                    <a:pt x="224287" y="271319"/>
                    <a:pt x="221731" y="268766"/>
                    <a:pt x="221731" y="264935"/>
                  </a:cubicBezTo>
                  <a:cubicBezTo>
                    <a:pt x="221731" y="261105"/>
                    <a:pt x="224287" y="258551"/>
                    <a:pt x="228120" y="258551"/>
                  </a:cubicBezTo>
                  <a:lnTo>
                    <a:pt x="237705" y="258551"/>
                  </a:lnTo>
                  <a:cubicBezTo>
                    <a:pt x="254320" y="258551"/>
                    <a:pt x="259431" y="253444"/>
                    <a:pt x="259431" y="236846"/>
                  </a:cubicBezTo>
                  <a:lnTo>
                    <a:pt x="259431" y="227270"/>
                  </a:lnTo>
                  <a:cubicBezTo>
                    <a:pt x="259431" y="223439"/>
                    <a:pt x="261987" y="220886"/>
                    <a:pt x="265821" y="220886"/>
                  </a:cubicBezTo>
                  <a:cubicBezTo>
                    <a:pt x="269655" y="220886"/>
                    <a:pt x="272211" y="223439"/>
                    <a:pt x="272211" y="227270"/>
                  </a:cubicBezTo>
                  <a:lnTo>
                    <a:pt x="272211" y="236846"/>
                  </a:lnTo>
                  <a:close/>
                  <a:moveTo>
                    <a:pt x="272211" y="134702"/>
                  </a:moveTo>
                  <a:cubicBezTo>
                    <a:pt x="272211" y="138532"/>
                    <a:pt x="269655" y="141086"/>
                    <a:pt x="265821" y="141086"/>
                  </a:cubicBezTo>
                  <a:cubicBezTo>
                    <a:pt x="261987" y="141086"/>
                    <a:pt x="259431" y="138532"/>
                    <a:pt x="259431" y="134702"/>
                  </a:cubicBezTo>
                  <a:lnTo>
                    <a:pt x="259431" y="125126"/>
                  </a:lnTo>
                  <a:cubicBezTo>
                    <a:pt x="259431" y="108528"/>
                    <a:pt x="254320" y="103420"/>
                    <a:pt x="237705" y="103420"/>
                  </a:cubicBezTo>
                  <a:lnTo>
                    <a:pt x="228120" y="103420"/>
                  </a:lnTo>
                  <a:cubicBezTo>
                    <a:pt x="224287" y="103420"/>
                    <a:pt x="221731" y="100867"/>
                    <a:pt x="221731" y="97036"/>
                  </a:cubicBezTo>
                  <a:cubicBezTo>
                    <a:pt x="221731" y="93206"/>
                    <a:pt x="224287" y="90652"/>
                    <a:pt x="228120" y="90652"/>
                  </a:cubicBezTo>
                  <a:lnTo>
                    <a:pt x="237705" y="90652"/>
                  </a:lnTo>
                  <a:cubicBezTo>
                    <a:pt x="261349" y="90652"/>
                    <a:pt x="272211" y="101505"/>
                    <a:pt x="272211" y="125126"/>
                  </a:cubicBezTo>
                  <a:lnTo>
                    <a:pt x="272211" y="134702"/>
                  </a:lnTo>
                  <a:close/>
                </a:path>
              </a:pathLst>
            </a:custGeom>
            <a:solidFill>
              <a:srgbClr val="26890D"/>
            </a:solidFill>
            <a:ln w="6390" cap="flat">
              <a:noFill/>
              <a:prstDash val="solid"/>
              <a:miter/>
            </a:ln>
          </p:spPr>
          <p:txBody>
            <a:bodyPr rtlCol="0" anchor="ctr"/>
            <a:lstStyle/>
            <a:p>
              <a:endParaRPr lang="en-US"/>
            </a:p>
          </p:txBody>
        </p:sp>
      </p:grpSp>
      <p:grpSp>
        <p:nvGrpSpPr>
          <p:cNvPr id="670" name="Graphic 4">
            <a:extLst>
              <a:ext uri="{FF2B5EF4-FFF2-40B4-BE49-F238E27FC236}">
                <a16:creationId xmlns:a16="http://schemas.microsoft.com/office/drawing/2014/main" id="{0EB21AF9-67DA-5941-BF80-26E5AEAE7FD3}"/>
              </a:ext>
            </a:extLst>
          </p:cNvPr>
          <p:cNvGrpSpPr/>
          <p:nvPr/>
        </p:nvGrpSpPr>
        <p:grpSpPr>
          <a:xfrm>
            <a:off x="4045469" y="3339623"/>
            <a:ext cx="362309" cy="361971"/>
            <a:chOff x="4045469" y="3339623"/>
            <a:chExt cx="362309" cy="361971"/>
          </a:xfrm>
          <a:solidFill>
            <a:srgbClr val="26890D"/>
          </a:solidFill>
        </p:grpSpPr>
        <p:sp>
          <p:nvSpPr>
            <p:cNvPr id="671" name="Graphic 4">
              <a:extLst>
                <a:ext uri="{FF2B5EF4-FFF2-40B4-BE49-F238E27FC236}">
                  <a16:creationId xmlns:a16="http://schemas.microsoft.com/office/drawing/2014/main" id="{E61DC14D-F97D-3D4E-BCB8-522C55F6B819}"/>
                </a:ext>
              </a:extLst>
            </p:cNvPr>
            <p:cNvSpPr/>
            <p:nvPr/>
          </p:nvSpPr>
          <p:spPr>
            <a:xfrm>
              <a:off x="4187325" y="3491562"/>
              <a:ext cx="79235" cy="79161"/>
            </a:xfrm>
            <a:custGeom>
              <a:avLst/>
              <a:gdLst>
                <a:gd name="connsiteX0" fmla="*/ 39618 w 79235"/>
                <a:gd name="connsiteY0" fmla="*/ 0 h 79161"/>
                <a:gd name="connsiteX1" fmla="*/ 0 w 79235"/>
                <a:gd name="connsiteY1" fmla="*/ 39581 h 79161"/>
                <a:gd name="connsiteX2" fmla="*/ 39618 w 79235"/>
                <a:gd name="connsiteY2" fmla="*/ 79162 h 79161"/>
                <a:gd name="connsiteX3" fmla="*/ 79235 w 79235"/>
                <a:gd name="connsiteY3" fmla="*/ 39581 h 79161"/>
                <a:gd name="connsiteX4" fmla="*/ 39618 w 79235"/>
                <a:gd name="connsiteY4" fmla="*/ 0 h 79161"/>
                <a:gd name="connsiteX5" fmla="*/ 39618 w 79235"/>
                <a:gd name="connsiteY5" fmla="*/ 0 h 79161"/>
                <a:gd name="connsiteX6" fmla="*/ 39618 w 79235"/>
                <a:gd name="connsiteY6" fmla="*/ 61925 h 79161"/>
                <a:gd name="connsiteX7" fmla="*/ 15336 w 79235"/>
                <a:gd name="connsiteY7" fmla="*/ 37666 h 79161"/>
                <a:gd name="connsiteX8" fmla="*/ 39618 w 79235"/>
                <a:gd name="connsiteY8" fmla="*/ 13407 h 79161"/>
                <a:gd name="connsiteX9" fmla="*/ 63899 w 79235"/>
                <a:gd name="connsiteY9" fmla="*/ 37666 h 79161"/>
                <a:gd name="connsiteX10" fmla="*/ 63899 w 79235"/>
                <a:gd name="connsiteY10" fmla="*/ 37666 h 79161"/>
                <a:gd name="connsiteX11" fmla="*/ 39618 w 79235"/>
                <a:gd name="connsiteY11" fmla="*/ 61925 h 79161"/>
                <a:gd name="connsiteX12" fmla="*/ 39618 w 79235"/>
                <a:gd name="connsiteY12" fmla="*/ 61925 h 79161"/>
                <a:gd name="connsiteX13" fmla="*/ 39618 w 79235"/>
                <a:gd name="connsiteY13" fmla="*/ 61925 h 7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235" h="79161">
                  <a:moveTo>
                    <a:pt x="39618" y="0"/>
                  </a:moveTo>
                  <a:cubicBezTo>
                    <a:pt x="17253" y="0"/>
                    <a:pt x="0" y="17875"/>
                    <a:pt x="0" y="39581"/>
                  </a:cubicBezTo>
                  <a:cubicBezTo>
                    <a:pt x="0" y="61286"/>
                    <a:pt x="17892" y="79162"/>
                    <a:pt x="39618" y="79162"/>
                  </a:cubicBezTo>
                  <a:cubicBezTo>
                    <a:pt x="61344" y="79162"/>
                    <a:pt x="79235" y="61286"/>
                    <a:pt x="79235" y="39581"/>
                  </a:cubicBezTo>
                  <a:cubicBezTo>
                    <a:pt x="79235" y="17875"/>
                    <a:pt x="61982" y="0"/>
                    <a:pt x="39618" y="0"/>
                  </a:cubicBezTo>
                  <a:lnTo>
                    <a:pt x="39618" y="0"/>
                  </a:lnTo>
                  <a:close/>
                  <a:moveTo>
                    <a:pt x="39618" y="61925"/>
                  </a:moveTo>
                  <a:cubicBezTo>
                    <a:pt x="26199" y="61925"/>
                    <a:pt x="15336" y="51072"/>
                    <a:pt x="15336" y="37666"/>
                  </a:cubicBezTo>
                  <a:cubicBezTo>
                    <a:pt x="15336" y="24259"/>
                    <a:pt x="26199" y="13407"/>
                    <a:pt x="39618" y="13407"/>
                  </a:cubicBezTo>
                  <a:cubicBezTo>
                    <a:pt x="53036" y="13407"/>
                    <a:pt x="63899" y="24259"/>
                    <a:pt x="63899" y="37666"/>
                  </a:cubicBezTo>
                  <a:cubicBezTo>
                    <a:pt x="63899" y="37666"/>
                    <a:pt x="63899" y="37666"/>
                    <a:pt x="63899" y="37666"/>
                  </a:cubicBezTo>
                  <a:cubicBezTo>
                    <a:pt x="63899" y="51072"/>
                    <a:pt x="53036" y="61925"/>
                    <a:pt x="39618" y="61925"/>
                  </a:cubicBezTo>
                  <a:cubicBezTo>
                    <a:pt x="39618" y="61925"/>
                    <a:pt x="39618" y="61925"/>
                    <a:pt x="39618" y="61925"/>
                  </a:cubicBezTo>
                  <a:lnTo>
                    <a:pt x="39618" y="61925"/>
                  </a:lnTo>
                  <a:close/>
                </a:path>
              </a:pathLst>
            </a:custGeom>
            <a:solidFill>
              <a:srgbClr val="26890D"/>
            </a:solidFill>
            <a:ln w="6390" cap="flat">
              <a:noFill/>
              <a:prstDash val="solid"/>
              <a:miter/>
            </a:ln>
          </p:spPr>
          <p:txBody>
            <a:bodyPr rtlCol="0" anchor="ctr"/>
            <a:lstStyle/>
            <a:p>
              <a:endParaRPr lang="en-US"/>
            </a:p>
          </p:txBody>
        </p:sp>
        <p:sp>
          <p:nvSpPr>
            <p:cNvPr id="672" name="Graphic 4">
              <a:extLst>
                <a:ext uri="{FF2B5EF4-FFF2-40B4-BE49-F238E27FC236}">
                  <a16:creationId xmlns:a16="http://schemas.microsoft.com/office/drawing/2014/main" id="{D189356B-542F-4241-AE67-F527A4B4FE45}"/>
                </a:ext>
              </a:extLst>
            </p:cNvPr>
            <p:cNvSpPr/>
            <p:nvPr/>
          </p:nvSpPr>
          <p:spPr>
            <a:xfrm>
              <a:off x="4180296" y="3618603"/>
              <a:ext cx="93292" cy="14044"/>
            </a:xfrm>
            <a:custGeom>
              <a:avLst/>
              <a:gdLst>
                <a:gd name="connsiteX0" fmla="*/ 0 w 93292"/>
                <a:gd name="connsiteY0" fmla="*/ 14045 h 14044"/>
                <a:gd name="connsiteX1" fmla="*/ 93293 w 93292"/>
                <a:gd name="connsiteY1" fmla="*/ 14045 h 14044"/>
                <a:gd name="connsiteX2" fmla="*/ 46646 w 93292"/>
                <a:gd name="connsiteY2" fmla="*/ 0 h 14044"/>
                <a:gd name="connsiteX3" fmla="*/ 0 w 93292"/>
                <a:gd name="connsiteY3" fmla="*/ 14045 h 14044"/>
              </a:gdLst>
              <a:ahLst/>
              <a:cxnLst>
                <a:cxn ang="0">
                  <a:pos x="connsiteX0" y="connsiteY0"/>
                </a:cxn>
                <a:cxn ang="0">
                  <a:pos x="connsiteX1" y="connsiteY1"/>
                </a:cxn>
                <a:cxn ang="0">
                  <a:pos x="connsiteX2" y="connsiteY2"/>
                </a:cxn>
                <a:cxn ang="0">
                  <a:pos x="connsiteX3" y="connsiteY3"/>
                </a:cxn>
              </a:cxnLst>
              <a:rect l="l" t="t" r="r" b="b"/>
              <a:pathLst>
                <a:path w="93292" h="14044">
                  <a:moveTo>
                    <a:pt x="0" y="14045"/>
                  </a:moveTo>
                  <a:lnTo>
                    <a:pt x="93293" y="14045"/>
                  </a:lnTo>
                  <a:cubicBezTo>
                    <a:pt x="86264" y="6384"/>
                    <a:pt x="68372" y="0"/>
                    <a:pt x="46646" y="0"/>
                  </a:cubicBezTo>
                  <a:cubicBezTo>
                    <a:pt x="24921" y="0"/>
                    <a:pt x="7029" y="6384"/>
                    <a:pt x="0" y="14045"/>
                  </a:cubicBezTo>
                  <a:close/>
                </a:path>
              </a:pathLst>
            </a:custGeom>
            <a:solidFill>
              <a:srgbClr val="26890D"/>
            </a:solidFill>
            <a:ln w="6390" cap="flat">
              <a:noFill/>
              <a:prstDash val="solid"/>
              <a:miter/>
            </a:ln>
          </p:spPr>
          <p:txBody>
            <a:bodyPr rtlCol="0" anchor="ctr"/>
            <a:lstStyle/>
            <a:p>
              <a:endParaRPr lang="en-US"/>
            </a:p>
          </p:txBody>
        </p:sp>
        <p:sp>
          <p:nvSpPr>
            <p:cNvPr id="673" name="Graphic 4">
              <a:extLst>
                <a:ext uri="{FF2B5EF4-FFF2-40B4-BE49-F238E27FC236}">
                  <a16:creationId xmlns:a16="http://schemas.microsoft.com/office/drawing/2014/main" id="{CEBB6FFC-3077-F64D-B26E-4E079C1F1045}"/>
                </a:ext>
              </a:extLst>
            </p:cNvPr>
            <p:cNvSpPr/>
            <p:nvPr/>
          </p:nvSpPr>
          <p:spPr>
            <a:xfrm>
              <a:off x="4186686" y="3409209"/>
              <a:ext cx="79874" cy="35750"/>
            </a:xfrm>
            <a:custGeom>
              <a:avLst/>
              <a:gdLst>
                <a:gd name="connsiteX0" fmla="*/ 40257 w 79874"/>
                <a:gd name="connsiteY0" fmla="*/ 35750 h 35750"/>
                <a:gd name="connsiteX1" fmla="*/ 79874 w 79874"/>
                <a:gd name="connsiteY1" fmla="*/ 8299 h 35750"/>
                <a:gd name="connsiteX2" fmla="*/ 78596 w 79874"/>
                <a:gd name="connsiteY2" fmla="*/ 7661 h 35750"/>
                <a:gd name="connsiteX3" fmla="*/ 74762 w 79874"/>
                <a:gd name="connsiteY3" fmla="*/ 6384 h 35750"/>
                <a:gd name="connsiteX4" fmla="*/ 69650 w 79874"/>
                <a:gd name="connsiteY4" fmla="*/ 4469 h 35750"/>
                <a:gd name="connsiteX5" fmla="*/ 63260 w 79874"/>
                <a:gd name="connsiteY5" fmla="*/ 2554 h 35750"/>
                <a:gd name="connsiteX6" fmla="*/ 60065 w 79874"/>
                <a:gd name="connsiteY6" fmla="*/ 1915 h 35750"/>
                <a:gd name="connsiteX7" fmla="*/ 19809 w 79874"/>
                <a:gd name="connsiteY7" fmla="*/ 1915 h 35750"/>
                <a:gd name="connsiteX8" fmla="*/ 16614 w 79874"/>
                <a:gd name="connsiteY8" fmla="*/ 2554 h 35750"/>
                <a:gd name="connsiteX9" fmla="*/ 10224 w 79874"/>
                <a:gd name="connsiteY9" fmla="*/ 4469 h 35750"/>
                <a:gd name="connsiteX10" fmla="*/ 5112 w 79874"/>
                <a:gd name="connsiteY10" fmla="*/ 6384 h 35750"/>
                <a:gd name="connsiteX11" fmla="*/ 1278 w 79874"/>
                <a:gd name="connsiteY11" fmla="*/ 7661 h 35750"/>
                <a:gd name="connsiteX12" fmla="*/ 0 w 79874"/>
                <a:gd name="connsiteY12" fmla="*/ 8299 h 35750"/>
                <a:gd name="connsiteX13" fmla="*/ 40257 w 79874"/>
                <a:gd name="connsiteY13" fmla="*/ 35750 h 3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874" h="35750">
                  <a:moveTo>
                    <a:pt x="40257" y="35750"/>
                  </a:moveTo>
                  <a:cubicBezTo>
                    <a:pt x="58148" y="35750"/>
                    <a:pt x="74123" y="24897"/>
                    <a:pt x="79874" y="8299"/>
                  </a:cubicBezTo>
                  <a:lnTo>
                    <a:pt x="78596" y="7661"/>
                  </a:lnTo>
                  <a:cubicBezTo>
                    <a:pt x="77318" y="7022"/>
                    <a:pt x="76040" y="6384"/>
                    <a:pt x="74762" y="6384"/>
                  </a:cubicBezTo>
                  <a:cubicBezTo>
                    <a:pt x="72845" y="5746"/>
                    <a:pt x="71567" y="5107"/>
                    <a:pt x="69650" y="4469"/>
                  </a:cubicBezTo>
                  <a:cubicBezTo>
                    <a:pt x="67733" y="3830"/>
                    <a:pt x="65177" y="3192"/>
                    <a:pt x="63260" y="2554"/>
                  </a:cubicBezTo>
                  <a:lnTo>
                    <a:pt x="60065" y="1915"/>
                  </a:lnTo>
                  <a:cubicBezTo>
                    <a:pt x="46646" y="-638"/>
                    <a:pt x="33228" y="-638"/>
                    <a:pt x="19809" y="1915"/>
                  </a:cubicBezTo>
                  <a:lnTo>
                    <a:pt x="16614" y="2554"/>
                  </a:lnTo>
                  <a:cubicBezTo>
                    <a:pt x="14697" y="3192"/>
                    <a:pt x="12141" y="3830"/>
                    <a:pt x="10224" y="4469"/>
                  </a:cubicBezTo>
                  <a:cubicBezTo>
                    <a:pt x="8307" y="5107"/>
                    <a:pt x="7029" y="5746"/>
                    <a:pt x="5112" y="6384"/>
                  </a:cubicBezTo>
                  <a:lnTo>
                    <a:pt x="1278" y="7661"/>
                  </a:lnTo>
                  <a:cubicBezTo>
                    <a:pt x="639" y="7661"/>
                    <a:pt x="639" y="8299"/>
                    <a:pt x="0" y="8299"/>
                  </a:cubicBezTo>
                  <a:cubicBezTo>
                    <a:pt x="7029" y="24897"/>
                    <a:pt x="22365" y="35750"/>
                    <a:pt x="40257" y="35750"/>
                  </a:cubicBezTo>
                  <a:close/>
                </a:path>
              </a:pathLst>
            </a:custGeom>
            <a:solidFill>
              <a:srgbClr val="26890D"/>
            </a:solidFill>
            <a:ln w="6390" cap="flat">
              <a:noFill/>
              <a:prstDash val="solid"/>
              <a:miter/>
            </a:ln>
          </p:spPr>
          <p:txBody>
            <a:bodyPr rtlCol="0" anchor="ctr"/>
            <a:lstStyle/>
            <a:p>
              <a:endParaRPr lang="en-US"/>
            </a:p>
          </p:txBody>
        </p:sp>
        <p:sp>
          <p:nvSpPr>
            <p:cNvPr id="674" name="Graphic 4">
              <a:extLst>
                <a:ext uri="{FF2B5EF4-FFF2-40B4-BE49-F238E27FC236}">
                  <a16:creationId xmlns:a16="http://schemas.microsoft.com/office/drawing/2014/main" id="{399D4D5B-52C9-4240-AFC0-9D29090CA497}"/>
                </a:ext>
              </a:extLst>
            </p:cNvPr>
            <p:cNvSpPr/>
            <p:nvPr/>
          </p:nvSpPr>
          <p:spPr>
            <a:xfrm>
              <a:off x="4215441" y="3517737"/>
              <a:ext cx="23003" cy="22982"/>
            </a:xfrm>
            <a:custGeom>
              <a:avLst/>
              <a:gdLst>
                <a:gd name="connsiteX0" fmla="*/ 11502 w 23003"/>
                <a:gd name="connsiteY0" fmla="*/ 0 h 22982"/>
                <a:gd name="connsiteX1" fmla="*/ 0 w 23003"/>
                <a:gd name="connsiteY1" fmla="*/ 11491 h 22982"/>
                <a:gd name="connsiteX2" fmla="*/ 11502 w 23003"/>
                <a:gd name="connsiteY2" fmla="*/ 22982 h 22982"/>
                <a:gd name="connsiteX3" fmla="*/ 23004 w 23003"/>
                <a:gd name="connsiteY3" fmla="*/ 11491 h 22982"/>
                <a:gd name="connsiteX4" fmla="*/ 23004 w 23003"/>
                <a:gd name="connsiteY4" fmla="*/ 11491 h 22982"/>
                <a:gd name="connsiteX5" fmla="*/ 11502 w 23003"/>
                <a:gd name="connsiteY5" fmla="*/ 0 h 22982"/>
                <a:gd name="connsiteX6" fmla="*/ 11502 w 23003"/>
                <a:gd name="connsiteY6" fmla="*/ 0 h 2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03" h="22982">
                  <a:moveTo>
                    <a:pt x="11502" y="0"/>
                  </a:moveTo>
                  <a:cubicBezTo>
                    <a:pt x="5112" y="0"/>
                    <a:pt x="0" y="5107"/>
                    <a:pt x="0" y="11491"/>
                  </a:cubicBezTo>
                  <a:cubicBezTo>
                    <a:pt x="0" y="17875"/>
                    <a:pt x="5112" y="22982"/>
                    <a:pt x="11502" y="22982"/>
                  </a:cubicBezTo>
                  <a:cubicBezTo>
                    <a:pt x="17892" y="22982"/>
                    <a:pt x="23004" y="17875"/>
                    <a:pt x="23004" y="11491"/>
                  </a:cubicBezTo>
                  <a:cubicBezTo>
                    <a:pt x="23004" y="11491"/>
                    <a:pt x="23004" y="11491"/>
                    <a:pt x="23004" y="11491"/>
                  </a:cubicBezTo>
                  <a:cubicBezTo>
                    <a:pt x="23004" y="5107"/>
                    <a:pt x="17892" y="0"/>
                    <a:pt x="11502" y="0"/>
                  </a:cubicBezTo>
                  <a:cubicBezTo>
                    <a:pt x="11502" y="0"/>
                    <a:pt x="11502" y="0"/>
                    <a:pt x="11502" y="0"/>
                  </a:cubicBezTo>
                  <a:close/>
                </a:path>
              </a:pathLst>
            </a:custGeom>
            <a:solidFill>
              <a:srgbClr val="26890D"/>
            </a:solidFill>
            <a:ln w="6390" cap="flat">
              <a:noFill/>
              <a:prstDash val="solid"/>
              <a:miter/>
            </a:ln>
          </p:spPr>
          <p:txBody>
            <a:bodyPr rtlCol="0" anchor="ctr"/>
            <a:lstStyle/>
            <a:p>
              <a:endParaRPr lang="en-US"/>
            </a:p>
          </p:txBody>
        </p:sp>
        <p:sp>
          <p:nvSpPr>
            <p:cNvPr id="675" name="Graphic 4">
              <a:extLst>
                <a:ext uri="{FF2B5EF4-FFF2-40B4-BE49-F238E27FC236}">
                  <a16:creationId xmlns:a16="http://schemas.microsoft.com/office/drawing/2014/main" id="{0B850FCC-FF5E-3045-BB74-36F28C117974}"/>
                </a:ext>
              </a:extLst>
            </p:cNvPr>
            <p:cNvSpPr/>
            <p:nvPr/>
          </p:nvSpPr>
          <p:spPr>
            <a:xfrm>
              <a:off x="4045469" y="33396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17258 w 362309"/>
                <a:gd name="connsiteY6" fmla="*/ 271958 h 361971"/>
                <a:gd name="connsiteX7" fmla="*/ 244096 w 362309"/>
                <a:gd name="connsiteY7" fmla="*/ 298770 h 361971"/>
                <a:gd name="connsiteX8" fmla="*/ 242179 w 362309"/>
                <a:gd name="connsiteY8" fmla="*/ 303239 h 361971"/>
                <a:gd name="connsiteX9" fmla="*/ 237706 w 362309"/>
                <a:gd name="connsiteY9" fmla="*/ 305154 h 361971"/>
                <a:gd name="connsiteX10" fmla="*/ 125243 w 362309"/>
                <a:gd name="connsiteY10" fmla="*/ 305154 h 361971"/>
                <a:gd name="connsiteX11" fmla="*/ 118853 w 362309"/>
                <a:gd name="connsiteY11" fmla="*/ 298770 h 361971"/>
                <a:gd name="connsiteX12" fmla="*/ 145691 w 362309"/>
                <a:gd name="connsiteY12" fmla="*/ 271958 h 361971"/>
                <a:gd name="connsiteX13" fmla="*/ 76679 w 362309"/>
                <a:gd name="connsiteY13" fmla="*/ 132149 h 361971"/>
                <a:gd name="connsiteX14" fmla="*/ 130355 w 362309"/>
                <a:gd name="connsiteY14" fmla="*/ 69586 h 361971"/>
                <a:gd name="connsiteX15" fmla="*/ 130994 w 362309"/>
                <a:gd name="connsiteY15" fmla="*/ 68947 h 361971"/>
                <a:gd name="connsiteX16" fmla="*/ 138023 w 362309"/>
                <a:gd name="connsiteY16" fmla="*/ 65755 h 361971"/>
                <a:gd name="connsiteX17" fmla="*/ 139940 w 362309"/>
                <a:gd name="connsiteY17" fmla="*/ 65117 h 361971"/>
                <a:gd name="connsiteX18" fmla="*/ 146330 w 362309"/>
                <a:gd name="connsiteY18" fmla="*/ 62563 h 361971"/>
                <a:gd name="connsiteX19" fmla="*/ 155915 w 362309"/>
                <a:gd name="connsiteY19" fmla="*/ 60010 h 361971"/>
                <a:gd name="connsiteX20" fmla="*/ 155915 w 362309"/>
                <a:gd name="connsiteY20" fmla="*/ 60010 h 361971"/>
                <a:gd name="connsiteX21" fmla="*/ 208312 w 362309"/>
                <a:gd name="connsiteY21" fmla="*/ 60010 h 361971"/>
                <a:gd name="connsiteX22" fmla="*/ 208312 w 362309"/>
                <a:gd name="connsiteY22" fmla="*/ 60010 h 361971"/>
                <a:gd name="connsiteX23" fmla="*/ 217897 w 362309"/>
                <a:gd name="connsiteY23" fmla="*/ 62563 h 361971"/>
                <a:gd name="connsiteX24" fmla="*/ 224287 w 362309"/>
                <a:gd name="connsiteY24" fmla="*/ 65117 h 361971"/>
                <a:gd name="connsiteX25" fmla="*/ 225565 w 362309"/>
                <a:gd name="connsiteY25" fmla="*/ 65755 h 361971"/>
                <a:gd name="connsiteX26" fmla="*/ 232594 w 362309"/>
                <a:gd name="connsiteY26" fmla="*/ 68947 h 361971"/>
                <a:gd name="connsiteX27" fmla="*/ 233233 w 362309"/>
                <a:gd name="connsiteY27" fmla="*/ 69586 h 361971"/>
                <a:gd name="connsiteX28" fmla="*/ 280518 w 362309"/>
                <a:gd name="connsiteY28" fmla="*/ 218332 h 361971"/>
                <a:gd name="connsiteX29" fmla="*/ 217258 w 362309"/>
                <a:gd name="connsiteY29" fmla="*/ 271958 h 361971"/>
                <a:gd name="connsiteX30" fmla="*/ 217258 w 362309"/>
                <a:gd name="connsiteY30" fmla="*/ 27195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310" y="81077"/>
                    <a:pt x="281796" y="0"/>
                    <a:pt x="181474" y="0"/>
                  </a:cubicBezTo>
                  <a:close/>
                  <a:moveTo>
                    <a:pt x="217258" y="271958"/>
                  </a:moveTo>
                  <a:cubicBezTo>
                    <a:pt x="233233" y="277703"/>
                    <a:pt x="243457" y="287917"/>
                    <a:pt x="244096" y="298770"/>
                  </a:cubicBezTo>
                  <a:cubicBezTo>
                    <a:pt x="244096" y="300685"/>
                    <a:pt x="243457" y="301962"/>
                    <a:pt x="242179" y="303239"/>
                  </a:cubicBezTo>
                  <a:cubicBezTo>
                    <a:pt x="240901" y="304516"/>
                    <a:pt x="239623" y="305154"/>
                    <a:pt x="237706" y="305154"/>
                  </a:cubicBezTo>
                  <a:lnTo>
                    <a:pt x="125243" y="305154"/>
                  </a:lnTo>
                  <a:cubicBezTo>
                    <a:pt x="121409" y="305154"/>
                    <a:pt x="118853" y="302601"/>
                    <a:pt x="118853" y="298770"/>
                  </a:cubicBezTo>
                  <a:cubicBezTo>
                    <a:pt x="118853" y="287279"/>
                    <a:pt x="129716" y="277703"/>
                    <a:pt x="145691" y="271958"/>
                  </a:cubicBezTo>
                  <a:cubicBezTo>
                    <a:pt x="88181" y="252167"/>
                    <a:pt x="56871" y="189604"/>
                    <a:pt x="76679" y="132149"/>
                  </a:cubicBezTo>
                  <a:cubicBezTo>
                    <a:pt x="85625" y="105336"/>
                    <a:pt x="104795" y="82992"/>
                    <a:pt x="130355" y="69586"/>
                  </a:cubicBezTo>
                  <a:lnTo>
                    <a:pt x="130994" y="68947"/>
                  </a:lnTo>
                  <a:cubicBezTo>
                    <a:pt x="133550" y="67670"/>
                    <a:pt x="135467" y="67032"/>
                    <a:pt x="138023" y="65755"/>
                  </a:cubicBezTo>
                  <a:lnTo>
                    <a:pt x="139940" y="65117"/>
                  </a:lnTo>
                  <a:cubicBezTo>
                    <a:pt x="141857" y="64478"/>
                    <a:pt x="144413" y="63202"/>
                    <a:pt x="146330" y="62563"/>
                  </a:cubicBezTo>
                  <a:cubicBezTo>
                    <a:pt x="149525" y="61286"/>
                    <a:pt x="152720" y="60648"/>
                    <a:pt x="155915" y="60010"/>
                  </a:cubicBezTo>
                  <a:lnTo>
                    <a:pt x="155915" y="60010"/>
                  </a:lnTo>
                  <a:cubicBezTo>
                    <a:pt x="173168" y="55541"/>
                    <a:pt x="191059" y="55541"/>
                    <a:pt x="208312" y="60010"/>
                  </a:cubicBezTo>
                  <a:lnTo>
                    <a:pt x="208312" y="60010"/>
                  </a:lnTo>
                  <a:cubicBezTo>
                    <a:pt x="211507" y="60648"/>
                    <a:pt x="214702" y="61925"/>
                    <a:pt x="217897" y="62563"/>
                  </a:cubicBezTo>
                  <a:cubicBezTo>
                    <a:pt x="219814" y="63202"/>
                    <a:pt x="222370" y="63840"/>
                    <a:pt x="224287" y="65117"/>
                  </a:cubicBezTo>
                  <a:lnTo>
                    <a:pt x="225565" y="65755"/>
                  </a:lnTo>
                  <a:lnTo>
                    <a:pt x="232594" y="68947"/>
                  </a:lnTo>
                  <a:lnTo>
                    <a:pt x="233233" y="69586"/>
                  </a:lnTo>
                  <a:cubicBezTo>
                    <a:pt x="287547" y="97675"/>
                    <a:pt x="308634" y="164068"/>
                    <a:pt x="280518" y="218332"/>
                  </a:cubicBezTo>
                  <a:cubicBezTo>
                    <a:pt x="266460" y="243868"/>
                    <a:pt x="244096" y="263020"/>
                    <a:pt x="217258" y="271958"/>
                  </a:cubicBezTo>
                  <a:lnTo>
                    <a:pt x="217258" y="271958"/>
                  </a:lnTo>
                  <a:close/>
                </a:path>
              </a:pathLst>
            </a:custGeom>
            <a:solidFill>
              <a:srgbClr val="26890D"/>
            </a:solidFill>
            <a:ln w="6390" cap="flat">
              <a:noFill/>
              <a:prstDash val="solid"/>
              <a:miter/>
            </a:ln>
          </p:spPr>
          <p:txBody>
            <a:bodyPr rtlCol="0" anchor="ctr"/>
            <a:lstStyle/>
            <a:p>
              <a:endParaRPr lang="en-US"/>
            </a:p>
          </p:txBody>
        </p:sp>
        <p:sp>
          <p:nvSpPr>
            <p:cNvPr id="676" name="Graphic 4">
              <a:extLst>
                <a:ext uri="{FF2B5EF4-FFF2-40B4-BE49-F238E27FC236}">
                  <a16:creationId xmlns:a16="http://schemas.microsoft.com/office/drawing/2014/main" id="{98C6F73B-7971-5749-94AE-6D317EA4CB40}"/>
                </a:ext>
              </a:extLst>
            </p:cNvPr>
            <p:cNvSpPr/>
            <p:nvPr/>
          </p:nvSpPr>
          <p:spPr>
            <a:xfrm>
              <a:off x="4128950" y="3423892"/>
              <a:ext cx="196135" cy="181681"/>
            </a:xfrm>
            <a:custGeom>
              <a:avLst/>
              <a:gdLst>
                <a:gd name="connsiteX0" fmla="*/ 149112 w 196135"/>
                <a:gd name="connsiteY0" fmla="*/ 0 h 181681"/>
                <a:gd name="connsiteX1" fmla="*/ 76267 w 196135"/>
                <a:gd name="connsiteY1" fmla="*/ 29366 h 181681"/>
                <a:gd name="connsiteX2" fmla="*/ 46873 w 196135"/>
                <a:gd name="connsiteY2" fmla="*/ 0 h 181681"/>
                <a:gd name="connsiteX3" fmla="*/ 14285 w 196135"/>
                <a:gd name="connsiteY3" fmla="*/ 134702 h 181681"/>
                <a:gd name="connsiteX4" fmla="*/ 149112 w 196135"/>
                <a:gd name="connsiteY4" fmla="*/ 167260 h 181681"/>
                <a:gd name="connsiteX5" fmla="*/ 181701 w 196135"/>
                <a:gd name="connsiteY5" fmla="*/ 32558 h 181681"/>
                <a:gd name="connsiteX6" fmla="*/ 149112 w 196135"/>
                <a:gd name="connsiteY6" fmla="*/ 0 h 181681"/>
                <a:gd name="connsiteX7" fmla="*/ 97993 w 196135"/>
                <a:gd name="connsiteY7" fmla="*/ 160238 h 181681"/>
                <a:gd name="connsiteX8" fmla="*/ 45595 w 196135"/>
                <a:gd name="connsiteY8" fmla="*/ 107889 h 181681"/>
                <a:gd name="connsiteX9" fmla="*/ 97993 w 196135"/>
                <a:gd name="connsiteY9" fmla="*/ 55541 h 181681"/>
                <a:gd name="connsiteX10" fmla="*/ 150391 w 196135"/>
                <a:gd name="connsiteY10" fmla="*/ 107889 h 181681"/>
                <a:gd name="connsiteX11" fmla="*/ 150391 w 196135"/>
                <a:gd name="connsiteY11" fmla="*/ 107889 h 181681"/>
                <a:gd name="connsiteX12" fmla="*/ 97993 w 196135"/>
                <a:gd name="connsiteY12" fmla="*/ 160238 h 181681"/>
                <a:gd name="connsiteX13" fmla="*/ 97993 w 196135"/>
                <a:gd name="connsiteY13" fmla="*/ 160238 h 181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6135" h="181681">
                  <a:moveTo>
                    <a:pt x="149112" y="0"/>
                  </a:moveTo>
                  <a:cubicBezTo>
                    <a:pt x="136971" y="28089"/>
                    <a:pt x="105022" y="41496"/>
                    <a:pt x="76267" y="29366"/>
                  </a:cubicBezTo>
                  <a:cubicBezTo>
                    <a:pt x="62848" y="23621"/>
                    <a:pt x="51985" y="13406"/>
                    <a:pt x="46873" y="0"/>
                  </a:cubicBezTo>
                  <a:cubicBezTo>
                    <a:pt x="866" y="28089"/>
                    <a:pt x="-13831" y="88099"/>
                    <a:pt x="14285" y="134702"/>
                  </a:cubicBezTo>
                  <a:cubicBezTo>
                    <a:pt x="42400" y="181305"/>
                    <a:pt x="102466" y="195350"/>
                    <a:pt x="149112" y="167260"/>
                  </a:cubicBezTo>
                  <a:cubicBezTo>
                    <a:pt x="195759" y="139171"/>
                    <a:pt x="209817" y="79161"/>
                    <a:pt x="181701" y="32558"/>
                  </a:cubicBezTo>
                  <a:cubicBezTo>
                    <a:pt x="173394" y="19152"/>
                    <a:pt x="162531" y="8299"/>
                    <a:pt x="149112" y="0"/>
                  </a:cubicBezTo>
                  <a:close/>
                  <a:moveTo>
                    <a:pt x="97993" y="160238"/>
                  </a:moveTo>
                  <a:cubicBezTo>
                    <a:pt x="68599" y="160238"/>
                    <a:pt x="45595" y="136617"/>
                    <a:pt x="45595" y="107889"/>
                  </a:cubicBezTo>
                  <a:cubicBezTo>
                    <a:pt x="45595" y="79161"/>
                    <a:pt x="69238" y="55541"/>
                    <a:pt x="97993" y="55541"/>
                  </a:cubicBezTo>
                  <a:cubicBezTo>
                    <a:pt x="126748" y="55541"/>
                    <a:pt x="150391" y="79161"/>
                    <a:pt x="150391" y="107889"/>
                  </a:cubicBezTo>
                  <a:lnTo>
                    <a:pt x="150391" y="107889"/>
                  </a:lnTo>
                  <a:cubicBezTo>
                    <a:pt x="151029" y="136617"/>
                    <a:pt x="127387" y="160238"/>
                    <a:pt x="97993" y="160238"/>
                  </a:cubicBezTo>
                  <a:lnTo>
                    <a:pt x="97993" y="160238"/>
                  </a:lnTo>
                  <a:close/>
                </a:path>
              </a:pathLst>
            </a:custGeom>
            <a:solidFill>
              <a:srgbClr val="26890D"/>
            </a:solidFill>
            <a:ln w="6390" cap="flat">
              <a:noFill/>
              <a:prstDash val="solid"/>
              <a:miter/>
            </a:ln>
          </p:spPr>
          <p:txBody>
            <a:bodyPr rtlCol="0" anchor="ctr"/>
            <a:lstStyle/>
            <a:p>
              <a:endParaRPr lang="en-US"/>
            </a:p>
          </p:txBody>
        </p:sp>
      </p:grpSp>
      <p:grpSp>
        <p:nvGrpSpPr>
          <p:cNvPr id="677" name="Graphic 4">
            <a:extLst>
              <a:ext uri="{FF2B5EF4-FFF2-40B4-BE49-F238E27FC236}">
                <a16:creationId xmlns:a16="http://schemas.microsoft.com/office/drawing/2014/main" id="{4E653940-7D03-7747-8201-B7EDBA4B7910}"/>
              </a:ext>
            </a:extLst>
          </p:cNvPr>
          <p:cNvGrpSpPr/>
          <p:nvPr/>
        </p:nvGrpSpPr>
        <p:grpSpPr>
          <a:xfrm>
            <a:off x="4045469" y="1402723"/>
            <a:ext cx="362309" cy="361971"/>
            <a:chOff x="4045469" y="1402723"/>
            <a:chExt cx="362309" cy="361971"/>
          </a:xfrm>
          <a:solidFill>
            <a:srgbClr val="26890D"/>
          </a:solidFill>
        </p:grpSpPr>
        <p:sp>
          <p:nvSpPr>
            <p:cNvPr id="678" name="Graphic 4">
              <a:extLst>
                <a:ext uri="{FF2B5EF4-FFF2-40B4-BE49-F238E27FC236}">
                  <a16:creationId xmlns:a16="http://schemas.microsoft.com/office/drawing/2014/main" id="{CC0B12E7-9CEF-0048-9F30-797C13C8FC21}"/>
                </a:ext>
              </a:extLst>
            </p:cNvPr>
            <p:cNvSpPr/>
            <p:nvPr/>
          </p:nvSpPr>
          <p:spPr>
            <a:xfrm>
              <a:off x="4196910" y="1483800"/>
              <a:ext cx="60065" cy="22413"/>
            </a:xfrm>
            <a:custGeom>
              <a:avLst/>
              <a:gdLst>
                <a:gd name="connsiteX0" fmla="*/ 30033 w 60065"/>
                <a:gd name="connsiteY0" fmla="*/ 22344 h 22413"/>
                <a:gd name="connsiteX1" fmla="*/ 59426 w 60065"/>
                <a:gd name="connsiteY1" fmla="*/ 12768 h 22413"/>
                <a:gd name="connsiteX2" fmla="*/ 60066 w 60065"/>
                <a:gd name="connsiteY2" fmla="*/ 12130 h 22413"/>
                <a:gd name="connsiteX3" fmla="*/ 57509 w 60065"/>
                <a:gd name="connsiteY3" fmla="*/ 7022 h 22413"/>
                <a:gd name="connsiteX4" fmla="*/ 30672 w 60065"/>
                <a:gd name="connsiteY4" fmla="*/ 0 h 22413"/>
                <a:gd name="connsiteX5" fmla="*/ 0 w 60065"/>
                <a:gd name="connsiteY5" fmla="*/ 12130 h 22413"/>
                <a:gd name="connsiteX6" fmla="*/ 30033 w 60065"/>
                <a:gd name="connsiteY6" fmla="*/ 22344 h 22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65" h="22413">
                  <a:moveTo>
                    <a:pt x="30033" y="22344"/>
                  </a:moveTo>
                  <a:cubicBezTo>
                    <a:pt x="40896" y="22982"/>
                    <a:pt x="51119" y="19152"/>
                    <a:pt x="59426" y="12768"/>
                  </a:cubicBezTo>
                  <a:cubicBezTo>
                    <a:pt x="59426" y="12768"/>
                    <a:pt x="60066" y="12130"/>
                    <a:pt x="60066" y="12130"/>
                  </a:cubicBezTo>
                  <a:cubicBezTo>
                    <a:pt x="60066" y="10214"/>
                    <a:pt x="58788" y="8299"/>
                    <a:pt x="57509" y="7022"/>
                  </a:cubicBezTo>
                  <a:cubicBezTo>
                    <a:pt x="53036" y="2554"/>
                    <a:pt x="43451" y="0"/>
                    <a:pt x="30672" y="0"/>
                  </a:cubicBezTo>
                  <a:cubicBezTo>
                    <a:pt x="7668" y="0"/>
                    <a:pt x="1278" y="8299"/>
                    <a:pt x="0" y="12130"/>
                  </a:cubicBezTo>
                  <a:cubicBezTo>
                    <a:pt x="8946" y="19152"/>
                    <a:pt x="19170" y="22344"/>
                    <a:pt x="30033" y="22344"/>
                  </a:cubicBezTo>
                  <a:close/>
                </a:path>
              </a:pathLst>
            </a:custGeom>
            <a:solidFill>
              <a:srgbClr val="26890D"/>
            </a:solidFill>
            <a:ln w="6390" cap="flat">
              <a:noFill/>
              <a:prstDash val="solid"/>
              <a:miter/>
            </a:ln>
          </p:spPr>
          <p:txBody>
            <a:bodyPr rtlCol="0" anchor="ctr"/>
            <a:lstStyle/>
            <a:p>
              <a:endParaRPr lang="en-US"/>
            </a:p>
          </p:txBody>
        </p:sp>
        <p:sp>
          <p:nvSpPr>
            <p:cNvPr id="679" name="Graphic 4">
              <a:extLst>
                <a:ext uri="{FF2B5EF4-FFF2-40B4-BE49-F238E27FC236}">
                  <a16:creationId xmlns:a16="http://schemas.microsoft.com/office/drawing/2014/main" id="{41AF8A15-2756-0145-B880-8BF2FEE35880}"/>
                </a:ext>
              </a:extLst>
            </p:cNvPr>
            <p:cNvSpPr/>
            <p:nvPr/>
          </p:nvSpPr>
          <p:spPr>
            <a:xfrm>
              <a:off x="4196271" y="1662551"/>
              <a:ext cx="60704" cy="20428"/>
            </a:xfrm>
            <a:custGeom>
              <a:avLst/>
              <a:gdLst>
                <a:gd name="connsiteX0" fmla="*/ 29394 w 60704"/>
                <a:gd name="connsiteY0" fmla="*/ 7661 h 20428"/>
                <a:gd name="connsiteX1" fmla="*/ 5112 w 60704"/>
                <a:gd name="connsiteY1" fmla="*/ 3192 h 20428"/>
                <a:gd name="connsiteX2" fmla="*/ 0 w 60704"/>
                <a:gd name="connsiteY2" fmla="*/ 638 h 20428"/>
                <a:gd name="connsiteX3" fmla="*/ 0 w 60704"/>
                <a:gd name="connsiteY3" fmla="*/ 5107 h 20428"/>
                <a:gd name="connsiteX4" fmla="*/ 3195 w 60704"/>
                <a:gd name="connsiteY4" fmla="*/ 12768 h 20428"/>
                <a:gd name="connsiteX5" fmla="*/ 31310 w 60704"/>
                <a:gd name="connsiteY5" fmla="*/ 20429 h 20428"/>
                <a:gd name="connsiteX6" fmla="*/ 60704 w 60704"/>
                <a:gd name="connsiteY6" fmla="*/ 7022 h 20428"/>
                <a:gd name="connsiteX7" fmla="*/ 60704 w 60704"/>
                <a:gd name="connsiteY7" fmla="*/ 0 h 20428"/>
                <a:gd name="connsiteX8" fmla="*/ 29394 w 60704"/>
                <a:gd name="connsiteY8" fmla="*/ 7661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704" h="20428">
                  <a:moveTo>
                    <a:pt x="29394" y="7661"/>
                  </a:moveTo>
                  <a:cubicBezTo>
                    <a:pt x="21087" y="7661"/>
                    <a:pt x="12780" y="6384"/>
                    <a:pt x="5112" y="3192"/>
                  </a:cubicBezTo>
                  <a:cubicBezTo>
                    <a:pt x="3834" y="2554"/>
                    <a:pt x="1917" y="1915"/>
                    <a:pt x="0" y="638"/>
                  </a:cubicBezTo>
                  <a:lnTo>
                    <a:pt x="0" y="5107"/>
                  </a:lnTo>
                  <a:cubicBezTo>
                    <a:pt x="0" y="7661"/>
                    <a:pt x="639" y="10853"/>
                    <a:pt x="3195" y="12768"/>
                  </a:cubicBezTo>
                  <a:cubicBezTo>
                    <a:pt x="6390" y="15960"/>
                    <a:pt x="14058" y="20429"/>
                    <a:pt x="31310" y="20429"/>
                  </a:cubicBezTo>
                  <a:cubicBezTo>
                    <a:pt x="58788" y="20429"/>
                    <a:pt x="60704" y="7661"/>
                    <a:pt x="60704" y="7022"/>
                  </a:cubicBezTo>
                  <a:lnTo>
                    <a:pt x="60704" y="0"/>
                  </a:lnTo>
                  <a:cubicBezTo>
                    <a:pt x="51119" y="4469"/>
                    <a:pt x="40895" y="7661"/>
                    <a:pt x="29394" y="7661"/>
                  </a:cubicBezTo>
                  <a:close/>
                </a:path>
              </a:pathLst>
            </a:custGeom>
            <a:solidFill>
              <a:srgbClr val="26890D"/>
            </a:solidFill>
            <a:ln w="6390" cap="flat">
              <a:noFill/>
              <a:prstDash val="solid"/>
              <a:miter/>
            </a:ln>
          </p:spPr>
          <p:txBody>
            <a:bodyPr rtlCol="0" anchor="ctr"/>
            <a:lstStyle/>
            <a:p>
              <a:endParaRPr lang="en-US"/>
            </a:p>
          </p:txBody>
        </p:sp>
        <p:sp>
          <p:nvSpPr>
            <p:cNvPr id="680" name="Graphic 4">
              <a:extLst>
                <a:ext uri="{FF2B5EF4-FFF2-40B4-BE49-F238E27FC236}">
                  <a16:creationId xmlns:a16="http://schemas.microsoft.com/office/drawing/2014/main" id="{DFDA6CB1-467A-4643-B37D-BD88C916C03B}"/>
                </a:ext>
              </a:extLst>
            </p:cNvPr>
            <p:cNvSpPr/>
            <p:nvPr/>
          </p:nvSpPr>
          <p:spPr>
            <a:xfrm>
              <a:off x="4196910" y="1536148"/>
              <a:ext cx="60704" cy="121070"/>
            </a:xfrm>
            <a:custGeom>
              <a:avLst/>
              <a:gdLst>
                <a:gd name="connsiteX0" fmla="*/ 59426 w 60704"/>
                <a:gd name="connsiteY0" fmla="*/ 111081 h 121070"/>
                <a:gd name="connsiteX1" fmla="*/ 60704 w 60704"/>
                <a:gd name="connsiteY1" fmla="*/ 110443 h 121070"/>
                <a:gd name="connsiteX2" fmla="*/ 60704 w 60704"/>
                <a:gd name="connsiteY2" fmla="*/ 0 h 121070"/>
                <a:gd name="connsiteX3" fmla="*/ 31311 w 60704"/>
                <a:gd name="connsiteY3" fmla="*/ 6384 h 121070"/>
                <a:gd name="connsiteX4" fmla="*/ 30672 w 60704"/>
                <a:gd name="connsiteY4" fmla="*/ 6384 h 121070"/>
                <a:gd name="connsiteX5" fmla="*/ 0 w 60704"/>
                <a:gd name="connsiteY5" fmla="*/ 0 h 121070"/>
                <a:gd name="connsiteX6" fmla="*/ 0 w 60704"/>
                <a:gd name="connsiteY6" fmla="*/ 111081 h 121070"/>
                <a:gd name="connsiteX7" fmla="*/ 1278 w 60704"/>
                <a:gd name="connsiteY7" fmla="*/ 112358 h 121070"/>
                <a:gd name="connsiteX8" fmla="*/ 59426 w 60704"/>
                <a:gd name="connsiteY8" fmla="*/ 111081 h 121070"/>
                <a:gd name="connsiteX9" fmla="*/ 47286 w 60704"/>
                <a:gd name="connsiteY9" fmla="*/ 14045 h 121070"/>
                <a:gd name="connsiteX10" fmla="*/ 54314 w 60704"/>
                <a:gd name="connsiteY10" fmla="*/ 21067 h 121070"/>
                <a:gd name="connsiteX11" fmla="*/ 47286 w 60704"/>
                <a:gd name="connsiteY11" fmla="*/ 28089 h 121070"/>
                <a:gd name="connsiteX12" fmla="*/ 40257 w 60704"/>
                <a:gd name="connsiteY12" fmla="*/ 21067 h 121070"/>
                <a:gd name="connsiteX13" fmla="*/ 40257 w 60704"/>
                <a:gd name="connsiteY13" fmla="*/ 21067 h 121070"/>
                <a:gd name="connsiteX14" fmla="*/ 47286 w 60704"/>
                <a:gd name="connsiteY14" fmla="*/ 14045 h 121070"/>
                <a:gd name="connsiteX15" fmla="*/ 47286 w 60704"/>
                <a:gd name="connsiteY15" fmla="*/ 14045 h 121070"/>
                <a:gd name="connsiteX16" fmla="*/ 47286 w 60704"/>
                <a:gd name="connsiteY16" fmla="*/ 14045 h 121070"/>
                <a:gd name="connsiteX17" fmla="*/ 47286 w 60704"/>
                <a:gd name="connsiteY17" fmla="*/ 33835 h 121070"/>
                <a:gd name="connsiteX18" fmla="*/ 54314 w 60704"/>
                <a:gd name="connsiteY18" fmla="*/ 40857 h 121070"/>
                <a:gd name="connsiteX19" fmla="*/ 47286 w 60704"/>
                <a:gd name="connsiteY19" fmla="*/ 47880 h 121070"/>
                <a:gd name="connsiteX20" fmla="*/ 40257 w 60704"/>
                <a:gd name="connsiteY20" fmla="*/ 40857 h 121070"/>
                <a:gd name="connsiteX21" fmla="*/ 40257 w 60704"/>
                <a:gd name="connsiteY21" fmla="*/ 40857 h 121070"/>
                <a:gd name="connsiteX22" fmla="*/ 47286 w 60704"/>
                <a:gd name="connsiteY22" fmla="*/ 33835 h 121070"/>
                <a:gd name="connsiteX23" fmla="*/ 47286 w 60704"/>
                <a:gd name="connsiteY23" fmla="*/ 33835 h 121070"/>
                <a:gd name="connsiteX24" fmla="*/ 47286 w 60704"/>
                <a:gd name="connsiteY24" fmla="*/ 33835 h 121070"/>
                <a:gd name="connsiteX25" fmla="*/ 47286 w 60704"/>
                <a:gd name="connsiteY25" fmla="*/ 53625 h 121070"/>
                <a:gd name="connsiteX26" fmla="*/ 54314 w 60704"/>
                <a:gd name="connsiteY26" fmla="*/ 60648 h 121070"/>
                <a:gd name="connsiteX27" fmla="*/ 47286 w 60704"/>
                <a:gd name="connsiteY27" fmla="*/ 67670 h 121070"/>
                <a:gd name="connsiteX28" fmla="*/ 40257 w 60704"/>
                <a:gd name="connsiteY28" fmla="*/ 60648 h 121070"/>
                <a:gd name="connsiteX29" fmla="*/ 47286 w 60704"/>
                <a:gd name="connsiteY29" fmla="*/ 53625 h 121070"/>
                <a:gd name="connsiteX30" fmla="*/ 47286 w 60704"/>
                <a:gd name="connsiteY30" fmla="*/ 72777 h 121070"/>
                <a:gd name="connsiteX31" fmla="*/ 54314 w 60704"/>
                <a:gd name="connsiteY31" fmla="*/ 79800 h 121070"/>
                <a:gd name="connsiteX32" fmla="*/ 47286 w 60704"/>
                <a:gd name="connsiteY32" fmla="*/ 86822 h 121070"/>
                <a:gd name="connsiteX33" fmla="*/ 40257 w 60704"/>
                <a:gd name="connsiteY33" fmla="*/ 79800 h 121070"/>
                <a:gd name="connsiteX34" fmla="*/ 40257 w 60704"/>
                <a:gd name="connsiteY34" fmla="*/ 79800 h 121070"/>
                <a:gd name="connsiteX35" fmla="*/ 47286 w 60704"/>
                <a:gd name="connsiteY35" fmla="*/ 72777 h 121070"/>
                <a:gd name="connsiteX36" fmla="*/ 47286 w 60704"/>
                <a:gd name="connsiteY36" fmla="*/ 72777 h 121070"/>
                <a:gd name="connsiteX37" fmla="*/ 47286 w 60704"/>
                <a:gd name="connsiteY37" fmla="*/ 72777 h 121070"/>
                <a:gd name="connsiteX38" fmla="*/ 47286 w 60704"/>
                <a:gd name="connsiteY38" fmla="*/ 92568 h 121070"/>
                <a:gd name="connsiteX39" fmla="*/ 54314 w 60704"/>
                <a:gd name="connsiteY39" fmla="*/ 99590 h 121070"/>
                <a:gd name="connsiteX40" fmla="*/ 47286 w 60704"/>
                <a:gd name="connsiteY40" fmla="*/ 106613 h 121070"/>
                <a:gd name="connsiteX41" fmla="*/ 40257 w 60704"/>
                <a:gd name="connsiteY41" fmla="*/ 99590 h 121070"/>
                <a:gd name="connsiteX42" fmla="*/ 40257 w 60704"/>
                <a:gd name="connsiteY42" fmla="*/ 99590 h 121070"/>
                <a:gd name="connsiteX43" fmla="*/ 47286 w 60704"/>
                <a:gd name="connsiteY43" fmla="*/ 92568 h 121070"/>
                <a:gd name="connsiteX44" fmla="*/ 47286 w 60704"/>
                <a:gd name="connsiteY44" fmla="*/ 92568 h 121070"/>
                <a:gd name="connsiteX45" fmla="*/ 47286 w 60704"/>
                <a:gd name="connsiteY45" fmla="*/ 92568 h 121070"/>
                <a:gd name="connsiteX46" fmla="*/ 30033 w 60704"/>
                <a:gd name="connsiteY46" fmla="*/ 14045 h 121070"/>
                <a:gd name="connsiteX47" fmla="*/ 37062 w 60704"/>
                <a:gd name="connsiteY47" fmla="*/ 21067 h 121070"/>
                <a:gd name="connsiteX48" fmla="*/ 30033 w 60704"/>
                <a:gd name="connsiteY48" fmla="*/ 28089 h 121070"/>
                <a:gd name="connsiteX49" fmla="*/ 23004 w 60704"/>
                <a:gd name="connsiteY49" fmla="*/ 21067 h 121070"/>
                <a:gd name="connsiteX50" fmla="*/ 23004 w 60704"/>
                <a:gd name="connsiteY50" fmla="*/ 21067 h 121070"/>
                <a:gd name="connsiteX51" fmla="*/ 30033 w 60704"/>
                <a:gd name="connsiteY51" fmla="*/ 14045 h 121070"/>
                <a:gd name="connsiteX52" fmla="*/ 30033 w 60704"/>
                <a:gd name="connsiteY52" fmla="*/ 14045 h 121070"/>
                <a:gd name="connsiteX53" fmla="*/ 30033 w 60704"/>
                <a:gd name="connsiteY53" fmla="*/ 14045 h 121070"/>
                <a:gd name="connsiteX54" fmla="*/ 30033 w 60704"/>
                <a:gd name="connsiteY54" fmla="*/ 33835 h 121070"/>
                <a:gd name="connsiteX55" fmla="*/ 37062 w 60704"/>
                <a:gd name="connsiteY55" fmla="*/ 40857 h 121070"/>
                <a:gd name="connsiteX56" fmla="*/ 30033 w 60704"/>
                <a:gd name="connsiteY56" fmla="*/ 47880 h 121070"/>
                <a:gd name="connsiteX57" fmla="*/ 23004 w 60704"/>
                <a:gd name="connsiteY57" fmla="*/ 40857 h 121070"/>
                <a:gd name="connsiteX58" fmla="*/ 23004 w 60704"/>
                <a:gd name="connsiteY58" fmla="*/ 40857 h 121070"/>
                <a:gd name="connsiteX59" fmla="*/ 30033 w 60704"/>
                <a:gd name="connsiteY59" fmla="*/ 33835 h 121070"/>
                <a:gd name="connsiteX60" fmla="*/ 30033 w 60704"/>
                <a:gd name="connsiteY60" fmla="*/ 33835 h 121070"/>
                <a:gd name="connsiteX61" fmla="*/ 30033 w 60704"/>
                <a:gd name="connsiteY61" fmla="*/ 33835 h 121070"/>
                <a:gd name="connsiteX62" fmla="*/ 30033 w 60704"/>
                <a:gd name="connsiteY62" fmla="*/ 53625 h 121070"/>
                <a:gd name="connsiteX63" fmla="*/ 37062 w 60704"/>
                <a:gd name="connsiteY63" fmla="*/ 60648 h 121070"/>
                <a:gd name="connsiteX64" fmla="*/ 30033 w 60704"/>
                <a:gd name="connsiteY64" fmla="*/ 67670 h 121070"/>
                <a:gd name="connsiteX65" fmla="*/ 23004 w 60704"/>
                <a:gd name="connsiteY65" fmla="*/ 60648 h 121070"/>
                <a:gd name="connsiteX66" fmla="*/ 23004 w 60704"/>
                <a:gd name="connsiteY66" fmla="*/ 60648 h 121070"/>
                <a:gd name="connsiteX67" fmla="*/ 30033 w 60704"/>
                <a:gd name="connsiteY67" fmla="*/ 53625 h 121070"/>
                <a:gd name="connsiteX68" fmla="*/ 30033 w 60704"/>
                <a:gd name="connsiteY68" fmla="*/ 53625 h 121070"/>
                <a:gd name="connsiteX69" fmla="*/ 30033 w 60704"/>
                <a:gd name="connsiteY69" fmla="*/ 53625 h 121070"/>
                <a:gd name="connsiteX70" fmla="*/ 30033 w 60704"/>
                <a:gd name="connsiteY70" fmla="*/ 72777 h 121070"/>
                <a:gd name="connsiteX71" fmla="*/ 37062 w 60704"/>
                <a:gd name="connsiteY71" fmla="*/ 79800 h 121070"/>
                <a:gd name="connsiteX72" fmla="*/ 30033 w 60704"/>
                <a:gd name="connsiteY72" fmla="*/ 86822 h 121070"/>
                <a:gd name="connsiteX73" fmla="*/ 23004 w 60704"/>
                <a:gd name="connsiteY73" fmla="*/ 79800 h 121070"/>
                <a:gd name="connsiteX74" fmla="*/ 23004 w 60704"/>
                <a:gd name="connsiteY74" fmla="*/ 79800 h 121070"/>
                <a:gd name="connsiteX75" fmla="*/ 30033 w 60704"/>
                <a:gd name="connsiteY75" fmla="*/ 72777 h 121070"/>
                <a:gd name="connsiteX76" fmla="*/ 30033 w 60704"/>
                <a:gd name="connsiteY76" fmla="*/ 72777 h 121070"/>
                <a:gd name="connsiteX77" fmla="*/ 30033 w 60704"/>
                <a:gd name="connsiteY77" fmla="*/ 72777 h 121070"/>
                <a:gd name="connsiteX78" fmla="*/ 12141 w 60704"/>
                <a:gd name="connsiteY78" fmla="*/ 106613 h 121070"/>
                <a:gd name="connsiteX79" fmla="*/ 5112 w 60704"/>
                <a:gd name="connsiteY79" fmla="*/ 99590 h 121070"/>
                <a:gd name="connsiteX80" fmla="*/ 12141 w 60704"/>
                <a:gd name="connsiteY80" fmla="*/ 92568 h 121070"/>
                <a:gd name="connsiteX81" fmla="*/ 19170 w 60704"/>
                <a:gd name="connsiteY81" fmla="*/ 99590 h 121070"/>
                <a:gd name="connsiteX82" fmla="*/ 19170 w 60704"/>
                <a:gd name="connsiteY82" fmla="*/ 99590 h 121070"/>
                <a:gd name="connsiteX83" fmla="*/ 12141 w 60704"/>
                <a:gd name="connsiteY83" fmla="*/ 106613 h 121070"/>
                <a:gd name="connsiteX84" fmla="*/ 12141 w 60704"/>
                <a:gd name="connsiteY84" fmla="*/ 87461 h 121070"/>
                <a:gd name="connsiteX85" fmla="*/ 5112 w 60704"/>
                <a:gd name="connsiteY85" fmla="*/ 80438 h 121070"/>
                <a:gd name="connsiteX86" fmla="*/ 12141 w 60704"/>
                <a:gd name="connsiteY86" fmla="*/ 73416 h 121070"/>
                <a:gd name="connsiteX87" fmla="*/ 19170 w 60704"/>
                <a:gd name="connsiteY87" fmla="*/ 80438 h 121070"/>
                <a:gd name="connsiteX88" fmla="*/ 19170 w 60704"/>
                <a:gd name="connsiteY88" fmla="*/ 80438 h 121070"/>
                <a:gd name="connsiteX89" fmla="*/ 12141 w 60704"/>
                <a:gd name="connsiteY89" fmla="*/ 87461 h 121070"/>
                <a:gd name="connsiteX90" fmla="*/ 12141 w 60704"/>
                <a:gd name="connsiteY90" fmla="*/ 87461 h 121070"/>
                <a:gd name="connsiteX91" fmla="*/ 12141 w 60704"/>
                <a:gd name="connsiteY91" fmla="*/ 67670 h 121070"/>
                <a:gd name="connsiteX92" fmla="*/ 5112 w 60704"/>
                <a:gd name="connsiteY92" fmla="*/ 60648 h 121070"/>
                <a:gd name="connsiteX93" fmla="*/ 12141 w 60704"/>
                <a:gd name="connsiteY93" fmla="*/ 53625 h 121070"/>
                <a:gd name="connsiteX94" fmla="*/ 19170 w 60704"/>
                <a:gd name="connsiteY94" fmla="*/ 60648 h 121070"/>
                <a:gd name="connsiteX95" fmla="*/ 19170 w 60704"/>
                <a:gd name="connsiteY95" fmla="*/ 60648 h 121070"/>
                <a:gd name="connsiteX96" fmla="*/ 12141 w 60704"/>
                <a:gd name="connsiteY96" fmla="*/ 67670 h 121070"/>
                <a:gd name="connsiteX97" fmla="*/ 12141 w 60704"/>
                <a:gd name="connsiteY97" fmla="*/ 67670 h 121070"/>
                <a:gd name="connsiteX98" fmla="*/ 12141 w 60704"/>
                <a:gd name="connsiteY98" fmla="*/ 47880 h 121070"/>
                <a:gd name="connsiteX99" fmla="*/ 5112 w 60704"/>
                <a:gd name="connsiteY99" fmla="*/ 40857 h 121070"/>
                <a:gd name="connsiteX100" fmla="*/ 12141 w 60704"/>
                <a:gd name="connsiteY100" fmla="*/ 33835 h 121070"/>
                <a:gd name="connsiteX101" fmla="*/ 19170 w 60704"/>
                <a:gd name="connsiteY101" fmla="*/ 40857 h 121070"/>
                <a:gd name="connsiteX102" fmla="*/ 19170 w 60704"/>
                <a:gd name="connsiteY102" fmla="*/ 40857 h 121070"/>
                <a:gd name="connsiteX103" fmla="*/ 12141 w 60704"/>
                <a:gd name="connsiteY103" fmla="*/ 47880 h 121070"/>
                <a:gd name="connsiteX104" fmla="*/ 12141 w 60704"/>
                <a:gd name="connsiteY104" fmla="*/ 47880 h 121070"/>
                <a:gd name="connsiteX105" fmla="*/ 12141 w 60704"/>
                <a:gd name="connsiteY105" fmla="*/ 28728 h 121070"/>
                <a:gd name="connsiteX106" fmla="*/ 5112 w 60704"/>
                <a:gd name="connsiteY106" fmla="*/ 21706 h 121070"/>
                <a:gd name="connsiteX107" fmla="*/ 12141 w 60704"/>
                <a:gd name="connsiteY107" fmla="*/ 14683 h 121070"/>
                <a:gd name="connsiteX108" fmla="*/ 19170 w 60704"/>
                <a:gd name="connsiteY108" fmla="*/ 21706 h 121070"/>
                <a:gd name="connsiteX109" fmla="*/ 19170 w 60704"/>
                <a:gd name="connsiteY109" fmla="*/ 21706 h 121070"/>
                <a:gd name="connsiteX110" fmla="*/ 12141 w 60704"/>
                <a:gd name="connsiteY110" fmla="*/ 28728 h 121070"/>
                <a:gd name="connsiteX111" fmla="*/ 12141 w 60704"/>
                <a:gd name="connsiteY111" fmla="*/ 28728 h 121070"/>
                <a:gd name="connsiteX112" fmla="*/ 22365 w 60704"/>
                <a:gd name="connsiteY112" fmla="*/ 99590 h 121070"/>
                <a:gd name="connsiteX113" fmla="*/ 29394 w 60704"/>
                <a:gd name="connsiteY113" fmla="*/ 92568 h 121070"/>
                <a:gd name="connsiteX114" fmla="*/ 36423 w 60704"/>
                <a:gd name="connsiteY114" fmla="*/ 99590 h 121070"/>
                <a:gd name="connsiteX115" fmla="*/ 29394 w 60704"/>
                <a:gd name="connsiteY115" fmla="*/ 106613 h 121070"/>
                <a:gd name="connsiteX116" fmla="*/ 29394 w 60704"/>
                <a:gd name="connsiteY116" fmla="*/ 106613 h 121070"/>
                <a:gd name="connsiteX117" fmla="*/ 22365 w 60704"/>
                <a:gd name="connsiteY117" fmla="*/ 99590 h 121070"/>
                <a:gd name="connsiteX118" fmla="*/ 22365 w 60704"/>
                <a:gd name="connsiteY118" fmla="*/ 99590 h 121070"/>
                <a:gd name="connsiteX119" fmla="*/ 22365 w 60704"/>
                <a:gd name="connsiteY119" fmla="*/ 99590 h 12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60704" h="121070">
                  <a:moveTo>
                    <a:pt x="59426" y="111081"/>
                  </a:moveTo>
                  <a:lnTo>
                    <a:pt x="60704" y="110443"/>
                  </a:lnTo>
                  <a:lnTo>
                    <a:pt x="60704" y="0"/>
                  </a:lnTo>
                  <a:cubicBezTo>
                    <a:pt x="51759" y="4469"/>
                    <a:pt x="41535" y="6384"/>
                    <a:pt x="31311" y="6384"/>
                  </a:cubicBezTo>
                  <a:lnTo>
                    <a:pt x="30672" y="6384"/>
                  </a:lnTo>
                  <a:cubicBezTo>
                    <a:pt x="19809" y="6384"/>
                    <a:pt x="9585" y="4469"/>
                    <a:pt x="0" y="0"/>
                  </a:cubicBezTo>
                  <a:lnTo>
                    <a:pt x="0" y="111081"/>
                  </a:lnTo>
                  <a:cubicBezTo>
                    <a:pt x="639" y="111720"/>
                    <a:pt x="639" y="111720"/>
                    <a:pt x="1278" y="112358"/>
                  </a:cubicBezTo>
                  <a:cubicBezTo>
                    <a:pt x="18531" y="124488"/>
                    <a:pt x="42174" y="123849"/>
                    <a:pt x="59426" y="111081"/>
                  </a:cubicBezTo>
                  <a:close/>
                  <a:moveTo>
                    <a:pt x="47286" y="14045"/>
                  </a:moveTo>
                  <a:cubicBezTo>
                    <a:pt x="51119" y="14045"/>
                    <a:pt x="54314" y="17237"/>
                    <a:pt x="54314" y="21067"/>
                  </a:cubicBezTo>
                  <a:cubicBezTo>
                    <a:pt x="54314" y="24897"/>
                    <a:pt x="51119" y="28089"/>
                    <a:pt x="47286" y="28089"/>
                  </a:cubicBezTo>
                  <a:cubicBezTo>
                    <a:pt x="43451" y="28089"/>
                    <a:pt x="40257" y="24897"/>
                    <a:pt x="40257" y="21067"/>
                  </a:cubicBezTo>
                  <a:cubicBezTo>
                    <a:pt x="40257" y="21067"/>
                    <a:pt x="40257" y="21067"/>
                    <a:pt x="40257" y="21067"/>
                  </a:cubicBezTo>
                  <a:cubicBezTo>
                    <a:pt x="40257" y="17237"/>
                    <a:pt x="43451" y="14045"/>
                    <a:pt x="47286" y="14045"/>
                  </a:cubicBezTo>
                  <a:lnTo>
                    <a:pt x="47286" y="14045"/>
                  </a:lnTo>
                  <a:lnTo>
                    <a:pt x="47286" y="14045"/>
                  </a:lnTo>
                  <a:close/>
                  <a:moveTo>
                    <a:pt x="47286" y="33835"/>
                  </a:moveTo>
                  <a:cubicBezTo>
                    <a:pt x="51119" y="33835"/>
                    <a:pt x="54314" y="37027"/>
                    <a:pt x="54314" y="40857"/>
                  </a:cubicBezTo>
                  <a:cubicBezTo>
                    <a:pt x="54314" y="44688"/>
                    <a:pt x="51119" y="47880"/>
                    <a:pt x="47286" y="47880"/>
                  </a:cubicBezTo>
                  <a:cubicBezTo>
                    <a:pt x="43451" y="47880"/>
                    <a:pt x="40257" y="44688"/>
                    <a:pt x="40257" y="40857"/>
                  </a:cubicBezTo>
                  <a:cubicBezTo>
                    <a:pt x="40257" y="40857"/>
                    <a:pt x="40257" y="40857"/>
                    <a:pt x="40257" y="40857"/>
                  </a:cubicBezTo>
                  <a:cubicBezTo>
                    <a:pt x="40257" y="37027"/>
                    <a:pt x="43451" y="33835"/>
                    <a:pt x="47286" y="33835"/>
                  </a:cubicBezTo>
                  <a:lnTo>
                    <a:pt x="47286" y="33835"/>
                  </a:lnTo>
                  <a:lnTo>
                    <a:pt x="47286" y="33835"/>
                  </a:lnTo>
                  <a:close/>
                  <a:moveTo>
                    <a:pt x="47286" y="53625"/>
                  </a:moveTo>
                  <a:cubicBezTo>
                    <a:pt x="51119" y="53625"/>
                    <a:pt x="54314" y="56817"/>
                    <a:pt x="54314" y="60648"/>
                  </a:cubicBezTo>
                  <a:cubicBezTo>
                    <a:pt x="54314" y="64478"/>
                    <a:pt x="51119" y="67670"/>
                    <a:pt x="47286" y="67670"/>
                  </a:cubicBezTo>
                  <a:cubicBezTo>
                    <a:pt x="43451" y="67670"/>
                    <a:pt x="40257" y="64478"/>
                    <a:pt x="40257" y="60648"/>
                  </a:cubicBezTo>
                  <a:cubicBezTo>
                    <a:pt x="40257" y="56817"/>
                    <a:pt x="43451" y="53625"/>
                    <a:pt x="47286" y="53625"/>
                  </a:cubicBezTo>
                  <a:close/>
                  <a:moveTo>
                    <a:pt x="47286" y="72777"/>
                  </a:moveTo>
                  <a:cubicBezTo>
                    <a:pt x="51119" y="72777"/>
                    <a:pt x="54314" y="75969"/>
                    <a:pt x="54314" y="79800"/>
                  </a:cubicBezTo>
                  <a:cubicBezTo>
                    <a:pt x="54314" y="83630"/>
                    <a:pt x="51119" y="86822"/>
                    <a:pt x="47286" y="86822"/>
                  </a:cubicBezTo>
                  <a:cubicBezTo>
                    <a:pt x="43451" y="86822"/>
                    <a:pt x="40257" y="83630"/>
                    <a:pt x="40257" y="79800"/>
                  </a:cubicBezTo>
                  <a:cubicBezTo>
                    <a:pt x="40257" y="79800"/>
                    <a:pt x="40257" y="79800"/>
                    <a:pt x="40257" y="79800"/>
                  </a:cubicBezTo>
                  <a:cubicBezTo>
                    <a:pt x="40257" y="75969"/>
                    <a:pt x="43451" y="72777"/>
                    <a:pt x="47286" y="72777"/>
                  </a:cubicBezTo>
                  <a:lnTo>
                    <a:pt x="47286" y="72777"/>
                  </a:lnTo>
                  <a:lnTo>
                    <a:pt x="47286" y="72777"/>
                  </a:lnTo>
                  <a:close/>
                  <a:moveTo>
                    <a:pt x="47286" y="92568"/>
                  </a:moveTo>
                  <a:cubicBezTo>
                    <a:pt x="51119" y="92568"/>
                    <a:pt x="54314" y="95760"/>
                    <a:pt x="54314" y="99590"/>
                  </a:cubicBezTo>
                  <a:cubicBezTo>
                    <a:pt x="54314" y="103421"/>
                    <a:pt x="51119" y="106613"/>
                    <a:pt x="47286" y="106613"/>
                  </a:cubicBezTo>
                  <a:cubicBezTo>
                    <a:pt x="43451" y="106613"/>
                    <a:pt x="40257" y="103421"/>
                    <a:pt x="40257" y="99590"/>
                  </a:cubicBezTo>
                  <a:cubicBezTo>
                    <a:pt x="40257" y="99590"/>
                    <a:pt x="40257" y="99590"/>
                    <a:pt x="40257" y="99590"/>
                  </a:cubicBezTo>
                  <a:cubicBezTo>
                    <a:pt x="40257" y="95760"/>
                    <a:pt x="43451" y="92568"/>
                    <a:pt x="47286" y="92568"/>
                  </a:cubicBezTo>
                  <a:lnTo>
                    <a:pt x="47286" y="92568"/>
                  </a:lnTo>
                  <a:lnTo>
                    <a:pt x="47286" y="92568"/>
                  </a:lnTo>
                  <a:close/>
                  <a:moveTo>
                    <a:pt x="30033" y="14045"/>
                  </a:moveTo>
                  <a:cubicBezTo>
                    <a:pt x="33867" y="14045"/>
                    <a:pt x="37062" y="17237"/>
                    <a:pt x="37062" y="21067"/>
                  </a:cubicBezTo>
                  <a:cubicBezTo>
                    <a:pt x="37062" y="24897"/>
                    <a:pt x="33867" y="28089"/>
                    <a:pt x="30033" y="28089"/>
                  </a:cubicBezTo>
                  <a:cubicBezTo>
                    <a:pt x="26199" y="28089"/>
                    <a:pt x="23004" y="24897"/>
                    <a:pt x="23004" y="21067"/>
                  </a:cubicBezTo>
                  <a:cubicBezTo>
                    <a:pt x="23004" y="21067"/>
                    <a:pt x="23004" y="21067"/>
                    <a:pt x="23004" y="21067"/>
                  </a:cubicBezTo>
                  <a:cubicBezTo>
                    <a:pt x="22365" y="17237"/>
                    <a:pt x="25560" y="14045"/>
                    <a:pt x="30033" y="14045"/>
                  </a:cubicBezTo>
                  <a:lnTo>
                    <a:pt x="30033" y="14045"/>
                  </a:lnTo>
                  <a:lnTo>
                    <a:pt x="30033" y="14045"/>
                  </a:lnTo>
                  <a:close/>
                  <a:moveTo>
                    <a:pt x="30033" y="33835"/>
                  </a:moveTo>
                  <a:cubicBezTo>
                    <a:pt x="33867" y="33835"/>
                    <a:pt x="37062" y="37027"/>
                    <a:pt x="37062" y="40857"/>
                  </a:cubicBezTo>
                  <a:cubicBezTo>
                    <a:pt x="37062" y="44688"/>
                    <a:pt x="33867" y="47880"/>
                    <a:pt x="30033" y="47880"/>
                  </a:cubicBezTo>
                  <a:cubicBezTo>
                    <a:pt x="26199" y="47880"/>
                    <a:pt x="23004" y="44688"/>
                    <a:pt x="23004" y="40857"/>
                  </a:cubicBezTo>
                  <a:cubicBezTo>
                    <a:pt x="23004" y="40857"/>
                    <a:pt x="23004" y="40857"/>
                    <a:pt x="23004" y="40857"/>
                  </a:cubicBezTo>
                  <a:cubicBezTo>
                    <a:pt x="22365" y="37027"/>
                    <a:pt x="25560" y="33835"/>
                    <a:pt x="30033" y="33835"/>
                  </a:cubicBezTo>
                  <a:lnTo>
                    <a:pt x="30033" y="33835"/>
                  </a:lnTo>
                  <a:lnTo>
                    <a:pt x="30033" y="33835"/>
                  </a:lnTo>
                  <a:close/>
                  <a:moveTo>
                    <a:pt x="30033" y="53625"/>
                  </a:moveTo>
                  <a:cubicBezTo>
                    <a:pt x="33867" y="53625"/>
                    <a:pt x="37062" y="56817"/>
                    <a:pt x="37062" y="60648"/>
                  </a:cubicBezTo>
                  <a:cubicBezTo>
                    <a:pt x="37062" y="64478"/>
                    <a:pt x="33867" y="67670"/>
                    <a:pt x="30033" y="67670"/>
                  </a:cubicBezTo>
                  <a:cubicBezTo>
                    <a:pt x="26199" y="67670"/>
                    <a:pt x="23004" y="64478"/>
                    <a:pt x="23004" y="60648"/>
                  </a:cubicBezTo>
                  <a:cubicBezTo>
                    <a:pt x="23004" y="60648"/>
                    <a:pt x="23004" y="60648"/>
                    <a:pt x="23004" y="60648"/>
                  </a:cubicBezTo>
                  <a:cubicBezTo>
                    <a:pt x="22365" y="56817"/>
                    <a:pt x="25560" y="53625"/>
                    <a:pt x="30033" y="53625"/>
                  </a:cubicBezTo>
                  <a:lnTo>
                    <a:pt x="30033" y="53625"/>
                  </a:lnTo>
                  <a:lnTo>
                    <a:pt x="30033" y="53625"/>
                  </a:lnTo>
                  <a:close/>
                  <a:moveTo>
                    <a:pt x="30033" y="72777"/>
                  </a:moveTo>
                  <a:cubicBezTo>
                    <a:pt x="33867" y="72777"/>
                    <a:pt x="37062" y="75969"/>
                    <a:pt x="37062" y="79800"/>
                  </a:cubicBezTo>
                  <a:cubicBezTo>
                    <a:pt x="37062" y="83630"/>
                    <a:pt x="33867" y="86822"/>
                    <a:pt x="30033" y="86822"/>
                  </a:cubicBezTo>
                  <a:cubicBezTo>
                    <a:pt x="26199" y="86822"/>
                    <a:pt x="23004" y="83630"/>
                    <a:pt x="23004" y="79800"/>
                  </a:cubicBezTo>
                  <a:cubicBezTo>
                    <a:pt x="23004" y="79800"/>
                    <a:pt x="23004" y="79800"/>
                    <a:pt x="23004" y="79800"/>
                  </a:cubicBezTo>
                  <a:cubicBezTo>
                    <a:pt x="22365" y="75969"/>
                    <a:pt x="25560" y="72777"/>
                    <a:pt x="30033" y="72777"/>
                  </a:cubicBezTo>
                  <a:lnTo>
                    <a:pt x="30033" y="72777"/>
                  </a:lnTo>
                  <a:lnTo>
                    <a:pt x="30033" y="72777"/>
                  </a:lnTo>
                  <a:close/>
                  <a:moveTo>
                    <a:pt x="12141" y="106613"/>
                  </a:moveTo>
                  <a:cubicBezTo>
                    <a:pt x="8307" y="106613"/>
                    <a:pt x="5112" y="103421"/>
                    <a:pt x="5112" y="99590"/>
                  </a:cubicBezTo>
                  <a:cubicBezTo>
                    <a:pt x="5112" y="95760"/>
                    <a:pt x="8307" y="92568"/>
                    <a:pt x="12141" y="92568"/>
                  </a:cubicBezTo>
                  <a:cubicBezTo>
                    <a:pt x="15975" y="92568"/>
                    <a:pt x="19170" y="95760"/>
                    <a:pt x="19170" y="99590"/>
                  </a:cubicBezTo>
                  <a:cubicBezTo>
                    <a:pt x="19170" y="99590"/>
                    <a:pt x="19170" y="99590"/>
                    <a:pt x="19170" y="99590"/>
                  </a:cubicBezTo>
                  <a:cubicBezTo>
                    <a:pt x="19170" y="103421"/>
                    <a:pt x="15975" y="106613"/>
                    <a:pt x="12141" y="106613"/>
                  </a:cubicBezTo>
                  <a:close/>
                  <a:moveTo>
                    <a:pt x="12141" y="87461"/>
                  </a:moveTo>
                  <a:cubicBezTo>
                    <a:pt x="8307" y="87461"/>
                    <a:pt x="5112" y="84269"/>
                    <a:pt x="5112" y="80438"/>
                  </a:cubicBezTo>
                  <a:cubicBezTo>
                    <a:pt x="5112" y="76608"/>
                    <a:pt x="8307" y="73416"/>
                    <a:pt x="12141" y="73416"/>
                  </a:cubicBezTo>
                  <a:cubicBezTo>
                    <a:pt x="15975" y="73416"/>
                    <a:pt x="19170" y="76608"/>
                    <a:pt x="19170" y="80438"/>
                  </a:cubicBezTo>
                  <a:cubicBezTo>
                    <a:pt x="19170" y="80438"/>
                    <a:pt x="19170" y="80438"/>
                    <a:pt x="19170" y="80438"/>
                  </a:cubicBezTo>
                  <a:cubicBezTo>
                    <a:pt x="19170" y="84269"/>
                    <a:pt x="15975" y="87461"/>
                    <a:pt x="12141" y="87461"/>
                  </a:cubicBezTo>
                  <a:lnTo>
                    <a:pt x="12141" y="87461"/>
                  </a:lnTo>
                  <a:close/>
                  <a:moveTo>
                    <a:pt x="12141" y="67670"/>
                  </a:moveTo>
                  <a:cubicBezTo>
                    <a:pt x="8307" y="67670"/>
                    <a:pt x="5112" y="64478"/>
                    <a:pt x="5112" y="60648"/>
                  </a:cubicBezTo>
                  <a:cubicBezTo>
                    <a:pt x="5112" y="56817"/>
                    <a:pt x="8307" y="53625"/>
                    <a:pt x="12141" y="53625"/>
                  </a:cubicBezTo>
                  <a:cubicBezTo>
                    <a:pt x="15975" y="53625"/>
                    <a:pt x="19170" y="56817"/>
                    <a:pt x="19170" y="60648"/>
                  </a:cubicBezTo>
                  <a:cubicBezTo>
                    <a:pt x="19170" y="60648"/>
                    <a:pt x="19170" y="60648"/>
                    <a:pt x="19170" y="60648"/>
                  </a:cubicBezTo>
                  <a:cubicBezTo>
                    <a:pt x="19170" y="64478"/>
                    <a:pt x="15975" y="67670"/>
                    <a:pt x="12141" y="67670"/>
                  </a:cubicBezTo>
                  <a:lnTo>
                    <a:pt x="12141" y="67670"/>
                  </a:lnTo>
                  <a:close/>
                  <a:moveTo>
                    <a:pt x="12141" y="47880"/>
                  </a:moveTo>
                  <a:cubicBezTo>
                    <a:pt x="8307" y="47880"/>
                    <a:pt x="5112" y="44688"/>
                    <a:pt x="5112" y="40857"/>
                  </a:cubicBezTo>
                  <a:cubicBezTo>
                    <a:pt x="5112" y="37027"/>
                    <a:pt x="8307" y="33835"/>
                    <a:pt x="12141" y="33835"/>
                  </a:cubicBezTo>
                  <a:cubicBezTo>
                    <a:pt x="15975" y="33835"/>
                    <a:pt x="19170" y="37027"/>
                    <a:pt x="19170" y="40857"/>
                  </a:cubicBezTo>
                  <a:cubicBezTo>
                    <a:pt x="19170" y="40857"/>
                    <a:pt x="19170" y="40857"/>
                    <a:pt x="19170" y="40857"/>
                  </a:cubicBezTo>
                  <a:cubicBezTo>
                    <a:pt x="19170" y="44688"/>
                    <a:pt x="15975" y="47880"/>
                    <a:pt x="12141" y="47880"/>
                  </a:cubicBezTo>
                  <a:lnTo>
                    <a:pt x="12141" y="47880"/>
                  </a:lnTo>
                  <a:close/>
                  <a:moveTo>
                    <a:pt x="12141" y="28728"/>
                  </a:moveTo>
                  <a:cubicBezTo>
                    <a:pt x="8307" y="28728"/>
                    <a:pt x="5112" y="25536"/>
                    <a:pt x="5112" y="21706"/>
                  </a:cubicBezTo>
                  <a:cubicBezTo>
                    <a:pt x="5112" y="17875"/>
                    <a:pt x="8307" y="14683"/>
                    <a:pt x="12141" y="14683"/>
                  </a:cubicBezTo>
                  <a:cubicBezTo>
                    <a:pt x="15975" y="14683"/>
                    <a:pt x="19170" y="17875"/>
                    <a:pt x="19170" y="21706"/>
                  </a:cubicBezTo>
                  <a:cubicBezTo>
                    <a:pt x="19170" y="21706"/>
                    <a:pt x="19170" y="21706"/>
                    <a:pt x="19170" y="21706"/>
                  </a:cubicBezTo>
                  <a:cubicBezTo>
                    <a:pt x="19170" y="25536"/>
                    <a:pt x="15975" y="28728"/>
                    <a:pt x="12141" y="28728"/>
                  </a:cubicBezTo>
                  <a:lnTo>
                    <a:pt x="12141" y="28728"/>
                  </a:lnTo>
                  <a:close/>
                  <a:moveTo>
                    <a:pt x="22365" y="99590"/>
                  </a:moveTo>
                  <a:cubicBezTo>
                    <a:pt x="22365" y="95760"/>
                    <a:pt x="25560" y="92568"/>
                    <a:pt x="29394" y="92568"/>
                  </a:cubicBezTo>
                  <a:cubicBezTo>
                    <a:pt x="33228" y="92568"/>
                    <a:pt x="36423" y="95760"/>
                    <a:pt x="36423" y="99590"/>
                  </a:cubicBezTo>
                  <a:cubicBezTo>
                    <a:pt x="36423" y="103421"/>
                    <a:pt x="33228" y="106613"/>
                    <a:pt x="29394" y="106613"/>
                  </a:cubicBezTo>
                  <a:lnTo>
                    <a:pt x="29394" y="106613"/>
                  </a:lnTo>
                  <a:cubicBezTo>
                    <a:pt x="25560" y="106613"/>
                    <a:pt x="22365" y="103421"/>
                    <a:pt x="22365" y="99590"/>
                  </a:cubicBezTo>
                  <a:lnTo>
                    <a:pt x="22365" y="99590"/>
                  </a:lnTo>
                  <a:lnTo>
                    <a:pt x="22365" y="99590"/>
                  </a:lnTo>
                  <a:close/>
                </a:path>
              </a:pathLst>
            </a:custGeom>
            <a:solidFill>
              <a:srgbClr val="26890D"/>
            </a:solidFill>
            <a:ln w="6390" cap="flat">
              <a:noFill/>
              <a:prstDash val="solid"/>
              <a:miter/>
            </a:ln>
          </p:spPr>
          <p:txBody>
            <a:bodyPr rtlCol="0" anchor="ctr"/>
            <a:lstStyle/>
            <a:p>
              <a:endParaRPr lang="en-US"/>
            </a:p>
          </p:txBody>
        </p:sp>
        <p:sp>
          <p:nvSpPr>
            <p:cNvPr id="681" name="Graphic 4">
              <a:extLst>
                <a:ext uri="{FF2B5EF4-FFF2-40B4-BE49-F238E27FC236}">
                  <a16:creationId xmlns:a16="http://schemas.microsoft.com/office/drawing/2014/main" id="{81667B5E-F788-F34B-A5C5-9A35A569D3B0}"/>
                </a:ext>
              </a:extLst>
            </p:cNvPr>
            <p:cNvSpPr/>
            <p:nvPr/>
          </p:nvSpPr>
          <p:spPr>
            <a:xfrm>
              <a:off x="4196271" y="1511251"/>
              <a:ext cx="61343" cy="18513"/>
            </a:xfrm>
            <a:custGeom>
              <a:avLst/>
              <a:gdLst>
                <a:gd name="connsiteX0" fmla="*/ 0 w 61343"/>
                <a:gd name="connsiteY0" fmla="*/ 0 h 18513"/>
                <a:gd name="connsiteX1" fmla="*/ 0 w 61343"/>
                <a:gd name="connsiteY1" fmla="*/ 10853 h 18513"/>
                <a:gd name="connsiteX2" fmla="*/ 639 w 61343"/>
                <a:gd name="connsiteY2" fmla="*/ 10853 h 18513"/>
                <a:gd name="connsiteX3" fmla="*/ 31310 w 61343"/>
                <a:gd name="connsiteY3" fmla="*/ 18514 h 18513"/>
                <a:gd name="connsiteX4" fmla="*/ 31950 w 61343"/>
                <a:gd name="connsiteY4" fmla="*/ 18514 h 18513"/>
                <a:gd name="connsiteX5" fmla="*/ 60704 w 61343"/>
                <a:gd name="connsiteY5" fmla="*/ 10853 h 18513"/>
                <a:gd name="connsiteX6" fmla="*/ 61343 w 61343"/>
                <a:gd name="connsiteY6" fmla="*/ 10853 h 18513"/>
                <a:gd name="connsiteX7" fmla="*/ 61343 w 61343"/>
                <a:gd name="connsiteY7" fmla="*/ 0 h 18513"/>
                <a:gd name="connsiteX8" fmla="*/ 31310 w 61343"/>
                <a:gd name="connsiteY8" fmla="*/ 7661 h 18513"/>
                <a:gd name="connsiteX9" fmla="*/ 0 w 61343"/>
                <a:gd name="connsiteY9" fmla="*/ 0 h 1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343" h="18513">
                  <a:moveTo>
                    <a:pt x="0" y="0"/>
                  </a:moveTo>
                  <a:lnTo>
                    <a:pt x="0" y="10853"/>
                  </a:lnTo>
                  <a:lnTo>
                    <a:pt x="639" y="10853"/>
                  </a:lnTo>
                  <a:cubicBezTo>
                    <a:pt x="10224" y="15960"/>
                    <a:pt x="20448" y="18514"/>
                    <a:pt x="31310" y="18514"/>
                  </a:cubicBezTo>
                  <a:lnTo>
                    <a:pt x="31950" y="18514"/>
                  </a:lnTo>
                  <a:cubicBezTo>
                    <a:pt x="42173" y="18514"/>
                    <a:pt x="51758" y="15960"/>
                    <a:pt x="60704" y="10853"/>
                  </a:cubicBezTo>
                  <a:lnTo>
                    <a:pt x="61343" y="10853"/>
                  </a:lnTo>
                  <a:lnTo>
                    <a:pt x="61343" y="0"/>
                  </a:lnTo>
                  <a:cubicBezTo>
                    <a:pt x="51758" y="5107"/>
                    <a:pt x="41535" y="7661"/>
                    <a:pt x="31310" y="7661"/>
                  </a:cubicBezTo>
                  <a:cubicBezTo>
                    <a:pt x="19809" y="7661"/>
                    <a:pt x="9585" y="5107"/>
                    <a:pt x="0" y="0"/>
                  </a:cubicBezTo>
                  <a:close/>
                </a:path>
              </a:pathLst>
            </a:custGeom>
            <a:solidFill>
              <a:srgbClr val="26890D"/>
            </a:solidFill>
            <a:ln w="6390" cap="flat">
              <a:noFill/>
              <a:prstDash val="solid"/>
              <a:miter/>
            </a:ln>
          </p:spPr>
          <p:txBody>
            <a:bodyPr rtlCol="0" anchor="ctr"/>
            <a:lstStyle/>
            <a:p>
              <a:endParaRPr lang="en-US"/>
            </a:p>
          </p:txBody>
        </p:sp>
        <p:sp>
          <p:nvSpPr>
            <p:cNvPr id="682" name="Graphic 4">
              <a:extLst>
                <a:ext uri="{FF2B5EF4-FFF2-40B4-BE49-F238E27FC236}">
                  <a16:creationId xmlns:a16="http://schemas.microsoft.com/office/drawing/2014/main" id="{DB0C3201-6596-BF48-A409-29761BB9D1FC}"/>
                </a:ext>
              </a:extLst>
            </p:cNvPr>
            <p:cNvSpPr/>
            <p:nvPr/>
          </p:nvSpPr>
          <p:spPr>
            <a:xfrm>
              <a:off x="4045469" y="14027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96488 w 362309"/>
                <a:gd name="connsiteY6" fmla="*/ 230462 h 361971"/>
                <a:gd name="connsiteX7" fmla="*/ 92015 w 362309"/>
                <a:gd name="connsiteY7" fmla="*/ 232377 h 361971"/>
                <a:gd name="connsiteX8" fmla="*/ 87542 w 362309"/>
                <a:gd name="connsiteY8" fmla="*/ 230462 h 361971"/>
                <a:gd name="connsiteX9" fmla="*/ 87542 w 362309"/>
                <a:gd name="connsiteY9" fmla="*/ 128318 h 361971"/>
                <a:gd name="connsiteX10" fmla="*/ 96488 w 362309"/>
                <a:gd name="connsiteY10" fmla="*/ 128956 h 361971"/>
                <a:gd name="connsiteX11" fmla="*/ 95849 w 362309"/>
                <a:gd name="connsiteY11" fmla="*/ 137894 h 361971"/>
                <a:gd name="connsiteX12" fmla="*/ 79235 w 362309"/>
                <a:gd name="connsiteY12" fmla="*/ 180028 h 361971"/>
                <a:gd name="connsiteX13" fmla="*/ 95849 w 362309"/>
                <a:gd name="connsiteY13" fmla="*/ 220886 h 361971"/>
                <a:gd name="connsiteX14" fmla="*/ 96488 w 362309"/>
                <a:gd name="connsiteY14" fmla="*/ 230462 h 361971"/>
                <a:gd name="connsiteX15" fmla="*/ 96488 w 362309"/>
                <a:gd name="connsiteY15" fmla="*/ 230462 h 361971"/>
                <a:gd name="connsiteX16" fmla="*/ 111185 w 362309"/>
                <a:gd name="connsiteY16" fmla="*/ 216417 h 361971"/>
                <a:gd name="connsiteX17" fmla="*/ 106712 w 362309"/>
                <a:gd name="connsiteY17" fmla="*/ 218332 h 361971"/>
                <a:gd name="connsiteX18" fmla="*/ 102239 w 362309"/>
                <a:gd name="connsiteY18" fmla="*/ 216417 h 361971"/>
                <a:gd name="connsiteX19" fmla="*/ 86903 w 362309"/>
                <a:gd name="connsiteY19" fmla="*/ 180028 h 361971"/>
                <a:gd name="connsiteX20" fmla="*/ 101600 w 362309"/>
                <a:gd name="connsiteY20" fmla="*/ 144916 h 361971"/>
                <a:gd name="connsiteX21" fmla="*/ 110546 w 362309"/>
                <a:gd name="connsiteY21" fmla="*/ 144916 h 361971"/>
                <a:gd name="connsiteX22" fmla="*/ 110546 w 362309"/>
                <a:gd name="connsiteY22" fmla="*/ 153854 h 361971"/>
                <a:gd name="connsiteX23" fmla="*/ 99683 w 362309"/>
                <a:gd name="connsiteY23" fmla="*/ 180028 h 361971"/>
                <a:gd name="connsiteX24" fmla="*/ 111185 w 362309"/>
                <a:gd name="connsiteY24" fmla="*/ 207479 h 361971"/>
                <a:gd name="connsiteX25" fmla="*/ 111185 w 362309"/>
                <a:gd name="connsiteY25" fmla="*/ 216417 h 361971"/>
                <a:gd name="connsiteX26" fmla="*/ 111185 w 362309"/>
                <a:gd name="connsiteY26" fmla="*/ 216417 h 361971"/>
                <a:gd name="connsiteX27" fmla="*/ 127799 w 362309"/>
                <a:gd name="connsiteY27" fmla="*/ 192158 h 361971"/>
                <a:gd name="connsiteX28" fmla="*/ 127799 w 362309"/>
                <a:gd name="connsiteY28" fmla="*/ 201095 h 361971"/>
                <a:gd name="connsiteX29" fmla="*/ 123326 w 362309"/>
                <a:gd name="connsiteY29" fmla="*/ 203011 h 361971"/>
                <a:gd name="connsiteX30" fmla="*/ 118853 w 362309"/>
                <a:gd name="connsiteY30" fmla="*/ 201095 h 361971"/>
                <a:gd name="connsiteX31" fmla="*/ 118853 w 362309"/>
                <a:gd name="connsiteY31" fmla="*/ 160876 h 361971"/>
                <a:gd name="connsiteX32" fmla="*/ 127799 w 362309"/>
                <a:gd name="connsiteY32" fmla="*/ 160238 h 361971"/>
                <a:gd name="connsiteX33" fmla="*/ 128438 w 362309"/>
                <a:gd name="connsiteY33" fmla="*/ 169176 h 361971"/>
                <a:gd name="connsiteX34" fmla="*/ 128438 w 362309"/>
                <a:gd name="connsiteY34" fmla="*/ 169176 h 361971"/>
                <a:gd name="connsiteX35" fmla="*/ 127799 w 362309"/>
                <a:gd name="connsiteY35" fmla="*/ 192158 h 361971"/>
                <a:gd name="connsiteX36" fmla="*/ 224287 w 362309"/>
                <a:gd name="connsiteY36" fmla="*/ 266850 h 361971"/>
                <a:gd name="connsiteX37" fmla="*/ 182113 w 362309"/>
                <a:gd name="connsiteY37" fmla="*/ 292386 h 361971"/>
                <a:gd name="connsiteX38" fmla="*/ 144413 w 362309"/>
                <a:gd name="connsiteY38" fmla="*/ 280895 h 361971"/>
                <a:gd name="connsiteX39" fmla="*/ 138023 w 362309"/>
                <a:gd name="connsiteY39" fmla="*/ 264297 h 361971"/>
                <a:gd name="connsiteX40" fmla="*/ 138023 w 362309"/>
                <a:gd name="connsiteY40" fmla="*/ 96398 h 361971"/>
                <a:gd name="connsiteX41" fmla="*/ 145052 w 362309"/>
                <a:gd name="connsiteY41" fmla="*/ 80438 h 361971"/>
                <a:gd name="connsiteX42" fmla="*/ 182113 w 362309"/>
                <a:gd name="connsiteY42" fmla="*/ 68947 h 361971"/>
                <a:gd name="connsiteX43" fmla="*/ 218536 w 362309"/>
                <a:gd name="connsiteY43" fmla="*/ 80438 h 361971"/>
                <a:gd name="connsiteX44" fmla="*/ 224287 w 362309"/>
                <a:gd name="connsiteY44" fmla="*/ 95121 h 361971"/>
                <a:gd name="connsiteX45" fmla="*/ 224287 w 362309"/>
                <a:gd name="connsiteY45" fmla="*/ 266850 h 361971"/>
                <a:gd name="connsiteX46" fmla="*/ 239623 w 362309"/>
                <a:gd name="connsiteY46" fmla="*/ 203011 h 361971"/>
                <a:gd name="connsiteX47" fmla="*/ 235150 w 362309"/>
                <a:gd name="connsiteY47" fmla="*/ 201734 h 361971"/>
                <a:gd name="connsiteX48" fmla="*/ 234511 w 362309"/>
                <a:gd name="connsiteY48" fmla="*/ 192796 h 361971"/>
                <a:gd name="connsiteX49" fmla="*/ 234511 w 362309"/>
                <a:gd name="connsiteY49" fmla="*/ 169176 h 361971"/>
                <a:gd name="connsiteX50" fmla="*/ 234511 w 362309"/>
                <a:gd name="connsiteY50" fmla="*/ 160238 h 361971"/>
                <a:gd name="connsiteX51" fmla="*/ 243457 w 362309"/>
                <a:gd name="connsiteY51" fmla="*/ 160238 h 361971"/>
                <a:gd name="connsiteX52" fmla="*/ 243457 w 362309"/>
                <a:gd name="connsiteY52" fmla="*/ 200457 h 361971"/>
                <a:gd name="connsiteX53" fmla="*/ 239623 w 362309"/>
                <a:gd name="connsiteY53" fmla="*/ 203011 h 361971"/>
                <a:gd name="connsiteX54" fmla="*/ 256876 w 362309"/>
                <a:gd name="connsiteY54" fmla="*/ 217694 h 361971"/>
                <a:gd name="connsiteX55" fmla="*/ 250486 w 362309"/>
                <a:gd name="connsiteY55" fmla="*/ 211310 h 361971"/>
                <a:gd name="connsiteX56" fmla="*/ 252403 w 362309"/>
                <a:gd name="connsiteY56" fmla="*/ 206841 h 361971"/>
                <a:gd name="connsiteX57" fmla="*/ 263266 w 362309"/>
                <a:gd name="connsiteY57" fmla="*/ 180667 h 361971"/>
                <a:gd name="connsiteX58" fmla="*/ 251764 w 362309"/>
                <a:gd name="connsiteY58" fmla="*/ 153216 h 361971"/>
                <a:gd name="connsiteX59" fmla="*/ 251764 w 362309"/>
                <a:gd name="connsiteY59" fmla="*/ 144278 h 361971"/>
                <a:gd name="connsiteX60" fmla="*/ 251764 w 362309"/>
                <a:gd name="connsiteY60" fmla="*/ 144278 h 361971"/>
                <a:gd name="connsiteX61" fmla="*/ 260710 w 362309"/>
                <a:gd name="connsiteY61" fmla="*/ 144278 h 361971"/>
                <a:gd name="connsiteX62" fmla="*/ 276045 w 362309"/>
                <a:gd name="connsiteY62" fmla="*/ 180667 h 361971"/>
                <a:gd name="connsiteX63" fmla="*/ 261349 w 362309"/>
                <a:gd name="connsiteY63" fmla="*/ 216417 h 361971"/>
                <a:gd name="connsiteX64" fmla="*/ 256876 w 362309"/>
                <a:gd name="connsiteY64" fmla="*/ 217694 h 361971"/>
                <a:gd name="connsiteX65" fmla="*/ 275407 w 362309"/>
                <a:gd name="connsiteY65" fmla="*/ 231738 h 361971"/>
                <a:gd name="connsiteX66" fmla="*/ 270934 w 362309"/>
                <a:gd name="connsiteY66" fmla="*/ 233015 h 361971"/>
                <a:gd name="connsiteX67" fmla="*/ 265822 w 362309"/>
                <a:gd name="connsiteY67" fmla="*/ 231100 h 361971"/>
                <a:gd name="connsiteX68" fmla="*/ 266460 w 362309"/>
                <a:gd name="connsiteY68" fmla="*/ 222163 h 361971"/>
                <a:gd name="connsiteX69" fmla="*/ 283075 w 362309"/>
                <a:gd name="connsiteY69" fmla="*/ 180028 h 361971"/>
                <a:gd name="connsiteX70" fmla="*/ 266460 w 362309"/>
                <a:gd name="connsiteY70" fmla="*/ 139171 h 361971"/>
                <a:gd name="connsiteX71" fmla="*/ 265822 w 362309"/>
                <a:gd name="connsiteY71" fmla="*/ 130233 h 361971"/>
                <a:gd name="connsiteX72" fmla="*/ 274767 w 362309"/>
                <a:gd name="connsiteY72" fmla="*/ 129595 h 361971"/>
                <a:gd name="connsiteX73" fmla="*/ 275407 w 362309"/>
                <a:gd name="connsiteY73" fmla="*/ 231738 h 361971"/>
                <a:gd name="connsiteX74" fmla="*/ 275407 w 362309"/>
                <a:gd name="connsiteY74" fmla="*/ 23173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lose/>
                  <a:moveTo>
                    <a:pt x="96488" y="230462"/>
                  </a:moveTo>
                  <a:cubicBezTo>
                    <a:pt x="95210" y="231738"/>
                    <a:pt x="93293" y="232377"/>
                    <a:pt x="92015" y="232377"/>
                  </a:cubicBezTo>
                  <a:cubicBezTo>
                    <a:pt x="90737" y="232377"/>
                    <a:pt x="88820" y="231738"/>
                    <a:pt x="87542" y="230462"/>
                  </a:cubicBezTo>
                  <a:cubicBezTo>
                    <a:pt x="59427" y="202372"/>
                    <a:pt x="59427" y="156408"/>
                    <a:pt x="87542" y="128318"/>
                  </a:cubicBezTo>
                  <a:cubicBezTo>
                    <a:pt x="90098" y="125764"/>
                    <a:pt x="94571" y="126403"/>
                    <a:pt x="96488" y="128956"/>
                  </a:cubicBezTo>
                  <a:cubicBezTo>
                    <a:pt x="99044" y="131510"/>
                    <a:pt x="98405" y="135979"/>
                    <a:pt x="95849" y="137894"/>
                  </a:cubicBezTo>
                  <a:cubicBezTo>
                    <a:pt x="84986" y="149385"/>
                    <a:pt x="78597" y="164707"/>
                    <a:pt x="79235" y="180028"/>
                  </a:cubicBezTo>
                  <a:cubicBezTo>
                    <a:pt x="79235" y="195350"/>
                    <a:pt x="85625" y="210033"/>
                    <a:pt x="95849" y="220886"/>
                  </a:cubicBezTo>
                  <a:cubicBezTo>
                    <a:pt x="98405" y="224078"/>
                    <a:pt x="99044" y="227908"/>
                    <a:pt x="96488" y="230462"/>
                  </a:cubicBezTo>
                  <a:cubicBezTo>
                    <a:pt x="96488" y="230462"/>
                    <a:pt x="96488" y="230462"/>
                    <a:pt x="96488" y="230462"/>
                  </a:cubicBezTo>
                  <a:close/>
                  <a:moveTo>
                    <a:pt x="111185" y="216417"/>
                  </a:moveTo>
                  <a:cubicBezTo>
                    <a:pt x="109907" y="217694"/>
                    <a:pt x="108629" y="218332"/>
                    <a:pt x="106712" y="218332"/>
                  </a:cubicBezTo>
                  <a:cubicBezTo>
                    <a:pt x="104795" y="218332"/>
                    <a:pt x="103517" y="217694"/>
                    <a:pt x="102239" y="216417"/>
                  </a:cubicBezTo>
                  <a:cubicBezTo>
                    <a:pt x="92654" y="206841"/>
                    <a:pt x="86903" y="194073"/>
                    <a:pt x="86903" y="180028"/>
                  </a:cubicBezTo>
                  <a:cubicBezTo>
                    <a:pt x="87542" y="166622"/>
                    <a:pt x="92654" y="154492"/>
                    <a:pt x="101600" y="144916"/>
                  </a:cubicBezTo>
                  <a:cubicBezTo>
                    <a:pt x="104156" y="142363"/>
                    <a:pt x="107990" y="142363"/>
                    <a:pt x="110546" y="144916"/>
                  </a:cubicBezTo>
                  <a:cubicBezTo>
                    <a:pt x="113102" y="147470"/>
                    <a:pt x="113102" y="151300"/>
                    <a:pt x="110546" y="153854"/>
                  </a:cubicBezTo>
                  <a:cubicBezTo>
                    <a:pt x="104156" y="160876"/>
                    <a:pt x="100322" y="170452"/>
                    <a:pt x="99683" y="180028"/>
                  </a:cubicBezTo>
                  <a:cubicBezTo>
                    <a:pt x="99683" y="190243"/>
                    <a:pt x="103517" y="199819"/>
                    <a:pt x="111185" y="207479"/>
                  </a:cubicBezTo>
                  <a:cubicBezTo>
                    <a:pt x="113741" y="210033"/>
                    <a:pt x="113741" y="213863"/>
                    <a:pt x="111185" y="216417"/>
                  </a:cubicBezTo>
                  <a:cubicBezTo>
                    <a:pt x="111185" y="216417"/>
                    <a:pt x="111185" y="216417"/>
                    <a:pt x="111185" y="216417"/>
                  </a:cubicBezTo>
                  <a:close/>
                  <a:moveTo>
                    <a:pt x="127799" y="192158"/>
                  </a:moveTo>
                  <a:cubicBezTo>
                    <a:pt x="130355" y="194711"/>
                    <a:pt x="130355" y="198542"/>
                    <a:pt x="127799" y="201095"/>
                  </a:cubicBezTo>
                  <a:cubicBezTo>
                    <a:pt x="126521" y="202372"/>
                    <a:pt x="125243" y="203011"/>
                    <a:pt x="123326" y="203011"/>
                  </a:cubicBezTo>
                  <a:cubicBezTo>
                    <a:pt x="121409" y="203011"/>
                    <a:pt x="120131" y="202372"/>
                    <a:pt x="118853" y="201095"/>
                  </a:cubicBezTo>
                  <a:cubicBezTo>
                    <a:pt x="107990" y="189604"/>
                    <a:pt x="107990" y="171729"/>
                    <a:pt x="118853" y="160876"/>
                  </a:cubicBezTo>
                  <a:cubicBezTo>
                    <a:pt x="120770" y="158323"/>
                    <a:pt x="125243" y="157684"/>
                    <a:pt x="127799" y="160238"/>
                  </a:cubicBezTo>
                  <a:cubicBezTo>
                    <a:pt x="130355" y="162792"/>
                    <a:pt x="130994" y="166622"/>
                    <a:pt x="128438" y="169176"/>
                  </a:cubicBezTo>
                  <a:cubicBezTo>
                    <a:pt x="128438" y="169176"/>
                    <a:pt x="128438" y="169176"/>
                    <a:pt x="128438" y="169176"/>
                  </a:cubicBezTo>
                  <a:cubicBezTo>
                    <a:pt x="122048" y="174921"/>
                    <a:pt x="121409" y="185135"/>
                    <a:pt x="127799" y="192158"/>
                  </a:cubicBezTo>
                  <a:close/>
                  <a:moveTo>
                    <a:pt x="224287" y="266850"/>
                  </a:moveTo>
                  <a:cubicBezTo>
                    <a:pt x="224287" y="268127"/>
                    <a:pt x="222370" y="292386"/>
                    <a:pt x="182113" y="292386"/>
                  </a:cubicBezTo>
                  <a:cubicBezTo>
                    <a:pt x="164221" y="292386"/>
                    <a:pt x="152081" y="288556"/>
                    <a:pt x="144413" y="280895"/>
                  </a:cubicBezTo>
                  <a:cubicBezTo>
                    <a:pt x="139940" y="276426"/>
                    <a:pt x="138023" y="270042"/>
                    <a:pt x="138023" y="264297"/>
                  </a:cubicBezTo>
                  <a:lnTo>
                    <a:pt x="138023" y="96398"/>
                  </a:lnTo>
                  <a:cubicBezTo>
                    <a:pt x="138023" y="90653"/>
                    <a:pt x="140579" y="84907"/>
                    <a:pt x="145052" y="80438"/>
                  </a:cubicBezTo>
                  <a:cubicBezTo>
                    <a:pt x="152720" y="72777"/>
                    <a:pt x="164861" y="68947"/>
                    <a:pt x="182113" y="68947"/>
                  </a:cubicBezTo>
                  <a:cubicBezTo>
                    <a:pt x="199366" y="68947"/>
                    <a:pt x="211507" y="72777"/>
                    <a:pt x="218536" y="80438"/>
                  </a:cubicBezTo>
                  <a:cubicBezTo>
                    <a:pt x="222370" y="84269"/>
                    <a:pt x="224287" y="90014"/>
                    <a:pt x="224287" y="95121"/>
                  </a:cubicBezTo>
                  <a:lnTo>
                    <a:pt x="224287" y="266850"/>
                  </a:lnTo>
                  <a:close/>
                  <a:moveTo>
                    <a:pt x="239623" y="203011"/>
                  </a:moveTo>
                  <a:cubicBezTo>
                    <a:pt x="238345" y="203011"/>
                    <a:pt x="236428" y="202372"/>
                    <a:pt x="235150" y="201734"/>
                  </a:cubicBezTo>
                  <a:cubicBezTo>
                    <a:pt x="232594" y="199180"/>
                    <a:pt x="231955" y="195350"/>
                    <a:pt x="234511" y="192796"/>
                  </a:cubicBezTo>
                  <a:cubicBezTo>
                    <a:pt x="240901" y="186412"/>
                    <a:pt x="240901" y="176198"/>
                    <a:pt x="234511" y="169176"/>
                  </a:cubicBezTo>
                  <a:cubicBezTo>
                    <a:pt x="231955" y="166622"/>
                    <a:pt x="231955" y="162792"/>
                    <a:pt x="234511" y="160238"/>
                  </a:cubicBezTo>
                  <a:cubicBezTo>
                    <a:pt x="237067" y="157684"/>
                    <a:pt x="240901" y="157684"/>
                    <a:pt x="243457" y="160238"/>
                  </a:cubicBezTo>
                  <a:cubicBezTo>
                    <a:pt x="254320" y="171729"/>
                    <a:pt x="254320" y="189604"/>
                    <a:pt x="243457" y="200457"/>
                  </a:cubicBezTo>
                  <a:cubicBezTo>
                    <a:pt x="242818" y="201734"/>
                    <a:pt x="241540" y="203011"/>
                    <a:pt x="239623" y="203011"/>
                  </a:cubicBezTo>
                  <a:close/>
                  <a:moveTo>
                    <a:pt x="256876" y="217694"/>
                  </a:moveTo>
                  <a:cubicBezTo>
                    <a:pt x="253042" y="217694"/>
                    <a:pt x="250486" y="214502"/>
                    <a:pt x="250486" y="211310"/>
                  </a:cubicBezTo>
                  <a:cubicBezTo>
                    <a:pt x="250486" y="209395"/>
                    <a:pt x="251125" y="208118"/>
                    <a:pt x="252403" y="206841"/>
                  </a:cubicBezTo>
                  <a:cubicBezTo>
                    <a:pt x="258792" y="199819"/>
                    <a:pt x="262627" y="190243"/>
                    <a:pt x="263266" y="180667"/>
                  </a:cubicBezTo>
                  <a:cubicBezTo>
                    <a:pt x="263266" y="170452"/>
                    <a:pt x="259432" y="160876"/>
                    <a:pt x="251764" y="153216"/>
                  </a:cubicBezTo>
                  <a:cubicBezTo>
                    <a:pt x="249208" y="150662"/>
                    <a:pt x="249208" y="146832"/>
                    <a:pt x="251764" y="144278"/>
                  </a:cubicBezTo>
                  <a:cubicBezTo>
                    <a:pt x="251764" y="144278"/>
                    <a:pt x="251764" y="144278"/>
                    <a:pt x="251764" y="144278"/>
                  </a:cubicBezTo>
                  <a:cubicBezTo>
                    <a:pt x="254320" y="141724"/>
                    <a:pt x="258154" y="141724"/>
                    <a:pt x="260710" y="144278"/>
                  </a:cubicBezTo>
                  <a:cubicBezTo>
                    <a:pt x="270295" y="153854"/>
                    <a:pt x="276045" y="167260"/>
                    <a:pt x="276045" y="180667"/>
                  </a:cubicBezTo>
                  <a:cubicBezTo>
                    <a:pt x="276045" y="194073"/>
                    <a:pt x="270295" y="206841"/>
                    <a:pt x="261349" y="216417"/>
                  </a:cubicBezTo>
                  <a:cubicBezTo>
                    <a:pt x="260071" y="217694"/>
                    <a:pt x="258792" y="218332"/>
                    <a:pt x="256876" y="217694"/>
                  </a:cubicBezTo>
                  <a:close/>
                  <a:moveTo>
                    <a:pt x="275407" y="231738"/>
                  </a:moveTo>
                  <a:cubicBezTo>
                    <a:pt x="274128" y="233015"/>
                    <a:pt x="272850" y="233015"/>
                    <a:pt x="270934" y="233015"/>
                  </a:cubicBezTo>
                  <a:cubicBezTo>
                    <a:pt x="269017" y="233015"/>
                    <a:pt x="267100" y="232377"/>
                    <a:pt x="265822" y="231100"/>
                  </a:cubicBezTo>
                  <a:cubicBezTo>
                    <a:pt x="263266" y="228546"/>
                    <a:pt x="263905" y="224716"/>
                    <a:pt x="266460" y="222163"/>
                  </a:cubicBezTo>
                  <a:cubicBezTo>
                    <a:pt x="277323" y="210671"/>
                    <a:pt x="283713" y="195350"/>
                    <a:pt x="283075" y="180028"/>
                  </a:cubicBezTo>
                  <a:cubicBezTo>
                    <a:pt x="283075" y="164707"/>
                    <a:pt x="276685" y="150024"/>
                    <a:pt x="266460" y="139171"/>
                  </a:cubicBezTo>
                  <a:cubicBezTo>
                    <a:pt x="263905" y="136617"/>
                    <a:pt x="263905" y="132787"/>
                    <a:pt x="265822" y="130233"/>
                  </a:cubicBezTo>
                  <a:cubicBezTo>
                    <a:pt x="267739" y="127680"/>
                    <a:pt x="272212" y="127680"/>
                    <a:pt x="274767" y="129595"/>
                  </a:cubicBezTo>
                  <a:cubicBezTo>
                    <a:pt x="303522" y="158323"/>
                    <a:pt x="303522" y="203649"/>
                    <a:pt x="275407" y="231738"/>
                  </a:cubicBezTo>
                  <a:lnTo>
                    <a:pt x="275407" y="231738"/>
                  </a:lnTo>
                  <a:close/>
                </a:path>
              </a:pathLst>
            </a:custGeom>
            <a:solidFill>
              <a:srgbClr val="26890D"/>
            </a:solidFill>
            <a:ln w="6390" cap="flat">
              <a:noFill/>
              <a:prstDash val="solid"/>
              <a:miter/>
            </a:ln>
          </p:spPr>
          <p:txBody>
            <a:bodyPr rtlCol="0" anchor="ctr"/>
            <a:lstStyle/>
            <a:p>
              <a:endParaRPr lang="en-US"/>
            </a:p>
          </p:txBody>
        </p:sp>
      </p:grpSp>
      <p:grpSp>
        <p:nvGrpSpPr>
          <p:cNvPr id="683" name="Graphic 4">
            <a:extLst>
              <a:ext uri="{FF2B5EF4-FFF2-40B4-BE49-F238E27FC236}">
                <a16:creationId xmlns:a16="http://schemas.microsoft.com/office/drawing/2014/main" id="{BAB15FF8-FC21-334F-8546-6F1B892412DC}"/>
              </a:ext>
            </a:extLst>
          </p:cNvPr>
          <p:cNvGrpSpPr/>
          <p:nvPr/>
        </p:nvGrpSpPr>
        <p:grpSpPr>
          <a:xfrm>
            <a:off x="1952125" y="918179"/>
            <a:ext cx="362313" cy="361971"/>
            <a:chOff x="1952125" y="918179"/>
            <a:chExt cx="362313" cy="361971"/>
          </a:xfrm>
          <a:solidFill>
            <a:srgbClr val="86BC25"/>
          </a:solidFill>
        </p:grpSpPr>
        <p:sp>
          <p:nvSpPr>
            <p:cNvPr id="684" name="Graphic 4">
              <a:extLst>
                <a:ext uri="{FF2B5EF4-FFF2-40B4-BE49-F238E27FC236}">
                  <a16:creationId xmlns:a16="http://schemas.microsoft.com/office/drawing/2014/main" id="{F3A2A998-CCB4-484D-98D7-A54189AAE14C}"/>
                </a:ext>
              </a:extLst>
            </p:cNvPr>
            <p:cNvSpPr/>
            <p:nvPr/>
          </p:nvSpPr>
          <p:spPr>
            <a:xfrm>
              <a:off x="2154047" y="1043943"/>
              <a:ext cx="34505" cy="35750"/>
            </a:xfrm>
            <a:custGeom>
              <a:avLst/>
              <a:gdLst>
                <a:gd name="connsiteX0" fmla="*/ 639 w 34505"/>
                <a:gd name="connsiteY0" fmla="*/ 638 h 35750"/>
                <a:gd name="connsiteX1" fmla="*/ 639 w 34505"/>
                <a:gd name="connsiteY1" fmla="*/ 638 h 35750"/>
                <a:gd name="connsiteX2" fmla="*/ 0 w 34505"/>
                <a:gd name="connsiteY2" fmla="*/ 35112 h 35750"/>
                <a:gd name="connsiteX3" fmla="*/ 639 w 34505"/>
                <a:gd name="connsiteY3" fmla="*/ 35750 h 35750"/>
                <a:gd name="connsiteX4" fmla="*/ 33867 w 34505"/>
                <a:gd name="connsiteY4" fmla="*/ 35750 h 35750"/>
                <a:gd name="connsiteX5" fmla="*/ 34506 w 34505"/>
                <a:gd name="connsiteY5" fmla="*/ 35112 h 35750"/>
                <a:gd name="connsiteX6" fmla="*/ 34506 w 34505"/>
                <a:gd name="connsiteY6" fmla="*/ 638 h 35750"/>
                <a:gd name="connsiteX7" fmla="*/ 33867 w 34505"/>
                <a:gd name="connsiteY7" fmla="*/ 0 h 35750"/>
                <a:gd name="connsiteX8" fmla="*/ 639 w 34505"/>
                <a:gd name="connsiteY8" fmla="*/ 638 h 35750"/>
                <a:gd name="connsiteX9" fmla="*/ 17253 w 34505"/>
                <a:gd name="connsiteY9" fmla="*/ 24898 h 35750"/>
                <a:gd name="connsiteX10" fmla="*/ 9585 w 34505"/>
                <a:gd name="connsiteY10" fmla="*/ 17237 h 35750"/>
                <a:gd name="connsiteX11" fmla="*/ 17253 w 34505"/>
                <a:gd name="connsiteY11" fmla="*/ 9576 h 35750"/>
                <a:gd name="connsiteX12" fmla="*/ 24921 w 34505"/>
                <a:gd name="connsiteY12" fmla="*/ 17237 h 35750"/>
                <a:gd name="connsiteX13" fmla="*/ 17253 w 34505"/>
                <a:gd name="connsiteY13" fmla="*/ 24898 h 35750"/>
                <a:gd name="connsiteX14" fmla="*/ 17253 w 34505"/>
                <a:gd name="connsiteY14" fmla="*/ 24898 h 35750"/>
                <a:gd name="connsiteX15" fmla="*/ 17253 w 34505"/>
                <a:gd name="connsiteY15" fmla="*/ 24898 h 3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505" h="35750">
                  <a:moveTo>
                    <a:pt x="639" y="638"/>
                  </a:moveTo>
                  <a:cubicBezTo>
                    <a:pt x="639" y="638"/>
                    <a:pt x="639" y="638"/>
                    <a:pt x="639" y="638"/>
                  </a:cubicBezTo>
                  <a:lnTo>
                    <a:pt x="0" y="35112"/>
                  </a:lnTo>
                  <a:cubicBezTo>
                    <a:pt x="0" y="35112"/>
                    <a:pt x="0" y="35750"/>
                    <a:pt x="639" y="35750"/>
                  </a:cubicBezTo>
                  <a:lnTo>
                    <a:pt x="33867" y="35750"/>
                  </a:lnTo>
                  <a:cubicBezTo>
                    <a:pt x="33867" y="35750"/>
                    <a:pt x="34506" y="35750"/>
                    <a:pt x="34506" y="35112"/>
                  </a:cubicBezTo>
                  <a:lnTo>
                    <a:pt x="34506" y="638"/>
                  </a:lnTo>
                  <a:cubicBezTo>
                    <a:pt x="34506" y="638"/>
                    <a:pt x="34506" y="0"/>
                    <a:pt x="33867" y="0"/>
                  </a:cubicBezTo>
                  <a:lnTo>
                    <a:pt x="639" y="638"/>
                  </a:lnTo>
                  <a:close/>
                  <a:moveTo>
                    <a:pt x="17253" y="24898"/>
                  </a:moveTo>
                  <a:cubicBezTo>
                    <a:pt x="13419" y="24898"/>
                    <a:pt x="9585" y="21706"/>
                    <a:pt x="9585" y="17237"/>
                  </a:cubicBezTo>
                  <a:cubicBezTo>
                    <a:pt x="9585" y="12768"/>
                    <a:pt x="12780" y="9576"/>
                    <a:pt x="17253" y="9576"/>
                  </a:cubicBezTo>
                  <a:cubicBezTo>
                    <a:pt x="21087" y="9576"/>
                    <a:pt x="24921" y="12768"/>
                    <a:pt x="24921" y="17237"/>
                  </a:cubicBezTo>
                  <a:cubicBezTo>
                    <a:pt x="24921" y="21706"/>
                    <a:pt x="21726" y="24898"/>
                    <a:pt x="17253" y="24898"/>
                  </a:cubicBezTo>
                  <a:cubicBezTo>
                    <a:pt x="17253" y="24898"/>
                    <a:pt x="17253" y="24898"/>
                    <a:pt x="17253" y="24898"/>
                  </a:cubicBezTo>
                  <a:lnTo>
                    <a:pt x="17253" y="24898"/>
                  </a:lnTo>
                  <a:close/>
                </a:path>
              </a:pathLst>
            </a:custGeom>
            <a:solidFill>
              <a:srgbClr val="86BC25"/>
            </a:solidFill>
            <a:ln w="6390" cap="flat">
              <a:noFill/>
              <a:prstDash val="solid"/>
              <a:miter/>
            </a:ln>
          </p:spPr>
          <p:txBody>
            <a:bodyPr rtlCol="0" anchor="ctr"/>
            <a:lstStyle/>
            <a:p>
              <a:endParaRPr lang="en-US"/>
            </a:p>
          </p:txBody>
        </p:sp>
        <p:sp>
          <p:nvSpPr>
            <p:cNvPr id="685" name="Graphic 4">
              <a:extLst>
                <a:ext uri="{FF2B5EF4-FFF2-40B4-BE49-F238E27FC236}">
                  <a16:creationId xmlns:a16="http://schemas.microsoft.com/office/drawing/2014/main" id="{A1D485C6-2051-5840-B433-86B1BF9012B8}"/>
                </a:ext>
              </a:extLst>
            </p:cNvPr>
            <p:cNvSpPr/>
            <p:nvPr/>
          </p:nvSpPr>
          <p:spPr>
            <a:xfrm>
              <a:off x="2078646" y="1043943"/>
              <a:ext cx="35144" cy="35750"/>
            </a:xfrm>
            <a:custGeom>
              <a:avLst/>
              <a:gdLst>
                <a:gd name="connsiteX0" fmla="*/ 639 w 35144"/>
                <a:gd name="connsiteY0" fmla="*/ 638 h 35750"/>
                <a:gd name="connsiteX1" fmla="*/ 639 w 35144"/>
                <a:gd name="connsiteY1" fmla="*/ 638 h 35750"/>
                <a:gd name="connsiteX2" fmla="*/ 639 w 35144"/>
                <a:gd name="connsiteY2" fmla="*/ 638 h 35750"/>
                <a:gd name="connsiteX3" fmla="*/ 0 w 35144"/>
                <a:gd name="connsiteY3" fmla="*/ 35112 h 35750"/>
                <a:gd name="connsiteX4" fmla="*/ 639 w 35144"/>
                <a:gd name="connsiteY4" fmla="*/ 35750 h 35750"/>
                <a:gd name="connsiteX5" fmla="*/ 34506 w 35144"/>
                <a:gd name="connsiteY5" fmla="*/ 35750 h 35750"/>
                <a:gd name="connsiteX6" fmla="*/ 35145 w 35144"/>
                <a:gd name="connsiteY6" fmla="*/ 35112 h 35750"/>
                <a:gd name="connsiteX7" fmla="*/ 35145 w 35144"/>
                <a:gd name="connsiteY7" fmla="*/ 638 h 35750"/>
                <a:gd name="connsiteX8" fmla="*/ 34506 w 35144"/>
                <a:gd name="connsiteY8" fmla="*/ 0 h 35750"/>
                <a:gd name="connsiteX9" fmla="*/ 639 w 35144"/>
                <a:gd name="connsiteY9" fmla="*/ 638 h 35750"/>
                <a:gd name="connsiteX10" fmla="*/ 17892 w 35144"/>
                <a:gd name="connsiteY10" fmla="*/ 24898 h 35750"/>
                <a:gd name="connsiteX11" fmla="*/ 10224 w 35144"/>
                <a:gd name="connsiteY11" fmla="*/ 17237 h 35750"/>
                <a:gd name="connsiteX12" fmla="*/ 17892 w 35144"/>
                <a:gd name="connsiteY12" fmla="*/ 9576 h 35750"/>
                <a:gd name="connsiteX13" fmla="*/ 25560 w 35144"/>
                <a:gd name="connsiteY13" fmla="*/ 17237 h 35750"/>
                <a:gd name="connsiteX14" fmla="*/ 17892 w 35144"/>
                <a:gd name="connsiteY14" fmla="*/ 24898 h 35750"/>
                <a:gd name="connsiteX15" fmla="*/ 17892 w 35144"/>
                <a:gd name="connsiteY15" fmla="*/ 24898 h 3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144" h="35750">
                  <a:moveTo>
                    <a:pt x="639" y="638"/>
                  </a:moveTo>
                  <a:cubicBezTo>
                    <a:pt x="639" y="638"/>
                    <a:pt x="639" y="638"/>
                    <a:pt x="639" y="638"/>
                  </a:cubicBezTo>
                  <a:cubicBezTo>
                    <a:pt x="0" y="638"/>
                    <a:pt x="0" y="1277"/>
                    <a:pt x="639" y="638"/>
                  </a:cubicBezTo>
                  <a:lnTo>
                    <a:pt x="0" y="35112"/>
                  </a:lnTo>
                  <a:cubicBezTo>
                    <a:pt x="0" y="35112"/>
                    <a:pt x="0" y="35750"/>
                    <a:pt x="639" y="35750"/>
                  </a:cubicBezTo>
                  <a:lnTo>
                    <a:pt x="34506" y="35750"/>
                  </a:lnTo>
                  <a:cubicBezTo>
                    <a:pt x="34506" y="35750"/>
                    <a:pt x="35145" y="35750"/>
                    <a:pt x="35145" y="35112"/>
                  </a:cubicBezTo>
                  <a:lnTo>
                    <a:pt x="35145" y="638"/>
                  </a:lnTo>
                  <a:cubicBezTo>
                    <a:pt x="35145" y="638"/>
                    <a:pt x="35145" y="0"/>
                    <a:pt x="34506" y="0"/>
                  </a:cubicBezTo>
                  <a:lnTo>
                    <a:pt x="639" y="638"/>
                  </a:lnTo>
                  <a:close/>
                  <a:moveTo>
                    <a:pt x="17892" y="24898"/>
                  </a:moveTo>
                  <a:cubicBezTo>
                    <a:pt x="14058" y="24898"/>
                    <a:pt x="10224" y="21706"/>
                    <a:pt x="10224" y="17237"/>
                  </a:cubicBezTo>
                  <a:cubicBezTo>
                    <a:pt x="10224" y="12768"/>
                    <a:pt x="13419" y="9576"/>
                    <a:pt x="17892" y="9576"/>
                  </a:cubicBezTo>
                  <a:cubicBezTo>
                    <a:pt x="21726" y="9576"/>
                    <a:pt x="25560" y="12768"/>
                    <a:pt x="25560" y="17237"/>
                  </a:cubicBezTo>
                  <a:cubicBezTo>
                    <a:pt x="24921" y="21706"/>
                    <a:pt x="21726" y="24898"/>
                    <a:pt x="17892" y="24898"/>
                  </a:cubicBezTo>
                  <a:lnTo>
                    <a:pt x="17892" y="24898"/>
                  </a:lnTo>
                  <a:close/>
                </a:path>
              </a:pathLst>
            </a:custGeom>
            <a:solidFill>
              <a:srgbClr val="86BC25"/>
            </a:solidFill>
            <a:ln w="6390" cap="flat">
              <a:noFill/>
              <a:prstDash val="solid"/>
              <a:miter/>
            </a:ln>
          </p:spPr>
          <p:txBody>
            <a:bodyPr rtlCol="0" anchor="ctr"/>
            <a:lstStyle/>
            <a:p>
              <a:endParaRPr lang="en-US"/>
            </a:p>
          </p:txBody>
        </p:sp>
        <p:sp>
          <p:nvSpPr>
            <p:cNvPr id="686" name="Graphic 4">
              <a:extLst>
                <a:ext uri="{FF2B5EF4-FFF2-40B4-BE49-F238E27FC236}">
                  <a16:creationId xmlns:a16="http://schemas.microsoft.com/office/drawing/2014/main" id="{6AB9665B-DDD1-AF41-B2A5-89EF366058F1}"/>
                </a:ext>
              </a:extLst>
            </p:cNvPr>
            <p:cNvSpPr/>
            <p:nvPr/>
          </p:nvSpPr>
          <p:spPr>
            <a:xfrm>
              <a:off x="2078646" y="1119274"/>
              <a:ext cx="35144" cy="35111"/>
            </a:xfrm>
            <a:custGeom>
              <a:avLst/>
              <a:gdLst>
                <a:gd name="connsiteX0" fmla="*/ 639 w 35144"/>
                <a:gd name="connsiteY0" fmla="*/ 0 h 35111"/>
                <a:gd name="connsiteX1" fmla="*/ 639 w 35144"/>
                <a:gd name="connsiteY1" fmla="*/ 0 h 35111"/>
                <a:gd name="connsiteX2" fmla="*/ 0 w 35144"/>
                <a:gd name="connsiteY2" fmla="*/ 34474 h 35111"/>
                <a:gd name="connsiteX3" fmla="*/ 639 w 35144"/>
                <a:gd name="connsiteY3" fmla="*/ 35112 h 35111"/>
                <a:gd name="connsiteX4" fmla="*/ 34506 w 35144"/>
                <a:gd name="connsiteY4" fmla="*/ 35112 h 35111"/>
                <a:gd name="connsiteX5" fmla="*/ 35145 w 35144"/>
                <a:gd name="connsiteY5" fmla="*/ 34474 h 35111"/>
                <a:gd name="connsiteX6" fmla="*/ 35145 w 35144"/>
                <a:gd name="connsiteY6" fmla="*/ 638 h 35111"/>
                <a:gd name="connsiteX7" fmla="*/ 34506 w 35144"/>
                <a:gd name="connsiteY7" fmla="*/ 0 h 35111"/>
                <a:gd name="connsiteX8" fmla="*/ 639 w 35144"/>
                <a:gd name="connsiteY8" fmla="*/ 0 h 35111"/>
                <a:gd name="connsiteX9" fmla="*/ 17892 w 35144"/>
                <a:gd name="connsiteY9" fmla="*/ 24898 h 35111"/>
                <a:gd name="connsiteX10" fmla="*/ 10224 w 35144"/>
                <a:gd name="connsiteY10" fmla="*/ 17237 h 35111"/>
                <a:gd name="connsiteX11" fmla="*/ 17892 w 35144"/>
                <a:gd name="connsiteY11" fmla="*/ 9576 h 35111"/>
                <a:gd name="connsiteX12" fmla="*/ 25560 w 35144"/>
                <a:gd name="connsiteY12" fmla="*/ 17237 h 35111"/>
                <a:gd name="connsiteX13" fmla="*/ 17892 w 35144"/>
                <a:gd name="connsiteY13" fmla="*/ 24898 h 35111"/>
                <a:gd name="connsiteX14" fmla="*/ 17892 w 35144"/>
                <a:gd name="connsiteY14" fmla="*/ 24898 h 35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144" h="35111">
                  <a:moveTo>
                    <a:pt x="639" y="0"/>
                  </a:moveTo>
                  <a:cubicBezTo>
                    <a:pt x="639" y="0"/>
                    <a:pt x="639" y="0"/>
                    <a:pt x="639" y="0"/>
                  </a:cubicBezTo>
                  <a:lnTo>
                    <a:pt x="0" y="34474"/>
                  </a:lnTo>
                  <a:cubicBezTo>
                    <a:pt x="0" y="34474"/>
                    <a:pt x="0" y="35112"/>
                    <a:pt x="639" y="35112"/>
                  </a:cubicBezTo>
                  <a:lnTo>
                    <a:pt x="34506" y="35112"/>
                  </a:lnTo>
                  <a:cubicBezTo>
                    <a:pt x="34506" y="35112"/>
                    <a:pt x="35145" y="35112"/>
                    <a:pt x="35145" y="34474"/>
                  </a:cubicBezTo>
                  <a:lnTo>
                    <a:pt x="35145" y="638"/>
                  </a:lnTo>
                  <a:cubicBezTo>
                    <a:pt x="35145" y="638"/>
                    <a:pt x="35145" y="0"/>
                    <a:pt x="34506" y="0"/>
                  </a:cubicBezTo>
                  <a:lnTo>
                    <a:pt x="639" y="0"/>
                  </a:lnTo>
                  <a:close/>
                  <a:moveTo>
                    <a:pt x="17892" y="24898"/>
                  </a:moveTo>
                  <a:cubicBezTo>
                    <a:pt x="14058" y="24898"/>
                    <a:pt x="10224" y="21706"/>
                    <a:pt x="10224" y="17237"/>
                  </a:cubicBezTo>
                  <a:cubicBezTo>
                    <a:pt x="10224" y="13406"/>
                    <a:pt x="13419" y="9576"/>
                    <a:pt x="17892" y="9576"/>
                  </a:cubicBezTo>
                  <a:cubicBezTo>
                    <a:pt x="21726" y="9576"/>
                    <a:pt x="25560" y="12768"/>
                    <a:pt x="25560" y="17237"/>
                  </a:cubicBezTo>
                  <a:cubicBezTo>
                    <a:pt x="25560" y="21706"/>
                    <a:pt x="21726" y="24898"/>
                    <a:pt x="17892" y="24898"/>
                  </a:cubicBezTo>
                  <a:cubicBezTo>
                    <a:pt x="17892" y="24898"/>
                    <a:pt x="17892" y="24898"/>
                    <a:pt x="17892" y="24898"/>
                  </a:cubicBezTo>
                  <a:close/>
                </a:path>
              </a:pathLst>
            </a:custGeom>
            <a:solidFill>
              <a:srgbClr val="86BC25"/>
            </a:solidFill>
            <a:ln w="6390" cap="flat">
              <a:noFill/>
              <a:prstDash val="solid"/>
              <a:miter/>
            </a:ln>
          </p:spPr>
          <p:txBody>
            <a:bodyPr rtlCol="0" anchor="ctr"/>
            <a:lstStyle/>
            <a:p>
              <a:endParaRPr lang="en-US"/>
            </a:p>
          </p:txBody>
        </p:sp>
        <p:sp>
          <p:nvSpPr>
            <p:cNvPr id="687" name="Graphic 4">
              <a:extLst>
                <a:ext uri="{FF2B5EF4-FFF2-40B4-BE49-F238E27FC236}">
                  <a16:creationId xmlns:a16="http://schemas.microsoft.com/office/drawing/2014/main" id="{BA62006E-93CE-494F-A6B5-F256C074BB78}"/>
                </a:ext>
              </a:extLst>
            </p:cNvPr>
            <p:cNvSpPr/>
            <p:nvPr/>
          </p:nvSpPr>
          <p:spPr>
            <a:xfrm>
              <a:off x="2049252" y="1013938"/>
              <a:ext cx="169972" cy="169813"/>
            </a:xfrm>
            <a:custGeom>
              <a:avLst/>
              <a:gdLst>
                <a:gd name="connsiteX0" fmla="*/ 639 w 169972"/>
                <a:gd name="connsiteY0" fmla="*/ 638 h 169813"/>
                <a:gd name="connsiteX1" fmla="*/ 639 w 169972"/>
                <a:gd name="connsiteY1" fmla="*/ 638 h 169813"/>
                <a:gd name="connsiteX2" fmla="*/ 0 w 169972"/>
                <a:gd name="connsiteY2" fmla="*/ 169176 h 169813"/>
                <a:gd name="connsiteX3" fmla="*/ 639 w 169972"/>
                <a:gd name="connsiteY3" fmla="*/ 169814 h 169813"/>
                <a:gd name="connsiteX4" fmla="*/ 169333 w 169972"/>
                <a:gd name="connsiteY4" fmla="*/ 169814 h 169813"/>
                <a:gd name="connsiteX5" fmla="*/ 169972 w 169972"/>
                <a:gd name="connsiteY5" fmla="*/ 169176 h 169813"/>
                <a:gd name="connsiteX6" fmla="*/ 169972 w 169972"/>
                <a:gd name="connsiteY6" fmla="*/ 638 h 169813"/>
                <a:gd name="connsiteX7" fmla="*/ 169333 w 169972"/>
                <a:gd name="connsiteY7" fmla="*/ 0 h 169813"/>
                <a:gd name="connsiteX8" fmla="*/ 639 w 169972"/>
                <a:gd name="connsiteY8" fmla="*/ 0 h 169813"/>
                <a:gd name="connsiteX9" fmla="*/ 77318 w 169972"/>
                <a:gd name="connsiteY9" fmla="*/ 139809 h 169813"/>
                <a:gd name="connsiteX10" fmla="*/ 63899 w 169972"/>
                <a:gd name="connsiteY10" fmla="*/ 153216 h 169813"/>
                <a:gd name="connsiteX11" fmla="*/ 30033 w 169972"/>
                <a:gd name="connsiteY11" fmla="*/ 153216 h 169813"/>
                <a:gd name="connsiteX12" fmla="*/ 16614 w 169972"/>
                <a:gd name="connsiteY12" fmla="*/ 139809 h 169813"/>
                <a:gd name="connsiteX13" fmla="*/ 16614 w 169972"/>
                <a:gd name="connsiteY13" fmla="*/ 105974 h 169813"/>
                <a:gd name="connsiteX14" fmla="*/ 30033 w 169972"/>
                <a:gd name="connsiteY14" fmla="*/ 92568 h 169813"/>
                <a:gd name="connsiteX15" fmla="*/ 63899 w 169972"/>
                <a:gd name="connsiteY15" fmla="*/ 92568 h 169813"/>
                <a:gd name="connsiteX16" fmla="*/ 77318 w 169972"/>
                <a:gd name="connsiteY16" fmla="*/ 105974 h 169813"/>
                <a:gd name="connsiteX17" fmla="*/ 77318 w 169972"/>
                <a:gd name="connsiteY17" fmla="*/ 139809 h 169813"/>
                <a:gd name="connsiteX18" fmla="*/ 77318 w 169972"/>
                <a:gd name="connsiteY18" fmla="*/ 64478 h 169813"/>
                <a:gd name="connsiteX19" fmla="*/ 63899 w 169972"/>
                <a:gd name="connsiteY19" fmla="*/ 77885 h 169813"/>
                <a:gd name="connsiteX20" fmla="*/ 30033 w 169972"/>
                <a:gd name="connsiteY20" fmla="*/ 77885 h 169813"/>
                <a:gd name="connsiteX21" fmla="*/ 16614 w 169972"/>
                <a:gd name="connsiteY21" fmla="*/ 64478 h 169813"/>
                <a:gd name="connsiteX22" fmla="*/ 16614 w 169972"/>
                <a:gd name="connsiteY22" fmla="*/ 30643 h 169813"/>
                <a:gd name="connsiteX23" fmla="*/ 30033 w 169972"/>
                <a:gd name="connsiteY23" fmla="*/ 17237 h 169813"/>
                <a:gd name="connsiteX24" fmla="*/ 63899 w 169972"/>
                <a:gd name="connsiteY24" fmla="*/ 17237 h 169813"/>
                <a:gd name="connsiteX25" fmla="*/ 77318 w 169972"/>
                <a:gd name="connsiteY25" fmla="*/ 30643 h 169813"/>
                <a:gd name="connsiteX26" fmla="*/ 77318 w 169972"/>
                <a:gd name="connsiteY26" fmla="*/ 64478 h 169813"/>
                <a:gd name="connsiteX27" fmla="*/ 151441 w 169972"/>
                <a:gd name="connsiteY27" fmla="*/ 145555 h 169813"/>
                <a:gd name="connsiteX28" fmla="*/ 145051 w 169972"/>
                <a:gd name="connsiteY28" fmla="*/ 151939 h 169813"/>
                <a:gd name="connsiteX29" fmla="*/ 122687 w 169972"/>
                <a:gd name="connsiteY29" fmla="*/ 151939 h 169813"/>
                <a:gd name="connsiteX30" fmla="*/ 116297 w 169972"/>
                <a:gd name="connsiteY30" fmla="*/ 145555 h 169813"/>
                <a:gd name="connsiteX31" fmla="*/ 122687 w 169972"/>
                <a:gd name="connsiteY31" fmla="*/ 139171 h 169813"/>
                <a:gd name="connsiteX32" fmla="*/ 138662 w 169972"/>
                <a:gd name="connsiteY32" fmla="*/ 139171 h 169813"/>
                <a:gd name="connsiteX33" fmla="*/ 138662 w 169972"/>
                <a:gd name="connsiteY33" fmla="*/ 122572 h 169813"/>
                <a:gd name="connsiteX34" fmla="*/ 145051 w 169972"/>
                <a:gd name="connsiteY34" fmla="*/ 116188 h 169813"/>
                <a:gd name="connsiteX35" fmla="*/ 151441 w 169972"/>
                <a:gd name="connsiteY35" fmla="*/ 122572 h 169813"/>
                <a:gd name="connsiteX36" fmla="*/ 151441 w 169972"/>
                <a:gd name="connsiteY36" fmla="*/ 145555 h 169813"/>
                <a:gd name="connsiteX37" fmla="*/ 145051 w 169972"/>
                <a:gd name="connsiteY37" fmla="*/ 106612 h 169813"/>
                <a:gd name="connsiteX38" fmla="*/ 106073 w 169972"/>
                <a:gd name="connsiteY38" fmla="*/ 106612 h 169813"/>
                <a:gd name="connsiteX39" fmla="*/ 106073 w 169972"/>
                <a:gd name="connsiteY39" fmla="*/ 145555 h 169813"/>
                <a:gd name="connsiteX40" fmla="*/ 99683 w 169972"/>
                <a:gd name="connsiteY40" fmla="*/ 151939 h 169813"/>
                <a:gd name="connsiteX41" fmla="*/ 93293 w 169972"/>
                <a:gd name="connsiteY41" fmla="*/ 145555 h 169813"/>
                <a:gd name="connsiteX42" fmla="*/ 93293 w 169972"/>
                <a:gd name="connsiteY42" fmla="*/ 100229 h 169813"/>
                <a:gd name="connsiteX43" fmla="*/ 99683 w 169972"/>
                <a:gd name="connsiteY43" fmla="*/ 93845 h 169813"/>
                <a:gd name="connsiteX44" fmla="*/ 145051 w 169972"/>
                <a:gd name="connsiteY44" fmla="*/ 93845 h 169813"/>
                <a:gd name="connsiteX45" fmla="*/ 151441 w 169972"/>
                <a:gd name="connsiteY45" fmla="*/ 100229 h 169813"/>
                <a:gd name="connsiteX46" fmla="*/ 145051 w 169972"/>
                <a:gd name="connsiteY46" fmla="*/ 106612 h 169813"/>
                <a:gd name="connsiteX47" fmla="*/ 152080 w 169972"/>
                <a:gd name="connsiteY47" fmla="*/ 65117 h 169813"/>
                <a:gd name="connsiteX48" fmla="*/ 138662 w 169972"/>
                <a:gd name="connsiteY48" fmla="*/ 78523 h 169813"/>
                <a:gd name="connsiteX49" fmla="*/ 105434 w 169972"/>
                <a:gd name="connsiteY49" fmla="*/ 78523 h 169813"/>
                <a:gd name="connsiteX50" fmla="*/ 92015 w 169972"/>
                <a:gd name="connsiteY50" fmla="*/ 65117 h 169813"/>
                <a:gd name="connsiteX51" fmla="*/ 92015 w 169972"/>
                <a:gd name="connsiteY51" fmla="*/ 30643 h 169813"/>
                <a:gd name="connsiteX52" fmla="*/ 105434 w 169972"/>
                <a:gd name="connsiteY52" fmla="*/ 17237 h 169813"/>
                <a:gd name="connsiteX53" fmla="*/ 138662 w 169972"/>
                <a:gd name="connsiteY53" fmla="*/ 17237 h 169813"/>
                <a:gd name="connsiteX54" fmla="*/ 152080 w 169972"/>
                <a:gd name="connsiteY54" fmla="*/ 30643 h 169813"/>
                <a:gd name="connsiteX55" fmla="*/ 152080 w 169972"/>
                <a:gd name="connsiteY55" fmla="*/ 65117 h 16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69972" h="169813">
                  <a:moveTo>
                    <a:pt x="639" y="638"/>
                  </a:moveTo>
                  <a:cubicBezTo>
                    <a:pt x="0" y="638"/>
                    <a:pt x="0" y="638"/>
                    <a:pt x="639" y="638"/>
                  </a:cubicBezTo>
                  <a:lnTo>
                    <a:pt x="0" y="169176"/>
                  </a:lnTo>
                  <a:cubicBezTo>
                    <a:pt x="0" y="169176"/>
                    <a:pt x="0" y="169814"/>
                    <a:pt x="639" y="169814"/>
                  </a:cubicBezTo>
                  <a:lnTo>
                    <a:pt x="169333" y="169814"/>
                  </a:lnTo>
                  <a:cubicBezTo>
                    <a:pt x="169333" y="169814"/>
                    <a:pt x="169972" y="169814"/>
                    <a:pt x="169972" y="169176"/>
                  </a:cubicBezTo>
                  <a:lnTo>
                    <a:pt x="169972" y="638"/>
                  </a:lnTo>
                  <a:cubicBezTo>
                    <a:pt x="169972" y="638"/>
                    <a:pt x="169972" y="0"/>
                    <a:pt x="169333" y="0"/>
                  </a:cubicBezTo>
                  <a:lnTo>
                    <a:pt x="639" y="0"/>
                  </a:lnTo>
                  <a:close/>
                  <a:moveTo>
                    <a:pt x="77318" y="139809"/>
                  </a:moveTo>
                  <a:cubicBezTo>
                    <a:pt x="77318" y="146832"/>
                    <a:pt x="71567" y="153216"/>
                    <a:pt x="63899" y="153216"/>
                  </a:cubicBezTo>
                  <a:lnTo>
                    <a:pt x="30033" y="153216"/>
                  </a:lnTo>
                  <a:cubicBezTo>
                    <a:pt x="23004" y="153216"/>
                    <a:pt x="16614" y="147470"/>
                    <a:pt x="16614" y="139809"/>
                  </a:cubicBezTo>
                  <a:lnTo>
                    <a:pt x="16614" y="105974"/>
                  </a:lnTo>
                  <a:cubicBezTo>
                    <a:pt x="16614" y="98952"/>
                    <a:pt x="22365" y="92568"/>
                    <a:pt x="30033" y="92568"/>
                  </a:cubicBezTo>
                  <a:lnTo>
                    <a:pt x="63899" y="92568"/>
                  </a:lnTo>
                  <a:cubicBezTo>
                    <a:pt x="70928" y="92568"/>
                    <a:pt x="77318" y="98313"/>
                    <a:pt x="77318" y="105974"/>
                  </a:cubicBezTo>
                  <a:lnTo>
                    <a:pt x="77318" y="139809"/>
                  </a:lnTo>
                  <a:close/>
                  <a:moveTo>
                    <a:pt x="77318" y="64478"/>
                  </a:moveTo>
                  <a:cubicBezTo>
                    <a:pt x="77318" y="71501"/>
                    <a:pt x="71567" y="77885"/>
                    <a:pt x="63899" y="77885"/>
                  </a:cubicBezTo>
                  <a:lnTo>
                    <a:pt x="30033" y="77885"/>
                  </a:lnTo>
                  <a:cubicBezTo>
                    <a:pt x="23004" y="77885"/>
                    <a:pt x="16614" y="72139"/>
                    <a:pt x="16614" y="64478"/>
                  </a:cubicBezTo>
                  <a:lnTo>
                    <a:pt x="16614" y="30643"/>
                  </a:lnTo>
                  <a:cubicBezTo>
                    <a:pt x="16614" y="23621"/>
                    <a:pt x="22365" y="17237"/>
                    <a:pt x="30033" y="17237"/>
                  </a:cubicBezTo>
                  <a:lnTo>
                    <a:pt x="63899" y="17237"/>
                  </a:lnTo>
                  <a:cubicBezTo>
                    <a:pt x="70928" y="17237"/>
                    <a:pt x="77318" y="22982"/>
                    <a:pt x="77318" y="30643"/>
                  </a:cubicBezTo>
                  <a:lnTo>
                    <a:pt x="77318" y="64478"/>
                  </a:lnTo>
                  <a:close/>
                  <a:moveTo>
                    <a:pt x="151441" y="145555"/>
                  </a:moveTo>
                  <a:cubicBezTo>
                    <a:pt x="151441" y="149385"/>
                    <a:pt x="148885" y="151939"/>
                    <a:pt x="145051" y="151939"/>
                  </a:cubicBezTo>
                  <a:lnTo>
                    <a:pt x="122687" y="151939"/>
                  </a:lnTo>
                  <a:cubicBezTo>
                    <a:pt x="118853" y="151939"/>
                    <a:pt x="116297" y="149385"/>
                    <a:pt x="116297" y="145555"/>
                  </a:cubicBezTo>
                  <a:cubicBezTo>
                    <a:pt x="116297" y="141724"/>
                    <a:pt x="118853" y="139171"/>
                    <a:pt x="122687" y="139171"/>
                  </a:cubicBezTo>
                  <a:lnTo>
                    <a:pt x="138662" y="139171"/>
                  </a:lnTo>
                  <a:lnTo>
                    <a:pt x="138662" y="122572"/>
                  </a:lnTo>
                  <a:cubicBezTo>
                    <a:pt x="138662" y="118742"/>
                    <a:pt x="141217" y="116188"/>
                    <a:pt x="145051" y="116188"/>
                  </a:cubicBezTo>
                  <a:cubicBezTo>
                    <a:pt x="148885" y="116188"/>
                    <a:pt x="151441" y="118742"/>
                    <a:pt x="151441" y="122572"/>
                  </a:cubicBezTo>
                  <a:lnTo>
                    <a:pt x="151441" y="145555"/>
                  </a:lnTo>
                  <a:close/>
                  <a:moveTo>
                    <a:pt x="145051" y="106612"/>
                  </a:moveTo>
                  <a:lnTo>
                    <a:pt x="106073" y="106612"/>
                  </a:lnTo>
                  <a:lnTo>
                    <a:pt x="106073" y="145555"/>
                  </a:lnTo>
                  <a:cubicBezTo>
                    <a:pt x="106073" y="149385"/>
                    <a:pt x="103517" y="151939"/>
                    <a:pt x="99683" y="151939"/>
                  </a:cubicBezTo>
                  <a:cubicBezTo>
                    <a:pt x="95849" y="151939"/>
                    <a:pt x="93293" y="149385"/>
                    <a:pt x="93293" y="145555"/>
                  </a:cubicBezTo>
                  <a:lnTo>
                    <a:pt x="93293" y="100229"/>
                  </a:lnTo>
                  <a:cubicBezTo>
                    <a:pt x="93293" y="96398"/>
                    <a:pt x="95849" y="93845"/>
                    <a:pt x="99683" y="93845"/>
                  </a:cubicBezTo>
                  <a:lnTo>
                    <a:pt x="145051" y="93845"/>
                  </a:lnTo>
                  <a:cubicBezTo>
                    <a:pt x="148885" y="93845"/>
                    <a:pt x="151441" y="96398"/>
                    <a:pt x="151441" y="100229"/>
                  </a:cubicBezTo>
                  <a:cubicBezTo>
                    <a:pt x="151441" y="104059"/>
                    <a:pt x="148246" y="106612"/>
                    <a:pt x="145051" y="106612"/>
                  </a:cubicBezTo>
                  <a:close/>
                  <a:moveTo>
                    <a:pt x="152080" y="65117"/>
                  </a:moveTo>
                  <a:cubicBezTo>
                    <a:pt x="152080" y="72139"/>
                    <a:pt x="146330" y="78523"/>
                    <a:pt x="138662" y="78523"/>
                  </a:cubicBezTo>
                  <a:lnTo>
                    <a:pt x="105434" y="78523"/>
                  </a:lnTo>
                  <a:cubicBezTo>
                    <a:pt x="98405" y="78523"/>
                    <a:pt x="92015" y="72777"/>
                    <a:pt x="92015" y="65117"/>
                  </a:cubicBezTo>
                  <a:lnTo>
                    <a:pt x="92015" y="30643"/>
                  </a:lnTo>
                  <a:cubicBezTo>
                    <a:pt x="92015" y="23621"/>
                    <a:pt x="97766" y="17237"/>
                    <a:pt x="105434" y="17237"/>
                  </a:cubicBezTo>
                  <a:lnTo>
                    <a:pt x="138662" y="17237"/>
                  </a:lnTo>
                  <a:cubicBezTo>
                    <a:pt x="145690" y="17237"/>
                    <a:pt x="152080" y="22982"/>
                    <a:pt x="152080" y="30643"/>
                  </a:cubicBezTo>
                  <a:lnTo>
                    <a:pt x="152080" y="65117"/>
                  </a:lnTo>
                  <a:close/>
                </a:path>
              </a:pathLst>
            </a:custGeom>
            <a:solidFill>
              <a:srgbClr val="86BC25"/>
            </a:solidFill>
            <a:ln w="6390" cap="flat">
              <a:noFill/>
              <a:prstDash val="solid"/>
              <a:miter/>
            </a:ln>
          </p:spPr>
          <p:txBody>
            <a:bodyPr rtlCol="0" anchor="ctr"/>
            <a:lstStyle/>
            <a:p>
              <a:endParaRPr lang="en-US"/>
            </a:p>
          </p:txBody>
        </p:sp>
        <p:sp>
          <p:nvSpPr>
            <p:cNvPr id="688" name="Graphic 4">
              <a:extLst>
                <a:ext uri="{FF2B5EF4-FFF2-40B4-BE49-F238E27FC236}">
                  <a16:creationId xmlns:a16="http://schemas.microsoft.com/office/drawing/2014/main" id="{E8D1D0E5-B760-2540-91F6-91742C46B65E}"/>
                </a:ext>
              </a:extLst>
            </p:cNvPr>
            <p:cNvSpPr/>
            <p:nvPr/>
          </p:nvSpPr>
          <p:spPr>
            <a:xfrm>
              <a:off x="1952125" y="918179"/>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79240 w 362313"/>
                <a:gd name="connsiteY6" fmla="*/ 264935 h 361971"/>
                <a:gd name="connsiteX7" fmla="*/ 265821 w 362313"/>
                <a:gd name="connsiteY7" fmla="*/ 278342 h 361971"/>
                <a:gd name="connsiteX8" fmla="*/ 97127 w 362313"/>
                <a:gd name="connsiteY8" fmla="*/ 278342 h 361971"/>
                <a:gd name="connsiteX9" fmla="*/ 83708 w 362313"/>
                <a:gd name="connsiteY9" fmla="*/ 264935 h 361971"/>
                <a:gd name="connsiteX10" fmla="*/ 83708 w 362313"/>
                <a:gd name="connsiteY10" fmla="*/ 96398 h 361971"/>
                <a:gd name="connsiteX11" fmla="*/ 97127 w 362313"/>
                <a:gd name="connsiteY11" fmla="*/ 82992 h 361971"/>
                <a:gd name="connsiteX12" fmla="*/ 265821 w 362313"/>
                <a:gd name="connsiteY12" fmla="*/ 82992 h 361971"/>
                <a:gd name="connsiteX13" fmla="*/ 279240 w 362313"/>
                <a:gd name="connsiteY13" fmla="*/ 96398 h 361971"/>
                <a:gd name="connsiteX14" fmla="*/ 279240 w 362313"/>
                <a:gd name="connsiteY14" fmla="*/ 26493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279240" y="264935"/>
                  </a:moveTo>
                  <a:cubicBezTo>
                    <a:pt x="279240" y="271958"/>
                    <a:pt x="273489" y="278342"/>
                    <a:pt x="265821" y="278342"/>
                  </a:cubicBezTo>
                  <a:lnTo>
                    <a:pt x="97127" y="278342"/>
                  </a:lnTo>
                  <a:cubicBezTo>
                    <a:pt x="90098" y="278342"/>
                    <a:pt x="83708" y="272596"/>
                    <a:pt x="83708" y="264935"/>
                  </a:cubicBezTo>
                  <a:lnTo>
                    <a:pt x="83708" y="96398"/>
                  </a:lnTo>
                  <a:cubicBezTo>
                    <a:pt x="83708" y="89376"/>
                    <a:pt x="89459" y="82992"/>
                    <a:pt x="97127" y="82992"/>
                  </a:cubicBezTo>
                  <a:lnTo>
                    <a:pt x="265821" y="82992"/>
                  </a:lnTo>
                  <a:cubicBezTo>
                    <a:pt x="272850" y="82992"/>
                    <a:pt x="279240" y="88737"/>
                    <a:pt x="279240" y="96398"/>
                  </a:cubicBezTo>
                  <a:lnTo>
                    <a:pt x="279240" y="264935"/>
                  </a:lnTo>
                  <a:close/>
                </a:path>
              </a:pathLst>
            </a:custGeom>
            <a:solidFill>
              <a:srgbClr val="86BC25"/>
            </a:solidFill>
            <a:ln w="6390" cap="flat">
              <a:noFill/>
              <a:prstDash val="solid"/>
              <a:miter/>
            </a:ln>
          </p:spPr>
          <p:txBody>
            <a:bodyPr rtlCol="0" anchor="ctr"/>
            <a:lstStyle/>
            <a:p>
              <a:endParaRPr lang="en-US"/>
            </a:p>
          </p:txBody>
        </p:sp>
      </p:grpSp>
      <p:grpSp>
        <p:nvGrpSpPr>
          <p:cNvPr id="689" name="Graphic 4">
            <a:extLst>
              <a:ext uri="{FF2B5EF4-FFF2-40B4-BE49-F238E27FC236}">
                <a16:creationId xmlns:a16="http://schemas.microsoft.com/office/drawing/2014/main" id="{C1D9A9F3-D3D9-4D4B-A55D-EAB6E288B588}"/>
              </a:ext>
            </a:extLst>
          </p:cNvPr>
          <p:cNvGrpSpPr/>
          <p:nvPr/>
        </p:nvGrpSpPr>
        <p:grpSpPr>
          <a:xfrm>
            <a:off x="4045469" y="2371173"/>
            <a:ext cx="362309" cy="361971"/>
            <a:chOff x="4045469" y="2371173"/>
            <a:chExt cx="362309" cy="361971"/>
          </a:xfrm>
          <a:solidFill>
            <a:srgbClr val="26890D"/>
          </a:solidFill>
        </p:grpSpPr>
        <p:sp>
          <p:nvSpPr>
            <p:cNvPr id="690" name="Graphic 4">
              <a:extLst>
                <a:ext uri="{FF2B5EF4-FFF2-40B4-BE49-F238E27FC236}">
                  <a16:creationId xmlns:a16="http://schemas.microsoft.com/office/drawing/2014/main" id="{D84770D6-6E6D-D84B-9398-E2027BB730F6}"/>
                </a:ext>
              </a:extLst>
            </p:cNvPr>
            <p:cNvSpPr/>
            <p:nvPr/>
          </p:nvSpPr>
          <p:spPr>
            <a:xfrm>
              <a:off x="4157932" y="2483531"/>
              <a:ext cx="137383" cy="137255"/>
            </a:xfrm>
            <a:custGeom>
              <a:avLst/>
              <a:gdLst>
                <a:gd name="connsiteX0" fmla="*/ 0 w 137383"/>
                <a:gd name="connsiteY0" fmla="*/ 137256 h 137255"/>
                <a:gd name="connsiteX1" fmla="*/ 137384 w 137383"/>
                <a:gd name="connsiteY1" fmla="*/ 137256 h 137255"/>
                <a:gd name="connsiteX2" fmla="*/ 137384 w 137383"/>
                <a:gd name="connsiteY2" fmla="*/ 0 h 137255"/>
                <a:gd name="connsiteX3" fmla="*/ 0 w 137383"/>
                <a:gd name="connsiteY3" fmla="*/ 0 h 137255"/>
                <a:gd name="connsiteX4" fmla="*/ 0 w 137383"/>
                <a:gd name="connsiteY4" fmla="*/ 137256 h 137255"/>
                <a:gd name="connsiteX5" fmla="*/ 9585 w 137383"/>
                <a:gd name="connsiteY5" fmla="*/ 17237 h 137255"/>
                <a:gd name="connsiteX6" fmla="*/ 15975 w 137383"/>
                <a:gd name="connsiteY6" fmla="*/ 10853 h 137255"/>
                <a:gd name="connsiteX7" fmla="*/ 119492 w 137383"/>
                <a:gd name="connsiteY7" fmla="*/ 10853 h 137255"/>
                <a:gd name="connsiteX8" fmla="*/ 125882 w 137383"/>
                <a:gd name="connsiteY8" fmla="*/ 17237 h 137255"/>
                <a:gd name="connsiteX9" fmla="*/ 125882 w 137383"/>
                <a:gd name="connsiteY9" fmla="*/ 120657 h 137255"/>
                <a:gd name="connsiteX10" fmla="*/ 119492 w 137383"/>
                <a:gd name="connsiteY10" fmla="*/ 127041 h 137255"/>
                <a:gd name="connsiteX11" fmla="*/ 15975 w 137383"/>
                <a:gd name="connsiteY11" fmla="*/ 127041 h 137255"/>
                <a:gd name="connsiteX12" fmla="*/ 9585 w 137383"/>
                <a:gd name="connsiteY12" fmla="*/ 120657 h 137255"/>
                <a:gd name="connsiteX13" fmla="*/ 9585 w 137383"/>
                <a:gd name="connsiteY13" fmla="*/ 17237 h 13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383" h="137255">
                  <a:moveTo>
                    <a:pt x="0" y="137256"/>
                  </a:moveTo>
                  <a:lnTo>
                    <a:pt x="137384" y="137256"/>
                  </a:lnTo>
                  <a:lnTo>
                    <a:pt x="137384" y="0"/>
                  </a:lnTo>
                  <a:lnTo>
                    <a:pt x="0" y="0"/>
                  </a:lnTo>
                  <a:lnTo>
                    <a:pt x="0" y="137256"/>
                  </a:lnTo>
                  <a:close/>
                  <a:moveTo>
                    <a:pt x="9585" y="17237"/>
                  </a:moveTo>
                  <a:cubicBezTo>
                    <a:pt x="9585" y="13406"/>
                    <a:pt x="12141" y="10853"/>
                    <a:pt x="15975" y="10853"/>
                  </a:cubicBezTo>
                  <a:lnTo>
                    <a:pt x="119492" y="10853"/>
                  </a:lnTo>
                  <a:cubicBezTo>
                    <a:pt x="123326" y="10853"/>
                    <a:pt x="125882" y="13406"/>
                    <a:pt x="125882" y="17237"/>
                  </a:cubicBezTo>
                  <a:lnTo>
                    <a:pt x="125882" y="120657"/>
                  </a:lnTo>
                  <a:cubicBezTo>
                    <a:pt x="125882" y="124488"/>
                    <a:pt x="123326" y="127041"/>
                    <a:pt x="119492" y="127041"/>
                  </a:cubicBezTo>
                  <a:lnTo>
                    <a:pt x="15975" y="127041"/>
                  </a:lnTo>
                  <a:cubicBezTo>
                    <a:pt x="12141" y="127041"/>
                    <a:pt x="9585" y="124488"/>
                    <a:pt x="9585" y="120657"/>
                  </a:cubicBezTo>
                  <a:lnTo>
                    <a:pt x="9585" y="17237"/>
                  </a:lnTo>
                  <a:close/>
                </a:path>
              </a:pathLst>
            </a:custGeom>
            <a:solidFill>
              <a:srgbClr val="26890D"/>
            </a:solidFill>
            <a:ln w="6390" cap="flat">
              <a:noFill/>
              <a:prstDash val="solid"/>
              <a:miter/>
            </a:ln>
          </p:spPr>
          <p:txBody>
            <a:bodyPr rtlCol="0" anchor="ctr"/>
            <a:lstStyle/>
            <a:p>
              <a:endParaRPr lang="en-US"/>
            </a:p>
          </p:txBody>
        </p:sp>
        <p:sp>
          <p:nvSpPr>
            <p:cNvPr id="691" name="Graphic 4">
              <a:extLst>
                <a:ext uri="{FF2B5EF4-FFF2-40B4-BE49-F238E27FC236}">
                  <a16:creationId xmlns:a16="http://schemas.microsoft.com/office/drawing/2014/main" id="{7FC6D67E-6DCB-EA4E-B74E-B75E4E6FE1D6}"/>
                </a:ext>
              </a:extLst>
            </p:cNvPr>
            <p:cNvSpPr/>
            <p:nvPr/>
          </p:nvSpPr>
          <p:spPr>
            <a:xfrm>
              <a:off x="4045469" y="237117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63266 w 362309"/>
                <a:gd name="connsiteY6" fmla="*/ 174921 h 361971"/>
                <a:gd name="connsiteX7" fmla="*/ 286908 w 362309"/>
                <a:gd name="connsiteY7" fmla="*/ 174921 h 361971"/>
                <a:gd name="connsiteX8" fmla="*/ 293298 w 362309"/>
                <a:gd name="connsiteY8" fmla="*/ 181305 h 361971"/>
                <a:gd name="connsiteX9" fmla="*/ 286908 w 362309"/>
                <a:gd name="connsiteY9" fmla="*/ 187689 h 361971"/>
                <a:gd name="connsiteX10" fmla="*/ 262627 w 362309"/>
                <a:gd name="connsiteY10" fmla="*/ 187689 h 361971"/>
                <a:gd name="connsiteX11" fmla="*/ 262627 w 362309"/>
                <a:gd name="connsiteY11" fmla="*/ 204926 h 361971"/>
                <a:gd name="connsiteX12" fmla="*/ 286908 w 362309"/>
                <a:gd name="connsiteY12" fmla="*/ 204926 h 361971"/>
                <a:gd name="connsiteX13" fmla="*/ 293298 w 362309"/>
                <a:gd name="connsiteY13" fmla="*/ 211310 h 361971"/>
                <a:gd name="connsiteX14" fmla="*/ 286908 w 362309"/>
                <a:gd name="connsiteY14" fmla="*/ 217694 h 361971"/>
                <a:gd name="connsiteX15" fmla="*/ 262627 w 362309"/>
                <a:gd name="connsiteY15" fmla="*/ 217694 h 361971"/>
                <a:gd name="connsiteX16" fmla="*/ 262627 w 362309"/>
                <a:gd name="connsiteY16" fmla="*/ 256636 h 361971"/>
                <a:gd name="connsiteX17" fmla="*/ 256237 w 362309"/>
                <a:gd name="connsiteY17" fmla="*/ 263020 h 361971"/>
                <a:gd name="connsiteX18" fmla="*/ 217897 w 362309"/>
                <a:gd name="connsiteY18" fmla="*/ 263020 h 361971"/>
                <a:gd name="connsiteX19" fmla="*/ 217897 w 362309"/>
                <a:gd name="connsiteY19" fmla="*/ 286641 h 361971"/>
                <a:gd name="connsiteX20" fmla="*/ 211507 w 362309"/>
                <a:gd name="connsiteY20" fmla="*/ 293025 h 361971"/>
                <a:gd name="connsiteX21" fmla="*/ 205117 w 362309"/>
                <a:gd name="connsiteY21" fmla="*/ 286641 h 361971"/>
                <a:gd name="connsiteX22" fmla="*/ 205117 w 362309"/>
                <a:gd name="connsiteY22" fmla="*/ 263020 h 361971"/>
                <a:gd name="connsiteX23" fmla="*/ 187864 w 362309"/>
                <a:gd name="connsiteY23" fmla="*/ 263020 h 361971"/>
                <a:gd name="connsiteX24" fmla="*/ 187864 w 362309"/>
                <a:gd name="connsiteY24" fmla="*/ 286641 h 361971"/>
                <a:gd name="connsiteX25" fmla="*/ 181474 w 362309"/>
                <a:gd name="connsiteY25" fmla="*/ 293025 h 361971"/>
                <a:gd name="connsiteX26" fmla="*/ 175084 w 362309"/>
                <a:gd name="connsiteY26" fmla="*/ 286641 h 361971"/>
                <a:gd name="connsiteX27" fmla="*/ 175084 w 362309"/>
                <a:gd name="connsiteY27" fmla="*/ 263020 h 361971"/>
                <a:gd name="connsiteX28" fmla="*/ 157832 w 362309"/>
                <a:gd name="connsiteY28" fmla="*/ 263020 h 361971"/>
                <a:gd name="connsiteX29" fmla="*/ 157832 w 362309"/>
                <a:gd name="connsiteY29" fmla="*/ 286641 h 361971"/>
                <a:gd name="connsiteX30" fmla="*/ 151442 w 362309"/>
                <a:gd name="connsiteY30" fmla="*/ 293025 h 361971"/>
                <a:gd name="connsiteX31" fmla="*/ 145052 w 362309"/>
                <a:gd name="connsiteY31" fmla="*/ 286641 h 361971"/>
                <a:gd name="connsiteX32" fmla="*/ 145052 w 362309"/>
                <a:gd name="connsiteY32" fmla="*/ 263020 h 361971"/>
                <a:gd name="connsiteX33" fmla="*/ 106712 w 362309"/>
                <a:gd name="connsiteY33" fmla="*/ 263020 h 361971"/>
                <a:gd name="connsiteX34" fmla="*/ 100322 w 362309"/>
                <a:gd name="connsiteY34" fmla="*/ 256636 h 361971"/>
                <a:gd name="connsiteX35" fmla="*/ 100322 w 362309"/>
                <a:gd name="connsiteY35" fmla="*/ 217694 h 361971"/>
                <a:gd name="connsiteX36" fmla="*/ 76040 w 362309"/>
                <a:gd name="connsiteY36" fmla="*/ 217694 h 361971"/>
                <a:gd name="connsiteX37" fmla="*/ 69650 w 362309"/>
                <a:gd name="connsiteY37" fmla="*/ 211310 h 361971"/>
                <a:gd name="connsiteX38" fmla="*/ 76040 w 362309"/>
                <a:gd name="connsiteY38" fmla="*/ 204926 h 361971"/>
                <a:gd name="connsiteX39" fmla="*/ 99683 w 362309"/>
                <a:gd name="connsiteY39" fmla="*/ 204926 h 361971"/>
                <a:gd name="connsiteX40" fmla="*/ 99683 w 362309"/>
                <a:gd name="connsiteY40" fmla="*/ 187689 h 361971"/>
                <a:gd name="connsiteX41" fmla="*/ 76040 w 362309"/>
                <a:gd name="connsiteY41" fmla="*/ 187689 h 361971"/>
                <a:gd name="connsiteX42" fmla="*/ 69650 w 362309"/>
                <a:gd name="connsiteY42" fmla="*/ 181305 h 361971"/>
                <a:gd name="connsiteX43" fmla="*/ 76040 w 362309"/>
                <a:gd name="connsiteY43" fmla="*/ 174921 h 361971"/>
                <a:gd name="connsiteX44" fmla="*/ 99683 w 362309"/>
                <a:gd name="connsiteY44" fmla="*/ 174921 h 361971"/>
                <a:gd name="connsiteX45" fmla="*/ 99683 w 362309"/>
                <a:gd name="connsiteY45" fmla="*/ 157684 h 361971"/>
                <a:gd name="connsiteX46" fmla="*/ 76040 w 362309"/>
                <a:gd name="connsiteY46" fmla="*/ 157684 h 361971"/>
                <a:gd name="connsiteX47" fmla="*/ 69650 w 362309"/>
                <a:gd name="connsiteY47" fmla="*/ 151300 h 361971"/>
                <a:gd name="connsiteX48" fmla="*/ 76040 w 362309"/>
                <a:gd name="connsiteY48" fmla="*/ 144916 h 361971"/>
                <a:gd name="connsiteX49" fmla="*/ 99683 w 362309"/>
                <a:gd name="connsiteY49" fmla="*/ 144916 h 361971"/>
                <a:gd name="connsiteX50" fmla="*/ 99683 w 362309"/>
                <a:gd name="connsiteY50" fmla="*/ 105974 h 361971"/>
                <a:gd name="connsiteX51" fmla="*/ 106073 w 362309"/>
                <a:gd name="connsiteY51" fmla="*/ 99590 h 361971"/>
                <a:gd name="connsiteX52" fmla="*/ 144413 w 362309"/>
                <a:gd name="connsiteY52" fmla="*/ 99590 h 361971"/>
                <a:gd name="connsiteX53" fmla="*/ 144413 w 362309"/>
                <a:gd name="connsiteY53" fmla="*/ 75970 h 361971"/>
                <a:gd name="connsiteX54" fmla="*/ 150803 w 362309"/>
                <a:gd name="connsiteY54" fmla="*/ 69586 h 361971"/>
                <a:gd name="connsiteX55" fmla="*/ 157193 w 362309"/>
                <a:gd name="connsiteY55" fmla="*/ 75970 h 361971"/>
                <a:gd name="connsiteX56" fmla="*/ 157193 w 362309"/>
                <a:gd name="connsiteY56" fmla="*/ 99590 h 361971"/>
                <a:gd name="connsiteX57" fmla="*/ 174446 w 362309"/>
                <a:gd name="connsiteY57" fmla="*/ 99590 h 361971"/>
                <a:gd name="connsiteX58" fmla="*/ 174446 w 362309"/>
                <a:gd name="connsiteY58" fmla="*/ 75970 h 361971"/>
                <a:gd name="connsiteX59" fmla="*/ 180836 w 362309"/>
                <a:gd name="connsiteY59" fmla="*/ 69586 h 361971"/>
                <a:gd name="connsiteX60" fmla="*/ 187225 w 362309"/>
                <a:gd name="connsiteY60" fmla="*/ 75970 h 361971"/>
                <a:gd name="connsiteX61" fmla="*/ 187225 w 362309"/>
                <a:gd name="connsiteY61" fmla="*/ 99590 h 361971"/>
                <a:gd name="connsiteX62" fmla="*/ 204478 w 362309"/>
                <a:gd name="connsiteY62" fmla="*/ 99590 h 361971"/>
                <a:gd name="connsiteX63" fmla="*/ 204478 w 362309"/>
                <a:gd name="connsiteY63" fmla="*/ 75970 h 361971"/>
                <a:gd name="connsiteX64" fmla="*/ 210868 w 362309"/>
                <a:gd name="connsiteY64" fmla="*/ 69586 h 361971"/>
                <a:gd name="connsiteX65" fmla="*/ 217258 w 362309"/>
                <a:gd name="connsiteY65" fmla="*/ 75970 h 361971"/>
                <a:gd name="connsiteX66" fmla="*/ 217258 w 362309"/>
                <a:gd name="connsiteY66" fmla="*/ 99590 h 361971"/>
                <a:gd name="connsiteX67" fmla="*/ 255597 w 362309"/>
                <a:gd name="connsiteY67" fmla="*/ 99590 h 361971"/>
                <a:gd name="connsiteX68" fmla="*/ 261987 w 362309"/>
                <a:gd name="connsiteY68" fmla="*/ 105974 h 361971"/>
                <a:gd name="connsiteX69" fmla="*/ 261987 w 362309"/>
                <a:gd name="connsiteY69" fmla="*/ 144916 h 361971"/>
                <a:gd name="connsiteX70" fmla="*/ 286270 w 362309"/>
                <a:gd name="connsiteY70" fmla="*/ 144916 h 361971"/>
                <a:gd name="connsiteX71" fmla="*/ 292659 w 362309"/>
                <a:gd name="connsiteY71" fmla="*/ 151300 h 361971"/>
                <a:gd name="connsiteX72" fmla="*/ 286270 w 362309"/>
                <a:gd name="connsiteY72" fmla="*/ 157684 h 361971"/>
                <a:gd name="connsiteX73" fmla="*/ 261987 w 362309"/>
                <a:gd name="connsiteY73" fmla="*/ 157684 h 361971"/>
                <a:gd name="connsiteX74" fmla="*/ 263266 w 362309"/>
                <a:gd name="connsiteY74" fmla="*/ 174921 h 361971"/>
                <a:gd name="connsiteX75" fmla="*/ 263266 w 362309"/>
                <a:gd name="connsiteY75" fmla="*/ 17492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263266" y="174921"/>
                  </a:moveTo>
                  <a:lnTo>
                    <a:pt x="286908" y="174921"/>
                  </a:lnTo>
                  <a:cubicBezTo>
                    <a:pt x="290742" y="174921"/>
                    <a:pt x="293298" y="177475"/>
                    <a:pt x="293298" y="181305"/>
                  </a:cubicBezTo>
                  <a:cubicBezTo>
                    <a:pt x="293298" y="185135"/>
                    <a:pt x="290742" y="187689"/>
                    <a:pt x="286908" y="187689"/>
                  </a:cubicBezTo>
                  <a:lnTo>
                    <a:pt x="262627" y="187689"/>
                  </a:lnTo>
                  <a:lnTo>
                    <a:pt x="262627" y="204926"/>
                  </a:lnTo>
                  <a:lnTo>
                    <a:pt x="286908" y="204926"/>
                  </a:lnTo>
                  <a:cubicBezTo>
                    <a:pt x="290742" y="204926"/>
                    <a:pt x="293298" y="207479"/>
                    <a:pt x="293298" y="211310"/>
                  </a:cubicBezTo>
                  <a:cubicBezTo>
                    <a:pt x="293298" y="215140"/>
                    <a:pt x="290742" y="217694"/>
                    <a:pt x="286908" y="217694"/>
                  </a:cubicBezTo>
                  <a:lnTo>
                    <a:pt x="262627" y="217694"/>
                  </a:lnTo>
                  <a:lnTo>
                    <a:pt x="262627" y="256636"/>
                  </a:lnTo>
                  <a:cubicBezTo>
                    <a:pt x="262627" y="260467"/>
                    <a:pt x="260071" y="263020"/>
                    <a:pt x="256237" y="263020"/>
                  </a:cubicBezTo>
                  <a:lnTo>
                    <a:pt x="217897" y="263020"/>
                  </a:lnTo>
                  <a:lnTo>
                    <a:pt x="217897" y="286641"/>
                  </a:lnTo>
                  <a:cubicBezTo>
                    <a:pt x="217897" y="290471"/>
                    <a:pt x="215341" y="293025"/>
                    <a:pt x="211507" y="293025"/>
                  </a:cubicBezTo>
                  <a:cubicBezTo>
                    <a:pt x="207673" y="293025"/>
                    <a:pt x="205117" y="290471"/>
                    <a:pt x="205117" y="286641"/>
                  </a:cubicBezTo>
                  <a:lnTo>
                    <a:pt x="205117" y="263020"/>
                  </a:lnTo>
                  <a:lnTo>
                    <a:pt x="187864" y="263020"/>
                  </a:lnTo>
                  <a:lnTo>
                    <a:pt x="187864" y="286641"/>
                  </a:lnTo>
                  <a:cubicBezTo>
                    <a:pt x="187864" y="290471"/>
                    <a:pt x="185308" y="293025"/>
                    <a:pt x="181474" y="293025"/>
                  </a:cubicBezTo>
                  <a:cubicBezTo>
                    <a:pt x="177641" y="293025"/>
                    <a:pt x="175084" y="290471"/>
                    <a:pt x="175084" y="286641"/>
                  </a:cubicBezTo>
                  <a:lnTo>
                    <a:pt x="175084" y="263020"/>
                  </a:lnTo>
                  <a:lnTo>
                    <a:pt x="157832" y="263020"/>
                  </a:lnTo>
                  <a:lnTo>
                    <a:pt x="157832" y="286641"/>
                  </a:lnTo>
                  <a:cubicBezTo>
                    <a:pt x="157832" y="290471"/>
                    <a:pt x="155276" y="293025"/>
                    <a:pt x="151442" y="293025"/>
                  </a:cubicBezTo>
                  <a:cubicBezTo>
                    <a:pt x="147608" y="293025"/>
                    <a:pt x="145052" y="290471"/>
                    <a:pt x="145052" y="286641"/>
                  </a:cubicBezTo>
                  <a:lnTo>
                    <a:pt x="145052" y="263020"/>
                  </a:lnTo>
                  <a:lnTo>
                    <a:pt x="106712" y="263020"/>
                  </a:lnTo>
                  <a:cubicBezTo>
                    <a:pt x="102878" y="263020"/>
                    <a:pt x="100322" y="260467"/>
                    <a:pt x="100322" y="256636"/>
                  </a:cubicBezTo>
                  <a:lnTo>
                    <a:pt x="100322" y="217694"/>
                  </a:lnTo>
                  <a:lnTo>
                    <a:pt x="76040" y="217694"/>
                  </a:lnTo>
                  <a:cubicBezTo>
                    <a:pt x="72207" y="217694"/>
                    <a:pt x="69650" y="215140"/>
                    <a:pt x="69650" y="211310"/>
                  </a:cubicBezTo>
                  <a:cubicBezTo>
                    <a:pt x="69650" y="207479"/>
                    <a:pt x="72207" y="204926"/>
                    <a:pt x="76040" y="204926"/>
                  </a:cubicBezTo>
                  <a:lnTo>
                    <a:pt x="99683" y="204926"/>
                  </a:lnTo>
                  <a:lnTo>
                    <a:pt x="99683" y="187689"/>
                  </a:lnTo>
                  <a:lnTo>
                    <a:pt x="76040" y="187689"/>
                  </a:lnTo>
                  <a:cubicBezTo>
                    <a:pt x="72207" y="187689"/>
                    <a:pt x="69650" y="185135"/>
                    <a:pt x="69650" y="181305"/>
                  </a:cubicBezTo>
                  <a:cubicBezTo>
                    <a:pt x="69650" y="177475"/>
                    <a:pt x="72207" y="174921"/>
                    <a:pt x="76040" y="174921"/>
                  </a:cubicBezTo>
                  <a:lnTo>
                    <a:pt x="99683" y="174921"/>
                  </a:lnTo>
                  <a:lnTo>
                    <a:pt x="99683" y="157684"/>
                  </a:lnTo>
                  <a:lnTo>
                    <a:pt x="76040" y="157684"/>
                  </a:lnTo>
                  <a:cubicBezTo>
                    <a:pt x="72207" y="157684"/>
                    <a:pt x="69650" y="155131"/>
                    <a:pt x="69650" y="151300"/>
                  </a:cubicBezTo>
                  <a:cubicBezTo>
                    <a:pt x="69650" y="147470"/>
                    <a:pt x="72207" y="144916"/>
                    <a:pt x="76040" y="144916"/>
                  </a:cubicBezTo>
                  <a:lnTo>
                    <a:pt x="99683" y="144916"/>
                  </a:lnTo>
                  <a:lnTo>
                    <a:pt x="99683" y="105974"/>
                  </a:lnTo>
                  <a:cubicBezTo>
                    <a:pt x="99683" y="102144"/>
                    <a:pt x="102239" y="99590"/>
                    <a:pt x="106073" y="99590"/>
                  </a:cubicBezTo>
                  <a:lnTo>
                    <a:pt x="144413" y="99590"/>
                  </a:lnTo>
                  <a:lnTo>
                    <a:pt x="144413" y="75970"/>
                  </a:lnTo>
                  <a:cubicBezTo>
                    <a:pt x="144413" y="72139"/>
                    <a:pt x="146969" y="69586"/>
                    <a:pt x="150803" y="69586"/>
                  </a:cubicBezTo>
                  <a:cubicBezTo>
                    <a:pt x="154637" y="69586"/>
                    <a:pt x="157193" y="72139"/>
                    <a:pt x="157193" y="75970"/>
                  </a:cubicBezTo>
                  <a:lnTo>
                    <a:pt x="157193" y="99590"/>
                  </a:lnTo>
                  <a:lnTo>
                    <a:pt x="174446" y="99590"/>
                  </a:lnTo>
                  <a:lnTo>
                    <a:pt x="174446" y="75970"/>
                  </a:lnTo>
                  <a:cubicBezTo>
                    <a:pt x="174446" y="72139"/>
                    <a:pt x="177001" y="69586"/>
                    <a:pt x="180836" y="69586"/>
                  </a:cubicBezTo>
                  <a:cubicBezTo>
                    <a:pt x="184669" y="69586"/>
                    <a:pt x="187225" y="72139"/>
                    <a:pt x="187225" y="75970"/>
                  </a:cubicBezTo>
                  <a:lnTo>
                    <a:pt x="187225" y="99590"/>
                  </a:lnTo>
                  <a:lnTo>
                    <a:pt x="204478" y="99590"/>
                  </a:lnTo>
                  <a:lnTo>
                    <a:pt x="204478" y="75970"/>
                  </a:lnTo>
                  <a:cubicBezTo>
                    <a:pt x="204478" y="72139"/>
                    <a:pt x="207034" y="69586"/>
                    <a:pt x="210868" y="69586"/>
                  </a:cubicBezTo>
                  <a:cubicBezTo>
                    <a:pt x="214702" y="69586"/>
                    <a:pt x="217258" y="72139"/>
                    <a:pt x="217258" y="75970"/>
                  </a:cubicBezTo>
                  <a:lnTo>
                    <a:pt x="217258" y="99590"/>
                  </a:lnTo>
                  <a:lnTo>
                    <a:pt x="255597" y="99590"/>
                  </a:lnTo>
                  <a:cubicBezTo>
                    <a:pt x="259432" y="99590"/>
                    <a:pt x="261987" y="102144"/>
                    <a:pt x="261987" y="105974"/>
                  </a:cubicBezTo>
                  <a:lnTo>
                    <a:pt x="261987" y="144916"/>
                  </a:lnTo>
                  <a:lnTo>
                    <a:pt x="286270" y="144916"/>
                  </a:lnTo>
                  <a:cubicBezTo>
                    <a:pt x="290103" y="144916"/>
                    <a:pt x="292659" y="147470"/>
                    <a:pt x="292659" y="151300"/>
                  </a:cubicBezTo>
                  <a:cubicBezTo>
                    <a:pt x="292659" y="155131"/>
                    <a:pt x="290103" y="157684"/>
                    <a:pt x="286270" y="157684"/>
                  </a:cubicBezTo>
                  <a:lnTo>
                    <a:pt x="261987" y="157684"/>
                  </a:lnTo>
                  <a:lnTo>
                    <a:pt x="263266" y="174921"/>
                  </a:lnTo>
                  <a:lnTo>
                    <a:pt x="263266" y="174921"/>
                  </a:lnTo>
                  <a:close/>
                </a:path>
              </a:pathLst>
            </a:custGeom>
            <a:solidFill>
              <a:srgbClr val="26890D"/>
            </a:solidFill>
            <a:ln w="6390" cap="flat">
              <a:noFill/>
              <a:prstDash val="solid"/>
              <a:miter/>
            </a:ln>
          </p:spPr>
          <p:txBody>
            <a:bodyPr rtlCol="0" anchor="ctr"/>
            <a:lstStyle/>
            <a:p>
              <a:endParaRPr lang="en-US"/>
            </a:p>
          </p:txBody>
        </p:sp>
        <p:sp>
          <p:nvSpPr>
            <p:cNvPr id="692" name="Graphic 4">
              <a:extLst>
                <a:ext uri="{FF2B5EF4-FFF2-40B4-BE49-F238E27FC236}">
                  <a16:creationId xmlns:a16="http://schemas.microsoft.com/office/drawing/2014/main" id="{F6017DF8-7FAF-CF47-A780-39ACF21842F3}"/>
                </a:ext>
              </a:extLst>
            </p:cNvPr>
            <p:cNvSpPr/>
            <p:nvPr/>
          </p:nvSpPr>
          <p:spPr>
            <a:xfrm>
              <a:off x="4180296" y="2507152"/>
              <a:ext cx="90737" cy="90652"/>
            </a:xfrm>
            <a:custGeom>
              <a:avLst/>
              <a:gdLst>
                <a:gd name="connsiteX0" fmla="*/ 90737 w 90737"/>
                <a:gd name="connsiteY0" fmla="*/ 0 h 90652"/>
                <a:gd name="connsiteX1" fmla="*/ 0 w 90737"/>
                <a:gd name="connsiteY1" fmla="*/ 0 h 90652"/>
                <a:gd name="connsiteX2" fmla="*/ 0 w 90737"/>
                <a:gd name="connsiteY2" fmla="*/ 90652 h 90652"/>
                <a:gd name="connsiteX3" fmla="*/ 90737 w 90737"/>
                <a:gd name="connsiteY3" fmla="*/ 90652 h 90652"/>
                <a:gd name="connsiteX4" fmla="*/ 90737 w 90737"/>
                <a:gd name="connsiteY4" fmla="*/ 0 h 90652"/>
                <a:gd name="connsiteX5" fmla="*/ 60704 w 90737"/>
                <a:gd name="connsiteY5" fmla="*/ 79161 h 90652"/>
                <a:gd name="connsiteX6" fmla="*/ 26838 w 90737"/>
                <a:gd name="connsiteY6" fmla="*/ 79161 h 90652"/>
                <a:gd name="connsiteX7" fmla="*/ 21087 w 90737"/>
                <a:gd name="connsiteY7" fmla="*/ 75331 h 90652"/>
                <a:gd name="connsiteX8" fmla="*/ 21726 w 90737"/>
                <a:gd name="connsiteY8" fmla="*/ 68308 h 90652"/>
                <a:gd name="connsiteX9" fmla="*/ 30672 w 90737"/>
                <a:gd name="connsiteY9" fmla="*/ 50433 h 90652"/>
                <a:gd name="connsiteX10" fmla="*/ 24282 w 90737"/>
                <a:gd name="connsiteY10" fmla="*/ 50433 h 90652"/>
                <a:gd name="connsiteX11" fmla="*/ 17892 w 90737"/>
                <a:gd name="connsiteY11" fmla="*/ 44049 h 90652"/>
                <a:gd name="connsiteX12" fmla="*/ 23004 w 90737"/>
                <a:gd name="connsiteY12" fmla="*/ 37665 h 90652"/>
                <a:gd name="connsiteX13" fmla="*/ 23643 w 90737"/>
                <a:gd name="connsiteY13" fmla="*/ 22344 h 90652"/>
                <a:gd name="connsiteX14" fmla="*/ 44090 w 90737"/>
                <a:gd name="connsiteY14" fmla="*/ 9576 h 90652"/>
                <a:gd name="connsiteX15" fmla="*/ 66455 w 90737"/>
                <a:gd name="connsiteY15" fmla="*/ 31281 h 90652"/>
                <a:gd name="connsiteX16" fmla="*/ 66455 w 90737"/>
                <a:gd name="connsiteY16" fmla="*/ 31920 h 90652"/>
                <a:gd name="connsiteX17" fmla="*/ 60065 w 90737"/>
                <a:gd name="connsiteY17" fmla="*/ 38304 h 90652"/>
                <a:gd name="connsiteX18" fmla="*/ 53675 w 90737"/>
                <a:gd name="connsiteY18" fmla="*/ 31920 h 90652"/>
                <a:gd name="connsiteX19" fmla="*/ 45368 w 90737"/>
                <a:gd name="connsiteY19" fmla="*/ 22344 h 90652"/>
                <a:gd name="connsiteX20" fmla="*/ 44090 w 90737"/>
                <a:gd name="connsiteY20" fmla="*/ 22344 h 90652"/>
                <a:gd name="connsiteX21" fmla="*/ 35783 w 90737"/>
                <a:gd name="connsiteY21" fmla="*/ 27451 h 90652"/>
                <a:gd name="connsiteX22" fmla="*/ 36423 w 90737"/>
                <a:gd name="connsiteY22" fmla="*/ 35112 h 90652"/>
                <a:gd name="connsiteX23" fmla="*/ 38340 w 90737"/>
                <a:gd name="connsiteY23" fmla="*/ 37665 h 90652"/>
                <a:gd name="connsiteX24" fmla="*/ 48563 w 90737"/>
                <a:gd name="connsiteY24" fmla="*/ 37665 h 90652"/>
                <a:gd name="connsiteX25" fmla="*/ 54953 w 90737"/>
                <a:gd name="connsiteY25" fmla="*/ 44049 h 90652"/>
                <a:gd name="connsiteX26" fmla="*/ 48563 w 90737"/>
                <a:gd name="connsiteY26" fmla="*/ 50433 h 90652"/>
                <a:gd name="connsiteX27" fmla="*/ 43451 w 90737"/>
                <a:gd name="connsiteY27" fmla="*/ 50433 h 90652"/>
                <a:gd name="connsiteX28" fmla="*/ 38978 w 90737"/>
                <a:gd name="connsiteY28" fmla="*/ 65755 h 90652"/>
                <a:gd name="connsiteX29" fmla="*/ 60704 w 90737"/>
                <a:gd name="connsiteY29" fmla="*/ 65755 h 90652"/>
                <a:gd name="connsiteX30" fmla="*/ 67094 w 90737"/>
                <a:gd name="connsiteY30" fmla="*/ 72139 h 90652"/>
                <a:gd name="connsiteX31" fmla="*/ 60704 w 90737"/>
                <a:gd name="connsiteY31" fmla="*/ 79161 h 90652"/>
                <a:gd name="connsiteX32" fmla="*/ 60704 w 90737"/>
                <a:gd name="connsiteY32" fmla="*/ 79161 h 90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737" h="90652">
                  <a:moveTo>
                    <a:pt x="90737" y="0"/>
                  </a:moveTo>
                  <a:lnTo>
                    <a:pt x="0" y="0"/>
                  </a:lnTo>
                  <a:lnTo>
                    <a:pt x="0" y="90652"/>
                  </a:lnTo>
                  <a:lnTo>
                    <a:pt x="90737" y="90652"/>
                  </a:lnTo>
                  <a:lnTo>
                    <a:pt x="90737" y="0"/>
                  </a:lnTo>
                  <a:close/>
                  <a:moveTo>
                    <a:pt x="60704" y="79161"/>
                  </a:moveTo>
                  <a:lnTo>
                    <a:pt x="26838" y="79161"/>
                  </a:lnTo>
                  <a:cubicBezTo>
                    <a:pt x="24282" y="79161"/>
                    <a:pt x="22365" y="77884"/>
                    <a:pt x="21087" y="75331"/>
                  </a:cubicBezTo>
                  <a:cubicBezTo>
                    <a:pt x="19809" y="73416"/>
                    <a:pt x="20448" y="70224"/>
                    <a:pt x="21726" y="68308"/>
                  </a:cubicBezTo>
                  <a:cubicBezTo>
                    <a:pt x="28755" y="59371"/>
                    <a:pt x="30672" y="54264"/>
                    <a:pt x="30672" y="50433"/>
                  </a:cubicBezTo>
                  <a:lnTo>
                    <a:pt x="24282" y="50433"/>
                  </a:lnTo>
                  <a:cubicBezTo>
                    <a:pt x="20448" y="50433"/>
                    <a:pt x="17892" y="47880"/>
                    <a:pt x="17892" y="44049"/>
                  </a:cubicBezTo>
                  <a:cubicBezTo>
                    <a:pt x="17892" y="40857"/>
                    <a:pt x="20448" y="38304"/>
                    <a:pt x="23004" y="37665"/>
                  </a:cubicBezTo>
                  <a:cubicBezTo>
                    <a:pt x="21087" y="32558"/>
                    <a:pt x="21726" y="27451"/>
                    <a:pt x="23643" y="22344"/>
                  </a:cubicBezTo>
                  <a:cubicBezTo>
                    <a:pt x="26838" y="14045"/>
                    <a:pt x="35145" y="8938"/>
                    <a:pt x="44090" y="9576"/>
                  </a:cubicBezTo>
                  <a:cubicBezTo>
                    <a:pt x="56231" y="9576"/>
                    <a:pt x="66455" y="19152"/>
                    <a:pt x="66455" y="31281"/>
                  </a:cubicBezTo>
                  <a:cubicBezTo>
                    <a:pt x="66455" y="31281"/>
                    <a:pt x="66455" y="31920"/>
                    <a:pt x="66455" y="31920"/>
                  </a:cubicBezTo>
                  <a:cubicBezTo>
                    <a:pt x="66455" y="35750"/>
                    <a:pt x="63899" y="38304"/>
                    <a:pt x="60065" y="38304"/>
                  </a:cubicBezTo>
                  <a:cubicBezTo>
                    <a:pt x="56231" y="38304"/>
                    <a:pt x="53675" y="35750"/>
                    <a:pt x="53675" y="31920"/>
                  </a:cubicBezTo>
                  <a:cubicBezTo>
                    <a:pt x="53675" y="26813"/>
                    <a:pt x="50480" y="22982"/>
                    <a:pt x="45368" y="22344"/>
                  </a:cubicBezTo>
                  <a:cubicBezTo>
                    <a:pt x="44730" y="22344"/>
                    <a:pt x="44730" y="22344"/>
                    <a:pt x="44090" y="22344"/>
                  </a:cubicBezTo>
                  <a:cubicBezTo>
                    <a:pt x="40257" y="21706"/>
                    <a:pt x="37062" y="24259"/>
                    <a:pt x="35783" y="27451"/>
                  </a:cubicBezTo>
                  <a:cubicBezTo>
                    <a:pt x="34505" y="30005"/>
                    <a:pt x="35145" y="33197"/>
                    <a:pt x="36423" y="35112"/>
                  </a:cubicBezTo>
                  <a:cubicBezTo>
                    <a:pt x="37062" y="35750"/>
                    <a:pt x="37700" y="36389"/>
                    <a:pt x="38340" y="37665"/>
                  </a:cubicBezTo>
                  <a:lnTo>
                    <a:pt x="48563" y="37665"/>
                  </a:lnTo>
                  <a:cubicBezTo>
                    <a:pt x="52398" y="37665"/>
                    <a:pt x="54953" y="40219"/>
                    <a:pt x="54953" y="44049"/>
                  </a:cubicBezTo>
                  <a:cubicBezTo>
                    <a:pt x="54953" y="47880"/>
                    <a:pt x="52398" y="50433"/>
                    <a:pt x="48563" y="50433"/>
                  </a:cubicBezTo>
                  <a:lnTo>
                    <a:pt x="43451" y="50433"/>
                  </a:lnTo>
                  <a:cubicBezTo>
                    <a:pt x="43451" y="55541"/>
                    <a:pt x="41535" y="61286"/>
                    <a:pt x="38978" y="65755"/>
                  </a:cubicBezTo>
                  <a:lnTo>
                    <a:pt x="60704" y="65755"/>
                  </a:lnTo>
                  <a:cubicBezTo>
                    <a:pt x="64538" y="65755"/>
                    <a:pt x="67094" y="68308"/>
                    <a:pt x="67094" y="72139"/>
                  </a:cubicBezTo>
                  <a:cubicBezTo>
                    <a:pt x="67094" y="75969"/>
                    <a:pt x="64538" y="79161"/>
                    <a:pt x="60704" y="79161"/>
                  </a:cubicBezTo>
                  <a:lnTo>
                    <a:pt x="60704" y="79161"/>
                  </a:lnTo>
                  <a:close/>
                </a:path>
              </a:pathLst>
            </a:custGeom>
            <a:solidFill>
              <a:srgbClr val="26890D"/>
            </a:solidFill>
            <a:ln w="6390" cap="flat">
              <a:noFill/>
              <a:prstDash val="solid"/>
              <a:miter/>
            </a:ln>
          </p:spPr>
          <p:txBody>
            <a:bodyPr rtlCol="0" anchor="ctr"/>
            <a:lstStyle/>
            <a:p>
              <a:endParaRPr lang="en-US"/>
            </a:p>
          </p:txBody>
        </p:sp>
      </p:grpSp>
      <p:grpSp>
        <p:nvGrpSpPr>
          <p:cNvPr id="693" name="Graphic 4">
            <a:extLst>
              <a:ext uri="{FF2B5EF4-FFF2-40B4-BE49-F238E27FC236}">
                <a16:creationId xmlns:a16="http://schemas.microsoft.com/office/drawing/2014/main" id="{19315C18-250E-CF45-8D75-171D893A5BAA}"/>
              </a:ext>
            </a:extLst>
          </p:cNvPr>
          <p:cNvGrpSpPr/>
          <p:nvPr/>
        </p:nvGrpSpPr>
        <p:grpSpPr>
          <a:xfrm>
            <a:off x="8239823" y="918179"/>
            <a:ext cx="361674" cy="361971"/>
            <a:chOff x="8239823" y="918179"/>
            <a:chExt cx="361674" cy="361971"/>
          </a:xfrm>
          <a:solidFill>
            <a:srgbClr val="26890D"/>
          </a:solidFill>
        </p:grpSpPr>
        <p:sp>
          <p:nvSpPr>
            <p:cNvPr id="694" name="Graphic 4">
              <a:extLst>
                <a:ext uri="{FF2B5EF4-FFF2-40B4-BE49-F238E27FC236}">
                  <a16:creationId xmlns:a16="http://schemas.microsoft.com/office/drawing/2014/main" id="{7565FF42-BCCD-1D40-80FC-BC57E3ED2248}"/>
                </a:ext>
              </a:extLst>
            </p:cNvPr>
            <p:cNvSpPr/>
            <p:nvPr/>
          </p:nvSpPr>
          <p:spPr>
            <a:xfrm>
              <a:off x="8407879" y="1098845"/>
              <a:ext cx="25559" cy="25535"/>
            </a:xfrm>
            <a:custGeom>
              <a:avLst/>
              <a:gdLst>
                <a:gd name="connsiteX0" fmla="*/ 25560 w 25559"/>
                <a:gd name="connsiteY0" fmla="*/ 12768 h 25535"/>
                <a:gd name="connsiteX1" fmla="*/ 12780 w 25559"/>
                <a:gd name="connsiteY1" fmla="*/ 25536 h 25535"/>
                <a:gd name="connsiteX2" fmla="*/ 0 w 25559"/>
                <a:gd name="connsiteY2" fmla="*/ 12768 h 25535"/>
                <a:gd name="connsiteX3" fmla="*/ 12780 w 25559"/>
                <a:gd name="connsiteY3" fmla="*/ 0 h 25535"/>
                <a:gd name="connsiteX4" fmla="*/ 25560 w 25559"/>
                <a:gd name="connsiteY4" fmla="*/ 12768 h 25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59" h="25535">
                  <a:moveTo>
                    <a:pt x="25560" y="12768"/>
                  </a:moveTo>
                  <a:cubicBezTo>
                    <a:pt x="25560" y="19820"/>
                    <a:pt x="19839" y="25536"/>
                    <a:pt x="12780" y="25536"/>
                  </a:cubicBezTo>
                  <a:cubicBezTo>
                    <a:pt x="5722" y="25536"/>
                    <a:pt x="0" y="19820"/>
                    <a:pt x="0" y="12768"/>
                  </a:cubicBezTo>
                  <a:cubicBezTo>
                    <a:pt x="0" y="5716"/>
                    <a:pt x="5722" y="0"/>
                    <a:pt x="12780" y="0"/>
                  </a:cubicBezTo>
                  <a:cubicBezTo>
                    <a:pt x="19839" y="0"/>
                    <a:pt x="25560" y="5716"/>
                    <a:pt x="25560" y="12768"/>
                  </a:cubicBezTo>
                  <a:close/>
                </a:path>
              </a:pathLst>
            </a:custGeom>
            <a:solidFill>
              <a:srgbClr val="26890D"/>
            </a:solidFill>
            <a:ln w="6390" cap="flat">
              <a:noFill/>
              <a:prstDash val="solid"/>
              <a:miter/>
            </a:ln>
          </p:spPr>
          <p:txBody>
            <a:bodyPr rtlCol="0" anchor="ctr"/>
            <a:lstStyle/>
            <a:p>
              <a:endParaRPr lang="en-US"/>
            </a:p>
          </p:txBody>
        </p:sp>
        <p:sp>
          <p:nvSpPr>
            <p:cNvPr id="695" name="Graphic 4">
              <a:extLst>
                <a:ext uri="{FF2B5EF4-FFF2-40B4-BE49-F238E27FC236}">
                  <a16:creationId xmlns:a16="http://schemas.microsoft.com/office/drawing/2014/main" id="{B464B1A9-EA50-6549-B007-409CE4A5D6B8}"/>
                </a:ext>
              </a:extLst>
            </p:cNvPr>
            <p:cNvSpPr/>
            <p:nvPr/>
          </p:nvSpPr>
          <p:spPr>
            <a:xfrm>
              <a:off x="8239823" y="918179"/>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222370 w 361674"/>
                <a:gd name="connsiteY7" fmla="*/ 226631 h 361971"/>
                <a:gd name="connsiteX8" fmla="*/ 186586 w 361674"/>
                <a:gd name="connsiteY8" fmla="*/ 286002 h 361971"/>
                <a:gd name="connsiteX9" fmla="*/ 180836 w 361674"/>
                <a:gd name="connsiteY9" fmla="*/ 289194 h 361971"/>
                <a:gd name="connsiteX10" fmla="*/ 180836 w 361674"/>
                <a:gd name="connsiteY10" fmla="*/ 289194 h 361971"/>
                <a:gd name="connsiteX11" fmla="*/ 175723 w 361674"/>
                <a:gd name="connsiteY11" fmla="*/ 286002 h 361971"/>
                <a:gd name="connsiteX12" fmla="*/ 139940 w 361674"/>
                <a:gd name="connsiteY12" fmla="*/ 227270 h 361971"/>
                <a:gd name="connsiteX13" fmla="*/ 129076 w 361674"/>
                <a:gd name="connsiteY13" fmla="*/ 193435 h 361971"/>
                <a:gd name="connsiteX14" fmla="*/ 180836 w 361674"/>
                <a:gd name="connsiteY14" fmla="*/ 141724 h 361971"/>
                <a:gd name="connsiteX15" fmla="*/ 232594 w 361674"/>
                <a:gd name="connsiteY15" fmla="*/ 193435 h 361971"/>
                <a:gd name="connsiteX16" fmla="*/ 222370 w 361674"/>
                <a:gd name="connsiteY16" fmla="*/ 226631 h 361971"/>
                <a:gd name="connsiteX17" fmla="*/ 222370 w 361674"/>
                <a:gd name="connsiteY17" fmla="*/ 226631 h 361971"/>
                <a:gd name="connsiteX18" fmla="*/ 286270 w 361674"/>
                <a:gd name="connsiteY18" fmla="*/ 183220 h 361971"/>
                <a:gd name="connsiteX19" fmla="*/ 281796 w 361674"/>
                <a:gd name="connsiteY19" fmla="*/ 185135 h 361971"/>
                <a:gd name="connsiteX20" fmla="*/ 277323 w 361674"/>
                <a:gd name="connsiteY20" fmla="*/ 183220 h 361971"/>
                <a:gd name="connsiteX21" fmla="*/ 180836 w 361674"/>
                <a:gd name="connsiteY21" fmla="*/ 88099 h 361971"/>
                <a:gd name="connsiteX22" fmla="*/ 84347 w 361674"/>
                <a:gd name="connsiteY22" fmla="*/ 183220 h 361971"/>
                <a:gd name="connsiteX23" fmla="*/ 75402 w 361674"/>
                <a:gd name="connsiteY23" fmla="*/ 183220 h 361971"/>
                <a:gd name="connsiteX24" fmla="*/ 75402 w 361674"/>
                <a:gd name="connsiteY24" fmla="*/ 174283 h 361971"/>
                <a:gd name="connsiteX25" fmla="*/ 176362 w 361674"/>
                <a:gd name="connsiteY25" fmla="*/ 74693 h 361971"/>
                <a:gd name="connsiteX26" fmla="*/ 185308 w 361674"/>
                <a:gd name="connsiteY26" fmla="*/ 74693 h 361971"/>
                <a:gd name="connsiteX27" fmla="*/ 286270 w 361674"/>
                <a:gd name="connsiteY27" fmla="*/ 174283 h 361971"/>
                <a:gd name="connsiteX28" fmla="*/ 286270 w 361674"/>
                <a:gd name="connsiteY28" fmla="*/ 183220 h 361971"/>
                <a:gd name="connsiteX29" fmla="*/ 286270 w 361674"/>
                <a:gd name="connsiteY29" fmla="*/ 183220 h 361971"/>
                <a:gd name="connsiteX30" fmla="*/ 286270 w 361674"/>
                <a:gd name="connsiteY30" fmla="*/ 18322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1674" h="361971">
                  <a:moveTo>
                    <a:pt x="180836" y="0"/>
                  </a:moveTo>
                  <a:cubicBezTo>
                    <a:pt x="80513" y="0"/>
                    <a:pt x="0" y="81077"/>
                    <a:pt x="0" y="180667"/>
                  </a:cubicBezTo>
                  <a:cubicBezTo>
                    <a:pt x="0" y="280895"/>
                    <a:pt x="81152" y="361972"/>
                    <a:pt x="180836" y="361972"/>
                  </a:cubicBezTo>
                  <a:cubicBezTo>
                    <a:pt x="281157" y="361972"/>
                    <a:pt x="361670" y="280895"/>
                    <a:pt x="361670" y="181305"/>
                  </a:cubicBezTo>
                  <a:lnTo>
                    <a:pt x="361670" y="181305"/>
                  </a:lnTo>
                  <a:cubicBezTo>
                    <a:pt x="362309" y="81077"/>
                    <a:pt x="281157" y="0"/>
                    <a:pt x="180836" y="0"/>
                  </a:cubicBezTo>
                  <a:cubicBezTo>
                    <a:pt x="180836" y="0"/>
                    <a:pt x="180836" y="0"/>
                    <a:pt x="180836" y="0"/>
                  </a:cubicBezTo>
                  <a:close/>
                  <a:moveTo>
                    <a:pt x="222370" y="226631"/>
                  </a:moveTo>
                  <a:lnTo>
                    <a:pt x="186586" y="286002"/>
                  </a:lnTo>
                  <a:cubicBezTo>
                    <a:pt x="185308" y="287918"/>
                    <a:pt x="183391" y="289194"/>
                    <a:pt x="180836" y="289194"/>
                  </a:cubicBezTo>
                  <a:lnTo>
                    <a:pt x="180836" y="289194"/>
                  </a:lnTo>
                  <a:cubicBezTo>
                    <a:pt x="178918" y="289194"/>
                    <a:pt x="176362" y="287918"/>
                    <a:pt x="175723" y="286002"/>
                  </a:cubicBezTo>
                  <a:lnTo>
                    <a:pt x="139940" y="227270"/>
                  </a:lnTo>
                  <a:cubicBezTo>
                    <a:pt x="133550" y="217055"/>
                    <a:pt x="129716" y="205564"/>
                    <a:pt x="129076" y="193435"/>
                  </a:cubicBezTo>
                  <a:cubicBezTo>
                    <a:pt x="129076" y="164707"/>
                    <a:pt x="152081" y="141724"/>
                    <a:pt x="180836" y="141724"/>
                  </a:cubicBezTo>
                  <a:cubicBezTo>
                    <a:pt x="209590" y="141724"/>
                    <a:pt x="232594" y="164707"/>
                    <a:pt x="232594" y="193435"/>
                  </a:cubicBezTo>
                  <a:cubicBezTo>
                    <a:pt x="232594" y="205564"/>
                    <a:pt x="228760" y="216417"/>
                    <a:pt x="222370" y="226631"/>
                  </a:cubicBezTo>
                  <a:lnTo>
                    <a:pt x="222370" y="226631"/>
                  </a:lnTo>
                  <a:close/>
                  <a:moveTo>
                    <a:pt x="286270" y="183220"/>
                  </a:moveTo>
                  <a:cubicBezTo>
                    <a:pt x="284991" y="184497"/>
                    <a:pt x="283713" y="185135"/>
                    <a:pt x="281796" y="185135"/>
                  </a:cubicBezTo>
                  <a:cubicBezTo>
                    <a:pt x="279880" y="185135"/>
                    <a:pt x="278601" y="184497"/>
                    <a:pt x="277323" y="183220"/>
                  </a:cubicBezTo>
                  <a:lnTo>
                    <a:pt x="180836" y="88099"/>
                  </a:lnTo>
                  <a:lnTo>
                    <a:pt x="84347" y="183220"/>
                  </a:lnTo>
                  <a:cubicBezTo>
                    <a:pt x="81792" y="185774"/>
                    <a:pt x="77957" y="185774"/>
                    <a:pt x="75402" y="183220"/>
                  </a:cubicBezTo>
                  <a:cubicBezTo>
                    <a:pt x="72845" y="180667"/>
                    <a:pt x="72845" y="176836"/>
                    <a:pt x="75402" y="174283"/>
                  </a:cubicBezTo>
                  <a:lnTo>
                    <a:pt x="176362" y="74693"/>
                  </a:lnTo>
                  <a:cubicBezTo>
                    <a:pt x="178918" y="72139"/>
                    <a:pt x="182752" y="72139"/>
                    <a:pt x="185308" y="74693"/>
                  </a:cubicBezTo>
                  <a:lnTo>
                    <a:pt x="286270" y="174283"/>
                  </a:lnTo>
                  <a:cubicBezTo>
                    <a:pt x="288825" y="176198"/>
                    <a:pt x="288825" y="180667"/>
                    <a:pt x="286270" y="183220"/>
                  </a:cubicBezTo>
                  <a:cubicBezTo>
                    <a:pt x="286908" y="183220"/>
                    <a:pt x="286908" y="183220"/>
                    <a:pt x="286270" y="183220"/>
                  </a:cubicBezTo>
                  <a:lnTo>
                    <a:pt x="286270" y="183220"/>
                  </a:lnTo>
                  <a:close/>
                </a:path>
              </a:pathLst>
            </a:custGeom>
            <a:solidFill>
              <a:srgbClr val="26890D"/>
            </a:solidFill>
            <a:ln w="6390" cap="flat">
              <a:noFill/>
              <a:prstDash val="solid"/>
              <a:miter/>
            </a:ln>
          </p:spPr>
          <p:txBody>
            <a:bodyPr rtlCol="0" anchor="ctr"/>
            <a:lstStyle/>
            <a:p>
              <a:endParaRPr lang="en-US"/>
            </a:p>
          </p:txBody>
        </p:sp>
        <p:sp>
          <p:nvSpPr>
            <p:cNvPr id="696" name="Graphic 4">
              <a:extLst>
                <a:ext uri="{FF2B5EF4-FFF2-40B4-BE49-F238E27FC236}">
                  <a16:creationId xmlns:a16="http://schemas.microsoft.com/office/drawing/2014/main" id="{C75771DB-0AFE-F547-BD91-2A7283D4FC5A}"/>
                </a:ext>
              </a:extLst>
            </p:cNvPr>
            <p:cNvSpPr/>
            <p:nvPr/>
          </p:nvSpPr>
          <p:spPr>
            <a:xfrm>
              <a:off x="8381680" y="1072671"/>
              <a:ext cx="77957" cy="116188"/>
            </a:xfrm>
            <a:custGeom>
              <a:avLst/>
              <a:gdLst>
                <a:gd name="connsiteX0" fmla="*/ 38979 w 77957"/>
                <a:gd name="connsiteY0" fmla="*/ 0 h 116188"/>
                <a:gd name="connsiteX1" fmla="*/ 0 w 77957"/>
                <a:gd name="connsiteY1" fmla="*/ 38942 h 116188"/>
                <a:gd name="connsiteX2" fmla="*/ 8946 w 77957"/>
                <a:gd name="connsiteY2" fmla="*/ 66393 h 116188"/>
                <a:gd name="connsiteX3" fmla="*/ 38979 w 77957"/>
                <a:gd name="connsiteY3" fmla="*/ 116189 h 116188"/>
                <a:gd name="connsiteX4" fmla="*/ 69012 w 77957"/>
                <a:gd name="connsiteY4" fmla="*/ 65755 h 116188"/>
                <a:gd name="connsiteX5" fmla="*/ 69012 w 77957"/>
                <a:gd name="connsiteY5" fmla="*/ 65755 h 116188"/>
                <a:gd name="connsiteX6" fmla="*/ 77958 w 77957"/>
                <a:gd name="connsiteY6" fmla="*/ 39581 h 116188"/>
                <a:gd name="connsiteX7" fmla="*/ 38979 w 77957"/>
                <a:gd name="connsiteY7" fmla="*/ 0 h 116188"/>
                <a:gd name="connsiteX8" fmla="*/ 38979 w 77957"/>
                <a:gd name="connsiteY8" fmla="*/ 64478 h 116188"/>
                <a:gd name="connsiteX9" fmla="*/ 13419 w 77957"/>
                <a:gd name="connsiteY9" fmla="*/ 38942 h 116188"/>
                <a:gd name="connsiteX10" fmla="*/ 38979 w 77957"/>
                <a:gd name="connsiteY10" fmla="*/ 13406 h 116188"/>
                <a:gd name="connsiteX11" fmla="*/ 64539 w 77957"/>
                <a:gd name="connsiteY11" fmla="*/ 38942 h 116188"/>
                <a:gd name="connsiteX12" fmla="*/ 38979 w 77957"/>
                <a:gd name="connsiteY12" fmla="*/ 64478 h 116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957" h="116188">
                  <a:moveTo>
                    <a:pt x="38979" y="0"/>
                  </a:moveTo>
                  <a:cubicBezTo>
                    <a:pt x="17253" y="0"/>
                    <a:pt x="0" y="17237"/>
                    <a:pt x="0" y="38942"/>
                  </a:cubicBezTo>
                  <a:cubicBezTo>
                    <a:pt x="640" y="48518"/>
                    <a:pt x="3195" y="58094"/>
                    <a:pt x="8946" y="66393"/>
                  </a:cubicBezTo>
                  <a:lnTo>
                    <a:pt x="38979" y="116189"/>
                  </a:lnTo>
                  <a:lnTo>
                    <a:pt x="69012" y="65755"/>
                  </a:lnTo>
                  <a:lnTo>
                    <a:pt x="69012" y="65755"/>
                  </a:lnTo>
                  <a:cubicBezTo>
                    <a:pt x="74124" y="58094"/>
                    <a:pt x="77319" y="48518"/>
                    <a:pt x="77958" y="39581"/>
                  </a:cubicBezTo>
                  <a:cubicBezTo>
                    <a:pt x="77958" y="17237"/>
                    <a:pt x="60704" y="0"/>
                    <a:pt x="38979" y="0"/>
                  </a:cubicBezTo>
                  <a:close/>
                  <a:moveTo>
                    <a:pt x="38979" y="64478"/>
                  </a:moveTo>
                  <a:cubicBezTo>
                    <a:pt x="24921" y="64478"/>
                    <a:pt x="13419" y="52987"/>
                    <a:pt x="13419" y="38942"/>
                  </a:cubicBezTo>
                  <a:cubicBezTo>
                    <a:pt x="13419" y="24898"/>
                    <a:pt x="24921" y="13406"/>
                    <a:pt x="38979" y="13406"/>
                  </a:cubicBezTo>
                  <a:cubicBezTo>
                    <a:pt x="53037" y="13406"/>
                    <a:pt x="64539" y="24898"/>
                    <a:pt x="64539" y="38942"/>
                  </a:cubicBezTo>
                  <a:cubicBezTo>
                    <a:pt x="64539" y="52987"/>
                    <a:pt x="53037" y="64478"/>
                    <a:pt x="38979" y="64478"/>
                  </a:cubicBezTo>
                  <a:close/>
                </a:path>
              </a:pathLst>
            </a:custGeom>
            <a:solidFill>
              <a:srgbClr val="26890D"/>
            </a:solidFill>
            <a:ln w="6390" cap="flat">
              <a:noFill/>
              <a:prstDash val="solid"/>
              <a:miter/>
            </a:ln>
          </p:spPr>
          <p:txBody>
            <a:bodyPr rtlCol="0" anchor="ctr"/>
            <a:lstStyle/>
            <a:p>
              <a:endParaRPr lang="en-US"/>
            </a:p>
          </p:txBody>
        </p:sp>
      </p:grpSp>
      <p:grpSp>
        <p:nvGrpSpPr>
          <p:cNvPr id="697" name="Graphic 4">
            <a:extLst>
              <a:ext uri="{FF2B5EF4-FFF2-40B4-BE49-F238E27FC236}">
                <a16:creationId xmlns:a16="http://schemas.microsoft.com/office/drawing/2014/main" id="{90167F7B-7E31-2441-B480-55DF6CA25C97}"/>
              </a:ext>
            </a:extLst>
          </p:cNvPr>
          <p:cNvGrpSpPr/>
          <p:nvPr/>
        </p:nvGrpSpPr>
        <p:grpSpPr>
          <a:xfrm>
            <a:off x="8239823" y="1893013"/>
            <a:ext cx="361674" cy="361971"/>
            <a:chOff x="8239823" y="1893013"/>
            <a:chExt cx="361674" cy="361971"/>
          </a:xfrm>
          <a:solidFill>
            <a:srgbClr val="26890D"/>
          </a:solidFill>
        </p:grpSpPr>
        <p:sp>
          <p:nvSpPr>
            <p:cNvPr id="698" name="Graphic 4">
              <a:extLst>
                <a:ext uri="{FF2B5EF4-FFF2-40B4-BE49-F238E27FC236}">
                  <a16:creationId xmlns:a16="http://schemas.microsoft.com/office/drawing/2014/main" id="{436620D0-81D3-BB4A-AC22-4F7B76B0D67F}"/>
                </a:ext>
              </a:extLst>
            </p:cNvPr>
            <p:cNvSpPr/>
            <p:nvPr/>
          </p:nvSpPr>
          <p:spPr>
            <a:xfrm>
              <a:off x="8345257" y="1998987"/>
              <a:ext cx="150802" cy="150662"/>
            </a:xfrm>
            <a:custGeom>
              <a:avLst/>
              <a:gdLst>
                <a:gd name="connsiteX0" fmla="*/ 75402 w 150802"/>
                <a:gd name="connsiteY0" fmla="*/ 0 h 150662"/>
                <a:gd name="connsiteX1" fmla="*/ 0 w 150802"/>
                <a:gd name="connsiteY1" fmla="*/ 75331 h 150662"/>
                <a:gd name="connsiteX2" fmla="*/ 75402 w 150802"/>
                <a:gd name="connsiteY2" fmla="*/ 150662 h 150662"/>
                <a:gd name="connsiteX3" fmla="*/ 150802 w 150802"/>
                <a:gd name="connsiteY3" fmla="*/ 75331 h 150662"/>
                <a:gd name="connsiteX4" fmla="*/ 150802 w 150802"/>
                <a:gd name="connsiteY4" fmla="*/ 75331 h 150662"/>
                <a:gd name="connsiteX5" fmla="*/ 75402 w 150802"/>
                <a:gd name="connsiteY5" fmla="*/ 0 h 150662"/>
                <a:gd name="connsiteX6" fmla="*/ 75402 w 150802"/>
                <a:gd name="connsiteY6" fmla="*/ 137256 h 150662"/>
                <a:gd name="connsiteX7" fmla="*/ 59427 w 150802"/>
                <a:gd name="connsiteY7" fmla="*/ 121296 h 150662"/>
                <a:gd name="connsiteX8" fmla="*/ 75402 w 150802"/>
                <a:gd name="connsiteY8" fmla="*/ 105336 h 150662"/>
                <a:gd name="connsiteX9" fmla="*/ 91376 w 150802"/>
                <a:gd name="connsiteY9" fmla="*/ 121296 h 150662"/>
                <a:gd name="connsiteX10" fmla="*/ 75402 w 150802"/>
                <a:gd name="connsiteY10" fmla="*/ 137256 h 150662"/>
                <a:gd name="connsiteX11" fmla="*/ 75402 w 150802"/>
                <a:gd name="connsiteY11" fmla="*/ 137256 h 150662"/>
                <a:gd name="connsiteX12" fmla="*/ 92015 w 150802"/>
                <a:gd name="connsiteY12" fmla="*/ 88099 h 150662"/>
                <a:gd name="connsiteX13" fmla="*/ 82430 w 150802"/>
                <a:gd name="connsiteY13" fmla="*/ 97037 h 150662"/>
                <a:gd name="connsiteX14" fmla="*/ 69012 w 150802"/>
                <a:gd name="connsiteY14" fmla="*/ 97037 h 150662"/>
                <a:gd name="connsiteX15" fmla="*/ 59427 w 150802"/>
                <a:gd name="connsiteY15" fmla="*/ 88099 h 150662"/>
                <a:gd name="connsiteX16" fmla="*/ 56232 w 150802"/>
                <a:gd name="connsiteY16" fmla="*/ 22344 h 150662"/>
                <a:gd name="connsiteX17" fmla="*/ 65177 w 150802"/>
                <a:gd name="connsiteY17" fmla="*/ 12130 h 150662"/>
                <a:gd name="connsiteX18" fmla="*/ 85625 w 150802"/>
                <a:gd name="connsiteY18" fmla="*/ 12130 h 150662"/>
                <a:gd name="connsiteX19" fmla="*/ 95210 w 150802"/>
                <a:gd name="connsiteY19" fmla="*/ 21706 h 150662"/>
                <a:gd name="connsiteX20" fmla="*/ 95210 w 150802"/>
                <a:gd name="connsiteY20" fmla="*/ 22344 h 150662"/>
                <a:gd name="connsiteX21" fmla="*/ 92015 w 150802"/>
                <a:gd name="connsiteY21" fmla="*/ 88099 h 15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0802" h="150662">
                  <a:moveTo>
                    <a:pt x="75402" y="0"/>
                  </a:moveTo>
                  <a:cubicBezTo>
                    <a:pt x="33867" y="0"/>
                    <a:pt x="0" y="33835"/>
                    <a:pt x="0" y="75331"/>
                  </a:cubicBezTo>
                  <a:cubicBezTo>
                    <a:pt x="0" y="116827"/>
                    <a:pt x="33867" y="150662"/>
                    <a:pt x="75402" y="150662"/>
                  </a:cubicBezTo>
                  <a:cubicBezTo>
                    <a:pt x="116936" y="150662"/>
                    <a:pt x="150802" y="116827"/>
                    <a:pt x="150802" y="75331"/>
                  </a:cubicBezTo>
                  <a:cubicBezTo>
                    <a:pt x="150802" y="75331"/>
                    <a:pt x="150802" y="75331"/>
                    <a:pt x="150802" y="75331"/>
                  </a:cubicBezTo>
                  <a:cubicBezTo>
                    <a:pt x="150802" y="33197"/>
                    <a:pt x="116936" y="0"/>
                    <a:pt x="75402" y="0"/>
                  </a:cubicBezTo>
                  <a:close/>
                  <a:moveTo>
                    <a:pt x="75402" y="137256"/>
                  </a:moveTo>
                  <a:cubicBezTo>
                    <a:pt x="66456" y="137256"/>
                    <a:pt x="59427" y="130233"/>
                    <a:pt x="59427" y="121296"/>
                  </a:cubicBezTo>
                  <a:cubicBezTo>
                    <a:pt x="59427" y="112358"/>
                    <a:pt x="66456" y="105336"/>
                    <a:pt x="75402" y="105336"/>
                  </a:cubicBezTo>
                  <a:cubicBezTo>
                    <a:pt x="84347" y="105336"/>
                    <a:pt x="91376" y="112358"/>
                    <a:pt x="91376" y="121296"/>
                  </a:cubicBezTo>
                  <a:cubicBezTo>
                    <a:pt x="91376" y="130233"/>
                    <a:pt x="84347" y="137256"/>
                    <a:pt x="75402" y="137256"/>
                  </a:cubicBezTo>
                  <a:lnTo>
                    <a:pt x="75402" y="137256"/>
                  </a:lnTo>
                  <a:close/>
                  <a:moveTo>
                    <a:pt x="92015" y="88099"/>
                  </a:moveTo>
                  <a:cubicBezTo>
                    <a:pt x="92015" y="93206"/>
                    <a:pt x="87542" y="97037"/>
                    <a:pt x="82430" y="97037"/>
                  </a:cubicBezTo>
                  <a:lnTo>
                    <a:pt x="69012" y="97037"/>
                  </a:lnTo>
                  <a:cubicBezTo>
                    <a:pt x="63899" y="97037"/>
                    <a:pt x="59427" y="93206"/>
                    <a:pt x="59427" y="88099"/>
                  </a:cubicBezTo>
                  <a:lnTo>
                    <a:pt x="56232" y="22344"/>
                  </a:lnTo>
                  <a:cubicBezTo>
                    <a:pt x="56232" y="17237"/>
                    <a:pt x="60066" y="12768"/>
                    <a:pt x="65177" y="12130"/>
                  </a:cubicBezTo>
                  <a:lnTo>
                    <a:pt x="85625" y="12130"/>
                  </a:lnTo>
                  <a:cubicBezTo>
                    <a:pt x="90737" y="12130"/>
                    <a:pt x="95210" y="16598"/>
                    <a:pt x="95210" y="21706"/>
                  </a:cubicBezTo>
                  <a:cubicBezTo>
                    <a:pt x="95210" y="21706"/>
                    <a:pt x="95210" y="21706"/>
                    <a:pt x="95210" y="22344"/>
                  </a:cubicBezTo>
                  <a:lnTo>
                    <a:pt x="92015" y="88099"/>
                  </a:lnTo>
                  <a:close/>
                </a:path>
              </a:pathLst>
            </a:custGeom>
            <a:solidFill>
              <a:srgbClr val="26890D"/>
            </a:solidFill>
            <a:ln w="6390" cap="flat">
              <a:noFill/>
              <a:prstDash val="solid"/>
              <a:miter/>
            </a:ln>
          </p:spPr>
          <p:txBody>
            <a:bodyPr rtlCol="0" anchor="ctr"/>
            <a:lstStyle/>
            <a:p>
              <a:endParaRPr lang="en-US"/>
            </a:p>
          </p:txBody>
        </p:sp>
        <p:sp>
          <p:nvSpPr>
            <p:cNvPr id="699" name="Graphic 4">
              <a:extLst>
                <a:ext uri="{FF2B5EF4-FFF2-40B4-BE49-F238E27FC236}">
                  <a16:creationId xmlns:a16="http://schemas.microsoft.com/office/drawing/2014/main" id="{0F1C079C-742F-9C4F-9B2C-4EAD8A585AEC}"/>
                </a:ext>
              </a:extLst>
            </p:cNvPr>
            <p:cNvSpPr/>
            <p:nvPr/>
          </p:nvSpPr>
          <p:spPr>
            <a:xfrm>
              <a:off x="8414269" y="2023884"/>
              <a:ext cx="12779" cy="60009"/>
            </a:xfrm>
            <a:custGeom>
              <a:avLst/>
              <a:gdLst>
                <a:gd name="connsiteX0" fmla="*/ 3195 w 12779"/>
                <a:gd name="connsiteY0" fmla="*/ 60009 h 60009"/>
                <a:gd name="connsiteX1" fmla="*/ 10224 w 12779"/>
                <a:gd name="connsiteY1" fmla="*/ 60009 h 60009"/>
                <a:gd name="connsiteX2" fmla="*/ 12780 w 12779"/>
                <a:gd name="connsiteY2" fmla="*/ 0 h 60009"/>
                <a:gd name="connsiteX3" fmla="*/ 0 w 12779"/>
                <a:gd name="connsiteY3" fmla="*/ 0 h 60009"/>
              </a:gdLst>
              <a:ahLst/>
              <a:cxnLst>
                <a:cxn ang="0">
                  <a:pos x="connsiteX0" y="connsiteY0"/>
                </a:cxn>
                <a:cxn ang="0">
                  <a:pos x="connsiteX1" y="connsiteY1"/>
                </a:cxn>
                <a:cxn ang="0">
                  <a:pos x="connsiteX2" y="connsiteY2"/>
                </a:cxn>
                <a:cxn ang="0">
                  <a:pos x="connsiteX3" y="connsiteY3"/>
                </a:cxn>
              </a:cxnLst>
              <a:rect l="l" t="t" r="r" b="b"/>
              <a:pathLst>
                <a:path w="12779" h="60009">
                  <a:moveTo>
                    <a:pt x="3195" y="60009"/>
                  </a:moveTo>
                  <a:lnTo>
                    <a:pt x="10224" y="60009"/>
                  </a:lnTo>
                  <a:lnTo>
                    <a:pt x="12780" y="0"/>
                  </a:lnTo>
                  <a:lnTo>
                    <a:pt x="0" y="0"/>
                  </a:lnTo>
                  <a:close/>
                </a:path>
              </a:pathLst>
            </a:custGeom>
            <a:solidFill>
              <a:srgbClr val="26890D"/>
            </a:solidFill>
            <a:ln w="6390" cap="flat">
              <a:noFill/>
              <a:prstDash val="solid"/>
              <a:miter/>
            </a:ln>
          </p:spPr>
          <p:txBody>
            <a:bodyPr rtlCol="0" anchor="ctr"/>
            <a:lstStyle/>
            <a:p>
              <a:endParaRPr lang="en-US"/>
            </a:p>
          </p:txBody>
        </p:sp>
        <p:sp>
          <p:nvSpPr>
            <p:cNvPr id="700" name="Graphic 4">
              <a:extLst>
                <a:ext uri="{FF2B5EF4-FFF2-40B4-BE49-F238E27FC236}">
                  <a16:creationId xmlns:a16="http://schemas.microsoft.com/office/drawing/2014/main" id="{2B4BF0FD-EAD8-C041-82C7-3B1D585CA4E0}"/>
                </a:ext>
              </a:extLst>
            </p:cNvPr>
            <p:cNvSpPr/>
            <p:nvPr/>
          </p:nvSpPr>
          <p:spPr>
            <a:xfrm>
              <a:off x="8239823" y="1893013"/>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106073 w 361674"/>
                <a:gd name="connsiteY7" fmla="*/ 264935 h 361971"/>
                <a:gd name="connsiteX8" fmla="*/ 97127 w 361674"/>
                <a:gd name="connsiteY8" fmla="*/ 264935 h 361971"/>
                <a:gd name="connsiteX9" fmla="*/ 97127 w 361674"/>
                <a:gd name="connsiteY9" fmla="*/ 264935 h 361971"/>
                <a:gd name="connsiteX10" fmla="*/ 97127 w 361674"/>
                <a:gd name="connsiteY10" fmla="*/ 97037 h 361971"/>
                <a:gd name="connsiteX11" fmla="*/ 106073 w 361674"/>
                <a:gd name="connsiteY11" fmla="*/ 97037 h 361971"/>
                <a:gd name="connsiteX12" fmla="*/ 106073 w 361674"/>
                <a:gd name="connsiteY12" fmla="*/ 105974 h 361971"/>
                <a:gd name="connsiteX13" fmla="*/ 106073 w 361674"/>
                <a:gd name="connsiteY13" fmla="*/ 255998 h 361971"/>
                <a:gd name="connsiteX14" fmla="*/ 106073 w 361674"/>
                <a:gd name="connsiteY14" fmla="*/ 264935 h 361971"/>
                <a:gd name="connsiteX15" fmla="*/ 106073 w 361674"/>
                <a:gd name="connsiteY15" fmla="*/ 264935 h 361971"/>
                <a:gd name="connsiteX16" fmla="*/ 180836 w 361674"/>
                <a:gd name="connsiteY16" fmla="*/ 268766 h 361971"/>
                <a:gd name="connsiteX17" fmla="*/ 92654 w 361674"/>
                <a:gd name="connsiteY17" fmla="*/ 180667 h 361971"/>
                <a:gd name="connsiteX18" fmla="*/ 180836 w 361674"/>
                <a:gd name="connsiteY18" fmla="*/ 92568 h 361971"/>
                <a:gd name="connsiteX19" fmla="*/ 269016 w 361674"/>
                <a:gd name="connsiteY19" fmla="*/ 180667 h 361971"/>
                <a:gd name="connsiteX20" fmla="*/ 180836 w 361674"/>
                <a:gd name="connsiteY20" fmla="*/ 268766 h 361971"/>
                <a:gd name="connsiteX21" fmla="*/ 180836 w 361674"/>
                <a:gd name="connsiteY21" fmla="*/ 268766 h 361971"/>
                <a:gd name="connsiteX22" fmla="*/ 265182 w 361674"/>
                <a:gd name="connsiteY22" fmla="*/ 264935 h 361971"/>
                <a:gd name="connsiteX23" fmla="*/ 256236 w 361674"/>
                <a:gd name="connsiteY23" fmla="*/ 264935 h 361971"/>
                <a:gd name="connsiteX24" fmla="*/ 256236 w 361674"/>
                <a:gd name="connsiteY24" fmla="*/ 255998 h 361971"/>
                <a:gd name="connsiteX25" fmla="*/ 256236 w 361674"/>
                <a:gd name="connsiteY25" fmla="*/ 105974 h 361971"/>
                <a:gd name="connsiteX26" fmla="*/ 256236 w 361674"/>
                <a:gd name="connsiteY26" fmla="*/ 97037 h 361971"/>
                <a:gd name="connsiteX27" fmla="*/ 256236 w 361674"/>
                <a:gd name="connsiteY27" fmla="*/ 97037 h 361971"/>
                <a:gd name="connsiteX28" fmla="*/ 265182 w 361674"/>
                <a:gd name="connsiteY28" fmla="*/ 97037 h 361971"/>
                <a:gd name="connsiteX29" fmla="*/ 265182 w 361674"/>
                <a:gd name="connsiteY29" fmla="*/ 264935 h 361971"/>
                <a:gd name="connsiteX30" fmla="*/ 265182 w 361674"/>
                <a:gd name="connsiteY30" fmla="*/ 264935 h 361971"/>
                <a:gd name="connsiteX31" fmla="*/ 265182 w 361674"/>
                <a:gd name="connsiteY31" fmla="*/ 26493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1674" h="361971">
                  <a:moveTo>
                    <a:pt x="180836" y="0"/>
                  </a:moveTo>
                  <a:cubicBezTo>
                    <a:pt x="80513" y="0"/>
                    <a:pt x="0" y="81077"/>
                    <a:pt x="0" y="180667"/>
                  </a:cubicBezTo>
                  <a:cubicBezTo>
                    <a:pt x="0" y="280895"/>
                    <a:pt x="81152" y="361972"/>
                    <a:pt x="180836" y="361972"/>
                  </a:cubicBezTo>
                  <a:cubicBezTo>
                    <a:pt x="281157" y="361972"/>
                    <a:pt x="361670" y="280895"/>
                    <a:pt x="361670" y="181305"/>
                  </a:cubicBezTo>
                  <a:cubicBezTo>
                    <a:pt x="361670" y="181305"/>
                    <a:pt x="361670" y="181305"/>
                    <a:pt x="361670" y="181305"/>
                  </a:cubicBezTo>
                  <a:cubicBezTo>
                    <a:pt x="362309" y="81077"/>
                    <a:pt x="281157" y="0"/>
                    <a:pt x="180836" y="0"/>
                  </a:cubicBezTo>
                  <a:cubicBezTo>
                    <a:pt x="180836" y="0"/>
                    <a:pt x="180836" y="0"/>
                    <a:pt x="180836" y="0"/>
                  </a:cubicBezTo>
                  <a:close/>
                  <a:moveTo>
                    <a:pt x="106073" y="264935"/>
                  </a:moveTo>
                  <a:cubicBezTo>
                    <a:pt x="103517" y="267489"/>
                    <a:pt x="99683" y="267489"/>
                    <a:pt x="97127" y="264935"/>
                  </a:cubicBezTo>
                  <a:cubicBezTo>
                    <a:pt x="97127" y="264935"/>
                    <a:pt x="97127" y="264935"/>
                    <a:pt x="97127" y="264935"/>
                  </a:cubicBezTo>
                  <a:cubicBezTo>
                    <a:pt x="50481" y="218332"/>
                    <a:pt x="50481" y="143640"/>
                    <a:pt x="97127" y="97037"/>
                  </a:cubicBezTo>
                  <a:cubicBezTo>
                    <a:pt x="99683" y="94483"/>
                    <a:pt x="103517" y="94483"/>
                    <a:pt x="106073" y="97037"/>
                  </a:cubicBezTo>
                  <a:cubicBezTo>
                    <a:pt x="108629" y="99590"/>
                    <a:pt x="108629" y="103421"/>
                    <a:pt x="106073" y="105974"/>
                  </a:cubicBezTo>
                  <a:cubicBezTo>
                    <a:pt x="64538" y="147470"/>
                    <a:pt x="64538" y="214502"/>
                    <a:pt x="106073" y="255998"/>
                  </a:cubicBezTo>
                  <a:cubicBezTo>
                    <a:pt x="108629" y="258551"/>
                    <a:pt x="108629" y="262382"/>
                    <a:pt x="106073" y="264935"/>
                  </a:cubicBezTo>
                  <a:lnTo>
                    <a:pt x="106073" y="264935"/>
                  </a:lnTo>
                  <a:close/>
                  <a:moveTo>
                    <a:pt x="180836" y="268766"/>
                  </a:moveTo>
                  <a:cubicBezTo>
                    <a:pt x="132271" y="268766"/>
                    <a:pt x="92654" y="229185"/>
                    <a:pt x="92654" y="180667"/>
                  </a:cubicBezTo>
                  <a:cubicBezTo>
                    <a:pt x="92654" y="132149"/>
                    <a:pt x="132271" y="92568"/>
                    <a:pt x="180836" y="92568"/>
                  </a:cubicBezTo>
                  <a:cubicBezTo>
                    <a:pt x="229399" y="92568"/>
                    <a:pt x="269016" y="132149"/>
                    <a:pt x="269016" y="180667"/>
                  </a:cubicBezTo>
                  <a:cubicBezTo>
                    <a:pt x="269016" y="229185"/>
                    <a:pt x="229399" y="268766"/>
                    <a:pt x="180836" y="268766"/>
                  </a:cubicBezTo>
                  <a:lnTo>
                    <a:pt x="180836" y="268766"/>
                  </a:lnTo>
                  <a:close/>
                  <a:moveTo>
                    <a:pt x="265182" y="264935"/>
                  </a:moveTo>
                  <a:cubicBezTo>
                    <a:pt x="262626" y="267489"/>
                    <a:pt x="258792" y="267489"/>
                    <a:pt x="256236" y="264935"/>
                  </a:cubicBezTo>
                  <a:cubicBezTo>
                    <a:pt x="253680" y="262382"/>
                    <a:pt x="253680" y="258551"/>
                    <a:pt x="256236" y="255998"/>
                  </a:cubicBezTo>
                  <a:cubicBezTo>
                    <a:pt x="297771" y="214502"/>
                    <a:pt x="297771" y="147470"/>
                    <a:pt x="256236" y="105974"/>
                  </a:cubicBezTo>
                  <a:cubicBezTo>
                    <a:pt x="253680" y="103421"/>
                    <a:pt x="253680" y="99590"/>
                    <a:pt x="256236" y="97037"/>
                  </a:cubicBezTo>
                  <a:cubicBezTo>
                    <a:pt x="256236" y="97037"/>
                    <a:pt x="256236" y="97037"/>
                    <a:pt x="256236" y="97037"/>
                  </a:cubicBezTo>
                  <a:cubicBezTo>
                    <a:pt x="258792" y="94483"/>
                    <a:pt x="262626" y="94483"/>
                    <a:pt x="265182" y="97037"/>
                  </a:cubicBezTo>
                  <a:cubicBezTo>
                    <a:pt x="311190" y="143001"/>
                    <a:pt x="311190" y="218332"/>
                    <a:pt x="265182" y="264935"/>
                  </a:cubicBezTo>
                  <a:cubicBezTo>
                    <a:pt x="265182" y="264935"/>
                    <a:pt x="265182" y="264935"/>
                    <a:pt x="265182" y="264935"/>
                  </a:cubicBezTo>
                  <a:lnTo>
                    <a:pt x="265182" y="264935"/>
                  </a:lnTo>
                  <a:close/>
                </a:path>
              </a:pathLst>
            </a:custGeom>
            <a:solidFill>
              <a:srgbClr val="26890D"/>
            </a:solidFill>
            <a:ln w="6390" cap="flat">
              <a:noFill/>
              <a:prstDash val="solid"/>
              <a:miter/>
            </a:ln>
          </p:spPr>
          <p:txBody>
            <a:bodyPr rtlCol="0" anchor="ctr"/>
            <a:lstStyle/>
            <a:p>
              <a:endParaRPr lang="en-US"/>
            </a:p>
          </p:txBody>
        </p:sp>
        <p:sp>
          <p:nvSpPr>
            <p:cNvPr id="701" name="Graphic 4">
              <a:extLst>
                <a:ext uri="{FF2B5EF4-FFF2-40B4-BE49-F238E27FC236}">
                  <a16:creationId xmlns:a16="http://schemas.microsoft.com/office/drawing/2014/main" id="{99111C33-32D7-4941-84BC-C844A73C010A}"/>
                </a:ext>
              </a:extLst>
            </p:cNvPr>
            <p:cNvSpPr/>
            <p:nvPr/>
          </p:nvSpPr>
          <p:spPr>
            <a:xfrm>
              <a:off x="8417464" y="2117091"/>
              <a:ext cx="6515" cy="6383"/>
            </a:xfrm>
            <a:custGeom>
              <a:avLst/>
              <a:gdLst>
                <a:gd name="connsiteX0" fmla="*/ 3195 w 6515"/>
                <a:gd name="connsiteY0" fmla="*/ 0 h 6383"/>
                <a:gd name="connsiteX1" fmla="*/ 0 w 6515"/>
                <a:gd name="connsiteY1" fmla="*/ 3192 h 6383"/>
                <a:gd name="connsiteX2" fmla="*/ 3195 w 6515"/>
                <a:gd name="connsiteY2" fmla="*/ 6384 h 6383"/>
                <a:gd name="connsiteX3" fmla="*/ 6390 w 6515"/>
                <a:gd name="connsiteY3" fmla="*/ 3192 h 6383"/>
                <a:gd name="connsiteX4" fmla="*/ 3195 w 6515"/>
                <a:gd name="connsiteY4" fmla="*/ 0 h 6383"/>
                <a:gd name="connsiteX5" fmla="*/ 3195 w 6515"/>
                <a:gd name="connsiteY5" fmla="*/ 0 h 6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5" h="6383">
                  <a:moveTo>
                    <a:pt x="3195" y="0"/>
                  </a:moveTo>
                  <a:cubicBezTo>
                    <a:pt x="1278" y="0"/>
                    <a:pt x="0" y="1277"/>
                    <a:pt x="0" y="3192"/>
                  </a:cubicBezTo>
                  <a:cubicBezTo>
                    <a:pt x="0" y="5107"/>
                    <a:pt x="1278" y="6384"/>
                    <a:pt x="3195" y="6384"/>
                  </a:cubicBezTo>
                  <a:cubicBezTo>
                    <a:pt x="5111" y="6384"/>
                    <a:pt x="6390" y="5107"/>
                    <a:pt x="6390" y="3192"/>
                  </a:cubicBezTo>
                  <a:cubicBezTo>
                    <a:pt x="7029" y="1277"/>
                    <a:pt x="5111" y="0"/>
                    <a:pt x="3195" y="0"/>
                  </a:cubicBezTo>
                  <a:lnTo>
                    <a:pt x="3195" y="0"/>
                  </a:lnTo>
                  <a:close/>
                </a:path>
              </a:pathLst>
            </a:custGeom>
            <a:solidFill>
              <a:srgbClr val="26890D"/>
            </a:solidFill>
            <a:ln w="6390" cap="flat">
              <a:noFill/>
              <a:prstDash val="solid"/>
              <a:miter/>
            </a:ln>
          </p:spPr>
          <p:txBody>
            <a:bodyPr rtlCol="0" anchor="ctr"/>
            <a:lstStyle/>
            <a:p>
              <a:endParaRPr lang="en-US"/>
            </a:p>
          </p:txBody>
        </p:sp>
      </p:grpSp>
      <p:grpSp>
        <p:nvGrpSpPr>
          <p:cNvPr id="702" name="Graphic 4">
            <a:extLst>
              <a:ext uri="{FF2B5EF4-FFF2-40B4-BE49-F238E27FC236}">
                <a16:creationId xmlns:a16="http://schemas.microsoft.com/office/drawing/2014/main" id="{0C7714B6-3965-A243-9E04-873F5070096A}"/>
              </a:ext>
            </a:extLst>
          </p:cNvPr>
          <p:cNvGrpSpPr/>
          <p:nvPr/>
        </p:nvGrpSpPr>
        <p:grpSpPr>
          <a:xfrm>
            <a:off x="8239823" y="1402723"/>
            <a:ext cx="361674" cy="361971"/>
            <a:chOff x="8239823" y="1402723"/>
            <a:chExt cx="361674" cy="361971"/>
          </a:xfrm>
          <a:solidFill>
            <a:srgbClr val="26890D"/>
          </a:solidFill>
        </p:grpSpPr>
        <p:sp>
          <p:nvSpPr>
            <p:cNvPr id="703" name="Graphic 4">
              <a:extLst>
                <a:ext uri="{FF2B5EF4-FFF2-40B4-BE49-F238E27FC236}">
                  <a16:creationId xmlns:a16="http://schemas.microsoft.com/office/drawing/2014/main" id="{BD9CDE90-E8C5-4F46-821B-EF328ED53D12}"/>
                </a:ext>
              </a:extLst>
            </p:cNvPr>
            <p:cNvSpPr/>
            <p:nvPr/>
          </p:nvSpPr>
          <p:spPr>
            <a:xfrm>
              <a:off x="8333116" y="1478054"/>
              <a:ext cx="175084" cy="174921"/>
            </a:xfrm>
            <a:custGeom>
              <a:avLst/>
              <a:gdLst>
                <a:gd name="connsiteX0" fmla="*/ 87543 w 175084"/>
                <a:gd name="connsiteY0" fmla="*/ 0 h 174921"/>
                <a:gd name="connsiteX1" fmla="*/ 0 w 175084"/>
                <a:gd name="connsiteY1" fmla="*/ 87461 h 174921"/>
                <a:gd name="connsiteX2" fmla="*/ 87543 w 175084"/>
                <a:gd name="connsiteY2" fmla="*/ 174921 h 174921"/>
                <a:gd name="connsiteX3" fmla="*/ 175084 w 175084"/>
                <a:gd name="connsiteY3" fmla="*/ 87461 h 174921"/>
                <a:gd name="connsiteX4" fmla="*/ 87543 w 175084"/>
                <a:gd name="connsiteY4" fmla="*/ 0 h 174921"/>
                <a:gd name="connsiteX5" fmla="*/ 87543 w 175084"/>
                <a:gd name="connsiteY5" fmla="*/ 15960 h 174921"/>
                <a:gd name="connsiteX6" fmla="*/ 95849 w 175084"/>
                <a:gd name="connsiteY6" fmla="*/ 24259 h 174921"/>
                <a:gd name="connsiteX7" fmla="*/ 87543 w 175084"/>
                <a:gd name="connsiteY7" fmla="*/ 32558 h 174921"/>
                <a:gd name="connsiteX8" fmla="*/ 79235 w 175084"/>
                <a:gd name="connsiteY8" fmla="*/ 24259 h 174921"/>
                <a:gd name="connsiteX9" fmla="*/ 87543 w 175084"/>
                <a:gd name="connsiteY9" fmla="*/ 15960 h 174921"/>
                <a:gd name="connsiteX10" fmla="*/ 87543 w 175084"/>
                <a:gd name="connsiteY10" fmla="*/ 15960 h 174921"/>
                <a:gd name="connsiteX11" fmla="*/ 87543 w 175084"/>
                <a:gd name="connsiteY11" fmla="*/ 133425 h 174921"/>
                <a:gd name="connsiteX12" fmla="*/ 41535 w 175084"/>
                <a:gd name="connsiteY12" fmla="*/ 87461 h 174921"/>
                <a:gd name="connsiteX13" fmla="*/ 87543 w 175084"/>
                <a:gd name="connsiteY13" fmla="*/ 41496 h 174921"/>
                <a:gd name="connsiteX14" fmla="*/ 133550 w 175084"/>
                <a:gd name="connsiteY14" fmla="*/ 87461 h 174921"/>
                <a:gd name="connsiteX15" fmla="*/ 133550 w 175084"/>
                <a:gd name="connsiteY15" fmla="*/ 87461 h 174921"/>
                <a:gd name="connsiteX16" fmla="*/ 87543 w 175084"/>
                <a:gd name="connsiteY16" fmla="*/ 133425 h 174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5084" h="174921">
                  <a:moveTo>
                    <a:pt x="87543" y="0"/>
                  </a:moveTo>
                  <a:cubicBezTo>
                    <a:pt x="39618" y="0"/>
                    <a:pt x="0" y="38942"/>
                    <a:pt x="0" y="87461"/>
                  </a:cubicBezTo>
                  <a:cubicBezTo>
                    <a:pt x="0" y="135341"/>
                    <a:pt x="38978" y="174921"/>
                    <a:pt x="87543" y="174921"/>
                  </a:cubicBezTo>
                  <a:cubicBezTo>
                    <a:pt x="135467" y="174921"/>
                    <a:pt x="175084" y="135979"/>
                    <a:pt x="175084" y="87461"/>
                  </a:cubicBezTo>
                  <a:cubicBezTo>
                    <a:pt x="175084" y="38942"/>
                    <a:pt x="136106" y="0"/>
                    <a:pt x="87543" y="0"/>
                  </a:cubicBezTo>
                  <a:close/>
                  <a:moveTo>
                    <a:pt x="87543" y="15960"/>
                  </a:moveTo>
                  <a:cubicBezTo>
                    <a:pt x="92015" y="15960"/>
                    <a:pt x="95849" y="19790"/>
                    <a:pt x="95849" y="24259"/>
                  </a:cubicBezTo>
                  <a:cubicBezTo>
                    <a:pt x="95849" y="28728"/>
                    <a:pt x="92015" y="32558"/>
                    <a:pt x="87543" y="32558"/>
                  </a:cubicBezTo>
                  <a:cubicBezTo>
                    <a:pt x="83069" y="32558"/>
                    <a:pt x="79235" y="28728"/>
                    <a:pt x="79235" y="24259"/>
                  </a:cubicBezTo>
                  <a:cubicBezTo>
                    <a:pt x="79235" y="19790"/>
                    <a:pt x="83069" y="15960"/>
                    <a:pt x="87543" y="15960"/>
                  </a:cubicBezTo>
                  <a:lnTo>
                    <a:pt x="87543" y="15960"/>
                  </a:lnTo>
                  <a:close/>
                  <a:moveTo>
                    <a:pt x="87543" y="133425"/>
                  </a:moveTo>
                  <a:cubicBezTo>
                    <a:pt x="61983" y="133425"/>
                    <a:pt x="41535" y="112997"/>
                    <a:pt x="41535" y="87461"/>
                  </a:cubicBezTo>
                  <a:cubicBezTo>
                    <a:pt x="41535" y="61925"/>
                    <a:pt x="61983" y="41496"/>
                    <a:pt x="87543" y="41496"/>
                  </a:cubicBezTo>
                  <a:cubicBezTo>
                    <a:pt x="113102" y="41496"/>
                    <a:pt x="133550" y="61925"/>
                    <a:pt x="133550" y="87461"/>
                  </a:cubicBezTo>
                  <a:lnTo>
                    <a:pt x="133550" y="87461"/>
                  </a:lnTo>
                  <a:cubicBezTo>
                    <a:pt x="134189" y="112358"/>
                    <a:pt x="113102" y="133425"/>
                    <a:pt x="87543" y="133425"/>
                  </a:cubicBezTo>
                  <a:close/>
                </a:path>
              </a:pathLst>
            </a:custGeom>
            <a:solidFill>
              <a:srgbClr val="26890D"/>
            </a:solidFill>
            <a:ln w="6390" cap="flat">
              <a:noFill/>
              <a:prstDash val="solid"/>
              <a:miter/>
            </a:ln>
          </p:spPr>
          <p:txBody>
            <a:bodyPr rtlCol="0" anchor="ctr"/>
            <a:lstStyle/>
            <a:p>
              <a:endParaRPr lang="en-US"/>
            </a:p>
          </p:txBody>
        </p:sp>
        <p:sp>
          <p:nvSpPr>
            <p:cNvPr id="704" name="Graphic 4">
              <a:extLst>
                <a:ext uri="{FF2B5EF4-FFF2-40B4-BE49-F238E27FC236}">
                  <a16:creationId xmlns:a16="http://schemas.microsoft.com/office/drawing/2014/main" id="{5BA3D81B-9634-004B-A6E0-C18F47C6E03B}"/>
                </a:ext>
              </a:extLst>
            </p:cNvPr>
            <p:cNvSpPr/>
            <p:nvPr/>
          </p:nvSpPr>
          <p:spPr>
            <a:xfrm>
              <a:off x="8387431" y="1531679"/>
              <a:ext cx="66474" cy="66393"/>
            </a:xfrm>
            <a:custGeom>
              <a:avLst/>
              <a:gdLst>
                <a:gd name="connsiteX0" fmla="*/ 33228 w 66474"/>
                <a:gd name="connsiteY0" fmla="*/ 0 h 66393"/>
                <a:gd name="connsiteX1" fmla="*/ 0 w 66474"/>
                <a:gd name="connsiteY1" fmla="*/ 33197 h 66393"/>
                <a:gd name="connsiteX2" fmla="*/ 33228 w 66474"/>
                <a:gd name="connsiteY2" fmla="*/ 66393 h 66393"/>
                <a:gd name="connsiteX3" fmla="*/ 66456 w 66474"/>
                <a:gd name="connsiteY3" fmla="*/ 33197 h 66393"/>
                <a:gd name="connsiteX4" fmla="*/ 66456 w 66474"/>
                <a:gd name="connsiteY4" fmla="*/ 33197 h 66393"/>
                <a:gd name="connsiteX5" fmla="*/ 33228 w 66474"/>
                <a:gd name="connsiteY5" fmla="*/ 0 h 66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474" h="66393">
                  <a:moveTo>
                    <a:pt x="33228" y="0"/>
                  </a:moveTo>
                  <a:cubicBezTo>
                    <a:pt x="14697" y="0"/>
                    <a:pt x="0" y="14683"/>
                    <a:pt x="0" y="33197"/>
                  </a:cubicBezTo>
                  <a:cubicBezTo>
                    <a:pt x="0" y="51710"/>
                    <a:pt x="14697" y="66393"/>
                    <a:pt x="33228" y="66393"/>
                  </a:cubicBezTo>
                  <a:cubicBezTo>
                    <a:pt x="51758" y="66393"/>
                    <a:pt x="66456" y="51710"/>
                    <a:pt x="66456" y="33197"/>
                  </a:cubicBezTo>
                  <a:lnTo>
                    <a:pt x="66456" y="33197"/>
                  </a:lnTo>
                  <a:cubicBezTo>
                    <a:pt x="67094" y="14683"/>
                    <a:pt x="51758" y="0"/>
                    <a:pt x="33228" y="0"/>
                  </a:cubicBezTo>
                  <a:close/>
                </a:path>
              </a:pathLst>
            </a:custGeom>
            <a:solidFill>
              <a:srgbClr val="26890D"/>
            </a:solidFill>
            <a:ln w="6390" cap="flat">
              <a:noFill/>
              <a:prstDash val="solid"/>
              <a:miter/>
            </a:ln>
          </p:spPr>
          <p:txBody>
            <a:bodyPr rtlCol="0" anchor="ctr"/>
            <a:lstStyle/>
            <a:p>
              <a:endParaRPr lang="en-US"/>
            </a:p>
          </p:txBody>
        </p:sp>
        <p:sp>
          <p:nvSpPr>
            <p:cNvPr id="705" name="Graphic 4">
              <a:extLst>
                <a:ext uri="{FF2B5EF4-FFF2-40B4-BE49-F238E27FC236}">
                  <a16:creationId xmlns:a16="http://schemas.microsoft.com/office/drawing/2014/main" id="{AFE31628-CA75-B647-883D-69AFE75643F2}"/>
                </a:ext>
              </a:extLst>
            </p:cNvPr>
            <p:cNvSpPr/>
            <p:nvPr/>
          </p:nvSpPr>
          <p:spPr>
            <a:xfrm>
              <a:off x="8239823" y="1402723"/>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187225 w 361674"/>
                <a:gd name="connsiteY7" fmla="*/ 261743 h 361971"/>
                <a:gd name="connsiteX8" fmla="*/ 187225 w 361674"/>
                <a:gd name="connsiteY8" fmla="*/ 286002 h 361971"/>
                <a:gd name="connsiteX9" fmla="*/ 241540 w 361674"/>
                <a:gd name="connsiteY9" fmla="*/ 286002 h 361971"/>
                <a:gd name="connsiteX10" fmla="*/ 247930 w 361674"/>
                <a:gd name="connsiteY10" fmla="*/ 292386 h 361971"/>
                <a:gd name="connsiteX11" fmla="*/ 241540 w 361674"/>
                <a:gd name="connsiteY11" fmla="*/ 298770 h 361971"/>
                <a:gd name="connsiteX12" fmla="*/ 120131 w 361674"/>
                <a:gd name="connsiteY12" fmla="*/ 298770 h 361971"/>
                <a:gd name="connsiteX13" fmla="*/ 113741 w 361674"/>
                <a:gd name="connsiteY13" fmla="*/ 292386 h 361971"/>
                <a:gd name="connsiteX14" fmla="*/ 120131 w 361674"/>
                <a:gd name="connsiteY14" fmla="*/ 286002 h 361971"/>
                <a:gd name="connsiteX15" fmla="*/ 174446 w 361674"/>
                <a:gd name="connsiteY15" fmla="*/ 286002 h 361971"/>
                <a:gd name="connsiteX16" fmla="*/ 174446 w 361674"/>
                <a:gd name="connsiteY16" fmla="*/ 261743 h 361971"/>
                <a:gd name="connsiteX17" fmla="*/ 81152 w 361674"/>
                <a:gd name="connsiteY17" fmla="*/ 155769 h 361971"/>
                <a:gd name="connsiteX18" fmla="*/ 187225 w 361674"/>
                <a:gd name="connsiteY18" fmla="*/ 62563 h 361971"/>
                <a:gd name="connsiteX19" fmla="*/ 280518 w 361674"/>
                <a:gd name="connsiteY19" fmla="*/ 168537 h 361971"/>
                <a:gd name="connsiteX20" fmla="*/ 187225 w 361674"/>
                <a:gd name="connsiteY20" fmla="*/ 261743 h 361971"/>
                <a:gd name="connsiteX21" fmla="*/ 187225 w 361674"/>
                <a:gd name="connsiteY21" fmla="*/ 26174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1674" h="361971">
                  <a:moveTo>
                    <a:pt x="180836" y="0"/>
                  </a:moveTo>
                  <a:cubicBezTo>
                    <a:pt x="80513" y="0"/>
                    <a:pt x="0" y="81077"/>
                    <a:pt x="0" y="180667"/>
                  </a:cubicBezTo>
                  <a:cubicBezTo>
                    <a:pt x="0" y="280257"/>
                    <a:pt x="81152" y="361972"/>
                    <a:pt x="180836" y="361972"/>
                  </a:cubicBezTo>
                  <a:cubicBezTo>
                    <a:pt x="281157" y="361972"/>
                    <a:pt x="361670" y="280895"/>
                    <a:pt x="361670" y="181305"/>
                  </a:cubicBezTo>
                  <a:cubicBezTo>
                    <a:pt x="361670" y="181305"/>
                    <a:pt x="361670" y="181305"/>
                    <a:pt x="361670" y="181305"/>
                  </a:cubicBezTo>
                  <a:cubicBezTo>
                    <a:pt x="362309" y="80438"/>
                    <a:pt x="281157" y="0"/>
                    <a:pt x="180836" y="0"/>
                  </a:cubicBezTo>
                  <a:cubicBezTo>
                    <a:pt x="180836" y="0"/>
                    <a:pt x="180836" y="0"/>
                    <a:pt x="180836" y="0"/>
                  </a:cubicBezTo>
                  <a:close/>
                  <a:moveTo>
                    <a:pt x="187225" y="261743"/>
                  </a:moveTo>
                  <a:lnTo>
                    <a:pt x="187225" y="286002"/>
                  </a:lnTo>
                  <a:lnTo>
                    <a:pt x="241540" y="286002"/>
                  </a:lnTo>
                  <a:cubicBezTo>
                    <a:pt x="245374" y="286002"/>
                    <a:pt x="247930" y="288556"/>
                    <a:pt x="247930" y="292386"/>
                  </a:cubicBezTo>
                  <a:cubicBezTo>
                    <a:pt x="247930" y="296217"/>
                    <a:pt x="245374" y="298770"/>
                    <a:pt x="241540" y="298770"/>
                  </a:cubicBezTo>
                  <a:lnTo>
                    <a:pt x="120131" y="298770"/>
                  </a:lnTo>
                  <a:cubicBezTo>
                    <a:pt x="116297" y="298770"/>
                    <a:pt x="113741" y="296217"/>
                    <a:pt x="113741" y="292386"/>
                  </a:cubicBezTo>
                  <a:cubicBezTo>
                    <a:pt x="113741" y="288556"/>
                    <a:pt x="116297" y="286002"/>
                    <a:pt x="120131" y="286002"/>
                  </a:cubicBezTo>
                  <a:lnTo>
                    <a:pt x="174446" y="286002"/>
                  </a:lnTo>
                  <a:lnTo>
                    <a:pt x="174446" y="261743"/>
                  </a:lnTo>
                  <a:cubicBezTo>
                    <a:pt x="119492" y="257913"/>
                    <a:pt x="77318" y="210671"/>
                    <a:pt x="81152" y="155769"/>
                  </a:cubicBezTo>
                  <a:cubicBezTo>
                    <a:pt x="84986" y="100867"/>
                    <a:pt x="132271" y="58733"/>
                    <a:pt x="187225" y="62563"/>
                  </a:cubicBezTo>
                  <a:cubicBezTo>
                    <a:pt x="242179" y="66393"/>
                    <a:pt x="284352" y="113635"/>
                    <a:pt x="280518" y="168537"/>
                  </a:cubicBezTo>
                  <a:cubicBezTo>
                    <a:pt x="277323" y="218971"/>
                    <a:pt x="237067" y="258551"/>
                    <a:pt x="187225" y="261743"/>
                  </a:cubicBezTo>
                  <a:lnTo>
                    <a:pt x="187225" y="261743"/>
                  </a:lnTo>
                  <a:close/>
                </a:path>
              </a:pathLst>
            </a:custGeom>
            <a:solidFill>
              <a:srgbClr val="26890D"/>
            </a:solidFill>
            <a:ln w="6390" cap="flat">
              <a:noFill/>
              <a:prstDash val="solid"/>
              <a:miter/>
            </a:ln>
          </p:spPr>
          <p:txBody>
            <a:bodyPr rtlCol="0" anchor="ctr"/>
            <a:lstStyle/>
            <a:p>
              <a:endParaRPr lang="en-US"/>
            </a:p>
          </p:txBody>
        </p:sp>
      </p:grpSp>
      <p:sp>
        <p:nvSpPr>
          <p:cNvPr id="706" name="Graphic 4">
            <a:extLst>
              <a:ext uri="{FF2B5EF4-FFF2-40B4-BE49-F238E27FC236}">
                <a16:creationId xmlns:a16="http://schemas.microsoft.com/office/drawing/2014/main" id="{595E0DDC-CFCE-B24C-BB98-2CF9D38801CD}"/>
              </a:ext>
            </a:extLst>
          </p:cNvPr>
          <p:cNvSpPr/>
          <p:nvPr/>
        </p:nvSpPr>
        <p:spPr>
          <a:xfrm>
            <a:off x="8239823" y="2371173"/>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90737 w 361674"/>
              <a:gd name="connsiteY7" fmla="*/ 125126 h 361971"/>
              <a:gd name="connsiteX8" fmla="*/ 125243 w 361674"/>
              <a:gd name="connsiteY8" fmla="*/ 90653 h 361971"/>
              <a:gd name="connsiteX9" fmla="*/ 134828 w 361674"/>
              <a:gd name="connsiteY9" fmla="*/ 90653 h 361971"/>
              <a:gd name="connsiteX10" fmla="*/ 141217 w 361674"/>
              <a:gd name="connsiteY10" fmla="*/ 97037 h 361971"/>
              <a:gd name="connsiteX11" fmla="*/ 134828 w 361674"/>
              <a:gd name="connsiteY11" fmla="*/ 103421 h 361971"/>
              <a:gd name="connsiteX12" fmla="*/ 125243 w 361674"/>
              <a:gd name="connsiteY12" fmla="*/ 103421 h 361971"/>
              <a:gd name="connsiteX13" fmla="*/ 103517 w 361674"/>
              <a:gd name="connsiteY13" fmla="*/ 125126 h 361971"/>
              <a:gd name="connsiteX14" fmla="*/ 103517 w 361674"/>
              <a:gd name="connsiteY14" fmla="*/ 134702 h 361971"/>
              <a:gd name="connsiteX15" fmla="*/ 97127 w 361674"/>
              <a:gd name="connsiteY15" fmla="*/ 141086 h 361971"/>
              <a:gd name="connsiteX16" fmla="*/ 90737 w 361674"/>
              <a:gd name="connsiteY16" fmla="*/ 134702 h 361971"/>
              <a:gd name="connsiteX17" fmla="*/ 90737 w 361674"/>
              <a:gd name="connsiteY17" fmla="*/ 125126 h 361971"/>
              <a:gd name="connsiteX18" fmla="*/ 130355 w 361674"/>
              <a:gd name="connsiteY18" fmla="*/ 144916 h 361971"/>
              <a:gd name="connsiteX19" fmla="*/ 130355 w 361674"/>
              <a:gd name="connsiteY19" fmla="*/ 217694 h 361971"/>
              <a:gd name="connsiteX20" fmla="*/ 123965 w 361674"/>
              <a:gd name="connsiteY20" fmla="*/ 224078 h 361971"/>
              <a:gd name="connsiteX21" fmla="*/ 117575 w 361674"/>
              <a:gd name="connsiteY21" fmla="*/ 217694 h 361971"/>
              <a:gd name="connsiteX22" fmla="*/ 117575 w 361674"/>
              <a:gd name="connsiteY22" fmla="*/ 144916 h 361971"/>
              <a:gd name="connsiteX23" fmla="*/ 123965 w 361674"/>
              <a:gd name="connsiteY23" fmla="*/ 138533 h 361971"/>
              <a:gd name="connsiteX24" fmla="*/ 130355 w 361674"/>
              <a:gd name="connsiteY24" fmla="*/ 144916 h 361971"/>
              <a:gd name="connsiteX25" fmla="*/ 134828 w 361674"/>
              <a:gd name="connsiteY25" fmla="*/ 271319 h 361971"/>
              <a:gd name="connsiteX26" fmla="*/ 125243 w 361674"/>
              <a:gd name="connsiteY26" fmla="*/ 271319 h 361971"/>
              <a:gd name="connsiteX27" fmla="*/ 90737 w 361674"/>
              <a:gd name="connsiteY27" fmla="*/ 236846 h 361971"/>
              <a:gd name="connsiteX28" fmla="*/ 90737 w 361674"/>
              <a:gd name="connsiteY28" fmla="*/ 227270 h 361971"/>
              <a:gd name="connsiteX29" fmla="*/ 97127 w 361674"/>
              <a:gd name="connsiteY29" fmla="*/ 220886 h 361971"/>
              <a:gd name="connsiteX30" fmla="*/ 103517 w 361674"/>
              <a:gd name="connsiteY30" fmla="*/ 227270 h 361971"/>
              <a:gd name="connsiteX31" fmla="*/ 103517 w 361674"/>
              <a:gd name="connsiteY31" fmla="*/ 236846 h 361971"/>
              <a:gd name="connsiteX32" fmla="*/ 125243 w 361674"/>
              <a:gd name="connsiteY32" fmla="*/ 258551 h 361971"/>
              <a:gd name="connsiteX33" fmla="*/ 134828 w 361674"/>
              <a:gd name="connsiteY33" fmla="*/ 258551 h 361971"/>
              <a:gd name="connsiteX34" fmla="*/ 141217 w 361674"/>
              <a:gd name="connsiteY34" fmla="*/ 264935 h 361971"/>
              <a:gd name="connsiteX35" fmla="*/ 134828 w 361674"/>
              <a:gd name="connsiteY35" fmla="*/ 271319 h 361971"/>
              <a:gd name="connsiteX36" fmla="*/ 147607 w 361674"/>
              <a:gd name="connsiteY36" fmla="*/ 220247 h 361971"/>
              <a:gd name="connsiteX37" fmla="*/ 144412 w 361674"/>
              <a:gd name="connsiteY37" fmla="*/ 223439 h 361971"/>
              <a:gd name="connsiteX38" fmla="*/ 142496 w 361674"/>
              <a:gd name="connsiteY38" fmla="*/ 223439 h 361971"/>
              <a:gd name="connsiteX39" fmla="*/ 139301 w 361674"/>
              <a:gd name="connsiteY39" fmla="*/ 220247 h 361971"/>
              <a:gd name="connsiteX40" fmla="*/ 139301 w 361674"/>
              <a:gd name="connsiteY40" fmla="*/ 141724 h 361971"/>
              <a:gd name="connsiteX41" fmla="*/ 142496 w 361674"/>
              <a:gd name="connsiteY41" fmla="*/ 138533 h 361971"/>
              <a:gd name="connsiteX42" fmla="*/ 144412 w 361674"/>
              <a:gd name="connsiteY42" fmla="*/ 138533 h 361971"/>
              <a:gd name="connsiteX43" fmla="*/ 147607 w 361674"/>
              <a:gd name="connsiteY43" fmla="*/ 141724 h 361971"/>
              <a:gd name="connsiteX44" fmla="*/ 147607 w 361674"/>
              <a:gd name="connsiteY44" fmla="*/ 220247 h 361971"/>
              <a:gd name="connsiteX45" fmla="*/ 173167 w 361674"/>
              <a:gd name="connsiteY45" fmla="*/ 217055 h 361971"/>
              <a:gd name="connsiteX46" fmla="*/ 166777 w 361674"/>
              <a:gd name="connsiteY46" fmla="*/ 223439 h 361971"/>
              <a:gd name="connsiteX47" fmla="*/ 162305 w 361674"/>
              <a:gd name="connsiteY47" fmla="*/ 223439 h 361971"/>
              <a:gd name="connsiteX48" fmla="*/ 155915 w 361674"/>
              <a:gd name="connsiteY48" fmla="*/ 217055 h 361971"/>
              <a:gd name="connsiteX49" fmla="*/ 155915 w 361674"/>
              <a:gd name="connsiteY49" fmla="*/ 144916 h 361971"/>
              <a:gd name="connsiteX50" fmla="*/ 162305 w 361674"/>
              <a:gd name="connsiteY50" fmla="*/ 138533 h 361971"/>
              <a:gd name="connsiteX51" fmla="*/ 166777 w 361674"/>
              <a:gd name="connsiteY51" fmla="*/ 138533 h 361971"/>
              <a:gd name="connsiteX52" fmla="*/ 173167 w 361674"/>
              <a:gd name="connsiteY52" fmla="*/ 144916 h 361971"/>
              <a:gd name="connsiteX53" fmla="*/ 173167 w 361674"/>
              <a:gd name="connsiteY53" fmla="*/ 217055 h 361971"/>
              <a:gd name="connsiteX54" fmla="*/ 186586 w 361674"/>
              <a:gd name="connsiteY54" fmla="*/ 220247 h 361971"/>
              <a:gd name="connsiteX55" fmla="*/ 183391 w 361674"/>
              <a:gd name="connsiteY55" fmla="*/ 223439 h 361971"/>
              <a:gd name="connsiteX56" fmla="*/ 180196 w 361674"/>
              <a:gd name="connsiteY56" fmla="*/ 220247 h 361971"/>
              <a:gd name="connsiteX57" fmla="*/ 180196 w 361674"/>
              <a:gd name="connsiteY57" fmla="*/ 141724 h 361971"/>
              <a:gd name="connsiteX58" fmla="*/ 183391 w 361674"/>
              <a:gd name="connsiteY58" fmla="*/ 138533 h 361971"/>
              <a:gd name="connsiteX59" fmla="*/ 186586 w 361674"/>
              <a:gd name="connsiteY59" fmla="*/ 141724 h 361971"/>
              <a:gd name="connsiteX60" fmla="*/ 186586 w 361674"/>
              <a:gd name="connsiteY60" fmla="*/ 220247 h 361971"/>
              <a:gd name="connsiteX61" fmla="*/ 206395 w 361674"/>
              <a:gd name="connsiteY61" fmla="*/ 217055 h 361971"/>
              <a:gd name="connsiteX62" fmla="*/ 200005 w 361674"/>
              <a:gd name="connsiteY62" fmla="*/ 223439 h 361971"/>
              <a:gd name="connsiteX63" fmla="*/ 193615 w 361674"/>
              <a:gd name="connsiteY63" fmla="*/ 217055 h 361971"/>
              <a:gd name="connsiteX64" fmla="*/ 193615 w 361674"/>
              <a:gd name="connsiteY64" fmla="*/ 144916 h 361971"/>
              <a:gd name="connsiteX65" fmla="*/ 200005 w 361674"/>
              <a:gd name="connsiteY65" fmla="*/ 138533 h 361971"/>
              <a:gd name="connsiteX66" fmla="*/ 206395 w 361674"/>
              <a:gd name="connsiteY66" fmla="*/ 144916 h 361971"/>
              <a:gd name="connsiteX67" fmla="*/ 206395 w 361674"/>
              <a:gd name="connsiteY67" fmla="*/ 217055 h 361971"/>
              <a:gd name="connsiteX68" fmla="*/ 214702 w 361674"/>
              <a:gd name="connsiteY68" fmla="*/ 217055 h 361971"/>
              <a:gd name="connsiteX69" fmla="*/ 214702 w 361674"/>
              <a:gd name="connsiteY69" fmla="*/ 144916 h 361971"/>
              <a:gd name="connsiteX70" fmla="*/ 221092 w 361674"/>
              <a:gd name="connsiteY70" fmla="*/ 138533 h 361971"/>
              <a:gd name="connsiteX71" fmla="*/ 227482 w 361674"/>
              <a:gd name="connsiteY71" fmla="*/ 144916 h 361971"/>
              <a:gd name="connsiteX72" fmla="*/ 227482 w 361674"/>
              <a:gd name="connsiteY72" fmla="*/ 217694 h 361971"/>
              <a:gd name="connsiteX73" fmla="*/ 221092 w 361674"/>
              <a:gd name="connsiteY73" fmla="*/ 224078 h 361971"/>
              <a:gd name="connsiteX74" fmla="*/ 214702 w 361674"/>
              <a:gd name="connsiteY74" fmla="*/ 217055 h 361971"/>
              <a:gd name="connsiteX75" fmla="*/ 214702 w 361674"/>
              <a:gd name="connsiteY75" fmla="*/ 217055 h 361971"/>
              <a:gd name="connsiteX76" fmla="*/ 271572 w 361674"/>
              <a:gd name="connsiteY76" fmla="*/ 236846 h 361971"/>
              <a:gd name="connsiteX77" fmla="*/ 237067 w 361674"/>
              <a:gd name="connsiteY77" fmla="*/ 271319 h 361971"/>
              <a:gd name="connsiteX78" fmla="*/ 226843 w 361674"/>
              <a:gd name="connsiteY78" fmla="*/ 271319 h 361971"/>
              <a:gd name="connsiteX79" fmla="*/ 220453 w 361674"/>
              <a:gd name="connsiteY79" fmla="*/ 264935 h 361971"/>
              <a:gd name="connsiteX80" fmla="*/ 226843 w 361674"/>
              <a:gd name="connsiteY80" fmla="*/ 258551 h 361971"/>
              <a:gd name="connsiteX81" fmla="*/ 236428 w 361674"/>
              <a:gd name="connsiteY81" fmla="*/ 258551 h 361971"/>
              <a:gd name="connsiteX82" fmla="*/ 258154 w 361674"/>
              <a:gd name="connsiteY82" fmla="*/ 236846 h 361971"/>
              <a:gd name="connsiteX83" fmla="*/ 258154 w 361674"/>
              <a:gd name="connsiteY83" fmla="*/ 227270 h 361971"/>
              <a:gd name="connsiteX84" fmla="*/ 264544 w 361674"/>
              <a:gd name="connsiteY84" fmla="*/ 220886 h 361971"/>
              <a:gd name="connsiteX85" fmla="*/ 270934 w 361674"/>
              <a:gd name="connsiteY85" fmla="*/ 227270 h 361971"/>
              <a:gd name="connsiteX86" fmla="*/ 271572 w 361674"/>
              <a:gd name="connsiteY86" fmla="*/ 236846 h 361971"/>
              <a:gd name="connsiteX87" fmla="*/ 235789 w 361674"/>
              <a:gd name="connsiteY87" fmla="*/ 220247 h 361971"/>
              <a:gd name="connsiteX88" fmla="*/ 235789 w 361674"/>
              <a:gd name="connsiteY88" fmla="*/ 141724 h 361971"/>
              <a:gd name="connsiteX89" fmla="*/ 238984 w 361674"/>
              <a:gd name="connsiteY89" fmla="*/ 138533 h 361971"/>
              <a:gd name="connsiteX90" fmla="*/ 240900 w 361674"/>
              <a:gd name="connsiteY90" fmla="*/ 138533 h 361971"/>
              <a:gd name="connsiteX91" fmla="*/ 244095 w 361674"/>
              <a:gd name="connsiteY91" fmla="*/ 141724 h 361971"/>
              <a:gd name="connsiteX92" fmla="*/ 244095 w 361674"/>
              <a:gd name="connsiteY92" fmla="*/ 220247 h 361971"/>
              <a:gd name="connsiteX93" fmla="*/ 240900 w 361674"/>
              <a:gd name="connsiteY93" fmla="*/ 223439 h 361971"/>
              <a:gd name="connsiteX94" fmla="*/ 238984 w 361674"/>
              <a:gd name="connsiteY94" fmla="*/ 223439 h 361971"/>
              <a:gd name="connsiteX95" fmla="*/ 235789 w 361674"/>
              <a:gd name="connsiteY95" fmla="*/ 220247 h 361971"/>
              <a:gd name="connsiteX96" fmla="*/ 235789 w 361674"/>
              <a:gd name="connsiteY96" fmla="*/ 220247 h 361971"/>
              <a:gd name="connsiteX97" fmla="*/ 235789 w 361674"/>
              <a:gd name="connsiteY97" fmla="*/ 220247 h 361971"/>
              <a:gd name="connsiteX98" fmla="*/ 271572 w 361674"/>
              <a:gd name="connsiteY98" fmla="*/ 134702 h 361971"/>
              <a:gd name="connsiteX99" fmla="*/ 265182 w 361674"/>
              <a:gd name="connsiteY99" fmla="*/ 141086 h 361971"/>
              <a:gd name="connsiteX100" fmla="*/ 258792 w 361674"/>
              <a:gd name="connsiteY100" fmla="*/ 134702 h 361971"/>
              <a:gd name="connsiteX101" fmla="*/ 258792 w 361674"/>
              <a:gd name="connsiteY101" fmla="*/ 125126 h 361971"/>
              <a:gd name="connsiteX102" fmla="*/ 237067 w 361674"/>
              <a:gd name="connsiteY102" fmla="*/ 103421 h 361971"/>
              <a:gd name="connsiteX103" fmla="*/ 226843 w 361674"/>
              <a:gd name="connsiteY103" fmla="*/ 103421 h 361971"/>
              <a:gd name="connsiteX104" fmla="*/ 220453 w 361674"/>
              <a:gd name="connsiteY104" fmla="*/ 97037 h 361971"/>
              <a:gd name="connsiteX105" fmla="*/ 226843 w 361674"/>
              <a:gd name="connsiteY105" fmla="*/ 90653 h 361971"/>
              <a:gd name="connsiteX106" fmla="*/ 236428 w 361674"/>
              <a:gd name="connsiteY106" fmla="*/ 90653 h 361971"/>
              <a:gd name="connsiteX107" fmla="*/ 270934 w 361674"/>
              <a:gd name="connsiteY107" fmla="*/ 125126 h 361971"/>
              <a:gd name="connsiteX108" fmla="*/ 271572 w 361674"/>
              <a:gd name="connsiteY108" fmla="*/ 13470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361674" h="361971">
                <a:moveTo>
                  <a:pt x="180836" y="0"/>
                </a:moveTo>
                <a:cubicBezTo>
                  <a:pt x="80513" y="0"/>
                  <a:pt x="0" y="81077"/>
                  <a:pt x="0" y="180667"/>
                </a:cubicBezTo>
                <a:cubicBezTo>
                  <a:pt x="0" y="280895"/>
                  <a:pt x="81152" y="361972"/>
                  <a:pt x="180836" y="361972"/>
                </a:cubicBezTo>
                <a:cubicBezTo>
                  <a:pt x="281157" y="361972"/>
                  <a:pt x="361670" y="280895"/>
                  <a:pt x="361670" y="181305"/>
                </a:cubicBezTo>
                <a:cubicBezTo>
                  <a:pt x="361670" y="181305"/>
                  <a:pt x="361670" y="181305"/>
                  <a:pt x="361670" y="181305"/>
                </a:cubicBezTo>
                <a:cubicBezTo>
                  <a:pt x="362309" y="81077"/>
                  <a:pt x="281157" y="0"/>
                  <a:pt x="180836" y="0"/>
                </a:cubicBezTo>
                <a:cubicBezTo>
                  <a:pt x="180836" y="0"/>
                  <a:pt x="180836" y="0"/>
                  <a:pt x="180836" y="0"/>
                </a:cubicBezTo>
                <a:close/>
                <a:moveTo>
                  <a:pt x="90737" y="125126"/>
                </a:moveTo>
                <a:cubicBezTo>
                  <a:pt x="90737" y="101505"/>
                  <a:pt x="101600" y="90653"/>
                  <a:pt x="125243" y="90653"/>
                </a:cubicBezTo>
                <a:lnTo>
                  <a:pt x="134828" y="90653"/>
                </a:lnTo>
                <a:cubicBezTo>
                  <a:pt x="138661" y="90653"/>
                  <a:pt x="141217" y="93206"/>
                  <a:pt x="141217" y="97037"/>
                </a:cubicBezTo>
                <a:cubicBezTo>
                  <a:pt x="141217" y="100867"/>
                  <a:pt x="138661" y="103421"/>
                  <a:pt x="134828" y="103421"/>
                </a:cubicBezTo>
                <a:lnTo>
                  <a:pt x="125243" y="103421"/>
                </a:lnTo>
                <a:cubicBezTo>
                  <a:pt x="108629" y="103421"/>
                  <a:pt x="103517" y="108528"/>
                  <a:pt x="103517" y="125126"/>
                </a:cubicBezTo>
                <a:lnTo>
                  <a:pt x="103517" y="134702"/>
                </a:lnTo>
                <a:cubicBezTo>
                  <a:pt x="103517" y="138533"/>
                  <a:pt x="100961" y="141086"/>
                  <a:pt x="97127" y="141086"/>
                </a:cubicBezTo>
                <a:cubicBezTo>
                  <a:pt x="93293" y="141086"/>
                  <a:pt x="90737" y="138533"/>
                  <a:pt x="90737" y="134702"/>
                </a:cubicBezTo>
                <a:lnTo>
                  <a:pt x="90737" y="125126"/>
                </a:lnTo>
                <a:close/>
                <a:moveTo>
                  <a:pt x="130355" y="144916"/>
                </a:moveTo>
                <a:lnTo>
                  <a:pt x="130355" y="217694"/>
                </a:lnTo>
                <a:cubicBezTo>
                  <a:pt x="130355" y="221524"/>
                  <a:pt x="127799" y="224078"/>
                  <a:pt x="123965" y="224078"/>
                </a:cubicBezTo>
                <a:cubicBezTo>
                  <a:pt x="120131" y="224078"/>
                  <a:pt x="117575" y="221524"/>
                  <a:pt x="117575" y="217694"/>
                </a:cubicBezTo>
                <a:lnTo>
                  <a:pt x="117575" y="144916"/>
                </a:lnTo>
                <a:cubicBezTo>
                  <a:pt x="117575" y="141086"/>
                  <a:pt x="120131" y="138533"/>
                  <a:pt x="123965" y="138533"/>
                </a:cubicBezTo>
                <a:cubicBezTo>
                  <a:pt x="127799" y="138533"/>
                  <a:pt x="130355" y="141086"/>
                  <a:pt x="130355" y="144916"/>
                </a:cubicBezTo>
                <a:close/>
                <a:moveTo>
                  <a:pt x="134828" y="271319"/>
                </a:moveTo>
                <a:lnTo>
                  <a:pt x="125243" y="271319"/>
                </a:lnTo>
                <a:cubicBezTo>
                  <a:pt x="101600" y="271319"/>
                  <a:pt x="90737" y="260467"/>
                  <a:pt x="90737" y="236846"/>
                </a:cubicBezTo>
                <a:lnTo>
                  <a:pt x="90737" y="227270"/>
                </a:lnTo>
                <a:cubicBezTo>
                  <a:pt x="90737" y="223439"/>
                  <a:pt x="93293" y="220886"/>
                  <a:pt x="97127" y="220886"/>
                </a:cubicBezTo>
                <a:cubicBezTo>
                  <a:pt x="100961" y="220886"/>
                  <a:pt x="103517" y="223439"/>
                  <a:pt x="103517" y="227270"/>
                </a:cubicBezTo>
                <a:lnTo>
                  <a:pt x="103517" y="236846"/>
                </a:lnTo>
                <a:cubicBezTo>
                  <a:pt x="103517" y="252806"/>
                  <a:pt x="108629" y="258551"/>
                  <a:pt x="125243" y="258551"/>
                </a:cubicBezTo>
                <a:lnTo>
                  <a:pt x="134828" y="258551"/>
                </a:lnTo>
                <a:cubicBezTo>
                  <a:pt x="138661" y="258551"/>
                  <a:pt x="141217" y="261105"/>
                  <a:pt x="141217" y="264935"/>
                </a:cubicBezTo>
                <a:cubicBezTo>
                  <a:pt x="141217" y="268766"/>
                  <a:pt x="138661" y="271319"/>
                  <a:pt x="134828" y="271319"/>
                </a:cubicBezTo>
                <a:close/>
                <a:moveTo>
                  <a:pt x="147607" y="220247"/>
                </a:moveTo>
                <a:cubicBezTo>
                  <a:pt x="147607" y="222163"/>
                  <a:pt x="146330" y="223439"/>
                  <a:pt x="144412" y="223439"/>
                </a:cubicBezTo>
                <a:lnTo>
                  <a:pt x="142496" y="223439"/>
                </a:lnTo>
                <a:cubicBezTo>
                  <a:pt x="140579" y="223439"/>
                  <a:pt x="139301" y="222163"/>
                  <a:pt x="139301" y="220247"/>
                </a:cubicBezTo>
                <a:lnTo>
                  <a:pt x="139301" y="141724"/>
                </a:lnTo>
                <a:cubicBezTo>
                  <a:pt x="139301" y="139809"/>
                  <a:pt x="140579" y="138533"/>
                  <a:pt x="142496" y="138533"/>
                </a:cubicBezTo>
                <a:lnTo>
                  <a:pt x="144412" y="138533"/>
                </a:lnTo>
                <a:cubicBezTo>
                  <a:pt x="146330" y="138533"/>
                  <a:pt x="147607" y="139809"/>
                  <a:pt x="147607" y="141724"/>
                </a:cubicBezTo>
                <a:lnTo>
                  <a:pt x="147607" y="220247"/>
                </a:lnTo>
                <a:close/>
                <a:moveTo>
                  <a:pt x="173167" y="217055"/>
                </a:moveTo>
                <a:cubicBezTo>
                  <a:pt x="173167" y="220886"/>
                  <a:pt x="170611" y="223439"/>
                  <a:pt x="166777" y="223439"/>
                </a:cubicBezTo>
                <a:lnTo>
                  <a:pt x="162305" y="223439"/>
                </a:lnTo>
                <a:cubicBezTo>
                  <a:pt x="158471" y="223439"/>
                  <a:pt x="155915" y="220886"/>
                  <a:pt x="155915" y="217055"/>
                </a:cubicBezTo>
                <a:lnTo>
                  <a:pt x="155915" y="144916"/>
                </a:lnTo>
                <a:cubicBezTo>
                  <a:pt x="155915" y="141086"/>
                  <a:pt x="158471" y="138533"/>
                  <a:pt x="162305" y="138533"/>
                </a:cubicBezTo>
                <a:lnTo>
                  <a:pt x="166777" y="138533"/>
                </a:lnTo>
                <a:cubicBezTo>
                  <a:pt x="170611" y="138533"/>
                  <a:pt x="173167" y="141086"/>
                  <a:pt x="173167" y="144916"/>
                </a:cubicBezTo>
                <a:lnTo>
                  <a:pt x="173167" y="217055"/>
                </a:lnTo>
                <a:close/>
                <a:moveTo>
                  <a:pt x="186586" y="220247"/>
                </a:moveTo>
                <a:cubicBezTo>
                  <a:pt x="186586" y="222163"/>
                  <a:pt x="185308" y="223439"/>
                  <a:pt x="183391" y="223439"/>
                </a:cubicBezTo>
                <a:cubicBezTo>
                  <a:pt x="181474" y="223439"/>
                  <a:pt x="180196" y="222163"/>
                  <a:pt x="180196" y="220247"/>
                </a:cubicBezTo>
                <a:lnTo>
                  <a:pt x="180196" y="141724"/>
                </a:lnTo>
                <a:cubicBezTo>
                  <a:pt x="180196" y="139809"/>
                  <a:pt x="181474" y="138533"/>
                  <a:pt x="183391" y="138533"/>
                </a:cubicBezTo>
                <a:cubicBezTo>
                  <a:pt x="185308" y="138533"/>
                  <a:pt x="186586" y="139809"/>
                  <a:pt x="186586" y="141724"/>
                </a:cubicBezTo>
                <a:lnTo>
                  <a:pt x="186586" y="220247"/>
                </a:lnTo>
                <a:close/>
                <a:moveTo>
                  <a:pt x="206395" y="217055"/>
                </a:moveTo>
                <a:cubicBezTo>
                  <a:pt x="206395" y="220886"/>
                  <a:pt x="203839" y="223439"/>
                  <a:pt x="200005" y="223439"/>
                </a:cubicBezTo>
                <a:cubicBezTo>
                  <a:pt x="196171" y="223439"/>
                  <a:pt x="193615" y="220886"/>
                  <a:pt x="193615" y="217055"/>
                </a:cubicBezTo>
                <a:lnTo>
                  <a:pt x="193615" y="144916"/>
                </a:lnTo>
                <a:cubicBezTo>
                  <a:pt x="193615" y="141086"/>
                  <a:pt x="196171" y="138533"/>
                  <a:pt x="200005" y="138533"/>
                </a:cubicBezTo>
                <a:cubicBezTo>
                  <a:pt x="203839" y="138533"/>
                  <a:pt x="206395" y="141086"/>
                  <a:pt x="206395" y="144916"/>
                </a:cubicBezTo>
                <a:lnTo>
                  <a:pt x="206395" y="217055"/>
                </a:lnTo>
                <a:close/>
                <a:moveTo>
                  <a:pt x="214702" y="217055"/>
                </a:moveTo>
                <a:lnTo>
                  <a:pt x="214702" y="144916"/>
                </a:lnTo>
                <a:cubicBezTo>
                  <a:pt x="214702" y="141086"/>
                  <a:pt x="217258" y="138533"/>
                  <a:pt x="221092" y="138533"/>
                </a:cubicBezTo>
                <a:cubicBezTo>
                  <a:pt x="224925" y="138533"/>
                  <a:pt x="227482" y="141086"/>
                  <a:pt x="227482" y="144916"/>
                </a:cubicBezTo>
                <a:lnTo>
                  <a:pt x="227482" y="217694"/>
                </a:lnTo>
                <a:cubicBezTo>
                  <a:pt x="227482" y="221524"/>
                  <a:pt x="224925" y="224078"/>
                  <a:pt x="221092" y="224078"/>
                </a:cubicBezTo>
                <a:cubicBezTo>
                  <a:pt x="217258" y="224078"/>
                  <a:pt x="214702" y="220886"/>
                  <a:pt x="214702" y="217055"/>
                </a:cubicBezTo>
                <a:lnTo>
                  <a:pt x="214702" y="217055"/>
                </a:lnTo>
                <a:close/>
                <a:moveTo>
                  <a:pt x="271572" y="236846"/>
                </a:moveTo>
                <a:cubicBezTo>
                  <a:pt x="271572" y="260467"/>
                  <a:pt x="260710" y="271319"/>
                  <a:pt x="237067" y="271319"/>
                </a:cubicBezTo>
                <a:lnTo>
                  <a:pt x="226843" y="271319"/>
                </a:lnTo>
                <a:cubicBezTo>
                  <a:pt x="223009" y="271319"/>
                  <a:pt x="220453" y="268766"/>
                  <a:pt x="220453" y="264935"/>
                </a:cubicBezTo>
                <a:cubicBezTo>
                  <a:pt x="220453" y="261105"/>
                  <a:pt x="223009" y="258551"/>
                  <a:pt x="226843" y="258551"/>
                </a:cubicBezTo>
                <a:lnTo>
                  <a:pt x="236428" y="258551"/>
                </a:lnTo>
                <a:cubicBezTo>
                  <a:pt x="253041" y="258551"/>
                  <a:pt x="258154" y="253444"/>
                  <a:pt x="258154" y="236846"/>
                </a:cubicBezTo>
                <a:lnTo>
                  <a:pt x="258154" y="227270"/>
                </a:lnTo>
                <a:cubicBezTo>
                  <a:pt x="258154" y="223439"/>
                  <a:pt x="260710" y="220886"/>
                  <a:pt x="264544" y="220886"/>
                </a:cubicBezTo>
                <a:cubicBezTo>
                  <a:pt x="268377" y="220886"/>
                  <a:pt x="270934" y="223439"/>
                  <a:pt x="270934" y="227270"/>
                </a:cubicBezTo>
                <a:lnTo>
                  <a:pt x="271572" y="236846"/>
                </a:lnTo>
                <a:close/>
                <a:moveTo>
                  <a:pt x="235789" y="220247"/>
                </a:moveTo>
                <a:lnTo>
                  <a:pt x="235789" y="141724"/>
                </a:lnTo>
                <a:cubicBezTo>
                  <a:pt x="235789" y="139809"/>
                  <a:pt x="237067" y="138533"/>
                  <a:pt x="238984" y="138533"/>
                </a:cubicBezTo>
                <a:lnTo>
                  <a:pt x="240900" y="138533"/>
                </a:lnTo>
                <a:cubicBezTo>
                  <a:pt x="242818" y="138533"/>
                  <a:pt x="244095" y="139809"/>
                  <a:pt x="244095" y="141724"/>
                </a:cubicBezTo>
                <a:lnTo>
                  <a:pt x="244095" y="220247"/>
                </a:lnTo>
                <a:cubicBezTo>
                  <a:pt x="244095" y="222163"/>
                  <a:pt x="242818" y="223439"/>
                  <a:pt x="240900" y="223439"/>
                </a:cubicBezTo>
                <a:lnTo>
                  <a:pt x="238984" y="223439"/>
                </a:lnTo>
                <a:cubicBezTo>
                  <a:pt x="237067" y="223439"/>
                  <a:pt x="235789" y="222163"/>
                  <a:pt x="235789" y="220247"/>
                </a:cubicBezTo>
                <a:cubicBezTo>
                  <a:pt x="235789" y="220247"/>
                  <a:pt x="235789" y="220247"/>
                  <a:pt x="235789" y="220247"/>
                </a:cubicBezTo>
                <a:lnTo>
                  <a:pt x="235789" y="220247"/>
                </a:lnTo>
                <a:close/>
                <a:moveTo>
                  <a:pt x="271572" y="134702"/>
                </a:moveTo>
                <a:cubicBezTo>
                  <a:pt x="271572" y="138533"/>
                  <a:pt x="269016" y="141086"/>
                  <a:pt x="265182" y="141086"/>
                </a:cubicBezTo>
                <a:cubicBezTo>
                  <a:pt x="261349" y="141086"/>
                  <a:pt x="258792" y="138533"/>
                  <a:pt x="258792" y="134702"/>
                </a:cubicBezTo>
                <a:lnTo>
                  <a:pt x="258792" y="125126"/>
                </a:lnTo>
                <a:cubicBezTo>
                  <a:pt x="258792" y="109166"/>
                  <a:pt x="253680" y="103421"/>
                  <a:pt x="237067" y="103421"/>
                </a:cubicBezTo>
                <a:lnTo>
                  <a:pt x="226843" y="103421"/>
                </a:lnTo>
                <a:cubicBezTo>
                  <a:pt x="223009" y="103421"/>
                  <a:pt x="220453" y="100867"/>
                  <a:pt x="220453" y="97037"/>
                </a:cubicBezTo>
                <a:cubicBezTo>
                  <a:pt x="220453" y="93206"/>
                  <a:pt x="223009" y="90653"/>
                  <a:pt x="226843" y="90653"/>
                </a:cubicBezTo>
                <a:lnTo>
                  <a:pt x="236428" y="90653"/>
                </a:lnTo>
                <a:cubicBezTo>
                  <a:pt x="260070" y="90653"/>
                  <a:pt x="270934" y="101505"/>
                  <a:pt x="270934" y="125126"/>
                </a:cubicBezTo>
                <a:lnTo>
                  <a:pt x="271572" y="134702"/>
                </a:lnTo>
                <a:close/>
              </a:path>
            </a:pathLst>
          </a:custGeom>
          <a:solidFill>
            <a:srgbClr val="26890D"/>
          </a:solidFill>
          <a:ln w="6390" cap="flat">
            <a:noFill/>
            <a:prstDash val="solid"/>
            <a:miter/>
          </a:ln>
        </p:spPr>
        <p:txBody>
          <a:bodyPr rtlCol="0" anchor="ctr"/>
          <a:lstStyle/>
          <a:p>
            <a:endParaRPr lang="en-US"/>
          </a:p>
        </p:txBody>
      </p:sp>
      <p:grpSp>
        <p:nvGrpSpPr>
          <p:cNvPr id="707" name="Graphic 4">
            <a:extLst>
              <a:ext uri="{FF2B5EF4-FFF2-40B4-BE49-F238E27FC236}">
                <a16:creationId xmlns:a16="http://schemas.microsoft.com/office/drawing/2014/main" id="{BDAC8F39-8995-DF41-8F35-90F8E6DFFB27}"/>
              </a:ext>
            </a:extLst>
          </p:cNvPr>
          <p:cNvGrpSpPr/>
          <p:nvPr/>
        </p:nvGrpSpPr>
        <p:grpSpPr>
          <a:xfrm>
            <a:off x="7191874" y="918179"/>
            <a:ext cx="362312" cy="361971"/>
            <a:chOff x="7191874" y="918179"/>
            <a:chExt cx="362312" cy="361971"/>
          </a:xfrm>
          <a:solidFill>
            <a:srgbClr val="26890D"/>
          </a:solidFill>
        </p:grpSpPr>
        <p:sp>
          <p:nvSpPr>
            <p:cNvPr id="708" name="Graphic 4">
              <a:extLst>
                <a:ext uri="{FF2B5EF4-FFF2-40B4-BE49-F238E27FC236}">
                  <a16:creationId xmlns:a16="http://schemas.microsoft.com/office/drawing/2014/main" id="{2DD88467-B727-204B-BE93-FE005E983780}"/>
                </a:ext>
              </a:extLst>
            </p:cNvPr>
            <p:cNvSpPr/>
            <p:nvPr/>
          </p:nvSpPr>
          <p:spPr>
            <a:xfrm>
              <a:off x="7308810" y="1045858"/>
              <a:ext cx="129076" cy="44049"/>
            </a:xfrm>
            <a:custGeom>
              <a:avLst/>
              <a:gdLst>
                <a:gd name="connsiteX0" fmla="*/ 64538 w 129076"/>
                <a:gd name="connsiteY0" fmla="*/ 19790 h 44049"/>
                <a:gd name="connsiteX1" fmla="*/ 123325 w 129076"/>
                <a:gd name="connsiteY1" fmla="*/ 44050 h 44049"/>
                <a:gd name="connsiteX2" fmla="*/ 129076 w 129076"/>
                <a:gd name="connsiteY2" fmla="*/ 37027 h 44049"/>
                <a:gd name="connsiteX3" fmla="*/ 64538 w 129076"/>
                <a:gd name="connsiteY3" fmla="*/ 0 h 44049"/>
                <a:gd name="connsiteX4" fmla="*/ 0 w 129076"/>
                <a:gd name="connsiteY4" fmla="*/ 36389 h 44049"/>
                <a:gd name="connsiteX5" fmla="*/ 5750 w 129076"/>
                <a:gd name="connsiteY5" fmla="*/ 43411 h 44049"/>
                <a:gd name="connsiteX6" fmla="*/ 64538 w 129076"/>
                <a:gd name="connsiteY6" fmla="*/ 19790 h 44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076" h="44049">
                  <a:moveTo>
                    <a:pt x="64538" y="19790"/>
                  </a:moveTo>
                  <a:cubicBezTo>
                    <a:pt x="86264" y="20429"/>
                    <a:pt x="107350" y="28728"/>
                    <a:pt x="123325" y="44050"/>
                  </a:cubicBezTo>
                  <a:cubicBezTo>
                    <a:pt x="125243" y="41496"/>
                    <a:pt x="127159" y="38942"/>
                    <a:pt x="129076" y="37027"/>
                  </a:cubicBezTo>
                  <a:cubicBezTo>
                    <a:pt x="119492" y="22982"/>
                    <a:pt x="95849" y="0"/>
                    <a:pt x="64538" y="0"/>
                  </a:cubicBezTo>
                  <a:cubicBezTo>
                    <a:pt x="35783" y="0"/>
                    <a:pt x="12140" y="18514"/>
                    <a:pt x="0" y="36389"/>
                  </a:cubicBezTo>
                  <a:cubicBezTo>
                    <a:pt x="1917" y="38942"/>
                    <a:pt x="3834" y="41496"/>
                    <a:pt x="5750" y="43411"/>
                  </a:cubicBezTo>
                  <a:cubicBezTo>
                    <a:pt x="21725" y="28728"/>
                    <a:pt x="42812" y="20429"/>
                    <a:pt x="64538" y="19790"/>
                  </a:cubicBezTo>
                  <a:close/>
                </a:path>
              </a:pathLst>
            </a:custGeom>
            <a:solidFill>
              <a:srgbClr val="26890D"/>
            </a:solidFill>
            <a:ln w="6390" cap="flat">
              <a:noFill/>
              <a:prstDash val="solid"/>
              <a:miter/>
            </a:ln>
          </p:spPr>
          <p:txBody>
            <a:bodyPr rtlCol="0" anchor="ctr"/>
            <a:lstStyle/>
            <a:p>
              <a:endParaRPr lang="en-US"/>
            </a:p>
          </p:txBody>
        </p:sp>
        <p:sp>
          <p:nvSpPr>
            <p:cNvPr id="709" name="Graphic 4">
              <a:extLst>
                <a:ext uri="{FF2B5EF4-FFF2-40B4-BE49-F238E27FC236}">
                  <a16:creationId xmlns:a16="http://schemas.microsoft.com/office/drawing/2014/main" id="{44CD37A9-5DC0-DF44-8816-FFE08C819382}"/>
                </a:ext>
              </a:extLst>
            </p:cNvPr>
            <p:cNvSpPr/>
            <p:nvPr/>
          </p:nvSpPr>
          <p:spPr>
            <a:xfrm>
              <a:off x="7323506" y="1078736"/>
              <a:ext cx="100322" cy="40697"/>
            </a:xfrm>
            <a:custGeom>
              <a:avLst/>
              <a:gdLst>
                <a:gd name="connsiteX0" fmla="*/ 0 w 100322"/>
                <a:gd name="connsiteY0" fmla="*/ 20110 h 40697"/>
                <a:gd name="connsiteX1" fmla="*/ 100322 w 100322"/>
                <a:gd name="connsiteY1" fmla="*/ 20110 h 40697"/>
                <a:gd name="connsiteX2" fmla="*/ 0 w 100322"/>
                <a:gd name="connsiteY2" fmla="*/ 20110 h 40697"/>
                <a:gd name="connsiteX3" fmla="*/ 67733 w 100322"/>
                <a:gd name="connsiteY3" fmla="*/ 20110 h 40697"/>
                <a:gd name="connsiteX4" fmla="*/ 49842 w 100322"/>
                <a:gd name="connsiteY4" fmla="*/ 37985 h 40697"/>
                <a:gd name="connsiteX5" fmla="*/ 31950 w 100322"/>
                <a:gd name="connsiteY5" fmla="*/ 20110 h 40697"/>
                <a:gd name="connsiteX6" fmla="*/ 49842 w 100322"/>
                <a:gd name="connsiteY6" fmla="*/ 2234 h 40697"/>
                <a:gd name="connsiteX7" fmla="*/ 49842 w 100322"/>
                <a:gd name="connsiteY7" fmla="*/ 2234 h 40697"/>
                <a:gd name="connsiteX8" fmla="*/ 67733 w 100322"/>
                <a:gd name="connsiteY8" fmla="*/ 20110 h 40697"/>
                <a:gd name="connsiteX9" fmla="*/ 67733 w 100322"/>
                <a:gd name="connsiteY9" fmla="*/ 20110 h 40697"/>
                <a:gd name="connsiteX10" fmla="*/ 67733 w 100322"/>
                <a:gd name="connsiteY10" fmla="*/ 20110 h 40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322" h="40697">
                  <a:moveTo>
                    <a:pt x="0" y="20110"/>
                  </a:moveTo>
                  <a:cubicBezTo>
                    <a:pt x="28116" y="47561"/>
                    <a:pt x="72207" y="47561"/>
                    <a:pt x="100322" y="20110"/>
                  </a:cubicBezTo>
                  <a:cubicBezTo>
                    <a:pt x="72207" y="-6703"/>
                    <a:pt x="28116" y="-6703"/>
                    <a:pt x="0" y="20110"/>
                  </a:cubicBezTo>
                  <a:close/>
                  <a:moveTo>
                    <a:pt x="67733" y="20110"/>
                  </a:moveTo>
                  <a:cubicBezTo>
                    <a:pt x="67733" y="29686"/>
                    <a:pt x="60066" y="37985"/>
                    <a:pt x="49842" y="37985"/>
                  </a:cubicBezTo>
                  <a:cubicBezTo>
                    <a:pt x="40257" y="37985"/>
                    <a:pt x="31950" y="30324"/>
                    <a:pt x="31950" y="20110"/>
                  </a:cubicBezTo>
                  <a:cubicBezTo>
                    <a:pt x="31950" y="10534"/>
                    <a:pt x="39618" y="2234"/>
                    <a:pt x="49842" y="2234"/>
                  </a:cubicBezTo>
                  <a:cubicBezTo>
                    <a:pt x="49842" y="2234"/>
                    <a:pt x="49842" y="2234"/>
                    <a:pt x="49842" y="2234"/>
                  </a:cubicBezTo>
                  <a:cubicBezTo>
                    <a:pt x="60066" y="2234"/>
                    <a:pt x="67733" y="10534"/>
                    <a:pt x="67733" y="20110"/>
                  </a:cubicBezTo>
                  <a:cubicBezTo>
                    <a:pt x="67733" y="20110"/>
                    <a:pt x="67733" y="20110"/>
                    <a:pt x="67733" y="20110"/>
                  </a:cubicBezTo>
                  <a:lnTo>
                    <a:pt x="67733" y="20110"/>
                  </a:lnTo>
                  <a:close/>
                </a:path>
              </a:pathLst>
            </a:custGeom>
            <a:solidFill>
              <a:srgbClr val="26890D"/>
            </a:solidFill>
            <a:ln w="6390" cap="flat">
              <a:noFill/>
              <a:prstDash val="solid"/>
              <a:miter/>
            </a:ln>
          </p:spPr>
          <p:txBody>
            <a:bodyPr rtlCol="0" anchor="ctr"/>
            <a:lstStyle/>
            <a:p>
              <a:endParaRPr lang="en-US"/>
            </a:p>
          </p:txBody>
        </p:sp>
        <p:sp>
          <p:nvSpPr>
            <p:cNvPr id="710" name="Graphic 4">
              <a:extLst>
                <a:ext uri="{FF2B5EF4-FFF2-40B4-BE49-F238E27FC236}">
                  <a16:creationId xmlns:a16="http://schemas.microsoft.com/office/drawing/2014/main" id="{8E1DFC64-9308-C644-B955-EE7762DDB60D}"/>
                </a:ext>
              </a:extLst>
            </p:cNvPr>
            <p:cNvSpPr/>
            <p:nvPr/>
          </p:nvSpPr>
          <p:spPr>
            <a:xfrm>
              <a:off x="7308810" y="1108421"/>
              <a:ext cx="129076" cy="44049"/>
            </a:xfrm>
            <a:custGeom>
              <a:avLst/>
              <a:gdLst>
                <a:gd name="connsiteX0" fmla="*/ 123964 w 129076"/>
                <a:gd name="connsiteY0" fmla="*/ 0 h 44049"/>
                <a:gd name="connsiteX1" fmla="*/ 5750 w 129076"/>
                <a:gd name="connsiteY1" fmla="*/ 0 h 44049"/>
                <a:gd name="connsiteX2" fmla="*/ 0 w 129076"/>
                <a:gd name="connsiteY2" fmla="*/ 7022 h 44049"/>
                <a:gd name="connsiteX3" fmla="*/ 64538 w 129076"/>
                <a:gd name="connsiteY3" fmla="*/ 44049 h 44049"/>
                <a:gd name="connsiteX4" fmla="*/ 129076 w 129076"/>
                <a:gd name="connsiteY4" fmla="*/ 7661 h 44049"/>
                <a:gd name="connsiteX5" fmla="*/ 123964 w 129076"/>
                <a:gd name="connsiteY5" fmla="*/ 0 h 44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076" h="44049">
                  <a:moveTo>
                    <a:pt x="123964" y="0"/>
                  </a:moveTo>
                  <a:cubicBezTo>
                    <a:pt x="91376" y="31920"/>
                    <a:pt x="38978" y="31920"/>
                    <a:pt x="5750" y="0"/>
                  </a:cubicBezTo>
                  <a:cubicBezTo>
                    <a:pt x="3834" y="2554"/>
                    <a:pt x="1917" y="5107"/>
                    <a:pt x="0" y="7022"/>
                  </a:cubicBezTo>
                  <a:cubicBezTo>
                    <a:pt x="9585" y="21067"/>
                    <a:pt x="33227" y="44049"/>
                    <a:pt x="64538" y="44049"/>
                  </a:cubicBezTo>
                  <a:cubicBezTo>
                    <a:pt x="93293" y="44049"/>
                    <a:pt x="116935" y="25536"/>
                    <a:pt x="129076" y="7661"/>
                  </a:cubicBezTo>
                  <a:cubicBezTo>
                    <a:pt x="127799" y="5107"/>
                    <a:pt x="125881" y="2554"/>
                    <a:pt x="123964" y="0"/>
                  </a:cubicBezTo>
                  <a:close/>
                </a:path>
              </a:pathLst>
            </a:custGeom>
            <a:solidFill>
              <a:srgbClr val="26890D"/>
            </a:solidFill>
            <a:ln w="6390" cap="flat">
              <a:noFill/>
              <a:prstDash val="solid"/>
              <a:miter/>
            </a:ln>
          </p:spPr>
          <p:txBody>
            <a:bodyPr rtlCol="0" anchor="ctr"/>
            <a:lstStyle/>
            <a:p>
              <a:endParaRPr lang="en-US"/>
            </a:p>
          </p:txBody>
        </p:sp>
        <p:sp>
          <p:nvSpPr>
            <p:cNvPr id="711" name="Graphic 4">
              <a:extLst>
                <a:ext uri="{FF2B5EF4-FFF2-40B4-BE49-F238E27FC236}">
                  <a16:creationId xmlns:a16="http://schemas.microsoft.com/office/drawing/2014/main" id="{D08CBA9A-0EB0-4D44-9B3E-106A1912E338}"/>
                </a:ext>
              </a:extLst>
            </p:cNvPr>
            <p:cNvSpPr/>
            <p:nvPr/>
          </p:nvSpPr>
          <p:spPr>
            <a:xfrm>
              <a:off x="7368236" y="1093738"/>
              <a:ext cx="10223" cy="10214"/>
            </a:xfrm>
            <a:custGeom>
              <a:avLst/>
              <a:gdLst>
                <a:gd name="connsiteX0" fmla="*/ 10224 w 10223"/>
                <a:gd name="connsiteY0" fmla="*/ 5107 h 10214"/>
                <a:gd name="connsiteX1" fmla="*/ 5111 w 10223"/>
                <a:gd name="connsiteY1" fmla="*/ 10214 h 10214"/>
                <a:gd name="connsiteX2" fmla="*/ -1 w 10223"/>
                <a:gd name="connsiteY2" fmla="*/ 5107 h 10214"/>
                <a:gd name="connsiteX3" fmla="*/ 5111 w 10223"/>
                <a:gd name="connsiteY3" fmla="*/ 0 h 10214"/>
                <a:gd name="connsiteX4" fmla="*/ 10224 w 10223"/>
                <a:gd name="connsiteY4" fmla="*/ 5107 h 10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23" h="10214">
                  <a:moveTo>
                    <a:pt x="10224" y="5107"/>
                  </a:moveTo>
                  <a:cubicBezTo>
                    <a:pt x="10224" y="7928"/>
                    <a:pt x="7935" y="10214"/>
                    <a:pt x="5111" y="10214"/>
                  </a:cubicBezTo>
                  <a:cubicBezTo>
                    <a:pt x="2288" y="10214"/>
                    <a:pt x="-1" y="7928"/>
                    <a:pt x="-1" y="5107"/>
                  </a:cubicBezTo>
                  <a:cubicBezTo>
                    <a:pt x="-1" y="2287"/>
                    <a:pt x="2288" y="0"/>
                    <a:pt x="5111" y="0"/>
                  </a:cubicBezTo>
                  <a:cubicBezTo>
                    <a:pt x="7934" y="0"/>
                    <a:pt x="10224" y="2287"/>
                    <a:pt x="10224" y="5107"/>
                  </a:cubicBezTo>
                  <a:close/>
                </a:path>
              </a:pathLst>
            </a:custGeom>
            <a:solidFill>
              <a:srgbClr val="26890D"/>
            </a:solidFill>
            <a:ln w="6390" cap="flat">
              <a:noFill/>
              <a:prstDash val="solid"/>
              <a:miter/>
            </a:ln>
          </p:spPr>
          <p:txBody>
            <a:bodyPr rtlCol="0" anchor="ctr"/>
            <a:lstStyle/>
            <a:p>
              <a:endParaRPr lang="en-US"/>
            </a:p>
          </p:txBody>
        </p:sp>
        <p:sp>
          <p:nvSpPr>
            <p:cNvPr id="712" name="Graphic 4">
              <a:extLst>
                <a:ext uri="{FF2B5EF4-FFF2-40B4-BE49-F238E27FC236}">
                  <a16:creationId xmlns:a16="http://schemas.microsoft.com/office/drawing/2014/main" id="{7346D78F-6314-2841-B353-880FA682CC10}"/>
                </a:ext>
              </a:extLst>
            </p:cNvPr>
            <p:cNvSpPr/>
            <p:nvPr/>
          </p:nvSpPr>
          <p:spPr>
            <a:xfrm>
              <a:off x="7191874" y="918179"/>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86264 w 362312"/>
                <a:gd name="connsiteY6" fmla="*/ 91929 h 361971"/>
                <a:gd name="connsiteX7" fmla="*/ 92654 w 362312"/>
                <a:gd name="connsiteY7" fmla="*/ 85545 h 361971"/>
                <a:gd name="connsiteX8" fmla="*/ 125881 w 362312"/>
                <a:gd name="connsiteY8" fmla="*/ 85545 h 361971"/>
                <a:gd name="connsiteX9" fmla="*/ 132271 w 362312"/>
                <a:gd name="connsiteY9" fmla="*/ 91929 h 361971"/>
                <a:gd name="connsiteX10" fmla="*/ 125881 w 362312"/>
                <a:gd name="connsiteY10" fmla="*/ 98313 h 361971"/>
                <a:gd name="connsiteX11" fmla="*/ 99044 w 362312"/>
                <a:gd name="connsiteY11" fmla="*/ 98313 h 361971"/>
                <a:gd name="connsiteX12" fmla="*/ 99044 w 362312"/>
                <a:gd name="connsiteY12" fmla="*/ 125126 h 361971"/>
                <a:gd name="connsiteX13" fmla="*/ 92654 w 362312"/>
                <a:gd name="connsiteY13" fmla="*/ 131510 h 361971"/>
                <a:gd name="connsiteX14" fmla="*/ 86264 w 362312"/>
                <a:gd name="connsiteY14" fmla="*/ 125126 h 361971"/>
                <a:gd name="connsiteX15" fmla="*/ 86264 w 362312"/>
                <a:gd name="connsiteY15" fmla="*/ 91929 h 361971"/>
                <a:gd name="connsiteX16" fmla="*/ 126521 w 362312"/>
                <a:gd name="connsiteY16" fmla="*/ 276426 h 361971"/>
                <a:gd name="connsiteX17" fmla="*/ 93293 w 362312"/>
                <a:gd name="connsiteY17" fmla="*/ 276426 h 361971"/>
                <a:gd name="connsiteX18" fmla="*/ 86903 w 362312"/>
                <a:gd name="connsiteY18" fmla="*/ 270042 h 361971"/>
                <a:gd name="connsiteX19" fmla="*/ 86903 w 362312"/>
                <a:gd name="connsiteY19" fmla="*/ 236846 h 361971"/>
                <a:gd name="connsiteX20" fmla="*/ 93293 w 362312"/>
                <a:gd name="connsiteY20" fmla="*/ 230462 h 361971"/>
                <a:gd name="connsiteX21" fmla="*/ 99683 w 362312"/>
                <a:gd name="connsiteY21" fmla="*/ 236846 h 361971"/>
                <a:gd name="connsiteX22" fmla="*/ 99683 w 362312"/>
                <a:gd name="connsiteY22" fmla="*/ 263659 h 361971"/>
                <a:gd name="connsiteX23" fmla="*/ 126521 w 362312"/>
                <a:gd name="connsiteY23" fmla="*/ 263659 h 361971"/>
                <a:gd name="connsiteX24" fmla="*/ 132911 w 362312"/>
                <a:gd name="connsiteY24" fmla="*/ 270042 h 361971"/>
                <a:gd name="connsiteX25" fmla="*/ 126521 w 362312"/>
                <a:gd name="connsiteY25" fmla="*/ 276426 h 361971"/>
                <a:gd name="connsiteX26" fmla="*/ 106073 w 362312"/>
                <a:gd name="connsiteY26" fmla="*/ 203011 h 361971"/>
                <a:gd name="connsiteX27" fmla="*/ 104156 w 362312"/>
                <a:gd name="connsiteY27" fmla="*/ 197265 h 361971"/>
                <a:gd name="connsiteX28" fmla="*/ 104156 w 362312"/>
                <a:gd name="connsiteY28" fmla="*/ 197265 h 361971"/>
                <a:gd name="connsiteX29" fmla="*/ 104156 w 362312"/>
                <a:gd name="connsiteY29" fmla="*/ 164707 h 361971"/>
                <a:gd name="connsiteX30" fmla="*/ 106073 w 362312"/>
                <a:gd name="connsiteY30" fmla="*/ 158323 h 361971"/>
                <a:gd name="connsiteX31" fmla="*/ 181474 w 362312"/>
                <a:gd name="connsiteY31" fmla="*/ 115550 h 361971"/>
                <a:gd name="connsiteX32" fmla="*/ 257515 w 362312"/>
                <a:gd name="connsiteY32" fmla="*/ 158961 h 361971"/>
                <a:gd name="connsiteX33" fmla="*/ 258792 w 362312"/>
                <a:gd name="connsiteY33" fmla="*/ 164068 h 361971"/>
                <a:gd name="connsiteX34" fmla="*/ 258792 w 362312"/>
                <a:gd name="connsiteY34" fmla="*/ 164707 h 361971"/>
                <a:gd name="connsiteX35" fmla="*/ 258792 w 362312"/>
                <a:gd name="connsiteY35" fmla="*/ 197265 h 361971"/>
                <a:gd name="connsiteX36" fmla="*/ 256875 w 362312"/>
                <a:gd name="connsiteY36" fmla="*/ 203649 h 361971"/>
                <a:gd name="connsiteX37" fmla="*/ 181474 w 362312"/>
                <a:gd name="connsiteY37" fmla="*/ 246422 h 361971"/>
                <a:gd name="connsiteX38" fmla="*/ 106073 w 362312"/>
                <a:gd name="connsiteY38" fmla="*/ 203011 h 361971"/>
                <a:gd name="connsiteX39" fmla="*/ 276045 w 362312"/>
                <a:gd name="connsiteY39" fmla="*/ 269404 h 361971"/>
                <a:gd name="connsiteX40" fmla="*/ 269655 w 362312"/>
                <a:gd name="connsiteY40" fmla="*/ 275788 h 361971"/>
                <a:gd name="connsiteX41" fmla="*/ 236428 w 362312"/>
                <a:gd name="connsiteY41" fmla="*/ 275788 h 361971"/>
                <a:gd name="connsiteX42" fmla="*/ 230038 w 362312"/>
                <a:gd name="connsiteY42" fmla="*/ 269404 h 361971"/>
                <a:gd name="connsiteX43" fmla="*/ 236428 w 362312"/>
                <a:gd name="connsiteY43" fmla="*/ 263020 h 361971"/>
                <a:gd name="connsiteX44" fmla="*/ 263265 w 362312"/>
                <a:gd name="connsiteY44" fmla="*/ 263020 h 361971"/>
                <a:gd name="connsiteX45" fmla="*/ 263265 w 362312"/>
                <a:gd name="connsiteY45" fmla="*/ 236207 h 361971"/>
                <a:gd name="connsiteX46" fmla="*/ 269655 w 362312"/>
                <a:gd name="connsiteY46" fmla="*/ 229823 h 361971"/>
                <a:gd name="connsiteX47" fmla="*/ 276045 w 362312"/>
                <a:gd name="connsiteY47" fmla="*/ 236207 h 361971"/>
                <a:gd name="connsiteX48" fmla="*/ 276045 w 362312"/>
                <a:gd name="connsiteY48" fmla="*/ 269404 h 361971"/>
                <a:gd name="connsiteX49" fmla="*/ 276685 w 362312"/>
                <a:gd name="connsiteY49" fmla="*/ 124488 h 361971"/>
                <a:gd name="connsiteX50" fmla="*/ 270295 w 362312"/>
                <a:gd name="connsiteY50" fmla="*/ 130872 h 361971"/>
                <a:gd name="connsiteX51" fmla="*/ 263905 w 362312"/>
                <a:gd name="connsiteY51" fmla="*/ 124488 h 361971"/>
                <a:gd name="connsiteX52" fmla="*/ 263905 w 362312"/>
                <a:gd name="connsiteY52" fmla="*/ 97675 h 361971"/>
                <a:gd name="connsiteX53" fmla="*/ 237067 w 362312"/>
                <a:gd name="connsiteY53" fmla="*/ 97675 h 361971"/>
                <a:gd name="connsiteX54" fmla="*/ 230677 w 362312"/>
                <a:gd name="connsiteY54" fmla="*/ 91291 h 361971"/>
                <a:gd name="connsiteX55" fmla="*/ 237067 w 362312"/>
                <a:gd name="connsiteY55" fmla="*/ 84907 h 361971"/>
                <a:gd name="connsiteX56" fmla="*/ 270295 w 362312"/>
                <a:gd name="connsiteY56" fmla="*/ 84907 h 361971"/>
                <a:gd name="connsiteX57" fmla="*/ 276685 w 362312"/>
                <a:gd name="connsiteY57" fmla="*/ 91291 h 361971"/>
                <a:gd name="connsiteX58" fmla="*/ 276685 w 362312"/>
                <a:gd name="connsiteY58" fmla="*/ 12448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86264" y="91929"/>
                  </a:moveTo>
                  <a:cubicBezTo>
                    <a:pt x="86264" y="88099"/>
                    <a:pt x="88820" y="85545"/>
                    <a:pt x="92654" y="85545"/>
                  </a:cubicBezTo>
                  <a:lnTo>
                    <a:pt x="125881" y="85545"/>
                  </a:lnTo>
                  <a:cubicBezTo>
                    <a:pt x="129716" y="85545"/>
                    <a:pt x="132271" y="88099"/>
                    <a:pt x="132271" y="91929"/>
                  </a:cubicBezTo>
                  <a:cubicBezTo>
                    <a:pt x="132271" y="95760"/>
                    <a:pt x="129716" y="98313"/>
                    <a:pt x="125881" y="98313"/>
                  </a:cubicBezTo>
                  <a:lnTo>
                    <a:pt x="99044" y="98313"/>
                  </a:lnTo>
                  <a:lnTo>
                    <a:pt x="99044" y="125126"/>
                  </a:lnTo>
                  <a:cubicBezTo>
                    <a:pt x="99044" y="128956"/>
                    <a:pt x="96488" y="131510"/>
                    <a:pt x="92654" y="131510"/>
                  </a:cubicBezTo>
                  <a:cubicBezTo>
                    <a:pt x="88820" y="131510"/>
                    <a:pt x="86264" y="128956"/>
                    <a:pt x="86264" y="125126"/>
                  </a:cubicBezTo>
                  <a:lnTo>
                    <a:pt x="86264" y="91929"/>
                  </a:lnTo>
                  <a:close/>
                  <a:moveTo>
                    <a:pt x="126521" y="276426"/>
                  </a:moveTo>
                  <a:lnTo>
                    <a:pt x="93293" y="276426"/>
                  </a:lnTo>
                  <a:cubicBezTo>
                    <a:pt x="89459" y="276426"/>
                    <a:pt x="86903" y="273873"/>
                    <a:pt x="86903" y="270042"/>
                  </a:cubicBezTo>
                  <a:lnTo>
                    <a:pt x="86903" y="236846"/>
                  </a:lnTo>
                  <a:cubicBezTo>
                    <a:pt x="86903" y="233015"/>
                    <a:pt x="89459" y="230462"/>
                    <a:pt x="93293" y="230462"/>
                  </a:cubicBezTo>
                  <a:cubicBezTo>
                    <a:pt x="97127" y="230462"/>
                    <a:pt x="99683" y="233015"/>
                    <a:pt x="99683" y="236846"/>
                  </a:cubicBezTo>
                  <a:lnTo>
                    <a:pt x="99683" y="263659"/>
                  </a:lnTo>
                  <a:lnTo>
                    <a:pt x="126521" y="263659"/>
                  </a:lnTo>
                  <a:cubicBezTo>
                    <a:pt x="130355" y="263659"/>
                    <a:pt x="132911" y="266212"/>
                    <a:pt x="132911" y="270042"/>
                  </a:cubicBezTo>
                  <a:cubicBezTo>
                    <a:pt x="132911" y="273873"/>
                    <a:pt x="130355" y="276426"/>
                    <a:pt x="126521" y="276426"/>
                  </a:cubicBezTo>
                  <a:close/>
                  <a:moveTo>
                    <a:pt x="106073" y="203011"/>
                  </a:moveTo>
                  <a:cubicBezTo>
                    <a:pt x="104795" y="201095"/>
                    <a:pt x="104156" y="199180"/>
                    <a:pt x="104156" y="197265"/>
                  </a:cubicBezTo>
                  <a:lnTo>
                    <a:pt x="104156" y="197265"/>
                  </a:lnTo>
                  <a:lnTo>
                    <a:pt x="104156" y="164707"/>
                  </a:lnTo>
                  <a:cubicBezTo>
                    <a:pt x="104156" y="162153"/>
                    <a:pt x="104795" y="160238"/>
                    <a:pt x="106073" y="158323"/>
                  </a:cubicBezTo>
                  <a:cubicBezTo>
                    <a:pt x="120131" y="137894"/>
                    <a:pt x="147607" y="115550"/>
                    <a:pt x="181474" y="115550"/>
                  </a:cubicBezTo>
                  <a:cubicBezTo>
                    <a:pt x="219175" y="115550"/>
                    <a:pt x="246651" y="143001"/>
                    <a:pt x="257515" y="158961"/>
                  </a:cubicBezTo>
                  <a:cubicBezTo>
                    <a:pt x="258792" y="160238"/>
                    <a:pt x="258792" y="162153"/>
                    <a:pt x="258792" y="164068"/>
                  </a:cubicBezTo>
                  <a:cubicBezTo>
                    <a:pt x="258792" y="164068"/>
                    <a:pt x="258792" y="164707"/>
                    <a:pt x="258792" y="164707"/>
                  </a:cubicBezTo>
                  <a:lnTo>
                    <a:pt x="258792" y="197265"/>
                  </a:lnTo>
                  <a:cubicBezTo>
                    <a:pt x="258792" y="199819"/>
                    <a:pt x="258154" y="201734"/>
                    <a:pt x="256875" y="203649"/>
                  </a:cubicBezTo>
                  <a:cubicBezTo>
                    <a:pt x="242818" y="224078"/>
                    <a:pt x="215341" y="246422"/>
                    <a:pt x="181474" y="246422"/>
                  </a:cubicBezTo>
                  <a:cubicBezTo>
                    <a:pt x="143774" y="246422"/>
                    <a:pt x="116297" y="218971"/>
                    <a:pt x="106073" y="203011"/>
                  </a:cubicBezTo>
                  <a:close/>
                  <a:moveTo>
                    <a:pt x="276045" y="269404"/>
                  </a:moveTo>
                  <a:cubicBezTo>
                    <a:pt x="276045" y="273234"/>
                    <a:pt x="273490" y="275788"/>
                    <a:pt x="269655" y="275788"/>
                  </a:cubicBezTo>
                  <a:lnTo>
                    <a:pt x="236428" y="275788"/>
                  </a:lnTo>
                  <a:cubicBezTo>
                    <a:pt x="232594" y="275788"/>
                    <a:pt x="230038" y="273234"/>
                    <a:pt x="230038" y="269404"/>
                  </a:cubicBezTo>
                  <a:cubicBezTo>
                    <a:pt x="230038" y="265574"/>
                    <a:pt x="232594" y="263020"/>
                    <a:pt x="236428" y="263020"/>
                  </a:cubicBezTo>
                  <a:lnTo>
                    <a:pt x="263265" y="263020"/>
                  </a:lnTo>
                  <a:lnTo>
                    <a:pt x="263265" y="236207"/>
                  </a:lnTo>
                  <a:cubicBezTo>
                    <a:pt x="263265" y="232377"/>
                    <a:pt x="265821" y="229823"/>
                    <a:pt x="269655" y="229823"/>
                  </a:cubicBezTo>
                  <a:cubicBezTo>
                    <a:pt x="273490" y="229823"/>
                    <a:pt x="276045" y="232377"/>
                    <a:pt x="276045" y="236207"/>
                  </a:cubicBezTo>
                  <a:lnTo>
                    <a:pt x="276045" y="269404"/>
                  </a:lnTo>
                  <a:close/>
                  <a:moveTo>
                    <a:pt x="276685" y="124488"/>
                  </a:moveTo>
                  <a:cubicBezTo>
                    <a:pt x="276685" y="128318"/>
                    <a:pt x="274128" y="130872"/>
                    <a:pt x="270295" y="130872"/>
                  </a:cubicBezTo>
                  <a:cubicBezTo>
                    <a:pt x="266460" y="130872"/>
                    <a:pt x="263905" y="128318"/>
                    <a:pt x="263905" y="124488"/>
                  </a:cubicBezTo>
                  <a:lnTo>
                    <a:pt x="263905" y="97675"/>
                  </a:lnTo>
                  <a:lnTo>
                    <a:pt x="237067" y="97675"/>
                  </a:lnTo>
                  <a:cubicBezTo>
                    <a:pt x="233233" y="97675"/>
                    <a:pt x="230677" y="95121"/>
                    <a:pt x="230677" y="91291"/>
                  </a:cubicBezTo>
                  <a:cubicBezTo>
                    <a:pt x="230677" y="87461"/>
                    <a:pt x="233233" y="84907"/>
                    <a:pt x="237067" y="84907"/>
                  </a:cubicBezTo>
                  <a:lnTo>
                    <a:pt x="270295" y="84907"/>
                  </a:lnTo>
                  <a:cubicBezTo>
                    <a:pt x="274128" y="84907"/>
                    <a:pt x="276685" y="87461"/>
                    <a:pt x="276685" y="91291"/>
                  </a:cubicBezTo>
                  <a:lnTo>
                    <a:pt x="276685" y="124488"/>
                  </a:lnTo>
                  <a:close/>
                </a:path>
              </a:pathLst>
            </a:custGeom>
            <a:solidFill>
              <a:srgbClr val="26890D"/>
            </a:solidFill>
            <a:ln w="6390" cap="flat">
              <a:noFill/>
              <a:prstDash val="solid"/>
              <a:miter/>
            </a:ln>
          </p:spPr>
          <p:txBody>
            <a:bodyPr rtlCol="0" anchor="ctr"/>
            <a:lstStyle/>
            <a:p>
              <a:endParaRPr lang="en-US"/>
            </a:p>
          </p:txBody>
        </p:sp>
      </p:grpSp>
      <p:sp>
        <p:nvSpPr>
          <p:cNvPr id="713" name="Graphic 4">
            <a:extLst>
              <a:ext uri="{FF2B5EF4-FFF2-40B4-BE49-F238E27FC236}">
                <a16:creationId xmlns:a16="http://schemas.microsoft.com/office/drawing/2014/main" id="{5D918B05-33AB-1449-80E6-96E9AAD29CE8}"/>
              </a:ext>
            </a:extLst>
          </p:cNvPr>
          <p:cNvSpPr/>
          <p:nvPr/>
        </p:nvSpPr>
        <p:spPr>
          <a:xfrm>
            <a:off x="7191874" y="140272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106612 h 361971"/>
              <a:gd name="connsiteX7" fmla="*/ 276685 w 362312"/>
              <a:gd name="connsiteY7" fmla="*/ 201734 h 361971"/>
              <a:gd name="connsiteX8" fmla="*/ 270295 w 362312"/>
              <a:gd name="connsiteY8" fmla="*/ 208118 h 361971"/>
              <a:gd name="connsiteX9" fmla="*/ 263905 w 362312"/>
              <a:gd name="connsiteY9" fmla="*/ 201734 h 361971"/>
              <a:gd name="connsiteX10" fmla="*/ 178918 w 362312"/>
              <a:gd name="connsiteY10" fmla="*/ 121296 h 361971"/>
              <a:gd name="connsiteX11" fmla="*/ 98405 w 362312"/>
              <a:gd name="connsiteY11" fmla="*/ 201734 h 361971"/>
              <a:gd name="connsiteX12" fmla="*/ 92015 w 362312"/>
              <a:gd name="connsiteY12" fmla="*/ 208118 h 361971"/>
              <a:gd name="connsiteX13" fmla="*/ 85625 w 362312"/>
              <a:gd name="connsiteY13" fmla="*/ 201734 h 361971"/>
              <a:gd name="connsiteX14" fmla="*/ 181474 w 362312"/>
              <a:gd name="connsiteY14" fmla="*/ 106612 h 361971"/>
              <a:gd name="connsiteX15" fmla="*/ 181474 w 362312"/>
              <a:gd name="connsiteY15" fmla="*/ 106612 h 361971"/>
              <a:gd name="connsiteX16" fmla="*/ 181474 w 362312"/>
              <a:gd name="connsiteY16" fmla="*/ 150662 h 361971"/>
              <a:gd name="connsiteX17" fmla="*/ 130355 w 362312"/>
              <a:gd name="connsiteY17" fmla="*/ 201734 h 361971"/>
              <a:gd name="connsiteX18" fmla="*/ 123965 w 362312"/>
              <a:gd name="connsiteY18" fmla="*/ 208118 h 361971"/>
              <a:gd name="connsiteX19" fmla="*/ 117575 w 362312"/>
              <a:gd name="connsiteY19" fmla="*/ 201734 h 361971"/>
              <a:gd name="connsiteX20" fmla="*/ 181474 w 362312"/>
              <a:gd name="connsiteY20" fmla="*/ 137894 h 361971"/>
              <a:gd name="connsiteX21" fmla="*/ 245374 w 362312"/>
              <a:gd name="connsiteY21" fmla="*/ 201734 h 361971"/>
              <a:gd name="connsiteX22" fmla="*/ 238984 w 362312"/>
              <a:gd name="connsiteY22" fmla="*/ 208118 h 361971"/>
              <a:gd name="connsiteX23" fmla="*/ 232594 w 362312"/>
              <a:gd name="connsiteY23" fmla="*/ 201734 h 361971"/>
              <a:gd name="connsiteX24" fmla="*/ 181474 w 362312"/>
              <a:gd name="connsiteY24" fmla="*/ 150662 h 361971"/>
              <a:gd name="connsiteX25" fmla="*/ 219175 w 362312"/>
              <a:gd name="connsiteY25" fmla="*/ 201734 h 361971"/>
              <a:gd name="connsiteX26" fmla="*/ 212785 w 362312"/>
              <a:gd name="connsiteY26" fmla="*/ 208118 h 361971"/>
              <a:gd name="connsiteX27" fmla="*/ 206395 w 362312"/>
              <a:gd name="connsiteY27" fmla="*/ 201734 h 361971"/>
              <a:gd name="connsiteX28" fmla="*/ 180196 w 362312"/>
              <a:gd name="connsiteY28" fmla="*/ 178113 h 361971"/>
              <a:gd name="connsiteX29" fmla="*/ 156553 w 362312"/>
              <a:gd name="connsiteY29" fmla="*/ 201734 h 361971"/>
              <a:gd name="connsiteX30" fmla="*/ 150164 w 362312"/>
              <a:gd name="connsiteY30" fmla="*/ 208118 h 361971"/>
              <a:gd name="connsiteX31" fmla="*/ 143774 w 362312"/>
              <a:gd name="connsiteY31" fmla="*/ 201734 h 361971"/>
              <a:gd name="connsiteX32" fmla="*/ 182752 w 362312"/>
              <a:gd name="connsiteY32" fmla="*/ 165984 h 361971"/>
              <a:gd name="connsiteX33" fmla="*/ 219175 w 362312"/>
              <a:gd name="connsiteY33" fmla="*/ 201734 h 361971"/>
              <a:gd name="connsiteX34" fmla="*/ 283713 w 362312"/>
              <a:gd name="connsiteY34" fmla="*/ 241953 h 361971"/>
              <a:gd name="connsiteX35" fmla="*/ 79235 w 362312"/>
              <a:gd name="connsiteY35" fmla="*/ 241953 h 361971"/>
              <a:gd name="connsiteX36" fmla="*/ 72845 w 362312"/>
              <a:gd name="connsiteY36" fmla="*/ 235569 h 361971"/>
              <a:gd name="connsiteX37" fmla="*/ 79235 w 362312"/>
              <a:gd name="connsiteY37" fmla="*/ 229185 h 361971"/>
              <a:gd name="connsiteX38" fmla="*/ 175084 w 362312"/>
              <a:gd name="connsiteY38" fmla="*/ 229185 h 361971"/>
              <a:gd name="connsiteX39" fmla="*/ 175084 w 362312"/>
              <a:gd name="connsiteY39" fmla="*/ 211310 h 361971"/>
              <a:gd name="connsiteX40" fmla="*/ 168056 w 362312"/>
              <a:gd name="connsiteY40" fmla="*/ 199819 h 361971"/>
              <a:gd name="connsiteX41" fmla="*/ 181474 w 362312"/>
              <a:gd name="connsiteY41" fmla="*/ 186412 h 361971"/>
              <a:gd name="connsiteX42" fmla="*/ 194893 w 362312"/>
              <a:gd name="connsiteY42" fmla="*/ 199819 h 361971"/>
              <a:gd name="connsiteX43" fmla="*/ 187864 w 362312"/>
              <a:gd name="connsiteY43" fmla="*/ 211948 h 361971"/>
              <a:gd name="connsiteX44" fmla="*/ 187864 w 362312"/>
              <a:gd name="connsiteY44" fmla="*/ 229823 h 361971"/>
              <a:gd name="connsiteX45" fmla="*/ 283713 w 362312"/>
              <a:gd name="connsiteY45" fmla="*/ 229823 h 361971"/>
              <a:gd name="connsiteX46" fmla="*/ 290103 w 362312"/>
              <a:gd name="connsiteY46" fmla="*/ 236207 h 361971"/>
              <a:gd name="connsiteX47" fmla="*/ 283713 w 362312"/>
              <a:gd name="connsiteY47" fmla="*/ 241953 h 361971"/>
              <a:gd name="connsiteX48" fmla="*/ 283713 w 362312"/>
              <a:gd name="connsiteY48" fmla="*/ 24195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0438"/>
                  <a:pt x="281796" y="0"/>
                  <a:pt x="181474" y="0"/>
                </a:cubicBezTo>
                <a:close/>
                <a:moveTo>
                  <a:pt x="181474" y="106612"/>
                </a:moveTo>
                <a:cubicBezTo>
                  <a:pt x="233872" y="106612"/>
                  <a:pt x="276685" y="149385"/>
                  <a:pt x="276685" y="201734"/>
                </a:cubicBezTo>
                <a:cubicBezTo>
                  <a:pt x="276685" y="205564"/>
                  <a:pt x="274128" y="208118"/>
                  <a:pt x="270295" y="208118"/>
                </a:cubicBezTo>
                <a:cubicBezTo>
                  <a:pt x="266460" y="208118"/>
                  <a:pt x="263905" y="205564"/>
                  <a:pt x="263905" y="201734"/>
                </a:cubicBezTo>
                <a:cubicBezTo>
                  <a:pt x="262626" y="156408"/>
                  <a:pt x="224925" y="120019"/>
                  <a:pt x="178918" y="121296"/>
                </a:cubicBezTo>
                <a:cubicBezTo>
                  <a:pt x="134828" y="122572"/>
                  <a:pt x="99683" y="157684"/>
                  <a:pt x="98405" y="201734"/>
                </a:cubicBezTo>
                <a:cubicBezTo>
                  <a:pt x="98405" y="205564"/>
                  <a:pt x="95849" y="208118"/>
                  <a:pt x="92015" y="208118"/>
                </a:cubicBezTo>
                <a:cubicBezTo>
                  <a:pt x="88181" y="208118"/>
                  <a:pt x="85625" y="205564"/>
                  <a:pt x="85625" y="201734"/>
                </a:cubicBezTo>
                <a:cubicBezTo>
                  <a:pt x="86264" y="149385"/>
                  <a:pt x="129076" y="106612"/>
                  <a:pt x="181474" y="106612"/>
                </a:cubicBezTo>
                <a:lnTo>
                  <a:pt x="181474" y="106612"/>
                </a:lnTo>
                <a:close/>
                <a:moveTo>
                  <a:pt x="181474" y="150662"/>
                </a:moveTo>
                <a:cubicBezTo>
                  <a:pt x="153358" y="150662"/>
                  <a:pt x="130355" y="173644"/>
                  <a:pt x="130355" y="201734"/>
                </a:cubicBezTo>
                <a:cubicBezTo>
                  <a:pt x="130355" y="205564"/>
                  <a:pt x="127799" y="208118"/>
                  <a:pt x="123965" y="208118"/>
                </a:cubicBezTo>
                <a:cubicBezTo>
                  <a:pt x="120131" y="208118"/>
                  <a:pt x="117575" y="205564"/>
                  <a:pt x="117575" y="201734"/>
                </a:cubicBezTo>
                <a:cubicBezTo>
                  <a:pt x="117575" y="166622"/>
                  <a:pt x="146330" y="137894"/>
                  <a:pt x="181474" y="137894"/>
                </a:cubicBezTo>
                <a:cubicBezTo>
                  <a:pt x="216619" y="137894"/>
                  <a:pt x="245374" y="166622"/>
                  <a:pt x="245374" y="201734"/>
                </a:cubicBezTo>
                <a:cubicBezTo>
                  <a:pt x="245374" y="205564"/>
                  <a:pt x="242818" y="208118"/>
                  <a:pt x="238984" y="208118"/>
                </a:cubicBezTo>
                <a:cubicBezTo>
                  <a:pt x="235150" y="208118"/>
                  <a:pt x="232594" y="205564"/>
                  <a:pt x="232594" y="201734"/>
                </a:cubicBezTo>
                <a:cubicBezTo>
                  <a:pt x="232594" y="173644"/>
                  <a:pt x="209590" y="150662"/>
                  <a:pt x="181474" y="150662"/>
                </a:cubicBezTo>
                <a:close/>
                <a:moveTo>
                  <a:pt x="219175" y="201734"/>
                </a:moveTo>
                <a:cubicBezTo>
                  <a:pt x="219175" y="205564"/>
                  <a:pt x="216619" y="208118"/>
                  <a:pt x="212785" y="208118"/>
                </a:cubicBezTo>
                <a:cubicBezTo>
                  <a:pt x="208951" y="208118"/>
                  <a:pt x="206395" y="205564"/>
                  <a:pt x="206395" y="201734"/>
                </a:cubicBezTo>
                <a:cubicBezTo>
                  <a:pt x="205756" y="188327"/>
                  <a:pt x="194254" y="177475"/>
                  <a:pt x="180196" y="178113"/>
                </a:cubicBezTo>
                <a:cubicBezTo>
                  <a:pt x="167416" y="178752"/>
                  <a:pt x="157192" y="188966"/>
                  <a:pt x="156553" y="201734"/>
                </a:cubicBezTo>
                <a:cubicBezTo>
                  <a:pt x="156553" y="205564"/>
                  <a:pt x="153997" y="208118"/>
                  <a:pt x="150164" y="208118"/>
                </a:cubicBezTo>
                <a:cubicBezTo>
                  <a:pt x="146330" y="208118"/>
                  <a:pt x="143774" y="205564"/>
                  <a:pt x="143774" y="201734"/>
                </a:cubicBezTo>
                <a:cubicBezTo>
                  <a:pt x="144412" y="181305"/>
                  <a:pt x="162305" y="164707"/>
                  <a:pt x="182752" y="165984"/>
                </a:cubicBezTo>
                <a:cubicBezTo>
                  <a:pt x="202561" y="166622"/>
                  <a:pt x="218536" y="181944"/>
                  <a:pt x="219175" y="201734"/>
                </a:cubicBezTo>
                <a:close/>
                <a:moveTo>
                  <a:pt x="283713" y="241953"/>
                </a:moveTo>
                <a:lnTo>
                  <a:pt x="79235" y="241953"/>
                </a:lnTo>
                <a:cubicBezTo>
                  <a:pt x="75402" y="241953"/>
                  <a:pt x="72845" y="239399"/>
                  <a:pt x="72845" y="235569"/>
                </a:cubicBezTo>
                <a:cubicBezTo>
                  <a:pt x="72845" y="231738"/>
                  <a:pt x="75402" y="229185"/>
                  <a:pt x="79235" y="229185"/>
                </a:cubicBezTo>
                <a:lnTo>
                  <a:pt x="175084" y="229185"/>
                </a:lnTo>
                <a:lnTo>
                  <a:pt x="175084" y="211310"/>
                </a:lnTo>
                <a:cubicBezTo>
                  <a:pt x="170611" y="208756"/>
                  <a:pt x="168056" y="204287"/>
                  <a:pt x="168056" y="199819"/>
                </a:cubicBezTo>
                <a:cubicBezTo>
                  <a:pt x="168056" y="192158"/>
                  <a:pt x="173806" y="186412"/>
                  <a:pt x="181474" y="186412"/>
                </a:cubicBezTo>
                <a:cubicBezTo>
                  <a:pt x="189142" y="186412"/>
                  <a:pt x="194893" y="192158"/>
                  <a:pt x="194893" y="199819"/>
                </a:cubicBezTo>
                <a:cubicBezTo>
                  <a:pt x="194893" y="204926"/>
                  <a:pt x="192337" y="209395"/>
                  <a:pt x="187864" y="211948"/>
                </a:cubicBezTo>
                <a:lnTo>
                  <a:pt x="187864" y="229823"/>
                </a:lnTo>
                <a:lnTo>
                  <a:pt x="283713" y="229823"/>
                </a:lnTo>
                <a:cubicBezTo>
                  <a:pt x="287547" y="229823"/>
                  <a:pt x="290103" y="232377"/>
                  <a:pt x="290103" y="236207"/>
                </a:cubicBezTo>
                <a:cubicBezTo>
                  <a:pt x="290103" y="239399"/>
                  <a:pt x="287547" y="241953"/>
                  <a:pt x="283713" y="241953"/>
                </a:cubicBezTo>
                <a:lnTo>
                  <a:pt x="283713" y="241953"/>
                </a:lnTo>
                <a:close/>
              </a:path>
            </a:pathLst>
          </a:custGeom>
          <a:solidFill>
            <a:srgbClr val="26890D"/>
          </a:solidFill>
          <a:ln w="6390" cap="flat">
            <a:noFill/>
            <a:prstDash val="solid"/>
            <a:miter/>
          </a:ln>
        </p:spPr>
        <p:txBody>
          <a:bodyPr rtlCol="0" anchor="ctr"/>
          <a:lstStyle/>
          <a:p>
            <a:endParaRPr lang="en-US"/>
          </a:p>
        </p:txBody>
      </p:sp>
      <p:grpSp>
        <p:nvGrpSpPr>
          <p:cNvPr id="714" name="Graphic 4">
            <a:extLst>
              <a:ext uri="{FF2B5EF4-FFF2-40B4-BE49-F238E27FC236}">
                <a16:creationId xmlns:a16="http://schemas.microsoft.com/office/drawing/2014/main" id="{F6D7F210-90BD-7E40-B1D7-4683A53A9801}"/>
              </a:ext>
            </a:extLst>
          </p:cNvPr>
          <p:cNvGrpSpPr/>
          <p:nvPr/>
        </p:nvGrpSpPr>
        <p:grpSpPr>
          <a:xfrm>
            <a:off x="7191874" y="1893013"/>
            <a:ext cx="362312" cy="361971"/>
            <a:chOff x="7191874" y="1893013"/>
            <a:chExt cx="362312" cy="361971"/>
          </a:xfrm>
          <a:solidFill>
            <a:srgbClr val="26890D"/>
          </a:solidFill>
        </p:grpSpPr>
        <p:sp>
          <p:nvSpPr>
            <p:cNvPr id="715" name="Graphic 4">
              <a:extLst>
                <a:ext uri="{FF2B5EF4-FFF2-40B4-BE49-F238E27FC236}">
                  <a16:creationId xmlns:a16="http://schemas.microsoft.com/office/drawing/2014/main" id="{5877E918-135E-804D-BCA1-A80DEED86629}"/>
                </a:ext>
              </a:extLst>
            </p:cNvPr>
            <p:cNvSpPr/>
            <p:nvPr/>
          </p:nvSpPr>
          <p:spPr>
            <a:xfrm>
              <a:off x="7311366" y="2150287"/>
              <a:ext cx="3833" cy="3830"/>
            </a:xfrm>
            <a:custGeom>
              <a:avLst/>
              <a:gdLst>
                <a:gd name="connsiteX0" fmla="*/ 3834 w 3833"/>
                <a:gd name="connsiteY0" fmla="*/ 1915 h 3830"/>
                <a:gd name="connsiteX1" fmla="*/ 1917 w 3833"/>
                <a:gd name="connsiteY1" fmla="*/ 3830 h 3830"/>
                <a:gd name="connsiteX2" fmla="*/ 0 w 3833"/>
                <a:gd name="connsiteY2" fmla="*/ 1915 h 3830"/>
                <a:gd name="connsiteX3" fmla="*/ 1917 w 3833"/>
                <a:gd name="connsiteY3" fmla="*/ 0 h 3830"/>
                <a:gd name="connsiteX4" fmla="*/ 3834 w 3833"/>
                <a:gd name="connsiteY4" fmla="*/ 1915 h 3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3" h="3830">
                  <a:moveTo>
                    <a:pt x="3834" y="1915"/>
                  </a:moveTo>
                  <a:cubicBezTo>
                    <a:pt x="3834" y="2973"/>
                    <a:pt x="2976" y="3830"/>
                    <a:pt x="1917" y="3830"/>
                  </a:cubicBezTo>
                  <a:cubicBezTo>
                    <a:pt x="858" y="3830"/>
                    <a:pt x="0" y="2973"/>
                    <a:pt x="0" y="1915"/>
                  </a:cubicBezTo>
                  <a:cubicBezTo>
                    <a:pt x="0" y="857"/>
                    <a:pt x="858" y="0"/>
                    <a:pt x="1917" y="0"/>
                  </a:cubicBezTo>
                  <a:cubicBezTo>
                    <a:pt x="2975" y="0"/>
                    <a:pt x="3834" y="857"/>
                    <a:pt x="3834" y="1915"/>
                  </a:cubicBezTo>
                  <a:close/>
                </a:path>
              </a:pathLst>
            </a:custGeom>
            <a:solidFill>
              <a:srgbClr val="26890D"/>
            </a:solidFill>
            <a:ln w="6390" cap="flat">
              <a:noFill/>
              <a:prstDash val="solid"/>
              <a:miter/>
            </a:ln>
          </p:spPr>
          <p:txBody>
            <a:bodyPr rtlCol="0" anchor="ctr"/>
            <a:lstStyle/>
            <a:p>
              <a:endParaRPr lang="en-US"/>
            </a:p>
          </p:txBody>
        </p:sp>
        <p:sp>
          <p:nvSpPr>
            <p:cNvPr id="716" name="Graphic 4">
              <a:extLst>
                <a:ext uri="{FF2B5EF4-FFF2-40B4-BE49-F238E27FC236}">
                  <a16:creationId xmlns:a16="http://schemas.microsoft.com/office/drawing/2014/main" id="{10EE6B66-482B-0446-81A9-825E08BF9C06}"/>
                </a:ext>
              </a:extLst>
            </p:cNvPr>
            <p:cNvSpPr/>
            <p:nvPr/>
          </p:nvSpPr>
          <p:spPr>
            <a:xfrm>
              <a:off x="7276221" y="2030907"/>
              <a:ext cx="94571" cy="47241"/>
            </a:xfrm>
            <a:custGeom>
              <a:avLst/>
              <a:gdLst>
                <a:gd name="connsiteX0" fmla="*/ 29394 w 94571"/>
                <a:gd name="connsiteY0" fmla="*/ 30005 h 47241"/>
                <a:gd name="connsiteX1" fmla="*/ 23004 w 94571"/>
                <a:gd name="connsiteY1" fmla="*/ 23621 h 47241"/>
                <a:gd name="connsiteX2" fmla="*/ 29394 w 94571"/>
                <a:gd name="connsiteY2" fmla="*/ 17237 h 47241"/>
                <a:gd name="connsiteX3" fmla="*/ 64539 w 94571"/>
                <a:gd name="connsiteY3" fmla="*/ 17237 h 47241"/>
                <a:gd name="connsiteX4" fmla="*/ 47286 w 94571"/>
                <a:gd name="connsiteY4" fmla="*/ 0 h 47241"/>
                <a:gd name="connsiteX5" fmla="*/ 0 w 94571"/>
                <a:gd name="connsiteY5" fmla="*/ 0 h 47241"/>
                <a:gd name="connsiteX6" fmla="*/ 12141 w 94571"/>
                <a:gd name="connsiteY6" fmla="*/ 47241 h 47241"/>
                <a:gd name="connsiteX7" fmla="*/ 94571 w 94571"/>
                <a:gd name="connsiteY7" fmla="*/ 47241 h 47241"/>
                <a:gd name="connsiteX8" fmla="*/ 77319 w 94571"/>
                <a:gd name="connsiteY8" fmla="*/ 30005 h 47241"/>
                <a:gd name="connsiteX9" fmla="*/ 29394 w 94571"/>
                <a:gd name="connsiteY9" fmla="*/ 30005 h 4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571" h="47241">
                  <a:moveTo>
                    <a:pt x="29394" y="30005"/>
                  </a:moveTo>
                  <a:cubicBezTo>
                    <a:pt x="25560" y="30005"/>
                    <a:pt x="23004" y="27451"/>
                    <a:pt x="23004" y="23621"/>
                  </a:cubicBezTo>
                  <a:cubicBezTo>
                    <a:pt x="23004" y="19790"/>
                    <a:pt x="25560" y="17237"/>
                    <a:pt x="29394" y="17237"/>
                  </a:cubicBezTo>
                  <a:lnTo>
                    <a:pt x="64539" y="17237"/>
                  </a:lnTo>
                  <a:lnTo>
                    <a:pt x="47286" y="0"/>
                  </a:lnTo>
                  <a:lnTo>
                    <a:pt x="0" y="0"/>
                  </a:lnTo>
                  <a:lnTo>
                    <a:pt x="12141" y="47241"/>
                  </a:lnTo>
                  <a:lnTo>
                    <a:pt x="94571" y="47241"/>
                  </a:lnTo>
                  <a:lnTo>
                    <a:pt x="77319" y="30005"/>
                  </a:lnTo>
                  <a:lnTo>
                    <a:pt x="29394" y="30005"/>
                  </a:lnTo>
                  <a:close/>
                </a:path>
              </a:pathLst>
            </a:custGeom>
            <a:solidFill>
              <a:srgbClr val="26890D"/>
            </a:solidFill>
            <a:ln w="6390" cap="flat">
              <a:noFill/>
              <a:prstDash val="solid"/>
              <a:miter/>
            </a:ln>
          </p:spPr>
          <p:txBody>
            <a:bodyPr rtlCol="0" anchor="ctr"/>
            <a:lstStyle/>
            <a:p>
              <a:endParaRPr lang="en-US"/>
            </a:p>
          </p:txBody>
        </p:sp>
        <p:sp>
          <p:nvSpPr>
            <p:cNvPr id="717" name="Graphic 4">
              <a:extLst>
                <a:ext uri="{FF2B5EF4-FFF2-40B4-BE49-F238E27FC236}">
                  <a16:creationId xmlns:a16="http://schemas.microsoft.com/office/drawing/2014/main" id="{02EE1C04-A892-B142-977B-944804391ED8}"/>
                </a:ext>
              </a:extLst>
            </p:cNvPr>
            <p:cNvSpPr/>
            <p:nvPr/>
          </p:nvSpPr>
          <p:spPr>
            <a:xfrm>
              <a:off x="7409132" y="2150287"/>
              <a:ext cx="3833" cy="3830"/>
            </a:xfrm>
            <a:custGeom>
              <a:avLst/>
              <a:gdLst>
                <a:gd name="connsiteX0" fmla="*/ 3834 w 3833"/>
                <a:gd name="connsiteY0" fmla="*/ 1915 h 3830"/>
                <a:gd name="connsiteX1" fmla="*/ 1917 w 3833"/>
                <a:gd name="connsiteY1" fmla="*/ 3830 h 3830"/>
                <a:gd name="connsiteX2" fmla="*/ -1 w 3833"/>
                <a:gd name="connsiteY2" fmla="*/ 1915 h 3830"/>
                <a:gd name="connsiteX3" fmla="*/ 1917 w 3833"/>
                <a:gd name="connsiteY3" fmla="*/ 0 h 3830"/>
                <a:gd name="connsiteX4" fmla="*/ 3834 w 3833"/>
                <a:gd name="connsiteY4" fmla="*/ 1915 h 3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3" h="3830">
                  <a:moveTo>
                    <a:pt x="3834" y="1915"/>
                  </a:moveTo>
                  <a:cubicBezTo>
                    <a:pt x="3834" y="2973"/>
                    <a:pt x="2976" y="3830"/>
                    <a:pt x="1917" y="3830"/>
                  </a:cubicBezTo>
                  <a:cubicBezTo>
                    <a:pt x="858" y="3830"/>
                    <a:pt x="-1" y="2973"/>
                    <a:pt x="-1" y="1915"/>
                  </a:cubicBezTo>
                  <a:cubicBezTo>
                    <a:pt x="-1" y="857"/>
                    <a:pt x="857" y="0"/>
                    <a:pt x="1917" y="0"/>
                  </a:cubicBezTo>
                  <a:cubicBezTo>
                    <a:pt x="2975" y="0"/>
                    <a:pt x="3834" y="857"/>
                    <a:pt x="3834" y="1915"/>
                  </a:cubicBezTo>
                  <a:close/>
                </a:path>
              </a:pathLst>
            </a:custGeom>
            <a:solidFill>
              <a:srgbClr val="26890D"/>
            </a:solidFill>
            <a:ln w="6390" cap="flat">
              <a:noFill/>
              <a:prstDash val="solid"/>
              <a:miter/>
            </a:ln>
          </p:spPr>
          <p:txBody>
            <a:bodyPr rtlCol="0" anchor="ctr"/>
            <a:lstStyle/>
            <a:p>
              <a:endParaRPr lang="en-US"/>
            </a:p>
          </p:txBody>
        </p:sp>
        <p:sp>
          <p:nvSpPr>
            <p:cNvPr id="718" name="Graphic 4">
              <a:extLst>
                <a:ext uri="{FF2B5EF4-FFF2-40B4-BE49-F238E27FC236}">
                  <a16:creationId xmlns:a16="http://schemas.microsoft.com/office/drawing/2014/main" id="{32F971F3-DA30-8D46-88E4-5B8203B2542A}"/>
                </a:ext>
              </a:extLst>
            </p:cNvPr>
            <p:cNvSpPr/>
            <p:nvPr/>
          </p:nvSpPr>
          <p:spPr>
            <a:xfrm>
              <a:off x="7191874" y="189301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21409 w 362312"/>
                <a:gd name="connsiteY6" fmla="*/ 274511 h 361971"/>
                <a:gd name="connsiteX7" fmla="*/ 106712 w 362312"/>
                <a:gd name="connsiteY7" fmla="*/ 259828 h 361971"/>
                <a:gd name="connsiteX8" fmla="*/ 121409 w 362312"/>
                <a:gd name="connsiteY8" fmla="*/ 244507 h 361971"/>
                <a:gd name="connsiteX9" fmla="*/ 136106 w 362312"/>
                <a:gd name="connsiteY9" fmla="*/ 259190 h 361971"/>
                <a:gd name="connsiteX10" fmla="*/ 136106 w 362312"/>
                <a:gd name="connsiteY10" fmla="*/ 259190 h 361971"/>
                <a:gd name="connsiteX11" fmla="*/ 121409 w 362312"/>
                <a:gd name="connsiteY11" fmla="*/ 274511 h 361971"/>
                <a:gd name="connsiteX12" fmla="*/ 121409 w 362312"/>
                <a:gd name="connsiteY12" fmla="*/ 274511 h 361971"/>
                <a:gd name="connsiteX13" fmla="*/ 219175 w 362312"/>
                <a:gd name="connsiteY13" fmla="*/ 274511 h 361971"/>
                <a:gd name="connsiteX14" fmla="*/ 204478 w 362312"/>
                <a:gd name="connsiteY14" fmla="*/ 259828 h 361971"/>
                <a:gd name="connsiteX15" fmla="*/ 219175 w 362312"/>
                <a:gd name="connsiteY15" fmla="*/ 244507 h 361971"/>
                <a:gd name="connsiteX16" fmla="*/ 233872 w 362312"/>
                <a:gd name="connsiteY16" fmla="*/ 259190 h 361971"/>
                <a:gd name="connsiteX17" fmla="*/ 233872 w 362312"/>
                <a:gd name="connsiteY17" fmla="*/ 259190 h 361971"/>
                <a:gd name="connsiteX18" fmla="*/ 219175 w 362312"/>
                <a:gd name="connsiteY18" fmla="*/ 274511 h 361971"/>
                <a:gd name="connsiteX19" fmla="*/ 219175 w 362312"/>
                <a:gd name="connsiteY19" fmla="*/ 274511 h 361971"/>
                <a:gd name="connsiteX20" fmla="*/ 288825 w 362312"/>
                <a:gd name="connsiteY20" fmla="*/ 107889 h 361971"/>
                <a:gd name="connsiteX21" fmla="*/ 262626 w 362312"/>
                <a:gd name="connsiteY21" fmla="*/ 114912 h 361971"/>
                <a:gd name="connsiteX22" fmla="*/ 240900 w 362312"/>
                <a:gd name="connsiteY22" fmla="*/ 224078 h 361971"/>
                <a:gd name="connsiteX23" fmla="*/ 238984 w 362312"/>
                <a:gd name="connsiteY23" fmla="*/ 227270 h 361971"/>
                <a:gd name="connsiteX24" fmla="*/ 272850 w 362312"/>
                <a:gd name="connsiteY24" fmla="*/ 261105 h 361971"/>
                <a:gd name="connsiteX25" fmla="*/ 272850 w 362312"/>
                <a:gd name="connsiteY25" fmla="*/ 270043 h 361971"/>
                <a:gd name="connsiteX26" fmla="*/ 272850 w 362312"/>
                <a:gd name="connsiteY26" fmla="*/ 270043 h 361971"/>
                <a:gd name="connsiteX27" fmla="*/ 268377 w 362312"/>
                <a:gd name="connsiteY27" fmla="*/ 271958 h 361971"/>
                <a:gd name="connsiteX28" fmla="*/ 263905 w 362312"/>
                <a:gd name="connsiteY28" fmla="*/ 270043 h 361971"/>
                <a:gd name="connsiteX29" fmla="*/ 223009 w 362312"/>
                <a:gd name="connsiteY29" fmla="*/ 229185 h 361971"/>
                <a:gd name="connsiteX30" fmla="*/ 106712 w 362312"/>
                <a:gd name="connsiteY30" fmla="*/ 229185 h 361971"/>
                <a:gd name="connsiteX31" fmla="*/ 100322 w 362312"/>
                <a:gd name="connsiteY31" fmla="*/ 222801 h 361971"/>
                <a:gd name="connsiteX32" fmla="*/ 106712 w 362312"/>
                <a:gd name="connsiteY32" fmla="*/ 216417 h 361971"/>
                <a:gd name="connsiteX33" fmla="*/ 106712 w 362312"/>
                <a:gd name="connsiteY33" fmla="*/ 216417 h 361971"/>
                <a:gd name="connsiteX34" fmla="*/ 210229 w 362312"/>
                <a:gd name="connsiteY34" fmla="*/ 216417 h 361971"/>
                <a:gd name="connsiteX35" fmla="*/ 192337 w 362312"/>
                <a:gd name="connsiteY35" fmla="*/ 198542 h 361971"/>
                <a:gd name="connsiteX36" fmla="*/ 92015 w 362312"/>
                <a:gd name="connsiteY36" fmla="*/ 198542 h 361971"/>
                <a:gd name="connsiteX37" fmla="*/ 85625 w 362312"/>
                <a:gd name="connsiteY37" fmla="*/ 193435 h 361971"/>
                <a:gd name="connsiteX38" fmla="*/ 70289 w 362312"/>
                <a:gd name="connsiteY38" fmla="*/ 133425 h 361971"/>
                <a:gd name="connsiteX39" fmla="*/ 74762 w 362312"/>
                <a:gd name="connsiteY39" fmla="*/ 125765 h 361971"/>
                <a:gd name="connsiteX40" fmla="*/ 76679 w 362312"/>
                <a:gd name="connsiteY40" fmla="*/ 125765 h 361971"/>
                <a:gd name="connsiteX41" fmla="*/ 119492 w 362312"/>
                <a:gd name="connsiteY41" fmla="*/ 125765 h 361971"/>
                <a:gd name="connsiteX42" fmla="*/ 86264 w 362312"/>
                <a:gd name="connsiteY42" fmla="*/ 92568 h 361971"/>
                <a:gd name="connsiteX43" fmla="*/ 86264 w 362312"/>
                <a:gd name="connsiteY43" fmla="*/ 83630 h 361971"/>
                <a:gd name="connsiteX44" fmla="*/ 95210 w 362312"/>
                <a:gd name="connsiteY44" fmla="*/ 83630 h 361971"/>
                <a:gd name="connsiteX45" fmla="*/ 137384 w 362312"/>
                <a:gd name="connsiteY45" fmla="*/ 125765 h 361971"/>
                <a:gd name="connsiteX46" fmla="*/ 219814 w 362312"/>
                <a:gd name="connsiteY46" fmla="*/ 125765 h 361971"/>
                <a:gd name="connsiteX47" fmla="*/ 226204 w 362312"/>
                <a:gd name="connsiteY47" fmla="*/ 132149 h 361971"/>
                <a:gd name="connsiteX48" fmla="*/ 219814 w 362312"/>
                <a:gd name="connsiteY48" fmla="*/ 138533 h 361971"/>
                <a:gd name="connsiteX49" fmla="*/ 150164 w 362312"/>
                <a:gd name="connsiteY49" fmla="*/ 138533 h 361971"/>
                <a:gd name="connsiteX50" fmla="*/ 167416 w 362312"/>
                <a:gd name="connsiteY50" fmla="*/ 155769 h 361971"/>
                <a:gd name="connsiteX51" fmla="*/ 211507 w 362312"/>
                <a:gd name="connsiteY51" fmla="*/ 155769 h 361971"/>
                <a:gd name="connsiteX52" fmla="*/ 217897 w 362312"/>
                <a:gd name="connsiteY52" fmla="*/ 162153 h 361971"/>
                <a:gd name="connsiteX53" fmla="*/ 211507 w 362312"/>
                <a:gd name="connsiteY53" fmla="*/ 168537 h 361971"/>
                <a:gd name="connsiteX54" fmla="*/ 180196 w 362312"/>
                <a:gd name="connsiteY54" fmla="*/ 168537 h 361971"/>
                <a:gd name="connsiteX55" fmla="*/ 197449 w 362312"/>
                <a:gd name="connsiteY55" fmla="*/ 185774 h 361971"/>
                <a:gd name="connsiteX56" fmla="*/ 204478 w 362312"/>
                <a:gd name="connsiteY56" fmla="*/ 185774 h 361971"/>
                <a:gd name="connsiteX57" fmla="*/ 210868 w 362312"/>
                <a:gd name="connsiteY57" fmla="*/ 192158 h 361971"/>
                <a:gd name="connsiteX58" fmla="*/ 208312 w 362312"/>
                <a:gd name="connsiteY58" fmla="*/ 197265 h 361971"/>
                <a:gd name="connsiteX59" fmla="*/ 227482 w 362312"/>
                <a:gd name="connsiteY59" fmla="*/ 216417 h 361971"/>
                <a:gd name="connsiteX60" fmla="*/ 228760 w 362312"/>
                <a:gd name="connsiteY60" fmla="*/ 216417 h 361971"/>
                <a:gd name="connsiteX61" fmla="*/ 250485 w 362312"/>
                <a:gd name="connsiteY61" fmla="*/ 108528 h 361971"/>
                <a:gd name="connsiteX62" fmla="*/ 254959 w 362312"/>
                <a:gd name="connsiteY62" fmla="*/ 103421 h 361971"/>
                <a:gd name="connsiteX63" fmla="*/ 284991 w 362312"/>
                <a:gd name="connsiteY63" fmla="*/ 95760 h 361971"/>
                <a:gd name="connsiteX64" fmla="*/ 292659 w 362312"/>
                <a:gd name="connsiteY64" fmla="*/ 100229 h 361971"/>
                <a:gd name="connsiteX65" fmla="*/ 288825 w 362312"/>
                <a:gd name="connsiteY65" fmla="*/ 107889 h 361971"/>
                <a:gd name="connsiteX66" fmla="*/ 288825 w 362312"/>
                <a:gd name="connsiteY66" fmla="*/ 107889 h 361971"/>
                <a:gd name="connsiteX67" fmla="*/ 288825 w 362312"/>
                <a:gd name="connsiteY67" fmla="*/ 10788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21409" y="274511"/>
                  </a:moveTo>
                  <a:cubicBezTo>
                    <a:pt x="113102" y="274511"/>
                    <a:pt x="106712" y="267489"/>
                    <a:pt x="106712" y="259828"/>
                  </a:cubicBezTo>
                  <a:cubicBezTo>
                    <a:pt x="106712" y="251529"/>
                    <a:pt x="113741" y="244507"/>
                    <a:pt x="121409" y="244507"/>
                  </a:cubicBezTo>
                  <a:cubicBezTo>
                    <a:pt x="129716" y="244507"/>
                    <a:pt x="136106" y="251529"/>
                    <a:pt x="136106" y="259190"/>
                  </a:cubicBezTo>
                  <a:cubicBezTo>
                    <a:pt x="136106" y="259190"/>
                    <a:pt x="136106" y="259190"/>
                    <a:pt x="136106" y="259190"/>
                  </a:cubicBezTo>
                  <a:cubicBezTo>
                    <a:pt x="136106" y="267489"/>
                    <a:pt x="129716" y="274511"/>
                    <a:pt x="121409" y="274511"/>
                  </a:cubicBezTo>
                  <a:lnTo>
                    <a:pt x="121409" y="274511"/>
                  </a:lnTo>
                  <a:close/>
                  <a:moveTo>
                    <a:pt x="219175" y="274511"/>
                  </a:moveTo>
                  <a:cubicBezTo>
                    <a:pt x="210868" y="274511"/>
                    <a:pt x="204478" y="267489"/>
                    <a:pt x="204478" y="259828"/>
                  </a:cubicBezTo>
                  <a:cubicBezTo>
                    <a:pt x="204478" y="251529"/>
                    <a:pt x="211507" y="244507"/>
                    <a:pt x="219175" y="244507"/>
                  </a:cubicBezTo>
                  <a:cubicBezTo>
                    <a:pt x="227482" y="244507"/>
                    <a:pt x="233872" y="251529"/>
                    <a:pt x="233872" y="259190"/>
                  </a:cubicBezTo>
                  <a:cubicBezTo>
                    <a:pt x="233872" y="259190"/>
                    <a:pt x="233872" y="259190"/>
                    <a:pt x="233872" y="259190"/>
                  </a:cubicBezTo>
                  <a:cubicBezTo>
                    <a:pt x="233872" y="267489"/>
                    <a:pt x="227482" y="274511"/>
                    <a:pt x="219175" y="274511"/>
                  </a:cubicBezTo>
                  <a:lnTo>
                    <a:pt x="219175" y="274511"/>
                  </a:lnTo>
                  <a:close/>
                  <a:moveTo>
                    <a:pt x="288825" y="107889"/>
                  </a:moveTo>
                  <a:lnTo>
                    <a:pt x="262626" y="114912"/>
                  </a:lnTo>
                  <a:lnTo>
                    <a:pt x="240900" y="224078"/>
                  </a:lnTo>
                  <a:cubicBezTo>
                    <a:pt x="240900" y="225355"/>
                    <a:pt x="240261" y="225993"/>
                    <a:pt x="238984" y="227270"/>
                  </a:cubicBezTo>
                  <a:lnTo>
                    <a:pt x="272850" y="261105"/>
                  </a:lnTo>
                  <a:cubicBezTo>
                    <a:pt x="275406" y="263659"/>
                    <a:pt x="275406" y="267489"/>
                    <a:pt x="272850" y="270043"/>
                  </a:cubicBezTo>
                  <a:cubicBezTo>
                    <a:pt x="272850" y="270043"/>
                    <a:pt x="272850" y="270043"/>
                    <a:pt x="272850" y="270043"/>
                  </a:cubicBezTo>
                  <a:cubicBezTo>
                    <a:pt x="271572" y="271319"/>
                    <a:pt x="270295" y="271958"/>
                    <a:pt x="268377" y="271958"/>
                  </a:cubicBezTo>
                  <a:cubicBezTo>
                    <a:pt x="266460" y="271958"/>
                    <a:pt x="265182" y="271319"/>
                    <a:pt x="263905" y="270043"/>
                  </a:cubicBezTo>
                  <a:lnTo>
                    <a:pt x="223009" y="229185"/>
                  </a:lnTo>
                  <a:lnTo>
                    <a:pt x="106712" y="229185"/>
                  </a:lnTo>
                  <a:cubicBezTo>
                    <a:pt x="102878" y="229185"/>
                    <a:pt x="100322" y="226631"/>
                    <a:pt x="100322" y="222801"/>
                  </a:cubicBezTo>
                  <a:cubicBezTo>
                    <a:pt x="100322" y="218971"/>
                    <a:pt x="102878" y="216417"/>
                    <a:pt x="106712" y="216417"/>
                  </a:cubicBezTo>
                  <a:lnTo>
                    <a:pt x="106712" y="216417"/>
                  </a:lnTo>
                  <a:lnTo>
                    <a:pt x="210229" y="216417"/>
                  </a:lnTo>
                  <a:lnTo>
                    <a:pt x="192337" y="198542"/>
                  </a:lnTo>
                  <a:lnTo>
                    <a:pt x="92015" y="198542"/>
                  </a:lnTo>
                  <a:cubicBezTo>
                    <a:pt x="88820" y="198542"/>
                    <a:pt x="86264" y="196627"/>
                    <a:pt x="85625" y="193435"/>
                  </a:cubicBezTo>
                  <a:lnTo>
                    <a:pt x="70289" y="133425"/>
                  </a:lnTo>
                  <a:cubicBezTo>
                    <a:pt x="69650" y="130233"/>
                    <a:pt x="71567" y="126403"/>
                    <a:pt x="74762" y="125765"/>
                  </a:cubicBezTo>
                  <a:cubicBezTo>
                    <a:pt x="75402" y="125765"/>
                    <a:pt x="76040" y="125765"/>
                    <a:pt x="76679" y="125765"/>
                  </a:cubicBezTo>
                  <a:lnTo>
                    <a:pt x="119492" y="125765"/>
                  </a:lnTo>
                  <a:lnTo>
                    <a:pt x="86264" y="92568"/>
                  </a:lnTo>
                  <a:cubicBezTo>
                    <a:pt x="83708" y="90014"/>
                    <a:pt x="83708" y="86184"/>
                    <a:pt x="86264" y="83630"/>
                  </a:cubicBezTo>
                  <a:cubicBezTo>
                    <a:pt x="88820" y="81077"/>
                    <a:pt x="92654" y="81077"/>
                    <a:pt x="95210" y="83630"/>
                  </a:cubicBezTo>
                  <a:lnTo>
                    <a:pt x="137384" y="125765"/>
                  </a:lnTo>
                  <a:lnTo>
                    <a:pt x="219814" y="125765"/>
                  </a:lnTo>
                  <a:cubicBezTo>
                    <a:pt x="223648" y="125765"/>
                    <a:pt x="226204" y="128318"/>
                    <a:pt x="226204" y="132149"/>
                  </a:cubicBezTo>
                  <a:cubicBezTo>
                    <a:pt x="226204" y="135979"/>
                    <a:pt x="223648" y="138533"/>
                    <a:pt x="219814" y="138533"/>
                  </a:cubicBezTo>
                  <a:lnTo>
                    <a:pt x="150164" y="138533"/>
                  </a:lnTo>
                  <a:lnTo>
                    <a:pt x="167416" y="155769"/>
                  </a:lnTo>
                  <a:lnTo>
                    <a:pt x="211507" y="155769"/>
                  </a:lnTo>
                  <a:cubicBezTo>
                    <a:pt x="215341" y="155769"/>
                    <a:pt x="217897" y="158323"/>
                    <a:pt x="217897" y="162153"/>
                  </a:cubicBezTo>
                  <a:cubicBezTo>
                    <a:pt x="217897" y="165984"/>
                    <a:pt x="215341" y="168537"/>
                    <a:pt x="211507" y="168537"/>
                  </a:cubicBezTo>
                  <a:lnTo>
                    <a:pt x="180196" y="168537"/>
                  </a:lnTo>
                  <a:lnTo>
                    <a:pt x="197449" y="185774"/>
                  </a:lnTo>
                  <a:lnTo>
                    <a:pt x="204478" y="185774"/>
                  </a:lnTo>
                  <a:cubicBezTo>
                    <a:pt x="208312" y="185774"/>
                    <a:pt x="210868" y="188966"/>
                    <a:pt x="210868" y="192158"/>
                  </a:cubicBezTo>
                  <a:cubicBezTo>
                    <a:pt x="210868" y="194073"/>
                    <a:pt x="210229" y="195988"/>
                    <a:pt x="208312" y="197265"/>
                  </a:cubicBezTo>
                  <a:lnTo>
                    <a:pt x="227482" y="216417"/>
                  </a:lnTo>
                  <a:lnTo>
                    <a:pt x="228760" y="216417"/>
                  </a:lnTo>
                  <a:lnTo>
                    <a:pt x="250485" y="108528"/>
                  </a:lnTo>
                  <a:cubicBezTo>
                    <a:pt x="251125" y="105974"/>
                    <a:pt x="253041" y="104059"/>
                    <a:pt x="254959" y="103421"/>
                  </a:cubicBezTo>
                  <a:lnTo>
                    <a:pt x="284991" y="95760"/>
                  </a:lnTo>
                  <a:cubicBezTo>
                    <a:pt x="288186" y="95121"/>
                    <a:pt x="292020" y="97037"/>
                    <a:pt x="292659" y="100229"/>
                  </a:cubicBezTo>
                  <a:cubicBezTo>
                    <a:pt x="293937" y="102782"/>
                    <a:pt x="292020" y="105974"/>
                    <a:pt x="288825" y="107889"/>
                  </a:cubicBezTo>
                  <a:cubicBezTo>
                    <a:pt x="288825" y="107251"/>
                    <a:pt x="288825" y="107251"/>
                    <a:pt x="288825" y="107889"/>
                  </a:cubicBezTo>
                  <a:lnTo>
                    <a:pt x="288825" y="107889"/>
                  </a:lnTo>
                  <a:close/>
                </a:path>
              </a:pathLst>
            </a:custGeom>
            <a:solidFill>
              <a:srgbClr val="26890D"/>
            </a:solidFill>
            <a:ln w="6390" cap="flat">
              <a:noFill/>
              <a:prstDash val="solid"/>
              <a:miter/>
            </a:ln>
          </p:spPr>
          <p:txBody>
            <a:bodyPr rtlCol="0" anchor="ctr"/>
            <a:lstStyle/>
            <a:p>
              <a:endParaRPr lang="en-US"/>
            </a:p>
          </p:txBody>
        </p:sp>
      </p:grpSp>
      <p:grpSp>
        <p:nvGrpSpPr>
          <p:cNvPr id="719" name="Graphic 4">
            <a:extLst>
              <a:ext uri="{FF2B5EF4-FFF2-40B4-BE49-F238E27FC236}">
                <a16:creationId xmlns:a16="http://schemas.microsoft.com/office/drawing/2014/main" id="{302A6E11-726B-274D-A4DB-00A690DB331D}"/>
              </a:ext>
            </a:extLst>
          </p:cNvPr>
          <p:cNvGrpSpPr/>
          <p:nvPr/>
        </p:nvGrpSpPr>
        <p:grpSpPr>
          <a:xfrm>
            <a:off x="7191874" y="2855717"/>
            <a:ext cx="362312" cy="361971"/>
            <a:chOff x="7191874" y="2855717"/>
            <a:chExt cx="362312" cy="361971"/>
          </a:xfrm>
          <a:solidFill>
            <a:srgbClr val="26890D"/>
          </a:solidFill>
        </p:grpSpPr>
        <p:sp>
          <p:nvSpPr>
            <p:cNvPr id="720" name="Graphic 4">
              <a:extLst>
                <a:ext uri="{FF2B5EF4-FFF2-40B4-BE49-F238E27FC236}">
                  <a16:creationId xmlns:a16="http://schemas.microsoft.com/office/drawing/2014/main" id="{DBCD7C1F-3177-A845-98C3-8E236F508F4F}"/>
                </a:ext>
              </a:extLst>
            </p:cNvPr>
            <p:cNvSpPr/>
            <p:nvPr/>
          </p:nvSpPr>
          <p:spPr>
            <a:xfrm>
              <a:off x="7379738" y="2963607"/>
              <a:ext cx="38339" cy="41495"/>
            </a:xfrm>
            <a:custGeom>
              <a:avLst/>
              <a:gdLst>
                <a:gd name="connsiteX0" fmla="*/ 38340 w 38339"/>
                <a:gd name="connsiteY0" fmla="*/ 41496 h 41495"/>
                <a:gd name="connsiteX1" fmla="*/ 0 w 38339"/>
                <a:gd name="connsiteY1" fmla="*/ 0 h 41495"/>
                <a:gd name="connsiteX2" fmla="*/ 38340 w 38339"/>
                <a:gd name="connsiteY2" fmla="*/ 41496 h 41495"/>
              </a:gdLst>
              <a:ahLst/>
              <a:cxnLst>
                <a:cxn ang="0">
                  <a:pos x="connsiteX0" y="connsiteY0"/>
                </a:cxn>
                <a:cxn ang="0">
                  <a:pos x="connsiteX1" y="connsiteY1"/>
                </a:cxn>
                <a:cxn ang="0">
                  <a:pos x="connsiteX2" y="connsiteY2"/>
                </a:cxn>
              </a:cxnLst>
              <a:rect l="l" t="t" r="r" b="b"/>
              <a:pathLst>
                <a:path w="38339" h="41495">
                  <a:moveTo>
                    <a:pt x="38340" y="41496"/>
                  </a:moveTo>
                  <a:cubicBezTo>
                    <a:pt x="35145" y="15960"/>
                    <a:pt x="22365" y="1915"/>
                    <a:pt x="0" y="0"/>
                  </a:cubicBezTo>
                  <a:cubicBezTo>
                    <a:pt x="1278" y="7022"/>
                    <a:pt x="7668" y="22344"/>
                    <a:pt x="38340" y="41496"/>
                  </a:cubicBezTo>
                  <a:close/>
                </a:path>
              </a:pathLst>
            </a:custGeom>
            <a:solidFill>
              <a:srgbClr val="26890D"/>
            </a:solidFill>
            <a:ln w="6390" cap="flat">
              <a:noFill/>
              <a:prstDash val="solid"/>
              <a:miter/>
            </a:ln>
          </p:spPr>
          <p:txBody>
            <a:bodyPr rtlCol="0" anchor="ctr"/>
            <a:lstStyle/>
            <a:p>
              <a:endParaRPr lang="en-US"/>
            </a:p>
          </p:txBody>
        </p:sp>
        <p:sp>
          <p:nvSpPr>
            <p:cNvPr id="721" name="Graphic 4">
              <a:extLst>
                <a:ext uri="{FF2B5EF4-FFF2-40B4-BE49-F238E27FC236}">
                  <a16:creationId xmlns:a16="http://schemas.microsoft.com/office/drawing/2014/main" id="{F8633A02-A374-DD49-849A-31563BB3DE4D}"/>
                </a:ext>
              </a:extLst>
            </p:cNvPr>
            <p:cNvSpPr/>
            <p:nvPr/>
          </p:nvSpPr>
          <p:spPr>
            <a:xfrm>
              <a:off x="7304336" y="3020424"/>
              <a:ext cx="8946" cy="28727"/>
            </a:xfrm>
            <a:custGeom>
              <a:avLst/>
              <a:gdLst>
                <a:gd name="connsiteX0" fmla="*/ 0 w 8946"/>
                <a:gd name="connsiteY0" fmla="*/ 0 h 28727"/>
                <a:gd name="connsiteX1" fmla="*/ 0 w 8946"/>
                <a:gd name="connsiteY1" fmla="*/ 28728 h 28727"/>
                <a:gd name="connsiteX2" fmla="*/ 1917 w 8946"/>
                <a:gd name="connsiteY2" fmla="*/ 28728 h 28727"/>
                <a:gd name="connsiteX3" fmla="*/ 8946 w 8946"/>
                <a:gd name="connsiteY3" fmla="*/ 638 h 28727"/>
                <a:gd name="connsiteX4" fmla="*/ 0 w 8946"/>
                <a:gd name="connsiteY4" fmla="*/ 0 h 28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6" h="28727">
                  <a:moveTo>
                    <a:pt x="0" y="0"/>
                  </a:moveTo>
                  <a:lnTo>
                    <a:pt x="0" y="28728"/>
                  </a:lnTo>
                  <a:lnTo>
                    <a:pt x="1917" y="28728"/>
                  </a:lnTo>
                  <a:cubicBezTo>
                    <a:pt x="5112" y="19152"/>
                    <a:pt x="7029" y="10214"/>
                    <a:pt x="8946" y="638"/>
                  </a:cubicBezTo>
                  <a:lnTo>
                    <a:pt x="0" y="0"/>
                  </a:lnTo>
                  <a:close/>
                </a:path>
              </a:pathLst>
            </a:custGeom>
            <a:solidFill>
              <a:srgbClr val="26890D"/>
            </a:solidFill>
            <a:ln w="6390" cap="flat">
              <a:noFill/>
              <a:prstDash val="solid"/>
              <a:miter/>
            </a:ln>
          </p:spPr>
          <p:txBody>
            <a:bodyPr rtlCol="0" anchor="ctr"/>
            <a:lstStyle/>
            <a:p>
              <a:endParaRPr lang="en-US"/>
            </a:p>
          </p:txBody>
        </p:sp>
        <p:sp>
          <p:nvSpPr>
            <p:cNvPr id="722" name="Graphic 4">
              <a:extLst>
                <a:ext uri="{FF2B5EF4-FFF2-40B4-BE49-F238E27FC236}">
                  <a16:creationId xmlns:a16="http://schemas.microsoft.com/office/drawing/2014/main" id="{AF721CF2-1306-E04C-840B-7F5A0256D60D}"/>
                </a:ext>
              </a:extLst>
            </p:cNvPr>
            <p:cNvSpPr/>
            <p:nvPr/>
          </p:nvSpPr>
          <p:spPr>
            <a:xfrm>
              <a:off x="7347788" y="2982120"/>
              <a:ext cx="51119" cy="26174"/>
            </a:xfrm>
            <a:custGeom>
              <a:avLst/>
              <a:gdLst>
                <a:gd name="connsiteX0" fmla="*/ 25560 w 51119"/>
                <a:gd name="connsiteY0" fmla="*/ 0 h 26174"/>
                <a:gd name="connsiteX1" fmla="*/ 0 w 51119"/>
                <a:gd name="connsiteY1" fmla="*/ 26174 h 26174"/>
                <a:gd name="connsiteX2" fmla="*/ 51119 w 51119"/>
                <a:gd name="connsiteY2" fmla="*/ 26174 h 26174"/>
                <a:gd name="connsiteX3" fmla="*/ 25560 w 51119"/>
                <a:gd name="connsiteY3" fmla="*/ 0 h 26174"/>
              </a:gdLst>
              <a:ahLst/>
              <a:cxnLst>
                <a:cxn ang="0">
                  <a:pos x="connsiteX0" y="connsiteY0"/>
                </a:cxn>
                <a:cxn ang="0">
                  <a:pos x="connsiteX1" y="connsiteY1"/>
                </a:cxn>
                <a:cxn ang="0">
                  <a:pos x="connsiteX2" y="connsiteY2"/>
                </a:cxn>
                <a:cxn ang="0">
                  <a:pos x="connsiteX3" y="connsiteY3"/>
                </a:cxn>
              </a:cxnLst>
              <a:rect l="l" t="t" r="r" b="b"/>
              <a:pathLst>
                <a:path w="51119" h="26174">
                  <a:moveTo>
                    <a:pt x="25560" y="0"/>
                  </a:moveTo>
                  <a:cubicBezTo>
                    <a:pt x="18531" y="10214"/>
                    <a:pt x="10224" y="19152"/>
                    <a:pt x="0" y="26174"/>
                  </a:cubicBezTo>
                  <a:lnTo>
                    <a:pt x="51119" y="26174"/>
                  </a:lnTo>
                  <a:cubicBezTo>
                    <a:pt x="40896" y="18514"/>
                    <a:pt x="32589" y="10214"/>
                    <a:pt x="25560" y="0"/>
                  </a:cubicBezTo>
                  <a:close/>
                </a:path>
              </a:pathLst>
            </a:custGeom>
            <a:solidFill>
              <a:srgbClr val="26890D"/>
            </a:solidFill>
            <a:ln w="6390" cap="flat">
              <a:noFill/>
              <a:prstDash val="solid"/>
              <a:miter/>
            </a:ln>
          </p:spPr>
          <p:txBody>
            <a:bodyPr rtlCol="0" anchor="ctr"/>
            <a:lstStyle/>
            <a:p>
              <a:endParaRPr lang="en-US"/>
            </a:p>
          </p:txBody>
        </p:sp>
        <p:sp>
          <p:nvSpPr>
            <p:cNvPr id="723" name="Graphic 4">
              <a:extLst>
                <a:ext uri="{FF2B5EF4-FFF2-40B4-BE49-F238E27FC236}">
                  <a16:creationId xmlns:a16="http://schemas.microsoft.com/office/drawing/2014/main" id="{AF9B29CA-5455-234C-AD80-B53A113FA3FE}"/>
                </a:ext>
              </a:extLst>
            </p:cNvPr>
            <p:cNvSpPr/>
            <p:nvPr/>
          </p:nvSpPr>
          <p:spPr>
            <a:xfrm>
              <a:off x="7327980" y="3020424"/>
              <a:ext cx="90736" cy="28089"/>
            </a:xfrm>
            <a:custGeom>
              <a:avLst/>
              <a:gdLst>
                <a:gd name="connsiteX0" fmla="*/ 90737 w 90736"/>
                <a:gd name="connsiteY0" fmla="*/ 0 h 28089"/>
                <a:gd name="connsiteX1" fmla="*/ 0 w 90736"/>
                <a:gd name="connsiteY1" fmla="*/ 0 h 28089"/>
                <a:gd name="connsiteX2" fmla="*/ 5750 w 90736"/>
                <a:gd name="connsiteY2" fmla="*/ 28089 h 28089"/>
                <a:gd name="connsiteX3" fmla="*/ 85625 w 90736"/>
                <a:gd name="connsiteY3" fmla="*/ 28089 h 28089"/>
                <a:gd name="connsiteX4" fmla="*/ 90737 w 90736"/>
                <a:gd name="connsiteY4" fmla="*/ 0 h 28089"/>
                <a:gd name="connsiteX5" fmla="*/ 90737 w 90736"/>
                <a:gd name="connsiteY5" fmla="*/ 0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736" h="28089">
                  <a:moveTo>
                    <a:pt x="90737" y="0"/>
                  </a:moveTo>
                  <a:lnTo>
                    <a:pt x="0" y="0"/>
                  </a:lnTo>
                  <a:cubicBezTo>
                    <a:pt x="639" y="9576"/>
                    <a:pt x="2555" y="19152"/>
                    <a:pt x="5750" y="28089"/>
                  </a:cubicBezTo>
                  <a:lnTo>
                    <a:pt x="85625" y="28089"/>
                  </a:lnTo>
                  <a:cubicBezTo>
                    <a:pt x="88181" y="19152"/>
                    <a:pt x="90098" y="9576"/>
                    <a:pt x="90737" y="0"/>
                  </a:cubicBezTo>
                  <a:lnTo>
                    <a:pt x="90737" y="0"/>
                  </a:lnTo>
                  <a:close/>
                </a:path>
              </a:pathLst>
            </a:custGeom>
            <a:solidFill>
              <a:srgbClr val="26890D"/>
            </a:solidFill>
            <a:ln w="6390" cap="flat">
              <a:noFill/>
              <a:prstDash val="solid"/>
              <a:miter/>
            </a:ln>
          </p:spPr>
          <p:txBody>
            <a:bodyPr rtlCol="0" anchor="ctr"/>
            <a:lstStyle/>
            <a:p>
              <a:endParaRPr lang="en-US"/>
            </a:p>
          </p:txBody>
        </p:sp>
        <p:sp>
          <p:nvSpPr>
            <p:cNvPr id="724" name="Graphic 4">
              <a:extLst>
                <a:ext uri="{FF2B5EF4-FFF2-40B4-BE49-F238E27FC236}">
                  <a16:creationId xmlns:a16="http://schemas.microsoft.com/office/drawing/2014/main" id="{B7C5A0E3-7D51-254F-A10E-A8D1642524B7}"/>
                </a:ext>
              </a:extLst>
            </p:cNvPr>
            <p:cNvSpPr/>
            <p:nvPr/>
          </p:nvSpPr>
          <p:spPr>
            <a:xfrm>
              <a:off x="7427024" y="3047875"/>
              <a:ext cx="638" cy="1276"/>
            </a:xfrm>
            <a:custGeom>
              <a:avLst/>
              <a:gdLst>
                <a:gd name="connsiteX0" fmla="*/ 0 w 638"/>
                <a:gd name="connsiteY0" fmla="*/ 0 h 1276"/>
                <a:gd name="connsiteX1" fmla="*/ 0 w 638"/>
                <a:gd name="connsiteY1" fmla="*/ 1277 h 1276"/>
                <a:gd name="connsiteX2" fmla="*/ 639 w 638"/>
                <a:gd name="connsiteY2" fmla="*/ 1277 h 1276"/>
                <a:gd name="connsiteX3" fmla="*/ 0 w 638"/>
                <a:gd name="connsiteY3" fmla="*/ 0 h 1276"/>
              </a:gdLst>
              <a:ahLst/>
              <a:cxnLst>
                <a:cxn ang="0">
                  <a:pos x="connsiteX0" y="connsiteY0"/>
                </a:cxn>
                <a:cxn ang="0">
                  <a:pos x="connsiteX1" y="connsiteY1"/>
                </a:cxn>
                <a:cxn ang="0">
                  <a:pos x="connsiteX2" y="connsiteY2"/>
                </a:cxn>
                <a:cxn ang="0">
                  <a:pos x="connsiteX3" y="connsiteY3"/>
                </a:cxn>
              </a:cxnLst>
              <a:rect l="l" t="t" r="r" b="b"/>
              <a:pathLst>
                <a:path w="638" h="1276">
                  <a:moveTo>
                    <a:pt x="0" y="0"/>
                  </a:moveTo>
                  <a:cubicBezTo>
                    <a:pt x="0" y="638"/>
                    <a:pt x="0" y="638"/>
                    <a:pt x="0" y="1277"/>
                  </a:cubicBezTo>
                  <a:lnTo>
                    <a:pt x="639" y="1277"/>
                  </a:lnTo>
                  <a:lnTo>
                    <a:pt x="0" y="0"/>
                  </a:lnTo>
                  <a:close/>
                </a:path>
              </a:pathLst>
            </a:custGeom>
            <a:solidFill>
              <a:srgbClr val="26890D"/>
            </a:solidFill>
            <a:ln w="6390" cap="flat">
              <a:noFill/>
              <a:prstDash val="solid"/>
              <a:miter/>
            </a:ln>
          </p:spPr>
          <p:txBody>
            <a:bodyPr rtlCol="0" anchor="ctr"/>
            <a:lstStyle/>
            <a:p>
              <a:endParaRPr lang="en-US"/>
            </a:p>
          </p:txBody>
        </p:sp>
        <p:sp>
          <p:nvSpPr>
            <p:cNvPr id="725" name="Graphic 4">
              <a:extLst>
                <a:ext uri="{FF2B5EF4-FFF2-40B4-BE49-F238E27FC236}">
                  <a16:creationId xmlns:a16="http://schemas.microsoft.com/office/drawing/2014/main" id="{66069CAE-8B35-5641-ABF5-9DBC582D67CF}"/>
                </a:ext>
              </a:extLst>
            </p:cNvPr>
            <p:cNvSpPr/>
            <p:nvPr/>
          </p:nvSpPr>
          <p:spPr>
            <a:xfrm>
              <a:off x="7320311" y="3047875"/>
              <a:ext cx="6389" cy="1276"/>
            </a:xfrm>
            <a:custGeom>
              <a:avLst/>
              <a:gdLst>
                <a:gd name="connsiteX0" fmla="*/ 0 w 6389"/>
                <a:gd name="connsiteY0" fmla="*/ 1277 h 1276"/>
                <a:gd name="connsiteX1" fmla="*/ 0 w 6389"/>
                <a:gd name="connsiteY1" fmla="*/ 0 h 1276"/>
                <a:gd name="connsiteX2" fmla="*/ 0 w 6389"/>
                <a:gd name="connsiteY2" fmla="*/ 1277 h 1276"/>
              </a:gdLst>
              <a:ahLst/>
              <a:cxnLst>
                <a:cxn ang="0">
                  <a:pos x="connsiteX0" y="connsiteY0"/>
                </a:cxn>
                <a:cxn ang="0">
                  <a:pos x="connsiteX1" y="connsiteY1"/>
                </a:cxn>
                <a:cxn ang="0">
                  <a:pos x="connsiteX2" y="connsiteY2"/>
                </a:cxn>
              </a:cxnLst>
              <a:rect l="l" t="t" r="r" b="b"/>
              <a:pathLst>
                <a:path w="6389" h="1276">
                  <a:moveTo>
                    <a:pt x="0" y="1277"/>
                  </a:moveTo>
                  <a:lnTo>
                    <a:pt x="0" y="0"/>
                  </a:lnTo>
                  <a:cubicBezTo>
                    <a:pt x="0" y="0"/>
                    <a:pt x="0" y="638"/>
                    <a:pt x="0" y="1277"/>
                  </a:cubicBezTo>
                  <a:close/>
                </a:path>
              </a:pathLst>
            </a:custGeom>
            <a:solidFill>
              <a:srgbClr val="26890D"/>
            </a:solidFill>
            <a:ln w="6390" cap="flat">
              <a:noFill/>
              <a:prstDash val="solid"/>
              <a:miter/>
            </a:ln>
          </p:spPr>
          <p:txBody>
            <a:bodyPr rtlCol="0" anchor="ctr"/>
            <a:lstStyle/>
            <a:p>
              <a:endParaRPr lang="en-US"/>
            </a:p>
          </p:txBody>
        </p:sp>
        <p:sp>
          <p:nvSpPr>
            <p:cNvPr id="726" name="Graphic 4">
              <a:extLst>
                <a:ext uri="{FF2B5EF4-FFF2-40B4-BE49-F238E27FC236}">
                  <a16:creationId xmlns:a16="http://schemas.microsoft.com/office/drawing/2014/main" id="{F1E6A40B-6EF1-A34F-A433-A432E7CFA423}"/>
                </a:ext>
              </a:extLst>
            </p:cNvPr>
            <p:cNvSpPr/>
            <p:nvPr/>
          </p:nvSpPr>
          <p:spPr>
            <a:xfrm>
              <a:off x="7328619" y="2963607"/>
              <a:ext cx="38339" cy="41495"/>
            </a:xfrm>
            <a:custGeom>
              <a:avLst/>
              <a:gdLst>
                <a:gd name="connsiteX0" fmla="*/ 38340 w 38339"/>
                <a:gd name="connsiteY0" fmla="*/ 0 h 41495"/>
                <a:gd name="connsiteX1" fmla="*/ 0 w 38339"/>
                <a:gd name="connsiteY1" fmla="*/ 41496 h 41495"/>
                <a:gd name="connsiteX2" fmla="*/ 38340 w 38339"/>
                <a:gd name="connsiteY2" fmla="*/ 0 h 41495"/>
              </a:gdLst>
              <a:ahLst/>
              <a:cxnLst>
                <a:cxn ang="0">
                  <a:pos x="connsiteX0" y="connsiteY0"/>
                </a:cxn>
                <a:cxn ang="0">
                  <a:pos x="connsiteX1" y="connsiteY1"/>
                </a:cxn>
                <a:cxn ang="0">
                  <a:pos x="connsiteX2" y="connsiteY2"/>
                </a:cxn>
              </a:cxnLst>
              <a:rect l="l" t="t" r="r" b="b"/>
              <a:pathLst>
                <a:path w="38339" h="41495">
                  <a:moveTo>
                    <a:pt x="38340" y="0"/>
                  </a:moveTo>
                  <a:cubicBezTo>
                    <a:pt x="15975" y="1915"/>
                    <a:pt x="3195" y="15960"/>
                    <a:pt x="0" y="41496"/>
                  </a:cubicBezTo>
                  <a:cubicBezTo>
                    <a:pt x="31311" y="22982"/>
                    <a:pt x="37061" y="7661"/>
                    <a:pt x="38340" y="0"/>
                  </a:cubicBezTo>
                  <a:close/>
                </a:path>
              </a:pathLst>
            </a:custGeom>
            <a:solidFill>
              <a:srgbClr val="26890D"/>
            </a:solidFill>
            <a:ln w="6390" cap="flat">
              <a:noFill/>
              <a:prstDash val="solid"/>
              <a:miter/>
            </a:ln>
          </p:spPr>
          <p:txBody>
            <a:bodyPr rtlCol="0" anchor="ctr"/>
            <a:lstStyle/>
            <a:p>
              <a:endParaRPr lang="en-US"/>
            </a:p>
          </p:txBody>
        </p:sp>
        <p:sp>
          <p:nvSpPr>
            <p:cNvPr id="727" name="Graphic 4">
              <a:extLst>
                <a:ext uri="{FF2B5EF4-FFF2-40B4-BE49-F238E27FC236}">
                  <a16:creationId xmlns:a16="http://schemas.microsoft.com/office/drawing/2014/main" id="{A63FC521-DF9D-AB4D-B98E-AC79F0809CA5}"/>
                </a:ext>
              </a:extLst>
            </p:cNvPr>
            <p:cNvSpPr/>
            <p:nvPr/>
          </p:nvSpPr>
          <p:spPr>
            <a:xfrm>
              <a:off x="7305615" y="3061920"/>
              <a:ext cx="34505" cy="25535"/>
            </a:xfrm>
            <a:custGeom>
              <a:avLst/>
              <a:gdLst>
                <a:gd name="connsiteX0" fmla="*/ 19170 w 34505"/>
                <a:gd name="connsiteY0" fmla="*/ 0 h 25535"/>
                <a:gd name="connsiteX1" fmla="*/ 9585 w 34505"/>
                <a:gd name="connsiteY1" fmla="*/ 0 h 25535"/>
                <a:gd name="connsiteX2" fmla="*/ 0 w 34505"/>
                <a:gd name="connsiteY2" fmla="*/ 25536 h 25535"/>
                <a:gd name="connsiteX3" fmla="*/ 34505 w 34505"/>
                <a:gd name="connsiteY3" fmla="*/ 25536 h 25535"/>
                <a:gd name="connsiteX4" fmla="*/ 19170 w 34505"/>
                <a:gd name="connsiteY4" fmla="*/ 0 h 25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5" h="25535">
                  <a:moveTo>
                    <a:pt x="19170" y="0"/>
                  </a:moveTo>
                  <a:lnTo>
                    <a:pt x="9585" y="0"/>
                  </a:lnTo>
                  <a:cubicBezTo>
                    <a:pt x="6390" y="10214"/>
                    <a:pt x="2555" y="19152"/>
                    <a:pt x="0" y="25536"/>
                  </a:cubicBezTo>
                  <a:lnTo>
                    <a:pt x="34505" y="25536"/>
                  </a:lnTo>
                  <a:cubicBezTo>
                    <a:pt x="28755" y="17875"/>
                    <a:pt x="23642" y="8938"/>
                    <a:pt x="19170" y="0"/>
                  </a:cubicBezTo>
                  <a:close/>
                </a:path>
              </a:pathLst>
            </a:custGeom>
            <a:solidFill>
              <a:srgbClr val="26890D"/>
            </a:solidFill>
            <a:ln w="6390" cap="flat">
              <a:noFill/>
              <a:prstDash val="solid"/>
              <a:miter/>
            </a:ln>
          </p:spPr>
          <p:txBody>
            <a:bodyPr rtlCol="0" anchor="ctr"/>
            <a:lstStyle/>
            <a:p>
              <a:endParaRPr lang="en-US"/>
            </a:p>
          </p:txBody>
        </p:sp>
        <p:sp>
          <p:nvSpPr>
            <p:cNvPr id="728" name="Graphic 4">
              <a:extLst>
                <a:ext uri="{FF2B5EF4-FFF2-40B4-BE49-F238E27FC236}">
                  <a16:creationId xmlns:a16="http://schemas.microsoft.com/office/drawing/2014/main" id="{F94A0C2C-C387-264B-99F0-2A024C519931}"/>
                </a:ext>
              </a:extLst>
            </p:cNvPr>
            <p:cNvSpPr/>
            <p:nvPr/>
          </p:nvSpPr>
          <p:spPr>
            <a:xfrm>
              <a:off x="7433414" y="3021063"/>
              <a:ext cx="9584" cy="28089"/>
            </a:xfrm>
            <a:custGeom>
              <a:avLst/>
              <a:gdLst>
                <a:gd name="connsiteX0" fmla="*/ 9585 w 9584"/>
                <a:gd name="connsiteY0" fmla="*/ 28089 h 28089"/>
                <a:gd name="connsiteX1" fmla="*/ 9585 w 9584"/>
                <a:gd name="connsiteY1" fmla="*/ 0 h 28089"/>
                <a:gd name="connsiteX2" fmla="*/ 0 w 9584"/>
                <a:gd name="connsiteY2" fmla="*/ 0 h 28089"/>
                <a:gd name="connsiteX3" fmla="*/ 7029 w 9584"/>
                <a:gd name="connsiteY3" fmla="*/ 28089 h 28089"/>
                <a:gd name="connsiteX4" fmla="*/ 9585 w 9584"/>
                <a:gd name="connsiteY4" fmla="*/ 28089 h 28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4" h="28089">
                  <a:moveTo>
                    <a:pt x="9585" y="28089"/>
                  </a:moveTo>
                  <a:lnTo>
                    <a:pt x="9585" y="0"/>
                  </a:lnTo>
                  <a:lnTo>
                    <a:pt x="0" y="0"/>
                  </a:lnTo>
                  <a:cubicBezTo>
                    <a:pt x="1917" y="9576"/>
                    <a:pt x="4473" y="19152"/>
                    <a:pt x="7029" y="28089"/>
                  </a:cubicBezTo>
                  <a:lnTo>
                    <a:pt x="9585" y="28089"/>
                  </a:lnTo>
                  <a:close/>
                </a:path>
              </a:pathLst>
            </a:custGeom>
            <a:solidFill>
              <a:srgbClr val="26890D"/>
            </a:solidFill>
            <a:ln w="6390" cap="flat">
              <a:noFill/>
              <a:prstDash val="solid"/>
              <a:miter/>
            </a:ln>
          </p:spPr>
          <p:txBody>
            <a:bodyPr rtlCol="0" anchor="ctr"/>
            <a:lstStyle/>
            <a:p>
              <a:endParaRPr lang="en-US"/>
            </a:p>
          </p:txBody>
        </p:sp>
        <p:sp>
          <p:nvSpPr>
            <p:cNvPr id="729" name="Graphic 4">
              <a:extLst>
                <a:ext uri="{FF2B5EF4-FFF2-40B4-BE49-F238E27FC236}">
                  <a16:creationId xmlns:a16="http://schemas.microsoft.com/office/drawing/2014/main" id="{7DBDCDB8-DECA-264D-BF46-11BE12C9D7E4}"/>
                </a:ext>
              </a:extLst>
            </p:cNvPr>
            <p:cNvSpPr/>
            <p:nvPr/>
          </p:nvSpPr>
          <p:spPr>
            <a:xfrm>
              <a:off x="7191874" y="2855717"/>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82435 w 362312"/>
                <a:gd name="connsiteY6" fmla="*/ 127680 h 361971"/>
                <a:gd name="connsiteX7" fmla="*/ 261987 w 362312"/>
                <a:gd name="connsiteY7" fmla="*/ 148108 h 361971"/>
                <a:gd name="connsiteX8" fmla="*/ 258792 w 362312"/>
                <a:gd name="connsiteY8" fmla="*/ 150024 h 361971"/>
                <a:gd name="connsiteX9" fmla="*/ 258792 w 362312"/>
                <a:gd name="connsiteY9" fmla="*/ 150024 h 361971"/>
                <a:gd name="connsiteX10" fmla="*/ 257515 w 362312"/>
                <a:gd name="connsiteY10" fmla="*/ 150024 h 361971"/>
                <a:gd name="connsiteX11" fmla="*/ 253041 w 362312"/>
                <a:gd name="connsiteY11" fmla="*/ 148108 h 361971"/>
                <a:gd name="connsiteX12" fmla="*/ 235150 w 362312"/>
                <a:gd name="connsiteY12" fmla="*/ 129595 h 361971"/>
                <a:gd name="connsiteX13" fmla="*/ 239623 w 362312"/>
                <a:gd name="connsiteY13" fmla="*/ 150024 h 361971"/>
                <a:gd name="connsiteX14" fmla="*/ 239623 w 362312"/>
                <a:gd name="connsiteY14" fmla="*/ 151300 h 361971"/>
                <a:gd name="connsiteX15" fmla="*/ 257515 w 362312"/>
                <a:gd name="connsiteY15" fmla="*/ 151300 h 361971"/>
                <a:gd name="connsiteX16" fmla="*/ 263905 w 362312"/>
                <a:gd name="connsiteY16" fmla="*/ 157684 h 361971"/>
                <a:gd name="connsiteX17" fmla="*/ 263905 w 362312"/>
                <a:gd name="connsiteY17" fmla="*/ 199180 h 361971"/>
                <a:gd name="connsiteX18" fmla="*/ 257515 w 362312"/>
                <a:gd name="connsiteY18" fmla="*/ 205564 h 361971"/>
                <a:gd name="connsiteX19" fmla="*/ 253041 w 362312"/>
                <a:gd name="connsiteY19" fmla="*/ 205564 h 361971"/>
                <a:gd name="connsiteX20" fmla="*/ 264544 w 362312"/>
                <a:gd name="connsiteY20" fmla="*/ 234930 h 361971"/>
                <a:gd name="connsiteX21" fmla="*/ 261349 w 362312"/>
                <a:gd name="connsiteY21" fmla="*/ 243230 h 361971"/>
                <a:gd name="connsiteX22" fmla="*/ 258792 w 362312"/>
                <a:gd name="connsiteY22" fmla="*/ 243868 h 361971"/>
                <a:gd name="connsiteX23" fmla="*/ 216619 w 362312"/>
                <a:gd name="connsiteY23" fmla="*/ 243868 h 361971"/>
                <a:gd name="connsiteX24" fmla="*/ 219175 w 362312"/>
                <a:gd name="connsiteY24" fmla="*/ 250252 h 361971"/>
                <a:gd name="connsiteX25" fmla="*/ 244095 w 362312"/>
                <a:gd name="connsiteY25" fmla="*/ 260466 h 361971"/>
                <a:gd name="connsiteX26" fmla="*/ 277962 w 362312"/>
                <a:gd name="connsiteY26" fmla="*/ 272596 h 361971"/>
                <a:gd name="connsiteX27" fmla="*/ 279880 w 362312"/>
                <a:gd name="connsiteY27" fmla="*/ 281533 h 361971"/>
                <a:gd name="connsiteX28" fmla="*/ 274767 w 362312"/>
                <a:gd name="connsiteY28" fmla="*/ 284725 h 361971"/>
                <a:gd name="connsiteX29" fmla="*/ 271572 w 362312"/>
                <a:gd name="connsiteY29" fmla="*/ 284087 h 361971"/>
                <a:gd name="connsiteX30" fmla="*/ 242818 w 362312"/>
                <a:gd name="connsiteY30" fmla="*/ 273873 h 361971"/>
                <a:gd name="connsiteX31" fmla="*/ 207673 w 362312"/>
                <a:gd name="connsiteY31" fmla="*/ 256636 h 361971"/>
                <a:gd name="connsiteX32" fmla="*/ 201922 w 362312"/>
                <a:gd name="connsiteY32" fmla="*/ 241314 h 361971"/>
                <a:gd name="connsiteX33" fmla="*/ 180836 w 362312"/>
                <a:gd name="connsiteY33" fmla="*/ 247060 h 361971"/>
                <a:gd name="connsiteX34" fmla="*/ 161026 w 362312"/>
                <a:gd name="connsiteY34" fmla="*/ 241953 h 361971"/>
                <a:gd name="connsiteX35" fmla="*/ 155915 w 362312"/>
                <a:gd name="connsiteY35" fmla="*/ 256636 h 361971"/>
                <a:gd name="connsiteX36" fmla="*/ 120770 w 362312"/>
                <a:gd name="connsiteY36" fmla="*/ 273873 h 361971"/>
                <a:gd name="connsiteX37" fmla="*/ 92015 w 362312"/>
                <a:gd name="connsiteY37" fmla="*/ 284087 h 361971"/>
                <a:gd name="connsiteX38" fmla="*/ 83069 w 362312"/>
                <a:gd name="connsiteY38" fmla="*/ 281533 h 361971"/>
                <a:gd name="connsiteX39" fmla="*/ 83069 w 362312"/>
                <a:gd name="connsiteY39" fmla="*/ 281533 h 361971"/>
                <a:gd name="connsiteX40" fmla="*/ 85625 w 362312"/>
                <a:gd name="connsiteY40" fmla="*/ 272596 h 361971"/>
                <a:gd name="connsiteX41" fmla="*/ 119492 w 362312"/>
                <a:gd name="connsiteY41" fmla="*/ 260466 h 361971"/>
                <a:gd name="connsiteX42" fmla="*/ 144412 w 362312"/>
                <a:gd name="connsiteY42" fmla="*/ 250252 h 361971"/>
                <a:gd name="connsiteX43" fmla="*/ 146969 w 362312"/>
                <a:gd name="connsiteY43" fmla="*/ 243868 h 361971"/>
                <a:gd name="connsiteX44" fmla="*/ 104795 w 362312"/>
                <a:gd name="connsiteY44" fmla="*/ 243868 h 361971"/>
                <a:gd name="connsiteX45" fmla="*/ 99683 w 362312"/>
                <a:gd name="connsiteY45" fmla="*/ 240676 h 361971"/>
                <a:gd name="connsiteX46" fmla="*/ 99044 w 362312"/>
                <a:gd name="connsiteY46" fmla="*/ 234292 h 361971"/>
                <a:gd name="connsiteX47" fmla="*/ 110546 w 362312"/>
                <a:gd name="connsiteY47" fmla="*/ 204926 h 361971"/>
                <a:gd name="connsiteX48" fmla="*/ 106073 w 362312"/>
                <a:gd name="connsiteY48" fmla="*/ 204926 h 361971"/>
                <a:gd name="connsiteX49" fmla="*/ 99683 w 362312"/>
                <a:gd name="connsiteY49" fmla="*/ 198542 h 361971"/>
                <a:gd name="connsiteX50" fmla="*/ 99683 w 362312"/>
                <a:gd name="connsiteY50" fmla="*/ 157684 h 361971"/>
                <a:gd name="connsiteX51" fmla="*/ 106073 w 362312"/>
                <a:gd name="connsiteY51" fmla="*/ 151300 h 361971"/>
                <a:gd name="connsiteX52" fmla="*/ 123965 w 362312"/>
                <a:gd name="connsiteY52" fmla="*/ 151300 h 361971"/>
                <a:gd name="connsiteX53" fmla="*/ 123965 w 362312"/>
                <a:gd name="connsiteY53" fmla="*/ 150024 h 361971"/>
                <a:gd name="connsiteX54" fmla="*/ 129076 w 362312"/>
                <a:gd name="connsiteY54" fmla="*/ 128318 h 361971"/>
                <a:gd name="connsiteX55" fmla="*/ 110546 w 362312"/>
                <a:gd name="connsiteY55" fmla="*/ 146832 h 361971"/>
                <a:gd name="connsiteX56" fmla="*/ 106073 w 362312"/>
                <a:gd name="connsiteY56" fmla="*/ 148747 h 361971"/>
                <a:gd name="connsiteX57" fmla="*/ 101600 w 362312"/>
                <a:gd name="connsiteY57" fmla="*/ 146832 h 361971"/>
                <a:gd name="connsiteX58" fmla="*/ 81152 w 362312"/>
                <a:gd name="connsiteY58" fmla="*/ 126403 h 361971"/>
                <a:gd name="connsiteX59" fmla="*/ 79235 w 362312"/>
                <a:gd name="connsiteY59" fmla="*/ 121934 h 361971"/>
                <a:gd name="connsiteX60" fmla="*/ 81152 w 362312"/>
                <a:gd name="connsiteY60" fmla="*/ 117465 h 361971"/>
                <a:gd name="connsiteX61" fmla="*/ 90098 w 362312"/>
                <a:gd name="connsiteY61" fmla="*/ 117465 h 361971"/>
                <a:gd name="connsiteX62" fmla="*/ 99683 w 362312"/>
                <a:gd name="connsiteY62" fmla="*/ 127041 h 361971"/>
                <a:gd name="connsiteX63" fmla="*/ 99683 w 362312"/>
                <a:gd name="connsiteY63" fmla="*/ 82353 h 361971"/>
                <a:gd name="connsiteX64" fmla="*/ 106073 w 362312"/>
                <a:gd name="connsiteY64" fmla="*/ 75969 h 361971"/>
                <a:gd name="connsiteX65" fmla="*/ 112463 w 362312"/>
                <a:gd name="connsiteY65" fmla="*/ 82353 h 361971"/>
                <a:gd name="connsiteX66" fmla="*/ 112463 w 362312"/>
                <a:gd name="connsiteY66" fmla="*/ 127041 h 361971"/>
                <a:gd name="connsiteX67" fmla="*/ 122048 w 362312"/>
                <a:gd name="connsiteY67" fmla="*/ 117465 h 361971"/>
                <a:gd name="connsiteX68" fmla="*/ 130994 w 362312"/>
                <a:gd name="connsiteY68" fmla="*/ 117465 h 361971"/>
                <a:gd name="connsiteX69" fmla="*/ 132911 w 362312"/>
                <a:gd name="connsiteY69" fmla="*/ 120657 h 361971"/>
                <a:gd name="connsiteX70" fmla="*/ 181474 w 362312"/>
                <a:gd name="connsiteY70" fmla="*/ 94483 h 361971"/>
                <a:gd name="connsiteX71" fmla="*/ 182752 w 362312"/>
                <a:gd name="connsiteY71" fmla="*/ 94483 h 361971"/>
                <a:gd name="connsiteX72" fmla="*/ 231955 w 362312"/>
                <a:gd name="connsiteY72" fmla="*/ 121296 h 361971"/>
                <a:gd name="connsiteX73" fmla="*/ 233233 w 362312"/>
                <a:gd name="connsiteY73" fmla="*/ 118742 h 361971"/>
                <a:gd name="connsiteX74" fmla="*/ 242179 w 362312"/>
                <a:gd name="connsiteY74" fmla="*/ 118742 h 361971"/>
                <a:gd name="connsiteX75" fmla="*/ 251764 w 362312"/>
                <a:gd name="connsiteY75" fmla="*/ 128318 h 361971"/>
                <a:gd name="connsiteX76" fmla="*/ 251764 w 362312"/>
                <a:gd name="connsiteY76" fmla="*/ 83630 h 361971"/>
                <a:gd name="connsiteX77" fmla="*/ 258154 w 362312"/>
                <a:gd name="connsiteY77" fmla="*/ 77246 h 361971"/>
                <a:gd name="connsiteX78" fmla="*/ 264544 w 362312"/>
                <a:gd name="connsiteY78" fmla="*/ 83630 h 361971"/>
                <a:gd name="connsiteX79" fmla="*/ 264544 w 362312"/>
                <a:gd name="connsiteY79" fmla="*/ 128318 h 361971"/>
                <a:gd name="connsiteX80" fmla="*/ 274128 w 362312"/>
                <a:gd name="connsiteY80" fmla="*/ 118742 h 361971"/>
                <a:gd name="connsiteX81" fmla="*/ 283075 w 362312"/>
                <a:gd name="connsiteY81" fmla="*/ 118742 h 361971"/>
                <a:gd name="connsiteX82" fmla="*/ 282435 w 362312"/>
                <a:gd name="connsiteY82" fmla="*/ 12768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62312" h="361971">
                  <a:moveTo>
                    <a:pt x="181474" y="0"/>
                  </a:moveTo>
                  <a:cubicBezTo>
                    <a:pt x="81152" y="0"/>
                    <a:pt x="0" y="81076"/>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6"/>
                    <a:pt x="281796" y="0"/>
                    <a:pt x="181474" y="0"/>
                  </a:cubicBezTo>
                  <a:close/>
                  <a:moveTo>
                    <a:pt x="282435" y="127680"/>
                  </a:moveTo>
                  <a:lnTo>
                    <a:pt x="261987" y="148108"/>
                  </a:lnTo>
                  <a:cubicBezTo>
                    <a:pt x="261349" y="148747"/>
                    <a:pt x="260070" y="149385"/>
                    <a:pt x="258792" y="150024"/>
                  </a:cubicBezTo>
                  <a:lnTo>
                    <a:pt x="258792" y="150024"/>
                  </a:lnTo>
                  <a:cubicBezTo>
                    <a:pt x="258154" y="150024"/>
                    <a:pt x="258154" y="150024"/>
                    <a:pt x="257515" y="150024"/>
                  </a:cubicBezTo>
                  <a:cubicBezTo>
                    <a:pt x="255597" y="150024"/>
                    <a:pt x="254320" y="149385"/>
                    <a:pt x="253041" y="148108"/>
                  </a:cubicBezTo>
                  <a:lnTo>
                    <a:pt x="235150" y="129595"/>
                  </a:lnTo>
                  <a:cubicBezTo>
                    <a:pt x="237705" y="135979"/>
                    <a:pt x="238984" y="143001"/>
                    <a:pt x="239623" y="150024"/>
                  </a:cubicBezTo>
                  <a:cubicBezTo>
                    <a:pt x="239623" y="150662"/>
                    <a:pt x="239623" y="151300"/>
                    <a:pt x="239623" y="151300"/>
                  </a:cubicBezTo>
                  <a:lnTo>
                    <a:pt x="257515" y="151300"/>
                  </a:lnTo>
                  <a:cubicBezTo>
                    <a:pt x="261349" y="151300"/>
                    <a:pt x="263905" y="153854"/>
                    <a:pt x="263905" y="157684"/>
                  </a:cubicBezTo>
                  <a:lnTo>
                    <a:pt x="263905" y="199180"/>
                  </a:lnTo>
                  <a:cubicBezTo>
                    <a:pt x="263905" y="203011"/>
                    <a:pt x="261349" y="205564"/>
                    <a:pt x="257515" y="205564"/>
                  </a:cubicBezTo>
                  <a:lnTo>
                    <a:pt x="253041" y="205564"/>
                  </a:lnTo>
                  <a:cubicBezTo>
                    <a:pt x="258792" y="222163"/>
                    <a:pt x="264544" y="234930"/>
                    <a:pt x="264544" y="234930"/>
                  </a:cubicBezTo>
                  <a:cubicBezTo>
                    <a:pt x="265821" y="238122"/>
                    <a:pt x="264544" y="241953"/>
                    <a:pt x="261349" y="243230"/>
                  </a:cubicBezTo>
                  <a:cubicBezTo>
                    <a:pt x="260710" y="243868"/>
                    <a:pt x="259431" y="243868"/>
                    <a:pt x="258792" y="243868"/>
                  </a:cubicBezTo>
                  <a:lnTo>
                    <a:pt x="216619" y="243868"/>
                  </a:lnTo>
                  <a:cubicBezTo>
                    <a:pt x="217258" y="245783"/>
                    <a:pt x="218536" y="248337"/>
                    <a:pt x="219175" y="250252"/>
                  </a:cubicBezTo>
                  <a:cubicBezTo>
                    <a:pt x="222370" y="256636"/>
                    <a:pt x="228760" y="259190"/>
                    <a:pt x="244095" y="260466"/>
                  </a:cubicBezTo>
                  <a:cubicBezTo>
                    <a:pt x="256236" y="262382"/>
                    <a:pt x="267739" y="266850"/>
                    <a:pt x="277962" y="272596"/>
                  </a:cubicBezTo>
                  <a:cubicBezTo>
                    <a:pt x="281157" y="274511"/>
                    <a:pt x="281796" y="278341"/>
                    <a:pt x="279880" y="281533"/>
                  </a:cubicBezTo>
                  <a:cubicBezTo>
                    <a:pt x="278601" y="283449"/>
                    <a:pt x="276685" y="284725"/>
                    <a:pt x="274767" y="284725"/>
                  </a:cubicBezTo>
                  <a:cubicBezTo>
                    <a:pt x="273490" y="284725"/>
                    <a:pt x="272850" y="284725"/>
                    <a:pt x="271572" y="284087"/>
                  </a:cubicBezTo>
                  <a:cubicBezTo>
                    <a:pt x="262626" y="278980"/>
                    <a:pt x="253041" y="275149"/>
                    <a:pt x="242818" y="273873"/>
                  </a:cubicBezTo>
                  <a:cubicBezTo>
                    <a:pt x="229399" y="272596"/>
                    <a:pt x="214702" y="270042"/>
                    <a:pt x="207673" y="256636"/>
                  </a:cubicBezTo>
                  <a:cubicBezTo>
                    <a:pt x="205117" y="251529"/>
                    <a:pt x="203200" y="247060"/>
                    <a:pt x="201922" y="241314"/>
                  </a:cubicBezTo>
                  <a:cubicBezTo>
                    <a:pt x="195532" y="245145"/>
                    <a:pt x="188503" y="246422"/>
                    <a:pt x="180836" y="247060"/>
                  </a:cubicBezTo>
                  <a:cubicBezTo>
                    <a:pt x="173806" y="247060"/>
                    <a:pt x="167416" y="245145"/>
                    <a:pt x="161026" y="241953"/>
                  </a:cubicBezTo>
                  <a:cubicBezTo>
                    <a:pt x="159748" y="247060"/>
                    <a:pt x="157831" y="251529"/>
                    <a:pt x="155915" y="256636"/>
                  </a:cubicBezTo>
                  <a:cubicBezTo>
                    <a:pt x="148886" y="270042"/>
                    <a:pt x="134189" y="272596"/>
                    <a:pt x="120770" y="273873"/>
                  </a:cubicBezTo>
                  <a:cubicBezTo>
                    <a:pt x="110546" y="275788"/>
                    <a:pt x="100961" y="278980"/>
                    <a:pt x="92015" y="284087"/>
                  </a:cubicBezTo>
                  <a:cubicBezTo>
                    <a:pt x="88820" y="286002"/>
                    <a:pt x="84986" y="284725"/>
                    <a:pt x="83069" y="281533"/>
                  </a:cubicBezTo>
                  <a:cubicBezTo>
                    <a:pt x="83069" y="281533"/>
                    <a:pt x="83069" y="281533"/>
                    <a:pt x="83069" y="281533"/>
                  </a:cubicBezTo>
                  <a:cubicBezTo>
                    <a:pt x="81152" y="278341"/>
                    <a:pt x="82430" y="274511"/>
                    <a:pt x="85625" y="272596"/>
                  </a:cubicBezTo>
                  <a:cubicBezTo>
                    <a:pt x="95849" y="266850"/>
                    <a:pt x="107351" y="262382"/>
                    <a:pt x="119492" y="260466"/>
                  </a:cubicBezTo>
                  <a:cubicBezTo>
                    <a:pt x="134828" y="259190"/>
                    <a:pt x="141217" y="256636"/>
                    <a:pt x="144412" y="250252"/>
                  </a:cubicBezTo>
                  <a:cubicBezTo>
                    <a:pt x="145691" y="248337"/>
                    <a:pt x="146330" y="245783"/>
                    <a:pt x="146969" y="243868"/>
                  </a:cubicBezTo>
                  <a:lnTo>
                    <a:pt x="104795" y="243868"/>
                  </a:lnTo>
                  <a:cubicBezTo>
                    <a:pt x="102878" y="243868"/>
                    <a:pt x="100961" y="242591"/>
                    <a:pt x="99683" y="240676"/>
                  </a:cubicBezTo>
                  <a:cubicBezTo>
                    <a:pt x="98405" y="238761"/>
                    <a:pt x="98405" y="236846"/>
                    <a:pt x="99044" y="234292"/>
                  </a:cubicBezTo>
                  <a:cubicBezTo>
                    <a:pt x="99044" y="234292"/>
                    <a:pt x="104156" y="221524"/>
                    <a:pt x="110546" y="204926"/>
                  </a:cubicBezTo>
                  <a:lnTo>
                    <a:pt x="106073" y="204926"/>
                  </a:lnTo>
                  <a:cubicBezTo>
                    <a:pt x="102239" y="204926"/>
                    <a:pt x="99683" y="202372"/>
                    <a:pt x="99683" y="198542"/>
                  </a:cubicBezTo>
                  <a:lnTo>
                    <a:pt x="99683" y="157684"/>
                  </a:lnTo>
                  <a:cubicBezTo>
                    <a:pt x="99683" y="153854"/>
                    <a:pt x="102239" y="151300"/>
                    <a:pt x="106073" y="151300"/>
                  </a:cubicBezTo>
                  <a:lnTo>
                    <a:pt x="123965" y="151300"/>
                  </a:lnTo>
                  <a:cubicBezTo>
                    <a:pt x="123965" y="150662"/>
                    <a:pt x="123965" y="150024"/>
                    <a:pt x="123965" y="150024"/>
                  </a:cubicBezTo>
                  <a:cubicBezTo>
                    <a:pt x="124604" y="142363"/>
                    <a:pt x="126521" y="135340"/>
                    <a:pt x="129076" y="128318"/>
                  </a:cubicBezTo>
                  <a:lnTo>
                    <a:pt x="110546" y="146832"/>
                  </a:lnTo>
                  <a:cubicBezTo>
                    <a:pt x="109268" y="148108"/>
                    <a:pt x="107990" y="148747"/>
                    <a:pt x="106073" y="148747"/>
                  </a:cubicBezTo>
                  <a:cubicBezTo>
                    <a:pt x="104156" y="148747"/>
                    <a:pt x="102878" y="148108"/>
                    <a:pt x="101600" y="146832"/>
                  </a:cubicBezTo>
                  <a:lnTo>
                    <a:pt x="81152" y="126403"/>
                  </a:lnTo>
                  <a:cubicBezTo>
                    <a:pt x="79874" y="125126"/>
                    <a:pt x="79235" y="123849"/>
                    <a:pt x="79235" y="121934"/>
                  </a:cubicBezTo>
                  <a:cubicBezTo>
                    <a:pt x="79235" y="120019"/>
                    <a:pt x="79874" y="118742"/>
                    <a:pt x="81152" y="117465"/>
                  </a:cubicBezTo>
                  <a:cubicBezTo>
                    <a:pt x="83708" y="114912"/>
                    <a:pt x="87542" y="114912"/>
                    <a:pt x="90098" y="117465"/>
                  </a:cubicBezTo>
                  <a:lnTo>
                    <a:pt x="99683" y="127041"/>
                  </a:lnTo>
                  <a:lnTo>
                    <a:pt x="99683" y="82353"/>
                  </a:lnTo>
                  <a:cubicBezTo>
                    <a:pt x="99683" y="78523"/>
                    <a:pt x="102239" y="75969"/>
                    <a:pt x="106073" y="75969"/>
                  </a:cubicBezTo>
                  <a:cubicBezTo>
                    <a:pt x="109907" y="75969"/>
                    <a:pt x="112463" y="78523"/>
                    <a:pt x="112463" y="82353"/>
                  </a:cubicBezTo>
                  <a:lnTo>
                    <a:pt x="112463" y="127041"/>
                  </a:lnTo>
                  <a:lnTo>
                    <a:pt x="122048" y="117465"/>
                  </a:lnTo>
                  <a:cubicBezTo>
                    <a:pt x="124604" y="114912"/>
                    <a:pt x="128438" y="114912"/>
                    <a:pt x="130994" y="117465"/>
                  </a:cubicBezTo>
                  <a:cubicBezTo>
                    <a:pt x="131633" y="118104"/>
                    <a:pt x="132271" y="119380"/>
                    <a:pt x="132911" y="120657"/>
                  </a:cubicBezTo>
                  <a:cubicBezTo>
                    <a:pt x="143135" y="103420"/>
                    <a:pt x="161666" y="93206"/>
                    <a:pt x="181474" y="94483"/>
                  </a:cubicBezTo>
                  <a:lnTo>
                    <a:pt x="182752" y="94483"/>
                  </a:lnTo>
                  <a:cubicBezTo>
                    <a:pt x="202561" y="93206"/>
                    <a:pt x="221731" y="103420"/>
                    <a:pt x="231955" y="121296"/>
                  </a:cubicBezTo>
                  <a:cubicBezTo>
                    <a:pt x="231955" y="120019"/>
                    <a:pt x="232594" y="119380"/>
                    <a:pt x="233233" y="118742"/>
                  </a:cubicBezTo>
                  <a:cubicBezTo>
                    <a:pt x="235789" y="116188"/>
                    <a:pt x="239623" y="116188"/>
                    <a:pt x="242179" y="118742"/>
                  </a:cubicBezTo>
                  <a:lnTo>
                    <a:pt x="251764" y="128318"/>
                  </a:lnTo>
                  <a:lnTo>
                    <a:pt x="251764" y="83630"/>
                  </a:lnTo>
                  <a:cubicBezTo>
                    <a:pt x="251764" y="79800"/>
                    <a:pt x="254320" y="77246"/>
                    <a:pt x="258154" y="77246"/>
                  </a:cubicBezTo>
                  <a:cubicBezTo>
                    <a:pt x="261987" y="77246"/>
                    <a:pt x="264544" y="79800"/>
                    <a:pt x="264544" y="83630"/>
                  </a:cubicBezTo>
                  <a:lnTo>
                    <a:pt x="264544" y="128318"/>
                  </a:lnTo>
                  <a:lnTo>
                    <a:pt x="274128" y="118742"/>
                  </a:lnTo>
                  <a:cubicBezTo>
                    <a:pt x="276685" y="116188"/>
                    <a:pt x="280518" y="116188"/>
                    <a:pt x="283075" y="118742"/>
                  </a:cubicBezTo>
                  <a:cubicBezTo>
                    <a:pt x="284352" y="121296"/>
                    <a:pt x="284352" y="125126"/>
                    <a:pt x="282435" y="127680"/>
                  </a:cubicBezTo>
                  <a:close/>
                </a:path>
              </a:pathLst>
            </a:custGeom>
            <a:solidFill>
              <a:srgbClr val="26890D"/>
            </a:solidFill>
            <a:ln w="6390" cap="flat">
              <a:noFill/>
              <a:prstDash val="solid"/>
              <a:miter/>
            </a:ln>
          </p:spPr>
          <p:txBody>
            <a:bodyPr rtlCol="0" anchor="ctr"/>
            <a:lstStyle/>
            <a:p>
              <a:endParaRPr lang="en-US"/>
            </a:p>
          </p:txBody>
        </p:sp>
        <p:sp>
          <p:nvSpPr>
            <p:cNvPr id="730" name="Graphic 4">
              <a:extLst>
                <a:ext uri="{FF2B5EF4-FFF2-40B4-BE49-F238E27FC236}">
                  <a16:creationId xmlns:a16="http://schemas.microsoft.com/office/drawing/2014/main" id="{B7C8379C-7D86-1048-9B1F-867516529EE3}"/>
                </a:ext>
              </a:extLst>
            </p:cNvPr>
            <p:cNvSpPr/>
            <p:nvPr/>
          </p:nvSpPr>
          <p:spPr>
            <a:xfrm>
              <a:off x="7405937" y="3061920"/>
              <a:ext cx="34505" cy="25535"/>
            </a:xfrm>
            <a:custGeom>
              <a:avLst/>
              <a:gdLst>
                <a:gd name="connsiteX0" fmla="*/ 0 w 34505"/>
                <a:gd name="connsiteY0" fmla="*/ 25536 h 25535"/>
                <a:gd name="connsiteX1" fmla="*/ 34506 w 34505"/>
                <a:gd name="connsiteY1" fmla="*/ 25536 h 25535"/>
                <a:gd name="connsiteX2" fmla="*/ 24921 w 34505"/>
                <a:gd name="connsiteY2" fmla="*/ 0 h 25535"/>
                <a:gd name="connsiteX3" fmla="*/ 15336 w 34505"/>
                <a:gd name="connsiteY3" fmla="*/ 0 h 25535"/>
                <a:gd name="connsiteX4" fmla="*/ 0 w 34505"/>
                <a:gd name="connsiteY4" fmla="*/ 25536 h 25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5" h="25535">
                  <a:moveTo>
                    <a:pt x="0" y="25536"/>
                  </a:moveTo>
                  <a:lnTo>
                    <a:pt x="34506" y="25536"/>
                  </a:lnTo>
                  <a:cubicBezTo>
                    <a:pt x="31950" y="19152"/>
                    <a:pt x="28755" y="10214"/>
                    <a:pt x="24921" y="0"/>
                  </a:cubicBezTo>
                  <a:lnTo>
                    <a:pt x="15336" y="0"/>
                  </a:lnTo>
                  <a:cubicBezTo>
                    <a:pt x="11502" y="8938"/>
                    <a:pt x="6390" y="17875"/>
                    <a:pt x="0" y="25536"/>
                  </a:cubicBezTo>
                  <a:close/>
                </a:path>
              </a:pathLst>
            </a:custGeom>
            <a:solidFill>
              <a:srgbClr val="26890D"/>
            </a:solidFill>
            <a:ln w="6390" cap="flat">
              <a:noFill/>
              <a:prstDash val="solid"/>
              <a:miter/>
            </a:ln>
          </p:spPr>
          <p:txBody>
            <a:bodyPr rtlCol="0" anchor="ctr"/>
            <a:lstStyle/>
            <a:p>
              <a:endParaRPr lang="en-US"/>
            </a:p>
          </p:txBody>
        </p:sp>
        <p:sp>
          <p:nvSpPr>
            <p:cNvPr id="731" name="Graphic 4">
              <a:extLst>
                <a:ext uri="{FF2B5EF4-FFF2-40B4-BE49-F238E27FC236}">
                  <a16:creationId xmlns:a16="http://schemas.microsoft.com/office/drawing/2014/main" id="{CB7CCD01-40C6-584C-B71D-3DED2868D07A}"/>
                </a:ext>
              </a:extLst>
            </p:cNvPr>
            <p:cNvSpPr/>
            <p:nvPr/>
          </p:nvSpPr>
          <p:spPr>
            <a:xfrm>
              <a:off x="7339481" y="3061920"/>
              <a:ext cx="68372" cy="28436"/>
            </a:xfrm>
            <a:custGeom>
              <a:avLst/>
              <a:gdLst>
                <a:gd name="connsiteX0" fmla="*/ 68373 w 68372"/>
                <a:gd name="connsiteY0" fmla="*/ 0 h 28436"/>
                <a:gd name="connsiteX1" fmla="*/ 0 w 68372"/>
                <a:gd name="connsiteY1" fmla="*/ 0 h 28436"/>
                <a:gd name="connsiteX2" fmla="*/ 14697 w 68372"/>
                <a:gd name="connsiteY2" fmla="*/ 21067 h 28436"/>
                <a:gd name="connsiteX3" fmla="*/ 54314 w 68372"/>
                <a:gd name="connsiteY3" fmla="*/ 20429 h 28436"/>
                <a:gd name="connsiteX4" fmla="*/ 68373 w 68372"/>
                <a:gd name="connsiteY4" fmla="*/ 0 h 28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372" h="28436">
                  <a:moveTo>
                    <a:pt x="68373" y="0"/>
                  </a:moveTo>
                  <a:lnTo>
                    <a:pt x="0" y="0"/>
                  </a:lnTo>
                  <a:cubicBezTo>
                    <a:pt x="3834" y="7661"/>
                    <a:pt x="8946" y="14683"/>
                    <a:pt x="14697" y="21067"/>
                  </a:cubicBezTo>
                  <a:cubicBezTo>
                    <a:pt x="16614" y="22982"/>
                    <a:pt x="32589" y="37027"/>
                    <a:pt x="54314" y="20429"/>
                  </a:cubicBezTo>
                  <a:cubicBezTo>
                    <a:pt x="59427" y="14683"/>
                    <a:pt x="64538" y="7661"/>
                    <a:pt x="68373" y="0"/>
                  </a:cubicBezTo>
                  <a:close/>
                </a:path>
              </a:pathLst>
            </a:custGeom>
            <a:solidFill>
              <a:srgbClr val="26890D"/>
            </a:solidFill>
            <a:ln w="6390" cap="flat">
              <a:noFill/>
              <a:prstDash val="solid"/>
              <a:miter/>
            </a:ln>
          </p:spPr>
          <p:txBody>
            <a:bodyPr rtlCol="0" anchor="ctr"/>
            <a:lstStyle/>
            <a:p>
              <a:endParaRPr lang="en-US"/>
            </a:p>
          </p:txBody>
        </p:sp>
      </p:grpSp>
      <p:grpSp>
        <p:nvGrpSpPr>
          <p:cNvPr id="732" name="Graphic 4">
            <a:extLst>
              <a:ext uri="{FF2B5EF4-FFF2-40B4-BE49-F238E27FC236}">
                <a16:creationId xmlns:a16="http://schemas.microsoft.com/office/drawing/2014/main" id="{21D69A28-8A47-134B-9382-C4EF854A67E7}"/>
              </a:ext>
            </a:extLst>
          </p:cNvPr>
          <p:cNvGrpSpPr/>
          <p:nvPr/>
        </p:nvGrpSpPr>
        <p:grpSpPr>
          <a:xfrm>
            <a:off x="8239823" y="3339623"/>
            <a:ext cx="361674" cy="361971"/>
            <a:chOff x="8239823" y="3339623"/>
            <a:chExt cx="361674" cy="361971"/>
          </a:xfrm>
          <a:solidFill>
            <a:srgbClr val="26890D"/>
          </a:solidFill>
        </p:grpSpPr>
        <p:sp>
          <p:nvSpPr>
            <p:cNvPr id="733" name="Graphic 4">
              <a:extLst>
                <a:ext uri="{FF2B5EF4-FFF2-40B4-BE49-F238E27FC236}">
                  <a16:creationId xmlns:a16="http://schemas.microsoft.com/office/drawing/2014/main" id="{9FD4A632-ECB9-D045-8E00-2B3EB27C904E}"/>
                </a:ext>
              </a:extLst>
            </p:cNvPr>
            <p:cNvSpPr/>
            <p:nvPr/>
          </p:nvSpPr>
          <p:spPr>
            <a:xfrm>
              <a:off x="8323531" y="3442405"/>
              <a:ext cx="193615" cy="114911"/>
            </a:xfrm>
            <a:custGeom>
              <a:avLst/>
              <a:gdLst>
                <a:gd name="connsiteX0" fmla="*/ 53037 w 193615"/>
                <a:gd name="connsiteY0" fmla="*/ 114912 h 114911"/>
                <a:gd name="connsiteX1" fmla="*/ 97128 w 193615"/>
                <a:gd name="connsiteY1" fmla="*/ 83630 h 114911"/>
                <a:gd name="connsiteX2" fmla="*/ 141217 w 193615"/>
                <a:gd name="connsiteY2" fmla="*/ 114912 h 114911"/>
                <a:gd name="connsiteX3" fmla="*/ 193615 w 193615"/>
                <a:gd name="connsiteY3" fmla="*/ 114912 h 114911"/>
                <a:gd name="connsiteX4" fmla="*/ 193615 w 193615"/>
                <a:gd name="connsiteY4" fmla="*/ 112997 h 114911"/>
                <a:gd name="connsiteX5" fmla="*/ 193615 w 193615"/>
                <a:gd name="connsiteY5" fmla="*/ 30005 h 114911"/>
                <a:gd name="connsiteX6" fmla="*/ 163582 w 193615"/>
                <a:gd name="connsiteY6" fmla="*/ 0 h 114911"/>
                <a:gd name="connsiteX7" fmla="*/ 30033 w 193615"/>
                <a:gd name="connsiteY7" fmla="*/ 0 h 114911"/>
                <a:gd name="connsiteX8" fmla="*/ 0 w 193615"/>
                <a:gd name="connsiteY8" fmla="*/ 30005 h 114911"/>
                <a:gd name="connsiteX9" fmla="*/ 0 w 193615"/>
                <a:gd name="connsiteY9" fmla="*/ 112997 h 114911"/>
                <a:gd name="connsiteX10" fmla="*/ 0 w 193615"/>
                <a:gd name="connsiteY10" fmla="*/ 114912 h 114911"/>
                <a:gd name="connsiteX11" fmla="*/ 53037 w 193615"/>
                <a:gd name="connsiteY11" fmla="*/ 114912 h 114911"/>
                <a:gd name="connsiteX12" fmla="*/ 174446 w 193615"/>
                <a:gd name="connsiteY12" fmla="*/ 10853 h 114911"/>
                <a:gd name="connsiteX13" fmla="*/ 182752 w 193615"/>
                <a:gd name="connsiteY13" fmla="*/ 19152 h 114911"/>
                <a:gd name="connsiteX14" fmla="*/ 174446 w 193615"/>
                <a:gd name="connsiteY14" fmla="*/ 27451 h 114911"/>
                <a:gd name="connsiteX15" fmla="*/ 166138 w 193615"/>
                <a:gd name="connsiteY15" fmla="*/ 19152 h 114911"/>
                <a:gd name="connsiteX16" fmla="*/ 174446 w 193615"/>
                <a:gd name="connsiteY16" fmla="*/ 10853 h 114911"/>
                <a:gd name="connsiteX17" fmla="*/ 174446 w 193615"/>
                <a:gd name="connsiteY17" fmla="*/ 10853 h 114911"/>
                <a:gd name="connsiteX18" fmla="*/ 97766 w 193615"/>
                <a:gd name="connsiteY18" fmla="*/ 11491 h 114911"/>
                <a:gd name="connsiteX19" fmla="*/ 130355 w 193615"/>
                <a:gd name="connsiteY19" fmla="*/ 44050 h 114911"/>
                <a:gd name="connsiteX20" fmla="*/ 97766 w 193615"/>
                <a:gd name="connsiteY20" fmla="*/ 76608 h 114911"/>
                <a:gd name="connsiteX21" fmla="*/ 65178 w 193615"/>
                <a:gd name="connsiteY21" fmla="*/ 44050 h 114911"/>
                <a:gd name="connsiteX22" fmla="*/ 65178 w 193615"/>
                <a:gd name="connsiteY22" fmla="*/ 44050 h 114911"/>
                <a:gd name="connsiteX23" fmla="*/ 97766 w 193615"/>
                <a:gd name="connsiteY23" fmla="*/ 11491 h 114911"/>
                <a:gd name="connsiteX24" fmla="*/ 97766 w 193615"/>
                <a:gd name="connsiteY24" fmla="*/ 11491 h 11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3615" h="114911">
                  <a:moveTo>
                    <a:pt x="53037" y="114912"/>
                  </a:moveTo>
                  <a:cubicBezTo>
                    <a:pt x="54953" y="98952"/>
                    <a:pt x="67094" y="83630"/>
                    <a:pt x="97128" y="83630"/>
                  </a:cubicBezTo>
                  <a:cubicBezTo>
                    <a:pt x="127160" y="83630"/>
                    <a:pt x="139301" y="98952"/>
                    <a:pt x="141217" y="114912"/>
                  </a:cubicBezTo>
                  <a:lnTo>
                    <a:pt x="193615" y="114912"/>
                  </a:lnTo>
                  <a:cubicBezTo>
                    <a:pt x="193615" y="114273"/>
                    <a:pt x="193615" y="113635"/>
                    <a:pt x="193615" y="112997"/>
                  </a:cubicBezTo>
                  <a:lnTo>
                    <a:pt x="193615" y="30005"/>
                  </a:lnTo>
                  <a:cubicBezTo>
                    <a:pt x="193615" y="13407"/>
                    <a:pt x="180197" y="0"/>
                    <a:pt x="163582" y="0"/>
                  </a:cubicBezTo>
                  <a:lnTo>
                    <a:pt x="30033" y="0"/>
                  </a:lnTo>
                  <a:cubicBezTo>
                    <a:pt x="13419" y="0"/>
                    <a:pt x="0" y="13407"/>
                    <a:pt x="0" y="30005"/>
                  </a:cubicBezTo>
                  <a:lnTo>
                    <a:pt x="0" y="112997"/>
                  </a:lnTo>
                  <a:cubicBezTo>
                    <a:pt x="0" y="113635"/>
                    <a:pt x="0" y="114273"/>
                    <a:pt x="0" y="114912"/>
                  </a:cubicBezTo>
                  <a:lnTo>
                    <a:pt x="53037" y="114912"/>
                  </a:lnTo>
                  <a:close/>
                  <a:moveTo>
                    <a:pt x="174446" y="10853"/>
                  </a:moveTo>
                  <a:cubicBezTo>
                    <a:pt x="178918" y="10853"/>
                    <a:pt x="182752" y="14683"/>
                    <a:pt x="182752" y="19152"/>
                  </a:cubicBezTo>
                  <a:cubicBezTo>
                    <a:pt x="182752" y="23621"/>
                    <a:pt x="178918" y="27451"/>
                    <a:pt x="174446" y="27451"/>
                  </a:cubicBezTo>
                  <a:cubicBezTo>
                    <a:pt x="169972" y="27451"/>
                    <a:pt x="166138" y="23621"/>
                    <a:pt x="166138" y="19152"/>
                  </a:cubicBezTo>
                  <a:cubicBezTo>
                    <a:pt x="166138" y="14683"/>
                    <a:pt x="169972" y="10853"/>
                    <a:pt x="174446" y="10853"/>
                  </a:cubicBezTo>
                  <a:lnTo>
                    <a:pt x="174446" y="10853"/>
                  </a:lnTo>
                  <a:close/>
                  <a:moveTo>
                    <a:pt x="97766" y="11491"/>
                  </a:moveTo>
                  <a:cubicBezTo>
                    <a:pt x="115658" y="11491"/>
                    <a:pt x="130355" y="26175"/>
                    <a:pt x="130355" y="44050"/>
                  </a:cubicBezTo>
                  <a:cubicBezTo>
                    <a:pt x="130355" y="61925"/>
                    <a:pt x="115658" y="76608"/>
                    <a:pt x="97766" y="76608"/>
                  </a:cubicBezTo>
                  <a:cubicBezTo>
                    <a:pt x="79874" y="76608"/>
                    <a:pt x="65178" y="61925"/>
                    <a:pt x="65178" y="44050"/>
                  </a:cubicBezTo>
                  <a:lnTo>
                    <a:pt x="65178" y="44050"/>
                  </a:lnTo>
                  <a:cubicBezTo>
                    <a:pt x="64538" y="26813"/>
                    <a:pt x="79235" y="12130"/>
                    <a:pt x="97766" y="11491"/>
                  </a:cubicBezTo>
                  <a:lnTo>
                    <a:pt x="97766" y="11491"/>
                  </a:lnTo>
                  <a:close/>
                </a:path>
              </a:pathLst>
            </a:custGeom>
            <a:solidFill>
              <a:srgbClr val="26890D"/>
            </a:solidFill>
            <a:ln w="6390" cap="flat">
              <a:noFill/>
              <a:prstDash val="solid"/>
              <a:miter/>
            </a:ln>
          </p:spPr>
          <p:txBody>
            <a:bodyPr rtlCol="0" anchor="ctr"/>
            <a:lstStyle/>
            <a:p>
              <a:endParaRPr lang="en-US"/>
            </a:p>
          </p:txBody>
        </p:sp>
        <p:sp>
          <p:nvSpPr>
            <p:cNvPr id="734" name="Graphic 4">
              <a:extLst>
                <a:ext uri="{FF2B5EF4-FFF2-40B4-BE49-F238E27FC236}">
                  <a16:creationId xmlns:a16="http://schemas.microsoft.com/office/drawing/2014/main" id="{B16FAB97-6AD4-7E40-B55E-517463DF5629}"/>
                </a:ext>
              </a:extLst>
            </p:cNvPr>
            <p:cNvSpPr/>
            <p:nvPr/>
          </p:nvSpPr>
          <p:spPr>
            <a:xfrm>
              <a:off x="8410435" y="3598175"/>
              <a:ext cx="20447" cy="13406"/>
            </a:xfrm>
            <a:custGeom>
              <a:avLst/>
              <a:gdLst>
                <a:gd name="connsiteX0" fmla="*/ 0 w 20447"/>
                <a:gd name="connsiteY0" fmla="*/ 0 h 13406"/>
                <a:gd name="connsiteX1" fmla="*/ 20447 w 20447"/>
                <a:gd name="connsiteY1" fmla="*/ 0 h 13406"/>
                <a:gd name="connsiteX2" fmla="*/ 20447 w 20447"/>
                <a:gd name="connsiteY2" fmla="*/ 13406 h 13406"/>
                <a:gd name="connsiteX3" fmla="*/ 0 w 20447"/>
                <a:gd name="connsiteY3" fmla="*/ 13406 h 13406"/>
              </a:gdLst>
              <a:ahLst/>
              <a:cxnLst>
                <a:cxn ang="0">
                  <a:pos x="connsiteX0" y="connsiteY0"/>
                </a:cxn>
                <a:cxn ang="0">
                  <a:pos x="connsiteX1" y="connsiteY1"/>
                </a:cxn>
                <a:cxn ang="0">
                  <a:pos x="connsiteX2" y="connsiteY2"/>
                </a:cxn>
                <a:cxn ang="0">
                  <a:pos x="connsiteX3" y="connsiteY3"/>
                </a:cxn>
              </a:cxnLst>
              <a:rect l="l" t="t" r="r" b="b"/>
              <a:pathLst>
                <a:path w="20447" h="13406">
                  <a:moveTo>
                    <a:pt x="0" y="0"/>
                  </a:moveTo>
                  <a:lnTo>
                    <a:pt x="20447" y="0"/>
                  </a:lnTo>
                  <a:lnTo>
                    <a:pt x="20447" y="13406"/>
                  </a:lnTo>
                  <a:lnTo>
                    <a:pt x="0" y="13406"/>
                  </a:lnTo>
                  <a:close/>
                </a:path>
              </a:pathLst>
            </a:custGeom>
            <a:solidFill>
              <a:srgbClr val="26890D"/>
            </a:solidFill>
            <a:ln w="6390" cap="flat">
              <a:noFill/>
              <a:prstDash val="solid"/>
              <a:miter/>
            </a:ln>
          </p:spPr>
          <p:txBody>
            <a:bodyPr rtlCol="0" anchor="ctr"/>
            <a:lstStyle/>
            <a:p>
              <a:endParaRPr lang="en-US"/>
            </a:p>
          </p:txBody>
        </p:sp>
        <p:sp>
          <p:nvSpPr>
            <p:cNvPr id="735" name="Graphic 4">
              <a:extLst>
                <a:ext uri="{FF2B5EF4-FFF2-40B4-BE49-F238E27FC236}">
                  <a16:creationId xmlns:a16="http://schemas.microsoft.com/office/drawing/2014/main" id="{8AEDB971-468D-5640-A89E-464488D4D5A6}"/>
                </a:ext>
              </a:extLst>
            </p:cNvPr>
            <p:cNvSpPr/>
            <p:nvPr/>
          </p:nvSpPr>
          <p:spPr>
            <a:xfrm>
              <a:off x="8400850" y="3467303"/>
              <a:ext cx="39618" cy="39580"/>
            </a:xfrm>
            <a:custGeom>
              <a:avLst/>
              <a:gdLst>
                <a:gd name="connsiteX0" fmla="*/ 19809 w 39618"/>
                <a:gd name="connsiteY0" fmla="*/ 39581 h 39580"/>
                <a:gd name="connsiteX1" fmla="*/ 39618 w 39618"/>
                <a:gd name="connsiteY1" fmla="*/ 19790 h 39580"/>
                <a:gd name="connsiteX2" fmla="*/ 19809 w 39618"/>
                <a:gd name="connsiteY2" fmla="*/ 0 h 39580"/>
                <a:gd name="connsiteX3" fmla="*/ 0 w 39618"/>
                <a:gd name="connsiteY3" fmla="*/ 19790 h 39580"/>
                <a:gd name="connsiteX4" fmla="*/ 0 w 39618"/>
                <a:gd name="connsiteY4" fmla="*/ 19790 h 39580"/>
                <a:gd name="connsiteX5" fmla="*/ 19809 w 39618"/>
                <a:gd name="connsiteY5" fmla="*/ 39581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8" h="39580">
                  <a:moveTo>
                    <a:pt x="19809" y="39581"/>
                  </a:moveTo>
                  <a:cubicBezTo>
                    <a:pt x="30672" y="39581"/>
                    <a:pt x="39618" y="30643"/>
                    <a:pt x="39618" y="19790"/>
                  </a:cubicBezTo>
                  <a:cubicBezTo>
                    <a:pt x="39618" y="8938"/>
                    <a:pt x="30672" y="0"/>
                    <a:pt x="19809" y="0"/>
                  </a:cubicBezTo>
                  <a:cubicBezTo>
                    <a:pt x="8946" y="0"/>
                    <a:pt x="0" y="8938"/>
                    <a:pt x="0" y="19790"/>
                  </a:cubicBezTo>
                  <a:lnTo>
                    <a:pt x="0" y="19790"/>
                  </a:lnTo>
                  <a:cubicBezTo>
                    <a:pt x="0" y="30643"/>
                    <a:pt x="8946" y="39581"/>
                    <a:pt x="19809" y="39581"/>
                  </a:cubicBezTo>
                  <a:close/>
                </a:path>
              </a:pathLst>
            </a:custGeom>
            <a:solidFill>
              <a:srgbClr val="26890D"/>
            </a:solidFill>
            <a:ln w="6390" cap="flat">
              <a:noFill/>
              <a:prstDash val="solid"/>
              <a:miter/>
            </a:ln>
          </p:spPr>
          <p:txBody>
            <a:bodyPr rtlCol="0" anchor="ctr"/>
            <a:lstStyle/>
            <a:p>
              <a:endParaRPr lang="en-US"/>
            </a:p>
          </p:txBody>
        </p:sp>
        <p:sp>
          <p:nvSpPr>
            <p:cNvPr id="736" name="Graphic 4">
              <a:extLst>
                <a:ext uri="{FF2B5EF4-FFF2-40B4-BE49-F238E27FC236}">
                  <a16:creationId xmlns:a16="http://schemas.microsoft.com/office/drawing/2014/main" id="{5AB02B37-A4F5-7142-AE4F-30107C985936}"/>
                </a:ext>
              </a:extLst>
            </p:cNvPr>
            <p:cNvSpPr/>
            <p:nvPr/>
          </p:nvSpPr>
          <p:spPr>
            <a:xfrm>
              <a:off x="8239823" y="3339623"/>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290742 w 361674"/>
                <a:gd name="connsiteY7" fmla="*/ 215779 h 361971"/>
                <a:gd name="connsiteX8" fmla="*/ 290103 w 361674"/>
                <a:gd name="connsiteY8" fmla="*/ 222163 h 361971"/>
                <a:gd name="connsiteX9" fmla="*/ 290742 w 361674"/>
                <a:gd name="connsiteY9" fmla="*/ 224078 h 361971"/>
                <a:gd name="connsiteX10" fmla="*/ 288825 w 361674"/>
                <a:gd name="connsiteY10" fmla="*/ 228546 h 361971"/>
                <a:gd name="connsiteX11" fmla="*/ 247930 w 361674"/>
                <a:gd name="connsiteY11" fmla="*/ 258551 h 361971"/>
                <a:gd name="connsiteX12" fmla="*/ 204478 w 361674"/>
                <a:gd name="connsiteY12" fmla="*/ 258551 h 361971"/>
                <a:gd name="connsiteX13" fmla="*/ 204478 w 361674"/>
                <a:gd name="connsiteY13" fmla="*/ 272596 h 361971"/>
                <a:gd name="connsiteX14" fmla="*/ 215341 w 361674"/>
                <a:gd name="connsiteY14" fmla="*/ 272596 h 361971"/>
                <a:gd name="connsiteX15" fmla="*/ 221731 w 361674"/>
                <a:gd name="connsiteY15" fmla="*/ 278980 h 361971"/>
                <a:gd name="connsiteX16" fmla="*/ 215341 w 361674"/>
                <a:gd name="connsiteY16" fmla="*/ 285364 h 361971"/>
                <a:gd name="connsiteX17" fmla="*/ 146969 w 361674"/>
                <a:gd name="connsiteY17" fmla="*/ 285364 h 361971"/>
                <a:gd name="connsiteX18" fmla="*/ 140579 w 361674"/>
                <a:gd name="connsiteY18" fmla="*/ 278980 h 361971"/>
                <a:gd name="connsiteX19" fmla="*/ 146969 w 361674"/>
                <a:gd name="connsiteY19" fmla="*/ 272596 h 361971"/>
                <a:gd name="connsiteX20" fmla="*/ 157831 w 361674"/>
                <a:gd name="connsiteY20" fmla="*/ 272596 h 361971"/>
                <a:gd name="connsiteX21" fmla="*/ 157831 w 361674"/>
                <a:gd name="connsiteY21" fmla="*/ 258551 h 361971"/>
                <a:gd name="connsiteX22" fmla="*/ 114380 w 361674"/>
                <a:gd name="connsiteY22" fmla="*/ 258551 h 361971"/>
                <a:gd name="connsiteX23" fmla="*/ 73484 w 361674"/>
                <a:gd name="connsiteY23" fmla="*/ 228546 h 361971"/>
                <a:gd name="connsiteX24" fmla="*/ 71567 w 361674"/>
                <a:gd name="connsiteY24" fmla="*/ 224078 h 361971"/>
                <a:gd name="connsiteX25" fmla="*/ 72207 w 361674"/>
                <a:gd name="connsiteY25" fmla="*/ 222163 h 361971"/>
                <a:gd name="connsiteX26" fmla="*/ 71567 w 361674"/>
                <a:gd name="connsiteY26" fmla="*/ 215779 h 361971"/>
                <a:gd name="connsiteX27" fmla="*/ 71567 w 361674"/>
                <a:gd name="connsiteY27" fmla="*/ 132787 h 361971"/>
                <a:gd name="connsiteX28" fmla="*/ 114380 w 361674"/>
                <a:gd name="connsiteY28" fmla="*/ 90014 h 361971"/>
                <a:gd name="connsiteX29" fmla="*/ 247930 w 361674"/>
                <a:gd name="connsiteY29" fmla="*/ 90014 h 361971"/>
                <a:gd name="connsiteX30" fmla="*/ 290742 w 361674"/>
                <a:gd name="connsiteY30" fmla="*/ 132787 h 361971"/>
                <a:gd name="connsiteX31" fmla="*/ 290742 w 361674"/>
                <a:gd name="connsiteY31" fmla="*/ 21577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1674" h="361971">
                  <a:moveTo>
                    <a:pt x="180836" y="0"/>
                  </a:moveTo>
                  <a:cubicBezTo>
                    <a:pt x="80513" y="0"/>
                    <a:pt x="0" y="81077"/>
                    <a:pt x="0" y="180667"/>
                  </a:cubicBezTo>
                  <a:cubicBezTo>
                    <a:pt x="0" y="280895"/>
                    <a:pt x="81152" y="361972"/>
                    <a:pt x="180836" y="361972"/>
                  </a:cubicBezTo>
                  <a:cubicBezTo>
                    <a:pt x="281157" y="361972"/>
                    <a:pt x="361670" y="280895"/>
                    <a:pt x="361670" y="181305"/>
                  </a:cubicBezTo>
                  <a:lnTo>
                    <a:pt x="361670" y="181305"/>
                  </a:lnTo>
                  <a:cubicBezTo>
                    <a:pt x="362309" y="81077"/>
                    <a:pt x="281157" y="0"/>
                    <a:pt x="180836" y="0"/>
                  </a:cubicBezTo>
                  <a:cubicBezTo>
                    <a:pt x="180836" y="0"/>
                    <a:pt x="180836" y="0"/>
                    <a:pt x="180836" y="0"/>
                  </a:cubicBezTo>
                  <a:close/>
                  <a:moveTo>
                    <a:pt x="290742" y="215779"/>
                  </a:moveTo>
                  <a:cubicBezTo>
                    <a:pt x="290742" y="217694"/>
                    <a:pt x="290742" y="220247"/>
                    <a:pt x="290103" y="222163"/>
                  </a:cubicBezTo>
                  <a:cubicBezTo>
                    <a:pt x="290103" y="222801"/>
                    <a:pt x="290742" y="223439"/>
                    <a:pt x="290742" y="224078"/>
                  </a:cubicBezTo>
                  <a:cubicBezTo>
                    <a:pt x="290742" y="225993"/>
                    <a:pt x="290103" y="227270"/>
                    <a:pt x="288825" y="228546"/>
                  </a:cubicBezTo>
                  <a:cubicBezTo>
                    <a:pt x="283075" y="246422"/>
                    <a:pt x="266460" y="258551"/>
                    <a:pt x="247930" y="258551"/>
                  </a:cubicBezTo>
                  <a:lnTo>
                    <a:pt x="204478" y="258551"/>
                  </a:lnTo>
                  <a:lnTo>
                    <a:pt x="204478" y="272596"/>
                  </a:lnTo>
                  <a:lnTo>
                    <a:pt x="215341" y="272596"/>
                  </a:lnTo>
                  <a:cubicBezTo>
                    <a:pt x="219175" y="272596"/>
                    <a:pt x="221731" y="275149"/>
                    <a:pt x="221731" y="278980"/>
                  </a:cubicBezTo>
                  <a:cubicBezTo>
                    <a:pt x="221731" y="282810"/>
                    <a:pt x="219175" y="285364"/>
                    <a:pt x="215341" y="285364"/>
                  </a:cubicBezTo>
                  <a:lnTo>
                    <a:pt x="146969" y="285364"/>
                  </a:lnTo>
                  <a:cubicBezTo>
                    <a:pt x="143135" y="285364"/>
                    <a:pt x="140579" y="282810"/>
                    <a:pt x="140579" y="278980"/>
                  </a:cubicBezTo>
                  <a:cubicBezTo>
                    <a:pt x="140579" y="275149"/>
                    <a:pt x="143135" y="272596"/>
                    <a:pt x="146969" y="272596"/>
                  </a:cubicBezTo>
                  <a:lnTo>
                    <a:pt x="157831" y="272596"/>
                  </a:lnTo>
                  <a:lnTo>
                    <a:pt x="157831" y="258551"/>
                  </a:lnTo>
                  <a:lnTo>
                    <a:pt x="114380" y="258551"/>
                  </a:lnTo>
                  <a:cubicBezTo>
                    <a:pt x="95849" y="258551"/>
                    <a:pt x="79235" y="246422"/>
                    <a:pt x="73484" y="228546"/>
                  </a:cubicBezTo>
                  <a:cubicBezTo>
                    <a:pt x="72207" y="227270"/>
                    <a:pt x="71567" y="225993"/>
                    <a:pt x="71567" y="224078"/>
                  </a:cubicBezTo>
                  <a:cubicBezTo>
                    <a:pt x="71567" y="223439"/>
                    <a:pt x="71567" y="222801"/>
                    <a:pt x="72207" y="222163"/>
                  </a:cubicBezTo>
                  <a:cubicBezTo>
                    <a:pt x="71567" y="220247"/>
                    <a:pt x="71567" y="217694"/>
                    <a:pt x="71567" y="215779"/>
                  </a:cubicBezTo>
                  <a:lnTo>
                    <a:pt x="71567" y="132787"/>
                  </a:lnTo>
                  <a:cubicBezTo>
                    <a:pt x="71567" y="109166"/>
                    <a:pt x="90737" y="90014"/>
                    <a:pt x="114380" y="90014"/>
                  </a:cubicBezTo>
                  <a:lnTo>
                    <a:pt x="247930" y="90014"/>
                  </a:lnTo>
                  <a:cubicBezTo>
                    <a:pt x="271572" y="90014"/>
                    <a:pt x="290742" y="109166"/>
                    <a:pt x="290742" y="132787"/>
                  </a:cubicBezTo>
                  <a:lnTo>
                    <a:pt x="290742" y="215779"/>
                  </a:lnTo>
                  <a:close/>
                </a:path>
              </a:pathLst>
            </a:custGeom>
            <a:solidFill>
              <a:srgbClr val="26890D"/>
            </a:solidFill>
            <a:ln w="6390" cap="flat">
              <a:noFill/>
              <a:prstDash val="solid"/>
              <a:miter/>
            </a:ln>
          </p:spPr>
          <p:txBody>
            <a:bodyPr rtlCol="0" anchor="ctr"/>
            <a:lstStyle/>
            <a:p>
              <a:endParaRPr lang="en-US"/>
            </a:p>
          </p:txBody>
        </p:sp>
        <p:sp>
          <p:nvSpPr>
            <p:cNvPr id="737" name="Graphic 4">
              <a:extLst>
                <a:ext uri="{FF2B5EF4-FFF2-40B4-BE49-F238E27FC236}">
                  <a16:creationId xmlns:a16="http://schemas.microsoft.com/office/drawing/2014/main" id="{BB8421FE-73CD-9240-B07A-7E304367C1A4}"/>
                </a:ext>
              </a:extLst>
            </p:cNvPr>
            <p:cNvSpPr/>
            <p:nvPr/>
          </p:nvSpPr>
          <p:spPr>
            <a:xfrm>
              <a:off x="8328005" y="3570085"/>
              <a:ext cx="185947" cy="15321"/>
            </a:xfrm>
            <a:custGeom>
              <a:avLst/>
              <a:gdLst>
                <a:gd name="connsiteX0" fmla="*/ 0 w 185947"/>
                <a:gd name="connsiteY0" fmla="*/ 0 h 15321"/>
                <a:gd name="connsiteX1" fmla="*/ 26199 w 185947"/>
                <a:gd name="connsiteY1" fmla="*/ 15322 h 15321"/>
                <a:gd name="connsiteX2" fmla="*/ 159748 w 185947"/>
                <a:gd name="connsiteY2" fmla="*/ 15322 h 15321"/>
                <a:gd name="connsiteX3" fmla="*/ 185947 w 185947"/>
                <a:gd name="connsiteY3" fmla="*/ 0 h 15321"/>
                <a:gd name="connsiteX4" fmla="*/ 0 w 185947"/>
                <a:gd name="connsiteY4" fmla="*/ 0 h 1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47" h="15321">
                  <a:moveTo>
                    <a:pt x="0" y="0"/>
                  </a:moveTo>
                  <a:cubicBezTo>
                    <a:pt x="5111" y="9576"/>
                    <a:pt x="15335" y="15322"/>
                    <a:pt x="26199" y="15322"/>
                  </a:cubicBezTo>
                  <a:lnTo>
                    <a:pt x="159748" y="15322"/>
                  </a:lnTo>
                  <a:cubicBezTo>
                    <a:pt x="170611" y="15322"/>
                    <a:pt x="180196" y="9576"/>
                    <a:pt x="185947" y="0"/>
                  </a:cubicBezTo>
                  <a:lnTo>
                    <a:pt x="0" y="0"/>
                  </a:lnTo>
                  <a:close/>
                </a:path>
              </a:pathLst>
            </a:custGeom>
            <a:solidFill>
              <a:srgbClr val="26890D"/>
            </a:solidFill>
            <a:ln w="6390" cap="flat">
              <a:noFill/>
              <a:prstDash val="solid"/>
              <a:miter/>
            </a:ln>
          </p:spPr>
          <p:txBody>
            <a:bodyPr rtlCol="0" anchor="ctr"/>
            <a:lstStyle/>
            <a:p>
              <a:endParaRPr lang="en-US"/>
            </a:p>
          </p:txBody>
        </p:sp>
        <p:sp>
          <p:nvSpPr>
            <p:cNvPr id="738" name="Graphic 4">
              <a:extLst>
                <a:ext uri="{FF2B5EF4-FFF2-40B4-BE49-F238E27FC236}">
                  <a16:creationId xmlns:a16="http://schemas.microsoft.com/office/drawing/2014/main" id="{7F9EE8D6-6885-2142-A9A4-133992D9952A}"/>
                </a:ext>
              </a:extLst>
            </p:cNvPr>
            <p:cNvSpPr/>
            <p:nvPr/>
          </p:nvSpPr>
          <p:spPr>
            <a:xfrm>
              <a:off x="8389987" y="3538804"/>
              <a:ext cx="61982" cy="18513"/>
            </a:xfrm>
            <a:custGeom>
              <a:avLst/>
              <a:gdLst>
                <a:gd name="connsiteX0" fmla="*/ 0 w 61982"/>
                <a:gd name="connsiteY0" fmla="*/ 18513 h 18513"/>
                <a:gd name="connsiteX1" fmla="*/ 61982 w 61982"/>
                <a:gd name="connsiteY1" fmla="*/ 18513 h 18513"/>
                <a:gd name="connsiteX2" fmla="*/ 30672 w 61982"/>
                <a:gd name="connsiteY2" fmla="*/ 0 h 18513"/>
                <a:gd name="connsiteX3" fmla="*/ 0 w 61982"/>
                <a:gd name="connsiteY3" fmla="*/ 18513 h 18513"/>
              </a:gdLst>
              <a:ahLst/>
              <a:cxnLst>
                <a:cxn ang="0">
                  <a:pos x="connsiteX0" y="connsiteY0"/>
                </a:cxn>
                <a:cxn ang="0">
                  <a:pos x="connsiteX1" y="connsiteY1"/>
                </a:cxn>
                <a:cxn ang="0">
                  <a:pos x="connsiteX2" y="connsiteY2"/>
                </a:cxn>
                <a:cxn ang="0">
                  <a:pos x="connsiteX3" y="connsiteY3"/>
                </a:cxn>
              </a:cxnLst>
              <a:rect l="l" t="t" r="r" b="b"/>
              <a:pathLst>
                <a:path w="61982" h="18513">
                  <a:moveTo>
                    <a:pt x="0" y="18513"/>
                  </a:moveTo>
                  <a:lnTo>
                    <a:pt x="61982" y="18513"/>
                  </a:lnTo>
                  <a:cubicBezTo>
                    <a:pt x="60704" y="10853"/>
                    <a:pt x="54314" y="0"/>
                    <a:pt x="30672" y="0"/>
                  </a:cubicBezTo>
                  <a:cubicBezTo>
                    <a:pt x="7029" y="0"/>
                    <a:pt x="1278" y="10214"/>
                    <a:pt x="0" y="18513"/>
                  </a:cubicBezTo>
                  <a:close/>
                </a:path>
              </a:pathLst>
            </a:custGeom>
            <a:solidFill>
              <a:srgbClr val="26890D"/>
            </a:solidFill>
            <a:ln w="6390" cap="flat">
              <a:noFill/>
              <a:prstDash val="solid"/>
              <a:miter/>
            </a:ln>
          </p:spPr>
          <p:txBody>
            <a:bodyPr rtlCol="0" anchor="ctr"/>
            <a:lstStyle/>
            <a:p>
              <a:endParaRPr lang="en-US"/>
            </a:p>
          </p:txBody>
        </p:sp>
      </p:grpSp>
      <p:grpSp>
        <p:nvGrpSpPr>
          <p:cNvPr id="739" name="Graphic 4">
            <a:extLst>
              <a:ext uri="{FF2B5EF4-FFF2-40B4-BE49-F238E27FC236}">
                <a16:creationId xmlns:a16="http://schemas.microsoft.com/office/drawing/2014/main" id="{9AC3A8DD-38D6-3A49-AEBF-6AB42CE90EDE}"/>
              </a:ext>
            </a:extLst>
          </p:cNvPr>
          <p:cNvGrpSpPr/>
          <p:nvPr/>
        </p:nvGrpSpPr>
        <p:grpSpPr>
          <a:xfrm>
            <a:off x="5099169" y="3824168"/>
            <a:ext cx="362309" cy="361971"/>
            <a:chOff x="5099169" y="3824168"/>
            <a:chExt cx="362309" cy="361971"/>
          </a:xfrm>
          <a:solidFill>
            <a:srgbClr val="26890D"/>
          </a:solidFill>
        </p:grpSpPr>
        <p:sp>
          <p:nvSpPr>
            <p:cNvPr id="740" name="Graphic 4">
              <a:extLst>
                <a:ext uri="{FF2B5EF4-FFF2-40B4-BE49-F238E27FC236}">
                  <a16:creationId xmlns:a16="http://schemas.microsoft.com/office/drawing/2014/main" id="{F30AD964-5F03-2849-9DB9-94E4E0DEE84A}"/>
                </a:ext>
              </a:extLst>
            </p:cNvPr>
            <p:cNvSpPr/>
            <p:nvPr/>
          </p:nvSpPr>
          <p:spPr>
            <a:xfrm>
              <a:off x="5257001" y="4016964"/>
              <a:ext cx="6389" cy="7022"/>
            </a:xfrm>
            <a:custGeom>
              <a:avLst/>
              <a:gdLst>
                <a:gd name="connsiteX0" fmla="*/ 6390 w 6389"/>
                <a:gd name="connsiteY0" fmla="*/ 7023 h 7022"/>
                <a:gd name="connsiteX1" fmla="*/ 6390 w 6389"/>
                <a:gd name="connsiteY1" fmla="*/ 0 h 7022"/>
                <a:gd name="connsiteX2" fmla="*/ 0 w 6389"/>
                <a:gd name="connsiteY2" fmla="*/ 0 h 7022"/>
                <a:gd name="connsiteX3" fmla="*/ 0 w 6389"/>
                <a:gd name="connsiteY3" fmla="*/ 7023 h 7022"/>
              </a:gdLst>
              <a:ahLst/>
              <a:cxnLst>
                <a:cxn ang="0">
                  <a:pos x="connsiteX0" y="connsiteY0"/>
                </a:cxn>
                <a:cxn ang="0">
                  <a:pos x="connsiteX1" y="connsiteY1"/>
                </a:cxn>
                <a:cxn ang="0">
                  <a:pos x="connsiteX2" y="connsiteY2"/>
                </a:cxn>
                <a:cxn ang="0">
                  <a:pos x="connsiteX3" y="connsiteY3"/>
                </a:cxn>
              </a:cxnLst>
              <a:rect l="l" t="t" r="r" b="b"/>
              <a:pathLst>
                <a:path w="6389" h="7022">
                  <a:moveTo>
                    <a:pt x="6390" y="7023"/>
                  </a:moveTo>
                  <a:lnTo>
                    <a:pt x="6390" y="0"/>
                  </a:lnTo>
                  <a:lnTo>
                    <a:pt x="0" y="0"/>
                  </a:lnTo>
                  <a:lnTo>
                    <a:pt x="0" y="7023"/>
                  </a:lnTo>
                  <a:close/>
                </a:path>
              </a:pathLst>
            </a:custGeom>
            <a:solidFill>
              <a:srgbClr val="26890D"/>
            </a:solidFill>
            <a:ln w="6390" cap="flat">
              <a:noFill/>
              <a:prstDash val="solid"/>
              <a:miter/>
            </a:ln>
          </p:spPr>
          <p:txBody>
            <a:bodyPr rtlCol="0" anchor="ctr"/>
            <a:lstStyle/>
            <a:p>
              <a:endParaRPr lang="en-US"/>
            </a:p>
          </p:txBody>
        </p:sp>
        <p:sp>
          <p:nvSpPr>
            <p:cNvPr id="741" name="Graphic 4">
              <a:extLst>
                <a:ext uri="{FF2B5EF4-FFF2-40B4-BE49-F238E27FC236}">
                  <a16:creationId xmlns:a16="http://schemas.microsoft.com/office/drawing/2014/main" id="{615CA573-0E84-B149-9879-FD8D383B8BD5}"/>
                </a:ext>
              </a:extLst>
            </p:cNvPr>
            <p:cNvSpPr/>
            <p:nvPr/>
          </p:nvSpPr>
          <p:spPr>
            <a:xfrm>
              <a:off x="5265308" y="4039308"/>
              <a:ext cx="49841" cy="81715"/>
            </a:xfrm>
            <a:custGeom>
              <a:avLst/>
              <a:gdLst>
                <a:gd name="connsiteX0" fmla="*/ 0 w 49841"/>
                <a:gd name="connsiteY0" fmla="*/ 27451 h 81715"/>
                <a:gd name="connsiteX1" fmla="*/ 0 w 49841"/>
                <a:gd name="connsiteY1" fmla="*/ 81715 h 81715"/>
                <a:gd name="connsiteX2" fmla="*/ 49841 w 49841"/>
                <a:gd name="connsiteY2" fmla="*/ 54264 h 81715"/>
                <a:gd name="connsiteX3" fmla="*/ 49841 w 49841"/>
                <a:gd name="connsiteY3" fmla="*/ 0 h 81715"/>
              </a:gdLst>
              <a:ahLst/>
              <a:cxnLst>
                <a:cxn ang="0">
                  <a:pos x="connsiteX0" y="connsiteY0"/>
                </a:cxn>
                <a:cxn ang="0">
                  <a:pos x="connsiteX1" y="connsiteY1"/>
                </a:cxn>
                <a:cxn ang="0">
                  <a:pos x="connsiteX2" y="connsiteY2"/>
                </a:cxn>
                <a:cxn ang="0">
                  <a:pos x="connsiteX3" y="connsiteY3"/>
                </a:cxn>
              </a:cxnLst>
              <a:rect l="l" t="t" r="r" b="b"/>
              <a:pathLst>
                <a:path w="49841" h="81715">
                  <a:moveTo>
                    <a:pt x="0" y="27451"/>
                  </a:moveTo>
                  <a:lnTo>
                    <a:pt x="0" y="81715"/>
                  </a:lnTo>
                  <a:lnTo>
                    <a:pt x="49841" y="54264"/>
                  </a:lnTo>
                  <a:lnTo>
                    <a:pt x="49841" y="0"/>
                  </a:lnTo>
                  <a:close/>
                </a:path>
              </a:pathLst>
            </a:custGeom>
            <a:solidFill>
              <a:srgbClr val="26890D"/>
            </a:solidFill>
            <a:ln w="6390" cap="flat">
              <a:noFill/>
              <a:prstDash val="solid"/>
              <a:miter/>
            </a:ln>
          </p:spPr>
          <p:txBody>
            <a:bodyPr rtlCol="0" anchor="ctr"/>
            <a:lstStyle/>
            <a:p>
              <a:endParaRPr lang="en-US"/>
            </a:p>
          </p:txBody>
        </p:sp>
        <p:sp>
          <p:nvSpPr>
            <p:cNvPr id="742" name="Graphic 4">
              <a:extLst>
                <a:ext uri="{FF2B5EF4-FFF2-40B4-BE49-F238E27FC236}">
                  <a16:creationId xmlns:a16="http://schemas.microsoft.com/office/drawing/2014/main" id="{106B25AB-A6AF-4F41-8665-F55E77209E4D}"/>
                </a:ext>
              </a:extLst>
            </p:cNvPr>
            <p:cNvSpPr/>
            <p:nvPr/>
          </p:nvSpPr>
          <p:spPr>
            <a:xfrm>
              <a:off x="5209076" y="4012495"/>
              <a:ext cx="97765" cy="42772"/>
            </a:xfrm>
            <a:custGeom>
              <a:avLst/>
              <a:gdLst>
                <a:gd name="connsiteX0" fmla="*/ 50480 w 97765"/>
                <a:gd name="connsiteY0" fmla="*/ 42772 h 42772"/>
                <a:gd name="connsiteX1" fmla="*/ 97766 w 97765"/>
                <a:gd name="connsiteY1" fmla="*/ 16598 h 42772"/>
                <a:gd name="connsiteX2" fmla="*/ 72845 w 97765"/>
                <a:gd name="connsiteY2" fmla="*/ 2553 h 42772"/>
                <a:gd name="connsiteX3" fmla="*/ 68372 w 97765"/>
                <a:gd name="connsiteY3" fmla="*/ 4468 h 42772"/>
                <a:gd name="connsiteX4" fmla="*/ 66455 w 97765"/>
                <a:gd name="connsiteY4" fmla="*/ 4468 h 42772"/>
                <a:gd name="connsiteX5" fmla="*/ 66455 w 97765"/>
                <a:gd name="connsiteY5" fmla="*/ 10852 h 42772"/>
                <a:gd name="connsiteX6" fmla="*/ 53675 w 97765"/>
                <a:gd name="connsiteY6" fmla="*/ 23620 h 42772"/>
                <a:gd name="connsiteX7" fmla="*/ 47285 w 97765"/>
                <a:gd name="connsiteY7" fmla="*/ 23620 h 42772"/>
                <a:gd name="connsiteX8" fmla="*/ 34505 w 97765"/>
                <a:gd name="connsiteY8" fmla="*/ 10852 h 42772"/>
                <a:gd name="connsiteX9" fmla="*/ 34505 w 97765"/>
                <a:gd name="connsiteY9" fmla="*/ 4468 h 42772"/>
                <a:gd name="connsiteX10" fmla="*/ 33228 w 97765"/>
                <a:gd name="connsiteY10" fmla="*/ 4468 h 42772"/>
                <a:gd name="connsiteX11" fmla="*/ 26838 w 97765"/>
                <a:gd name="connsiteY11" fmla="*/ 0 h 42772"/>
                <a:gd name="connsiteX12" fmla="*/ 26838 w 97765"/>
                <a:gd name="connsiteY12" fmla="*/ 0 h 42772"/>
                <a:gd name="connsiteX13" fmla="*/ 0 w 97765"/>
                <a:gd name="connsiteY13" fmla="*/ 16598 h 42772"/>
                <a:gd name="connsiteX14" fmla="*/ 50480 w 97765"/>
                <a:gd name="connsiteY14" fmla="*/ 42772 h 4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765" h="42772">
                  <a:moveTo>
                    <a:pt x="50480" y="42772"/>
                  </a:moveTo>
                  <a:lnTo>
                    <a:pt x="97766" y="16598"/>
                  </a:lnTo>
                  <a:lnTo>
                    <a:pt x="72845" y="2553"/>
                  </a:lnTo>
                  <a:cubicBezTo>
                    <a:pt x="71567" y="3830"/>
                    <a:pt x="70289" y="4468"/>
                    <a:pt x="68372" y="4468"/>
                  </a:cubicBezTo>
                  <a:lnTo>
                    <a:pt x="66455" y="4468"/>
                  </a:lnTo>
                  <a:lnTo>
                    <a:pt x="66455" y="10852"/>
                  </a:lnTo>
                  <a:cubicBezTo>
                    <a:pt x="66455" y="17875"/>
                    <a:pt x="60704" y="23620"/>
                    <a:pt x="53675" y="23620"/>
                  </a:cubicBezTo>
                  <a:lnTo>
                    <a:pt x="47285" y="23620"/>
                  </a:lnTo>
                  <a:cubicBezTo>
                    <a:pt x="40257" y="23620"/>
                    <a:pt x="34505" y="17875"/>
                    <a:pt x="34505" y="10852"/>
                  </a:cubicBezTo>
                  <a:lnTo>
                    <a:pt x="34505" y="4468"/>
                  </a:lnTo>
                  <a:lnTo>
                    <a:pt x="33228" y="4468"/>
                  </a:lnTo>
                  <a:cubicBezTo>
                    <a:pt x="30033" y="4468"/>
                    <a:pt x="27477" y="2553"/>
                    <a:pt x="26838" y="0"/>
                  </a:cubicBezTo>
                  <a:lnTo>
                    <a:pt x="26838" y="0"/>
                  </a:lnTo>
                  <a:lnTo>
                    <a:pt x="0" y="16598"/>
                  </a:lnTo>
                  <a:lnTo>
                    <a:pt x="50480" y="42772"/>
                  </a:lnTo>
                  <a:close/>
                </a:path>
              </a:pathLst>
            </a:custGeom>
            <a:solidFill>
              <a:srgbClr val="26890D"/>
            </a:solidFill>
            <a:ln w="6390" cap="flat">
              <a:noFill/>
              <a:prstDash val="solid"/>
              <a:miter/>
            </a:ln>
          </p:spPr>
          <p:txBody>
            <a:bodyPr rtlCol="0" anchor="ctr"/>
            <a:lstStyle/>
            <a:p>
              <a:endParaRPr lang="en-US"/>
            </a:p>
          </p:txBody>
        </p:sp>
        <p:sp>
          <p:nvSpPr>
            <p:cNvPr id="743" name="Graphic 4">
              <a:extLst>
                <a:ext uri="{FF2B5EF4-FFF2-40B4-BE49-F238E27FC236}">
                  <a16:creationId xmlns:a16="http://schemas.microsoft.com/office/drawing/2014/main" id="{175B089C-329F-7C48-99B3-580935444D6C}"/>
                </a:ext>
              </a:extLst>
            </p:cNvPr>
            <p:cNvSpPr/>
            <p:nvPr/>
          </p:nvSpPr>
          <p:spPr>
            <a:xfrm>
              <a:off x="5203964" y="4041223"/>
              <a:ext cx="48563" cy="80438"/>
            </a:xfrm>
            <a:custGeom>
              <a:avLst/>
              <a:gdLst>
                <a:gd name="connsiteX0" fmla="*/ 48563 w 48563"/>
                <a:gd name="connsiteY0" fmla="*/ 25536 h 80438"/>
                <a:gd name="connsiteX1" fmla="*/ 48563 w 48563"/>
                <a:gd name="connsiteY1" fmla="*/ 25536 h 80438"/>
                <a:gd name="connsiteX2" fmla="*/ 0 w 48563"/>
                <a:gd name="connsiteY2" fmla="*/ 0 h 80438"/>
                <a:gd name="connsiteX3" fmla="*/ 0 w 48563"/>
                <a:gd name="connsiteY3" fmla="*/ 55540 h 80438"/>
                <a:gd name="connsiteX4" fmla="*/ 48563 w 48563"/>
                <a:gd name="connsiteY4" fmla="*/ 80438 h 80438"/>
                <a:gd name="connsiteX5" fmla="*/ 48563 w 48563"/>
                <a:gd name="connsiteY5" fmla="*/ 25536 h 80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563" h="80438">
                  <a:moveTo>
                    <a:pt x="48563" y="25536"/>
                  </a:moveTo>
                  <a:cubicBezTo>
                    <a:pt x="48563" y="25536"/>
                    <a:pt x="48563" y="24897"/>
                    <a:pt x="48563" y="25536"/>
                  </a:cubicBezTo>
                  <a:lnTo>
                    <a:pt x="0" y="0"/>
                  </a:lnTo>
                  <a:lnTo>
                    <a:pt x="0" y="55540"/>
                  </a:lnTo>
                  <a:lnTo>
                    <a:pt x="48563" y="80438"/>
                  </a:lnTo>
                  <a:lnTo>
                    <a:pt x="48563" y="25536"/>
                  </a:lnTo>
                  <a:close/>
                </a:path>
              </a:pathLst>
            </a:custGeom>
            <a:solidFill>
              <a:srgbClr val="26890D"/>
            </a:solidFill>
            <a:ln w="6390" cap="flat">
              <a:noFill/>
              <a:prstDash val="solid"/>
              <a:miter/>
            </a:ln>
          </p:spPr>
          <p:txBody>
            <a:bodyPr rtlCol="0" anchor="ctr"/>
            <a:lstStyle/>
            <a:p>
              <a:endParaRPr lang="en-US"/>
            </a:p>
          </p:txBody>
        </p:sp>
        <p:sp>
          <p:nvSpPr>
            <p:cNvPr id="744" name="Graphic 4">
              <a:extLst>
                <a:ext uri="{FF2B5EF4-FFF2-40B4-BE49-F238E27FC236}">
                  <a16:creationId xmlns:a16="http://schemas.microsoft.com/office/drawing/2014/main" id="{A8856D5D-1E01-6942-BACC-CF43BE0BAB1C}"/>
                </a:ext>
              </a:extLst>
            </p:cNvPr>
            <p:cNvSpPr/>
            <p:nvPr/>
          </p:nvSpPr>
          <p:spPr>
            <a:xfrm>
              <a:off x="5242304" y="3981213"/>
              <a:ext cx="36422" cy="22982"/>
            </a:xfrm>
            <a:custGeom>
              <a:avLst/>
              <a:gdLst>
                <a:gd name="connsiteX0" fmla="*/ 5751 w 36422"/>
                <a:gd name="connsiteY0" fmla="*/ 22982 h 22982"/>
                <a:gd name="connsiteX1" fmla="*/ 12141 w 36422"/>
                <a:gd name="connsiteY1" fmla="*/ 22982 h 22982"/>
                <a:gd name="connsiteX2" fmla="*/ 15336 w 36422"/>
                <a:gd name="connsiteY2" fmla="*/ 22344 h 22982"/>
                <a:gd name="connsiteX3" fmla="*/ 21726 w 36422"/>
                <a:gd name="connsiteY3" fmla="*/ 22344 h 22982"/>
                <a:gd name="connsiteX4" fmla="*/ 24282 w 36422"/>
                <a:gd name="connsiteY4" fmla="*/ 22344 h 22982"/>
                <a:gd name="connsiteX5" fmla="*/ 31310 w 36422"/>
                <a:gd name="connsiteY5" fmla="*/ 22344 h 22982"/>
                <a:gd name="connsiteX6" fmla="*/ 36422 w 36422"/>
                <a:gd name="connsiteY6" fmla="*/ 0 h 22982"/>
                <a:gd name="connsiteX7" fmla="*/ 0 w 36422"/>
                <a:gd name="connsiteY7" fmla="*/ 0 h 22982"/>
                <a:gd name="connsiteX8" fmla="*/ 5751 w 36422"/>
                <a:gd name="connsiteY8" fmla="*/ 22982 h 2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422" h="22982">
                  <a:moveTo>
                    <a:pt x="5751" y="22982"/>
                  </a:moveTo>
                  <a:lnTo>
                    <a:pt x="12141" y="22982"/>
                  </a:lnTo>
                  <a:cubicBezTo>
                    <a:pt x="13419" y="22982"/>
                    <a:pt x="14058" y="22344"/>
                    <a:pt x="15336" y="22344"/>
                  </a:cubicBezTo>
                  <a:lnTo>
                    <a:pt x="21726" y="22344"/>
                  </a:lnTo>
                  <a:cubicBezTo>
                    <a:pt x="22365" y="22344"/>
                    <a:pt x="23642" y="22344"/>
                    <a:pt x="24282" y="22344"/>
                  </a:cubicBezTo>
                  <a:lnTo>
                    <a:pt x="31310" y="22344"/>
                  </a:lnTo>
                  <a:lnTo>
                    <a:pt x="36422" y="0"/>
                  </a:lnTo>
                  <a:lnTo>
                    <a:pt x="0" y="0"/>
                  </a:lnTo>
                  <a:lnTo>
                    <a:pt x="5751" y="22982"/>
                  </a:lnTo>
                  <a:close/>
                </a:path>
              </a:pathLst>
            </a:custGeom>
            <a:solidFill>
              <a:srgbClr val="26890D"/>
            </a:solidFill>
            <a:ln w="6390" cap="flat">
              <a:noFill/>
              <a:prstDash val="solid"/>
              <a:miter/>
            </a:ln>
          </p:spPr>
          <p:txBody>
            <a:bodyPr rtlCol="0" anchor="ctr"/>
            <a:lstStyle/>
            <a:p>
              <a:endParaRPr lang="en-US"/>
            </a:p>
          </p:txBody>
        </p:sp>
        <p:sp>
          <p:nvSpPr>
            <p:cNvPr id="745" name="Graphic 4">
              <a:extLst>
                <a:ext uri="{FF2B5EF4-FFF2-40B4-BE49-F238E27FC236}">
                  <a16:creationId xmlns:a16="http://schemas.microsoft.com/office/drawing/2014/main" id="{61E3401F-0745-E349-B4D0-6E0BD1093B72}"/>
                </a:ext>
              </a:extLst>
            </p:cNvPr>
            <p:cNvSpPr/>
            <p:nvPr/>
          </p:nvSpPr>
          <p:spPr>
            <a:xfrm>
              <a:off x="5099169" y="3824168"/>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270934 w 362309"/>
                <a:gd name="connsiteY6" fmla="*/ 119380 h 361971"/>
                <a:gd name="connsiteX7" fmla="*/ 185947 w 362309"/>
                <a:gd name="connsiteY7" fmla="*/ 119380 h 361971"/>
                <a:gd name="connsiteX8" fmla="*/ 185947 w 362309"/>
                <a:gd name="connsiteY8" fmla="*/ 101505 h 361971"/>
                <a:gd name="connsiteX9" fmla="*/ 132911 w 362309"/>
                <a:gd name="connsiteY9" fmla="*/ 101505 h 361971"/>
                <a:gd name="connsiteX10" fmla="*/ 132911 w 362309"/>
                <a:gd name="connsiteY10" fmla="*/ 144916 h 361971"/>
                <a:gd name="connsiteX11" fmla="*/ 185947 w 362309"/>
                <a:gd name="connsiteY11" fmla="*/ 144916 h 361971"/>
                <a:gd name="connsiteX12" fmla="*/ 185947 w 362309"/>
                <a:gd name="connsiteY12" fmla="*/ 128956 h 361971"/>
                <a:gd name="connsiteX13" fmla="*/ 270294 w 362309"/>
                <a:gd name="connsiteY13" fmla="*/ 128956 h 361971"/>
                <a:gd name="connsiteX14" fmla="*/ 270294 w 362309"/>
                <a:gd name="connsiteY14" fmla="*/ 141724 h 361971"/>
                <a:gd name="connsiteX15" fmla="*/ 198727 w 362309"/>
                <a:gd name="connsiteY15" fmla="*/ 141724 h 361971"/>
                <a:gd name="connsiteX16" fmla="*/ 198727 w 362309"/>
                <a:gd name="connsiteY16" fmla="*/ 157684 h 361971"/>
                <a:gd name="connsiteX17" fmla="*/ 192337 w 362309"/>
                <a:gd name="connsiteY17" fmla="*/ 157684 h 361971"/>
                <a:gd name="connsiteX18" fmla="*/ 187225 w 362309"/>
                <a:gd name="connsiteY18" fmla="*/ 178752 h 361971"/>
                <a:gd name="connsiteX19" fmla="*/ 225565 w 362309"/>
                <a:gd name="connsiteY19" fmla="*/ 200457 h 361971"/>
                <a:gd name="connsiteX20" fmla="*/ 228760 w 362309"/>
                <a:gd name="connsiteY20" fmla="*/ 206203 h 361971"/>
                <a:gd name="connsiteX21" fmla="*/ 228760 w 362309"/>
                <a:gd name="connsiteY21" fmla="*/ 273234 h 361971"/>
                <a:gd name="connsiteX22" fmla="*/ 225565 w 362309"/>
                <a:gd name="connsiteY22" fmla="*/ 278980 h 361971"/>
                <a:gd name="connsiteX23" fmla="*/ 162943 w 362309"/>
                <a:gd name="connsiteY23" fmla="*/ 313453 h 361971"/>
                <a:gd name="connsiteX24" fmla="*/ 159748 w 362309"/>
                <a:gd name="connsiteY24" fmla="*/ 314092 h 361971"/>
                <a:gd name="connsiteX25" fmla="*/ 156553 w 362309"/>
                <a:gd name="connsiteY25" fmla="*/ 313453 h 361971"/>
                <a:gd name="connsiteX26" fmla="*/ 95210 w 362309"/>
                <a:gd name="connsiteY26" fmla="*/ 281533 h 361971"/>
                <a:gd name="connsiteX27" fmla="*/ 92015 w 362309"/>
                <a:gd name="connsiteY27" fmla="*/ 275788 h 361971"/>
                <a:gd name="connsiteX28" fmla="*/ 92015 w 362309"/>
                <a:gd name="connsiteY28" fmla="*/ 204926 h 361971"/>
                <a:gd name="connsiteX29" fmla="*/ 95210 w 362309"/>
                <a:gd name="connsiteY29" fmla="*/ 199819 h 361971"/>
                <a:gd name="connsiteX30" fmla="*/ 134189 w 362309"/>
                <a:gd name="connsiteY30" fmla="*/ 175560 h 361971"/>
                <a:gd name="connsiteX31" fmla="*/ 129077 w 362309"/>
                <a:gd name="connsiteY31" fmla="*/ 157684 h 361971"/>
                <a:gd name="connsiteX32" fmla="*/ 119492 w 362309"/>
                <a:gd name="connsiteY32" fmla="*/ 157684 h 361971"/>
                <a:gd name="connsiteX33" fmla="*/ 119492 w 362309"/>
                <a:gd name="connsiteY33" fmla="*/ 88737 h 361971"/>
                <a:gd name="connsiteX34" fmla="*/ 152720 w 362309"/>
                <a:gd name="connsiteY34" fmla="*/ 88737 h 361971"/>
                <a:gd name="connsiteX35" fmla="*/ 152720 w 362309"/>
                <a:gd name="connsiteY35" fmla="*/ 67032 h 361971"/>
                <a:gd name="connsiteX36" fmla="*/ 157192 w 362309"/>
                <a:gd name="connsiteY36" fmla="*/ 53625 h 361971"/>
                <a:gd name="connsiteX37" fmla="*/ 170611 w 362309"/>
                <a:gd name="connsiteY37" fmla="*/ 48518 h 361971"/>
                <a:gd name="connsiteX38" fmla="*/ 210868 w 362309"/>
                <a:gd name="connsiteY38" fmla="*/ 48518 h 361971"/>
                <a:gd name="connsiteX39" fmla="*/ 223009 w 362309"/>
                <a:gd name="connsiteY39" fmla="*/ 52987 h 361971"/>
                <a:gd name="connsiteX40" fmla="*/ 228121 w 362309"/>
                <a:gd name="connsiteY40" fmla="*/ 65116 h 361971"/>
                <a:gd name="connsiteX41" fmla="*/ 228121 w 362309"/>
                <a:gd name="connsiteY41" fmla="*/ 72139 h 361971"/>
                <a:gd name="connsiteX42" fmla="*/ 229399 w 362309"/>
                <a:gd name="connsiteY42" fmla="*/ 76608 h 361971"/>
                <a:gd name="connsiteX43" fmla="*/ 231955 w 362309"/>
                <a:gd name="connsiteY43" fmla="*/ 77246 h 361971"/>
                <a:gd name="connsiteX44" fmla="*/ 263266 w 362309"/>
                <a:gd name="connsiteY44" fmla="*/ 77246 h 361971"/>
                <a:gd name="connsiteX45" fmla="*/ 269655 w 362309"/>
                <a:gd name="connsiteY45" fmla="*/ 83630 h 361971"/>
                <a:gd name="connsiteX46" fmla="*/ 263266 w 362309"/>
                <a:gd name="connsiteY46" fmla="*/ 90014 h 361971"/>
                <a:gd name="connsiteX47" fmla="*/ 231955 w 362309"/>
                <a:gd name="connsiteY47" fmla="*/ 90014 h 361971"/>
                <a:gd name="connsiteX48" fmla="*/ 220453 w 362309"/>
                <a:gd name="connsiteY48" fmla="*/ 85545 h 361971"/>
                <a:gd name="connsiteX49" fmla="*/ 215980 w 362309"/>
                <a:gd name="connsiteY49" fmla="*/ 72139 h 361971"/>
                <a:gd name="connsiteX50" fmla="*/ 215980 w 362309"/>
                <a:gd name="connsiteY50" fmla="*/ 65755 h 361971"/>
                <a:gd name="connsiteX51" fmla="*/ 215341 w 362309"/>
                <a:gd name="connsiteY51" fmla="*/ 63201 h 361971"/>
                <a:gd name="connsiteX52" fmla="*/ 212146 w 362309"/>
                <a:gd name="connsiteY52" fmla="*/ 62563 h 361971"/>
                <a:gd name="connsiteX53" fmla="*/ 171889 w 362309"/>
                <a:gd name="connsiteY53" fmla="*/ 62563 h 361971"/>
                <a:gd name="connsiteX54" fmla="*/ 168055 w 362309"/>
                <a:gd name="connsiteY54" fmla="*/ 63840 h 361971"/>
                <a:gd name="connsiteX55" fmla="*/ 166777 w 362309"/>
                <a:gd name="connsiteY55" fmla="*/ 67670 h 361971"/>
                <a:gd name="connsiteX56" fmla="*/ 166777 w 362309"/>
                <a:gd name="connsiteY56" fmla="*/ 90014 h 361971"/>
                <a:gd name="connsiteX57" fmla="*/ 200005 w 362309"/>
                <a:gd name="connsiteY57" fmla="*/ 90014 h 361971"/>
                <a:gd name="connsiteX58" fmla="*/ 200005 w 362309"/>
                <a:gd name="connsiteY58" fmla="*/ 107889 h 361971"/>
                <a:gd name="connsiteX59" fmla="*/ 271572 w 362309"/>
                <a:gd name="connsiteY59" fmla="*/ 107889 h 361971"/>
                <a:gd name="connsiteX60" fmla="*/ 270934 w 362309"/>
                <a:gd name="connsiteY60" fmla="*/ 11938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62309" h="361971">
                  <a:moveTo>
                    <a:pt x="181474" y="0"/>
                  </a:moveTo>
                  <a:cubicBezTo>
                    <a:pt x="81152" y="0"/>
                    <a:pt x="0" y="81076"/>
                    <a:pt x="0" y="180667"/>
                  </a:cubicBezTo>
                  <a:cubicBezTo>
                    <a:pt x="0" y="280257"/>
                    <a:pt x="81152" y="361971"/>
                    <a:pt x="180835" y="361971"/>
                  </a:cubicBezTo>
                  <a:cubicBezTo>
                    <a:pt x="280518" y="361971"/>
                    <a:pt x="362310" y="280895"/>
                    <a:pt x="362310" y="181305"/>
                  </a:cubicBezTo>
                  <a:lnTo>
                    <a:pt x="362310" y="181305"/>
                  </a:lnTo>
                  <a:cubicBezTo>
                    <a:pt x="362310" y="81076"/>
                    <a:pt x="281157" y="0"/>
                    <a:pt x="181474" y="0"/>
                  </a:cubicBezTo>
                  <a:close/>
                  <a:moveTo>
                    <a:pt x="270934" y="119380"/>
                  </a:moveTo>
                  <a:lnTo>
                    <a:pt x="185947" y="119380"/>
                  </a:lnTo>
                  <a:lnTo>
                    <a:pt x="185947" y="101505"/>
                  </a:lnTo>
                  <a:lnTo>
                    <a:pt x="132911" y="101505"/>
                  </a:lnTo>
                  <a:lnTo>
                    <a:pt x="132911" y="144916"/>
                  </a:lnTo>
                  <a:lnTo>
                    <a:pt x="185947" y="144916"/>
                  </a:lnTo>
                  <a:lnTo>
                    <a:pt x="185947" y="128956"/>
                  </a:lnTo>
                  <a:lnTo>
                    <a:pt x="270294" y="128956"/>
                  </a:lnTo>
                  <a:lnTo>
                    <a:pt x="270294" y="141724"/>
                  </a:lnTo>
                  <a:lnTo>
                    <a:pt x="198727" y="141724"/>
                  </a:lnTo>
                  <a:lnTo>
                    <a:pt x="198727" y="157684"/>
                  </a:lnTo>
                  <a:lnTo>
                    <a:pt x="192337" y="157684"/>
                  </a:lnTo>
                  <a:lnTo>
                    <a:pt x="187225" y="178752"/>
                  </a:lnTo>
                  <a:lnTo>
                    <a:pt x="225565" y="200457"/>
                  </a:lnTo>
                  <a:cubicBezTo>
                    <a:pt x="227482" y="201734"/>
                    <a:pt x="228760" y="203649"/>
                    <a:pt x="228760" y="206203"/>
                  </a:cubicBezTo>
                  <a:lnTo>
                    <a:pt x="228760" y="273234"/>
                  </a:lnTo>
                  <a:cubicBezTo>
                    <a:pt x="228760" y="275788"/>
                    <a:pt x="227482" y="277703"/>
                    <a:pt x="225565" y="278980"/>
                  </a:cubicBezTo>
                  <a:lnTo>
                    <a:pt x="162943" y="313453"/>
                  </a:lnTo>
                  <a:cubicBezTo>
                    <a:pt x="162305" y="314092"/>
                    <a:pt x="161027" y="314092"/>
                    <a:pt x="159748" y="314092"/>
                  </a:cubicBezTo>
                  <a:cubicBezTo>
                    <a:pt x="158470" y="314092"/>
                    <a:pt x="157832" y="314092"/>
                    <a:pt x="156553" y="313453"/>
                  </a:cubicBezTo>
                  <a:lnTo>
                    <a:pt x="95210" y="281533"/>
                  </a:lnTo>
                  <a:cubicBezTo>
                    <a:pt x="93293" y="280257"/>
                    <a:pt x="92015" y="278341"/>
                    <a:pt x="92015" y="275788"/>
                  </a:cubicBezTo>
                  <a:lnTo>
                    <a:pt x="92015" y="204926"/>
                  </a:lnTo>
                  <a:cubicBezTo>
                    <a:pt x="92015" y="203011"/>
                    <a:pt x="93293" y="200457"/>
                    <a:pt x="95210" y="199819"/>
                  </a:cubicBezTo>
                  <a:lnTo>
                    <a:pt x="134189" y="175560"/>
                  </a:lnTo>
                  <a:lnTo>
                    <a:pt x="129077" y="157684"/>
                  </a:lnTo>
                  <a:lnTo>
                    <a:pt x="119492" y="157684"/>
                  </a:lnTo>
                  <a:lnTo>
                    <a:pt x="119492" y="88737"/>
                  </a:lnTo>
                  <a:lnTo>
                    <a:pt x="152720" y="88737"/>
                  </a:lnTo>
                  <a:lnTo>
                    <a:pt x="152720" y="67032"/>
                  </a:lnTo>
                  <a:cubicBezTo>
                    <a:pt x="152720" y="61924"/>
                    <a:pt x="153997" y="57456"/>
                    <a:pt x="157192" y="53625"/>
                  </a:cubicBezTo>
                  <a:cubicBezTo>
                    <a:pt x="160387" y="49795"/>
                    <a:pt x="165500" y="47880"/>
                    <a:pt x="170611" y="48518"/>
                  </a:cubicBezTo>
                  <a:lnTo>
                    <a:pt x="210868" y="48518"/>
                  </a:lnTo>
                  <a:cubicBezTo>
                    <a:pt x="215341" y="48518"/>
                    <a:pt x="219814" y="49795"/>
                    <a:pt x="223009" y="52987"/>
                  </a:cubicBezTo>
                  <a:cubicBezTo>
                    <a:pt x="226204" y="56179"/>
                    <a:pt x="228121" y="60648"/>
                    <a:pt x="228121" y="65116"/>
                  </a:cubicBezTo>
                  <a:lnTo>
                    <a:pt x="228121" y="72139"/>
                  </a:lnTo>
                  <a:cubicBezTo>
                    <a:pt x="228121" y="73416"/>
                    <a:pt x="228760" y="75331"/>
                    <a:pt x="229399" y="76608"/>
                  </a:cubicBezTo>
                  <a:cubicBezTo>
                    <a:pt x="229399" y="76608"/>
                    <a:pt x="230038" y="77246"/>
                    <a:pt x="231955" y="77246"/>
                  </a:cubicBezTo>
                  <a:lnTo>
                    <a:pt x="263266" y="77246"/>
                  </a:lnTo>
                  <a:cubicBezTo>
                    <a:pt x="267099" y="77246"/>
                    <a:pt x="269655" y="79800"/>
                    <a:pt x="269655" y="83630"/>
                  </a:cubicBezTo>
                  <a:cubicBezTo>
                    <a:pt x="269655" y="87460"/>
                    <a:pt x="267099" y="90014"/>
                    <a:pt x="263266" y="90014"/>
                  </a:cubicBezTo>
                  <a:lnTo>
                    <a:pt x="231955" y="90014"/>
                  </a:lnTo>
                  <a:cubicBezTo>
                    <a:pt x="227482" y="90014"/>
                    <a:pt x="223648" y="88737"/>
                    <a:pt x="220453" y="85545"/>
                  </a:cubicBezTo>
                  <a:cubicBezTo>
                    <a:pt x="217258" y="81715"/>
                    <a:pt x="215341" y="77246"/>
                    <a:pt x="215980" y="72139"/>
                  </a:cubicBezTo>
                  <a:lnTo>
                    <a:pt x="215980" y="65755"/>
                  </a:lnTo>
                  <a:cubicBezTo>
                    <a:pt x="215980" y="65116"/>
                    <a:pt x="215980" y="63840"/>
                    <a:pt x="215341" y="63201"/>
                  </a:cubicBezTo>
                  <a:cubicBezTo>
                    <a:pt x="214702" y="62563"/>
                    <a:pt x="213424" y="62563"/>
                    <a:pt x="212146" y="62563"/>
                  </a:cubicBezTo>
                  <a:lnTo>
                    <a:pt x="171889" y="62563"/>
                  </a:lnTo>
                  <a:cubicBezTo>
                    <a:pt x="170611" y="62563"/>
                    <a:pt x="169333" y="62563"/>
                    <a:pt x="168055" y="63840"/>
                  </a:cubicBezTo>
                  <a:cubicBezTo>
                    <a:pt x="167416" y="65116"/>
                    <a:pt x="166777" y="66393"/>
                    <a:pt x="166777" y="67670"/>
                  </a:cubicBezTo>
                  <a:lnTo>
                    <a:pt x="166777" y="90014"/>
                  </a:lnTo>
                  <a:lnTo>
                    <a:pt x="200005" y="90014"/>
                  </a:lnTo>
                  <a:lnTo>
                    <a:pt x="200005" y="107889"/>
                  </a:lnTo>
                  <a:lnTo>
                    <a:pt x="271572" y="107889"/>
                  </a:lnTo>
                  <a:lnTo>
                    <a:pt x="270934" y="119380"/>
                  </a:lnTo>
                  <a:close/>
                </a:path>
              </a:pathLst>
            </a:custGeom>
            <a:solidFill>
              <a:srgbClr val="26890D"/>
            </a:solidFill>
            <a:ln w="6390" cap="flat">
              <a:noFill/>
              <a:prstDash val="solid"/>
              <a:miter/>
            </a:ln>
          </p:spPr>
          <p:txBody>
            <a:bodyPr rtlCol="0" anchor="ctr"/>
            <a:lstStyle/>
            <a:p>
              <a:endParaRPr lang="en-US"/>
            </a:p>
          </p:txBody>
        </p:sp>
      </p:grpSp>
      <p:sp>
        <p:nvSpPr>
          <p:cNvPr id="746" name="Graphic 4">
            <a:extLst>
              <a:ext uri="{FF2B5EF4-FFF2-40B4-BE49-F238E27FC236}">
                <a16:creationId xmlns:a16="http://schemas.microsoft.com/office/drawing/2014/main" id="{F6C63DAD-A893-BF4E-89F3-9546D3551D83}"/>
              </a:ext>
            </a:extLst>
          </p:cNvPr>
          <p:cNvSpPr/>
          <p:nvPr/>
        </p:nvSpPr>
        <p:spPr>
          <a:xfrm>
            <a:off x="5099169" y="33396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53358 w 362309"/>
              <a:gd name="connsiteY7" fmla="*/ 187689 h 361971"/>
              <a:gd name="connsiteX8" fmla="*/ 138022 w 362309"/>
              <a:gd name="connsiteY8" fmla="*/ 190881 h 361971"/>
              <a:gd name="connsiteX9" fmla="*/ 129077 w 362309"/>
              <a:gd name="connsiteY9" fmla="*/ 188966 h 361971"/>
              <a:gd name="connsiteX10" fmla="*/ 128438 w 362309"/>
              <a:gd name="connsiteY10" fmla="*/ 184497 h 361971"/>
              <a:gd name="connsiteX11" fmla="*/ 132911 w 362309"/>
              <a:gd name="connsiteY11" fmla="*/ 160238 h 361971"/>
              <a:gd name="connsiteX12" fmla="*/ 139301 w 362309"/>
              <a:gd name="connsiteY12" fmla="*/ 155131 h 361971"/>
              <a:gd name="connsiteX13" fmla="*/ 164221 w 362309"/>
              <a:gd name="connsiteY13" fmla="*/ 155131 h 361971"/>
              <a:gd name="connsiteX14" fmla="*/ 170611 w 362309"/>
              <a:gd name="connsiteY14" fmla="*/ 161515 h 361971"/>
              <a:gd name="connsiteX15" fmla="*/ 164221 w 362309"/>
              <a:gd name="connsiteY15" fmla="*/ 167899 h 361971"/>
              <a:gd name="connsiteX16" fmla="*/ 145052 w 362309"/>
              <a:gd name="connsiteY16" fmla="*/ 167899 h 361971"/>
              <a:gd name="connsiteX17" fmla="*/ 143774 w 362309"/>
              <a:gd name="connsiteY17" fmla="*/ 174921 h 361971"/>
              <a:gd name="connsiteX18" fmla="*/ 159110 w 362309"/>
              <a:gd name="connsiteY18" fmla="*/ 175560 h 361971"/>
              <a:gd name="connsiteX19" fmla="*/ 171889 w 362309"/>
              <a:gd name="connsiteY19" fmla="*/ 200457 h 361971"/>
              <a:gd name="connsiteX20" fmla="*/ 148247 w 362309"/>
              <a:gd name="connsiteY20" fmla="*/ 218971 h 361971"/>
              <a:gd name="connsiteX21" fmla="*/ 145052 w 362309"/>
              <a:gd name="connsiteY21" fmla="*/ 218332 h 361971"/>
              <a:gd name="connsiteX22" fmla="*/ 127799 w 362309"/>
              <a:gd name="connsiteY22" fmla="*/ 203011 h 361971"/>
              <a:gd name="connsiteX23" fmla="*/ 132911 w 362309"/>
              <a:gd name="connsiteY23" fmla="*/ 195350 h 361971"/>
              <a:gd name="connsiteX24" fmla="*/ 140579 w 362309"/>
              <a:gd name="connsiteY24" fmla="*/ 199819 h 361971"/>
              <a:gd name="connsiteX25" fmla="*/ 147607 w 362309"/>
              <a:gd name="connsiteY25" fmla="*/ 205564 h 361971"/>
              <a:gd name="connsiteX26" fmla="*/ 159748 w 362309"/>
              <a:gd name="connsiteY26" fmla="*/ 197265 h 361971"/>
              <a:gd name="connsiteX27" fmla="*/ 153358 w 362309"/>
              <a:gd name="connsiteY27" fmla="*/ 187689 h 361971"/>
              <a:gd name="connsiteX28" fmla="*/ 178279 w 362309"/>
              <a:gd name="connsiteY28" fmla="*/ 255359 h 361971"/>
              <a:gd name="connsiteX29" fmla="*/ 173806 w 362309"/>
              <a:gd name="connsiteY29" fmla="*/ 257274 h 361971"/>
              <a:gd name="connsiteX30" fmla="*/ 169333 w 362309"/>
              <a:gd name="connsiteY30" fmla="*/ 255359 h 361971"/>
              <a:gd name="connsiteX31" fmla="*/ 165500 w 362309"/>
              <a:gd name="connsiteY31" fmla="*/ 252167 h 361971"/>
              <a:gd name="connsiteX32" fmla="*/ 165500 w 362309"/>
              <a:gd name="connsiteY32" fmla="*/ 287279 h 361971"/>
              <a:gd name="connsiteX33" fmla="*/ 159110 w 362309"/>
              <a:gd name="connsiteY33" fmla="*/ 293663 h 361971"/>
              <a:gd name="connsiteX34" fmla="*/ 152720 w 362309"/>
              <a:gd name="connsiteY34" fmla="*/ 287279 h 361971"/>
              <a:gd name="connsiteX35" fmla="*/ 152720 w 362309"/>
              <a:gd name="connsiteY35" fmla="*/ 252167 h 361971"/>
              <a:gd name="connsiteX36" fmla="*/ 149525 w 362309"/>
              <a:gd name="connsiteY36" fmla="*/ 255359 h 361971"/>
              <a:gd name="connsiteX37" fmla="*/ 140579 w 362309"/>
              <a:gd name="connsiteY37" fmla="*/ 255359 h 361971"/>
              <a:gd name="connsiteX38" fmla="*/ 140579 w 362309"/>
              <a:gd name="connsiteY38" fmla="*/ 246422 h 361971"/>
              <a:gd name="connsiteX39" fmla="*/ 154637 w 362309"/>
              <a:gd name="connsiteY39" fmla="*/ 232377 h 361971"/>
              <a:gd name="connsiteX40" fmla="*/ 156553 w 362309"/>
              <a:gd name="connsiteY40" fmla="*/ 231100 h 361971"/>
              <a:gd name="connsiteX41" fmla="*/ 157192 w 362309"/>
              <a:gd name="connsiteY41" fmla="*/ 231100 h 361971"/>
              <a:gd name="connsiteX42" fmla="*/ 158470 w 362309"/>
              <a:gd name="connsiteY42" fmla="*/ 230462 h 361971"/>
              <a:gd name="connsiteX43" fmla="*/ 159110 w 362309"/>
              <a:gd name="connsiteY43" fmla="*/ 230462 h 361971"/>
              <a:gd name="connsiteX44" fmla="*/ 161027 w 362309"/>
              <a:gd name="connsiteY44" fmla="*/ 230462 h 361971"/>
              <a:gd name="connsiteX45" fmla="*/ 161665 w 362309"/>
              <a:gd name="connsiteY45" fmla="*/ 230462 h 361971"/>
              <a:gd name="connsiteX46" fmla="*/ 161665 w 362309"/>
              <a:gd name="connsiteY46" fmla="*/ 230462 h 361971"/>
              <a:gd name="connsiteX47" fmla="*/ 163582 w 362309"/>
              <a:gd name="connsiteY47" fmla="*/ 231738 h 361971"/>
              <a:gd name="connsiteX48" fmla="*/ 163582 w 362309"/>
              <a:gd name="connsiteY48" fmla="*/ 231738 h 361971"/>
              <a:gd name="connsiteX49" fmla="*/ 177640 w 362309"/>
              <a:gd name="connsiteY49" fmla="*/ 245145 h 361971"/>
              <a:gd name="connsiteX50" fmla="*/ 178279 w 362309"/>
              <a:gd name="connsiteY50" fmla="*/ 255359 h 361971"/>
              <a:gd name="connsiteX51" fmla="*/ 178279 w 362309"/>
              <a:gd name="connsiteY51" fmla="*/ 255359 h 361971"/>
              <a:gd name="connsiteX52" fmla="*/ 178279 w 362309"/>
              <a:gd name="connsiteY52" fmla="*/ 255359 h 361971"/>
              <a:gd name="connsiteX53" fmla="*/ 180835 w 362309"/>
              <a:gd name="connsiteY53" fmla="*/ 167899 h 361971"/>
              <a:gd name="connsiteX54" fmla="*/ 200005 w 362309"/>
              <a:gd name="connsiteY54" fmla="*/ 153854 h 361971"/>
              <a:gd name="connsiteX55" fmla="*/ 222370 w 362309"/>
              <a:gd name="connsiteY55" fmla="*/ 157684 h 361971"/>
              <a:gd name="connsiteX56" fmla="*/ 232594 w 362309"/>
              <a:gd name="connsiteY56" fmla="*/ 170452 h 361971"/>
              <a:gd name="connsiteX57" fmla="*/ 228760 w 362309"/>
              <a:gd name="connsiteY57" fmla="*/ 178752 h 361971"/>
              <a:gd name="connsiteX58" fmla="*/ 220453 w 362309"/>
              <a:gd name="connsiteY58" fmla="*/ 174921 h 361971"/>
              <a:gd name="connsiteX59" fmla="*/ 214702 w 362309"/>
              <a:gd name="connsiteY59" fmla="*/ 168537 h 361971"/>
              <a:gd name="connsiteX60" fmla="*/ 202561 w 362309"/>
              <a:gd name="connsiteY60" fmla="*/ 166622 h 361971"/>
              <a:gd name="connsiteX61" fmla="*/ 191698 w 362309"/>
              <a:gd name="connsiteY61" fmla="*/ 174283 h 361971"/>
              <a:gd name="connsiteX62" fmla="*/ 196810 w 362309"/>
              <a:gd name="connsiteY62" fmla="*/ 203649 h 361971"/>
              <a:gd name="connsiteX63" fmla="*/ 196810 w 362309"/>
              <a:gd name="connsiteY63" fmla="*/ 203649 h 361971"/>
              <a:gd name="connsiteX64" fmla="*/ 221731 w 362309"/>
              <a:gd name="connsiteY64" fmla="*/ 202372 h 361971"/>
              <a:gd name="connsiteX65" fmla="*/ 221731 w 362309"/>
              <a:gd name="connsiteY65" fmla="*/ 195988 h 361971"/>
              <a:gd name="connsiteX66" fmla="*/ 210868 w 362309"/>
              <a:gd name="connsiteY66" fmla="*/ 195988 h 361971"/>
              <a:gd name="connsiteX67" fmla="*/ 204478 w 362309"/>
              <a:gd name="connsiteY67" fmla="*/ 189604 h 361971"/>
              <a:gd name="connsiteX68" fmla="*/ 210868 w 362309"/>
              <a:gd name="connsiteY68" fmla="*/ 183220 h 361971"/>
              <a:gd name="connsiteX69" fmla="*/ 228121 w 362309"/>
              <a:gd name="connsiteY69" fmla="*/ 183220 h 361971"/>
              <a:gd name="connsiteX70" fmla="*/ 234511 w 362309"/>
              <a:gd name="connsiteY70" fmla="*/ 189604 h 361971"/>
              <a:gd name="connsiteX71" fmla="*/ 234511 w 362309"/>
              <a:gd name="connsiteY71" fmla="*/ 206203 h 361971"/>
              <a:gd name="connsiteX72" fmla="*/ 231316 w 362309"/>
              <a:gd name="connsiteY72" fmla="*/ 211948 h 361971"/>
              <a:gd name="connsiteX73" fmla="*/ 205756 w 362309"/>
              <a:gd name="connsiteY73" fmla="*/ 218971 h 361971"/>
              <a:gd name="connsiteX74" fmla="*/ 189781 w 362309"/>
              <a:gd name="connsiteY74" fmla="*/ 214502 h 361971"/>
              <a:gd name="connsiteX75" fmla="*/ 180835 w 362309"/>
              <a:gd name="connsiteY75" fmla="*/ 167899 h 361971"/>
              <a:gd name="connsiteX76" fmla="*/ 180835 w 362309"/>
              <a:gd name="connsiteY76" fmla="*/ 167899 h 361971"/>
              <a:gd name="connsiteX77" fmla="*/ 221092 w 362309"/>
              <a:gd name="connsiteY77" fmla="*/ 277703 h 361971"/>
              <a:gd name="connsiteX78" fmla="*/ 207034 w 362309"/>
              <a:gd name="connsiteY78" fmla="*/ 291109 h 361971"/>
              <a:gd name="connsiteX79" fmla="*/ 207034 w 362309"/>
              <a:gd name="connsiteY79" fmla="*/ 291109 h 361971"/>
              <a:gd name="connsiteX80" fmla="*/ 205117 w 362309"/>
              <a:gd name="connsiteY80" fmla="*/ 292386 h 361971"/>
              <a:gd name="connsiteX81" fmla="*/ 205117 w 362309"/>
              <a:gd name="connsiteY81" fmla="*/ 292386 h 361971"/>
              <a:gd name="connsiteX82" fmla="*/ 200005 w 362309"/>
              <a:gd name="connsiteY82" fmla="*/ 292386 h 361971"/>
              <a:gd name="connsiteX83" fmla="*/ 199366 w 362309"/>
              <a:gd name="connsiteY83" fmla="*/ 291748 h 361971"/>
              <a:gd name="connsiteX84" fmla="*/ 198088 w 362309"/>
              <a:gd name="connsiteY84" fmla="*/ 291109 h 361971"/>
              <a:gd name="connsiteX85" fmla="*/ 184030 w 362309"/>
              <a:gd name="connsiteY85" fmla="*/ 277065 h 361971"/>
              <a:gd name="connsiteX86" fmla="*/ 184030 w 362309"/>
              <a:gd name="connsiteY86" fmla="*/ 268127 h 361971"/>
              <a:gd name="connsiteX87" fmla="*/ 192976 w 362309"/>
              <a:gd name="connsiteY87" fmla="*/ 268127 h 361971"/>
              <a:gd name="connsiteX88" fmla="*/ 196171 w 362309"/>
              <a:gd name="connsiteY88" fmla="*/ 271319 h 361971"/>
              <a:gd name="connsiteX89" fmla="*/ 196171 w 362309"/>
              <a:gd name="connsiteY89" fmla="*/ 236846 h 361971"/>
              <a:gd name="connsiteX90" fmla="*/ 202561 w 362309"/>
              <a:gd name="connsiteY90" fmla="*/ 230462 h 361971"/>
              <a:gd name="connsiteX91" fmla="*/ 208951 w 362309"/>
              <a:gd name="connsiteY91" fmla="*/ 236846 h 361971"/>
              <a:gd name="connsiteX92" fmla="*/ 208951 w 362309"/>
              <a:gd name="connsiteY92" fmla="*/ 271958 h 361971"/>
              <a:gd name="connsiteX93" fmla="*/ 212785 w 362309"/>
              <a:gd name="connsiteY93" fmla="*/ 268766 h 361971"/>
              <a:gd name="connsiteX94" fmla="*/ 221731 w 362309"/>
              <a:gd name="connsiteY94" fmla="*/ 268766 h 361971"/>
              <a:gd name="connsiteX95" fmla="*/ 221092 w 362309"/>
              <a:gd name="connsiteY95" fmla="*/ 277703 h 361971"/>
              <a:gd name="connsiteX96" fmla="*/ 221092 w 362309"/>
              <a:gd name="connsiteY96" fmla="*/ 277703 h 361971"/>
              <a:gd name="connsiteX97" fmla="*/ 254959 w 362309"/>
              <a:gd name="connsiteY97" fmla="*/ 247060 h 361971"/>
              <a:gd name="connsiteX98" fmla="*/ 232594 w 362309"/>
              <a:gd name="connsiteY98" fmla="*/ 247060 h 361971"/>
              <a:gd name="connsiteX99" fmla="*/ 226204 w 362309"/>
              <a:gd name="connsiteY99" fmla="*/ 240676 h 361971"/>
              <a:gd name="connsiteX100" fmla="*/ 232594 w 362309"/>
              <a:gd name="connsiteY100" fmla="*/ 234292 h 361971"/>
              <a:gd name="connsiteX101" fmla="*/ 254959 w 362309"/>
              <a:gd name="connsiteY101" fmla="*/ 234292 h 361971"/>
              <a:gd name="connsiteX102" fmla="*/ 299049 w 362309"/>
              <a:gd name="connsiteY102" fmla="*/ 190243 h 361971"/>
              <a:gd name="connsiteX103" fmla="*/ 299049 w 362309"/>
              <a:gd name="connsiteY103" fmla="*/ 183859 h 361971"/>
              <a:gd name="connsiteX104" fmla="*/ 254959 w 362309"/>
              <a:gd name="connsiteY104" fmla="*/ 139809 h 361971"/>
              <a:gd name="connsiteX105" fmla="*/ 228760 w 362309"/>
              <a:gd name="connsiteY105" fmla="*/ 139809 h 361971"/>
              <a:gd name="connsiteX106" fmla="*/ 222370 w 362309"/>
              <a:gd name="connsiteY106" fmla="*/ 133425 h 361971"/>
              <a:gd name="connsiteX107" fmla="*/ 163582 w 362309"/>
              <a:gd name="connsiteY107" fmla="*/ 81715 h 361971"/>
              <a:gd name="connsiteX108" fmla="*/ 111824 w 362309"/>
              <a:gd name="connsiteY108" fmla="*/ 135341 h 361971"/>
              <a:gd name="connsiteX109" fmla="*/ 111824 w 362309"/>
              <a:gd name="connsiteY109" fmla="*/ 146832 h 361971"/>
              <a:gd name="connsiteX110" fmla="*/ 105434 w 362309"/>
              <a:gd name="connsiteY110" fmla="*/ 153216 h 361971"/>
              <a:gd name="connsiteX111" fmla="*/ 104156 w 362309"/>
              <a:gd name="connsiteY111" fmla="*/ 153216 h 361971"/>
              <a:gd name="connsiteX112" fmla="*/ 61982 w 362309"/>
              <a:gd name="connsiteY112" fmla="*/ 192158 h 361971"/>
              <a:gd name="connsiteX113" fmla="*/ 100961 w 362309"/>
              <a:gd name="connsiteY113" fmla="*/ 234292 h 361971"/>
              <a:gd name="connsiteX114" fmla="*/ 104156 w 362309"/>
              <a:gd name="connsiteY114" fmla="*/ 234292 h 361971"/>
              <a:gd name="connsiteX115" fmla="*/ 123326 w 362309"/>
              <a:gd name="connsiteY115" fmla="*/ 234292 h 361971"/>
              <a:gd name="connsiteX116" fmla="*/ 129716 w 362309"/>
              <a:gd name="connsiteY116" fmla="*/ 240676 h 361971"/>
              <a:gd name="connsiteX117" fmla="*/ 123326 w 362309"/>
              <a:gd name="connsiteY117" fmla="*/ 247060 h 361971"/>
              <a:gd name="connsiteX118" fmla="*/ 104156 w 362309"/>
              <a:gd name="connsiteY118" fmla="*/ 247060 h 361971"/>
              <a:gd name="connsiteX119" fmla="*/ 51119 w 362309"/>
              <a:gd name="connsiteY119" fmla="*/ 193435 h 361971"/>
              <a:gd name="connsiteX120" fmla="*/ 98405 w 362309"/>
              <a:gd name="connsiteY120" fmla="*/ 141086 h 361971"/>
              <a:gd name="connsiteX121" fmla="*/ 98405 w 362309"/>
              <a:gd name="connsiteY121" fmla="*/ 135979 h 361971"/>
              <a:gd name="connsiteX122" fmla="*/ 166777 w 362309"/>
              <a:gd name="connsiteY122" fmla="*/ 68947 h 361971"/>
              <a:gd name="connsiteX123" fmla="*/ 234511 w 362309"/>
              <a:gd name="connsiteY123" fmla="*/ 127041 h 361971"/>
              <a:gd name="connsiteX124" fmla="*/ 254959 w 362309"/>
              <a:gd name="connsiteY124" fmla="*/ 127041 h 361971"/>
              <a:gd name="connsiteX125" fmla="*/ 311829 w 362309"/>
              <a:gd name="connsiteY125" fmla="*/ 183859 h 361971"/>
              <a:gd name="connsiteX126" fmla="*/ 311829 w 362309"/>
              <a:gd name="connsiteY126" fmla="*/ 190243 h 361971"/>
              <a:gd name="connsiteX127" fmla="*/ 254959 w 362309"/>
              <a:gd name="connsiteY127" fmla="*/ 247060 h 361971"/>
              <a:gd name="connsiteX128" fmla="*/ 254959 w 362309"/>
              <a:gd name="connsiteY128" fmla="*/ 247060 h 361971"/>
              <a:gd name="connsiteX129" fmla="*/ 254959 w 362309"/>
              <a:gd name="connsiteY129" fmla="*/ 24706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310" y="81077"/>
                  <a:pt x="281157" y="0"/>
                  <a:pt x="181474" y="0"/>
                </a:cubicBezTo>
                <a:cubicBezTo>
                  <a:pt x="181474" y="0"/>
                  <a:pt x="181474" y="0"/>
                  <a:pt x="181474" y="0"/>
                </a:cubicBezTo>
                <a:close/>
                <a:moveTo>
                  <a:pt x="153358" y="187689"/>
                </a:moveTo>
                <a:cubicBezTo>
                  <a:pt x="148247" y="186412"/>
                  <a:pt x="142496" y="187689"/>
                  <a:pt x="138022" y="190881"/>
                </a:cubicBezTo>
                <a:cubicBezTo>
                  <a:pt x="134828" y="192796"/>
                  <a:pt x="130994" y="192158"/>
                  <a:pt x="129077" y="188966"/>
                </a:cubicBezTo>
                <a:cubicBezTo>
                  <a:pt x="128438" y="187689"/>
                  <a:pt x="127799" y="186412"/>
                  <a:pt x="128438" y="184497"/>
                </a:cubicBezTo>
                <a:lnTo>
                  <a:pt x="132911" y="160238"/>
                </a:lnTo>
                <a:cubicBezTo>
                  <a:pt x="133550" y="157046"/>
                  <a:pt x="136106" y="155131"/>
                  <a:pt x="139301" y="155131"/>
                </a:cubicBezTo>
                <a:lnTo>
                  <a:pt x="164221" y="155131"/>
                </a:lnTo>
                <a:cubicBezTo>
                  <a:pt x="168055" y="155131"/>
                  <a:pt x="170611" y="157684"/>
                  <a:pt x="170611" y="161515"/>
                </a:cubicBezTo>
                <a:cubicBezTo>
                  <a:pt x="170611" y="165345"/>
                  <a:pt x="168055" y="167899"/>
                  <a:pt x="164221" y="167899"/>
                </a:cubicBezTo>
                <a:lnTo>
                  <a:pt x="145052" y="167899"/>
                </a:lnTo>
                <a:lnTo>
                  <a:pt x="143774" y="174921"/>
                </a:lnTo>
                <a:cubicBezTo>
                  <a:pt x="148885" y="173644"/>
                  <a:pt x="154637" y="173644"/>
                  <a:pt x="159110" y="175560"/>
                </a:cubicBezTo>
                <a:cubicBezTo>
                  <a:pt x="168695" y="179390"/>
                  <a:pt x="174445" y="190243"/>
                  <a:pt x="171889" y="200457"/>
                </a:cubicBezTo>
                <a:cubicBezTo>
                  <a:pt x="168695" y="211310"/>
                  <a:pt x="159110" y="218332"/>
                  <a:pt x="148247" y="218971"/>
                </a:cubicBezTo>
                <a:cubicBezTo>
                  <a:pt x="146969" y="218971"/>
                  <a:pt x="145690" y="218971"/>
                  <a:pt x="145052" y="218332"/>
                </a:cubicBezTo>
                <a:cubicBezTo>
                  <a:pt x="136745" y="217055"/>
                  <a:pt x="130355" y="211310"/>
                  <a:pt x="127799" y="203011"/>
                </a:cubicBezTo>
                <a:cubicBezTo>
                  <a:pt x="127160" y="199819"/>
                  <a:pt x="129077" y="195988"/>
                  <a:pt x="132911" y="195350"/>
                </a:cubicBezTo>
                <a:cubicBezTo>
                  <a:pt x="136106" y="194711"/>
                  <a:pt x="139301" y="196627"/>
                  <a:pt x="140579" y="199819"/>
                </a:cubicBezTo>
                <a:cubicBezTo>
                  <a:pt x="141857" y="203011"/>
                  <a:pt x="144412" y="204926"/>
                  <a:pt x="147607" y="205564"/>
                </a:cubicBezTo>
                <a:cubicBezTo>
                  <a:pt x="152720" y="205564"/>
                  <a:pt x="157832" y="202372"/>
                  <a:pt x="159748" y="197265"/>
                </a:cubicBezTo>
                <a:cubicBezTo>
                  <a:pt x="159748" y="194073"/>
                  <a:pt x="157192" y="189604"/>
                  <a:pt x="153358" y="187689"/>
                </a:cubicBezTo>
                <a:close/>
                <a:moveTo>
                  <a:pt x="178279" y="255359"/>
                </a:moveTo>
                <a:cubicBezTo>
                  <a:pt x="177001" y="256636"/>
                  <a:pt x="175084" y="257274"/>
                  <a:pt x="173806" y="257274"/>
                </a:cubicBezTo>
                <a:cubicBezTo>
                  <a:pt x="171889" y="257274"/>
                  <a:pt x="170611" y="256636"/>
                  <a:pt x="169333" y="255359"/>
                </a:cubicBezTo>
                <a:lnTo>
                  <a:pt x="165500" y="252167"/>
                </a:lnTo>
                <a:lnTo>
                  <a:pt x="165500" y="287279"/>
                </a:lnTo>
                <a:cubicBezTo>
                  <a:pt x="165500" y="291109"/>
                  <a:pt x="162943" y="293663"/>
                  <a:pt x="159110" y="293663"/>
                </a:cubicBezTo>
                <a:cubicBezTo>
                  <a:pt x="155275" y="293663"/>
                  <a:pt x="152720" y="291109"/>
                  <a:pt x="152720" y="287279"/>
                </a:cubicBezTo>
                <a:lnTo>
                  <a:pt x="152720" y="252167"/>
                </a:lnTo>
                <a:lnTo>
                  <a:pt x="149525" y="255359"/>
                </a:lnTo>
                <a:cubicBezTo>
                  <a:pt x="146969" y="257913"/>
                  <a:pt x="143135" y="257913"/>
                  <a:pt x="140579" y="255359"/>
                </a:cubicBezTo>
                <a:cubicBezTo>
                  <a:pt x="138022" y="252806"/>
                  <a:pt x="138022" y="248975"/>
                  <a:pt x="140579" y="246422"/>
                </a:cubicBezTo>
                <a:lnTo>
                  <a:pt x="154637" y="232377"/>
                </a:lnTo>
                <a:cubicBezTo>
                  <a:pt x="155275" y="231738"/>
                  <a:pt x="155915" y="231738"/>
                  <a:pt x="156553" y="231100"/>
                </a:cubicBezTo>
                <a:lnTo>
                  <a:pt x="157192" y="231100"/>
                </a:lnTo>
                <a:cubicBezTo>
                  <a:pt x="157832" y="231100"/>
                  <a:pt x="158470" y="230462"/>
                  <a:pt x="158470" y="230462"/>
                </a:cubicBezTo>
                <a:lnTo>
                  <a:pt x="159110" y="230462"/>
                </a:lnTo>
                <a:cubicBezTo>
                  <a:pt x="159748" y="230462"/>
                  <a:pt x="160387" y="230462"/>
                  <a:pt x="161027" y="230462"/>
                </a:cubicBezTo>
                <a:lnTo>
                  <a:pt x="161665" y="230462"/>
                </a:lnTo>
                <a:lnTo>
                  <a:pt x="161665" y="230462"/>
                </a:lnTo>
                <a:cubicBezTo>
                  <a:pt x="162305" y="230462"/>
                  <a:pt x="162943" y="231100"/>
                  <a:pt x="163582" y="231738"/>
                </a:cubicBezTo>
                <a:lnTo>
                  <a:pt x="163582" y="231738"/>
                </a:lnTo>
                <a:lnTo>
                  <a:pt x="177640" y="245145"/>
                </a:lnTo>
                <a:cubicBezTo>
                  <a:pt x="180196" y="247698"/>
                  <a:pt x="180835" y="252167"/>
                  <a:pt x="178279" y="255359"/>
                </a:cubicBezTo>
                <a:cubicBezTo>
                  <a:pt x="178279" y="254721"/>
                  <a:pt x="178279" y="254721"/>
                  <a:pt x="178279" y="255359"/>
                </a:cubicBezTo>
                <a:lnTo>
                  <a:pt x="178279" y="255359"/>
                </a:lnTo>
                <a:close/>
                <a:moveTo>
                  <a:pt x="180835" y="167899"/>
                </a:moveTo>
                <a:cubicBezTo>
                  <a:pt x="184669" y="160876"/>
                  <a:pt x="191698" y="155769"/>
                  <a:pt x="200005" y="153854"/>
                </a:cubicBezTo>
                <a:cubicBezTo>
                  <a:pt x="207673" y="151939"/>
                  <a:pt x="215341" y="153216"/>
                  <a:pt x="222370" y="157684"/>
                </a:cubicBezTo>
                <a:cubicBezTo>
                  <a:pt x="226843" y="160876"/>
                  <a:pt x="230677" y="165345"/>
                  <a:pt x="232594" y="170452"/>
                </a:cubicBezTo>
                <a:cubicBezTo>
                  <a:pt x="233872" y="173644"/>
                  <a:pt x="231955" y="177475"/>
                  <a:pt x="228760" y="178752"/>
                </a:cubicBezTo>
                <a:cubicBezTo>
                  <a:pt x="225565" y="180028"/>
                  <a:pt x="221731" y="178113"/>
                  <a:pt x="220453" y="174921"/>
                </a:cubicBezTo>
                <a:cubicBezTo>
                  <a:pt x="219175" y="172368"/>
                  <a:pt x="217258" y="169814"/>
                  <a:pt x="214702" y="168537"/>
                </a:cubicBezTo>
                <a:cubicBezTo>
                  <a:pt x="210868" y="166622"/>
                  <a:pt x="207034" y="165984"/>
                  <a:pt x="202561" y="166622"/>
                </a:cubicBezTo>
                <a:cubicBezTo>
                  <a:pt x="198088" y="167899"/>
                  <a:pt x="194254" y="170452"/>
                  <a:pt x="191698" y="174283"/>
                </a:cubicBezTo>
                <a:cubicBezTo>
                  <a:pt x="185308" y="183859"/>
                  <a:pt x="187225" y="196627"/>
                  <a:pt x="196810" y="203649"/>
                </a:cubicBezTo>
                <a:cubicBezTo>
                  <a:pt x="196810" y="203649"/>
                  <a:pt x="196810" y="203649"/>
                  <a:pt x="196810" y="203649"/>
                </a:cubicBezTo>
                <a:cubicBezTo>
                  <a:pt x="204478" y="208756"/>
                  <a:pt x="215341" y="204926"/>
                  <a:pt x="221731" y="202372"/>
                </a:cubicBezTo>
                <a:lnTo>
                  <a:pt x="221731" y="195988"/>
                </a:lnTo>
                <a:lnTo>
                  <a:pt x="210868" y="195988"/>
                </a:lnTo>
                <a:cubicBezTo>
                  <a:pt x="207034" y="195988"/>
                  <a:pt x="204478" y="193435"/>
                  <a:pt x="204478" y="189604"/>
                </a:cubicBezTo>
                <a:cubicBezTo>
                  <a:pt x="204478" y="185774"/>
                  <a:pt x="207034" y="183220"/>
                  <a:pt x="210868" y="183220"/>
                </a:cubicBezTo>
                <a:lnTo>
                  <a:pt x="228121" y="183220"/>
                </a:lnTo>
                <a:cubicBezTo>
                  <a:pt x="231955" y="183220"/>
                  <a:pt x="234511" y="185774"/>
                  <a:pt x="234511" y="189604"/>
                </a:cubicBezTo>
                <a:lnTo>
                  <a:pt x="234511" y="206203"/>
                </a:lnTo>
                <a:cubicBezTo>
                  <a:pt x="234511" y="208756"/>
                  <a:pt x="233233" y="210671"/>
                  <a:pt x="231316" y="211948"/>
                </a:cubicBezTo>
                <a:cubicBezTo>
                  <a:pt x="223648" y="216417"/>
                  <a:pt x="214702" y="218971"/>
                  <a:pt x="205756" y="218971"/>
                </a:cubicBezTo>
                <a:cubicBezTo>
                  <a:pt x="200005" y="218971"/>
                  <a:pt x="194254" y="217694"/>
                  <a:pt x="189781" y="214502"/>
                </a:cubicBezTo>
                <a:cubicBezTo>
                  <a:pt x="172528" y="202372"/>
                  <a:pt x="172528" y="181944"/>
                  <a:pt x="180835" y="167899"/>
                </a:cubicBezTo>
                <a:lnTo>
                  <a:pt x="180835" y="167899"/>
                </a:lnTo>
                <a:close/>
                <a:moveTo>
                  <a:pt x="221092" y="277703"/>
                </a:moveTo>
                <a:lnTo>
                  <a:pt x="207034" y="291109"/>
                </a:lnTo>
                <a:lnTo>
                  <a:pt x="207034" y="291109"/>
                </a:lnTo>
                <a:cubicBezTo>
                  <a:pt x="206395" y="291748"/>
                  <a:pt x="205756" y="291748"/>
                  <a:pt x="205117" y="292386"/>
                </a:cubicBezTo>
                <a:lnTo>
                  <a:pt x="205117" y="292386"/>
                </a:lnTo>
                <a:cubicBezTo>
                  <a:pt x="203839" y="293025"/>
                  <a:pt x="201922" y="293025"/>
                  <a:pt x="200005" y="292386"/>
                </a:cubicBezTo>
                <a:cubicBezTo>
                  <a:pt x="200005" y="292386"/>
                  <a:pt x="199366" y="292386"/>
                  <a:pt x="199366" y="291748"/>
                </a:cubicBezTo>
                <a:cubicBezTo>
                  <a:pt x="198727" y="291748"/>
                  <a:pt x="198727" y="291109"/>
                  <a:pt x="198088" y="291109"/>
                </a:cubicBezTo>
                <a:lnTo>
                  <a:pt x="184030" y="277065"/>
                </a:lnTo>
                <a:cubicBezTo>
                  <a:pt x="181474" y="274511"/>
                  <a:pt x="181474" y="270681"/>
                  <a:pt x="184030" y="268127"/>
                </a:cubicBezTo>
                <a:cubicBezTo>
                  <a:pt x="186586" y="265574"/>
                  <a:pt x="190420" y="265574"/>
                  <a:pt x="192976" y="268127"/>
                </a:cubicBezTo>
                <a:lnTo>
                  <a:pt x="196171" y="271319"/>
                </a:lnTo>
                <a:lnTo>
                  <a:pt x="196171" y="236846"/>
                </a:lnTo>
                <a:cubicBezTo>
                  <a:pt x="196171" y="233015"/>
                  <a:pt x="198727" y="230462"/>
                  <a:pt x="202561" y="230462"/>
                </a:cubicBezTo>
                <a:cubicBezTo>
                  <a:pt x="206395" y="230462"/>
                  <a:pt x="208951" y="233015"/>
                  <a:pt x="208951" y="236846"/>
                </a:cubicBezTo>
                <a:lnTo>
                  <a:pt x="208951" y="271958"/>
                </a:lnTo>
                <a:lnTo>
                  <a:pt x="212785" y="268766"/>
                </a:lnTo>
                <a:cubicBezTo>
                  <a:pt x="215341" y="266212"/>
                  <a:pt x="219175" y="266212"/>
                  <a:pt x="221731" y="268766"/>
                </a:cubicBezTo>
                <a:cubicBezTo>
                  <a:pt x="224287" y="271319"/>
                  <a:pt x="224287" y="275788"/>
                  <a:pt x="221092" y="277703"/>
                </a:cubicBezTo>
                <a:lnTo>
                  <a:pt x="221092" y="277703"/>
                </a:lnTo>
                <a:close/>
                <a:moveTo>
                  <a:pt x="254959" y="247060"/>
                </a:moveTo>
                <a:lnTo>
                  <a:pt x="232594" y="247060"/>
                </a:lnTo>
                <a:cubicBezTo>
                  <a:pt x="228760" y="247060"/>
                  <a:pt x="226204" y="244506"/>
                  <a:pt x="226204" y="240676"/>
                </a:cubicBezTo>
                <a:cubicBezTo>
                  <a:pt x="226204" y="236846"/>
                  <a:pt x="228760" y="234292"/>
                  <a:pt x="232594" y="234292"/>
                </a:cubicBezTo>
                <a:lnTo>
                  <a:pt x="254959" y="234292"/>
                </a:lnTo>
                <a:cubicBezTo>
                  <a:pt x="279240" y="234292"/>
                  <a:pt x="299049" y="214502"/>
                  <a:pt x="299049" y="190243"/>
                </a:cubicBezTo>
                <a:lnTo>
                  <a:pt x="299049" y="183859"/>
                </a:lnTo>
                <a:cubicBezTo>
                  <a:pt x="299049" y="159600"/>
                  <a:pt x="279240" y="139809"/>
                  <a:pt x="254959" y="139809"/>
                </a:cubicBezTo>
                <a:lnTo>
                  <a:pt x="228760" y="139809"/>
                </a:lnTo>
                <a:cubicBezTo>
                  <a:pt x="224926" y="139809"/>
                  <a:pt x="222370" y="137256"/>
                  <a:pt x="222370" y="133425"/>
                </a:cubicBezTo>
                <a:cubicBezTo>
                  <a:pt x="220453" y="102782"/>
                  <a:pt x="194254" y="79800"/>
                  <a:pt x="163582" y="81715"/>
                </a:cubicBezTo>
                <a:cubicBezTo>
                  <a:pt x="134828" y="83630"/>
                  <a:pt x="112463" y="106613"/>
                  <a:pt x="111824" y="135341"/>
                </a:cubicBezTo>
                <a:lnTo>
                  <a:pt x="111824" y="146832"/>
                </a:lnTo>
                <a:cubicBezTo>
                  <a:pt x="111824" y="150662"/>
                  <a:pt x="109268" y="153216"/>
                  <a:pt x="105434" y="153216"/>
                </a:cubicBezTo>
                <a:lnTo>
                  <a:pt x="104156" y="153216"/>
                </a:lnTo>
                <a:cubicBezTo>
                  <a:pt x="81791" y="152577"/>
                  <a:pt x="63261" y="169814"/>
                  <a:pt x="61982" y="192158"/>
                </a:cubicBezTo>
                <a:cubicBezTo>
                  <a:pt x="60704" y="214502"/>
                  <a:pt x="78596" y="233015"/>
                  <a:pt x="100961" y="234292"/>
                </a:cubicBezTo>
                <a:cubicBezTo>
                  <a:pt x="102239" y="234292"/>
                  <a:pt x="102878" y="234292"/>
                  <a:pt x="104156" y="234292"/>
                </a:cubicBezTo>
                <a:lnTo>
                  <a:pt x="123326" y="234292"/>
                </a:lnTo>
                <a:cubicBezTo>
                  <a:pt x="127160" y="234292"/>
                  <a:pt x="129716" y="236846"/>
                  <a:pt x="129716" y="240676"/>
                </a:cubicBezTo>
                <a:cubicBezTo>
                  <a:pt x="129716" y="244506"/>
                  <a:pt x="127160" y="247060"/>
                  <a:pt x="123326" y="247060"/>
                </a:cubicBezTo>
                <a:lnTo>
                  <a:pt x="104156" y="247060"/>
                </a:lnTo>
                <a:cubicBezTo>
                  <a:pt x="74762" y="247060"/>
                  <a:pt x="51119" y="222801"/>
                  <a:pt x="51119" y="193435"/>
                </a:cubicBezTo>
                <a:cubicBezTo>
                  <a:pt x="51119" y="166622"/>
                  <a:pt x="71567" y="143640"/>
                  <a:pt x="98405" y="141086"/>
                </a:cubicBezTo>
                <a:lnTo>
                  <a:pt x="98405" y="135979"/>
                </a:lnTo>
                <a:cubicBezTo>
                  <a:pt x="99044" y="98952"/>
                  <a:pt x="129077" y="68947"/>
                  <a:pt x="166777" y="68947"/>
                </a:cubicBezTo>
                <a:cubicBezTo>
                  <a:pt x="200644" y="68947"/>
                  <a:pt x="229399" y="93845"/>
                  <a:pt x="234511" y="127041"/>
                </a:cubicBezTo>
                <a:lnTo>
                  <a:pt x="254959" y="127041"/>
                </a:lnTo>
                <a:cubicBezTo>
                  <a:pt x="286269" y="127041"/>
                  <a:pt x="311829" y="152577"/>
                  <a:pt x="311829" y="183859"/>
                </a:cubicBezTo>
                <a:lnTo>
                  <a:pt x="311829" y="190243"/>
                </a:lnTo>
                <a:cubicBezTo>
                  <a:pt x="311829" y="221524"/>
                  <a:pt x="286269" y="247060"/>
                  <a:pt x="254959" y="247060"/>
                </a:cubicBezTo>
                <a:cubicBezTo>
                  <a:pt x="254959" y="247060"/>
                  <a:pt x="254959" y="247060"/>
                  <a:pt x="254959" y="247060"/>
                </a:cubicBezTo>
                <a:lnTo>
                  <a:pt x="254959" y="247060"/>
                </a:lnTo>
                <a:close/>
              </a:path>
            </a:pathLst>
          </a:custGeom>
          <a:solidFill>
            <a:srgbClr val="26890D"/>
          </a:solidFill>
          <a:ln w="6390" cap="flat">
            <a:noFill/>
            <a:prstDash val="solid"/>
            <a:miter/>
          </a:ln>
        </p:spPr>
        <p:txBody>
          <a:bodyPr rtlCol="0" anchor="ctr"/>
          <a:lstStyle/>
          <a:p>
            <a:endParaRPr lang="en-US"/>
          </a:p>
        </p:txBody>
      </p:sp>
      <p:sp>
        <p:nvSpPr>
          <p:cNvPr id="747" name="Graphic 4">
            <a:extLst>
              <a:ext uri="{FF2B5EF4-FFF2-40B4-BE49-F238E27FC236}">
                <a16:creationId xmlns:a16="http://schemas.microsoft.com/office/drawing/2014/main" id="{695A5BB3-06AC-064F-8760-FBA41FB9E446}"/>
              </a:ext>
            </a:extLst>
          </p:cNvPr>
          <p:cNvSpPr/>
          <p:nvPr/>
        </p:nvSpPr>
        <p:spPr>
          <a:xfrm>
            <a:off x="7191874" y="237117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16619 w 362312"/>
              <a:gd name="connsiteY6" fmla="*/ 143001 h 361971"/>
              <a:gd name="connsiteX7" fmla="*/ 223009 w 362312"/>
              <a:gd name="connsiteY7" fmla="*/ 136617 h 361971"/>
              <a:gd name="connsiteX8" fmla="*/ 224287 w 362312"/>
              <a:gd name="connsiteY8" fmla="*/ 136617 h 361971"/>
              <a:gd name="connsiteX9" fmla="*/ 230677 w 362312"/>
              <a:gd name="connsiteY9" fmla="*/ 143001 h 361971"/>
              <a:gd name="connsiteX10" fmla="*/ 230677 w 362312"/>
              <a:gd name="connsiteY10" fmla="*/ 161515 h 361971"/>
              <a:gd name="connsiteX11" fmla="*/ 224287 w 362312"/>
              <a:gd name="connsiteY11" fmla="*/ 167899 h 361971"/>
              <a:gd name="connsiteX12" fmla="*/ 223009 w 362312"/>
              <a:gd name="connsiteY12" fmla="*/ 167899 h 361971"/>
              <a:gd name="connsiteX13" fmla="*/ 216619 w 362312"/>
              <a:gd name="connsiteY13" fmla="*/ 161515 h 361971"/>
              <a:gd name="connsiteX14" fmla="*/ 216619 w 362312"/>
              <a:gd name="connsiteY14" fmla="*/ 143001 h 361971"/>
              <a:gd name="connsiteX15" fmla="*/ 274767 w 362312"/>
              <a:gd name="connsiteY15" fmla="*/ 176198 h 361971"/>
              <a:gd name="connsiteX16" fmla="*/ 274767 w 362312"/>
              <a:gd name="connsiteY16" fmla="*/ 185135 h 361971"/>
              <a:gd name="connsiteX17" fmla="*/ 88181 w 362312"/>
              <a:gd name="connsiteY17" fmla="*/ 185135 h 361971"/>
              <a:gd name="connsiteX18" fmla="*/ 88181 w 362312"/>
              <a:gd name="connsiteY18" fmla="*/ 176198 h 361971"/>
              <a:gd name="connsiteX19" fmla="*/ 274767 w 362312"/>
              <a:gd name="connsiteY19" fmla="*/ 176198 h 361971"/>
              <a:gd name="connsiteX20" fmla="*/ 239623 w 362312"/>
              <a:gd name="connsiteY20" fmla="*/ 164068 h 361971"/>
              <a:gd name="connsiteX21" fmla="*/ 239623 w 362312"/>
              <a:gd name="connsiteY21" fmla="*/ 139171 h 361971"/>
              <a:gd name="connsiteX22" fmla="*/ 242818 w 362312"/>
              <a:gd name="connsiteY22" fmla="*/ 135979 h 361971"/>
              <a:gd name="connsiteX23" fmla="*/ 245374 w 362312"/>
              <a:gd name="connsiteY23" fmla="*/ 135979 h 361971"/>
              <a:gd name="connsiteX24" fmla="*/ 248569 w 362312"/>
              <a:gd name="connsiteY24" fmla="*/ 139171 h 361971"/>
              <a:gd name="connsiteX25" fmla="*/ 248569 w 362312"/>
              <a:gd name="connsiteY25" fmla="*/ 164068 h 361971"/>
              <a:gd name="connsiteX26" fmla="*/ 245374 w 362312"/>
              <a:gd name="connsiteY26" fmla="*/ 167260 h 361971"/>
              <a:gd name="connsiteX27" fmla="*/ 242818 w 362312"/>
              <a:gd name="connsiteY27" fmla="*/ 167260 h 361971"/>
              <a:gd name="connsiteX28" fmla="*/ 239623 w 362312"/>
              <a:gd name="connsiteY28" fmla="*/ 164068 h 361971"/>
              <a:gd name="connsiteX29" fmla="*/ 239623 w 362312"/>
              <a:gd name="connsiteY29" fmla="*/ 164068 h 361971"/>
              <a:gd name="connsiteX30" fmla="*/ 248569 w 362312"/>
              <a:gd name="connsiteY30" fmla="*/ 197265 h 361971"/>
              <a:gd name="connsiteX31" fmla="*/ 248569 w 362312"/>
              <a:gd name="connsiteY31" fmla="*/ 222163 h 361971"/>
              <a:gd name="connsiteX32" fmla="*/ 245374 w 362312"/>
              <a:gd name="connsiteY32" fmla="*/ 225355 h 361971"/>
              <a:gd name="connsiteX33" fmla="*/ 242818 w 362312"/>
              <a:gd name="connsiteY33" fmla="*/ 225355 h 361971"/>
              <a:gd name="connsiteX34" fmla="*/ 239623 w 362312"/>
              <a:gd name="connsiteY34" fmla="*/ 222163 h 361971"/>
              <a:gd name="connsiteX35" fmla="*/ 239623 w 362312"/>
              <a:gd name="connsiteY35" fmla="*/ 197265 h 361971"/>
              <a:gd name="connsiteX36" fmla="*/ 242818 w 362312"/>
              <a:gd name="connsiteY36" fmla="*/ 194073 h 361971"/>
              <a:gd name="connsiteX37" fmla="*/ 245374 w 362312"/>
              <a:gd name="connsiteY37" fmla="*/ 194073 h 361971"/>
              <a:gd name="connsiteX38" fmla="*/ 248569 w 362312"/>
              <a:gd name="connsiteY38" fmla="*/ 197265 h 361971"/>
              <a:gd name="connsiteX39" fmla="*/ 248569 w 362312"/>
              <a:gd name="connsiteY39" fmla="*/ 197265 h 361971"/>
              <a:gd name="connsiteX40" fmla="*/ 128438 w 362312"/>
              <a:gd name="connsiteY40" fmla="*/ 200457 h 361971"/>
              <a:gd name="connsiteX41" fmla="*/ 128438 w 362312"/>
              <a:gd name="connsiteY41" fmla="*/ 218971 h 361971"/>
              <a:gd name="connsiteX42" fmla="*/ 122048 w 362312"/>
              <a:gd name="connsiteY42" fmla="*/ 225355 h 361971"/>
              <a:gd name="connsiteX43" fmla="*/ 120770 w 362312"/>
              <a:gd name="connsiteY43" fmla="*/ 225355 h 361971"/>
              <a:gd name="connsiteX44" fmla="*/ 114380 w 362312"/>
              <a:gd name="connsiteY44" fmla="*/ 218971 h 361971"/>
              <a:gd name="connsiteX45" fmla="*/ 114380 w 362312"/>
              <a:gd name="connsiteY45" fmla="*/ 200457 h 361971"/>
              <a:gd name="connsiteX46" fmla="*/ 120770 w 362312"/>
              <a:gd name="connsiteY46" fmla="*/ 194073 h 361971"/>
              <a:gd name="connsiteX47" fmla="*/ 122048 w 362312"/>
              <a:gd name="connsiteY47" fmla="*/ 194073 h 361971"/>
              <a:gd name="connsiteX48" fmla="*/ 128438 w 362312"/>
              <a:gd name="connsiteY48" fmla="*/ 200457 h 361971"/>
              <a:gd name="connsiteX49" fmla="*/ 128438 w 362312"/>
              <a:gd name="connsiteY49" fmla="*/ 200457 h 361971"/>
              <a:gd name="connsiteX50" fmla="*/ 114380 w 362312"/>
              <a:gd name="connsiteY50" fmla="*/ 161515 h 361971"/>
              <a:gd name="connsiteX51" fmla="*/ 114380 w 362312"/>
              <a:gd name="connsiteY51" fmla="*/ 143001 h 361971"/>
              <a:gd name="connsiteX52" fmla="*/ 120770 w 362312"/>
              <a:gd name="connsiteY52" fmla="*/ 136617 h 361971"/>
              <a:gd name="connsiteX53" fmla="*/ 122048 w 362312"/>
              <a:gd name="connsiteY53" fmla="*/ 136617 h 361971"/>
              <a:gd name="connsiteX54" fmla="*/ 128438 w 362312"/>
              <a:gd name="connsiteY54" fmla="*/ 143001 h 361971"/>
              <a:gd name="connsiteX55" fmla="*/ 128438 w 362312"/>
              <a:gd name="connsiteY55" fmla="*/ 161515 h 361971"/>
              <a:gd name="connsiteX56" fmla="*/ 122048 w 362312"/>
              <a:gd name="connsiteY56" fmla="*/ 167899 h 361971"/>
              <a:gd name="connsiteX57" fmla="*/ 120770 w 362312"/>
              <a:gd name="connsiteY57" fmla="*/ 167899 h 361971"/>
              <a:gd name="connsiteX58" fmla="*/ 114380 w 362312"/>
              <a:gd name="connsiteY58" fmla="*/ 161515 h 361971"/>
              <a:gd name="connsiteX59" fmla="*/ 114380 w 362312"/>
              <a:gd name="connsiteY59" fmla="*/ 161515 h 361971"/>
              <a:gd name="connsiteX60" fmla="*/ 114380 w 362312"/>
              <a:gd name="connsiteY60" fmla="*/ 161515 h 361971"/>
              <a:gd name="connsiteX61" fmla="*/ 196171 w 362312"/>
              <a:gd name="connsiteY61" fmla="*/ 143001 h 361971"/>
              <a:gd name="connsiteX62" fmla="*/ 202561 w 362312"/>
              <a:gd name="connsiteY62" fmla="*/ 136617 h 361971"/>
              <a:gd name="connsiteX63" fmla="*/ 203839 w 362312"/>
              <a:gd name="connsiteY63" fmla="*/ 136617 h 361971"/>
              <a:gd name="connsiteX64" fmla="*/ 210229 w 362312"/>
              <a:gd name="connsiteY64" fmla="*/ 143001 h 361971"/>
              <a:gd name="connsiteX65" fmla="*/ 210229 w 362312"/>
              <a:gd name="connsiteY65" fmla="*/ 161515 h 361971"/>
              <a:gd name="connsiteX66" fmla="*/ 203839 w 362312"/>
              <a:gd name="connsiteY66" fmla="*/ 167899 h 361971"/>
              <a:gd name="connsiteX67" fmla="*/ 202561 w 362312"/>
              <a:gd name="connsiteY67" fmla="*/ 167899 h 361971"/>
              <a:gd name="connsiteX68" fmla="*/ 196171 w 362312"/>
              <a:gd name="connsiteY68" fmla="*/ 161515 h 361971"/>
              <a:gd name="connsiteX69" fmla="*/ 196171 w 362312"/>
              <a:gd name="connsiteY69" fmla="*/ 143001 h 361971"/>
              <a:gd name="connsiteX70" fmla="*/ 179557 w 362312"/>
              <a:gd name="connsiteY70" fmla="*/ 139809 h 361971"/>
              <a:gd name="connsiteX71" fmla="*/ 182752 w 362312"/>
              <a:gd name="connsiteY71" fmla="*/ 136617 h 361971"/>
              <a:gd name="connsiteX72" fmla="*/ 185947 w 362312"/>
              <a:gd name="connsiteY72" fmla="*/ 139809 h 361971"/>
              <a:gd name="connsiteX73" fmla="*/ 185947 w 362312"/>
              <a:gd name="connsiteY73" fmla="*/ 164707 h 361971"/>
              <a:gd name="connsiteX74" fmla="*/ 182752 w 362312"/>
              <a:gd name="connsiteY74" fmla="*/ 167899 h 361971"/>
              <a:gd name="connsiteX75" fmla="*/ 179557 w 362312"/>
              <a:gd name="connsiteY75" fmla="*/ 164707 h 361971"/>
              <a:gd name="connsiteX76" fmla="*/ 179557 w 362312"/>
              <a:gd name="connsiteY76" fmla="*/ 139809 h 361971"/>
              <a:gd name="connsiteX77" fmla="*/ 153358 w 362312"/>
              <a:gd name="connsiteY77" fmla="*/ 143001 h 361971"/>
              <a:gd name="connsiteX78" fmla="*/ 159748 w 362312"/>
              <a:gd name="connsiteY78" fmla="*/ 136617 h 361971"/>
              <a:gd name="connsiteX79" fmla="*/ 164861 w 362312"/>
              <a:gd name="connsiteY79" fmla="*/ 136617 h 361971"/>
              <a:gd name="connsiteX80" fmla="*/ 171251 w 362312"/>
              <a:gd name="connsiteY80" fmla="*/ 143001 h 361971"/>
              <a:gd name="connsiteX81" fmla="*/ 171251 w 362312"/>
              <a:gd name="connsiteY81" fmla="*/ 161515 h 361971"/>
              <a:gd name="connsiteX82" fmla="*/ 164861 w 362312"/>
              <a:gd name="connsiteY82" fmla="*/ 167899 h 361971"/>
              <a:gd name="connsiteX83" fmla="*/ 159748 w 362312"/>
              <a:gd name="connsiteY83" fmla="*/ 167899 h 361971"/>
              <a:gd name="connsiteX84" fmla="*/ 153358 w 362312"/>
              <a:gd name="connsiteY84" fmla="*/ 161515 h 361971"/>
              <a:gd name="connsiteX85" fmla="*/ 153358 w 362312"/>
              <a:gd name="connsiteY85" fmla="*/ 143001 h 361971"/>
              <a:gd name="connsiteX86" fmla="*/ 142496 w 362312"/>
              <a:gd name="connsiteY86" fmla="*/ 136617 h 361971"/>
              <a:gd name="connsiteX87" fmla="*/ 145691 w 362312"/>
              <a:gd name="connsiteY87" fmla="*/ 139809 h 361971"/>
              <a:gd name="connsiteX88" fmla="*/ 145691 w 362312"/>
              <a:gd name="connsiteY88" fmla="*/ 164707 h 361971"/>
              <a:gd name="connsiteX89" fmla="*/ 142496 w 362312"/>
              <a:gd name="connsiteY89" fmla="*/ 167899 h 361971"/>
              <a:gd name="connsiteX90" fmla="*/ 141217 w 362312"/>
              <a:gd name="connsiteY90" fmla="*/ 167899 h 361971"/>
              <a:gd name="connsiteX91" fmla="*/ 138022 w 362312"/>
              <a:gd name="connsiteY91" fmla="*/ 164707 h 361971"/>
              <a:gd name="connsiteX92" fmla="*/ 138022 w 362312"/>
              <a:gd name="connsiteY92" fmla="*/ 139809 h 361971"/>
              <a:gd name="connsiteX93" fmla="*/ 141217 w 362312"/>
              <a:gd name="connsiteY93" fmla="*/ 136617 h 361971"/>
              <a:gd name="connsiteX94" fmla="*/ 142496 w 362312"/>
              <a:gd name="connsiteY94" fmla="*/ 136617 h 361971"/>
              <a:gd name="connsiteX95" fmla="*/ 86264 w 362312"/>
              <a:gd name="connsiteY95" fmla="*/ 121934 h 361971"/>
              <a:gd name="connsiteX96" fmla="*/ 122048 w 362312"/>
              <a:gd name="connsiteY96" fmla="*/ 86184 h 361971"/>
              <a:gd name="connsiteX97" fmla="*/ 132271 w 362312"/>
              <a:gd name="connsiteY97" fmla="*/ 86184 h 361971"/>
              <a:gd name="connsiteX98" fmla="*/ 138661 w 362312"/>
              <a:gd name="connsiteY98" fmla="*/ 92568 h 361971"/>
              <a:gd name="connsiteX99" fmla="*/ 132271 w 362312"/>
              <a:gd name="connsiteY99" fmla="*/ 98952 h 361971"/>
              <a:gd name="connsiteX100" fmla="*/ 122048 w 362312"/>
              <a:gd name="connsiteY100" fmla="*/ 98952 h 361971"/>
              <a:gd name="connsiteX101" fmla="*/ 99044 w 362312"/>
              <a:gd name="connsiteY101" fmla="*/ 121934 h 361971"/>
              <a:gd name="connsiteX102" fmla="*/ 99044 w 362312"/>
              <a:gd name="connsiteY102" fmla="*/ 132149 h 361971"/>
              <a:gd name="connsiteX103" fmla="*/ 92654 w 362312"/>
              <a:gd name="connsiteY103" fmla="*/ 138533 h 361971"/>
              <a:gd name="connsiteX104" fmla="*/ 86264 w 362312"/>
              <a:gd name="connsiteY104" fmla="*/ 132149 h 361971"/>
              <a:gd name="connsiteX105" fmla="*/ 86264 w 362312"/>
              <a:gd name="connsiteY105" fmla="*/ 121934 h 361971"/>
              <a:gd name="connsiteX106" fmla="*/ 132911 w 362312"/>
              <a:gd name="connsiteY106" fmla="*/ 276427 h 361971"/>
              <a:gd name="connsiteX107" fmla="*/ 122686 w 362312"/>
              <a:gd name="connsiteY107" fmla="*/ 276427 h 361971"/>
              <a:gd name="connsiteX108" fmla="*/ 86903 w 362312"/>
              <a:gd name="connsiteY108" fmla="*/ 240676 h 361971"/>
              <a:gd name="connsiteX109" fmla="*/ 86903 w 362312"/>
              <a:gd name="connsiteY109" fmla="*/ 230462 h 361971"/>
              <a:gd name="connsiteX110" fmla="*/ 93293 w 362312"/>
              <a:gd name="connsiteY110" fmla="*/ 224078 h 361971"/>
              <a:gd name="connsiteX111" fmla="*/ 99683 w 362312"/>
              <a:gd name="connsiteY111" fmla="*/ 230462 h 361971"/>
              <a:gd name="connsiteX112" fmla="*/ 99683 w 362312"/>
              <a:gd name="connsiteY112" fmla="*/ 240676 h 361971"/>
              <a:gd name="connsiteX113" fmla="*/ 122686 w 362312"/>
              <a:gd name="connsiteY113" fmla="*/ 263659 h 361971"/>
              <a:gd name="connsiteX114" fmla="*/ 132911 w 362312"/>
              <a:gd name="connsiteY114" fmla="*/ 263659 h 361971"/>
              <a:gd name="connsiteX115" fmla="*/ 139301 w 362312"/>
              <a:gd name="connsiteY115" fmla="*/ 270043 h 361971"/>
              <a:gd name="connsiteX116" fmla="*/ 132911 w 362312"/>
              <a:gd name="connsiteY116" fmla="*/ 276427 h 361971"/>
              <a:gd name="connsiteX117" fmla="*/ 145691 w 362312"/>
              <a:gd name="connsiteY117" fmla="*/ 222163 h 361971"/>
              <a:gd name="connsiteX118" fmla="*/ 142496 w 362312"/>
              <a:gd name="connsiteY118" fmla="*/ 225355 h 361971"/>
              <a:gd name="connsiteX119" fmla="*/ 141217 w 362312"/>
              <a:gd name="connsiteY119" fmla="*/ 225355 h 361971"/>
              <a:gd name="connsiteX120" fmla="*/ 138022 w 362312"/>
              <a:gd name="connsiteY120" fmla="*/ 222163 h 361971"/>
              <a:gd name="connsiteX121" fmla="*/ 138022 w 362312"/>
              <a:gd name="connsiteY121" fmla="*/ 197265 h 361971"/>
              <a:gd name="connsiteX122" fmla="*/ 141217 w 362312"/>
              <a:gd name="connsiteY122" fmla="*/ 194073 h 361971"/>
              <a:gd name="connsiteX123" fmla="*/ 142496 w 362312"/>
              <a:gd name="connsiteY123" fmla="*/ 194073 h 361971"/>
              <a:gd name="connsiteX124" fmla="*/ 145691 w 362312"/>
              <a:gd name="connsiteY124" fmla="*/ 197265 h 361971"/>
              <a:gd name="connsiteX125" fmla="*/ 145691 w 362312"/>
              <a:gd name="connsiteY125" fmla="*/ 222163 h 361971"/>
              <a:gd name="connsiteX126" fmla="*/ 171251 w 362312"/>
              <a:gd name="connsiteY126" fmla="*/ 218971 h 361971"/>
              <a:gd name="connsiteX127" fmla="*/ 164861 w 362312"/>
              <a:gd name="connsiteY127" fmla="*/ 225355 h 361971"/>
              <a:gd name="connsiteX128" fmla="*/ 159748 w 362312"/>
              <a:gd name="connsiteY128" fmla="*/ 225355 h 361971"/>
              <a:gd name="connsiteX129" fmla="*/ 153358 w 362312"/>
              <a:gd name="connsiteY129" fmla="*/ 218971 h 361971"/>
              <a:gd name="connsiteX130" fmla="*/ 153358 w 362312"/>
              <a:gd name="connsiteY130" fmla="*/ 200457 h 361971"/>
              <a:gd name="connsiteX131" fmla="*/ 159748 w 362312"/>
              <a:gd name="connsiteY131" fmla="*/ 194073 h 361971"/>
              <a:gd name="connsiteX132" fmla="*/ 164861 w 362312"/>
              <a:gd name="connsiteY132" fmla="*/ 194073 h 361971"/>
              <a:gd name="connsiteX133" fmla="*/ 171251 w 362312"/>
              <a:gd name="connsiteY133" fmla="*/ 200457 h 361971"/>
              <a:gd name="connsiteX134" fmla="*/ 171251 w 362312"/>
              <a:gd name="connsiteY134" fmla="*/ 218971 h 361971"/>
              <a:gd name="connsiteX135" fmla="*/ 185947 w 362312"/>
              <a:gd name="connsiteY135" fmla="*/ 222163 h 361971"/>
              <a:gd name="connsiteX136" fmla="*/ 182752 w 362312"/>
              <a:gd name="connsiteY136" fmla="*/ 225355 h 361971"/>
              <a:gd name="connsiteX137" fmla="*/ 179557 w 362312"/>
              <a:gd name="connsiteY137" fmla="*/ 222163 h 361971"/>
              <a:gd name="connsiteX138" fmla="*/ 179557 w 362312"/>
              <a:gd name="connsiteY138" fmla="*/ 197265 h 361971"/>
              <a:gd name="connsiteX139" fmla="*/ 182752 w 362312"/>
              <a:gd name="connsiteY139" fmla="*/ 194073 h 361971"/>
              <a:gd name="connsiteX140" fmla="*/ 185947 w 362312"/>
              <a:gd name="connsiteY140" fmla="*/ 197265 h 361971"/>
              <a:gd name="connsiteX141" fmla="*/ 185947 w 362312"/>
              <a:gd name="connsiteY141" fmla="*/ 222163 h 361971"/>
              <a:gd name="connsiteX142" fmla="*/ 209590 w 362312"/>
              <a:gd name="connsiteY142" fmla="*/ 218971 h 361971"/>
              <a:gd name="connsiteX143" fmla="*/ 203200 w 362312"/>
              <a:gd name="connsiteY143" fmla="*/ 225355 h 361971"/>
              <a:gd name="connsiteX144" fmla="*/ 201922 w 362312"/>
              <a:gd name="connsiteY144" fmla="*/ 225355 h 361971"/>
              <a:gd name="connsiteX145" fmla="*/ 195532 w 362312"/>
              <a:gd name="connsiteY145" fmla="*/ 218971 h 361971"/>
              <a:gd name="connsiteX146" fmla="*/ 195532 w 362312"/>
              <a:gd name="connsiteY146" fmla="*/ 200457 h 361971"/>
              <a:gd name="connsiteX147" fmla="*/ 201922 w 362312"/>
              <a:gd name="connsiteY147" fmla="*/ 194073 h 361971"/>
              <a:gd name="connsiteX148" fmla="*/ 203200 w 362312"/>
              <a:gd name="connsiteY148" fmla="*/ 194073 h 361971"/>
              <a:gd name="connsiteX149" fmla="*/ 209590 w 362312"/>
              <a:gd name="connsiteY149" fmla="*/ 200457 h 361971"/>
              <a:gd name="connsiteX150" fmla="*/ 209590 w 362312"/>
              <a:gd name="connsiteY150" fmla="*/ 218971 h 361971"/>
              <a:gd name="connsiteX151" fmla="*/ 215980 w 362312"/>
              <a:gd name="connsiteY151" fmla="*/ 218971 h 361971"/>
              <a:gd name="connsiteX152" fmla="*/ 215980 w 362312"/>
              <a:gd name="connsiteY152" fmla="*/ 200457 h 361971"/>
              <a:gd name="connsiteX153" fmla="*/ 222370 w 362312"/>
              <a:gd name="connsiteY153" fmla="*/ 194073 h 361971"/>
              <a:gd name="connsiteX154" fmla="*/ 223648 w 362312"/>
              <a:gd name="connsiteY154" fmla="*/ 194073 h 361971"/>
              <a:gd name="connsiteX155" fmla="*/ 230038 w 362312"/>
              <a:gd name="connsiteY155" fmla="*/ 200457 h 361971"/>
              <a:gd name="connsiteX156" fmla="*/ 230038 w 362312"/>
              <a:gd name="connsiteY156" fmla="*/ 218971 h 361971"/>
              <a:gd name="connsiteX157" fmla="*/ 223648 w 362312"/>
              <a:gd name="connsiteY157" fmla="*/ 225355 h 361971"/>
              <a:gd name="connsiteX158" fmla="*/ 222370 w 362312"/>
              <a:gd name="connsiteY158" fmla="*/ 225355 h 361971"/>
              <a:gd name="connsiteX159" fmla="*/ 215980 w 362312"/>
              <a:gd name="connsiteY159" fmla="*/ 218971 h 361971"/>
              <a:gd name="connsiteX160" fmla="*/ 215980 w 362312"/>
              <a:gd name="connsiteY160" fmla="*/ 218971 h 361971"/>
              <a:gd name="connsiteX161" fmla="*/ 276685 w 362312"/>
              <a:gd name="connsiteY161" fmla="*/ 240038 h 361971"/>
              <a:gd name="connsiteX162" fmla="*/ 240900 w 362312"/>
              <a:gd name="connsiteY162" fmla="*/ 275788 h 361971"/>
              <a:gd name="connsiteX163" fmla="*/ 230677 w 362312"/>
              <a:gd name="connsiteY163" fmla="*/ 275788 h 361971"/>
              <a:gd name="connsiteX164" fmla="*/ 224287 w 362312"/>
              <a:gd name="connsiteY164" fmla="*/ 269404 h 361971"/>
              <a:gd name="connsiteX165" fmla="*/ 230677 w 362312"/>
              <a:gd name="connsiteY165" fmla="*/ 263020 h 361971"/>
              <a:gd name="connsiteX166" fmla="*/ 240900 w 362312"/>
              <a:gd name="connsiteY166" fmla="*/ 263020 h 361971"/>
              <a:gd name="connsiteX167" fmla="*/ 263905 w 362312"/>
              <a:gd name="connsiteY167" fmla="*/ 240038 h 361971"/>
              <a:gd name="connsiteX168" fmla="*/ 263905 w 362312"/>
              <a:gd name="connsiteY168" fmla="*/ 229823 h 361971"/>
              <a:gd name="connsiteX169" fmla="*/ 270295 w 362312"/>
              <a:gd name="connsiteY169" fmla="*/ 223439 h 361971"/>
              <a:gd name="connsiteX170" fmla="*/ 276685 w 362312"/>
              <a:gd name="connsiteY170" fmla="*/ 229823 h 361971"/>
              <a:gd name="connsiteX171" fmla="*/ 276685 w 362312"/>
              <a:gd name="connsiteY171" fmla="*/ 240038 h 361971"/>
              <a:gd name="connsiteX172" fmla="*/ 276685 w 362312"/>
              <a:gd name="connsiteY172" fmla="*/ 132149 h 361971"/>
              <a:gd name="connsiteX173" fmla="*/ 270295 w 362312"/>
              <a:gd name="connsiteY173" fmla="*/ 138533 h 361971"/>
              <a:gd name="connsiteX174" fmla="*/ 263905 w 362312"/>
              <a:gd name="connsiteY174" fmla="*/ 132149 h 361971"/>
              <a:gd name="connsiteX175" fmla="*/ 263905 w 362312"/>
              <a:gd name="connsiteY175" fmla="*/ 121934 h 361971"/>
              <a:gd name="connsiteX176" fmla="*/ 240900 w 362312"/>
              <a:gd name="connsiteY176" fmla="*/ 98952 h 361971"/>
              <a:gd name="connsiteX177" fmla="*/ 230677 w 362312"/>
              <a:gd name="connsiteY177" fmla="*/ 98952 h 361971"/>
              <a:gd name="connsiteX178" fmla="*/ 224287 w 362312"/>
              <a:gd name="connsiteY178" fmla="*/ 92568 h 361971"/>
              <a:gd name="connsiteX179" fmla="*/ 230677 w 362312"/>
              <a:gd name="connsiteY179" fmla="*/ 86184 h 361971"/>
              <a:gd name="connsiteX180" fmla="*/ 240900 w 362312"/>
              <a:gd name="connsiteY180" fmla="*/ 86184 h 361971"/>
              <a:gd name="connsiteX181" fmla="*/ 276685 w 362312"/>
              <a:gd name="connsiteY181" fmla="*/ 121934 h 361971"/>
              <a:gd name="connsiteX182" fmla="*/ 276685 w 362312"/>
              <a:gd name="connsiteY182" fmla="*/ 13214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216619" y="143001"/>
                </a:moveTo>
                <a:cubicBezTo>
                  <a:pt x="216619" y="139171"/>
                  <a:pt x="219175" y="136617"/>
                  <a:pt x="223009" y="136617"/>
                </a:cubicBezTo>
                <a:lnTo>
                  <a:pt x="224287" y="136617"/>
                </a:lnTo>
                <a:cubicBezTo>
                  <a:pt x="228120" y="136617"/>
                  <a:pt x="230677" y="139171"/>
                  <a:pt x="230677" y="143001"/>
                </a:cubicBezTo>
                <a:lnTo>
                  <a:pt x="230677" y="161515"/>
                </a:lnTo>
                <a:cubicBezTo>
                  <a:pt x="230677" y="165345"/>
                  <a:pt x="228120" y="167899"/>
                  <a:pt x="224287" y="167899"/>
                </a:cubicBezTo>
                <a:lnTo>
                  <a:pt x="223009" y="167899"/>
                </a:lnTo>
                <a:cubicBezTo>
                  <a:pt x="219175" y="167899"/>
                  <a:pt x="216619" y="165345"/>
                  <a:pt x="216619" y="161515"/>
                </a:cubicBezTo>
                <a:lnTo>
                  <a:pt x="216619" y="143001"/>
                </a:lnTo>
                <a:close/>
                <a:moveTo>
                  <a:pt x="274767" y="176198"/>
                </a:moveTo>
                <a:lnTo>
                  <a:pt x="274767" y="185135"/>
                </a:lnTo>
                <a:lnTo>
                  <a:pt x="88181" y="185135"/>
                </a:lnTo>
                <a:lnTo>
                  <a:pt x="88181" y="176198"/>
                </a:lnTo>
                <a:lnTo>
                  <a:pt x="274767" y="176198"/>
                </a:lnTo>
                <a:close/>
                <a:moveTo>
                  <a:pt x="239623" y="164068"/>
                </a:moveTo>
                <a:lnTo>
                  <a:pt x="239623" y="139171"/>
                </a:lnTo>
                <a:cubicBezTo>
                  <a:pt x="239623" y="137256"/>
                  <a:pt x="240900" y="135979"/>
                  <a:pt x="242818" y="135979"/>
                </a:cubicBezTo>
                <a:lnTo>
                  <a:pt x="245374" y="135979"/>
                </a:lnTo>
                <a:cubicBezTo>
                  <a:pt x="247290" y="135979"/>
                  <a:pt x="248569" y="137256"/>
                  <a:pt x="248569" y="139171"/>
                </a:cubicBezTo>
                <a:lnTo>
                  <a:pt x="248569" y="164068"/>
                </a:lnTo>
                <a:cubicBezTo>
                  <a:pt x="248569" y="165984"/>
                  <a:pt x="247290" y="167260"/>
                  <a:pt x="245374" y="167260"/>
                </a:cubicBezTo>
                <a:lnTo>
                  <a:pt x="242818" y="167260"/>
                </a:lnTo>
                <a:cubicBezTo>
                  <a:pt x="240900" y="167260"/>
                  <a:pt x="239623" y="165984"/>
                  <a:pt x="239623" y="164068"/>
                </a:cubicBezTo>
                <a:lnTo>
                  <a:pt x="239623" y="164068"/>
                </a:lnTo>
                <a:close/>
                <a:moveTo>
                  <a:pt x="248569" y="197265"/>
                </a:moveTo>
                <a:lnTo>
                  <a:pt x="248569" y="222163"/>
                </a:lnTo>
                <a:cubicBezTo>
                  <a:pt x="248569" y="224078"/>
                  <a:pt x="247290" y="225355"/>
                  <a:pt x="245374" y="225355"/>
                </a:cubicBezTo>
                <a:lnTo>
                  <a:pt x="242818" y="225355"/>
                </a:lnTo>
                <a:cubicBezTo>
                  <a:pt x="240900" y="225355"/>
                  <a:pt x="239623" y="224078"/>
                  <a:pt x="239623" y="222163"/>
                </a:cubicBezTo>
                <a:lnTo>
                  <a:pt x="239623" y="197265"/>
                </a:lnTo>
                <a:cubicBezTo>
                  <a:pt x="239623" y="195350"/>
                  <a:pt x="240900" y="194073"/>
                  <a:pt x="242818" y="194073"/>
                </a:cubicBezTo>
                <a:lnTo>
                  <a:pt x="245374" y="194073"/>
                </a:lnTo>
                <a:cubicBezTo>
                  <a:pt x="247290" y="194073"/>
                  <a:pt x="248569" y="195988"/>
                  <a:pt x="248569" y="197265"/>
                </a:cubicBezTo>
                <a:lnTo>
                  <a:pt x="248569" y="197265"/>
                </a:lnTo>
                <a:close/>
                <a:moveTo>
                  <a:pt x="128438" y="200457"/>
                </a:moveTo>
                <a:lnTo>
                  <a:pt x="128438" y="218971"/>
                </a:lnTo>
                <a:cubicBezTo>
                  <a:pt x="128438" y="222801"/>
                  <a:pt x="125881" y="225355"/>
                  <a:pt x="122048" y="225355"/>
                </a:cubicBezTo>
                <a:lnTo>
                  <a:pt x="120770" y="225355"/>
                </a:lnTo>
                <a:cubicBezTo>
                  <a:pt x="116936" y="225355"/>
                  <a:pt x="114380" y="222801"/>
                  <a:pt x="114380" y="218971"/>
                </a:cubicBezTo>
                <a:lnTo>
                  <a:pt x="114380" y="200457"/>
                </a:lnTo>
                <a:cubicBezTo>
                  <a:pt x="114380" y="196627"/>
                  <a:pt x="116936" y="194073"/>
                  <a:pt x="120770" y="194073"/>
                </a:cubicBezTo>
                <a:lnTo>
                  <a:pt x="122048" y="194073"/>
                </a:lnTo>
                <a:cubicBezTo>
                  <a:pt x="125243" y="194073"/>
                  <a:pt x="128438" y="197265"/>
                  <a:pt x="128438" y="200457"/>
                </a:cubicBezTo>
                <a:lnTo>
                  <a:pt x="128438" y="200457"/>
                </a:lnTo>
                <a:close/>
                <a:moveTo>
                  <a:pt x="114380" y="161515"/>
                </a:moveTo>
                <a:lnTo>
                  <a:pt x="114380" y="143001"/>
                </a:lnTo>
                <a:cubicBezTo>
                  <a:pt x="114380" y="139171"/>
                  <a:pt x="116936" y="136617"/>
                  <a:pt x="120770" y="136617"/>
                </a:cubicBezTo>
                <a:lnTo>
                  <a:pt x="122048" y="136617"/>
                </a:lnTo>
                <a:cubicBezTo>
                  <a:pt x="125881" y="136617"/>
                  <a:pt x="128438" y="139171"/>
                  <a:pt x="128438" y="143001"/>
                </a:cubicBezTo>
                <a:lnTo>
                  <a:pt x="128438" y="161515"/>
                </a:lnTo>
                <a:cubicBezTo>
                  <a:pt x="128438" y="165345"/>
                  <a:pt x="125881" y="167899"/>
                  <a:pt x="122048" y="167899"/>
                </a:cubicBezTo>
                <a:lnTo>
                  <a:pt x="120770" y="167899"/>
                </a:lnTo>
                <a:cubicBezTo>
                  <a:pt x="117575" y="167899"/>
                  <a:pt x="114380" y="164707"/>
                  <a:pt x="114380" y="161515"/>
                </a:cubicBezTo>
                <a:lnTo>
                  <a:pt x="114380" y="161515"/>
                </a:lnTo>
                <a:lnTo>
                  <a:pt x="114380" y="161515"/>
                </a:lnTo>
                <a:close/>
                <a:moveTo>
                  <a:pt x="196171" y="143001"/>
                </a:moveTo>
                <a:cubicBezTo>
                  <a:pt x="196171" y="139171"/>
                  <a:pt x="198727" y="136617"/>
                  <a:pt x="202561" y="136617"/>
                </a:cubicBezTo>
                <a:lnTo>
                  <a:pt x="203839" y="136617"/>
                </a:lnTo>
                <a:cubicBezTo>
                  <a:pt x="207673" y="136617"/>
                  <a:pt x="210229" y="139171"/>
                  <a:pt x="210229" y="143001"/>
                </a:cubicBezTo>
                <a:lnTo>
                  <a:pt x="210229" y="161515"/>
                </a:lnTo>
                <a:cubicBezTo>
                  <a:pt x="210229" y="165345"/>
                  <a:pt x="207673" y="167899"/>
                  <a:pt x="203839" y="167899"/>
                </a:cubicBezTo>
                <a:lnTo>
                  <a:pt x="202561" y="167899"/>
                </a:lnTo>
                <a:cubicBezTo>
                  <a:pt x="198727" y="167899"/>
                  <a:pt x="196171" y="165345"/>
                  <a:pt x="196171" y="161515"/>
                </a:cubicBezTo>
                <a:lnTo>
                  <a:pt x="196171" y="143001"/>
                </a:lnTo>
                <a:close/>
                <a:moveTo>
                  <a:pt x="179557" y="139809"/>
                </a:moveTo>
                <a:cubicBezTo>
                  <a:pt x="179557" y="137894"/>
                  <a:pt x="180836" y="136617"/>
                  <a:pt x="182752" y="136617"/>
                </a:cubicBezTo>
                <a:cubicBezTo>
                  <a:pt x="184669" y="136617"/>
                  <a:pt x="185947" y="137894"/>
                  <a:pt x="185947" y="139809"/>
                </a:cubicBezTo>
                <a:lnTo>
                  <a:pt x="185947" y="164707"/>
                </a:lnTo>
                <a:cubicBezTo>
                  <a:pt x="185947" y="166622"/>
                  <a:pt x="184669" y="167899"/>
                  <a:pt x="182752" y="167899"/>
                </a:cubicBezTo>
                <a:cubicBezTo>
                  <a:pt x="180836" y="167899"/>
                  <a:pt x="179557" y="166622"/>
                  <a:pt x="179557" y="164707"/>
                </a:cubicBezTo>
                <a:lnTo>
                  <a:pt x="179557" y="139809"/>
                </a:lnTo>
                <a:close/>
                <a:moveTo>
                  <a:pt x="153358" y="143001"/>
                </a:moveTo>
                <a:cubicBezTo>
                  <a:pt x="153358" y="139171"/>
                  <a:pt x="155915" y="136617"/>
                  <a:pt x="159748" y="136617"/>
                </a:cubicBezTo>
                <a:lnTo>
                  <a:pt x="164861" y="136617"/>
                </a:lnTo>
                <a:cubicBezTo>
                  <a:pt x="168695" y="136617"/>
                  <a:pt x="171251" y="139171"/>
                  <a:pt x="171251" y="143001"/>
                </a:cubicBezTo>
                <a:lnTo>
                  <a:pt x="171251" y="161515"/>
                </a:lnTo>
                <a:cubicBezTo>
                  <a:pt x="171251" y="165345"/>
                  <a:pt x="168695" y="167899"/>
                  <a:pt x="164861" y="167899"/>
                </a:cubicBezTo>
                <a:lnTo>
                  <a:pt x="159748" y="167899"/>
                </a:lnTo>
                <a:cubicBezTo>
                  <a:pt x="155915" y="167899"/>
                  <a:pt x="153358" y="165345"/>
                  <a:pt x="153358" y="161515"/>
                </a:cubicBezTo>
                <a:lnTo>
                  <a:pt x="153358" y="143001"/>
                </a:lnTo>
                <a:close/>
                <a:moveTo>
                  <a:pt x="142496" y="136617"/>
                </a:moveTo>
                <a:cubicBezTo>
                  <a:pt x="144412" y="136617"/>
                  <a:pt x="145691" y="137894"/>
                  <a:pt x="145691" y="139809"/>
                </a:cubicBezTo>
                <a:lnTo>
                  <a:pt x="145691" y="164707"/>
                </a:lnTo>
                <a:cubicBezTo>
                  <a:pt x="145691" y="166622"/>
                  <a:pt x="144412" y="167899"/>
                  <a:pt x="142496" y="167899"/>
                </a:cubicBezTo>
                <a:lnTo>
                  <a:pt x="141217" y="167899"/>
                </a:lnTo>
                <a:cubicBezTo>
                  <a:pt x="139301" y="167899"/>
                  <a:pt x="138022" y="166622"/>
                  <a:pt x="138022" y="164707"/>
                </a:cubicBezTo>
                <a:lnTo>
                  <a:pt x="138022" y="139809"/>
                </a:lnTo>
                <a:cubicBezTo>
                  <a:pt x="138022" y="137894"/>
                  <a:pt x="139301" y="136617"/>
                  <a:pt x="141217" y="136617"/>
                </a:cubicBezTo>
                <a:lnTo>
                  <a:pt x="142496" y="136617"/>
                </a:lnTo>
                <a:close/>
                <a:moveTo>
                  <a:pt x="86264" y="121934"/>
                </a:moveTo>
                <a:cubicBezTo>
                  <a:pt x="86264" y="97037"/>
                  <a:pt x="97766" y="86184"/>
                  <a:pt x="122048" y="86184"/>
                </a:cubicBezTo>
                <a:lnTo>
                  <a:pt x="132271" y="86184"/>
                </a:lnTo>
                <a:cubicBezTo>
                  <a:pt x="136106" y="86184"/>
                  <a:pt x="138661" y="88738"/>
                  <a:pt x="138661" y="92568"/>
                </a:cubicBezTo>
                <a:cubicBezTo>
                  <a:pt x="138661" y="96398"/>
                  <a:pt x="136106" y="98952"/>
                  <a:pt x="132271" y="98952"/>
                </a:cubicBezTo>
                <a:lnTo>
                  <a:pt x="122048" y="98952"/>
                </a:lnTo>
                <a:cubicBezTo>
                  <a:pt x="104795" y="98952"/>
                  <a:pt x="99044" y="104697"/>
                  <a:pt x="99044" y="121934"/>
                </a:cubicBezTo>
                <a:lnTo>
                  <a:pt x="99044" y="132149"/>
                </a:lnTo>
                <a:cubicBezTo>
                  <a:pt x="99044" y="135979"/>
                  <a:pt x="96488" y="138533"/>
                  <a:pt x="92654" y="138533"/>
                </a:cubicBezTo>
                <a:cubicBezTo>
                  <a:pt x="88820" y="138533"/>
                  <a:pt x="86264" y="135979"/>
                  <a:pt x="86264" y="132149"/>
                </a:cubicBezTo>
                <a:lnTo>
                  <a:pt x="86264" y="121934"/>
                </a:lnTo>
                <a:close/>
                <a:moveTo>
                  <a:pt x="132911" y="276427"/>
                </a:moveTo>
                <a:lnTo>
                  <a:pt x="122686" y="276427"/>
                </a:lnTo>
                <a:cubicBezTo>
                  <a:pt x="98405" y="276427"/>
                  <a:pt x="86903" y="264935"/>
                  <a:pt x="86903" y="240676"/>
                </a:cubicBezTo>
                <a:lnTo>
                  <a:pt x="86903" y="230462"/>
                </a:lnTo>
                <a:cubicBezTo>
                  <a:pt x="86903" y="226631"/>
                  <a:pt x="89459" y="224078"/>
                  <a:pt x="93293" y="224078"/>
                </a:cubicBezTo>
                <a:cubicBezTo>
                  <a:pt x="97127" y="224078"/>
                  <a:pt x="99683" y="226631"/>
                  <a:pt x="99683" y="230462"/>
                </a:cubicBezTo>
                <a:lnTo>
                  <a:pt x="99683" y="240676"/>
                </a:lnTo>
                <a:cubicBezTo>
                  <a:pt x="99683" y="257913"/>
                  <a:pt x="105434" y="263659"/>
                  <a:pt x="122686" y="263659"/>
                </a:cubicBezTo>
                <a:lnTo>
                  <a:pt x="132911" y="263659"/>
                </a:lnTo>
                <a:cubicBezTo>
                  <a:pt x="136745" y="263659"/>
                  <a:pt x="139301" y="266212"/>
                  <a:pt x="139301" y="270043"/>
                </a:cubicBezTo>
                <a:cubicBezTo>
                  <a:pt x="139301" y="273873"/>
                  <a:pt x="136106" y="276427"/>
                  <a:pt x="132911" y="276427"/>
                </a:cubicBezTo>
                <a:close/>
                <a:moveTo>
                  <a:pt x="145691" y="222163"/>
                </a:moveTo>
                <a:cubicBezTo>
                  <a:pt x="145691" y="224078"/>
                  <a:pt x="144412" y="225355"/>
                  <a:pt x="142496" y="225355"/>
                </a:cubicBezTo>
                <a:lnTo>
                  <a:pt x="141217" y="225355"/>
                </a:lnTo>
                <a:cubicBezTo>
                  <a:pt x="139301" y="225355"/>
                  <a:pt x="138022" y="224078"/>
                  <a:pt x="138022" y="222163"/>
                </a:cubicBezTo>
                <a:lnTo>
                  <a:pt x="138022" y="197265"/>
                </a:lnTo>
                <a:cubicBezTo>
                  <a:pt x="138022" y="195350"/>
                  <a:pt x="139301" y="194073"/>
                  <a:pt x="141217" y="194073"/>
                </a:cubicBezTo>
                <a:lnTo>
                  <a:pt x="142496" y="194073"/>
                </a:lnTo>
                <a:cubicBezTo>
                  <a:pt x="144412" y="194073"/>
                  <a:pt x="145691" y="195350"/>
                  <a:pt x="145691" y="197265"/>
                </a:cubicBezTo>
                <a:lnTo>
                  <a:pt x="145691" y="222163"/>
                </a:lnTo>
                <a:close/>
                <a:moveTo>
                  <a:pt x="171251" y="218971"/>
                </a:moveTo>
                <a:cubicBezTo>
                  <a:pt x="171251" y="222801"/>
                  <a:pt x="168695" y="225355"/>
                  <a:pt x="164861" y="225355"/>
                </a:cubicBezTo>
                <a:lnTo>
                  <a:pt x="159748" y="225355"/>
                </a:lnTo>
                <a:cubicBezTo>
                  <a:pt x="155915" y="225355"/>
                  <a:pt x="153358" y="222801"/>
                  <a:pt x="153358" y="218971"/>
                </a:cubicBezTo>
                <a:lnTo>
                  <a:pt x="153358" y="200457"/>
                </a:lnTo>
                <a:cubicBezTo>
                  <a:pt x="153358" y="196627"/>
                  <a:pt x="155915" y="194073"/>
                  <a:pt x="159748" y="194073"/>
                </a:cubicBezTo>
                <a:lnTo>
                  <a:pt x="164861" y="194073"/>
                </a:lnTo>
                <a:cubicBezTo>
                  <a:pt x="168695" y="194073"/>
                  <a:pt x="171251" y="196627"/>
                  <a:pt x="171251" y="200457"/>
                </a:cubicBezTo>
                <a:lnTo>
                  <a:pt x="171251" y="218971"/>
                </a:lnTo>
                <a:close/>
                <a:moveTo>
                  <a:pt x="185947" y="222163"/>
                </a:moveTo>
                <a:cubicBezTo>
                  <a:pt x="185947" y="224078"/>
                  <a:pt x="184669" y="225355"/>
                  <a:pt x="182752" y="225355"/>
                </a:cubicBezTo>
                <a:cubicBezTo>
                  <a:pt x="180836" y="225355"/>
                  <a:pt x="179557" y="224078"/>
                  <a:pt x="179557" y="222163"/>
                </a:cubicBezTo>
                <a:lnTo>
                  <a:pt x="179557" y="197265"/>
                </a:lnTo>
                <a:cubicBezTo>
                  <a:pt x="179557" y="195350"/>
                  <a:pt x="180836" y="194073"/>
                  <a:pt x="182752" y="194073"/>
                </a:cubicBezTo>
                <a:cubicBezTo>
                  <a:pt x="184669" y="194073"/>
                  <a:pt x="185947" y="195350"/>
                  <a:pt x="185947" y="197265"/>
                </a:cubicBezTo>
                <a:lnTo>
                  <a:pt x="185947" y="222163"/>
                </a:lnTo>
                <a:close/>
                <a:moveTo>
                  <a:pt x="209590" y="218971"/>
                </a:moveTo>
                <a:cubicBezTo>
                  <a:pt x="209590" y="222801"/>
                  <a:pt x="207034" y="225355"/>
                  <a:pt x="203200" y="225355"/>
                </a:cubicBezTo>
                <a:lnTo>
                  <a:pt x="201922" y="225355"/>
                </a:lnTo>
                <a:cubicBezTo>
                  <a:pt x="198088" y="225355"/>
                  <a:pt x="195532" y="222801"/>
                  <a:pt x="195532" y="218971"/>
                </a:cubicBezTo>
                <a:lnTo>
                  <a:pt x="195532" y="200457"/>
                </a:lnTo>
                <a:cubicBezTo>
                  <a:pt x="195532" y="196627"/>
                  <a:pt x="198088" y="194073"/>
                  <a:pt x="201922" y="194073"/>
                </a:cubicBezTo>
                <a:lnTo>
                  <a:pt x="203200" y="194073"/>
                </a:lnTo>
                <a:cubicBezTo>
                  <a:pt x="207034" y="194073"/>
                  <a:pt x="209590" y="196627"/>
                  <a:pt x="209590" y="200457"/>
                </a:cubicBezTo>
                <a:lnTo>
                  <a:pt x="209590" y="218971"/>
                </a:lnTo>
                <a:close/>
                <a:moveTo>
                  <a:pt x="215980" y="218971"/>
                </a:moveTo>
                <a:lnTo>
                  <a:pt x="215980" y="200457"/>
                </a:lnTo>
                <a:cubicBezTo>
                  <a:pt x="215980" y="196627"/>
                  <a:pt x="218536" y="194073"/>
                  <a:pt x="222370" y="194073"/>
                </a:cubicBezTo>
                <a:lnTo>
                  <a:pt x="223648" y="194073"/>
                </a:lnTo>
                <a:cubicBezTo>
                  <a:pt x="227482" y="194073"/>
                  <a:pt x="230038" y="196627"/>
                  <a:pt x="230038" y="200457"/>
                </a:cubicBezTo>
                <a:lnTo>
                  <a:pt x="230038" y="218971"/>
                </a:lnTo>
                <a:cubicBezTo>
                  <a:pt x="230038" y="222801"/>
                  <a:pt x="227482" y="225355"/>
                  <a:pt x="223648" y="225355"/>
                </a:cubicBezTo>
                <a:lnTo>
                  <a:pt x="222370" y="225355"/>
                </a:lnTo>
                <a:cubicBezTo>
                  <a:pt x="219175" y="225355"/>
                  <a:pt x="216619" y="222163"/>
                  <a:pt x="215980" y="218971"/>
                </a:cubicBezTo>
                <a:lnTo>
                  <a:pt x="215980" y="218971"/>
                </a:lnTo>
                <a:close/>
                <a:moveTo>
                  <a:pt x="276685" y="240038"/>
                </a:moveTo>
                <a:cubicBezTo>
                  <a:pt x="276685" y="264935"/>
                  <a:pt x="265182" y="275788"/>
                  <a:pt x="240900" y="275788"/>
                </a:cubicBezTo>
                <a:lnTo>
                  <a:pt x="230677" y="275788"/>
                </a:lnTo>
                <a:cubicBezTo>
                  <a:pt x="226843" y="275788"/>
                  <a:pt x="224287" y="273235"/>
                  <a:pt x="224287" y="269404"/>
                </a:cubicBezTo>
                <a:cubicBezTo>
                  <a:pt x="224287" y="265574"/>
                  <a:pt x="226843" y="263020"/>
                  <a:pt x="230677" y="263020"/>
                </a:cubicBezTo>
                <a:lnTo>
                  <a:pt x="240900" y="263020"/>
                </a:lnTo>
                <a:cubicBezTo>
                  <a:pt x="258154" y="263020"/>
                  <a:pt x="263905" y="257275"/>
                  <a:pt x="263905" y="240038"/>
                </a:cubicBezTo>
                <a:lnTo>
                  <a:pt x="263905" y="229823"/>
                </a:lnTo>
                <a:cubicBezTo>
                  <a:pt x="263905" y="225993"/>
                  <a:pt x="266460" y="223439"/>
                  <a:pt x="270295" y="223439"/>
                </a:cubicBezTo>
                <a:cubicBezTo>
                  <a:pt x="274128" y="223439"/>
                  <a:pt x="276685" y="225993"/>
                  <a:pt x="276685" y="229823"/>
                </a:cubicBezTo>
                <a:lnTo>
                  <a:pt x="276685" y="240038"/>
                </a:lnTo>
                <a:close/>
                <a:moveTo>
                  <a:pt x="276685" y="132149"/>
                </a:moveTo>
                <a:cubicBezTo>
                  <a:pt x="276685" y="135979"/>
                  <a:pt x="274128" y="138533"/>
                  <a:pt x="270295" y="138533"/>
                </a:cubicBezTo>
                <a:cubicBezTo>
                  <a:pt x="266460" y="138533"/>
                  <a:pt x="263905" y="135979"/>
                  <a:pt x="263905" y="132149"/>
                </a:cubicBezTo>
                <a:lnTo>
                  <a:pt x="263905" y="121934"/>
                </a:lnTo>
                <a:cubicBezTo>
                  <a:pt x="263905" y="104697"/>
                  <a:pt x="258154" y="98952"/>
                  <a:pt x="240900" y="98952"/>
                </a:cubicBezTo>
                <a:lnTo>
                  <a:pt x="230677" y="98952"/>
                </a:lnTo>
                <a:cubicBezTo>
                  <a:pt x="226843" y="98952"/>
                  <a:pt x="224287" y="96398"/>
                  <a:pt x="224287" y="92568"/>
                </a:cubicBezTo>
                <a:cubicBezTo>
                  <a:pt x="224287" y="88738"/>
                  <a:pt x="226843" y="86184"/>
                  <a:pt x="230677" y="86184"/>
                </a:cubicBezTo>
                <a:lnTo>
                  <a:pt x="240900" y="86184"/>
                </a:lnTo>
                <a:cubicBezTo>
                  <a:pt x="265182" y="86184"/>
                  <a:pt x="276685" y="97675"/>
                  <a:pt x="276685" y="121934"/>
                </a:cubicBezTo>
                <a:lnTo>
                  <a:pt x="276685" y="132149"/>
                </a:lnTo>
                <a:close/>
              </a:path>
            </a:pathLst>
          </a:custGeom>
          <a:solidFill>
            <a:srgbClr val="26890D"/>
          </a:solidFill>
          <a:ln w="6390" cap="flat">
            <a:noFill/>
            <a:prstDash val="solid"/>
            <a:miter/>
          </a:ln>
        </p:spPr>
        <p:txBody>
          <a:bodyPr rtlCol="0" anchor="ctr"/>
          <a:lstStyle/>
          <a:p>
            <a:endParaRPr lang="en-US"/>
          </a:p>
        </p:txBody>
      </p:sp>
      <p:grpSp>
        <p:nvGrpSpPr>
          <p:cNvPr id="748" name="Graphic 4">
            <a:extLst>
              <a:ext uri="{FF2B5EF4-FFF2-40B4-BE49-F238E27FC236}">
                <a16:creationId xmlns:a16="http://schemas.microsoft.com/office/drawing/2014/main" id="{BD814777-D982-4B4A-AD06-A41B2EFC22B7}"/>
              </a:ext>
            </a:extLst>
          </p:cNvPr>
          <p:cNvGrpSpPr/>
          <p:nvPr/>
        </p:nvGrpSpPr>
        <p:grpSpPr>
          <a:xfrm>
            <a:off x="7801474" y="2855717"/>
            <a:ext cx="362309" cy="361971"/>
            <a:chOff x="7801474" y="2855717"/>
            <a:chExt cx="362309" cy="361971"/>
          </a:xfrm>
          <a:solidFill>
            <a:srgbClr val="26890D"/>
          </a:solidFill>
        </p:grpSpPr>
        <p:sp>
          <p:nvSpPr>
            <p:cNvPr id="749" name="Graphic 4">
              <a:extLst>
                <a:ext uri="{FF2B5EF4-FFF2-40B4-BE49-F238E27FC236}">
                  <a16:creationId xmlns:a16="http://schemas.microsoft.com/office/drawing/2014/main" id="{C2145285-E966-3C49-B1AE-DD5BEFB69459}"/>
                </a:ext>
              </a:extLst>
            </p:cNvPr>
            <p:cNvSpPr/>
            <p:nvPr/>
          </p:nvSpPr>
          <p:spPr>
            <a:xfrm>
              <a:off x="7801474" y="2855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6"/>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234"/>
                    <a:pt x="274128" y="348565"/>
                    <a:pt x="181474" y="349204"/>
                  </a:cubicBezTo>
                  <a:close/>
                </a:path>
              </a:pathLst>
            </a:custGeom>
            <a:solidFill>
              <a:srgbClr val="26890D"/>
            </a:solidFill>
            <a:ln w="6390" cap="flat">
              <a:noFill/>
              <a:prstDash val="solid"/>
              <a:miter/>
            </a:ln>
          </p:spPr>
          <p:txBody>
            <a:bodyPr rtlCol="0" anchor="ctr"/>
            <a:lstStyle/>
            <a:p>
              <a:endParaRPr lang="en-US"/>
            </a:p>
          </p:txBody>
        </p:sp>
        <p:sp>
          <p:nvSpPr>
            <p:cNvPr id="750" name="Graphic 4">
              <a:extLst>
                <a:ext uri="{FF2B5EF4-FFF2-40B4-BE49-F238E27FC236}">
                  <a16:creationId xmlns:a16="http://schemas.microsoft.com/office/drawing/2014/main" id="{EDFAB1BE-0C77-E847-8A11-BDD189DD163A}"/>
                </a:ext>
              </a:extLst>
            </p:cNvPr>
            <p:cNvSpPr/>
            <p:nvPr/>
          </p:nvSpPr>
          <p:spPr>
            <a:xfrm>
              <a:off x="7922244" y="2968714"/>
              <a:ext cx="51119" cy="51071"/>
            </a:xfrm>
            <a:custGeom>
              <a:avLst/>
              <a:gdLst>
                <a:gd name="connsiteX0" fmla="*/ 25560 w 51119"/>
                <a:gd name="connsiteY0" fmla="*/ 51072 h 51071"/>
                <a:gd name="connsiteX1" fmla="*/ 51119 w 51119"/>
                <a:gd name="connsiteY1" fmla="*/ 25536 h 51071"/>
                <a:gd name="connsiteX2" fmla="*/ 25560 w 51119"/>
                <a:gd name="connsiteY2" fmla="*/ 0 h 51071"/>
                <a:gd name="connsiteX3" fmla="*/ 0 w 51119"/>
                <a:gd name="connsiteY3" fmla="*/ 25536 h 51071"/>
                <a:gd name="connsiteX4" fmla="*/ 25560 w 51119"/>
                <a:gd name="connsiteY4" fmla="*/ 51072 h 51071"/>
                <a:gd name="connsiteX5" fmla="*/ 25560 w 51119"/>
                <a:gd name="connsiteY5" fmla="*/ 12130 h 51071"/>
                <a:gd name="connsiteX6" fmla="*/ 38978 w 51119"/>
                <a:gd name="connsiteY6" fmla="*/ 24897 h 51071"/>
                <a:gd name="connsiteX7" fmla="*/ 26199 w 51119"/>
                <a:gd name="connsiteY7" fmla="*/ 38304 h 51071"/>
                <a:gd name="connsiteX8" fmla="*/ 12780 w 51119"/>
                <a:gd name="connsiteY8" fmla="*/ 25536 h 51071"/>
                <a:gd name="connsiteX9" fmla="*/ 12780 w 51119"/>
                <a:gd name="connsiteY9" fmla="*/ 25536 h 51071"/>
                <a:gd name="connsiteX10" fmla="*/ 25560 w 51119"/>
                <a:gd name="connsiteY10" fmla="*/ 12130 h 5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119" h="51071">
                  <a:moveTo>
                    <a:pt x="25560" y="51072"/>
                  </a:moveTo>
                  <a:cubicBezTo>
                    <a:pt x="39617" y="51072"/>
                    <a:pt x="51119" y="39581"/>
                    <a:pt x="51119" y="25536"/>
                  </a:cubicBezTo>
                  <a:cubicBezTo>
                    <a:pt x="51119" y="11491"/>
                    <a:pt x="39617" y="0"/>
                    <a:pt x="25560" y="0"/>
                  </a:cubicBezTo>
                  <a:cubicBezTo>
                    <a:pt x="11501" y="0"/>
                    <a:pt x="0" y="11491"/>
                    <a:pt x="0" y="25536"/>
                  </a:cubicBezTo>
                  <a:cubicBezTo>
                    <a:pt x="0" y="39581"/>
                    <a:pt x="11501" y="51072"/>
                    <a:pt x="25560" y="51072"/>
                  </a:cubicBezTo>
                  <a:close/>
                  <a:moveTo>
                    <a:pt x="25560" y="12130"/>
                  </a:moveTo>
                  <a:cubicBezTo>
                    <a:pt x="32589" y="12130"/>
                    <a:pt x="38978" y="17875"/>
                    <a:pt x="38978" y="24897"/>
                  </a:cubicBezTo>
                  <a:cubicBezTo>
                    <a:pt x="38978" y="31920"/>
                    <a:pt x="33227" y="38304"/>
                    <a:pt x="26199" y="38304"/>
                  </a:cubicBezTo>
                  <a:cubicBezTo>
                    <a:pt x="19170" y="38304"/>
                    <a:pt x="12780" y="32558"/>
                    <a:pt x="12780" y="25536"/>
                  </a:cubicBezTo>
                  <a:cubicBezTo>
                    <a:pt x="12780" y="25536"/>
                    <a:pt x="12780" y="25536"/>
                    <a:pt x="12780" y="25536"/>
                  </a:cubicBezTo>
                  <a:cubicBezTo>
                    <a:pt x="12780" y="17875"/>
                    <a:pt x="18530" y="12130"/>
                    <a:pt x="25560" y="12130"/>
                  </a:cubicBezTo>
                  <a:close/>
                </a:path>
              </a:pathLst>
            </a:custGeom>
            <a:solidFill>
              <a:srgbClr val="26890D"/>
            </a:solidFill>
            <a:ln w="6390" cap="flat">
              <a:noFill/>
              <a:prstDash val="solid"/>
              <a:miter/>
            </a:ln>
          </p:spPr>
          <p:txBody>
            <a:bodyPr rtlCol="0" anchor="ctr"/>
            <a:lstStyle/>
            <a:p>
              <a:endParaRPr lang="en-US"/>
            </a:p>
          </p:txBody>
        </p:sp>
        <p:sp>
          <p:nvSpPr>
            <p:cNvPr id="751" name="Graphic 4">
              <a:extLst>
                <a:ext uri="{FF2B5EF4-FFF2-40B4-BE49-F238E27FC236}">
                  <a16:creationId xmlns:a16="http://schemas.microsoft.com/office/drawing/2014/main" id="{AB3C2646-C459-D44A-B8D7-42211EE7C3E2}"/>
                </a:ext>
              </a:extLst>
            </p:cNvPr>
            <p:cNvSpPr/>
            <p:nvPr/>
          </p:nvSpPr>
          <p:spPr>
            <a:xfrm>
              <a:off x="8005952" y="2969327"/>
              <a:ext cx="50506" cy="50458"/>
            </a:xfrm>
            <a:custGeom>
              <a:avLst/>
              <a:gdLst>
                <a:gd name="connsiteX0" fmla="*/ 25560 w 50506"/>
                <a:gd name="connsiteY0" fmla="*/ 50459 h 50458"/>
                <a:gd name="connsiteX1" fmla="*/ 50481 w 50506"/>
                <a:gd name="connsiteY1" fmla="*/ 24923 h 50458"/>
                <a:gd name="connsiteX2" fmla="*/ 24921 w 50506"/>
                <a:gd name="connsiteY2" fmla="*/ 25 h 50458"/>
                <a:gd name="connsiteX3" fmla="*/ 0 w 50506"/>
                <a:gd name="connsiteY3" fmla="*/ 25561 h 50458"/>
                <a:gd name="connsiteX4" fmla="*/ 25560 w 50506"/>
                <a:gd name="connsiteY4" fmla="*/ 50459 h 50458"/>
                <a:gd name="connsiteX5" fmla="*/ 25560 w 50506"/>
                <a:gd name="connsiteY5" fmla="*/ 11516 h 50458"/>
                <a:gd name="connsiteX6" fmla="*/ 38340 w 50506"/>
                <a:gd name="connsiteY6" fmla="*/ 24923 h 50458"/>
                <a:gd name="connsiteX7" fmla="*/ 24921 w 50506"/>
                <a:gd name="connsiteY7" fmla="*/ 37691 h 50458"/>
                <a:gd name="connsiteX8" fmla="*/ 12141 w 50506"/>
                <a:gd name="connsiteY8" fmla="*/ 24284 h 50458"/>
                <a:gd name="connsiteX9" fmla="*/ 25560 w 50506"/>
                <a:gd name="connsiteY9" fmla="*/ 11516 h 50458"/>
                <a:gd name="connsiteX10" fmla="*/ 25560 w 50506"/>
                <a:gd name="connsiteY10" fmla="*/ 11516 h 5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506" h="50458">
                  <a:moveTo>
                    <a:pt x="25560" y="50459"/>
                  </a:moveTo>
                  <a:cubicBezTo>
                    <a:pt x="39617" y="50459"/>
                    <a:pt x="51119" y="38968"/>
                    <a:pt x="50481" y="24923"/>
                  </a:cubicBezTo>
                  <a:cubicBezTo>
                    <a:pt x="50481" y="10878"/>
                    <a:pt x="38978" y="-613"/>
                    <a:pt x="24921" y="25"/>
                  </a:cubicBezTo>
                  <a:cubicBezTo>
                    <a:pt x="10863" y="25"/>
                    <a:pt x="0" y="11516"/>
                    <a:pt x="0" y="25561"/>
                  </a:cubicBezTo>
                  <a:cubicBezTo>
                    <a:pt x="0" y="38968"/>
                    <a:pt x="11501" y="50459"/>
                    <a:pt x="25560" y="50459"/>
                  </a:cubicBezTo>
                  <a:close/>
                  <a:moveTo>
                    <a:pt x="25560" y="11516"/>
                  </a:moveTo>
                  <a:cubicBezTo>
                    <a:pt x="32589" y="11516"/>
                    <a:pt x="38340" y="17262"/>
                    <a:pt x="38340" y="24923"/>
                  </a:cubicBezTo>
                  <a:cubicBezTo>
                    <a:pt x="38340" y="32584"/>
                    <a:pt x="32589" y="37691"/>
                    <a:pt x="24921" y="37691"/>
                  </a:cubicBezTo>
                  <a:cubicBezTo>
                    <a:pt x="17253" y="37691"/>
                    <a:pt x="12141" y="31945"/>
                    <a:pt x="12141" y="24284"/>
                  </a:cubicBezTo>
                  <a:cubicBezTo>
                    <a:pt x="12141" y="16624"/>
                    <a:pt x="18531" y="11516"/>
                    <a:pt x="25560" y="11516"/>
                  </a:cubicBezTo>
                  <a:lnTo>
                    <a:pt x="25560" y="11516"/>
                  </a:lnTo>
                  <a:close/>
                </a:path>
              </a:pathLst>
            </a:custGeom>
            <a:solidFill>
              <a:srgbClr val="26890D"/>
            </a:solidFill>
            <a:ln w="6390" cap="flat">
              <a:noFill/>
              <a:prstDash val="solid"/>
              <a:miter/>
            </a:ln>
          </p:spPr>
          <p:txBody>
            <a:bodyPr rtlCol="0" anchor="ctr"/>
            <a:lstStyle/>
            <a:p>
              <a:endParaRPr lang="en-US"/>
            </a:p>
          </p:txBody>
        </p:sp>
        <p:sp>
          <p:nvSpPr>
            <p:cNvPr id="752" name="Graphic 4">
              <a:extLst>
                <a:ext uri="{FF2B5EF4-FFF2-40B4-BE49-F238E27FC236}">
                  <a16:creationId xmlns:a16="http://schemas.microsoft.com/office/drawing/2014/main" id="{05B59602-8038-7144-8C1F-92149A88D195}"/>
                </a:ext>
              </a:extLst>
            </p:cNvPr>
            <p:cNvSpPr/>
            <p:nvPr/>
          </p:nvSpPr>
          <p:spPr>
            <a:xfrm>
              <a:off x="7938219" y="3033192"/>
              <a:ext cx="103516" cy="12767"/>
            </a:xfrm>
            <a:custGeom>
              <a:avLst/>
              <a:gdLst>
                <a:gd name="connsiteX0" fmla="*/ 97127 w 103516"/>
                <a:gd name="connsiteY0" fmla="*/ 0 h 12767"/>
                <a:gd name="connsiteX1" fmla="*/ 6390 w 103516"/>
                <a:gd name="connsiteY1" fmla="*/ 0 h 12767"/>
                <a:gd name="connsiteX2" fmla="*/ 0 w 103516"/>
                <a:gd name="connsiteY2" fmla="*/ 6384 h 12767"/>
                <a:gd name="connsiteX3" fmla="*/ 6390 w 103516"/>
                <a:gd name="connsiteY3" fmla="*/ 12768 h 12767"/>
                <a:gd name="connsiteX4" fmla="*/ 97127 w 103516"/>
                <a:gd name="connsiteY4" fmla="*/ 12768 h 12767"/>
                <a:gd name="connsiteX5" fmla="*/ 103517 w 103516"/>
                <a:gd name="connsiteY5" fmla="*/ 6384 h 12767"/>
                <a:gd name="connsiteX6" fmla="*/ 97127 w 103516"/>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516" h="12767">
                  <a:moveTo>
                    <a:pt x="97127" y="0"/>
                  </a:moveTo>
                  <a:lnTo>
                    <a:pt x="6390" y="0"/>
                  </a:lnTo>
                  <a:cubicBezTo>
                    <a:pt x="2555" y="0"/>
                    <a:pt x="0" y="2554"/>
                    <a:pt x="0" y="6384"/>
                  </a:cubicBezTo>
                  <a:cubicBezTo>
                    <a:pt x="0" y="10214"/>
                    <a:pt x="2555" y="12768"/>
                    <a:pt x="6390" y="12768"/>
                  </a:cubicBezTo>
                  <a:lnTo>
                    <a:pt x="97127" y="12768"/>
                  </a:lnTo>
                  <a:cubicBezTo>
                    <a:pt x="100961" y="12768"/>
                    <a:pt x="103517" y="10214"/>
                    <a:pt x="103517" y="6384"/>
                  </a:cubicBezTo>
                  <a:cubicBezTo>
                    <a:pt x="103517" y="2554"/>
                    <a:pt x="100322" y="0"/>
                    <a:pt x="97127" y="0"/>
                  </a:cubicBezTo>
                  <a:close/>
                </a:path>
              </a:pathLst>
            </a:custGeom>
            <a:solidFill>
              <a:srgbClr val="26890D"/>
            </a:solidFill>
            <a:ln w="6390" cap="flat">
              <a:noFill/>
              <a:prstDash val="solid"/>
              <a:miter/>
            </a:ln>
          </p:spPr>
          <p:txBody>
            <a:bodyPr rtlCol="0" anchor="ctr"/>
            <a:lstStyle/>
            <a:p>
              <a:endParaRPr lang="en-US"/>
            </a:p>
          </p:txBody>
        </p:sp>
        <p:sp>
          <p:nvSpPr>
            <p:cNvPr id="753" name="Graphic 4">
              <a:extLst>
                <a:ext uri="{FF2B5EF4-FFF2-40B4-BE49-F238E27FC236}">
                  <a16:creationId xmlns:a16="http://schemas.microsoft.com/office/drawing/2014/main" id="{2B32A1B4-CB04-B449-8021-747AEEC0B8C9}"/>
                </a:ext>
              </a:extLst>
            </p:cNvPr>
            <p:cNvSpPr/>
            <p:nvPr/>
          </p:nvSpPr>
          <p:spPr>
            <a:xfrm>
              <a:off x="7936940" y="3110826"/>
              <a:ext cx="12779" cy="12379"/>
            </a:xfrm>
            <a:custGeom>
              <a:avLst/>
              <a:gdLst>
                <a:gd name="connsiteX0" fmla="*/ 5751 w 12779"/>
                <a:gd name="connsiteY0" fmla="*/ 250 h 12379"/>
                <a:gd name="connsiteX1" fmla="*/ 4473 w 12779"/>
                <a:gd name="connsiteY1" fmla="*/ 250 h 12379"/>
                <a:gd name="connsiteX2" fmla="*/ 3195 w 12779"/>
                <a:gd name="connsiteY2" fmla="*/ 889 h 12379"/>
                <a:gd name="connsiteX3" fmla="*/ 1917 w 12779"/>
                <a:gd name="connsiteY3" fmla="*/ 1527 h 12379"/>
                <a:gd name="connsiteX4" fmla="*/ 0 w 12779"/>
                <a:gd name="connsiteY4" fmla="*/ 5996 h 12379"/>
                <a:gd name="connsiteX5" fmla="*/ 639 w 12779"/>
                <a:gd name="connsiteY5" fmla="*/ 8550 h 12379"/>
                <a:gd name="connsiteX6" fmla="*/ 1917 w 12779"/>
                <a:gd name="connsiteY6" fmla="*/ 10465 h 12379"/>
                <a:gd name="connsiteX7" fmla="*/ 10863 w 12779"/>
                <a:gd name="connsiteY7" fmla="*/ 10465 h 12379"/>
                <a:gd name="connsiteX8" fmla="*/ 10863 w 12779"/>
                <a:gd name="connsiteY8" fmla="*/ 10465 h 12379"/>
                <a:gd name="connsiteX9" fmla="*/ 12141 w 12779"/>
                <a:gd name="connsiteY9" fmla="*/ 8550 h 12379"/>
                <a:gd name="connsiteX10" fmla="*/ 12780 w 12779"/>
                <a:gd name="connsiteY10" fmla="*/ 5996 h 12379"/>
                <a:gd name="connsiteX11" fmla="*/ 10863 w 12779"/>
                <a:gd name="connsiteY11" fmla="*/ 1527 h 12379"/>
                <a:gd name="connsiteX12" fmla="*/ 5751 w 12779"/>
                <a:gd name="connsiteY12" fmla="*/ 250 h 12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79" h="12379">
                  <a:moveTo>
                    <a:pt x="5751" y="250"/>
                  </a:moveTo>
                  <a:lnTo>
                    <a:pt x="4473" y="250"/>
                  </a:lnTo>
                  <a:lnTo>
                    <a:pt x="3195" y="889"/>
                  </a:lnTo>
                  <a:cubicBezTo>
                    <a:pt x="2556" y="889"/>
                    <a:pt x="2556" y="1527"/>
                    <a:pt x="1917" y="1527"/>
                  </a:cubicBezTo>
                  <a:cubicBezTo>
                    <a:pt x="639" y="2804"/>
                    <a:pt x="0" y="4081"/>
                    <a:pt x="0" y="5996"/>
                  </a:cubicBezTo>
                  <a:cubicBezTo>
                    <a:pt x="0" y="6634"/>
                    <a:pt x="0" y="7911"/>
                    <a:pt x="639" y="8550"/>
                  </a:cubicBezTo>
                  <a:cubicBezTo>
                    <a:pt x="1278" y="9188"/>
                    <a:pt x="1278" y="9826"/>
                    <a:pt x="1917" y="10465"/>
                  </a:cubicBezTo>
                  <a:cubicBezTo>
                    <a:pt x="4473" y="13018"/>
                    <a:pt x="8307" y="13018"/>
                    <a:pt x="10863" y="10465"/>
                  </a:cubicBezTo>
                  <a:cubicBezTo>
                    <a:pt x="10863" y="10465"/>
                    <a:pt x="10863" y="10465"/>
                    <a:pt x="10863" y="10465"/>
                  </a:cubicBezTo>
                  <a:cubicBezTo>
                    <a:pt x="11502" y="9826"/>
                    <a:pt x="12141" y="9188"/>
                    <a:pt x="12141" y="8550"/>
                  </a:cubicBezTo>
                  <a:cubicBezTo>
                    <a:pt x="12780" y="7911"/>
                    <a:pt x="12780" y="7273"/>
                    <a:pt x="12780" y="5996"/>
                  </a:cubicBezTo>
                  <a:cubicBezTo>
                    <a:pt x="12780" y="4081"/>
                    <a:pt x="12141" y="2804"/>
                    <a:pt x="10863" y="1527"/>
                  </a:cubicBezTo>
                  <a:cubicBezTo>
                    <a:pt x="10224" y="250"/>
                    <a:pt x="7668" y="-388"/>
                    <a:pt x="5751" y="250"/>
                  </a:cubicBezTo>
                  <a:close/>
                </a:path>
              </a:pathLst>
            </a:custGeom>
            <a:solidFill>
              <a:srgbClr val="26890D"/>
            </a:solidFill>
            <a:ln w="6390" cap="flat">
              <a:noFill/>
              <a:prstDash val="solid"/>
              <a:miter/>
            </a:ln>
          </p:spPr>
          <p:txBody>
            <a:bodyPr rtlCol="0" anchor="ctr"/>
            <a:lstStyle/>
            <a:p>
              <a:endParaRPr lang="en-US"/>
            </a:p>
          </p:txBody>
        </p:sp>
        <p:sp>
          <p:nvSpPr>
            <p:cNvPr id="754" name="Graphic 4">
              <a:extLst>
                <a:ext uri="{FF2B5EF4-FFF2-40B4-BE49-F238E27FC236}">
                  <a16:creationId xmlns:a16="http://schemas.microsoft.com/office/drawing/2014/main" id="{377471D2-D7B0-4441-8E49-901428C075D7}"/>
                </a:ext>
              </a:extLst>
            </p:cNvPr>
            <p:cNvSpPr/>
            <p:nvPr/>
          </p:nvSpPr>
          <p:spPr>
            <a:xfrm>
              <a:off x="7982948" y="3111077"/>
              <a:ext cx="12779" cy="12767"/>
            </a:xfrm>
            <a:custGeom>
              <a:avLst/>
              <a:gdLst>
                <a:gd name="connsiteX0" fmla="*/ 12780 w 12779"/>
                <a:gd name="connsiteY0" fmla="*/ 6384 h 12767"/>
                <a:gd name="connsiteX1" fmla="*/ 6390 w 12779"/>
                <a:gd name="connsiteY1" fmla="*/ 12768 h 12767"/>
                <a:gd name="connsiteX2" fmla="*/ 0 w 12779"/>
                <a:gd name="connsiteY2" fmla="*/ 6384 h 12767"/>
                <a:gd name="connsiteX3" fmla="*/ 6390 w 12779"/>
                <a:gd name="connsiteY3" fmla="*/ 0 h 12767"/>
                <a:gd name="connsiteX4" fmla="*/ 12780 w 12779"/>
                <a:gd name="connsiteY4" fmla="*/ 6384 h 12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9" h="12767">
                  <a:moveTo>
                    <a:pt x="12780" y="6384"/>
                  </a:moveTo>
                  <a:cubicBezTo>
                    <a:pt x="12780" y="9910"/>
                    <a:pt x="9919" y="12768"/>
                    <a:pt x="6390" y="12768"/>
                  </a:cubicBezTo>
                  <a:cubicBezTo>
                    <a:pt x="2861" y="12768"/>
                    <a:pt x="0" y="9910"/>
                    <a:pt x="0" y="6384"/>
                  </a:cubicBezTo>
                  <a:cubicBezTo>
                    <a:pt x="0" y="2858"/>
                    <a:pt x="2861" y="0"/>
                    <a:pt x="6390" y="0"/>
                  </a:cubicBezTo>
                  <a:cubicBezTo>
                    <a:pt x="9919" y="0"/>
                    <a:pt x="12780" y="2858"/>
                    <a:pt x="12780" y="6384"/>
                  </a:cubicBezTo>
                  <a:close/>
                </a:path>
              </a:pathLst>
            </a:custGeom>
            <a:solidFill>
              <a:srgbClr val="26890D"/>
            </a:solidFill>
            <a:ln w="6390" cap="flat">
              <a:noFill/>
              <a:prstDash val="solid"/>
              <a:miter/>
            </a:ln>
          </p:spPr>
          <p:txBody>
            <a:bodyPr rtlCol="0" anchor="ctr"/>
            <a:lstStyle/>
            <a:p>
              <a:endParaRPr lang="en-US"/>
            </a:p>
          </p:txBody>
        </p:sp>
        <p:sp>
          <p:nvSpPr>
            <p:cNvPr id="755" name="Graphic 4">
              <a:extLst>
                <a:ext uri="{FF2B5EF4-FFF2-40B4-BE49-F238E27FC236}">
                  <a16:creationId xmlns:a16="http://schemas.microsoft.com/office/drawing/2014/main" id="{1073F15F-56BE-6E46-8003-AF9BF6AB3ABB}"/>
                </a:ext>
              </a:extLst>
            </p:cNvPr>
            <p:cNvSpPr/>
            <p:nvPr/>
          </p:nvSpPr>
          <p:spPr>
            <a:xfrm>
              <a:off x="8028317" y="3110956"/>
              <a:ext cx="12779" cy="12914"/>
            </a:xfrm>
            <a:custGeom>
              <a:avLst/>
              <a:gdLst>
                <a:gd name="connsiteX0" fmla="*/ 10224 w 12779"/>
                <a:gd name="connsiteY0" fmla="*/ 759 h 12914"/>
                <a:gd name="connsiteX1" fmla="*/ 8946 w 12779"/>
                <a:gd name="connsiteY1" fmla="*/ 121 h 12914"/>
                <a:gd name="connsiteX2" fmla="*/ 7668 w 12779"/>
                <a:gd name="connsiteY2" fmla="*/ 121 h 12914"/>
                <a:gd name="connsiteX3" fmla="*/ 0 w 12779"/>
                <a:gd name="connsiteY3" fmla="*/ 5228 h 12914"/>
                <a:gd name="connsiteX4" fmla="*/ 639 w 12779"/>
                <a:gd name="connsiteY4" fmla="*/ 9059 h 12914"/>
                <a:gd name="connsiteX5" fmla="*/ 1917 w 12779"/>
                <a:gd name="connsiteY5" fmla="*/ 10974 h 12914"/>
                <a:gd name="connsiteX6" fmla="*/ 8946 w 12779"/>
                <a:gd name="connsiteY6" fmla="*/ 12251 h 12914"/>
                <a:gd name="connsiteX7" fmla="*/ 10863 w 12779"/>
                <a:gd name="connsiteY7" fmla="*/ 10974 h 12914"/>
                <a:gd name="connsiteX8" fmla="*/ 12780 w 12779"/>
                <a:gd name="connsiteY8" fmla="*/ 6505 h 12914"/>
                <a:gd name="connsiteX9" fmla="*/ 10863 w 12779"/>
                <a:gd name="connsiteY9" fmla="*/ 2036 h 12914"/>
                <a:gd name="connsiteX10" fmla="*/ 10224 w 12779"/>
                <a:gd name="connsiteY10" fmla="*/ 759 h 1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9" h="12914">
                  <a:moveTo>
                    <a:pt x="10224" y="759"/>
                  </a:moveTo>
                  <a:cubicBezTo>
                    <a:pt x="9585" y="759"/>
                    <a:pt x="9585" y="121"/>
                    <a:pt x="8946" y="121"/>
                  </a:cubicBezTo>
                  <a:lnTo>
                    <a:pt x="7668" y="121"/>
                  </a:lnTo>
                  <a:cubicBezTo>
                    <a:pt x="4473" y="-517"/>
                    <a:pt x="639" y="1398"/>
                    <a:pt x="0" y="5228"/>
                  </a:cubicBezTo>
                  <a:cubicBezTo>
                    <a:pt x="0" y="6505"/>
                    <a:pt x="0" y="7782"/>
                    <a:pt x="639" y="9059"/>
                  </a:cubicBezTo>
                  <a:cubicBezTo>
                    <a:pt x="1278" y="9697"/>
                    <a:pt x="1278" y="10335"/>
                    <a:pt x="1917" y="10974"/>
                  </a:cubicBezTo>
                  <a:cubicBezTo>
                    <a:pt x="3834" y="12889"/>
                    <a:pt x="6390" y="13527"/>
                    <a:pt x="8946" y="12251"/>
                  </a:cubicBezTo>
                  <a:cubicBezTo>
                    <a:pt x="9585" y="11612"/>
                    <a:pt x="10224" y="11612"/>
                    <a:pt x="10863" y="10974"/>
                  </a:cubicBezTo>
                  <a:cubicBezTo>
                    <a:pt x="12141" y="9697"/>
                    <a:pt x="12780" y="8420"/>
                    <a:pt x="12780" y="6505"/>
                  </a:cubicBezTo>
                  <a:cubicBezTo>
                    <a:pt x="12780" y="4590"/>
                    <a:pt x="12141" y="3313"/>
                    <a:pt x="10863" y="2036"/>
                  </a:cubicBezTo>
                  <a:cubicBezTo>
                    <a:pt x="10863" y="1398"/>
                    <a:pt x="10863" y="1398"/>
                    <a:pt x="10224" y="759"/>
                  </a:cubicBezTo>
                  <a:close/>
                </a:path>
              </a:pathLst>
            </a:custGeom>
            <a:solidFill>
              <a:srgbClr val="26890D"/>
            </a:solidFill>
            <a:ln w="6390" cap="flat">
              <a:noFill/>
              <a:prstDash val="solid"/>
              <a:miter/>
            </a:ln>
          </p:spPr>
          <p:txBody>
            <a:bodyPr rtlCol="0" anchor="ctr"/>
            <a:lstStyle/>
            <a:p>
              <a:endParaRPr lang="en-US"/>
            </a:p>
          </p:txBody>
        </p:sp>
        <p:sp>
          <p:nvSpPr>
            <p:cNvPr id="756" name="Graphic 4">
              <a:extLst>
                <a:ext uri="{FF2B5EF4-FFF2-40B4-BE49-F238E27FC236}">
                  <a16:creationId xmlns:a16="http://schemas.microsoft.com/office/drawing/2014/main" id="{C9E285FB-F1C2-F04C-8A9C-67B18C7ADA87}"/>
                </a:ext>
              </a:extLst>
            </p:cNvPr>
            <p:cNvSpPr/>
            <p:nvPr/>
          </p:nvSpPr>
          <p:spPr>
            <a:xfrm>
              <a:off x="7892850" y="3075965"/>
              <a:ext cx="187864" cy="70862"/>
            </a:xfrm>
            <a:custGeom>
              <a:avLst/>
              <a:gdLst>
                <a:gd name="connsiteX0" fmla="*/ 171251 w 187864"/>
                <a:gd name="connsiteY0" fmla="*/ 0 h 70862"/>
                <a:gd name="connsiteX1" fmla="*/ 16614 w 187864"/>
                <a:gd name="connsiteY1" fmla="*/ 0 h 70862"/>
                <a:gd name="connsiteX2" fmla="*/ 0 w 187864"/>
                <a:gd name="connsiteY2" fmla="*/ 16598 h 70862"/>
                <a:gd name="connsiteX3" fmla="*/ 0 w 187864"/>
                <a:gd name="connsiteY3" fmla="*/ 63840 h 70862"/>
                <a:gd name="connsiteX4" fmla="*/ 6390 w 187864"/>
                <a:gd name="connsiteY4" fmla="*/ 70224 h 70862"/>
                <a:gd name="connsiteX5" fmla="*/ 12780 w 187864"/>
                <a:gd name="connsiteY5" fmla="*/ 63840 h 70862"/>
                <a:gd name="connsiteX6" fmla="*/ 12780 w 187864"/>
                <a:gd name="connsiteY6" fmla="*/ 16598 h 70862"/>
                <a:gd name="connsiteX7" fmla="*/ 16614 w 187864"/>
                <a:gd name="connsiteY7" fmla="*/ 12768 h 70862"/>
                <a:gd name="connsiteX8" fmla="*/ 171251 w 187864"/>
                <a:gd name="connsiteY8" fmla="*/ 12768 h 70862"/>
                <a:gd name="connsiteX9" fmla="*/ 175084 w 187864"/>
                <a:gd name="connsiteY9" fmla="*/ 16598 h 70862"/>
                <a:gd name="connsiteX10" fmla="*/ 175084 w 187864"/>
                <a:gd name="connsiteY10" fmla="*/ 64478 h 70862"/>
                <a:gd name="connsiteX11" fmla="*/ 181474 w 187864"/>
                <a:gd name="connsiteY11" fmla="*/ 70862 h 70862"/>
                <a:gd name="connsiteX12" fmla="*/ 187864 w 187864"/>
                <a:gd name="connsiteY12" fmla="*/ 64478 h 70862"/>
                <a:gd name="connsiteX13" fmla="*/ 187864 w 187864"/>
                <a:gd name="connsiteY13" fmla="*/ 16598 h 70862"/>
                <a:gd name="connsiteX14" fmla="*/ 171251 w 187864"/>
                <a:gd name="connsiteY14" fmla="*/ 0 h 7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7864" h="70862">
                  <a:moveTo>
                    <a:pt x="171251" y="0"/>
                  </a:moveTo>
                  <a:lnTo>
                    <a:pt x="16614" y="0"/>
                  </a:lnTo>
                  <a:cubicBezTo>
                    <a:pt x="7668" y="0"/>
                    <a:pt x="0" y="7661"/>
                    <a:pt x="0" y="16598"/>
                  </a:cubicBezTo>
                  <a:lnTo>
                    <a:pt x="0" y="63840"/>
                  </a:lnTo>
                  <a:cubicBezTo>
                    <a:pt x="0" y="67670"/>
                    <a:pt x="2556" y="70224"/>
                    <a:pt x="6390" y="70224"/>
                  </a:cubicBezTo>
                  <a:cubicBezTo>
                    <a:pt x="10225" y="70224"/>
                    <a:pt x="12780" y="67670"/>
                    <a:pt x="12780" y="63840"/>
                  </a:cubicBezTo>
                  <a:lnTo>
                    <a:pt x="12780" y="16598"/>
                  </a:lnTo>
                  <a:cubicBezTo>
                    <a:pt x="12780" y="14683"/>
                    <a:pt x="14697" y="12768"/>
                    <a:pt x="16614" y="12768"/>
                  </a:cubicBezTo>
                  <a:lnTo>
                    <a:pt x="171251" y="12768"/>
                  </a:lnTo>
                  <a:cubicBezTo>
                    <a:pt x="173168" y="12768"/>
                    <a:pt x="175084" y="14683"/>
                    <a:pt x="175084" y="16598"/>
                  </a:cubicBezTo>
                  <a:lnTo>
                    <a:pt x="175084" y="64478"/>
                  </a:lnTo>
                  <a:cubicBezTo>
                    <a:pt x="175084" y="68308"/>
                    <a:pt x="177641" y="70862"/>
                    <a:pt x="181474" y="70862"/>
                  </a:cubicBezTo>
                  <a:cubicBezTo>
                    <a:pt x="185308" y="70862"/>
                    <a:pt x="187864" y="68308"/>
                    <a:pt x="187864" y="64478"/>
                  </a:cubicBezTo>
                  <a:lnTo>
                    <a:pt x="187864" y="16598"/>
                  </a:lnTo>
                  <a:cubicBezTo>
                    <a:pt x="187864" y="7022"/>
                    <a:pt x="180197" y="0"/>
                    <a:pt x="171251" y="0"/>
                  </a:cubicBezTo>
                  <a:close/>
                </a:path>
              </a:pathLst>
            </a:custGeom>
            <a:solidFill>
              <a:srgbClr val="26890D"/>
            </a:solidFill>
            <a:ln w="6390" cap="flat">
              <a:noFill/>
              <a:prstDash val="solid"/>
              <a:miter/>
            </a:ln>
          </p:spPr>
          <p:txBody>
            <a:bodyPr rtlCol="0" anchor="ctr"/>
            <a:lstStyle/>
            <a:p>
              <a:endParaRPr lang="en-US"/>
            </a:p>
          </p:txBody>
        </p:sp>
        <p:sp>
          <p:nvSpPr>
            <p:cNvPr id="757" name="Graphic 4">
              <a:extLst>
                <a:ext uri="{FF2B5EF4-FFF2-40B4-BE49-F238E27FC236}">
                  <a16:creationId xmlns:a16="http://schemas.microsoft.com/office/drawing/2014/main" id="{D12DC54A-F3A6-B142-A334-A83D044549A8}"/>
                </a:ext>
              </a:extLst>
            </p:cNvPr>
            <p:cNvSpPr/>
            <p:nvPr/>
          </p:nvSpPr>
          <p:spPr>
            <a:xfrm>
              <a:off x="7873066" y="2938709"/>
              <a:ext cx="232136" cy="128956"/>
            </a:xfrm>
            <a:custGeom>
              <a:avLst/>
              <a:gdLst>
                <a:gd name="connsiteX0" fmla="*/ 210204 w 232136"/>
                <a:gd name="connsiteY0" fmla="*/ 40219 h 128956"/>
                <a:gd name="connsiteX1" fmla="*/ 210204 w 232136"/>
                <a:gd name="connsiteY1" fmla="*/ 6384 h 128956"/>
                <a:gd name="connsiteX2" fmla="*/ 203814 w 232136"/>
                <a:gd name="connsiteY2" fmla="*/ 0 h 128956"/>
                <a:gd name="connsiteX3" fmla="*/ 28729 w 232136"/>
                <a:gd name="connsiteY3" fmla="*/ 0 h 128956"/>
                <a:gd name="connsiteX4" fmla="*/ 22339 w 232136"/>
                <a:gd name="connsiteY4" fmla="*/ 6384 h 128956"/>
                <a:gd name="connsiteX5" fmla="*/ 22339 w 232136"/>
                <a:gd name="connsiteY5" fmla="*/ 39581 h 128956"/>
                <a:gd name="connsiteX6" fmla="*/ 614 w 232136"/>
                <a:gd name="connsiteY6" fmla="*/ 73416 h 128956"/>
                <a:gd name="connsiteX7" fmla="*/ 22339 w 232136"/>
                <a:gd name="connsiteY7" fmla="*/ 95121 h 128956"/>
                <a:gd name="connsiteX8" fmla="*/ 22339 w 232136"/>
                <a:gd name="connsiteY8" fmla="*/ 122572 h 128956"/>
                <a:gd name="connsiteX9" fmla="*/ 28729 w 232136"/>
                <a:gd name="connsiteY9" fmla="*/ 128956 h 128956"/>
                <a:gd name="connsiteX10" fmla="*/ 203814 w 232136"/>
                <a:gd name="connsiteY10" fmla="*/ 128956 h 128956"/>
                <a:gd name="connsiteX11" fmla="*/ 210204 w 232136"/>
                <a:gd name="connsiteY11" fmla="*/ 122572 h 128956"/>
                <a:gd name="connsiteX12" fmla="*/ 210204 w 232136"/>
                <a:gd name="connsiteY12" fmla="*/ 95760 h 128956"/>
                <a:gd name="connsiteX13" fmla="*/ 231291 w 232136"/>
                <a:gd name="connsiteY13" fmla="*/ 61925 h 128956"/>
                <a:gd name="connsiteX14" fmla="*/ 210204 w 232136"/>
                <a:gd name="connsiteY14" fmla="*/ 40219 h 128956"/>
                <a:gd name="connsiteX15" fmla="*/ 210204 w 232136"/>
                <a:gd name="connsiteY15" fmla="*/ 40219 h 128956"/>
                <a:gd name="connsiteX16" fmla="*/ 12755 w 232136"/>
                <a:gd name="connsiteY16" fmla="*/ 68308 h 128956"/>
                <a:gd name="connsiteX17" fmla="*/ 22339 w 232136"/>
                <a:gd name="connsiteY17" fmla="*/ 53625 h 128956"/>
                <a:gd name="connsiteX18" fmla="*/ 22339 w 232136"/>
                <a:gd name="connsiteY18" fmla="*/ 82353 h 128956"/>
                <a:gd name="connsiteX19" fmla="*/ 12755 w 232136"/>
                <a:gd name="connsiteY19" fmla="*/ 68308 h 128956"/>
                <a:gd name="connsiteX20" fmla="*/ 12755 w 232136"/>
                <a:gd name="connsiteY20" fmla="*/ 68308 h 128956"/>
                <a:gd name="connsiteX21" fmla="*/ 197424 w 232136"/>
                <a:gd name="connsiteY21" fmla="*/ 116827 h 128956"/>
                <a:gd name="connsiteX22" fmla="*/ 35119 w 232136"/>
                <a:gd name="connsiteY22" fmla="*/ 116827 h 128956"/>
                <a:gd name="connsiteX23" fmla="*/ 35119 w 232136"/>
                <a:gd name="connsiteY23" fmla="*/ 13406 h 128956"/>
                <a:gd name="connsiteX24" fmla="*/ 197424 w 232136"/>
                <a:gd name="connsiteY24" fmla="*/ 13406 h 128956"/>
                <a:gd name="connsiteX25" fmla="*/ 197424 w 232136"/>
                <a:gd name="connsiteY25" fmla="*/ 116827 h 128956"/>
                <a:gd name="connsiteX26" fmla="*/ 210204 w 232136"/>
                <a:gd name="connsiteY26" fmla="*/ 82992 h 128956"/>
                <a:gd name="connsiteX27" fmla="*/ 210204 w 232136"/>
                <a:gd name="connsiteY27" fmla="*/ 54264 h 128956"/>
                <a:gd name="connsiteX28" fmla="*/ 217871 w 232136"/>
                <a:gd name="connsiteY28" fmla="*/ 75331 h 128956"/>
                <a:gd name="connsiteX29" fmla="*/ 210204 w 232136"/>
                <a:gd name="connsiteY29" fmla="*/ 82992 h 128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32136" h="128956">
                  <a:moveTo>
                    <a:pt x="210204" y="40219"/>
                  </a:moveTo>
                  <a:lnTo>
                    <a:pt x="210204" y="6384"/>
                  </a:lnTo>
                  <a:cubicBezTo>
                    <a:pt x="210204" y="2554"/>
                    <a:pt x="207648" y="0"/>
                    <a:pt x="203814" y="0"/>
                  </a:cubicBezTo>
                  <a:lnTo>
                    <a:pt x="28729" y="0"/>
                  </a:lnTo>
                  <a:cubicBezTo>
                    <a:pt x="24896" y="0"/>
                    <a:pt x="22339" y="2554"/>
                    <a:pt x="22339" y="6384"/>
                  </a:cubicBezTo>
                  <a:lnTo>
                    <a:pt x="22339" y="39581"/>
                  </a:lnTo>
                  <a:cubicBezTo>
                    <a:pt x="7003" y="42773"/>
                    <a:pt x="-2581" y="58094"/>
                    <a:pt x="614" y="73416"/>
                  </a:cubicBezTo>
                  <a:cubicBezTo>
                    <a:pt x="3170" y="84268"/>
                    <a:pt x="11477" y="92568"/>
                    <a:pt x="22339" y="95121"/>
                  </a:cubicBezTo>
                  <a:lnTo>
                    <a:pt x="22339" y="122572"/>
                  </a:lnTo>
                  <a:cubicBezTo>
                    <a:pt x="22339" y="126403"/>
                    <a:pt x="24896" y="128956"/>
                    <a:pt x="28729" y="128956"/>
                  </a:cubicBezTo>
                  <a:lnTo>
                    <a:pt x="203814" y="128956"/>
                  </a:lnTo>
                  <a:cubicBezTo>
                    <a:pt x="207648" y="128956"/>
                    <a:pt x="210204" y="126403"/>
                    <a:pt x="210204" y="122572"/>
                  </a:cubicBezTo>
                  <a:lnTo>
                    <a:pt x="210204" y="95760"/>
                  </a:lnTo>
                  <a:cubicBezTo>
                    <a:pt x="225540" y="91929"/>
                    <a:pt x="235125" y="77246"/>
                    <a:pt x="231291" y="61925"/>
                  </a:cubicBezTo>
                  <a:cubicBezTo>
                    <a:pt x="228735" y="51710"/>
                    <a:pt x="221066" y="43411"/>
                    <a:pt x="210204" y="40219"/>
                  </a:cubicBezTo>
                  <a:lnTo>
                    <a:pt x="210204" y="40219"/>
                  </a:lnTo>
                  <a:close/>
                  <a:moveTo>
                    <a:pt x="12755" y="68308"/>
                  </a:moveTo>
                  <a:cubicBezTo>
                    <a:pt x="12755" y="61925"/>
                    <a:pt x="16588" y="56179"/>
                    <a:pt x="22339" y="53625"/>
                  </a:cubicBezTo>
                  <a:lnTo>
                    <a:pt x="22339" y="82353"/>
                  </a:lnTo>
                  <a:cubicBezTo>
                    <a:pt x="16588" y="79800"/>
                    <a:pt x="13393" y="74692"/>
                    <a:pt x="12755" y="68308"/>
                  </a:cubicBezTo>
                  <a:lnTo>
                    <a:pt x="12755" y="68308"/>
                  </a:lnTo>
                  <a:close/>
                  <a:moveTo>
                    <a:pt x="197424" y="116827"/>
                  </a:moveTo>
                  <a:lnTo>
                    <a:pt x="35119" y="116827"/>
                  </a:lnTo>
                  <a:lnTo>
                    <a:pt x="35119" y="13406"/>
                  </a:lnTo>
                  <a:lnTo>
                    <a:pt x="197424" y="13406"/>
                  </a:lnTo>
                  <a:lnTo>
                    <a:pt x="197424" y="116827"/>
                  </a:lnTo>
                  <a:close/>
                  <a:moveTo>
                    <a:pt x="210204" y="82992"/>
                  </a:moveTo>
                  <a:lnTo>
                    <a:pt x="210204" y="54264"/>
                  </a:lnTo>
                  <a:cubicBezTo>
                    <a:pt x="217871" y="58094"/>
                    <a:pt x="221706" y="67032"/>
                    <a:pt x="217871" y="75331"/>
                  </a:cubicBezTo>
                  <a:cubicBezTo>
                    <a:pt x="216594" y="78523"/>
                    <a:pt x="213399" y="81076"/>
                    <a:pt x="210204" y="82992"/>
                  </a:cubicBezTo>
                  <a:close/>
                </a:path>
              </a:pathLst>
            </a:custGeom>
            <a:solidFill>
              <a:srgbClr val="26890D"/>
            </a:solidFill>
            <a:ln w="6390" cap="flat">
              <a:noFill/>
              <a:prstDash val="solid"/>
              <a:miter/>
            </a:ln>
          </p:spPr>
          <p:txBody>
            <a:bodyPr rtlCol="0" anchor="ctr"/>
            <a:lstStyle/>
            <a:p>
              <a:endParaRPr lang="en-US"/>
            </a:p>
          </p:txBody>
        </p:sp>
      </p:grpSp>
      <p:grpSp>
        <p:nvGrpSpPr>
          <p:cNvPr id="758" name="Graphic 4">
            <a:extLst>
              <a:ext uri="{FF2B5EF4-FFF2-40B4-BE49-F238E27FC236}">
                <a16:creationId xmlns:a16="http://schemas.microsoft.com/office/drawing/2014/main" id="{85DF28C0-3A60-DD4D-A797-836009AC3D60}"/>
              </a:ext>
            </a:extLst>
          </p:cNvPr>
          <p:cNvGrpSpPr/>
          <p:nvPr/>
        </p:nvGrpSpPr>
        <p:grpSpPr>
          <a:xfrm>
            <a:off x="5708130" y="3339623"/>
            <a:ext cx="362313" cy="361971"/>
            <a:chOff x="5708130" y="3339623"/>
            <a:chExt cx="362313" cy="361971"/>
          </a:xfrm>
          <a:solidFill>
            <a:srgbClr val="26890D"/>
          </a:solidFill>
        </p:grpSpPr>
        <p:sp>
          <p:nvSpPr>
            <p:cNvPr id="759" name="Graphic 4">
              <a:extLst>
                <a:ext uri="{FF2B5EF4-FFF2-40B4-BE49-F238E27FC236}">
                  <a16:creationId xmlns:a16="http://schemas.microsoft.com/office/drawing/2014/main" id="{B45ECA04-AC58-0D45-8317-DEB6E8E86438}"/>
                </a:ext>
              </a:extLst>
            </p:cNvPr>
            <p:cNvSpPr/>
            <p:nvPr/>
          </p:nvSpPr>
          <p:spPr>
            <a:xfrm>
              <a:off x="5708130" y="33396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lnTo>
                    <a:pt x="349530" y="180667"/>
                  </a:lnTo>
                  <a:cubicBezTo>
                    <a:pt x="349530" y="273873"/>
                    <a:pt x="274767" y="349204"/>
                    <a:pt x="181474" y="349204"/>
                  </a:cubicBezTo>
                  <a:lnTo>
                    <a:pt x="181474" y="349204"/>
                  </a:lnTo>
                  <a:close/>
                </a:path>
              </a:pathLst>
            </a:custGeom>
            <a:solidFill>
              <a:srgbClr val="26890D"/>
            </a:solidFill>
            <a:ln w="6390" cap="flat">
              <a:noFill/>
              <a:prstDash val="solid"/>
              <a:miter/>
            </a:ln>
          </p:spPr>
          <p:txBody>
            <a:bodyPr rtlCol="0" anchor="ctr"/>
            <a:lstStyle/>
            <a:p>
              <a:endParaRPr lang="en-US"/>
            </a:p>
          </p:txBody>
        </p:sp>
        <p:sp>
          <p:nvSpPr>
            <p:cNvPr id="760" name="Graphic 4">
              <a:extLst>
                <a:ext uri="{FF2B5EF4-FFF2-40B4-BE49-F238E27FC236}">
                  <a16:creationId xmlns:a16="http://schemas.microsoft.com/office/drawing/2014/main" id="{E38CD298-0F33-4946-AA99-ACE0D0D030D6}"/>
                </a:ext>
              </a:extLst>
            </p:cNvPr>
            <p:cNvSpPr/>
            <p:nvPr/>
          </p:nvSpPr>
          <p:spPr>
            <a:xfrm>
              <a:off x="5810369" y="3406655"/>
              <a:ext cx="162637" cy="228546"/>
            </a:xfrm>
            <a:custGeom>
              <a:avLst/>
              <a:gdLst>
                <a:gd name="connsiteX0" fmla="*/ 157193 w 162637"/>
                <a:gd name="connsiteY0" fmla="*/ 70224 h 228546"/>
                <a:gd name="connsiteX1" fmla="*/ 150803 w 162637"/>
                <a:gd name="connsiteY1" fmla="*/ 75970 h 228546"/>
                <a:gd name="connsiteX2" fmla="*/ 150803 w 162637"/>
                <a:gd name="connsiteY2" fmla="*/ 56179 h 228546"/>
                <a:gd name="connsiteX3" fmla="*/ 126521 w 162637"/>
                <a:gd name="connsiteY3" fmla="*/ 31920 h 228546"/>
                <a:gd name="connsiteX4" fmla="*/ 126521 w 162637"/>
                <a:gd name="connsiteY4" fmla="*/ 31920 h 228546"/>
                <a:gd name="connsiteX5" fmla="*/ 125882 w 162637"/>
                <a:gd name="connsiteY5" fmla="*/ 31920 h 228546"/>
                <a:gd name="connsiteX6" fmla="*/ 127799 w 162637"/>
                <a:gd name="connsiteY6" fmla="*/ 22344 h 228546"/>
                <a:gd name="connsiteX7" fmla="*/ 105434 w 162637"/>
                <a:gd name="connsiteY7" fmla="*/ 0 h 228546"/>
                <a:gd name="connsiteX8" fmla="*/ 105434 w 162637"/>
                <a:gd name="connsiteY8" fmla="*/ 0 h 228546"/>
                <a:gd name="connsiteX9" fmla="*/ 45369 w 162637"/>
                <a:gd name="connsiteY9" fmla="*/ 0 h 228546"/>
                <a:gd name="connsiteX10" fmla="*/ 23004 w 162637"/>
                <a:gd name="connsiteY10" fmla="*/ 22344 h 228546"/>
                <a:gd name="connsiteX11" fmla="*/ 23004 w 162637"/>
                <a:gd name="connsiteY11" fmla="*/ 22344 h 228546"/>
                <a:gd name="connsiteX12" fmla="*/ 24921 w 162637"/>
                <a:gd name="connsiteY12" fmla="*/ 31920 h 228546"/>
                <a:gd name="connsiteX13" fmla="*/ 24282 w 162637"/>
                <a:gd name="connsiteY13" fmla="*/ 31920 h 228546"/>
                <a:gd name="connsiteX14" fmla="*/ 0 w 162637"/>
                <a:gd name="connsiteY14" fmla="*/ 56179 h 228546"/>
                <a:gd name="connsiteX15" fmla="*/ 0 w 162637"/>
                <a:gd name="connsiteY15" fmla="*/ 56179 h 228546"/>
                <a:gd name="connsiteX16" fmla="*/ 0 w 162637"/>
                <a:gd name="connsiteY16" fmla="*/ 172368 h 228546"/>
                <a:gd name="connsiteX17" fmla="*/ 24282 w 162637"/>
                <a:gd name="connsiteY17" fmla="*/ 196627 h 228546"/>
                <a:gd name="connsiteX18" fmla="*/ 24282 w 162637"/>
                <a:gd name="connsiteY18" fmla="*/ 196627 h 228546"/>
                <a:gd name="connsiteX19" fmla="*/ 24921 w 162637"/>
                <a:gd name="connsiteY19" fmla="*/ 196627 h 228546"/>
                <a:gd name="connsiteX20" fmla="*/ 35145 w 162637"/>
                <a:gd name="connsiteY20" fmla="*/ 225993 h 228546"/>
                <a:gd name="connsiteX21" fmla="*/ 44730 w 162637"/>
                <a:gd name="connsiteY21" fmla="*/ 228546 h 228546"/>
                <a:gd name="connsiteX22" fmla="*/ 104795 w 162637"/>
                <a:gd name="connsiteY22" fmla="*/ 228546 h 228546"/>
                <a:gd name="connsiteX23" fmla="*/ 127160 w 162637"/>
                <a:gd name="connsiteY23" fmla="*/ 206203 h 228546"/>
                <a:gd name="connsiteX24" fmla="*/ 124604 w 162637"/>
                <a:gd name="connsiteY24" fmla="*/ 196627 h 228546"/>
                <a:gd name="connsiteX25" fmla="*/ 125243 w 162637"/>
                <a:gd name="connsiteY25" fmla="*/ 196627 h 228546"/>
                <a:gd name="connsiteX26" fmla="*/ 149525 w 162637"/>
                <a:gd name="connsiteY26" fmla="*/ 172368 h 228546"/>
                <a:gd name="connsiteX27" fmla="*/ 149525 w 162637"/>
                <a:gd name="connsiteY27" fmla="*/ 172368 h 228546"/>
                <a:gd name="connsiteX28" fmla="*/ 149525 w 162637"/>
                <a:gd name="connsiteY28" fmla="*/ 100229 h 228546"/>
                <a:gd name="connsiteX29" fmla="*/ 155915 w 162637"/>
                <a:gd name="connsiteY29" fmla="*/ 106613 h 228546"/>
                <a:gd name="connsiteX30" fmla="*/ 162305 w 162637"/>
                <a:gd name="connsiteY30" fmla="*/ 100229 h 228546"/>
                <a:gd name="connsiteX31" fmla="*/ 162305 w 162637"/>
                <a:gd name="connsiteY31" fmla="*/ 76608 h 228546"/>
                <a:gd name="connsiteX32" fmla="*/ 157193 w 162637"/>
                <a:gd name="connsiteY32" fmla="*/ 70224 h 228546"/>
                <a:gd name="connsiteX33" fmla="*/ 157193 w 162637"/>
                <a:gd name="connsiteY33" fmla="*/ 70224 h 228546"/>
                <a:gd name="connsiteX34" fmla="*/ 45369 w 162637"/>
                <a:gd name="connsiteY34" fmla="*/ 12768 h 228546"/>
                <a:gd name="connsiteX35" fmla="*/ 105434 w 162637"/>
                <a:gd name="connsiteY35" fmla="*/ 12768 h 228546"/>
                <a:gd name="connsiteX36" fmla="*/ 115019 w 162637"/>
                <a:gd name="connsiteY36" fmla="*/ 22344 h 228546"/>
                <a:gd name="connsiteX37" fmla="*/ 105434 w 162637"/>
                <a:gd name="connsiteY37" fmla="*/ 31920 h 228546"/>
                <a:gd name="connsiteX38" fmla="*/ 45369 w 162637"/>
                <a:gd name="connsiteY38" fmla="*/ 31920 h 228546"/>
                <a:gd name="connsiteX39" fmla="*/ 35784 w 162637"/>
                <a:gd name="connsiteY39" fmla="*/ 22344 h 228546"/>
                <a:gd name="connsiteX40" fmla="*/ 45369 w 162637"/>
                <a:gd name="connsiteY40" fmla="*/ 12768 h 228546"/>
                <a:gd name="connsiteX41" fmla="*/ 106073 w 162637"/>
                <a:gd name="connsiteY41" fmla="*/ 215140 h 228546"/>
                <a:gd name="connsiteX42" fmla="*/ 46008 w 162637"/>
                <a:gd name="connsiteY42" fmla="*/ 215140 h 228546"/>
                <a:gd name="connsiteX43" fmla="*/ 36423 w 162637"/>
                <a:gd name="connsiteY43" fmla="*/ 205564 h 228546"/>
                <a:gd name="connsiteX44" fmla="*/ 46008 w 162637"/>
                <a:gd name="connsiteY44" fmla="*/ 195988 h 228546"/>
                <a:gd name="connsiteX45" fmla="*/ 106073 w 162637"/>
                <a:gd name="connsiteY45" fmla="*/ 195988 h 228546"/>
                <a:gd name="connsiteX46" fmla="*/ 115658 w 162637"/>
                <a:gd name="connsiteY46" fmla="*/ 205564 h 228546"/>
                <a:gd name="connsiteX47" fmla="*/ 106073 w 162637"/>
                <a:gd name="connsiteY47" fmla="*/ 215140 h 228546"/>
                <a:gd name="connsiteX48" fmla="*/ 138023 w 162637"/>
                <a:gd name="connsiteY48" fmla="*/ 171729 h 228546"/>
                <a:gd name="connsiteX49" fmla="*/ 126521 w 162637"/>
                <a:gd name="connsiteY49" fmla="*/ 183220 h 228546"/>
                <a:gd name="connsiteX50" fmla="*/ 126521 w 162637"/>
                <a:gd name="connsiteY50" fmla="*/ 183220 h 228546"/>
                <a:gd name="connsiteX51" fmla="*/ 25560 w 162637"/>
                <a:gd name="connsiteY51" fmla="*/ 183220 h 228546"/>
                <a:gd name="connsiteX52" fmla="*/ 14058 w 162637"/>
                <a:gd name="connsiteY52" fmla="*/ 171729 h 228546"/>
                <a:gd name="connsiteX53" fmla="*/ 14058 w 162637"/>
                <a:gd name="connsiteY53" fmla="*/ 171729 h 228546"/>
                <a:gd name="connsiteX54" fmla="*/ 14058 w 162637"/>
                <a:gd name="connsiteY54" fmla="*/ 56179 h 228546"/>
                <a:gd name="connsiteX55" fmla="*/ 25560 w 162637"/>
                <a:gd name="connsiteY55" fmla="*/ 44688 h 228546"/>
                <a:gd name="connsiteX56" fmla="*/ 25560 w 162637"/>
                <a:gd name="connsiteY56" fmla="*/ 44688 h 228546"/>
                <a:gd name="connsiteX57" fmla="*/ 127160 w 162637"/>
                <a:gd name="connsiteY57" fmla="*/ 44688 h 228546"/>
                <a:gd name="connsiteX58" fmla="*/ 138662 w 162637"/>
                <a:gd name="connsiteY58" fmla="*/ 56179 h 228546"/>
                <a:gd name="connsiteX59" fmla="*/ 138662 w 162637"/>
                <a:gd name="connsiteY59" fmla="*/ 56179 h 228546"/>
                <a:gd name="connsiteX60" fmla="*/ 138023 w 162637"/>
                <a:gd name="connsiteY60" fmla="*/ 171729 h 22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62637" h="228546">
                  <a:moveTo>
                    <a:pt x="157193" y="70224"/>
                  </a:moveTo>
                  <a:cubicBezTo>
                    <a:pt x="153998" y="70224"/>
                    <a:pt x="150803" y="72778"/>
                    <a:pt x="150803" y="75970"/>
                  </a:cubicBezTo>
                  <a:lnTo>
                    <a:pt x="150803" y="56179"/>
                  </a:lnTo>
                  <a:cubicBezTo>
                    <a:pt x="150803" y="42773"/>
                    <a:pt x="139940" y="31920"/>
                    <a:pt x="126521" y="31920"/>
                  </a:cubicBezTo>
                  <a:lnTo>
                    <a:pt x="126521" y="31920"/>
                  </a:lnTo>
                  <a:lnTo>
                    <a:pt x="125882" y="31920"/>
                  </a:lnTo>
                  <a:cubicBezTo>
                    <a:pt x="127160" y="28728"/>
                    <a:pt x="127799" y="25536"/>
                    <a:pt x="127799" y="22344"/>
                  </a:cubicBezTo>
                  <a:cubicBezTo>
                    <a:pt x="127799" y="10214"/>
                    <a:pt x="118214" y="0"/>
                    <a:pt x="105434" y="0"/>
                  </a:cubicBezTo>
                  <a:cubicBezTo>
                    <a:pt x="105434" y="0"/>
                    <a:pt x="105434" y="0"/>
                    <a:pt x="105434" y="0"/>
                  </a:cubicBezTo>
                  <a:lnTo>
                    <a:pt x="45369" y="0"/>
                  </a:lnTo>
                  <a:cubicBezTo>
                    <a:pt x="33228" y="0"/>
                    <a:pt x="23004" y="10214"/>
                    <a:pt x="23004" y="22344"/>
                  </a:cubicBezTo>
                  <a:cubicBezTo>
                    <a:pt x="23004" y="22344"/>
                    <a:pt x="23004" y="22344"/>
                    <a:pt x="23004" y="22344"/>
                  </a:cubicBezTo>
                  <a:cubicBezTo>
                    <a:pt x="23004" y="25536"/>
                    <a:pt x="23643" y="28728"/>
                    <a:pt x="24921" y="31920"/>
                  </a:cubicBezTo>
                  <a:lnTo>
                    <a:pt x="24282" y="31920"/>
                  </a:lnTo>
                  <a:cubicBezTo>
                    <a:pt x="10863" y="31920"/>
                    <a:pt x="0" y="42773"/>
                    <a:pt x="0" y="56179"/>
                  </a:cubicBezTo>
                  <a:lnTo>
                    <a:pt x="0" y="56179"/>
                  </a:lnTo>
                  <a:lnTo>
                    <a:pt x="0" y="172368"/>
                  </a:lnTo>
                  <a:cubicBezTo>
                    <a:pt x="0" y="185774"/>
                    <a:pt x="10863" y="196627"/>
                    <a:pt x="24282" y="196627"/>
                  </a:cubicBezTo>
                  <a:lnTo>
                    <a:pt x="24282" y="196627"/>
                  </a:lnTo>
                  <a:lnTo>
                    <a:pt x="24921" y="196627"/>
                  </a:lnTo>
                  <a:cubicBezTo>
                    <a:pt x="19809" y="207479"/>
                    <a:pt x="24282" y="220886"/>
                    <a:pt x="35145" y="225993"/>
                  </a:cubicBezTo>
                  <a:cubicBezTo>
                    <a:pt x="38340" y="227270"/>
                    <a:pt x="41535" y="228546"/>
                    <a:pt x="44730" y="228546"/>
                  </a:cubicBezTo>
                  <a:lnTo>
                    <a:pt x="104795" y="228546"/>
                  </a:lnTo>
                  <a:cubicBezTo>
                    <a:pt x="116936" y="228546"/>
                    <a:pt x="127160" y="218971"/>
                    <a:pt x="127160" y="206203"/>
                  </a:cubicBezTo>
                  <a:cubicBezTo>
                    <a:pt x="127160" y="203011"/>
                    <a:pt x="126521" y="199180"/>
                    <a:pt x="124604" y="196627"/>
                  </a:cubicBezTo>
                  <a:lnTo>
                    <a:pt x="125243" y="196627"/>
                  </a:lnTo>
                  <a:cubicBezTo>
                    <a:pt x="138662" y="196627"/>
                    <a:pt x="149525" y="185774"/>
                    <a:pt x="149525" y="172368"/>
                  </a:cubicBezTo>
                  <a:lnTo>
                    <a:pt x="149525" y="172368"/>
                  </a:lnTo>
                  <a:lnTo>
                    <a:pt x="149525" y="100229"/>
                  </a:lnTo>
                  <a:cubicBezTo>
                    <a:pt x="149525" y="104059"/>
                    <a:pt x="152720" y="106613"/>
                    <a:pt x="155915" y="106613"/>
                  </a:cubicBezTo>
                  <a:cubicBezTo>
                    <a:pt x="159748" y="106613"/>
                    <a:pt x="162305" y="103421"/>
                    <a:pt x="162305" y="100229"/>
                  </a:cubicBezTo>
                  <a:lnTo>
                    <a:pt x="162305" y="76608"/>
                  </a:lnTo>
                  <a:cubicBezTo>
                    <a:pt x="163583" y="72778"/>
                    <a:pt x="161027" y="70224"/>
                    <a:pt x="157193" y="70224"/>
                  </a:cubicBezTo>
                  <a:cubicBezTo>
                    <a:pt x="157193" y="70224"/>
                    <a:pt x="157193" y="70224"/>
                    <a:pt x="157193" y="70224"/>
                  </a:cubicBezTo>
                  <a:close/>
                  <a:moveTo>
                    <a:pt x="45369" y="12768"/>
                  </a:moveTo>
                  <a:lnTo>
                    <a:pt x="105434" y="12768"/>
                  </a:lnTo>
                  <a:cubicBezTo>
                    <a:pt x="110546" y="12768"/>
                    <a:pt x="115019" y="17237"/>
                    <a:pt x="115019" y="22344"/>
                  </a:cubicBezTo>
                  <a:cubicBezTo>
                    <a:pt x="115019" y="27451"/>
                    <a:pt x="110546" y="31920"/>
                    <a:pt x="105434" y="31920"/>
                  </a:cubicBezTo>
                  <a:lnTo>
                    <a:pt x="45369" y="31920"/>
                  </a:lnTo>
                  <a:cubicBezTo>
                    <a:pt x="40257" y="31920"/>
                    <a:pt x="35784" y="27451"/>
                    <a:pt x="35784" y="22344"/>
                  </a:cubicBezTo>
                  <a:cubicBezTo>
                    <a:pt x="35784" y="17237"/>
                    <a:pt x="40257" y="12768"/>
                    <a:pt x="45369" y="12768"/>
                  </a:cubicBezTo>
                  <a:close/>
                  <a:moveTo>
                    <a:pt x="106073" y="215140"/>
                  </a:moveTo>
                  <a:lnTo>
                    <a:pt x="46008" y="215140"/>
                  </a:lnTo>
                  <a:cubicBezTo>
                    <a:pt x="40896" y="215140"/>
                    <a:pt x="36423" y="210671"/>
                    <a:pt x="36423" y="205564"/>
                  </a:cubicBezTo>
                  <a:cubicBezTo>
                    <a:pt x="36423" y="200457"/>
                    <a:pt x="40896" y="195988"/>
                    <a:pt x="46008" y="195988"/>
                  </a:cubicBezTo>
                  <a:lnTo>
                    <a:pt x="106073" y="195988"/>
                  </a:lnTo>
                  <a:cubicBezTo>
                    <a:pt x="111185" y="195988"/>
                    <a:pt x="115658" y="200457"/>
                    <a:pt x="115658" y="205564"/>
                  </a:cubicBezTo>
                  <a:cubicBezTo>
                    <a:pt x="115658" y="210671"/>
                    <a:pt x="111185" y="215140"/>
                    <a:pt x="106073" y="215140"/>
                  </a:cubicBezTo>
                  <a:close/>
                  <a:moveTo>
                    <a:pt x="138023" y="171729"/>
                  </a:moveTo>
                  <a:cubicBezTo>
                    <a:pt x="138023" y="178113"/>
                    <a:pt x="132911" y="183220"/>
                    <a:pt x="126521" y="183220"/>
                  </a:cubicBezTo>
                  <a:lnTo>
                    <a:pt x="126521" y="183220"/>
                  </a:lnTo>
                  <a:lnTo>
                    <a:pt x="25560" y="183220"/>
                  </a:lnTo>
                  <a:cubicBezTo>
                    <a:pt x="19170" y="183220"/>
                    <a:pt x="14058" y="178113"/>
                    <a:pt x="14058" y="171729"/>
                  </a:cubicBezTo>
                  <a:lnTo>
                    <a:pt x="14058" y="171729"/>
                  </a:lnTo>
                  <a:lnTo>
                    <a:pt x="14058" y="56179"/>
                  </a:lnTo>
                  <a:cubicBezTo>
                    <a:pt x="14058" y="49795"/>
                    <a:pt x="19170" y="44688"/>
                    <a:pt x="25560" y="44688"/>
                  </a:cubicBezTo>
                  <a:lnTo>
                    <a:pt x="25560" y="44688"/>
                  </a:lnTo>
                  <a:lnTo>
                    <a:pt x="127160" y="44688"/>
                  </a:lnTo>
                  <a:cubicBezTo>
                    <a:pt x="133550" y="44688"/>
                    <a:pt x="138662" y="49795"/>
                    <a:pt x="138662" y="56179"/>
                  </a:cubicBezTo>
                  <a:lnTo>
                    <a:pt x="138662" y="56179"/>
                  </a:lnTo>
                  <a:lnTo>
                    <a:pt x="138023" y="171729"/>
                  </a:lnTo>
                  <a:close/>
                </a:path>
              </a:pathLst>
            </a:custGeom>
            <a:solidFill>
              <a:srgbClr val="26890D"/>
            </a:solidFill>
            <a:ln w="6390" cap="flat">
              <a:noFill/>
              <a:prstDash val="solid"/>
              <a:miter/>
            </a:ln>
          </p:spPr>
          <p:txBody>
            <a:bodyPr rtlCol="0" anchor="ctr"/>
            <a:lstStyle/>
            <a:p>
              <a:endParaRPr lang="en-US"/>
            </a:p>
          </p:txBody>
        </p:sp>
        <p:sp>
          <p:nvSpPr>
            <p:cNvPr id="761" name="Graphic 4">
              <a:extLst>
                <a:ext uri="{FF2B5EF4-FFF2-40B4-BE49-F238E27FC236}">
                  <a16:creationId xmlns:a16="http://schemas.microsoft.com/office/drawing/2014/main" id="{AF48C469-14C2-C449-9B85-9D7E6AD19785}"/>
                </a:ext>
              </a:extLst>
            </p:cNvPr>
            <p:cNvSpPr/>
            <p:nvPr/>
          </p:nvSpPr>
          <p:spPr>
            <a:xfrm>
              <a:off x="5844808" y="3487093"/>
              <a:ext cx="83233" cy="75969"/>
            </a:xfrm>
            <a:custGeom>
              <a:avLst/>
              <a:gdLst>
                <a:gd name="connsiteX0" fmla="*/ 71635 w 83233"/>
                <a:gd name="connsiteY0" fmla="*/ 5746 h 75969"/>
                <a:gd name="connsiteX1" fmla="*/ 56937 w 83233"/>
                <a:gd name="connsiteY1" fmla="*/ 0 h 75969"/>
                <a:gd name="connsiteX2" fmla="*/ 41602 w 83233"/>
                <a:gd name="connsiteY2" fmla="*/ 5107 h 75969"/>
                <a:gd name="connsiteX3" fmla="*/ 26266 w 83233"/>
                <a:gd name="connsiteY3" fmla="*/ 0 h 75969"/>
                <a:gd name="connsiteX4" fmla="*/ 9013 w 83233"/>
                <a:gd name="connsiteY4" fmla="*/ 7023 h 75969"/>
                <a:gd name="connsiteX5" fmla="*/ 6457 w 83233"/>
                <a:gd name="connsiteY5" fmla="*/ 44050 h 75969"/>
                <a:gd name="connsiteX6" fmla="*/ 7096 w 83233"/>
                <a:gd name="connsiteY6" fmla="*/ 44688 h 75969"/>
                <a:gd name="connsiteX7" fmla="*/ 7096 w 83233"/>
                <a:gd name="connsiteY7" fmla="*/ 45327 h 75969"/>
                <a:gd name="connsiteX8" fmla="*/ 32017 w 83233"/>
                <a:gd name="connsiteY8" fmla="*/ 72139 h 75969"/>
                <a:gd name="connsiteX9" fmla="*/ 41602 w 83233"/>
                <a:gd name="connsiteY9" fmla="*/ 75970 h 75969"/>
                <a:gd name="connsiteX10" fmla="*/ 41602 w 83233"/>
                <a:gd name="connsiteY10" fmla="*/ 75970 h 75969"/>
                <a:gd name="connsiteX11" fmla="*/ 51187 w 83233"/>
                <a:gd name="connsiteY11" fmla="*/ 72139 h 75969"/>
                <a:gd name="connsiteX12" fmla="*/ 76747 w 83233"/>
                <a:gd name="connsiteY12" fmla="*/ 44688 h 75969"/>
                <a:gd name="connsiteX13" fmla="*/ 83136 w 83233"/>
                <a:gd name="connsiteY13" fmla="*/ 25536 h 75969"/>
                <a:gd name="connsiteX14" fmla="*/ 71635 w 83233"/>
                <a:gd name="connsiteY14" fmla="*/ 5746 h 75969"/>
                <a:gd name="connsiteX15" fmla="*/ 66522 w 83233"/>
                <a:gd name="connsiteY15" fmla="*/ 35751 h 75969"/>
                <a:gd name="connsiteX16" fmla="*/ 40963 w 83233"/>
                <a:gd name="connsiteY16" fmla="*/ 63202 h 75969"/>
                <a:gd name="connsiteX17" fmla="*/ 16042 w 83233"/>
                <a:gd name="connsiteY17" fmla="*/ 36389 h 75969"/>
                <a:gd name="connsiteX18" fmla="*/ 17320 w 83233"/>
                <a:gd name="connsiteY18" fmla="*/ 17237 h 75969"/>
                <a:gd name="connsiteX19" fmla="*/ 25627 w 83233"/>
                <a:gd name="connsiteY19" fmla="*/ 13407 h 75969"/>
                <a:gd name="connsiteX20" fmla="*/ 40963 w 83233"/>
                <a:gd name="connsiteY20" fmla="*/ 22983 h 75969"/>
                <a:gd name="connsiteX21" fmla="*/ 56299 w 83233"/>
                <a:gd name="connsiteY21" fmla="*/ 13407 h 75969"/>
                <a:gd name="connsiteX22" fmla="*/ 63327 w 83233"/>
                <a:gd name="connsiteY22" fmla="*/ 15960 h 75969"/>
                <a:gd name="connsiteX23" fmla="*/ 68440 w 83233"/>
                <a:gd name="connsiteY23" fmla="*/ 33197 h 75969"/>
                <a:gd name="connsiteX24" fmla="*/ 66522 w 83233"/>
                <a:gd name="connsiteY24" fmla="*/ 35751 h 7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3233" h="75969">
                  <a:moveTo>
                    <a:pt x="71635" y="5746"/>
                  </a:moveTo>
                  <a:cubicBezTo>
                    <a:pt x="67162" y="2554"/>
                    <a:pt x="62050" y="0"/>
                    <a:pt x="56937" y="0"/>
                  </a:cubicBezTo>
                  <a:cubicBezTo>
                    <a:pt x="51187" y="0"/>
                    <a:pt x="46075" y="1916"/>
                    <a:pt x="41602" y="5107"/>
                  </a:cubicBezTo>
                  <a:cubicBezTo>
                    <a:pt x="37129" y="1916"/>
                    <a:pt x="32017" y="639"/>
                    <a:pt x="26266" y="0"/>
                  </a:cubicBezTo>
                  <a:cubicBezTo>
                    <a:pt x="19876" y="0"/>
                    <a:pt x="13486" y="2554"/>
                    <a:pt x="9013" y="7023"/>
                  </a:cubicBezTo>
                  <a:cubicBezTo>
                    <a:pt x="-1850" y="16599"/>
                    <a:pt x="-3128" y="33197"/>
                    <a:pt x="6457" y="44050"/>
                  </a:cubicBezTo>
                  <a:cubicBezTo>
                    <a:pt x="6457" y="44050"/>
                    <a:pt x="6457" y="44050"/>
                    <a:pt x="7096" y="44688"/>
                  </a:cubicBezTo>
                  <a:lnTo>
                    <a:pt x="7096" y="45327"/>
                  </a:lnTo>
                  <a:lnTo>
                    <a:pt x="32017" y="72139"/>
                  </a:lnTo>
                  <a:cubicBezTo>
                    <a:pt x="34573" y="74693"/>
                    <a:pt x="37768" y="75970"/>
                    <a:pt x="41602" y="75970"/>
                  </a:cubicBezTo>
                  <a:lnTo>
                    <a:pt x="41602" y="75970"/>
                  </a:lnTo>
                  <a:cubicBezTo>
                    <a:pt x="45436" y="75970"/>
                    <a:pt x="48631" y="74693"/>
                    <a:pt x="51187" y="72139"/>
                  </a:cubicBezTo>
                  <a:lnTo>
                    <a:pt x="76747" y="44688"/>
                  </a:lnTo>
                  <a:cubicBezTo>
                    <a:pt x="81220" y="39581"/>
                    <a:pt x="83775" y="32559"/>
                    <a:pt x="83136" y="25536"/>
                  </a:cubicBezTo>
                  <a:cubicBezTo>
                    <a:pt x="81858" y="17237"/>
                    <a:pt x="77385" y="10215"/>
                    <a:pt x="71635" y="5746"/>
                  </a:cubicBezTo>
                  <a:close/>
                  <a:moveTo>
                    <a:pt x="66522" y="35751"/>
                  </a:moveTo>
                  <a:lnTo>
                    <a:pt x="40963" y="63202"/>
                  </a:lnTo>
                  <a:lnTo>
                    <a:pt x="16042" y="36389"/>
                  </a:lnTo>
                  <a:cubicBezTo>
                    <a:pt x="10930" y="30643"/>
                    <a:pt x="11569" y="22344"/>
                    <a:pt x="17320" y="17237"/>
                  </a:cubicBezTo>
                  <a:cubicBezTo>
                    <a:pt x="19237" y="14683"/>
                    <a:pt x="22432" y="13407"/>
                    <a:pt x="25627" y="13407"/>
                  </a:cubicBezTo>
                  <a:cubicBezTo>
                    <a:pt x="32017" y="14045"/>
                    <a:pt x="37129" y="17875"/>
                    <a:pt x="40963" y="22983"/>
                  </a:cubicBezTo>
                  <a:cubicBezTo>
                    <a:pt x="40963" y="22983"/>
                    <a:pt x="47992" y="13407"/>
                    <a:pt x="56299" y="13407"/>
                  </a:cubicBezTo>
                  <a:cubicBezTo>
                    <a:pt x="58855" y="13407"/>
                    <a:pt x="61411" y="14045"/>
                    <a:pt x="63327" y="15960"/>
                  </a:cubicBezTo>
                  <a:cubicBezTo>
                    <a:pt x="69717" y="19152"/>
                    <a:pt x="71635" y="27451"/>
                    <a:pt x="68440" y="33197"/>
                  </a:cubicBezTo>
                  <a:cubicBezTo>
                    <a:pt x="67800" y="33835"/>
                    <a:pt x="67162" y="34474"/>
                    <a:pt x="66522" y="35751"/>
                  </a:cubicBezTo>
                  <a:close/>
                </a:path>
              </a:pathLst>
            </a:custGeom>
            <a:solidFill>
              <a:srgbClr val="26890D"/>
            </a:solidFill>
            <a:ln w="6390" cap="flat">
              <a:noFill/>
              <a:prstDash val="solid"/>
              <a:miter/>
            </a:ln>
          </p:spPr>
          <p:txBody>
            <a:bodyPr rtlCol="0" anchor="ctr"/>
            <a:lstStyle/>
            <a:p>
              <a:endParaRPr lang="en-US"/>
            </a:p>
          </p:txBody>
        </p:sp>
      </p:grpSp>
      <p:grpSp>
        <p:nvGrpSpPr>
          <p:cNvPr id="762" name="Graphic 4">
            <a:extLst>
              <a:ext uri="{FF2B5EF4-FFF2-40B4-BE49-F238E27FC236}">
                <a16:creationId xmlns:a16="http://schemas.microsoft.com/office/drawing/2014/main" id="{6469A21D-DF54-F04A-A0EE-9954DC0F285D}"/>
              </a:ext>
            </a:extLst>
          </p:cNvPr>
          <p:cNvGrpSpPr/>
          <p:nvPr/>
        </p:nvGrpSpPr>
        <p:grpSpPr>
          <a:xfrm>
            <a:off x="5708130" y="3824168"/>
            <a:ext cx="362313" cy="361971"/>
            <a:chOff x="5708130" y="3824168"/>
            <a:chExt cx="362313" cy="361971"/>
          </a:xfrm>
          <a:solidFill>
            <a:srgbClr val="26890D"/>
          </a:solidFill>
        </p:grpSpPr>
        <p:sp>
          <p:nvSpPr>
            <p:cNvPr id="763" name="Graphic 4">
              <a:extLst>
                <a:ext uri="{FF2B5EF4-FFF2-40B4-BE49-F238E27FC236}">
                  <a16:creationId xmlns:a16="http://schemas.microsoft.com/office/drawing/2014/main" id="{27789BD9-8A0A-A344-B288-13C20E3F4EE2}"/>
                </a:ext>
              </a:extLst>
            </p:cNvPr>
            <p:cNvSpPr/>
            <p:nvPr/>
          </p:nvSpPr>
          <p:spPr>
            <a:xfrm>
              <a:off x="5708130" y="3824168"/>
              <a:ext cx="362313" cy="361971"/>
            </a:xfrm>
            <a:custGeom>
              <a:avLst/>
              <a:gdLst>
                <a:gd name="connsiteX0" fmla="*/ 181474 w 362313"/>
                <a:gd name="connsiteY0" fmla="*/ 0 h 361971"/>
                <a:gd name="connsiteX1" fmla="*/ 0 w 362313"/>
                <a:gd name="connsiteY1" fmla="*/ 180667 h 361971"/>
                <a:gd name="connsiteX2" fmla="*/ 180835 w 362313"/>
                <a:gd name="connsiteY2" fmla="*/ 361971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6"/>
                    <a:pt x="0" y="180667"/>
                  </a:cubicBezTo>
                  <a:cubicBezTo>
                    <a:pt x="0" y="280257"/>
                    <a:pt x="81152" y="361971"/>
                    <a:pt x="180835" y="361971"/>
                  </a:cubicBezTo>
                  <a:cubicBezTo>
                    <a:pt x="280518" y="361971"/>
                    <a:pt x="362310" y="280895"/>
                    <a:pt x="362310" y="181305"/>
                  </a:cubicBezTo>
                  <a:lnTo>
                    <a:pt x="362310" y="181305"/>
                  </a:lnTo>
                  <a:cubicBezTo>
                    <a:pt x="362948" y="81076"/>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lnTo>
                    <a:pt x="349530" y="180667"/>
                  </a:lnTo>
                  <a:cubicBezTo>
                    <a:pt x="349530" y="273873"/>
                    <a:pt x="274767" y="349204"/>
                    <a:pt x="181474" y="349204"/>
                  </a:cubicBezTo>
                  <a:lnTo>
                    <a:pt x="181474" y="349204"/>
                  </a:lnTo>
                  <a:close/>
                </a:path>
              </a:pathLst>
            </a:custGeom>
            <a:solidFill>
              <a:srgbClr val="26890D"/>
            </a:solidFill>
            <a:ln w="6390" cap="flat">
              <a:noFill/>
              <a:prstDash val="solid"/>
              <a:miter/>
            </a:ln>
          </p:spPr>
          <p:txBody>
            <a:bodyPr rtlCol="0" anchor="ctr"/>
            <a:lstStyle/>
            <a:p>
              <a:endParaRPr lang="en-US"/>
            </a:p>
          </p:txBody>
        </p:sp>
        <p:sp>
          <p:nvSpPr>
            <p:cNvPr id="764" name="Graphic 4">
              <a:extLst>
                <a:ext uri="{FF2B5EF4-FFF2-40B4-BE49-F238E27FC236}">
                  <a16:creationId xmlns:a16="http://schemas.microsoft.com/office/drawing/2014/main" id="{F24D5056-7FB9-034E-8D1F-7A504B09E09C}"/>
                </a:ext>
              </a:extLst>
            </p:cNvPr>
            <p:cNvSpPr/>
            <p:nvPr/>
          </p:nvSpPr>
          <p:spPr>
            <a:xfrm>
              <a:off x="5795672" y="3884177"/>
              <a:ext cx="200644" cy="212586"/>
            </a:xfrm>
            <a:custGeom>
              <a:avLst/>
              <a:gdLst>
                <a:gd name="connsiteX0" fmla="*/ 162305 w 200644"/>
                <a:gd name="connsiteY0" fmla="*/ 49157 h 212586"/>
                <a:gd name="connsiteX1" fmla="*/ 122687 w 200644"/>
                <a:gd name="connsiteY1" fmla="*/ 49157 h 212586"/>
                <a:gd name="connsiteX2" fmla="*/ 125243 w 200644"/>
                <a:gd name="connsiteY2" fmla="*/ 44050 h 212586"/>
                <a:gd name="connsiteX3" fmla="*/ 133550 w 200644"/>
                <a:gd name="connsiteY3" fmla="*/ 45327 h 212586"/>
                <a:gd name="connsiteX4" fmla="*/ 156553 w 200644"/>
                <a:gd name="connsiteY4" fmla="*/ 22983 h 212586"/>
                <a:gd name="connsiteX5" fmla="*/ 134189 w 200644"/>
                <a:gd name="connsiteY5" fmla="*/ 0 h 212586"/>
                <a:gd name="connsiteX6" fmla="*/ 111185 w 200644"/>
                <a:gd name="connsiteY6" fmla="*/ 22344 h 212586"/>
                <a:gd name="connsiteX7" fmla="*/ 115658 w 200644"/>
                <a:gd name="connsiteY7" fmla="*/ 36389 h 212586"/>
                <a:gd name="connsiteX8" fmla="*/ 108629 w 200644"/>
                <a:gd name="connsiteY8" fmla="*/ 49157 h 212586"/>
                <a:gd name="connsiteX9" fmla="*/ 108629 w 200644"/>
                <a:gd name="connsiteY9" fmla="*/ 49157 h 212586"/>
                <a:gd name="connsiteX10" fmla="*/ 90737 w 200644"/>
                <a:gd name="connsiteY10" fmla="*/ 49157 h 212586"/>
                <a:gd name="connsiteX11" fmla="*/ 90737 w 200644"/>
                <a:gd name="connsiteY11" fmla="*/ 49157 h 212586"/>
                <a:gd name="connsiteX12" fmla="*/ 84347 w 200644"/>
                <a:gd name="connsiteY12" fmla="*/ 37027 h 212586"/>
                <a:gd name="connsiteX13" fmla="*/ 89459 w 200644"/>
                <a:gd name="connsiteY13" fmla="*/ 22983 h 212586"/>
                <a:gd name="connsiteX14" fmla="*/ 66456 w 200644"/>
                <a:gd name="connsiteY14" fmla="*/ 0 h 212586"/>
                <a:gd name="connsiteX15" fmla="*/ 43451 w 200644"/>
                <a:gd name="connsiteY15" fmla="*/ 22983 h 212586"/>
                <a:gd name="connsiteX16" fmla="*/ 66456 w 200644"/>
                <a:gd name="connsiteY16" fmla="*/ 45965 h 212586"/>
                <a:gd name="connsiteX17" fmla="*/ 66456 w 200644"/>
                <a:gd name="connsiteY17" fmla="*/ 45965 h 212586"/>
                <a:gd name="connsiteX18" fmla="*/ 74123 w 200644"/>
                <a:gd name="connsiteY18" fmla="*/ 44688 h 212586"/>
                <a:gd name="connsiteX19" fmla="*/ 76679 w 200644"/>
                <a:gd name="connsiteY19" fmla="*/ 49795 h 212586"/>
                <a:gd name="connsiteX20" fmla="*/ 37701 w 200644"/>
                <a:gd name="connsiteY20" fmla="*/ 49795 h 212586"/>
                <a:gd name="connsiteX21" fmla="*/ 0 w 200644"/>
                <a:gd name="connsiteY21" fmla="*/ 87461 h 212586"/>
                <a:gd name="connsiteX22" fmla="*/ 0 w 200644"/>
                <a:gd name="connsiteY22" fmla="*/ 174921 h 212586"/>
                <a:gd name="connsiteX23" fmla="*/ 37701 w 200644"/>
                <a:gd name="connsiteY23" fmla="*/ 212587 h 212586"/>
                <a:gd name="connsiteX24" fmla="*/ 162943 w 200644"/>
                <a:gd name="connsiteY24" fmla="*/ 212587 h 212586"/>
                <a:gd name="connsiteX25" fmla="*/ 200644 w 200644"/>
                <a:gd name="connsiteY25" fmla="*/ 174921 h 212586"/>
                <a:gd name="connsiteX26" fmla="*/ 200644 w 200644"/>
                <a:gd name="connsiteY26" fmla="*/ 87461 h 212586"/>
                <a:gd name="connsiteX27" fmla="*/ 162305 w 200644"/>
                <a:gd name="connsiteY27" fmla="*/ 49157 h 212586"/>
                <a:gd name="connsiteX28" fmla="*/ 162305 w 200644"/>
                <a:gd name="connsiteY28" fmla="*/ 49157 h 212586"/>
                <a:gd name="connsiteX29" fmla="*/ 133550 w 200644"/>
                <a:gd name="connsiteY29" fmla="*/ 13407 h 212586"/>
                <a:gd name="connsiteX30" fmla="*/ 143774 w 200644"/>
                <a:gd name="connsiteY30" fmla="*/ 23621 h 212586"/>
                <a:gd name="connsiteX31" fmla="*/ 133550 w 200644"/>
                <a:gd name="connsiteY31" fmla="*/ 33835 h 212586"/>
                <a:gd name="connsiteX32" fmla="*/ 123326 w 200644"/>
                <a:gd name="connsiteY32" fmla="*/ 23621 h 212586"/>
                <a:gd name="connsiteX33" fmla="*/ 123326 w 200644"/>
                <a:gd name="connsiteY33" fmla="*/ 23621 h 212586"/>
                <a:gd name="connsiteX34" fmla="*/ 133550 w 200644"/>
                <a:gd name="connsiteY34" fmla="*/ 13407 h 212586"/>
                <a:gd name="connsiteX35" fmla="*/ 55593 w 200644"/>
                <a:gd name="connsiteY35" fmla="*/ 22983 h 212586"/>
                <a:gd name="connsiteX36" fmla="*/ 65816 w 200644"/>
                <a:gd name="connsiteY36" fmla="*/ 12768 h 212586"/>
                <a:gd name="connsiteX37" fmla="*/ 76040 w 200644"/>
                <a:gd name="connsiteY37" fmla="*/ 22983 h 212586"/>
                <a:gd name="connsiteX38" fmla="*/ 65816 w 200644"/>
                <a:gd name="connsiteY38" fmla="*/ 33197 h 212586"/>
                <a:gd name="connsiteX39" fmla="*/ 65816 w 200644"/>
                <a:gd name="connsiteY39" fmla="*/ 33197 h 212586"/>
                <a:gd name="connsiteX40" fmla="*/ 55593 w 200644"/>
                <a:gd name="connsiteY40" fmla="*/ 22983 h 212586"/>
                <a:gd name="connsiteX41" fmla="*/ 186586 w 200644"/>
                <a:gd name="connsiteY41" fmla="*/ 174283 h 212586"/>
                <a:gd name="connsiteX42" fmla="*/ 161665 w 200644"/>
                <a:gd name="connsiteY42" fmla="*/ 199180 h 212586"/>
                <a:gd name="connsiteX43" fmla="*/ 36423 w 200644"/>
                <a:gd name="connsiteY43" fmla="*/ 199180 h 212586"/>
                <a:gd name="connsiteX44" fmla="*/ 11502 w 200644"/>
                <a:gd name="connsiteY44" fmla="*/ 174283 h 212586"/>
                <a:gd name="connsiteX45" fmla="*/ 11502 w 200644"/>
                <a:gd name="connsiteY45" fmla="*/ 86822 h 212586"/>
                <a:gd name="connsiteX46" fmla="*/ 36423 w 200644"/>
                <a:gd name="connsiteY46" fmla="*/ 61925 h 212586"/>
                <a:gd name="connsiteX47" fmla="*/ 161665 w 200644"/>
                <a:gd name="connsiteY47" fmla="*/ 61925 h 212586"/>
                <a:gd name="connsiteX48" fmla="*/ 186586 w 200644"/>
                <a:gd name="connsiteY48" fmla="*/ 86822 h 212586"/>
                <a:gd name="connsiteX49" fmla="*/ 186586 w 200644"/>
                <a:gd name="connsiteY49" fmla="*/ 174283 h 21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00644" h="212586">
                  <a:moveTo>
                    <a:pt x="162305" y="49157"/>
                  </a:moveTo>
                  <a:lnTo>
                    <a:pt x="122687" y="49157"/>
                  </a:lnTo>
                  <a:lnTo>
                    <a:pt x="125243" y="44050"/>
                  </a:lnTo>
                  <a:cubicBezTo>
                    <a:pt x="127799" y="45327"/>
                    <a:pt x="130355" y="45327"/>
                    <a:pt x="133550" y="45327"/>
                  </a:cubicBezTo>
                  <a:cubicBezTo>
                    <a:pt x="146330" y="45327"/>
                    <a:pt x="156553" y="35112"/>
                    <a:pt x="156553" y="22983"/>
                  </a:cubicBezTo>
                  <a:cubicBezTo>
                    <a:pt x="156553" y="10215"/>
                    <a:pt x="146330" y="0"/>
                    <a:pt x="134189" y="0"/>
                  </a:cubicBezTo>
                  <a:cubicBezTo>
                    <a:pt x="122048" y="0"/>
                    <a:pt x="111185" y="10215"/>
                    <a:pt x="111185" y="22344"/>
                  </a:cubicBezTo>
                  <a:cubicBezTo>
                    <a:pt x="111185" y="27451"/>
                    <a:pt x="112463" y="31920"/>
                    <a:pt x="115658" y="36389"/>
                  </a:cubicBezTo>
                  <a:lnTo>
                    <a:pt x="108629" y="49157"/>
                  </a:lnTo>
                  <a:lnTo>
                    <a:pt x="108629" y="49157"/>
                  </a:lnTo>
                  <a:lnTo>
                    <a:pt x="90737" y="49157"/>
                  </a:lnTo>
                  <a:lnTo>
                    <a:pt x="90737" y="49157"/>
                  </a:lnTo>
                  <a:lnTo>
                    <a:pt x="84347" y="37027"/>
                  </a:lnTo>
                  <a:cubicBezTo>
                    <a:pt x="87542" y="33197"/>
                    <a:pt x="88820" y="28090"/>
                    <a:pt x="89459" y="22983"/>
                  </a:cubicBezTo>
                  <a:cubicBezTo>
                    <a:pt x="89459" y="10215"/>
                    <a:pt x="79235" y="0"/>
                    <a:pt x="66456" y="0"/>
                  </a:cubicBezTo>
                  <a:cubicBezTo>
                    <a:pt x="53676" y="0"/>
                    <a:pt x="43451" y="10215"/>
                    <a:pt x="43451" y="22983"/>
                  </a:cubicBezTo>
                  <a:cubicBezTo>
                    <a:pt x="43451" y="35751"/>
                    <a:pt x="53676" y="45965"/>
                    <a:pt x="66456" y="45965"/>
                  </a:cubicBezTo>
                  <a:lnTo>
                    <a:pt x="66456" y="45965"/>
                  </a:lnTo>
                  <a:cubicBezTo>
                    <a:pt x="69011" y="45965"/>
                    <a:pt x="71567" y="45327"/>
                    <a:pt x="74123" y="44688"/>
                  </a:cubicBezTo>
                  <a:lnTo>
                    <a:pt x="76679" y="49795"/>
                  </a:lnTo>
                  <a:lnTo>
                    <a:pt x="37701" y="49795"/>
                  </a:lnTo>
                  <a:cubicBezTo>
                    <a:pt x="17253" y="49795"/>
                    <a:pt x="0" y="66394"/>
                    <a:pt x="0" y="87461"/>
                  </a:cubicBezTo>
                  <a:lnTo>
                    <a:pt x="0" y="174921"/>
                  </a:lnTo>
                  <a:cubicBezTo>
                    <a:pt x="0" y="195350"/>
                    <a:pt x="16614" y="212587"/>
                    <a:pt x="37701" y="212587"/>
                  </a:cubicBezTo>
                  <a:lnTo>
                    <a:pt x="162943" y="212587"/>
                  </a:lnTo>
                  <a:cubicBezTo>
                    <a:pt x="183391" y="212587"/>
                    <a:pt x="200644" y="195988"/>
                    <a:pt x="200644" y="174921"/>
                  </a:cubicBezTo>
                  <a:lnTo>
                    <a:pt x="200644" y="87461"/>
                  </a:lnTo>
                  <a:cubicBezTo>
                    <a:pt x="200005" y="66394"/>
                    <a:pt x="183391" y="49157"/>
                    <a:pt x="162305" y="49157"/>
                  </a:cubicBezTo>
                  <a:cubicBezTo>
                    <a:pt x="162305" y="49157"/>
                    <a:pt x="162305" y="49157"/>
                    <a:pt x="162305" y="49157"/>
                  </a:cubicBezTo>
                  <a:close/>
                  <a:moveTo>
                    <a:pt x="133550" y="13407"/>
                  </a:moveTo>
                  <a:cubicBezTo>
                    <a:pt x="139301" y="13407"/>
                    <a:pt x="143774" y="17875"/>
                    <a:pt x="143774" y="23621"/>
                  </a:cubicBezTo>
                  <a:cubicBezTo>
                    <a:pt x="143774" y="29367"/>
                    <a:pt x="139301" y="33835"/>
                    <a:pt x="133550" y="33835"/>
                  </a:cubicBezTo>
                  <a:cubicBezTo>
                    <a:pt x="127799" y="33835"/>
                    <a:pt x="123326" y="29367"/>
                    <a:pt x="123326" y="23621"/>
                  </a:cubicBezTo>
                  <a:lnTo>
                    <a:pt x="123326" y="23621"/>
                  </a:lnTo>
                  <a:cubicBezTo>
                    <a:pt x="123326" y="17875"/>
                    <a:pt x="127799" y="13407"/>
                    <a:pt x="133550" y="13407"/>
                  </a:cubicBezTo>
                  <a:close/>
                  <a:moveTo>
                    <a:pt x="55593" y="22983"/>
                  </a:moveTo>
                  <a:cubicBezTo>
                    <a:pt x="55593" y="17237"/>
                    <a:pt x="60066" y="12768"/>
                    <a:pt x="65816" y="12768"/>
                  </a:cubicBezTo>
                  <a:cubicBezTo>
                    <a:pt x="71567" y="12768"/>
                    <a:pt x="76040" y="17237"/>
                    <a:pt x="76040" y="22983"/>
                  </a:cubicBezTo>
                  <a:cubicBezTo>
                    <a:pt x="76040" y="28728"/>
                    <a:pt x="71567" y="33197"/>
                    <a:pt x="65816" y="33197"/>
                  </a:cubicBezTo>
                  <a:lnTo>
                    <a:pt x="65816" y="33197"/>
                  </a:lnTo>
                  <a:cubicBezTo>
                    <a:pt x="60066" y="33197"/>
                    <a:pt x="55593" y="28728"/>
                    <a:pt x="55593" y="22983"/>
                  </a:cubicBezTo>
                  <a:close/>
                  <a:moveTo>
                    <a:pt x="186586" y="174283"/>
                  </a:moveTo>
                  <a:cubicBezTo>
                    <a:pt x="186586" y="187689"/>
                    <a:pt x="175723" y="199180"/>
                    <a:pt x="161665" y="199180"/>
                  </a:cubicBezTo>
                  <a:lnTo>
                    <a:pt x="36423" y="199180"/>
                  </a:lnTo>
                  <a:cubicBezTo>
                    <a:pt x="23004" y="199180"/>
                    <a:pt x="11502" y="188327"/>
                    <a:pt x="11502" y="174283"/>
                  </a:cubicBezTo>
                  <a:lnTo>
                    <a:pt x="11502" y="86822"/>
                  </a:lnTo>
                  <a:cubicBezTo>
                    <a:pt x="11502" y="73416"/>
                    <a:pt x="22365" y="61925"/>
                    <a:pt x="36423" y="61925"/>
                  </a:cubicBezTo>
                  <a:lnTo>
                    <a:pt x="161665" y="61925"/>
                  </a:lnTo>
                  <a:cubicBezTo>
                    <a:pt x="175084" y="61925"/>
                    <a:pt x="186586" y="72778"/>
                    <a:pt x="186586" y="86822"/>
                  </a:cubicBezTo>
                  <a:lnTo>
                    <a:pt x="186586" y="174283"/>
                  </a:lnTo>
                  <a:close/>
                </a:path>
              </a:pathLst>
            </a:custGeom>
            <a:solidFill>
              <a:srgbClr val="26890D"/>
            </a:solidFill>
            <a:ln w="6390" cap="flat">
              <a:noFill/>
              <a:prstDash val="solid"/>
              <a:miter/>
            </a:ln>
          </p:spPr>
          <p:txBody>
            <a:bodyPr rtlCol="0" anchor="ctr"/>
            <a:lstStyle/>
            <a:p>
              <a:endParaRPr lang="en-US"/>
            </a:p>
          </p:txBody>
        </p:sp>
        <p:sp>
          <p:nvSpPr>
            <p:cNvPr id="765" name="Graphic 4">
              <a:extLst>
                <a:ext uri="{FF2B5EF4-FFF2-40B4-BE49-F238E27FC236}">
                  <a16:creationId xmlns:a16="http://schemas.microsoft.com/office/drawing/2014/main" id="{B5642175-EA9D-374E-A077-23CDC8F18F21}"/>
                </a:ext>
              </a:extLst>
            </p:cNvPr>
            <p:cNvSpPr/>
            <p:nvPr/>
          </p:nvSpPr>
          <p:spPr>
            <a:xfrm>
              <a:off x="5836568" y="4048245"/>
              <a:ext cx="116935" cy="12767"/>
            </a:xfrm>
            <a:custGeom>
              <a:avLst/>
              <a:gdLst>
                <a:gd name="connsiteX0" fmla="*/ 110546 w 116935"/>
                <a:gd name="connsiteY0" fmla="*/ 0 h 12767"/>
                <a:gd name="connsiteX1" fmla="*/ 6390 w 116935"/>
                <a:gd name="connsiteY1" fmla="*/ 0 h 12767"/>
                <a:gd name="connsiteX2" fmla="*/ 0 w 116935"/>
                <a:gd name="connsiteY2" fmla="*/ 6384 h 12767"/>
                <a:gd name="connsiteX3" fmla="*/ 6390 w 116935"/>
                <a:gd name="connsiteY3" fmla="*/ 12768 h 12767"/>
                <a:gd name="connsiteX4" fmla="*/ 110546 w 116935"/>
                <a:gd name="connsiteY4" fmla="*/ 12768 h 12767"/>
                <a:gd name="connsiteX5" fmla="*/ 116936 w 116935"/>
                <a:gd name="connsiteY5" fmla="*/ 6384 h 12767"/>
                <a:gd name="connsiteX6" fmla="*/ 110546 w 116935"/>
                <a:gd name="connsiteY6" fmla="*/ 0 h 12767"/>
                <a:gd name="connsiteX7" fmla="*/ 110546 w 116935"/>
                <a:gd name="connsiteY7"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935" h="12767">
                  <a:moveTo>
                    <a:pt x="110546" y="0"/>
                  </a:moveTo>
                  <a:lnTo>
                    <a:pt x="6390" y="0"/>
                  </a:lnTo>
                  <a:cubicBezTo>
                    <a:pt x="2556" y="0"/>
                    <a:pt x="0" y="2554"/>
                    <a:pt x="0" y="6384"/>
                  </a:cubicBezTo>
                  <a:cubicBezTo>
                    <a:pt x="0" y="10214"/>
                    <a:pt x="2556" y="12768"/>
                    <a:pt x="6390" y="12768"/>
                  </a:cubicBezTo>
                  <a:lnTo>
                    <a:pt x="110546" y="12768"/>
                  </a:lnTo>
                  <a:cubicBezTo>
                    <a:pt x="114380" y="12768"/>
                    <a:pt x="116936" y="10214"/>
                    <a:pt x="116936" y="6384"/>
                  </a:cubicBezTo>
                  <a:cubicBezTo>
                    <a:pt x="116936" y="2554"/>
                    <a:pt x="114380" y="0"/>
                    <a:pt x="110546" y="0"/>
                  </a:cubicBezTo>
                  <a:lnTo>
                    <a:pt x="110546" y="0"/>
                  </a:lnTo>
                  <a:close/>
                </a:path>
              </a:pathLst>
            </a:custGeom>
            <a:solidFill>
              <a:srgbClr val="26890D"/>
            </a:solidFill>
            <a:ln w="6390" cap="flat">
              <a:noFill/>
              <a:prstDash val="solid"/>
              <a:miter/>
            </a:ln>
          </p:spPr>
          <p:txBody>
            <a:bodyPr rtlCol="0" anchor="ctr"/>
            <a:lstStyle/>
            <a:p>
              <a:endParaRPr lang="en-US"/>
            </a:p>
          </p:txBody>
        </p:sp>
        <p:sp>
          <p:nvSpPr>
            <p:cNvPr id="766" name="Graphic 4">
              <a:extLst>
                <a:ext uri="{FF2B5EF4-FFF2-40B4-BE49-F238E27FC236}">
                  <a16:creationId xmlns:a16="http://schemas.microsoft.com/office/drawing/2014/main" id="{B3996B3C-2870-664E-907F-C679F814D531}"/>
                </a:ext>
              </a:extLst>
            </p:cNvPr>
            <p:cNvSpPr/>
            <p:nvPr/>
          </p:nvSpPr>
          <p:spPr>
            <a:xfrm>
              <a:off x="5855099" y="4103147"/>
              <a:ext cx="79874" cy="12767"/>
            </a:xfrm>
            <a:custGeom>
              <a:avLst/>
              <a:gdLst>
                <a:gd name="connsiteX0" fmla="*/ 73484 w 79874"/>
                <a:gd name="connsiteY0" fmla="*/ 0 h 12767"/>
                <a:gd name="connsiteX1" fmla="*/ 6390 w 79874"/>
                <a:gd name="connsiteY1" fmla="*/ 0 h 12767"/>
                <a:gd name="connsiteX2" fmla="*/ 0 w 79874"/>
                <a:gd name="connsiteY2" fmla="*/ 6384 h 12767"/>
                <a:gd name="connsiteX3" fmla="*/ 6390 w 79874"/>
                <a:gd name="connsiteY3" fmla="*/ 12768 h 12767"/>
                <a:gd name="connsiteX4" fmla="*/ 73484 w 79874"/>
                <a:gd name="connsiteY4" fmla="*/ 12768 h 12767"/>
                <a:gd name="connsiteX5" fmla="*/ 79874 w 79874"/>
                <a:gd name="connsiteY5" fmla="*/ 6384 h 12767"/>
                <a:gd name="connsiteX6" fmla="*/ 73484 w 7987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874" h="12767">
                  <a:moveTo>
                    <a:pt x="73484" y="0"/>
                  </a:moveTo>
                  <a:lnTo>
                    <a:pt x="6390" y="0"/>
                  </a:lnTo>
                  <a:cubicBezTo>
                    <a:pt x="2556" y="0"/>
                    <a:pt x="0" y="2554"/>
                    <a:pt x="0" y="6384"/>
                  </a:cubicBezTo>
                  <a:cubicBezTo>
                    <a:pt x="0" y="10215"/>
                    <a:pt x="2556" y="12768"/>
                    <a:pt x="6390" y="12768"/>
                  </a:cubicBezTo>
                  <a:lnTo>
                    <a:pt x="73484" y="12768"/>
                  </a:lnTo>
                  <a:cubicBezTo>
                    <a:pt x="77318" y="12768"/>
                    <a:pt x="79874" y="10215"/>
                    <a:pt x="79874" y="6384"/>
                  </a:cubicBezTo>
                  <a:cubicBezTo>
                    <a:pt x="79874" y="2554"/>
                    <a:pt x="77318" y="0"/>
                    <a:pt x="73484" y="0"/>
                  </a:cubicBezTo>
                  <a:close/>
                </a:path>
              </a:pathLst>
            </a:custGeom>
            <a:solidFill>
              <a:srgbClr val="26890D"/>
            </a:solidFill>
            <a:ln w="6390" cap="flat">
              <a:noFill/>
              <a:prstDash val="solid"/>
              <a:miter/>
            </a:ln>
          </p:spPr>
          <p:txBody>
            <a:bodyPr rtlCol="0" anchor="ctr"/>
            <a:lstStyle/>
            <a:p>
              <a:endParaRPr lang="en-US"/>
            </a:p>
          </p:txBody>
        </p:sp>
        <p:sp>
          <p:nvSpPr>
            <p:cNvPr id="767" name="Graphic 4">
              <a:extLst>
                <a:ext uri="{FF2B5EF4-FFF2-40B4-BE49-F238E27FC236}">
                  <a16:creationId xmlns:a16="http://schemas.microsoft.com/office/drawing/2014/main" id="{E1A13561-EBD8-CE48-A1A1-1EC2941D5ECD}"/>
                </a:ext>
              </a:extLst>
            </p:cNvPr>
            <p:cNvSpPr/>
            <p:nvPr/>
          </p:nvSpPr>
          <p:spPr>
            <a:xfrm>
              <a:off x="5855099" y="4125491"/>
              <a:ext cx="79874" cy="12767"/>
            </a:xfrm>
            <a:custGeom>
              <a:avLst/>
              <a:gdLst>
                <a:gd name="connsiteX0" fmla="*/ 73484 w 79874"/>
                <a:gd name="connsiteY0" fmla="*/ 0 h 12767"/>
                <a:gd name="connsiteX1" fmla="*/ 6390 w 79874"/>
                <a:gd name="connsiteY1" fmla="*/ 0 h 12767"/>
                <a:gd name="connsiteX2" fmla="*/ 0 w 79874"/>
                <a:gd name="connsiteY2" fmla="*/ 6384 h 12767"/>
                <a:gd name="connsiteX3" fmla="*/ 6390 w 79874"/>
                <a:gd name="connsiteY3" fmla="*/ 12768 h 12767"/>
                <a:gd name="connsiteX4" fmla="*/ 73484 w 79874"/>
                <a:gd name="connsiteY4" fmla="*/ 12768 h 12767"/>
                <a:gd name="connsiteX5" fmla="*/ 79874 w 79874"/>
                <a:gd name="connsiteY5" fmla="*/ 6384 h 12767"/>
                <a:gd name="connsiteX6" fmla="*/ 73484 w 7987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874" h="12767">
                  <a:moveTo>
                    <a:pt x="73484" y="0"/>
                  </a:moveTo>
                  <a:lnTo>
                    <a:pt x="6390" y="0"/>
                  </a:lnTo>
                  <a:cubicBezTo>
                    <a:pt x="2556" y="0"/>
                    <a:pt x="0" y="2554"/>
                    <a:pt x="0" y="6384"/>
                  </a:cubicBezTo>
                  <a:cubicBezTo>
                    <a:pt x="0" y="10215"/>
                    <a:pt x="2556" y="12768"/>
                    <a:pt x="6390" y="12768"/>
                  </a:cubicBezTo>
                  <a:lnTo>
                    <a:pt x="73484" y="12768"/>
                  </a:lnTo>
                  <a:cubicBezTo>
                    <a:pt x="77318" y="12768"/>
                    <a:pt x="79874" y="10215"/>
                    <a:pt x="79874" y="6384"/>
                  </a:cubicBezTo>
                  <a:cubicBezTo>
                    <a:pt x="79874" y="2554"/>
                    <a:pt x="77318" y="0"/>
                    <a:pt x="73484" y="0"/>
                  </a:cubicBezTo>
                  <a:close/>
                </a:path>
              </a:pathLst>
            </a:custGeom>
            <a:solidFill>
              <a:srgbClr val="26890D"/>
            </a:solidFill>
            <a:ln w="6390" cap="flat">
              <a:noFill/>
              <a:prstDash val="solid"/>
              <a:miter/>
            </a:ln>
          </p:spPr>
          <p:txBody>
            <a:bodyPr rtlCol="0" anchor="ctr"/>
            <a:lstStyle/>
            <a:p>
              <a:endParaRPr lang="en-US"/>
            </a:p>
          </p:txBody>
        </p:sp>
        <p:sp>
          <p:nvSpPr>
            <p:cNvPr id="768" name="Graphic 4">
              <a:extLst>
                <a:ext uri="{FF2B5EF4-FFF2-40B4-BE49-F238E27FC236}">
                  <a16:creationId xmlns:a16="http://schemas.microsoft.com/office/drawing/2014/main" id="{4CB9A797-6C03-FB4E-BD60-935E1AB92A37}"/>
                </a:ext>
              </a:extLst>
            </p:cNvPr>
            <p:cNvSpPr/>
            <p:nvPr/>
          </p:nvSpPr>
          <p:spPr>
            <a:xfrm>
              <a:off x="5839124" y="3974829"/>
              <a:ext cx="46007" cy="45964"/>
            </a:xfrm>
            <a:custGeom>
              <a:avLst/>
              <a:gdLst>
                <a:gd name="connsiteX0" fmla="*/ 23004 w 46007"/>
                <a:gd name="connsiteY0" fmla="*/ 45965 h 45964"/>
                <a:gd name="connsiteX1" fmla="*/ 46008 w 46007"/>
                <a:gd name="connsiteY1" fmla="*/ 22982 h 45964"/>
                <a:gd name="connsiteX2" fmla="*/ 23004 w 46007"/>
                <a:gd name="connsiteY2" fmla="*/ 0 h 45964"/>
                <a:gd name="connsiteX3" fmla="*/ 0 w 46007"/>
                <a:gd name="connsiteY3" fmla="*/ 22982 h 45964"/>
                <a:gd name="connsiteX4" fmla="*/ 0 w 46007"/>
                <a:gd name="connsiteY4" fmla="*/ 22982 h 45964"/>
                <a:gd name="connsiteX5" fmla="*/ 23004 w 46007"/>
                <a:gd name="connsiteY5" fmla="*/ 45965 h 45964"/>
                <a:gd name="connsiteX6" fmla="*/ 23004 w 46007"/>
                <a:gd name="connsiteY6" fmla="*/ 13406 h 45964"/>
                <a:gd name="connsiteX7" fmla="*/ 33228 w 46007"/>
                <a:gd name="connsiteY7" fmla="*/ 23621 h 45964"/>
                <a:gd name="connsiteX8" fmla="*/ 23004 w 46007"/>
                <a:gd name="connsiteY8" fmla="*/ 33835 h 45964"/>
                <a:gd name="connsiteX9" fmla="*/ 12780 w 46007"/>
                <a:gd name="connsiteY9" fmla="*/ 23621 h 45964"/>
                <a:gd name="connsiteX10" fmla="*/ 12780 w 46007"/>
                <a:gd name="connsiteY10" fmla="*/ 23621 h 45964"/>
                <a:gd name="connsiteX11" fmla="*/ 23004 w 46007"/>
                <a:gd name="connsiteY11" fmla="*/ 13406 h 45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007" h="45964">
                  <a:moveTo>
                    <a:pt x="23004" y="45965"/>
                  </a:moveTo>
                  <a:cubicBezTo>
                    <a:pt x="35784" y="45965"/>
                    <a:pt x="46008" y="35750"/>
                    <a:pt x="46008" y="22982"/>
                  </a:cubicBezTo>
                  <a:cubicBezTo>
                    <a:pt x="46008" y="10214"/>
                    <a:pt x="35784" y="0"/>
                    <a:pt x="23004" y="0"/>
                  </a:cubicBezTo>
                  <a:cubicBezTo>
                    <a:pt x="10224" y="0"/>
                    <a:pt x="0" y="10214"/>
                    <a:pt x="0" y="22982"/>
                  </a:cubicBezTo>
                  <a:lnTo>
                    <a:pt x="0" y="22982"/>
                  </a:lnTo>
                  <a:cubicBezTo>
                    <a:pt x="0" y="35750"/>
                    <a:pt x="10224" y="45965"/>
                    <a:pt x="23004" y="45965"/>
                  </a:cubicBezTo>
                  <a:close/>
                  <a:moveTo>
                    <a:pt x="23004" y="13406"/>
                  </a:moveTo>
                  <a:cubicBezTo>
                    <a:pt x="28755" y="13406"/>
                    <a:pt x="33228" y="17875"/>
                    <a:pt x="33228" y="23621"/>
                  </a:cubicBezTo>
                  <a:cubicBezTo>
                    <a:pt x="33228" y="29366"/>
                    <a:pt x="28755" y="33835"/>
                    <a:pt x="23004" y="33835"/>
                  </a:cubicBezTo>
                  <a:cubicBezTo>
                    <a:pt x="17253" y="33835"/>
                    <a:pt x="12780" y="29366"/>
                    <a:pt x="12780" y="23621"/>
                  </a:cubicBezTo>
                  <a:lnTo>
                    <a:pt x="12780" y="23621"/>
                  </a:lnTo>
                  <a:cubicBezTo>
                    <a:pt x="12780" y="17875"/>
                    <a:pt x="17253" y="13406"/>
                    <a:pt x="23004" y="13406"/>
                  </a:cubicBezTo>
                  <a:close/>
                </a:path>
              </a:pathLst>
            </a:custGeom>
            <a:solidFill>
              <a:srgbClr val="26890D"/>
            </a:solidFill>
            <a:ln w="6390" cap="flat">
              <a:noFill/>
              <a:prstDash val="solid"/>
              <a:miter/>
            </a:ln>
          </p:spPr>
          <p:txBody>
            <a:bodyPr rtlCol="0" anchor="ctr"/>
            <a:lstStyle/>
            <a:p>
              <a:endParaRPr lang="en-US"/>
            </a:p>
          </p:txBody>
        </p:sp>
        <p:sp>
          <p:nvSpPr>
            <p:cNvPr id="769" name="Graphic 4">
              <a:extLst>
                <a:ext uri="{FF2B5EF4-FFF2-40B4-BE49-F238E27FC236}">
                  <a16:creationId xmlns:a16="http://schemas.microsoft.com/office/drawing/2014/main" id="{E11CF884-ED7C-8947-A8D9-27F9BFF1EC75}"/>
                </a:ext>
              </a:extLst>
            </p:cNvPr>
            <p:cNvSpPr/>
            <p:nvPr/>
          </p:nvSpPr>
          <p:spPr>
            <a:xfrm>
              <a:off x="5901745" y="3974829"/>
              <a:ext cx="46007" cy="45964"/>
            </a:xfrm>
            <a:custGeom>
              <a:avLst/>
              <a:gdLst>
                <a:gd name="connsiteX0" fmla="*/ 23004 w 46007"/>
                <a:gd name="connsiteY0" fmla="*/ 45965 h 45964"/>
                <a:gd name="connsiteX1" fmla="*/ 46008 w 46007"/>
                <a:gd name="connsiteY1" fmla="*/ 22982 h 45964"/>
                <a:gd name="connsiteX2" fmla="*/ 23004 w 46007"/>
                <a:gd name="connsiteY2" fmla="*/ 0 h 45964"/>
                <a:gd name="connsiteX3" fmla="*/ 0 w 46007"/>
                <a:gd name="connsiteY3" fmla="*/ 22982 h 45964"/>
                <a:gd name="connsiteX4" fmla="*/ 0 w 46007"/>
                <a:gd name="connsiteY4" fmla="*/ 22982 h 45964"/>
                <a:gd name="connsiteX5" fmla="*/ 23004 w 46007"/>
                <a:gd name="connsiteY5" fmla="*/ 45965 h 45964"/>
                <a:gd name="connsiteX6" fmla="*/ 23004 w 46007"/>
                <a:gd name="connsiteY6" fmla="*/ 13406 h 45964"/>
                <a:gd name="connsiteX7" fmla="*/ 33228 w 46007"/>
                <a:gd name="connsiteY7" fmla="*/ 23621 h 45964"/>
                <a:gd name="connsiteX8" fmla="*/ 23004 w 46007"/>
                <a:gd name="connsiteY8" fmla="*/ 33835 h 45964"/>
                <a:gd name="connsiteX9" fmla="*/ 12780 w 46007"/>
                <a:gd name="connsiteY9" fmla="*/ 23621 h 45964"/>
                <a:gd name="connsiteX10" fmla="*/ 12780 w 46007"/>
                <a:gd name="connsiteY10" fmla="*/ 23621 h 45964"/>
                <a:gd name="connsiteX11" fmla="*/ 23004 w 46007"/>
                <a:gd name="connsiteY11" fmla="*/ 13406 h 45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007" h="45964">
                  <a:moveTo>
                    <a:pt x="23004" y="45965"/>
                  </a:moveTo>
                  <a:cubicBezTo>
                    <a:pt x="35784" y="45965"/>
                    <a:pt x="46008" y="35750"/>
                    <a:pt x="46008" y="22982"/>
                  </a:cubicBezTo>
                  <a:cubicBezTo>
                    <a:pt x="46008" y="10214"/>
                    <a:pt x="35784" y="0"/>
                    <a:pt x="23004" y="0"/>
                  </a:cubicBezTo>
                  <a:cubicBezTo>
                    <a:pt x="10224" y="0"/>
                    <a:pt x="0" y="10214"/>
                    <a:pt x="0" y="22982"/>
                  </a:cubicBezTo>
                  <a:lnTo>
                    <a:pt x="0" y="22982"/>
                  </a:lnTo>
                  <a:cubicBezTo>
                    <a:pt x="639" y="35750"/>
                    <a:pt x="10863" y="45965"/>
                    <a:pt x="23004" y="45965"/>
                  </a:cubicBezTo>
                  <a:close/>
                  <a:moveTo>
                    <a:pt x="23004" y="13406"/>
                  </a:moveTo>
                  <a:cubicBezTo>
                    <a:pt x="28755" y="13406"/>
                    <a:pt x="33228" y="17875"/>
                    <a:pt x="33228" y="23621"/>
                  </a:cubicBezTo>
                  <a:cubicBezTo>
                    <a:pt x="33228" y="29366"/>
                    <a:pt x="28755" y="33835"/>
                    <a:pt x="23004" y="33835"/>
                  </a:cubicBezTo>
                  <a:cubicBezTo>
                    <a:pt x="17253" y="33835"/>
                    <a:pt x="12780" y="29366"/>
                    <a:pt x="12780" y="23621"/>
                  </a:cubicBezTo>
                  <a:lnTo>
                    <a:pt x="12780" y="23621"/>
                  </a:lnTo>
                  <a:cubicBezTo>
                    <a:pt x="13419" y="17875"/>
                    <a:pt x="17892" y="13406"/>
                    <a:pt x="23004" y="13406"/>
                  </a:cubicBezTo>
                  <a:close/>
                </a:path>
              </a:pathLst>
            </a:custGeom>
            <a:solidFill>
              <a:srgbClr val="26890D"/>
            </a:solidFill>
            <a:ln w="6390" cap="flat">
              <a:noFill/>
              <a:prstDash val="solid"/>
              <a:miter/>
            </a:ln>
          </p:spPr>
          <p:txBody>
            <a:bodyPr rtlCol="0" anchor="ctr"/>
            <a:lstStyle/>
            <a:p>
              <a:endParaRPr lang="en-US"/>
            </a:p>
          </p:txBody>
        </p:sp>
      </p:grpSp>
      <p:grpSp>
        <p:nvGrpSpPr>
          <p:cNvPr id="770" name="Graphic 4">
            <a:extLst>
              <a:ext uri="{FF2B5EF4-FFF2-40B4-BE49-F238E27FC236}">
                <a16:creationId xmlns:a16="http://schemas.microsoft.com/office/drawing/2014/main" id="{D45C7C0B-A103-354E-B938-B1D569F67763}"/>
              </a:ext>
            </a:extLst>
          </p:cNvPr>
          <p:cNvGrpSpPr/>
          <p:nvPr/>
        </p:nvGrpSpPr>
        <p:grpSpPr>
          <a:xfrm>
            <a:off x="8239823" y="2855717"/>
            <a:ext cx="362309" cy="361971"/>
            <a:chOff x="8239823" y="2855717"/>
            <a:chExt cx="362309" cy="361971"/>
          </a:xfrm>
          <a:solidFill>
            <a:srgbClr val="26890D"/>
          </a:solidFill>
        </p:grpSpPr>
        <p:sp>
          <p:nvSpPr>
            <p:cNvPr id="771" name="Graphic 4">
              <a:extLst>
                <a:ext uri="{FF2B5EF4-FFF2-40B4-BE49-F238E27FC236}">
                  <a16:creationId xmlns:a16="http://schemas.microsoft.com/office/drawing/2014/main" id="{5592F1BC-C643-9048-9685-78EA945A6964}"/>
                </a:ext>
              </a:extLst>
            </p:cNvPr>
            <p:cNvSpPr/>
            <p:nvPr/>
          </p:nvSpPr>
          <p:spPr>
            <a:xfrm>
              <a:off x="8317780" y="2992973"/>
              <a:ext cx="9584" cy="28727"/>
            </a:xfrm>
            <a:custGeom>
              <a:avLst/>
              <a:gdLst>
                <a:gd name="connsiteX0" fmla="*/ 0 w 9584"/>
                <a:gd name="connsiteY0" fmla="*/ 14045 h 28727"/>
                <a:gd name="connsiteX1" fmla="*/ 9585 w 9584"/>
                <a:gd name="connsiteY1" fmla="*/ 28728 h 28727"/>
                <a:gd name="connsiteX2" fmla="*/ 9585 w 9584"/>
                <a:gd name="connsiteY2" fmla="*/ 0 h 28727"/>
                <a:gd name="connsiteX3" fmla="*/ 0 w 9584"/>
                <a:gd name="connsiteY3" fmla="*/ 14045 h 28727"/>
              </a:gdLst>
              <a:ahLst/>
              <a:cxnLst>
                <a:cxn ang="0">
                  <a:pos x="connsiteX0" y="connsiteY0"/>
                </a:cxn>
                <a:cxn ang="0">
                  <a:pos x="connsiteX1" y="connsiteY1"/>
                </a:cxn>
                <a:cxn ang="0">
                  <a:pos x="connsiteX2" y="connsiteY2"/>
                </a:cxn>
                <a:cxn ang="0">
                  <a:pos x="connsiteX3" y="connsiteY3"/>
                </a:cxn>
              </a:cxnLst>
              <a:rect l="l" t="t" r="r" b="b"/>
              <a:pathLst>
                <a:path w="9584" h="28727">
                  <a:moveTo>
                    <a:pt x="0" y="14045"/>
                  </a:moveTo>
                  <a:cubicBezTo>
                    <a:pt x="0" y="20429"/>
                    <a:pt x="3835" y="26174"/>
                    <a:pt x="9585" y="28728"/>
                  </a:cubicBezTo>
                  <a:lnTo>
                    <a:pt x="9585" y="0"/>
                  </a:lnTo>
                  <a:cubicBezTo>
                    <a:pt x="3835" y="1915"/>
                    <a:pt x="0" y="7661"/>
                    <a:pt x="0" y="14045"/>
                  </a:cubicBezTo>
                  <a:close/>
                </a:path>
              </a:pathLst>
            </a:custGeom>
            <a:solidFill>
              <a:srgbClr val="26890D"/>
            </a:solidFill>
            <a:ln w="6390" cap="flat">
              <a:noFill/>
              <a:prstDash val="solid"/>
              <a:miter/>
            </a:ln>
          </p:spPr>
          <p:txBody>
            <a:bodyPr rtlCol="0" anchor="ctr"/>
            <a:lstStyle/>
            <a:p>
              <a:endParaRPr lang="en-US"/>
            </a:p>
          </p:txBody>
        </p:sp>
        <p:sp>
          <p:nvSpPr>
            <p:cNvPr id="772" name="Graphic 4">
              <a:extLst>
                <a:ext uri="{FF2B5EF4-FFF2-40B4-BE49-F238E27FC236}">
                  <a16:creationId xmlns:a16="http://schemas.microsoft.com/office/drawing/2014/main" id="{D022F0A1-B2B4-844A-82DB-1E60E4F6174C}"/>
                </a:ext>
              </a:extLst>
            </p:cNvPr>
            <p:cNvSpPr/>
            <p:nvPr/>
          </p:nvSpPr>
          <p:spPr>
            <a:xfrm>
              <a:off x="8450004" y="2982072"/>
              <a:ext cx="25017" cy="24946"/>
            </a:xfrm>
            <a:custGeom>
              <a:avLst/>
              <a:gdLst>
                <a:gd name="connsiteX0" fmla="*/ 12828 w 25017"/>
                <a:gd name="connsiteY0" fmla="*/ 24946 h 24946"/>
                <a:gd name="connsiteX1" fmla="*/ 24969 w 25017"/>
                <a:gd name="connsiteY1" fmla="*/ 12178 h 24946"/>
                <a:gd name="connsiteX2" fmla="*/ 12190 w 25017"/>
                <a:gd name="connsiteY2" fmla="*/ 49 h 24946"/>
                <a:gd name="connsiteX3" fmla="*/ 48 w 25017"/>
                <a:gd name="connsiteY3" fmla="*/ 12817 h 24946"/>
                <a:gd name="connsiteX4" fmla="*/ 12828 w 25017"/>
                <a:gd name="connsiteY4" fmla="*/ 24946 h 24946"/>
                <a:gd name="connsiteX5" fmla="*/ 12828 w 25017"/>
                <a:gd name="connsiteY5" fmla="*/ 24946 h 2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017" h="24946">
                  <a:moveTo>
                    <a:pt x="12828" y="24946"/>
                  </a:moveTo>
                  <a:cubicBezTo>
                    <a:pt x="19857" y="24946"/>
                    <a:pt x="25608" y="19200"/>
                    <a:pt x="24969" y="12178"/>
                  </a:cubicBezTo>
                  <a:cubicBezTo>
                    <a:pt x="24969" y="5156"/>
                    <a:pt x="19218" y="-590"/>
                    <a:pt x="12190" y="49"/>
                  </a:cubicBezTo>
                  <a:cubicBezTo>
                    <a:pt x="5160" y="49"/>
                    <a:pt x="48" y="5794"/>
                    <a:pt x="48" y="12817"/>
                  </a:cubicBezTo>
                  <a:cubicBezTo>
                    <a:pt x="-590" y="19200"/>
                    <a:pt x="5160" y="24946"/>
                    <a:pt x="12828" y="24946"/>
                  </a:cubicBezTo>
                  <a:cubicBezTo>
                    <a:pt x="12828" y="24946"/>
                    <a:pt x="12828" y="24946"/>
                    <a:pt x="12828" y="24946"/>
                  </a:cubicBezTo>
                  <a:close/>
                </a:path>
              </a:pathLst>
            </a:custGeom>
            <a:solidFill>
              <a:srgbClr val="26890D"/>
            </a:solidFill>
            <a:ln w="6390" cap="flat">
              <a:noFill/>
              <a:prstDash val="solid"/>
              <a:miter/>
            </a:ln>
          </p:spPr>
          <p:txBody>
            <a:bodyPr rtlCol="0" anchor="ctr"/>
            <a:lstStyle/>
            <a:p>
              <a:endParaRPr lang="en-US"/>
            </a:p>
          </p:txBody>
        </p:sp>
        <p:sp>
          <p:nvSpPr>
            <p:cNvPr id="773" name="Graphic 4">
              <a:extLst>
                <a:ext uri="{FF2B5EF4-FFF2-40B4-BE49-F238E27FC236}">
                  <a16:creationId xmlns:a16="http://schemas.microsoft.com/office/drawing/2014/main" id="{AD5248F3-1666-9C44-A8EE-35910281AA0B}"/>
                </a:ext>
              </a:extLst>
            </p:cNvPr>
            <p:cNvSpPr/>
            <p:nvPr/>
          </p:nvSpPr>
          <p:spPr>
            <a:xfrm>
              <a:off x="8366344" y="2981482"/>
              <a:ext cx="25559" cy="25535"/>
            </a:xfrm>
            <a:custGeom>
              <a:avLst/>
              <a:gdLst>
                <a:gd name="connsiteX0" fmla="*/ 12780 w 25559"/>
                <a:gd name="connsiteY0" fmla="*/ 25536 h 25535"/>
                <a:gd name="connsiteX1" fmla="*/ 25560 w 25559"/>
                <a:gd name="connsiteY1" fmla="*/ 12768 h 25535"/>
                <a:gd name="connsiteX2" fmla="*/ 12780 w 25559"/>
                <a:gd name="connsiteY2" fmla="*/ 0 h 25535"/>
                <a:gd name="connsiteX3" fmla="*/ 0 w 25559"/>
                <a:gd name="connsiteY3" fmla="*/ 12768 h 25535"/>
                <a:gd name="connsiteX4" fmla="*/ 12780 w 25559"/>
                <a:gd name="connsiteY4" fmla="*/ 25536 h 25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59" h="25535">
                  <a:moveTo>
                    <a:pt x="12780" y="25536"/>
                  </a:moveTo>
                  <a:cubicBezTo>
                    <a:pt x="19809" y="25536"/>
                    <a:pt x="25560" y="19790"/>
                    <a:pt x="25560" y="12768"/>
                  </a:cubicBezTo>
                  <a:cubicBezTo>
                    <a:pt x="25560" y="5746"/>
                    <a:pt x="19809" y="0"/>
                    <a:pt x="12780" y="0"/>
                  </a:cubicBezTo>
                  <a:cubicBezTo>
                    <a:pt x="5750" y="0"/>
                    <a:pt x="0" y="5746"/>
                    <a:pt x="0" y="12768"/>
                  </a:cubicBezTo>
                  <a:cubicBezTo>
                    <a:pt x="0" y="19790"/>
                    <a:pt x="5750" y="25536"/>
                    <a:pt x="12780" y="25536"/>
                  </a:cubicBezTo>
                  <a:close/>
                </a:path>
              </a:pathLst>
            </a:custGeom>
            <a:solidFill>
              <a:srgbClr val="26890D"/>
            </a:solidFill>
            <a:ln w="6390" cap="flat">
              <a:noFill/>
              <a:prstDash val="solid"/>
              <a:miter/>
            </a:ln>
          </p:spPr>
          <p:txBody>
            <a:bodyPr rtlCol="0" anchor="ctr"/>
            <a:lstStyle/>
            <a:p>
              <a:endParaRPr lang="en-US"/>
            </a:p>
          </p:txBody>
        </p:sp>
        <p:sp>
          <p:nvSpPr>
            <p:cNvPr id="774" name="Graphic 4">
              <a:extLst>
                <a:ext uri="{FF2B5EF4-FFF2-40B4-BE49-F238E27FC236}">
                  <a16:creationId xmlns:a16="http://schemas.microsoft.com/office/drawing/2014/main" id="{BE4F603A-1226-394D-A478-F41091C2F60D}"/>
                </a:ext>
              </a:extLst>
            </p:cNvPr>
            <p:cNvSpPr/>
            <p:nvPr/>
          </p:nvSpPr>
          <p:spPr>
            <a:xfrm>
              <a:off x="8340145" y="2952115"/>
              <a:ext cx="162304" cy="103420"/>
            </a:xfrm>
            <a:custGeom>
              <a:avLst/>
              <a:gdLst>
                <a:gd name="connsiteX0" fmla="*/ 0 w 162304"/>
                <a:gd name="connsiteY0" fmla="*/ 103421 h 103420"/>
                <a:gd name="connsiteX1" fmla="*/ 162305 w 162304"/>
                <a:gd name="connsiteY1" fmla="*/ 103421 h 103420"/>
                <a:gd name="connsiteX2" fmla="*/ 162305 w 162304"/>
                <a:gd name="connsiteY2" fmla="*/ 0 h 103420"/>
                <a:gd name="connsiteX3" fmla="*/ 0 w 162304"/>
                <a:gd name="connsiteY3" fmla="*/ 0 h 103420"/>
                <a:gd name="connsiteX4" fmla="*/ 0 w 162304"/>
                <a:gd name="connsiteY4" fmla="*/ 103421 h 103420"/>
                <a:gd name="connsiteX5" fmla="*/ 126521 w 162304"/>
                <a:gd name="connsiteY5" fmla="*/ 94483 h 103420"/>
                <a:gd name="connsiteX6" fmla="*/ 35784 w 162304"/>
                <a:gd name="connsiteY6" fmla="*/ 94483 h 103420"/>
                <a:gd name="connsiteX7" fmla="*/ 29394 w 162304"/>
                <a:gd name="connsiteY7" fmla="*/ 88099 h 103420"/>
                <a:gd name="connsiteX8" fmla="*/ 35784 w 162304"/>
                <a:gd name="connsiteY8" fmla="*/ 81715 h 103420"/>
                <a:gd name="connsiteX9" fmla="*/ 127160 w 162304"/>
                <a:gd name="connsiteY9" fmla="*/ 81715 h 103420"/>
                <a:gd name="connsiteX10" fmla="*/ 133550 w 162304"/>
                <a:gd name="connsiteY10" fmla="*/ 88099 h 103420"/>
                <a:gd name="connsiteX11" fmla="*/ 126521 w 162304"/>
                <a:gd name="connsiteY11" fmla="*/ 94483 h 103420"/>
                <a:gd name="connsiteX12" fmla="*/ 126521 w 162304"/>
                <a:gd name="connsiteY12" fmla="*/ 94483 h 103420"/>
                <a:gd name="connsiteX13" fmla="*/ 122687 w 162304"/>
                <a:gd name="connsiteY13" fmla="*/ 16598 h 103420"/>
                <a:gd name="connsiteX14" fmla="*/ 148247 w 162304"/>
                <a:gd name="connsiteY14" fmla="*/ 42773 h 103420"/>
                <a:gd name="connsiteX15" fmla="*/ 122048 w 162304"/>
                <a:gd name="connsiteY15" fmla="*/ 68309 h 103420"/>
                <a:gd name="connsiteX16" fmla="*/ 96489 w 162304"/>
                <a:gd name="connsiteY16" fmla="*/ 42134 h 103420"/>
                <a:gd name="connsiteX17" fmla="*/ 121409 w 162304"/>
                <a:gd name="connsiteY17" fmla="*/ 15960 h 103420"/>
                <a:gd name="connsiteX18" fmla="*/ 122687 w 162304"/>
                <a:gd name="connsiteY18" fmla="*/ 16598 h 103420"/>
                <a:gd name="connsiteX19" fmla="*/ 122687 w 162304"/>
                <a:gd name="connsiteY19" fmla="*/ 16598 h 103420"/>
                <a:gd name="connsiteX20" fmla="*/ 38979 w 162304"/>
                <a:gd name="connsiteY20" fmla="*/ 16598 h 103420"/>
                <a:gd name="connsiteX21" fmla="*/ 65178 w 162304"/>
                <a:gd name="connsiteY21" fmla="*/ 42134 h 103420"/>
                <a:gd name="connsiteX22" fmla="*/ 39618 w 162304"/>
                <a:gd name="connsiteY22" fmla="*/ 68309 h 103420"/>
                <a:gd name="connsiteX23" fmla="*/ 13419 w 162304"/>
                <a:gd name="connsiteY23" fmla="*/ 42773 h 103420"/>
                <a:gd name="connsiteX24" fmla="*/ 13419 w 162304"/>
                <a:gd name="connsiteY24" fmla="*/ 42773 h 103420"/>
                <a:gd name="connsiteX25" fmla="*/ 38340 w 162304"/>
                <a:gd name="connsiteY25" fmla="*/ 16598 h 103420"/>
                <a:gd name="connsiteX26" fmla="*/ 38979 w 162304"/>
                <a:gd name="connsiteY26" fmla="*/ 16598 h 103420"/>
                <a:gd name="connsiteX27" fmla="*/ 38979 w 162304"/>
                <a:gd name="connsiteY27" fmla="*/ 16598 h 103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2304" h="103420">
                  <a:moveTo>
                    <a:pt x="0" y="103421"/>
                  </a:moveTo>
                  <a:lnTo>
                    <a:pt x="162305" y="103421"/>
                  </a:lnTo>
                  <a:lnTo>
                    <a:pt x="162305" y="0"/>
                  </a:lnTo>
                  <a:lnTo>
                    <a:pt x="0" y="0"/>
                  </a:lnTo>
                  <a:lnTo>
                    <a:pt x="0" y="103421"/>
                  </a:lnTo>
                  <a:close/>
                  <a:moveTo>
                    <a:pt x="126521" y="94483"/>
                  </a:moveTo>
                  <a:lnTo>
                    <a:pt x="35784" y="94483"/>
                  </a:lnTo>
                  <a:cubicBezTo>
                    <a:pt x="31950" y="94483"/>
                    <a:pt x="29394" y="91930"/>
                    <a:pt x="29394" y="88099"/>
                  </a:cubicBezTo>
                  <a:cubicBezTo>
                    <a:pt x="29394" y="84269"/>
                    <a:pt x="31950" y="81715"/>
                    <a:pt x="35784" y="81715"/>
                  </a:cubicBezTo>
                  <a:lnTo>
                    <a:pt x="127160" y="81715"/>
                  </a:lnTo>
                  <a:cubicBezTo>
                    <a:pt x="130994" y="81715"/>
                    <a:pt x="133550" y="84269"/>
                    <a:pt x="133550" y="88099"/>
                  </a:cubicBezTo>
                  <a:cubicBezTo>
                    <a:pt x="133550" y="91930"/>
                    <a:pt x="130355" y="94483"/>
                    <a:pt x="126521" y="94483"/>
                  </a:cubicBezTo>
                  <a:lnTo>
                    <a:pt x="126521" y="94483"/>
                  </a:lnTo>
                  <a:close/>
                  <a:moveTo>
                    <a:pt x="122687" y="16598"/>
                  </a:moveTo>
                  <a:cubicBezTo>
                    <a:pt x="136745" y="16598"/>
                    <a:pt x="148247" y="28090"/>
                    <a:pt x="148247" y="42773"/>
                  </a:cubicBezTo>
                  <a:cubicBezTo>
                    <a:pt x="148247" y="57456"/>
                    <a:pt x="136745" y="68309"/>
                    <a:pt x="122048" y="68309"/>
                  </a:cubicBezTo>
                  <a:cubicBezTo>
                    <a:pt x="107990" y="68309"/>
                    <a:pt x="96489" y="56818"/>
                    <a:pt x="96489" y="42134"/>
                  </a:cubicBezTo>
                  <a:cubicBezTo>
                    <a:pt x="95849" y="28090"/>
                    <a:pt x="107351" y="16598"/>
                    <a:pt x="121409" y="15960"/>
                  </a:cubicBezTo>
                  <a:cubicBezTo>
                    <a:pt x="122048" y="15960"/>
                    <a:pt x="122048" y="15960"/>
                    <a:pt x="122687" y="16598"/>
                  </a:cubicBezTo>
                  <a:lnTo>
                    <a:pt x="122687" y="16598"/>
                  </a:lnTo>
                  <a:close/>
                  <a:moveTo>
                    <a:pt x="38979" y="16598"/>
                  </a:moveTo>
                  <a:cubicBezTo>
                    <a:pt x="53037" y="16598"/>
                    <a:pt x="65178" y="28090"/>
                    <a:pt x="65178" y="42134"/>
                  </a:cubicBezTo>
                  <a:cubicBezTo>
                    <a:pt x="65178" y="56179"/>
                    <a:pt x="53676" y="68309"/>
                    <a:pt x="39618" y="68309"/>
                  </a:cubicBezTo>
                  <a:cubicBezTo>
                    <a:pt x="25560" y="68309"/>
                    <a:pt x="13419" y="56818"/>
                    <a:pt x="13419" y="42773"/>
                  </a:cubicBezTo>
                  <a:cubicBezTo>
                    <a:pt x="13419" y="42773"/>
                    <a:pt x="13419" y="42773"/>
                    <a:pt x="13419" y="42773"/>
                  </a:cubicBezTo>
                  <a:cubicBezTo>
                    <a:pt x="12780" y="28728"/>
                    <a:pt x="24282" y="17237"/>
                    <a:pt x="38340" y="16598"/>
                  </a:cubicBezTo>
                  <a:cubicBezTo>
                    <a:pt x="38340" y="15960"/>
                    <a:pt x="38979" y="15960"/>
                    <a:pt x="38979" y="16598"/>
                  </a:cubicBezTo>
                  <a:lnTo>
                    <a:pt x="38979" y="16598"/>
                  </a:lnTo>
                  <a:close/>
                </a:path>
              </a:pathLst>
            </a:custGeom>
            <a:solidFill>
              <a:srgbClr val="26890D"/>
            </a:solidFill>
            <a:ln w="6390" cap="flat">
              <a:noFill/>
              <a:prstDash val="solid"/>
              <a:miter/>
            </a:ln>
          </p:spPr>
          <p:txBody>
            <a:bodyPr rtlCol="0" anchor="ctr"/>
            <a:lstStyle/>
            <a:p>
              <a:endParaRPr lang="en-US"/>
            </a:p>
          </p:txBody>
        </p:sp>
        <p:sp>
          <p:nvSpPr>
            <p:cNvPr id="775" name="Graphic 4">
              <a:extLst>
                <a:ext uri="{FF2B5EF4-FFF2-40B4-BE49-F238E27FC236}">
                  <a16:creationId xmlns:a16="http://schemas.microsoft.com/office/drawing/2014/main" id="{D909636C-D215-3D44-B4D8-8011940F9019}"/>
                </a:ext>
              </a:extLst>
            </p:cNvPr>
            <p:cNvSpPr/>
            <p:nvPr/>
          </p:nvSpPr>
          <p:spPr>
            <a:xfrm>
              <a:off x="8239823" y="2855717"/>
              <a:ext cx="362309" cy="361971"/>
            </a:xfrm>
            <a:custGeom>
              <a:avLst/>
              <a:gdLst>
                <a:gd name="connsiteX0" fmla="*/ 180836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362309 w 362309"/>
                <a:gd name="connsiteY4" fmla="*/ 180667 h 361971"/>
                <a:gd name="connsiteX5" fmla="*/ 180836 w 362309"/>
                <a:gd name="connsiteY5" fmla="*/ 0 h 361971"/>
                <a:gd name="connsiteX6" fmla="*/ 180836 w 362309"/>
                <a:gd name="connsiteY6" fmla="*/ 0 h 361971"/>
                <a:gd name="connsiteX7" fmla="*/ 141856 w 362309"/>
                <a:gd name="connsiteY7" fmla="*/ 263658 h 361971"/>
                <a:gd name="connsiteX8" fmla="*/ 140579 w 362309"/>
                <a:gd name="connsiteY8" fmla="*/ 265574 h 361971"/>
                <a:gd name="connsiteX9" fmla="*/ 138661 w 362309"/>
                <a:gd name="connsiteY9" fmla="*/ 266850 h 361971"/>
                <a:gd name="connsiteX10" fmla="*/ 136106 w 362309"/>
                <a:gd name="connsiteY10" fmla="*/ 267489 h 361971"/>
                <a:gd name="connsiteX11" fmla="*/ 133550 w 362309"/>
                <a:gd name="connsiteY11" fmla="*/ 266850 h 361971"/>
                <a:gd name="connsiteX12" fmla="*/ 131633 w 362309"/>
                <a:gd name="connsiteY12" fmla="*/ 265574 h 361971"/>
                <a:gd name="connsiteX13" fmla="*/ 130355 w 362309"/>
                <a:gd name="connsiteY13" fmla="*/ 263658 h 361971"/>
                <a:gd name="connsiteX14" fmla="*/ 129716 w 362309"/>
                <a:gd name="connsiteY14" fmla="*/ 261105 h 361971"/>
                <a:gd name="connsiteX15" fmla="*/ 131633 w 362309"/>
                <a:gd name="connsiteY15" fmla="*/ 256636 h 361971"/>
                <a:gd name="connsiteX16" fmla="*/ 137384 w 362309"/>
                <a:gd name="connsiteY16" fmla="*/ 254721 h 361971"/>
                <a:gd name="connsiteX17" fmla="*/ 138661 w 362309"/>
                <a:gd name="connsiteY17" fmla="*/ 254721 h 361971"/>
                <a:gd name="connsiteX18" fmla="*/ 139940 w 362309"/>
                <a:gd name="connsiteY18" fmla="*/ 255359 h 361971"/>
                <a:gd name="connsiteX19" fmla="*/ 141217 w 362309"/>
                <a:gd name="connsiteY19" fmla="*/ 255998 h 361971"/>
                <a:gd name="connsiteX20" fmla="*/ 143135 w 362309"/>
                <a:gd name="connsiteY20" fmla="*/ 260466 h 361971"/>
                <a:gd name="connsiteX21" fmla="*/ 141856 w 362309"/>
                <a:gd name="connsiteY21" fmla="*/ 263658 h 361971"/>
                <a:gd name="connsiteX22" fmla="*/ 180836 w 362309"/>
                <a:gd name="connsiteY22" fmla="*/ 267489 h 361971"/>
                <a:gd name="connsiteX23" fmla="*/ 174446 w 362309"/>
                <a:gd name="connsiteY23" fmla="*/ 261105 h 361971"/>
                <a:gd name="connsiteX24" fmla="*/ 180836 w 362309"/>
                <a:gd name="connsiteY24" fmla="*/ 254721 h 361971"/>
                <a:gd name="connsiteX25" fmla="*/ 187225 w 362309"/>
                <a:gd name="connsiteY25" fmla="*/ 261105 h 361971"/>
                <a:gd name="connsiteX26" fmla="*/ 180836 w 362309"/>
                <a:gd name="connsiteY26" fmla="*/ 267489 h 361971"/>
                <a:gd name="connsiteX27" fmla="*/ 180836 w 362309"/>
                <a:gd name="connsiteY27" fmla="*/ 267489 h 361971"/>
                <a:gd name="connsiteX28" fmla="*/ 180836 w 362309"/>
                <a:gd name="connsiteY28" fmla="*/ 267489 h 361971"/>
                <a:gd name="connsiteX29" fmla="*/ 231955 w 362309"/>
                <a:gd name="connsiteY29" fmla="*/ 263658 h 361971"/>
                <a:gd name="connsiteX30" fmla="*/ 230677 w 362309"/>
                <a:gd name="connsiteY30" fmla="*/ 265574 h 361971"/>
                <a:gd name="connsiteX31" fmla="*/ 223648 w 362309"/>
                <a:gd name="connsiteY31" fmla="*/ 266850 h 361971"/>
                <a:gd name="connsiteX32" fmla="*/ 221731 w 362309"/>
                <a:gd name="connsiteY32" fmla="*/ 265574 h 361971"/>
                <a:gd name="connsiteX33" fmla="*/ 220453 w 362309"/>
                <a:gd name="connsiteY33" fmla="*/ 263658 h 361971"/>
                <a:gd name="connsiteX34" fmla="*/ 219814 w 362309"/>
                <a:gd name="connsiteY34" fmla="*/ 261105 h 361971"/>
                <a:gd name="connsiteX35" fmla="*/ 221731 w 362309"/>
                <a:gd name="connsiteY35" fmla="*/ 256636 h 361971"/>
                <a:gd name="connsiteX36" fmla="*/ 223648 w 362309"/>
                <a:gd name="connsiteY36" fmla="*/ 255359 h 361971"/>
                <a:gd name="connsiteX37" fmla="*/ 227482 w 362309"/>
                <a:gd name="connsiteY37" fmla="*/ 255359 h 361971"/>
                <a:gd name="connsiteX38" fmla="*/ 228760 w 362309"/>
                <a:gd name="connsiteY38" fmla="*/ 255359 h 361971"/>
                <a:gd name="connsiteX39" fmla="*/ 230038 w 362309"/>
                <a:gd name="connsiteY39" fmla="*/ 255998 h 361971"/>
                <a:gd name="connsiteX40" fmla="*/ 231315 w 362309"/>
                <a:gd name="connsiteY40" fmla="*/ 256636 h 361971"/>
                <a:gd name="connsiteX41" fmla="*/ 233233 w 362309"/>
                <a:gd name="connsiteY41" fmla="*/ 261105 h 361971"/>
                <a:gd name="connsiteX42" fmla="*/ 231955 w 362309"/>
                <a:gd name="connsiteY42" fmla="*/ 263658 h 361971"/>
                <a:gd name="connsiteX43" fmla="*/ 231955 w 362309"/>
                <a:gd name="connsiteY43" fmla="*/ 263658 h 361971"/>
                <a:gd name="connsiteX44" fmla="*/ 272211 w 362309"/>
                <a:gd name="connsiteY44" fmla="*/ 284087 h 361971"/>
                <a:gd name="connsiteX45" fmla="*/ 265821 w 362309"/>
                <a:gd name="connsiteY45" fmla="*/ 290471 h 361971"/>
                <a:gd name="connsiteX46" fmla="*/ 259431 w 362309"/>
                <a:gd name="connsiteY46" fmla="*/ 284087 h 361971"/>
                <a:gd name="connsiteX47" fmla="*/ 259431 w 362309"/>
                <a:gd name="connsiteY47" fmla="*/ 236207 h 361971"/>
                <a:gd name="connsiteX48" fmla="*/ 255597 w 362309"/>
                <a:gd name="connsiteY48" fmla="*/ 232377 h 361971"/>
                <a:gd name="connsiteX49" fmla="*/ 100961 w 362309"/>
                <a:gd name="connsiteY49" fmla="*/ 232377 h 361971"/>
                <a:gd name="connsiteX50" fmla="*/ 97127 w 362309"/>
                <a:gd name="connsiteY50" fmla="*/ 236207 h 361971"/>
                <a:gd name="connsiteX51" fmla="*/ 97127 w 362309"/>
                <a:gd name="connsiteY51" fmla="*/ 283449 h 361971"/>
                <a:gd name="connsiteX52" fmla="*/ 90737 w 362309"/>
                <a:gd name="connsiteY52" fmla="*/ 289833 h 361971"/>
                <a:gd name="connsiteX53" fmla="*/ 84347 w 362309"/>
                <a:gd name="connsiteY53" fmla="*/ 283449 h 361971"/>
                <a:gd name="connsiteX54" fmla="*/ 84347 w 362309"/>
                <a:gd name="connsiteY54" fmla="*/ 236207 h 361971"/>
                <a:gd name="connsiteX55" fmla="*/ 100961 w 362309"/>
                <a:gd name="connsiteY55" fmla="*/ 219609 h 361971"/>
                <a:gd name="connsiteX56" fmla="*/ 255597 w 362309"/>
                <a:gd name="connsiteY56" fmla="*/ 219609 h 361971"/>
                <a:gd name="connsiteX57" fmla="*/ 272211 w 362309"/>
                <a:gd name="connsiteY57" fmla="*/ 236207 h 361971"/>
                <a:gd name="connsiteX58" fmla="*/ 272211 w 362309"/>
                <a:gd name="connsiteY58" fmla="*/ 284087 h 361971"/>
                <a:gd name="connsiteX59" fmla="*/ 274767 w 362309"/>
                <a:gd name="connsiteY59" fmla="*/ 178752 h 361971"/>
                <a:gd name="connsiteX60" fmla="*/ 274767 w 362309"/>
                <a:gd name="connsiteY60" fmla="*/ 206203 h 361971"/>
                <a:gd name="connsiteX61" fmla="*/ 268377 w 362309"/>
                <a:gd name="connsiteY61" fmla="*/ 212587 h 361971"/>
                <a:gd name="connsiteX62" fmla="*/ 93293 w 362309"/>
                <a:gd name="connsiteY62" fmla="*/ 212587 h 361971"/>
                <a:gd name="connsiteX63" fmla="*/ 86903 w 362309"/>
                <a:gd name="connsiteY63" fmla="*/ 206203 h 361971"/>
                <a:gd name="connsiteX64" fmla="*/ 86903 w 362309"/>
                <a:gd name="connsiteY64" fmla="*/ 179390 h 361971"/>
                <a:gd name="connsiteX65" fmla="*/ 65177 w 362309"/>
                <a:gd name="connsiteY65" fmla="*/ 145555 h 361971"/>
                <a:gd name="connsiteX66" fmla="*/ 86903 w 362309"/>
                <a:gd name="connsiteY66" fmla="*/ 123849 h 361971"/>
                <a:gd name="connsiteX67" fmla="*/ 86903 w 362309"/>
                <a:gd name="connsiteY67" fmla="*/ 90014 h 361971"/>
                <a:gd name="connsiteX68" fmla="*/ 93293 w 362309"/>
                <a:gd name="connsiteY68" fmla="*/ 83630 h 361971"/>
                <a:gd name="connsiteX69" fmla="*/ 268377 w 362309"/>
                <a:gd name="connsiteY69" fmla="*/ 83630 h 361971"/>
                <a:gd name="connsiteX70" fmla="*/ 274767 w 362309"/>
                <a:gd name="connsiteY70" fmla="*/ 90014 h 361971"/>
                <a:gd name="connsiteX71" fmla="*/ 274767 w 362309"/>
                <a:gd name="connsiteY71" fmla="*/ 123849 h 361971"/>
                <a:gd name="connsiteX72" fmla="*/ 295854 w 362309"/>
                <a:gd name="connsiteY72" fmla="*/ 157684 h 361971"/>
                <a:gd name="connsiteX73" fmla="*/ 274767 w 362309"/>
                <a:gd name="connsiteY73" fmla="*/ 178752 h 361971"/>
                <a:gd name="connsiteX74" fmla="*/ 274767 w 362309"/>
                <a:gd name="connsiteY74" fmla="*/ 17875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2309" h="361971">
                  <a:moveTo>
                    <a:pt x="180836" y="0"/>
                  </a:moveTo>
                  <a:cubicBezTo>
                    <a:pt x="80513" y="0"/>
                    <a:pt x="0" y="81076"/>
                    <a:pt x="0" y="181305"/>
                  </a:cubicBezTo>
                  <a:cubicBezTo>
                    <a:pt x="0" y="281533"/>
                    <a:pt x="81152" y="361972"/>
                    <a:pt x="181474" y="361972"/>
                  </a:cubicBezTo>
                  <a:cubicBezTo>
                    <a:pt x="281796" y="361972"/>
                    <a:pt x="362309" y="280895"/>
                    <a:pt x="362309" y="180667"/>
                  </a:cubicBezTo>
                  <a:cubicBezTo>
                    <a:pt x="362309" y="180667"/>
                    <a:pt x="362309" y="180667"/>
                    <a:pt x="362309" y="180667"/>
                  </a:cubicBezTo>
                  <a:cubicBezTo>
                    <a:pt x="362309" y="80438"/>
                    <a:pt x="281157" y="0"/>
                    <a:pt x="180836" y="0"/>
                  </a:cubicBezTo>
                  <a:cubicBezTo>
                    <a:pt x="180836" y="0"/>
                    <a:pt x="180836" y="0"/>
                    <a:pt x="180836" y="0"/>
                  </a:cubicBezTo>
                  <a:close/>
                  <a:moveTo>
                    <a:pt x="141856" y="263658"/>
                  </a:moveTo>
                  <a:cubicBezTo>
                    <a:pt x="141217" y="264297"/>
                    <a:pt x="141217" y="264935"/>
                    <a:pt x="140579" y="265574"/>
                  </a:cubicBezTo>
                  <a:cubicBezTo>
                    <a:pt x="139940" y="266212"/>
                    <a:pt x="139301" y="266850"/>
                    <a:pt x="138661" y="266850"/>
                  </a:cubicBezTo>
                  <a:cubicBezTo>
                    <a:pt x="138022" y="266850"/>
                    <a:pt x="137384" y="267489"/>
                    <a:pt x="136106" y="267489"/>
                  </a:cubicBezTo>
                  <a:cubicBezTo>
                    <a:pt x="135466" y="267489"/>
                    <a:pt x="134189" y="267489"/>
                    <a:pt x="133550" y="266850"/>
                  </a:cubicBezTo>
                  <a:cubicBezTo>
                    <a:pt x="132911" y="266212"/>
                    <a:pt x="132271" y="266212"/>
                    <a:pt x="131633" y="265574"/>
                  </a:cubicBezTo>
                  <a:cubicBezTo>
                    <a:pt x="130994" y="264935"/>
                    <a:pt x="130355" y="264297"/>
                    <a:pt x="130355" y="263658"/>
                  </a:cubicBezTo>
                  <a:cubicBezTo>
                    <a:pt x="130355" y="263020"/>
                    <a:pt x="129716" y="262382"/>
                    <a:pt x="129716" y="261105"/>
                  </a:cubicBezTo>
                  <a:cubicBezTo>
                    <a:pt x="129716" y="259190"/>
                    <a:pt x="130355" y="257913"/>
                    <a:pt x="131633" y="256636"/>
                  </a:cubicBezTo>
                  <a:cubicBezTo>
                    <a:pt x="132911" y="255359"/>
                    <a:pt x="135466" y="254721"/>
                    <a:pt x="137384" y="254721"/>
                  </a:cubicBezTo>
                  <a:lnTo>
                    <a:pt x="138661" y="254721"/>
                  </a:lnTo>
                  <a:cubicBezTo>
                    <a:pt x="139301" y="254721"/>
                    <a:pt x="139301" y="255359"/>
                    <a:pt x="139940" y="255359"/>
                  </a:cubicBezTo>
                  <a:cubicBezTo>
                    <a:pt x="140579" y="255359"/>
                    <a:pt x="140579" y="255998"/>
                    <a:pt x="141217" y="255998"/>
                  </a:cubicBezTo>
                  <a:cubicBezTo>
                    <a:pt x="142496" y="257274"/>
                    <a:pt x="143135" y="258551"/>
                    <a:pt x="143135" y="260466"/>
                  </a:cubicBezTo>
                  <a:cubicBezTo>
                    <a:pt x="141856" y="262382"/>
                    <a:pt x="141856" y="263020"/>
                    <a:pt x="141856" y="263658"/>
                  </a:cubicBezTo>
                  <a:close/>
                  <a:moveTo>
                    <a:pt x="180836" y="267489"/>
                  </a:moveTo>
                  <a:cubicBezTo>
                    <a:pt x="177001" y="267489"/>
                    <a:pt x="174446" y="264935"/>
                    <a:pt x="174446" y="261105"/>
                  </a:cubicBezTo>
                  <a:cubicBezTo>
                    <a:pt x="174446" y="257274"/>
                    <a:pt x="177001" y="254721"/>
                    <a:pt x="180836" y="254721"/>
                  </a:cubicBezTo>
                  <a:cubicBezTo>
                    <a:pt x="184669" y="254721"/>
                    <a:pt x="187225" y="257274"/>
                    <a:pt x="187225" y="261105"/>
                  </a:cubicBezTo>
                  <a:cubicBezTo>
                    <a:pt x="187864" y="264935"/>
                    <a:pt x="184669" y="267489"/>
                    <a:pt x="180836" y="267489"/>
                  </a:cubicBezTo>
                  <a:cubicBezTo>
                    <a:pt x="181474" y="268127"/>
                    <a:pt x="181474" y="268127"/>
                    <a:pt x="180836" y="267489"/>
                  </a:cubicBezTo>
                  <a:lnTo>
                    <a:pt x="180836" y="267489"/>
                  </a:lnTo>
                  <a:close/>
                  <a:moveTo>
                    <a:pt x="231955" y="263658"/>
                  </a:moveTo>
                  <a:cubicBezTo>
                    <a:pt x="231315" y="264297"/>
                    <a:pt x="231315" y="264935"/>
                    <a:pt x="230677" y="265574"/>
                  </a:cubicBezTo>
                  <a:cubicBezTo>
                    <a:pt x="228760" y="267489"/>
                    <a:pt x="226204" y="268127"/>
                    <a:pt x="223648" y="266850"/>
                  </a:cubicBezTo>
                  <a:cubicBezTo>
                    <a:pt x="223009" y="266212"/>
                    <a:pt x="222370" y="266212"/>
                    <a:pt x="221731" y="265574"/>
                  </a:cubicBezTo>
                  <a:cubicBezTo>
                    <a:pt x="221092" y="264935"/>
                    <a:pt x="220453" y="264297"/>
                    <a:pt x="220453" y="263658"/>
                  </a:cubicBezTo>
                  <a:cubicBezTo>
                    <a:pt x="219814" y="263020"/>
                    <a:pt x="219814" y="262382"/>
                    <a:pt x="219814" y="261105"/>
                  </a:cubicBezTo>
                  <a:cubicBezTo>
                    <a:pt x="219814" y="259190"/>
                    <a:pt x="220453" y="257913"/>
                    <a:pt x="221731" y="256636"/>
                  </a:cubicBezTo>
                  <a:cubicBezTo>
                    <a:pt x="222370" y="255998"/>
                    <a:pt x="223009" y="255359"/>
                    <a:pt x="223648" y="255359"/>
                  </a:cubicBezTo>
                  <a:cubicBezTo>
                    <a:pt x="224925" y="254721"/>
                    <a:pt x="226204" y="254721"/>
                    <a:pt x="227482" y="255359"/>
                  </a:cubicBezTo>
                  <a:lnTo>
                    <a:pt x="228760" y="255359"/>
                  </a:lnTo>
                  <a:lnTo>
                    <a:pt x="230038" y="255998"/>
                  </a:lnTo>
                  <a:lnTo>
                    <a:pt x="231315" y="256636"/>
                  </a:lnTo>
                  <a:cubicBezTo>
                    <a:pt x="232594" y="257913"/>
                    <a:pt x="233233" y="259190"/>
                    <a:pt x="233233" y="261105"/>
                  </a:cubicBezTo>
                  <a:cubicBezTo>
                    <a:pt x="232594" y="261743"/>
                    <a:pt x="232594" y="263020"/>
                    <a:pt x="231955" y="263658"/>
                  </a:cubicBezTo>
                  <a:lnTo>
                    <a:pt x="231955" y="263658"/>
                  </a:lnTo>
                  <a:close/>
                  <a:moveTo>
                    <a:pt x="272211" y="284087"/>
                  </a:moveTo>
                  <a:cubicBezTo>
                    <a:pt x="272211" y="287917"/>
                    <a:pt x="269655" y="290471"/>
                    <a:pt x="265821" y="290471"/>
                  </a:cubicBezTo>
                  <a:cubicBezTo>
                    <a:pt x="261987" y="290471"/>
                    <a:pt x="259431" y="287917"/>
                    <a:pt x="259431" y="284087"/>
                  </a:cubicBezTo>
                  <a:lnTo>
                    <a:pt x="259431" y="236207"/>
                  </a:lnTo>
                  <a:cubicBezTo>
                    <a:pt x="259431" y="234292"/>
                    <a:pt x="257515" y="232377"/>
                    <a:pt x="255597" y="232377"/>
                  </a:cubicBezTo>
                  <a:lnTo>
                    <a:pt x="100961" y="232377"/>
                  </a:lnTo>
                  <a:cubicBezTo>
                    <a:pt x="99044" y="232377"/>
                    <a:pt x="97127" y="234292"/>
                    <a:pt x="97127" y="236207"/>
                  </a:cubicBezTo>
                  <a:lnTo>
                    <a:pt x="97127" y="283449"/>
                  </a:lnTo>
                  <a:cubicBezTo>
                    <a:pt x="97127" y="287279"/>
                    <a:pt x="94571" y="289833"/>
                    <a:pt x="90737" y="289833"/>
                  </a:cubicBezTo>
                  <a:cubicBezTo>
                    <a:pt x="86903" y="289833"/>
                    <a:pt x="84347" y="287279"/>
                    <a:pt x="84347" y="283449"/>
                  </a:cubicBezTo>
                  <a:lnTo>
                    <a:pt x="84347" y="236207"/>
                  </a:lnTo>
                  <a:cubicBezTo>
                    <a:pt x="84347" y="227270"/>
                    <a:pt x="92015" y="219609"/>
                    <a:pt x="100961" y="219609"/>
                  </a:cubicBezTo>
                  <a:lnTo>
                    <a:pt x="255597" y="219609"/>
                  </a:lnTo>
                  <a:cubicBezTo>
                    <a:pt x="264544" y="219609"/>
                    <a:pt x="272211" y="227270"/>
                    <a:pt x="272211" y="236207"/>
                  </a:cubicBezTo>
                  <a:lnTo>
                    <a:pt x="272211" y="284087"/>
                  </a:lnTo>
                  <a:close/>
                  <a:moveTo>
                    <a:pt x="274767" y="178752"/>
                  </a:moveTo>
                  <a:lnTo>
                    <a:pt x="274767" y="206203"/>
                  </a:lnTo>
                  <a:cubicBezTo>
                    <a:pt x="274767" y="210033"/>
                    <a:pt x="272211" y="212587"/>
                    <a:pt x="268377" y="212587"/>
                  </a:cubicBezTo>
                  <a:lnTo>
                    <a:pt x="93293" y="212587"/>
                  </a:lnTo>
                  <a:cubicBezTo>
                    <a:pt x="89459" y="212587"/>
                    <a:pt x="86903" y="210033"/>
                    <a:pt x="86903" y="206203"/>
                  </a:cubicBezTo>
                  <a:lnTo>
                    <a:pt x="86903" y="179390"/>
                  </a:lnTo>
                  <a:cubicBezTo>
                    <a:pt x="71567" y="176198"/>
                    <a:pt x="61982" y="160876"/>
                    <a:pt x="65177" y="145555"/>
                  </a:cubicBezTo>
                  <a:cubicBezTo>
                    <a:pt x="67733" y="134702"/>
                    <a:pt x="76040" y="126403"/>
                    <a:pt x="86903" y="123849"/>
                  </a:cubicBezTo>
                  <a:lnTo>
                    <a:pt x="86903" y="90014"/>
                  </a:lnTo>
                  <a:cubicBezTo>
                    <a:pt x="86903" y="86184"/>
                    <a:pt x="89459" y="83630"/>
                    <a:pt x="93293" y="83630"/>
                  </a:cubicBezTo>
                  <a:lnTo>
                    <a:pt x="268377" y="83630"/>
                  </a:lnTo>
                  <a:cubicBezTo>
                    <a:pt x="272211" y="83630"/>
                    <a:pt x="274767" y="86184"/>
                    <a:pt x="274767" y="90014"/>
                  </a:cubicBezTo>
                  <a:lnTo>
                    <a:pt x="274767" y="123849"/>
                  </a:lnTo>
                  <a:cubicBezTo>
                    <a:pt x="290103" y="127680"/>
                    <a:pt x="299688" y="142363"/>
                    <a:pt x="295854" y="157684"/>
                  </a:cubicBezTo>
                  <a:cubicBezTo>
                    <a:pt x="293298" y="168537"/>
                    <a:pt x="285630" y="176836"/>
                    <a:pt x="274767" y="178752"/>
                  </a:cubicBezTo>
                  <a:lnTo>
                    <a:pt x="274767" y="178752"/>
                  </a:lnTo>
                  <a:close/>
                </a:path>
              </a:pathLst>
            </a:custGeom>
            <a:solidFill>
              <a:srgbClr val="26890D"/>
            </a:solidFill>
            <a:ln w="6390" cap="flat">
              <a:noFill/>
              <a:prstDash val="solid"/>
              <a:miter/>
            </a:ln>
          </p:spPr>
          <p:txBody>
            <a:bodyPr rtlCol="0" anchor="ctr"/>
            <a:lstStyle/>
            <a:p>
              <a:endParaRPr lang="en-US"/>
            </a:p>
          </p:txBody>
        </p:sp>
        <p:sp>
          <p:nvSpPr>
            <p:cNvPr id="776" name="Graphic 4">
              <a:extLst>
                <a:ext uri="{FF2B5EF4-FFF2-40B4-BE49-F238E27FC236}">
                  <a16:creationId xmlns:a16="http://schemas.microsoft.com/office/drawing/2014/main" id="{0C873197-413E-DA43-927D-5F2809E515E4}"/>
                </a:ext>
              </a:extLst>
            </p:cNvPr>
            <p:cNvSpPr/>
            <p:nvPr/>
          </p:nvSpPr>
          <p:spPr>
            <a:xfrm>
              <a:off x="8514591" y="2992335"/>
              <a:ext cx="9171" cy="28727"/>
            </a:xfrm>
            <a:custGeom>
              <a:avLst/>
              <a:gdLst>
                <a:gd name="connsiteX0" fmla="*/ 0 w 9171"/>
                <a:gd name="connsiteY0" fmla="*/ 0 h 28727"/>
                <a:gd name="connsiteX1" fmla="*/ 0 w 9171"/>
                <a:gd name="connsiteY1" fmla="*/ 28728 h 28727"/>
                <a:gd name="connsiteX2" fmla="*/ 7668 w 9171"/>
                <a:gd name="connsiteY2" fmla="*/ 7661 h 28727"/>
                <a:gd name="connsiteX3" fmla="*/ 0 w 9171"/>
                <a:gd name="connsiteY3" fmla="*/ 0 h 28727"/>
              </a:gdLst>
              <a:ahLst/>
              <a:cxnLst>
                <a:cxn ang="0">
                  <a:pos x="connsiteX0" y="connsiteY0"/>
                </a:cxn>
                <a:cxn ang="0">
                  <a:pos x="connsiteX1" y="connsiteY1"/>
                </a:cxn>
                <a:cxn ang="0">
                  <a:pos x="connsiteX2" y="connsiteY2"/>
                </a:cxn>
                <a:cxn ang="0">
                  <a:pos x="connsiteX3" y="connsiteY3"/>
                </a:cxn>
              </a:cxnLst>
              <a:rect l="l" t="t" r="r" b="b"/>
              <a:pathLst>
                <a:path w="9171" h="28727">
                  <a:moveTo>
                    <a:pt x="0" y="0"/>
                  </a:moveTo>
                  <a:lnTo>
                    <a:pt x="0" y="28728"/>
                  </a:lnTo>
                  <a:cubicBezTo>
                    <a:pt x="7668" y="24897"/>
                    <a:pt x="11502" y="15960"/>
                    <a:pt x="7668" y="7661"/>
                  </a:cubicBezTo>
                  <a:cubicBezTo>
                    <a:pt x="6390" y="4469"/>
                    <a:pt x="3834" y="1915"/>
                    <a:pt x="0" y="0"/>
                  </a:cubicBezTo>
                  <a:close/>
                </a:path>
              </a:pathLst>
            </a:custGeom>
            <a:solidFill>
              <a:srgbClr val="26890D"/>
            </a:solidFill>
            <a:ln w="6390" cap="flat">
              <a:noFill/>
              <a:prstDash val="solid"/>
              <a:miter/>
            </a:ln>
          </p:spPr>
          <p:txBody>
            <a:bodyPr rtlCol="0" anchor="ctr"/>
            <a:lstStyle/>
            <a:p>
              <a:endParaRPr lang="en-US"/>
            </a:p>
          </p:txBody>
        </p:sp>
      </p:grpSp>
      <p:grpSp>
        <p:nvGrpSpPr>
          <p:cNvPr id="777" name="Graphic 4">
            <a:extLst>
              <a:ext uri="{FF2B5EF4-FFF2-40B4-BE49-F238E27FC236}">
                <a16:creationId xmlns:a16="http://schemas.microsoft.com/office/drawing/2014/main" id="{CD456C35-EFCA-7D4A-BD4D-226B9F303689}"/>
              </a:ext>
            </a:extLst>
          </p:cNvPr>
          <p:cNvGrpSpPr/>
          <p:nvPr/>
        </p:nvGrpSpPr>
        <p:grpSpPr>
          <a:xfrm>
            <a:off x="6146480" y="3339623"/>
            <a:ext cx="362309" cy="361971"/>
            <a:chOff x="6146480" y="3339623"/>
            <a:chExt cx="362309" cy="361971"/>
          </a:xfrm>
          <a:solidFill>
            <a:srgbClr val="26890D"/>
          </a:solidFill>
        </p:grpSpPr>
        <p:sp>
          <p:nvSpPr>
            <p:cNvPr id="778" name="Graphic 4">
              <a:extLst>
                <a:ext uri="{FF2B5EF4-FFF2-40B4-BE49-F238E27FC236}">
                  <a16:creationId xmlns:a16="http://schemas.microsoft.com/office/drawing/2014/main" id="{156542A6-F161-DE40-A651-24E56B885B12}"/>
                </a:ext>
              </a:extLst>
            </p:cNvPr>
            <p:cNvSpPr/>
            <p:nvPr/>
          </p:nvSpPr>
          <p:spPr>
            <a:xfrm>
              <a:off x="6284503" y="3603282"/>
              <a:ext cx="79235" cy="19151"/>
            </a:xfrm>
            <a:custGeom>
              <a:avLst/>
              <a:gdLst>
                <a:gd name="connsiteX0" fmla="*/ 69650 w 79235"/>
                <a:gd name="connsiteY0" fmla="*/ 0 h 19151"/>
                <a:gd name="connsiteX1" fmla="*/ 9585 w 79235"/>
                <a:gd name="connsiteY1" fmla="*/ 0 h 19151"/>
                <a:gd name="connsiteX2" fmla="*/ 0 w 79235"/>
                <a:gd name="connsiteY2" fmla="*/ 9576 h 19151"/>
                <a:gd name="connsiteX3" fmla="*/ 9585 w 79235"/>
                <a:gd name="connsiteY3" fmla="*/ 19152 h 19151"/>
                <a:gd name="connsiteX4" fmla="*/ 9585 w 79235"/>
                <a:gd name="connsiteY4" fmla="*/ 19152 h 19151"/>
                <a:gd name="connsiteX5" fmla="*/ 69650 w 79235"/>
                <a:gd name="connsiteY5" fmla="*/ 19152 h 19151"/>
                <a:gd name="connsiteX6" fmla="*/ 79235 w 79235"/>
                <a:gd name="connsiteY6" fmla="*/ 9576 h 19151"/>
                <a:gd name="connsiteX7" fmla="*/ 69650 w 79235"/>
                <a:gd name="connsiteY7" fmla="*/ 0 h 19151"/>
                <a:gd name="connsiteX8" fmla="*/ 69650 w 79235"/>
                <a:gd name="connsiteY8" fmla="*/ 0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235" h="19151">
                  <a:moveTo>
                    <a:pt x="69650" y="0"/>
                  </a:moveTo>
                  <a:lnTo>
                    <a:pt x="9585" y="0"/>
                  </a:lnTo>
                  <a:cubicBezTo>
                    <a:pt x="4473" y="0"/>
                    <a:pt x="0" y="4469"/>
                    <a:pt x="0" y="9576"/>
                  </a:cubicBezTo>
                  <a:cubicBezTo>
                    <a:pt x="0" y="14683"/>
                    <a:pt x="4473" y="19152"/>
                    <a:pt x="9585" y="19152"/>
                  </a:cubicBezTo>
                  <a:lnTo>
                    <a:pt x="9585" y="19152"/>
                  </a:lnTo>
                  <a:lnTo>
                    <a:pt x="69650" y="19152"/>
                  </a:lnTo>
                  <a:cubicBezTo>
                    <a:pt x="74762" y="19152"/>
                    <a:pt x="79235" y="14683"/>
                    <a:pt x="79235" y="9576"/>
                  </a:cubicBezTo>
                  <a:cubicBezTo>
                    <a:pt x="79235" y="4469"/>
                    <a:pt x="75401" y="0"/>
                    <a:pt x="69650" y="0"/>
                  </a:cubicBezTo>
                  <a:lnTo>
                    <a:pt x="69650" y="0"/>
                  </a:lnTo>
                  <a:close/>
                </a:path>
              </a:pathLst>
            </a:custGeom>
            <a:solidFill>
              <a:srgbClr val="26890D"/>
            </a:solidFill>
            <a:ln w="6390" cap="flat">
              <a:noFill/>
              <a:prstDash val="solid"/>
              <a:miter/>
            </a:ln>
          </p:spPr>
          <p:txBody>
            <a:bodyPr rtlCol="0" anchor="ctr"/>
            <a:lstStyle/>
            <a:p>
              <a:endParaRPr lang="en-US"/>
            </a:p>
          </p:txBody>
        </p:sp>
        <p:sp>
          <p:nvSpPr>
            <p:cNvPr id="779" name="Graphic 4">
              <a:extLst>
                <a:ext uri="{FF2B5EF4-FFF2-40B4-BE49-F238E27FC236}">
                  <a16:creationId xmlns:a16="http://schemas.microsoft.com/office/drawing/2014/main" id="{F8975A8B-DD8A-4545-AF36-4F607520C9FD}"/>
                </a:ext>
              </a:extLst>
            </p:cNvPr>
            <p:cNvSpPr/>
            <p:nvPr/>
          </p:nvSpPr>
          <p:spPr>
            <a:xfrm>
              <a:off x="6284503" y="3419423"/>
              <a:ext cx="79235" cy="19151"/>
            </a:xfrm>
            <a:custGeom>
              <a:avLst/>
              <a:gdLst>
                <a:gd name="connsiteX0" fmla="*/ 9585 w 79235"/>
                <a:gd name="connsiteY0" fmla="*/ 19152 h 19151"/>
                <a:gd name="connsiteX1" fmla="*/ 69650 w 79235"/>
                <a:gd name="connsiteY1" fmla="*/ 19152 h 19151"/>
                <a:gd name="connsiteX2" fmla="*/ 79235 w 79235"/>
                <a:gd name="connsiteY2" fmla="*/ 9576 h 19151"/>
                <a:gd name="connsiteX3" fmla="*/ 69650 w 79235"/>
                <a:gd name="connsiteY3" fmla="*/ 0 h 19151"/>
                <a:gd name="connsiteX4" fmla="*/ 9585 w 79235"/>
                <a:gd name="connsiteY4" fmla="*/ 0 h 19151"/>
                <a:gd name="connsiteX5" fmla="*/ 0 w 79235"/>
                <a:gd name="connsiteY5" fmla="*/ 9576 h 19151"/>
                <a:gd name="connsiteX6" fmla="*/ 9585 w 79235"/>
                <a:gd name="connsiteY6" fmla="*/ 19152 h 19151"/>
                <a:gd name="connsiteX7" fmla="*/ 9585 w 79235"/>
                <a:gd name="connsiteY7" fmla="*/ 19152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235" h="19151">
                  <a:moveTo>
                    <a:pt x="9585" y="19152"/>
                  </a:moveTo>
                  <a:lnTo>
                    <a:pt x="69650" y="19152"/>
                  </a:lnTo>
                  <a:cubicBezTo>
                    <a:pt x="74762" y="19152"/>
                    <a:pt x="79235" y="14683"/>
                    <a:pt x="79235" y="9576"/>
                  </a:cubicBezTo>
                  <a:cubicBezTo>
                    <a:pt x="79235" y="4469"/>
                    <a:pt x="74762" y="0"/>
                    <a:pt x="69650" y="0"/>
                  </a:cubicBezTo>
                  <a:lnTo>
                    <a:pt x="9585" y="0"/>
                  </a:lnTo>
                  <a:cubicBezTo>
                    <a:pt x="4473" y="0"/>
                    <a:pt x="0" y="4469"/>
                    <a:pt x="0" y="9576"/>
                  </a:cubicBezTo>
                  <a:cubicBezTo>
                    <a:pt x="0" y="14683"/>
                    <a:pt x="4473" y="19152"/>
                    <a:pt x="9585" y="19152"/>
                  </a:cubicBezTo>
                  <a:lnTo>
                    <a:pt x="9585" y="19152"/>
                  </a:lnTo>
                  <a:close/>
                </a:path>
              </a:pathLst>
            </a:custGeom>
            <a:solidFill>
              <a:srgbClr val="26890D"/>
            </a:solidFill>
            <a:ln w="6390" cap="flat">
              <a:noFill/>
              <a:prstDash val="solid"/>
              <a:miter/>
            </a:ln>
          </p:spPr>
          <p:txBody>
            <a:bodyPr rtlCol="0" anchor="ctr"/>
            <a:lstStyle/>
            <a:p>
              <a:endParaRPr lang="en-US"/>
            </a:p>
          </p:txBody>
        </p:sp>
        <p:sp>
          <p:nvSpPr>
            <p:cNvPr id="780" name="Graphic 4">
              <a:extLst>
                <a:ext uri="{FF2B5EF4-FFF2-40B4-BE49-F238E27FC236}">
                  <a16:creationId xmlns:a16="http://schemas.microsoft.com/office/drawing/2014/main" id="{4A05FE14-EDEB-C540-BA2A-89E8EF190A16}"/>
                </a:ext>
              </a:extLst>
            </p:cNvPr>
            <p:cNvSpPr/>
            <p:nvPr/>
          </p:nvSpPr>
          <p:spPr>
            <a:xfrm>
              <a:off x="6295733" y="3500500"/>
              <a:ext cx="56938" cy="49794"/>
            </a:xfrm>
            <a:custGeom>
              <a:avLst/>
              <a:gdLst>
                <a:gd name="connsiteX0" fmla="*/ 50752 w 56938"/>
                <a:gd name="connsiteY0" fmla="*/ 2553 h 49794"/>
                <a:gd name="connsiteX1" fmla="*/ 43723 w 56938"/>
                <a:gd name="connsiteY1" fmla="*/ 0 h 49794"/>
                <a:gd name="connsiteX2" fmla="*/ 28387 w 56938"/>
                <a:gd name="connsiteY2" fmla="*/ 9576 h 49794"/>
                <a:gd name="connsiteX3" fmla="*/ 13051 w 56938"/>
                <a:gd name="connsiteY3" fmla="*/ 0 h 49794"/>
                <a:gd name="connsiteX4" fmla="*/ 4744 w 56938"/>
                <a:gd name="connsiteY4" fmla="*/ 3830 h 49794"/>
                <a:gd name="connsiteX5" fmla="*/ 3466 w 56938"/>
                <a:gd name="connsiteY5" fmla="*/ 22982 h 49794"/>
                <a:gd name="connsiteX6" fmla="*/ 28387 w 56938"/>
                <a:gd name="connsiteY6" fmla="*/ 49795 h 49794"/>
                <a:gd name="connsiteX7" fmla="*/ 53947 w 56938"/>
                <a:gd name="connsiteY7" fmla="*/ 22344 h 49794"/>
                <a:gd name="connsiteX8" fmla="*/ 52669 w 56938"/>
                <a:gd name="connsiteY8" fmla="*/ 4469 h 49794"/>
                <a:gd name="connsiteX9" fmla="*/ 50752 w 56938"/>
                <a:gd name="connsiteY9" fmla="*/ 2553 h 49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38" h="49794">
                  <a:moveTo>
                    <a:pt x="50752" y="2553"/>
                  </a:moveTo>
                  <a:cubicBezTo>
                    <a:pt x="48835" y="638"/>
                    <a:pt x="46279" y="0"/>
                    <a:pt x="43723" y="0"/>
                  </a:cubicBezTo>
                  <a:cubicBezTo>
                    <a:pt x="35416" y="0"/>
                    <a:pt x="29026" y="9576"/>
                    <a:pt x="28387" y="9576"/>
                  </a:cubicBezTo>
                  <a:cubicBezTo>
                    <a:pt x="24553" y="4469"/>
                    <a:pt x="19441" y="1277"/>
                    <a:pt x="13051" y="0"/>
                  </a:cubicBezTo>
                  <a:cubicBezTo>
                    <a:pt x="9856" y="0"/>
                    <a:pt x="6661" y="1277"/>
                    <a:pt x="4744" y="3830"/>
                  </a:cubicBezTo>
                  <a:cubicBezTo>
                    <a:pt x="-1007" y="8937"/>
                    <a:pt x="-1646" y="17237"/>
                    <a:pt x="3466" y="22982"/>
                  </a:cubicBezTo>
                  <a:lnTo>
                    <a:pt x="28387" y="49795"/>
                  </a:lnTo>
                  <a:lnTo>
                    <a:pt x="53947" y="22344"/>
                  </a:lnTo>
                  <a:cubicBezTo>
                    <a:pt x="58420" y="17237"/>
                    <a:pt x="57781" y="8937"/>
                    <a:pt x="52669" y="4469"/>
                  </a:cubicBezTo>
                  <a:cubicBezTo>
                    <a:pt x="52030" y="3192"/>
                    <a:pt x="51391" y="2553"/>
                    <a:pt x="50752" y="2553"/>
                  </a:cubicBezTo>
                  <a:close/>
                </a:path>
              </a:pathLst>
            </a:custGeom>
            <a:solidFill>
              <a:srgbClr val="26890D"/>
            </a:solidFill>
            <a:ln w="6390" cap="flat">
              <a:noFill/>
              <a:prstDash val="solid"/>
              <a:miter/>
            </a:ln>
          </p:spPr>
          <p:txBody>
            <a:bodyPr rtlCol="0" anchor="ctr"/>
            <a:lstStyle/>
            <a:p>
              <a:endParaRPr lang="en-US"/>
            </a:p>
          </p:txBody>
        </p:sp>
        <p:sp>
          <p:nvSpPr>
            <p:cNvPr id="781" name="Graphic 4">
              <a:extLst>
                <a:ext uri="{FF2B5EF4-FFF2-40B4-BE49-F238E27FC236}">
                  <a16:creationId xmlns:a16="http://schemas.microsoft.com/office/drawing/2014/main" id="{E4C1763F-F102-F04F-9B88-724E2461E6BB}"/>
                </a:ext>
              </a:extLst>
            </p:cNvPr>
            <p:cNvSpPr/>
            <p:nvPr/>
          </p:nvSpPr>
          <p:spPr>
            <a:xfrm>
              <a:off x="6261499" y="3451343"/>
              <a:ext cx="124652" cy="139170"/>
            </a:xfrm>
            <a:custGeom>
              <a:avLst/>
              <a:gdLst>
                <a:gd name="connsiteX0" fmla="*/ 113102 w 124652"/>
                <a:gd name="connsiteY0" fmla="*/ 0 h 139170"/>
                <a:gd name="connsiteX1" fmla="*/ 11502 w 124652"/>
                <a:gd name="connsiteY1" fmla="*/ 0 h 139170"/>
                <a:gd name="connsiteX2" fmla="*/ 0 w 124652"/>
                <a:gd name="connsiteY2" fmla="*/ 11491 h 139170"/>
                <a:gd name="connsiteX3" fmla="*/ 0 w 124652"/>
                <a:gd name="connsiteY3" fmla="*/ 11491 h 139170"/>
                <a:gd name="connsiteX4" fmla="*/ 0 w 124652"/>
                <a:gd name="connsiteY4" fmla="*/ 127680 h 139170"/>
                <a:gd name="connsiteX5" fmla="*/ 11502 w 124652"/>
                <a:gd name="connsiteY5" fmla="*/ 139171 h 139170"/>
                <a:gd name="connsiteX6" fmla="*/ 11502 w 124652"/>
                <a:gd name="connsiteY6" fmla="*/ 139171 h 139170"/>
                <a:gd name="connsiteX7" fmla="*/ 113102 w 124652"/>
                <a:gd name="connsiteY7" fmla="*/ 139171 h 139170"/>
                <a:gd name="connsiteX8" fmla="*/ 124604 w 124652"/>
                <a:gd name="connsiteY8" fmla="*/ 127680 h 139170"/>
                <a:gd name="connsiteX9" fmla="*/ 124604 w 124652"/>
                <a:gd name="connsiteY9" fmla="*/ 127680 h 139170"/>
                <a:gd name="connsiteX10" fmla="*/ 124604 w 124652"/>
                <a:gd name="connsiteY10" fmla="*/ 12130 h 139170"/>
                <a:gd name="connsiteX11" fmla="*/ 113102 w 124652"/>
                <a:gd name="connsiteY11" fmla="*/ 0 h 139170"/>
                <a:gd name="connsiteX12" fmla="*/ 97766 w 124652"/>
                <a:gd name="connsiteY12" fmla="*/ 79800 h 139170"/>
                <a:gd name="connsiteX13" fmla="*/ 72206 w 124652"/>
                <a:gd name="connsiteY13" fmla="*/ 107251 h 139170"/>
                <a:gd name="connsiteX14" fmla="*/ 62621 w 124652"/>
                <a:gd name="connsiteY14" fmla="*/ 111081 h 139170"/>
                <a:gd name="connsiteX15" fmla="*/ 62621 w 124652"/>
                <a:gd name="connsiteY15" fmla="*/ 111081 h 139170"/>
                <a:gd name="connsiteX16" fmla="*/ 53036 w 124652"/>
                <a:gd name="connsiteY16" fmla="*/ 107251 h 139170"/>
                <a:gd name="connsiteX17" fmla="*/ 28115 w 124652"/>
                <a:gd name="connsiteY17" fmla="*/ 80438 h 139170"/>
                <a:gd name="connsiteX18" fmla="*/ 28115 w 124652"/>
                <a:gd name="connsiteY18" fmla="*/ 79800 h 139170"/>
                <a:gd name="connsiteX19" fmla="*/ 30032 w 124652"/>
                <a:gd name="connsiteY19" fmla="*/ 42773 h 139170"/>
                <a:gd name="connsiteX20" fmla="*/ 30672 w 124652"/>
                <a:gd name="connsiteY20" fmla="*/ 42773 h 139170"/>
                <a:gd name="connsiteX21" fmla="*/ 47925 w 124652"/>
                <a:gd name="connsiteY21" fmla="*/ 35750 h 139170"/>
                <a:gd name="connsiteX22" fmla="*/ 63260 w 124652"/>
                <a:gd name="connsiteY22" fmla="*/ 40858 h 139170"/>
                <a:gd name="connsiteX23" fmla="*/ 78596 w 124652"/>
                <a:gd name="connsiteY23" fmla="*/ 35750 h 139170"/>
                <a:gd name="connsiteX24" fmla="*/ 93932 w 124652"/>
                <a:gd name="connsiteY24" fmla="*/ 41496 h 139170"/>
                <a:gd name="connsiteX25" fmla="*/ 104795 w 124652"/>
                <a:gd name="connsiteY25" fmla="*/ 60648 h 139170"/>
                <a:gd name="connsiteX26" fmla="*/ 97766 w 124652"/>
                <a:gd name="connsiteY26" fmla="*/ 79800 h 139170"/>
                <a:gd name="connsiteX27" fmla="*/ 97766 w 124652"/>
                <a:gd name="connsiteY27" fmla="*/ 79800 h 139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4652" h="139170">
                  <a:moveTo>
                    <a:pt x="113102" y="0"/>
                  </a:moveTo>
                  <a:lnTo>
                    <a:pt x="11502" y="0"/>
                  </a:lnTo>
                  <a:cubicBezTo>
                    <a:pt x="5112" y="0"/>
                    <a:pt x="0" y="5107"/>
                    <a:pt x="0" y="11491"/>
                  </a:cubicBezTo>
                  <a:lnTo>
                    <a:pt x="0" y="11491"/>
                  </a:lnTo>
                  <a:lnTo>
                    <a:pt x="0" y="127680"/>
                  </a:lnTo>
                  <a:cubicBezTo>
                    <a:pt x="0" y="134064"/>
                    <a:pt x="5112" y="139171"/>
                    <a:pt x="11502" y="139171"/>
                  </a:cubicBezTo>
                  <a:lnTo>
                    <a:pt x="11502" y="139171"/>
                  </a:lnTo>
                  <a:lnTo>
                    <a:pt x="113102" y="139171"/>
                  </a:lnTo>
                  <a:cubicBezTo>
                    <a:pt x="119492" y="139171"/>
                    <a:pt x="124604" y="134064"/>
                    <a:pt x="124604" y="127680"/>
                  </a:cubicBezTo>
                  <a:lnTo>
                    <a:pt x="124604" y="127680"/>
                  </a:lnTo>
                  <a:lnTo>
                    <a:pt x="124604" y="12130"/>
                  </a:lnTo>
                  <a:cubicBezTo>
                    <a:pt x="125243" y="5107"/>
                    <a:pt x="119492" y="0"/>
                    <a:pt x="113102" y="0"/>
                  </a:cubicBezTo>
                  <a:close/>
                  <a:moveTo>
                    <a:pt x="97766" y="79800"/>
                  </a:moveTo>
                  <a:lnTo>
                    <a:pt x="72206" y="107251"/>
                  </a:lnTo>
                  <a:cubicBezTo>
                    <a:pt x="69650" y="109805"/>
                    <a:pt x="66455" y="111081"/>
                    <a:pt x="62621" y="111081"/>
                  </a:cubicBezTo>
                  <a:lnTo>
                    <a:pt x="62621" y="111081"/>
                  </a:lnTo>
                  <a:cubicBezTo>
                    <a:pt x="58787" y="111081"/>
                    <a:pt x="55592" y="109805"/>
                    <a:pt x="53036" y="107251"/>
                  </a:cubicBezTo>
                  <a:lnTo>
                    <a:pt x="28115" y="80438"/>
                  </a:lnTo>
                  <a:lnTo>
                    <a:pt x="28115" y="79800"/>
                  </a:lnTo>
                  <a:cubicBezTo>
                    <a:pt x="18531" y="68947"/>
                    <a:pt x="19170" y="52349"/>
                    <a:pt x="30032" y="42773"/>
                  </a:cubicBezTo>
                  <a:cubicBezTo>
                    <a:pt x="30032" y="42773"/>
                    <a:pt x="30032" y="42773"/>
                    <a:pt x="30672" y="42773"/>
                  </a:cubicBezTo>
                  <a:cubicBezTo>
                    <a:pt x="35145" y="38304"/>
                    <a:pt x="41535" y="35750"/>
                    <a:pt x="47925" y="35750"/>
                  </a:cubicBezTo>
                  <a:cubicBezTo>
                    <a:pt x="53036" y="35750"/>
                    <a:pt x="58787" y="37666"/>
                    <a:pt x="63260" y="40858"/>
                  </a:cubicBezTo>
                  <a:cubicBezTo>
                    <a:pt x="67733" y="37666"/>
                    <a:pt x="72845" y="35750"/>
                    <a:pt x="78596" y="35750"/>
                  </a:cubicBezTo>
                  <a:cubicBezTo>
                    <a:pt x="84347" y="35750"/>
                    <a:pt x="89459" y="37666"/>
                    <a:pt x="93932" y="41496"/>
                  </a:cubicBezTo>
                  <a:cubicBezTo>
                    <a:pt x="100322" y="45965"/>
                    <a:pt x="104156" y="52987"/>
                    <a:pt x="104795" y="60648"/>
                  </a:cubicBezTo>
                  <a:cubicBezTo>
                    <a:pt x="104156" y="67670"/>
                    <a:pt x="102239" y="74693"/>
                    <a:pt x="97766" y="79800"/>
                  </a:cubicBezTo>
                  <a:lnTo>
                    <a:pt x="97766" y="79800"/>
                  </a:lnTo>
                  <a:close/>
                </a:path>
              </a:pathLst>
            </a:custGeom>
            <a:solidFill>
              <a:srgbClr val="26890D"/>
            </a:solidFill>
            <a:ln w="6390" cap="flat">
              <a:noFill/>
              <a:prstDash val="solid"/>
              <a:miter/>
            </a:ln>
          </p:spPr>
          <p:txBody>
            <a:bodyPr rtlCol="0" anchor="ctr"/>
            <a:lstStyle/>
            <a:p>
              <a:endParaRPr lang="en-US"/>
            </a:p>
          </p:txBody>
        </p:sp>
        <p:sp>
          <p:nvSpPr>
            <p:cNvPr id="782" name="Graphic 4">
              <a:extLst>
                <a:ext uri="{FF2B5EF4-FFF2-40B4-BE49-F238E27FC236}">
                  <a16:creationId xmlns:a16="http://schemas.microsoft.com/office/drawing/2014/main" id="{E0C60CB2-38C7-334E-B24C-452534876CB0}"/>
                </a:ext>
              </a:extLst>
            </p:cNvPr>
            <p:cNvSpPr/>
            <p:nvPr/>
          </p:nvSpPr>
          <p:spPr>
            <a:xfrm>
              <a:off x="6146480" y="33396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65821 w 362309"/>
                <a:gd name="connsiteY6" fmla="*/ 166622 h 361971"/>
                <a:gd name="connsiteX7" fmla="*/ 259431 w 362309"/>
                <a:gd name="connsiteY7" fmla="*/ 173006 h 361971"/>
                <a:gd name="connsiteX8" fmla="*/ 253041 w 362309"/>
                <a:gd name="connsiteY8" fmla="*/ 166622 h 361971"/>
                <a:gd name="connsiteX9" fmla="*/ 253041 w 362309"/>
                <a:gd name="connsiteY9" fmla="*/ 238761 h 361971"/>
                <a:gd name="connsiteX10" fmla="*/ 228760 w 362309"/>
                <a:gd name="connsiteY10" fmla="*/ 263020 h 361971"/>
                <a:gd name="connsiteX11" fmla="*/ 228760 w 362309"/>
                <a:gd name="connsiteY11" fmla="*/ 263020 h 361971"/>
                <a:gd name="connsiteX12" fmla="*/ 228120 w 362309"/>
                <a:gd name="connsiteY12" fmla="*/ 263020 h 361971"/>
                <a:gd name="connsiteX13" fmla="*/ 230038 w 362309"/>
                <a:gd name="connsiteY13" fmla="*/ 272596 h 361971"/>
                <a:gd name="connsiteX14" fmla="*/ 207673 w 362309"/>
                <a:gd name="connsiteY14" fmla="*/ 294940 h 361971"/>
                <a:gd name="connsiteX15" fmla="*/ 207673 w 362309"/>
                <a:gd name="connsiteY15" fmla="*/ 294940 h 361971"/>
                <a:gd name="connsiteX16" fmla="*/ 147607 w 362309"/>
                <a:gd name="connsiteY16" fmla="*/ 294940 h 361971"/>
                <a:gd name="connsiteX17" fmla="*/ 125243 w 362309"/>
                <a:gd name="connsiteY17" fmla="*/ 272596 h 361971"/>
                <a:gd name="connsiteX18" fmla="*/ 125243 w 362309"/>
                <a:gd name="connsiteY18" fmla="*/ 272596 h 361971"/>
                <a:gd name="connsiteX19" fmla="*/ 127160 w 362309"/>
                <a:gd name="connsiteY19" fmla="*/ 263020 h 361971"/>
                <a:gd name="connsiteX20" fmla="*/ 126521 w 362309"/>
                <a:gd name="connsiteY20" fmla="*/ 263020 h 361971"/>
                <a:gd name="connsiteX21" fmla="*/ 102239 w 362309"/>
                <a:gd name="connsiteY21" fmla="*/ 238761 h 361971"/>
                <a:gd name="connsiteX22" fmla="*/ 102239 w 362309"/>
                <a:gd name="connsiteY22" fmla="*/ 238761 h 361971"/>
                <a:gd name="connsiteX23" fmla="*/ 102239 w 362309"/>
                <a:gd name="connsiteY23" fmla="*/ 123211 h 361971"/>
                <a:gd name="connsiteX24" fmla="*/ 126521 w 362309"/>
                <a:gd name="connsiteY24" fmla="*/ 98952 h 361971"/>
                <a:gd name="connsiteX25" fmla="*/ 126521 w 362309"/>
                <a:gd name="connsiteY25" fmla="*/ 98952 h 361971"/>
                <a:gd name="connsiteX26" fmla="*/ 127160 w 362309"/>
                <a:gd name="connsiteY26" fmla="*/ 98952 h 361971"/>
                <a:gd name="connsiteX27" fmla="*/ 125243 w 362309"/>
                <a:gd name="connsiteY27" fmla="*/ 89376 h 361971"/>
                <a:gd name="connsiteX28" fmla="*/ 147607 w 362309"/>
                <a:gd name="connsiteY28" fmla="*/ 67032 h 361971"/>
                <a:gd name="connsiteX29" fmla="*/ 147607 w 362309"/>
                <a:gd name="connsiteY29" fmla="*/ 67032 h 361971"/>
                <a:gd name="connsiteX30" fmla="*/ 207673 w 362309"/>
                <a:gd name="connsiteY30" fmla="*/ 67032 h 361971"/>
                <a:gd name="connsiteX31" fmla="*/ 230038 w 362309"/>
                <a:gd name="connsiteY31" fmla="*/ 89376 h 361971"/>
                <a:gd name="connsiteX32" fmla="*/ 230038 w 362309"/>
                <a:gd name="connsiteY32" fmla="*/ 89376 h 361971"/>
                <a:gd name="connsiteX33" fmla="*/ 228120 w 362309"/>
                <a:gd name="connsiteY33" fmla="*/ 98952 h 361971"/>
                <a:gd name="connsiteX34" fmla="*/ 228760 w 362309"/>
                <a:gd name="connsiteY34" fmla="*/ 98952 h 361971"/>
                <a:gd name="connsiteX35" fmla="*/ 253041 w 362309"/>
                <a:gd name="connsiteY35" fmla="*/ 123211 h 361971"/>
                <a:gd name="connsiteX36" fmla="*/ 253041 w 362309"/>
                <a:gd name="connsiteY36" fmla="*/ 123211 h 361971"/>
                <a:gd name="connsiteX37" fmla="*/ 253041 w 362309"/>
                <a:gd name="connsiteY37" fmla="*/ 143640 h 361971"/>
                <a:gd name="connsiteX38" fmla="*/ 259431 w 362309"/>
                <a:gd name="connsiteY38" fmla="*/ 137256 h 361971"/>
                <a:gd name="connsiteX39" fmla="*/ 265821 w 362309"/>
                <a:gd name="connsiteY39" fmla="*/ 143640 h 361971"/>
                <a:gd name="connsiteX40" fmla="*/ 265821 w 362309"/>
                <a:gd name="connsiteY40" fmla="*/ 16662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1077"/>
                    <a:pt x="281157" y="0"/>
                    <a:pt x="181474" y="0"/>
                  </a:cubicBezTo>
                  <a:close/>
                  <a:moveTo>
                    <a:pt x="265821" y="166622"/>
                  </a:moveTo>
                  <a:cubicBezTo>
                    <a:pt x="265821" y="170452"/>
                    <a:pt x="263265" y="173006"/>
                    <a:pt x="259431" y="173006"/>
                  </a:cubicBezTo>
                  <a:cubicBezTo>
                    <a:pt x="255597" y="173006"/>
                    <a:pt x="253041" y="170452"/>
                    <a:pt x="253041" y="166622"/>
                  </a:cubicBezTo>
                  <a:lnTo>
                    <a:pt x="253041" y="238761"/>
                  </a:lnTo>
                  <a:cubicBezTo>
                    <a:pt x="253041" y="252167"/>
                    <a:pt x="242178" y="263020"/>
                    <a:pt x="228760" y="263020"/>
                  </a:cubicBezTo>
                  <a:lnTo>
                    <a:pt x="228760" y="263020"/>
                  </a:lnTo>
                  <a:lnTo>
                    <a:pt x="228120" y="263020"/>
                  </a:lnTo>
                  <a:cubicBezTo>
                    <a:pt x="229399" y="266212"/>
                    <a:pt x="230038" y="269404"/>
                    <a:pt x="230038" y="272596"/>
                  </a:cubicBezTo>
                  <a:cubicBezTo>
                    <a:pt x="230038" y="284725"/>
                    <a:pt x="220453" y="294940"/>
                    <a:pt x="207673" y="294940"/>
                  </a:cubicBezTo>
                  <a:cubicBezTo>
                    <a:pt x="207673" y="294940"/>
                    <a:pt x="207673" y="294940"/>
                    <a:pt x="207673" y="294940"/>
                  </a:cubicBezTo>
                  <a:lnTo>
                    <a:pt x="147607" y="294940"/>
                  </a:lnTo>
                  <a:cubicBezTo>
                    <a:pt x="135466" y="294940"/>
                    <a:pt x="125243" y="284725"/>
                    <a:pt x="125243" y="272596"/>
                  </a:cubicBezTo>
                  <a:cubicBezTo>
                    <a:pt x="125243" y="272596"/>
                    <a:pt x="125243" y="272596"/>
                    <a:pt x="125243" y="272596"/>
                  </a:cubicBezTo>
                  <a:cubicBezTo>
                    <a:pt x="125243" y="269404"/>
                    <a:pt x="125881" y="266212"/>
                    <a:pt x="127160" y="263020"/>
                  </a:cubicBezTo>
                  <a:lnTo>
                    <a:pt x="126521" y="263020"/>
                  </a:lnTo>
                  <a:cubicBezTo>
                    <a:pt x="113102" y="263020"/>
                    <a:pt x="102239" y="252167"/>
                    <a:pt x="102239" y="238761"/>
                  </a:cubicBezTo>
                  <a:lnTo>
                    <a:pt x="102239" y="238761"/>
                  </a:lnTo>
                  <a:lnTo>
                    <a:pt x="102239" y="123211"/>
                  </a:lnTo>
                  <a:cubicBezTo>
                    <a:pt x="102239" y="109805"/>
                    <a:pt x="113102" y="98952"/>
                    <a:pt x="126521" y="98952"/>
                  </a:cubicBezTo>
                  <a:lnTo>
                    <a:pt x="126521" y="98952"/>
                  </a:lnTo>
                  <a:lnTo>
                    <a:pt x="127160" y="98952"/>
                  </a:lnTo>
                  <a:cubicBezTo>
                    <a:pt x="125881" y="95760"/>
                    <a:pt x="125243" y="92568"/>
                    <a:pt x="125243" y="89376"/>
                  </a:cubicBezTo>
                  <a:cubicBezTo>
                    <a:pt x="125243" y="77246"/>
                    <a:pt x="134828" y="67032"/>
                    <a:pt x="147607" y="67032"/>
                  </a:cubicBezTo>
                  <a:cubicBezTo>
                    <a:pt x="147607" y="67032"/>
                    <a:pt x="147607" y="67032"/>
                    <a:pt x="147607" y="67032"/>
                  </a:cubicBezTo>
                  <a:lnTo>
                    <a:pt x="207673" y="67032"/>
                  </a:lnTo>
                  <a:cubicBezTo>
                    <a:pt x="219814" y="67032"/>
                    <a:pt x="230038" y="77246"/>
                    <a:pt x="230038" y="89376"/>
                  </a:cubicBezTo>
                  <a:cubicBezTo>
                    <a:pt x="230038" y="89376"/>
                    <a:pt x="230038" y="89376"/>
                    <a:pt x="230038" y="89376"/>
                  </a:cubicBezTo>
                  <a:cubicBezTo>
                    <a:pt x="230038" y="92568"/>
                    <a:pt x="229399" y="95760"/>
                    <a:pt x="228120" y="98952"/>
                  </a:cubicBezTo>
                  <a:lnTo>
                    <a:pt x="228760" y="98952"/>
                  </a:lnTo>
                  <a:cubicBezTo>
                    <a:pt x="242178" y="98952"/>
                    <a:pt x="253041" y="109805"/>
                    <a:pt x="253041" y="123211"/>
                  </a:cubicBezTo>
                  <a:lnTo>
                    <a:pt x="253041" y="123211"/>
                  </a:lnTo>
                  <a:lnTo>
                    <a:pt x="253041" y="143640"/>
                  </a:lnTo>
                  <a:cubicBezTo>
                    <a:pt x="253041" y="139809"/>
                    <a:pt x="255597" y="137256"/>
                    <a:pt x="259431" y="137256"/>
                  </a:cubicBezTo>
                  <a:cubicBezTo>
                    <a:pt x="263265" y="137256"/>
                    <a:pt x="265821" y="139809"/>
                    <a:pt x="265821" y="143640"/>
                  </a:cubicBezTo>
                  <a:lnTo>
                    <a:pt x="265821" y="166622"/>
                  </a:lnTo>
                  <a:close/>
                </a:path>
              </a:pathLst>
            </a:custGeom>
            <a:solidFill>
              <a:srgbClr val="26890D"/>
            </a:solidFill>
            <a:ln w="6390" cap="flat">
              <a:noFill/>
              <a:prstDash val="solid"/>
              <a:miter/>
            </a:ln>
          </p:spPr>
          <p:txBody>
            <a:bodyPr rtlCol="0" anchor="ctr"/>
            <a:lstStyle/>
            <a:p>
              <a:endParaRPr lang="en-US"/>
            </a:p>
          </p:txBody>
        </p:sp>
      </p:grpSp>
      <p:grpSp>
        <p:nvGrpSpPr>
          <p:cNvPr id="783" name="Graphic 4">
            <a:extLst>
              <a:ext uri="{FF2B5EF4-FFF2-40B4-BE49-F238E27FC236}">
                <a16:creationId xmlns:a16="http://schemas.microsoft.com/office/drawing/2014/main" id="{6FC70E3C-329F-A647-B8BB-5E6457C7961E}"/>
              </a:ext>
            </a:extLst>
          </p:cNvPr>
          <p:cNvGrpSpPr/>
          <p:nvPr/>
        </p:nvGrpSpPr>
        <p:grpSpPr>
          <a:xfrm>
            <a:off x="6146480" y="3824168"/>
            <a:ext cx="362309" cy="361971"/>
            <a:chOff x="6146480" y="3824168"/>
            <a:chExt cx="362309" cy="361971"/>
          </a:xfrm>
          <a:solidFill>
            <a:srgbClr val="26890D"/>
          </a:solidFill>
        </p:grpSpPr>
        <p:sp>
          <p:nvSpPr>
            <p:cNvPr id="784" name="Graphic 4">
              <a:extLst>
                <a:ext uri="{FF2B5EF4-FFF2-40B4-BE49-F238E27FC236}">
                  <a16:creationId xmlns:a16="http://schemas.microsoft.com/office/drawing/2014/main" id="{E9AE2A93-4212-724D-9DE5-5D88C117C95B}"/>
                </a:ext>
              </a:extLst>
            </p:cNvPr>
            <p:cNvSpPr/>
            <p:nvPr/>
          </p:nvSpPr>
          <p:spPr>
            <a:xfrm>
              <a:off x="6283225" y="3891199"/>
              <a:ext cx="20447" cy="20428"/>
            </a:xfrm>
            <a:custGeom>
              <a:avLst/>
              <a:gdLst>
                <a:gd name="connsiteX0" fmla="*/ 20448 w 20447"/>
                <a:gd name="connsiteY0" fmla="*/ 10214 h 20428"/>
                <a:gd name="connsiteX1" fmla="*/ 10224 w 20447"/>
                <a:gd name="connsiteY1" fmla="*/ 0 h 20428"/>
                <a:gd name="connsiteX2" fmla="*/ 0 w 20447"/>
                <a:gd name="connsiteY2" fmla="*/ 10214 h 20428"/>
                <a:gd name="connsiteX3" fmla="*/ 10224 w 20447"/>
                <a:gd name="connsiteY3" fmla="*/ 20428 h 20428"/>
                <a:gd name="connsiteX4" fmla="*/ 10863 w 20447"/>
                <a:gd name="connsiteY4" fmla="*/ 20428 h 20428"/>
                <a:gd name="connsiteX5" fmla="*/ 20448 w 20447"/>
                <a:gd name="connsiteY5" fmla="*/ 10214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47" h="20428">
                  <a:moveTo>
                    <a:pt x="20448" y="10214"/>
                  </a:moveTo>
                  <a:cubicBezTo>
                    <a:pt x="20448" y="4468"/>
                    <a:pt x="15975" y="0"/>
                    <a:pt x="10224" y="0"/>
                  </a:cubicBezTo>
                  <a:cubicBezTo>
                    <a:pt x="4473" y="0"/>
                    <a:pt x="0" y="4468"/>
                    <a:pt x="0" y="10214"/>
                  </a:cubicBezTo>
                  <a:cubicBezTo>
                    <a:pt x="0" y="15960"/>
                    <a:pt x="4473" y="20428"/>
                    <a:pt x="10224" y="20428"/>
                  </a:cubicBezTo>
                  <a:cubicBezTo>
                    <a:pt x="10224" y="20428"/>
                    <a:pt x="10224" y="20428"/>
                    <a:pt x="10863" y="20428"/>
                  </a:cubicBezTo>
                  <a:cubicBezTo>
                    <a:pt x="15975" y="19790"/>
                    <a:pt x="20448" y="15321"/>
                    <a:pt x="20448" y="10214"/>
                  </a:cubicBezTo>
                  <a:close/>
                </a:path>
              </a:pathLst>
            </a:custGeom>
            <a:solidFill>
              <a:srgbClr val="26890D"/>
            </a:solidFill>
            <a:ln w="6390" cap="flat">
              <a:noFill/>
              <a:prstDash val="solid"/>
              <a:miter/>
            </a:ln>
          </p:spPr>
          <p:txBody>
            <a:bodyPr rtlCol="0" anchor="ctr"/>
            <a:lstStyle/>
            <a:p>
              <a:endParaRPr lang="en-US"/>
            </a:p>
          </p:txBody>
        </p:sp>
        <p:sp>
          <p:nvSpPr>
            <p:cNvPr id="785" name="Graphic 4">
              <a:extLst>
                <a:ext uri="{FF2B5EF4-FFF2-40B4-BE49-F238E27FC236}">
                  <a16:creationId xmlns:a16="http://schemas.microsoft.com/office/drawing/2014/main" id="{66BC0B85-69BC-B84F-9148-3D1E39EC416D}"/>
                </a:ext>
              </a:extLst>
            </p:cNvPr>
            <p:cNvSpPr/>
            <p:nvPr/>
          </p:nvSpPr>
          <p:spPr>
            <a:xfrm>
              <a:off x="6351597" y="3890561"/>
              <a:ext cx="20447" cy="20428"/>
            </a:xfrm>
            <a:custGeom>
              <a:avLst/>
              <a:gdLst>
                <a:gd name="connsiteX0" fmla="*/ 10224 w 20447"/>
                <a:gd name="connsiteY0" fmla="*/ 20429 h 20428"/>
                <a:gd name="connsiteX1" fmla="*/ 20448 w 20447"/>
                <a:gd name="connsiteY1" fmla="*/ 10215 h 20428"/>
                <a:gd name="connsiteX2" fmla="*/ 10224 w 20447"/>
                <a:gd name="connsiteY2" fmla="*/ 0 h 20428"/>
                <a:gd name="connsiteX3" fmla="*/ 0 w 20447"/>
                <a:gd name="connsiteY3" fmla="*/ 10215 h 20428"/>
                <a:gd name="connsiteX4" fmla="*/ 0 w 20447"/>
                <a:gd name="connsiteY4" fmla="*/ 10215 h 20428"/>
                <a:gd name="connsiteX5" fmla="*/ 10224 w 20447"/>
                <a:gd name="connsiteY5" fmla="*/ 20429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47" h="20428">
                  <a:moveTo>
                    <a:pt x="10224" y="20429"/>
                  </a:moveTo>
                  <a:cubicBezTo>
                    <a:pt x="15975" y="20429"/>
                    <a:pt x="20448" y="15960"/>
                    <a:pt x="20448" y="10215"/>
                  </a:cubicBezTo>
                  <a:cubicBezTo>
                    <a:pt x="20448" y="4469"/>
                    <a:pt x="15975" y="0"/>
                    <a:pt x="10224" y="0"/>
                  </a:cubicBezTo>
                  <a:cubicBezTo>
                    <a:pt x="4473" y="0"/>
                    <a:pt x="0" y="4469"/>
                    <a:pt x="0" y="10215"/>
                  </a:cubicBezTo>
                  <a:lnTo>
                    <a:pt x="0" y="10215"/>
                  </a:lnTo>
                  <a:cubicBezTo>
                    <a:pt x="0" y="15960"/>
                    <a:pt x="4473" y="20429"/>
                    <a:pt x="10224" y="20429"/>
                  </a:cubicBezTo>
                  <a:close/>
                </a:path>
              </a:pathLst>
            </a:custGeom>
            <a:solidFill>
              <a:srgbClr val="26890D"/>
            </a:solidFill>
            <a:ln w="6390" cap="flat">
              <a:noFill/>
              <a:prstDash val="solid"/>
              <a:miter/>
            </a:ln>
          </p:spPr>
          <p:txBody>
            <a:bodyPr rtlCol="0" anchor="ctr"/>
            <a:lstStyle/>
            <a:p>
              <a:endParaRPr lang="en-US"/>
            </a:p>
          </p:txBody>
        </p:sp>
        <p:sp>
          <p:nvSpPr>
            <p:cNvPr id="786" name="Graphic 4">
              <a:extLst>
                <a:ext uri="{FF2B5EF4-FFF2-40B4-BE49-F238E27FC236}">
                  <a16:creationId xmlns:a16="http://schemas.microsoft.com/office/drawing/2014/main" id="{10439F55-EE2A-6D49-B0C7-E255E0B37E64}"/>
                </a:ext>
              </a:extLst>
            </p:cNvPr>
            <p:cNvSpPr/>
            <p:nvPr/>
          </p:nvSpPr>
          <p:spPr>
            <a:xfrm>
              <a:off x="6284503" y="3981213"/>
              <a:ext cx="20447" cy="20428"/>
            </a:xfrm>
            <a:custGeom>
              <a:avLst/>
              <a:gdLst>
                <a:gd name="connsiteX0" fmla="*/ 10224 w 20447"/>
                <a:gd name="connsiteY0" fmla="*/ 20429 h 20428"/>
                <a:gd name="connsiteX1" fmla="*/ 20448 w 20447"/>
                <a:gd name="connsiteY1" fmla="*/ 10214 h 20428"/>
                <a:gd name="connsiteX2" fmla="*/ 10224 w 20447"/>
                <a:gd name="connsiteY2" fmla="*/ 0 h 20428"/>
                <a:gd name="connsiteX3" fmla="*/ 0 w 20447"/>
                <a:gd name="connsiteY3" fmla="*/ 10214 h 20428"/>
                <a:gd name="connsiteX4" fmla="*/ 0 w 20447"/>
                <a:gd name="connsiteY4" fmla="*/ 10214 h 20428"/>
                <a:gd name="connsiteX5" fmla="*/ 10224 w 20447"/>
                <a:gd name="connsiteY5" fmla="*/ 20429 h 20428"/>
                <a:gd name="connsiteX6" fmla="*/ 10224 w 20447"/>
                <a:gd name="connsiteY6" fmla="*/ 20429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47" h="20428">
                  <a:moveTo>
                    <a:pt x="10224" y="20429"/>
                  </a:moveTo>
                  <a:cubicBezTo>
                    <a:pt x="15975" y="20429"/>
                    <a:pt x="20448" y="15960"/>
                    <a:pt x="20448" y="10214"/>
                  </a:cubicBezTo>
                  <a:cubicBezTo>
                    <a:pt x="20448" y="4469"/>
                    <a:pt x="15975" y="0"/>
                    <a:pt x="10224" y="0"/>
                  </a:cubicBezTo>
                  <a:cubicBezTo>
                    <a:pt x="4473" y="0"/>
                    <a:pt x="0" y="4469"/>
                    <a:pt x="0" y="10214"/>
                  </a:cubicBezTo>
                  <a:cubicBezTo>
                    <a:pt x="0" y="10214"/>
                    <a:pt x="0" y="10214"/>
                    <a:pt x="0" y="10214"/>
                  </a:cubicBezTo>
                  <a:cubicBezTo>
                    <a:pt x="0" y="15960"/>
                    <a:pt x="4473" y="20429"/>
                    <a:pt x="10224" y="20429"/>
                  </a:cubicBezTo>
                  <a:cubicBezTo>
                    <a:pt x="10224" y="20429"/>
                    <a:pt x="10224" y="20429"/>
                    <a:pt x="10224" y="20429"/>
                  </a:cubicBezTo>
                  <a:close/>
                </a:path>
              </a:pathLst>
            </a:custGeom>
            <a:solidFill>
              <a:srgbClr val="26890D"/>
            </a:solidFill>
            <a:ln w="6390" cap="flat">
              <a:noFill/>
              <a:prstDash val="solid"/>
              <a:miter/>
            </a:ln>
          </p:spPr>
          <p:txBody>
            <a:bodyPr rtlCol="0" anchor="ctr"/>
            <a:lstStyle/>
            <a:p>
              <a:endParaRPr lang="en-US"/>
            </a:p>
          </p:txBody>
        </p:sp>
        <p:sp>
          <p:nvSpPr>
            <p:cNvPr id="787" name="Graphic 4">
              <a:extLst>
                <a:ext uri="{FF2B5EF4-FFF2-40B4-BE49-F238E27FC236}">
                  <a16:creationId xmlns:a16="http://schemas.microsoft.com/office/drawing/2014/main" id="{D6529EB1-82E0-4046-891C-2A7A0440FBBA}"/>
                </a:ext>
              </a:extLst>
            </p:cNvPr>
            <p:cNvSpPr/>
            <p:nvPr/>
          </p:nvSpPr>
          <p:spPr>
            <a:xfrm>
              <a:off x="6146480" y="3824168"/>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09 w 362309"/>
                <a:gd name="connsiteY3" fmla="*/ 181305 h 361971"/>
                <a:gd name="connsiteX4" fmla="*/ 362309 w 362309"/>
                <a:gd name="connsiteY4" fmla="*/ 181305 h 361971"/>
                <a:gd name="connsiteX5" fmla="*/ 181474 w 362309"/>
                <a:gd name="connsiteY5" fmla="*/ 0 h 361971"/>
                <a:gd name="connsiteX6" fmla="*/ 214702 w 362309"/>
                <a:gd name="connsiteY6" fmla="*/ 307708 h 361971"/>
                <a:gd name="connsiteX7" fmla="*/ 147607 w 362309"/>
                <a:gd name="connsiteY7" fmla="*/ 307708 h 361971"/>
                <a:gd name="connsiteX8" fmla="*/ 141217 w 362309"/>
                <a:gd name="connsiteY8" fmla="*/ 301324 h 361971"/>
                <a:gd name="connsiteX9" fmla="*/ 147607 w 362309"/>
                <a:gd name="connsiteY9" fmla="*/ 294940 h 361971"/>
                <a:gd name="connsiteX10" fmla="*/ 214702 w 362309"/>
                <a:gd name="connsiteY10" fmla="*/ 294940 h 361971"/>
                <a:gd name="connsiteX11" fmla="*/ 221092 w 362309"/>
                <a:gd name="connsiteY11" fmla="*/ 301324 h 361971"/>
                <a:gd name="connsiteX12" fmla="*/ 214702 w 362309"/>
                <a:gd name="connsiteY12" fmla="*/ 307708 h 361971"/>
                <a:gd name="connsiteX13" fmla="*/ 214702 w 362309"/>
                <a:gd name="connsiteY13" fmla="*/ 285364 h 361971"/>
                <a:gd name="connsiteX14" fmla="*/ 147607 w 362309"/>
                <a:gd name="connsiteY14" fmla="*/ 285364 h 361971"/>
                <a:gd name="connsiteX15" fmla="*/ 141217 w 362309"/>
                <a:gd name="connsiteY15" fmla="*/ 278980 h 361971"/>
                <a:gd name="connsiteX16" fmla="*/ 147607 w 362309"/>
                <a:gd name="connsiteY16" fmla="*/ 272596 h 361971"/>
                <a:gd name="connsiteX17" fmla="*/ 214702 w 362309"/>
                <a:gd name="connsiteY17" fmla="*/ 272596 h 361971"/>
                <a:gd name="connsiteX18" fmla="*/ 221092 w 362309"/>
                <a:gd name="connsiteY18" fmla="*/ 278980 h 361971"/>
                <a:gd name="connsiteX19" fmla="*/ 214702 w 362309"/>
                <a:gd name="connsiteY19" fmla="*/ 285364 h 361971"/>
                <a:gd name="connsiteX20" fmla="*/ 281157 w 362309"/>
                <a:gd name="connsiteY20" fmla="*/ 227908 h 361971"/>
                <a:gd name="connsiteX21" fmla="*/ 243456 w 362309"/>
                <a:gd name="connsiteY21" fmla="*/ 265574 h 361971"/>
                <a:gd name="connsiteX22" fmla="*/ 118214 w 362309"/>
                <a:gd name="connsiteY22" fmla="*/ 265574 h 361971"/>
                <a:gd name="connsiteX23" fmla="*/ 80513 w 362309"/>
                <a:gd name="connsiteY23" fmla="*/ 227908 h 361971"/>
                <a:gd name="connsiteX24" fmla="*/ 80513 w 362309"/>
                <a:gd name="connsiteY24" fmla="*/ 140448 h 361971"/>
                <a:gd name="connsiteX25" fmla="*/ 118214 w 362309"/>
                <a:gd name="connsiteY25" fmla="*/ 102782 h 361971"/>
                <a:gd name="connsiteX26" fmla="*/ 157192 w 362309"/>
                <a:gd name="connsiteY26" fmla="*/ 102782 h 361971"/>
                <a:gd name="connsiteX27" fmla="*/ 154636 w 362309"/>
                <a:gd name="connsiteY27" fmla="*/ 97675 h 361971"/>
                <a:gd name="connsiteX28" fmla="*/ 125881 w 362309"/>
                <a:gd name="connsiteY28" fmla="*/ 83630 h 361971"/>
                <a:gd name="connsiteX29" fmla="*/ 139939 w 362309"/>
                <a:gd name="connsiteY29" fmla="*/ 54902 h 361971"/>
                <a:gd name="connsiteX30" fmla="*/ 168694 w 362309"/>
                <a:gd name="connsiteY30" fmla="*/ 68947 h 361971"/>
                <a:gd name="connsiteX31" fmla="*/ 169972 w 362309"/>
                <a:gd name="connsiteY31" fmla="*/ 76608 h 361971"/>
                <a:gd name="connsiteX32" fmla="*/ 165499 w 362309"/>
                <a:gd name="connsiteY32" fmla="*/ 90652 h 361971"/>
                <a:gd name="connsiteX33" fmla="*/ 171889 w 362309"/>
                <a:gd name="connsiteY33" fmla="*/ 102782 h 361971"/>
                <a:gd name="connsiteX34" fmla="*/ 171889 w 362309"/>
                <a:gd name="connsiteY34" fmla="*/ 102782 h 361971"/>
                <a:gd name="connsiteX35" fmla="*/ 189142 w 362309"/>
                <a:gd name="connsiteY35" fmla="*/ 102782 h 361971"/>
                <a:gd name="connsiteX36" fmla="*/ 189142 w 362309"/>
                <a:gd name="connsiteY36" fmla="*/ 102782 h 361971"/>
                <a:gd name="connsiteX37" fmla="*/ 196171 w 362309"/>
                <a:gd name="connsiteY37" fmla="*/ 90014 h 361971"/>
                <a:gd name="connsiteX38" fmla="*/ 201283 w 362309"/>
                <a:gd name="connsiteY38" fmla="*/ 58094 h 361971"/>
                <a:gd name="connsiteX39" fmla="*/ 233233 w 362309"/>
                <a:gd name="connsiteY39" fmla="*/ 63201 h 361971"/>
                <a:gd name="connsiteX40" fmla="*/ 228120 w 362309"/>
                <a:gd name="connsiteY40" fmla="*/ 95121 h 361971"/>
                <a:gd name="connsiteX41" fmla="*/ 214702 w 362309"/>
                <a:gd name="connsiteY41" fmla="*/ 99590 h 361971"/>
                <a:gd name="connsiteX42" fmla="*/ 206395 w 362309"/>
                <a:gd name="connsiteY42" fmla="*/ 98313 h 361971"/>
                <a:gd name="connsiteX43" fmla="*/ 203839 w 362309"/>
                <a:gd name="connsiteY43" fmla="*/ 103420 h 361971"/>
                <a:gd name="connsiteX44" fmla="*/ 243456 w 362309"/>
                <a:gd name="connsiteY44" fmla="*/ 103420 h 361971"/>
                <a:gd name="connsiteX45" fmla="*/ 281157 w 362309"/>
                <a:gd name="connsiteY45" fmla="*/ 141086 h 361971"/>
                <a:gd name="connsiteX46" fmla="*/ 281157 w 362309"/>
                <a:gd name="connsiteY46" fmla="*/ 22790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2309" h="361971">
                  <a:moveTo>
                    <a:pt x="181474" y="0"/>
                  </a:moveTo>
                  <a:cubicBezTo>
                    <a:pt x="81152" y="0"/>
                    <a:pt x="0" y="81076"/>
                    <a:pt x="0" y="180667"/>
                  </a:cubicBezTo>
                  <a:cubicBezTo>
                    <a:pt x="0" y="280257"/>
                    <a:pt x="81152" y="361971"/>
                    <a:pt x="180835" y="361971"/>
                  </a:cubicBezTo>
                  <a:cubicBezTo>
                    <a:pt x="280518" y="361971"/>
                    <a:pt x="362309" y="280895"/>
                    <a:pt x="362309" y="181305"/>
                  </a:cubicBezTo>
                  <a:cubicBezTo>
                    <a:pt x="362309" y="181305"/>
                    <a:pt x="362309" y="181305"/>
                    <a:pt x="362309" y="181305"/>
                  </a:cubicBezTo>
                  <a:cubicBezTo>
                    <a:pt x="362309" y="81076"/>
                    <a:pt x="281157" y="0"/>
                    <a:pt x="181474" y="0"/>
                  </a:cubicBezTo>
                  <a:close/>
                  <a:moveTo>
                    <a:pt x="214702" y="307708"/>
                  </a:moveTo>
                  <a:lnTo>
                    <a:pt x="147607" y="307708"/>
                  </a:lnTo>
                  <a:cubicBezTo>
                    <a:pt x="143774" y="307708"/>
                    <a:pt x="141217" y="305154"/>
                    <a:pt x="141217" y="301324"/>
                  </a:cubicBezTo>
                  <a:cubicBezTo>
                    <a:pt x="141217" y="297493"/>
                    <a:pt x="143774" y="294940"/>
                    <a:pt x="147607" y="294940"/>
                  </a:cubicBezTo>
                  <a:lnTo>
                    <a:pt x="214702" y="294940"/>
                  </a:lnTo>
                  <a:cubicBezTo>
                    <a:pt x="218536" y="294940"/>
                    <a:pt x="221092" y="297493"/>
                    <a:pt x="221092" y="301324"/>
                  </a:cubicBezTo>
                  <a:cubicBezTo>
                    <a:pt x="221092" y="305154"/>
                    <a:pt x="218536" y="307708"/>
                    <a:pt x="214702" y="307708"/>
                  </a:cubicBezTo>
                  <a:close/>
                  <a:moveTo>
                    <a:pt x="214702" y="285364"/>
                  </a:moveTo>
                  <a:lnTo>
                    <a:pt x="147607" y="285364"/>
                  </a:lnTo>
                  <a:cubicBezTo>
                    <a:pt x="143774" y="285364"/>
                    <a:pt x="141217" y="282810"/>
                    <a:pt x="141217" y="278980"/>
                  </a:cubicBezTo>
                  <a:cubicBezTo>
                    <a:pt x="141217" y="275149"/>
                    <a:pt x="143774" y="272596"/>
                    <a:pt x="147607" y="272596"/>
                  </a:cubicBezTo>
                  <a:lnTo>
                    <a:pt x="214702" y="272596"/>
                  </a:lnTo>
                  <a:cubicBezTo>
                    <a:pt x="218536" y="272596"/>
                    <a:pt x="221092" y="275149"/>
                    <a:pt x="221092" y="278980"/>
                  </a:cubicBezTo>
                  <a:cubicBezTo>
                    <a:pt x="221092" y="282810"/>
                    <a:pt x="218536" y="285364"/>
                    <a:pt x="214702" y="285364"/>
                  </a:cubicBezTo>
                  <a:close/>
                  <a:moveTo>
                    <a:pt x="281157" y="227908"/>
                  </a:moveTo>
                  <a:cubicBezTo>
                    <a:pt x="281157" y="248337"/>
                    <a:pt x="264543" y="265574"/>
                    <a:pt x="243456" y="265574"/>
                  </a:cubicBezTo>
                  <a:lnTo>
                    <a:pt x="118214" y="265574"/>
                  </a:lnTo>
                  <a:cubicBezTo>
                    <a:pt x="97766" y="265574"/>
                    <a:pt x="80513" y="248975"/>
                    <a:pt x="80513" y="227908"/>
                  </a:cubicBezTo>
                  <a:lnTo>
                    <a:pt x="80513" y="140448"/>
                  </a:lnTo>
                  <a:cubicBezTo>
                    <a:pt x="80513" y="120019"/>
                    <a:pt x="97127" y="102782"/>
                    <a:pt x="118214" y="102782"/>
                  </a:cubicBezTo>
                  <a:lnTo>
                    <a:pt x="157192" y="102782"/>
                  </a:lnTo>
                  <a:lnTo>
                    <a:pt x="154636" y="97675"/>
                  </a:lnTo>
                  <a:cubicBezTo>
                    <a:pt x="143134" y="102144"/>
                    <a:pt x="129716" y="95760"/>
                    <a:pt x="125881" y="83630"/>
                  </a:cubicBezTo>
                  <a:cubicBezTo>
                    <a:pt x="122048" y="71500"/>
                    <a:pt x="127799" y="58732"/>
                    <a:pt x="139939" y="54902"/>
                  </a:cubicBezTo>
                  <a:cubicBezTo>
                    <a:pt x="151441" y="50433"/>
                    <a:pt x="164860" y="56817"/>
                    <a:pt x="168694" y="68947"/>
                  </a:cubicBezTo>
                  <a:cubicBezTo>
                    <a:pt x="169333" y="71500"/>
                    <a:pt x="169972" y="74054"/>
                    <a:pt x="169972" y="76608"/>
                  </a:cubicBezTo>
                  <a:cubicBezTo>
                    <a:pt x="169972" y="81715"/>
                    <a:pt x="168055" y="86184"/>
                    <a:pt x="165499" y="90652"/>
                  </a:cubicBezTo>
                  <a:lnTo>
                    <a:pt x="171889" y="102782"/>
                  </a:lnTo>
                  <a:lnTo>
                    <a:pt x="171889" y="102782"/>
                  </a:lnTo>
                  <a:lnTo>
                    <a:pt x="189142" y="102782"/>
                  </a:lnTo>
                  <a:lnTo>
                    <a:pt x="189142" y="102782"/>
                  </a:lnTo>
                  <a:lnTo>
                    <a:pt x="196171" y="90014"/>
                  </a:lnTo>
                  <a:cubicBezTo>
                    <a:pt x="189142" y="79800"/>
                    <a:pt x="191059" y="65755"/>
                    <a:pt x="201283" y="58094"/>
                  </a:cubicBezTo>
                  <a:cubicBezTo>
                    <a:pt x="211507" y="50433"/>
                    <a:pt x="225565" y="52987"/>
                    <a:pt x="233233" y="63201"/>
                  </a:cubicBezTo>
                  <a:cubicBezTo>
                    <a:pt x="240900" y="73416"/>
                    <a:pt x="238345" y="87460"/>
                    <a:pt x="228120" y="95121"/>
                  </a:cubicBezTo>
                  <a:cubicBezTo>
                    <a:pt x="224287" y="97675"/>
                    <a:pt x="219814" y="99590"/>
                    <a:pt x="214702" y="99590"/>
                  </a:cubicBezTo>
                  <a:cubicBezTo>
                    <a:pt x="212146" y="99590"/>
                    <a:pt x="208951" y="98952"/>
                    <a:pt x="206395" y="98313"/>
                  </a:cubicBezTo>
                  <a:lnTo>
                    <a:pt x="203839" y="103420"/>
                  </a:lnTo>
                  <a:lnTo>
                    <a:pt x="243456" y="103420"/>
                  </a:lnTo>
                  <a:cubicBezTo>
                    <a:pt x="263904" y="103420"/>
                    <a:pt x="281157" y="120019"/>
                    <a:pt x="281157" y="141086"/>
                  </a:cubicBezTo>
                  <a:lnTo>
                    <a:pt x="281157" y="227908"/>
                  </a:lnTo>
                  <a:close/>
                </a:path>
              </a:pathLst>
            </a:custGeom>
            <a:solidFill>
              <a:srgbClr val="26890D"/>
            </a:solidFill>
            <a:ln w="6390" cap="flat">
              <a:noFill/>
              <a:prstDash val="solid"/>
              <a:miter/>
            </a:ln>
          </p:spPr>
          <p:txBody>
            <a:bodyPr rtlCol="0" anchor="ctr"/>
            <a:lstStyle/>
            <a:p>
              <a:endParaRPr lang="en-US"/>
            </a:p>
          </p:txBody>
        </p:sp>
        <p:sp>
          <p:nvSpPr>
            <p:cNvPr id="788" name="Graphic 4">
              <a:extLst>
                <a:ext uri="{FF2B5EF4-FFF2-40B4-BE49-F238E27FC236}">
                  <a16:creationId xmlns:a16="http://schemas.microsoft.com/office/drawing/2014/main" id="{A276EFFE-08D0-8842-B130-FF8FBBA7F522}"/>
                </a:ext>
              </a:extLst>
            </p:cNvPr>
            <p:cNvSpPr/>
            <p:nvPr/>
          </p:nvSpPr>
          <p:spPr>
            <a:xfrm>
              <a:off x="6347763" y="3981852"/>
              <a:ext cx="19808" cy="19790"/>
            </a:xfrm>
            <a:custGeom>
              <a:avLst/>
              <a:gdLst>
                <a:gd name="connsiteX0" fmla="*/ 9585 w 19808"/>
                <a:gd name="connsiteY0" fmla="*/ 19791 h 19790"/>
                <a:gd name="connsiteX1" fmla="*/ 19809 w 19808"/>
                <a:gd name="connsiteY1" fmla="*/ 10215 h 19790"/>
                <a:gd name="connsiteX2" fmla="*/ 10224 w 19808"/>
                <a:gd name="connsiteY2" fmla="*/ 0 h 19790"/>
                <a:gd name="connsiteX3" fmla="*/ 0 w 19808"/>
                <a:gd name="connsiteY3" fmla="*/ 9576 h 19790"/>
                <a:gd name="connsiteX4" fmla="*/ 0 w 19808"/>
                <a:gd name="connsiteY4" fmla="*/ 9576 h 19790"/>
                <a:gd name="connsiteX5" fmla="*/ 9585 w 19808"/>
                <a:gd name="connsiteY5" fmla="*/ 19791 h 1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08" h="19790">
                  <a:moveTo>
                    <a:pt x="9585" y="19791"/>
                  </a:moveTo>
                  <a:cubicBezTo>
                    <a:pt x="15336" y="19791"/>
                    <a:pt x="19809" y="15322"/>
                    <a:pt x="19809" y="10215"/>
                  </a:cubicBezTo>
                  <a:cubicBezTo>
                    <a:pt x="19809" y="5107"/>
                    <a:pt x="15336" y="0"/>
                    <a:pt x="10224" y="0"/>
                  </a:cubicBezTo>
                  <a:cubicBezTo>
                    <a:pt x="5112" y="0"/>
                    <a:pt x="0" y="4469"/>
                    <a:pt x="0" y="9576"/>
                  </a:cubicBezTo>
                  <a:cubicBezTo>
                    <a:pt x="0" y="9576"/>
                    <a:pt x="0" y="9576"/>
                    <a:pt x="0" y="9576"/>
                  </a:cubicBezTo>
                  <a:cubicBezTo>
                    <a:pt x="0" y="15322"/>
                    <a:pt x="4473" y="19791"/>
                    <a:pt x="9585" y="19791"/>
                  </a:cubicBezTo>
                  <a:close/>
                </a:path>
              </a:pathLst>
            </a:custGeom>
            <a:solidFill>
              <a:srgbClr val="26890D"/>
            </a:solidFill>
            <a:ln w="6390" cap="flat">
              <a:noFill/>
              <a:prstDash val="solid"/>
              <a:miter/>
            </a:ln>
          </p:spPr>
          <p:txBody>
            <a:bodyPr rtlCol="0" anchor="ctr"/>
            <a:lstStyle/>
            <a:p>
              <a:endParaRPr lang="en-US"/>
            </a:p>
          </p:txBody>
        </p:sp>
        <p:sp>
          <p:nvSpPr>
            <p:cNvPr id="789" name="Graphic 4">
              <a:extLst>
                <a:ext uri="{FF2B5EF4-FFF2-40B4-BE49-F238E27FC236}">
                  <a16:creationId xmlns:a16="http://schemas.microsoft.com/office/drawing/2014/main" id="{D662784B-AC57-7346-99E3-CF072BDD29D2}"/>
                </a:ext>
              </a:extLst>
            </p:cNvPr>
            <p:cNvSpPr/>
            <p:nvPr/>
          </p:nvSpPr>
          <p:spPr>
            <a:xfrm>
              <a:off x="6240412" y="3940356"/>
              <a:ext cx="175084" cy="137255"/>
            </a:xfrm>
            <a:custGeom>
              <a:avLst/>
              <a:gdLst>
                <a:gd name="connsiteX0" fmla="*/ 150164 w 175084"/>
                <a:gd name="connsiteY0" fmla="*/ 0 h 137255"/>
                <a:gd name="connsiteX1" fmla="*/ 24921 w 175084"/>
                <a:gd name="connsiteY1" fmla="*/ 0 h 137255"/>
                <a:gd name="connsiteX2" fmla="*/ 0 w 175084"/>
                <a:gd name="connsiteY2" fmla="*/ 24898 h 137255"/>
                <a:gd name="connsiteX3" fmla="*/ 0 w 175084"/>
                <a:gd name="connsiteY3" fmla="*/ 112358 h 137255"/>
                <a:gd name="connsiteX4" fmla="*/ 24921 w 175084"/>
                <a:gd name="connsiteY4" fmla="*/ 137256 h 137255"/>
                <a:gd name="connsiteX5" fmla="*/ 150164 w 175084"/>
                <a:gd name="connsiteY5" fmla="*/ 137256 h 137255"/>
                <a:gd name="connsiteX6" fmla="*/ 175084 w 175084"/>
                <a:gd name="connsiteY6" fmla="*/ 112358 h 137255"/>
                <a:gd name="connsiteX7" fmla="*/ 175084 w 175084"/>
                <a:gd name="connsiteY7" fmla="*/ 24898 h 137255"/>
                <a:gd name="connsiteX8" fmla="*/ 150164 w 175084"/>
                <a:gd name="connsiteY8" fmla="*/ 0 h 137255"/>
                <a:gd name="connsiteX9" fmla="*/ 116936 w 175084"/>
                <a:gd name="connsiteY9" fmla="*/ 28728 h 137255"/>
                <a:gd name="connsiteX10" fmla="*/ 139940 w 175084"/>
                <a:gd name="connsiteY10" fmla="*/ 51072 h 137255"/>
                <a:gd name="connsiteX11" fmla="*/ 117575 w 175084"/>
                <a:gd name="connsiteY11" fmla="*/ 74054 h 137255"/>
                <a:gd name="connsiteX12" fmla="*/ 94571 w 175084"/>
                <a:gd name="connsiteY12" fmla="*/ 51710 h 137255"/>
                <a:gd name="connsiteX13" fmla="*/ 94571 w 175084"/>
                <a:gd name="connsiteY13" fmla="*/ 51710 h 137255"/>
                <a:gd name="connsiteX14" fmla="*/ 116936 w 175084"/>
                <a:gd name="connsiteY14" fmla="*/ 28728 h 137255"/>
                <a:gd name="connsiteX15" fmla="*/ 54314 w 175084"/>
                <a:gd name="connsiteY15" fmla="*/ 28728 h 137255"/>
                <a:gd name="connsiteX16" fmla="*/ 77318 w 175084"/>
                <a:gd name="connsiteY16" fmla="*/ 51710 h 137255"/>
                <a:gd name="connsiteX17" fmla="*/ 54314 w 175084"/>
                <a:gd name="connsiteY17" fmla="*/ 74693 h 137255"/>
                <a:gd name="connsiteX18" fmla="*/ 31311 w 175084"/>
                <a:gd name="connsiteY18" fmla="*/ 51710 h 137255"/>
                <a:gd name="connsiteX19" fmla="*/ 31311 w 175084"/>
                <a:gd name="connsiteY19" fmla="*/ 51710 h 137255"/>
                <a:gd name="connsiteX20" fmla="*/ 54314 w 175084"/>
                <a:gd name="connsiteY20" fmla="*/ 28728 h 137255"/>
                <a:gd name="connsiteX21" fmla="*/ 139301 w 175084"/>
                <a:gd name="connsiteY21" fmla="*/ 114273 h 137255"/>
                <a:gd name="connsiteX22" fmla="*/ 35145 w 175084"/>
                <a:gd name="connsiteY22" fmla="*/ 114273 h 137255"/>
                <a:gd name="connsiteX23" fmla="*/ 28755 w 175084"/>
                <a:gd name="connsiteY23" fmla="*/ 107889 h 137255"/>
                <a:gd name="connsiteX24" fmla="*/ 35145 w 175084"/>
                <a:gd name="connsiteY24" fmla="*/ 101505 h 137255"/>
                <a:gd name="connsiteX25" fmla="*/ 139301 w 175084"/>
                <a:gd name="connsiteY25" fmla="*/ 101505 h 137255"/>
                <a:gd name="connsiteX26" fmla="*/ 145691 w 175084"/>
                <a:gd name="connsiteY26" fmla="*/ 107889 h 137255"/>
                <a:gd name="connsiteX27" fmla="*/ 139301 w 175084"/>
                <a:gd name="connsiteY27" fmla="*/ 114273 h 13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5084" h="137255">
                  <a:moveTo>
                    <a:pt x="150164" y="0"/>
                  </a:moveTo>
                  <a:lnTo>
                    <a:pt x="24921" y="0"/>
                  </a:lnTo>
                  <a:cubicBezTo>
                    <a:pt x="11502" y="0"/>
                    <a:pt x="0" y="10853"/>
                    <a:pt x="0" y="24898"/>
                  </a:cubicBezTo>
                  <a:lnTo>
                    <a:pt x="0" y="112358"/>
                  </a:lnTo>
                  <a:cubicBezTo>
                    <a:pt x="0" y="125765"/>
                    <a:pt x="10863" y="137256"/>
                    <a:pt x="24921" y="137256"/>
                  </a:cubicBezTo>
                  <a:lnTo>
                    <a:pt x="150164" y="137256"/>
                  </a:lnTo>
                  <a:cubicBezTo>
                    <a:pt x="163583" y="137256"/>
                    <a:pt x="175084" y="126403"/>
                    <a:pt x="175084" y="112358"/>
                  </a:cubicBezTo>
                  <a:lnTo>
                    <a:pt x="175084" y="24898"/>
                  </a:lnTo>
                  <a:cubicBezTo>
                    <a:pt x="174446" y="10853"/>
                    <a:pt x="163583" y="0"/>
                    <a:pt x="150164" y="0"/>
                  </a:cubicBezTo>
                  <a:close/>
                  <a:moveTo>
                    <a:pt x="116936" y="28728"/>
                  </a:moveTo>
                  <a:cubicBezTo>
                    <a:pt x="129716" y="28728"/>
                    <a:pt x="139940" y="38943"/>
                    <a:pt x="139940" y="51072"/>
                  </a:cubicBezTo>
                  <a:cubicBezTo>
                    <a:pt x="139940" y="63840"/>
                    <a:pt x="129716" y="74054"/>
                    <a:pt x="117575" y="74054"/>
                  </a:cubicBezTo>
                  <a:cubicBezTo>
                    <a:pt x="104795" y="74054"/>
                    <a:pt x="94571" y="63840"/>
                    <a:pt x="94571" y="51710"/>
                  </a:cubicBezTo>
                  <a:cubicBezTo>
                    <a:pt x="94571" y="51710"/>
                    <a:pt x="94571" y="51710"/>
                    <a:pt x="94571" y="51710"/>
                  </a:cubicBezTo>
                  <a:cubicBezTo>
                    <a:pt x="94571" y="38943"/>
                    <a:pt x="104795" y="28728"/>
                    <a:pt x="116936" y="28728"/>
                  </a:cubicBezTo>
                  <a:close/>
                  <a:moveTo>
                    <a:pt x="54314" y="28728"/>
                  </a:moveTo>
                  <a:cubicBezTo>
                    <a:pt x="67094" y="28728"/>
                    <a:pt x="77318" y="38943"/>
                    <a:pt x="77318" y="51710"/>
                  </a:cubicBezTo>
                  <a:cubicBezTo>
                    <a:pt x="77318" y="64478"/>
                    <a:pt x="67094" y="74693"/>
                    <a:pt x="54314" y="74693"/>
                  </a:cubicBezTo>
                  <a:cubicBezTo>
                    <a:pt x="41535" y="74693"/>
                    <a:pt x="31311" y="64478"/>
                    <a:pt x="31311" y="51710"/>
                  </a:cubicBezTo>
                  <a:lnTo>
                    <a:pt x="31311" y="51710"/>
                  </a:lnTo>
                  <a:cubicBezTo>
                    <a:pt x="31311" y="38943"/>
                    <a:pt x="41535" y="28728"/>
                    <a:pt x="54314" y="28728"/>
                  </a:cubicBezTo>
                  <a:close/>
                  <a:moveTo>
                    <a:pt x="139301" y="114273"/>
                  </a:moveTo>
                  <a:lnTo>
                    <a:pt x="35145" y="114273"/>
                  </a:lnTo>
                  <a:cubicBezTo>
                    <a:pt x="31311" y="114273"/>
                    <a:pt x="28755" y="111720"/>
                    <a:pt x="28755" y="107889"/>
                  </a:cubicBezTo>
                  <a:cubicBezTo>
                    <a:pt x="28755" y="104059"/>
                    <a:pt x="31311" y="101505"/>
                    <a:pt x="35145" y="101505"/>
                  </a:cubicBezTo>
                  <a:lnTo>
                    <a:pt x="139301" y="101505"/>
                  </a:lnTo>
                  <a:cubicBezTo>
                    <a:pt x="143135" y="101505"/>
                    <a:pt x="145691" y="104059"/>
                    <a:pt x="145691" y="107889"/>
                  </a:cubicBezTo>
                  <a:cubicBezTo>
                    <a:pt x="145691" y="111720"/>
                    <a:pt x="143135" y="114273"/>
                    <a:pt x="139301" y="114273"/>
                  </a:cubicBezTo>
                  <a:close/>
                </a:path>
              </a:pathLst>
            </a:custGeom>
            <a:solidFill>
              <a:srgbClr val="26890D"/>
            </a:solidFill>
            <a:ln w="6390" cap="flat">
              <a:noFill/>
              <a:prstDash val="solid"/>
              <a:miter/>
            </a:ln>
          </p:spPr>
          <p:txBody>
            <a:bodyPr rtlCol="0" anchor="ctr"/>
            <a:lstStyle/>
            <a:p>
              <a:endParaRPr lang="en-US"/>
            </a:p>
          </p:txBody>
        </p:sp>
      </p:grpSp>
      <p:grpSp>
        <p:nvGrpSpPr>
          <p:cNvPr id="790" name="Graphic 4">
            <a:extLst>
              <a:ext uri="{FF2B5EF4-FFF2-40B4-BE49-F238E27FC236}">
                <a16:creationId xmlns:a16="http://schemas.microsoft.com/office/drawing/2014/main" id="{B20B4EA1-8429-8341-9C13-09205C7C0601}"/>
              </a:ext>
            </a:extLst>
          </p:cNvPr>
          <p:cNvGrpSpPr/>
          <p:nvPr/>
        </p:nvGrpSpPr>
        <p:grpSpPr>
          <a:xfrm>
            <a:off x="7801474" y="3824168"/>
            <a:ext cx="362309" cy="361971"/>
            <a:chOff x="7801474" y="3824168"/>
            <a:chExt cx="362309" cy="361971"/>
          </a:xfrm>
          <a:solidFill>
            <a:srgbClr val="26890D"/>
          </a:solidFill>
        </p:grpSpPr>
        <p:sp>
          <p:nvSpPr>
            <p:cNvPr id="791" name="Graphic 4">
              <a:extLst>
                <a:ext uri="{FF2B5EF4-FFF2-40B4-BE49-F238E27FC236}">
                  <a16:creationId xmlns:a16="http://schemas.microsoft.com/office/drawing/2014/main" id="{1C896379-6A27-164D-B853-9A5B176CE45E}"/>
                </a:ext>
              </a:extLst>
            </p:cNvPr>
            <p:cNvSpPr/>
            <p:nvPr/>
          </p:nvSpPr>
          <p:spPr>
            <a:xfrm>
              <a:off x="7801474" y="3824168"/>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895"/>
                    <a:pt x="81152" y="361971"/>
                    <a:pt x="180835" y="361971"/>
                  </a:cubicBezTo>
                  <a:cubicBezTo>
                    <a:pt x="281157" y="361971"/>
                    <a:pt x="362309" y="280895"/>
                    <a:pt x="362309" y="181305"/>
                  </a:cubicBezTo>
                  <a:cubicBezTo>
                    <a:pt x="362309" y="181305"/>
                    <a:pt x="362309" y="181305"/>
                    <a:pt x="362309" y="181305"/>
                  </a:cubicBezTo>
                  <a:cubicBezTo>
                    <a:pt x="362309" y="81076"/>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lnTo>
                    <a:pt x="181474" y="349204"/>
                  </a:lnTo>
                  <a:close/>
                </a:path>
              </a:pathLst>
            </a:custGeom>
            <a:solidFill>
              <a:srgbClr val="26890D"/>
            </a:solidFill>
            <a:ln w="6390" cap="flat">
              <a:noFill/>
              <a:prstDash val="solid"/>
              <a:miter/>
            </a:ln>
          </p:spPr>
          <p:txBody>
            <a:bodyPr rtlCol="0" anchor="ctr"/>
            <a:lstStyle/>
            <a:p>
              <a:endParaRPr lang="en-US"/>
            </a:p>
          </p:txBody>
        </p:sp>
        <p:sp>
          <p:nvSpPr>
            <p:cNvPr id="792" name="Graphic 4">
              <a:extLst>
                <a:ext uri="{FF2B5EF4-FFF2-40B4-BE49-F238E27FC236}">
                  <a16:creationId xmlns:a16="http://schemas.microsoft.com/office/drawing/2014/main" id="{FFF136DE-F570-534B-B875-A51CA1405A4D}"/>
                </a:ext>
              </a:extLst>
            </p:cNvPr>
            <p:cNvSpPr/>
            <p:nvPr/>
          </p:nvSpPr>
          <p:spPr>
            <a:xfrm>
              <a:off x="7867290" y="3920566"/>
              <a:ext cx="68372" cy="68308"/>
            </a:xfrm>
            <a:custGeom>
              <a:avLst/>
              <a:gdLst>
                <a:gd name="connsiteX0" fmla="*/ 34506 w 68372"/>
                <a:gd name="connsiteY0" fmla="*/ 68309 h 68308"/>
                <a:gd name="connsiteX1" fmla="*/ 68373 w 68372"/>
                <a:gd name="connsiteY1" fmla="*/ 34474 h 68308"/>
                <a:gd name="connsiteX2" fmla="*/ 34506 w 68372"/>
                <a:gd name="connsiteY2" fmla="*/ 0 h 68308"/>
                <a:gd name="connsiteX3" fmla="*/ 0 w 68372"/>
                <a:gd name="connsiteY3" fmla="*/ 33835 h 68308"/>
                <a:gd name="connsiteX4" fmla="*/ 0 w 68372"/>
                <a:gd name="connsiteY4" fmla="*/ 33835 h 68308"/>
                <a:gd name="connsiteX5" fmla="*/ 34506 w 68372"/>
                <a:gd name="connsiteY5" fmla="*/ 68309 h 68308"/>
                <a:gd name="connsiteX6" fmla="*/ 34506 w 68372"/>
                <a:gd name="connsiteY6" fmla="*/ 13406 h 68308"/>
                <a:gd name="connsiteX7" fmla="*/ 55593 w 68372"/>
                <a:gd name="connsiteY7" fmla="*/ 34474 h 68308"/>
                <a:gd name="connsiteX8" fmla="*/ 34506 w 68372"/>
                <a:gd name="connsiteY8" fmla="*/ 56179 h 68308"/>
                <a:gd name="connsiteX9" fmla="*/ 12780 w 68372"/>
                <a:gd name="connsiteY9" fmla="*/ 35112 h 68308"/>
                <a:gd name="connsiteX10" fmla="*/ 12780 w 68372"/>
                <a:gd name="connsiteY10" fmla="*/ 35112 h 68308"/>
                <a:gd name="connsiteX11" fmla="*/ 34506 w 68372"/>
                <a:gd name="connsiteY11" fmla="*/ 13406 h 6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372" h="68308">
                  <a:moveTo>
                    <a:pt x="34506" y="68309"/>
                  </a:moveTo>
                  <a:cubicBezTo>
                    <a:pt x="53037" y="68309"/>
                    <a:pt x="68373" y="52987"/>
                    <a:pt x="68373" y="34474"/>
                  </a:cubicBezTo>
                  <a:cubicBezTo>
                    <a:pt x="68373" y="15960"/>
                    <a:pt x="53037" y="638"/>
                    <a:pt x="34506" y="0"/>
                  </a:cubicBezTo>
                  <a:cubicBezTo>
                    <a:pt x="15975" y="0"/>
                    <a:pt x="640" y="15322"/>
                    <a:pt x="0" y="33835"/>
                  </a:cubicBezTo>
                  <a:cubicBezTo>
                    <a:pt x="0" y="33835"/>
                    <a:pt x="0" y="33835"/>
                    <a:pt x="0" y="33835"/>
                  </a:cubicBezTo>
                  <a:cubicBezTo>
                    <a:pt x="0" y="53626"/>
                    <a:pt x="15336" y="68309"/>
                    <a:pt x="34506" y="68309"/>
                  </a:cubicBezTo>
                  <a:close/>
                  <a:moveTo>
                    <a:pt x="34506" y="13406"/>
                  </a:moveTo>
                  <a:cubicBezTo>
                    <a:pt x="46008" y="13406"/>
                    <a:pt x="55593" y="22982"/>
                    <a:pt x="55593" y="34474"/>
                  </a:cubicBezTo>
                  <a:cubicBezTo>
                    <a:pt x="55593" y="45965"/>
                    <a:pt x="46008" y="55541"/>
                    <a:pt x="34506" y="56179"/>
                  </a:cubicBezTo>
                  <a:cubicBezTo>
                    <a:pt x="23004" y="56179"/>
                    <a:pt x="13419" y="46603"/>
                    <a:pt x="12780" y="35112"/>
                  </a:cubicBezTo>
                  <a:cubicBezTo>
                    <a:pt x="12780" y="35112"/>
                    <a:pt x="12780" y="35112"/>
                    <a:pt x="12780" y="35112"/>
                  </a:cubicBezTo>
                  <a:cubicBezTo>
                    <a:pt x="12780" y="22982"/>
                    <a:pt x="22365" y="13406"/>
                    <a:pt x="34506" y="13406"/>
                  </a:cubicBezTo>
                  <a:close/>
                </a:path>
              </a:pathLst>
            </a:custGeom>
            <a:solidFill>
              <a:srgbClr val="26890D"/>
            </a:solidFill>
            <a:ln w="6390" cap="flat">
              <a:noFill/>
              <a:prstDash val="solid"/>
              <a:miter/>
            </a:ln>
          </p:spPr>
          <p:txBody>
            <a:bodyPr rtlCol="0" anchor="ctr"/>
            <a:lstStyle/>
            <a:p>
              <a:endParaRPr lang="en-US"/>
            </a:p>
          </p:txBody>
        </p:sp>
        <p:sp>
          <p:nvSpPr>
            <p:cNvPr id="793" name="Graphic 4">
              <a:extLst>
                <a:ext uri="{FF2B5EF4-FFF2-40B4-BE49-F238E27FC236}">
                  <a16:creationId xmlns:a16="http://schemas.microsoft.com/office/drawing/2014/main" id="{256AAF6B-6CBF-744C-A52B-D7132FA8C20B}"/>
                </a:ext>
              </a:extLst>
            </p:cNvPr>
            <p:cNvSpPr/>
            <p:nvPr/>
          </p:nvSpPr>
          <p:spPr>
            <a:xfrm>
              <a:off x="7860777" y="3991428"/>
              <a:ext cx="143596" cy="129594"/>
            </a:xfrm>
            <a:custGeom>
              <a:avLst/>
              <a:gdLst>
                <a:gd name="connsiteX0" fmla="*/ 128561 w 143596"/>
                <a:gd name="connsiteY0" fmla="*/ 75331 h 129594"/>
                <a:gd name="connsiteX1" fmla="*/ 100445 w 143596"/>
                <a:gd name="connsiteY1" fmla="*/ 71500 h 129594"/>
                <a:gd name="connsiteX2" fmla="*/ 99166 w 143596"/>
                <a:gd name="connsiteY2" fmla="*/ 43411 h 129594"/>
                <a:gd name="connsiteX3" fmla="*/ 56993 w 143596"/>
                <a:gd name="connsiteY3" fmla="*/ 1915 h 129594"/>
                <a:gd name="connsiteX4" fmla="*/ 12263 w 143596"/>
                <a:gd name="connsiteY4" fmla="*/ 1915 h 129594"/>
                <a:gd name="connsiteX5" fmla="*/ 4596 w 143596"/>
                <a:gd name="connsiteY5" fmla="*/ 4469 h 129594"/>
                <a:gd name="connsiteX6" fmla="*/ 122 w 143596"/>
                <a:gd name="connsiteY6" fmla="*/ 12768 h 129594"/>
                <a:gd name="connsiteX7" fmla="*/ 8430 w 143596"/>
                <a:gd name="connsiteY7" fmla="*/ 17237 h 129594"/>
                <a:gd name="connsiteX8" fmla="*/ 9068 w 143596"/>
                <a:gd name="connsiteY8" fmla="*/ 17237 h 129594"/>
                <a:gd name="connsiteX9" fmla="*/ 14820 w 143596"/>
                <a:gd name="connsiteY9" fmla="*/ 15322 h 129594"/>
                <a:gd name="connsiteX10" fmla="*/ 55076 w 143596"/>
                <a:gd name="connsiteY10" fmla="*/ 15322 h 129594"/>
                <a:gd name="connsiteX11" fmla="*/ 86387 w 143596"/>
                <a:gd name="connsiteY11" fmla="*/ 44049 h 129594"/>
                <a:gd name="connsiteX12" fmla="*/ 87665 w 143596"/>
                <a:gd name="connsiteY12" fmla="*/ 77246 h 129594"/>
                <a:gd name="connsiteX13" fmla="*/ 93416 w 143596"/>
                <a:gd name="connsiteY13" fmla="*/ 83630 h 129594"/>
                <a:gd name="connsiteX14" fmla="*/ 126643 w 143596"/>
                <a:gd name="connsiteY14" fmla="*/ 88099 h 129594"/>
                <a:gd name="connsiteX15" fmla="*/ 131116 w 143596"/>
                <a:gd name="connsiteY15" fmla="*/ 94483 h 129594"/>
                <a:gd name="connsiteX16" fmla="*/ 131116 w 143596"/>
                <a:gd name="connsiteY16" fmla="*/ 94483 h 129594"/>
                <a:gd name="connsiteX17" fmla="*/ 126005 w 143596"/>
                <a:gd name="connsiteY17" fmla="*/ 97675 h 129594"/>
                <a:gd name="connsiteX18" fmla="*/ 80636 w 143596"/>
                <a:gd name="connsiteY18" fmla="*/ 91291 h 129594"/>
                <a:gd name="connsiteX19" fmla="*/ 71690 w 143596"/>
                <a:gd name="connsiteY19" fmla="*/ 81076 h 129594"/>
                <a:gd name="connsiteX20" fmla="*/ 70412 w 143596"/>
                <a:gd name="connsiteY20" fmla="*/ 42134 h 129594"/>
                <a:gd name="connsiteX21" fmla="*/ 64022 w 143596"/>
                <a:gd name="connsiteY21" fmla="*/ 35750 h 129594"/>
                <a:gd name="connsiteX22" fmla="*/ 57632 w 143596"/>
                <a:gd name="connsiteY22" fmla="*/ 42134 h 129594"/>
                <a:gd name="connsiteX23" fmla="*/ 58910 w 143596"/>
                <a:gd name="connsiteY23" fmla="*/ 81076 h 129594"/>
                <a:gd name="connsiteX24" fmla="*/ 62744 w 143596"/>
                <a:gd name="connsiteY24" fmla="*/ 93206 h 129594"/>
                <a:gd name="connsiteX25" fmla="*/ 62744 w 143596"/>
                <a:gd name="connsiteY25" fmla="*/ 123211 h 129594"/>
                <a:gd name="connsiteX26" fmla="*/ 69134 w 143596"/>
                <a:gd name="connsiteY26" fmla="*/ 129595 h 129594"/>
                <a:gd name="connsiteX27" fmla="*/ 75524 w 143596"/>
                <a:gd name="connsiteY27" fmla="*/ 123211 h 129594"/>
                <a:gd name="connsiteX28" fmla="*/ 75524 w 143596"/>
                <a:gd name="connsiteY28" fmla="*/ 102782 h 129594"/>
                <a:gd name="connsiteX29" fmla="*/ 78719 w 143596"/>
                <a:gd name="connsiteY29" fmla="*/ 103420 h 129594"/>
                <a:gd name="connsiteX30" fmla="*/ 124087 w 143596"/>
                <a:gd name="connsiteY30" fmla="*/ 109804 h 129594"/>
                <a:gd name="connsiteX31" fmla="*/ 126005 w 143596"/>
                <a:gd name="connsiteY31" fmla="*/ 109804 h 129594"/>
                <a:gd name="connsiteX32" fmla="*/ 143257 w 143596"/>
                <a:gd name="connsiteY32" fmla="*/ 96398 h 129594"/>
                <a:gd name="connsiteX33" fmla="*/ 143257 w 143596"/>
                <a:gd name="connsiteY33" fmla="*/ 95760 h 129594"/>
                <a:gd name="connsiteX34" fmla="*/ 128561 w 143596"/>
                <a:gd name="connsiteY34" fmla="*/ 75331 h 129594"/>
                <a:gd name="connsiteX35" fmla="*/ 128561 w 143596"/>
                <a:gd name="connsiteY35" fmla="*/ 75331 h 129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596" h="129594">
                  <a:moveTo>
                    <a:pt x="128561" y="75331"/>
                  </a:moveTo>
                  <a:lnTo>
                    <a:pt x="100445" y="71500"/>
                  </a:lnTo>
                  <a:lnTo>
                    <a:pt x="99166" y="43411"/>
                  </a:lnTo>
                  <a:cubicBezTo>
                    <a:pt x="97889" y="19152"/>
                    <a:pt x="77441" y="5107"/>
                    <a:pt x="56993" y="1915"/>
                  </a:cubicBezTo>
                  <a:cubicBezTo>
                    <a:pt x="42297" y="-638"/>
                    <a:pt x="26961" y="-638"/>
                    <a:pt x="12263" y="1915"/>
                  </a:cubicBezTo>
                  <a:cubicBezTo>
                    <a:pt x="9707" y="2554"/>
                    <a:pt x="7152" y="3192"/>
                    <a:pt x="4596" y="4469"/>
                  </a:cubicBezTo>
                  <a:cubicBezTo>
                    <a:pt x="1401" y="5746"/>
                    <a:pt x="-516" y="8938"/>
                    <a:pt x="122" y="12768"/>
                  </a:cubicBezTo>
                  <a:cubicBezTo>
                    <a:pt x="1401" y="15960"/>
                    <a:pt x="4596" y="17875"/>
                    <a:pt x="8430" y="17237"/>
                  </a:cubicBezTo>
                  <a:cubicBezTo>
                    <a:pt x="8430" y="17237"/>
                    <a:pt x="9068" y="17237"/>
                    <a:pt x="9068" y="17237"/>
                  </a:cubicBezTo>
                  <a:cubicBezTo>
                    <a:pt x="10986" y="16598"/>
                    <a:pt x="12902" y="15960"/>
                    <a:pt x="14820" y="15322"/>
                  </a:cubicBezTo>
                  <a:cubicBezTo>
                    <a:pt x="28238" y="12768"/>
                    <a:pt x="41657" y="12768"/>
                    <a:pt x="55076" y="15322"/>
                  </a:cubicBezTo>
                  <a:cubicBezTo>
                    <a:pt x="69773" y="17237"/>
                    <a:pt x="85748" y="27451"/>
                    <a:pt x="86387" y="44049"/>
                  </a:cubicBezTo>
                  <a:lnTo>
                    <a:pt x="87665" y="77246"/>
                  </a:lnTo>
                  <a:cubicBezTo>
                    <a:pt x="87665" y="80438"/>
                    <a:pt x="90221" y="82992"/>
                    <a:pt x="93416" y="83630"/>
                  </a:cubicBezTo>
                  <a:lnTo>
                    <a:pt x="126643" y="88099"/>
                  </a:lnTo>
                  <a:cubicBezTo>
                    <a:pt x="129838" y="88737"/>
                    <a:pt x="131756" y="91291"/>
                    <a:pt x="131116" y="94483"/>
                  </a:cubicBezTo>
                  <a:cubicBezTo>
                    <a:pt x="131116" y="94483"/>
                    <a:pt x="131116" y="94483"/>
                    <a:pt x="131116" y="94483"/>
                  </a:cubicBezTo>
                  <a:cubicBezTo>
                    <a:pt x="130477" y="97036"/>
                    <a:pt x="128561" y="98313"/>
                    <a:pt x="126005" y="97675"/>
                  </a:cubicBezTo>
                  <a:lnTo>
                    <a:pt x="80636" y="91291"/>
                  </a:lnTo>
                  <a:cubicBezTo>
                    <a:pt x="75524" y="90652"/>
                    <a:pt x="71690" y="86184"/>
                    <a:pt x="71690" y="81076"/>
                  </a:cubicBezTo>
                  <a:lnTo>
                    <a:pt x="70412" y="42134"/>
                  </a:lnTo>
                  <a:cubicBezTo>
                    <a:pt x="70412" y="38304"/>
                    <a:pt x="67217" y="35750"/>
                    <a:pt x="64022" y="35750"/>
                  </a:cubicBezTo>
                  <a:cubicBezTo>
                    <a:pt x="60188" y="35750"/>
                    <a:pt x="57632" y="38942"/>
                    <a:pt x="57632" y="42134"/>
                  </a:cubicBezTo>
                  <a:lnTo>
                    <a:pt x="58910" y="81076"/>
                  </a:lnTo>
                  <a:cubicBezTo>
                    <a:pt x="58910" y="85545"/>
                    <a:pt x="60827" y="90014"/>
                    <a:pt x="62744" y="93206"/>
                  </a:cubicBezTo>
                  <a:lnTo>
                    <a:pt x="62744" y="123211"/>
                  </a:lnTo>
                  <a:cubicBezTo>
                    <a:pt x="62744" y="127041"/>
                    <a:pt x="65300" y="129595"/>
                    <a:pt x="69134" y="129595"/>
                  </a:cubicBezTo>
                  <a:cubicBezTo>
                    <a:pt x="72968" y="129595"/>
                    <a:pt x="75524" y="127041"/>
                    <a:pt x="75524" y="123211"/>
                  </a:cubicBezTo>
                  <a:lnTo>
                    <a:pt x="75524" y="102782"/>
                  </a:lnTo>
                  <a:cubicBezTo>
                    <a:pt x="76802" y="102782"/>
                    <a:pt x="77441" y="103420"/>
                    <a:pt x="78719" y="103420"/>
                  </a:cubicBezTo>
                  <a:lnTo>
                    <a:pt x="124087" y="109804"/>
                  </a:lnTo>
                  <a:cubicBezTo>
                    <a:pt x="124726" y="109804"/>
                    <a:pt x="125366" y="109804"/>
                    <a:pt x="126005" y="109804"/>
                  </a:cubicBezTo>
                  <a:cubicBezTo>
                    <a:pt x="134311" y="109804"/>
                    <a:pt x="141341" y="104059"/>
                    <a:pt x="143257" y="96398"/>
                  </a:cubicBezTo>
                  <a:lnTo>
                    <a:pt x="143257" y="95760"/>
                  </a:lnTo>
                  <a:cubicBezTo>
                    <a:pt x="145174" y="86822"/>
                    <a:pt x="138784" y="77246"/>
                    <a:pt x="128561" y="75331"/>
                  </a:cubicBezTo>
                  <a:cubicBezTo>
                    <a:pt x="128561" y="75331"/>
                    <a:pt x="128561" y="75331"/>
                    <a:pt x="128561" y="75331"/>
                  </a:cubicBezTo>
                  <a:close/>
                </a:path>
              </a:pathLst>
            </a:custGeom>
            <a:solidFill>
              <a:srgbClr val="26890D"/>
            </a:solidFill>
            <a:ln w="6390" cap="flat">
              <a:noFill/>
              <a:prstDash val="solid"/>
              <a:miter/>
            </a:ln>
          </p:spPr>
          <p:txBody>
            <a:bodyPr rtlCol="0" anchor="ctr"/>
            <a:lstStyle/>
            <a:p>
              <a:endParaRPr lang="en-US"/>
            </a:p>
          </p:txBody>
        </p:sp>
        <p:sp>
          <p:nvSpPr>
            <p:cNvPr id="794" name="Graphic 4">
              <a:extLst>
                <a:ext uri="{FF2B5EF4-FFF2-40B4-BE49-F238E27FC236}">
                  <a16:creationId xmlns:a16="http://schemas.microsoft.com/office/drawing/2014/main" id="{EB59711C-EB6B-8B4C-A794-7AFFBF49D2BC}"/>
                </a:ext>
              </a:extLst>
            </p:cNvPr>
            <p:cNvSpPr/>
            <p:nvPr/>
          </p:nvSpPr>
          <p:spPr>
            <a:xfrm>
              <a:off x="7942052" y="3925035"/>
              <a:ext cx="161664" cy="148108"/>
            </a:xfrm>
            <a:custGeom>
              <a:avLst/>
              <a:gdLst>
                <a:gd name="connsiteX0" fmla="*/ 140579 w 161664"/>
                <a:gd name="connsiteY0" fmla="*/ 125126 h 148108"/>
                <a:gd name="connsiteX1" fmla="*/ 161665 w 161664"/>
                <a:gd name="connsiteY1" fmla="*/ 104059 h 148108"/>
                <a:gd name="connsiteX2" fmla="*/ 161665 w 161664"/>
                <a:gd name="connsiteY2" fmla="*/ 21067 h 148108"/>
                <a:gd name="connsiteX3" fmla="*/ 140579 w 161664"/>
                <a:gd name="connsiteY3" fmla="*/ 0 h 148108"/>
                <a:gd name="connsiteX4" fmla="*/ 21086 w 161664"/>
                <a:gd name="connsiteY4" fmla="*/ 0 h 148108"/>
                <a:gd name="connsiteX5" fmla="*/ 0 w 161664"/>
                <a:gd name="connsiteY5" fmla="*/ 21067 h 148108"/>
                <a:gd name="connsiteX6" fmla="*/ 0 w 161664"/>
                <a:gd name="connsiteY6" fmla="*/ 58733 h 148108"/>
                <a:gd name="connsiteX7" fmla="*/ 6390 w 161664"/>
                <a:gd name="connsiteY7" fmla="*/ 65117 h 148108"/>
                <a:gd name="connsiteX8" fmla="*/ 12780 w 161664"/>
                <a:gd name="connsiteY8" fmla="*/ 58733 h 148108"/>
                <a:gd name="connsiteX9" fmla="*/ 12780 w 161664"/>
                <a:gd name="connsiteY9" fmla="*/ 21067 h 148108"/>
                <a:gd name="connsiteX10" fmla="*/ 21086 w 161664"/>
                <a:gd name="connsiteY10" fmla="*/ 12768 h 148108"/>
                <a:gd name="connsiteX11" fmla="*/ 140579 w 161664"/>
                <a:gd name="connsiteY11" fmla="*/ 12768 h 148108"/>
                <a:gd name="connsiteX12" fmla="*/ 148885 w 161664"/>
                <a:gd name="connsiteY12" fmla="*/ 21067 h 148108"/>
                <a:gd name="connsiteX13" fmla="*/ 148885 w 161664"/>
                <a:gd name="connsiteY13" fmla="*/ 92568 h 148108"/>
                <a:gd name="connsiteX14" fmla="*/ 113740 w 161664"/>
                <a:gd name="connsiteY14" fmla="*/ 92568 h 148108"/>
                <a:gd name="connsiteX15" fmla="*/ 80513 w 161664"/>
                <a:gd name="connsiteY15" fmla="*/ 70224 h 148108"/>
                <a:gd name="connsiteX16" fmla="*/ 47286 w 161664"/>
                <a:gd name="connsiteY16" fmla="*/ 92568 h 148108"/>
                <a:gd name="connsiteX17" fmla="*/ 34506 w 161664"/>
                <a:gd name="connsiteY17" fmla="*/ 92568 h 148108"/>
                <a:gd name="connsiteX18" fmla="*/ 28116 w 161664"/>
                <a:gd name="connsiteY18" fmla="*/ 98952 h 148108"/>
                <a:gd name="connsiteX19" fmla="*/ 34506 w 161664"/>
                <a:gd name="connsiteY19" fmla="*/ 105336 h 148108"/>
                <a:gd name="connsiteX20" fmla="*/ 148885 w 161664"/>
                <a:gd name="connsiteY20" fmla="*/ 105336 h 148108"/>
                <a:gd name="connsiteX21" fmla="*/ 140579 w 161664"/>
                <a:gd name="connsiteY21" fmla="*/ 112997 h 148108"/>
                <a:gd name="connsiteX22" fmla="*/ 34506 w 161664"/>
                <a:gd name="connsiteY22" fmla="*/ 112997 h 148108"/>
                <a:gd name="connsiteX23" fmla="*/ 28116 w 161664"/>
                <a:gd name="connsiteY23" fmla="*/ 119381 h 148108"/>
                <a:gd name="connsiteX24" fmla="*/ 34506 w 161664"/>
                <a:gd name="connsiteY24" fmla="*/ 125765 h 148108"/>
                <a:gd name="connsiteX25" fmla="*/ 61982 w 161664"/>
                <a:gd name="connsiteY25" fmla="*/ 125765 h 148108"/>
                <a:gd name="connsiteX26" fmla="*/ 61982 w 161664"/>
                <a:gd name="connsiteY26" fmla="*/ 141724 h 148108"/>
                <a:gd name="connsiteX27" fmla="*/ 68372 w 161664"/>
                <a:gd name="connsiteY27" fmla="*/ 148108 h 148108"/>
                <a:gd name="connsiteX28" fmla="*/ 155275 w 161664"/>
                <a:gd name="connsiteY28" fmla="*/ 148108 h 148108"/>
                <a:gd name="connsiteX29" fmla="*/ 161665 w 161664"/>
                <a:gd name="connsiteY29" fmla="*/ 141724 h 148108"/>
                <a:gd name="connsiteX30" fmla="*/ 155275 w 161664"/>
                <a:gd name="connsiteY30" fmla="*/ 135341 h 148108"/>
                <a:gd name="connsiteX31" fmla="*/ 99044 w 161664"/>
                <a:gd name="connsiteY31" fmla="*/ 135341 h 148108"/>
                <a:gd name="connsiteX32" fmla="*/ 99044 w 161664"/>
                <a:gd name="connsiteY32" fmla="*/ 125765 h 148108"/>
                <a:gd name="connsiteX33" fmla="*/ 140579 w 161664"/>
                <a:gd name="connsiteY33" fmla="*/ 125126 h 148108"/>
                <a:gd name="connsiteX34" fmla="*/ 81152 w 161664"/>
                <a:gd name="connsiteY34" fmla="*/ 82353 h 148108"/>
                <a:gd name="connsiteX35" fmla="*/ 100961 w 161664"/>
                <a:gd name="connsiteY35" fmla="*/ 91929 h 148108"/>
                <a:gd name="connsiteX36" fmla="*/ 61343 w 161664"/>
                <a:gd name="connsiteY36" fmla="*/ 91929 h 148108"/>
                <a:gd name="connsiteX37" fmla="*/ 81152 w 161664"/>
                <a:gd name="connsiteY37" fmla="*/ 82353 h 148108"/>
                <a:gd name="connsiteX38" fmla="*/ 81152 w 161664"/>
                <a:gd name="connsiteY38" fmla="*/ 82353 h 148108"/>
                <a:gd name="connsiteX39" fmla="*/ 86903 w 161664"/>
                <a:gd name="connsiteY39" fmla="*/ 134702 h 148108"/>
                <a:gd name="connsiteX40" fmla="*/ 75401 w 161664"/>
                <a:gd name="connsiteY40" fmla="*/ 134702 h 148108"/>
                <a:gd name="connsiteX41" fmla="*/ 75401 w 161664"/>
                <a:gd name="connsiteY41" fmla="*/ 125126 h 148108"/>
                <a:gd name="connsiteX42" fmla="*/ 86903 w 161664"/>
                <a:gd name="connsiteY42" fmla="*/ 125126 h 148108"/>
                <a:gd name="connsiteX43" fmla="*/ 86903 w 161664"/>
                <a:gd name="connsiteY43" fmla="*/ 134702 h 148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61664" h="148108">
                  <a:moveTo>
                    <a:pt x="140579" y="125126"/>
                  </a:moveTo>
                  <a:cubicBezTo>
                    <a:pt x="152080" y="125126"/>
                    <a:pt x="161665" y="115550"/>
                    <a:pt x="161665" y="104059"/>
                  </a:cubicBezTo>
                  <a:lnTo>
                    <a:pt x="161665" y="21067"/>
                  </a:lnTo>
                  <a:cubicBezTo>
                    <a:pt x="161665" y="9576"/>
                    <a:pt x="152080" y="0"/>
                    <a:pt x="140579" y="0"/>
                  </a:cubicBezTo>
                  <a:lnTo>
                    <a:pt x="21086" y="0"/>
                  </a:lnTo>
                  <a:cubicBezTo>
                    <a:pt x="9585" y="0"/>
                    <a:pt x="0" y="9576"/>
                    <a:pt x="0" y="21067"/>
                  </a:cubicBezTo>
                  <a:lnTo>
                    <a:pt x="0" y="58733"/>
                  </a:lnTo>
                  <a:cubicBezTo>
                    <a:pt x="0" y="62563"/>
                    <a:pt x="2556" y="65117"/>
                    <a:pt x="6390" y="65117"/>
                  </a:cubicBezTo>
                  <a:cubicBezTo>
                    <a:pt x="10224" y="65117"/>
                    <a:pt x="12780" y="62563"/>
                    <a:pt x="12780" y="58733"/>
                  </a:cubicBezTo>
                  <a:lnTo>
                    <a:pt x="12780" y="21067"/>
                  </a:lnTo>
                  <a:cubicBezTo>
                    <a:pt x="12780" y="16598"/>
                    <a:pt x="16614" y="12768"/>
                    <a:pt x="21086" y="12768"/>
                  </a:cubicBezTo>
                  <a:lnTo>
                    <a:pt x="140579" y="12768"/>
                  </a:lnTo>
                  <a:cubicBezTo>
                    <a:pt x="145051" y="12768"/>
                    <a:pt x="148885" y="16598"/>
                    <a:pt x="148885" y="21067"/>
                  </a:cubicBezTo>
                  <a:lnTo>
                    <a:pt x="148885" y="92568"/>
                  </a:lnTo>
                  <a:lnTo>
                    <a:pt x="113740" y="92568"/>
                  </a:lnTo>
                  <a:cubicBezTo>
                    <a:pt x="111185" y="81077"/>
                    <a:pt x="101600" y="70224"/>
                    <a:pt x="80513" y="70224"/>
                  </a:cubicBezTo>
                  <a:cubicBezTo>
                    <a:pt x="59426" y="70224"/>
                    <a:pt x="49841" y="81077"/>
                    <a:pt x="47286" y="92568"/>
                  </a:cubicBezTo>
                  <a:lnTo>
                    <a:pt x="34506" y="92568"/>
                  </a:lnTo>
                  <a:cubicBezTo>
                    <a:pt x="30671" y="92568"/>
                    <a:pt x="28116" y="95121"/>
                    <a:pt x="28116" y="98952"/>
                  </a:cubicBezTo>
                  <a:cubicBezTo>
                    <a:pt x="28116" y="102782"/>
                    <a:pt x="30671" y="105336"/>
                    <a:pt x="34506" y="105336"/>
                  </a:cubicBezTo>
                  <a:lnTo>
                    <a:pt x="148885" y="105336"/>
                  </a:lnTo>
                  <a:cubicBezTo>
                    <a:pt x="148246" y="109805"/>
                    <a:pt x="145051" y="112997"/>
                    <a:pt x="140579" y="112997"/>
                  </a:cubicBezTo>
                  <a:lnTo>
                    <a:pt x="34506" y="112997"/>
                  </a:lnTo>
                  <a:cubicBezTo>
                    <a:pt x="30671" y="112997"/>
                    <a:pt x="28116" y="115550"/>
                    <a:pt x="28116" y="119381"/>
                  </a:cubicBezTo>
                  <a:cubicBezTo>
                    <a:pt x="28116" y="123211"/>
                    <a:pt x="30671" y="125765"/>
                    <a:pt x="34506" y="125765"/>
                  </a:cubicBezTo>
                  <a:lnTo>
                    <a:pt x="61982" y="125765"/>
                  </a:lnTo>
                  <a:lnTo>
                    <a:pt x="61982" y="141724"/>
                  </a:lnTo>
                  <a:cubicBezTo>
                    <a:pt x="61982" y="145555"/>
                    <a:pt x="64538" y="148108"/>
                    <a:pt x="68372" y="148108"/>
                  </a:cubicBezTo>
                  <a:lnTo>
                    <a:pt x="155275" y="148108"/>
                  </a:lnTo>
                  <a:cubicBezTo>
                    <a:pt x="159110" y="148108"/>
                    <a:pt x="161665" y="145555"/>
                    <a:pt x="161665" y="141724"/>
                  </a:cubicBezTo>
                  <a:cubicBezTo>
                    <a:pt x="161665" y="137894"/>
                    <a:pt x="159110" y="135341"/>
                    <a:pt x="155275" y="135341"/>
                  </a:cubicBezTo>
                  <a:lnTo>
                    <a:pt x="99044" y="135341"/>
                  </a:lnTo>
                  <a:lnTo>
                    <a:pt x="99044" y="125765"/>
                  </a:lnTo>
                  <a:lnTo>
                    <a:pt x="140579" y="125126"/>
                  </a:lnTo>
                  <a:close/>
                  <a:moveTo>
                    <a:pt x="81152" y="82353"/>
                  </a:moveTo>
                  <a:cubicBezTo>
                    <a:pt x="93932" y="82353"/>
                    <a:pt x="99044" y="87461"/>
                    <a:pt x="100961" y="91929"/>
                  </a:cubicBezTo>
                  <a:lnTo>
                    <a:pt x="61343" y="91929"/>
                  </a:lnTo>
                  <a:cubicBezTo>
                    <a:pt x="63261" y="87461"/>
                    <a:pt x="68372" y="82353"/>
                    <a:pt x="81152" y="82353"/>
                  </a:cubicBezTo>
                  <a:lnTo>
                    <a:pt x="81152" y="82353"/>
                  </a:lnTo>
                  <a:close/>
                  <a:moveTo>
                    <a:pt x="86903" y="134702"/>
                  </a:moveTo>
                  <a:lnTo>
                    <a:pt x="75401" y="134702"/>
                  </a:lnTo>
                  <a:lnTo>
                    <a:pt x="75401" y="125126"/>
                  </a:lnTo>
                  <a:lnTo>
                    <a:pt x="86903" y="125126"/>
                  </a:lnTo>
                  <a:lnTo>
                    <a:pt x="86903" y="134702"/>
                  </a:lnTo>
                  <a:close/>
                </a:path>
              </a:pathLst>
            </a:custGeom>
            <a:solidFill>
              <a:srgbClr val="26890D"/>
            </a:solidFill>
            <a:ln w="6390" cap="flat">
              <a:noFill/>
              <a:prstDash val="solid"/>
              <a:miter/>
            </a:ln>
          </p:spPr>
          <p:txBody>
            <a:bodyPr rtlCol="0" anchor="ctr"/>
            <a:lstStyle/>
            <a:p>
              <a:endParaRPr lang="en-US"/>
            </a:p>
          </p:txBody>
        </p:sp>
        <p:sp>
          <p:nvSpPr>
            <p:cNvPr id="795" name="Graphic 4">
              <a:extLst>
                <a:ext uri="{FF2B5EF4-FFF2-40B4-BE49-F238E27FC236}">
                  <a16:creationId xmlns:a16="http://schemas.microsoft.com/office/drawing/2014/main" id="{06C8D025-4867-7E49-A545-6E9C331A9AC1}"/>
                </a:ext>
              </a:extLst>
            </p:cNvPr>
            <p:cNvSpPr/>
            <p:nvPr/>
          </p:nvSpPr>
          <p:spPr>
            <a:xfrm>
              <a:off x="7998283" y="3944186"/>
              <a:ext cx="48564" cy="48518"/>
            </a:xfrm>
            <a:custGeom>
              <a:avLst/>
              <a:gdLst>
                <a:gd name="connsiteX0" fmla="*/ 48564 w 48564"/>
                <a:gd name="connsiteY0" fmla="*/ 24259 h 48518"/>
                <a:gd name="connsiteX1" fmla="*/ 24282 w 48564"/>
                <a:gd name="connsiteY1" fmla="*/ 0 h 48518"/>
                <a:gd name="connsiteX2" fmla="*/ 0 w 48564"/>
                <a:gd name="connsiteY2" fmla="*/ 24259 h 48518"/>
                <a:gd name="connsiteX3" fmla="*/ 24282 w 48564"/>
                <a:gd name="connsiteY3" fmla="*/ 48518 h 48518"/>
                <a:gd name="connsiteX4" fmla="*/ 48564 w 48564"/>
                <a:gd name="connsiteY4" fmla="*/ 24259 h 48518"/>
                <a:gd name="connsiteX5" fmla="*/ 48564 w 48564"/>
                <a:gd name="connsiteY5" fmla="*/ 24259 h 48518"/>
                <a:gd name="connsiteX6" fmla="*/ 13419 w 48564"/>
                <a:gd name="connsiteY6" fmla="*/ 24259 h 48518"/>
                <a:gd name="connsiteX7" fmla="*/ 24921 w 48564"/>
                <a:gd name="connsiteY7" fmla="*/ 12768 h 48518"/>
                <a:gd name="connsiteX8" fmla="*/ 36423 w 48564"/>
                <a:gd name="connsiteY8" fmla="*/ 24259 h 48518"/>
                <a:gd name="connsiteX9" fmla="*/ 24921 w 48564"/>
                <a:gd name="connsiteY9" fmla="*/ 35750 h 48518"/>
                <a:gd name="connsiteX10" fmla="*/ 24921 w 48564"/>
                <a:gd name="connsiteY10" fmla="*/ 35750 h 48518"/>
                <a:gd name="connsiteX11" fmla="*/ 13419 w 48564"/>
                <a:gd name="connsiteY11" fmla="*/ 24259 h 48518"/>
                <a:gd name="connsiteX12" fmla="*/ 13419 w 48564"/>
                <a:gd name="connsiteY12" fmla="*/ 24259 h 4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564" h="48518">
                  <a:moveTo>
                    <a:pt x="48564" y="24259"/>
                  </a:moveTo>
                  <a:cubicBezTo>
                    <a:pt x="48564" y="10853"/>
                    <a:pt x="37701" y="0"/>
                    <a:pt x="24282" y="0"/>
                  </a:cubicBezTo>
                  <a:cubicBezTo>
                    <a:pt x="10863" y="0"/>
                    <a:pt x="0" y="10853"/>
                    <a:pt x="0" y="24259"/>
                  </a:cubicBezTo>
                  <a:cubicBezTo>
                    <a:pt x="0" y="37665"/>
                    <a:pt x="10863" y="48518"/>
                    <a:pt x="24282" y="48518"/>
                  </a:cubicBezTo>
                  <a:cubicBezTo>
                    <a:pt x="37701" y="48518"/>
                    <a:pt x="48564" y="37665"/>
                    <a:pt x="48564" y="24259"/>
                  </a:cubicBezTo>
                  <a:cubicBezTo>
                    <a:pt x="48564" y="24259"/>
                    <a:pt x="48564" y="24259"/>
                    <a:pt x="48564" y="24259"/>
                  </a:cubicBezTo>
                  <a:close/>
                  <a:moveTo>
                    <a:pt x="13419" y="24259"/>
                  </a:moveTo>
                  <a:cubicBezTo>
                    <a:pt x="13419" y="17875"/>
                    <a:pt x="18531" y="12768"/>
                    <a:pt x="24921" y="12768"/>
                  </a:cubicBezTo>
                  <a:cubicBezTo>
                    <a:pt x="31311" y="12768"/>
                    <a:pt x="36423" y="17875"/>
                    <a:pt x="36423" y="24259"/>
                  </a:cubicBezTo>
                  <a:cubicBezTo>
                    <a:pt x="36423" y="30643"/>
                    <a:pt x="31311" y="35750"/>
                    <a:pt x="24921" y="35750"/>
                  </a:cubicBezTo>
                  <a:cubicBezTo>
                    <a:pt x="24921" y="35750"/>
                    <a:pt x="24921" y="35750"/>
                    <a:pt x="24921" y="35750"/>
                  </a:cubicBezTo>
                  <a:cubicBezTo>
                    <a:pt x="18531" y="35750"/>
                    <a:pt x="13419" y="30643"/>
                    <a:pt x="13419" y="24259"/>
                  </a:cubicBezTo>
                  <a:cubicBezTo>
                    <a:pt x="13419" y="24259"/>
                    <a:pt x="13419" y="24259"/>
                    <a:pt x="13419" y="24259"/>
                  </a:cubicBezTo>
                  <a:close/>
                </a:path>
              </a:pathLst>
            </a:custGeom>
            <a:solidFill>
              <a:srgbClr val="26890D"/>
            </a:solidFill>
            <a:ln w="6390" cap="flat">
              <a:noFill/>
              <a:prstDash val="solid"/>
              <a:miter/>
            </a:ln>
          </p:spPr>
          <p:txBody>
            <a:bodyPr rtlCol="0" anchor="ctr"/>
            <a:lstStyle/>
            <a:p>
              <a:endParaRPr lang="en-US"/>
            </a:p>
          </p:txBody>
        </p:sp>
      </p:grpSp>
      <p:grpSp>
        <p:nvGrpSpPr>
          <p:cNvPr id="796" name="Graphic 4">
            <a:extLst>
              <a:ext uri="{FF2B5EF4-FFF2-40B4-BE49-F238E27FC236}">
                <a16:creationId xmlns:a16="http://schemas.microsoft.com/office/drawing/2014/main" id="{D00E0CAD-113F-2247-A176-3DB8F2C7F5D2}"/>
              </a:ext>
            </a:extLst>
          </p:cNvPr>
          <p:cNvGrpSpPr/>
          <p:nvPr/>
        </p:nvGrpSpPr>
        <p:grpSpPr>
          <a:xfrm>
            <a:off x="8239823" y="3824168"/>
            <a:ext cx="361674" cy="361971"/>
            <a:chOff x="8239823" y="3824168"/>
            <a:chExt cx="361674" cy="361971"/>
          </a:xfrm>
          <a:solidFill>
            <a:srgbClr val="26890D"/>
          </a:solidFill>
        </p:grpSpPr>
        <p:sp>
          <p:nvSpPr>
            <p:cNvPr id="797" name="Graphic 4">
              <a:extLst>
                <a:ext uri="{FF2B5EF4-FFF2-40B4-BE49-F238E27FC236}">
                  <a16:creationId xmlns:a16="http://schemas.microsoft.com/office/drawing/2014/main" id="{DEAF93B8-A6A5-744B-B532-C3B1C9E29A52}"/>
                </a:ext>
              </a:extLst>
            </p:cNvPr>
            <p:cNvSpPr/>
            <p:nvPr/>
          </p:nvSpPr>
          <p:spPr>
            <a:xfrm>
              <a:off x="8455164" y="4050160"/>
              <a:ext cx="11501" cy="9575"/>
            </a:xfrm>
            <a:custGeom>
              <a:avLst/>
              <a:gdLst>
                <a:gd name="connsiteX0" fmla="*/ 0 w 11501"/>
                <a:gd name="connsiteY0" fmla="*/ 0 h 9575"/>
                <a:gd name="connsiteX1" fmla="*/ 11502 w 11501"/>
                <a:gd name="connsiteY1" fmla="*/ 0 h 9575"/>
                <a:gd name="connsiteX2" fmla="*/ 11502 w 11501"/>
                <a:gd name="connsiteY2" fmla="*/ 9576 h 9575"/>
                <a:gd name="connsiteX3" fmla="*/ 0 w 11501"/>
                <a:gd name="connsiteY3" fmla="*/ 9576 h 9575"/>
              </a:gdLst>
              <a:ahLst/>
              <a:cxnLst>
                <a:cxn ang="0">
                  <a:pos x="connsiteX0" y="connsiteY0"/>
                </a:cxn>
                <a:cxn ang="0">
                  <a:pos x="connsiteX1" y="connsiteY1"/>
                </a:cxn>
                <a:cxn ang="0">
                  <a:pos x="connsiteX2" y="connsiteY2"/>
                </a:cxn>
                <a:cxn ang="0">
                  <a:pos x="connsiteX3" y="connsiteY3"/>
                </a:cxn>
              </a:cxnLst>
              <a:rect l="l" t="t" r="r" b="b"/>
              <a:pathLst>
                <a:path w="11501" h="9575">
                  <a:moveTo>
                    <a:pt x="0" y="0"/>
                  </a:moveTo>
                  <a:lnTo>
                    <a:pt x="11502" y="0"/>
                  </a:lnTo>
                  <a:lnTo>
                    <a:pt x="11502" y="9576"/>
                  </a:lnTo>
                  <a:lnTo>
                    <a:pt x="0" y="9576"/>
                  </a:lnTo>
                  <a:close/>
                </a:path>
              </a:pathLst>
            </a:custGeom>
            <a:solidFill>
              <a:srgbClr val="26890D"/>
            </a:solidFill>
            <a:ln w="6390" cap="flat">
              <a:noFill/>
              <a:prstDash val="solid"/>
              <a:miter/>
            </a:ln>
          </p:spPr>
          <p:txBody>
            <a:bodyPr rtlCol="0" anchor="ctr"/>
            <a:lstStyle/>
            <a:p>
              <a:endParaRPr lang="en-US"/>
            </a:p>
          </p:txBody>
        </p:sp>
        <p:sp>
          <p:nvSpPr>
            <p:cNvPr id="798" name="Graphic 4">
              <a:extLst>
                <a:ext uri="{FF2B5EF4-FFF2-40B4-BE49-F238E27FC236}">
                  <a16:creationId xmlns:a16="http://schemas.microsoft.com/office/drawing/2014/main" id="{6D2A2B17-D96C-A848-A9F2-9835655C04AC}"/>
                </a:ext>
              </a:extLst>
            </p:cNvPr>
            <p:cNvSpPr/>
            <p:nvPr/>
          </p:nvSpPr>
          <p:spPr>
            <a:xfrm>
              <a:off x="8441106" y="4007388"/>
              <a:ext cx="39617" cy="9575"/>
            </a:xfrm>
            <a:custGeom>
              <a:avLst/>
              <a:gdLst>
                <a:gd name="connsiteX0" fmla="*/ 19809 w 39617"/>
                <a:gd name="connsiteY0" fmla="*/ 0 h 9575"/>
                <a:gd name="connsiteX1" fmla="*/ 0 w 39617"/>
                <a:gd name="connsiteY1" fmla="*/ 9576 h 9575"/>
                <a:gd name="connsiteX2" fmla="*/ 39617 w 39617"/>
                <a:gd name="connsiteY2" fmla="*/ 9576 h 9575"/>
                <a:gd name="connsiteX3" fmla="*/ 19809 w 39617"/>
                <a:gd name="connsiteY3" fmla="*/ 0 h 9575"/>
              </a:gdLst>
              <a:ahLst/>
              <a:cxnLst>
                <a:cxn ang="0">
                  <a:pos x="connsiteX0" y="connsiteY0"/>
                </a:cxn>
                <a:cxn ang="0">
                  <a:pos x="connsiteX1" y="connsiteY1"/>
                </a:cxn>
                <a:cxn ang="0">
                  <a:pos x="connsiteX2" y="connsiteY2"/>
                </a:cxn>
                <a:cxn ang="0">
                  <a:pos x="connsiteX3" y="connsiteY3"/>
                </a:cxn>
              </a:cxnLst>
              <a:rect l="l" t="t" r="r" b="b"/>
              <a:pathLst>
                <a:path w="39617" h="9575">
                  <a:moveTo>
                    <a:pt x="19809" y="0"/>
                  </a:moveTo>
                  <a:cubicBezTo>
                    <a:pt x="7029" y="0"/>
                    <a:pt x="1917" y="5107"/>
                    <a:pt x="0" y="9576"/>
                  </a:cubicBezTo>
                  <a:lnTo>
                    <a:pt x="39617" y="9576"/>
                  </a:lnTo>
                  <a:cubicBezTo>
                    <a:pt x="37701" y="5107"/>
                    <a:pt x="32589" y="0"/>
                    <a:pt x="19809" y="0"/>
                  </a:cubicBezTo>
                  <a:close/>
                </a:path>
              </a:pathLst>
            </a:custGeom>
            <a:solidFill>
              <a:srgbClr val="26890D"/>
            </a:solidFill>
            <a:ln w="6390" cap="flat">
              <a:noFill/>
              <a:prstDash val="solid"/>
              <a:miter/>
            </a:ln>
          </p:spPr>
          <p:txBody>
            <a:bodyPr rtlCol="0" anchor="ctr"/>
            <a:lstStyle/>
            <a:p>
              <a:endParaRPr lang="en-US"/>
            </a:p>
          </p:txBody>
        </p:sp>
        <p:sp>
          <p:nvSpPr>
            <p:cNvPr id="799" name="Graphic 4">
              <a:extLst>
                <a:ext uri="{FF2B5EF4-FFF2-40B4-BE49-F238E27FC236}">
                  <a16:creationId xmlns:a16="http://schemas.microsoft.com/office/drawing/2014/main" id="{50201897-0C67-9842-8AE4-A343BEDFF773}"/>
                </a:ext>
              </a:extLst>
            </p:cNvPr>
            <p:cNvSpPr/>
            <p:nvPr/>
          </p:nvSpPr>
          <p:spPr>
            <a:xfrm>
              <a:off x="8318420" y="3933972"/>
              <a:ext cx="42173" cy="42134"/>
            </a:xfrm>
            <a:custGeom>
              <a:avLst/>
              <a:gdLst>
                <a:gd name="connsiteX0" fmla="*/ 21086 w 42173"/>
                <a:gd name="connsiteY0" fmla="*/ 42135 h 42134"/>
                <a:gd name="connsiteX1" fmla="*/ 42173 w 42173"/>
                <a:gd name="connsiteY1" fmla="*/ 21067 h 42134"/>
                <a:gd name="connsiteX2" fmla="*/ 21086 w 42173"/>
                <a:gd name="connsiteY2" fmla="*/ 0 h 42134"/>
                <a:gd name="connsiteX3" fmla="*/ 0 w 42173"/>
                <a:gd name="connsiteY3" fmla="*/ 21067 h 42134"/>
                <a:gd name="connsiteX4" fmla="*/ 0 w 42173"/>
                <a:gd name="connsiteY4" fmla="*/ 21067 h 42134"/>
                <a:gd name="connsiteX5" fmla="*/ 21086 w 42173"/>
                <a:gd name="connsiteY5" fmla="*/ 42135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73" h="42134">
                  <a:moveTo>
                    <a:pt x="21086" y="42135"/>
                  </a:moveTo>
                  <a:cubicBezTo>
                    <a:pt x="32589" y="42135"/>
                    <a:pt x="42173" y="32559"/>
                    <a:pt x="42173" y="21067"/>
                  </a:cubicBezTo>
                  <a:cubicBezTo>
                    <a:pt x="42173" y="9576"/>
                    <a:pt x="32589" y="0"/>
                    <a:pt x="21086" y="0"/>
                  </a:cubicBezTo>
                  <a:cubicBezTo>
                    <a:pt x="9585" y="0"/>
                    <a:pt x="0" y="9576"/>
                    <a:pt x="0" y="21067"/>
                  </a:cubicBezTo>
                  <a:lnTo>
                    <a:pt x="0" y="21067"/>
                  </a:lnTo>
                  <a:cubicBezTo>
                    <a:pt x="0" y="33197"/>
                    <a:pt x="9585" y="42135"/>
                    <a:pt x="21086" y="42135"/>
                  </a:cubicBezTo>
                  <a:close/>
                </a:path>
              </a:pathLst>
            </a:custGeom>
            <a:solidFill>
              <a:srgbClr val="26890D"/>
            </a:solidFill>
            <a:ln w="6390" cap="flat">
              <a:noFill/>
              <a:prstDash val="solid"/>
              <a:miter/>
            </a:ln>
          </p:spPr>
          <p:txBody>
            <a:bodyPr rtlCol="0" anchor="ctr"/>
            <a:lstStyle/>
            <a:p>
              <a:endParaRPr lang="en-US"/>
            </a:p>
          </p:txBody>
        </p:sp>
        <p:sp>
          <p:nvSpPr>
            <p:cNvPr id="800" name="Graphic 4">
              <a:extLst>
                <a:ext uri="{FF2B5EF4-FFF2-40B4-BE49-F238E27FC236}">
                  <a16:creationId xmlns:a16="http://schemas.microsoft.com/office/drawing/2014/main" id="{397C37DF-8CE9-DF46-95BF-E66AE2425691}"/>
                </a:ext>
              </a:extLst>
            </p:cNvPr>
            <p:cNvSpPr/>
            <p:nvPr/>
          </p:nvSpPr>
          <p:spPr>
            <a:xfrm>
              <a:off x="8239823" y="3824168"/>
              <a:ext cx="361674" cy="361971"/>
            </a:xfrm>
            <a:custGeom>
              <a:avLst/>
              <a:gdLst>
                <a:gd name="connsiteX0" fmla="*/ 180836 w 361674"/>
                <a:gd name="connsiteY0" fmla="*/ 0 h 361971"/>
                <a:gd name="connsiteX1" fmla="*/ 0 w 361674"/>
                <a:gd name="connsiteY1" fmla="*/ 180667 h 361971"/>
                <a:gd name="connsiteX2" fmla="*/ 180836 w 361674"/>
                <a:gd name="connsiteY2" fmla="*/ 361971 h 361971"/>
                <a:gd name="connsiteX3" fmla="*/ 361670 w 361674"/>
                <a:gd name="connsiteY3" fmla="*/ 181305 h 361971"/>
                <a:gd name="connsiteX4" fmla="*/ 361670 w 361674"/>
                <a:gd name="connsiteY4" fmla="*/ 181305 h 361971"/>
                <a:gd name="connsiteX5" fmla="*/ 180836 w 361674"/>
                <a:gd name="connsiteY5" fmla="*/ 0 h 361971"/>
                <a:gd name="connsiteX6" fmla="*/ 99683 w 361674"/>
                <a:gd name="connsiteY6" fmla="*/ 97036 h 361971"/>
                <a:gd name="connsiteX7" fmla="*/ 133550 w 361674"/>
                <a:gd name="connsiteY7" fmla="*/ 130872 h 361971"/>
                <a:gd name="connsiteX8" fmla="*/ 99683 w 361674"/>
                <a:gd name="connsiteY8" fmla="*/ 164707 h 361971"/>
                <a:gd name="connsiteX9" fmla="*/ 65817 w 361674"/>
                <a:gd name="connsiteY9" fmla="*/ 130872 h 361971"/>
                <a:gd name="connsiteX10" fmla="*/ 65817 w 361674"/>
                <a:gd name="connsiteY10" fmla="*/ 130872 h 361971"/>
                <a:gd name="connsiteX11" fmla="*/ 99683 w 361674"/>
                <a:gd name="connsiteY11" fmla="*/ 97036 h 361971"/>
                <a:gd name="connsiteX12" fmla="*/ 203200 w 361674"/>
                <a:gd name="connsiteY12" fmla="*/ 263658 h 361971"/>
                <a:gd name="connsiteX13" fmla="*/ 203200 w 361674"/>
                <a:gd name="connsiteY13" fmla="*/ 264297 h 361971"/>
                <a:gd name="connsiteX14" fmla="*/ 185947 w 361674"/>
                <a:gd name="connsiteY14" fmla="*/ 277703 h 361971"/>
                <a:gd name="connsiteX15" fmla="*/ 184031 w 361674"/>
                <a:gd name="connsiteY15" fmla="*/ 277703 h 361971"/>
                <a:gd name="connsiteX16" fmla="*/ 138661 w 361674"/>
                <a:gd name="connsiteY16" fmla="*/ 271319 h 361971"/>
                <a:gd name="connsiteX17" fmla="*/ 138022 w 361674"/>
                <a:gd name="connsiteY17" fmla="*/ 271319 h 361971"/>
                <a:gd name="connsiteX18" fmla="*/ 138022 w 361674"/>
                <a:gd name="connsiteY18" fmla="*/ 293025 h 361971"/>
                <a:gd name="connsiteX19" fmla="*/ 131633 w 361674"/>
                <a:gd name="connsiteY19" fmla="*/ 299409 h 361971"/>
                <a:gd name="connsiteX20" fmla="*/ 125243 w 361674"/>
                <a:gd name="connsiteY20" fmla="*/ 293025 h 361971"/>
                <a:gd name="connsiteX21" fmla="*/ 125243 w 361674"/>
                <a:gd name="connsiteY21" fmla="*/ 265574 h 361971"/>
                <a:gd name="connsiteX22" fmla="*/ 118214 w 361674"/>
                <a:gd name="connsiteY22" fmla="*/ 250252 h 361971"/>
                <a:gd name="connsiteX23" fmla="*/ 116936 w 361674"/>
                <a:gd name="connsiteY23" fmla="*/ 211310 h 361971"/>
                <a:gd name="connsiteX24" fmla="*/ 123326 w 361674"/>
                <a:gd name="connsiteY24" fmla="*/ 204926 h 361971"/>
                <a:gd name="connsiteX25" fmla="*/ 129716 w 361674"/>
                <a:gd name="connsiteY25" fmla="*/ 211310 h 361971"/>
                <a:gd name="connsiteX26" fmla="*/ 130994 w 361674"/>
                <a:gd name="connsiteY26" fmla="*/ 250252 h 361971"/>
                <a:gd name="connsiteX27" fmla="*/ 139940 w 361674"/>
                <a:gd name="connsiteY27" fmla="*/ 260466 h 361971"/>
                <a:gd name="connsiteX28" fmla="*/ 185308 w 361674"/>
                <a:gd name="connsiteY28" fmla="*/ 266850 h 361971"/>
                <a:gd name="connsiteX29" fmla="*/ 190420 w 361674"/>
                <a:gd name="connsiteY29" fmla="*/ 263658 h 361971"/>
                <a:gd name="connsiteX30" fmla="*/ 185947 w 361674"/>
                <a:gd name="connsiteY30" fmla="*/ 257274 h 361971"/>
                <a:gd name="connsiteX31" fmla="*/ 185947 w 361674"/>
                <a:gd name="connsiteY31" fmla="*/ 257274 h 361971"/>
                <a:gd name="connsiteX32" fmla="*/ 152720 w 361674"/>
                <a:gd name="connsiteY32" fmla="*/ 252806 h 361971"/>
                <a:gd name="connsiteX33" fmla="*/ 146969 w 361674"/>
                <a:gd name="connsiteY33" fmla="*/ 246422 h 361971"/>
                <a:gd name="connsiteX34" fmla="*/ 145691 w 361674"/>
                <a:gd name="connsiteY34" fmla="*/ 213225 h 361971"/>
                <a:gd name="connsiteX35" fmla="*/ 114380 w 361674"/>
                <a:gd name="connsiteY35" fmla="*/ 184497 h 361971"/>
                <a:gd name="connsiteX36" fmla="*/ 74123 w 361674"/>
                <a:gd name="connsiteY36" fmla="*/ 184497 h 361971"/>
                <a:gd name="connsiteX37" fmla="*/ 68372 w 361674"/>
                <a:gd name="connsiteY37" fmla="*/ 186412 h 361971"/>
                <a:gd name="connsiteX38" fmla="*/ 60066 w 361674"/>
                <a:gd name="connsiteY38" fmla="*/ 182582 h 361971"/>
                <a:gd name="connsiteX39" fmla="*/ 60066 w 361674"/>
                <a:gd name="connsiteY39" fmla="*/ 182582 h 361971"/>
                <a:gd name="connsiteX40" fmla="*/ 63899 w 361674"/>
                <a:gd name="connsiteY40" fmla="*/ 174283 h 361971"/>
                <a:gd name="connsiteX41" fmla="*/ 63899 w 361674"/>
                <a:gd name="connsiteY41" fmla="*/ 174283 h 361971"/>
                <a:gd name="connsiteX42" fmla="*/ 71567 w 361674"/>
                <a:gd name="connsiteY42" fmla="*/ 171729 h 361971"/>
                <a:gd name="connsiteX43" fmla="*/ 116297 w 361674"/>
                <a:gd name="connsiteY43" fmla="*/ 171729 h 361971"/>
                <a:gd name="connsiteX44" fmla="*/ 158471 w 361674"/>
                <a:gd name="connsiteY44" fmla="*/ 213225 h 361971"/>
                <a:gd name="connsiteX45" fmla="*/ 159748 w 361674"/>
                <a:gd name="connsiteY45" fmla="*/ 241314 h 361971"/>
                <a:gd name="connsiteX46" fmla="*/ 187864 w 361674"/>
                <a:gd name="connsiteY46" fmla="*/ 245145 h 361971"/>
                <a:gd name="connsiteX47" fmla="*/ 203200 w 361674"/>
                <a:gd name="connsiteY47" fmla="*/ 263658 h 361971"/>
                <a:gd name="connsiteX48" fmla="*/ 302244 w 361674"/>
                <a:gd name="connsiteY48" fmla="*/ 204926 h 361971"/>
                <a:gd name="connsiteX49" fmla="*/ 281157 w 361674"/>
                <a:gd name="connsiteY49" fmla="*/ 225993 h 361971"/>
                <a:gd name="connsiteX50" fmla="*/ 239623 w 361674"/>
                <a:gd name="connsiteY50" fmla="*/ 225993 h 361971"/>
                <a:gd name="connsiteX51" fmla="*/ 239623 w 361674"/>
                <a:gd name="connsiteY51" fmla="*/ 235569 h 361971"/>
                <a:gd name="connsiteX52" fmla="*/ 295854 w 361674"/>
                <a:gd name="connsiteY52" fmla="*/ 235569 h 361971"/>
                <a:gd name="connsiteX53" fmla="*/ 302244 w 361674"/>
                <a:gd name="connsiteY53" fmla="*/ 241953 h 361971"/>
                <a:gd name="connsiteX54" fmla="*/ 295854 w 361674"/>
                <a:gd name="connsiteY54" fmla="*/ 248337 h 361971"/>
                <a:gd name="connsiteX55" fmla="*/ 208951 w 361674"/>
                <a:gd name="connsiteY55" fmla="*/ 248337 h 361971"/>
                <a:gd name="connsiteX56" fmla="*/ 202561 w 361674"/>
                <a:gd name="connsiteY56" fmla="*/ 241953 h 361971"/>
                <a:gd name="connsiteX57" fmla="*/ 202561 w 361674"/>
                <a:gd name="connsiteY57" fmla="*/ 225993 h 361971"/>
                <a:gd name="connsiteX58" fmla="*/ 175084 w 361674"/>
                <a:gd name="connsiteY58" fmla="*/ 225993 h 361971"/>
                <a:gd name="connsiteX59" fmla="*/ 168695 w 361674"/>
                <a:gd name="connsiteY59" fmla="*/ 219609 h 361971"/>
                <a:gd name="connsiteX60" fmla="*/ 175084 w 361674"/>
                <a:gd name="connsiteY60" fmla="*/ 213225 h 361971"/>
                <a:gd name="connsiteX61" fmla="*/ 281157 w 361674"/>
                <a:gd name="connsiteY61" fmla="*/ 213225 h 361971"/>
                <a:gd name="connsiteX62" fmla="*/ 289464 w 361674"/>
                <a:gd name="connsiteY62" fmla="*/ 205564 h 361971"/>
                <a:gd name="connsiteX63" fmla="*/ 175084 w 361674"/>
                <a:gd name="connsiteY63" fmla="*/ 205564 h 361971"/>
                <a:gd name="connsiteX64" fmla="*/ 168695 w 361674"/>
                <a:gd name="connsiteY64" fmla="*/ 199180 h 361971"/>
                <a:gd name="connsiteX65" fmla="*/ 175084 w 361674"/>
                <a:gd name="connsiteY65" fmla="*/ 192796 h 361971"/>
                <a:gd name="connsiteX66" fmla="*/ 187864 w 361674"/>
                <a:gd name="connsiteY66" fmla="*/ 192796 h 361971"/>
                <a:gd name="connsiteX67" fmla="*/ 221092 w 361674"/>
                <a:gd name="connsiteY67" fmla="*/ 170452 h 361971"/>
                <a:gd name="connsiteX68" fmla="*/ 254320 w 361674"/>
                <a:gd name="connsiteY68" fmla="*/ 192796 h 361971"/>
                <a:gd name="connsiteX69" fmla="*/ 289464 w 361674"/>
                <a:gd name="connsiteY69" fmla="*/ 192796 h 361971"/>
                <a:gd name="connsiteX70" fmla="*/ 289464 w 361674"/>
                <a:gd name="connsiteY70" fmla="*/ 121296 h 361971"/>
                <a:gd name="connsiteX71" fmla="*/ 281157 w 361674"/>
                <a:gd name="connsiteY71" fmla="*/ 112996 h 361971"/>
                <a:gd name="connsiteX72" fmla="*/ 161666 w 361674"/>
                <a:gd name="connsiteY72" fmla="*/ 112996 h 361971"/>
                <a:gd name="connsiteX73" fmla="*/ 153358 w 361674"/>
                <a:gd name="connsiteY73" fmla="*/ 121296 h 361971"/>
                <a:gd name="connsiteX74" fmla="*/ 153358 w 361674"/>
                <a:gd name="connsiteY74" fmla="*/ 158961 h 361971"/>
                <a:gd name="connsiteX75" fmla="*/ 146969 w 361674"/>
                <a:gd name="connsiteY75" fmla="*/ 165345 h 361971"/>
                <a:gd name="connsiteX76" fmla="*/ 140579 w 361674"/>
                <a:gd name="connsiteY76" fmla="*/ 158961 h 361971"/>
                <a:gd name="connsiteX77" fmla="*/ 140579 w 361674"/>
                <a:gd name="connsiteY77" fmla="*/ 121296 h 361971"/>
                <a:gd name="connsiteX78" fmla="*/ 161666 w 361674"/>
                <a:gd name="connsiteY78" fmla="*/ 100228 h 361971"/>
                <a:gd name="connsiteX79" fmla="*/ 281157 w 361674"/>
                <a:gd name="connsiteY79" fmla="*/ 100228 h 361971"/>
                <a:gd name="connsiteX80" fmla="*/ 302244 w 361674"/>
                <a:gd name="connsiteY80" fmla="*/ 121296 h 361971"/>
                <a:gd name="connsiteX81" fmla="*/ 302244 w 361674"/>
                <a:gd name="connsiteY81" fmla="*/ 204926 h 361971"/>
                <a:gd name="connsiteX82" fmla="*/ 196810 w 361674"/>
                <a:gd name="connsiteY82" fmla="*/ 144278 h 361971"/>
                <a:gd name="connsiteX83" fmla="*/ 221092 w 361674"/>
                <a:gd name="connsiteY83" fmla="*/ 120019 h 361971"/>
                <a:gd name="connsiteX84" fmla="*/ 245374 w 361674"/>
                <a:gd name="connsiteY84" fmla="*/ 144278 h 361971"/>
                <a:gd name="connsiteX85" fmla="*/ 221092 w 361674"/>
                <a:gd name="connsiteY85" fmla="*/ 168537 h 361971"/>
                <a:gd name="connsiteX86" fmla="*/ 196810 w 361674"/>
                <a:gd name="connsiteY86" fmla="*/ 144278 h 361971"/>
                <a:gd name="connsiteX87" fmla="*/ 196810 w 361674"/>
                <a:gd name="connsiteY87" fmla="*/ 14427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361674" h="361971">
                  <a:moveTo>
                    <a:pt x="180836" y="0"/>
                  </a:moveTo>
                  <a:cubicBezTo>
                    <a:pt x="80513" y="0"/>
                    <a:pt x="0" y="81076"/>
                    <a:pt x="0" y="180667"/>
                  </a:cubicBezTo>
                  <a:cubicBezTo>
                    <a:pt x="0" y="280895"/>
                    <a:pt x="81152" y="361971"/>
                    <a:pt x="180836" y="361971"/>
                  </a:cubicBezTo>
                  <a:cubicBezTo>
                    <a:pt x="281157" y="361971"/>
                    <a:pt x="361670" y="280895"/>
                    <a:pt x="361670" y="181305"/>
                  </a:cubicBezTo>
                  <a:lnTo>
                    <a:pt x="361670" y="181305"/>
                  </a:lnTo>
                  <a:cubicBezTo>
                    <a:pt x="362309" y="81076"/>
                    <a:pt x="281157" y="0"/>
                    <a:pt x="180836" y="0"/>
                  </a:cubicBezTo>
                  <a:close/>
                  <a:moveTo>
                    <a:pt x="99683" y="97036"/>
                  </a:moveTo>
                  <a:cubicBezTo>
                    <a:pt x="118214" y="97036"/>
                    <a:pt x="133550" y="112358"/>
                    <a:pt x="133550" y="130872"/>
                  </a:cubicBezTo>
                  <a:cubicBezTo>
                    <a:pt x="133550" y="149385"/>
                    <a:pt x="118214" y="164707"/>
                    <a:pt x="99683" y="164707"/>
                  </a:cubicBezTo>
                  <a:cubicBezTo>
                    <a:pt x="81152" y="164707"/>
                    <a:pt x="65817" y="149385"/>
                    <a:pt x="65817" y="130872"/>
                  </a:cubicBezTo>
                  <a:lnTo>
                    <a:pt x="65817" y="130872"/>
                  </a:lnTo>
                  <a:cubicBezTo>
                    <a:pt x="65817" y="112358"/>
                    <a:pt x="81152" y="97036"/>
                    <a:pt x="99683" y="97036"/>
                  </a:cubicBezTo>
                  <a:close/>
                  <a:moveTo>
                    <a:pt x="203200" y="263658"/>
                  </a:moveTo>
                  <a:cubicBezTo>
                    <a:pt x="203200" y="263658"/>
                    <a:pt x="203200" y="264297"/>
                    <a:pt x="203200" y="264297"/>
                  </a:cubicBezTo>
                  <a:cubicBezTo>
                    <a:pt x="201283" y="271958"/>
                    <a:pt x="194254" y="277703"/>
                    <a:pt x="185947" y="277703"/>
                  </a:cubicBezTo>
                  <a:cubicBezTo>
                    <a:pt x="185308" y="277703"/>
                    <a:pt x="184669" y="277703"/>
                    <a:pt x="184031" y="277703"/>
                  </a:cubicBezTo>
                  <a:lnTo>
                    <a:pt x="138661" y="271319"/>
                  </a:lnTo>
                  <a:lnTo>
                    <a:pt x="138022" y="271319"/>
                  </a:lnTo>
                  <a:lnTo>
                    <a:pt x="138022" y="293025"/>
                  </a:lnTo>
                  <a:cubicBezTo>
                    <a:pt x="138022" y="296855"/>
                    <a:pt x="135466" y="299409"/>
                    <a:pt x="131633" y="299409"/>
                  </a:cubicBezTo>
                  <a:cubicBezTo>
                    <a:pt x="127799" y="299409"/>
                    <a:pt x="125243" y="296855"/>
                    <a:pt x="125243" y="293025"/>
                  </a:cubicBezTo>
                  <a:lnTo>
                    <a:pt x="125243" y="265574"/>
                  </a:lnTo>
                  <a:cubicBezTo>
                    <a:pt x="120770" y="261743"/>
                    <a:pt x="118853" y="255998"/>
                    <a:pt x="118214" y="250252"/>
                  </a:cubicBezTo>
                  <a:lnTo>
                    <a:pt x="116936" y="211310"/>
                  </a:lnTo>
                  <a:cubicBezTo>
                    <a:pt x="116936" y="207479"/>
                    <a:pt x="119492" y="204926"/>
                    <a:pt x="123326" y="204926"/>
                  </a:cubicBezTo>
                  <a:cubicBezTo>
                    <a:pt x="127160" y="204926"/>
                    <a:pt x="129716" y="207479"/>
                    <a:pt x="129716" y="211310"/>
                  </a:cubicBezTo>
                  <a:lnTo>
                    <a:pt x="130994" y="250252"/>
                  </a:lnTo>
                  <a:cubicBezTo>
                    <a:pt x="130994" y="255359"/>
                    <a:pt x="134828" y="259828"/>
                    <a:pt x="139940" y="260466"/>
                  </a:cubicBezTo>
                  <a:lnTo>
                    <a:pt x="185308" y="266850"/>
                  </a:lnTo>
                  <a:cubicBezTo>
                    <a:pt x="187864" y="266850"/>
                    <a:pt x="189781" y="265574"/>
                    <a:pt x="190420" y="263658"/>
                  </a:cubicBezTo>
                  <a:cubicBezTo>
                    <a:pt x="191059" y="260466"/>
                    <a:pt x="189142" y="257913"/>
                    <a:pt x="185947" y="257274"/>
                  </a:cubicBezTo>
                  <a:cubicBezTo>
                    <a:pt x="185947" y="257274"/>
                    <a:pt x="185947" y="257274"/>
                    <a:pt x="185947" y="257274"/>
                  </a:cubicBezTo>
                  <a:lnTo>
                    <a:pt x="152720" y="252806"/>
                  </a:lnTo>
                  <a:cubicBezTo>
                    <a:pt x="149525" y="252167"/>
                    <a:pt x="147607" y="249614"/>
                    <a:pt x="146969" y="246422"/>
                  </a:cubicBezTo>
                  <a:lnTo>
                    <a:pt x="145691" y="213225"/>
                  </a:lnTo>
                  <a:cubicBezTo>
                    <a:pt x="145051" y="195988"/>
                    <a:pt x="129716" y="186412"/>
                    <a:pt x="114380" y="184497"/>
                  </a:cubicBezTo>
                  <a:cubicBezTo>
                    <a:pt x="100961" y="181944"/>
                    <a:pt x="87542" y="181944"/>
                    <a:pt x="74123" y="184497"/>
                  </a:cubicBezTo>
                  <a:cubicBezTo>
                    <a:pt x="72207" y="185135"/>
                    <a:pt x="70289" y="185774"/>
                    <a:pt x="68372" y="186412"/>
                  </a:cubicBezTo>
                  <a:cubicBezTo>
                    <a:pt x="65177" y="187689"/>
                    <a:pt x="61343" y="185774"/>
                    <a:pt x="60066" y="182582"/>
                  </a:cubicBezTo>
                  <a:cubicBezTo>
                    <a:pt x="60066" y="182582"/>
                    <a:pt x="60066" y="182582"/>
                    <a:pt x="60066" y="182582"/>
                  </a:cubicBezTo>
                  <a:cubicBezTo>
                    <a:pt x="58787" y="179390"/>
                    <a:pt x="60704" y="175560"/>
                    <a:pt x="63899" y="174283"/>
                  </a:cubicBezTo>
                  <a:cubicBezTo>
                    <a:pt x="63899" y="174283"/>
                    <a:pt x="63899" y="174283"/>
                    <a:pt x="63899" y="174283"/>
                  </a:cubicBezTo>
                  <a:cubicBezTo>
                    <a:pt x="66456" y="173644"/>
                    <a:pt x="69012" y="172368"/>
                    <a:pt x="71567" y="171729"/>
                  </a:cubicBezTo>
                  <a:cubicBezTo>
                    <a:pt x="86264" y="169176"/>
                    <a:pt x="101600" y="169176"/>
                    <a:pt x="116297" y="171729"/>
                  </a:cubicBezTo>
                  <a:cubicBezTo>
                    <a:pt x="136745" y="174921"/>
                    <a:pt x="157192" y="188327"/>
                    <a:pt x="158471" y="213225"/>
                  </a:cubicBezTo>
                  <a:lnTo>
                    <a:pt x="159748" y="241314"/>
                  </a:lnTo>
                  <a:lnTo>
                    <a:pt x="187864" y="245145"/>
                  </a:lnTo>
                  <a:cubicBezTo>
                    <a:pt x="197449" y="245783"/>
                    <a:pt x="203839" y="254721"/>
                    <a:pt x="203200" y="263658"/>
                  </a:cubicBezTo>
                  <a:close/>
                  <a:moveTo>
                    <a:pt x="302244" y="204926"/>
                  </a:moveTo>
                  <a:cubicBezTo>
                    <a:pt x="302244" y="216417"/>
                    <a:pt x="292659" y="225993"/>
                    <a:pt x="281157" y="225993"/>
                  </a:cubicBezTo>
                  <a:lnTo>
                    <a:pt x="239623" y="225993"/>
                  </a:lnTo>
                  <a:lnTo>
                    <a:pt x="239623" y="235569"/>
                  </a:lnTo>
                  <a:lnTo>
                    <a:pt x="295854" y="235569"/>
                  </a:lnTo>
                  <a:cubicBezTo>
                    <a:pt x="299688" y="235569"/>
                    <a:pt x="302244" y="238122"/>
                    <a:pt x="302244" y="241953"/>
                  </a:cubicBezTo>
                  <a:cubicBezTo>
                    <a:pt x="302244" y="245783"/>
                    <a:pt x="299688" y="248337"/>
                    <a:pt x="295854" y="248337"/>
                  </a:cubicBezTo>
                  <a:lnTo>
                    <a:pt x="208951" y="248337"/>
                  </a:lnTo>
                  <a:cubicBezTo>
                    <a:pt x="205117" y="248337"/>
                    <a:pt x="202561" y="245783"/>
                    <a:pt x="202561" y="241953"/>
                  </a:cubicBezTo>
                  <a:lnTo>
                    <a:pt x="202561" y="225993"/>
                  </a:lnTo>
                  <a:lnTo>
                    <a:pt x="175084" y="225993"/>
                  </a:lnTo>
                  <a:cubicBezTo>
                    <a:pt x="171251" y="225993"/>
                    <a:pt x="168695" y="223439"/>
                    <a:pt x="168695" y="219609"/>
                  </a:cubicBezTo>
                  <a:cubicBezTo>
                    <a:pt x="168695" y="215779"/>
                    <a:pt x="171251" y="213225"/>
                    <a:pt x="175084" y="213225"/>
                  </a:cubicBezTo>
                  <a:lnTo>
                    <a:pt x="281157" y="213225"/>
                  </a:lnTo>
                  <a:cubicBezTo>
                    <a:pt x="285630" y="213225"/>
                    <a:pt x="288825" y="210033"/>
                    <a:pt x="289464" y="205564"/>
                  </a:cubicBezTo>
                  <a:lnTo>
                    <a:pt x="175084" y="205564"/>
                  </a:lnTo>
                  <a:cubicBezTo>
                    <a:pt x="171251" y="205564"/>
                    <a:pt x="168695" y="203011"/>
                    <a:pt x="168695" y="199180"/>
                  </a:cubicBezTo>
                  <a:cubicBezTo>
                    <a:pt x="168695" y="195350"/>
                    <a:pt x="171251" y="192796"/>
                    <a:pt x="175084" y="192796"/>
                  </a:cubicBezTo>
                  <a:lnTo>
                    <a:pt x="187864" y="192796"/>
                  </a:lnTo>
                  <a:cubicBezTo>
                    <a:pt x="190420" y="181305"/>
                    <a:pt x="200005" y="170452"/>
                    <a:pt x="221092" y="170452"/>
                  </a:cubicBezTo>
                  <a:cubicBezTo>
                    <a:pt x="242179" y="170452"/>
                    <a:pt x="251764" y="181305"/>
                    <a:pt x="254320" y="192796"/>
                  </a:cubicBezTo>
                  <a:lnTo>
                    <a:pt x="289464" y="192796"/>
                  </a:lnTo>
                  <a:lnTo>
                    <a:pt x="289464" y="121296"/>
                  </a:lnTo>
                  <a:cubicBezTo>
                    <a:pt x="289464" y="116827"/>
                    <a:pt x="285630" y="112996"/>
                    <a:pt x="281157" y="112996"/>
                  </a:cubicBezTo>
                  <a:lnTo>
                    <a:pt x="161666" y="112996"/>
                  </a:lnTo>
                  <a:cubicBezTo>
                    <a:pt x="157192" y="112996"/>
                    <a:pt x="153358" y="116827"/>
                    <a:pt x="153358" y="121296"/>
                  </a:cubicBezTo>
                  <a:lnTo>
                    <a:pt x="153358" y="158961"/>
                  </a:lnTo>
                  <a:cubicBezTo>
                    <a:pt x="153358" y="162792"/>
                    <a:pt x="150802" y="165345"/>
                    <a:pt x="146969" y="165345"/>
                  </a:cubicBezTo>
                  <a:cubicBezTo>
                    <a:pt x="143135" y="165345"/>
                    <a:pt x="140579" y="162792"/>
                    <a:pt x="140579" y="158961"/>
                  </a:cubicBezTo>
                  <a:lnTo>
                    <a:pt x="140579" y="121296"/>
                  </a:lnTo>
                  <a:cubicBezTo>
                    <a:pt x="140579" y="109804"/>
                    <a:pt x="150164" y="100228"/>
                    <a:pt x="161666" y="100228"/>
                  </a:cubicBezTo>
                  <a:lnTo>
                    <a:pt x="281157" y="100228"/>
                  </a:lnTo>
                  <a:cubicBezTo>
                    <a:pt x="292659" y="100228"/>
                    <a:pt x="302244" y="109804"/>
                    <a:pt x="302244" y="121296"/>
                  </a:cubicBezTo>
                  <a:lnTo>
                    <a:pt x="302244" y="204926"/>
                  </a:lnTo>
                  <a:close/>
                  <a:moveTo>
                    <a:pt x="196810" y="144278"/>
                  </a:moveTo>
                  <a:cubicBezTo>
                    <a:pt x="196810" y="130872"/>
                    <a:pt x="207673" y="120019"/>
                    <a:pt x="221092" y="120019"/>
                  </a:cubicBezTo>
                  <a:cubicBezTo>
                    <a:pt x="234510" y="120019"/>
                    <a:pt x="245374" y="130872"/>
                    <a:pt x="245374" y="144278"/>
                  </a:cubicBezTo>
                  <a:cubicBezTo>
                    <a:pt x="245374" y="157684"/>
                    <a:pt x="234510" y="168537"/>
                    <a:pt x="221092" y="168537"/>
                  </a:cubicBezTo>
                  <a:cubicBezTo>
                    <a:pt x="207673" y="168537"/>
                    <a:pt x="196810" y="157684"/>
                    <a:pt x="196810" y="144278"/>
                  </a:cubicBezTo>
                  <a:cubicBezTo>
                    <a:pt x="196810" y="144278"/>
                    <a:pt x="196810" y="144278"/>
                    <a:pt x="196810" y="144278"/>
                  </a:cubicBezTo>
                  <a:close/>
                </a:path>
              </a:pathLst>
            </a:custGeom>
            <a:solidFill>
              <a:srgbClr val="26890D"/>
            </a:solidFill>
            <a:ln w="6390" cap="flat">
              <a:noFill/>
              <a:prstDash val="solid"/>
              <a:miter/>
            </a:ln>
          </p:spPr>
          <p:txBody>
            <a:bodyPr rtlCol="0" anchor="ctr"/>
            <a:lstStyle/>
            <a:p>
              <a:endParaRPr lang="en-US"/>
            </a:p>
          </p:txBody>
        </p:sp>
        <p:sp>
          <p:nvSpPr>
            <p:cNvPr id="801" name="Graphic 4">
              <a:extLst>
                <a:ext uri="{FF2B5EF4-FFF2-40B4-BE49-F238E27FC236}">
                  <a16:creationId xmlns:a16="http://schemas.microsoft.com/office/drawing/2014/main" id="{B6A7417E-A595-F545-B7FA-F4DEFEB74E13}"/>
                </a:ext>
              </a:extLst>
            </p:cNvPr>
            <p:cNvSpPr/>
            <p:nvPr/>
          </p:nvSpPr>
          <p:spPr>
            <a:xfrm>
              <a:off x="8449414" y="3956954"/>
              <a:ext cx="23003" cy="22982"/>
            </a:xfrm>
            <a:custGeom>
              <a:avLst/>
              <a:gdLst>
                <a:gd name="connsiteX0" fmla="*/ 23004 w 23003"/>
                <a:gd name="connsiteY0" fmla="*/ 11491 h 22982"/>
                <a:gd name="connsiteX1" fmla="*/ 11501 w 23003"/>
                <a:gd name="connsiteY1" fmla="*/ 0 h 22982"/>
                <a:gd name="connsiteX2" fmla="*/ 0 w 23003"/>
                <a:gd name="connsiteY2" fmla="*/ 11491 h 22982"/>
                <a:gd name="connsiteX3" fmla="*/ 11501 w 23003"/>
                <a:gd name="connsiteY3" fmla="*/ 22982 h 22982"/>
                <a:gd name="connsiteX4" fmla="*/ 11501 w 23003"/>
                <a:gd name="connsiteY4" fmla="*/ 22982 h 22982"/>
                <a:gd name="connsiteX5" fmla="*/ 23004 w 23003"/>
                <a:gd name="connsiteY5" fmla="*/ 11491 h 22982"/>
                <a:gd name="connsiteX6" fmla="*/ 23004 w 23003"/>
                <a:gd name="connsiteY6" fmla="*/ 11491 h 2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03" h="22982">
                  <a:moveTo>
                    <a:pt x="23004" y="11491"/>
                  </a:moveTo>
                  <a:cubicBezTo>
                    <a:pt x="23004" y="5107"/>
                    <a:pt x="17891" y="0"/>
                    <a:pt x="11501" y="0"/>
                  </a:cubicBezTo>
                  <a:cubicBezTo>
                    <a:pt x="5111" y="0"/>
                    <a:pt x="0" y="5107"/>
                    <a:pt x="0" y="11491"/>
                  </a:cubicBezTo>
                  <a:cubicBezTo>
                    <a:pt x="0" y="17875"/>
                    <a:pt x="5111" y="22982"/>
                    <a:pt x="11501" y="22982"/>
                  </a:cubicBezTo>
                  <a:cubicBezTo>
                    <a:pt x="11501" y="22982"/>
                    <a:pt x="11501" y="22982"/>
                    <a:pt x="11501" y="22982"/>
                  </a:cubicBezTo>
                  <a:cubicBezTo>
                    <a:pt x="17891" y="22982"/>
                    <a:pt x="23004" y="17875"/>
                    <a:pt x="23004" y="11491"/>
                  </a:cubicBezTo>
                  <a:cubicBezTo>
                    <a:pt x="23004" y="11491"/>
                    <a:pt x="23004" y="11491"/>
                    <a:pt x="23004" y="11491"/>
                  </a:cubicBezTo>
                  <a:close/>
                </a:path>
              </a:pathLst>
            </a:custGeom>
            <a:solidFill>
              <a:srgbClr val="26890D"/>
            </a:solidFill>
            <a:ln w="6390" cap="flat">
              <a:noFill/>
              <a:prstDash val="solid"/>
              <a:miter/>
            </a:ln>
          </p:spPr>
          <p:txBody>
            <a:bodyPr rtlCol="0" anchor="ctr"/>
            <a:lstStyle/>
            <a:p>
              <a:endParaRPr lang="en-US"/>
            </a:p>
          </p:txBody>
        </p:sp>
      </p:grpSp>
      <p:grpSp>
        <p:nvGrpSpPr>
          <p:cNvPr id="802" name="Graphic 4">
            <a:extLst>
              <a:ext uri="{FF2B5EF4-FFF2-40B4-BE49-F238E27FC236}">
                <a16:creationId xmlns:a16="http://schemas.microsoft.com/office/drawing/2014/main" id="{32CB714D-C9C9-464C-9695-8F41ABB058CA}"/>
              </a:ext>
            </a:extLst>
          </p:cNvPr>
          <p:cNvGrpSpPr/>
          <p:nvPr/>
        </p:nvGrpSpPr>
        <p:grpSpPr>
          <a:xfrm>
            <a:off x="467104" y="2371173"/>
            <a:ext cx="362309" cy="362610"/>
            <a:chOff x="467104" y="2371173"/>
            <a:chExt cx="362309" cy="362610"/>
          </a:xfrm>
          <a:solidFill>
            <a:srgbClr val="86BC25"/>
          </a:solidFill>
        </p:grpSpPr>
        <p:sp>
          <p:nvSpPr>
            <p:cNvPr id="803" name="Graphic 4">
              <a:extLst>
                <a:ext uri="{FF2B5EF4-FFF2-40B4-BE49-F238E27FC236}">
                  <a16:creationId xmlns:a16="http://schemas.microsoft.com/office/drawing/2014/main" id="{FF1EB7AF-4E05-A54F-8869-D2F14812D2FD}"/>
                </a:ext>
              </a:extLst>
            </p:cNvPr>
            <p:cNvSpPr/>
            <p:nvPr/>
          </p:nvSpPr>
          <p:spPr>
            <a:xfrm>
              <a:off x="467104" y="2371173"/>
              <a:ext cx="362309" cy="362610"/>
            </a:xfrm>
            <a:custGeom>
              <a:avLst/>
              <a:gdLst>
                <a:gd name="connsiteX0" fmla="*/ 181474 w 362309"/>
                <a:gd name="connsiteY0" fmla="*/ 0 h 362610"/>
                <a:gd name="connsiteX1" fmla="*/ 0 w 362309"/>
                <a:gd name="connsiteY1" fmla="*/ 181305 h 362610"/>
                <a:gd name="connsiteX2" fmla="*/ 181474 w 362309"/>
                <a:gd name="connsiteY2" fmla="*/ 362610 h 362610"/>
                <a:gd name="connsiteX3" fmla="*/ 362309 w 362309"/>
                <a:gd name="connsiteY3" fmla="*/ 181305 h 362610"/>
                <a:gd name="connsiteX4" fmla="*/ 181474 w 362309"/>
                <a:gd name="connsiteY4" fmla="*/ 0 h 362610"/>
                <a:gd name="connsiteX5" fmla="*/ 181474 w 362309"/>
                <a:gd name="connsiteY5" fmla="*/ 0 h 362610"/>
                <a:gd name="connsiteX6" fmla="*/ 181474 w 362309"/>
                <a:gd name="connsiteY6" fmla="*/ 349204 h 362610"/>
                <a:gd name="connsiteX7" fmla="*/ 13419 w 362309"/>
                <a:gd name="connsiteY7" fmla="*/ 180667 h 362610"/>
                <a:gd name="connsiteX8" fmla="*/ 181474 w 362309"/>
                <a:gd name="connsiteY8" fmla="*/ 12130 h 362610"/>
                <a:gd name="connsiteX9" fmla="*/ 349530 w 362309"/>
                <a:gd name="connsiteY9" fmla="*/ 180667 h 362610"/>
                <a:gd name="connsiteX10" fmla="*/ 349530 w 362309"/>
                <a:gd name="connsiteY10" fmla="*/ 180667 h 362610"/>
                <a:gd name="connsiteX11" fmla="*/ 181474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1474" y="0"/>
                  </a:moveTo>
                  <a:cubicBezTo>
                    <a:pt x="81152" y="0"/>
                    <a:pt x="0" y="81077"/>
                    <a:pt x="0" y="181305"/>
                  </a:cubicBezTo>
                  <a:cubicBezTo>
                    <a:pt x="0" y="281534"/>
                    <a:pt x="81152" y="362610"/>
                    <a:pt x="181474" y="362610"/>
                  </a:cubicBezTo>
                  <a:cubicBezTo>
                    <a:pt x="281796" y="362610"/>
                    <a:pt x="362309" y="281534"/>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130"/>
                    <a:pt x="181474" y="12130"/>
                  </a:cubicBezTo>
                  <a:cubicBezTo>
                    <a:pt x="274128" y="12130"/>
                    <a:pt x="349530" y="87461"/>
                    <a:pt x="349530" y="180667"/>
                  </a:cubicBezTo>
                  <a:cubicBezTo>
                    <a:pt x="349530" y="180667"/>
                    <a:pt x="349530" y="180667"/>
                    <a:pt x="349530" y="180667"/>
                  </a:cubicBezTo>
                  <a:cubicBezTo>
                    <a:pt x="349530" y="273873"/>
                    <a:pt x="274128" y="349204"/>
                    <a:pt x="181474" y="349204"/>
                  </a:cubicBezTo>
                  <a:close/>
                </a:path>
              </a:pathLst>
            </a:custGeom>
            <a:solidFill>
              <a:srgbClr val="86BC25"/>
            </a:solidFill>
            <a:ln w="6390" cap="flat">
              <a:noFill/>
              <a:prstDash val="solid"/>
              <a:miter/>
            </a:ln>
          </p:spPr>
          <p:txBody>
            <a:bodyPr rtlCol="0" anchor="ctr"/>
            <a:lstStyle/>
            <a:p>
              <a:endParaRPr lang="en-US"/>
            </a:p>
          </p:txBody>
        </p:sp>
        <p:sp>
          <p:nvSpPr>
            <p:cNvPr id="804" name="Graphic 4">
              <a:extLst>
                <a:ext uri="{FF2B5EF4-FFF2-40B4-BE49-F238E27FC236}">
                  <a16:creationId xmlns:a16="http://schemas.microsoft.com/office/drawing/2014/main" id="{D21ADE8B-4BB5-5542-BB69-E1896739B575}"/>
                </a:ext>
              </a:extLst>
            </p:cNvPr>
            <p:cNvSpPr/>
            <p:nvPr/>
          </p:nvSpPr>
          <p:spPr>
            <a:xfrm>
              <a:off x="591471" y="2464096"/>
              <a:ext cx="37915" cy="100773"/>
            </a:xfrm>
            <a:custGeom>
              <a:avLst/>
              <a:gdLst>
                <a:gd name="connsiteX0" fmla="*/ 34742 w 37915"/>
                <a:gd name="connsiteY0" fmla="*/ 89021 h 100773"/>
                <a:gd name="connsiteX1" fmla="*/ 18768 w 37915"/>
                <a:gd name="connsiteY1" fmla="*/ 27735 h 100773"/>
                <a:gd name="connsiteX2" fmla="*/ 34742 w 37915"/>
                <a:gd name="connsiteY2" fmla="*/ 11775 h 100773"/>
                <a:gd name="connsiteX3" fmla="*/ 36659 w 37915"/>
                <a:gd name="connsiteY3" fmla="*/ 2837 h 100773"/>
                <a:gd name="connsiteX4" fmla="*/ 28353 w 37915"/>
                <a:gd name="connsiteY4" fmla="*/ 922 h 100773"/>
                <a:gd name="connsiteX5" fmla="*/ 7905 w 37915"/>
                <a:gd name="connsiteY5" fmla="*/ 79445 h 100773"/>
                <a:gd name="connsiteX6" fmla="*/ 28353 w 37915"/>
                <a:gd name="connsiteY6" fmla="*/ 99874 h 100773"/>
                <a:gd name="connsiteX7" fmla="*/ 37298 w 37915"/>
                <a:gd name="connsiteY7" fmla="*/ 97320 h 100773"/>
                <a:gd name="connsiteX8" fmla="*/ 34742 w 37915"/>
                <a:gd name="connsiteY8" fmla="*/ 89021 h 100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915" h="100773">
                  <a:moveTo>
                    <a:pt x="34742" y="89021"/>
                  </a:moveTo>
                  <a:cubicBezTo>
                    <a:pt x="13656" y="76891"/>
                    <a:pt x="5988" y="49440"/>
                    <a:pt x="18768" y="27735"/>
                  </a:cubicBezTo>
                  <a:cubicBezTo>
                    <a:pt x="22602" y="20712"/>
                    <a:pt x="28353" y="15605"/>
                    <a:pt x="34742" y="11775"/>
                  </a:cubicBezTo>
                  <a:cubicBezTo>
                    <a:pt x="37937" y="9860"/>
                    <a:pt x="38576" y="6029"/>
                    <a:pt x="36659" y="2837"/>
                  </a:cubicBezTo>
                  <a:cubicBezTo>
                    <a:pt x="34742" y="284"/>
                    <a:pt x="31548" y="-993"/>
                    <a:pt x="28353" y="922"/>
                  </a:cubicBezTo>
                  <a:cubicBezTo>
                    <a:pt x="876" y="16882"/>
                    <a:pt x="-8070" y="51994"/>
                    <a:pt x="7905" y="79445"/>
                  </a:cubicBezTo>
                  <a:cubicBezTo>
                    <a:pt x="13017" y="87744"/>
                    <a:pt x="20046" y="94767"/>
                    <a:pt x="28353" y="99874"/>
                  </a:cubicBezTo>
                  <a:cubicBezTo>
                    <a:pt x="31548" y="101789"/>
                    <a:pt x="35381" y="100512"/>
                    <a:pt x="37298" y="97320"/>
                  </a:cubicBezTo>
                  <a:cubicBezTo>
                    <a:pt x="38576" y="94767"/>
                    <a:pt x="37937" y="90936"/>
                    <a:pt x="34742" y="89021"/>
                  </a:cubicBezTo>
                  <a:close/>
                </a:path>
              </a:pathLst>
            </a:custGeom>
            <a:solidFill>
              <a:srgbClr val="86BC25"/>
            </a:solidFill>
            <a:ln w="6390" cap="flat">
              <a:noFill/>
              <a:prstDash val="solid"/>
              <a:miter/>
            </a:ln>
          </p:spPr>
          <p:txBody>
            <a:bodyPr rtlCol="0" anchor="ctr"/>
            <a:lstStyle/>
            <a:p>
              <a:endParaRPr lang="en-US"/>
            </a:p>
          </p:txBody>
        </p:sp>
        <p:sp>
          <p:nvSpPr>
            <p:cNvPr id="805" name="Graphic 4">
              <a:extLst>
                <a:ext uri="{FF2B5EF4-FFF2-40B4-BE49-F238E27FC236}">
                  <a16:creationId xmlns:a16="http://schemas.microsoft.com/office/drawing/2014/main" id="{E19B716C-9572-874A-B133-586ABE390FE2}"/>
                </a:ext>
              </a:extLst>
            </p:cNvPr>
            <p:cNvSpPr/>
            <p:nvPr/>
          </p:nvSpPr>
          <p:spPr>
            <a:xfrm>
              <a:off x="557429" y="2430055"/>
              <a:ext cx="63672" cy="169026"/>
            </a:xfrm>
            <a:custGeom>
              <a:avLst/>
              <a:gdLst>
                <a:gd name="connsiteX0" fmla="*/ 59838 w 63672"/>
                <a:gd name="connsiteY0" fmla="*/ 156258 h 169026"/>
                <a:gd name="connsiteX1" fmla="*/ 18943 w 63672"/>
                <a:gd name="connsiteY1" fmla="*/ 52838 h 169026"/>
                <a:gd name="connsiteX2" fmla="*/ 59838 w 63672"/>
                <a:gd name="connsiteY2" fmla="*/ 11980 h 169026"/>
                <a:gd name="connsiteX3" fmla="*/ 63033 w 63672"/>
                <a:gd name="connsiteY3" fmla="*/ 3681 h 169026"/>
                <a:gd name="connsiteX4" fmla="*/ 54726 w 63672"/>
                <a:gd name="connsiteY4" fmla="*/ 489 h 169026"/>
                <a:gd name="connsiteX5" fmla="*/ 7441 w 63672"/>
                <a:gd name="connsiteY5" fmla="*/ 121147 h 169026"/>
                <a:gd name="connsiteX6" fmla="*/ 54726 w 63672"/>
                <a:gd name="connsiteY6" fmla="*/ 168388 h 169026"/>
                <a:gd name="connsiteX7" fmla="*/ 57282 w 63672"/>
                <a:gd name="connsiteY7" fmla="*/ 169026 h 169026"/>
                <a:gd name="connsiteX8" fmla="*/ 63672 w 63672"/>
                <a:gd name="connsiteY8" fmla="*/ 162642 h 169026"/>
                <a:gd name="connsiteX9" fmla="*/ 59838 w 63672"/>
                <a:gd name="connsiteY9" fmla="*/ 156258 h 169026"/>
                <a:gd name="connsiteX10" fmla="*/ 59838 w 63672"/>
                <a:gd name="connsiteY10" fmla="*/ 156258 h 169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672" h="169026">
                  <a:moveTo>
                    <a:pt x="59838" y="156258"/>
                  </a:moveTo>
                  <a:cubicBezTo>
                    <a:pt x="20221" y="139022"/>
                    <a:pt x="1690" y="92419"/>
                    <a:pt x="18943" y="52838"/>
                  </a:cubicBezTo>
                  <a:cubicBezTo>
                    <a:pt x="26611" y="34324"/>
                    <a:pt x="41308" y="20280"/>
                    <a:pt x="59838" y="11980"/>
                  </a:cubicBezTo>
                  <a:cubicBezTo>
                    <a:pt x="63033" y="10704"/>
                    <a:pt x="64311" y="6873"/>
                    <a:pt x="63033" y="3681"/>
                  </a:cubicBezTo>
                  <a:cubicBezTo>
                    <a:pt x="61755" y="489"/>
                    <a:pt x="57921" y="-788"/>
                    <a:pt x="54726" y="489"/>
                  </a:cubicBezTo>
                  <a:cubicBezTo>
                    <a:pt x="8719" y="20918"/>
                    <a:pt x="-12368" y="74544"/>
                    <a:pt x="7441" y="121147"/>
                  </a:cubicBezTo>
                  <a:cubicBezTo>
                    <a:pt x="16387" y="142214"/>
                    <a:pt x="33640" y="158812"/>
                    <a:pt x="54726" y="168388"/>
                  </a:cubicBezTo>
                  <a:cubicBezTo>
                    <a:pt x="55365" y="169026"/>
                    <a:pt x="56643" y="169026"/>
                    <a:pt x="57282" y="169026"/>
                  </a:cubicBezTo>
                  <a:cubicBezTo>
                    <a:pt x="61116" y="169026"/>
                    <a:pt x="63672" y="166473"/>
                    <a:pt x="63672" y="162642"/>
                  </a:cubicBezTo>
                  <a:cubicBezTo>
                    <a:pt x="63672" y="160089"/>
                    <a:pt x="61755" y="157535"/>
                    <a:pt x="59838" y="156258"/>
                  </a:cubicBezTo>
                  <a:lnTo>
                    <a:pt x="59838" y="156258"/>
                  </a:lnTo>
                  <a:close/>
                </a:path>
              </a:pathLst>
            </a:custGeom>
            <a:solidFill>
              <a:srgbClr val="86BC25"/>
            </a:solidFill>
            <a:ln w="6390" cap="flat">
              <a:noFill/>
              <a:prstDash val="solid"/>
              <a:miter/>
            </a:ln>
          </p:spPr>
          <p:txBody>
            <a:bodyPr rtlCol="0" anchor="ctr"/>
            <a:lstStyle/>
            <a:p>
              <a:endParaRPr lang="en-US"/>
            </a:p>
          </p:txBody>
        </p:sp>
        <p:sp>
          <p:nvSpPr>
            <p:cNvPr id="806" name="Graphic 4">
              <a:extLst>
                <a:ext uri="{FF2B5EF4-FFF2-40B4-BE49-F238E27FC236}">
                  <a16:creationId xmlns:a16="http://schemas.microsoft.com/office/drawing/2014/main" id="{A10E966D-D72A-5F4E-9318-C2C3663311FA}"/>
                </a:ext>
              </a:extLst>
            </p:cNvPr>
            <p:cNvSpPr/>
            <p:nvPr/>
          </p:nvSpPr>
          <p:spPr>
            <a:xfrm>
              <a:off x="624935" y="2491192"/>
              <a:ext cx="47373" cy="183220"/>
            </a:xfrm>
            <a:custGeom>
              <a:avLst/>
              <a:gdLst>
                <a:gd name="connsiteX0" fmla="*/ 23643 w 47373"/>
                <a:gd name="connsiteY0" fmla="*/ 0 h 183220"/>
                <a:gd name="connsiteX1" fmla="*/ 0 w 47373"/>
                <a:gd name="connsiteY1" fmla="*/ 22982 h 183220"/>
                <a:gd name="connsiteX2" fmla="*/ 17253 w 47373"/>
                <a:gd name="connsiteY2" fmla="*/ 45965 h 183220"/>
                <a:gd name="connsiteX3" fmla="*/ 17253 w 47373"/>
                <a:gd name="connsiteY3" fmla="*/ 176836 h 183220"/>
                <a:gd name="connsiteX4" fmla="*/ 23643 w 47373"/>
                <a:gd name="connsiteY4" fmla="*/ 183220 h 183220"/>
                <a:gd name="connsiteX5" fmla="*/ 30033 w 47373"/>
                <a:gd name="connsiteY5" fmla="*/ 176836 h 183220"/>
                <a:gd name="connsiteX6" fmla="*/ 30033 w 47373"/>
                <a:gd name="connsiteY6" fmla="*/ 45965 h 183220"/>
                <a:gd name="connsiteX7" fmla="*/ 46647 w 47373"/>
                <a:gd name="connsiteY7" fmla="*/ 17237 h 183220"/>
                <a:gd name="connsiteX8" fmla="*/ 23643 w 47373"/>
                <a:gd name="connsiteY8" fmla="*/ 0 h 183220"/>
                <a:gd name="connsiteX9" fmla="*/ 23643 w 47373"/>
                <a:gd name="connsiteY9" fmla="*/ 33835 h 183220"/>
                <a:gd name="connsiteX10" fmla="*/ 12780 w 47373"/>
                <a:gd name="connsiteY10" fmla="*/ 22982 h 183220"/>
                <a:gd name="connsiteX11" fmla="*/ 23643 w 47373"/>
                <a:gd name="connsiteY11" fmla="*/ 12130 h 183220"/>
                <a:gd name="connsiteX12" fmla="*/ 34506 w 47373"/>
                <a:gd name="connsiteY12" fmla="*/ 22982 h 183220"/>
                <a:gd name="connsiteX13" fmla="*/ 34506 w 47373"/>
                <a:gd name="connsiteY13" fmla="*/ 22982 h 183220"/>
                <a:gd name="connsiteX14" fmla="*/ 23643 w 47373"/>
                <a:gd name="connsiteY14" fmla="*/ 33835 h 183220"/>
                <a:gd name="connsiteX15" fmla="*/ 23643 w 47373"/>
                <a:gd name="connsiteY15" fmla="*/ 33835 h 183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373" h="183220">
                  <a:moveTo>
                    <a:pt x="23643" y="0"/>
                  </a:moveTo>
                  <a:cubicBezTo>
                    <a:pt x="10863" y="0"/>
                    <a:pt x="0" y="10214"/>
                    <a:pt x="0" y="22982"/>
                  </a:cubicBezTo>
                  <a:cubicBezTo>
                    <a:pt x="0" y="33835"/>
                    <a:pt x="7029" y="42773"/>
                    <a:pt x="17253" y="45965"/>
                  </a:cubicBezTo>
                  <a:lnTo>
                    <a:pt x="17253" y="176836"/>
                  </a:lnTo>
                  <a:cubicBezTo>
                    <a:pt x="17253" y="180667"/>
                    <a:pt x="19809" y="183220"/>
                    <a:pt x="23643" y="183220"/>
                  </a:cubicBezTo>
                  <a:cubicBezTo>
                    <a:pt x="27477" y="183220"/>
                    <a:pt x="30033" y="180667"/>
                    <a:pt x="30033" y="176836"/>
                  </a:cubicBezTo>
                  <a:lnTo>
                    <a:pt x="30033" y="45965"/>
                  </a:lnTo>
                  <a:cubicBezTo>
                    <a:pt x="42174" y="42773"/>
                    <a:pt x="49841" y="30005"/>
                    <a:pt x="46647" y="17237"/>
                  </a:cubicBezTo>
                  <a:cubicBezTo>
                    <a:pt x="43452" y="7022"/>
                    <a:pt x="33867" y="0"/>
                    <a:pt x="23643" y="0"/>
                  </a:cubicBezTo>
                  <a:close/>
                  <a:moveTo>
                    <a:pt x="23643" y="33835"/>
                  </a:moveTo>
                  <a:cubicBezTo>
                    <a:pt x="17892" y="33835"/>
                    <a:pt x="12780" y="29366"/>
                    <a:pt x="12780" y="22982"/>
                  </a:cubicBezTo>
                  <a:cubicBezTo>
                    <a:pt x="12780" y="17237"/>
                    <a:pt x="17253" y="12130"/>
                    <a:pt x="23643" y="12130"/>
                  </a:cubicBezTo>
                  <a:cubicBezTo>
                    <a:pt x="29394" y="12130"/>
                    <a:pt x="34506" y="16598"/>
                    <a:pt x="34506" y="22982"/>
                  </a:cubicBezTo>
                  <a:cubicBezTo>
                    <a:pt x="34506" y="22982"/>
                    <a:pt x="34506" y="22982"/>
                    <a:pt x="34506" y="22982"/>
                  </a:cubicBezTo>
                  <a:cubicBezTo>
                    <a:pt x="34506" y="29366"/>
                    <a:pt x="29394" y="33835"/>
                    <a:pt x="23643" y="33835"/>
                  </a:cubicBezTo>
                  <a:lnTo>
                    <a:pt x="23643" y="33835"/>
                  </a:lnTo>
                  <a:close/>
                </a:path>
              </a:pathLst>
            </a:custGeom>
            <a:solidFill>
              <a:srgbClr val="86BC25"/>
            </a:solidFill>
            <a:ln w="6390" cap="flat">
              <a:noFill/>
              <a:prstDash val="solid"/>
              <a:miter/>
            </a:ln>
          </p:spPr>
          <p:txBody>
            <a:bodyPr rtlCol="0" anchor="ctr"/>
            <a:lstStyle/>
            <a:p>
              <a:endParaRPr lang="en-US"/>
            </a:p>
          </p:txBody>
        </p:sp>
        <p:sp>
          <p:nvSpPr>
            <p:cNvPr id="807" name="Graphic 4">
              <a:extLst>
                <a:ext uri="{FF2B5EF4-FFF2-40B4-BE49-F238E27FC236}">
                  <a16:creationId xmlns:a16="http://schemas.microsoft.com/office/drawing/2014/main" id="{D71F1513-8B12-F94C-B295-18E110FCA671}"/>
                </a:ext>
              </a:extLst>
            </p:cNvPr>
            <p:cNvSpPr/>
            <p:nvPr/>
          </p:nvSpPr>
          <p:spPr>
            <a:xfrm>
              <a:off x="667309" y="2463940"/>
              <a:ext cx="38778" cy="100951"/>
            </a:xfrm>
            <a:custGeom>
              <a:avLst/>
              <a:gdLst>
                <a:gd name="connsiteX0" fmla="*/ 38779 w 38778"/>
                <a:gd name="connsiteY0" fmla="*/ 50872 h 100951"/>
                <a:gd name="connsiteX1" fmla="*/ 10024 w 38778"/>
                <a:gd name="connsiteY1" fmla="*/ 1077 h 100951"/>
                <a:gd name="connsiteX2" fmla="*/ 1078 w 38778"/>
                <a:gd name="connsiteY2" fmla="*/ 2992 h 100951"/>
                <a:gd name="connsiteX3" fmla="*/ 2995 w 38778"/>
                <a:gd name="connsiteY3" fmla="*/ 11930 h 100951"/>
                <a:gd name="connsiteX4" fmla="*/ 3634 w 38778"/>
                <a:gd name="connsiteY4" fmla="*/ 11930 h 100951"/>
                <a:gd name="connsiteX5" fmla="*/ 19609 w 38778"/>
                <a:gd name="connsiteY5" fmla="*/ 73216 h 100951"/>
                <a:gd name="connsiteX6" fmla="*/ 3634 w 38778"/>
                <a:gd name="connsiteY6" fmla="*/ 89176 h 100951"/>
                <a:gd name="connsiteX7" fmla="*/ 1717 w 38778"/>
                <a:gd name="connsiteY7" fmla="*/ 98114 h 100951"/>
                <a:gd name="connsiteX8" fmla="*/ 10024 w 38778"/>
                <a:gd name="connsiteY8" fmla="*/ 100029 h 100951"/>
                <a:gd name="connsiteX9" fmla="*/ 38779 w 38778"/>
                <a:gd name="connsiteY9" fmla="*/ 50872 h 100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778" h="100951">
                  <a:moveTo>
                    <a:pt x="38779" y="50872"/>
                  </a:moveTo>
                  <a:cubicBezTo>
                    <a:pt x="38779" y="30444"/>
                    <a:pt x="27916" y="11292"/>
                    <a:pt x="10024" y="1077"/>
                  </a:cubicBezTo>
                  <a:cubicBezTo>
                    <a:pt x="6829" y="-838"/>
                    <a:pt x="2995" y="-200"/>
                    <a:pt x="1078" y="2992"/>
                  </a:cubicBezTo>
                  <a:cubicBezTo>
                    <a:pt x="-839" y="6184"/>
                    <a:pt x="-200" y="10015"/>
                    <a:pt x="2995" y="11930"/>
                  </a:cubicBezTo>
                  <a:cubicBezTo>
                    <a:pt x="2995" y="11930"/>
                    <a:pt x="2995" y="11930"/>
                    <a:pt x="3634" y="11930"/>
                  </a:cubicBezTo>
                  <a:cubicBezTo>
                    <a:pt x="24721" y="24060"/>
                    <a:pt x="32389" y="51511"/>
                    <a:pt x="19609" y="73216"/>
                  </a:cubicBezTo>
                  <a:cubicBezTo>
                    <a:pt x="15775" y="80239"/>
                    <a:pt x="10024" y="85346"/>
                    <a:pt x="3634" y="89176"/>
                  </a:cubicBezTo>
                  <a:cubicBezTo>
                    <a:pt x="439" y="91091"/>
                    <a:pt x="-200" y="94922"/>
                    <a:pt x="1717" y="98114"/>
                  </a:cubicBezTo>
                  <a:cubicBezTo>
                    <a:pt x="3634" y="100667"/>
                    <a:pt x="6829" y="101944"/>
                    <a:pt x="10024" y="100029"/>
                  </a:cubicBezTo>
                  <a:cubicBezTo>
                    <a:pt x="27916" y="89815"/>
                    <a:pt x="38779" y="71301"/>
                    <a:pt x="38779" y="50872"/>
                  </a:cubicBezTo>
                  <a:close/>
                </a:path>
              </a:pathLst>
            </a:custGeom>
            <a:solidFill>
              <a:srgbClr val="86BC25"/>
            </a:solidFill>
            <a:ln w="6390" cap="flat">
              <a:noFill/>
              <a:prstDash val="solid"/>
              <a:miter/>
            </a:ln>
          </p:spPr>
          <p:txBody>
            <a:bodyPr rtlCol="0" anchor="ctr"/>
            <a:lstStyle/>
            <a:p>
              <a:endParaRPr lang="en-US"/>
            </a:p>
          </p:txBody>
        </p:sp>
        <p:sp>
          <p:nvSpPr>
            <p:cNvPr id="808" name="Graphic 4">
              <a:extLst>
                <a:ext uri="{FF2B5EF4-FFF2-40B4-BE49-F238E27FC236}">
                  <a16:creationId xmlns:a16="http://schemas.microsoft.com/office/drawing/2014/main" id="{67C85231-BBF0-054B-8F39-B9A06B5B29F1}"/>
                </a:ext>
              </a:extLst>
            </p:cNvPr>
            <p:cNvSpPr/>
            <p:nvPr/>
          </p:nvSpPr>
          <p:spPr>
            <a:xfrm>
              <a:off x="676204" y="2430055"/>
              <a:ext cx="63794" cy="168387"/>
            </a:xfrm>
            <a:custGeom>
              <a:avLst/>
              <a:gdLst>
                <a:gd name="connsiteX0" fmla="*/ 8797 w 63794"/>
                <a:gd name="connsiteY0" fmla="*/ 489 h 168387"/>
                <a:gd name="connsiteX1" fmla="*/ 490 w 63794"/>
                <a:gd name="connsiteY1" fmla="*/ 3681 h 168387"/>
                <a:gd name="connsiteX2" fmla="*/ 3685 w 63794"/>
                <a:gd name="connsiteY2" fmla="*/ 11980 h 168387"/>
                <a:gd name="connsiteX3" fmla="*/ 44580 w 63794"/>
                <a:gd name="connsiteY3" fmla="*/ 115401 h 168387"/>
                <a:gd name="connsiteX4" fmla="*/ 3685 w 63794"/>
                <a:gd name="connsiteY4" fmla="*/ 156258 h 168387"/>
                <a:gd name="connsiteX5" fmla="*/ 490 w 63794"/>
                <a:gd name="connsiteY5" fmla="*/ 164558 h 168387"/>
                <a:gd name="connsiteX6" fmla="*/ 490 w 63794"/>
                <a:gd name="connsiteY6" fmla="*/ 164558 h 168387"/>
                <a:gd name="connsiteX7" fmla="*/ 6241 w 63794"/>
                <a:gd name="connsiteY7" fmla="*/ 168388 h 168387"/>
                <a:gd name="connsiteX8" fmla="*/ 8797 w 63794"/>
                <a:gd name="connsiteY8" fmla="*/ 167750 h 168387"/>
                <a:gd name="connsiteX9" fmla="*/ 56082 w 63794"/>
                <a:gd name="connsiteY9" fmla="*/ 47092 h 168387"/>
                <a:gd name="connsiteX10" fmla="*/ 8797 w 63794"/>
                <a:gd name="connsiteY10" fmla="*/ 489 h 168387"/>
                <a:gd name="connsiteX11" fmla="*/ 8797 w 63794"/>
                <a:gd name="connsiteY11" fmla="*/ 489 h 16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794" h="168387">
                  <a:moveTo>
                    <a:pt x="8797" y="489"/>
                  </a:moveTo>
                  <a:cubicBezTo>
                    <a:pt x="5602" y="-788"/>
                    <a:pt x="1768" y="489"/>
                    <a:pt x="490" y="3681"/>
                  </a:cubicBezTo>
                  <a:cubicBezTo>
                    <a:pt x="-788" y="6873"/>
                    <a:pt x="490" y="10704"/>
                    <a:pt x="3685" y="11980"/>
                  </a:cubicBezTo>
                  <a:cubicBezTo>
                    <a:pt x="43302" y="29217"/>
                    <a:pt x="61833" y="75820"/>
                    <a:pt x="44580" y="115401"/>
                  </a:cubicBezTo>
                  <a:cubicBezTo>
                    <a:pt x="36912" y="133915"/>
                    <a:pt x="22216" y="147959"/>
                    <a:pt x="3685" y="156258"/>
                  </a:cubicBezTo>
                  <a:cubicBezTo>
                    <a:pt x="490" y="157535"/>
                    <a:pt x="-788" y="161366"/>
                    <a:pt x="490" y="164558"/>
                  </a:cubicBezTo>
                  <a:cubicBezTo>
                    <a:pt x="490" y="164558"/>
                    <a:pt x="490" y="164558"/>
                    <a:pt x="490" y="164558"/>
                  </a:cubicBezTo>
                  <a:cubicBezTo>
                    <a:pt x="1768" y="167111"/>
                    <a:pt x="3685" y="168388"/>
                    <a:pt x="6241" y="168388"/>
                  </a:cubicBezTo>
                  <a:cubicBezTo>
                    <a:pt x="6880" y="168388"/>
                    <a:pt x="8158" y="168388"/>
                    <a:pt x="8797" y="167750"/>
                  </a:cubicBezTo>
                  <a:cubicBezTo>
                    <a:pt x="54804" y="147321"/>
                    <a:pt x="76530" y="93695"/>
                    <a:pt x="56082" y="47092"/>
                  </a:cubicBezTo>
                  <a:cubicBezTo>
                    <a:pt x="47136" y="26664"/>
                    <a:pt x="29883" y="10065"/>
                    <a:pt x="8797" y="489"/>
                  </a:cubicBezTo>
                  <a:lnTo>
                    <a:pt x="8797" y="489"/>
                  </a:lnTo>
                  <a:close/>
                </a:path>
              </a:pathLst>
            </a:custGeom>
            <a:solidFill>
              <a:srgbClr val="86BC25"/>
            </a:solidFill>
            <a:ln w="6390" cap="flat">
              <a:noFill/>
              <a:prstDash val="solid"/>
              <a:miter/>
            </a:ln>
          </p:spPr>
          <p:txBody>
            <a:bodyPr rtlCol="0" anchor="ctr"/>
            <a:lstStyle/>
            <a:p>
              <a:endParaRPr lang="en-US"/>
            </a:p>
          </p:txBody>
        </p:sp>
      </p:grpSp>
      <p:grpSp>
        <p:nvGrpSpPr>
          <p:cNvPr id="809" name="Graphic 4">
            <a:extLst>
              <a:ext uri="{FF2B5EF4-FFF2-40B4-BE49-F238E27FC236}">
                <a16:creationId xmlns:a16="http://schemas.microsoft.com/office/drawing/2014/main" id="{83755469-CAD6-9B4A-B43B-1889D620414A}"/>
              </a:ext>
            </a:extLst>
          </p:cNvPr>
          <p:cNvGrpSpPr/>
          <p:nvPr/>
        </p:nvGrpSpPr>
        <p:grpSpPr>
          <a:xfrm>
            <a:off x="467743" y="4793256"/>
            <a:ext cx="361670" cy="361971"/>
            <a:chOff x="467743" y="4793256"/>
            <a:chExt cx="361670" cy="361971"/>
          </a:xfrm>
          <a:solidFill>
            <a:srgbClr val="86BC25"/>
          </a:solidFill>
        </p:grpSpPr>
        <p:sp>
          <p:nvSpPr>
            <p:cNvPr id="810" name="Graphic 4">
              <a:extLst>
                <a:ext uri="{FF2B5EF4-FFF2-40B4-BE49-F238E27FC236}">
                  <a16:creationId xmlns:a16="http://schemas.microsoft.com/office/drawing/2014/main" id="{F6C7D87F-94C7-7C49-A60E-1EE42BC24CEE}"/>
                </a:ext>
              </a:extLst>
            </p:cNvPr>
            <p:cNvSpPr/>
            <p:nvPr/>
          </p:nvSpPr>
          <p:spPr>
            <a:xfrm>
              <a:off x="467743" y="4793256"/>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0667 h 361971"/>
                <a:gd name="connsiteX4" fmla="*/ 361670 w 361670"/>
                <a:gd name="connsiteY4" fmla="*/ 180667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667 h 361971"/>
                <a:gd name="connsiteX9" fmla="*/ 180835 w 361670"/>
                <a:gd name="connsiteY9" fmla="*/ 12129 h 361971"/>
                <a:gd name="connsiteX10" fmla="*/ 348891 w 361670"/>
                <a:gd name="connsiteY10" fmla="*/ 180667 h 361971"/>
                <a:gd name="connsiteX11" fmla="*/ 348891 w 361670"/>
                <a:gd name="connsiteY11" fmla="*/ 180667 h 361971"/>
                <a:gd name="connsiteX12" fmla="*/ 180835 w 361670"/>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5" y="0"/>
                  </a:moveTo>
                  <a:cubicBezTo>
                    <a:pt x="80513" y="0"/>
                    <a:pt x="0" y="81077"/>
                    <a:pt x="0" y="180667"/>
                  </a:cubicBezTo>
                  <a:cubicBezTo>
                    <a:pt x="0" y="280895"/>
                    <a:pt x="81152" y="361972"/>
                    <a:pt x="180835" y="361972"/>
                  </a:cubicBezTo>
                  <a:cubicBezTo>
                    <a:pt x="280518" y="361972"/>
                    <a:pt x="361670" y="280895"/>
                    <a:pt x="361670" y="180667"/>
                  </a:cubicBezTo>
                  <a:cubicBezTo>
                    <a:pt x="361670" y="180667"/>
                    <a:pt x="361670" y="180667"/>
                    <a:pt x="361670" y="180667"/>
                  </a:cubicBezTo>
                  <a:cubicBezTo>
                    <a:pt x="361670" y="80438"/>
                    <a:pt x="281157" y="0"/>
                    <a:pt x="180835" y="0"/>
                  </a:cubicBezTo>
                  <a:cubicBezTo>
                    <a:pt x="180835" y="0"/>
                    <a:pt x="180835" y="0"/>
                    <a:pt x="180835" y="0"/>
                  </a:cubicBezTo>
                  <a:close/>
                  <a:moveTo>
                    <a:pt x="180835" y="348565"/>
                  </a:moveTo>
                  <a:cubicBezTo>
                    <a:pt x="87542" y="348565"/>
                    <a:pt x="12780" y="273234"/>
                    <a:pt x="12780" y="180667"/>
                  </a:cubicBezTo>
                  <a:cubicBezTo>
                    <a:pt x="12780" y="87461"/>
                    <a:pt x="88181" y="12129"/>
                    <a:pt x="180835" y="12129"/>
                  </a:cubicBezTo>
                  <a:cubicBezTo>
                    <a:pt x="273489" y="12129"/>
                    <a:pt x="348891" y="87461"/>
                    <a:pt x="348891" y="180667"/>
                  </a:cubicBezTo>
                  <a:lnTo>
                    <a:pt x="348891" y="180667"/>
                  </a:lnTo>
                  <a:cubicBezTo>
                    <a:pt x="348891" y="273234"/>
                    <a:pt x="273489" y="348565"/>
                    <a:pt x="180835" y="348565"/>
                  </a:cubicBezTo>
                  <a:close/>
                </a:path>
              </a:pathLst>
            </a:custGeom>
            <a:solidFill>
              <a:srgbClr val="86BC25"/>
            </a:solidFill>
            <a:ln w="6390" cap="flat">
              <a:noFill/>
              <a:prstDash val="solid"/>
              <a:miter/>
            </a:ln>
          </p:spPr>
          <p:txBody>
            <a:bodyPr rtlCol="0" anchor="ctr"/>
            <a:lstStyle/>
            <a:p>
              <a:endParaRPr lang="en-US"/>
            </a:p>
          </p:txBody>
        </p:sp>
        <p:sp>
          <p:nvSpPr>
            <p:cNvPr id="811" name="Graphic 4">
              <a:extLst>
                <a:ext uri="{FF2B5EF4-FFF2-40B4-BE49-F238E27FC236}">
                  <a16:creationId xmlns:a16="http://schemas.microsoft.com/office/drawing/2014/main" id="{6128ED6E-3F13-634D-8046-82629B0C2C65}"/>
                </a:ext>
              </a:extLst>
            </p:cNvPr>
            <p:cNvSpPr/>
            <p:nvPr/>
          </p:nvSpPr>
          <p:spPr>
            <a:xfrm>
              <a:off x="642188" y="4858373"/>
              <a:ext cx="12779" cy="67670"/>
            </a:xfrm>
            <a:custGeom>
              <a:avLst/>
              <a:gdLst>
                <a:gd name="connsiteX0" fmla="*/ 6390 w 12779"/>
                <a:gd name="connsiteY0" fmla="*/ 0 h 67670"/>
                <a:gd name="connsiteX1" fmla="*/ 0 w 12779"/>
                <a:gd name="connsiteY1" fmla="*/ 6384 h 67670"/>
                <a:gd name="connsiteX2" fmla="*/ 0 w 12779"/>
                <a:gd name="connsiteY2" fmla="*/ 61286 h 67670"/>
                <a:gd name="connsiteX3" fmla="*/ 6390 w 12779"/>
                <a:gd name="connsiteY3" fmla="*/ 67670 h 67670"/>
                <a:gd name="connsiteX4" fmla="*/ 12780 w 12779"/>
                <a:gd name="connsiteY4" fmla="*/ 61286 h 67670"/>
                <a:gd name="connsiteX5" fmla="*/ 12780 w 12779"/>
                <a:gd name="connsiteY5" fmla="*/ 6384 h 67670"/>
                <a:gd name="connsiteX6" fmla="*/ 6390 w 12779"/>
                <a:gd name="connsiteY6" fmla="*/ 0 h 6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67670">
                  <a:moveTo>
                    <a:pt x="6390" y="0"/>
                  </a:moveTo>
                  <a:cubicBezTo>
                    <a:pt x="2556" y="0"/>
                    <a:pt x="0" y="2553"/>
                    <a:pt x="0" y="6384"/>
                  </a:cubicBezTo>
                  <a:lnTo>
                    <a:pt x="0" y="61286"/>
                  </a:lnTo>
                  <a:cubicBezTo>
                    <a:pt x="0" y="65116"/>
                    <a:pt x="2556" y="67670"/>
                    <a:pt x="6390" y="67670"/>
                  </a:cubicBezTo>
                  <a:cubicBezTo>
                    <a:pt x="10224" y="67670"/>
                    <a:pt x="12780" y="65116"/>
                    <a:pt x="12780" y="61286"/>
                  </a:cubicBezTo>
                  <a:lnTo>
                    <a:pt x="12780" y="6384"/>
                  </a:lnTo>
                  <a:cubicBezTo>
                    <a:pt x="12780" y="2553"/>
                    <a:pt x="9585" y="0"/>
                    <a:pt x="6390" y="0"/>
                  </a:cubicBezTo>
                  <a:close/>
                </a:path>
              </a:pathLst>
            </a:custGeom>
            <a:solidFill>
              <a:srgbClr val="86BC25"/>
            </a:solidFill>
            <a:ln w="6390" cap="flat">
              <a:noFill/>
              <a:prstDash val="solid"/>
              <a:miter/>
            </a:ln>
          </p:spPr>
          <p:txBody>
            <a:bodyPr rtlCol="0" anchor="ctr"/>
            <a:lstStyle/>
            <a:p>
              <a:endParaRPr lang="en-US"/>
            </a:p>
          </p:txBody>
        </p:sp>
        <p:sp>
          <p:nvSpPr>
            <p:cNvPr id="812" name="Graphic 4">
              <a:extLst>
                <a:ext uri="{FF2B5EF4-FFF2-40B4-BE49-F238E27FC236}">
                  <a16:creationId xmlns:a16="http://schemas.microsoft.com/office/drawing/2014/main" id="{01BD9CF1-E2F4-7847-AA74-A60C702C6CC7}"/>
                </a:ext>
              </a:extLst>
            </p:cNvPr>
            <p:cNvSpPr/>
            <p:nvPr/>
          </p:nvSpPr>
          <p:spPr>
            <a:xfrm>
              <a:off x="681167" y="4890133"/>
              <a:ext cx="51468" cy="51231"/>
            </a:xfrm>
            <a:custGeom>
              <a:avLst/>
              <a:gdLst>
                <a:gd name="connsiteX0" fmla="*/ 6390 w 51468"/>
                <a:gd name="connsiteY0" fmla="*/ 51232 h 51231"/>
                <a:gd name="connsiteX1" fmla="*/ 10863 w 51468"/>
                <a:gd name="connsiteY1" fmla="*/ 49316 h 51231"/>
                <a:gd name="connsiteX2" fmla="*/ 49842 w 51468"/>
                <a:gd name="connsiteY2" fmla="*/ 10374 h 51231"/>
                <a:gd name="connsiteX3" fmla="*/ 49203 w 51468"/>
                <a:gd name="connsiteY3" fmla="*/ 1436 h 51231"/>
                <a:gd name="connsiteX4" fmla="*/ 40896 w 51468"/>
                <a:gd name="connsiteY4" fmla="*/ 1436 h 51231"/>
                <a:gd name="connsiteX5" fmla="*/ 1917 w 51468"/>
                <a:gd name="connsiteY5" fmla="*/ 40379 h 51231"/>
                <a:gd name="connsiteX6" fmla="*/ 1917 w 51468"/>
                <a:gd name="connsiteY6" fmla="*/ 49316 h 51231"/>
                <a:gd name="connsiteX7" fmla="*/ 1917 w 51468"/>
                <a:gd name="connsiteY7" fmla="*/ 49316 h 51231"/>
                <a:gd name="connsiteX8" fmla="*/ 6390 w 51468"/>
                <a:gd name="connsiteY8" fmla="*/ 51232 h 51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68" h="51231">
                  <a:moveTo>
                    <a:pt x="6390" y="51232"/>
                  </a:moveTo>
                  <a:cubicBezTo>
                    <a:pt x="8307" y="51232"/>
                    <a:pt x="9585" y="50593"/>
                    <a:pt x="10863" y="49316"/>
                  </a:cubicBezTo>
                  <a:lnTo>
                    <a:pt x="49842" y="10374"/>
                  </a:lnTo>
                  <a:cubicBezTo>
                    <a:pt x="52398" y="7820"/>
                    <a:pt x="51758" y="3352"/>
                    <a:pt x="49203" y="1436"/>
                  </a:cubicBezTo>
                  <a:cubicBezTo>
                    <a:pt x="46647" y="-479"/>
                    <a:pt x="43452" y="-479"/>
                    <a:pt x="40896" y="1436"/>
                  </a:cubicBezTo>
                  <a:lnTo>
                    <a:pt x="1917" y="40379"/>
                  </a:lnTo>
                  <a:cubicBezTo>
                    <a:pt x="-639" y="42932"/>
                    <a:pt x="-639" y="46763"/>
                    <a:pt x="1917" y="49316"/>
                  </a:cubicBezTo>
                  <a:cubicBezTo>
                    <a:pt x="1917" y="49316"/>
                    <a:pt x="1917" y="49316"/>
                    <a:pt x="1917" y="49316"/>
                  </a:cubicBezTo>
                  <a:cubicBezTo>
                    <a:pt x="3195" y="50593"/>
                    <a:pt x="4473" y="51232"/>
                    <a:pt x="6390" y="51232"/>
                  </a:cubicBezTo>
                  <a:close/>
                </a:path>
              </a:pathLst>
            </a:custGeom>
            <a:solidFill>
              <a:srgbClr val="86BC25"/>
            </a:solidFill>
            <a:ln w="6390" cap="flat">
              <a:noFill/>
              <a:prstDash val="solid"/>
              <a:miter/>
            </a:ln>
          </p:spPr>
          <p:txBody>
            <a:bodyPr rtlCol="0" anchor="ctr"/>
            <a:lstStyle/>
            <a:p>
              <a:endParaRPr lang="en-US"/>
            </a:p>
          </p:txBody>
        </p:sp>
        <p:sp>
          <p:nvSpPr>
            <p:cNvPr id="813" name="Graphic 4">
              <a:extLst>
                <a:ext uri="{FF2B5EF4-FFF2-40B4-BE49-F238E27FC236}">
                  <a16:creationId xmlns:a16="http://schemas.microsoft.com/office/drawing/2014/main" id="{62550694-2435-5E47-BF82-50A28B568F49}"/>
                </a:ext>
              </a:extLst>
            </p:cNvPr>
            <p:cNvSpPr/>
            <p:nvPr/>
          </p:nvSpPr>
          <p:spPr>
            <a:xfrm>
              <a:off x="696503" y="4967539"/>
              <a:ext cx="67733" cy="12767"/>
            </a:xfrm>
            <a:custGeom>
              <a:avLst/>
              <a:gdLst>
                <a:gd name="connsiteX0" fmla="*/ 61343 w 67733"/>
                <a:gd name="connsiteY0" fmla="*/ 0 h 12767"/>
                <a:gd name="connsiteX1" fmla="*/ 6390 w 67733"/>
                <a:gd name="connsiteY1" fmla="*/ 0 h 12767"/>
                <a:gd name="connsiteX2" fmla="*/ 0 w 67733"/>
                <a:gd name="connsiteY2" fmla="*/ 6384 h 12767"/>
                <a:gd name="connsiteX3" fmla="*/ 6390 w 67733"/>
                <a:gd name="connsiteY3" fmla="*/ 12768 h 12767"/>
                <a:gd name="connsiteX4" fmla="*/ 61343 w 67733"/>
                <a:gd name="connsiteY4" fmla="*/ 12768 h 12767"/>
                <a:gd name="connsiteX5" fmla="*/ 67733 w 67733"/>
                <a:gd name="connsiteY5" fmla="*/ 6384 h 12767"/>
                <a:gd name="connsiteX6" fmla="*/ 61343 w 67733"/>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733" h="12767">
                  <a:moveTo>
                    <a:pt x="61343" y="0"/>
                  </a:moveTo>
                  <a:lnTo>
                    <a:pt x="6390" y="0"/>
                  </a:lnTo>
                  <a:cubicBezTo>
                    <a:pt x="2556" y="0"/>
                    <a:pt x="0" y="2554"/>
                    <a:pt x="0" y="6384"/>
                  </a:cubicBezTo>
                  <a:cubicBezTo>
                    <a:pt x="0" y="10214"/>
                    <a:pt x="2556" y="12768"/>
                    <a:pt x="6390" y="12768"/>
                  </a:cubicBezTo>
                  <a:lnTo>
                    <a:pt x="61343" y="12768"/>
                  </a:lnTo>
                  <a:cubicBezTo>
                    <a:pt x="65177" y="12768"/>
                    <a:pt x="67733" y="10214"/>
                    <a:pt x="67733" y="6384"/>
                  </a:cubicBezTo>
                  <a:cubicBezTo>
                    <a:pt x="67733" y="2554"/>
                    <a:pt x="65177" y="0"/>
                    <a:pt x="61343" y="0"/>
                  </a:cubicBezTo>
                  <a:close/>
                </a:path>
              </a:pathLst>
            </a:custGeom>
            <a:solidFill>
              <a:srgbClr val="86BC25"/>
            </a:solidFill>
            <a:ln w="6390" cap="flat">
              <a:noFill/>
              <a:prstDash val="solid"/>
              <a:miter/>
            </a:ln>
          </p:spPr>
          <p:txBody>
            <a:bodyPr rtlCol="0" anchor="ctr"/>
            <a:lstStyle/>
            <a:p>
              <a:endParaRPr lang="en-US"/>
            </a:p>
          </p:txBody>
        </p:sp>
        <p:sp>
          <p:nvSpPr>
            <p:cNvPr id="814" name="Graphic 4">
              <a:extLst>
                <a:ext uri="{FF2B5EF4-FFF2-40B4-BE49-F238E27FC236}">
                  <a16:creationId xmlns:a16="http://schemas.microsoft.com/office/drawing/2014/main" id="{DAEF9BE8-18B3-6D47-99CE-6EB0924469A6}"/>
                </a:ext>
              </a:extLst>
            </p:cNvPr>
            <p:cNvSpPr/>
            <p:nvPr/>
          </p:nvSpPr>
          <p:spPr>
            <a:xfrm>
              <a:off x="681167" y="5006481"/>
              <a:ext cx="51758" cy="51710"/>
            </a:xfrm>
            <a:custGeom>
              <a:avLst/>
              <a:gdLst>
                <a:gd name="connsiteX0" fmla="*/ 10863 w 51758"/>
                <a:gd name="connsiteY0" fmla="*/ 1915 h 51710"/>
                <a:gd name="connsiteX1" fmla="*/ 1917 w 51758"/>
                <a:gd name="connsiteY1" fmla="*/ 1915 h 51710"/>
                <a:gd name="connsiteX2" fmla="*/ 1917 w 51758"/>
                <a:gd name="connsiteY2" fmla="*/ 10853 h 51710"/>
                <a:gd name="connsiteX3" fmla="*/ 1917 w 51758"/>
                <a:gd name="connsiteY3" fmla="*/ 10853 h 51710"/>
                <a:gd name="connsiteX4" fmla="*/ 40896 w 51758"/>
                <a:gd name="connsiteY4" fmla="*/ 49795 h 51710"/>
                <a:gd name="connsiteX5" fmla="*/ 45369 w 51758"/>
                <a:gd name="connsiteY5" fmla="*/ 51710 h 51710"/>
                <a:gd name="connsiteX6" fmla="*/ 49842 w 51758"/>
                <a:gd name="connsiteY6" fmla="*/ 49795 h 51710"/>
                <a:gd name="connsiteX7" fmla="*/ 49842 w 51758"/>
                <a:gd name="connsiteY7" fmla="*/ 40857 h 51710"/>
                <a:gd name="connsiteX8" fmla="*/ 10863 w 51758"/>
                <a:gd name="connsiteY8" fmla="*/ 1915 h 5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758" h="51710">
                  <a:moveTo>
                    <a:pt x="10863" y="1915"/>
                  </a:moveTo>
                  <a:cubicBezTo>
                    <a:pt x="8307" y="-638"/>
                    <a:pt x="4473" y="-638"/>
                    <a:pt x="1917" y="1915"/>
                  </a:cubicBezTo>
                  <a:cubicBezTo>
                    <a:pt x="-639" y="4469"/>
                    <a:pt x="-639" y="8299"/>
                    <a:pt x="1917" y="10853"/>
                  </a:cubicBezTo>
                  <a:cubicBezTo>
                    <a:pt x="1917" y="10853"/>
                    <a:pt x="1917" y="10853"/>
                    <a:pt x="1917" y="10853"/>
                  </a:cubicBezTo>
                  <a:lnTo>
                    <a:pt x="40896" y="49795"/>
                  </a:lnTo>
                  <a:cubicBezTo>
                    <a:pt x="42174" y="51072"/>
                    <a:pt x="43452" y="51710"/>
                    <a:pt x="45369" y="51710"/>
                  </a:cubicBezTo>
                  <a:cubicBezTo>
                    <a:pt x="47286" y="51710"/>
                    <a:pt x="48564" y="51072"/>
                    <a:pt x="49842" y="49795"/>
                  </a:cubicBezTo>
                  <a:cubicBezTo>
                    <a:pt x="52398" y="47241"/>
                    <a:pt x="52398" y="43411"/>
                    <a:pt x="49842" y="40857"/>
                  </a:cubicBezTo>
                  <a:lnTo>
                    <a:pt x="10863" y="1915"/>
                  </a:lnTo>
                  <a:close/>
                </a:path>
              </a:pathLst>
            </a:custGeom>
            <a:solidFill>
              <a:srgbClr val="86BC25"/>
            </a:solidFill>
            <a:ln w="6390" cap="flat">
              <a:noFill/>
              <a:prstDash val="solid"/>
              <a:miter/>
            </a:ln>
          </p:spPr>
          <p:txBody>
            <a:bodyPr rtlCol="0" anchor="ctr"/>
            <a:lstStyle/>
            <a:p>
              <a:endParaRPr lang="en-US"/>
            </a:p>
          </p:txBody>
        </p:sp>
        <p:sp>
          <p:nvSpPr>
            <p:cNvPr id="815" name="Graphic 4">
              <a:extLst>
                <a:ext uri="{FF2B5EF4-FFF2-40B4-BE49-F238E27FC236}">
                  <a16:creationId xmlns:a16="http://schemas.microsoft.com/office/drawing/2014/main" id="{582F30BF-EE88-6345-A6D9-B04C96D3B1CE}"/>
                </a:ext>
              </a:extLst>
            </p:cNvPr>
            <p:cNvSpPr/>
            <p:nvPr/>
          </p:nvSpPr>
          <p:spPr>
            <a:xfrm>
              <a:off x="642188" y="5021803"/>
              <a:ext cx="12779" cy="67670"/>
            </a:xfrm>
            <a:custGeom>
              <a:avLst/>
              <a:gdLst>
                <a:gd name="connsiteX0" fmla="*/ 6390 w 12779"/>
                <a:gd name="connsiteY0" fmla="*/ 0 h 67670"/>
                <a:gd name="connsiteX1" fmla="*/ 0 w 12779"/>
                <a:gd name="connsiteY1" fmla="*/ 6384 h 67670"/>
                <a:gd name="connsiteX2" fmla="*/ 0 w 12779"/>
                <a:gd name="connsiteY2" fmla="*/ 61286 h 67670"/>
                <a:gd name="connsiteX3" fmla="*/ 6390 w 12779"/>
                <a:gd name="connsiteY3" fmla="*/ 67670 h 67670"/>
                <a:gd name="connsiteX4" fmla="*/ 12780 w 12779"/>
                <a:gd name="connsiteY4" fmla="*/ 61286 h 67670"/>
                <a:gd name="connsiteX5" fmla="*/ 12780 w 12779"/>
                <a:gd name="connsiteY5" fmla="*/ 6384 h 67670"/>
                <a:gd name="connsiteX6" fmla="*/ 6390 w 12779"/>
                <a:gd name="connsiteY6" fmla="*/ 0 h 6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67670">
                  <a:moveTo>
                    <a:pt x="6390" y="0"/>
                  </a:moveTo>
                  <a:cubicBezTo>
                    <a:pt x="2556" y="0"/>
                    <a:pt x="0" y="2554"/>
                    <a:pt x="0" y="6384"/>
                  </a:cubicBezTo>
                  <a:lnTo>
                    <a:pt x="0" y="61286"/>
                  </a:lnTo>
                  <a:cubicBezTo>
                    <a:pt x="0" y="65117"/>
                    <a:pt x="2556" y="67670"/>
                    <a:pt x="6390" y="67670"/>
                  </a:cubicBezTo>
                  <a:cubicBezTo>
                    <a:pt x="10224" y="67670"/>
                    <a:pt x="12780" y="65117"/>
                    <a:pt x="12780" y="61286"/>
                  </a:cubicBezTo>
                  <a:lnTo>
                    <a:pt x="12780" y="6384"/>
                  </a:lnTo>
                  <a:cubicBezTo>
                    <a:pt x="12780" y="3192"/>
                    <a:pt x="9585" y="0"/>
                    <a:pt x="6390" y="0"/>
                  </a:cubicBezTo>
                  <a:close/>
                </a:path>
              </a:pathLst>
            </a:custGeom>
            <a:solidFill>
              <a:srgbClr val="86BC25"/>
            </a:solidFill>
            <a:ln w="6390" cap="flat">
              <a:noFill/>
              <a:prstDash val="solid"/>
              <a:miter/>
            </a:ln>
          </p:spPr>
          <p:txBody>
            <a:bodyPr rtlCol="0" anchor="ctr"/>
            <a:lstStyle/>
            <a:p>
              <a:endParaRPr lang="en-US"/>
            </a:p>
          </p:txBody>
        </p:sp>
        <p:sp>
          <p:nvSpPr>
            <p:cNvPr id="816" name="Graphic 4">
              <a:extLst>
                <a:ext uri="{FF2B5EF4-FFF2-40B4-BE49-F238E27FC236}">
                  <a16:creationId xmlns:a16="http://schemas.microsoft.com/office/drawing/2014/main" id="{D1567100-1960-284B-BEFD-6DADF7C1E504}"/>
                </a:ext>
              </a:extLst>
            </p:cNvPr>
            <p:cNvSpPr/>
            <p:nvPr/>
          </p:nvSpPr>
          <p:spPr>
            <a:xfrm>
              <a:off x="564231" y="5006481"/>
              <a:ext cx="51758" cy="51710"/>
            </a:xfrm>
            <a:custGeom>
              <a:avLst/>
              <a:gdLst>
                <a:gd name="connsiteX0" fmla="*/ 40896 w 51758"/>
                <a:gd name="connsiteY0" fmla="*/ 1915 h 51710"/>
                <a:gd name="connsiteX1" fmla="*/ 1917 w 51758"/>
                <a:gd name="connsiteY1" fmla="*/ 40857 h 51710"/>
                <a:gd name="connsiteX2" fmla="*/ 1917 w 51758"/>
                <a:gd name="connsiteY2" fmla="*/ 49795 h 51710"/>
                <a:gd name="connsiteX3" fmla="*/ 10863 w 51758"/>
                <a:gd name="connsiteY3" fmla="*/ 49795 h 51710"/>
                <a:gd name="connsiteX4" fmla="*/ 49842 w 51758"/>
                <a:gd name="connsiteY4" fmla="*/ 10853 h 51710"/>
                <a:gd name="connsiteX5" fmla="*/ 49842 w 51758"/>
                <a:gd name="connsiteY5" fmla="*/ 1915 h 51710"/>
                <a:gd name="connsiteX6" fmla="*/ 40896 w 51758"/>
                <a:gd name="connsiteY6" fmla="*/ 1915 h 51710"/>
                <a:gd name="connsiteX7" fmla="*/ 40896 w 51758"/>
                <a:gd name="connsiteY7" fmla="*/ 1915 h 5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758" h="51710">
                  <a:moveTo>
                    <a:pt x="40896" y="1915"/>
                  </a:moveTo>
                  <a:lnTo>
                    <a:pt x="1917" y="40857"/>
                  </a:lnTo>
                  <a:cubicBezTo>
                    <a:pt x="-639" y="43411"/>
                    <a:pt x="-639" y="47241"/>
                    <a:pt x="1917" y="49795"/>
                  </a:cubicBezTo>
                  <a:cubicBezTo>
                    <a:pt x="4473" y="52349"/>
                    <a:pt x="8307" y="52349"/>
                    <a:pt x="10863" y="49795"/>
                  </a:cubicBezTo>
                  <a:lnTo>
                    <a:pt x="49842" y="10853"/>
                  </a:lnTo>
                  <a:cubicBezTo>
                    <a:pt x="52398" y="8299"/>
                    <a:pt x="52398" y="4469"/>
                    <a:pt x="49842" y="1915"/>
                  </a:cubicBezTo>
                  <a:cubicBezTo>
                    <a:pt x="47286" y="-638"/>
                    <a:pt x="43452" y="-638"/>
                    <a:pt x="40896" y="1915"/>
                  </a:cubicBezTo>
                  <a:lnTo>
                    <a:pt x="40896" y="1915"/>
                  </a:lnTo>
                  <a:close/>
                </a:path>
              </a:pathLst>
            </a:custGeom>
            <a:solidFill>
              <a:srgbClr val="86BC25"/>
            </a:solidFill>
            <a:ln w="6390" cap="flat">
              <a:noFill/>
              <a:prstDash val="solid"/>
              <a:miter/>
            </a:ln>
          </p:spPr>
          <p:txBody>
            <a:bodyPr rtlCol="0" anchor="ctr"/>
            <a:lstStyle/>
            <a:p>
              <a:endParaRPr lang="en-US"/>
            </a:p>
          </p:txBody>
        </p:sp>
        <p:sp>
          <p:nvSpPr>
            <p:cNvPr id="817" name="Graphic 4">
              <a:extLst>
                <a:ext uri="{FF2B5EF4-FFF2-40B4-BE49-F238E27FC236}">
                  <a16:creationId xmlns:a16="http://schemas.microsoft.com/office/drawing/2014/main" id="{D3D0E81C-197B-0E4F-97E2-EFBB5E46A3A2}"/>
                </a:ext>
              </a:extLst>
            </p:cNvPr>
            <p:cNvSpPr/>
            <p:nvPr/>
          </p:nvSpPr>
          <p:spPr>
            <a:xfrm>
              <a:off x="532281" y="4967539"/>
              <a:ext cx="67733" cy="12767"/>
            </a:xfrm>
            <a:custGeom>
              <a:avLst/>
              <a:gdLst>
                <a:gd name="connsiteX0" fmla="*/ 67733 w 67733"/>
                <a:gd name="connsiteY0" fmla="*/ 6384 h 12767"/>
                <a:gd name="connsiteX1" fmla="*/ 61343 w 67733"/>
                <a:gd name="connsiteY1" fmla="*/ 0 h 12767"/>
                <a:gd name="connsiteX2" fmla="*/ 6390 w 67733"/>
                <a:gd name="connsiteY2" fmla="*/ 0 h 12767"/>
                <a:gd name="connsiteX3" fmla="*/ 0 w 67733"/>
                <a:gd name="connsiteY3" fmla="*/ 6384 h 12767"/>
                <a:gd name="connsiteX4" fmla="*/ 6390 w 67733"/>
                <a:gd name="connsiteY4" fmla="*/ 12768 h 12767"/>
                <a:gd name="connsiteX5" fmla="*/ 61343 w 67733"/>
                <a:gd name="connsiteY5" fmla="*/ 12768 h 12767"/>
                <a:gd name="connsiteX6" fmla="*/ 67733 w 67733"/>
                <a:gd name="connsiteY6" fmla="*/ 638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733" h="12767">
                  <a:moveTo>
                    <a:pt x="67733" y="6384"/>
                  </a:moveTo>
                  <a:cubicBezTo>
                    <a:pt x="67733" y="2554"/>
                    <a:pt x="65177" y="0"/>
                    <a:pt x="61343" y="0"/>
                  </a:cubicBezTo>
                  <a:lnTo>
                    <a:pt x="6390" y="0"/>
                  </a:lnTo>
                  <a:cubicBezTo>
                    <a:pt x="2556" y="0"/>
                    <a:pt x="0" y="2554"/>
                    <a:pt x="0" y="6384"/>
                  </a:cubicBezTo>
                  <a:cubicBezTo>
                    <a:pt x="0" y="10214"/>
                    <a:pt x="2556" y="12768"/>
                    <a:pt x="6390" y="12768"/>
                  </a:cubicBezTo>
                  <a:lnTo>
                    <a:pt x="61343" y="12768"/>
                  </a:lnTo>
                  <a:cubicBezTo>
                    <a:pt x="65177" y="12768"/>
                    <a:pt x="67733" y="9576"/>
                    <a:pt x="67733" y="6384"/>
                  </a:cubicBezTo>
                  <a:close/>
                </a:path>
              </a:pathLst>
            </a:custGeom>
            <a:solidFill>
              <a:srgbClr val="86BC25"/>
            </a:solidFill>
            <a:ln w="6390" cap="flat">
              <a:noFill/>
              <a:prstDash val="solid"/>
              <a:miter/>
            </a:ln>
          </p:spPr>
          <p:txBody>
            <a:bodyPr rtlCol="0" anchor="ctr"/>
            <a:lstStyle/>
            <a:p>
              <a:endParaRPr lang="en-US"/>
            </a:p>
          </p:txBody>
        </p:sp>
      </p:grpSp>
      <p:grpSp>
        <p:nvGrpSpPr>
          <p:cNvPr id="818" name="Graphic 4">
            <a:extLst>
              <a:ext uri="{FF2B5EF4-FFF2-40B4-BE49-F238E27FC236}">
                <a16:creationId xmlns:a16="http://schemas.microsoft.com/office/drawing/2014/main" id="{F3AA04D7-E98F-1847-B731-AFB657173B2C}"/>
              </a:ext>
            </a:extLst>
          </p:cNvPr>
          <p:cNvGrpSpPr/>
          <p:nvPr/>
        </p:nvGrpSpPr>
        <p:grpSpPr>
          <a:xfrm>
            <a:off x="7801474" y="4308712"/>
            <a:ext cx="362309" cy="361971"/>
            <a:chOff x="7801474" y="4308712"/>
            <a:chExt cx="362309" cy="361971"/>
          </a:xfrm>
          <a:solidFill>
            <a:srgbClr val="26890D"/>
          </a:solidFill>
        </p:grpSpPr>
        <p:sp>
          <p:nvSpPr>
            <p:cNvPr id="819" name="Graphic 4">
              <a:extLst>
                <a:ext uri="{FF2B5EF4-FFF2-40B4-BE49-F238E27FC236}">
                  <a16:creationId xmlns:a16="http://schemas.microsoft.com/office/drawing/2014/main" id="{D5E95861-ED61-4D4F-B02B-E766236237FB}"/>
                </a:ext>
              </a:extLst>
            </p:cNvPr>
            <p:cNvSpPr/>
            <p:nvPr/>
          </p:nvSpPr>
          <p:spPr>
            <a:xfrm>
              <a:off x="7801474" y="430871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lnTo>
                    <a:pt x="181474" y="349204"/>
                  </a:lnTo>
                  <a:close/>
                </a:path>
              </a:pathLst>
            </a:custGeom>
            <a:solidFill>
              <a:srgbClr val="26890D"/>
            </a:solidFill>
            <a:ln w="6390" cap="flat">
              <a:noFill/>
              <a:prstDash val="solid"/>
              <a:miter/>
            </a:ln>
          </p:spPr>
          <p:txBody>
            <a:bodyPr rtlCol="0" anchor="ctr"/>
            <a:lstStyle/>
            <a:p>
              <a:endParaRPr lang="en-US"/>
            </a:p>
          </p:txBody>
        </p:sp>
        <p:sp>
          <p:nvSpPr>
            <p:cNvPr id="820" name="Graphic 4">
              <a:extLst>
                <a:ext uri="{FF2B5EF4-FFF2-40B4-BE49-F238E27FC236}">
                  <a16:creationId xmlns:a16="http://schemas.microsoft.com/office/drawing/2014/main" id="{54043DDE-0825-E344-840E-4EAD70EE3B96}"/>
                </a:ext>
              </a:extLst>
            </p:cNvPr>
            <p:cNvSpPr/>
            <p:nvPr/>
          </p:nvSpPr>
          <p:spPr>
            <a:xfrm>
              <a:off x="7887738" y="4382127"/>
              <a:ext cx="190419" cy="213863"/>
            </a:xfrm>
            <a:custGeom>
              <a:avLst/>
              <a:gdLst>
                <a:gd name="connsiteX0" fmla="*/ 184030 w 190419"/>
                <a:gd name="connsiteY0" fmla="*/ 88738 h 213863"/>
                <a:gd name="connsiteX1" fmla="*/ 157831 w 190419"/>
                <a:gd name="connsiteY1" fmla="*/ 88738 h 213863"/>
                <a:gd name="connsiteX2" fmla="*/ 157831 w 190419"/>
                <a:gd name="connsiteY2" fmla="*/ 6384 h 213863"/>
                <a:gd name="connsiteX3" fmla="*/ 151441 w 190419"/>
                <a:gd name="connsiteY3" fmla="*/ 0 h 213863"/>
                <a:gd name="connsiteX4" fmla="*/ 6390 w 190419"/>
                <a:gd name="connsiteY4" fmla="*/ 0 h 213863"/>
                <a:gd name="connsiteX5" fmla="*/ 0 w 190419"/>
                <a:gd name="connsiteY5" fmla="*/ 6384 h 213863"/>
                <a:gd name="connsiteX6" fmla="*/ 0 w 190419"/>
                <a:gd name="connsiteY6" fmla="*/ 191519 h 213863"/>
                <a:gd name="connsiteX7" fmla="*/ 6390 w 190419"/>
                <a:gd name="connsiteY7" fmla="*/ 197903 h 213863"/>
                <a:gd name="connsiteX8" fmla="*/ 119492 w 190419"/>
                <a:gd name="connsiteY8" fmla="*/ 197903 h 213863"/>
                <a:gd name="connsiteX9" fmla="*/ 121409 w 190419"/>
                <a:gd name="connsiteY9" fmla="*/ 197265 h 213863"/>
                <a:gd name="connsiteX10" fmla="*/ 121409 w 190419"/>
                <a:gd name="connsiteY10" fmla="*/ 207479 h 213863"/>
                <a:gd name="connsiteX11" fmla="*/ 127799 w 190419"/>
                <a:gd name="connsiteY11" fmla="*/ 213863 h 213863"/>
                <a:gd name="connsiteX12" fmla="*/ 184030 w 190419"/>
                <a:gd name="connsiteY12" fmla="*/ 213863 h 213863"/>
                <a:gd name="connsiteX13" fmla="*/ 190420 w 190419"/>
                <a:gd name="connsiteY13" fmla="*/ 207479 h 213863"/>
                <a:gd name="connsiteX14" fmla="*/ 190420 w 190419"/>
                <a:gd name="connsiteY14" fmla="*/ 94483 h 213863"/>
                <a:gd name="connsiteX15" fmla="*/ 184030 w 190419"/>
                <a:gd name="connsiteY15" fmla="*/ 88738 h 213863"/>
                <a:gd name="connsiteX16" fmla="*/ 120770 w 190419"/>
                <a:gd name="connsiteY16" fmla="*/ 95121 h 213863"/>
                <a:gd name="connsiteX17" fmla="*/ 120770 w 190419"/>
                <a:gd name="connsiteY17" fmla="*/ 185774 h 213863"/>
                <a:gd name="connsiteX18" fmla="*/ 118853 w 190419"/>
                <a:gd name="connsiteY18" fmla="*/ 185774 h 213863"/>
                <a:gd name="connsiteX19" fmla="*/ 12141 w 190419"/>
                <a:gd name="connsiteY19" fmla="*/ 185774 h 213863"/>
                <a:gd name="connsiteX20" fmla="*/ 12141 w 190419"/>
                <a:gd name="connsiteY20" fmla="*/ 13407 h 213863"/>
                <a:gd name="connsiteX21" fmla="*/ 144412 w 190419"/>
                <a:gd name="connsiteY21" fmla="*/ 13407 h 213863"/>
                <a:gd name="connsiteX22" fmla="*/ 144412 w 190419"/>
                <a:gd name="connsiteY22" fmla="*/ 89376 h 213863"/>
                <a:gd name="connsiteX23" fmla="*/ 126520 w 190419"/>
                <a:gd name="connsiteY23" fmla="*/ 89376 h 213863"/>
                <a:gd name="connsiteX24" fmla="*/ 120770 w 190419"/>
                <a:gd name="connsiteY24" fmla="*/ 95121 h 213863"/>
                <a:gd name="connsiteX25" fmla="*/ 120770 w 190419"/>
                <a:gd name="connsiteY25" fmla="*/ 95121 h 213863"/>
                <a:gd name="connsiteX26" fmla="*/ 177640 w 190419"/>
                <a:gd name="connsiteY26" fmla="*/ 201734 h 213863"/>
                <a:gd name="connsiteX27" fmla="*/ 134189 w 190419"/>
                <a:gd name="connsiteY27" fmla="*/ 201734 h 213863"/>
                <a:gd name="connsiteX28" fmla="*/ 134189 w 190419"/>
                <a:gd name="connsiteY28" fmla="*/ 101505 h 213863"/>
                <a:gd name="connsiteX29" fmla="*/ 177640 w 190419"/>
                <a:gd name="connsiteY29" fmla="*/ 101505 h 213863"/>
                <a:gd name="connsiteX30" fmla="*/ 177640 w 190419"/>
                <a:gd name="connsiteY30" fmla="*/ 201734 h 21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0419" h="213863">
                  <a:moveTo>
                    <a:pt x="184030" y="88738"/>
                  </a:moveTo>
                  <a:lnTo>
                    <a:pt x="157831" y="88738"/>
                  </a:lnTo>
                  <a:lnTo>
                    <a:pt x="157831" y="6384"/>
                  </a:lnTo>
                  <a:cubicBezTo>
                    <a:pt x="157831" y="2554"/>
                    <a:pt x="155275" y="0"/>
                    <a:pt x="151441" y="0"/>
                  </a:cubicBezTo>
                  <a:lnTo>
                    <a:pt x="6390" y="0"/>
                  </a:lnTo>
                  <a:cubicBezTo>
                    <a:pt x="2556" y="0"/>
                    <a:pt x="0" y="2554"/>
                    <a:pt x="0" y="6384"/>
                  </a:cubicBezTo>
                  <a:lnTo>
                    <a:pt x="0" y="191519"/>
                  </a:lnTo>
                  <a:cubicBezTo>
                    <a:pt x="0" y="195350"/>
                    <a:pt x="2556" y="197903"/>
                    <a:pt x="6390" y="197903"/>
                  </a:cubicBezTo>
                  <a:lnTo>
                    <a:pt x="119492" y="197903"/>
                  </a:lnTo>
                  <a:cubicBezTo>
                    <a:pt x="120130" y="197903"/>
                    <a:pt x="120770" y="197903"/>
                    <a:pt x="121409" y="197265"/>
                  </a:cubicBezTo>
                  <a:lnTo>
                    <a:pt x="121409" y="207479"/>
                  </a:lnTo>
                  <a:cubicBezTo>
                    <a:pt x="121409" y="211310"/>
                    <a:pt x="123965" y="213863"/>
                    <a:pt x="127799" y="213863"/>
                  </a:cubicBezTo>
                  <a:lnTo>
                    <a:pt x="184030" y="213863"/>
                  </a:lnTo>
                  <a:cubicBezTo>
                    <a:pt x="187864" y="213863"/>
                    <a:pt x="190420" y="211310"/>
                    <a:pt x="190420" y="207479"/>
                  </a:cubicBezTo>
                  <a:lnTo>
                    <a:pt x="190420" y="94483"/>
                  </a:lnTo>
                  <a:cubicBezTo>
                    <a:pt x="190420" y="91930"/>
                    <a:pt x="187225" y="88738"/>
                    <a:pt x="184030" y="88738"/>
                  </a:cubicBezTo>
                  <a:close/>
                  <a:moveTo>
                    <a:pt x="120770" y="95121"/>
                  </a:moveTo>
                  <a:lnTo>
                    <a:pt x="120770" y="185774"/>
                  </a:lnTo>
                  <a:cubicBezTo>
                    <a:pt x="120130" y="185774"/>
                    <a:pt x="119492" y="185774"/>
                    <a:pt x="118853" y="185774"/>
                  </a:cubicBezTo>
                  <a:lnTo>
                    <a:pt x="12141" y="185774"/>
                  </a:lnTo>
                  <a:lnTo>
                    <a:pt x="12141" y="13407"/>
                  </a:lnTo>
                  <a:lnTo>
                    <a:pt x="144412" y="13407"/>
                  </a:lnTo>
                  <a:lnTo>
                    <a:pt x="144412" y="89376"/>
                  </a:lnTo>
                  <a:lnTo>
                    <a:pt x="126520" y="89376"/>
                  </a:lnTo>
                  <a:cubicBezTo>
                    <a:pt x="123965" y="89376"/>
                    <a:pt x="121409" y="91930"/>
                    <a:pt x="120770" y="95121"/>
                  </a:cubicBezTo>
                  <a:lnTo>
                    <a:pt x="120770" y="95121"/>
                  </a:lnTo>
                  <a:close/>
                  <a:moveTo>
                    <a:pt x="177640" y="201734"/>
                  </a:moveTo>
                  <a:lnTo>
                    <a:pt x="134189" y="201734"/>
                  </a:lnTo>
                  <a:lnTo>
                    <a:pt x="134189" y="101505"/>
                  </a:lnTo>
                  <a:lnTo>
                    <a:pt x="177640" y="101505"/>
                  </a:lnTo>
                  <a:lnTo>
                    <a:pt x="177640" y="201734"/>
                  </a:lnTo>
                  <a:close/>
                </a:path>
              </a:pathLst>
            </a:custGeom>
            <a:solidFill>
              <a:srgbClr val="26890D"/>
            </a:solidFill>
            <a:ln w="6390" cap="flat">
              <a:noFill/>
              <a:prstDash val="solid"/>
              <a:miter/>
            </a:ln>
          </p:spPr>
          <p:txBody>
            <a:bodyPr rtlCol="0" anchor="ctr"/>
            <a:lstStyle/>
            <a:p>
              <a:endParaRPr lang="en-US"/>
            </a:p>
          </p:txBody>
        </p:sp>
        <p:sp>
          <p:nvSpPr>
            <p:cNvPr id="821" name="Graphic 4">
              <a:extLst>
                <a:ext uri="{FF2B5EF4-FFF2-40B4-BE49-F238E27FC236}">
                  <a16:creationId xmlns:a16="http://schemas.microsoft.com/office/drawing/2014/main" id="{7C2DE31D-47DF-8946-AEA0-831DD6697D2D}"/>
                </a:ext>
              </a:extLst>
            </p:cNvPr>
            <p:cNvSpPr/>
            <p:nvPr/>
          </p:nvSpPr>
          <p:spPr>
            <a:xfrm>
              <a:off x="7959305" y="4534066"/>
              <a:ext cx="15336" cy="15321"/>
            </a:xfrm>
            <a:custGeom>
              <a:avLst/>
              <a:gdLst>
                <a:gd name="connsiteX0" fmla="*/ 7668 w 15336"/>
                <a:gd name="connsiteY0" fmla="*/ 0 h 15321"/>
                <a:gd name="connsiteX1" fmla="*/ 0 w 15336"/>
                <a:gd name="connsiteY1" fmla="*/ 7661 h 15321"/>
                <a:gd name="connsiteX2" fmla="*/ 7668 w 15336"/>
                <a:gd name="connsiteY2" fmla="*/ 15322 h 15321"/>
                <a:gd name="connsiteX3" fmla="*/ 15336 w 15336"/>
                <a:gd name="connsiteY3" fmla="*/ 7661 h 15321"/>
                <a:gd name="connsiteX4" fmla="*/ 7668 w 15336"/>
                <a:gd name="connsiteY4" fmla="*/ 0 h 15321"/>
                <a:gd name="connsiteX5" fmla="*/ 7668 w 15336"/>
                <a:gd name="connsiteY5"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6" h="15321">
                  <a:moveTo>
                    <a:pt x="7668" y="0"/>
                  </a:moveTo>
                  <a:cubicBezTo>
                    <a:pt x="3195" y="0"/>
                    <a:pt x="0" y="3192"/>
                    <a:pt x="0" y="7661"/>
                  </a:cubicBezTo>
                  <a:cubicBezTo>
                    <a:pt x="0" y="12130"/>
                    <a:pt x="3195" y="15322"/>
                    <a:pt x="7668" y="15322"/>
                  </a:cubicBezTo>
                  <a:cubicBezTo>
                    <a:pt x="12141" y="15322"/>
                    <a:pt x="15336" y="12130"/>
                    <a:pt x="15336" y="7661"/>
                  </a:cubicBezTo>
                  <a:cubicBezTo>
                    <a:pt x="14697" y="3831"/>
                    <a:pt x="11502" y="0"/>
                    <a:pt x="7668" y="0"/>
                  </a:cubicBezTo>
                  <a:cubicBezTo>
                    <a:pt x="7668" y="0"/>
                    <a:pt x="7668" y="0"/>
                    <a:pt x="7668" y="0"/>
                  </a:cubicBezTo>
                  <a:close/>
                </a:path>
              </a:pathLst>
            </a:custGeom>
            <a:solidFill>
              <a:srgbClr val="26890D"/>
            </a:solidFill>
            <a:ln w="6390" cap="flat">
              <a:noFill/>
              <a:prstDash val="solid"/>
              <a:miter/>
            </a:ln>
          </p:spPr>
          <p:txBody>
            <a:bodyPr rtlCol="0" anchor="ctr"/>
            <a:lstStyle/>
            <a:p>
              <a:endParaRPr lang="en-US"/>
            </a:p>
          </p:txBody>
        </p:sp>
      </p:grpSp>
      <p:grpSp>
        <p:nvGrpSpPr>
          <p:cNvPr id="822" name="Graphic 4">
            <a:extLst>
              <a:ext uri="{FF2B5EF4-FFF2-40B4-BE49-F238E27FC236}">
                <a16:creationId xmlns:a16="http://schemas.microsoft.com/office/drawing/2014/main" id="{45CA13D3-BF63-894A-9118-878DA1B13316}"/>
              </a:ext>
            </a:extLst>
          </p:cNvPr>
          <p:cNvGrpSpPr/>
          <p:nvPr/>
        </p:nvGrpSpPr>
        <p:grpSpPr>
          <a:xfrm>
            <a:off x="467743" y="4308712"/>
            <a:ext cx="361670" cy="361971"/>
            <a:chOff x="467743" y="4308712"/>
            <a:chExt cx="361670" cy="361971"/>
          </a:xfrm>
          <a:solidFill>
            <a:srgbClr val="86BC25"/>
          </a:solidFill>
        </p:grpSpPr>
        <p:sp>
          <p:nvSpPr>
            <p:cNvPr id="823" name="Graphic 4">
              <a:extLst>
                <a:ext uri="{FF2B5EF4-FFF2-40B4-BE49-F238E27FC236}">
                  <a16:creationId xmlns:a16="http://schemas.microsoft.com/office/drawing/2014/main" id="{5B13E83A-CC5E-824B-A346-9C937CD48D38}"/>
                </a:ext>
              </a:extLst>
            </p:cNvPr>
            <p:cNvSpPr/>
            <p:nvPr/>
          </p:nvSpPr>
          <p:spPr>
            <a:xfrm>
              <a:off x="467743" y="4308712"/>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0667 h 361971"/>
                <a:gd name="connsiteX4" fmla="*/ 361670 w 361670"/>
                <a:gd name="connsiteY4" fmla="*/ 180667 h 361971"/>
                <a:gd name="connsiteX5" fmla="*/ 180835 w 361670"/>
                <a:gd name="connsiteY5" fmla="*/ 0 h 361971"/>
                <a:gd name="connsiteX6" fmla="*/ 180835 w 361670"/>
                <a:gd name="connsiteY6" fmla="*/ 0 h 361971"/>
                <a:gd name="connsiteX7" fmla="*/ 180835 w 361670"/>
                <a:gd name="connsiteY7" fmla="*/ 349204 h 361971"/>
                <a:gd name="connsiteX8" fmla="*/ 12780 w 361670"/>
                <a:gd name="connsiteY8" fmla="*/ 181305 h 361971"/>
                <a:gd name="connsiteX9" fmla="*/ 180835 w 361670"/>
                <a:gd name="connsiteY9" fmla="*/ 12768 h 361971"/>
                <a:gd name="connsiteX10" fmla="*/ 348891 w 361670"/>
                <a:gd name="connsiteY10" fmla="*/ 181305 h 361971"/>
                <a:gd name="connsiteX11" fmla="*/ 348891 w 361670"/>
                <a:gd name="connsiteY11" fmla="*/ 181305 h 361971"/>
                <a:gd name="connsiteX12" fmla="*/ 180835 w 361670"/>
                <a:gd name="connsiteY12" fmla="*/ 349204 h 361971"/>
                <a:gd name="connsiteX13" fmla="*/ 180835 w 361670"/>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0" h="361971">
                  <a:moveTo>
                    <a:pt x="180835" y="0"/>
                  </a:moveTo>
                  <a:cubicBezTo>
                    <a:pt x="80513" y="0"/>
                    <a:pt x="0" y="81077"/>
                    <a:pt x="0" y="180667"/>
                  </a:cubicBezTo>
                  <a:cubicBezTo>
                    <a:pt x="0" y="280895"/>
                    <a:pt x="81152" y="361972"/>
                    <a:pt x="180835" y="361972"/>
                  </a:cubicBezTo>
                  <a:cubicBezTo>
                    <a:pt x="280518" y="361972"/>
                    <a:pt x="361670" y="280895"/>
                    <a:pt x="361670" y="180667"/>
                  </a:cubicBezTo>
                  <a:cubicBezTo>
                    <a:pt x="361670" y="180667"/>
                    <a:pt x="361670" y="180667"/>
                    <a:pt x="361670" y="180667"/>
                  </a:cubicBezTo>
                  <a:cubicBezTo>
                    <a:pt x="361670" y="81077"/>
                    <a:pt x="281157" y="0"/>
                    <a:pt x="180835" y="0"/>
                  </a:cubicBezTo>
                  <a:cubicBezTo>
                    <a:pt x="180835" y="0"/>
                    <a:pt x="180835" y="0"/>
                    <a:pt x="180835" y="0"/>
                  </a:cubicBezTo>
                  <a:close/>
                  <a:moveTo>
                    <a:pt x="180835" y="349204"/>
                  </a:moveTo>
                  <a:cubicBezTo>
                    <a:pt x="87542" y="349204"/>
                    <a:pt x="12780" y="273873"/>
                    <a:pt x="12780" y="181305"/>
                  </a:cubicBezTo>
                  <a:cubicBezTo>
                    <a:pt x="12780" y="88099"/>
                    <a:pt x="88181" y="12768"/>
                    <a:pt x="180835" y="12768"/>
                  </a:cubicBezTo>
                  <a:cubicBezTo>
                    <a:pt x="273489" y="12768"/>
                    <a:pt x="348891" y="88099"/>
                    <a:pt x="348891" y="181305"/>
                  </a:cubicBezTo>
                  <a:lnTo>
                    <a:pt x="348891" y="181305"/>
                  </a:lnTo>
                  <a:cubicBezTo>
                    <a:pt x="348891" y="273873"/>
                    <a:pt x="273489" y="349204"/>
                    <a:pt x="180835" y="349204"/>
                  </a:cubicBezTo>
                  <a:lnTo>
                    <a:pt x="180835" y="349204"/>
                  </a:lnTo>
                  <a:close/>
                </a:path>
              </a:pathLst>
            </a:custGeom>
            <a:solidFill>
              <a:srgbClr val="86BC25"/>
            </a:solidFill>
            <a:ln w="6390" cap="flat">
              <a:noFill/>
              <a:prstDash val="solid"/>
              <a:miter/>
            </a:ln>
          </p:spPr>
          <p:txBody>
            <a:bodyPr rtlCol="0" anchor="ctr"/>
            <a:lstStyle/>
            <a:p>
              <a:endParaRPr lang="en-US"/>
            </a:p>
          </p:txBody>
        </p:sp>
        <p:sp>
          <p:nvSpPr>
            <p:cNvPr id="824" name="Graphic 4">
              <a:extLst>
                <a:ext uri="{FF2B5EF4-FFF2-40B4-BE49-F238E27FC236}">
                  <a16:creationId xmlns:a16="http://schemas.microsoft.com/office/drawing/2014/main" id="{5B588D6A-00AD-6D4F-9CC5-F738BCFF8FAF}"/>
                </a:ext>
              </a:extLst>
            </p:cNvPr>
            <p:cNvSpPr/>
            <p:nvPr/>
          </p:nvSpPr>
          <p:spPr>
            <a:xfrm>
              <a:off x="617431" y="4466396"/>
              <a:ext cx="61819" cy="127041"/>
            </a:xfrm>
            <a:custGeom>
              <a:avLst/>
              <a:gdLst>
                <a:gd name="connsiteX0" fmla="*/ 50956 w 61819"/>
                <a:gd name="connsiteY0" fmla="*/ 91930 h 127041"/>
                <a:gd name="connsiteX1" fmla="*/ 37537 w 61819"/>
                <a:gd name="connsiteY1" fmla="*/ 105336 h 127041"/>
                <a:gd name="connsiteX2" fmla="*/ 37537 w 61819"/>
                <a:gd name="connsiteY2" fmla="*/ 6384 h 127041"/>
                <a:gd name="connsiteX3" fmla="*/ 31147 w 61819"/>
                <a:gd name="connsiteY3" fmla="*/ 0 h 127041"/>
                <a:gd name="connsiteX4" fmla="*/ 24757 w 61819"/>
                <a:gd name="connsiteY4" fmla="*/ 6384 h 127041"/>
                <a:gd name="connsiteX5" fmla="*/ 24757 w 61819"/>
                <a:gd name="connsiteY5" fmla="*/ 105336 h 127041"/>
                <a:gd name="connsiteX6" fmla="*/ 11339 w 61819"/>
                <a:gd name="connsiteY6" fmla="*/ 91930 h 127041"/>
                <a:gd name="connsiteX7" fmla="*/ 2393 w 61819"/>
                <a:gd name="connsiteY7" fmla="*/ 90653 h 127041"/>
                <a:gd name="connsiteX8" fmla="*/ 1115 w 61819"/>
                <a:gd name="connsiteY8" fmla="*/ 99590 h 127041"/>
                <a:gd name="connsiteX9" fmla="*/ 2393 w 61819"/>
                <a:gd name="connsiteY9" fmla="*/ 100867 h 127041"/>
                <a:gd name="connsiteX10" fmla="*/ 26674 w 61819"/>
                <a:gd name="connsiteY10" fmla="*/ 125126 h 127041"/>
                <a:gd name="connsiteX11" fmla="*/ 28591 w 61819"/>
                <a:gd name="connsiteY11" fmla="*/ 126403 h 127041"/>
                <a:gd name="connsiteX12" fmla="*/ 31147 w 61819"/>
                <a:gd name="connsiteY12" fmla="*/ 127041 h 127041"/>
                <a:gd name="connsiteX13" fmla="*/ 33703 w 61819"/>
                <a:gd name="connsiteY13" fmla="*/ 126403 h 127041"/>
                <a:gd name="connsiteX14" fmla="*/ 35620 w 61819"/>
                <a:gd name="connsiteY14" fmla="*/ 125126 h 127041"/>
                <a:gd name="connsiteX15" fmla="*/ 59902 w 61819"/>
                <a:gd name="connsiteY15" fmla="*/ 100867 h 127041"/>
                <a:gd name="connsiteX16" fmla="*/ 59902 w 61819"/>
                <a:gd name="connsiteY16" fmla="*/ 91930 h 127041"/>
                <a:gd name="connsiteX17" fmla="*/ 50956 w 61819"/>
                <a:gd name="connsiteY17" fmla="*/ 91930 h 127041"/>
                <a:gd name="connsiteX18" fmla="*/ 50956 w 61819"/>
                <a:gd name="connsiteY18" fmla="*/ 91930 h 12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1819" h="127041">
                  <a:moveTo>
                    <a:pt x="50956" y="91930"/>
                  </a:moveTo>
                  <a:lnTo>
                    <a:pt x="37537" y="105336"/>
                  </a:lnTo>
                  <a:lnTo>
                    <a:pt x="37537" y="6384"/>
                  </a:lnTo>
                  <a:cubicBezTo>
                    <a:pt x="37537" y="2554"/>
                    <a:pt x="34981" y="0"/>
                    <a:pt x="31147" y="0"/>
                  </a:cubicBezTo>
                  <a:cubicBezTo>
                    <a:pt x="27313" y="0"/>
                    <a:pt x="24757" y="2554"/>
                    <a:pt x="24757" y="6384"/>
                  </a:cubicBezTo>
                  <a:lnTo>
                    <a:pt x="24757" y="105336"/>
                  </a:lnTo>
                  <a:lnTo>
                    <a:pt x="11339" y="91930"/>
                  </a:lnTo>
                  <a:cubicBezTo>
                    <a:pt x="9422" y="89376"/>
                    <a:pt x="4949" y="88738"/>
                    <a:pt x="2393" y="90653"/>
                  </a:cubicBezTo>
                  <a:cubicBezTo>
                    <a:pt x="-163" y="92568"/>
                    <a:pt x="-802" y="97037"/>
                    <a:pt x="1115" y="99590"/>
                  </a:cubicBezTo>
                  <a:cubicBezTo>
                    <a:pt x="1754" y="100229"/>
                    <a:pt x="1754" y="100867"/>
                    <a:pt x="2393" y="100867"/>
                  </a:cubicBezTo>
                  <a:lnTo>
                    <a:pt x="26674" y="125126"/>
                  </a:lnTo>
                  <a:cubicBezTo>
                    <a:pt x="27313" y="125765"/>
                    <a:pt x="27952" y="126403"/>
                    <a:pt x="28591" y="126403"/>
                  </a:cubicBezTo>
                  <a:cubicBezTo>
                    <a:pt x="29230" y="126403"/>
                    <a:pt x="29869" y="127041"/>
                    <a:pt x="31147" y="127041"/>
                  </a:cubicBezTo>
                  <a:cubicBezTo>
                    <a:pt x="31786" y="127041"/>
                    <a:pt x="33064" y="127041"/>
                    <a:pt x="33703" y="126403"/>
                  </a:cubicBezTo>
                  <a:cubicBezTo>
                    <a:pt x="34342" y="125765"/>
                    <a:pt x="34981" y="125765"/>
                    <a:pt x="35620" y="125126"/>
                  </a:cubicBezTo>
                  <a:lnTo>
                    <a:pt x="59902" y="100867"/>
                  </a:lnTo>
                  <a:cubicBezTo>
                    <a:pt x="62458" y="98313"/>
                    <a:pt x="62458" y="94483"/>
                    <a:pt x="59902" y="91930"/>
                  </a:cubicBezTo>
                  <a:cubicBezTo>
                    <a:pt x="57985" y="89376"/>
                    <a:pt x="54151" y="89376"/>
                    <a:pt x="50956" y="91930"/>
                  </a:cubicBezTo>
                  <a:lnTo>
                    <a:pt x="50956" y="91930"/>
                  </a:lnTo>
                  <a:close/>
                </a:path>
              </a:pathLst>
            </a:custGeom>
            <a:solidFill>
              <a:srgbClr val="86BC25"/>
            </a:solidFill>
            <a:ln w="6390" cap="flat">
              <a:noFill/>
              <a:prstDash val="solid"/>
              <a:miter/>
            </a:ln>
          </p:spPr>
          <p:txBody>
            <a:bodyPr rtlCol="0" anchor="ctr"/>
            <a:lstStyle/>
            <a:p>
              <a:endParaRPr lang="en-US"/>
            </a:p>
          </p:txBody>
        </p:sp>
        <p:sp>
          <p:nvSpPr>
            <p:cNvPr id="825" name="Graphic 4">
              <a:extLst>
                <a:ext uri="{FF2B5EF4-FFF2-40B4-BE49-F238E27FC236}">
                  <a16:creationId xmlns:a16="http://schemas.microsoft.com/office/drawing/2014/main" id="{DA3649D7-EC73-C14B-965A-C9CE3E9FA1CD}"/>
                </a:ext>
              </a:extLst>
            </p:cNvPr>
            <p:cNvSpPr/>
            <p:nvPr/>
          </p:nvSpPr>
          <p:spPr>
            <a:xfrm>
              <a:off x="527808" y="4385319"/>
              <a:ext cx="239640" cy="143001"/>
            </a:xfrm>
            <a:custGeom>
              <a:avLst/>
              <a:gdLst>
                <a:gd name="connsiteX0" fmla="*/ 202561 w 239640"/>
                <a:gd name="connsiteY0" fmla="*/ 65117 h 143001"/>
                <a:gd name="connsiteX1" fmla="*/ 197449 w 239640"/>
                <a:gd name="connsiteY1" fmla="*/ 65117 h 143001"/>
                <a:gd name="connsiteX2" fmla="*/ 197449 w 239640"/>
                <a:gd name="connsiteY2" fmla="*/ 63840 h 143001"/>
                <a:gd name="connsiteX3" fmla="*/ 133550 w 239640"/>
                <a:gd name="connsiteY3" fmla="*/ 0 h 143001"/>
                <a:gd name="connsiteX4" fmla="*/ 71567 w 239640"/>
                <a:gd name="connsiteY4" fmla="*/ 42773 h 143001"/>
                <a:gd name="connsiteX5" fmla="*/ 52398 w 239640"/>
                <a:gd name="connsiteY5" fmla="*/ 38304 h 143001"/>
                <a:gd name="connsiteX6" fmla="*/ 0 w 239640"/>
                <a:gd name="connsiteY6" fmla="*/ 90653 h 143001"/>
                <a:gd name="connsiteX7" fmla="*/ 52398 w 239640"/>
                <a:gd name="connsiteY7" fmla="*/ 143001 h 143001"/>
                <a:gd name="connsiteX8" fmla="*/ 52398 w 239640"/>
                <a:gd name="connsiteY8" fmla="*/ 143001 h 143001"/>
                <a:gd name="connsiteX9" fmla="*/ 79874 w 239640"/>
                <a:gd name="connsiteY9" fmla="*/ 143001 h 143001"/>
                <a:gd name="connsiteX10" fmla="*/ 86264 w 239640"/>
                <a:gd name="connsiteY10" fmla="*/ 136617 h 143001"/>
                <a:gd name="connsiteX11" fmla="*/ 79874 w 239640"/>
                <a:gd name="connsiteY11" fmla="*/ 130233 h 143001"/>
                <a:gd name="connsiteX12" fmla="*/ 52398 w 239640"/>
                <a:gd name="connsiteY12" fmla="*/ 130233 h 143001"/>
                <a:gd name="connsiteX13" fmla="*/ 12780 w 239640"/>
                <a:gd name="connsiteY13" fmla="*/ 90653 h 143001"/>
                <a:gd name="connsiteX14" fmla="*/ 52398 w 239640"/>
                <a:gd name="connsiteY14" fmla="*/ 51072 h 143001"/>
                <a:gd name="connsiteX15" fmla="*/ 72206 w 239640"/>
                <a:gd name="connsiteY15" fmla="*/ 57456 h 143001"/>
                <a:gd name="connsiteX16" fmla="*/ 73484 w 239640"/>
                <a:gd name="connsiteY16" fmla="*/ 58094 h 143001"/>
                <a:gd name="connsiteX17" fmla="*/ 74123 w 239640"/>
                <a:gd name="connsiteY17" fmla="*/ 58094 h 143001"/>
                <a:gd name="connsiteX18" fmla="*/ 74123 w 239640"/>
                <a:gd name="connsiteY18" fmla="*/ 58094 h 143001"/>
                <a:gd name="connsiteX19" fmla="*/ 79235 w 239640"/>
                <a:gd name="connsiteY19" fmla="*/ 56818 h 143001"/>
                <a:gd name="connsiteX20" fmla="*/ 80513 w 239640"/>
                <a:gd name="connsiteY20" fmla="*/ 55541 h 143001"/>
                <a:gd name="connsiteX21" fmla="*/ 80513 w 239640"/>
                <a:gd name="connsiteY21" fmla="*/ 55541 h 143001"/>
                <a:gd name="connsiteX22" fmla="*/ 81152 w 239640"/>
                <a:gd name="connsiteY22" fmla="*/ 54264 h 143001"/>
                <a:gd name="connsiteX23" fmla="*/ 81791 w 239640"/>
                <a:gd name="connsiteY23" fmla="*/ 53626 h 143001"/>
                <a:gd name="connsiteX24" fmla="*/ 81791 w 239640"/>
                <a:gd name="connsiteY24" fmla="*/ 53626 h 143001"/>
                <a:gd name="connsiteX25" fmla="*/ 132911 w 239640"/>
                <a:gd name="connsiteY25" fmla="*/ 12768 h 143001"/>
                <a:gd name="connsiteX26" fmla="*/ 184030 w 239640"/>
                <a:gd name="connsiteY26" fmla="*/ 63840 h 143001"/>
                <a:gd name="connsiteX27" fmla="*/ 183391 w 239640"/>
                <a:gd name="connsiteY27" fmla="*/ 70224 h 143001"/>
                <a:gd name="connsiteX28" fmla="*/ 183391 w 239640"/>
                <a:gd name="connsiteY28" fmla="*/ 71501 h 143001"/>
                <a:gd name="connsiteX29" fmla="*/ 185947 w 239640"/>
                <a:gd name="connsiteY29" fmla="*/ 81077 h 143001"/>
                <a:gd name="connsiteX30" fmla="*/ 193615 w 239640"/>
                <a:gd name="connsiteY30" fmla="*/ 79800 h 143001"/>
                <a:gd name="connsiteX31" fmla="*/ 195532 w 239640"/>
                <a:gd name="connsiteY31" fmla="*/ 78523 h 143001"/>
                <a:gd name="connsiteX32" fmla="*/ 201922 w 239640"/>
                <a:gd name="connsiteY32" fmla="*/ 77885 h 143001"/>
                <a:gd name="connsiteX33" fmla="*/ 226843 w 239640"/>
                <a:gd name="connsiteY33" fmla="*/ 105336 h 143001"/>
                <a:gd name="connsiteX34" fmla="*/ 201922 w 239640"/>
                <a:gd name="connsiteY34" fmla="*/ 130233 h 143001"/>
                <a:gd name="connsiteX35" fmla="*/ 161026 w 239640"/>
                <a:gd name="connsiteY35" fmla="*/ 130233 h 143001"/>
                <a:gd name="connsiteX36" fmla="*/ 154637 w 239640"/>
                <a:gd name="connsiteY36" fmla="*/ 136617 h 143001"/>
                <a:gd name="connsiteX37" fmla="*/ 161026 w 239640"/>
                <a:gd name="connsiteY37" fmla="*/ 143001 h 143001"/>
                <a:gd name="connsiteX38" fmla="*/ 201922 w 239640"/>
                <a:gd name="connsiteY38" fmla="*/ 143001 h 143001"/>
                <a:gd name="connsiteX39" fmla="*/ 239623 w 239640"/>
                <a:gd name="connsiteY39" fmla="*/ 102144 h 143001"/>
                <a:gd name="connsiteX40" fmla="*/ 202561 w 239640"/>
                <a:gd name="connsiteY40" fmla="*/ 65117 h 143001"/>
                <a:gd name="connsiteX41" fmla="*/ 202561 w 239640"/>
                <a:gd name="connsiteY41" fmla="*/ 65117 h 143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39640" h="143001">
                  <a:moveTo>
                    <a:pt x="202561" y="65117"/>
                  </a:moveTo>
                  <a:cubicBezTo>
                    <a:pt x="200644" y="65117"/>
                    <a:pt x="199366" y="65117"/>
                    <a:pt x="197449" y="65117"/>
                  </a:cubicBezTo>
                  <a:lnTo>
                    <a:pt x="197449" y="63840"/>
                  </a:lnTo>
                  <a:cubicBezTo>
                    <a:pt x="197449" y="28728"/>
                    <a:pt x="168694" y="0"/>
                    <a:pt x="133550" y="0"/>
                  </a:cubicBezTo>
                  <a:cubicBezTo>
                    <a:pt x="106073" y="0"/>
                    <a:pt x="81152" y="17237"/>
                    <a:pt x="71567" y="42773"/>
                  </a:cubicBezTo>
                  <a:cubicBezTo>
                    <a:pt x="65816" y="39581"/>
                    <a:pt x="58787" y="38304"/>
                    <a:pt x="52398" y="38304"/>
                  </a:cubicBezTo>
                  <a:cubicBezTo>
                    <a:pt x="23643" y="38304"/>
                    <a:pt x="0" y="61925"/>
                    <a:pt x="0" y="90653"/>
                  </a:cubicBezTo>
                  <a:cubicBezTo>
                    <a:pt x="0" y="119381"/>
                    <a:pt x="23643" y="143001"/>
                    <a:pt x="52398" y="143001"/>
                  </a:cubicBezTo>
                  <a:lnTo>
                    <a:pt x="52398" y="143001"/>
                  </a:lnTo>
                  <a:lnTo>
                    <a:pt x="79874" y="143001"/>
                  </a:lnTo>
                  <a:cubicBezTo>
                    <a:pt x="83708" y="143001"/>
                    <a:pt x="86264" y="140448"/>
                    <a:pt x="86264" y="136617"/>
                  </a:cubicBezTo>
                  <a:cubicBezTo>
                    <a:pt x="86264" y="132787"/>
                    <a:pt x="83708" y="130233"/>
                    <a:pt x="79874" y="130233"/>
                  </a:cubicBezTo>
                  <a:lnTo>
                    <a:pt x="52398" y="130233"/>
                  </a:lnTo>
                  <a:cubicBezTo>
                    <a:pt x="30672" y="130233"/>
                    <a:pt x="12780" y="112358"/>
                    <a:pt x="12780" y="90653"/>
                  </a:cubicBezTo>
                  <a:cubicBezTo>
                    <a:pt x="12780" y="68947"/>
                    <a:pt x="30672" y="51072"/>
                    <a:pt x="52398" y="51072"/>
                  </a:cubicBezTo>
                  <a:cubicBezTo>
                    <a:pt x="59426" y="51072"/>
                    <a:pt x="66455" y="52987"/>
                    <a:pt x="72206" y="57456"/>
                  </a:cubicBezTo>
                  <a:cubicBezTo>
                    <a:pt x="72845" y="57456"/>
                    <a:pt x="72845" y="58094"/>
                    <a:pt x="73484" y="58094"/>
                  </a:cubicBezTo>
                  <a:lnTo>
                    <a:pt x="74123" y="58094"/>
                  </a:lnTo>
                  <a:lnTo>
                    <a:pt x="74123" y="58094"/>
                  </a:lnTo>
                  <a:cubicBezTo>
                    <a:pt x="76040" y="58733"/>
                    <a:pt x="77957" y="58094"/>
                    <a:pt x="79235" y="56818"/>
                  </a:cubicBezTo>
                  <a:cubicBezTo>
                    <a:pt x="79874" y="56179"/>
                    <a:pt x="80513" y="56179"/>
                    <a:pt x="80513" y="55541"/>
                  </a:cubicBezTo>
                  <a:lnTo>
                    <a:pt x="80513" y="55541"/>
                  </a:lnTo>
                  <a:cubicBezTo>
                    <a:pt x="80513" y="54902"/>
                    <a:pt x="81152" y="54902"/>
                    <a:pt x="81152" y="54264"/>
                  </a:cubicBezTo>
                  <a:cubicBezTo>
                    <a:pt x="81152" y="54264"/>
                    <a:pt x="81152" y="53626"/>
                    <a:pt x="81791" y="53626"/>
                  </a:cubicBezTo>
                  <a:lnTo>
                    <a:pt x="81791" y="53626"/>
                  </a:lnTo>
                  <a:cubicBezTo>
                    <a:pt x="87542" y="30005"/>
                    <a:pt x="108629" y="12768"/>
                    <a:pt x="132911" y="12768"/>
                  </a:cubicBezTo>
                  <a:cubicBezTo>
                    <a:pt x="161026" y="12768"/>
                    <a:pt x="184030" y="35751"/>
                    <a:pt x="184030" y="63840"/>
                  </a:cubicBezTo>
                  <a:cubicBezTo>
                    <a:pt x="184030" y="65755"/>
                    <a:pt x="184030" y="68309"/>
                    <a:pt x="183391" y="70224"/>
                  </a:cubicBezTo>
                  <a:cubicBezTo>
                    <a:pt x="183391" y="70224"/>
                    <a:pt x="183391" y="70862"/>
                    <a:pt x="183391" y="71501"/>
                  </a:cubicBezTo>
                  <a:cubicBezTo>
                    <a:pt x="182113" y="74693"/>
                    <a:pt x="182752" y="78523"/>
                    <a:pt x="185947" y="81077"/>
                  </a:cubicBezTo>
                  <a:cubicBezTo>
                    <a:pt x="188503" y="82354"/>
                    <a:pt x="191698" y="82354"/>
                    <a:pt x="193615" y="79800"/>
                  </a:cubicBezTo>
                  <a:cubicBezTo>
                    <a:pt x="194254" y="79162"/>
                    <a:pt x="194893" y="79162"/>
                    <a:pt x="195532" y="78523"/>
                  </a:cubicBezTo>
                  <a:cubicBezTo>
                    <a:pt x="197449" y="77885"/>
                    <a:pt x="200005" y="77885"/>
                    <a:pt x="201922" y="77885"/>
                  </a:cubicBezTo>
                  <a:cubicBezTo>
                    <a:pt x="216619" y="78523"/>
                    <a:pt x="227482" y="90653"/>
                    <a:pt x="226843" y="105336"/>
                  </a:cubicBezTo>
                  <a:cubicBezTo>
                    <a:pt x="226204" y="118742"/>
                    <a:pt x="215341" y="129595"/>
                    <a:pt x="201922" y="130233"/>
                  </a:cubicBezTo>
                  <a:lnTo>
                    <a:pt x="161026" y="130233"/>
                  </a:lnTo>
                  <a:cubicBezTo>
                    <a:pt x="157192" y="130233"/>
                    <a:pt x="154637" y="132787"/>
                    <a:pt x="154637" y="136617"/>
                  </a:cubicBezTo>
                  <a:cubicBezTo>
                    <a:pt x="154637" y="140448"/>
                    <a:pt x="157192" y="143001"/>
                    <a:pt x="161026" y="143001"/>
                  </a:cubicBezTo>
                  <a:lnTo>
                    <a:pt x="201922" y="143001"/>
                  </a:lnTo>
                  <a:cubicBezTo>
                    <a:pt x="223648" y="142363"/>
                    <a:pt x="240262" y="123849"/>
                    <a:pt x="239623" y="102144"/>
                  </a:cubicBezTo>
                  <a:cubicBezTo>
                    <a:pt x="238984" y="81715"/>
                    <a:pt x="222370" y="65117"/>
                    <a:pt x="202561" y="65117"/>
                  </a:cubicBezTo>
                  <a:lnTo>
                    <a:pt x="202561" y="65117"/>
                  </a:lnTo>
                  <a:close/>
                </a:path>
              </a:pathLst>
            </a:custGeom>
            <a:solidFill>
              <a:srgbClr val="86BC25"/>
            </a:solidFill>
            <a:ln w="6390" cap="flat">
              <a:noFill/>
              <a:prstDash val="solid"/>
              <a:miter/>
            </a:ln>
          </p:spPr>
          <p:txBody>
            <a:bodyPr rtlCol="0" anchor="ctr"/>
            <a:lstStyle/>
            <a:p>
              <a:endParaRPr lang="en-US"/>
            </a:p>
          </p:txBody>
        </p:sp>
      </p:grpSp>
      <p:grpSp>
        <p:nvGrpSpPr>
          <p:cNvPr id="826" name="Graphic 4">
            <a:extLst>
              <a:ext uri="{FF2B5EF4-FFF2-40B4-BE49-F238E27FC236}">
                <a16:creationId xmlns:a16="http://schemas.microsoft.com/office/drawing/2014/main" id="{0889B8BA-B737-D249-806F-A52B39304AB1}"/>
              </a:ext>
            </a:extLst>
          </p:cNvPr>
          <p:cNvGrpSpPr/>
          <p:nvPr/>
        </p:nvGrpSpPr>
        <p:grpSpPr>
          <a:xfrm>
            <a:off x="467104" y="3339623"/>
            <a:ext cx="362309" cy="361971"/>
            <a:chOff x="467104" y="3339623"/>
            <a:chExt cx="362309" cy="361971"/>
          </a:xfrm>
          <a:solidFill>
            <a:srgbClr val="86BC25"/>
          </a:solidFill>
        </p:grpSpPr>
        <p:sp>
          <p:nvSpPr>
            <p:cNvPr id="827" name="Graphic 4">
              <a:extLst>
                <a:ext uri="{FF2B5EF4-FFF2-40B4-BE49-F238E27FC236}">
                  <a16:creationId xmlns:a16="http://schemas.microsoft.com/office/drawing/2014/main" id="{FD0CEC48-0365-2F42-99E1-C046B99462AC}"/>
                </a:ext>
              </a:extLst>
            </p:cNvPr>
            <p:cNvSpPr/>
            <p:nvPr/>
          </p:nvSpPr>
          <p:spPr>
            <a:xfrm>
              <a:off x="467104" y="3339623"/>
              <a:ext cx="362309" cy="361971"/>
            </a:xfrm>
            <a:custGeom>
              <a:avLst/>
              <a:gdLst>
                <a:gd name="connsiteX0" fmla="*/ 181474 w 362309"/>
                <a:gd name="connsiteY0" fmla="*/ 0 h 361971"/>
                <a:gd name="connsiteX1" fmla="*/ 0 w 362309"/>
                <a:gd name="connsiteY1" fmla="*/ 180667 h 361971"/>
                <a:gd name="connsiteX2" fmla="*/ 181474 w 362309"/>
                <a:gd name="connsiteY2" fmla="*/ 361972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0 h 361971"/>
                <a:gd name="connsiteX7" fmla="*/ 181474 w 362309"/>
                <a:gd name="connsiteY7" fmla="*/ 349204 h 361971"/>
                <a:gd name="connsiteX8" fmla="*/ 13419 w 362309"/>
                <a:gd name="connsiteY8" fmla="*/ 181305 h 361971"/>
                <a:gd name="connsiteX9" fmla="*/ 181474 w 362309"/>
                <a:gd name="connsiteY9" fmla="*/ 12768 h 361971"/>
                <a:gd name="connsiteX10" fmla="*/ 349530 w 362309"/>
                <a:gd name="connsiteY10" fmla="*/ 181305 h 361971"/>
                <a:gd name="connsiteX11" fmla="*/ 349530 w 362309"/>
                <a:gd name="connsiteY11" fmla="*/ 181305 h 361971"/>
                <a:gd name="connsiteX12" fmla="*/ 181474 w 362309"/>
                <a:gd name="connsiteY12" fmla="*/ 349204 h 361971"/>
                <a:gd name="connsiteX13" fmla="*/ 181474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1474" y="0"/>
                  </a:moveTo>
                  <a:cubicBezTo>
                    <a:pt x="81152" y="0"/>
                    <a:pt x="0" y="81077"/>
                    <a:pt x="0" y="180667"/>
                  </a:cubicBezTo>
                  <a:cubicBezTo>
                    <a:pt x="0" y="280895"/>
                    <a:pt x="81152" y="361972"/>
                    <a:pt x="181474" y="361972"/>
                  </a:cubicBezTo>
                  <a:cubicBezTo>
                    <a:pt x="281796" y="361972"/>
                    <a:pt x="362309" y="280895"/>
                    <a:pt x="362309" y="180667"/>
                  </a:cubicBezTo>
                  <a:lnTo>
                    <a:pt x="362309" y="180667"/>
                  </a:lnTo>
                  <a:cubicBezTo>
                    <a:pt x="362309" y="81077"/>
                    <a:pt x="281796" y="0"/>
                    <a:pt x="181474" y="0"/>
                  </a:cubicBezTo>
                  <a:cubicBezTo>
                    <a:pt x="181474" y="0"/>
                    <a:pt x="181474"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lnTo>
                    <a:pt x="181474" y="349204"/>
                  </a:lnTo>
                  <a:close/>
                </a:path>
              </a:pathLst>
            </a:custGeom>
            <a:solidFill>
              <a:srgbClr val="86BC25"/>
            </a:solidFill>
            <a:ln w="6390" cap="flat">
              <a:noFill/>
              <a:prstDash val="solid"/>
              <a:miter/>
            </a:ln>
          </p:spPr>
          <p:txBody>
            <a:bodyPr rtlCol="0" anchor="ctr"/>
            <a:lstStyle/>
            <a:p>
              <a:endParaRPr lang="en-US"/>
            </a:p>
          </p:txBody>
        </p:sp>
        <p:sp>
          <p:nvSpPr>
            <p:cNvPr id="828" name="Graphic 4">
              <a:extLst>
                <a:ext uri="{FF2B5EF4-FFF2-40B4-BE49-F238E27FC236}">
                  <a16:creationId xmlns:a16="http://schemas.microsoft.com/office/drawing/2014/main" id="{7B396D24-12A5-C643-8DE2-13D2E5C0C5E2}"/>
                </a:ext>
              </a:extLst>
            </p:cNvPr>
            <p:cNvSpPr/>
            <p:nvPr/>
          </p:nvSpPr>
          <p:spPr>
            <a:xfrm>
              <a:off x="538032" y="3416133"/>
              <a:ext cx="221091" cy="210130"/>
            </a:xfrm>
            <a:custGeom>
              <a:avLst/>
              <a:gdLst>
                <a:gd name="connsiteX0" fmla="*/ 214702 w 221091"/>
                <a:gd name="connsiteY0" fmla="*/ 54362 h 210130"/>
                <a:gd name="connsiteX1" fmla="*/ 167416 w 221091"/>
                <a:gd name="connsiteY1" fmla="*/ 54362 h 210130"/>
                <a:gd name="connsiteX2" fmla="*/ 173806 w 221091"/>
                <a:gd name="connsiteY2" fmla="*/ 7120 h 210130"/>
                <a:gd name="connsiteX3" fmla="*/ 168055 w 221091"/>
                <a:gd name="connsiteY3" fmla="*/ 98 h 210130"/>
                <a:gd name="connsiteX4" fmla="*/ 161026 w 221091"/>
                <a:gd name="connsiteY4" fmla="*/ 5843 h 210130"/>
                <a:gd name="connsiteX5" fmla="*/ 154637 w 221091"/>
                <a:gd name="connsiteY5" fmla="*/ 55000 h 210130"/>
                <a:gd name="connsiteX6" fmla="*/ 79874 w 221091"/>
                <a:gd name="connsiteY6" fmla="*/ 55000 h 210130"/>
                <a:gd name="connsiteX7" fmla="*/ 86264 w 221091"/>
                <a:gd name="connsiteY7" fmla="*/ 7759 h 210130"/>
                <a:gd name="connsiteX8" fmla="*/ 80513 w 221091"/>
                <a:gd name="connsiteY8" fmla="*/ 736 h 210130"/>
                <a:gd name="connsiteX9" fmla="*/ 73484 w 221091"/>
                <a:gd name="connsiteY9" fmla="*/ 6482 h 210130"/>
                <a:gd name="connsiteX10" fmla="*/ 67094 w 221091"/>
                <a:gd name="connsiteY10" fmla="*/ 55638 h 210130"/>
                <a:gd name="connsiteX11" fmla="*/ 17892 w 221091"/>
                <a:gd name="connsiteY11" fmla="*/ 55638 h 210130"/>
                <a:gd name="connsiteX12" fmla="*/ 11502 w 221091"/>
                <a:gd name="connsiteY12" fmla="*/ 62022 h 210130"/>
                <a:gd name="connsiteX13" fmla="*/ 17892 w 221091"/>
                <a:gd name="connsiteY13" fmla="*/ 68406 h 210130"/>
                <a:gd name="connsiteX14" fmla="*/ 65177 w 221091"/>
                <a:gd name="connsiteY14" fmla="*/ 68406 h 210130"/>
                <a:gd name="connsiteX15" fmla="*/ 55592 w 221091"/>
                <a:gd name="connsiteY15" fmla="*/ 143099 h 210130"/>
                <a:gd name="connsiteX16" fmla="*/ 6390 w 221091"/>
                <a:gd name="connsiteY16" fmla="*/ 143099 h 210130"/>
                <a:gd name="connsiteX17" fmla="*/ 0 w 221091"/>
                <a:gd name="connsiteY17" fmla="*/ 149483 h 210130"/>
                <a:gd name="connsiteX18" fmla="*/ 6390 w 221091"/>
                <a:gd name="connsiteY18" fmla="*/ 155867 h 210130"/>
                <a:gd name="connsiteX19" fmla="*/ 53675 w 221091"/>
                <a:gd name="connsiteY19" fmla="*/ 155867 h 210130"/>
                <a:gd name="connsiteX20" fmla="*/ 47286 w 221091"/>
                <a:gd name="connsiteY20" fmla="*/ 203108 h 210130"/>
                <a:gd name="connsiteX21" fmla="*/ 53036 w 221091"/>
                <a:gd name="connsiteY21" fmla="*/ 210131 h 210130"/>
                <a:gd name="connsiteX22" fmla="*/ 53675 w 221091"/>
                <a:gd name="connsiteY22" fmla="*/ 210131 h 210130"/>
                <a:gd name="connsiteX23" fmla="*/ 60065 w 221091"/>
                <a:gd name="connsiteY23" fmla="*/ 204385 h 210130"/>
                <a:gd name="connsiteX24" fmla="*/ 66455 w 221091"/>
                <a:gd name="connsiteY24" fmla="*/ 155228 h 210130"/>
                <a:gd name="connsiteX25" fmla="*/ 141218 w 221091"/>
                <a:gd name="connsiteY25" fmla="*/ 155228 h 210130"/>
                <a:gd name="connsiteX26" fmla="*/ 134828 w 221091"/>
                <a:gd name="connsiteY26" fmla="*/ 202470 h 210130"/>
                <a:gd name="connsiteX27" fmla="*/ 140579 w 221091"/>
                <a:gd name="connsiteY27" fmla="*/ 209492 h 210130"/>
                <a:gd name="connsiteX28" fmla="*/ 141218 w 221091"/>
                <a:gd name="connsiteY28" fmla="*/ 209492 h 210130"/>
                <a:gd name="connsiteX29" fmla="*/ 147608 w 221091"/>
                <a:gd name="connsiteY29" fmla="*/ 203747 h 210130"/>
                <a:gd name="connsiteX30" fmla="*/ 153998 w 221091"/>
                <a:gd name="connsiteY30" fmla="*/ 154590 h 210130"/>
                <a:gd name="connsiteX31" fmla="*/ 203200 w 221091"/>
                <a:gd name="connsiteY31" fmla="*/ 154590 h 210130"/>
                <a:gd name="connsiteX32" fmla="*/ 209590 w 221091"/>
                <a:gd name="connsiteY32" fmla="*/ 148206 h 210130"/>
                <a:gd name="connsiteX33" fmla="*/ 203200 w 221091"/>
                <a:gd name="connsiteY33" fmla="*/ 141822 h 210130"/>
                <a:gd name="connsiteX34" fmla="*/ 155914 w 221091"/>
                <a:gd name="connsiteY34" fmla="*/ 141822 h 210130"/>
                <a:gd name="connsiteX35" fmla="*/ 165499 w 221091"/>
                <a:gd name="connsiteY35" fmla="*/ 67130 h 210130"/>
                <a:gd name="connsiteX36" fmla="*/ 214702 w 221091"/>
                <a:gd name="connsiteY36" fmla="*/ 67130 h 210130"/>
                <a:gd name="connsiteX37" fmla="*/ 221092 w 221091"/>
                <a:gd name="connsiteY37" fmla="*/ 60746 h 210130"/>
                <a:gd name="connsiteX38" fmla="*/ 214702 w 221091"/>
                <a:gd name="connsiteY38" fmla="*/ 54362 h 210130"/>
                <a:gd name="connsiteX39" fmla="*/ 143135 w 221091"/>
                <a:gd name="connsiteY39" fmla="*/ 141822 h 210130"/>
                <a:gd name="connsiteX40" fmla="*/ 68372 w 221091"/>
                <a:gd name="connsiteY40" fmla="*/ 141822 h 210130"/>
                <a:gd name="connsiteX41" fmla="*/ 77957 w 221091"/>
                <a:gd name="connsiteY41" fmla="*/ 67130 h 210130"/>
                <a:gd name="connsiteX42" fmla="*/ 152720 w 221091"/>
                <a:gd name="connsiteY42" fmla="*/ 67130 h 210130"/>
                <a:gd name="connsiteX43" fmla="*/ 143135 w 221091"/>
                <a:gd name="connsiteY43" fmla="*/ 141822 h 210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21091" h="210130">
                  <a:moveTo>
                    <a:pt x="214702" y="54362"/>
                  </a:moveTo>
                  <a:lnTo>
                    <a:pt x="167416" y="54362"/>
                  </a:lnTo>
                  <a:lnTo>
                    <a:pt x="173806" y="7120"/>
                  </a:lnTo>
                  <a:cubicBezTo>
                    <a:pt x="174445" y="3928"/>
                    <a:pt x="171889" y="736"/>
                    <a:pt x="168055" y="98"/>
                  </a:cubicBezTo>
                  <a:cubicBezTo>
                    <a:pt x="164860" y="-541"/>
                    <a:pt x="161665" y="2013"/>
                    <a:pt x="161026" y="5843"/>
                  </a:cubicBezTo>
                  <a:lnTo>
                    <a:pt x="154637" y="55000"/>
                  </a:lnTo>
                  <a:lnTo>
                    <a:pt x="79874" y="55000"/>
                  </a:lnTo>
                  <a:lnTo>
                    <a:pt x="86264" y="7759"/>
                  </a:lnTo>
                  <a:cubicBezTo>
                    <a:pt x="86903" y="4567"/>
                    <a:pt x="84347" y="1375"/>
                    <a:pt x="80513" y="736"/>
                  </a:cubicBezTo>
                  <a:cubicBezTo>
                    <a:pt x="77318" y="98"/>
                    <a:pt x="74123" y="2651"/>
                    <a:pt x="73484" y="6482"/>
                  </a:cubicBezTo>
                  <a:lnTo>
                    <a:pt x="67094" y="55638"/>
                  </a:lnTo>
                  <a:lnTo>
                    <a:pt x="17892" y="55638"/>
                  </a:lnTo>
                  <a:cubicBezTo>
                    <a:pt x="14058" y="55638"/>
                    <a:pt x="11502" y="58192"/>
                    <a:pt x="11502" y="62022"/>
                  </a:cubicBezTo>
                  <a:cubicBezTo>
                    <a:pt x="11502" y="65853"/>
                    <a:pt x="14058" y="68406"/>
                    <a:pt x="17892" y="68406"/>
                  </a:cubicBezTo>
                  <a:lnTo>
                    <a:pt x="65177" y="68406"/>
                  </a:lnTo>
                  <a:lnTo>
                    <a:pt x="55592" y="143099"/>
                  </a:lnTo>
                  <a:lnTo>
                    <a:pt x="6390" y="143099"/>
                  </a:lnTo>
                  <a:cubicBezTo>
                    <a:pt x="2556" y="143099"/>
                    <a:pt x="0" y="145652"/>
                    <a:pt x="0" y="149483"/>
                  </a:cubicBezTo>
                  <a:cubicBezTo>
                    <a:pt x="0" y="153313"/>
                    <a:pt x="2556" y="155867"/>
                    <a:pt x="6390" y="155867"/>
                  </a:cubicBezTo>
                  <a:lnTo>
                    <a:pt x="53675" y="155867"/>
                  </a:lnTo>
                  <a:lnTo>
                    <a:pt x="47286" y="203108"/>
                  </a:lnTo>
                  <a:cubicBezTo>
                    <a:pt x="46647" y="206300"/>
                    <a:pt x="49203" y="209492"/>
                    <a:pt x="53036" y="210131"/>
                  </a:cubicBezTo>
                  <a:lnTo>
                    <a:pt x="53675" y="210131"/>
                  </a:lnTo>
                  <a:cubicBezTo>
                    <a:pt x="56870" y="210131"/>
                    <a:pt x="59426" y="207577"/>
                    <a:pt x="60065" y="204385"/>
                  </a:cubicBezTo>
                  <a:lnTo>
                    <a:pt x="66455" y="155228"/>
                  </a:lnTo>
                  <a:lnTo>
                    <a:pt x="141218" y="155228"/>
                  </a:lnTo>
                  <a:lnTo>
                    <a:pt x="134828" y="202470"/>
                  </a:lnTo>
                  <a:cubicBezTo>
                    <a:pt x="134189" y="205662"/>
                    <a:pt x="136745" y="208854"/>
                    <a:pt x="140579" y="209492"/>
                  </a:cubicBezTo>
                  <a:lnTo>
                    <a:pt x="141218" y="209492"/>
                  </a:lnTo>
                  <a:cubicBezTo>
                    <a:pt x="144413" y="209492"/>
                    <a:pt x="146969" y="206939"/>
                    <a:pt x="147608" y="203747"/>
                  </a:cubicBezTo>
                  <a:lnTo>
                    <a:pt x="153998" y="154590"/>
                  </a:lnTo>
                  <a:lnTo>
                    <a:pt x="203200" y="154590"/>
                  </a:lnTo>
                  <a:cubicBezTo>
                    <a:pt x="207034" y="154590"/>
                    <a:pt x="209590" y="152036"/>
                    <a:pt x="209590" y="148206"/>
                  </a:cubicBezTo>
                  <a:cubicBezTo>
                    <a:pt x="209590" y="144376"/>
                    <a:pt x="207034" y="141822"/>
                    <a:pt x="203200" y="141822"/>
                  </a:cubicBezTo>
                  <a:lnTo>
                    <a:pt x="155914" y="141822"/>
                  </a:lnTo>
                  <a:lnTo>
                    <a:pt x="165499" y="67130"/>
                  </a:lnTo>
                  <a:lnTo>
                    <a:pt x="214702" y="67130"/>
                  </a:lnTo>
                  <a:cubicBezTo>
                    <a:pt x="218536" y="67130"/>
                    <a:pt x="221092" y="64576"/>
                    <a:pt x="221092" y="60746"/>
                  </a:cubicBezTo>
                  <a:cubicBezTo>
                    <a:pt x="221092" y="56915"/>
                    <a:pt x="218536" y="54362"/>
                    <a:pt x="214702" y="54362"/>
                  </a:cubicBezTo>
                  <a:close/>
                  <a:moveTo>
                    <a:pt x="143135" y="141822"/>
                  </a:moveTo>
                  <a:lnTo>
                    <a:pt x="68372" y="141822"/>
                  </a:lnTo>
                  <a:lnTo>
                    <a:pt x="77957" y="67130"/>
                  </a:lnTo>
                  <a:lnTo>
                    <a:pt x="152720" y="67130"/>
                  </a:lnTo>
                  <a:lnTo>
                    <a:pt x="143135" y="141822"/>
                  </a:lnTo>
                  <a:close/>
                </a:path>
              </a:pathLst>
            </a:custGeom>
            <a:solidFill>
              <a:srgbClr val="86BC25"/>
            </a:solidFill>
            <a:ln w="6390" cap="flat">
              <a:noFill/>
              <a:prstDash val="solid"/>
              <a:miter/>
            </a:ln>
          </p:spPr>
          <p:txBody>
            <a:bodyPr rtlCol="0" anchor="ctr"/>
            <a:lstStyle/>
            <a:p>
              <a:endParaRPr lang="en-US"/>
            </a:p>
          </p:txBody>
        </p:sp>
      </p:grpSp>
      <p:grpSp>
        <p:nvGrpSpPr>
          <p:cNvPr id="829" name="Graphic 4">
            <a:extLst>
              <a:ext uri="{FF2B5EF4-FFF2-40B4-BE49-F238E27FC236}">
                <a16:creationId xmlns:a16="http://schemas.microsoft.com/office/drawing/2014/main" id="{11D95013-2E0E-ED45-89E5-41F5B85C6EDE}"/>
              </a:ext>
            </a:extLst>
          </p:cNvPr>
          <p:cNvGrpSpPr/>
          <p:nvPr/>
        </p:nvGrpSpPr>
        <p:grpSpPr>
          <a:xfrm>
            <a:off x="9887149" y="3339623"/>
            <a:ext cx="362309" cy="361971"/>
            <a:chOff x="9887149" y="3339623"/>
            <a:chExt cx="362309" cy="361971"/>
          </a:xfrm>
          <a:solidFill>
            <a:srgbClr val="046A38"/>
          </a:solidFill>
        </p:grpSpPr>
        <p:sp>
          <p:nvSpPr>
            <p:cNvPr id="830" name="Graphic 4">
              <a:extLst>
                <a:ext uri="{FF2B5EF4-FFF2-40B4-BE49-F238E27FC236}">
                  <a16:creationId xmlns:a16="http://schemas.microsoft.com/office/drawing/2014/main" id="{C9D4C2A6-EFD7-1C47-9510-4F7FFD400307}"/>
                </a:ext>
              </a:extLst>
            </p:cNvPr>
            <p:cNvSpPr/>
            <p:nvPr/>
          </p:nvSpPr>
          <p:spPr>
            <a:xfrm>
              <a:off x="9887149" y="333962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 name="connsiteX11" fmla="*/ 180835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7"/>
                    <a:pt x="0" y="181305"/>
                  </a:cubicBezTo>
                  <a:cubicBezTo>
                    <a:pt x="0" y="281533"/>
                    <a:pt x="81152" y="361972"/>
                    <a:pt x="181474" y="361972"/>
                  </a:cubicBezTo>
                  <a:cubicBezTo>
                    <a:pt x="281157" y="361972"/>
                    <a:pt x="362309" y="280895"/>
                    <a:pt x="362309" y="181305"/>
                  </a:cubicBezTo>
                  <a:cubicBezTo>
                    <a:pt x="362309"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1474" y="12768"/>
                  </a:cubicBezTo>
                  <a:cubicBezTo>
                    <a:pt x="274128" y="12768"/>
                    <a:pt x="349529" y="88099"/>
                    <a:pt x="349529" y="180667"/>
                  </a:cubicBezTo>
                  <a:cubicBezTo>
                    <a:pt x="349529" y="273873"/>
                    <a:pt x="274128" y="349204"/>
                    <a:pt x="180835" y="349204"/>
                  </a:cubicBezTo>
                  <a:lnTo>
                    <a:pt x="180835" y="349204"/>
                  </a:lnTo>
                  <a:close/>
                </a:path>
              </a:pathLst>
            </a:custGeom>
            <a:solidFill>
              <a:srgbClr val="046A38"/>
            </a:solidFill>
            <a:ln w="6390" cap="flat">
              <a:noFill/>
              <a:prstDash val="solid"/>
              <a:miter/>
            </a:ln>
          </p:spPr>
          <p:txBody>
            <a:bodyPr rtlCol="0" anchor="ctr"/>
            <a:lstStyle/>
            <a:p>
              <a:endParaRPr lang="en-US"/>
            </a:p>
          </p:txBody>
        </p:sp>
        <p:sp>
          <p:nvSpPr>
            <p:cNvPr id="831" name="Graphic 4">
              <a:extLst>
                <a:ext uri="{FF2B5EF4-FFF2-40B4-BE49-F238E27FC236}">
                  <a16:creationId xmlns:a16="http://schemas.microsoft.com/office/drawing/2014/main" id="{D682F080-FA25-8C4B-8AC8-D719FD632852}"/>
                </a:ext>
              </a:extLst>
            </p:cNvPr>
            <p:cNvSpPr/>
            <p:nvPr/>
          </p:nvSpPr>
          <p:spPr>
            <a:xfrm>
              <a:off x="9965745" y="3435383"/>
              <a:ext cx="204477" cy="171090"/>
            </a:xfrm>
            <a:custGeom>
              <a:avLst/>
              <a:gdLst>
                <a:gd name="connsiteX0" fmla="*/ 0 w 204477"/>
                <a:gd name="connsiteY0" fmla="*/ 109166 h 171090"/>
                <a:gd name="connsiteX1" fmla="*/ 0 w 204477"/>
                <a:gd name="connsiteY1" fmla="*/ 164707 h 171090"/>
                <a:gd name="connsiteX2" fmla="*/ 6390 w 204477"/>
                <a:gd name="connsiteY2" fmla="*/ 171091 h 171090"/>
                <a:gd name="connsiteX3" fmla="*/ 198088 w 204477"/>
                <a:gd name="connsiteY3" fmla="*/ 171091 h 171090"/>
                <a:gd name="connsiteX4" fmla="*/ 204478 w 204477"/>
                <a:gd name="connsiteY4" fmla="*/ 164707 h 171090"/>
                <a:gd name="connsiteX5" fmla="*/ 204478 w 204477"/>
                <a:gd name="connsiteY5" fmla="*/ 109166 h 171090"/>
                <a:gd name="connsiteX6" fmla="*/ 204478 w 204477"/>
                <a:gd name="connsiteY6" fmla="*/ 107889 h 171090"/>
                <a:gd name="connsiteX7" fmla="*/ 203839 w 204477"/>
                <a:gd name="connsiteY7" fmla="*/ 107251 h 171090"/>
                <a:gd name="connsiteX8" fmla="*/ 164222 w 204477"/>
                <a:gd name="connsiteY8" fmla="*/ 3192 h 171090"/>
                <a:gd name="connsiteX9" fmla="*/ 164222 w 204477"/>
                <a:gd name="connsiteY9" fmla="*/ 3192 h 171090"/>
                <a:gd name="connsiteX10" fmla="*/ 163582 w 204477"/>
                <a:gd name="connsiteY10" fmla="*/ 1915 h 171090"/>
                <a:gd name="connsiteX11" fmla="*/ 162943 w 204477"/>
                <a:gd name="connsiteY11" fmla="*/ 1277 h 171090"/>
                <a:gd name="connsiteX12" fmla="*/ 161666 w 204477"/>
                <a:gd name="connsiteY12" fmla="*/ 638 h 171090"/>
                <a:gd name="connsiteX13" fmla="*/ 161027 w 204477"/>
                <a:gd name="connsiteY13" fmla="*/ 0 h 171090"/>
                <a:gd name="connsiteX14" fmla="*/ 159748 w 204477"/>
                <a:gd name="connsiteY14" fmla="*/ 0 h 171090"/>
                <a:gd name="connsiteX15" fmla="*/ 158471 w 204477"/>
                <a:gd name="connsiteY15" fmla="*/ 0 h 171090"/>
                <a:gd name="connsiteX16" fmla="*/ 46647 w 204477"/>
                <a:gd name="connsiteY16" fmla="*/ 0 h 171090"/>
                <a:gd name="connsiteX17" fmla="*/ 45368 w 204477"/>
                <a:gd name="connsiteY17" fmla="*/ 0 h 171090"/>
                <a:gd name="connsiteX18" fmla="*/ 44091 w 204477"/>
                <a:gd name="connsiteY18" fmla="*/ 0 h 171090"/>
                <a:gd name="connsiteX19" fmla="*/ 42813 w 204477"/>
                <a:gd name="connsiteY19" fmla="*/ 638 h 171090"/>
                <a:gd name="connsiteX20" fmla="*/ 41535 w 204477"/>
                <a:gd name="connsiteY20" fmla="*/ 1277 h 171090"/>
                <a:gd name="connsiteX21" fmla="*/ 40896 w 204477"/>
                <a:gd name="connsiteY21" fmla="*/ 1915 h 171090"/>
                <a:gd name="connsiteX22" fmla="*/ 40257 w 204477"/>
                <a:gd name="connsiteY22" fmla="*/ 3192 h 171090"/>
                <a:gd name="connsiteX23" fmla="*/ 40257 w 204477"/>
                <a:gd name="connsiteY23" fmla="*/ 3192 h 171090"/>
                <a:gd name="connsiteX24" fmla="*/ 639 w 204477"/>
                <a:gd name="connsiteY24" fmla="*/ 106613 h 171090"/>
                <a:gd name="connsiteX25" fmla="*/ 0 w 204477"/>
                <a:gd name="connsiteY25" fmla="*/ 107889 h 171090"/>
                <a:gd name="connsiteX26" fmla="*/ 0 w 204477"/>
                <a:gd name="connsiteY26" fmla="*/ 109166 h 171090"/>
                <a:gd name="connsiteX27" fmla="*/ 150164 w 204477"/>
                <a:gd name="connsiteY27" fmla="*/ 102782 h 171090"/>
                <a:gd name="connsiteX28" fmla="*/ 143774 w 204477"/>
                <a:gd name="connsiteY28" fmla="*/ 109166 h 171090"/>
                <a:gd name="connsiteX29" fmla="*/ 134189 w 204477"/>
                <a:gd name="connsiteY29" fmla="*/ 126403 h 171090"/>
                <a:gd name="connsiteX30" fmla="*/ 70289 w 204477"/>
                <a:gd name="connsiteY30" fmla="*/ 126403 h 171090"/>
                <a:gd name="connsiteX31" fmla="*/ 60704 w 204477"/>
                <a:gd name="connsiteY31" fmla="*/ 109166 h 171090"/>
                <a:gd name="connsiteX32" fmla="*/ 54314 w 204477"/>
                <a:gd name="connsiteY32" fmla="*/ 102782 h 171090"/>
                <a:gd name="connsiteX33" fmla="*/ 15975 w 204477"/>
                <a:gd name="connsiteY33" fmla="*/ 102782 h 171090"/>
                <a:gd name="connsiteX34" fmla="*/ 51119 w 204477"/>
                <a:gd name="connsiteY34" fmla="*/ 12130 h 171090"/>
                <a:gd name="connsiteX35" fmla="*/ 153997 w 204477"/>
                <a:gd name="connsiteY35" fmla="*/ 12130 h 171090"/>
                <a:gd name="connsiteX36" fmla="*/ 189142 w 204477"/>
                <a:gd name="connsiteY36" fmla="*/ 102782 h 171090"/>
                <a:gd name="connsiteX37" fmla="*/ 150164 w 204477"/>
                <a:gd name="connsiteY37" fmla="*/ 102782 h 171090"/>
                <a:gd name="connsiteX38" fmla="*/ 191698 w 204477"/>
                <a:gd name="connsiteY38" fmla="*/ 158961 h 171090"/>
                <a:gd name="connsiteX39" fmla="*/ 12780 w 204477"/>
                <a:gd name="connsiteY39" fmla="*/ 158961 h 171090"/>
                <a:gd name="connsiteX40" fmla="*/ 12780 w 204477"/>
                <a:gd name="connsiteY40" fmla="*/ 116189 h 171090"/>
                <a:gd name="connsiteX41" fmla="*/ 48563 w 204477"/>
                <a:gd name="connsiteY41" fmla="*/ 116189 h 171090"/>
                <a:gd name="connsiteX42" fmla="*/ 70289 w 204477"/>
                <a:gd name="connsiteY42" fmla="*/ 139809 h 171090"/>
                <a:gd name="connsiteX43" fmla="*/ 134189 w 204477"/>
                <a:gd name="connsiteY43" fmla="*/ 139809 h 171090"/>
                <a:gd name="connsiteX44" fmla="*/ 155915 w 204477"/>
                <a:gd name="connsiteY44" fmla="*/ 116189 h 171090"/>
                <a:gd name="connsiteX45" fmla="*/ 191698 w 204477"/>
                <a:gd name="connsiteY45" fmla="*/ 116189 h 171090"/>
                <a:gd name="connsiteX46" fmla="*/ 191698 w 204477"/>
                <a:gd name="connsiteY46" fmla="*/ 158961 h 171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04477" h="171090">
                  <a:moveTo>
                    <a:pt x="0" y="109166"/>
                  </a:moveTo>
                  <a:lnTo>
                    <a:pt x="0" y="164707"/>
                  </a:lnTo>
                  <a:cubicBezTo>
                    <a:pt x="0" y="168537"/>
                    <a:pt x="2556" y="171091"/>
                    <a:pt x="6390" y="171091"/>
                  </a:cubicBezTo>
                  <a:lnTo>
                    <a:pt x="198088" y="171091"/>
                  </a:lnTo>
                  <a:cubicBezTo>
                    <a:pt x="201922" y="171091"/>
                    <a:pt x="204478" y="168537"/>
                    <a:pt x="204478" y="164707"/>
                  </a:cubicBezTo>
                  <a:lnTo>
                    <a:pt x="204478" y="109166"/>
                  </a:lnTo>
                  <a:cubicBezTo>
                    <a:pt x="204478" y="108528"/>
                    <a:pt x="204478" y="108528"/>
                    <a:pt x="204478" y="107889"/>
                  </a:cubicBezTo>
                  <a:cubicBezTo>
                    <a:pt x="204478" y="107251"/>
                    <a:pt x="203839" y="107251"/>
                    <a:pt x="203839" y="107251"/>
                  </a:cubicBezTo>
                  <a:lnTo>
                    <a:pt x="164222" y="3192"/>
                  </a:lnTo>
                  <a:lnTo>
                    <a:pt x="164222" y="3192"/>
                  </a:lnTo>
                  <a:lnTo>
                    <a:pt x="163582" y="1915"/>
                  </a:lnTo>
                  <a:cubicBezTo>
                    <a:pt x="163582" y="1915"/>
                    <a:pt x="162943" y="1277"/>
                    <a:pt x="162943" y="1277"/>
                  </a:cubicBezTo>
                  <a:cubicBezTo>
                    <a:pt x="162305" y="1277"/>
                    <a:pt x="162305" y="638"/>
                    <a:pt x="161666" y="638"/>
                  </a:cubicBezTo>
                  <a:cubicBezTo>
                    <a:pt x="161666" y="638"/>
                    <a:pt x="161027" y="0"/>
                    <a:pt x="161027" y="0"/>
                  </a:cubicBezTo>
                  <a:cubicBezTo>
                    <a:pt x="160387" y="0"/>
                    <a:pt x="160387" y="0"/>
                    <a:pt x="159748" y="0"/>
                  </a:cubicBezTo>
                  <a:cubicBezTo>
                    <a:pt x="159110" y="0"/>
                    <a:pt x="159110" y="0"/>
                    <a:pt x="158471" y="0"/>
                  </a:cubicBezTo>
                  <a:lnTo>
                    <a:pt x="46647" y="0"/>
                  </a:lnTo>
                  <a:cubicBezTo>
                    <a:pt x="46008" y="0"/>
                    <a:pt x="45368" y="0"/>
                    <a:pt x="45368" y="0"/>
                  </a:cubicBezTo>
                  <a:cubicBezTo>
                    <a:pt x="44730" y="0"/>
                    <a:pt x="44730" y="0"/>
                    <a:pt x="44091" y="0"/>
                  </a:cubicBezTo>
                  <a:lnTo>
                    <a:pt x="42813" y="638"/>
                  </a:lnTo>
                  <a:cubicBezTo>
                    <a:pt x="42173" y="638"/>
                    <a:pt x="42173" y="1277"/>
                    <a:pt x="41535" y="1277"/>
                  </a:cubicBezTo>
                  <a:cubicBezTo>
                    <a:pt x="41535" y="1277"/>
                    <a:pt x="40896" y="1915"/>
                    <a:pt x="40896" y="1915"/>
                  </a:cubicBezTo>
                  <a:cubicBezTo>
                    <a:pt x="40257" y="2554"/>
                    <a:pt x="40257" y="2554"/>
                    <a:pt x="40257" y="3192"/>
                  </a:cubicBezTo>
                  <a:lnTo>
                    <a:pt x="40257" y="3192"/>
                  </a:lnTo>
                  <a:lnTo>
                    <a:pt x="639" y="106613"/>
                  </a:lnTo>
                  <a:lnTo>
                    <a:pt x="0" y="107889"/>
                  </a:lnTo>
                  <a:lnTo>
                    <a:pt x="0" y="109166"/>
                  </a:lnTo>
                  <a:close/>
                  <a:moveTo>
                    <a:pt x="150164" y="102782"/>
                  </a:moveTo>
                  <a:cubicBezTo>
                    <a:pt x="146330" y="102782"/>
                    <a:pt x="143774" y="105336"/>
                    <a:pt x="143774" y="109166"/>
                  </a:cubicBezTo>
                  <a:cubicBezTo>
                    <a:pt x="143774" y="119381"/>
                    <a:pt x="138662" y="126403"/>
                    <a:pt x="134189" y="126403"/>
                  </a:cubicBezTo>
                  <a:lnTo>
                    <a:pt x="70289" y="126403"/>
                  </a:lnTo>
                  <a:cubicBezTo>
                    <a:pt x="65817" y="126403"/>
                    <a:pt x="60704" y="118742"/>
                    <a:pt x="60704" y="109166"/>
                  </a:cubicBezTo>
                  <a:cubicBezTo>
                    <a:pt x="60704" y="105336"/>
                    <a:pt x="58148" y="102782"/>
                    <a:pt x="54314" y="102782"/>
                  </a:cubicBezTo>
                  <a:lnTo>
                    <a:pt x="15975" y="102782"/>
                  </a:lnTo>
                  <a:lnTo>
                    <a:pt x="51119" y="12130"/>
                  </a:lnTo>
                  <a:lnTo>
                    <a:pt x="153997" y="12130"/>
                  </a:lnTo>
                  <a:lnTo>
                    <a:pt x="189142" y="102782"/>
                  </a:lnTo>
                  <a:lnTo>
                    <a:pt x="150164" y="102782"/>
                  </a:lnTo>
                  <a:close/>
                  <a:moveTo>
                    <a:pt x="191698" y="158961"/>
                  </a:moveTo>
                  <a:lnTo>
                    <a:pt x="12780" y="158961"/>
                  </a:lnTo>
                  <a:lnTo>
                    <a:pt x="12780" y="116189"/>
                  </a:lnTo>
                  <a:lnTo>
                    <a:pt x="48563" y="116189"/>
                  </a:lnTo>
                  <a:cubicBezTo>
                    <a:pt x="50481" y="130233"/>
                    <a:pt x="59427" y="139809"/>
                    <a:pt x="70289" y="139809"/>
                  </a:cubicBezTo>
                  <a:lnTo>
                    <a:pt x="134189" y="139809"/>
                  </a:lnTo>
                  <a:cubicBezTo>
                    <a:pt x="145052" y="139809"/>
                    <a:pt x="153997" y="129595"/>
                    <a:pt x="155915" y="116189"/>
                  </a:cubicBezTo>
                  <a:lnTo>
                    <a:pt x="191698" y="116189"/>
                  </a:lnTo>
                  <a:lnTo>
                    <a:pt x="191698" y="158961"/>
                  </a:lnTo>
                  <a:close/>
                </a:path>
              </a:pathLst>
            </a:custGeom>
            <a:solidFill>
              <a:srgbClr val="046A38"/>
            </a:solidFill>
            <a:ln w="6390" cap="flat">
              <a:noFill/>
              <a:prstDash val="solid"/>
              <a:miter/>
            </a:ln>
          </p:spPr>
          <p:txBody>
            <a:bodyPr rtlCol="0" anchor="ctr"/>
            <a:lstStyle/>
            <a:p>
              <a:endParaRPr lang="en-US"/>
            </a:p>
          </p:txBody>
        </p:sp>
      </p:grpSp>
      <p:grpSp>
        <p:nvGrpSpPr>
          <p:cNvPr id="832" name="Graphic 4">
            <a:extLst>
              <a:ext uri="{FF2B5EF4-FFF2-40B4-BE49-F238E27FC236}">
                <a16:creationId xmlns:a16="http://schemas.microsoft.com/office/drawing/2014/main" id="{461444FE-1ADC-994F-95C5-205CE5AC4984}"/>
              </a:ext>
            </a:extLst>
          </p:cNvPr>
          <p:cNvGrpSpPr/>
          <p:nvPr/>
        </p:nvGrpSpPr>
        <p:grpSpPr>
          <a:xfrm>
            <a:off x="9887149" y="1893013"/>
            <a:ext cx="362309" cy="361971"/>
            <a:chOff x="9887149" y="1893013"/>
            <a:chExt cx="362309" cy="361971"/>
          </a:xfrm>
          <a:solidFill>
            <a:srgbClr val="046A38"/>
          </a:solidFill>
        </p:grpSpPr>
        <p:sp>
          <p:nvSpPr>
            <p:cNvPr id="833" name="Graphic 4">
              <a:extLst>
                <a:ext uri="{FF2B5EF4-FFF2-40B4-BE49-F238E27FC236}">
                  <a16:creationId xmlns:a16="http://schemas.microsoft.com/office/drawing/2014/main" id="{8795BB70-8677-3E49-8AB7-1809E8D4C584}"/>
                </a:ext>
              </a:extLst>
            </p:cNvPr>
            <p:cNvSpPr/>
            <p:nvPr/>
          </p:nvSpPr>
          <p:spPr>
            <a:xfrm>
              <a:off x="9887149" y="189301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09" y="280895"/>
                    <a:pt x="362309" y="180667"/>
                  </a:cubicBezTo>
                  <a:cubicBezTo>
                    <a:pt x="362309"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1474" y="12768"/>
                  </a:cubicBezTo>
                  <a:cubicBezTo>
                    <a:pt x="274128" y="12768"/>
                    <a:pt x="349529" y="88099"/>
                    <a:pt x="349529" y="180667"/>
                  </a:cubicBezTo>
                  <a:cubicBezTo>
                    <a:pt x="349529" y="273873"/>
                    <a:pt x="274128"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834" name="Graphic 4">
              <a:extLst>
                <a:ext uri="{FF2B5EF4-FFF2-40B4-BE49-F238E27FC236}">
                  <a16:creationId xmlns:a16="http://schemas.microsoft.com/office/drawing/2014/main" id="{94BA3241-E8DD-ED41-8CFB-E5E09419FF4C}"/>
                </a:ext>
              </a:extLst>
            </p:cNvPr>
            <p:cNvSpPr/>
            <p:nvPr/>
          </p:nvSpPr>
          <p:spPr>
            <a:xfrm>
              <a:off x="9973414" y="1964514"/>
              <a:ext cx="189406" cy="219608"/>
            </a:xfrm>
            <a:custGeom>
              <a:avLst/>
              <a:gdLst>
                <a:gd name="connsiteX0" fmla="*/ 188503 w 189406"/>
                <a:gd name="connsiteY0" fmla="*/ 91291 h 219608"/>
                <a:gd name="connsiteX1" fmla="*/ 188503 w 189406"/>
                <a:gd name="connsiteY1" fmla="*/ 91291 h 219608"/>
                <a:gd name="connsiteX2" fmla="*/ 187864 w 189406"/>
                <a:gd name="connsiteY2" fmla="*/ 90652 h 219608"/>
                <a:gd name="connsiteX3" fmla="*/ 187225 w 189406"/>
                <a:gd name="connsiteY3" fmla="*/ 90014 h 219608"/>
                <a:gd name="connsiteX4" fmla="*/ 187225 w 189406"/>
                <a:gd name="connsiteY4" fmla="*/ 90014 h 219608"/>
                <a:gd name="connsiteX5" fmla="*/ 187225 w 189406"/>
                <a:gd name="connsiteY5" fmla="*/ 90014 h 219608"/>
                <a:gd name="connsiteX6" fmla="*/ 99044 w 189406"/>
                <a:gd name="connsiteY6" fmla="*/ 1915 h 219608"/>
                <a:gd name="connsiteX7" fmla="*/ 94571 w 189406"/>
                <a:gd name="connsiteY7" fmla="*/ 0 h 219608"/>
                <a:gd name="connsiteX8" fmla="*/ 90098 w 189406"/>
                <a:gd name="connsiteY8" fmla="*/ 1915 h 219608"/>
                <a:gd name="connsiteX9" fmla="*/ 1278 w 189406"/>
                <a:gd name="connsiteY9" fmla="*/ 89376 h 219608"/>
                <a:gd name="connsiteX10" fmla="*/ 1278 w 189406"/>
                <a:gd name="connsiteY10" fmla="*/ 89376 h 219608"/>
                <a:gd name="connsiteX11" fmla="*/ 1278 w 189406"/>
                <a:gd name="connsiteY11" fmla="*/ 89376 h 219608"/>
                <a:gd name="connsiteX12" fmla="*/ 639 w 189406"/>
                <a:gd name="connsiteY12" fmla="*/ 90014 h 219608"/>
                <a:gd name="connsiteX13" fmla="*/ 0 w 189406"/>
                <a:gd name="connsiteY13" fmla="*/ 90652 h 219608"/>
                <a:gd name="connsiteX14" fmla="*/ 0 w 189406"/>
                <a:gd name="connsiteY14" fmla="*/ 90652 h 219608"/>
                <a:gd name="connsiteX15" fmla="*/ 0 w 189406"/>
                <a:gd name="connsiteY15" fmla="*/ 91929 h 219608"/>
                <a:gd name="connsiteX16" fmla="*/ 0 w 189406"/>
                <a:gd name="connsiteY16" fmla="*/ 93206 h 219608"/>
                <a:gd name="connsiteX17" fmla="*/ 0 w 189406"/>
                <a:gd name="connsiteY17" fmla="*/ 213225 h 219608"/>
                <a:gd name="connsiteX18" fmla="*/ 639 w 189406"/>
                <a:gd name="connsiteY18" fmla="*/ 215779 h 219608"/>
                <a:gd name="connsiteX19" fmla="*/ 3834 w 189406"/>
                <a:gd name="connsiteY19" fmla="*/ 218971 h 219608"/>
                <a:gd name="connsiteX20" fmla="*/ 6390 w 189406"/>
                <a:gd name="connsiteY20" fmla="*/ 219609 h 219608"/>
                <a:gd name="connsiteX21" fmla="*/ 182752 w 189406"/>
                <a:gd name="connsiteY21" fmla="*/ 219609 h 219608"/>
                <a:gd name="connsiteX22" fmla="*/ 185308 w 189406"/>
                <a:gd name="connsiteY22" fmla="*/ 218971 h 219608"/>
                <a:gd name="connsiteX23" fmla="*/ 189142 w 189406"/>
                <a:gd name="connsiteY23" fmla="*/ 213225 h 219608"/>
                <a:gd name="connsiteX24" fmla="*/ 189142 w 189406"/>
                <a:gd name="connsiteY24" fmla="*/ 93844 h 219608"/>
                <a:gd name="connsiteX25" fmla="*/ 189142 w 189406"/>
                <a:gd name="connsiteY25" fmla="*/ 92568 h 219608"/>
                <a:gd name="connsiteX26" fmla="*/ 188503 w 189406"/>
                <a:gd name="connsiteY26" fmla="*/ 91291 h 219608"/>
                <a:gd name="connsiteX27" fmla="*/ 12780 w 189406"/>
                <a:gd name="connsiteY27" fmla="*/ 107251 h 219608"/>
                <a:gd name="connsiteX28" fmla="*/ 61343 w 189406"/>
                <a:gd name="connsiteY28" fmla="*/ 149385 h 219608"/>
                <a:gd name="connsiteX29" fmla="*/ 12780 w 189406"/>
                <a:gd name="connsiteY29" fmla="*/ 197903 h 219608"/>
                <a:gd name="connsiteX30" fmla="*/ 12780 w 189406"/>
                <a:gd name="connsiteY30" fmla="*/ 107251 h 219608"/>
                <a:gd name="connsiteX31" fmla="*/ 73484 w 189406"/>
                <a:gd name="connsiteY31" fmla="*/ 155769 h 219608"/>
                <a:gd name="connsiteX32" fmla="*/ 116297 w 189406"/>
                <a:gd name="connsiteY32" fmla="*/ 155769 h 219608"/>
                <a:gd name="connsiteX33" fmla="*/ 167416 w 189406"/>
                <a:gd name="connsiteY33" fmla="*/ 206841 h 219608"/>
                <a:gd name="connsiteX34" fmla="*/ 21725 w 189406"/>
                <a:gd name="connsiteY34" fmla="*/ 206841 h 219608"/>
                <a:gd name="connsiteX35" fmla="*/ 73484 w 189406"/>
                <a:gd name="connsiteY35" fmla="*/ 155769 h 219608"/>
                <a:gd name="connsiteX36" fmla="*/ 127799 w 189406"/>
                <a:gd name="connsiteY36" fmla="*/ 150024 h 219608"/>
                <a:gd name="connsiteX37" fmla="*/ 176362 w 189406"/>
                <a:gd name="connsiteY37" fmla="*/ 107889 h 219608"/>
                <a:gd name="connsiteX38" fmla="*/ 176362 w 189406"/>
                <a:gd name="connsiteY38" fmla="*/ 198542 h 219608"/>
                <a:gd name="connsiteX39" fmla="*/ 127799 w 189406"/>
                <a:gd name="connsiteY39" fmla="*/ 150024 h 219608"/>
                <a:gd name="connsiteX40" fmla="*/ 94571 w 189406"/>
                <a:gd name="connsiteY40" fmla="*/ 14683 h 219608"/>
                <a:gd name="connsiteX41" fmla="*/ 173167 w 189406"/>
                <a:gd name="connsiteY41" fmla="*/ 93206 h 219608"/>
                <a:gd name="connsiteX42" fmla="*/ 115658 w 189406"/>
                <a:gd name="connsiteY42" fmla="*/ 143001 h 219608"/>
                <a:gd name="connsiteX43" fmla="*/ 72206 w 189406"/>
                <a:gd name="connsiteY43" fmla="*/ 143001 h 219608"/>
                <a:gd name="connsiteX44" fmla="*/ 14696 w 189406"/>
                <a:gd name="connsiteY44" fmla="*/ 93206 h 219608"/>
                <a:gd name="connsiteX45" fmla="*/ 94571 w 189406"/>
                <a:gd name="connsiteY45" fmla="*/ 14683 h 21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89406" h="219608">
                  <a:moveTo>
                    <a:pt x="188503" y="91291"/>
                  </a:moveTo>
                  <a:lnTo>
                    <a:pt x="188503" y="91291"/>
                  </a:lnTo>
                  <a:lnTo>
                    <a:pt x="187864" y="90652"/>
                  </a:lnTo>
                  <a:cubicBezTo>
                    <a:pt x="187864" y="90652"/>
                    <a:pt x="187864" y="90014"/>
                    <a:pt x="187225" y="90014"/>
                  </a:cubicBezTo>
                  <a:lnTo>
                    <a:pt x="187225" y="90014"/>
                  </a:lnTo>
                  <a:lnTo>
                    <a:pt x="187225" y="90014"/>
                  </a:lnTo>
                  <a:lnTo>
                    <a:pt x="99044" y="1915"/>
                  </a:lnTo>
                  <a:cubicBezTo>
                    <a:pt x="97766" y="638"/>
                    <a:pt x="96488" y="0"/>
                    <a:pt x="94571" y="0"/>
                  </a:cubicBezTo>
                  <a:cubicBezTo>
                    <a:pt x="92654" y="0"/>
                    <a:pt x="91376" y="638"/>
                    <a:pt x="90098" y="1915"/>
                  </a:cubicBezTo>
                  <a:lnTo>
                    <a:pt x="1278" y="89376"/>
                  </a:lnTo>
                  <a:lnTo>
                    <a:pt x="1278" y="89376"/>
                  </a:lnTo>
                  <a:lnTo>
                    <a:pt x="1278" y="89376"/>
                  </a:lnTo>
                  <a:cubicBezTo>
                    <a:pt x="1278" y="89376"/>
                    <a:pt x="639" y="90014"/>
                    <a:pt x="639" y="90014"/>
                  </a:cubicBezTo>
                  <a:cubicBezTo>
                    <a:pt x="639" y="90014"/>
                    <a:pt x="0" y="90652"/>
                    <a:pt x="0" y="90652"/>
                  </a:cubicBezTo>
                  <a:lnTo>
                    <a:pt x="0" y="90652"/>
                  </a:lnTo>
                  <a:cubicBezTo>
                    <a:pt x="0" y="91291"/>
                    <a:pt x="0" y="91291"/>
                    <a:pt x="0" y="91929"/>
                  </a:cubicBezTo>
                  <a:cubicBezTo>
                    <a:pt x="0" y="92568"/>
                    <a:pt x="0" y="92568"/>
                    <a:pt x="0" y="93206"/>
                  </a:cubicBezTo>
                  <a:lnTo>
                    <a:pt x="0" y="213225"/>
                  </a:lnTo>
                  <a:cubicBezTo>
                    <a:pt x="0" y="213863"/>
                    <a:pt x="0" y="215140"/>
                    <a:pt x="639" y="215779"/>
                  </a:cubicBezTo>
                  <a:cubicBezTo>
                    <a:pt x="1278" y="217055"/>
                    <a:pt x="2555" y="218332"/>
                    <a:pt x="3834" y="218971"/>
                  </a:cubicBezTo>
                  <a:cubicBezTo>
                    <a:pt x="4473" y="219609"/>
                    <a:pt x="5111" y="219609"/>
                    <a:pt x="6390" y="219609"/>
                  </a:cubicBezTo>
                  <a:lnTo>
                    <a:pt x="182752" y="219609"/>
                  </a:lnTo>
                  <a:cubicBezTo>
                    <a:pt x="183391" y="219609"/>
                    <a:pt x="184669" y="219609"/>
                    <a:pt x="185308" y="218971"/>
                  </a:cubicBezTo>
                  <a:cubicBezTo>
                    <a:pt x="187864" y="217694"/>
                    <a:pt x="189142" y="215779"/>
                    <a:pt x="189142" y="213225"/>
                  </a:cubicBezTo>
                  <a:lnTo>
                    <a:pt x="189142" y="93844"/>
                  </a:lnTo>
                  <a:cubicBezTo>
                    <a:pt x="189142" y="93206"/>
                    <a:pt x="189142" y="93206"/>
                    <a:pt x="189142" y="92568"/>
                  </a:cubicBezTo>
                  <a:cubicBezTo>
                    <a:pt x="189781" y="91929"/>
                    <a:pt x="189142" y="91291"/>
                    <a:pt x="188503" y="91291"/>
                  </a:cubicBezTo>
                  <a:close/>
                  <a:moveTo>
                    <a:pt x="12780" y="107251"/>
                  </a:moveTo>
                  <a:lnTo>
                    <a:pt x="61343" y="149385"/>
                  </a:lnTo>
                  <a:lnTo>
                    <a:pt x="12780" y="197903"/>
                  </a:lnTo>
                  <a:lnTo>
                    <a:pt x="12780" y="107251"/>
                  </a:lnTo>
                  <a:close/>
                  <a:moveTo>
                    <a:pt x="73484" y="155769"/>
                  </a:moveTo>
                  <a:lnTo>
                    <a:pt x="116297" y="155769"/>
                  </a:lnTo>
                  <a:lnTo>
                    <a:pt x="167416" y="206841"/>
                  </a:lnTo>
                  <a:lnTo>
                    <a:pt x="21725" y="206841"/>
                  </a:lnTo>
                  <a:lnTo>
                    <a:pt x="73484" y="155769"/>
                  </a:lnTo>
                  <a:close/>
                  <a:moveTo>
                    <a:pt x="127799" y="150024"/>
                  </a:moveTo>
                  <a:lnTo>
                    <a:pt x="176362" y="107889"/>
                  </a:lnTo>
                  <a:lnTo>
                    <a:pt x="176362" y="198542"/>
                  </a:lnTo>
                  <a:lnTo>
                    <a:pt x="127799" y="150024"/>
                  </a:lnTo>
                  <a:close/>
                  <a:moveTo>
                    <a:pt x="94571" y="14683"/>
                  </a:moveTo>
                  <a:lnTo>
                    <a:pt x="173167" y="93206"/>
                  </a:lnTo>
                  <a:lnTo>
                    <a:pt x="115658" y="143001"/>
                  </a:lnTo>
                  <a:lnTo>
                    <a:pt x="72206" y="143001"/>
                  </a:lnTo>
                  <a:lnTo>
                    <a:pt x="14696" y="93206"/>
                  </a:lnTo>
                  <a:lnTo>
                    <a:pt x="94571" y="14683"/>
                  </a:lnTo>
                  <a:close/>
                </a:path>
              </a:pathLst>
            </a:custGeom>
            <a:solidFill>
              <a:srgbClr val="046A38"/>
            </a:solidFill>
            <a:ln w="6390" cap="flat">
              <a:noFill/>
              <a:prstDash val="solid"/>
              <a:miter/>
            </a:ln>
          </p:spPr>
          <p:txBody>
            <a:bodyPr rtlCol="0" anchor="ctr"/>
            <a:lstStyle/>
            <a:p>
              <a:endParaRPr lang="en-US"/>
            </a:p>
          </p:txBody>
        </p:sp>
        <p:sp>
          <p:nvSpPr>
            <p:cNvPr id="835" name="Graphic 4">
              <a:extLst>
                <a:ext uri="{FF2B5EF4-FFF2-40B4-BE49-F238E27FC236}">
                  <a16:creationId xmlns:a16="http://schemas.microsoft.com/office/drawing/2014/main" id="{742868D4-F4D5-9340-A032-9D750C458C93}"/>
                </a:ext>
              </a:extLst>
            </p:cNvPr>
            <p:cNvSpPr/>
            <p:nvPr/>
          </p:nvSpPr>
          <p:spPr>
            <a:xfrm>
              <a:off x="10037792" y="2011116"/>
              <a:ext cx="60863" cy="77272"/>
            </a:xfrm>
            <a:custGeom>
              <a:avLst/>
              <a:gdLst>
                <a:gd name="connsiteX0" fmla="*/ 1437 w 60863"/>
                <a:gd name="connsiteY0" fmla="*/ 51072 h 77272"/>
                <a:gd name="connsiteX1" fmla="*/ 25719 w 60863"/>
                <a:gd name="connsiteY1" fmla="*/ 75331 h 77272"/>
                <a:gd name="connsiteX2" fmla="*/ 27636 w 60863"/>
                <a:gd name="connsiteY2" fmla="*/ 76608 h 77272"/>
                <a:gd name="connsiteX3" fmla="*/ 34666 w 60863"/>
                <a:gd name="connsiteY3" fmla="*/ 75331 h 77272"/>
                <a:gd name="connsiteX4" fmla="*/ 58947 w 60863"/>
                <a:gd name="connsiteY4" fmla="*/ 51072 h 77272"/>
                <a:gd name="connsiteX5" fmla="*/ 58947 w 60863"/>
                <a:gd name="connsiteY5" fmla="*/ 42134 h 77272"/>
                <a:gd name="connsiteX6" fmla="*/ 50001 w 60863"/>
                <a:gd name="connsiteY6" fmla="*/ 42134 h 77272"/>
                <a:gd name="connsiteX7" fmla="*/ 50001 w 60863"/>
                <a:gd name="connsiteY7" fmla="*/ 42134 h 77272"/>
                <a:gd name="connsiteX8" fmla="*/ 36582 w 60863"/>
                <a:gd name="connsiteY8" fmla="*/ 54902 h 77272"/>
                <a:gd name="connsiteX9" fmla="*/ 36582 w 60863"/>
                <a:gd name="connsiteY9" fmla="*/ 6384 h 77272"/>
                <a:gd name="connsiteX10" fmla="*/ 30192 w 60863"/>
                <a:gd name="connsiteY10" fmla="*/ 0 h 77272"/>
                <a:gd name="connsiteX11" fmla="*/ 23802 w 60863"/>
                <a:gd name="connsiteY11" fmla="*/ 6384 h 77272"/>
                <a:gd name="connsiteX12" fmla="*/ 23802 w 60863"/>
                <a:gd name="connsiteY12" fmla="*/ 54902 h 77272"/>
                <a:gd name="connsiteX13" fmla="*/ 10383 w 60863"/>
                <a:gd name="connsiteY13" fmla="*/ 42134 h 77272"/>
                <a:gd name="connsiteX14" fmla="*/ 1437 w 60863"/>
                <a:gd name="connsiteY14" fmla="*/ 42773 h 77272"/>
                <a:gd name="connsiteX15" fmla="*/ 1437 w 60863"/>
                <a:gd name="connsiteY15" fmla="*/ 51072 h 77272"/>
                <a:gd name="connsiteX16" fmla="*/ 1437 w 60863"/>
                <a:gd name="connsiteY16" fmla="*/ 51072 h 77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863" h="77272">
                  <a:moveTo>
                    <a:pt x="1437" y="51072"/>
                  </a:moveTo>
                  <a:lnTo>
                    <a:pt x="25719" y="75331"/>
                  </a:lnTo>
                  <a:cubicBezTo>
                    <a:pt x="26358" y="75969"/>
                    <a:pt x="26997" y="76608"/>
                    <a:pt x="27636" y="76608"/>
                  </a:cubicBezTo>
                  <a:cubicBezTo>
                    <a:pt x="30192" y="77885"/>
                    <a:pt x="32748" y="77246"/>
                    <a:pt x="34666" y="75331"/>
                  </a:cubicBezTo>
                  <a:lnTo>
                    <a:pt x="58947" y="51072"/>
                  </a:lnTo>
                  <a:cubicBezTo>
                    <a:pt x="61503" y="48518"/>
                    <a:pt x="61503" y="44688"/>
                    <a:pt x="58947" y="42134"/>
                  </a:cubicBezTo>
                  <a:cubicBezTo>
                    <a:pt x="56391" y="39581"/>
                    <a:pt x="52557" y="39581"/>
                    <a:pt x="50001" y="42134"/>
                  </a:cubicBezTo>
                  <a:cubicBezTo>
                    <a:pt x="50001" y="42134"/>
                    <a:pt x="50001" y="42134"/>
                    <a:pt x="50001" y="42134"/>
                  </a:cubicBezTo>
                  <a:lnTo>
                    <a:pt x="36582" y="54902"/>
                  </a:lnTo>
                  <a:lnTo>
                    <a:pt x="36582" y="6384"/>
                  </a:lnTo>
                  <a:cubicBezTo>
                    <a:pt x="36582" y="2554"/>
                    <a:pt x="34026" y="0"/>
                    <a:pt x="30192" y="0"/>
                  </a:cubicBezTo>
                  <a:cubicBezTo>
                    <a:pt x="26358" y="0"/>
                    <a:pt x="23802" y="2554"/>
                    <a:pt x="23802" y="6384"/>
                  </a:cubicBezTo>
                  <a:lnTo>
                    <a:pt x="23802" y="54902"/>
                  </a:lnTo>
                  <a:lnTo>
                    <a:pt x="10383" y="42134"/>
                  </a:lnTo>
                  <a:cubicBezTo>
                    <a:pt x="7827" y="39581"/>
                    <a:pt x="3355" y="40219"/>
                    <a:pt x="1437" y="42773"/>
                  </a:cubicBezTo>
                  <a:cubicBezTo>
                    <a:pt x="-479" y="45326"/>
                    <a:pt x="-479" y="49157"/>
                    <a:pt x="1437" y="51072"/>
                  </a:cubicBezTo>
                  <a:lnTo>
                    <a:pt x="1437" y="51072"/>
                  </a:lnTo>
                  <a:close/>
                </a:path>
              </a:pathLst>
            </a:custGeom>
            <a:solidFill>
              <a:srgbClr val="046A38"/>
            </a:solidFill>
            <a:ln w="6390" cap="flat">
              <a:noFill/>
              <a:prstDash val="solid"/>
              <a:miter/>
            </a:ln>
          </p:spPr>
          <p:txBody>
            <a:bodyPr rtlCol="0" anchor="ctr"/>
            <a:lstStyle/>
            <a:p>
              <a:endParaRPr lang="en-US"/>
            </a:p>
          </p:txBody>
        </p:sp>
      </p:grpSp>
      <p:grpSp>
        <p:nvGrpSpPr>
          <p:cNvPr id="836" name="Graphic 4">
            <a:extLst>
              <a:ext uri="{FF2B5EF4-FFF2-40B4-BE49-F238E27FC236}">
                <a16:creationId xmlns:a16="http://schemas.microsoft.com/office/drawing/2014/main" id="{41C446E5-C639-1744-89BA-8F6546AEDD97}"/>
              </a:ext>
            </a:extLst>
          </p:cNvPr>
          <p:cNvGrpSpPr/>
          <p:nvPr/>
        </p:nvGrpSpPr>
        <p:grpSpPr>
          <a:xfrm>
            <a:off x="9887149" y="918179"/>
            <a:ext cx="362309" cy="361971"/>
            <a:chOff x="9887149" y="918179"/>
            <a:chExt cx="362309" cy="361971"/>
          </a:xfrm>
          <a:solidFill>
            <a:srgbClr val="046A38"/>
          </a:solidFill>
        </p:grpSpPr>
        <p:sp>
          <p:nvSpPr>
            <p:cNvPr id="837" name="Graphic 4">
              <a:extLst>
                <a:ext uri="{FF2B5EF4-FFF2-40B4-BE49-F238E27FC236}">
                  <a16:creationId xmlns:a16="http://schemas.microsoft.com/office/drawing/2014/main" id="{4A60A5D4-4FAE-0045-834C-F56A94777412}"/>
                </a:ext>
              </a:extLst>
            </p:cNvPr>
            <p:cNvSpPr/>
            <p:nvPr/>
          </p:nvSpPr>
          <p:spPr>
            <a:xfrm>
              <a:off x="9887149" y="918179"/>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09" y="280895"/>
                    <a:pt x="362309" y="181305"/>
                  </a:cubicBezTo>
                  <a:cubicBezTo>
                    <a:pt x="362309"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1474" y="12768"/>
                  </a:cubicBezTo>
                  <a:cubicBezTo>
                    <a:pt x="274128" y="12768"/>
                    <a:pt x="349529" y="88099"/>
                    <a:pt x="349529" y="180667"/>
                  </a:cubicBezTo>
                  <a:cubicBezTo>
                    <a:pt x="349529" y="273873"/>
                    <a:pt x="274128"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838" name="Graphic 4">
              <a:extLst>
                <a:ext uri="{FF2B5EF4-FFF2-40B4-BE49-F238E27FC236}">
                  <a16:creationId xmlns:a16="http://schemas.microsoft.com/office/drawing/2014/main" id="{03688A08-7171-F745-962C-F100A1B72837}"/>
                </a:ext>
              </a:extLst>
            </p:cNvPr>
            <p:cNvSpPr/>
            <p:nvPr/>
          </p:nvSpPr>
          <p:spPr>
            <a:xfrm>
              <a:off x="9979164" y="988403"/>
              <a:ext cx="178918" cy="208756"/>
            </a:xfrm>
            <a:custGeom>
              <a:avLst/>
              <a:gdLst>
                <a:gd name="connsiteX0" fmla="*/ 177641 w 178918"/>
                <a:gd name="connsiteY0" fmla="*/ 86822 h 208756"/>
                <a:gd name="connsiteX1" fmla="*/ 177641 w 178918"/>
                <a:gd name="connsiteY1" fmla="*/ 86822 h 208756"/>
                <a:gd name="connsiteX2" fmla="*/ 177002 w 178918"/>
                <a:gd name="connsiteY2" fmla="*/ 85545 h 208756"/>
                <a:gd name="connsiteX3" fmla="*/ 176363 w 178918"/>
                <a:gd name="connsiteY3" fmla="*/ 84907 h 208756"/>
                <a:gd name="connsiteX4" fmla="*/ 176363 w 178918"/>
                <a:gd name="connsiteY4" fmla="*/ 84907 h 208756"/>
                <a:gd name="connsiteX5" fmla="*/ 176363 w 178918"/>
                <a:gd name="connsiteY5" fmla="*/ 84907 h 208756"/>
                <a:gd name="connsiteX6" fmla="*/ 93294 w 178918"/>
                <a:gd name="connsiteY6" fmla="*/ 1915 h 208756"/>
                <a:gd name="connsiteX7" fmla="*/ 84348 w 178918"/>
                <a:gd name="connsiteY7" fmla="*/ 1915 h 208756"/>
                <a:gd name="connsiteX8" fmla="*/ 1278 w 178918"/>
                <a:gd name="connsiteY8" fmla="*/ 84907 h 208756"/>
                <a:gd name="connsiteX9" fmla="*/ 1278 w 178918"/>
                <a:gd name="connsiteY9" fmla="*/ 84907 h 208756"/>
                <a:gd name="connsiteX10" fmla="*/ 1278 w 178918"/>
                <a:gd name="connsiteY10" fmla="*/ 84907 h 208756"/>
                <a:gd name="connsiteX11" fmla="*/ 640 w 178918"/>
                <a:gd name="connsiteY11" fmla="*/ 85545 h 208756"/>
                <a:gd name="connsiteX12" fmla="*/ 0 w 178918"/>
                <a:gd name="connsiteY12" fmla="*/ 86822 h 208756"/>
                <a:gd name="connsiteX13" fmla="*/ 0 w 178918"/>
                <a:gd name="connsiteY13" fmla="*/ 86822 h 208756"/>
                <a:gd name="connsiteX14" fmla="*/ 0 w 178918"/>
                <a:gd name="connsiteY14" fmla="*/ 88099 h 208756"/>
                <a:gd name="connsiteX15" fmla="*/ 0 w 178918"/>
                <a:gd name="connsiteY15" fmla="*/ 89376 h 208756"/>
                <a:gd name="connsiteX16" fmla="*/ 0 w 178918"/>
                <a:gd name="connsiteY16" fmla="*/ 202372 h 208756"/>
                <a:gd name="connsiteX17" fmla="*/ 640 w 178918"/>
                <a:gd name="connsiteY17" fmla="*/ 204926 h 208756"/>
                <a:gd name="connsiteX18" fmla="*/ 3835 w 178918"/>
                <a:gd name="connsiteY18" fmla="*/ 208118 h 208756"/>
                <a:gd name="connsiteX19" fmla="*/ 6390 w 178918"/>
                <a:gd name="connsiteY19" fmla="*/ 208756 h 208756"/>
                <a:gd name="connsiteX20" fmla="*/ 172528 w 178918"/>
                <a:gd name="connsiteY20" fmla="*/ 208756 h 208756"/>
                <a:gd name="connsiteX21" fmla="*/ 178918 w 178918"/>
                <a:gd name="connsiteY21" fmla="*/ 202372 h 208756"/>
                <a:gd name="connsiteX22" fmla="*/ 178918 w 178918"/>
                <a:gd name="connsiteY22" fmla="*/ 89376 h 208756"/>
                <a:gd name="connsiteX23" fmla="*/ 178918 w 178918"/>
                <a:gd name="connsiteY23" fmla="*/ 88099 h 208756"/>
                <a:gd name="connsiteX24" fmla="*/ 177641 w 178918"/>
                <a:gd name="connsiteY24" fmla="*/ 86822 h 208756"/>
                <a:gd name="connsiteX25" fmla="*/ 12141 w 178918"/>
                <a:gd name="connsiteY25" fmla="*/ 103420 h 208756"/>
                <a:gd name="connsiteX26" fmla="*/ 56871 w 178918"/>
                <a:gd name="connsiteY26" fmla="*/ 142363 h 208756"/>
                <a:gd name="connsiteX27" fmla="*/ 12141 w 178918"/>
                <a:gd name="connsiteY27" fmla="*/ 187051 h 208756"/>
                <a:gd name="connsiteX28" fmla="*/ 12141 w 178918"/>
                <a:gd name="connsiteY28" fmla="*/ 103420 h 208756"/>
                <a:gd name="connsiteX29" fmla="*/ 69012 w 178918"/>
                <a:gd name="connsiteY29" fmla="*/ 148108 h 208756"/>
                <a:gd name="connsiteX30" fmla="*/ 109269 w 178918"/>
                <a:gd name="connsiteY30" fmla="*/ 148108 h 208756"/>
                <a:gd name="connsiteX31" fmla="*/ 156553 w 178918"/>
                <a:gd name="connsiteY31" fmla="*/ 195350 h 208756"/>
                <a:gd name="connsiteX32" fmla="*/ 21087 w 178918"/>
                <a:gd name="connsiteY32" fmla="*/ 195350 h 208756"/>
                <a:gd name="connsiteX33" fmla="*/ 69012 w 178918"/>
                <a:gd name="connsiteY33" fmla="*/ 148108 h 208756"/>
                <a:gd name="connsiteX34" fmla="*/ 120770 w 178918"/>
                <a:gd name="connsiteY34" fmla="*/ 141724 h 208756"/>
                <a:gd name="connsiteX35" fmla="*/ 165500 w 178918"/>
                <a:gd name="connsiteY35" fmla="*/ 102782 h 208756"/>
                <a:gd name="connsiteX36" fmla="*/ 165500 w 178918"/>
                <a:gd name="connsiteY36" fmla="*/ 186412 h 208756"/>
                <a:gd name="connsiteX37" fmla="*/ 120770 w 178918"/>
                <a:gd name="connsiteY37" fmla="*/ 141724 h 208756"/>
                <a:gd name="connsiteX38" fmla="*/ 88820 w 178918"/>
                <a:gd name="connsiteY38" fmla="*/ 14683 h 208756"/>
                <a:gd name="connsiteX39" fmla="*/ 162305 w 178918"/>
                <a:gd name="connsiteY39" fmla="*/ 88099 h 208756"/>
                <a:gd name="connsiteX40" fmla="*/ 108629 w 178918"/>
                <a:gd name="connsiteY40" fmla="*/ 134702 h 208756"/>
                <a:gd name="connsiteX41" fmla="*/ 68373 w 178918"/>
                <a:gd name="connsiteY41" fmla="*/ 134702 h 208756"/>
                <a:gd name="connsiteX42" fmla="*/ 14697 w 178918"/>
                <a:gd name="connsiteY42" fmla="*/ 88099 h 208756"/>
                <a:gd name="connsiteX43" fmla="*/ 88820 w 178918"/>
                <a:gd name="connsiteY43" fmla="*/ 14683 h 20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78918" h="208756">
                  <a:moveTo>
                    <a:pt x="177641" y="86822"/>
                  </a:moveTo>
                  <a:lnTo>
                    <a:pt x="177641" y="86822"/>
                  </a:lnTo>
                  <a:cubicBezTo>
                    <a:pt x="177641" y="86184"/>
                    <a:pt x="177002" y="86184"/>
                    <a:pt x="177002" y="85545"/>
                  </a:cubicBezTo>
                  <a:cubicBezTo>
                    <a:pt x="177002" y="85545"/>
                    <a:pt x="177002" y="84907"/>
                    <a:pt x="176363" y="84907"/>
                  </a:cubicBezTo>
                  <a:lnTo>
                    <a:pt x="176363" y="84907"/>
                  </a:lnTo>
                  <a:lnTo>
                    <a:pt x="176363" y="84907"/>
                  </a:lnTo>
                  <a:lnTo>
                    <a:pt x="93294" y="1915"/>
                  </a:lnTo>
                  <a:cubicBezTo>
                    <a:pt x="90738" y="-638"/>
                    <a:pt x="86904" y="-638"/>
                    <a:pt x="84348" y="1915"/>
                  </a:cubicBezTo>
                  <a:lnTo>
                    <a:pt x="1278" y="84907"/>
                  </a:lnTo>
                  <a:lnTo>
                    <a:pt x="1278" y="84907"/>
                  </a:lnTo>
                  <a:lnTo>
                    <a:pt x="1278" y="84907"/>
                  </a:lnTo>
                  <a:cubicBezTo>
                    <a:pt x="1278" y="84907"/>
                    <a:pt x="1278" y="85545"/>
                    <a:pt x="640" y="85545"/>
                  </a:cubicBezTo>
                  <a:cubicBezTo>
                    <a:pt x="640" y="85545"/>
                    <a:pt x="0" y="86184"/>
                    <a:pt x="0" y="86822"/>
                  </a:cubicBezTo>
                  <a:lnTo>
                    <a:pt x="0" y="86822"/>
                  </a:lnTo>
                  <a:cubicBezTo>
                    <a:pt x="0" y="87460"/>
                    <a:pt x="0" y="87460"/>
                    <a:pt x="0" y="88099"/>
                  </a:cubicBezTo>
                  <a:cubicBezTo>
                    <a:pt x="0" y="88737"/>
                    <a:pt x="0" y="88737"/>
                    <a:pt x="0" y="89376"/>
                  </a:cubicBezTo>
                  <a:lnTo>
                    <a:pt x="0" y="202372"/>
                  </a:lnTo>
                  <a:cubicBezTo>
                    <a:pt x="0" y="203011"/>
                    <a:pt x="0" y="204287"/>
                    <a:pt x="640" y="204926"/>
                  </a:cubicBezTo>
                  <a:cubicBezTo>
                    <a:pt x="1278" y="206203"/>
                    <a:pt x="2556" y="207479"/>
                    <a:pt x="3835" y="208118"/>
                  </a:cubicBezTo>
                  <a:cubicBezTo>
                    <a:pt x="4473" y="208756"/>
                    <a:pt x="5112" y="208756"/>
                    <a:pt x="6390" y="208756"/>
                  </a:cubicBezTo>
                  <a:lnTo>
                    <a:pt x="172528" y="208756"/>
                  </a:lnTo>
                  <a:cubicBezTo>
                    <a:pt x="176363" y="208756"/>
                    <a:pt x="178918" y="206203"/>
                    <a:pt x="178918" y="202372"/>
                  </a:cubicBezTo>
                  <a:lnTo>
                    <a:pt x="178918" y="89376"/>
                  </a:lnTo>
                  <a:cubicBezTo>
                    <a:pt x="178918" y="88737"/>
                    <a:pt x="178918" y="88737"/>
                    <a:pt x="178918" y="88099"/>
                  </a:cubicBezTo>
                  <a:cubicBezTo>
                    <a:pt x="178918" y="87460"/>
                    <a:pt x="178279" y="87460"/>
                    <a:pt x="177641" y="86822"/>
                  </a:cubicBezTo>
                  <a:close/>
                  <a:moveTo>
                    <a:pt x="12141" y="103420"/>
                  </a:moveTo>
                  <a:lnTo>
                    <a:pt x="56871" y="142363"/>
                  </a:lnTo>
                  <a:lnTo>
                    <a:pt x="12141" y="187051"/>
                  </a:lnTo>
                  <a:lnTo>
                    <a:pt x="12141" y="103420"/>
                  </a:lnTo>
                  <a:close/>
                  <a:moveTo>
                    <a:pt x="69012" y="148108"/>
                  </a:moveTo>
                  <a:lnTo>
                    <a:pt x="109269" y="148108"/>
                  </a:lnTo>
                  <a:lnTo>
                    <a:pt x="156553" y="195350"/>
                  </a:lnTo>
                  <a:lnTo>
                    <a:pt x="21087" y="195350"/>
                  </a:lnTo>
                  <a:lnTo>
                    <a:pt x="69012" y="148108"/>
                  </a:lnTo>
                  <a:close/>
                  <a:moveTo>
                    <a:pt x="120770" y="141724"/>
                  </a:moveTo>
                  <a:lnTo>
                    <a:pt x="165500" y="102782"/>
                  </a:lnTo>
                  <a:lnTo>
                    <a:pt x="165500" y="186412"/>
                  </a:lnTo>
                  <a:lnTo>
                    <a:pt x="120770" y="141724"/>
                  </a:lnTo>
                  <a:close/>
                  <a:moveTo>
                    <a:pt x="88820" y="14683"/>
                  </a:moveTo>
                  <a:lnTo>
                    <a:pt x="162305" y="88099"/>
                  </a:lnTo>
                  <a:lnTo>
                    <a:pt x="108629" y="134702"/>
                  </a:lnTo>
                  <a:lnTo>
                    <a:pt x="68373" y="134702"/>
                  </a:lnTo>
                  <a:lnTo>
                    <a:pt x="14697" y="88099"/>
                  </a:lnTo>
                  <a:lnTo>
                    <a:pt x="88820" y="14683"/>
                  </a:lnTo>
                  <a:close/>
                </a:path>
              </a:pathLst>
            </a:custGeom>
            <a:solidFill>
              <a:srgbClr val="046A38"/>
            </a:solidFill>
            <a:ln w="6390" cap="flat">
              <a:noFill/>
              <a:prstDash val="solid"/>
              <a:miter/>
            </a:ln>
          </p:spPr>
          <p:txBody>
            <a:bodyPr rtlCol="0" anchor="ctr"/>
            <a:lstStyle/>
            <a:p>
              <a:endParaRPr lang="en-US"/>
            </a:p>
          </p:txBody>
        </p:sp>
        <p:sp>
          <p:nvSpPr>
            <p:cNvPr id="839" name="Graphic 4">
              <a:extLst>
                <a:ext uri="{FF2B5EF4-FFF2-40B4-BE49-F238E27FC236}">
                  <a16:creationId xmlns:a16="http://schemas.microsoft.com/office/drawing/2014/main" id="{F9B34EE5-FE54-0946-B386-C0DFB5571BC9}"/>
                </a:ext>
              </a:extLst>
            </p:cNvPr>
            <p:cNvSpPr/>
            <p:nvPr/>
          </p:nvSpPr>
          <p:spPr>
            <a:xfrm>
              <a:off x="10039230" y="1033703"/>
              <a:ext cx="57509" cy="72803"/>
            </a:xfrm>
            <a:custGeom>
              <a:avLst/>
              <a:gdLst>
                <a:gd name="connsiteX0" fmla="*/ 1917 w 57509"/>
                <a:gd name="connsiteY0" fmla="*/ 33223 h 72803"/>
                <a:gd name="connsiteX1" fmla="*/ 6390 w 57509"/>
                <a:gd name="connsiteY1" fmla="*/ 35138 h 72803"/>
                <a:gd name="connsiteX2" fmla="*/ 10863 w 57509"/>
                <a:gd name="connsiteY2" fmla="*/ 33223 h 72803"/>
                <a:gd name="connsiteX3" fmla="*/ 22365 w 57509"/>
                <a:gd name="connsiteY3" fmla="*/ 21731 h 72803"/>
                <a:gd name="connsiteX4" fmla="*/ 22365 w 57509"/>
                <a:gd name="connsiteY4" fmla="*/ 66419 h 72803"/>
                <a:gd name="connsiteX5" fmla="*/ 28755 w 57509"/>
                <a:gd name="connsiteY5" fmla="*/ 72803 h 72803"/>
                <a:gd name="connsiteX6" fmla="*/ 35144 w 57509"/>
                <a:gd name="connsiteY6" fmla="*/ 66419 h 72803"/>
                <a:gd name="connsiteX7" fmla="*/ 35144 w 57509"/>
                <a:gd name="connsiteY7" fmla="*/ 21731 h 72803"/>
                <a:gd name="connsiteX8" fmla="*/ 46647 w 57509"/>
                <a:gd name="connsiteY8" fmla="*/ 33223 h 72803"/>
                <a:gd name="connsiteX9" fmla="*/ 55593 w 57509"/>
                <a:gd name="connsiteY9" fmla="*/ 33223 h 72803"/>
                <a:gd name="connsiteX10" fmla="*/ 55593 w 57509"/>
                <a:gd name="connsiteY10" fmla="*/ 24285 h 72803"/>
                <a:gd name="connsiteX11" fmla="*/ 33228 w 57509"/>
                <a:gd name="connsiteY11" fmla="*/ 1941 h 72803"/>
                <a:gd name="connsiteX12" fmla="*/ 26198 w 57509"/>
                <a:gd name="connsiteY12" fmla="*/ 664 h 72803"/>
                <a:gd name="connsiteX13" fmla="*/ 24282 w 57509"/>
                <a:gd name="connsiteY13" fmla="*/ 1941 h 72803"/>
                <a:gd name="connsiteX14" fmla="*/ 1917 w 57509"/>
                <a:gd name="connsiteY14" fmla="*/ 24285 h 72803"/>
                <a:gd name="connsiteX15" fmla="*/ 1917 w 57509"/>
                <a:gd name="connsiteY15" fmla="*/ 33223 h 72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7509" h="72803">
                  <a:moveTo>
                    <a:pt x="1917" y="33223"/>
                  </a:moveTo>
                  <a:cubicBezTo>
                    <a:pt x="3195" y="34499"/>
                    <a:pt x="4473" y="35138"/>
                    <a:pt x="6390" y="35138"/>
                  </a:cubicBezTo>
                  <a:cubicBezTo>
                    <a:pt x="8307" y="35138"/>
                    <a:pt x="9585" y="34499"/>
                    <a:pt x="10863" y="33223"/>
                  </a:cubicBezTo>
                  <a:lnTo>
                    <a:pt x="22365" y="21731"/>
                  </a:lnTo>
                  <a:lnTo>
                    <a:pt x="22365" y="66419"/>
                  </a:lnTo>
                  <a:cubicBezTo>
                    <a:pt x="22365" y="70250"/>
                    <a:pt x="24921" y="72803"/>
                    <a:pt x="28755" y="72803"/>
                  </a:cubicBezTo>
                  <a:cubicBezTo>
                    <a:pt x="32588" y="72803"/>
                    <a:pt x="35144" y="70250"/>
                    <a:pt x="35144" y="66419"/>
                  </a:cubicBezTo>
                  <a:lnTo>
                    <a:pt x="35144" y="21731"/>
                  </a:lnTo>
                  <a:lnTo>
                    <a:pt x="46647" y="33223"/>
                  </a:lnTo>
                  <a:cubicBezTo>
                    <a:pt x="49203" y="35776"/>
                    <a:pt x="53037" y="35776"/>
                    <a:pt x="55593" y="33223"/>
                  </a:cubicBezTo>
                  <a:cubicBezTo>
                    <a:pt x="58148" y="30669"/>
                    <a:pt x="58148" y="26839"/>
                    <a:pt x="55593" y="24285"/>
                  </a:cubicBezTo>
                  <a:lnTo>
                    <a:pt x="33228" y="1941"/>
                  </a:lnTo>
                  <a:cubicBezTo>
                    <a:pt x="31311" y="26"/>
                    <a:pt x="28755" y="-613"/>
                    <a:pt x="26198" y="664"/>
                  </a:cubicBezTo>
                  <a:cubicBezTo>
                    <a:pt x="25560" y="664"/>
                    <a:pt x="24921" y="1303"/>
                    <a:pt x="24282" y="1941"/>
                  </a:cubicBezTo>
                  <a:lnTo>
                    <a:pt x="1917" y="24285"/>
                  </a:lnTo>
                  <a:cubicBezTo>
                    <a:pt x="-639" y="26839"/>
                    <a:pt x="-639" y="30669"/>
                    <a:pt x="1917" y="33223"/>
                  </a:cubicBezTo>
                  <a:close/>
                </a:path>
              </a:pathLst>
            </a:custGeom>
            <a:solidFill>
              <a:srgbClr val="046A38"/>
            </a:solidFill>
            <a:ln w="6390" cap="flat">
              <a:noFill/>
              <a:prstDash val="solid"/>
              <a:miter/>
            </a:ln>
          </p:spPr>
          <p:txBody>
            <a:bodyPr rtlCol="0" anchor="ctr"/>
            <a:lstStyle/>
            <a:p>
              <a:endParaRPr lang="en-US"/>
            </a:p>
          </p:txBody>
        </p:sp>
      </p:grpSp>
      <p:grpSp>
        <p:nvGrpSpPr>
          <p:cNvPr id="840" name="Graphic 4">
            <a:extLst>
              <a:ext uri="{FF2B5EF4-FFF2-40B4-BE49-F238E27FC236}">
                <a16:creationId xmlns:a16="http://schemas.microsoft.com/office/drawing/2014/main" id="{53FEB47E-3265-AB44-A3CC-44824C44E0AD}"/>
              </a:ext>
            </a:extLst>
          </p:cNvPr>
          <p:cNvGrpSpPr/>
          <p:nvPr/>
        </p:nvGrpSpPr>
        <p:grpSpPr>
          <a:xfrm>
            <a:off x="9887149" y="1402244"/>
            <a:ext cx="362309" cy="362450"/>
            <a:chOff x="9887149" y="1402244"/>
            <a:chExt cx="362309" cy="362450"/>
          </a:xfrm>
          <a:solidFill>
            <a:srgbClr val="046A38"/>
          </a:solidFill>
        </p:grpSpPr>
        <p:sp>
          <p:nvSpPr>
            <p:cNvPr id="841" name="Graphic 4">
              <a:extLst>
                <a:ext uri="{FF2B5EF4-FFF2-40B4-BE49-F238E27FC236}">
                  <a16:creationId xmlns:a16="http://schemas.microsoft.com/office/drawing/2014/main" id="{940C4DE3-01D6-3D44-B6E8-09970CF44C25}"/>
                </a:ext>
              </a:extLst>
            </p:cNvPr>
            <p:cNvSpPr/>
            <p:nvPr/>
          </p:nvSpPr>
          <p:spPr>
            <a:xfrm>
              <a:off x="9887149" y="1402244"/>
              <a:ext cx="362309" cy="362450"/>
            </a:xfrm>
            <a:custGeom>
              <a:avLst/>
              <a:gdLst>
                <a:gd name="connsiteX0" fmla="*/ 180835 w 362309"/>
                <a:gd name="connsiteY0" fmla="*/ 479 h 362450"/>
                <a:gd name="connsiteX1" fmla="*/ 0 w 362309"/>
                <a:gd name="connsiteY1" fmla="*/ 181784 h 362450"/>
                <a:gd name="connsiteX2" fmla="*/ 181474 w 362309"/>
                <a:gd name="connsiteY2" fmla="*/ 362451 h 362450"/>
                <a:gd name="connsiteX3" fmla="*/ 362309 w 362309"/>
                <a:gd name="connsiteY3" fmla="*/ 181145 h 362450"/>
                <a:gd name="connsiteX4" fmla="*/ 180835 w 362309"/>
                <a:gd name="connsiteY4" fmla="*/ 479 h 362450"/>
                <a:gd name="connsiteX5" fmla="*/ 180835 w 362309"/>
                <a:gd name="connsiteY5" fmla="*/ 479 h 362450"/>
                <a:gd name="connsiteX6" fmla="*/ 180835 w 362309"/>
                <a:gd name="connsiteY6" fmla="*/ 349044 h 362450"/>
                <a:gd name="connsiteX7" fmla="*/ 12780 w 362309"/>
                <a:gd name="connsiteY7" fmla="*/ 180507 h 362450"/>
                <a:gd name="connsiteX8" fmla="*/ 181474 w 362309"/>
                <a:gd name="connsiteY8" fmla="*/ 12608 h 362450"/>
                <a:gd name="connsiteX9" fmla="*/ 349529 w 362309"/>
                <a:gd name="connsiteY9" fmla="*/ 180507 h 362450"/>
                <a:gd name="connsiteX10" fmla="*/ 180835 w 362309"/>
                <a:gd name="connsiteY10" fmla="*/ 349044 h 36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2450">
                  <a:moveTo>
                    <a:pt x="180835" y="479"/>
                  </a:moveTo>
                  <a:cubicBezTo>
                    <a:pt x="80513" y="479"/>
                    <a:pt x="0" y="81555"/>
                    <a:pt x="0" y="181784"/>
                  </a:cubicBezTo>
                  <a:cubicBezTo>
                    <a:pt x="0" y="282013"/>
                    <a:pt x="81152" y="362451"/>
                    <a:pt x="181474" y="362451"/>
                  </a:cubicBezTo>
                  <a:cubicBezTo>
                    <a:pt x="281157" y="362451"/>
                    <a:pt x="362309" y="281374"/>
                    <a:pt x="362309" y="181145"/>
                  </a:cubicBezTo>
                  <a:cubicBezTo>
                    <a:pt x="362309" y="80917"/>
                    <a:pt x="281157" y="-160"/>
                    <a:pt x="180835" y="479"/>
                  </a:cubicBezTo>
                  <a:cubicBezTo>
                    <a:pt x="180835" y="-160"/>
                    <a:pt x="180835" y="-160"/>
                    <a:pt x="180835" y="479"/>
                  </a:cubicBezTo>
                  <a:close/>
                  <a:moveTo>
                    <a:pt x="180835" y="349044"/>
                  </a:moveTo>
                  <a:cubicBezTo>
                    <a:pt x="87542" y="349044"/>
                    <a:pt x="12780" y="273713"/>
                    <a:pt x="12780" y="180507"/>
                  </a:cubicBezTo>
                  <a:cubicBezTo>
                    <a:pt x="12780" y="87301"/>
                    <a:pt x="88181" y="12608"/>
                    <a:pt x="181474" y="12608"/>
                  </a:cubicBezTo>
                  <a:cubicBezTo>
                    <a:pt x="274128" y="12608"/>
                    <a:pt x="349529" y="87939"/>
                    <a:pt x="349529" y="180507"/>
                  </a:cubicBezTo>
                  <a:cubicBezTo>
                    <a:pt x="349529" y="274352"/>
                    <a:pt x="274128" y="349044"/>
                    <a:pt x="180835" y="349044"/>
                  </a:cubicBezTo>
                  <a:close/>
                </a:path>
              </a:pathLst>
            </a:custGeom>
            <a:solidFill>
              <a:srgbClr val="046A38"/>
            </a:solidFill>
            <a:ln w="6390" cap="flat">
              <a:noFill/>
              <a:prstDash val="solid"/>
              <a:miter/>
            </a:ln>
          </p:spPr>
          <p:txBody>
            <a:bodyPr rtlCol="0" anchor="ctr"/>
            <a:lstStyle/>
            <a:p>
              <a:endParaRPr lang="en-US"/>
            </a:p>
          </p:txBody>
        </p:sp>
        <p:sp>
          <p:nvSpPr>
            <p:cNvPr id="842" name="Graphic 4">
              <a:extLst>
                <a:ext uri="{FF2B5EF4-FFF2-40B4-BE49-F238E27FC236}">
                  <a16:creationId xmlns:a16="http://schemas.microsoft.com/office/drawing/2014/main" id="{19817DC5-5D65-4249-B8EB-DCA553FEB4A4}"/>
                </a:ext>
              </a:extLst>
            </p:cNvPr>
            <p:cNvSpPr/>
            <p:nvPr/>
          </p:nvSpPr>
          <p:spPr>
            <a:xfrm>
              <a:off x="9959355" y="1503590"/>
              <a:ext cx="217896" cy="158961"/>
            </a:xfrm>
            <a:custGeom>
              <a:avLst/>
              <a:gdLst>
                <a:gd name="connsiteX0" fmla="*/ 216619 w 217896"/>
                <a:gd name="connsiteY0" fmla="*/ 4469 h 158961"/>
                <a:gd name="connsiteX1" fmla="*/ 216619 w 217896"/>
                <a:gd name="connsiteY1" fmla="*/ 4469 h 158961"/>
                <a:gd name="connsiteX2" fmla="*/ 216619 w 217896"/>
                <a:gd name="connsiteY2" fmla="*/ 4469 h 158961"/>
                <a:gd name="connsiteX3" fmla="*/ 215341 w 217896"/>
                <a:gd name="connsiteY3" fmla="*/ 2554 h 158961"/>
                <a:gd name="connsiteX4" fmla="*/ 214702 w 217896"/>
                <a:gd name="connsiteY4" fmla="*/ 1915 h 158961"/>
                <a:gd name="connsiteX5" fmla="*/ 213424 w 217896"/>
                <a:gd name="connsiteY5" fmla="*/ 1277 h 158961"/>
                <a:gd name="connsiteX6" fmla="*/ 212785 w 217896"/>
                <a:gd name="connsiteY6" fmla="*/ 638 h 158961"/>
                <a:gd name="connsiteX7" fmla="*/ 210868 w 217896"/>
                <a:gd name="connsiteY7" fmla="*/ 0 h 158961"/>
                <a:gd name="connsiteX8" fmla="*/ 6390 w 217896"/>
                <a:gd name="connsiteY8" fmla="*/ 0 h 158961"/>
                <a:gd name="connsiteX9" fmla="*/ 4473 w 217896"/>
                <a:gd name="connsiteY9" fmla="*/ 638 h 158961"/>
                <a:gd name="connsiteX10" fmla="*/ 3834 w 217896"/>
                <a:gd name="connsiteY10" fmla="*/ 1277 h 158961"/>
                <a:gd name="connsiteX11" fmla="*/ 2556 w 217896"/>
                <a:gd name="connsiteY11" fmla="*/ 1915 h 158961"/>
                <a:gd name="connsiteX12" fmla="*/ 1917 w 217896"/>
                <a:gd name="connsiteY12" fmla="*/ 2554 h 158961"/>
                <a:gd name="connsiteX13" fmla="*/ 639 w 217896"/>
                <a:gd name="connsiteY13" fmla="*/ 3830 h 158961"/>
                <a:gd name="connsiteX14" fmla="*/ 639 w 217896"/>
                <a:gd name="connsiteY14" fmla="*/ 4469 h 158961"/>
                <a:gd name="connsiteX15" fmla="*/ 639 w 217896"/>
                <a:gd name="connsiteY15" fmla="*/ 4469 h 158961"/>
                <a:gd name="connsiteX16" fmla="*/ 0 w 217896"/>
                <a:gd name="connsiteY16" fmla="*/ 6384 h 158961"/>
                <a:gd name="connsiteX17" fmla="*/ 0 w 217896"/>
                <a:gd name="connsiteY17" fmla="*/ 6384 h 158961"/>
                <a:gd name="connsiteX18" fmla="*/ 0 w 217896"/>
                <a:gd name="connsiteY18" fmla="*/ 152577 h 158961"/>
                <a:gd name="connsiteX19" fmla="*/ 639 w 217896"/>
                <a:gd name="connsiteY19" fmla="*/ 155131 h 158961"/>
                <a:gd name="connsiteX20" fmla="*/ 6390 w 217896"/>
                <a:gd name="connsiteY20" fmla="*/ 158961 h 158961"/>
                <a:gd name="connsiteX21" fmla="*/ 210868 w 217896"/>
                <a:gd name="connsiteY21" fmla="*/ 158961 h 158961"/>
                <a:gd name="connsiteX22" fmla="*/ 213424 w 217896"/>
                <a:gd name="connsiteY22" fmla="*/ 158323 h 158961"/>
                <a:gd name="connsiteX23" fmla="*/ 217258 w 217896"/>
                <a:gd name="connsiteY23" fmla="*/ 155131 h 158961"/>
                <a:gd name="connsiteX24" fmla="*/ 217897 w 217896"/>
                <a:gd name="connsiteY24" fmla="*/ 152577 h 158961"/>
                <a:gd name="connsiteX25" fmla="*/ 217897 w 217896"/>
                <a:gd name="connsiteY25" fmla="*/ 6384 h 158961"/>
                <a:gd name="connsiteX26" fmla="*/ 216619 w 217896"/>
                <a:gd name="connsiteY26" fmla="*/ 4469 h 158961"/>
                <a:gd name="connsiteX27" fmla="*/ 82430 w 217896"/>
                <a:gd name="connsiteY27" fmla="*/ 86184 h 158961"/>
                <a:gd name="connsiteX28" fmla="*/ 104156 w 217896"/>
                <a:gd name="connsiteY28" fmla="*/ 106613 h 158961"/>
                <a:gd name="connsiteX29" fmla="*/ 108629 w 217896"/>
                <a:gd name="connsiteY29" fmla="*/ 108528 h 158961"/>
                <a:gd name="connsiteX30" fmla="*/ 113102 w 217896"/>
                <a:gd name="connsiteY30" fmla="*/ 106613 h 158961"/>
                <a:gd name="connsiteX31" fmla="*/ 134828 w 217896"/>
                <a:gd name="connsiteY31" fmla="*/ 86184 h 158961"/>
                <a:gd name="connsiteX32" fmla="*/ 195532 w 217896"/>
                <a:gd name="connsiteY32" fmla="*/ 146832 h 158961"/>
                <a:gd name="connsiteX33" fmla="*/ 21726 w 217896"/>
                <a:gd name="connsiteY33" fmla="*/ 146832 h 158961"/>
                <a:gd name="connsiteX34" fmla="*/ 82430 w 217896"/>
                <a:gd name="connsiteY34" fmla="*/ 86184 h 158961"/>
                <a:gd name="connsiteX35" fmla="*/ 12780 w 217896"/>
                <a:gd name="connsiteY35" fmla="*/ 137256 h 158961"/>
                <a:gd name="connsiteX36" fmla="*/ 12780 w 217896"/>
                <a:gd name="connsiteY36" fmla="*/ 21067 h 158961"/>
                <a:gd name="connsiteX37" fmla="*/ 72845 w 217896"/>
                <a:gd name="connsiteY37" fmla="*/ 77246 h 158961"/>
                <a:gd name="connsiteX38" fmla="*/ 12780 w 217896"/>
                <a:gd name="connsiteY38" fmla="*/ 137256 h 158961"/>
                <a:gd name="connsiteX39" fmla="*/ 144412 w 217896"/>
                <a:gd name="connsiteY39" fmla="*/ 77246 h 158961"/>
                <a:gd name="connsiteX40" fmla="*/ 204478 w 217896"/>
                <a:gd name="connsiteY40" fmla="*/ 21706 h 158961"/>
                <a:gd name="connsiteX41" fmla="*/ 204478 w 217896"/>
                <a:gd name="connsiteY41" fmla="*/ 137894 h 158961"/>
                <a:gd name="connsiteX42" fmla="*/ 144412 w 217896"/>
                <a:gd name="connsiteY42" fmla="*/ 77246 h 158961"/>
                <a:gd name="connsiteX43" fmla="*/ 194893 w 217896"/>
                <a:gd name="connsiteY43" fmla="*/ 13406 h 158961"/>
                <a:gd name="connsiteX44" fmla="*/ 108629 w 217896"/>
                <a:gd name="connsiteY44" fmla="*/ 93206 h 158961"/>
                <a:gd name="connsiteX45" fmla="*/ 22365 w 217896"/>
                <a:gd name="connsiteY45" fmla="*/ 13406 h 158961"/>
                <a:gd name="connsiteX46" fmla="*/ 194893 w 217896"/>
                <a:gd name="connsiteY46" fmla="*/ 13406 h 158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17896" h="158961">
                  <a:moveTo>
                    <a:pt x="216619" y="4469"/>
                  </a:moveTo>
                  <a:lnTo>
                    <a:pt x="216619" y="4469"/>
                  </a:lnTo>
                  <a:lnTo>
                    <a:pt x="216619" y="4469"/>
                  </a:lnTo>
                  <a:cubicBezTo>
                    <a:pt x="216619" y="3830"/>
                    <a:pt x="215980" y="3192"/>
                    <a:pt x="215341" y="2554"/>
                  </a:cubicBezTo>
                  <a:lnTo>
                    <a:pt x="214702" y="1915"/>
                  </a:lnTo>
                  <a:cubicBezTo>
                    <a:pt x="214063" y="1277"/>
                    <a:pt x="214063" y="1277"/>
                    <a:pt x="213424" y="1277"/>
                  </a:cubicBezTo>
                  <a:cubicBezTo>
                    <a:pt x="213424" y="1277"/>
                    <a:pt x="212785" y="1277"/>
                    <a:pt x="212785" y="638"/>
                  </a:cubicBezTo>
                  <a:cubicBezTo>
                    <a:pt x="212146" y="638"/>
                    <a:pt x="211507" y="0"/>
                    <a:pt x="210868" y="0"/>
                  </a:cubicBezTo>
                  <a:lnTo>
                    <a:pt x="6390" y="0"/>
                  </a:lnTo>
                  <a:cubicBezTo>
                    <a:pt x="5751" y="0"/>
                    <a:pt x="5112" y="0"/>
                    <a:pt x="4473" y="638"/>
                  </a:cubicBezTo>
                  <a:lnTo>
                    <a:pt x="3834" y="1277"/>
                  </a:lnTo>
                  <a:cubicBezTo>
                    <a:pt x="3195" y="1277"/>
                    <a:pt x="3195" y="1915"/>
                    <a:pt x="2556" y="1915"/>
                  </a:cubicBezTo>
                  <a:lnTo>
                    <a:pt x="1917" y="2554"/>
                  </a:lnTo>
                  <a:cubicBezTo>
                    <a:pt x="1278" y="3192"/>
                    <a:pt x="1278" y="3192"/>
                    <a:pt x="639" y="3830"/>
                  </a:cubicBezTo>
                  <a:lnTo>
                    <a:pt x="639" y="4469"/>
                  </a:lnTo>
                  <a:lnTo>
                    <a:pt x="639" y="4469"/>
                  </a:lnTo>
                  <a:cubicBezTo>
                    <a:pt x="639" y="5107"/>
                    <a:pt x="0" y="5746"/>
                    <a:pt x="0" y="6384"/>
                  </a:cubicBezTo>
                  <a:lnTo>
                    <a:pt x="0" y="6384"/>
                  </a:lnTo>
                  <a:lnTo>
                    <a:pt x="0" y="152577"/>
                  </a:lnTo>
                  <a:cubicBezTo>
                    <a:pt x="0" y="153216"/>
                    <a:pt x="0" y="154492"/>
                    <a:pt x="639" y="155131"/>
                  </a:cubicBezTo>
                  <a:cubicBezTo>
                    <a:pt x="1917" y="157684"/>
                    <a:pt x="3834" y="158961"/>
                    <a:pt x="6390" y="158961"/>
                  </a:cubicBezTo>
                  <a:lnTo>
                    <a:pt x="210868" y="158961"/>
                  </a:lnTo>
                  <a:cubicBezTo>
                    <a:pt x="211507" y="158961"/>
                    <a:pt x="212785" y="158961"/>
                    <a:pt x="213424" y="158323"/>
                  </a:cubicBezTo>
                  <a:cubicBezTo>
                    <a:pt x="214702" y="157684"/>
                    <a:pt x="215980" y="156408"/>
                    <a:pt x="217258" y="155131"/>
                  </a:cubicBezTo>
                  <a:cubicBezTo>
                    <a:pt x="217258" y="154492"/>
                    <a:pt x="217897" y="153854"/>
                    <a:pt x="217897" y="152577"/>
                  </a:cubicBezTo>
                  <a:lnTo>
                    <a:pt x="217897" y="6384"/>
                  </a:lnTo>
                  <a:cubicBezTo>
                    <a:pt x="217897" y="5746"/>
                    <a:pt x="217258" y="5107"/>
                    <a:pt x="216619" y="4469"/>
                  </a:cubicBezTo>
                  <a:close/>
                  <a:moveTo>
                    <a:pt x="82430" y="86184"/>
                  </a:moveTo>
                  <a:lnTo>
                    <a:pt x="104156" y="106613"/>
                  </a:lnTo>
                  <a:cubicBezTo>
                    <a:pt x="105434" y="107889"/>
                    <a:pt x="106712" y="108528"/>
                    <a:pt x="108629" y="108528"/>
                  </a:cubicBezTo>
                  <a:cubicBezTo>
                    <a:pt x="110546" y="108528"/>
                    <a:pt x="111824" y="107889"/>
                    <a:pt x="113102" y="106613"/>
                  </a:cubicBezTo>
                  <a:lnTo>
                    <a:pt x="134828" y="86184"/>
                  </a:lnTo>
                  <a:lnTo>
                    <a:pt x="195532" y="146832"/>
                  </a:lnTo>
                  <a:lnTo>
                    <a:pt x="21726" y="146832"/>
                  </a:lnTo>
                  <a:lnTo>
                    <a:pt x="82430" y="86184"/>
                  </a:lnTo>
                  <a:close/>
                  <a:moveTo>
                    <a:pt x="12780" y="137256"/>
                  </a:moveTo>
                  <a:lnTo>
                    <a:pt x="12780" y="21067"/>
                  </a:lnTo>
                  <a:lnTo>
                    <a:pt x="72845" y="77246"/>
                  </a:lnTo>
                  <a:lnTo>
                    <a:pt x="12780" y="137256"/>
                  </a:lnTo>
                  <a:close/>
                  <a:moveTo>
                    <a:pt x="144412" y="77246"/>
                  </a:moveTo>
                  <a:lnTo>
                    <a:pt x="204478" y="21706"/>
                  </a:lnTo>
                  <a:lnTo>
                    <a:pt x="204478" y="137894"/>
                  </a:lnTo>
                  <a:lnTo>
                    <a:pt x="144412" y="77246"/>
                  </a:lnTo>
                  <a:close/>
                  <a:moveTo>
                    <a:pt x="194893" y="13406"/>
                  </a:moveTo>
                  <a:lnTo>
                    <a:pt x="108629" y="93206"/>
                  </a:lnTo>
                  <a:lnTo>
                    <a:pt x="22365" y="13406"/>
                  </a:lnTo>
                  <a:lnTo>
                    <a:pt x="194893" y="13406"/>
                  </a:lnTo>
                  <a:close/>
                </a:path>
              </a:pathLst>
            </a:custGeom>
            <a:solidFill>
              <a:srgbClr val="046A38"/>
            </a:solidFill>
            <a:ln w="6390" cap="flat">
              <a:noFill/>
              <a:prstDash val="solid"/>
              <a:miter/>
            </a:ln>
          </p:spPr>
          <p:txBody>
            <a:bodyPr rtlCol="0" anchor="ctr"/>
            <a:lstStyle/>
            <a:p>
              <a:endParaRPr lang="en-US"/>
            </a:p>
          </p:txBody>
        </p:sp>
      </p:grpSp>
      <p:grpSp>
        <p:nvGrpSpPr>
          <p:cNvPr id="843" name="Graphic 4">
            <a:extLst>
              <a:ext uri="{FF2B5EF4-FFF2-40B4-BE49-F238E27FC236}">
                <a16:creationId xmlns:a16="http://schemas.microsoft.com/office/drawing/2014/main" id="{24211E6F-18CB-7A46-B2E4-F91722AF7D8E}"/>
              </a:ext>
            </a:extLst>
          </p:cNvPr>
          <p:cNvGrpSpPr/>
          <p:nvPr/>
        </p:nvGrpSpPr>
        <p:grpSpPr>
          <a:xfrm>
            <a:off x="1515054" y="2371173"/>
            <a:ext cx="362309" cy="362610"/>
            <a:chOff x="1515054" y="2371173"/>
            <a:chExt cx="362309" cy="362610"/>
          </a:xfrm>
          <a:solidFill>
            <a:srgbClr val="86BC25"/>
          </a:solidFill>
        </p:grpSpPr>
        <p:sp>
          <p:nvSpPr>
            <p:cNvPr id="844" name="Graphic 4">
              <a:extLst>
                <a:ext uri="{FF2B5EF4-FFF2-40B4-BE49-F238E27FC236}">
                  <a16:creationId xmlns:a16="http://schemas.microsoft.com/office/drawing/2014/main" id="{9678B127-A46E-6F4F-8A26-667ECC62DFD8}"/>
                </a:ext>
              </a:extLst>
            </p:cNvPr>
            <p:cNvSpPr/>
            <p:nvPr/>
          </p:nvSpPr>
          <p:spPr>
            <a:xfrm>
              <a:off x="1515054" y="237117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180835 w 362309"/>
                <a:gd name="connsiteY6" fmla="*/ 349204 h 362610"/>
                <a:gd name="connsiteX7" fmla="*/ 12780 w 362309"/>
                <a:gd name="connsiteY7" fmla="*/ 180667 h 362610"/>
                <a:gd name="connsiteX8" fmla="*/ 181474 w 362309"/>
                <a:gd name="connsiteY8" fmla="*/ 12130 h 362610"/>
                <a:gd name="connsiteX9" fmla="*/ 349529 w 362309"/>
                <a:gd name="connsiteY9" fmla="*/ 180667 h 362610"/>
                <a:gd name="connsiteX10" fmla="*/ 349529 w 362309"/>
                <a:gd name="connsiteY10" fmla="*/ 180667 h 362610"/>
                <a:gd name="connsiteX11" fmla="*/ 180835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1670" y="81077"/>
                    <a:pt x="280518" y="0"/>
                    <a:pt x="180835" y="0"/>
                  </a:cubicBezTo>
                  <a:lnTo>
                    <a:pt x="180835" y="0"/>
                  </a:lnTo>
                  <a:close/>
                  <a:moveTo>
                    <a:pt x="180835" y="349204"/>
                  </a:moveTo>
                  <a:cubicBezTo>
                    <a:pt x="87542" y="349204"/>
                    <a:pt x="12780" y="273873"/>
                    <a:pt x="12780" y="180667"/>
                  </a:cubicBezTo>
                  <a:cubicBezTo>
                    <a:pt x="12780" y="87461"/>
                    <a:pt x="88181" y="12130"/>
                    <a:pt x="181474" y="12130"/>
                  </a:cubicBezTo>
                  <a:cubicBezTo>
                    <a:pt x="274767" y="12130"/>
                    <a:pt x="349529" y="87461"/>
                    <a:pt x="349529" y="180667"/>
                  </a:cubicBezTo>
                  <a:cubicBezTo>
                    <a:pt x="349529" y="180667"/>
                    <a:pt x="349529" y="180667"/>
                    <a:pt x="349529" y="180667"/>
                  </a:cubicBezTo>
                  <a:cubicBezTo>
                    <a:pt x="348891" y="273873"/>
                    <a:pt x="273489" y="349204"/>
                    <a:pt x="180835" y="349204"/>
                  </a:cubicBezTo>
                  <a:close/>
                </a:path>
              </a:pathLst>
            </a:custGeom>
            <a:solidFill>
              <a:srgbClr val="86BC25"/>
            </a:solidFill>
            <a:ln w="6390" cap="flat">
              <a:noFill/>
              <a:prstDash val="solid"/>
              <a:miter/>
            </a:ln>
          </p:spPr>
          <p:txBody>
            <a:bodyPr rtlCol="0" anchor="ctr"/>
            <a:lstStyle/>
            <a:p>
              <a:endParaRPr lang="en-US"/>
            </a:p>
          </p:txBody>
        </p:sp>
        <p:sp>
          <p:nvSpPr>
            <p:cNvPr id="845" name="Graphic 4">
              <a:extLst>
                <a:ext uri="{FF2B5EF4-FFF2-40B4-BE49-F238E27FC236}">
                  <a16:creationId xmlns:a16="http://schemas.microsoft.com/office/drawing/2014/main" id="{8C998914-6434-2C4B-996C-534F2C23511E}"/>
                </a:ext>
              </a:extLst>
            </p:cNvPr>
            <p:cNvSpPr/>
            <p:nvPr/>
          </p:nvSpPr>
          <p:spPr>
            <a:xfrm>
              <a:off x="1588538" y="2444589"/>
              <a:ext cx="214701" cy="214501"/>
            </a:xfrm>
            <a:custGeom>
              <a:avLst/>
              <a:gdLst>
                <a:gd name="connsiteX0" fmla="*/ 208312 w 214701"/>
                <a:gd name="connsiteY0" fmla="*/ 84907 h 214501"/>
                <a:gd name="connsiteX1" fmla="*/ 214702 w 214701"/>
                <a:gd name="connsiteY1" fmla="*/ 78523 h 214501"/>
                <a:gd name="connsiteX2" fmla="*/ 208312 w 214701"/>
                <a:gd name="connsiteY2" fmla="*/ 72139 h 214501"/>
                <a:gd name="connsiteX3" fmla="*/ 185947 w 214701"/>
                <a:gd name="connsiteY3" fmla="*/ 72139 h 214501"/>
                <a:gd name="connsiteX4" fmla="*/ 185947 w 214701"/>
                <a:gd name="connsiteY4" fmla="*/ 35112 h 214501"/>
                <a:gd name="connsiteX5" fmla="*/ 179557 w 214701"/>
                <a:gd name="connsiteY5" fmla="*/ 28728 h 214501"/>
                <a:gd name="connsiteX6" fmla="*/ 142496 w 214701"/>
                <a:gd name="connsiteY6" fmla="*/ 28728 h 214501"/>
                <a:gd name="connsiteX7" fmla="*/ 142496 w 214701"/>
                <a:gd name="connsiteY7" fmla="*/ 6384 h 214501"/>
                <a:gd name="connsiteX8" fmla="*/ 136106 w 214701"/>
                <a:gd name="connsiteY8" fmla="*/ 0 h 214501"/>
                <a:gd name="connsiteX9" fmla="*/ 129716 w 214701"/>
                <a:gd name="connsiteY9" fmla="*/ 6384 h 214501"/>
                <a:gd name="connsiteX10" fmla="*/ 129716 w 214701"/>
                <a:gd name="connsiteY10" fmla="*/ 28728 h 214501"/>
                <a:gd name="connsiteX11" fmla="*/ 113741 w 214701"/>
                <a:gd name="connsiteY11" fmla="*/ 28728 h 214501"/>
                <a:gd name="connsiteX12" fmla="*/ 113741 w 214701"/>
                <a:gd name="connsiteY12" fmla="*/ 6384 h 214501"/>
                <a:gd name="connsiteX13" fmla="*/ 107351 w 214701"/>
                <a:gd name="connsiteY13" fmla="*/ 0 h 214501"/>
                <a:gd name="connsiteX14" fmla="*/ 100961 w 214701"/>
                <a:gd name="connsiteY14" fmla="*/ 6384 h 214501"/>
                <a:gd name="connsiteX15" fmla="*/ 100961 w 214701"/>
                <a:gd name="connsiteY15" fmla="*/ 28728 h 214501"/>
                <a:gd name="connsiteX16" fmla="*/ 84986 w 214701"/>
                <a:gd name="connsiteY16" fmla="*/ 28728 h 214501"/>
                <a:gd name="connsiteX17" fmla="*/ 84986 w 214701"/>
                <a:gd name="connsiteY17" fmla="*/ 6384 h 214501"/>
                <a:gd name="connsiteX18" fmla="*/ 78596 w 214701"/>
                <a:gd name="connsiteY18" fmla="*/ 0 h 214501"/>
                <a:gd name="connsiteX19" fmla="*/ 72206 w 214701"/>
                <a:gd name="connsiteY19" fmla="*/ 6384 h 214501"/>
                <a:gd name="connsiteX20" fmla="*/ 72206 w 214701"/>
                <a:gd name="connsiteY20" fmla="*/ 28728 h 214501"/>
                <a:gd name="connsiteX21" fmla="*/ 35145 w 214701"/>
                <a:gd name="connsiteY21" fmla="*/ 28728 h 214501"/>
                <a:gd name="connsiteX22" fmla="*/ 28755 w 214701"/>
                <a:gd name="connsiteY22" fmla="*/ 35112 h 214501"/>
                <a:gd name="connsiteX23" fmla="*/ 28755 w 214701"/>
                <a:gd name="connsiteY23" fmla="*/ 72139 h 214501"/>
                <a:gd name="connsiteX24" fmla="*/ 6390 w 214701"/>
                <a:gd name="connsiteY24" fmla="*/ 72139 h 214501"/>
                <a:gd name="connsiteX25" fmla="*/ 0 w 214701"/>
                <a:gd name="connsiteY25" fmla="*/ 78523 h 214501"/>
                <a:gd name="connsiteX26" fmla="*/ 6390 w 214701"/>
                <a:gd name="connsiteY26" fmla="*/ 84907 h 214501"/>
                <a:gd name="connsiteX27" fmla="*/ 28755 w 214701"/>
                <a:gd name="connsiteY27" fmla="*/ 84907 h 214501"/>
                <a:gd name="connsiteX28" fmla="*/ 28755 w 214701"/>
                <a:gd name="connsiteY28" fmla="*/ 100867 h 214501"/>
                <a:gd name="connsiteX29" fmla="*/ 6390 w 214701"/>
                <a:gd name="connsiteY29" fmla="*/ 100867 h 214501"/>
                <a:gd name="connsiteX30" fmla="*/ 0 w 214701"/>
                <a:gd name="connsiteY30" fmla="*/ 107251 h 214501"/>
                <a:gd name="connsiteX31" fmla="*/ 6390 w 214701"/>
                <a:gd name="connsiteY31" fmla="*/ 113635 h 214501"/>
                <a:gd name="connsiteX32" fmla="*/ 28755 w 214701"/>
                <a:gd name="connsiteY32" fmla="*/ 113635 h 214501"/>
                <a:gd name="connsiteX33" fmla="*/ 28755 w 214701"/>
                <a:gd name="connsiteY33" fmla="*/ 129595 h 214501"/>
                <a:gd name="connsiteX34" fmla="*/ 6390 w 214701"/>
                <a:gd name="connsiteY34" fmla="*/ 129595 h 214501"/>
                <a:gd name="connsiteX35" fmla="*/ 0 w 214701"/>
                <a:gd name="connsiteY35" fmla="*/ 135979 h 214501"/>
                <a:gd name="connsiteX36" fmla="*/ 6390 w 214701"/>
                <a:gd name="connsiteY36" fmla="*/ 142363 h 214501"/>
                <a:gd name="connsiteX37" fmla="*/ 28755 w 214701"/>
                <a:gd name="connsiteY37" fmla="*/ 142363 h 214501"/>
                <a:gd name="connsiteX38" fmla="*/ 28755 w 214701"/>
                <a:gd name="connsiteY38" fmla="*/ 179390 h 214501"/>
                <a:gd name="connsiteX39" fmla="*/ 35145 w 214701"/>
                <a:gd name="connsiteY39" fmla="*/ 185774 h 214501"/>
                <a:gd name="connsiteX40" fmla="*/ 72206 w 214701"/>
                <a:gd name="connsiteY40" fmla="*/ 185774 h 214501"/>
                <a:gd name="connsiteX41" fmla="*/ 72206 w 214701"/>
                <a:gd name="connsiteY41" fmla="*/ 208118 h 214501"/>
                <a:gd name="connsiteX42" fmla="*/ 78596 w 214701"/>
                <a:gd name="connsiteY42" fmla="*/ 214502 h 214501"/>
                <a:gd name="connsiteX43" fmla="*/ 84986 w 214701"/>
                <a:gd name="connsiteY43" fmla="*/ 208118 h 214501"/>
                <a:gd name="connsiteX44" fmla="*/ 84986 w 214701"/>
                <a:gd name="connsiteY44" fmla="*/ 185774 h 214501"/>
                <a:gd name="connsiteX45" fmla="*/ 100961 w 214701"/>
                <a:gd name="connsiteY45" fmla="*/ 185774 h 214501"/>
                <a:gd name="connsiteX46" fmla="*/ 100961 w 214701"/>
                <a:gd name="connsiteY46" fmla="*/ 208118 h 214501"/>
                <a:gd name="connsiteX47" fmla="*/ 107351 w 214701"/>
                <a:gd name="connsiteY47" fmla="*/ 214502 h 214501"/>
                <a:gd name="connsiteX48" fmla="*/ 113741 w 214701"/>
                <a:gd name="connsiteY48" fmla="*/ 208118 h 214501"/>
                <a:gd name="connsiteX49" fmla="*/ 113741 w 214701"/>
                <a:gd name="connsiteY49" fmla="*/ 185774 h 214501"/>
                <a:gd name="connsiteX50" fmla="*/ 129716 w 214701"/>
                <a:gd name="connsiteY50" fmla="*/ 185774 h 214501"/>
                <a:gd name="connsiteX51" fmla="*/ 129716 w 214701"/>
                <a:gd name="connsiteY51" fmla="*/ 208118 h 214501"/>
                <a:gd name="connsiteX52" fmla="*/ 136106 w 214701"/>
                <a:gd name="connsiteY52" fmla="*/ 214502 h 214501"/>
                <a:gd name="connsiteX53" fmla="*/ 142496 w 214701"/>
                <a:gd name="connsiteY53" fmla="*/ 208118 h 214501"/>
                <a:gd name="connsiteX54" fmla="*/ 142496 w 214701"/>
                <a:gd name="connsiteY54" fmla="*/ 185774 h 214501"/>
                <a:gd name="connsiteX55" fmla="*/ 179557 w 214701"/>
                <a:gd name="connsiteY55" fmla="*/ 185774 h 214501"/>
                <a:gd name="connsiteX56" fmla="*/ 185947 w 214701"/>
                <a:gd name="connsiteY56" fmla="*/ 179390 h 214501"/>
                <a:gd name="connsiteX57" fmla="*/ 185947 w 214701"/>
                <a:gd name="connsiteY57" fmla="*/ 142363 h 214501"/>
                <a:gd name="connsiteX58" fmla="*/ 208312 w 214701"/>
                <a:gd name="connsiteY58" fmla="*/ 142363 h 214501"/>
                <a:gd name="connsiteX59" fmla="*/ 214702 w 214701"/>
                <a:gd name="connsiteY59" fmla="*/ 135979 h 214501"/>
                <a:gd name="connsiteX60" fmla="*/ 208312 w 214701"/>
                <a:gd name="connsiteY60" fmla="*/ 129595 h 214501"/>
                <a:gd name="connsiteX61" fmla="*/ 185947 w 214701"/>
                <a:gd name="connsiteY61" fmla="*/ 129595 h 214501"/>
                <a:gd name="connsiteX62" fmla="*/ 185947 w 214701"/>
                <a:gd name="connsiteY62" fmla="*/ 113635 h 214501"/>
                <a:gd name="connsiteX63" fmla="*/ 208312 w 214701"/>
                <a:gd name="connsiteY63" fmla="*/ 113635 h 214501"/>
                <a:gd name="connsiteX64" fmla="*/ 214702 w 214701"/>
                <a:gd name="connsiteY64" fmla="*/ 107251 h 214501"/>
                <a:gd name="connsiteX65" fmla="*/ 208312 w 214701"/>
                <a:gd name="connsiteY65" fmla="*/ 100867 h 214501"/>
                <a:gd name="connsiteX66" fmla="*/ 185947 w 214701"/>
                <a:gd name="connsiteY66" fmla="*/ 100867 h 214501"/>
                <a:gd name="connsiteX67" fmla="*/ 185947 w 214701"/>
                <a:gd name="connsiteY67" fmla="*/ 84907 h 214501"/>
                <a:gd name="connsiteX68" fmla="*/ 208312 w 214701"/>
                <a:gd name="connsiteY68" fmla="*/ 84907 h 214501"/>
                <a:gd name="connsiteX69" fmla="*/ 173167 w 214701"/>
                <a:gd name="connsiteY69" fmla="*/ 173644 h 214501"/>
                <a:gd name="connsiteX70" fmla="*/ 40896 w 214701"/>
                <a:gd name="connsiteY70" fmla="*/ 173644 h 214501"/>
                <a:gd name="connsiteX71" fmla="*/ 40896 w 214701"/>
                <a:gd name="connsiteY71" fmla="*/ 42134 h 214501"/>
                <a:gd name="connsiteX72" fmla="*/ 173167 w 214701"/>
                <a:gd name="connsiteY72" fmla="*/ 42134 h 214501"/>
                <a:gd name="connsiteX73" fmla="*/ 173167 w 214701"/>
                <a:gd name="connsiteY73" fmla="*/ 173644 h 214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4701" h="214501">
                  <a:moveTo>
                    <a:pt x="208312" y="84907"/>
                  </a:moveTo>
                  <a:cubicBezTo>
                    <a:pt x="212146" y="84907"/>
                    <a:pt x="214702" y="82354"/>
                    <a:pt x="214702" y="78523"/>
                  </a:cubicBezTo>
                  <a:cubicBezTo>
                    <a:pt x="214702" y="74693"/>
                    <a:pt x="212146" y="72139"/>
                    <a:pt x="208312" y="72139"/>
                  </a:cubicBezTo>
                  <a:lnTo>
                    <a:pt x="185947" y="72139"/>
                  </a:lnTo>
                  <a:lnTo>
                    <a:pt x="185947" y="35112"/>
                  </a:lnTo>
                  <a:cubicBezTo>
                    <a:pt x="185947" y="31282"/>
                    <a:pt x="183391" y="28728"/>
                    <a:pt x="179557" y="28728"/>
                  </a:cubicBezTo>
                  <a:lnTo>
                    <a:pt x="142496" y="28728"/>
                  </a:lnTo>
                  <a:lnTo>
                    <a:pt x="142496" y="6384"/>
                  </a:lnTo>
                  <a:cubicBezTo>
                    <a:pt x="142496" y="2554"/>
                    <a:pt x="139940" y="0"/>
                    <a:pt x="136106" y="0"/>
                  </a:cubicBezTo>
                  <a:cubicBezTo>
                    <a:pt x="132272" y="0"/>
                    <a:pt x="129716" y="2554"/>
                    <a:pt x="129716" y="6384"/>
                  </a:cubicBezTo>
                  <a:lnTo>
                    <a:pt x="129716" y="28728"/>
                  </a:lnTo>
                  <a:lnTo>
                    <a:pt x="113741" y="28728"/>
                  </a:lnTo>
                  <a:lnTo>
                    <a:pt x="113741" y="6384"/>
                  </a:lnTo>
                  <a:cubicBezTo>
                    <a:pt x="113741" y="2554"/>
                    <a:pt x="111185" y="0"/>
                    <a:pt x="107351" y="0"/>
                  </a:cubicBezTo>
                  <a:cubicBezTo>
                    <a:pt x="103517" y="0"/>
                    <a:pt x="100961" y="2554"/>
                    <a:pt x="100961" y="6384"/>
                  </a:cubicBezTo>
                  <a:lnTo>
                    <a:pt x="100961" y="28728"/>
                  </a:lnTo>
                  <a:lnTo>
                    <a:pt x="84986" y="28728"/>
                  </a:lnTo>
                  <a:lnTo>
                    <a:pt x="84986" y="6384"/>
                  </a:lnTo>
                  <a:cubicBezTo>
                    <a:pt x="84986" y="2554"/>
                    <a:pt x="82430" y="0"/>
                    <a:pt x="78596" y="0"/>
                  </a:cubicBezTo>
                  <a:cubicBezTo>
                    <a:pt x="74762" y="0"/>
                    <a:pt x="72206" y="2554"/>
                    <a:pt x="72206" y="6384"/>
                  </a:cubicBezTo>
                  <a:lnTo>
                    <a:pt x="72206" y="28728"/>
                  </a:lnTo>
                  <a:lnTo>
                    <a:pt x="35145" y="28728"/>
                  </a:lnTo>
                  <a:cubicBezTo>
                    <a:pt x="31311" y="28728"/>
                    <a:pt x="28755" y="31282"/>
                    <a:pt x="28755" y="35112"/>
                  </a:cubicBezTo>
                  <a:lnTo>
                    <a:pt x="28755" y="72139"/>
                  </a:lnTo>
                  <a:lnTo>
                    <a:pt x="6390" y="72139"/>
                  </a:lnTo>
                  <a:cubicBezTo>
                    <a:pt x="2556" y="72139"/>
                    <a:pt x="0" y="74693"/>
                    <a:pt x="0" y="78523"/>
                  </a:cubicBezTo>
                  <a:cubicBezTo>
                    <a:pt x="0" y="82354"/>
                    <a:pt x="2556" y="84907"/>
                    <a:pt x="6390" y="84907"/>
                  </a:cubicBezTo>
                  <a:lnTo>
                    <a:pt x="28755" y="84907"/>
                  </a:lnTo>
                  <a:lnTo>
                    <a:pt x="28755" y="100867"/>
                  </a:lnTo>
                  <a:lnTo>
                    <a:pt x="6390" y="100867"/>
                  </a:lnTo>
                  <a:cubicBezTo>
                    <a:pt x="2556" y="100867"/>
                    <a:pt x="0" y="103421"/>
                    <a:pt x="0" y="107251"/>
                  </a:cubicBezTo>
                  <a:cubicBezTo>
                    <a:pt x="0" y="111081"/>
                    <a:pt x="2556" y="113635"/>
                    <a:pt x="6390" y="113635"/>
                  </a:cubicBezTo>
                  <a:lnTo>
                    <a:pt x="28755" y="113635"/>
                  </a:lnTo>
                  <a:lnTo>
                    <a:pt x="28755" y="129595"/>
                  </a:lnTo>
                  <a:lnTo>
                    <a:pt x="6390" y="129595"/>
                  </a:lnTo>
                  <a:cubicBezTo>
                    <a:pt x="2556" y="129595"/>
                    <a:pt x="0" y="132149"/>
                    <a:pt x="0" y="135979"/>
                  </a:cubicBezTo>
                  <a:cubicBezTo>
                    <a:pt x="0" y="139809"/>
                    <a:pt x="2556" y="142363"/>
                    <a:pt x="6390" y="142363"/>
                  </a:cubicBezTo>
                  <a:lnTo>
                    <a:pt x="28755" y="142363"/>
                  </a:lnTo>
                  <a:lnTo>
                    <a:pt x="28755" y="179390"/>
                  </a:lnTo>
                  <a:cubicBezTo>
                    <a:pt x="28755" y="183220"/>
                    <a:pt x="31311" y="185774"/>
                    <a:pt x="35145" y="185774"/>
                  </a:cubicBezTo>
                  <a:lnTo>
                    <a:pt x="72206" y="185774"/>
                  </a:lnTo>
                  <a:lnTo>
                    <a:pt x="72206" y="208118"/>
                  </a:lnTo>
                  <a:cubicBezTo>
                    <a:pt x="72206" y="211948"/>
                    <a:pt x="74762" y="214502"/>
                    <a:pt x="78596" y="214502"/>
                  </a:cubicBezTo>
                  <a:cubicBezTo>
                    <a:pt x="82430" y="214502"/>
                    <a:pt x="84986" y="211948"/>
                    <a:pt x="84986" y="208118"/>
                  </a:cubicBezTo>
                  <a:lnTo>
                    <a:pt x="84986" y="185774"/>
                  </a:lnTo>
                  <a:lnTo>
                    <a:pt x="100961" y="185774"/>
                  </a:lnTo>
                  <a:lnTo>
                    <a:pt x="100961" y="208118"/>
                  </a:lnTo>
                  <a:cubicBezTo>
                    <a:pt x="100961" y="211948"/>
                    <a:pt x="103517" y="214502"/>
                    <a:pt x="107351" y="214502"/>
                  </a:cubicBezTo>
                  <a:cubicBezTo>
                    <a:pt x="111185" y="214502"/>
                    <a:pt x="113741" y="211948"/>
                    <a:pt x="113741" y="208118"/>
                  </a:cubicBezTo>
                  <a:lnTo>
                    <a:pt x="113741" y="185774"/>
                  </a:lnTo>
                  <a:lnTo>
                    <a:pt x="129716" y="185774"/>
                  </a:lnTo>
                  <a:lnTo>
                    <a:pt x="129716" y="208118"/>
                  </a:lnTo>
                  <a:cubicBezTo>
                    <a:pt x="129716" y="211948"/>
                    <a:pt x="132272" y="214502"/>
                    <a:pt x="136106" y="214502"/>
                  </a:cubicBezTo>
                  <a:cubicBezTo>
                    <a:pt x="139940" y="214502"/>
                    <a:pt x="142496" y="211948"/>
                    <a:pt x="142496" y="208118"/>
                  </a:cubicBezTo>
                  <a:lnTo>
                    <a:pt x="142496" y="185774"/>
                  </a:lnTo>
                  <a:lnTo>
                    <a:pt x="179557" y="185774"/>
                  </a:lnTo>
                  <a:cubicBezTo>
                    <a:pt x="183391" y="185774"/>
                    <a:pt x="185947" y="183220"/>
                    <a:pt x="185947" y="179390"/>
                  </a:cubicBezTo>
                  <a:lnTo>
                    <a:pt x="185947" y="142363"/>
                  </a:lnTo>
                  <a:lnTo>
                    <a:pt x="208312" y="142363"/>
                  </a:lnTo>
                  <a:cubicBezTo>
                    <a:pt x="212146" y="142363"/>
                    <a:pt x="214702" y="139809"/>
                    <a:pt x="214702" y="135979"/>
                  </a:cubicBezTo>
                  <a:cubicBezTo>
                    <a:pt x="214702" y="132149"/>
                    <a:pt x="212146" y="129595"/>
                    <a:pt x="208312" y="129595"/>
                  </a:cubicBezTo>
                  <a:lnTo>
                    <a:pt x="185947" y="129595"/>
                  </a:lnTo>
                  <a:lnTo>
                    <a:pt x="185947" y="113635"/>
                  </a:lnTo>
                  <a:lnTo>
                    <a:pt x="208312" y="113635"/>
                  </a:lnTo>
                  <a:cubicBezTo>
                    <a:pt x="212146" y="113635"/>
                    <a:pt x="214702" y="111081"/>
                    <a:pt x="214702" y="107251"/>
                  </a:cubicBezTo>
                  <a:cubicBezTo>
                    <a:pt x="214702" y="103421"/>
                    <a:pt x="212146" y="100867"/>
                    <a:pt x="208312" y="100867"/>
                  </a:cubicBezTo>
                  <a:lnTo>
                    <a:pt x="185947" y="100867"/>
                  </a:lnTo>
                  <a:lnTo>
                    <a:pt x="185947" y="84907"/>
                  </a:lnTo>
                  <a:lnTo>
                    <a:pt x="208312" y="84907"/>
                  </a:lnTo>
                  <a:close/>
                  <a:moveTo>
                    <a:pt x="173167" y="173644"/>
                  </a:moveTo>
                  <a:lnTo>
                    <a:pt x="40896" y="173644"/>
                  </a:lnTo>
                  <a:lnTo>
                    <a:pt x="40896" y="42134"/>
                  </a:lnTo>
                  <a:lnTo>
                    <a:pt x="173167" y="42134"/>
                  </a:lnTo>
                  <a:lnTo>
                    <a:pt x="173167" y="173644"/>
                  </a:lnTo>
                  <a:close/>
                </a:path>
              </a:pathLst>
            </a:custGeom>
            <a:solidFill>
              <a:srgbClr val="86BC25"/>
            </a:solidFill>
            <a:ln w="6390" cap="flat">
              <a:noFill/>
              <a:prstDash val="solid"/>
              <a:miter/>
            </a:ln>
          </p:spPr>
          <p:txBody>
            <a:bodyPr rtlCol="0" anchor="ctr"/>
            <a:lstStyle/>
            <a:p>
              <a:endParaRPr lang="en-US"/>
            </a:p>
          </p:txBody>
        </p:sp>
        <p:sp>
          <p:nvSpPr>
            <p:cNvPr id="846" name="Graphic 4">
              <a:extLst>
                <a:ext uri="{FF2B5EF4-FFF2-40B4-BE49-F238E27FC236}">
                  <a16:creationId xmlns:a16="http://schemas.microsoft.com/office/drawing/2014/main" id="{8B84CEE6-DAA9-574D-867C-F8F49625D0A3}"/>
                </a:ext>
              </a:extLst>
            </p:cNvPr>
            <p:cNvSpPr/>
            <p:nvPr/>
          </p:nvSpPr>
          <p:spPr>
            <a:xfrm>
              <a:off x="1653076" y="2509706"/>
              <a:ext cx="84986" cy="84906"/>
            </a:xfrm>
            <a:custGeom>
              <a:avLst/>
              <a:gdLst>
                <a:gd name="connsiteX0" fmla="*/ 78596 w 84986"/>
                <a:gd name="connsiteY0" fmla="*/ 0 h 84906"/>
                <a:gd name="connsiteX1" fmla="*/ 6390 w 84986"/>
                <a:gd name="connsiteY1" fmla="*/ 0 h 84906"/>
                <a:gd name="connsiteX2" fmla="*/ 0 w 84986"/>
                <a:gd name="connsiteY2" fmla="*/ 6384 h 84906"/>
                <a:gd name="connsiteX3" fmla="*/ 0 w 84986"/>
                <a:gd name="connsiteY3" fmla="*/ 78523 h 84906"/>
                <a:gd name="connsiteX4" fmla="*/ 6390 w 84986"/>
                <a:gd name="connsiteY4" fmla="*/ 84907 h 84906"/>
                <a:gd name="connsiteX5" fmla="*/ 78596 w 84986"/>
                <a:gd name="connsiteY5" fmla="*/ 84907 h 84906"/>
                <a:gd name="connsiteX6" fmla="*/ 84986 w 84986"/>
                <a:gd name="connsiteY6" fmla="*/ 78523 h 84906"/>
                <a:gd name="connsiteX7" fmla="*/ 84986 w 84986"/>
                <a:gd name="connsiteY7" fmla="*/ 6384 h 84906"/>
                <a:gd name="connsiteX8" fmla="*/ 78596 w 84986"/>
                <a:gd name="connsiteY8" fmla="*/ 0 h 84906"/>
                <a:gd name="connsiteX9" fmla="*/ 72206 w 84986"/>
                <a:gd name="connsiteY9" fmla="*/ 72139 h 84906"/>
                <a:gd name="connsiteX10" fmla="*/ 12780 w 84986"/>
                <a:gd name="connsiteY10" fmla="*/ 72139 h 84906"/>
                <a:gd name="connsiteX11" fmla="*/ 12780 w 84986"/>
                <a:gd name="connsiteY11" fmla="*/ 12768 h 84906"/>
                <a:gd name="connsiteX12" fmla="*/ 72206 w 84986"/>
                <a:gd name="connsiteY12" fmla="*/ 12768 h 84906"/>
                <a:gd name="connsiteX13" fmla="*/ 72206 w 84986"/>
                <a:gd name="connsiteY13" fmla="*/ 72139 h 84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4986" h="84906">
                  <a:moveTo>
                    <a:pt x="78596" y="0"/>
                  </a:moveTo>
                  <a:lnTo>
                    <a:pt x="6390" y="0"/>
                  </a:lnTo>
                  <a:cubicBezTo>
                    <a:pt x="2556" y="0"/>
                    <a:pt x="0" y="2554"/>
                    <a:pt x="0" y="6384"/>
                  </a:cubicBezTo>
                  <a:lnTo>
                    <a:pt x="0" y="78523"/>
                  </a:lnTo>
                  <a:cubicBezTo>
                    <a:pt x="0" y="82353"/>
                    <a:pt x="2556" y="84907"/>
                    <a:pt x="6390" y="84907"/>
                  </a:cubicBezTo>
                  <a:lnTo>
                    <a:pt x="78596" y="84907"/>
                  </a:lnTo>
                  <a:cubicBezTo>
                    <a:pt x="82430" y="84907"/>
                    <a:pt x="84986" y="82353"/>
                    <a:pt x="84986" y="78523"/>
                  </a:cubicBezTo>
                  <a:lnTo>
                    <a:pt x="84986" y="6384"/>
                  </a:lnTo>
                  <a:cubicBezTo>
                    <a:pt x="84986" y="2554"/>
                    <a:pt x="82430" y="0"/>
                    <a:pt x="78596" y="0"/>
                  </a:cubicBezTo>
                  <a:close/>
                  <a:moveTo>
                    <a:pt x="72206" y="72139"/>
                  </a:moveTo>
                  <a:lnTo>
                    <a:pt x="12780" y="72139"/>
                  </a:lnTo>
                  <a:lnTo>
                    <a:pt x="12780" y="12768"/>
                  </a:lnTo>
                  <a:lnTo>
                    <a:pt x="72206" y="12768"/>
                  </a:lnTo>
                  <a:lnTo>
                    <a:pt x="72206" y="72139"/>
                  </a:lnTo>
                  <a:close/>
                </a:path>
              </a:pathLst>
            </a:custGeom>
            <a:solidFill>
              <a:srgbClr val="86BC25"/>
            </a:solidFill>
            <a:ln w="6390" cap="flat">
              <a:noFill/>
              <a:prstDash val="solid"/>
              <a:miter/>
            </a:ln>
          </p:spPr>
          <p:txBody>
            <a:bodyPr rtlCol="0" anchor="ctr"/>
            <a:lstStyle/>
            <a:p>
              <a:endParaRPr lang="en-US"/>
            </a:p>
          </p:txBody>
        </p:sp>
      </p:grpSp>
      <p:grpSp>
        <p:nvGrpSpPr>
          <p:cNvPr id="847" name="Graphic 4">
            <a:extLst>
              <a:ext uri="{FF2B5EF4-FFF2-40B4-BE49-F238E27FC236}">
                <a16:creationId xmlns:a16="http://schemas.microsoft.com/office/drawing/2014/main" id="{5A434EBF-14CF-3A42-A403-8A15EAA09700}"/>
              </a:ext>
            </a:extLst>
          </p:cNvPr>
          <p:cNvGrpSpPr/>
          <p:nvPr/>
        </p:nvGrpSpPr>
        <p:grpSpPr>
          <a:xfrm>
            <a:off x="3607758" y="4308712"/>
            <a:ext cx="362948" cy="361971"/>
            <a:chOff x="3607758" y="4308712"/>
            <a:chExt cx="362948" cy="361971"/>
          </a:xfrm>
          <a:solidFill>
            <a:srgbClr val="26890D"/>
          </a:solidFill>
        </p:grpSpPr>
        <p:sp>
          <p:nvSpPr>
            <p:cNvPr id="848" name="Graphic 4">
              <a:extLst>
                <a:ext uri="{FF2B5EF4-FFF2-40B4-BE49-F238E27FC236}">
                  <a16:creationId xmlns:a16="http://schemas.microsoft.com/office/drawing/2014/main" id="{AFA06986-622B-654F-B20E-5C7368FC915D}"/>
                </a:ext>
              </a:extLst>
            </p:cNvPr>
            <p:cNvSpPr/>
            <p:nvPr/>
          </p:nvSpPr>
          <p:spPr>
            <a:xfrm>
              <a:off x="3607758" y="4308712"/>
              <a:ext cx="362948" cy="361971"/>
            </a:xfrm>
            <a:custGeom>
              <a:avLst/>
              <a:gdLst>
                <a:gd name="connsiteX0" fmla="*/ 181474 w 362948"/>
                <a:gd name="connsiteY0" fmla="*/ 0 h 361971"/>
                <a:gd name="connsiteX1" fmla="*/ 0 w 362948"/>
                <a:gd name="connsiteY1" fmla="*/ 180667 h 361971"/>
                <a:gd name="connsiteX2" fmla="*/ 181474 w 362948"/>
                <a:gd name="connsiteY2" fmla="*/ 361972 h 361971"/>
                <a:gd name="connsiteX3" fmla="*/ 362949 w 362948"/>
                <a:gd name="connsiteY3" fmla="*/ 181305 h 361971"/>
                <a:gd name="connsiteX4" fmla="*/ 362949 w 362948"/>
                <a:gd name="connsiteY4" fmla="*/ 181305 h 361971"/>
                <a:gd name="connsiteX5" fmla="*/ 181474 w 362948"/>
                <a:gd name="connsiteY5" fmla="*/ 0 h 361971"/>
                <a:gd name="connsiteX6" fmla="*/ 181474 w 362948"/>
                <a:gd name="connsiteY6" fmla="*/ 0 h 361971"/>
                <a:gd name="connsiteX7" fmla="*/ 181474 w 362948"/>
                <a:gd name="connsiteY7" fmla="*/ 349204 h 361971"/>
                <a:gd name="connsiteX8" fmla="*/ 12780 w 362948"/>
                <a:gd name="connsiteY8" fmla="*/ 181305 h 361971"/>
                <a:gd name="connsiteX9" fmla="*/ 180836 w 362948"/>
                <a:gd name="connsiteY9" fmla="*/ 12768 h 361971"/>
                <a:gd name="connsiteX10" fmla="*/ 349530 w 362948"/>
                <a:gd name="connsiteY10" fmla="*/ 180667 h 361971"/>
                <a:gd name="connsiteX11" fmla="*/ 349530 w 362948"/>
                <a:gd name="connsiteY11" fmla="*/ 180667 h 361971"/>
                <a:gd name="connsiteX12" fmla="*/ 181474 w 362948"/>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948" h="361971">
                  <a:moveTo>
                    <a:pt x="181474" y="0"/>
                  </a:moveTo>
                  <a:cubicBezTo>
                    <a:pt x="81152" y="0"/>
                    <a:pt x="0" y="81077"/>
                    <a:pt x="0" y="180667"/>
                  </a:cubicBezTo>
                  <a:cubicBezTo>
                    <a:pt x="0" y="280257"/>
                    <a:pt x="81152" y="361972"/>
                    <a:pt x="181474" y="361972"/>
                  </a:cubicBezTo>
                  <a:cubicBezTo>
                    <a:pt x="281796" y="361972"/>
                    <a:pt x="362949" y="280895"/>
                    <a:pt x="362949" y="181305"/>
                  </a:cubicBezTo>
                  <a:cubicBezTo>
                    <a:pt x="362949" y="181305"/>
                    <a:pt x="362949" y="181305"/>
                    <a:pt x="362949" y="181305"/>
                  </a:cubicBezTo>
                  <a:cubicBezTo>
                    <a:pt x="362310"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6" y="12768"/>
                  </a:cubicBezTo>
                  <a:cubicBezTo>
                    <a:pt x="274128" y="12768"/>
                    <a:pt x="349530" y="88099"/>
                    <a:pt x="349530" y="180667"/>
                  </a:cubicBezTo>
                  <a:lnTo>
                    <a:pt x="349530" y="180667"/>
                  </a:lnTo>
                  <a:cubicBezTo>
                    <a:pt x="349530" y="273873"/>
                    <a:pt x="274128" y="349204"/>
                    <a:pt x="181474" y="349204"/>
                  </a:cubicBezTo>
                  <a:close/>
                </a:path>
              </a:pathLst>
            </a:custGeom>
            <a:solidFill>
              <a:srgbClr val="26890D"/>
            </a:solidFill>
            <a:ln w="6390" cap="flat">
              <a:noFill/>
              <a:prstDash val="solid"/>
              <a:miter/>
            </a:ln>
          </p:spPr>
          <p:txBody>
            <a:bodyPr rtlCol="0" anchor="ctr"/>
            <a:lstStyle/>
            <a:p>
              <a:endParaRPr lang="en-US"/>
            </a:p>
          </p:txBody>
        </p:sp>
        <p:sp>
          <p:nvSpPr>
            <p:cNvPr id="849" name="Graphic 4">
              <a:extLst>
                <a:ext uri="{FF2B5EF4-FFF2-40B4-BE49-F238E27FC236}">
                  <a16:creationId xmlns:a16="http://schemas.microsoft.com/office/drawing/2014/main" id="{B3CAB402-B817-444A-9704-8BA62EF4F978}"/>
                </a:ext>
              </a:extLst>
            </p:cNvPr>
            <p:cNvSpPr/>
            <p:nvPr/>
          </p:nvSpPr>
          <p:spPr>
            <a:xfrm>
              <a:off x="3722777" y="4378297"/>
              <a:ext cx="132271" cy="222800"/>
            </a:xfrm>
            <a:custGeom>
              <a:avLst/>
              <a:gdLst>
                <a:gd name="connsiteX0" fmla="*/ 117575 w 132271"/>
                <a:gd name="connsiteY0" fmla="*/ 0 h 222800"/>
                <a:gd name="connsiteX1" fmla="*/ 14697 w 132271"/>
                <a:gd name="connsiteY1" fmla="*/ 0 h 222800"/>
                <a:gd name="connsiteX2" fmla="*/ 0 w 132271"/>
                <a:gd name="connsiteY2" fmla="*/ 14045 h 222800"/>
                <a:gd name="connsiteX3" fmla="*/ 0 w 132271"/>
                <a:gd name="connsiteY3" fmla="*/ 208756 h 222800"/>
                <a:gd name="connsiteX4" fmla="*/ 14697 w 132271"/>
                <a:gd name="connsiteY4" fmla="*/ 222801 h 222800"/>
                <a:gd name="connsiteX5" fmla="*/ 117575 w 132271"/>
                <a:gd name="connsiteY5" fmla="*/ 222801 h 222800"/>
                <a:gd name="connsiteX6" fmla="*/ 132272 w 132271"/>
                <a:gd name="connsiteY6" fmla="*/ 208756 h 222800"/>
                <a:gd name="connsiteX7" fmla="*/ 132272 w 132271"/>
                <a:gd name="connsiteY7" fmla="*/ 14045 h 222800"/>
                <a:gd name="connsiteX8" fmla="*/ 117575 w 132271"/>
                <a:gd name="connsiteY8" fmla="*/ 0 h 222800"/>
                <a:gd name="connsiteX9" fmla="*/ 119492 w 132271"/>
                <a:gd name="connsiteY9" fmla="*/ 208756 h 222800"/>
                <a:gd name="connsiteX10" fmla="*/ 117575 w 132271"/>
                <a:gd name="connsiteY10" fmla="*/ 210033 h 222800"/>
                <a:gd name="connsiteX11" fmla="*/ 14697 w 132271"/>
                <a:gd name="connsiteY11" fmla="*/ 210033 h 222800"/>
                <a:gd name="connsiteX12" fmla="*/ 12780 w 132271"/>
                <a:gd name="connsiteY12" fmla="*/ 208756 h 222800"/>
                <a:gd name="connsiteX13" fmla="*/ 12780 w 132271"/>
                <a:gd name="connsiteY13" fmla="*/ 14045 h 222800"/>
                <a:gd name="connsiteX14" fmla="*/ 14697 w 132271"/>
                <a:gd name="connsiteY14" fmla="*/ 12768 h 222800"/>
                <a:gd name="connsiteX15" fmla="*/ 117575 w 132271"/>
                <a:gd name="connsiteY15" fmla="*/ 12768 h 222800"/>
                <a:gd name="connsiteX16" fmla="*/ 119492 w 132271"/>
                <a:gd name="connsiteY16" fmla="*/ 14045 h 222800"/>
                <a:gd name="connsiteX17" fmla="*/ 119492 w 132271"/>
                <a:gd name="connsiteY17" fmla="*/ 208756 h 22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2271" h="222800">
                  <a:moveTo>
                    <a:pt x="117575" y="0"/>
                  </a:moveTo>
                  <a:lnTo>
                    <a:pt x="14697" y="0"/>
                  </a:lnTo>
                  <a:cubicBezTo>
                    <a:pt x="7029" y="0"/>
                    <a:pt x="0" y="5745"/>
                    <a:pt x="0" y="14045"/>
                  </a:cubicBezTo>
                  <a:lnTo>
                    <a:pt x="0" y="208756"/>
                  </a:lnTo>
                  <a:cubicBezTo>
                    <a:pt x="639" y="216417"/>
                    <a:pt x="7029" y="222801"/>
                    <a:pt x="14697" y="222801"/>
                  </a:cubicBezTo>
                  <a:lnTo>
                    <a:pt x="117575" y="222801"/>
                  </a:lnTo>
                  <a:cubicBezTo>
                    <a:pt x="125243" y="222801"/>
                    <a:pt x="132272" y="217055"/>
                    <a:pt x="132272" y="208756"/>
                  </a:cubicBezTo>
                  <a:lnTo>
                    <a:pt x="132272" y="14045"/>
                  </a:lnTo>
                  <a:cubicBezTo>
                    <a:pt x="132272" y="5745"/>
                    <a:pt x="125243" y="0"/>
                    <a:pt x="117575" y="0"/>
                  </a:cubicBezTo>
                  <a:close/>
                  <a:moveTo>
                    <a:pt x="119492" y="208756"/>
                  </a:moveTo>
                  <a:cubicBezTo>
                    <a:pt x="119492" y="208756"/>
                    <a:pt x="118853" y="210033"/>
                    <a:pt x="117575" y="210033"/>
                  </a:cubicBezTo>
                  <a:lnTo>
                    <a:pt x="14697" y="210033"/>
                  </a:lnTo>
                  <a:cubicBezTo>
                    <a:pt x="13419" y="210033"/>
                    <a:pt x="12780" y="209395"/>
                    <a:pt x="12780" y="208756"/>
                  </a:cubicBezTo>
                  <a:lnTo>
                    <a:pt x="12780" y="14045"/>
                  </a:lnTo>
                  <a:cubicBezTo>
                    <a:pt x="12780" y="14045"/>
                    <a:pt x="13419" y="12768"/>
                    <a:pt x="14697" y="12768"/>
                  </a:cubicBezTo>
                  <a:lnTo>
                    <a:pt x="117575" y="12768"/>
                  </a:lnTo>
                  <a:cubicBezTo>
                    <a:pt x="118853" y="12768"/>
                    <a:pt x="119492" y="13406"/>
                    <a:pt x="119492" y="14045"/>
                  </a:cubicBezTo>
                  <a:lnTo>
                    <a:pt x="119492" y="208756"/>
                  </a:lnTo>
                  <a:close/>
                </a:path>
              </a:pathLst>
            </a:custGeom>
            <a:solidFill>
              <a:srgbClr val="26890D"/>
            </a:solidFill>
            <a:ln w="6390" cap="flat">
              <a:noFill/>
              <a:prstDash val="solid"/>
              <a:miter/>
            </a:ln>
          </p:spPr>
          <p:txBody>
            <a:bodyPr rtlCol="0" anchor="ctr"/>
            <a:lstStyle/>
            <a:p>
              <a:endParaRPr lang="en-US"/>
            </a:p>
          </p:txBody>
        </p:sp>
        <p:sp>
          <p:nvSpPr>
            <p:cNvPr id="850" name="Graphic 4">
              <a:extLst>
                <a:ext uri="{FF2B5EF4-FFF2-40B4-BE49-F238E27FC236}">
                  <a16:creationId xmlns:a16="http://schemas.microsoft.com/office/drawing/2014/main" id="{2B70DCAB-7631-424E-91AD-48DF9B9BEA9D}"/>
                </a:ext>
              </a:extLst>
            </p:cNvPr>
            <p:cNvSpPr/>
            <p:nvPr/>
          </p:nvSpPr>
          <p:spPr>
            <a:xfrm>
              <a:off x="3780856" y="4555134"/>
              <a:ext cx="18670" cy="18582"/>
            </a:xfrm>
            <a:custGeom>
              <a:avLst/>
              <a:gdLst>
                <a:gd name="connsiteX0" fmla="*/ 8377 w 18670"/>
                <a:gd name="connsiteY0" fmla="*/ 0 h 18582"/>
                <a:gd name="connsiteX1" fmla="*/ 70 w 18670"/>
                <a:gd name="connsiteY1" fmla="*/ 10214 h 18582"/>
                <a:gd name="connsiteX2" fmla="*/ 8377 w 18670"/>
                <a:gd name="connsiteY2" fmla="*/ 18513 h 18582"/>
                <a:gd name="connsiteX3" fmla="*/ 18600 w 18670"/>
                <a:gd name="connsiteY3" fmla="*/ 10214 h 18582"/>
                <a:gd name="connsiteX4" fmla="*/ 10293 w 18670"/>
                <a:gd name="connsiteY4" fmla="*/ 0 h 18582"/>
                <a:gd name="connsiteX5" fmla="*/ 8377 w 18670"/>
                <a:gd name="connsiteY5" fmla="*/ 0 h 1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70" h="18582">
                  <a:moveTo>
                    <a:pt x="8377" y="0"/>
                  </a:moveTo>
                  <a:cubicBezTo>
                    <a:pt x="3265" y="638"/>
                    <a:pt x="-570" y="5107"/>
                    <a:pt x="70" y="10214"/>
                  </a:cubicBezTo>
                  <a:cubicBezTo>
                    <a:pt x="709" y="14683"/>
                    <a:pt x="3904" y="18513"/>
                    <a:pt x="8377" y="18513"/>
                  </a:cubicBezTo>
                  <a:cubicBezTo>
                    <a:pt x="13488" y="19152"/>
                    <a:pt x="17961" y="15321"/>
                    <a:pt x="18600" y="10214"/>
                  </a:cubicBezTo>
                  <a:cubicBezTo>
                    <a:pt x="19240" y="5107"/>
                    <a:pt x="15405" y="638"/>
                    <a:pt x="10293" y="0"/>
                  </a:cubicBezTo>
                  <a:cubicBezTo>
                    <a:pt x="9655" y="0"/>
                    <a:pt x="9015" y="0"/>
                    <a:pt x="8377" y="0"/>
                  </a:cubicBezTo>
                  <a:close/>
                </a:path>
              </a:pathLst>
            </a:custGeom>
            <a:solidFill>
              <a:srgbClr val="26890D"/>
            </a:solidFill>
            <a:ln w="6390" cap="flat">
              <a:noFill/>
              <a:prstDash val="solid"/>
              <a:miter/>
            </a:ln>
          </p:spPr>
          <p:txBody>
            <a:bodyPr rtlCol="0" anchor="ctr"/>
            <a:lstStyle/>
            <a:p>
              <a:endParaRPr lang="en-US"/>
            </a:p>
          </p:txBody>
        </p:sp>
        <p:sp>
          <p:nvSpPr>
            <p:cNvPr id="851" name="Graphic 4">
              <a:extLst>
                <a:ext uri="{FF2B5EF4-FFF2-40B4-BE49-F238E27FC236}">
                  <a16:creationId xmlns:a16="http://schemas.microsoft.com/office/drawing/2014/main" id="{735ACF32-29E9-D848-BECF-92724267DE72}"/>
                </a:ext>
              </a:extLst>
            </p:cNvPr>
            <p:cNvSpPr/>
            <p:nvPr/>
          </p:nvSpPr>
          <p:spPr>
            <a:xfrm>
              <a:off x="3761142" y="4408302"/>
              <a:ext cx="57014" cy="125125"/>
            </a:xfrm>
            <a:custGeom>
              <a:avLst/>
              <a:gdLst>
                <a:gd name="connsiteX0" fmla="*/ 34480 w 57014"/>
                <a:gd name="connsiteY0" fmla="*/ 54902 h 125125"/>
                <a:gd name="connsiteX1" fmla="*/ 34480 w 57014"/>
                <a:gd name="connsiteY1" fmla="*/ 23620 h 125125"/>
                <a:gd name="connsiteX2" fmla="*/ 42148 w 57014"/>
                <a:gd name="connsiteY2" fmla="*/ 30004 h 125125"/>
                <a:gd name="connsiteX3" fmla="*/ 51094 w 57014"/>
                <a:gd name="connsiteY3" fmla="*/ 32558 h 125125"/>
                <a:gd name="connsiteX4" fmla="*/ 53650 w 57014"/>
                <a:gd name="connsiteY4" fmla="*/ 23620 h 125125"/>
                <a:gd name="connsiteX5" fmla="*/ 35119 w 57014"/>
                <a:gd name="connsiteY5" fmla="*/ 10214 h 125125"/>
                <a:gd name="connsiteX6" fmla="*/ 35119 w 57014"/>
                <a:gd name="connsiteY6" fmla="*/ 6384 h 125125"/>
                <a:gd name="connsiteX7" fmla="*/ 28729 w 57014"/>
                <a:gd name="connsiteY7" fmla="*/ 0 h 125125"/>
                <a:gd name="connsiteX8" fmla="*/ 22339 w 57014"/>
                <a:gd name="connsiteY8" fmla="*/ 6384 h 125125"/>
                <a:gd name="connsiteX9" fmla="*/ 22339 w 57014"/>
                <a:gd name="connsiteY9" fmla="*/ 10214 h 125125"/>
                <a:gd name="connsiteX10" fmla="*/ 614 w 57014"/>
                <a:gd name="connsiteY10" fmla="*/ 44688 h 125125"/>
                <a:gd name="connsiteX11" fmla="*/ 22339 w 57014"/>
                <a:gd name="connsiteY11" fmla="*/ 66393 h 125125"/>
                <a:gd name="connsiteX12" fmla="*/ 22339 w 57014"/>
                <a:gd name="connsiteY12" fmla="*/ 97675 h 125125"/>
                <a:gd name="connsiteX13" fmla="*/ 13393 w 57014"/>
                <a:gd name="connsiteY13" fmla="*/ 88099 h 125125"/>
                <a:gd name="connsiteX14" fmla="*/ 5087 w 57014"/>
                <a:gd name="connsiteY14" fmla="*/ 84268 h 125125"/>
                <a:gd name="connsiteX15" fmla="*/ 1252 w 57014"/>
                <a:gd name="connsiteY15" fmla="*/ 92568 h 125125"/>
                <a:gd name="connsiteX16" fmla="*/ 21700 w 57014"/>
                <a:gd name="connsiteY16" fmla="*/ 111081 h 125125"/>
                <a:gd name="connsiteX17" fmla="*/ 21700 w 57014"/>
                <a:gd name="connsiteY17" fmla="*/ 118742 h 125125"/>
                <a:gd name="connsiteX18" fmla="*/ 28090 w 57014"/>
                <a:gd name="connsiteY18" fmla="*/ 125126 h 125125"/>
                <a:gd name="connsiteX19" fmla="*/ 34480 w 57014"/>
                <a:gd name="connsiteY19" fmla="*/ 118742 h 125125"/>
                <a:gd name="connsiteX20" fmla="*/ 34480 w 57014"/>
                <a:gd name="connsiteY20" fmla="*/ 111081 h 125125"/>
                <a:gd name="connsiteX21" fmla="*/ 56206 w 57014"/>
                <a:gd name="connsiteY21" fmla="*/ 76608 h 125125"/>
                <a:gd name="connsiteX22" fmla="*/ 34480 w 57014"/>
                <a:gd name="connsiteY22" fmla="*/ 54902 h 125125"/>
                <a:gd name="connsiteX23" fmla="*/ 12115 w 57014"/>
                <a:gd name="connsiteY23" fmla="*/ 38304 h 125125"/>
                <a:gd name="connsiteX24" fmla="*/ 21700 w 57014"/>
                <a:gd name="connsiteY24" fmla="*/ 23620 h 125125"/>
                <a:gd name="connsiteX25" fmla="*/ 21700 w 57014"/>
                <a:gd name="connsiteY25" fmla="*/ 52987 h 125125"/>
                <a:gd name="connsiteX26" fmla="*/ 12115 w 57014"/>
                <a:gd name="connsiteY26" fmla="*/ 38304 h 125125"/>
                <a:gd name="connsiteX27" fmla="*/ 12115 w 57014"/>
                <a:gd name="connsiteY27" fmla="*/ 38304 h 125125"/>
                <a:gd name="connsiteX28" fmla="*/ 34480 w 57014"/>
                <a:gd name="connsiteY28" fmla="*/ 97675 h 125125"/>
                <a:gd name="connsiteX29" fmla="*/ 34480 w 57014"/>
                <a:gd name="connsiteY29" fmla="*/ 68308 h 125125"/>
                <a:gd name="connsiteX30" fmla="*/ 42787 w 57014"/>
                <a:gd name="connsiteY30" fmla="*/ 89376 h 125125"/>
                <a:gd name="connsiteX31" fmla="*/ 34480 w 57014"/>
                <a:gd name="connsiteY31" fmla="*/ 97675 h 12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7014" h="125125">
                  <a:moveTo>
                    <a:pt x="34480" y="54902"/>
                  </a:moveTo>
                  <a:lnTo>
                    <a:pt x="34480" y="23620"/>
                  </a:lnTo>
                  <a:cubicBezTo>
                    <a:pt x="37675" y="24897"/>
                    <a:pt x="40231" y="26812"/>
                    <a:pt x="42148" y="30004"/>
                  </a:cubicBezTo>
                  <a:cubicBezTo>
                    <a:pt x="44065" y="33196"/>
                    <a:pt x="47899" y="33835"/>
                    <a:pt x="51094" y="32558"/>
                  </a:cubicBezTo>
                  <a:cubicBezTo>
                    <a:pt x="54289" y="31281"/>
                    <a:pt x="54928" y="26812"/>
                    <a:pt x="53650" y="23620"/>
                  </a:cubicBezTo>
                  <a:cubicBezTo>
                    <a:pt x="49816" y="16598"/>
                    <a:pt x="42787" y="11491"/>
                    <a:pt x="35119" y="10214"/>
                  </a:cubicBezTo>
                  <a:lnTo>
                    <a:pt x="35119" y="6384"/>
                  </a:lnTo>
                  <a:cubicBezTo>
                    <a:pt x="35119" y="2553"/>
                    <a:pt x="32563" y="0"/>
                    <a:pt x="28729" y="0"/>
                  </a:cubicBezTo>
                  <a:cubicBezTo>
                    <a:pt x="24895" y="0"/>
                    <a:pt x="22339" y="2553"/>
                    <a:pt x="22339" y="6384"/>
                  </a:cubicBezTo>
                  <a:lnTo>
                    <a:pt x="22339" y="10214"/>
                  </a:lnTo>
                  <a:cubicBezTo>
                    <a:pt x="7003" y="14044"/>
                    <a:pt x="-2581" y="29366"/>
                    <a:pt x="614" y="44688"/>
                  </a:cubicBezTo>
                  <a:cubicBezTo>
                    <a:pt x="3169" y="55540"/>
                    <a:pt x="11477" y="63840"/>
                    <a:pt x="22339" y="66393"/>
                  </a:cubicBezTo>
                  <a:lnTo>
                    <a:pt x="22339" y="97675"/>
                  </a:lnTo>
                  <a:cubicBezTo>
                    <a:pt x="18505" y="95760"/>
                    <a:pt x="15310" y="92568"/>
                    <a:pt x="13393" y="88099"/>
                  </a:cubicBezTo>
                  <a:cubicBezTo>
                    <a:pt x="12115" y="84907"/>
                    <a:pt x="8282" y="82992"/>
                    <a:pt x="5087" y="84268"/>
                  </a:cubicBezTo>
                  <a:cubicBezTo>
                    <a:pt x="1892" y="85545"/>
                    <a:pt x="-26" y="89376"/>
                    <a:pt x="1252" y="92568"/>
                  </a:cubicBezTo>
                  <a:cubicBezTo>
                    <a:pt x="4447" y="102144"/>
                    <a:pt x="12115" y="109166"/>
                    <a:pt x="21700" y="111081"/>
                  </a:cubicBezTo>
                  <a:lnTo>
                    <a:pt x="21700" y="118742"/>
                  </a:lnTo>
                  <a:cubicBezTo>
                    <a:pt x="21700" y="122572"/>
                    <a:pt x="24256" y="125126"/>
                    <a:pt x="28090" y="125126"/>
                  </a:cubicBezTo>
                  <a:cubicBezTo>
                    <a:pt x="31924" y="125126"/>
                    <a:pt x="34480" y="122572"/>
                    <a:pt x="34480" y="118742"/>
                  </a:cubicBezTo>
                  <a:lnTo>
                    <a:pt x="34480" y="111081"/>
                  </a:lnTo>
                  <a:cubicBezTo>
                    <a:pt x="49816" y="107889"/>
                    <a:pt x="60040" y="92568"/>
                    <a:pt x="56206" y="76608"/>
                  </a:cubicBezTo>
                  <a:cubicBezTo>
                    <a:pt x="54289" y="65755"/>
                    <a:pt x="45343" y="57456"/>
                    <a:pt x="34480" y="54902"/>
                  </a:cubicBezTo>
                  <a:close/>
                  <a:moveTo>
                    <a:pt x="12115" y="38304"/>
                  </a:moveTo>
                  <a:cubicBezTo>
                    <a:pt x="12115" y="31920"/>
                    <a:pt x="15949" y="26174"/>
                    <a:pt x="21700" y="23620"/>
                  </a:cubicBezTo>
                  <a:lnTo>
                    <a:pt x="21700" y="52987"/>
                  </a:lnTo>
                  <a:cubicBezTo>
                    <a:pt x="15949" y="50433"/>
                    <a:pt x="11477" y="44688"/>
                    <a:pt x="12115" y="38304"/>
                  </a:cubicBezTo>
                  <a:lnTo>
                    <a:pt x="12115" y="38304"/>
                  </a:lnTo>
                  <a:close/>
                  <a:moveTo>
                    <a:pt x="34480" y="97675"/>
                  </a:moveTo>
                  <a:lnTo>
                    <a:pt x="34480" y="68308"/>
                  </a:lnTo>
                  <a:cubicBezTo>
                    <a:pt x="42787" y="71500"/>
                    <a:pt x="46621" y="81076"/>
                    <a:pt x="42787" y="89376"/>
                  </a:cubicBezTo>
                  <a:cubicBezTo>
                    <a:pt x="41509" y="93206"/>
                    <a:pt x="38314" y="96398"/>
                    <a:pt x="34480" y="97675"/>
                  </a:cubicBezTo>
                  <a:close/>
                </a:path>
              </a:pathLst>
            </a:custGeom>
            <a:solidFill>
              <a:srgbClr val="26890D"/>
            </a:solidFill>
            <a:ln w="6390" cap="flat">
              <a:noFill/>
              <a:prstDash val="solid"/>
              <a:miter/>
            </a:ln>
          </p:spPr>
          <p:txBody>
            <a:bodyPr rtlCol="0" anchor="ctr"/>
            <a:lstStyle/>
            <a:p>
              <a:endParaRPr lang="en-US"/>
            </a:p>
          </p:txBody>
        </p:sp>
      </p:grpSp>
      <p:grpSp>
        <p:nvGrpSpPr>
          <p:cNvPr id="852" name="Graphic 4">
            <a:extLst>
              <a:ext uri="{FF2B5EF4-FFF2-40B4-BE49-F238E27FC236}">
                <a16:creationId xmlns:a16="http://schemas.microsoft.com/office/drawing/2014/main" id="{B875EDA8-0D70-654D-A805-4D2A352D198D}"/>
              </a:ext>
            </a:extLst>
          </p:cNvPr>
          <p:cNvGrpSpPr/>
          <p:nvPr/>
        </p:nvGrpSpPr>
        <p:grpSpPr>
          <a:xfrm>
            <a:off x="6754802" y="4308712"/>
            <a:ext cx="361670" cy="361971"/>
            <a:chOff x="6754802" y="4308712"/>
            <a:chExt cx="361670" cy="361971"/>
          </a:xfrm>
          <a:solidFill>
            <a:srgbClr val="26890D"/>
          </a:solidFill>
        </p:grpSpPr>
        <p:sp>
          <p:nvSpPr>
            <p:cNvPr id="853" name="Graphic 4">
              <a:extLst>
                <a:ext uri="{FF2B5EF4-FFF2-40B4-BE49-F238E27FC236}">
                  <a16:creationId xmlns:a16="http://schemas.microsoft.com/office/drawing/2014/main" id="{CB7E1742-8F27-E149-B81D-D57AB580E6DF}"/>
                </a:ext>
              </a:extLst>
            </p:cNvPr>
            <p:cNvSpPr/>
            <p:nvPr/>
          </p:nvSpPr>
          <p:spPr>
            <a:xfrm>
              <a:off x="6754802" y="4308712"/>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0 h 361971"/>
                <a:gd name="connsiteX7" fmla="*/ 180836 w 361670"/>
                <a:gd name="connsiteY7" fmla="*/ 349204 h 361971"/>
                <a:gd name="connsiteX8" fmla="*/ 12780 w 361670"/>
                <a:gd name="connsiteY8" fmla="*/ 181305 h 361971"/>
                <a:gd name="connsiteX9" fmla="*/ 180836 w 361670"/>
                <a:gd name="connsiteY9" fmla="*/ 12768 h 361971"/>
                <a:gd name="connsiteX10" fmla="*/ 348890 w 361670"/>
                <a:gd name="connsiteY10" fmla="*/ 180667 h 361971"/>
                <a:gd name="connsiteX11" fmla="*/ 348890 w 361670"/>
                <a:gd name="connsiteY11" fmla="*/ 180667 h 361971"/>
                <a:gd name="connsiteX12" fmla="*/ 180836 w 361670"/>
                <a:gd name="connsiteY12" fmla="*/ 349204 h 361971"/>
                <a:gd name="connsiteX13" fmla="*/ 180836 w 361670"/>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0" h="361971">
                  <a:moveTo>
                    <a:pt x="180836" y="0"/>
                  </a:moveTo>
                  <a:cubicBezTo>
                    <a:pt x="80513" y="0"/>
                    <a:pt x="0" y="81077"/>
                    <a:pt x="0" y="180667"/>
                  </a:cubicBezTo>
                  <a:cubicBezTo>
                    <a:pt x="0" y="280257"/>
                    <a:pt x="81153" y="361972"/>
                    <a:pt x="180836" y="361972"/>
                  </a:cubicBezTo>
                  <a:cubicBezTo>
                    <a:pt x="281157" y="361972"/>
                    <a:pt x="361670" y="280895"/>
                    <a:pt x="361670" y="181305"/>
                  </a:cubicBezTo>
                  <a:cubicBezTo>
                    <a:pt x="361670" y="181305"/>
                    <a:pt x="361670" y="181305"/>
                    <a:pt x="361670" y="181305"/>
                  </a:cubicBezTo>
                  <a:cubicBezTo>
                    <a:pt x="361670" y="81077"/>
                    <a:pt x="280518" y="0"/>
                    <a:pt x="180836" y="0"/>
                  </a:cubicBezTo>
                  <a:cubicBezTo>
                    <a:pt x="180836" y="0"/>
                    <a:pt x="180836"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lnTo>
                    <a:pt x="348890" y="180667"/>
                  </a:lnTo>
                  <a:cubicBezTo>
                    <a:pt x="348890" y="273873"/>
                    <a:pt x="273490" y="349204"/>
                    <a:pt x="180836" y="349204"/>
                  </a:cubicBezTo>
                  <a:lnTo>
                    <a:pt x="180836" y="349204"/>
                  </a:lnTo>
                  <a:close/>
                </a:path>
              </a:pathLst>
            </a:custGeom>
            <a:solidFill>
              <a:srgbClr val="26890D"/>
            </a:solidFill>
            <a:ln w="6390" cap="flat">
              <a:noFill/>
              <a:prstDash val="solid"/>
              <a:miter/>
            </a:ln>
          </p:spPr>
          <p:txBody>
            <a:bodyPr rtlCol="0" anchor="ctr"/>
            <a:lstStyle/>
            <a:p>
              <a:endParaRPr lang="en-US"/>
            </a:p>
          </p:txBody>
        </p:sp>
        <p:sp>
          <p:nvSpPr>
            <p:cNvPr id="854" name="Graphic 4">
              <a:extLst>
                <a:ext uri="{FF2B5EF4-FFF2-40B4-BE49-F238E27FC236}">
                  <a16:creationId xmlns:a16="http://schemas.microsoft.com/office/drawing/2014/main" id="{F6A58A14-6C44-B240-9223-1B9AD0E0FB9D}"/>
                </a:ext>
              </a:extLst>
            </p:cNvPr>
            <p:cNvSpPr/>
            <p:nvPr/>
          </p:nvSpPr>
          <p:spPr>
            <a:xfrm>
              <a:off x="6926691" y="4555772"/>
              <a:ext cx="17892" cy="17875"/>
            </a:xfrm>
            <a:custGeom>
              <a:avLst/>
              <a:gdLst>
                <a:gd name="connsiteX0" fmla="*/ 8946 w 17892"/>
                <a:gd name="connsiteY0" fmla="*/ 0 h 17875"/>
                <a:gd name="connsiteX1" fmla="*/ 0 w 17892"/>
                <a:gd name="connsiteY1" fmla="*/ 8938 h 17875"/>
                <a:gd name="connsiteX2" fmla="*/ 8946 w 17892"/>
                <a:gd name="connsiteY2" fmla="*/ 17875 h 17875"/>
                <a:gd name="connsiteX3" fmla="*/ 17892 w 17892"/>
                <a:gd name="connsiteY3" fmla="*/ 8938 h 17875"/>
                <a:gd name="connsiteX4" fmla="*/ 17892 w 17892"/>
                <a:gd name="connsiteY4" fmla="*/ 8938 h 17875"/>
                <a:gd name="connsiteX5" fmla="*/ 8946 w 17892"/>
                <a:gd name="connsiteY5" fmla="*/ 0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2" h="17875">
                  <a:moveTo>
                    <a:pt x="8946" y="0"/>
                  </a:moveTo>
                  <a:cubicBezTo>
                    <a:pt x="3834" y="0"/>
                    <a:pt x="0" y="3830"/>
                    <a:pt x="0" y="8938"/>
                  </a:cubicBezTo>
                  <a:cubicBezTo>
                    <a:pt x="0" y="14045"/>
                    <a:pt x="3834" y="17875"/>
                    <a:pt x="8946" y="17875"/>
                  </a:cubicBezTo>
                  <a:cubicBezTo>
                    <a:pt x="14058" y="17875"/>
                    <a:pt x="17892" y="14045"/>
                    <a:pt x="17892" y="8938"/>
                  </a:cubicBezTo>
                  <a:cubicBezTo>
                    <a:pt x="17892" y="8938"/>
                    <a:pt x="17892" y="8938"/>
                    <a:pt x="17892" y="8938"/>
                  </a:cubicBezTo>
                  <a:cubicBezTo>
                    <a:pt x="17892" y="3830"/>
                    <a:pt x="14058" y="0"/>
                    <a:pt x="8946" y="0"/>
                  </a:cubicBezTo>
                  <a:close/>
                </a:path>
              </a:pathLst>
            </a:custGeom>
            <a:solidFill>
              <a:srgbClr val="26890D"/>
            </a:solidFill>
            <a:ln w="6390" cap="flat">
              <a:noFill/>
              <a:prstDash val="solid"/>
              <a:miter/>
            </a:ln>
          </p:spPr>
          <p:txBody>
            <a:bodyPr rtlCol="0" anchor="ctr"/>
            <a:lstStyle/>
            <a:p>
              <a:endParaRPr lang="en-US"/>
            </a:p>
          </p:txBody>
        </p:sp>
        <p:sp>
          <p:nvSpPr>
            <p:cNvPr id="855" name="Graphic 4">
              <a:extLst>
                <a:ext uri="{FF2B5EF4-FFF2-40B4-BE49-F238E27FC236}">
                  <a16:creationId xmlns:a16="http://schemas.microsoft.com/office/drawing/2014/main" id="{7996F913-C788-5B4D-918E-4DD492EBC790}"/>
                </a:ext>
              </a:extLst>
            </p:cNvPr>
            <p:cNvSpPr/>
            <p:nvPr/>
          </p:nvSpPr>
          <p:spPr>
            <a:xfrm>
              <a:off x="6869182" y="4377659"/>
              <a:ext cx="132311" cy="223439"/>
            </a:xfrm>
            <a:custGeom>
              <a:avLst/>
              <a:gdLst>
                <a:gd name="connsiteX0" fmla="*/ 117575 w 132311"/>
                <a:gd name="connsiteY0" fmla="*/ 0 h 223439"/>
                <a:gd name="connsiteX1" fmla="*/ 14697 w 132311"/>
                <a:gd name="connsiteY1" fmla="*/ 0 h 223439"/>
                <a:gd name="connsiteX2" fmla="*/ 0 w 132311"/>
                <a:gd name="connsiteY2" fmla="*/ 14045 h 223439"/>
                <a:gd name="connsiteX3" fmla="*/ 0 w 132311"/>
                <a:gd name="connsiteY3" fmla="*/ 209395 h 223439"/>
                <a:gd name="connsiteX4" fmla="*/ 14697 w 132311"/>
                <a:gd name="connsiteY4" fmla="*/ 223439 h 223439"/>
                <a:gd name="connsiteX5" fmla="*/ 117575 w 132311"/>
                <a:gd name="connsiteY5" fmla="*/ 223439 h 223439"/>
                <a:gd name="connsiteX6" fmla="*/ 132271 w 132311"/>
                <a:gd name="connsiteY6" fmla="*/ 209395 h 223439"/>
                <a:gd name="connsiteX7" fmla="*/ 132271 w 132311"/>
                <a:gd name="connsiteY7" fmla="*/ 14045 h 223439"/>
                <a:gd name="connsiteX8" fmla="*/ 117575 w 132311"/>
                <a:gd name="connsiteY8" fmla="*/ 0 h 223439"/>
                <a:gd name="connsiteX9" fmla="*/ 120131 w 132311"/>
                <a:gd name="connsiteY9" fmla="*/ 209395 h 223439"/>
                <a:gd name="connsiteX10" fmla="*/ 118214 w 132311"/>
                <a:gd name="connsiteY10" fmla="*/ 210671 h 223439"/>
                <a:gd name="connsiteX11" fmla="*/ 15336 w 132311"/>
                <a:gd name="connsiteY11" fmla="*/ 210671 h 223439"/>
                <a:gd name="connsiteX12" fmla="*/ 13419 w 132311"/>
                <a:gd name="connsiteY12" fmla="*/ 209395 h 223439"/>
                <a:gd name="connsiteX13" fmla="*/ 13419 w 132311"/>
                <a:gd name="connsiteY13" fmla="*/ 14045 h 223439"/>
                <a:gd name="connsiteX14" fmla="*/ 15336 w 132311"/>
                <a:gd name="connsiteY14" fmla="*/ 12768 h 223439"/>
                <a:gd name="connsiteX15" fmla="*/ 118214 w 132311"/>
                <a:gd name="connsiteY15" fmla="*/ 12768 h 223439"/>
                <a:gd name="connsiteX16" fmla="*/ 120131 w 132311"/>
                <a:gd name="connsiteY16" fmla="*/ 14045 h 223439"/>
                <a:gd name="connsiteX17" fmla="*/ 120131 w 132311"/>
                <a:gd name="connsiteY17" fmla="*/ 209395 h 223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2311" h="223439">
                  <a:moveTo>
                    <a:pt x="117575" y="0"/>
                  </a:moveTo>
                  <a:lnTo>
                    <a:pt x="14697" y="0"/>
                  </a:lnTo>
                  <a:cubicBezTo>
                    <a:pt x="6390" y="0"/>
                    <a:pt x="0" y="5746"/>
                    <a:pt x="0" y="14045"/>
                  </a:cubicBezTo>
                  <a:lnTo>
                    <a:pt x="0" y="209395"/>
                  </a:lnTo>
                  <a:cubicBezTo>
                    <a:pt x="0" y="217694"/>
                    <a:pt x="7029" y="223439"/>
                    <a:pt x="14697" y="223439"/>
                  </a:cubicBezTo>
                  <a:lnTo>
                    <a:pt x="117575" y="223439"/>
                  </a:lnTo>
                  <a:cubicBezTo>
                    <a:pt x="125881" y="223439"/>
                    <a:pt x="132271" y="217694"/>
                    <a:pt x="132271" y="209395"/>
                  </a:cubicBezTo>
                  <a:lnTo>
                    <a:pt x="132271" y="14045"/>
                  </a:lnTo>
                  <a:cubicBezTo>
                    <a:pt x="132911" y="6384"/>
                    <a:pt x="125881" y="0"/>
                    <a:pt x="117575" y="0"/>
                  </a:cubicBezTo>
                  <a:close/>
                  <a:moveTo>
                    <a:pt x="120131" y="209395"/>
                  </a:moveTo>
                  <a:cubicBezTo>
                    <a:pt x="119492" y="210033"/>
                    <a:pt x="118853" y="210671"/>
                    <a:pt x="118214" y="210671"/>
                  </a:cubicBezTo>
                  <a:lnTo>
                    <a:pt x="15336" y="210671"/>
                  </a:lnTo>
                  <a:cubicBezTo>
                    <a:pt x="14697" y="210671"/>
                    <a:pt x="13419" y="210033"/>
                    <a:pt x="13419" y="209395"/>
                  </a:cubicBezTo>
                  <a:lnTo>
                    <a:pt x="13419" y="14045"/>
                  </a:lnTo>
                  <a:cubicBezTo>
                    <a:pt x="13419" y="14045"/>
                    <a:pt x="14058" y="12768"/>
                    <a:pt x="15336" y="12768"/>
                  </a:cubicBezTo>
                  <a:lnTo>
                    <a:pt x="118214" y="12768"/>
                  </a:lnTo>
                  <a:cubicBezTo>
                    <a:pt x="119492" y="12768"/>
                    <a:pt x="120131" y="13407"/>
                    <a:pt x="120131" y="14045"/>
                  </a:cubicBezTo>
                  <a:lnTo>
                    <a:pt x="120131" y="209395"/>
                  </a:lnTo>
                  <a:close/>
                </a:path>
              </a:pathLst>
            </a:custGeom>
            <a:solidFill>
              <a:srgbClr val="26890D"/>
            </a:solidFill>
            <a:ln w="6390" cap="flat">
              <a:noFill/>
              <a:prstDash val="solid"/>
              <a:miter/>
            </a:ln>
          </p:spPr>
          <p:txBody>
            <a:bodyPr rtlCol="0" anchor="ctr"/>
            <a:lstStyle/>
            <a:p>
              <a:endParaRPr lang="en-US"/>
            </a:p>
          </p:txBody>
        </p:sp>
        <p:sp>
          <p:nvSpPr>
            <p:cNvPr id="856" name="Graphic 4">
              <a:extLst>
                <a:ext uri="{FF2B5EF4-FFF2-40B4-BE49-F238E27FC236}">
                  <a16:creationId xmlns:a16="http://schemas.microsoft.com/office/drawing/2014/main" id="{BE5F2FC0-4293-6347-8D8E-BFB4CB6959B9}"/>
                </a:ext>
              </a:extLst>
            </p:cNvPr>
            <p:cNvSpPr/>
            <p:nvPr/>
          </p:nvSpPr>
          <p:spPr>
            <a:xfrm>
              <a:off x="6891547" y="4400641"/>
              <a:ext cx="88181" cy="140447"/>
            </a:xfrm>
            <a:custGeom>
              <a:avLst/>
              <a:gdLst>
                <a:gd name="connsiteX0" fmla="*/ 81792 w 88181"/>
                <a:gd name="connsiteY0" fmla="*/ 0 h 140447"/>
                <a:gd name="connsiteX1" fmla="*/ 6390 w 88181"/>
                <a:gd name="connsiteY1" fmla="*/ 0 h 140447"/>
                <a:gd name="connsiteX2" fmla="*/ 0 w 88181"/>
                <a:gd name="connsiteY2" fmla="*/ 6384 h 140447"/>
                <a:gd name="connsiteX3" fmla="*/ 0 w 88181"/>
                <a:gd name="connsiteY3" fmla="*/ 134064 h 140447"/>
                <a:gd name="connsiteX4" fmla="*/ 6390 w 88181"/>
                <a:gd name="connsiteY4" fmla="*/ 140448 h 140447"/>
                <a:gd name="connsiteX5" fmla="*/ 81792 w 88181"/>
                <a:gd name="connsiteY5" fmla="*/ 140448 h 140447"/>
                <a:gd name="connsiteX6" fmla="*/ 88181 w 88181"/>
                <a:gd name="connsiteY6" fmla="*/ 134064 h 140447"/>
                <a:gd name="connsiteX7" fmla="*/ 88181 w 88181"/>
                <a:gd name="connsiteY7" fmla="*/ 6384 h 140447"/>
                <a:gd name="connsiteX8" fmla="*/ 81792 w 88181"/>
                <a:gd name="connsiteY8" fmla="*/ 0 h 140447"/>
                <a:gd name="connsiteX9" fmla="*/ 75402 w 88181"/>
                <a:gd name="connsiteY9" fmla="*/ 127680 h 140447"/>
                <a:gd name="connsiteX10" fmla="*/ 12780 w 88181"/>
                <a:gd name="connsiteY10" fmla="*/ 127680 h 140447"/>
                <a:gd name="connsiteX11" fmla="*/ 12780 w 88181"/>
                <a:gd name="connsiteY11" fmla="*/ 12768 h 140447"/>
                <a:gd name="connsiteX12" fmla="*/ 75402 w 88181"/>
                <a:gd name="connsiteY12" fmla="*/ 12768 h 140447"/>
                <a:gd name="connsiteX13" fmla="*/ 75402 w 88181"/>
                <a:gd name="connsiteY13" fmla="*/ 127680 h 140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181" h="140447">
                  <a:moveTo>
                    <a:pt x="81792" y="0"/>
                  </a:moveTo>
                  <a:lnTo>
                    <a:pt x="6390" y="0"/>
                  </a:lnTo>
                  <a:cubicBezTo>
                    <a:pt x="2556" y="0"/>
                    <a:pt x="0" y="2553"/>
                    <a:pt x="0" y="6384"/>
                  </a:cubicBezTo>
                  <a:lnTo>
                    <a:pt x="0" y="134064"/>
                  </a:lnTo>
                  <a:cubicBezTo>
                    <a:pt x="0" y="137894"/>
                    <a:pt x="2556" y="140448"/>
                    <a:pt x="6390" y="140448"/>
                  </a:cubicBezTo>
                  <a:lnTo>
                    <a:pt x="81792" y="140448"/>
                  </a:lnTo>
                  <a:cubicBezTo>
                    <a:pt x="85625" y="140448"/>
                    <a:pt x="88181" y="137894"/>
                    <a:pt x="88181" y="134064"/>
                  </a:cubicBezTo>
                  <a:lnTo>
                    <a:pt x="88181" y="6384"/>
                  </a:lnTo>
                  <a:cubicBezTo>
                    <a:pt x="88181" y="2553"/>
                    <a:pt x="84986" y="0"/>
                    <a:pt x="81792" y="0"/>
                  </a:cubicBezTo>
                  <a:close/>
                  <a:moveTo>
                    <a:pt x="75402" y="127680"/>
                  </a:moveTo>
                  <a:lnTo>
                    <a:pt x="12780" y="127680"/>
                  </a:lnTo>
                  <a:lnTo>
                    <a:pt x="12780" y="12768"/>
                  </a:lnTo>
                  <a:lnTo>
                    <a:pt x="75402" y="12768"/>
                  </a:lnTo>
                  <a:lnTo>
                    <a:pt x="75402" y="127680"/>
                  </a:lnTo>
                  <a:close/>
                </a:path>
              </a:pathLst>
            </a:custGeom>
            <a:solidFill>
              <a:srgbClr val="26890D"/>
            </a:solidFill>
            <a:ln w="6390" cap="flat">
              <a:noFill/>
              <a:prstDash val="solid"/>
              <a:miter/>
            </a:ln>
          </p:spPr>
          <p:txBody>
            <a:bodyPr rtlCol="0" anchor="ctr"/>
            <a:lstStyle/>
            <a:p>
              <a:endParaRPr lang="en-US"/>
            </a:p>
          </p:txBody>
        </p:sp>
      </p:grpSp>
      <p:grpSp>
        <p:nvGrpSpPr>
          <p:cNvPr id="857" name="Graphic 4">
            <a:extLst>
              <a:ext uri="{FF2B5EF4-FFF2-40B4-BE49-F238E27FC236}">
                <a16:creationId xmlns:a16="http://schemas.microsoft.com/office/drawing/2014/main" id="{11D9D1CC-03D5-7B46-AFD8-ED009DF003BC}"/>
              </a:ext>
            </a:extLst>
          </p:cNvPr>
          <p:cNvGrpSpPr/>
          <p:nvPr/>
        </p:nvGrpSpPr>
        <p:grpSpPr>
          <a:xfrm>
            <a:off x="9887149" y="2855717"/>
            <a:ext cx="362309" cy="361971"/>
            <a:chOff x="9887149" y="2855717"/>
            <a:chExt cx="362309" cy="361971"/>
          </a:xfrm>
          <a:solidFill>
            <a:srgbClr val="046A38"/>
          </a:solidFill>
        </p:grpSpPr>
        <p:sp>
          <p:nvSpPr>
            <p:cNvPr id="858" name="Graphic 4">
              <a:extLst>
                <a:ext uri="{FF2B5EF4-FFF2-40B4-BE49-F238E27FC236}">
                  <a16:creationId xmlns:a16="http://schemas.microsoft.com/office/drawing/2014/main" id="{98606ADA-9A22-0240-8A84-FD676E8DCB42}"/>
                </a:ext>
              </a:extLst>
            </p:cNvPr>
            <p:cNvSpPr/>
            <p:nvPr/>
          </p:nvSpPr>
          <p:spPr>
            <a:xfrm>
              <a:off x="9887149" y="28557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6"/>
                    <a:pt x="0" y="181305"/>
                  </a:cubicBezTo>
                  <a:cubicBezTo>
                    <a:pt x="0" y="281533"/>
                    <a:pt x="81152" y="361972"/>
                    <a:pt x="181474" y="361972"/>
                  </a:cubicBezTo>
                  <a:cubicBezTo>
                    <a:pt x="281157" y="361972"/>
                    <a:pt x="362309" y="280895"/>
                    <a:pt x="362309" y="180667"/>
                  </a:cubicBezTo>
                  <a:cubicBezTo>
                    <a:pt x="362309" y="80438"/>
                    <a:pt x="281157" y="0"/>
                    <a:pt x="180835" y="0"/>
                  </a:cubicBezTo>
                  <a:cubicBezTo>
                    <a:pt x="180835" y="0"/>
                    <a:pt x="180835" y="0"/>
                    <a:pt x="180835" y="0"/>
                  </a:cubicBezTo>
                  <a:close/>
                  <a:moveTo>
                    <a:pt x="180835" y="349204"/>
                  </a:moveTo>
                  <a:cubicBezTo>
                    <a:pt x="87542" y="349204"/>
                    <a:pt x="12780" y="273873"/>
                    <a:pt x="12780" y="180667"/>
                  </a:cubicBezTo>
                  <a:cubicBezTo>
                    <a:pt x="12780" y="87460"/>
                    <a:pt x="88181" y="12768"/>
                    <a:pt x="181474" y="12768"/>
                  </a:cubicBezTo>
                  <a:cubicBezTo>
                    <a:pt x="274128" y="12768"/>
                    <a:pt x="349529" y="88099"/>
                    <a:pt x="349529" y="180667"/>
                  </a:cubicBezTo>
                  <a:cubicBezTo>
                    <a:pt x="349529" y="273873"/>
                    <a:pt x="274128"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859" name="Graphic 4">
              <a:extLst>
                <a:ext uri="{FF2B5EF4-FFF2-40B4-BE49-F238E27FC236}">
                  <a16:creationId xmlns:a16="http://schemas.microsoft.com/office/drawing/2014/main" id="{892E8D83-FD88-9B43-8327-91A981DD9714}"/>
                </a:ext>
              </a:extLst>
            </p:cNvPr>
            <p:cNvSpPr/>
            <p:nvPr/>
          </p:nvSpPr>
          <p:spPr>
            <a:xfrm>
              <a:off x="9966623" y="2945093"/>
              <a:ext cx="204558" cy="183858"/>
            </a:xfrm>
            <a:custGeom>
              <a:avLst/>
              <a:gdLst>
                <a:gd name="connsiteX0" fmla="*/ 167178 w 204558"/>
                <a:gd name="connsiteY0" fmla="*/ 0 h 183858"/>
                <a:gd name="connsiteX1" fmla="*/ 141618 w 204558"/>
                <a:gd name="connsiteY1" fmla="*/ 10853 h 183858"/>
                <a:gd name="connsiteX2" fmla="*/ 35545 w 204558"/>
                <a:gd name="connsiteY2" fmla="*/ 116827 h 183858"/>
                <a:gd name="connsiteX3" fmla="*/ 35545 w 204558"/>
                <a:gd name="connsiteY3" fmla="*/ 146832 h 183858"/>
                <a:gd name="connsiteX4" fmla="*/ 50880 w 204558"/>
                <a:gd name="connsiteY4" fmla="*/ 153216 h 183858"/>
                <a:gd name="connsiteX5" fmla="*/ 66217 w 204558"/>
                <a:gd name="connsiteY5" fmla="*/ 146832 h 183858"/>
                <a:gd name="connsiteX6" fmla="*/ 140340 w 204558"/>
                <a:gd name="connsiteY6" fmla="*/ 72777 h 183858"/>
                <a:gd name="connsiteX7" fmla="*/ 140340 w 204558"/>
                <a:gd name="connsiteY7" fmla="*/ 63840 h 183858"/>
                <a:gd name="connsiteX8" fmla="*/ 131394 w 204558"/>
                <a:gd name="connsiteY8" fmla="*/ 63840 h 183858"/>
                <a:gd name="connsiteX9" fmla="*/ 57270 w 204558"/>
                <a:gd name="connsiteY9" fmla="*/ 137894 h 183858"/>
                <a:gd name="connsiteX10" fmla="*/ 45130 w 204558"/>
                <a:gd name="connsiteY10" fmla="*/ 137894 h 183858"/>
                <a:gd name="connsiteX11" fmla="*/ 45130 w 204558"/>
                <a:gd name="connsiteY11" fmla="*/ 125764 h 183858"/>
                <a:gd name="connsiteX12" fmla="*/ 45130 w 204558"/>
                <a:gd name="connsiteY12" fmla="*/ 125764 h 183858"/>
                <a:gd name="connsiteX13" fmla="*/ 151203 w 204558"/>
                <a:gd name="connsiteY13" fmla="*/ 19790 h 183858"/>
                <a:gd name="connsiteX14" fmla="*/ 184430 w 204558"/>
                <a:gd name="connsiteY14" fmla="*/ 19790 h 183858"/>
                <a:gd name="connsiteX15" fmla="*/ 184430 w 204558"/>
                <a:gd name="connsiteY15" fmla="*/ 52987 h 183858"/>
                <a:gd name="connsiteX16" fmla="*/ 184430 w 204558"/>
                <a:gd name="connsiteY16" fmla="*/ 52987 h 183858"/>
                <a:gd name="connsiteX17" fmla="*/ 78358 w 204558"/>
                <a:gd name="connsiteY17" fmla="*/ 158961 h 183858"/>
                <a:gd name="connsiteX18" fmla="*/ 24043 w 204558"/>
                <a:gd name="connsiteY18" fmla="*/ 158961 h 183858"/>
                <a:gd name="connsiteX19" fmla="*/ 24043 w 204558"/>
                <a:gd name="connsiteY19" fmla="*/ 104697 h 183858"/>
                <a:gd name="connsiteX20" fmla="*/ 98166 w 204558"/>
                <a:gd name="connsiteY20" fmla="*/ 30643 h 183858"/>
                <a:gd name="connsiteX21" fmla="*/ 98805 w 204558"/>
                <a:gd name="connsiteY21" fmla="*/ 21706 h 183858"/>
                <a:gd name="connsiteX22" fmla="*/ 89860 w 204558"/>
                <a:gd name="connsiteY22" fmla="*/ 21067 h 183858"/>
                <a:gd name="connsiteX23" fmla="*/ 89220 w 204558"/>
                <a:gd name="connsiteY23" fmla="*/ 21706 h 183858"/>
                <a:gd name="connsiteX24" fmla="*/ 15097 w 204558"/>
                <a:gd name="connsiteY24" fmla="*/ 95760 h 183858"/>
                <a:gd name="connsiteX25" fmla="*/ 15097 w 204558"/>
                <a:gd name="connsiteY25" fmla="*/ 168537 h 183858"/>
                <a:gd name="connsiteX26" fmla="*/ 87942 w 204558"/>
                <a:gd name="connsiteY26" fmla="*/ 168537 h 183858"/>
                <a:gd name="connsiteX27" fmla="*/ 194015 w 204558"/>
                <a:gd name="connsiteY27" fmla="*/ 62563 h 183858"/>
                <a:gd name="connsiteX28" fmla="*/ 194015 w 204558"/>
                <a:gd name="connsiteY28" fmla="*/ 11491 h 183858"/>
                <a:gd name="connsiteX29" fmla="*/ 167178 w 204558"/>
                <a:gd name="connsiteY29" fmla="*/ 0 h 183858"/>
                <a:gd name="connsiteX30" fmla="*/ 167178 w 204558"/>
                <a:gd name="connsiteY30" fmla="*/ 0 h 18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04558" h="183858">
                  <a:moveTo>
                    <a:pt x="167178" y="0"/>
                  </a:moveTo>
                  <a:cubicBezTo>
                    <a:pt x="157593" y="0"/>
                    <a:pt x="148647" y="3830"/>
                    <a:pt x="141618" y="10853"/>
                  </a:cubicBezTo>
                  <a:lnTo>
                    <a:pt x="35545" y="116827"/>
                  </a:lnTo>
                  <a:cubicBezTo>
                    <a:pt x="27238" y="125126"/>
                    <a:pt x="27238" y="138532"/>
                    <a:pt x="35545" y="146832"/>
                  </a:cubicBezTo>
                  <a:cubicBezTo>
                    <a:pt x="39379" y="150662"/>
                    <a:pt x="45130" y="153216"/>
                    <a:pt x="50880" y="153216"/>
                  </a:cubicBezTo>
                  <a:cubicBezTo>
                    <a:pt x="56632" y="153216"/>
                    <a:pt x="61744" y="150662"/>
                    <a:pt x="66217" y="146832"/>
                  </a:cubicBezTo>
                  <a:lnTo>
                    <a:pt x="140340" y="72777"/>
                  </a:lnTo>
                  <a:cubicBezTo>
                    <a:pt x="142896" y="70224"/>
                    <a:pt x="142896" y="66393"/>
                    <a:pt x="140340" y="63840"/>
                  </a:cubicBezTo>
                  <a:cubicBezTo>
                    <a:pt x="137784" y="61286"/>
                    <a:pt x="133950" y="61286"/>
                    <a:pt x="131394" y="63840"/>
                  </a:cubicBezTo>
                  <a:lnTo>
                    <a:pt x="57270" y="137894"/>
                  </a:lnTo>
                  <a:cubicBezTo>
                    <a:pt x="54075" y="141086"/>
                    <a:pt x="48325" y="141086"/>
                    <a:pt x="45130" y="137894"/>
                  </a:cubicBezTo>
                  <a:cubicBezTo>
                    <a:pt x="41935" y="134702"/>
                    <a:pt x="41935" y="128956"/>
                    <a:pt x="45130" y="125764"/>
                  </a:cubicBezTo>
                  <a:cubicBezTo>
                    <a:pt x="45130" y="125764"/>
                    <a:pt x="45130" y="125764"/>
                    <a:pt x="45130" y="125764"/>
                  </a:cubicBezTo>
                  <a:lnTo>
                    <a:pt x="151203" y="19790"/>
                  </a:lnTo>
                  <a:cubicBezTo>
                    <a:pt x="160788" y="10853"/>
                    <a:pt x="175484" y="10853"/>
                    <a:pt x="184430" y="19790"/>
                  </a:cubicBezTo>
                  <a:cubicBezTo>
                    <a:pt x="193376" y="28728"/>
                    <a:pt x="193376" y="44049"/>
                    <a:pt x="184430" y="52987"/>
                  </a:cubicBezTo>
                  <a:cubicBezTo>
                    <a:pt x="184430" y="52987"/>
                    <a:pt x="184430" y="52987"/>
                    <a:pt x="184430" y="52987"/>
                  </a:cubicBezTo>
                  <a:lnTo>
                    <a:pt x="78358" y="158961"/>
                  </a:lnTo>
                  <a:cubicBezTo>
                    <a:pt x="63022" y="174283"/>
                    <a:pt x="38740" y="174283"/>
                    <a:pt x="24043" y="158961"/>
                  </a:cubicBezTo>
                  <a:cubicBezTo>
                    <a:pt x="8707" y="143640"/>
                    <a:pt x="8707" y="119380"/>
                    <a:pt x="24043" y="104697"/>
                  </a:cubicBezTo>
                  <a:lnTo>
                    <a:pt x="98166" y="30643"/>
                  </a:lnTo>
                  <a:cubicBezTo>
                    <a:pt x="100722" y="28089"/>
                    <a:pt x="101361" y="24259"/>
                    <a:pt x="98805" y="21706"/>
                  </a:cubicBezTo>
                  <a:cubicBezTo>
                    <a:pt x="96250" y="19152"/>
                    <a:pt x="92415" y="18514"/>
                    <a:pt x="89860" y="21067"/>
                  </a:cubicBezTo>
                  <a:cubicBezTo>
                    <a:pt x="89860" y="21067"/>
                    <a:pt x="89220" y="21706"/>
                    <a:pt x="89220" y="21706"/>
                  </a:cubicBezTo>
                  <a:lnTo>
                    <a:pt x="15097" y="95760"/>
                  </a:lnTo>
                  <a:cubicBezTo>
                    <a:pt x="-4712" y="115550"/>
                    <a:pt x="-5350" y="148108"/>
                    <a:pt x="15097" y="168537"/>
                  </a:cubicBezTo>
                  <a:cubicBezTo>
                    <a:pt x="35545" y="188966"/>
                    <a:pt x="67495" y="188966"/>
                    <a:pt x="87942" y="168537"/>
                  </a:cubicBezTo>
                  <a:lnTo>
                    <a:pt x="194015" y="62563"/>
                  </a:lnTo>
                  <a:cubicBezTo>
                    <a:pt x="208074" y="48518"/>
                    <a:pt x="208074" y="25536"/>
                    <a:pt x="194015" y="11491"/>
                  </a:cubicBezTo>
                  <a:cubicBezTo>
                    <a:pt x="186348" y="3830"/>
                    <a:pt x="176763" y="0"/>
                    <a:pt x="167178" y="0"/>
                  </a:cubicBezTo>
                  <a:lnTo>
                    <a:pt x="167178" y="0"/>
                  </a:lnTo>
                  <a:close/>
                </a:path>
              </a:pathLst>
            </a:custGeom>
            <a:solidFill>
              <a:srgbClr val="046A38"/>
            </a:solidFill>
            <a:ln w="6390" cap="flat">
              <a:noFill/>
              <a:prstDash val="solid"/>
              <a:miter/>
            </a:ln>
          </p:spPr>
          <p:txBody>
            <a:bodyPr rtlCol="0" anchor="ctr"/>
            <a:lstStyle/>
            <a:p>
              <a:endParaRPr lang="en-US"/>
            </a:p>
          </p:txBody>
        </p:sp>
      </p:grpSp>
      <p:grpSp>
        <p:nvGrpSpPr>
          <p:cNvPr id="860" name="Graphic 4">
            <a:extLst>
              <a:ext uri="{FF2B5EF4-FFF2-40B4-BE49-F238E27FC236}">
                <a16:creationId xmlns:a16="http://schemas.microsoft.com/office/drawing/2014/main" id="{7AC265C8-ABF1-C147-9386-507023AEA0F1}"/>
              </a:ext>
            </a:extLst>
          </p:cNvPr>
          <p:cNvGrpSpPr/>
          <p:nvPr/>
        </p:nvGrpSpPr>
        <p:grpSpPr>
          <a:xfrm>
            <a:off x="9887149" y="3824168"/>
            <a:ext cx="362309" cy="361971"/>
            <a:chOff x="9887149" y="3824168"/>
            <a:chExt cx="362309" cy="361971"/>
          </a:xfrm>
          <a:solidFill>
            <a:srgbClr val="046A38"/>
          </a:solidFill>
        </p:grpSpPr>
        <p:sp>
          <p:nvSpPr>
            <p:cNvPr id="861" name="Graphic 4">
              <a:extLst>
                <a:ext uri="{FF2B5EF4-FFF2-40B4-BE49-F238E27FC236}">
                  <a16:creationId xmlns:a16="http://schemas.microsoft.com/office/drawing/2014/main" id="{C9C2F7F6-B7C1-4642-8A58-BE6D8FBF86A0}"/>
                </a:ext>
              </a:extLst>
            </p:cNvPr>
            <p:cNvSpPr/>
            <p:nvPr/>
          </p:nvSpPr>
          <p:spPr>
            <a:xfrm>
              <a:off x="9887149" y="3824168"/>
              <a:ext cx="362309" cy="361971"/>
            </a:xfrm>
            <a:custGeom>
              <a:avLst/>
              <a:gdLst>
                <a:gd name="connsiteX0" fmla="*/ 180835 w 362309"/>
                <a:gd name="connsiteY0" fmla="*/ 0 h 361971"/>
                <a:gd name="connsiteX1" fmla="*/ 0 w 362309"/>
                <a:gd name="connsiteY1" fmla="*/ 181305 h 361971"/>
                <a:gd name="connsiteX2" fmla="*/ 181474 w 362309"/>
                <a:gd name="connsiteY2" fmla="*/ 361971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 name="connsiteX11" fmla="*/ 180835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6"/>
                    <a:pt x="0" y="181305"/>
                  </a:cubicBezTo>
                  <a:cubicBezTo>
                    <a:pt x="0" y="281533"/>
                    <a:pt x="81152" y="361971"/>
                    <a:pt x="181474" y="361971"/>
                  </a:cubicBezTo>
                  <a:cubicBezTo>
                    <a:pt x="281157" y="361971"/>
                    <a:pt x="362309" y="280895"/>
                    <a:pt x="362309" y="181305"/>
                  </a:cubicBezTo>
                  <a:cubicBezTo>
                    <a:pt x="362309" y="81076"/>
                    <a:pt x="281157" y="0"/>
                    <a:pt x="180835" y="0"/>
                  </a:cubicBezTo>
                  <a:cubicBezTo>
                    <a:pt x="180835" y="0"/>
                    <a:pt x="180835" y="0"/>
                    <a:pt x="180835" y="0"/>
                  </a:cubicBezTo>
                  <a:close/>
                  <a:moveTo>
                    <a:pt x="180835" y="349204"/>
                  </a:moveTo>
                  <a:cubicBezTo>
                    <a:pt x="87542" y="349204"/>
                    <a:pt x="12780" y="273873"/>
                    <a:pt x="12780" y="180667"/>
                  </a:cubicBezTo>
                  <a:cubicBezTo>
                    <a:pt x="12780" y="87460"/>
                    <a:pt x="88181" y="12768"/>
                    <a:pt x="181474" y="12768"/>
                  </a:cubicBezTo>
                  <a:cubicBezTo>
                    <a:pt x="274128" y="12768"/>
                    <a:pt x="349529" y="88099"/>
                    <a:pt x="349529" y="180667"/>
                  </a:cubicBezTo>
                  <a:cubicBezTo>
                    <a:pt x="349529" y="273873"/>
                    <a:pt x="274128" y="349204"/>
                    <a:pt x="180835" y="349204"/>
                  </a:cubicBezTo>
                  <a:lnTo>
                    <a:pt x="180835" y="349204"/>
                  </a:lnTo>
                  <a:close/>
                </a:path>
              </a:pathLst>
            </a:custGeom>
            <a:solidFill>
              <a:srgbClr val="046A38"/>
            </a:solidFill>
            <a:ln w="6390" cap="flat">
              <a:noFill/>
              <a:prstDash val="solid"/>
              <a:miter/>
            </a:ln>
          </p:spPr>
          <p:txBody>
            <a:bodyPr rtlCol="0" anchor="ctr"/>
            <a:lstStyle/>
            <a:p>
              <a:endParaRPr lang="en-US"/>
            </a:p>
          </p:txBody>
        </p:sp>
        <p:sp>
          <p:nvSpPr>
            <p:cNvPr id="862" name="Graphic 4">
              <a:extLst>
                <a:ext uri="{FF2B5EF4-FFF2-40B4-BE49-F238E27FC236}">
                  <a16:creationId xmlns:a16="http://schemas.microsoft.com/office/drawing/2014/main" id="{9469DDD8-A58B-6B44-98C7-C39F5FFD922C}"/>
                </a:ext>
              </a:extLst>
            </p:cNvPr>
            <p:cNvSpPr/>
            <p:nvPr/>
          </p:nvSpPr>
          <p:spPr>
            <a:xfrm>
              <a:off x="9995778" y="3896945"/>
              <a:ext cx="180848" cy="217055"/>
            </a:xfrm>
            <a:custGeom>
              <a:avLst/>
              <a:gdLst>
                <a:gd name="connsiteX0" fmla="*/ 86903 w 180848"/>
                <a:gd name="connsiteY0" fmla="*/ 36389 h 217055"/>
                <a:gd name="connsiteX1" fmla="*/ 85625 w 180848"/>
                <a:gd name="connsiteY1" fmla="*/ 36389 h 217055"/>
                <a:gd name="connsiteX2" fmla="*/ 85625 w 180848"/>
                <a:gd name="connsiteY2" fmla="*/ 6384 h 217055"/>
                <a:gd name="connsiteX3" fmla="*/ 79235 w 180848"/>
                <a:gd name="connsiteY3" fmla="*/ 0 h 217055"/>
                <a:gd name="connsiteX4" fmla="*/ 74762 w 180848"/>
                <a:gd name="connsiteY4" fmla="*/ 1915 h 217055"/>
                <a:gd name="connsiteX5" fmla="*/ 1917 w 180848"/>
                <a:gd name="connsiteY5" fmla="*/ 74693 h 217055"/>
                <a:gd name="connsiteX6" fmla="*/ 0 w 180848"/>
                <a:gd name="connsiteY6" fmla="*/ 79162 h 217055"/>
                <a:gd name="connsiteX7" fmla="*/ 1917 w 180848"/>
                <a:gd name="connsiteY7" fmla="*/ 83630 h 217055"/>
                <a:gd name="connsiteX8" fmla="*/ 74762 w 180848"/>
                <a:gd name="connsiteY8" fmla="*/ 156408 h 217055"/>
                <a:gd name="connsiteX9" fmla="*/ 81791 w 180848"/>
                <a:gd name="connsiteY9" fmla="*/ 157684 h 217055"/>
                <a:gd name="connsiteX10" fmla="*/ 85625 w 180848"/>
                <a:gd name="connsiteY10" fmla="*/ 151939 h 217055"/>
                <a:gd name="connsiteX11" fmla="*/ 85625 w 180848"/>
                <a:gd name="connsiteY11" fmla="*/ 114273 h 217055"/>
                <a:gd name="connsiteX12" fmla="*/ 90098 w 180848"/>
                <a:gd name="connsiteY12" fmla="*/ 114273 h 217055"/>
                <a:gd name="connsiteX13" fmla="*/ 138661 w 180848"/>
                <a:gd name="connsiteY13" fmla="*/ 166622 h 217055"/>
                <a:gd name="connsiteX14" fmla="*/ 119492 w 180848"/>
                <a:gd name="connsiteY14" fmla="*/ 205564 h 217055"/>
                <a:gd name="connsiteX15" fmla="*/ 118214 w 180848"/>
                <a:gd name="connsiteY15" fmla="*/ 213863 h 217055"/>
                <a:gd name="connsiteX16" fmla="*/ 123325 w 180848"/>
                <a:gd name="connsiteY16" fmla="*/ 217055 h 217055"/>
                <a:gd name="connsiteX17" fmla="*/ 125881 w 180848"/>
                <a:gd name="connsiteY17" fmla="*/ 216417 h 217055"/>
                <a:gd name="connsiteX18" fmla="*/ 180835 w 180848"/>
                <a:gd name="connsiteY18" fmla="*/ 130233 h 217055"/>
                <a:gd name="connsiteX19" fmla="*/ 86903 w 180848"/>
                <a:gd name="connsiteY19" fmla="*/ 36389 h 217055"/>
                <a:gd name="connsiteX20" fmla="*/ 148885 w 180848"/>
                <a:gd name="connsiteY20" fmla="*/ 183859 h 217055"/>
                <a:gd name="connsiteX21" fmla="*/ 151441 w 180848"/>
                <a:gd name="connsiteY21" fmla="*/ 166622 h 217055"/>
                <a:gd name="connsiteX22" fmla="*/ 90098 w 180848"/>
                <a:gd name="connsiteY22" fmla="*/ 101505 h 217055"/>
                <a:gd name="connsiteX23" fmla="*/ 79235 w 180848"/>
                <a:gd name="connsiteY23" fmla="*/ 101505 h 217055"/>
                <a:gd name="connsiteX24" fmla="*/ 72845 w 180848"/>
                <a:gd name="connsiteY24" fmla="*/ 107889 h 217055"/>
                <a:gd name="connsiteX25" fmla="*/ 72845 w 180848"/>
                <a:gd name="connsiteY25" fmla="*/ 136617 h 217055"/>
                <a:gd name="connsiteX26" fmla="*/ 15335 w 180848"/>
                <a:gd name="connsiteY26" fmla="*/ 79162 h 217055"/>
                <a:gd name="connsiteX27" fmla="*/ 72845 w 180848"/>
                <a:gd name="connsiteY27" fmla="*/ 21706 h 217055"/>
                <a:gd name="connsiteX28" fmla="*/ 72845 w 180848"/>
                <a:gd name="connsiteY28" fmla="*/ 42773 h 217055"/>
                <a:gd name="connsiteX29" fmla="*/ 79235 w 180848"/>
                <a:gd name="connsiteY29" fmla="*/ 49157 h 217055"/>
                <a:gd name="connsiteX30" fmla="*/ 86903 w 180848"/>
                <a:gd name="connsiteY30" fmla="*/ 49157 h 217055"/>
                <a:gd name="connsiteX31" fmla="*/ 168055 w 180848"/>
                <a:gd name="connsiteY31" fmla="*/ 132149 h 217055"/>
                <a:gd name="connsiteX32" fmla="*/ 148885 w 180848"/>
                <a:gd name="connsiteY32" fmla="*/ 183859 h 217055"/>
                <a:gd name="connsiteX33" fmla="*/ 148885 w 180848"/>
                <a:gd name="connsiteY33" fmla="*/ 183859 h 217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80848" h="217055">
                  <a:moveTo>
                    <a:pt x="86903" y="36389"/>
                  </a:moveTo>
                  <a:lnTo>
                    <a:pt x="85625" y="36389"/>
                  </a:lnTo>
                  <a:lnTo>
                    <a:pt x="85625" y="6384"/>
                  </a:lnTo>
                  <a:cubicBezTo>
                    <a:pt x="85625" y="2554"/>
                    <a:pt x="82430" y="0"/>
                    <a:pt x="79235" y="0"/>
                  </a:cubicBezTo>
                  <a:cubicBezTo>
                    <a:pt x="77318" y="0"/>
                    <a:pt x="76040" y="639"/>
                    <a:pt x="74762" y="1915"/>
                  </a:cubicBezTo>
                  <a:lnTo>
                    <a:pt x="1917" y="74693"/>
                  </a:lnTo>
                  <a:cubicBezTo>
                    <a:pt x="639" y="75970"/>
                    <a:pt x="0" y="77246"/>
                    <a:pt x="0" y="79162"/>
                  </a:cubicBezTo>
                  <a:cubicBezTo>
                    <a:pt x="0" y="81077"/>
                    <a:pt x="639" y="82354"/>
                    <a:pt x="1917" y="83630"/>
                  </a:cubicBezTo>
                  <a:lnTo>
                    <a:pt x="74762" y="156408"/>
                  </a:lnTo>
                  <a:cubicBezTo>
                    <a:pt x="76679" y="158323"/>
                    <a:pt x="79235" y="158961"/>
                    <a:pt x="81791" y="157684"/>
                  </a:cubicBezTo>
                  <a:cubicBezTo>
                    <a:pt x="84347" y="156408"/>
                    <a:pt x="85625" y="154492"/>
                    <a:pt x="85625" y="151939"/>
                  </a:cubicBezTo>
                  <a:lnTo>
                    <a:pt x="85625" y="114273"/>
                  </a:lnTo>
                  <a:lnTo>
                    <a:pt x="90098" y="114273"/>
                  </a:lnTo>
                  <a:cubicBezTo>
                    <a:pt x="118853" y="114273"/>
                    <a:pt x="138661" y="135979"/>
                    <a:pt x="138661" y="166622"/>
                  </a:cubicBezTo>
                  <a:cubicBezTo>
                    <a:pt x="138661" y="181944"/>
                    <a:pt x="131633" y="195988"/>
                    <a:pt x="119492" y="205564"/>
                  </a:cubicBezTo>
                  <a:cubicBezTo>
                    <a:pt x="116935" y="207479"/>
                    <a:pt x="116297" y="211310"/>
                    <a:pt x="118214" y="213863"/>
                  </a:cubicBezTo>
                  <a:cubicBezTo>
                    <a:pt x="119492" y="215779"/>
                    <a:pt x="121409" y="217055"/>
                    <a:pt x="123325" y="217055"/>
                  </a:cubicBezTo>
                  <a:cubicBezTo>
                    <a:pt x="123964" y="217055"/>
                    <a:pt x="125243" y="217055"/>
                    <a:pt x="125881" y="216417"/>
                  </a:cubicBezTo>
                  <a:cubicBezTo>
                    <a:pt x="159748" y="201095"/>
                    <a:pt x="181474" y="167260"/>
                    <a:pt x="180835" y="130233"/>
                  </a:cubicBezTo>
                  <a:cubicBezTo>
                    <a:pt x="180835" y="78523"/>
                    <a:pt x="138661" y="36389"/>
                    <a:pt x="86903" y="36389"/>
                  </a:cubicBezTo>
                  <a:close/>
                  <a:moveTo>
                    <a:pt x="148885" y="183859"/>
                  </a:moveTo>
                  <a:cubicBezTo>
                    <a:pt x="150802" y="178113"/>
                    <a:pt x="151441" y="172368"/>
                    <a:pt x="151441" y="166622"/>
                  </a:cubicBezTo>
                  <a:cubicBezTo>
                    <a:pt x="151441" y="128318"/>
                    <a:pt x="125881" y="101505"/>
                    <a:pt x="90098" y="101505"/>
                  </a:cubicBezTo>
                  <a:lnTo>
                    <a:pt x="79235" y="101505"/>
                  </a:lnTo>
                  <a:cubicBezTo>
                    <a:pt x="75401" y="101505"/>
                    <a:pt x="72845" y="104059"/>
                    <a:pt x="72845" y="107889"/>
                  </a:cubicBezTo>
                  <a:lnTo>
                    <a:pt x="72845" y="136617"/>
                  </a:lnTo>
                  <a:lnTo>
                    <a:pt x="15335" y="79162"/>
                  </a:lnTo>
                  <a:lnTo>
                    <a:pt x="72845" y="21706"/>
                  </a:lnTo>
                  <a:lnTo>
                    <a:pt x="72845" y="42773"/>
                  </a:lnTo>
                  <a:cubicBezTo>
                    <a:pt x="72845" y="46603"/>
                    <a:pt x="75401" y="49157"/>
                    <a:pt x="79235" y="49157"/>
                  </a:cubicBezTo>
                  <a:lnTo>
                    <a:pt x="86903" y="49157"/>
                  </a:lnTo>
                  <a:cubicBezTo>
                    <a:pt x="132271" y="49795"/>
                    <a:pt x="168694" y="86822"/>
                    <a:pt x="168055" y="132149"/>
                  </a:cubicBezTo>
                  <a:cubicBezTo>
                    <a:pt x="168055" y="151300"/>
                    <a:pt x="161026" y="169814"/>
                    <a:pt x="148885" y="183859"/>
                  </a:cubicBezTo>
                  <a:lnTo>
                    <a:pt x="148885" y="183859"/>
                  </a:lnTo>
                  <a:close/>
                </a:path>
              </a:pathLst>
            </a:custGeom>
            <a:solidFill>
              <a:srgbClr val="046A38"/>
            </a:solidFill>
            <a:ln w="6390" cap="flat">
              <a:noFill/>
              <a:prstDash val="solid"/>
              <a:miter/>
            </a:ln>
          </p:spPr>
          <p:txBody>
            <a:bodyPr rtlCol="0" anchor="ctr"/>
            <a:lstStyle/>
            <a:p>
              <a:endParaRPr lang="en-US"/>
            </a:p>
          </p:txBody>
        </p:sp>
        <p:sp>
          <p:nvSpPr>
            <p:cNvPr id="863" name="Graphic 4">
              <a:extLst>
                <a:ext uri="{FF2B5EF4-FFF2-40B4-BE49-F238E27FC236}">
                  <a16:creationId xmlns:a16="http://schemas.microsoft.com/office/drawing/2014/main" id="{EBA9D2AB-672F-F848-8306-E26CD0C746FB}"/>
                </a:ext>
              </a:extLst>
            </p:cNvPr>
            <p:cNvSpPr/>
            <p:nvPr/>
          </p:nvSpPr>
          <p:spPr>
            <a:xfrm>
              <a:off x="9959356" y="3896596"/>
              <a:ext cx="85974" cy="159310"/>
            </a:xfrm>
            <a:custGeom>
              <a:avLst/>
              <a:gdLst>
                <a:gd name="connsiteX0" fmla="*/ 15336 w 85974"/>
                <a:gd name="connsiteY0" fmla="*/ 79510 h 159310"/>
                <a:gd name="connsiteX1" fmla="*/ 83708 w 85974"/>
                <a:gd name="connsiteY1" fmla="*/ 11202 h 159310"/>
                <a:gd name="connsiteX2" fmla="*/ 84347 w 85974"/>
                <a:gd name="connsiteY2" fmla="*/ 2264 h 159310"/>
                <a:gd name="connsiteX3" fmla="*/ 75401 w 85974"/>
                <a:gd name="connsiteY3" fmla="*/ 1626 h 159310"/>
                <a:gd name="connsiteX4" fmla="*/ 74763 w 85974"/>
                <a:gd name="connsiteY4" fmla="*/ 2264 h 159310"/>
                <a:gd name="connsiteX5" fmla="*/ 1917 w 85974"/>
                <a:gd name="connsiteY5" fmla="*/ 75041 h 159310"/>
                <a:gd name="connsiteX6" fmla="*/ 1917 w 85974"/>
                <a:gd name="connsiteY6" fmla="*/ 83979 h 159310"/>
                <a:gd name="connsiteX7" fmla="*/ 1917 w 85974"/>
                <a:gd name="connsiteY7" fmla="*/ 83979 h 159310"/>
                <a:gd name="connsiteX8" fmla="*/ 74763 w 85974"/>
                <a:gd name="connsiteY8" fmla="*/ 157395 h 159310"/>
                <a:gd name="connsiteX9" fmla="*/ 79235 w 85974"/>
                <a:gd name="connsiteY9" fmla="*/ 159310 h 159310"/>
                <a:gd name="connsiteX10" fmla="*/ 85625 w 85974"/>
                <a:gd name="connsiteY10" fmla="*/ 152926 h 159310"/>
                <a:gd name="connsiteX11" fmla="*/ 83708 w 85974"/>
                <a:gd name="connsiteY11" fmla="*/ 148457 h 159310"/>
                <a:gd name="connsiteX12" fmla="*/ 15336 w 85974"/>
                <a:gd name="connsiteY12" fmla="*/ 79510 h 159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974" h="159310">
                  <a:moveTo>
                    <a:pt x="15336" y="79510"/>
                  </a:moveTo>
                  <a:lnTo>
                    <a:pt x="83708" y="11202"/>
                  </a:lnTo>
                  <a:cubicBezTo>
                    <a:pt x="86264" y="8648"/>
                    <a:pt x="86903" y="4818"/>
                    <a:pt x="84347" y="2264"/>
                  </a:cubicBezTo>
                  <a:cubicBezTo>
                    <a:pt x="81791" y="-289"/>
                    <a:pt x="77958" y="-928"/>
                    <a:pt x="75401" y="1626"/>
                  </a:cubicBezTo>
                  <a:cubicBezTo>
                    <a:pt x="75401" y="1626"/>
                    <a:pt x="74763" y="2264"/>
                    <a:pt x="74763" y="2264"/>
                  </a:cubicBezTo>
                  <a:lnTo>
                    <a:pt x="1917" y="75041"/>
                  </a:lnTo>
                  <a:cubicBezTo>
                    <a:pt x="-639" y="77595"/>
                    <a:pt x="-639" y="81425"/>
                    <a:pt x="1917" y="83979"/>
                  </a:cubicBezTo>
                  <a:cubicBezTo>
                    <a:pt x="1917" y="83979"/>
                    <a:pt x="1917" y="83979"/>
                    <a:pt x="1917" y="83979"/>
                  </a:cubicBezTo>
                  <a:lnTo>
                    <a:pt x="74763" y="157395"/>
                  </a:lnTo>
                  <a:cubicBezTo>
                    <a:pt x="76040" y="158671"/>
                    <a:pt x="77318" y="159310"/>
                    <a:pt x="79235" y="159310"/>
                  </a:cubicBezTo>
                  <a:cubicBezTo>
                    <a:pt x="83069" y="159310"/>
                    <a:pt x="85625" y="156118"/>
                    <a:pt x="85625" y="152926"/>
                  </a:cubicBezTo>
                  <a:cubicBezTo>
                    <a:pt x="85625" y="151011"/>
                    <a:pt x="84986" y="149734"/>
                    <a:pt x="83708" y="148457"/>
                  </a:cubicBezTo>
                  <a:lnTo>
                    <a:pt x="15336" y="79510"/>
                  </a:lnTo>
                  <a:close/>
                </a:path>
              </a:pathLst>
            </a:custGeom>
            <a:solidFill>
              <a:srgbClr val="046A38"/>
            </a:solidFill>
            <a:ln w="6390" cap="flat">
              <a:noFill/>
              <a:prstDash val="solid"/>
              <a:miter/>
            </a:ln>
          </p:spPr>
          <p:txBody>
            <a:bodyPr rtlCol="0" anchor="ctr"/>
            <a:lstStyle/>
            <a:p>
              <a:endParaRPr lang="en-US"/>
            </a:p>
          </p:txBody>
        </p:sp>
      </p:grpSp>
      <p:grpSp>
        <p:nvGrpSpPr>
          <p:cNvPr id="864" name="Graphic 4">
            <a:extLst>
              <a:ext uri="{FF2B5EF4-FFF2-40B4-BE49-F238E27FC236}">
                <a16:creationId xmlns:a16="http://schemas.microsoft.com/office/drawing/2014/main" id="{203833BD-2CD9-F74D-AB63-A788ABA7DF32}"/>
              </a:ext>
            </a:extLst>
          </p:cNvPr>
          <p:cNvGrpSpPr/>
          <p:nvPr/>
        </p:nvGrpSpPr>
        <p:grpSpPr>
          <a:xfrm>
            <a:off x="9887149" y="4308712"/>
            <a:ext cx="362309" cy="361971"/>
            <a:chOff x="9887149" y="4308712"/>
            <a:chExt cx="362309" cy="361971"/>
          </a:xfrm>
          <a:solidFill>
            <a:srgbClr val="046A38"/>
          </a:solidFill>
        </p:grpSpPr>
        <p:sp>
          <p:nvSpPr>
            <p:cNvPr id="865" name="Graphic 4">
              <a:extLst>
                <a:ext uri="{FF2B5EF4-FFF2-40B4-BE49-F238E27FC236}">
                  <a16:creationId xmlns:a16="http://schemas.microsoft.com/office/drawing/2014/main" id="{62A346BE-DFBD-9446-9C4F-7A171DB87FBA}"/>
                </a:ext>
              </a:extLst>
            </p:cNvPr>
            <p:cNvSpPr/>
            <p:nvPr/>
          </p:nvSpPr>
          <p:spPr>
            <a:xfrm>
              <a:off x="9887149" y="4308712"/>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 name="connsiteX11" fmla="*/ 180835 w 362309"/>
                <a:gd name="connsiteY11" fmla="*/ 349204 h 361971"/>
                <a:gd name="connsiteX12" fmla="*/ 180835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09" y="280895"/>
                    <a:pt x="362309" y="180667"/>
                  </a:cubicBezTo>
                  <a:cubicBezTo>
                    <a:pt x="362309"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1474" y="12768"/>
                  </a:cubicBezTo>
                  <a:cubicBezTo>
                    <a:pt x="274128" y="12768"/>
                    <a:pt x="349529" y="88099"/>
                    <a:pt x="349529" y="180667"/>
                  </a:cubicBezTo>
                  <a:cubicBezTo>
                    <a:pt x="349529" y="273873"/>
                    <a:pt x="274128" y="349204"/>
                    <a:pt x="180835" y="349204"/>
                  </a:cubicBezTo>
                  <a:cubicBezTo>
                    <a:pt x="180835" y="349204"/>
                    <a:pt x="180835" y="349204"/>
                    <a:pt x="180835" y="349204"/>
                  </a:cubicBezTo>
                  <a:lnTo>
                    <a:pt x="180835" y="349204"/>
                  </a:lnTo>
                  <a:close/>
                </a:path>
              </a:pathLst>
            </a:custGeom>
            <a:solidFill>
              <a:srgbClr val="046A38"/>
            </a:solidFill>
            <a:ln w="6390" cap="flat">
              <a:noFill/>
              <a:prstDash val="solid"/>
              <a:miter/>
            </a:ln>
          </p:spPr>
          <p:txBody>
            <a:bodyPr rtlCol="0" anchor="ctr"/>
            <a:lstStyle/>
            <a:p>
              <a:endParaRPr lang="en-US"/>
            </a:p>
          </p:txBody>
        </p:sp>
        <p:sp>
          <p:nvSpPr>
            <p:cNvPr id="866" name="Graphic 4">
              <a:extLst>
                <a:ext uri="{FF2B5EF4-FFF2-40B4-BE49-F238E27FC236}">
                  <a16:creationId xmlns:a16="http://schemas.microsoft.com/office/drawing/2014/main" id="{FEB930A1-7807-2247-B817-E58258532143}"/>
                </a:ext>
              </a:extLst>
            </p:cNvPr>
            <p:cNvSpPr/>
            <p:nvPr/>
          </p:nvSpPr>
          <p:spPr>
            <a:xfrm>
              <a:off x="9977886" y="4380851"/>
              <a:ext cx="180849" cy="218332"/>
            </a:xfrm>
            <a:custGeom>
              <a:avLst/>
              <a:gdLst>
                <a:gd name="connsiteX0" fmla="*/ 86264 w 180849"/>
                <a:gd name="connsiteY0" fmla="*/ 36389 h 218332"/>
                <a:gd name="connsiteX1" fmla="*/ 85625 w 180849"/>
                <a:gd name="connsiteY1" fmla="*/ 36389 h 218332"/>
                <a:gd name="connsiteX2" fmla="*/ 85625 w 180849"/>
                <a:gd name="connsiteY2" fmla="*/ 6384 h 218332"/>
                <a:gd name="connsiteX3" fmla="*/ 79235 w 180849"/>
                <a:gd name="connsiteY3" fmla="*/ 0 h 218332"/>
                <a:gd name="connsiteX4" fmla="*/ 74762 w 180849"/>
                <a:gd name="connsiteY4" fmla="*/ 1916 h 218332"/>
                <a:gd name="connsiteX5" fmla="*/ 1917 w 180849"/>
                <a:gd name="connsiteY5" fmla="*/ 75331 h 218332"/>
                <a:gd name="connsiteX6" fmla="*/ 0 w 180849"/>
                <a:gd name="connsiteY6" fmla="*/ 79800 h 218332"/>
                <a:gd name="connsiteX7" fmla="*/ 1917 w 180849"/>
                <a:gd name="connsiteY7" fmla="*/ 84269 h 218332"/>
                <a:gd name="connsiteX8" fmla="*/ 74762 w 180849"/>
                <a:gd name="connsiteY8" fmla="*/ 157684 h 218332"/>
                <a:gd name="connsiteX9" fmla="*/ 81792 w 180849"/>
                <a:gd name="connsiteY9" fmla="*/ 158961 h 218332"/>
                <a:gd name="connsiteX10" fmla="*/ 85625 w 180849"/>
                <a:gd name="connsiteY10" fmla="*/ 153216 h 218332"/>
                <a:gd name="connsiteX11" fmla="*/ 85625 w 180849"/>
                <a:gd name="connsiteY11" fmla="*/ 115550 h 218332"/>
                <a:gd name="connsiteX12" fmla="*/ 90098 w 180849"/>
                <a:gd name="connsiteY12" fmla="*/ 115550 h 218332"/>
                <a:gd name="connsiteX13" fmla="*/ 138661 w 180849"/>
                <a:gd name="connsiteY13" fmla="*/ 167899 h 218332"/>
                <a:gd name="connsiteX14" fmla="*/ 119492 w 180849"/>
                <a:gd name="connsiteY14" fmla="*/ 206841 h 218332"/>
                <a:gd name="connsiteX15" fmla="*/ 118214 w 180849"/>
                <a:gd name="connsiteY15" fmla="*/ 215140 h 218332"/>
                <a:gd name="connsiteX16" fmla="*/ 123326 w 180849"/>
                <a:gd name="connsiteY16" fmla="*/ 218332 h 218332"/>
                <a:gd name="connsiteX17" fmla="*/ 125881 w 180849"/>
                <a:gd name="connsiteY17" fmla="*/ 217694 h 218332"/>
                <a:gd name="connsiteX18" fmla="*/ 180836 w 180849"/>
                <a:gd name="connsiteY18" fmla="*/ 131510 h 218332"/>
                <a:gd name="connsiteX19" fmla="*/ 86264 w 180849"/>
                <a:gd name="connsiteY19" fmla="*/ 36389 h 218332"/>
                <a:gd name="connsiteX20" fmla="*/ 86264 w 180849"/>
                <a:gd name="connsiteY20" fmla="*/ 36389 h 218332"/>
                <a:gd name="connsiteX21" fmla="*/ 148246 w 180849"/>
                <a:gd name="connsiteY21" fmla="*/ 184497 h 218332"/>
                <a:gd name="connsiteX22" fmla="*/ 150802 w 180849"/>
                <a:gd name="connsiteY22" fmla="*/ 167260 h 218332"/>
                <a:gd name="connsiteX23" fmla="*/ 89459 w 180849"/>
                <a:gd name="connsiteY23" fmla="*/ 102144 h 218332"/>
                <a:gd name="connsiteX24" fmla="*/ 78597 w 180849"/>
                <a:gd name="connsiteY24" fmla="*/ 102144 h 218332"/>
                <a:gd name="connsiteX25" fmla="*/ 72207 w 180849"/>
                <a:gd name="connsiteY25" fmla="*/ 108528 h 218332"/>
                <a:gd name="connsiteX26" fmla="*/ 72207 w 180849"/>
                <a:gd name="connsiteY26" fmla="*/ 137256 h 218332"/>
                <a:gd name="connsiteX27" fmla="*/ 14697 w 180849"/>
                <a:gd name="connsiteY27" fmla="*/ 79800 h 218332"/>
                <a:gd name="connsiteX28" fmla="*/ 72207 w 180849"/>
                <a:gd name="connsiteY28" fmla="*/ 22344 h 218332"/>
                <a:gd name="connsiteX29" fmla="*/ 72207 w 180849"/>
                <a:gd name="connsiteY29" fmla="*/ 43411 h 218332"/>
                <a:gd name="connsiteX30" fmla="*/ 78597 w 180849"/>
                <a:gd name="connsiteY30" fmla="*/ 49795 h 218332"/>
                <a:gd name="connsiteX31" fmla="*/ 85625 w 180849"/>
                <a:gd name="connsiteY31" fmla="*/ 49795 h 218332"/>
                <a:gd name="connsiteX32" fmla="*/ 166777 w 180849"/>
                <a:gd name="connsiteY32" fmla="*/ 130872 h 218332"/>
                <a:gd name="connsiteX33" fmla="*/ 148246 w 180849"/>
                <a:gd name="connsiteY33" fmla="*/ 184497 h 218332"/>
                <a:gd name="connsiteX34" fmla="*/ 148246 w 180849"/>
                <a:gd name="connsiteY34" fmla="*/ 184497 h 21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80849" h="218332">
                  <a:moveTo>
                    <a:pt x="86264" y="36389"/>
                  </a:moveTo>
                  <a:lnTo>
                    <a:pt x="85625" y="36389"/>
                  </a:lnTo>
                  <a:lnTo>
                    <a:pt x="85625" y="6384"/>
                  </a:lnTo>
                  <a:cubicBezTo>
                    <a:pt x="85625" y="2554"/>
                    <a:pt x="83069" y="0"/>
                    <a:pt x="79235" y="0"/>
                  </a:cubicBezTo>
                  <a:cubicBezTo>
                    <a:pt x="77318" y="0"/>
                    <a:pt x="76040" y="639"/>
                    <a:pt x="74762" y="1916"/>
                  </a:cubicBezTo>
                  <a:lnTo>
                    <a:pt x="1917" y="75331"/>
                  </a:lnTo>
                  <a:cubicBezTo>
                    <a:pt x="639" y="76608"/>
                    <a:pt x="0" y="77885"/>
                    <a:pt x="0" y="79800"/>
                  </a:cubicBezTo>
                  <a:cubicBezTo>
                    <a:pt x="0" y="81715"/>
                    <a:pt x="639" y="82992"/>
                    <a:pt x="1917" y="84269"/>
                  </a:cubicBezTo>
                  <a:lnTo>
                    <a:pt x="74762" y="157684"/>
                  </a:lnTo>
                  <a:cubicBezTo>
                    <a:pt x="76679" y="159600"/>
                    <a:pt x="79235" y="160238"/>
                    <a:pt x="81792" y="158961"/>
                  </a:cubicBezTo>
                  <a:cubicBezTo>
                    <a:pt x="84347" y="157684"/>
                    <a:pt x="85625" y="155769"/>
                    <a:pt x="85625" y="153216"/>
                  </a:cubicBezTo>
                  <a:lnTo>
                    <a:pt x="85625" y="115550"/>
                  </a:lnTo>
                  <a:lnTo>
                    <a:pt x="90098" y="115550"/>
                  </a:lnTo>
                  <a:cubicBezTo>
                    <a:pt x="118853" y="115550"/>
                    <a:pt x="138661" y="137256"/>
                    <a:pt x="138661" y="167899"/>
                  </a:cubicBezTo>
                  <a:cubicBezTo>
                    <a:pt x="138661" y="183220"/>
                    <a:pt x="131633" y="197265"/>
                    <a:pt x="119492" y="206841"/>
                  </a:cubicBezTo>
                  <a:cubicBezTo>
                    <a:pt x="116936" y="208756"/>
                    <a:pt x="116297" y="212587"/>
                    <a:pt x="118214" y="215140"/>
                  </a:cubicBezTo>
                  <a:cubicBezTo>
                    <a:pt x="119492" y="217055"/>
                    <a:pt x="121409" y="218332"/>
                    <a:pt x="123326" y="218332"/>
                  </a:cubicBezTo>
                  <a:cubicBezTo>
                    <a:pt x="123965" y="218332"/>
                    <a:pt x="125243" y="218332"/>
                    <a:pt x="125881" y="217694"/>
                  </a:cubicBezTo>
                  <a:cubicBezTo>
                    <a:pt x="159748" y="202372"/>
                    <a:pt x="181474" y="168537"/>
                    <a:pt x="180836" y="131510"/>
                  </a:cubicBezTo>
                  <a:cubicBezTo>
                    <a:pt x="180836" y="78523"/>
                    <a:pt x="138661" y="36389"/>
                    <a:pt x="86264" y="36389"/>
                  </a:cubicBezTo>
                  <a:cubicBezTo>
                    <a:pt x="86264" y="36389"/>
                    <a:pt x="86264" y="36389"/>
                    <a:pt x="86264" y="36389"/>
                  </a:cubicBezTo>
                  <a:close/>
                  <a:moveTo>
                    <a:pt x="148246" y="184497"/>
                  </a:moveTo>
                  <a:cubicBezTo>
                    <a:pt x="150164" y="178752"/>
                    <a:pt x="150802" y="173006"/>
                    <a:pt x="150802" y="167260"/>
                  </a:cubicBezTo>
                  <a:cubicBezTo>
                    <a:pt x="150802" y="128957"/>
                    <a:pt x="125243" y="102144"/>
                    <a:pt x="89459" y="102144"/>
                  </a:cubicBezTo>
                  <a:lnTo>
                    <a:pt x="78597" y="102144"/>
                  </a:lnTo>
                  <a:cubicBezTo>
                    <a:pt x="74762" y="102144"/>
                    <a:pt x="72207" y="104697"/>
                    <a:pt x="72207" y="108528"/>
                  </a:cubicBezTo>
                  <a:lnTo>
                    <a:pt x="72207" y="137256"/>
                  </a:lnTo>
                  <a:lnTo>
                    <a:pt x="14697" y="79800"/>
                  </a:lnTo>
                  <a:lnTo>
                    <a:pt x="72207" y="22344"/>
                  </a:lnTo>
                  <a:lnTo>
                    <a:pt x="72207" y="43411"/>
                  </a:lnTo>
                  <a:cubicBezTo>
                    <a:pt x="72207" y="47242"/>
                    <a:pt x="74762" y="49795"/>
                    <a:pt x="78597" y="49795"/>
                  </a:cubicBezTo>
                  <a:lnTo>
                    <a:pt x="85625" y="49795"/>
                  </a:lnTo>
                  <a:cubicBezTo>
                    <a:pt x="130355" y="49795"/>
                    <a:pt x="166777" y="86184"/>
                    <a:pt x="166777" y="130872"/>
                  </a:cubicBezTo>
                  <a:cubicBezTo>
                    <a:pt x="168056" y="150662"/>
                    <a:pt x="161026" y="169176"/>
                    <a:pt x="148246" y="184497"/>
                  </a:cubicBezTo>
                  <a:lnTo>
                    <a:pt x="148246" y="184497"/>
                  </a:lnTo>
                  <a:close/>
                </a:path>
              </a:pathLst>
            </a:custGeom>
            <a:solidFill>
              <a:srgbClr val="046A38"/>
            </a:solidFill>
            <a:ln w="6390" cap="flat">
              <a:noFill/>
              <a:prstDash val="solid"/>
              <a:miter/>
            </a:ln>
          </p:spPr>
          <p:txBody>
            <a:bodyPr rtlCol="0" anchor="ctr"/>
            <a:lstStyle/>
            <a:p>
              <a:endParaRPr lang="en-US"/>
            </a:p>
          </p:txBody>
        </p:sp>
      </p:grpSp>
      <p:grpSp>
        <p:nvGrpSpPr>
          <p:cNvPr id="867" name="Graphic 4">
            <a:extLst>
              <a:ext uri="{FF2B5EF4-FFF2-40B4-BE49-F238E27FC236}">
                <a16:creationId xmlns:a16="http://schemas.microsoft.com/office/drawing/2014/main" id="{1834075E-5D55-734B-AB46-2508B41BE2E6}"/>
              </a:ext>
            </a:extLst>
          </p:cNvPr>
          <p:cNvGrpSpPr/>
          <p:nvPr/>
        </p:nvGrpSpPr>
        <p:grpSpPr>
          <a:xfrm>
            <a:off x="1515054" y="3824168"/>
            <a:ext cx="362309" cy="361971"/>
            <a:chOff x="1515054" y="3824168"/>
            <a:chExt cx="362309" cy="361971"/>
          </a:xfrm>
          <a:solidFill>
            <a:srgbClr val="86BC25"/>
          </a:solidFill>
        </p:grpSpPr>
        <p:sp>
          <p:nvSpPr>
            <p:cNvPr id="868" name="Graphic 4">
              <a:extLst>
                <a:ext uri="{FF2B5EF4-FFF2-40B4-BE49-F238E27FC236}">
                  <a16:creationId xmlns:a16="http://schemas.microsoft.com/office/drawing/2014/main" id="{E2BD23E4-957F-DB43-B68F-7FE371B84694}"/>
                </a:ext>
              </a:extLst>
            </p:cNvPr>
            <p:cNvSpPr/>
            <p:nvPr/>
          </p:nvSpPr>
          <p:spPr>
            <a:xfrm>
              <a:off x="1515054" y="3824168"/>
              <a:ext cx="362309" cy="361971"/>
            </a:xfrm>
            <a:custGeom>
              <a:avLst/>
              <a:gdLst>
                <a:gd name="connsiteX0" fmla="*/ 180835 w 362309"/>
                <a:gd name="connsiteY0" fmla="*/ 0 h 361971"/>
                <a:gd name="connsiteX1" fmla="*/ 0 w 362309"/>
                <a:gd name="connsiteY1" fmla="*/ 180667 h 361971"/>
                <a:gd name="connsiteX2" fmla="*/ 180835 w 362309"/>
                <a:gd name="connsiteY2" fmla="*/ 361971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1305 h 361971"/>
                <a:gd name="connsiteX10" fmla="*/ 349529 w 362309"/>
                <a:gd name="connsiteY10" fmla="*/ 181305 h 361971"/>
                <a:gd name="connsiteX11" fmla="*/ 180835 w 362309"/>
                <a:gd name="connsiteY11" fmla="*/ 349204 h 361971"/>
                <a:gd name="connsiteX12" fmla="*/ 180835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6"/>
                    <a:pt x="0" y="180667"/>
                  </a:cubicBezTo>
                  <a:cubicBezTo>
                    <a:pt x="0" y="280895"/>
                    <a:pt x="81152" y="361971"/>
                    <a:pt x="180835" y="361971"/>
                  </a:cubicBezTo>
                  <a:cubicBezTo>
                    <a:pt x="280518" y="361971"/>
                    <a:pt x="362309" y="280895"/>
                    <a:pt x="362309" y="180667"/>
                  </a:cubicBezTo>
                  <a:lnTo>
                    <a:pt x="362309" y="180667"/>
                  </a:lnTo>
                  <a:cubicBezTo>
                    <a:pt x="361670" y="81076"/>
                    <a:pt x="280518" y="0"/>
                    <a:pt x="180835" y="0"/>
                  </a:cubicBezTo>
                  <a:close/>
                  <a:moveTo>
                    <a:pt x="180835" y="349204"/>
                  </a:moveTo>
                  <a:cubicBezTo>
                    <a:pt x="87542" y="349204"/>
                    <a:pt x="12780" y="273873"/>
                    <a:pt x="12780" y="180667"/>
                  </a:cubicBezTo>
                  <a:cubicBezTo>
                    <a:pt x="12780" y="87460"/>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86BC25"/>
            </a:solidFill>
            <a:ln w="6390" cap="flat">
              <a:noFill/>
              <a:prstDash val="solid"/>
              <a:miter/>
            </a:ln>
          </p:spPr>
          <p:txBody>
            <a:bodyPr rtlCol="0" anchor="ctr"/>
            <a:lstStyle/>
            <a:p>
              <a:endParaRPr lang="en-US"/>
            </a:p>
          </p:txBody>
        </p:sp>
        <p:sp>
          <p:nvSpPr>
            <p:cNvPr id="869" name="Graphic 4">
              <a:extLst>
                <a:ext uri="{FF2B5EF4-FFF2-40B4-BE49-F238E27FC236}">
                  <a16:creationId xmlns:a16="http://schemas.microsoft.com/office/drawing/2014/main" id="{B6E5EF7D-01DD-6F4B-9278-468EB5985F6B}"/>
                </a:ext>
              </a:extLst>
            </p:cNvPr>
            <p:cNvSpPr/>
            <p:nvPr/>
          </p:nvSpPr>
          <p:spPr>
            <a:xfrm>
              <a:off x="1619849" y="4050799"/>
              <a:ext cx="37061" cy="37027"/>
            </a:xfrm>
            <a:custGeom>
              <a:avLst/>
              <a:gdLst>
                <a:gd name="connsiteX0" fmla="*/ 18531 w 37061"/>
                <a:gd name="connsiteY0" fmla="*/ 0 h 37027"/>
                <a:gd name="connsiteX1" fmla="*/ 0 w 37061"/>
                <a:gd name="connsiteY1" fmla="*/ 18513 h 37027"/>
                <a:gd name="connsiteX2" fmla="*/ 18531 w 37061"/>
                <a:gd name="connsiteY2" fmla="*/ 37027 h 37027"/>
                <a:gd name="connsiteX3" fmla="*/ 37062 w 37061"/>
                <a:gd name="connsiteY3" fmla="*/ 18513 h 37027"/>
                <a:gd name="connsiteX4" fmla="*/ 18531 w 37061"/>
                <a:gd name="connsiteY4" fmla="*/ 0 h 37027"/>
                <a:gd name="connsiteX5" fmla="*/ 18531 w 37061"/>
                <a:gd name="connsiteY5" fmla="*/ 0 h 37027"/>
                <a:gd name="connsiteX6" fmla="*/ 18531 w 37061"/>
                <a:gd name="connsiteY6" fmla="*/ 24259 h 37027"/>
                <a:gd name="connsiteX7" fmla="*/ 12780 w 37061"/>
                <a:gd name="connsiteY7" fmla="*/ 18513 h 37027"/>
                <a:gd name="connsiteX8" fmla="*/ 18531 w 37061"/>
                <a:gd name="connsiteY8" fmla="*/ 12768 h 37027"/>
                <a:gd name="connsiteX9" fmla="*/ 24282 w 37061"/>
                <a:gd name="connsiteY9" fmla="*/ 18513 h 37027"/>
                <a:gd name="connsiteX10" fmla="*/ 18531 w 37061"/>
                <a:gd name="connsiteY10" fmla="*/ 24259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061" h="37027">
                  <a:moveTo>
                    <a:pt x="18531" y="0"/>
                  </a:moveTo>
                  <a:cubicBezTo>
                    <a:pt x="8307" y="0"/>
                    <a:pt x="0" y="8299"/>
                    <a:pt x="0" y="18513"/>
                  </a:cubicBezTo>
                  <a:cubicBezTo>
                    <a:pt x="0" y="28728"/>
                    <a:pt x="8307" y="37027"/>
                    <a:pt x="18531" y="37027"/>
                  </a:cubicBezTo>
                  <a:cubicBezTo>
                    <a:pt x="28755" y="37027"/>
                    <a:pt x="37062" y="28728"/>
                    <a:pt x="37062" y="18513"/>
                  </a:cubicBezTo>
                  <a:cubicBezTo>
                    <a:pt x="37062" y="8299"/>
                    <a:pt x="28755" y="0"/>
                    <a:pt x="18531" y="0"/>
                  </a:cubicBezTo>
                  <a:cubicBezTo>
                    <a:pt x="18531" y="0"/>
                    <a:pt x="18531" y="0"/>
                    <a:pt x="18531" y="0"/>
                  </a:cubicBezTo>
                  <a:close/>
                  <a:moveTo>
                    <a:pt x="18531" y="24259"/>
                  </a:moveTo>
                  <a:cubicBezTo>
                    <a:pt x="15336" y="24259"/>
                    <a:pt x="12780" y="21705"/>
                    <a:pt x="12780" y="18513"/>
                  </a:cubicBezTo>
                  <a:cubicBezTo>
                    <a:pt x="12780" y="15321"/>
                    <a:pt x="15336" y="12768"/>
                    <a:pt x="18531" y="12768"/>
                  </a:cubicBezTo>
                  <a:cubicBezTo>
                    <a:pt x="21726" y="12768"/>
                    <a:pt x="24282" y="15321"/>
                    <a:pt x="24282" y="18513"/>
                  </a:cubicBezTo>
                  <a:cubicBezTo>
                    <a:pt x="24282" y="21705"/>
                    <a:pt x="21726" y="24259"/>
                    <a:pt x="18531" y="24259"/>
                  </a:cubicBezTo>
                  <a:close/>
                </a:path>
              </a:pathLst>
            </a:custGeom>
            <a:solidFill>
              <a:srgbClr val="86BC25"/>
            </a:solidFill>
            <a:ln w="6390" cap="flat">
              <a:noFill/>
              <a:prstDash val="solid"/>
              <a:miter/>
            </a:ln>
          </p:spPr>
          <p:txBody>
            <a:bodyPr rtlCol="0" anchor="ctr"/>
            <a:lstStyle/>
            <a:p>
              <a:endParaRPr lang="en-US"/>
            </a:p>
          </p:txBody>
        </p:sp>
        <p:sp>
          <p:nvSpPr>
            <p:cNvPr id="870" name="Graphic 4">
              <a:extLst>
                <a:ext uri="{FF2B5EF4-FFF2-40B4-BE49-F238E27FC236}">
                  <a16:creationId xmlns:a16="http://schemas.microsoft.com/office/drawing/2014/main" id="{34A2CCA7-9AA5-DE45-ACFB-09C9E7F89BAE}"/>
                </a:ext>
              </a:extLst>
            </p:cNvPr>
            <p:cNvSpPr/>
            <p:nvPr/>
          </p:nvSpPr>
          <p:spPr>
            <a:xfrm>
              <a:off x="1617932" y="3907798"/>
              <a:ext cx="182113" cy="181943"/>
            </a:xfrm>
            <a:custGeom>
              <a:avLst/>
              <a:gdLst>
                <a:gd name="connsiteX0" fmla="*/ 6390 w 182113"/>
                <a:gd name="connsiteY0" fmla="*/ 0 h 181943"/>
                <a:gd name="connsiteX1" fmla="*/ 0 w 182113"/>
                <a:gd name="connsiteY1" fmla="*/ 6384 h 181943"/>
                <a:gd name="connsiteX2" fmla="*/ 6390 w 182113"/>
                <a:gd name="connsiteY2" fmla="*/ 12768 h 181943"/>
                <a:gd name="connsiteX3" fmla="*/ 169333 w 182113"/>
                <a:gd name="connsiteY3" fmla="*/ 175560 h 181943"/>
                <a:gd name="connsiteX4" fmla="*/ 175723 w 182113"/>
                <a:gd name="connsiteY4" fmla="*/ 181944 h 181943"/>
                <a:gd name="connsiteX5" fmla="*/ 182113 w 182113"/>
                <a:gd name="connsiteY5" fmla="*/ 175560 h 181943"/>
                <a:gd name="connsiteX6" fmla="*/ 6390 w 182113"/>
                <a:gd name="connsiteY6" fmla="*/ 0 h 18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2113" h="181943">
                  <a:moveTo>
                    <a:pt x="6390" y="0"/>
                  </a:moveTo>
                  <a:cubicBezTo>
                    <a:pt x="2556" y="0"/>
                    <a:pt x="0" y="2554"/>
                    <a:pt x="0" y="6384"/>
                  </a:cubicBezTo>
                  <a:cubicBezTo>
                    <a:pt x="0" y="10214"/>
                    <a:pt x="2556" y="12768"/>
                    <a:pt x="6390" y="12768"/>
                  </a:cubicBezTo>
                  <a:cubicBezTo>
                    <a:pt x="96488" y="12768"/>
                    <a:pt x="169333" y="85546"/>
                    <a:pt x="169333" y="175560"/>
                  </a:cubicBezTo>
                  <a:cubicBezTo>
                    <a:pt x="169333" y="179390"/>
                    <a:pt x="171889" y="181944"/>
                    <a:pt x="175723" y="181944"/>
                  </a:cubicBezTo>
                  <a:cubicBezTo>
                    <a:pt x="179557" y="181944"/>
                    <a:pt x="182113" y="179390"/>
                    <a:pt x="182113" y="175560"/>
                  </a:cubicBezTo>
                  <a:cubicBezTo>
                    <a:pt x="181474" y="78523"/>
                    <a:pt x="102878" y="0"/>
                    <a:pt x="6390" y="0"/>
                  </a:cubicBezTo>
                  <a:close/>
                </a:path>
              </a:pathLst>
            </a:custGeom>
            <a:solidFill>
              <a:srgbClr val="86BC25"/>
            </a:solidFill>
            <a:ln w="6390" cap="flat">
              <a:noFill/>
              <a:prstDash val="solid"/>
              <a:miter/>
            </a:ln>
          </p:spPr>
          <p:txBody>
            <a:bodyPr rtlCol="0" anchor="ctr"/>
            <a:lstStyle/>
            <a:p>
              <a:endParaRPr lang="en-US"/>
            </a:p>
          </p:txBody>
        </p:sp>
        <p:sp>
          <p:nvSpPr>
            <p:cNvPr id="871" name="Graphic 4">
              <a:extLst>
                <a:ext uri="{FF2B5EF4-FFF2-40B4-BE49-F238E27FC236}">
                  <a16:creationId xmlns:a16="http://schemas.microsoft.com/office/drawing/2014/main" id="{28DA0E0B-E3EC-554C-8DE1-A878D86035FD}"/>
                </a:ext>
              </a:extLst>
            </p:cNvPr>
            <p:cNvSpPr/>
            <p:nvPr/>
          </p:nvSpPr>
          <p:spPr>
            <a:xfrm>
              <a:off x="1619849" y="3983129"/>
              <a:ext cx="104155" cy="104058"/>
            </a:xfrm>
            <a:custGeom>
              <a:avLst/>
              <a:gdLst>
                <a:gd name="connsiteX0" fmla="*/ 6390 w 104155"/>
                <a:gd name="connsiteY0" fmla="*/ 0 h 104058"/>
                <a:gd name="connsiteX1" fmla="*/ 0 w 104155"/>
                <a:gd name="connsiteY1" fmla="*/ 6384 h 104058"/>
                <a:gd name="connsiteX2" fmla="*/ 6390 w 104155"/>
                <a:gd name="connsiteY2" fmla="*/ 12768 h 104058"/>
                <a:gd name="connsiteX3" fmla="*/ 91376 w 104155"/>
                <a:gd name="connsiteY3" fmla="*/ 97675 h 104058"/>
                <a:gd name="connsiteX4" fmla="*/ 97766 w 104155"/>
                <a:gd name="connsiteY4" fmla="*/ 104059 h 104058"/>
                <a:gd name="connsiteX5" fmla="*/ 104156 w 104155"/>
                <a:gd name="connsiteY5" fmla="*/ 97675 h 104058"/>
                <a:gd name="connsiteX6" fmla="*/ 6390 w 104155"/>
                <a:gd name="connsiteY6" fmla="*/ 0 h 104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55" h="104058">
                  <a:moveTo>
                    <a:pt x="6390" y="0"/>
                  </a:moveTo>
                  <a:cubicBezTo>
                    <a:pt x="2556" y="0"/>
                    <a:pt x="0" y="2554"/>
                    <a:pt x="0" y="6384"/>
                  </a:cubicBezTo>
                  <a:cubicBezTo>
                    <a:pt x="0" y="10215"/>
                    <a:pt x="2556" y="12768"/>
                    <a:pt x="6390" y="12768"/>
                  </a:cubicBezTo>
                  <a:cubicBezTo>
                    <a:pt x="53675" y="12768"/>
                    <a:pt x="91376" y="51072"/>
                    <a:pt x="91376" y="97675"/>
                  </a:cubicBezTo>
                  <a:cubicBezTo>
                    <a:pt x="91376" y="101505"/>
                    <a:pt x="93932" y="104059"/>
                    <a:pt x="97766" y="104059"/>
                  </a:cubicBezTo>
                  <a:cubicBezTo>
                    <a:pt x="101600" y="104059"/>
                    <a:pt x="104156" y="101505"/>
                    <a:pt x="104156" y="97675"/>
                  </a:cubicBezTo>
                  <a:cubicBezTo>
                    <a:pt x="104156" y="44050"/>
                    <a:pt x="60065" y="639"/>
                    <a:pt x="6390" y="0"/>
                  </a:cubicBezTo>
                  <a:close/>
                </a:path>
              </a:pathLst>
            </a:custGeom>
            <a:solidFill>
              <a:srgbClr val="86BC25"/>
            </a:solidFill>
            <a:ln w="6390" cap="flat">
              <a:noFill/>
              <a:prstDash val="solid"/>
              <a:miter/>
            </a:ln>
          </p:spPr>
          <p:txBody>
            <a:bodyPr rtlCol="0" anchor="ctr"/>
            <a:lstStyle/>
            <a:p>
              <a:endParaRPr lang="en-US"/>
            </a:p>
          </p:txBody>
        </p:sp>
      </p:grpSp>
      <p:grpSp>
        <p:nvGrpSpPr>
          <p:cNvPr id="872" name="Graphic 4">
            <a:extLst>
              <a:ext uri="{FF2B5EF4-FFF2-40B4-BE49-F238E27FC236}">
                <a16:creationId xmlns:a16="http://schemas.microsoft.com/office/drawing/2014/main" id="{05364A19-0B7F-CF4A-817D-67300273EAB8}"/>
              </a:ext>
            </a:extLst>
          </p:cNvPr>
          <p:cNvGrpSpPr/>
          <p:nvPr/>
        </p:nvGrpSpPr>
        <p:grpSpPr>
          <a:xfrm>
            <a:off x="1515054" y="1402723"/>
            <a:ext cx="362309" cy="361971"/>
            <a:chOff x="1515054" y="1402723"/>
            <a:chExt cx="362309" cy="361971"/>
          </a:xfrm>
          <a:solidFill>
            <a:srgbClr val="86BC25"/>
          </a:solidFill>
        </p:grpSpPr>
        <p:sp>
          <p:nvSpPr>
            <p:cNvPr id="873" name="Graphic 4">
              <a:extLst>
                <a:ext uri="{FF2B5EF4-FFF2-40B4-BE49-F238E27FC236}">
                  <a16:creationId xmlns:a16="http://schemas.microsoft.com/office/drawing/2014/main" id="{A03B252D-51F2-C64E-AFB3-A6A0153FD978}"/>
                </a:ext>
              </a:extLst>
            </p:cNvPr>
            <p:cNvSpPr/>
            <p:nvPr/>
          </p:nvSpPr>
          <p:spPr>
            <a:xfrm>
              <a:off x="1515054" y="1402723"/>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362309 w 362309"/>
                <a:gd name="connsiteY4" fmla="*/ 181305 h 361971"/>
                <a:gd name="connsiteX5" fmla="*/ 180835 w 362309"/>
                <a:gd name="connsiteY5" fmla="*/ 0 h 361971"/>
                <a:gd name="connsiteX6" fmla="*/ 180835 w 362309"/>
                <a:gd name="connsiteY6" fmla="*/ 0 h 361971"/>
                <a:gd name="connsiteX7" fmla="*/ 180835 w 362309"/>
                <a:gd name="connsiteY7" fmla="*/ 348565 h 361971"/>
                <a:gd name="connsiteX8" fmla="*/ 12780 w 362309"/>
                <a:gd name="connsiteY8" fmla="*/ 180028 h 361971"/>
                <a:gd name="connsiteX9" fmla="*/ 180835 w 362309"/>
                <a:gd name="connsiteY9" fmla="*/ 12130 h 361971"/>
                <a:gd name="connsiteX10" fmla="*/ 349529 w 362309"/>
                <a:gd name="connsiteY10" fmla="*/ 180028 h 361971"/>
                <a:gd name="connsiteX11" fmla="*/ 180835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181305"/>
                    <a:pt x="362309" y="181305"/>
                    <a:pt x="362309" y="181305"/>
                  </a:cubicBezTo>
                  <a:cubicBezTo>
                    <a:pt x="361670" y="80438"/>
                    <a:pt x="281157" y="0"/>
                    <a:pt x="180835" y="0"/>
                  </a:cubicBezTo>
                  <a:cubicBezTo>
                    <a:pt x="180835" y="0"/>
                    <a:pt x="180835" y="0"/>
                    <a:pt x="180835" y="0"/>
                  </a:cubicBezTo>
                  <a:close/>
                  <a:moveTo>
                    <a:pt x="180835" y="348565"/>
                  </a:moveTo>
                  <a:cubicBezTo>
                    <a:pt x="87542" y="348565"/>
                    <a:pt x="12780" y="273234"/>
                    <a:pt x="12780" y="180028"/>
                  </a:cubicBezTo>
                  <a:cubicBezTo>
                    <a:pt x="12780" y="86822"/>
                    <a:pt x="88181" y="12130"/>
                    <a:pt x="180835" y="12130"/>
                  </a:cubicBezTo>
                  <a:cubicBezTo>
                    <a:pt x="274128" y="12130"/>
                    <a:pt x="349529" y="87461"/>
                    <a:pt x="349529" y="180028"/>
                  </a:cubicBezTo>
                  <a:cubicBezTo>
                    <a:pt x="348891" y="273234"/>
                    <a:pt x="273489" y="348565"/>
                    <a:pt x="180835" y="348565"/>
                  </a:cubicBezTo>
                  <a:close/>
                </a:path>
              </a:pathLst>
            </a:custGeom>
            <a:solidFill>
              <a:srgbClr val="86BC25"/>
            </a:solidFill>
            <a:ln w="6390" cap="flat">
              <a:noFill/>
              <a:prstDash val="solid"/>
              <a:miter/>
            </a:ln>
          </p:spPr>
          <p:txBody>
            <a:bodyPr rtlCol="0" anchor="ctr"/>
            <a:lstStyle/>
            <a:p>
              <a:endParaRPr lang="en-US"/>
            </a:p>
          </p:txBody>
        </p:sp>
        <p:sp>
          <p:nvSpPr>
            <p:cNvPr id="874" name="Graphic 4">
              <a:extLst>
                <a:ext uri="{FF2B5EF4-FFF2-40B4-BE49-F238E27FC236}">
                  <a16:creationId xmlns:a16="http://schemas.microsoft.com/office/drawing/2014/main" id="{14B9500B-2DDB-B842-A747-EF96A7BF470E}"/>
                </a:ext>
              </a:extLst>
            </p:cNvPr>
            <p:cNvSpPr/>
            <p:nvPr/>
          </p:nvSpPr>
          <p:spPr>
            <a:xfrm>
              <a:off x="1615376" y="1472947"/>
              <a:ext cx="191059" cy="190881"/>
            </a:xfrm>
            <a:custGeom>
              <a:avLst/>
              <a:gdLst>
                <a:gd name="connsiteX0" fmla="*/ 162943 w 191059"/>
                <a:gd name="connsiteY0" fmla="*/ 114273 h 190881"/>
                <a:gd name="connsiteX1" fmla="*/ 160387 w 191059"/>
                <a:gd name="connsiteY1" fmla="*/ 112996 h 190881"/>
                <a:gd name="connsiteX2" fmla="*/ 121409 w 191059"/>
                <a:gd name="connsiteY2" fmla="*/ 98313 h 190881"/>
                <a:gd name="connsiteX3" fmla="*/ 134828 w 191059"/>
                <a:gd name="connsiteY3" fmla="*/ 84907 h 190881"/>
                <a:gd name="connsiteX4" fmla="*/ 134828 w 191059"/>
                <a:gd name="connsiteY4" fmla="*/ 67032 h 190881"/>
                <a:gd name="connsiteX5" fmla="*/ 134828 w 191059"/>
                <a:gd name="connsiteY5" fmla="*/ 67032 h 190881"/>
                <a:gd name="connsiteX6" fmla="*/ 123965 w 191059"/>
                <a:gd name="connsiteY6" fmla="*/ 56179 h 190881"/>
                <a:gd name="connsiteX7" fmla="*/ 106073 w 191059"/>
                <a:gd name="connsiteY7" fmla="*/ 56179 h 190881"/>
                <a:gd name="connsiteX8" fmla="*/ 106073 w 191059"/>
                <a:gd name="connsiteY8" fmla="*/ 56179 h 190881"/>
                <a:gd name="connsiteX9" fmla="*/ 92654 w 191059"/>
                <a:gd name="connsiteY9" fmla="*/ 69585 h 190881"/>
                <a:gd name="connsiteX10" fmla="*/ 77957 w 191059"/>
                <a:gd name="connsiteY10" fmla="*/ 30643 h 190881"/>
                <a:gd name="connsiteX11" fmla="*/ 76679 w 191059"/>
                <a:gd name="connsiteY11" fmla="*/ 28089 h 190881"/>
                <a:gd name="connsiteX12" fmla="*/ 50481 w 191059"/>
                <a:gd name="connsiteY12" fmla="*/ 1915 h 190881"/>
                <a:gd name="connsiteX13" fmla="*/ 46008 w 191059"/>
                <a:gd name="connsiteY13" fmla="*/ 0 h 190881"/>
                <a:gd name="connsiteX14" fmla="*/ 41534 w 191059"/>
                <a:gd name="connsiteY14" fmla="*/ 1915 h 190881"/>
                <a:gd name="connsiteX15" fmla="*/ 1917 w 191059"/>
                <a:gd name="connsiteY15" fmla="*/ 41496 h 190881"/>
                <a:gd name="connsiteX16" fmla="*/ 0 w 191059"/>
                <a:gd name="connsiteY16" fmla="*/ 45965 h 190881"/>
                <a:gd name="connsiteX17" fmla="*/ 1917 w 191059"/>
                <a:gd name="connsiteY17" fmla="*/ 50433 h 190881"/>
                <a:gd name="connsiteX18" fmla="*/ 28116 w 191059"/>
                <a:gd name="connsiteY18" fmla="*/ 76608 h 190881"/>
                <a:gd name="connsiteX19" fmla="*/ 30672 w 191059"/>
                <a:gd name="connsiteY19" fmla="*/ 77885 h 190881"/>
                <a:gd name="connsiteX20" fmla="*/ 69650 w 191059"/>
                <a:gd name="connsiteY20" fmla="*/ 92568 h 190881"/>
                <a:gd name="connsiteX21" fmla="*/ 56231 w 191059"/>
                <a:gd name="connsiteY21" fmla="*/ 105974 h 190881"/>
                <a:gd name="connsiteX22" fmla="*/ 56231 w 191059"/>
                <a:gd name="connsiteY22" fmla="*/ 105974 h 190881"/>
                <a:gd name="connsiteX23" fmla="*/ 56231 w 191059"/>
                <a:gd name="connsiteY23" fmla="*/ 123849 h 190881"/>
                <a:gd name="connsiteX24" fmla="*/ 56231 w 191059"/>
                <a:gd name="connsiteY24" fmla="*/ 123849 h 190881"/>
                <a:gd name="connsiteX25" fmla="*/ 67094 w 191059"/>
                <a:gd name="connsiteY25" fmla="*/ 134702 h 190881"/>
                <a:gd name="connsiteX26" fmla="*/ 76040 w 191059"/>
                <a:gd name="connsiteY26" fmla="*/ 138532 h 190881"/>
                <a:gd name="connsiteX27" fmla="*/ 84986 w 191059"/>
                <a:gd name="connsiteY27" fmla="*/ 134702 h 190881"/>
                <a:gd name="connsiteX28" fmla="*/ 98405 w 191059"/>
                <a:gd name="connsiteY28" fmla="*/ 121296 h 190881"/>
                <a:gd name="connsiteX29" fmla="*/ 113102 w 191059"/>
                <a:gd name="connsiteY29" fmla="*/ 160238 h 190881"/>
                <a:gd name="connsiteX30" fmla="*/ 114380 w 191059"/>
                <a:gd name="connsiteY30" fmla="*/ 162792 h 190881"/>
                <a:gd name="connsiteX31" fmla="*/ 140579 w 191059"/>
                <a:gd name="connsiteY31" fmla="*/ 188966 h 190881"/>
                <a:gd name="connsiteX32" fmla="*/ 149525 w 191059"/>
                <a:gd name="connsiteY32" fmla="*/ 188966 h 190881"/>
                <a:gd name="connsiteX33" fmla="*/ 149525 w 191059"/>
                <a:gd name="connsiteY33" fmla="*/ 188966 h 190881"/>
                <a:gd name="connsiteX34" fmla="*/ 189142 w 191059"/>
                <a:gd name="connsiteY34" fmla="*/ 149385 h 190881"/>
                <a:gd name="connsiteX35" fmla="*/ 191059 w 191059"/>
                <a:gd name="connsiteY35" fmla="*/ 144916 h 190881"/>
                <a:gd name="connsiteX36" fmla="*/ 189142 w 191059"/>
                <a:gd name="connsiteY36" fmla="*/ 140448 h 190881"/>
                <a:gd name="connsiteX37" fmla="*/ 162943 w 191059"/>
                <a:gd name="connsiteY37" fmla="*/ 114273 h 190881"/>
                <a:gd name="connsiteX38" fmla="*/ 35784 w 191059"/>
                <a:gd name="connsiteY38" fmla="*/ 66393 h 190881"/>
                <a:gd name="connsiteX39" fmla="*/ 15336 w 191059"/>
                <a:gd name="connsiteY39" fmla="*/ 45965 h 190881"/>
                <a:gd name="connsiteX40" fmla="*/ 46008 w 191059"/>
                <a:gd name="connsiteY40" fmla="*/ 15322 h 190881"/>
                <a:gd name="connsiteX41" fmla="*/ 66455 w 191059"/>
                <a:gd name="connsiteY41" fmla="*/ 35750 h 190881"/>
                <a:gd name="connsiteX42" fmla="*/ 82430 w 191059"/>
                <a:gd name="connsiteY42" fmla="*/ 79161 h 190881"/>
                <a:gd name="connsiteX43" fmla="*/ 79235 w 191059"/>
                <a:gd name="connsiteY43" fmla="*/ 82353 h 190881"/>
                <a:gd name="connsiteX44" fmla="*/ 35784 w 191059"/>
                <a:gd name="connsiteY44" fmla="*/ 66393 h 190881"/>
                <a:gd name="connsiteX45" fmla="*/ 75401 w 191059"/>
                <a:gd name="connsiteY45" fmla="*/ 125764 h 190881"/>
                <a:gd name="connsiteX46" fmla="*/ 64538 w 191059"/>
                <a:gd name="connsiteY46" fmla="*/ 114912 h 190881"/>
                <a:gd name="connsiteX47" fmla="*/ 115019 w 191059"/>
                <a:gd name="connsiteY47" fmla="*/ 64478 h 190881"/>
                <a:gd name="connsiteX48" fmla="*/ 125882 w 191059"/>
                <a:gd name="connsiteY48" fmla="*/ 75331 h 190881"/>
                <a:gd name="connsiteX49" fmla="*/ 75401 w 191059"/>
                <a:gd name="connsiteY49" fmla="*/ 125764 h 190881"/>
                <a:gd name="connsiteX50" fmla="*/ 144413 w 191059"/>
                <a:gd name="connsiteY50" fmla="*/ 174921 h 190881"/>
                <a:gd name="connsiteX51" fmla="*/ 123965 w 191059"/>
                <a:gd name="connsiteY51" fmla="*/ 154492 h 190881"/>
                <a:gd name="connsiteX52" fmla="*/ 107990 w 191059"/>
                <a:gd name="connsiteY52" fmla="*/ 111081 h 190881"/>
                <a:gd name="connsiteX53" fmla="*/ 111185 w 191059"/>
                <a:gd name="connsiteY53" fmla="*/ 107889 h 190881"/>
                <a:gd name="connsiteX54" fmla="*/ 154636 w 191059"/>
                <a:gd name="connsiteY54" fmla="*/ 124488 h 190881"/>
                <a:gd name="connsiteX55" fmla="*/ 175084 w 191059"/>
                <a:gd name="connsiteY55" fmla="*/ 144916 h 190881"/>
                <a:gd name="connsiteX56" fmla="*/ 144413 w 191059"/>
                <a:gd name="connsiteY56" fmla="*/ 174921 h 190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91059" h="190881">
                  <a:moveTo>
                    <a:pt x="162943" y="114273"/>
                  </a:moveTo>
                  <a:cubicBezTo>
                    <a:pt x="162304" y="113635"/>
                    <a:pt x="161665" y="112996"/>
                    <a:pt x="160387" y="112996"/>
                  </a:cubicBezTo>
                  <a:lnTo>
                    <a:pt x="121409" y="98313"/>
                  </a:lnTo>
                  <a:lnTo>
                    <a:pt x="134828" y="84907"/>
                  </a:lnTo>
                  <a:cubicBezTo>
                    <a:pt x="139940" y="79800"/>
                    <a:pt x="139940" y="72139"/>
                    <a:pt x="134828" y="67032"/>
                  </a:cubicBezTo>
                  <a:cubicBezTo>
                    <a:pt x="134828" y="67032"/>
                    <a:pt x="134828" y="67032"/>
                    <a:pt x="134828" y="67032"/>
                  </a:cubicBezTo>
                  <a:lnTo>
                    <a:pt x="123965" y="56179"/>
                  </a:lnTo>
                  <a:cubicBezTo>
                    <a:pt x="118853" y="51072"/>
                    <a:pt x="111185" y="51072"/>
                    <a:pt x="106073" y="56179"/>
                  </a:cubicBezTo>
                  <a:cubicBezTo>
                    <a:pt x="106073" y="56179"/>
                    <a:pt x="106073" y="56179"/>
                    <a:pt x="106073" y="56179"/>
                  </a:cubicBezTo>
                  <a:lnTo>
                    <a:pt x="92654" y="69585"/>
                  </a:lnTo>
                  <a:lnTo>
                    <a:pt x="77957" y="30643"/>
                  </a:lnTo>
                  <a:cubicBezTo>
                    <a:pt x="77318" y="30005"/>
                    <a:pt x="77318" y="28728"/>
                    <a:pt x="76679" y="28089"/>
                  </a:cubicBezTo>
                  <a:lnTo>
                    <a:pt x="50481" y="1915"/>
                  </a:lnTo>
                  <a:cubicBezTo>
                    <a:pt x="49202" y="638"/>
                    <a:pt x="47924" y="0"/>
                    <a:pt x="46008" y="0"/>
                  </a:cubicBezTo>
                  <a:cubicBezTo>
                    <a:pt x="44091" y="0"/>
                    <a:pt x="42813" y="638"/>
                    <a:pt x="41534" y="1915"/>
                  </a:cubicBezTo>
                  <a:lnTo>
                    <a:pt x="1917" y="41496"/>
                  </a:lnTo>
                  <a:cubicBezTo>
                    <a:pt x="639" y="42773"/>
                    <a:pt x="0" y="44049"/>
                    <a:pt x="0" y="45965"/>
                  </a:cubicBezTo>
                  <a:cubicBezTo>
                    <a:pt x="0" y="47880"/>
                    <a:pt x="639" y="49157"/>
                    <a:pt x="1917" y="50433"/>
                  </a:cubicBezTo>
                  <a:lnTo>
                    <a:pt x="28116" y="76608"/>
                  </a:lnTo>
                  <a:cubicBezTo>
                    <a:pt x="28755" y="77246"/>
                    <a:pt x="29394" y="77885"/>
                    <a:pt x="30672" y="77885"/>
                  </a:cubicBezTo>
                  <a:lnTo>
                    <a:pt x="69650" y="92568"/>
                  </a:lnTo>
                  <a:lnTo>
                    <a:pt x="56231" y="105974"/>
                  </a:lnTo>
                  <a:lnTo>
                    <a:pt x="56231" y="105974"/>
                  </a:lnTo>
                  <a:cubicBezTo>
                    <a:pt x="51119" y="111081"/>
                    <a:pt x="51119" y="118742"/>
                    <a:pt x="56231" y="123849"/>
                  </a:cubicBezTo>
                  <a:cubicBezTo>
                    <a:pt x="56231" y="123849"/>
                    <a:pt x="56231" y="123849"/>
                    <a:pt x="56231" y="123849"/>
                  </a:cubicBezTo>
                  <a:lnTo>
                    <a:pt x="67094" y="134702"/>
                  </a:lnTo>
                  <a:cubicBezTo>
                    <a:pt x="69650" y="137256"/>
                    <a:pt x="72845" y="138532"/>
                    <a:pt x="76040" y="138532"/>
                  </a:cubicBezTo>
                  <a:cubicBezTo>
                    <a:pt x="79235" y="138532"/>
                    <a:pt x="82430" y="137256"/>
                    <a:pt x="84986" y="134702"/>
                  </a:cubicBezTo>
                  <a:lnTo>
                    <a:pt x="98405" y="121296"/>
                  </a:lnTo>
                  <a:lnTo>
                    <a:pt x="113102" y="160238"/>
                  </a:lnTo>
                  <a:cubicBezTo>
                    <a:pt x="113741" y="160876"/>
                    <a:pt x="113741" y="162153"/>
                    <a:pt x="114380" y="162792"/>
                  </a:cubicBezTo>
                  <a:lnTo>
                    <a:pt x="140579" y="188966"/>
                  </a:lnTo>
                  <a:cubicBezTo>
                    <a:pt x="143135" y="191519"/>
                    <a:pt x="146968" y="191519"/>
                    <a:pt x="149525" y="188966"/>
                  </a:cubicBezTo>
                  <a:cubicBezTo>
                    <a:pt x="149525" y="188966"/>
                    <a:pt x="149525" y="188966"/>
                    <a:pt x="149525" y="188966"/>
                  </a:cubicBezTo>
                  <a:lnTo>
                    <a:pt x="189142" y="149385"/>
                  </a:lnTo>
                  <a:cubicBezTo>
                    <a:pt x="190420" y="148108"/>
                    <a:pt x="191059" y="146832"/>
                    <a:pt x="191059" y="144916"/>
                  </a:cubicBezTo>
                  <a:cubicBezTo>
                    <a:pt x="191059" y="143001"/>
                    <a:pt x="190420" y="141724"/>
                    <a:pt x="189142" y="140448"/>
                  </a:cubicBezTo>
                  <a:lnTo>
                    <a:pt x="162943" y="114273"/>
                  </a:lnTo>
                  <a:close/>
                  <a:moveTo>
                    <a:pt x="35784" y="66393"/>
                  </a:moveTo>
                  <a:lnTo>
                    <a:pt x="15336" y="45965"/>
                  </a:lnTo>
                  <a:lnTo>
                    <a:pt x="46008" y="15322"/>
                  </a:lnTo>
                  <a:lnTo>
                    <a:pt x="66455" y="35750"/>
                  </a:lnTo>
                  <a:lnTo>
                    <a:pt x="82430" y="79161"/>
                  </a:lnTo>
                  <a:lnTo>
                    <a:pt x="79235" y="82353"/>
                  </a:lnTo>
                  <a:lnTo>
                    <a:pt x="35784" y="66393"/>
                  </a:lnTo>
                  <a:close/>
                  <a:moveTo>
                    <a:pt x="75401" y="125764"/>
                  </a:moveTo>
                  <a:lnTo>
                    <a:pt x="64538" y="114912"/>
                  </a:lnTo>
                  <a:lnTo>
                    <a:pt x="115019" y="64478"/>
                  </a:lnTo>
                  <a:lnTo>
                    <a:pt x="125882" y="75331"/>
                  </a:lnTo>
                  <a:lnTo>
                    <a:pt x="75401" y="125764"/>
                  </a:lnTo>
                  <a:close/>
                  <a:moveTo>
                    <a:pt x="144413" y="174921"/>
                  </a:moveTo>
                  <a:lnTo>
                    <a:pt x="123965" y="154492"/>
                  </a:lnTo>
                  <a:lnTo>
                    <a:pt x="107990" y="111081"/>
                  </a:lnTo>
                  <a:lnTo>
                    <a:pt x="111185" y="107889"/>
                  </a:lnTo>
                  <a:lnTo>
                    <a:pt x="154636" y="124488"/>
                  </a:lnTo>
                  <a:lnTo>
                    <a:pt x="175084" y="144916"/>
                  </a:lnTo>
                  <a:lnTo>
                    <a:pt x="144413" y="174921"/>
                  </a:lnTo>
                  <a:close/>
                </a:path>
              </a:pathLst>
            </a:custGeom>
            <a:solidFill>
              <a:srgbClr val="86BC25"/>
            </a:solidFill>
            <a:ln w="6390" cap="flat">
              <a:noFill/>
              <a:prstDash val="solid"/>
              <a:miter/>
            </a:ln>
          </p:spPr>
          <p:txBody>
            <a:bodyPr rtlCol="0" anchor="ctr"/>
            <a:lstStyle/>
            <a:p>
              <a:endParaRPr lang="en-US"/>
            </a:p>
          </p:txBody>
        </p:sp>
        <p:sp>
          <p:nvSpPr>
            <p:cNvPr id="875" name="Graphic 4">
              <a:extLst>
                <a:ext uri="{FF2B5EF4-FFF2-40B4-BE49-F238E27FC236}">
                  <a16:creationId xmlns:a16="http://schemas.microsoft.com/office/drawing/2014/main" id="{69A1CD6D-B82A-AE4C-85D3-58A0A52900D7}"/>
                </a:ext>
              </a:extLst>
            </p:cNvPr>
            <p:cNvSpPr/>
            <p:nvPr/>
          </p:nvSpPr>
          <p:spPr>
            <a:xfrm>
              <a:off x="1585982" y="1586582"/>
              <a:ext cx="106072" cy="106087"/>
            </a:xfrm>
            <a:custGeom>
              <a:avLst/>
              <a:gdLst>
                <a:gd name="connsiteX0" fmla="*/ 99683 w 106072"/>
                <a:gd name="connsiteY0" fmla="*/ 93845 h 106087"/>
                <a:gd name="connsiteX1" fmla="*/ 99683 w 106072"/>
                <a:gd name="connsiteY1" fmla="*/ 93845 h 106087"/>
                <a:gd name="connsiteX2" fmla="*/ 40257 w 106072"/>
                <a:gd name="connsiteY2" fmla="*/ 70862 h 106087"/>
                <a:gd name="connsiteX3" fmla="*/ 12780 w 106072"/>
                <a:gd name="connsiteY3" fmla="*/ 6384 h 106087"/>
                <a:gd name="connsiteX4" fmla="*/ 6390 w 106072"/>
                <a:gd name="connsiteY4" fmla="*/ 0 h 106087"/>
                <a:gd name="connsiteX5" fmla="*/ 0 w 106072"/>
                <a:gd name="connsiteY5" fmla="*/ 6384 h 106087"/>
                <a:gd name="connsiteX6" fmla="*/ 31311 w 106072"/>
                <a:gd name="connsiteY6" fmla="*/ 79800 h 106087"/>
                <a:gd name="connsiteX7" fmla="*/ 99683 w 106072"/>
                <a:gd name="connsiteY7" fmla="*/ 105974 h 106087"/>
                <a:gd name="connsiteX8" fmla="*/ 99683 w 106072"/>
                <a:gd name="connsiteY8" fmla="*/ 105974 h 106087"/>
                <a:gd name="connsiteX9" fmla="*/ 106073 w 106072"/>
                <a:gd name="connsiteY9" fmla="*/ 99590 h 106087"/>
                <a:gd name="connsiteX10" fmla="*/ 99683 w 106072"/>
                <a:gd name="connsiteY10" fmla="*/ 93845 h 106087"/>
                <a:gd name="connsiteX11" fmla="*/ 99683 w 106072"/>
                <a:gd name="connsiteY11" fmla="*/ 93845 h 10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6072" h="106087">
                  <a:moveTo>
                    <a:pt x="99683" y="93845"/>
                  </a:moveTo>
                  <a:lnTo>
                    <a:pt x="99683" y="93845"/>
                  </a:lnTo>
                  <a:cubicBezTo>
                    <a:pt x="77318" y="95121"/>
                    <a:pt x="55592" y="86822"/>
                    <a:pt x="40257" y="70862"/>
                  </a:cubicBezTo>
                  <a:cubicBezTo>
                    <a:pt x="23004" y="53625"/>
                    <a:pt x="13419" y="30643"/>
                    <a:pt x="12780" y="6384"/>
                  </a:cubicBezTo>
                  <a:cubicBezTo>
                    <a:pt x="12780" y="2554"/>
                    <a:pt x="10224" y="0"/>
                    <a:pt x="6390" y="0"/>
                  </a:cubicBezTo>
                  <a:cubicBezTo>
                    <a:pt x="2556" y="0"/>
                    <a:pt x="0" y="2554"/>
                    <a:pt x="0" y="6384"/>
                  </a:cubicBezTo>
                  <a:cubicBezTo>
                    <a:pt x="639" y="33835"/>
                    <a:pt x="12141" y="60009"/>
                    <a:pt x="31311" y="79800"/>
                  </a:cubicBezTo>
                  <a:cubicBezTo>
                    <a:pt x="49202" y="97675"/>
                    <a:pt x="74123" y="107251"/>
                    <a:pt x="99683" y="105974"/>
                  </a:cubicBezTo>
                  <a:lnTo>
                    <a:pt x="99683" y="105974"/>
                  </a:lnTo>
                  <a:cubicBezTo>
                    <a:pt x="103517" y="105974"/>
                    <a:pt x="106073" y="103421"/>
                    <a:pt x="106073" y="99590"/>
                  </a:cubicBezTo>
                  <a:cubicBezTo>
                    <a:pt x="106073" y="95760"/>
                    <a:pt x="103517" y="93845"/>
                    <a:pt x="99683" y="93845"/>
                  </a:cubicBezTo>
                  <a:lnTo>
                    <a:pt x="99683" y="93845"/>
                  </a:lnTo>
                  <a:close/>
                </a:path>
              </a:pathLst>
            </a:custGeom>
            <a:solidFill>
              <a:srgbClr val="86BC25"/>
            </a:solidFill>
            <a:ln w="6390" cap="flat">
              <a:noFill/>
              <a:prstDash val="solid"/>
              <a:miter/>
            </a:ln>
          </p:spPr>
          <p:txBody>
            <a:bodyPr rtlCol="0" anchor="ctr"/>
            <a:lstStyle/>
            <a:p>
              <a:endParaRPr lang="en-US"/>
            </a:p>
          </p:txBody>
        </p:sp>
        <p:sp>
          <p:nvSpPr>
            <p:cNvPr id="876" name="Graphic 4">
              <a:extLst>
                <a:ext uri="{FF2B5EF4-FFF2-40B4-BE49-F238E27FC236}">
                  <a16:creationId xmlns:a16="http://schemas.microsoft.com/office/drawing/2014/main" id="{70D066B2-DAD1-E04A-A720-50654CBD5FCF}"/>
                </a:ext>
              </a:extLst>
            </p:cNvPr>
            <p:cNvSpPr/>
            <p:nvPr/>
          </p:nvSpPr>
          <p:spPr>
            <a:xfrm>
              <a:off x="1628155" y="1593604"/>
              <a:ext cx="61982" cy="62562"/>
            </a:xfrm>
            <a:custGeom>
              <a:avLst/>
              <a:gdLst>
                <a:gd name="connsiteX0" fmla="*/ 55592 w 61982"/>
                <a:gd name="connsiteY0" fmla="*/ 62563 h 62562"/>
                <a:gd name="connsiteX1" fmla="*/ 61982 w 61982"/>
                <a:gd name="connsiteY1" fmla="*/ 56179 h 62562"/>
                <a:gd name="connsiteX2" fmla="*/ 55592 w 61982"/>
                <a:gd name="connsiteY2" fmla="*/ 49795 h 62562"/>
                <a:gd name="connsiteX3" fmla="*/ 55592 w 61982"/>
                <a:gd name="connsiteY3" fmla="*/ 49795 h 62562"/>
                <a:gd name="connsiteX4" fmla="*/ 12780 w 61982"/>
                <a:gd name="connsiteY4" fmla="*/ 6384 h 62562"/>
                <a:gd name="connsiteX5" fmla="*/ 6390 w 61982"/>
                <a:gd name="connsiteY5" fmla="*/ 0 h 62562"/>
                <a:gd name="connsiteX6" fmla="*/ 6390 w 61982"/>
                <a:gd name="connsiteY6" fmla="*/ 0 h 62562"/>
                <a:gd name="connsiteX7" fmla="*/ 0 w 61982"/>
                <a:gd name="connsiteY7" fmla="*/ 6384 h 62562"/>
                <a:gd name="connsiteX8" fmla="*/ 16614 w 61982"/>
                <a:gd name="connsiteY8" fmla="*/ 45326 h 62562"/>
                <a:gd name="connsiteX9" fmla="*/ 55592 w 61982"/>
                <a:gd name="connsiteY9" fmla="*/ 62563 h 62562"/>
                <a:gd name="connsiteX10" fmla="*/ 55592 w 61982"/>
                <a:gd name="connsiteY10" fmla="*/ 62563 h 62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982" h="62562">
                  <a:moveTo>
                    <a:pt x="55592" y="62563"/>
                  </a:moveTo>
                  <a:cubicBezTo>
                    <a:pt x="59426" y="62563"/>
                    <a:pt x="61982" y="60009"/>
                    <a:pt x="61982" y="56179"/>
                  </a:cubicBezTo>
                  <a:cubicBezTo>
                    <a:pt x="61982" y="52349"/>
                    <a:pt x="59426" y="49795"/>
                    <a:pt x="55592" y="49795"/>
                  </a:cubicBezTo>
                  <a:lnTo>
                    <a:pt x="55592" y="49795"/>
                  </a:lnTo>
                  <a:cubicBezTo>
                    <a:pt x="31950" y="49157"/>
                    <a:pt x="13419" y="30005"/>
                    <a:pt x="12780" y="6384"/>
                  </a:cubicBezTo>
                  <a:cubicBezTo>
                    <a:pt x="12780" y="2554"/>
                    <a:pt x="10224" y="0"/>
                    <a:pt x="6390" y="0"/>
                  </a:cubicBezTo>
                  <a:lnTo>
                    <a:pt x="6390" y="0"/>
                  </a:lnTo>
                  <a:cubicBezTo>
                    <a:pt x="2556" y="0"/>
                    <a:pt x="0" y="2554"/>
                    <a:pt x="0" y="6384"/>
                  </a:cubicBezTo>
                  <a:cubicBezTo>
                    <a:pt x="639" y="21067"/>
                    <a:pt x="6390" y="35112"/>
                    <a:pt x="16614" y="45326"/>
                  </a:cubicBezTo>
                  <a:cubicBezTo>
                    <a:pt x="26838" y="55541"/>
                    <a:pt x="40896" y="61925"/>
                    <a:pt x="55592" y="62563"/>
                  </a:cubicBezTo>
                  <a:lnTo>
                    <a:pt x="55592" y="62563"/>
                  </a:lnTo>
                  <a:close/>
                </a:path>
              </a:pathLst>
            </a:custGeom>
            <a:solidFill>
              <a:srgbClr val="86BC25"/>
            </a:solidFill>
            <a:ln w="6390" cap="flat">
              <a:noFill/>
              <a:prstDash val="solid"/>
              <a:miter/>
            </a:ln>
          </p:spPr>
          <p:txBody>
            <a:bodyPr rtlCol="0" anchor="ctr"/>
            <a:lstStyle/>
            <a:p>
              <a:endParaRPr lang="en-US"/>
            </a:p>
          </p:txBody>
        </p:sp>
      </p:grpSp>
      <p:grpSp>
        <p:nvGrpSpPr>
          <p:cNvPr id="877" name="Graphic 4">
            <a:extLst>
              <a:ext uri="{FF2B5EF4-FFF2-40B4-BE49-F238E27FC236}">
                <a16:creationId xmlns:a16="http://schemas.microsoft.com/office/drawing/2014/main" id="{A8062477-268D-A842-95B4-FB02C9BF1B8A}"/>
              </a:ext>
            </a:extLst>
          </p:cNvPr>
          <p:cNvGrpSpPr/>
          <p:nvPr/>
        </p:nvGrpSpPr>
        <p:grpSpPr>
          <a:xfrm>
            <a:off x="4660820" y="4308712"/>
            <a:ext cx="362312" cy="361971"/>
            <a:chOff x="4660820" y="4308712"/>
            <a:chExt cx="362312" cy="361971"/>
          </a:xfrm>
          <a:solidFill>
            <a:srgbClr val="26890D"/>
          </a:solidFill>
        </p:grpSpPr>
        <p:sp>
          <p:nvSpPr>
            <p:cNvPr id="878" name="Graphic 4">
              <a:extLst>
                <a:ext uri="{FF2B5EF4-FFF2-40B4-BE49-F238E27FC236}">
                  <a16:creationId xmlns:a16="http://schemas.microsoft.com/office/drawing/2014/main" id="{8D18A248-763C-5740-8C46-88E3723FCB89}"/>
                </a:ext>
              </a:extLst>
            </p:cNvPr>
            <p:cNvSpPr/>
            <p:nvPr/>
          </p:nvSpPr>
          <p:spPr>
            <a:xfrm>
              <a:off x="4660820" y="4308712"/>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9204 h 361971"/>
                <a:gd name="connsiteX8" fmla="*/ 12780 w 362312"/>
                <a:gd name="connsiteY8" fmla="*/ 181305 h 361971"/>
                <a:gd name="connsiteX9" fmla="*/ 180835 w 362312"/>
                <a:gd name="connsiteY9" fmla="*/ 12768 h 361971"/>
                <a:gd name="connsiteX10" fmla="*/ 349529 w 362312"/>
                <a:gd name="connsiteY10" fmla="*/ 180667 h 361971"/>
                <a:gd name="connsiteX11" fmla="*/ 349529 w 362312"/>
                <a:gd name="connsiteY11" fmla="*/ 180667 h 361971"/>
                <a:gd name="connsiteX12" fmla="*/ 181474 w 362312"/>
                <a:gd name="connsiteY12" fmla="*/ 349204 h 361971"/>
                <a:gd name="connsiteX13" fmla="*/ 181474 w 362312"/>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lnTo>
                    <a:pt x="181474" y="0"/>
                  </a:ln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lnTo>
                    <a:pt x="181474" y="349204"/>
                  </a:lnTo>
                  <a:close/>
                </a:path>
              </a:pathLst>
            </a:custGeom>
            <a:solidFill>
              <a:srgbClr val="26890D"/>
            </a:solidFill>
            <a:ln w="6390" cap="flat">
              <a:noFill/>
              <a:prstDash val="solid"/>
              <a:miter/>
            </a:ln>
          </p:spPr>
          <p:txBody>
            <a:bodyPr rtlCol="0" anchor="ctr"/>
            <a:lstStyle/>
            <a:p>
              <a:endParaRPr lang="en-US"/>
            </a:p>
          </p:txBody>
        </p:sp>
        <p:sp>
          <p:nvSpPr>
            <p:cNvPr id="879" name="Graphic 4">
              <a:extLst>
                <a:ext uri="{FF2B5EF4-FFF2-40B4-BE49-F238E27FC236}">
                  <a16:creationId xmlns:a16="http://schemas.microsoft.com/office/drawing/2014/main" id="{672504C7-0BCB-3246-B21E-F1F0AFE79A10}"/>
                </a:ext>
              </a:extLst>
            </p:cNvPr>
            <p:cNvSpPr/>
            <p:nvPr/>
          </p:nvSpPr>
          <p:spPr>
            <a:xfrm>
              <a:off x="4761781" y="4377020"/>
              <a:ext cx="161026" cy="225993"/>
            </a:xfrm>
            <a:custGeom>
              <a:avLst/>
              <a:gdLst>
                <a:gd name="connsiteX0" fmla="*/ 154637 w 161026"/>
                <a:gd name="connsiteY0" fmla="*/ 68309 h 225993"/>
                <a:gd name="connsiteX1" fmla="*/ 150164 w 161026"/>
                <a:gd name="connsiteY1" fmla="*/ 70224 h 225993"/>
                <a:gd name="connsiteX2" fmla="*/ 150164 w 161026"/>
                <a:gd name="connsiteY2" fmla="*/ 43411 h 225993"/>
                <a:gd name="connsiteX3" fmla="*/ 137384 w 161026"/>
                <a:gd name="connsiteY3" fmla="*/ 30643 h 225993"/>
                <a:gd name="connsiteX4" fmla="*/ 127160 w 161026"/>
                <a:gd name="connsiteY4" fmla="*/ 30643 h 225993"/>
                <a:gd name="connsiteX5" fmla="*/ 127160 w 161026"/>
                <a:gd name="connsiteY5" fmla="*/ 14045 h 225993"/>
                <a:gd name="connsiteX6" fmla="*/ 113102 w 161026"/>
                <a:gd name="connsiteY6" fmla="*/ 0 h 225993"/>
                <a:gd name="connsiteX7" fmla="*/ 113102 w 161026"/>
                <a:gd name="connsiteY7" fmla="*/ 0 h 225993"/>
                <a:gd name="connsiteX8" fmla="*/ 37062 w 161026"/>
                <a:gd name="connsiteY8" fmla="*/ 0 h 225993"/>
                <a:gd name="connsiteX9" fmla="*/ 23004 w 161026"/>
                <a:gd name="connsiteY9" fmla="*/ 14045 h 225993"/>
                <a:gd name="connsiteX10" fmla="*/ 23004 w 161026"/>
                <a:gd name="connsiteY10" fmla="*/ 14045 h 225993"/>
                <a:gd name="connsiteX11" fmla="*/ 23004 w 161026"/>
                <a:gd name="connsiteY11" fmla="*/ 30643 h 225993"/>
                <a:gd name="connsiteX12" fmla="*/ 12780 w 161026"/>
                <a:gd name="connsiteY12" fmla="*/ 30643 h 225993"/>
                <a:gd name="connsiteX13" fmla="*/ 0 w 161026"/>
                <a:gd name="connsiteY13" fmla="*/ 43411 h 225993"/>
                <a:gd name="connsiteX14" fmla="*/ 0 w 161026"/>
                <a:gd name="connsiteY14" fmla="*/ 182582 h 225993"/>
                <a:gd name="connsiteX15" fmla="*/ 12780 w 161026"/>
                <a:gd name="connsiteY15" fmla="*/ 195350 h 225993"/>
                <a:gd name="connsiteX16" fmla="*/ 23004 w 161026"/>
                <a:gd name="connsiteY16" fmla="*/ 195350 h 225993"/>
                <a:gd name="connsiteX17" fmla="*/ 23004 w 161026"/>
                <a:gd name="connsiteY17" fmla="*/ 211948 h 225993"/>
                <a:gd name="connsiteX18" fmla="*/ 37062 w 161026"/>
                <a:gd name="connsiteY18" fmla="*/ 225993 h 225993"/>
                <a:gd name="connsiteX19" fmla="*/ 37062 w 161026"/>
                <a:gd name="connsiteY19" fmla="*/ 225993 h 225993"/>
                <a:gd name="connsiteX20" fmla="*/ 113102 w 161026"/>
                <a:gd name="connsiteY20" fmla="*/ 225993 h 225993"/>
                <a:gd name="connsiteX21" fmla="*/ 127160 w 161026"/>
                <a:gd name="connsiteY21" fmla="*/ 211948 h 225993"/>
                <a:gd name="connsiteX22" fmla="*/ 127160 w 161026"/>
                <a:gd name="connsiteY22" fmla="*/ 211948 h 225993"/>
                <a:gd name="connsiteX23" fmla="*/ 127160 w 161026"/>
                <a:gd name="connsiteY23" fmla="*/ 195350 h 225993"/>
                <a:gd name="connsiteX24" fmla="*/ 137384 w 161026"/>
                <a:gd name="connsiteY24" fmla="*/ 195350 h 225993"/>
                <a:gd name="connsiteX25" fmla="*/ 150164 w 161026"/>
                <a:gd name="connsiteY25" fmla="*/ 182582 h 225993"/>
                <a:gd name="connsiteX26" fmla="*/ 150164 w 161026"/>
                <a:gd name="connsiteY26" fmla="*/ 102144 h 225993"/>
                <a:gd name="connsiteX27" fmla="*/ 154637 w 161026"/>
                <a:gd name="connsiteY27" fmla="*/ 104059 h 225993"/>
                <a:gd name="connsiteX28" fmla="*/ 161027 w 161026"/>
                <a:gd name="connsiteY28" fmla="*/ 97675 h 225993"/>
                <a:gd name="connsiteX29" fmla="*/ 161027 w 161026"/>
                <a:gd name="connsiteY29" fmla="*/ 74693 h 225993"/>
                <a:gd name="connsiteX30" fmla="*/ 154637 w 161026"/>
                <a:gd name="connsiteY30" fmla="*/ 68309 h 225993"/>
                <a:gd name="connsiteX31" fmla="*/ 154637 w 161026"/>
                <a:gd name="connsiteY31" fmla="*/ 68309 h 225993"/>
                <a:gd name="connsiteX32" fmla="*/ 35783 w 161026"/>
                <a:gd name="connsiteY32" fmla="*/ 14045 h 225993"/>
                <a:gd name="connsiteX33" fmla="*/ 37062 w 161026"/>
                <a:gd name="connsiteY33" fmla="*/ 12768 h 225993"/>
                <a:gd name="connsiteX34" fmla="*/ 113102 w 161026"/>
                <a:gd name="connsiteY34" fmla="*/ 12768 h 225993"/>
                <a:gd name="connsiteX35" fmla="*/ 114380 w 161026"/>
                <a:gd name="connsiteY35" fmla="*/ 14045 h 225993"/>
                <a:gd name="connsiteX36" fmla="*/ 114380 w 161026"/>
                <a:gd name="connsiteY36" fmla="*/ 30643 h 225993"/>
                <a:gd name="connsiteX37" fmla="*/ 36423 w 161026"/>
                <a:gd name="connsiteY37" fmla="*/ 30643 h 225993"/>
                <a:gd name="connsiteX38" fmla="*/ 35783 w 161026"/>
                <a:gd name="connsiteY38" fmla="*/ 14045 h 225993"/>
                <a:gd name="connsiteX39" fmla="*/ 114380 w 161026"/>
                <a:gd name="connsiteY39" fmla="*/ 211310 h 225993"/>
                <a:gd name="connsiteX40" fmla="*/ 113102 w 161026"/>
                <a:gd name="connsiteY40" fmla="*/ 212587 h 225993"/>
                <a:gd name="connsiteX41" fmla="*/ 37062 w 161026"/>
                <a:gd name="connsiteY41" fmla="*/ 212587 h 225993"/>
                <a:gd name="connsiteX42" fmla="*/ 35783 w 161026"/>
                <a:gd name="connsiteY42" fmla="*/ 211310 h 225993"/>
                <a:gd name="connsiteX43" fmla="*/ 35783 w 161026"/>
                <a:gd name="connsiteY43" fmla="*/ 211310 h 225993"/>
                <a:gd name="connsiteX44" fmla="*/ 35783 w 161026"/>
                <a:gd name="connsiteY44" fmla="*/ 194711 h 225993"/>
                <a:gd name="connsiteX45" fmla="*/ 114380 w 161026"/>
                <a:gd name="connsiteY45" fmla="*/ 194711 h 225993"/>
                <a:gd name="connsiteX46" fmla="*/ 114380 w 161026"/>
                <a:gd name="connsiteY46" fmla="*/ 211310 h 225993"/>
                <a:gd name="connsiteX47" fmla="*/ 137384 w 161026"/>
                <a:gd name="connsiteY47" fmla="*/ 181944 h 225993"/>
                <a:gd name="connsiteX48" fmla="*/ 13419 w 161026"/>
                <a:gd name="connsiteY48" fmla="*/ 181944 h 225993"/>
                <a:gd name="connsiteX49" fmla="*/ 13419 w 161026"/>
                <a:gd name="connsiteY49" fmla="*/ 42773 h 225993"/>
                <a:gd name="connsiteX50" fmla="*/ 137384 w 161026"/>
                <a:gd name="connsiteY50" fmla="*/ 42773 h 225993"/>
                <a:gd name="connsiteX51" fmla="*/ 137384 w 161026"/>
                <a:gd name="connsiteY51" fmla="*/ 181944 h 22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1026" h="225993">
                  <a:moveTo>
                    <a:pt x="154637" y="68309"/>
                  </a:moveTo>
                  <a:cubicBezTo>
                    <a:pt x="152719" y="68309"/>
                    <a:pt x="151442" y="68947"/>
                    <a:pt x="150164" y="70224"/>
                  </a:cubicBezTo>
                  <a:lnTo>
                    <a:pt x="150164" y="43411"/>
                  </a:lnTo>
                  <a:cubicBezTo>
                    <a:pt x="150164" y="36389"/>
                    <a:pt x="144412" y="30643"/>
                    <a:pt x="137384" y="30643"/>
                  </a:cubicBezTo>
                  <a:lnTo>
                    <a:pt x="127160" y="30643"/>
                  </a:lnTo>
                  <a:lnTo>
                    <a:pt x="127160" y="14045"/>
                  </a:lnTo>
                  <a:cubicBezTo>
                    <a:pt x="127160" y="6384"/>
                    <a:pt x="120770" y="0"/>
                    <a:pt x="113102" y="0"/>
                  </a:cubicBezTo>
                  <a:lnTo>
                    <a:pt x="113102" y="0"/>
                  </a:lnTo>
                  <a:lnTo>
                    <a:pt x="37062" y="0"/>
                  </a:lnTo>
                  <a:cubicBezTo>
                    <a:pt x="29394" y="0"/>
                    <a:pt x="23004" y="6384"/>
                    <a:pt x="23004" y="14045"/>
                  </a:cubicBezTo>
                  <a:lnTo>
                    <a:pt x="23004" y="14045"/>
                  </a:lnTo>
                  <a:lnTo>
                    <a:pt x="23004" y="30643"/>
                  </a:lnTo>
                  <a:lnTo>
                    <a:pt x="12780" y="30643"/>
                  </a:lnTo>
                  <a:cubicBezTo>
                    <a:pt x="5751" y="30643"/>
                    <a:pt x="0" y="36389"/>
                    <a:pt x="0" y="43411"/>
                  </a:cubicBezTo>
                  <a:lnTo>
                    <a:pt x="0" y="182582"/>
                  </a:lnTo>
                  <a:cubicBezTo>
                    <a:pt x="0" y="189604"/>
                    <a:pt x="5751" y="195350"/>
                    <a:pt x="12780" y="195350"/>
                  </a:cubicBezTo>
                  <a:lnTo>
                    <a:pt x="23004" y="195350"/>
                  </a:lnTo>
                  <a:lnTo>
                    <a:pt x="23004" y="211948"/>
                  </a:lnTo>
                  <a:cubicBezTo>
                    <a:pt x="23004" y="219609"/>
                    <a:pt x="29394" y="225993"/>
                    <a:pt x="37062" y="225993"/>
                  </a:cubicBezTo>
                  <a:lnTo>
                    <a:pt x="37062" y="225993"/>
                  </a:lnTo>
                  <a:lnTo>
                    <a:pt x="113102" y="225993"/>
                  </a:lnTo>
                  <a:cubicBezTo>
                    <a:pt x="120770" y="225993"/>
                    <a:pt x="127160" y="219609"/>
                    <a:pt x="127160" y="211948"/>
                  </a:cubicBezTo>
                  <a:lnTo>
                    <a:pt x="127160" y="211948"/>
                  </a:lnTo>
                  <a:lnTo>
                    <a:pt x="127160" y="195350"/>
                  </a:lnTo>
                  <a:lnTo>
                    <a:pt x="137384" y="195350"/>
                  </a:lnTo>
                  <a:cubicBezTo>
                    <a:pt x="144412" y="195350"/>
                    <a:pt x="150164" y="189604"/>
                    <a:pt x="150164" y="182582"/>
                  </a:cubicBezTo>
                  <a:lnTo>
                    <a:pt x="150164" y="102144"/>
                  </a:lnTo>
                  <a:cubicBezTo>
                    <a:pt x="151442" y="103421"/>
                    <a:pt x="152719" y="104059"/>
                    <a:pt x="154637" y="104059"/>
                  </a:cubicBezTo>
                  <a:cubicBezTo>
                    <a:pt x="158470" y="104059"/>
                    <a:pt x="161027" y="101505"/>
                    <a:pt x="161027" y="97675"/>
                  </a:cubicBezTo>
                  <a:lnTo>
                    <a:pt x="161027" y="74693"/>
                  </a:lnTo>
                  <a:cubicBezTo>
                    <a:pt x="161027" y="71501"/>
                    <a:pt x="157832" y="68309"/>
                    <a:pt x="154637" y="68309"/>
                  </a:cubicBezTo>
                  <a:cubicBezTo>
                    <a:pt x="154637" y="68309"/>
                    <a:pt x="154637" y="68309"/>
                    <a:pt x="154637" y="68309"/>
                  </a:cubicBezTo>
                  <a:close/>
                  <a:moveTo>
                    <a:pt x="35783" y="14045"/>
                  </a:moveTo>
                  <a:cubicBezTo>
                    <a:pt x="35783" y="13406"/>
                    <a:pt x="36423" y="12768"/>
                    <a:pt x="37062" y="12768"/>
                  </a:cubicBezTo>
                  <a:lnTo>
                    <a:pt x="113102" y="12768"/>
                  </a:lnTo>
                  <a:cubicBezTo>
                    <a:pt x="113741" y="12768"/>
                    <a:pt x="114380" y="13406"/>
                    <a:pt x="114380" y="14045"/>
                  </a:cubicBezTo>
                  <a:lnTo>
                    <a:pt x="114380" y="30643"/>
                  </a:lnTo>
                  <a:lnTo>
                    <a:pt x="36423" y="30643"/>
                  </a:lnTo>
                  <a:lnTo>
                    <a:pt x="35783" y="14045"/>
                  </a:lnTo>
                  <a:close/>
                  <a:moveTo>
                    <a:pt x="114380" y="211310"/>
                  </a:moveTo>
                  <a:cubicBezTo>
                    <a:pt x="114380" y="211948"/>
                    <a:pt x="113741" y="212587"/>
                    <a:pt x="113102" y="212587"/>
                  </a:cubicBezTo>
                  <a:lnTo>
                    <a:pt x="37062" y="212587"/>
                  </a:lnTo>
                  <a:cubicBezTo>
                    <a:pt x="36423" y="212587"/>
                    <a:pt x="35783" y="211948"/>
                    <a:pt x="35783" y="211310"/>
                  </a:cubicBezTo>
                  <a:lnTo>
                    <a:pt x="35783" y="211310"/>
                  </a:lnTo>
                  <a:lnTo>
                    <a:pt x="35783" y="194711"/>
                  </a:lnTo>
                  <a:lnTo>
                    <a:pt x="114380" y="194711"/>
                  </a:lnTo>
                  <a:lnTo>
                    <a:pt x="114380" y="211310"/>
                  </a:lnTo>
                  <a:close/>
                  <a:moveTo>
                    <a:pt x="137384" y="181944"/>
                  </a:moveTo>
                  <a:lnTo>
                    <a:pt x="13419" y="181944"/>
                  </a:lnTo>
                  <a:lnTo>
                    <a:pt x="13419" y="42773"/>
                  </a:lnTo>
                  <a:lnTo>
                    <a:pt x="137384" y="42773"/>
                  </a:lnTo>
                  <a:lnTo>
                    <a:pt x="137384" y="181944"/>
                  </a:lnTo>
                  <a:close/>
                </a:path>
              </a:pathLst>
            </a:custGeom>
            <a:solidFill>
              <a:srgbClr val="26890D"/>
            </a:solidFill>
            <a:ln w="6390" cap="flat">
              <a:noFill/>
              <a:prstDash val="solid"/>
              <a:miter/>
            </a:ln>
          </p:spPr>
          <p:txBody>
            <a:bodyPr rtlCol="0" anchor="ctr"/>
            <a:lstStyle/>
            <a:p>
              <a:endParaRPr lang="en-US"/>
            </a:p>
          </p:txBody>
        </p:sp>
      </p:grpSp>
      <p:grpSp>
        <p:nvGrpSpPr>
          <p:cNvPr id="880" name="Graphic 4">
            <a:extLst>
              <a:ext uri="{FF2B5EF4-FFF2-40B4-BE49-F238E27FC236}">
                <a16:creationId xmlns:a16="http://schemas.microsoft.com/office/drawing/2014/main" id="{0B7803C5-1F59-4141-9565-874A1B07313C}"/>
              </a:ext>
            </a:extLst>
          </p:cNvPr>
          <p:cNvGrpSpPr/>
          <p:nvPr/>
        </p:nvGrpSpPr>
        <p:grpSpPr>
          <a:xfrm>
            <a:off x="467104" y="3824168"/>
            <a:ext cx="362309" cy="361971"/>
            <a:chOff x="467104" y="3824168"/>
            <a:chExt cx="362309" cy="361971"/>
          </a:xfrm>
          <a:solidFill>
            <a:srgbClr val="86BC25"/>
          </a:solidFill>
        </p:grpSpPr>
        <p:sp>
          <p:nvSpPr>
            <p:cNvPr id="881" name="Graphic 4">
              <a:extLst>
                <a:ext uri="{FF2B5EF4-FFF2-40B4-BE49-F238E27FC236}">
                  <a16:creationId xmlns:a16="http://schemas.microsoft.com/office/drawing/2014/main" id="{C919F119-6D9F-5641-88FF-BC086713A5F3}"/>
                </a:ext>
              </a:extLst>
            </p:cNvPr>
            <p:cNvSpPr/>
            <p:nvPr/>
          </p:nvSpPr>
          <p:spPr>
            <a:xfrm>
              <a:off x="467104" y="3824168"/>
              <a:ext cx="362309" cy="361971"/>
            </a:xfrm>
            <a:custGeom>
              <a:avLst/>
              <a:gdLst>
                <a:gd name="connsiteX0" fmla="*/ 181474 w 362309"/>
                <a:gd name="connsiteY0" fmla="*/ 0 h 361971"/>
                <a:gd name="connsiteX1" fmla="*/ 0 w 362309"/>
                <a:gd name="connsiteY1" fmla="*/ 180667 h 361971"/>
                <a:gd name="connsiteX2" fmla="*/ 181474 w 362309"/>
                <a:gd name="connsiteY2" fmla="*/ 361971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349204 h 361971"/>
                <a:gd name="connsiteX7" fmla="*/ 13419 w 362309"/>
                <a:gd name="connsiteY7" fmla="*/ 181305 h 361971"/>
                <a:gd name="connsiteX8" fmla="*/ 181474 w 362309"/>
                <a:gd name="connsiteY8" fmla="*/ 12768 h 361971"/>
                <a:gd name="connsiteX9" fmla="*/ 349530 w 362309"/>
                <a:gd name="connsiteY9" fmla="*/ 181305 h 361971"/>
                <a:gd name="connsiteX10" fmla="*/ 349530 w 362309"/>
                <a:gd name="connsiteY10" fmla="*/ 181305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895"/>
                    <a:pt x="81152" y="361971"/>
                    <a:pt x="181474" y="361971"/>
                  </a:cubicBezTo>
                  <a:cubicBezTo>
                    <a:pt x="281796" y="361971"/>
                    <a:pt x="362309" y="280895"/>
                    <a:pt x="362309" y="180667"/>
                  </a:cubicBezTo>
                  <a:lnTo>
                    <a:pt x="362309" y="180667"/>
                  </a:lnTo>
                  <a:cubicBezTo>
                    <a:pt x="362309" y="81076"/>
                    <a:pt x="281157"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lnTo>
                    <a:pt x="181474" y="349204"/>
                  </a:lnTo>
                  <a:close/>
                </a:path>
              </a:pathLst>
            </a:custGeom>
            <a:solidFill>
              <a:srgbClr val="86BC25"/>
            </a:solidFill>
            <a:ln w="6390" cap="flat">
              <a:noFill/>
              <a:prstDash val="solid"/>
              <a:miter/>
            </a:ln>
          </p:spPr>
          <p:txBody>
            <a:bodyPr rtlCol="0" anchor="ctr"/>
            <a:lstStyle/>
            <a:p>
              <a:endParaRPr lang="en-US"/>
            </a:p>
          </p:txBody>
        </p:sp>
        <p:sp>
          <p:nvSpPr>
            <p:cNvPr id="882" name="Graphic 4">
              <a:extLst>
                <a:ext uri="{FF2B5EF4-FFF2-40B4-BE49-F238E27FC236}">
                  <a16:creationId xmlns:a16="http://schemas.microsoft.com/office/drawing/2014/main" id="{DAFDC285-3C68-1248-907B-7D99E87A8C2D}"/>
                </a:ext>
              </a:extLst>
            </p:cNvPr>
            <p:cNvSpPr/>
            <p:nvPr/>
          </p:nvSpPr>
          <p:spPr>
            <a:xfrm>
              <a:off x="545061" y="3967169"/>
              <a:ext cx="86903" cy="141724"/>
            </a:xfrm>
            <a:custGeom>
              <a:avLst/>
              <a:gdLst>
                <a:gd name="connsiteX0" fmla="*/ 43452 w 86903"/>
                <a:gd name="connsiteY0" fmla="*/ 54902 h 141724"/>
                <a:gd name="connsiteX1" fmla="*/ 37062 w 86903"/>
                <a:gd name="connsiteY1" fmla="*/ 61286 h 141724"/>
                <a:gd name="connsiteX2" fmla="*/ 43452 w 86903"/>
                <a:gd name="connsiteY2" fmla="*/ 67670 h 141724"/>
                <a:gd name="connsiteX3" fmla="*/ 74123 w 86903"/>
                <a:gd name="connsiteY3" fmla="*/ 98313 h 141724"/>
                <a:gd name="connsiteX4" fmla="*/ 43452 w 86903"/>
                <a:gd name="connsiteY4" fmla="*/ 128957 h 141724"/>
                <a:gd name="connsiteX5" fmla="*/ 12780 w 86903"/>
                <a:gd name="connsiteY5" fmla="*/ 98313 h 141724"/>
                <a:gd name="connsiteX6" fmla="*/ 12780 w 86903"/>
                <a:gd name="connsiteY6" fmla="*/ 98313 h 141724"/>
                <a:gd name="connsiteX7" fmla="*/ 12780 w 86903"/>
                <a:gd name="connsiteY7" fmla="*/ 6384 h 141724"/>
                <a:gd name="connsiteX8" fmla="*/ 6390 w 86903"/>
                <a:gd name="connsiteY8" fmla="*/ 0 h 141724"/>
                <a:gd name="connsiteX9" fmla="*/ 0 w 86903"/>
                <a:gd name="connsiteY9" fmla="*/ 6384 h 141724"/>
                <a:gd name="connsiteX10" fmla="*/ 0 w 86903"/>
                <a:gd name="connsiteY10" fmla="*/ 98313 h 141724"/>
                <a:gd name="connsiteX11" fmla="*/ 43452 w 86903"/>
                <a:gd name="connsiteY11" fmla="*/ 141724 h 141724"/>
                <a:gd name="connsiteX12" fmla="*/ 86903 w 86903"/>
                <a:gd name="connsiteY12" fmla="*/ 98313 h 141724"/>
                <a:gd name="connsiteX13" fmla="*/ 43452 w 86903"/>
                <a:gd name="connsiteY13" fmla="*/ 54902 h 141724"/>
                <a:gd name="connsiteX14" fmla="*/ 43452 w 86903"/>
                <a:gd name="connsiteY14" fmla="*/ 54902 h 141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903" h="141724">
                  <a:moveTo>
                    <a:pt x="43452" y="54902"/>
                  </a:moveTo>
                  <a:cubicBezTo>
                    <a:pt x="39618" y="54902"/>
                    <a:pt x="37062" y="57456"/>
                    <a:pt x="37062" y="61286"/>
                  </a:cubicBezTo>
                  <a:cubicBezTo>
                    <a:pt x="37062" y="65117"/>
                    <a:pt x="39618" y="67670"/>
                    <a:pt x="43452" y="67670"/>
                  </a:cubicBezTo>
                  <a:cubicBezTo>
                    <a:pt x="60065" y="67670"/>
                    <a:pt x="74123" y="81077"/>
                    <a:pt x="74123" y="98313"/>
                  </a:cubicBezTo>
                  <a:cubicBezTo>
                    <a:pt x="74123" y="114912"/>
                    <a:pt x="60704" y="128957"/>
                    <a:pt x="43452" y="128957"/>
                  </a:cubicBezTo>
                  <a:cubicBezTo>
                    <a:pt x="26199" y="128957"/>
                    <a:pt x="12780" y="115550"/>
                    <a:pt x="12780" y="98313"/>
                  </a:cubicBezTo>
                  <a:cubicBezTo>
                    <a:pt x="12780" y="98313"/>
                    <a:pt x="12780" y="98313"/>
                    <a:pt x="12780" y="98313"/>
                  </a:cubicBezTo>
                  <a:lnTo>
                    <a:pt x="12780" y="6384"/>
                  </a:lnTo>
                  <a:cubicBezTo>
                    <a:pt x="12780" y="2554"/>
                    <a:pt x="10224" y="0"/>
                    <a:pt x="6390" y="0"/>
                  </a:cubicBezTo>
                  <a:cubicBezTo>
                    <a:pt x="2556" y="0"/>
                    <a:pt x="0" y="2554"/>
                    <a:pt x="0" y="6384"/>
                  </a:cubicBezTo>
                  <a:lnTo>
                    <a:pt x="0" y="98313"/>
                  </a:lnTo>
                  <a:cubicBezTo>
                    <a:pt x="0" y="121934"/>
                    <a:pt x="19170" y="141724"/>
                    <a:pt x="43452" y="141724"/>
                  </a:cubicBezTo>
                  <a:cubicBezTo>
                    <a:pt x="67094" y="141724"/>
                    <a:pt x="86903" y="122573"/>
                    <a:pt x="86903" y="98313"/>
                  </a:cubicBezTo>
                  <a:cubicBezTo>
                    <a:pt x="86903" y="74054"/>
                    <a:pt x="67733" y="54902"/>
                    <a:pt x="43452" y="54902"/>
                  </a:cubicBezTo>
                  <a:cubicBezTo>
                    <a:pt x="43452" y="54902"/>
                    <a:pt x="43452" y="54902"/>
                    <a:pt x="43452" y="54902"/>
                  </a:cubicBezTo>
                  <a:close/>
                </a:path>
              </a:pathLst>
            </a:custGeom>
            <a:solidFill>
              <a:srgbClr val="86BC25"/>
            </a:solidFill>
            <a:ln w="6390" cap="flat">
              <a:noFill/>
              <a:prstDash val="solid"/>
              <a:miter/>
            </a:ln>
          </p:spPr>
          <p:txBody>
            <a:bodyPr rtlCol="0" anchor="ctr"/>
            <a:lstStyle/>
            <a:p>
              <a:endParaRPr lang="en-US"/>
            </a:p>
          </p:txBody>
        </p:sp>
        <p:sp>
          <p:nvSpPr>
            <p:cNvPr id="883" name="Graphic 4">
              <a:extLst>
                <a:ext uri="{FF2B5EF4-FFF2-40B4-BE49-F238E27FC236}">
                  <a16:creationId xmlns:a16="http://schemas.microsoft.com/office/drawing/2014/main" id="{ECC5C300-0236-7549-A7D7-CAA6FCE704A6}"/>
                </a:ext>
              </a:extLst>
            </p:cNvPr>
            <p:cNvSpPr/>
            <p:nvPr/>
          </p:nvSpPr>
          <p:spPr>
            <a:xfrm>
              <a:off x="582123" y="3966530"/>
              <a:ext cx="104794" cy="104697"/>
            </a:xfrm>
            <a:custGeom>
              <a:avLst/>
              <a:gdLst>
                <a:gd name="connsiteX0" fmla="*/ 6390 w 104794"/>
                <a:gd name="connsiteY0" fmla="*/ 0 h 104697"/>
                <a:gd name="connsiteX1" fmla="*/ 0 w 104794"/>
                <a:gd name="connsiteY1" fmla="*/ 6384 h 104697"/>
                <a:gd name="connsiteX2" fmla="*/ 6390 w 104794"/>
                <a:gd name="connsiteY2" fmla="*/ 12768 h 104697"/>
                <a:gd name="connsiteX3" fmla="*/ 92015 w 104794"/>
                <a:gd name="connsiteY3" fmla="*/ 98313 h 104697"/>
                <a:gd name="connsiteX4" fmla="*/ 98405 w 104794"/>
                <a:gd name="connsiteY4" fmla="*/ 104697 h 104697"/>
                <a:gd name="connsiteX5" fmla="*/ 104795 w 104794"/>
                <a:gd name="connsiteY5" fmla="*/ 98313 h 104697"/>
                <a:gd name="connsiteX6" fmla="*/ 6390 w 104794"/>
                <a:gd name="connsiteY6" fmla="*/ 0 h 10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94" h="104697">
                  <a:moveTo>
                    <a:pt x="6390" y="0"/>
                  </a:moveTo>
                  <a:cubicBezTo>
                    <a:pt x="2556" y="0"/>
                    <a:pt x="0" y="2553"/>
                    <a:pt x="0" y="6384"/>
                  </a:cubicBezTo>
                  <a:cubicBezTo>
                    <a:pt x="0" y="10214"/>
                    <a:pt x="2556" y="12768"/>
                    <a:pt x="6390" y="12768"/>
                  </a:cubicBezTo>
                  <a:cubicBezTo>
                    <a:pt x="53675" y="12768"/>
                    <a:pt x="92015" y="51072"/>
                    <a:pt x="92015" y="98313"/>
                  </a:cubicBezTo>
                  <a:cubicBezTo>
                    <a:pt x="92015" y="102144"/>
                    <a:pt x="94571" y="104697"/>
                    <a:pt x="98405" y="104697"/>
                  </a:cubicBezTo>
                  <a:cubicBezTo>
                    <a:pt x="102239" y="104697"/>
                    <a:pt x="104795" y="102144"/>
                    <a:pt x="104795" y="98313"/>
                  </a:cubicBezTo>
                  <a:cubicBezTo>
                    <a:pt x="104795" y="44049"/>
                    <a:pt x="60704" y="0"/>
                    <a:pt x="6390" y="0"/>
                  </a:cubicBezTo>
                  <a:close/>
                </a:path>
              </a:pathLst>
            </a:custGeom>
            <a:solidFill>
              <a:srgbClr val="86BC25"/>
            </a:solidFill>
            <a:ln w="6390" cap="flat">
              <a:noFill/>
              <a:prstDash val="solid"/>
              <a:miter/>
            </a:ln>
          </p:spPr>
          <p:txBody>
            <a:bodyPr rtlCol="0" anchor="ctr"/>
            <a:lstStyle/>
            <a:p>
              <a:endParaRPr lang="en-US"/>
            </a:p>
          </p:txBody>
        </p:sp>
        <p:sp>
          <p:nvSpPr>
            <p:cNvPr id="884" name="Graphic 4">
              <a:extLst>
                <a:ext uri="{FF2B5EF4-FFF2-40B4-BE49-F238E27FC236}">
                  <a16:creationId xmlns:a16="http://schemas.microsoft.com/office/drawing/2014/main" id="{BAC86777-AE8E-BE47-8AFC-F1C8D10D34DA}"/>
                </a:ext>
              </a:extLst>
            </p:cNvPr>
            <p:cNvSpPr/>
            <p:nvPr/>
          </p:nvSpPr>
          <p:spPr>
            <a:xfrm>
              <a:off x="582123" y="3902052"/>
              <a:ext cx="169333" cy="169175"/>
            </a:xfrm>
            <a:custGeom>
              <a:avLst/>
              <a:gdLst>
                <a:gd name="connsiteX0" fmla="*/ 6390 w 169333"/>
                <a:gd name="connsiteY0" fmla="*/ 0 h 169175"/>
                <a:gd name="connsiteX1" fmla="*/ 0 w 169333"/>
                <a:gd name="connsiteY1" fmla="*/ 6384 h 169175"/>
                <a:gd name="connsiteX2" fmla="*/ 6390 w 169333"/>
                <a:gd name="connsiteY2" fmla="*/ 12768 h 169175"/>
                <a:gd name="connsiteX3" fmla="*/ 156553 w 169333"/>
                <a:gd name="connsiteY3" fmla="*/ 162792 h 169175"/>
                <a:gd name="connsiteX4" fmla="*/ 162943 w 169333"/>
                <a:gd name="connsiteY4" fmla="*/ 169176 h 169175"/>
                <a:gd name="connsiteX5" fmla="*/ 169333 w 169333"/>
                <a:gd name="connsiteY5" fmla="*/ 162792 h 169175"/>
                <a:gd name="connsiteX6" fmla="*/ 6390 w 169333"/>
                <a:gd name="connsiteY6" fmla="*/ 0 h 16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333" h="169175">
                  <a:moveTo>
                    <a:pt x="6390" y="0"/>
                  </a:moveTo>
                  <a:cubicBezTo>
                    <a:pt x="2556" y="0"/>
                    <a:pt x="0" y="2554"/>
                    <a:pt x="0" y="6384"/>
                  </a:cubicBezTo>
                  <a:cubicBezTo>
                    <a:pt x="0" y="10215"/>
                    <a:pt x="2556" y="12768"/>
                    <a:pt x="6390" y="12768"/>
                  </a:cubicBezTo>
                  <a:cubicBezTo>
                    <a:pt x="89459" y="12768"/>
                    <a:pt x="156553" y="79800"/>
                    <a:pt x="156553" y="162792"/>
                  </a:cubicBezTo>
                  <a:cubicBezTo>
                    <a:pt x="156553" y="166622"/>
                    <a:pt x="159109" y="169176"/>
                    <a:pt x="162943" y="169176"/>
                  </a:cubicBezTo>
                  <a:cubicBezTo>
                    <a:pt x="166777" y="169176"/>
                    <a:pt x="169333" y="166622"/>
                    <a:pt x="169333" y="162792"/>
                  </a:cubicBezTo>
                  <a:cubicBezTo>
                    <a:pt x="169333" y="72778"/>
                    <a:pt x="96488" y="0"/>
                    <a:pt x="6390" y="0"/>
                  </a:cubicBezTo>
                  <a:close/>
                </a:path>
              </a:pathLst>
            </a:custGeom>
            <a:solidFill>
              <a:srgbClr val="86BC25"/>
            </a:solidFill>
            <a:ln w="6390" cap="flat">
              <a:noFill/>
              <a:prstDash val="solid"/>
              <a:miter/>
            </a:ln>
          </p:spPr>
          <p:txBody>
            <a:bodyPr rtlCol="0" anchor="ctr"/>
            <a:lstStyle/>
            <a:p>
              <a:endParaRPr lang="en-US"/>
            </a:p>
          </p:txBody>
        </p:sp>
      </p:grpSp>
      <p:grpSp>
        <p:nvGrpSpPr>
          <p:cNvPr id="885" name="Graphic 4">
            <a:extLst>
              <a:ext uri="{FF2B5EF4-FFF2-40B4-BE49-F238E27FC236}">
                <a16:creationId xmlns:a16="http://schemas.microsoft.com/office/drawing/2014/main" id="{DAAD9322-A4CA-0A49-90F4-6CE615E98B0A}"/>
              </a:ext>
            </a:extLst>
          </p:cNvPr>
          <p:cNvGrpSpPr/>
          <p:nvPr/>
        </p:nvGrpSpPr>
        <p:grpSpPr>
          <a:xfrm>
            <a:off x="1515054" y="4308712"/>
            <a:ext cx="362309" cy="361971"/>
            <a:chOff x="1515054" y="4308712"/>
            <a:chExt cx="362309" cy="361971"/>
          </a:xfrm>
          <a:solidFill>
            <a:srgbClr val="86BC25"/>
          </a:solidFill>
        </p:grpSpPr>
        <p:sp>
          <p:nvSpPr>
            <p:cNvPr id="886" name="Graphic 4">
              <a:extLst>
                <a:ext uri="{FF2B5EF4-FFF2-40B4-BE49-F238E27FC236}">
                  <a16:creationId xmlns:a16="http://schemas.microsoft.com/office/drawing/2014/main" id="{AC509519-BCD7-AA4D-AA04-24D5A956F78A}"/>
                </a:ext>
              </a:extLst>
            </p:cNvPr>
            <p:cNvSpPr/>
            <p:nvPr/>
          </p:nvSpPr>
          <p:spPr>
            <a:xfrm>
              <a:off x="1515054" y="4308712"/>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0 h 361971"/>
                <a:gd name="connsiteX7" fmla="*/ 180835 w 362309"/>
                <a:gd name="connsiteY7" fmla="*/ 349204 h 361971"/>
                <a:gd name="connsiteX8" fmla="*/ 12780 w 362309"/>
                <a:gd name="connsiteY8" fmla="*/ 180667 h 361971"/>
                <a:gd name="connsiteX9" fmla="*/ 180835 w 362309"/>
                <a:gd name="connsiteY9" fmla="*/ 12768 h 361971"/>
                <a:gd name="connsiteX10" fmla="*/ 349529 w 362309"/>
                <a:gd name="connsiteY10" fmla="*/ 181305 h 361971"/>
                <a:gd name="connsiteX11" fmla="*/ 349529 w 362309"/>
                <a:gd name="connsiteY11" fmla="*/ 181305 h 361971"/>
                <a:gd name="connsiteX12" fmla="*/ 180835 w 362309"/>
                <a:gd name="connsiteY12" fmla="*/ 349204 h 361971"/>
                <a:gd name="connsiteX13" fmla="*/ 180835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86BC25"/>
            </a:solidFill>
            <a:ln w="6390" cap="flat">
              <a:noFill/>
              <a:prstDash val="solid"/>
              <a:miter/>
            </a:ln>
          </p:spPr>
          <p:txBody>
            <a:bodyPr rtlCol="0" anchor="ctr"/>
            <a:lstStyle/>
            <a:p>
              <a:endParaRPr lang="en-US"/>
            </a:p>
          </p:txBody>
        </p:sp>
        <p:sp>
          <p:nvSpPr>
            <p:cNvPr id="887" name="Graphic 4">
              <a:extLst>
                <a:ext uri="{FF2B5EF4-FFF2-40B4-BE49-F238E27FC236}">
                  <a16:creationId xmlns:a16="http://schemas.microsoft.com/office/drawing/2014/main" id="{9779EB85-3D7D-DA4D-B64B-1DD912A3A6AD}"/>
                </a:ext>
              </a:extLst>
            </p:cNvPr>
            <p:cNvSpPr/>
            <p:nvPr/>
          </p:nvSpPr>
          <p:spPr>
            <a:xfrm>
              <a:off x="1664578" y="4458257"/>
              <a:ext cx="62621" cy="127520"/>
            </a:xfrm>
            <a:custGeom>
              <a:avLst/>
              <a:gdLst>
                <a:gd name="connsiteX0" fmla="*/ 60704 w 62621"/>
                <a:gd name="connsiteY0" fmla="*/ 26653 h 127520"/>
                <a:gd name="connsiteX1" fmla="*/ 35784 w 62621"/>
                <a:gd name="connsiteY1" fmla="*/ 1756 h 127520"/>
                <a:gd name="connsiteX2" fmla="*/ 33867 w 62621"/>
                <a:gd name="connsiteY2" fmla="*/ 479 h 127520"/>
                <a:gd name="connsiteX3" fmla="*/ 28755 w 62621"/>
                <a:gd name="connsiteY3" fmla="*/ 479 h 127520"/>
                <a:gd name="connsiteX4" fmla="*/ 26838 w 62621"/>
                <a:gd name="connsiteY4" fmla="*/ 1756 h 127520"/>
                <a:gd name="connsiteX5" fmla="*/ 1917 w 62621"/>
                <a:gd name="connsiteY5" fmla="*/ 26653 h 127520"/>
                <a:gd name="connsiteX6" fmla="*/ 1917 w 62621"/>
                <a:gd name="connsiteY6" fmla="*/ 35591 h 127520"/>
                <a:gd name="connsiteX7" fmla="*/ 10863 w 62621"/>
                <a:gd name="connsiteY7" fmla="*/ 35591 h 127520"/>
                <a:gd name="connsiteX8" fmla="*/ 10863 w 62621"/>
                <a:gd name="connsiteY8" fmla="*/ 35591 h 127520"/>
                <a:gd name="connsiteX9" fmla="*/ 24921 w 62621"/>
                <a:gd name="connsiteY9" fmla="*/ 21546 h 127520"/>
                <a:gd name="connsiteX10" fmla="*/ 24921 w 62621"/>
                <a:gd name="connsiteY10" fmla="*/ 121136 h 127520"/>
                <a:gd name="connsiteX11" fmla="*/ 31311 w 62621"/>
                <a:gd name="connsiteY11" fmla="*/ 127520 h 127520"/>
                <a:gd name="connsiteX12" fmla="*/ 37701 w 62621"/>
                <a:gd name="connsiteY12" fmla="*/ 121136 h 127520"/>
                <a:gd name="connsiteX13" fmla="*/ 37701 w 62621"/>
                <a:gd name="connsiteY13" fmla="*/ 21546 h 127520"/>
                <a:gd name="connsiteX14" fmla="*/ 51759 w 62621"/>
                <a:gd name="connsiteY14" fmla="*/ 35591 h 127520"/>
                <a:gd name="connsiteX15" fmla="*/ 56231 w 62621"/>
                <a:gd name="connsiteY15" fmla="*/ 37506 h 127520"/>
                <a:gd name="connsiteX16" fmla="*/ 62621 w 62621"/>
                <a:gd name="connsiteY16" fmla="*/ 31122 h 127520"/>
                <a:gd name="connsiteX17" fmla="*/ 60704 w 62621"/>
                <a:gd name="connsiteY17" fmla="*/ 26653 h 127520"/>
                <a:gd name="connsiteX18" fmla="*/ 60704 w 62621"/>
                <a:gd name="connsiteY18" fmla="*/ 26653 h 127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621" h="127520">
                  <a:moveTo>
                    <a:pt x="60704" y="26653"/>
                  </a:moveTo>
                  <a:lnTo>
                    <a:pt x="35784" y="1756"/>
                  </a:lnTo>
                  <a:cubicBezTo>
                    <a:pt x="35145" y="1117"/>
                    <a:pt x="34506" y="479"/>
                    <a:pt x="33867" y="479"/>
                  </a:cubicBezTo>
                  <a:cubicBezTo>
                    <a:pt x="32589" y="-160"/>
                    <a:pt x="30672" y="-160"/>
                    <a:pt x="28755" y="479"/>
                  </a:cubicBezTo>
                  <a:cubicBezTo>
                    <a:pt x="28116" y="1117"/>
                    <a:pt x="27477" y="1117"/>
                    <a:pt x="26838" y="1756"/>
                  </a:cubicBezTo>
                  <a:lnTo>
                    <a:pt x="1917" y="26653"/>
                  </a:lnTo>
                  <a:cubicBezTo>
                    <a:pt x="-639" y="29207"/>
                    <a:pt x="-639" y="33037"/>
                    <a:pt x="1917" y="35591"/>
                  </a:cubicBezTo>
                  <a:cubicBezTo>
                    <a:pt x="4473" y="38144"/>
                    <a:pt x="8307" y="38144"/>
                    <a:pt x="10863" y="35591"/>
                  </a:cubicBezTo>
                  <a:cubicBezTo>
                    <a:pt x="10863" y="35591"/>
                    <a:pt x="10863" y="35591"/>
                    <a:pt x="10863" y="35591"/>
                  </a:cubicBezTo>
                  <a:lnTo>
                    <a:pt x="24921" y="21546"/>
                  </a:lnTo>
                  <a:lnTo>
                    <a:pt x="24921" y="121136"/>
                  </a:lnTo>
                  <a:cubicBezTo>
                    <a:pt x="24921" y="124966"/>
                    <a:pt x="27477" y="127520"/>
                    <a:pt x="31311" y="127520"/>
                  </a:cubicBezTo>
                  <a:cubicBezTo>
                    <a:pt x="35145" y="127520"/>
                    <a:pt x="37701" y="124966"/>
                    <a:pt x="37701" y="121136"/>
                  </a:cubicBezTo>
                  <a:lnTo>
                    <a:pt x="37701" y="21546"/>
                  </a:lnTo>
                  <a:lnTo>
                    <a:pt x="51759" y="35591"/>
                  </a:lnTo>
                  <a:cubicBezTo>
                    <a:pt x="53036" y="36867"/>
                    <a:pt x="54315" y="37506"/>
                    <a:pt x="56231" y="37506"/>
                  </a:cubicBezTo>
                  <a:cubicBezTo>
                    <a:pt x="60065" y="37506"/>
                    <a:pt x="62621" y="34314"/>
                    <a:pt x="62621" y="31122"/>
                  </a:cubicBezTo>
                  <a:cubicBezTo>
                    <a:pt x="62621" y="29207"/>
                    <a:pt x="61983" y="27930"/>
                    <a:pt x="60704" y="26653"/>
                  </a:cubicBezTo>
                  <a:lnTo>
                    <a:pt x="60704" y="26653"/>
                  </a:lnTo>
                  <a:close/>
                </a:path>
              </a:pathLst>
            </a:custGeom>
            <a:solidFill>
              <a:srgbClr val="86BC25"/>
            </a:solidFill>
            <a:ln w="6390" cap="flat">
              <a:noFill/>
              <a:prstDash val="solid"/>
              <a:miter/>
            </a:ln>
          </p:spPr>
          <p:txBody>
            <a:bodyPr rtlCol="0" anchor="ctr"/>
            <a:lstStyle/>
            <a:p>
              <a:endParaRPr lang="en-US"/>
            </a:p>
          </p:txBody>
        </p:sp>
        <p:sp>
          <p:nvSpPr>
            <p:cNvPr id="888" name="Graphic 4">
              <a:extLst>
                <a:ext uri="{FF2B5EF4-FFF2-40B4-BE49-F238E27FC236}">
                  <a16:creationId xmlns:a16="http://schemas.microsoft.com/office/drawing/2014/main" id="{1DF58781-AA23-E746-BE79-A25D567790CC}"/>
                </a:ext>
              </a:extLst>
            </p:cNvPr>
            <p:cNvSpPr/>
            <p:nvPr/>
          </p:nvSpPr>
          <p:spPr>
            <a:xfrm>
              <a:off x="1574480" y="4392980"/>
              <a:ext cx="243474" cy="144934"/>
            </a:xfrm>
            <a:custGeom>
              <a:avLst/>
              <a:gdLst>
                <a:gd name="connsiteX0" fmla="*/ 203839 w 243474"/>
                <a:gd name="connsiteY0" fmla="*/ 65755 h 144934"/>
                <a:gd name="connsiteX1" fmla="*/ 198727 w 243474"/>
                <a:gd name="connsiteY1" fmla="*/ 66394 h 144934"/>
                <a:gd name="connsiteX2" fmla="*/ 198727 w 243474"/>
                <a:gd name="connsiteY2" fmla="*/ 64478 h 144934"/>
                <a:gd name="connsiteX3" fmla="*/ 134189 w 243474"/>
                <a:gd name="connsiteY3" fmla="*/ 0 h 144934"/>
                <a:gd name="connsiteX4" fmla="*/ 72206 w 243474"/>
                <a:gd name="connsiteY4" fmla="*/ 43411 h 144934"/>
                <a:gd name="connsiteX5" fmla="*/ 53036 w 243474"/>
                <a:gd name="connsiteY5" fmla="*/ 38942 h 144934"/>
                <a:gd name="connsiteX6" fmla="*/ 0 w 243474"/>
                <a:gd name="connsiteY6" fmla="*/ 91930 h 144934"/>
                <a:gd name="connsiteX7" fmla="*/ 53036 w 243474"/>
                <a:gd name="connsiteY7" fmla="*/ 144916 h 144934"/>
                <a:gd name="connsiteX8" fmla="*/ 53036 w 243474"/>
                <a:gd name="connsiteY8" fmla="*/ 144916 h 144934"/>
                <a:gd name="connsiteX9" fmla="*/ 86903 w 243474"/>
                <a:gd name="connsiteY9" fmla="*/ 144916 h 144934"/>
                <a:gd name="connsiteX10" fmla="*/ 93293 w 243474"/>
                <a:gd name="connsiteY10" fmla="*/ 138533 h 144934"/>
                <a:gd name="connsiteX11" fmla="*/ 86903 w 243474"/>
                <a:gd name="connsiteY11" fmla="*/ 132149 h 144934"/>
                <a:gd name="connsiteX12" fmla="*/ 53036 w 243474"/>
                <a:gd name="connsiteY12" fmla="*/ 132149 h 144934"/>
                <a:gd name="connsiteX13" fmla="*/ 12780 w 243474"/>
                <a:gd name="connsiteY13" fmla="*/ 91930 h 144934"/>
                <a:gd name="connsiteX14" fmla="*/ 53036 w 243474"/>
                <a:gd name="connsiteY14" fmla="*/ 51710 h 144934"/>
                <a:gd name="connsiteX15" fmla="*/ 53036 w 243474"/>
                <a:gd name="connsiteY15" fmla="*/ 51710 h 144934"/>
                <a:gd name="connsiteX16" fmla="*/ 72845 w 243474"/>
                <a:gd name="connsiteY16" fmla="*/ 58094 h 144934"/>
                <a:gd name="connsiteX17" fmla="*/ 72845 w 243474"/>
                <a:gd name="connsiteY17" fmla="*/ 58094 h 144934"/>
                <a:gd name="connsiteX18" fmla="*/ 73484 w 243474"/>
                <a:gd name="connsiteY18" fmla="*/ 58733 h 144934"/>
                <a:gd name="connsiteX19" fmla="*/ 74762 w 243474"/>
                <a:gd name="connsiteY19" fmla="*/ 59371 h 144934"/>
                <a:gd name="connsiteX20" fmla="*/ 74762 w 243474"/>
                <a:gd name="connsiteY20" fmla="*/ 59371 h 144934"/>
                <a:gd name="connsiteX21" fmla="*/ 79874 w 243474"/>
                <a:gd name="connsiteY21" fmla="*/ 58094 h 144934"/>
                <a:gd name="connsiteX22" fmla="*/ 81152 w 243474"/>
                <a:gd name="connsiteY22" fmla="*/ 56818 h 144934"/>
                <a:gd name="connsiteX23" fmla="*/ 81152 w 243474"/>
                <a:gd name="connsiteY23" fmla="*/ 56818 h 144934"/>
                <a:gd name="connsiteX24" fmla="*/ 81791 w 243474"/>
                <a:gd name="connsiteY24" fmla="*/ 56179 h 144934"/>
                <a:gd name="connsiteX25" fmla="*/ 82430 w 243474"/>
                <a:gd name="connsiteY25" fmla="*/ 54902 h 144934"/>
                <a:gd name="connsiteX26" fmla="*/ 134189 w 243474"/>
                <a:gd name="connsiteY26" fmla="*/ 13406 h 144934"/>
                <a:gd name="connsiteX27" fmla="*/ 185947 w 243474"/>
                <a:gd name="connsiteY27" fmla="*/ 65117 h 144934"/>
                <a:gd name="connsiteX28" fmla="*/ 185308 w 243474"/>
                <a:gd name="connsiteY28" fmla="*/ 72139 h 144934"/>
                <a:gd name="connsiteX29" fmla="*/ 184669 w 243474"/>
                <a:gd name="connsiteY29" fmla="*/ 75331 h 144934"/>
                <a:gd name="connsiteX30" fmla="*/ 184669 w 243474"/>
                <a:gd name="connsiteY30" fmla="*/ 75970 h 144934"/>
                <a:gd name="connsiteX31" fmla="*/ 184669 w 243474"/>
                <a:gd name="connsiteY31" fmla="*/ 77246 h 144934"/>
                <a:gd name="connsiteX32" fmla="*/ 185308 w 243474"/>
                <a:gd name="connsiteY32" fmla="*/ 78523 h 144934"/>
                <a:gd name="connsiteX33" fmla="*/ 185308 w 243474"/>
                <a:gd name="connsiteY33" fmla="*/ 79162 h 144934"/>
                <a:gd name="connsiteX34" fmla="*/ 185308 w 243474"/>
                <a:gd name="connsiteY34" fmla="*/ 79162 h 144934"/>
                <a:gd name="connsiteX35" fmla="*/ 185947 w 243474"/>
                <a:gd name="connsiteY35" fmla="*/ 80438 h 144934"/>
                <a:gd name="connsiteX36" fmla="*/ 186586 w 243474"/>
                <a:gd name="connsiteY36" fmla="*/ 81077 h 144934"/>
                <a:gd name="connsiteX37" fmla="*/ 187864 w 243474"/>
                <a:gd name="connsiteY37" fmla="*/ 81715 h 144934"/>
                <a:gd name="connsiteX38" fmla="*/ 189142 w 243474"/>
                <a:gd name="connsiteY38" fmla="*/ 82354 h 144934"/>
                <a:gd name="connsiteX39" fmla="*/ 189142 w 243474"/>
                <a:gd name="connsiteY39" fmla="*/ 82354 h 144934"/>
                <a:gd name="connsiteX40" fmla="*/ 190420 w 243474"/>
                <a:gd name="connsiteY40" fmla="*/ 82354 h 144934"/>
                <a:gd name="connsiteX41" fmla="*/ 190420 w 243474"/>
                <a:gd name="connsiteY41" fmla="*/ 82354 h 144934"/>
                <a:gd name="connsiteX42" fmla="*/ 191059 w 243474"/>
                <a:gd name="connsiteY42" fmla="*/ 82354 h 144934"/>
                <a:gd name="connsiteX43" fmla="*/ 192337 w 243474"/>
                <a:gd name="connsiteY43" fmla="*/ 81715 h 144934"/>
                <a:gd name="connsiteX44" fmla="*/ 192976 w 243474"/>
                <a:gd name="connsiteY44" fmla="*/ 81715 h 144934"/>
                <a:gd name="connsiteX45" fmla="*/ 202561 w 243474"/>
                <a:gd name="connsiteY45" fmla="*/ 78523 h 144934"/>
                <a:gd name="connsiteX46" fmla="*/ 230677 w 243474"/>
                <a:gd name="connsiteY46" fmla="*/ 104059 h 144934"/>
                <a:gd name="connsiteX47" fmla="*/ 205117 w 243474"/>
                <a:gd name="connsiteY47" fmla="*/ 132149 h 144934"/>
                <a:gd name="connsiteX48" fmla="*/ 202561 w 243474"/>
                <a:gd name="connsiteY48" fmla="*/ 132149 h 144934"/>
                <a:gd name="connsiteX49" fmla="*/ 155276 w 243474"/>
                <a:gd name="connsiteY49" fmla="*/ 132149 h 144934"/>
                <a:gd name="connsiteX50" fmla="*/ 148886 w 243474"/>
                <a:gd name="connsiteY50" fmla="*/ 138533 h 144934"/>
                <a:gd name="connsiteX51" fmla="*/ 155276 w 243474"/>
                <a:gd name="connsiteY51" fmla="*/ 144916 h 144934"/>
                <a:gd name="connsiteX52" fmla="*/ 202561 w 243474"/>
                <a:gd name="connsiteY52" fmla="*/ 144916 h 144934"/>
                <a:gd name="connsiteX53" fmla="*/ 243457 w 243474"/>
                <a:gd name="connsiteY53" fmla="*/ 107251 h 144934"/>
                <a:gd name="connsiteX54" fmla="*/ 205756 w 243474"/>
                <a:gd name="connsiteY54" fmla="*/ 66394 h 144934"/>
                <a:gd name="connsiteX55" fmla="*/ 202561 w 243474"/>
                <a:gd name="connsiteY55" fmla="*/ 66394 h 144934"/>
                <a:gd name="connsiteX56" fmla="*/ 203839 w 243474"/>
                <a:gd name="connsiteY56" fmla="*/ 65755 h 144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43474" h="144934">
                  <a:moveTo>
                    <a:pt x="203839" y="65755"/>
                  </a:moveTo>
                  <a:cubicBezTo>
                    <a:pt x="201922" y="65755"/>
                    <a:pt x="200005" y="65755"/>
                    <a:pt x="198727" y="66394"/>
                  </a:cubicBezTo>
                  <a:cubicBezTo>
                    <a:pt x="198727" y="65755"/>
                    <a:pt x="198727" y="65117"/>
                    <a:pt x="198727" y="64478"/>
                  </a:cubicBezTo>
                  <a:cubicBezTo>
                    <a:pt x="198727" y="28728"/>
                    <a:pt x="169972" y="0"/>
                    <a:pt x="134189" y="0"/>
                  </a:cubicBezTo>
                  <a:cubicBezTo>
                    <a:pt x="106712" y="0"/>
                    <a:pt x="81791" y="17237"/>
                    <a:pt x="72206" y="43411"/>
                  </a:cubicBezTo>
                  <a:cubicBezTo>
                    <a:pt x="66455" y="40219"/>
                    <a:pt x="59426" y="38942"/>
                    <a:pt x="53036" y="38942"/>
                  </a:cubicBezTo>
                  <a:cubicBezTo>
                    <a:pt x="23643" y="38942"/>
                    <a:pt x="0" y="62563"/>
                    <a:pt x="0" y="91930"/>
                  </a:cubicBezTo>
                  <a:cubicBezTo>
                    <a:pt x="0" y="121296"/>
                    <a:pt x="23643" y="144916"/>
                    <a:pt x="53036" y="144916"/>
                  </a:cubicBezTo>
                  <a:cubicBezTo>
                    <a:pt x="53036" y="144916"/>
                    <a:pt x="53036" y="144916"/>
                    <a:pt x="53036" y="144916"/>
                  </a:cubicBezTo>
                  <a:lnTo>
                    <a:pt x="86903" y="144916"/>
                  </a:lnTo>
                  <a:cubicBezTo>
                    <a:pt x="90737" y="144916"/>
                    <a:pt x="93293" y="142363"/>
                    <a:pt x="93293" y="138533"/>
                  </a:cubicBezTo>
                  <a:cubicBezTo>
                    <a:pt x="93293" y="134702"/>
                    <a:pt x="90737" y="132149"/>
                    <a:pt x="86903" y="132149"/>
                  </a:cubicBezTo>
                  <a:lnTo>
                    <a:pt x="53036" y="132149"/>
                  </a:lnTo>
                  <a:cubicBezTo>
                    <a:pt x="30672" y="132149"/>
                    <a:pt x="12780" y="114273"/>
                    <a:pt x="12780" y="91930"/>
                  </a:cubicBezTo>
                  <a:cubicBezTo>
                    <a:pt x="12780" y="69586"/>
                    <a:pt x="30672" y="51710"/>
                    <a:pt x="53036" y="51710"/>
                  </a:cubicBezTo>
                  <a:cubicBezTo>
                    <a:pt x="53036" y="51710"/>
                    <a:pt x="53036" y="51710"/>
                    <a:pt x="53036" y="51710"/>
                  </a:cubicBezTo>
                  <a:cubicBezTo>
                    <a:pt x="60065" y="51710"/>
                    <a:pt x="67094" y="53626"/>
                    <a:pt x="72845" y="58094"/>
                  </a:cubicBezTo>
                  <a:lnTo>
                    <a:pt x="72845" y="58094"/>
                  </a:lnTo>
                  <a:cubicBezTo>
                    <a:pt x="72845" y="58094"/>
                    <a:pt x="73484" y="58094"/>
                    <a:pt x="73484" y="58733"/>
                  </a:cubicBezTo>
                  <a:cubicBezTo>
                    <a:pt x="74123" y="58733"/>
                    <a:pt x="74123" y="59371"/>
                    <a:pt x="74762" y="59371"/>
                  </a:cubicBezTo>
                  <a:lnTo>
                    <a:pt x="74762" y="59371"/>
                  </a:lnTo>
                  <a:cubicBezTo>
                    <a:pt x="76679" y="60010"/>
                    <a:pt x="78596" y="59371"/>
                    <a:pt x="79874" y="58094"/>
                  </a:cubicBezTo>
                  <a:cubicBezTo>
                    <a:pt x="80513" y="57456"/>
                    <a:pt x="80513" y="57456"/>
                    <a:pt x="81152" y="56818"/>
                  </a:cubicBezTo>
                  <a:lnTo>
                    <a:pt x="81152" y="56818"/>
                  </a:lnTo>
                  <a:cubicBezTo>
                    <a:pt x="81152" y="56818"/>
                    <a:pt x="81152" y="56179"/>
                    <a:pt x="81791" y="56179"/>
                  </a:cubicBezTo>
                  <a:cubicBezTo>
                    <a:pt x="81791" y="55541"/>
                    <a:pt x="82430" y="55541"/>
                    <a:pt x="82430" y="54902"/>
                  </a:cubicBezTo>
                  <a:cubicBezTo>
                    <a:pt x="88181" y="30643"/>
                    <a:pt x="109268" y="13406"/>
                    <a:pt x="134189" y="13406"/>
                  </a:cubicBezTo>
                  <a:cubicBezTo>
                    <a:pt x="162943" y="13406"/>
                    <a:pt x="185947" y="36389"/>
                    <a:pt x="185947" y="65117"/>
                  </a:cubicBezTo>
                  <a:cubicBezTo>
                    <a:pt x="185947" y="67670"/>
                    <a:pt x="185947" y="69586"/>
                    <a:pt x="185308" y="72139"/>
                  </a:cubicBezTo>
                  <a:cubicBezTo>
                    <a:pt x="185308" y="73416"/>
                    <a:pt x="185308" y="74693"/>
                    <a:pt x="184669" y="75331"/>
                  </a:cubicBezTo>
                  <a:cubicBezTo>
                    <a:pt x="184669" y="75331"/>
                    <a:pt x="184669" y="75970"/>
                    <a:pt x="184669" y="75970"/>
                  </a:cubicBezTo>
                  <a:cubicBezTo>
                    <a:pt x="184669" y="76608"/>
                    <a:pt x="184669" y="76608"/>
                    <a:pt x="184669" y="77246"/>
                  </a:cubicBezTo>
                  <a:cubicBezTo>
                    <a:pt x="184669" y="77885"/>
                    <a:pt x="184669" y="77885"/>
                    <a:pt x="185308" y="78523"/>
                  </a:cubicBezTo>
                  <a:cubicBezTo>
                    <a:pt x="185308" y="78523"/>
                    <a:pt x="185308" y="79162"/>
                    <a:pt x="185308" y="79162"/>
                  </a:cubicBezTo>
                  <a:lnTo>
                    <a:pt x="185308" y="79162"/>
                  </a:lnTo>
                  <a:cubicBezTo>
                    <a:pt x="185308" y="79800"/>
                    <a:pt x="185947" y="79800"/>
                    <a:pt x="185947" y="80438"/>
                  </a:cubicBezTo>
                  <a:cubicBezTo>
                    <a:pt x="185947" y="80438"/>
                    <a:pt x="186586" y="81077"/>
                    <a:pt x="186586" y="81077"/>
                  </a:cubicBezTo>
                  <a:cubicBezTo>
                    <a:pt x="186586" y="81077"/>
                    <a:pt x="187225" y="81715"/>
                    <a:pt x="187864" y="81715"/>
                  </a:cubicBezTo>
                  <a:cubicBezTo>
                    <a:pt x="188503" y="81715"/>
                    <a:pt x="188503" y="82354"/>
                    <a:pt x="189142" y="82354"/>
                  </a:cubicBezTo>
                  <a:lnTo>
                    <a:pt x="189142" y="82354"/>
                  </a:lnTo>
                  <a:cubicBezTo>
                    <a:pt x="189781" y="82354"/>
                    <a:pt x="189781" y="82354"/>
                    <a:pt x="190420" y="82354"/>
                  </a:cubicBezTo>
                  <a:lnTo>
                    <a:pt x="190420" y="82354"/>
                  </a:lnTo>
                  <a:lnTo>
                    <a:pt x="191059" y="82354"/>
                  </a:lnTo>
                  <a:lnTo>
                    <a:pt x="192337" y="81715"/>
                  </a:lnTo>
                  <a:lnTo>
                    <a:pt x="192976" y="81715"/>
                  </a:lnTo>
                  <a:cubicBezTo>
                    <a:pt x="196171" y="79800"/>
                    <a:pt x="199366" y="79162"/>
                    <a:pt x="202561" y="78523"/>
                  </a:cubicBezTo>
                  <a:cubicBezTo>
                    <a:pt x="217258" y="77885"/>
                    <a:pt x="229399" y="89376"/>
                    <a:pt x="230677" y="104059"/>
                  </a:cubicBezTo>
                  <a:cubicBezTo>
                    <a:pt x="231316" y="118742"/>
                    <a:pt x="219814" y="130872"/>
                    <a:pt x="205117" y="132149"/>
                  </a:cubicBezTo>
                  <a:cubicBezTo>
                    <a:pt x="204478" y="132149"/>
                    <a:pt x="203200" y="132149"/>
                    <a:pt x="202561" y="132149"/>
                  </a:cubicBezTo>
                  <a:lnTo>
                    <a:pt x="155276" y="132149"/>
                  </a:lnTo>
                  <a:cubicBezTo>
                    <a:pt x="151442" y="132149"/>
                    <a:pt x="148886" y="134702"/>
                    <a:pt x="148886" y="138533"/>
                  </a:cubicBezTo>
                  <a:cubicBezTo>
                    <a:pt x="148886" y="142363"/>
                    <a:pt x="151442" y="144916"/>
                    <a:pt x="155276" y="144916"/>
                  </a:cubicBezTo>
                  <a:lnTo>
                    <a:pt x="202561" y="144916"/>
                  </a:lnTo>
                  <a:cubicBezTo>
                    <a:pt x="224287" y="145555"/>
                    <a:pt x="242818" y="128957"/>
                    <a:pt x="243457" y="107251"/>
                  </a:cubicBezTo>
                  <a:cubicBezTo>
                    <a:pt x="244096" y="85546"/>
                    <a:pt x="227482" y="67032"/>
                    <a:pt x="205756" y="66394"/>
                  </a:cubicBezTo>
                  <a:cubicBezTo>
                    <a:pt x="204478" y="66394"/>
                    <a:pt x="203839" y="66394"/>
                    <a:pt x="202561" y="66394"/>
                  </a:cubicBezTo>
                  <a:lnTo>
                    <a:pt x="203839" y="65755"/>
                  </a:lnTo>
                  <a:close/>
                </a:path>
              </a:pathLst>
            </a:custGeom>
            <a:solidFill>
              <a:srgbClr val="86BC25"/>
            </a:solidFill>
            <a:ln w="6390" cap="flat">
              <a:noFill/>
              <a:prstDash val="solid"/>
              <a:miter/>
            </a:ln>
          </p:spPr>
          <p:txBody>
            <a:bodyPr rtlCol="0" anchor="ctr"/>
            <a:lstStyle/>
            <a:p>
              <a:endParaRPr lang="en-US"/>
            </a:p>
          </p:txBody>
        </p:sp>
      </p:grpSp>
      <p:grpSp>
        <p:nvGrpSpPr>
          <p:cNvPr id="889" name="Graphic 4">
            <a:extLst>
              <a:ext uri="{FF2B5EF4-FFF2-40B4-BE49-F238E27FC236}">
                <a16:creationId xmlns:a16="http://schemas.microsoft.com/office/drawing/2014/main" id="{CBE024FD-4C18-8949-81F0-1362EFD88818}"/>
              </a:ext>
            </a:extLst>
          </p:cNvPr>
          <p:cNvGrpSpPr/>
          <p:nvPr/>
        </p:nvGrpSpPr>
        <p:grpSpPr>
          <a:xfrm>
            <a:off x="6754802" y="3339623"/>
            <a:ext cx="361670" cy="361971"/>
            <a:chOff x="6754802" y="3339623"/>
            <a:chExt cx="361670" cy="361971"/>
          </a:xfrm>
          <a:solidFill>
            <a:srgbClr val="26890D"/>
          </a:solidFill>
        </p:grpSpPr>
        <p:sp>
          <p:nvSpPr>
            <p:cNvPr id="890" name="Graphic 4">
              <a:extLst>
                <a:ext uri="{FF2B5EF4-FFF2-40B4-BE49-F238E27FC236}">
                  <a16:creationId xmlns:a16="http://schemas.microsoft.com/office/drawing/2014/main" id="{154FEE28-9F4C-D34B-AF40-786B97E7146E}"/>
                </a:ext>
              </a:extLst>
            </p:cNvPr>
            <p:cNvSpPr/>
            <p:nvPr/>
          </p:nvSpPr>
          <p:spPr>
            <a:xfrm>
              <a:off x="6754802" y="3339623"/>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349204 h 361971"/>
                <a:gd name="connsiteX7" fmla="*/ 12780 w 361670"/>
                <a:gd name="connsiteY7" fmla="*/ 181305 h 361971"/>
                <a:gd name="connsiteX8" fmla="*/ 180836 w 361670"/>
                <a:gd name="connsiteY8" fmla="*/ 12768 h 361971"/>
                <a:gd name="connsiteX9" fmla="*/ 348890 w 361670"/>
                <a:gd name="connsiteY9" fmla="*/ 180667 h 361971"/>
                <a:gd name="connsiteX10" fmla="*/ 348890 w 361670"/>
                <a:gd name="connsiteY10" fmla="*/ 180667 h 361971"/>
                <a:gd name="connsiteX11" fmla="*/ 180836 w 361670"/>
                <a:gd name="connsiteY11" fmla="*/ 349204 h 361971"/>
                <a:gd name="connsiteX12" fmla="*/ 180836 w 361670"/>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6" y="0"/>
                  </a:moveTo>
                  <a:cubicBezTo>
                    <a:pt x="80513" y="0"/>
                    <a:pt x="0" y="81077"/>
                    <a:pt x="0" y="180667"/>
                  </a:cubicBezTo>
                  <a:cubicBezTo>
                    <a:pt x="0" y="280895"/>
                    <a:pt x="81153" y="361972"/>
                    <a:pt x="180836" y="361972"/>
                  </a:cubicBezTo>
                  <a:cubicBezTo>
                    <a:pt x="281157" y="361972"/>
                    <a:pt x="361670" y="280895"/>
                    <a:pt x="361670" y="181305"/>
                  </a:cubicBezTo>
                  <a:lnTo>
                    <a:pt x="361670" y="181305"/>
                  </a:lnTo>
                  <a:cubicBezTo>
                    <a:pt x="361670" y="81077"/>
                    <a:pt x="280518"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lnTo>
                    <a:pt x="348890" y="180667"/>
                  </a:lnTo>
                  <a:cubicBezTo>
                    <a:pt x="348890" y="273873"/>
                    <a:pt x="273490" y="349204"/>
                    <a:pt x="180836" y="349204"/>
                  </a:cubicBezTo>
                  <a:lnTo>
                    <a:pt x="180836" y="349204"/>
                  </a:lnTo>
                  <a:close/>
                </a:path>
              </a:pathLst>
            </a:custGeom>
            <a:solidFill>
              <a:srgbClr val="26890D"/>
            </a:solidFill>
            <a:ln w="6390" cap="flat">
              <a:noFill/>
              <a:prstDash val="solid"/>
              <a:miter/>
            </a:ln>
          </p:spPr>
          <p:txBody>
            <a:bodyPr rtlCol="0" anchor="ctr"/>
            <a:lstStyle/>
            <a:p>
              <a:endParaRPr lang="en-US"/>
            </a:p>
          </p:txBody>
        </p:sp>
        <p:sp>
          <p:nvSpPr>
            <p:cNvPr id="891" name="Graphic 4">
              <a:extLst>
                <a:ext uri="{FF2B5EF4-FFF2-40B4-BE49-F238E27FC236}">
                  <a16:creationId xmlns:a16="http://schemas.microsoft.com/office/drawing/2014/main" id="{C3E80CD2-E22A-D84A-A847-E36AF4135086}"/>
                </a:ext>
              </a:extLst>
            </p:cNvPr>
            <p:cNvSpPr/>
            <p:nvPr/>
          </p:nvSpPr>
          <p:spPr>
            <a:xfrm>
              <a:off x="6819340" y="3404821"/>
              <a:ext cx="232593" cy="232295"/>
            </a:xfrm>
            <a:custGeom>
              <a:avLst/>
              <a:gdLst>
                <a:gd name="connsiteX0" fmla="*/ 210229 w 232593"/>
                <a:gd name="connsiteY0" fmla="*/ 33754 h 232295"/>
                <a:gd name="connsiteX1" fmla="*/ 181474 w 232593"/>
                <a:gd name="connsiteY1" fmla="*/ 33754 h 232295"/>
                <a:gd name="connsiteX2" fmla="*/ 69650 w 232593"/>
                <a:gd name="connsiteY2" fmla="*/ 14602 h 232295"/>
                <a:gd name="connsiteX3" fmla="*/ 50481 w 232593"/>
                <a:gd name="connsiteY3" fmla="*/ 33754 h 232295"/>
                <a:gd name="connsiteX4" fmla="*/ 21726 w 232593"/>
                <a:gd name="connsiteY4" fmla="*/ 33754 h 232295"/>
                <a:gd name="connsiteX5" fmla="*/ 7668 w 232593"/>
                <a:gd name="connsiteY5" fmla="*/ 47799 h 232295"/>
                <a:gd name="connsiteX6" fmla="*/ 0 w 232593"/>
                <a:gd name="connsiteY6" fmla="*/ 149304 h 232295"/>
                <a:gd name="connsiteX7" fmla="*/ 14058 w 232593"/>
                <a:gd name="connsiteY7" fmla="*/ 163349 h 232295"/>
                <a:gd name="connsiteX8" fmla="*/ 15975 w 232593"/>
                <a:gd name="connsiteY8" fmla="*/ 163349 h 232295"/>
                <a:gd name="connsiteX9" fmla="*/ 33867 w 232593"/>
                <a:gd name="connsiteY9" fmla="*/ 158880 h 232295"/>
                <a:gd name="connsiteX10" fmla="*/ 33867 w 232593"/>
                <a:gd name="connsiteY10" fmla="*/ 160157 h 232295"/>
                <a:gd name="connsiteX11" fmla="*/ 116297 w 232593"/>
                <a:gd name="connsiteY11" fmla="*/ 232296 h 232295"/>
                <a:gd name="connsiteX12" fmla="*/ 198728 w 232593"/>
                <a:gd name="connsiteY12" fmla="*/ 160157 h 232295"/>
                <a:gd name="connsiteX13" fmla="*/ 198728 w 232593"/>
                <a:gd name="connsiteY13" fmla="*/ 158880 h 232295"/>
                <a:gd name="connsiteX14" fmla="*/ 216619 w 232593"/>
                <a:gd name="connsiteY14" fmla="*/ 163349 h 232295"/>
                <a:gd name="connsiteX15" fmla="*/ 218536 w 232593"/>
                <a:gd name="connsiteY15" fmla="*/ 163349 h 232295"/>
                <a:gd name="connsiteX16" fmla="*/ 232594 w 232593"/>
                <a:gd name="connsiteY16" fmla="*/ 148666 h 232295"/>
                <a:gd name="connsiteX17" fmla="*/ 232594 w 232593"/>
                <a:gd name="connsiteY17" fmla="*/ 148666 h 232295"/>
                <a:gd name="connsiteX18" fmla="*/ 224926 w 232593"/>
                <a:gd name="connsiteY18" fmla="*/ 47799 h 232295"/>
                <a:gd name="connsiteX19" fmla="*/ 210229 w 232593"/>
                <a:gd name="connsiteY19" fmla="*/ 33754 h 232295"/>
                <a:gd name="connsiteX20" fmla="*/ 116297 w 232593"/>
                <a:gd name="connsiteY20" fmla="*/ 12687 h 232295"/>
                <a:gd name="connsiteX21" fmla="*/ 164861 w 232593"/>
                <a:gd name="connsiteY21" fmla="*/ 33754 h 232295"/>
                <a:gd name="connsiteX22" fmla="*/ 67094 w 232593"/>
                <a:gd name="connsiteY22" fmla="*/ 33754 h 232295"/>
                <a:gd name="connsiteX23" fmla="*/ 116297 w 232593"/>
                <a:gd name="connsiteY23" fmla="*/ 12687 h 232295"/>
                <a:gd name="connsiteX24" fmla="*/ 116297 w 232593"/>
                <a:gd name="connsiteY24" fmla="*/ 12687 h 232295"/>
                <a:gd name="connsiteX25" fmla="*/ 185948 w 232593"/>
                <a:gd name="connsiteY25" fmla="*/ 156965 h 232295"/>
                <a:gd name="connsiteX26" fmla="*/ 116297 w 232593"/>
                <a:gd name="connsiteY26" fmla="*/ 219528 h 232295"/>
                <a:gd name="connsiteX27" fmla="*/ 46647 w 232593"/>
                <a:gd name="connsiteY27" fmla="*/ 156965 h 232295"/>
                <a:gd name="connsiteX28" fmla="*/ 46647 w 232593"/>
                <a:gd name="connsiteY28" fmla="*/ 156327 h 232295"/>
                <a:gd name="connsiteX29" fmla="*/ 186587 w 232593"/>
                <a:gd name="connsiteY29" fmla="*/ 156327 h 232295"/>
                <a:gd name="connsiteX30" fmla="*/ 185948 w 232593"/>
                <a:gd name="connsiteY30" fmla="*/ 156965 h 232295"/>
                <a:gd name="connsiteX31" fmla="*/ 185948 w 232593"/>
                <a:gd name="connsiteY31" fmla="*/ 156965 h 232295"/>
                <a:gd name="connsiteX32" fmla="*/ 218536 w 232593"/>
                <a:gd name="connsiteY32" fmla="*/ 150581 h 232295"/>
                <a:gd name="connsiteX33" fmla="*/ 13419 w 232593"/>
                <a:gd name="connsiteY33" fmla="*/ 150581 h 232295"/>
                <a:gd name="connsiteX34" fmla="*/ 12141 w 232593"/>
                <a:gd name="connsiteY34" fmla="*/ 149943 h 232295"/>
                <a:gd name="connsiteX35" fmla="*/ 19809 w 232593"/>
                <a:gd name="connsiteY35" fmla="*/ 48437 h 232295"/>
                <a:gd name="connsiteX36" fmla="*/ 21087 w 232593"/>
                <a:gd name="connsiteY36" fmla="*/ 47160 h 232295"/>
                <a:gd name="connsiteX37" fmla="*/ 209590 w 232593"/>
                <a:gd name="connsiteY37" fmla="*/ 47160 h 232295"/>
                <a:gd name="connsiteX38" fmla="*/ 210868 w 232593"/>
                <a:gd name="connsiteY38" fmla="*/ 49076 h 232295"/>
                <a:gd name="connsiteX39" fmla="*/ 218536 w 232593"/>
                <a:gd name="connsiteY39" fmla="*/ 149943 h 232295"/>
                <a:gd name="connsiteX40" fmla="*/ 218536 w 232593"/>
                <a:gd name="connsiteY40" fmla="*/ 150581 h 232295"/>
                <a:gd name="connsiteX41" fmla="*/ 218536 w 232593"/>
                <a:gd name="connsiteY41" fmla="*/ 150581 h 232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32593" h="232295">
                  <a:moveTo>
                    <a:pt x="210229" y="33754"/>
                  </a:moveTo>
                  <a:lnTo>
                    <a:pt x="181474" y="33754"/>
                  </a:lnTo>
                  <a:cubicBezTo>
                    <a:pt x="155915" y="-1996"/>
                    <a:pt x="106074" y="-10934"/>
                    <a:pt x="69650" y="14602"/>
                  </a:cubicBezTo>
                  <a:cubicBezTo>
                    <a:pt x="61983" y="19709"/>
                    <a:pt x="55593" y="26093"/>
                    <a:pt x="50481" y="33754"/>
                  </a:cubicBezTo>
                  <a:lnTo>
                    <a:pt x="21726" y="33754"/>
                  </a:lnTo>
                  <a:cubicBezTo>
                    <a:pt x="14058" y="33754"/>
                    <a:pt x="7668" y="39500"/>
                    <a:pt x="7668" y="47799"/>
                  </a:cubicBezTo>
                  <a:lnTo>
                    <a:pt x="0" y="149304"/>
                  </a:lnTo>
                  <a:cubicBezTo>
                    <a:pt x="0" y="156965"/>
                    <a:pt x="6390" y="163349"/>
                    <a:pt x="14058" y="163349"/>
                  </a:cubicBezTo>
                  <a:cubicBezTo>
                    <a:pt x="14697" y="163349"/>
                    <a:pt x="15336" y="163349"/>
                    <a:pt x="15975" y="163349"/>
                  </a:cubicBezTo>
                  <a:cubicBezTo>
                    <a:pt x="15975" y="163349"/>
                    <a:pt x="23004" y="161434"/>
                    <a:pt x="33867" y="158880"/>
                  </a:cubicBezTo>
                  <a:cubicBezTo>
                    <a:pt x="33867" y="159518"/>
                    <a:pt x="33867" y="159518"/>
                    <a:pt x="33867" y="160157"/>
                  </a:cubicBezTo>
                  <a:cubicBezTo>
                    <a:pt x="45369" y="206121"/>
                    <a:pt x="75402" y="232296"/>
                    <a:pt x="116297" y="232296"/>
                  </a:cubicBezTo>
                  <a:cubicBezTo>
                    <a:pt x="157193" y="232296"/>
                    <a:pt x="187225" y="206121"/>
                    <a:pt x="198728" y="160157"/>
                  </a:cubicBezTo>
                  <a:cubicBezTo>
                    <a:pt x="198728" y="159518"/>
                    <a:pt x="198728" y="159518"/>
                    <a:pt x="198728" y="158880"/>
                  </a:cubicBezTo>
                  <a:cubicBezTo>
                    <a:pt x="209590" y="161434"/>
                    <a:pt x="216619" y="163349"/>
                    <a:pt x="216619" y="163349"/>
                  </a:cubicBezTo>
                  <a:cubicBezTo>
                    <a:pt x="217258" y="163349"/>
                    <a:pt x="217897" y="163349"/>
                    <a:pt x="218536" y="163349"/>
                  </a:cubicBezTo>
                  <a:cubicBezTo>
                    <a:pt x="226204" y="163349"/>
                    <a:pt x="232594" y="156965"/>
                    <a:pt x="232594" y="148666"/>
                  </a:cubicBezTo>
                  <a:cubicBezTo>
                    <a:pt x="232594" y="148666"/>
                    <a:pt x="232594" y="148666"/>
                    <a:pt x="232594" y="148666"/>
                  </a:cubicBezTo>
                  <a:lnTo>
                    <a:pt x="224926" y="47799"/>
                  </a:lnTo>
                  <a:cubicBezTo>
                    <a:pt x="224287" y="40138"/>
                    <a:pt x="217897" y="33754"/>
                    <a:pt x="210229" y="33754"/>
                  </a:cubicBezTo>
                  <a:close/>
                  <a:moveTo>
                    <a:pt x="116297" y="12687"/>
                  </a:moveTo>
                  <a:cubicBezTo>
                    <a:pt x="134828" y="12048"/>
                    <a:pt x="152720" y="19709"/>
                    <a:pt x="164861" y="33754"/>
                  </a:cubicBezTo>
                  <a:lnTo>
                    <a:pt x="67094" y="33754"/>
                  </a:lnTo>
                  <a:cubicBezTo>
                    <a:pt x="79235" y="19709"/>
                    <a:pt x="97766" y="12048"/>
                    <a:pt x="116297" y="12687"/>
                  </a:cubicBezTo>
                  <a:lnTo>
                    <a:pt x="116297" y="12687"/>
                  </a:lnTo>
                  <a:close/>
                  <a:moveTo>
                    <a:pt x="185948" y="156965"/>
                  </a:moveTo>
                  <a:cubicBezTo>
                    <a:pt x="175723" y="197184"/>
                    <a:pt x="151442" y="219528"/>
                    <a:pt x="116297" y="219528"/>
                  </a:cubicBezTo>
                  <a:cubicBezTo>
                    <a:pt x="81153" y="219528"/>
                    <a:pt x="56871" y="197184"/>
                    <a:pt x="46647" y="156965"/>
                  </a:cubicBezTo>
                  <a:cubicBezTo>
                    <a:pt x="46647" y="156965"/>
                    <a:pt x="46647" y="156327"/>
                    <a:pt x="46647" y="156327"/>
                  </a:cubicBezTo>
                  <a:cubicBezTo>
                    <a:pt x="92654" y="145474"/>
                    <a:pt x="140579" y="145474"/>
                    <a:pt x="186587" y="156327"/>
                  </a:cubicBezTo>
                  <a:cubicBezTo>
                    <a:pt x="186587" y="156327"/>
                    <a:pt x="185948" y="156327"/>
                    <a:pt x="185948" y="156965"/>
                  </a:cubicBezTo>
                  <a:lnTo>
                    <a:pt x="185948" y="156965"/>
                  </a:lnTo>
                  <a:close/>
                  <a:moveTo>
                    <a:pt x="218536" y="150581"/>
                  </a:moveTo>
                  <a:cubicBezTo>
                    <a:pt x="152081" y="129514"/>
                    <a:pt x="80514" y="129514"/>
                    <a:pt x="13419" y="150581"/>
                  </a:cubicBezTo>
                  <a:cubicBezTo>
                    <a:pt x="12780" y="150581"/>
                    <a:pt x="12780" y="149943"/>
                    <a:pt x="12141" y="149943"/>
                  </a:cubicBezTo>
                  <a:lnTo>
                    <a:pt x="19809" y="48437"/>
                  </a:lnTo>
                  <a:cubicBezTo>
                    <a:pt x="19809" y="47799"/>
                    <a:pt x="20448" y="47160"/>
                    <a:pt x="21087" y="47160"/>
                  </a:cubicBezTo>
                  <a:lnTo>
                    <a:pt x="209590" y="47160"/>
                  </a:lnTo>
                  <a:cubicBezTo>
                    <a:pt x="210229" y="47160"/>
                    <a:pt x="210868" y="47799"/>
                    <a:pt x="210868" y="49076"/>
                  </a:cubicBezTo>
                  <a:lnTo>
                    <a:pt x="218536" y="149943"/>
                  </a:lnTo>
                  <a:cubicBezTo>
                    <a:pt x="219814" y="149943"/>
                    <a:pt x="219175" y="149943"/>
                    <a:pt x="218536" y="150581"/>
                  </a:cubicBezTo>
                  <a:lnTo>
                    <a:pt x="218536" y="150581"/>
                  </a:lnTo>
                  <a:close/>
                </a:path>
              </a:pathLst>
            </a:custGeom>
            <a:solidFill>
              <a:srgbClr val="26890D"/>
            </a:solidFill>
            <a:ln w="6390" cap="flat">
              <a:noFill/>
              <a:prstDash val="solid"/>
              <a:miter/>
            </a:ln>
          </p:spPr>
          <p:txBody>
            <a:bodyPr rtlCol="0" anchor="ctr"/>
            <a:lstStyle/>
            <a:p>
              <a:endParaRPr lang="en-US"/>
            </a:p>
          </p:txBody>
        </p:sp>
        <p:sp>
          <p:nvSpPr>
            <p:cNvPr id="892" name="Graphic 4">
              <a:extLst>
                <a:ext uri="{FF2B5EF4-FFF2-40B4-BE49-F238E27FC236}">
                  <a16:creationId xmlns:a16="http://schemas.microsoft.com/office/drawing/2014/main" id="{F5870F4C-DA60-1143-A0CD-3EFE2CCD1592}"/>
                </a:ext>
              </a:extLst>
            </p:cNvPr>
            <p:cNvSpPr/>
            <p:nvPr/>
          </p:nvSpPr>
          <p:spPr>
            <a:xfrm>
              <a:off x="6904167" y="3581807"/>
              <a:ext cx="62781" cy="20676"/>
            </a:xfrm>
            <a:custGeom>
              <a:avLst/>
              <a:gdLst>
                <a:gd name="connsiteX0" fmla="*/ 10383 w 62781"/>
                <a:gd name="connsiteY0" fmla="*/ 1684 h 20676"/>
                <a:gd name="connsiteX1" fmla="*/ 1437 w 62781"/>
                <a:gd name="connsiteY1" fmla="*/ 2323 h 20676"/>
                <a:gd name="connsiteX2" fmla="*/ 1437 w 62781"/>
                <a:gd name="connsiteY2" fmla="*/ 10622 h 20676"/>
                <a:gd name="connsiteX3" fmla="*/ 60864 w 62781"/>
                <a:gd name="connsiteY3" fmla="*/ 10622 h 20676"/>
                <a:gd name="connsiteX4" fmla="*/ 60864 w 62781"/>
                <a:gd name="connsiteY4" fmla="*/ 1684 h 20676"/>
                <a:gd name="connsiteX5" fmla="*/ 52557 w 62781"/>
                <a:gd name="connsiteY5" fmla="*/ 1684 h 20676"/>
                <a:gd name="connsiteX6" fmla="*/ 10383 w 62781"/>
                <a:gd name="connsiteY6" fmla="*/ 1684 h 20676"/>
                <a:gd name="connsiteX7" fmla="*/ 10383 w 62781"/>
                <a:gd name="connsiteY7" fmla="*/ 1684 h 20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781" h="20676">
                  <a:moveTo>
                    <a:pt x="10383" y="1684"/>
                  </a:moveTo>
                  <a:cubicBezTo>
                    <a:pt x="7827" y="-231"/>
                    <a:pt x="3355" y="-231"/>
                    <a:pt x="1437" y="2323"/>
                  </a:cubicBezTo>
                  <a:cubicBezTo>
                    <a:pt x="-479" y="4876"/>
                    <a:pt x="-479" y="8068"/>
                    <a:pt x="1437" y="10622"/>
                  </a:cubicBezTo>
                  <a:cubicBezTo>
                    <a:pt x="18691" y="24028"/>
                    <a:pt x="43612" y="24028"/>
                    <a:pt x="60864" y="10622"/>
                  </a:cubicBezTo>
                  <a:cubicBezTo>
                    <a:pt x="63420" y="8068"/>
                    <a:pt x="63420" y="4238"/>
                    <a:pt x="60864" y="1684"/>
                  </a:cubicBezTo>
                  <a:cubicBezTo>
                    <a:pt x="58308" y="-231"/>
                    <a:pt x="55113" y="-869"/>
                    <a:pt x="52557" y="1684"/>
                  </a:cubicBezTo>
                  <a:cubicBezTo>
                    <a:pt x="39777" y="10622"/>
                    <a:pt x="23163" y="10622"/>
                    <a:pt x="10383" y="1684"/>
                  </a:cubicBezTo>
                  <a:lnTo>
                    <a:pt x="10383" y="1684"/>
                  </a:lnTo>
                  <a:close/>
                </a:path>
              </a:pathLst>
            </a:custGeom>
            <a:solidFill>
              <a:srgbClr val="26890D"/>
            </a:solidFill>
            <a:ln w="6390" cap="flat">
              <a:noFill/>
              <a:prstDash val="solid"/>
              <a:miter/>
            </a:ln>
          </p:spPr>
          <p:txBody>
            <a:bodyPr rtlCol="0" anchor="ctr"/>
            <a:lstStyle/>
            <a:p>
              <a:endParaRPr lang="en-US"/>
            </a:p>
          </p:txBody>
        </p:sp>
        <p:sp>
          <p:nvSpPr>
            <p:cNvPr id="893" name="Graphic 4">
              <a:extLst>
                <a:ext uri="{FF2B5EF4-FFF2-40B4-BE49-F238E27FC236}">
                  <a16:creationId xmlns:a16="http://schemas.microsoft.com/office/drawing/2014/main" id="{4A56F434-4170-FA4D-95AB-74413EEDBA08}"/>
                </a:ext>
              </a:extLst>
            </p:cNvPr>
            <p:cNvSpPr/>
            <p:nvPr/>
          </p:nvSpPr>
          <p:spPr>
            <a:xfrm>
              <a:off x="6911994" y="3467622"/>
              <a:ext cx="55592" cy="54263"/>
            </a:xfrm>
            <a:custGeom>
              <a:avLst/>
              <a:gdLst>
                <a:gd name="connsiteX0" fmla="*/ 51759 w 55592"/>
                <a:gd name="connsiteY0" fmla="*/ 22025 h 54263"/>
                <a:gd name="connsiteX1" fmla="*/ 9585 w 55592"/>
                <a:gd name="connsiteY1" fmla="*/ 958 h 54263"/>
                <a:gd name="connsiteX2" fmla="*/ 3195 w 55592"/>
                <a:gd name="connsiteY2" fmla="*/ 958 h 54263"/>
                <a:gd name="connsiteX3" fmla="*/ 0 w 55592"/>
                <a:gd name="connsiteY3" fmla="*/ 6065 h 54263"/>
                <a:gd name="connsiteX4" fmla="*/ 0 w 55592"/>
                <a:gd name="connsiteY4" fmla="*/ 48199 h 54263"/>
                <a:gd name="connsiteX5" fmla="*/ 3195 w 55592"/>
                <a:gd name="connsiteY5" fmla="*/ 53306 h 54263"/>
                <a:gd name="connsiteX6" fmla="*/ 9585 w 55592"/>
                <a:gd name="connsiteY6" fmla="*/ 53306 h 54263"/>
                <a:gd name="connsiteX7" fmla="*/ 51759 w 55592"/>
                <a:gd name="connsiteY7" fmla="*/ 32239 h 54263"/>
                <a:gd name="connsiteX8" fmla="*/ 55593 w 55592"/>
                <a:gd name="connsiteY8" fmla="*/ 26494 h 54263"/>
                <a:gd name="connsiteX9" fmla="*/ 51759 w 55592"/>
                <a:gd name="connsiteY9" fmla="*/ 22025 h 54263"/>
                <a:gd name="connsiteX10" fmla="*/ 13419 w 55592"/>
                <a:gd name="connsiteY10" fmla="*/ 38623 h 54263"/>
                <a:gd name="connsiteX11" fmla="*/ 13419 w 55592"/>
                <a:gd name="connsiteY11" fmla="*/ 16918 h 54263"/>
                <a:gd name="connsiteX12" fmla="*/ 35145 w 55592"/>
                <a:gd name="connsiteY12" fmla="*/ 27770 h 54263"/>
                <a:gd name="connsiteX13" fmla="*/ 13419 w 55592"/>
                <a:gd name="connsiteY13" fmla="*/ 38623 h 5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592" h="54263">
                  <a:moveTo>
                    <a:pt x="51759" y="22025"/>
                  </a:moveTo>
                  <a:lnTo>
                    <a:pt x="9585" y="958"/>
                  </a:lnTo>
                  <a:cubicBezTo>
                    <a:pt x="7668" y="-319"/>
                    <a:pt x="5112" y="-319"/>
                    <a:pt x="3195" y="958"/>
                  </a:cubicBezTo>
                  <a:cubicBezTo>
                    <a:pt x="1278" y="2235"/>
                    <a:pt x="0" y="4150"/>
                    <a:pt x="0" y="6065"/>
                  </a:cubicBezTo>
                  <a:lnTo>
                    <a:pt x="0" y="48199"/>
                  </a:lnTo>
                  <a:cubicBezTo>
                    <a:pt x="0" y="50114"/>
                    <a:pt x="1278" y="52668"/>
                    <a:pt x="3195" y="53306"/>
                  </a:cubicBezTo>
                  <a:cubicBezTo>
                    <a:pt x="5112" y="54583"/>
                    <a:pt x="7668" y="54583"/>
                    <a:pt x="9585" y="53306"/>
                  </a:cubicBezTo>
                  <a:lnTo>
                    <a:pt x="51759" y="32239"/>
                  </a:lnTo>
                  <a:cubicBezTo>
                    <a:pt x="53676" y="30962"/>
                    <a:pt x="55593" y="29047"/>
                    <a:pt x="55593" y="26494"/>
                  </a:cubicBezTo>
                  <a:cubicBezTo>
                    <a:pt x="54954" y="25217"/>
                    <a:pt x="53676" y="23302"/>
                    <a:pt x="51759" y="22025"/>
                  </a:cubicBezTo>
                  <a:close/>
                  <a:moveTo>
                    <a:pt x="13419" y="38623"/>
                  </a:moveTo>
                  <a:lnTo>
                    <a:pt x="13419" y="16918"/>
                  </a:lnTo>
                  <a:lnTo>
                    <a:pt x="35145" y="27770"/>
                  </a:lnTo>
                  <a:lnTo>
                    <a:pt x="13419" y="38623"/>
                  </a:lnTo>
                  <a:close/>
                </a:path>
              </a:pathLst>
            </a:custGeom>
            <a:solidFill>
              <a:srgbClr val="26890D"/>
            </a:solidFill>
            <a:ln w="6390" cap="flat">
              <a:noFill/>
              <a:prstDash val="solid"/>
              <a:miter/>
            </a:ln>
          </p:spPr>
          <p:txBody>
            <a:bodyPr rtlCol="0" anchor="ctr"/>
            <a:lstStyle/>
            <a:p>
              <a:endParaRPr lang="en-US"/>
            </a:p>
          </p:txBody>
        </p:sp>
      </p:grpSp>
      <p:grpSp>
        <p:nvGrpSpPr>
          <p:cNvPr id="894" name="Graphic 4">
            <a:extLst>
              <a:ext uri="{FF2B5EF4-FFF2-40B4-BE49-F238E27FC236}">
                <a16:creationId xmlns:a16="http://schemas.microsoft.com/office/drawing/2014/main" id="{98BE8A6E-3C5A-424C-AE39-858B8A8CC579}"/>
              </a:ext>
            </a:extLst>
          </p:cNvPr>
          <p:cNvGrpSpPr/>
          <p:nvPr/>
        </p:nvGrpSpPr>
        <p:grpSpPr>
          <a:xfrm>
            <a:off x="467743" y="2855717"/>
            <a:ext cx="361670" cy="362610"/>
            <a:chOff x="467743" y="2855717"/>
            <a:chExt cx="361670" cy="362610"/>
          </a:xfrm>
          <a:solidFill>
            <a:srgbClr val="86BC25"/>
          </a:solidFill>
        </p:grpSpPr>
        <p:sp>
          <p:nvSpPr>
            <p:cNvPr id="895" name="Graphic 4">
              <a:extLst>
                <a:ext uri="{FF2B5EF4-FFF2-40B4-BE49-F238E27FC236}">
                  <a16:creationId xmlns:a16="http://schemas.microsoft.com/office/drawing/2014/main" id="{B4D32A30-2B4A-BA41-AD43-80C88A20BFC9}"/>
                </a:ext>
              </a:extLst>
            </p:cNvPr>
            <p:cNvSpPr/>
            <p:nvPr/>
          </p:nvSpPr>
          <p:spPr>
            <a:xfrm>
              <a:off x="467743" y="2855717"/>
              <a:ext cx="361670" cy="362610"/>
            </a:xfrm>
            <a:custGeom>
              <a:avLst/>
              <a:gdLst>
                <a:gd name="connsiteX0" fmla="*/ 180835 w 361670"/>
                <a:gd name="connsiteY0" fmla="*/ 0 h 362610"/>
                <a:gd name="connsiteX1" fmla="*/ 0 w 361670"/>
                <a:gd name="connsiteY1" fmla="*/ 181305 h 362610"/>
                <a:gd name="connsiteX2" fmla="*/ 180835 w 361670"/>
                <a:gd name="connsiteY2" fmla="*/ 362610 h 362610"/>
                <a:gd name="connsiteX3" fmla="*/ 361670 w 361670"/>
                <a:gd name="connsiteY3" fmla="*/ 181305 h 362610"/>
                <a:gd name="connsiteX4" fmla="*/ 361670 w 361670"/>
                <a:gd name="connsiteY4" fmla="*/ 181305 h 362610"/>
                <a:gd name="connsiteX5" fmla="*/ 180835 w 361670"/>
                <a:gd name="connsiteY5" fmla="*/ 0 h 362610"/>
                <a:gd name="connsiteX6" fmla="*/ 180835 w 361670"/>
                <a:gd name="connsiteY6" fmla="*/ 0 h 362610"/>
                <a:gd name="connsiteX7" fmla="*/ 180835 w 361670"/>
                <a:gd name="connsiteY7" fmla="*/ 349204 h 362610"/>
                <a:gd name="connsiteX8" fmla="*/ 12780 w 361670"/>
                <a:gd name="connsiteY8" fmla="*/ 180667 h 362610"/>
                <a:gd name="connsiteX9" fmla="*/ 180835 w 361670"/>
                <a:gd name="connsiteY9" fmla="*/ 12130 h 362610"/>
                <a:gd name="connsiteX10" fmla="*/ 348891 w 361670"/>
                <a:gd name="connsiteY10" fmla="*/ 180667 h 362610"/>
                <a:gd name="connsiteX11" fmla="*/ 180835 w 361670"/>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2610">
                  <a:moveTo>
                    <a:pt x="180835" y="0"/>
                  </a:moveTo>
                  <a:cubicBezTo>
                    <a:pt x="80513" y="0"/>
                    <a:pt x="0" y="81076"/>
                    <a:pt x="0" y="181305"/>
                  </a:cubicBezTo>
                  <a:cubicBezTo>
                    <a:pt x="0" y="281533"/>
                    <a:pt x="81152" y="362610"/>
                    <a:pt x="180835" y="362610"/>
                  </a:cubicBezTo>
                  <a:cubicBezTo>
                    <a:pt x="280518" y="362610"/>
                    <a:pt x="361670" y="281533"/>
                    <a:pt x="361670" y="181305"/>
                  </a:cubicBezTo>
                  <a:cubicBezTo>
                    <a:pt x="361670" y="181305"/>
                    <a:pt x="361670" y="181305"/>
                    <a:pt x="361670" y="181305"/>
                  </a:cubicBezTo>
                  <a:cubicBezTo>
                    <a:pt x="361670" y="80438"/>
                    <a:pt x="281157" y="0"/>
                    <a:pt x="180835" y="0"/>
                  </a:cubicBezTo>
                  <a:cubicBezTo>
                    <a:pt x="180835" y="0"/>
                    <a:pt x="180835" y="0"/>
                    <a:pt x="180835" y="0"/>
                  </a:cubicBezTo>
                  <a:close/>
                  <a:moveTo>
                    <a:pt x="180835" y="349204"/>
                  </a:moveTo>
                  <a:cubicBezTo>
                    <a:pt x="87542" y="349204"/>
                    <a:pt x="12780" y="273873"/>
                    <a:pt x="12780" y="180667"/>
                  </a:cubicBezTo>
                  <a:cubicBezTo>
                    <a:pt x="12780" y="87460"/>
                    <a:pt x="88181" y="12130"/>
                    <a:pt x="180835" y="12130"/>
                  </a:cubicBezTo>
                  <a:cubicBezTo>
                    <a:pt x="273489" y="12130"/>
                    <a:pt x="348891" y="87460"/>
                    <a:pt x="348891" y="180667"/>
                  </a:cubicBezTo>
                  <a:cubicBezTo>
                    <a:pt x="348891" y="273234"/>
                    <a:pt x="273489" y="348565"/>
                    <a:pt x="180835" y="349204"/>
                  </a:cubicBezTo>
                  <a:close/>
                </a:path>
              </a:pathLst>
            </a:custGeom>
            <a:solidFill>
              <a:srgbClr val="86BC25"/>
            </a:solidFill>
            <a:ln w="6390" cap="flat">
              <a:noFill/>
              <a:prstDash val="solid"/>
              <a:miter/>
            </a:ln>
          </p:spPr>
          <p:txBody>
            <a:bodyPr rtlCol="0" anchor="ctr"/>
            <a:lstStyle/>
            <a:p>
              <a:endParaRPr lang="en-US"/>
            </a:p>
          </p:txBody>
        </p:sp>
        <p:sp>
          <p:nvSpPr>
            <p:cNvPr id="896" name="Graphic 4">
              <a:extLst>
                <a:ext uri="{FF2B5EF4-FFF2-40B4-BE49-F238E27FC236}">
                  <a16:creationId xmlns:a16="http://schemas.microsoft.com/office/drawing/2014/main" id="{7C444233-EDE7-4F45-AE9A-6D03DF254F7E}"/>
                </a:ext>
              </a:extLst>
            </p:cNvPr>
            <p:cNvSpPr/>
            <p:nvPr/>
          </p:nvSpPr>
          <p:spPr>
            <a:xfrm>
              <a:off x="548895" y="2957223"/>
              <a:ext cx="199366" cy="52348"/>
            </a:xfrm>
            <a:custGeom>
              <a:avLst/>
              <a:gdLst>
                <a:gd name="connsiteX0" fmla="*/ 99683 w 199366"/>
                <a:gd name="connsiteY0" fmla="*/ 0 h 52348"/>
                <a:gd name="connsiteX1" fmla="*/ 1917 w 199366"/>
                <a:gd name="connsiteY1" fmla="*/ 41496 h 52348"/>
                <a:gd name="connsiteX2" fmla="*/ 1917 w 199366"/>
                <a:gd name="connsiteY2" fmla="*/ 50433 h 52348"/>
                <a:gd name="connsiteX3" fmla="*/ 10863 w 199366"/>
                <a:gd name="connsiteY3" fmla="*/ 50433 h 52348"/>
                <a:gd name="connsiteX4" fmla="*/ 10863 w 199366"/>
                <a:gd name="connsiteY4" fmla="*/ 50433 h 52348"/>
                <a:gd name="connsiteX5" fmla="*/ 184030 w 199366"/>
                <a:gd name="connsiteY5" fmla="*/ 45965 h 52348"/>
                <a:gd name="connsiteX6" fmla="*/ 188503 w 199366"/>
                <a:gd name="connsiteY6" fmla="*/ 50433 h 52348"/>
                <a:gd name="connsiteX7" fmla="*/ 192976 w 199366"/>
                <a:gd name="connsiteY7" fmla="*/ 52349 h 52348"/>
                <a:gd name="connsiteX8" fmla="*/ 197449 w 199366"/>
                <a:gd name="connsiteY8" fmla="*/ 50433 h 52348"/>
                <a:gd name="connsiteX9" fmla="*/ 197449 w 199366"/>
                <a:gd name="connsiteY9" fmla="*/ 41496 h 52348"/>
                <a:gd name="connsiteX10" fmla="*/ 99683 w 199366"/>
                <a:gd name="connsiteY10" fmla="*/ 0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9366" h="52348">
                  <a:moveTo>
                    <a:pt x="99683" y="0"/>
                  </a:moveTo>
                  <a:cubicBezTo>
                    <a:pt x="62621" y="0"/>
                    <a:pt x="27477" y="15322"/>
                    <a:pt x="1917" y="41496"/>
                  </a:cubicBezTo>
                  <a:cubicBezTo>
                    <a:pt x="-639" y="44049"/>
                    <a:pt x="-639" y="47880"/>
                    <a:pt x="1917" y="50433"/>
                  </a:cubicBezTo>
                  <a:cubicBezTo>
                    <a:pt x="4473" y="52987"/>
                    <a:pt x="8307" y="52987"/>
                    <a:pt x="10863" y="50433"/>
                  </a:cubicBezTo>
                  <a:cubicBezTo>
                    <a:pt x="10863" y="50433"/>
                    <a:pt x="10863" y="50433"/>
                    <a:pt x="10863" y="50433"/>
                  </a:cubicBezTo>
                  <a:cubicBezTo>
                    <a:pt x="57509" y="1277"/>
                    <a:pt x="134828" y="-638"/>
                    <a:pt x="184030" y="45965"/>
                  </a:cubicBezTo>
                  <a:cubicBezTo>
                    <a:pt x="185308" y="47241"/>
                    <a:pt x="187225" y="49157"/>
                    <a:pt x="188503" y="50433"/>
                  </a:cubicBezTo>
                  <a:cubicBezTo>
                    <a:pt x="189781" y="51710"/>
                    <a:pt x="191059" y="52349"/>
                    <a:pt x="192976" y="52349"/>
                  </a:cubicBezTo>
                  <a:cubicBezTo>
                    <a:pt x="194893" y="52349"/>
                    <a:pt x="196171" y="51710"/>
                    <a:pt x="197449" y="50433"/>
                  </a:cubicBezTo>
                  <a:cubicBezTo>
                    <a:pt x="200005" y="47880"/>
                    <a:pt x="200005" y="44049"/>
                    <a:pt x="197449" y="41496"/>
                  </a:cubicBezTo>
                  <a:cubicBezTo>
                    <a:pt x="171889" y="15322"/>
                    <a:pt x="136745" y="0"/>
                    <a:pt x="99683" y="0"/>
                  </a:cubicBezTo>
                  <a:close/>
                </a:path>
              </a:pathLst>
            </a:custGeom>
            <a:solidFill>
              <a:srgbClr val="86BC25"/>
            </a:solidFill>
            <a:ln w="6390" cap="flat">
              <a:noFill/>
              <a:prstDash val="solid"/>
              <a:miter/>
            </a:ln>
          </p:spPr>
          <p:txBody>
            <a:bodyPr rtlCol="0" anchor="ctr"/>
            <a:lstStyle/>
            <a:p>
              <a:endParaRPr lang="en-US"/>
            </a:p>
          </p:txBody>
        </p:sp>
        <p:sp>
          <p:nvSpPr>
            <p:cNvPr id="897" name="Graphic 4">
              <a:extLst>
                <a:ext uri="{FF2B5EF4-FFF2-40B4-BE49-F238E27FC236}">
                  <a16:creationId xmlns:a16="http://schemas.microsoft.com/office/drawing/2014/main" id="{89244401-47E0-9C43-B075-7886E7A1FAB1}"/>
                </a:ext>
              </a:extLst>
            </p:cNvPr>
            <p:cNvSpPr/>
            <p:nvPr/>
          </p:nvSpPr>
          <p:spPr>
            <a:xfrm>
              <a:off x="582123" y="3003826"/>
              <a:ext cx="138821" cy="39580"/>
            </a:xfrm>
            <a:custGeom>
              <a:avLst/>
              <a:gdLst>
                <a:gd name="connsiteX0" fmla="*/ 66455 w 138821"/>
                <a:gd name="connsiteY0" fmla="*/ 0 h 39580"/>
                <a:gd name="connsiteX1" fmla="*/ 1917 w 138821"/>
                <a:gd name="connsiteY1" fmla="*/ 28728 h 39580"/>
                <a:gd name="connsiteX2" fmla="*/ 1917 w 138821"/>
                <a:gd name="connsiteY2" fmla="*/ 37665 h 39580"/>
                <a:gd name="connsiteX3" fmla="*/ 6390 w 138821"/>
                <a:gd name="connsiteY3" fmla="*/ 39581 h 39580"/>
                <a:gd name="connsiteX4" fmla="*/ 10863 w 138821"/>
                <a:gd name="connsiteY4" fmla="*/ 37665 h 39580"/>
                <a:gd name="connsiteX5" fmla="*/ 66455 w 138821"/>
                <a:gd name="connsiteY5" fmla="*/ 12768 h 39580"/>
                <a:gd name="connsiteX6" fmla="*/ 128438 w 138821"/>
                <a:gd name="connsiteY6" fmla="*/ 37665 h 39580"/>
                <a:gd name="connsiteX7" fmla="*/ 137384 w 138821"/>
                <a:gd name="connsiteY7" fmla="*/ 37027 h 39580"/>
                <a:gd name="connsiteX8" fmla="*/ 137384 w 138821"/>
                <a:gd name="connsiteY8" fmla="*/ 28728 h 39580"/>
                <a:gd name="connsiteX9" fmla="*/ 66455 w 138821"/>
                <a:gd name="connsiteY9" fmla="*/ 0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821" h="39580">
                  <a:moveTo>
                    <a:pt x="66455" y="0"/>
                  </a:moveTo>
                  <a:cubicBezTo>
                    <a:pt x="42174" y="0"/>
                    <a:pt x="18531" y="10214"/>
                    <a:pt x="1917" y="28728"/>
                  </a:cubicBezTo>
                  <a:cubicBezTo>
                    <a:pt x="-639" y="31281"/>
                    <a:pt x="-639" y="35112"/>
                    <a:pt x="1917" y="37665"/>
                  </a:cubicBezTo>
                  <a:cubicBezTo>
                    <a:pt x="3195" y="38942"/>
                    <a:pt x="4473" y="39581"/>
                    <a:pt x="6390" y="39581"/>
                  </a:cubicBezTo>
                  <a:cubicBezTo>
                    <a:pt x="8307" y="39581"/>
                    <a:pt x="9585" y="38942"/>
                    <a:pt x="10863" y="37665"/>
                  </a:cubicBezTo>
                  <a:cubicBezTo>
                    <a:pt x="24921" y="21706"/>
                    <a:pt x="45369" y="12768"/>
                    <a:pt x="66455" y="12768"/>
                  </a:cubicBezTo>
                  <a:cubicBezTo>
                    <a:pt x="89459" y="12768"/>
                    <a:pt x="111824" y="21706"/>
                    <a:pt x="128438" y="37665"/>
                  </a:cubicBezTo>
                  <a:cubicBezTo>
                    <a:pt x="130994" y="40219"/>
                    <a:pt x="135467" y="39581"/>
                    <a:pt x="137384" y="37027"/>
                  </a:cubicBezTo>
                  <a:cubicBezTo>
                    <a:pt x="139301" y="34473"/>
                    <a:pt x="139301" y="31281"/>
                    <a:pt x="137384" y="28728"/>
                  </a:cubicBezTo>
                  <a:cubicBezTo>
                    <a:pt x="118214" y="10214"/>
                    <a:pt x="92654" y="0"/>
                    <a:pt x="66455" y="0"/>
                  </a:cubicBezTo>
                  <a:close/>
                </a:path>
              </a:pathLst>
            </a:custGeom>
            <a:solidFill>
              <a:srgbClr val="86BC25"/>
            </a:solidFill>
            <a:ln w="6390" cap="flat">
              <a:noFill/>
              <a:prstDash val="solid"/>
              <a:miter/>
            </a:ln>
          </p:spPr>
          <p:txBody>
            <a:bodyPr rtlCol="0" anchor="ctr"/>
            <a:lstStyle/>
            <a:p>
              <a:endParaRPr lang="en-US"/>
            </a:p>
          </p:txBody>
        </p:sp>
        <p:sp>
          <p:nvSpPr>
            <p:cNvPr id="898" name="Graphic 4">
              <a:extLst>
                <a:ext uri="{FF2B5EF4-FFF2-40B4-BE49-F238E27FC236}">
                  <a16:creationId xmlns:a16="http://schemas.microsoft.com/office/drawing/2014/main" id="{3E6F43A0-3E88-7F49-8A6D-6D9B41F6FA5A}"/>
                </a:ext>
              </a:extLst>
            </p:cNvPr>
            <p:cNvSpPr/>
            <p:nvPr/>
          </p:nvSpPr>
          <p:spPr>
            <a:xfrm>
              <a:off x="608960" y="3050429"/>
              <a:ext cx="79235" cy="26174"/>
            </a:xfrm>
            <a:custGeom>
              <a:avLst/>
              <a:gdLst>
                <a:gd name="connsiteX0" fmla="*/ 39618 w 79235"/>
                <a:gd name="connsiteY0" fmla="*/ 0 h 26174"/>
                <a:gd name="connsiteX1" fmla="*/ 1917 w 79235"/>
                <a:gd name="connsiteY1" fmla="*/ 15322 h 26174"/>
                <a:gd name="connsiteX2" fmla="*/ 1917 w 79235"/>
                <a:gd name="connsiteY2" fmla="*/ 24259 h 26174"/>
                <a:gd name="connsiteX3" fmla="*/ 10863 w 79235"/>
                <a:gd name="connsiteY3" fmla="*/ 24259 h 26174"/>
                <a:gd name="connsiteX4" fmla="*/ 68372 w 79235"/>
                <a:gd name="connsiteY4" fmla="*/ 24259 h 26174"/>
                <a:gd name="connsiteX5" fmla="*/ 77318 w 79235"/>
                <a:gd name="connsiteY5" fmla="*/ 24259 h 26174"/>
                <a:gd name="connsiteX6" fmla="*/ 77318 w 79235"/>
                <a:gd name="connsiteY6" fmla="*/ 15322 h 26174"/>
                <a:gd name="connsiteX7" fmla="*/ 39618 w 79235"/>
                <a:gd name="connsiteY7" fmla="*/ 0 h 2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235" h="26174">
                  <a:moveTo>
                    <a:pt x="39618" y="0"/>
                  </a:moveTo>
                  <a:cubicBezTo>
                    <a:pt x="25560" y="0"/>
                    <a:pt x="12141" y="5107"/>
                    <a:pt x="1917" y="15322"/>
                  </a:cubicBezTo>
                  <a:cubicBezTo>
                    <a:pt x="-639" y="17875"/>
                    <a:pt x="-639" y="21706"/>
                    <a:pt x="1917" y="24259"/>
                  </a:cubicBezTo>
                  <a:cubicBezTo>
                    <a:pt x="4473" y="26813"/>
                    <a:pt x="8307" y="26813"/>
                    <a:pt x="10863" y="24259"/>
                  </a:cubicBezTo>
                  <a:cubicBezTo>
                    <a:pt x="26838" y="8938"/>
                    <a:pt x="52398" y="8938"/>
                    <a:pt x="68372" y="24259"/>
                  </a:cubicBezTo>
                  <a:cubicBezTo>
                    <a:pt x="70928" y="26813"/>
                    <a:pt x="74762" y="26813"/>
                    <a:pt x="77318" y="24259"/>
                  </a:cubicBezTo>
                  <a:cubicBezTo>
                    <a:pt x="79874" y="21706"/>
                    <a:pt x="79874" y="17875"/>
                    <a:pt x="77318" y="15322"/>
                  </a:cubicBezTo>
                  <a:cubicBezTo>
                    <a:pt x="67094" y="5746"/>
                    <a:pt x="53675" y="0"/>
                    <a:pt x="39618" y="0"/>
                  </a:cubicBezTo>
                  <a:close/>
                </a:path>
              </a:pathLst>
            </a:custGeom>
            <a:solidFill>
              <a:srgbClr val="86BC25"/>
            </a:solidFill>
            <a:ln w="6390" cap="flat">
              <a:noFill/>
              <a:prstDash val="solid"/>
              <a:miter/>
            </a:ln>
          </p:spPr>
          <p:txBody>
            <a:bodyPr rtlCol="0" anchor="ctr"/>
            <a:lstStyle/>
            <a:p>
              <a:endParaRPr lang="en-US"/>
            </a:p>
          </p:txBody>
        </p:sp>
        <p:sp>
          <p:nvSpPr>
            <p:cNvPr id="899" name="Graphic 4">
              <a:extLst>
                <a:ext uri="{FF2B5EF4-FFF2-40B4-BE49-F238E27FC236}">
                  <a16:creationId xmlns:a16="http://schemas.microsoft.com/office/drawing/2014/main" id="{C32B8BEC-7C42-E147-87E7-341572F14239}"/>
                </a:ext>
              </a:extLst>
            </p:cNvPr>
            <p:cNvSpPr/>
            <p:nvPr/>
          </p:nvSpPr>
          <p:spPr>
            <a:xfrm>
              <a:off x="635798" y="3090648"/>
              <a:ext cx="25559" cy="25535"/>
            </a:xfrm>
            <a:custGeom>
              <a:avLst/>
              <a:gdLst>
                <a:gd name="connsiteX0" fmla="*/ 12780 w 25559"/>
                <a:gd name="connsiteY0" fmla="*/ 0 h 25535"/>
                <a:gd name="connsiteX1" fmla="*/ 0 w 25559"/>
                <a:gd name="connsiteY1" fmla="*/ 12768 h 25535"/>
                <a:gd name="connsiteX2" fmla="*/ 12780 w 25559"/>
                <a:gd name="connsiteY2" fmla="*/ 25536 h 25535"/>
                <a:gd name="connsiteX3" fmla="*/ 25560 w 25559"/>
                <a:gd name="connsiteY3" fmla="*/ 12768 h 25535"/>
                <a:gd name="connsiteX4" fmla="*/ 12780 w 25559"/>
                <a:gd name="connsiteY4" fmla="*/ 0 h 25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59" h="25535">
                  <a:moveTo>
                    <a:pt x="12780" y="0"/>
                  </a:moveTo>
                  <a:cubicBezTo>
                    <a:pt x="5751" y="0"/>
                    <a:pt x="0" y="5746"/>
                    <a:pt x="0" y="12768"/>
                  </a:cubicBezTo>
                  <a:cubicBezTo>
                    <a:pt x="0" y="19790"/>
                    <a:pt x="5751" y="25536"/>
                    <a:pt x="12780" y="25536"/>
                  </a:cubicBezTo>
                  <a:cubicBezTo>
                    <a:pt x="19809" y="25536"/>
                    <a:pt x="25560" y="19790"/>
                    <a:pt x="25560" y="12768"/>
                  </a:cubicBezTo>
                  <a:cubicBezTo>
                    <a:pt x="25560" y="5746"/>
                    <a:pt x="19809" y="0"/>
                    <a:pt x="12780" y="0"/>
                  </a:cubicBezTo>
                  <a:close/>
                </a:path>
              </a:pathLst>
            </a:custGeom>
            <a:solidFill>
              <a:srgbClr val="86BC25"/>
            </a:solidFill>
            <a:ln w="6390" cap="flat">
              <a:noFill/>
              <a:prstDash val="solid"/>
              <a:miter/>
            </a:ln>
          </p:spPr>
          <p:txBody>
            <a:bodyPr rtlCol="0" anchor="ctr"/>
            <a:lstStyle/>
            <a:p>
              <a:endParaRPr lang="en-US"/>
            </a:p>
          </p:txBody>
        </p:sp>
      </p:grpSp>
      <p:grpSp>
        <p:nvGrpSpPr>
          <p:cNvPr id="900" name="Graphic 4">
            <a:extLst>
              <a:ext uri="{FF2B5EF4-FFF2-40B4-BE49-F238E27FC236}">
                <a16:creationId xmlns:a16="http://schemas.microsoft.com/office/drawing/2014/main" id="{37FA11AE-FF17-B842-9A65-6AFD89EE14B0}"/>
              </a:ext>
            </a:extLst>
          </p:cNvPr>
          <p:cNvGrpSpPr/>
          <p:nvPr/>
        </p:nvGrpSpPr>
        <p:grpSpPr>
          <a:xfrm>
            <a:off x="467104" y="918179"/>
            <a:ext cx="362309" cy="361971"/>
            <a:chOff x="467104" y="918179"/>
            <a:chExt cx="362309" cy="361971"/>
          </a:xfrm>
          <a:solidFill>
            <a:srgbClr val="86BC25"/>
          </a:solidFill>
        </p:grpSpPr>
        <p:sp>
          <p:nvSpPr>
            <p:cNvPr id="901" name="Graphic 4">
              <a:extLst>
                <a:ext uri="{FF2B5EF4-FFF2-40B4-BE49-F238E27FC236}">
                  <a16:creationId xmlns:a16="http://schemas.microsoft.com/office/drawing/2014/main" id="{8C485305-3A06-2145-B849-A444EBC0E82A}"/>
                </a:ext>
              </a:extLst>
            </p:cNvPr>
            <p:cNvSpPr/>
            <p:nvPr/>
          </p:nvSpPr>
          <p:spPr>
            <a:xfrm>
              <a:off x="467104" y="918179"/>
              <a:ext cx="362309" cy="361971"/>
            </a:xfrm>
            <a:custGeom>
              <a:avLst/>
              <a:gdLst>
                <a:gd name="connsiteX0" fmla="*/ 181474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1474 w 362309"/>
                <a:gd name="connsiteY4" fmla="*/ 0 h 361971"/>
                <a:gd name="connsiteX5" fmla="*/ 181474 w 362309"/>
                <a:gd name="connsiteY5" fmla="*/ 0 h 361971"/>
                <a:gd name="connsiteX6" fmla="*/ 181474 w 362309"/>
                <a:gd name="connsiteY6" fmla="*/ 349204 h 361971"/>
                <a:gd name="connsiteX7" fmla="*/ 13419 w 362309"/>
                <a:gd name="connsiteY7" fmla="*/ 180667 h 361971"/>
                <a:gd name="connsiteX8" fmla="*/ 181474 w 362309"/>
                <a:gd name="connsiteY8" fmla="*/ 12768 h 361971"/>
                <a:gd name="connsiteX9" fmla="*/ 349530 w 362309"/>
                <a:gd name="connsiteY9" fmla="*/ 180667 h 361971"/>
                <a:gd name="connsiteX10" fmla="*/ 181474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1474" y="0"/>
                  </a:moveTo>
                  <a:cubicBezTo>
                    <a:pt x="81152" y="0"/>
                    <a:pt x="0" y="81077"/>
                    <a:pt x="0" y="181305"/>
                  </a:cubicBezTo>
                  <a:cubicBezTo>
                    <a:pt x="0" y="281534"/>
                    <a:pt x="81152" y="361972"/>
                    <a:pt x="181474" y="361972"/>
                  </a:cubicBezTo>
                  <a:cubicBezTo>
                    <a:pt x="281796" y="361972"/>
                    <a:pt x="362309" y="280895"/>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768"/>
                    <a:pt x="181474" y="12768"/>
                  </a:cubicBezTo>
                  <a:cubicBezTo>
                    <a:pt x="274128" y="12768"/>
                    <a:pt x="349530" y="88099"/>
                    <a:pt x="349530" y="180667"/>
                  </a:cubicBezTo>
                  <a:cubicBezTo>
                    <a:pt x="349530" y="273873"/>
                    <a:pt x="274128" y="349204"/>
                    <a:pt x="181474" y="349204"/>
                  </a:cubicBezTo>
                  <a:close/>
                </a:path>
              </a:pathLst>
            </a:custGeom>
            <a:solidFill>
              <a:srgbClr val="86BC25"/>
            </a:solidFill>
            <a:ln w="6390" cap="flat">
              <a:noFill/>
              <a:prstDash val="solid"/>
              <a:miter/>
            </a:ln>
          </p:spPr>
          <p:txBody>
            <a:bodyPr rtlCol="0" anchor="ctr"/>
            <a:lstStyle/>
            <a:p>
              <a:endParaRPr lang="en-US"/>
            </a:p>
          </p:txBody>
        </p:sp>
        <p:sp>
          <p:nvSpPr>
            <p:cNvPr id="902" name="Graphic 4">
              <a:extLst>
                <a:ext uri="{FF2B5EF4-FFF2-40B4-BE49-F238E27FC236}">
                  <a16:creationId xmlns:a16="http://schemas.microsoft.com/office/drawing/2014/main" id="{3B93CD55-753C-264D-BB29-C903050C77F5}"/>
                </a:ext>
              </a:extLst>
            </p:cNvPr>
            <p:cNvSpPr/>
            <p:nvPr/>
          </p:nvSpPr>
          <p:spPr>
            <a:xfrm>
              <a:off x="587235" y="982631"/>
              <a:ext cx="123325" cy="234318"/>
            </a:xfrm>
            <a:custGeom>
              <a:avLst/>
              <a:gdLst>
                <a:gd name="connsiteX0" fmla="*/ 123326 w 123325"/>
                <a:gd name="connsiteY0" fmla="*/ 61312 h 234318"/>
                <a:gd name="connsiteX1" fmla="*/ 121409 w 123325"/>
                <a:gd name="connsiteY1" fmla="*/ 56843 h 234318"/>
                <a:gd name="connsiteX2" fmla="*/ 65816 w 123325"/>
                <a:gd name="connsiteY2" fmla="*/ 1941 h 234318"/>
                <a:gd name="connsiteX3" fmla="*/ 58787 w 123325"/>
                <a:gd name="connsiteY3" fmla="*/ 664 h 234318"/>
                <a:gd name="connsiteX4" fmla="*/ 54953 w 123325"/>
                <a:gd name="connsiteY4" fmla="*/ 6410 h 234318"/>
                <a:gd name="connsiteX5" fmla="*/ 54953 w 123325"/>
                <a:gd name="connsiteY5" fmla="*/ 101531 h 234318"/>
                <a:gd name="connsiteX6" fmla="*/ 10863 w 123325"/>
                <a:gd name="connsiteY6" fmla="*/ 57482 h 234318"/>
                <a:gd name="connsiteX7" fmla="*/ 1917 w 123325"/>
                <a:gd name="connsiteY7" fmla="*/ 57482 h 234318"/>
                <a:gd name="connsiteX8" fmla="*/ 1917 w 123325"/>
                <a:gd name="connsiteY8" fmla="*/ 57482 h 234318"/>
                <a:gd name="connsiteX9" fmla="*/ 1917 w 123325"/>
                <a:gd name="connsiteY9" fmla="*/ 66419 h 234318"/>
                <a:gd name="connsiteX10" fmla="*/ 53036 w 123325"/>
                <a:gd name="connsiteY10" fmla="*/ 117491 h 234318"/>
                <a:gd name="connsiteX11" fmla="*/ 1917 w 123325"/>
                <a:gd name="connsiteY11" fmla="*/ 167925 h 234318"/>
                <a:gd name="connsiteX12" fmla="*/ 1917 w 123325"/>
                <a:gd name="connsiteY12" fmla="*/ 176862 h 234318"/>
                <a:gd name="connsiteX13" fmla="*/ 10863 w 123325"/>
                <a:gd name="connsiteY13" fmla="*/ 176862 h 234318"/>
                <a:gd name="connsiteX14" fmla="*/ 10863 w 123325"/>
                <a:gd name="connsiteY14" fmla="*/ 176862 h 234318"/>
                <a:gd name="connsiteX15" fmla="*/ 54953 w 123325"/>
                <a:gd name="connsiteY15" fmla="*/ 132813 h 234318"/>
                <a:gd name="connsiteX16" fmla="*/ 54953 w 123325"/>
                <a:gd name="connsiteY16" fmla="*/ 227934 h 234318"/>
                <a:gd name="connsiteX17" fmla="*/ 58787 w 123325"/>
                <a:gd name="connsiteY17" fmla="*/ 233680 h 234318"/>
                <a:gd name="connsiteX18" fmla="*/ 61343 w 123325"/>
                <a:gd name="connsiteY18" fmla="*/ 234318 h 234318"/>
                <a:gd name="connsiteX19" fmla="*/ 65816 w 123325"/>
                <a:gd name="connsiteY19" fmla="*/ 232403 h 234318"/>
                <a:gd name="connsiteX20" fmla="*/ 121409 w 123325"/>
                <a:gd name="connsiteY20" fmla="*/ 177501 h 234318"/>
                <a:gd name="connsiteX21" fmla="*/ 123326 w 123325"/>
                <a:gd name="connsiteY21" fmla="*/ 173032 h 234318"/>
                <a:gd name="connsiteX22" fmla="*/ 121409 w 123325"/>
                <a:gd name="connsiteY22" fmla="*/ 168563 h 234318"/>
                <a:gd name="connsiteX23" fmla="*/ 70928 w 123325"/>
                <a:gd name="connsiteY23" fmla="*/ 118130 h 234318"/>
                <a:gd name="connsiteX24" fmla="*/ 121409 w 123325"/>
                <a:gd name="connsiteY24" fmla="*/ 67058 h 234318"/>
                <a:gd name="connsiteX25" fmla="*/ 123326 w 123325"/>
                <a:gd name="connsiteY25" fmla="*/ 61312 h 234318"/>
                <a:gd name="connsiteX26" fmla="*/ 107351 w 123325"/>
                <a:gd name="connsiteY26" fmla="*/ 171755 h 234318"/>
                <a:gd name="connsiteX27" fmla="*/ 67733 w 123325"/>
                <a:gd name="connsiteY27" fmla="*/ 211336 h 234318"/>
                <a:gd name="connsiteX28" fmla="*/ 67733 w 123325"/>
                <a:gd name="connsiteY28" fmla="*/ 131536 h 234318"/>
                <a:gd name="connsiteX29" fmla="*/ 107351 w 123325"/>
                <a:gd name="connsiteY29" fmla="*/ 171755 h 234318"/>
                <a:gd name="connsiteX30" fmla="*/ 67733 w 123325"/>
                <a:gd name="connsiteY30" fmla="*/ 100893 h 234318"/>
                <a:gd name="connsiteX31" fmla="*/ 67733 w 123325"/>
                <a:gd name="connsiteY31" fmla="*/ 21093 h 234318"/>
                <a:gd name="connsiteX32" fmla="*/ 107351 w 123325"/>
                <a:gd name="connsiteY32" fmla="*/ 60674 h 234318"/>
                <a:gd name="connsiteX33" fmla="*/ 67733 w 123325"/>
                <a:gd name="connsiteY33" fmla="*/ 100893 h 234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23325" h="234318">
                  <a:moveTo>
                    <a:pt x="123326" y="61312"/>
                  </a:moveTo>
                  <a:cubicBezTo>
                    <a:pt x="123326" y="59397"/>
                    <a:pt x="122687" y="58120"/>
                    <a:pt x="121409" y="56843"/>
                  </a:cubicBezTo>
                  <a:lnTo>
                    <a:pt x="65816" y="1941"/>
                  </a:lnTo>
                  <a:cubicBezTo>
                    <a:pt x="63899" y="26"/>
                    <a:pt x="61343" y="-613"/>
                    <a:pt x="58787" y="664"/>
                  </a:cubicBezTo>
                  <a:cubicBezTo>
                    <a:pt x="56231" y="1941"/>
                    <a:pt x="54953" y="3856"/>
                    <a:pt x="54953" y="6410"/>
                  </a:cubicBezTo>
                  <a:lnTo>
                    <a:pt x="54953" y="101531"/>
                  </a:lnTo>
                  <a:lnTo>
                    <a:pt x="10863" y="57482"/>
                  </a:lnTo>
                  <a:cubicBezTo>
                    <a:pt x="8307" y="54928"/>
                    <a:pt x="4473" y="54928"/>
                    <a:pt x="1917" y="57482"/>
                  </a:cubicBezTo>
                  <a:cubicBezTo>
                    <a:pt x="1917" y="57482"/>
                    <a:pt x="1917" y="57482"/>
                    <a:pt x="1917" y="57482"/>
                  </a:cubicBezTo>
                  <a:cubicBezTo>
                    <a:pt x="-639" y="60035"/>
                    <a:pt x="-639" y="63866"/>
                    <a:pt x="1917" y="66419"/>
                  </a:cubicBezTo>
                  <a:lnTo>
                    <a:pt x="53036" y="117491"/>
                  </a:lnTo>
                  <a:lnTo>
                    <a:pt x="1917" y="167925"/>
                  </a:lnTo>
                  <a:cubicBezTo>
                    <a:pt x="-639" y="170478"/>
                    <a:pt x="-639" y="174309"/>
                    <a:pt x="1917" y="176862"/>
                  </a:cubicBezTo>
                  <a:cubicBezTo>
                    <a:pt x="4473" y="179416"/>
                    <a:pt x="8307" y="179416"/>
                    <a:pt x="10863" y="176862"/>
                  </a:cubicBezTo>
                  <a:cubicBezTo>
                    <a:pt x="10863" y="176862"/>
                    <a:pt x="10863" y="176862"/>
                    <a:pt x="10863" y="176862"/>
                  </a:cubicBezTo>
                  <a:lnTo>
                    <a:pt x="54953" y="132813"/>
                  </a:lnTo>
                  <a:lnTo>
                    <a:pt x="54953" y="227934"/>
                  </a:lnTo>
                  <a:cubicBezTo>
                    <a:pt x="54953" y="230488"/>
                    <a:pt x="56231" y="233041"/>
                    <a:pt x="58787" y="233680"/>
                  </a:cubicBezTo>
                  <a:cubicBezTo>
                    <a:pt x="59426" y="233680"/>
                    <a:pt x="60065" y="234318"/>
                    <a:pt x="61343" y="234318"/>
                  </a:cubicBezTo>
                  <a:cubicBezTo>
                    <a:pt x="63260" y="234318"/>
                    <a:pt x="64538" y="233680"/>
                    <a:pt x="65816" y="232403"/>
                  </a:cubicBezTo>
                  <a:lnTo>
                    <a:pt x="121409" y="177501"/>
                  </a:lnTo>
                  <a:cubicBezTo>
                    <a:pt x="122687" y="176224"/>
                    <a:pt x="123326" y="174947"/>
                    <a:pt x="123326" y="173032"/>
                  </a:cubicBezTo>
                  <a:cubicBezTo>
                    <a:pt x="123326" y="171117"/>
                    <a:pt x="122687" y="169840"/>
                    <a:pt x="121409" y="168563"/>
                  </a:cubicBezTo>
                  <a:lnTo>
                    <a:pt x="70928" y="118130"/>
                  </a:lnTo>
                  <a:lnTo>
                    <a:pt x="121409" y="67058"/>
                  </a:lnTo>
                  <a:cubicBezTo>
                    <a:pt x="122048" y="64504"/>
                    <a:pt x="122687" y="62589"/>
                    <a:pt x="123326" y="61312"/>
                  </a:cubicBezTo>
                  <a:close/>
                  <a:moveTo>
                    <a:pt x="107351" y="171755"/>
                  </a:moveTo>
                  <a:lnTo>
                    <a:pt x="67733" y="211336"/>
                  </a:lnTo>
                  <a:lnTo>
                    <a:pt x="67733" y="131536"/>
                  </a:lnTo>
                  <a:lnTo>
                    <a:pt x="107351" y="171755"/>
                  </a:lnTo>
                  <a:close/>
                  <a:moveTo>
                    <a:pt x="67733" y="100893"/>
                  </a:moveTo>
                  <a:lnTo>
                    <a:pt x="67733" y="21093"/>
                  </a:lnTo>
                  <a:lnTo>
                    <a:pt x="107351" y="60674"/>
                  </a:lnTo>
                  <a:lnTo>
                    <a:pt x="67733" y="100893"/>
                  </a:lnTo>
                  <a:close/>
                </a:path>
              </a:pathLst>
            </a:custGeom>
            <a:solidFill>
              <a:srgbClr val="86BC25"/>
            </a:solidFill>
            <a:ln w="6390" cap="flat">
              <a:noFill/>
              <a:prstDash val="solid"/>
              <a:miter/>
            </a:ln>
          </p:spPr>
          <p:txBody>
            <a:bodyPr rtlCol="0" anchor="ctr"/>
            <a:lstStyle/>
            <a:p>
              <a:endParaRPr lang="en-US"/>
            </a:p>
          </p:txBody>
        </p:sp>
      </p:grpSp>
      <p:grpSp>
        <p:nvGrpSpPr>
          <p:cNvPr id="903" name="Graphic 4">
            <a:extLst>
              <a:ext uri="{FF2B5EF4-FFF2-40B4-BE49-F238E27FC236}">
                <a16:creationId xmlns:a16="http://schemas.microsoft.com/office/drawing/2014/main" id="{29CAF562-9C84-8C48-B688-8F459AA22A6F}"/>
              </a:ext>
            </a:extLst>
          </p:cNvPr>
          <p:cNvGrpSpPr/>
          <p:nvPr/>
        </p:nvGrpSpPr>
        <p:grpSpPr>
          <a:xfrm>
            <a:off x="467743" y="1402723"/>
            <a:ext cx="361670" cy="361971"/>
            <a:chOff x="467743" y="1402723"/>
            <a:chExt cx="361670" cy="361971"/>
          </a:xfrm>
          <a:solidFill>
            <a:srgbClr val="86BC25"/>
          </a:solidFill>
        </p:grpSpPr>
        <p:sp>
          <p:nvSpPr>
            <p:cNvPr id="904" name="Graphic 4">
              <a:extLst>
                <a:ext uri="{FF2B5EF4-FFF2-40B4-BE49-F238E27FC236}">
                  <a16:creationId xmlns:a16="http://schemas.microsoft.com/office/drawing/2014/main" id="{B65665C8-4C19-F442-867E-54AF7D6AAA09}"/>
                </a:ext>
              </a:extLst>
            </p:cNvPr>
            <p:cNvSpPr/>
            <p:nvPr/>
          </p:nvSpPr>
          <p:spPr>
            <a:xfrm>
              <a:off x="467743" y="1402723"/>
              <a:ext cx="361670" cy="361971"/>
            </a:xfrm>
            <a:custGeom>
              <a:avLst/>
              <a:gdLst>
                <a:gd name="connsiteX0" fmla="*/ 180835 w 361670"/>
                <a:gd name="connsiteY0" fmla="*/ 0 h 361971"/>
                <a:gd name="connsiteX1" fmla="*/ 0 w 361670"/>
                <a:gd name="connsiteY1" fmla="*/ 181305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028 h 361971"/>
                <a:gd name="connsiteX9" fmla="*/ 180835 w 361670"/>
                <a:gd name="connsiteY9" fmla="*/ 12130 h 361971"/>
                <a:gd name="connsiteX10" fmla="*/ 348891 w 361670"/>
                <a:gd name="connsiteY10" fmla="*/ 180028 h 361971"/>
                <a:gd name="connsiteX11" fmla="*/ 180835 w 361670"/>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1971">
                  <a:moveTo>
                    <a:pt x="180835" y="0"/>
                  </a:moveTo>
                  <a:cubicBezTo>
                    <a:pt x="80513" y="0"/>
                    <a:pt x="0" y="81077"/>
                    <a:pt x="0" y="181305"/>
                  </a:cubicBezTo>
                  <a:cubicBezTo>
                    <a:pt x="0" y="281534"/>
                    <a:pt x="81152" y="361972"/>
                    <a:pt x="180835" y="361972"/>
                  </a:cubicBezTo>
                  <a:cubicBezTo>
                    <a:pt x="280518" y="361972"/>
                    <a:pt x="361670" y="280895"/>
                    <a:pt x="361670" y="181305"/>
                  </a:cubicBezTo>
                  <a:cubicBezTo>
                    <a:pt x="361670" y="181305"/>
                    <a:pt x="361670" y="181305"/>
                    <a:pt x="361670" y="181305"/>
                  </a:cubicBezTo>
                  <a:cubicBezTo>
                    <a:pt x="361670" y="80438"/>
                    <a:pt x="281157" y="0"/>
                    <a:pt x="180835" y="0"/>
                  </a:cubicBezTo>
                  <a:cubicBezTo>
                    <a:pt x="180835" y="0"/>
                    <a:pt x="180835" y="0"/>
                    <a:pt x="180835" y="0"/>
                  </a:cubicBezTo>
                  <a:close/>
                  <a:moveTo>
                    <a:pt x="180835" y="348565"/>
                  </a:moveTo>
                  <a:cubicBezTo>
                    <a:pt x="87542" y="348565"/>
                    <a:pt x="12780" y="273234"/>
                    <a:pt x="12780" y="180028"/>
                  </a:cubicBezTo>
                  <a:cubicBezTo>
                    <a:pt x="12780" y="86822"/>
                    <a:pt x="87542" y="12130"/>
                    <a:pt x="180835" y="12130"/>
                  </a:cubicBezTo>
                  <a:cubicBezTo>
                    <a:pt x="274128" y="12130"/>
                    <a:pt x="348891" y="87461"/>
                    <a:pt x="348891" y="180028"/>
                  </a:cubicBezTo>
                  <a:cubicBezTo>
                    <a:pt x="348891" y="273234"/>
                    <a:pt x="273489" y="348565"/>
                    <a:pt x="180835" y="348565"/>
                  </a:cubicBezTo>
                  <a:close/>
                </a:path>
              </a:pathLst>
            </a:custGeom>
            <a:solidFill>
              <a:srgbClr val="86BC25"/>
            </a:solidFill>
            <a:ln w="6390" cap="flat">
              <a:noFill/>
              <a:prstDash val="solid"/>
              <a:miter/>
            </a:ln>
          </p:spPr>
          <p:txBody>
            <a:bodyPr rtlCol="0" anchor="ctr"/>
            <a:lstStyle/>
            <a:p>
              <a:endParaRPr lang="en-US"/>
            </a:p>
          </p:txBody>
        </p:sp>
        <p:sp>
          <p:nvSpPr>
            <p:cNvPr id="905" name="Graphic 4">
              <a:extLst>
                <a:ext uri="{FF2B5EF4-FFF2-40B4-BE49-F238E27FC236}">
                  <a16:creationId xmlns:a16="http://schemas.microsoft.com/office/drawing/2014/main" id="{8FF423D5-D9B4-D248-B60A-61271A7B0BB2}"/>
                </a:ext>
              </a:extLst>
            </p:cNvPr>
            <p:cNvSpPr/>
            <p:nvPr/>
          </p:nvSpPr>
          <p:spPr>
            <a:xfrm>
              <a:off x="566148" y="1492737"/>
              <a:ext cx="146329" cy="202372"/>
            </a:xfrm>
            <a:custGeom>
              <a:avLst/>
              <a:gdLst>
                <a:gd name="connsiteX0" fmla="*/ 102239 w 146329"/>
                <a:gd name="connsiteY0" fmla="*/ 51710 h 202372"/>
                <a:gd name="connsiteX1" fmla="*/ 107351 w 146329"/>
                <a:gd name="connsiteY1" fmla="*/ 46603 h 202372"/>
                <a:gd name="connsiteX2" fmla="*/ 107351 w 146329"/>
                <a:gd name="connsiteY2" fmla="*/ 37666 h 202372"/>
                <a:gd name="connsiteX3" fmla="*/ 98405 w 146329"/>
                <a:gd name="connsiteY3" fmla="*/ 37666 h 202372"/>
                <a:gd name="connsiteX4" fmla="*/ 93293 w 146329"/>
                <a:gd name="connsiteY4" fmla="*/ 42773 h 202372"/>
                <a:gd name="connsiteX5" fmla="*/ 52398 w 146329"/>
                <a:gd name="connsiteY5" fmla="*/ 1915 h 202372"/>
                <a:gd name="connsiteX6" fmla="*/ 43452 w 146329"/>
                <a:gd name="connsiteY6" fmla="*/ 1915 h 202372"/>
                <a:gd name="connsiteX7" fmla="*/ 43452 w 146329"/>
                <a:gd name="connsiteY7" fmla="*/ 1915 h 202372"/>
                <a:gd name="connsiteX8" fmla="*/ 43452 w 146329"/>
                <a:gd name="connsiteY8" fmla="*/ 102144 h 202372"/>
                <a:gd name="connsiteX9" fmla="*/ 47925 w 146329"/>
                <a:gd name="connsiteY9" fmla="*/ 106612 h 202372"/>
                <a:gd name="connsiteX10" fmla="*/ 17892 w 146329"/>
                <a:gd name="connsiteY10" fmla="*/ 189604 h 202372"/>
                <a:gd name="connsiteX11" fmla="*/ 6390 w 146329"/>
                <a:gd name="connsiteY11" fmla="*/ 189604 h 202372"/>
                <a:gd name="connsiteX12" fmla="*/ 0 w 146329"/>
                <a:gd name="connsiteY12" fmla="*/ 195988 h 202372"/>
                <a:gd name="connsiteX13" fmla="*/ 6390 w 146329"/>
                <a:gd name="connsiteY13" fmla="*/ 202372 h 202372"/>
                <a:gd name="connsiteX14" fmla="*/ 103517 w 146329"/>
                <a:gd name="connsiteY14" fmla="*/ 202372 h 202372"/>
                <a:gd name="connsiteX15" fmla="*/ 109907 w 146329"/>
                <a:gd name="connsiteY15" fmla="*/ 195988 h 202372"/>
                <a:gd name="connsiteX16" fmla="*/ 103517 w 146329"/>
                <a:gd name="connsiteY16" fmla="*/ 189604 h 202372"/>
                <a:gd name="connsiteX17" fmla="*/ 92015 w 146329"/>
                <a:gd name="connsiteY17" fmla="*/ 189604 h 202372"/>
                <a:gd name="connsiteX18" fmla="*/ 65816 w 146329"/>
                <a:gd name="connsiteY18" fmla="*/ 116827 h 202372"/>
                <a:gd name="connsiteX19" fmla="*/ 144413 w 146329"/>
                <a:gd name="connsiteY19" fmla="*/ 102144 h 202372"/>
                <a:gd name="connsiteX20" fmla="*/ 146330 w 146329"/>
                <a:gd name="connsiteY20" fmla="*/ 97675 h 202372"/>
                <a:gd name="connsiteX21" fmla="*/ 144413 w 146329"/>
                <a:gd name="connsiteY21" fmla="*/ 93206 h 202372"/>
                <a:gd name="connsiteX22" fmla="*/ 102239 w 146329"/>
                <a:gd name="connsiteY22" fmla="*/ 51710 h 202372"/>
                <a:gd name="connsiteX23" fmla="*/ 31311 w 146329"/>
                <a:gd name="connsiteY23" fmla="*/ 188966 h 202372"/>
                <a:gd name="connsiteX24" fmla="*/ 54314 w 146329"/>
                <a:gd name="connsiteY24" fmla="*/ 125126 h 202372"/>
                <a:gd name="connsiteX25" fmla="*/ 77318 w 146329"/>
                <a:gd name="connsiteY25" fmla="*/ 188966 h 202372"/>
                <a:gd name="connsiteX26" fmla="*/ 31311 w 146329"/>
                <a:gd name="connsiteY26" fmla="*/ 188966 h 202372"/>
                <a:gd name="connsiteX27" fmla="*/ 51758 w 146329"/>
                <a:gd name="connsiteY27" fmla="*/ 92568 h 202372"/>
                <a:gd name="connsiteX28" fmla="*/ 47286 w 146329"/>
                <a:gd name="connsiteY28" fmla="*/ 15322 h 202372"/>
                <a:gd name="connsiteX29" fmla="*/ 129077 w 146329"/>
                <a:gd name="connsiteY29" fmla="*/ 97036 h 202372"/>
                <a:gd name="connsiteX30" fmla="*/ 51758 w 146329"/>
                <a:gd name="connsiteY30" fmla="*/ 92568 h 202372"/>
                <a:gd name="connsiteX31" fmla="*/ 51758 w 146329"/>
                <a:gd name="connsiteY31" fmla="*/ 92568 h 20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6329" h="202372">
                  <a:moveTo>
                    <a:pt x="102239" y="51710"/>
                  </a:moveTo>
                  <a:lnTo>
                    <a:pt x="107351" y="46603"/>
                  </a:lnTo>
                  <a:cubicBezTo>
                    <a:pt x="109907" y="44049"/>
                    <a:pt x="109907" y="40219"/>
                    <a:pt x="107351" y="37666"/>
                  </a:cubicBezTo>
                  <a:cubicBezTo>
                    <a:pt x="104795" y="35112"/>
                    <a:pt x="100961" y="35112"/>
                    <a:pt x="98405" y="37666"/>
                  </a:cubicBezTo>
                  <a:lnTo>
                    <a:pt x="93293" y="42773"/>
                  </a:lnTo>
                  <a:lnTo>
                    <a:pt x="52398" y="1915"/>
                  </a:lnTo>
                  <a:cubicBezTo>
                    <a:pt x="49842" y="-638"/>
                    <a:pt x="46008" y="-638"/>
                    <a:pt x="43452" y="1915"/>
                  </a:cubicBezTo>
                  <a:cubicBezTo>
                    <a:pt x="43452" y="1915"/>
                    <a:pt x="43452" y="1915"/>
                    <a:pt x="43452" y="1915"/>
                  </a:cubicBezTo>
                  <a:cubicBezTo>
                    <a:pt x="15975" y="29366"/>
                    <a:pt x="15975" y="74693"/>
                    <a:pt x="43452" y="102144"/>
                  </a:cubicBezTo>
                  <a:cubicBezTo>
                    <a:pt x="44730" y="103420"/>
                    <a:pt x="46647" y="104697"/>
                    <a:pt x="47925" y="106612"/>
                  </a:cubicBezTo>
                  <a:lnTo>
                    <a:pt x="17892" y="189604"/>
                  </a:lnTo>
                  <a:lnTo>
                    <a:pt x="6390" y="189604"/>
                  </a:lnTo>
                  <a:cubicBezTo>
                    <a:pt x="2556" y="189604"/>
                    <a:pt x="0" y="192158"/>
                    <a:pt x="0" y="195988"/>
                  </a:cubicBezTo>
                  <a:cubicBezTo>
                    <a:pt x="0" y="199819"/>
                    <a:pt x="2556" y="202372"/>
                    <a:pt x="6390" y="202372"/>
                  </a:cubicBezTo>
                  <a:lnTo>
                    <a:pt x="103517" y="202372"/>
                  </a:lnTo>
                  <a:cubicBezTo>
                    <a:pt x="107351" y="202372"/>
                    <a:pt x="109907" y="199819"/>
                    <a:pt x="109907" y="195988"/>
                  </a:cubicBezTo>
                  <a:cubicBezTo>
                    <a:pt x="109907" y="192158"/>
                    <a:pt x="107351" y="189604"/>
                    <a:pt x="103517" y="189604"/>
                  </a:cubicBezTo>
                  <a:lnTo>
                    <a:pt x="92015" y="189604"/>
                  </a:lnTo>
                  <a:lnTo>
                    <a:pt x="65816" y="116827"/>
                  </a:lnTo>
                  <a:cubicBezTo>
                    <a:pt x="92654" y="128956"/>
                    <a:pt x="123965" y="122572"/>
                    <a:pt x="144413" y="102144"/>
                  </a:cubicBezTo>
                  <a:cubicBezTo>
                    <a:pt x="145691" y="100867"/>
                    <a:pt x="146330" y="99590"/>
                    <a:pt x="146330" y="97675"/>
                  </a:cubicBezTo>
                  <a:cubicBezTo>
                    <a:pt x="146330" y="95760"/>
                    <a:pt x="145691" y="94483"/>
                    <a:pt x="144413" y="93206"/>
                  </a:cubicBezTo>
                  <a:lnTo>
                    <a:pt x="102239" y="51710"/>
                  </a:lnTo>
                  <a:close/>
                  <a:moveTo>
                    <a:pt x="31311" y="188966"/>
                  </a:moveTo>
                  <a:lnTo>
                    <a:pt x="54314" y="125126"/>
                  </a:lnTo>
                  <a:lnTo>
                    <a:pt x="77318" y="188966"/>
                  </a:lnTo>
                  <a:lnTo>
                    <a:pt x="31311" y="188966"/>
                  </a:lnTo>
                  <a:close/>
                  <a:moveTo>
                    <a:pt x="51758" y="92568"/>
                  </a:moveTo>
                  <a:cubicBezTo>
                    <a:pt x="30672" y="71501"/>
                    <a:pt x="28755" y="38304"/>
                    <a:pt x="47286" y="15322"/>
                  </a:cubicBezTo>
                  <a:lnTo>
                    <a:pt x="129077" y="97036"/>
                  </a:lnTo>
                  <a:cubicBezTo>
                    <a:pt x="106073" y="115550"/>
                    <a:pt x="72845" y="113635"/>
                    <a:pt x="51758" y="92568"/>
                  </a:cubicBezTo>
                  <a:lnTo>
                    <a:pt x="51758" y="92568"/>
                  </a:lnTo>
                  <a:close/>
                </a:path>
              </a:pathLst>
            </a:custGeom>
            <a:solidFill>
              <a:srgbClr val="86BC25"/>
            </a:solidFill>
            <a:ln w="6390" cap="flat">
              <a:noFill/>
              <a:prstDash val="solid"/>
              <a:miter/>
            </a:ln>
          </p:spPr>
          <p:txBody>
            <a:bodyPr rtlCol="0" anchor="ctr"/>
            <a:lstStyle/>
            <a:p>
              <a:endParaRPr lang="en-US"/>
            </a:p>
          </p:txBody>
        </p:sp>
        <p:sp>
          <p:nvSpPr>
            <p:cNvPr id="906" name="Graphic 4">
              <a:extLst>
                <a:ext uri="{FF2B5EF4-FFF2-40B4-BE49-F238E27FC236}">
                  <a16:creationId xmlns:a16="http://schemas.microsoft.com/office/drawing/2014/main" id="{89C0513D-815F-0C40-8D95-8BA8CA9B854F}"/>
                </a:ext>
              </a:extLst>
            </p:cNvPr>
            <p:cNvSpPr/>
            <p:nvPr/>
          </p:nvSpPr>
          <p:spPr>
            <a:xfrm>
              <a:off x="661997" y="1504228"/>
              <a:ext cx="37061" cy="37027"/>
            </a:xfrm>
            <a:custGeom>
              <a:avLst/>
              <a:gdLst>
                <a:gd name="connsiteX0" fmla="*/ 24282 w 37061"/>
                <a:gd name="connsiteY0" fmla="*/ 30643 h 37027"/>
                <a:gd name="connsiteX1" fmla="*/ 30672 w 37061"/>
                <a:gd name="connsiteY1" fmla="*/ 37027 h 37027"/>
                <a:gd name="connsiteX2" fmla="*/ 37062 w 37061"/>
                <a:gd name="connsiteY2" fmla="*/ 30643 h 37027"/>
                <a:gd name="connsiteX3" fmla="*/ 6390 w 37061"/>
                <a:gd name="connsiteY3" fmla="*/ 0 h 37027"/>
                <a:gd name="connsiteX4" fmla="*/ 0 w 37061"/>
                <a:gd name="connsiteY4" fmla="*/ 6384 h 37027"/>
                <a:gd name="connsiteX5" fmla="*/ 6390 w 37061"/>
                <a:gd name="connsiteY5" fmla="*/ 12768 h 37027"/>
                <a:gd name="connsiteX6" fmla="*/ 24282 w 37061"/>
                <a:gd name="connsiteY6" fmla="*/ 30643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61" h="37027">
                  <a:moveTo>
                    <a:pt x="24282" y="30643"/>
                  </a:moveTo>
                  <a:cubicBezTo>
                    <a:pt x="24282" y="34473"/>
                    <a:pt x="26838" y="37027"/>
                    <a:pt x="30672" y="37027"/>
                  </a:cubicBezTo>
                  <a:cubicBezTo>
                    <a:pt x="34506" y="37027"/>
                    <a:pt x="37062" y="34473"/>
                    <a:pt x="37062" y="30643"/>
                  </a:cubicBezTo>
                  <a:cubicBezTo>
                    <a:pt x="37062" y="14045"/>
                    <a:pt x="23643" y="0"/>
                    <a:pt x="6390" y="0"/>
                  </a:cubicBezTo>
                  <a:cubicBezTo>
                    <a:pt x="2556" y="0"/>
                    <a:pt x="0" y="2554"/>
                    <a:pt x="0" y="6384"/>
                  </a:cubicBezTo>
                  <a:cubicBezTo>
                    <a:pt x="0" y="10214"/>
                    <a:pt x="2556" y="12768"/>
                    <a:pt x="6390" y="12768"/>
                  </a:cubicBezTo>
                  <a:cubicBezTo>
                    <a:pt x="16614" y="12768"/>
                    <a:pt x="24282" y="21067"/>
                    <a:pt x="24282" y="30643"/>
                  </a:cubicBezTo>
                  <a:close/>
                </a:path>
              </a:pathLst>
            </a:custGeom>
            <a:solidFill>
              <a:srgbClr val="86BC25"/>
            </a:solidFill>
            <a:ln w="6390" cap="flat">
              <a:noFill/>
              <a:prstDash val="solid"/>
              <a:miter/>
            </a:ln>
          </p:spPr>
          <p:txBody>
            <a:bodyPr rtlCol="0" anchor="ctr"/>
            <a:lstStyle/>
            <a:p>
              <a:endParaRPr lang="en-US"/>
            </a:p>
          </p:txBody>
        </p:sp>
        <p:sp>
          <p:nvSpPr>
            <p:cNvPr id="907" name="Graphic 4">
              <a:extLst>
                <a:ext uri="{FF2B5EF4-FFF2-40B4-BE49-F238E27FC236}">
                  <a16:creationId xmlns:a16="http://schemas.microsoft.com/office/drawing/2014/main" id="{069B80A6-1931-6D43-B4AF-DED3E9EC795C}"/>
                </a:ext>
              </a:extLst>
            </p:cNvPr>
            <p:cNvSpPr/>
            <p:nvPr/>
          </p:nvSpPr>
          <p:spPr>
            <a:xfrm>
              <a:off x="662636" y="1472308"/>
              <a:ext cx="69011" cy="68947"/>
            </a:xfrm>
            <a:custGeom>
              <a:avLst/>
              <a:gdLst>
                <a:gd name="connsiteX0" fmla="*/ 6390 w 69011"/>
                <a:gd name="connsiteY0" fmla="*/ 0 h 68947"/>
                <a:gd name="connsiteX1" fmla="*/ 0 w 69011"/>
                <a:gd name="connsiteY1" fmla="*/ 6384 h 68947"/>
                <a:gd name="connsiteX2" fmla="*/ 6390 w 69011"/>
                <a:gd name="connsiteY2" fmla="*/ 12768 h 68947"/>
                <a:gd name="connsiteX3" fmla="*/ 56231 w 69011"/>
                <a:gd name="connsiteY3" fmla="*/ 62563 h 68947"/>
                <a:gd name="connsiteX4" fmla="*/ 62621 w 69011"/>
                <a:gd name="connsiteY4" fmla="*/ 68947 h 68947"/>
                <a:gd name="connsiteX5" fmla="*/ 69011 w 69011"/>
                <a:gd name="connsiteY5" fmla="*/ 62563 h 68947"/>
                <a:gd name="connsiteX6" fmla="*/ 6390 w 69011"/>
                <a:gd name="connsiteY6" fmla="*/ 0 h 68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011" h="68947">
                  <a:moveTo>
                    <a:pt x="6390" y="0"/>
                  </a:moveTo>
                  <a:cubicBezTo>
                    <a:pt x="2556" y="0"/>
                    <a:pt x="0" y="2554"/>
                    <a:pt x="0" y="6384"/>
                  </a:cubicBezTo>
                  <a:cubicBezTo>
                    <a:pt x="0" y="10214"/>
                    <a:pt x="2556" y="12768"/>
                    <a:pt x="6390" y="12768"/>
                  </a:cubicBezTo>
                  <a:cubicBezTo>
                    <a:pt x="33867" y="12768"/>
                    <a:pt x="56231" y="35112"/>
                    <a:pt x="56231" y="62563"/>
                  </a:cubicBezTo>
                  <a:cubicBezTo>
                    <a:pt x="56231" y="66393"/>
                    <a:pt x="58787" y="68947"/>
                    <a:pt x="62621" y="68947"/>
                  </a:cubicBezTo>
                  <a:cubicBezTo>
                    <a:pt x="66455" y="68947"/>
                    <a:pt x="69011" y="66393"/>
                    <a:pt x="69011" y="62563"/>
                  </a:cubicBezTo>
                  <a:cubicBezTo>
                    <a:pt x="69011" y="28089"/>
                    <a:pt x="40896" y="0"/>
                    <a:pt x="6390" y="0"/>
                  </a:cubicBezTo>
                  <a:close/>
                </a:path>
              </a:pathLst>
            </a:custGeom>
            <a:solidFill>
              <a:srgbClr val="86BC25"/>
            </a:solidFill>
            <a:ln w="6390" cap="flat">
              <a:noFill/>
              <a:prstDash val="solid"/>
              <a:miter/>
            </a:ln>
          </p:spPr>
          <p:txBody>
            <a:bodyPr rtlCol="0" anchor="ctr"/>
            <a:lstStyle/>
            <a:p>
              <a:endParaRPr lang="en-US"/>
            </a:p>
          </p:txBody>
        </p:sp>
      </p:grpSp>
      <p:grpSp>
        <p:nvGrpSpPr>
          <p:cNvPr id="908" name="Graphic 4">
            <a:extLst>
              <a:ext uri="{FF2B5EF4-FFF2-40B4-BE49-F238E27FC236}">
                <a16:creationId xmlns:a16="http://schemas.microsoft.com/office/drawing/2014/main" id="{FC02E71F-9964-DA4D-93AE-F9C8A65F9D78}"/>
              </a:ext>
            </a:extLst>
          </p:cNvPr>
          <p:cNvGrpSpPr/>
          <p:nvPr/>
        </p:nvGrpSpPr>
        <p:grpSpPr>
          <a:xfrm>
            <a:off x="1515054" y="3339623"/>
            <a:ext cx="362309" cy="361971"/>
            <a:chOff x="1515054" y="3339623"/>
            <a:chExt cx="362309" cy="361971"/>
          </a:xfrm>
          <a:solidFill>
            <a:srgbClr val="86BC25"/>
          </a:solidFill>
        </p:grpSpPr>
        <p:sp>
          <p:nvSpPr>
            <p:cNvPr id="909" name="Graphic 4">
              <a:extLst>
                <a:ext uri="{FF2B5EF4-FFF2-40B4-BE49-F238E27FC236}">
                  <a16:creationId xmlns:a16="http://schemas.microsoft.com/office/drawing/2014/main" id="{A3ABC4B6-2EAC-FD46-81B4-1877EE14BA97}"/>
                </a:ext>
              </a:extLst>
            </p:cNvPr>
            <p:cNvSpPr/>
            <p:nvPr/>
          </p:nvSpPr>
          <p:spPr>
            <a:xfrm>
              <a:off x="1515054" y="3339623"/>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1305 h 361971"/>
                <a:gd name="connsiteX10" fmla="*/ 349529 w 362309"/>
                <a:gd name="connsiteY10" fmla="*/ 181305 h 361971"/>
                <a:gd name="connsiteX11" fmla="*/ 180835 w 362309"/>
                <a:gd name="connsiteY11" fmla="*/ 349204 h 361971"/>
                <a:gd name="connsiteX12" fmla="*/ 180835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0518" y="0"/>
                    <a:pt x="180835" y="0"/>
                  </a:cubicBezTo>
                  <a:close/>
                  <a:moveTo>
                    <a:pt x="180835" y="349204"/>
                  </a:moveTo>
                  <a:cubicBezTo>
                    <a:pt x="87542" y="349204"/>
                    <a:pt x="12780" y="273873"/>
                    <a:pt x="12780" y="180667"/>
                  </a:cubicBezTo>
                  <a:cubicBezTo>
                    <a:pt x="12780" y="87461"/>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86BC25"/>
            </a:solidFill>
            <a:ln w="6390" cap="flat">
              <a:noFill/>
              <a:prstDash val="solid"/>
              <a:miter/>
            </a:ln>
          </p:spPr>
          <p:txBody>
            <a:bodyPr rtlCol="0" anchor="ctr"/>
            <a:lstStyle/>
            <a:p>
              <a:endParaRPr lang="en-US"/>
            </a:p>
          </p:txBody>
        </p:sp>
        <p:sp>
          <p:nvSpPr>
            <p:cNvPr id="910" name="Graphic 4">
              <a:extLst>
                <a:ext uri="{FF2B5EF4-FFF2-40B4-BE49-F238E27FC236}">
                  <a16:creationId xmlns:a16="http://schemas.microsoft.com/office/drawing/2014/main" id="{F0DF4FE4-512B-6947-819A-2026199E5EEA}"/>
                </a:ext>
              </a:extLst>
            </p:cNvPr>
            <p:cNvSpPr/>
            <p:nvPr/>
          </p:nvSpPr>
          <p:spPr>
            <a:xfrm>
              <a:off x="1703557" y="3460919"/>
              <a:ext cx="17891" cy="17875"/>
            </a:xfrm>
            <a:custGeom>
              <a:avLst/>
              <a:gdLst>
                <a:gd name="connsiteX0" fmla="*/ 17892 w 17891"/>
                <a:gd name="connsiteY0" fmla="*/ 8938 h 17875"/>
                <a:gd name="connsiteX1" fmla="*/ 8946 w 17891"/>
                <a:gd name="connsiteY1" fmla="*/ 0 h 17875"/>
                <a:gd name="connsiteX2" fmla="*/ 0 w 17891"/>
                <a:gd name="connsiteY2" fmla="*/ 8938 h 17875"/>
                <a:gd name="connsiteX3" fmla="*/ 8946 w 17891"/>
                <a:gd name="connsiteY3" fmla="*/ 17875 h 17875"/>
                <a:gd name="connsiteX4" fmla="*/ 8946 w 17891"/>
                <a:gd name="connsiteY4" fmla="*/ 17875 h 17875"/>
                <a:gd name="connsiteX5" fmla="*/ 17892 w 17891"/>
                <a:gd name="connsiteY5" fmla="*/ 8938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1" h="17875">
                  <a:moveTo>
                    <a:pt x="17892" y="8938"/>
                  </a:moveTo>
                  <a:cubicBezTo>
                    <a:pt x="17892" y="3830"/>
                    <a:pt x="14058" y="0"/>
                    <a:pt x="8946" y="0"/>
                  </a:cubicBezTo>
                  <a:cubicBezTo>
                    <a:pt x="3834" y="0"/>
                    <a:pt x="0" y="3830"/>
                    <a:pt x="0" y="8938"/>
                  </a:cubicBezTo>
                  <a:cubicBezTo>
                    <a:pt x="0" y="14045"/>
                    <a:pt x="3834" y="17875"/>
                    <a:pt x="8946" y="17875"/>
                  </a:cubicBezTo>
                  <a:cubicBezTo>
                    <a:pt x="8946" y="17875"/>
                    <a:pt x="8946" y="17875"/>
                    <a:pt x="8946" y="17875"/>
                  </a:cubicBezTo>
                  <a:cubicBezTo>
                    <a:pt x="14058" y="17875"/>
                    <a:pt x="17892" y="14045"/>
                    <a:pt x="17892" y="8938"/>
                  </a:cubicBezTo>
                  <a:close/>
                </a:path>
              </a:pathLst>
            </a:custGeom>
            <a:solidFill>
              <a:srgbClr val="86BC25"/>
            </a:solidFill>
            <a:ln w="6390" cap="flat">
              <a:noFill/>
              <a:prstDash val="solid"/>
              <a:miter/>
            </a:ln>
          </p:spPr>
          <p:txBody>
            <a:bodyPr rtlCol="0" anchor="ctr"/>
            <a:lstStyle/>
            <a:p>
              <a:endParaRPr lang="en-US"/>
            </a:p>
          </p:txBody>
        </p:sp>
        <p:sp>
          <p:nvSpPr>
            <p:cNvPr id="911" name="Graphic 4">
              <a:extLst>
                <a:ext uri="{FF2B5EF4-FFF2-40B4-BE49-F238E27FC236}">
                  <a16:creationId xmlns:a16="http://schemas.microsoft.com/office/drawing/2014/main" id="{70C80C00-0FAB-9044-8F0A-4718859DB103}"/>
                </a:ext>
              </a:extLst>
            </p:cNvPr>
            <p:cNvSpPr/>
            <p:nvPr/>
          </p:nvSpPr>
          <p:spPr>
            <a:xfrm>
              <a:off x="1579592" y="3424371"/>
              <a:ext cx="232052" cy="192955"/>
            </a:xfrm>
            <a:custGeom>
              <a:avLst/>
              <a:gdLst>
                <a:gd name="connsiteX0" fmla="*/ 226204 w 232052"/>
                <a:gd name="connsiteY0" fmla="*/ 101665 h 192955"/>
                <a:gd name="connsiteX1" fmla="*/ 219814 w 232052"/>
                <a:gd name="connsiteY1" fmla="*/ 108049 h 192955"/>
                <a:gd name="connsiteX2" fmla="*/ 219814 w 232052"/>
                <a:gd name="connsiteY2" fmla="*/ 141246 h 192955"/>
                <a:gd name="connsiteX3" fmla="*/ 146330 w 232052"/>
                <a:gd name="connsiteY3" fmla="*/ 141246 h 192955"/>
                <a:gd name="connsiteX4" fmla="*/ 146330 w 232052"/>
                <a:gd name="connsiteY4" fmla="*/ 87620 h 192955"/>
                <a:gd name="connsiteX5" fmla="*/ 184030 w 232052"/>
                <a:gd name="connsiteY5" fmla="*/ 49954 h 192955"/>
                <a:gd name="connsiteX6" fmla="*/ 185947 w 232052"/>
                <a:gd name="connsiteY6" fmla="*/ 44847 h 192955"/>
                <a:gd name="connsiteX7" fmla="*/ 183391 w 232052"/>
                <a:gd name="connsiteY7" fmla="*/ 40378 h 192955"/>
                <a:gd name="connsiteX8" fmla="*/ 136106 w 232052"/>
                <a:gd name="connsiteY8" fmla="*/ 1436 h 192955"/>
                <a:gd name="connsiteX9" fmla="*/ 127799 w 232052"/>
                <a:gd name="connsiteY9" fmla="*/ 1436 h 192955"/>
                <a:gd name="connsiteX10" fmla="*/ 1917 w 232052"/>
                <a:gd name="connsiteY10" fmla="*/ 119540 h 192955"/>
                <a:gd name="connsiteX11" fmla="*/ 0 w 232052"/>
                <a:gd name="connsiteY11" fmla="*/ 125286 h 192955"/>
                <a:gd name="connsiteX12" fmla="*/ 3195 w 232052"/>
                <a:gd name="connsiteY12" fmla="*/ 130393 h 192955"/>
                <a:gd name="connsiteX13" fmla="*/ 65816 w 232052"/>
                <a:gd name="connsiteY13" fmla="*/ 161674 h 192955"/>
                <a:gd name="connsiteX14" fmla="*/ 68372 w 232052"/>
                <a:gd name="connsiteY14" fmla="*/ 162313 h 192955"/>
                <a:gd name="connsiteX15" fmla="*/ 72845 w 232052"/>
                <a:gd name="connsiteY15" fmla="*/ 160398 h 192955"/>
                <a:gd name="connsiteX16" fmla="*/ 132911 w 232052"/>
                <a:gd name="connsiteY16" fmla="*/ 100388 h 192955"/>
                <a:gd name="connsiteX17" fmla="*/ 132911 w 232052"/>
                <a:gd name="connsiteY17" fmla="*/ 147630 h 192955"/>
                <a:gd name="connsiteX18" fmla="*/ 139301 w 232052"/>
                <a:gd name="connsiteY18" fmla="*/ 154014 h 192955"/>
                <a:gd name="connsiteX19" fmla="*/ 219175 w 232052"/>
                <a:gd name="connsiteY19" fmla="*/ 154014 h 192955"/>
                <a:gd name="connsiteX20" fmla="*/ 219175 w 232052"/>
                <a:gd name="connsiteY20" fmla="*/ 186572 h 192955"/>
                <a:gd name="connsiteX21" fmla="*/ 225565 w 232052"/>
                <a:gd name="connsiteY21" fmla="*/ 192956 h 192955"/>
                <a:gd name="connsiteX22" fmla="*/ 231955 w 232052"/>
                <a:gd name="connsiteY22" fmla="*/ 186572 h 192955"/>
                <a:gd name="connsiteX23" fmla="*/ 231955 w 232052"/>
                <a:gd name="connsiteY23" fmla="*/ 108049 h 192955"/>
                <a:gd name="connsiteX24" fmla="*/ 226204 w 232052"/>
                <a:gd name="connsiteY24" fmla="*/ 101665 h 192955"/>
                <a:gd name="connsiteX25" fmla="*/ 67733 w 232052"/>
                <a:gd name="connsiteY25" fmla="*/ 147630 h 192955"/>
                <a:gd name="connsiteX26" fmla="*/ 17253 w 232052"/>
                <a:gd name="connsiteY26" fmla="*/ 122094 h 192955"/>
                <a:gd name="connsiteX27" fmla="*/ 132272 w 232052"/>
                <a:gd name="connsiteY27" fmla="*/ 14204 h 192955"/>
                <a:gd name="connsiteX28" fmla="*/ 169972 w 232052"/>
                <a:gd name="connsiteY28" fmla="*/ 45486 h 192955"/>
                <a:gd name="connsiteX29" fmla="*/ 135467 w 232052"/>
                <a:gd name="connsiteY29" fmla="*/ 79959 h 192955"/>
                <a:gd name="connsiteX30" fmla="*/ 135467 w 232052"/>
                <a:gd name="connsiteY30" fmla="*/ 79959 h 192955"/>
                <a:gd name="connsiteX31" fmla="*/ 67733 w 232052"/>
                <a:gd name="connsiteY31" fmla="*/ 147630 h 192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2052" h="192955">
                  <a:moveTo>
                    <a:pt x="226204" y="101665"/>
                  </a:moveTo>
                  <a:cubicBezTo>
                    <a:pt x="222370" y="101665"/>
                    <a:pt x="219814" y="104218"/>
                    <a:pt x="219814" y="108049"/>
                  </a:cubicBezTo>
                  <a:lnTo>
                    <a:pt x="219814" y="141246"/>
                  </a:lnTo>
                  <a:lnTo>
                    <a:pt x="146330" y="141246"/>
                  </a:lnTo>
                  <a:lnTo>
                    <a:pt x="146330" y="87620"/>
                  </a:lnTo>
                  <a:lnTo>
                    <a:pt x="184030" y="49954"/>
                  </a:lnTo>
                  <a:cubicBezTo>
                    <a:pt x="185308" y="48678"/>
                    <a:pt x="185947" y="46762"/>
                    <a:pt x="185947" y="44847"/>
                  </a:cubicBezTo>
                  <a:cubicBezTo>
                    <a:pt x="185947" y="42932"/>
                    <a:pt x="185308" y="41655"/>
                    <a:pt x="183391" y="40378"/>
                  </a:cubicBezTo>
                  <a:lnTo>
                    <a:pt x="136106" y="1436"/>
                  </a:lnTo>
                  <a:cubicBezTo>
                    <a:pt x="133550" y="-479"/>
                    <a:pt x="130355" y="-479"/>
                    <a:pt x="127799" y="1436"/>
                  </a:cubicBezTo>
                  <a:lnTo>
                    <a:pt x="1917" y="119540"/>
                  </a:lnTo>
                  <a:cubicBezTo>
                    <a:pt x="639" y="120817"/>
                    <a:pt x="0" y="122732"/>
                    <a:pt x="0" y="125286"/>
                  </a:cubicBezTo>
                  <a:cubicBezTo>
                    <a:pt x="0" y="127201"/>
                    <a:pt x="1278" y="129116"/>
                    <a:pt x="3195" y="130393"/>
                  </a:cubicBezTo>
                  <a:lnTo>
                    <a:pt x="65816" y="161674"/>
                  </a:lnTo>
                  <a:cubicBezTo>
                    <a:pt x="66455" y="162313"/>
                    <a:pt x="67733" y="162313"/>
                    <a:pt x="68372" y="162313"/>
                  </a:cubicBezTo>
                  <a:cubicBezTo>
                    <a:pt x="70289" y="162313"/>
                    <a:pt x="71567" y="161674"/>
                    <a:pt x="72845" y="160398"/>
                  </a:cubicBezTo>
                  <a:lnTo>
                    <a:pt x="132911" y="100388"/>
                  </a:lnTo>
                  <a:lnTo>
                    <a:pt x="132911" y="147630"/>
                  </a:lnTo>
                  <a:cubicBezTo>
                    <a:pt x="132911" y="151460"/>
                    <a:pt x="135467" y="154014"/>
                    <a:pt x="139301" y="154014"/>
                  </a:cubicBezTo>
                  <a:lnTo>
                    <a:pt x="219175" y="154014"/>
                  </a:lnTo>
                  <a:lnTo>
                    <a:pt x="219175" y="186572"/>
                  </a:lnTo>
                  <a:cubicBezTo>
                    <a:pt x="219175" y="190402"/>
                    <a:pt x="221731" y="192956"/>
                    <a:pt x="225565" y="192956"/>
                  </a:cubicBezTo>
                  <a:cubicBezTo>
                    <a:pt x="229399" y="192956"/>
                    <a:pt x="231955" y="190402"/>
                    <a:pt x="231955" y="186572"/>
                  </a:cubicBezTo>
                  <a:lnTo>
                    <a:pt x="231955" y="108049"/>
                  </a:lnTo>
                  <a:cubicBezTo>
                    <a:pt x="232594" y="104857"/>
                    <a:pt x="230038" y="101665"/>
                    <a:pt x="226204" y="101665"/>
                  </a:cubicBezTo>
                  <a:close/>
                  <a:moveTo>
                    <a:pt x="67733" y="147630"/>
                  </a:moveTo>
                  <a:lnTo>
                    <a:pt x="17253" y="122094"/>
                  </a:lnTo>
                  <a:lnTo>
                    <a:pt x="132272" y="14204"/>
                  </a:lnTo>
                  <a:lnTo>
                    <a:pt x="169972" y="45486"/>
                  </a:lnTo>
                  <a:lnTo>
                    <a:pt x="135467" y="79959"/>
                  </a:lnTo>
                  <a:lnTo>
                    <a:pt x="135467" y="79959"/>
                  </a:lnTo>
                  <a:lnTo>
                    <a:pt x="67733" y="147630"/>
                  </a:lnTo>
                  <a:close/>
                </a:path>
              </a:pathLst>
            </a:custGeom>
            <a:solidFill>
              <a:srgbClr val="86BC25"/>
            </a:solidFill>
            <a:ln w="6390" cap="flat">
              <a:noFill/>
              <a:prstDash val="solid"/>
              <a:miter/>
            </a:ln>
          </p:spPr>
          <p:txBody>
            <a:bodyPr rtlCol="0" anchor="ctr"/>
            <a:lstStyle/>
            <a:p>
              <a:endParaRPr lang="en-US"/>
            </a:p>
          </p:txBody>
        </p:sp>
      </p:grpSp>
      <p:grpSp>
        <p:nvGrpSpPr>
          <p:cNvPr id="912" name="Graphic 4">
            <a:extLst>
              <a:ext uri="{FF2B5EF4-FFF2-40B4-BE49-F238E27FC236}">
                <a16:creationId xmlns:a16="http://schemas.microsoft.com/office/drawing/2014/main" id="{27FBF786-70EF-8546-8761-87125C930F56}"/>
              </a:ext>
            </a:extLst>
          </p:cNvPr>
          <p:cNvGrpSpPr/>
          <p:nvPr/>
        </p:nvGrpSpPr>
        <p:grpSpPr>
          <a:xfrm>
            <a:off x="467743" y="1893013"/>
            <a:ext cx="361670" cy="362610"/>
            <a:chOff x="467743" y="1893013"/>
            <a:chExt cx="361670" cy="362610"/>
          </a:xfrm>
          <a:solidFill>
            <a:srgbClr val="86BC25"/>
          </a:solidFill>
        </p:grpSpPr>
        <p:sp>
          <p:nvSpPr>
            <p:cNvPr id="913" name="Graphic 4">
              <a:extLst>
                <a:ext uri="{FF2B5EF4-FFF2-40B4-BE49-F238E27FC236}">
                  <a16:creationId xmlns:a16="http://schemas.microsoft.com/office/drawing/2014/main" id="{7FAD1B06-E502-124A-B5A0-4C428334CD7D}"/>
                </a:ext>
              </a:extLst>
            </p:cNvPr>
            <p:cNvSpPr/>
            <p:nvPr/>
          </p:nvSpPr>
          <p:spPr>
            <a:xfrm>
              <a:off x="467743" y="1893013"/>
              <a:ext cx="361670" cy="362610"/>
            </a:xfrm>
            <a:custGeom>
              <a:avLst/>
              <a:gdLst>
                <a:gd name="connsiteX0" fmla="*/ 180835 w 361670"/>
                <a:gd name="connsiteY0" fmla="*/ 0 h 362610"/>
                <a:gd name="connsiteX1" fmla="*/ 0 w 361670"/>
                <a:gd name="connsiteY1" fmla="*/ 181305 h 362610"/>
                <a:gd name="connsiteX2" fmla="*/ 180835 w 361670"/>
                <a:gd name="connsiteY2" fmla="*/ 362610 h 362610"/>
                <a:gd name="connsiteX3" fmla="*/ 361670 w 361670"/>
                <a:gd name="connsiteY3" fmla="*/ 181305 h 362610"/>
                <a:gd name="connsiteX4" fmla="*/ 361670 w 361670"/>
                <a:gd name="connsiteY4" fmla="*/ 181305 h 362610"/>
                <a:gd name="connsiteX5" fmla="*/ 180835 w 361670"/>
                <a:gd name="connsiteY5" fmla="*/ 0 h 362610"/>
                <a:gd name="connsiteX6" fmla="*/ 180835 w 361670"/>
                <a:gd name="connsiteY6" fmla="*/ 0 h 362610"/>
                <a:gd name="connsiteX7" fmla="*/ 180835 w 361670"/>
                <a:gd name="connsiteY7" fmla="*/ 349204 h 362610"/>
                <a:gd name="connsiteX8" fmla="*/ 12780 w 361670"/>
                <a:gd name="connsiteY8" fmla="*/ 180667 h 362610"/>
                <a:gd name="connsiteX9" fmla="*/ 180835 w 361670"/>
                <a:gd name="connsiteY9" fmla="*/ 12130 h 362610"/>
                <a:gd name="connsiteX10" fmla="*/ 348891 w 361670"/>
                <a:gd name="connsiteY10" fmla="*/ 180667 h 362610"/>
                <a:gd name="connsiteX11" fmla="*/ 180835 w 361670"/>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2610">
                  <a:moveTo>
                    <a:pt x="180835" y="0"/>
                  </a:moveTo>
                  <a:cubicBezTo>
                    <a:pt x="80513" y="0"/>
                    <a:pt x="0" y="81077"/>
                    <a:pt x="0" y="181305"/>
                  </a:cubicBezTo>
                  <a:cubicBezTo>
                    <a:pt x="0" y="281534"/>
                    <a:pt x="81152" y="362610"/>
                    <a:pt x="180835" y="362610"/>
                  </a:cubicBezTo>
                  <a:cubicBezTo>
                    <a:pt x="280518" y="362610"/>
                    <a:pt x="361670" y="281534"/>
                    <a:pt x="361670" y="181305"/>
                  </a:cubicBezTo>
                  <a:cubicBezTo>
                    <a:pt x="361670" y="181305"/>
                    <a:pt x="361670" y="181305"/>
                    <a:pt x="361670" y="181305"/>
                  </a:cubicBezTo>
                  <a:cubicBezTo>
                    <a:pt x="361670"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130"/>
                    <a:pt x="180835" y="12130"/>
                  </a:cubicBezTo>
                  <a:cubicBezTo>
                    <a:pt x="273489" y="12130"/>
                    <a:pt x="348891" y="87461"/>
                    <a:pt x="348891" y="180667"/>
                  </a:cubicBezTo>
                  <a:cubicBezTo>
                    <a:pt x="348891" y="273873"/>
                    <a:pt x="273489" y="349204"/>
                    <a:pt x="180835" y="349204"/>
                  </a:cubicBezTo>
                  <a:close/>
                </a:path>
              </a:pathLst>
            </a:custGeom>
            <a:solidFill>
              <a:srgbClr val="86BC25"/>
            </a:solidFill>
            <a:ln w="6390" cap="flat">
              <a:noFill/>
              <a:prstDash val="solid"/>
              <a:miter/>
            </a:ln>
          </p:spPr>
          <p:txBody>
            <a:bodyPr rtlCol="0" anchor="ctr"/>
            <a:lstStyle/>
            <a:p>
              <a:endParaRPr lang="en-US"/>
            </a:p>
          </p:txBody>
        </p:sp>
        <p:sp>
          <p:nvSpPr>
            <p:cNvPr id="914" name="Graphic 4">
              <a:extLst>
                <a:ext uri="{FF2B5EF4-FFF2-40B4-BE49-F238E27FC236}">
                  <a16:creationId xmlns:a16="http://schemas.microsoft.com/office/drawing/2014/main" id="{86402FEE-5D27-0A4C-BF52-7DB853405D2C}"/>
                </a:ext>
              </a:extLst>
            </p:cNvPr>
            <p:cNvSpPr/>
            <p:nvPr/>
          </p:nvSpPr>
          <p:spPr>
            <a:xfrm>
              <a:off x="552729" y="1978558"/>
              <a:ext cx="65177" cy="64478"/>
            </a:xfrm>
            <a:custGeom>
              <a:avLst/>
              <a:gdLst>
                <a:gd name="connsiteX0" fmla="*/ 6390 w 65177"/>
                <a:gd name="connsiteY0" fmla="*/ 64478 h 64478"/>
                <a:gd name="connsiteX1" fmla="*/ 12780 w 65177"/>
                <a:gd name="connsiteY1" fmla="*/ 58094 h 64478"/>
                <a:gd name="connsiteX2" fmla="*/ 12780 w 65177"/>
                <a:gd name="connsiteY2" fmla="*/ 12768 h 64478"/>
                <a:gd name="connsiteX3" fmla="*/ 58787 w 65177"/>
                <a:gd name="connsiteY3" fmla="*/ 12768 h 64478"/>
                <a:gd name="connsiteX4" fmla="*/ 65177 w 65177"/>
                <a:gd name="connsiteY4" fmla="*/ 6384 h 64478"/>
                <a:gd name="connsiteX5" fmla="*/ 58787 w 65177"/>
                <a:gd name="connsiteY5" fmla="*/ 0 h 64478"/>
                <a:gd name="connsiteX6" fmla="*/ 6390 w 65177"/>
                <a:gd name="connsiteY6" fmla="*/ 0 h 64478"/>
                <a:gd name="connsiteX7" fmla="*/ 0 w 65177"/>
                <a:gd name="connsiteY7" fmla="*/ 6384 h 64478"/>
                <a:gd name="connsiteX8" fmla="*/ 0 w 65177"/>
                <a:gd name="connsiteY8" fmla="*/ 58094 h 64478"/>
                <a:gd name="connsiteX9" fmla="*/ 6390 w 65177"/>
                <a:gd name="connsiteY9" fmla="*/ 64478 h 64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177" h="64478">
                  <a:moveTo>
                    <a:pt x="6390" y="64478"/>
                  </a:moveTo>
                  <a:cubicBezTo>
                    <a:pt x="10224" y="64478"/>
                    <a:pt x="12780" y="61925"/>
                    <a:pt x="12780" y="58094"/>
                  </a:cubicBezTo>
                  <a:lnTo>
                    <a:pt x="12780" y="12768"/>
                  </a:lnTo>
                  <a:lnTo>
                    <a:pt x="58787" y="12768"/>
                  </a:lnTo>
                  <a:cubicBezTo>
                    <a:pt x="62621" y="12768"/>
                    <a:pt x="65177" y="10214"/>
                    <a:pt x="65177" y="6384"/>
                  </a:cubicBezTo>
                  <a:cubicBezTo>
                    <a:pt x="65177" y="2554"/>
                    <a:pt x="62621" y="0"/>
                    <a:pt x="58787" y="0"/>
                  </a:cubicBezTo>
                  <a:lnTo>
                    <a:pt x="6390" y="0"/>
                  </a:lnTo>
                  <a:cubicBezTo>
                    <a:pt x="2556" y="0"/>
                    <a:pt x="0" y="2554"/>
                    <a:pt x="0" y="6384"/>
                  </a:cubicBezTo>
                  <a:lnTo>
                    <a:pt x="0" y="58094"/>
                  </a:lnTo>
                  <a:cubicBezTo>
                    <a:pt x="0" y="61286"/>
                    <a:pt x="3195" y="64478"/>
                    <a:pt x="6390" y="64478"/>
                  </a:cubicBezTo>
                  <a:close/>
                </a:path>
              </a:pathLst>
            </a:custGeom>
            <a:solidFill>
              <a:srgbClr val="86BC25"/>
            </a:solidFill>
            <a:ln w="6390" cap="flat">
              <a:noFill/>
              <a:prstDash val="solid"/>
              <a:miter/>
            </a:ln>
          </p:spPr>
          <p:txBody>
            <a:bodyPr rtlCol="0" anchor="ctr"/>
            <a:lstStyle/>
            <a:p>
              <a:endParaRPr lang="en-US"/>
            </a:p>
          </p:txBody>
        </p:sp>
        <p:sp>
          <p:nvSpPr>
            <p:cNvPr id="915" name="Graphic 4">
              <a:extLst>
                <a:ext uri="{FF2B5EF4-FFF2-40B4-BE49-F238E27FC236}">
                  <a16:creationId xmlns:a16="http://schemas.microsoft.com/office/drawing/2014/main" id="{CFB38E11-BE70-E34C-A25E-C134AE3A5FC7}"/>
                </a:ext>
              </a:extLst>
            </p:cNvPr>
            <p:cNvSpPr/>
            <p:nvPr/>
          </p:nvSpPr>
          <p:spPr>
            <a:xfrm>
              <a:off x="552729" y="2104961"/>
              <a:ext cx="65177" cy="64478"/>
            </a:xfrm>
            <a:custGeom>
              <a:avLst/>
              <a:gdLst>
                <a:gd name="connsiteX0" fmla="*/ 58787 w 65177"/>
                <a:gd name="connsiteY0" fmla="*/ 51710 h 64478"/>
                <a:gd name="connsiteX1" fmla="*/ 12780 w 65177"/>
                <a:gd name="connsiteY1" fmla="*/ 51710 h 64478"/>
                <a:gd name="connsiteX2" fmla="*/ 12780 w 65177"/>
                <a:gd name="connsiteY2" fmla="*/ 6384 h 64478"/>
                <a:gd name="connsiteX3" fmla="*/ 6390 w 65177"/>
                <a:gd name="connsiteY3" fmla="*/ 0 h 64478"/>
                <a:gd name="connsiteX4" fmla="*/ 0 w 65177"/>
                <a:gd name="connsiteY4" fmla="*/ 6384 h 64478"/>
                <a:gd name="connsiteX5" fmla="*/ 0 w 65177"/>
                <a:gd name="connsiteY5" fmla="*/ 58094 h 64478"/>
                <a:gd name="connsiteX6" fmla="*/ 6390 w 65177"/>
                <a:gd name="connsiteY6" fmla="*/ 64478 h 64478"/>
                <a:gd name="connsiteX7" fmla="*/ 58787 w 65177"/>
                <a:gd name="connsiteY7" fmla="*/ 64478 h 64478"/>
                <a:gd name="connsiteX8" fmla="*/ 65177 w 65177"/>
                <a:gd name="connsiteY8" fmla="*/ 58094 h 64478"/>
                <a:gd name="connsiteX9" fmla="*/ 58787 w 65177"/>
                <a:gd name="connsiteY9" fmla="*/ 51710 h 64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177" h="64478">
                  <a:moveTo>
                    <a:pt x="58787" y="51710"/>
                  </a:moveTo>
                  <a:lnTo>
                    <a:pt x="12780" y="51710"/>
                  </a:lnTo>
                  <a:lnTo>
                    <a:pt x="12780" y="6384"/>
                  </a:lnTo>
                  <a:cubicBezTo>
                    <a:pt x="12780" y="2554"/>
                    <a:pt x="10224" y="0"/>
                    <a:pt x="6390" y="0"/>
                  </a:cubicBezTo>
                  <a:cubicBezTo>
                    <a:pt x="2556" y="0"/>
                    <a:pt x="0" y="2554"/>
                    <a:pt x="0" y="6384"/>
                  </a:cubicBezTo>
                  <a:lnTo>
                    <a:pt x="0" y="58094"/>
                  </a:lnTo>
                  <a:cubicBezTo>
                    <a:pt x="0" y="61925"/>
                    <a:pt x="2556" y="64478"/>
                    <a:pt x="6390" y="64478"/>
                  </a:cubicBezTo>
                  <a:lnTo>
                    <a:pt x="58787" y="64478"/>
                  </a:lnTo>
                  <a:cubicBezTo>
                    <a:pt x="62621" y="64478"/>
                    <a:pt x="65177" y="61925"/>
                    <a:pt x="65177" y="58094"/>
                  </a:cubicBezTo>
                  <a:cubicBezTo>
                    <a:pt x="65177" y="54264"/>
                    <a:pt x="62621" y="51710"/>
                    <a:pt x="58787" y="51710"/>
                  </a:cubicBezTo>
                  <a:close/>
                </a:path>
              </a:pathLst>
            </a:custGeom>
            <a:solidFill>
              <a:srgbClr val="86BC25"/>
            </a:solidFill>
            <a:ln w="6390" cap="flat">
              <a:noFill/>
              <a:prstDash val="solid"/>
              <a:miter/>
            </a:ln>
          </p:spPr>
          <p:txBody>
            <a:bodyPr rtlCol="0" anchor="ctr"/>
            <a:lstStyle/>
            <a:p>
              <a:endParaRPr lang="en-US"/>
            </a:p>
          </p:txBody>
        </p:sp>
        <p:sp>
          <p:nvSpPr>
            <p:cNvPr id="916" name="Graphic 4">
              <a:extLst>
                <a:ext uri="{FF2B5EF4-FFF2-40B4-BE49-F238E27FC236}">
                  <a16:creationId xmlns:a16="http://schemas.microsoft.com/office/drawing/2014/main" id="{B7B7DD53-5CB8-F84F-8FAD-58E67D7412D4}"/>
                </a:ext>
              </a:extLst>
            </p:cNvPr>
            <p:cNvSpPr/>
            <p:nvPr/>
          </p:nvSpPr>
          <p:spPr>
            <a:xfrm>
              <a:off x="679250" y="2104961"/>
              <a:ext cx="64538" cy="64478"/>
            </a:xfrm>
            <a:custGeom>
              <a:avLst/>
              <a:gdLst>
                <a:gd name="connsiteX0" fmla="*/ 58148 w 64538"/>
                <a:gd name="connsiteY0" fmla="*/ 0 h 64478"/>
                <a:gd name="connsiteX1" fmla="*/ 51758 w 64538"/>
                <a:gd name="connsiteY1" fmla="*/ 6384 h 64478"/>
                <a:gd name="connsiteX2" fmla="*/ 51758 w 64538"/>
                <a:gd name="connsiteY2" fmla="*/ 51710 h 64478"/>
                <a:gd name="connsiteX3" fmla="*/ 6390 w 64538"/>
                <a:gd name="connsiteY3" fmla="*/ 51710 h 64478"/>
                <a:gd name="connsiteX4" fmla="*/ 0 w 64538"/>
                <a:gd name="connsiteY4" fmla="*/ 58094 h 64478"/>
                <a:gd name="connsiteX5" fmla="*/ 6390 w 64538"/>
                <a:gd name="connsiteY5" fmla="*/ 64478 h 64478"/>
                <a:gd name="connsiteX6" fmla="*/ 58148 w 64538"/>
                <a:gd name="connsiteY6" fmla="*/ 64478 h 64478"/>
                <a:gd name="connsiteX7" fmla="*/ 64538 w 64538"/>
                <a:gd name="connsiteY7" fmla="*/ 58094 h 64478"/>
                <a:gd name="connsiteX8" fmla="*/ 64538 w 64538"/>
                <a:gd name="connsiteY8" fmla="*/ 6384 h 64478"/>
                <a:gd name="connsiteX9" fmla="*/ 58148 w 64538"/>
                <a:gd name="connsiteY9" fmla="*/ 0 h 64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538" h="64478">
                  <a:moveTo>
                    <a:pt x="58148" y="0"/>
                  </a:moveTo>
                  <a:cubicBezTo>
                    <a:pt x="54314" y="0"/>
                    <a:pt x="51758" y="2554"/>
                    <a:pt x="51758" y="6384"/>
                  </a:cubicBezTo>
                  <a:lnTo>
                    <a:pt x="51758" y="51710"/>
                  </a:lnTo>
                  <a:lnTo>
                    <a:pt x="6390" y="51710"/>
                  </a:lnTo>
                  <a:cubicBezTo>
                    <a:pt x="2556" y="51710"/>
                    <a:pt x="0" y="54264"/>
                    <a:pt x="0" y="58094"/>
                  </a:cubicBezTo>
                  <a:cubicBezTo>
                    <a:pt x="0" y="61925"/>
                    <a:pt x="2556" y="64478"/>
                    <a:pt x="6390" y="64478"/>
                  </a:cubicBezTo>
                  <a:lnTo>
                    <a:pt x="58148" y="64478"/>
                  </a:lnTo>
                  <a:cubicBezTo>
                    <a:pt x="61982" y="64478"/>
                    <a:pt x="64538" y="61925"/>
                    <a:pt x="64538" y="58094"/>
                  </a:cubicBezTo>
                  <a:lnTo>
                    <a:pt x="64538" y="6384"/>
                  </a:lnTo>
                  <a:cubicBezTo>
                    <a:pt x="64538" y="2554"/>
                    <a:pt x="61982" y="0"/>
                    <a:pt x="58148" y="0"/>
                  </a:cubicBezTo>
                  <a:close/>
                </a:path>
              </a:pathLst>
            </a:custGeom>
            <a:solidFill>
              <a:srgbClr val="86BC25"/>
            </a:solidFill>
            <a:ln w="6390" cap="flat">
              <a:noFill/>
              <a:prstDash val="solid"/>
              <a:miter/>
            </a:ln>
          </p:spPr>
          <p:txBody>
            <a:bodyPr rtlCol="0" anchor="ctr"/>
            <a:lstStyle/>
            <a:p>
              <a:endParaRPr lang="en-US"/>
            </a:p>
          </p:txBody>
        </p:sp>
        <p:sp>
          <p:nvSpPr>
            <p:cNvPr id="917" name="Graphic 4">
              <a:extLst>
                <a:ext uri="{FF2B5EF4-FFF2-40B4-BE49-F238E27FC236}">
                  <a16:creationId xmlns:a16="http://schemas.microsoft.com/office/drawing/2014/main" id="{83CA0281-6F16-E54B-9365-A0D771FF6E4C}"/>
                </a:ext>
              </a:extLst>
            </p:cNvPr>
            <p:cNvSpPr/>
            <p:nvPr/>
          </p:nvSpPr>
          <p:spPr>
            <a:xfrm>
              <a:off x="679250" y="1978558"/>
              <a:ext cx="64538" cy="64478"/>
            </a:xfrm>
            <a:custGeom>
              <a:avLst/>
              <a:gdLst>
                <a:gd name="connsiteX0" fmla="*/ 58148 w 64538"/>
                <a:gd name="connsiteY0" fmla="*/ 0 h 64478"/>
                <a:gd name="connsiteX1" fmla="*/ 6390 w 64538"/>
                <a:gd name="connsiteY1" fmla="*/ 0 h 64478"/>
                <a:gd name="connsiteX2" fmla="*/ 0 w 64538"/>
                <a:gd name="connsiteY2" fmla="*/ 6384 h 64478"/>
                <a:gd name="connsiteX3" fmla="*/ 6390 w 64538"/>
                <a:gd name="connsiteY3" fmla="*/ 12768 h 64478"/>
                <a:gd name="connsiteX4" fmla="*/ 51758 w 64538"/>
                <a:gd name="connsiteY4" fmla="*/ 12768 h 64478"/>
                <a:gd name="connsiteX5" fmla="*/ 51758 w 64538"/>
                <a:gd name="connsiteY5" fmla="*/ 58094 h 64478"/>
                <a:gd name="connsiteX6" fmla="*/ 58148 w 64538"/>
                <a:gd name="connsiteY6" fmla="*/ 64478 h 64478"/>
                <a:gd name="connsiteX7" fmla="*/ 64538 w 64538"/>
                <a:gd name="connsiteY7" fmla="*/ 58094 h 64478"/>
                <a:gd name="connsiteX8" fmla="*/ 64538 w 64538"/>
                <a:gd name="connsiteY8" fmla="*/ 6384 h 64478"/>
                <a:gd name="connsiteX9" fmla="*/ 58148 w 64538"/>
                <a:gd name="connsiteY9" fmla="*/ 0 h 64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538" h="64478">
                  <a:moveTo>
                    <a:pt x="58148" y="0"/>
                  </a:moveTo>
                  <a:lnTo>
                    <a:pt x="6390" y="0"/>
                  </a:lnTo>
                  <a:cubicBezTo>
                    <a:pt x="2556" y="0"/>
                    <a:pt x="0" y="2554"/>
                    <a:pt x="0" y="6384"/>
                  </a:cubicBezTo>
                  <a:cubicBezTo>
                    <a:pt x="0" y="10214"/>
                    <a:pt x="2556" y="12768"/>
                    <a:pt x="6390" y="12768"/>
                  </a:cubicBezTo>
                  <a:lnTo>
                    <a:pt x="51758" y="12768"/>
                  </a:lnTo>
                  <a:lnTo>
                    <a:pt x="51758" y="58094"/>
                  </a:lnTo>
                  <a:cubicBezTo>
                    <a:pt x="51758" y="61925"/>
                    <a:pt x="54314" y="64478"/>
                    <a:pt x="58148" y="64478"/>
                  </a:cubicBezTo>
                  <a:cubicBezTo>
                    <a:pt x="61982" y="64478"/>
                    <a:pt x="64538" y="61925"/>
                    <a:pt x="64538" y="58094"/>
                  </a:cubicBezTo>
                  <a:lnTo>
                    <a:pt x="64538" y="6384"/>
                  </a:lnTo>
                  <a:cubicBezTo>
                    <a:pt x="64538" y="2554"/>
                    <a:pt x="61982" y="0"/>
                    <a:pt x="58148" y="0"/>
                  </a:cubicBezTo>
                  <a:close/>
                </a:path>
              </a:pathLst>
            </a:custGeom>
            <a:solidFill>
              <a:srgbClr val="86BC25"/>
            </a:solidFill>
            <a:ln w="6390" cap="flat">
              <a:noFill/>
              <a:prstDash val="solid"/>
              <a:miter/>
            </a:ln>
          </p:spPr>
          <p:txBody>
            <a:bodyPr rtlCol="0" anchor="ctr"/>
            <a:lstStyle/>
            <a:p>
              <a:endParaRPr lang="en-US"/>
            </a:p>
          </p:txBody>
        </p:sp>
        <p:sp>
          <p:nvSpPr>
            <p:cNvPr id="918" name="Graphic 4">
              <a:extLst>
                <a:ext uri="{FF2B5EF4-FFF2-40B4-BE49-F238E27FC236}">
                  <a16:creationId xmlns:a16="http://schemas.microsoft.com/office/drawing/2014/main" id="{F0FC7B50-5139-0A4D-B551-627CD5E218EF}"/>
                </a:ext>
              </a:extLst>
            </p:cNvPr>
            <p:cNvSpPr/>
            <p:nvPr/>
          </p:nvSpPr>
          <p:spPr>
            <a:xfrm>
              <a:off x="590430" y="2014947"/>
              <a:ext cx="117574" cy="118103"/>
            </a:xfrm>
            <a:custGeom>
              <a:avLst/>
              <a:gdLst>
                <a:gd name="connsiteX0" fmla="*/ 117575 w 117574"/>
                <a:gd name="connsiteY0" fmla="*/ 111720 h 118103"/>
                <a:gd name="connsiteX1" fmla="*/ 117575 w 117574"/>
                <a:gd name="connsiteY1" fmla="*/ 6384 h 118103"/>
                <a:gd name="connsiteX2" fmla="*/ 111185 w 117574"/>
                <a:gd name="connsiteY2" fmla="*/ 0 h 118103"/>
                <a:gd name="connsiteX3" fmla="*/ 6390 w 117574"/>
                <a:gd name="connsiteY3" fmla="*/ 0 h 118103"/>
                <a:gd name="connsiteX4" fmla="*/ 0 w 117574"/>
                <a:gd name="connsiteY4" fmla="*/ 6384 h 118103"/>
                <a:gd name="connsiteX5" fmla="*/ 0 w 117574"/>
                <a:gd name="connsiteY5" fmla="*/ 111720 h 118103"/>
                <a:gd name="connsiteX6" fmla="*/ 6390 w 117574"/>
                <a:gd name="connsiteY6" fmla="*/ 118104 h 118103"/>
                <a:gd name="connsiteX7" fmla="*/ 111824 w 117574"/>
                <a:gd name="connsiteY7" fmla="*/ 118104 h 118103"/>
                <a:gd name="connsiteX8" fmla="*/ 117575 w 117574"/>
                <a:gd name="connsiteY8" fmla="*/ 111720 h 118103"/>
                <a:gd name="connsiteX9" fmla="*/ 104795 w 117574"/>
                <a:gd name="connsiteY9" fmla="*/ 105336 h 118103"/>
                <a:gd name="connsiteX10" fmla="*/ 12780 w 117574"/>
                <a:gd name="connsiteY10" fmla="*/ 105336 h 118103"/>
                <a:gd name="connsiteX11" fmla="*/ 12780 w 117574"/>
                <a:gd name="connsiteY11" fmla="*/ 12768 h 118103"/>
                <a:gd name="connsiteX12" fmla="*/ 105434 w 117574"/>
                <a:gd name="connsiteY12" fmla="*/ 12768 h 118103"/>
                <a:gd name="connsiteX13" fmla="*/ 105434 w 117574"/>
                <a:gd name="connsiteY13" fmla="*/ 105336 h 118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7574" h="118103">
                  <a:moveTo>
                    <a:pt x="117575" y="111720"/>
                  </a:moveTo>
                  <a:lnTo>
                    <a:pt x="117575" y="6384"/>
                  </a:lnTo>
                  <a:cubicBezTo>
                    <a:pt x="117575" y="2554"/>
                    <a:pt x="115019" y="0"/>
                    <a:pt x="111185" y="0"/>
                  </a:cubicBezTo>
                  <a:lnTo>
                    <a:pt x="6390" y="0"/>
                  </a:lnTo>
                  <a:cubicBezTo>
                    <a:pt x="2556" y="0"/>
                    <a:pt x="0" y="2554"/>
                    <a:pt x="0" y="6384"/>
                  </a:cubicBezTo>
                  <a:lnTo>
                    <a:pt x="0" y="111720"/>
                  </a:lnTo>
                  <a:cubicBezTo>
                    <a:pt x="0" y="115550"/>
                    <a:pt x="2556" y="118104"/>
                    <a:pt x="6390" y="118104"/>
                  </a:cubicBezTo>
                  <a:lnTo>
                    <a:pt x="111824" y="118104"/>
                  </a:lnTo>
                  <a:cubicBezTo>
                    <a:pt x="115019" y="118104"/>
                    <a:pt x="117575" y="115550"/>
                    <a:pt x="117575" y="111720"/>
                  </a:cubicBezTo>
                  <a:close/>
                  <a:moveTo>
                    <a:pt x="104795" y="105336"/>
                  </a:moveTo>
                  <a:lnTo>
                    <a:pt x="12780" y="105336"/>
                  </a:lnTo>
                  <a:lnTo>
                    <a:pt x="12780" y="12768"/>
                  </a:lnTo>
                  <a:lnTo>
                    <a:pt x="105434" y="12768"/>
                  </a:lnTo>
                  <a:lnTo>
                    <a:pt x="105434" y="105336"/>
                  </a:lnTo>
                  <a:close/>
                </a:path>
              </a:pathLst>
            </a:custGeom>
            <a:solidFill>
              <a:srgbClr val="86BC25"/>
            </a:solidFill>
            <a:ln w="6390" cap="flat">
              <a:noFill/>
              <a:prstDash val="solid"/>
              <a:miter/>
            </a:ln>
          </p:spPr>
          <p:txBody>
            <a:bodyPr rtlCol="0" anchor="ctr"/>
            <a:lstStyle/>
            <a:p>
              <a:endParaRPr lang="en-US"/>
            </a:p>
          </p:txBody>
        </p:sp>
      </p:grpSp>
      <p:grpSp>
        <p:nvGrpSpPr>
          <p:cNvPr id="919" name="Graphic 4">
            <a:extLst>
              <a:ext uri="{FF2B5EF4-FFF2-40B4-BE49-F238E27FC236}">
                <a16:creationId xmlns:a16="http://schemas.microsoft.com/office/drawing/2014/main" id="{A1FC112E-58D0-9745-B867-8BCF0ADAD2F8}"/>
              </a:ext>
            </a:extLst>
          </p:cNvPr>
          <p:cNvGrpSpPr/>
          <p:nvPr/>
        </p:nvGrpSpPr>
        <p:grpSpPr>
          <a:xfrm>
            <a:off x="1515054" y="1893013"/>
            <a:ext cx="362309" cy="362610"/>
            <a:chOff x="1515054" y="1893013"/>
            <a:chExt cx="362309" cy="362610"/>
          </a:xfrm>
          <a:solidFill>
            <a:srgbClr val="86BC25"/>
          </a:solidFill>
        </p:grpSpPr>
        <p:sp>
          <p:nvSpPr>
            <p:cNvPr id="920" name="Graphic 4">
              <a:extLst>
                <a:ext uri="{FF2B5EF4-FFF2-40B4-BE49-F238E27FC236}">
                  <a16:creationId xmlns:a16="http://schemas.microsoft.com/office/drawing/2014/main" id="{B4E236C3-B3BD-1E42-AC04-562BDA5D383F}"/>
                </a:ext>
              </a:extLst>
            </p:cNvPr>
            <p:cNvSpPr/>
            <p:nvPr/>
          </p:nvSpPr>
          <p:spPr>
            <a:xfrm>
              <a:off x="1515054" y="189301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362309 w 362309"/>
                <a:gd name="connsiteY4" fmla="*/ 181305 h 362610"/>
                <a:gd name="connsiteX5" fmla="*/ 180835 w 362309"/>
                <a:gd name="connsiteY5" fmla="*/ 0 h 362610"/>
                <a:gd name="connsiteX6" fmla="*/ 180835 w 362309"/>
                <a:gd name="connsiteY6" fmla="*/ 0 h 362610"/>
                <a:gd name="connsiteX7" fmla="*/ 180835 w 362309"/>
                <a:gd name="connsiteY7" fmla="*/ 349204 h 362610"/>
                <a:gd name="connsiteX8" fmla="*/ 12780 w 362309"/>
                <a:gd name="connsiteY8" fmla="*/ 180667 h 362610"/>
                <a:gd name="connsiteX9" fmla="*/ 180835 w 362309"/>
                <a:gd name="connsiteY9" fmla="*/ 12130 h 362610"/>
                <a:gd name="connsiteX10" fmla="*/ 349529 w 362309"/>
                <a:gd name="connsiteY10" fmla="*/ 180667 h 362610"/>
                <a:gd name="connsiteX11" fmla="*/ 180835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181305"/>
                    <a:pt x="362309" y="181305"/>
                    <a:pt x="362309" y="181305"/>
                  </a:cubicBezTo>
                  <a:cubicBezTo>
                    <a:pt x="361670"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130"/>
                    <a:pt x="180835" y="12130"/>
                  </a:cubicBezTo>
                  <a:cubicBezTo>
                    <a:pt x="274128" y="12130"/>
                    <a:pt x="349529" y="87461"/>
                    <a:pt x="349529" y="180667"/>
                  </a:cubicBezTo>
                  <a:cubicBezTo>
                    <a:pt x="348891" y="273873"/>
                    <a:pt x="273489" y="349204"/>
                    <a:pt x="180835" y="349204"/>
                  </a:cubicBezTo>
                  <a:close/>
                </a:path>
              </a:pathLst>
            </a:custGeom>
            <a:solidFill>
              <a:srgbClr val="86BC25"/>
            </a:solidFill>
            <a:ln w="6390" cap="flat">
              <a:noFill/>
              <a:prstDash val="solid"/>
              <a:miter/>
            </a:ln>
          </p:spPr>
          <p:txBody>
            <a:bodyPr rtlCol="0" anchor="ctr"/>
            <a:lstStyle/>
            <a:p>
              <a:endParaRPr lang="en-US"/>
            </a:p>
          </p:txBody>
        </p:sp>
        <p:sp>
          <p:nvSpPr>
            <p:cNvPr id="921" name="Graphic 4">
              <a:extLst>
                <a:ext uri="{FF2B5EF4-FFF2-40B4-BE49-F238E27FC236}">
                  <a16:creationId xmlns:a16="http://schemas.microsoft.com/office/drawing/2014/main" id="{D6A65682-7714-A441-93A0-A8606F734F87}"/>
                </a:ext>
              </a:extLst>
            </p:cNvPr>
            <p:cNvSpPr/>
            <p:nvPr/>
          </p:nvSpPr>
          <p:spPr>
            <a:xfrm>
              <a:off x="1600040" y="1978558"/>
              <a:ext cx="65177" cy="64478"/>
            </a:xfrm>
            <a:custGeom>
              <a:avLst/>
              <a:gdLst>
                <a:gd name="connsiteX0" fmla="*/ 58788 w 65177"/>
                <a:gd name="connsiteY0" fmla="*/ 0 h 64478"/>
                <a:gd name="connsiteX1" fmla="*/ 6390 w 65177"/>
                <a:gd name="connsiteY1" fmla="*/ 0 h 64478"/>
                <a:gd name="connsiteX2" fmla="*/ 0 w 65177"/>
                <a:gd name="connsiteY2" fmla="*/ 6384 h 64478"/>
                <a:gd name="connsiteX3" fmla="*/ 0 w 65177"/>
                <a:gd name="connsiteY3" fmla="*/ 58094 h 64478"/>
                <a:gd name="connsiteX4" fmla="*/ 6390 w 65177"/>
                <a:gd name="connsiteY4" fmla="*/ 64478 h 64478"/>
                <a:gd name="connsiteX5" fmla="*/ 12780 w 65177"/>
                <a:gd name="connsiteY5" fmla="*/ 58094 h 64478"/>
                <a:gd name="connsiteX6" fmla="*/ 12780 w 65177"/>
                <a:gd name="connsiteY6" fmla="*/ 12768 h 64478"/>
                <a:gd name="connsiteX7" fmla="*/ 58788 w 65177"/>
                <a:gd name="connsiteY7" fmla="*/ 12768 h 64478"/>
                <a:gd name="connsiteX8" fmla="*/ 65177 w 65177"/>
                <a:gd name="connsiteY8" fmla="*/ 6384 h 64478"/>
                <a:gd name="connsiteX9" fmla="*/ 58788 w 65177"/>
                <a:gd name="connsiteY9" fmla="*/ 0 h 64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177" h="64478">
                  <a:moveTo>
                    <a:pt x="58788" y="0"/>
                  </a:moveTo>
                  <a:lnTo>
                    <a:pt x="6390" y="0"/>
                  </a:lnTo>
                  <a:cubicBezTo>
                    <a:pt x="2556" y="0"/>
                    <a:pt x="0" y="2554"/>
                    <a:pt x="0" y="6384"/>
                  </a:cubicBezTo>
                  <a:lnTo>
                    <a:pt x="0" y="58094"/>
                  </a:lnTo>
                  <a:cubicBezTo>
                    <a:pt x="0" y="61925"/>
                    <a:pt x="2556" y="64478"/>
                    <a:pt x="6390" y="64478"/>
                  </a:cubicBezTo>
                  <a:cubicBezTo>
                    <a:pt x="10224" y="64478"/>
                    <a:pt x="12780" y="61925"/>
                    <a:pt x="12780" y="58094"/>
                  </a:cubicBezTo>
                  <a:lnTo>
                    <a:pt x="12780" y="12768"/>
                  </a:lnTo>
                  <a:lnTo>
                    <a:pt x="58788" y="12768"/>
                  </a:lnTo>
                  <a:cubicBezTo>
                    <a:pt x="62622" y="12768"/>
                    <a:pt x="65177" y="10214"/>
                    <a:pt x="65177" y="6384"/>
                  </a:cubicBezTo>
                  <a:cubicBezTo>
                    <a:pt x="65177" y="2554"/>
                    <a:pt x="62622" y="0"/>
                    <a:pt x="58788" y="0"/>
                  </a:cubicBezTo>
                  <a:close/>
                </a:path>
              </a:pathLst>
            </a:custGeom>
            <a:solidFill>
              <a:srgbClr val="86BC25"/>
            </a:solidFill>
            <a:ln w="6390" cap="flat">
              <a:noFill/>
              <a:prstDash val="solid"/>
              <a:miter/>
            </a:ln>
          </p:spPr>
          <p:txBody>
            <a:bodyPr rtlCol="0" anchor="ctr"/>
            <a:lstStyle/>
            <a:p>
              <a:endParaRPr lang="en-US"/>
            </a:p>
          </p:txBody>
        </p:sp>
        <p:sp>
          <p:nvSpPr>
            <p:cNvPr id="922" name="Graphic 4">
              <a:extLst>
                <a:ext uri="{FF2B5EF4-FFF2-40B4-BE49-F238E27FC236}">
                  <a16:creationId xmlns:a16="http://schemas.microsoft.com/office/drawing/2014/main" id="{B296D046-4C7A-2340-8442-6C06E1B026CA}"/>
                </a:ext>
              </a:extLst>
            </p:cNvPr>
            <p:cNvSpPr/>
            <p:nvPr/>
          </p:nvSpPr>
          <p:spPr>
            <a:xfrm>
              <a:off x="1600040" y="2104961"/>
              <a:ext cx="65177" cy="64478"/>
            </a:xfrm>
            <a:custGeom>
              <a:avLst/>
              <a:gdLst>
                <a:gd name="connsiteX0" fmla="*/ 58788 w 65177"/>
                <a:gd name="connsiteY0" fmla="*/ 51710 h 64478"/>
                <a:gd name="connsiteX1" fmla="*/ 12780 w 65177"/>
                <a:gd name="connsiteY1" fmla="*/ 51710 h 64478"/>
                <a:gd name="connsiteX2" fmla="*/ 12780 w 65177"/>
                <a:gd name="connsiteY2" fmla="*/ 6384 h 64478"/>
                <a:gd name="connsiteX3" fmla="*/ 6390 w 65177"/>
                <a:gd name="connsiteY3" fmla="*/ 0 h 64478"/>
                <a:gd name="connsiteX4" fmla="*/ 0 w 65177"/>
                <a:gd name="connsiteY4" fmla="*/ 6384 h 64478"/>
                <a:gd name="connsiteX5" fmla="*/ 0 w 65177"/>
                <a:gd name="connsiteY5" fmla="*/ 58094 h 64478"/>
                <a:gd name="connsiteX6" fmla="*/ 6390 w 65177"/>
                <a:gd name="connsiteY6" fmla="*/ 64478 h 64478"/>
                <a:gd name="connsiteX7" fmla="*/ 58788 w 65177"/>
                <a:gd name="connsiteY7" fmla="*/ 64478 h 64478"/>
                <a:gd name="connsiteX8" fmla="*/ 65177 w 65177"/>
                <a:gd name="connsiteY8" fmla="*/ 58094 h 64478"/>
                <a:gd name="connsiteX9" fmla="*/ 58788 w 65177"/>
                <a:gd name="connsiteY9" fmla="*/ 51710 h 64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177" h="64478">
                  <a:moveTo>
                    <a:pt x="58788" y="51710"/>
                  </a:moveTo>
                  <a:lnTo>
                    <a:pt x="12780" y="51710"/>
                  </a:lnTo>
                  <a:lnTo>
                    <a:pt x="12780" y="6384"/>
                  </a:lnTo>
                  <a:cubicBezTo>
                    <a:pt x="12780" y="2554"/>
                    <a:pt x="10224" y="0"/>
                    <a:pt x="6390" y="0"/>
                  </a:cubicBezTo>
                  <a:cubicBezTo>
                    <a:pt x="2556" y="0"/>
                    <a:pt x="0" y="2554"/>
                    <a:pt x="0" y="6384"/>
                  </a:cubicBezTo>
                  <a:lnTo>
                    <a:pt x="0" y="58094"/>
                  </a:lnTo>
                  <a:cubicBezTo>
                    <a:pt x="0" y="61925"/>
                    <a:pt x="2556" y="64478"/>
                    <a:pt x="6390" y="64478"/>
                  </a:cubicBezTo>
                  <a:lnTo>
                    <a:pt x="58788" y="64478"/>
                  </a:lnTo>
                  <a:cubicBezTo>
                    <a:pt x="62622" y="64478"/>
                    <a:pt x="65177" y="61925"/>
                    <a:pt x="65177" y="58094"/>
                  </a:cubicBezTo>
                  <a:cubicBezTo>
                    <a:pt x="65177" y="54264"/>
                    <a:pt x="62622" y="51710"/>
                    <a:pt x="58788" y="51710"/>
                  </a:cubicBezTo>
                  <a:close/>
                </a:path>
              </a:pathLst>
            </a:custGeom>
            <a:solidFill>
              <a:srgbClr val="86BC25"/>
            </a:solidFill>
            <a:ln w="6390" cap="flat">
              <a:noFill/>
              <a:prstDash val="solid"/>
              <a:miter/>
            </a:ln>
          </p:spPr>
          <p:txBody>
            <a:bodyPr rtlCol="0" anchor="ctr"/>
            <a:lstStyle/>
            <a:p>
              <a:endParaRPr lang="en-US"/>
            </a:p>
          </p:txBody>
        </p:sp>
        <p:sp>
          <p:nvSpPr>
            <p:cNvPr id="923" name="Graphic 4">
              <a:extLst>
                <a:ext uri="{FF2B5EF4-FFF2-40B4-BE49-F238E27FC236}">
                  <a16:creationId xmlns:a16="http://schemas.microsoft.com/office/drawing/2014/main" id="{BACDAA82-C920-EA4F-A266-4BA496CA5628}"/>
                </a:ext>
              </a:extLst>
            </p:cNvPr>
            <p:cNvSpPr/>
            <p:nvPr/>
          </p:nvSpPr>
          <p:spPr>
            <a:xfrm>
              <a:off x="1726561" y="2104961"/>
              <a:ext cx="64538" cy="64478"/>
            </a:xfrm>
            <a:custGeom>
              <a:avLst/>
              <a:gdLst>
                <a:gd name="connsiteX0" fmla="*/ 58148 w 64538"/>
                <a:gd name="connsiteY0" fmla="*/ 0 h 64478"/>
                <a:gd name="connsiteX1" fmla="*/ 51758 w 64538"/>
                <a:gd name="connsiteY1" fmla="*/ 6384 h 64478"/>
                <a:gd name="connsiteX2" fmla="*/ 51758 w 64538"/>
                <a:gd name="connsiteY2" fmla="*/ 51710 h 64478"/>
                <a:gd name="connsiteX3" fmla="*/ 6390 w 64538"/>
                <a:gd name="connsiteY3" fmla="*/ 51710 h 64478"/>
                <a:gd name="connsiteX4" fmla="*/ 0 w 64538"/>
                <a:gd name="connsiteY4" fmla="*/ 58094 h 64478"/>
                <a:gd name="connsiteX5" fmla="*/ 6390 w 64538"/>
                <a:gd name="connsiteY5" fmla="*/ 64478 h 64478"/>
                <a:gd name="connsiteX6" fmla="*/ 58148 w 64538"/>
                <a:gd name="connsiteY6" fmla="*/ 64478 h 64478"/>
                <a:gd name="connsiteX7" fmla="*/ 64538 w 64538"/>
                <a:gd name="connsiteY7" fmla="*/ 58094 h 64478"/>
                <a:gd name="connsiteX8" fmla="*/ 64538 w 64538"/>
                <a:gd name="connsiteY8" fmla="*/ 6384 h 64478"/>
                <a:gd name="connsiteX9" fmla="*/ 58148 w 64538"/>
                <a:gd name="connsiteY9" fmla="*/ 0 h 64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538" h="64478">
                  <a:moveTo>
                    <a:pt x="58148" y="0"/>
                  </a:moveTo>
                  <a:cubicBezTo>
                    <a:pt x="54314" y="0"/>
                    <a:pt x="51758" y="2554"/>
                    <a:pt x="51758" y="6384"/>
                  </a:cubicBezTo>
                  <a:lnTo>
                    <a:pt x="51758" y="51710"/>
                  </a:lnTo>
                  <a:lnTo>
                    <a:pt x="6390" y="51710"/>
                  </a:lnTo>
                  <a:cubicBezTo>
                    <a:pt x="2556" y="51710"/>
                    <a:pt x="0" y="54264"/>
                    <a:pt x="0" y="58094"/>
                  </a:cubicBezTo>
                  <a:cubicBezTo>
                    <a:pt x="0" y="61925"/>
                    <a:pt x="2556" y="64478"/>
                    <a:pt x="6390" y="64478"/>
                  </a:cubicBezTo>
                  <a:lnTo>
                    <a:pt x="58148" y="64478"/>
                  </a:lnTo>
                  <a:cubicBezTo>
                    <a:pt x="61982" y="64478"/>
                    <a:pt x="64538" y="61925"/>
                    <a:pt x="64538" y="58094"/>
                  </a:cubicBezTo>
                  <a:lnTo>
                    <a:pt x="64538" y="6384"/>
                  </a:lnTo>
                  <a:cubicBezTo>
                    <a:pt x="64538" y="2554"/>
                    <a:pt x="61982" y="0"/>
                    <a:pt x="58148" y="0"/>
                  </a:cubicBezTo>
                  <a:close/>
                </a:path>
              </a:pathLst>
            </a:custGeom>
            <a:solidFill>
              <a:srgbClr val="86BC25"/>
            </a:solidFill>
            <a:ln w="6390" cap="flat">
              <a:noFill/>
              <a:prstDash val="solid"/>
              <a:miter/>
            </a:ln>
          </p:spPr>
          <p:txBody>
            <a:bodyPr rtlCol="0" anchor="ctr"/>
            <a:lstStyle/>
            <a:p>
              <a:endParaRPr lang="en-US"/>
            </a:p>
          </p:txBody>
        </p:sp>
        <p:sp>
          <p:nvSpPr>
            <p:cNvPr id="924" name="Graphic 4">
              <a:extLst>
                <a:ext uri="{FF2B5EF4-FFF2-40B4-BE49-F238E27FC236}">
                  <a16:creationId xmlns:a16="http://schemas.microsoft.com/office/drawing/2014/main" id="{02196178-E7F6-2740-9523-8A32E405A108}"/>
                </a:ext>
              </a:extLst>
            </p:cNvPr>
            <p:cNvSpPr/>
            <p:nvPr/>
          </p:nvSpPr>
          <p:spPr>
            <a:xfrm>
              <a:off x="1726561" y="1978558"/>
              <a:ext cx="64538" cy="64478"/>
            </a:xfrm>
            <a:custGeom>
              <a:avLst/>
              <a:gdLst>
                <a:gd name="connsiteX0" fmla="*/ 58148 w 64538"/>
                <a:gd name="connsiteY0" fmla="*/ 0 h 64478"/>
                <a:gd name="connsiteX1" fmla="*/ 6390 w 64538"/>
                <a:gd name="connsiteY1" fmla="*/ 0 h 64478"/>
                <a:gd name="connsiteX2" fmla="*/ 0 w 64538"/>
                <a:gd name="connsiteY2" fmla="*/ 6384 h 64478"/>
                <a:gd name="connsiteX3" fmla="*/ 6390 w 64538"/>
                <a:gd name="connsiteY3" fmla="*/ 12768 h 64478"/>
                <a:gd name="connsiteX4" fmla="*/ 51758 w 64538"/>
                <a:gd name="connsiteY4" fmla="*/ 12768 h 64478"/>
                <a:gd name="connsiteX5" fmla="*/ 51758 w 64538"/>
                <a:gd name="connsiteY5" fmla="*/ 58094 h 64478"/>
                <a:gd name="connsiteX6" fmla="*/ 58148 w 64538"/>
                <a:gd name="connsiteY6" fmla="*/ 64478 h 64478"/>
                <a:gd name="connsiteX7" fmla="*/ 64538 w 64538"/>
                <a:gd name="connsiteY7" fmla="*/ 58094 h 64478"/>
                <a:gd name="connsiteX8" fmla="*/ 64538 w 64538"/>
                <a:gd name="connsiteY8" fmla="*/ 6384 h 64478"/>
                <a:gd name="connsiteX9" fmla="*/ 58148 w 64538"/>
                <a:gd name="connsiteY9" fmla="*/ 0 h 64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538" h="64478">
                  <a:moveTo>
                    <a:pt x="58148" y="0"/>
                  </a:moveTo>
                  <a:lnTo>
                    <a:pt x="6390" y="0"/>
                  </a:lnTo>
                  <a:cubicBezTo>
                    <a:pt x="2556" y="0"/>
                    <a:pt x="0" y="2554"/>
                    <a:pt x="0" y="6384"/>
                  </a:cubicBezTo>
                  <a:cubicBezTo>
                    <a:pt x="0" y="10214"/>
                    <a:pt x="2556" y="12768"/>
                    <a:pt x="6390" y="12768"/>
                  </a:cubicBezTo>
                  <a:lnTo>
                    <a:pt x="51758" y="12768"/>
                  </a:lnTo>
                  <a:lnTo>
                    <a:pt x="51758" y="58094"/>
                  </a:lnTo>
                  <a:cubicBezTo>
                    <a:pt x="51758" y="61925"/>
                    <a:pt x="54314" y="64478"/>
                    <a:pt x="58148" y="64478"/>
                  </a:cubicBezTo>
                  <a:cubicBezTo>
                    <a:pt x="61982" y="64478"/>
                    <a:pt x="64538" y="61925"/>
                    <a:pt x="64538" y="58094"/>
                  </a:cubicBezTo>
                  <a:lnTo>
                    <a:pt x="64538" y="6384"/>
                  </a:lnTo>
                  <a:cubicBezTo>
                    <a:pt x="64538" y="2554"/>
                    <a:pt x="61982" y="0"/>
                    <a:pt x="58148" y="0"/>
                  </a:cubicBezTo>
                  <a:close/>
                </a:path>
              </a:pathLst>
            </a:custGeom>
            <a:solidFill>
              <a:srgbClr val="86BC25"/>
            </a:solidFill>
            <a:ln w="6390" cap="flat">
              <a:noFill/>
              <a:prstDash val="solid"/>
              <a:miter/>
            </a:ln>
          </p:spPr>
          <p:txBody>
            <a:bodyPr rtlCol="0" anchor="ctr"/>
            <a:lstStyle/>
            <a:p>
              <a:endParaRPr lang="en-US"/>
            </a:p>
          </p:txBody>
        </p:sp>
      </p:grpSp>
      <p:grpSp>
        <p:nvGrpSpPr>
          <p:cNvPr id="925" name="Graphic 4">
            <a:extLst>
              <a:ext uri="{FF2B5EF4-FFF2-40B4-BE49-F238E27FC236}">
                <a16:creationId xmlns:a16="http://schemas.microsoft.com/office/drawing/2014/main" id="{D5015787-3E6D-CB48-B590-1ACC44A806D9}"/>
              </a:ext>
            </a:extLst>
          </p:cNvPr>
          <p:cNvGrpSpPr/>
          <p:nvPr/>
        </p:nvGrpSpPr>
        <p:grpSpPr>
          <a:xfrm>
            <a:off x="9887149" y="2371173"/>
            <a:ext cx="362309" cy="361971"/>
            <a:chOff x="9887149" y="2371173"/>
            <a:chExt cx="362309" cy="361971"/>
          </a:xfrm>
          <a:solidFill>
            <a:srgbClr val="046A38"/>
          </a:solidFill>
        </p:grpSpPr>
        <p:sp>
          <p:nvSpPr>
            <p:cNvPr id="926" name="Graphic 4">
              <a:extLst>
                <a:ext uri="{FF2B5EF4-FFF2-40B4-BE49-F238E27FC236}">
                  <a16:creationId xmlns:a16="http://schemas.microsoft.com/office/drawing/2014/main" id="{5B203352-C492-5549-8433-B0627C144B27}"/>
                </a:ext>
              </a:extLst>
            </p:cNvPr>
            <p:cNvSpPr/>
            <p:nvPr/>
          </p:nvSpPr>
          <p:spPr>
            <a:xfrm>
              <a:off x="9887149" y="237117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1305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09" y="280895"/>
                    <a:pt x="362309" y="181305"/>
                  </a:cubicBezTo>
                  <a:cubicBezTo>
                    <a:pt x="362309"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1474" y="12768"/>
                  </a:cubicBezTo>
                  <a:cubicBezTo>
                    <a:pt x="274128" y="12768"/>
                    <a:pt x="349529" y="88099"/>
                    <a:pt x="349529" y="181305"/>
                  </a:cubicBezTo>
                  <a:cubicBezTo>
                    <a:pt x="349529" y="273873"/>
                    <a:pt x="274128" y="349204"/>
                    <a:pt x="180835" y="349204"/>
                  </a:cubicBezTo>
                  <a:close/>
                </a:path>
              </a:pathLst>
            </a:custGeom>
            <a:solidFill>
              <a:srgbClr val="046A38"/>
            </a:solidFill>
            <a:ln w="6390" cap="flat">
              <a:noFill/>
              <a:prstDash val="solid"/>
              <a:miter/>
            </a:ln>
          </p:spPr>
          <p:txBody>
            <a:bodyPr rtlCol="0" anchor="ctr"/>
            <a:lstStyle/>
            <a:p>
              <a:endParaRPr lang="en-US"/>
            </a:p>
          </p:txBody>
        </p:sp>
        <p:sp>
          <p:nvSpPr>
            <p:cNvPr id="927" name="Graphic 4">
              <a:extLst>
                <a:ext uri="{FF2B5EF4-FFF2-40B4-BE49-F238E27FC236}">
                  <a16:creationId xmlns:a16="http://schemas.microsoft.com/office/drawing/2014/main" id="{AEC3711F-91C2-FC4F-BF0A-A6E3FF37286E}"/>
                </a:ext>
              </a:extLst>
            </p:cNvPr>
            <p:cNvSpPr/>
            <p:nvPr/>
          </p:nvSpPr>
          <p:spPr>
            <a:xfrm>
              <a:off x="9967017" y="2450973"/>
              <a:ext cx="203036" cy="202378"/>
            </a:xfrm>
            <a:custGeom>
              <a:avLst/>
              <a:gdLst>
                <a:gd name="connsiteX0" fmla="*/ 100967 w 203036"/>
                <a:gd name="connsiteY0" fmla="*/ 0 h 202378"/>
                <a:gd name="connsiteX1" fmla="*/ 7 w 203036"/>
                <a:gd name="connsiteY1" fmla="*/ 101505 h 202378"/>
                <a:gd name="connsiteX2" fmla="*/ 101606 w 203036"/>
                <a:gd name="connsiteY2" fmla="*/ 202372 h 202378"/>
                <a:gd name="connsiteX3" fmla="*/ 147614 w 203036"/>
                <a:gd name="connsiteY3" fmla="*/ 191519 h 202378"/>
                <a:gd name="connsiteX4" fmla="*/ 150170 w 203036"/>
                <a:gd name="connsiteY4" fmla="*/ 183220 h 202378"/>
                <a:gd name="connsiteX5" fmla="*/ 150170 w 203036"/>
                <a:gd name="connsiteY5" fmla="*/ 183220 h 202378"/>
                <a:gd name="connsiteX6" fmla="*/ 141863 w 203036"/>
                <a:gd name="connsiteY6" fmla="*/ 180667 h 202378"/>
                <a:gd name="connsiteX7" fmla="*/ 101606 w 203036"/>
                <a:gd name="connsiteY7" fmla="*/ 190243 h 202378"/>
                <a:gd name="connsiteX8" fmla="*/ 13425 w 203036"/>
                <a:gd name="connsiteY8" fmla="*/ 101505 h 202378"/>
                <a:gd name="connsiteX9" fmla="*/ 102246 w 203036"/>
                <a:gd name="connsiteY9" fmla="*/ 13406 h 202378"/>
                <a:gd name="connsiteX10" fmla="*/ 190426 w 203036"/>
                <a:gd name="connsiteY10" fmla="*/ 102144 h 202378"/>
                <a:gd name="connsiteX11" fmla="*/ 184036 w 203036"/>
                <a:gd name="connsiteY11" fmla="*/ 134702 h 202378"/>
                <a:gd name="connsiteX12" fmla="*/ 154004 w 203036"/>
                <a:gd name="connsiteY12" fmla="*/ 154492 h 202378"/>
                <a:gd name="connsiteX13" fmla="*/ 134834 w 203036"/>
                <a:gd name="connsiteY13" fmla="*/ 120657 h 202378"/>
                <a:gd name="connsiteX14" fmla="*/ 143780 w 203036"/>
                <a:gd name="connsiteY14" fmla="*/ 67032 h 202378"/>
                <a:gd name="connsiteX15" fmla="*/ 141224 w 203036"/>
                <a:gd name="connsiteY15" fmla="*/ 60648 h 202378"/>
                <a:gd name="connsiteX16" fmla="*/ 67740 w 203036"/>
                <a:gd name="connsiteY16" fmla="*/ 64478 h 202378"/>
                <a:gd name="connsiteX17" fmla="*/ 53043 w 203036"/>
                <a:gd name="connsiteY17" fmla="*/ 127680 h 202378"/>
                <a:gd name="connsiteX18" fmla="*/ 76686 w 203036"/>
                <a:gd name="connsiteY18" fmla="*/ 153216 h 202378"/>
                <a:gd name="connsiteX19" fmla="*/ 122054 w 203036"/>
                <a:gd name="connsiteY19" fmla="*/ 132149 h 202378"/>
                <a:gd name="connsiteX20" fmla="*/ 150170 w 203036"/>
                <a:gd name="connsiteY20" fmla="*/ 167260 h 202378"/>
                <a:gd name="connsiteX21" fmla="*/ 195539 w 203036"/>
                <a:gd name="connsiteY21" fmla="*/ 140448 h 202378"/>
                <a:gd name="connsiteX22" fmla="*/ 139946 w 203036"/>
                <a:gd name="connsiteY22" fmla="*/ 8299 h 202378"/>
                <a:gd name="connsiteX23" fmla="*/ 100967 w 203036"/>
                <a:gd name="connsiteY23" fmla="*/ 0 h 202378"/>
                <a:gd name="connsiteX24" fmla="*/ 100967 w 203036"/>
                <a:gd name="connsiteY24" fmla="*/ 0 h 202378"/>
                <a:gd name="connsiteX25" fmla="*/ 123332 w 203036"/>
                <a:gd name="connsiteY25" fmla="*/ 106613 h 202378"/>
                <a:gd name="connsiteX26" fmla="*/ 79241 w 203036"/>
                <a:gd name="connsiteY26" fmla="*/ 139809 h 202378"/>
                <a:gd name="connsiteX27" fmla="*/ 64545 w 203036"/>
                <a:gd name="connsiteY27" fmla="*/ 123211 h 202378"/>
                <a:gd name="connsiteX28" fmla="*/ 76686 w 203036"/>
                <a:gd name="connsiteY28" fmla="*/ 72139 h 202378"/>
                <a:gd name="connsiteX29" fmla="*/ 102885 w 203036"/>
                <a:gd name="connsiteY29" fmla="*/ 60010 h 202378"/>
                <a:gd name="connsiteX30" fmla="*/ 129722 w 203036"/>
                <a:gd name="connsiteY30" fmla="*/ 67670 h 202378"/>
                <a:gd name="connsiteX31" fmla="*/ 123332 w 203036"/>
                <a:gd name="connsiteY31" fmla="*/ 106613 h 20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3036" h="202378">
                  <a:moveTo>
                    <a:pt x="100967" y="0"/>
                  </a:moveTo>
                  <a:cubicBezTo>
                    <a:pt x="44736" y="0"/>
                    <a:pt x="-633" y="45326"/>
                    <a:pt x="7" y="101505"/>
                  </a:cubicBezTo>
                  <a:cubicBezTo>
                    <a:pt x="7" y="157684"/>
                    <a:pt x="45375" y="203011"/>
                    <a:pt x="101606" y="202372"/>
                  </a:cubicBezTo>
                  <a:cubicBezTo>
                    <a:pt x="117581" y="202372"/>
                    <a:pt x="132917" y="198542"/>
                    <a:pt x="147614" y="191519"/>
                  </a:cubicBezTo>
                  <a:cubicBezTo>
                    <a:pt x="150809" y="189604"/>
                    <a:pt x="152087" y="185774"/>
                    <a:pt x="150170" y="183220"/>
                  </a:cubicBezTo>
                  <a:cubicBezTo>
                    <a:pt x="150170" y="183220"/>
                    <a:pt x="150170" y="183220"/>
                    <a:pt x="150170" y="183220"/>
                  </a:cubicBezTo>
                  <a:cubicBezTo>
                    <a:pt x="148253" y="180028"/>
                    <a:pt x="144419" y="178752"/>
                    <a:pt x="141863" y="180667"/>
                  </a:cubicBezTo>
                  <a:cubicBezTo>
                    <a:pt x="129722" y="187051"/>
                    <a:pt x="115664" y="190243"/>
                    <a:pt x="101606" y="190243"/>
                  </a:cubicBezTo>
                  <a:cubicBezTo>
                    <a:pt x="53043" y="190243"/>
                    <a:pt x="13425" y="150662"/>
                    <a:pt x="13425" y="101505"/>
                  </a:cubicBezTo>
                  <a:cubicBezTo>
                    <a:pt x="13425" y="52349"/>
                    <a:pt x="53043" y="13406"/>
                    <a:pt x="102246" y="13406"/>
                  </a:cubicBezTo>
                  <a:cubicBezTo>
                    <a:pt x="150809" y="13406"/>
                    <a:pt x="190426" y="52987"/>
                    <a:pt x="190426" y="102144"/>
                  </a:cubicBezTo>
                  <a:cubicBezTo>
                    <a:pt x="190426" y="112997"/>
                    <a:pt x="188510" y="124488"/>
                    <a:pt x="184036" y="134702"/>
                  </a:cubicBezTo>
                  <a:cubicBezTo>
                    <a:pt x="184036" y="134702"/>
                    <a:pt x="171257" y="159600"/>
                    <a:pt x="154004" y="154492"/>
                  </a:cubicBezTo>
                  <a:cubicBezTo>
                    <a:pt x="131639" y="148108"/>
                    <a:pt x="134834" y="121296"/>
                    <a:pt x="134834" y="120657"/>
                  </a:cubicBezTo>
                  <a:lnTo>
                    <a:pt x="143780" y="67032"/>
                  </a:lnTo>
                  <a:cubicBezTo>
                    <a:pt x="144419" y="64478"/>
                    <a:pt x="143141" y="61925"/>
                    <a:pt x="141224" y="60648"/>
                  </a:cubicBezTo>
                  <a:cubicBezTo>
                    <a:pt x="120137" y="46603"/>
                    <a:pt x="89466" y="40219"/>
                    <a:pt x="67740" y="64478"/>
                  </a:cubicBezTo>
                  <a:cubicBezTo>
                    <a:pt x="53043" y="81715"/>
                    <a:pt x="47292" y="105336"/>
                    <a:pt x="53043" y="127680"/>
                  </a:cubicBezTo>
                  <a:cubicBezTo>
                    <a:pt x="55599" y="139809"/>
                    <a:pt x="65184" y="149385"/>
                    <a:pt x="76686" y="153216"/>
                  </a:cubicBezTo>
                  <a:cubicBezTo>
                    <a:pt x="94577" y="158323"/>
                    <a:pt x="111191" y="144916"/>
                    <a:pt x="122054" y="132149"/>
                  </a:cubicBezTo>
                  <a:cubicBezTo>
                    <a:pt x="123332" y="148747"/>
                    <a:pt x="134195" y="162153"/>
                    <a:pt x="150170" y="167260"/>
                  </a:cubicBezTo>
                  <a:cubicBezTo>
                    <a:pt x="177646" y="174921"/>
                    <a:pt x="194260" y="142363"/>
                    <a:pt x="195539" y="140448"/>
                  </a:cubicBezTo>
                  <a:cubicBezTo>
                    <a:pt x="216625" y="88738"/>
                    <a:pt x="191705" y="29366"/>
                    <a:pt x="139946" y="8299"/>
                  </a:cubicBezTo>
                  <a:cubicBezTo>
                    <a:pt x="126527" y="2554"/>
                    <a:pt x="113747" y="0"/>
                    <a:pt x="100967" y="0"/>
                  </a:cubicBezTo>
                  <a:lnTo>
                    <a:pt x="100967" y="0"/>
                  </a:lnTo>
                  <a:close/>
                  <a:moveTo>
                    <a:pt x="123332" y="106613"/>
                  </a:moveTo>
                  <a:cubicBezTo>
                    <a:pt x="116942" y="118104"/>
                    <a:pt x="97133" y="144916"/>
                    <a:pt x="79241" y="139809"/>
                  </a:cubicBezTo>
                  <a:cubicBezTo>
                    <a:pt x="71574" y="137256"/>
                    <a:pt x="65823" y="130872"/>
                    <a:pt x="64545" y="123211"/>
                  </a:cubicBezTo>
                  <a:cubicBezTo>
                    <a:pt x="60071" y="105336"/>
                    <a:pt x="64545" y="86184"/>
                    <a:pt x="76686" y="72139"/>
                  </a:cubicBezTo>
                  <a:cubicBezTo>
                    <a:pt x="83076" y="64478"/>
                    <a:pt x="92661" y="60010"/>
                    <a:pt x="102885" y="60010"/>
                  </a:cubicBezTo>
                  <a:cubicBezTo>
                    <a:pt x="112469" y="60010"/>
                    <a:pt x="121415" y="63202"/>
                    <a:pt x="129722" y="67670"/>
                  </a:cubicBezTo>
                  <a:lnTo>
                    <a:pt x="123332" y="106613"/>
                  </a:lnTo>
                  <a:close/>
                </a:path>
              </a:pathLst>
            </a:custGeom>
            <a:solidFill>
              <a:srgbClr val="046A38"/>
            </a:solidFill>
            <a:ln w="6390" cap="flat">
              <a:noFill/>
              <a:prstDash val="solid"/>
              <a:miter/>
            </a:ln>
          </p:spPr>
          <p:txBody>
            <a:bodyPr rtlCol="0" anchor="ctr"/>
            <a:lstStyle/>
            <a:p>
              <a:endParaRPr lang="en-US"/>
            </a:p>
          </p:txBody>
        </p:sp>
      </p:grpSp>
      <p:grpSp>
        <p:nvGrpSpPr>
          <p:cNvPr id="928" name="Graphic 4">
            <a:extLst>
              <a:ext uri="{FF2B5EF4-FFF2-40B4-BE49-F238E27FC236}">
                <a16:creationId xmlns:a16="http://schemas.microsoft.com/office/drawing/2014/main" id="{E38D8227-6CC8-9D49-B2E0-F85E54D17E28}"/>
              </a:ext>
            </a:extLst>
          </p:cNvPr>
          <p:cNvGrpSpPr/>
          <p:nvPr/>
        </p:nvGrpSpPr>
        <p:grpSpPr>
          <a:xfrm>
            <a:off x="905454" y="2371173"/>
            <a:ext cx="362309" cy="362610"/>
            <a:chOff x="905454" y="2371173"/>
            <a:chExt cx="362309" cy="362610"/>
          </a:xfrm>
          <a:solidFill>
            <a:srgbClr val="86BC25"/>
          </a:solidFill>
        </p:grpSpPr>
        <p:sp>
          <p:nvSpPr>
            <p:cNvPr id="929" name="Graphic 4">
              <a:extLst>
                <a:ext uri="{FF2B5EF4-FFF2-40B4-BE49-F238E27FC236}">
                  <a16:creationId xmlns:a16="http://schemas.microsoft.com/office/drawing/2014/main" id="{808747B1-D88D-2443-810C-D732E696B849}"/>
                </a:ext>
              </a:extLst>
            </p:cNvPr>
            <p:cNvSpPr/>
            <p:nvPr/>
          </p:nvSpPr>
          <p:spPr>
            <a:xfrm>
              <a:off x="1075426" y="2503960"/>
              <a:ext cx="21725" cy="21705"/>
            </a:xfrm>
            <a:custGeom>
              <a:avLst/>
              <a:gdLst>
                <a:gd name="connsiteX0" fmla="*/ 10863 w 21725"/>
                <a:gd name="connsiteY0" fmla="*/ 0 h 21705"/>
                <a:gd name="connsiteX1" fmla="*/ 0 w 21725"/>
                <a:gd name="connsiteY1" fmla="*/ 10853 h 21705"/>
                <a:gd name="connsiteX2" fmla="*/ 10863 w 21725"/>
                <a:gd name="connsiteY2" fmla="*/ 21706 h 21705"/>
                <a:gd name="connsiteX3" fmla="*/ 21726 w 21725"/>
                <a:gd name="connsiteY3" fmla="*/ 10853 h 21705"/>
                <a:gd name="connsiteX4" fmla="*/ 21726 w 21725"/>
                <a:gd name="connsiteY4" fmla="*/ 10853 h 21705"/>
                <a:gd name="connsiteX5" fmla="*/ 10863 w 21725"/>
                <a:gd name="connsiteY5" fmla="*/ 0 h 21705"/>
                <a:gd name="connsiteX6" fmla="*/ 10863 w 21725"/>
                <a:gd name="connsiteY6" fmla="*/ 0 h 2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25" h="21705">
                  <a:moveTo>
                    <a:pt x="10863" y="0"/>
                  </a:moveTo>
                  <a:cubicBezTo>
                    <a:pt x="5112" y="0"/>
                    <a:pt x="0" y="4469"/>
                    <a:pt x="0" y="10853"/>
                  </a:cubicBezTo>
                  <a:cubicBezTo>
                    <a:pt x="0" y="17237"/>
                    <a:pt x="4473" y="21706"/>
                    <a:pt x="10863" y="21706"/>
                  </a:cubicBezTo>
                  <a:cubicBezTo>
                    <a:pt x="17253" y="21706"/>
                    <a:pt x="21726" y="17237"/>
                    <a:pt x="21726" y="10853"/>
                  </a:cubicBezTo>
                  <a:cubicBezTo>
                    <a:pt x="21726" y="10853"/>
                    <a:pt x="21726" y="10853"/>
                    <a:pt x="21726" y="10853"/>
                  </a:cubicBezTo>
                  <a:cubicBezTo>
                    <a:pt x="21726" y="4469"/>
                    <a:pt x="16614" y="0"/>
                    <a:pt x="10863" y="0"/>
                  </a:cubicBezTo>
                  <a:cubicBezTo>
                    <a:pt x="10863" y="0"/>
                    <a:pt x="10863" y="0"/>
                    <a:pt x="10863" y="0"/>
                  </a:cubicBezTo>
                  <a:close/>
                </a:path>
              </a:pathLst>
            </a:custGeom>
            <a:solidFill>
              <a:srgbClr val="86BC25"/>
            </a:solidFill>
            <a:ln w="6390" cap="flat">
              <a:noFill/>
              <a:prstDash val="solid"/>
              <a:miter/>
            </a:ln>
          </p:spPr>
          <p:txBody>
            <a:bodyPr rtlCol="0" anchor="ctr"/>
            <a:lstStyle/>
            <a:p>
              <a:endParaRPr lang="en-US"/>
            </a:p>
          </p:txBody>
        </p:sp>
        <p:sp>
          <p:nvSpPr>
            <p:cNvPr id="930" name="Graphic 4">
              <a:extLst>
                <a:ext uri="{FF2B5EF4-FFF2-40B4-BE49-F238E27FC236}">
                  <a16:creationId xmlns:a16="http://schemas.microsoft.com/office/drawing/2014/main" id="{205D5408-1C95-E94F-8A12-CC8B124ECAB8}"/>
                </a:ext>
              </a:extLst>
            </p:cNvPr>
            <p:cNvSpPr/>
            <p:nvPr/>
          </p:nvSpPr>
          <p:spPr>
            <a:xfrm>
              <a:off x="905454" y="237117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152720 w 362309"/>
                <a:gd name="connsiteY6" fmla="*/ 224078 h 362610"/>
                <a:gd name="connsiteX7" fmla="*/ 146969 w 362309"/>
                <a:gd name="connsiteY7" fmla="*/ 227908 h 362610"/>
                <a:gd name="connsiteX8" fmla="*/ 144413 w 362309"/>
                <a:gd name="connsiteY8" fmla="*/ 227270 h 362610"/>
                <a:gd name="connsiteX9" fmla="*/ 97127 w 362309"/>
                <a:gd name="connsiteY9" fmla="*/ 106613 h 362610"/>
                <a:gd name="connsiteX10" fmla="*/ 144413 w 362309"/>
                <a:gd name="connsiteY10" fmla="*/ 59371 h 362610"/>
                <a:gd name="connsiteX11" fmla="*/ 152720 w 362309"/>
                <a:gd name="connsiteY11" fmla="*/ 62563 h 362610"/>
                <a:gd name="connsiteX12" fmla="*/ 149525 w 362309"/>
                <a:gd name="connsiteY12" fmla="*/ 70862 h 362610"/>
                <a:gd name="connsiteX13" fmla="*/ 108629 w 362309"/>
                <a:gd name="connsiteY13" fmla="*/ 174283 h 362610"/>
                <a:gd name="connsiteX14" fmla="*/ 149525 w 362309"/>
                <a:gd name="connsiteY14" fmla="*/ 215140 h 362610"/>
                <a:gd name="connsiteX15" fmla="*/ 152720 w 362309"/>
                <a:gd name="connsiteY15" fmla="*/ 224078 h 362610"/>
                <a:gd name="connsiteX16" fmla="*/ 152720 w 362309"/>
                <a:gd name="connsiteY16" fmla="*/ 224078 h 362610"/>
                <a:gd name="connsiteX17" fmla="*/ 152720 w 362309"/>
                <a:gd name="connsiteY17" fmla="*/ 224078 h 362610"/>
                <a:gd name="connsiteX18" fmla="*/ 161026 w 362309"/>
                <a:gd name="connsiteY18" fmla="*/ 190881 h 362610"/>
                <a:gd name="connsiteX19" fmla="*/ 155275 w 362309"/>
                <a:gd name="connsiteY19" fmla="*/ 194073 h 362610"/>
                <a:gd name="connsiteX20" fmla="*/ 152081 w 362309"/>
                <a:gd name="connsiteY20" fmla="*/ 193435 h 362610"/>
                <a:gd name="connsiteX21" fmla="*/ 130994 w 362309"/>
                <a:gd name="connsiteY21" fmla="*/ 114912 h 362610"/>
                <a:gd name="connsiteX22" fmla="*/ 152081 w 362309"/>
                <a:gd name="connsiteY22" fmla="*/ 93845 h 362610"/>
                <a:gd name="connsiteX23" fmla="*/ 160387 w 362309"/>
                <a:gd name="connsiteY23" fmla="*/ 96398 h 362610"/>
                <a:gd name="connsiteX24" fmla="*/ 158470 w 362309"/>
                <a:gd name="connsiteY24" fmla="*/ 104697 h 362610"/>
                <a:gd name="connsiteX25" fmla="*/ 142496 w 362309"/>
                <a:gd name="connsiteY25" fmla="*/ 165984 h 362610"/>
                <a:gd name="connsiteX26" fmla="*/ 158470 w 362309"/>
                <a:gd name="connsiteY26" fmla="*/ 181944 h 362610"/>
                <a:gd name="connsiteX27" fmla="*/ 161026 w 362309"/>
                <a:gd name="connsiteY27" fmla="*/ 190881 h 362610"/>
                <a:gd name="connsiteX28" fmla="*/ 161026 w 362309"/>
                <a:gd name="connsiteY28" fmla="*/ 190881 h 362610"/>
                <a:gd name="connsiteX29" fmla="*/ 161026 w 362309"/>
                <a:gd name="connsiteY29" fmla="*/ 190881 h 362610"/>
                <a:gd name="connsiteX30" fmla="*/ 187225 w 362309"/>
                <a:gd name="connsiteY30" fmla="*/ 296217 h 362610"/>
                <a:gd name="connsiteX31" fmla="*/ 180835 w 362309"/>
                <a:gd name="connsiteY31" fmla="*/ 302601 h 362610"/>
                <a:gd name="connsiteX32" fmla="*/ 174445 w 362309"/>
                <a:gd name="connsiteY32" fmla="*/ 296217 h 362610"/>
                <a:gd name="connsiteX33" fmla="*/ 174445 w 362309"/>
                <a:gd name="connsiteY33" fmla="*/ 165345 h 362610"/>
                <a:gd name="connsiteX34" fmla="*/ 158470 w 362309"/>
                <a:gd name="connsiteY34" fmla="*/ 136617 h 362610"/>
                <a:gd name="connsiteX35" fmla="*/ 187225 w 362309"/>
                <a:gd name="connsiteY35" fmla="*/ 120657 h 362610"/>
                <a:gd name="connsiteX36" fmla="*/ 203200 w 362309"/>
                <a:gd name="connsiteY36" fmla="*/ 149385 h 362610"/>
                <a:gd name="connsiteX37" fmla="*/ 187225 w 362309"/>
                <a:gd name="connsiteY37" fmla="*/ 165345 h 362610"/>
                <a:gd name="connsiteX38" fmla="*/ 187225 w 362309"/>
                <a:gd name="connsiteY38" fmla="*/ 296217 h 362610"/>
                <a:gd name="connsiteX39" fmla="*/ 200644 w 362309"/>
                <a:gd name="connsiteY39" fmla="*/ 190881 h 362610"/>
                <a:gd name="connsiteX40" fmla="*/ 203200 w 362309"/>
                <a:gd name="connsiteY40" fmla="*/ 181944 h 362610"/>
                <a:gd name="connsiteX41" fmla="*/ 203200 w 362309"/>
                <a:gd name="connsiteY41" fmla="*/ 181944 h 362610"/>
                <a:gd name="connsiteX42" fmla="*/ 219175 w 362309"/>
                <a:gd name="connsiteY42" fmla="*/ 120657 h 362610"/>
                <a:gd name="connsiteX43" fmla="*/ 203200 w 362309"/>
                <a:gd name="connsiteY43" fmla="*/ 104697 h 362610"/>
                <a:gd name="connsiteX44" fmla="*/ 201283 w 362309"/>
                <a:gd name="connsiteY44" fmla="*/ 95760 h 362610"/>
                <a:gd name="connsiteX45" fmla="*/ 209590 w 362309"/>
                <a:gd name="connsiteY45" fmla="*/ 93845 h 362610"/>
                <a:gd name="connsiteX46" fmla="*/ 230677 w 362309"/>
                <a:gd name="connsiteY46" fmla="*/ 172368 h 362610"/>
                <a:gd name="connsiteX47" fmla="*/ 209590 w 362309"/>
                <a:gd name="connsiteY47" fmla="*/ 193435 h 362610"/>
                <a:gd name="connsiteX48" fmla="*/ 206395 w 362309"/>
                <a:gd name="connsiteY48" fmla="*/ 194073 h 362610"/>
                <a:gd name="connsiteX49" fmla="*/ 200644 w 362309"/>
                <a:gd name="connsiteY49" fmla="*/ 190881 h 362610"/>
                <a:gd name="connsiteX50" fmla="*/ 200644 w 362309"/>
                <a:gd name="connsiteY50" fmla="*/ 190881 h 362610"/>
                <a:gd name="connsiteX51" fmla="*/ 217258 w 362309"/>
                <a:gd name="connsiteY51" fmla="*/ 227270 h 362610"/>
                <a:gd name="connsiteX52" fmla="*/ 214702 w 362309"/>
                <a:gd name="connsiteY52" fmla="*/ 227908 h 362610"/>
                <a:gd name="connsiteX53" fmla="*/ 208312 w 362309"/>
                <a:gd name="connsiteY53" fmla="*/ 221524 h 362610"/>
                <a:gd name="connsiteX54" fmla="*/ 212146 w 362309"/>
                <a:gd name="connsiteY54" fmla="*/ 215779 h 362610"/>
                <a:gd name="connsiteX55" fmla="*/ 252403 w 362309"/>
                <a:gd name="connsiteY55" fmla="*/ 112358 h 362610"/>
                <a:gd name="connsiteX56" fmla="*/ 212146 w 362309"/>
                <a:gd name="connsiteY56" fmla="*/ 72139 h 362610"/>
                <a:gd name="connsiteX57" fmla="*/ 208951 w 362309"/>
                <a:gd name="connsiteY57" fmla="*/ 63840 h 362610"/>
                <a:gd name="connsiteX58" fmla="*/ 217258 w 362309"/>
                <a:gd name="connsiteY58" fmla="*/ 60648 h 362610"/>
                <a:gd name="connsiteX59" fmla="*/ 264543 w 362309"/>
                <a:gd name="connsiteY59" fmla="*/ 181305 h 362610"/>
                <a:gd name="connsiteX60" fmla="*/ 217258 w 362309"/>
                <a:gd name="connsiteY60" fmla="*/ 227270 h 362610"/>
                <a:gd name="connsiteX61" fmla="*/ 217258 w 362309"/>
                <a:gd name="connsiteY61" fmla="*/ 227270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81077"/>
                    <a:pt x="281157" y="0"/>
                    <a:pt x="180835" y="0"/>
                  </a:cubicBezTo>
                  <a:cubicBezTo>
                    <a:pt x="180835" y="0"/>
                    <a:pt x="180835" y="0"/>
                    <a:pt x="180835" y="0"/>
                  </a:cubicBezTo>
                  <a:close/>
                  <a:moveTo>
                    <a:pt x="152720" y="224078"/>
                  </a:moveTo>
                  <a:cubicBezTo>
                    <a:pt x="151441" y="226631"/>
                    <a:pt x="149525" y="227908"/>
                    <a:pt x="146969" y="227908"/>
                  </a:cubicBezTo>
                  <a:cubicBezTo>
                    <a:pt x="146330" y="227908"/>
                    <a:pt x="145052" y="227908"/>
                    <a:pt x="144413" y="227270"/>
                  </a:cubicBezTo>
                  <a:cubicBezTo>
                    <a:pt x="98405" y="206841"/>
                    <a:pt x="77318" y="153216"/>
                    <a:pt x="97127" y="106613"/>
                  </a:cubicBezTo>
                  <a:cubicBezTo>
                    <a:pt x="106073" y="85546"/>
                    <a:pt x="123326" y="68947"/>
                    <a:pt x="144413" y="59371"/>
                  </a:cubicBezTo>
                  <a:cubicBezTo>
                    <a:pt x="147608" y="58094"/>
                    <a:pt x="151441" y="59371"/>
                    <a:pt x="152720" y="62563"/>
                  </a:cubicBezTo>
                  <a:cubicBezTo>
                    <a:pt x="153998" y="65755"/>
                    <a:pt x="152720" y="69586"/>
                    <a:pt x="149525" y="70862"/>
                  </a:cubicBezTo>
                  <a:cubicBezTo>
                    <a:pt x="109907" y="88099"/>
                    <a:pt x="91376" y="134702"/>
                    <a:pt x="108629" y="174283"/>
                  </a:cubicBezTo>
                  <a:cubicBezTo>
                    <a:pt x="116297" y="192796"/>
                    <a:pt x="130994" y="206841"/>
                    <a:pt x="149525" y="215140"/>
                  </a:cubicBezTo>
                  <a:cubicBezTo>
                    <a:pt x="152720" y="216417"/>
                    <a:pt x="153998" y="220247"/>
                    <a:pt x="152720" y="224078"/>
                  </a:cubicBezTo>
                  <a:cubicBezTo>
                    <a:pt x="152720" y="223439"/>
                    <a:pt x="152720" y="224078"/>
                    <a:pt x="152720" y="224078"/>
                  </a:cubicBezTo>
                  <a:lnTo>
                    <a:pt x="152720" y="224078"/>
                  </a:lnTo>
                  <a:close/>
                  <a:moveTo>
                    <a:pt x="161026" y="190881"/>
                  </a:moveTo>
                  <a:cubicBezTo>
                    <a:pt x="159748" y="192796"/>
                    <a:pt x="157831" y="194073"/>
                    <a:pt x="155275" y="194073"/>
                  </a:cubicBezTo>
                  <a:cubicBezTo>
                    <a:pt x="153998" y="194073"/>
                    <a:pt x="153358" y="194073"/>
                    <a:pt x="152081" y="193435"/>
                  </a:cubicBezTo>
                  <a:cubicBezTo>
                    <a:pt x="124604" y="177475"/>
                    <a:pt x="115019" y="142363"/>
                    <a:pt x="130994" y="114912"/>
                  </a:cubicBezTo>
                  <a:cubicBezTo>
                    <a:pt x="136106" y="105974"/>
                    <a:pt x="143135" y="98952"/>
                    <a:pt x="152081" y="93845"/>
                  </a:cubicBezTo>
                  <a:cubicBezTo>
                    <a:pt x="155275" y="91930"/>
                    <a:pt x="159110" y="93206"/>
                    <a:pt x="160387" y="96398"/>
                  </a:cubicBezTo>
                  <a:cubicBezTo>
                    <a:pt x="161665" y="99590"/>
                    <a:pt x="161026" y="102782"/>
                    <a:pt x="158470" y="104697"/>
                  </a:cubicBezTo>
                  <a:cubicBezTo>
                    <a:pt x="137384" y="116827"/>
                    <a:pt x="129716" y="144278"/>
                    <a:pt x="142496" y="165984"/>
                  </a:cubicBezTo>
                  <a:cubicBezTo>
                    <a:pt x="146330" y="173006"/>
                    <a:pt x="152081" y="178113"/>
                    <a:pt x="158470" y="181944"/>
                  </a:cubicBezTo>
                  <a:cubicBezTo>
                    <a:pt x="161665" y="183859"/>
                    <a:pt x="162943" y="187689"/>
                    <a:pt x="161026" y="190881"/>
                  </a:cubicBezTo>
                  <a:cubicBezTo>
                    <a:pt x="161026" y="190881"/>
                    <a:pt x="161026" y="190881"/>
                    <a:pt x="161026" y="190881"/>
                  </a:cubicBezTo>
                  <a:lnTo>
                    <a:pt x="161026" y="190881"/>
                  </a:lnTo>
                  <a:close/>
                  <a:moveTo>
                    <a:pt x="187225" y="296217"/>
                  </a:moveTo>
                  <a:cubicBezTo>
                    <a:pt x="187225" y="300047"/>
                    <a:pt x="184669" y="302601"/>
                    <a:pt x="180835" y="302601"/>
                  </a:cubicBezTo>
                  <a:cubicBezTo>
                    <a:pt x="177001" y="302601"/>
                    <a:pt x="174445" y="300047"/>
                    <a:pt x="174445" y="296217"/>
                  </a:cubicBezTo>
                  <a:lnTo>
                    <a:pt x="174445" y="165345"/>
                  </a:lnTo>
                  <a:cubicBezTo>
                    <a:pt x="162304" y="161515"/>
                    <a:pt x="154636" y="148747"/>
                    <a:pt x="158470" y="136617"/>
                  </a:cubicBezTo>
                  <a:cubicBezTo>
                    <a:pt x="162304" y="124488"/>
                    <a:pt x="175084" y="116827"/>
                    <a:pt x="187225" y="120657"/>
                  </a:cubicBezTo>
                  <a:cubicBezTo>
                    <a:pt x="199366" y="124488"/>
                    <a:pt x="207034" y="137256"/>
                    <a:pt x="203200" y="149385"/>
                  </a:cubicBezTo>
                  <a:cubicBezTo>
                    <a:pt x="201283" y="157046"/>
                    <a:pt x="194893" y="163430"/>
                    <a:pt x="187225" y="165345"/>
                  </a:cubicBezTo>
                  <a:lnTo>
                    <a:pt x="187225" y="296217"/>
                  </a:lnTo>
                  <a:close/>
                  <a:moveTo>
                    <a:pt x="200644" y="190881"/>
                  </a:moveTo>
                  <a:cubicBezTo>
                    <a:pt x="198727" y="187689"/>
                    <a:pt x="200005" y="183859"/>
                    <a:pt x="203200" y="181944"/>
                  </a:cubicBezTo>
                  <a:cubicBezTo>
                    <a:pt x="203200" y="181944"/>
                    <a:pt x="203200" y="181944"/>
                    <a:pt x="203200" y="181944"/>
                  </a:cubicBezTo>
                  <a:cubicBezTo>
                    <a:pt x="224287" y="169814"/>
                    <a:pt x="231955" y="142363"/>
                    <a:pt x="219175" y="120657"/>
                  </a:cubicBezTo>
                  <a:cubicBezTo>
                    <a:pt x="215341" y="113635"/>
                    <a:pt x="209590" y="108528"/>
                    <a:pt x="203200" y="104697"/>
                  </a:cubicBezTo>
                  <a:cubicBezTo>
                    <a:pt x="200005" y="102782"/>
                    <a:pt x="199366" y="98952"/>
                    <a:pt x="201283" y="95760"/>
                  </a:cubicBezTo>
                  <a:cubicBezTo>
                    <a:pt x="203200" y="93206"/>
                    <a:pt x="206395" y="91930"/>
                    <a:pt x="209590" y="93845"/>
                  </a:cubicBezTo>
                  <a:cubicBezTo>
                    <a:pt x="237067" y="109805"/>
                    <a:pt x="246652" y="144916"/>
                    <a:pt x="230677" y="172368"/>
                  </a:cubicBezTo>
                  <a:cubicBezTo>
                    <a:pt x="225565" y="181305"/>
                    <a:pt x="218536" y="188327"/>
                    <a:pt x="209590" y="193435"/>
                  </a:cubicBezTo>
                  <a:cubicBezTo>
                    <a:pt x="208312" y="194073"/>
                    <a:pt x="207673" y="194073"/>
                    <a:pt x="206395" y="194073"/>
                  </a:cubicBezTo>
                  <a:cubicBezTo>
                    <a:pt x="204478" y="194073"/>
                    <a:pt x="201922" y="192796"/>
                    <a:pt x="200644" y="190881"/>
                  </a:cubicBezTo>
                  <a:lnTo>
                    <a:pt x="200644" y="190881"/>
                  </a:lnTo>
                  <a:close/>
                  <a:moveTo>
                    <a:pt x="217258" y="227270"/>
                  </a:moveTo>
                  <a:cubicBezTo>
                    <a:pt x="216619" y="227908"/>
                    <a:pt x="215341" y="227908"/>
                    <a:pt x="214702" y="227908"/>
                  </a:cubicBezTo>
                  <a:cubicBezTo>
                    <a:pt x="210868" y="227908"/>
                    <a:pt x="208312" y="225355"/>
                    <a:pt x="208312" y="221524"/>
                  </a:cubicBezTo>
                  <a:cubicBezTo>
                    <a:pt x="208312" y="218971"/>
                    <a:pt x="209590" y="216417"/>
                    <a:pt x="212146" y="215779"/>
                  </a:cubicBezTo>
                  <a:cubicBezTo>
                    <a:pt x="251764" y="198542"/>
                    <a:pt x="270294" y="151939"/>
                    <a:pt x="252403" y="112358"/>
                  </a:cubicBezTo>
                  <a:cubicBezTo>
                    <a:pt x="244735" y="94483"/>
                    <a:pt x="230038" y="79800"/>
                    <a:pt x="212146" y="72139"/>
                  </a:cubicBezTo>
                  <a:cubicBezTo>
                    <a:pt x="208951" y="70862"/>
                    <a:pt x="207673" y="67032"/>
                    <a:pt x="208951" y="63840"/>
                  </a:cubicBezTo>
                  <a:cubicBezTo>
                    <a:pt x="210229" y="60648"/>
                    <a:pt x="214063" y="59371"/>
                    <a:pt x="217258" y="60648"/>
                  </a:cubicBezTo>
                  <a:cubicBezTo>
                    <a:pt x="263265" y="81077"/>
                    <a:pt x="284352" y="134702"/>
                    <a:pt x="264543" y="181305"/>
                  </a:cubicBezTo>
                  <a:cubicBezTo>
                    <a:pt x="255597" y="201095"/>
                    <a:pt x="238984" y="218332"/>
                    <a:pt x="217258" y="227270"/>
                  </a:cubicBezTo>
                  <a:lnTo>
                    <a:pt x="217258" y="227270"/>
                  </a:lnTo>
                  <a:close/>
                </a:path>
              </a:pathLst>
            </a:custGeom>
            <a:solidFill>
              <a:srgbClr val="86BC25"/>
            </a:solidFill>
            <a:ln w="6390" cap="flat">
              <a:noFill/>
              <a:prstDash val="solid"/>
              <a:miter/>
            </a:ln>
          </p:spPr>
          <p:txBody>
            <a:bodyPr rtlCol="0" anchor="ctr"/>
            <a:lstStyle/>
            <a:p>
              <a:endParaRPr lang="en-US"/>
            </a:p>
          </p:txBody>
        </p:sp>
      </p:grpSp>
      <p:sp>
        <p:nvSpPr>
          <p:cNvPr id="931" name="Graphic 4">
            <a:extLst>
              <a:ext uri="{FF2B5EF4-FFF2-40B4-BE49-F238E27FC236}">
                <a16:creationId xmlns:a16="http://schemas.microsoft.com/office/drawing/2014/main" id="{F949CFBF-A7D5-144E-A3B2-33BADEBADBA0}"/>
              </a:ext>
            </a:extLst>
          </p:cNvPr>
          <p:cNvSpPr/>
          <p:nvPr/>
        </p:nvSpPr>
        <p:spPr>
          <a:xfrm>
            <a:off x="905454" y="4793256"/>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15341 w 362309"/>
              <a:gd name="connsiteY6" fmla="*/ 137256 h 361971"/>
              <a:gd name="connsiteX7" fmla="*/ 254320 w 362309"/>
              <a:gd name="connsiteY7" fmla="*/ 98313 h 361971"/>
              <a:gd name="connsiteX8" fmla="*/ 263265 w 362309"/>
              <a:gd name="connsiteY8" fmla="*/ 98313 h 361971"/>
              <a:gd name="connsiteX9" fmla="*/ 263265 w 362309"/>
              <a:gd name="connsiteY9" fmla="*/ 98313 h 361971"/>
              <a:gd name="connsiteX10" fmla="*/ 263265 w 362309"/>
              <a:gd name="connsiteY10" fmla="*/ 107251 h 361971"/>
              <a:gd name="connsiteX11" fmla="*/ 224287 w 362309"/>
              <a:gd name="connsiteY11" fmla="*/ 146193 h 361971"/>
              <a:gd name="connsiteX12" fmla="*/ 215341 w 362309"/>
              <a:gd name="connsiteY12" fmla="*/ 146193 h 361971"/>
              <a:gd name="connsiteX13" fmla="*/ 215341 w 362309"/>
              <a:gd name="connsiteY13" fmla="*/ 137256 h 361971"/>
              <a:gd name="connsiteX14" fmla="*/ 65177 w 362309"/>
              <a:gd name="connsiteY14" fmla="*/ 180667 h 361971"/>
              <a:gd name="connsiteX15" fmla="*/ 71567 w 362309"/>
              <a:gd name="connsiteY15" fmla="*/ 174283 h 361971"/>
              <a:gd name="connsiteX16" fmla="*/ 126521 w 362309"/>
              <a:gd name="connsiteY16" fmla="*/ 174283 h 361971"/>
              <a:gd name="connsiteX17" fmla="*/ 132911 w 362309"/>
              <a:gd name="connsiteY17" fmla="*/ 180667 h 361971"/>
              <a:gd name="connsiteX18" fmla="*/ 126521 w 362309"/>
              <a:gd name="connsiteY18" fmla="*/ 187051 h 361971"/>
              <a:gd name="connsiteX19" fmla="*/ 71567 w 362309"/>
              <a:gd name="connsiteY19" fmla="*/ 187051 h 361971"/>
              <a:gd name="connsiteX20" fmla="*/ 65177 w 362309"/>
              <a:gd name="connsiteY20" fmla="*/ 180667 h 361971"/>
              <a:gd name="connsiteX21" fmla="*/ 65177 w 362309"/>
              <a:gd name="connsiteY21" fmla="*/ 180667 h 361971"/>
              <a:gd name="connsiteX22" fmla="*/ 146330 w 362309"/>
              <a:gd name="connsiteY22" fmla="*/ 224078 h 361971"/>
              <a:gd name="connsiteX23" fmla="*/ 107351 w 362309"/>
              <a:gd name="connsiteY23" fmla="*/ 263020 h 361971"/>
              <a:gd name="connsiteX24" fmla="*/ 102878 w 362309"/>
              <a:gd name="connsiteY24" fmla="*/ 264935 h 361971"/>
              <a:gd name="connsiteX25" fmla="*/ 96488 w 362309"/>
              <a:gd name="connsiteY25" fmla="*/ 258551 h 361971"/>
              <a:gd name="connsiteX26" fmla="*/ 98405 w 362309"/>
              <a:gd name="connsiteY26" fmla="*/ 254082 h 361971"/>
              <a:gd name="connsiteX27" fmla="*/ 137384 w 362309"/>
              <a:gd name="connsiteY27" fmla="*/ 215140 h 361971"/>
              <a:gd name="connsiteX28" fmla="*/ 146330 w 362309"/>
              <a:gd name="connsiteY28" fmla="*/ 215140 h 361971"/>
              <a:gd name="connsiteX29" fmla="*/ 146330 w 362309"/>
              <a:gd name="connsiteY29" fmla="*/ 224078 h 361971"/>
              <a:gd name="connsiteX30" fmla="*/ 146330 w 362309"/>
              <a:gd name="connsiteY30" fmla="*/ 224078 h 361971"/>
              <a:gd name="connsiteX31" fmla="*/ 146330 w 362309"/>
              <a:gd name="connsiteY31" fmla="*/ 224078 h 361971"/>
              <a:gd name="connsiteX32" fmla="*/ 187225 w 362309"/>
              <a:gd name="connsiteY32" fmla="*/ 289833 h 361971"/>
              <a:gd name="connsiteX33" fmla="*/ 180835 w 362309"/>
              <a:gd name="connsiteY33" fmla="*/ 296217 h 361971"/>
              <a:gd name="connsiteX34" fmla="*/ 174445 w 362309"/>
              <a:gd name="connsiteY34" fmla="*/ 289833 h 361971"/>
              <a:gd name="connsiteX35" fmla="*/ 174445 w 362309"/>
              <a:gd name="connsiteY35" fmla="*/ 234930 h 361971"/>
              <a:gd name="connsiteX36" fmla="*/ 180835 w 362309"/>
              <a:gd name="connsiteY36" fmla="*/ 228546 h 361971"/>
              <a:gd name="connsiteX37" fmla="*/ 187225 w 362309"/>
              <a:gd name="connsiteY37" fmla="*/ 234930 h 361971"/>
              <a:gd name="connsiteX38" fmla="*/ 187225 w 362309"/>
              <a:gd name="connsiteY38" fmla="*/ 289833 h 361971"/>
              <a:gd name="connsiteX39" fmla="*/ 187225 w 362309"/>
              <a:gd name="connsiteY39" fmla="*/ 125765 h 361971"/>
              <a:gd name="connsiteX40" fmla="*/ 180835 w 362309"/>
              <a:gd name="connsiteY40" fmla="*/ 132149 h 361971"/>
              <a:gd name="connsiteX41" fmla="*/ 174445 w 362309"/>
              <a:gd name="connsiteY41" fmla="*/ 125765 h 361971"/>
              <a:gd name="connsiteX42" fmla="*/ 174445 w 362309"/>
              <a:gd name="connsiteY42" fmla="*/ 70862 h 361971"/>
              <a:gd name="connsiteX43" fmla="*/ 180835 w 362309"/>
              <a:gd name="connsiteY43" fmla="*/ 64478 h 361971"/>
              <a:gd name="connsiteX44" fmla="*/ 187225 w 362309"/>
              <a:gd name="connsiteY44" fmla="*/ 70862 h 361971"/>
              <a:gd name="connsiteX45" fmla="*/ 187225 w 362309"/>
              <a:gd name="connsiteY45" fmla="*/ 125765 h 361971"/>
              <a:gd name="connsiteX46" fmla="*/ 263904 w 362309"/>
              <a:gd name="connsiteY46" fmla="*/ 263020 h 361971"/>
              <a:gd name="connsiteX47" fmla="*/ 254959 w 362309"/>
              <a:gd name="connsiteY47" fmla="*/ 263020 h 361971"/>
              <a:gd name="connsiteX48" fmla="*/ 254959 w 362309"/>
              <a:gd name="connsiteY48" fmla="*/ 263020 h 361971"/>
              <a:gd name="connsiteX49" fmla="*/ 215980 w 362309"/>
              <a:gd name="connsiteY49" fmla="*/ 224078 h 361971"/>
              <a:gd name="connsiteX50" fmla="*/ 215980 w 362309"/>
              <a:gd name="connsiteY50" fmla="*/ 215140 h 361971"/>
              <a:gd name="connsiteX51" fmla="*/ 215980 w 362309"/>
              <a:gd name="connsiteY51" fmla="*/ 215140 h 361971"/>
              <a:gd name="connsiteX52" fmla="*/ 224926 w 362309"/>
              <a:gd name="connsiteY52" fmla="*/ 215140 h 361971"/>
              <a:gd name="connsiteX53" fmla="*/ 263904 w 362309"/>
              <a:gd name="connsiteY53" fmla="*/ 254082 h 361971"/>
              <a:gd name="connsiteX54" fmla="*/ 263904 w 362309"/>
              <a:gd name="connsiteY54" fmla="*/ 263020 h 361971"/>
              <a:gd name="connsiteX55" fmla="*/ 263904 w 362309"/>
              <a:gd name="connsiteY55" fmla="*/ 263020 h 361971"/>
              <a:gd name="connsiteX56" fmla="*/ 290742 w 362309"/>
              <a:gd name="connsiteY56" fmla="*/ 187051 h 361971"/>
              <a:gd name="connsiteX57" fmla="*/ 235789 w 362309"/>
              <a:gd name="connsiteY57" fmla="*/ 187051 h 361971"/>
              <a:gd name="connsiteX58" fmla="*/ 229399 w 362309"/>
              <a:gd name="connsiteY58" fmla="*/ 180667 h 361971"/>
              <a:gd name="connsiteX59" fmla="*/ 235789 w 362309"/>
              <a:gd name="connsiteY59" fmla="*/ 174283 h 361971"/>
              <a:gd name="connsiteX60" fmla="*/ 290742 w 362309"/>
              <a:gd name="connsiteY60" fmla="*/ 174283 h 361971"/>
              <a:gd name="connsiteX61" fmla="*/ 297132 w 362309"/>
              <a:gd name="connsiteY61" fmla="*/ 180667 h 361971"/>
              <a:gd name="connsiteX62" fmla="*/ 290742 w 362309"/>
              <a:gd name="connsiteY62" fmla="*/ 187051 h 361971"/>
              <a:gd name="connsiteX63" fmla="*/ 290742 w 362309"/>
              <a:gd name="connsiteY63" fmla="*/ 18705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0438"/>
                  <a:pt x="281157" y="0"/>
                  <a:pt x="180835" y="0"/>
                </a:cubicBezTo>
                <a:close/>
                <a:moveTo>
                  <a:pt x="215341" y="137256"/>
                </a:moveTo>
                <a:lnTo>
                  <a:pt x="254320" y="98313"/>
                </a:lnTo>
                <a:cubicBezTo>
                  <a:pt x="256875" y="95760"/>
                  <a:pt x="260709" y="95760"/>
                  <a:pt x="263265" y="98313"/>
                </a:cubicBezTo>
                <a:cubicBezTo>
                  <a:pt x="263265" y="98313"/>
                  <a:pt x="263265" y="98313"/>
                  <a:pt x="263265" y="98313"/>
                </a:cubicBezTo>
                <a:cubicBezTo>
                  <a:pt x="265821" y="100867"/>
                  <a:pt x="265821" y="104697"/>
                  <a:pt x="263265" y="107251"/>
                </a:cubicBezTo>
                <a:lnTo>
                  <a:pt x="224287" y="146193"/>
                </a:lnTo>
                <a:cubicBezTo>
                  <a:pt x="221731" y="148747"/>
                  <a:pt x="217897" y="148747"/>
                  <a:pt x="215341" y="146193"/>
                </a:cubicBezTo>
                <a:cubicBezTo>
                  <a:pt x="212785" y="143640"/>
                  <a:pt x="212785" y="139809"/>
                  <a:pt x="215341" y="137256"/>
                </a:cubicBezTo>
                <a:close/>
                <a:moveTo>
                  <a:pt x="65177" y="180667"/>
                </a:moveTo>
                <a:cubicBezTo>
                  <a:pt x="65177" y="176836"/>
                  <a:pt x="67733" y="174283"/>
                  <a:pt x="71567" y="174283"/>
                </a:cubicBezTo>
                <a:lnTo>
                  <a:pt x="126521" y="174283"/>
                </a:lnTo>
                <a:cubicBezTo>
                  <a:pt x="130355" y="174283"/>
                  <a:pt x="132911" y="176836"/>
                  <a:pt x="132911" y="180667"/>
                </a:cubicBezTo>
                <a:cubicBezTo>
                  <a:pt x="132911" y="184497"/>
                  <a:pt x="130355" y="187051"/>
                  <a:pt x="126521" y="187051"/>
                </a:cubicBezTo>
                <a:lnTo>
                  <a:pt x="71567" y="187051"/>
                </a:lnTo>
                <a:cubicBezTo>
                  <a:pt x="67733" y="187051"/>
                  <a:pt x="65177" y="183859"/>
                  <a:pt x="65177" y="180667"/>
                </a:cubicBezTo>
                <a:lnTo>
                  <a:pt x="65177" y="180667"/>
                </a:lnTo>
                <a:close/>
                <a:moveTo>
                  <a:pt x="146330" y="224078"/>
                </a:moveTo>
                <a:lnTo>
                  <a:pt x="107351" y="263020"/>
                </a:lnTo>
                <a:cubicBezTo>
                  <a:pt x="106073" y="264297"/>
                  <a:pt x="104795" y="264935"/>
                  <a:pt x="102878" y="264935"/>
                </a:cubicBezTo>
                <a:cubicBezTo>
                  <a:pt x="99044" y="264935"/>
                  <a:pt x="96488" y="261743"/>
                  <a:pt x="96488" y="258551"/>
                </a:cubicBezTo>
                <a:cubicBezTo>
                  <a:pt x="96488" y="256636"/>
                  <a:pt x="97127" y="255359"/>
                  <a:pt x="98405" y="254082"/>
                </a:cubicBezTo>
                <a:lnTo>
                  <a:pt x="137384" y="215140"/>
                </a:lnTo>
                <a:cubicBezTo>
                  <a:pt x="139940" y="212587"/>
                  <a:pt x="143774" y="212587"/>
                  <a:pt x="146330" y="215140"/>
                </a:cubicBezTo>
                <a:cubicBezTo>
                  <a:pt x="148886" y="217694"/>
                  <a:pt x="148886" y="221524"/>
                  <a:pt x="146330" y="224078"/>
                </a:cubicBezTo>
                <a:cubicBezTo>
                  <a:pt x="146330" y="224078"/>
                  <a:pt x="146330" y="224078"/>
                  <a:pt x="146330" y="224078"/>
                </a:cubicBezTo>
                <a:lnTo>
                  <a:pt x="146330" y="224078"/>
                </a:lnTo>
                <a:close/>
                <a:moveTo>
                  <a:pt x="187225" y="289833"/>
                </a:moveTo>
                <a:cubicBezTo>
                  <a:pt x="187225" y="293663"/>
                  <a:pt x="184669" y="296217"/>
                  <a:pt x="180835" y="296217"/>
                </a:cubicBezTo>
                <a:cubicBezTo>
                  <a:pt x="177001" y="296217"/>
                  <a:pt x="174445" y="293663"/>
                  <a:pt x="174445" y="289833"/>
                </a:cubicBezTo>
                <a:lnTo>
                  <a:pt x="174445" y="234930"/>
                </a:lnTo>
                <a:cubicBezTo>
                  <a:pt x="174445" y="231100"/>
                  <a:pt x="177001" y="228546"/>
                  <a:pt x="180835" y="228546"/>
                </a:cubicBezTo>
                <a:cubicBezTo>
                  <a:pt x="184669" y="228546"/>
                  <a:pt x="187225" y="231100"/>
                  <a:pt x="187225" y="234930"/>
                </a:cubicBezTo>
                <a:lnTo>
                  <a:pt x="187225" y="289833"/>
                </a:lnTo>
                <a:close/>
                <a:moveTo>
                  <a:pt x="187225" y="125765"/>
                </a:moveTo>
                <a:cubicBezTo>
                  <a:pt x="187225" y="129595"/>
                  <a:pt x="184669" y="132149"/>
                  <a:pt x="180835" y="132149"/>
                </a:cubicBezTo>
                <a:cubicBezTo>
                  <a:pt x="177001" y="132149"/>
                  <a:pt x="174445" y="129595"/>
                  <a:pt x="174445" y="125765"/>
                </a:cubicBezTo>
                <a:lnTo>
                  <a:pt x="174445" y="70862"/>
                </a:lnTo>
                <a:cubicBezTo>
                  <a:pt x="174445" y="67032"/>
                  <a:pt x="177001" y="64478"/>
                  <a:pt x="180835" y="64478"/>
                </a:cubicBezTo>
                <a:cubicBezTo>
                  <a:pt x="184669" y="64478"/>
                  <a:pt x="187225" y="67032"/>
                  <a:pt x="187225" y="70862"/>
                </a:cubicBezTo>
                <a:lnTo>
                  <a:pt x="187225" y="125765"/>
                </a:lnTo>
                <a:close/>
                <a:moveTo>
                  <a:pt x="263904" y="263020"/>
                </a:moveTo>
                <a:cubicBezTo>
                  <a:pt x="261348" y="265574"/>
                  <a:pt x="257514" y="265574"/>
                  <a:pt x="254959" y="263020"/>
                </a:cubicBezTo>
                <a:cubicBezTo>
                  <a:pt x="254959" y="263020"/>
                  <a:pt x="254959" y="263020"/>
                  <a:pt x="254959" y="263020"/>
                </a:cubicBezTo>
                <a:lnTo>
                  <a:pt x="215980" y="224078"/>
                </a:lnTo>
                <a:cubicBezTo>
                  <a:pt x="213424" y="221524"/>
                  <a:pt x="213424" y="217694"/>
                  <a:pt x="215980" y="215140"/>
                </a:cubicBezTo>
                <a:cubicBezTo>
                  <a:pt x="215980" y="215140"/>
                  <a:pt x="215980" y="215140"/>
                  <a:pt x="215980" y="215140"/>
                </a:cubicBezTo>
                <a:cubicBezTo>
                  <a:pt x="218536" y="212587"/>
                  <a:pt x="222370" y="212587"/>
                  <a:pt x="224926" y="215140"/>
                </a:cubicBezTo>
                <a:lnTo>
                  <a:pt x="263904" y="254082"/>
                </a:lnTo>
                <a:cubicBezTo>
                  <a:pt x="266460" y="256636"/>
                  <a:pt x="266460" y="260466"/>
                  <a:pt x="263904" y="263020"/>
                </a:cubicBezTo>
                <a:cubicBezTo>
                  <a:pt x="263904" y="263020"/>
                  <a:pt x="263904" y="263020"/>
                  <a:pt x="263904" y="263020"/>
                </a:cubicBezTo>
                <a:close/>
                <a:moveTo>
                  <a:pt x="290742" y="187051"/>
                </a:moveTo>
                <a:lnTo>
                  <a:pt x="235789" y="187051"/>
                </a:lnTo>
                <a:cubicBezTo>
                  <a:pt x="231955" y="187051"/>
                  <a:pt x="229399" y="184497"/>
                  <a:pt x="229399" y="180667"/>
                </a:cubicBezTo>
                <a:cubicBezTo>
                  <a:pt x="229399" y="176836"/>
                  <a:pt x="231955" y="174283"/>
                  <a:pt x="235789" y="174283"/>
                </a:cubicBezTo>
                <a:lnTo>
                  <a:pt x="290742" y="174283"/>
                </a:lnTo>
                <a:cubicBezTo>
                  <a:pt x="294576" y="174283"/>
                  <a:pt x="297132" y="176836"/>
                  <a:pt x="297132" y="180667"/>
                </a:cubicBezTo>
                <a:cubicBezTo>
                  <a:pt x="297132" y="184497"/>
                  <a:pt x="293937" y="187051"/>
                  <a:pt x="290742" y="187051"/>
                </a:cubicBezTo>
                <a:lnTo>
                  <a:pt x="290742" y="187051"/>
                </a:lnTo>
                <a:close/>
              </a:path>
            </a:pathLst>
          </a:custGeom>
          <a:solidFill>
            <a:srgbClr val="86BC25"/>
          </a:solidFill>
          <a:ln w="6390" cap="flat">
            <a:noFill/>
            <a:prstDash val="solid"/>
            <a:miter/>
          </a:ln>
        </p:spPr>
        <p:txBody>
          <a:bodyPr rtlCol="0" anchor="ctr"/>
          <a:lstStyle/>
          <a:p>
            <a:endParaRPr lang="en-US"/>
          </a:p>
        </p:txBody>
      </p:sp>
      <p:grpSp>
        <p:nvGrpSpPr>
          <p:cNvPr id="932" name="Graphic 4">
            <a:extLst>
              <a:ext uri="{FF2B5EF4-FFF2-40B4-BE49-F238E27FC236}">
                <a16:creationId xmlns:a16="http://schemas.microsoft.com/office/drawing/2014/main" id="{397DD26B-45BE-1748-9CC8-92D848CF95BB}"/>
              </a:ext>
            </a:extLst>
          </p:cNvPr>
          <p:cNvGrpSpPr/>
          <p:nvPr/>
        </p:nvGrpSpPr>
        <p:grpSpPr>
          <a:xfrm>
            <a:off x="8239823" y="4308712"/>
            <a:ext cx="361674" cy="361971"/>
            <a:chOff x="8239823" y="4308712"/>
            <a:chExt cx="361674" cy="361971"/>
          </a:xfrm>
          <a:solidFill>
            <a:srgbClr val="26890D"/>
          </a:solidFill>
        </p:grpSpPr>
        <p:sp>
          <p:nvSpPr>
            <p:cNvPr id="933" name="Graphic 4">
              <a:extLst>
                <a:ext uri="{FF2B5EF4-FFF2-40B4-BE49-F238E27FC236}">
                  <a16:creationId xmlns:a16="http://schemas.microsoft.com/office/drawing/2014/main" id="{C8D700EB-5A8C-E249-9A76-FF140A518718}"/>
                </a:ext>
              </a:extLst>
            </p:cNvPr>
            <p:cNvSpPr/>
            <p:nvPr/>
          </p:nvSpPr>
          <p:spPr>
            <a:xfrm>
              <a:off x="8459637" y="4483633"/>
              <a:ext cx="43451" cy="100228"/>
            </a:xfrm>
            <a:custGeom>
              <a:avLst/>
              <a:gdLst>
                <a:gd name="connsiteX0" fmla="*/ 0 w 43451"/>
                <a:gd name="connsiteY0" fmla="*/ 0 h 100228"/>
                <a:gd name="connsiteX1" fmla="*/ 43452 w 43451"/>
                <a:gd name="connsiteY1" fmla="*/ 0 h 100228"/>
                <a:gd name="connsiteX2" fmla="*/ 43452 w 43451"/>
                <a:gd name="connsiteY2" fmla="*/ 100229 h 100228"/>
                <a:gd name="connsiteX3" fmla="*/ 0 w 43451"/>
                <a:gd name="connsiteY3" fmla="*/ 100229 h 100228"/>
              </a:gdLst>
              <a:ahLst/>
              <a:cxnLst>
                <a:cxn ang="0">
                  <a:pos x="connsiteX0" y="connsiteY0"/>
                </a:cxn>
                <a:cxn ang="0">
                  <a:pos x="connsiteX1" y="connsiteY1"/>
                </a:cxn>
                <a:cxn ang="0">
                  <a:pos x="connsiteX2" y="connsiteY2"/>
                </a:cxn>
                <a:cxn ang="0">
                  <a:pos x="connsiteX3" y="connsiteY3"/>
                </a:cxn>
              </a:cxnLst>
              <a:rect l="l" t="t" r="r" b="b"/>
              <a:pathLst>
                <a:path w="43451" h="100228">
                  <a:moveTo>
                    <a:pt x="0" y="0"/>
                  </a:moveTo>
                  <a:lnTo>
                    <a:pt x="43452" y="0"/>
                  </a:lnTo>
                  <a:lnTo>
                    <a:pt x="43452" y="100229"/>
                  </a:lnTo>
                  <a:lnTo>
                    <a:pt x="0" y="100229"/>
                  </a:lnTo>
                  <a:close/>
                </a:path>
              </a:pathLst>
            </a:custGeom>
            <a:solidFill>
              <a:srgbClr val="26890D"/>
            </a:solidFill>
            <a:ln w="6390" cap="flat">
              <a:noFill/>
              <a:prstDash val="solid"/>
              <a:miter/>
            </a:ln>
          </p:spPr>
          <p:txBody>
            <a:bodyPr rtlCol="0" anchor="ctr"/>
            <a:lstStyle/>
            <a:p>
              <a:endParaRPr lang="en-US"/>
            </a:p>
          </p:txBody>
        </p:sp>
        <p:sp>
          <p:nvSpPr>
            <p:cNvPr id="934" name="Graphic 4">
              <a:extLst>
                <a:ext uri="{FF2B5EF4-FFF2-40B4-BE49-F238E27FC236}">
                  <a16:creationId xmlns:a16="http://schemas.microsoft.com/office/drawing/2014/main" id="{7779A9E5-1114-BD40-BE28-B37C9903EEEE}"/>
                </a:ext>
              </a:extLst>
            </p:cNvPr>
            <p:cNvSpPr/>
            <p:nvPr/>
          </p:nvSpPr>
          <p:spPr>
            <a:xfrm>
              <a:off x="8338867" y="4395534"/>
              <a:ext cx="132911" cy="172367"/>
            </a:xfrm>
            <a:custGeom>
              <a:avLst/>
              <a:gdLst>
                <a:gd name="connsiteX0" fmla="*/ 132271 w 132911"/>
                <a:gd name="connsiteY0" fmla="*/ 0 h 172367"/>
                <a:gd name="connsiteX1" fmla="*/ 0 w 132911"/>
                <a:gd name="connsiteY1" fmla="*/ 0 h 172367"/>
                <a:gd name="connsiteX2" fmla="*/ 0 w 132911"/>
                <a:gd name="connsiteY2" fmla="*/ 172368 h 172367"/>
                <a:gd name="connsiteX3" fmla="*/ 106712 w 132911"/>
                <a:gd name="connsiteY3" fmla="*/ 172368 h 172367"/>
                <a:gd name="connsiteX4" fmla="*/ 108629 w 132911"/>
                <a:gd name="connsiteY4" fmla="*/ 172368 h 172367"/>
                <a:gd name="connsiteX5" fmla="*/ 108629 w 132911"/>
                <a:gd name="connsiteY5" fmla="*/ 82353 h 172367"/>
                <a:gd name="connsiteX6" fmla="*/ 115019 w 132911"/>
                <a:gd name="connsiteY6" fmla="*/ 75969 h 172367"/>
                <a:gd name="connsiteX7" fmla="*/ 132911 w 132911"/>
                <a:gd name="connsiteY7" fmla="*/ 75969 h 172367"/>
                <a:gd name="connsiteX8" fmla="*/ 132271 w 132911"/>
                <a:gd name="connsiteY8" fmla="*/ 0 h 172367"/>
                <a:gd name="connsiteX9" fmla="*/ 65817 w 132911"/>
                <a:gd name="connsiteY9" fmla="*/ 153854 h 172367"/>
                <a:gd name="connsiteX10" fmla="*/ 58148 w 132911"/>
                <a:gd name="connsiteY10" fmla="*/ 146193 h 172367"/>
                <a:gd name="connsiteX11" fmla="*/ 65817 w 132911"/>
                <a:gd name="connsiteY11" fmla="*/ 138532 h 172367"/>
                <a:gd name="connsiteX12" fmla="*/ 73484 w 132911"/>
                <a:gd name="connsiteY12" fmla="*/ 146193 h 172367"/>
                <a:gd name="connsiteX13" fmla="*/ 73484 w 132911"/>
                <a:gd name="connsiteY13" fmla="*/ 146193 h 172367"/>
                <a:gd name="connsiteX14" fmla="*/ 65817 w 132911"/>
                <a:gd name="connsiteY14" fmla="*/ 153854 h 1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2911" h="172367">
                  <a:moveTo>
                    <a:pt x="132271" y="0"/>
                  </a:moveTo>
                  <a:lnTo>
                    <a:pt x="0" y="0"/>
                  </a:lnTo>
                  <a:lnTo>
                    <a:pt x="0" y="172368"/>
                  </a:lnTo>
                  <a:lnTo>
                    <a:pt x="106712" y="172368"/>
                  </a:lnTo>
                  <a:cubicBezTo>
                    <a:pt x="107351" y="172368"/>
                    <a:pt x="107990" y="172368"/>
                    <a:pt x="108629" y="172368"/>
                  </a:cubicBezTo>
                  <a:lnTo>
                    <a:pt x="108629" y="82353"/>
                  </a:lnTo>
                  <a:cubicBezTo>
                    <a:pt x="108629" y="78523"/>
                    <a:pt x="111185" y="75969"/>
                    <a:pt x="115019" y="75969"/>
                  </a:cubicBezTo>
                  <a:lnTo>
                    <a:pt x="132911" y="75969"/>
                  </a:lnTo>
                  <a:lnTo>
                    <a:pt x="132271" y="0"/>
                  </a:lnTo>
                  <a:close/>
                  <a:moveTo>
                    <a:pt x="65817" y="153854"/>
                  </a:moveTo>
                  <a:cubicBezTo>
                    <a:pt x="61343" y="153854"/>
                    <a:pt x="58148" y="150662"/>
                    <a:pt x="58148" y="146193"/>
                  </a:cubicBezTo>
                  <a:cubicBezTo>
                    <a:pt x="58148" y="141724"/>
                    <a:pt x="61343" y="138532"/>
                    <a:pt x="65817" y="138532"/>
                  </a:cubicBezTo>
                  <a:cubicBezTo>
                    <a:pt x="70289" y="138532"/>
                    <a:pt x="73484" y="141724"/>
                    <a:pt x="73484" y="146193"/>
                  </a:cubicBezTo>
                  <a:lnTo>
                    <a:pt x="73484" y="146193"/>
                  </a:lnTo>
                  <a:cubicBezTo>
                    <a:pt x="73484" y="150662"/>
                    <a:pt x="70289" y="153854"/>
                    <a:pt x="65817" y="153854"/>
                  </a:cubicBezTo>
                  <a:close/>
                </a:path>
              </a:pathLst>
            </a:custGeom>
            <a:solidFill>
              <a:srgbClr val="26890D"/>
            </a:solidFill>
            <a:ln w="6390" cap="flat">
              <a:noFill/>
              <a:prstDash val="solid"/>
              <a:miter/>
            </a:ln>
          </p:spPr>
          <p:txBody>
            <a:bodyPr rtlCol="0" anchor="ctr"/>
            <a:lstStyle/>
            <a:p>
              <a:endParaRPr lang="en-US"/>
            </a:p>
          </p:txBody>
        </p:sp>
        <p:sp>
          <p:nvSpPr>
            <p:cNvPr id="935" name="Graphic 4">
              <a:extLst>
                <a:ext uri="{FF2B5EF4-FFF2-40B4-BE49-F238E27FC236}">
                  <a16:creationId xmlns:a16="http://schemas.microsoft.com/office/drawing/2014/main" id="{18627E70-4F13-B546-963B-074BC437EF2D}"/>
                </a:ext>
              </a:extLst>
            </p:cNvPr>
            <p:cNvSpPr/>
            <p:nvPr/>
          </p:nvSpPr>
          <p:spPr>
            <a:xfrm>
              <a:off x="8239823" y="4308712"/>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276045 w 361674"/>
                <a:gd name="connsiteY7" fmla="*/ 281534 h 361971"/>
                <a:gd name="connsiteX8" fmla="*/ 269655 w 361674"/>
                <a:gd name="connsiteY8" fmla="*/ 287918 h 361971"/>
                <a:gd name="connsiteX9" fmla="*/ 213424 w 361674"/>
                <a:gd name="connsiteY9" fmla="*/ 287918 h 361971"/>
                <a:gd name="connsiteX10" fmla="*/ 207034 w 361674"/>
                <a:gd name="connsiteY10" fmla="*/ 281534 h 361971"/>
                <a:gd name="connsiteX11" fmla="*/ 207034 w 361674"/>
                <a:gd name="connsiteY11" fmla="*/ 271319 h 361971"/>
                <a:gd name="connsiteX12" fmla="*/ 205117 w 361674"/>
                <a:gd name="connsiteY12" fmla="*/ 271958 h 361971"/>
                <a:gd name="connsiteX13" fmla="*/ 92654 w 361674"/>
                <a:gd name="connsiteY13" fmla="*/ 271958 h 361971"/>
                <a:gd name="connsiteX14" fmla="*/ 86264 w 361674"/>
                <a:gd name="connsiteY14" fmla="*/ 265574 h 361971"/>
                <a:gd name="connsiteX15" fmla="*/ 86264 w 361674"/>
                <a:gd name="connsiteY15" fmla="*/ 80438 h 361971"/>
                <a:gd name="connsiteX16" fmla="*/ 92654 w 361674"/>
                <a:gd name="connsiteY16" fmla="*/ 74054 h 361971"/>
                <a:gd name="connsiteX17" fmla="*/ 237705 w 361674"/>
                <a:gd name="connsiteY17" fmla="*/ 74054 h 361971"/>
                <a:gd name="connsiteX18" fmla="*/ 244095 w 361674"/>
                <a:gd name="connsiteY18" fmla="*/ 80438 h 361971"/>
                <a:gd name="connsiteX19" fmla="*/ 244095 w 361674"/>
                <a:gd name="connsiteY19" fmla="*/ 162792 h 361971"/>
                <a:gd name="connsiteX20" fmla="*/ 269655 w 361674"/>
                <a:gd name="connsiteY20" fmla="*/ 162792 h 361971"/>
                <a:gd name="connsiteX21" fmla="*/ 276045 w 361674"/>
                <a:gd name="connsiteY21" fmla="*/ 169176 h 361971"/>
                <a:gd name="connsiteX22" fmla="*/ 276045 w 361674"/>
                <a:gd name="connsiteY22" fmla="*/ 28153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1674" h="361971">
                  <a:moveTo>
                    <a:pt x="180836" y="0"/>
                  </a:moveTo>
                  <a:cubicBezTo>
                    <a:pt x="80513" y="0"/>
                    <a:pt x="0" y="81077"/>
                    <a:pt x="0" y="180667"/>
                  </a:cubicBezTo>
                  <a:cubicBezTo>
                    <a:pt x="0" y="280257"/>
                    <a:pt x="81152" y="361972"/>
                    <a:pt x="180836" y="361972"/>
                  </a:cubicBezTo>
                  <a:cubicBezTo>
                    <a:pt x="281157" y="361972"/>
                    <a:pt x="361670" y="280895"/>
                    <a:pt x="361670" y="181305"/>
                  </a:cubicBezTo>
                  <a:cubicBezTo>
                    <a:pt x="361670" y="181305"/>
                    <a:pt x="361670" y="181305"/>
                    <a:pt x="361670" y="181305"/>
                  </a:cubicBezTo>
                  <a:cubicBezTo>
                    <a:pt x="362309" y="81077"/>
                    <a:pt x="281157" y="0"/>
                    <a:pt x="180836" y="0"/>
                  </a:cubicBezTo>
                  <a:cubicBezTo>
                    <a:pt x="180836" y="0"/>
                    <a:pt x="180836" y="0"/>
                    <a:pt x="180836" y="0"/>
                  </a:cubicBezTo>
                  <a:close/>
                  <a:moveTo>
                    <a:pt x="276045" y="281534"/>
                  </a:moveTo>
                  <a:cubicBezTo>
                    <a:pt x="276045" y="285364"/>
                    <a:pt x="273490" y="287918"/>
                    <a:pt x="269655" y="287918"/>
                  </a:cubicBezTo>
                  <a:lnTo>
                    <a:pt x="213424" y="287918"/>
                  </a:lnTo>
                  <a:cubicBezTo>
                    <a:pt x="209590" y="287918"/>
                    <a:pt x="207034" y="285364"/>
                    <a:pt x="207034" y="281534"/>
                  </a:cubicBezTo>
                  <a:lnTo>
                    <a:pt x="207034" y="271319"/>
                  </a:lnTo>
                  <a:cubicBezTo>
                    <a:pt x="206395" y="271319"/>
                    <a:pt x="205756" y="271958"/>
                    <a:pt x="205117" y="271958"/>
                  </a:cubicBezTo>
                  <a:lnTo>
                    <a:pt x="92654" y="271958"/>
                  </a:lnTo>
                  <a:cubicBezTo>
                    <a:pt x="88820" y="271958"/>
                    <a:pt x="86264" y="269404"/>
                    <a:pt x="86264" y="265574"/>
                  </a:cubicBezTo>
                  <a:lnTo>
                    <a:pt x="86264" y="80438"/>
                  </a:lnTo>
                  <a:cubicBezTo>
                    <a:pt x="86264" y="76608"/>
                    <a:pt x="88820" y="74054"/>
                    <a:pt x="92654" y="74054"/>
                  </a:cubicBezTo>
                  <a:lnTo>
                    <a:pt x="237705" y="74054"/>
                  </a:lnTo>
                  <a:cubicBezTo>
                    <a:pt x="241540" y="74054"/>
                    <a:pt x="244095" y="76608"/>
                    <a:pt x="244095" y="80438"/>
                  </a:cubicBezTo>
                  <a:lnTo>
                    <a:pt x="244095" y="162792"/>
                  </a:lnTo>
                  <a:lnTo>
                    <a:pt x="269655" y="162792"/>
                  </a:lnTo>
                  <a:cubicBezTo>
                    <a:pt x="273490" y="162792"/>
                    <a:pt x="276045" y="165345"/>
                    <a:pt x="276045" y="169176"/>
                  </a:cubicBezTo>
                  <a:lnTo>
                    <a:pt x="276045" y="281534"/>
                  </a:lnTo>
                  <a:close/>
                </a:path>
              </a:pathLst>
            </a:custGeom>
            <a:solidFill>
              <a:srgbClr val="26890D"/>
            </a:solidFill>
            <a:ln w="6390" cap="flat">
              <a:noFill/>
              <a:prstDash val="solid"/>
              <a:miter/>
            </a:ln>
          </p:spPr>
          <p:txBody>
            <a:bodyPr rtlCol="0" anchor="ctr"/>
            <a:lstStyle/>
            <a:p>
              <a:endParaRPr lang="en-US"/>
            </a:p>
          </p:txBody>
        </p:sp>
      </p:grpSp>
      <p:sp>
        <p:nvSpPr>
          <p:cNvPr id="936" name="Graphic 4">
            <a:extLst>
              <a:ext uri="{FF2B5EF4-FFF2-40B4-BE49-F238E27FC236}">
                <a16:creationId xmlns:a16="http://schemas.microsoft.com/office/drawing/2014/main" id="{7584D334-7CD7-9C42-9206-8E903803707F}"/>
              </a:ext>
            </a:extLst>
          </p:cNvPr>
          <p:cNvSpPr/>
          <p:nvPr/>
        </p:nvSpPr>
        <p:spPr>
          <a:xfrm>
            <a:off x="905454" y="4308712"/>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09590 w 362309"/>
              <a:gd name="connsiteY6" fmla="*/ 258551 h 361971"/>
              <a:gd name="connsiteX7" fmla="*/ 185308 w 362309"/>
              <a:gd name="connsiteY7" fmla="*/ 282810 h 361971"/>
              <a:gd name="connsiteX8" fmla="*/ 183391 w 362309"/>
              <a:gd name="connsiteY8" fmla="*/ 284087 h 361971"/>
              <a:gd name="connsiteX9" fmla="*/ 180835 w 362309"/>
              <a:gd name="connsiteY9" fmla="*/ 284726 h 361971"/>
              <a:gd name="connsiteX10" fmla="*/ 178279 w 362309"/>
              <a:gd name="connsiteY10" fmla="*/ 284087 h 361971"/>
              <a:gd name="connsiteX11" fmla="*/ 176362 w 362309"/>
              <a:gd name="connsiteY11" fmla="*/ 282810 h 361971"/>
              <a:gd name="connsiteX12" fmla="*/ 152081 w 362309"/>
              <a:gd name="connsiteY12" fmla="*/ 258551 h 361971"/>
              <a:gd name="connsiteX13" fmla="*/ 152081 w 362309"/>
              <a:gd name="connsiteY13" fmla="*/ 249614 h 361971"/>
              <a:gd name="connsiteX14" fmla="*/ 152081 w 362309"/>
              <a:gd name="connsiteY14" fmla="*/ 249614 h 361971"/>
              <a:gd name="connsiteX15" fmla="*/ 161026 w 362309"/>
              <a:gd name="connsiteY15" fmla="*/ 249614 h 361971"/>
              <a:gd name="connsiteX16" fmla="*/ 174445 w 362309"/>
              <a:gd name="connsiteY16" fmla="*/ 263020 h 361971"/>
              <a:gd name="connsiteX17" fmla="*/ 174445 w 362309"/>
              <a:gd name="connsiteY17" fmla="*/ 164068 h 361971"/>
              <a:gd name="connsiteX18" fmla="*/ 180835 w 362309"/>
              <a:gd name="connsiteY18" fmla="*/ 157684 h 361971"/>
              <a:gd name="connsiteX19" fmla="*/ 187225 w 362309"/>
              <a:gd name="connsiteY19" fmla="*/ 164068 h 361971"/>
              <a:gd name="connsiteX20" fmla="*/ 187225 w 362309"/>
              <a:gd name="connsiteY20" fmla="*/ 263020 h 361971"/>
              <a:gd name="connsiteX21" fmla="*/ 200644 w 362309"/>
              <a:gd name="connsiteY21" fmla="*/ 249614 h 361971"/>
              <a:gd name="connsiteX22" fmla="*/ 209590 w 362309"/>
              <a:gd name="connsiteY22" fmla="*/ 249614 h 361971"/>
              <a:gd name="connsiteX23" fmla="*/ 209590 w 362309"/>
              <a:gd name="connsiteY23" fmla="*/ 258551 h 361971"/>
              <a:gd name="connsiteX24" fmla="*/ 209590 w 362309"/>
              <a:gd name="connsiteY24" fmla="*/ 258551 h 361971"/>
              <a:gd name="connsiteX25" fmla="*/ 209590 w 362309"/>
              <a:gd name="connsiteY25" fmla="*/ 258551 h 361971"/>
              <a:gd name="connsiteX26" fmla="*/ 262626 w 362309"/>
              <a:gd name="connsiteY26" fmla="*/ 219609 h 361971"/>
              <a:gd name="connsiteX27" fmla="*/ 221731 w 362309"/>
              <a:gd name="connsiteY27" fmla="*/ 219609 h 361971"/>
              <a:gd name="connsiteX28" fmla="*/ 215341 w 362309"/>
              <a:gd name="connsiteY28" fmla="*/ 213225 h 361971"/>
              <a:gd name="connsiteX29" fmla="*/ 221731 w 362309"/>
              <a:gd name="connsiteY29" fmla="*/ 206841 h 361971"/>
              <a:gd name="connsiteX30" fmla="*/ 262626 w 362309"/>
              <a:gd name="connsiteY30" fmla="*/ 206841 h 361971"/>
              <a:gd name="connsiteX31" fmla="*/ 287547 w 362309"/>
              <a:gd name="connsiteY31" fmla="*/ 179390 h 361971"/>
              <a:gd name="connsiteX32" fmla="*/ 262626 w 362309"/>
              <a:gd name="connsiteY32" fmla="*/ 154492 h 361971"/>
              <a:gd name="connsiteX33" fmla="*/ 256237 w 362309"/>
              <a:gd name="connsiteY33" fmla="*/ 155131 h 361971"/>
              <a:gd name="connsiteX34" fmla="*/ 254320 w 362309"/>
              <a:gd name="connsiteY34" fmla="*/ 156408 h 361971"/>
              <a:gd name="connsiteX35" fmla="*/ 246652 w 362309"/>
              <a:gd name="connsiteY35" fmla="*/ 157684 h 361971"/>
              <a:gd name="connsiteX36" fmla="*/ 244096 w 362309"/>
              <a:gd name="connsiteY36" fmla="*/ 148108 h 361971"/>
              <a:gd name="connsiteX37" fmla="*/ 244096 w 362309"/>
              <a:gd name="connsiteY37" fmla="*/ 146832 h 361971"/>
              <a:gd name="connsiteX38" fmla="*/ 244735 w 362309"/>
              <a:gd name="connsiteY38" fmla="*/ 140448 h 361971"/>
              <a:gd name="connsiteX39" fmla="*/ 193615 w 362309"/>
              <a:gd name="connsiteY39" fmla="*/ 89376 h 361971"/>
              <a:gd name="connsiteX40" fmla="*/ 142496 w 362309"/>
              <a:gd name="connsiteY40" fmla="*/ 129595 h 361971"/>
              <a:gd name="connsiteX41" fmla="*/ 141857 w 362309"/>
              <a:gd name="connsiteY41" fmla="*/ 130872 h 361971"/>
              <a:gd name="connsiteX42" fmla="*/ 141218 w 362309"/>
              <a:gd name="connsiteY42" fmla="*/ 132149 h 361971"/>
              <a:gd name="connsiteX43" fmla="*/ 141218 w 362309"/>
              <a:gd name="connsiteY43" fmla="*/ 132149 h 361971"/>
              <a:gd name="connsiteX44" fmla="*/ 134828 w 362309"/>
              <a:gd name="connsiteY44" fmla="*/ 134702 h 361971"/>
              <a:gd name="connsiteX45" fmla="*/ 134828 w 362309"/>
              <a:gd name="connsiteY45" fmla="*/ 134702 h 361971"/>
              <a:gd name="connsiteX46" fmla="*/ 133550 w 362309"/>
              <a:gd name="connsiteY46" fmla="*/ 134064 h 361971"/>
              <a:gd name="connsiteX47" fmla="*/ 132272 w 362309"/>
              <a:gd name="connsiteY47" fmla="*/ 133425 h 361971"/>
              <a:gd name="connsiteX48" fmla="*/ 112463 w 362309"/>
              <a:gd name="connsiteY48" fmla="*/ 127041 h 361971"/>
              <a:gd name="connsiteX49" fmla="*/ 72845 w 362309"/>
              <a:gd name="connsiteY49" fmla="*/ 166622 h 361971"/>
              <a:gd name="connsiteX50" fmla="*/ 112463 w 362309"/>
              <a:gd name="connsiteY50" fmla="*/ 206203 h 361971"/>
              <a:gd name="connsiteX51" fmla="*/ 112463 w 362309"/>
              <a:gd name="connsiteY51" fmla="*/ 206203 h 361971"/>
              <a:gd name="connsiteX52" fmla="*/ 139940 w 362309"/>
              <a:gd name="connsiteY52" fmla="*/ 206203 h 361971"/>
              <a:gd name="connsiteX53" fmla="*/ 146330 w 362309"/>
              <a:gd name="connsiteY53" fmla="*/ 212587 h 361971"/>
              <a:gd name="connsiteX54" fmla="*/ 139940 w 362309"/>
              <a:gd name="connsiteY54" fmla="*/ 218971 h 361971"/>
              <a:gd name="connsiteX55" fmla="*/ 112463 w 362309"/>
              <a:gd name="connsiteY55" fmla="*/ 218971 h 361971"/>
              <a:gd name="connsiteX56" fmla="*/ 60065 w 362309"/>
              <a:gd name="connsiteY56" fmla="*/ 166622 h 361971"/>
              <a:gd name="connsiteX57" fmla="*/ 112463 w 362309"/>
              <a:gd name="connsiteY57" fmla="*/ 114273 h 361971"/>
              <a:gd name="connsiteX58" fmla="*/ 131633 w 362309"/>
              <a:gd name="connsiteY58" fmla="*/ 118742 h 361971"/>
              <a:gd name="connsiteX59" fmla="*/ 192976 w 362309"/>
              <a:gd name="connsiteY59" fmla="*/ 75970 h 361971"/>
              <a:gd name="connsiteX60" fmla="*/ 256875 w 362309"/>
              <a:gd name="connsiteY60" fmla="*/ 139809 h 361971"/>
              <a:gd name="connsiteX61" fmla="*/ 256875 w 362309"/>
              <a:gd name="connsiteY61" fmla="*/ 141086 h 361971"/>
              <a:gd name="connsiteX62" fmla="*/ 261987 w 362309"/>
              <a:gd name="connsiteY62" fmla="*/ 141086 h 361971"/>
              <a:gd name="connsiteX63" fmla="*/ 299688 w 362309"/>
              <a:gd name="connsiteY63" fmla="*/ 181944 h 361971"/>
              <a:gd name="connsiteX64" fmla="*/ 261987 w 362309"/>
              <a:gd name="connsiteY64" fmla="*/ 219609 h 361971"/>
              <a:gd name="connsiteX65" fmla="*/ 262626 w 362309"/>
              <a:gd name="connsiteY65" fmla="*/ 21960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1077"/>
                  <a:pt x="281157" y="0"/>
                  <a:pt x="180835" y="0"/>
                </a:cubicBezTo>
                <a:close/>
                <a:moveTo>
                  <a:pt x="209590" y="258551"/>
                </a:moveTo>
                <a:lnTo>
                  <a:pt x="185308" y="282810"/>
                </a:lnTo>
                <a:cubicBezTo>
                  <a:pt x="184669" y="283449"/>
                  <a:pt x="184030" y="284087"/>
                  <a:pt x="183391" y="284087"/>
                </a:cubicBezTo>
                <a:cubicBezTo>
                  <a:pt x="182752" y="284087"/>
                  <a:pt x="181474" y="284726"/>
                  <a:pt x="180835" y="284726"/>
                </a:cubicBezTo>
                <a:cubicBezTo>
                  <a:pt x="180196" y="284726"/>
                  <a:pt x="178918" y="284726"/>
                  <a:pt x="178279" y="284087"/>
                </a:cubicBezTo>
                <a:cubicBezTo>
                  <a:pt x="177640" y="283449"/>
                  <a:pt x="177001" y="283449"/>
                  <a:pt x="176362" y="282810"/>
                </a:cubicBezTo>
                <a:lnTo>
                  <a:pt x="152081" y="258551"/>
                </a:lnTo>
                <a:cubicBezTo>
                  <a:pt x="149525" y="255998"/>
                  <a:pt x="149525" y="252167"/>
                  <a:pt x="152081" y="249614"/>
                </a:cubicBezTo>
                <a:cubicBezTo>
                  <a:pt x="152081" y="249614"/>
                  <a:pt x="152081" y="249614"/>
                  <a:pt x="152081" y="249614"/>
                </a:cubicBezTo>
                <a:cubicBezTo>
                  <a:pt x="154636" y="247060"/>
                  <a:pt x="158470" y="247060"/>
                  <a:pt x="161026" y="249614"/>
                </a:cubicBezTo>
                <a:lnTo>
                  <a:pt x="174445" y="263020"/>
                </a:lnTo>
                <a:lnTo>
                  <a:pt x="174445" y="164068"/>
                </a:lnTo>
                <a:cubicBezTo>
                  <a:pt x="174445" y="160238"/>
                  <a:pt x="177001" y="157684"/>
                  <a:pt x="180835" y="157684"/>
                </a:cubicBezTo>
                <a:cubicBezTo>
                  <a:pt x="184669" y="157684"/>
                  <a:pt x="187225" y="160238"/>
                  <a:pt x="187225" y="164068"/>
                </a:cubicBezTo>
                <a:lnTo>
                  <a:pt x="187225" y="263020"/>
                </a:lnTo>
                <a:lnTo>
                  <a:pt x="200644" y="249614"/>
                </a:lnTo>
                <a:cubicBezTo>
                  <a:pt x="203200" y="247060"/>
                  <a:pt x="207034" y="247060"/>
                  <a:pt x="209590" y="249614"/>
                </a:cubicBezTo>
                <a:cubicBezTo>
                  <a:pt x="212146" y="252167"/>
                  <a:pt x="212785" y="255998"/>
                  <a:pt x="209590" y="258551"/>
                </a:cubicBezTo>
                <a:cubicBezTo>
                  <a:pt x="210229" y="258551"/>
                  <a:pt x="210229" y="258551"/>
                  <a:pt x="209590" y="258551"/>
                </a:cubicBezTo>
                <a:lnTo>
                  <a:pt x="209590" y="258551"/>
                </a:lnTo>
                <a:close/>
                <a:moveTo>
                  <a:pt x="262626" y="219609"/>
                </a:moveTo>
                <a:lnTo>
                  <a:pt x="221731" y="219609"/>
                </a:lnTo>
                <a:cubicBezTo>
                  <a:pt x="217897" y="219609"/>
                  <a:pt x="215341" y="217055"/>
                  <a:pt x="215341" y="213225"/>
                </a:cubicBezTo>
                <a:cubicBezTo>
                  <a:pt x="215341" y="209395"/>
                  <a:pt x="217897" y="206841"/>
                  <a:pt x="221731" y="206841"/>
                </a:cubicBezTo>
                <a:lnTo>
                  <a:pt x="262626" y="206841"/>
                </a:lnTo>
                <a:cubicBezTo>
                  <a:pt x="277323" y="206203"/>
                  <a:pt x="288186" y="194073"/>
                  <a:pt x="287547" y="179390"/>
                </a:cubicBezTo>
                <a:cubicBezTo>
                  <a:pt x="286908" y="165984"/>
                  <a:pt x="276045" y="155131"/>
                  <a:pt x="262626" y="154492"/>
                </a:cubicBezTo>
                <a:cubicBezTo>
                  <a:pt x="260709" y="154492"/>
                  <a:pt x="258154" y="154492"/>
                  <a:pt x="256237" y="155131"/>
                </a:cubicBezTo>
                <a:cubicBezTo>
                  <a:pt x="256237" y="155131"/>
                  <a:pt x="255597" y="155131"/>
                  <a:pt x="254320" y="156408"/>
                </a:cubicBezTo>
                <a:cubicBezTo>
                  <a:pt x="252403" y="158323"/>
                  <a:pt x="249208" y="158961"/>
                  <a:pt x="246652" y="157684"/>
                </a:cubicBezTo>
                <a:cubicBezTo>
                  <a:pt x="243457" y="155769"/>
                  <a:pt x="242818" y="151939"/>
                  <a:pt x="244096" y="148108"/>
                </a:cubicBezTo>
                <a:cubicBezTo>
                  <a:pt x="244096" y="147470"/>
                  <a:pt x="244096" y="147470"/>
                  <a:pt x="244096" y="146832"/>
                </a:cubicBezTo>
                <a:cubicBezTo>
                  <a:pt x="244096" y="144916"/>
                  <a:pt x="244735" y="142363"/>
                  <a:pt x="244735" y="140448"/>
                </a:cubicBezTo>
                <a:cubicBezTo>
                  <a:pt x="244735" y="112358"/>
                  <a:pt x="221731" y="89376"/>
                  <a:pt x="193615" y="89376"/>
                </a:cubicBezTo>
                <a:cubicBezTo>
                  <a:pt x="169333" y="89376"/>
                  <a:pt x="148247" y="106613"/>
                  <a:pt x="142496" y="129595"/>
                </a:cubicBezTo>
                <a:cubicBezTo>
                  <a:pt x="142496" y="130233"/>
                  <a:pt x="142496" y="130233"/>
                  <a:pt x="141857" y="130872"/>
                </a:cubicBezTo>
                <a:cubicBezTo>
                  <a:pt x="141857" y="131510"/>
                  <a:pt x="141857" y="131510"/>
                  <a:pt x="141218" y="132149"/>
                </a:cubicBezTo>
                <a:lnTo>
                  <a:pt x="141218" y="132149"/>
                </a:lnTo>
                <a:cubicBezTo>
                  <a:pt x="139940" y="134064"/>
                  <a:pt x="137384" y="135341"/>
                  <a:pt x="134828" y="134702"/>
                </a:cubicBezTo>
                <a:lnTo>
                  <a:pt x="134828" y="134702"/>
                </a:lnTo>
                <a:cubicBezTo>
                  <a:pt x="134189" y="134702"/>
                  <a:pt x="134189" y="134702"/>
                  <a:pt x="133550" y="134064"/>
                </a:cubicBezTo>
                <a:cubicBezTo>
                  <a:pt x="132911" y="134064"/>
                  <a:pt x="132911" y="134064"/>
                  <a:pt x="132272" y="133425"/>
                </a:cubicBezTo>
                <a:cubicBezTo>
                  <a:pt x="126521" y="128957"/>
                  <a:pt x="119492" y="127041"/>
                  <a:pt x="112463" y="127041"/>
                </a:cubicBezTo>
                <a:cubicBezTo>
                  <a:pt x="90737" y="127041"/>
                  <a:pt x="72845" y="144916"/>
                  <a:pt x="72845" y="166622"/>
                </a:cubicBezTo>
                <a:cubicBezTo>
                  <a:pt x="72845" y="188327"/>
                  <a:pt x="90737" y="206203"/>
                  <a:pt x="112463" y="206203"/>
                </a:cubicBezTo>
                <a:lnTo>
                  <a:pt x="112463" y="206203"/>
                </a:lnTo>
                <a:lnTo>
                  <a:pt x="139940" y="206203"/>
                </a:lnTo>
                <a:cubicBezTo>
                  <a:pt x="143774" y="206203"/>
                  <a:pt x="146330" y="208756"/>
                  <a:pt x="146330" y="212587"/>
                </a:cubicBezTo>
                <a:cubicBezTo>
                  <a:pt x="146330" y="216417"/>
                  <a:pt x="143774" y="218971"/>
                  <a:pt x="139940" y="218971"/>
                </a:cubicBezTo>
                <a:lnTo>
                  <a:pt x="112463" y="218971"/>
                </a:lnTo>
                <a:cubicBezTo>
                  <a:pt x="83708" y="218971"/>
                  <a:pt x="60065" y="195350"/>
                  <a:pt x="60065" y="166622"/>
                </a:cubicBezTo>
                <a:cubicBezTo>
                  <a:pt x="60065" y="137894"/>
                  <a:pt x="83708" y="114273"/>
                  <a:pt x="112463" y="114273"/>
                </a:cubicBezTo>
                <a:cubicBezTo>
                  <a:pt x="118853" y="114273"/>
                  <a:pt x="125882" y="115550"/>
                  <a:pt x="131633" y="118742"/>
                </a:cubicBezTo>
                <a:cubicBezTo>
                  <a:pt x="141218" y="93206"/>
                  <a:pt x="165499" y="75970"/>
                  <a:pt x="192976" y="75970"/>
                </a:cubicBezTo>
                <a:cubicBezTo>
                  <a:pt x="228121" y="75970"/>
                  <a:pt x="256875" y="104697"/>
                  <a:pt x="256875" y="139809"/>
                </a:cubicBezTo>
                <a:lnTo>
                  <a:pt x="256875" y="141086"/>
                </a:lnTo>
                <a:cubicBezTo>
                  <a:pt x="258792" y="141086"/>
                  <a:pt x="260070" y="141086"/>
                  <a:pt x="261987" y="141086"/>
                </a:cubicBezTo>
                <a:cubicBezTo>
                  <a:pt x="283713" y="141724"/>
                  <a:pt x="300327" y="160238"/>
                  <a:pt x="299688" y="181944"/>
                </a:cubicBezTo>
                <a:cubicBezTo>
                  <a:pt x="299049" y="202372"/>
                  <a:pt x="282435" y="218332"/>
                  <a:pt x="261987" y="219609"/>
                </a:cubicBezTo>
                <a:lnTo>
                  <a:pt x="262626" y="219609"/>
                </a:lnTo>
                <a:close/>
              </a:path>
            </a:pathLst>
          </a:custGeom>
          <a:solidFill>
            <a:srgbClr val="86BC25"/>
          </a:solidFill>
          <a:ln w="6390" cap="flat">
            <a:noFill/>
            <a:prstDash val="solid"/>
            <a:miter/>
          </a:ln>
        </p:spPr>
        <p:txBody>
          <a:bodyPr rtlCol="0" anchor="ctr"/>
          <a:lstStyle/>
          <a:p>
            <a:endParaRPr lang="en-US"/>
          </a:p>
        </p:txBody>
      </p:sp>
      <p:grpSp>
        <p:nvGrpSpPr>
          <p:cNvPr id="937" name="Graphic 4">
            <a:extLst>
              <a:ext uri="{FF2B5EF4-FFF2-40B4-BE49-F238E27FC236}">
                <a16:creationId xmlns:a16="http://schemas.microsoft.com/office/drawing/2014/main" id="{C20D28C2-3168-D747-871A-C40B7C251CAD}"/>
              </a:ext>
            </a:extLst>
          </p:cNvPr>
          <p:cNvGrpSpPr/>
          <p:nvPr/>
        </p:nvGrpSpPr>
        <p:grpSpPr>
          <a:xfrm>
            <a:off x="905454" y="3339623"/>
            <a:ext cx="362309" cy="361971"/>
            <a:chOff x="905454" y="3339623"/>
            <a:chExt cx="362309" cy="361971"/>
          </a:xfrm>
          <a:solidFill>
            <a:srgbClr val="86BC25"/>
          </a:solidFill>
        </p:grpSpPr>
        <p:sp>
          <p:nvSpPr>
            <p:cNvPr id="938" name="Graphic 4">
              <a:extLst>
                <a:ext uri="{FF2B5EF4-FFF2-40B4-BE49-F238E27FC236}">
                  <a16:creationId xmlns:a16="http://schemas.microsoft.com/office/drawing/2014/main" id="{DA2C5ECA-C362-F844-A4C3-99E1682124EE}"/>
                </a:ext>
              </a:extLst>
            </p:cNvPr>
            <p:cNvSpPr/>
            <p:nvPr/>
          </p:nvSpPr>
          <p:spPr>
            <a:xfrm>
              <a:off x="1044115" y="3483263"/>
              <a:ext cx="84347" cy="74692"/>
            </a:xfrm>
            <a:custGeom>
              <a:avLst/>
              <a:gdLst>
                <a:gd name="connsiteX0" fmla="*/ 0 w 84347"/>
                <a:gd name="connsiteY0" fmla="*/ 74693 h 74692"/>
                <a:gd name="connsiteX1" fmla="*/ 74762 w 84347"/>
                <a:gd name="connsiteY1" fmla="*/ 74693 h 74692"/>
                <a:gd name="connsiteX2" fmla="*/ 84347 w 84347"/>
                <a:gd name="connsiteY2" fmla="*/ 0 h 74692"/>
                <a:gd name="connsiteX3" fmla="*/ 10224 w 84347"/>
                <a:gd name="connsiteY3" fmla="*/ 0 h 74692"/>
              </a:gdLst>
              <a:ahLst/>
              <a:cxnLst>
                <a:cxn ang="0">
                  <a:pos x="connsiteX0" y="connsiteY0"/>
                </a:cxn>
                <a:cxn ang="0">
                  <a:pos x="connsiteX1" y="connsiteY1"/>
                </a:cxn>
                <a:cxn ang="0">
                  <a:pos x="connsiteX2" y="connsiteY2"/>
                </a:cxn>
                <a:cxn ang="0">
                  <a:pos x="connsiteX3" y="connsiteY3"/>
                </a:cxn>
              </a:cxnLst>
              <a:rect l="l" t="t" r="r" b="b"/>
              <a:pathLst>
                <a:path w="84347" h="74692">
                  <a:moveTo>
                    <a:pt x="0" y="74693"/>
                  </a:moveTo>
                  <a:lnTo>
                    <a:pt x="74762" y="74693"/>
                  </a:lnTo>
                  <a:lnTo>
                    <a:pt x="84347" y="0"/>
                  </a:lnTo>
                  <a:lnTo>
                    <a:pt x="10224" y="0"/>
                  </a:lnTo>
                  <a:close/>
                </a:path>
              </a:pathLst>
            </a:custGeom>
            <a:solidFill>
              <a:srgbClr val="86BC25"/>
            </a:solidFill>
            <a:ln w="6390" cap="flat">
              <a:noFill/>
              <a:prstDash val="solid"/>
              <a:miter/>
            </a:ln>
          </p:spPr>
          <p:txBody>
            <a:bodyPr rtlCol="0" anchor="ctr"/>
            <a:lstStyle/>
            <a:p>
              <a:endParaRPr lang="en-US"/>
            </a:p>
          </p:txBody>
        </p:sp>
        <p:sp>
          <p:nvSpPr>
            <p:cNvPr id="939" name="Graphic 4">
              <a:extLst>
                <a:ext uri="{FF2B5EF4-FFF2-40B4-BE49-F238E27FC236}">
                  <a16:creationId xmlns:a16="http://schemas.microsoft.com/office/drawing/2014/main" id="{418082BE-B49C-6B4D-9A60-57C4258F8530}"/>
                </a:ext>
              </a:extLst>
            </p:cNvPr>
            <p:cNvSpPr/>
            <p:nvPr/>
          </p:nvSpPr>
          <p:spPr>
            <a:xfrm>
              <a:off x="905454" y="3339623"/>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84991 w 362309"/>
                <a:gd name="connsiteY6" fmla="*/ 143640 h 361971"/>
                <a:gd name="connsiteX7" fmla="*/ 235789 w 362309"/>
                <a:gd name="connsiteY7" fmla="*/ 143640 h 361971"/>
                <a:gd name="connsiteX8" fmla="*/ 226204 w 362309"/>
                <a:gd name="connsiteY8" fmla="*/ 218332 h 361971"/>
                <a:gd name="connsiteX9" fmla="*/ 273489 w 362309"/>
                <a:gd name="connsiteY9" fmla="*/ 218332 h 361971"/>
                <a:gd name="connsiteX10" fmla="*/ 279879 w 362309"/>
                <a:gd name="connsiteY10" fmla="*/ 224716 h 361971"/>
                <a:gd name="connsiteX11" fmla="*/ 273489 w 362309"/>
                <a:gd name="connsiteY11" fmla="*/ 231100 h 361971"/>
                <a:gd name="connsiteX12" fmla="*/ 224287 w 362309"/>
                <a:gd name="connsiteY12" fmla="*/ 231100 h 361971"/>
                <a:gd name="connsiteX13" fmla="*/ 217897 w 362309"/>
                <a:gd name="connsiteY13" fmla="*/ 280257 h 361971"/>
                <a:gd name="connsiteX14" fmla="*/ 211507 w 362309"/>
                <a:gd name="connsiteY14" fmla="*/ 286002 h 361971"/>
                <a:gd name="connsiteX15" fmla="*/ 210868 w 362309"/>
                <a:gd name="connsiteY15" fmla="*/ 286002 h 361971"/>
                <a:gd name="connsiteX16" fmla="*/ 205117 w 362309"/>
                <a:gd name="connsiteY16" fmla="*/ 278980 h 361971"/>
                <a:gd name="connsiteX17" fmla="*/ 211507 w 362309"/>
                <a:gd name="connsiteY17" fmla="*/ 231738 h 361971"/>
                <a:gd name="connsiteX18" fmla="*/ 136745 w 362309"/>
                <a:gd name="connsiteY18" fmla="*/ 231738 h 361971"/>
                <a:gd name="connsiteX19" fmla="*/ 130355 w 362309"/>
                <a:gd name="connsiteY19" fmla="*/ 280895 h 361971"/>
                <a:gd name="connsiteX20" fmla="*/ 123965 w 362309"/>
                <a:gd name="connsiteY20" fmla="*/ 286641 h 361971"/>
                <a:gd name="connsiteX21" fmla="*/ 123326 w 362309"/>
                <a:gd name="connsiteY21" fmla="*/ 286641 h 361971"/>
                <a:gd name="connsiteX22" fmla="*/ 117575 w 362309"/>
                <a:gd name="connsiteY22" fmla="*/ 279618 h 361971"/>
                <a:gd name="connsiteX23" fmla="*/ 123965 w 362309"/>
                <a:gd name="connsiteY23" fmla="*/ 232377 h 361971"/>
                <a:gd name="connsiteX24" fmla="*/ 76679 w 362309"/>
                <a:gd name="connsiteY24" fmla="*/ 232377 h 361971"/>
                <a:gd name="connsiteX25" fmla="*/ 70289 w 362309"/>
                <a:gd name="connsiteY25" fmla="*/ 225993 h 361971"/>
                <a:gd name="connsiteX26" fmla="*/ 76679 w 362309"/>
                <a:gd name="connsiteY26" fmla="*/ 219609 h 361971"/>
                <a:gd name="connsiteX27" fmla="*/ 125882 w 362309"/>
                <a:gd name="connsiteY27" fmla="*/ 219609 h 361971"/>
                <a:gd name="connsiteX28" fmla="*/ 136106 w 362309"/>
                <a:gd name="connsiteY28" fmla="*/ 143640 h 361971"/>
                <a:gd name="connsiteX29" fmla="*/ 88820 w 362309"/>
                <a:gd name="connsiteY29" fmla="*/ 143640 h 361971"/>
                <a:gd name="connsiteX30" fmla="*/ 82430 w 362309"/>
                <a:gd name="connsiteY30" fmla="*/ 137256 h 361971"/>
                <a:gd name="connsiteX31" fmla="*/ 88820 w 362309"/>
                <a:gd name="connsiteY31" fmla="*/ 130872 h 361971"/>
                <a:gd name="connsiteX32" fmla="*/ 138023 w 362309"/>
                <a:gd name="connsiteY32" fmla="*/ 130872 h 361971"/>
                <a:gd name="connsiteX33" fmla="*/ 144413 w 362309"/>
                <a:gd name="connsiteY33" fmla="*/ 81715 h 361971"/>
                <a:gd name="connsiteX34" fmla="*/ 151441 w 362309"/>
                <a:gd name="connsiteY34" fmla="*/ 75970 h 361971"/>
                <a:gd name="connsiteX35" fmla="*/ 157192 w 362309"/>
                <a:gd name="connsiteY35" fmla="*/ 82992 h 361971"/>
                <a:gd name="connsiteX36" fmla="*/ 150803 w 362309"/>
                <a:gd name="connsiteY36" fmla="*/ 130233 h 361971"/>
                <a:gd name="connsiteX37" fmla="*/ 225565 w 362309"/>
                <a:gd name="connsiteY37" fmla="*/ 130233 h 361971"/>
                <a:gd name="connsiteX38" fmla="*/ 231955 w 362309"/>
                <a:gd name="connsiteY38" fmla="*/ 81077 h 361971"/>
                <a:gd name="connsiteX39" fmla="*/ 238984 w 362309"/>
                <a:gd name="connsiteY39" fmla="*/ 75331 h 361971"/>
                <a:gd name="connsiteX40" fmla="*/ 244735 w 362309"/>
                <a:gd name="connsiteY40" fmla="*/ 82354 h 361971"/>
                <a:gd name="connsiteX41" fmla="*/ 238345 w 362309"/>
                <a:gd name="connsiteY41" fmla="*/ 129595 h 361971"/>
                <a:gd name="connsiteX42" fmla="*/ 285630 w 362309"/>
                <a:gd name="connsiteY42" fmla="*/ 129595 h 361971"/>
                <a:gd name="connsiteX43" fmla="*/ 292020 w 362309"/>
                <a:gd name="connsiteY43" fmla="*/ 135979 h 361971"/>
                <a:gd name="connsiteX44" fmla="*/ 284991 w 362309"/>
                <a:gd name="connsiteY44" fmla="*/ 143640 h 361971"/>
                <a:gd name="connsiteX45" fmla="*/ 284991 w 362309"/>
                <a:gd name="connsiteY45" fmla="*/ 1436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1157" y="0"/>
                    <a:pt x="180835" y="0"/>
                  </a:cubicBezTo>
                  <a:close/>
                  <a:moveTo>
                    <a:pt x="284991" y="143640"/>
                  </a:moveTo>
                  <a:lnTo>
                    <a:pt x="235789" y="143640"/>
                  </a:lnTo>
                  <a:lnTo>
                    <a:pt x="226204" y="218332"/>
                  </a:lnTo>
                  <a:lnTo>
                    <a:pt x="273489" y="218332"/>
                  </a:lnTo>
                  <a:cubicBezTo>
                    <a:pt x="277323" y="218332"/>
                    <a:pt x="279879" y="220886"/>
                    <a:pt x="279879" y="224716"/>
                  </a:cubicBezTo>
                  <a:cubicBezTo>
                    <a:pt x="279879" y="228546"/>
                    <a:pt x="277323" y="231100"/>
                    <a:pt x="273489" y="231100"/>
                  </a:cubicBezTo>
                  <a:lnTo>
                    <a:pt x="224287" y="231100"/>
                  </a:lnTo>
                  <a:lnTo>
                    <a:pt x="217897" y="280257"/>
                  </a:lnTo>
                  <a:cubicBezTo>
                    <a:pt x="217258" y="283449"/>
                    <a:pt x="214702" y="286002"/>
                    <a:pt x="211507" y="286002"/>
                  </a:cubicBezTo>
                  <a:lnTo>
                    <a:pt x="210868" y="286002"/>
                  </a:lnTo>
                  <a:cubicBezTo>
                    <a:pt x="207673" y="285364"/>
                    <a:pt x="205117" y="282172"/>
                    <a:pt x="205117" y="278980"/>
                  </a:cubicBezTo>
                  <a:lnTo>
                    <a:pt x="211507" y="231738"/>
                  </a:lnTo>
                  <a:lnTo>
                    <a:pt x="136745" y="231738"/>
                  </a:lnTo>
                  <a:lnTo>
                    <a:pt x="130355" y="280895"/>
                  </a:lnTo>
                  <a:cubicBezTo>
                    <a:pt x="129716" y="284087"/>
                    <a:pt x="127160" y="286641"/>
                    <a:pt x="123965" y="286641"/>
                  </a:cubicBezTo>
                  <a:lnTo>
                    <a:pt x="123326" y="286641"/>
                  </a:lnTo>
                  <a:cubicBezTo>
                    <a:pt x="120131" y="286002"/>
                    <a:pt x="117575" y="282810"/>
                    <a:pt x="117575" y="279618"/>
                  </a:cubicBezTo>
                  <a:lnTo>
                    <a:pt x="123965" y="232377"/>
                  </a:lnTo>
                  <a:lnTo>
                    <a:pt x="76679" y="232377"/>
                  </a:lnTo>
                  <a:cubicBezTo>
                    <a:pt x="72845" y="232377"/>
                    <a:pt x="70289" y="229823"/>
                    <a:pt x="70289" y="225993"/>
                  </a:cubicBezTo>
                  <a:cubicBezTo>
                    <a:pt x="70289" y="222163"/>
                    <a:pt x="72845" y="219609"/>
                    <a:pt x="76679" y="219609"/>
                  </a:cubicBezTo>
                  <a:lnTo>
                    <a:pt x="125882" y="219609"/>
                  </a:lnTo>
                  <a:lnTo>
                    <a:pt x="136106" y="143640"/>
                  </a:lnTo>
                  <a:lnTo>
                    <a:pt x="88820" y="143640"/>
                  </a:lnTo>
                  <a:cubicBezTo>
                    <a:pt x="84986" y="143640"/>
                    <a:pt x="82430" y="141086"/>
                    <a:pt x="82430" y="137256"/>
                  </a:cubicBezTo>
                  <a:cubicBezTo>
                    <a:pt x="82430" y="133425"/>
                    <a:pt x="84986" y="130872"/>
                    <a:pt x="88820" y="130872"/>
                  </a:cubicBezTo>
                  <a:lnTo>
                    <a:pt x="138023" y="130872"/>
                  </a:lnTo>
                  <a:lnTo>
                    <a:pt x="144413" y="81715"/>
                  </a:lnTo>
                  <a:cubicBezTo>
                    <a:pt x="145052" y="77885"/>
                    <a:pt x="148247" y="75970"/>
                    <a:pt x="151441" y="75970"/>
                  </a:cubicBezTo>
                  <a:cubicBezTo>
                    <a:pt x="154636" y="75970"/>
                    <a:pt x="157192" y="79800"/>
                    <a:pt x="157192" y="82992"/>
                  </a:cubicBezTo>
                  <a:lnTo>
                    <a:pt x="150803" y="130233"/>
                  </a:lnTo>
                  <a:lnTo>
                    <a:pt x="225565" y="130233"/>
                  </a:lnTo>
                  <a:lnTo>
                    <a:pt x="231955" y="81077"/>
                  </a:lnTo>
                  <a:cubicBezTo>
                    <a:pt x="232594" y="77246"/>
                    <a:pt x="235789" y="75331"/>
                    <a:pt x="238984" y="75331"/>
                  </a:cubicBezTo>
                  <a:cubicBezTo>
                    <a:pt x="242179" y="75331"/>
                    <a:pt x="244735" y="79162"/>
                    <a:pt x="244735" y="82354"/>
                  </a:cubicBezTo>
                  <a:lnTo>
                    <a:pt x="238345" y="129595"/>
                  </a:lnTo>
                  <a:lnTo>
                    <a:pt x="285630" y="129595"/>
                  </a:lnTo>
                  <a:cubicBezTo>
                    <a:pt x="289464" y="129595"/>
                    <a:pt x="292020" y="132149"/>
                    <a:pt x="292020" y="135979"/>
                  </a:cubicBezTo>
                  <a:cubicBezTo>
                    <a:pt x="292020" y="139809"/>
                    <a:pt x="288825" y="143640"/>
                    <a:pt x="284991" y="143640"/>
                  </a:cubicBezTo>
                  <a:lnTo>
                    <a:pt x="284991" y="143640"/>
                  </a:lnTo>
                  <a:close/>
                </a:path>
              </a:pathLst>
            </a:custGeom>
            <a:solidFill>
              <a:srgbClr val="86BC25"/>
            </a:solidFill>
            <a:ln w="6390" cap="flat">
              <a:noFill/>
              <a:prstDash val="solid"/>
              <a:miter/>
            </a:ln>
          </p:spPr>
          <p:txBody>
            <a:bodyPr rtlCol="0" anchor="ctr"/>
            <a:lstStyle/>
            <a:p>
              <a:endParaRPr lang="en-US"/>
            </a:p>
          </p:txBody>
        </p:sp>
      </p:grpSp>
      <p:grpSp>
        <p:nvGrpSpPr>
          <p:cNvPr id="940" name="Graphic 4">
            <a:extLst>
              <a:ext uri="{FF2B5EF4-FFF2-40B4-BE49-F238E27FC236}">
                <a16:creationId xmlns:a16="http://schemas.microsoft.com/office/drawing/2014/main" id="{0091EAAD-7F07-B84C-8ACC-943EB644AD39}"/>
              </a:ext>
            </a:extLst>
          </p:cNvPr>
          <p:cNvGrpSpPr/>
          <p:nvPr/>
        </p:nvGrpSpPr>
        <p:grpSpPr>
          <a:xfrm>
            <a:off x="10325499" y="3339623"/>
            <a:ext cx="361670" cy="361971"/>
            <a:chOff x="10325499" y="3339623"/>
            <a:chExt cx="361670" cy="361971"/>
          </a:xfrm>
          <a:solidFill>
            <a:srgbClr val="046A38"/>
          </a:solidFill>
        </p:grpSpPr>
        <p:sp>
          <p:nvSpPr>
            <p:cNvPr id="941" name="Graphic 4">
              <a:extLst>
                <a:ext uri="{FF2B5EF4-FFF2-40B4-BE49-F238E27FC236}">
                  <a16:creationId xmlns:a16="http://schemas.microsoft.com/office/drawing/2014/main" id="{6827A860-12A1-1645-8CEA-B0D5422093E5}"/>
                </a:ext>
              </a:extLst>
            </p:cNvPr>
            <p:cNvSpPr/>
            <p:nvPr/>
          </p:nvSpPr>
          <p:spPr>
            <a:xfrm>
              <a:off x="10416875" y="3551572"/>
              <a:ext cx="178918" cy="42772"/>
            </a:xfrm>
            <a:custGeom>
              <a:avLst/>
              <a:gdLst>
                <a:gd name="connsiteX0" fmla="*/ 121409 w 178918"/>
                <a:gd name="connsiteY0" fmla="*/ 23621 h 42772"/>
                <a:gd name="connsiteX1" fmla="*/ 57509 w 178918"/>
                <a:gd name="connsiteY1" fmla="*/ 23621 h 42772"/>
                <a:gd name="connsiteX2" fmla="*/ 35784 w 178918"/>
                <a:gd name="connsiteY2" fmla="*/ 0 h 42772"/>
                <a:gd name="connsiteX3" fmla="*/ 0 w 178918"/>
                <a:gd name="connsiteY3" fmla="*/ 0 h 42772"/>
                <a:gd name="connsiteX4" fmla="*/ 0 w 178918"/>
                <a:gd name="connsiteY4" fmla="*/ 42773 h 42772"/>
                <a:gd name="connsiteX5" fmla="*/ 178918 w 178918"/>
                <a:gd name="connsiteY5" fmla="*/ 42773 h 42772"/>
                <a:gd name="connsiteX6" fmla="*/ 178918 w 178918"/>
                <a:gd name="connsiteY6" fmla="*/ 0 h 42772"/>
                <a:gd name="connsiteX7" fmla="*/ 143135 w 178918"/>
                <a:gd name="connsiteY7" fmla="*/ 0 h 42772"/>
                <a:gd name="connsiteX8" fmla="*/ 121409 w 178918"/>
                <a:gd name="connsiteY8" fmla="*/ 23621 h 4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8918" h="42772">
                  <a:moveTo>
                    <a:pt x="121409" y="23621"/>
                  </a:moveTo>
                  <a:lnTo>
                    <a:pt x="57509" y="23621"/>
                  </a:lnTo>
                  <a:cubicBezTo>
                    <a:pt x="46647" y="23621"/>
                    <a:pt x="37701" y="13406"/>
                    <a:pt x="35784" y="0"/>
                  </a:cubicBezTo>
                  <a:lnTo>
                    <a:pt x="0" y="0"/>
                  </a:lnTo>
                  <a:lnTo>
                    <a:pt x="0" y="42773"/>
                  </a:lnTo>
                  <a:lnTo>
                    <a:pt x="178918" y="42773"/>
                  </a:lnTo>
                  <a:lnTo>
                    <a:pt x="178918" y="0"/>
                  </a:lnTo>
                  <a:lnTo>
                    <a:pt x="143135" y="0"/>
                  </a:lnTo>
                  <a:cubicBezTo>
                    <a:pt x="140579" y="13406"/>
                    <a:pt x="132272" y="23621"/>
                    <a:pt x="121409" y="23621"/>
                  </a:cubicBezTo>
                  <a:close/>
                </a:path>
              </a:pathLst>
            </a:custGeom>
            <a:solidFill>
              <a:srgbClr val="046A38"/>
            </a:solidFill>
            <a:ln w="6390" cap="flat">
              <a:noFill/>
              <a:prstDash val="solid"/>
              <a:miter/>
            </a:ln>
          </p:spPr>
          <p:txBody>
            <a:bodyPr rtlCol="0" anchor="ctr"/>
            <a:lstStyle/>
            <a:p>
              <a:endParaRPr lang="en-US"/>
            </a:p>
          </p:txBody>
        </p:sp>
        <p:sp>
          <p:nvSpPr>
            <p:cNvPr id="942" name="Graphic 4">
              <a:extLst>
                <a:ext uri="{FF2B5EF4-FFF2-40B4-BE49-F238E27FC236}">
                  <a16:creationId xmlns:a16="http://schemas.microsoft.com/office/drawing/2014/main" id="{62A9F8D6-1261-874E-AA95-541D0EFA60CA}"/>
                </a:ext>
              </a:extLst>
            </p:cNvPr>
            <p:cNvSpPr/>
            <p:nvPr/>
          </p:nvSpPr>
          <p:spPr>
            <a:xfrm>
              <a:off x="10419431" y="3447513"/>
              <a:ext cx="172528" cy="114273"/>
            </a:xfrm>
            <a:custGeom>
              <a:avLst/>
              <a:gdLst>
                <a:gd name="connsiteX0" fmla="*/ 138022 w 172528"/>
                <a:gd name="connsiteY0" fmla="*/ 0 h 114273"/>
                <a:gd name="connsiteX1" fmla="*/ 35145 w 172528"/>
                <a:gd name="connsiteY1" fmla="*/ 0 h 114273"/>
                <a:gd name="connsiteX2" fmla="*/ 0 w 172528"/>
                <a:gd name="connsiteY2" fmla="*/ 90652 h 114273"/>
                <a:gd name="connsiteX3" fmla="*/ 38340 w 172528"/>
                <a:gd name="connsiteY3" fmla="*/ 90652 h 114273"/>
                <a:gd name="connsiteX4" fmla="*/ 44730 w 172528"/>
                <a:gd name="connsiteY4" fmla="*/ 97036 h 114273"/>
                <a:gd name="connsiteX5" fmla="*/ 54314 w 172528"/>
                <a:gd name="connsiteY5" fmla="*/ 114273 h 114273"/>
                <a:gd name="connsiteX6" fmla="*/ 118214 w 172528"/>
                <a:gd name="connsiteY6" fmla="*/ 114273 h 114273"/>
                <a:gd name="connsiteX7" fmla="*/ 127799 w 172528"/>
                <a:gd name="connsiteY7" fmla="*/ 97036 h 114273"/>
                <a:gd name="connsiteX8" fmla="*/ 134189 w 172528"/>
                <a:gd name="connsiteY8" fmla="*/ 90652 h 114273"/>
                <a:gd name="connsiteX9" fmla="*/ 172528 w 172528"/>
                <a:gd name="connsiteY9" fmla="*/ 90652 h 114273"/>
                <a:gd name="connsiteX10" fmla="*/ 138022 w 172528"/>
                <a:gd name="connsiteY10" fmla="*/ 0 h 114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2528" h="114273">
                  <a:moveTo>
                    <a:pt x="138022" y="0"/>
                  </a:moveTo>
                  <a:lnTo>
                    <a:pt x="35145" y="0"/>
                  </a:lnTo>
                  <a:lnTo>
                    <a:pt x="0" y="90652"/>
                  </a:lnTo>
                  <a:lnTo>
                    <a:pt x="38340" y="90652"/>
                  </a:lnTo>
                  <a:cubicBezTo>
                    <a:pt x="42173" y="90652"/>
                    <a:pt x="44730" y="93206"/>
                    <a:pt x="44730" y="97036"/>
                  </a:cubicBezTo>
                  <a:cubicBezTo>
                    <a:pt x="44730" y="107251"/>
                    <a:pt x="49842" y="114273"/>
                    <a:pt x="54314" y="114273"/>
                  </a:cubicBezTo>
                  <a:lnTo>
                    <a:pt x="118214" y="114273"/>
                  </a:lnTo>
                  <a:cubicBezTo>
                    <a:pt x="122687" y="114273"/>
                    <a:pt x="127799" y="106612"/>
                    <a:pt x="127799" y="97036"/>
                  </a:cubicBezTo>
                  <a:cubicBezTo>
                    <a:pt x="127799" y="93206"/>
                    <a:pt x="130355" y="90652"/>
                    <a:pt x="134189" y="90652"/>
                  </a:cubicBezTo>
                  <a:lnTo>
                    <a:pt x="172528" y="90652"/>
                  </a:lnTo>
                  <a:lnTo>
                    <a:pt x="138022" y="0"/>
                  </a:lnTo>
                  <a:close/>
                </a:path>
              </a:pathLst>
            </a:custGeom>
            <a:solidFill>
              <a:srgbClr val="046A38"/>
            </a:solidFill>
            <a:ln w="6390" cap="flat">
              <a:noFill/>
              <a:prstDash val="solid"/>
              <a:miter/>
            </a:ln>
          </p:spPr>
          <p:txBody>
            <a:bodyPr rtlCol="0" anchor="ctr"/>
            <a:lstStyle/>
            <a:p>
              <a:endParaRPr lang="en-US"/>
            </a:p>
          </p:txBody>
        </p:sp>
        <p:sp>
          <p:nvSpPr>
            <p:cNvPr id="943" name="Graphic 4">
              <a:extLst>
                <a:ext uri="{FF2B5EF4-FFF2-40B4-BE49-F238E27FC236}">
                  <a16:creationId xmlns:a16="http://schemas.microsoft.com/office/drawing/2014/main" id="{EC66F607-3557-FD48-A796-BC8931E8263D}"/>
                </a:ext>
              </a:extLst>
            </p:cNvPr>
            <p:cNvSpPr/>
            <p:nvPr/>
          </p:nvSpPr>
          <p:spPr>
            <a:xfrm>
              <a:off x="10325499" y="3339623"/>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81796 w 361670"/>
                <a:gd name="connsiteY7" fmla="*/ 204926 h 361971"/>
                <a:gd name="connsiteX8" fmla="*/ 282435 w 361670"/>
                <a:gd name="connsiteY8" fmla="*/ 260466 h 361971"/>
                <a:gd name="connsiteX9" fmla="*/ 276045 w 361670"/>
                <a:gd name="connsiteY9" fmla="*/ 266850 h 361971"/>
                <a:gd name="connsiteX10" fmla="*/ 84347 w 361670"/>
                <a:gd name="connsiteY10" fmla="*/ 266850 h 361971"/>
                <a:gd name="connsiteX11" fmla="*/ 77957 w 361670"/>
                <a:gd name="connsiteY11" fmla="*/ 260466 h 361971"/>
                <a:gd name="connsiteX12" fmla="*/ 77957 w 361670"/>
                <a:gd name="connsiteY12" fmla="*/ 204926 h 361971"/>
                <a:gd name="connsiteX13" fmla="*/ 77957 w 361670"/>
                <a:gd name="connsiteY13" fmla="*/ 203649 h 361971"/>
                <a:gd name="connsiteX14" fmla="*/ 77957 w 361670"/>
                <a:gd name="connsiteY14" fmla="*/ 202372 h 361971"/>
                <a:gd name="connsiteX15" fmla="*/ 117575 w 361670"/>
                <a:gd name="connsiteY15" fmla="*/ 98952 h 361971"/>
                <a:gd name="connsiteX16" fmla="*/ 117575 w 361670"/>
                <a:gd name="connsiteY16" fmla="*/ 98952 h 361971"/>
                <a:gd name="connsiteX17" fmla="*/ 118214 w 361670"/>
                <a:gd name="connsiteY17" fmla="*/ 97675 h 361971"/>
                <a:gd name="connsiteX18" fmla="*/ 118853 w 361670"/>
                <a:gd name="connsiteY18" fmla="*/ 97037 h 361971"/>
                <a:gd name="connsiteX19" fmla="*/ 120130 w 361670"/>
                <a:gd name="connsiteY19" fmla="*/ 96398 h 361971"/>
                <a:gd name="connsiteX20" fmla="*/ 120770 w 361670"/>
                <a:gd name="connsiteY20" fmla="*/ 95760 h 361971"/>
                <a:gd name="connsiteX21" fmla="*/ 122048 w 361670"/>
                <a:gd name="connsiteY21" fmla="*/ 95760 h 361971"/>
                <a:gd name="connsiteX22" fmla="*/ 123325 w 361670"/>
                <a:gd name="connsiteY22" fmla="*/ 95760 h 361971"/>
                <a:gd name="connsiteX23" fmla="*/ 235149 w 361670"/>
                <a:gd name="connsiteY23" fmla="*/ 95760 h 361971"/>
                <a:gd name="connsiteX24" fmla="*/ 236428 w 361670"/>
                <a:gd name="connsiteY24" fmla="*/ 95760 h 361971"/>
                <a:gd name="connsiteX25" fmla="*/ 237705 w 361670"/>
                <a:gd name="connsiteY25" fmla="*/ 95760 h 361971"/>
                <a:gd name="connsiteX26" fmla="*/ 238344 w 361670"/>
                <a:gd name="connsiteY26" fmla="*/ 96398 h 361971"/>
                <a:gd name="connsiteX27" fmla="*/ 239623 w 361670"/>
                <a:gd name="connsiteY27" fmla="*/ 97037 h 361971"/>
                <a:gd name="connsiteX28" fmla="*/ 240261 w 361670"/>
                <a:gd name="connsiteY28" fmla="*/ 97675 h 361971"/>
                <a:gd name="connsiteX29" fmla="*/ 240900 w 361670"/>
                <a:gd name="connsiteY29" fmla="*/ 98952 h 361971"/>
                <a:gd name="connsiteX30" fmla="*/ 240900 w 361670"/>
                <a:gd name="connsiteY30" fmla="*/ 98952 h 361971"/>
                <a:gd name="connsiteX31" fmla="*/ 280518 w 361670"/>
                <a:gd name="connsiteY31" fmla="*/ 202372 h 361971"/>
                <a:gd name="connsiteX32" fmla="*/ 281796 w 361670"/>
                <a:gd name="connsiteY32" fmla="*/ 20492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1670" h="361971">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1670" y="81077"/>
                    <a:pt x="280518" y="0"/>
                    <a:pt x="180835" y="0"/>
                  </a:cubicBezTo>
                  <a:cubicBezTo>
                    <a:pt x="180835" y="0"/>
                    <a:pt x="180835" y="0"/>
                    <a:pt x="180835" y="0"/>
                  </a:cubicBezTo>
                  <a:close/>
                  <a:moveTo>
                    <a:pt x="281796" y="204926"/>
                  </a:moveTo>
                  <a:lnTo>
                    <a:pt x="282435" y="260466"/>
                  </a:lnTo>
                  <a:cubicBezTo>
                    <a:pt x="282435" y="264297"/>
                    <a:pt x="279879" y="266850"/>
                    <a:pt x="276045" y="266850"/>
                  </a:cubicBezTo>
                  <a:lnTo>
                    <a:pt x="84347" y="266850"/>
                  </a:lnTo>
                  <a:cubicBezTo>
                    <a:pt x="80513" y="266850"/>
                    <a:pt x="77957" y="264297"/>
                    <a:pt x="77957" y="260466"/>
                  </a:cubicBezTo>
                  <a:lnTo>
                    <a:pt x="77957" y="204926"/>
                  </a:lnTo>
                  <a:cubicBezTo>
                    <a:pt x="77957" y="204287"/>
                    <a:pt x="77957" y="204287"/>
                    <a:pt x="77957" y="203649"/>
                  </a:cubicBezTo>
                  <a:cubicBezTo>
                    <a:pt x="77957" y="203011"/>
                    <a:pt x="77957" y="203011"/>
                    <a:pt x="77957" y="202372"/>
                  </a:cubicBezTo>
                  <a:lnTo>
                    <a:pt x="117575" y="98952"/>
                  </a:lnTo>
                  <a:lnTo>
                    <a:pt x="117575" y="98952"/>
                  </a:lnTo>
                  <a:cubicBezTo>
                    <a:pt x="117575" y="98313"/>
                    <a:pt x="118214" y="98313"/>
                    <a:pt x="118214" y="97675"/>
                  </a:cubicBezTo>
                  <a:cubicBezTo>
                    <a:pt x="118214" y="97675"/>
                    <a:pt x="118853" y="97037"/>
                    <a:pt x="118853" y="97037"/>
                  </a:cubicBezTo>
                  <a:cubicBezTo>
                    <a:pt x="119492" y="97037"/>
                    <a:pt x="119492" y="96398"/>
                    <a:pt x="120130" y="96398"/>
                  </a:cubicBezTo>
                  <a:lnTo>
                    <a:pt x="120770" y="95760"/>
                  </a:lnTo>
                  <a:cubicBezTo>
                    <a:pt x="121409" y="95760"/>
                    <a:pt x="121409" y="95760"/>
                    <a:pt x="122048" y="95760"/>
                  </a:cubicBezTo>
                  <a:cubicBezTo>
                    <a:pt x="122686" y="95760"/>
                    <a:pt x="122686" y="95760"/>
                    <a:pt x="123325" y="95760"/>
                  </a:cubicBezTo>
                  <a:lnTo>
                    <a:pt x="235149" y="95760"/>
                  </a:lnTo>
                  <a:cubicBezTo>
                    <a:pt x="235789" y="95760"/>
                    <a:pt x="235789" y="95760"/>
                    <a:pt x="236428" y="95760"/>
                  </a:cubicBezTo>
                  <a:lnTo>
                    <a:pt x="237705" y="95760"/>
                  </a:lnTo>
                  <a:cubicBezTo>
                    <a:pt x="237705" y="95760"/>
                    <a:pt x="238344" y="96398"/>
                    <a:pt x="238344" y="96398"/>
                  </a:cubicBezTo>
                  <a:cubicBezTo>
                    <a:pt x="238984" y="96398"/>
                    <a:pt x="238984" y="97037"/>
                    <a:pt x="239623" y="97037"/>
                  </a:cubicBezTo>
                  <a:cubicBezTo>
                    <a:pt x="239623" y="97037"/>
                    <a:pt x="240261" y="97675"/>
                    <a:pt x="240261" y="97675"/>
                  </a:cubicBezTo>
                  <a:cubicBezTo>
                    <a:pt x="240900" y="98313"/>
                    <a:pt x="240900" y="98313"/>
                    <a:pt x="240900" y="98952"/>
                  </a:cubicBezTo>
                  <a:lnTo>
                    <a:pt x="240900" y="98952"/>
                  </a:lnTo>
                  <a:lnTo>
                    <a:pt x="280518" y="202372"/>
                  </a:lnTo>
                  <a:cubicBezTo>
                    <a:pt x="281796" y="203649"/>
                    <a:pt x="282435" y="204287"/>
                    <a:pt x="281796" y="204926"/>
                  </a:cubicBezTo>
                  <a:close/>
                </a:path>
              </a:pathLst>
            </a:custGeom>
            <a:solidFill>
              <a:srgbClr val="046A38"/>
            </a:solidFill>
            <a:ln w="6390" cap="flat">
              <a:noFill/>
              <a:prstDash val="solid"/>
              <a:miter/>
            </a:ln>
          </p:spPr>
          <p:txBody>
            <a:bodyPr rtlCol="0" anchor="ctr"/>
            <a:lstStyle/>
            <a:p>
              <a:endParaRPr lang="en-US"/>
            </a:p>
          </p:txBody>
        </p:sp>
      </p:grpSp>
      <p:grpSp>
        <p:nvGrpSpPr>
          <p:cNvPr id="944" name="Graphic 4">
            <a:extLst>
              <a:ext uri="{FF2B5EF4-FFF2-40B4-BE49-F238E27FC236}">
                <a16:creationId xmlns:a16="http://schemas.microsoft.com/office/drawing/2014/main" id="{687FACEE-84EF-1440-A6D3-AA0C5F244FD0}"/>
              </a:ext>
            </a:extLst>
          </p:cNvPr>
          <p:cNvGrpSpPr/>
          <p:nvPr/>
        </p:nvGrpSpPr>
        <p:grpSpPr>
          <a:xfrm>
            <a:off x="10325499" y="1893013"/>
            <a:ext cx="361670" cy="361971"/>
            <a:chOff x="10325499" y="1893013"/>
            <a:chExt cx="361670" cy="361971"/>
          </a:xfrm>
          <a:solidFill>
            <a:srgbClr val="046A38"/>
          </a:solidFill>
        </p:grpSpPr>
        <p:sp>
          <p:nvSpPr>
            <p:cNvPr id="945" name="Graphic 4">
              <a:extLst>
                <a:ext uri="{FF2B5EF4-FFF2-40B4-BE49-F238E27FC236}">
                  <a16:creationId xmlns:a16="http://schemas.microsoft.com/office/drawing/2014/main" id="{1248FACC-4A9F-B948-9DD1-B73244403640}"/>
                </a:ext>
              </a:extLst>
            </p:cNvPr>
            <p:cNvSpPr/>
            <p:nvPr/>
          </p:nvSpPr>
          <p:spPr>
            <a:xfrm>
              <a:off x="10539562" y="2071764"/>
              <a:ext cx="47924" cy="90652"/>
            </a:xfrm>
            <a:custGeom>
              <a:avLst/>
              <a:gdLst>
                <a:gd name="connsiteX0" fmla="*/ 0 w 47924"/>
                <a:gd name="connsiteY0" fmla="*/ 42773 h 90652"/>
                <a:gd name="connsiteX1" fmla="*/ 47925 w 47924"/>
                <a:gd name="connsiteY1" fmla="*/ 90653 h 90652"/>
                <a:gd name="connsiteX2" fmla="*/ 47925 w 47924"/>
                <a:gd name="connsiteY2" fmla="*/ 0 h 90652"/>
              </a:gdLst>
              <a:ahLst/>
              <a:cxnLst>
                <a:cxn ang="0">
                  <a:pos x="connsiteX0" y="connsiteY0"/>
                </a:cxn>
                <a:cxn ang="0">
                  <a:pos x="connsiteX1" y="connsiteY1"/>
                </a:cxn>
                <a:cxn ang="0">
                  <a:pos x="connsiteX2" y="connsiteY2"/>
                </a:cxn>
              </a:cxnLst>
              <a:rect l="l" t="t" r="r" b="b"/>
              <a:pathLst>
                <a:path w="47924" h="90652">
                  <a:moveTo>
                    <a:pt x="0" y="42773"/>
                  </a:moveTo>
                  <a:lnTo>
                    <a:pt x="47925" y="90653"/>
                  </a:lnTo>
                  <a:lnTo>
                    <a:pt x="47925" y="0"/>
                  </a:lnTo>
                  <a:close/>
                </a:path>
              </a:pathLst>
            </a:custGeom>
            <a:solidFill>
              <a:srgbClr val="046A38"/>
            </a:solidFill>
            <a:ln w="6390" cap="flat">
              <a:noFill/>
              <a:prstDash val="solid"/>
              <a:miter/>
            </a:ln>
          </p:spPr>
          <p:txBody>
            <a:bodyPr rtlCol="0" anchor="ctr"/>
            <a:lstStyle/>
            <a:p>
              <a:endParaRPr lang="en-US"/>
            </a:p>
          </p:txBody>
        </p:sp>
        <p:sp>
          <p:nvSpPr>
            <p:cNvPr id="946" name="Graphic 4">
              <a:extLst>
                <a:ext uri="{FF2B5EF4-FFF2-40B4-BE49-F238E27FC236}">
                  <a16:creationId xmlns:a16="http://schemas.microsoft.com/office/drawing/2014/main" id="{6F4DB504-C19D-444A-A4CE-FDBDE5AC6CB9}"/>
                </a:ext>
              </a:extLst>
            </p:cNvPr>
            <p:cNvSpPr/>
            <p:nvPr/>
          </p:nvSpPr>
          <p:spPr>
            <a:xfrm>
              <a:off x="10433489" y="2120283"/>
              <a:ext cx="145051" cy="51071"/>
            </a:xfrm>
            <a:custGeom>
              <a:avLst/>
              <a:gdLst>
                <a:gd name="connsiteX0" fmla="*/ 93932 w 145051"/>
                <a:gd name="connsiteY0" fmla="*/ 0 h 51071"/>
                <a:gd name="connsiteX1" fmla="*/ 51119 w 145051"/>
                <a:gd name="connsiteY1" fmla="*/ 0 h 51071"/>
                <a:gd name="connsiteX2" fmla="*/ 0 w 145051"/>
                <a:gd name="connsiteY2" fmla="*/ 51072 h 51071"/>
                <a:gd name="connsiteX3" fmla="*/ 145051 w 145051"/>
                <a:gd name="connsiteY3" fmla="*/ 51072 h 51071"/>
              </a:gdLst>
              <a:ahLst/>
              <a:cxnLst>
                <a:cxn ang="0">
                  <a:pos x="connsiteX0" y="connsiteY0"/>
                </a:cxn>
                <a:cxn ang="0">
                  <a:pos x="connsiteX1" y="connsiteY1"/>
                </a:cxn>
                <a:cxn ang="0">
                  <a:pos x="connsiteX2" y="connsiteY2"/>
                </a:cxn>
                <a:cxn ang="0">
                  <a:pos x="connsiteX3" y="connsiteY3"/>
                </a:cxn>
              </a:cxnLst>
              <a:rect l="l" t="t" r="r" b="b"/>
              <a:pathLst>
                <a:path w="145051" h="51071">
                  <a:moveTo>
                    <a:pt x="93932" y="0"/>
                  </a:moveTo>
                  <a:lnTo>
                    <a:pt x="51119" y="0"/>
                  </a:lnTo>
                  <a:lnTo>
                    <a:pt x="0" y="51072"/>
                  </a:lnTo>
                  <a:lnTo>
                    <a:pt x="145051" y="51072"/>
                  </a:lnTo>
                  <a:close/>
                </a:path>
              </a:pathLst>
            </a:custGeom>
            <a:solidFill>
              <a:srgbClr val="046A38"/>
            </a:solidFill>
            <a:ln w="6390" cap="flat">
              <a:noFill/>
              <a:prstDash val="solid"/>
              <a:miter/>
            </a:ln>
          </p:spPr>
          <p:txBody>
            <a:bodyPr rtlCol="0" anchor="ctr"/>
            <a:lstStyle/>
            <a:p>
              <a:endParaRPr lang="en-US"/>
            </a:p>
          </p:txBody>
        </p:sp>
        <p:sp>
          <p:nvSpPr>
            <p:cNvPr id="947" name="Graphic 4">
              <a:extLst>
                <a:ext uri="{FF2B5EF4-FFF2-40B4-BE49-F238E27FC236}">
                  <a16:creationId xmlns:a16="http://schemas.microsoft.com/office/drawing/2014/main" id="{B656C9A3-A4CC-FB48-907B-B0E03DA8E77A}"/>
                </a:ext>
              </a:extLst>
            </p:cNvPr>
            <p:cNvSpPr/>
            <p:nvPr/>
          </p:nvSpPr>
          <p:spPr>
            <a:xfrm>
              <a:off x="10424543" y="2071764"/>
              <a:ext cx="47924" cy="90652"/>
            </a:xfrm>
            <a:custGeom>
              <a:avLst/>
              <a:gdLst>
                <a:gd name="connsiteX0" fmla="*/ 0 w 47924"/>
                <a:gd name="connsiteY0" fmla="*/ 0 h 90652"/>
                <a:gd name="connsiteX1" fmla="*/ 0 w 47924"/>
                <a:gd name="connsiteY1" fmla="*/ 90653 h 90652"/>
                <a:gd name="connsiteX2" fmla="*/ 47925 w 47924"/>
                <a:gd name="connsiteY2" fmla="*/ 42773 h 90652"/>
              </a:gdLst>
              <a:ahLst/>
              <a:cxnLst>
                <a:cxn ang="0">
                  <a:pos x="connsiteX0" y="connsiteY0"/>
                </a:cxn>
                <a:cxn ang="0">
                  <a:pos x="connsiteX1" y="connsiteY1"/>
                </a:cxn>
                <a:cxn ang="0">
                  <a:pos x="connsiteX2" y="connsiteY2"/>
                </a:cxn>
              </a:cxnLst>
              <a:rect l="l" t="t" r="r" b="b"/>
              <a:pathLst>
                <a:path w="47924" h="90652">
                  <a:moveTo>
                    <a:pt x="0" y="0"/>
                  </a:moveTo>
                  <a:lnTo>
                    <a:pt x="0" y="90653"/>
                  </a:lnTo>
                  <a:lnTo>
                    <a:pt x="47925" y="42773"/>
                  </a:lnTo>
                  <a:close/>
                </a:path>
              </a:pathLst>
            </a:custGeom>
            <a:solidFill>
              <a:srgbClr val="046A38"/>
            </a:solidFill>
            <a:ln w="6390" cap="flat">
              <a:noFill/>
              <a:prstDash val="solid"/>
              <a:miter/>
            </a:ln>
          </p:spPr>
          <p:txBody>
            <a:bodyPr rtlCol="0" anchor="ctr"/>
            <a:lstStyle/>
            <a:p>
              <a:endParaRPr lang="en-US"/>
            </a:p>
          </p:txBody>
        </p:sp>
        <p:sp>
          <p:nvSpPr>
            <p:cNvPr id="948" name="Graphic 4">
              <a:extLst>
                <a:ext uri="{FF2B5EF4-FFF2-40B4-BE49-F238E27FC236}">
                  <a16:creationId xmlns:a16="http://schemas.microsoft.com/office/drawing/2014/main" id="{D92B2518-78BE-134A-80E5-D8D3CD63FB20}"/>
                </a:ext>
              </a:extLst>
            </p:cNvPr>
            <p:cNvSpPr/>
            <p:nvPr/>
          </p:nvSpPr>
          <p:spPr>
            <a:xfrm>
              <a:off x="10325499" y="1893013"/>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75406 w 361670"/>
                <a:gd name="connsiteY7" fmla="*/ 284726 h 361971"/>
                <a:gd name="connsiteX8" fmla="*/ 274767 w 361670"/>
                <a:gd name="connsiteY8" fmla="*/ 287279 h 361971"/>
                <a:gd name="connsiteX9" fmla="*/ 271572 w 361670"/>
                <a:gd name="connsiteY9" fmla="*/ 290471 h 361971"/>
                <a:gd name="connsiteX10" fmla="*/ 269016 w 361670"/>
                <a:gd name="connsiteY10" fmla="*/ 291110 h 361971"/>
                <a:gd name="connsiteX11" fmla="*/ 92654 w 361670"/>
                <a:gd name="connsiteY11" fmla="*/ 291110 h 361971"/>
                <a:gd name="connsiteX12" fmla="*/ 90098 w 361670"/>
                <a:gd name="connsiteY12" fmla="*/ 290471 h 361971"/>
                <a:gd name="connsiteX13" fmla="*/ 86264 w 361670"/>
                <a:gd name="connsiteY13" fmla="*/ 284726 h 361971"/>
                <a:gd name="connsiteX14" fmla="*/ 86264 w 361670"/>
                <a:gd name="connsiteY14" fmla="*/ 164707 h 361971"/>
                <a:gd name="connsiteX15" fmla="*/ 86264 w 361670"/>
                <a:gd name="connsiteY15" fmla="*/ 163430 h 361971"/>
                <a:gd name="connsiteX16" fmla="*/ 86264 w 361670"/>
                <a:gd name="connsiteY16" fmla="*/ 162153 h 361971"/>
                <a:gd name="connsiteX17" fmla="*/ 86264 w 361670"/>
                <a:gd name="connsiteY17" fmla="*/ 162153 h 361971"/>
                <a:gd name="connsiteX18" fmla="*/ 86903 w 361670"/>
                <a:gd name="connsiteY18" fmla="*/ 161515 h 361971"/>
                <a:gd name="connsiteX19" fmla="*/ 87542 w 361670"/>
                <a:gd name="connsiteY19" fmla="*/ 160876 h 361971"/>
                <a:gd name="connsiteX20" fmla="*/ 87542 w 361670"/>
                <a:gd name="connsiteY20" fmla="*/ 160876 h 361971"/>
                <a:gd name="connsiteX21" fmla="*/ 87542 w 361670"/>
                <a:gd name="connsiteY21" fmla="*/ 160876 h 361971"/>
                <a:gd name="connsiteX22" fmla="*/ 175723 w 361670"/>
                <a:gd name="connsiteY22" fmla="*/ 72777 h 361971"/>
                <a:gd name="connsiteX23" fmla="*/ 184669 w 361670"/>
                <a:gd name="connsiteY23" fmla="*/ 72777 h 361971"/>
                <a:gd name="connsiteX24" fmla="*/ 272850 w 361670"/>
                <a:gd name="connsiteY24" fmla="*/ 160876 h 361971"/>
                <a:gd name="connsiteX25" fmla="*/ 272850 w 361670"/>
                <a:gd name="connsiteY25" fmla="*/ 160876 h 361971"/>
                <a:gd name="connsiteX26" fmla="*/ 272850 w 361670"/>
                <a:gd name="connsiteY26" fmla="*/ 160876 h 361971"/>
                <a:gd name="connsiteX27" fmla="*/ 273489 w 361670"/>
                <a:gd name="connsiteY27" fmla="*/ 161515 h 361971"/>
                <a:gd name="connsiteX28" fmla="*/ 274128 w 361670"/>
                <a:gd name="connsiteY28" fmla="*/ 162153 h 361971"/>
                <a:gd name="connsiteX29" fmla="*/ 274128 w 361670"/>
                <a:gd name="connsiteY29" fmla="*/ 162153 h 361971"/>
                <a:gd name="connsiteX30" fmla="*/ 274128 w 361670"/>
                <a:gd name="connsiteY30" fmla="*/ 163430 h 361971"/>
                <a:gd name="connsiteX31" fmla="*/ 274128 w 361670"/>
                <a:gd name="connsiteY31" fmla="*/ 164707 h 361971"/>
                <a:gd name="connsiteX32" fmla="*/ 275406 w 361670"/>
                <a:gd name="connsiteY32" fmla="*/ 28472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1670" h="361971">
                  <a:moveTo>
                    <a:pt x="180835" y="0"/>
                  </a:moveTo>
                  <a:cubicBezTo>
                    <a:pt x="80513" y="0"/>
                    <a:pt x="0" y="81077"/>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1670" y="81077"/>
                    <a:pt x="280518" y="0"/>
                    <a:pt x="180835" y="0"/>
                  </a:cubicBezTo>
                  <a:cubicBezTo>
                    <a:pt x="180835" y="0"/>
                    <a:pt x="180835" y="0"/>
                    <a:pt x="180835" y="0"/>
                  </a:cubicBezTo>
                  <a:close/>
                  <a:moveTo>
                    <a:pt x="275406" y="284726"/>
                  </a:moveTo>
                  <a:cubicBezTo>
                    <a:pt x="275406" y="285364"/>
                    <a:pt x="275406" y="286641"/>
                    <a:pt x="274767" y="287279"/>
                  </a:cubicBezTo>
                  <a:cubicBezTo>
                    <a:pt x="274128" y="288556"/>
                    <a:pt x="272850" y="289833"/>
                    <a:pt x="271572" y="290471"/>
                  </a:cubicBezTo>
                  <a:cubicBezTo>
                    <a:pt x="270934" y="291110"/>
                    <a:pt x="270294" y="291110"/>
                    <a:pt x="269016" y="291110"/>
                  </a:cubicBezTo>
                  <a:lnTo>
                    <a:pt x="92654" y="291110"/>
                  </a:lnTo>
                  <a:cubicBezTo>
                    <a:pt x="92015" y="291110"/>
                    <a:pt x="90737" y="291110"/>
                    <a:pt x="90098" y="290471"/>
                  </a:cubicBezTo>
                  <a:cubicBezTo>
                    <a:pt x="87542" y="289195"/>
                    <a:pt x="86264" y="287279"/>
                    <a:pt x="86264" y="284726"/>
                  </a:cubicBezTo>
                  <a:lnTo>
                    <a:pt x="86264" y="164707"/>
                  </a:lnTo>
                  <a:cubicBezTo>
                    <a:pt x="86264" y="164068"/>
                    <a:pt x="86264" y="164068"/>
                    <a:pt x="86264" y="163430"/>
                  </a:cubicBezTo>
                  <a:cubicBezTo>
                    <a:pt x="86264" y="162792"/>
                    <a:pt x="86264" y="162792"/>
                    <a:pt x="86264" y="162153"/>
                  </a:cubicBezTo>
                  <a:lnTo>
                    <a:pt x="86264" y="162153"/>
                  </a:lnTo>
                  <a:lnTo>
                    <a:pt x="86903" y="161515"/>
                  </a:lnTo>
                  <a:cubicBezTo>
                    <a:pt x="86903" y="161515"/>
                    <a:pt x="86903" y="160876"/>
                    <a:pt x="87542" y="160876"/>
                  </a:cubicBezTo>
                  <a:lnTo>
                    <a:pt x="87542" y="160876"/>
                  </a:lnTo>
                  <a:lnTo>
                    <a:pt x="87542" y="160876"/>
                  </a:lnTo>
                  <a:lnTo>
                    <a:pt x="175723" y="72777"/>
                  </a:lnTo>
                  <a:cubicBezTo>
                    <a:pt x="178279" y="70224"/>
                    <a:pt x="182113" y="70224"/>
                    <a:pt x="184669" y="72777"/>
                  </a:cubicBezTo>
                  <a:lnTo>
                    <a:pt x="272850" y="160876"/>
                  </a:lnTo>
                  <a:lnTo>
                    <a:pt x="272850" y="160876"/>
                  </a:lnTo>
                  <a:lnTo>
                    <a:pt x="272850" y="160876"/>
                  </a:lnTo>
                  <a:cubicBezTo>
                    <a:pt x="272850" y="160876"/>
                    <a:pt x="273489" y="161515"/>
                    <a:pt x="273489" y="161515"/>
                  </a:cubicBezTo>
                  <a:cubicBezTo>
                    <a:pt x="273489" y="161515"/>
                    <a:pt x="274128" y="162153"/>
                    <a:pt x="274128" y="162153"/>
                  </a:cubicBezTo>
                  <a:lnTo>
                    <a:pt x="274128" y="162153"/>
                  </a:lnTo>
                  <a:cubicBezTo>
                    <a:pt x="274128" y="162792"/>
                    <a:pt x="274128" y="162792"/>
                    <a:pt x="274128" y="163430"/>
                  </a:cubicBezTo>
                  <a:cubicBezTo>
                    <a:pt x="274128" y="164068"/>
                    <a:pt x="274128" y="164068"/>
                    <a:pt x="274128" y="164707"/>
                  </a:cubicBezTo>
                  <a:lnTo>
                    <a:pt x="275406" y="284726"/>
                  </a:lnTo>
                  <a:close/>
                </a:path>
              </a:pathLst>
            </a:custGeom>
            <a:solidFill>
              <a:srgbClr val="046A38"/>
            </a:solidFill>
            <a:ln w="6390" cap="flat">
              <a:noFill/>
              <a:prstDash val="solid"/>
              <a:miter/>
            </a:ln>
          </p:spPr>
          <p:txBody>
            <a:bodyPr rtlCol="0" anchor="ctr"/>
            <a:lstStyle/>
            <a:p>
              <a:endParaRPr lang="en-US"/>
            </a:p>
          </p:txBody>
        </p:sp>
        <p:sp>
          <p:nvSpPr>
            <p:cNvPr id="949" name="Graphic 4">
              <a:extLst>
                <a:ext uri="{FF2B5EF4-FFF2-40B4-BE49-F238E27FC236}">
                  <a16:creationId xmlns:a16="http://schemas.microsoft.com/office/drawing/2014/main" id="{CCE5FC8E-F576-E444-9B45-EA484DC80F7C}"/>
                </a:ext>
              </a:extLst>
            </p:cNvPr>
            <p:cNvSpPr/>
            <p:nvPr/>
          </p:nvSpPr>
          <p:spPr>
            <a:xfrm>
              <a:off x="10428377" y="1979197"/>
              <a:ext cx="157192" cy="128318"/>
            </a:xfrm>
            <a:custGeom>
              <a:avLst/>
              <a:gdLst>
                <a:gd name="connsiteX0" fmla="*/ 56232 w 157192"/>
                <a:gd name="connsiteY0" fmla="*/ 128318 h 128318"/>
                <a:gd name="connsiteX1" fmla="*/ 99683 w 157192"/>
                <a:gd name="connsiteY1" fmla="*/ 128318 h 128318"/>
                <a:gd name="connsiteX2" fmla="*/ 157192 w 157192"/>
                <a:gd name="connsiteY2" fmla="*/ 78523 h 128318"/>
                <a:gd name="connsiteX3" fmla="*/ 78597 w 157192"/>
                <a:gd name="connsiteY3" fmla="*/ 0 h 128318"/>
                <a:gd name="connsiteX4" fmla="*/ 0 w 157192"/>
                <a:gd name="connsiteY4" fmla="*/ 78523 h 128318"/>
                <a:gd name="connsiteX5" fmla="*/ 56232 w 157192"/>
                <a:gd name="connsiteY5" fmla="*/ 128318 h 128318"/>
                <a:gd name="connsiteX6" fmla="*/ 58148 w 157192"/>
                <a:gd name="connsiteY6" fmla="*/ 74054 h 128318"/>
                <a:gd name="connsiteX7" fmla="*/ 71567 w 157192"/>
                <a:gd name="connsiteY7" fmla="*/ 86822 h 128318"/>
                <a:gd name="connsiteX8" fmla="*/ 71567 w 157192"/>
                <a:gd name="connsiteY8" fmla="*/ 38304 h 128318"/>
                <a:gd name="connsiteX9" fmla="*/ 77957 w 157192"/>
                <a:gd name="connsiteY9" fmla="*/ 31920 h 128318"/>
                <a:gd name="connsiteX10" fmla="*/ 84347 w 157192"/>
                <a:gd name="connsiteY10" fmla="*/ 38304 h 128318"/>
                <a:gd name="connsiteX11" fmla="*/ 84347 w 157192"/>
                <a:gd name="connsiteY11" fmla="*/ 86822 h 128318"/>
                <a:gd name="connsiteX12" fmla="*/ 97766 w 157192"/>
                <a:gd name="connsiteY12" fmla="*/ 74054 h 128318"/>
                <a:gd name="connsiteX13" fmla="*/ 106712 w 157192"/>
                <a:gd name="connsiteY13" fmla="*/ 74693 h 128318"/>
                <a:gd name="connsiteX14" fmla="*/ 106712 w 157192"/>
                <a:gd name="connsiteY14" fmla="*/ 82992 h 128318"/>
                <a:gd name="connsiteX15" fmla="*/ 82430 w 157192"/>
                <a:gd name="connsiteY15" fmla="*/ 107251 h 128318"/>
                <a:gd name="connsiteX16" fmla="*/ 80513 w 157192"/>
                <a:gd name="connsiteY16" fmla="*/ 108528 h 128318"/>
                <a:gd name="connsiteX17" fmla="*/ 77957 w 157192"/>
                <a:gd name="connsiteY17" fmla="*/ 109166 h 128318"/>
                <a:gd name="connsiteX18" fmla="*/ 75402 w 157192"/>
                <a:gd name="connsiteY18" fmla="*/ 108528 h 128318"/>
                <a:gd name="connsiteX19" fmla="*/ 73484 w 157192"/>
                <a:gd name="connsiteY19" fmla="*/ 107251 h 128318"/>
                <a:gd name="connsiteX20" fmla="*/ 49202 w 157192"/>
                <a:gd name="connsiteY20" fmla="*/ 82992 h 128318"/>
                <a:gd name="connsiteX21" fmla="*/ 49202 w 157192"/>
                <a:gd name="connsiteY21" fmla="*/ 74054 h 128318"/>
                <a:gd name="connsiteX22" fmla="*/ 58148 w 157192"/>
                <a:gd name="connsiteY22" fmla="*/ 74054 h 128318"/>
                <a:gd name="connsiteX23" fmla="*/ 58148 w 157192"/>
                <a:gd name="connsiteY23" fmla="*/ 74054 h 128318"/>
                <a:gd name="connsiteX24" fmla="*/ 58148 w 157192"/>
                <a:gd name="connsiteY24" fmla="*/ 74054 h 128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7192" h="128318">
                  <a:moveTo>
                    <a:pt x="56232" y="128318"/>
                  </a:moveTo>
                  <a:lnTo>
                    <a:pt x="99683" y="128318"/>
                  </a:lnTo>
                  <a:lnTo>
                    <a:pt x="157192" y="78523"/>
                  </a:lnTo>
                  <a:lnTo>
                    <a:pt x="78597" y="0"/>
                  </a:lnTo>
                  <a:lnTo>
                    <a:pt x="0" y="78523"/>
                  </a:lnTo>
                  <a:lnTo>
                    <a:pt x="56232" y="128318"/>
                  </a:lnTo>
                  <a:close/>
                  <a:moveTo>
                    <a:pt x="58148" y="74054"/>
                  </a:moveTo>
                  <a:lnTo>
                    <a:pt x="71567" y="86822"/>
                  </a:lnTo>
                  <a:lnTo>
                    <a:pt x="71567" y="38304"/>
                  </a:lnTo>
                  <a:cubicBezTo>
                    <a:pt x="71567" y="34473"/>
                    <a:pt x="74123" y="31920"/>
                    <a:pt x="77957" y="31920"/>
                  </a:cubicBezTo>
                  <a:cubicBezTo>
                    <a:pt x="81792" y="31920"/>
                    <a:pt x="84347" y="34473"/>
                    <a:pt x="84347" y="38304"/>
                  </a:cubicBezTo>
                  <a:lnTo>
                    <a:pt x="84347" y="86822"/>
                  </a:lnTo>
                  <a:lnTo>
                    <a:pt x="97766" y="74054"/>
                  </a:lnTo>
                  <a:cubicBezTo>
                    <a:pt x="100322" y="71501"/>
                    <a:pt x="104795" y="72139"/>
                    <a:pt x="106712" y="74693"/>
                  </a:cubicBezTo>
                  <a:cubicBezTo>
                    <a:pt x="108629" y="77246"/>
                    <a:pt x="108629" y="80438"/>
                    <a:pt x="106712" y="82992"/>
                  </a:cubicBezTo>
                  <a:lnTo>
                    <a:pt x="82430" y="107251"/>
                  </a:lnTo>
                  <a:cubicBezTo>
                    <a:pt x="81792" y="107889"/>
                    <a:pt x="81152" y="108528"/>
                    <a:pt x="80513" y="108528"/>
                  </a:cubicBezTo>
                  <a:cubicBezTo>
                    <a:pt x="79874" y="109166"/>
                    <a:pt x="78597" y="109166"/>
                    <a:pt x="77957" y="109166"/>
                  </a:cubicBezTo>
                  <a:cubicBezTo>
                    <a:pt x="77318" y="109166"/>
                    <a:pt x="76040" y="109166"/>
                    <a:pt x="75402" y="108528"/>
                  </a:cubicBezTo>
                  <a:cubicBezTo>
                    <a:pt x="74762" y="108528"/>
                    <a:pt x="74123" y="107889"/>
                    <a:pt x="73484" y="107251"/>
                  </a:cubicBezTo>
                  <a:lnTo>
                    <a:pt x="49202" y="82992"/>
                  </a:lnTo>
                  <a:cubicBezTo>
                    <a:pt x="46647" y="80438"/>
                    <a:pt x="46647" y="76608"/>
                    <a:pt x="49202" y="74054"/>
                  </a:cubicBezTo>
                  <a:cubicBezTo>
                    <a:pt x="51758" y="71501"/>
                    <a:pt x="55592" y="71501"/>
                    <a:pt x="58148" y="74054"/>
                  </a:cubicBezTo>
                  <a:cubicBezTo>
                    <a:pt x="58148" y="74054"/>
                    <a:pt x="58148" y="74054"/>
                    <a:pt x="58148" y="74054"/>
                  </a:cubicBezTo>
                  <a:lnTo>
                    <a:pt x="58148" y="74054"/>
                  </a:lnTo>
                  <a:close/>
                </a:path>
              </a:pathLst>
            </a:custGeom>
            <a:solidFill>
              <a:srgbClr val="046A38"/>
            </a:solidFill>
            <a:ln w="6390" cap="flat">
              <a:noFill/>
              <a:prstDash val="solid"/>
              <a:miter/>
            </a:ln>
          </p:spPr>
          <p:txBody>
            <a:bodyPr rtlCol="0" anchor="ctr"/>
            <a:lstStyle/>
            <a:p>
              <a:endParaRPr lang="en-US"/>
            </a:p>
          </p:txBody>
        </p:sp>
      </p:grpSp>
      <p:grpSp>
        <p:nvGrpSpPr>
          <p:cNvPr id="950" name="Graphic 4">
            <a:extLst>
              <a:ext uri="{FF2B5EF4-FFF2-40B4-BE49-F238E27FC236}">
                <a16:creationId xmlns:a16="http://schemas.microsoft.com/office/drawing/2014/main" id="{3443E57B-DF32-BD45-A912-27BD8FC2E198}"/>
              </a:ext>
            </a:extLst>
          </p:cNvPr>
          <p:cNvGrpSpPr/>
          <p:nvPr/>
        </p:nvGrpSpPr>
        <p:grpSpPr>
          <a:xfrm>
            <a:off x="10325499" y="918179"/>
            <a:ext cx="361670" cy="361971"/>
            <a:chOff x="10325499" y="918179"/>
            <a:chExt cx="361670" cy="361971"/>
          </a:xfrm>
          <a:solidFill>
            <a:srgbClr val="046A38"/>
          </a:solidFill>
        </p:grpSpPr>
        <p:sp>
          <p:nvSpPr>
            <p:cNvPr id="951" name="Graphic 4">
              <a:extLst>
                <a:ext uri="{FF2B5EF4-FFF2-40B4-BE49-F238E27FC236}">
                  <a16:creationId xmlns:a16="http://schemas.microsoft.com/office/drawing/2014/main" id="{47A391A1-0855-EC41-B719-2EE2B36508DE}"/>
                </a:ext>
              </a:extLst>
            </p:cNvPr>
            <p:cNvSpPr/>
            <p:nvPr/>
          </p:nvSpPr>
          <p:spPr>
            <a:xfrm>
              <a:off x="10438601" y="1136511"/>
              <a:ext cx="134827" cy="47879"/>
            </a:xfrm>
            <a:custGeom>
              <a:avLst/>
              <a:gdLst>
                <a:gd name="connsiteX0" fmla="*/ 87543 w 134827"/>
                <a:gd name="connsiteY0" fmla="*/ 0 h 47879"/>
                <a:gd name="connsiteX1" fmla="*/ 47286 w 134827"/>
                <a:gd name="connsiteY1" fmla="*/ 0 h 47879"/>
                <a:gd name="connsiteX2" fmla="*/ 0 w 134827"/>
                <a:gd name="connsiteY2" fmla="*/ 47880 h 47879"/>
                <a:gd name="connsiteX3" fmla="*/ 134828 w 134827"/>
                <a:gd name="connsiteY3" fmla="*/ 47880 h 47879"/>
              </a:gdLst>
              <a:ahLst/>
              <a:cxnLst>
                <a:cxn ang="0">
                  <a:pos x="connsiteX0" y="connsiteY0"/>
                </a:cxn>
                <a:cxn ang="0">
                  <a:pos x="connsiteX1" y="connsiteY1"/>
                </a:cxn>
                <a:cxn ang="0">
                  <a:pos x="connsiteX2" y="connsiteY2"/>
                </a:cxn>
                <a:cxn ang="0">
                  <a:pos x="connsiteX3" y="connsiteY3"/>
                </a:cxn>
              </a:cxnLst>
              <a:rect l="l" t="t" r="r" b="b"/>
              <a:pathLst>
                <a:path w="134827" h="47879">
                  <a:moveTo>
                    <a:pt x="87543" y="0"/>
                  </a:moveTo>
                  <a:lnTo>
                    <a:pt x="47286" y="0"/>
                  </a:lnTo>
                  <a:lnTo>
                    <a:pt x="0" y="47880"/>
                  </a:lnTo>
                  <a:lnTo>
                    <a:pt x="134828" y="47880"/>
                  </a:lnTo>
                  <a:close/>
                </a:path>
              </a:pathLst>
            </a:custGeom>
            <a:solidFill>
              <a:srgbClr val="046A38"/>
            </a:solidFill>
            <a:ln w="6390" cap="flat">
              <a:noFill/>
              <a:prstDash val="solid"/>
              <a:miter/>
            </a:ln>
          </p:spPr>
          <p:txBody>
            <a:bodyPr rtlCol="0" anchor="ctr"/>
            <a:lstStyle/>
            <a:p>
              <a:endParaRPr lang="en-US"/>
            </a:p>
          </p:txBody>
        </p:sp>
        <p:sp>
          <p:nvSpPr>
            <p:cNvPr id="952" name="Graphic 4">
              <a:extLst>
                <a:ext uri="{FF2B5EF4-FFF2-40B4-BE49-F238E27FC236}">
                  <a16:creationId xmlns:a16="http://schemas.microsoft.com/office/drawing/2014/main" id="{DA20CD28-048D-3240-95D8-75FE680C7B6C}"/>
                </a:ext>
              </a:extLst>
            </p:cNvPr>
            <p:cNvSpPr/>
            <p:nvPr/>
          </p:nvSpPr>
          <p:spPr>
            <a:xfrm>
              <a:off x="10538283" y="1091823"/>
              <a:ext cx="44729" cy="83630"/>
            </a:xfrm>
            <a:custGeom>
              <a:avLst/>
              <a:gdLst>
                <a:gd name="connsiteX0" fmla="*/ 0 w 44729"/>
                <a:gd name="connsiteY0" fmla="*/ 38942 h 83630"/>
                <a:gd name="connsiteX1" fmla="*/ 44730 w 44729"/>
                <a:gd name="connsiteY1" fmla="*/ 83630 h 83630"/>
                <a:gd name="connsiteX2" fmla="*/ 44730 w 44729"/>
                <a:gd name="connsiteY2" fmla="*/ 0 h 83630"/>
              </a:gdLst>
              <a:ahLst/>
              <a:cxnLst>
                <a:cxn ang="0">
                  <a:pos x="connsiteX0" y="connsiteY0"/>
                </a:cxn>
                <a:cxn ang="0">
                  <a:pos x="connsiteX1" y="connsiteY1"/>
                </a:cxn>
                <a:cxn ang="0">
                  <a:pos x="connsiteX2" y="connsiteY2"/>
                </a:cxn>
              </a:cxnLst>
              <a:rect l="l" t="t" r="r" b="b"/>
              <a:pathLst>
                <a:path w="44729" h="83630">
                  <a:moveTo>
                    <a:pt x="0" y="38942"/>
                  </a:moveTo>
                  <a:lnTo>
                    <a:pt x="44730" y="83630"/>
                  </a:lnTo>
                  <a:lnTo>
                    <a:pt x="44730" y="0"/>
                  </a:lnTo>
                  <a:close/>
                </a:path>
              </a:pathLst>
            </a:custGeom>
            <a:solidFill>
              <a:srgbClr val="046A38"/>
            </a:solidFill>
            <a:ln w="6390" cap="flat">
              <a:noFill/>
              <a:prstDash val="solid"/>
              <a:miter/>
            </a:ln>
          </p:spPr>
          <p:txBody>
            <a:bodyPr rtlCol="0" anchor="ctr"/>
            <a:lstStyle/>
            <a:p>
              <a:endParaRPr lang="en-US"/>
            </a:p>
          </p:txBody>
        </p:sp>
        <p:sp>
          <p:nvSpPr>
            <p:cNvPr id="953" name="Graphic 4">
              <a:extLst>
                <a:ext uri="{FF2B5EF4-FFF2-40B4-BE49-F238E27FC236}">
                  <a16:creationId xmlns:a16="http://schemas.microsoft.com/office/drawing/2014/main" id="{3542245F-3063-204A-81B5-9F6AAFF7C5C0}"/>
                </a:ext>
              </a:extLst>
            </p:cNvPr>
            <p:cNvSpPr/>
            <p:nvPr/>
          </p:nvSpPr>
          <p:spPr>
            <a:xfrm>
              <a:off x="10429655" y="1091823"/>
              <a:ext cx="44729" cy="83630"/>
            </a:xfrm>
            <a:custGeom>
              <a:avLst/>
              <a:gdLst>
                <a:gd name="connsiteX0" fmla="*/ 0 w 44729"/>
                <a:gd name="connsiteY0" fmla="*/ 0 h 83630"/>
                <a:gd name="connsiteX1" fmla="*/ 0 w 44729"/>
                <a:gd name="connsiteY1" fmla="*/ 83630 h 83630"/>
                <a:gd name="connsiteX2" fmla="*/ 44730 w 44729"/>
                <a:gd name="connsiteY2" fmla="*/ 38942 h 83630"/>
              </a:gdLst>
              <a:ahLst/>
              <a:cxnLst>
                <a:cxn ang="0">
                  <a:pos x="connsiteX0" y="connsiteY0"/>
                </a:cxn>
                <a:cxn ang="0">
                  <a:pos x="connsiteX1" y="connsiteY1"/>
                </a:cxn>
                <a:cxn ang="0">
                  <a:pos x="connsiteX2" y="connsiteY2"/>
                </a:cxn>
              </a:cxnLst>
              <a:rect l="l" t="t" r="r" b="b"/>
              <a:pathLst>
                <a:path w="44729" h="83630">
                  <a:moveTo>
                    <a:pt x="0" y="0"/>
                  </a:moveTo>
                  <a:lnTo>
                    <a:pt x="0" y="83630"/>
                  </a:lnTo>
                  <a:lnTo>
                    <a:pt x="44730" y="38942"/>
                  </a:lnTo>
                  <a:close/>
                </a:path>
              </a:pathLst>
            </a:custGeom>
            <a:solidFill>
              <a:srgbClr val="046A38"/>
            </a:solidFill>
            <a:ln w="6390" cap="flat">
              <a:noFill/>
              <a:prstDash val="solid"/>
              <a:miter/>
            </a:ln>
          </p:spPr>
          <p:txBody>
            <a:bodyPr rtlCol="0" anchor="ctr"/>
            <a:lstStyle/>
            <a:p>
              <a:endParaRPr lang="en-US"/>
            </a:p>
          </p:txBody>
        </p:sp>
        <p:sp>
          <p:nvSpPr>
            <p:cNvPr id="954" name="Graphic 4">
              <a:extLst>
                <a:ext uri="{FF2B5EF4-FFF2-40B4-BE49-F238E27FC236}">
                  <a16:creationId xmlns:a16="http://schemas.microsoft.com/office/drawing/2014/main" id="{C0AD72CE-0911-2C44-A1E9-F1A0D5052560}"/>
                </a:ext>
              </a:extLst>
            </p:cNvPr>
            <p:cNvSpPr/>
            <p:nvPr/>
          </p:nvSpPr>
          <p:spPr>
            <a:xfrm>
              <a:off x="10432850" y="1003724"/>
              <a:ext cx="146968" cy="120018"/>
            </a:xfrm>
            <a:custGeom>
              <a:avLst/>
              <a:gdLst>
                <a:gd name="connsiteX0" fmla="*/ 53037 w 146968"/>
                <a:gd name="connsiteY0" fmla="*/ 120019 h 120018"/>
                <a:gd name="connsiteX1" fmla="*/ 93294 w 146968"/>
                <a:gd name="connsiteY1" fmla="*/ 120019 h 120018"/>
                <a:gd name="connsiteX2" fmla="*/ 146969 w 146968"/>
                <a:gd name="connsiteY2" fmla="*/ 73416 h 120018"/>
                <a:gd name="connsiteX3" fmla="*/ 73484 w 146968"/>
                <a:gd name="connsiteY3" fmla="*/ 0 h 120018"/>
                <a:gd name="connsiteX4" fmla="*/ 0 w 146968"/>
                <a:gd name="connsiteY4" fmla="*/ 73416 h 120018"/>
                <a:gd name="connsiteX5" fmla="*/ 53037 w 146968"/>
                <a:gd name="connsiteY5" fmla="*/ 120019 h 120018"/>
                <a:gd name="connsiteX6" fmla="*/ 70929 w 146968"/>
                <a:gd name="connsiteY6" fmla="*/ 30005 h 120018"/>
                <a:gd name="connsiteX7" fmla="*/ 76040 w 146968"/>
                <a:gd name="connsiteY7" fmla="*/ 30005 h 120018"/>
                <a:gd name="connsiteX8" fmla="*/ 77958 w 146968"/>
                <a:gd name="connsiteY8" fmla="*/ 31281 h 120018"/>
                <a:gd name="connsiteX9" fmla="*/ 100322 w 146968"/>
                <a:gd name="connsiteY9" fmla="*/ 53625 h 120018"/>
                <a:gd name="connsiteX10" fmla="*/ 100322 w 146968"/>
                <a:gd name="connsiteY10" fmla="*/ 62563 h 120018"/>
                <a:gd name="connsiteX11" fmla="*/ 95849 w 146968"/>
                <a:gd name="connsiteY11" fmla="*/ 64478 h 120018"/>
                <a:gd name="connsiteX12" fmla="*/ 91376 w 146968"/>
                <a:gd name="connsiteY12" fmla="*/ 62563 h 120018"/>
                <a:gd name="connsiteX13" fmla="*/ 79874 w 146968"/>
                <a:gd name="connsiteY13" fmla="*/ 51072 h 120018"/>
                <a:gd name="connsiteX14" fmla="*/ 79874 w 146968"/>
                <a:gd name="connsiteY14" fmla="*/ 95760 h 120018"/>
                <a:gd name="connsiteX15" fmla="*/ 73484 w 146968"/>
                <a:gd name="connsiteY15" fmla="*/ 102144 h 120018"/>
                <a:gd name="connsiteX16" fmla="*/ 67094 w 146968"/>
                <a:gd name="connsiteY16" fmla="*/ 95760 h 120018"/>
                <a:gd name="connsiteX17" fmla="*/ 67094 w 146968"/>
                <a:gd name="connsiteY17" fmla="*/ 51072 h 120018"/>
                <a:gd name="connsiteX18" fmla="*/ 55593 w 146968"/>
                <a:gd name="connsiteY18" fmla="*/ 62563 h 120018"/>
                <a:gd name="connsiteX19" fmla="*/ 46647 w 146968"/>
                <a:gd name="connsiteY19" fmla="*/ 62563 h 120018"/>
                <a:gd name="connsiteX20" fmla="*/ 46647 w 146968"/>
                <a:gd name="connsiteY20" fmla="*/ 53625 h 120018"/>
                <a:gd name="connsiteX21" fmla="*/ 46647 w 146968"/>
                <a:gd name="connsiteY21" fmla="*/ 53625 h 120018"/>
                <a:gd name="connsiteX22" fmla="*/ 69650 w 146968"/>
                <a:gd name="connsiteY22" fmla="*/ 31281 h 120018"/>
                <a:gd name="connsiteX23" fmla="*/ 70929 w 146968"/>
                <a:gd name="connsiteY23" fmla="*/ 30005 h 120018"/>
                <a:gd name="connsiteX24" fmla="*/ 70929 w 146968"/>
                <a:gd name="connsiteY24" fmla="*/ 30005 h 12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6968" h="120018">
                  <a:moveTo>
                    <a:pt x="53037" y="120019"/>
                  </a:moveTo>
                  <a:lnTo>
                    <a:pt x="93294" y="120019"/>
                  </a:lnTo>
                  <a:lnTo>
                    <a:pt x="146969" y="73416"/>
                  </a:lnTo>
                  <a:lnTo>
                    <a:pt x="73484" y="0"/>
                  </a:lnTo>
                  <a:lnTo>
                    <a:pt x="0" y="73416"/>
                  </a:lnTo>
                  <a:lnTo>
                    <a:pt x="53037" y="120019"/>
                  </a:lnTo>
                  <a:close/>
                  <a:moveTo>
                    <a:pt x="70929" y="30005"/>
                  </a:moveTo>
                  <a:cubicBezTo>
                    <a:pt x="72207" y="29366"/>
                    <a:pt x="74124" y="29366"/>
                    <a:pt x="76040" y="30005"/>
                  </a:cubicBezTo>
                  <a:cubicBezTo>
                    <a:pt x="76679" y="30005"/>
                    <a:pt x="77319" y="30643"/>
                    <a:pt x="77958" y="31281"/>
                  </a:cubicBezTo>
                  <a:lnTo>
                    <a:pt x="100322" y="53625"/>
                  </a:lnTo>
                  <a:cubicBezTo>
                    <a:pt x="102879" y="56179"/>
                    <a:pt x="102879" y="60009"/>
                    <a:pt x="100322" y="62563"/>
                  </a:cubicBezTo>
                  <a:cubicBezTo>
                    <a:pt x="99044" y="63840"/>
                    <a:pt x="97766" y="64478"/>
                    <a:pt x="95849" y="64478"/>
                  </a:cubicBezTo>
                  <a:cubicBezTo>
                    <a:pt x="93933" y="64478"/>
                    <a:pt x="92654" y="63840"/>
                    <a:pt x="91376" y="62563"/>
                  </a:cubicBezTo>
                  <a:lnTo>
                    <a:pt x="79874" y="51072"/>
                  </a:lnTo>
                  <a:lnTo>
                    <a:pt x="79874" y="95760"/>
                  </a:lnTo>
                  <a:cubicBezTo>
                    <a:pt x="79874" y="99590"/>
                    <a:pt x="77319" y="102144"/>
                    <a:pt x="73484" y="102144"/>
                  </a:cubicBezTo>
                  <a:cubicBezTo>
                    <a:pt x="69650" y="102144"/>
                    <a:pt x="67094" y="99590"/>
                    <a:pt x="67094" y="95760"/>
                  </a:cubicBezTo>
                  <a:lnTo>
                    <a:pt x="67094" y="51072"/>
                  </a:lnTo>
                  <a:lnTo>
                    <a:pt x="55593" y="62563"/>
                  </a:lnTo>
                  <a:cubicBezTo>
                    <a:pt x="53037" y="65117"/>
                    <a:pt x="49203" y="65117"/>
                    <a:pt x="46647" y="62563"/>
                  </a:cubicBezTo>
                  <a:cubicBezTo>
                    <a:pt x="44091" y="60009"/>
                    <a:pt x="44091" y="56179"/>
                    <a:pt x="46647" y="53625"/>
                  </a:cubicBezTo>
                  <a:lnTo>
                    <a:pt x="46647" y="53625"/>
                  </a:lnTo>
                  <a:lnTo>
                    <a:pt x="69650" y="31281"/>
                  </a:lnTo>
                  <a:cubicBezTo>
                    <a:pt x="69012" y="31281"/>
                    <a:pt x="70289" y="30643"/>
                    <a:pt x="70929" y="30005"/>
                  </a:cubicBezTo>
                  <a:lnTo>
                    <a:pt x="70929" y="30005"/>
                  </a:lnTo>
                  <a:close/>
                </a:path>
              </a:pathLst>
            </a:custGeom>
            <a:solidFill>
              <a:srgbClr val="046A38"/>
            </a:solidFill>
            <a:ln w="6390" cap="flat">
              <a:noFill/>
              <a:prstDash val="solid"/>
              <a:miter/>
            </a:ln>
          </p:spPr>
          <p:txBody>
            <a:bodyPr rtlCol="0" anchor="ctr"/>
            <a:lstStyle/>
            <a:p>
              <a:endParaRPr lang="en-US"/>
            </a:p>
          </p:txBody>
        </p:sp>
        <p:sp>
          <p:nvSpPr>
            <p:cNvPr id="955" name="Graphic 4">
              <a:extLst>
                <a:ext uri="{FF2B5EF4-FFF2-40B4-BE49-F238E27FC236}">
                  <a16:creationId xmlns:a16="http://schemas.microsoft.com/office/drawing/2014/main" id="{D3EBE1B6-ACA6-A846-9B59-9C1505DF6D90}"/>
                </a:ext>
              </a:extLst>
            </p:cNvPr>
            <p:cNvSpPr/>
            <p:nvPr/>
          </p:nvSpPr>
          <p:spPr>
            <a:xfrm>
              <a:off x="10325499" y="918179"/>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70294 w 361670"/>
                <a:gd name="connsiteY7" fmla="*/ 272596 h 361971"/>
                <a:gd name="connsiteX8" fmla="*/ 269655 w 361670"/>
                <a:gd name="connsiteY8" fmla="*/ 275150 h 361971"/>
                <a:gd name="connsiteX9" fmla="*/ 266460 w 361670"/>
                <a:gd name="connsiteY9" fmla="*/ 278342 h 361971"/>
                <a:gd name="connsiteX10" fmla="*/ 263904 w 361670"/>
                <a:gd name="connsiteY10" fmla="*/ 278980 h 361971"/>
                <a:gd name="connsiteX11" fmla="*/ 97766 w 361670"/>
                <a:gd name="connsiteY11" fmla="*/ 278980 h 361971"/>
                <a:gd name="connsiteX12" fmla="*/ 91376 w 361670"/>
                <a:gd name="connsiteY12" fmla="*/ 272596 h 361971"/>
                <a:gd name="connsiteX13" fmla="*/ 91376 w 361670"/>
                <a:gd name="connsiteY13" fmla="*/ 159600 h 361971"/>
                <a:gd name="connsiteX14" fmla="*/ 91376 w 361670"/>
                <a:gd name="connsiteY14" fmla="*/ 158323 h 361971"/>
                <a:gd name="connsiteX15" fmla="*/ 91376 w 361670"/>
                <a:gd name="connsiteY15" fmla="*/ 157046 h 361971"/>
                <a:gd name="connsiteX16" fmla="*/ 91376 w 361670"/>
                <a:gd name="connsiteY16" fmla="*/ 157046 h 361971"/>
                <a:gd name="connsiteX17" fmla="*/ 92015 w 361670"/>
                <a:gd name="connsiteY17" fmla="*/ 155769 h 361971"/>
                <a:gd name="connsiteX18" fmla="*/ 92654 w 361670"/>
                <a:gd name="connsiteY18" fmla="*/ 155131 h 361971"/>
                <a:gd name="connsiteX19" fmla="*/ 92654 w 361670"/>
                <a:gd name="connsiteY19" fmla="*/ 155131 h 361971"/>
                <a:gd name="connsiteX20" fmla="*/ 92654 w 361670"/>
                <a:gd name="connsiteY20" fmla="*/ 155131 h 361971"/>
                <a:gd name="connsiteX21" fmla="*/ 175723 w 361670"/>
                <a:gd name="connsiteY21" fmla="*/ 72139 h 361971"/>
                <a:gd name="connsiteX22" fmla="*/ 184669 w 361670"/>
                <a:gd name="connsiteY22" fmla="*/ 72139 h 361971"/>
                <a:gd name="connsiteX23" fmla="*/ 267739 w 361670"/>
                <a:gd name="connsiteY23" fmla="*/ 155131 h 361971"/>
                <a:gd name="connsiteX24" fmla="*/ 267739 w 361670"/>
                <a:gd name="connsiteY24" fmla="*/ 155131 h 361971"/>
                <a:gd name="connsiteX25" fmla="*/ 267739 w 361670"/>
                <a:gd name="connsiteY25" fmla="*/ 155131 h 361971"/>
                <a:gd name="connsiteX26" fmla="*/ 268377 w 361670"/>
                <a:gd name="connsiteY26" fmla="*/ 155769 h 361971"/>
                <a:gd name="connsiteX27" fmla="*/ 269016 w 361670"/>
                <a:gd name="connsiteY27" fmla="*/ 157046 h 361971"/>
                <a:gd name="connsiteX28" fmla="*/ 269016 w 361670"/>
                <a:gd name="connsiteY28" fmla="*/ 157046 h 361971"/>
                <a:gd name="connsiteX29" fmla="*/ 269016 w 361670"/>
                <a:gd name="connsiteY29" fmla="*/ 158323 h 361971"/>
                <a:gd name="connsiteX30" fmla="*/ 269016 w 361670"/>
                <a:gd name="connsiteY30" fmla="*/ 159600 h 361971"/>
                <a:gd name="connsiteX31" fmla="*/ 270294 w 361670"/>
                <a:gd name="connsiteY31" fmla="*/ 27259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1670" h="361971">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1670" y="81077"/>
                    <a:pt x="280518" y="0"/>
                    <a:pt x="180835" y="0"/>
                  </a:cubicBezTo>
                  <a:cubicBezTo>
                    <a:pt x="180835" y="0"/>
                    <a:pt x="180835" y="0"/>
                    <a:pt x="180835" y="0"/>
                  </a:cubicBezTo>
                  <a:close/>
                  <a:moveTo>
                    <a:pt x="270294" y="272596"/>
                  </a:moveTo>
                  <a:cubicBezTo>
                    <a:pt x="270294" y="273234"/>
                    <a:pt x="270294" y="274511"/>
                    <a:pt x="269655" y="275150"/>
                  </a:cubicBezTo>
                  <a:cubicBezTo>
                    <a:pt x="269016" y="276426"/>
                    <a:pt x="267739" y="277703"/>
                    <a:pt x="266460" y="278342"/>
                  </a:cubicBezTo>
                  <a:cubicBezTo>
                    <a:pt x="265821" y="278980"/>
                    <a:pt x="265182" y="278980"/>
                    <a:pt x="263904" y="278980"/>
                  </a:cubicBezTo>
                  <a:lnTo>
                    <a:pt x="97766" y="278980"/>
                  </a:lnTo>
                  <a:cubicBezTo>
                    <a:pt x="93932" y="278980"/>
                    <a:pt x="91376" y="276426"/>
                    <a:pt x="91376" y="272596"/>
                  </a:cubicBezTo>
                  <a:lnTo>
                    <a:pt x="91376" y="159600"/>
                  </a:lnTo>
                  <a:cubicBezTo>
                    <a:pt x="91376" y="158961"/>
                    <a:pt x="91376" y="158961"/>
                    <a:pt x="91376" y="158323"/>
                  </a:cubicBezTo>
                  <a:cubicBezTo>
                    <a:pt x="91376" y="157684"/>
                    <a:pt x="91376" y="157684"/>
                    <a:pt x="91376" y="157046"/>
                  </a:cubicBezTo>
                  <a:lnTo>
                    <a:pt x="91376" y="157046"/>
                  </a:lnTo>
                  <a:cubicBezTo>
                    <a:pt x="91376" y="156408"/>
                    <a:pt x="92015" y="156408"/>
                    <a:pt x="92015" y="155769"/>
                  </a:cubicBezTo>
                  <a:cubicBezTo>
                    <a:pt x="92015" y="155769"/>
                    <a:pt x="92015" y="155131"/>
                    <a:pt x="92654" y="155131"/>
                  </a:cubicBezTo>
                  <a:lnTo>
                    <a:pt x="92654" y="155131"/>
                  </a:lnTo>
                  <a:lnTo>
                    <a:pt x="92654" y="155131"/>
                  </a:lnTo>
                  <a:lnTo>
                    <a:pt x="175723" y="72139"/>
                  </a:lnTo>
                  <a:cubicBezTo>
                    <a:pt x="178279" y="69585"/>
                    <a:pt x="182113" y="69585"/>
                    <a:pt x="184669" y="72139"/>
                  </a:cubicBezTo>
                  <a:lnTo>
                    <a:pt x="267739" y="155131"/>
                  </a:lnTo>
                  <a:lnTo>
                    <a:pt x="267739" y="155131"/>
                  </a:lnTo>
                  <a:lnTo>
                    <a:pt x="267739" y="155131"/>
                  </a:lnTo>
                  <a:cubicBezTo>
                    <a:pt x="267739" y="155131"/>
                    <a:pt x="267739" y="155769"/>
                    <a:pt x="268377" y="155769"/>
                  </a:cubicBezTo>
                  <a:cubicBezTo>
                    <a:pt x="268377" y="155769"/>
                    <a:pt x="269016" y="156408"/>
                    <a:pt x="269016" y="157046"/>
                  </a:cubicBezTo>
                  <a:lnTo>
                    <a:pt x="269016" y="157046"/>
                  </a:lnTo>
                  <a:cubicBezTo>
                    <a:pt x="269016" y="157684"/>
                    <a:pt x="269016" y="157684"/>
                    <a:pt x="269016" y="158323"/>
                  </a:cubicBezTo>
                  <a:cubicBezTo>
                    <a:pt x="269016" y="158961"/>
                    <a:pt x="269016" y="158961"/>
                    <a:pt x="269016" y="159600"/>
                  </a:cubicBezTo>
                  <a:lnTo>
                    <a:pt x="270294" y="272596"/>
                  </a:lnTo>
                  <a:close/>
                </a:path>
              </a:pathLst>
            </a:custGeom>
            <a:solidFill>
              <a:srgbClr val="046A38"/>
            </a:solidFill>
            <a:ln w="6390" cap="flat">
              <a:noFill/>
              <a:prstDash val="solid"/>
              <a:miter/>
            </a:ln>
          </p:spPr>
          <p:txBody>
            <a:bodyPr rtlCol="0" anchor="ctr"/>
            <a:lstStyle/>
            <a:p>
              <a:endParaRPr lang="en-US"/>
            </a:p>
          </p:txBody>
        </p:sp>
      </p:grpSp>
      <p:grpSp>
        <p:nvGrpSpPr>
          <p:cNvPr id="956" name="Graphic 4">
            <a:extLst>
              <a:ext uri="{FF2B5EF4-FFF2-40B4-BE49-F238E27FC236}">
                <a16:creationId xmlns:a16="http://schemas.microsoft.com/office/drawing/2014/main" id="{F79942DC-92DB-1D44-9FA8-2188DD4CDD8A}"/>
              </a:ext>
            </a:extLst>
          </p:cNvPr>
          <p:cNvGrpSpPr/>
          <p:nvPr/>
        </p:nvGrpSpPr>
        <p:grpSpPr>
          <a:xfrm>
            <a:off x="10325499" y="1402723"/>
            <a:ext cx="361670" cy="361971"/>
            <a:chOff x="10325499" y="1402723"/>
            <a:chExt cx="361670" cy="361971"/>
          </a:xfrm>
          <a:solidFill>
            <a:srgbClr val="046A38"/>
          </a:solidFill>
        </p:grpSpPr>
        <p:sp>
          <p:nvSpPr>
            <p:cNvPr id="957" name="Graphic 4">
              <a:extLst>
                <a:ext uri="{FF2B5EF4-FFF2-40B4-BE49-F238E27FC236}">
                  <a16:creationId xmlns:a16="http://schemas.microsoft.com/office/drawing/2014/main" id="{7E4D3C9C-00C0-0E4F-9BF0-769ECA5E4FB2}"/>
                </a:ext>
              </a:extLst>
            </p:cNvPr>
            <p:cNvSpPr/>
            <p:nvPr/>
          </p:nvSpPr>
          <p:spPr>
            <a:xfrm>
              <a:off x="10410485" y="1524657"/>
              <a:ext cx="60065" cy="116188"/>
            </a:xfrm>
            <a:custGeom>
              <a:avLst/>
              <a:gdLst>
                <a:gd name="connsiteX0" fmla="*/ 0 w 60065"/>
                <a:gd name="connsiteY0" fmla="*/ 116188 h 116188"/>
                <a:gd name="connsiteX1" fmla="*/ 60066 w 60065"/>
                <a:gd name="connsiteY1" fmla="*/ 56179 h 116188"/>
                <a:gd name="connsiteX2" fmla="*/ 0 w 60065"/>
                <a:gd name="connsiteY2" fmla="*/ 0 h 116188"/>
              </a:gdLst>
              <a:ahLst/>
              <a:cxnLst>
                <a:cxn ang="0">
                  <a:pos x="connsiteX0" y="connsiteY0"/>
                </a:cxn>
                <a:cxn ang="0">
                  <a:pos x="connsiteX1" y="connsiteY1"/>
                </a:cxn>
                <a:cxn ang="0">
                  <a:pos x="connsiteX2" y="connsiteY2"/>
                </a:cxn>
              </a:cxnLst>
              <a:rect l="l" t="t" r="r" b="b"/>
              <a:pathLst>
                <a:path w="60065" h="116188">
                  <a:moveTo>
                    <a:pt x="0" y="116188"/>
                  </a:moveTo>
                  <a:lnTo>
                    <a:pt x="60066" y="56179"/>
                  </a:lnTo>
                  <a:lnTo>
                    <a:pt x="0" y="0"/>
                  </a:lnTo>
                  <a:close/>
                </a:path>
              </a:pathLst>
            </a:custGeom>
            <a:solidFill>
              <a:srgbClr val="046A38"/>
            </a:solidFill>
            <a:ln w="6390" cap="flat">
              <a:noFill/>
              <a:prstDash val="solid"/>
              <a:miter/>
            </a:ln>
          </p:spPr>
          <p:txBody>
            <a:bodyPr rtlCol="0" anchor="ctr"/>
            <a:lstStyle/>
            <a:p>
              <a:endParaRPr lang="en-US"/>
            </a:p>
          </p:txBody>
        </p:sp>
        <p:sp>
          <p:nvSpPr>
            <p:cNvPr id="958" name="Graphic 4">
              <a:extLst>
                <a:ext uri="{FF2B5EF4-FFF2-40B4-BE49-F238E27FC236}">
                  <a16:creationId xmlns:a16="http://schemas.microsoft.com/office/drawing/2014/main" id="{0718AADF-FBA8-8449-AC28-132558C69F73}"/>
                </a:ext>
              </a:extLst>
            </p:cNvPr>
            <p:cNvSpPr/>
            <p:nvPr/>
          </p:nvSpPr>
          <p:spPr>
            <a:xfrm>
              <a:off x="10419431" y="1589774"/>
              <a:ext cx="173806" cy="60647"/>
            </a:xfrm>
            <a:custGeom>
              <a:avLst/>
              <a:gdLst>
                <a:gd name="connsiteX0" fmla="*/ 113102 w 173806"/>
                <a:gd name="connsiteY0" fmla="*/ 0 h 60647"/>
                <a:gd name="connsiteX1" fmla="*/ 91376 w 173806"/>
                <a:gd name="connsiteY1" fmla="*/ 20429 h 60647"/>
                <a:gd name="connsiteX2" fmla="*/ 86903 w 173806"/>
                <a:gd name="connsiteY2" fmla="*/ 22344 h 60647"/>
                <a:gd name="connsiteX3" fmla="*/ 82430 w 173806"/>
                <a:gd name="connsiteY3" fmla="*/ 20429 h 60647"/>
                <a:gd name="connsiteX4" fmla="*/ 60704 w 173806"/>
                <a:gd name="connsiteY4" fmla="*/ 0 h 60647"/>
                <a:gd name="connsiteX5" fmla="*/ 0 w 173806"/>
                <a:gd name="connsiteY5" fmla="*/ 60648 h 60647"/>
                <a:gd name="connsiteX6" fmla="*/ 173807 w 173806"/>
                <a:gd name="connsiteY6" fmla="*/ 60648 h 60647"/>
                <a:gd name="connsiteX7" fmla="*/ 113102 w 173806"/>
                <a:gd name="connsiteY7" fmla="*/ 0 h 60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806" h="60647">
                  <a:moveTo>
                    <a:pt x="113102" y="0"/>
                  </a:moveTo>
                  <a:lnTo>
                    <a:pt x="91376" y="20429"/>
                  </a:lnTo>
                  <a:cubicBezTo>
                    <a:pt x="90098" y="21706"/>
                    <a:pt x="88820" y="22344"/>
                    <a:pt x="86903" y="22344"/>
                  </a:cubicBezTo>
                  <a:cubicBezTo>
                    <a:pt x="84986" y="22344"/>
                    <a:pt x="83708" y="21706"/>
                    <a:pt x="82430" y="20429"/>
                  </a:cubicBezTo>
                  <a:lnTo>
                    <a:pt x="60704" y="0"/>
                  </a:lnTo>
                  <a:lnTo>
                    <a:pt x="0" y="60648"/>
                  </a:lnTo>
                  <a:lnTo>
                    <a:pt x="173807" y="60648"/>
                  </a:lnTo>
                  <a:lnTo>
                    <a:pt x="113102" y="0"/>
                  </a:lnTo>
                  <a:close/>
                </a:path>
              </a:pathLst>
            </a:custGeom>
            <a:solidFill>
              <a:srgbClr val="046A38"/>
            </a:solidFill>
            <a:ln w="6390" cap="flat">
              <a:noFill/>
              <a:prstDash val="solid"/>
              <a:miter/>
            </a:ln>
          </p:spPr>
          <p:txBody>
            <a:bodyPr rtlCol="0" anchor="ctr"/>
            <a:lstStyle/>
            <a:p>
              <a:endParaRPr lang="en-US"/>
            </a:p>
          </p:txBody>
        </p:sp>
        <p:sp>
          <p:nvSpPr>
            <p:cNvPr id="959" name="Graphic 4">
              <a:extLst>
                <a:ext uri="{FF2B5EF4-FFF2-40B4-BE49-F238E27FC236}">
                  <a16:creationId xmlns:a16="http://schemas.microsoft.com/office/drawing/2014/main" id="{DE208444-E85B-7F4D-892D-DD2C4854CB30}"/>
                </a:ext>
              </a:extLst>
            </p:cNvPr>
            <p:cNvSpPr/>
            <p:nvPr/>
          </p:nvSpPr>
          <p:spPr>
            <a:xfrm>
              <a:off x="10541478" y="1524657"/>
              <a:ext cx="60704" cy="116188"/>
            </a:xfrm>
            <a:custGeom>
              <a:avLst/>
              <a:gdLst>
                <a:gd name="connsiteX0" fmla="*/ 0 w 60704"/>
                <a:gd name="connsiteY0" fmla="*/ 56179 h 116188"/>
                <a:gd name="connsiteX1" fmla="*/ 60704 w 60704"/>
                <a:gd name="connsiteY1" fmla="*/ 116188 h 116188"/>
                <a:gd name="connsiteX2" fmla="*/ 60704 w 60704"/>
                <a:gd name="connsiteY2" fmla="*/ 0 h 116188"/>
              </a:gdLst>
              <a:ahLst/>
              <a:cxnLst>
                <a:cxn ang="0">
                  <a:pos x="connsiteX0" y="connsiteY0"/>
                </a:cxn>
                <a:cxn ang="0">
                  <a:pos x="connsiteX1" y="connsiteY1"/>
                </a:cxn>
                <a:cxn ang="0">
                  <a:pos x="connsiteX2" y="connsiteY2"/>
                </a:cxn>
              </a:cxnLst>
              <a:rect l="l" t="t" r="r" b="b"/>
              <a:pathLst>
                <a:path w="60704" h="116188">
                  <a:moveTo>
                    <a:pt x="0" y="56179"/>
                  </a:moveTo>
                  <a:lnTo>
                    <a:pt x="60704" y="116188"/>
                  </a:lnTo>
                  <a:lnTo>
                    <a:pt x="60704" y="0"/>
                  </a:lnTo>
                  <a:close/>
                </a:path>
              </a:pathLst>
            </a:custGeom>
            <a:solidFill>
              <a:srgbClr val="046A38"/>
            </a:solidFill>
            <a:ln w="6390" cap="flat">
              <a:noFill/>
              <a:prstDash val="solid"/>
              <a:miter/>
            </a:ln>
          </p:spPr>
          <p:txBody>
            <a:bodyPr rtlCol="0" anchor="ctr"/>
            <a:lstStyle/>
            <a:p>
              <a:endParaRPr lang="en-US"/>
            </a:p>
          </p:txBody>
        </p:sp>
        <p:sp>
          <p:nvSpPr>
            <p:cNvPr id="960" name="Graphic 4">
              <a:extLst>
                <a:ext uri="{FF2B5EF4-FFF2-40B4-BE49-F238E27FC236}">
                  <a16:creationId xmlns:a16="http://schemas.microsoft.com/office/drawing/2014/main" id="{5BFBA35E-3138-3948-8887-26AAC15CEEE7}"/>
                </a:ext>
              </a:extLst>
            </p:cNvPr>
            <p:cNvSpPr/>
            <p:nvPr/>
          </p:nvSpPr>
          <p:spPr>
            <a:xfrm>
              <a:off x="10325499" y="1402723"/>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89464 w 361670"/>
                <a:gd name="connsiteY7" fmla="*/ 253444 h 361971"/>
                <a:gd name="connsiteX8" fmla="*/ 288825 w 361670"/>
                <a:gd name="connsiteY8" fmla="*/ 255998 h 361971"/>
                <a:gd name="connsiteX9" fmla="*/ 283074 w 361670"/>
                <a:gd name="connsiteY9" fmla="*/ 259828 h 361971"/>
                <a:gd name="connsiteX10" fmla="*/ 78596 w 361670"/>
                <a:gd name="connsiteY10" fmla="*/ 259828 h 361971"/>
                <a:gd name="connsiteX11" fmla="*/ 76040 w 361670"/>
                <a:gd name="connsiteY11" fmla="*/ 259190 h 361971"/>
                <a:gd name="connsiteX12" fmla="*/ 72206 w 361670"/>
                <a:gd name="connsiteY12" fmla="*/ 255998 h 361971"/>
                <a:gd name="connsiteX13" fmla="*/ 71567 w 361670"/>
                <a:gd name="connsiteY13" fmla="*/ 253444 h 361971"/>
                <a:gd name="connsiteX14" fmla="*/ 71567 w 361670"/>
                <a:gd name="connsiteY14" fmla="*/ 107251 h 361971"/>
                <a:gd name="connsiteX15" fmla="*/ 72206 w 361670"/>
                <a:gd name="connsiteY15" fmla="*/ 105336 h 361971"/>
                <a:gd name="connsiteX16" fmla="*/ 72206 w 361670"/>
                <a:gd name="connsiteY16" fmla="*/ 105336 h 361971"/>
                <a:gd name="connsiteX17" fmla="*/ 72206 w 361670"/>
                <a:gd name="connsiteY17" fmla="*/ 104697 h 361971"/>
                <a:gd name="connsiteX18" fmla="*/ 73484 w 361670"/>
                <a:gd name="connsiteY18" fmla="*/ 103420 h 361971"/>
                <a:gd name="connsiteX19" fmla="*/ 74123 w 361670"/>
                <a:gd name="connsiteY19" fmla="*/ 102782 h 361971"/>
                <a:gd name="connsiteX20" fmla="*/ 75401 w 361670"/>
                <a:gd name="connsiteY20" fmla="*/ 102144 h 361971"/>
                <a:gd name="connsiteX21" fmla="*/ 76040 w 361670"/>
                <a:gd name="connsiteY21" fmla="*/ 101505 h 361971"/>
                <a:gd name="connsiteX22" fmla="*/ 77957 w 361670"/>
                <a:gd name="connsiteY22" fmla="*/ 100867 h 361971"/>
                <a:gd name="connsiteX23" fmla="*/ 282435 w 361670"/>
                <a:gd name="connsiteY23" fmla="*/ 100867 h 361971"/>
                <a:gd name="connsiteX24" fmla="*/ 284352 w 361670"/>
                <a:gd name="connsiteY24" fmla="*/ 101505 h 361971"/>
                <a:gd name="connsiteX25" fmla="*/ 284991 w 361670"/>
                <a:gd name="connsiteY25" fmla="*/ 102144 h 361971"/>
                <a:gd name="connsiteX26" fmla="*/ 286269 w 361670"/>
                <a:gd name="connsiteY26" fmla="*/ 102782 h 361971"/>
                <a:gd name="connsiteX27" fmla="*/ 286908 w 361670"/>
                <a:gd name="connsiteY27" fmla="*/ 103420 h 361971"/>
                <a:gd name="connsiteX28" fmla="*/ 288186 w 361670"/>
                <a:gd name="connsiteY28" fmla="*/ 104697 h 361971"/>
                <a:gd name="connsiteX29" fmla="*/ 288186 w 361670"/>
                <a:gd name="connsiteY29" fmla="*/ 105336 h 361971"/>
                <a:gd name="connsiteX30" fmla="*/ 288186 w 361670"/>
                <a:gd name="connsiteY30" fmla="*/ 105336 h 361971"/>
                <a:gd name="connsiteX31" fmla="*/ 288825 w 361670"/>
                <a:gd name="connsiteY31" fmla="*/ 107251 h 361971"/>
                <a:gd name="connsiteX32" fmla="*/ 288825 w 361670"/>
                <a:gd name="connsiteY32" fmla="*/ 107251 h 361971"/>
                <a:gd name="connsiteX33" fmla="*/ 289464 w 361670"/>
                <a:gd name="connsiteY33" fmla="*/ 25344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1670"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1670" y="80438"/>
                    <a:pt x="280518" y="0"/>
                    <a:pt x="180835" y="0"/>
                  </a:cubicBezTo>
                  <a:cubicBezTo>
                    <a:pt x="180835" y="0"/>
                    <a:pt x="180835" y="0"/>
                    <a:pt x="180835" y="0"/>
                  </a:cubicBezTo>
                  <a:close/>
                  <a:moveTo>
                    <a:pt x="289464" y="253444"/>
                  </a:moveTo>
                  <a:cubicBezTo>
                    <a:pt x="289464" y="254082"/>
                    <a:pt x="289464" y="255359"/>
                    <a:pt x="288825" y="255998"/>
                  </a:cubicBezTo>
                  <a:cubicBezTo>
                    <a:pt x="287547" y="258551"/>
                    <a:pt x="285630" y="259828"/>
                    <a:pt x="283074" y="259828"/>
                  </a:cubicBezTo>
                  <a:lnTo>
                    <a:pt x="78596" y="259828"/>
                  </a:lnTo>
                  <a:cubicBezTo>
                    <a:pt x="77957" y="259828"/>
                    <a:pt x="76679" y="259828"/>
                    <a:pt x="76040" y="259190"/>
                  </a:cubicBezTo>
                  <a:cubicBezTo>
                    <a:pt x="74762" y="258551"/>
                    <a:pt x="73484" y="257274"/>
                    <a:pt x="72206" y="255998"/>
                  </a:cubicBezTo>
                  <a:cubicBezTo>
                    <a:pt x="72206" y="255359"/>
                    <a:pt x="71567" y="254721"/>
                    <a:pt x="71567" y="253444"/>
                  </a:cubicBezTo>
                  <a:lnTo>
                    <a:pt x="71567" y="107251"/>
                  </a:lnTo>
                  <a:cubicBezTo>
                    <a:pt x="71567" y="106612"/>
                    <a:pt x="71567" y="105974"/>
                    <a:pt x="72206" y="105336"/>
                  </a:cubicBezTo>
                  <a:lnTo>
                    <a:pt x="72206" y="105336"/>
                  </a:lnTo>
                  <a:lnTo>
                    <a:pt x="72206" y="104697"/>
                  </a:lnTo>
                  <a:cubicBezTo>
                    <a:pt x="72206" y="104059"/>
                    <a:pt x="72845" y="103420"/>
                    <a:pt x="73484" y="103420"/>
                  </a:cubicBezTo>
                  <a:lnTo>
                    <a:pt x="74123" y="102782"/>
                  </a:lnTo>
                  <a:cubicBezTo>
                    <a:pt x="74762" y="102144"/>
                    <a:pt x="74762" y="102144"/>
                    <a:pt x="75401" y="102144"/>
                  </a:cubicBezTo>
                  <a:cubicBezTo>
                    <a:pt x="75401" y="102144"/>
                    <a:pt x="76040" y="102144"/>
                    <a:pt x="76040" y="101505"/>
                  </a:cubicBezTo>
                  <a:cubicBezTo>
                    <a:pt x="76679" y="101505"/>
                    <a:pt x="77318" y="100867"/>
                    <a:pt x="77957" y="100867"/>
                  </a:cubicBezTo>
                  <a:lnTo>
                    <a:pt x="282435" y="100867"/>
                  </a:lnTo>
                  <a:cubicBezTo>
                    <a:pt x="283074" y="100867"/>
                    <a:pt x="283713" y="100867"/>
                    <a:pt x="284352" y="101505"/>
                  </a:cubicBezTo>
                  <a:lnTo>
                    <a:pt x="284991" y="102144"/>
                  </a:lnTo>
                  <a:cubicBezTo>
                    <a:pt x="285630" y="102144"/>
                    <a:pt x="285630" y="102782"/>
                    <a:pt x="286269" y="102782"/>
                  </a:cubicBezTo>
                  <a:lnTo>
                    <a:pt x="286908" y="103420"/>
                  </a:lnTo>
                  <a:cubicBezTo>
                    <a:pt x="287547" y="104059"/>
                    <a:pt x="287547" y="104059"/>
                    <a:pt x="288186" y="104697"/>
                  </a:cubicBezTo>
                  <a:lnTo>
                    <a:pt x="288186" y="105336"/>
                  </a:lnTo>
                  <a:lnTo>
                    <a:pt x="288186" y="105336"/>
                  </a:lnTo>
                  <a:cubicBezTo>
                    <a:pt x="288186" y="105974"/>
                    <a:pt x="288825" y="106612"/>
                    <a:pt x="288825" y="107251"/>
                  </a:cubicBezTo>
                  <a:lnTo>
                    <a:pt x="288825" y="107251"/>
                  </a:lnTo>
                  <a:lnTo>
                    <a:pt x="289464" y="253444"/>
                  </a:lnTo>
                  <a:close/>
                </a:path>
              </a:pathLst>
            </a:custGeom>
            <a:solidFill>
              <a:srgbClr val="046A38"/>
            </a:solidFill>
            <a:ln w="6390" cap="flat">
              <a:noFill/>
              <a:prstDash val="solid"/>
              <a:miter/>
            </a:ln>
          </p:spPr>
          <p:txBody>
            <a:bodyPr rtlCol="0" anchor="ctr"/>
            <a:lstStyle/>
            <a:p>
              <a:endParaRPr lang="en-US"/>
            </a:p>
          </p:txBody>
        </p:sp>
        <p:sp>
          <p:nvSpPr>
            <p:cNvPr id="961" name="Graphic 4">
              <a:extLst>
                <a:ext uri="{FF2B5EF4-FFF2-40B4-BE49-F238E27FC236}">
                  <a16:creationId xmlns:a16="http://schemas.microsoft.com/office/drawing/2014/main" id="{1CFAB63A-26B9-4843-AFD0-A1DBA61DBEAC}"/>
                </a:ext>
              </a:extLst>
            </p:cNvPr>
            <p:cNvSpPr/>
            <p:nvPr/>
          </p:nvSpPr>
          <p:spPr>
            <a:xfrm>
              <a:off x="10420070" y="1516996"/>
              <a:ext cx="171889" cy="79799"/>
            </a:xfrm>
            <a:custGeom>
              <a:avLst/>
              <a:gdLst>
                <a:gd name="connsiteX0" fmla="*/ 171889 w 171889"/>
                <a:gd name="connsiteY0" fmla="*/ 0 h 79799"/>
                <a:gd name="connsiteX1" fmla="*/ 0 w 171889"/>
                <a:gd name="connsiteY1" fmla="*/ 0 h 79799"/>
                <a:gd name="connsiteX2" fmla="*/ 86264 w 171889"/>
                <a:gd name="connsiteY2" fmla="*/ 79800 h 79799"/>
              </a:gdLst>
              <a:ahLst/>
              <a:cxnLst>
                <a:cxn ang="0">
                  <a:pos x="connsiteX0" y="connsiteY0"/>
                </a:cxn>
                <a:cxn ang="0">
                  <a:pos x="connsiteX1" y="connsiteY1"/>
                </a:cxn>
                <a:cxn ang="0">
                  <a:pos x="connsiteX2" y="connsiteY2"/>
                </a:cxn>
              </a:cxnLst>
              <a:rect l="l" t="t" r="r" b="b"/>
              <a:pathLst>
                <a:path w="171889" h="79799">
                  <a:moveTo>
                    <a:pt x="171889" y="0"/>
                  </a:moveTo>
                  <a:lnTo>
                    <a:pt x="0" y="0"/>
                  </a:lnTo>
                  <a:lnTo>
                    <a:pt x="86264" y="79800"/>
                  </a:lnTo>
                  <a:close/>
                </a:path>
              </a:pathLst>
            </a:custGeom>
            <a:solidFill>
              <a:srgbClr val="046A38"/>
            </a:solidFill>
            <a:ln w="6390" cap="flat">
              <a:noFill/>
              <a:prstDash val="solid"/>
              <a:miter/>
            </a:ln>
          </p:spPr>
          <p:txBody>
            <a:bodyPr rtlCol="0" anchor="ctr"/>
            <a:lstStyle/>
            <a:p>
              <a:endParaRPr lang="en-US"/>
            </a:p>
          </p:txBody>
        </p:sp>
      </p:grpSp>
      <p:grpSp>
        <p:nvGrpSpPr>
          <p:cNvPr id="962" name="Graphic 4">
            <a:extLst>
              <a:ext uri="{FF2B5EF4-FFF2-40B4-BE49-F238E27FC236}">
                <a16:creationId xmlns:a16="http://schemas.microsoft.com/office/drawing/2014/main" id="{4718CECF-009B-974D-9598-E7BB5683A391}"/>
              </a:ext>
            </a:extLst>
          </p:cNvPr>
          <p:cNvGrpSpPr/>
          <p:nvPr/>
        </p:nvGrpSpPr>
        <p:grpSpPr>
          <a:xfrm>
            <a:off x="1952125" y="2371173"/>
            <a:ext cx="362313" cy="361971"/>
            <a:chOff x="1952125" y="2371173"/>
            <a:chExt cx="362313" cy="361971"/>
          </a:xfrm>
          <a:solidFill>
            <a:srgbClr val="86BC25"/>
          </a:solidFill>
        </p:grpSpPr>
        <p:sp>
          <p:nvSpPr>
            <p:cNvPr id="963" name="Graphic 4">
              <a:extLst>
                <a:ext uri="{FF2B5EF4-FFF2-40B4-BE49-F238E27FC236}">
                  <a16:creationId xmlns:a16="http://schemas.microsoft.com/office/drawing/2014/main" id="{FA434FA9-B4B4-0641-9C72-0996531BC9C7}"/>
                </a:ext>
              </a:extLst>
            </p:cNvPr>
            <p:cNvSpPr/>
            <p:nvPr/>
          </p:nvSpPr>
          <p:spPr>
            <a:xfrm>
              <a:off x="2067783" y="2486085"/>
              <a:ext cx="132271" cy="131510"/>
            </a:xfrm>
            <a:custGeom>
              <a:avLst/>
              <a:gdLst>
                <a:gd name="connsiteX0" fmla="*/ 132272 w 132271"/>
                <a:gd name="connsiteY0" fmla="*/ 0 h 131510"/>
                <a:gd name="connsiteX1" fmla="*/ 0 w 132271"/>
                <a:gd name="connsiteY1" fmla="*/ 0 h 131510"/>
                <a:gd name="connsiteX2" fmla="*/ 0 w 132271"/>
                <a:gd name="connsiteY2" fmla="*/ 131510 h 131510"/>
                <a:gd name="connsiteX3" fmla="*/ 132272 w 132271"/>
                <a:gd name="connsiteY3" fmla="*/ 131510 h 131510"/>
                <a:gd name="connsiteX4" fmla="*/ 132272 w 132271"/>
                <a:gd name="connsiteY4" fmla="*/ 0 h 131510"/>
                <a:gd name="connsiteX5" fmla="*/ 108629 w 132271"/>
                <a:gd name="connsiteY5" fmla="*/ 102144 h 131510"/>
                <a:gd name="connsiteX6" fmla="*/ 102239 w 132271"/>
                <a:gd name="connsiteY6" fmla="*/ 108528 h 131510"/>
                <a:gd name="connsiteX7" fmla="*/ 30033 w 132271"/>
                <a:gd name="connsiteY7" fmla="*/ 108528 h 131510"/>
                <a:gd name="connsiteX8" fmla="*/ 23643 w 132271"/>
                <a:gd name="connsiteY8" fmla="*/ 102144 h 131510"/>
                <a:gd name="connsiteX9" fmla="*/ 23643 w 132271"/>
                <a:gd name="connsiteY9" fmla="*/ 30005 h 131510"/>
                <a:gd name="connsiteX10" fmla="*/ 30033 w 132271"/>
                <a:gd name="connsiteY10" fmla="*/ 23621 h 131510"/>
                <a:gd name="connsiteX11" fmla="*/ 102239 w 132271"/>
                <a:gd name="connsiteY11" fmla="*/ 23621 h 131510"/>
                <a:gd name="connsiteX12" fmla="*/ 108629 w 132271"/>
                <a:gd name="connsiteY12" fmla="*/ 30005 h 131510"/>
                <a:gd name="connsiteX13" fmla="*/ 108629 w 132271"/>
                <a:gd name="connsiteY13" fmla="*/ 102144 h 1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2271" h="131510">
                  <a:moveTo>
                    <a:pt x="132272" y="0"/>
                  </a:moveTo>
                  <a:lnTo>
                    <a:pt x="0" y="0"/>
                  </a:lnTo>
                  <a:lnTo>
                    <a:pt x="0" y="131510"/>
                  </a:lnTo>
                  <a:lnTo>
                    <a:pt x="132272" y="131510"/>
                  </a:lnTo>
                  <a:lnTo>
                    <a:pt x="132272" y="0"/>
                  </a:lnTo>
                  <a:close/>
                  <a:moveTo>
                    <a:pt x="108629" y="102144"/>
                  </a:moveTo>
                  <a:cubicBezTo>
                    <a:pt x="108629" y="105974"/>
                    <a:pt x="106073" y="108528"/>
                    <a:pt x="102239" y="108528"/>
                  </a:cubicBezTo>
                  <a:lnTo>
                    <a:pt x="30033" y="108528"/>
                  </a:lnTo>
                  <a:cubicBezTo>
                    <a:pt x="26199" y="108528"/>
                    <a:pt x="23643" y="105974"/>
                    <a:pt x="23643" y="102144"/>
                  </a:cubicBezTo>
                  <a:lnTo>
                    <a:pt x="23643" y="30005"/>
                  </a:lnTo>
                  <a:cubicBezTo>
                    <a:pt x="23643" y="26174"/>
                    <a:pt x="26199" y="23621"/>
                    <a:pt x="30033" y="23621"/>
                  </a:cubicBezTo>
                  <a:lnTo>
                    <a:pt x="102239" y="23621"/>
                  </a:lnTo>
                  <a:cubicBezTo>
                    <a:pt x="106073" y="23621"/>
                    <a:pt x="108629" y="26174"/>
                    <a:pt x="108629" y="30005"/>
                  </a:cubicBezTo>
                  <a:lnTo>
                    <a:pt x="108629" y="102144"/>
                  </a:lnTo>
                  <a:close/>
                </a:path>
              </a:pathLst>
            </a:custGeom>
            <a:solidFill>
              <a:srgbClr val="86BC25"/>
            </a:solidFill>
            <a:ln w="6390" cap="flat">
              <a:noFill/>
              <a:prstDash val="solid"/>
              <a:miter/>
            </a:ln>
          </p:spPr>
          <p:txBody>
            <a:bodyPr rtlCol="0" anchor="ctr"/>
            <a:lstStyle/>
            <a:p>
              <a:endParaRPr lang="en-US"/>
            </a:p>
          </p:txBody>
        </p:sp>
        <p:sp>
          <p:nvSpPr>
            <p:cNvPr id="964" name="Graphic 4">
              <a:extLst>
                <a:ext uri="{FF2B5EF4-FFF2-40B4-BE49-F238E27FC236}">
                  <a16:creationId xmlns:a16="http://schemas.microsoft.com/office/drawing/2014/main" id="{633C272A-9A94-BB43-9ED0-6862023FD455}"/>
                </a:ext>
              </a:extLst>
            </p:cNvPr>
            <p:cNvSpPr/>
            <p:nvPr/>
          </p:nvSpPr>
          <p:spPr>
            <a:xfrm>
              <a:off x="2104206" y="2522474"/>
              <a:ext cx="59426" cy="59371"/>
            </a:xfrm>
            <a:custGeom>
              <a:avLst/>
              <a:gdLst>
                <a:gd name="connsiteX0" fmla="*/ 0 w 59426"/>
                <a:gd name="connsiteY0" fmla="*/ 0 h 59371"/>
                <a:gd name="connsiteX1" fmla="*/ 59426 w 59426"/>
                <a:gd name="connsiteY1" fmla="*/ 0 h 59371"/>
                <a:gd name="connsiteX2" fmla="*/ 59426 w 59426"/>
                <a:gd name="connsiteY2" fmla="*/ 59371 h 59371"/>
                <a:gd name="connsiteX3" fmla="*/ 0 w 59426"/>
                <a:gd name="connsiteY3" fmla="*/ 59371 h 59371"/>
              </a:gdLst>
              <a:ahLst/>
              <a:cxnLst>
                <a:cxn ang="0">
                  <a:pos x="connsiteX0" y="connsiteY0"/>
                </a:cxn>
                <a:cxn ang="0">
                  <a:pos x="connsiteX1" y="connsiteY1"/>
                </a:cxn>
                <a:cxn ang="0">
                  <a:pos x="connsiteX2" y="connsiteY2"/>
                </a:cxn>
                <a:cxn ang="0">
                  <a:pos x="connsiteX3" y="connsiteY3"/>
                </a:cxn>
              </a:cxnLst>
              <a:rect l="l" t="t" r="r" b="b"/>
              <a:pathLst>
                <a:path w="59426" h="59371">
                  <a:moveTo>
                    <a:pt x="0" y="0"/>
                  </a:moveTo>
                  <a:lnTo>
                    <a:pt x="59426" y="0"/>
                  </a:lnTo>
                  <a:lnTo>
                    <a:pt x="59426" y="59371"/>
                  </a:lnTo>
                  <a:lnTo>
                    <a:pt x="0" y="59371"/>
                  </a:lnTo>
                  <a:close/>
                </a:path>
              </a:pathLst>
            </a:custGeom>
            <a:solidFill>
              <a:srgbClr val="86BC25"/>
            </a:solidFill>
            <a:ln w="6390" cap="flat">
              <a:noFill/>
              <a:prstDash val="solid"/>
              <a:miter/>
            </a:ln>
          </p:spPr>
          <p:txBody>
            <a:bodyPr rtlCol="0" anchor="ctr"/>
            <a:lstStyle/>
            <a:p>
              <a:endParaRPr lang="en-US"/>
            </a:p>
          </p:txBody>
        </p:sp>
        <p:sp>
          <p:nvSpPr>
            <p:cNvPr id="965" name="Graphic 4">
              <a:extLst>
                <a:ext uri="{FF2B5EF4-FFF2-40B4-BE49-F238E27FC236}">
                  <a16:creationId xmlns:a16="http://schemas.microsoft.com/office/drawing/2014/main" id="{9669ACE0-377D-9643-AD7D-171236538E0A}"/>
                </a:ext>
              </a:extLst>
            </p:cNvPr>
            <p:cNvSpPr/>
            <p:nvPr/>
          </p:nvSpPr>
          <p:spPr>
            <a:xfrm>
              <a:off x="1952125" y="237117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83074 w 362313"/>
                <a:gd name="connsiteY6" fmla="*/ 174283 h 361971"/>
                <a:gd name="connsiteX7" fmla="*/ 289464 w 362313"/>
                <a:gd name="connsiteY7" fmla="*/ 180667 h 361971"/>
                <a:gd name="connsiteX8" fmla="*/ 283074 w 362313"/>
                <a:gd name="connsiteY8" fmla="*/ 187051 h 361971"/>
                <a:gd name="connsiteX9" fmla="*/ 260709 w 362313"/>
                <a:gd name="connsiteY9" fmla="*/ 187051 h 361971"/>
                <a:gd name="connsiteX10" fmla="*/ 260709 w 362313"/>
                <a:gd name="connsiteY10" fmla="*/ 203011 h 361971"/>
                <a:gd name="connsiteX11" fmla="*/ 283074 w 362313"/>
                <a:gd name="connsiteY11" fmla="*/ 203011 h 361971"/>
                <a:gd name="connsiteX12" fmla="*/ 289464 w 362313"/>
                <a:gd name="connsiteY12" fmla="*/ 209395 h 361971"/>
                <a:gd name="connsiteX13" fmla="*/ 283074 w 362313"/>
                <a:gd name="connsiteY13" fmla="*/ 215779 h 361971"/>
                <a:gd name="connsiteX14" fmla="*/ 260709 w 362313"/>
                <a:gd name="connsiteY14" fmla="*/ 215779 h 361971"/>
                <a:gd name="connsiteX15" fmla="*/ 260709 w 362313"/>
                <a:gd name="connsiteY15" fmla="*/ 252806 h 361971"/>
                <a:gd name="connsiteX16" fmla="*/ 254319 w 362313"/>
                <a:gd name="connsiteY16" fmla="*/ 259190 h 361971"/>
                <a:gd name="connsiteX17" fmla="*/ 217258 w 362313"/>
                <a:gd name="connsiteY17" fmla="*/ 259190 h 361971"/>
                <a:gd name="connsiteX18" fmla="*/ 217258 w 362313"/>
                <a:gd name="connsiteY18" fmla="*/ 281534 h 361971"/>
                <a:gd name="connsiteX19" fmla="*/ 210868 w 362313"/>
                <a:gd name="connsiteY19" fmla="*/ 287918 h 361971"/>
                <a:gd name="connsiteX20" fmla="*/ 204478 w 362313"/>
                <a:gd name="connsiteY20" fmla="*/ 281534 h 361971"/>
                <a:gd name="connsiteX21" fmla="*/ 204478 w 362313"/>
                <a:gd name="connsiteY21" fmla="*/ 259190 h 361971"/>
                <a:gd name="connsiteX22" fmla="*/ 188503 w 362313"/>
                <a:gd name="connsiteY22" fmla="*/ 259190 h 361971"/>
                <a:gd name="connsiteX23" fmla="*/ 188503 w 362313"/>
                <a:gd name="connsiteY23" fmla="*/ 281534 h 361971"/>
                <a:gd name="connsiteX24" fmla="*/ 182113 w 362313"/>
                <a:gd name="connsiteY24" fmla="*/ 287918 h 361971"/>
                <a:gd name="connsiteX25" fmla="*/ 175723 w 362313"/>
                <a:gd name="connsiteY25" fmla="*/ 281534 h 361971"/>
                <a:gd name="connsiteX26" fmla="*/ 175723 w 362313"/>
                <a:gd name="connsiteY26" fmla="*/ 259190 h 361971"/>
                <a:gd name="connsiteX27" fmla="*/ 159748 w 362313"/>
                <a:gd name="connsiteY27" fmla="*/ 259190 h 361971"/>
                <a:gd name="connsiteX28" fmla="*/ 159748 w 362313"/>
                <a:gd name="connsiteY28" fmla="*/ 281534 h 361971"/>
                <a:gd name="connsiteX29" fmla="*/ 153358 w 362313"/>
                <a:gd name="connsiteY29" fmla="*/ 287918 h 361971"/>
                <a:gd name="connsiteX30" fmla="*/ 146969 w 362313"/>
                <a:gd name="connsiteY30" fmla="*/ 281534 h 361971"/>
                <a:gd name="connsiteX31" fmla="*/ 146969 w 362313"/>
                <a:gd name="connsiteY31" fmla="*/ 259190 h 361971"/>
                <a:gd name="connsiteX32" fmla="*/ 109907 w 362313"/>
                <a:gd name="connsiteY32" fmla="*/ 259190 h 361971"/>
                <a:gd name="connsiteX33" fmla="*/ 103517 w 362313"/>
                <a:gd name="connsiteY33" fmla="*/ 252806 h 361971"/>
                <a:gd name="connsiteX34" fmla="*/ 103517 w 362313"/>
                <a:gd name="connsiteY34" fmla="*/ 215779 h 361971"/>
                <a:gd name="connsiteX35" fmla="*/ 81152 w 362313"/>
                <a:gd name="connsiteY35" fmla="*/ 215779 h 361971"/>
                <a:gd name="connsiteX36" fmla="*/ 74762 w 362313"/>
                <a:gd name="connsiteY36" fmla="*/ 209395 h 361971"/>
                <a:gd name="connsiteX37" fmla="*/ 81152 w 362313"/>
                <a:gd name="connsiteY37" fmla="*/ 203011 h 361971"/>
                <a:gd name="connsiteX38" fmla="*/ 103517 w 362313"/>
                <a:gd name="connsiteY38" fmla="*/ 203011 h 361971"/>
                <a:gd name="connsiteX39" fmla="*/ 103517 w 362313"/>
                <a:gd name="connsiteY39" fmla="*/ 187051 h 361971"/>
                <a:gd name="connsiteX40" fmla="*/ 81152 w 362313"/>
                <a:gd name="connsiteY40" fmla="*/ 187051 h 361971"/>
                <a:gd name="connsiteX41" fmla="*/ 74762 w 362313"/>
                <a:gd name="connsiteY41" fmla="*/ 180667 h 361971"/>
                <a:gd name="connsiteX42" fmla="*/ 81152 w 362313"/>
                <a:gd name="connsiteY42" fmla="*/ 174283 h 361971"/>
                <a:gd name="connsiteX43" fmla="*/ 103517 w 362313"/>
                <a:gd name="connsiteY43" fmla="*/ 174283 h 361971"/>
                <a:gd name="connsiteX44" fmla="*/ 103517 w 362313"/>
                <a:gd name="connsiteY44" fmla="*/ 158323 h 361971"/>
                <a:gd name="connsiteX45" fmla="*/ 81152 w 362313"/>
                <a:gd name="connsiteY45" fmla="*/ 158323 h 361971"/>
                <a:gd name="connsiteX46" fmla="*/ 74762 w 362313"/>
                <a:gd name="connsiteY46" fmla="*/ 151939 h 361971"/>
                <a:gd name="connsiteX47" fmla="*/ 81152 w 362313"/>
                <a:gd name="connsiteY47" fmla="*/ 145555 h 361971"/>
                <a:gd name="connsiteX48" fmla="*/ 103517 w 362313"/>
                <a:gd name="connsiteY48" fmla="*/ 145555 h 361971"/>
                <a:gd name="connsiteX49" fmla="*/ 103517 w 362313"/>
                <a:gd name="connsiteY49" fmla="*/ 108528 h 361971"/>
                <a:gd name="connsiteX50" fmla="*/ 109907 w 362313"/>
                <a:gd name="connsiteY50" fmla="*/ 102144 h 361971"/>
                <a:gd name="connsiteX51" fmla="*/ 146969 w 362313"/>
                <a:gd name="connsiteY51" fmla="*/ 102144 h 361971"/>
                <a:gd name="connsiteX52" fmla="*/ 146969 w 362313"/>
                <a:gd name="connsiteY52" fmla="*/ 79800 h 361971"/>
                <a:gd name="connsiteX53" fmla="*/ 153358 w 362313"/>
                <a:gd name="connsiteY53" fmla="*/ 73416 h 361971"/>
                <a:gd name="connsiteX54" fmla="*/ 159748 w 362313"/>
                <a:gd name="connsiteY54" fmla="*/ 79800 h 361971"/>
                <a:gd name="connsiteX55" fmla="*/ 159748 w 362313"/>
                <a:gd name="connsiteY55" fmla="*/ 102144 h 361971"/>
                <a:gd name="connsiteX56" fmla="*/ 175723 w 362313"/>
                <a:gd name="connsiteY56" fmla="*/ 102144 h 361971"/>
                <a:gd name="connsiteX57" fmla="*/ 175723 w 362313"/>
                <a:gd name="connsiteY57" fmla="*/ 79800 h 361971"/>
                <a:gd name="connsiteX58" fmla="*/ 182113 w 362313"/>
                <a:gd name="connsiteY58" fmla="*/ 73416 h 361971"/>
                <a:gd name="connsiteX59" fmla="*/ 188503 w 362313"/>
                <a:gd name="connsiteY59" fmla="*/ 79800 h 361971"/>
                <a:gd name="connsiteX60" fmla="*/ 188503 w 362313"/>
                <a:gd name="connsiteY60" fmla="*/ 102144 h 361971"/>
                <a:gd name="connsiteX61" fmla="*/ 204478 w 362313"/>
                <a:gd name="connsiteY61" fmla="*/ 102144 h 361971"/>
                <a:gd name="connsiteX62" fmla="*/ 204478 w 362313"/>
                <a:gd name="connsiteY62" fmla="*/ 79800 h 361971"/>
                <a:gd name="connsiteX63" fmla="*/ 210868 w 362313"/>
                <a:gd name="connsiteY63" fmla="*/ 73416 h 361971"/>
                <a:gd name="connsiteX64" fmla="*/ 217258 w 362313"/>
                <a:gd name="connsiteY64" fmla="*/ 79800 h 361971"/>
                <a:gd name="connsiteX65" fmla="*/ 217258 w 362313"/>
                <a:gd name="connsiteY65" fmla="*/ 102144 h 361971"/>
                <a:gd name="connsiteX66" fmla="*/ 254319 w 362313"/>
                <a:gd name="connsiteY66" fmla="*/ 102144 h 361971"/>
                <a:gd name="connsiteX67" fmla="*/ 260709 w 362313"/>
                <a:gd name="connsiteY67" fmla="*/ 108528 h 361971"/>
                <a:gd name="connsiteX68" fmla="*/ 260709 w 362313"/>
                <a:gd name="connsiteY68" fmla="*/ 145555 h 361971"/>
                <a:gd name="connsiteX69" fmla="*/ 283074 w 362313"/>
                <a:gd name="connsiteY69" fmla="*/ 145555 h 361971"/>
                <a:gd name="connsiteX70" fmla="*/ 289464 w 362313"/>
                <a:gd name="connsiteY70" fmla="*/ 151939 h 361971"/>
                <a:gd name="connsiteX71" fmla="*/ 283074 w 362313"/>
                <a:gd name="connsiteY71" fmla="*/ 158323 h 361971"/>
                <a:gd name="connsiteX72" fmla="*/ 260709 w 362313"/>
                <a:gd name="connsiteY72" fmla="*/ 158323 h 361971"/>
                <a:gd name="connsiteX73" fmla="*/ 260709 w 362313"/>
                <a:gd name="connsiteY73" fmla="*/ 174283 h 361971"/>
                <a:gd name="connsiteX74" fmla="*/ 283074 w 362313"/>
                <a:gd name="connsiteY74" fmla="*/ 17428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283074" y="174283"/>
                  </a:moveTo>
                  <a:cubicBezTo>
                    <a:pt x="286908" y="174283"/>
                    <a:pt x="289464" y="176836"/>
                    <a:pt x="289464" y="180667"/>
                  </a:cubicBezTo>
                  <a:cubicBezTo>
                    <a:pt x="289464" y="184497"/>
                    <a:pt x="286908" y="187051"/>
                    <a:pt x="283074" y="187051"/>
                  </a:cubicBezTo>
                  <a:lnTo>
                    <a:pt x="260709" y="187051"/>
                  </a:lnTo>
                  <a:lnTo>
                    <a:pt x="260709" y="203011"/>
                  </a:lnTo>
                  <a:lnTo>
                    <a:pt x="283074" y="203011"/>
                  </a:lnTo>
                  <a:cubicBezTo>
                    <a:pt x="286908" y="203011"/>
                    <a:pt x="289464" y="205564"/>
                    <a:pt x="289464" y="209395"/>
                  </a:cubicBezTo>
                  <a:cubicBezTo>
                    <a:pt x="289464" y="213225"/>
                    <a:pt x="286908" y="215779"/>
                    <a:pt x="283074" y="215779"/>
                  </a:cubicBezTo>
                  <a:lnTo>
                    <a:pt x="260709" y="215779"/>
                  </a:lnTo>
                  <a:lnTo>
                    <a:pt x="260709" y="252806"/>
                  </a:lnTo>
                  <a:cubicBezTo>
                    <a:pt x="260709" y="256636"/>
                    <a:pt x="258153" y="259190"/>
                    <a:pt x="254319" y="259190"/>
                  </a:cubicBezTo>
                  <a:lnTo>
                    <a:pt x="217258" y="259190"/>
                  </a:lnTo>
                  <a:lnTo>
                    <a:pt x="217258" y="281534"/>
                  </a:lnTo>
                  <a:cubicBezTo>
                    <a:pt x="217258" y="285364"/>
                    <a:pt x="214702" y="287918"/>
                    <a:pt x="210868" y="287918"/>
                  </a:cubicBezTo>
                  <a:cubicBezTo>
                    <a:pt x="207034" y="287918"/>
                    <a:pt x="204478" y="285364"/>
                    <a:pt x="204478" y="281534"/>
                  </a:cubicBezTo>
                  <a:lnTo>
                    <a:pt x="204478" y="259190"/>
                  </a:lnTo>
                  <a:lnTo>
                    <a:pt x="188503" y="259190"/>
                  </a:lnTo>
                  <a:lnTo>
                    <a:pt x="188503" y="281534"/>
                  </a:lnTo>
                  <a:cubicBezTo>
                    <a:pt x="188503" y="285364"/>
                    <a:pt x="185947" y="287918"/>
                    <a:pt x="182113" y="287918"/>
                  </a:cubicBezTo>
                  <a:cubicBezTo>
                    <a:pt x="178279" y="287918"/>
                    <a:pt x="175723" y="285364"/>
                    <a:pt x="175723" y="281534"/>
                  </a:cubicBezTo>
                  <a:lnTo>
                    <a:pt x="175723" y="259190"/>
                  </a:lnTo>
                  <a:lnTo>
                    <a:pt x="159748" y="259190"/>
                  </a:lnTo>
                  <a:lnTo>
                    <a:pt x="159748" y="281534"/>
                  </a:lnTo>
                  <a:cubicBezTo>
                    <a:pt x="159748" y="285364"/>
                    <a:pt x="157192" y="287918"/>
                    <a:pt x="153358" y="287918"/>
                  </a:cubicBezTo>
                  <a:cubicBezTo>
                    <a:pt x="149524" y="287918"/>
                    <a:pt x="146969" y="285364"/>
                    <a:pt x="146969" y="281534"/>
                  </a:cubicBezTo>
                  <a:lnTo>
                    <a:pt x="146969" y="259190"/>
                  </a:lnTo>
                  <a:lnTo>
                    <a:pt x="109907" y="259190"/>
                  </a:lnTo>
                  <a:cubicBezTo>
                    <a:pt x="106073" y="259190"/>
                    <a:pt x="103517" y="256636"/>
                    <a:pt x="103517" y="252806"/>
                  </a:cubicBezTo>
                  <a:lnTo>
                    <a:pt x="103517" y="215779"/>
                  </a:lnTo>
                  <a:lnTo>
                    <a:pt x="81152" y="215779"/>
                  </a:lnTo>
                  <a:cubicBezTo>
                    <a:pt x="77318" y="215779"/>
                    <a:pt x="74762" y="213225"/>
                    <a:pt x="74762" y="209395"/>
                  </a:cubicBezTo>
                  <a:cubicBezTo>
                    <a:pt x="74762" y="205564"/>
                    <a:pt x="77318" y="203011"/>
                    <a:pt x="81152" y="203011"/>
                  </a:cubicBezTo>
                  <a:lnTo>
                    <a:pt x="103517" y="203011"/>
                  </a:lnTo>
                  <a:lnTo>
                    <a:pt x="103517" y="187051"/>
                  </a:lnTo>
                  <a:lnTo>
                    <a:pt x="81152" y="187051"/>
                  </a:lnTo>
                  <a:cubicBezTo>
                    <a:pt x="77318" y="187051"/>
                    <a:pt x="74762" y="184497"/>
                    <a:pt x="74762" y="180667"/>
                  </a:cubicBezTo>
                  <a:cubicBezTo>
                    <a:pt x="74762" y="176836"/>
                    <a:pt x="77318" y="174283"/>
                    <a:pt x="81152" y="174283"/>
                  </a:cubicBezTo>
                  <a:lnTo>
                    <a:pt x="103517" y="174283"/>
                  </a:lnTo>
                  <a:lnTo>
                    <a:pt x="103517" y="158323"/>
                  </a:lnTo>
                  <a:lnTo>
                    <a:pt x="81152" y="158323"/>
                  </a:lnTo>
                  <a:cubicBezTo>
                    <a:pt x="77318" y="158323"/>
                    <a:pt x="74762" y="155769"/>
                    <a:pt x="74762" y="151939"/>
                  </a:cubicBezTo>
                  <a:cubicBezTo>
                    <a:pt x="74762" y="148108"/>
                    <a:pt x="77318" y="145555"/>
                    <a:pt x="81152" y="145555"/>
                  </a:cubicBezTo>
                  <a:lnTo>
                    <a:pt x="103517" y="145555"/>
                  </a:lnTo>
                  <a:lnTo>
                    <a:pt x="103517" y="108528"/>
                  </a:lnTo>
                  <a:cubicBezTo>
                    <a:pt x="103517" y="104697"/>
                    <a:pt x="106073" y="102144"/>
                    <a:pt x="109907" y="102144"/>
                  </a:cubicBezTo>
                  <a:lnTo>
                    <a:pt x="146969" y="102144"/>
                  </a:lnTo>
                  <a:lnTo>
                    <a:pt x="146969" y="79800"/>
                  </a:lnTo>
                  <a:cubicBezTo>
                    <a:pt x="146969" y="75970"/>
                    <a:pt x="149524" y="73416"/>
                    <a:pt x="153358" y="73416"/>
                  </a:cubicBezTo>
                  <a:cubicBezTo>
                    <a:pt x="157192" y="73416"/>
                    <a:pt x="159748" y="75970"/>
                    <a:pt x="159748" y="79800"/>
                  </a:cubicBezTo>
                  <a:lnTo>
                    <a:pt x="159748" y="102144"/>
                  </a:lnTo>
                  <a:lnTo>
                    <a:pt x="175723" y="102144"/>
                  </a:lnTo>
                  <a:lnTo>
                    <a:pt x="175723" y="79800"/>
                  </a:lnTo>
                  <a:cubicBezTo>
                    <a:pt x="175723" y="75970"/>
                    <a:pt x="178279" y="73416"/>
                    <a:pt x="182113" y="73416"/>
                  </a:cubicBezTo>
                  <a:cubicBezTo>
                    <a:pt x="185947" y="73416"/>
                    <a:pt x="188503" y="75970"/>
                    <a:pt x="188503" y="79800"/>
                  </a:cubicBezTo>
                  <a:lnTo>
                    <a:pt x="188503" y="102144"/>
                  </a:lnTo>
                  <a:lnTo>
                    <a:pt x="204478" y="102144"/>
                  </a:lnTo>
                  <a:lnTo>
                    <a:pt x="204478" y="79800"/>
                  </a:lnTo>
                  <a:cubicBezTo>
                    <a:pt x="204478" y="75970"/>
                    <a:pt x="207034" y="73416"/>
                    <a:pt x="210868" y="73416"/>
                  </a:cubicBezTo>
                  <a:cubicBezTo>
                    <a:pt x="214702" y="73416"/>
                    <a:pt x="217258" y="75970"/>
                    <a:pt x="217258" y="79800"/>
                  </a:cubicBezTo>
                  <a:lnTo>
                    <a:pt x="217258" y="102144"/>
                  </a:lnTo>
                  <a:lnTo>
                    <a:pt x="254319" y="102144"/>
                  </a:lnTo>
                  <a:cubicBezTo>
                    <a:pt x="258153" y="102144"/>
                    <a:pt x="260709" y="104697"/>
                    <a:pt x="260709" y="108528"/>
                  </a:cubicBezTo>
                  <a:lnTo>
                    <a:pt x="260709" y="145555"/>
                  </a:lnTo>
                  <a:lnTo>
                    <a:pt x="283074" y="145555"/>
                  </a:lnTo>
                  <a:cubicBezTo>
                    <a:pt x="286908" y="145555"/>
                    <a:pt x="289464" y="148108"/>
                    <a:pt x="289464" y="151939"/>
                  </a:cubicBezTo>
                  <a:cubicBezTo>
                    <a:pt x="289464" y="155769"/>
                    <a:pt x="286908" y="158323"/>
                    <a:pt x="283074" y="158323"/>
                  </a:cubicBezTo>
                  <a:lnTo>
                    <a:pt x="260709" y="158323"/>
                  </a:lnTo>
                  <a:lnTo>
                    <a:pt x="260709" y="174283"/>
                  </a:lnTo>
                  <a:lnTo>
                    <a:pt x="283074" y="174283"/>
                  </a:lnTo>
                  <a:close/>
                </a:path>
              </a:pathLst>
            </a:custGeom>
            <a:solidFill>
              <a:srgbClr val="86BC25"/>
            </a:solidFill>
            <a:ln w="6390" cap="flat">
              <a:noFill/>
              <a:prstDash val="solid"/>
              <a:miter/>
            </a:ln>
          </p:spPr>
          <p:txBody>
            <a:bodyPr rtlCol="0" anchor="ctr"/>
            <a:lstStyle/>
            <a:p>
              <a:endParaRPr lang="en-US"/>
            </a:p>
          </p:txBody>
        </p:sp>
      </p:grpSp>
      <p:grpSp>
        <p:nvGrpSpPr>
          <p:cNvPr id="966" name="Graphic 4">
            <a:extLst>
              <a:ext uri="{FF2B5EF4-FFF2-40B4-BE49-F238E27FC236}">
                <a16:creationId xmlns:a16="http://schemas.microsoft.com/office/drawing/2014/main" id="{4741955E-C375-A34C-AB8C-5252AB17F497}"/>
              </a:ext>
            </a:extLst>
          </p:cNvPr>
          <p:cNvGrpSpPr/>
          <p:nvPr/>
        </p:nvGrpSpPr>
        <p:grpSpPr>
          <a:xfrm>
            <a:off x="4045469" y="4308712"/>
            <a:ext cx="362309" cy="361971"/>
            <a:chOff x="4045469" y="4308712"/>
            <a:chExt cx="362309" cy="361971"/>
          </a:xfrm>
          <a:solidFill>
            <a:srgbClr val="26890D"/>
          </a:solidFill>
        </p:grpSpPr>
        <p:sp>
          <p:nvSpPr>
            <p:cNvPr id="967" name="Graphic 4">
              <a:extLst>
                <a:ext uri="{FF2B5EF4-FFF2-40B4-BE49-F238E27FC236}">
                  <a16:creationId xmlns:a16="http://schemas.microsoft.com/office/drawing/2014/main" id="{46735DCF-2E0E-AD46-84BF-47A106BEE4A3}"/>
                </a:ext>
              </a:extLst>
            </p:cNvPr>
            <p:cNvSpPr/>
            <p:nvPr/>
          </p:nvSpPr>
          <p:spPr>
            <a:xfrm>
              <a:off x="4233333" y="4476610"/>
              <a:ext cx="9798" cy="29366"/>
            </a:xfrm>
            <a:custGeom>
              <a:avLst/>
              <a:gdLst>
                <a:gd name="connsiteX0" fmla="*/ 0 w 9798"/>
                <a:gd name="connsiteY0" fmla="*/ 0 h 29366"/>
                <a:gd name="connsiteX1" fmla="*/ 0 w 9798"/>
                <a:gd name="connsiteY1" fmla="*/ 29367 h 29366"/>
                <a:gd name="connsiteX2" fmla="*/ 8307 w 9798"/>
                <a:gd name="connsiteY2" fmla="*/ 8299 h 29366"/>
                <a:gd name="connsiteX3" fmla="*/ 0 w 9798"/>
                <a:gd name="connsiteY3" fmla="*/ 0 h 29366"/>
              </a:gdLst>
              <a:ahLst/>
              <a:cxnLst>
                <a:cxn ang="0">
                  <a:pos x="connsiteX0" y="connsiteY0"/>
                </a:cxn>
                <a:cxn ang="0">
                  <a:pos x="connsiteX1" y="connsiteY1"/>
                </a:cxn>
                <a:cxn ang="0">
                  <a:pos x="connsiteX2" y="connsiteY2"/>
                </a:cxn>
                <a:cxn ang="0">
                  <a:pos x="connsiteX3" y="connsiteY3"/>
                </a:cxn>
              </a:cxnLst>
              <a:rect l="l" t="t" r="r" b="b"/>
              <a:pathLst>
                <a:path w="9798" h="29366">
                  <a:moveTo>
                    <a:pt x="0" y="0"/>
                  </a:moveTo>
                  <a:lnTo>
                    <a:pt x="0" y="29367"/>
                  </a:lnTo>
                  <a:cubicBezTo>
                    <a:pt x="8307" y="26175"/>
                    <a:pt x="12141" y="16599"/>
                    <a:pt x="8307" y="8299"/>
                  </a:cubicBezTo>
                  <a:cubicBezTo>
                    <a:pt x="7029" y="4469"/>
                    <a:pt x="3834" y="1916"/>
                    <a:pt x="0" y="0"/>
                  </a:cubicBezTo>
                  <a:close/>
                </a:path>
              </a:pathLst>
            </a:custGeom>
            <a:solidFill>
              <a:srgbClr val="26890D"/>
            </a:solidFill>
            <a:ln w="6390" cap="flat">
              <a:noFill/>
              <a:prstDash val="solid"/>
              <a:miter/>
            </a:ln>
          </p:spPr>
          <p:txBody>
            <a:bodyPr rtlCol="0" anchor="ctr"/>
            <a:lstStyle/>
            <a:p>
              <a:endParaRPr lang="en-US"/>
            </a:p>
          </p:txBody>
        </p:sp>
        <p:sp>
          <p:nvSpPr>
            <p:cNvPr id="968" name="Graphic 4">
              <a:extLst>
                <a:ext uri="{FF2B5EF4-FFF2-40B4-BE49-F238E27FC236}">
                  <a16:creationId xmlns:a16="http://schemas.microsoft.com/office/drawing/2014/main" id="{29DF0C6C-5A32-D443-81AE-A84298253C25}"/>
                </a:ext>
              </a:extLst>
            </p:cNvPr>
            <p:cNvSpPr/>
            <p:nvPr/>
          </p:nvSpPr>
          <p:spPr>
            <a:xfrm>
              <a:off x="4173267" y="4391065"/>
              <a:ext cx="106951" cy="197264"/>
            </a:xfrm>
            <a:custGeom>
              <a:avLst/>
              <a:gdLst>
                <a:gd name="connsiteX0" fmla="*/ 104795 w 106951"/>
                <a:gd name="connsiteY0" fmla="*/ 0 h 197264"/>
                <a:gd name="connsiteX1" fmla="*/ 1917 w 106951"/>
                <a:gd name="connsiteY1" fmla="*/ 0 h 197264"/>
                <a:gd name="connsiteX2" fmla="*/ 0 w 106951"/>
                <a:gd name="connsiteY2" fmla="*/ 1277 h 197264"/>
                <a:gd name="connsiteX3" fmla="*/ 0 w 106951"/>
                <a:gd name="connsiteY3" fmla="*/ 195988 h 197264"/>
                <a:gd name="connsiteX4" fmla="*/ 1917 w 106951"/>
                <a:gd name="connsiteY4" fmla="*/ 197265 h 197264"/>
                <a:gd name="connsiteX5" fmla="*/ 104795 w 106951"/>
                <a:gd name="connsiteY5" fmla="*/ 197265 h 197264"/>
                <a:gd name="connsiteX6" fmla="*/ 106712 w 106951"/>
                <a:gd name="connsiteY6" fmla="*/ 195988 h 197264"/>
                <a:gd name="connsiteX7" fmla="*/ 106712 w 106951"/>
                <a:gd name="connsiteY7" fmla="*/ 1277 h 197264"/>
                <a:gd name="connsiteX8" fmla="*/ 104795 w 106951"/>
                <a:gd name="connsiteY8" fmla="*/ 0 h 197264"/>
                <a:gd name="connsiteX9" fmla="*/ 53676 w 106951"/>
                <a:gd name="connsiteY9" fmla="*/ 182582 h 197264"/>
                <a:gd name="connsiteX10" fmla="*/ 44091 w 106951"/>
                <a:gd name="connsiteY10" fmla="*/ 173006 h 197264"/>
                <a:gd name="connsiteX11" fmla="*/ 53676 w 106951"/>
                <a:gd name="connsiteY11" fmla="*/ 163430 h 197264"/>
                <a:gd name="connsiteX12" fmla="*/ 63261 w 106951"/>
                <a:gd name="connsiteY12" fmla="*/ 173006 h 197264"/>
                <a:gd name="connsiteX13" fmla="*/ 63261 w 106951"/>
                <a:gd name="connsiteY13" fmla="*/ 173006 h 197264"/>
                <a:gd name="connsiteX14" fmla="*/ 53676 w 106951"/>
                <a:gd name="connsiteY14" fmla="*/ 182582 h 197264"/>
                <a:gd name="connsiteX15" fmla="*/ 53676 w 106951"/>
                <a:gd name="connsiteY15" fmla="*/ 182582 h 197264"/>
                <a:gd name="connsiteX16" fmla="*/ 53676 w 106951"/>
                <a:gd name="connsiteY16" fmla="*/ 182582 h 197264"/>
                <a:gd name="connsiteX17" fmla="*/ 60066 w 106951"/>
                <a:gd name="connsiteY17" fmla="*/ 128318 h 197264"/>
                <a:gd name="connsiteX18" fmla="*/ 60066 w 106951"/>
                <a:gd name="connsiteY18" fmla="*/ 135979 h 197264"/>
                <a:gd name="connsiteX19" fmla="*/ 53676 w 106951"/>
                <a:gd name="connsiteY19" fmla="*/ 142363 h 197264"/>
                <a:gd name="connsiteX20" fmla="*/ 47286 w 106951"/>
                <a:gd name="connsiteY20" fmla="*/ 135979 h 197264"/>
                <a:gd name="connsiteX21" fmla="*/ 47286 w 106951"/>
                <a:gd name="connsiteY21" fmla="*/ 128318 h 197264"/>
                <a:gd name="connsiteX22" fmla="*/ 26199 w 106951"/>
                <a:gd name="connsiteY22" fmla="*/ 109805 h 197264"/>
                <a:gd name="connsiteX23" fmla="*/ 30033 w 106951"/>
                <a:gd name="connsiteY23" fmla="*/ 101505 h 197264"/>
                <a:gd name="connsiteX24" fmla="*/ 38340 w 106951"/>
                <a:gd name="connsiteY24" fmla="*/ 105336 h 197264"/>
                <a:gd name="connsiteX25" fmla="*/ 47286 w 106951"/>
                <a:gd name="connsiteY25" fmla="*/ 114912 h 197264"/>
                <a:gd name="connsiteX26" fmla="*/ 47286 w 106951"/>
                <a:gd name="connsiteY26" fmla="*/ 83630 h 197264"/>
                <a:gd name="connsiteX27" fmla="*/ 25560 w 106951"/>
                <a:gd name="connsiteY27" fmla="*/ 49157 h 197264"/>
                <a:gd name="connsiteX28" fmla="*/ 47286 w 106951"/>
                <a:gd name="connsiteY28" fmla="*/ 27451 h 197264"/>
                <a:gd name="connsiteX29" fmla="*/ 47286 w 106951"/>
                <a:gd name="connsiteY29" fmla="*/ 23621 h 197264"/>
                <a:gd name="connsiteX30" fmla="*/ 53676 w 106951"/>
                <a:gd name="connsiteY30" fmla="*/ 17237 h 197264"/>
                <a:gd name="connsiteX31" fmla="*/ 60066 w 106951"/>
                <a:gd name="connsiteY31" fmla="*/ 23621 h 197264"/>
                <a:gd name="connsiteX32" fmla="*/ 60066 w 106951"/>
                <a:gd name="connsiteY32" fmla="*/ 27451 h 197264"/>
                <a:gd name="connsiteX33" fmla="*/ 78597 w 106951"/>
                <a:gd name="connsiteY33" fmla="*/ 40857 h 197264"/>
                <a:gd name="connsiteX34" fmla="*/ 76040 w 106951"/>
                <a:gd name="connsiteY34" fmla="*/ 49157 h 197264"/>
                <a:gd name="connsiteX35" fmla="*/ 67734 w 106951"/>
                <a:gd name="connsiteY35" fmla="*/ 47241 h 197264"/>
                <a:gd name="connsiteX36" fmla="*/ 60066 w 106951"/>
                <a:gd name="connsiteY36" fmla="*/ 40857 h 197264"/>
                <a:gd name="connsiteX37" fmla="*/ 60066 w 106951"/>
                <a:gd name="connsiteY37" fmla="*/ 72139 h 197264"/>
                <a:gd name="connsiteX38" fmla="*/ 81792 w 106951"/>
                <a:gd name="connsiteY38" fmla="*/ 106613 h 197264"/>
                <a:gd name="connsiteX39" fmla="*/ 60066 w 106951"/>
                <a:gd name="connsiteY39" fmla="*/ 128318 h 197264"/>
                <a:gd name="connsiteX40" fmla="*/ 60066 w 106951"/>
                <a:gd name="connsiteY40" fmla="*/ 128318 h 197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6951" h="197264">
                  <a:moveTo>
                    <a:pt x="104795" y="0"/>
                  </a:moveTo>
                  <a:lnTo>
                    <a:pt x="1917" y="0"/>
                  </a:lnTo>
                  <a:cubicBezTo>
                    <a:pt x="639" y="0"/>
                    <a:pt x="0" y="638"/>
                    <a:pt x="0" y="1277"/>
                  </a:cubicBezTo>
                  <a:lnTo>
                    <a:pt x="0" y="195988"/>
                  </a:lnTo>
                  <a:cubicBezTo>
                    <a:pt x="639" y="196627"/>
                    <a:pt x="1278" y="197265"/>
                    <a:pt x="1917" y="197265"/>
                  </a:cubicBezTo>
                  <a:lnTo>
                    <a:pt x="104795" y="197265"/>
                  </a:lnTo>
                  <a:cubicBezTo>
                    <a:pt x="106073" y="197265"/>
                    <a:pt x="106712" y="196627"/>
                    <a:pt x="106712" y="195988"/>
                  </a:cubicBezTo>
                  <a:lnTo>
                    <a:pt x="106712" y="1277"/>
                  </a:lnTo>
                  <a:cubicBezTo>
                    <a:pt x="107351" y="1277"/>
                    <a:pt x="106712" y="0"/>
                    <a:pt x="104795" y="0"/>
                  </a:cubicBezTo>
                  <a:close/>
                  <a:moveTo>
                    <a:pt x="53676" y="182582"/>
                  </a:moveTo>
                  <a:cubicBezTo>
                    <a:pt x="48564" y="182582"/>
                    <a:pt x="44091" y="178113"/>
                    <a:pt x="44091" y="173006"/>
                  </a:cubicBezTo>
                  <a:cubicBezTo>
                    <a:pt x="44091" y="167899"/>
                    <a:pt x="48564" y="163430"/>
                    <a:pt x="53676" y="163430"/>
                  </a:cubicBezTo>
                  <a:cubicBezTo>
                    <a:pt x="58788" y="163430"/>
                    <a:pt x="63261" y="167899"/>
                    <a:pt x="63261" y="173006"/>
                  </a:cubicBezTo>
                  <a:lnTo>
                    <a:pt x="63261" y="173006"/>
                  </a:lnTo>
                  <a:cubicBezTo>
                    <a:pt x="63261" y="178752"/>
                    <a:pt x="59427" y="182582"/>
                    <a:pt x="53676" y="182582"/>
                  </a:cubicBezTo>
                  <a:cubicBezTo>
                    <a:pt x="53676" y="182582"/>
                    <a:pt x="53676" y="182582"/>
                    <a:pt x="53676" y="182582"/>
                  </a:cubicBezTo>
                  <a:lnTo>
                    <a:pt x="53676" y="182582"/>
                  </a:lnTo>
                  <a:close/>
                  <a:moveTo>
                    <a:pt x="60066" y="128318"/>
                  </a:moveTo>
                  <a:lnTo>
                    <a:pt x="60066" y="135979"/>
                  </a:lnTo>
                  <a:cubicBezTo>
                    <a:pt x="60066" y="139809"/>
                    <a:pt x="57509" y="142363"/>
                    <a:pt x="53676" y="142363"/>
                  </a:cubicBezTo>
                  <a:cubicBezTo>
                    <a:pt x="49842" y="142363"/>
                    <a:pt x="47286" y="139809"/>
                    <a:pt x="47286" y="135979"/>
                  </a:cubicBezTo>
                  <a:lnTo>
                    <a:pt x="47286" y="128318"/>
                  </a:lnTo>
                  <a:cubicBezTo>
                    <a:pt x="37701" y="126403"/>
                    <a:pt x="30033" y="119381"/>
                    <a:pt x="26199" y="109805"/>
                  </a:cubicBezTo>
                  <a:cubicBezTo>
                    <a:pt x="24921" y="106613"/>
                    <a:pt x="26838" y="102782"/>
                    <a:pt x="30033" y="101505"/>
                  </a:cubicBezTo>
                  <a:cubicBezTo>
                    <a:pt x="33228" y="100229"/>
                    <a:pt x="37062" y="102144"/>
                    <a:pt x="38340" y="105336"/>
                  </a:cubicBezTo>
                  <a:cubicBezTo>
                    <a:pt x="39618" y="109805"/>
                    <a:pt x="42813" y="112997"/>
                    <a:pt x="47286" y="114912"/>
                  </a:cubicBezTo>
                  <a:lnTo>
                    <a:pt x="47286" y="83630"/>
                  </a:lnTo>
                  <a:cubicBezTo>
                    <a:pt x="31950" y="80438"/>
                    <a:pt x="21726" y="65117"/>
                    <a:pt x="25560" y="49157"/>
                  </a:cubicBezTo>
                  <a:cubicBezTo>
                    <a:pt x="28116" y="38304"/>
                    <a:pt x="36423" y="29366"/>
                    <a:pt x="47286" y="27451"/>
                  </a:cubicBezTo>
                  <a:lnTo>
                    <a:pt x="47286" y="23621"/>
                  </a:lnTo>
                  <a:cubicBezTo>
                    <a:pt x="47286" y="19790"/>
                    <a:pt x="49842" y="17237"/>
                    <a:pt x="53676" y="17237"/>
                  </a:cubicBezTo>
                  <a:cubicBezTo>
                    <a:pt x="57509" y="17237"/>
                    <a:pt x="60066" y="19790"/>
                    <a:pt x="60066" y="23621"/>
                  </a:cubicBezTo>
                  <a:lnTo>
                    <a:pt x="60066" y="27451"/>
                  </a:lnTo>
                  <a:cubicBezTo>
                    <a:pt x="67734" y="29366"/>
                    <a:pt x="74762" y="34473"/>
                    <a:pt x="78597" y="40857"/>
                  </a:cubicBezTo>
                  <a:cubicBezTo>
                    <a:pt x="80513" y="44049"/>
                    <a:pt x="79235" y="47880"/>
                    <a:pt x="76040" y="49157"/>
                  </a:cubicBezTo>
                  <a:cubicBezTo>
                    <a:pt x="72845" y="50433"/>
                    <a:pt x="69650" y="49795"/>
                    <a:pt x="67734" y="47241"/>
                  </a:cubicBezTo>
                  <a:cubicBezTo>
                    <a:pt x="65817" y="44688"/>
                    <a:pt x="63261" y="42134"/>
                    <a:pt x="60066" y="40857"/>
                  </a:cubicBezTo>
                  <a:lnTo>
                    <a:pt x="60066" y="72139"/>
                  </a:lnTo>
                  <a:cubicBezTo>
                    <a:pt x="75402" y="75331"/>
                    <a:pt x="85625" y="90653"/>
                    <a:pt x="81792" y="106613"/>
                  </a:cubicBezTo>
                  <a:cubicBezTo>
                    <a:pt x="79874" y="117465"/>
                    <a:pt x="71567" y="126403"/>
                    <a:pt x="60066" y="128318"/>
                  </a:cubicBezTo>
                  <a:lnTo>
                    <a:pt x="60066" y="128318"/>
                  </a:lnTo>
                  <a:close/>
                </a:path>
              </a:pathLst>
            </a:custGeom>
            <a:solidFill>
              <a:srgbClr val="26890D"/>
            </a:solidFill>
            <a:ln w="6390" cap="flat">
              <a:noFill/>
              <a:prstDash val="solid"/>
              <a:miter/>
            </a:ln>
          </p:spPr>
          <p:txBody>
            <a:bodyPr rtlCol="0" anchor="ctr"/>
            <a:lstStyle/>
            <a:p>
              <a:endParaRPr lang="en-US"/>
            </a:p>
          </p:txBody>
        </p:sp>
        <p:sp>
          <p:nvSpPr>
            <p:cNvPr id="969" name="Graphic 4">
              <a:extLst>
                <a:ext uri="{FF2B5EF4-FFF2-40B4-BE49-F238E27FC236}">
                  <a16:creationId xmlns:a16="http://schemas.microsoft.com/office/drawing/2014/main" id="{79310A25-A58E-954A-AA01-69C12686ABAC}"/>
                </a:ext>
              </a:extLst>
            </p:cNvPr>
            <p:cNvSpPr/>
            <p:nvPr/>
          </p:nvSpPr>
          <p:spPr>
            <a:xfrm>
              <a:off x="4210754" y="4431922"/>
              <a:ext cx="9798" cy="29366"/>
            </a:xfrm>
            <a:custGeom>
              <a:avLst/>
              <a:gdLst>
                <a:gd name="connsiteX0" fmla="*/ 9799 w 9798"/>
                <a:gd name="connsiteY0" fmla="*/ 0 h 29366"/>
                <a:gd name="connsiteX1" fmla="*/ 1492 w 9798"/>
                <a:gd name="connsiteY1" fmla="*/ 21067 h 29366"/>
                <a:gd name="connsiteX2" fmla="*/ 9799 w 9798"/>
                <a:gd name="connsiteY2" fmla="*/ 29367 h 29366"/>
                <a:gd name="connsiteX3" fmla="*/ 9799 w 9798"/>
                <a:gd name="connsiteY3" fmla="*/ 0 h 29366"/>
              </a:gdLst>
              <a:ahLst/>
              <a:cxnLst>
                <a:cxn ang="0">
                  <a:pos x="connsiteX0" y="connsiteY0"/>
                </a:cxn>
                <a:cxn ang="0">
                  <a:pos x="connsiteX1" y="connsiteY1"/>
                </a:cxn>
                <a:cxn ang="0">
                  <a:pos x="connsiteX2" y="connsiteY2"/>
                </a:cxn>
                <a:cxn ang="0">
                  <a:pos x="connsiteX3" y="connsiteY3"/>
                </a:cxn>
              </a:cxnLst>
              <a:rect l="l" t="t" r="r" b="b"/>
              <a:pathLst>
                <a:path w="9798" h="29366">
                  <a:moveTo>
                    <a:pt x="9799" y="0"/>
                  </a:moveTo>
                  <a:cubicBezTo>
                    <a:pt x="1492" y="3192"/>
                    <a:pt x="-2342" y="12768"/>
                    <a:pt x="1492" y="21067"/>
                  </a:cubicBezTo>
                  <a:cubicBezTo>
                    <a:pt x="3409" y="24898"/>
                    <a:pt x="5965" y="28090"/>
                    <a:pt x="9799" y="29367"/>
                  </a:cubicBezTo>
                  <a:lnTo>
                    <a:pt x="9799" y="0"/>
                  </a:lnTo>
                  <a:close/>
                </a:path>
              </a:pathLst>
            </a:custGeom>
            <a:solidFill>
              <a:srgbClr val="26890D"/>
            </a:solidFill>
            <a:ln w="6390" cap="flat">
              <a:noFill/>
              <a:prstDash val="solid"/>
              <a:miter/>
            </a:ln>
          </p:spPr>
          <p:txBody>
            <a:bodyPr rtlCol="0" anchor="ctr"/>
            <a:lstStyle/>
            <a:p>
              <a:endParaRPr lang="en-US"/>
            </a:p>
          </p:txBody>
        </p:sp>
        <p:sp>
          <p:nvSpPr>
            <p:cNvPr id="970" name="Graphic 4">
              <a:extLst>
                <a:ext uri="{FF2B5EF4-FFF2-40B4-BE49-F238E27FC236}">
                  <a16:creationId xmlns:a16="http://schemas.microsoft.com/office/drawing/2014/main" id="{F2EE138D-08B0-BA40-9CDA-865CFBE00C82}"/>
                </a:ext>
              </a:extLst>
            </p:cNvPr>
            <p:cNvSpPr/>
            <p:nvPr/>
          </p:nvSpPr>
          <p:spPr>
            <a:xfrm>
              <a:off x="4045469" y="4308712"/>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47930 w 362309"/>
                <a:gd name="connsiteY6" fmla="*/ 278342 h 361971"/>
                <a:gd name="connsiteX7" fmla="*/ 233233 w 362309"/>
                <a:gd name="connsiteY7" fmla="*/ 292386 h 361971"/>
                <a:gd name="connsiteX8" fmla="*/ 130355 w 362309"/>
                <a:gd name="connsiteY8" fmla="*/ 292386 h 361971"/>
                <a:gd name="connsiteX9" fmla="*/ 115658 w 362309"/>
                <a:gd name="connsiteY9" fmla="*/ 278342 h 361971"/>
                <a:gd name="connsiteX10" fmla="*/ 115658 w 362309"/>
                <a:gd name="connsiteY10" fmla="*/ 83630 h 361971"/>
                <a:gd name="connsiteX11" fmla="*/ 130355 w 362309"/>
                <a:gd name="connsiteY11" fmla="*/ 69586 h 361971"/>
                <a:gd name="connsiteX12" fmla="*/ 130355 w 362309"/>
                <a:gd name="connsiteY12" fmla="*/ 69586 h 361971"/>
                <a:gd name="connsiteX13" fmla="*/ 233233 w 362309"/>
                <a:gd name="connsiteY13" fmla="*/ 69586 h 361971"/>
                <a:gd name="connsiteX14" fmla="*/ 247930 w 362309"/>
                <a:gd name="connsiteY14" fmla="*/ 83630 h 361971"/>
                <a:gd name="connsiteX15" fmla="*/ 247930 w 362309"/>
                <a:gd name="connsiteY15" fmla="*/ 27834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cubicBezTo>
                    <a:pt x="362310" y="181305"/>
                    <a:pt x="362310" y="181305"/>
                    <a:pt x="362310" y="181305"/>
                  </a:cubicBezTo>
                  <a:cubicBezTo>
                    <a:pt x="362310" y="81077"/>
                    <a:pt x="281796" y="0"/>
                    <a:pt x="181474" y="0"/>
                  </a:cubicBezTo>
                  <a:close/>
                  <a:moveTo>
                    <a:pt x="247930" y="278342"/>
                  </a:moveTo>
                  <a:cubicBezTo>
                    <a:pt x="247291" y="286002"/>
                    <a:pt x="240901" y="292386"/>
                    <a:pt x="233233" y="292386"/>
                  </a:cubicBezTo>
                  <a:lnTo>
                    <a:pt x="130355" y="292386"/>
                  </a:lnTo>
                  <a:cubicBezTo>
                    <a:pt x="122687" y="292386"/>
                    <a:pt x="115658" y="286641"/>
                    <a:pt x="115658" y="278342"/>
                  </a:cubicBezTo>
                  <a:lnTo>
                    <a:pt x="115658" y="83630"/>
                  </a:lnTo>
                  <a:cubicBezTo>
                    <a:pt x="115658" y="75970"/>
                    <a:pt x="122687" y="69586"/>
                    <a:pt x="130355" y="69586"/>
                  </a:cubicBezTo>
                  <a:cubicBezTo>
                    <a:pt x="130355" y="69586"/>
                    <a:pt x="130355" y="69586"/>
                    <a:pt x="130355" y="69586"/>
                  </a:cubicBezTo>
                  <a:lnTo>
                    <a:pt x="233233" y="69586"/>
                  </a:lnTo>
                  <a:cubicBezTo>
                    <a:pt x="240901" y="69586"/>
                    <a:pt x="247930" y="75331"/>
                    <a:pt x="247930" y="83630"/>
                  </a:cubicBezTo>
                  <a:lnTo>
                    <a:pt x="247930" y="278342"/>
                  </a:lnTo>
                  <a:close/>
                </a:path>
              </a:pathLst>
            </a:custGeom>
            <a:solidFill>
              <a:srgbClr val="26890D"/>
            </a:solidFill>
            <a:ln w="6390" cap="flat">
              <a:noFill/>
              <a:prstDash val="solid"/>
              <a:miter/>
            </a:ln>
          </p:spPr>
          <p:txBody>
            <a:bodyPr rtlCol="0" anchor="ctr"/>
            <a:lstStyle/>
            <a:p>
              <a:endParaRPr lang="en-US"/>
            </a:p>
          </p:txBody>
        </p:sp>
      </p:grpSp>
      <p:grpSp>
        <p:nvGrpSpPr>
          <p:cNvPr id="971" name="Graphic 4">
            <a:extLst>
              <a:ext uri="{FF2B5EF4-FFF2-40B4-BE49-F238E27FC236}">
                <a16:creationId xmlns:a16="http://schemas.microsoft.com/office/drawing/2014/main" id="{5016658D-A88C-524C-92B2-22926C1439FF}"/>
              </a:ext>
            </a:extLst>
          </p:cNvPr>
          <p:cNvGrpSpPr/>
          <p:nvPr/>
        </p:nvGrpSpPr>
        <p:grpSpPr>
          <a:xfrm>
            <a:off x="7191874" y="4308712"/>
            <a:ext cx="362312" cy="361971"/>
            <a:chOff x="7191874" y="4308712"/>
            <a:chExt cx="362312" cy="361971"/>
          </a:xfrm>
          <a:solidFill>
            <a:srgbClr val="26890D"/>
          </a:solidFill>
        </p:grpSpPr>
        <p:sp>
          <p:nvSpPr>
            <p:cNvPr id="972" name="Graphic 4">
              <a:extLst>
                <a:ext uri="{FF2B5EF4-FFF2-40B4-BE49-F238E27FC236}">
                  <a16:creationId xmlns:a16="http://schemas.microsoft.com/office/drawing/2014/main" id="{150B9208-8E79-8B49-8057-C80C35884478}"/>
                </a:ext>
              </a:extLst>
            </p:cNvPr>
            <p:cNvSpPr/>
            <p:nvPr/>
          </p:nvSpPr>
          <p:spPr>
            <a:xfrm>
              <a:off x="7319672" y="4390427"/>
              <a:ext cx="107351" cy="197903"/>
            </a:xfrm>
            <a:custGeom>
              <a:avLst/>
              <a:gdLst>
                <a:gd name="connsiteX0" fmla="*/ 105434 w 107351"/>
                <a:gd name="connsiteY0" fmla="*/ 0 h 197903"/>
                <a:gd name="connsiteX1" fmla="*/ 1917 w 107351"/>
                <a:gd name="connsiteY1" fmla="*/ 0 h 197903"/>
                <a:gd name="connsiteX2" fmla="*/ 0 w 107351"/>
                <a:gd name="connsiteY2" fmla="*/ 1277 h 197903"/>
                <a:gd name="connsiteX3" fmla="*/ 0 w 107351"/>
                <a:gd name="connsiteY3" fmla="*/ 196627 h 197903"/>
                <a:gd name="connsiteX4" fmla="*/ 1917 w 107351"/>
                <a:gd name="connsiteY4" fmla="*/ 197903 h 197903"/>
                <a:gd name="connsiteX5" fmla="*/ 105434 w 107351"/>
                <a:gd name="connsiteY5" fmla="*/ 197903 h 197903"/>
                <a:gd name="connsiteX6" fmla="*/ 107351 w 107351"/>
                <a:gd name="connsiteY6" fmla="*/ 196627 h 197903"/>
                <a:gd name="connsiteX7" fmla="*/ 107351 w 107351"/>
                <a:gd name="connsiteY7" fmla="*/ 1277 h 197903"/>
                <a:gd name="connsiteX8" fmla="*/ 105434 w 107351"/>
                <a:gd name="connsiteY8" fmla="*/ 0 h 197903"/>
                <a:gd name="connsiteX9" fmla="*/ 53676 w 107351"/>
                <a:gd name="connsiteY9" fmla="*/ 183220 h 197903"/>
                <a:gd name="connsiteX10" fmla="*/ 44730 w 107351"/>
                <a:gd name="connsiteY10" fmla="*/ 174283 h 197903"/>
                <a:gd name="connsiteX11" fmla="*/ 53676 w 107351"/>
                <a:gd name="connsiteY11" fmla="*/ 165345 h 197903"/>
                <a:gd name="connsiteX12" fmla="*/ 62622 w 107351"/>
                <a:gd name="connsiteY12" fmla="*/ 174283 h 197903"/>
                <a:gd name="connsiteX13" fmla="*/ 62622 w 107351"/>
                <a:gd name="connsiteY13" fmla="*/ 174283 h 197903"/>
                <a:gd name="connsiteX14" fmla="*/ 53676 w 107351"/>
                <a:gd name="connsiteY14" fmla="*/ 183220 h 197903"/>
                <a:gd name="connsiteX15" fmla="*/ 97766 w 107351"/>
                <a:gd name="connsiteY15" fmla="*/ 144278 h 197903"/>
                <a:gd name="connsiteX16" fmla="*/ 91376 w 107351"/>
                <a:gd name="connsiteY16" fmla="*/ 150662 h 197903"/>
                <a:gd name="connsiteX17" fmla="*/ 15975 w 107351"/>
                <a:gd name="connsiteY17" fmla="*/ 150662 h 197903"/>
                <a:gd name="connsiteX18" fmla="*/ 9585 w 107351"/>
                <a:gd name="connsiteY18" fmla="*/ 144278 h 197903"/>
                <a:gd name="connsiteX19" fmla="*/ 9585 w 107351"/>
                <a:gd name="connsiteY19" fmla="*/ 16599 h 197903"/>
                <a:gd name="connsiteX20" fmla="*/ 15975 w 107351"/>
                <a:gd name="connsiteY20" fmla="*/ 10215 h 197903"/>
                <a:gd name="connsiteX21" fmla="*/ 91376 w 107351"/>
                <a:gd name="connsiteY21" fmla="*/ 10215 h 197903"/>
                <a:gd name="connsiteX22" fmla="*/ 97766 w 107351"/>
                <a:gd name="connsiteY22" fmla="*/ 16599 h 197903"/>
                <a:gd name="connsiteX23" fmla="*/ 97766 w 107351"/>
                <a:gd name="connsiteY23" fmla="*/ 144278 h 19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351" h="197903">
                  <a:moveTo>
                    <a:pt x="105434" y="0"/>
                  </a:moveTo>
                  <a:lnTo>
                    <a:pt x="1917" y="0"/>
                  </a:lnTo>
                  <a:cubicBezTo>
                    <a:pt x="639" y="0"/>
                    <a:pt x="0" y="639"/>
                    <a:pt x="0" y="1277"/>
                  </a:cubicBezTo>
                  <a:lnTo>
                    <a:pt x="0" y="196627"/>
                  </a:lnTo>
                  <a:cubicBezTo>
                    <a:pt x="639" y="197265"/>
                    <a:pt x="1278" y="197903"/>
                    <a:pt x="1917" y="197903"/>
                  </a:cubicBezTo>
                  <a:lnTo>
                    <a:pt x="105434" y="197903"/>
                  </a:lnTo>
                  <a:cubicBezTo>
                    <a:pt x="106073" y="197903"/>
                    <a:pt x="107351" y="197265"/>
                    <a:pt x="107351" y="196627"/>
                  </a:cubicBezTo>
                  <a:lnTo>
                    <a:pt x="107351" y="1277"/>
                  </a:lnTo>
                  <a:cubicBezTo>
                    <a:pt x="107351" y="1277"/>
                    <a:pt x="106712" y="0"/>
                    <a:pt x="105434" y="0"/>
                  </a:cubicBezTo>
                  <a:close/>
                  <a:moveTo>
                    <a:pt x="53676" y="183220"/>
                  </a:moveTo>
                  <a:cubicBezTo>
                    <a:pt x="48563" y="183220"/>
                    <a:pt x="44730" y="179390"/>
                    <a:pt x="44730" y="174283"/>
                  </a:cubicBezTo>
                  <a:cubicBezTo>
                    <a:pt x="44730" y="169176"/>
                    <a:pt x="48563" y="165345"/>
                    <a:pt x="53676" y="165345"/>
                  </a:cubicBezTo>
                  <a:cubicBezTo>
                    <a:pt x="58787" y="165345"/>
                    <a:pt x="62622" y="169176"/>
                    <a:pt x="62622" y="174283"/>
                  </a:cubicBezTo>
                  <a:cubicBezTo>
                    <a:pt x="62622" y="174283"/>
                    <a:pt x="62622" y="174283"/>
                    <a:pt x="62622" y="174283"/>
                  </a:cubicBezTo>
                  <a:cubicBezTo>
                    <a:pt x="63261" y="179390"/>
                    <a:pt x="58787" y="183220"/>
                    <a:pt x="53676" y="183220"/>
                  </a:cubicBezTo>
                  <a:close/>
                  <a:moveTo>
                    <a:pt x="97766" y="144278"/>
                  </a:moveTo>
                  <a:cubicBezTo>
                    <a:pt x="97766" y="148108"/>
                    <a:pt x="95210" y="150662"/>
                    <a:pt x="91376" y="150662"/>
                  </a:cubicBezTo>
                  <a:lnTo>
                    <a:pt x="15975" y="150662"/>
                  </a:lnTo>
                  <a:cubicBezTo>
                    <a:pt x="12141" y="150662"/>
                    <a:pt x="9585" y="148108"/>
                    <a:pt x="9585" y="144278"/>
                  </a:cubicBezTo>
                  <a:lnTo>
                    <a:pt x="9585" y="16599"/>
                  </a:lnTo>
                  <a:cubicBezTo>
                    <a:pt x="9585" y="12768"/>
                    <a:pt x="12141" y="10215"/>
                    <a:pt x="15975" y="10215"/>
                  </a:cubicBezTo>
                  <a:lnTo>
                    <a:pt x="91376" y="10215"/>
                  </a:lnTo>
                  <a:cubicBezTo>
                    <a:pt x="95210" y="10215"/>
                    <a:pt x="97766" y="12768"/>
                    <a:pt x="97766" y="16599"/>
                  </a:cubicBezTo>
                  <a:lnTo>
                    <a:pt x="97766" y="144278"/>
                  </a:lnTo>
                  <a:close/>
                </a:path>
              </a:pathLst>
            </a:custGeom>
            <a:solidFill>
              <a:srgbClr val="26890D"/>
            </a:solidFill>
            <a:ln w="6390" cap="flat">
              <a:noFill/>
              <a:prstDash val="solid"/>
              <a:miter/>
            </a:ln>
          </p:spPr>
          <p:txBody>
            <a:bodyPr rtlCol="0" anchor="ctr"/>
            <a:lstStyle/>
            <a:p>
              <a:endParaRPr lang="en-US"/>
            </a:p>
          </p:txBody>
        </p:sp>
        <p:sp>
          <p:nvSpPr>
            <p:cNvPr id="973" name="Graphic 4">
              <a:extLst>
                <a:ext uri="{FF2B5EF4-FFF2-40B4-BE49-F238E27FC236}">
                  <a16:creationId xmlns:a16="http://schemas.microsoft.com/office/drawing/2014/main" id="{0FF5FD5B-3C55-894D-901F-5A3925558533}"/>
                </a:ext>
              </a:extLst>
            </p:cNvPr>
            <p:cNvSpPr/>
            <p:nvPr/>
          </p:nvSpPr>
          <p:spPr>
            <a:xfrm>
              <a:off x="7191874" y="4308712"/>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48569 w 362312"/>
                <a:gd name="connsiteY6" fmla="*/ 278342 h 361971"/>
                <a:gd name="connsiteX7" fmla="*/ 233872 w 362312"/>
                <a:gd name="connsiteY7" fmla="*/ 292386 h 361971"/>
                <a:gd name="connsiteX8" fmla="*/ 130355 w 362312"/>
                <a:gd name="connsiteY8" fmla="*/ 292386 h 361971"/>
                <a:gd name="connsiteX9" fmla="*/ 115658 w 362312"/>
                <a:gd name="connsiteY9" fmla="*/ 278342 h 361971"/>
                <a:gd name="connsiteX10" fmla="*/ 115658 w 362312"/>
                <a:gd name="connsiteY10" fmla="*/ 82992 h 361971"/>
                <a:gd name="connsiteX11" fmla="*/ 130355 w 362312"/>
                <a:gd name="connsiteY11" fmla="*/ 68947 h 361971"/>
                <a:gd name="connsiteX12" fmla="*/ 233233 w 362312"/>
                <a:gd name="connsiteY12" fmla="*/ 68947 h 361971"/>
                <a:gd name="connsiteX13" fmla="*/ 247930 w 362312"/>
                <a:gd name="connsiteY13" fmla="*/ 82992 h 361971"/>
                <a:gd name="connsiteX14" fmla="*/ 248569 w 362312"/>
                <a:gd name="connsiteY14" fmla="*/ 27834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248569" y="278342"/>
                  </a:moveTo>
                  <a:cubicBezTo>
                    <a:pt x="247930" y="286002"/>
                    <a:pt x="241540" y="292386"/>
                    <a:pt x="233872" y="292386"/>
                  </a:cubicBezTo>
                  <a:lnTo>
                    <a:pt x="130355" y="292386"/>
                  </a:lnTo>
                  <a:cubicBezTo>
                    <a:pt x="122686" y="292386"/>
                    <a:pt x="115658" y="286641"/>
                    <a:pt x="115658" y="278342"/>
                  </a:cubicBezTo>
                  <a:lnTo>
                    <a:pt x="115658" y="82992"/>
                  </a:lnTo>
                  <a:cubicBezTo>
                    <a:pt x="115658" y="75331"/>
                    <a:pt x="122686" y="68947"/>
                    <a:pt x="130355" y="68947"/>
                  </a:cubicBezTo>
                  <a:lnTo>
                    <a:pt x="233233" y="68947"/>
                  </a:lnTo>
                  <a:cubicBezTo>
                    <a:pt x="240900" y="68947"/>
                    <a:pt x="247930" y="74693"/>
                    <a:pt x="247930" y="82992"/>
                  </a:cubicBezTo>
                  <a:lnTo>
                    <a:pt x="248569" y="278342"/>
                  </a:lnTo>
                  <a:close/>
                </a:path>
              </a:pathLst>
            </a:custGeom>
            <a:solidFill>
              <a:srgbClr val="26890D"/>
            </a:solidFill>
            <a:ln w="6390" cap="flat">
              <a:noFill/>
              <a:prstDash val="solid"/>
              <a:miter/>
            </a:ln>
          </p:spPr>
          <p:txBody>
            <a:bodyPr rtlCol="0" anchor="ctr"/>
            <a:lstStyle/>
            <a:p>
              <a:endParaRPr lang="en-US"/>
            </a:p>
          </p:txBody>
        </p:sp>
        <p:sp>
          <p:nvSpPr>
            <p:cNvPr id="974" name="Graphic 4">
              <a:extLst>
                <a:ext uri="{FF2B5EF4-FFF2-40B4-BE49-F238E27FC236}">
                  <a16:creationId xmlns:a16="http://schemas.microsoft.com/office/drawing/2014/main" id="{BB99BE7A-5973-E64B-8136-EE7CA446FEDB}"/>
                </a:ext>
              </a:extLst>
            </p:cNvPr>
            <p:cNvSpPr/>
            <p:nvPr/>
          </p:nvSpPr>
          <p:spPr>
            <a:xfrm>
              <a:off x="7342037" y="4413409"/>
              <a:ext cx="62621" cy="114911"/>
            </a:xfrm>
            <a:custGeom>
              <a:avLst/>
              <a:gdLst>
                <a:gd name="connsiteX0" fmla="*/ 0 w 62621"/>
                <a:gd name="connsiteY0" fmla="*/ 0 h 114911"/>
                <a:gd name="connsiteX1" fmla="*/ 62622 w 62621"/>
                <a:gd name="connsiteY1" fmla="*/ 0 h 114911"/>
                <a:gd name="connsiteX2" fmla="*/ 62622 w 62621"/>
                <a:gd name="connsiteY2" fmla="*/ 114912 h 114911"/>
                <a:gd name="connsiteX3" fmla="*/ 0 w 62621"/>
                <a:gd name="connsiteY3" fmla="*/ 114912 h 114911"/>
              </a:gdLst>
              <a:ahLst/>
              <a:cxnLst>
                <a:cxn ang="0">
                  <a:pos x="connsiteX0" y="connsiteY0"/>
                </a:cxn>
                <a:cxn ang="0">
                  <a:pos x="connsiteX1" y="connsiteY1"/>
                </a:cxn>
                <a:cxn ang="0">
                  <a:pos x="connsiteX2" y="connsiteY2"/>
                </a:cxn>
                <a:cxn ang="0">
                  <a:pos x="connsiteX3" y="connsiteY3"/>
                </a:cxn>
              </a:cxnLst>
              <a:rect l="l" t="t" r="r" b="b"/>
              <a:pathLst>
                <a:path w="62621" h="114911">
                  <a:moveTo>
                    <a:pt x="0" y="0"/>
                  </a:moveTo>
                  <a:lnTo>
                    <a:pt x="62622" y="0"/>
                  </a:lnTo>
                  <a:lnTo>
                    <a:pt x="62622" y="114912"/>
                  </a:lnTo>
                  <a:lnTo>
                    <a:pt x="0" y="114912"/>
                  </a:lnTo>
                  <a:close/>
                </a:path>
              </a:pathLst>
            </a:custGeom>
            <a:solidFill>
              <a:srgbClr val="26890D"/>
            </a:solidFill>
            <a:ln w="6390" cap="flat">
              <a:noFill/>
              <a:prstDash val="solid"/>
              <a:miter/>
            </a:ln>
          </p:spPr>
          <p:txBody>
            <a:bodyPr rtlCol="0" anchor="ctr"/>
            <a:lstStyle/>
            <a:p>
              <a:endParaRPr lang="en-US"/>
            </a:p>
          </p:txBody>
        </p:sp>
      </p:grpSp>
      <p:sp>
        <p:nvSpPr>
          <p:cNvPr id="975" name="Graphic 4">
            <a:extLst>
              <a:ext uri="{FF2B5EF4-FFF2-40B4-BE49-F238E27FC236}">
                <a16:creationId xmlns:a16="http://schemas.microsoft.com/office/drawing/2014/main" id="{2EB9C147-4066-DE43-B6E4-1EAFC4B7C7DE}"/>
              </a:ext>
            </a:extLst>
          </p:cNvPr>
          <p:cNvSpPr/>
          <p:nvPr/>
        </p:nvSpPr>
        <p:spPr>
          <a:xfrm>
            <a:off x="10325499" y="2855717"/>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72211 w 361670"/>
              <a:gd name="connsiteY7" fmla="*/ 151300 h 361971"/>
              <a:gd name="connsiteX8" fmla="*/ 166138 w 361670"/>
              <a:gd name="connsiteY8" fmla="*/ 257274 h 361971"/>
              <a:gd name="connsiteX9" fmla="*/ 93293 w 361670"/>
              <a:gd name="connsiteY9" fmla="*/ 257274 h 361971"/>
              <a:gd name="connsiteX10" fmla="*/ 93293 w 361670"/>
              <a:gd name="connsiteY10" fmla="*/ 184497 h 361971"/>
              <a:gd name="connsiteX11" fmla="*/ 93293 w 361670"/>
              <a:gd name="connsiteY11" fmla="*/ 184497 h 361971"/>
              <a:gd name="connsiteX12" fmla="*/ 167416 w 361670"/>
              <a:gd name="connsiteY12" fmla="*/ 110443 h 361971"/>
              <a:gd name="connsiteX13" fmla="*/ 176362 w 361670"/>
              <a:gd name="connsiteY13" fmla="*/ 110443 h 361971"/>
              <a:gd name="connsiteX14" fmla="*/ 176362 w 361670"/>
              <a:gd name="connsiteY14" fmla="*/ 110443 h 361971"/>
              <a:gd name="connsiteX15" fmla="*/ 176362 w 361670"/>
              <a:gd name="connsiteY15" fmla="*/ 119380 h 361971"/>
              <a:gd name="connsiteX16" fmla="*/ 102878 w 361670"/>
              <a:gd name="connsiteY16" fmla="*/ 193435 h 361971"/>
              <a:gd name="connsiteX17" fmla="*/ 102878 w 361670"/>
              <a:gd name="connsiteY17" fmla="*/ 247698 h 361971"/>
              <a:gd name="connsiteX18" fmla="*/ 102878 w 361670"/>
              <a:gd name="connsiteY18" fmla="*/ 247698 h 361971"/>
              <a:gd name="connsiteX19" fmla="*/ 157192 w 361670"/>
              <a:gd name="connsiteY19" fmla="*/ 247698 h 361971"/>
              <a:gd name="connsiteX20" fmla="*/ 157192 w 361670"/>
              <a:gd name="connsiteY20" fmla="*/ 247698 h 361971"/>
              <a:gd name="connsiteX21" fmla="*/ 262626 w 361670"/>
              <a:gd name="connsiteY21" fmla="*/ 142363 h 361971"/>
              <a:gd name="connsiteX22" fmla="*/ 262626 w 361670"/>
              <a:gd name="connsiteY22" fmla="*/ 109166 h 361971"/>
              <a:gd name="connsiteX23" fmla="*/ 262626 w 361670"/>
              <a:gd name="connsiteY23" fmla="*/ 109166 h 361971"/>
              <a:gd name="connsiteX24" fmla="*/ 229399 w 361670"/>
              <a:gd name="connsiteY24" fmla="*/ 109166 h 361971"/>
              <a:gd name="connsiteX25" fmla="*/ 123325 w 361670"/>
              <a:gd name="connsiteY25" fmla="*/ 215140 h 361971"/>
              <a:gd name="connsiteX26" fmla="*/ 123325 w 361670"/>
              <a:gd name="connsiteY26" fmla="*/ 227270 h 361971"/>
              <a:gd name="connsiteX27" fmla="*/ 135466 w 361670"/>
              <a:gd name="connsiteY27" fmla="*/ 227270 h 361971"/>
              <a:gd name="connsiteX28" fmla="*/ 135466 w 361670"/>
              <a:gd name="connsiteY28" fmla="*/ 227270 h 361971"/>
              <a:gd name="connsiteX29" fmla="*/ 209589 w 361670"/>
              <a:gd name="connsiteY29" fmla="*/ 153216 h 361971"/>
              <a:gd name="connsiteX30" fmla="*/ 218536 w 361670"/>
              <a:gd name="connsiteY30" fmla="*/ 153216 h 361971"/>
              <a:gd name="connsiteX31" fmla="*/ 218536 w 361670"/>
              <a:gd name="connsiteY31" fmla="*/ 162153 h 361971"/>
              <a:gd name="connsiteX32" fmla="*/ 218536 w 361670"/>
              <a:gd name="connsiteY32" fmla="*/ 162153 h 361971"/>
              <a:gd name="connsiteX33" fmla="*/ 144412 w 361670"/>
              <a:gd name="connsiteY33" fmla="*/ 236207 h 361971"/>
              <a:gd name="connsiteX34" fmla="*/ 114380 w 361670"/>
              <a:gd name="connsiteY34" fmla="*/ 236207 h 361971"/>
              <a:gd name="connsiteX35" fmla="*/ 114380 w 361670"/>
              <a:gd name="connsiteY35" fmla="*/ 206203 h 361971"/>
              <a:gd name="connsiteX36" fmla="*/ 220453 w 361670"/>
              <a:gd name="connsiteY36" fmla="*/ 100228 h 361971"/>
              <a:gd name="connsiteX37" fmla="*/ 271572 w 361670"/>
              <a:gd name="connsiteY37" fmla="*/ 105974 h 361971"/>
              <a:gd name="connsiteX38" fmla="*/ 272211 w 361670"/>
              <a:gd name="connsiteY38" fmla="*/ 151300 h 361971"/>
              <a:gd name="connsiteX39" fmla="*/ 272211 w 361670"/>
              <a:gd name="connsiteY39" fmla="*/ 15130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1670" h="361971">
                <a:moveTo>
                  <a:pt x="180835" y="0"/>
                </a:moveTo>
                <a:cubicBezTo>
                  <a:pt x="80513" y="0"/>
                  <a:pt x="0" y="81076"/>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1670" y="80438"/>
                  <a:pt x="280518" y="0"/>
                  <a:pt x="180835" y="0"/>
                </a:cubicBezTo>
                <a:cubicBezTo>
                  <a:pt x="180835" y="0"/>
                  <a:pt x="180835" y="0"/>
                  <a:pt x="180835" y="0"/>
                </a:cubicBezTo>
                <a:close/>
                <a:moveTo>
                  <a:pt x="272211" y="151300"/>
                </a:moveTo>
                <a:lnTo>
                  <a:pt x="166138" y="257274"/>
                </a:lnTo>
                <a:cubicBezTo>
                  <a:pt x="146330" y="277065"/>
                  <a:pt x="113740" y="277065"/>
                  <a:pt x="93293" y="257274"/>
                </a:cubicBezTo>
                <a:cubicBezTo>
                  <a:pt x="72845" y="237484"/>
                  <a:pt x="73484" y="204926"/>
                  <a:pt x="93293" y="184497"/>
                </a:cubicBezTo>
                <a:lnTo>
                  <a:pt x="93293" y="184497"/>
                </a:lnTo>
                <a:lnTo>
                  <a:pt x="167416" y="110443"/>
                </a:lnTo>
                <a:cubicBezTo>
                  <a:pt x="169972" y="107889"/>
                  <a:pt x="173806" y="107889"/>
                  <a:pt x="176362" y="110443"/>
                </a:cubicBezTo>
                <a:cubicBezTo>
                  <a:pt x="176362" y="110443"/>
                  <a:pt x="176362" y="110443"/>
                  <a:pt x="176362" y="110443"/>
                </a:cubicBezTo>
                <a:cubicBezTo>
                  <a:pt x="178918" y="112996"/>
                  <a:pt x="178918" y="116827"/>
                  <a:pt x="176362" y="119380"/>
                </a:cubicBezTo>
                <a:lnTo>
                  <a:pt x="102878" y="193435"/>
                </a:lnTo>
                <a:cubicBezTo>
                  <a:pt x="87542" y="208118"/>
                  <a:pt x="87542" y="232377"/>
                  <a:pt x="102878" y="247698"/>
                </a:cubicBezTo>
                <a:cubicBezTo>
                  <a:pt x="102878" y="247698"/>
                  <a:pt x="102878" y="247698"/>
                  <a:pt x="102878" y="247698"/>
                </a:cubicBezTo>
                <a:cubicBezTo>
                  <a:pt x="117575" y="263020"/>
                  <a:pt x="141856" y="263020"/>
                  <a:pt x="157192" y="247698"/>
                </a:cubicBezTo>
                <a:cubicBezTo>
                  <a:pt x="157192" y="247698"/>
                  <a:pt x="157192" y="247698"/>
                  <a:pt x="157192" y="247698"/>
                </a:cubicBezTo>
                <a:lnTo>
                  <a:pt x="262626" y="142363"/>
                </a:lnTo>
                <a:cubicBezTo>
                  <a:pt x="271572" y="133425"/>
                  <a:pt x="271572" y="118104"/>
                  <a:pt x="262626" y="109166"/>
                </a:cubicBezTo>
                <a:cubicBezTo>
                  <a:pt x="262626" y="109166"/>
                  <a:pt x="262626" y="109166"/>
                  <a:pt x="262626" y="109166"/>
                </a:cubicBezTo>
                <a:cubicBezTo>
                  <a:pt x="253041" y="100228"/>
                  <a:pt x="238344" y="100228"/>
                  <a:pt x="229399" y="109166"/>
                </a:cubicBezTo>
                <a:lnTo>
                  <a:pt x="123325" y="215140"/>
                </a:lnTo>
                <a:cubicBezTo>
                  <a:pt x="120130" y="218332"/>
                  <a:pt x="120130" y="224078"/>
                  <a:pt x="123325" y="227270"/>
                </a:cubicBezTo>
                <a:cubicBezTo>
                  <a:pt x="126520" y="230462"/>
                  <a:pt x="132271" y="230462"/>
                  <a:pt x="135466" y="227270"/>
                </a:cubicBezTo>
                <a:lnTo>
                  <a:pt x="135466" y="227270"/>
                </a:lnTo>
                <a:lnTo>
                  <a:pt x="209589" y="153216"/>
                </a:lnTo>
                <a:cubicBezTo>
                  <a:pt x="212146" y="150662"/>
                  <a:pt x="215979" y="150662"/>
                  <a:pt x="218536" y="153216"/>
                </a:cubicBezTo>
                <a:cubicBezTo>
                  <a:pt x="221092" y="155769"/>
                  <a:pt x="221092" y="159600"/>
                  <a:pt x="218536" y="162153"/>
                </a:cubicBezTo>
                <a:cubicBezTo>
                  <a:pt x="218536" y="162153"/>
                  <a:pt x="218536" y="162153"/>
                  <a:pt x="218536" y="162153"/>
                </a:cubicBezTo>
                <a:lnTo>
                  <a:pt x="144412" y="236207"/>
                </a:lnTo>
                <a:cubicBezTo>
                  <a:pt x="136105" y="244506"/>
                  <a:pt x="122686" y="244506"/>
                  <a:pt x="114380" y="236207"/>
                </a:cubicBezTo>
                <a:cubicBezTo>
                  <a:pt x="106073" y="227908"/>
                  <a:pt x="106073" y="214502"/>
                  <a:pt x="114380" y="206203"/>
                </a:cubicBezTo>
                <a:lnTo>
                  <a:pt x="220453" y="100228"/>
                </a:lnTo>
                <a:cubicBezTo>
                  <a:pt x="235789" y="87460"/>
                  <a:pt x="258792" y="90014"/>
                  <a:pt x="271572" y="105974"/>
                </a:cubicBezTo>
                <a:cubicBezTo>
                  <a:pt x="282435" y="118742"/>
                  <a:pt x="282435" y="137894"/>
                  <a:pt x="272211" y="151300"/>
                </a:cubicBezTo>
                <a:lnTo>
                  <a:pt x="272211" y="151300"/>
                </a:lnTo>
                <a:close/>
              </a:path>
            </a:pathLst>
          </a:custGeom>
          <a:solidFill>
            <a:srgbClr val="046A38"/>
          </a:solidFill>
          <a:ln w="6390" cap="flat">
            <a:noFill/>
            <a:prstDash val="solid"/>
            <a:miter/>
          </a:ln>
        </p:spPr>
        <p:txBody>
          <a:bodyPr rtlCol="0" anchor="ctr"/>
          <a:lstStyle/>
          <a:p>
            <a:endParaRPr lang="en-US"/>
          </a:p>
        </p:txBody>
      </p:sp>
      <p:grpSp>
        <p:nvGrpSpPr>
          <p:cNvPr id="976" name="Graphic 4">
            <a:extLst>
              <a:ext uri="{FF2B5EF4-FFF2-40B4-BE49-F238E27FC236}">
                <a16:creationId xmlns:a16="http://schemas.microsoft.com/office/drawing/2014/main" id="{82D11AD9-2F23-2B4D-8CC8-66FC986EE131}"/>
              </a:ext>
            </a:extLst>
          </p:cNvPr>
          <p:cNvGrpSpPr/>
          <p:nvPr/>
        </p:nvGrpSpPr>
        <p:grpSpPr>
          <a:xfrm>
            <a:off x="10325499" y="3824168"/>
            <a:ext cx="361670" cy="361971"/>
            <a:chOff x="10325499" y="3824168"/>
            <a:chExt cx="361670" cy="361971"/>
          </a:xfrm>
          <a:solidFill>
            <a:srgbClr val="046A38"/>
          </a:solidFill>
        </p:grpSpPr>
        <p:sp>
          <p:nvSpPr>
            <p:cNvPr id="977" name="Graphic 4">
              <a:extLst>
                <a:ext uri="{FF2B5EF4-FFF2-40B4-BE49-F238E27FC236}">
                  <a16:creationId xmlns:a16="http://schemas.microsoft.com/office/drawing/2014/main" id="{D98984CB-8C24-0747-A6FC-388B0CF4B243}"/>
                </a:ext>
              </a:extLst>
            </p:cNvPr>
            <p:cNvSpPr/>
            <p:nvPr/>
          </p:nvSpPr>
          <p:spPr>
            <a:xfrm>
              <a:off x="10325499" y="3824168"/>
              <a:ext cx="361670" cy="361971"/>
            </a:xfrm>
            <a:custGeom>
              <a:avLst/>
              <a:gdLst>
                <a:gd name="connsiteX0" fmla="*/ 180835 w 361670"/>
                <a:gd name="connsiteY0" fmla="*/ 0 h 361971"/>
                <a:gd name="connsiteX1" fmla="*/ 0 w 361670"/>
                <a:gd name="connsiteY1" fmla="*/ 180667 h 361971"/>
                <a:gd name="connsiteX2" fmla="*/ 180835 w 361670"/>
                <a:gd name="connsiteY2" fmla="*/ 361971 h 361971"/>
                <a:gd name="connsiteX3" fmla="*/ 361670 w 361670"/>
                <a:gd name="connsiteY3" fmla="*/ 181305 h 361971"/>
                <a:gd name="connsiteX4" fmla="*/ 361670 w 361670"/>
                <a:gd name="connsiteY4" fmla="*/ 181305 h 361971"/>
                <a:gd name="connsiteX5" fmla="*/ 180835 w 361670"/>
                <a:gd name="connsiteY5" fmla="*/ 0 h 361971"/>
                <a:gd name="connsiteX6" fmla="*/ 155915 w 361670"/>
                <a:gd name="connsiteY6" fmla="*/ 229185 h 361971"/>
                <a:gd name="connsiteX7" fmla="*/ 146969 w 361670"/>
                <a:gd name="connsiteY7" fmla="*/ 229185 h 361971"/>
                <a:gd name="connsiteX8" fmla="*/ 74123 w 361670"/>
                <a:gd name="connsiteY8" fmla="*/ 155769 h 361971"/>
                <a:gd name="connsiteX9" fmla="*/ 74123 w 361670"/>
                <a:gd name="connsiteY9" fmla="*/ 146832 h 361971"/>
                <a:gd name="connsiteX10" fmla="*/ 74123 w 361670"/>
                <a:gd name="connsiteY10" fmla="*/ 146832 h 361971"/>
                <a:gd name="connsiteX11" fmla="*/ 146969 w 361670"/>
                <a:gd name="connsiteY11" fmla="*/ 73416 h 361971"/>
                <a:gd name="connsiteX12" fmla="*/ 155915 w 361670"/>
                <a:gd name="connsiteY12" fmla="*/ 74054 h 361971"/>
                <a:gd name="connsiteX13" fmla="*/ 155915 w 361670"/>
                <a:gd name="connsiteY13" fmla="*/ 82353 h 361971"/>
                <a:gd name="connsiteX14" fmla="*/ 87542 w 361670"/>
                <a:gd name="connsiteY14" fmla="*/ 150662 h 361971"/>
                <a:gd name="connsiteX15" fmla="*/ 155915 w 361670"/>
                <a:gd name="connsiteY15" fmla="*/ 218971 h 361971"/>
                <a:gd name="connsiteX16" fmla="*/ 155915 w 361670"/>
                <a:gd name="connsiteY16" fmla="*/ 229185 h 361971"/>
                <a:gd name="connsiteX17" fmla="*/ 155915 w 361670"/>
                <a:gd name="connsiteY17" fmla="*/ 229185 h 361971"/>
                <a:gd name="connsiteX18" fmla="*/ 234510 w 361670"/>
                <a:gd name="connsiteY18" fmla="*/ 289194 h 361971"/>
                <a:gd name="connsiteX19" fmla="*/ 226843 w 361670"/>
                <a:gd name="connsiteY19" fmla="*/ 286641 h 361971"/>
                <a:gd name="connsiteX20" fmla="*/ 228120 w 361670"/>
                <a:gd name="connsiteY20" fmla="*/ 278341 h 361971"/>
                <a:gd name="connsiteX21" fmla="*/ 247290 w 361670"/>
                <a:gd name="connsiteY21" fmla="*/ 239399 h 361971"/>
                <a:gd name="connsiteX22" fmla="*/ 198727 w 361670"/>
                <a:gd name="connsiteY22" fmla="*/ 187051 h 361971"/>
                <a:gd name="connsiteX23" fmla="*/ 194254 w 361670"/>
                <a:gd name="connsiteY23" fmla="*/ 187051 h 361971"/>
                <a:gd name="connsiteX24" fmla="*/ 194254 w 361670"/>
                <a:gd name="connsiteY24" fmla="*/ 224716 h 361971"/>
                <a:gd name="connsiteX25" fmla="*/ 190420 w 361670"/>
                <a:gd name="connsiteY25" fmla="*/ 230462 h 361971"/>
                <a:gd name="connsiteX26" fmla="*/ 183391 w 361670"/>
                <a:gd name="connsiteY26" fmla="*/ 229185 h 361971"/>
                <a:gd name="connsiteX27" fmla="*/ 110545 w 361670"/>
                <a:gd name="connsiteY27" fmla="*/ 155769 h 361971"/>
                <a:gd name="connsiteX28" fmla="*/ 108629 w 361670"/>
                <a:gd name="connsiteY28" fmla="*/ 151300 h 361971"/>
                <a:gd name="connsiteX29" fmla="*/ 110545 w 361670"/>
                <a:gd name="connsiteY29" fmla="*/ 146832 h 361971"/>
                <a:gd name="connsiteX30" fmla="*/ 184030 w 361670"/>
                <a:gd name="connsiteY30" fmla="*/ 73416 h 361971"/>
                <a:gd name="connsiteX31" fmla="*/ 192976 w 361670"/>
                <a:gd name="connsiteY31" fmla="*/ 73416 h 361971"/>
                <a:gd name="connsiteX32" fmla="*/ 194893 w 361670"/>
                <a:gd name="connsiteY32" fmla="*/ 77884 h 361971"/>
                <a:gd name="connsiteX33" fmla="*/ 194893 w 361670"/>
                <a:gd name="connsiteY33" fmla="*/ 107889 h 361971"/>
                <a:gd name="connsiteX34" fmla="*/ 195532 w 361670"/>
                <a:gd name="connsiteY34" fmla="*/ 107889 h 361971"/>
                <a:gd name="connsiteX35" fmla="*/ 289464 w 361670"/>
                <a:gd name="connsiteY35" fmla="*/ 201734 h 361971"/>
                <a:gd name="connsiteX36" fmla="*/ 234510 w 361670"/>
                <a:gd name="connsiteY36" fmla="*/ 289194 h 361971"/>
                <a:gd name="connsiteX37" fmla="*/ 234510 w 361670"/>
                <a:gd name="connsiteY37" fmla="*/ 28919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1670" h="361971">
                  <a:moveTo>
                    <a:pt x="180835" y="0"/>
                  </a:moveTo>
                  <a:cubicBezTo>
                    <a:pt x="80513" y="0"/>
                    <a:pt x="0" y="81076"/>
                    <a:pt x="0" y="180667"/>
                  </a:cubicBezTo>
                  <a:cubicBezTo>
                    <a:pt x="0" y="280895"/>
                    <a:pt x="81152" y="361971"/>
                    <a:pt x="180835" y="361971"/>
                  </a:cubicBezTo>
                  <a:cubicBezTo>
                    <a:pt x="281157" y="361971"/>
                    <a:pt x="361670" y="280895"/>
                    <a:pt x="361670" y="181305"/>
                  </a:cubicBezTo>
                  <a:lnTo>
                    <a:pt x="361670" y="181305"/>
                  </a:lnTo>
                  <a:cubicBezTo>
                    <a:pt x="361670" y="81076"/>
                    <a:pt x="280518" y="0"/>
                    <a:pt x="180835" y="0"/>
                  </a:cubicBezTo>
                  <a:close/>
                  <a:moveTo>
                    <a:pt x="155915" y="229185"/>
                  </a:moveTo>
                  <a:cubicBezTo>
                    <a:pt x="153358" y="231738"/>
                    <a:pt x="149525" y="231738"/>
                    <a:pt x="146969" y="229185"/>
                  </a:cubicBezTo>
                  <a:lnTo>
                    <a:pt x="74123" y="155769"/>
                  </a:lnTo>
                  <a:cubicBezTo>
                    <a:pt x="71567" y="153216"/>
                    <a:pt x="71567" y="149385"/>
                    <a:pt x="74123" y="146832"/>
                  </a:cubicBezTo>
                  <a:cubicBezTo>
                    <a:pt x="74123" y="146832"/>
                    <a:pt x="74123" y="146832"/>
                    <a:pt x="74123" y="146832"/>
                  </a:cubicBezTo>
                  <a:lnTo>
                    <a:pt x="146969" y="73416"/>
                  </a:lnTo>
                  <a:cubicBezTo>
                    <a:pt x="149525" y="70862"/>
                    <a:pt x="153997" y="71500"/>
                    <a:pt x="155915" y="74054"/>
                  </a:cubicBezTo>
                  <a:cubicBezTo>
                    <a:pt x="157831" y="76608"/>
                    <a:pt x="157831" y="79800"/>
                    <a:pt x="155915" y="82353"/>
                  </a:cubicBezTo>
                  <a:lnTo>
                    <a:pt x="87542" y="150662"/>
                  </a:lnTo>
                  <a:lnTo>
                    <a:pt x="155915" y="218971"/>
                  </a:lnTo>
                  <a:cubicBezTo>
                    <a:pt x="158470" y="222801"/>
                    <a:pt x="158470" y="226631"/>
                    <a:pt x="155915" y="229185"/>
                  </a:cubicBezTo>
                  <a:cubicBezTo>
                    <a:pt x="155915" y="229185"/>
                    <a:pt x="155915" y="229185"/>
                    <a:pt x="155915" y="229185"/>
                  </a:cubicBezTo>
                  <a:close/>
                  <a:moveTo>
                    <a:pt x="234510" y="289194"/>
                  </a:moveTo>
                  <a:cubicBezTo>
                    <a:pt x="231315" y="290471"/>
                    <a:pt x="228120" y="289194"/>
                    <a:pt x="226843" y="286641"/>
                  </a:cubicBezTo>
                  <a:cubicBezTo>
                    <a:pt x="224925" y="284087"/>
                    <a:pt x="225564" y="280257"/>
                    <a:pt x="228120" y="278341"/>
                  </a:cubicBezTo>
                  <a:cubicBezTo>
                    <a:pt x="240261" y="268766"/>
                    <a:pt x="247290" y="254721"/>
                    <a:pt x="247290" y="239399"/>
                  </a:cubicBezTo>
                  <a:cubicBezTo>
                    <a:pt x="247290" y="208756"/>
                    <a:pt x="227482" y="187051"/>
                    <a:pt x="198727" y="187051"/>
                  </a:cubicBezTo>
                  <a:lnTo>
                    <a:pt x="194254" y="187051"/>
                  </a:lnTo>
                  <a:lnTo>
                    <a:pt x="194254" y="224716"/>
                  </a:lnTo>
                  <a:cubicBezTo>
                    <a:pt x="194254" y="227270"/>
                    <a:pt x="192976" y="229823"/>
                    <a:pt x="190420" y="230462"/>
                  </a:cubicBezTo>
                  <a:cubicBezTo>
                    <a:pt x="187864" y="231738"/>
                    <a:pt x="185308" y="231100"/>
                    <a:pt x="183391" y="229185"/>
                  </a:cubicBezTo>
                  <a:lnTo>
                    <a:pt x="110545" y="155769"/>
                  </a:lnTo>
                  <a:cubicBezTo>
                    <a:pt x="109268" y="154492"/>
                    <a:pt x="108629" y="153216"/>
                    <a:pt x="108629" y="151300"/>
                  </a:cubicBezTo>
                  <a:cubicBezTo>
                    <a:pt x="108629" y="149385"/>
                    <a:pt x="109268" y="148108"/>
                    <a:pt x="110545" y="146832"/>
                  </a:cubicBezTo>
                  <a:lnTo>
                    <a:pt x="184030" y="73416"/>
                  </a:lnTo>
                  <a:cubicBezTo>
                    <a:pt x="186586" y="70862"/>
                    <a:pt x="190420" y="70862"/>
                    <a:pt x="192976" y="73416"/>
                  </a:cubicBezTo>
                  <a:cubicBezTo>
                    <a:pt x="194254" y="74692"/>
                    <a:pt x="194893" y="75969"/>
                    <a:pt x="194893" y="77884"/>
                  </a:cubicBezTo>
                  <a:lnTo>
                    <a:pt x="194893" y="107889"/>
                  </a:lnTo>
                  <a:lnTo>
                    <a:pt x="195532" y="107889"/>
                  </a:lnTo>
                  <a:cubicBezTo>
                    <a:pt x="247290" y="107889"/>
                    <a:pt x="289464" y="150024"/>
                    <a:pt x="289464" y="201734"/>
                  </a:cubicBezTo>
                  <a:cubicBezTo>
                    <a:pt x="290103" y="240038"/>
                    <a:pt x="268377" y="273873"/>
                    <a:pt x="234510" y="289194"/>
                  </a:cubicBezTo>
                  <a:lnTo>
                    <a:pt x="234510" y="289194"/>
                  </a:lnTo>
                  <a:close/>
                </a:path>
              </a:pathLst>
            </a:custGeom>
            <a:solidFill>
              <a:srgbClr val="046A38"/>
            </a:solidFill>
            <a:ln w="6390" cap="flat">
              <a:noFill/>
              <a:prstDash val="solid"/>
              <a:miter/>
            </a:ln>
          </p:spPr>
          <p:txBody>
            <a:bodyPr rtlCol="0" anchor="ctr"/>
            <a:lstStyle/>
            <a:p>
              <a:endParaRPr lang="en-US"/>
            </a:p>
          </p:txBody>
        </p:sp>
        <p:sp>
          <p:nvSpPr>
            <p:cNvPr id="978" name="Graphic 4">
              <a:extLst>
                <a:ext uri="{FF2B5EF4-FFF2-40B4-BE49-F238E27FC236}">
                  <a16:creationId xmlns:a16="http://schemas.microsoft.com/office/drawing/2014/main" id="{421033D9-1A55-B846-852C-B46DB45F7949}"/>
                </a:ext>
              </a:extLst>
            </p:cNvPr>
            <p:cNvSpPr/>
            <p:nvPr/>
          </p:nvSpPr>
          <p:spPr>
            <a:xfrm>
              <a:off x="10449464" y="3918651"/>
              <a:ext cx="153008" cy="162152"/>
            </a:xfrm>
            <a:custGeom>
              <a:avLst/>
              <a:gdLst>
                <a:gd name="connsiteX0" fmla="*/ 70928 w 153008"/>
                <a:gd name="connsiteY0" fmla="*/ 27451 h 162152"/>
                <a:gd name="connsiteX1" fmla="*/ 63899 w 153008"/>
                <a:gd name="connsiteY1" fmla="*/ 27451 h 162152"/>
                <a:gd name="connsiteX2" fmla="*/ 57509 w 153008"/>
                <a:gd name="connsiteY2" fmla="*/ 21067 h 162152"/>
                <a:gd name="connsiteX3" fmla="*/ 57509 w 153008"/>
                <a:gd name="connsiteY3" fmla="*/ 0 h 162152"/>
                <a:gd name="connsiteX4" fmla="*/ 0 w 153008"/>
                <a:gd name="connsiteY4" fmla="*/ 57456 h 162152"/>
                <a:gd name="connsiteX5" fmla="*/ 57509 w 153008"/>
                <a:gd name="connsiteY5" fmla="*/ 114912 h 162152"/>
                <a:gd name="connsiteX6" fmla="*/ 57509 w 153008"/>
                <a:gd name="connsiteY6" fmla="*/ 86184 h 162152"/>
                <a:gd name="connsiteX7" fmla="*/ 63899 w 153008"/>
                <a:gd name="connsiteY7" fmla="*/ 79800 h 162152"/>
                <a:gd name="connsiteX8" fmla="*/ 74762 w 153008"/>
                <a:gd name="connsiteY8" fmla="*/ 79800 h 162152"/>
                <a:gd name="connsiteX9" fmla="*/ 136105 w 153008"/>
                <a:gd name="connsiteY9" fmla="*/ 144916 h 162152"/>
                <a:gd name="connsiteX10" fmla="*/ 133549 w 153008"/>
                <a:gd name="connsiteY10" fmla="*/ 162153 h 162152"/>
                <a:gd name="connsiteX11" fmla="*/ 123964 w 153008"/>
                <a:gd name="connsiteY11" fmla="*/ 46603 h 162152"/>
                <a:gd name="connsiteX12" fmla="*/ 70928 w 153008"/>
                <a:gd name="connsiteY12" fmla="*/ 27451 h 162152"/>
                <a:gd name="connsiteX13" fmla="*/ 70928 w 153008"/>
                <a:gd name="connsiteY13" fmla="*/ 27451 h 16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008" h="162152">
                  <a:moveTo>
                    <a:pt x="70928" y="27451"/>
                  </a:moveTo>
                  <a:lnTo>
                    <a:pt x="63899" y="27451"/>
                  </a:lnTo>
                  <a:cubicBezTo>
                    <a:pt x="60065" y="27451"/>
                    <a:pt x="57509" y="24897"/>
                    <a:pt x="57509" y="21067"/>
                  </a:cubicBezTo>
                  <a:lnTo>
                    <a:pt x="57509" y="0"/>
                  </a:lnTo>
                  <a:lnTo>
                    <a:pt x="0" y="57456"/>
                  </a:lnTo>
                  <a:lnTo>
                    <a:pt x="57509" y="114912"/>
                  </a:lnTo>
                  <a:lnTo>
                    <a:pt x="57509" y="86184"/>
                  </a:lnTo>
                  <a:cubicBezTo>
                    <a:pt x="57509" y="82353"/>
                    <a:pt x="60065" y="79800"/>
                    <a:pt x="63899" y="79800"/>
                  </a:cubicBezTo>
                  <a:lnTo>
                    <a:pt x="74762" y="79800"/>
                  </a:lnTo>
                  <a:cubicBezTo>
                    <a:pt x="111184" y="79800"/>
                    <a:pt x="136105" y="106613"/>
                    <a:pt x="136105" y="144916"/>
                  </a:cubicBezTo>
                  <a:cubicBezTo>
                    <a:pt x="136105" y="150662"/>
                    <a:pt x="135466" y="156408"/>
                    <a:pt x="133549" y="162153"/>
                  </a:cubicBezTo>
                  <a:cubicBezTo>
                    <a:pt x="162943" y="127680"/>
                    <a:pt x="158470" y="75331"/>
                    <a:pt x="123964" y="46603"/>
                  </a:cubicBezTo>
                  <a:cubicBezTo>
                    <a:pt x="109268" y="33835"/>
                    <a:pt x="90737" y="26813"/>
                    <a:pt x="70928" y="27451"/>
                  </a:cubicBezTo>
                  <a:lnTo>
                    <a:pt x="70928" y="27451"/>
                  </a:lnTo>
                  <a:close/>
                </a:path>
              </a:pathLst>
            </a:custGeom>
            <a:solidFill>
              <a:srgbClr val="046A38"/>
            </a:solidFill>
            <a:ln w="6390" cap="flat">
              <a:noFill/>
              <a:prstDash val="solid"/>
              <a:miter/>
            </a:ln>
          </p:spPr>
          <p:txBody>
            <a:bodyPr rtlCol="0" anchor="ctr"/>
            <a:lstStyle/>
            <a:p>
              <a:endParaRPr lang="en-US"/>
            </a:p>
          </p:txBody>
        </p:sp>
      </p:grpSp>
      <p:grpSp>
        <p:nvGrpSpPr>
          <p:cNvPr id="979" name="Graphic 4">
            <a:extLst>
              <a:ext uri="{FF2B5EF4-FFF2-40B4-BE49-F238E27FC236}">
                <a16:creationId xmlns:a16="http://schemas.microsoft.com/office/drawing/2014/main" id="{1CEB545A-AEE3-6541-8ACF-8E57DAB9465D}"/>
              </a:ext>
            </a:extLst>
          </p:cNvPr>
          <p:cNvGrpSpPr/>
          <p:nvPr/>
        </p:nvGrpSpPr>
        <p:grpSpPr>
          <a:xfrm>
            <a:off x="10325499" y="4308712"/>
            <a:ext cx="361670" cy="361971"/>
            <a:chOff x="10325499" y="4308712"/>
            <a:chExt cx="361670" cy="361971"/>
          </a:xfrm>
          <a:solidFill>
            <a:srgbClr val="046A38"/>
          </a:solidFill>
        </p:grpSpPr>
        <p:sp>
          <p:nvSpPr>
            <p:cNvPr id="980" name="Graphic 4">
              <a:extLst>
                <a:ext uri="{FF2B5EF4-FFF2-40B4-BE49-F238E27FC236}">
                  <a16:creationId xmlns:a16="http://schemas.microsoft.com/office/drawing/2014/main" id="{A20FCE93-D512-A14F-9227-5F2F0297A386}"/>
                </a:ext>
              </a:extLst>
            </p:cNvPr>
            <p:cNvSpPr/>
            <p:nvPr/>
          </p:nvSpPr>
          <p:spPr>
            <a:xfrm>
              <a:off x="10431572" y="4402556"/>
              <a:ext cx="152369" cy="162153"/>
            </a:xfrm>
            <a:custGeom>
              <a:avLst/>
              <a:gdLst>
                <a:gd name="connsiteX0" fmla="*/ 70928 w 152369"/>
                <a:gd name="connsiteY0" fmla="*/ 27451 h 162153"/>
                <a:gd name="connsiteX1" fmla="*/ 63899 w 152369"/>
                <a:gd name="connsiteY1" fmla="*/ 27451 h 162153"/>
                <a:gd name="connsiteX2" fmla="*/ 57509 w 152369"/>
                <a:gd name="connsiteY2" fmla="*/ 21067 h 162153"/>
                <a:gd name="connsiteX3" fmla="*/ 57509 w 152369"/>
                <a:gd name="connsiteY3" fmla="*/ 0 h 162153"/>
                <a:gd name="connsiteX4" fmla="*/ 0 w 152369"/>
                <a:gd name="connsiteY4" fmla="*/ 57456 h 162153"/>
                <a:gd name="connsiteX5" fmla="*/ 57509 w 152369"/>
                <a:gd name="connsiteY5" fmla="*/ 114912 h 162153"/>
                <a:gd name="connsiteX6" fmla="*/ 57509 w 152369"/>
                <a:gd name="connsiteY6" fmla="*/ 86184 h 162153"/>
                <a:gd name="connsiteX7" fmla="*/ 63899 w 152369"/>
                <a:gd name="connsiteY7" fmla="*/ 79800 h 162153"/>
                <a:gd name="connsiteX8" fmla="*/ 74123 w 152369"/>
                <a:gd name="connsiteY8" fmla="*/ 79800 h 162153"/>
                <a:gd name="connsiteX9" fmla="*/ 135466 w 152369"/>
                <a:gd name="connsiteY9" fmla="*/ 144916 h 162153"/>
                <a:gd name="connsiteX10" fmla="*/ 132911 w 152369"/>
                <a:gd name="connsiteY10" fmla="*/ 162153 h 162153"/>
                <a:gd name="connsiteX11" fmla="*/ 123326 w 152369"/>
                <a:gd name="connsiteY11" fmla="*/ 46603 h 162153"/>
                <a:gd name="connsiteX12" fmla="*/ 70928 w 152369"/>
                <a:gd name="connsiteY12" fmla="*/ 27451 h 162153"/>
                <a:gd name="connsiteX13" fmla="*/ 70928 w 152369"/>
                <a:gd name="connsiteY13" fmla="*/ 27451 h 1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2369" h="162153">
                  <a:moveTo>
                    <a:pt x="70928" y="27451"/>
                  </a:moveTo>
                  <a:lnTo>
                    <a:pt x="63899" y="27451"/>
                  </a:lnTo>
                  <a:cubicBezTo>
                    <a:pt x="60066" y="27451"/>
                    <a:pt x="57509" y="24898"/>
                    <a:pt x="57509" y="21067"/>
                  </a:cubicBezTo>
                  <a:lnTo>
                    <a:pt x="57509" y="0"/>
                  </a:lnTo>
                  <a:lnTo>
                    <a:pt x="0" y="57456"/>
                  </a:lnTo>
                  <a:lnTo>
                    <a:pt x="57509" y="114912"/>
                  </a:lnTo>
                  <a:lnTo>
                    <a:pt x="57509" y="86184"/>
                  </a:lnTo>
                  <a:cubicBezTo>
                    <a:pt x="57509" y="82354"/>
                    <a:pt x="60066" y="79800"/>
                    <a:pt x="63899" y="79800"/>
                  </a:cubicBezTo>
                  <a:lnTo>
                    <a:pt x="74123" y="79800"/>
                  </a:lnTo>
                  <a:cubicBezTo>
                    <a:pt x="110546" y="79800"/>
                    <a:pt x="135466" y="106613"/>
                    <a:pt x="135466" y="144916"/>
                  </a:cubicBezTo>
                  <a:cubicBezTo>
                    <a:pt x="135466" y="150662"/>
                    <a:pt x="134828" y="156408"/>
                    <a:pt x="132911" y="162153"/>
                  </a:cubicBezTo>
                  <a:cubicBezTo>
                    <a:pt x="162305" y="127680"/>
                    <a:pt x="157831" y="75331"/>
                    <a:pt x="123326" y="46603"/>
                  </a:cubicBezTo>
                  <a:cubicBezTo>
                    <a:pt x="108629" y="33835"/>
                    <a:pt x="90098" y="27451"/>
                    <a:pt x="70928" y="27451"/>
                  </a:cubicBezTo>
                  <a:lnTo>
                    <a:pt x="70928" y="27451"/>
                  </a:lnTo>
                  <a:close/>
                </a:path>
              </a:pathLst>
            </a:custGeom>
            <a:solidFill>
              <a:srgbClr val="046A38"/>
            </a:solidFill>
            <a:ln w="6390" cap="flat">
              <a:noFill/>
              <a:prstDash val="solid"/>
              <a:miter/>
            </a:ln>
          </p:spPr>
          <p:txBody>
            <a:bodyPr rtlCol="0" anchor="ctr"/>
            <a:lstStyle/>
            <a:p>
              <a:endParaRPr lang="en-US"/>
            </a:p>
          </p:txBody>
        </p:sp>
        <p:sp>
          <p:nvSpPr>
            <p:cNvPr id="981" name="Graphic 4">
              <a:extLst>
                <a:ext uri="{FF2B5EF4-FFF2-40B4-BE49-F238E27FC236}">
                  <a16:creationId xmlns:a16="http://schemas.microsoft.com/office/drawing/2014/main" id="{0B9D3454-9360-424B-9F38-EF8CD63F6DA4}"/>
                </a:ext>
              </a:extLst>
            </p:cNvPr>
            <p:cNvSpPr/>
            <p:nvPr/>
          </p:nvSpPr>
          <p:spPr>
            <a:xfrm>
              <a:off x="10325499" y="4308712"/>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15979 w 361670"/>
                <a:gd name="connsiteY7" fmla="*/ 289194 h 361971"/>
                <a:gd name="connsiteX8" fmla="*/ 213424 w 361670"/>
                <a:gd name="connsiteY8" fmla="*/ 289833 h 361971"/>
                <a:gd name="connsiteX9" fmla="*/ 208312 w 361670"/>
                <a:gd name="connsiteY9" fmla="*/ 286641 h 361971"/>
                <a:gd name="connsiteX10" fmla="*/ 209589 w 361670"/>
                <a:gd name="connsiteY10" fmla="*/ 278342 h 361971"/>
                <a:gd name="connsiteX11" fmla="*/ 228759 w 361670"/>
                <a:gd name="connsiteY11" fmla="*/ 239399 h 361971"/>
                <a:gd name="connsiteX12" fmla="*/ 180196 w 361670"/>
                <a:gd name="connsiteY12" fmla="*/ 187051 h 361971"/>
                <a:gd name="connsiteX13" fmla="*/ 176362 w 361670"/>
                <a:gd name="connsiteY13" fmla="*/ 187051 h 361971"/>
                <a:gd name="connsiteX14" fmla="*/ 176362 w 361670"/>
                <a:gd name="connsiteY14" fmla="*/ 224716 h 361971"/>
                <a:gd name="connsiteX15" fmla="*/ 169972 w 361670"/>
                <a:gd name="connsiteY15" fmla="*/ 231100 h 361971"/>
                <a:gd name="connsiteX16" fmla="*/ 165500 w 361670"/>
                <a:gd name="connsiteY16" fmla="*/ 229185 h 361971"/>
                <a:gd name="connsiteX17" fmla="*/ 92654 w 361670"/>
                <a:gd name="connsiteY17" fmla="*/ 155769 h 361971"/>
                <a:gd name="connsiteX18" fmla="*/ 90737 w 361670"/>
                <a:gd name="connsiteY18" fmla="*/ 151300 h 361971"/>
                <a:gd name="connsiteX19" fmla="*/ 92654 w 361670"/>
                <a:gd name="connsiteY19" fmla="*/ 146832 h 361971"/>
                <a:gd name="connsiteX20" fmla="*/ 165500 w 361670"/>
                <a:gd name="connsiteY20" fmla="*/ 73416 h 361971"/>
                <a:gd name="connsiteX21" fmla="*/ 172528 w 361670"/>
                <a:gd name="connsiteY21" fmla="*/ 72139 h 361971"/>
                <a:gd name="connsiteX22" fmla="*/ 176362 w 361670"/>
                <a:gd name="connsiteY22" fmla="*/ 77885 h 361971"/>
                <a:gd name="connsiteX23" fmla="*/ 176362 w 361670"/>
                <a:gd name="connsiteY23" fmla="*/ 107889 h 361971"/>
                <a:gd name="connsiteX24" fmla="*/ 177001 w 361670"/>
                <a:gd name="connsiteY24" fmla="*/ 107889 h 361971"/>
                <a:gd name="connsiteX25" fmla="*/ 270934 w 361670"/>
                <a:gd name="connsiteY25" fmla="*/ 201734 h 361971"/>
                <a:gd name="connsiteX26" fmla="*/ 215979 w 361670"/>
                <a:gd name="connsiteY26" fmla="*/ 289194 h 361971"/>
                <a:gd name="connsiteX27" fmla="*/ 215979 w 361670"/>
                <a:gd name="connsiteY27" fmla="*/ 28919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1670"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1670" y="81077"/>
                    <a:pt x="280518" y="0"/>
                    <a:pt x="180835" y="0"/>
                  </a:cubicBezTo>
                  <a:cubicBezTo>
                    <a:pt x="180835" y="0"/>
                    <a:pt x="180835" y="0"/>
                    <a:pt x="180835" y="0"/>
                  </a:cubicBezTo>
                  <a:close/>
                  <a:moveTo>
                    <a:pt x="215979" y="289194"/>
                  </a:moveTo>
                  <a:cubicBezTo>
                    <a:pt x="215341" y="289833"/>
                    <a:pt x="214063" y="289833"/>
                    <a:pt x="213424" y="289833"/>
                  </a:cubicBezTo>
                  <a:cubicBezTo>
                    <a:pt x="211507" y="289833"/>
                    <a:pt x="208951" y="288556"/>
                    <a:pt x="208312" y="286641"/>
                  </a:cubicBezTo>
                  <a:cubicBezTo>
                    <a:pt x="206395" y="284087"/>
                    <a:pt x="207034" y="280257"/>
                    <a:pt x="209589" y="278342"/>
                  </a:cubicBezTo>
                  <a:cubicBezTo>
                    <a:pt x="221731" y="268766"/>
                    <a:pt x="228759" y="254721"/>
                    <a:pt x="228759" y="239399"/>
                  </a:cubicBezTo>
                  <a:cubicBezTo>
                    <a:pt x="228759" y="208756"/>
                    <a:pt x="208951" y="187051"/>
                    <a:pt x="180196" y="187051"/>
                  </a:cubicBezTo>
                  <a:lnTo>
                    <a:pt x="176362" y="187051"/>
                  </a:lnTo>
                  <a:lnTo>
                    <a:pt x="176362" y="224716"/>
                  </a:lnTo>
                  <a:cubicBezTo>
                    <a:pt x="176362" y="228546"/>
                    <a:pt x="173806" y="231100"/>
                    <a:pt x="169972" y="231100"/>
                  </a:cubicBezTo>
                  <a:cubicBezTo>
                    <a:pt x="168055" y="231100"/>
                    <a:pt x="166777" y="230462"/>
                    <a:pt x="165500" y="229185"/>
                  </a:cubicBezTo>
                  <a:lnTo>
                    <a:pt x="92654" y="155769"/>
                  </a:lnTo>
                  <a:cubicBezTo>
                    <a:pt x="91376" y="154492"/>
                    <a:pt x="90737" y="153216"/>
                    <a:pt x="90737" y="151300"/>
                  </a:cubicBezTo>
                  <a:cubicBezTo>
                    <a:pt x="90737" y="149385"/>
                    <a:pt x="91376" y="148108"/>
                    <a:pt x="92654" y="146832"/>
                  </a:cubicBezTo>
                  <a:lnTo>
                    <a:pt x="165500" y="73416"/>
                  </a:lnTo>
                  <a:cubicBezTo>
                    <a:pt x="167416" y="71501"/>
                    <a:pt x="169972" y="70862"/>
                    <a:pt x="172528" y="72139"/>
                  </a:cubicBezTo>
                  <a:cubicBezTo>
                    <a:pt x="175084" y="73416"/>
                    <a:pt x="176362" y="75331"/>
                    <a:pt x="176362" y="77885"/>
                  </a:cubicBezTo>
                  <a:lnTo>
                    <a:pt x="176362" y="107889"/>
                  </a:lnTo>
                  <a:lnTo>
                    <a:pt x="177001" y="107889"/>
                  </a:lnTo>
                  <a:cubicBezTo>
                    <a:pt x="228759" y="107889"/>
                    <a:pt x="270934" y="150024"/>
                    <a:pt x="270934" y="201734"/>
                  </a:cubicBezTo>
                  <a:cubicBezTo>
                    <a:pt x="271572" y="240038"/>
                    <a:pt x="249846" y="273873"/>
                    <a:pt x="215979" y="289194"/>
                  </a:cubicBezTo>
                  <a:lnTo>
                    <a:pt x="215979" y="289194"/>
                  </a:lnTo>
                  <a:close/>
                </a:path>
              </a:pathLst>
            </a:custGeom>
            <a:solidFill>
              <a:srgbClr val="046A38"/>
            </a:solidFill>
            <a:ln w="6390" cap="flat">
              <a:noFill/>
              <a:prstDash val="solid"/>
              <a:miter/>
            </a:ln>
          </p:spPr>
          <p:txBody>
            <a:bodyPr rtlCol="0" anchor="ctr"/>
            <a:lstStyle/>
            <a:p>
              <a:endParaRPr lang="en-US"/>
            </a:p>
          </p:txBody>
        </p:sp>
      </p:grpSp>
      <p:grpSp>
        <p:nvGrpSpPr>
          <p:cNvPr id="982" name="Graphic 4">
            <a:extLst>
              <a:ext uri="{FF2B5EF4-FFF2-40B4-BE49-F238E27FC236}">
                <a16:creationId xmlns:a16="http://schemas.microsoft.com/office/drawing/2014/main" id="{EB19582D-9BF7-6646-B4EC-5D801AE86138}"/>
              </a:ext>
            </a:extLst>
          </p:cNvPr>
          <p:cNvGrpSpPr/>
          <p:nvPr/>
        </p:nvGrpSpPr>
        <p:grpSpPr>
          <a:xfrm>
            <a:off x="9887149" y="4793252"/>
            <a:ext cx="362309" cy="361975"/>
            <a:chOff x="9887149" y="4793252"/>
            <a:chExt cx="362309" cy="361975"/>
          </a:xfrm>
          <a:solidFill>
            <a:srgbClr val="046A38"/>
          </a:solidFill>
        </p:grpSpPr>
        <p:sp>
          <p:nvSpPr>
            <p:cNvPr id="983" name="Graphic 4">
              <a:extLst>
                <a:ext uri="{FF2B5EF4-FFF2-40B4-BE49-F238E27FC236}">
                  <a16:creationId xmlns:a16="http://schemas.microsoft.com/office/drawing/2014/main" id="{253DBD1A-CB06-6D4B-9BB7-5A6B2D4B155C}"/>
                </a:ext>
              </a:extLst>
            </p:cNvPr>
            <p:cNvSpPr/>
            <p:nvPr/>
          </p:nvSpPr>
          <p:spPr>
            <a:xfrm>
              <a:off x="9887149" y="4793252"/>
              <a:ext cx="362309" cy="361975"/>
            </a:xfrm>
            <a:custGeom>
              <a:avLst/>
              <a:gdLst>
                <a:gd name="connsiteX0" fmla="*/ 0 w 362309"/>
                <a:gd name="connsiteY0" fmla="*/ 180670 h 361975"/>
                <a:gd name="connsiteX1" fmla="*/ 180835 w 362309"/>
                <a:gd name="connsiteY1" fmla="*/ 361976 h 361975"/>
                <a:gd name="connsiteX2" fmla="*/ 362309 w 362309"/>
                <a:gd name="connsiteY2" fmla="*/ 181309 h 361975"/>
                <a:gd name="connsiteX3" fmla="*/ 181474 w 362309"/>
                <a:gd name="connsiteY3" fmla="*/ 4 h 361975"/>
                <a:gd name="connsiteX4" fmla="*/ 181474 w 362309"/>
                <a:gd name="connsiteY4" fmla="*/ 4 h 361975"/>
                <a:gd name="connsiteX5" fmla="*/ 0 w 362309"/>
                <a:gd name="connsiteY5" fmla="*/ 180670 h 361975"/>
                <a:gd name="connsiteX6" fmla="*/ 12780 w 362309"/>
                <a:gd name="connsiteY6" fmla="*/ 180670 h 361975"/>
                <a:gd name="connsiteX7" fmla="*/ 180835 w 362309"/>
                <a:gd name="connsiteY7" fmla="*/ 12133 h 361975"/>
                <a:gd name="connsiteX8" fmla="*/ 348890 w 362309"/>
                <a:gd name="connsiteY8" fmla="*/ 180032 h 361975"/>
                <a:gd name="connsiteX9" fmla="*/ 180835 w 362309"/>
                <a:gd name="connsiteY9" fmla="*/ 348569 h 361975"/>
                <a:gd name="connsiteX10" fmla="*/ 180835 w 362309"/>
                <a:gd name="connsiteY10" fmla="*/ 348569 h 361975"/>
                <a:gd name="connsiteX11" fmla="*/ 12780 w 362309"/>
                <a:gd name="connsiteY11" fmla="*/ 180670 h 3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5">
                  <a:moveTo>
                    <a:pt x="0" y="180670"/>
                  </a:moveTo>
                  <a:cubicBezTo>
                    <a:pt x="0" y="280899"/>
                    <a:pt x="81152" y="361976"/>
                    <a:pt x="180835" y="361976"/>
                  </a:cubicBezTo>
                  <a:cubicBezTo>
                    <a:pt x="281157" y="361976"/>
                    <a:pt x="362309" y="280899"/>
                    <a:pt x="362309" y="181309"/>
                  </a:cubicBezTo>
                  <a:cubicBezTo>
                    <a:pt x="362309" y="81080"/>
                    <a:pt x="281157" y="4"/>
                    <a:pt x="181474" y="4"/>
                  </a:cubicBezTo>
                  <a:cubicBezTo>
                    <a:pt x="181474" y="4"/>
                    <a:pt x="181474" y="4"/>
                    <a:pt x="181474" y="4"/>
                  </a:cubicBezTo>
                  <a:cubicBezTo>
                    <a:pt x="81152" y="-635"/>
                    <a:pt x="0" y="80442"/>
                    <a:pt x="0" y="180670"/>
                  </a:cubicBezTo>
                  <a:close/>
                  <a:moveTo>
                    <a:pt x="12780" y="180670"/>
                  </a:moveTo>
                  <a:cubicBezTo>
                    <a:pt x="12780" y="87464"/>
                    <a:pt x="88181" y="12133"/>
                    <a:pt x="180835" y="12133"/>
                  </a:cubicBezTo>
                  <a:cubicBezTo>
                    <a:pt x="273489" y="12133"/>
                    <a:pt x="348890" y="87464"/>
                    <a:pt x="348890" y="180032"/>
                  </a:cubicBezTo>
                  <a:cubicBezTo>
                    <a:pt x="348890" y="273238"/>
                    <a:pt x="273489" y="348569"/>
                    <a:pt x="180835" y="348569"/>
                  </a:cubicBezTo>
                  <a:lnTo>
                    <a:pt x="180835" y="348569"/>
                  </a:lnTo>
                  <a:cubicBezTo>
                    <a:pt x="88181" y="348569"/>
                    <a:pt x="12780" y="273238"/>
                    <a:pt x="12780" y="180670"/>
                  </a:cubicBezTo>
                  <a:close/>
                </a:path>
              </a:pathLst>
            </a:custGeom>
            <a:solidFill>
              <a:srgbClr val="046A38"/>
            </a:solidFill>
            <a:ln w="6390" cap="flat">
              <a:noFill/>
              <a:prstDash val="solid"/>
              <a:miter/>
            </a:ln>
          </p:spPr>
          <p:txBody>
            <a:bodyPr rtlCol="0" anchor="ctr"/>
            <a:lstStyle/>
            <a:p>
              <a:endParaRPr lang="en-US"/>
            </a:p>
          </p:txBody>
        </p:sp>
        <p:sp>
          <p:nvSpPr>
            <p:cNvPr id="984" name="Graphic 4">
              <a:extLst>
                <a:ext uri="{FF2B5EF4-FFF2-40B4-BE49-F238E27FC236}">
                  <a16:creationId xmlns:a16="http://schemas.microsoft.com/office/drawing/2014/main" id="{38D92974-1903-C14C-B9A7-01DF14751827}"/>
                </a:ext>
              </a:extLst>
            </p:cNvPr>
            <p:cNvSpPr/>
            <p:nvPr/>
          </p:nvSpPr>
          <p:spPr>
            <a:xfrm>
              <a:off x="9977234" y="4864092"/>
              <a:ext cx="180209" cy="218358"/>
            </a:xfrm>
            <a:custGeom>
              <a:avLst/>
              <a:gdLst>
                <a:gd name="connsiteX0" fmla="*/ 14 w 180209"/>
                <a:gd name="connsiteY0" fmla="*/ 131536 h 218358"/>
                <a:gd name="connsiteX1" fmla="*/ 54967 w 180209"/>
                <a:gd name="connsiteY1" fmla="*/ 217720 h 218358"/>
                <a:gd name="connsiteX2" fmla="*/ 57523 w 180209"/>
                <a:gd name="connsiteY2" fmla="*/ 218358 h 218358"/>
                <a:gd name="connsiteX3" fmla="*/ 62635 w 180209"/>
                <a:gd name="connsiteY3" fmla="*/ 215166 h 218358"/>
                <a:gd name="connsiteX4" fmla="*/ 61357 w 180209"/>
                <a:gd name="connsiteY4" fmla="*/ 206867 h 218358"/>
                <a:gd name="connsiteX5" fmla="*/ 42187 w 180209"/>
                <a:gd name="connsiteY5" fmla="*/ 167924 h 218358"/>
                <a:gd name="connsiteX6" fmla="*/ 90751 w 180209"/>
                <a:gd name="connsiteY6" fmla="*/ 115576 h 218358"/>
                <a:gd name="connsiteX7" fmla="*/ 94584 w 180209"/>
                <a:gd name="connsiteY7" fmla="*/ 115576 h 218358"/>
                <a:gd name="connsiteX8" fmla="*/ 94584 w 180209"/>
                <a:gd name="connsiteY8" fmla="*/ 153241 h 218358"/>
                <a:gd name="connsiteX9" fmla="*/ 98419 w 180209"/>
                <a:gd name="connsiteY9" fmla="*/ 158987 h 218358"/>
                <a:gd name="connsiteX10" fmla="*/ 105448 w 180209"/>
                <a:gd name="connsiteY10" fmla="*/ 157710 h 218358"/>
                <a:gd name="connsiteX11" fmla="*/ 178293 w 180209"/>
                <a:gd name="connsiteY11" fmla="*/ 84294 h 218358"/>
                <a:gd name="connsiteX12" fmla="*/ 178293 w 180209"/>
                <a:gd name="connsiteY12" fmla="*/ 75357 h 218358"/>
                <a:gd name="connsiteX13" fmla="*/ 104809 w 180209"/>
                <a:gd name="connsiteY13" fmla="*/ 1941 h 218358"/>
                <a:gd name="connsiteX14" fmla="*/ 97779 w 180209"/>
                <a:gd name="connsiteY14" fmla="*/ 664 h 218358"/>
                <a:gd name="connsiteX15" fmla="*/ 93945 w 180209"/>
                <a:gd name="connsiteY15" fmla="*/ 6410 h 218358"/>
                <a:gd name="connsiteX16" fmla="*/ 93945 w 180209"/>
                <a:gd name="connsiteY16" fmla="*/ 36415 h 218358"/>
                <a:gd name="connsiteX17" fmla="*/ 93307 w 180209"/>
                <a:gd name="connsiteY17" fmla="*/ 36415 h 218358"/>
                <a:gd name="connsiteX18" fmla="*/ 14 w 180209"/>
                <a:gd name="connsiteY18" fmla="*/ 131536 h 218358"/>
                <a:gd name="connsiteX19" fmla="*/ 12794 w 180209"/>
                <a:gd name="connsiteY19" fmla="*/ 131536 h 218358"/>
                <a:gd name="connsiteX20" fmla="*/ 93945 w 180209"/>
                <a:gd name="connsiteY20" fmla="*/ 50459 h 218358"/>
                <a:gd name="connsiteX21" fmla="*/ 100974 w 180209"/>
                <a:gd name="connsiteY21" fmla="*/ 50459 h 218358"/>
                <a:gd name="connsiteX22" fmla="*/ 107364 w 180209"/>
                <a:gd name="connsiteY22" fmla="*/ 44075 h 218358"/>
                <a:gd name="connsiteX23" fmla="*/ 107364 w 180209"/>
                <a:gd name="connsiteY23" fmla="*/ 23008 h 218358"/>
                <a:gd name="connsiteX24" fmla="*/ 164874 w 180209"/>
                <a:gd name="connsiteY24" fmla="*/ 80464 h 218358"/>
                <a:gd name="connsiteX25" fmla="*/ 107364 w 180209"/>
                <a:gd name="connsiteY25" fmla="*/ 137920 h 218358"/>
                <a:gd name="connsiteX26" fmla="*/ 107364 w 180209"/>
                <a:gd name="connsiteY26" fmla="*/ 109192 h 218358"/>
                <a:gd name="connsiteX27" fmla="*/ 100974 w 180209"/>
                <a:gd name="connsiteY27" fmla="*/ 102808 h 218358"/>
                <a:gd name="connsiteX28" fmla="*/ 90751 w 180209"/>
                <a:gd name="connsiteY28" fmla="*/ 102808 h 218358"/>
                <a:gd name="connsiteX29" fmla="*/ 29407 w 180209"/>
                <a:gd name="connsiteY29" fmla="*/ 167924 h 218358"/>
                <a:gd name="connsiteX30" fmla="*/ 31963 w 180209"/>
                <a:gd name="connsiteY30" fmla="*/ 185161 h 218358"/>
                <a:gd name="connsiteX31" fmla="*/ 12794 w 180209"/>
                <a:gd name="connsiteY31" fmla="*/ 131536 h 218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209" h="218358">
                  <a:moveTo>
                    <a:pt x="14" y="131536"/>
                  </a:moveTo>
                  <a:cubicBezTo>
                    <a:pt x="-625" y="168563"/>
                    <a:pt x="21100" y="203036"/>
                    <a:pt x="54967" y="217720"/>
                  </a:cubicBezTo>
                  <a:cubicBezTo>
                    <a:pt x="55606" y="218358"/>
                    <a:pt x="56884" y="218358"/>
                    <a:pt x="57523" y="218358"/>
                  </a:cubicBezTo>
                  <a:cubicBezTo>
                    <a:pt x="59440" y="218358"/>
                    <a:pt x="61996" y="217081"/>
                    <a:pt x="62635" y="215166"/>
                  </a:cubicBezTo>
                  <a:cubicBezTo>
                    <a:pt x="64552" y="212612"/>
                    <a:pt x="63913" y="208782"/>
                    <a:pt x="61357" y="206867"/>
                  </a:cubicBezTo>
                  <a:cubicBezTo>
                    <a:pt x="49216" y="197291"/>
                    <a:pt x="42187" y="183246"/>
                    <a:pt x="42187" y="167924"/>
                  </a:cubicBezTo>
                  <a:cubicBezTo>
                    <a:pt x="42187" y="137281"/>
                    <a:pt x="61996" y="115576"/>
                    <a:pt x="90751" y="115576"/>
                  </a:cubicBezTo>
                  <a:lnTo>
                    <a:pt x="94584" y="115576"/>
                  </a:lnTo>
                  <a:lnTo>
                    <a:pt x="94584" y="153241"/>
                  </a:lnTo>
                  <a:cubicBezTo>
                    <a:pt x="94584" y="155795"/>
                    <a:pt x="95863" y="158348"/>
                    <a:pt x="98419" y="158987"/>
                  </a:cubicBezTo>
                  <a:cubicBezTo>
                    <a:pt x="100974" y="160264"/>
                    <a:pt x="103530" y="159625"/>
                    <a:pt x="105448" y="157710"/>
                  </a:cubicBezTo>
                  <a:lnTo>
                    <a:pt x="178293" y="84294"/>
                  </a:lnTo>
                  <a:cubicBezTo>
                    <a:pt x="180848" y="81741"/>
                    <a:pt x="180848" y="77910"/>
                    <a:pt x="178293" y="75357"/>
                  </a:cubicBezTo>
                  <a:lnTo>
                    <a:pt x="104809" y="1941"/>
                  </a:lnTo>
                  <a:cubicBezTo>
                    <a:pt x="102892" y="26"/>
                    <a:pt x="100335" y="-613"/>
                    <a:pt x="97779" y="664"/>
                  </a:cubicBezTo>
                  <a:cubicBezTo>
                    <a:pt x="95224" y="1941"/>
                    <a:pt x="93945" y="3856"/>
                    <a:pt x="93945" y="6410"/>
                  </a:cubicBezTo>
                  <a:lnTo>
                    <a:pt x="93945" y="36415"/>
                  </a:lnTo>
                  <a:lnTo>
                    <a:pt x="93307" y="36415"/>
                  </a:lnTo>
                  <a:cubicBezTo>
                    <a:pt x="42187" y="37691"/>
                    <a:pt x="14" y="79826"/>
                    <a:pt x="14" y="131536"/>
                  </a:cubicBezTo>
                  <a:close/>
                  <a:moveTo>
                    <a:pt x="12794" y="131536"/>
                  </a:moveTo>
                  <a:cubicBezTo>
                    <a:pt x="12794" y="86848"/>
                    <a:pt x="49216" y="50459"/>
                    <a:pt x="93945" y="50459"/>
                  </a:cubicBezTo>
                  <a:lnTo>
                    <a:pt x="100974" y="50459"/>
                  </a:lnTo>
                  <a:cubicBezTo>
                    <a:pt x="104809" y="50459"/>
                    <a:pt x="107364" y="47906"/>
                    <a:pt x="107364" y="44075"/>
                  </a:cubicBezTo>
                  <a:lnTo>
                    <a:pt x="107364" y="23008"/>
                  </a:lnTo>
                  <a:lnTo>
                    <a:pt x="164874" y="80464"/>
                  </a:lnTo>
                  <a:lnTo>
                    <a:pt x="107364" y="137920"/>
                  </a:lnTo>
                  <a:lnTo>
                    <a:pt x="107364" y="109192"/>
                  </a:lnTo>
                  <a:cubicBezTo>
                    <a:pt x="107364" y="105361"/>
                    <a:pt x="104809" y="102808"/>
                    <a:pt x="100974" y="102808"/>
                  </a:cubicBezTo>
                  <a:lnTo>
                    <a:pt x="90751" y="102808"/>
                  </a:lnTo>
                  <a:cubicBezTo>
                    <a:pt x="54328" y="102808"/>
                    <a:pt x="29407" y="129621"/>
                    <a:pt x="29407" y="167924"/>
                  </a:cubicBezTo>
                  <a:cubicBezTo>
                    <a:pt x="29407" y="173670"/>
                    <a:pt x="30046" y="179416"/>
                    <a:pt x="31963" y="185161"/>
                  </a:cubicBezTo>
                  <a:cubicBezTo>
                    <a:pt x="19822" y="170478"/>
                    <a:pt x="12794" y="151326"/>
                    <a:pt x="12794" y="131536"/>
                  </a:cubicBezTo>
                  <a:close/>
                </a:path>
              </a:pathLst>
            </a:custGeom>
            <a:solidFill>
              <a:srgbClr val="046A38"/>
            </a:solidFill>
            <a:ln w="6390" cap="flat">
              <a:noFill/>
              <a:prstDash val="solid"/>
              <a:miter/>
            </a:ln>
          </p:spPr>
          <p:txBody>
            <a:bodyPr rtlCol="0" anchor="ctr"/>
            <a:lstStyle/>
            <a:p>
              <a:endParaRPr lang="en-US"/>
            </a:p>
          </p:txBody>
        </p:sp>
      </p:grpSp>
      <p:grpSp>
        <p:nvGrpSpPr>
          <p:cNvPr id="985" name="Graphic 4">
            <a:extLst>
              <a:ext uri="{FF2B5EF4-FFF2-40B4-BE49-F238E27FC236}">
                <a16:creationId xmlns:a16="http://schemas.microsoft.com/office/drawing/2014/main" id="{9B8FC2FF-F4ED-4941-A057-CB11AF85AC46}"/>
              </a:ext>
            </a:extLst>
          </p:cNvPr>
          <p:cNvGrpSpPr/>
          <p:nvPr/>
        </p:nvGrpSpPr>
        <p:grpSpPr>
          <a:xfrm>
            <a:off x="10324860" y="4793252"/>
            <a:ext cx="362309" cy="361975"/>
            <a:chOff x="10324860" y="4793252"/>
            <a:chExt cx="362309" cy="361975"/>
          </a:xfrm>
          <a:solidFill>
            <a:srgbClr val="046A38"/>
          </a:solidFill>
        </p:grpSpPr>
        <p:sp>
          <p:nvSpPr>
            <p:cNvPr id="986" name="Graphic 4">
              <a:extLst>
                <a:ext uri="{FF2B5EF4-FFF2-40B4-BE49-F238E27FC236}">
                  <a16:creationId xmlns:a16="http://schemas.microsoft.com/office/drawing/2014/main" id="{BC832F14-4D37-2147-836E-54DA55E3F352}"/>
                </a:ext>
              </a:extLst>
            </p:cNvPr>
            <p:cNvSpPr/>
            <p:nvPr/>
          </p:nvSpPr>
          <p:spPr>
            <a:xfrm>
              <a:off x="10427738" y="4887101"/>
              <a:ext cx="152719" cy="162152"/>
            </a:xfrm>
            <a:custGeom>
              <a:avLst/>
              <a:gdLst>
                <a:gd name="connsiteX0" fmla="*/ 81791 w 152719"/>
                <a:gd name="connsiteY0" fmla="*/ 27451 h 162152"/>
                <a:gd name="connsiteX1" fmla="*/ 88820 w 152719"/>
                <a:gd name="connsiteY1" fmla="*/ 27451 h 162152"/>
                <a:gd name="connsiteX2" fmla="*/ 95210 w 152719"/>
                <a:gd name="connsiteY2" fmla="*/ 21067 h 162152"/>
                <a:gd name="connsiteX3" fmla="*/ 95210 w 152719"/>
                <a:gd name="connsiteY3" fmla="*/ 0 h 162152"/>
                <a:gd name="connsiteX4" fmla="*/ 152720 w 152719"/>
                <a:gd name="connsiteY4" fmla="*/ 57456 h 162152"/>
                <a:gd name="connsiteX5" fmla="*/ 95210 w 152719"/>
                <a:gd name="connsiteY5" fmla="*/ 114912 h 162152"/>
                <a:gd name="connsiteX6" fmla="*/ 95210 w 152719"/>
                <a:gd name="connsiteY6" fmla="*/ 86184 h 162152"/>
                <a:gd name="connsiteX7" fmla="*/ 88820 w 152719"/>
                <a:gd name="connsiteY7" fmla="*/ 79800 h 162152"/>
                <a:gd name="connsiteX8" fmla="*/ 77957 w 152719"/>
                <a:gd name="connsiteY8" fmla="*/ 79800 h 162152"/>
                <a:gd name="connsiteX9" fmla="*/ 16614 w 152719"/>
                <a:gd name="connsiteY9" fmla="*/ 144916 h 162152"/>
                <a:gd name="connsiteX10" fmla="*/ 19170 w 152719"/>
                <a:gd name="connsiteY10" fmla="*/ 162153 h 162152"/>
                <a:gd name="connsiteX11" fmla="*/ 0 w 152719"/>
                <a:gd name="connsiteY11" fmla="*/ 108528 h 162152"/>
                <a:gd name="connsiteX12" fmla="*/ 81791 w 152719"/>
                <a:gd name="connsiteY12" fmla="*/ 27451 h 16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2719" h="162152">
                  <a:moveTo>
                    <a:pt x="81791" y="27451"/>
                  </a:moveTo>
                  <a:lnTo>
                    <a:pt x="88820" y="27451"/>
                  </a:lnTo>
                  <a:cubicBezTo>
                    <a:pt x="92654" y="27451"/>
                    <a:pt x="95210" y="24897"/>
                    <a:pt x="95210" y="21067"/>
                  </a:cubicBezTo>
                  <a:lnTo>
                    <a:pt x="95210" y="0"/>
                  </a:lnTo>
                  <a:lnTo>
                    <a:pt x="152720" y="57456"/>
                  </a:lnTo>
                  <a:lnTo>
                    <a:pt x="95210" y="114912"/>
                  </a:lnTo>
                  <a:lnTo>
                    <a:pt x="95210" y="86184"/>
                  </a:lnTo>
                  <a:cubicBezTo>
                    <a:pt x="95210" y="82353"/>
                    <a:pt x="92654" y="79800"/>
                    <a:pt x="88820" y="79800"/>
                  </a:cubicBezTo>
                  <a:lnTo>
                    <a:pt x="77957" y="79800"/>
                  </a:lnTo>
                  <a:cubicBezTo>
                    <a:pt x="41535" y="79800"/>
                    <a:pt x="16614" y="106612"/>
                    <a:pt x="16614" y="144916"/>
                  </a:cubicBezTo>
                  <a:cubicBezTo>
                    <a:pt x="16614" y="150662"/>
                    <a:pt x="17253" y="156408"/>
                    <a:pt x="19170" y="162153"/>
                  </a:cubicBezTo>
                  <a:cubicBezTo>
                    <a:pt x="6390" y="146832"/>
                    <a:pt x="0" y="127680"/>
                    <a:pt x="0" y="108528"/>
                  </a:cubicBezTo>
                  <a:cubicBezTo>
                    <a:pt x="1278" y="63840"/>
                    <a:pt x="37061" y="27451"/>
                    <a:pt x="81791" y="27451"/>
                  </a:cubicBezTo>
                  <a:close/>
                </a:path>
              </a:pathLst>
            </a:custGeom>
            <a:solidFill>
              <a:srgbClr val="046A38"/>
            </a:solidFill>
            <a:ln w="6390" cap="flat">
              <a:noFill/>
              <a:prstDash val="solid"/>
              <a:miter/>
            </a:ln>
          </p:spPr>
          <p:txBody>
            <a:bodyPr rtlCol="0" anchor="ctr"/>
            <a:lstStyle/>
            <a:p>
              <a:endParaRPr lang="en-US"/>
            </a:p>
          </p:txBody>
        </p:sp>
        <p:sp>
          <p:nvSpPr>
            <p:cNvPr id="987" name="Graphic 4">
              <a:extLst>
                <a:ext uri="{FF2B5EF4-FFF2-40B4-BE49-F238E27FC236}">
                  <a16:creationId xmlns:a16="http://schemas.microsoft.com/office/drawing/2014/main" id="{C32A8701-AD05-B94D-A195-A03FE74D2423}"/>
                </a:ext>
              </a:extLst>
            </p:cNvPr>
            <p:cNvSpPr/>
            <p:nvPr/>
          </p:nvSpPr>
          <p:spPr>
            <a:xfrm>
              <a:off x="10324860" y="4793252"/>
              <a:ext cx="362309" cy="361975"/>
            </a:xfrm>
            <a:custGeom>
              <a:avLst/>
              <a:gdLst>
                <a:gd name="connsiteX0" fmla="*/ 0 w 362309"/>
                <a:gd name="connsiteY0" fmla="*/ 180670 h 361975"/>
                <a:gd name="connsiteX1" fmla="*/ 180835 w 362309"/>
                <a:gd name="connsiteY1" fmla="*/ 361976 h 361975"/>
                <a:gd name="connsiteX2" fmla="*/ 362309 w 362309"/>
                <a:gd name="connsiteY2" fmla="*/ 181309 h 361975"/>
                <a:gd name="connsiteX3" fmla="*/ 181474 w 362309"/>
                <a:gd name="connsiteY3" fmla="*/ 4 h 361975"/>
                <a:gd name="connsiteX4" fmla="*/ 181474 w 362309"/>
                <a:gd name="connsiteY4" fmla="*/ 4 h 361975"/>
                <a:gd name="connsiteX5" fmla="*/ 0 w 362309"/>
                <a:gd name="connsiteY5" fmla="*/ 180670 h 361975"/>
                <a:gd name="connsiteX6" fmla="*/ 90737 w 362309"/>
                <a:gd name="connsiteY6" fmla="*/ 202376 h 361975"/>
                <a:gd name="connsiteX7" fmla="*/ 184669 w 362309"/>
                <a:gd name="connsiteY7" fmla="*/ 108531 h 361975"/>
                <a:gd name="connsiteX8" fmla="*/ 185308 w 362309"/>
                <a:gd name="connsiteY8" fmla="*/ 108531 h 361975"/>
                <a:gd name="connsiteX9" fmla="*/ 185308 w 362309"/>
                <a:gd name="connsiteY9" fmla="*/ 78527 h 361975"/>
                <a:gd name="connsiteX10" fmla="*/ 191698 w 362309"/>
                <a:gd name="connsiteY10" fmla="*/ 72143 h 361975"/>
                <a:gd name="connsiteX11" fmla="*/ 196171 w 362309"/>
                <a:gd name="connsiteY11" fmla="*/ 74058 h 361975"/>
                <a:gd name="connsiteX12" fmla="*/ 269016 w 362309"/>
                <a:gd name="connsiteY12" fmla="*/ 147474 h 361975"/>
                <a:gd name="connsiteX13" fmla="*/ 269016 w 362309"/>
                <a:gd name="connsiteY13" fmla="*/ 156411 h 361975"/>
                <a:gd name="connsiteX14" fmla="*/ 196171 w 362309"/>
                <a:gd name="connsiteY14" fmla="*/ 229827 h 361975"/>
                <a:gd name="connsiteX15" fmla="*/ 187225 w 362309"/>
                <a:gd name="connsiteY15" fmla="*/ 229827 h 361975"/>
                <a:gd name="connsiteX16" fmla="*/ 185308 w 362309"/>
                <a:gd name="connsiteY16" fmla="*/ 225358 h 361975"/>
                <a:gd name="connsiteX17" fmla="*/ 185308 w 362309"/>
                <a:gd name="connsiteY17" fmla="*/ 187693 h 361975"/>
                <a:gd name="connsiteX18" fmla="*/ 180835 w 362309"/>
                <a:gd name="connsiteY18" fmla="*/ 187693 h 361975"/>
                <a:gd name="connsiteX19" fmla="*/ 132271 w 362309"/>
                <a:gd name="connsiteY19" fmla="*/ 240041 h 361975"/>
                <a:gd name="connsiteX20" fmla="*/ 151441 w 362309"/>
                <a:gd name="connsiteY20" fmla="*/ 278984 h 361975"/>
                <a:gd name="connsiteX21" fmla="*/ 152719 w 362309"/>
                <a:gd name="connsiteY21" fmla="*/ 287283 h 361975"/>
                <a:gd name="connsiteX22" fmla="*/ 147607 w 362309"/>
                <a:gd name="connsiteY22" fmla="*/ 290475 h 361975"/>
                <a:gd name="connsiteX23" fmla="*/ 145051 w 362309"/>
                <a:gd name="connsiteY23" fmla="*/ 289836 h 361975"/>
                <a:gd name="connsiteX24" fmla="*/ 90737 w 362309"/>
                <a:gd name="connsiteY24" fmla="*/ 202376 h 361975"/>
                <a:gd name="connsiteX25" fmla="*/ 90737 w 362309"/>
                <a:gd name="connsiteY25" fmla="*/ 202376 h 3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2309" h="361975">
                  <a:moveTo>
                    <a:pt x="0" y="180670"/>
                  </a:moveTo>
                  <a:cubicBezTo>
                    <a:pt x="0" y="280899"/>
                    <a:pt x="81152" y="361976"/>
                    <a:pt x="180835" y="361976"/>
                  </a:cubicBezTo>
                  <a:cubicBezTo>
                    <a:pt x="281157" y="361976"/>
                    <a:pt x="362309" y="280899"/>
                    <a:pt x="362309" y="181309"/>
                  </a:cubicBezTo>
                  <a:cubicBezTo>
                    <a:pt x="362309" y="81719"/>
                    <a:pt x="281157" y="4"/>
                    <a:pt x="181474" y="4"/>
                  </a:cubicBezTo>
                  <a:cubicBezTo>
                    <a:pt x="181474" y="4"/>
                    <a:pt x="181474" y="4"/>
                    <a:pt x="181474" y="4"/>
                  </a:cubicBezTo>
                  <a:cubicBezTo>
                    <a:pt x="81152" y="-635"/>
                    <a:pt x="0" y="80442"/>
                    <a:pt x="0" y="180670"/>
                  </a:cubicBezTo>
                  <a:close/>
                  <a:moveTo>
                    <a:pt x="90737" y="202376"/>
                  </a:moveTo>
                  <a:cubicBezTo>
                    <a:pt x="90737" y="150666"/>
                    <a:pt x="132910" y="108531"/>
                    <a:pt x="184669" y="108531"/>
                  </a:cubicBezTo>
                  <a:lnTo>
                    <a:pt x="185308" y="108531"/>
                  </a:lnTo>
                  <a:lnTo>
                    <a:pt x="185308" y="78527"/>
                  </a:lnTo>
                  <a:cubicBezTo>
                    <a:pt x="185308" y="74696"/>
                    <a:pt x="187864" y="72143"/>
                    <a:pt x="191698" y="72143"/>
                  </a:cubicBezTo>
                  <a:cubicBezTo>
                    <a:pt x="193615" y="72143"/>
                    <a:pt x="194893" y="72781"/>
                    <a:pt x="196171" y="74058"/>
                  </a:cubicBezTo>
                  <a:lnTo>
                    <a:pt x="269016" y="147474"/>
                  </a:lnTo>
                  <a:cubicBezTo>
                    <a:pt x="271572" y="150027"/>
                    <a:pt x="271572" y="153858"/>
                    <a:pt x="269016" y="156411"/>
                  </a:cubicBezTo>
                  <a:lnTo>
                    <a:pt x="196171" y="229827"/>
                  </a:lnTo>
                  <a:cubicBezTo>
                    <a:pt x="193615" y="232380"/>
                    <a:pt x="189781" y="232380"/>
                    <a:pt x="187225" y="229827"/>
                  </a:cubicBezTo>
                  <a:cubicBezTo>
                    <a:pt x="185947" y="228550"/>
                    <a:pt x="185308" y="227273"/>
                    <a:pt x="185308" y="225358"/>
                  </a:cubicBezTo>
                  <a:lnTo>
                    <a:pt x="185308" y="187693"/>
                  </a:lnTo>
                  <a:lnTo>
                    <a:pt x="180835" y="187693"/>
                  </a:lnTo>
                  <a:cubicBezTo>
                    <a:pt x="152080" y="187693"/>
                    <a:pt x="132271" y="209398"/>
                    <a:pt x="132271" y="240041"/>
                  </a:cubicBezTo>
                  <a:cubicBezTo>
                    <a:pt x="132271" y="255363"/>
                    <a:pt x="139300" y="269408"/>
                    <a:pt x="151441" y="278984"/>
                  </a:cubicBezTo>
                  <a:cubicBezTo>
                    <a:pt x="153997" y="280899"/>
                    <a:pt x="154636" y="284729"/>
                    <a:pt x="152719" y="287283"/>
                  </a:cubicBezTo>
                  <a:cubicBezTo>
                    <a:pt x="151441" y="289198"/>
                    <a:pt x="149524" y="290475"/>
                    <a:pt x="147607" y="290475"/>
                  </a:cubicBezTo>
                  <a:cubicBezTo>
                    <a:pt x="146969" y="290475"/>
                    <a:pt x="145690" y="290475"/>
                    <a:pt x="145051" y="289836"/>
                  </a:cubicBezTo>
                  <a:cubicBezTo>
                    <a:pt x="111184" y="273876"/>
                    <a:pt x="90098" y="239403"/>
                    <a:pt x="90737" y="202376"/>
                  </a:cubicBezTo>
                  <a:lnTo>
                    <a:pt x="90737" y="202376"/>
                  </a:lnTo>
                  <a:close/>
                </a:path>
              </a:pathLst>
            </a:custGeom>
            <a:solidFill>
              <a:srgbClr val="046A38"/>
            </a:solidFill>
            <a:ln w="6390" cap="flat">
              <a:noFill/>
              <a:prstDash val="solid"/>
              <a:miter/>
            </a:ln>
          </p:spPr>
          <p:txBody>
            <a:bodyPr rtlCol="0" anchor="ctr"/>
            <a:lstStyle/>
            <a:p>
              <a:endParaRPr lang="en-US"/>
            </a:p>
          </p:txBody>
        </p:sp>
      </p:grpSp>
      <p:grpSp>
        <p:nvGrpSpPr>
          <p:cNvPr id="988" name="Graphic 4">
            <a:extLst>
              <a:ext uri="{FF2B5EF4-FFF2-40B4-BE49-F238E27FC236}">
                <a16:creationId xmlns:a16="http://schemas.microsoft.com/office/drawing/2014/main" id="{127A2F9C-955A-B442-9AE0-8D3352990DB8}"/>
              </a:ext>
            </a:extLst>
          </p:cNvPr>
          <p:cNvGrpSpPr/>
          <p:nvPr/>
        </p:nvGrpSpPr>
        <p:grpSpPr>
          <a:xfrm>
            <a:off x="1952125" y="3824168"/>
            <a:ext cx="362313" cy="361971"/>
            <a:chOff x="1952125" y="3824168"/>
            <a:chExt cx="362313" cy="361971"/>
          </a:xfrm>
          <a:solidFill>
            <a:srgbClr val="86BC25"/>
          </a:solidFill>
        </p:grpSpPr>
        <p:sp>
          <p:nvSpPr>
            <p:cNvPr id="989" name="Graphic 4">
              <a:extLst>
                <a:ext uri="{FF2B5EF4-FFF2-40B4-BE49-F238E27FC236}">
                  <a16:creationId xmlns:a16="http://schemas.microsoft.com/office/drawing/2014/main" id="{83A17F6F-ACF2-1E47-A8F3-01A5104A83CA}"/>
                </a:ext>
              </a:extLst>
            </p:cNvPr>
            <p:cNvSpPr/>
            <p:nvPr/>
          </p:nvSpPr>
          <p:spPr>
            <a:xfrm>
              <a:off x="2070339" y="4063567"/>
              <a:ext cx="11501" cy="11491"/>
            </a:xfrm>
            <a:custGeom>
              <a:avLst/>
              <a:gdLst>
                <a:gd name="connsiteX0" fmla="*/ 11502 w 11501"/>
                <a:gd name="connsiteY0" fmla="*/ 5746 h 11491"/>
                <a:gd name="connsiteX1" fmla="*/ 5751 w 11501"/>
                <a:gd name="connsiteY1" fmla="*/ 11491 h 11491"/>
                <a:gd name="connsiteX2" fmla="*/ 0 w 11501"/>
                <a:gd name="connsiteY2" fmla="*/ 5746 h 11491"/>
                <a:gd name="connsiteX3" fmla="*/ 5751 w 11501"/>
                <a:gd name="connsiteY3" fmla="*/ 0 h 11491"/>
                <a:gd name="connsiteX4" fmla="*/ 11502 w 11501"/>
                <a:gd name="connsiteY4" fmla="*/ 5746 h 11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1" h="11491">
                  <a:moveTo>
                    <a:pt x="11502" y="5746"/>
                  </a:moveTo>
                  <a:cubicBezTo>
                    <a:pt x="11502" y="8919"/>
                    <a:pt x="8927" y="11491"/>
                    <a:pt x="5751" y="11491"/>
                  </a:cubicBezTo>
                  <a:cubicBezTo>
                    <a:pt x="2575" y="11491"/>
                    <a:pt x="0" y="8919"/>
                    <a:pt x="0" y="5746"/>
                  </a:cubicBezTo>
                  <a:cubicBezTo>
                    <a:pt x="0" y="2572"/>
                    <a:pt x="2575" y="0"/>
                    <a:pt x="5751" y="0"/>
                  </a:cubicBezTo>
                  <a:cubicBezTo>
                    <a:pt x="8927" y="0"/>
                    <a:pt x="11502" y="2572"/>
                    <a:pt x="11502" y="5746"/>
                  </a:cubicBezTo>
                  <a:close/>
                </a:path>
              </a:pathLst>
            </a:custGeom>
            <a:solidFill>
              <a:srgbClr val="86BC25"/>
            </a:solidFill>
            <a:ln w="6390" cap="flat">
              <a:noFill/>
              <a:prstDash val="solid"/>
              <a:miter/>
            </a:ln>
          </p:spPr>
          <p:txBody>
            <a:bodyPr rtlCol="0" anchor="ctr"/>
            <a:lstStyle/>
            <a:p>
              <a:endParaRPr lang="en-US"/>
            </a:p>
          </p:txBody>
        </p:sp>
        <p:sp>
          <p:nvSpPr>
            <p:cNvPr id="990" name="Graphic 4">
              <a:extLst>
                <a:ext uri="{FF2B5EF4-FFF2-40B4-BE49-F238E27FC236}">
                  <a16:creationId xmlns:a16="http://schemas.microsoft.com/office/drawing/2014/main" id="{8B5C10B8-8CE8-A845-966B-E0A17A34039A}"/>
                </a:ext>
              </a:extLst>
            </p:cNvPr>
            <p:cNvSpPr/>
            <p:nvPr/>
          </p:nvSpPr>
          <p:spPr>
            <a:xfrm>
              <a:off x="1952125" y="3824168"/>
              <a:ext cx="362313" cy="361971"/>
            </a:xfrm>
            <a:custGeom>
              <a:avLst/>
              <a:gdLst>
                <a:gd name="connsiteX0" fmla="*/ 181474 w 362313"/>
                <a:gd name="connsiteY0" fmla="*/ 0 h 361971"/>
                <a:gd name="connsiteX1" fmla="*/ 0 w 362313"/>
                <a:gd name="connsiteY1" fmla="*/ 180667 h 361971"/>
                <a:gd name="connsiteX2" fmla="*/ 180835 w 362313"/>
                <a:gd name="connsiteY2" fmla="*/ 361971 h 361971"/>
                <a:gd name="connsiteX3" fmla="*/ 362310 w 362313"/>
                <a:gd name="connsiteY3" fmla="*/ 181305 h 361971"/>
                <a:gd name="connsiteX4" fmla="*/ 362310 w 362313"/>
                <a:gd name="connsiteY4" fmla="*/ 181305 h 361971"/>
                <a:gd name="connsiteX5" fmla="*/ 181474 w 362313"/>
                <a:gd name="connsiteY5" fmla="*/ 0 h 361971"/>
                <a:gd name="connsiteX6" fmla="*/ 123965 w 362313"/>
                <a:gd name="connsiteY6" fmla="*/ 263658 h 361971"/>
                <a:gd name="connsiteX7" fmla="*/ 105434 w 362313"/>
                <a:gd name="connsiteY7" fmla="*/ 245145 h 361971"/>
                <a:gd name="connsiteX8" fmla="*/ 123965 w 362313"/>
                <a:gd name="connsiteY8" fmla="*/ 226631 h 361971"/>
                <a:gd name="connsiteX9" fmla="*/ 142496 w 362313"/>
                <a:gd name="connsiteY9" fmla="*/ 245145 h 361971"/>
                <a:gd name="connsiteX10" fmla="*/ 123965 w 362313"/>
                <a:gd name="connsiteY10" fmla="*/ 263658 h 361971"/>
                <a:gd name="connsiteX11" fmla="*/ 123965 w 362313"/>
                <a:gd name="connsiteY11" fmla="*/ 263658 h 361971"/>
                <a:gd name="connsiteX12" fmla="*/ 123965 w 362313"/>
                <a:gd name="connsiteY12" fmla="*/ 263658 h 361971"/>
                <a:gd name="connsiteX13" fmla="*/ 203839 w 362313"/>
                <a:gd name="connsiteY13" fmla="*/ 263658 h 361971"/>
                <a:gd name="connsiteX14" fmla="*/ 197449 w 362313"/>
                <a:gd name="connsiteY14" fmla="*/ 257274 h 361971"/>
                <a:gd name="connsiteX15" fmla="*/ 111824 w 362313"/>
                <a:gd name="connsiteY15" fmla="*/ 172368 h 361971"/>
                <a:gd name="connsiteX16" fmla="*/ 111824 w 362313"/>
                <a:gd name="connsiteY16" fmla="*/ 172368 h 361971"/>
                <a:gd name="connsiteX17" fmla="*/ 105434 w 362313"/>
                <a:gd name="connsiteY17" fmla="*/ 165984 h 361971"/>
                <a:gd name="connsiteX18" fmla="*/ 111824 w 362313"/>
                <a:gd name="connsiteY18" fmla="*/ 159600 h 361971"/>
                <a:gd name="connsiteX19" fmla="*/ 209590 w 362313"/>
                <a:gd name="connsiteY19" fmla="*/ 257274 h 361971"/>
                <a:gd name="connsiteX20" fmla="*/ 203839 w 362313"/>
                <a:gd name="connsiteY20" fmla="*/ 263658 h 361971"/>
                <a:gd name="connsiteX21" fmla="*/ 203839 w 362313"/>
                <a:gd name="connsiteY21" fmla="*/ 263658 h 361971"/>
                <a:gd name="connsiteX22" fmla="*/ 279240 w 362313"/>
                <a:gd name="connsiteY22" fmla="*/ 265574 h 361971"/>
                <a:gd name="connsiteX23" fmla="*/ 272850 w 362313"/>
                <a:gd name="connsiteY23" fmla="*/ 259190 h 361971"/>
                <a:gd name="connsiteX24" fmla="*/ 109907 w 362313"/>
                <a:gd name="connsiteY24" fmla="*/ 96398 h 361971"/>
                <a:gd name="connsiteX25" fmla="*/ 103517 w 362313"/>
                <a:gd name="connsiteY25" fmla="*/ 90014 h 361971"/>
                <a:gd name="connsiteX26" fmla="*/ 109907 w 362313"/>
                <a:gd name="connsiteY26" fmla="*/ 83630 h 361971"/>
                <a:gd name="connsiteX27" fmla="*/ 284991 w 362313"/>
                <a:gd name="connsiteY27" fmla="*/ 259190 h 361971"/>
                <a:gd name="connsiteX28" fmla="*/ 279240 w 362313"/>
                <a:gd name="connsiteY28" fmla="*/ 265574 h 361971"/>
                <a:gd name="connsiteX29" fmla="*/ 279240 w 362313"/>
                <a:gd name="connsiteY29" fmla="*/ 26557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2313" h="361971">
                  <a:moveTo>
                    <a:pt x="181474" y="0"/>
                  </a:moveTo>
                  <a:cubicBezTo>
                    <a:pt x="81152" y="0"/>
                    <a:pt x="0" y="81076"/>
                    <a:pt x="0" y="180667"/>
                  </a:cubicBezTo>
                  <a:cubicBezTo>
                    <a:pt x="0" y="280895"/>
                    <a:pt x="81152" y="361971"/>
                    <a:pt x="180835" y="361971"/>
                  </a:cubicBezTo>
                  <a:cubicBezTo>
                    <a:pt x="281157" y="361971"/>
                    <a:pt x="362310" y="280895"/>
                    <a:pt x="362310" y="181305"/>
                  </a:cubicBezTo>
                  <a:cubicBezTo>
                    <a:pt x="362310" y="181305"/>
                    <a:pt x="362310" y="181305"/>
                    <a:pt x="362310" y="181305"/>
                  </a:cubicBezTo>
                  <a:cubicBezTo>
                    <a:pt x="362948" y="81076"/>
                    <a:pt x="281796" y="0"/>
                    <a:pt x="181474" y="0"/>
                  </a:cubicBezTo>
                  <a:close/>
                  <a:moveTo>
                    <a:pt x="123965" y="263658"/>
                  </a:moveTo>
                  <a:cubicBezTo>
                    <a:pt x="113741" y="263658"/>
                    <a:pt x="105434" y="255359"/>
                    <a:pt x="105434" y="245145"/>
                  </a:cubicBezTo>
                  <a:cubicBezTo>
                    <a:pt x="105434" y="234930"/>
                    <a:pt x="113741" y="226631"/>
                    <a:pt x="123965" y="226631"/>
                  </a:cubicBezTo>
                  <a:cubicBezTo>
                    <a:pt x="134189" y="226631"/>
                    <a:pt x="142496" y="234930"/>
                    <a:pt x="142496" y="245145"/>
                  </a:cubicBezTo>
                  <a:cubicBezTo>
                    <a:pt x="142496" y="255359"/>
                    <a:pt x="134189" y="263658"/>
                    <a:pt x="123965" y="263658"/>
                  </a:cubicBezTo>
                  <a:cubicBezTo>
                    <a:pt x="123965" y="263658"/>
                    <a:pt x="123965" y="263658"/>
                    <a:pt x="123965" y="263658"/>
                  </a:cubicBezTo>
                  <a:lnTo>
                    <a:pt x="123965" y="263658"/>
                  </a:lnTo>
                  <a:close/>
                  <a:moveTo>
                    <a:pt x="203839" y="263658"/>
                  </a:moveTo>
                  <a:cubicBezTo>
                    <a:pt x="200005" y="263658"/>
                    <a:pt x="197449" y="261105"/>
                    <a:pt x="197449" y="257274"/>
                  </a:cubicBezTo>
                  <a:cubicBezTo>
                    <a:pt x="197449" y="210033"/>
                    <a:pt x="159109" y="171729"/>
                    <a:pt x="111824" y="172368"/>
                  </a:cubicBezTo>
                  <a:cubicBezTo>
                    <a:pt x="111824" y="172368"/>
                    <a:pt x="111824" y="172368"/>
                    <a:pt x="111824" y="172368"/>
                  </a:cubicBezTo>
                  <a:cubicBezTo>
                    <a:pt x="107990" y="172368"/>
                    <a:pt x="105434" y="169814"/>
                    <a:pt x="105434" y="165984"/>
                  </a:cubicBezTo>
                  <a:cubicBezTo>
                    <a:pt x="105434" y="162153"/>
                    <a:pt x="107990" y="159600"/>
                    <a:pt x="111824" y="159600"/>
                  </a:cubicBezTo>
                  <a:cubicBezTo>
                    <a:pt x="166138" y="159600"/>
                    <a:pt x="209590" y="203649"/>
                    <a:pt x="209590" y="257274"/>
                  </a:cubicBezTo>
                  <a:cubicBezTo>
                    <a:pt x="209590" y="260466"/>
                    <a:pt x="207034" y="263658"/>
                    <a:pt x="203839" y="263658"/>
                  </a:cubicBezTo>
                  <a:lnTo>
                    <a:pt x="203839" y="263658"/>
                  </a:lnTo>
                  <a:close/>
                  <a:moveTo>
                    <a:pt x="279240" y="265574"/>
                  </a:moveTo>
                  <a:cubicBezTo>
                    <a:pt x="275406" y="265574"/>
                    <a:pt x="272850" y="263020"/>
                    <a:pt x="272850" y="259190"/>
                  </a:cubicBezTo>
                  <a:cubicBezTo>
                    <a:pt x="272850" y="169176"/>
                    <a:pt x="200005" y="97036"/>
                    <a:pt x="109907" y="96398"/>
                  </a:cubicBezTo>
                  <a:cubicBezTo>
                    <a:pt x="106073" y="96398"/>
                    <a:pt x="103517" y="93844"/>
                    <a:pt x="103517" y="90014"/>
                  </a:cubicBezTo>
                  <a:cubicBezTo>
                    <a:pt x="103517" y="86184"/>
                    <a:pt x="106073" y="83630"/>
                    <a:pt x="109907" y="83630"/>
                  </a:cubicBezTo>
                  <a:cubicBezTo>
                    <a:pt x="207034" y="83630"/>
                    <a:pt x="284991" y="162153"/>
                    <a:pt x="284991" y="259190"/>
                  </a:cubicBezTo>
                  <a:cubicBezTo>
                    <a:pt x="285630" y="263020"/>
                    <a:pt x="282435" y="265574"/>
                    <a:pt x="279240" y="265574"/>
                  </a:cubicBezTo>
                  <a:lnTo>
                    <a:pt x="279240" y="265574"/>
                  </a:lnTo>
                  <a:close/>
                </a:path>
              </a:pathLst>
            </a:custGeom>
            <a:solidFill>
              <a:srgbClr val="86BC25"/>
            </a:solidFill>
            <a:ln w="6390" cap="flat">
              <a:noFill/>
              <a:prstDash val="solid"/>
              <a:miter/>
            </a:ln>
          </p:spPr>
          <p:txBody>
            <a:bodyPr rtlCol="0" anchor="ctr"/>
            <a:lstStyle/>
            <a:p>
              <a:endParaRPr lang="en-US"/>
            </a:p>
          </p:txBody>
        </p:sp>
      </p:grpSp>
      <p:grpSp>
        <p:nvGrpSpPr>
          <p:cNvPr id="991" name="Graphic 4">
            <a:extLst>
              <a:ext uri="{FF2B5EF4-FFF2-40B4-BE49-F238E27FC236}">
                <a16:creationId xmlns:a16="http://schemas.microsoft.com/office/drawing/2014/main" id="{454BE64B-1C16-CB47-991A-F670AA7E2C98}"/>
              </a:ext>
            </a:extLst>
          </p:cNvPr>
          <p:cNvGrpSpPr/>
          <p:nvPr/>
        </p:nvGrpSpPr>
        <p:grpSpPr>
          <a:xfrm>
            <a:off x="1952125" y="1402723"/>
            <a:ext cx="362313" cy="361971"/>
            <a:chOff x="1952125" y="1402723"/>
            <a:chExt cx="362313" cy="361971"/>
          </a:xfrm>
          <a:solidFill>
            <a:srgbClr val="86BC25"/>
          </a:solidFill>
        </p:grpSpPr>
        <p:sp>
          <p:nvSpPr>
            <p:cNvPr id="992" name="Graphic 4">
              <a:extLst>
                <a:ext uri="{FF2B5EF4-FFF2-40B4-BE49-F238E27FC236}">
                  <a16:creationId xmlns:a16="http://schemas.microsoft.com/office/drawing/2014/main" id="{A1C504FF-793F-6E4F-B263-A394BD5DEEA5}"/>
                </a:ext>
              </a:extLst>
            </p:cNvPr>
            <p:cNvSpPr/>
            <p:nvPr/>
          </p:nvSpPr>
          <p:spPr>
            <a:xfrm rot="-2700000">
              <a:off x="2113376" y="1560962"/>
              <a:ext cx="70927" cy="15321"/>
            </a:xfrm>
            <a:custGeom>
              <a:avLst/>
              <a:gdLst>
                <a:gd name="connsiteX0" fmla="*/ 0 w 70927"/>
                <a:gd name="connsiteY0" fmla="*/ 0 h 15321"/>
                <a:gd name="connsiteX1" fmla="*/ 70928 w 70927"/>
                <a:gd name="connsiteY1" fmla="*/ 0 h 15321"/>
                <a:gd name="connsiteX2" fmla="*/ 70928 w 70927"/>
                <a:gd name="connsiteY2" fmla="*/ 15321 h 15321"/>
                <a:gd name="connsiteX3" fmla="*/ 0 w 70927"/>
                <a:gd name="connsiteY3" fmla="*/ 15321 h 15321"/>
              </a:gdLst>
              <a:ahLst/>
              <a:cxnLst>
                <a:cxn ang="0">
                  <a:pos x="connsiteX0" y="connsiteY0"/>
                </a:cxn>
                <a:cxn ang="0">
                  <a:pos x="connsiteX1" y="connsiteY1"/>
                </a:cxn>
                <a:cxn ang="0">
                  <a:pos x="connsiteX2" y="connsiteY2"/>
                </a:cxn>
                <a:cxn ang="0">
                  <a:pos x="connsiteX3" y="connsiteY3"/>
                </a:cxn>
              </a:cxnLst>
              <a:rect l="l" t="t" r="r" b="b"/>
              <a:pathLst>
                <a:path w="70927" h="15321">
                  <a:moveTo>
                    <a:pt x="0" y="0"/>
                  </a:moveTo>
                  <a:lnTo>
                    <a:pt x="70928" y="0"/>
                  </a:lnTo>
                  <a:lnTo>
                    <a:pt x="70928" y="15321"/>
                  </a:lnTo>
                  <a:lnTo>
                    <a:pt x="0" y="15321"/>
                  </a:lnTo>
                  <a:close/>
                </a:path>
              </a:pathLst>
            </a:custGeom>
            <a:solidFill>
              <a:srgbClr val="86BC25"/>
            </a:solidFill>
            <a:ln w="6390" cap="flat">
              <a:noFill/>
              <a:prstDash val="solid"/>
              <a:miter/>
            </a:ln>
          </p:spPr>
          <p:txBody>
            <a:bodyPr rtlCol="0" anchor="ctr"/>
            <a:lstStyle/>
            <a:p>
              <a:endParaRPr lang="en-US"/>
            </a:p>
          </p:txBody>
        </p:sp>
        <p:sp>
          <p:nvSpPr>
            <p:cNvPr id="993" name="Graphic 4">
              <a:extLst>
                <a:ext uri="{FF2B5EF4-FFF2-40B4-BE49-F238E27FC236}">
                  <a16:creationId xmlns:a16="http://schemas.microsoft.com/office/drawing/2014/main" id="{1776548A-3864-F548-BE88-51FECAA07B63}"/>
                </a:ext>
              </a:extLst>
            </p:cNvPr>
            <p:cNvSpPr/>
            <p:nvPr/>
          </p:nvSpPr>
          <p:spPr>
            <a:xfrm>
              <a:off x="1952125" y="14027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71889 w 362313"/>
                <a:gd name="connsiteY6" fmla="*/ 290471 h 361971"/>
                <a:gd name="connsiteX7" fmla="*/ 171889 w 362313"/>
                <a:gd name="connsiteY7" fmla="*/ 290471 h 361971"/>
                <a:gd name="connsiteX8" fmla="*/ 102878 w 362313"/>
                <a:gd name="connsiteY8" fmla="*/ 264297 h 361971"/>
                <a:gd name="connsiteX9" fmla="*/ 71567 w 362313"/>
                <a:gd name="connsiteY9" fmla="*/ 190881 h 361971"/>
                <a:gd name="connsiteX10" fmla="*/ 77957 w 362313"/>
                <a:gd name="connsiteY10" fmla="*/ 184497 h 361971"/>
                <a:gd name="connsiteX11" fmla="*/ 84347 w 362313"/>
                <a:gd name="connsiteY11" fmla="*/ 190881 h 361971"/>
                <a:gd name="connsiteX12" fmla="*/ 111824 w 362313"/>
                <a:gd name="connsiteY12" fmla="*/ 255359 h 361971"/>
                <a:gd name="connsiteX13" fmla="*/ 171250 w 362313"/>
                <a:gd name="connsiteY13" fmla="*/ 278342 h 361971"/>
                <a:gd name="connsiteX14" fmla="*/ 171250 w 362313"/>
                <a:gd name="connsiteY14" fmla="*/ 278342 h 361971"/>
                <a:gd name="connsiteX15" fmla="*/ 177640 w 362313"/>
                <a:gd name="connsiteY15" fmla="*/ 284726 h 361971"/>
                <a:gd name="connsiteX16" fmla="*/ 171889 w 362313"/>
                <a:gd name="connsiteY16" fmla="*/ 290471 h 361971"/>
                <a:gd name="connsiteX17" fmla="*/ 171889 w 362313"/>
                <a:gd name="connsiteY17" fmla="*/ 290471 h 361971"/>
                <a:gd name="connsiteX18" fmla="*/ 114380 w 362313"/>
                <a:gd name="connsiteY18" fmla="*/ 197265 h 361971"/>
                <a:gd name="connsiteX19" fmla="*/ 120770 w 362313"/>
                <a:gd name="connsiteY19" fmla="*/ 190881 h 361971"/>
                <a:gd name="connsiteX20" fmla="*/ 120770 w 362313"/>
                <a:gd name="connsiteY20" fmla="*/ 190881 h 361971"/>
                <a:gd name="connsiteX21" fmla="*/ 127160 w 362313"/>
                <a:gd name="connsiteY21" fmla="*/ 197265 h 361971"/>
                <a:gd name="connsiteX22" fmla="*/ 169972 w 362313"/>
                <a:gd name="connsiteY22" fmla="*/ 240038 h 361971"/>
                <a:gd name="connsiteX23" fmla="*/ 169972 w 362313"/>
                <a:gd name="connsiteY23" fmla="*/ 240038 h 361971"/>
                <a:gd name="connsiteX24" fmla="*/ 176362 w 362313"/>
                <a:gd name="connsiteY24" fmla="*/ 246422 h 361971"/>
                <a:gd name="connsiteX25" fmla="*/ 169972 w 362313"/>
                <a:gd name="connsiteY25" fmla="*/ 252806 h 361971"/>
                <a:gd name="connsiteX26" fmla="*/ 169972 w 362313"/>
                <a:gd name="connsiteY26" fmla="*/ 252806 h 361971"/>
                <a:gd name="connsiteX27" fmla="*/ 130994 w 362313"/>
                <a:gd name="connsiteY27" fmla="*/ 236207 h 361971"/>
                <a:gd name="connsiteX28" fmla="*/ 114380 w 362313"/>
                <a:gd name="connsiteY28" fmla="*/ 197265 h 361971"/>
                <a:gd name="connsiteX29" fmla="*/ 114380 w 362313"/>
                <a:gd name="connsiteY29" fmla="*/ 197265 h 361971"/>
                <a:gd name="connsiteX30" fmla="*/ 290103 w 362313"/>
                <a:gd name="connsiteY30" fmla="*/ 219609 h 361971"/>
                <a:gd name="connsiteX31" fmla="*/ 250486 w 362313"/>
                <a:gd name="connsiteY31" fmla="*/ 259190 h 361971"/>
                <a:gd name="connsiteX32" fmla="*/ 246013 w 362313"/>
                <a:gd name="connsiteY32" fmla="*/ 261105 h 361971"/>
                <a:gd name="connsiteX33" fmla="*/ 241540 w 362313"/>
                <a:gd name="connsiteY33" fmla="*/ 259190 h 361971"/>
                <a:gd name="connsiteX34" fmla="*/ 215341 w 362313"/>
                <a:gd name="connsiteY34" fmla="*/ 233015 h 361971"/>
                <a:gd name="connsiteX35" fmla="*/ 214063 w 362313"/>
                <a:gd name="connsiteY35" fmla="*/ 230462 h 361971"/>
                <a:gd name="connsiteX36" fmla="*/ 199366 w 362313"/>
                <a:gd name="connsiteY36" fmla="*/ 191519 h 361971"/>
                <a:gd name="connsiteX37" fmla="*/ 185947 w 362313"/>
                <a:gd name="connsiteY37" fmla="*/ 204926 h 361971"/>
                <a:gd name="connsiteX38" fmla="*/ 168055 w 362313"/>
                <a:gd name="connsiteY38" fmla="*/ 204926 h 361971"/>
                <a:gd name="connsiteX39" fmla="*/ 168055 w 362313"/>
                <a:gd name="connsiteY39" fmla="*/ 204926 h 361971"/>
                <a:gd name="connsiteX40" fmla="*/ 157192 w 362313"/>
                <a:gd name="connsiteY40" fmla="*/ 194073 h 361971"/>
                <a:gd name="connsiteX41" fmla="*/ 157192 w 362313"/>
                <a:gd name="connsiteY41" fmla="*/ 176198 h 361971"/>
                <a:gd name="connsiteX42" fmla="*/ 157192 w 362313"/>
                <a:gd name="connsiteY42" fmla="*/ 176198 h 361971"/>
                <a:gd name="connsiteX43" fmla="*/ 157192 w 362313"/>
                <a:gd name="connsiteY43" fmla="*/ 176198 h 361971"/>
                <a:gd name="connsiteX44" fmla="*/ 170611 w 362313"/>
                <a:gd name="connsiteY44" fmla="*/ 162792 h 361971"/>
                <a:gd name="connsiteX45" fmla="*/ 131633 w 362313"/>
                <a:gd name="connsiteY45" fmla="*/ 148108 h 361971"/>
                <a:gd name="connsiteX46" fmla="*/ 129077 w 362313"/>
                <a:gd name="connsiteY46" fmla="*/ 146832 h 361971"/>
                <a:gd name="connsiteX47" fmla="*/ 102878 w 362313"/>
                <a:gd name="connsiteY47" fmla="*/ 120657 h 361971"/>
                <a:gd name="connsiteX48" fmla="*/ 102878 w 362313"/>
                <a:gd name="connsiteY48" fmla="*/ 111720 h 361971"/>
                <a:gd name="connsiteX49" fmla="*/ 102878 w 362313"/>
                <a:gd name="connsiteY49" fmla="*/ 111720 h 361971"/>
                <a:gd name="connsiteX50" fmla="*/ 142496 w 362313"/>
                <a:gd name="connsiteY50" fmla="*/ 72139 h 361971"/>
                <a:gd name="connsiteX51" fmla="*/ 151442 w 362313"/>
                <a:gd name="connsiteY51" fmla="*/ 72139 h 361971"/>
                <a:gd name="connsiteX52" fmla="*/ 151442 w 362313"/>
                <a:gd name="connsiteY52" fmla="*/ 72139 h 361971"/>
                <a:gd name="connsiteX53" fmla="*/ 177640 w 362313"/>
                <a:gd name="connsiteY53" fmla="*/ 98313 h 361971"/>
                <a:gd name="connsiteX54" fmla="*/ 178918 w 362313"/>
                <a:gd name="connsiteY54" fmla="*/ 100867 h 361971"/>
                <a:gd name="connsiteX55" fmla="*/ 193615 w 362313"/>
                <a:gd name="connsiteY55" fmla="*/ 139809 h 361971"/>
                <a:gd name="connsiteX56" fmla="*/ 207034 w 362313"/>
                <a:gd name="connsiteY56" fmla="*/ 126403 h 361971"/>
                <a:gd name="connsiteX57" fmla="*/ 224926 w 362313"/>
                <a:gd name="connsiteY57" fmla="*/ 126403 h 361971"/>
                <a:gd name="connsiteX58" fmla="*/ 224926 w 362313"/>
                <a:gd name="connsiteY58" fmla="*/ 126403 h 361971"/>
                <a:gd name="connsiteX59" fmla="*/ 235789 w 362313"/>
                <a:gd name="connsiteY59" fmla="*/ 137256 h 361971"/>
                <a:gd name="connsiteX60" fmla="*/ 235789 w 362313"/>
                <a:gd name="connsiteY60" fmla="*/ 155131 h 361971"/>
                <a:gd name="connsiteX61" fmla="*/ 235789 w 362313"/>
                <a:gd name="connsiteY61" fmla="*/ 155131 h 361971"/>
                <a:gd name="connsiteX62" fmla="*/ 222370 w 362313"/>
                <a:gd name="connsiteY62" fmla="*/ 168537 h 361971"/>
                <a:gd name="connsiteX63" fmla="*/ 261348 w 362313"/>
                <a:gd name="connsiteY63" fmla="*/ 183220 h 361971"/>
                <a:gd name="connsiteX64" fmla="*/ 263904 w 362313"/>
                <a:gd name="connsiteY64" fmla="*/ 184497 h 361971"/>
                <a:gd name="connsiteX65" fmla="*/ 290103 w 362313"/>
                <a:gd name="connsiteY65" fmla="*/ 210671 h 361971"/>
                <a:gd name="connsiteX66" fmla="*/ 290103 w 362313"/>
                <a:gd name="connsiteY66" fmla="*/ 219609 h 361971"/>
                <a:gd name="connsiteX67" fmla="*/ 290103 w 362313"/>
                <a:gd name="connsiteY67" fmla="*/ 219609 h 361971"/>
                <a:gd name="connsiteX68" fmla="*/ 290103 w 362313"/>
                <a:gd name="connsiteY68" fmla="*/ 21960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171889" y="290471"/>
                  </a:moveTo>
                  <a:lnTo>
                    <a:pt x="171889" y="290471"/>
                  </a:lnTo>
                  <a:cubicBezTo>
                    <a:pt x="146330" y="291748"/>
                    <a:pt x="121409" y="282172"/>
                    <a:pt x="102878" y="264297"/>
                  </a:cubicBezTo>
                  <a:cubicBezTo>
                    <a:pt x="83708" y="244506"/>
                    <a:pt x="72206" y="218332"/>
                    <a:pt x="71567" y="190881"/>
                  </a:cubicBezTo>
                  <a:cubicBezTo>
                    <a:pt x="71567" y="187051"/>
                    <a:pt x="74123" y="184497"/>
                    <a:pt x="77957" y="184497"/>
                  </a:cubicBezTo>
                  <a:cubicBezTo>
                    <a:pt x="81791" y="184497"/>
                    <a:pt x="84347" y="187051"/>
                    <a:pt x="84347" y="190881"/>
                  </a:cubicBezTo>
                  <a:cubicBezTo>
                    <a:pt x="84986" y="215140"/>
                    <a:pt x="95210" y="238122"/>
                    <a:pt x="111824" y="255359"/>
                  </a:cubicBezTo>
                  <a:cubicBezTo>
                    <a:pt x="127799" y="271319"/>
                    <a:pt x="149524" y="278980"/>
                    <a:pt x="171250" y="278342"/>
                  </a:cubicBezTo>
                  <a:lnTo>
                    <a:pt x="171250" y="278342"/>
                  </a:lnTo>
                  <a:cubicBezTo>
                    <a:pt x="175084" y="278342"/>
                    <a:pt x="177640" y="280895"/>
                    <a:pt x="177640" y="284726"/>
                  </a:cubicBezTo>
                  <a:cubicBezTo>
                    <a:pt x="177640" y="288556"/>
                    <a:pt x="175084" y="290471"/>
                    <a:pt x="171889" y="290471"/>
                  </a:cubicBezTo>
                  <a:lnTo>
                    <a:pt x="171889" y="290471"/>
                  </a:lnTo>
                  <a:close/>
                  <a:moveTo>
                    <a:pt x="114380" y="197265"/>
                  </a:moveTo>
                  <a:cubicBezTo>
                    <a:pt x="114380" y="193435"/>
                    <a:pt x="116936" y="190881"/>
                    <a:pt x="120770" y="190881"/>
                  </a:cubicBezTo>
                  <a:lnTo>
                    <a:pt x="120770" y="190881"/>
                  </a:lnTo>
                  <a:cubicBezTo>
                    <a:pt x="124604" y="190881"/>
                    <a:pt x="127160" y="193435"/>
                    <a:pt x="127160" y="197265"/>
                  </a:cubicBezTo>
                  <a:cubicBezTo>
                    <a:pt x="127799" y="220886"/>
                    <a:pt x="146330" y="239399"/>
                    <a:pt x="169972" y="240038"/>
                  </a:cubicBezTo>
                  <a:lnTo>
                    <a:pt x="169972" y="240038"/>
                  </a:lnTo>
                  <a:cubicBezTo>
                    <a:pt x="173806" y="240038"/>
                    <a:pt x="176362" y="242591"/>
                    <a:pt x="176362" y="246422"/>
                  </a:cubicBezTo>
                  <a:cubicBezTo>
                    <a:pt x="176362" y="250252"/>
                    <a:pt x="173806" y="252806"/>
                    <a:pt x="169972" y="252806"/>
                  </a:cubicBezTo>
                  <a:lnTo>
                    <a:pt x="169972" y="252806"/>
                  </a:lnTo>
                  <a:cubicBezTo>
                    <a:pt x="155275" y="252806"/>
                    <a:pt x="141218" y="246422"/>
                    <a:pt x="130994" y="236207"/>
                  </a:cubicBezTo>
                  <a:cubicBezTo>
                    <a:pt x="120770" y="225993"/>
                    <a:pt x="114380" y="211948"/>
                    <a:pt x="114380" y="197265"/>
                  </a:cubicBezTo>
                  <a:lnTo>
                    <a:pt x="114380" y="197265"/>
                  </a:lnTo>
                  <a:close/>
                  <a:moveTo>
                    <a:pt x="290103" y="219609"/>
                  </a:moveTo>
                  <a:lnTo>
                    <a:pt x="250486" y="259190"/>
                  </a:lnTo>
                  <a:cubicBezTo>
                    <a:pt x="249208" y="260466"/>
                    <a:pt x="247929" y="261105"/>
                    <a:pt x="246013" y="261105"/>
                  </a:cubicBezTo>
                  <a:cubicBezTo>
                    <a:pt x="244096" y="261105"/>
                    <a:pt x="242818" y="260466"/>
                    <a:pt x="241540" y="259190"/>
                  </a:cubicBezTo>
                  <a:lnTo>
                    <a:pt x="215341" y="233015"/>
                  </a:lnTo>
                  <a:cubicBezTo>
                    <a:pt x="214702" y="232377"/>
                    <a:pt x="214063" y="231738"/>
                    <a:pt x="214063" y="230462"/>
                  </a:cubicBezTo>
                  <a:lnTo>
                    <a:pt x="199366" y="191519"/>
                  </a:lnTo>
                  <a:lnTo>
                    <a:pt x="185947" y="204926"/>
                  </a:lnTo>
                  <a:cubicBezTo>
                    <a:pt x="180835" y="210033"/>
                    <a:pt x="173167" y="210033"/>
                    <a:pt x="168055" y="204926"/>
                  </a:cubicBezTo>
                  <a:cubicBezTo>
                    <a:pt x="168055" y="204926"/>
                    <a:pt x="168055" y="204926"/>
                    <a:pt x="168055" y="204926"/>
                  </a:cubicBezTo>
                  <a:lnTo>
                    <a:pt x="157192" y="194073"/>
                  </a:lnTo>
                  <a:cubicBezTo>
                    <a:pt x="152080" y="188966"/>
                    <a:pt x="152080" y="181305"/>
                    <a:pt x="157192" y="176198"/>
                  </a:cubicBezTo>
                  <a:cubicBezTo>
                    <a:pt x="157192" y="176198"/>
                    <a:pt x="157192" y="176198"/>
                    <a:pt x="157192" y="176198"/>
                  </a:cubicBezTo>
                  <a:lnTo>
                    <a:pt x="157192" y="176198"/>
                  </a:lnTo>
                  <a:lnTo>
                    <a:pt x="170611" y="162792"/>
                  </a:lnTo>
                  <a:lnTo>
                    <a:pt x="131633" y="148108"/>
                  </a:lnTo>
                  <a:cubicBezTo>
                    <a:pt x="130994" y="147470"/>
                    <a:pt x="129716" y="147470"/>
                    <a:pt x="129077" y="146832"/>
                  </a:cubicBezTo>
                  <a:lnTo>
                    <a:pt x="102878" y="120657"/>
                  </a:lnTo>
                  <a:cubicBezTo>
                    <a:pt x="100322" y="118104"/>
                    <a:pt x="100322" y="114273"/>
                    <a:pt x="102878" y="111720"/>
                  </a:cubicBezTo>
                  <a:cubicBezTo>
                    <a:pt x="102878" y="111720"/>
                    <a:pt x="102878" y="111720"/>
                    <a:pt x="102878" y="111720"/>
                  </a:cubicBezTo>
                  <a:lnTo>
                    <a:pt x="142496" y="72139"/>
                  </a:lnTo>
                  <a:cubicBezTo>
                    <a:pt x="145052" y="69585"/>
                    <a:pt x="148885" y="69585"/>
                    <a:pt x="151442" y="72139"/>
                  </a:cubicBezTo>
                  <a:cubicBezTo>
                    <a:pt x="151442" y="72139"/>
                    <a:pt x="151442" y="72139"/>
                    <a:pt x="151442" y="72139"/>
                  </a:cubicBezTo>
                  <a:lnTo>
                    <a:pt x="177640" y="98313"/>
                  </a:lnTo>
                  <a:cubicBezTo>
                    <a:pt x="178279" y="98952"/>
                    <a:pt x="178918" y="99590"/>
                    <a:pt x="178918" y="100867"/>
                  </a:cubicBezTo>
                  <a:lnTo>
                    <a:pt x="193615" y="139809"/>
                  </a:lnTo>
                  <a:lnTo>
                    <a:pt x="207034" y="126403"/>
                  </a:lnTo>
                  <a:cubicBezTo>
                    <a:pt x="212146" y="121296"/>
                    <a:pt x="219814" y="121296"/>
                    <a:pt x="224926" y="126403"/>
                  </a:cubicBezTo>
                  <a:cubicBezTo>
                    <a:pt x="224926" y="126403"/>
                    <a:pt x="224926" y="126403"/>
                    <a:pt x="224926" y="126403"/>
                  </a:cubicBezTo>
                  <a:lnTo>
                    <a:pt x="235789" y="137256"/>
                  </a:lnTo>
                  <a:cubicBezTo>
                    <a:pt x="240901" y="142363"/>
                    <a:pt x="240901" y="150024"/>
                    <a:pt x="235789" y="155131"/>
                  </a:cubicBezTo>
                  <a:cubicBezTo>
                    <a:pt x="235789" y="155131"/>
                    <a:pt x="235789" y="155131"/>
                    <a:pt x="235789" y="155131"/>
                  </a:cubicBezTo>
                  <a:lnTo>
                    <a:pt x="222370" y="168537"/>
                  </a:lnTo>
                  <a:lnTo>
                    <a:pt x="261348" y="183220"/>
                  </a:lnTo>
                  <a:cubicBezTo>
                    <a:pt x="261987" y="183859"/>
                    <a:pt x="263266" y="183859"/>
                    <a:pt x="263904" y="184497"/>
                  </a:cubicBezTo>
                  <a:lnTo>
                    <a:pt x="290103" y="210671"/>
                  </a:lnTo>
                  <a:cubicBezTo>
                    <a:pt x="292659" y="213225"/>
                    <a:pt x="292659" y="217055"/>
                    <a:pt x="290103" y="219609"/>
                  </a:cubicBezTo>
                  <a:cubicBezTo>
                    <a:pt x="290103" y="219609"/>
                    <a:pt x="290103" y="219609"/>
                    <a:pt x="290103" y="219609"/>
                  </a:cubicBezTo>
                  <a:lnTo>
                    <a:pt x="290103" y="219609"/>
                  </a:lnTo>
                  <a:close/>
                </a:path>
              </a:pathLst>
            </a:custGeom>
            <a:solidFill>
              <a:srgbClr val="86BC25"/>
            </a:solidFill>
            <a:ln w="6390" cap="flat">
              <a:noFill/>
              <a:prstDash val="solid"/>
              <a:miter/>
            </a:ln>
          </p:spPr>
          <p:txBody>
            <a:bodyPr rtlCol="0" anchor="ctr"/>
            <a:lstStyle/>
            <a:p>
              <a:endParaRPr lang="en-US"/>
            </a:p>
          </p:txBody>
        </p:sp>
        <p:sp>
          <p:nvSpPr>
            <p:cNvPr id="994" name="Graphic 4">
              <a:extLst>
                <a:ext uri="{FF2B5EF4-FFF2-40B4-BE49-F238E27FC236}">
                  <a16:creationId xmlns:a16="http://schemas.microsoft.com/office/drawing/2014/main" id="{9110DD89-015A-2F42-AD4C-18D89283E0FA}"/>
                </a:ext>
              </a:extLst>
            </p:cNvPr>
            <p:cNvSpPr/>
            <p:nvPr/>
          </p:nvSpPr>
          <p:spPr>
            <a:xfrm>
              <a:off x="2069061" y="1488907"/>
              <a:ext cx="67094" cy="67031"/>
            </a:xfrm>
            <a:custGeom>
              <a:avLst/>
              <a:gdLst>
                <a:gd name="connsiteX0" fmla="*/ 50481 w 67094"/>
                <a:gd name="connsiteY0" fmla="*/ 20429 h 67031"/>
                <a:gd name="connsiteX1" fmla="*/ 30033 w 67094"/>
                <a:gd name="connsiteY1" fmla="*/ 0 h 67031"/>
                <a:gd name="connsiteX2" fmla="*/ 0 w 67094"/>
                <a:gd name="connsiteY2" fmla="*/ 30643 h 67031"/>
                <a:gd name="connsiteX3" fmla="*/ 20448 w 67094"/>
                <a:gd name="connsiteY3" fmla="*/ 51072 h 67031"/>
                <a:gd name="connsiteX4" fmla="*/ 63261 w 67094"/>
                <a:gd name="connsiteY4" fmla="*/ 67032 h 67031"/>
                <a:gd name="connsiteX5" fmla="*/ 67094 w 67094"/>
                <a:gd name="connsiteY5" fmla="*/ 63840 h 67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094" h="67031">
                  <a:moveTo>
                    <a:pt x="50481" y="20429"/>
                  </a:moveTo>
                  <a:lnTo>
                    <a:pt x="30033" y="0"/>
                  </a:lnTo>
                  <a:lnTo>
                    <a:pt x="0" y="30643"/>
                  </a:lnTo>
                  <a:lnTo>
                    <a:pt x="20448" y="51072"/>
                  </a:lnTo>
                  <a:lnTo>
                    <a:pt x="63261" y="67032"/>
                  </a:lnTo>
                  <a:lnTo>
                    <a:pt x="67094" y="63840"/>
                  </a:lnTo>
                  <a:close/>
                </a:path>
              </a:pathLst>
            </a:custGeom>
            <a:solidFill>
              <a:srgbClr val="86BC25"/>
            </a:solidFill>
            <a:ln w="6390" cap="flat">
              <a:noFill/>
              <a:prstDash val="solid"/>
              <a:miter/>
            </a:ln>
          </p:spPr>
          <p:txBody>
            <a:bodyPr rtlCol="0" anchor="ctr"/>
            <a:lstStyle/>
            <a:p>
              <a:endParaRPr lang="en-US"/>
            </a:p>
          </p:txBody>
        </p:sp>
        <p:sp>
          <p:nvSpPr>
            <p:cNvPr id="995" name="Graphic 4">
              <a:extLst>
                <a:ext uri="{FF2B5EF4-FFF2-40B4-BE49-F238E27FC236}">
                  <a16:creationId xmlns:a16="http://schemas.microsoft.com/office/drawing/2014/main" id="{88E9F1C1-4BA0-5B45-8507-0ED78D81F0A1}"/>
                </a:ext>
              </a:extLst>
            </p:cNvPr>
            <p:cNvSpPr/>
            <p:nvPr/>
          </p:nvSpPr>
          <p:spPr>
            <a:xfrm>
              <a:off x="2161076" y="1581475"/>
              <a:ext cx="67094" cy="67031"/>
            </a:xfrm>
            <a:custGeom>
              <a:avLst/>
              <a:gdLst>
                <a:gd name="connsiteX0" fmla="*/ 3834 w 67094"/>
                <a:gd name="connsiteY0" fmla="*/ 0 h 67031"/>
                <a:gd name="connsiteX1" fmla="*/ 0 w 67094"/>
                <a:gd name="connsiteY1" fmla="*/ 3192 h 67031"/>
                <a:gd name="connsiteX2" fmla="*/ 16614 w 67094"/>
                <a:gd name="connsiteY2" fmla="*/ 46603 h 67031"/>
                <a:gd name="connsiteX3" fmla="*/ 37062 w 67094"/>
                <a:gd name="connsiteY3" fmla="*/ 67032 h 67031"/>
                <a:gd name="connsiteX4" fmla="*/ 67094 w 67094"/>
                <a:gd name="connsiteY4" fmla="*/ 36389 h 67031"/>
                <a:gd name="connsiteX5" fmla="*/ 46646 w 67094"/>
                <a:gd name="connsiteY5" fmla="*/ 15960 h 67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094" h="67031">
                  <a:moveTo>
                    <a:pt x="3834" y="0"/>
                  </a:moveTo>
                  <a:lnTo>
                    <a:pt x="0" y="3192"/>
                  </a:lnTo>
                  <a:lnTo>
                    <a:pt x="16614" y="46603"/>
                  </a:lnTo>
                  <a:lnTo>
                    <a:pt x="37062" y="67032"/>
                  </a:lnTo>
                  <a:lnTo>
                    <a:pt x="67094" y="36389"/>
                  </a:lnTo>
                  <a:lnTo>
                    <a:pt x="46646" y="15960"/>
                  </a:lnTo>
                  <a:close/>
                </a:path>
              </a:pathLst>
            </a:custGeom>
            <a:solidFill>
              <a:srgbClr val="86BC25"/>
            </a:solidFill>
            <a:ln w="6390" cap="flat">
              <a:noFill/>
              <a:prstDash val="solid"/>
              <a:miter/>
            </a:ln>
          </p:spPr>
          <p:txBody>
            <a:bodyPr rtlCol="0" anchor="ctr"/>
            <a:lstStyle/>
            <a:p>
              <a:endParaRPr lang="en-US"/>
            </a:p>
          </p:txBody>
        </p:sp>
      </p:grpSp>
      <p:grpSp>
        <p:nvGrpSpPr>
          <p:cNvPr id="996" name="Graphic 4">
            <a:extLst>
              <a:ext uri="{FF2B5EF4-FFF2-40B4-BE49-F238E27FC236}">
                <a16:creationId xmlns:a16="http://schemas.microsoft.com/office/drawing/2014/main" id="{0A57DA7B-32E4-294A-BE47-8E0466A093BF}"/>
              </a:ext>
            </a:extLst>
          </p:cNvPr>
          <p:cNvGrpSpPr/>
          <p:nvPr/>
        </p:nvGrpSpPr>
        <p:grpSpPr>
          <a:xfrm>
            <a:off x="5099169" y="4308712"/>
            <a:ext cx="362309" cy="361971"/>
            <a:chOff x="5099169" y="4308712"/>
            <a:chExt cx="362309" cy="361971"/>
          </a:xfrm>
          <a:solidFill>
            <a:srgbClr val="26890D"/>
          </a:solidFill>
        </p:grpSpPr>
        <p:sp>
          <p:nvSpPr>
            <p:cNvPr id="997" name="Graphic 4">
              <a:extLst>
                <a:ext uri="{FF2B5EF4-FFF2-40B4-BE49-F238E27FC236}">
                  <a16:creationId xmlns:a16="http://schemas.microsoft.com/office/drawing/2014/main" id="{4EA65A09-61DF-F348-867E-49E5299F1F3A}"/>
                </a:ext>
              </a:extLst>
            </p:cNvPr>
            <p:cNvSpPr/>
            <p:nvPr/>
          </p:nvSpPr>
          <p:spPr>
            <a:xfrm>
              <a:off x="5212910" y="4419793"/>
              <a:ext cx="123964" cy="139170"/>
            </a:xfrm>
            <a:custGeom>
              <a:avLst/>
              <a:gdLst>
                <a:gd name="connsiteX0" fmla="*/ 0 w 123964"/>
                <a:gd name="connsiteY0" fmla="*/ 0 h 139170"/>
                <a:gd name="connsiteX1" fmla="*/ 123965 w 123964"/>
                <a:gd name="connsiteY1" fmla="*/ 0 h 139170"/>
                <a:gd name="connsiteX2" fmla="*/ 123965 w 123964"/>
                <a:gd name="connsiteY2" fmla="*/ 139171 h 139170"/>
                <a:gd name="connsiteX3" fmla="*/ 0 w 123964"/>
                <a:gd name="connsiteY3" fmla="*/ 139171 h 139170"/>
              </a:gdLst>
              <a:ahLst/>
              <a:cxnLst>
                <a:cxn ang="0">
                  <a:pos x="connsiteX0" y="connsiteY0"/>
                </a:cxn>
                <a:cxn ang="0">
                  <a:pos x="connsiteX1" y="connsiteY1"/>
                </a:cxn>
                <a:cxn ang="0">
                  <a:pos x="connsiteX2" y="connsiteY2"/>
                </a:cxn>
                <a:cxn ang="0">
                  <a:pos x="connsiteX3" y="connsiteY3"/>
                </a:cxn>
              </a:cxnLst>
              <a:rect l="l" t="t" r="r" b="b"/>
              <a:pathLst>
                <a:path w="123964" h="139170">
                  <a:moveTo>
                    <a:pt x="0" y="0"/>
                  </a:moveTo>
                  <a:lnTo>
                    <a:pt x="123965" y="0"/>
                  </a:lnTo>
                  <a:lnTo>
                    <a:pt x="123965" y="139171"/>
                  </a:lnTo>
                  <a:lnTo>
                    <a:pt x="0" y="139171"/>
                  </a:lnTo>
                  <a:close/>
                </a:path>
              </a:pathLst>
            </a:custGeom>
            <a:solidFill>
              <a:srgbClr val="26890D"/>
            </a:solidFill>
            <a:ln w="6390" cap="flat">
              <a:noFill/>
              <a:prstDash val="solid"/>
              <a:miter/>
            </a:ln>
          </p:spPr>
          <p:txBody>
            <a:bodyPr rtlCol="0" anchor="ctr"/>
            <a:lstStyle/>
            <a:p>
              <a:endParaRPr lang="en-US"/>
            </a:p>
          </p:txBody>
        </p:sp>
        <p:sp>
          <p:nvSpPr>
            <p:cNvPr id="998" name="Graphic 4">
              <a:extLst>
                <a:ext uri="{FF2B5EF4-FFF2-40B4-BE49-F238E27FC236}">
                  <a16:creationId xmlns:a16="http://schemas.microsoft.com/office/drawing/2014/main" id="{432BBBBB-5D1A-1942-862D-D28FF6D13F7C}"/>
                </a:ext>
              </a:extLst>
            </p:cNvPr>
            <p:cNvSpPr/>
            <p:nvPr/>
          </p:nvSpPr>
          <p:spPr>
            <a:xfrm>
              <a:off x="5235275" y="4389788"/>
              <a:ext cx="78596" cy="17875"/>
            </a:xfrm>
            <a:custGeom>
              <a:avLst/>
              <a:gdLst>
                <a:gd name="connsiteX0" fmla="*/ 78596 w 78596"/>
                <a:gd name="connsiteY0" fmla="*/ 1277 h 17875"/>
                <a:gd name="connsiteX1" fmla="*/ 77318 w 78596"/>
                <a:gd name="connsiteY1" fmla="*/ 0 h 17875"/>
                <a:gd name="connsiteX2" fmla="*/ 77318 w 78596"/>
                <a:gd name="connsiteY2" fmla="*/ 0 h 17875"/>
                <a:gd name="connsiteX3" fmla="*/ 1278 w 78596"/>
                <a:gd name="connsiteY3" fmla="*/ 0 h 17875"/>
                <a:gd name="connsiteX4" fmla="*/ 0 w 78596"/>
                <a:gd name="connsiteY4" fmla="*/ 1277 h 17875"/>
                <a:gd name="connsiteX5" fmla="*/ 0 w 78596"/>
                <a:gd name="connsiteY5" fmla="*/ 1277 h 17875"/>
                <a:gd name="connsiteX6" fmla="*/ 0 w 78596"/>
                <a:gd name="connsiteY6" fmla="*/ 17875 h 17875"/>
                <a:gd name="connsiteX7" fmla="*/ 77957 w 78596"/>
                <a:gd name="connsiteY7" fmla="*/ 17875 h 17875"/>
                <a:gd name="connsiteX8" fmla="*/ 77957 w 78596"/>
                <a:gd name="connsiteY8" fmla="*/ 1277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596" h="17875">
                  <a:moveTo>
                    <a:pt x="78596" y="1277"/>
                  </a:moveTo>
                  <a:cubicBezTo>
                    <a:pt x="78596" y="638"/>
                    <a:pt x="77957" y="0"/>
                    <a:pt x="77318" y="0"/>
                  </a:cubicBezTo>
                  <a:cubicBezTo>
                    <a:pt x="77318" y="0"/>
                    <a:pt x="77318" y="0"/>
                    <a:pt x="77318" y="0"/>
                  </a:cubicBezTo>
                  <a:lnTo>
                    <a:pt x="1278" y="0"/>
                  </a:lnTo>
                  <a:cubicBezTo>
                    <a:pt x="639" y="0"/>
                    <a:pt x="0" y="638"/>
                    <a:pt x="0" y="1277"/>
                  </a:cubicBezTo>
                  <a:cubicBezTo>
                    <a:pt x="0" y="1277"/>
                    <a:pt x="0" y="1277"/>
                    <a:pt x="0" y="1277"/>
                  </a:cubicBezTo>
                  <a:lnTo>
                    <a:pt x="0" y="17875"/>
                  </a:lnTo>
                  <a:lnTo>
                    <a:pt x="77957" y="17875"/>
                  </a:lnTo>
                  <a:lnTo>
                    <a:pt x="77957" y="1277"/>
                  </a:lnTo>
                  <a:close/>
                </a:path>
              </a:pathLst>
            </a:custGeom>
            <a:solidFill>
              <a:srgbClr val="26890D"/>
            </a:solidFill>
            <a:ln w="6390" cap="flat">
              <a:noFill/>
              <a:prstDash val="solid"/>
              <a:miter/>
            </a:ln>
          </p:spPr>
          <p:txBody>
            <a:bodyPr rtlCol="0" anchor="ctr"/>
            <a:lstStyle/>
            <a:p>
              <a:endParaRPr lang="en-US"/>
            </a:p>
          </p:txBody>
        </p:sp>
        <p:sp>
          <p:nvSpPr>
            <p:cNvPr id="999" name="Graphic 4">
              <a:extLst>
                <a:ext uri="{FF2B5EF4-FFF2-40B4-BE49-F238E27FC236}">
                  <a16:creationId xmlns:a16="http://schemas.microsoft.com/office/drawing/2014/main" id="{CD32BDFB-E8AE-9940-AD84-35EAC77FAFD3}"/>
                </a:ext>
              </a:extLst>
            </p:cNvPr>
            <p:cNvSpPr/>
            <p:nvPr/>
          </p:nvSpPr>
          <p:spPr>
            <a:xfrm>
              <a:off x="5235914" y="4571732"/>
              <a:ext cx="78596" cy="17875"/>
            </a:xfrm>
            <a:custGeom>
              <a:avLst/>
              <a:gdLst>
                <a:gd name="connsiteX0" fmla="*/ 0 w 78596"/>
                <a:gd name="connsiteY0" fmla="*/ 16598 h 17875"/>
                <a:gd name="connsiteX1" fmla="*/ 1278 w 78596"/>
                <a:gd name="connsiteY1" fmla="*/ 17875 h 17875"/>
                <a:gd name="connsiteX2" fmla="*/ 77318 w 78596"/>
                <a:gd name="connsiteY2" fmla="*/ 17875 h 17875"/>
                <a:gd name="connsiteX3" fmla="*/ 78596 w 78596"/>
                <a:gd name="connsiteY3" fmla="*/ 16598 h 17875"/>
                <a:gd name="connsiteX4" fmla="*/ 78596 w 78596"/>
                <a:gd name="connsiteY4" fmla="*/ 0 h 17875"/>
                <a:gd name="connsiteX5" fmla="*/ 639 w 78596"/>
                <a:gd name="connsiteY5" fmla="*/ 0 h 17875"/>
                <a:gd name="connsiteX6" fmla="*/ 639 w 78596"/>
                <a:gd name="connsiteY6" fmla="*/ 16598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596" h="17875">
                  <a:moveTo>
                    <a:pt x="0" y="16598"/>
                  </a:moveTo>
                  <a:cubicBezTo>
                    <a:pt x="0" y="17237"/>
                    <a:pt x="639" y="17875"/>
                    <a:pt x="1278" y="17875"/>
                  </a:cubicBezTo>
                  <a:lnTo>
                    <a:pt x="77318" y="17875"/>
                  </a:lnTo>
                  <a:cubicBezTo>
                    <a:pt x="77957" y="17875"/>
                    <a:pt x="78596" y="17237"/>
                    <a:pt x="78596" y="16598"/>
                  </a:cubicBezTo>
                  <a:lnTo>
                    <a:pt x="78596" y="0"/>
                  </a:lnTo>
                  <a:lnTo>
                    <a:pt x="639" y="0"/>
                  </a:lnTo>
                  <a:lnTo>
                    <a:pt x="639" y="16598"/>
                  </a:lnTo>
                  <a:close/>
                </a:path>
              </a:pathLst>
            </a:custGeom>
            <a:solidFill>
              <a:srgbClr val="26890D"/>
            </a:solidFill>
            <a:ln w="6390" cap="flat">
              <a:noFill/>
              <a:prstDash val="solid"/>
              <a:miter/>
            </a:ln>
          </p:spPr>
          <p:txBody>
            <a:bodyPr rtlCol="0" anchor="ctr"/>
            <a:lstStyle/>
            <a:p>
              <a:endParaRPr lang="en-US"/>
            </a:p>
          </p:txBody>
        </p:sp>
        <p:sp>
          <p:nvSpPr>
            <p:cNvPr id="1000" name="Graphic 4">
              <a:extLst>
                <a:ext uri="{FF2B5EF4-FFF2-40B4-BE49-F238E27FC236}">
                  <a16:creationId xmlns:a16="http://schemas.microsoft.com/office/drawing/2014/main" id="{28393E0C-4D83-874A-99E6-979549F53DAC}"/>
                </a:ext>
              </a:extLst>
            </p:cNvPr>
            <p:cNvSpPr/>
            <p:nvPr/>
          </p:nvSpPr>
          <p:spPr>
            <a:xfrm>
              <a:off x="5099169" y="430871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61349 w 362309"/>
                <a:gd name="connsiteY7" fmla="*/ 165984 h 361971"/>
                <a:gd name="connsiteX8" fmla="*/ 254959 w 362309"/>
                <a:gd name="connsiteY8" fmla="*/ 172368 h 361971"/>
                <a:gd name="connsiteX9" fmla="*/ 250486 w 362309"/>
                <a:gd name="connsiteY9" fmla="*/ 170452 h 361971"/>
                <a:gd name="connsiteX10" fmla="*/ 250486 w 362309"/>
                <a:gd name="connsiteY10" fmla="*/ 250252 h 361971"/>
                <a:gd name="connsiteX11" fmla="*/ 237706 w 362309"/>
                <a:gd name="connsiteY11" fmla="*/ 263020 h 361971"/>
                <a:gd name="connsiteX12" fmla="*/ 227482 w 362309"/>
                <a:gd name="connsiteY12" fmla="*/ 263020 h 361971"/>
                <a:gd name="connsiteX13" fmla="*/ 227482 w 362309"/>
                <a:gd name="connsiteY13" fmla="*/ 279618 h 361971"/>
                <a:gd name="connsiteX14" fmla="*/ 213424 w 362309"/>
                <a:gd name="connsiteY14" fmla="*/ 293663 h 361971"/>
                <a:gd name="connsiteX15" fmla="*/ 137384 w 362309"/>
                <a:gd name="connsiteY15" fmla="*/ 293663 h 361971"/>
                <a:gd name="connsiteX16" fmla="*/ 123326 w 362309"/>
                <a:gd name="connsiteY16" fmla="*/ 279618 h 361971"/>
                <a:gd name="connsiteX17" fmla="*/ 123326 w 362309"/>
                <a:gd name="connsiteY17" fmla="*/ 263020 h 361971"/>
                <a:gd name="connsiteX18" fmla="*/ 113102 w 362309"/>
                <a:gd name="connsiteY18" fmla="*/ 263020 h 361971"/>
                <a:gd name="connsiteX19" fmla="*/ 100322 w 362309"/>
                <a:gd name="connsiteY19" fmla="*/ 250252 h 361971"/>
                <a:gd name="connsiteX20" fmla="*/ 100322 w 362309"/>
                <a:gd name="connsiteY20" fmla="*/ 111081 h 361971"/>
                <a:gd name="connsiteX21" fmla="*/ 113102 w 362309"/>
                <a:gd name="connsiteY21" fmla="*/ 98313 h 361971"/>
                <a:gd name="connsiteX22" fmla="*/ 123326 w 362309"/>
                <a:gd name="connsiteY22" fmla="*/ 98313 h 361971"/>
                <a:gd name="connsiteX23" fmla="*/ 123326 w 362309"/>
                <a:gd name="connsiteY23" fmla="*/ 81715 h 361971"/>
                <a:gd name="connsiteX24" fmla="*/ 137384 w 362309"/>
                <a:gd name="connsiteY24" fmla="*/ 67670 h 361971"/>
                <a:gd name="connsiteX25" fmla="*/ 213424 w 362309"/>
                <a:gd name="connsiteY25" fmla="*/ 67670 h 361971"/>
                <a:gd name="connsiteX26" fmla="*/ 227482 w 362309"/>
                <a:gd name="connsiteY26" fmla="*/ 81715 h 361971"/>
                <a:gd name="connsiteX27" fmla="*/ 227482 w 362309"/>
                <a:gd name="connsiteY27" fmla="*/ 98313 h 361971"/>
                <a:gd name="connsiteX28" fmla="*/ 237706 w 362309"/>
                <a:gd name="connsiteY28" fmla="*/ 98313 h 361971"/>
                <a:gd name="connsiteX29" fmla="*/ 250486 w 362309"/>
                <a:gd name="connsiteY29" fmla="*/ 111081 h 361971"/>
                <a:gd name="connsiteX30" fmla="*/ 250486 w 362309"/>
                <a:gd name="connsiteY30" fmla="*/ 138533 h 361971"/>
                <a:gd name="connsiteX31" fmla="*/ 254959 w 362309"/>
                <a:gd name="connsiteY31" fmla="*/ 136617 h 361971"/>
                <a:gd name="connsiteX32" fmla="*/ 261349 w 362309"/>
                <a:gd name="connsiteY32" fmla="*/ 143001 h 361971"/>
                <a:gd name="connsiteX33" fmla="*/ 261349 w 362309"/>
                <a:gd name="connsiteY33" fmla="*/ 16598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1077"/>
                    <a:pt x="281157" y="0"/>
                    <a:pt x="181474" y="0"/>
                  </a:cubicBezTo>
                  <a:cubicBezTo>
                    <a:pt x="181474" y="0"/>
                    <a:pt x="181474" y="0"/>
                    <a:pt x="181474" y="0"/>
                  </a:cubicBezTo>
                  <a:close/>
                  <a:moveTo>
                    <a:pt x="261349" y="165984"/>
                  </a:moveTo>
                  <a:cubicBezTo>
                    <a:pt x="261349" y="169814"/>
                    <a:pt x="258792" y="172368"/>
                    <a:pt x="254959" y="172368"/>
                  </a:cubicBezTo>
                  <a:cubicBezTo>
                    <a:pt x="253041" y="172368"/>
                    <a:pt x="251764" y="171729"/>
                    <a:pt x="250486" y="170452"/>
                  </a:cubicBezTo>
                  <a:lnTo>
                    <a:pt x="250486" y="250252"/>
                  </a:lnTo>
                  <a:cubicBezTo>
                    <a:pt x="250486" y="257274"/>
                    <a:pt x="244735" y="263020"/>
                    <a:pt x="237706" y="263020"/>
                  </a:cubicBezTo>
                  <a:lnTo>
                    <a:pt x="227482" y="263020"/>
                  </a:lnTo>
                  <a:lnTo>
                    <a:pt x="227482" y="279618"/>
                  </a:lnTo>
                  <a:cubicBezTo>
                    <a:pt x="227482" y="287279"/>
                    <a:pt x="221092" y="293663"/>
                    <a:pt x="213424" y="293663"/>
                  </a:cubicBezTo>
                  <a:lnTo>
                    <a:pt x="137384" y="293663"/>
                  </a:lnTo>
                  <a:cubicBezTo>
                    <a:pt x="129716" y="293663"/>
                    <a:pt x="123326" y="287279"/>
                    <a:pt x="123326" y="279618"/>
                  </a:cubicBezTo>
                  <a:lnTo>
                    <a:pt x="123326" y="263020"/>
                  </a:lnTo>
                  <a:lnTo>
                    <a:pt x="113102" y="263020"/>
                  </a:lnTo>
                  <a:cubicBezTo>
                    <a:pt x="106073" y="263020"/>
                    <a:pt x="100322" y="257274"/>
                    <a:pt x="100322" y="250252"/>
                  </a:cubicBezTo>
                  <a:lnTo>
                    <a:pt x="100322" y="111081"/>
                  </a:lnTo>
                  <a:cubicBezTo>
                    <a:pt x="100322" y="104059"/>
                    <a:pt x="106073" y="98313"/>
                    <a:pt x="113102" y="98313"/>
                  </a:cubicBezTo>
                  <a:lnTo>
                    <a:pt x="123326" y="98313"/>
                  </a:lnTo>
                  <a:lnTo>
                    <a:pt x="123326" y="81715"/>
                  </a:lnTo>
                  <a:cubicBezTo>
                    <a:pt x="123326" y="74054"/>
                    <a:pt x="129716" y="67670"/>
                    <a:pt x="137384" y="67670"/>
                  </a:cubicBezTo>
                  <a:lnTo>
                    <a:pt x="213424" y="67670"/>
                  </a:lnTo>
                  <a:cubicBezTo>
                    <a:pt x="221092" y="67670"/>
                    <a:pt x="227482" y="74054"/>
                    <a:pt x="227482" y="81715"/>
                  </a:cubicBezTo>
                  <a:lnTo>
                    <a:pt x="227482" y="98313"/>
                  </a:lnTo>
                  <a:lnTo>
                    <a:pt x="237706" y="98313"/>
                  </a:lnTo>
                  <a:cubicBezTo>
                    <a:pt x="244735" y="98313"/>
                    <a:pt x="250486" y="104059"/>
                    <a:pt x="250486" y="111081"/>
                  </a:cubicBezTo>
                  <a:lnTo>
                    <a:pt x="250486" y="138533"/>
                  </a:lnTo>
                  <a:cubicBezTo>
                    <a:pt x="251764" y="137256"/>
                    <a:pt x="253041" y="136617"/>
                    <a:pt x="254959" y="136617"/>
                  </a:cubicBezTo>
                  <a:cubicBezTo>
                    <a:pt x="258792" y="136617"/>
                    <a:pt x="261349" y="139171"/>
                    <a:pt x="261349" y="143001"/>
                  </a:cubicBezTo>
                  <a:lnTo>
                    <a:pt x="261349" y="165984"/>
                  </a:lnTo>
                  <a:close/>
                </a:path>
              </a:pathLst>
            </a:custGeom>
            <a:solidFill>
              <a:srgbClr val="26890D"/>
            </a:solidFill>
            <a:ln w="6390" cap="flat">
              <a:noFill/>
              <a:prstDash val="solid"/>
              <a:miter/>
            </a:ln>
          </p:spPr>
          <p:txBody>
            <a:bodyPr rtlCol="0" anchor="ctr"/>
            <a:lstStyle/>
            <a:p>
              <a:endParaRPr lang="en-US"/>
            </a:p>
          </p:txBody>
        </p:sp>
      </p:grpSp>
      <p:sp>
        <p:nvSpPr>
          <p:cNvPr id="1001" name="Graphic 4">
            <a:extLst>
              <a:ext uri="{FF2B5EF4-FFF2-40B4-BE49-F238E27FC236}">
                <a16:creationId xmlns:a16="http://schemas.microsoft.com/office/drawing/2014/main" id="{090827B6-4993-5141-8997-74F215A24A2B}"/>
              </a:ext>
            </a:extLst>
          </p:cNvPr>
          <p:cNvSpPr/>
          <p:nvPr/>
        </p:nvSpPr>
        <p:spPr>
          <a:xfrm>
            <a:off x="905454" y="3824168"/>
            <a:ext cx="362309" cy="361971"/>
          </a:xfrm>
          <a:custGeom>
            <a:avLst/>
            <a:gdLst>
              <a:gd name="connsiteX0" fmla="*/ 180835 w 362309"/>
              <a:gd name="connsiteY0" fmla="*/ 0 h 361971"/>
              <a:gd name="connsiteX1" fmla="*/ 0 w 362309"/>
              <a:gd name="connsiteY1" fmla="*/ 180667 h 361971"/>
              <a:gd name="connsiteX2" fmla="*/ 180835 w 362309"/>
              <a:gd name="connsiteY2" fmla="*/ 361971 h 361971"/>
              <a:gd name="connsiteX3" fmla="*/ 362309 w 362309"/>
              <a:gd name="connsiteY3" fmla="*/ 180667 h 361971"/>
              <a:gd name="connsiteX4" fmla="*/ 362309 w 362309"/>
              <a:gd name="connsiteY4" fmla="*/ 180667 h 361971"/>
              <a:gd name="connsiteX5" fmla="*/ 180835 w 362309"/>
              <a:gd name="connsiteY5" fmla="*/ 0 h 361971"/>
              <a:gd name="connsiteX6" fmla="*/ 120770 w 362309"/>
              <a:gd name="connsiteY6" fmla="*/ 284087 h 361971"/>
              <a:gd name="connsiteX7" fmla="*/ 77318 w 362309"/>
              <a:gd name="connsiteY7" fmla="*/ 240676 h 361971"/>
              <a:gd name="connsiteX8" fmla="*/ 77318 w 362309"/>
              <a:gd name="connsiteY8" fmla="*/ 148747 h 361971"/>
              <a:gd name="connsiteX9" fmla="*/ 83708 w 362309"/>
              <a:gd name="connsiteY9" fmla="*/ 142363 h 361971"/>
              <a:gd name="connsiteX10" fmla="*/ 90098 w 362309"/>
              <a:gd name="connsiteY10" fmla="*/ 148747 h 361971"/>
              <a:gd name="connsiteX11" fmla="*/ 90098 w 362309"/>
              <a:gd name="connsiteY11" fmla="*/ 240676 h 361971"/>
              <a:gd name="connsiteX12" fmla="*/ 120770 w 362309"/>
              <a:gd name="connsiteY12" fmla="*/ 271319 h 361971"/>
              <a:gd name="connsiteX13" fmla="*/ 151441 w 362309"/>
              <a:gd name="connsiteY13" fmla="*/ 240676 h 361971"/>
              <a:gd name="connsiteX14" fmla="*/ 120770 w 362309"/>
              <a:gd name="connsiteY14" fmla="*/ 210033 h 361971"/>
              <a:gd name="connsiteX15" fmla="*/ 120770 w 362309"/>
              <a:gd name="connsiteY15" fmla="*/ 210033 h 361971"/>
              <a:gd name="connsiteX16" fmla="*/ 114380 w 362309"/>
              <a:gd name="connsiteY16" fmla="*/ 203649 h 361971"/>
              <a:gd name="connsiteX17" fmla="*/ 120770 w 362309"/>
              <a:gd name="connsiteY17" fmla="*/ 197265 h 361971"/>
              <a:gd name="connsiteX18" fmla="*/ 165499 w 362309"/>
              <a:gd name="connsiteY18" fmla="*/ 238761 h 361971"/>
              <a:gd name="connsiteX19" fmla="*/ 123965 w 362309"/>
              <a:gd name="connsiteY19" fmla="*/ 283449 h 361971"/>
              <a:gd name="connsiteX20" fmla="*/ 120770 w 362309"/>
              <a:gd name="connsiteY20" fmla="*/ 284087 h 361971"/>
              <a:gd name="connsiteX21" fmla="*/ 213424 w 362309"/>
              <a:gd name="connsiteY21" fmla="*/ 247060 h 361971"/>
              <a:gd name="connsiteX22" fmla="*/ 207034 w 362309"/>
              <a:gd name="connsiteY22" fmla="*/ 240676 h 361971"/>
              <a:gd name="connsiteX23" fmla="*/ 121409 w 362309"/>
              <a:gd name="connsiteY23" fmla="*/ 155131 h 361971"/>
              <a:gd name="connsiteX24" fmla="*/ 115019 w 362309"/>
              <a:gd name="connsiteY24" fmla="*/ 148747 h 361971"/>
              <a:gd name="connsiteX25" fmla="*/ 121409 w 362309"/>
              <a:gd name="connsiteY25" fmla="*/ 142363 h 361971"/>
              <a:gd name="connsiteX26" fmla="*/ 219814 w 362309"/>
              <a:gd name="connsiteY26" fmla="*/ 240676 h 361971"/>
              <a:gd name="connsiteX27" fmla="*/ 213424 w 362309"/>
              <a:gd name="connsiteY27" fmla="*/ 247060 h 361971"/>
              <a:gd name="connsiteX28" fmla="*/ 213424 w 362309"/>
              <a:gd name="connsiteY28" fmla="*/ 247060 h 361971"/>
              <a:gd name="connsiteX29" fmla="*/ 277323 w 362309"/>
              <a:gd name="connsiteY29" fmla="*/ 247060 h 361971"/>
              <a:gd name="connsiteX30" fmla="*/ 270933 w 362309"/>
              <a:gd name="connsiteY30" fmla="*/ 240676 h 361971"/>
              <a:gd name="connsiteX31" fmla="*/ 120770 w 362309"/>
              <a:gd name="connsiteY31" fmla="*/ 90652 h 361971"/>
              <a:gd name="connsiteX32" fmla="*/ 114380 w 362309"/>
              <a:gd name="connsiteY32" fmla="*/ 84268 h 361971"/>
              <a:gd name="connsiteX33" fmla="*/ 120770 w 362309"/>
              <a:gd name="connsiteY33" fmla="*/ 77884 h 361971"/>
              <a:gd name="connsiteX34" fmla="*/ 283713 w 362309"/>
              <a:gd name="connsiteY34" fmla="*/ 240676 h 361971"/>
              <a:gd name="connsiteX35" fmla="*/ 277323 w 362309"/>
              <a:gd name="connsiteY35" fmla="*/ 247060 h 361971"/>
              <a:gd name="connsiteX36" fmla="*/ 277323 w 362309"/>
              <a:gd name="connsiteY36" fmla="*/ 24706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309" h="361971">
                <a:moveTo>
                  <a:pt x="180835" y="0"/>
                </a:moveTo>
                <a:cubicBezTo>
                  <a:pt x="80513" y="0"/>
                  <a:pt x="0" y="81076"/>
                  <a:pt x="0" y="180667"/>
                </a:cubicBezTo>
                <a:cubicBezTo>
                  <a:pt x="0" y="280895"/>
                  <a:pt x="81152" y="361971"/>
                  <a:pt x="180835" y="361971"/>
                </a:cubicBezTo>
                <a:cubicBezTo>
                  <a:pt x="280518" y="361971"/>
                  <a:pt x="362309" y="280895"/>
                  <a:pt x="362309" y="180667"/>
                </a:cubicBezTo>
                <a:lnTo>
                  <a:pt x="362309" y="180667"/>
                </a:lnTo>
                <a:cubicBezTo>
                  <a:pt x="361670" y="81076"/>
                  <a:pt x="281157" y="0"/>
                  <a:pt x="180835" y="0"/>
                </a:cubicBezTo>
                <a:close/>
                <a:moveTo>
                  <a:pt x="120770" y="284087"/>
                </a:moveTo>
                <a:cubicBezTo>
                  <a:pt x="97127" y="284087"/>
                  <a:pt x="77318" y="264935"/>
                  <a:pt x="77318" y="240676"/>
                </a:cubicBezTo>
                <a:lnTo>
                  <a:pt x="77318" y="148747"/>
                </a:lnTo>
                <a:cubicBezTo>
                  <a:pt x="77318" y="144916"/>
                  <a:pt x="79874" y="142363"/>
                  <a:pt x="83708" y="142363"/>
                </a:cubicBezTo>
                <a:cubicBezTo>
                  <a:pt x="87542" y="142363"/>
                  <a:pt x="90098" y="144916"/>
                  <a:pt x="90098" y="148747"/>
                </a:cubicBezTo>
                <a:lnTo>
                  <a:pt x="90098" y="240676"/>
                </a:lnTo>
                <a:cubicBezTo>
                  <a:pt x="90098" y="257274"/>
                  <a:pt x="103517" y="271319"/>
                  <a:pt x="120770" y="271319"/>
                </a:cubicBezTo>
                <a:cubicBezTo>
                  <a:pt x="137384" y="271319"/>
                  <a:pt x="151441" y="257913"/>
                  <a:pt x="151441" y="240676"/>
                </a:cubicBezTo>
                <a:cubicBezTo>
                  <a:pt x="151441" y="223439"/>
                  <a:pt x="138023" y="210033"/>
                  <a:pt x="120770" y="210033"/>
                </a:cubicBezTo>
                <a:cubicBezTo>
                  <a:pt x="120770" y="210033"/>
                  <a:pt x="120770" y="210033"/>
                  <a:pt x="120770" y="210033"/>
                </a:cubicBezTo>
                <a:cubicBezTo>
                  <a:pt x="116936" y="210033"/>
                  <a:pt x="114380" y="207479"/>
                  <a:pt x="114380" y="203649"/>
                </a:cubicBezTo>
                <a:cubicBezTo>
                  <a:pt x="114380" y="199819"/>
                  <a:pt x="116936" y="197265"/>
                  <a:pt x="120770" y="197265"/>
                </a:cubicBezTo>
                <a:cubicBezTo>
                  <a:pt x="144413" y="196627"/>
                  <a:pt x="164860" y="215140"/>
                  <a:pt x="165499" y="238761"/>
                </a:cubicBezTo>
                <a:cubicBezTo>
                  <a:pt x="166138" y="262382"/>
                  <a:pt x="147608" y="282810"/>
                  <a:pt x="123965" y="283449"/>
                </a:cubicBezTo>
                <a:cubicBezTo>
                  <a:pt x="123326" y="284087"/>
                  <a:pt x="122048" y="284087"/>
                  <a:pt x="120770" y="284087"/>
                </a:cubicBezTo>
                <a:close/>
                <a:moveTo>
                  <a:pt x="213424" y="247060"/>
                </a:moveTo>
                <a:cubicBezTo>
                  <a:pt x="209590" y="247060"/>
                  <a:pt x="207034" y="244506"/>
                  <a:pt x="207034" y="240676"/>
                </a:cubicBezTo>
                <a:cubicBezTo>
                  <a:pt x="207034" y="193435"/>
                  <a:pt x="168694" y="155131"/>
                  <a:pt x="121409" y="155131"/>
                </a:cubicBezTo>
                <a:cubicBezTo>
                  <a:pt x="117575" y="155131"/>
                  <a:pt x="115019" y="152577"/>
                  <a:pt x="115019" y="148747"/>
                </a:cubicBezTo>
                <a:cubicBezTo>
                  <a:pt x="115019" y="144916"/>
                  <a:pt x="117575" y="142363"/>
                  <a:pt x="121409" y="142363"/>
                </a:cubicBezTo>
                <a:cubicBezTo>
                  <a:pt x="175723" y="142363"/>
                  <a:pt x="219814" y="186412"/>
                  <a:pt x="219814" y="240676"/>
                </a:cubicBezTo>
                <a:cubicBezTo>
                  <a:pt x="219814" y="244506"/>
                  <a:pt x="216619" y="247060"/>
                  <a:pt x="213424" y="247060"/>
                </a:cubicBezTo>
                <a:lnTo>
                  <a:pt x="213424" y="247060"/>
                </a:lnTo>
                <a:close/>
                <a:moveTo>
                  <a:pt x="277323" y="247060"/>
                </a:moveTo>
                <a:cubicBezTo>
                  <a:pt x="273489" y="247060"/>
                  <a:pt x="270933" y="244506"/>
                  <a:pt x="270933" y="240676"/>
                </a:cubicBezTo>
                <a:cubicBezTo>
                  <a:pt x="270933" y="157684"/>
                  <a:pt x="203839" y="90652"/>
                  <a:pt x="120770" y="90652"/>
                </a:cubicBezTo>
                <a:cubicBezTo>
                  <a:pt x="116936" y="90652"/>
                  <a:pt x="114380" y="88099"/>
                  <a:pt x="114380" y="84268"/>
                </a:cubicBezTo>
                <a:cubicBezTo>
                  <a:pt x="114380" y="80438"/>
                  <a:pt x="116936" y="77884"/>
                  <a:pt x="120770" y="77884"/>
                </a:cubicBezTo>
                <a:cubicBezTo>
                  <a:pt x="210868" y="77884"/>
                  <a:pt x="283713" y="150662"/>
                  <a:pt x="283713" y="240676"/>
                </a:cubicBezTo>
                <a:cubicBezTo>
                  <a:pt x="283713" y="244506"/>
                  <a:pt x="281157" y="247060"/>
                  <a:pt x="277323" y="247060"/>
                </a:cubicBezTo>
                <a:lnTo>
                  <a:pt x="277323" y="247060"/>
                </a:lnTo>
                <a:close/>
              </a:path>
            </a:pathLst>
          </a:custGeom>
          <a:solidFill>
            <a:srgbClr val="86BC25"/>
          </a:solidFill>
          <a:ln w="6390" cap="flat">
            <a:noFill/>
            <a:prstDash val="solid"/>
            <a:miter/>
          </a:ln>
        </p:spPr>
        <p:txBody>
          <a:bodyPr rtlCol="0" anchor="ctr"/>
          <a:lstStyle/>
          <a:p>
            <a:endParaRPr lang="en-US"/>
          </a:p>
        </p:txBody>
      </p:sp>
      <p:sp>
        <p:nvSpPr>
          <p:cNvPr id="1002" name="Graphic 4">
            <a:extLst>
              <a:ext uri="{FF2B5EF4-FFF2-40B4-BE49-F238E27FC236}">
                <a16:creationId xmlns:a16="http://schemas.microsoft.com/office/drawing/2014/main" id="{735BDB15-765E-5043-8AEB-DD7C9B108365}"/>
              </a:ext>
            </a:extLst>
          </p:cNvPr>
          <p:cNvSpPr/>
          <p:nvPr/>
        </p:nvSpPr>
        <p:spPr>
          <a:xfrm>
            <a:off x="1952125" y="4308712"/>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201922 w 362313"/>
              <a:gd name="connsiteY7" fmla="*/ 185135 h 361971"/>
              <a:gd name="connsiteX8" fmla="*/ 187864 w 362313"/>
              <a:gd name="connsiteY8" fmla="*/ 171091 h 361971"/>
              <a:gd name="connsiteX9" fmla="*/ 187864 w 362313"/>
              <a:gd name="connsiteY9" fmla="*/ 270681 h 361971"/>
              <a:gd name="connsiteX10" fmla="*/ 181474 w 362313"/>
              <a:gd name="connsiteY10" fmla="*/ 277065 h 361971"/>
              <a:gd name="connsiteX11" fmla="*/ 175084 w 362313"/>
              <a:gd name="connsiteY11" fmla="*/ 270681 h 361971"/>
              <a:gd name="connsiteX12" fmla="*/ 175084 w 362313"/>
              <a:gd name="connsiteY12" fmla="*/ 171091 h 361971"/>
              <a:gd name="connsiteX13" fmla="*/ 161027 w 362313"/>
              <a:gd name="connsiteY13" fmla="*/ 185135 h 361971"/>
              <a:gd name="connsiteX14" fmla="*/ 152080 w 362313"/>
              <a:gd name="connsiteY14" fmla="*/ 185135 h 361971"/>
              <a:gd name="connsiteX15" fmla="*/ 152080 w 362313"/>
              <a:gd name="connsiteY15" fmla="*/ 185135 h 361971"/>
              <a:gd name="connsiteX16" fmla="*/ 152080 w 362313"/>
              <a:gd name="connsiteY16" fmla="*/ 176198 h 361971"/>
              <a:gd name="connsiteX17" fmla="*/ 177001 w 362313"/>
              <a:gd name="connsiteY17" fmla="*/ 151300 h 361971"/>
              <a:gd name="connsiteX18" fmla="*/ 185947 w 362313"/>
              <a:gd name="connsiteY18" fmla="*/ 151300 h 361971"/>
              <a:gd name="connsiteX19" fmla="*/ 210868 w 362313"/>
              <a:gd name="connsiteY19" fmla="*/ 176198 h 361971"/>
              <a:gd name="connsiteX20" fmla="*/ 210868 w 362313"/>
              <a:gd name="connsiteY20" fmla="*/ 185135 h 361971"/>
              <a:gd name="connsiteX21" fmla="*/ 201922 w 362313"/>
              <a:gd name="connsiteY21" fmla="*/ 185135 h 361971"/>
              <a:gd name="connsiteX22" fmla="*/ 201922 w 362313"/>
              <a:gd name="connsiteY22" fmla="*/ 185135 h 361971"/>
              <a:gd name="connsiteX23" fmla="*/ 263904 w 362313"/>
              <a:gd name="connsiteY23" fmla="*/ 228546 h 361971"/>
              <a:gd name="connsiteX24" fmla="*/ 216619 w 362313"/>
              <a:gd name="connsiteY24" fmla="*/ 228546 h 361971"/>
              <a:gd name="connsiteX25" fmla="*/ 210229 w 362313"/>
              <a:gd name="connsiteY25" fmla="*/ 222163 h 361971"/>
              <a:gd name="connsiteX26" fmla="*/ 216619 w 362313"/>
              <a:gd name="connsiteY26" fmla="*/ 215779 h 361971"/>
              <a:gd name="connsiteX27" fmla="*/ 263904 w 362313"/>
              <a:gd name="connsiteY27" fmla="*/ 215779 h 361971"/>
              <a:gd name="connsiteX28" fmla="*/ 292020 w 362313"/>
              <a:gd name="connsiteY28" fmla="*/ 190243 h 361971"/>
              <a:gd name="connsiteX29" fmla="*/ 266460 w 362313"/>
              <a:gd name="connsiteY29" fmla="*/ 162153 h 361971"/>
              <a:gd name="connsiteX30" fmla="*/ 263904 w 362313"/>
              <a:gd name="connsiteY30" fmla="*/ 162153 h 361971"/>
              <a:gd name="connsiteX31" fmla="*/ 254319 w 362313"/>
              <a:gd name="connsiteY31" fmla="*/ 165345 h 361971"/>
              <a:gd name="connsiteX32" fmla="*/ 253681 w 362313"/>
              <a:gd name="connsiteY32" fmla="*/ 165345 h 361971"/>
              <a:gd name="connsiteX33" fmla="*/ 252403 w 362313"/>
              <a:gd name="connsiteY33" fmla="*/ 165984 h 361971"/>
              <a:gd name="connsiteX34" fmla="*/ 251763 w 362313"/>
              <a:gd name="connsiteY34" fmla="*/ 165984 h 361971"/>
              <a:gd name="connsiteX35" fmla="*/ 251763 w 362313"/>
              <a:gd name="connsiteY35" fmla="*/ 165984 h 361971"/>
              <a:gd name="connsiteX36" fmla="*/ 250486 w 362313"/>
              <a:gd name="connsiteY36" fmla="*/ 165984 h 361971"/>
              <a:gd name="connsiteX37" fmla="*/ 250486 w 362313"/>
              <a:gd name="connsiteY37" fmla="*/ 165984 h 361971"/>
              <a:gd name="connsiteX38" fmla="*/ 249208 w 362313"/>
              <a:gd name="connsiteY38" fmla="*/ 165345 h 361971"/>
              <a:gd name="connsiteX39" fmla="*/ 247929 w 362313"/>
              <a:gd name="connsiteY39" fmla="*/ 164707 h 361971"/>
              <a:gd name="connsiteX40" fmla="*/ 247291 w 362313"/>
              <a:gd name="connsiteY40" fmla="*/ 164068 h 361971"/>
              <a:gd name="connsiteX41" fmla="*/ 246652 w 362313"/>
              <a:gd name="connsiteY41" fmla="*/ 162792 h 361971"/>
              <a:gd name="connsiteX42" fmla="*/ 246652 w 362313"/>
              <a:gd name="connsiteY42" fmla="*/ 162792 h 361971"/>
              <a:gd name="connsiteX43" fmla="*/ 246652 w 362313"/>
              <a:gd name="connsiteY43" fmla="*/ 162153 h 361971"/>
              <a:gd name="connsiteX44" fmla="*/ 246013 w 362313"/>
              <a:gd name="connsiteY44" fmla="*/ 160876 h 361971"/>
              <a:gd name="connsiteX45" fmla="*/ 246013 w 362313"/>
              <a:gd name="connsiteY45" fmla="*/ 159600 h 361971"/>
              <a:gd name="connsiteX46" fmla="*/ 246013 w 362313"/>
              <a:gd name="connsiteY46" fmla="*/ 158961 h 361971"/>
              <a:gd name="connsiteX47" fmla="*/ 246652 w 362313"/>
              <a:gd name="connsiteY47" fmla="*/ 155769 h 361971"/>
              <a:gd name="connsiteX48" fmla="*/ 247291 w 362313"/>
              <a:gd name="connsiteY48" fmla="*/ 148747 h 361971"/>
              <a:gd name="connsiteX49" fmla="*/ 195532 w 362313"/>
              <a:gd name="connsiteY49" fmla="*/ 97037 h 361971"/>
              <a:gd name="connsiteX50" fmla="*/ 143774 w 362313"/>
              <a:gd name="connsiteY50" fmla="*/ 138533 h 361971"/>
              <a:gd name="connsiteX51" fmla="*/ 143135 w 362313"/>
              <a:gd name="connsiteY51" fmla="*/ 139809 h 361971"/>
              <a:gd name="connsiteX52" fmla="*/ 142496 w 362313"/>
              <a:gd name="connsiteY52" fmla="*/ 141086 h 361971"/>
              <a:gd name="connsiteX53" fmla="*/ 142496 w 362313"/>
              <a:gd name="connsiteY53" fmla="*/ 141086 h 361971"/>
              <a:gd name="connsiteX54" fmla="*/ 141857 w 362313"/>
              <a:gd name="connsiteY54" fmla="*/ 141724 h 361971"/>
              <a:gd name="connsiteX55" fmla="*/ 136106 w 362313"/>
              <a:gd name="connsiteY55" fmla="*/ 143640 h 361971"/>
              <a:gd name="connsiteX56" fmla="*/ 136106 w 362313"/>
              <a:gd name="connsiteY56" fmla="*/ 143640 h 361971"/>
              <a:gd name="connsiteX57" fmla="*/ 134828 w 362313"/>
              <a:gd name="connsiteY57" fmla="*/ 143001 h 361971"/>
              <a:gd name="connsiteX58" fmla="*/ 133550 w 362313"/>
              <a:gd name="connsiteY58" fmla="*/ 142363 h 361971"/>
              <a:gd name="connsiteX59" fmla="*/ 113741 w 362313"/>
              <a:gd name="connsiteY59" fmla="*/ 135979 h 361971"/>
              <a:gd name="connsiteX60" fmla="*/ 73484 w 362313"/>
              <a:gd name="connsiteY60" fmla="*/ 176198 h 361971"/>
              <a:gd name="connsiteX61" fmla="*/ 113741 w 362313"/>
              <a:gd name="connsiteY61" fmla="*/ 216417 h 361971"/>
              <a:gd name="connsiteX62" fmla="*/ 113741 w 362313"/>
              <a:gd name="connsiteY62" fmla="*/ 216417 h 361971"/>
              <a:gd name="connsiteX63" fmla="*/ 147608 w 362313"/>
              <a:gd name="connsiteY63" fmla="*/ 216417 h 361971"/>
              <a:gd name="connsiteX64" fmla="*/ 153998 w 362313"/>
              <a:gd name="connsiteY64" fmla="*/ 222801 h 361971"/>
              <a:gd name="connsiteX65" fmla="*/ 147608 w 362313"/>
              <a:gd name="connsiteY65" fmla="*/ 229185 h 361971"/>
              <a:gd name="connsiteX66" fmla="*/ 113741 w 362313"/>
              <a:gd name="connsiteY66" fmla="*/ 229185 h 361971"/>
              <a:gd name="connsiteX67" fmla="*/ 60704 w 362313"/>
              <a:gd name="connsiteY67" fmla="*/ 176198 h 361971"/>
              <a:gd name="connsiteX68" fmla="*/ 113741 w 362313"/>
              <a:gd name="connsiteY68" fmla="*/ 123211 h 361971"/>
              <a:gd name="connsiteX69" fmla="*/ 113741 w 362313"/>
              <a:gd name="connsiteY69" fmla="*/ 123211 h 361971"/>
              <a:gd name="connsiteX70" fmla="*/ 132911 w 362313"/>
              <a:gd name="connsiteY70" fmla="*/ 127680 h 361971"/>
              <a:gd name="connsiteX71" fmla="*/ 194893 w 362313"/>
              <a:gd name="connsiteY71" fmla="*/ 84269 h 361971"/>
              <a:gd name="connsiteX72" fmla="*/ 259431 w 362313"/>
              <a:gd name="connsiteY72" fmla="*/ 148747 h 361971"/>
              <a:gd name="connsiteX73" fmla="*/ 259431 w 362313"/>
              <a:gd name="connsiteY73" fmla="*/ 150662 h 361971"/>
              <a:gd name="connsiteX74" fmla="*/ 264543 w 362313"/>
              <a:gd name="connsiteY74" fmla="*/ 150024 h 361971"/>
              <a:gd name="connsiteX75" fmla="*/ 305439 w 362313"/>
              <a:gd name="connsiteY75" fmla="*/ 187689 h 361971"/>
              <a:gd name="connsiteX76" fmla="*/ 267738 w 362313"/>
              <a:gd name="connsiteY76" fmla="*/ 228546 h 361971"/>
              <a:gd name="connsiteX77" fmla="*/ 264543 w 362313"/>
              <a:gd name="connsiteY77" fmla="*/ 228546 h 361971"/>
              <a:gd name="connsiteX78" fmla="*/ 263904 w 362313"/>
              <a:gd name="connsiteY78" fmla="*/ 22854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lnTo>
                  <a:pt x="181474" y="0"/>
                </a:lnTo>
                <a:close/>
                <a:moveTo>
                  <a:pt x="201922" y="185135"/>
                </a:moveTo>
                <a:lnTo>
                  <a:pt x="187864" y="171091"/>
                </a:lnTo>
                <a:lnTo>
                  <a:pt x="187864" y="270681"/>
                </a:lnTo>
                <a:cubicBezTo>
                  <a:pt x="187864" y="274511"/>
                  <a:pt x="185308" y="277065"/>
                  <a:pt x="181474" y="277065"/>
                </a:cubicBezTo>
                <a:cubicBezTo>
                  <a:pt x="177640" y="277065"/>
                  <a:pt x="175084" y="274511"/>
                  <a:pt x="175084" y="270681"/>
                </a:cubicBezTo>
                <a:lnTo>
                  <a:pt x="175084" y="171091"/>
                </a:lnTo>
                <a:lnTo>
                  <a:pt x="161027" y="185135"/>
                </a:lnTo>
                <a:cubicBezTo>
                  <a:pt x="158470" y="187689"/>
                  <a:pt x="154637" y="187689"/>
                  <a:pt x="152080" y="185135"/>
                </a:cubicBezTo>
                <a:cubicBezTo>
                  <a:pt x="152080" y="185135"/>
                  <a:pt x="152080" y="185135"/>
                  <a:pt x="152080" y="185135"/>
                </a:cubicBezTo>
                <a:cubicBezTo>
                  <a:pt x="149524" y="182582"/>
                  <a:pt x="149524" y="178752"/>
                  <a:pt x="152080" y="176198"/>
                </a:cubicBezTo>
                <a:lnTo>
                  <a:pt x="177001" y="151300"/>
                </a:lnTo>
                <a:cubicBezTo>
                  <a:pt x="179557" y="148747"/>
                  <a:pt x="183391" y="148747"/>
                  <a:pt x="185947" y="151300"/>
                </a:cubicBezTo>
                <a:lnTo>
                  <a:pt x="210868" y="176198"/>
                </a:lnTo>
                <a:cubicBezTo>
                  <a:pt x="213424" y="178752"/>
                  <a:pt x="213424" y="182582"/>
                  <a:pt x="210868" y="185135"/>
                </a:cubicBezTo>
                <a:cubicBezTo>
                  <a:pt x="208312" y="187689"/>
                  <a:pt x="204478" y="187689"/>
                  <a:pt x="201922" y="185135"/>
                </a:cubicBezTo>
                <a:lnTo>
                  <a:pt x="201922" y="185135"/>
                </a:lnTo>
                <a:close/>
                <a:moveTo>
                  <a:pt x="263904" y="228546"/>
                </a:moveTo>
                <a:lnTo>
                  <a:pt x="216619" y="228546"/>
                </a:lnTo>
                <a:cubicBezTo>
                  <a:pt x="212785" y="228546"/>
                  <a:pt x="210229" y="225993"/>
                  <a:pt x="210229" y="222163"/>
                </a:cubicBezTo>
                <a:cubicBezTo>
                  <a:pt x="210229" y="218332"/>
                  <a:pt x="212785" y="215779"/>
                  <a:pt x="216619" y="215779"/>
                </a:cubicBezTo>
                <a:lnTo>
                  <a:pt x="263904" y="215779"/>
                </a:lnTo>
                <a:cubicBezTo>
                  <a:pt x="278601" y="216417"/>
                  <a:pt x="290742" y="204926"/>
                  <a:pt x="292020" y="190243"/>
                </a:cubicBezTo>
                <a:cubicBezTo>
                  <a:pt x="292659" y="175560"/>
                  <a:pt x="281157" y="163430"/>
                  <a:pt x="266460" y="162153"/>
                </a:cubicBezTo>
                <a:cubicBezTo>
                  <a:pt x="265821" y="162153"/>
                  <a:pt x="264543" y="162153"/>
                  <a:pt x="263904" y="162153"/>
                </a:cubicBezTo>
                <a:cubicBezTo>
                  <a:pt x="260709" y="162153"/>
                  <a:pt x="256876" y="163430"/>
                  <a:pt x="254319" y="165345"/>
                </a:cubicBezTo>
                <a:lnTo>
                  <a:pt x="253681" y="165345"/>
                </a:lnTo>
                <a:lnTo>
                  <a:pt x="252403" y="165984"/>
                </a:lnTo>
                <a:lnTo>
                  <a:pt x="251763" y="165984"/>
                </a:lnTo>
                <a:lnTo>
                  <a:pt x="251763" y="165984"/>
                </a:lnTo>
                <a:lnTo>
                  <a:pt x="250486" y="165984"/>
                </a:lnTo>
                <a:lnTo>
                  <a:pt x="250486" y="165984"/>
                </a:lnTo>
                <a:cubicBezTo>
                  <a:pt x="249847" y="165984"/>
                  <a:pt x="249847" y="165984"/>
                  <a:pt x="249208" y="165345"/>
                </a:cubicBezTo>
                <a:cubicBezTo>
                  <a:pt x="248569" y="165345"/>
                  <a:pt x="248569" y="165345"/>
                  <a:pt x="247929" y="164707"/>
                </a:cubicBezTo>
                <a:lnTo>
                  <a:pt x="247291" y="164068"/>
                </a:lnTo>
                <a:cubicBezTo>
                  <a:pt x="247291" y="163430"/>
                  <a:pt x="246652" y="163430"/>
                  <a:pt x="246652" y="162792"/>
                </a:cubicBezTo>
                <a:lnTo>
                  <a:pt x="246652" y="162792"/>
                </a:lnTo>
                <a:cubicBezTo>
                  <a:pt x="246652" y="162792"/>
                  <a:pt x="246652" y="162153"/>
                  <a:pt x="246652" y="162153"/>
                </a:cubicBezTo>
                <a:cubicBezTo>
                  <a:pt x="246652" y="161515"/>
                  <a:pt x="246652" y="161515"/>
                  <a:pt x="246013" y="160876"/>
                </a:cubicBezTo>
                <a:cubicBezTo>
                  <a:pt x="246013" y="160238"/>
                  <a:pt x="246013" y="160238"/>
                  <a:pt x="246013" y="159600"/>
                </a:cubicBezTo>
                <a:cubicBezTo>
                  <a:pt x="246013" y="159600"/>
                  <a:pt x="246013" y="158961"/>
                  <a:pt x="246013" y="158961"/>
                </a:cubicBezTo>
                <a:lnTo>
                  <a:pt x="246652" y="155769"/>
                </a:lnTo>
                <a:cubicBezTo>
                  <a:pt x="246652" y="153216"/>
                  <a:pt x="247291" y="151300"/>
                  <a:pt x="247291" y="148747"/>
                </a:cubicBezTo>
                <a:cubicBezTo>
                  <a:pt x="247291" y="120019"/>
                  <a:pt x="224287" y="97037"/>
                  <a:pt x="195532" y="97037"/>
                </a:cubicBezTo>
                <a:cubicBezTo>
                  <a:pt x="170611" y="97037"/>
                  <a:pt x="148885" y="114273"/>
                  <a:pt x="143774" y="138533"/>
                </a:cubicBezTo>
                <a:cubicBezTo>
                  <a:pt x="143774" y="139171"/>
                  <a:pt x="143774" y="139171"/>
                  <a:pt x="143135" y="139809"/>
                </a:cubicBezTo>
                <a:cubicBezTo>
                  <a:pt x="143135" y="140448"/>
                  <a:pt x="143135" y="140448"/>
                  <a:pt x="142496" y="141086"/>
                </a:cubicBezTo>
                <a:lnTo>
                  <a:pt x="142496" y="141086"/>
                </a:lnTo>
                <a:cubicBezTo>
                  <a:pt x="142496" y="141086"/>
                  <a:pt x="141857" y="141724"/>
                  <a:pt x="141857" y="141724"/>
                </a:cubicBezTo>
                <a:cubicBezTo>
                  <a:pt x="140579" y="143640"/>
                  <a:pt x="138023" y="144278"/>
                  <a:pt x="136106" y="143640"/>
                </a:cubicBezTo>
                <a:lnTo>
                  <a:pt x="136106" y="143640"/>
                </a:lnTo>
                <a:cubicBezTo>
                  <a:pt x="135467" y="143640"/>
                  <a:pt x="135467" y="143640"/>
                  <a:pt x="134828" y="143001"/>
                </a:cubicBezTo>
                <a:cubicBezTo>
                  <a:pt x="134189" y="143001"/>
                  <a:pt x="134189" y="143001"/>
                  <a:pt x="133550" y="142363"/>
                </a:cubicBezTo>
                <a:cubicBezTo>
                  <a:pt x="127799" y="137894"/>
                  <a:pt x="120770" y="135979"/>
                  <a:pt x="113741" y="135979"/>
                </a:cubicBezTo>
                <a:cubicBezTo>
                  <a:pt x="91376" y="135979"/>
                  <a:pt x="73484" y="153854"/>
                  <a:pt x="73484" y="176198"/>
                </a:cubicBezTo>
                <a:cubicBezTo>
                  <a:pt x="73484" y="198542"/>
                  <a:pt x="91376" y="216417"/>
                  <a:pt x="113741" y="216417"/>
                </a:cubicBezTo>
                <a:cubicBezTo>
                  <a:pt x="113741" y="216417"/>
                  <a:pt x="113741" y="216417"/>
                  <a:pt x="113741" y="216417"/>
                </a:cubicBezTo>
                <a:lnTo>
                  <a:pt x="147608" y="216417"/>
                </a:lnTo>
                <a:cubicBezTo>
                  <a:pt x="151442" y="216417"/>
                  <a:pt x="153998" y="218971"/>
                  <a:pt x="153998" y="222801"/>
                </a:cubicBezTo>
                <a:cubicBezTo>
                  <a:pt x="153998" y="226631"/>
                  <a:pt x="151442" y="229185"/>
                  <a:pt x="147608" y="229185"/>
                </a:cubicBezTo>
                <a:lnTo>
                  <a:pt x="113741" y="229185"/>
                </a:lnTo>
                <a:cubicBezTo>
                  <a:pt x="84347" y="229185"/>
                  <a:pt x="60704" y="205564"/>
                  <a:pt x="60704" y="176198"/>
                </a:cubicBezTo>
                <a:cubicBezTo>
                  <a:pt x="60704" y="146832"/>
                  <a:pt x="84347" y="123211"/>
                  <a:pt x="113741" y="123211"/>
                </a:cubicBezTo>
                <a:cubicBezTo>
                  <a:pt x="113741" y="123211"/>
                  <a:pt x="113741" y="123211"/>
                  <a:pt x="113741" y="123211"/>
                </a:cubicBezTo>
                <a:cubicBezTo>
                  <a:pt x="120131" y="123211"/>
                  <a:pt x="127160" y="124488"/>
                  <a:pt x="132911" y="127680"/>
                </a:cubicBezTo>
                <a:cubicBezTo>
                  <a:pt x="142496" y="101505"/>
                  <a:pt x="167416" y="84269"/>
                  <a:pt x="194893" y="84269"/>
                </a:cubicBezTo>
                <a:cubicBezTo>
                  <a:pt x="230677" y="84269"/>
                  <a:pt x="259431" y="112997"/>
                  <a:pt x="259431" y="148747"/>
                </a:cubicBezTo>
                <a:cubicBezTo>
                  <a:pt x="259431" y="149385"/>
                  <a:pt x="259431" y="150024"/>
                  <a:pt x="259431" y="150662"/>
                </a:cubicBezTo>
                <a:cubicBezTo>
                  <a:pt x="261348" y="150024"/>
                  <a:pt x="263266" y="150024"/>
                  <a:pt x="264543" y="150024"/>
                </a:cubicBezTo>
                <a:cubicBezTo>
                  <a:pt x="286269" y="149385"/>
                  <a:pt x="304800" y="165984"/>
                  <a:pt x="305439" y="187689"/>
                </a:cubicBezTo>
                <a:cubicBezTo>
                  <a:pt x="306078" y="209395"/>
                  <a:pt x="289464" y="227908"/>
                  <a:pt x="267738" y="228546"/>
                </a:cubicBezTo>
                <a:cubicBezTo>
                  <a:pt x="266460" y="228546"/>
                  <a:pt x="265821" y="228546"/>
                  <a:pt x="264543" y="228546"/>
                </a:cubicBezTo>
                <a:lnTo>
                  <a:pt x="263904" y="228546"/>
                </a:lnTo>
                <a:close/>
              </a:path>
            </a:pathLst>
          </a:custGeom>
          <a:solidFill>
            <a:srgbClr val="86BC25"/>
          </a:solidFill>
          <a:ln w="6390" cap="flat">
            <a:noFill/>
            <a:prstDash val="solid"/>
            <a:miter/>
          </a:ln>
        </p:spPr>
        <p:txBody>
          <a:bodyPr rtlCol="0" anchor="ctr"/>
          <a:lstStyle/>
          <a:p>
            <a:endParaRPr lang="en-US"/>
          </a:p>
        </p:txBody>
      </p:sp>
      <p:grpSp>
        <p:nvGrpSpPr>
          <p:cNvPr id="1003" name="Graphic 4">
            <a:extLst>
              <a:ext uri="{FF2B5EF4-FFF2-40B4-BE49-F238E27FC236}">
                <a16:creationId xmlns:a16="http://schemas.microsoft.com/office/drawing/2014/main" id="{D641B489-B2A0-5D46-A5C7-4D0C9F81908E}"/>
              </a:ext>
            </a:extLst>
          </p:cNvPr>
          <p:cNvGrpSpPr/>
          <p:nvPr/>
        </p:nvGrpSpPr>
        <p:grpSpPr>
          <a:xfrm>
            <a:off x="7191874" y="3339623"/>
            <a:ext cx="362312" cy="361971"/>
            <a:chOff x="7191874" y="3339623"/>
            <a:chExt cx="362312" cy="361971"/>
          </a:xfrm>
          <a:solidFill>
            <a:srgbClr val="26890D"/>
          </a:solidFill>
        </p:grpSpPr>
        <p:sp>
          <p:nvSpPr>
            <p:cNvPr id="1004" name="Graphic 4">
              <a:extLst>
                <a:ext uri="{FF2B5EF4-FFF2-40B4-BE49-F238E27FC236}">
                  <a16:creationId xmlns:a16="http://schemas.microsoft.com/office/drawing/2014/main" id="{343C185A-0D43-1740-804B-D033D85BC7C6}"/>
                </a:ext>
              </a:extLst>
            </p:cNvPr>
            <p:cNvSpPr/>
            <p:nvPr/>
          </p:nvSpPr>
          <p:spPr>
            <a:xfrm>
              <a:off x="7303698" y="3552370"/>
              <a:ext cx="139939" cy="71340"/>
            </a:xfrm>
            <a:custGeom>
              <a:avLst/>
              <a:gdLst>
                <a:gd name="connsiteX0" fmla="*/ 0 w 139939"/>
                <a:gd name="connsiteY0" fmla="*/ 8139 h 71340"/>
                <a:gd name="connsiteX1" fmla="*/ 0 w 139939"/>
                <a:gd name="connsiteY1" fmla="*/ 8778 h 71340"/>
                <a:gd name="connsiteX2" fmla="*/ 69650 w 139939"/>
                <a:gd name="connsiteY2" fmla="*/ 71341 h 71340"/>
                <a:gd name="connsiteX3" fmla="*/ 139301 w 139939"/>
                <a:gd name="connsiteY3" fmla="*/ 8778 h 71340"/>
                <a:gd name="connsiteX4" fmla="*/ 139940 w 139939"/>
                <a:gd name="connsiteY4" fmla="*/ 8139 h 71340"/>
                <a:gd name="connsiteX5" fmla="*/ 0 w 139939"/>
                <a:gd name="connsiteY5" fmla="*/ 8139 h 71340"/>
                <a:gd name="connsiteX6" fmla="*/ 0 w 139939"/>
                <a:gd name="connsiteY6" fmla="*/ 8139 h 71340"/>
                <a:gd name="connsiteX7" fmla="*/ 100322 w 139939"/>
                <a:gd name="connsiteY7" fmla="*/ 31760 h 71340"/>
                <a:gd name="connsiteX8" fmla="*/ 100322 w 139939"/>
                <a:gd name="connsiteY8" fmla="*/ 40698 h 71340"/>
                <a:gd name="connsiteX9" fmla="*/ 40896 w 139939"/>
                <a:gd name="connsiteY9" fmla="*/ 40698 h 71340"/>
                <a:gd name="connsiteX10" fmla="*/ 40257 w 139939"/>
                <a:gd name="connsiteY10" fmla="*/ 31760 h 71340"/>
                <a:gd name="connsiteX11" fmla="*/ 49202 w 139939"/>
                <a:gd name="connsiteY11" fmla="*/ 31122 h 71340"/>
                <a:gd name="connsiteX12" fmla="*/ 49842 w 139939"/>
                <a:gd name="connsiteY12" fmla="*/ 31760 h 71340"/>
                <a:gd name="connsiteX13" fmla="*/ 92015 w 139939"/>
                <a:gd name="connsiteY13" fmla="*/ 31760 h 71340"/>
                <a:gd name="connsiteX14" fmla="*/ 100322 w 139939"/>
                <a:gd name="connsiteY14" fmla="*/ 31760 h 71340"/>
                <a:gd name="connsiteX15" fmla="*/ 100322 w 139939"/>
                <a:gd name="connsiteY15" fmla="*/ 31760 h 71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939" h="71340">
                  <a:moveTo>
                    <a:pt x="0" y="8139"/>
                  </a:moveTo>
                  <a:cubicBezTo>
                    <a:pt x="0" y="8139"/>
                    <a:pt x="0" y="8778"/>
                    <a:pt x="0" y="8778"/>
                  </a:cubicBezTo>
                  <a:cubicBezTo>
                    <a:pt x="10224" y="48997"/>
                    <a:pt x="34506" y="71341"/>
                    <a:pt x="69650" y="71341"/>
                  </a:cubicBezTo>
                  <a:cubicBezTo>
                    <a:pt x="104795" y="71341"/>
                    <a:pt x="129076" y="48997"/>
                    <a:pt x="139301" y="8778"/>
                  </a:cubicBezTo>
                  <a:cubicBezTo>
                    <a:pt x="139301" y="8778"/>
                    <a:pt x="139301" y="8139"/>
                    <a:pt x="139940" y="8139"/>
                  </a:cubicBezTo>
                  <a:cubicBezTo>
                    <a:pt x="93932" y="-2713"/>
                    <a:pt x="45368" y="-2713"/>
                    <a:pt x="0" y="8139"/>
                  </a:cubicBezTo>
                  <a:lnTo>
                    <a:pt x="0" y="8139"/>
                  </a:lnTo>
                  <a:close/>
                  <a:moveTo>
                    <a:pt x="100322" y="31760"/>
                  </a:moveTo>
                  <a:cubicBezTo>
                    <a:pt x="102878" y="34314"/>
                    <a:pt x="102878" y="38144"/>
                    <a:pt x="100322" y="40698"/>
                  </a:cubicBezTo>
                  <a:cubicBezTo>
                    <a:pt x="83069" y="54104"/>
                    <a:pt x="58148" y="54104"/>
                    <a:pt x="40896" y="40698"/>
                  </a:cubicBezTo>
                  <a:cubicBezTo>
                    <a:pt x="38340" y="38783"/>
                    <a:pt x="37701" y="34314"/>
                    <a:pt x="40257" y="31760"/>
                  </a:cubicBezTo>
                  <a:cubicBezTo>
                    <a:pt x="42812" y="29207"/>
                    <a:pt x="46647" y="28568"/>
                    <a:pt x="49202" y="31122"/>
                  </a:cubicBezTo>
                  <a:cubicBezTo>
                    <a:pt x="49202" y="31122"/>
                    <a:pt x="49842" y="31760"/>
                    <a:pt x="49842" y="31760"/>
                  </a:cubicBezTo>
                  <a:cubicBezTo>
                    <a:pt x="62622" y="40698"/>
                    <a:pt x="79235" y="40698"/>
                    <a:pt x="92015" y="31760"/>
                  </a:cubicBezTo>
                  <a:cubicBezTo>
                    <a:pt x="93932" y="29207"/>
                    <a:pt x="97766" y="29207"/>
                    <a:pt x="100322" y="31760"/>
                  </a:cubicBezTo>
                  <a:lnTo>
                    <a:pt x="100322" y="31760"/>
                  </a:lnTo>
                  <a:close/>
                </a:path>
              </a:pathLst>
            </a:custGeom>
            <a:solidFill>
              <a:srgbClr val="26890D"/>
            </a:solidFill>
            <a:ln w="6390" cap="flat">
              <a:noFill/>
              <a:prstDash val="solid"/>
              <a:miter/>
            </a:ln>
          </p:spPr>
          <p:txBody>
            <a:bodyPr rtlCol="0" anchor="ctr"/>
            <a:lstStyle/>
            <a:p>
              <a:endParaRPr lang="en-US"/>
            </a:p>
          </p:txBody>
        </p:sp>
        <p:sp>
          <p:nvSpPr>
            <p:cNvPr id="1005" name="Graphic 4">
              <a:extLst>
                <a:ext uri="{FF2B5EF4-FFF2-40B4-BE49-F238E27FC236}">
                  <a16:creationId xmlns:a16="http://schemas.microsoft.com/office/drawing/2014/main" id="{7E1C56BB-2678-EC41-BB01-1E18D7C441AB}"/>
                </a:ext>
              </a:extLst>
            </p:cNvPr>
            <p:cNvSpPr/>
            <p:nvPr/>
          </p:nvSpPr>
          <p:spPr>
            <a:xfrm>
              <a:off x="7324145" y="3417471"/>
              <a:ext cx="97766" cy="21104"/>
            </a:xfrm>
            <a:custGeom>
              <a:avLst/>
              <a:gdLst>
                <a:gd name="connsiteX0" fmla="*/ 49203 w 97766"/>
                <a:gd name="connsiteY0" fmla="*/ 37 h 21104"/>
                <a:gd name="connsiteX1" fmla="*/ 0 w 97766"/>
                <a:gd name="connsiteY1" fmla="*/ 21104 h 21104"/>
                <a:gd name="connsiteX2" fmla="*/ 97766 w 97766"/>
                <a:gd name="connsiteY2" fmla="*/ 21104 h 21104"/>
                <a:gd name="connsiteX3" fmla="*/ 49203 w 97766"/>
                <a:gd name="connsiteY3" fmla="*/ 37 h 21104"/>
              </a:gdLst>
              <a:ahLst/>
              <a:cxnLst>
                <a:cxn ang="0">
                  <a:pos x="connsiteX0" y="connsiteY0"/>
                </a:cxn>
                <a:cxn ang="0">
                  <a:pos x="connsiteX1" y="connsiteY1"/>
                </a:cxn>
                <a:cxn ang="0">
                  <a:pos x="connsiteX2" y="connsiteY2"/>
                </a:cxn>
                <a:cxn ang="0">
                  <a:pos x="connsiteX3" y="connsiteY3"/>
                </a:cxn>
              </a:cxnLst>
              <a:rect l="l" t="t" r="r" b="b"/>
              <a:pathLst>
                <a:path w="97766" h="21104">
                  <a:moveTo>
                    <a:pt x="49203" y="37"/>
                  </a:moveTo>
                  <a:cubicBezTo>
                    <a:pt x="30672" y="-602"/>
                    <a:pt x="12780" y="7059"/>
                    <a:pt x="0" y="21104"/>
                  </a:cubicBezTo>
                  <a:lnTo>
                    <a:pt x="97766" y="21104"/>
                  </a:lnTo>
                  <a:cubicBezTo>
                    <a:pt x="85625" y="7059"/>
                    <a:pt x="67734" y="-602"/>
                    <a:pt x="49203" y="37"/>
                  </a:cubicBezTo>
                  <a:close/>
                </a:path>
              </a:pathLst>
            </a:custGeom>
            <a:solidFill>
              <a:srgbClr val="26890D"/>
            </a:solidFill>
            <a:ln w="6390" cap="flat">
              <a:noFill/>
              <a:prstDash val="solid"/>
              <a:miter/>
            </a:ln>
          </p:spPr>
          <p:txBody>
            <a:bodyPr rtlCol="0" anchor="ctr"/>
            <a:lstStyle/>
            <a:p>
              <a:endParaRPr lang="en-US"/>
            </a:p>
          </p:txBody>
        </p:sp>
        <p:sp>
          <p:nvSpPr>
            <p:cNvPr id="1006" name="Graphic 4">
              <a:extLst>
                <a:ext uri="{FF2B5EF4-FFF2-40B4-BE49-F238E27FC236}">
                  <a16:creationId xmlns:a16="http://schemas.microsoft.com/office/drawing/2014/main" id="{377FBAF5-957C-4A49-A268-EF4D4A4FF686}"/>
                </a:ext>
              </a:extLst>
            </p:cNvPr>
            <p:cNvSpPr/>
            <p:nvPr/>
          </p:nvSpPr>
          <p:spPr>
            <a:xfrm>
              <a:off x="7363124" y="3484540"/>
              <a:ext cx="21725" cy="21705"/>
            </a:xfrm>
            <a:custGeom>
              <a:avLst/>
              <a:gdLst>
                <a:gd name="connsiteX0" fmla="*/ 0 w 21725"/>
                <a:gd name="connsiteY0" fmla="*/ 21705 h 21705"/>
                <a:gd name="connsiteX1" fmla="*/ 21725 w 21725"/>
                <a:gd name="connsiteY1" fmla="*/ 10853 h 21705"/>
                <a:gd name="connsiteX2" fmla="*/ 0 w 21725"/>
                <a:gd name="connsiteY2" fmla="*/ 0 h 21705"/>
              </a:gdLst>
              <a:ahLst/>
              <a:cxnLst>
                <a:cxn ang="0">
                  <a:pos x="connsiteX0" y="connsiteY0"/>
                </a:cxn>
                <a:cxn ang="0">
                  <a:pos x="connsiteX1" y="connsiteY1"/>
                </a:cxn>
                <a:cxn ang="0">
                  <a:pos x="connsiteX2" y="connsiteY2"/>
                </a:cxn>
              </a:cxnLst>
              <a:rect l="l" t="t" r="r" b="b"/>
              <a:pathLst>
                <a:path w="21725" h="21705">
                  <a:moveTo>
                    <a:pt x="0" y="21705"/>
                  </a:moveTo>
                  <a:lnTo>
                    <a:pt x="21725" y="10853"/>
                  </a:lnTo>
                  <a:lnTo>
                    <a:pt x="0" y="0"/>
                  </a:lnTo>
                  <a:close/>
                </a:path>
              </a:pathLst>
            </a:custGeom>
            <a:solidFill>
              <a:srgbClr val="26890D"/>
            </a:solidFill>
            <a:ln w="6390" cap="flat">
              <a:noFill/>
              <a:prstDash val="solid"/>
              <a:miter/>
            </a:ln>
          </p:spPr>
          <p:txBody>
            <a:bodyPr rtlCol="0" anchor="ctr"/>
            <a:lstStyle/>
            <a:p>
              <a:endParaRPr lang="en-US"/>
            </a:p>
          </p:txBody>
        </p:sp>
        <p:sp>
          <p:nvSpPr>
            <p:cNvPr id="1007" name="Graphic 4">
              <a:extLst>
                <a:ext uri="{FF2B5EF4-FFF2-40B4-BE49-F238E27FC236}">
                  <a16:creationId xmlns:a16="http://schemas.microsoft.com/office/drawing/2014/main" id="{E052733F-B308-3E41-B3A5-8015F8582AEC}"/>
                </a:ext>
              </a:extLst>
            </p:cNvPr>
            <p:cNvSpPr/>
            <p:nvPr/>
          </p:nvSpPr>
          <p:spPr>
            <a:xfrm>
              <a:off x="7191874" y="333962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83713 w 362312"/>
                <a:gd name="connsiteY6" fmla="*/ 228546 h 361971"/>
                <a:gd name="connsiteX7" fmla="*/ 281796 w 362312"/>
                <a:gd name="connsiteY7" fmla="*/ 228546 h 361971"/>
                <a:gd name="connsiteX8" fmla="*/ 263905 w 362312"/>
                <a:gd name="connsiteY8" fmla="*/ 224078 h 361971"/>
                <a:gd name="connsiteX9" fmla="*/ 263905 w 362312"/>
                <a:gd name="connsiteY9" fmla="*/ 225355 h 361971"/>
                <a:gd name="connsiteX10" fmla="*/ 181474 w 362312"/>
                <a:gd name="connsiteY10" fmla="*/ 297493 h 361971"/>
                <a:gd name="connsiteX11" fmla="*/ 99044 w 362312"/>
                <a:gd name="connsiteY11" fmla="*/ 225355 h 361971"/>
                <a:gd name="connsiteX12" fmla="*/ 99044 w 362312"/>
                <a:gd name="connsiteY12" fmla="*/ 224078 h 361971"/>
                <a:gd name="connsiteX13" fmla="*/ 81152 w 362312"/>
                <a:gd name="connsiteY13" fmla="*/ 228546 h 361971"/>
                <a:gd name="connsiteX14" fmla="*/ 79235 w 362312"/>
                <a:gd name="connsiteY14" fmla="*/ 228546 h 361971"/>
                <a:gd name="connsiteX15" fmla="*/ 65177 w 362312"/>
                <a:gd name="connsiteY15" fmla="*/ 214502 h 361971"/>
                <a:gd name="connsiteX16" fmla="*/ 65177 w 362312"/>
                <a:gd name="connsiteY16" fmla="*/ 214502 h 361971"/>
                <a:gd name="connsiteX17" fmla="*/ 72845 w 362312"/>
                <a:gd name="connsiteY17" fmla="*/ 112997 h 361971"/>
                <a:gd name="connsiteX18" fmla="*/ 86903 w 362312"/>
                <a:gd name="connsiteY18" fmla="*/ 98952 h 361971"/>
                <a:gd name="connsiteX19" fmla="*/ 115658 w 362312"/>
                <a:gd name="connsiteY19" fmla="*/ 98952 h 361971"/>
                <a:gd name="connsiteX20" fmla="*/ 227482 w 362312"/>
                <a:gd name="connsiteY20" fmla="*/ 79800 h 361971"/>
                <a:gd name="connsiteX21" fmla="*/ 246651 w 362312"/>
                <a:gd name="connsiteY21" fmla="*/ 98952 h 361971"/>
                <a:gd name="connsiteX22" fmla="*/ 275406 w 362312"/>
                <a:gd name="connsiteY22" fmla="*/ 98952 h 361971"/>
                <a:gd name="connsiteX23" fmla="*/ 289464 w 362312"/>
                <a:gd name="connsiteY23" fmla="*/ 112997 h 361971"/>
                <a:gd name="connsiteX24" fmla="*/ 297132 w 362312"/>
                <a:gd name="connsiteY24" fmla="*/ 213863 h 361971"/>
                <a:gd name="connsiteX25" fmla="*/ 283713 w 362312"/>
                <a:gd name="connsiteY25" fmla="*/ 228546 h 361971"/>
                <a:gd name="connsiteX26" fmla="*/ 283713 w 362312"/>
                <a:gd name="connsiteY26" fmla="*/ 228546 h 361971"/>
                <a:gd name="connsiteX27" fmla="*/ 283713 w 362312"/>
                <a:gd name="connsiteY27" fmla="*/ 22854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283713" y="228546"/>
                  </a:moveTo>
                  <a:cubicBezTo>
                    <a:pt x="283075" y="228546"/>
                    <a:pt x="282435" y="228546"/>
                    <a:pt x="281796" y="228546"/>
                  </a:cubicBezTo>
                  <a:cubicBezTo>
                    <a:pt x="281796" y="228546"/>
                    <a:pt x="274767" y="226631"/>
                    <a:pt x="263905" y="224078"/>
                  </a:cubicBezTo>
                  <a:cubicBezTo>
                    <a:pt x="263905" y="224716"/>
                    <a:pt x="263905" y="224716"/>
                    <a:pt x="263905" y="225355"/>
                  </a:cubicBezTo>
                  <a:cubicBezTo>
                    <a:pt x="252403" y="271319"/>
                    <a:pt x="222370" y="297493"/>
                    <a:pt x="181474" y="297493"/>
                  </a:cubicBezTo>
                  <a:cubicBezTo>
                    <a:pt x="140579" y="297493"/>
                    <a:pt x="110546" y="271319"/>
                    <a:pt x="99044" y="225355"/>
                  </a:cubicBezTo>
                  <a:cubicBezTo>
                    <a:pt x="99044" y="224716"/>
                    <a:pt x="99044" y="224716"/>
                    <a:pt x="99044" y="224078"/>
                  </a:cubicBezTo>
                  <a:cubicBezTo>
                    <a:pt x="88181" y="226631"/>
                    <a:pt x="81152" y="228546"/>
                    <a:pt x="81152" y="228546"/>
                  </a:cubicBezTo>
                  <a:cubicBezTo>
                    <a:pt x="80513" y="228546"/>
                    <a:pt x="79874" y="228546"/>
                    <a:pt x="79235" y="228546"/>
                  </a:cubicBezTo>
                  <a:cubicBezTo>
                    <a:pt x="71567" y="228546"/>
                    <a:pt x="65177" y="222163"/>
                    <a:pt x="65177" y="214502"/>
                  </a:cubicBezTo>
                  <a:cubicBezTo>
                    <a:pt x="65177" y="214502"/>
                    <a:pt x="65177" y="214502"/>
                    <a:pt x="65177" y="214502"/>
                  </a:cubicBezTo>
                  <a:lnTo>
                    <a:pt x="72845" y="112997"/>
                  </a:lnTo>
                  <a:cubicBezTo>
                    <a:pt x="72845" y="105336"/>
                    <a:pt x="79235" y="98952"/>
                    <a:pt x="86903" y="98952"/>
                  </a:cubicBezTo>
                  <a:lnTo>
                    <a:pt x="115658" y="98952"/>
                  </a:lnTo>
                  <a:cubicBezTo>
                    <a:pt x="141217" y="63202"/>
                    <a:pt x="191059" y="54264"/>
                    <a:pt x="227482" y="79800"/>
                  </a:cubicBezTo>
                  <a:cubicBezTo>
                    <a:pt x="235150" y="84907"/>
                    <a:pt x="241540" y="91291"/>
                    <a:pt x="246651" y="98952"/>
                  </a:cubicBezTo>
                  <a:lnTo>
                    <a:pt x="275406" y="98952"/>
                  </a:lnTo>
                  <a:cubicBezTo>
                    <a:pt x="283075" y="98952"/>
                    <a:pt x="289464" y="105336"/>
                    <a:pt x="289464" y="112997"/>
                  </a:cubicBezTo>
                  <a:lnTo>
                    <a:pt x="297132" y="213863"/>
                  </a:lnTo>
                  <a:cubicBezTo>
                    <a:pt x="297771" y="221524"/>
                    <a:pt x="292020" y="228546"/>
                    <a:pt x="283713" y="228546"/>
                  </a:cubicBezTo>
                  <a:cubicBezTo>
                    <a:pt x="283713" y="228546"/>
                    <a:pt x="283713" y="228546"/>
                    <a:pt x="283713" y="228546"/>
                  </a:cubicBezTo>
                  <a:lnTo>
                    <a:pt x="283713" y="228546"/>
                  </a:lnTo>
                  <a:close/>
                </a:path>
              </a:pathLst>
            </a:custGeom>
            <a:solidFill>
              <a:srgbClr val="26890D"/>
            </a:solidFill>
            <a:ln w="6390" cap="flat">
              <a:noFill/>
              <a:prstDash val="solid"/>
              <a:miter/>
            </a:ln>
          </p:spPr>
          <p:txBody>
            <a:bodyPr rtlCol="0" anchor="ctr"/>
            <a:lstStyle/>
            <a:p>
              <a:endParaRPr lang="en-US"/>
            </a:p>
          </p:txBody>
        </p:sp>
        <p:sp>
          <p:nvSpPr>
            <p:cNvPr id="1008" name="Graphic 4">
              <a:extLst>
                <a:ext uri="{FF2B5EF4-FFF2-40B4-BE49-F238E27FC236}">
                  <a16:creationId xmlns:a16="http://schemas.microsoft.com/office/drawing/2014/main" id="{BCD386E7-02EC-254D-BABE-E0E7ECEBE799}"/>
                </a:ext>
              </a:extLst>
            </p:cNvPr>
            <p:cNvSpPr/>
            <p:nvPr/>
          </p:nvSpPr>
          <p:spPr>
            <a:xfrm>
              <a:off x="7270470" y="3451343"/>
              <a:ext cx="207672" cy="103420"/>
            </a:xfrm>
            <a:custGeom>
              <a:avLst/>
              <a:gdLst>
                <a:gd name="connsiteX0" fmla="*/ 197448 w 207672"/>
                <a:gd name="connsiteY0" fmla="*/ 0 h 103420"/>
                <a:gd name="connsiteX1" fmla="*/ 8945 w 207672"/>
                <a:gd name="connsiteY1" fmla="*/ 0 h 103420"/>
                <a:gd name="connsiteX2" fmla="*/ 7668 w 207672"/>
                <a:gd name="connsiteY2" fmla="*/ 1277 h 103420"/>
                <a:gd name="connsiteX3" fmla="*/ 0 w 207672"/>
                <a:gd name="connsiteY3" fmla="*/ 102782 h 103420"/>
                <a:gd name="connsiteX4" fmla="*/ 1278 w 207672"/>
                <a:gd name="connsiteY4" fmla="*/ 103421 h 103420"/>
                <a:gd name="connsiteX5" fmla="*/ 206395 w 207672"/>
                <a:gd name="connsiteY5" fmla="*/ 103421 h 103420"/>
                <a:gd name="connsiteX6" fmla="*/ 207673 w 207672"/>
                <a:gd name="connsiteY6" fmla="*/ 102144 h 103420"/>
                <a:gd name="connsiteX7" fmla="*/ 200005 w 207672"/>
                <a:gd name="connsiteY7" fmla="*/ 1277 h 103420"/>
                <a:gd name="connsiteX8" fmla="*/ 197448 w 207672"/>
                <a:gd name="connsiteY8" fmla="*/ 0 h 103420"/>
                <a:gd name="connsiteX9" fmla="*/ 130994 w 207672"/>
                <a:gd name="connsiteY9" fmla="*/ 49795 h 103420"/>
                <a:gd name="connsiteX10" fmla="*/ 88820 w 207672"/>
                <a:gd name="connsiteY10" fmla="*/ 70862 h 103420"/>
                <a:gd name="connsiteX11" fmla="*/ 86264 w 207672"/>
                <a:gd name="connsiteY11" fmla="*/ 71501 h 103420"/>
                <a:gd name="connsiteX12" fmla="*/ 79874 w 207672"/>
                <a:gd name="connsiteY12" fmla="*/ 65117 h 103420"/>
                <a:gd name="connsiteX13" fmla="*/ 79874 w 207672"/>
                <a:gd name="connsiteY13" fmla="*/ 22982 h 103420"/>
                <a:gd name="connsiteX14" fmla="*/ 86264 w 207672"/>
                <a:gd name="connsiteY14" fmla="*/ 16598 h 103420"/>
                <a:gd name="connsiteX15" fmla="*/ 88820 w 207672"/>
                <a:gd name="connsiteY15" fmla="*/ 17237 h 103420"/>
                <a:gd name="connsiteX16" fmla="*/ 130994 w 207672"/>
                <a:gd name="connsiteY16" fmla="*/ 38304 h 103420"/>
                <a:gd name="connsiteX17" fmla="*/ 134828 w 207672"/>
                <a:gd name="connsiteY17" fmla="*/ 44050 h 103420"/>
                <a:gd name="connsiteX18" fmla="*/ 130994 w 207672"/>
                <a:gd name="connsiteY18" fmla="*/ 49795 h 103420"/>
                <a:gd name="connsiteX19" fmla="*/ 130994 w 207672"/>
                <a:gd name="connsiteY19" fmla="*/ 49795 h 103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7672" h="103420">
                  <a:moveTo>
                    <a:pt x="197448" y="0"/>
                  </a:moveTo>
                  <a:lnTo>
                    <a:pt x="8945" y="0"/>
                  </a:lnTo>
                  <a:cubicBezTo>
                    <a:pt x="8306" y="0"/>
                    <a:pt x="7668" y="638"/>
                    <a:pt x="7668" y="1277"/>
                  </a:cubicBezTo>
                  <a:lnTo>
                    <a:pt x="0" y="102782"/>
                  </a:lnTo>
                  <a:cubicBezTo>
                    <a:pt x="0" y="102782"/>
                    <a:pt x="639" y="103421"/>
                    <a:pt x="1278" y="103421"/>
                  </a:cubicBezTo>
                  <a:cubicBezTo>
                    <a:pt x="67733" y="82354"/>
                    <a:pt x="139300" y="82354"/>
                    <a:pt x="206395" y="103421"/>
                  </a:cubicBezTo>
                  <a:cubicBezTo>
                    <a:pt x="207033" y="103421"/>
                    <a:pt x="207673" y="102782"/>
                    <a:pt x="207673" y="102144"/>
                  </a:cubicBezTo>
                  <a:lnTo>
                    <a:pt x="200005" y="1277"/>
                  </a:lnTo>
                  <a:cubicBezTo>
                    <a:pt x="198727" y="638"/>
                    <a:pt x="198088" y="0"/>
                    <a:pt x="197448" y="0"/>
                  </a:cubicBezTo>
                  <a:close/>
                  <a:moveTo>
                    <a:pt x="130994" y="49795"/>
                  </a:moveTo>
                  <a:lnTo>
                    <a:pt x="88820" y="70862"/>
                  </a:lnTo>
                  <a:cubicBezTo>
                    <a:pt x="88181" y="71501"/>
                    <a:pt x="86903" y="71501"/>
                    <a:pt x="86264" y="71501"/>
                  </a:cubicBezTo>
                  <a:cubicBezTo>
                    <a:pt x="82430" y="71501"/>
                    <a:pt x="79874" y="68947"/>
                    <a:pt x="79874" y="65117"/>
                  </a:cubicBezTo>
                  <a:lnTo>
                    <a:pt x="79874" y="22982"/>
                  </a:lnTo>
                  <a:cubicBezTo>
                    <a:pt x="79874" y="19152"/>
                    <a:pt x="83069" y="16598"/>
                    <a:pt x="86264" y="16598"/>
                  </a:cubicBezTo>
                  <a:cubicBezTo>
                    <a:pt x="87542" y="16598"/>
                    <a:pt x="88181" y="16598"/>
                    <a:pt x="88820" y="17237"/>
                  </a:cubicBezTo>
                  <a:lnTo>
                    <a:pt x="130994" y="38304"/>
                  </a:lnTo>
                  <a:cubicBezTo>
                    <a:pt x="132910" y="39581"/>
                    <a:pt x="134189" y="41496"/>
                    <a:pt x="134828" y="44050"/>
                  </a:cubicBezTo>
                  <a:cubicBezTo>
                    <a:pt x="134828" y="46603"/>
                    <a:pt x="133549" y="48518"/>
                    <a:pt x="130994" y="49795"/>
                  </a:cubicBezTo>
                  <a:lnTo>
                    <a:pt x="130994" y="49795"/>
                  </a:lnTo>
                  <a:close/>
                </a:path>
              </a:pathLst>
            </a:custGeom>
            <a:solidFill>
              <a:srgbClr val="26890D"/>
            </a:solidFill>
            <a:ln w="6390" cap="flat">
              <a:noFill/>
              <a:prstDash val="solid"/>
              <a:miter/>
            </a:ln>
          </p:spPr>
          <p:txBody>
            <a:bodyPr rtlCol="0" anchor="ctr"/>
            <a:lstStyle/>
            <a:p>
              <a:endParaRPr lang="en-US"/>
            </a:p>
          </p:txBody>
        </p:sp>
      </p:grpSp>
      <p:sp>
        <p:nvSpPr>
          <p:cNvPr id="1009" name="Graphic 4">
            <a:extLst>
              <a:ext uri="{FF2B5EF4-FFF2-40B4-BE49-F238E27FC236}">
                <a16:creationId xmlns:a16="http://schemas.microsoft.com/office/drawing/2014/main" id="{A7ACE2C1-023D-484E-B929-E0448D08225F}"/>
              </a:ext>
            </a:extLst>
          </p:cNvPr>
          <p:cNvSpPr/>
          <p:nvPr/>
        </p:nvSpPr>
        <p:spPr>
          <a:xfrm>
            <a:off x="905454" y="28557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180835 w 362309"/>
              <a:gd name="connsiteY6" fmla="*/ 259828 h 361971"/>
              <a:gd name="connsiteX7" fmla="*/ 168055 w 362309"/>
              <a:gd name="connsiteY7" fmla="*/ 247060 h 361971"/>
              <a:gd name="connsiteX8" fmla="*/ 180835 w 362309"/>
              <a:gd name="connsiteY8" fmla="*/ 234292 h 361971"/>
              <a:gd name="connsiteX9" fmla="*/ 193615 w 362309"/>
              <a:gd name="connsiteY9" fmla="*/ 247060 h 361971"/>
              <a:gd name="connsiteX10" fmla="*/ 180835 w 362309"/>
              <a:gd name="connsiteY10" fmla="*/ 259828 h 361971"/>
              <a:gd name="connsiteX11" fmla="*/ 219175 w 362309"/>
              <a:gd name="connsiteY11" fmla="*/ 218971 h 361971"/>
              <a:gd name="connsiteX12" fmla="*/ 210229 w 362309"/>
              <a:gd name="connsiteY12" fmla="*/ 218971 h 361971"/>
              <a:gd name="connsiteX13" fmla="*/ 152720 w 362309"/>
              <a:gd name="connsiteY13" fmla="*/ 218971 h 361971"/>
              <a:gd name="connsiteX14" fmla="*/ 143774 w 362309"/>
              <a:gd name="connsiteY14" fmla="*/ 218971 h 361971"/>
              <a:gd name="connsiteX15" fmla="*/ 143774 w 362309"/>
              <a:gd name="connsiteY15" fmla="*/ 210033 h 361971"/>
              <a:gd name="connsiteX16" fmla="*/ 143774 w 362309"/>
              <a:gd name="connsiteY16" fmla="*/ 210033 h 361971"/>
              <a:gd name="connsiteX17" fmla="*/ 181474 w 362309"/>
              <a:gd name="connsiteY17" fmla="*/ 194711 h 361971"/>
              <a:gd name="connsiteX18" fmla="*/ 219175 w 362309"/>
              <a:gd name="connsiteY18" fmla="*/ 210033 h 361971"/>
              <a:gd name="connsiteX19" fmla="*/ 219175 w 362309"/>
              <a:gd name="connsiteY19" fmla="*/ 218971 h 361971"/>
              <a:gd name="connsiteX20" fmla="*/ 219175 w 362309"/>
              <a:gd name="connsiteY20" fmla="*/ 218971 h 361971"/>
              <a:gd name="connsiteX21" fmla="*/ 252403 w 362309"/>
              <a:gd name="connsiteY21" fmla="*/ 185774 h 361971"/>
              <a:gd name="connsiteX22" fmla="*/ 243457 w 362309"/>
              <a:gd name="connsiteY22" fmla="*/ 185774 h 361971"/>
              <a:gd name="connsiteX23" fmla="*/ 181474 w 362309"/>
              <a:gd name="connsiteY23" fmla="*/ 160876 h 361971"/>
              <a:gd name="connsiteX24" fmla="*/ 125882 w 362309"/>
              <a:gd name="connsiteY24" fmla="*/ 185774 h 361971"/>
              <a:gd name="connsiteX25" fmla="*/ 116936 w 362309"/>
              <a:gd name="connsiteY25" fmla="*/ 185774 h 361971"/>
              <a:gd name="connsiteX26" fmla="*/ 116936 w 362309"/>
              <a:gd name="connsiteY26" fmla="*/ 176836 h 361971"/>
              <a:gd name="connsiteX27" fmla="*/ 180835 w 362309"/>
              <a:gd name="connsiteY27" fmla="*/ 148108 h 361971"/>
              <a:gd name="connsiteX28" fmla="*/ 251764 w 362309"/>
              <a:gd name="connsiteY28" fmla="*/ 176836 h 361971"/>
              <a:gd name="connsiteX29" fmla="*/ 252403 w 362309"/>
              <a:gd name="connsiteY29" fmla="*/ 185774 h 361971"/>
              <a:gd name="connsiteX30" fmla="*/ 252403 w 362309"/>
              <a:gd name="connsiteY30" fmla="*/ 185774 h 361971"/>
              <a:gd name="connsiteX31" fmla="*/ 279240 w 362309"/>
              <a:gd name="connsiteY31" fmla="*/ 152577 h 361971"/>
              <a:gd name="connsiteX32" fmla="*/ 270294 w 362309"/>
              <a:gd name="connsiteY32" fmla="*/ 152577 h 361971"/>
              <a:gd name="connsiteX33" fmla="*/ 97127 w 362309"/>
              <a:gd name="connsiteY33" fmla="*/ 148108 h 361971"/>
              <a:gd name="connsiteX34" fmla="*/ 92654 w 362309"/>
              <a:gd name="connsiteY34" fmla="*/ 152577 h 361971"/>
              <a:gd name="connsiteX35" fmla="*/ 83708 w 362309"/>
              <a:gd name="connsiteY35" fmla="*/ 153216 h 361971"/>
              <a:gd name="connsiteX36" fmla="*/ 83069 w 362309"/>
              <a:gd name="connsiteY36" fmla="*/ 144278 h 361971"/>
              <a:gd name="connsiteX37" fmla="*/ 83708 w 362309"/>
              <a:gd name="connsiteY37" fmla="*/ 143640 h 361971"/>
              <a:gd name="connsiteX38" fmla="*/ 274767 w 362309"/>
              <a:gd name="connsiteY38" fmla="*/ 139171 h 361971"/>
              <a:gd name="connsiteX39" fmla="*/ 279240 w 362309"/>
              <a:gd name="connsiteY39" fmla="*/ 143640 h 361971"/>
              <a:gd name="connsiteX40" fmla="*/ 279240 w 362309"/>
              <a:gd name="connsiteY40" fmla="*/ 152577 h 361971"/>
              <a:gd name="connsiteX41" fmla="*/ 279240 w 362309"/>
              <a:gd name="connsiteY41" fmla="*/ 15257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62309" h="361971">
                <a:moveTo>
                  <a:pt x="180835" y="0"/>
                </a:moveTo>
                <a:cubicBezTo>
                  <a:pt x="80513" y="0"/>
                  <a:pt x="0" y="81076"/>
                  <a:pt x="0" y="181305"/>
                </a:cubicBezTo>
                <a:cubicBezTo>
                  <a:pt x="0" y="281533"/>
                  <a:pt x="81152" y="361972"/>
                  <a:pt x="181474" y="361972"/>
                </a:cubicBezTo>
                <a:cubicBezTo>
                  <a:pt x="281157" y="361972"/>
                  <a:pt x="362309" y="280895"/>
                  <a:pt x="362309" y="180667"/>
                </a:cubicBezTo>
                <a:cubicBezTo>
                  <a:pt x="362309" y="80438"/>
                  <a:pt x="281157" y="0"/>
                  <a:pt x="180835" y="0"/>
                </a:cubicBezTo>
                <a:cubicBezTo>
                  <a:pt x="180835" y="0"/>
                  <a:pt x="180835" y="0"/>
                  <a:pt x="180835" y="0"/>
                </a:cubicBezTo>
                <a:close/>
                <a:moveTo>
                  <a:pt x="180835" y="259828"/>
                </a:moveTo>
                <a:cubicBezTo>
                  <a:pt x="173806" y="259828"/>
                  <a:pt x="168055" y="254082"/>
                  <a:pt x="168055" y="247060"/>
                </a:cubicBezTo>
                <a:cubicBezTo>
                  <a:pt x="168055" y="240038"/>
                  <a:pt x="173806" y="234292"/>
                  <a:pt x="180835" y="234292"/>
                </a:cubicBezTo>
                <a:cubicBezTo>
                  <a:pt x="187864" y="234292"/>
                  <a:pt x="193615" y="240038"/>
                  <a:pt x="193615" y="247060"/>
                </a:cubicBezTo>
                <a:cubicBezTo>
                  <a:pt x="193615" y="254082"/>
                  <a:pt x="187864" y="259828"/>
                  <a:pt x="180835" y="259828"/>
                </a:cubicBezTo>
                <a:close/>
                <a:moveTo>
                  <a:pt x="219175" y="218971"/>
                </a:moveTo>
                <a:cubicBezTo>
                  <a:pt x="216619" y="221524"/>
                  <a:pt x="212785" y="221524"/>
                  <a:pt x="210229" y="218971"/>
                </a:cubicBezTo>
                <a:cubicBezTo>
                  <a:pt x="194254" y="203649"/>
                  <a:pt x="168694" y="203649"/>
                  <a:pt x="152720" y="218971"/>
                </a:cubicBezTo>
                <a:cubicBezTo>
                  <a:pt x="150164" y="221524"/>
                  <a:pt x="146330" y="221524"/>
                  <a:pt x="143774" y="218971"/>
                </a:cubicBezTo>
                <a:cubicBezTo>
                  <a:pt x="141218" y="216417"/>
                  <a:pt x="141218" y="212587"/>
                  <a:pt x="143774" y="210033"/>
                </a:cubicBezTo>
                <a:lnTo>
                  <a:pt x="143774" y="210033"/>
                </a:lnTo>
                <a:cubicBezTo>
                  <a:pt x="153998" y="200457"/>
                  <a:pt x="167416" y="194711"/>
                  <a:pt x="181474" y="194711"/>
                </a:cubicBezTo>
                <a:cubicBezTo>
                  <a:pt x="195532" y="194711"/>
                  <a:pt x="208951" y="200457"/>
                  <a:pt x="219175" y="210033"/>
                </a:cubicBezTo>
                <a:cubicBezTo>
                  <a:pt x="221731" y="212587"/>
                  <a:pt x="221731" y="216417"/>
                  <a:pt x="219175" y="218971"/>
                </a:cubicBezTo>
                <a:cubicBezTo>
                  <a:pt x="219175" y="218971"/>
                  <a:pt x="219175" y="218971"/>
                  <a:pt x="219175" y="218971"/>
                </a:cubicBezTo>
                <a:close/>
                <a:moveTo>
                  <a:pt x="252403" y="185774"/>
                </a:moveTo>
                <a:cubicBezTo>
                  <a:pt x="249847" y="188327"/>
                  <a:pt x="246013" y="188327"/>
                  <a:pt x="243457" y="185774"/>
                </a:cubicBezTo>
                <a:cubicBezTo>
                  <a:pt x="226843" y="169814"/>
                  <a:pt x="204478" y="160876"/>
                  <a:pt x="181474" y="160876"/>
                </a:cubicBezTo>
                <a:cubicBezTo>
                  <a:pt x="160387" y="160876"/>
                  <a:pt x="139940" y="169814"/>
                  <a:pt x="125882" y="185774"/>
                </a:cubicBezTo>
                <a:cubicBezTo>
                  <a:pt x="123326" y="188327"/>
                  <a:pt x="119492" y="188327"/>
                  <a:pt x="116936" y="185774"/>
                </a:cubicBezTo>
                <a:cubicBezTo>
                  <a:pt x="114380" y="183220"/>
                  <a:pt x="114380" y="179390"/>
                  <a:pt x="116936" y="176836"/>
                </a:cubicBezTo>
                <a:cubicBezTo>
                  <a:pt x="133550" y="158961"/>
                  <a:pt x="156553" y="148108"/>
                  <a:pt x="180835" y="148108"/>
                </a:cubicBezTo>
                <a:cubicBezTo>
                  <a:pt x="207034" y="148108"/>
                  <a:pt x="232594" y="158323"/>
                  <a:pt x="251764" y="176836"/>
                </a:cubicBezTo>
                <a:cubicBezTo>
                  <a:pt x="254320" y="178752"/>
                  <a:pt x="254320" y="182582"/>
                  <a:pt x="252403" y="185774"/>
                </a:cubicBezTo>
                <a:lnTo>
                  <a:pt x="252403" y="185774"/>
                </a:lnTo>
                <a:close/>
                <a:moveTo>
                  <a:pt x="279240" y="152577"/>
                </a:moveTo>
                <a:cubicBezTo>
                  <a:pt x="276684" y="155131"/>
                  <a:pt x="272850" y="155131"/>
                  <a:pt x="270294" y="152577"/>
                </a:cubicBezTo>
                <a:cubicBezTo>
                  <a:pt x="223648" y="103420"/>
                  <a:pt x="146330" y="101505"/>
                  <a:pt x="97127" y="148108"/>
                </a:cubicBezTo>
                <a:cubicBezTo>
                  <a:pt x="95849" y="149385"/>
                  <a:pt x="93932" y="150662"/>
                  <a:pt x="92654" y="152577"/>
                </a:cubicBezTo>
                <a:cubicBezTo>
                  <a:pt x="90098" y="155131"/>
                  <a:pt x="86264" y="155769"/>
                  <a:pt x="83708" y="153216"/>
                </a:cubicBezTo>
                <a:cubicBezTo>
                  <a:pt x="81152" y="150662"/>
                  <a:pt x="80513" y="146832"/>
                  <a:pt x="83069" y="144278"/>
                </a:cubicBezTo>
                <a:cubicBezTo>
                  <a:pt x="83069" y="144278"/>
                  <a:pt x="83708" y="143640"/>
                  <a:pt x="83708" y="143640"/>
                </a:cubicBezTo>
                <a:cubicBezTo>
                  <a:pt x="135467" y="90014"/>
                  <a:pt x="220453" y="87460"/>
                  <a:pt x="274767" y="139171"/>
                </a:cubicBezTo>
                <a:cubicBezTo>
                  <a:pt x="276045" y="140448"/>
                  <a:pt x="277962" y="142363"/>
                  <a:pt x="279240" y="143640"/>
                </a:cubicBezTo>
                <a:cubicBezTo>
                  <a:pt x="281157" y="146193"/>
                  <a:pt x="281157" y="150024"/>
                  <a:pt x="279240" y="152577"/>
                </a:cubicBezTo>
                <a:lnTo>
                  <a:pt x="279240" y="152577"/>
                </a:lnTo>
                <a:close/>
              </a:path>
            </a:pathLst>
          </a:custGeom>
          <a:solidFill>
            <a:srgbClr val="86BC25"/>
          </a:solidFill>
          <a:ln w="6390" cap="flat">
            <a:noFill/>
            <a:prstDash val="solid"/>
            <a:miter/>
          </a:ln>
        </p:spPr>
        <p:txBody>
          <a:bodyPr rtlCol="0" anchor="ctr"/>
          <a:lstStyle/>
          <a:p>
            <a:endParaRPr lang="en-US"/>
          </a:p>
        </p:txBody>
      </p:sp>
      <p:grpSp>
        <p:nvGrpSpPr>
          <p:cNvPr id="1010" name="Graphic 4">
            <a:extLst>
              <a:ext uri="{FF2B5EF4-FFF2-40B4-BE49-F238E27FC236}">
                <a16:creationId xmlns:a16="http://schemas.microsoft.com/office/drawing/2014/main" id="{6C3736CD-129C-4341-8FFD-1C2B71F0B67D}"/>
              </a:ext>
            </a:extLst>
          </p:cNvPr>
          <p:cNvGrpSpPr/>
          <p:nvPr/>
        </p:nvGrpSpPr>
        <p:grpSpPr>
          <a:xfrm>
            <a:off x="905454" y="918179"/>
            <a:ext cx="362309" cy="361971"/>
            <a:chOff x="905454" y="918179"/>
            <a:chExt cx="362309" cy="361971"/>
          </a:xfrm>
          <a:solidFill>
            <a:srgbClr val="86BC25"/>
          </a:solidFill>
        </p:grpSpPr>
        <p:sp>
          <p:nvSpPr>
            <p:cNvPr id="1011" name="Graphic 4">
              <a:extLst>
                <a:ext uri="{FF2B5EF4-FFF2-40B4-BE49-F238E27FC236}">
                  <a16:creationId xmlns:a16="http://schemas.microsoft.com/office/drawing/2014/main" id="{444F9155-2435-3144-996F-435E7BD2BC24}"/>
                </a:ext>
              </a:extLst>
            </p:cNvPr>
            <p:cNvSpPr/>
            <p:nvPr/>
          </p:nvSpPr>
          <p:spPr>
            <a:xfrm>
              <a:off x="1092679" y="1003724"/>
              <a:ext cx="40256" cy="79799"/>
            </a:xfrm>
            <a:custGeom>
              <a:avLst/>
              <a:gdLst>
                <a:gd name="connsiteX0" fmla="*/ 0 w 40256"/>
                <a:gd name="connsiteY0" fmla="*/ 79800 h 79799"/>
                <a:gd name="connsiteX1" fmla="*/ 40257 w 40256"/>
                <a:gd name="connsiteY1" fmla="*/ 40219 h 79799"/>
                <a:gd name="connsiteX2" fmla="*/ 0 w 40256"/>
                <a:gd name="connsiteY2" fmla="*/ 0 h 79799"/>
              </a:gdLst>
              <a:ahLst/>
              <a:cxnLst>
                <a:cxn ang="0">
                  <a:pos x="connsiteX0" y="connsiteY0"/>
                </a:cxn>
                <a:cxn ang="0">
                  <a:pos x="connsiteX1" y="connsiteY1"/>
                </a:cxn>
                <a:cxn ang="0">
                  <a:pos x="connsiteX2" y="connsiteY2"/>
                </a:cxn>
              </a:cxnLst>
              <a:rect l="l" t="t" r="r" b="b"/>
              <a:pathLst>
                <a:path w="40256" h="79799">
                  <a:moveTo>
                    <a:pt x="0" y="79800"/>
                  </a:moveTo>
                  <a:lnTo>
                    <a:pt x="40257" y="40219"/>
                  </a:lnTo>
                  <a:lnTo>
                    <a:pt x="0" y="0"/>
                  </a:lnTo>
                  <a:close/>
                </a:path>
              </a:pathLst>
            </a:custGeom>
            <a:solidFill>
              <a:srgbClr val="86BC25"/>
            </a:solidFill>
            <a:ln w="6390" cap="flat">
              <a:noFill/>
              <a:prstDash val="solid"/>
              <a:miter/>
            </a:ln>
          </p:spPr>
          <p:txBody>
            <a:bodyPr rtlCol="0" anchor="ctr"/>
            <a:lstStyle/>
            <a:p>
              <a:endParaRPr lang="en-US"/>
            </a:p>
          </p:txBody>
        </p:sp>
        <p:sp>
          <p:nvSpPr>
            <p:cNvPr id="1012" name="Graphic 4">
              <a:extLst>
                <a:ext uri="{FF2B5EF4-FFF2-40B4-BE49-F238E27FC236}">
                  <a16:creationId xmlns:a16="http://schemas.microsoft.com/office/drawing/2014/main" id="{F342350F-897C-E446-B76C-ED1ABE80AC44}"/>
                </a:ext>
              </a:extLst>
            </p:cNvPr>
            <p:cNvSpPr/>
            <p:nvPr/>
          </p:nvSpPr>
          <p:spPr>
            <a:xfrm>
              <a:off x="1092679" y="1114167"/>
              <a:ext cx="40256" cy="79799"/>
            </a:xfrm>
            <a:custGeom>
              <a:avLst/>
              <a:gdLst>
                <a:gd name="connsiteX0" fmla="*/ 0 w 40256"/>
                <a:gd name="connsiteY0" fmla="*/ 79800 h 79799"/>
                <a:gd name="connsiteX1" fmla="*/ 40257 w 40256"/>
                <a:gd name="connsiteY1" fmla="*/ 40219 h 79799"/>
                <a:gd name="connsiteX2" fmla="*/ 0 w 40256"/>
                <a:gd name="connsiteY2" fmla="*/ 0 h 79799"/>
              </a:gdLst>
              <a:ahLst/>
              <a:cxnLst>
                <a:cxn ang="0">
                  <a:pos x="connsiteX0" y="connsiteY0"/>
                </a:cxn>
                <a:cxn ang="0">
                  <a:pos x="connsiteX1" y="connsiteY1"/>
                </a:cxn>
                <a:cxn ang="0">
                  <a:pos x="connsiteX2" y="connsiteY2"/>
                </a:cxn>
              </a:cxnLst>
              <a:rect l="l" t="t" r="r" b="b"/>
              <a:pathLst>
                <a:path w="40256" h="79799">
                  <a:moveTo>
                    <a:pt x="0" y="79800"/>
                  </a:moveTo>
                  <a:lnTo>
                    <a:pt x="40257" y="40219"/>
                  </a:lnTo>
                  <a:lnTo>
                    <a:pt x="0" y="0"/>
                  </a:lnTo>
                  <a:close/>
                </a:path>
              </a:pathLst>
            </a:custGeom>
            <a:solidFill>
              <a:srgbClr val="86BC25"/>
            </a:solidFill>
            <a:ln w="6390" cap="flat">
              <a:noFill/>
              <a:prstDash val="solid"/>
              <a:miter/>
            </a:ln>
          </p:spPr>
          <p:txBody>
            <a:bodyPr rtlCol="0" anchor="ctr"/>
            <a:lstStyle/>
            <a:p>
              <a:endParaRPr lang="en-US"/>
            </a:p>
          </p:txBody>
        </p:sp>
        <p:sp>
          <p:nvSpPr>
            <p:cNvPr id="1013" name="Graphic 4">
              <a:extLst>
                <a:ext uri="{FF2B5EF4-FFF2-40B4-BE49-F238E27FC236}">
                  <a16:creationId xmlns:a16="http://schemas.microsoft.com/office/drawing/2014/main" id="{14649856-E629-1B4A-95E3-0009AC6D7251}"/>
                </a:ext>
              </a:extLst>
            </p:cNvPr>
            <p:cNvSpPr/>
            <p:nvPr/>
          </p:nvSpPr>
          <p:spPr>
            <a:xfrm>
              <a:off x="905454" y="918179"/>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240901 w 362309"/>
                <a:gd name="connsiteY6" fmla="*/ 231739 h 361971"/>
                <a:gd name="connsiteX7" fmla="*/ 242818 w 362309"/>
                <a:gd name="connsiteY7" fmla="*/ 236207 h 361971"/>
                <a:gd name="connsiteX8" fmla="*/ 240901 w 362309"/>
                <a:gd name="connsiteY8" fmla="*/ 240676 h 361971"/>
                <a:gd name="connsiteX9" fmla="*/ 185947 w 362309"/>
                <a:gd name="connsiteY9" fmla="*/ 295578 h 361971"/>
                <a:gd name="connsiteX10" fmla="*/ 181474 w 362309"/>
                <a:gd name="connsiteY10" fmla="*/ 297494 h 361971"/>
                <a:gd name="connsiteX11" fmla="*/ 178918 w 362309"/>
                <a:gd name="connsiteY11" fmla="*/ 296855 h 361971"/>
                <a:gd name="connsiteX12" fmla="*/ 175084 w 362309"/>
                <a:gd name="connsiteY12" fmla="*/ 291110 h 361971"/>
                <a:gd name="connsiteX13" fmla="*/ 175084 w 362309"/>
                <a:gd name="connsiteY13" fmla="*/ 195988 h 361971"/>
                <a:gd name="connsiteX14" fmla="*/ 130994 w 362309"/>
                <a:gd name="connsiteY14" fmla="*/ 240038 h 361971"/>
                <a:gd name="connsiteX15" fmla="*/ 122048 w 362309"/>
                <a:gd name="connsiteY15" fmla="*/ 240038 h 361971"/>
                <a:gd name="connsiteX16" fmla="*/ 122048 w 362309"/>
                <a:gd name="connsiteY16" fmla="*/ 240038 h 361971"/>
                <a:gd name="connsiteX17" fmla="*/ 122048 w 362309"/>
                <a:gd name="connsiteY17" fmla="*/ 231100 h 361971"/>
                <a:gd name="connsiteX18" fmla="*/ 172528 w 362309"/>
                <a:gd name="connsiteY18" fmla="*/ 180667 h 361971"/>
                <a:gd name="connsiteX19" fmla="*/ 122048 w 362309"/>
                <a:gd name="connsiteY19" fmla="*/ 129595 h 361971"/>
                <a:gd name="connsiteX20" fmla="*/ 122048 w 362309"/>
                <a:gd name="connsiteY20" fmla="*/ 120657 h 361971"/>
                <a:gd name="connsiteX21" fmla="*/ 130994 w 362309"/>
                <a:gd name="connsiteY21" fmla="*/ 120657 h 361971"/>
                <a:gd name="connsiteX22" fmla="*/ 130994 w 362309"/>
                <a:gd name="connsiteY22" fmla="*/ 120657 h 361971"/>
                <a:gd name="connsiteX23" fmla="*/ 175084 w 362309"/>
                <a:gd name="connsiteY23" fmla="*/ 165345 h 361971"/>
                <a:gd name="connsiteX24" fmla="*/ 175084 w 362309"/>
                <a:gd name="connsiteY24" fmla="*/ 70224 h 361971"/>
                <a:gd name="connsiteX25" fmla="*/ 181474 w 362309"/>
                <a:gd name="connsiteY25" fmla="*/ 63840 h 361971"/>
                <a:gd name="connsiteX26" fmla="*/ 185947 w 362309"/>
                <a:gd name="connsiteY26" fmla="*/ 65755 h 361971"/>
                <a:gd name="connsiteX27" fmla="*/ 240901 w 362309"/>
                <a:gd name="connsiteY27" fmla="*/ 120657 h 361971"/>
                <a:gd name="connsiteX28" fmla="*/ 242818 w 362309"/>
                <a:gd name="connsiteY28" fmla="*/ 125126 h 361971"/>
                <a:gd name="connsiteX29" fmla="*/ 240901 w 362309"/>
                <a:gd name="connsiteY29" fmla="*/ 129595 h 361971"/>
                <a:gd name="connsiteX30" fmla="*/ 190420 w 362309"/>
                <a:gd name="connsiteY30" fmla="*/ 180667 h 361971"/>
                <a:gd name="connsiteX31" fmla="*/ 240901 w 362309"/>
                <a:gd name="connsiteY31" fmla="*/ 23173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1157" y="0"/>
                    <a:pt x="180835" y="0"/>
                  </a:cubicBezTo>
                  <a:cubicBezTo>
                    <a:pt x="180835" y="0"/>
                    <a:pt x="180835" y="0"/>
                    <a:pt x="180835" y="0"/>
                  </a:cubicBezTo>
                  <a:close/>
                  <a:moveTo>
                    <a:pt x="240901" y="231739"/>
                  </a:moveTo>
                  <a:cubicBezTo>
                    <a:pt x="242179" y="233015"/>
                    <a:pt x="242818" y="234292"/>
                    <a:pt x="242818" y="236207"/>
                  </a:cubicBezTo>
                  <a:cubicBezTo>
                    <a:pt x="242818" y="238123"/>
                    <a:pt x="242179" y="239399"/>
                    <a:pt x="240901" y="240676"/>
                  </a:cubicBezTo>
                  <a:lnTo>
                    <a:pt x="185947" y="295578"/>
                  </a:lnTo>
                  <a:cubicBezTo>
                    <a:pt x="184669" y="296855"/>
                    <a:pt x="183391" y="297494"/>
                    <a:pt x="181474" y="297494"/>
                  </a:cubicBezTo>
                  <a:cubicBezTo>
                    <a:pt x="180835" y="297494"/>
                    <a:pt x="179557" y="297494"/>
                    <a:pt x="178918" y="296855"/>
                  </a:cubicBezTo>
                  <a:cubicBezTo>
                    <a:pt x="176362" y="295578"/>
                    <a:pt x="175084" y="293663"/>
                    <a:pt x="175084" y="291110"/>
                  </a:cubicBezTo>
                  <a:lnTo>
                    <a:pt x="175084" y="195988"/>
                  </a:lnTo>
                  <a:lnTo>
                    <a:pt x="130994" y="240038"/>
                  </a:lnTo>
                  <a:cubicBezTo>
                    <a:pt x="128438" y="242591"/>
                    <a:pt x="124604" y="242591"/>
                    <a:pt x="122048" y="240038"/>
                  </a:cubicBezTo>
                  <a:cubicBezTo>
                    <a:pt x="122048" y="240038"/>
                    <a:pt x="122048" y="240038"/>
                    <a:pt x="122048" y="240038"/>
                  </a:cubicBezTo>
                  <a:cubicBezTo>
                    <a:pt x="119492" y="237484"/>
                    <a:pt x="119492" y="233654"/>
                    <a:pt x="122048" y="231100"/>
                  </a:cubicBezTo>
                  <a:lnTo>
                    <a:pt x="172528" y="180667"/>
                  </a:lnTo>
                  <a:lnTo>
                    <a:pt x="122048" y="129595"/>
                  </a:lnTo>
                  <a:cubicBezTo>
                    <a:pt x="119492" y="127041"/>
                    <a:pt x="119492" y="123211"/>
                    <a:pt x="122048" y="120657"/>
                  </a:cubicBezTo>
                  <a:cubicBezTo>
                    <a:pt x="124604" y="118104"/>
                    <a:pt x="128438" y="118104"/>
                    <a:pt x="130994" y="120657"/>
                  </a:cubicBezTo>
                  <a:cubicBezTo>
                    <a:pt x="130994" y="120657"/>
                    <a:pt x="130994" y="120657"/>
                    <a:pt x="130994" y="120657"/>
                  </a:cubicBezTo>
                  <a:lnTo>
                    <a:pt x="175084" y="165345"/>
                  </a:lnTo>
                  <a:lnTo>
                    <a:pt x="175084" y="70224"/>
                  </a:lnTo>
                  <a:cubicBezTo>
                    <a:pt x="175084" y="66393"/>
                    <a:pt x="177640" y="63840"/>
                    <a:pt x="181474" y="63840"/>
                  </a:cubicBezTo>
                  <a:cubicBezTo>
                    <a:pt x="183391" y="63840"/>
                    <a:pt x="184669" y="64478"/>
                    <a:pt x="185947" y="65755"/>
                  </a:cubicBezTo>
                  <a:lnTo>
                    <a:pt x="240901" y="120657"/>
                  </a:lnTo>
                  <a:cubicBezTo>
                    <a:pt x="242179" y="121934"/>
                    <a:pt x="242818" y="123211"/>
                    <a:pt x="242818" y="125126"/>
                  </a:cubicBezTo>
                  <a:cubicBezTo>
                    <a:pt x="242818" y="127041"/>
                    <a:pt x="242179" y="128318"/>
                    <a:pt x="240901" y="129595"/>
                  </a:cubicBezTo>
                  <a:lnTo>
                    <a:pt x="190420" y="180667"/>
                  </a:lnTo>
                  <a:lnTo>
                    <a:pt x="240901" y="231739"/>
                  </a:lnTo>
                  <a:close/>
                </a:path>
              </a:pathLst>
            </a:custGeom>
            <a:solidFill>
              <a:srgbClr val="86BC25"/>
            </a:solidFill>
            <a:ln w="6390" cap="flat">
              <a:noFill/>
              <a:prstDash val="solid"/>
              <a:miter/>
            </a:ln>
          </p:spPr>
          <p:txBody>
            <a:bodyPr rtlCol="0" anchor="ctr"/>
            <a:lstStyle/>
            <a:p>
              <a:endParaRPr lang="en-US"/>
            </a:p>
          </p:txBody>
        </p:sp>
      </p:grpSp>
      <p:grpSp>
        <p:nvGrpSpPr>
          <p:cNvPr id="1014" name="Graphic 4">
            <a:extLst>
              <a:ext uri="{FF2B5EF4-FFF2-40B4-BE49-F238E27FC236}">
                <a16:creationId xmlns:a16="http://schemas.microsoft.com/office/drawing/2014/main" id="{BD682E1C-76CA-C646-9B28-6797640C214C}"/>
              </a:ext>
            </a:extLst>
          </p:cNvPr>
          <p:cNvGrpSpPr/>
          <p:nvPr/>
        </p:nvGrpSpPr>
        <p:grpSpPr>
          <a:xfrm>
            <a:off x="905454" y="1402723"/>
            <a:ext cx="362309" cy="361971"/>
            <a:chOff x="905454" y="1402723"/>
            <a:chExt cx="362309" cy="361971"/>
          </a:xfrm>
          <a:solidFill>
            <a:srgbClr val="86BC25"/>
          </a:solidFill>
        </p:grpSpPr>
        <p:sp>
          <p:nvSpPr>
            <p:cNvPr id="1015" name="Graphic 4">
              <a:extLst>
                <a:ext uri="{FF2B5EF4-FFF2-40B4-BE49-F238E27FC236}">
                  <a16:creationId xmlns:a16="http://schemas.microsoft.com/office/drawing/2014/main" id="{E041B7E4-D81F-E442-968C-48CC864221A8}"/>
                </a:ext>
              </a:extLst>
            </p:cNvPr>
            <p:cNvSpPr/>
            <p:nvPr/>
          </p:nvSpPr>
          <p:spPr>
            <a:xfrm>
              <a:off x="1039066" y="1508059"/>
              <a:ext cx="94507" cy="94419"/>
            </a:xfrm>
            <a:custGeom>
              <a:avLst/>
              <a:gdLst>
                <a:gd name="connsiteX0" fmla="*/ 17190 w 94507"/>
                <a:gd name="connsiteY0" fmla="*/ 77246 h 94419"/>
                <a:gd name="connsiteX1" fmla="*/ 94508 w 94507"/>
                <a:gd name="connsiteY1" fmla="*/ 81715 h 94419"/>
                <a:gd name="connsiteX2" fmla="*/ 12717 w 94507"/>
                <a:gd name="connsiteY2" fmla="*/ 0 h 94419"/>
                <a:gd name="connsiteX3" fmla="*/ 17190 w 94507"/>
                <a:gd name="connsiteY3" fmla="*/ 77246 h 94419"/>
              </a:gdLst>
              <a:ahLst/>
              <a:cxnLst>
                <a:cxn ang="0">
                  <a:pos x="connsiteX0" y="connsiteY0"/>
                </a:cxn>
                <a:cxn ang="0">
                  <a:pos x="connsiteX1" y="connsiteY1"/>
                </a:cxn>
                <a:cxn ang="0">
                  <a:pos x="connsiteX2" y="connsiteY2"/>
                </a:cxn>
                <a:cxn ang="0">
                  <a:pos x="connsiteX3" y="connsiteY3"/>
                </a:cxn>
              </a:cxnLst>
              <a:rect l="l" t="t" r="r" b="b"/>
              <a:pathLst>
                <a:path w="94507" h="94419">
                  <a:moveTo>
                    <a:pt x="17190" y="77246"/>
                  </a:moveTo>
                  <a:cubicBezTo>
                    <a:pt x="38276" y="98313"/>
                    <a:pt x="71504" y="100229"/>
                    <a:pt x="94508" y="81715"/>
                  </a:cubicBezTo>
                  <a:lnTo>
                    <a:pt x="12717" y="0"/>
                  </a:lnTo>
                  <a:cubicBezTo>
                    <a:pt x="-5814" y="22982"/>
                    <a:pt x="-3897" y="56179"/>
                    <a:pt x="17190" y="77246"/>
                  </a:cubicBezTo>
                  <a:close/>
                </a:path>
              </a:pathLst>
            </a:custGeom>
            <a:solidFill>
              <a:srgbClr val="86BC25"/>
            </a:solidFill>
            <a:ln w="6390" cap="flat">
              <a:noFill/>
              <a:prstDash val="solid"/>
              <a:miter/>
            </a:ln>
          </p:spPr>
          <p:txBody>
            <a:bodyPr rtlCol="0" anchor="ctr"/>
            <a:lstStyle/>
            <a:p>
              <a:endParaRPr lang="en-US"/>
            </a:p>
          </p:txBody>
        </p:sp>
        <p:sp>
          <p:nvSpPr>
            <p:cNvPr id="1016" name="Graphic 4">
              <a:extLst>
                <a:ext uri="{FF2B5EF4-FFF2-40B4-BE49-F238E27FC236}">
                  <a16:creationId xmlns:a16="http://schemas.microsoft.com/office/drawing/2014/main" id="{255CFD02-F33B-4946-BBA1-7AB65460749E}"/>
                </a:ext>
              </a:extLst>
            </p:cNvPr>
            <p:cNvSpPr/>
            <p:nvPr/>
          </p:nvSpPr>
          <p:spPr>
            <a:xfrm>
              <a:off x="1035169" y="1617863"/>
              <a:ext cx="46007" cy="63839"/>
            </a:xfrm>
            <a:custGeom>
              <a:avLst/>
              <a:gdLst>
                <a:gd name="connsiteX0" fmla="*/ 0 w 46007"/>
                <a:gd name="connsiteY0" fmla="*/ 63840 h 63839"/>
                <a:gd name="connsiteX1" fmla="*/ 46008 w 46007"/>
                <a:gd name="connsiteY1" fmla="*/ 63840 h 63839"/>
                <a:gd name="connsiteX2" fmla="*/ 23004 w 46007"/>
                <a:gd name="connsiteY2" fmla="*/ 0 h 63839"/>
              </a:gdLst>
              <a:ahLst/>
              <a:cxnLst>
                <a:cxn ang="0">
                  <a:pos x="connsiteX0" y="connsiteY0"/>
                </a:cxn>
                <a:cxn ang="0">
                  <a:pos x="connsiteX1" y="connsiteY1"/>
                </a:cxn>
                <a:cxn ang="0">
                  <a:pos x="connsiteX2" y="connsiteY2"/>
                </a:cxn>
              </a:cxnLst>
              <a:rect l="l" t="t" r="r" b="b"/>
              <a:pathLst>
                <a:path w="46007" h="63839">
                  <a:moveTo>
                    <a:pt x="0" y="63840"/>
                  </a:moveTo>
                  <a:lnTo>
                    <a:pt x="46008" y="63840"/>
                  </a:lnTo>
                  <a:lnTo>
                    <a:pt x="23004" y="0"/>
                  </a:lnTo>
                  <a:close/>
                </a:path>
              </a:pathLst>
            </a:custGeom>
            <a:solidFill>
              <a:srgbClr val="86BC25"/>
            </a:solidFill>
            <a:ln w="6390" cap="flat">
              <a:noFill/>
              <a:prstDash val="solid"/>
              <a:miter/>
            </a:ln>
          </p:spPr>
          <p:txBody>
            <a:bodyPr rtlCol="0" anchor="ctr"/>
            <a:lstStyle/>
            <a:p>
              <a:endParaRPr lang="en-US"/>
            </a:p>
          </p:txBody>
        </p:sp>
        <p:sp>
          <p:nvSpPr>
            <p:cNvPr id="1017" name="Graphic 4">
              <a:extLst>
                <a:ext uri="{FF2B5EF4-FFF2-40B4-BE49-F238E27FC236}">
                  <a16:creationId xmlns:a16="http://schemas.microsoft.com/office/drawing/2014/main" id="{41203639-FA0B-EE42-AADE-61DA1E88369B}"/>
                </a:ext>
              </a:extLst>
            </p:cNvPr>
            <p:cNvSpPr/>
            <p:nvPr/>
          </p:nvSpPr>
          <p:spPr>
            <a:xfrm>
              <a:off x="905454" y="1402723"/>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362309 w 362309"/>
                <a:gd name="connsiteY4" fmla="*/ 181305 h 361971"/>
                <a:gd name="connsiteX5" fmla="*/ 180835 w 362309"/>
                <a:gd name="connsiteY5" fmla="*/ 0 h 361971"/>
                <a:gd name="connsiteX6" fmla="*/ 241540 w 362309"/>
                <a:gd name="connsiteY6" fmla="*/ 191519 h 361971"/>
                <a:gd name="connsiteX7" fmla="*/ 191698 w 362309"/>
                <a:gd name="connsiteY7" fmla="*/ 211948 h 361971"/>
                <a:gd name="connsiteX8" fmla="*/ 162943 w 362309"/>
                <a:gd name="connsiteY8" fmla="*/ 206203 h 361971"/>
                <a:gd name="connsiteX9" fmla="*/ 189142 w 362309"/>
                <a:gd name="connsiteY9" fmla="*/ 278342 h 361971"/>
                <a:gd name="connsiteX10" fmla="*/ 200644 w 362309"/>
                <a:gd name="connsiteY10" fmla="*/ 278342 h 361971"/>
                <a:gd name="connsiteX11" fmla="*/ 207034 w 362309"/>
                <a:gd name="connsiteY11" fmla="*/ 284726 h 361971"/>
                <a:gd name="connsiteX12" fmla="*/ 200644 w 362309"/>
                <a:gd name="connsiteY12" fmla="*/ 291110 h 361971"/>
                <a:gd name="connsiteX13" fmla="*/ 104156 w 362309"/>
                <a:gd name="connsiteY13" fmla="*/ 291110 h 361971"/>
                <a:gd name="connsiteX14" fmla="*/ 97766 w 362309"/>
                <a:gd name="connsiteY14" fmla="*/ 284726 h 361971"/>
                <a:gd name="connsiteX15" fmla="*/ 104156 w 362309"/>
                <a:gd name="connsiteY15" fmla="*/ 278342 h 361971"/>
                <a:gd name="connsiteX16" fmla="*/ 115658 w 362309"/>
                <a:gd name="connsiteY16" fmla="*/ 278342 h 361971"/>
                <a:gd name="connsiteX17" fmla="*/ 145691 w 362309"/>
                <a:gd name="connsiteY17" fmla="*/ 195350 h 361971"/>
                <a:gd name="connsiteX18" fmla="*/ 141218 w 362309"/>
                <a:gd name="connsiteY18" fmla="*/ 190881 h 361971"/>
                <a:gd name="connsiteX19" fmla="*/ 141218 w 362309"/>
                <a:gd name="connsiteY19" fmla="*/ 90653 h 361971"/>
                <a:gd name="connsiteX20" fmla="*/ 150164 w 362309"/>
                <a:gd name="connsiteY20" fmla="*/ 90653 h 361971"/>
                <a:gd name="connsiteX21" fmla="*/ 191059 w 362309"/>
                <a:gd name="connsiteY21" fmla="*/ 131510 h 361971"/>
                <a:gd name="connsiteX22" fmla="*/ 196171 w 362309"/>
                <a:gd name="connsiteY22" fmla="*/ 126403 h 361971"/>
                <a:gd name="connsiteX23" fmla="*/ 205117 w 362309"/>
                <a:gd name="connsiteY23" fmla="*/ 126403 h 361971"/>
                <a:gd name="connsiteX24" fmla="*/ 205117 w 362309"/>
                <a:gd name="connsiteY24" fmla="*/ 135340 h 361971"/>
                <a:gd name="connsiteX25" fmla="*/ 205117 w 362309"/>
                <a:gd name="connsiteY25" fmla="*/ 135340 h 361971"/>
                <a:gd name="connsiteX26" fmla="*/ 200005 w 362309"/>
                <a:gd name="connsiteY26" fmla="*/ 140448 h 361971"/>
                <a:gd name="connsiteX27" fmla="*/ 240901 w 362309"/>
                <a:gd name="connsiteY27" fmla="*/ 181305 h 361971"/>
                <a:gd name="connsiteX28" fmla="*/ 241540 w 362309"/>
                <a:gd name="connsiteY28" fmla="*/ 191519 h 361971"/>
                <a:gd name="connsiteX29" fmla="*/ 241540 w 362309"/>
                <a:gd name="connsiteY29" fmla="*/ 191519 h 361971"/>
                <a:gd name="connsiteX30" fmla="*/ 241540 w 362309"/>
                <a:gd name="connsiteY30" fmla="*/ 191519 h 361971"/>
                <a:gd name="connsiteX31" fmla="*/ 194893 w 362309"/>
                <a:gd name="connsiteY31" fmla="*/ 107889 h 361971"/>
                <a:gd name="connsiteX32" fmla="*/ 201283 w 362309"/>
                <a:gd name="connsiteY32" fmla="*/ 101505 h 361971"/>
                <a:gd name="connsiteX33" fmla="*/ 231955 w 362309"/>
                <a:gd name="connsiteY33" fmla="*/ 132148 h 361971"/>
                <a:gd name="connsiteX34" fmla="*/ 225565 w 362309"/>
                <a:gd name="connsiteY34" fmla="*/ 138532 h 361971"/>
                <a:gd name="connsiteX35" fmla="*/ 219175 w 362309"/>
                <a:gd name="connsiteY35" fmla="*/ 132148 h 361971"/>
                <a:gd name="connsiteX36" fmla="*/ 201283 w 362309"/>
                <a:gd name="connsiteY36" fmla="*/ 114273 h 361971"/>
                <a:gd name="connsiteX37" fmla="*/ 194893 w 362309"/>
                <a:gd name="connsiteY37" fmla="*/ 107889 h 361971"/>
                <a:gd name="connsiteX38" fmla="*/ 257514 w 362309"/>
                <a:gd name="connsiteY38" fmla="*/ 138532 h 361971"/>
                <a:gd name="connsiteX39" fmla="*/ 251125 w 362309"/>
                <a:gd name="connsiteY39" fmla="*/ 132148 h 361971"/>
                <a:gd name="connsiteX40" fmla="*/ 201283 w 362309"/>
                <a:gd name="connsiteY40" fmla="*/ 82353 h 361971"/>
                <a:gd name="connsiteX41" fmla="*/ 194893 w 362309"/>
                <a:gd name="connsiteY41" fmla="*/ 75969 h 361971"/>
                <a:gd name="connsiteX42" fmla="*/ 201283 w 362309"/>
                <a:gd name="connsiteY42" fmla="*/ 69585 h 361971"/>
                <a:gd name="connsiteX43" fmla="*/ 263904 w 362309"/>
                <a:gd name="connsiteY43" fmla="*/ 132148 h 361971"/>
                <a:gd name="connsiteX44" fmla="*/ 257514 w 362309"/>
                <a:gd name="connsiteY44" fmla="*/ 138532 h 361971"/>
                <a:gd name="connsiteX45" fmla="*/ 257514 w 362309"/>
                <a:gd name="connsiteY45" fmla="*/ 138532 h 361971"/>
                <a:gd name="connsiteX46" fmla="*/ 257514 w 362309"/>
                <a:gd name="connsiteY46" fmla="*/ 13853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181305"/>
                    <a:pt x="362309" y="181305"/>
                    <a:pt x="362309" y="181305"/>
                  </a:cubicBezTo>
                  <a:cubicBezTo>
                    <a:pt x="361670" y="80438"/>
                    <a:pt x="281157" y="0"/>
                    <a:pt x="180835" y="0"/>
                  </a:cubicBezTo>
                  <a:close/>
                  <a:moveTo>
                    <a:pt x="241540" y="191519"/>
                  </a:moveTo>
                  <a:cubicBezTo>
                    <a:pt x="228121" y="204926"/>
                    <a:pt x="210229" y="212587"/>
                    <a:pt x="191698" y="211948"/>
                  </a:cubicBezTo>
                  <a:cubicBezTo>
                    <a:pt x="182113" y="211948"/>
                    <a:pt x="171889" y="210033"/>
                    <a:pt x="162943" y="206203"/>
                  </a:cubicBezTo>
                  <a:lnTo>
                    <a:pt x="189142" y="278342"/>
                  </a:lnTo>
                  <a:lnTo>
                    <a:pt x="200644" y="278342"/>
                  </a:lnTo>
                  <a:cubicBezTo>
                    <a:pt x="204478" y="278342"/>
                    <a:pt x="207034" y="280895"/>
                    <a:pt x="207034" y="284726"/>
                  </a:cubicBezTo>
                  <a:cubicBezTo>
                    <a:pt x="207034" y="288556"/>
                    <a:pt x="204478" y="291110"/>
                    <a:pt x="200644" y="291110"/>
                  </a:cubicBezTo>
                  <a:lnTo>
                    <a:pt x="104156" y="291110"/>
                  </a:lnTo>
                  <a:cubicBezTo>
                    <a:pt x="100322" y="291110"/>
                    <a:pt x="97766" y="288556"/>
                    <a:pt x="97766" y="284726"/>
                  </a:cubicBezTo>
                  <a:cubicBezTo>
                    <a:pt x="97766" y="280895"/>
                    <a:pt x="100322" y="278342"/>
                    <a:pt x="104156" y="278342"/>
                  </a:cubicBezTo>
                  <a:lnTo>
                    <a:pt x="115658" y="278342"/>
                  </a:lnTo>
                  <a:lnTo>
                    <a:pt x="145691" y="195350"/>
                  </a:lnTo>
                  <a:cubicBezTo>
                    <a:pt x="143774" y="194073"/>
                    <a:pt x="142496" y="192796"/>
                    <a:pt x="141218" y="190881"/>
                  </a:cubicBezTo>
                  <a:cubicBezTo>
                    <a:pt x="113741" y="163430"/>
                    <a:pt x="113741" y="118104"/>
                    <a:pt x="141218" y="90653"/>
                  </a:cubicBezTo>
                  <a:cubicBezTo>
                    <a:pt x="143774" y="88099"/>
                    <a:pt x="147608" y="88099"/>
                    <a:pt x="150164" y="90653"/>
                  </a:cubicBezTo>
                  <a:lnTo>
                    <a:pt x="191059" y="131510"/>
                  </a:lnTo>
                  <a:lnTo>
                    <a:pt x="196171" y="126403"/>
                  </a:lnTo>
                  <a:cubicBezTo>
                    <a:pt x="198727" y="123849"/>
                    <a:pt x="202561" y="123849"/>
                    <a:pt x="205117" y="126403"/>
                  </a:cubicBezTo>
                  <a:cubicBezTo>
                    <a:pt x="207673" y="128956"/>
                    <a:pt x="207673" y="132787"/>
                    <a:pt x="205117" y="135340"/>
                  </a:cubicBezTo>
                  <a:cubicBezTo>
                    <a:pt x="205117" y="135340"/>
                    <a:pt x="205117" y="135340"/>
                    <a:pt x="205117" y="135340"/>
                  </a:cubicBezTo>
                  <a:lnTo>
                    <a:pt x="200005" y="140448"/>
                  </a:lnTo>
                  <a:lnTo>
                    <a:pt x="240901" y="181305"/>
                  </a:lnTo>
                  <a:cubicBezTo>
                    <a:pt x="244735" y="185135"/>
                    <a:pt x="244735" y="188966"/>
                    <a:pt x="241540" y="191519"/>
                  </a:cubicBezTo>
                  <a:cubicBezTo>
                    <a:pt x="242179" y="191519"/>
                    <a:pt x="242179" y="191519"/>
                    <a:pt x="241540" y="191519"/>
                  </a:cubicBezTo>
                  <a:lnTo>
                    <a:pt x="241540" y="191519"/>
                  </a:lnTo>
                  <a:close/>
                  <a:moveTo>
                    <a:pt x="194893" y="107889"/>
                  </a:moveTo>
                  <a:cubicBezTo>
                    <a:pt x="194893" y="104059"/>
                    <a:pt x="197449" y="101505"/>
                    <a:pt x="201283" y="101505"/>
                  </a:cubicBezTo>
                  <a:cubicBezTo>
                    <a:pt x="217897" y="101505"/>
                    <a:pt x="231955" y="114912"/>
                    <a:pt x="231955" y="132148"/>
                  </a:cubicBezTo>
                  <a:cubicBezTo>
                    <a:pt x="231955" y="135979"/>
                    <a:pt x="229399" y="138532"/>
                    <a:pt x="225565" y="138532"/>
                  </a:cubicBezTo>
                  <a:cubicBezTo>
                    <a:pt x="221731" y="138532"/>
                    <a:pt x="219175" y="135979"/>
                    <a:pt x="219175" y="132148"/>
                  </a:cubicBezTo>
                  <a:cubicBezTo>
                    <a:pt x="219175" y="122572"/>
                    <a:pt x="211507" y="114273"/>
                    <a:pt x="201283" y="114273"/>
                  </a:cubicBezTo>
                  <a:cubicBezTo>
                    <a:pt x="197449" y="114273"/>
                    <a:pt x="194893" y="111720"/>
                    <a:pt x="194893" y="107889"/>
                  </a:cubicBezTo>
                  <a:close/>
                  <a:moveTo>
                    <a:pt x="257514" y="138532"/>
                  </a:moveTo>
                  <a:cubicBezTo>
                    <a:pt x="253680" y="138532"/>
                    <a:pt x="251125" y="135979"/>
                    <a:pt x="251125" y="132148"/>
                  </a:cubicBezTo>
                  <a:cubicBezTo>
                    <a:pt x="251125" y="104697"/>
                    <a:pt x="228760" y="82353"/>
                    <a:pt x="201283" y="82353"/>
                  </a:cubicBezTo>
                  <a:cubicBezTo>
                    <a:pt x="197449" y="82353"/>
                    <a:pt x="194893" y="79800"/>
                    <a:pt x="194893" y="75969"/>
                  </a:cubicBezTo>
                  <a:cubicBezTo>
                    <a:pt x="194893" y="72139"/>
                    <a:pt x="197449" y="69585"/>
                    <a:pt x="201283" y="69585"/>
                  </a:cubicBezTo>
                  <a:cubicBezTo>
                    <a:pt x="235789" y="69585"/>
                    <a:pt x="263904" y="97675"/>
                    <a:pt x="263904" y="132148"/>
                  </a:cubicBezTo>
                  <a:cubicBezTo>
                    <a:pt x="263904" y="135979"/>
                    <a:pt x="261348" y="138532"/>
                    <a:pt x="257514" y="138532"/>
                  </a:cubicBezTo>
                  <a:cubicBezTo>
                    <a:pt x="257514" y="138532"/>
                    <a:pt x="257514" y="138532"/>
                    <a:pt x="257514" y="138532"/>
                  </a:cubicBezTo>
                  <a:lnTo>
                    <a:pt x="257514" y="138532"/>
                  </a:lnTo>
                  <a:close/>
                </a:path>
              </a:pathLst>
            </a:custGeom>
            <a:solidFill>
              <a:srgbClr val="86BC25"/>
            </a:solidFill>
            <a:ln w="6390" cap="flat">
              <a:noFill/>
              <a:prstDash val="solid"/>
              <a:miter/>
            </a:ln>
          </p:spPr>
          <p:txBody>
            <a:bodyPr rtlCol="0" anchor="ctr"/>
            <a:lstStyle/>
            <a:p>
              <a:endParaRPr lang="en-US"/>
            </a:p>
          </p:txBody>
        </p:sp>
      </p:grpSp>
      <p:grpSp>
        <p:nvGrpSpPr>
          <p:cNvPr id="1018" name="Graphic 4">
            <a:extLst>
              <a:ext uri="{FF2B5EF4-FFF2-40B4-BE49-F238E27FC236}">
                <a16:creationId xmlns:a16="http://schemas.microsoft.com/office/drawing/2014/main" id="{D6EE4147-7EA2-9A49-AD2F-A1BD9CF3DBE8}"/>
              </a:ext>
            </a:extLst>
          </p:cNvPr>
          <p:cNvGrpSpPr/>
          <p:nvPr/>
        </p:nvGrpSpPr>
        <p:grpSpPr>
          <a:xfrm>
            <a:off x="1952125" y="3339623"/>
            <a:ext cx="362313" cy="361971"/>
            <a:chOff x="1952125" y="3339623"/>
            <a:chExt cx="362313" cy="361971"/>
          </a:xfrm>
          <a:solidFill>
            <a:srgbClr val="86BC25"/>
          </a:solidFill>
        </p:grpSpPr>
        <p:sp>
          <p:nvSpPr>
            <p:cNvPr id="1019" name="Graphic 4">
              <a:extLst>
                <a:ext uri="{FF2B5EF4-FFF2-40B4-BE49-F238E27FC236}">
                  <a16:creationId xmlns:a16="http://schemas.microsoft.com/office/drawing/2014/main" id="{BEEDDF21-17F3-D74F-A435-DE47A09CEF11}"/>
                </a:ext>
              </a:extLst>
            </p:cNvPr>
            <p:cNvSpPr/>
            <p:nvPr/>
          </p:nvSpPr>
          <p:spPr>
            <a:xfrm>
              <a:off x="2034555" y="3438575"/>
              <a:ext cx="152719" cy="133425"/>
            </a:xfrm>
            <a:custGeom>
              <a:avLst/>
              <a:gdLst>
                <a:gd name="connsiteX0" fmla="*/ 118214 w 152719"/>
                <a:gd name="connsiteY0" fmla="*/ 65755 h 133425"/>
                <a:gd name="connsiteX1" fmla="*/ 152719 w 152719"/>
                <a:gd name="connsiteY1" fmla="*/ 31282 h 133425"/>
                <a:gd name="connsiteX2" fmla="*/ 115019 w 152719"/>
                <a:gd name="connsiteY2" fmla="*/ 0 h 133425"/>
                <a:gd name="connsiteX3" fmla="*/ 0 w 152719"/>
                <a:gd name="connsiteY3" fmla="*/ 107889 h 133425"/>
                <a:gd name="connsiteX4" fmla="*/ 50480 w 152719"/>
                <a:gd name="connsiteY4" fmla="*/ 133425 h 133425"/>
                <a:gd name="connsiteX5" fmla="*/ 118214 w 152719"/>
                <a:gd name="connsiteY5" fmla="*/ 65755 h 133425"/>
                <a:gd name="connsiteX6" fmla="*/ 118214 w 152719"/>
                <a:gd name="connsiteY6" fmla="*/ 65755 h 133425"/>
                <a:gd name="connsiteX7" fmla="*/ 107351 w 152719"/>
                <a:gd name="connsiteY7" fmla="*/ 31282 h 133425"/>
                <a:gd name="connsiteX8" fmla="*/ 116297 w 152719"/>
                <a:gd name="connsiteY8" fmla="*/ 22344 h 133425"/>
                <a:gd name="connsiteX9" fmla="*/ 125243 w 152719"/>
                <a:gd name="connsiteY9" fmla="*/ 31282 h 133425"/>
                <a:gd name="connsiteX10" fmla="*/ 116297 w 152719"/>
                <a:gd name="connsiteY10" fmla="*/ 40219 h 133425"/>
                <a:gd name="connsiteX11" fmla="*/ 116297 w 152719"/>
                <a:gd name="connsiteY11" fmla="*/ 40219 h 133425"/>
                <a:gd name="connsiteX12" fmla="*/ 107351 w 152719"/>
                <a:gd name="connsiteY12" fmla="*/ 31282 h 1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2719" h="133425">
                  <a:moveTo>
                    <a:pt x="118214" y="65755"/>
                  </a:moveTo>
                  <a:lnTo>
                    <a:pt x="152719" y="31282"/>
                  </a:lnTo>
                  <a:lnTo>
                    <a:pt x="115019" y="0"/>
                  </a:lnTo>
                  <a:lnTo>
                    <a:pt x="0" y="107889"/>
                  </a:lnTo>
                  <a:lnTo>
                    <a:pt x="50480" y="133425"/>
                  </a:lnTo>
                  <a:lnTo>
                    <a:pt x="118214" y="65755"/>
                  </a:lnTo>
                  <a:lnTo>
                    <a:pt x="118214" y="65755"/>
                  </a:lnTo>
                  <a:close/>
                  <a:moveTo>
                    <a:pt x="107351" y="31282"/>
                  </a:moveTo>
                  <a:cubicBezTo>
                    <a:pt x="107351" y="26174"/>
                    <a:pt x="111185" y="22344"/>
                    <a:pt x="116297" y="22344"/>
                  </a:cubicBezTo>
                  <a:cubicBezTo>
                    <a:pt x="121409" y="22344"/>
                    <a:pt x="125243" y="26174"/>
                    <a:pt x="125243" y="31282"/>
                  </a:cubicBezTo>
                  <a:cubicBezTo>
                    <a:pt x="125243" y="36389"/>
                    <a:pt x="121409" y="40219"/>
                    <a:pt x="116297" y="40219"/>
                  </a:cubicBezTo>
                  <a:cubicBezTo>
                    <a:pt x="116297" y="40219"/>
                    <a:pt x="116297" y="40219"/>
                    <a:pt x="116297" y="40219"/>
                  </a:cubicBezTo>
                  <a:cubicBezTo>
                    <a:pt x="111185" y="40219"/>
                    <a:pt x="107351" y="36389"/>
                    <a:pt x="107351" y="31282"/>
                  </a:cubicBezTo>
                  <a:close/>
                </a:path>
              </a:pathLst>
            </a:custGeom>
            <a:solidFill>
              <a:srgbClr val="86BC25"/>
            </a:solidFill>
            <a:ln w="6390" cap="flat">
              <a:noFill/>
              <a:prstDash val="solid"/>
              <a:miter/>
            </a:ln>
          </p:spPr>
          <p:txBody>
            <a:bodyPr rtlCol="0" anchor="ctr"/>
            <a:lstStyle/>
            <a:p>
              <a:endParaRPr lang="en-US"/>
            </a:p>
          </p:txBody>
        </p:sp>
        <p:sp>
          <p:nvSpPr>
            <p:cNvPr id="1020" name="Graphic 4">
              <a:extLst>
                <a:ext uri="{FF2B5EF4-FFF2-40B4-BE49-F238E27FC236}">
                  <a16:creationId xmlns:a16="http://schemas.microsoft.com/office/drawing/2014/main" id="{5A36367E-6F02-6148-84AA-B50956595A73}"/>
                </a:ext>
              </a:extLst>
            </p:cNvPr>
            <p:cNvSpPr/>
            <p:nvPr/>
          </p:nvSpPr>
          <p:spPr>
            <a:xfrm>
              <a:off x="1952125" y="33396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98410 w 362313"/>
                <a:gd name="connsiteY6" fmla="*/ 271319 h 361971"/>
                <a:gd name="connsiteX7" fmla="*/ 292020 w 362313"/>
                <a:gd name="connsiteY7" fmla="*/ 277703 h 361971"/>
                <a:gd name="connsiteX8" fmla="*/ 285630 w 362313"/>
                <a:gd name="connsiteY8" fmla="*/ 271319 h 361971"/>
                <a:gd name="connsiteX9" fmla="*/ 285630 w 362313"/>
                <a:gd name="connsiteY9" fmla="*/ 238122 h 361971"/>
                <a:gd name="connsiteX10" fmla="*/ 205756 w 362313"/>
                <a:gd name="connsiteY10" fmla="*/ 238122 h 361971"/>
                <a:gd name="connsiteX11" fmla="*/ 199366 w 362313"/>
                <a:gd name="connsiteY11" fmla="*/ 231738 h 361971"/>
                <a:gd name="connsiteX12" fmla="*/ 199366 w 362313"/>
                <a:gd name="connsiteY12" fmla="*/ 184497 h 361971"/>
                <a:gd name="connsiteX13" fmla="*/ 139301 w 362313"/>
                <a:gd name="connsiteY13" fmla="*/ 244506 h 361971"/>
                <a:gd name="connsiteX14" fmla="*/ 131633 w 362313"/>
                <a:gd name="connsiteY14" fmla="*/ 245783 h 361971"/>
                <a:gd name="connsiteX15" fmla="*/ 68372 w 362313"/>
                <a:gd name="connsiteY15" fmla="*/ 214502 h 361971"/>
                <a:gd name="connsiteX16" fmla="*/ 65816 w 362313"/>
                <a:gd name="connsiteY16" fmla="*/ 206203 h 361971"/>
                <a:gd name="connsiteX17" fmla="*/ 67094 w 362313"/>
                <a:gd name="connsiteY17" fmla="*/ 204287 h 361971"/>
                <a:gd name="connsiteX18" fmla="*/ 192976 w 362313"/>
                <a:gd name="connsiteY18" fmla="*/ 86822 h 361971"/>
                <a:gd name="connsiteX19" fmla="*/ 201283 w 362313"/>
                <a:gd name="connsiteY19" fmla="*/ 86822 h 361971"/>
                <a:gd name="connsiteX20" fmla="*/ 248569 w 362313"/>
                <a:gd name="connsiteY20" fmla="*/ 126403 h 361971"/>
                <a:gd name="connsiteX21" fmla="*/ 251124 w 362313"/>
                <a:gd name="connsiteY21" fmla="*/ 130872 h 361971"/>
                <a:gd name="connsiteX22" fmla="*/ 249208 w 362313"/>
                <a:gd name="connsiteY22" fmla="*/ 135979 h 361971"/>
                <a:gd name="connsiteX23" fmla="*/ 211507 w 362313"/>
                <a:gd name="connsiteY23" fmla="*/ 173644 h 361971"/>
                <a:gd name="connsiteX24" fmla="*/ 211507 w 362313"/>
                <a:gd name="connsiteY24" fmla="*/ 227270 h 361971"/>
                <a:gd name="connsiteX25" fmla="*/ 284991 w 362313"/>
                <a:gd name="connsiteY25" fmla="*/ 227270 h 361971"/>
                <a:gd name="connsiteX26" fmla="*/ 284991 w 362313"/>
                <a:gd name="connsiteY26" fmla="*/ 194073 h 361971"/>
                <a:gd name="connsiteX27" fmla="*/ 291381 w 362313"/>
                <a:gd name="connsiteY27" fmla="*/ 187689 h 361971"/>
                <a:gd name="connsiteX28" fmla="*/ 297771 w 362313"/>
                <a:gd name="connsiteY28" fmla="*/ 194073 h 361971"/>
                <a:gd name="connsiteX29" fmla="*/ 297771 w 362313"/>
                <a:gd name="connsiteY29" fmla="*/ 27131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298410" y="271319"/>
                  </a:moveTo>
                  <a:cubicBezTo>
                    <a:pt x="298410" y="275149"/>
                    <a:pt x="295854" y="277703"/>
                    <a:pt x="292020" y="277703"/>
                  </a:cubicBezTo>
                  <a:cubicBezTo>
                    <a:pt x="288186" y="277703"/>
                    <a:pt x="285630" y="275149"/>
                    <a:pt x="285630" y="271319"/>
                  </a:cubicBezTo>
                  <a:lnTo>
                    <a:pt x="285630" y="238122"/>
                  </a:lnTo>
                  <a:lnTo>
                    <a:pt x="205756" y="238122"/>
                  </a:lnTo>
                  <a:cubicBezTo>
                    <a:pt x="201922" y="238122"/>
                    <a:pt x="199366" y="235569"/>
                    <a:pt x="199366" y="231738"/>
                  </a:cubicBezTo>
                  <a:lnTo>
                    <a:pt x="199366" y="184497"/>
                  </a:lnTo>
                  <a:lnTo>
                    <a:pt x="139301" y="244506"/>
                  </a:lnTo>
                  <a:cubicBezTo>
                    <a:pt x="137384" y="246422"/>
                    <a:pt x="134189" y="247060"/>
                    <a:pt x="131633" y="245783"/>
                  </a:cubicBezTo>
                  <a:lnTo>
                    <a:pt x="68372" y="214502"/>
                  </a:lnTo>
                  <a:cubicBezTo>
                    <a:pt x="65177" y="212587"/>
                    <a:pt x="63899" y="208756"/>
                    <a:pt x="65816" y="206203"/>
                  </a:cubicBezTo>
                  <a:cubicBezTo>
                    <a:pt x="66455" y="205564"/>
                    <a:pt x="66455" y="204926"/>
                    <a:pt x="67094" y="204287"/>
                  </a:cubicBezTo>
                  <a:lnTo>
                    <a:pt x="192976" y="86822"/>
                  </a:lnTo>
                  <a:cubicBezTo>
                    <a:pt x="195532" y="84907"/>
                    <a:pt x="199366" y="84907"/>
                    <a:pt x="201283" y="86822"/>
                  </a:cubicBezTo>
                  <a:lnTo>
                    <a:pt x="248569" y="126403"/>
                  </a:lnTo>
                  <a:cubicBezTo>
                    <a:pt x="249847" y="127680"/>
                    <a:pt x="250486" y="128957"/>
                    <a:pt x="251124" y="130872"/>
                  </a:cubicBezTo>
                  <a:cubicBezTo>
                    <a:pt x="251124" y="132787"/>
                    <a:pt x="250486" y="134702"/>
                    <a:pt x="249208" y="135979"/>
                  </a:cubicBezTo>
                  <a:lnTo>
                    <a:pt x="211507" y="173644"/>
                  </a:lnTo>
                  <a:lnTo>
                    <a:pt x="211507" y="227270"/>
                  </a:lnTo>
                  <a:lnTo>
                    <a:pt x="284991" y="227270"/>
                  </a:lnTo>
                  <a:lnTo>
                    <a:pt x="284991" y="194073"/>
                  </a:lnTo>
                  <a:cubicBezTo>
                    <a:pt x="284991" y="190243"/>
                    <a:pt x="287547" y="187689"/>
                    <a:pt x="291381" y="187689"/>
                  </a:cubicBezTo>
                  <a:cubicBezTo>
                    <a:pt x="295215" y="187689"/>
                    <a:pt x="297771" y="190243"/>
                    <a:pt x="297771" y="194073"/>
                  </a:cubicBezTo>
                  <a:lnTo>
                    <a:pt x="297771" y="271319"/>
                  </a:lnTo>
                  <a:close/>
                </a:path>
              </a:pathLst>
            </a:custGeom>
            <a:solidFill>
              <a:srgbClr val="86BC25"/>
            </a:solidFill>
            <a:ln w="6390" cap="flat">
              <a:noFill/>
              <a:prstDash val="solid"/>
              <a:miter/>
            </a:ln>
          </p:spPr>
          <p:txBody>
            <a:bodyPr rtlCol="0" anchor="ctr"/>
            <a:lstStyle/>
            <a:p>
              <a:endParaRPr lang="en-US"/>
            </a:p>
          </p:txBody>
        </p:sp>
      </p:grpSp>
      <p:grpSp>
        <p:nvGrpSpPr>
          <p:cNvPr id="1021" name="Graphic 4">
            <a:extLst>
              <a:ext uri="{FF2B5EF4-FFF2-40B4-BE49-F238E27FC236}">
                <a16:creationId xmlns:a16="http://schemas.microsoft.com/office/drawing/2014/main" id="{7C82BF7D-0688-E542-96EF-44A551801704}"/>
              </a:ext>
            </a:extLst>
          </p:cNvPr>
          <p:cNvGrpSpPr/>
          <p:nvPr/>
        </p:nvGrpSpPr>
        <p:grpSpPr>
          <a:xfrm>
            <a:off x="905454" y="1893013"/>
            <a:ext cx="362309" cy="362610"/>
            <a:chOff x="905454" y="1893013"/>
            <a:chExt cx="362309" cy="362610"/>
          </a:xfrm>
          <a:solidFill>
            <a:srgbClr val="86BC25"/>
          </a:solidFill>
        </p:grpSpPr>
        <p:sp>
          <p:nvSpPr>
            <p:cNvPr id="1022" name="Graphic 4">
              <a:extLst>
                <a:ext uri="{FF2B5EF4-FFF2-40B4-BE49-F238E27FC236}">
                  <a16:creationId xmlns:a16="http://schemas.microsoft.com/office/drawing/2014/main" id="{2DD44EB9-3EA2-EE47-8B2B-FA67AF7F24B7}"/>
                </a:ext>
              </a:extLst>
            </p:cNvPr>
            <p:cNvSpPr/>
            <p:nvPr/>
          </p:nvSpPr>
          <p:spPr>
            <a:xfrm>
              <a:off x="905454" y="189301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362309 w 362309"/>
                <a:gd name="connsiteY4" fmla="*/ 181305 h 362610"/>
                <a:gd name="connsiteX5" fmla="*/ 180835 w 362309"/>
                <a:gd name="connsiteY5" fmla="*/ 0 h 362610"/>
                <a:gd name="connsiteX6" fmla="*/ 85625 w 362309"/>
                <a:gd name="connsiteY6" fmla="*/ 91929 h 362610"/>
                <a:gd name="connsiteX7" fmla="*/ 92015 w 362309"/>
                <a:gd name="connsiteY7" fmla="*/ 85545 h 362610"/>
                <a:gd name="connsiteX8" fmla="*/ 144413 w 362309"/>
                <a:gd name="connsiteY8" fmla="*/ 85545 h 362610"/>
                <a:gd name="connsiteX9" fmla="*/ 150803 w 362309"/>
                <a:gd name="connsiteY9" fmla="*/ 91929 h 362610"/>
                <a:gd name="connsiteX10" fmla="*/ 144413 w 362309"/>
                <a:gd name="connsiteY10" fmla="*/ 98313 h 362610"/>
                <a:gd name="connsiteX11" fmla="*/ 98405 w 362309"/>
                <a:gd name="connsiteY11" fmla="*/ 98313 h 362610"/>
                <a:gd name="connsiteX12" fmla="*/ 98405 w 362309"/>
                <a:gd name="connsiteY12" fmla="*/ 143640 h 362610"/>
                <a:gd name="connsiteX13" fmla="*/ 92015 w 362309"/>
                <a:gd name="connsiteY13" fmla="*/ 150024 h 362610"/>
                <a:gd name="connsiteX14" fmla="*/ 85625 w 362309"/>
                <a:gd name="connsiteY14" fmla="*/ 143640 h 362610"/>
                <a:gd name="connsiteX15" fmla="*/ 85625 w 362309"/>
                <a:gd name="connsiteY15" fmla="*/ 91929 h 362610"/>
                <a:gd name="connsiteX16" fmla="*/ 143774 w 362309"/>
                <a:gd name="connsiteY16" fmla="*/ 276427 h 362610"/>
                <a:gd name="connsiteX17" fmla="*/ 91376 w 362309"/>
                <a:gd name="connsiteY17" fmla="*/ 276427 h 362610"/>
                <a:gd name="connsiteX18" fmla="*/ 84986 w 362309"/>
                <a:gd name="connsiteY18" fmla="*/ 270043 h 362610"/>
                <a:gd name="connsiteX19" fmla="*/ 84986 w 362309"/>
                <a:gd name="connsiteY19" fmla="*/ 218332 h 362610"/>
                <a:gd name="connsiteX20" fmla="*/ 91376 w 362309"/>
                <a:gd name="connsiteY20" fmla="*/ 211948 h 362610"/>
                <a:gd name="connsiteX21" fmla="*/ 97766 w 362309"/>
                <a:gd name="connsiteY21" fmla="*/ 218332 h 362610"/>
                <a:gd name="connsiteX22" fmla="*/ 97766 w 362309"/>
                <a:gd name="connsiteY22" fmla="*/ 263659 h 362610"/>
                <a:gd name="connsiteX23" fmla="*/ 143774 w 362309"/>
                <a:gd name="connsiteY23" fmla="*/ 263659 h 362610"/>
                <a:gd name="connsiteX24" fmla="*/ 150164 w 362309"/>
                <a:gd name="connsiteY24" fmla="*/ 270043 h 362610"/>
                <a:gd name="connsiteX25" fmla="*/ 143774 w 362309"/>
                <a:gd name="connsiteY25" fmla="*/ 276427 h 362610"/>
                <a:gd name="connsiteX26" fmla="*/ 129077 w 362309"/>
                <a:gd name="connsiteY26" fmla="*/ 240038 h 362610"/>
                <a:gd name="connsiteX27" fmla="*/ 122687 w 362309"/>
                <a:gd name="connsiteY27" fmla="*/ 233654 h 362610"/>
                <a:gd name="connsiteX28" fmla="*/ 122687 w 362309"/>
                <a:gd name="connsiteY28" fmla="*/ 128318 h 362610"/>
                <a:gd name="connsiteX29" fmla="*/ 129077 w 362309"/>
                <a:gd name="connsiteY29" fmla="*/ 121934 h 362610"/>
                <a:gd name="connsiteX30" fmla="*/ 234511 w 362309"/>
                <a:gd name="connsiteY30" fmla="*/ 121934 h 362610"/>
                <a:gd name="connsiteX31" fmla="*/ 240901 w 362309"/>
                <a:gd name="connsiteY31" fmla="*/ 128318 h 362610"/>
                <a:gd name="connsiteX32" fmla="*/ 240901 w 362309"/>
                <a:gd name="connsiteY32" fmla="*/ 233654 h 362610"/>
                <a:gd name="connsiteX33" fmla="*/ 234511 w 362309"/>
                <a:gd name="connsiteY33" fmla="*/ 240038 h 362610"/>
                <a:gd name="connsiteX34" fmla="*/ 129077 w 362309"/>
                <a:gd name="connsiteY34" fmla="*/ 240038 h 362610"/>
                <a:gd name="connsiteX35" fmla="*/ 276684 w 362309"/>
                <a:gd name="connsiteY35" fmla="*/ 270043 h 362610"/>
                <a:gd name="connsiteX36" fmla="*/ 270294 w 362309"/>
                <a:gd name="connsiteY36" fmla="*/ 276427 h 362610"/>
                <a:gd name="connsiteX37" fmla="*/ 218536 w 362309"/>
                <a:gd name="connsiteY37" fmla="*/ 276427 h 362610"/>
                <a:gd name="connsiteX38" fmla="*/ 212146 w 362309"/>
                <a:gd name="connsiteY38" fmla="*/ 270043 h 362610"/>
                <a:gd name="connsiteX39" fmla="*/ 218536 w 362309"/>
                <a:gd name="connsiteY39" fmla="*/ 263659 h 362610"/>
                <a:gd name="connsiteX40" fmla="*/ 263904 w 362309"/>
                <a:gd name="connsiteY40" fmla="*/ 263659 h 362610"/>
                <a:gd name="connsiteX41" fmla="*/ 263904 w 362309"/>
                <a:gd name="connsiteY41" fmla="*/ 218332 h 362610"/>
                <a:gd name="connsiteX42" fmla="*/ 270294 w 362309"/>
                <a:gd name="connsiteY42" fmla="*/ 211948 h 362610"/>
                <a:gd name="connsiteX43" fmla="*/ 276684 w 362309"/>
                <a:gd name="connsiteY43" fmla="*/ 218332 h 362610"/>
                <a:gd name="connsiteX44" fmla="*/ 276684 w 362309"/>
                <a:gd name="connsiteY44" fmla="*/ 270043 h 362610"/>
                <a:gd name="connsiteX45" fmla="*/ 276684 w 362309"/>
                <a:gd name="connsiteY45" fmla="*/ 143640 h 362610"/>
                <a:gd name="connsiteX46" fmla="*/ 270294 w 362309"/>
                <a:gd name="connsiteY46" fmla="*/ 150024 h 362610"/>
                <a:gd name="connsiteX47" fmla="*/ 263904 w 362309"/>
                <a:gd name="connsiteY47" fmla="*/ 143640 h 362610"/>
                <a:gd name="connsiteX48" fmla="*/ 263904 w 362309"/>
                <a:gd name="connsiteY48" fmla="*/ 98313 h 362610"/>
                <a:gd name="connsiteX49" fmla="*/ 218536 w 362309"/>
                <a:gd name="connsiteY49" fmla="*/ 98313 h 362610"/>
                <a:gd name="connsiteX50" fmla="*/ 212146 w 362309"/>
                <a:gd name="connsiteY50" fmla="*/ 91929 h 362610"/>
                <a:gd name="connsiteX51" fmla="*/ 218536 w 362309"/>
                <a:gd name="connsiteY51" fmla="*/ 85545 h 362610"/>
                <a:gd name="connsiteX52" fmla="*/ 270294 w 362309"/>
                <a:gd name="connsiteY52" fmla="*/ 85545 h 362610"/>
                <a:gd name="connsiteX53" fmla="*/ 276684 w 362309"/>
                <a:gd name="connsiteY53" fmla="*/ 91929 h 362610"/>
                <a:gd name="connsiteX54" fmla="*/ 276684 w 362309"/>
                <a:gd name="connsiteY54" fmla="*/ 143640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181305"/>
                    <a:pt x="362309" y="181305"/>
                    <a:pt x="362309" y="181305"/>
                  </a:cubicBezTo>
                  <a:cubicBezTo>
                    <a:pt x="361670" y="81077"/>
                    <a:pt x="281157" y="0"/>
                    <a:pt x="180835" y="0"/>
                  </a:cubicBezTo>
                  <a:close/>
                  <a:moveTo>
                    <a:pt x="85625" y="91929"/>
                  </a:moveTo>
                  <a:cubicBezTo>
                    <a:pt x="85625" y="88099"/>
                    <a:pt x="88181" y="85545"/>
                    <a:pt x="92015" y="85545"/>
                  </a:cubicBezTo>
                  <a:lnTo>
                    <a:pt x="144413" y="85545"/>
                  </a:lnTo>
                  <a:cubicBezTo>
                    <a:pt x="148247" y="85545"/>
                    <a:pt x="150803" y="88099"/>
                    <a:pt x="150803" y="91929"/>
                  </a:cubicBezTo>
                  <a:cubicBezTo>
                    <a:pt x="150803" y="95760"/>
                    <a:pt x="148247" y="98313"/>
                    <a:pt x="144413" y="98313"/>
                  </a:cubicBezTo>
                  <a:lnTo>
                    <a:pt x="98405" y="98313"/>
                  </a:lnTo>
                  <a:lnTo>
                    <a:pt x="98405" y="143640"/>
                  </a:lnTo>
                  <a:cubicBezTo>
                    <a:pt x="98405" y="147470"/>
                    <a:pt x="95849" y="150024"/>
                    <a:pt x="92015" y="150024"/>
                  </a:cubicBezTo>
                  <a:cubicBezTo>
                    <a:pt x="88181" y="150024"/>
                    <a:pt x="85625" y="147470"/>
                    <a:pt x="85625" y="143640"/>
                  </a:cubicBezTo>
                  <a:lnTo>
                    <a:pt x="85625" y="91929"/>
                  </a:lnTo>
                  <a:close/>
                  <a:moveTo>
                    <a:pt x="143774" y="276427"/>
                  </a:moveTo>
                  <a:lnTo>
                    <a:pt x="91376" y="276427"/>
                  </a:lnTo>
                  <a:cubicBezTo>
                    <a:pt x="87542" y="276427"/>
                    <a:pt x="84986" y="273873"/>
                    <a:pt x="84986" y="270043"/>
                  </a:cubicBezTo>
                  <a:lnTo>
                    <a:pt x="84986" y="218332"/>
                  </a:lnTo>
                  <a:cubicBezTo>
                    <a:pt x="84986" y="214502"/>
                    <a:pt x="87542" y="211948"/>
                    <a:pt x="91376" y="211948"/>
                  </a:cubicBezTo>
                  <a:cubicBezTo>
                    <a:pt x="95210" y="211948"/>
                    <a:pt x="97766" y="214502"/>
                    <a:pt x="97766" y="218332"/>
                  </a:cubicBezTo>
                  <a:lnTo>
                    <a:pt x="97766" y="263659"/>
                  </a:lnTo>
                  <a:lnTo>
                    <a:pt x="143774" y="263659"/>
                  </a:lnTo>
                  <a:cubicBezTo>
                    <a:pt x="147608" y="263659"/>
                    <a:pt x="150164" y="266212"/>
                    <a:pt x="150164" y="270043"/>
                  </a:cubicBezTo>
                  <a:cubicBezTo>
                    <a:pt x="150164" y="273873"/>
                    <a:pt x="147608" y="276427"/>
                    <a:pt x="143774" y="276427"/>
                  </a:cubicBezTo>
                  <a:close/>
                  <a:moveTo>
                    <a:pt x="129077" y="240038"/>
                  </a:moveTo>
                  <a:cubicBezTo>
                    <a:pt x="125243" y="240038"/>
                    <a:pt x="122687" y="237484"/>
                    <a:pt x="122687" y="233654"/>
                  </a:cubicBezTo>
                  <a:lnTo>
                    <a:pt x="122687" y="128318"/>
                  </a:lnTo>
                  <a:cubicBezTo>
                    <a:pt x="122687" y="124488"/>
                    <a:pt x="125243" y="121934"/>
                    <a:pt x="129077" y="121934"/>
                  </a:cubicBezTo>
                  <a:lnTo>
                    <a:pt x="234511" y="121934"/>
                  </a:lnTo>
                  <a:cubicBezTo>
                    <a:pt x="238345" y="121934"/>
                    <a:pt x="240901" y="124488"/>
                    <a:pt x="240901" y="128318"/>
                  </a:cubicBezTo>
                  <a:lnTo>
                    <a:pt x="240901" y="233654"/>
                  </a:lnTo>
                  <a:cubicBezTo>
                    <a:pt x="240901" y="237484"/>
                    <a:pt x="238345" y="240038"/>
                    <a:pt x="234511" y="240038"/>
                  </a:cubicBezTo>
                  <a:lnTo>
                    <a:pt x="129077" y="240038"/>
                  </a:lnTo>
                  <a:close/>
                  <a:moveTo>
                    <a:pt x="276684" y="270043"/>
                  </a:moveTo>
                  <a:cubicBezTo>
                    <a:pt x="276684" y="273873"/>
                    <a:pt x="274128" y="276427"/>
                    <a:pt x="270294" y="276427"/>
                  </a:cubicBezTo>
                  <a:lnTo>
                    <a:pt x="218536" y="276427"/>
                  </a:lnTo>
                  <a:cubicBezTo>
                    <a:pt x="214702" y="276427"/>
                    <a:pt x="212146" y="273873"/>
                    <a:pt x="212146" y="270043"/>
                  </a:cubicBezTo>
                  <a:cubicBezTo>
                    <a:pt x="212146" y="266212"/>
                    <a:pt x="214702" y="263659"/>
                    <a:pt x="218536" y="263659"/>
                  </a:cubicBezTo>
                  <a:lnTo>
                    <a:pt x="263904" y="263659"/>
                  </a:lnTo>
                  <a:lnTo>
                    <a:pt x="263904" y="218332"/>
                  </a:lnTo>
                  <a:cubicBezTo>
                    <a:pt x="263904" y="214502"/>
                    <a:pt x="266460" y="211948"/>
                    <a:pt x="270294" y="211948"/>
                  </a:cubicBezTo>
                  <a:cubicBezTo>
                    <a:pt x="274128" y="211948"/>
                    <a:pt x="276684" y="214502"/>
                    <a:pt x="276684" y="218332"/>
                  </a:cubicBezTo>
                  <a:lnTo>
                    <a:pt x="276684" y="270043"/>
                  </a:lnTo>
                  <a:close/>
                  <a:moveTo>
                    <a:pt x="276684" y="143640"/>
                  </a:moveTo>
                  <a:cubicBezTo>
                    <a:pt x="276684" y="147470"/>
                    <a:pt x="274128" y="150024"/>
                    <a:pt x="270294" y="150024"/>
                  </a:cubicBezTo>
                  <a:cubicBezTo>
                    <a:pt x="266460" y="150024"/>
                    <a:pt x="263904" y="147470"/>
                    <a:pt x="263904" y="143640"/>
                  </a:cubicBezTo>
                  <a:lnTo>
                    <a:pt x="263904" y="98313"/>
                  </a:lnTo>
                  <a:lnTo>
                    <a:pt x="218536" y="98313"/>
                  </a:lnTo>
                  <a:cubicBezTo>
                    <a:pt x="214702" y="98313"/>
                    <a:pt x="212146" y="95760"/>
                    <a:pt x="212146" y="91929"/>
                  </a:cubicBezTo>
                  <a:cubicBezTo>
                    <a:pt x="212146" y="88099"/>
                    <a:pt x="214702" y="85545"/>
                    <a:pt x="218536" y="85545"/>
                  </a:cubicBezTo>
                  <a:lnTo>
                    <a:pt x="270294" y="85545"/>
                  </a:lnTo>
                  <a:cubicBezTo>
                    <a:pt x="274128" y="85545"/>
                    <a:pt x="276684" y="88099"/>
                    <a:pt x="276684" y="91929"/>
                  </a:cubicBezTo>
                  <a:lnTo>
                    <a:pt x="276684" y="143640"/>
                  </a:lnTo>
                  <a:close/>
                </a:path>
              </a:pathLst>
            </a:custGeom>
            <a:solidFill>
              <a:srgbClr val="86BC25"/>
            </a:solidFill>
            <a:ln w="6390" cap="flat">
              <a:noFill/>
              <a:prstDash val="solid"/>
              <a:miter/>
            </a:ln>
          </p:spPr>
          <p:txBody>
            <a:bodyPr rtlCol="0" anchor="ctr"/>
            <a:lstStyle/>
            <a:p>
              <a:endParaRPr lang="en-US"/>
            </a:p>
          </p:txBody>
        </p:sp>
        <p:sp>
          <p:nvSpPr>
            <p:cNvPr id="1023" name="Graphic 4">
              <a:extLst>
                <a:ext uri="{FF2B5EF4-FFF2-40B4-BE49-F238E27FC236}">
                  <a16:creationId xmlns:a16="http://schemas.microsoft.com/office/drawing/2014/main" id="{0BE4A892-02F9-7945-B9DA-61F094D26DA8}"/>
                </a:ext>
              </a:extLst>
            </p:cNvPr>
            <p:cNvSpPr/>
            <p:nvPr/>
          </p:nvSpPr>
          <p:spPr>
            <a:xfrm>
              <a:off x="1040920" y="2027715"/>
              <a:ext cx="92654" cy="92567"/>
            </a:xfrm>
            <a:custGeom>
              <a:avLst/>
              <a:gdLst>
                <a:gd name="connsiteX0" fmla="*/ 0 w 92654"/>
                <a:gd name="connsiteY0" fmla="*/ 0 h 92567"/>
                <a:gd name="connsiteX1" fmla="*/ 92654 w 92654"/>
                <a:gd name="connsiteY1" fmla="*/ 0 h 92567"/>
                <a:gd name="connsiteX2" fmla="*/ 92654 w 92654"/>
                <a:gd name="connsiteY2" fmla="*/ 92568 h 92567"/>
                <a:gd name="connsiteX3" fmla="*/ 0 w 92654"/>
                <a:gd name="connsiteY3" fmla="*/ 92568 h 92567"/>
              </a:gdLst>
              <a:ahLst/>
              <a:cxnLst>
                <a:cxn ang="0">
                  <a:pos x="connsiteX0" y="connsiteY0"/>
                </a:cxn>
                <a:cxn ang="0">
                  <a:pos x="connsiteX1" y="connsiteY1"/>
                </a:cxn>
                <a:cxn ang="0">
                  <a:pos x="connsiteX2" y="connsiteY2"/>
                </a:cxn>
                <a:cxn ang="0">
                  <a:pos x="connsiteX3" y="connsiteY3"/>
                </a:cxn>
              </a:cxnLst>
              <a:rect l="l" t="t" r="r" b="b"/>
              <a:pathLst>
                <a:path w="92654" h="92567">
                  <a:moveTo>
                    <a:pt x="0" y="0"/>
                  </a:moveTo>
                  <a:lnTo>
                    <a:pt x="92654" y="0"/>
                  </a:lnTo>
                  <a:lnTo>
                    <a:pt x="92654" y="92568"/>
                  </a:lnTo>
                  <a:lnTo>
                    <a:pt x="0" y="92568"/>
                  </a:lnTo>
                  <a:close/>
                </a:path>
              </a:pathLst>
            </a:custGeom>
            <a:solidFill>
              <a:srgbClr val="86BC25"/>
            </a:solidFill>
            <a:ln w="6390" cap="flat">
              <a:noFill/>
              <a:prstDash val="solid"/>
              <a:miter/>
            </a:ln>
          </p:spPr>
          <p:txBody>
            <a:bodyPr rtlCol="0" anchor="ctr"/>
            <a:lstStyle/>
            <a:p>
              <a:endParaRPr lang="en-US"/>
            </a:p>
          </p:txBody>
        </p:sp>
      </p:grpSp>
      <p:sp>
        <p:nvSpPr>
          <p:cNvPr id="1024" name="Graphic 4">
            <a:extLst>
              <a:ext uri="{FF2B5EF4-FFF2-40B4-BE49-F238E27FC236}">
                <a16:creationId xmlns:a16="http://schemas.microsoft.com/office/drawing/2014/main" id="{A44995BA-CCF1-C440-AD7D-788B04E87BC1}"/>
              </a:ext>
            </a:extLst>
          </p:cNvPr>
          <p:cNvSpPr/>
          <p:nvPr/>
        </p:nvSpPr>
        <p:spPr>
          <a:xfrm>
            <a:off x="1952125" y="189301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45052 w 362313"/>
              <a:gd name="connsiteY6" fmla="*/ 276427 h 361971"/>
              <a:gd name="connsiteX7" fmla="*/ 92654 w 362313"/>
              <a:gd name="connsiteY7" fmla="*/ 276427 h 361971"/>
              <a:gd name="connsiteX8" fmla="*/ 86264 w 362313"/>
              <a:gd name="connsiteY8" fmla="*/ 270043 h 361971"/>
              <a:gd name="connsiteX9" fmla="*/ 86264 w 362313"/>
              <a:gd name="connsiteY9" fmla="*/ 218332 h 361971"/>
              <a:gd name="connsiteX10" fmla="*/ 92654 w 362313"/>
              <a:gd name="connsiteY10" fmla="*/ 211948 h 361971"/>
              <a:gd name="connsiteX11" fmla="*/ 99044 w 362313"/>
              <a:gd name="connsiteY11" fmla="*/ 218332 h 361971"/>
              <a:gd name="connsiteX12" fmla="*/ 99044 w 362313"/>
              <a:gd name="connsiteY12" fmla="*/ 263659 h 361971"/>
              <a:gd name="connsiteX13" fmla="*/ 145052 w 362313"/>
              <a:gd name="connsiteY13" fmla="*/ 263659 h 361971"/>
              <a:gd name="connsiteX14" fmla="*/ 151442 w 362313"/>
              <a:gd name="connsiteY14" fmla="*/ 270043 h 361971"/>
              <a:gd name="connsiteX15" fmla="*/ 145052 w 362313"/>
              <a:gd name="connsiteY15" fmla="*/ 276427 h 361971"/>
              <a:gd name="connsiteX16" fmla="*/ 145052 w 362313"/>
              <a:gd name="connsiteY16" fmla="*/ 276427 h 361971"/>
              <a:gd name="connsiteX17" fmla="*/ 145052 w 362313"/>
              <a:gd name="connsiteY17" fmla="*/ 98313 h 361971"/>
              <a:gd name="connsiteX18" fmla="*/ 99044 w 362313"/>
              <a:gd name="connsiteY18" fmla="*/ 98313 h 361971"/>
              <a:gd name="connsiteX19" fmla="*/ 99044 w 362313"/>
              <a:gd name="connsiteY19" fmla="*/ 143640 h 361971"/>
              <a:gd name="connsiteX20" fmla="*/ 92654 w 362313"/>
              <a:gd name="connsiteY20" fmla="*/ 150024 h 361971"/>
              <a:gd name="connsiteX21" fmla="*/ 86264 w 362313"/>
              <a:gd name="connsiteY21" fmla="*/ 143640 h 361971"/>
              <a:gd name="connsiteX22" fmla="*/ 86264 w 362313"/>
              <a:gd name="connsiteY22" fmla="*/ 91929 h 361971"/>
              <a:gd name="connsiteX23" fmla="*/ 92654 w 362313"/>
              <a:gd name="connsiteY23" fmla="*/ 85545 h 361971"/>
              <a:gd name="connsiteX24" fmla="*/ 145052 w 362313"/>
              <a:gd name="connsiteY24" fmla="*/ 85545 h 361971"/>
              <a:gd name="connsiteX25" fmla="*/ 151442 w 362313"/>
              <a:gd name="connsiteY25" fmla="*/ 91929 h 361971"/>
              <a:gd name="connsiteX26" fmla="*/ 145052 w 362313"/>
              <a:gd name="connsiteY26" fmla="*/ 98313 h 361971"/>
              <a:gd name="connsiteX27" fmla="*/ 145052 w 362313"/>
              <a:gd name="connsiteY27" fmla="*/ 98313 h 361971"/>
              <a:gd name="connsiteX28" fmla="*/ 277323 w 362313"/>
              <a:gd name="connsiteY28" fmla="*/ 270043 h 361971"/>
              <a:gd name="connsiteX29" fmla="*/ 270933 w 362313"/>
              <a:gd name="connsiteY29" fmla="*/ 276427 h 361971"/>
              <a:gd name="connsiteX30" fmla="*/ 219175 w 362313"/>
              <a:gd name="connsiteY30" fmla="*/ 276427 h 361971"/>
              <a:gd name="connsiteX31" fmla="*/ 212785 w 362313"/>
              <a:gd name="connsiteY31" fmla="*/ 270043 h 361971"/>
              <a:gd name="connsiteX32" fmla="*/ 219175 w 362313"/>
              <a:gd name="connsiteY32" fmla="*/ 263659 h 361971"/>
              <a:gd name="connsiteX33" fmla="*/ 264543 w 362313"/>
              <a:gd name="connsiteY33" fmla="*/ 263659 h 361971"/>
              <a:gd name="connsiteX34" fmla="*/ 264543 w 362313"/>
              <a:gd name="connsiteY34" fmla="*/ 218332 h 361971"/>
              <a:gd name="connsiteX35" fmla="*/ 270933 w 362313"/>
              <a:gd name="connsiteY35" fmla="*/ 211948 h 361971"/>
              <a:gd name="connsiteX36" fmla="*/ 277323 w 362313"/>
              <a:gd name="connsiteY36" fmla="*/ 218332 h 361971"/>
              <a:gd name="connsiteX37" fmla="*/ 277323 w 362313"/>
              <a:gd name="connsiteY37" fmla="*/ 270043 h 361971"/>
              <a:gd name="connsiteX38" fmla="*/ 277323 w 362313"/>
              <a:gd name="connsiteY38" fmla="*/ 143640 h 361971"/>
              <a:gd name="connsiteX39" fmla="*/ 270933 w 362313"/>
              <a:gd name="connsiteY39" fmla="*/ 150024 h 361971"/>
              <a:gd name="connsiteX40" fmla="*/ 264543 w 362313"/>
              <a:gd name="connsiteY40" fmla="*/ 143640 h 361971"/>
              <a:gd name="connsiteX41" fmla="*/ 264543 w 362313"/>
              <a:gd name="connsiteY41" fmla="*/ 98313 h 361971"/>
              <a:gd name="connsiteX42" fmla="*/ 219175 w 362313"/>
              <a:gd name="connsiteY42" fmla="*/ 98313 h 361971"/>
              <a:gd name="connsiteX43" fmla="*/ 212785 w 362313"/>
              <a:gd name="connsiteY43" fmla="*/ 91929 h 361971"/>
              <a:gd name="connsiteX44" fmla="*/ 219175 w 362313"/>
              <a:gd name="connsiteY44" fmla="*/ 85545 h 361971"/>
              <a:gd name="connsiteX45" fmla="*/ 270933 w 362313"/>
              <a:gd name="connsiteY45" fmla="*/ 85545 h 361971"/>
              <a:gd name="connsiteX46" fmla="*/ 277323 w 362313"/>
              <a:gd name="connsiteY46" fmla="*/ 91929 h 361971"/>
              <a:gd name="connsiteX47" fmla="*/ 277323 w 362313"/>
              <a:gd name="connsiteY47" fmla="*/ 1436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145052" y="276427"/>
                </a:moveTo>
                <a:lnTo>
                  <a:pt x="92654" y="276427"/>
                </a:lnTo>
                <a:cubicBezTo>
                  <a:pt x="88820" y="276427"/>
                  <a:pt x="86264" y="273873"/>
                  <a:pt x="86264" y="270043"/>
                </a:cubicBezTo>
                <a:lnTo>
                  <a:pt x="86264" y="218332"/>
                </a:lnTo>
                <a:cubicBezTo>
                  <a:pt x="86264" y="214502"/>
                  <a:pt x="88820" y="211948"/>
                  <a:pt x="92654" y="211948"/>
                </a:cubicBezTo>
                <a:cubicBezTo>
                  <a:pt x="96488" y="211948"/>
                  <a:pt x="99044" y="214502"/>
                  <a:pt x="99044" y="218332"/>
                </a:cubicBezTo>
                <a:lnTo>
                  <a:pt x="99044" y="263659"/>
                </a:lnTo>
                <a:lnTo>
                  <a:pt x="145052" y="263659"/>
                </a:lnTo>
                <a:cubicBezTo>
                  <a:pt x="148885" y="263659"/>
                  <a:pt x="151442" y="266212"/>
                  <a:pt x="151442" y="270043"/>
                </a:cubicBezTo>
                <a:cubicBezTo>
                  <a:pt x="151442" y="273873"/>
                  <a:pt x="148247" y="276427"/>
                  <a:pt x="145052" y="276427"/>
                </a:cubicBezTo>
                <a:lnTo>
                  <a:pt x="145052" y="276427"/>
                </a:lnTo>
                <a:close/>
                <a:moveTo>
                  <a:pt x="145052" y="98313"/>
                </a:moveTo>
                <a:lnTo>
                  <a:pt x="99044" y="98313"/>
                </a:lnTo>
                <a:lnTo>
                  <a:pt x="99044" y="143640"/>
                </a:lnTo>
                <a:cubicBezTo>
                  <a:pt x="99044" y="147470"/>
                  <a:pt x="96488" y="150024"/>
                  <a:pt x="92654" y="150024"/>
                </a:cubicBezTo>
                <a:cubicBezTo>
                  <a:pt x="88820" y="150024"/>
                  <a:pt x="86264" y="147470"/>
                  <a:pt x="86264" y="143640"/>
                </a:cubicBezTo>
                <a:lnTo>
                  <a:pt x="86264" y="91929"/>
                </a:lnTo>
                <a:cubicBezTo>
                  <a:pt x="86264" y="88099"/>
                  <a:pt x="88820" y="85545"/>
                  <a:pt x="92654" y="85545"/>
                </a:cubicBezTo>
                <a:lnTo>
                  <a:pt x="145052" y="85545"/>
                </a:lnTo>
                <a:cubicBezTo>
                  <a:pt x="148885" y="85545"/>
                  <a:pt x="151442" y="88099"/>
                  <a:pt x="151442" y="91929"/>
                </a:cubicBezTo>
                <a:cubicBezTo>
                  <a:pt x="151442" y="95760"/>
                  <a:pt x="148885" y="98313"/>
                  <a:pt x="145052" y="98313"/>
                </a:cubicBezTo>
                <a:lnTo>
                  <a:pt x="145052" y="98313"/>
                </a:lnTo>
                <a:close/>
                <a:moveTo>
                  <a:pt x="277323" y="270043"/>
                </a:moveTo>
                <a:cubicBezTo>
                  <a:pt x="277323" y="273873"/>
                  <a:pt x="274767" y="276427"/>
                  <a:pt x="270933" y="276427"/>
                </a:cubicBezTo>
                <a:lnTo>
                  <a:pt x="219175" y="276427"/>
                </a:lnTo>
                <a:cubicBezTo>
                  <a:pt x="215341" y="276427"/>
                  <a:pt x="212785" y="273873"/>
                  <a:pt x="212785" y="270043"/>
                </a:cubicBezTo>
                <a:cubicBezTo>
                  <a:pt x="212785" y="266212"/>
                  <a:pt x="215341" y="263659"/>
                  <a:pt x="219175" y="263659"/>
                </a:cubicBezTo>
                <a:lnTo>
                  <a:pt x="264543" y="263659"/>
                </a:lnTo>
                <a:lnTo>
                  <a:pt x="264543" y="218332"/>
                </a:lnTo>
                <a:cubicBezTo>
                  <a:pt x="264543" y="214502"/>
                  <a:pt x="267099" y="211948"/>
                  <a:pt x="270933" y="211948"/>
                </a:cubicBezTo>
                <a:cubicBezTo>
                  <a:pt x="274767" y="211948"/>
                  <a:pt x="277323" y="214502"/>
                  <a:pt x="277323" y="218332"/>
                </a:cubicBezTo>
                <a:lnTo>
                  <a:pt x="277323" y="270043"/>
                </a:lnTo>
                <a:close/>
                <a:moveTo>
                  <a:pt x="277323" y="143640"/>
                </a:moveTo>
                <a:cubicBezTo>
                  <a:pt x="277323" y="147470"/>
                  <a:pt x="274767" y="150024"/>
                  <a:pt x="270933" y="150024"/>
                </a:cubicBezTo>
                <a:cubicBezTo>
                  <a:pt x="267099" y="150024"/>
                  <a:pt x="264543" y="147470"/>
                  <a:pt x="264543" y="143640"/>
                </a:cubicBezTo>
                <a:lnTo>
                  <a:pt x="264543" y="98313"/>
                </a:lnTo>
                <a:lnTo>
                  <a:pt x="219175" y="98313"/>
                </a:lnTo>
                <a:cubicBezTo>
                  <a:pt x="215341" y="98313"/>
                  <a:pt x="212785" y="95760"/>
                  <a:pt x="212785" y="91929"/>
                </a:cubicBezTo>
                <a:cubicBezTo>
                  <a:pt x="212785" y="88099"/>
                  <a:pt x="215341" y="85545"/>
                  <a:pt x="219175" y="85545"/>
                </a:cubicBezTo>
                <a:lnTo>
                  <a:pt x="270933" y="85545"/>
                </a:lnTo>
                <a:cubicBezTo>
                  <a:pt x="274767" y="85545"/>
                  <a:pt x="277323" y="88099"/>
                  <a:pt x="277323" y="91929"/>
                </a:cubicBezTo>
                <a:lnTo>
                  <a:pt x="277323" y="143640"/>
                </a:lnTo>
                <a:close/>
              </a:path>
            </a:pathLst>
          </a:custGeom>
          <a:solidFill>
            <a:srgbClr val="86BC25"/>
          </a:solidFill>
          <a:ln w="6390" cap="flat">
            <a:noFill/>
            <a:prstDash val="solid"/>
            <a:miter/>
          </a:ln>
        </p:spPr>
        <p:txBody>
          <a:bodyPr rtlCol="0" anchor="ctr"/>
          <a:lstStyle/>
          <a:p>
            <a:endParaRPr lang="en-US"/>
          </a:p>
        </p:txBody>
      </p:sp>
      <p:grpSp>
        <p:nvGrpSpPr>
          <p:cNvPr id="1025" name="Graphic 4">
            <a:extLst>
              <a:ext uri="{FF2B5EF4-FFF2-40B4-BE49-F238E27FC236}">
                <a16:creationId xmlns:a16="http://schemas.microsoft.com/office/drawing/2014/main" id="{4E737CD9-3B4F-4A40-8894-867977E2B8C1}"/>
              </a:ext>
            </a:extLst>
          </p:cNvPr>
          <p:cNvGrpSpPr/>
          <p:nvPr/>
        </p:nvGrpSpPr>
        <p:grpSpPr>
          <a:xfrm>
            <a:off x="10325499" y="2371173"/>
            <a:ext cx="361670" cy="361971"/>
            <a:chOff x="10325499" y="2371173"/>
            <a:chExt cx="361670" cy="361971"/>
          </a:xfrm>
          <a:solidFill>
            <a:srgbClr val="046A38"/>
          </a:solidFill>
        </p:grpSpPr>
        <p:sp>
          <p:nvSpPr>
            <p:cNvPr id="1026" name="Graphic 4">
              <a:extLst>
                <a:ext uri="{FF2B5EF4-FFF2-40B4-BE49-F238E27FC236}">
                  <a16:creationId xmlns:a16="http://schemas.microsoft.com/office/drawing/2014/main" id="{A3D591CC-065B-B649-915B-E67227E8D5DB}"/>
                </a:ext>
              </a:extLst>
            </p:cNvPr>
            <p:cNvSpPr/>
            <p:nvPr/>
          </p:nvSpPr>
          <p:spPr>
            <a:xfrm>
              <a:off x="10468214" y="2511621"/>
              <a:ext cx="66874" cy="79801"/>
            </a:xfrm>
            <a:custGeom>
              <a:avLst/>
              <a:gdLst>
                <a:gd name="connsiteX0" fmla="*/ 13839 w 66874"/>
                <a:gd name="connsiteY0" fmla="*/ 11491 h 79801"/>
                <a:gd name="connsiteX1" fmla="*/ 1698 w 66874"/>
                <a:gd name="connsiteY1" fmla="*/ 62563 h 79801"/>
                <a:gd name="connsiteX2" fmla="*/ 16395 w 66874"/>
                <a:gd name="connsiteY2" fmla="*/ 79162 h 79801"/>
                <a:gd name="connsiteX3" fmla="*/ 60485 w 66874"/>
                <a:gd name="connsiteY3" fmla="*/ 45965 h 79801"/>
                <a:gd name="connsiteX4" fmla="*/ 66875 w 66874"/>
                <a:gd name="connsiteY4" fmla="*/ 7661 h 79801"/>
                <a:gd name="connsiteX5" fmla="*/ 40037 w 66874"/>
                <a:gd name="connsiteY5" fmla="*/ 0 h 79801"/>
                <a:gd name="connsiteX6" fmla="*/ 13839 w 66874"/>
                <a:gd name="connsiteY6" fmla="*/ 11491 h 7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874" h="79801">
                  <a:moveTo>
                    <a:pt x="13839" y="11491"/>
                  </a:moveTo>
                  <a:cubicBezTo>
                    <a:pt x="1698" y="25536"/>
                    <a:pt x="-2775" y="44688"/>
                    <a:pt x="1698" y="62563"/>
                  </a:cubicBezTo>
                  <a:cubicBezTo>
                    <a:pt x="3615" y="70224"/>
                    <a:pt x="9365" y="76608"/>
                    <a:pt x="16395" y="79162"/>
                  </a:cubicBezTo>
                  <a:cubicBezTo>
                    <a:pt x="34286" y="84269"/>
                    <a:pt x="53456" y="57456"/>
                    <a:pt x="60485" y="45965"/>
                  </a:cubicBezTo>
                  <a:lnTo>
                    <a:pt x="66875" y="7661"/>
                  </a:lnTo>
                  <a:cubicBezTo>
                    <a:pt x="58568" y="2554"/>
                    <a:pt x="49622" y="0"/>
                    <a:pt x="40037" y="0"/>
                  </a:cubicBezTo>
                  <a:cubicBezTo>
                    <a:pt x="29814" y="0"/>
                    <a:pt x="20229" y="3830"/>
                    <a:pt x="13839" y="11491"/>
                  </a:cubicBezTo>
                  <a:close/>
                </a:path>
              </a:pathLst>
            </a:custGeom>
            <a:solidFill>
              <a:srgbClr val="046A38"/>
            </a:solidFill>
            <a:ln w="6390" cap="flat">
              <a:noFill/>
              <a:prstDash val="solid"/>
              <a:miter/>
            </a:ln>
          </p:spPr>
          <p:txBody>
            <a:bodyPr rtlCol="0" anchor="ctr"/>
            <a:lstStyle/>
            <a:p>
              <a:endParaRPr lang="en-US"/>
            </a:p>
          </p:txBody>
        </p:sp>
        <p:sp>
          <p:nvSpPr>
            <p:cNvPr id="1027" name="Graphic 4">
              <a:extLst>
                <a:ext uri="{FF2B5EF4-FFF2-40B4-BE49-F238E27FC236}">
                  <a16:creationId xmlns:a16="http://schemas.microsoft.com/office/drawing/2014/main" id="{9616085D-6E36-BD4F-8532-289E7EE506AB}"/>
                </a:ext>
              </a:extLst>
            </p:cNvPr>
            <p:cNvSpPr/>
            <p:nvPr/>
          </p:nvSpPr>
          <p:spPr>
            <a:xfrm>
              <a:off x="10325499" y="2371173"/>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74128 w 361670"/>
                <a:gd name="connsiteY7" fmla="*/ 218971 h 361971"/>
                <a:gd name="connsiteX8" fmla="*/ 228759 w 361670"/>
                <a:gd name="connsiteY8" fmla="*/ 245783 h 361971"/>
                <a:gd name="connsiteX9" fmla="*/ 200644 w 361670"/>
                <a:gd name="connsiteY9" fmla="*/ 210671 h 361971"/>
                <a:gd name="connsiteX10" fmla="*/ 155275 w 361670"/>
                <a:gd name="connsiteY10" fmla="*/ 231739 h 361971"/>
                <a:gd name="connsiteX11" fmla="*/ 131633 w 361670"/>
                <a:gd name="connsiteY11" fmla="*/ 206203 h 361971"/>
                <a:gd name="connsiteX12" fmla="*/ 146330 w 361670"/>
                <a:gd name="connsiteY12" fmla="*/ 143001 h 361971"/>
                <a:gd name="connsiteX13" fmla="*/ 219814 w 361670"/>
                <a:gd name="connsiteY13" fmla="*/ 139171 h 361971"/>
                <a:gd name="connsiteX14" fmla="*/ 222369 w 361670"/>
                <a:gd name="connsiteY14" fmla="*/ 145555 h 361971"/>
                <a:gd name="connsiteX15" fmla="*/ 213424 w 361670"/>
                <a:gd name="connsiteY15" fmla="*/ 199180 h 361971"/>
                <a:gd name="connsiteX16" fmla="*/ 232594 w 361670"/>
                <a:gd name="connsiteY16" fmla="*/ 233015 h 361971"/>
                <a:gd name="connsiteX17" fmla="*/ 262626 w 361670"/>
                <a:gd name="connsiteY17" fmla="*/ 213225 h 361971"/>
                <a:gd name="connsiteX18" fmla="*/ 269016 w 361670"/>
                <a:gd name="connsiteY18" fmla="*/ 180667 h 361971"/>
                <a:gd name="connsiteX19" fmla="*/ 180196 w 361670"/>
                <a:gd name="connsiteY19" fmla="*/ 91930 h 361971"/>
                <a:gd name="connsiteX20" fmla="*/ 91376 w 361670"/>
                <a:gd name="connsiteY20" fmla="*/ 180667 h 361971"/>
                <a:gd name="connsiteX21" fmla="*/ 179557 w 361670"/>
                <a:gd name="connsiteY21" fmla="*/ 269404 h 361971"/>
                <a:gd name="connsiteX22" fmla="*/ 219814 w 361670"/>
                <a:gd name="connsiteY22" fmla="*/ 259828 h 361971"/>
                <a:gd name="connsiteX23" fmla="*/ 228120 w 361670"/>
                <a:gd name="connsiteY23" fmla="*/ 262382 h 361971"/>
                <a:gd name="connsiteX24" fmla="*/ 228120 w 361670"/>
                <a:gd name="connsiteY24" fmla="*/ 262382 h 361971"/>
                <a:gd name="connsiteX25" fmla="*/ 225564 w 361670"/>
                <a:gd name="connsiteY25" fmla="*/ 270681 h 361971"/>
                <a:gd name="connsiteX26" fmla="*/ 225564 w 361670"/>
                <a:gd name="connsiteY26" fmla="*/ 270681 h 361971"/>
                <a:gd name="connsiteX27" fmla="*/ 89459 w 361670"/>
                <a:gd name="connsiteY27" fmla="*/ 226631 h 361971"/>
                <a:gd name="connsiteX28" fmla="*/ 133550 w 361670"/>
                <a:gd name="connsiteY28" fmla="*/ 90653 h 361971"/>
                <a:gd name="connsiteX29" fmla="*/ 269655 w 361670"/>
                <a:gd name="connsiteY29" fmla="*/ 134702 h 361971"/>
                <a:gd name="connsiteX30" fmla="*/ 274128 w 361670"/>
                <a:gd name="connsiteY30" fmla="*/ 218971 h 361971"/>
                <a:gd name="connsiteX31" fmla="*/ 274128 w 361670"/>
                <a:gd name="connsiteY31" fmla="*/ 21897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1670" h="361971">
                  <a:moveTo>
                    <a:pt x="180835" y="0"/>
                  </a:moveTo>
                  <a:cubicBezTo>
                    <a:pt x="80513" y="0"/>
                    <a:pt x="0" y="81077"/>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1670" y="81077"/>
                    <a:pt x="280518" y="0"/>
                    <a:pt x="180835" y="0"/>
                  </a:cubicBezTo>
                  <a:cubicBezTo>
                    <a:pt x="180835" y="0"/>
                    <a:pt x="180835" y="0"/>
                    <a:pt x="180835" y="0"/>
                  </a:cubicBezTo>
                  <a:close/>
                  <a:moveTo>
                    <a:pt x="274128" y="218971"/>
                  </a:moveTo>
                  <a:cubicBezTo>
                    <a:pt x="273489" y="220886"/>
                    <a:pt x="256875" y="253444"/>
                    <a:pt x="228759" y="245783"/>
                  </a:cubicBezTo>
                  <a:cubicBezTo>
                    <a:pt x="212784" y="241315"/>
                    <a:pt x="201922" y="227270"/>
                    <a:pt x="200644" y="210671"/>
                  </a:cubicBezTo>
                  <a:cubicBezTo>
                    <a:pt x="189781" y="223439"/>
                    <a:pt x="173167" y="236846"/>
                    <a:pt x="155275" y="231739"/>
                  </a:cubicBezTo>
                  <a:cubicBezTo>
                    <a:pt x="143135" y="227908"/>
                    <a:pt x="134189" y="218332"/>
                    <a:pt x="131633" y="206203"/>
                  </a:cubicBezTo>
                  <a:cubicBezTo>
                    <a:pt x="125881" y="183859"/>
                    <a:pt x="131633" y="160238"/>
                    <a:pt x="146330" y="143001"/>
                  </a:cubicBezTo>
                  <a:cubicBezTo>
                    <a:pt x="168055" y="118742"/>
                    <a:pt x="198727" y="125126"/>
                    <a:pt x="219814" y="139171"/>
                  </a:cubicBezTo>
                  <a:cubicBezTo>
                    <a:pt x="221731" y="140448"/>
                    <a:pt x="223009" y="143001"/>
                    <a:pt x="222369" y="145555"/>
                  </a:cubicBezTo>
                  <a:lnTo>
                    <a:pt x="213424" y="199180"/>
                  </a:lnTo>
                  <a:cubicBezTo>
                    <a:pt x="213424" y="199819"/>
                    <a:pt x="210229" y="226631"/>
                    <a:pt x="232594" y="233015"/>
                  </a:cubicBezTo>
                  <a:cubicBezTo>
                    <a:pt x="249846" y="238123"/>
                    <a:pt x="262626" y="213225"/>
                    <a:pt x="262626" y="213225"/>
                  </a:cubicBezTo>
                  <a:cubicBezTo>
                    <a:pt x="267099" y="203011"/>
                    <a:pt x="269016" y="191519"/>
                    <a:pt x="269016" y="180667"/>
                  </a:cubicBezTo>
                  <a:cubicBezTo>
                    <a:pt x="269016" y="131510"/>
                    <a:pt x="229399" y="91930"/>
                    <a:pt x="180196" y="91930"/>
                  </a:cubicBezTo>
                  <a:cubicBezTo>
                    <a:pt x="130994" y="91930"/>
                    <a:pt x="91376" y="131510"/>
                    <a:pt x="91376" y="180667"/>
                  </a:cubicBezTo>
                  <a:cubicBezTo>
                    <a:pt x="91376" y="229185"/>
                    <a:pt x="130994" y="268766"/>
                    <a:pt x="179557" y="269404"/>
                  </a:cubicBezTo>
                  <a:cubicBezTo>
                    <a:pt x="193615" y="269404"/>
                    <a:pt x="207034" y="266212"/>
                    <a:pt x="219814" y="259828"/>
                  </a:cubicBezTo>
                  <a:cubicBezTo>
                    <a:pt x="223009" y="257913"/>
                    <a:pt x="226843" y="259190"/>
                    <a:pt x="228120" y="262382"/>
                  </a:cubicBezTo>
                  <a:cubicBezTo>
                    <a:pt x="228120" y="262382"/>
                    <a:pt x="228120" y="262382"/>
                    <a:pt x="228120" y="262382"/>
                  </a:cubicBezTo>
                  <a:cubicBezTo>
                    <a:pt x="230038" y="265574"/>
                    <a:pt x="228759" y="269404"/>
                    <a:pt x="225564" y="270681"/>
                  </a:cubicBezTo>
                  <a:cubicBezTo>
                    <a:pt x="225564" y="270681"/>
                    <a:pt x="225564" y="270681"/>
                    <a:pt x="225564" y="270681"/>
                  </a:cubicBezTo>
                  <a:cubicBezTo>
                    <a:pt x="175723" y="296217"/>
                    <a:pt x="115019" y="275788"/>
                    <a:pt x="89459" y="226631"/>
                  </a:cubicBezTo>
                  <a:cubicBezTo>
                    <a:pt x="63899" y="176836"/>
                    <a:pt x="84347" y="116189"/>
                    <a:pt x="133550" y="90653"/>
                  </a:cubicBezTo>
                  <a:cubicBezTo>
                    <a:pt x="183391" y="65117"/>
                    <a:pt x="244095" y="85546"/>
                    <a:pt x="269655" y="134702"/>
                  </a:cubicBezTo>
                  <a:cubicBezTo>
                    <a:pt x="284352" y="161515"/>
                    <a:pt x="285630" y="192158"/>
                    <a:pt x="274128" y="218971"/>
                  </a:cubicBezTo>
                  <a:lnTo>
                    <a:pt x="274128" y="218971"/>
                  </a:lnTo>
                  <a:close/>
                </a:path>
              </a:pathLst>
            </a:custGeom>
            <a:solidFill>
              <a:srgbClr val="046A38"/>
            </a:solidFill>
            <a:ln w="6390" cap="flat">
              <a:noFill/>
              <a:prstDash val="solid"/>
              <a:miter/>
            </a:ln>
          </p:spPr>
          <p:txBody>
            <a:bodyPr rtlCol="0" anchor="ctr"/>
            <a:lstStyle/>
            <a:p>
              <a:endParaRPr lang="en-US"/>
            </a:p>
          </p:txBody>
        </p:sp>
      </p:grpSp>
      <p:grpSp>
        <p:nvGrpSpPr>
          <p:cNvPr id="1028" name="Graphic 4">
            <a:extLst>
              <a:ext uri="{FF2B5EF4-FFF2-40B4-BE49-F238E27FC236}">
                <a16:creationId xmlns:a16="http://schemas.microsoft.com/office/drawing/2014/main" id="{1F53F37D-9C0F-0943-AE55-F846020C17DE}"/>
              </a:ext>
            </a:extLst>
          </p:cNvPr>
          <p:cNvGrpSpPr/>
          <p:nvPr/>
        </p:nvGrpSpPr>
        <p:grpSpPr>
          <a:xfrm>
            <a:off x="3607758" y="1893013"/>
            <a:ext cx="362309" cy="361971"/>
            <a:chOff x="3607758" y="1893013"/>
            <a:chExt cx="362309" cy="361971"/>
          </a:xfrm>
          <a:solidFill>
            <a:srgbClr val="26890D"/>
          </a:solidFill>
        </p:grpSpPr>
        <p:sp>
          <p:nvSpPr>
            <p:cNvPr id="1029" name="Graphic 4">
              <a:extLst>
                <a:ext uri="{FF2B5EF4-FFF2-40B4-BE49-F238E27FC236}">
                  <a16:creationId xmlns:a16="http://schemas.microsoft.com/office/drawing/2014/main" id="{DCC13052-8738-E048-A6E8-39EAB884333E}"/>
                </a:ext>
              </a:extLst>
            </p:cNvPr>
            <p:cNvSpPr/>
            <p:nvPr/>
          </p:nvSpPr>
          <p:spPr>
            <a:xfrm>
              <a:off x="3607758" y="189301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9204 h 361971"/>
                <a:gd name="connsiteX8" fmla="*/ 12780 w 362309"/>
                <a:gd name="connsiteY8" fmla="*/ 181305 h 361971"/>
                <a:gd name="connsiteX9" fmla="*/ 180836 w 362309"/>
                <a:gd name="connsiteY9" fmla="*/ 12768 h 361971"/>
                <a:gd name="connsiteX10" fmla="*/ 349530 w 362309"/>
                <a:gd name="connsiteY10" fmla="*/ 180667 h 361971"/>
                <a:gd name="connsiteX11" fmla="*/ 349530 w 362309"/>
                <a:gd name="connsiteY11" fmla="*/ 180667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ubicBezTo>
                    <a:pt x="181474" y="0"/>
                    <a:pt x="181474" y="0"/>
                    <a:pt x="181474" y="0"/>
                  </a:cubicBezTo>
                  <a:close/>
                  <a:moveTo>
                    <a:pt x="181474" y="349204"/>
                  </a:moveTo>
                  <a:cubicBezTo>
                    <a:pt x="88181" y="349204"/>
                    <a:pt x="12780" y="273873"/>
                    <a:pt x="12780" y="181305"/>
                  </a:cubicBezTo>
                  <a:cubicBezTo>
                    <a:pt x="12780" y="88737"/>
                    <a:pt x="88181" y="12768"/>
                    <a:pt x="180836" y="12768"/>
                  </a:cubicBezTo>
                  <a:cubicBezTo>
                    <a:pt x="274128" y="12768"/>
                    <a:pt x="349530" y="88099"/>
                    <a:pt x="349530" y="180667"/>
                  </a:cubicBezTo>
                  <a:cubicBezTo>
                    <a:pt x="349530" y="180667"/>
                    <a:pt x="349530" y="180667"/>
                    <a:pt x="349530" y="180667"/>
                  </a:cubicBezTo>
                  <a:cubicBezTo>
                    <a:pt x="349530" y="273873"/>
                    <a:pt x="274128" y="349204"/>
                    <a:pt x="181474" y="349204"/>
                  </a:cubicBezTo>
                  <a:close/>
                </a:path>
              </a:pathLst>
            </a:custGeom>
            <a:solidFill>
              <a:srgbClr val="26890D"/>
            </a:solidFill>
            <a:ln w="6390" cap="flat">
              <a:noFill/>
              <a:prstDash val="solid"/>
              <a:miter/>
            </a:ln>
          </p:spPr>
          <p:txBody>
            <a:bodyPr rtlCol="0" anchor="ctr"/>
            <a:lstStyle/>
            <a:p>
              <a:endParaRPr lang="en-US"/>
            </a:p>
          </p:txBody>
        </p:sp>
        <p:sp>
          <p:nvSpPr>
            <p:cNvPr id="1030" name="Graphic 4">
              <a:extLst>
                <a:ext uri="{FF2B5EF4-FFF2-40B4-BE49-F238E27FC236}">
                  <a16:creationId xmlns:a16="http://schemas.microsoft.com/office/drawing/2014/main" id="{4EDF273E-2C5F-974D-91CD-68804B87FBD9}"/>
                </a:ext>
              </a:extLst>
            </p:cNvPr>
            <p:cNvSpPr/>
            <p:nvPr/>
          </p:nvSpPr>
          <p:spPr>
            <a:xfrm>
              <a:off x="3682456" y="1956197"/>
              <a:ext cx="188567" cy="236862"/>
            </a:xfrm>
            <a:custGeom>
              <a:avLst/>
              <a:gdLst>
                <a:gd name="connsiteX0" fmla="*/ 153422 w 188567"/>
                <a:gd name="connsiteY0" fmla="*/ 147487 h 236862"/>
                <a:gd name="connsiteX1" fmla="*/ 175148 w 188567"/>
                <a:gd name="connsiteY1" fmla="*/ 105991 h 236862"/>
                <a:gd name="connsiteX2" fmla="*/ 148311 w 188567"/>
                <a:gd name="connsiteY2" fmla="*/ 2571 h 236862"/>
                <a:gd name="connsiteX3" fmla="*/ 141282 w 188567"/>
                <a:gd name="connsiteY3" fmla="*/ 17 h 236862"/>
                <a:gd name="connsiteX4" fmla="*/ 65241 w 188567"/>
                <a:gd name="connsiteY4" fmla="*/ 52366 h 236862"/>
                <a:gd name="connsiteX5" fmla="*/ 53100 w 188567"/>
                <a:gd name="connsiteY5" fmla="*/ 44067 h 236862"/>
                <a:gd name="connsiteX6" fmla="*/ 44794 w 188567"/>
                <a:gd name="connsiteY6" fmla="*/ 44705 h 236862"/>
                <a:gd name="connsiteX7" fmla="*/ 44155 w 188567"/>
                <a:gd name="connsiteY7" fmla="*/ 53004 h 236862"/>
                <a:gd name="connsiteX8" fmla="*/ 52462 w 188567"/>
                <a:gd name="connsiteY8" fmla="*/ 65134 h 236862"/>
                <a:gd name="connsiteX9" fmla="*/ 64 w 188567"/>
                <a:gd name="connsiteY9" fmla="*/ 142380 h 236862"/>
                <a:gd name="connsiteX10" fmla="*/ 3259 w 188567"/>
                <a:gd name="connsiteY10" fmla="*/ 150041 h 236862"/>
                <a:gd name="connsiteX11" fmla="*/ 76743 w 188567"/>
                <a:gd name="connsiteY11" fmla="*/ 180045 h 236862"/>
                <a:gd name="connsiteX12" fmla="*/ 95274 w 188567"/>
                <a:gd name="connsiteY12" fmla="*/ 178769 h 236862"/>
                <a:gd name="connsiteX13" fmla="*/ 128502 w 188567"/>
                <a:gd name="connsiteY13" fmla="*/ 168554 h 236862"/>
                <a:gd name="connsiteX14" fmla="*/ 130419 w 188567"/>
                <a:gd name="connsiteY14" fmla="*/ 167278 h 236862"/>
                <a:gd name="connsiteX15" fmla="*/ 104859 w 188567"/>
                <a:gd name="connsiteY15" fmla="*/ 227925 h 236862"/>
                <a:gd name="connsiteX16" fmla="*/ 108054 w 188567"/>
                <a:gd name="connsiteY16" fmla="*/ 236224 h 236862"/>
                <a:gd name="connsiteX17" fmla="*/ 110610 w 188567"/>
                <a:gd name="connsiteY17" fmla="*/ 236863 h 236862"/>
                <a:gd name="connsiteX18" fmla="*/ 182177 w 188567"/>
                <a:gd name="connsiteY18" fmla="*/ 236863 h 236862"/>
                <a:gd name="connsiteX19" fmla="*/ 188567 w 188567"/>
                <a:gd name="connsiteY19" fmla="*/ 230479 h 236862"/>
                <a:gd name="connsiteX20" fmla="*/ 187928 w 188567"/>
                <a:gd name="connsiteY20" fmla="*/ 227925 h 236862"/>
                <a:gd name="connsiteX21" fmla="*/ 153422 w 188567"/>
                <a:gd name="connsiteY21" fmla="*/ 147487 h 236862"/>
                <a:gd name="connsiteX22" fmla="*/ 57573 w 188567"/>
                <a:gd name="connsiteY22" fmla="*/ 125143 h 236862"/>
                <a:gd name="connsiteX23" fmla="*/ 88245 w 188567"/>
                <a:gd name="connsiteY23" fmla="*/ 97692 h 236862"/>
                <a:gd name="connsiteX24" fmla="*/ 136809 w 188567"/>
                <a:gd name="connsiteY24" fmla="*/ 146210 h 236862"/>
                <a:gd name="connsiteX25" fmla="*/ 130419 w 188567"/>
                <a:gd name="connsiteY25" fmla="*/ 151318 h 236862"/>
                <a:gd name="connsiteX26" fmla="*/ 57573 w 188567"/>
                <a:gd name="connsiteY26" fmla="*/ 125143 h 236862"/>
                <a:gd name="connsiteX27" fmla="*/ 57573 w 188567"/>
                <a:gd name="connsiteY27" fmla="*/ 125143 h 236862"/>
                <a:gd name="connsiteX28" fmla="*/ 125946 w 188567"/>
                <a:gd name="connsiteY28" fmla="*/ 56835 h 236862"/>
                <a:gd name="connsiteX29" fmla="*/ 150867 w 188567"/>
                <a:gd name="connsiteY29" fmla="*/ 128335 h 236862"/>
                <a:gd name="connsiteX30" fmla="*/ 150867 w 188567"/>
                <a:gd name="connsiteY30" fmla="*/ 128974 h 236862"/>
                <a:gd name="connsiteX31" fmla="*/ 145116 w 188567"/>
                <a:gd name="connsiteY31" fmla="*/ 136634 h 236862"/>
                <a:gd name="connsiteX32" fmla="*/ 97191 w 188567"/>
                <a:gd name="connsiteY32" fmla="*/ 88755 h 236862"/>
                <a:gd name="connsiteX33" fmla="*/ 125946 w 188567"/>
                <a:gd name="connsiteY33" fmla="*/ 56835 h 236862"/>
                <a:gd name="connsiteX34" fmla="*/ 125946 w 188567"/>
                <a:gd name="connsiteY34" fmla="*/ 56835 h 236862"/>
                <a:gd name="connsiteX35" fmla="*/ 162369 w 188567"/>
                <a:gd name="connsiteY35" fmla="*/ 102799 h 236862"/>
                <a:gd name="connsiteX36" fmla="*/ 162369 w 188567"/>
                <a:gd name="connsiteY36" fmla="*/ 102799 h 236862"/>
                <a:gd name="connsiteX37" fmla="*/ 134253 w 188567"/>
                <a:gd name="connsiteY37" fmla="*/ 46620 h 236862"/>
                <a:gd name="connsiteX38" fmla="*/ 149589 w 188567"/>
                <a:gd name="connsiteY38" fmla="*/ 22361 h 236862"/>
                <a:gd name="connsiteX39" fmla="*/ 162369 w 188567"/>
                <a:gd name="connsiteY39" fmla="*/ 102799 h 236862"/>
                <a:gd name="connsiteX40" fmla="*/ 162369 w 188567"/>
                <a:gd name="connsiteY40" fmla="*/ 102799 h 236862"/>
                <a:gd name="connsiteX41" fmla="*/ 65241 w 188567"/>
                <a:gd name="connsiteY41" fmla="*/ 83647 h 236862"/>
                <a:gd name="connsiteX42" fmla="*/ 70353 w 188567"/>
                <a:gd name="connsiteY42" fmla="*/ 86201 h 236862"/>
                <a:gd name="connsiteX43" fmla="*/ 72270 w 188567"/>
                <a:gd name="connsiteY43" fmla="*/ 86201 h 236862"/>
                <a:gd name="connsiteX44" fmla="*/ 86328 w 188567"/>
                <a:gd name="connsiteY44" fmla="*/ 70241 h 236862"/>
                <a:gd name="connsiteX45" fmla="*/ 83772 w 188567"/>
                <a:gd name="connsiteY45" fmla="*/ 65134 h 236862"/>
                <a:gd name="connsiteX46" fmla="*/ 75465 w 188567"/>
                <a:gd name="connsiteY46" fmla="*/ 59388 h 236862"/>
                <a:gd name="connsiteX47" fmla="*/ 139365 w 188567"/>
                <a:gd name="connsiteY47" fmla="*/ 12785 h 236862"/>
                <a:gd name="connsiteX48" fmla="*/ 139365 w 188567"/>
                <a:gd name="connsiteY48" fmla="*/ 12785 h 236862"/>
                <a:gd name="connsiteX49" fmla="*/ 138087 w 188567"/>
                <a:gd name="connsiteY49" fmla="*/ 15339 h 236862"/>
                <a:gd name="connsiteX50" fmla="*/ 84411 w 188567"/>
                <a:gd name="connsiteY50" fmla="*/ 83647 h 236862"/>
                <a:gd name="connsiteX51" fmla="*/ 12844 w 188567"/>
                <a:gd name="connsiteY51" fmla="*/ 140465 h 236862"/>
                <a:gd name="connsiteX52" fmla="*/ 12205 w 188567"/>
                <a:gd name="connsiteY52" fmla="*/ 141103 h 236862"/>
                <a:gd name="connsiteX53" fmla="*/ 59490 w 188567"/>
                <a:gd name="connsiteY53" fmla="*/ 75987 h 236862"/>
                <a:gd name="connsiteX54" fmla="*/ 65241 w 188567"/>
                <a:gd name="connsiteY54" fmla="*/ 83647 h 236862"/>
                <a:gd name="connsiteX55" fmla="*/ 93996 w 188567"/>
                <a:gd name="connsiteY55" fmla="*/ 165362 h 236862"/>
                <a:gd name="connsiteX56" fmla="*/ 92718 w 188567"/>
                <a:gd name="connsiteY56" fmla="*/ 165362 h 236862"/>
                <a:gd name="connsiteX57" fmla="*/ 22429 w 188567"/>
                <a:gd name="connsiteY57" fmla="*/ 149402 h 236862"/>
                <a:gd name="connsiteX58" fmla="*/ 47350 w 188567"/>
                <a:gd name="connsiteY58" fmla="*/ 133442 h 236862"/>
                <a:gd name="connsiteX59" fmla="*/ 106137 w 188567"/>
                <a:gd name="connsiteY59" fmla="*/ 162809 h 236862"/>
                <a:gd name="connsiteX60" fmla="*/ 93996 w 188567"/>
                <a:gd name="connsiteY60" fmla="*/ 165362 h 236862"/>
                <a:gd name="connsiteX61" fmla="*/ 138726 w 188567"/>
                <a:gd name="connsiteY61" fmla="*/ 180045 h 236862"/>
                <a:gd name="connsiteX62" fmla="*/ 138726 w 188567"/>
                <a:gd name="connsiteY62" fmla="*/ 223456 h 236862"/>
                <a:gd name="connsiteX63" fmla="*/ 119556 w 188567"/>
                <a:gd name="connsiteY63" fmla="*/ 223456 h 236862"/>
                <a:gd name="connsiteX64" fmla="*/ 138726 w 188567"/>
                <a:gd name="connsiteY64" fmla="*/ 180045 h 236862"/>
                <a:gd name="connsiteX65" fmla="*/ 151506 w 188567"/>
                <a:gd name="connsiteY65" fmla="*/ 223456 h 236862"/>
                <a:gd name="connsiteX66" fmla="*/ 151506 w 188567"/>
                <a:gd name="connsiteY66" fmla="*/ 174938 h 236862"/>
                <a:gd name="connsiteX67" fmla="*/ 171953 w 188567"/>
                <a:gd name="connsiteY67" fmla="*/ 223456 h 236862"/>
                <a:gd name="connsiteX68" fmla="*/ 151506 w 188567"/>
                <a:gd name="connsiteY68" fmla="*/ 223456 h 236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88567" h="236862">
                  <a:moveTo>
                    <a:pt x="153422" y="147487"/>
                  </a:moveTo>
                  <a:cubicBezTo>
                    <a:pt x="163647" y="135358"/>
                    <a:pt x="171314" y="121313"/>
                    <a:pt x="175148" y="105991"/>
                  </a:cubicBezTo>
                  <a:cubicBezTo>
                    <a:pt x="193040" y="40875"/>
                    <a:pt x="152784" y="5763"/>
                    <a:pt x="148311" y="2571"/>
                  </a:cubicBezTo>
                  <a:cubicBezTo>
                    <a:pt x="146394" y="656"/>
                    <a:pt x="143838" y="17"/>
                    <a:pt x="141282" y="17"/>
                  </a:cubicBezTo>
                  <a:cubicBezTo>
                    <a:pt x="127224" y="-621"/>
                    <a:pt x="101664" y="16615"/>
                    <a:pt x="65241" y="52366"/>
                  </a:cubicBezTo>
                  <a:lnTo>
                    <a:pt x="53100" y="44067"/>
                  </a:lnTo>
                  <a:cubicBezTo>
                    <a:pt x="50545" y="42151"/>
                    <a:pt x="47350" y="42790"/>
                    <a:pt x="44794" y="44705"/>
                  </a:cubicBezTo>
                  <a:cubicBezTo>
                    <a:pt x="42877" y="46620"/>
                    <a:pt x="42238" y="50451"/>
                    <a:pt x="44155" y="53004"/>
                  </a:cubicBezTo>
                  <a:lnTo>
                    <a:pt x="52462" y="65134"/>
                  </a:lnTo>
                  <a:cubicBezTo>
                    <a:pt x="16678" y="101523"/>
                    <a:pt x="-1214" y="127697"/>
                    <a:pt x="64" y="142380"/>
                  </a:cubicBezTo>
                  <a:cubicBezTo>
                    <a:pt x="64" y="145572"/>
                    <a:pt x="1342" y="148126"/>
                    <a:pt x="3259" y="150041"/>
                  </a:cubicBezTo>
                  <a:cubicBezTo>
                    <a:pt x="22429" y="169831"/>
                    <a:pt x="48628" y="180684"/>
                    <a:pt x="76743" y="180045"/>
                  </a:cubicBezTo>
                  <a:cubicBezTo>
                    <a:pt x="83133" y="180045"/>
                    <a:pt x="88884" y="179407"/>
                    <a:pt x="95274" y="178769"/>
                  </a:cubicBezTo>
                  <a:cubicBezTo>
                    <a:pt x="106776" y="177492"/>
                    <a:pt x="118278" y="173661"/>
                    <a:pt x="128502" y="168554"/>
                  </a:cubicBezTo>
                  <a:lnTo>
                    <a:pt x="130419" y="167278"/>
                  </a:lnTo>
                  <a:lnTo>
                    <a:pt x="104859" y="227925"/>
                  </a:lnTo>
                  <a:cubicBezTo>
                    <a:pt x="103581" y="231117"/>
                    <a:pt x="104859" y="234948"/>
                    <a:pt x="108054" y="236224"/>
                  </a:cubicBezTo>
                  <a:cubicBezTo>
                    <a:pt x="108693" y="236863"/>
                    <a:pt x="109971" y="236863"/>
                    <a:pt x="110610" y="236863"/>
                  </a:cubicBezTo>
                  <a:lnTo>
                    <a:pt x="182177" y="236863"/>
                  </a:lnTo>
                  <a:cubicBezTo>
                    <a:pt x="186011" y="236863"/>
                    <a:pt x="188567" y="234309"/>
                    <a:pt x="188567" y="230479"/>
                  </a:cubicBezTo>
                  <a:cubicBezTo>
                    <a:pt x="188567" y="229840"/>
                    <a:pt x="188567" y="228564"/>
                    <a:pt x="187928" y="227925"/>
                  </a:cubicBezTo>
                  <a:lnTo>
                    <a:pt x="153422" y="147487"/>
                  </a:lnTo>
                  <a:close/>
                  <a:moveTo>
                    <a:pt x="57573" y="125143"/>
                  </a:moveTo>
                  <a:cubicBezTo>
                    <a:pt x="66519" y="118121"/>
                    <a:pt x="76743" y="109183"/>
                    <a:pt x="88245" y="97692"/>
                  </a:cubicBezTo>
                  <a:lnTo>
                    <a:pt x="136809" y="146210"/>
                  </a:lnTo>
                  <a:cubicBezTo>
                    <a:pt x="134892" y="148126"/>
                    <a:pt x="132336" y="150041"/>
                    <a:pt x="130419" y="151318"/>
                  </a:cubicBezTo>
                  <a:cubicBezTo>
                    <a:pt x="125946" y="151956"/>
                    <a:pt x="95913" y="154510"/>
                    <a:pt x="57573" y="125143"/>
                  </a:cubicBezTo>
                  <a:lnTo>
                    <a:pt x="57573" y="125143"/>
                  </a:lnTo>
                  <a:close/>
                  <a:moveTo>
                    <a:pt x="125946" y="56835"/>
                  </a:moveTo>
                  <a:cubicBezTo>
                    <a:pt x="157257" y="98331"/>
                    <a:pt x="150867" y="127697"/>
                    <a:pt x="150867" y="128335"/>
                  </a:cubicBezTo>
                  <a:cubicBezTo>
                    <a:pt x="150867" y="128335"/>
                    <a:pt x="150867" y="128974"/>
                    <a:pt x="150867" y="128974"/>
                  </a:cubicBezTo>
                  <a:cubicBezTo>
                    <a:pt x="148949" y="131527"/>
                    <a:pt x="147033" y="134081"/>
                    <a:pt x="145116" y="136634"/>
                  </a:cubicBezTo>
                  <a:lnTo>
                    <a:pt x="97191" y="88755"/>
                  </a:lnTo>
                  <a:cubicBezTo>
                    <a:pt x="109332" y="76625"/>
                    <a:pt x="118917" y="65772"/>
                    <a:pt x="125946" y="56835"/>
                  </a:cubicBezTo>
                  <a:lnTo>
                    <a:pt x="125946" y="56835"/>
                  </a:lnTo>
                  <a:close/>
                  <a:moveTo>
                    <a:pt x="162369" y="102799"/>
                  </a:moveTo>
                  <a:lnTo>
                    <a:pt x="162369" y="102799"/>
                  </a:lnTo>
                  <a:cubicBezTo>
                    <a:pt x="157257" y="82371"/>
                    <a:pt x="147672" y="63219"/>
                    <a:pt x="134253" y="46620"/>
                  </a:cubicBezTo>
                  <a:cubicBezTo>
                    <a:pt x="140004" y="38959"/>
                    <a:pt x="145116" y="30660"/>
                    <a:pt x="149589" y="22361"/>
                  </a:cubicBezTo>
                  <a:cubicBezTo>
                    <a:pt x="159812" y="35767"/>
                    <a:pt x="173870" y="62580"/>
                    <a:pt x="162369" y="102799"/>
                  </a:cubicBezTo>
                  <a:lnTo>
                    <a:pt x="162369" y="102799"/>
                  </a:lnTo>
                  <a:close/>
                  <a:moveTo>
                    <a:pt x="65241" y="83647"/>
                  </a:moveTo>
                  <a:cubicBezTo>
                    <a:pt x="66519" y="85563"/>
                    <a:pt x="68436" y="86201"/>
                    <a:pt x="70353" y="86201"/>
                  </a:cubicBezTo>
                  <a:cubicBezTo>
                    <a:pt x="70992" y="86201"/>
                    <a:pt x="71631" y="86201"/>
                    <a:pt x="72270" y="86201"/>
                  </a:cubicBezTo>
                  <a:cubicBezTo>
                    <a:pt x="79938" y="84286"/>
                    <a:pt x="85689" y="77902"/>
                    <a:pt x="86328" y="70241"/>
                  </a:cubicBezTo>
                  <a:cubicBezTo>
                    <a:pt x="86328" y="68326"/>
                    <a:pt x="85050" y="66411"/>
                    <a:pt x="83772" y="65134"/>
                  </a:cubicBezTo>
                  <a:lnTo>
                    <a:pt x="75465" y="59388"/>
                  </a:lnTo>
                  <a:cubicBezTo>
                    <a:pt x="122112" y="14062"/>
                    <a:pt x="137448" y="12785"/>
                    <a:pt x="139365" y="12785"/>
                  </a:cubicBezTo>
                  <a:lnTo>
                    <a:pt x="139365" y="12785"/>
                  </a:lnTo>
                  <a:cubicBezTo>
                    <a:pt x="138726" y="13423"/>
                    <a:pt x="138087" y="14062"/>
                    <a:pt x="138087" y="15339"/>
                  </a:cubicBezTo>
                  <a:cubicBezTo>
                    <a:pt x="138087" y="15339"/>
                    <a:pt x="131058" y="37044"/>
                    <a:pt x="84411" y="83647"/>
                  </a:cubicBezTo>
                  <a:cubicBezTo>
                    <a:pt x="37765" y="130250"/>
                    <a:pt x="12844" y="140465"/>
                    <a:pt x="12844" y="140465"/>
                  </a:cubicBezTo>
                  <a:lnTo>
                    <a:pt x="12205" y="141103"/>
                  </a:lnTo>
                  <a:cubicBezTo>
                    <a:pt x="12205" y="136634"/>
                    <a:pt x="17317" y="119398"/>
                    <a:pt x="59490" y="75987"/>
                  </a:cubicBezTo>
                  <a:lnTo>
                    <a:pt x="65241" y="83647"/>
                  </a:lnTo>
                  <a:close/>
                  <a:moveTo>
                    <a:pt x="93996" y="165362"/>
                  </a:moveTo>
                  <a:lnTo>
                    <a:pt x="92718" y="165362"/>
                  </a:lnTo>
                  <a:cubicBezTo>
                    <a:pt x="92079" y="165362"/>
                    <a:pt x="53740" y="173023"/>
                    <a:pt x="22429" y="149402"/>
                  </a:cubicBezTo>
                  <a:cubicBezTo>
                    <a:pt x="31375" y="144934"/>
                    <a:pt x="39682" y="139188"/>
                    <a:pt x="47350" y="133442"/>
                  </a:cubicBezTo>
                  <a:cubicBezTo>
                    <a:pt x="64603" y="148126"/>
                    <a:pt x="84411" y="158340"/>
                    <a:pt x="106137" y="162809"/>
                  </a:cubicBezTo>
                  <a:cubicBezTo>
                    <a:pt x="102942" y="164086"/>
                    <a:pt x="98469" y="165362"/>
                    <a:pt x="93996" y="165362"/>
                  </a:cubicBezTo>
                  <a:close/>
                  <a:moveTo>
                    <a:pt x="138726" y="180045"/>
                  </a:moveTo>
                  <a:lnTo>
                    <a:pt x="138726" y="223456"/>
                  </a:lnTo>
                  <a:lnTo>
                    <a:pt x="119556" y="223456"/>
                  </a:lnTo>
                  <a:lnTo>
                    <a:pt x="138726" y="180045"/>
                  </a:lnTo>
                  <a:close/>
                  <a:moveTo>
                    <a:pt x="151506" y="223456"/>
                  </a:moveTo>
                  <a:lnTo>
                    <a:pt x="151506" y="174938"/>
                  </a:lnTo>
                  <a:lnTo>
                    <a:pt x="171953" y="223456"/>
                  </a:lnTo>
                  <a:lnTo>
                    <a:pt x="151506" y="223456"/>
                  </a:lnTo>
                  <a:close/>
                </a:path>
              </a:pathLst>
            </a:custGeom>
            <a:solidFill>
              <a:srgbClr val="26890D"/>
            </a:solidFill>
            <a:ln w="6390" cap="flat">
              <a:noFill/>
              <a:prstDash val="solid"/>
              <a:miter/>
            </a:ln>
          </p:spPr>
          <p:txBody>
            <a:bodyPr rtlCol="0" anchor="ctr"/>
            <a:lstStyle/>
            <a:p>
              <a:endParaRPr lang="en-US"/>
            </a:p>
          </p:txBody>
        </p:sp>
      </p:grpSp>
      <p:grpSp>
        <p:nvGrpSpPr>
          <p:cNvPr id="1031" name="Graphic 4">
            <a:extLst>
              <a:ext uri="{FF2B5EF4-FFF2-40B4-BE49-F238E27FC236}">
                <a16:creationId xmlns:a16="http://schemas.microsoft.com/office/drawing/2014/main" id="{5E078587-4C05-EF4B-8BC1-F40133DBBAFD}"/>
              </a:ext>
            </a:extLst>
          </p:cNvPr>
          <p:cNvGrpSpPr/>
          <p:nvPr/>
        </p:nvGrpSpPr>
        <p:grpSpPr>
          <a:xfrm>
            <a:off x="4045469" y="1893013"/>
            <a:ext cx="362309" cy="361971"/>
            <a:chOff x="4045469" y="1893013"/>
            <a:chExt cx="362309" cy="361971"/>
          </a:xfrm>
          <a:solidFill>
            <a:srgbClr val="26890D"/>
          </a:solidFill>
        </p:grpSpPr>
        <p:sp>
          <p:nvSpPr>
            <p:cNvPr id="1032" name="Graphic 4">
              <a:extLst>
                <a:ext uri="{FF2B5EF4-FFF2-40B4-BE49-F238E27FC236}">
                  <a16:creationId xmlns:a16="http://schemas.microsoft.com/office/drawing/2014/main" id="{9A9C4013-4168-E749-9AC7-91B447631F48}"/>
                </a:ext>
              </a:extLst>
            </p:cNvPr>
            <p:cNvSpPr/>
            <p:nvPr/>
          </p:nvSpPr>
          <p:spPr>
            <a:xfrm>
              <a:off x="4255059" y="1978558"/>
              <a:ext cx="32147" cy="80438"/>
            </a:xfrm>
            <a:custGeom>
              <a:avLst/>
              <a:gdLst>
                <a:gd name="connsiteX0" fmla="*/ 0 w 32147"/>
                <a:gd name="connsiteY0" fmla="*/ 24259 h 80438"/>
                <a:gd name="connsiteX1" fmla="*/ 28115 w 32147"/>
                <a:gd name="connsiteY1" fmla="*/ 80438 h 80438"/>
                <a:gd name="connsiteX2" fmla="*/ 28115 w 32147"/>
                <a:gd name="connsiteY2" fmla="*/ 80438 h 80438"/>
                <a:gd name="connsiteX3" fmla="*/ 15336 w 32147"/>
                <a:gd name="connsiteY3" fmla="*/ 0 h 80438"/>
                <a:gd name="connsiteX4" fmla="*/ 0 w 32147"/>
                <a:gd name="connsiteY4" fmla="*/ 24259 h 80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47" h="80438">
                  <a:moveTo>
                    <a:pt x="0" y="24259"/>
                  </a:moveTo>
                  <a:cubicBezTo>
                    <a:pt x="13419" y="40858"/>
                    <a:pt x="23004" y="60010"/>
                    <a:pt x="28115" y="80438"/>
                  </a:cubicBezTo>
                  <a:lnTo>
                    <a:pt x="28115" y="80438"/>
                  </a:lnTo>
                  <a:cubicBezTo>
                    <a:pt x="38978" y="40219"/>
                    <a:pt x="25560" y="13406"/>
                    <a:pt x="15336" y="0"/>
                  </a:cubicBezTo>
                  <a:cubicBezTo>
                    <a:pt x="10863" y="8299"/>
                    <a:pt x="5751" y="16598"/>
                    <a:pt x="0" y="24259"/>
                  </a:cubicBezTo>
                  <a:close/>
                </a:path>
              </a:pathLst>
            </a:custGeom>
            <a:solidFill>
              <a:srgbClr val="26890D"/>
            </a:solidFill>
            <a:ln w="6390" cap="flat">
              <a:noFill/>
              <a:prstDash val="solid"/>
              <a:miter/>
            </a:ln>
          </p:spPr>
          <p:txBody>
            <a:bodyPr rtlCol="0" anchor="ctr"/>
            <a:lstStyle/>
            <a:p>
              <a:endParaRPr lang="en-US"/>
            </a:p>
          </p:txBody>
        </p:sp>
        <p:sp>
          <p:nvSpPr>
            <p:cNvPr id="1033" name="Graphic 4">
              <a:extLst>
                <a:ext uri="{FF2B5EF4-FFF2-40B4-BE49-F238E27FC236}">
                  <a16:creationId xmlns:a16="http://schemas.microsoft.com/office/drawing/2014/main" id="{E740C15E-9846-144B-A548-A58D6A861D64}"/>
                </a:ext>
              </a:extLst>
            </p:cNvPr>
            <p:cNvSpPr/>
            <p:nvPr/>
          </p:nvSpPr>
          <p:spPr>
            <a:xfrm>
              <a:off x="4134289" y="1968344"/>
              <a:ext cx="126520" cy="127679"/>
            </a:xfrm>
            <a:custGeom>
              <a:avLst/>
              <a:gdLst>
                <a:gd name="connsiteX0" fmla="*/ 0 w 126520"/>
                <a:gd name="connsiteY0" fmla="*/ 127680 h 127679"/>
                <a:gd name="connsiteX1" fmla="*/ 71567 w 126520"/>
                <a:gd name="connsiteY1" fmla="*/ 70862 h 127679"/>
                <a:gd name="connsiteX2" fmla="*/ 125243 w 126520"/>
                <a:gd name="connsiteY2" fmla="*/ 2554 h 127679"/>
                <a:gd name="connsiteX3" fmla="*/ 126521 w 126520"/>
                <a:gd name="connsiteY3" fmla="*/ 0 h 127679"/>
                <a:gd name="connsiteX4" fmla="*/ 126521 w 126520"/>
                <a:gd name="connsiteY4" fmla="*/ 0 h 127679"/>
                <a:gd name="connsiteX5" fmla="*/ 62621 w 126520"/>
                <a:gd name="connsiteY5" fmla="*/ 46603 h 127679"/>
                <a:gd name="connsiteX6" fmla="*/ 70928 w 126520"/>
                <a:gd name="connsiteY6" fmla="*/ 52349 h 127679"/>
                <a:gd name="connsiteX7" fmla="*/ 73484 w 126520"/>
                <a:gd name="connsiteY7" fmla="*/ 57456 h 127679"/>
                <a:gd name="connsiteX8" fmla="*/ 59426 w 126520"/>
                <a:gd name="connsiteY8" fmla="*/ 73416 h 127679"/>
                <a:gd name="connsiteX9" fmla="*/ 57509 w 126520"/>
                <a:gd name="connsiteY9" fmla="*/ 73416 h 127679"/>
                <a:gd name="connsiteX10" fmla="*/ 52398 w 126520"/>
                <a:gd name="connsiteY10" fmla="*/ 70862 h 127679"/>
                <a:gd name="connsiteX11" fmla="*/ 46646 w 126520"/>
                <a:gd name="connsiteY11" fmla="*/ 62563 h 127679"/>
                <a:gd name="connsiteX12" fmla="*/ 0 w 126520"/>
                <a:gd name="connsiteY12" fmla="*/ 127680 h 127679"/>
                <a:gd name="connsiteX13" fmla="*/ 0 w 126520"/>
                <a:gd name="connsiteY13" fmla="*/ 127680 h 12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6520" h="127679">
                  <a:moveTo>
                    <a:pt x="0" y="127680"/>
                  </a:moveTo>
                  <a:cubicBezTo>
                    <a:pt x="0" y="127680"/>
                    <a:pt x="24921" y="118104"/>
                    <a:pt x="71567" y="70862"/>
                  </a:cubicBezTo>
                  <a:cubicBezTo>
                    <a:pt x="118214" y="23621"/>
                    <a:pt x="125243" y="2554"/>
                    <a:pt x="125243" y="2554"/>
                  </a:cubicBezTo>
                  <a:cubicBezTo>
                    <a:pt x="125243" y="1915"/>
                    <a:pt x="125882" y="638"/>
                    <a:pt x="126521" y="0"/>
                  </a:cubicBezTo>
                  <a:lnTo>
                    <a:pt x="126521" y="0"/>
                  </a:lnTo>
                  <a:cubicBezTo>
                    <a:pt x="123965" y="0"/>
                    <a:pt x="109268" y="1277"/>
                    <a:pt x="62621" y="46603"/>
                  </a:cubicBezTo>
                  <a:lnTo>
                    <a:pt x="70928" y="52349"/>
                  </a:lnTo>
                  <a:cubicBezTo>
                    <a:pt x="72845" y="53625"/>
                    <a:pt x="73484" y="55541"/>
                    <a:pt x="73484" y="57456"/>
                  </a:cubicBezTo>
                  <a:cubicBezTo>
                    <a:pt x="72206" y="65117"/>
                    <a:pt x="67094" y="71500"/>
                    <a:pt x="59426" y="73416"/>
                  </a:cubicBezTo>
                  <a:cubicBezTo>
                    <a:pt x="58788" y="73416"/>
                    <a:pt x="58148" y="73416"/>
                    <a:pt x="57509" y="73416"/>
                  </a:cubicBezTo>
                  <a:cubicBezTo>
                    <a:pt x="55593" y="73416"/>
                    <a:pt x="53676" y="72139"/>
                    <a:pt x="52398" y="70862"/>
                  </a:cubicBezTo>
                  <a:lnTo>
                    <a:pt x="46646" y="62563"/>
                  </a:lnTo>
                  <a:cubicBezTo>
                    <a:pt x="4473" y="105974"/>
                    <a:pt x="0" y="123211"/>
                    <a:pt x="0" y="127680"/>
                  </a:cubicBezTo>
                  <a:lnTo>
                    <a:pt x="0" y="127680"/>
                  </a:lnTo>
                  <a:close/>
                </a:path>
              </a:pathLst>
            </a:custGeom>
            <a:solidFill>
              <a:srgbClr val="26890D"/>
            </a:solidFill>
            <a:ln w="6390" cap="flat">
              <a:noFill/>
              <a:prstDash val="solid"/>
              <a:miter/>
            </a:ln>
          </p:spPr>
          <p:txBody>
            <a:bodyPr rtlCol="0" anchor="ctr"/>
            <a:lstStyle/>
            <a:p>
              <a:endParaRPr lang="en-US"/>
            </a:p>
          </p:txBody>
        </p:sp>
        <p:sp>
          <p:nvSpPr>
            <p:cNvPr id="1034" name="Graphic 4">
              <a:extLst>
                <a:ext uri="{FF2B5EF4-FFF2-40B4-BE49-F238E27FC236}">
                  <a16:creationId xmlns:a16="http://schemas.microsoft.com/office/drawing/2014/main" id="{CB17D7CB-DE4E-7145-B352-B44B2CAA5449}"/>
                </a:ext>
              </a:extLst>
            </p:cNvPr>
            <p:cNvSpPr/>
            <p:nvPr/>
          </p:nvSpPr>
          <p:spPr>
            <a:xfrm>
              <a:off x="4217997" y="2013032"/>
              <a:ext cx="54212" cy="79799"/>
            </a:xfrm>
            <a:custGeom>
              <a:avLst/>
              <a:gdLst>
                <a:gd name="connsiteX0" fmla="*/ 47925 w 54212"/>
                <a:gd name="connsiteY0" fmla="*/ 79800 h 79799"/>
                <a:gd name="connsiteX1" fmla="*/ 53676 w 54212"/>
                <a:gd name="connsiteY1" fmla="*/ 72139 h 79799"/>
                <a:gd name="connsiteX2" fmla="*/ 53676 w 54212"/>
                <a:gd name="connsiteY2" fmla="*/ 71500 h 79799"/>
                <a:gd name="connsiteX3" fmla="*/ 28755 w 54212"/>
                <a:gd name="connsiteY3" fmla="*/ 0 h 79799"/>
                <a:gd name="connsiteX4" fmla="*/ 0 w 54212"/>
                <a:gd name="connsiteY4" fmla="*/ 31920 h 79799"/>
                <a:gd name="connsiteX5" fmla="*/ 47925 w 54212"/>
                <a:gd name="connsiteY5" fmla="*/ 79800 h 79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12" h="79799">
                  <a:moveTo>
                    <a:pt x="47925" y="79800"/>
                  </a:moveTo>
                  <a:cubicBezTo>
                    <a:pt x="49842" y="77246"/>
                    <a:pt x="51759" y="74692"/>
                    <a:pt x="53676" y="72139"/>
                  </a:cubicBezTo>
                  <a:cubicBezTo>
                    <a:pt x="53676" y="72139"/>
                    <a:pt x="53676" y="71500"/>
                    <a:pt x="53676" y="71500"/>
                  </a:cubicBezTo>
                  <a:cubicBezTo>
                    <a:pt x="53676" y="71500"/>
                    <a:pt x="60066" y="41496"/>
                    <a:pt x="28755" y="0"/>
                  </a:cubicBezTo>
                  <a:cubicBezTo>
                    <a:pt x="21726" y="8938"/>
                    <a:pt x="12141" y="19790"/>
                    <a:pt x="0" y="31920"/>
                  </a:cubicBezTo>
                  <a:lnTo>
                    <a:pt x="47925" y="79800"/>
                  </a:lnTo>
                  <a:close/>
                </a:path>
              </a:pathLst>
            </a:custGeom>
            <a:solidFill>
              <a:srgbClr val="26890D"/>
            </a:solidFill>
            <a:ln w="6390" cap="flat">
              <a:noFill/>
              <a:prstDash val="solid"/>
              <a:miter/>
            </a:ln>
          </p:spPr>
          <p:txBody>
            <a:bodyPr rtlCol="0" anchor="ctr"/>
            <a:lstStyle/>
            <a:p>
              <a:endParaRPr lang="en-US"/>
            </a:p>
          </p:txBody>
        </p:sp>
        <p:sp>
          <p:nvSpPr>
            <p:cNvPr id="1035" name="Graphic 4">
              <a:extLst>
                <a:ext uri="{FF2B5EF4-FFF2-40B4-BE49-F238E27FC236}">
                  <a16:creationId xmlns:a16="http://schemas.microsoft.com/office/drawing/2014/main" id="{4699B106-0B3E-9D45-8E0C-4A6D57DB87D5}"/>
                </a:ext>
              </a:extLst>
            </p:cNvPr>
            <p:cNvSpPr/>
            <p:nvPr/>
          </p:nvSpPr>
          <p:spPr>
            <a:xfrm>
              <a:off x="4178380" y="2053889"/>
              <a:ext cx="78596" cy="53968"/>
            </a:xfrm>
            <a:custGeom>
              <a:avLst/>
              <a:gdLst>
                <a:gd name="connsiteX0" fmla="*/ 30672 w 78596"/>
                <a:gd name="connsiteY0" fmla="*/ 0 h 53968"/>
                <a:gd name="connsiteX1" fmla="*/ 0 w 78596"/>
                <a:gd name="connsiteY1" fmla="*/ 27451 h 53968"/>
                <a:gd name="connsiteX2" fmla="*/ 72206 w 78596"/>
                <a:gd name="connsiteY2" fmla="*/ 53625 h 53968"/>
                <a:gd name="connsiteX3" fmla="*/ 78596 w 78596"/>
                <a:gd name="connsiteY3" fmla="*/ 48518 h 53968"/>
                <a:gd name="connsiteX4" fmla="*/ 30672 w 78596"/>
                <a:gd name="connsiteY4" fmla="*/ 0 h 53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596" h="53968">
                  <a:moveTo>
                    <a:pt x="30672" y="0"/>
                  </a:moveTo>
                  <a:cubicBezTo>
                    <a:pt x="19170" y="11491"/>
                    <a:pt x="8946" y="20429"/>
                    <a:pt x="0" y="27451"/>
                  </a:cubicBezTo>
                  <a:cubicBezTo>
                    <a:pt x="38340" y="56817"/>
                    <a:pt x="68372" y="54264"/>
                    <a:pt x="72206" y="53625"/>
                  </a:cubicBezTo>
                  <a:cubicBezTo>
                    <a:pt x="74123" y="51710"/>
                    <a:pt x="76679" y="50433"/>
                    <a:pt x="78596" y="48518"/>
                  </a:cubicBezTo>
                  <a:lnTo>
                    <a:pt x="30672" y="0"/>
                  </a:lnTo>
                  <a:close/>
                </a:path>
              </a:pathLst>
            </a:custGeom>
            <a:solidFill>
              <a:srgbClr val="26890D"/>
            </a:solidFill>
            <a:ln w="6390" cap="flat">
              <a:noFill/>
              <a:prstDash val="solid"/>
              <a:miter/>
            </a:ln>
          </p:spPr>
          <p:txBody>
            <a:bodyPr rtlCol="0" anchor="ctr"/>
            <a:lstStyle/>
            <a:p>
              <a:endParaRPr lang="en-US"/>
            </a:p>
          </p:txBody>
        </p:sp>
        <p:sp>
          <p:nvSpPr>
            <p:cNvPr id="1036" name="Graphic 4">
              <a:extLst>
                <a:ext uri="{FF2B5EF4-FFF2-40B4-BE49-F238E27FC236}">
                  <a16:creationId xmlns:a16="http://schemas.microsoft.com/office/drawing/2014/main" id="{72A28CA7-A208-0745-A523-6BCAADBFB2B8}"/>
                </a:ext>
              </a:extLst>
            </p:cNvPr>
            <p:cNvSpPr/>
            <p:nvPr/>
          </p:nvSpPr>
          <p:spPr>
            <a:xfrm>
              <a:off x="4239723" y="2136243"/>
              <a:ext cx="19169" cy="43411"/>
            </a:xfrm>
            <a:custGeom>
              <a:avLst/>
              <a:gdLst>
                <a:gd name="connsiteX0" fmla="*/ 19170 w 19169"/>
                <a:gd name="connsiteY0" fmla="*/ 0 h 43411"/>
                <a:gd name="connsiteX1" fmla="*/ 0 w 19169"/>
                <a:gd name="connsiteY1" fmla="*/ 43411 h 43411"/>
                <a:gd name="connsiteX2" fmla="*/ 19170 w 19169"/>
                <a:gd name="connsiteY2" fmla="*/ 43411 h 43411"/>
              </a:gdLst>
              <a:ahLst/>
              <a:cxnLst>
                <a:cxn ang="0">
                  <a:pos x="connsiteX0" y="connsiteY0"/>
                </a:cxn>
                <a:cxn ang="0">
                  <a:pos x="connsiteX1" y="connsiteY1"/>
                </a:cxn>
                <a:cxn ang="0">
                  <a:pos x="connsiteX2" y="connsiteY2"/>
                </a:cxn>
              </a:cxnLst>
              <a:rect l="l" t="t" r="r" b="b"/>
              <a:pathLst>
                <a:path w="19169" h="43411">
                  <a:moveTo>
                    <a:pt x="19170" y="0"/>
                  </a:moveTo>
                  <a:lnTo>
                    <a:pt x="0" y="43411"/>
                  </a:lnTo>
                  <a:lnTo>
                    <a:pt x="19170" y="43411"/>
                  </a:lnTo>
                  <a:close/>
                </a:path>
              </a:pathLst>
            </a:custGeom>
            <a:solidFill>
              <a:srgbClr val="26890D"/>
            </a:solidFill>
            <a:ln w="6390" cap="flat">
              <a:noFill/>
              <a:prstDash val="solid"/>
              <a:miter/>
            </a:ln>
          </p:spPr>
          <p:txBody>
            <a:bodyPr rtlCol="0" anchor="ctr"/>
            <a:lstStyle/>
            <a:p>
              <a:endParaRPr lang="en-US"/>
            </a:p>
          </p:txBody>
        </p:sp>
        <p:sp>
          <p:nvSpPr>
            <p:cNvPr id="1037" name="Graphic 4">
              <a:extLst>
                <a:ext uri="{FF2B5EF4-FFF2-40B4-BE49-F238E27FC236}">
                  <a16:creationId xmlns:a16="http://schemas.microsoft.com/office/drawing/2014/main" id="{86579281-1273-5348-AE43-E4527E7C29A6}"/>
                </a:ext>
              </a:extLst>
            </p:cNvPr>
            <p:cNvSpPr/>
            <p:nvPr/>
          </p:nvSpPr>
          <p:spPr>
            <a:xfrm>
              <a:off x="4143235" y="2089640"/>
              <a:ext cx="84986" cy="33105"/>
            </a:xfrm>
            <a:custGeom>
              <a:avLst/>
              <a:gdLst>
                <a:gd name="connsiteX0" fmla="*/ 24921 w 84986"/>
                <a:gd name="connsiteY0" fmla="*/ 0 h 33105"/>
                <a:gd name="connsiteX1" fmla="*/ 0 w 84986"/>
                <a:gd name="connsiteY1" fmla="*/ 15960 h 33105"/>
                <a:gd name="connsiteX2" fmla="*/ 70289 w 84986"/>
                <a:gd name="connsiteY2" fmla="*/ 31920 h 33105"/>
                <a:gd name="connsiteX3" fmla="*/ 71567 w 84986"/>
                <a:gd name="connsiteY3" fmla="*/ 31920 h 33105"/>
                <a:gd name="connsiteX4" fmla="*/ 84986 w 84986"/>
                <a:gd name="connsiteY4" fmla="*/ 29366 h 33105"/>
                <a:gd name="connsiteX5" fmla="*/ 24921 w 84986"/>
                <a:gd name="connsiteY5" fmla="*/ 0 h 3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986" h="33105">
                  <a:moveTo>
                    <a:pt x="24921" y="0"/>
                  </a:moveTo>
                  <a:cubicBezTo>
                    <a:pt x="17253" y="6384"/>
                    <a:pt x="8307" y="11491"/>
                    <a:pt x="0" y="15960"/>
                  </a:cubicBezTo>
                  <a:cubicBezTo>
                    <a:pt x="31310" y="39581"/>
                    <a:pt x="70289" y="31920"/>
                    <a:pt x="70289" y="31920"/>
                  </a:cubicBezTo>
                  <a:lnTo>
                    <a:pt x="71567" y="31920"/>
                  </a:lnTo>
                  <a:cubicBezTo>
                    <a:pt x="76040" y="31281"/>
                    <a:pt x="80513" y="30643"/>
                    <a:pt x="84986" y="29366"/>
                  </a:cubicBezTo>
                  <a:cubicBezTo>
                    <a:pt x="61982" y="24897"/>
                    <a:pt x="41535" y="14683"/>
                    <a:pt x="24921" y="0"/>
                  </a:cubicBezTo>
                  <a:close/>
                </a:path>
              </a:pathLst>
            </a:custGeom>
            <a:solidFill>
              <a:srgbClr val="26890D"/>
            </a:solidFill>
            <a:ln w="6390" cap="flat">
              <a:noFill/>
              <a:prstDash val="solid"/>
              <a:miter/>
            </a:ln>
          </p:spPr>
          <p:txBody>
            <a:bodyPr rtlCol="0" anchor="ctr"/>
            <a:lstStyle/>
            <a:p>
              <a:endParaRPr lang="en-US"/>
            </a:p>
          </p:txBody>
        </p:sp>
        <p:sp>
          <p:nvSpPr>
            <p:cNvPr id="1038" name="Graphic 4">
              <a:extLst>
                <a:ext uri="{FF2B5EF4-FFF2-40B4-BE49-F238E27FC236}">
                  <a16:creationId xmlns:a16="http://schemas.microsoft.com/office/drawing/2014/main" id="{63D9E56D-8389-9D4B-AE0F-2DCC8F7E80A2}"/>
                </a:ext>
              </a:extLst>
            </p:cNvPr>
            <p:cNvSpPr/>
            <p:nvPr/>
          </p:nvSpPr>
          <p:spPr>
            <a:xfrm>
              <a:off x="4045469" y="189301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61349 w 362309"/>
                <a:gd name="connsiteY6" fmla="*/ 296217 h 361971"/>
                <a:gd name="connsiteX7" fmla="*/ 256237 w 362309"/>
                <a:gd name="connsiteY7" fmla="*/ 299409 h 361971"/>
                <a:gd name="connsiteX8" fmla="*/ 184669 w 362309"/>
                <a:gd name="connsiteY8" fmla="*/ 299409 h 361971"/>
                <a:gd name="connsiteX9" fmla="*/ 179557 w 362309"/>
                <a:gd name="connsiteY9" fmla="*/ 296217 h 361971"/>
                <a:gd name="connsiteX10" fmla="*/ 178918 w 362309"/>
                <a:gd name="connsiteY10" fmla="*/ 290471 h 361971"/>
                <a:gd name="connsiteX11" fmla="*/ 205117 w 362309"/>
                <a:gd name="connsiteY11" fmla="*/ 229823 h 361971"/>
                <a:gd name="connsiteX12" fmla="*/ 203200 w 362309"/>
                <a:gd name="connsiteY12" fmla="*/ 231100 h 361971"/>
                <a:gd name="connsiteX13" fmla="*/ 169973 w 362309"/>
                <a:gd name="connsiteY13" fmla="*/ 241315 h 361971"/>
                <a:gd name="connsiteX14" fmla="*/ 151442 w 362309"/>
                <a:gd name="connsiteY14" fmla="*/ 242591 h 361971"/>
                <a:gd name="connsiteX15" fmla="*/ 78597 w 362309"/>
                <a:gd name="connsiteY15" fmla="*/ 212587 h 361971"/>
                <a:gd name="connsiteX16" fmla="*/ 75402 w 362309"/>
                <a:gd name="connsiteY16" fmla="*/ 204926 h 361971"/>
                <a:gd name="connsiteX17" fmla="*/ 127799 w 362309"/>
                <a:gd name="connsiteY17" fmla="*/ 127680 h 361971"/>
                <a:gd name="connsiteX18" fmla="*/ 119492 w 362309"/>
                <a:gd name="connsiteY18" fmla="*/ 115550 h 361971"/>
                <a:gd name="connsiteX19" fmla="*/ 120131 w 362309"/>
                <a:gd name="connsiteY19" fmla="*/ 107251 h 361971"/>
                <a:gd name="connsiteX20" fmla="*/ 128438 w 362309"/>
                <a:gd name="connsiteY20" fmla="*/ 106613 h 361971"/>
                <a:gd name="connsiteX21" fmla="*/ 140579 w 362309"/>
                <a:gd name="connsiteY21" fmla="*/ 114912 h 361971"/>
                <a:gd name="connsiteX22" fmla="*/ 216619 w 362309"/>
                <a:gd name="connsiteY22" fmla="*/ 62563 h 361971"/>
                <a:gd name="connsiteX23" fmla="*/ 223648 w 362309"/>
                <a:gd name="connsiteY23" fmla="*/ 65117 h 361971"/>
                <a:gd name="connsiteX24" fmla="*/ 250486 w 362309"/>
                <a:gd name="connsiteY24" fmla="*/ 168537 h 361971"/>
                <a:gd name="connsiteX25" fmla="*/ 228760 w 362309"/>
                <a:gd name="connsiteY25" fmla="*/ 210033 h 361971"/>
                <a:gd name="connsiteX26" fmla="*/ 262627 w 362309"/>
                <a:gd name="connsiteY26" fmla="*/ 289833 h 361971"/>
                <a:gd name="connsiteX27" fmla="*/ 261349 w 362309"/>
                <a:gd name="connsiteY27" fmla="*/ 29621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2309" h="361971">
                  <a:moveTo>
                    <a:pt x="181474" y="0"/>
                  </a:moveTo>
                  <a:cubicBezTo>
                    <a:pt x="81152" y="0"/>
                    <a:pt x="0" y="81077"/>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261349" y="296217"/>
                  </a:moveTo>
                  <a:cubicBezTo>
                    <a:pt x="260071" y="298132"/>
                    <a:pt x="258154" y="298771"/>
                    <a:pt x="256237" y="299409"/>
                  </a:cubicBezTo>
                  <a:lnTo>
                    <a:pt x="184669" y="299409"/>
                  </a:lnTo>
                  <a:cubicBezTo>
                    <a:pt x="182752" y="299409"/>
                    <a:pt x="180836" y="298132"/>
                    <a:pt x="179557" y="296217"/>
                  </a:cubicBezTo>
                  <a:cubicBezTo>
                    <a:pt x="178279" y="294302"/>
                    <a:pt x="178279" y="292387"/>
                    <a:pt x="178918" y="290471"/>
                  </a:cubicBezTo>
                  <a:lnTo>
                    <a:pt x="205117" y="229823"/>
                  </a:lnTo>
                  <a:lnTo>
                    <a:pt x="203200" y="231100"/>
                  </a:lnTo>
                  <a:cubicBezTo>
                    <a:pt x="192976" y="236846"/>
                    <a:pt x="181474" y="240038"/>
                    <a:pt x="169973" y="241315"/>
                  </a:cubicBezTo>
                  <a:cubicBezTo>
                    <a:pt x="163583" y="242591"/>
                    <a:pt x="157832" y="243230"/>
                    <a:pt x="151442" y="242591"/>
                  </a:cubicBezTo>
                  <a:cubicBezTo>
                    <a:pt x="123965" y="243230"/>
                    <a:pt x="97766" y="232377"/>
                    <a:pt x="78597" y="212587"/>
                  </a:cubicBezTo>
                  <a:cubicBezTo>
                    <a:pt x="76679" y="210671"/>
                    <a:pt x="75402" y="207479"/>
                    <a:pt x="75402" y="204926"/>
                  </a:cubicBezTo>
                  <a:cubicBezTo>
                    <a:pt x="74124" y="190243"/>
                    <a:pt x="92015" y="164068"/>
                    <a:pt x="127799" y="127680"/>
                  </a:cubicBezTo>
                  <a:lnTo>
                    <a:pt x="119492" y="115550"/>
                  </a:lnTo>
                  <a:cubicBezTo>
                    <a:pt x="117575" y="112997"/>
                    <a:pt x="118214" y="109805"/>
                    <a:pt x="120131" y="107251"/>
                  </a:cubicBezTo>
                  <a:cubicBezTo>
                    <a:pt x="122048" y="105336"/>
                    <a:pt x="125882" y="104697"/>
                    <a:pt x="128438" y="106613"/>
                  </a:cubicBezTo>
                  <a:lnTo>
                    <a:pt x="140579" y="114912"/>
                  </a:lnTo>
                  <a:cubicBezTo>
                    <a:pt x="177001" y="79161"/>
                    <a:pt x="202561" y="61925"/>
                    <a:pt x="216619" y="62563"/>
                  </a:cubicBezTo>
                  <a:cubicBezTo>
                    <a:pt x="219175" y="62563"/>
                    <a:pt x="221731" y="63840"/>
                    <a:pt x="223648" y="65117"/>
                  </a:cubicBezTo>
                  <a:cubicBezTo>
                    <a:pt x="228121" y="68947"/>
                    <a:pt x="268377" y="103421"/>
                    <a:pt x="250486" y="168537"/>
                  </a:cubicBezTo>
                  <a:cubicBezTo>
                    <a:pt x="246652" y="183859"/>
                    <a:pt x="238984" y="198542"/>
                    <a:pt x="228760" y="210033"/>
                  </a:cubicBezTo>
                  <a:lnTo>
                    <a:pt x="262627" y="289833"/>
                  </a:lnTo>
                  <a:cubicBezTo>
                    <a:pt x="262627" y="292387"/>
                    <a:pt x="262627" y="294940"/>
                    <a:pt x="261349" y="296217"/>
                  </a:cubicBezTo>
                  <a:close/>
                </a:path>
              </a:pathLst>
            </a:custGeom>
            <a:solidFill>
              <a:srgbClr val="26890D"/>
            </a:solidFill>
            <a:ln w="6390" cap="flat">
              <a:noFill/>
              <a:prstDash val="solid"/>
              <a:miter/>
            </a:ln>
          </p:spPr>
          <p:txBody>
            <a:bodyPr rtlCol="0" anchor="ctr"/>
            <a:lstStyle/>
            <a:p>
              <a:endParaRPr lang="en-US"/>
            </a:p>
          </p:txBody>
        </p:sp>
        <p:sp>
          <p:nvSpPr>
            <p:cNvPr id="1039" name="Graphic 4">
              <a:extLst>
                <a:ext uri="{FF2B5EF4-FFF2-40B4-BE49-F238E27FC236}">
                  <a16:creationId xmlns:a16="http://schemas.microsoft.com/office/drawing/2014/main" id="{F60CDED4-2520-F644-9347-3F767B7DAB4A}"/>
                </a:ext>
              </a:extLst>
            </p:cNvPr>
            <p:cNvSpPr/>
            <p:nvPr/>
          </p:nvSpPr>
          <p:spPr>
            <a:xfrm>
              <a:off x="4271672" y="2131135"/>
              <a:ext cx="20447" cy="48518"/>
            </a:xfrm>
            <a:custGeom>
              <a:avLst/>
              <a:gdLst>
                <a:gd name="connsiteX0" fmla="*/ 0 w 20447"/>
                <a:gd name="connsiteY0" fmla="*/ 48518 h 48518"/>
                <a:gd name="connsiteX1" fmla="*/ 20448 w 20447"/>
                <a:gd name="connsiteY1" fmla="*/ 48518 h 48518"/>
                <a:gd name="connsiteX2" fmla="*/ 0 w 20447"/>
                <a:gd name="connsiteY2" fmla="*/ 0 h 48518"/>
              </a:gdLst>
              <a:ahLst/>
              <a:cxnLst>
                <a:cxn ang="0">
                  <a:pos x="connsiteX0" y="connsiteY0"/>
                </a:cxn>
                <a:cxn ang="0">
                  <a:pos x="connsiteX1" y="connsiteY1"/>
                </a:cxn>
                <a:cxn ang="0">
                  <a:pos x="connsiteX2" y="connsiteY2"/>
                </a:cxn>
              </a:cxnLst>
              <a:rect l="l" t="t" r="r" b="b"/>
              <a:pathLst>
                <a:path w="20447" h="48518">
                  <a:moveTo>
                    <a:pt x="0" y="48518"/>
                  </a:moveTo>
                  <a:lnTo>
                    <a:pt x="20448" y="48518"/>
                  </a:lnTo>
                  <a:lnTo>
                    <a:pt x="0" y="0"/>
                  </a:lnTo>
                  <a:close/>
                </a:path>
              </a:pathLst>
            </a:custGeom>
            <a:solidFill>
              <a:srgbClr val="26890D"/>
            </a:solidFill>
            <a:ln w="6390" cap="flat">
              <a:noFill/>
              <a:prstDash val="solid"/>
              <a:miter/>
            </a:ln>
          </p:spPr>
          <p:txBody>
            <a:bodyPr rtlCol="0" anchor="ctr"/>
            <a:lstStyle/>
            <a:p>
              <a:endParaRPr lang="en-US"/>
            </a:p>
          </p:txBody>
        </p:sp>
      </p:grpSp>
      <p:grpSp>
        <p:nvGrpSpPr>
          <p:cNvPr id="1040" name="Graphic 4">
            <a:extLst>
              <a:ext uri="{FF2B5EF4-FFF2-40B4-BE49-F238E27FC236}">
                <a16:creationId xmlns:a16="http://schemas.microsoft.com/office/drawing/2014/main" id="{15F8F2F2-5B58-B145-8912-A84932A83712}"/>
              </a:ext>
            </a:extLst>
          </p:cNvPr>
          <p:cNvGrpSpPr/>
          <p:nvPr/>
        </p:nvGrpSpPr>
        <p:grpSpPr>
          <a:xfrm>
            <a:off x="3607758" y="4793256"/>
            <a:ext cx="362309" cy="361971"/>
            <a:chOff x="3607758" y="4793256"/>
            <a:chExt cx="362309" cy="361971"/>
          </a:xfrm>
          <a:solidFill>
            <a:srgbClr val="26890D"/>
          </a:solidFill>
        </p:grpSpPr>
        <p:sp>
          <p:nvSpPr>
            <p:cNvPr id="1041" name="Graphic 4">
              <a:extLst>
                <a:ext uri="{FF2B5EF4-FFF2-40B4-BE49-F238E27FC236}">
                  <a16:creationId xmlns:a16="http://schemas.microsoft.com/office/drawing/2014/main" id="{0E0CE1D1-2FA5-5D41-8658-3876A1A76D75}"/>
                </a:ext>
              </a:extLst>
            </p:cNvPr>
            <p:cNvSpPr/>
            <p:nvPr/>
          </p:nvSpPr>
          <p:spPr>
            <a:xfrm>
              <a:off x="3607758" y="479325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8565 h 361971"/>
                <a:gd name="connsiteX8" fmla="*/ 12780 w 362309"/>
                <a:gd name="connsiteY8" fmla="*/ 180667 h 361971"/>
                <a:gd name="connsiteX9" fmla="*/ 180836 w 362309"/>
                <a:gd name="connsiteY9" fmla="*/ 12129 h 361971"/>
                <a:gd name="connsiteX10" fmla="*/ 349530 w 362309"/>
                <a:gd name="connsiteY10" fmla="*/ 180028 h 361971"/>
                <a:gd name="connsiteX11" fmla="*/ 349530 w 362309"/>
                <a:gd name="connsiteY11" fmla="*/ 180028 h 361971"/>
                <a:gd name="connsiteX12" fmla="*/ 181474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cubicBezTo>
                    <a:pt x="362310" y="181305"/>
                    <a:pt x="362310" y="181305"/>
                    <a:pt x="362310" y="181305"/>
                  </a:cubicBezTo>
                  <a:cubicBezTo>
                    <a:pt x="362310" y="80438"/>
                    <a:pt x="281796" y="0"/>
                    <a:pt x="181474" y="0"/>
                  </a:cubicBezTo>
                  <a:cubicBezTo>
                    <a:pt x="181474" y="0"/>
                    <a:pt x="181474" y="0"/>
                    <a:pt x="181474" y="0"/>
                  </a:cubicBezTo>
                  <a:close/>
                  <a:moveTo>
                    <a:pt x="181474" y="348565"/>
                  </a:moveTo>
                  <a:cubicBezTo>
                    <a:pt x="88181" y="348565"/>
                    <a:pt x="12780" y="273234"/>
                    <a:pt x="12780" y="180667"/>
                  </a:cubicBezTo>
                  <a:cubicBezTo>
                    <a:pt x="12780" y="88099"/>
                    <a:pt x="88181" y="12129"/>
                    <a:pt x="180836" y="12129"/>
                  </a:cubicBezTo>
                  <a:cubicBezTo>
                    <a:pt x="274128" y="12129"/>
                    <a:pt x="349530" y="87461"/>
                    <a:pt x="349530" y="180028"/>
                  </a:cubicBezTo>
                  <a:lnTo>
                    <a:pt x="349530" y="180028"/>
                  </a:lnTo>
                  <a:cubicBezTo>
                    <a:pt x="349530" y="273234"/>
                    <a:pt x="274128" y="348565"/>
                    <a:pt x="181474" y="348565"/>
                  </a:cubicBezTo>
                  <a:close/>
                </a:path>
              </a:pathLst>
            </a:custGeom>
            <a:solidFill>
              <a:srgbClr val="26890D"/>
            </a:solidFill>
            <a:ln w="6390" cap="flat">
              <a:noFill/>
              <a:prstDash val="solid"/>
              <a:miter/>
            </a:ln>
          </p:spPr>
          <p:txBody>
            <a:bodyPr rtlCol="0" anchor="ctr"/>
            <a:lstStyle/>
            <a:p>
              <a:endParaRPr lang="en-US"/>
            </a:p>
          </p:txBody>
        </p:sp>
        <p:sp>
          <p:nvSpPr>
            <p:cNvPr id="1042" name="Graphic 4">
              <a:extLst>
                <a:ext uri="{FF2B5EF4-FFF2-40B4-BE49-F238E27FC236}">
                  <a16:creationId xmlns:a16="http://schemas.microsoft.com/office/drawing/2014/main" id="{53D79D7D-B03A-134C-B213-A6F6B4DEBC43}"/>
                </a:ext>
              </a:extLst>
            </p:cNvPr>
            <p:cNvSpPr/>
            <p:nvPr/>
          </p:nvSpPr>
          <p:spPr>
            <a:xfrm>
              <a:off x="3721499" y="4861565"/>
              <a:ext cx="134827" cy="225354"/>
            </a:xfrm>
            <a:custGeom>
              <a:avLst/>
              <a:gdLst>
                <a:gd name="connsiteX0" fmla="*/ 110546 w 134827"/>
                <a:gd name="connsiteY0" fmla="*/ 0 h 225354"/>
                <a:gd name="connsiteX1" fmla="*/ 24282 w 134827"/>
                <a:gd name="connsiteY1" fmla="*/ 0 h 225354"/>
                <a:gd name="connsiteX2" fmla="*/ 0 w 134827"/>
                <a:gd name="connsiteY2" fmla="*/ 24259 h 225354"/>
                <a:gd name="connsiteX3" fmla="*/ 0 w 134827"/>
                <a:gd name="connsiteY3" fmla="*/ 201095 h 225354"/>
                <a:gd name="connsiteX4" fmla="*/ 24282 w 134827"/>
                <a:gd name="connsiteY4" fmla="*/ 225355 h 225354"/>
                <a:gd name="connsiteX5" fmla="*/ 110546 w 134827"/>
                <a:gd name="connsiteY5" fmla="*/ 225355 h 225354"/>
                <a:gd name="connsiteX6" fmla="*/ 134828 w 134827"/>
                <a:gd name="connsiteY6" fmla="*/ 201095 h 225354"/>
                <a:gd name="connsiteX7" fmla="*/ 134828 w 134827"/>
                <a:gd name="connsiteY7" fmla="*/ 24259 h 225354"/>
                <a:gd name="connsiteX8" fmla="*/ 110546 w 134827"/>
                <a:gd name="connsiteY8" fmla="*/ 0 h 225354"/>
                <a:gd name="connsiteX9" fmla="*/ 122048 w 134827"/>
                <a:gd name="connsiteY9" fmla="*/ 200457 h 225354"/>
                <a:gd name="connsiteX10" fmla="*/ 110546 w 134827"/>
                <a:gd name="connsiteY10" fmla="*/ 211948 h 225354"/>
                <a:gd name="connsiteX11" fmla="*/ 24282 w 134827"/>
                <a:gd name="connsiteY11" fmla="*/ 211948 h 225354"/>
                <a:gd name="connsiteX12" fmla="*/ 12780 w 134827"/>
                <a:gd name="connsiteY12" fmla="*/ 200457 h 225354"/>
                <a:gd name="connsiteX13" fmla="*/ 12780 w 134827"/>
                <a:gd name="connsiteY13" fmla="*/ 23620 h 225354"/>
                <a:gd name="connsiteX14" fmla="*/ 24282 w 134827"/>
                <a:gd name="connsiteY14" fmla="*/ 12129 h 225354"/>
                <a:gd name="connsiteX15" fmla="*/ 110546 w 134827"/>
                <a:gd name="connsiteY15" fmla="*/ 12129 h 225354"/>
                <a:gd name="connsiteX16" fmla="*/ 122048 w 134827"/>
                <a:gd name="connsiteY16" fmla="*/ 23620 h 225354"/>
                <a:gd name="connsiteX17" fmla="*/ 122048 w 134827"/>
                <a:gd name="connsiteY17" fmla="*/ 200457 h 225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4827" h="225354">
                  <a:moveTo>
                    <a:pt x="110546" y="0"/>
                  </a:moveTo>
                  <a:lnTo>
                    <a:pt x="24282" y="0"/>
                  </a:lnTo>
                  <a:cubicBezTo>
                    <a:pt x="10863" y="0"/>
                    <a:pt x="0" y="10852"/>
                    <a:pt x="0" y="24259"/>
                  </a:cubicBezTo>
                  <a:lnTo>
                    <a:pt x="0" y="201095"/>
                  </a:lnTo>
                  <a:cubicBezTo>
                    <a:pt x="0" y="214502"/>
                    <a:pt x="10863" y="225355"/>
                    <a:pt x="24282" y="225355"/>
                  </a:cubicBezTo>
                  <a:lnTo>
                    <a:pt x="110546" y="225355"/>
                  </a:lnTo>
                  <a:cubicBezTo>
                    <a:pt x="123965" y="225355"/>
                    <a:pt x="134828" y="214502"/>
                    <a:pt x="134828" y="201095"/>
                  </a:cubicBezTo>
                  <a:lnTo>
                    <a:pt x="134828" y="24259"/>
                  </a:lnTo>
                  <a:cubicBezTo>
                    <a:pt x="134828" y="10852"/>
                    <a:pt x="123965" y="0"/>
                    <a:pt x="110546" y="0"/>
                  </a:cubicBezTo>
                  <a:close/>
                  <a:moveTo>
                    <a:pt x="122048" y="200457"/>
                  </a:moveTo>
                  <a:cubicBezTo>
                    <a:pt x="122048" y="206841"/>
                    <a:pt x="116936" y="211948"/>
                    <a:pt x="110546" y="211948"/>
                  </a:cubicBezTo>
                  <a:lnTo>
                    <a:pt x="24282" y="211948"/>
                  </a:lnTo>
                  <a:cubicBezTo>
                    <a:pt x="17892" y="211948"/>
                    <a:pt x="12780" y="206841"/>
                    <a:pt x="12780" y="200457"/>
                  </a:cubicBezTo>
                  <a:lnTo>
                    <a:pt x="12780" y="23620"/>
                  </a:lnTo>
                  <a:cubicBezTo>
                    <a:pt x="12780" y="17236"/>
                    <a:pt x="17892" y="12129"/>
                    <a:pt x="24282" y="12129"/>
                  </a:cubicBezTo>
                  <a:lnTo>
                    <a:pt x="110546" y="12129"/>
                  </a:lnTo>
                  <a:cubicBezTo>
                    <a:pt x="116936" y="12129"/>
                    <a:pt x="122048" y="17236"/>
                    <a:pt x="122048" y="23620"/>
                  </a:cubicBezTo>
                  <a:lnTo>
                    <a:pt x="122048" y="200457"/>
                  </a:lnTo>
                  <a:close/>
                </a:path>
              </a:pathLst>
            </a:custGeom>
            <a:solidFill>
              <a:srgbClr val="26890D"/>
            </a:solidFill>
            <a:ln w="6390" cap="flat">
              <a:noFill/>
              <a:prstDash val="solid"/>
              <a:miter/>
            </a:ln>
          </p:spPr>
          <p:txBody>
            <a:bodyPr rtlCol="0" anchor="ctr"/>
            <a:lstStyle/>
            <a:p>
              <a:endParaRPr lang="en-US"/>
            </a:p>
          </p:txBody>
        </p:sp>
        <p:sp>
          <p:nvSpPr>
            <p:cNvPr id="1043" name="Graphic 4">
              <a:extLst>
                <a:ext uri="{FF2B5EF4-FFF2-40B4-BE49-F238E27FC236}">
                  <a16:creationId xmlns:a16="http://schemas.microsoft.com/office/drawing/2014/main" id="{7AB3B657-1A24-DA43-AC1A-0BCF5DAB588C}"/>
                </a:ext>
              </a:extLst>
            </p:cNvPr>
            <p:cNvSpPr/>
            <p:nvPr/>
          </p:nvSpPr>
          <p:spPr>
            <a:xfrm>
              <a:off x="3782203" y="5041593"/>
              <a:ext cx="14696" cy="14683"/>
            </a:xfrm>
            <a:custGeom>
              <a:avLst/>
              <a:gdLst>
                <a:gd name="connsiteX0" fmla="*/ 7029 w 14696"/>
                <a:gd name="connsiteY0" fmla="*/ 0 h 14683"/>
                <a:gd name="connsiteX1" fmla="*/ 0 w 14696"/>
                <a:gd name="connsiteY1" fmla="*/ 7661 h 14683"/>
                <a:gd name="connsiteX2" fmla="*/ 7668 w 14696"/>
                <a:gd name="connsiteY2" fmla="*/ 14683 h 14683"/>
                <a:gd name="connsiteX3" fmla="*/ 14697 w 14696"/>
                <a:gd name="connsiteY3" fmla="*/ 7023 h 14683"/>
                <a:gd name="connsiteX4" fmla="*/ 14697 w 14696"/>
                <a:gd name="connsiteY4" fmla="*/ 7023 h 14683"/>
                <a:gd name="connsiteX5" fmla="*/ 7029 w 14696"/>
                <a:gd name="connsiteY5" fmla="*/ 0 h 14683"/>
                <a:gd name="connsiteX6" fmla="*/ 7029 w 14696"/>
                <a:gd name="connsiteY6" fmla="*/ 0 h 14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96" h="14683">
                  <a:moveTo>
                    <a:pt x="7029" y="0"/>
                  </a:moveTo>
                  <a:cubicBezTo>
                    <a:pt x="3195" y="0"/>
                    <a:pt x="0" y="3192"/>
                    <a:pt x="0" y="7661"/>
                  </a:cubicBezTo>
                  <a:cubicBezTo>
                    <a:pt x="0" y="11491"/>
                    <a:pt x="3195" y="14683"/>
                    <a:pt x="7668" y="14683"/>
                  </a:cubicBezTo>
                  <a:cubicBezTo>
                    <a:pt x="11502" y="14683"/>
                    <a:pt x="14697" y="11491"/>
                    <a:pt x="14697" y="7023"/>
                  </a:cubicBezTo>
                  <a:cubicBezTo>
                    <a:pt x="14697" y="7023"/>
                    <a:pt x="14697" y="7023"/>
                    <a:pt x="14697" y="7023"/>
                  </a:cubicBezTo>
                  <a:cubicBezTo>
                    <a:pt x="14697" y="3192"/>
                    <a:pt x="10863" y="0"/>
                    <a:pt x="7029" y="0"/>
                  </a:cubicBezTo>
                  <a:cubicBezTo>
                    <a:pt x="7029" y="0"/>
                    <a:pt x="7029" y="0"/>
                    <a:pt x="7029" y="0"/>
                  </a:cubicBezTo>
                  <a:close/>
                </a:path>
              </a:pathLst>
            </a:custGeom>
            <a:solidFill>
              <a:srgbClr val="26890D"/>
            </a:solidFill>
            <a:ln w="6390" cap="flat">
              <a:noFill/>
              <a:prstDash val="solid"/>
              <a:miter/>
            </a:ln>
          </p:spPr>
          <p:txBody>
            <a:bodyPr rtlCol="0" anchor="ctr"/>
            <a:lstStyle/>
            <a:p>
              <a:endParaRPr lang="en-US"/>
            </a:p>
          </p:txBody>
        </p:sp>
      </p:grpSp>
      <p:grpSp>
        <p:nvGrpSpPr>
          <p:cNvPr id="1044" name="Graphic 4">
            <a:extLst>
              <a:ext uri="{FF2B5EF4-FFF2-40B4-BE49-F238E27FC236}">
                <a16:creationId xmlns:a16="http://schemas.microsoft.com/office/drawing/2014/main" id="{034CEE7C-EA11-204B-B412-5A895E0B71C4}"/>
              </a:ext>
            </a:extLst>
          </p:cNvPr>
          <p:cNvGrpSpPr/>
          <p:nvPr/>
        </p:nvGrpSpPr>
        <p:grpSpPr>
          <a:xfrm>
            <a:off x="4045469" y="4793256"/>
            <a:ext cx="362309" cy="361971"/>
            <a:chOff x="4045469" y="4793256"/>
            <a:chExt cx="362309" cy="361971"/>
          </a:xfrm>
          <a:solidFill>
            <a:srgbClr val="26890D"/>
          </a:solidFill>
        </p:grpSpPr>
        <p:sp>
          <p:nvSpPr>
            <p:cNvPr id="1045" name="Graphic 4">
              <a:extLst>
                <a:ext uri="{FF2B5EF4-FFF2-40B4-BE49-F238E27FC236}">
                  <a16:creationId xmlns:a16="http://schemas.microsoft.com/office/drawing/2014/main" id="{61947511-A4D0-1F4B-9731-AD5A05F9B5F9}"/>
                </a:ext>
              </a:extLst>
            </p:cNvPr>
            <p:cNvSpPr/>
            <p:nvPr/>
          </p:nvSpPr>
          <p:spPr>
            <a:xfrm>
              <a:off x="4171990" y="4874333"/>
              <a:ext cx="109267" cy="199818"/>
            </a:xfrm>
            <a:custGeom>
              <a:avLst/>
              <a:gdLst>
                <a:gd name="connsiteX0" fmla="*/ 97766 w 109267"/>
                <a:gd name="connsiteY0" fmla="*/ 0 h 199818"/>
                <a:gd name="connsiteX1" fmla="*/ 11502 w 109267"/>
                <a:gd name="connsiteY1" fmla="*/ 0 h 199818"/>
                <a:gd name="connsiteX2" fmla="*/ 0 w 109267"/>
                <a:gd name="connsiteY2" fmla="*/ 11491 h 199818"/>
                <a:gd name="connsiteX3" fmla="*/ 0 w 109267"/>
                <a:gd name="connsiteY3" fmla="*/ 11491 h 199818"/>
                <a:gd name="connsiteX4" fmla="*/ 0 w 109267"/>
                <a:gd name="connsiteY4" fmla="*/ 188327 h 199818"/>
                <a:gd name="connsiteX5" fmla="*/ 11502 w 109267"/>
                <a:gd name="connsiteY5" fmla="*/ 199819 h 199818"/>
                <a:gd name="connsiteX6" fmla="*/ 11502 w 109267"/>
                <a:gd name="connsiteY6" fmla="*/ 199819 h 199818"/>
                <a:gd name="connsiteX7" fmla="*/ 97766 w 109267"/>
                <a:gd name="connsiteY7" fmla="*/ 199819 h 199818"/>
                <a:gd name="connsiteX8" fmla="*/ 109268 w 109267"/>
                <a:gd name="connsiteY8" fmla="*/ 188327 h 199818"/>
                <a:gd name="connsiteX9" fmla="*/ 109268 w 109267"/>
                <a:gd name="connsiteY9" fmla="*/ 188327 h 199818"/>
                <a:gd name="connsiteX10" fmla="*/ 109268 w 109267"/>
                <a:gd name="connsiteY10" fmla="*/ 11491 h 199818"/>
                <a:gd name="connsiteX11" fmla="*/ 97766 w 109267"/>
                <a:gd name="connsiteY11" fmla="*/ 0 h 199818"/>
                <a:gd name="connsiteX12" fmla="*/ 54953 w 109267"/>
                <a:gd name="connsiteY12" fmla="*/ 181944 h 199818"/>
                <a:gd name="connsiteX13" fmla="*/ 47925 w 109267"/>
                <a:gd name="connsiteY13" fmla="*/ 174283 h 199818"/>
                <a:gd name="connsiteX14" fmla="*/ 55592 w 109267"/>
                <a:gd name="connsiteY14" fmla="*/ 167260 h 199818"/>
                <a:gd name="connsiteX15" fmla="*/ 62621 w 109267"/>
                <a:gd name="connsiteY15" fmla="*/ 174283 h 199818"/>
                <a:gd name="connsiteX16" fmla="*/ 54953 w 109267"/>
                <a:gd name="connsiteY16" fmla="*/ 181944 h 199818"/>
                <a:gd name="connsiteX17" fmla="*/ 54953 w 109267"/>
                <a:gd name="connsiteY17" fmla="*/ 181944 h 19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9267" h="199818">
                  <a:moveTo>
                    <a:pt x="97766" y="0"/>
                  </a:moveTo>
                  <a:lnTo>
                    <a:pt x="11502" y="0"/>
                  </a:lnTo>
                  <a:cubicBezTo>
                    <a:pt x="5112" y="0"/>
                    <a:pt x="0" y="5107"/>
                    <a:pt x="0" y="11491"/>
                  </a:cubicBezTo>
                  <a:lnTo>
                    <a:pt x="0" y="11491"/>
                  </a:lnTo>
                  <a:lnTo>
                    <a:pt x="0" y="188327"/>
                  </a:lnTo>
                  <a:cubicBezTo>
                    <a:pt x="0" y="194711"/>
                    <a:pt x="5112" y="199819"/>
                    <a:pt x="11502" y="199819"/>
                  </a:cubicBezTo>
                  <a:lnTo>
                    <a:pt x="11502" y="199819"/>
                  </a:lnTo>
                  <a:lnTo>
                    <a:pt x="97766" y="199819"/>
                  </a:lnTo>
                  <a:cubicBezTo>
                    <a:pt x="104156" y="199819"/>
                    <a:pt x="109268" y="194711"/>
                    <a:pt x="109268" y="188327"/>
                  </a:cubicBezTo>
                  <a:lnTo>
                    <a:pt x="109268" y="188327"/>
                  </a:lnTo>
                  <a:lnTo>
                    <a:pt x="109268" y="11491"/>
                  </a:lnTo>
                  <a:cubicBezTo>
                    <a:pt x="109268" y="5107"/>
                    <a:pt x="104156" y="0"/>
                    <a:pt x="97766" y="0"/>
                  </a:cubicBezTo>
                  <a:close/>
                  <a:moveTo>
                    <a:pt x="54953" y="181944"/>
                  </a:moveTo>
                  <a:cubicBezTo>
                    <a:pt x="51119" y="181944"/>
                    <a:pt x="47925" y="178752"/>
                    <a:pt x="47925" y="174283"/>
                  </a:cubicBezTo>
                  <a:cubicBezTo>
                    <a:pt x="47925" y="169814"/>
                    <a:pt x="51119" y="167260"/>
                    <a:pt x="55592" y="167260"/>
                  </a:cubicBezTo>
                  <a:cubicBezTo>
                    <a:pt x="59426" y="167260"/>
                    <a:pt x="62621" y="170452"/>
                    <a:pt x="62621" y="174283"/>
                  </a:cubicBezTo>
                  <a:cubicBezTo>
                    <a:pt x="62621" y="178113"/>
                    <a:pt x="58787" y="181944"/>
                    <a:pt x="54953" y="181944"/>
                  </a:cubicBezTo>
                  <a:lnTo>
                    <a:pt x="54953" y="181944"/>
                  </a:lnTo>
                  <a:close/>
                </a:path>
              </a:pathLst>
            </a:custGeom>
            <a:solidFill>
              <a:srgbClr val="26890D"/>
            </a:solidFill>
            <a:ln w="6390" cap="flat">
              <a:noFill/>
              <a:prstDash val="solid"/>
              <a:miter/>
            </a:ln>
          </p:spPr>
          <p:txBody>
            <a:bodyPr rtlCol="0" anchor="ctr"/>
            <a:lstStyle/>
            <a:p>
              <a:endParaRPr lang="en-US"/>
            </a:p>
          </p:txBody>
        </p:sp>
        <p:sp>
          <p:nvSpPr>
            <p:cNvPr id="1046" name="Graphic 4">
              <a:extLst>
                <a:ext uri="{FF2B5EF4-FFF2-40B4-BE49-F238E27FC236}">
                  <a16:creationId xmlns:a16="http://schemas.microsoft.com/office/drawing/2014/main" id="{3AD76B1D-3870-0E42-A2EF-9C3F7C74788E}"/>
                </a:ext>
              </a:extLst>
            </p:cNvPr>
            <p:cNvSpPr/>
            <p:nvPr/>
          </p:nvSpPr>
          <p:spPr>
            <a:xfrm>
              <a:off x="4045469" y="479325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48569 w 362309"/>
                <a:gd name="connsiteY6" fmla="*/ 268766 h 361971"/>
                <a:gd name="connsiteX7" fmla="*/ 224287 w 362309"/>
                <a:gd name="connsiteY7" fmla="*/ 293025 h 361971"/>
                <a:gd name="connsiteX8" fmla="*/ 224287 w 362309"/>
                <a:gd name="connsiteY8" fmla="*/ 293025 h 361971"/>
                <a:gd name="connsiteX9" fmla="*/ 138023 w 362309"/>
                <a:gd name="connsiteY9" fmla="*/ 293025 h 361971"/>
                <a:gd name="connsiteX10" fmla="*/ 113741 w 362309"/>
                <a:gd name="connsiteY10" fmla="*/ 268766 h 361971"/>
                <a:gd name="connsiteX11" fmla="*/ 113741 w 362309"/>
                <a:gd name="connsiteY11" fmla="*/ 91929 h 361971"/>
                <a:gd name="connsiteX12" fmla="*/ 138023 w 362309"/>
                <a:gd name="connsiteY12" fmla="*/ 67670 h 361971"/>
                <a:gd name="connsiteX13" fmla="*/ 224287 w 362309"/>
                <a:gd name="connsiteY13" fmla="*/ 67670 h 361971"/>
                <a:gd name="connsiteX14" fmla="*/ 248569 w 362309"/>
                <a:gd name="connsiteY14" fmla="*/ 91929 h 361971"/>
                <a:gd name="connsiteX15" fmla="*/ 248569 w 362309"/>
                <a:gd name="connsiteY15" fmla="*/ 91929 h 361971"/>
                <a:gd name="connsiteX16" fmla="*/ 248569 w 362309"/>
                <a:gd name="connsiteY16" fmla="*/ 26876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cubicBezTo>
                    <a:pt x="362310" y="181305"/>
                    <a:pt x="362310" y="181305"/>
                    <a:pt x="362310" y="181305"/>
                  </a:cubicBezTo>
                  <a:cubicBezTo>
                    <a:pt x="362310" y="80438"/>
                    <a:pt x="281796" y="0"/>
                    <a:pt x="181474" y="0"/>
                  </a:cubicBezTo>
                  <a:close/>
                  <a:moveTo>
                    <a:pt x="248569" y="268766"/>
                  </a:moveTo>
                  <a:cubicBezTo>
                    <a:pt x="248569" y="282172"/>
                    <a:pt x="237706" y="293025"/>
                    <a:pt x="224287" y="293025"/>
                  </a:cubicBezTo>
                  <a:lnTo>
                    <a:pt x="224287" y="293025"/>
                  </a:lnTo>
                  <a:lnTo>
                    <a:pt x="138023" y="293025"/>
                  </a:lnTo>
                  <a:cubicBezTo>
                    <a:pt x="124604" y="293025"/>
                    <a:pt x="113741" y="282172"/>
                    <a:pt x="113741" y="268766"/>
                  </a:cubicBezTo>
                  <a:lnTo>
                    <a:pt x="113741" y="91929"/>
                  </a:lnTo>
                  <a:cubicBezTo>
                    <a:pt x="113741" y="78523"/>
                    <a:pt x="124604" y="67670"/>
                    <a:pt x="138023" y="67670"/>
                  </a:cubicBezTo>
                  <a:lnTo>
                    <a:pt x="224287" y="67670"/>
                  </a:lnTo>
                  <a:cubicBezTo>
                    <a:pt x="237706" y="67670"/>
                    <a:pt x="248569" y="78523"/>
                    <a:pt x="248569" y="91929"/>
                  </a:cubicBezTo>
                  <a:lnTo>
                    <a:pt x="248569" y="91929"/>
                  </a:lnTo>
                  <a:lnTo>
                    <a:pt x="248569" y="268766"/>
                  </a:lnTo>
                  <a:close/>
                </a:path>
              </a:pathLst>
            </a:custGeom>
            <a:solidFill>
              <a:srgbClr val="26890D"/>
            </a:solidFill>
            <a:ln w="6390" cap="flat">
              <a:noFill/>
              <a:prstDash val="solid"/>
              <a:miter/>
            </a:ln>
          </p:spPr>
          <p:txBody>
            <a:bodyPr rtlCol="0" anchor="ctr"/>
            <a:lstStyle/>
            <a:p>
              <a:endParaRPr lang="en-US"/>
            </a:p>
          </p:txBody>
        </p:sp>
      </p:grpSp>
      <p:grpSp>
        <p:nvGrpSpPr>
          <p:cNvPr id="1047" name="Graphic 4">
            <a:extLst>
              <a:ext uri="{FF2B5EF4-FFF2-40B4-BE49-F238E27FC236}">
                <a16:creationId xmlns:a16="http://schemas.microsoft.com/office/drawing/2014/main" id="{95AA6A3C-4D3C-5742-9332-A5862208D568}"/>
              </a:ext>
            </a:extLst>
          </p:cNvPr>
          <p:cNvGrpSpPr/>
          <p:nvPr/>
        </p:nvGrpSpPr>
        <p:grpSpPr>
          <a:xfrm>
            <a:off x="1514415" y="2855717"/>
            <a:ext cx="362309" cy="361971"/>
            <a:chOff x="1514415" y="2855717"/>
            <a:chExt cx="362309" cy="361971"/>
          </a:xfrm>
          <a:solidFill>
            <a:srgbClr val="86BC25"/>
          </a:solidFill>
        </p:grpSpPr>
        <p:sp>
          <p:nvSpPr>
            <p:cNvPr id="1048" name="Graphic 4">
              <a:extLst>
                <a:ext uri="{FF2B5EF4-FFF2-40B4-BE49-F238E27FC236}">
                  <a16:creationId xmlns:a16="http://schemas.microsoft.com/office/drawing/2014/main" id="{1A723E40-2C80-5042-8A44-2583BB6B0F40}"/>
                </a:ext>
              </a:extLst>
            </p:cNvPr>
            <p:cNvSpPr/>
            <p:nvPr/>
          </p:nvSpPr>
          <p:spPr>
            <a:xfrm>
              <a:off x="1514415" y="2855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6"/>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1076"/>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49530" y="273234"/>
                    <a:pt x="274128" y="348565"/>
                    <a:pt x="181474" y="349204"/>
                  </a:cubicBezTo>
                  <a:close/>
                </a:path>
              </a:pathLst>
            </a:custGeom>
            <a:solidFill>
              <a:srgbClr val="86BC25"/>
            </a:solidFill>
            <a:ln w="6390" cap="flat">
              <a:noFill/>
              <a:prstDash val="solid"/>
              <a:miter/>
            </a:ln>
          </p:spPr>
          <p:txBody>
            <a:bodyPr rtlCol="0" anchor="ctr"/>
            <a:lstStyle/>
            <a:p>
              <a:endParaRPr lang="en-US"/>
            </a:p>
          </p:txBody>
        </p:sp>
        <p:sp>
          <p:nvSpPr>
            <p:cNvPr id="1049" name="Graphic 4">
              <a:extLst>
                <a:ext uri="{FF2B5EF4-FFF2-40B4-BE49-F238E27FC236}">
                  <a16:creationId xmlns:a16="http://schemas.microsoft.com/office/drawing/2014/main" id="{7E3BDA5C-D1E8-D644-B773-954EC95D7181}"/>
                </a:ext>
              </a:extLst>
            </p:cNvPr>
            <p:cNvSpPr/>
            <p:nvPr/>
          </p:nvSpPr>
          <p:spPr>
            <a:xfrm>
              <a:off x="1645408" y="2985312"/>
              <a:ext cx="100960" cy="100866"/>
            </a:xfrm>
            <a:custGeom>
              <a:avLst/>
              <a:gdLst>
                <a:gd name="connsiteX0" fmla="*/ 50480 w 100960"/>
                <a:gd name="connsiteY0" fmla="*/ 0 h 100866"/>
                <a:gd name="connsiteX1" fmla="*/ 0 w 100960"/>
                <a:gd name="connsiteY1" fmla="*/ 50433 h 100866"/>
                <a:gd name="connsiteX2" fmla="*/ 50480 w 100960"/>
                <a:gd name="connsiteY2" fmla="*/ 100867 h 100866"/>
                <a:gd name="connsiteX3" fmla="*/ 100961 w 100960"/>
                <a:gd name="connsiteY3" fmla="*/ 50433 h 100866"/>
                <a:gd name="connsiteX4" fmla="*/ 50480 w 100960"/>
                <a:gd name="connsiteY4" fmla="*/ 0 h 100866"/>
                <a:gd name="connsiteX5" fmla="*/ 50480 w 100960"/>
                <a:gd name="connsiteY5" fmla="*/ 88099 h 100866"/>
                <a:gd name="connsiteX6" fmla="*/ 12780 w 100960"/>
                <a:gd name="connsiteY6" fmla="*/ 50433 h 100866"/>
                <a:gd name="connsiteX7" fmla="*/ 50480 w 100960"/>
                <a:gd name="connsiteY7" fmla="*/ 12768 h 100866"/>
                <a:gd name="connsiteX8" fmla="*/ 88181 w 100960"/>
                <a:gd name="connsiteY8" fmla="*/ 50433 h 100866"/>
                <a:gd name="connsiteX9" fmla="*/ 50480 w 100960"/>
                <a:gd name="connsiteY9" fmla="*/ 88099 h 100866"/>
                <a:gd name="connsiteX10" fmla="*/ 50480 w 100960"/>
                <a:gd name="connsiteY10" fmla="*/ 88099 h 10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960" h="100866">
                  <a:moveTo>
                    <a:pt x="50480" y="0"/>
                  </a:moveTo>
                  <a:cubicBezTo>
                    <a:pt x="22365" y="0"/>
                    <a:pt x="0" y="22344"/>
                    <a:pt x="0" y="50433"/>
                  </a:cubicBezTo>
                  <a:cubicBezTo>
                    <a:pt x="0" y="78523"/>
                    <a:pt x="22365" y="100867"/>
                    <a:pt x="50480" y="100867"/>
                  </a:cubicBezTo>
                  <a:cubicBezTo>
                    <a:pt x="78596" y="100867"/>
                    <a:pt x="100961" y="78523"/>
                    <a:pt x="100961" y="50433"/>
                  </a:cubicBezTo>
                  <a:cubicBezTo>
                    <a:pt x="100961" y="22344"/>
                    <a:pt x="77957" y="0"/>
                    <a:pt x="50480" y="0"/>
                  </a:cubicBezTo>
                  <a:close/>
                  <a:moveTo>
                    <a:pt x="50480" y="88099"/>
                  </a:moveTo>
                  <a:cubicBezTo>
                    <a:pt x="29394" y="88099"/>
                    <a:pt x="12780" y="71501"/>
                    <a:pt x="12780" y="50433"/>
                  </a:cubicBezTo>
                  <a:cubicBezTo>
                    <a:pt x="12780" y="29366"/>
                    <a:pt x="29394" y="12768"/>
                    <a:pt x="50480" y="12768"/>
                  </a:cubicBezTo>
                  <a:cubicBezTo>
                    <a:pt x="71567" y="12768"/>
                    <a:pt x="88181" y="29366"/>
                    <a:pt x="88181" y="50433"/>
                  </a:cubicBezTo>
                  <a:cubicBezTo>
                    <a:pt x="88181" y="71501"/>
                    <a:pt x="70928" y="88099"/>
                    <a:pt x="50480" y="88099"/>
                  </a:cubicBezTo>
                  <a:lnTo>
                    <a:pt x="50480" y="88099"/>
                  </a:lnTo>
                  <a:close/>
                </a:path>
              </a:pathLst>
            </a:custGeom>
            <a:solidFill>
              <a:srgbClr val="86BC25"/>
            </a:solidFill>
            <a:ln w="6390" cap="flat">
              <a:noFill/>
              <a:prstDash val="solid"/>
              <a:miter/>
            </a:ln>
          </p:spPr>
          <p:txBody>
            <a:bodyPr rtlCol="0" anchor="ctr"/>
            <a:lstStyle/>
            <a:p>
              <a:endParaRPr lang="en-US"/>
            </a:p>
          </p:txBody>
        </p:sp>
        <p:sp>
          <p:nvSpPr>
            <p:cNvPr id="1050" name="Graphic 4">
              <a:extLst>
                <a:ext uri="{FF2B5EF4-FFF2-40B4-BE49-F238E27FC236}">
                  <a16:creationId xmlns:a16="http://schemas.microsoft.com/office/drawing/2014/main" id="{401D9E02-2C2B-CC43-AADA-86045BF20DAD}"/>
                </a:ext>
              </a:extLst>
            </p:cNvPr>
            <p:cNvSpPr/>
            <p:nvPr/>
          </p:nvSpPr>
          <p:spPr>
            <a:xfrm>
              <a:off x="1739979" y="2969991"/>
              <a:ext cx="23003" cy="22982"/>
            </a:xfrm>
            <a:custGeom>
              <a:avLst/>
              <a:gdLst>
                <a:gd name="connsiteX0" fmla="*/ 11502 w 23003"/>
                <a:gd name="connsiteY0" fmla="*/ 0 h 22982"/>
                <a:gd name="connsiteX1" fmla="*/ 0 w 23003"/>
                <a:gd name="connsiteY1" fmla="*/ 11491 h 22982"/>
                <a:gd name="connsiteX2" fmla="*/ 11502 w 23003"/>
                <a:gd name="connsiteY2" fmla="*/ 22982 h 22982"/>
                <a:gd name="connsiteX3" fmla="*/ 23004 w 23003"/>
                <a:gd name="connsiteY3" fmla="*/ 11491 h 22982"/>
                <a:gd name="connsiteX4" fmla="*/ 23004 w 23003"/>
                <a:gd name="connsiteY4" fmla="*/ 11491 h 22982"/>
                <a:gd name="connsiteX5" fmla="*/ 11502 w 23003"/>
                <a:gd name="connsiteY5" fmla="*/ 0 h 22982"/>
                <a:gd name="connsiteX6" fmla="*/ 11502 w 23003"/>
                <a:gd name="connsiteY6" fmla="*/ 0 h 22982"/>
                <a:gd name="connsiteX7" fmla="*/ 10224 w 23003"/>
                <a:gd name="connsiteY7" fmla="*/ 11491 h 22982"/>
                <a:gd name="connsiteX8" fmla="*/ 11502 w 23003"/>
                <a:gd name="connsiteY8" fmla="*/ 10214 h 22982"/>
                <a:gd name="connsiteX9" fmla="*/ 12780 w 23003"/>
                <a:gd name="connsiteY9" fmla="*/ 11491 h 22982"/>
                <a:gd name="connsiteX10" fmla="*/ 12780 w 23003"/>
                <a:gd name="connsiteY10" fmla="*/ 11491 h 22982"/>
                <a:gd name="connsiteX11" fmla="*/ 10224 w 23003"/>
                <a:gd name="connsiteY11" fmla="*/ 11491 h 2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003" h="22982">
                  <a:moveTo>
                    <a:pt x="11502" y="0"/>
                  </a:moveTo>
                  <a:cubicBezTo>
                    <a:pt x="5112" y="0"/>
                    <a:pt x="0" y="5107"/>
                    <a:pt x="0" y="11491"/>
                  </a:cubicBezTo>
                  <a:cubicBezTo>
                    <a:pt x="0" y="17875"/>
                    <a:pt x="5112" y="22982"/>
                    <a:pt x="11502" y="22982"/>
                  </a:cubicBezTo>
                  <a:cubicBezTo>
                    <a:pt x="17892" y="22982"/>
                    <a:pt x="23004" y="17875"/>
                    <a:pt x="23004" y="11491"/>
                  </a:cubicBezTo>
                  <a:cubicBezTo>
                    <a:pt x="23004" y="11491"/>
                    <a:pt x="23004" y="11491"/>
                    <a:pt x="23004" y="11491"/>
                  </a:cubicBezTo>
                  <a:cubicBezTo>
                    <a:pt x="23004" y="5107"/>
                    <a:pt x="17892" y="0"/>
                    <a:pt x="11502" y="0"/>
                  </a:cubicBezTo>
                  <a:cubicBezTo>
                    <a:pt x="11502" y="0"/>
                    <a:pt x="11502" y="0"/>
                    <a:pt x="11502" y="0"/>
                  </a:cubicBezTo>
                  <a:close/>
                  <a:moveTo>
                    <a:pt x="10224" y="11491"/>
                  </a:moveTo>
                  <a:cubicBezTo>
                    <a:pt x="10224" y="10853"/>
                    <a:pt x="10863" y="10214"/>
                    <a:pt x="11502" y="10214"/>
                  </a:cubicBezTo>
                  <a:cubicBezTo>
                    <a:pt x="12141" y="10214"/>
                    <a:pt x="12780" y="10853"/>
                    <a:pt x="12780" y="11491"/>
                  </a:cubicBezTo>
                  <a:cubicBezTo>
                    <a:pt x="12780" y="11491"/>
                    <a:pt x="12780" y="11491"/>
                    <a:pt x="12780" y="11491"/>
                  </a:cubicBezTo>
                  <a:cubicBezTo>
                    <a:pt x="12780" y="12768"/>
                    <a:pt x="10224" y="12768"/>
                    <a:pt x="10224" y="11491"/>
                  </a:cubicBezTo>
                  <a:close/>
                </a:path>
              </a:pathLst>
            </a:custGeom>
            <a:solidFill>
              <a:srgbClr val="86BC25"/>
            </a:solidFill>
            <a:ln w="6390" cap="flat">
              <a:noFill/>
              <a:prstDash val="solid"/>
              <a:miter/>
            </a:ln>
          </p:spPr>
          <p:txBody>
            <a:bodyPr rtlCol="0" anchor="ctr"/>
            <a:lstStyle/>
            <a:p>
              <a:endParaRPr lang="en-US"/>
            </a:p>
          </p:txBody>
        </p:sp>
        <p:sp>
          <p:nvSpPr>
            <p:cNvPr id="1051" name="Graphic 4">
              <a:extLst>
                <a:ext uri="{FF2B5EF4-FFF2-40B4-BE49-F238E27FC236}">
                  <a16:creationId xmlns:a16="http://schemas.microsoft.com/office/drawing/2014/main" id="{02A5A113-A85C-4B4B-A567-C9BB7223E314}"/>
                </a:ext>
              </a:extLst>
            </p:cNvPr>
            <p:cNvSpPr/>
            <p:nvPr/>
          </p:nvSpPr>
          <p:spPr>
            <a:xfrm>
              <a:off x="1594289" y="2935517"/>
              <a:ext cx="202561" cy="202372"/>
            </a:xfrm>
            <a:custGeom>
              <a:avLst/>
              <a:gdLst>
                <a:gd name="connsiteX0" fmla="*/ 109268 w 202561"/>
                <a:gd name="connsiteY0" fmla="*/ 0 h 202372"/>
                <a:gd name="connsiteX1" fmla="*/ 93293 w 202561"/>
                <a:gd name="connsiteY1" fmla="*/ 0 h 202372"/>
                <a:gd name="connsiteX2" fmla="*/ 0 w 202561"/>
                <a:gd name="connsiteY2" fmla="*/ 93206 h 202372"/>
                <a:gd name="connsiteX3" fmla="*/ 0 w 202561"/>
                <a:gd name="connsiteY3" fmla="*/ 109166 h 202372"/>
                <a:gd name="connsiteX4" fmla="*/ 93293 w 202561"/>
                <a:gd name="connsiteY4" fmla="*/ 202372 h 202372"/>
                <a:gd name="connsiteX5" fmla="*/ 109268 w 202561"/>
                <a:gd name="connsiteY5" fmla="*/ 202372 h 202372"/>
                <a:gd name="connsiteX6" fmla="*/ 202561 w 202561"/>
                <a:gd name="connsiteY6" fmla="*/ 109166 h 202372"/>
                <a:gd name="connsiteX7" fmla="*/ 202561 w 202561"/>
                <a:gd name="connsiteY7" fmla="*/ 93206 h 202372"/>
                <a:gd name="connsiteX8" fmla="*/ 109268 w 202561"/>
                <a:gd name="connsiteY8" fmla="*/ 0 h 202372"/>
                <a:gd name="connsiteX9" fmla="*/ 189781 w 202561"/>
                <a:gd name="connsiteY9" fmla="*/ 108528 h 202372"/>
                <a:gd name="connsiteX10" fmla="*/ 109268 w 202561"/>
                <a:gd name="connsiteY10" fmla="*/ 188966 h 202372"/>
                <a:gd name="connsiteX11" fmla="*/ 93293 w 202561"/>
                <a:gd name="connsiteY11" fmla="*/ 188966 h 202372"/>
                <a:gd name="connsiteX12" fmla="*/ 12780 w 202561"/>
                <a:gd name="connsiteY12" fmla="*/ 108528 h 202372"/>
                <a:gd name="connsiteX13" fmla="*/ 12780 w 202561"/>
                <a:gd name="connsiteY13" fmla="*/ 92568 h 202372"/>
                <a:gd name="connsiteX14" fmla="*/ 93293 w 202561"/>
                <a:gd name="connsiteY14" fmla="*/ 12130 h 202372"/>
                <a:gd name="connsiteX15" fmla="*/ 109268 w 202561"/>
                <a:gd name="connsiteY15" fmla="*/ 12130 h 202372"/>
                <a:gd name="connsiteX16" fmla="*/ 189781 w 202561"/>
                <a:gd name="connsiteY16" fmla="*/ 92568 h 202372"/>
                <a:gd name="connsiteX17" fmla="*/ 189781 w 202561"/>
                <a:gd name="connsiteY17" fmla="*/ 108528 h 20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2561" h="202372">
                  <a:moveTo>
                    <a:pt x="109268" y="0"/>
                  </a:moveTo>
                  <a:lnTo>
                    <a:pt x="93293" y="0"/>
                  </a:lnTo>
                  <a:cubicBezTo>
                    <a:pt x="42174" y="0"/>
                    <a:pt x="0" y="41496"/>
                    <a:pt x="0" y="93206"/>
                  </a:cubicBezTo>
                  <a:lnTo>
                    <a:pt x="0" y="109166"/>
                  </a:lnTo>
                  <a:cubicBezTo>
                    <a:pt x="0" y="160238"/>
                    <a:pt x="41535" y="202372"/>
                    <a:pt x="93293" y="202372"/>
                  </a:cubicBezTo>
                  <a:lnTo>
                    <a:pt x="109268" y="202372"/>
                  </a:lnTo>
                  <a:cubicBezTo>
                    <a:pt x="160387" y="202372"/>
                    <a:pt x="202561" y="160876"/>
                    <a:pt x="202561" y="109166"/>
                  </a:cubicBezTo>
                  <a:lnTo>
                    <a:pt x="202561" y="93206"/>
                  </a:lnTo>
                  <a:cubicBezTo>
                    <a:pt x="202561" y="41496"/>
                    <a:pt x="161027" y="0"/>
                    <a:pt x="109268" y="0"/>
                  </a:cubicBezTo>
                  <a:close/>
                  <a:moveTo>
                    <a:pt x="189781" y="108528"/>
                  </a:moveTo>
                  <a:cubicBezTo>
                    <a:pt x="189781" y="152577"/>
                    <a:pt x="153998" y="188327"/>
                    <a:pt x="109268" y="188966"/>
                  </a:cubicBezTo>
                  <a:lnTo>
                    <a:pt x="93293" y="188966"/>
                  </a:lnTo>
                  <a:cubicBezTo>
                    <a:pt x="49203" y="188966"/>
                    <a:pt x="13419" y="153216"/>
                    <a:pt x="12780" y="108528"/>
                  </a:cubicBezTo>
                  <a:lnTo>
                    <a:pt x="12780" y="92568"/>
                  </a:lnTo>
                  <a:cubicBezTo>
                    <a:pt x="12780" y="48518"/>
                    <a:pt x="48564" y="12768"/>
                    <a:pt x="93293" y="12130"/>
                  </a:cubicBezTo>
                  <a:lnTo>
                    <a:pt x="109268" y="12130"/>
                  </a:lnTo>
                  <a:cubicBezTo>
                    <a:pt x="153358" y="12130"/>
                    <a:pt x="189142" y="47880"/>
                    <a:pt x="189781" y="92568"/>
                  </a:cubicBezTo>
                  <a:lnTo>
                    <a:pt x="189781" y="108528"/>
                  </a:lnTo>
                  <a:close/>
                </a:path>
              </a:pathLst>
            </a:custGeom>
            <a:solidFill>
              <a:srgbClr val="86BC25"/>
            </a:solidFill>
            <a:ln w="6390" cap="flat">
              <a:noFill/>
              <a:prstDash val="solid"/>
              <a:miter/>
            </a:ln>
          </p:spPr>
          <p:txBody>
            <a:bodyPr rtlCol="0" anchor="ctr"/>
            <a:lstStyle/>
            <a:p>
              <a:endParaRPr lang="en-US"/>
            </a:p>
          </p:txBody>
        </p:sp>
      </p:grpSp>
      <p:grpSp>
        <p:nvGrpSpPr>
          <p:cNvPr id="1052" name="Graphic 4">
            <a:extLst>
              <a:ext uri="{FF2B5EF4-FFF2-40B4-BE49-F238E27FC236}">
                <a16:creationId xmlns:a16="http://schemas.microsoft.com/office/drawing/2014/main" id="{5D04DC3A-7D98-064E-AD3E-F2717328179D}"/>
              </a:ext>
            </a:extLst>
          </p:cNvPr>
          <p:cNvGrpSpPr/>
          <p:nvPr/>
        </p:nvGrpSpPr>
        <p:grpSpPr>
          <a:xfrm>
            <a:off x="1952125" y="2855717"/>
            <a:ext cx="362313" cy="361971"/>
            <a:chOff x="1952125" y="2855717"/>
            <a:chExt cx="362313" cy="361971"/>
          </a:xfrm>
          <a:solidFill>
            <a:srgbClr val="86BC25"/>
          </a:solidFill>
        </p:grpSpPr>
        <p:sp>
          <p:nvSpPr>
            <p:cNvPr id="1053" name="Graphic 4">
              <a:extLst>
                <a:ext uri="{FF2B5EF4-FFF2-40B4-BE49-F238E27FC236}">
                  <a16:creationId xmlns:a16="http://schemas.microsoft.com/office/drawing/2014/main" id="{CE6B11C3-F848-F341-97F4-3FA40B9E87F2}"/>
                </a:ext>
              </a:extLst>
            </p:cNvPr>
            <p:cNvSpPr/>
            <p:nvPr/>
          </p:nvSpPr>
          <p:spPr>
            <a:xfrm>
              <a:off x="2095899" y="2998080"/>
              <a:ext cx="75401" cy="75330"/>
            </a:xfrm>
            <a:custGeom>
              <a:avLst/>
              <a:gdLst>
                <a:gd name="connsiteX0" fmla="*/ 75401 w 75401"/>
                <a:gd name="connsiteY0" fmla="*/ 37665 h 75330"/>
                <a:gd name="connsiteX1" fmla="*/ 37701 w 75401"/>
                <a:gd name="connsiteY1" fmla="*/ 75331 h 75330"/>
                <a:gd name="connsiteX2" fmla="*/ 0 w 75401"/>
                <a:gd name="connsiteY2" fmla="*/ 37665 h 75330"/>
                <a:gd name="connsiteX3" fmla="*/ 37701 w 75401"/>
                <a:gd name="connsiteY3" fmla="*/ 0 h 75330"/>
                <a:gd name="connsiteX4" fmla="*/ 75401 w 75401"/>
                <a:gd name="connsiteY4" fmla="*/ 37665 h 753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401" h="75330">
                  <a:moveTo>
                    <a:pt x="75401" y="37665"/>
                  </a:moveTo>
                  <a:cubicBezTo>
                    <a:pt x="75401" y="58468"/>
                    <a:pt x="58522" y="75331"/>
                    <a:pt x="37701" y="75331"/>
                  </a:cubicBezTo>
                  <a:cubicBezTo>
                    <a:pt x="16879" y="75331"/>
                    <a:pt x="0" y="58468"/>
                    <a:pt x="0" y="37665"/>
                  </a:cubicBezTo>
                  <a:cubicBezTo>
                    <a:pt x="0" y="16863"/>
                    <a:pt x="16879" y="0"/>
                    <a:pt x="37701" y="0"/>
                  </a:cubicBezTo>
                  <a:cubicBezTo>
                    <a:pt x="58522" y="0"/>
                    <a:pt x="75401" y="16863"/>
                    <a:pt x="75401" y="37665"/>
                  </a:cubicBezTo>
                  <a:close/>
                </a:path>
              </a:pathLst>
            </a:custGeom>
            <a:solidFill>
              <a:srgbClr val="86BC25"/>
            </a:solidFill>
            <a:ln w="6390" cap="flat">
              <a:noFill/>
              <a:prstDash val="solid"/>
              <a:miter/>
            </a:ln>
          </p:spPr>
          <p:txBody>
            <a:bodyPr rtlCol="0" anchor="ctr"/>
            <a:lstStyle/>
            <a:p>
              <a:endParaRPr lang="en-US"/>
            </a:p>
          </p:txBody>
        </p:sp>
        <p:sp>
          <p:nvSpPr>
            <p:cNvPr id="1054" name="Graphic 4">
              <a:extLst>
                <a:ext uri="{FF2B5EF4-FFF2-40B4-BE49-F238E27FC236}">
                  <a16:creationId xmlns:a16="http://schemas.microsoft.com/office/drawing/2014/main" id="{318EAA98-B5F1-4544-8272-FBD697760218}"/>
                </a:ext>
              </a:extLst>
            </p:cNvPr>
            <p:cNvSpPr/>
            <p:nvPr/>
          </p:nvSpPr>
          <p:spPr>
            <a:xfrm>
              <a:off x="2045418" y="2948285"/>
              <a:ext cx="177001" cy="176836"/>
            </a:xfrm>
            <a:custGeom>
              <a:avLst/>
              <a:gdLst>
                <a:gd name="connsiteX0" fmla="*/ 96488 w 177001"/>
                <a:gd name="connsiteY0" fmla="*/ 0 h 176836"/>
                <a:gd name="connsiteX1" fmla="*/ 80513 w 177001"/>
                <a:gd name="connsiteY1" fmla="*/ 0 h 176836"/>
                <a:gd name="connsiteX2" fmla="*/ 0 w 177001"/>
                <a:gd name="connsiteY2" fmla="*/ 80438 h 176836"/>
                <a:gd name="connsiteX3" fmla="*/ 0 w 177001"/>
                <a:gd name="connsiteY3" fmla="*/ 96398 h 176836"/>
                <a:gd name="connsiteX4" fmla="*/ 80513 w 177001"/>
                <a:gd name="connsiteY4" fmla="*/ 176836 h 176836"/>
                <a:gd name="connsiteX5" fmla="*/ 96488 w 177001"/>
                <a:gd name="connsiteY5" fmla="*/ 176836 h 176836"/>
                <a:gd name="connsiteX6" fmla="*/ 177001 w 177001"/>
                <a:gd name="connsiteY6" fmla="*/ 96398 h 176836"/>
                <a:gd name="connsiteX7" fmla="*/ 177001 w 177001"/>
                <a:gd name="connsiteY7" fmla="*/ 80438 h 176836"/>
                <a:gd name="connsiteX8" fmla="*/ 96488 w 177001"/>
                <a:gd name="connsiteY8" fmla="*/ 0 h 176836"/>
                <a:gd name="connsiteX9" fmla="*/ 88181 w 177001"/>
                <a:gd name="connsiteY9" fmla="*/ 137894 h 176836"/>
                <a:gd name="connsiteX10" fmla="*/ 37701 w 177001"/>
                <a:gd name="connsiteY10" fmla="*/ 87460 h 176836"/>
                <a:gd name="connsiteX11" fmla="*/ 88181 w 177001"/>
                <a:gd name="connsiteY11" fmla="*/ 37027 h 176836"/>
                <a:gd name="connsiteX12" fmla="*/ 138662 w 177001"/>
                <a:gd name="connsiteY12" fmla="*/ 87460 h 176836"/>
                <a:gd name="connsiteX13" fmla="*/ 88181 w 177001"/>
                <a:gd name="connsiteY13" fmla="*/ 137894 h 176836"/>
                <a:gd name="connsiteX14" fmla="*/ 143774 w 177001"/>
                <a:gd name="connsiteY14" fmla="*/ 44688 h 176836"/>
                <a:gd name="connsiteX15" fmla="*/ 132272 w 177001"/>
                <a:gd name="connsiteY15" fmla="*/ 33197 h 176836"/>
                <a:gd name="connsiteX16" fmla="*/ 143774 w 177001"/>
                <a:gd name="connsiteY16" fmla="*/ 21706 h 176836"/>
                <a:gd name="connsiteX17" fmla="*/ 155275 w 177001"/>
                <a:gd name="connsiteY17" fmla="*/ 33197 h 176836"/>
                <a:gd name="connsiteX18" fmla="*/ 155275 w 177001"/>
                <a:gd name="connsiteY18" fmla="*/ 33197 h 176836"/>
                <a:gd name="connsiteX19" fmla="*/ 143774 w 177001"/>
                <a:gd name="connsiteY19" fmla="*/ 44688 h 176836"/>
                <a:gd name="connsiteX20" fmla="*/ 143774 w 177001"/>
                <a:gd name="connsiteY20" fmla="*/ 44688 h 176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7001" h="176836">
                  <a:moveTo>
                    <a:pt x="96488" y="0"/>
                  </a:moveTo>
                  <a:lnTo>
                    <a:pt x="80513" y="0"/>
                  </a:lnTo>
                  <a:cubicBezTo>
                    <a:pt x="36423" y="0"/>
                    <a:pt x="0" y="35750"/>
                    <a:pt x="0" y="80438"/>
                  </a:cubicBezTo>
                  <a:lnTo>
                    <a:pt x="0" y="96398"/>
                  </a:lnTo>
                  <a:cubicBezTo>
                    <a:pt x="0" y="140448"/>
                    <a:pt x="35784" y="176836"/>
                    <a:pt x="80513" y="176836"/>
                  </a:cubicBezTo>
                  <a:lnTo>
                    <a:pt x="96488" y="176836"/>
                  </a:lnTo>
                  <a:cubicBezTo>
                    <a:pt x="140579" y="176836"/>
                    <a:pt x="177001" y="141086"/>
                    <a:pt x="177001" y="96398"/>
                  </a:cubicBezTo>
                  <a:lnTo>
                    <a:pt x="177001" y="80438"/>
                  </a:lnTo>
                  <a:cubicBezTo>
                    <a:pt x="176362" y="35750"/>
                    <a:pt x="140579" y="0"/>
                    <a:pt x="96488" y="0"/>
                  </a:cubicBezTo>
                  <a:close/>
                  <a:moveTo>
                    <a:pt x="88181" y="137894"/>
                  </a:moveTo>
                  <a:cubicBezTo>
                    <a:pt x="60065" y="137894"/>
                    <a:pt x="37701" y="115550"/>
                    <a:pt x="37701" y="87460"/>
                  </a:cubicBezTo>
                  <a:cubicBezTo>
                    <a:pt x="37701" y="59371"/>
                    <a:pt x="60065" y="37027"/>
                    <a:pt x="88181" y="37027"/>
                  </a:cubicBezTo>
                  <a:cubicBezTo>
                    <a:pt x="116297" y="37027"/>
                    <a:pt x="138662" y="59371"/>
                    <a:pt x="138662" y="87460"/>
                  </a:cubicBezTo>
                  <a:cubicBezTo>
                    <a:pt x="138662" y="115550"/>
                    <a:pt x="116297" y="137894"/>
                    <a:pt x="88181" y="137894"/>
                  </a:cubicBezTo>
                  <a:close/>
                  <a:moveTo>
                    <a:pt x="143774" y="44688"/>
                  </a:moveTo>
                  <a:cubicBezTo>
                    <a:pt x="137384" y="44688"/>
                    <a:pt x="132272" y="39581"/>
                    <a:pt x="132272" y="33197"/>
                  </a:cubicBezTo>
                  <a:cubicBezTo>
                    <a:pt x="132272" y="26813"/>
                    <a:pt x="137384" y="21706"/>
                    <a:pt x="143774" y="21706"/>
                  </a:cubicBezTo>
                  <a:cubicBezTo>
                    <a:pt x="150164" y="21706"/>
                    <a:pt x="155275" y="26813"/>
                    <a:pt x="155275" y="33197"/>
                  </a:cubicBezTo>
                  <a:cubicBezTo>
                    <a:pt x="155275" y="33197"/>
                    <a:pt x="155275" y="33197"/>
                    <a:pt x="155275" y="33197"/>
                  </a:cubicBezTo>
                  <a:cubicBezTo>
                    <a:pt x="155914" y="39581"/>
                    <a:pt x="150803" y="44688"/>
                    <a:pt x="143774" y="44688"/>
                  </a:cubicBezTo>
                  <a:cubicBezTo>
                    <a:pt x="144413" y="44688"/>
                    <a:pt x="144413" y="44688"/>
                    <a:pt x="143774" y="44688"/>
                  </a:cubicBezTo>
                  <a:close/>
                </a:path>
              </a:pathLst>
            </a:custGeom>
            <a:solidFill>
              <a:srgbClr val="86BC25"/>
            </a:solidFill>
            <a:ln w="6390" cap="flat">
              <a:noFill/>
              <a:prstDash val="solid"/>
              <a:miter/>
            </a:ln>
          </p:spPr>
          <p:txBody>
            <a:bodyPr rtlCol="0" anchor="ctr"/>
            <a:lstStyle/>
            <a:p>
              <a:endParaRPr lang="en-US"/>
            </a:p>
          </p:txBody>
        </p:sp>
        <p:sp>
          <p:nvSpPr>
            <p:cNvPr id="1055" name="Graphic 4">
              <a:extLst>
                <a:ext uri="{FF2B5EF4-FFF2-40B4-BE49-F238E27FC236}">
                  <a16:creationId xmlns:a16="http://schemas.microsoft.com/office/drawing/2014/main" id="{3DBC3965-9E2B-0A42-AA5A-91CDE4718C5F}"/>
                </a:ext>
              </a:extLst>
            </p:cNvPr>
            <p:cNvSpPr/>
            <p:nvPr/>
          </p:nvSpPr>
          <p:spPr>
            <a:xfrm>
              <a:off x="2187914" y="2980205"/>
              <a:ext cx="2555" cy="2234"/>
            </a:xfrm>
            <a:custGeom>
              <a:avLst/>
              <a:gdLst>
                <a:gd name="connsiteX0" fmla="*/ 1278 w 2555"/>
                <a:gd name="connsiteY0" fmla="*/ 0 h 2234"/>
                <a:gd name="connsiteX1" fmla="*/ 0 w 2555"/>
                <a:gd name="connsiteY1" fmla="*/ 1277 h 2234"/>
                <a:gd name="connsiteX2" fmla="*/ 0 w 2555"/>
                <a:gd name="connsiteY2" fmla="*/ 1277 h 2234"/>
                <a:gd name="connsiteX3" fmla="*/ 2556 w 2555"/>
                <a:gd name="connsiteY3" fmla="*/ 1277 h 2234"/>
                <a:gd name="connsiteX4" fmla="*/ 1278 w 2555"/>
                <a:gd name="connsiteY4" fmla="*/ 0 h 2234"/>
                <a:gd name="connsiteX5" fmla="*/ 1278 w 2555"/>
                <a:gd name="connsiteY5" fmla="*/ 0 h 2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5" h="2234">
                  <a:moveTo>
                    <a:pt x="1278" y="0"/>
                  </a:moveTo>
                  <a:cubicBezTo>
                    <a:pt x="639" y="0"/>
                    <a:pt x="0" y="638"/>
                    <a:pt x="0" y="1277"/>
                  </a:cubicBezTo>
                  <a:cubicBezTo>
                    <a:pt x="0" y="1277"/>
                    <a:pt x="0" y="1277"/>
                    <a:pt x="0" y="1277"/>
                  </a:cubicBezTo>
                  <a:cubicBezTo>
                    <a:pt x="0" y="2554"/>
                    <a:pt x="2556" y="2554"/>
                    <a:pt x="2556" y="1277"/>
                  </a:cubicBezTo>
                  <a:cubicBezTo>
                    <a:pt x="2556" y="638"/>
                    <a:pt x="2556" y="0"/>
                    <a:pt x="1278" y="0"/>
                  </a:cubicBezTo>
                  <a:lnTo>
                    <a:pt x="1278" y="0"/>
                  </a:lnTo>
                  <a:close/>
                </a:path>
              </a:pathLst>
            </a:custGeom>
            <a:solidFill>
              <a:srgbClr val="86BC25"/>
            </a:solidFill>
            <a:ln w="6390" cap="flat">
              <a:noFill/>
              <a:prstDash val="solid"/>
              <a:miter/>
            </a:ln>
          </p:spPr>
          <p:txBody>
            <a:bodyPr rtlCol="0" anchor="ctr"/>
            <a:lstStyle/>
            <a:p>
              <a:endParaRPr lang="en-US"/>
            </a:p>
          </p:txBody>
        </p:sp>
        <p:sp>
          <p:nvSpPr>
            <p:cNvPr id="1056" name="Graphic 4">
              <a:extLst>
                <a:ext uri="{FF2B5EF4-FFF2-40B4-BE49-F238E27FC236}">
                  <a16:creationId xmlns:a16="http://schemas.microsoft.com/office/drawing/2014/main" id="{F4CB4175-4FCC-E545-8D67-9EBCD621184E}"/>
                </a:ext>
              </a:extLst>
            </p:cNvPr>
            <p:cNvSpPr/>
            <p:nvPr/>
          </p:nvSpPr>
          <p:spPr>
            <a:xfrm>
              <a:off x="1952125" y="285571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82435 w 362313"/>
                <a:gd name="connsiteY6" fmla="*/ 188327 h 361971"/>
                <a:gd name="connsiteX7" fmla="*/ 189142 w 362313"/>
                <a:gd name="connsiteY7" fmla="*/ 281533 h 361971"/>
                <a:gd name="connsiteX8" fmla="*/ 173167 w 362313"/>
                <a:gd name="connsiteY8" fmla="*/ 281533 h 361971"/>
                <a:gd name="connsiteX9" fmla="*/ 79874 w 362313"/>
                <a:gd name="connsiteY9" fmla="*/ 188327 h 361971"/>
                <a:gd name="connsiteX10" fmla="*/ 79874 w 362313"/>
                <a:gd name="connsiteY10" fmla="*/ 172368 h 361971"/>
                <a:gd name="connsiteX11" fmla="*/ 173167 w 362313"/>
                <a:gd name="connsiteY11" fmla="*/ 79161 h 361971"/>
                <a:gd name="connsiteX12" fmla="*/ 189142 w 362313"/>
                <a:gd name="connsiteY12" fmla="*/ 79161 h 361971"/>
                <a:gd name="connsiteX13" fmla="*/ 282435 w 362313"/>
                <a:gd name="connsiteY13" fmla="*/ 172368 h 361971"/>
                <a:gd name="connsiteX14" fmla="*/ 282435 w 362313"/>
                <a:gd name="connsiteY14" fmla="*/ 18832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2313"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6"/>
                    <a:pt x="281796" y="0"/>
                    <a:pt x="181474" y="0"/>
                  </a:cubicBezTo>
                  <a:close/>
                  <a:moveTo>
                    <a:pt x="282435" y="188327"/>
                  </a:moveTo>
                  <a:cubicBezTo>
                    <a:pt x="282435" y="239399"/>
                    <a:pt x="240901" y="281533"/>
                    <a:pt x="189142" y="281533"/>
                  </a:cubicBezTo>
                  <a:lnTo>
                    <a:pt x="173167" y="281533"/>
                  </a:lnTo>
                  <a:cubicBezTo>
                    <a:pt x="122048" y="281533"/>
                    <a:pt x="79874" y="240038"/>
                    <a:pt x="79874" y="188327"/>
                  </a:cubicBezTo>
                  <a:lnTo>
                    <a:pt x="79874" y="172368"/>
                  </a:lnTo>
                  <a:cubicBezTo>
                    <a:pt x="79874" y="121296"/>
                    <a:pt x="121409" y="79161"/>
                    <a:pt x="173167" y="79161"/>
                  </a:cubicBezTo>
                  <a:lnTo>
                    <a:pt x="189142" y="79161"/>
                  </a:lnTo>
                  <a:cubicBezTo>
                    <a:pt x="240262" y="79161"/>
                    <a:pt x="282435" y="120657"/>
                    <a:pt x="282435" y="172368"/>
                  </a:cubicBezTo>
                  <a:lnTo>
                    <a:pt x="282435" y="188327"/>
                  </a:lnTo>
                  <a:close/>
                </a:path>
              </a:pathLst>
            </a:custGeom>
            <a:solidFill>
              <a:srgbClr val="86BC25"/>
            </a:solidFill>
            <a:ln w="6390" cap="flat">
              <a:noFill/>
              <a:prstDash val="solid"/>
              <a:miter/>
            </a:ln>
          </p:spPr>
          <p:txBody>
            <a:bodyPr rtlCol="0" anchor="ctr"/>
            <a:lstStyle/>
            <a:p>
              <a:endParaRPr lang="en-US"/>
            </a:p>
          </p:txBody>
        </p:sp>
      </p:grpSp>
      <p:grpSp>
        <p:nvGrpSpPr>
          <p:cNvPr id="1057" name="Graphic 4">
            <a:extLst>
              <a:ext uri="{FF2B5EF4-FFF2-40B4-BE49-F238E27FC236}">
                <a16:creationId xmlns:a16="http://schemas.microsoft.com/office/drawing/2014/main" id="{904B413F-C03D-6F4B-AC57-CE0C7790D237}"/>
              </a:ext>
            </a:extLst>
          </p:cNvPr>
          <p:cNvGrpSpPr/>
          <p:nvPr/>
        </p:nvGrpSpPr>
        <p:grpSpPr>
          <a:xfrm>
            <a:off x="1514415" y="4793256"/>
            <a:ext cx="362309" cy="361971"/>
            <a:chOff x="1514415" y="4793256"/>
            <a:chExt cx="362309" cy="361971"/>
          </a:xfrm>
          <a:solidFill>
            <a:srgbClr val="86BC25"/>
          </a:solidFill>
        </p:grpSpPr>
        <p:sp>
          <p:nvSpPr>
            <p:cNvPr id="1058" name="Graphic 4">
              <a:extLst>
                <a:ext uri="{FF2B5EF4-FFF2-40B4-BE49-F238E27FC236}">
                  <a16:creationId xmlns:a16="http://schemas.microsoft.com/office/drawing/2014/main" id="{5BF4721D-1CEA-644A-98B0-1F4E32F60BD4}"/>
                </a:ext>
              </a:extLst>
            </p:cNvPr>
            <p:cNvSpPr/>
            <p:nvPr/>
          </p:nvSpPr>
          <p:spPr>
            <a:xfrm>
              <a:off x="1514415" y="479325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8565 h 361971"/>
                <a:gd name="connsiteX8" fmla="*/ 12780 w 362309"/>
                <a:gd name="connsiteY8" fmla="*/ 180667 h 361971"/>
                <a:gd name="connsiteX9" fmla="*/ 180835 w 362309"/>
                <a:gd name="connsiteY9" fmla="*/ 12129 h 361971"/>
                <a:gd name="connsiteX10" fmla="*/ 349530 w 362309"/>
                <a:gd name="connsiteY10" fmla="*/ 180028 h 361971"/>
                <a:gd name="connsiteX11" fmla="*/ 349530 w 362309"/>
                <a:gd name="connsiteY11" fmla="*/ 180028 h 361971"/>
                <a:gd name="connsiteX12" fmla="*/ 181474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0438"/>
                    <a:pt x="281157" y="0"/>
                    <a:pt x="181474" y="0"/>
                  </a:cubicBezTo>
                  <a:lnTo>
                    <a:pt x="181474" y="0"/>
                  </a:lnTo>
                  <a:close/>
                  <a:moveTo>
                    <a:pt x="181474" y="348565"/>
                  </a:moveTo>
                  <a:cubicBezTo>
                    <a:pt x="88181" y="348565"/>
                    <a:pt x="12780" y="273234"/>
                    <a:pt x="12780" y="180667"/>
                  </a:cubicBezTo>
                  <a:cubicBezTo>
                    <a:pt x="12780" y="87461"/>
                    <a:pt x="88181" y="12129"/>
                    <a:pt x="180835" y="12129"/>
                  </a:cubicBezTo>
                  <a:cubicBezTo>
                    <a:pt x="274128" y="12129"/>
                    <a:pt x="349530" y="87461"/>
                    <a:pt x="349530" y="180028"/>
                  </a:cubicBezTo>
                  <a:cubicBezTo>
                    <a:pt x="349530" y="180028"/>
                    <a:pt x="349530" y="180028"/>
                    <a:pt x="349530" y="180028"/>
                  </a:cubicBezTo>
                  <a:cubicBezTo>
                    <a:pt x="349530" y="273234"/>
                    <a:pt x="274128" y="348565"/>
                    <a:pt x="181474" y="348565"/>
                  </a:cubicBezTo>
                  <a:close/>
                </a:path>
              </a:pathLst>
            </a:custGeom>
            <a:solidFill>
              <a:srgbClr val="86BC25"/>
            </a:solidFill>
            <a:ln w="6390" cap="flat">
              <a:noFill/>
              <a:prstDash val="solid"/>
              <a:miter/>
            </a:ln>
          </p:spPr>
          <p:txBody>
            <a:bodyPr rtlCol="0" anchor="ctr"/>
            <a:lstStyle/>
            <a:p>
              <a:endParaRPr lang="en-US"/>
            </a:p>
          </p:txBody>
        </p:sp>
        <p:sp>
          <p:nvSpPr>
            <p:cNvPr id="1059" name="Graphic 4">
              <a:extLst>
                <a:ext uri="{FF2B5EF4-FFF2-40B4-BE49-F238E27FC236}">
                  <a16:creationId xmlns:a16="http://schemas.microsoft.com/office/drawing/2014/main" id="{9B075010-85B2-D943-8FF1-6B23CD5B9BE5}"/>
                </a:ext>
              </a:extLst>
            </p:cNvPr>
            <p:cNvSpPr/>
            <p:nvPr/>
          </p:nvSpPr>
          <p:spPr>
            <a:xfrm>
              <a:off x="1590407" y="4876248"/>
              <a:ext cx="211555" cy="195988"/>
            </a:xfrm>
            <a:custGeom>
              <a:avLst/>
              <a:gdLst>
                <a:gd name="connsiteX0" fmla="*/ 181522 w 211555"/>
                <a:gd name="connsiteY0" fmla="*/ 58094 h 195988"/>
                <a:gd name="connsiteX1" fmla="*/ 210277 w 211555"/>
                <a:gd name="connsiteY1" fmla="*/ 28728 h 195988"/>
                <a:gd name="connsiteX2" fmla="*/ 180883 w 211555"/>
                <a:gd name="connsiteY2" fmla="*/ 0 h 195988"/>
                <a:gd name="connsiteX3" fmla="*/ 152129 w 211555"/>
                <a:gd name="connsiteY3" fmla="*/ 29366 h 195988"/>
                <a:gd name="connsiteX4" fmla="*/ 152768 w 211555"/>
                <a:gd name="connsiteY4" fmla="*/ 35112 h 195988"/>
                <a:gd name="connsiteX5" fmla="*/ 52446 w 211555"/>
                <a:gd name="connsiteY5" fmla="*/ 80438 h 195988"/>
                <a:gd name="connsiteX6" fmla="*/ 11550 w 211555"/>
                <a:gd name="connsiteY6" fmla="*/ 74693 h 195988"/>
                <a:gd name="connsiteX7" fmla="*/ 5799 w 211555"/>
                <a:gd name="connsiteY7" fmla="*/ 115550 h 195988"/>
                <a:gd name="connsiteX8" fmla="*/ 46695 w 211555"/>
                <a:gd name="connsiteY8" fmla="*/ 121296 h 195988"/>
                <a:gd name="connsiteX9" fmla="*/ 52446 w 211555"/>
                <a:gd name="connsiteY9" fmla="*/ 115550 h 195988"/>
                <a:gd name="connsiteX10" fmla="*/ 152768 w 211555"/>
                <a:gd name="connsiteY10" fmla="*/ 160238 h 195988"/>
                <a:gd name="connsiteX11" fmla="*/ 152129 w 211555"/>
                <a:gd name="connsiteY11" fmla="*/ 165984 h 195988"/>
                <a:gd name="connsiteX12" fmla="*/ 181522 w 211555"/>
                <a:gd name="connsiteY12" fmla="*/ 195988 h 195988"/>
                <a:gd name="connsiteX13" fmla="*/ 211555 w 211555"/>
                <a:gd name="connsiteY13" fmla="*/ 166622 h 195988"/>
                <a:gd name="connsiteX14" fmla="*/ 182161 w 211555"/>
                <a:gd name="connsiteY14" fmla="*/ 136617 h 195988"/>
                <a:gd name="connsiteX15" fmla="*/ 158519 w 211555"/>
                <a:gd name="connsiteY15" fmla="*/ 148108 h 195988"/>
                <a:gd name="connsiteX16" fmla="*/ 58836 w 211555"/>
                <a:gd name="connsiteY16" fmla="*/ 103421 h 195988"/>
                <a:gd name="connsiteX17" fmla="*/ 58836 w 211555"/>
                <a:gd name="connsiteY17" fmla="*/ 91929 h 195988"/>
                <a:gd name="connsiteX18" fmla="*/ 159157 w 211555"/>
                <a:gd name="connsiteY18" fmla="*/ 46603 h 195988"/>
                <a:gd name="connsiteX19" fmla="*/ 181522 w 211555"/>
                <a:gd name="connsiteY19" fmla="*/ 58094 h 195988"/>
                <a:gd name="connsiteX20" fmla="*/ 181522 w 211555"/>
                <a:gd name="connsiteY20" fmla="*/ 12768 h 195988"/>
                <a:gd name="connsiteX21" fmla="*/ 198136 w 211555"/>
                <a:gd name="connsiteY21" fmla="*/ 29366 h 195988"/>
                <a:gd name="connsiteX22" fmla="*/ 181522 w 211555"/>
                <a:gd name="connsiteY22" fmla="*/ 45965 h 195988"/>
                <a:gd name="connsiteX23" fmla="*/ 164909 w 211555"/>
                <a:gd name="connsiteY23" fmla="*/ 29366 h 195988"/>
                <a:gd name="connsiteX24" fmla="*/ 181522 w 211555"/>
                <a:gd name="connsiteY24" fmla="*/ 12768 h 195988"/>
                <a:gd name="connsiteX25" fmla="*/ 181522 w 211555"/>
                <a:gd name="connsiteY25" fmla="*/ 12768 h 195988"/>
                <a:gd name="connsiteX26" fmla="*/ 29442 w 211555"/>
                <a:gd name="connsiteY26" fmla="*/ 114273 h 195988"/>
                <a:gd name="connsiteX27" fmla="*/ 12828 w 211555"/>
                <a:gd name="connsiteY27" fmla="*/ 97675 h 195988"/>
                <a:gd name="connsiteX28" fmla="*/ 29442 w 211555"/>
                <a:gd name="connsiteY28" fmla="*/ 81077 h 195988"/>
                <a:gd name="connsiteX29" fmla="*/ 46056 w 211555"/>
                <a:gd name="connsiteY29" fmla="*/ 97675 h 195988"/>
                <a:gd name="connsiteX30" fmla="*/ 46056 w 211555"/>
                <a:gd name="connsiteY30" fmla="*/ 97675 h 195988"/>
                <a:gd name="connsiteX31" fmla="*/ 29442 w 211555"/>
                <a:gd name="connsiteY31" fmla="*/ 114273 h 195988"/>
                <a:gd name="connsiteX32" fmla="*/ 181522 w 211555"/>
                <a:gd name="connsiteY32" fmla="*/ 149385 h 195988"/>
                <a:gd name="connsiteX33" fmla="*/ 198136 w 211555"/>
                <a:gd name="connsiteY33" fmla="*/ 165984 h 195988"/>
                <a:gd name="connsiteX34" fmla="*/ 181522 w 211555"/>
                <a:gd name="connsiteY34" fmla="*/ 182582 h 195988"/>
                <a:gd name="connsiteX35" fmla="*/ 164909 w 211555"/>
                <a:gd name="connsiteY35" fmla="*/ 165984 h 195988"/>
                <a:gd name="connsiteX36" fmla="*/ 181522 w 211555"/>
                <a:gd name="connsiteY36" fmla="*/ 149385 h 195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1555" h="195988">
                  <a:moveTo>
                    <a:pt x="181522" y="58094"/>
                  </a:moveTo>
                  <a:cubicBezTo>
                    <a:pt x="197497" y="58094"/>
                    <a:pt x="210277" y="44688"/>
                    <a:pt x="210277" y="28728"/>
                  </a:cubicBezTo>
                  <a:cubicBezTo>
                    <a:pt x="210277" y="12768"/>
                    <a:pt x="196858" y="0"/>
                    <a:pt x="180883" y="0"/>
                  </a:cubicBezTo>
                  <a:cubicBezTo>
                    <a:pt x="164909" y="0"/>
                    <a:pt x="152129" y="13406"/>
                    <a:pt x="152129" y="29366"/>
                  </a:cubicBezTo>
                  <a:cubicBezTo>
                    <a:pt x="152129" y="31281"/>
                    <a:pt x="152129" y="33197"/>
                    <a:pt x="152768" y="35112"/>
                  </a:cubicBezTo>
                  <a:lnTo>
                    <a:pt x="52446" y="80438"/>
                  </a:lnTo>
                  <a:cubicBezTo>
                    <a:pt x="42861" y="67670"/>
                    <a:pt x="24330" y="65117"/>
                    <a:pt x="11550" y="74693"/>
                  </a:cubicBezTo>
                  <a:cubicBezTo>
                    <a:pt x="-1230" y="84269"/>
                    <a:pt x="-3786" y="102782"/>
                    <a:pt x="5799" y="115550"/>
                  </a:cubicBezTo>
                  <a:cubicBezTo>
                    <a:pt x="15384" y="128318"/>
                    <a:pt x="33915" y="130872"/>
                    <a:pt x="46695" y="121296"/>
                  </a:cubicBezTo>
                  <a:cubicBezTo>
                    <a:pt x="49251" y="119381"/>
                    <a:pt x="51168" y="117465"/>
                    <a:pt x="52446" y="115550"/>
                  </a:cubicBezTo>
                  <a:lnTo>
                    <a:pt x="152768" y="160238"/>
                  </a:lnTo>
                  <a:cubicBezTo>
                    <a:pt x="152129" y="162153"/>
                    <a:pt x="152129" y="164068"/>
                    <a:pt x="152129" y="165984"/>
                  </a:cubicBezTo>
                  <a:cubicBezTo>
                    <a:pt x="152129" y="182582"/>
                    <a:pt x="164909" y="195350"/>
                    <a:pt x="181522" y="195988"/>
                  </a:cubicBezTo>
                  <a:cubicBezTo>
                    <a:pt x="198136" y="195988"/>
                    <a:pt x="210916" y="183220"/>
                    <a:pt x="211555" y="166622"/>
                  </a:cubicBezTo>
                  <a:cubicBezTo>
                    <a:pt x="211555" y="150024"/>
                    <a:pt x="198775" y="137256"/>
                    <a:pt x="182161" y="136617"/>
                  </a:cubicBezTo>
                  <a:cubicBezTo>
                    <a:pt x="172576" y="136617"/>
                    <a:pt x="163631" y="141086"/>
                    <a:pt x="158519" y="148108"/>
                  </a:cubicBezTo>
                  <a:lnTo>
                    <a:pt x="58836" y="103421"/>
                  </a:lnTo>
                  <a:cubicBezTo>
                    <a:pt x="59475" y="99590"/>
                    <a:pt x="59475" y="95760"/>
                    <a:pt x="58836" y="91929"/>
                  </a:cubicBezTo>
                  <a:lnTo>
                    <a:pt x="159157" y="46603"/>
                  </a:lnTo>
                  <a:cubicBezTo>
                    <a:pt x="163631" y="54264"/>
                    <a:pt x="172576" y="58094"/>
                    <a:pt x="181522" y="58094"/>
                  </a:cubicBezTo>
                  <a:close/>
                  <a:moveTo>
                    <a:pt x="181522" y="12768"/>
                  </a:moveTo>
                  <a:cubicBezTo>
                    <a:pt x="190468" y="12768"/>
                    <a:pt x="198136" y="20429"/>
                    <a:pt x="198136" y="29366"/>
                  </a:cubicBezTo>
                  <a:cubicBezTo>
                    <a:pt x="198136" y="38304"/>
                    <a:pt x="190468" y="45965"/>
                    <a:pt x="181522" y="45965"/>
                  </a:cubicBezTo>
                  <a:cubicBezTo>
                    <a:pt x="172576" y="45965"/>
                    <a:pt x="164909" y="38304"/>
                    <a:pt x="164909" y="29366"/>
                  </a:cubicBezTo>
                  <a:cubicBezTo>
                    <a:pt x="164909" y="20429"/>
                    <a:pt x="172576" y="12768"/>
                    <a:pt x="181522" y="12768"/>
                  </a:cubicBezTo>
                  <a:lnTo>
                    <a:pt x="181522" y="12768"/>
                  </a:lnTo>
                  <a:close/>
                  <a:moveTo>
                    <a:pt x="29442" y="114273"/>
                  </a:moveTo>
                  <a:cubicBezTo>
                    <a:pt x="20496" y="114273"/>
                    <a:pt x="12828" y="106613"/>
                    <a:pt x="12828" y="97675"/>
                  </a:cubicBezTo>
                  <a:cubicBezTo>
                    <a:pt x="12828" y="88737"/>
                    <a:pt x="20496" y="81077"/>
                    <a:pt x="29442" y="81077"/>
                  </a:cubicBezTo>
                  <a:cubicBezTo>
                    <a:pt x="38388" y="81077"/>
                    <a:pt x="46056" y="88737"/>
                    <a:pt x="46056" y="97675"/>
                  </a:cubicBezTo>
                  <a:lnTo>
                    <a:pt x="46056" y="97675"/>
                  </a:lnTo>
                  <a:cubicBezTo>
                    <a:pt x="46056" y="106613"/>
                    <a:pt x="38388" y="114273"/>
                    <a:pt x="29442" y="114273"/>
                  </a:cubicBezTo>
                  <a:close/>
                  <a:moveTo>
                    <a:pt x="181522" y="149385"/>
                  </a:moveTo>
                  <a:cubicBezTo>
                    <a:pt x="190468" y="149385"/>
                    <a:pt x="198136" y="157046"/>
                    <a:pt x="198136" y="165984"/>
                  </a:cubicBezTo>
                  <a:cubicBezTo>
                    <a:pt x="198136" y="174921"/>
                    <a:pt x="190468" y="182582"/>
                    <a:pt x="181522" y="182582"/>
                  </a:cubicBezTo>
                  <a:cubicBezTo>
                    <a:pt x="172576" y="182582"/>
                    <a:pt x="164909" y="174921"/>
                    <a:pt x="164909" y="165984"/>
                  </a:cubicBezTo>
                  <a:cubicBezTo>
                    <a:pt x="164909" y="157046"/>
                    <a:pt x="172576" y="149385"/>
                    <a:pt x="181522" y="149385"/>
                  </a:cubicBezTo>
                  <a:close/>
                </a:path>
              </a:pathLst>
            </a:custGeom>
            <a:solidFill>
              <a:srgbClr val="86BC25"/>
            </a:solidFill>
            <a:ln w="6390" cap="flat">
              <a:noFill/>
              <a:prstDash val="solid"/>
              <a:miter/>
            </a:ln>
          </p:spPr>
          <p:txBody>
            <a:bodyPr rtlCol="0" anchor="ctr"/>
            <a:lstStyle/>
            <a:p>
              <a:endParaRPr lang="en-US"/>
            </a:p>
          </p:txBody>
        </p:sp>
      </p:grpSp>
      <p:grpSp>
        <p:nvGrpSpPr>
          <p:cNvPr id="1060" name="Graphic 4">
            <a:extLst>
              <a:ext uri="{FF2B5EF4-FFF2-40B4-BE49-F238E27FC236}">
                <a16:creationId xmlns:a16="http://schemas.microsoft.com/office/drawing/2014/main" id="{C5EC50AA-A606-F24E-839D-4076B0E4FFF0}"/>
              </a:ext>
            </a:extLst>
          </p:cNvPr>
          <p:cNvGrpSpPr/>
          <p:nvPr/>
        </p:nvGrpSpPr>
        <p:grpSpPr>
          <a:xfrm>
            <a:off x="1952125" y="4793256"/>
            <a:ext cx="362313" cy="361971"/>
            <a:chOff x="1952125" y="4793256"/>
            <a:chExt cx="362313" cy="361971"/>
          </a:xfrm>
          <a:solidFill>
            <a:srgbClr val="86BC25"/>
          </a:solidFill>
        </p:grpSpPr>
        <p:sp>
          <p:nvSpPr>
            <p:cNvPr id="1061" name="Graphic 4">
              <a:extLst>
                <a:ext uri="{FF2B5EF4-FFF2-40B4-BE49-F238E27FC236}">
                  <a16:creationId xmlns:a16="http://schemas.microsoft.com/office/drawing/2014/main" id="{3661C3ED-0FFB-D34D-8EBD-2F84BFD6D747}"/>
                </a:ext>
              </a:extLst>
            </p:cNvPr>
            <p:cNvSpPr/>
            <p:nvPr/>
          </p:nvSpPr>
          <p:spPr>
            <a:xfrm>
              <a:off x="2040945" y="4957325"/>
              <a:ext cx="33227" cy="33196"/>
            </a:xfrm>
            <a:custGeom>
              <a:avLst/>
              <a:gdLst>
                <a:gd name="connsiteX0" fmla="*/ 16614 w 33227"/>
                <a:gd name="connsiteY0" fmla="*/ 0 h 33196"/>
                <a:gd name="connsiteX1" fmla="*/ 0 w 33227"/>
                <a:gd name="connsiteY1" fmla="*/ 16598 h 33196"/>
                <a:gd name="connsiteX2" fmla="*/ 16614 w 33227"/>
                <a:gd name="connsiteY2" fmla="*/ 33196 h 33196"/>
                <a:gd name="connsiteX3" fmla="*/ 33228 w 33227"/>
                <a:gd name="connsiteY3" fmla="*/ 16598 h 33196"/>
                <a:gd name="connsiteX4" fmla="*/ 33228 w 33227"/>
                <a:gd name="connsiteY4" fmla="*/ 16598 h 33196"/>
                <a:gd name="connsiteX5" fmla="*/ 16614 w 33227"/>
                <a:gd name="connsiteY5" fmla="*/ 0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227" h="33196">
                  <a:moveTo>
                    <a:pt x="16614" y="0"/>
                  </a:moveTo>
                  <a:cubicBezTo>
                    <a:pt x="7668" y="0"/>
                    <a:pt x="0" y="7660"/>
                    <a:pt x="0" y="16598"/>
                  </a:cubicBezTo>
                  <a:cubicBezTo>
                    <a:pt x="0" y="25536"/>
                    <a:pt x="7668" y="33196"/>
                    <a:pt x="16614" y="33196"/>
                  </a:cubicBezTo>
                  <a:cubicBezTo>
                    <a:pt x="25560" y="33196"/>
                    <a:pt x="33228" y="25536"/>
                    <a:pt x="33228" y="16598"/>
                  </a:cubicBezTo>
                  <a:cubicBezTo>
                    <a:pt x="33228" y="16598"/>
                    <a:pt x="33228" y="16598"/>
                    <a:pt x="33228" y="16598"/>
                  </a:cubicBezTo>
                  <a:cubicBezTo>
                    <a:pt x="33228" y="7660"/>
                    <a:pt x="25560" y="0"/>
                    <a:pt x="16614" y="0"/>
                  </a:cubicBezTo>
                  <a:close/>
                </a:path>
              </a:pathLst>
            </a:custGeom>
            <a:solidFill>
              <a:srgbClr val="86BC25"/>
            </a:solidFill>
            <a:ln w="6390" cap="flat">
              <a:noFill/>
              <a:prstDash val="solid"/>
              <a:miter/>
            </a:ln>
          </p:spPr>
          <p:txBody>
            <a:bodyPr rtlCol="0" anchor="ctr"/>
            <a:lstStyle/>
            <a:p>
              <a:endParaRPr lang="en-US"/>
            </a:p>
          </p:txBody>
        </p:sp>
        <p:sp>
          <p:nvSpPr>
            <p:cNvPr id="1062" name="Graphic 4">
              <a:extLst>
                <a:ext uri="{FF2B5EF4-FFF2-40B4-BE49-F238E27FC236}">
                  <a16:creationId xmlns:a16="http://schemas.microsoft.com/office/drawing/2014/main" id="{2193B9AF-7DE0-014C-9E72-A0E72D34B5A0}"/>
                </a:ext>
              </a:extLst>
            </p:cNvPr>
            <p:cNvSpPr/>
            <p:nvPr/>
          </p:nvSpPr>
          <p:spPr>
            <a:xfrm>
              <a:off x="2193026" y="4888377"/>
              <a:ext cx="33227" cy="33196"/>
            </a:xfrm>
            <a:custGeom>
              <a:avLst/>
              <a:gdLst>
                <a:gd name="connsiteX0" fmla="*/ 16614 w 33227"/>
                <a:gd name="connsiteY0" fmla="*/ 33197 h 33196"/>
                <a:gd name="connsiteX1" fmla="*/ 33228 w 33227"/>
                <a:gd name="connsiteY1" fmla="*/ 16599 h 33196"/>
                <a:gd name="connsiteX2" fmla="*/ 16614 w 33227"/>
                <a:gd name="connsiteY2" fmla="*/ 0 h 33196"/>
                <a:gd name="connsiteX3" fmla="*/ 0 w 33227"/>
                <a:gd name="connsiteY3" fmla="*/ 16599 h 33196"/>
                <a:gd name="connsiteX4" fmla="*/ 0 w 33227"/>
                <a:gd name="connsiteY4" fmla="*/ 16599 h 33196"/>
                <a:gd name="connsiteX5" fmla="*/ 16614 w 33227"/>
                <a:gd name="connsiteY5" fmla="*/ 33197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227" h="33196">
                  <a:moveTo>
                    <a:pt x="16614" y="33197"/>
                  </a:moveTo>
                  <a:cubicBezTo>
                    <a:pt x="25560" y="33197"/>
                    <a:pt x="33228" y="26175"/>
                    <a:pt x="33228" y="16599"/>
                  </a:cubicBezTo>
                  <a:cubicBezTo>
                    <a:pt x="33228" y="7661"/>
                    <a:pt x="26199" y="0"/>
                    <a:pt x="16614" y="0"/>
                  </a:cubicBezTo>
                  <a:cubicBezTo>
                    <a:pt x="7668" y="0"/>
                    <a:pt x="0" y="7023"/>
                    <a:pt x="0" y="16599"/>
                  </a:cubicBezTo>
                  <a:cubicBezTo>
                    <a:pt x="0" y="16599"/>
                    <a:pt x="0" y="16599"/>
                    <a:pt x="0" y="16599"/>
                  </a:cubicBezTo>
                  <a:cubicBezTo>
                    <a:pt x="639" y="26175"/>
                    <a:pt x="7668" y="33197"/>
                    <a:pt x="16614" y="33197"/>
                  </a:cubicBezTo>
                  <a:close/>
                </a:path>
              </a:pathLst>
            </a:custGeom>
            <a:solidFill>
              <a:srgbClr val="86BC25"/>
            </a:solidFill>
            <a:ln w="6390" cap="flat">
              <a:noFill/>
              <a:prstDash val="solid"/>
              <a:miter/>
            </a:ln>
          </p:spPr>
          <p:txBody>
            <a:bodyPr rtlCol="0" anchor="ctr"/>
            <a:lstStyle/>
            <a:p>
              <a:endParaRPr lang="en-US"/>
            </a:p>
          </p:txBody>
        </p:sp>
        <p:sp>
          <p:nvSpPr>
            <p:cNvPr id="1063" name="Graphic 4">
              <a:extLst>
                <a:ext uri="{FF2B5EF4-FFF2-40B4-BE49-F238E27FC236}">
                  <a16:creationId xmlns:a16="http://schemas.microsoft.com/office/drawing/2014/main" id="{97002745-4854-4D48-987D-3A6569E65D3C}"/>
                </a:ext>
              </a:extLst>
            </p:cNvPr>
            <p:cNvSpPr/>
            <p:nvPr/>
          </p:nvSpPr>
          <p:spPr>
            <a:xfrm>
              <a:off x="2193026" y="5025633"/>
              <a:ext cx="33227" cy="33196"/>
            </a:xfrm>
            <a:custGeom>
              <a:avLst/>
              <a:gdLst>
                <a:gd name="connsiteX0" fmla="*/ 16614 w 33227"/>
                <a:gd name="connsiteY0" fmla="*/ 33197 h 33196"/>
                <a:gd name="connsiteX1" fmla="*/ 33228 w 33227"/>
                <a:gd name="connsiteY1" fmla="*/ 16599 h 33196"/>
                <a:gd name="connsiteX2" fmla="*/ 16614 w 33227"/>
                <a:gd name="connsiteY2" fmla="*/ 0 h 33196"/>
                <a:gd name="connsiteX3" fmla="*/ 0 w 33227"/>
                <a:gd name="connsiteY3" fmla="*/ 16599 h 33196"/>
                <a:gd name="connsiteX4" fmla="*/ 0 w 33227"/>
                <a:gd name="connsiteY4" fmla="*/ 16599 h 33196"/>
                <a:gd name="connsiteX5" fmla="*/ 16614 w 33227"/>
                <a:gd name="connsiteY5" fmla="*/ 33197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227" h="33196">
                  <a:moveTo>
                    <a:pt x="16614" y="33197"/>
                  </a:moveTo>
                  <a:cubicBezTo>
                    <a:pt x="25560" y="33197"/>
                    <a:pt x="33228" y="26175"/>
                    <a:pt x="33228" y="16599"/>
                  </a:cubicBezTo>
                  <a:cubicBezTo>
                    <a:pt x="33228" y="7661"/>
                    <a:pt x="26199" y="0"/>
                    <a:pt x="16614" y="0"/>
                  </a:cubicBezTo>
                  <a:cubicBezTo>
                    <a:pt x="7668" y="0"/>
                    <a:pt x="0" y="7023"/>
                    <a:pt x="0" y="16599"/>
                  </a:cubicBezTo>
                  <a:cubicBezTo>
                    <a:pt x="0" y="16599"/>
                    <a:pt x="0" y="16599"/>
                    <a:pt x="0" y="16599"/>
                  </a:cubicBezTo>
                  <a:cubicBezTo>
                    <a:pt x="639" y="25536"/>
                    <a:pt x="7668" y="33197"/>
                    <a:pt x="16614" y="33197"/>
                  </a:cubicBezTo>
                  <a:close/>
                </a:path>
              </a:pathLst>
            </a:custGeom>
            <a:solidFill>
              <a:srgbClr val="86BC25"/>
            </a:solidFill>
            <a:ln w="6390" cap="flat">
              <a:noFill/>
              <a:prstDash val="solid"/>
              <a:miter/>
            </a:ln>
          </p:spPr>
          <p:txBody>
            <a:bodyPr rtlCol="0" anchor="ctr"/>
            <a:lstStyle/>
            <a:p>
              <a:endParaRPr lang="en-US"/>
            </a:p>
          </p:txBody>
        </p:sp>
        <p:sp>
          <p:nvSpPr>
            <p:cNvPr id="1064" name="Graphic 4">
              <a:extLst>
                <a:ext uri="{FF2B5EF4-FFF2-40B4-BE49-F238E27FC236}">
                  <a16:creationId xmlns:a16="http://schemas.microsoft.com/office/drawing/2014/main" id="{3F10E874-6AB2-364A-AE4A-993556C4C427}"/>
                </a:ext>
              </a:extLst>
            </p:cNvPr>
            <p:cNvSpPr/>
            <p:nvPr/>
          </p:nvSpPr>
          <p:spPr>
            <a:xfrm>
              <a:off x="1952125" y="4793256"/>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34828 w 362313"/>
                <a:gd name="connsiteY7" fmla="*/ 180667 h 361971"/>
                <a:gd name="connsiteX8" fmla="*/ 134189 w 362313"/>
                <a:gd name="connsiteY8" fmla="*/ 186412 h 361971"/>
                <a:gd name="connsiteX9" fmla="*/ 234511 w 362313"/>
                <a:gd name="connsiteY9" fmla="*/ 231738 h 361971"/>
                <a:gd name="connsiteX10" fmla="*/ 257514 w 362313"/>
                <a:gd name="connsiteY10" fmla="*/ 220247 h 361971"/>
                <a:gd name="connsiteX11" fmla="*/ 287547 w 362313"/>
                <a:gd name="connsiteY11" fmla="*/ 249614 h 361971"/>
                <a:gd name="connsiteX12" fmla="*/ 258153 w 362313"/>
                <a:gd name="connsiteY12" fmla="*/ 279618 h 361971"/>
                <a:gd name="connsiteX13" fmla="*/ 228121 w 362313"/>
                <a:gd name="connsiteY13" fmla="*/ 250252 h 361971"/>
                <a:gd name="connsiteX14" fmla="*/ 228760 w 362313"/>
                <a:gd name="connsiteY14" fmla="*/ 243868 h 361971"/>
                <a:gd name="connsiteX15" fmla="*/ 128438 w 362313"/>
                <a:gd name="connsiteY15" fmla="*/ 198542 h 361971"/>
                <a:gd name="connsiteX16" fmla="*/ 87542 w 362313"/>
                <a:gd name="connsiteY16" fmla="*/ 204287 h 361971"/>
                <a:gd name="connsiteX17" fmla="*/ 81791 w 362313"/>
                <a:gd name="connsiteY17" fmla="*/ 163430 h 361971"/>
                <a:gd name="connsiteX18" fmla="*/ 122687 w 362313"/>
                <a:gd name="connsiteY18" fmla="*/ 157684 h 361971"/>
                <a:gd name="connsiteX19" fmla="*/ 128438 w 362313"/>
                <a:gd name="connsiteY19" fmla="*/ 163430 h 361971"/>
                <a:gd name="connsiteX20" fmla="*/ 228760 w 362313"/>
                <a:gd name="connsiteY20" fmla="*/ 118104 h 361971"/>
                <a:gd name="connsiteX21" fmla="*/ 251124 w 362313"/>
                <a:gd name="connsiteY21" fmla="*/ 82992 h 361971"/>
                <a:gd name="connsiteX22" fmla="*/ 286269 w 362313"/>
                <a:gd name="connsiteY22" fmla="*/ 105336 h 361971"/>
                <a:gd name="connsiteX23" fmla="*/ 263904 w 362313"/>
                <a:gd name="connsiteY23" fmla="*/ 140448 h 361971"/>
                <a:gd name="connsiteX24" fmla="*/ 233872 w 362313"/>
                <a:gd name="connsiteY24" fmla="*/ 129595 h 361971"/>
                <a:gd name="connsiteX25" fmla="*/ 133550 w 362313"/>
                <a:gd name="connsiteY25" fmla="*/ 174921 h 361971"/>
                <a:gd name="connsiteX26" fmla="*/ 134828 w 362313"/>
                <a:gd name="connsiteY26" fmla="*/ 180667 h 361971"/>
                <a:gd name="connsiteX27" fmla="*/ 134828 w 362313"/>
                <a:gd name="connsiteY27" fmla="*/ 18066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lnTo>
                    <a:pt x="181474" y="0"/>
                  </a:lnTo>
                  <a:close/>
                  <a:moveTo>
                    <a:pt x="134828" y="180667"/>
                  </a:moveTo>
                  <a:cubicBezTo>
                    <a:pt x="134828" y="182582"/>
                    <a:pt x="134828" y="184497"/>
                    <a:pt x="134189" y="186412"/>
                  </a:cubicBezTo>
                  <a:lnTo>
                    <a:pt x="234511" y="231738"/>
                  </a:lnTo>
                  <a:cubicBezTo>
                    <a:pt x="240262" y="224078"/>
                    <a:pt x="248569" y="220247"/>
                    <a:pt x="257514" y="220247"/>
                  </a:cubicBezTo>
                  <a:cubicBezTo>
                    <a:pt x="274128" y="220247"/>
                    <a:pt x="286908" y="233015"/>
                    <a:pt x="287547" y="249614"/>
                  </a:cubicBezTo>
                  <a:cubicBezTo>
                    <a:pt x="287547" y="266212"/>
                    <a:pt x="274767" y="278980"/>
                    <a:pt x="258153" y="279618"/>
                  </a:cubicBezTo>
                  <a:cubicBezTo>
                    <a:pt x="241540" y="279618"/>
                    <a:pt x="228760" y="266850"/>
                    <a:pt x="228121" y="250252"/>
                  </a:cubicBezTo>
                  <a:cubicBezTo>
                    <a:pt x="228121" y="248337"/>
                    <a:pt x="228121" y="245783"/>
                    <a:pt x="228760" y="243868"/>
                  </a:cubicBezTo>
                  <a:lnTo>
                    <a:pt x="128438" y="198542"/>
                  </a:lnTo>
                  <a:cubicBezTo>
                    <a:pt x="118853" y="211310"/>
                    <a:pt x="100322" y="213863"/>
                    <a:pt x="87542" y="204287"/>
                  </a:cubicBezTo>
                  <a:cubicBezTo>
                    <a:pt x="74762" y="194711"/>
                    <a:pt x="72206" y="176198"/>
                    <a:pt x="81791" y="163430"/>
                  </a:cubicBezTo>
                  <a:cubicBezTo>
                    <a:pt x="91376" y="150662"/>
                    <a:pt x="109907" y="148108"/>
                    <a:pt x="122687" y="157684"/>
                  </a:cubicBezTo>
                  <a:cubicBezTo>
                    <a:pt x="125243" y="159600"/>
                    <a:pt x="127160" y="161515"/>
                    <a:pt x="128438" y="163430"/>
                  </a:cubicBezTo>
                  <a:lnTo>
                    <a:pt x="228760" y="118104"/>
                  </a:lnTo>
                  <a:cubicBezTo>
                    <a:pt x="225565" y="102144"/>
                    <a:pt x="235150" y="86184"/>
                    <a:pt x="251124" y="82992"/>
                  </a:cubicBezTo>
                  <a:cubicBezTo>
                    <a:pt x="267099" y="79800"/>
                    <a:pt x="283074" y="89376"/>
                    <a:pt x="286269" y="105336"/>
                  </a:cubicBezTo>
                  <a:cubicBezTo>
                    <a:pt x="289464" y="121296"/>
                    <a:pt x="279879" y="137256"/>
                    <a:pt x="263904" y="140448"/>
                  </a:cubicBezTo>
                  <a:cubicBezTo>
                    <a:pt x="252403" y="143001"/>
                    <a:pt x="240901" y="138533"/>
                    <a:pt x="233872" y="129595"/>
                  </a:cubicBezTo>
                  <a:lnTo>
                    <a:pt x="133550" y="174921"/>
                  </a:lnTo>
                  <a:cubicBezTo>
                    <a:pt x="134828" y="176836"/>
                    <a:pt x="134828" y="178752"/>
                    <a:pt x="134828" y="180667"/>
                  </a:cubicBezTo>
                  <a:lnTo>
                    <a:pt x="134828" y="180667"/>
                  </a:lnTo>
                  <a:close/>
                </a:path>
              </a:pathLst>
            </a:custGeom>
            <a:solidFill>
              <a:srgbClr val="86BC25"/>
            </a:solidFill>
            <a:ln w="6390" cap="flat">
              <a:noFill/>
              <a:prstDash val="solid"/>
              <a:miter/>
            </a:ln>
          </p:spPr>
          <p:txBody>
            <a:bodyPr rtlCol="0" anchor="ctr"/>
            <a:lstStyle/>
            <a:p>
              <a:endParaRPr lang="en-US"/>
            </a:p>
          </p:txBody>
        </p:sp>
      </p:grpSp>
      <p:grpSp>
        <p:nvGrpSpPr>
          <p:cNvPr id="56" name="Group 55">
            <a:extLst>
              <a:ext uri="{FF2B5EF4-FFF2-40B4-BE49-F238E27FC236}">
                <a16:creationId xmlns:a16="http://schemas.microsoft.com/office/drawing/2014/main" id="{CF416A44-51DC-3B4F-8572-994CEC4DACA2}"/>
              </a:ext>
            </a:extLst>
          </p:cNvPr>
          <p:cNvGrpSpPr>
            <a:grpSpLocks noChangeAspect="1"/>
          </p:cNvGrpSpPr>
          <p:nvPr/>
        </p:nvGrpSpPr>
        <p:grpSpPr>
          <a:xfrm>
            <a:off x="4045469" y="918179"/>
            <a:ext cx="367200" cy="366962"/>
            <a:chOff x="5367613" y="4993139"/>
            <a:chExt cx="537729" cy="537380"/>
          </a:xfrm>
        </p:grpSpPr>
        <p:sp>
          <p:nvSpPr>
            <p:cNvPr id="13" name="Graphic 4">
              <a:extLst>
                <a:ext uri="{FF2B5EF4-FFF2-40B4-BE49-F238E27FC236}">
                  <a16:creationId xmlns:a16="http://schemas.microsoft.com/office/drawing/2014/main" id="{7F494218-9A8E-7E44-871F-FD2C305B82C0}"/>
                </a:ext>
              </a:extLst>
            </p:cNvPr>
            <p:cNvSpPr/>
            <p:nvPr/>
          </p:nvSpPr>
          <p:spPr>
            <a:xfrm>
              <a:off x="5535950" y="5205911"/>
              <a:ext cx="18967" cy="18955"/>
            </a:xfrm>
            <a:custGeom>
              <a:avLst/>
              <a:gdLst>
                <a:gd name="connsiteX0" fmla="*/ 9484 w 18967"/>
                <a:gd name="connsiteY0" fmla="*/ 0 h 18955"/>
                <a:gd name="connsiteX1" fmla="*/ 0 w 18967"/>
                <a:gd name="connsiteY1" fmla="*/ 9478 h 18955"/>
                <a:gd name="connsiteX2" fmla="*/ 9484 w 18967"/>
                <a:gd name="connsiteY2" fmla="*/ 18955 h 18955"/>
                <a:gd name="connsiteX3" fmla="*/ 18968 w 18967"/>
                <a:gd name="connsiteY3" fmla="*/ 9478 h 18955"/>
                <a:gd name="connsiteX4" fmla="*/ 9484 w 18967"/>
                <a:gd name="connsiteY4" fmla="*/ 0 h 18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67" h="18955">
                  <a:moveTo>
                    <a:pt x="9484" y="0"/>
                  </a:moveTo>
                  <a:cubicBezTo>
                    <a:pt x="4268" y="0"/>
                    <a:pt x="0" y="4265"/>
                    <a:pt x="0" y="9478"/>
                  </a:cubicBezTo>
                  <a:cubicBezTo>
                    <a:pt x="0" y="14690"/>
                    <a:pt x="4268" y="18955"/>
                    <a:pt x="9484" y="18955"/>
                  </a:cubicBezTo>
                  <a:cubicBezTo>
                    <a:pt x="14700" y="18955"/>
                    <a:pt x="18968" y="14690"/>
                    <a:pt x="18968" y="9478"/>
                  </a:cubicBezTo>
                  <a:cubicBezTo>
                    <a:pt x="18968" y="4265"/>
                    <a:pt x="14700" y="0"/>
                    <a:pt x="9484" y="0"/>
                  </a:cubicBezTo>
                  <a:close/>
                </a:path>
              </a:pathLst>
            </a:custGeom>
            <a:solidFill>
              <a:srgbClr val="26890D"/>
            </a:solidFill>
            <a:ln w="9463" cap="flat">
              <a:noFill/>
              <a:prstDash val="solid"/>
              <a:miter/>
            </a:ln>
          </p:spPr>
          <p:txBody>
            <a:bodyPr rtlCol="0" anchor="ctr"/>
            <a:lstStyle/>
            <a:p>
              <a:endParaRPr lang="en-US"/>
            </a:p>
          </p:txBody>
        </p:sp>
        <p:sp>
          <p:nvSpPr>
            <p:cNvPr id="14" name="Graphic 4">
              <a:extLst>
                <a:ext uri="{FF2B5EF4-FFF2-40B4-BE49-F238E27FC236}">
                  <a16:creationId xmlns:a16="http://schemas.microsoft.com/office/drawing/2014/main" id="{7F494218-9A8E-7E44-871F-FD2C305B82C0}"/>
                </a:ext>
              </a:extLst>
            </p:cNvPr>
            <p:cNvSpPr/>
            <p:nvPr/>
          </p:nvSpPr>
          <p:spPr>
            <a:xfrm>
              <a:off x="5622252" y="5124214"/>
              <a:ext cx="34520" cy="34498"/>
            </a:xfrm>
            <a:custGeom>
              <a:avLst/>
              <a:gdLst>
                <a:gd name="connsiteX0" fmla="*/ 17260 w 34520"/>
                <a:gd name="connsiteY0" fmla="*/ 0 h 34498"/>
                <a:gd name="connsiteX1" fmla="*/ 0 w 34520"/>
                <a:gd name="connsiteY1" fmla="*/ 17249 h 34498"/>
                <a:gd name="connsiteX2" fmla="*/ 17260 w 34520"/>
                <a:gd name="connsiteY2" fmla="*/ 34499 h 34498"/>
                <a:gd name="connsiteX3" fmla="*/ 34521 w 34520"/>
                <a:gd name="connsiteY3" fmla="*/ 17249 h 34498"/>
                <a:gd name="connsiteX4" fmla="*/ 34521 w 34520"/>
                <a:gd name="connsiteY4" fmla="*/ 17249 h 34498"/>
                <a:gd name="connsiteX5" fmla="*/ 17260 w 34520"/>
                <a:gd name="connsiteY5" fmla="*/ 0 h 34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20" h="34498">
                  <a:moveTo>
                    <a:pt x="17260" y="0"/>
                  </a:moveTo>
                  <a:cubicBezTo>
                    <a:pt x="7682" y="0"/>
                    <a:pt x="0" y="7677"/>
                    <a:pt x="0" y="17249"/>
                  </a:cubicBezTo>
                  <a:cubicBezTo>
                    <a:pt x="0" y="26822"/>
                    <a:pt x="7682" y="34499"/>
                    <a:pt x="17260" y="34499"/>
                  </a:cubicBezTo>
                  <a:cubicBezTo>
                    <a:pt x="26839" y="34499"/>
                    <a:pt x="34521" y="26822"/>
                    <a:pt x="34521" y="17249"/>
                  </a:cubicBezTo>
                  <a:lnTo>
                    <a:pt x="34521" y="17249"/>
                  </a:lnTo>
                  <a:cubicBezTo>
                    <a:pt x="34426" y="7772"/>
                    <a:pt x="26744" y="95"/>
                    <a:pt x="17260" y="0"/>
                  </a:cubicBezTo>
                  <a:close/>
                </a:path>
              </a:pathLst>
            </a:custGeom>
            <a:solidFill>
              <a:srgbClr val="26890D"/>
            </a:solidFill>
            <a:ln w="9463" cap="flat">
              <a:noFill/>
              <a:prstDash val="solid"/>
              <a:miter/>
            </a:ln>
          </p:spPr>
          <p:txBody>
            <a:bodyPr rtlCol="0" anchor="ctr"/>
            <a:lstStyle/>
            <a:p>
              <a:endParaRPr lang="en-US"/>
            </a:p>
          </p:txBody>
        </p:sp>
        <p:sp>
          <p:nvSpPr>
            <p:cNvPr id="15" name="Graphic 4">
              <a:extLst>
                <a:ext uri="{FF2B5EF4-FFF2-40B4-BE49-F238E27FC236}">
                  <a16:creationId xmlns:a16="http://schemas.microsoft.com/office/drawing/2014/main" id="{7F494218-9A8E-7E44-871F-FD2C305B82C0}"/>
                </a:ext>
              </a:extLst>
            </p:cNvPr>
            <p:cNvSpPr/>
            <p:nvPr/>
          </p:nvSpPr>
          <p:spPr>
            <a:xfrm>
              <a:off x="5611346" y="5328741"/>
              <a:ext cx="56907" cy="56865"/>
            </a:xfrm>
            <a:custGeom>
              <a:avLst/>
              <a:gdLst>
                <a:gd name="connsiteX0" fmla="*/ 28451 w 56907"/>
                <a:gd name="connsiteY0" fmla="*/ 0 h 56865"/>
                <a:gd name="connsiteX1" fmla="*/ 0 w 56907"/>
                <a:gd name="connsiteY1" fmla="*/ 28433 h 56865"/>
                <a:gd name="connsiteX2" fmla="*/ 28451 w 56907"/>
                <a:gd name="connsiteY2" fmla="*/ 56866 h 56865"/>
                <a:gd name="connsiteX3" fmla="*/ 56903 w 56907"/>
                <a:gd name="connsiteY3" fmla="*/ 28433 h 56865"/>
                <a:gd name="connsiteX4" fmla="*/ 29400 w 56907"/>
                <a:gd name="connsiteY4" fmla="*/ 0 h 56865"/>
                <a:gd name="connsiteX5" fmla="*/ 28451 w 56907"/>
                <a:gd name="connsiteY5" fmla="*/ 0 h 56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907" h="56865">
                  <a:moveTo>
                    <a:pt x="28451" y="0"/>
                  </a:moveTo>
                  <a:cubicBezTo>
                    <a:pt x="12708" y="0"/>
                    <a:pt x="0" y="12700"/>
                    <a:pt x="0" y="28433"/>
                  </a:cubicBezTo>
                  <a:cubicBezTo>
                    <a:pt x="0" y="44166"/>
                    <a:pt x="12708" y="56866"/>
                    <a:pt x="28451" y="56866"/>
                  </a:cubicBezTo>
                  <a:cubicBezTo>
                    <a:pt x="44194" y="56866"/>
                    <a:pt x="56903" y="44166"/>
                    <a:pt x="56903" y="28433"/>
                  </a:cubicBezTo>
                  <a:cubicBezTo>
                    <a:pt x="57187" y="12984"/>
                    <a:pt x="44858" y="284"/>
                    <a:pt x="29400" y="0"/>
                  </a:cubicBezTo>
                  <a:cubicBezTo>
                    <a:pt x="29115" y="0"/>
                    <a:pt x="28736" y="0"/>
                    <a:pt x="28451" y="0"/>
                  </a:cubicBezTo>
                  <a:close/>
                </a:path>
              </a:pathLst>
            </a:custGeom>
            <a:solidFill>
              <a:srgbClr val="26890D"/>
            </a:solidFill>
            <a:ln w="9463" cap="flat">
              <a:noFill/>
              <a:prstDash val="solid"/>
              <a:miter/>
            </a:ln>
          </p:spPr>
          <p:txBody>
            <a:bodyPr rtlCol="0" anchor="ctr"/>
            <a:lstStyle/>
            <a:p>
              <a:endParaRPr lang="en-US"/>
            </a:p>
          </p:txBody>
        </p:sp>
        <p:sp>
          <p:nvSpPr>
            <p:cNvPr id="16" name="Graphic 4">
              <a:extLst>
                <a:ext uri="{FF2B5EF4-FFF2-40B4-BE49-F238E27FC236}">
                  <a16:creationId xmlns:a16="http://schemas.microsoft.com/office/drawing/2014/main" id="{7F494218-9A8E-7E44-871F-FD2C305B82C0}"/>
                </a:ext>
              </a:extLst>
            </p:cNvPr>
            <p:cNvSpPr/>
            <p:nvPr/>
          </p:nvSpPr>
          <p:spPr>
            <a:xfrm>
              <a:off x="5728755" y="5192168"/>
              <a:ext cx="45332" cy="45302"/>
            </a:xfrm>
            <a:custGeom>
              <a:avLst/>
              <a:gdLst>
                <a:gd name="connsiteX0" fmla="*/ 22666 w 45332"/>
                <a:gd name="connsiteY0" fmla="*/ 0 h 45302"/>
                <a:gd name="connsiteX1" fmla="*/ 0 w 45332"/>
                <a:gd name="connsiteY1" fmla="*/ 22651 h 45302"/>
                <a:gd name="connsiteX2" fmla="*/ 22666 w 45332"/>
                <a:gd name="connsiteY2" fmla="*/ 45303 h 45302"/>
                <a:gd name="connsiteX3" fmla="*/ 45332 w 45332"/>
                <a:gd name="connsiteY3" fmla="*/ 22651 h 45302"/>
                <a:gd name="connsiteX4" fmla="*/ 45332 w 45332"/>
                <a:gd name="connsiteY4" fmla="*/ 22557 h 45302"/>
                <a:gd name="connsiteX5" fmla="*/ 22666 w 45332"/>
                <a:gd name="connsiteY5" fmla="*/ 0 h 4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332" h="45302">
                  <a:moveTo>
                    <a:pt x="22666" y="0"/>
                  </a:moveTo>
                  <a:cubicBezTo>
                    <a:pt x="10148" y="0"/>
                    <a:pt x="0" y="10141"/>
                    <a:pt x="0" y="22651"/>
                  </a:cubicBezTo>
                  <a:cubicBezTo>
                    <a:pt x="0" y="35162"/>
                    <a:pt x="10148" y="45303"/>
                    <a:pt x="22666" y="45303"/>
                  </a:cubicBezTo>
                  <a:cubicBezTo>
                    <a:pt x="35185" y="45303"/>
                    <a:pt x="45332" y="35162"/>
                    <a:pt x="45332" y="22651"/>
                  </a:cubicBezTo>
                  <a:cubicBezTo>
                    <a:pt x="45332" y="22651"/>
                    <a:pt x="45332" y="22557"/>
                    <a:pt x="45332" y="22557"/>
                  </a:cubicBezTo>
                  <a:cubicBezTo>
                    <a:pt x="45238" y="10046"/>
                    <a:pt x="35185" y="0"/>
                    <a:pt x="22666" y="0"/>
                  </a:cubicBezTo>
                  <a:close/>
                </a:path>
              </a:pathLst>
            </a:custGeom>
            <a:solidFill>
              <a:srgbClr val="26890D"/>
            </a:solidFill>
            <a:ln w="9463" cap="flat">
              <a:noFill/>
              <a:prstDash val="solid"/>
              <a:miter/>
            </a:ln>
          </p:spPr>
          <p:txBody>
            <a:bodyPr rtlCol="0" anchor="ctr"/>
            <a:lstStyle/>
            <a:p>
              <a:endParaRPr lang="en-US"/>
            </a:p>
          </p:txBody>
        </p:sp>
        <p:sp>
          <p:nvSpPr>
            <p:cNvPr id="17" name="Graphic 4">
              <a:extLst>
                <a:ext uri="{FF2B5EF4-FFF2-40B4-BE49-F238E27FC236}">
                  <a16:creationId xmlns:a16="http://schemas.microsoft.com/office/drawing/2014/main" id="{7F494218-9A8E-7E44-871F-FD2C305B82C0}"/>
                </a:ext>
              </a:extLst>
            </p:cNvPr>
            <p:cNvSpPr>
              <a:spLocks noChangeAspect="1"/>
            </p:cNvSpPr>
            <p:nvPr/>
          </p:nvSpPr>
          <p:spPr>
            <a:xfrm>
              <a:off x="5367613" y="4993139"/>
              <a:ext cx="537729" cy="537380"/>
            </a:xfrm>
            <a:custGeom>
              <a:avLst/>
              <a:gdLst>
                <a:gd name="connsiteX0" fmla="*/ 268865 w 537729"/>
                <a:gd name="connsiteY0" fmla="*/ 0 h 537380"/>
                <a:gd name="connsiteX1" fmla="*/ 0 w 537729"/>
                <a:gd name="connsiteY1" fmla="*/ 268690 h 537380"/>
                <a:gd name="connsiteX2" fmla="*/ 268865 w 537729"/>
                <a:gd name="connsiteY2" fmla="*/ 537381 h 537380"/>
                <a:gd name="connsiteX3" fmla="*/ 537730 w 537729"/>
                <a:gd name="connsiteY3" fmla="*/ 268690 h 537380"/>
                <a:gd name="connsiteX4" fmla="*/ 537730 w 537729"/>
                <a:gd name="connsiteY4" fmla="*/ 268690 h 537380"/>
                <a:gd name="connsiteX5" fmla="*/ 269054 w 537729"/>
                <a:gd name="connsiteY5" fmla="*/ 0 h 537380"/>
                <a:gd name="connsiteX6" fmla="*/ 268865 w 537729"/>
                <a:gd name="connsiteY6" fmla="*/ 0 h 537380"/>
                <a:gd name="connsiteX7" fmla="*/ 383808 w 537729"/>
                <a:gd name="connsiteY7" fmla="*/ 263193 h 537380"/>
                <a:gd name="connsiteX8" fmla="*/ 373376 w 537729"/>
                <a:gd name="connsiteY8" fmla="*/ 261677 h 537380"/>
                <a:gd name="connsiteX9" fmla="*/ 312775 w 537729"/>
                <a:gd name="connsiteY9" fmla="*/ 339867 h 537380"/>
                <a:gd name="connsiteX10" fmla="*/ 297411 w 537729"/>
                <a:gd name="connsiteY10" fmla="*/ 403746 h 537380"/>
                <a:gd name="connsiteX11" fmla="*/ 289634 w 537729"/>
                <a:gd name="connsiteY11" fmla="*/ 407537 h 537380"/>
                <a:gd name="connsiteX12" fmla="*/ 339424 w 537729"/>
                <a:gd name="connsiteY12" fmla="*/ 407537 h 537380"/>
                <a:gd name="connsiteX13" fmla="*/ 348908 w 537729"/>
                <a:gd name="connsiteY13" fmla="*/ 417015 h 537380"/>
                <a:gd name="connsiteX14" fmla="*/ 339424 w 537729"/>
                <a:gd name="connsiteY14" fmla="*/ 426493 h 537380"/>
                <a:gd name="connsiteX15" fmla="*/ 205703 w 537729"/>
                <a:gd name="connsiteY15" fmla="*/ 426493 h 537380"/>
                <a:gd name="connsiteX16" fmla="*/ 196219 w 537729"/>
                <a:gd name="connsiteY16" fmla="*/ 417015 h 537380"/>
                <a:gd name="connsiteX17" fmla="*/ 205703 w 537729"/>
                <a:gd name="connsiteY17" fmla="*/ 407537 h 537380"/>
                <a:gd name="connsiteX18" fmla="*/ 254734 w 537729"/>
                <a:gd name="connsiteY18" fmla="*/ 407537 h 537380"/>
                <a:gd name="connsiteX19" fmla="*/ 228748 w 537729"/>
                <a:gd name="connsiteY19" fmla="*/ 346596 h 537380"/>
                <a:gd name="connsiteX20" fmla="*/ 289729 w 537729"/>
                <a:gd name="connsiteY20" fmla="*/ 320628 h 537380"/>
                <a:gd name="connsiteX21" fmla="*/ 299497 w 537729"/>
                <a:gd name="connsiteY21" fmla="*/ 325935 h 537380"/>
                <a:gd name="connsiteX22" fmla="*/ 356400 w 537729"/>
                <a:gd name="connsiteY22" fmla="*/ 253337 h 537380"/>
                <a:gd name="connsiteX23" fmla="*/ 342269 w 537729"/>
                <a:gd name="connsiteY23" fmla="*/ 222345 h 537380"/>
                <a:gd name="connsiteX24" fmla="*/ 351753 w 537729"/>
                <a:gd name="connsiteY24" fmla="*/ 196281 h 537380"/>
                <a:gd name="connsiteX25" fmla="*/ 302817 w 537729"/>
                <a:gd name="connsiteY25" fmla="*/ 167849 h 537380"/>
                <a:gd name="connsiteX26" fmla="*/ 253501 w 537729"/>
                <a:gd name="connsiteY26" fmla="*/ 180169 h 537380"/>
                <a:gd name="connsiteX27" fmla="*/ 247811 w 537729"/>
                <a:gd name="connsiteY27" fmla="*/ 175904 h 537380"/>
                <a:gd name="connsiteX28" fmla="*/ 204375 w 537729"/>
                <a:gd name="connsiteY28" fmla="*/ 213341 h 537380"/>
                <a:gd name="connsiteX29" fmla="*/ 206082 w 537729"/>
                <a:gd name="connsiteY29" fmla="*/ 222819 h 537380"/>
                <a:gd name="connsiteX30" fmla="*/ 177631 w 537729"/>
                <a:gd name="connsiteY30" fmla="*/ 251252 h 537380"/>
                <a:gd name="connsiteX31" fmla="*/ 170708 w 537729"/>
                <a:gd name="connsiteY31" fmla="*/ 250209 h 537380"/>
                <a:gd name="connsiteX32" fmla="*/ 181235 w 537729"/>
                <a:gd name="connsiteY32" fmla="*/ 256180 h 537380"/>
                <a:gd name="connsiteX33" fmla="*/ 185692 w 537729"/>
                <a:gd name="connsiteY33" fmla="*/ 261961 h 537380"/>
                <a:gd name="connsiteX34" fmla="*/ 184839 w 537729"/>
                <a:gd name="connsiteY34" fmla="*/ 269164 h 537380"/>
                <a:gd name="connsiteX35" fmla="*/ 169190 w 537729"/>
                <a:gd name="connsiteY35" fmla="*/ 296649 h 537380"/>
                <a:gd name="connsiteX36" fmla="*/ 160940 w 537729"/>
                <a:gd name="connsiteY36" fmla="*/ 301483 h 537380"/>
                <a:gd name="connsiteX37" fmla="*/ 151456 w 537729"/>
                <a:gd name="connsiteY37" fmla="*/ 292005 h 537380"/>
                <a:gd name="connsiteX38" fmla="*/ 152689 w 537729"/>
                <a:gd name="connsiteY38" fmla="*/ 287361 h 537380"/>
                <a:gd name="connsiteX39" fmla="*/ 163595 w 537729"/>
                <a:gd name="connsiteY39" fmla="*/ 268406 h 537380"/>
                <a:gd name="connsiteX40" fmla="*/ 140739 w 537729"/>
                <a:gd name="connsiteY40" fmla="*/ 255516 h 537380"/>
                <a:gd name="connsiteX41" fmla="*/ 129833 w 537729"/>
                <a:gd name="connsiteY41" fmla="*/ 274472 h 537380"/>
                <a:gd name="connsiteX42" fmla="*/ 116840 w 537729"/>
                <a:gd name="connsiteY42" fmla="*/ 277978 h 537380"/>
                <a:gd name="connsiteX43" fmla="*/ 113331 w 537729"/>
                <a:gd name="connsiteY43" fmla="*/ 264994 h 537380"/>
                <a:gd name="connsiteX44" fmla="*/ 129169 w 537729"/>
                <a:gd name="connsiteY44" fmla="*/ 236940 h 537380"/>
                <a:gd name="connsiteX45" fmla="*/ 141972 w 537729"/>
                <a:gd name="connsiteY45" fmla="*/ 232865 h 537380"/>
                <a:gd name="connsiteX46" fmla="*/ 142067 w 537729"/>
                <a:gd name="connsiteY46" fmla="*/ 232960 h 537380"/>
                <a:gd name="connsiteX47" fmla="*/ 157810 w 537729"/>
                <a:gd name="connsiteY47" fmla="*/ 241774 h 537380"/>
                <a:gd name="connsiteX48" fmla="*/ 149559 w 537729"/>
                <a:gd name="connsiteY48" fmla="*/ 221966 h 537380"/>
                <a:gd name="connsiteX49" fmla="*/ 178010 w 537729"/>
                <a:gd name="connsiteY49" fmla="*/ 193533 h 537380"/>
                <a:gd name="connsiteX50" fmla="*/ 178010 w 537729"/>
                <a:gd name="connsiteY50" fmla="*/ 193533 h 537380"/>
                <a:gd name="connsiteX51" fmla="*/ 192426 w 537729"/>
                <a:gd name="connsiteY51" fmla="*/ 197608 h 537380"/>
                <a:gd name="connsiteX52" fmla="*/ 237663 w 537729"/>
                <a:gd name="connsiteY52" fmla="*/ 158655 h 537380"/>
                <a:gd name="connsiteX53" fmla="*/ 235861 w 537729"/>
                <a:gd name="connsiteY53" fmla="*/ 148040 h 537380"/>
                <a:gd name="connsiteX54" fmla="*/ 272089 w 537729"/>
                <a:gd name="connsiteY54" fmla="*/ 111836 h 537380"/>
                <a:gd name="connsiteX55" fmla="*/ 308317 w 537729"/>
                <a:gd name="connsiteY55" fmla="*/ 148040 h 537380"/>
                <a:gd name="connsiteX56" fmla="*/ 368255 w 537729"/>
                <a:gd name="connsiteY56" fmla="*/ 183392 h 537380"/>
                <a:gd name="connsiteX57" fmla="*/ 422217 w 537729"/>
                <a:gd name="connsiteY57" fmla="*/ 206612 h 537380"/>
                <a:gd name="connsiteX58" fmla="*/ 425157 w 537729"/>
                <a:gd name="connsiteY58" fmla="*/ 221776 h 537380"/>
                <a:gd name="connsiteX59" fmla="*/ 383808 w 537729"/>
                <a:gd name="connsiteY59" fmla="*/ 263572 h 537380"/>
                <a:gd name="connsiteX60" fmla="*/ 383808 w 537729"/>
                <a:gd name="connsiteY60" fmla="*/ 263193 h 5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37729" h="537380">
                  <a:moveTo>
                    <a:pt x="268865" y="0"/>
                  </a:moveTo>
                  <a:cubicBezTo>
                    <a:pt x="120349" y="0"/>
                    <a:pt x="0" y="120271"/>
                    <a:pt x="0" y="268690"/>
                  </a:cubicBezTo>
                  <a:cubicBezTo>
                    <a:pt x="0" y="417110"/>
                    <a:pt x="120349" y="537381"/>
                    <a:pt x="268865" y="537381"/>
                  </a:cubicBezTo>
                  <a:cubicBezTo>
                    <a:pt x="417381" y="537381"/>
                    <a:pt x="537730" y="417110"/>
                    <a:pt x="537730" y="268690"/>
                  </a:cubicBezTo>
                  <a:cubicBezTo>
                    <a:pt x="537730" y="268690"/>
                    <a:pt x="537730" y="268690"/>
                    <a:pt x="537730" y="268690"/>
                  </a:cubicBezTo>
                  <a:cubicBezTo>
                    <a:pt x="537824" y="120366"/>
                    <a:pt x="417475" y="95"/>
                    <a:pt x="269054" y="0"/>
                  </a:cubicBezTo>
                  <a:cubicBezTo>
                    <a:pt x="268960" y="0"/>
                    <a:pt x="268960" y="0"/>
                    <a:pt x="268865" y="0"/>
                  </a:cubicBezTo>
                  <a:close/>
                  <a:moveTo>
                    <a:pt x="383808" y="263193"/>
                  </a:moveTo>
                  <a:cubicBezTo>
                    <a:pt x="380299" y="263099"/>
                    <a:pt x="376790" y="262625"/>
                    <a:pt x="373376" y="261677"/>
                  </a:cubicBezTo>
                  <a:lnTo>
                    <a:pt x="312775" y="339867"/>
                  </a:lnTo>
                  <a:cubicBezTo>
                    <a:pt x="326147" y="361760"/>
                    <a:pt x="319318" y="390288"/>
                    <a:pt x="297411" y="403746"/>
                  </a:cubicBezTo>
                  <a:cubicBezTo>
                    <a:pt x="294945" y="405263"/>
                    <a:pt x="292385" y="406495"/>
                    <a:pt x="289634" y="407537"/>
                  </a:cubicBezTo>
                  <a:lnTo>
                    <a:pt x="339424" y="407537"/>
                  </a:lnTo>
                  <a:cubicBezTo>
                    <a:pt x="344640" y="407537"/>
                    <a:pt x="348908" y="411802"/>
                    <a:pt x="348908" y="417015"/>
                  </a:cubicBezTo>
                  <a:cubicBezTo>
                    <a:pt x="348908" y="422228"/>
                    <a:pt x="344640" y="426493"/>
                    <a:pt x="339424" y="426493"/>
                  </a:cubicBezTo>
                  <a:lnTo>
                    <a:pt x="205703" y="426493"/>
                  </a:lnTo>
                  <a:cubicBezTo>
                    <a:pt x="200487" y="426493"/>
                    <a:pt x="196219" y="422228"/>
                    <a:pt x="196219" y="417015"/>
                  </a:cubicBezTo>
                  <a:cubicBezTo>
                    <a:pt x="196219" y="411802"/>
                    <a:pt x="200487" y="407537"/>
                    <a:pt x="205703" y="407537"/>
                  </a:cubicBezTo>
                  <a:lnTo>
                    <a:pt x="254734" y="407537"/>
                  </a:lnTo>
                  <a:cubicBezTo>
                    <a:pt x="230740" y="397870"/>
                    <a:pt x="219075" y="370575"/>
                    <a:pt x="228748" y="346596"/>
                  </a:cubicBezTo>
                  <a:cubicBezTo>
                    <a:pt x="238422" y="322618"/>
                    <a:pt x="265735" y="310960"/>
                    <a:pt x="289729" y="320628"/>
                  </a:cubicBezTo>
                  <a:cubicBezTo>
                    <a:pt x="293143" y="322049"/>
                    <a:pt x="296463" y="323850"/>
                    <a:pt x="299497" y="325935"/>
                  </a:cubicBezTo>
                  <a:lnTo>
                    <a:pt x="356400" y="253337"/>
                  </a:lnTo>
                  <a:cubicBezTo>
                    <a:pt x="347390" y="245565"/>
                    <a:pt x="342269" y="234192"/>
                    <a:pt x="342269" y="222345"/>
                  </a:cubicBezTo>
                  <a:cubicBezTo>
                    <a:pt x="342364" y="212867"/>
                    <a:pt x="345683" y="203579"/>
                    <a:pt x="351753" y="196281"/>
                  </a:cubicBezTo>
                  <a:lnTo>
                    <a:pt x="302817" y="167849"/>
                  </a:lnTo>
                  <a:cubicBezTo>
                    <a:pt x="292574" y="184813"/>
                    <a:pt x="270477" y="190310"/>
                    <a:pt x="253501" y="180169"/>
                  </a:cubicBezTo>
                  <a:cubicBezTo>
                    <a:pt x="251510" y="178937"/>
                    <a:pt x="249613" y="177516"/>
                    <a:pt x="247811" y="175904"/>
                  </a:cubicBezTo>
                  <a:lnTo>
                    <a:pt x="204375" y="213341"/>
                  </a:lnTo>
                  <a:cubicBezTo>
                    <a:pt x="205513" y="216374"/>
                    <a:pt x="206082" y="219596"/>
                    <a:pt x="206082" y="222819"/>
                  </a:cubicBezTo>
                  <a:cubicBezTo>
                    <a:pt x="206082" y="238552"/>
                    <a:pt x="193374" y="251252"/>
                    <a:pt x="177631" y="251252"/>
                  </a:cubicBezTo>
                  <a:cubicBezTo>
                    <a:pt x="175260" y="251252"/>
                    <a:pt x="172984" y="250872"/>
                    <a:pt x="170708" y="250209"/>
                  </a:cubicBezTo>
                  <a:lnTo>
                    <a:pt x="181235" y="256180"/>
                  </a:lnTo>
                  <a:cubicBezTo>
                    <a:pt x="183416" y="257412"/>
                    <a:pt x="185028" y="259497"/>
                    <a:pt x="185692" y="261961"/>
                  </a:cubicBezTo>
                  <a:cubicBezTo>
                    <a:pt x="186356" y="264425"/>
                    <a:pt x="186072" y="266984"/>
                    <a:pt x="184839" y="269164"/>
                  </a:cubicBezTo>
                  <a:lnTo>
                    <a:pt x="169190" y="296649"/>
                  </a:lnTo>
                  <a:cubicBezTo>
                    <a:pt x="167483" y="299587"/>
                    <a:pt x="164354" y="301483"/>
                    <a:pt x="160940" y="301483"/>
                  </a:cubicBezTo>
                  <a:cubicBezTo>
                    <a:pt x="155724" y="301483"/>
                    <a:pt x="151456" y="297218"/>
                    <a:pt x="151456" y="292005"/>
                  </a:cubicBezTo>
                  <a:cubicBezTo>
                    <a:pt x="151456" y="290394"/>
                    <a:pt x="151835" y="288783"/>
                    <a:pt x="152689" y="287361"/>
                  </a:cubicBezTo>
                  <a:lnTo>
                    <a:pt x="163595" y="268406"/>
                  </a:lnTo>
                  <a:lnTo>
                    <a:pt x="140739" y="255516"/>
                  </a:lnTo>
                  <a:lnTo>
                    <a:pt x="129833" y="274472"/>
                  </a:lnTo>
                  <a:cubicBezTo>
                    <a:pt x="127177" y="279021"/>
                    <a:pt x="121392" y="280632"/>
                    <a:pt x="116840" y="277978"/>
                  </a:cubicBezTo>
                  <a:cubicBezTo>
                    <a:pt x="112288" y="275325"/>
                    <a:pt x="110676" y="269543"/>
                    <a:pt x="113331" y="264994"/>
                  </a:cubicBezTo>
                  <a:lnTo>
                    <a:pt x="129169" y="236940"/>
                  </a:lnTo>
                  <a:cubicBezTo>
                    <a:pt x="131540" y="232296"/>
                    <a:pt x="137325" y="230496"/>
                    <a:pt x="141972" y="232865"/>
                  </a:cubicBezTo>
                  <a:cubicBezTo>
                    <a:pt x="141972" y="232865"/>
                    <a:pt x="142067" y="232865"/>
                    <a:pt x="142067" y="232960"/>
                  </a:cubicBezTo>
                  <a:lnTo>
                    <a:pt x="157810" y="241774"/>
                  </a:lnTo>
                  <a:cubicBezTo>
                    <a:pt x="152499" y="236561"/>
                    <a:pt x="149559" y="229453"/>
                    <a:pt x="149559" y="221966"/>
                  </a:cubicBezTo>
                  <a:cubicBezTo>
                    <a:pt x="149559" y="206233"/>
                    <a:pt x="162267" y="193533"/>
                    <a:pt x="178010" y="193533"/>
                  </a:cubicBezTo>
                  <a:lnTo>
                    <a:pt x="178010" y="193533"/>
                  </a:lnTo>
                  <a:cubicBezTo>
                    <a:pt x="183132" y="193533"/>
                    <a:pt x="188063" y="194954"/>
                    <a:pt x="192426" y="197608"/>
                  </a:cubicBezTo>
                  <a:lnTo>
                    <a:pt x="237663" y="158655"/>
                  </a:lnTo>
                  <a:cubicBezTo>
                    <a:pt x="236525" y="155243"/>
                    <a:pt x="235861" y="151642"/>
                    <a:pt x="235861" y="148040"/>
                  </a:cubicBezTo>
                  <a:cubicBezTo>
                    <a:pt x="235861" y="128043"/>
                    <a:pt x="252079" y="111836"/>
                    <a:pt x="272089" y="111836"/>
                  </a:cubicBezTo>
                  <a:cubicBezTo>
                    <a:pt x="292100" y="111836"/>
                    <a:pt x="308317" y="128043"/>
                    <a:pt x="308317" y="148040"/>
                  </a:cubicBezTo>
                  <a:lnTo>
                    <a:pt x="368255" y="183392"/>
                  </a:lnTo>
                  <a:cubicBezTo>
                    <a:pt x="389593" y="174957"/>
                    <a:pt x="413682" y="185287"/>
                    <a:pt x="422217" y="206612"/>
                  </a:cubicBezTo>
                  <a:cubicBezTo>
                    <a:pt x="424114" y="211446"/>
                    <a:pt x="425157" y="216563"/>
                    <a:pt x="425157" y="221776"/>
                  </a:cubicBezTo>
                  <a:cubicBezTo>
                    <a:pt x="425252" y="244712"/>
                    <a:pt x="406759" y="263383"/>
                    <a:pt x="383808" y="263572"/>
                  </a:cubicBezTo>
                  <a:lnTo>
                    <a:pt x="383808" y="263193"/>
                  </a:lnTo>
                  <a:close/>
                </a:path>
              </a:pathLst>
            </a:custGeom>
            <a:solidFill>
              <a:srgbClr val="26890D"/>
            </a:solidFill>
            <a:ln w="9463" cap="flat">
              <a:noFill/>
              <a:prstDash val="solid"/>
              <a:miter/>
            </a:ln>
          </p:spPr>
          <p:txBody>
            <a:bodyPr rtlCol="0" anchor="ctr"/>
            <a:lstStyle/>
            <a:p>
              <a:endParaRPr lang="en-US"/>
            </a:p>
          </p:txBody>
        </p:sp>
      </p:grpSp>
      <p:grpSp>
        <p:nvGrpSpPr>
          <p:cNvPr id="18" name="Graphic 4">
            <a:extLst>
              <a:ext uri="{FF2B5EF4-FFF2-40B4-BE49-F238E27FC236}">
                <a16:creationId xmlns:a16="http://schemas.microsoft.com/office/drawing/2014/main" id="{6A0F5742-B336-EE4D-A959-950B4EDB7139}"/>
              </a:ext>
            </a:extLst>
          </p:cNvPr>
          <p:cNvGrpSpPr>
            <a:grpSpLocks noChangeAspect="1"/>
          </p:cNvGrpSpPr>
          <p:nvPr/>
        </p:nvGrpSpPr>
        <p:grpSpPr>
          <a:xfrm>
            <a:off x="3607758" y="918179"/>
            <a:ext cx="367200" cy="366962"/>
            <a:chOff x="4688196" y="5001289"/>
            <a:chExt cx="537729" cy="537380"/>
          </a:xfrm>
          <a:solidFill>
            <a:srgbClr val="26890D"/>
          </a:solidFill>
        </p:grpSpPr>
        <p:sp>
          <p:nvSpPr>
            <p:cNvPr id="19" name="Freeform 18">
              <a:extLst>
                <a:ext uri="{FF2B5EF4-FFF2-40B4-BE49-F238E27FC236}">
                  <a16:creationId xmlns:a16="http://schemas.microsoft.com/office/drawing/2014/main" id="{6DD33989-F24F-7B4D-A39A-E8CD9B7DE213}"/>
                </a:ext>
              </a:extLst>
            </p:cNvPr>
            <p:cNvSpPr/>
            <p:nvPr/>
          </p:nvSpPr>
          <p:spPr>
            <a:xfrm>
              <a:off x="4688196" y="5001289"/>
              <a:ext cx="537729" cy="537380"/>
            </a:xfrm>
            <a:custGeom>
              <a:avLst/>
              <a:gdLst>
                <a:gd name="connsiteX0" fmla="*/ 268865 w 537729"/>
                <a:gd name="connsiteY0" fmla="*/ 0 h 537380"/>
                <a:gd name="connsiteX1" fmla="*/ 0 w 537729"/>
                <a:gd name="connsiteY1" fmla="*/ 268690 h 537380"/>
                <a:gd name="connsiteX2" fmla="*/ 268865 w 537729"/>
                <a:gd name="connsiteY2" fmla="*/ 537381 h 537380"/>
                <a:gd name="connsiteX3" fmla="*/ 537730 w 537729"/>
                <a:gd name="connsiteY3" fmla="*/ 268690 h 537380"/>
                <a:gd name="connsiteX4" fmla="*/ 268865 w 537729"/>
                <a:gd name="connsiteY4" fmla="*/ 0 h 537380"/>
                <a:gd name="connsiteX5" fmla="*/ 268865 w 537729"/>
                <a:gd name="connsiteY5" fmla="*/ 518331 h 537380"/>
                <a:gd name="connsiteX6" fmla="*/ 18968 w 537729"/>
                <a:gd name="connsiteY6" fmla="*/ 268596 h 537380"/>
                <a:gd name="connsiteX7" fmla="*/ 268865 w 537729"/>
                <a:gd name="connsiteY7" fmla="*/ 18955 h 537380"/>
                <a:gd name="connsiteX8" fmla="*/ 518762 w 537729"/>
                <a:gd name="connsiteY8" fmla="*/ 268690 h 537380"/>
                <a:gd name="connsiteX9" fmla="*/ 268865 w 537729"/>
                <a:gd name="connsiteY9" fmla="*/ 518331 h 5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7729" h="537380">
                  <a:moveTo>
                    <a:pt x="268865" y="0"/>
                  </a:moveTo>
                  <a:cubicBezTo>
                    <a:pt x="120349" y="0"/>
                    <a:pt x="0" y="120271"/>
                    <a:pt x="0" y="268690"/>
                  </a:cubicBezTo>
                  <a:cubicBezTo>
                    <a:pt x="0" y="417110"/>
                    <a:pt x="120349" y="537381"/>
                    <a:pt x="268865" y="537381"/>
                  </a:cubicBezTo>
                  <a:cubicBezTo>
                    <a:pt x="417381" y="537381"/>
                    <a:pt x="537730" y="417110"/>
                    <a:pt x="537730" y="268690"/>
                  </a:cubicBezTo>
                  <a:cubicBezTo>
                    <a:pt x="537730" y="120271"/>
                    <a:pt x="417381" y="0"/>
                    <a:pt x="268865" y="0"/>
                  </a:cubicBezTo>
                  <a:close/>
                  <a:moveTo>
                    <a:pt x="268865" y="518331"/>
                  </a:moveTo>
                  <a:cubicBezTo>
                    <a:pt x="131066" y="518331"/>
                    <a:pt x="18968" y="406305"/>
                    <a:pt x="18968" y="268596"/>
                  </a:cubicBezTo>
                  <a:cubicBezTo>
                    <a:pt x="18968" y="130886"/>
                    <a:pt x="131066" y="18955"/>
                    <a:pt x="268865" y="18955"/>
                  </a:cubicBezTo>
                  <a:cubicBezTo>
                    <a:pt x="406664" y="18955"/>
                    <a:pt x="518762" y="130981"/>
                    <a:pt x="518762" y="268690"/>
                  </a:cubicBezTo>
                  <a:cubicBezTo>
                    <a:pt x="518762" y="406400"/>
                    <a:pt x="406664" y="518331"/>
                    <a:pt x="268865" y="518331"/>
                  </a:cubicBezTo>
                  <a:close/>
                </a:path>
              </a:pathLst>
            </a:custGeom>
            <a:solidFill>
              <a:srgbClr val="26890D"/>
            </a:solidFill>
            <a:ln w="9463" cap="flat">
              <a:noFill/>
              <a:prstDash val="solid"/>
              <a:miter/>
            </a:ln>
          </p:spPr>
          <p:txBody>
            <a:bodyPr rtlCol="0" anchor="ctr"/>
            <a:lstStyle/>
            <a:p>
              <a:endParaRPr lang="en-US"/>
            </a:p>
          </p:txBody>
        </p:sp>
        <p:sp>
          <p:nvSpPr>
            <p:cNvPr id="20" name="Freeform 19">
              <a:extLst>
                <a:ext uri="{FF2B5EF4-FFF2-40B4-BE49-F238E27FC236}">
                  <a16:creationId xmlns:a16="http://schemas.microsoft.com/office/drawing/2014/main" id="{FFF5DE1F-F580-BF42-87F6-444AC75A08CF}"/>
                </a:ext>
              </a:extLst>
            </p:cNvPr>
            <p:cNvSpPr/>
            <p:nvPr/>
          </p:nvSpPr>
          <p:spPr>
            <a:xfrm>
              <a:off x="4800595" y="5113030"/>
              <a:ext cx="313232" cy="313803"/>
            </a:xfrm>
            <a:custGeom>
              <a:avLst/>
              <a:gdLst>
                <a:gd name="connsiteX0" fmla="*/ 271409 w 313232"/>
                <a:gd name="connsiteY0" fmla="*/ 68334 h 313803"/>
                <a:gd name="connsiteX1" fmla="*/ 255666 w 313232"/>
                <a:gd name="connsiteY1" fmla="*/ 71461 h 313803"/>
                <a:gd name="connsiteX2" fmla="*/ 195729 w 313232"/>
                <a:gd name="connsiteY2" fmla="*/ 36110 h 313803"/>
                <a:gd name="connsiteX3" fmla="*/ 159501 w 313232"/>
                <a:gd name="connsiteY3" fmla="*/ 0 h 313803"/>
                <a:gd name="connsiteX4" fmla="*/ 123273 w 313232"/>
                <a:gd name="connsiteY4" fmla="*/ 36204 h 313803"/>
                <a:gd name="connsiteX5" fmla="*/ 125075 w 313232"/>
                <a:gd name="connsiteY5" fmla="*/ 46819 h 313803"/>
                <a:gd name="connsiteX6" fmla="*/ 79932 w 313232"/>
                <a:gd name="connsiteY6" fmla="*/ 85772 h 313803"/>
                <a:gd name="connsiteX7" fmla="*/ 65517 w 313232"/>
                <a:gd name="connsiteY7" fmla="*/ 81697 h 313803"/>
                <a:gd name="connsiteX8" fmla="*/ 37255 w 313232"/>
                <a:gd name="connsiteY8" fmla="*/ 109846 h 313803"/>
                <a:gd name="connsiteX9" fmla="*/ 45411 w 313232"/>
                <a:gd name="connsiteY9" fmla="*/ 129654 h 313803"/>
                <a:gd name="connsiteX10" fmla="*/ 29668 w 313232"/>
                <a:gd name="connsiteY10" fmla="*/ 120745 h 313803"/>
                <a:gd name="connsiteX11" fmla="*/ 16770 w 313232"/>
                <a:gd name="connsiteY11" fmla="*/ 124346 h 313803"/>
                <a:gd name="connsiteX12" fmla="*/ 1217 w 313232"/>
                <a:gd name="connsiteY12" fmla="*/ 151831 h 313803"/>
                <a:gd name="connsiteX13" fmla="*/ 4821 w 313232"/>
                <a:gd name="connsiteY13" fmla="*/ 164721 h 313803"/>
                <a:gd name="connsiteX14" fmla="*/ 17718 w 313232"/>
                <a:gd name="connsiteY14" fmla="*/ 161119 h 313803"/>
                <a:gd name="connsiteX15" fmla="*/ 28625 w 313232"/>
                <a:gd name="connsiteY15" fmla="*/ 141880 h 313803"/>
                <a:gd name="connsiteX16" fmla="*/ 51481 w 313232"/>
                <a:gd name="connsiteY16" fmla="*/ 154769 h 313803"/>
                <a:gd name="connsiteX17" fmla="*/ 40574 w 313232"/>
                <a:gd name="connsiteY17" fmla="*/ 174104 h 313803"/>
                <a:gd name="connsiteX18" fmla="*/ 44178 w 313232"/>
                <a:gd name="connsiteY18" fmla="*/ 186993 h 313803"/>
                <a:gd name="connsiteX19" fmla="*/ 48825 w 313232"/>
                <a:gd name="connsiteY19" fmla="*/ 188225 h 313803"/>
                <a:gd name="connsiteX20" fmla="*/ 57076 w 313232"/>
                <a:gd name="connsiteY20" fmla="*/ 183392 h 313803"/>
                <a:gd name="connsiteX21" fmla="*/ 72629 w 313232"/>
                <a:gd name="connsiteY21" fmla="*/ 155812 h 313803"/>
                <a:gd name="connsiteX22" fmla="*/ 69026 w 313232"/>
                <a:gd name="connsiteY22" fmla="*/ 142922 h 313803"/>
                <a:gd name="connsiteX23" fmla="*/ 58499 w 313232"/>
                <a:gd name="connsiteY23" fmla="*/ 136951 h 313803"/>
                <a:gd name="connsiteX24" fmla="*/ 65422 w 313232"/>
                <a:gd name="connsiteY24" fmla="*/ 137899 h 313803"/>
                <a:gd name="connsiteX25" fmla="*/ 93683 w 313232"/>
                <a:gd name="connsiteY25" fmla="*/ 109656 h 313803"/>
                <a:gd name="connsiteX26" fmla="*/ 91976 w 313232"/>
                <a:gd name="connsiteY26" fmla="*/ 100273 h 313803"/>
                <a:gd name="connsiteX27" fmla="*/ 135412 w 313232"/>
                <a:gd name="connsiteY27" fmla="*/ 62837 h 313803"/>
                <a:gd name="connsiteX28" fmla="*/ 159596 w 313232"/>
                <a:gd name="connsiteY28" fmla="*/ 72314 h 313803"/>
                <a:gd name="connsiteX29" fmla="*/ 190418 w 313232"/>
                <a:gd name="connsiteY29" fmla="*/ 54875 h 313803"/>
                <a:gd name="connsiteX30" fmla="*/ 239354 w 313232"/>
                <a:gd name="connsiteY30" fmla="*/ 83687 h 313803"/>
                <a:gd name="connsiteX31" fmla="*/ 229870 w 313232"/>
                <a:gd name="connsiteY31" fmla="*/ 109751 h 313803"/>
                <a:gd name="connsiteX32" fmla="*/ 244096 w 313232"/>
                <a:gd name="connsiteY32" fmla="*/ 140743 h 313803"/>
                <a:gd name="connsiteX33" fmla="*/ 187193 w 313232"/>
                <a:gd name="connsiteY33" fmla="*/ 213341 h 313803"/>
                <a:gd name="connsiteX34" fmla="*/ 159880 w 313232"/>
                <a:gd name="connsiteY34" fmla="*/ 204432 h 313803"/>
                <a:gd name="connsiteX35" fmla="*/ 112936 w 313232"/>
                <a:gd name="connsiteY35" fmla="*/ 251346 h 313803"/>
                <a:gd name="connsiteX36" fmla="*/ 142430 w 313232"/>
                <a:gd name="connsiteY36" fmla="*/ 294849 h 313803"/>
                <a:gd name="connsiteX37" fmla="*/ 93399 w 313232"/>
                <a:gd name="connsiteY37" fmla="*/ 294849 h 313803"/>
                <a:gd name="connsiteX38" fmla="*/ 83915 w 313232"/>
                <a:gd name="connsiteY38" fmla="*/ 304326 h 313803"/>
                <a:gd name="connsiteX39" fmla="*/ 93399 w 313232"/>
                <a:gd name="connsiteY39" fmla="*/ 313804 h 313803"/>
                <a:gd name="connsiteX40" fmla="*/ 227215 w 313232"/>
                <a:gd name="connsiteY40" fmla="*/ 313804 h 313803"/>
                <a:gd name="connsiteX41" fmla="*/ 236699 w 313232"/>
                <a:gd name="connsiteY41" fmla="*/ 304326 h 313803"/>
                <a:gd name="connsiteX42" fmla="*/ 227215 w 313232"/>
                <a:gd name="connsiteY42" fmla="*/ 294849 h 313803"/>
                <a:gd name="connsiteX43" fmla="*/ 177330 w 313232"/>
                <a:gd name="connsiteY43" fmla="*/ 294849 h 313803"/>
                <a:gd name="connsiteX44" fmla="*/ 206825 w 313232"/>
                <a:gd name="connsiteY44" fmla="*/ 251346 h 313803"/>
                <a:gd name="connsiteX45" fmla="*/ 200186 w 313232"/>
                <a:gd name="connsiteY45" fmla="*/ 227652 h 313803"/>
                <a:gd name="connsiteX46" fmla="*/ 261167 w 313232"/>
                <a:gd name="connsiteY46" fmla="*/ 149841 h 313803"/>
                <a:gd name="connsiteX47" fmla="*/ 271599 w 313232"/>
                <a:gd name="connsiteY47" fmla="*/ 151357 h 313803"/>
                <a:gd name="connsiteX48" fmla="*/ 313233 w 313232"/>
                <a:gd name="connsiteY48" fmla="*/ 109751 h 313803"/>
                <a:gd name="connsiteX49" fmla="*/ 271409 w 313232"/>
                <a:gd name="connsiteY49" fmla="*/ 68334 h 313803"/>
                <a:gd name="connsiteX50" fmla="*/ 159785 w 313232"/>
                <a:gd name="connsiteY50" fmla="*/ 279400 h 313803"/>
                <a:gd name="connsiteX51" fmla="*/ 131808 w 313232"/>
                <a:gd name="connsiteY51" fmla="*/ 251441 h 313803"/>
                <a:gd name="connsiteX52" fmla="*/ 159785 w 313232"/>
                <a:gd name="connsiteY52" fmla="*/ 223482 h 313803"/>
                <a:gd name="connsiteX53" fmla="*/ 187762 w 313232"/>
                <a:gd name="connsiteY53" fmla="*/ 251441 h 313803"/>
                <a:gd name="connsiteX54" fmla="*/ 159785 w 313232"/>
                <a:gd name="connsiteY54" fmla="*/ 279400 h 313803"/>
                <a:gd name="connsiteX55" fmla="*/ 65422 w 313232"/>
                <a:gd name="connsiteY55" fmla="*/ 119134 h 313803"/>
                <a:gd name="connsiteX56" fmla="*/ 56128 w 313232"/>
                <a:gd name="connsiteY56" fmla="*/ 109846 h 313803"/>
                <a:gd name="connsiteX57" fmla="*/ 65422 w 313232"/>
                <a:gd name="connsiteY57" fmla="*/ 100652 h 313803"/>
                <a:gd name="connsiteX58" fmla="*/ 74716 w 313232"/>
                <a:gd name="connsiteY58" fmla="*/ 109846 h 313803"/>
                <a:gd name="connsiteX59" fmla="*/ 65422 w 313232"/>
                <a:gd name="connsiteY59" fmla="*/ 119134 h 313803"/>
                <a:gd name="connsiteX60" fmla="*/ 159501 w 313232"/>
                <a:gd name="connsiteY60" fmla="*/ 53454 h 313803"/>
                <a:gd name="connsiteX61" fmla="*/ 142240 w 313232"/>
                <a:gd name="connsiteY61" fmla="*/ 36204 h 313803"/>
                <a:gd name="connsiteX62" fmla="*/ 159501 w 313232"/>
                <a:gd name="connsiteY62" fmla="*/ 18955 h 313803"/>
                <a:gd name="connsiteX63" fmla="*/ 176761 w 313232"/>
                <a:gd name="connsiteY63" fmla="*/ 36204 h 313803"/>
                <a:gd name="connsiteX64" fmla="*/ 159501 w 313232"/>
                <a:gd name="connsiteY64" fmla="*/ 53454 h 313803"/>
                <a:gd name="connsiteX65" fmla="*/ 271409 w 313232"/>
                <a:gd name="connsiteY65" fmla="*/ 132497 h 313803"/>
                <a:gd name="connsiteX66" fmla="*/ 248743 w 313232"/>
                <a:gd name="connsiteY66" fmla="*/ 109846 h 313803"/>
                <a:gd name="connsiteX67" fmla="*/ 271409 w 313232"/>
                <a:gd name="connsiteY67" fmla="*/ 87194 h 313803"/>
                <a:gd name="connsiteX68" fmla="*/ 294075 w 313232"/>
                <a:gd name="connsiteY68" fmla="*/ 109846 h 313803"/>
                <a:gd name="connsiteX69" fmla="*/ 271409 w 313232"/>
                <a:gd name="connsiteY69" fmla="*/ 132497 h 313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313232" h="313803">
                  <a:moveTo>
                    <a:pt x="271409" y="68334"/>
                  </a:moveTo>
                  <a:cubicBezTo>
                    <a:pt x="265814" y="68334"/>
                    <a:pt x="260503" y="69471"/>
                    <a:pt x="255666" y="71461"/>
                  </a:cubicBezTo>
                  <a:lnTo>
                    <a:pt x="195729" y="36110"/>
                  </a:lnTo>
                  <a:cubicBezTo>
                    <a:pt x="195729" y="16207"/>
                    <a:pt x="179417" y="0"/>
                    <a:pt x="159501" y="0"/>
                  </a:cubicBezTo>
                  <a:cubicBezTo>
                    <a:pt x="139490" y="0"/>
                    <a:pt x="123273" y="16207"/>
                    <a:pt x="123273" y="36204"/>
                  </a:cubicBezTo>
                  <a:cubicBezTo>
                    <a:pt x="123273" y="39901"/>
                    <a:pt x="124032" y="43407"/>
                    <a:pt x="125075" y="46819"/>
                  </a:cubicBezTo>
                  <a:lnTo>
                    <a:pt x="79932" y="85772"/>
                  </a:lnTo>
                  <a:cubicBezTo>
                    <a:pt x="75664" y="83213"/>
                    <a:pt x="70733" y="81697"/>
                    <a:pt x="65517" y="81697"/>
                  </a:cubicBezTo>
                  <a:cubicBezTo>
                    <a:pt x="49963" y="81697"/>
                    <a:pt x="37255" y="94302"/>
                    <a:pt x="37255" y="109846"/>
                  </a:cubicBezTo>
                  <a:cubicBezTo>
                    <a:pt x="37255" y="117617"/>
                    <a:pt x="40385" y="124631"/>
                    <a:pt x="45411" y="129654"/>
                  </a:cubicBezTo>
                  <a:lnTo>
                    <a:pt x="29668" y="120745"/>
                  </a:lnTo>
                  <a:cubicBezTo>
                    <a:pt x="25116" y="118186"/>
                    <a:pt x="19331" y="119797"/>
                    <a:pt x="16770" y="124346"/>
                  </a:cubicBezTo>
                  <a:lnTo>
                    <a:pt x="1217" y="151831"/>
                  </a:lnTo>
                  <a:cubicBezTo>
                    <a:pt x="-1344" y="156381"/>
                    <a:pt x="268" y="162162"/>
                    <a:pt x="4821" y="164721"/>
                  </a:cubicBezTo>
                  <a:cubicBezTo>
                    <a:pt x="9373" y="167280"/>
                    <a:pt x="15158" y="165669"/>
                    <a:pt x="17718" y="161119"/>
                  </a:cubicBezTo>
                  <a:lnTo>
                    <a:pt x="28625" y="141880"/>
                  </a:lnTo>
                  <a:lnTo>
                    <a:pt x="51481" y="154769"/>
                  </a:lnTo>
                  <a:lnTo>
                    <a:pt x="40574" y="174104"/>
                  </a:lnTo>
                  <a:cubicBezTo>
                    <a:pt x="38014" y="178653"/>
                    <a:pt x="39626" y="184434"/>
                    <a:pt x="44178" y="186993"/>
                  </a:cubicBezTo>
                  <a:cubicBezTo>
                    <a:pt x="45696" y="187846"/>
                    <a:pt x="47213" y="188225"/>
                    <a:pt x="48825" y="188225"/>
                  </a:cubicBezTo>
                  <a:cubicBezTo>
                    <a:pt x="52145" y="188225"/>
                    <a:pt x="55369" y="186519"/>
                    <a:pt x="57076" y="183392"/>
                  </a:cubicBezTo>
                  <a:lnTo>
                    <a:pt x="72629" y="155812"/>
                  </a:lnTo>
                  <a:cubicBezTo>
                    <a:pt x="75190" y="151263"/>
                    <a:pt x="73578" y="145481"/>
                    <a:pt x="69026" y="142922"/>
                  </a:cubicBezTo>
                  <a:lnTo>
                    <a:pt x="58499" y="136951"/>
                  </a:lnTo>
                  <a:cubicBezTo>
                    <a:pt x="60775" y="137520"/>
                    <a:pt x="63051" y="137899"/>
                    <a:pt x="65422" y="137899"/>
                  </a:cubicBezTo>
                  <a:cubicBezTo>
                    <a:pt x="80975" y="137899"/>
                    <a:pt x="93683" y="125294"/>
                    <a:pt x="93683" y="109656"/>
                  </a:cubicBezTo>
                  <a:cubicBezTo>
                    <a:pt x="93683" y="106339"/>
                    <a:pt x="93020" y="103211"/>
                    <a:pt x="91976" y="100273"/>
                  </a:cubicBezTo>
                  <a:lnTo>
                    <a:pt x="135412" y="62837"/>
                  </a:lnTo>
                  <a:cubicBezTo>
                    <a:pt x="141861" y="68618"/>
                    <a:pt x="150302" y="72314"/>
                    <a:pt x="159596" y="72314"/>
                  </a:cubicBezTo>
                  <a:cubicBezTo>
                    <a:pt x="172683" y="72314"/>
                    <a:pt x="184064" y="65301"/>
                    <a:pt x="190418" y="54875"/>
                  </a:cubicBezTo>
                  <a:lnTo>
                    <a:pt x="239354" y="83687"/>
                  </a:lnTo>
                  <a:cubicBezTo>
                    <a:pt x="233569" y="90796"/>
                    <a:pt x="229870" y="99799"/>
                    <a:pt x="229870" y="109751"/>
                  </a:cubicBezTo>
                  <a:cubicBezTo>
                    <a:pt x="229870" y="122166"/>
                    <a:pt x="235466" y="133160"/>
                    <a:pt x="244096" y="140743"/>
                  </a:cubicBezTo>
                  <a:lnTo>
                    <a:pt x="187193" y="213341"/>
                  </a:lnTo>
                  <a:cubicBezTo>
                    <a:pt x="179512" y="207749"/>
                    <a:pt x="170028" y="204432"/>
                    <a:pt x="159880" y="204432"/>
                  </a:cubicBezTo>
                  <a:cubicBezTo>
                    <a:pt x="133989" y="204432"/>
                    <a:pt x="112936" y="225472"/>
                    <a:pt x="112936" y="251346"/>
                  </a:cubicBezTo>
                  <a:cubicBezTo>
                    <a:pt x="112936" y="271060"/>
                    <a:pt x="125170" y="287930"/>
                    <a:pt x="142430" y="294849"/>
                  </a:cubicBezTo>
                  <a:lnTo>
                    <a:pt x="93399" y="294849"/>
                  </a:lnTo>
                  <a:cubicBezTo>
                    <a:pt x="88183" y="294849"/>
                    <a:pt x="83915" y="299113"/>
                    <a:pt x="83915" y="304326"/>
                  </a:cubicBezTo>
                  <a:cubicBezTo>
                    <a:pt x="83915" y="309539"/>
                    <a:pt x="88183" y="313804"/>
                    <a:pt x="93399" y="313804"/>
                  </a:cubicBezTo>
                  <a:lnTo>
                    <a:pt x="227215" y="313804"/>
                  </a:lnTo>
                  <a:cubicBezTo>
                    <a:pt x="232431" y="313804"/>
                    <a:pt x="236699" y="309539"/>
                    <a:pt x="236699" y="304326"/>
                  </a:cubicBezTo>
                  <a:cubicBezTo>
                    <a:pt x="236699" y="299113"/>
                    <a:pt x="232431" y="294849"/>
                    <a:pt x="227215" y="294849"/>
                  </a:cubicBezTo>
                  <a:lnTo>
                    <a:pt x="177330" y="294849"/>
                  </a:lnTo>
                  <a:cubicBezTo>
                    <a:pt x="194591" y="287930"/>
                    <a:pt x="206825" y="271060"/>
                    <a:pt x="206825" y="251346"/>
                  </a:cubicBezTo>
                  <a:cubicBezTo>
                    <a:pt x="206825" y="242627"/>
                    <a:pt x="204264" y="234571"/>
                    <a:pt x="200186" y="227652"/>
                  </a:cubicBezTo>
                  <a:lnTo>
                    <a:pt x="261167" y="149841"/>
                  </a:lnTo>
                  <a:cubicBezTo>
                    <a:pt x="264486" y="150694"/>
                    <a:pt x="267995" y="151357"/>
                    <a:pt x="271599" y="151357"/>
                  </a:cubicBezTo>
                  <a:cubicBezTo>
                    <a:pt x="294550" y="151357"/>
                    <a:pt x="313233" y="132687"/>
                    <a:pt x="313233" y="109751"/>
                  </a:cubicBezTo>
                  <a:cubicBezTo>
                    <a:pt x="313233" y="86815"/>
                    <a:pt x="294360" y="68334"/>
                    <a:pt x="271409" y="68334"/>
                  </a:cubicBezTo>
                  <a:close/>
                  <a:moveTo>
                    <a:pt x="159785" y="279400"/>
                  </a:moveTo>
                  <a:cubicBezTo>
                    <a:pt x="144327" y="279400"/>
                    <a:pt x="131808" y="266890"/>
                    <a:pt x="131808" y="251441"/>
                  </a:cubicBezTo>
                  <a:cubicBezTo>
                    <a:pt x="131808" y="235993"/>
                    <a:pt x="144327" y="223482"/>
                    <a:pt x="159785" y="223482"/>
                  </a:cubicBezTo>
                  <a:cubicBezTo>
                    <a:pt x="175244" y="223482"/>
                    <a:pt x="187762" y="235993"/>
                    <a:pt x="187762" y="251441"/>
                  </a:cubicBezTo>
                  <a:cubicBezTo>
                    <a:pt x="187762" y="266890"/>
                    <a:pt x="175244" y="279400"/>
                    <a:pt x="159785" y="279400"/>
                  </a:cubicBezTo>
                  <a:close/>
                  <a:moveTo>
                    <a:pt x="65422" y="119134"/>
                  </a:moveTo>
                  <a:cubicBezTo>
                    <a:pt x="60301" y="119134"/>
                    <a:pt x="56128" y="114963"/>
                    <a:pt x="56128" y="109846"/>
                  </a:cubicBezTo>
                  <a:cubicBezTo>
                    <a:pt x="56128" y="104728"/>
                    <a:pt x="60301" y="100652"/>
                    <a:pt x="65422" y="100652"/>
                  </a:cubicBezTo>
                  <a:cubicBezTo>
                    <a:pt x="70543" y="100652"/>
                    <a:pt x="74716" y="104822"/>
                    <a:pt x="74716" y="109846"/>
                  </a:cubicBezTo>
                  <a:cubicBezTo>
                    <a:pt x="74621" y="114963"/>
                    <a:pt x="70448" y="119134"/>
                    <a:pt x="65422" y="119134"/>
                  </a:cubicBezTo>
                  <a:close/>
                  <a:moveTo>
                    <a:pt x="159501" y="53454"/>
                  </a:moveTo>
                  <a:cubicBezTo>
                    <a:pt x="150017" y="53454"/>
                    <a:pt x="142240" y="45682"/>
                    <a:pt x="142240" y="36204"/>
                  </a:cubicBezTo>
                  <a:cubicBezTo>
                    <a:pt x="142240" y="26727"/>
                    <a:pt x="150017" y="18955"/>
                    <a:pt x="159501" y="18955"/>
                  </a:cubicBezTo>
                  <a:cubicBezTo>
                    <a:pt x="168985" y="18955"/>
                    <a:pt x="176761" y="26727"/>
                    <a:pt x="176761" y="36204"/>
                  </a:cubicBezTo>
                  <a:cubicBezTo>
                    <a:pt x="176761" y="45682"/>
                    <a:pt x="168985" y="53454"/>
                    <a:pt x="159501" y="53454"/>
                  </a:cubicBezTo>
                  <a:close/>
                  <a:moveTo>
                    <a:pt x="271409" y="132497"/>
                  </a:moveTo>
                  <a:cubicBezTo>
                    <a:pt x="258891" y="132497"/>
                    <a:pt x="248743" y="122356"/>
                    <a:pt x="248743" y="109846"/>
                  </a:cubicBezTo>
                  <a:cubicBezTo>
                    <a:pt x="248743" y="97335"/>
                    <a:pt x="258891" y="87194"/>
                    <a:pt x="271409" y="87194"/>
                  </a:cubicBezTo>
                  <a:cubicBezTo>
                    <a:pt x="283928" y="87194"/>
                    <a:pt x="294075" y="97335"/>
                    <a:pt x="294075" y="109846"/>
                  </a:cubicBezTo>
                  <a:cubicBezTo>
                    <a:pt x="294075" y="122356"/>
                    <a:pt x="283928" y="132497"/>
                    <a:pt x="271409" y="132497"/>
                  </a:cubicBezTo>
                  <a:close/>
                </a:path>
              </a:pathLst>
            </a:custGeom>
            <a:solidFill>
              <a:srgbClr val="26890D"/>
            </a:solidFill>
            <a:ln w="9463" cap="flat">
              <a:noFill/>
              <a:prstDash val="solid"/>
              <a:miter/>
            </a:ln>
          </p:spPr>
          <p:txBody>
            <a:bodyPr rtlCol="0" anchor="ctr"/>
            <a:lstStyle/>
            <a:p>
              <a:endParaRPr lang="en-US"/>
            </a:p>
          </p:txBody>
        </p:sp>
      </p:grpSp>
      <p:grpSp>
        <p:nvGrpSpPr>
          <p:cNvPr id="21" name="Graphic 6">
            <a:extLst>
              <a:ext uri="{FF2B5EF4-FFF2-40B4-BE49-F238E27FC236}">
                <a16:creationId xmlns:a16="http://schemas.microsoft.com/office/drawing/2014/main" id="{64B7DB60-D497-E547-A839-BC8B5704517B}"/>
              </a:ext>
            </a:extLst>
          </p:cNvPr>
          <p:cNvGrpSpPr>
            <a:grpSpLocks noChangeAspect="1"/>
          </p:cNvGrpSpPr>
          <p:nvPr/>
        </p:nvGrpSpPr>
        <p:grpSpPr>
          <a:xfrm>
            <a:off x="5703243" y="2855717"/>
            <a:ext cx="367200" cy="366962"/>
            <a:chOff x="5844356" y="5292622"/>
            <a:chExt cx="537729" cy="537380"/>
          </a:xfrm>
          <a:solidFill>
            <a:schemeClr val="accent3"/>
          </a:solidFill>
        </p:grpSpPr>
        <p:sp>
          <p:nvSpPr>
            <p:cNvPr id="22" name="Freeform 21">
              <a:extLst>
                <a:ext uri="{FF2B5EF4-FFF2-40B4-BE49-F238E27FC236}">
                  <a16:creationId xmlns:a16="http://schemas.microsoft.com/office/drawing/2014/main" id="{EB72A5BB-4851-0F4C-9ECE-03066EA399C6}"/>
                </a:ext>
              </a:extLst>
            </p:cNvPr>
            <p:cNvSpPr/>
            <p:nvPr/>
          </p:nvSpPr>
          <p:spPr>
            <a:xfrm>
              <a:off x="5844356" y="5292622"/>
              <a:ext cx="537729" cy="537380"/>
            </a:xfrm>
            <a:custGeom>
              <a:avLst/>
              <a:gdLst>
                <a:gd name="connsiteX0" fmla="*/ 269244 w 537729"/>
                <a:gd name="connsiteY0" fmla="*/ 0 h 537380"/>
                <a:gd name="connsiteX1" fmla="*/ 268960 w 537729"/>
                <a:gd name="connsiteY1" fmla="*/ 0 h 537380"/>
                <a:gd name="connsiteX2" fmla="*/ 0 w 537729"/>
                <a:gd name="connsiteY2" fmla="*/ 268596 h 537380"/>
                <a:gd name="connsiteX3" fmla="*/ 268770 w 537729"/>
                <a:gd name="connsiteY3" fmla="*/ 537381 h 537380"/>
                <a:gd name="connsiteX4" fmla="*/ 537730 w 537729"/>
                <a:gd name="connsiteY4" fmla="*/ 269069 h 537380"/>
                <a:gd name="connsiteX5" fmla="*/ 269244 w 537729"/>
                <a:gd name="connsiteY5" fmla="*/ 0 h 537380"/>
                <a:gd name="connsiteX6" fmla="*/ 269908 w 537729"/>
                <a:gd name="connsiteY6" fmla="*/ 518425 h 537380"/>
                <a:gd name="connsiteX7" fmla="*/ 19537 w 537729"/>
                <a:gd name="connsiteY7" fmla="*/ 269164 h 537380"/>
                <a:gd name="connsiteX8" fmla="*/ 19537 w 537729"/>
                <a:gd name="connsiteY8" fmla="*/ 269069 h 537380"/>
                <a:gd name="connsiteX9" fmla="*/ 268960 w 537729"/>
                <a:gd name="connsiteY9" fmla="*/ 18955 h 537380"/>
                <a:gd name="connsiteX10" fmla="*/ 519331 w 537729"/>
                <a:gd name="connsiteY10" fmla="*/ 268216 h 537380"/>
                <a:gd name="connsiteX11" fmla="*/ 269908 w 537729"/>
                <a:gd name="connsiteY11" fmla="*/ 518425 h 5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729" h="537380">
                  <a:moveTo>
                    <a:pt x="269244" y="0"/>
                  </a:moveTo>
                  <a:cubicBezTo>
                    <a:pt x="269149" y="0"/>
                    <a:pt x="269055" y="0"/>
                    <a:pt x="268960" y="0"/>
                  </a:cubicBezTo>
                  <a:cubicBezTo>
                    <a:pt x="120444" y="-95"/>
                    <a:pt x="95" y="120176"/>
                    <a:pt x="0" y="268596"/>
                  </a:cubicBezTo>
                  <a:cubicBezTo>
                    <a:pt x="-95" y="417015"/>
                    <a:pt x="120254" y="537286"/>
                    <a:pt x="268770" y="537381"/>
                  </a:cubicBezTo>
                  <a:cubicBezTo>
                    <a:pt x="417191" y="537475"/>
                    <a:pt x="537540" y="417394"/>
                    <a:pt x="537730" y="269069"/>
                  </a:cubicBezTo>
                  <a:cubicBezTo>
                    <a:pt x="537919" y="120650"/>
                    <a:pt x="417760" y="190"/>
                    <a:pt x="269244" y="0"/>
                  </a:cubicBezTo>
                  <a:close/>
                  <a:moveTo>
                    <a:pt x="269908" y="518425"/>
                  </a:moveTo>
                  <a:cubicBezTo>
                    <a:pt x="131919" y="518710"/>
                    <a:pt x="19821" y="407064"/>
                    <a:pt x="19537" y="269164"/>
                  </a:cubicBezTo>
                  <a:cubicBezTo>
                    <a:pt x="19537" y="269164"/>
                    <a:pt x="19537" y="269069"/>
                    <a:pt x="19537" y="269069"/>
                  </a:cubicBezTo>
                  <a:cubicBezTo>
                    <a:pt x="19442" y="131265"/>
                    <a:pt x="131066" y="19334"/>
                    <a:pt x="268960" y="18955"/>
                  </a:cubicBezTo>
                  <a:cubicBezTo>
                    <a:pt x="406948" y="18671"/>
                    <a:pt x="519047" y="130317"/>
                    <a:pt x="519331" y="268216"/>
                  </a:cubicBezTo>
                  <a:cubicBezTo>
                    <a:pt x="519616" y="406116"/>
                    <a:pt x="407897" y="518141"/>
                    <a:pt x="269908" y="518425"/>
                  </a:cubicBezTo>
                  <a:close/>
                </a:path>
              </a:pathLst>
            </a:custGeom>
            <a:grpFill/>
            <a:ln w="9463"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8F2BDC03-C393-5F4D-983C-68564425DDFB}"/>
                </a:ext>
              </a:extLst>
            </p:cNvPr>
            <p:cNvSpPr/>
            <p:nvPr/>
          </p:nvSpPr>
          <p:spPr>
            <a:xfrm>
              <a:off x="6133479" y="5496087"/>
              <a:ext cx="75820" cy="49492"/>
            </a:xfrm>
            <a:custGeom>
              <a:avLst/>
              <a:gdLst>
                <a:gd name="connsiteX0" fmla="*/ 47741 w 75820"/>
                <a:gd name="connsiteY0" fmla="*/ 6085 h 49492"/>
                <a:gd name="connsiteX1" fmla="*/ 6676 w 75820"/>
                <a:gd name="connsiteY1" fmla="*/ 2388 h 49492"/>
                <a:gd name="connsiteX2" fmla="*/ 417 w 75820"/>
                <a:gd name="connsiteY2" fmla="*/ 14235 h 49492"/>
                <a:gd name="connsiteX3" fmla="*/ 12271 w 75820"/>
                <a:gd name="connsiteY3" fmla="*/ 20491 h 49492"/>
                <a:gd name="connsiteX4" fmla="*/ 39205 w 75820"/>
                <a:gd name="connsiteY4" fmla="*/ 22955 h 49492"/>
                <a:gd name="connsiteX5" fmla="*/ 57414 w 75820"/>
                <a:gd name="connsiteY5" fmla="*/ 43237 h 49492"/>
                <a:gd name="connsiteX6" fmla="*/ 66329 w 75820"/>
                <a:gd name="connsiteY6" fmla="*/ 49492 h 49492"/>
                <a:gd name="connsiteX7" fmla="*/ 69553 w 75820"/>
                <a:gd name="connsiteY7" fmla="*/ 48923 h 49492"/>
                <a:gd name="connsiteX8" fmla="*/ 75244 w 75820"/>
                <a:gd name="connsiteY8" fmla="*/ 36792 h 49492"/>
                <a:gd name="connsiteX9" fmla="*/ 47741 w 75820"/>
                <a:gd name="connsiteY9" fmla="*/ 6085 h 49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820" h="49492">
                  <a:moveTo>
                    <a:pt x="47741" y="6085"/>
                  </a:moveTo>
                  <a:cubicBezTo>
                    <a:pt x="34937" y="-455"/>
                    <a:pt x="20427" y="-1782"/>
                    <a:pt x="6676" y="2388"/>
                  </a:cubicBezTo>
                  <a:cubicBezTo>
                    <a:pt x="1649" y="3905"/>
                    <a:pt x="-1101" y="9212"/>
                    <a:pt x="417" y="14235"/>
                  </a:cubicBezTo>
                  <a:cubicBezTo>
                    <a:pt x="1934" y="19259"/>
                    <a:pt x="7245" y="22102"/>
                    <a:pt x="12271" y="20491"/>
                  </a:cubicBezTo>
                  <a:cubicBezTo>
                    <a:pt x="21281" y="17742"/>
                    <a:pt x="30765" y="18595"/>
                    <a:pt x="39205" y="22955"/>
                  </a:cubicBezTo>
                  <a:cubicBezTo>
                    <a:pt x="47646" y="27125"/>
                    <a:pt x="54095" y="34328"/>
                    <a:pt x="57414" y="43237"/>
                  </a:cubicBezTo>
                  <a:cubicBezTo>
                    <a:pt x="58837" y="47123"/>
                    <a:pt x="62440" y="49492"/>
                    <a:pt x="66329" y="49492"/>
                  </a:cubicBezTo>
                  <a:cubicBezTo>
                    <a:pt x="67372" y="49492"/>
                    <a:pt x="68510" y="49303"/>
                    <a:pt x="69553" y="48923"/>
                  </a:cubicBezTo>
                  <a:cubicBezTo>
                    <a:pt x="74485" y="47123"/>
                    <a:pt x="77045" y="41721"/>
                    <a:pt x="75244" y="36792"/>
                  </a:cubicBezTo>
                  <a:cubicBezTo>
                    <a:pt x="70217" y="23334"/>
                    <a:pt x="60449" y="12435"/>
                    <a:pt x="47741" y="6085"/>
                  </a:cubicBezTo>
                  <a:close/>
                </a:path>
              </a:pathLst>
            </a:custGeom>
            <a:grpFill/>
            <a:ln w="9463"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8AF69660-9F24-7E4B-9D01-07DF0FC7D0CB}"/>
                </a:ext>
              </a:extLst>
            </p:cNvPr>
            <p:cNvSpPr/>
            <p:nvPr/>
          </p:nvSpPr>
          <p:spPr>
            <a:xfrm>
              <a:off x="6126213" y="5458547"/>
              <a:ext cx="119882" cy="74332"/>
            </a:xfrm>
            <a:custGeom>
              <a:avLst/>
              <a:gdLst>
                <a:gd name="connsiteX0" fmla="*/ 72835 w 119882"/>
                <a:gd name="connsiteY0" fmla="*/ 8937 h 74332"/>
                <a:gd name="connsiteX1" fmla="*/ 7872 w 119882"/>
                <a:gd name="connsiteY1" fmla="*/ 4767 h 74332"/>
                <a:gd name="connsiteX2" fmla="*/ 0 w 119882"/>
                <a:gd name="connsiteY2" fmla="*/ 14149 h 74332"/>
                <a:gd name="connsiteX3" fmla="*/ 13182 w 119882"/>
                <a:gd name="connsiteY3" fmla="*/ 23058 h 74332"/>
                <a:gd name="connsiteX4" fmla="*/ 64205 w 119882"/>
                <a:gd name="connsiteY4" fmla="*/ 25902 h 74332"/>
                <a:gd name="connsiteX5" fmla="*/ 101476 w 119882"/>
                <a:gd name="connsiteY5" fmla="*/ 68077 h 74332"/>
                <a:gd name="connsiteX6" fmla="*/ 110391 w 119882"/>
                <a:gd name="connsiteY6" fmla="*/ 74332 h 74332"/>
                <a:gd name="connsiteX7" fmla="*/ 113616 w 119882"/>
                <a:gd name="connsiteY7" fmla="*/ 73764 h 74332"/>
                <a:gd name="connsiteX8" fmla="*/ 119306 w 119882"/>
                <a:gd name="connsiteY8" fmla="*/ 61632 h 74332"/>
                <a:gd name="connsiteX9" fmla="*/ 72835 w 119882"/>
                <a:gd name="connsiteY9" fmla="*/ 8937 h 7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882" h="74332">
                  <a:moveTo>
                    <a:pt x="72835" y="8937"/>
                  </a:moveTo>
                  <a:cubicBezTo>
                    <a:pt x="52730" y="-1299"/>
                    <a:pt x="29115" y="-2816"/>
                    <a:pt x="7872" y="4767"/>
                  </a:cubicBezTo>
                  <a:cubicBezTo>
                    <a:pt x="3319" y="5335"/>
                    <a:pt x="0" y="9316"/>
                    <a:pt x="0" y="14149"/>
                  </a:cubicBezTo>
                  <a:cubicBezTo>
                    <a:pt x="0" y="20499"/>
                    <a:pt x="7208" y="25238"/>
                    <a:pt x="13182" y="23058"/>
                  </a:cubicBezTo>
                  <a:cubicBezTo>
                    <a:pt x="29779" y="16803"/>
                    <a:pt x="48367" y="17751"/>
                    <a:pt x="64205" y="25902"/>
                  </a:cubicBezTo>
                  <a:cubicBezTo>
                    <a:pt x="81560" y="34716"/>
                    <a:pt x="94838" y="49690"/>
                    <a:pt x="101476" y="68077"/>
                  </a:cubicBezTo>
                  <a:cubicBezTo>
                    <a:pt x="102899" y="71963"/>
                    <a:pt x="106503" y="74332"/>
                    <a:pt x="110391" y="74332"/>
                  </a:cubicBezTo>
                  <a:cubicBezTo>
                    <a:pt x="111434" y="74332"/>
                    <a:pt x="112572" y="74143"/>
                    <a:pt x="113616" y="73764"/>
                  </a:cubicBezTo>
                  <a:cubicBezTo>
                    <a:pt x="118547" y="71963"/>
                    <a:pt x="121108" y="66561"/>
                    <a:pt x="119306" y="61632"/>
                  </a:cubicBezTo>
                  <a:cubicBezTo>
                    <a:pt x="111150" y="38602"/>
                    <a:pt x="94553" y="19931"/>
                    <a:pt x="72835" y="8937"/>
                  </a:cubicBezTo>
                  <a:close/>
                </a:path>
              </a:pathLst>
            </a:custGeom>
            <a:grpFill/>
            <a:ln w="9463"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88A041EE-89D5-7049-921B-3E296075BAE6}"/>
                </a:ext>
              </a:extLst>
            </p:cNvPr>
            <p:cNvSpPr/>
            <p:nvPr/>
          </p:nvSpPr>
          <p:spPr>
            <a:xfrm>
              <a:off x="6114589" y="5419347"/>
              <a:ext cx="163867" cy="98747"/>
            </a:xfrm>
            <a:custGeom>
              <a:avLst/>
              <a:gdLst>
                <a:gd name="connsiteX0" fmla="*/ 161752 w 163867"/>
                <a:gd name="connsiteY0" fmla="*/ 81308 h 98747"/>
                <a:gd name="connsiteX1" fmla="*/ 6313 w 163867"/>
                <a:gd name="connsiteY1" fmla="*/ 6909 h 98747"/>
                <a:gd name="connsiteX2" fmla="*/ 528 w 163867"/>
                <a:gd name="connsiteY2" fmla="*/ 19041 h 98747"/>
                <a:gd name="connsiteX3" fmla="*/ 12668 w 163867"/>
                <a:gd name="connsiteY3" fmla="*/ 24822 h 98747"/>
                <a:gd name="connsiteX4" fmla="*/ 143828 w 163867"/>
                <a:gd name="connsiteY4" fmla="*/ 87658 h 98747"/>
                <a:gd name="connsiteX5" fmla="*/ 145251 w 163867"/>
                <a:gd name="connsiteY5" fmla="*/ 92018 h 98747"/>
                <a:gd name="connsiteX6" fmla="*/ 154355 w 163867"/>
                <a:gd name="connsiteY6" fmla="*/ 98747 h 98747"/>
                <a:gd name="connsiteX7" fmla="*/ 157105 w 163867"/>
                <a:gd name="connsiteY7" fmla="*/ 98368 h 98747"/>
                <a:gd name="connsiteX8" fmla="*/ 163459 w 163867"/>
                <a:gd name="connsiteY8" fmla="*/ 86521 h 98747"/>
                <a:gd name="connsiteX9" fmla="*/ 161752 w 163867"/>
                <a:gd name="connsiteY9" fmla="*/ 81308 h 9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867" h="98747">
                  <a:moveTo>
                    <a:pt x="161752" y="81308"/>
                  </a:moveTo>
                  <a:cubicBezTo>
                    <a:pt x="139371" y="17998"/>
                    <a:pt x="69665" y="-15363"/>
                    <a:pt x="6313" y="6909"/>
                  </a:cubicBezTo>
                  <a:cubicBezTo>
                    <a:pt x="1382" y="8615"/>
                    <a:pt x="-1179" y="14017"/>
                    <a:pt x="528" y="19041"/>
                  </a:cubicBezTo>
                  <a:cubicBezTo>
                    <a:pt x="2235" y="23969"/>
                    <a:pt x="7736" y="26528"/>
                    <a:pt x="12668" y="24822"/>
                  </a:cubicBezTo>
                  <a:cubicBezTo>
                    <a:pt x="66061" y="5961"/>
                    <a:pt x="124955" y="34205"/>
                    <a:pt x="143828" y="87658"/>
                  </a:cubicBezTo>
                  <a:cubicBezTo>
                    <a:pt x="144302" y="89080"/>
                    <a:pt x="144776" y="90596"/>
                    <a:pt x="145251" y="92018"/>
                  </a:cubicBezTo>
                  <a:cubicBezTo>
                    <a:pt x="146484" y="96093"/>
                    <a:pt x="150277" y="98747"/>
                    <a:pt x="154355" y="98747"/>
                  </a:cubicBezTo>
                  <a:cubicBezTo>
                    <a:pt x="155303" y="98747"/>
                    <a:pt x="156157" y="98652"/>
                    <a:pt x="157105" y="98368"/>
                  </a:cubicBezTo>
                  <a:cubicBezTo>
                    <a:pt x="162132" y="96852"/>
                    <a:pt x="164977" y="91544"/>
                    <a:pt x="163459" y="86521"/>
                  </a:cubicBezTo>
                  <a:cubicBezTo>
                    <a:pt x="162890" y="84815"/>
                    <a:pt x="162321" y="83109"/>
                    <a:pt x="161752" y="81308"/>
                  </a:cubicBezTo>
                  <a:close/>
                </a:path>
              </a:pathLst>
            </a:custGeom>
            <a:grpFill/>
            <a:ln w="9463"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34AF3204-3123-7B4B-8355-2F57AB141C09}"/>
                </a:ext>
              </a:extLst>
            </p:cNvPr>
            <p:cNvSpPr/>
            <p:nvPr/>
          </p:nvSpPr>
          <p:spPr>
            <a:xfrm>
              <a:off x="5948108" y="5533732"/>
              <a:ext cx="228558" cy="170028"/>
            </a:xfrm>
            <a:custGeom>
              <a:avLst/>
              <a:gdLst>
                <a:gd name="connsiteX0" fmla="*/ 219075 w 228558"/>
                <a:gd name="connsiteY0" fmla="*/ 0 h 170028"/>
                <a:gd name="connsiteX1" fmla="*/ 9484 w 228558"/>
                <a:gd name="connsiteY1" fmla="*/ 0 h 170028"/>
                <a:gd name="connsiteX2" fmla="*/ 0 w 228558"/>
                <a:gd name="connsiteY2" fmla="*/ 9478 h 170028"/>
                <a:gd name="connsiteX3" fmla="*/ 0 w 228558"/>
                <a:gd name="connsiteY3" fmla="*/ 160551 h 170028"/>
                <a:gd name="connsiteX4" fmla="*/ 9484 w 228558"/>
                <a:gd name="connsiteY4" fmla="*/ 170028 h 170028"/>
                <a:gd name="connsiteX5" fmla="*/ 219075 w 228558"/>
                <a:gd name="connsiteY5" fmla="*/ 170028 h 170028"/>
                <a:gd name="connsiteX6" fmla="*/ 228559 w 228558"/>
                <a:gd name="connsiteY6" fmla="*/ 160551 h 170028"/>
                <a:gd name="connsiteX7" fmla="*/ 228559 w 228558"/>
                <a:gd name="connsiteY7" fmla="*/ 9478 h 170028"/>
                <a:gd name="connsiteX8" fmla="*/ 219075 w 228558"/>
                <a:gd name="connsiteY8" fmla="*/ 0 h 170028"/>
                <a:gd name="connsiteX9" fmla="*/ 209591 w 228558"/>
                <a:gd name="connsiteY9" fmla="*/ 18955 h 170028"/>
                <a:gd name="connsiteX10" fmla="*/ 209591 w 228558"/>
                <a:gd name="connsiteY10" fmla="*/ 44166 h 170028"/>
                <a:gd name="connsiteX11" fmla="*/ 18968 w 228558"/>
                <a:gd name="connsiteY11" fmla="*/ 44166 h 170028"/>
                <a:gd name="connsiteX12" fmla="*/ 18968 w 228558"/>
                <a:gd name="connsiteY12" fmla="*/ 18955 h 170028"/>
                <a:gd name="connsiteX13" fmla="*/ 209591 w 228558"/>
                <a:gd name="connsiteY13" fmla="*/ 18955 h 170028"/>
                <a:gd name="connsiteX14" fmla="*/ 18968 w 228558"/>
                <a:gd name="connsiteY14" fmla="*/ 151073 h 170028"/>
                <a:gd name="connsiteX15" fmla="*/ 18968 w 228558"/>
                <a:gd name="connsiteY15" fmla="*/ 63121 h 170028"/>
                <a:gd name="connsiteX16" fmla="*/ 209591 w 228558"/>
                <a:gd name="connsiteY16" fmla="*/ 63121 h 170028"/>
                <a:gd name="connsiteX17" fmla="*/ 209591 w 228558"/>
                <a:gd name="connsiteY17" fmla="*/ 151073 h 170028"/>
                <a:gd name="connsiteX18" fmla="*/ 18968 w 228558"/>
                <a:gd name="connsiteY18" fmla="*/ 151073 h 17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558" h="170028">
                  <a:moveTo>
                    <a:pt x="219075" y="0"/>
                  </a:moveTo>
                  <a:lnTo>
                    <a:pt x="9484" y="0"/>
                  </a:lnTo>
                  <a:cubicBezTo>
                    <a:pt x="4268" y="0"/>
                    <a:pt x="0" y="4265"/>
                    <a:pt x="0" y="9478"/>
                  </a:cubicBezTo>
                  <a:lnTo>
                    <a:pt x="0" y="160551"/>
                  </a:lnTo>
                  <a:cubicBezTo>
                    <a:pt x="0" y="165763"/>
                    <a:pt x="4268" y="170028"/>
                    <a:pt x="9484" y="170028"/>
                  </a:cubicBezTo>
                  <a:lnTo>
                    <a:pt x="219075" y="170028"/>
                  </a:lnTo>
                  <a:cubicBezTo>
                    <a:pt x="224291" y="170028"/>
                    <a:pt x="228559" y="165763"/>
                    <a:pt x="228559" y="160551"/>
                  </a:cubicBezTo>
                  <a:lnTo>
                    <a:pt x="228559" y="9478"/>
                  </a:lnTo>
                  <a:cubicBezTo>
                    <a:pt x="228559" y="4265"/>
                    <a:pt x="224291" y="0"/>
                    <a:pt x="219075" y="0"/>
                  </a:cubicBezTo>
                  <a:close/>
                  <a:moveTo>
                    <a:pt x="209591" y="18955"/>
                  </a:moveTo>
                  <a:lnTo>
                    <a:pt x="209591" y="44166"/>
                  </a:lnTo>
                  <a:lnTo>
                    <a:pt x="18968" y="44166"/>
                  </a:lnTo>
                  <a:lnTo>
                    <a:pt x="18968" y="18955"/>
                  </a:lnTo>
                  <a:lnTo>
                    <a:pt x="209591" y="18955"/>
                  </a:lnTo>
                  <a:close/>
                  <a:moveTo>
                    <a:pt x="18968" y="151073"/>
                  </a:moveTo>
                  <a:lnTo>
                    <a:pt x="18968" y="63121"/>
                  </a:lnTo>
                  <a:lnTo>
                    <a:pt x="209591" y="63121"/>
                  </a:lnTo>
                  <a:lnTo>
                    <a:pt x="209591" y="151073"/>
                  </a:lnTo>
                  <a:lnTo>
                    <a:pt x="18968" y="151073"/>
                  </a:lnTo>
                  <a:close/>
                </a:path>
              </a:pathLst>
            </a:custGeom>
            <a:grpFill/>
            <a:ln w="9463"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DE8BDAB8-FD0C-6349-869A-882341B362FE}"/>
                </a:ext>
              </a:extLst>
            </p:cNvPr>
            <p:cNvSpPr/>
            <p:nvPr/>
          </p:nvSpPr>
          <p:spPr>
            <a:xfrm>
              <a:off x="5977982" y="5648980"/>
              <a:ext cx="68852" cy="18955"/>
            </a:xfrm>
            <a:custGeom>
              <a:avLst/>
              <a:gdLst>
                <a:gd name="connsiteX0" fmla="*/ 59368 w 68852"/>
                <a:gd name="connsiteY0" fmla="*/ 0 h 18955"/>
                <a:gd name="connsiteX1" fmla="*/ 9484 w 68852"/>
                <a:gd name="connsiteY1" fmla="*/ 0 h 18955"/>
                <a:gd name="connsiteX2" fmla="*/ 0 w 68852"/>
                <a:gd name="connsiteY2" fmla="*/ 9478 h 18955"/>
                <a:gd name="connsiteX3" fmla="*/ 9484 w 68852"/>
                <a:gd name="connsiteY3" fmla="*/ 18955 h 18955"/>
                <a:gd name="connsiteX4" fmla="*/ 59368 w 68852"/>
                <a:gd name="connsiteY4" fmla="*/ 18955 h 18955"/>
                <a:gd name="connsiteX5" fmla="*/ 68852 w 68852"/>
                <a:gd name="connsiteY5" fmla="*/ 9478 h 18955"/>
                <a:gd name="connsiteX6" fmla="*/ 59368 w 68852"/>
                <a:gd name="connsiteY6" fmla="*/ 0 h 1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852" h="18955">
                  <a:moveTo>
                    <a:pt x="59368" y="0"/>
                  </a:moveTo>
                  <a:lnTo>
                    <a:pt x="9484" y="0"/>
                  </a:lnTo>
                  <a:cubicBezTo>
                    <a:pt x="4268" y="0"/>
                    <a:pt x="0" y="4265"/>
                    <a:pt x="0" y="9478"/>
                  </a:cubicBezTo>
                  <a:cubicBezTo>
                    <a:pt x="0" y="14690"/>
                    <a:pt x="4268" y="18955"/>
                    <a:pt x="9484" y="18955"/>
                  </a:cubicBezTo>
                  <a:lnTo>
                    <a:pt x="59368" y="18955"/>
                  </a:lnTo>
                  <a:cubicBezTo>
                    <a:pt x="64584" y="18955"/>
                    <a:pt x="68852" y="14690"/>
                    <a:pt x="68852" y="9478"/>
                  </a:cubicBezTo>
                  <a:cubicBezTo>
                    <a:pt x="68852" y="4265"/>
                    <a:pt x="64584" y="0"/>
                    <a:pt x="59368" y="0"/>
                  </a:cubicBezTo>
                  <a:close/>
                </a:path>
              </a:pathLst>
            </a:custGeom>
            <a:grpFill/>
            <a:ln w="9463" cap="flat">
              <a:noFill/>
              <a:prstDash val="solid"/>
              <a:miter/>
            </a:ln>
          </p:spPr>
          <p:txBody>
            <a:bodyPr rtlCol="0" anchor="ctr"/>
            <a:lstStyle/>
            <a:p>
              <a:endParaRPr lang="en-US"/>
            </a:p>
          </p:txBody>
        </p:sp>
      </p:grpSp>
      <p:grpSp>
        <p:nvGrpSpPr>
          <p:cNvPr id="28" name="Graphic 6">
            <a:extLst>
              <a:ext uri="{FF2B5EF4-FFF2-40B4-BE49-F238E27FC236}">
                <a16:creationId xmlns:a16="http://schemas.microsoft.com/office/drawing/2014/main" id="{5AD1773D-71A1-404E-A721-E0F9F512F331}"/>
              </a:ext>
            </a:extLst>
          </p:cNvPr>
          <p:cNvGrpSpPr>
            <a:grpSpLocks noChangeAspect="1"/>
          </p:cNvGrpSpPr>
          <p:nvPr/>
        </p:nvGrpSpPr>
        <p:grpSpPr>
          <a:xfrm>
            <a:off x="6141589" y="2855717"/>
            <a:ext cx="367200" cy="366962"/>
            <a:chOff x="6637294" y="5293001"/>
            <a:chExt cx="537729" cy="537380"/>
          </a:xfrm>
          <a:solidFill>
            <a:schemeClr val="accent3"/>
          </a:solidFill>
        </p:grpSpPr>
        <p:sp>
          <p:nvSpPr>
            <p:cNvPr id="29" name="Freeform 28">
              <a:extLst>
                <a:ext uri="{FF2B5EF4-FFF2-40B4-BE49-F238E27FC236}">
                  <a16:creationId xmlns:a16="http://schemas.microsoft.com/office/drawing/2014/main" id="{C05E18EC-CA51-F74C-A14F-97ACE0629750}"/>
                </a:ext>
              </a:extLst>
            </p:cNvPr>
            <p:cNvSpPr/>
            <p:nvPr/>
          </p:nvSpPr>
          <p:spPr>
            <a:xfrm>
              <a:off x="6759919" y="5552687"/>
              <a:ext cx="190623" cy="25210"/>
            </a:xfrm>
            <a:custGeom>
              <a:avLst/>
              <a:gdLst>
                <a:gd name="connsiteX0" fmla="*/ 0 w 190623"/>
                <a:gd name="connsiteY0" fmla="*/ 0 h 25210"/>
                <a:gd name="connsiteX1" fmla="*/ 190624 w 190623"/>
                <a:gd name="connsiteY1" fmla="*/ 0 h 25210"/>
                <a:gd name="connsiteX2" fmla="*/ 190624 w 190623"/>
                <a:gd name="connsiteY2" fmla="*/ 25210 h 25210"/>
                <a:gd name="connsiteX3" fmla="*/ 0 w 190623"/>
                <a:gd name="connsiteY3" fmla="*/ 25210 h 25210"/>
              </a:gdLst>
              <a:ahLst/>
              <a:cxnLst>
                <a:cxn ang="0">
                  <a:pos x="connsiteX0" y="connsiteY0"/>
                </a:cxn>
                <a:cxn ang="0">
                  <a:pos x="connsiteX1" y="connsiteY1"/>
                </a:cxn>
                <a:cxn ang="0">
                  <a:pos x="connsiteX2" y="connsiteY2"/>
                </a:cxn>
                <a:cxn ang="0">
                  <a:pos x="connsiteX3" y="connsiteY3"/>
                </a:cxn>
              </a:cxnLst>
              <a:rect l="l" t="t" r="r" b="b"/>
              <a:pathLst>
                <a:path w="190623" h="25210">
                  <a:moveTo>
                    <a:pt x="0" y="0"/>
                  </a:moveTo>
                  <a:lnTo>
                    <a:pt x="190624" y="0"/>
                  </a:lnTo>
                  <a:lnTo>
                    <a:pt x="190624" y="25210"/>
                  </a:lnTo>
                  <a:lnTo>
                    <a:pt x="0" y="25210"/>
                  </a:lnTo>
                  <a:close/>
                </a:path>
              </a:pathLst>
            </a:custGeom>
            <a:grpFill/>
            <a:ln w="9463" cap="flat">
              <a:noFill/>
              <a:prstDash val="solid"/>
              <a:miter/>
            </a:ln>
          </p:spPr>
          <p:txBody>
            <a:bodyPr rtlCol="0" anchor="ctr"/>
            <a:lstStyle/>
            <a:p>
              <a:endParaRPr lang="en-US"/>
            </a:p>
          </p:txBody>
        </p:sp>
        <p:sp>
          <p:nvSpPr>
            <p:cNvPr id="30" name="Freeform 29">
              <a:extLst>
                <a:ext uri="{FF2B5EF4-FFF2-40B4-BE49-F238E27FC236}">
                  <a16:creationId xmlns:a16="http://schemas.microsoft.com/office/drawing/2014/main" id="{47FC47B3-7ED8-5B4A-9FA8-CBEF41CD4D59}"/>
                </a:ext>
              </a:extLst>
            </p:cNvPr>
            <p:cNvSpPr/>
            <p:nvPr/>
          </p:nvSpPr>
          <p:spPr>
            <a:xfrm>
              <a:off x="6759919" y="5596853"/>
              <a:ext cx="190623" cy="87952"/>
            </a:xfrm>
            <a:custGeom>
              <a:avLst/>
              <a:gdLst>
                <a:gd name="connsiteX0" fmla="*/ 0 w 190623"/>
                <a:gd name="connsiteY0" fmla="*/ 0 h 87952"/>
                <a:gd name="connsiteX1" fmla="*/ 0 w 190623"/>
                <a:gd name="connsiteY1" fmla="*/ 87952 h 87952"/>
                <a:gd name="connsiteX2" fmla="*/ 190624 w 190623"/>
                <a:gd name="connsiteY2" fmla="*/ 87952 h 87952"/>
                <a:gd name="connsiteX3" fmla="*/ 190624 w 190623"/>
                <a:gd name="connsiteY3" fmla="*/ 0 h 87952"/>
                <a:gd name="connsiteX4" fmla="*/ 0 w 190623"/>
                <a:gd name="connsiteY4" fmla="*/ 0 h 87952"/>
                <a:gd name="connsiteX5" fmla="*/ 70275 w 190623"/>
                <a:gd name="connsiteY5" fmla="*/ 71082 h 87952"/>
                <a:gd name="connsiteX6" fmla="*/ 20485 w 190623"/>
                <a:gd name="connsiteY6" fmla="*/ 71082 h 87952"/>
                <a:gd name="connsiteX7" fmla="*/ 11001 w 190623"/>
                <a:gd name="connsiteY7" fmla="*/ 61604 h 87952"/>
                <a:gd name="connsiteX8" fmla="*/ 20485 w 190623"/>
                <a:gd name="connsiteY8" fmla="*/ 52127 h 87952"/>
                <a:gd name="connsiteX9" fmla="*/ 70275 w 190623"/>
                <a:gd name="connsiteY9" fmla="*/ 52127 h 87952"/>
                <a:gd name="connsiteX10" fmla="*/ 79758 w 190623"/>
                <a:gd name="connsiteY10" fmla="*/ 61604 h 87952"/>
                <a:gd name="connsiteX11" fmla="*/ 70275 w 190623"/>
                <a:gd name="connsiteY11" fmla="*/ 71082 h 8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623" h="87952">
                  <a:moveTo>
                    <a:pt x="0" y="0"/>
                  </a:moveTo>
                  <a:lnTo>
                    <a:pt x="0" y="87952"/>
                  </a:lnTo>
                  <a:lnTo>
                    <a:pt x="190624" y="87952"/>
                  </a:lnTo>
                  <a:lnTo>
                    <a:pt x="190624" y="0"/>
                  </a:lnTo>
                  <a:lnTo>
                    <a:pt x="0" y="0"/>
                  </a:lnTo>
                  <a:close/>
                  <a:moveTo>
                    <a:pt x="70275" y="71082"/>
                  </a:moveTo>
                  <a:lnTo>
                    <a:pt x="20485" y="71082"/>
                  </a:lnTo>
                  <a:cubicBezTo>
                    <a:pt x="15269" y="71082"/>
                    <a:pt x="11001" y="66817"/>
                    <a:pt x="11001" y="61604"/>
                  </a:cubicBezTo>
                  <a:cubicBezTo>
                    <a:pt x="11001" y="56392"/>
                    <a:pt x="15269" y="52127"/>
                    <a:pt x="20485" y="52127"/>
                  </a:cubicBezTo>
                  <a:lnTo>
                    <a:pt x="70275" y="52127"/>
                  </a:lnTo>
                  <a:cubicBezTo>
                    <a:pt x="75491" y="52127"/>
                    <a:pt x="79758" y="56392"/>
                    <a:pt x="79758" y="61604"/>
                  </a:cubicBezTo>
                  <a:cubicBezTo>
                    <a:pt x="79758" y="66817"/>
                    <a:pt x="75491" y="71082"/>
                    <a:pt x="70275" y="71082"/>
                  </a:cubicBezTo>
                  <a:close/>
                </a:path>
              </a:pathLst>
            </a:custGeom>
            <a:grpFill/>
            <a:ln w="9463" cap="flat">
              <a:noFill/>
              <a:prstDash val="solid"/>
              <a:miter/>
            </a:ln>
          </p:spPr>
          <p:txBody>
            <a:bodyPr rtlCol="0" anchor="ctr"/>
            <a:lstStyle/>
            <a:p>
              <a:endParaRPr lang="en-US"/>
            </a:p>
          </p:txBody>
        </p:sp>
        <p:sp>
          <p:nvSpPr>
            <p:cNvPr id="31" name="Freeform 30">
              <a:extLst>
                <a:ext uri="{FF2B5EF4-FFF2-40B4-BE49-F238E27FC236}">
                  <a16:creationId xmlns:a16="http://schemas.microsoft.com/office/drawing/2014/main" id="{359040CB-25F9-234C-986E-58C44C54C0A0}"/>
                </a:ext>
              </a:extLst>
            </p:cNvPr>
            <p:cNvSpPr/>
            <p:nvPr/>
          </p:nvSpPr>
          <p:spPr>
            <a:xfrm>
              <a:off x="6637294" y="5293001"/>
              <a:ext cx="537729" cy="537380"/>
            </a:xfrm>
            <a:custGeom>
              <a:avLst/>
              <a:gdLst>
                <a:gd name="connsiteX0" fmla="*/ 268865 w 537729"/>
                <a:gd name="connsiteY0" fmla="*/ 0 h 537380"/>
                <a:gd name="connsiteX1" fmla="*/ 0 w 537729"/>
                <a:gd name="connsiteY1" fmla="*/ 268690 h 537380"/>
                <a:gd name="connsiteX2" fmla="*/ 268865 w 537729"/>
                <a:gd name="connsiteY2" fmla="*/ 537381 h 537380"/>
                <a:gd name="connsiteX3" fmla="*/ 537730 w 537729"/>
                <a:gd name="connsiteY3" fmla="*/ 268690 h 537380"/>
                <a:gd name="connsiteX4" fmla="*/ 268865 w 537729"/>
                <a:gd name="connsiteY4" fmla="*/ 0 h 537380"/>
                <a:gd name="connsiteX5" fmla="*/ 332216 w 537729"/>
                <a:gd name="connsiteY5" fmla="*/ 401282 h 537380"/>
                <a:gd name="connsiteX6" fmla="*/ 322733 w 537729"/>
                <a:gd name="connsiteY6" fmla="*/ 410760 h 537380"/>
                <a:gd name="connsiteX7" fmla="*/ 113141 w 537729"/>
                <a:gd name="connsiteY7" fmla="*/ 410760 h 537380"/>
                <a:gd name="connsiteX8" fmla="*/ 103658 w 537729"/>
                <a:gd name="connsiteY8" fmla="*/ 401282 h 537380"/>
                <a:gd name="connsiteX9" fmla="*/ 103658 w 537729"/>
                <a:gd name="connsiteY9" fmla="*/ 250209 h 537380"/>
                <a:gd name="connsiteX10" fmla="*/ 113141 w 537729"/>
                <a:gd name="connsiteY10" fmla="*/ 240731 h 537380"/>
                <a:gd name="connsiteX11" fmla="*/ 322733 w 537729"/>
                <a:gd name="connsiteY11" fmla="*/ 240731 h 537380"/>
                <a:gd name="connsiteX12" fmla="*/ 332216 w 537729"/>
                <a:gd name="connsiteY12" fmla="*/ 250209 h 537380"/>
                <a:gd name="connsiteX13" fmla="*/ 332216 w 537729"/>
                <a:gd name="connsiteY13" fmla="*/ 401282 h 537380"/>
                <a:gd name="connsiteX14" fmla="*/ 358297 w 537729"/>
                <a:gd name="connsiteY14" fmla="*/ 252010 h 537380"/>
                <a:gd name="connsiteX15" fmla="*/ 355167 w 537729"/>
                <a:gd name="connsiteY15" fmla="*/ 252578 h 537380"/>
                <a:gd name="connsiteX16" fmla="*/ 346252 w 537729"/>
                <a:gd name="connsiteY16" fmla="*/ 246228 h 537380"/>
                <a:gd name="connsiteX17" fmla="*/ 328423 w 537729"/>
                <a:gd name="connsiteY17" fmla="*/ 225852 h 537380"/>
                <a:gd name="connsiteX18" fmla="*/ 301584 w 537729"/>
                <a:gd name="connsiteY18" fmla="*/ 223482 h 537380"/>
                <a:gd name="connsiteX19" fmla="*/ 289729 w 537729"/>
                <a:gd name="connsiteY19" fmla="*/ 217227 h 537380"/>
                <a:gd name="connsiteX20" fmla="*/ 295988 w 537729"/>
                <a:gd name="connsiteY20" fmla="*/ 205380 h 537380"/>
                <a:gd name="connsiteX21" fmla="*/ 337053 w 537729"/>
                <a:gd name="connsiteY21" fmla="*/ 209076 h 537380"/>
                <a:gd name="connsiteX22" fmla="*/ 363987 w 537729"/>
                <a:gd name="connsiteY22" fmla="*/ 239878 h 537380"/>
                <a:gd name="connsiteX23" fmla="*/ 358297 w 537729"/>
                <a:gd name="connsiteY23" fmla="*/ 252010 h 537380"/>
                <a:gd name="connsiteX24" fmla="*/ 395473 w 537729"/>
                <a:gd name="connsiteY24" fmla="*/ 239215 h 537380"/>
                <a:gd name="connsiteX25" fmla="*/ 392249 w 537729"/>
                <a:gd name="connsiteY25" fmla="*/ 239784 h 537380"/>
                <a:gd name="connsiteX26" fmla="*/ 383334 w 537729"/>
                <a:gd name="connsiteY26" fmla="*/ 233528 h 537380"/>
                <a:gd name="connsiteX27" fmla="*/ 346063 w 537729"/>
                <a:gd name="connsiteY27" fmla="*/ 191353 h 537380"/>
                <a:gd name="connsiteX28" fmla="*/ 295040 w 537729"/>
                <a:gd name="connsiteY28" fmla="*/ 188510 h 537380"/>
                <a:gd name="connsiteX29" fmla="*/ 281857 w 537729"/>
                <a:gd name="connsiteY29" fmla="*/ 179601 h 537380"/>
                <a:gd name="connsiteX30" fmla="*/ 289729 w 537729"/>
                <a:gd name="connsiteY30" fmla="*/ 170218 h 537380"/>
                <a:gd name="connsiteX31" fmla="*/ 354693 w 537729"/>
                <a:gd name="connsiteY31" fmla="*/ 174388 h 537380"/>
                <a:gd name="connsiteX32" fmla="*/ 401258 w 537729"/>
                <a:gd name="connsiteY32" fmla="*/ 226989 h 537380"/>
                <a:gd name="connsiteX33" fmla="*/ 395473 w 537729"/>
                <a:gd name="connsiteY33" fmla="*/ 239215 h 537380"/>
                <a:gd name="connsiteX34" fmla="*/ 426959 w 537729"/>
                <a:gd name="connsiteY34" fmla="*/ 224714 h 537380"/>
                <a:gd name="connsiteX35" fmla="*/ 424209 w 537729"/>
                <a:gd name="connsiteY35" fmla="*/ 225093 h 537380"/>
                <a:gd name="connsiteX36" fmla="*/ 415105 w 537729"/>
                <a:gd name="connsiteY36" fmla="*/ 218364 h 537380"/>
                <a:gd name="connsiteX37" fmla="*/ 413682 w 537729"/>
                <a:gd name="connsiteY37" fmla="*/ 214004 h 537380"/>
                <a:gd name="connsiteX38" fmla="*/ 282427 w 537729"/>
                <a:gd name="connsiteY38" fmla="*/ 151168 h 537380"/>
                <a:gd name="connsiteX39" fmla="*/ 270287 w 537729"/>
                <a:gd name="connsiteY39" fmla="*/ 145387 h 537380"/>
                <a:gd name="connsiteX40" fmla="*/ 276072 w 537729"/>
                <a:gd name="connsiteY40" fmla="*/ 133255 h 537380"/>
                <a:gd name="connsiteX41" fmla="*/ 431511 w 537729"/>
                <a:gd name="connsiteY41" fmla="*/ 207654 h 537380"/>
                <a:gd name="connsiteX42" fmla="*/ 433218 w 537729"/>
                <a:gd name="connsiteY42" fmla="*/ 212772 h 537380"/>
                <a:gd name="connsiteX43" fmla="*/ 426959 w 537729"/>
                <a:gd name="connsiteY43" fmla="*/ 224714 h 5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537729" h="537380">
                  <a:moveTo>
                    <a:pt x="268865" y="0"/>
                  </a:moveTo>
                  <a:cubicBezTo>
                    <a:pt x="120349" y="0"/>
                    <a:pt x="0" y="120271"/>
                    <a:pt x="0" y="268690"/>
                  </a:cubicBezTo>
                  <a:cubicBezTo>
                    <a:pt x="0" y="417110"/>
                    <a:pt x="120349" y="537381"/>
                    <a:pt x="268865" y="537381"/>
                  </a:cubicBezTo>
                  <a:cubicBezTo>
                    <a:pt x="417381" y="537381"/>
                    <a:pt x="537730" y="417110"/>
                    <a:pt x="537730" y="268690"/>
                  </a:cubicBezTo>
                  <a:cubicBezTo>
                    <a:pt x="537730" y="120271"/>
                    <a:pt x="417381" y="0"/>
                    <a:pt x="268865" y="0"/>
                  </a:cubicBezTo>
                  <a:close/>
                  <a:moveTo>
                    <a:pt x="332216" y="401282"/>
                  </a:moveTo>
                  <a:cubicBezTo>
                    <a:pt x="332216" y="406495"/>
                    <a:pt x="327949" y="410760"/>
                    <a:pt x="322733" y="410760"/>
                  </a:cubicBezTo>
                  <a:lnTo>
                    <a:pt x="113141" y="410760"/>
                  </a:lnTo>
                  <a:cubicBezTo>
                    <a:pt x="107925" y="410760"/>
                    <a:pt x="103658" y="406495"/>
                    <a:pt x="103658" y="401282"/>
                  </a:cubicBezTo>
                  <a:lnTo>
                    <a:pt x="103658" y="250209"/>
                  </a:lnTo>
                  <a:cubicBezTo>
                    <a:pt x="103658" y="244996"/>
                    <a:pt x="107925" y="240731"/>
                    <a:pt x="113141" y="240731"/>
                  </a:cubicBezTo>
                  <a:lnTo>
                    <a:pt x="322733" y="240731"/>
                  </a:lnTo>
                  <a:cubicBezTo>
                    <a:pt x="327949" y="240731"/>
                    <a:pt x="332216" y="244996"/>
                    <a:pt x="332216" y="250209"/>
                  </a:cubicBezTo>
                  <a:lnTo>
                    <a:pt x="332216" y="401282"/>
                  </a:lnTo>
                  <a:close/>
                  <a:moveTo>
                    <a:pt x="358297" y="252010"/>
                  </a:moveTo>
                  <a:cubicBezTo>
                    <a:pt x="357253" y="252389"/>
                    <a:pt x="356210" y="252578"/>
                    <a:pt x="355167" y="252578"/>
                  </a:cubicBezTo>
                  <a:cubicBezTo>
                    <a:pt x="351279" y="252578"/>
                    <a:pt x="347580" y="250114"/>
                    <a:pt x="346252" y="246228"/>
                  </a:cubicBezTo>
                  <a:cubicBezTo>
                    <a:pt x="343123" y="237414"/>
                    <a:pt x="336769" y="230211"/>
                    <a:pt x="328423" y="225852"/>
                  </a:cubicBezTo>
                  <a:cubicBezTo>
                    <a:pt x="320077" y="221587"/>
                    <a:pt x="310593" y="220734"/>
                    <a:pt x="301584" y="223482"/>
                  </a:cubicBezTo>
                  <a:cubicBezTo>
                    <a:pt x="296557" y="224999"/>
                    <a:pt x="291246" y="222155"/>
                    <a:pt x="289729" y="217227"/>
                  </a:cubicBezTo>
                  <a:cubicBezTo>
                    <a:pt x="288212" y="212204"/>
                    <a:pt x="290962" y="206896"/>
                    <a:pt x="295988" y="205380"/>
                  </a:cubicBezTo>
                  <a:cubicBezTo>
                    <a:pt x="309740" y="201210"/>
                    <a:pt x="324345" y="202442"/>
                    <a:pt x="337053" y="209076"/>
                  </a:cubicBezTo>
                  <a:cubicBezTo>
                    <a:pt x="349666" y="215616"/>
                    <a:pt x="359245" y="226515"/>
                    <a:pt x="363987" y="239878"/>
                  </a:cubicBezTo>
                  <a:cubicBezTo>
                    <a:pt x="365884" y="244901"/>
                    <a:pt x="363323" y="250304"/>
                    <a:pt x="358297" y="252010"/>
                  </a:cubicBezTo>
                  <a:close/>
                  <a:moveTo>
                    <a:pt x="395473" y="239215"/>
                  </a:moveTo>
                  <a:cubicBezTo>
                    <a:pt x="394430" y="239594"/>
                    <a:pt x="393292" y="239784"/>
                    <a:pt x="392249" y="239784"/>
                  </a:cubicBezTo>
                  <a:cubicBezTo>
                    <a:pt x="388360" y="239784"/>
                    <a:pt x="384756" y="237414"/>
                    <a:pt x="383334" y="233528"/>
                  </a:cubicBezTo>
                  <a:cubicBezTo>
                    <a:pt x="376695" y="215142"/>
                    <a:pt x="363418" y="200167"/>
                    <a:pt x="346063" y="191353"/>
                  </a:cubicBezTo>
                  <a:cubicBezTo>
                    <a:pt x="330225" y="183297"/>
                    <a:pt x="311637" y="182254"/>
                    <a:pt x="295040" y="188510"/>
                  </a:cubicBezTo>
                  <a:cubicBezTo>
                    <a:pt x="289065" y="190784"/>
                    <a:pt x="281857" y="186046"/>
                    <a:pt x="281857" y="179601"/>
                  </a:cubicBezTo>
                  <a:cubicBezTo>
                    <a:pt x="281857" y="174767"/>
                    <a:pt x="285177" y="170787"/>
                    <a:pt x="289729" y="170218"/>
                  </a:cubicBezTo>
                  <a:cubicBezTo>
                    <a:pt x="310973" y="162636"/>
                    <a:pt x="334492" y="164152"/>
                    <a:pt x="354693" y="174388"/>
                  </a:cubicBezTo>
                  <a:cubicBezTo>
                    <a:pt x="376411" y="185382"/>
                    <a:pt x="392912" y="204148"/>
                    <a:pt x="401258" y="226989"/>
                  </a:cubicBezTo>
                  <a:cubicBezTo>
                    <a:pt x="402965" y="232012"/>
                    <a:pt x="400405" y="237414"/>
                    <a:pt x="395473" y="239215"/>
                  </a:cubicBezTo>
                  <a:close/>
                  <a:moveTo>
                    <a:pt x="426959" y="224714"/>
                  </a:moveTo>
                  <a:cubicBezTo>
                    <a:pt x="426011" y="224999"/>
                    <a:pt x="425062" y="225093"/>
                    <a:pt x="424209" y="225093"/>
                  </a:cubicBezTo>
                  <a:cubicBezTo>
                    <a:pt x="420131" y="225093"/>
                    <a:pt x="416432" y="222440"/>
                    <a:pt x="415105" y="218364"/>
                  </a:cubicBezTo>
                  <a:cubicBezTo>
                    <a:pt x="414630" y="216848"/>
                    <a:pt x="414156" y="215426"/>
                    <a:pt x="413682" y="214004"/>
                  </a:cubicBezTo>
                  <a:cubicBezTo>
                    <a:pt x="394809" y="160551"/>
                    <a:pt x="336010" y="132402"/>
                    <a:pt x="282427" y="151168"/>
                  </a:cubicBezTo>
                  <a:cubicBezTo>
                    <a:pt x="277495" y="152874"/>
                    <a:pt x="272089" y="150315"/>
                    <a:pt x="270287" y="145387"/>
                  </a:cubicBezTo>
                  <a:cubicBezTo>
                    <a:pt x="268580" y="140458"/>
                    <a:pt x="271141" y="135056"/>
                    <a:pt x="276072" y="133255"/>
                  </a:cubicBezTo>
                  <a:cubicBezTo>
                    <a:pt x="339424" y="110983"/>
                    <a:pt x="409224" y="144344"/>
                    <a:pt x="431511" y="207654"/>
                  </a:cubicBezTo>
                  <a:cubicBezTo>
                    <a:pt x="432080" y="209360"/>
                    <a:pt x="432649" y="211066"/>
                    <a:pt x="433218" y="212772"/>
                  </a:cubicBezTo>
                  <a:cubicBezTo>
                    <a:pt x="434831" y="217890"/>
                    <a:pt x="431986" y="223103"/>
                    <a:pt x="426959" y="224714"/>
                  </a:cubicBezTo>
                  <a:close/>
                </a:path>
              </a:pathLst>
            </a:custGeom>
            <a:grpFill/>
            <a:ln w="9463" cap="flat">
              <a:noFill/>
              <a:prstDash val="solid"/>
              <a:miter/>
            </a:ln>
          </p:spPr>
          <p:txBody>
            <a:bodyPr rtlCol="0" anchor="ctr"/>
            <a:lstStyle/>
            <a:p>
              <a:endParaRPr lang="en-US"/>
            </a:p>
          </p:txBody>
        </p:sp>
      </p:grpSp>
      <p:grpSp>
        <p:nvGrpSpPr>
          <p:cNvPr id="32" name="Graphic 9">
            <a:extLst>
              <a:ext uri="{FF2B5EF4-FFF2-40B4-BE49-F238E27FC236}">
                <a16:creationId xmlns:a16="http://schemas.microsoft.com/office/drawing/2014/main" id="{B0504D42-E9EB-8B4E-AD7A-573BAF98FF42}"/>
              </a:ext>
            </a:extLst>
          </p:cNvPr>
          <p:cNvGrpSpPr>
            <a:grpSpLocks noChangeAspect="1"/>
          </p:cNvGrpSpPr>
          <p:nvPr/>
        </p:nvGrpSpPr>
        <p:grpSpPr>
          <a:xfrm>
            <a:off x="3607758" y="3824168"/>
            <a:ext cx="367200" cy="366962"/>
            <a:chOff x="6811510" y="4884583"/>
            <a:chExt cx="537729" cy="537380"/>
          </a:xfrm>
          <a:solidFill>
            <a:schemeClr val="accent3"/>
          </a:solidFill>
        </p:grpSpPr>
        <p:sp>
          <p:nvSpPr>
            <p:cNvPr id="33" name="Freeform 32">
              <a:extLst>
                <a:ext uri="{FF2B5EF4-FFF2-40B4-BE49-F238E27FC236}">
                  <a16:creationId xmlns:a16="http://schemas.microsoft.com/office/drawing/2014/main" id="{7A3CEDFF-EDFA-A047-8D10-52CBD4485C07}"/>
                </a:ext>
              </a:extLst>
            </p:cNvPr>
            <p:cNvSpPr/>
            <p:nvPr/>
          </p:nvSpPr>
          <p:spPr>
            <a:xfrm>
              <a:off x="6811510" y="4884583"/>
              <a:ext cx="537729" cy="537380"/>
            </a:xfrm>
            <a:custGeom>
              <a:avLst/>
              <a:gdLst>
                <a:gd name="connsiteX0" fmla="*/ 269339 w 537729"/>
                <a:gd name="connsiteY0" fmla="*/ 0 h 537380"/>
                <a:gd name="connsiteX1" fmla="*/ 268960 w 537729"/>
                <a:gd name="connsiteY1" fmla="*/ 0 h 537380"/>
                <a:gd name="connsiteX2" fmla="*/ 0 w 537729"/>
                <a:gd name="connsiteY2" fmla="*/ 268596 h 537380"/>
                <a:gd name="connsiteX3" fmla="*/ 268770 w 537729"/>
                <a:gd name="connsiteY3" fmla="*/ 537381 h 537380"/>
                <a:gd name="connsiteX4" fmla="*/ 537730 w 537729"/>
                <a:gd name="connsiteY4" fmla="*/ 268975 h 537380"/>
                <a:gd name="connsiteX5" fmla="*/ 269339 w 537729"/>
                <a:gd name="connsiteY5" fmla="*/ 0 h 537380"/>
                <a:gd name="connsiteX6" fmla="*/ 269908 w 537729"/>
                <a:gd name="connsiteY6" fmla="*/ 518425 h 537380"/>
                <a:gd name="connsiteX7" fmla="*/ 19537 w 537729"/>
                <a:gd name="connsiteY7" fmla="*/ 269164 h 537380"/>
                <a:gd name="connsiteX8" fmla="*/ 19537 w 537729"/>
                <a:gd name="connsiteY8" fmla="*/ 268975 h 537380"/>
                <a:gd name="connsiteX9" fmla="*/ 268960 w 537729"/>
                <a:gd name="connsiteY9" fmla="*/ 18955 h 537380"/>
                <a:gd name="connsiteX10" fmla="*/ 519331 w 537729"/>
                <a:gd name="connsiteY10" fmla="*/ 268216 h 537380"/>
                <a:gd name="connsiteX11" fmla="*/ 269908 w 537729"/>
                <a:gd name="connsiteY11" fmla="*/ 518425 h 5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729" h="537380">
                  <a:moveTo>
                    <a:pt x="269339" y="0"/>
                  </a:moveTo>
                  <a:cubicBezTo>
                    <a:pt x="269244" y="0"/>
                    <a:pt x="269055" y="0"/>
                    <a:pt x="268960" y="0"/>
                  </a:cubicBezTo>
                  <a:cubicBezTo>
                    <a:pt x="120444" y="-95"/>
                    <a:pt x="95" y="120176"/>
                    <a:pt x="0" y="268596"/>
                  </a:cubicBezTo>
                  <a:cubicBezTo>
                    <a:pt x="-95" y="417015"/>
                    <a:pt x="120254" y="537286"/>
                    <a:pt x="268770" y="537381"/>
                  </a:cubicBezTo>
                  <a:cubicBezTo>
                    <a:pt x="417191" y="537475"/>
                    <a:pt x="537540" y="417299"/>
                    <a:pt x="537730" y="268975"/>
                  </a:cubicBezTo>
                  <a:cubicBezTo>
                    <a:pt x="537919" y="120650"/>
                    <a:pt x="417760" y="190"/>
                    <a:pt x="269339" y="0"/>
                  </a:cubicBezTo>
                  <a:close/>
                  <a:moveTo>
                    <a:pt x="269908" y="518425"/>
                  </a:moveTo>
                  <a:cubicBezTo>
                    <a:pt x="131919" y="518710"/>
                    <a:pt x="19821" y="407064"/>
                    <a:pt x="19537" y="269164"/>
                  </a:cubicBezTo>
                  <a:cubicBezTo>
                    <a:pt x="19537" y="269069"/>
                    <a:pt x="19537" y="269069"/>
                    <a:pt x="19537" y="268975"/>
                  </a:cubicBezTo>
                  <a:cubicBezTo>
                    <a:pt x="19442" y="131170"/>
                    <a:pt x="131066" y="19334"/>
                    <a:pt x="268960" y="18955"/>
                  </a:cubicBezTo>
                  <a:cubicBezTo>
                    <a:pt x="406948" y="18671"/>
                    <a:pt x="519047" y="130317"/>
                    <a:pt x="519331" y="268216"/>
                  </a:cubicBezTo>
                  <a:cubicBezTo>
                    <a:pt x="519616" y="406116"/>
                    <a:pt x="407897" y="518141"/>
                    <a:pt x="269908" y="518425"/>
                  </a:cubicBezTo>
                  <a:close/>
                </a:path>
              </a:pathLst>
            </a:custGeom>
            <a:grpFill/>
            <a:ln w="9463"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01D8A011-DCDF-FF46-87BD-544E3A2F9801}"/>
                </a:ext>
              </a:extLst>
            </p:cNvPr>
            <p:cNvSpPr/>
            <p:nvPr/>
          </p:nvSpPr>
          <p:spPr>
            <a:xfrm>
              <a:off x="6898286" y="5078969"/>
              <a:ext cx="248051" cy="223861"/>
            </a:xfrm>
            <a:custGeom>
              <a:avLst/>
              <a:gdLst>
                <a:gd name="connsiteX0" fmla="*/ 238517 w 248051"/>
                <a:gd name="connsiteY0" fmla="*/ 63974 h 223861"/>
                <a:gd name="connsiteX1" fmla="*/ 64869 w 248051"/>
                <a:gd name="connsiteY1" fmla="*/ 63974 h 223861"/>
                <a:gd name="connsiteX2" fmla="*/ 42867 w 248051"/>
                <a:gd name="connsiteY2" fmla="*/ 6066 h 223861"/>
                <a:gd name="connsiteX3" fmla="*/ 34047 w 248051"/>
                <a:gd name="connsiteY3" fmla="*/ 0 h 223861"/>
                <a:gd name="connsiteX4" fmla="*/ 9484 w 248051"/>
                <a:gd name="connsiteY4" fmla="*/ 0 h 223861"/>
                <a:gd name="connsiteX5" fmla="*/ 0 w 248051"/>
                <a:gd name="connsiteY5" fmla="*/ 9478 h 223861"/>
                <a:gd name="connsiteX6" fmla="*/ 9484 w 248051"/>
                <a:gd name="connsiteY6" fmla="*/ 18955 h 223861"/>
                <a:gd name="connsiteX7" fmla="*/ 27503 w 248051"/>
                <a:gd name="connsiteY7" fmla="*/ 18955 h 223861"/>
                <a:gd name="connsiteX8" fmla="*/ 89622 w 248051"/>
                <a:gd name="connsiteY8" fmla="*/ 182065 h 223861"/>
                <a:gd name="connsiteX9" fmla="*/ 82319 w 248051"/>
                <a:gd name="connsiteY9" fmla="*/ 199409 h 223861"/>
                <a:gd name="connsiteX10" fmla="*/ 106787 w 248051"/>
                <a:gd name="connsiteY10" fmla="*/ 223861 h 223861"/>
                <a:gd name="connsiteX11" fmla="*/ 129359 w 248051"/>
                <a:gd name="connsiteY11" fmla="*/ 208887 h 223861"/>
                <a:gd name="connsiteX12" fmla="*/ 163121 w 248051"/>
                <a:gd name="connsiteY12" fmla="*/ 208887 h 223861"/>
                <a:gd name="connsiteX13" fmla="*/ 185692 w 248051"/>
                <a:gd name="connsiteY13" fmla="*/ 223861 h 223861"/>
                <a:gd name="connsiteX14" fmla="*/ 210160 w 248051"/>
                <a:gd name="connsiteY14" fmla="*/ 199409 h 223861"/>
                <a:gd name="connsiteX15" fmla="*/ 185692 w 248051"/>
                <a:gd name="connsiteY15" fmla="*/ 174957 h 223861"/>
                <a:gd name="connsiteX16" fmla="*/ 163121 w 248051"/>
                <a:gd name="connsiteY16" fmla="*/ 189931 h 223861"/>
                <a:gd name="connsiteX17" fmla="*/ 129359 w 248051"/>
                <a:gd name="connsiteY17" fmla="*/ 189931 h 223861"/>
                <a:gd name="connsiteX18" fmla="*/ 107167 w 248051"/>
                <a:gd name="connsiteY18" fmla="*/ 174957 h 223861"/>
                <a:gd name="connsiteX19" fmla="*/ 102994 w 248051"/>
                <a:gd name="connsiteY19" fmla="*/ 164057 h 223861"/>
                <a:gd name="connsiteX20" fmla="*/ 207789 w 248051"/>
                <a:gd name="connsiteY20" fmla="*/ 164057 h 223861"/>
                <a:gd name="connsiteX21" fmla="*/ 216704 w 248051"/>
                <a:gd name="connsiteY21" fmla="*/ 157897 h 223861"/>
                <a:gd name="connsiteX22" fmla="*/ 247431 w 248051"/>
                <a:gd name="connsiteY22" fmla="*/ 76769 h 223861"/>
                <a:gd name="connsiteX23" fmla="*/ 246388 w 248051"/>
                <a:gd name="connsiteY23" fmla="*/ 68049 h 223861"/>
                <a:gd name="connsiteX24" fmla="*/ 238517 w 248051"/>
                <a:gd name="connsiteY24" fmla="*/ 63974 h 223861"/>
                <a:gd name="connsiteX25" fmla="*/ 180097 w 248051"/>
                <a:gd name="connsiteY25" fmla="*/ 199219 h 223861"/>
                <a:gd name="connsiteX26" fmla="*/ 185597 w 248051"/>
                <a:gd name="connsiteY26" fmla="*/ 193912 h 223861"/>
                <a:gd name="connsiteX27" fmla="*/ 191098 w 248051"/>
                <a:gd name="connsiteY27" fmla="*/ 199409 h 223861"/>
                <a:gd name="connsiteX28" fmla="*/ 185597 w 248051"/>
                <a:gd name="connsiteY28" fmla="*/ 204906 h 223861"/>
                <a:gd name="connsiteX29" fmla="*/ 180097 w 248051"/>
                <a:gd name="connsiteY29" fmla="*/ 199599 h 223861"/>
                <a:gd name="connsiteX30" fmla="*/ 180097 w 248051"/>
                <a:gd name="connsiteY30" fmla="*/ 199409 h 223861"/>
                <a:gd name="connsiteX31" fmla="*/ 180097 w 248051"/>
                <a:gd name="connsiteY31" fmla="*/ 199219 h 223861"/>
                <a:gd name="connsiteX32" fmla="*/ 104227 w 248051"/>
                <a:gd name="connsiteY32" fmla="*/ 194575 h 223861"/>
                <a:gd name="connsiteX33" fmla="*/ 104321 w 248051"/>
                <a:gd name="connsiteY33" fmla="*/ 194575 h 223861"/>
                <a:gd name="connsiteX34" fmla="*/ 104701 w 248051"/>
                <a:gd name="connsiteY34" fmla="*/ 194386 h 223861"/>
                <a:gd name="connsiteX35" fmla="*/ 106692 w 248051"/>
                <a:gd name="connsiteY35" fmla="*/ 194007 h 223861"/>
                <a:gd name="connsiteX36" fmla="*/ 112193 w 248051"/>
                <a:gd name="connsiteY36" fmla="*/ 199504 h 223861"/>
                <a:gd name="connsiteX37" fmla="*/ 106692 w 248051"/>
                <a:gd name="connsiteY37" fmla="*/ 205001 h 223861"/>
                <a:gd name="connsiteX38" fmla="*/ 101192 w 248051"/>
                <a:gd name="connsiteY38" fmla="*/ 199504 h 223861"/>
                <a:gd name="connsiteX39" fmla="*/ 104227 w 248051"/>
                <a:gd name="connsiteY39" fmla="*/ 194575 h 223861"/>
                <a:gd name="connsiteX40" fmla="*/ 201246 w 248051"/>
                <a:gd name="connsiteY40" fmla="*/ 145102 h 223861"/>
                <a:gd name="connsiteX41" fmla="*/ 95691 w 248051"/>
                <a:gd name="connsiteY41" fmla="*/ 145102 h 223861"/>
                <a:gd name="connsiteX42" fmla="*/ 87251 w 248051"/>
                <a:gd name="connsiteY42" fmla="*/ 122830 h 223861"/>
                <a:gd name="connsiteX43" fmla="*/ 209686 w 248051"/>
                <a:gd name="connsiteY43" fmla="*/ 122830 h 223861"/>
                <a:gd name="connsiteX44" fmla="*/ 201246 w 248051"/>
                <a:gd name="connsiteY44" fmla="*/ 145102 h 223861"/>
                <a:gd name="connsiteX45" fmla="*/ 216894 w 248051"/>
                <a:gd name="connsiteY45" fmla="*/ 103875 h 223861"/>
                <a:gd name="connsiteX46" fmla="*/ 80043 w 248051"/>
                <a:gd name="connsiteY46" fmla="*/ 103875 h 223861"/>
                <a:gd name="connsiteX47" fmla="*/ 72077 w 248051"/>
                <a:gd name="connsiteY47" fmla="*/ 82929 h 223861"/>
                <a:gd name="connsiteX48" fmla="*/ 224860 w 248051"/>
                <a:gd name="connsiteY48" fmla="*/ 82929 h 223861"/>
                <a:gd name="connsiteX49" fmla="*/ 216894 w 248051"/>
                <a:gd name="connsiteY49" fmla="*/ 103875 h 22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48051" h="223861">
                  <a:moveTo>
                    <a:pt x="238517" y="63974"/>
                  </a:moveTo>
                  <a:lnTo>
                    <a:pt x="64869" y="63974"/>
                  </a:lnTo>
                  <a:lnTo>
                    <a:pt x="42867" y="6066"/>
                  </a:lnTo>
                  <a:cubicBezTo>
                    <a:pt x="41444" y="2369"/>
                    <a:pt x="37935" y="0"/>
                    <a:pt x="34047" y="0"/>
                  </a:cubicBezTo>
                  <a:lnTo>
                    <a:pt x="9484" y="0"/>
                  </a:lnTo>
                  <a:cubicBezTo>
                    <a:pt x="4268" y="0"/>
                    <a:pt x="0" y="4265"/>
                    <a:pt x="0" y="9478"/>
                  </a:cubicBezTo>
                  <a:cubicBezTo>
                    <a:pt x="0" y="14690"/>
                    <a:pt x="4268" y="18955"/>
                    <a:pt x="9484" y="18955"/>
                  </a:cubicBezTo>
                  <a:lnTo>
                    <a:pt x="27503" y="18955"/>
                  </a:lnTo>
                  <a:lnTo>
                    <a:pt x="89622" y="182065"/>
                  </a:lnTo>
                  <a:cubicBezTo>
                    <a:pt x="85164" y="186519"/>
                    <a:pt x="82319" y="192680"/>
                    <a:pt x="82319" y="199409"/>
                  </a:cubicBezTo>
                  <a:cubicBezTo>
                    <a:pt x="82319" y="212867"/>
                    <a:pt x="93320" y="223861"/>
                    <a:pt x="106787" y="223861"/>
                  </a:cubicBezTo>
                  <a:cubicBezTo>
                    <a:pt x="116935" y="223861"/>
                    <a:pt x="125660" y="217701"/>
                    <a:pt x="129359" y="208887"/>
                  </a:cubicBezTo>
                  <a:lnTo>
                    <a:pt x="163121" y="208887"/>
                  </a:lnTo>
                  <a:cubicBezTo>
                    <a:pt x="166819" y="217701"/>
                    <a:pt x="175545" y="223861"/>
                    <a:pt x="185692" y="223861"/>
                  </a:cubicBezTo>
                  <a:cubicBezTo>
                    <a:pt x="199159" y="223861"/>
                    <a:pt x="210160" y="212867"/>
                    <a:pt x="210160" y="199409"/>
                  </a:cubicBezTo>
                  <a:cubicBezTo>
                    <a:pt x="210160" y="185951"/>
                    <a:pt x="199159" y="174957"/>
                    <a:pt x="185692" y="174957"/>
                  </a:cubicBezTo>
                  <a:cubicBezTo>
                    <a:pt x="175545" y="174957"/>
                    <a:pt x="166819" y="181117"/>
                    <a:pt x="163121" y="189931"/>
                  </a:cubicBezTo>
                  <a:lnTo>
                    <a:pt x="129359" y="189931"/>
                  </a:lnTo>
                  <a:cubicBezTo>
                    <a:pt x="125660" y="181307"/>
                    <a:pt x="117125" y="175146"/>
                    <a:pt x="107167" y="174957"/>
                  </a:cubicBezTo>
                  <a:lnTo>
                    <a:pt x="102994" y="164057"/>
                  </a:lnTo>
                  <a:lnTo>
                    <a:pt x="207789" y="164057"/>
                  </a:lnTo>
                  <a:cubicBezTo>
                    <a:pt x="211772" y="164057"/>
                    <a:pt x="215282" y="161593"/>
                    <a:pt x="216704" y="157897"/>
                  </a:cubicBezTo>
                  <a:lnTo>
                    <a:pt x="247431" y="76769"/>
                  </a:lnTo>
                  <a:cubicBezTo>
                    <a:pt x="248570" y="73831"/>
                    <a:pt x="248095" y="70608"/>
                    <a:pt x="246388" y="68049"/>
                  </a:cubicBezTo>
                  <a:cubicBezTo>
                    <a:pt x="244681" y="65490"/>
                    <a:pt x="241646" y="63974"/>
                    <a:pt x="238517" y="63974"/>
                  </a:cubicBezTo>
                  <a:close/>
                  <a:moveTo>
                    <a:pt x="180097" y="199219"/>
                  </a:moveTo>
                  <a:cubicBezTo>
                    <a:pt x="180192" y="196281"/>
                    <a:pt x="182563" y="193912"/>
                    <a:pt x="185597" y="193912"/>
                  </a:cubicBezTo>
                  <a:cubicBezTo>
                    <a:pt x="188632" y="193912"/>
                    <a:pt x="191098" y="196376"/>
                    <a:pt x="191098" y="199409"/>
                  </a:cubicBezTo>
                  <a:cubicBezTo>
                    <a:pt x="191098" y="202442"/>
                    <a:pt x="188632" y="204906"/>
                    <a:pt x="185597" y="204906"/>
                  </a:cubicBezTo>
                  <a:cubicBezTo>
                    <a:pt x="182657" y="204906"/>
                    <a:pt x="180286" y="202537"/>
                    <a:pt x="180097" y="199599"/>
                  </a:cubicBezTo>
                  <a:cubicBezTo>
                    <a:pt x="180097" y="199504"/>
                    <a:pt x="180097" y="199409"/>
                    <a:pt x="180097" y="199409"/>
                  </a:cubicBezTo>
                  <a:cubicBezTo>
                    <a:pt x="180192" y="199314"/>
                    <a:pt x="180192" y="199219"/>
                    <a:pt x="180097" y="199219"/>
                  </a:cubicBezTo>
                  <a:close/>
                  <a:moveTo>
                    <a:pt x="104227" y="194575"/>
                  </a:moveTo>
                  <a:cubicBezTo>
                    <a:pt x="104227" y="194575"/>
                    <a:pt x="104321" y="194575"/>
                    <a:pt x="104321" y="194575"/>
                  </a:cubicBezTo>
                  <a:cubicBezTo>
                    <a:pt x="104416" y="194481"/>
                    <a:pt x="104511" y="194386"/>
                    <a:pt x="104701" y="194386"/>
                  </a:cubicBezTo>
                  <a:cubicBezTo>
                    <a:pt x="105365" y="194102"/>
                    <a:pt x="105934" y="194007"/>
                    <a:pt x="106692" y="194007"/>
                  </a:cubicBezTo>
                  <a:cubicBezTo>
                    <a:pt x="109727" y="194007"/>
                    <a:pt x="112193" y="196471"/>
                    <a:pt x="112193" y="199504"/>
                  </a:cubicBezTo>
                  <a:cubicBezTo>
                    <a:pt x="112193" y="202537"/>
                    <a:pt x="109727" y="205001"/>
                    <a:pt x="106692" y="205001"/>
                  </a:cubicBezTo>
                  <a:cubicBezTo>
                    <a:pt x="103658" y="205001"/>
                    <a:pt x="101192" y="202537"/>
                    <a:pt x="101192" y="199504"/>
                  </a:cubicBezTo>
                  <a:cubicBezTo>
                    <a:pt x="101192" y="197229"/>
                    <a:pt x="102425" y="195428"/>
                    <a:pt x="104227" y="194575"/>
                  </a:cubicBezTo>
                  <a:close/>
                  <a:moveTo>
                    <a:pt x="201246" y="145102"/>
                  </a:moveTo>
                  <a:lnTo>
                    <a:pt x="95691" y="145102"/>
                  </a:lnTo>
                  <a:lnTo>
                    <a:pt x="87251" y="122830"/>
                  </a:lnTo>
                  <a:lnTo>
                    <a:pt x="209686" y="122830"/>
                  </a:lnTo>
                  <a:lnTo>
                    <a:pt x="201246" y="145102"/>
                  </a:lnTo>
                  <a:close/>
                  <a:moveTo>
                    <a:pt x="216894" y="103875"/>
                  </a:moveTo>
                  <a:lnTo>
                    <a:pt x="80043" y="103875"/>
                  </a:lnTo>
                  <a:lnTo>
                    <a:pt x="72077" y="82929"/>
                  </a:lnTo>
                  <a:lnTo>
                    <a:pt x="224860" y="82929"/>
                  </a:lnTo>
                  <a:lnTo>
                    <a:pt x="216894" y="103875"/>
                  </a:lnTo>
                  <a:close/>
                </a:path>
              </a:pathLst>
            </a:custGeom>
            <a:grpFill/>
            <a:ln w="9463" cap="flat">
              <a:noFill/>
              <a:prstDash val="solid"/>
              <a:miter/>
            </a:ln>
          </p:spPr>
          <p:txBody>
            <a:bodyPr rtlCol="0" anchor="ctr"/>
            <a:lstStyle/>
            <a:p>
              <a:endParaRPr lang="en-US"/>
            </a:p>
          </p:txBody>
        </p:sp>
        <p:sp>
          <p:nvSpPr>
            <p:cNvPr id="35" name="Freeform 34">
              <a:extLst>
                <a:ext uri="{FF2B5EF4-FFF2-40B4-BE49-F238E27FC236}">
                  <a16:creationId xmlns:a16="http://schemas.microsoft.com/office/drawing/2014/main" id="{A54A2C71-76FE-C449-9C47-4099FD267538}"/>
                </a:ext>
              </a:extLst>
            </p:cNvPr>
            <p:cNvSpPr/>
            <p:nvPr/>
          </p:nvSpPr>
          <p:spPr>
            <a:xfrm>
              <a:off x="7136896" y="5099346"/>
              <a:ext cx="59087" cy="59045"/>
            </a:xfrm>
            <a:custGeom>
              <a:avLst/>
              <a:gdLst>
                <a:gd name="connsiteX0" fmla="*/ 9675 w 59087"/>
                <a:gd name="connsiteY0" fmla="*/ 0 h 59045"/>
                <a:gd name="connsiteX1" fmla="*/ 2 w 59087"/>
                <a:gd name="connsiteY1" fmla="*/ 9288 h 59045"/>
                <a:gd name="connsiteX2" fmla="*/ 9296 w 59087"/>
                <a:gd name="connsiteY2" fmla="*/ 18955 h 59045"/>
                <a:gd name="connsiteX3" fmla="*/ 40118 w 59087"/>
                <a:gd name="connsiteY3" fmla="*/ 49757 h 59045"/>
                <a:gd name="connsiteX4" fmla="*/ 49602 w 59087"/>
                <a:gd name="connsiteY4" fmla="*/ 59046 h 59045"/>
                <a:gd name="connsiteX5" fmla="*/ 49791 w 59087"/>
                <a:gd name="connsiteY5" fmla="*/ 59046 h 59045"/>
                <a:gd name="connsiteX6" fmla="*/ 59085 w 59087"/>
                <a:gd name="connsiteY6" fmla="*/ 49378 h 59045"/>
                <a:gd name="connsiteX7" fmla="*/ 9675 w 59087"/>
                <a:gd name="connsiteY7" fmla="*/ 0 h 59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087" h="59045">
                  <a:moveTo>
                    <a:pt x="9675" y="0"/>
                  </a:moveTo>
                  <a:cubicBezTo>
                    <a:pt x="4743" y="284"/>
                    <a:pt x="96" y="4075"/>
                    <a:pt x="2" y="9288"/>
                  </a:cubicBezTo>
                  <a:cubicBezTo>
                    <a:pt x="-93" y="14501"/>
                    <a:pt x="4080" y="18860"/>
                    <a:pt x="9296" y="18955"/>
                  </a:cubicBezTo>
                  <a:cubicBezTo>
                    <a:pt x="26272" y="19334"/>
                    <a:pt x="39739" y="32793"/>
                    <a:pt x="40118" y="49757"/>
                  </a:cubicBezTo>
                  <a:cubicBezTo>
                    <a:pt x="40213" y="54875"/>
                    <a:pt x="44480" y="59046"/>
                    <a:pt x="49602" y="59046"/>
                  </a:cubicBezTo>
                  <a:cubicBezTo>
                    <a:pt x="49697" y="59046"/>
                    <a:pt x="49697" y="59046"/>
                    <a:pt x="49791" y="59046"/>
                  </a:cubicBezTo>
                  <a:cubicBezTo>
                    <a:pt x="55007" y="58951"/>
                    <a:pt x="59180" y="54591"/>
                    <a:pt x="59085" y="49378"/>
                  </a:cubicBezTo>
                  <a:cubicBezTo>
                    <a:pt x="58516" y="22272"/>
                    <a:pt x="36799" y="569"/>
                    <a:pt x="9675" y="0"/>
                  </a:cubicBezTo>
                  <a:close/>
                </a:path>
              </a:pathLst>
            </a:custGeom>
            <a:grpFill/>
            <a:ln w="9463" cap="flat">
              <a:noFill/>
              <a:prstDash val="solid"/>
              <a:miter/>
            </a:ln>
          </p:spPr>
          <p:txBody>
            <a:bodyPr rtlCol="0" anchor="ctr"/>
            <a:lstStyle/>
            <a:p>
              <a:endParaRPr lang="en-US"/>
            </a:p>
          </p:txBody>
        </p:sp>
        <p:sp>
          <p:nvSpPr>
            <p:cNvPr id="36" name="Freeform 35">
              <a:extLst>
                <a:ext uri="{FF2B5EF4-FFF2-40B4-BE49-F238E27FC236}">
                  <a16:creationId xmlns:a16="http://schemas.microsoft.com/office/drawing/2014/main" id="{16C54475-A5CD-FA48-81DB-14694EAE2A3B}"/>
                </a:ext>
              </a:extLst>
            </p:cNvPr>
            <p:cNvSpPr/>
            <p:nvPr/>
          </p:nvSpPr>
          <p:spPr>
            <a:xfrm>
              <a:off x="7139743" y="5067600"/>
              <a:ext cx="91425" cy="90317"/>
            </a:xfrm>
            <a:custGeom>
              <a:avLst/>
              <a:gdLst>
                <a:gd name="connsiteX0" fmla="*/ 9484 w 91425"/>
                <a:gd name="connsiteY0" fmla="*/ 91 h 90317"/>
                <a:gd name="connsiteX1" fmla="*/ 0 w 91425"/>
                <a:gd name="connsiteY1" fmla="*/ 9569 h 90317"/>
                <a:gd name="connsiteX2" fmla="*/ 9484 w 91425"/>
                <a:gd name="connsiteY2" fmla="*/ 19046 h 90317"/>
                <a:gd name="connsiteX3" fmla="*/ 10622 w 91425"/>
                <a:gd name="connsiteY3" fmla="*/ 19046 h 90317"/>
                <a:gd name="connsiteX4" fmla="*/ 52635 w 91425"/>
                <a:gd name="connsiteY4" fmla="*/ 35253 h 90317"/>
                <a:gd name="connsiteX5" fmla="*/ 72456 w 91425"/>
                <a:gd name="connsiteY5" fmla="*/ 81125 h 90317"/>
                <a:gd name="connsiteX6" fmla="*/ 81940 w 91425"/>
                <a:gd name="connsiteY6" fmla="*/ 90318 h 90317"/>
                <a:gd name="connsiteX7" fmla="*/ 82224 w 91425"/>
                <a:gd name="connsiteY7" fmla="*/ 90318 h 90317"/>
                <a:gd name="connsiteX8" fmla="*/ 91424 w 91425"/>
                <a:gd name="connsiteY8" fmla="*/ 80556 h 90317"/>
                <a:gd name="connsiteX9" fmla="*/ 66102 w 91425"/>
                <a:gd name="connsiteY9" fmla="*/ 21984 h 90317"/>
                <a:gd name="connsiteX10" fmla="*/ 9484 w 91425"/>
                <a:gd name="connsiteY10" fmla="*/ 91 h 90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25" h="90317">
                  <a:moveTo>
                    <a:pt x="9484" y="91"/>
                  </a:moveTo>
                  <a:cubicBezTo>
                    <a:pt x="4268" y="91"/>
                    <a:pt x="0" y="4356"/>
                    <a:pt x="0" y="9569"/>
                  </a:cubicBezTo>
                  <a:cubicBezTo>
                    <a:pt x="0" y="14781"/>
                    <a:pt x="4268" y="19046"/>
                    <a:pt x="9484" y="19046"/>
                  </a:cubicBezTo>
                  <a:cubicBezTo>
                    <a:pt x="9673" y="19046"/>
                    <a:pt x="10432" y="19046"/>
                    <a:pt x="10622" y="19046"/>
                  </a:cubicBezTo>
                  <a:cubicBezTo>
                    <a:pt x="26270" y="18288"/>
                    <a:pt x="41634" y="24164"/>
                    <a:pt x="52635" y="35253"/>
                  </a:cubicBezTo>
                  <a:cubicBezTo>
                    <a:pt x="64869" y="47574"/>
                    <a:pt x="71887" y="63875"/>
                    <a:pt x="72456" y="81125"/>
                  </a:cubicBezTo>
                  <a:cubicBezTo>
                    <a:pt x="72646" y="86242"/>
                    <a:pt x="76819" y="90318"/>
                    <a:pt x="81940" y="90318"/>
                  </a:cubicBezTo>
                  <a:cubicBezTo>
                    <a:pt x="82035" y="90318"/>
                    <a:pt x="82129" y="90318"/>
                    <a:pt x="82224" y="90318"/>
                  </a:cubicBezTo>
                  <a:cubicBezTo>
                    <a:pt x="87440" y="90128"/>
                    <a:pt x="91518" y="85769"/>
                    <a:pt x="91424" y="80556"/>
                  </a:cubicBezTo>
                  <a:cubicBezTo>
                    <a:pt x="90665" y="58473"/>
                    <a:pt x="81655" y="37717"/>
                    <a:pt x="66102" y="21984"/>
                  </a:cubicBezTo>
                  <a:cubicBezTo>
                    <a:pt x="51212" y="7010"/>
                    <a:pt x="30633" y="-952"/>
                    <a:pt x="9484" y="91"/>
                  </a:cubicBezTo>
                  <a:close/>
                </a:path>
              </a:pathLst>
            </a:custGeom>
            <a:grpFill/>
            <a:ln w="9463"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7021BB10-64CB-4C48-9D57-7297C20E4EFD}"/>
                </a:ext>
              </a:extLst>
            </p:cNvPr>
            <p:cNvSpPr/>
            <p:nvPr/>
          </p:nvSpPr>
          <p:spPr>
            <a:xfrm>
              <a:off x="7140500" y="5032485"/>
              <a:ext cx="122247" cy="121736"/>
            </a:xfrm>
            <a:custGeom>
              <a:avLst/>
              <a:gdLst>
                <a:gd name="connsiteX0" fmla="*/ 122247 w 122247"/>
                <a:gd name="connsiteY0" fmla="*/ 107709 h 121736"/>
                <a:gd name="connsiteX1" fmla="*/ 9296 w 122247"/>
                <a:gd name="connsiteY1" fmla="*/ 44 h 121736"/>
                <a:gd name="connsiteX2" fmla="*/ 2 w 122247"/>
                <a:gd name="connsiteY2" fmla="*/ 9711 h 121736"/>
                <a:gd name="connsiteX3" fmla="*/ 9675 w 122247"/>
                <a:gd name="connsiteY3" fmla="*/ 18999 h 121736"/>
                <a:gd name="connsiteX4" fmla="*/ 103280 w 122247"/>
                <a:gd name="connsiteY4" fmla="*/ 108183 h 121736"/>
                <a:gd name="connsiteX5" fmla="*/ 103280 w 122247"/>
                <a:gd name="connsiteY5" fmla="*/ 112069 h 121736"/>
                <a:gd name="connsiteX6" fmla="*/ 112574 w 122247"/>
                <a:gd name="connsiteY6" fmla="*/ 121736 h 121736"/>
                <a:gd name="connsiteX7" fmla="*/ 112764 w 122247"/>
                <a:gd name="connsiteY7" fmla="*/ 121736 h 121736"/>
                <a:gd name="connsiteX8" fmla="*/ 122247 w 122247"/>
                <a:gd name="connsiteY8" fmla="*/ 112448 h 121736"/>
                <a:gd name="connsiteX9" fmla="*/ 122247 w 122247"/>
                <a:gd name="connsiteY9" fmla="*/ 107709 h 121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2247" h="121736">
                  <a:moveTo>
                    <a:pt x="122247" y="107709"/>
                  </a:moveTo>
                  <a:cubicBezTo>
                    <a:pt x="120825" y="46863"/>
                    <a:pt x="69897" y="-1662"/>
                    <a:pt x="9296" y="44"/>
                  </a:cubicBezTo>
                  <a:cubicBezTo>
                    <a:pt x="4080" y="138"/>
                    <a:pt x="-93" y="4498"/>
                    <a:pt x="2" y="9711"/>
                  </a:cubicBezTo>
                  <a:cubicBezTo>
                    <a:pt x="96" y="14923"/>
                    <a:pt x="4554" y="18999"/>
                    <a:pt x="9675" y="18999"/>
                  </a:cubicBezTo>
                  <a:cubicBezTo>
                    <a:pt x="60223" y="17862"/>
                    <a:pt x="102047" y="57857"/>
                    <a:pt x="103280" y="108183"/>
                  </a:cubicBezTo>
                  <a:cubicBezTo>
                    <a:pt x="103280" y="109510"/>
                    <a:pt x="103280" y="110837"/>
                    <a:pt x="103280" y="112069"/>
                  </a:cubicBezTo>
                  <a:cubicBezTo>
                    <a:pt x="103185" y="117282"/>
                    <a:pt x="107358" y="121641"/>
                    <a:pt x="112574" y="121736"/>
                  </a:cubicBezTo>
                  <a:cubicBezTo>
                    <a:pt x="112669" y="121736"/>
                    <a:pt x="112669" y="121736"/>
                    <a:pt x="112764" y="121736"/>
                  </a:cubicBezTo>
                  <a:cubicBezTo>
                    <a:pt x="117885" y="121736"/>
                    <a:pt x="122152" y="117566"/>
                    <a:pt x="122247" y="112448"/>
                  </a:cubicBezTo>
                  <a:cubicBezTo>
                    <a:pt x="122247" y="110837"/>
                    <a:pt x="122247" y="109320"/>
                    <a:pt x="122247" y="107709"/>
                  </a:cubicBezTo>
                  <a:close/>
                </a:path>
              </a:pathLst>
            </a:custGeom>
            <a:grpFill/>
            <a:ln w="9463" cap="flat">
              <a:noFill/>
              <a:prstDash val="solid"/>
              <a:miter/>
            </a:ln>
          </p:spPr>
          <p:txBody>
            <a:bodyPr rtlCol="0" anchor="ctr"/>
            <a:lstStyle/>
            <a:p>
              <a:endParaRPr lang="en-US"/>
            </a:p>
          </p:txBody>
        </p:sp>
        <p:sp>
          <p:nvSpPr>
            <p:cNvPr id="38" name="Freeform 37">
              <a:extLst>
                <a:ext uri="{FF2B5EF4-FFF2-40B4-BE49-F238E27FC236}">
                  <a16:creationId xmlns:a16="http://schemas.microsoft.com/office/drawing/2014/main" id="{5F7F5817-1B4D-8146-9A2A-A4E281F09489}"/>
                </a:ext>
              </a:extLst>
            </p:cNvPr>
            <p:cNvSpPr/>
            <p:nvPr/>
          </p:nvSpPr>
          <p:spPr>
            <a:xfrm>
              <a:off x="7000806" y="5004285"/>
              <a:ext cx="87179" cy="120555"/>
            </a:xfrm>
            <a:custGeom>
              <a:avLst/>
              <a:gdLst>
                <a:gd name="connsiteX0" fmla="*/ 36892 w 87179"/>
                <a:gd name="connsiteY0" fmla="*/ 117807 h 120555"/>
                <a:gd name="connsiteX1" fmla="*/ 36892 w 87179"/>
                <a:gd name="connsiteY1" fmla="*/ 117807 h 120555"/>
                <a:gd name="connsiteX2" fmla="*/ 36892 w 87179"/>
                <a:gd name="connsiteY2" fmla="*/ 117807 h 120555"/>
                <a:gd name="connsiteX3" fmla="*/ 43151 w 87179"/>
                <a:gd name="connsiteY3" fmla="*/ 120555 h 120555"/>
                <a:gd name="connsiteX4" fmla="*/ 43151 w 87179"/>
                <a:gd name="connsiteY4" fmla="*/ 120555 h 120555"/>
                <a:gd name="connsiteX5" fmla="*/ 43151 w 87179"/>
                <a:gd name="connsiteY5" fmla="*/ 120555 h 120555"/>
                <a:gd name="connsiteX6" fmla="*/ 43530 w 87179"/>
                <a:gd name="connsiteY6" fmla="*/ 120555 h 120555"/>
                <a:gd name="connsiteX7" fmla="*/ 43530 w 87179"/>
                <a:gd name="connsiteY7" fmla="*/ 120555 h 120555"/>
                <a:gd name="connsiteX8" fmla="*/ 43910 w 87179"/>
                <a:gd name="connsiteY8" fmla="*/ 120555 h 120555"/>
                <a:gd name="connsiteX9" fmla="*/ 43910 w 87179"/>
                <a:gd name="connsiteY9" fmla="*/ 120555 h 120555"/>
                <a:gd name="connsiteX10" fmla="*/ 43910 w 87179"/>
                <a:gd name="connsiteY10" fmla="*/ 120555 h 120555"/>
                <a:gd name="connsiteX11" fmla="*/ 43910 w 87179"/>
                <a:gd name="connsiteY11" fmla="*/ 120555 h 120555"/>
                <a:gd name="connsiteX12" fmla="*/ 50169 w 87179"/>
                <a:gd name="connsiteY12" fmla="*/ 117807 h 120555"/>
                <a:gd name="connsiteX13" fmla="*/ 50169 w 87179"/>
                <a:gd name="connsiteY13" fmla="*/ 117807 h 120555"/>
                <a:gd name="connsiteX14" fmla="*/ 84406 w 87179"/>
                <a:gd name="connsiteY14" fmla="*/ 83593 h 120555"/>
                <a:gd name="connsiteX15" fmla="*/ 84406 w 87179"/>
                <a:gd name="connsiteY15" fmla="*/ 70229 h 120555"/>
                <a:gd name="connsiteX16" fmla="*/ 71033 w 87179"/>
                <a:gd name="connsiteY16" fmla="*/ 70229 h 120555"/>
                <a:gd name="connsiteX17" fmla="*/ 53014 w 87179"/>
                <a:gd name="connsiteY17" fmla="*/ 88237 h 120555"/>
                <a:gd name="connsiteX18" fmla="*/ 53014 w 87179"/>
                <a:gd name="connsiteY18" fmla="*/ 9478 h 120555"/>
                <a:gd name="connsiteX19" fmla="*/ 43530 w 87179"/>
                <a:gd name="connsiteY19" fmla="*/ 0 h 120555"/>
                <a:gd name="connsiteX20" fmla="*/ 34047 w 87179"/>
                <a:gd name="connsiteY20" fmla="*/ 9478 h 120555"/>
                <a:gd name="connsiteX21" fmla="*/ 34047 w 87179"/>
                <a:gd name="connsiteY21" fmla="*/ 88142 h 120555"/>
                <a:gd name="connsiteX22" fmla="*/ 16122 w 87179"/>
                <a:gd name="connsiteY22" fmla="*/ 70134 h 120555"/>
                <a:gd name="connsiteX23" fmla="*/ 2750 w 87179"/>
                <a:gd name="connsiteY23" fmla="*/ 70134 h 120555"/>
                <a:gd name="connsiteX24" fmla="*/ 0 w 87179"/>
                <a:gd name="connsiteY24" fmla="*/ 76863 h 120555"/>
                <a:gd name="connsiteX25" fmla="*/ 2750 w 87179"/>
                <a:gd name="connsiteY25" fmla="*/ 83593 h 120555"/>
                <a:gd name="connsiteX26" fmla="*/ 36892 w 87179"/>
                <a:gd name="connsiteY26" fmla="*/ 117807 h 120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7179" h="120555">
                  <a:moveTo>
                    <a:pt x="36892" y="117807"/>
                  </a:moveTo>
                  <a:cubicBezTo>
                    <a:pt x="36892" y="117807"/>
                    <a:pt x="36892" y="117807"/>
                    <a:pt x="36892" y="117807"/>
                  </a:cubicBezTo>
                  <a:cubicBezTo>
                    <a:pt x="36987" y="117807"/>
                    <a:pt x="36987" y="117807"/>
                    <a:pt x="36892" y="117807"/>
                  </a:cubicBezTo>
                  <a:cubicBezTo>
                    <a:pt x="38694" y="119607"/>
                    <a:pt x="40875" y="120460"/>
                    <a:pt x="43151" y="120555"/>
                  </a:cubicBezTo>
                  <a:cubicBezTo>
                    <a:pt x="43151" y="120555"/>
                    <a:pt x="43151" y="120555"/>
                    <a:pt x="43151" y="120555"/>
                  </a:cubicBezTo>
                  <a:cubicBezTo>
                    <a:pt x="43151" y="120555"/>
                    <a:pt x="43151" y="120555"/>
                    <a:pt x="43151" y="120555"/>
                  </a:cubicBezTo>
                  <a:cubicBezTo>
                    <a:pt x="43246" y="120555"/>
                    <a:pt x="43436" y="120555"/>
                    <a:pt x="43530" y="120555"/>
                  </a:cubicBezTo>
                  <a:lnTo>
                    <a:pt x="43530" y="120555"/>
                  </a:lnTo>
                  <a:cubicBezTo>
                    <a:pt x="43625" y="120555"/>
                    <a:pt x="44005" y="120460"/>
                    <a:pt x="43910" y="120555"/>
                  </a:cubicBezTo>
                  <a:cubicBezTo>
                    <a:pt x="43910" y="120555"/>
                    <a:pt x="43910" y="120555"/>
                    <a:pt x="43910" y="120555"/>
                  </a:cubicBezTo>
                  <a:cubicBezTo>
                    <a:pt x="43910" y="120555"/>
                    <a:pt x="43910" y="120555"/>
                    <a:pt x="43910" y="120555"/>
                  </a:cubicBezTo>
                  <a:cubicBezTo>
                    <a:pt x="43910" y="120555"/>
                    <a:pt x="43910" y="120555"/>
                    <a:pt x="43910" y="120555"/>
                  </a:cubicBezTo>
                  <a:cubicBezTo>
                    <a:pt x="46186" y="120460"/>
                    <a:pt x="48367" y="119513"/>
                    <a:pt x="50169" y="117807"/>
                  </a:cubicBezTo>
                  <a:cubicBezTo>
                    <a:pt x="50169" y="117807"/>
                    <a:pt x="50169" y="117807"/>
                    <a:pt x="50169" y="117807"/>
                  </a:cubicBezTo>
                  <a:lnTo>
                    <a:pt x="84406" y="83593"/>
                  </a:lnTo>
                  <a:cubicBezTo>
                    <a:pt x="88104" y="79896"/>
                    <a:pt x="88104" y="73925"/>
                    <a:pt x="84406" y="70229"/>
                  </a:cubicBezTo>
                  <a:cubicBezTo>
                    <a:pt x="80707" y="66533"/>
                    <a:pt x="74732" y="66533"/>
                    <a:pt x="71033" y="70229"/>
                  </a:cubicBezTo>
                  <a:lnTo>
                    <a:pt x="53014" y="88237"/>
                  </a:lnTo>
                  <a:lnTo>
                    <a:pt x="53014" y="9478"/>
                  </a:lnTo>
                  <a:cubicBezTo>
                    <a:pt x="53014" y="4265"/>
                    <a:pt x="48747" y="0"/>
                    <a:pt x="43530" y="0"/>
                  </a:cubicBezTo>
                  <a:cubicBezTo>
                    <a:pt x="38314" y="0"/>
                    <a:pt x="34047" y="4265"/>
                    <a:pt x="34047" y="9478"/>
                  </a:cubicBezTo>
                  <a:lnTo>
                    <a:pt x="34047" y="88142"/>
                  </a:lnTo>
                  <a:lnTo>
                    <a:pt x="16122" y="70134"/>
                  </a:lnTo>
                  <a:cubicBezTo>
                    <a:pt x="12424" y="66438"/>
                    <a:pt x="6449" y="66438"/>
                    <a:pt x="2750" y="70134"/>
                  </a:cubicBezTo>
                  <a:cubicBezTo>
                    <a:pt x="854" y="71935"/>
                    <a:pt x="0" y="74399"/>
                    <a:pt x="0" y="76863"/>
                  </a:cubicBezTo>
                  <a:cubicBezTo>
                    <a:pt x="0" y="79328"/>
                    <a:pt x="948" y="81697"/>
                    <a:pt x="2750" y="83593"/>
                  </a:cubicBezTo>
                  <a:lnTo>
                    <a:pt x="36892" y="117807"/>
                  </a:lnTo>
                  <a:close/>
                </a:path>
              </a:pathLst>
            </a:custGeom>
            <a:grpFill/>
            <a:ln w="9463" cap="flat">
              <a:noFill/>
              <a:prstDash val="solid"/>
              <a:miter/>
            </a:ln>
          </p:spPr>
          <p:txBody>
            <a:bodyPr rtlCol="0" anchor="ctr"/>
            <a:lstStyle/>
            <a:p>
              <a:endParaRPr lang="en-US"/>
            </a:p>
          </p:txBody>
        </p:sp>
      </p:grpSp>
      <p:grpSp>
        <p:nvGrpSpPr>
          <p:cNvPr id="39" name="Graphic 9">
            <a:extLst>
              <a:ext uri="{FF2B5EF4-FFF2-40B4-BE49-F238E27FC236}">
                <a16:creationId xmlns:a16="http://schemas.microsoft.com/office/drawing/2014/main" id="{3C48F090-DAD9-6340-84BC-0BEABBFCDA0B}"/>
              </a:ext>
            </a:extLst>
          </p:cNvPr>
          <p:cNvGrpSpPr>
            <a:grpSpLocks noChangeAspect="1"/>
          </p:cNvGrpSpPr>
          <p:nvPr/>
        </p:nvGrpSpPr>
        <p:grpSpPr>
          <a:xfrm>
            <a:off x="4045469" y="3824168"/>
            <a:ext cx="367200" cy="366962"/>
            <a:chOff x="7604448" y="4884868"/>
            <a:chExt cx="537729" cy="537380"/>
          </a:xfrm>
          <a:solidFill>
            <a:schemeClr val="accent3"/>
          </a:solidFill>
        </p:grpSpPr>
        <p:sp>
          <p:nvSpPr>
            <p:cNvPr id="40" name="Freeform 39">
              <a:extLst>
                <a:ext uri="{FF2B5EF4-FFF2-40B4-BE49-F238E27FC236}">
                  <a16:creationId xmlns:a16="http://schemas.microsoft.com/office/drawing/2014/main" id="{ABF0645B-C734-9B48-A286-CA45F642AF9D}"/>
                </a:ext>
              </a:extLst>
            </p:cNvPr>
            <p:cNvSpPr/>
            <p:nvPr/>
          </p:nvSpPr>
          <p:spPr>
            <a:xfrm>
              <a:off x="7792416" y="5272786"/>
              <a:ext cx="11001" cy="10994"/>
            </a:xfrm>
            <a:custGeom>
              <a:avLst/>
              <a:gdLst>
                <a:gd name="connsiteX0" fmla="*/ 3414 w 11001"/>
                <a:gd name="connsiteY0" fmla="*/ 474 h 10994"/>
                <a:gd name="connsiteX1" fmla="*/ 3130 w 11001"/>
                <a:gd name="connsiteY1" fmla="*/ 663 h 10994"/>
                <a:gd name="connsiteX2" fmla="*/ 3035 w 11001"/>
                <a:gd name="connsiteY2" fmla="*/ 663 h 10994"/>
                <a:gd name="connsiteX3" fmla="*/ 0 w 11001"/>
                <a:gd name="connsiteY3" fmla="*/ 5497 h 10994"/>
                <a:gd name="connsiteX4" fmla="*/ 5501 w 11001"/>
                <a:gd name="connsiteY4" fmla="*/ 10994 h 10994"/>
                <a:gd name="connsiteX5" fmla="*/ 11001 w 11001"/>
                <a:gd name="connsiteY5" fmla="*/ 5497 h 10994"/>
                <a:gd name="connsiteX6" fmla="*/ 5501 w 11001"/>
                <a:gd name="connsiteY6" fmla="*/ 0 h 10994"/>
                <a:gd name="connsiteX7" fmla="*/ 3414 w 11001"/>
                <a:gd name="connsiteY7" fmla="*/ 474 h 10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01" h="10994">
                  <a:moveTo>
                    <a:pt x="3414" y="474"/>
                  </a:moveTo>
                  <a:cubicBezTo>
                    <a:pt x="3319" y="569"/>
                    <a:pt x="3224" y="663"/>
                    <a:pt x="3130" y="663"/>
                  </a:cubicBezTo>
                  <a:cubicBezTo>
                    <a:pt x="3130" y="663"/>
                    <a:pt x="3035" y="663"/>
                    <a:pt x="3035" y="663"/>
                  </a:cubicBezTo>
                  <a:cubicBezTo>
                    <a:pt x="1233" y="1611"/>
                    <a:pt x="0" y="3412"/>
                    <a:pt x="0" y="5497"/>
                  </a:cubicBezTo>
                  <a:cubicBezTo>
                    <a:pt x="0" y="8530"/>
                    <a:pt x="2466" y="10994"/>
                    <a:pt x="5501" y="10994"/>
                  </a:cubicBezTo>
                  <a:cubicBezTo>
                    <a:pt x="8535" y="10994"/>
                    <a:pt x="11001" y="8530"/>
                    <a:pt x="11001" y="5497"/>
                  </a:cubicBezTo>
                  <a:cubicBezTo>
                    <a:pt x="11001" y="2464"/>
                    <a:pt x="8535" y="0"/>
                    <a:pt x="5501" y="0"/>
                  </a:cubicBezTo>
                  <a:cubicBezTo>
                    <a:pt x="4742" y="95"/>
                    <a:pt x="4078" y="284"/>
                    <a:pt x="3414" y="474"/>
                  </a:cubicBezTo>
                  <a:close/>
                </a:path>
              </a:pathLst>
            </a:custGeom>
            <a:grpFill/>
            <a:ln w="9463" cap="flat">
              <a:noFill/>
              <a:prstDash val="solid"/>
              <a:miter/>
            </a:ln>
          </p:spPr>
          <p:txBody>
            <a:bodyPr rtlCol="0" anchor="ctr"/>
            <a:lstStyle/>
            <a:p>
              <a:endParaRPr lang="en-US"/>
            </a:p>
          </p:txBody>
        </p:sp>
        <p:sp>
          <p:nvSpPr>
            <p:cNvPr id="41" name="Freeform 40">
              <a:extLst>
                <a:ext uri="{FF2B5EF4-FFF2-40B4-BE49-F238E27FC236}">
                  <a16:creationId xmlns:a16="http://schemas.microsoft.com/office/drawing/2014/main" id="{17F9D0BE-5A32-FC4C-857F-19623AE05FE3}"/>
                </a:ext>
              </a:extLst>
            </p:cNvPr>
            <p:cNvSpPr/>
            <p:nvPr/>
          </p:nvSpPr>
          <p:spPr>
            <a:xfrm>
              <a:off x="7778380" y="5201799"/>
              <a:ext cx="121961" cy="22272"/>
            </a:xfrm>
            <a:custGeom>
              <a:avLst/>
              <a:gdLst>
                <a:gd name="connsiteX0" fmla="*/ 0 w 121961"/>
                <a:gd name="connsiteY0" fmla="*/ 0 h 22272"/>
                <a:gd name="connsiteX1" fmla="*/ 8441 w 121961"/>
                <a:gd name="connsiteY1" fmla="*/ 22272 h 22272"/>
                <a:gd name="connsiteX2" fmla="*/ 113331 w 121961"/>
                <a:gd name="connsiteY2" fmla="*/ 22272 h 22272"/>
                <a:gd name="connsiteX3" fmla="*/ 121961 w 121961"/>
                <a:gd name="connsiteY3" fmla="*/ 0 h 22272"/>
              </a:gdLst>
              <a:ahLst/>
              <a:cxnLst>
                <a:cxn ang="0">
                  <a:pos x="connsiteX0" y="connsiteY0"/>
                </a:cxn>
                <a:cxn ang="0">
                  <a:pos x="connsiteX1" y="connsiteY1"/>
                </a:cxn>
                <a:cxn ang="0">
                  <a:pos x="connsiteX2" y="connsiteY2"/>
                </a:cxn>
                <a:cxn ang="0">
                  <a:pos x="connsiteX3" y="connsiteY3"/>
                </a:cxn>
              </a:cxnLst>
              <a:rect l="l" t="t" r="r" b="b"/>
              <a:pathLst>
                <a:path w="121961" h="22272">
                  <a:moveTo>
                    <a:pt x="0" y="0"/>
                  </a:moveTo>
                  <a:lnTo>
                    <a:pt x="8441" y="22272"/>
                  </a:lnTo>
                  <a:lnTo>
                    <a:pt x="113331" y="22272"/>
                  </a:lnTo>
                  <a:lnTo>
                    <a:pt x="121961" y="0"/>
                  </a:lnTo>
                  <a:close/>
                </a:path>
              </a:pathLst>
            </a:custGeom>
            <a:grpFill/>
            <a:ln w="9463" cap="flat">
              <a:noFill/>
              <a:prstDash val="solid"/>
              <a:miter/>
            </a:ln>
          </p:spPr>
          <p:txBody>
            <a:bodyPr rtlCol="0" anchor="ctr"/>
            <a:lstStyle/>
            <a:p>
              <a:endParaRPr lang="en-US"/>
            </a:p>
          </p:txBody>
        </p:sp>
        <p:sp>
          <p:nvSpPr>
            <p:cNvPr id="42" name="Freeform 41">
              <a:extLst>
                <a:ext uri="{FF2B5EF4-FFF2-40B4-BE49-F238E27FC236}">
                  <a16:creationId xmlns:a16="http://schemas.microsoft.com/office/drawing/2014/main" id="{24EBDB8E-5C14-3545-9642-DE6398297B2D}"/>
                </a:ext>
              </a:extLst>
            </p:cNvPr>
            <p:cNvSpPr/>
            <p:nvPr/>
          </p:nvSpPr>
          <p:spPr>
            <a:xfrm>
              <a:off x="7871226" y="5272881"/>
              <a:ext cx="10906" cy="10994"/>
            </a:xfrm>
            <a:custGeom>
              <a:avLst/>
              <a:gdLst>
                <a:gd name="connsiteX0" fmla="*/ 95 w 10906"/>
                <a:gd name="connsiteY0" fmla="*/ 5497 h 10994"/>
                <a:gd name="connsiteX1" fmla="*/ 0 w 10906"/>
                <a:gd name="connsiteY1" fmla="*/ 5781 h 10994"/>
                <a:gd name="connsiteX2" fmla="*/ 5406 w 10906"/>
                <a:gd name="connsiteY2" fmla="*/ 10994 h 10994"/>
                <a:gd name="connsiteX3" fmla="*/ 10906 w 10906"/>
                <a:gd name="connsiteY3" fmla="*/ 5497 h 10994"/>
                <a:gd name="connsiteX4" fmla="*/ 5406 w 10906"/>
                <a:gd name="connsiteY4" fmla="*/ 0 h 10994"/>
                <a:gd name="connsiteX5" fmla="*/ 0 w 10906"/>
                <a:gd name="connsiteY5" fmla="*/ 5213 h 10994"/>
                <a:gd name="connsiteX6" fmla="*/ 95 w 10906"/>
                <a:gd name="connsiteY6" fmla="*/ 5497 h 10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06" h="10994">
                  <a:moveTo>
                    <a:pt x="95" y="5497"/>
                  </a:moveTo>
                  <a:cubicBezTo>
                    <a:pt x="95" y="5592"/>
                    <a:pt x="0" y="5687"/>
                    <a:pt x="0" y="5781"/>
                  </a:cubicBezTo>
                  <a:cubicBezTo>
                    <a:pt x="95" y="8719"/>
                    <a:pt x="2466" y="10994"/>
                    <a:pt x="5406" y="10994"/>
                  </a:cubicBezTo>
                  <a:cubicBezTo>
                    <a:pt x="8441" y="10994"/>
                    <a:pt x="10906" y="8530"/>
                    <a:pt x="10906" y="5497"/>
                  </a:cubicBezTo>
                  <a:cubicBezTo>
                    <a:pt x="10906" y="2464"/>
                    <a:pt x="8441" y="0"/>
                    <a:pt x="5406" y="0"/>
                  </a:cubicBezTo>
                  <a:cubicBezTo>
                    <a:pt x="2466" y="0"/>
                    <a:pt x="95" y="2369"/>
                    <a:pt x="0" y="5213"/>
                  </a:cubicBezTo>
                  <a:cubicBezTo>
                    <a:pt x="95" y="5307"/>
                    <a:pt x="95" y="5402"/>
                    <a:pt x="95" y="5497"/>
                  </a:cubicBezTo>
                  <a:close/>
                </a:path>
              </a:pathLst>
            </a:custGeom>
            <a:grpFill/>
            <a:ln w="9463" cap="flat">
              <a:noFill/>
              <a:prstDash val="solid"/>
              <a:miter/>
            </a:ln>
          </p:spPr>
          <p:txBody>
            <a:bodyPr rtlCol="0" anchor="ctr"/>
            <a:lstStyle/>
            <a:p>
              <a:endParaRPr lang="en-US"/>
            </a:p>
          </p:txBody>
        </p:sp>
        <p:sp>
          <p:nvSpPr>
            <p:cNvPr id="43" name="Freeform 42">
              <a:extLst>
                <a:ext uri="{FF2B5EF4-FFF2-40B4-BE49-F238E27FC236}">
                  <a16:creationId xmlns:a16="http://schemas.microsoft.com/office/drawing/2014/main" id="{4D05DF40-6EF8-5148-835B-7B2F0CE3BEF3}"/>
                </a:ext>
              </a:extLst>
            </p:cNvPr>
            <p:cNvSpPr/>
            <p:nvPr/>
          </p:nvSpPr>
          <p:spPr>
            <a:xfrm>
              <a:off x="7763206" y="5161898"/>
              <a:ext cx="152593" cy="20945"/>
            </a:xfrm>
            <a:custGeom>
              <a:avLst/>
              <a:gdLst>
                <a:gd name="connsiteX0" fmla="*/ 144533 w 152593"/>
                <a:gd name="connsiteY0" fmla="*/ 20946 h 20945"/>
                <a:gd name="connsiteX1" fmla="*/ 152594 w 152593"/>
                <a:gd name="connsiteY1" fmla="*/ 0 h 20945"/>
                <a:gd name="connsiteX2" fmla="*/ 0 w 152593"/>
                <a:gd name="connsiteY2" fmla="*/ 0 h 20945"/>
                <a:gd name="connsiteX3" fmla="*/ 7966 w 152593"/>
                <a:gd name="connsiteY3" fmla="*/ 20946 h 20945"/>
              </a:gdLst>
              <a:ahLst/>
              <a:cxnLst>
                <a:cxn ang="0">
                  <a:pos x="connsiteX0" y="connsiteY0"/>
                </a:cxn>
                <a:cxn ang="0">
                  <a:pos x="connsiteX1" y="connsiteY1"/>
                </a:cxn>
                <a:cxn ang="0">
                  <a:pos x="connsiteX2" y="connsiteY2"/>
                </a:cxn>
                <a:cxn ang="0">
                  <a:pos x="connsiteX3" y="connsiteY3"/>
                </a:cxn>
              </a:cxnLst>
              <a:rect l="l" t="t" r="r" b="b"/>
              <a:pathLst>
                <a:path w="152593" h="20945">
                  <a:moveTo>
                    <a:pt x="144533" y="20946"/>
                  </a:moveTo>
                  <a:lnTo>
                    <a:pt x="152594" y="0"/>
                  </a:lnTo>
                  <a:lnTo>
                    <a:pt x="0" y="0"/>
                  </a:lnTo>
                  <a:lnTo>
                    <a:pt x="7966" y="20946"/>
                  </a:lnTo>
                  <a:close/>
                </a:path>
              </a:pathLst>
            </a:custGeom>
            <a:grpFill/>
            <a:ln w="9463" cap="flat">
              <a:noFill/>
              <a:prstDash val="solid"/>
              <a:miter/>
            </a:ln>
          </p:spPr>
          <p:txBody>
            <a:bodyPr rtlCol="0" anchor="ctr"/>
            <a:lstStyle/>
            <a:p>
              <a:endParaRPr lang="en-US"/>
            </a:p>
          </p:txBody>
        </p:sp>
        <p:sp>
          <p:nvSpPr>
            <p:cNvPr id="44" name="Freeform 43">
              <a:extLst>
                <a:ext uri="{FF2B5EF4-FFF2-40B4-BE49-F238E27FC236}">
                  <a16:creationId xmlns:a16="http://schemas.microsoft.com/office/drawing/2014/main" id="{0686D5EA-CDE9-0245-8BC9-1061483BEEDC}"/>
                </a:ext>
              </a:extLst>
            </p:cNvPr>
            <p:cNvSpPr/>
            <p:nvPr/>
          </p:nvSpPr>
          <p:spPr>
            <a:xfrm>
              <a:off x="7604448" y="4884868"/>
              <a:ext cx="537729" cy="537380"/>
            </a:xfrm>
            <a:custGeom>
              <a:avLst/>
              <a:gdLst>
                <a:gd name="connsiteX0" fmla="*/ 268865 w 537729"/>
                <a:gd name="connsiteY0" fmla="*/ 0 h 537380"/>
                <a:gd name="connsiteX1" fmla="*/ 0 w 537729"/>
                <a:gd name="connsiteY1" fmla="*/ 268690 h 537380"/>
                <a:gd name="connsiteX2" fmla="*/ 268865 w 537729"/>
                <a:gd name="connsiteY2" fmla="*/ 537381 h 537380"/>
                <a:gd name="connsiteX3" fmla="*/ 537730 w 537729"/>
                <a:gd name="connsiteY3" fmla="*/ 268690 h 537380"/>
                <a:gd name="connsiteX4" fmla="*/ 268865 w 537729"/>
                <a:gd name="connsiteY4" fmla="*/ 0 h 537380"/>
                <a:gd name="connsiteX5" fmla="*/ 191951 w 537729"/>
                <a:gd name="connsiteY5" fmla="*/ 189552 h 537380"/>
                <a:gd name="connsiteX6" fmla="*/ 205323 w 537729"/>
                <a:gd name="connsiteY6" fmla="*/ 189552 h 537380"/>
                <a:gd name="connsiteX7" fmla="*/ 223248 w 537729"/>
                <a:gd name="connsiteY7" fmla="*/ 207465 h 537380"/>
                <a:gd name="connsiteX8" fmla="*/ 223248 w 537729"/>
                <a:gd name="connsiteY8" fmla="*/ 128801 h 537380"/>
                <a:gd name="connsiteX9" fmla="*/ 232732 w 537729"/>
                <a:gd name="connsiteY9" fmla="*/ 119323 h 537380"/>
                <a:gd name="connsiteX10" fmla="*/ 242215 w 537729"/>
                <a:gd name="connsiteY10" fmla="*/ 128801 h 537380"/>
                <a:gd name="connsiteX11" fmla="*/ 242215 w 537729"/>
                <a:gd name="connsiteY11" fmla="*/ 207560 h 537380"/>
                <a:gd name="connsiteX12" fmla="*/ 260235 w 537729"/>
                <a:gd name="connsiteY12" fmla="*/ 189457 h 537380"/>
                <a:gd name="connsiteX13" fmla="*/ 273607 w 537729"/>
                <a:gd name="connsiteY13" fmla="*/ 189457 h 537380"/>
                <a:gd name="connsiteX14" fmla="*/ 273607 w 537729"/>
                <a:gd name="connsiteY14" fmla="*/ 202821 h 537380"/>
                <a:gd name="connsiteX15" fmla="*/ 239465 w 537729"/>
                <a:gd name="connsiteY15" fmla="*/ 237035 h 537380"/>
                <a:gd name="connsiteX16" fmla="*/ 239465 w 537729"/>
                <a:gd name="connsiteY16" fmla="*/ 237035 h 537380"/>
                <a:gd name="connsiteX17" fmla="*/ 239465 w 537729"/>
                <a:gd name="connsiteY17" fmla="*/ 237035 h 537380"/>
                <a:gd name="connsiteX18" fmla="*/ 239465 w 537729"/>
                <a:gd name="connsiteY18" fmla="*/ 237035 h 537380"/>
                <a:gd name="connsiteX19" fmla="*/ 239465 w 537729"/>
                <a:gd name="connsiteY19" fmla="*/ 237035 h 537380"/>
                <a:gd name="connsiteX20" fmla="*/ 239465 w 537729"/>
                <a:gd name="connsiteY20" fmla="*/ 237035 h 537380"/>
                <a:gd name="connsiteX21" fmla="*/ 239465 w 537729"/>
                <a:gd name="connsiteY21" fmla="*/ 237035 h 537380"/>
                <a:gd name="connsiteX22" fmla="*/ 233206 w 537729"/>
                <a:gd name="connsiteY22" fmla="*/ 239689 h 537380"/>
                <a:gd name="connsiteX23" fmla="*/ 233206 w 537729"/>
                <a:gd name="connsiteY23" fmla="*/ 239689 h 537380"/>
                <a:gd name="connsiteX24" fmla="*/ 233206 w 537729"/>
                <a:gd name="connsiteY24" fmla="*/ 239689 h 537380"/>
                <a:gd name="connsiteX25" fmla="*/ 233206 w 537729"/>
                <a:gd name="connsiteY25" fmla="*/ 239689 h 537380"/>
                <a:gd name="connsiteX26" fmla="*/ 233206 w 537729"/>
                <a:gd name="connsiteY26" fmla="*/ 239689 h 537380"/>
                <a:gd name="connsiteX27" fmla="*/ 233206 w 537729"/>
                <a:gd name="connsiteY27" fmla="*/ 239689 h 537380"/>
                <a:gd name="connsiteX28" fmla="*/ 233206 w 537729"/>
                <a:gd name="connsiteY28" fmla="*/ 239689 h 537380"/>
                <a:gd name="connsiteX29" fmla="*/ 232921 w 537729"/>
                <a:gd name="connsiteY29" fmla="*/ 239689 h 537380"/>
                <a:gd name="connsiteX30" fmla="*/ 232921 w 537729"/>
                <a:gd name="connsiteY30" fmla="*/ 239689 h 537380"/>
                <a:gd name="connsiteX31" fmla="*/ 232732 w 537729"/>
                <a:gd name="connsiteY31" fmla="*/ 239689 h 537380"/>
                <a:gd name="connsiteX32" fmla="*/ 232732 w 537729"/>
                <a:gd name="connsiteY32" fmla="*/ 239689 h 537380"/>
                <a:gd name="connsiteX33" fmla="*/ 232732 w 537729"/>
                <a:gd name="connsiteY33" fmla="*/ 239689 h 537380"/>
                <a:gd name="connsiteX34" fmla="*/ 232732 w 537729"/>
                <a:gd name="connsiteY34" fmla="*/ 239689 h 537380"/>
                <a:gd name="connsiteX35" fmla="*/ 232732 w 537729"/>
                <a:gd name="connsiteY35" fmla="*/ 239689 h 537380"/>
                <a:gd name="connsiteX36" fmla="*/ 232732 w 537729"/>
                <a:gd name="connsiteY36" fmla="*/ 239689 h 537380"/>
                <a:gd name="connsiteX37" fmla="*/ 226377 w 537729"/>
                <a:gd name="connsiteY37" fmla="*/ 236940 h 537380"/>
                <a:gd name="connsiteX38" fmla="*/ 226377 w 537729"/>
                <a:gd name="connsiteY38" fmla="*/ 236940 h 537380"/>
                <a:gd name="connsiteX39" fmla="*/ 192141 w 537729"/>
                <a:gd name="connsiteY39" fmla="*/ 202726 h 537380"/>
                <a:gd name="connsiteX40" fmla="*/ 189391 w 537729"/>
                <a:gd name="connsiteY40" fmla="*/ 195997 h 537380"/>
                <a:gd name="connsiteX41" fmla="*/ 191951 w 537729"/>
                <a:gd name="connsiteY41" fmla="*/ 189552 h 537380"/>
                <a:gd name="connsiteX42" fmla="*/ 334018 w 537729"/>
                <a:gd name="connsiteY42" fmla="*/ 270965 h 537380"/>
                <a:gd name="connsiteX43" fmla="*/ 302627 w 537729"/>
                <a:gd name="connsiteY43" fmla="*/ 352093 h 537380"/>
                <a:gd name="connsiteX44" fmla="*/ 293807 w 537729"/>
                <a:gd name="connsiteY44" fmla="*/ 358159 h 537380"/>
                <a:gd name="connsiteX45" fmla="*/ 189580 w 537729"/>
                <a:gd name="connsiteY45" fmla="*/ 358159 h 537380"/>
                <a:gd name="connsiteX46" fmla="*/ 193753 w 537729"/>
                <a:gd name="connsiteY46" fmla="*/ 369058 h 537380"/>
                <a:gd name="connsiteX47" fmla="*/ 215945 w 537729"/>
                <a:gd name="connsiteY47" fmla="*/ 384033 h 537380"/>
                <a:gd name="connsiteX48" fmla="*/ 249708 w 537729"/>
                <a:gd name="connsiteY48" fmla="*/ 384033 h 537380"/>
                <a:gd name="connsiteX49" fmla="*/ 272279 w 537729"/>
                <a:gd name="connsiteY49" fmla="*/ 369058 h 537380"/>
                <a:gd name="connsiteX50" fmla="*/ 296747 w 537729"/>
                <a:gd name="connsiteY50" fmla="*/ 393510 h 537380"/>
                <a:gd name="connsiteX51" fmla="*/ 272279 w 537729"/>
                <a:gd name="connsiteY51" fmla="*/ 417963 h 537380"/>
                <a:gd name="connsiteX52" fmla="*/ 249708 w 537729"/>
                <a:gd name="connsiteY52" fmla="*/ 402988 h 537380"/>
                <a:gd name="connsiteX53" fmla="*/ 215945 w 537729"/>
                <a:gd name="connsiteY53" fmla="*/ 402988 h 537380"/>
                <a:gd name="connsiteX54" fmla="*/ 193374 w 537729"/>
                <a:gd name="connsiteY54" fmla="*/ 417963 h 537380"/>
                <a:gd name="connsiteX55" fmla="*/ 168906 w 537729"/>
                <a:gd name="connsiteY55" fmla="*/ 393510 h 537380"/>
                <a:gd name="connsiteX56" fmla="*/ 176208 w 537729"/>
                <a:gd name="connsiteY56" fmla="*/ 376166 h 537380"/>
                <a:gd name="connsiteX57" fmla="*/ 114090 w 537729"/>
                <a:gd name="connsiteY57" fmla="*/ 213057 h 537380"/>
                <a:gd name="connsiteX58" fmla="*/ 96071 w 537729"/>
                <a:gd name="connsiteY58" fmla="*/ 213057 h 537380"/>
                <a:gd name="connsiteX59" fmla="*/ 86587 w 537729"/>
                <a:gd name="connsiteY59" fmla="*/ 203579 h 537380"/>
                <a:gd name="connsiteX60" fmla="*/ 96071 w 537729"/>
                <a:gd name="connsiteY60" fmla="*/ 194102 h 537380"/>
                <a:gd name="connsiteX61" fmla="*/ 120633 w 537729"/>
                <a:gd name="connsiteY61" fmla="*/ 194102 h 537380"/>
                <a:gd name="connsiteX62" fmla="*/ 129453 w 537729"/>
                <a:gd name="connsiteY62" fmla="*/ 200167 h 537380"/>
                <a:gd name="connsiteX63" fmla="*/ 151456 w 537729"/>
                <a:gd name="connsiteY63" fmla="*/ 258075 h 537380"/>
                <a:gd name="connsiteX64" fmla="*/ 325104 w 537729"/>
                <a:gd name="connsiteY64" fmla="*/ 258075 h 537380"/>
                <a:gd name="connsiteX65" fmla="*/ 332975 w 537729"/>
                <a:gd name="connsiteY65" fmla="*/ 262151 h 537380"/>
                <a:gd name="connsiteX66" fmla="*/ 334018 w 537729"/>
                <a:gd name="connsiteY66" fmla="*/ 270965 h 537380"/>
                <a:gd name="connsiteX67" fmla="*/ 375083 w 537729"/>
                <a:gd name="connsiteY67" fmla="*/ 273524 h 537380"/>
                <a:gd name="connsiteX68" fmla="*/ 374893 w 537729"/>
                <a:gd name="connsiteY68" fmla="*/ 273524 h 537380"/>
                <a:gd name="connsiteX69" fmla="*/ 365410 w 537729"/>
                <a:gd name="connsiteY69" fmla="*/ 264236 h 537380"/>
                <a:gd name="connsiteX70" fmla="*/ 334587 w 537729"/>
                <a:gd name="connsiteY70" fmla="*/ 233434 h 537380"/>
                <a:gd name="connsiteX71" fmla="*/ 325293 w 537729"/>
                <a:gd name="connsiteY71" fmla="*/ 223766 h 537380"/>
                <a:gd name="connsiteX72" fmla="*/ 334967 w 537729"/>
                <a:gd name="connsiteY72" fmla="*/ 214478 h 537380"/>
                <a:gd name="connsiteX73" fmla="*/ 384377 w 537729"/>
                <a:gd name="connsiteY73" fmla="*/ 263857 h 537380"/>
                <a:gd name="connsiteX74" fmla="*/ 375083 w 537729"/>
                <a:gd name="connsiteY74" fmla="*/ 273524 h 537380"/>
                <a:gd name="connsiteX75" fmla="*/ 410363 w 537729"/>
                <a:gd name="connsiteY75" fmla="*/ 272955 h 537380"/>
                <a:gd name="connsiteX76" fmla="*/ 410078 w 537729"/>
                <a:gd name="connsiteY76" fmla="*/ 272955 h 537380"/>
                <a:gd name="connsiteX77" fmla="*/ 400594 w 537729"/>
                <a:gd name="connsiteY77" fmla="*/ 263762 h 537380"/>
                <a:gd name="connsiteX78" fmla="*/ 380773 w 537729"/>
                <a:gd name="connsiteY78" fmla="*/ 217890 h 537380"/>
                <a:gd name="connsiteX79" fmla="*/ 338760 w 537729"/>
                <a:gd name="connsiteY79" fmla="*/ 201684 h 537380"/>
                <a:gd name="connsiteX80" fmla="*/ 337622 w 537729"/>
                <a:gd name="connsiteY80" fmla="*/ 201684 h 537380"/>
                <a:gd name="connsiteX81" fmla="*/ 328138 w 537729"/>
                <a:gd name="connsiteY81" fmla="*/ 192206 h 537380"/>
                <a:gd name="connsiteX82" fmla="*/ 337622 w 537729"/>
                <a:gd name="connsiteY82" fmla="*/ 182728 h 537380"/>
                <a:gd name="connsiteX83" fmla="*/ 394240 w 537729"/>
                <a:gd name="connsiteY83" fmla="*/ 204432 h 537380"/>
                <a:gd name="connsiteX84" fmla="*/ 419562 w 537729"/>
                <a:gd name="connsiteY84" fmla="*/ 263099 h 537380"/>
                <a:gd name="connsiteX85" fmla="*/ 410363 w 537729"/>
                <a:gd name="connsiteY85" fmla="*/ 272955 h 537380"/>
                <a:gd name="connsiteX86" fmla="*/ 441659 w 537729"/>
                <a:gd name="connsiteY86" fmla="*/ 269354 h 537380"/>
                <a:gd name="connsiteX87" fmla="*/ 441469 w 537729"/>
                <a:gd name="connsiteY87" fmla="*/ 269354 h 537380"/>
                <a:gd name="connsiteX88" fmla="*/ 432175 w 537729"/>
                <a:gd name="connsiteY88" fmla="*/ 259687 h 537380"/>
                <a:gd name="connsiteX89" fmla="*/ 432175 w 537729"/>
                <a:gd name="connsiteY89" fmla="*/ 255801 h 537380"/>
                <a:gd name="connsiteX90" fmla="*/ 338570 w 537729"/>
                <a:gd name="connsiteY90" fmla="*/ 166616 h 537380"/>
                <a:gd name="connsiteX91" fmla="*/ 328897 w 537729"/>
                <a:gd name="connsiteY91" fmla="*/ 157328 h 537380"/>
                <a:gd name="connsiteX92" fmla="*/ 338191 w 537729"/>
                <a:gd name="connsiteY92" fmla="*/ 147661 h 537380"/>
                <a:gd name="connsiteX93" fmla="*/ 451143 w 537729"/>
                <a:gd name="connsiteY93" fmla="*/ 255327 h 537380"/>
                <a:gd name="connsiteX94" fmla="*/ 451143 w 537729"/>
                <a:gd name="connsiteY94" fmla="*/ 260066 h 537380"/>
                <a:gd name="connsiteX95" fmla="*/ 441659 w 537729"/>
                <a:gd name="connsiteY95" fmla="*/ 269354 h 5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537729" h="537380">
                  <a:moveTo>
                    <a:pt x="268865" y="0"/>
                  </a:moveTo>
                  <a:cubicBezTo>
                    <a:pt x="120349" y="0"/>
                    <a:pt x="0" y="120271"/>
                    <a:pt x="0" y="268690"/>
                  </a:cubicBezTo>
                  <a:cubicBezTo>
                    <a:pt x="0" y="417110"/>
                    <a:pt x="120349" y="537381"/>
                    <a:pt x="268865" y="537381"/>
                  </a:cubicBezTo>
                  <a:cubicBezTo>
                    <a:pt x="417381" y="537381"/>
                    <a:pt x="537730" y="417110"/>
                    <a:pt x="537730" y="268690"/>
                  </a:cubicBezTo>
                  <a:cubicBezTo>
                    <a:pt x="537730" y="120271"/>
                    <a:pt x="417381" y="0"/>
                    <a:pt x="268865" y="0"/>
                  </a:cubicBezTo>
                  <a:close/>
                  <a:moveTo>
                    <a:pt x="191951" y="189552"/>
                  </a:moveTo>
                  <a:cubicBezTo>
                    <a:pt x="195650" y="185856"/>
                    <a:pt x="201625" y="185856"/>
                    <a:pt x="205323" y="189552"/>
                  </a:cubicBezTo>
                  <a:lnTo>
                    <a:pt x="223248" y="207465"/>
                  </a:lnTo>
                  <a:lnTo>
                    <a:pt x="223248" y="128801"/>
                  </a:lnTo>
                  <a:cubicBezTo>
                    <a:pt x="223248" y="123588"/>
                    <a:pt x="227516" y="119323"/>
                    <a:pt x="232732" y="119323"/>
                  </a:cubicBezTo>
                  <a:cubicBezTo>
                    <a:pt x="237948" y="119323"/>
                    <a:pt x="242215" y="123588"/>
                    <a:pt x="242215" y="128801"/>
                  </a:cubicBezTo>
                  <a:lnTo>
                    <a:pt x="242215" y="207560"/>
                  </a:lnTo>
                  <a:lnTo>
                    <a:pt x="260235" y="189457"/>
                  </a:lnTo>
                  <a:cubicBezTo>
                    <a:pt x="263933" y="185761"/>
                    <a:pt x="269908" y="185761"/>
                    <a:pt x="273607" y="189457"/>
                  </a:cubicBezTo>
                  <a:cubicBezTo>
                    <a:pt x="277305" y="193154"/>
                    <a:pt x="277305" y="199125"/>
                    <a:pt x="273607" y="202821"/>
                  </a:cubicBezTo>
                  <a:lnTo>
                    <a:pt x="239465" y="237035"/>
                  </a:lnTo>
                  <a:cubicBezTo>
                    <a:pt x="239465" y="237035"/>
                    <a:pt x="239465" y="237035"/>
                    <a:pt x="239465" y="237035"/>
                  </a:cubicBezTo>
                  <a:cubicBezTo>
                    <a:pt x="239465" y="237035"/>
                    <a:pt x="239465" y="237035"/>
                    <a:pt x="239465" y="237035"/>
                  </a:cubicBezTo>
                  <a:cubicBezTo>
                    <a:pt x="239465" y="237035"/>
                    <a:pt x="239465" y="237035"/>
                    <a:pt x="239465" y="237035"/>
                  </a:cubicBezTo>
                  <a:cubicBezTo>
                    <a:pt x="239465" y="237035"/>
                    <a:pt x="239465" y="237035"/>
                    <a:pt x="239465" y="237035"/>
                  </a:cubicBezTo>
                  <a:cubicBezTo>
                    <a:pt x="239465" y="237035"/>
                    <a:pt x="239465" y="237035"/>
                    <a:pt x="239465" y="237035"/>
                  </a:cubicBezTo>
                  <a:cubicBezTo>
                    <a:pt x="239465" y="237035"/>
                    <a:pt x="239465" y="237035"/>
                    <a:pt x="239465" y="237035"/>
                  </a:cubicBezTo>
                  <a:cubicBezTo>
                    <a:pt x="237758" y="238741"/>
                    <a:pt x="235482" y="239594"/>
                    <a:pt x="233206" y="239689"/>
                  </a:cubicBezTo>
                  <a:cubicBezTo>
                    <a:pt x="233206" y="239689"/>
                    <a:pt x="233206" y="239689"/>
                    <a:pt x="233206" y="239689"/>
                  </a:cubicBezTo>
                  <a:lnTo>
                    <a:pt x="233206" y="239689"/>
                  </a:lnTo>
                  <a:cubicBezTo>
                    <a:pt x="233206" y="239689"/>
                    <a:pt x="233206" y="239689"/>
                    <a:pt x="233206" y="239689"/>
                  </a:cubicBezTo>
                  <a:cubicBezTo>
                    <a:pt x="233206" y="239689"/>
                    <a:pt x="233206" y="239689"/>
                    <a:pt x="233206" y="239689"/>
                  </a:cubicBezTo>
                  <a:cubicBezTo>
                    <a:pt x="233206" y="239689"/>
                    <a:pt x="233206" y="239689"/>
                    <a:pt x="233206" y="239689"/>
                  </a:cubicBezTo>
                  <a:cubicBezTo>
                    <a:pt x="233206" y="239689"/>
                    <a:pt x="233206" y="239689"/>
                    <a:pt x="233206" y="239689"/>
                  </a:cubicBezTo>
                  <a:cubicBezTo>
                    <a:pt x="233111" y="239689"/>
                    <a:pt x="233016" y="239689"/>
                    <a:pt x="232921" y="239689"/>
                  </a:cubicBezTo>
                  <a:lnTo>
                    <a:pt x="232921" y="239689"/>
                  </a:lnTo>
                  <a:cubicBezTo>
                    <a:pt x="232826" y="239689"/>
                    <a:pt x="232732" y="239689"/>
                    <a:pt x="232732" y="239689"/>
                  </a:cubicBezTo>
                  <a:lnTo>
                    <a:pt x="232732" y="239689"/>
                  </a:lnTo>
                  <a:cubicBezTo>
                    <a:pt x="232732" y="239689"/>
                    <a:pt x="232732" y="239689"/>
                    <a:pt x="232732" y="239689"/>
                  </a:cubicBezTo>
                  <a:lnTo>
                    <a:pt x="232732" y="239689"/>
                  </a:lnTo>
                  <a:cubicBezTo>
                    <a:pt x="232732" y="239689"/>
                    <a:pt x="232732" y="239689"/>
                    <a:pt x="232732" y="239689"/>
                  </a:cubicBezTo>
                  <a:cubicBezTo>
                    <a:pt x="232732" y="239689"/>
                    <a:pt x="232732" y="239689"/>
                    <a:pt x="232732" y="239689"/>
                  </a:cubicBezTo>
                  <a:cubicBezTo>
                    <a:pt x="230455" y="239594"/>
                    <a:pt x="228085" y="238741"/>
                    <a:pt x="226377" y="236940"/>
                  </a:cubicBezTo>
                  <a:cubicBezTo>
                    <a:pt x="226377" y="236940"/>
                    <a:pt x="226377" y="236940"/>
                    <a:pt x="226377" y="236940"/>
                  </a:cubicBezTo>
                  <a:lnTo>
                    <a:pt x="192141" y="202726"/>
                  </a:lnTo>
                  <a:cubicBezTo>
                    <a:pt x="190244" y="200831"/>
                    <a:pt x="189391" y="198461"/>
                    <a:pt x="189391" y="195997"/>
                  </a:cubicBezTo>
                  <a:cubicBezTo>
                    <a:pt x="189391" y="193533"/>
                    <a:pt x="190149" y="191448"/>
                    <a:pt x="191951" y="189552"/>
                  </a:cubicBezTo>
                  <a:close/>
                  <a:moveTo>
                    <a:pt x="334018" y="270965"/>
                  </a:moveTo>
                  <a:lnTo>
                    <a:pt x="302627" y="352093"/>
                  </a:lnTo>
                  <a:cubicBezTo>
                    <a:pt x="301204" y="355790"/>
                    <a:pt x="297695" y="358159"/>
                    <a:pt x="293807" y="358159"/>
                  </a:cubicBezTo>
                  <a:lnTo>
                    <a:pt x="189580" y="358159"/>
                  </a:lnTo>
                  <a:lnTo>
                    <a:pt x="193753" y="369058"/>
                  </a:lnTo>
                  <a:cubicBezTo>
                    <a:pt x="203711" y="369248"/>
                    <a:pt x="212247" y="375313"/>
                    <a:pt x="215945" y="384033"/>
                  </a:cubicBezTo>
                  <a:lnTo>
                    <a:pt x="249708" y="384033"/>
                  </a:lnTo>
                  <a:cubicBezTo>
                    <a:pt x="253406" y="375219"/>
                    <a:pt x="262131" y="369058"/>
                    <a:pt x="272279" y="369058"/>
                  </a:cubicBezTo>
                  <a:cubicBezTo>
                    <a:pt x="285746" y="369058"/>
                    <a:pt x="296747" y="380052"/>
                    <a:pt x="296747" y="393510"/>
                  </a:cubicBezTo>
                  <a:cubicBezTo>
                    <a:pt x="296747" y="406969"/>
                    <a:pt x="285746" y="417963"/>
                    <a:pt x="272279" y="417963"/>
                  </a:cubicBezTo>
                  <a:cubicBezTo>
                    <a:pt x="262131" y="417963"/>
                    <a:pt x="253406" y="411802"/>
                    <a:pt x="249708" y="402988"/>
                  </a:cubicBezTo>
                  <a:lnTo>
                    <a:pt x="215945" y="402988"/>
                  </a:lnTo>
                  <a:cubicBezTo>
                    <a:pt x="212247" y="411802"/>
                    <a:pt x="203522" y="417963"/>
                    <a:pt x="193374" y="417963"/>
                  </a:cubicBezTo>
                  <a:cubicBezTo>
                    <a:pt x="179907" y="417963"/>
                    <a:pt x="168906" y="406969"/>
                    <a:pt x="168906" y="393510"/>
                  </a:cubicBezTo>
                  <a:cubicBezTo>
                    <a:pt x="168906" y="386687"/>
                    <a:pt x="171656" y="380621"/>
                    <a:pt x="176208" y="376166"/>
                  </a:cubicBezTo>
                  <a:lnTo>
                    <a:pt x="114090" y="213057"/>
                  </a:lnTo>
                  <a:lnTo>
                    <a:pt x="96071" y="213057"/>
                  </a:lnTo>
                  <a:cubicBezTo>
                    <a:pt x="90854" y="213057"/>
                    <a:pt x="86587" y="208792"/>
                    <a:pt x="86587" y="203579"/>
                  </a:cubicBezTo>
                  <a:cubicBezTo>
                    <a:pt x="86587" y="198366"/>
                    <a:pt x="90854" y="194102"/>
                    <a:pt x="96071" y="194102"/>
                  </a:cubicBezTo>
                  <a:lnTo>
                    <a:pt x="120633" y="194102"/>
                  </a:lnTo>
                  <a:cubicBezTo>
                    <a:pt x="124617" y="194102"/>
                    <a:pt x="128126" y="196566"/>
                    <a:pt x="129453" y="200167"/>
                  </a:cubicBezTo>
                  <a:lnTo>
                    <a:pt x="151456" y="258075"/>
                  </a:lnTo>
                  <a:lnTo>
                    <a:pt x="325104" y="258075"/>
                  </a:lnTo>
                  <a:cubicBezTo>
                    <a:pt x="328233" y="258075"/>
                    <a:pt x="331173" y="259592"/>
                    <a:pt x="332975" y="262151"/>
                  </a:cubicBezTo>
                  <a:cubicBezTo>
                    <a:pt x="334777" y="264710"/>
                    <a:pt x="335156" y="268027"/>
                    <a:pt x="334018" y="270965"/>
                  </a:cubicBezTo>
                  <a:close/>
                  <a:moveTo>
                    <a:pt x="375083" y="273524"/>
                  </a:moveTo>
                  <a:cubicBezTo>
                    <a:pt x="374988" y="273524"/>
                    <a:pt x="374988" y="273524"/>
                    <a:pt x="374893" y="273524"/>
                  </a:cubicBezTo>
                  <a:cubicBezTo>
                    <a:pt x="369772" y="273524"/>
                    <a:pt x="365504" y="269449"/>
                    <a:pt x="365410" y="264236"/>
                  </a:cubicBezTo>
                  <a:cubicBezTo>
                    <a:pt x="365030" y="247271"/>
                    <a:pt x="351563" y="233813"/>
                    <a:pt x="334587" y="233434"/>
                  </a:cubicBezTo>
                  <a:cubicBezTo>
                    <a:pt x="329371" y="233339"/>
                    <a:pt x="325198" y="228979"/>
                    <a:pt x="325293" y="223766"/>
                  </a:cubicBezTo>
                  <a:cubicBezTo>
                    <a:pt x="325388" y="218554"/>
                    <a:pt x="329656" y="214384"/>
                    <a:pt x="334967" y="214478"/>
                  </a:cubicBezTo>
                  <a:cubicBezTo>
                    <a:pt x="362090" y="215047"/>
                    <a:pt x="383808" y="236751"/>
                    <a:pt x="384377" y="263857"/>
                  </a:cubicBezTo>
                  <a:cubicBezTo>
                    <a:pt x="384472" y="269069"/>
                    <a:pt x="380299" y="273429"/>
                    <a:pt x="375083" y="273524"/>
                  </a:cubicBezTo>
                  <a:close/>
                  <a:moveTo>
                    <a:pt x="410363" y="272955"/>
                  </a:moveTo>
                  <a:cubicBezTo>
                    <a:pt x="410268" y="272955"/>
                    <a:pt x="410173" y="272955"/>
                    <a:pt x="410078" y="272955"/>
                  </a:cubicBezTo>
                  <a:cubicBezTo>
                    <a:pt x="404957" y="272955"/>
                    <a:pt x="400784" y="268880"/>
                    <a:pt x="400594" y="263762"/>
                  </a:cubicBezTo>
                  <a:cubicBezTo>
                    <a:pt x="400025" y="246418"/>
                    <a:pt x="393007" y="230211"/>
                    <a:pt x="380773" y="217890"/>
                  </a:cubicBezTo>
                  <a:cubicBezTo>
                    <a:pt x="369677" y="206896"/>
                    <a:pt x="354503" y="200925"/>
                    <a:pt x="338760" y="201684"/>
                  </a:cubicBezTo>
                  <a:cubicBezTo>
                    <a:pt x="338570" y="201684"/>
                    <a:pt x="337812" y="201684"/>
                    <a:pt x="337622" y="201684"/>
                  </a:cubicBezTo>
                  <a:cubicBezTo>
                    <a:pt x="332406" y="201684"/>
                    <a:pt x="328138" y="197419"/>
                    <a:pt x="328138" y="192206"/>
                  </a:cubicBezTo>
                  <a:cubicBezTo>
                    <a:pt x="328138" y="186993"/>
                    <a:pt x="332406" y="182728"/>
                    <a:pt x="337622" y="182728"/>
                  </a:cubicBezTo>
                  <a:cubicBezTo>
                    <a:pt x="358866" y="181686"/>
                    <a:pt x="379351" y="189647"/>
                    <a:pt x="394240" y="204432"/>
                  </a:cubicBezTo>
                  <a:cubicBezTo>
                    <a:pt x="409888" y="220165"/>
                    <a:pt x="418898" y="240921"/>
                    <a:pt x="419562" y="263099"/>
                  </a:cubicBezTo>
                  <a:cubicBezTo>
                    <a:pt x="419751" y="268406"/>
                    <a:pt x="415579" y="272766"/>
                    <a:pt x="410363" y="272955"/>
                  </a:cubicBezTo>
                  <a:close/>
                  <a:moveTo>
                    <a:pt x="441659" y="269354"/>
                  </a:moveTo>
                  <a:cubicBezTo>
                    <a:pt x="441564" y="269354"/>
                    <a:pt x="441564" y="269354"/>
                    <a:pt x="441469" y="269354"/>
                  </a:cubicBezTo>
                  <a:cubicBezTo>
                    <a:pt x="436253" y="269259"/>
                    <a:pt x="432080" y="264899"/>
                    <a:pt x="432175" y="259687"/>
                  </a:cubicBezTo>
                  <a:cubicBezTo>
                    <a:pt x="432175" y="258360"/>
                    <a:pt x="432175" y="257128"/>
                    <a:pt x="432175" y="255801"/>
                  </a:cubicBezTo>
                  <a:cubicBezTo>
                    <a:pt x="430942" y="205380"/>
                    <a:pt x="389403" y="165479"/>
                    <a:pt x="338570" y="166616"/>
                  </a:cubicBezTo>
                  <a:cubicBezTo>
                    <a:pt x="333070" y="166901"/>
                    <a:pt x="328992" y="162636"/>
                    <a:pt x="328897" y="157328"/>
                  </a:cubicBezTo>
                  <a:cubicBezTo>
                    <a:pt x="328802" y="152116"/>
                    <a:pt x="332880" y="147756"/>
                    <a:pt x="338191" y="147661"/>
                  </a:cubicBezTo>
                  <a:cubicBezTo>
                    <a:pt x="398982" y="146240"/>
                    <a:pt x="449720" y="194481"/>
                    <a:pt x="451143" y="255327"/>
                  </a:cubicBezTo>
                  <a:cubicBezTo>
                    <a:pt x="451143" y="256843"/>
                    <a:pt x="451143" y="258454"/>
                    <a:pt x="451143" y="260066"/>
                  </a:cubicBezTo>
                  <a:cubicBezTo>
                    <a:pt x="451048" y="265184"/>
                    <a:pt x="446780" y="269354"/>
                    <a:pt x="441659" y="269354"/>
                  </a:cubicBezTo>
                  <a:close/>
                </a:path>
              </a:pathLst>
            </a:custGeom>
            <a:grpFill/>
            <a:ln w="9463" cap="flat">
              <a:noFill/>
              <a:prstDash val="solid"/>
              <a:miter/>
            </a:ln>
          </p:spPr>
          <p:txBody>
            <a:bodyPr rtlCol="0" anchor="ctr"/>
            <a:lstStyle/>
            <a:p>
              <a:endParaRPr lang="en-US"/>
            </a:p>
          </p:txBody>
        </p:sp>
      </p:grpSp>
      <p:grpSp>
        <p:nvGrpSpPr>
          <p:cNvPr id="45" name="Graphic 11">
            <a:extLst>
              <a:ext uri="{FF2B5EF4-FFF2-40B4-BE49-F238E27FC236}">
                <a16:creationId xmlns:a16="http://schemas.microsoft.com/office/drawing/2014/main" id="{A345938B-106E-3242-90D9-09A1DFC1B7CB}"/>
              </a:ext>
            </a:extLst>
          </p:cNvPr>
          <p:cNvGrpSpPr>
            <a:grpSpLocks noChangeAspect="1"/>
          </p:cNvGrpSpPr>
          <p:nvPr/>
        </p:nvGrpSpPr>
        <p:grpSpPr>
          <a:xfrm>
            <a:off x="5708130" y="1893013"/>
            <a:ext cx="367200" cy="366962"/>
            <a:chOff x="8228562" y="5000721"/>
            <a:chExt cx="537729" cy="537380"/>
          </a:xfrm>
          <a:solidFill>
            <a:schemeClr val="accent3"/>
          </a:solidFill>
        </p:grpSpPr>
        <p:sp>
          <p:nvSpPr>
            <p:cNvPr id="46" name="Freeform 45">
              <a:extLst>
                <a:ext uri="{FF2B5EF4-FFF2-40B4-BE49-F238E27FC236}">
                  <a16:creationId xmlns:a16="http://schemas.microsoft.com/office/drawing/2014/main" id="{87C9111D-5AA7-514F-A43D-691CDBDEBDED}"/>
                </a:ext>
              </a:extLst>
            </p:cNvPr>
            <p:cNvSpPr/>
            <p:nvPr/>
          </p:nvSpPr>
          <p:spPr>
            <a:xfrm>
              <a:off x="8228562" y="5000721"/>
              <a:ext cx="537729" cy="537380"/>
            </a:xfrm>
            <a:custGeom>
              <a:avLst/>
              <a:gdLst>
                <a:gd name="connsiteX0" fmla="*/ 268865 w 537729"/>
                <a:gd name="connsiteY0" fmla="*/ 0 h 537380"/>
                <a:gd name="connsiteX1" fmla="*/ 0 w 537729"/>
                <a:gd name="connsiteY1" fmla="*/ 268690 h 537380"/>
                <a:gd name="connsiteX2" fmla="*/ 268865 w 537729"/>
                <a:gd name="connsiteY2" fmla="*/ 537381 h 537380"/>
                <a:gd name="connsiteX3" fmla="*/ 537730 w 537729"/>
                <a:gd name="connsiteY3" fmla="*/ 268690 h 537380"/>
                <a:gd name="connsiteX4" fmla="*/ 268865 w 537729"/>
                <a:gd name="connsiteY4" fmla="*/ 0 h 537380"/>
                <a:gd name="connsiteX5" fmla="*/ 269054 w 537729"/>
                <a:gd name="connsiteY5" fmla="*/ 518425 h 537380"/>
                <a:gd name="connsiteX6" fmla="*/ 19062 w 537729"/>
                <a:gd name="connsiteY6" fmla="*/ 268785 h 537380"/>
                <a:gd name="connsiteX7" fmla="*/ 19062 w 537729"/>
                <a:gd name="connsiteY7" fmla="*/ 268690 h 537380"/>
                <a:gd name="connsiteX8" fmla="*/ 268865 w 537729"/>
                <a:gd name="connsiteY8" fmla="*/ 18955 h 537380"/>
                <a:gd name="connsiteX9" fmla="*/ 518857 w 537729"/>
                <a:gd name="connsiteY9" fmla="*/ 268596 h 537380"/>
                <a:gd name="connsiteX10" fmla="*/ 269054 w 537729"/>
                <a:gd name="connsiteY10" fmla="*/ 518425 h 5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729" h="537380">
                  <a:moveTo>
                    <a:pt x="268865" y="0"/>
                  </a:moveTo>
                  <a:cubicBezTo>
                    <a:pt x="120349" y="0"/>
                    <a:pt x="0" y="120271"/>
                    <a:pt x="0" y="268690"/>
                  </a:cubicBezTo>
                  <a:cubicBezTo>
                    <a:pt x="0" y="417110"/>
                    <a:pt x="120349" y="537381"/>
                    <a:pt x="268865" y="537381"/>
                  </a:cubicBezTo>
                  <a:cubicBezTo>
                    <a:pt x="417381" y="537381"/>
                    <a:pt x="537730" y="417110"/>
                    <a:pt x="537730" y="268690"/>
                  </a:cubicBezTo>
                  <a:cubicBezTo>
                    <a:pt x="537730" y="120271"/>
                    <a:pt x="417381" y="0"/>
                    <a:pt x="268865" y="0"/>
                  </a:cubicBezTo>
                  <a:close/>
                  <a:moveTo>
                    <a:pt x="269054" y="518425"/>
                  </a:moveTo>
                  <a:cubicBezTo>
                    <a:pt x="131066" y="518520"/>
                    <a:pt x="19157" y="406684"/>
                    <a:pt x="19062" y="268785"/>
                  </a:cubicBezTo>
                  <a:cubicBezTo>
                    <a:pt x="19062" y="268785"/>
                    <a:pt x="19062" y="268690"/>
                    <a:pt x="19062" y="268690"/>
                  </a:cubicBezTo>
                  <a:cubicBezTo>
                    <a:pt x="19252" y="130886"/>
                    <a:pt x="130971" y="19145"/>
                    <a:pt x="268865" y="18955"/>
                  </a:cubicBezTo>
                  <a:cubicBezTo>
                    <a:pt x="406854" y="18860"/>
                    <a:pt x="518762" y="130696"/>
                    <a:pt x="518857" y="268596"/>
                  </a:cubicBezTo>
                  <a:cubicBezTo>
                    <a:pt x="518952" y="406495"/>
                    <a:pt x="407043" y="518331"/>
                    <a:pt x="269054" y="518425"/>
                  </a:cubicBezTo>
                  <a:close/>
                </a:path>
              </a:pathLst>
            </a:custGeom>
            <a:grpFill/>
            <a:ln w="9463" cap="flat">
              <a:noFill/>
              <a:prstDash val="solid"/>
              <a:miter/>
            </a:ln>
          </p:spPr>
          <p:txBody>
            <a:bodyPr rtlCol="0" anchor="ctr"/>
            <a:lstStyle/>
            <a:p>
              <a:endParaRPr lang="en-US"/>
            </a:p>
          </p:txBody>
        </p:sp>
        <p:sp>
          <p:nvSpPr>
            <p:cNvPr id="47" name="Freeform 46">
              <a:extLst>
                <a:ext uri="{FF2B5EF4-FFF2-40B4-BE49-F238E27FC236}">
                  <a16:creationId xmlns:a16="http://schemas.microsoft.com/office/drawing/2014/main" id="{2CBE9FCD-34D1-354C-B9C4-ADC5E260B8EB}"/>
                </a:ext>
              </a:extLst>
            </p:cNvPr>
            <p:cNvSpPr/>
            <p:nvPr/>
          </p:nvSpPr>
          <p:spPr>
            <a:xfrm>
              <a:off x="8454387" y="5188738"/>
              <a:ext cx="86787" cy="32431"/>
            </a:xfrm>
            <a:custGeom>
              <a:avLst/>
              <a:gdLst>
                <a:gd name="connsiteX0" fmla="*/ 3018 w 86787"/>
                <a:gd name="connsiteY0" fmla="*/ 15467 h 32431"/>
                <a:gd name="connsiteX1" fmla="*/ 2544 w 86787"/>
                <a:gd name="connsiteY1" fmla="*/ 28830 h 32431"/>
                <a:gd name="connsiteX2" fmla="*/ 15916 w 86787"/>
                <a:gd name="connsiteY2" fmla="*/ 29304 h 32431"/>
                <a:gd name="connsiteX3" fmla="*/ 43324 w 86787"/>
                <a:gd name="connsiteY3" fmla="*/ 18879 h 32431"/>
                <a:gd name="connsiteX4" fmla="*/ 70732 w 86787"/>
                <a:gd name="connsiteY4" fmla="*/ 29873 h 32431"/>
                <a:gd name="connsiteX5" fmla="*/ 77276 w 86787"/>
                <a:gd name="connsiteY5" fmla="*/ 32432 h 32431"/>
                <a:gd name="connsiteX6" fmla="*/ 84199 w 86787"/>
                <a:gd name="connsiteY6" fmla="*/ 29494 h 32431"/>
                <a:gd name="connsiteX7" fmla="*/ 83820 w 86787"/>
                <a:gd name="connsiteY7" fmla="*/ 16130 h 32431"/>
                <a:gd name="connsiteX8" fmla="*/ 43609 w 86787"/>
                <a:gd name="connsiteY8" fmla="*/ 18 h 32431"/>
                <a:gd name="connsiteX9" fmla="*/ 3018 w 86787"/>
                <a:gd name="connsiteY9" fmla="*/ 15467 h 32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787" h="32431">
                  <a:moveTo>
                    <a:pt x="3018" y="15467"/>
                  </a:moveTo>
                  <a:cubicBezTo>
                    <a:pt x="-775" y="19068"/>
                    <a:pt x="-1060" y="25039"/>
                    <a:pt x="2544" y="28830"/>
                  </a:cubicBezTo>
                  <a:cubicBezTo>
                    <a:pt x="6148" y="32621"/>
                    <a:pt x="12123" y="32906"/>
                    <a:pt x="15916" y="29304"/>
                  </a:cubicBezTo>
                  <a:cubicBezTo>
                    <a:pt x="23314" y="22386"/>
                    <a:pt x="33082" y="18689"/>
                    <a:pt x="43324" y="18879"/>
                  </a:cubicBezTo>
                  <a:cubicBezTo>
                    <a:pt x="53567" y="18879"/>
                    <a:pt x="63240" y="22859"/>
                    <a:pt x="70732" y="29873"/>
                  </a:cubicBezTo>
                  <a:cubicBezTo>
                    <a:pt x="72534" y="31579"/>
                    <a:pt x="74905" y="32432"/>
                    <a:pt x="77276" y="32432"/>
                  </a:cubicBezTo>
                  <a:cubicBezTo>
                    <a:pt x="79837" y="32432"/>
                    <a:pt x="82303" y="31484"/>
                    <a:pt x="84199" y="29494"/>
                  </a:cubicBezTo>
                  <a:cubicBezTo>
                    <a:pt x="87803" y="25703"/>
                    <a:pt x="87614" y="19732"/>
                    <a:pt x="83820" y="16130"/>
                  </a:cubicBezTo>
                  <a:cubicBezTo>
                    <a:pt x="72914" y="5800"/>
                    <a:pt x="58498" y="18"/>
                    <a:pt x="43609" y="18"/>
                  </a:cubicBezTo>
                  <a:cubicBezTo>
                    <a:pt x="28530" y="-361"/>
                    <a:pt x="14020" y="5136"/>
                    <a:pt x="3018" y="15467"/>
                  </a:cubicBezTo>
                  <a:close/>
                </a:path>
              </a:pathLst>
            </a:custGeom>
            <a:grpFill/>
            <a:ln w="9463" cap="flat">
              <a:noFill/>
              <a:prstDash val="solid"/>
              <a:miter/>
            </a:ln>
          </p:spPr>
          <p:txBody>
            <a:bodyPr rtlCol="0" anchor="ctr"/>
            <a:lstStyle/>
            <a:p>
              <a:endParaRPr lang="en-US"/>
            </a:p>
          </p:txBody>
        </p:sp>
        <p:sp>
          <p:nvSpPr>
            <p:cNvPr id="48" name="Freeform 47">
              <a:extLst>
                <a:ext uri="{FF2B5EF4-FFF2-40B4-BE49-F238E27FC236}">
                  <a16:creationId xmlns:a16="http://schemas.microsoft.com/office/drawing/2014/main" id="{0ADF094E-A38E-554E-AB84-FBF77F00FB74}"/>
                </a:ext>
              </a:extLst>
            </p:cNvPr>
            <p:cNvSpPr/>
            <p:nvPr/>
          </p:nvSpPr>
          <p:spPr>
            <a:xfrm>
              <a:off x="8430567" y="5146960"/>
              <a:ext cx="139713" cy="44829"/>
            </a:xfrm>
            <a:custGeom>
              <a:avLst/>
              <a:gdLst>
                <a:gd name="connsiteX0" fmla="*/ 137135 w 139713"/>
                <a:gd name="connsiteY0" fmla="*/ 41038 h 44829"/>
                <a:gd name="connsiteX1" fmla="*/ 136661 w 139713"/>
                <a:gd name="connsiteY1" fmla="*/ 27675 h 44829"/>
                <a:gd name="connsiteX2" fmla="*/ 67050 w 139713"/>
                <a:gd name="connsiteY2" fmla="*/ 0 h 44829"/>
                <a:gd name="connsiteX3" fmla="*/ 67050 w 139713"/>
                <a:gd name="connsiteY3" fmla="*/ 0 h 44829"/>
                <a:gd name="connsiteX4" fmla="*/ 2466 w 139713"/>
                <a:gd name="connsiteY4" fmla="*/ 28622 h 44829"/>
                <a:gd name="connsiteX5" fmla="*/ 0 w 139713"/>
                <a:gd name="connsiteY5" fmla="*/ 35731 h 44829"/>
                <a:gd name="connsiteX6" fmla="*/ 9484 w 139713"/>
                <a:gd name="connsiteY6" fmla="*/ 44829 h 44829"/>
                <a:gd name="connsiteX7" fmla="*/ 17260 w 139713"/>
                <a:gd name="connsiteY7" fmla="*/ 40564 h 44829"/>
                <a:gd name="connsiteX8" fmla="*/ 66955 w 139713"/>
                <a:gd name="connsiteY8" fmla="*/ 18955 h 44829"/>
                <a:gd name="connsiteX9" fmla="*/ 66955 w 139713"/>
                <a:gd name="connsiteY9" fmla="*/ 18955 h 44829"/>
                <a:gd name="connsiteX10" fmla="*/ 123668 w 139713"/>
                <a:gd name="connsiteY10" fmla="*/ 41512 h 44829"/>
                <a:gd name="connsiteX11" fmla="*/ 137135 w 139713"/>
                <a:gd name="connsiteY11" fmla="*/ 41038 h 44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713" h="44829">
                  <a:moveTo>
                    <a:pt x="137135" y="41038"/>
                  </a:moveTo>
                  <a:cubicBezTo>
                    <a:pt x="140739" y="37247"/>
                    <a:pt x="140549" y="31181"/>
                    <a:pt x="136661" y="27675"/>
                  </a:cubicBezTo>
                  <a:cubicBezTo>
                    <a:pt x="117694" y="9952"/>
                    <a:pt x="93036" y="95"/>
                    <a:pt x="67050" y="0"/>
                  </a:cubicBezTo>
                  <a:cubicBezTo>
                    <a:pt x="67050" y="0"/>
                    <a:pt x="67050" y="0"/>
                    <a:pt x="67050" y="0"/>
                  </a:cubicBezTo>
                  <a:cubicBezTo>
                    <a:pt x="42487" y="0"/>
                    <a:pt x="18968" y="10425"/>
                    <a:pt x="2466" y="28622"/>
                  </a:cubicBezTo>
                  <a:cubicBezTo>
                    <a:pt x="854" y="30328"/>
                    <a:pt x="0" y="33361"/>
                    <a:pt x="0" y="35731"/>
                  </a:cubicBezTo>
                  <a:cubicBezTo>
                    <a:pt x="0" y="40943"/>
                    <a:pt x="4268" y="44829"/>
                    <a:pt x="9484" y="44829"/>
                  </a:cubicBezTo>
                  <a:cubicBezTo>
                    <a:pt x="12708" y="44829"/>
                    <a:pt x="15553" y="43123"/>
                    <a:pt x="17260" y="40564"/>
                  </a:cubicBezTo>
                  <a:cubicBezTo>
                    <a:pt x="30158" y="26822"/>
                    <a:pt x="48178" y="18955"/>
                    <a:pt x="66955" y="18955"/>
                  </a:cubicBezTo>
                  <a:cubicBezTo>
                    <a:pt x="66955" y="18955"/>
                    <a:pt x="66955" y="18955"/>
                    <a:pt x="66955" y="18955"/>
                  </a:cubicBezTo>
                  <a:cubicBezTo>
                    <a:pt x="88104" y="19050"/>
                    <a:pt x="108210" y="27011"/>
                    <a:pt x="123668" y="41512"/>
                  </a:cubicBezTo>
                  <a:cubicBezTo>
                    <a:pt x="127557" y="45113"/>
                    <a:pt x="133531" y="44924"/>
                    <a:pt x="137135" y="41038"/>
                  </a:cubicBezTo>
                  <a:close/>
                </a:path>
              </a:pathLst>
            </a:custGeom>
            <a:grpFill/>
            <a:ln w="9463" cap="flat">
              <a:noFill/>
              <a:prstDash val="solid"/>
              <a:miter/>
            </a:ln>
          </p:spPr>
          <p:txBody>
            <a:bodyPr rtlCol="0" anchor="ctr"/>
            <a:lstStyle/>
            <a:p>
              <a:endParaRPr lang="en-US"/>
            </a:p>
          </p:txBody>
        </p:sp>
        <p:sp>
          <p:nvSpPr>
            <p:cNvPr id="49" name="Freeform 48">
              <a:extLst>
                <a:ext uri="{FF2B5EF4-FFF2-40B4-BE49-F238E27FC236}">
                  <a16:creationId xmlns:a16="http://schemas.microsoft.com/office/drawing/2014/main" id="{02632D0C-01FE-D943-BEA2-15DA9C8CEB35}"/>
                </a:ext>
              </a:extLst>
            </p:cNvPr>
            <p:cNvSpPr/>
            <p:nvPr/>
          </p:nvSpPr>
          <p:spPr>
            <a:xfrm>
              <a:off x="8401094" y="5105787"/>
              <a:ext cx="192571" cy="56052"/>
            </a:xfrm>
            <a:custGeom>
              <a:avLst/>
              <a:gdLst>
                <a:gd name="connsiteX0" fmla="*/ 186050 w 192571"/>
                <a:gd name="connsiteY0" fmla="*/ 35960 h 56052"/>
                <a:gd name="connsiteX1" fmla="*/ 93488 w 192571"/>
                <a:gd name="connsiteY1" fmla="*/ 40 h 56052"/>
                <a:gd name="connsiteX2" fmla="*/ 2634 w 192571"/>
                <a:gd name="connsiteY2" fmla="*/ 40036 h 56052"/>
                <a:gd name="connsiteX3" fmla="*/ 2918 w 192571"/>
                <a:gd name="connsiteY3" fmla="*/ 53399 h 56052"/>
                <a:gd name="connsiteX4" fmla="*/ 9462 w 192571"/>
                <a:gd name="connsiteY4" fmla="*/ 56053 h 56052"/>
                <a:gd name="connsiteX5" fmla="*/ 16290 w 192571"/>
                <a:gd name="connsiteY5" fmla="*/ 53115 h 56052"/>
                <a:gd name="connsiteX6" fmla="*/ 172867 w 192571"/>
                <a:gd name="connsiteY6" fmla="*/ 49703 h 56052"/>
                <a:gd name="connsiteX7" fmla="*/ 176281 w 192571"/>
                <a:gd name="connsiteY7" fmla="*/ 53115 h 56052"/>
                <a:gd name="connsiteX8" fmla="*/ 189653 w 192571"/>
                <a:gd name="connsiteY8" fmla="*/ 53399 h 56052"/>
                <a:gd name="connsiteX9" fmla="*/ 189938 w 192571"/>
                <a:gd name="connsiteY9" fmla="*/ 40036 h 56052"/>
                <a:gd name="connsiteX10" fmla="*/ 186050 w 192571"/>
                <a:gd name="connsiteY10" fmla="*/ 35960 h 5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2571" h="56052">
                  <a:moveTo>
                    <a:pt x="186050" y="35960"/>
                  </a:moveTo>
                  <a:cubicBezTo>
                    <a:pt x="161012" y="11982"/>
                    <a:pt x="128104" y="-813"/>
                    <a:pt x="93488" y="40"/>
                  </a:cubicBezTo>
                  <a:cubicBezTo>
                    <a:pt x="58872" y="798"/>
                    <a:pt x="26533" y="15015"/>
                    <a:pt x="2634" y="40036"/>
                  </a:cubicBezTo>
                  <a:cubicBezTo>
                    <a:pt x="-970" y="43827"/>
                    <a:pt x="-875" y="49798"/>
                    <a:pt x="2918" y="53399"/>
                  </a:cubicBezTo>
                  <a:cubicBezTo>
                    <a:pt x="4720" y="55200"/>
                    <a:pt x="7091" y="56053"/>
                    <a:pt x="9462" y="56053"/>
                  </a:cubicBezTo>
                  <a:cubicBezTo>
                    <a:pt x="11928" y="56053"/>
                    <a:pt x="14488" y="55105"/>
                    <a:pt x="16290" y="53115"/>
                  </a:cubicBezTo>
                  <a:cubicBezTo>
                    <a:pt x="58493" y="9044"/>
                    <a:pt x="128768" y="7527"/>
                    <a:pt x="172867" y="49703"/>
                  </a:cubicBezTo>
                  <a:cubicBezTo>
                    <a:pt x="174005" y="50840"/>
                    <a:pt x="175143" y="51977"/>
                    <a:pt x="176281" y="53115"/>
                  </a:cubicBezTo>
                  <a:cubicBezTo>
                    <a:pt x="179885" y="56906"/>
                    <a:pt x="185955" y="57001"/>
                    <a:pt x="189653" y="53399"/>
                  </a:cubicBezTo>
                  <a:cubicBezTo>
                    <a:pt x="193447" y="49798"/>
                    <a:pt x="193542" y="43827"/>
                    <a:pt x="189938" y="40036"/>
                  </a:cubicBezTo>
                  <a:cubicBezTo>
                    <a:pt x="188705" y="38519"/>
                    <a:pt x="187377" y="37192"/>
                    <a:pt x="186050" y="35960"/>
                  </a:cubicBezTo>
                  <a:close/>
                </a:path>
              </a:pathLst>
            </a:custGeom>
            <a:grpFill/>
            <a:ln w="9463" cap="flat">
              <a:noFill/>
              <a:prstDash val="solid"/>
              <a:miter/>
            </a:ln>
          </p:spPr>
          <p:txBody>
            <a:bodyPr rtlCol="0" anchor="ctr"/>
            <a:lstStyle/>
            <a:p>
              <a:endParaRPr lang="en-US"/>
            </a:p>
          </p:txBody>
        </p:sp>
        <p:sp>
          <p:nvSpPr>
            <p:cNvPr id="50" name="Freeform 49">
              <a:extLst>
                <a:ext uri="{FF2B5EF4-FFF2-40B4-BE49-F238E27FC236}">
                  <a16:creationId xmlns:a16="http://schemas.microsoft.com/office/drawing/2014/main" id="{6BEB9A83-4E72-3E44-B03D-03196A7E43E8}"/>
                </a:ext>
              </a:extLst>
            </p:cNvPr>
            <p:cNvSpPr/>
            <p:nvPr/>
          </p:nvSpPr>
          <p:spPr>
            <a:xfrm>
              <a:off x="8421645" y="5232922"/>
              <a:ext cx="152412" cy="200072"/>
            </a:xfrm>
            <a:custGeom>
              <a:avLst/>
              <a:gdLst>
                <a:gd name="connsiteX0" fmla="*/ 76541 w 152412"/>
                <a:gd name="connsiteY0" fmla="*/ 0 h 200072"/>
                <a:gd name="connsiteX1" fmla="*/ 75877 w 152412"/>
                <a:gd name="connsiteY1" fmla="*/ 0 h 200072"/>
                <a:gd name="connsiteX2" fmla="*/ 7 w 152412"/>
                <a:gd name="connsiteY2" fmla="*/ 75726 h 200072"/>
                <a:gd name="connsiteX3" fmla="*/ 11103 w 152412"/>
                <a:gd name="connsiteY3" fmla="*/ 114584 h 200072"/>
                <a:gd name="connsiteX4" fmla="*/ 63169 w 152412"/>
                <a:gd name="connsiteY4" fmla="*/ 193154 h 200072"/>
                <a:gd name="connsiteX5" fmla="*/ 76067 w 152412"/>
                <a:gd name="connsiteY5" fmla="*/ 200072 h 200072"/>
                <a:gd name="connsiteX6" fmla="*/ 76256 w 152412"/>
                <a:gd name="connsiteY6" fmla="*/ 200072 h 200072"/>
                <a:gd name="connsiteX7" fmla="*/ 89154 w 152412"/>
                <a:gd name="connsiteY7" fmla="*/ 193059 h 200072"/>
                <a:gd name="connsiteX8" fmla="*/ 141505 w 152412"/>
                <a:gd name="connsiteY8" fmla="*/ 114016 h 200072"/>
                <a:gd name="connsiteX9" fmla="*/ 152411 w 152412"/>
                <a:gd name="connsiteY9" fmla="*/ 75726 h 200072"/>
                <a:gd name="connsiteX10" fmla="*/ 76541 w 152412"/>
                <a:gd name="connsiteY10" fmla="*/ 0 h 200072"/>
                <a:gd name="connsiteX11" fmla="*/ 125572 w 152412"/>
                <a:gd name="connsiteY11" fmla="*/ 103875 h 200072"/>
                <a:gd name="connsiteX12" fmla="*/ 76161 w 152412"/>
                <a:gd name="connsiteY12" fmla="*/ 178463 h 200072"/>
                <a:gd name="connsiteX13" fmla="*/ 27036 w 152412"/>
                <a:gd name="connsiteY13" fmla="*/ 104349 h 200072"/>
                <a:gd name="connsiteX14" fmla="*/ 18974 w 152412"/>
                <a:gd name="connsiteY14" fmla="*/ 75821 h 200072"/>
                <a:gd name="connsiteX15" fmla="*/ 75877 w 152412"/>
                <a:gd name="connsiteY15" fmla="*/ 18955 h 200072"/>
                <a:gd name="connsiteX16" fmla="*/ 76541 w 152412"/>
                <a:gd name="connsiteY16" fmla="*/ 18955 h 200072"/>
                <a:gd name="connsiteX17" fmla="*/ 133443 w 152412"/>
                <a:gd name="connsiteY17" fmla="*/ 75916 h 200072"/>
                <a:gd name="connsiteX18" fmla="*/ 125572 w 152412"/>
                <a:gd name="connsiteY18" fmla="*/ 103875 h 200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2412" h="200072">
                  <a:moveTo>
                    <a:pt x="76541" y="0"/>
                  </a:moveTo>
                  <a:lnTo>
                    <a:pt x="75877" y="0"/>
                  </a:lnTo>
                  <a:cubicBezTo>
                    <a:pt x="34054" y="0"/>
                    <a:pt x="7" y="34025"/>
                    <a:pt x="7" y="75726"/>
                  </a:cubicBezTo>
                  <a:cubicBezTo>
                    <a:pt x="-183" y="89469"/>
                    <a:pt x="3611" y="102832"/>
                    <a:pt x="11103" y="114584"/>
                  </a:cubicBezTo>
                  <a:lnTo>
                    <a:pt x="63169" y="193154"/>
                  </a:lnTo>
                  <a:cubicBezTo>
                    <a:pt x="66109" y="197513"/>
                    <a:pt x="70945" y="200072"/>
                    <a:pt x="76067" y="200072"/>
                  </a:cubicBezTo>
                  <a:cubicBezTo>
                    <a:pt x="76161" y="200072"/>
                    <a:pt x="76161" y="200072"/>
                    <a:pt x="76256" y="200072"/>
                  </a:cubicBezTo>
                  <a:cubicBezTo>
                    <a:pt x="81567" y="200072"/>
                    <a:pt x="86404" y="197419"/>
                    <a:pt x="89154" y="193059"/>
                  </a:cubicBezTo>
                  <a:lnTo>
                    <a:pt x="141505" y="114016"/>
                  </a:lnTo>
                  <a:cubicBezTo>
                    <a:pt x="148807" y="102548"/>
                    <a:pt x="152506" y="89279"/>
                    <a:pt x="152411" y="75726"/>
                  </a:cubicBezTo>
                  <a:cubicBezTo>
                    <a:pt x="152411" y="34025"/>
                    <a:pt x="118364" y="0"/>
                    <a:pt x="76541" y="0"/>
                  </a:cubicBezTo>
                  <a:close/>
                  <a:moveTo>
                    <a:pt x="125572" y="103875"/>
                  </a:moveTo>
                  <a:lnTo>
                    <a:pt x="76161" y="178463"/>
                  </a:lnTo>
                  <a:lnTo>
                    <a:pt x="27036" y="104349"/>
                  </a:lnTo>
                  <a:cubicBezTo>
                    <a:pt x="21725" y="95819"/>
                    <a:pt x="18879" y="85962"/>
                    <a:pt x="18974" y="75821"/>
                  </a:cubicBezTo>
                  <a:cubicBezTo>
                    <a:pt x="18974" y="44450"/>
                    <a:pt x="44486" y="18955"/>
                    <a:pt x="75877" y="18955"/>
                  </a:cubicBezTo>
                  <a:lnTo>
                    <a:pt x="76541" y="18955"/>
                  </a:lnTo>
                  <a:cubicBezTo>
                    <a:pt x="107932" y="18955"/>
                    <a:pt x="133443" y="44450"/>
                    <a:pt x="133443" y="75916"/>
                  </a:cubicBezTo>
                  <a:cubicBezTo>
                    <a:pt x="133538" y="85867"/>
                    <a:pt x="130693" y="95629"/>
                    <a:pt x="125572" y="103875"/>
                  </a:cubicBezTo>
                  <a:close/>
                </a:path>
              </a:pathLst>
            </a:custGeom>
            <a:grpFill/>
            <a:ln w="9463" cap="flat">
              <a:noFill/>
              <a:prstDash val="solid"/>
              <a:miter/>
            </a:ln>
          </p:spPr>
          <p:txBody>
            <a:bodyPr rtlCol="0" anchor="ctr"/>
            <a:lstStyle/>
            <a:p>
              <a:endParaRPr lang="en-US"/>
            </a:p>
          </p:txBody>
        </p:sp>
        <p:sp>
          <p:nvSpPr>
            <p:cNvPr id="51" name="Freeform 50">
              <a:extLst>
                <a:ext uri="{FF2B5EF4-FFF2-40B4-BE49-F238E27FC236}">
                  <a16:creationId xmlns:a16="http://schemas.microsoft.com/office/drawing/2014/main" id="{7686103C-5F94-6041-8655-4AEF41FD0037}"/>
                </a:ext>
              </a:extLst>
            </p:cNvPr>
            <p:cNvSpPr/>
            <p:nvPr/>
          </p:nvSpPr>
          <p:spPr>
            <a:xfrm>
              <a:off x="8457785" y="5269221"/>
              <a:ext cx="79473" cy="79422"/>
            </a:xfrm>
            <a:custGeom>
              <a:avLst/>
              <a:gdLst>
                <a:gd name="connsiteX0" fmla="*/ 39737 w 79473"/>
                <a:gd name="connsiteY0" fmla="*/ 0 h 79422"/>
                <a:gd name="connsiteX1" fmla="*/ 0 w 79473"/>
                <a:gd name="connsiteY1" fmla="*/ 39711 h 79422"/>
                <a:gd name="connsiteX2" fmla="*/ 39737 w 79473"/>
                <a:gd name="connsiteY2" fmla="*/ 79422 h 79422"/>
                <a:gd name="connsiteX3" fmla="*/ 79474 w 79473"/>
                <a:gd name="connsiteY3" fmla="*/ 39711 h 79422"/>
                <a:gd name="connsiteX4" fmla="*/ 39737 w 79473"/>
                <a:gd name="connsiteY4" fmla="*/ 0 h 79422"/>
                <a:gd name="connsiteX5" fmla="*/ 39737 w 79473"/>
                <a:gd name="connsiteY5" fmla="*/ 60467 h 79422"/>
                <a:gd name="connsiteX6" fmla="*/ 18968 w 79473"/>
                <a:gd name="connsiteY6" fmla="*/ 39711 h 79422"/>
                <a:gd name="connsiteX7" fmla="*/ 39737 w 79473"/>
                <a:gd name="connsiteY7" fmla="*/ 18955 h 79422"/>
                <a:gd name="connsiteX8" fmla="*/ 60506 w 79473"/>
                <a:gd name="connsiteY8" fmla="*/ 39711 h 79422"/>
                <a:gd name="connsiteX9" fmla="*/ 39737 w 79473"/>
                <a:gd name="connsiteY9" fmla="*/ 60467 h 79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473" h="79422">
                  <a:moveTo>
                    <a:pt x="39737" y="0"/>
                  </a:moveTo>
                  <a:cubicBezTo>
                    <a:pt x="17829" y="0"/>
                    <a:pt x="0" y="17818"/>
                    <a:pt x="0" y="39711"/>
                  </a:cubicBezTo>
                  <a:cubicBezTo>
                    <a:pt x="0" y="61604"/>
                    <a:pt x="17829" y="79422"/>
                    <a:pt x="39737" y="79422"/>
                  </a:cubicBezTo>
                  <a:cubicBezTo>
                    <a:pt x="61644" y="79422"/>
                    <a:pt x="79474" y="61604"/>
                    <a:pt x="79474" y="39711"/>
                  </a:cubicBezTo>
                  <a:cubicBezTo>
                    <a:pt x="79474" y="17818"/>
                    <a:pt x="61644" y="0"/>
                    <a:pt x="39737" y="0"/>
                  </a:cubicBezTo>
                  <a:close/>
                  <a:moveTo>
                    <a:pt x="39737" y="60467"/>
                  </a:moveTo>
                  <a:cubicBezTo>
                    <a:pt x="28262" y="60467"/>
                    <a:pt x="18968" y="51179"/>
                    <a:pt x="18968" y="39711"/>
                  </a:cubicBezTo>
                  <a:cubicBezTo>
                    <a:pt x="18968" y="28243"/>
                    <a:pt x="28262" y="18955"/>
                    <a:pt x="39737" y="18955"/>
                  </a:cubicBezTo>
                  <a:cubicBezTo>
                    <a:pt x="51212" y="18955"/>
                    <a:pt x="60506" y="28243"/>
                    <a:pt x="60506" y="39711"/>
                  </a:cubicBezTo>
                  <a:cubicBezTo>
                    <a:pt x="60506" y="51179"/>
                    <a:pt x="51212" y="60467"/>
                    <a:pt x="39737" y="60467"/>
                  </a:cubicBezTo>
                  <a:close/>
                </a:path>
              </a:pathLst>
            </a:custGeom>
            <a:grpFill/>
            <a:ln w="9463" cap="flat">
              <a:noFill/>
              <a:prstDash val="solid"/>
              <a:miter/>
            </a:ln>
          </p:spPr>
          <p:txBody>
            <a:bodyPr rtlCol="0" anchor="ctr"/>
            <a:lstStyle/>
            <a:p>
              <a:endParaRPr lang="en-US"/>
            </a:p>
          </p:txBody>
        </p:sp>
      </p:grpSp>
      <p:grpSp>
        <p:nvGrpSpPr>
          <p:cNvPr id="52" name="Graphic 11">
            <a:extLst>
              <a:ext uri="{FF2B5EF4-FFF2-40B4-BE49-F238E27FC236}">
                <a16:creationId xmlns:a16="http://schemas.microsoft.com/office/drawing/2014/main" id="{0E0CEDD0-F727-2249-9489-E7E329F131A1}"/>
              </a:ext>
            </a:extLst>
          </p:cNvPr>
          <p:cNvGrpSpPr>
            <a:grpSpLocks noChangeAspect="1"/>
          </p:cNvGrpSpPr>
          <p:nvPr/>
        </p:nvGrpSpPr>
        <p:grpSpPr>
          <a:xfrm>
            <a:off x="6146480" y="1893013"/>
            <a:ext cx="367200" cy="366962"/>
            <a:chOff x="9021405" y="5000721"/>
            <a:chExt cx="537729" cy="537380"/>
          </a:xfrm>
          <a:solidFill>
            <a:schemeClr val="accent3"/>
          </a:solidFill>
        </p:grpSpPr>
        <p:sp>
          <p:nvSpPr>
            <p:cNvPr id="53" name="Freeform 52">
              <a:extLst>
                <a:ext uri="{FF2B5EF4-FFF2-40B4-BE49-F238E27FC236}">
                  <a16:creationId xmlns:a16="http://schemas.microsoft.com/office/drawing/2014/main" id="{98F75C74-BD6D-3B49-AA3F-E2B7DE4BD0F9}"/>
                </a:ext>
              </a:extLst>
            </p:cNvPr>
            <p:cNvSpPr/>
            <p:nvPr/>
          </p:nvSpPr>
          <p:spPr>
            <a:xfrm>
              <a:off x="9269501" y="5288177"/>
              <a:ext cx="41538" cy="41511"/>
            </a:xfrm>
            <a:custGeom>
              <a:avLst/>
              <a:gdLst>
                <a:gd name="connsiteX0" fmla="*/ 20769 w 41538"/>
                <a:gd name="connsiteY0" fmla="*/ 0 h 41511"/>
                <a:gd name="connsiteX1" fmla="*/ 0 w 41538"/>
                <a:gd name="connsiteY1" fmla="*/ 20756 h 41511"/>
                <a:gd name="connsiteX2" fmla="*/ 20769 w 41538"/>
                <a:gd name="connsiteY2" fmla="*/ 41512 h 41511"/>
                <a:gd name="connsiteX3" fmla="*/ 41539 w 41538"/>
                <a:gd name="connsiteY3" fmla="*/ 20756 h 41511"/>
                <a:gd name="connsiteX4" fmla="*/ 20769 w 41538"/>
                <a:gd name="connsiteY4" fmla="*/ 0 h 415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538" h="41511">
                  <a:moveTo>
                    <a:pt x="20769" y="0"/>
                  </a:moveTo>
                  <a:cubicBezTo>
                    <a:pt x="9294" y="0"/>
                    <a:pt x="0" y="9288"/>
                    <a:pt x="0" y="20756"/>
                  </a:cubicBezTo>
                  <a:cubicBezTo>
                    <a:pt x="0" y="32224"/>
                    <a:pt x="9294" y="41512"/>
                    <a:pt x="20769" y="41512"/>
                  </a:cubicBezTo>
                  <a:cubicBezTo>
                    <a:pt x="32245" y="41512"/>
                    <a:pt x="41539" y="32224"/>
                    <a:pt x="41539" y="20756"/>
                  </a:cubicBezTo>
                  <a:cubicBezTo>
                    <a:pt x="41539" y="9288"/>
                    <a:pt x="32245" y="0"/>
                    <a:pt x="20769" y="0"/>
                  </a:cubicBezTo>
                  <a:close/>
                </a:path>
              </a:pathLst>
            </a:custGeom>
            <a:grpFill/>
            <a:ln w="9463" cap="flat">
              <a:noFill/>
              <a:prstDash val="solid"/>
              <a:miter/>
            </a:ln>
          </p:spPr>
          <p:txBody>
            <a:bodyPr rtlCol="0" anchor="ctr"/>
            <a:lstStyle/>
            <a:p>
              <a:endParaRPr lang="en-US"/>
            </a:p>
          </p:txBody>
        </p:sp>
        <p:sp>
          <p:nvSpPr>
            <p:cNvPr id="54" name="Freeform 53">
              <a:extLst>
                <a:ext uri="{FF2B5EF4-FFF2-40B4-BE49-F238E27FC236}">
                  <a16:creationId xmlns:a16="http://schemas.microsoft.com/office/drawing/2014/main" id="{8994AF16-D639-654D-9C87-9D42F86F9E55}"/>
                </a:ext>
              </a:extLst>
            </p:cNvPr>
            <p:cNvSpPr/>
            <p:nvPr/>
          </p:nvSpPr>
          <p:spPr>
            <a:xfrm>
              <a:off x="9233359" y="5251877"/>
              <a:ext cx="114385" cy="159413"/>
            </a:xfrm>
            <a:custGeom>
              <a:avLst/>
              <a:gdLst>
                <a:gd name="connsiteX0" fmla="*/ 57575 w 114385"/>
                <a:gd name="connsiteY0" fmla="*/ 0 h 159413"/>
                <a:gd name="connsiteX1" fmla="*/ 56912 w 114385"/>
                <a:gd name="connsiteY1" fmla="*/ 0 h 159413"/>
                <a:gd name="connsiteX2" fmla="*/ 9 w 114385"/>
                <a:gd name="connsiteY2" fmla="*/ 56866 h 159413"/>
                <a:gd name="connsiteX3" fmla="*/ 7975 w 114385"/>
                <a:gd name="connsiteY3" fmla="*/ 85299 h 159413"/>
                <a:gd name="connsiteX4" fmla="*/ 57006 w 114385"/>
                <a:gd name="connsiteY4" fmla="*/ 159413 h 159413"/>
                <a:gd name="connsiteX5" fmla="*/ 106512 w 114385"/>
                <a:gd name="connsiteY5" fmla="*/ 84919 h 159413"/>
                <a:gd name="connsiteX6" fmla="*/ 114383 w 114385"/>
                <a:gd name="connsiteY6" fmla="*/ 56960 h 159413"/>
                <a:gd name="connsiteX7" fmla="*/ 57575 w 114385"/>
                <a:gd name="connsiteY7" fmla="*/ 0 h 159413"/>
                <a:gd name="connsiteX8" fmla="*/ 56912 w 114385"/>
                <a:gd name="connsiteY8" fmla="*/ 96766 h 159413"/>
                <a:gd name="connsiteX9" fmla="*/ 17175 w 114385"/>
                <a:gd name="connsiteY9" fmla="*/ 57055 h 159413"/>
                <a:gd name="connsiteX10" fmla="*/ 56912 w 114385"/>
                <a:gd name="connsiteY10" fmla="*/ 17344 h 159413"/>
                <a:gd name="connsiteX11" fmla="*/ 96648 w 114385"/>
                <a:gd name="connsiteY11" fmla="*/ 57055 h 159413"/>
                <a:gd name="connsiteX12" fmla="*/ 56912 w 114385"/>
                <a:gd name="connsiteY12" fmla="*/ 96766 h 15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385" h="159413">
                  <a:moveTo>
                    <a:pt x="57575" y="0"/>
                  </a:moveTo>
                  <a:lnTo>
                    <a:pt x="56912" y="0"/>
                  </a:lnTo>
                  <a:cubicBezTo>
                    <a:pt x="25520" y="0"/>
                    <a:pt x="9" y="25495"/>
                    <a:pt x="9" y="56866"/>
                  </a:cubicBezTo>
                  <a:cubicBezTo>
                    <a:pt x="-181" y="67102"/>
                    <a:pt x="2664" y="76863"/>
                    <a:pt x="7975" y="85299"/>
                  </a:cubicBezTo>
                  <a:lnTo>
                    <a:pt x="57006" y="159413"/>
                  </a:lnTo>
                  <a:lnTo>
                    <a:pt x="106512" y="84919"/>
                  </a:lnTo>
                  <a:cubicBezTo>
                    <a:pt x="111728" y="76674"/>
                    <a:pt x="114478" y="66912"/>
                    <a:pt x="114383" y="56960"/>
                  </a:cubicBezTo>
                  <a:cubicBezTo>
                    <a:pt x="114478" y="25495"/>
                    <a:pt x="88967" y="0"/>
                    <a:pt x="57575" y="0"/>
                  </a:cubicBezTo>
                  <a:close/>
                  <a:moveTo>
                    <a:pt x="56912" y="96766"/>
                  </a:moveTo>
                  <a:cubicBezTo>
                    <a:pt x="35004" y="96766"/>
                    <a:pt x="17175" y="78949"/>
                    <a:pt x="17175" y="57055"/>
                  </a:cubicBezTo>
                  <a:cubicBezTo>
                    <a:pt x="17175" y="35162"/>
                    <a:pt x="35004" y="17344"/>
                    <a:pt x="56912" y="17344"/>
                  </a:cubicBezTo>
                  <a:cubicBezTo>
                    <a:pt x="78819" y="17344"/>
                    <a:pt x="96648" y="35162"/>
                    <a:pt x="96648" y="57055"/>
                  </a:cubicBezTo>
                  <a:cubicBezTo>
                    <a:pt x="96648" y="78949"/>
                    <a:pt x="78819" y="96766"/>
                    <a:pt x="56912" y="96766"/>
                  </a:cubicBezTo>
                  <a:close/>
                </a:path>
              </a:pathLst>
            </a:custGeom>
            <a:grpFill/>
            <a:ln w="9463" cap="flat">
              <a:noFill/>
              <a:prstDash val="solid"/>
              <a:miter/>
            </a:ln>
          </p:spPr>
          <p:txBody>
            <a:bodyPr rtlCol="0" anchor="ctr"/>
            <a:lstStyle/>
            <a:p>
              <a:endParaRPr lang="en-US"/>
            </a:p>
          </p:txBody>
        </p:sp>
        <p:sp>
          <p:nvSpPr>
            <p:cNvPr id="55" name="Freeform 54">
              <a:extLst>
                <a:ext uri="{FF2B5EF4-FFF2-40B4-BE49-F238E27FC236}">
                  <a16:creationId xmlns:a16="http://schemas.microsoft.com/office/drawing/2014/main" id="{A8A9BE57-8C15-F54D-8193-AC2FB0F9EBA0}"/>
                </a:ext>
              </a:extLst>
            </p:cNvPr>
            <p:cNvSpPr/>
            <p:nvPr/>
          </p:nvSpPr>
          <p:spPr>
            <a:xfrm>
              <a:off x="9021405" y="5000721"/>
              <a:ext cx="537729" cy="537380"/>
            </a:xfrm>
            <a:custGeom>
              <a:avLst/>
              <a:gdLst>
                <a:gd name="connsiteX0" fmla="*/ 268865 w 537729"/>
                <a:gd name="connsiteY0" fmla="*/ 0 h 537380"/>
                <a:gd name="connsiteX1" fmla="*/ 0 w 537729"/>
                <a:gd name="connsiteY1" fmla="*/ 268690 h 537380"/>
                <a:gd name="connsiteX2" fmla="*/ 268865 w 537729"/>
                <a:gd name="connsiteY2" fmla="*/ 537381 h 537380"/>
                <a:gd name="connsiteX3" fmla="*/ 537730 w 537729"/>
                <a:gd name="connsiteY3" fmla="*/ 268690 h 537380"/>
                <a:gd name="connsiteX4" fmla="*/ 268865 w 537729"/>
                <a:gd name="connsiteY4" fmla="*/ 0 h 537380"/>
                <a:gd name="connsiteX5" fmla="*/ 334492 w 537729"/>
                <a:gd name="connsiteY5" fmla="*/ 346312 h 537380"/>
                <a:gd name="connsiteX6" fmla="*/ 282047 w 537729"/>
                <a:gd name="connsiteY6" fmla="*/ 425355 h 537380"/>
                <a:gd name="connsiteX7" fmla="*/ 269149 w 537729"/>
                <a:gd name="connsiteY7" fmla="*/ 432369 h 537380"/>
                <a:gd name="connsiteX8" fmla="*/ 268865 w 537729"/>
                <a:gd name="connsiteY8" fmla="*/ 432369 h 537380"/>
                <a:gd name="connsiteX9" fmla="*/ 256062 w 537729"/>
                <a:gd name="connsiteY9" fmla="*/ 425166 h 537380"/>
                <a:gd name="connsiteX10" fmla="*/ 204091 w 537729"/>
                <a:gd name="connsiteY10" fmla="*/ 346786 h 537380"/>
                <a:gd name="connsiteX11" fmla="*/ 192995 w 537729"/>
                <a:gd name="connsiteY11" fmla="*/ 307833 h 537380"/>
                <a:gd name="connsiteX12" fmla="*/ 268865 w 537729"/>
                <a:gd name="connsiteY12" fmla="*/ 232107 h 537380"/>
                <a:gd name="connsiteX13" fmla="*/ 269529 w 537729"/>
                <a:gd name="connsiteY13" fmla="*/ 232107 h 537380"/>
                <a:gd name="connsiteX14" fmla="*/ 345399 w 537729"/>
                <a:gd name="connsiteY14" fmla="*/ 307928 h 537380"/>
                <a:gd name="connsiteX15" fmla="*/ 334492 w 537729"/>
                <a:gd name="connsiteY15" fmla="*/ 346312 h 537380"/>
                <a:gd name="connsiteX16" fmla="*/ 269054 w 537729"/>
                <a:gd name="connsiteY16" fmla="*/ 165195 h 537380"/>
                <a:gd name="connsiteX17" fmla="*/ 219170 w 537729"/>
                <a:gd name="connsiteY17" fmla="*/ 186899 h 537380"/>
                <a:gd name="connsiteX18" fmla="*/ 211488 w 537729"/>
                <a:gd name="connsiteY18" fmla="*/ 190974 h 537380"/>
                <a:gd name="connsiteX19" fmla="*/ 202004 w 537729"/>
                <a:gd name="connsiteY19" fmla="*/ 181781 h 537380"/>
                <a:gd name="connsiteX20" fmla="*/ 204470 w 537729"/>
                <a:gd name="connsiteY20" fmla="*/ 174862 h 537380"/>
                <a:gd name="connsiteX21" fmla="*/ 269054 w 537729"/>
                <a:gd name="connsiteY21" fmla="*/ 146240 h 537380"/>
                <a:gd name="connsiteX22" fmla="*/ 338665 w 537729"/>
                <a:gd name="connsiteY22" fmla="*/ 173914 h 537380"/>
                <a:gd name="connsiteX23" fmla="*/ 339045 w 537729"/>
                <a:gd name="connsiteY23" fmla="*/ 187278 h 537380"/>
                <a:gd name="connsiteX24" fmla="*/ 325673 w 537729"/>
                <a:gd name="connsiteY24" fmla="*/ 187657 h 537380"/>
                <a:gd name="connsiteX25" fmla="*/ 269054 w 537729"/>
                <a:gd name="connsiteY25" fmla="*/ 165195 h 537380"/>
                <a:gd name="connsiteX26" fmla="*/ 309835 w 537729"/>
                <a:gd name="connsiteY26" fmla="*/ 217511 h 537380"/>
                <a:gd name="connsiteX27" fmla="*/ 303006 w 537729"/>
                <a:gd name="connsiteY27" fmla="*/ 220449 h 537380"/>
                <a:gd name="connsiteX28" fmla="*/ 296462 w 537729"/>
                <a:gd name="connsiteY28" fmla="*/ 217890 h 537380"/>
                <a:gd name="connsiteX29" fmla="*/ 269149 w 537729"/>
                <a:gd name="connsiteY29" fmla="*/ 206896 h 537380"/>
                <a:gd name="connsiteX30" fmla="*/ 241551 w 537729"/>
                <a:gd name="connsiteY30" fmla="*/ 217322 h 537380"/>
                <a:gd name="connsiteX31" fmla="*/ 228179 w 537729"/>
                <a:gd name="connsiteY31" fmla="*/ 216848 h 537380"/>
                <a:gd name="connsiteX32" fmla="*/ 228654 w 537729"/>
                <a:gd name="connsiteY32" fmla="*/ 203484 h 537380"/>
                <a:gd name="connsiteX33" fmla="*/ 268201 w 537729"/>
                <a:gd name="connsiteY33" fmla="*/ 187941 h 537380"/>
                <a:gd name="connsiteX34" fmla="*/ 269339 w 537729"/>
                <a:gd name="connsiteY34" fmla="*/ 187941 h 537380"/>
                <a:gd name="connsiteX35" fmla="*/ 309455 w 537729"/>
                <a:gd name="connsiteY35" fmla="*/ 204148 h 537380"/>
                <a:gd name="connsiteX36" fmla="*/ 309835 w 537729"/>
                <a:gd name="connsiteY36" fmla="*/ 217511 h 537380"/>
                <a:gd name="connsiteX37" fmla="*/ 362280 w 537729"/>
                <a:gd name="connsiteY37" fmla="*/ 158371 h 537380"/>
                <a:gd name="connsiteX38" fmla="*/ 355736 w 537729"/>
                <a:gd name="connsiteY38" fmla="*/ 161025 h 537380"/>
                <a:gd name="connsiteX39" fmla="*/ 348908 w 537729"/>
                <a:gd name="connsiteY39" fmla="*/ 158087 h 537380"/>
                <a:gd name="connsiteX40" fmla="*/ 345683 w 537729"/>
                <a:gd name="connsiteY40" fmla="*/ 154864 h 537380"/>
                <a:gd name="connsiteX41" fmla="*/ 266589 w 537729"/>
                <a:gd name="connsiteY41" fmla="*/ 124062 h 537380"/>
                <a:gd name="connsiteX42" fmla="*/ 188822 w 537729"/>
                <a:gd name="connsiteY42" fmla="*/ 158181 h 537380"/>
                <a:gd name="connsiteX43" fmla="*/ 175450 w 537729"/>
                <a:gd name="connsiteY43" fmla="*/ 158466 h 537380"/>
                <a:gd name="connsiteX44" fmla="*/ 175165 w 537729"/>
                <a:gd name="connsiteY44" fmla="*/ 145102 h 537380"/>
                <a:gd name="connsiteX45" fmla="*/ 266209 w 537729"/>
                <a:gd name="connsiteY45" fmla="*/ 105201 h 537380"/>
                <a:gd name="connsiteX46" fmla="*/ 358866 w 537729"/>
                <a:gd name="connsiteY46" fmla="*/ 141311 h 537380"/>
                <a:gd name="connsiteX47" fmla="*/ 362659 w 537729"/>
                <a:gd name="connsiteY47" fmla="*/ 145102 h 537380"/>
                <a:gd name="connsiteX48" fmla="*/ 362280 w 537729"/>
                <a:gd name="connsiteY48" fmla="*/ 158371 h 5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37729" h="537380">
                  <a:moveTo>
                    <a:pt x="268865" y="0"/>
                  </a:moveTo>
                  <a:cubicBezTo>
                    <a:pt x="120349" y="0"/>
                    <a:pt x="0" y="120271"/>
                    <a:pt x="0" y="268690"/>
                  </a:cubicBezTo>
                  <a:cubicBezTo>
                    <a:pt x="0" y="417110"/>
                    <a:pt x="120349" y="537381"/>
                    <a:pt x="268865" y="537381"/>
                  </a:cubicBezTo>
                  <a:cubicBezTo>
                    <a:pt x="417381" y="537381"/>
                    <a:pt x="537730" y="417110"/>
                    <a:pt x="537730" y="268690"/>
                  </a:cubicBezTo>
                  <a:cubicBezTo>
                    <a:pt x="537730" y="120271"/>
                    <a:pt x="417381" y="0"/>
                    <a:pt x="268865" y="0"/>
                  </a:cubicBezTo>
                  <a:close/>
                  <a:moveTo>
                    <a:pt x="334492" y="346312"/>
                  </a:moveTo>
                  <a:lnTo>
                    <a:pt x="282047" y="425355"/>
                  </a:lnTo>
                  <a:cubicBezTo>
                    <a:pt x="279392" y="429620"/>
                    <a:pt x="274460" y="432369"/>
                    <a:pt x="269149" y="432369"/>
                  </a:cubicBezTo>
                  <a:cubicBezTo>
                    <a:pt x="269054" y="432369"/>
                    <a:pt x="268960" y="432369"/>
                    <a:pt x="268865" y="432369"/>
                  </a:cubicBezTo>
                  <a:cubicBezTo>
                    <a:pt x="263744" y="432369"/>
                    <a:pt x="258907" y="429715"/>
                    <a:pt x="256062" y="425166"/>
                  </a:cubicBezTo>
                  <a:lnTo>
                    <a:pt x="204091" y="346786"/>
                  </a:lnTo>
                  <a:cubicBezTo>
                    <a:pt x="196598" y="335034"/>
                    <a:pt x="192805" y="321575"/>
                    <a:pt x="192995" y="307833"/>
                  </a:cubicBezTo>
                  <a:cubicBezTo>
                    <a:pt x="192995" y="266131"/>
                    <a:pt x="227041" y="232107"/>
                    <a:pt x="268865" y="232107"/>
                  </a:cubicBezTo>
                  <a:lnTo>
                    <a:pt x="269529" y="232107"/>
                  </a:lnTo>
                  <a:cubicBezTo>
                    <a:pt x="311352" y="232107"/>
                    <a:pt x="345399" y="266131"/>
                    <a:pt x="345399" y="307928"/>
                  </a:cubicBezTo>
                  <a:cubicBezTo>
                    <a:pt x="345494" y="321575"/>
                    <a:pt x="341700" y="334844"/>
                    <a:pt x="334492" y="346312"/>
                  </a:cubicBezTo>
                  <a:close/>
                  <a:moveTo>
                    <a:pt x="269054" y="165195"/>
                  </a:moveTo>
                  <a:cubicBezTo>
                    <a:pt x="250182" y="165195"/>
                    <a:pt x="232068" y="173061"/>
                    <a:pt x="219170" y="186899"/>
                  </a:cubicBezTo>
                  <a:cubicBezTo>
                    <a:pt x="217463" y="189363"/>
                    <a:pt x="214618" y="190974"/>
                    <a:pt x="211488" y="190974"/>
                  </a:cubicBezTo>
                  <a:cubicBezTo>
                    <a:pt x="206272" y="190974"/>
                    <a:pt x="202004" y="186993"/>
                    <a:pt x="202004" y="181781"/>
                  </a:cubicBezTo>
                  <a:cubicBezTo>
                    <a:pt x="202004" y="179411"/>
                    <a:pt x="202858" y="176568"/>
                    <a:pt x="204470" y="174862"/>
                  </a:cubicBezTo>
                  <a:cubicBezTo>
                    <a:pt x="220972" y="156665"/>
                    <a:pt x="244491" y="146240"/>
                    <a:pt x="269054" y="146240"/>
                  </a:cubicBezTo>
                  <a:cubicBezTo>
                    <a:pt x="295040" y="146334"/>
                    <a:pt x="319698" y="156191"/>
                    <a:pt x="338665" y="173914"/>
                  </a:cubicBezTo>
                  <a:cubicBezTo>
                    <a:pt x="342459" y="177516"/>
                    <a:pt x="342648" y="183487"/>
                    <a:pt x="339045" y="187278"/>
                  </a:cubicBezTo>
                  <a:cubicBezTo>
                    <a:pt x="335441" y="191069"/>
                    <a:pt x="329466" y="191258"/>
                    <a:pt x="325673" y="187657"/>
                  </a:cubicBezTo>
                  <a:cubicBezTo>
                    <a:pt x="310214" y="173251"/>
                    <a:pt x="290108" y="165290"/>
                    <a:pt x="269054" y="165195"/>
                  </a:cubicBezTo>
                  <a:close/>
                  <a:moveTo>
                    <a:pt x="309835" y="217511"/>
                  </a:moveTo>
                  <a:cubicBezTo>
                    <a:pt x="307938" y="219501"/>
                    <a:pt x="305472" y="220449"/>
                    <a:pt x="303006" y="220449"/>
                  </a:cubicBezTo>
                  <a:cubicBezTo>
                    <a:pt x="300635" y="220449"/>
                    <a:pt x="298264" y="219596"/>
                    <a:pt x="296462" y="217890"/>
                  </a:cubicBezTo>
                  <a:cubicBezTo>
                    <a:pt x="289065" y="210877"/>
                    <a:pt x="279392" y="206991"/>
                    <a:pt x="269149" y="206896"/>
                  </a:cubicBezTo>
                  <a:cubicBezTo>
                    <a:pt x="258907" y="206802"/>
                    <a:pt x="249044" y="210403"/>
                    <a:pt x="241551" y="217322"/>
                  </a:cubicBezTo>
                  <a:cubicBezTo>
                    <a:pt x="237758" y="220923"/>
                    <a:pt x="231688" y="220639"/>
                    <a:pt x="228179" y="216848"/>
                  </a:cubicBezTo>
                  <a:cubicBezTo>
                    <a:pt x="224576" y="213057"/>
                    <a:pt x="224860" y="206991"/>
                    <a:pt x="228654" y="203484"/>
                  </a:cubicBezTo>
                  <a:cubicBezTo>
                    <a:pt x="239465" y="193438"/>
                    <a:pt x="253501" y="187941"/>
                    <a:pt x="268201" y="187941"/>
                  </a:cubicBezTo>
                  <a:cubicBezTo>
                    <a:pt x="268580" y="187941"/>
                    <a:pt x="268960" y="187941"/>
                    <a:pt x="269339" y="187941"/>
                  </a:cubicBezTo>
                  <a:cubicBezTo>
                    <a:pt x="284228" y="188036"/>
                    <a:pt x="298549" y="193722"/>
                    <a:pt x="309455" y="204148"/>
                  </a:cubicBezTo>
                  <a:cubicBezTo>
                    <a:pt x="313344" y="207749"/>
                    <a:pt x="313533" y="213720"/>
                    <a:pt x="309835" y="217511"/>
                  </a:cubicBezTo>
                  <a:close/>
                  <a:moveTo>
                    <a:pt x="362280" y="158371"/>
                  </a:moveTo>
                  <a:cubicBezTo>
                    <a:pt x="360478" y="160077"/>
                    <a:pt x="358107" y="161025"/>
                    <a:pt x="355736" y="161025"/>
                  </a:cubicBezTo>
                  <a:cubicBezTo>
                    <a:pt x="353270" y="161025"/>
                    <a:pt x="350710" y="160077"/>
                    <a:pt x="348908" y="158087"/>
                  </a:cubicBezTo>
                  <a:cubicBezTo>
                    <a:pt x="347865" y="156949"/>
                    <a:pt x="346726" y="155907"/>
                    <a:pt x="345683" y="154864"/>
                  </a:cubicBezTo>
                  <a:cubicBezTo>
                    <a:pt x="324345" y="134393"/>
                    <a:pt x="295704" y="123304"/>
                    <a:pt x="266589" y="124062"/>
                  </a:cubicBezTo>
                  <a:cubicBezTo>
                    <a:pt x="236999" y="124631"/>
                    <a:pt x="209307" y="136762"/>
                    <a:pt x="188822" y="158181"/>
                  </a:cubicBezTo>
                  <a:cubicBezTo>
                    <a:pt x="185218" y="161972"/>
                    <a:pt x="179243" y="162067"/>
                    <a:pt x="175450" y="158466"/>
                  </a:cubicBezTo>
                  <a:cubicBezTo>
                    <a:pt x="171656" y="154864"/>
                    <a:pt x="171561" y="148799"/>
                    <a:pt x="175165" y="145102"/>
                  </a:cubicBezTo>
                  <a:cubicBezTo>
                    <a:pt x="199159" y="120081"/>
                    <a:pt x="231499" y="105865"/>
                    <a:pt x="266209" y="105201"/>
                  </a:cubicBezTo>
                  <a:cubicBezTo>
                    <a:pt x="300825" y="104633"/>
                    <a:pt x="333829" y="117333"/>
                    <a:pt x="358866" y="141311"/>
                  </a:cubicBezTo>
                  <a:cubicBezTo>
                    <a:pt x="360193" y="142543"/>
                    <a:pt x="361426" y="143870"/>
                    <a:pt x="362659" y="145102"/>
                  </a:cubicBezTo>
                  <a:cubicBezTo>
                    <a:pt x="366168" y="148799"/>
                    <a:pt x="366073" y="154769"/>
                    <a:pt x="362280" y="158371"/>
                  </a:cubicBezTo>
                  <a:close/>
                </a:path>
              </a:pathLst>
            </a:custGeom>
            <a:grpFill/>
            <a:ln w="9463" cap="flat">
              <a:noFill/>
              <a:prstDash val="solid"/>
              <a:miter/>
            </a:ln>
          </p:spPr>
          <p:txBody>
            <a:bodyPr rtlCol="0" anchor="ctr"/>
            <a:lstStyle/>
            <a:p>
              <a:endParaRPr lang="en-US"/>
            </a:p>
          </p:txBody>
        </p:sp>
      </p:grpSp>
    </p:spTree>
    <p:extLst>
      <p:ext uri="{BB962C8B-B14F-4D97-AF65-F5344CB8AC3E}">
        <p14:creationId xmlns:p14="http://schemas.microsoft.com/office/powerpoint/2010/main" val="2342855036"/>
      </p:ext>
    </p:extLst>
  </p:cSld>
  <p:clrMapOvr>
    <a:masterClrMapping/>
  </p:clrMapOvr>
  <p:transition>
    <p:fade/>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0AB181-1E9F-2244-B53A-BC8E2F101DA6}"/>
              </a:ext>
            </a:extLst>
          </p:cNvPr>
          <p:cNvSpPr>
            <a:spLocks noGrp="1"/>
          </p:cNvSpPr>
          <p:nvPr>
            <p:ph type="title"/>
          </p:nvPr>
        </p:nvSpPr>
        <p:spPr/>
        <p:txBody>
          <a:bodyPr/>
          <a:lstStyle/>
          <a:p>
            <a:r>
              <a:rPr lang="en-US" dirty="0"/>
              <a:t>TECHNOLOGY &amp; DIGITAL</a:t>
            </a:r>
          </a:p>
        </p:txBody>
      </p:sp>
      <p:sp>
        <p:nvSpPr>
          <p:cNvPr id="4" name="Content Placeholder 3">
            <a:extLst>
              <a:ext uri="{FF2B5EF4-FFF2-40B4-BE49-F238E27FC236}">
                <a16:creationId xmlns:a16="http://schemas.microsoft.com/office/drawing/2014/main" id="{DB57E314-8EE4-694B-B268-A9071E1D395E}"/>
              </a:ext>
            </a:extLst>
          </p:cNvPr>
          <p:cNvSpPr>
            <a:spLocks noGrp="1"/>
          </p:cNvSpPr>
          <p:nvPr>
            <p:ph idx="10"/>
          </p:nvPr>
        </p:nvSpPr>
        <p:spPr>
          <a:xfrm>
            <a:off x="463298" y="5473209"/>
            <a:ext cx="3016750" cy="1114021"/>
          </a:xfrm>
        </p:spPr>
        <p:txBody>
          <a:bodyPr/>
          <a:lstStyle/>
          <a:p>
            <a:r>
              <a:rPr lang="en-US" dirty="0"/>
              <a:t>UI &amp; Web navigation</a:t>
            </a:r>
          </a:p>
          <a:p>
            <a:r>
              <a:rPr lang="en-US" sz="900" dirty="0"/>
              <a:t>Keywords:</a:t>
            </a:r>
            <a:br>
              <a:rPr lang="en-US" sz="900" dirty="0"/>
            </a:br>
            <a:r>
              <a:rPr lang="en-US" sz="850" b="0" dirty="0"/>
              <a:t>Back, Forward, Burger Menu, Up, Down, Last, First, Ellipse, Menu, Tick, Correct</a:t>
            </a:r>
          </a:p>
          <a:p>
            <a:r>
              <a:rPr lang="en-US" sz="850" b="0" dirty="0"/>
              <a:t>For web development icons please download the font and special web icons: </a:t>
            </a:r>
            <a:r>
              <a:rPr lang="en-US" sz="850" b="0" dirty="0">
                <a:hlinkClick r:id="rId2"/>
              </a:rPr>
              <a:t>https://brandspace.deloitte.com/file/download/id/8693</a:t>
            </a:r>
            <a:endParaRPr lang="en-US" sz="850" b="0" dirty="0"/>
          </a:p>
        </p:txBody>
      </p:sp>
      <p:sp>
        <p:nvSpPr>
          <p:cNvPr id="440" name="Content Placeholder 3">
            <a:extLst>
              <a:ext uri="{FF2B5EF4-FFF2-40B4-BE49-F238E27FC236}">
                <a16:creationId xmlns:a16="http://schemas.microsoft.com/office/drawing/2014/main" id="{D6DF7EF9-9567-3C47-85D2-0BC561F96251}"/>
              </a:ext>
            </a:extLst>
          </p:cNvPr>
          <p:cNvSpPr txBox="1">
            <a:spLocks/>
          </p:cNvSpPr>
          <p:nvPr/>
        </p:nvSpPr>
        <p:spPr>
          <a:xfrm>
            <a:off x="4659441" y="5473209"/>
            <a:ext cx="6042838"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endParaRPr lang="en-US" dirty="0">
              <a:solidFill>
                <a:srgbClr val="FF0000"/>
              </a:solidFill>
            </a:endParaRPr>
          </a:p>
          <a:p>
            <a:r>
              <a:rPr lang="en-US" sz="900" dirty="0"/>
              <a:t>Keywords:</a:t>
            </a:r>
            <a:br>
              <a:rPr lang="en-US" sz="900" dirty="0"/>
            </a:br>
            <a:r>
              <a:rPr lang="en-US" sz="850" b="0" dirty="0"/>
              <a:t>Touch screen controls, Gestures, Drag left, Tap, Drag right, Two finger touch, Scroll, Two finger rotate, Double tap, Two finger tap, Two finger double tap, Rotate anticlockwise, Rotate clockwise, Zoom, Pinch, Swipe left, Swipe right, Reminder, Zoom out, Zoom in, Magnify, Two finger swipe left, Hold, Fist, Point</a:t>
            </a:r>
          </a:p>
        </p:txBody>
      </p:sp>
      <p:grpSp>
        <p:nvGrpSpPr>
          <p:cNvPr id="11" name="Graphic 4">
            <a:extLst>
              <a:ext uri="{FF2B5EF4-FFF2-40B4-BE49-F238E27FC236}">
                <a16:creationId xmlns:a16="http://schemas.microsoft.com/office/drawing/2014/main" id="{32AD0C99-51D0-6D4D-86A4-929510B72144}"/>
              </a:ext>
            </a:extLst>
          </p:cNvPr>
          <p:cNvGrpSpPr/>
          <p:nvPr/>
        </p:nvGrpSpPr>
        <p:grpSpPr>
          <a:xfrm>
            <a:off x="1515054" y="3824168"/>
            <a:ext cx="362309" cy="361971"/>
            <a:chOff x="1515054" y="3824168"/>
            <a:chExt cx="362309" cy="361971"/>
          </a:xfrm>
          <a:solidFill>
            <a:srgbClr val="0076A8"/>
          </a:solidFill>
        </p:grpSpPr>
        <p:sp>
          <p:nvSpPr>
            <p:cNvPr id="12" name="Freeform 11">
              <a:extLst>
                <a:ext uri="{FF2B5EF4-FFF2-40B4-BE49-F238E27FC236}">
                  <a16:creationId xmlns:a16="http://schemas.microsoft.com/office/drawing/2014/main" id="{D93FFFBA-082F-794E-BE17-5D448F7A03FA}"/>
                </a:ext>
              </a:extLst>
            </p:cNvPr>
            <p:cNvSpPr/>
            <p:nvPr/>
          </p:nvSpPr>
          <p:spPr>
            <a:xfrm>
              <a:off x="1515054" y="3824168"/>
              <a:ext cx="362309" cy="361971"/>
            </a:xfrm>
            <a:custGeom>
              <a:avLst/>
              <a:gdLst>
                <a:gd name="connsiteX0" fmla="*/ 180835 w 362309"/>
                <a:gd name="connsiteY0" fmla="*/ 0 h 361971"/>
                <a:gd name="connsiteX1" fmla="*/ 0 w 362309"/>
                <a:gd name="connsiteY1" fmla="*/ 180667 h 361971"/>
                <a:gd name="connsiteX2" fmla="*/ 180835 w 362309"/>
                <a:gd name="connsiteY2" fmla="*/ 361971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1305 h 361971"/>
                <a:gd name="connsiteX10" fmla="*/ 349529 w 362309"/>
                <a:gd name="connsiteY10" fmla="*/ 181305 h 361971"/>
                <a:gd name="connsiteX11" fmla="*/ 180835 w 362309"/>
                <a:gd name="connsiteY11" fmla="*/ 349204 h 361971"/>
                <a:gd name="connsiteX12" fmla="*/ 180835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6"/>
                    <a:pt x="0" y="180667"/>
                  </a:cubicBezTo>
                  <a:cubicBezTo>
                    <a:pt x="0" y="280895"/>
                    <a:pt x="81152" y="361971"/>
                    <a:pt x="180835" y="361971"/>
                  </a:cubicBezTo>
                  <a:cubicBezTo>
                    <a:pt x="280518" y="361971"/>
                    <a:pt x="362309" y="280895"/>
                    <a:pt x="362309" y="180667"/>
                  </a:cubicBezTo>
                  <a:lnTo>
                    <a:pt x="362309" y="180667"/>
                  </a:lnTo>
                  <a:cubicBezTo>
                    <a:pt x="361670" y="81076"/>
                    <a:pt x="280518" y="0"/>
                    <a:pt x="180835" y="0"/>
                  </a:cubicBezTo>
                  <a:close/>
                  <a:moveTo>
                    <a:pt x="180835" y="349204"/>
                  </a:moveTo>
                  <a:cubicBezTo>
                    <a:pt x="87542" y="349204"/>
                    <a:pt x="12780" y="273873"/>
                    <a:pt x="12780" y="180667"/>
                  </a:cubicBezTo>
                  <a:cubicBezTo>
                    <a:pt x="12780" y="87460"/>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0076A8"/>
            </a:solidFill>
            <a:ln w="6390" cap="flat">
              <a:noFill/>
              <a:prstDash val="solid"/>
              <a:miter/>
            </a:ln>
          </p:spPr>
          <p:txBody>
            <a:bodyPr rtlCol="0" anchor="ctr"/>
            <a:lstStyle/>
            <a:p>
              <a:endParaRPr lang="en-US"/>
            </a:p>
          </p:txBody>
        </p:sp>
        <p:sp>
          <p:nvSpPr>
            <p:cNvPr id="13" name="Freeform 12">
              <a:extLst>
                <a:ext uri="{FF2B5EF4-FFF2-40B4-BE49-F238E27FC236}">
                  <a16:creationId xmlns:a16="http://schemas.microsoft.com/office/drawing/2014/main" id="{6127DE92-0908-7B4E-929A-E162EF268586}"/>
                </a:ext>
              </a:extLst>
            </p:cNvPr>
            <p:cNvSpPr/>
            <p:nvPr/>
          </p:nvSpPr>
          <p:spPr>
            <a:xfrm>
              <a:off x="1611542" y="3958870"/>
              <a:ext cx="168694" cy="93206"/>
            </a:xfrm>
            <a:custGeom>
              <a:avLst/>
              <a:gdLst>
                <a:gd name="connsiteX0" fmla="*/ 162304 w 168694"/>
                <a:gd name="connsiteY0" fmla="*/ 0 h 93206"/>
                <a:gd name="connsiteX1" fmla="*/ 6390 w 168694"/>
                <a:gd name="connsiteY1" fmla="*/ 0 h 93206"/>
                <a:gd name="connsiteX2" fmla="*/ 0 w 168694"/>
                <a:gd name="connsiteY2" fmla="*/ 6384 h 93206"/>
                <a:gd name="connsiteX3" fmla="*/ 1917 w 168694"/>
                <a:gd name="connsiteY3" fmla="*/ 10853 h 93206"/>
                <a:gd name="connsiteX4" fmla="*/ 79874 w 168694"/>
                <a:gd name="connsiteY4" fmla="*/ 91291 h 93206"/>
                <a:gd name="connsiteX5" fmla="*/ 88820 w 168694"/>
                <a:gd name="connsiteY5" fmla="*/ 91291 h 93206"/>
                <a:gd name="connsiteX6" fmla="*/ 88820 w 168694"/>
                <a:gd name="connsiteY6" fmla="*/ 91291 h 93206"/>
                <a:gd name="connsiteX7" fmla="*/ 166777 w 168694"/>
                <a:gd name="connsiteY7" fmla="*/ 10853 h 93206"/>
                <a:gd name="connsiteX8" fmla="*/ 166777 w 168694"/>
                <a:gd name="connsiteY8" fmla="*/ 1915 h 93206"/>
                <a:gd name="connsiteX9" fmla="*/ 162304 w 168694"/>
                <a:gd name="connsiteY9" fmla="*/ 0 h 93206"/>
                <a:gd name="connsiteX10" fmla="*/ 162304 w 168694"/>
                <a:gd name="connsiteY10" fmla="*/ 0 h 93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8694" h="93206">
                  <a:moveTo>
                    <a:pt x="162304" y="0"/>
                  </a:moveTo>
                  <a:lnTo>
                    <a:pt x="6390" y="0"/>
                  </a:lnTo>
                  <a:cubicBezTo>
                    <a:pt x="2556" y="0"/>
                    <a:pt x="0" y="3192"/>
                    <a:pt x="0" y="6384"/>
                  </a:cubicBezTo>
                  <a:cubicBezTo>
                    <a:pt x="0" y="8299"/>
                    <a:pt x="639" y="9576"/>
                    <a:pt x="1917" y="10853"/>
                  </a:cubicBezTo>
                  <a:lnTo>
                    <a:pt x="79874" y="91291"/>
                  </a:lnTo>
                  <a:cubicBezTo>
                    <a:pt x="82430" y="93845"/>
                    <a:pt x="86264" y="93845"/>
                    <a:pt x="88820" y="91291"/>
                  </a:cubicBezTo>
                  <a:lnTo>
                    <a:pt x="88820" y="91291"/>
                  </a:lnTo>
                  <a:lnTo>
                    <a:pt x="166777" y="10853"/>
                  </a:lnTo>
                  <a:cubicBezTo>
                    <a:pt x="169333" y="8299"/>
                    <a:pt x="169333" y="4469"/>
                    <a:pt x="166777" y="1915"/>
                  </a:cubicBezTo>
                  <a:cubicBezTo>
                    <a:pt x="165499" y="638"/>
                    <a:pt x="163582" y="0"/>
                    <a:pt x="162304" y="0"/>
                  </a:cubicBezTo>
                  <a:lnTo>
                    <a:pt x="162304" y="0"/>
                  </a:lnTo>
                  <a:close/>
                </a:path>
              </a:pathLst>
            </a:custGeom>
            <a:solidFill>
              <a:srgbClr val="0076A8"/>
            </a:solidFill>
            <a:ln w="6390" cap="flat">
              <a:noFill/>
              <a:prstDash val="solid"/>
              <a:miter/>
            </a:ln>
          </p:spPr>
          <p:txBody>
            <a:bodyPr rtlCol="0" anchor="ctr"/>
            <a:lstStyle/>
            <a:p>
              <a:endParaRPr lang="en-US"/>
            </a:p>
          </p:txBody>
        </p:sp>
      </p:grpSp>
      <p:grpSp>
        <p:nvGrpSpPr>
          <p:cNvPr id="14" name="Graphic 4">
            <a:extLst>
              <a:ext uri="{FF2B5EF4-FFF2-40B4-BE49-F238E27FC236}">
                <a16:creationId xmlns:a16="http://schemas.microsoft.com/office/drawing/2014/main" id="{01444DC0-C815-0848-902D-420899381CCF}"/>
              </a:ext>
            </a:extLst>
          </p:cNvPr>
          <p:cNvGrpSpPr/>
          <p:nvPr/>
        </p:nvGrpSpPr>
        <p:grpSpPr>
          <a:xfrm>
            <a:off x="467743" y="4308712"/>
            <a:ext cx="361670" cy="361971"/>
            <a:chOff x="467743" y="4308712"/>
            <a:chExt cx="361670" cy="361971"/>
          </a:xfrm>
          <a:solidFill>
            <a:srgbClr val="0076A8"/>
          </a:solidFill>
        </p:grpSpPr>
        <p:sp>
          <p:nvSpPr>
            <p:cNvPr id="15" name="Freeform 14">
              <a:extLst>
                <a:ext uri="{FF2B5EF4-FFF2-40B4-BE49-F238E27FC236}">
                  <a16:creationId xmlns:a16="http://schemas.microsoft.com/office/drawing/2014/main" id="{A5549F93-A16C-E640-8F00-59986E07C961}"/>
                </a:ext>
              </a:extLst>
            </p:cNvPr>
            <p:cNvSpPr/>
            <p:nvPr/>
          </p:nvSpPr>
          <p:spPr>
            <a:xfrm>
              <a:off x="467743" y="4308712"/>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0667 h 361971"/>
                <a:gd name="connsiteX4" fmla="*/ 361670 w 361670"/>
                <a:gd name="connsiteY4" fmla="*/ 180667 h 361971"/>
                <a:gd name="connsiteX5" fmla="*/ 180835 w 361670"/>
                <a:gd name="connsiteY5" fmla="*/ 0 h 361971"/>
                <a:gd name="connsiteX6" fmla="*/ 180835 w 361670"/>
                <a:gd name="connsiteY6" fmla="*/ 0 h 361971"/>
                <a:gd name="connsiteX7" fmla="*/ 180835 w 361670"/>
                <a:gd name="connsiteY7" fmla="*/ 349204 h 361971"/>
                <a:gd name="connsiteX8" fmla="*/ 12780 w 361670"/>
                <a:gd name="connsiteY8" fmla="*/ 181305 h 361971"/>
                <a:gd name="connsiteX9" fmla="*/ 180835 w 361670"/>
                <a:gd name="connsiteY9" fmla="*/ 12768 h 361971"/>
                <a:gd name="connsiteX10" fmla="*/ 348891 w 361670"/>
                <a:gd name="connsiteY10" fmla="*/ 181305 h 361971"/>
                <a:gd name="connsiteX11" fmla="*/ 348891 w 361670"/>
                <a:gd name="connsiteY11" fmla="*/ 181305 h 361971"/>
                <a:gd name="connsiteX12" fmla="*/ 180835 w 361670"/>
                <a:gd name="connsiteY12" fmla="*/ 349204 h 361971"/>
                <a:gd name="connsiteX13" fmla="*/ 180835 w 361670"/>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0" h="361971">
                  <a:moveTo>
                    <a:pt x="180835" y="0"/>
                  </a:moveTo>
                  <a:cubicBezTo>
                    <a:pt x="80513" y="0"/>
                    <a:pt x="0" y="81077"/>
                    <a:pt x="0" y="180667"/>
                  </a:cubicBezTo>
                  <a:cubicBezTo>
                    <a:pt x="0" y="280895"/>
                    <a:pt x="81152" y="361972"/>
                    <a:pt x="180835" y="361972"/>
                  </a:cubicBezTo>
                  <a:cubicBezTo>
                    <a:pt x="280518" y="361972"/>
                    <a:pt x="361670" y="280895"/>
                    <a:pt x="361670" y="180667"/>
                  </a:cubicBezTo>
                  <a:lnTo>
                    <a:pt x="361670" y="180667"/>
                  </a:lnTo>
                  <a:cubicBezTo>
                    <a:pt x="361670" y="81077"/>
                    <a:pt x="281157" y="0"/>
                    <a:pt x="180835" y="0"/>
                  </a:cubicBezTo>
                  <a:lnTo>
                    <a:pt x="180835" y="0"/>
                  </a:lnTo>
                  <a:close/>
                  <a:moveTo>
                    <a:pt x="180835" y="349204"/>
                  </a:moveTo>
                  <a:cubicBezTo>
                    <a:pt x="87542" y="349204"/>
                    <a:pt x="12780" y="273873"/>
                    <a:pt x="12780" y="181305"/>
                  </a:cubicBezTo>
                  <a:cubicBezTo>
                    <a:pt x="12780" y="88099"/>
                    <a:pt x="88181" y="12768"/>
                    <a:pt x="180835" y="12768"/>
                  </a:cubicBezTo>
                  <a:cubicBezTo>
                    <a:pt x="273489" y="12768"/>
                    <a:pt x="348891" y="88099"/>
                    <a:pt x="348891" y="181305"/>
                  </a:cubicBezTo>
                  <a:lnTo>
                    <a:pt x="348891" y="181305"/>
                  </a:lnTo>
                  <a:cubicBezTo>
                    <a:pt x="348891" y="273873"/>
                    <a:pt x="273489" y="349204"/>
                    <a:pt x="180835" y="349204"/>
                  </a:cubicBezTo>
                  <a:lnTo>
                    <a:pt x="180835" y="349204"/>
                  </a:lnTo>
                  <a:close/>
                </a:path>
              </a:pathLst>
            </a:custGeom>
            <a:solidFill>
              <a:srgbClr val="0076A8"/>
            </a:solidFill>
            <a:ln w="6390" cap="flat">
              <a:noFill/>
              <a:prstDash val="solid"/>
              <a:miter/>
            </a:ln>
          </p:spPr>
          <p:txBody>
            <a:bodyPr rtlCol="0" anchor="ctr"/>
            <a:lstStyle/>
            <a:p>
              <a:endParaRPr lang="en-US"/>
            </a:p>
          </p:txBody>
        </p:sp>
        <p:sp>
          <p:nvSpPr>
            <p:cNvPr id="16" name="Freeform 15">
              <a:extLst>
                <a:ext uri="{FF2B5EF4-FFF2-40B4-BE49-F238E27FC236}">
                  <a16:creationId xmlns:a16="http://schemas.microsoft.com/office/drawing/2014/main" id="{D6DF3E7F-3A02-D048-A367-843ABB81EE70}"/>
                </a:ext>
              </a:extLst>
            </p:cNvPr>
            <p:cNvSpPr/>
            <p:nvPr/>
          </p:nvSpPr>
          <p:spPr>
            <a:xfrm>
              <a:off x="558480" y="4399364"/>
              <a:ext cx="180196" cy="180028"/>
            </a:xfrm>
            <a:custGeom>
              <a:avLst/>
              <a:gdLst>
                <a:gd name="connsiteX0" fmla="*/ 90098 w 180196"/>
                <a:gd name="connsiteY0" fmla="*/ 0 h 180028"/>
                <a:gd name="connsiteX1" fmla="*/ 0 w 180196"/>
                <a:gd name="connsiteY1" fmla="*/ 90014 h 180028"/>
                <a:gd name="connsiteX2" fmla="*/ 90098 w 180196"/>
                <a:gd name="connsiteY2" fmla="*/ 180028 h 180028"/>
                <a:gd name="connsiteX3" fmla="*/ 180196 w 180196"/>
                <a:gd name="connsiteY3" fmla="*/ 90014 h 180028"/>
                <a:gd name="connsiteX4" fmla="*/ 90098 w 180196"/>
                <a:gd name="connsiteY4" fmla="*/ 0 h 180028"/>
                <a:gd name="connsiteX5" fmla="*/ 145691 w 180196"/>
                <a:gd name="connsiteY5" fmla="*/ 80438 h 180028"/>
                <a:gd name="connsiteX6" fmla="*/ 94571 w 180196"/>
                <a:gd name="connsiteY6" fmla="*/ 132787 h 180028"/>
                <a:gd name="connsiteX7" fmla="*/ 90098 w 180196"/>
                <a:gd name="connsiteY7" fmla="*/ 134702 h 180028"/>
                <a:gd name="connsiteX8" fmla="*/ 85625 w 180196"/>
                <a:gd name="connsiteY8" fmla="*/ 132787 h 180028"/>
                <a:gd name="connsiteX9" fmla="*/ 34506 w 180196"/>
                <a:gd name="connsiteY9" fmla="*/ 80438 h 180028"/>
                <a:gd name="connsiteX10" fmla="*/ 34506 w 180196"/>
                <a:gd name="connsiteY10" fmla="*/ 71501 h 180028"/>
                <a:gd name="connsiteX11" fmla="*/ 38979 w 180196"/>
                <a:gd name="connsiteY11" fmla="*/ 69586 h 180028"/>
                <a:gd name="connsiteX12" fmla="*/ 141218 w 180196"/>
                <a:gd name="connsiteY12" fmla="*/ 69586 h 180028"/>
                <a:gd name="connsiteX13" fmla="*/ 146969 w 180196"/>
                <a:gd name="connsiteY13" fmla="*/ 73416 h 180028"/>
                <a:gd name="connsiteX14" fmla="*/ 145691 w 180196"/>
                <a:gd name="connsiteY14" fmla="*/ 80438 h 180028"/>
                <a:gd name="connsiteX15" fmla="*/ 145691 w 180196"/>
                <a:gd name="connsiteY15" fmla="*/ 80438 h 18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196" h="180028">
                  <a:moveTo>
                    <a:pt x="90098" y="0"/>
                  </a:moveTo>
                  <a:cubicBezTo>
                    <a:pt x="40257" y="0"/>
                    <a:pt x="0" y="40219"/>
                    <a:pt x="0" y="90014"/>
                  </a:cubicBezTo>
                  <a:cubicBezTo>
                    <a:pt x="0" y="139809"/>
                    <a:pt x="40257" y="180028"/>
                    <a:pt x="90098" y="180028"/>
                  </a:cubicBezTo>
                  <a:cubicBezTo>
                    <a:pt x="139940" y="180028"/>
                    <a:pt x="180196" y="139809"/>
                    <a:pt x="180196" y="90014"/>
                  </a:cubicBezTo>
                  <a:cubicBezTo>
                    <a:pt x="180196" y="40219"/>
                    <a:pt x="139940" y="0"/>
                    <a:pt x="90098" y="0"/>
                  </a:cubicBezTo>
                  <a:close/>
                  <a:moveTo>
                    <a:pt x="145691" y="80438"/>
                  </a:moveTo>
                  <a:lnTo>
                    <a:pt x="94571" y="132787"/>
                  </a:lnTo>
                  <a:cubicBezTo>
                    <a:pt x="93293" y="134064"/>
                    <a:pt x="92015" y="134702"/>
                    <a:pt x="90098" y="134702"/>
                  </a:cubicBezTo>
                  <a:cubicBezTo>
                    <a:pt x="88181" y="134702"/>
                    <a:pt x="86903" y="134064"/>
                    <a:pt x="85625" y="132787"/>
                  </a:cubicBezTo>
                  <a:lnTo>
                    <a:pt x="34506" y="80438"/>
                  </a:lnTo>
                  <a:cubicBezTo>
                    <a:pt x="31950" y="77885"/>
                    <a:pt x="31950" y="74054"/>
                    <a:pt x="34506" y="71501"/>
                  </a:cubicBezTo>
                  <a:cubicBezTo>
                    <a:pt x="35784" y="70224"/>
                    <a:pt x="37062" y="69586"/>
                    <a:pt x="38979" y="69586"/>
                  </a:cubicBezTo>
                  <a:lnTo>
                    <a:pt x="141218" y="69586"/>
                  </a:lnTo>
                  <a:cubicBezTo>
                    <a:pt x="143774" y="69586"/>
                    <a:pt x="146330" y="70862"/>
                    <a:pt x="146969" y="73416"/>
                  </a:cubicBezTo>
                  <a:cubicBezTo>
                    <a:pt x="148247" y="75970"/>
                    <a:pt x="147608" y="78523"/>
                    <a:pt x="145691" y="80438"/>
                  </a:cubicBezTo>
                  <a:lnTo>
                    <a:pt x="145691" y="80438"/>
                  </a:lnTo>
                  <a:close/>
                </a:path>
              </a:pathLst>
            </a:custGeom>
            <a:solidFill>
              <a:srgbClr val="0076A8"/>
            </a:solidFill>
            <a:ln w="6390" cap="flat">
              <a:noFill/>
              <a:prstDash val="solid"/>
              <a:miter/>
            </a:ln>
          </p:spPr>
          <p:txBody>
            <a:bodyPr rtlCol="0" anchor="ctr"/>
            <a:lstStyle/>
            <a:p>
              <a:endParaRPr lang="en-US"/>
            </a:p>
          </p:txBody>
        </p:sp>
      </p:grpSp>
      <p:grpSp>
        <p:nvGrpSpPr>
          <p:cNvPr id="17" name="Graphic 4">
            <a:extLst>
              <a:ext uri="{FF2B5EF4-FFF2-40B4-BE49-F238E27FC236}">
                <a16:creationId xmlns:a16="http://schemas.microsoft.com/office/drawing/2014/main" id="{A03D29EB-0E46-F346-B69E-56732A3B512F}"/>
              </a:ext>
            </a:extLst>
          </p:cNvPr>
          <p:cNvGrpSpPr/>
          <p:nvPr/>
        </p:nvGrpSpPr>
        <p:grpSpPr>
          <a:xfrm>
            <a:off x="905454" y="4308712"/>
            <a:ext cx="362309" cy="361971"/>
            <a:chOff x="905454" y="4308712"/>
            <a:chExt cx="362309" cy="361971"/>
          </a:xfrm>
          <a:solidFill>
            <a:srgbClr val="0076A8"/>
          </a:solidFill>
        </p:grpSpPr>
        <p:sp>
          <p:nvSpPr>
            <p:cNvPr id="18" name="Freeform 17">
              <a:extLst>
                <a:ext uri="{FF2B5EF4-FFF2-40B4-BE49-F238E27FC236}">
                  <a16:creationId xmlns:a16="http://schemas.microsoft.com/office/drawing/2014/main" id="{B8F9F3A5-6A80-EF4E-BE1A-419F42104D02}"/>
                </a:ext>
              </a:extLst>
            </p:cNvPr>
            <p:cNvSpPr/>
            <p:nvPr/>
          </p:nvSpPr>
          <p:spPr>
            <a:xfrm>
              <a:off x="905454" y="4308712"/>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271319 h 361971"/>
                <a:gd name="connsiteX7" fmla="*/ 90737 w 362309"/>
                <a:gd name="connsiteY7" fmla="*/ 181305 h 361971"/>
                <a:gd name="connsiteX8" fmla="*/ 180835 w 362309"/>
                <a:gd name="connsiteY8" fmla="*/ 91291 h 361971"/>
                <a:gd name="connsiteX9" fmla="*/ 270933 w 362309"/>
                <a:gd name="connsiteY9" fmla="*/ 181305 h 361971"/>
                <a:gd name="connsiteX10" fmla="*/ 180835 w 362309"/>
                <a:gd name="connsiteY10" fmla="*/ 27131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1157" y="0"/>
                    <a:pt x="180835" y="0"/>
                  </a:cubicBezTo>
                  <a:close/>
                  <a:moveTo>
                    <a:pt x="180835" y="271319"/>
                  </a:moveTo>
                  <a:cubicBezTo>
                    <a:pt x="130994" y="271319"/>
                    <a:pt x="90737" y="231100"/>
                    <a:pt x="90737" y="181305"/>
                  </a:cubicBezTo>
                  <a:cubicBezTo>
                    <a:pt x="90737" y="131510"/>
                    <a:pt x="130994" y="91291"/>
                    <a:pt x="180835" y="91291"/>
                  </a:cubicBezTo>
                  <a:cubicBezTo>
                    <a:pt x="230677" y="91291"/>
                    <a:pt x="270933" y="131510"/>
                    <a:pt x="270933" y="181305"/>
                  </a:cubicBezTo>
                  <a:cubicBezTo>
                    <a:pt x="270933" y="230462"/>
                    <a:pt x="230677" y="271319"/>
                    <a:pt x="180835" y="271319"/>
                  </a:cubicBezTo>
                  <a:close/>
                </a:path>
              </a:pathLst>
            </a:custGeom>
            <a:solidFill>
              <a:srgbClr val="0076A8"/>
            </a:solidFill>
            <a:ln w="6390" cap="flat">
              <a:noFill/>
              <a:prstDash val="solid"/>
              <a:miter/>
            </a:ln>
          </p:spPr>
          <p:txBody>
            <a:bodyPr rtlCol="0" anchor="ctr"/>
            <a:lstStyle/>
            <a:p>
              <a:endParaRPr lang="en-US"/>
            </a:p>
          </p:txBody>
        </p:sp>
        <p:sp>
          <p:nvSpPr>
            <p:cNvPr id="19" name="Freeform 18">
              <a:extLst>
                <a:ext uri="{FF2B5EF4-FFF2-40B4-BE49-F238E27FC236}">
                  <a16:creationId xmlns:a16="http://schemas.microsoft.com/office/drawing/2014/main" id="{BF615A74-E469-CE4F-BCA7-0F55ACF6BC08}"/>
                </a:ext>
              </a:extLst>
            </p:cNvPr>
            <p:cNvSpPr/>
            <p:nvPr/>
          </p:nvSpPr>
          <p:spPr>
            <a:xfrm>
              <a:off x="1028753" y="4468950"/>
              <a:ext cx="115044" cy="65116"/>
            </a:xfrm>
            <a:custGeom>
              <a:avLst/>
              <a:gdLst>
                <a:gd name="connsiteX0" fmla="*/ 108655 w 115044"/>
                <a:gd name="connsiteY0" fmla="*/ 0 h 65116"/>
                <a:gd name="connsiteX1" fmla="*/ 6416 w 115044"/>
                <a:gd name="connsiteY1" fmla="*/ 0 h 65116"/>
                <a:gd name="connsiteX2" fmla="*/ 665 w 115044"/>
                <a:gd name="connsiteY2" fmla="*/ 3830 h 65116"/>
                <a:gd name="connsiteX3" fmla="*/ 1943 w 115044"/>
                <a:gd name="connsiteY3" fmla="*/ 10852 h 65116"/>
                <a:gd name="connsiteX4" fmla="*/ 53062 w 115044"/>
                <a:gd name="connsiteY4" fmla="*/ 63201 h 65116"/>
                <a:gd name="connsiteX5" fmla="*/ 62008 w 115044"/>
                <a:gd name="connsiteY5" fmla="*/ 63201 h 65116"/>
                <a:gd name="connsiteX6" fmla="*/ 62008 w 115044"/>
                <a:gd name="connsiteY6" fmla="*/ 63201 h 65116"/>
                <a:gd name="connsiteX7" fmla="*/ 113128 w 115044"/>
                <a:gd name="connsiteY7" fmla="*/ 10852 h 65116"/>
                <a:gd name="connsiteX8" fmla="*/ 113128 w 115044"/>
                <a:gd name="connsiteY8" fmla="*/ 1915 h 65116"/>
                <a:gd name="connsiteX9" fmla="*/ 108655 w 115044"/>
                <a:gd name="connsiteY9" fmla="*/ 0 h 65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044" h="65116">
                  <a:moveTo>
                    <a:pt x="108655" y="0"/>
                  </a:moveTo>
                  <a:lnTo>
                    <a:pt x="6416" y="0"/>
                  </a:lnTo>
                  <a:cubicBezTo>
                    <a:pt x="3860" y="0"/>
                    <a:pt x="1304" y="1276"/>
                    <a:pt x="665" y="3830"/>
                  </a:cubicBezTo>
                  <a:cubicBezTo>
                    <a:pt x="-613" y="6384"/>
                    <a:pt x="26" y="8937"/>
                    <a:pt x="1943" y="10852"/>
                  </a:cubicBezTo>
                  <a:lnTo>
                    <a:pt x="53062" y="63201"/>
                  </a:lnTo>
                  <a:cubicBezTo>
                    <a:pt x="55618" y="65755"/>
                    <a:pt x="59452" y="65755"/>
                    <a:pt x="62008" y="63201"/>
                  </a:cubicBezTo>
                  <a:lnTo>
                    <a:pt x="62008" y="63201"/>
                  </a:lnTo>
                  <a:lnTo>
                    <a:pt x="113128" y="10852"/>
                  </a:lnTo>
                  <a:cubicBezTo>
                    <a:pt x="115684" y="8299"/>
                    <a:pt x="115684" y="4468"/>
                    <a:pt x="113128" y="1915"/>
                  </a:cubicBezTo>
                  <a:cubicBezTo>
                    <a:pt x="111850" y="638"/>
                    <a:pt x="110572" y="0"/>
                    <a:pt x="108655" y="0"/>
                  </a:cubicBezTo>
                  <a:close/>
                </a:path>
              </a:pathLst>
            </a:custGeom>
            <a:solidFill>
              <a:srgbClr val="0076A8"/>
            </a:solidFill>
            <a:ln w="6390" cap="flat">
              <a:noFill/>
              <a:prstDash val="solid"/>
              <a:miter/>
            </a:ln>
          </p:spPr>
          <p:txBody>
            <a:bodyPr rtlCol="0" anchor="ctr"/>
            <a:lstStyle/>
            <a:p>
              <a:endParaRPr lang="en-US"/>
            </a:p>
          </p:txBody>
        </p:sp>
      </p:grpSp>
      <p:grpSp>
        <p:nvGrpSpPr>
          <p:cNvPr id="20" name="Graphic 4">
            <a:extLst>
              <a:ext uri="{FF2B5EF4-FFF2-40B4-BE49-F238E27FC236}">
                <a16:creationId xmlns:a16="http://schemas.microsoft.com/office/drawing/2014/main" id="{DCDE4B78-6300-D74E-A693-3EF6735272FA}"/>
              </a:ext>
            </a:extLst>
          </p:cNvPr>
          <p:cNvGrpSpPr/>
          <p:nvPr/>
        </p:nvGrpSpPr>
        <p:grpSpPr>
          <a:xfrm>
            <a:off x="467743" y="2855717"/>
            <a:ext cx="361670" cy="362610"/>
            <a:chOff x="467743" y="2855717"/>
            <a:chExt cx="361670" cy="362610"/>
          </a:xfrm>
          <a:solidFill>
            <a:srgbClr val="0076A8"/>
          </a:solidFill>
        </p:grpSpPr>
        <p:sp>
          <p:nvSpPr>
            <p:cNvPr id="21" name="Freeform 20">
              <a:extLst>
                <a:ext uri="{FF2B5EF4-FFF2-40B4-BE49-F238E27FC236}">
                  <a16:creationId xmlns:a16="http://schemas.microsoft.com/office/drawing/2014/main" id="{25A3841E-2CEE-2842-A9F5-F38FD95794B1}"/>
                </a:ext>
              </a:extLst>
            </p:cNvPr>
            <p:cNvSpPr/>
            <p:nvPr/>
          </p:nvSpPr>
          <p:spPr>
            <a:xfrm>
              <a:off x="467743" y="2855717"/>
              <a:ext cx="361670" cy="362610"/>
            </a:xfrm>
            <a:custGeom>
              <a:avLst/>
              <a:gdLst>
                <a:gd name="connsiteX0" fmla="*/ 180835 w 361670"/>
                <a:gd name="connsiteY0" fmla="*/ 0 h 362610"/>
                <a:gd name="connsiteX1" fmla="*/ 0 w 361670"/>
                <a:gd name="connsiteY1" fmla="*/ 181305 h 362610"/>
                <a:gd name="connsiteX2" fmla="*/ 180835 w 361670"/>
                <a:gd name="connsiteY2" fmla="*/ 362610 h 362610"/>
                <a:gd name="connsiteX3" fmla="*/ 361670 w 361670"/>
                <a:gd name="connsiteY3" fmla="*/ 181305 h 362610"/>
                <a:gd name="connsiteX4" fmla="*/ 361670 w 361670"/>
                <a:gd name="connsiteY4" fmla="*/ 181305 h 362610"/>
                <a:gd name="connsiteX5" fmla="*/ 180835 w 361670"/>
                <a:gd name="connsiteY5" fmla="*/ 0 h 362610"/>
                <a:gd name="connsiteX6" fmla="*/ 180835 w 361670"/>
                <a:gd name="connsiteY6" fmla="*/ 0 h 362610"/>
                <a:gd name="connsiteX7" fmla="*/ 180835 w 361670"/>
                <a:gd name="connsiteY7" fmla="*/ 349204 h 362610"/>
                <a:gd name="connsiteX8" fmla="*/ 12780 w 361670"/>
                <a:gd name="connsiteY8" fmla="*/ 180667 h 362610"/>
                <a:gd name="connsiteX9" fmla="*/ 180835 w 361670"/>
                <a:gd name="connsiteY9" fmla="*/ 12130 h 362610"/>
                <a:gd name="connsiteX10" fmla="*/ 348891 w 361670"/>
                <a:gd name="connsiteY10" fmla="*/ 180667 h 362610"/>
                <a:gd name="connsiteX11" fmla="*/ 180835 w 361670"/>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2610">
                  <a:moveTo>
                    <a:pt x="180835" y="0"/>
                  </a:moveTo>
                  <a:cubicBezTo>
                    <a:pt x="80513" y="0"/>
                    <a:pt x="0" y="81076"/>
                    <a:pt x="0" y="181305"/>
                  </a:cubicBezTo>
                  <a:cubicBezTo>
                    <a:pt x="0" y="281533"/>
                    <a:pt x="81152" y="362610"/>
                    <a:pt x="180835" y="362610"/>
                  </a:cubicBezTo>
                  <a:cubicBezTo>
                    <a:pt x="280518" y="362610"/>
                    <a:pt x="361670" y="281533"/>
                    <a:pt x="361670" y="181305"/>
                  </a:cubicBezTo>
                  <a:lnTo>
                    <a:pt x="361670" y="181305"/>
                  </a:lnTo>
                  <a:cubicBezTo>
                    <a:pt x="361670" y="80438"/>
                    <a:pt x="281157" y="0"/>
                    <a:pt x="180835" y="0"/>
                  </a:cubicBezTo>
                  <a:lnTo>
                    <a:pt x="180835" y="0"/>
                  </a:lnTo>
                  <a:close/>
                  <a:moveTo>
                    <a:pt x="180835" y="349204"/>
                  </a:moveTo>
                  <a:cubicBezTo>
                    <a:pt x="87542" y="349204"/>
                    <a:pt x="12780" y="273873"/>
                    <a:pt x="12780" y="180667"/>
                  </a:cubicBezTo>
                  <a:cubicBezTo>
                    <a:pt x="12780" y="87460"/>
                    <a:pt x="88181" y="12130"/>
                    <a:pt x="180835" y="12130"/>
                  </a:cubicBezTo>
                  <a:cubicBezTo>
                    <a:pt x="273489" y="12130"/>
                    <a:pt x="348891" y="87460"/>
                    <a:pt x="348891" y="180667"/>
                  </a:cubicBezTo>
                  <a:cubicBezTo>
                    <a:pt x="348891" y="273234"/>
                    <a:pt x="273489" y="348565"/>
                    <a:pt x="180835" y="349204"/>
                  </a:cubicBezTo>
                  <a:close/>
                </a:path>
              </a:pathLst>
            </a:custGeom>
            <a:solidFill>
              <a:srgbClr val="0076A8"/>
            </a:solidFill>
            <a:ln w="6390" cap="flat">
              <a:noFill/>
              <a:prstDash val="solid"/>
              <a:miter/>
            </a:ln>
          </p:spPr>
          <p:txBody>
            <a:bodyPr rtlCol="0" anchor="ctr"/>
            <a:lstStyle/>
            <a:p>
              <a:endParaRPr lang="en-US"/>
            </a:p>
          </p:txBody>
        </p:sp>
        <p:sp>
          <p:nvSpPr>
            <p:cNvPr id="22" name="Freeform 21">
              <a:extLst>
                <a:ext uri="{FF2B5EF4-FFF2-40B4-BE49-F238E27FC236}">
                  <a16:creationId xmlns:a16="http://schemas.microsoft.com/office/drawing/2014/main" id="{7F53A9F5-781E-7146-8BE4-2B8F37D2304A}"/>
                </a:ext>
              </a:extLst>
            </p:cNvPr>
            <p:cNvSpPr/>
            <p:nvPr/>
          </p:nvSpPr>
          <p:spPr>
            <a:xfrm>
              <a:off x="557841" y="2946370"/>
              <a:ext cx="181474" cy="180028"/>
            </a:xfrm>
            <a:custGeom>
              <a:avLst/>
              <a:gdLst>
                <a:gd name="connsiteX0" fmla="*/ 179557 w 181474"/>
                <a:gd name="connsiteY0" fmla="*/ 1915 h 180028"/>
                <a:gd name="connsiteX1" fmla="*/ 170611 w 181474"/>
                <a:gd name="connsiteY1" fmla="*/ 1915 h 180028"/>
                <a:gd name="connsiteX2" fmla="*/ 170611 w 181474"/>
                <a:gd name="connsiteY2" fmla="*/ 1915 h 180028"/>
                <a:gd name="connsiteX3" fmla="*/ 90737 w 181474"/>
                <a:gd name="connsiteY3" fmla="*/ 81077 h 180028"/>
                <a:gd name="connsiteX4" fmla="*/ 10863 w 181474"/>
                <a:gd name="connsiteY4" fmla="*/ 1915 h 180028"/>
                <a:gd name="connsiteX5" fmla="*/ 1917 w 181474"/>
                <a:gd name="connsiteY5" fmla="*/ 1915 h 180028"/>
                <a:gd name="connsiteX6" fmla="*/ 1917 w 181474"/>
                <a:gd name="connsiteY6" fmla="*/ 10853 h 180028"/>
                <a:gd name="connsiteX7" fmla="*/ 81791 w 181474"/>
                <a:gd name="connsiteY7" fmla="*/ 90014 h 180028"/>
                <a:gd name="connsiteX8" fmla="*/ 1917 w 181474"/>
                <a:gd name="connsiteY8" fmla="*/ 169176 h 180028"/>
                <a:gd name="connsiteX9" fmla="*/ 1917 w 181474"/>
                <a:gd name="connsiteY9" fmla="*/ 178113 h 180028"/>
                <a:gd name="connsiteX10" fmla="*/ 1917 w 181474"/>
                <a:gd name="connsiteY10" fmla="*/ 178113 h 180028"/>
                <a:gd name="connsiteX11" fmla="*/ 6390 w 181474"/>
                <a:gd name="connsiteY11" fmla="*/ 180028 h 180028"/>
                <a:gd name="connsiteX12" fmla="*/ 10863 w 181474"/>
                <a:gd name="connsiteY12" fmla="*/ 178113 h 180028"/>
                <a:gd name="connsiteX13" fmla="*/ 90737 w 181474"/>
                <a:gd name="connsiteY13" fmla="*/ 98952 h 180028"/>
                <a:gd name="connsiteX14" fmla="*/ 170611 w 181474"/>
                <a:gd name="connsiteY14" fmla="*/ 178113 h 180028"/>
                <a:gd name="connsiteX15" fmla="*/ 179557 w 181474"/>
                <a:gd name="connsiteY15" fmla="*/ 178113 h 180028"/>
                <a:gd name="connsiteX16" fmla="*/ 179557 w 181474"/>
                <a:gd name="connsiteY16" fmla="*/ 178113 h 180028"/>
                <a:gd name="connsiteX17" fmla="*/ 179557 w 181474"/>
                <a:gd name="connsiteY17" fmla="*/ 169176 h 180028"/>
                <a:gd name="connsiteX18" fmla="*/ 179557 w 181474"/>
                <a:gd name="connsiteY18" fmla="*/ 169176 h 180028"/>
                <a:gd name="connsiteX19" fmla="*/ 99683 w 181474"/>
                <a:gd name="connsiteY19" fmla="*/ 90014 h 180028"/>
                <a:gd name="connsiteX20" fmla="*/ 178918 w 181474"/>
                <a:gd name="connsiteY20" fmla="*/ 10853 h 180028"/>
                <a:gd name="connsiteX21" fmla="*/ 179557 w 181474"/>
                <a:gd name="connsiteY21" fmla="*/ 1915 h 18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1474" h="180028">
                  <a:moveTo>
                    <a:pt x="179557" y="1915"/>
                  </a:moveTo>
                  <a:cubicBezTo>
                    <a:pt x="177001" y="-638"/>
                    <a:pt x="173167" y="-638"/>
                    <a:pt x="170611" y="1915"/>
                  </a:cubicBezTo>
                  <a:lnTo>
                    <a:pt x="170611" y="1915"/>
                  </a:lnTo>
                  <a:lnTo>
                    <a:pt x="90737" y="81077"/>
                  </a:lnTo>
                  <a:lnTo>
                    <a:pt x="10863" y="1915"/>
                  </a:lnTo>
                  <a:cubicBezTo>
                    <a:pt x="8307" y="-638"/>
                    <a:pt x="4473" y="-638"/>
                    <a:pt x="1917" y="1915"/>
                  </a:cubicBezTo>
                  <a:cubicBezTo>
                    <a:pt x="-639" y="4469"/>
                    <a:pt x="-639" y="8299"/>
                    <a:pt x="1917" y="10853"/>
                  </a:cubicBezTo>
                  <a:lnTo>
                    <a:pt x="81791" y="90014"/>
                  </a:lnTo>
                  <a:lnTo>
                    <a:pt x="1917" y="169176"/>
                  </a:lnTo>
                  <a:cubicBezTo>
                    <a:pt x="-639" y="171729"/>
                    <a:pt x="-639" y="175560"/>
                    <a:pt x="1917" y="178113"/>
                  </a:cubicBezTo>
                  <a:lnTo>
                    <a:pt x="1917" y="178113"/>
                  </a:lnTo>
                  <a:cubicBezTo>
                    <a:pt x="3195" y="179390"/>
                    <a:pt x="4473" y="180028"/>
                    <a:pt x="6390" y="180028"/>
                  </a:cubicBezTo>
                  <a:cubicBezTo>
                    <a:pt x="8307" y="180028"/>
                    <a:pt x="9585" y="179390"/>
                    <a:pt x="10863" y="178113"/>
                  </a:cubicBezTo>
                  <a:lnTo>
                    <a:pt x="90737" y="98952"/>
                  </a:lnTo>
                  <a:lnTo>
                    <a:pt x="170611" y="178113"/>
                  </a:lnTo>
                  <a:cubicBezTo>
                    <a:pt x="173167" y="180667"/>
                    <a:pt x="177001" y="180667"/>
                    <a:pt x="179557" y="178113"/>
                  </a:cubicBezTo>
                  <a:lnTo>
                    <a:pt x="179557" y="178113"/>
                  </a:lnTo>
                  <a:cubicBezTo>
                    <a:pt x="182113" y="175560"/>
                    <a:pt x="182113" y="171729"/>
                    <a:pt x="179557" y="169176"/>
                  </a:cubicBezTo>
                  <a:lnTo>
                    <a:pt x="179557" y="169176"/>
                  </a:lnTo>
                  <a:lnTo>
                    <a:pt x="99683" y="90014"/>
                  </a:lnTo>
                  <a:lnTo>
                    <a:pt x="178918" y="10853"/>
                  </a:lnTo>
                  <a:cubicBezTo>
                    <a:pt x="181474" y="8299"/>
                    <a:pt x="181474" y="4469"/>
                    <a:pt x="179557" y="1915"/>
                  </a:cubicBezTo>
                  <a:close/>
                </a:path>
              </a:pathLst>
            </a:custGeom>
            <a:solidFill>
              <a:srgbClr val="0076A8"/>
            </a:solidFill>
            <a:ln w="6390" cap="flat">
              <a:noFill/>
              <a:prstDash val="solid"/>
              <a:miter/>
            </a:ln>
          </p:spPr>
          <p:txBody>
            <a:bodyPr rtlCol="0" anchor="ctr"/>
            <a:lstStyle/>
            <a:p>
              <a:endParaRPr lang="en-US"/>
            </a:p>
          </p:txBody>
        </p:sp>
      </p:grpSp>
      <p:grpSp>
        <p:nvGrpSpPr>
          <p:cNvPr id="23" name="Graphic 4">
            <a:extLst>
              <a:ext uri="{FF2B5EF4-FFF2-40B4-BE49-F238E27FC236}">
                <a16:creationId xmlns:a16="http://schemas.microsoft.com/office/drawing/2014/main" id="{3917272F-8795-4D4F-A952-06B890CCC4D8}"/>
              </a:ext>
            </a:extLst>
          </p:cNvPr>
          <p:cNvGrpSpPr/>
          <p:nvPr/>
        </p:nvGrpSpPr>
        <p:grpSpPr>
          <a:xfrm>
            <a:off x="467743" y="1402723"/>
            <a:ext cx="361670" cy="361971"/>
            <a:chOff x="467743" y="1402723"/>
            <a:chExt cx="361670" cy="361971"/>
          </a:xfrm>
          <a:solidFill>
            <a:srgbClr val="0076A8"/>
          </a:solidFill>
        </p:grpSpPr>
        <p:sp>
          <p:nvSpPr>
            <p:cNvPr id="24" name="Freeform 23">
              <a:extLst>
                <a:ext uri="{FF2B5EF4-FFF2-40B4-BE49-F238E27FC236}">
                  <a16:creationId xmlns:a16="http://schemas.microsoft.com/office/drawing/2014/main" id="{0E6DAF2D-5597-2D4E-961A-1B55B53092BC}"/>
                </a:ext>
              </a:extLst>
            </p:cNvPr>
            <p:cNvSpPr/>
            <p:nvPr/>
          </p:nvSpPr>
          <p:spPr>
            <a:xfrm>
              <a:off x="467743" y="1402723"/>
              <a:ext cx="361670" cy="361971"/>
            </a:xfrm>
            <a:custGeom>
              <a:avLst/>
              <a:gdLst>
                <a:gd name="connsiteX0" fmla="*/ 180835 w 361670"/>
                <a:gd name="connsiteY0" fmla="*/ 0 h 361971"/>
                <a:gd name="connsiteX1" fmla="*/ 0 w 361670"/>
                <a:gd name="connsiteY1" fmla="*/ 181305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028 h 361971"/>
                <a:gd name="connsiteX9" fmla="*/ 180835 w 361670"/>
                <a:gd name="connsiteY9" fmla="*/ 12130 h 361971"/>
                <a:gd name="connsiteX10" fmla="*/ 348891 w 361670"/>
                <a:gd name="connsiteY10" fmla="*/ 180028 h 361971"/>
                <a:gd name="connsiteX11" fmla="*/ 180835 w 361670"/>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1971">
                  <a:moveTo>
                    <a:pt x="180835" y="0"/>
                  </a:moveTo>
                  <a:cubicBezTo>
                    <a:pt x="80513" y="0"/>
                    <a:pt x="0" y="81077"/>
                    <a:pt x="0" y="181305"/>
                  </a:cubicBezTo>
                  <a:cubicBezTo>
                    <a:pt x="0" y="281534"/>
                    <a:pt x="81152" y="361972"/>
                    <a:pt x="180835" y="361972"/>
                  </a:cubicBezTo>
                  <a:cubicBezTo>
                    <a:pt x="280518" y="361972"/>
                    <a:pt x="361670" y="280895"/>
                    <a:pt x="361670" y="181305"/>
                  </a:cubicBezTo>
                  <a:lnTo>
                    <a:pt x="361670" y="181305"/>
                  </a:lnTo>
                  <a:cubicBezTo>
                    <a:pt x="361670" y="80438"/>
                    <a:pt x="281157" y="0"/>
                    <a:pt x="180835" y="0"/>
                  </a:cubicBezTo>
                  <a:lnTo>
                    <a:pt x="180835" y="0"/>
                  </a:lnTo>
                  <a:close/>
                  <a:moveTo>
                    <a:pt x="180835" y="348565"/>
                  </a:moveTo>
                  <a:cubicBezTo>
                    <a:pt x="87542" y="348565"/>
                    <a:pt x="12780" y="273234"/>
                    <a:pt x="12780" y="180028"/>
                  </a:cubicBezTo>
                  <a:cubicBezTo>
                    <a:pt x="12780" y="86822"/>
                    <a:pt x="87542" y="12130"/>
                    <a:pt x="180835" y="12130"/>
                  </a:cubicBezTo>
                  <a:cubicBezTo>
                    <a:pt x="274128" y="12130"/>
                    <a:pt x="348891" y="87461"/>
                    <a:pt x="348891" y="180028"/>
                  </a:cubicBezTo>
                  <a:cubicBezTo>
                    <a:pt x="348891" y="273234"/>
                    <a:pt x="273489" y="348565"/>
                    <a:pt x="180835" y="348565"/>
                  </a:cubicBezTo>
                  <a:close/>
                </a:path>
              </a:pathLst>
            </a:custGeom>
            <a:solidFill>
              <a:srgbClr val="0076A8"/>
            </a:solidFill>
            <a:ln w="6390"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A5A28299-6ED9-3B4A-918E-0B6612980A91}"/>
                </a:ext>
              </a:extLst>
            </p:cNvPr>
            <p:cNvSpPr/>
            <p:nvPr/>
          </p:nvSpPr>
          <p:spPr>
            <a:xfrm>
              <a:off x="565033" y="1536787"/>
              <a:ext cx="167891" cy="93206"/>
            </a:xfrm>
            <a:custGeom>
              <a:avLst/>
              <a:gdLst>
                <a:gd name="connsiteX0" fmla="*/ 88018 w 167891"/>
                <a:gd name="connsiteY0" fmla="*/ 1915 h 93206"/>
                <a:gd name="connsiteX1" fmla="*/ 79072 w 167891"/>
                <a:gd name="connsiteY1" fmla="*/ 1915 h 93206"/>
                <a:gd name="connsiteX2" fmla="*/ 79072 w 167891"/>
                <a:gd name="connsiteY2" fmla="*/ 1915 h 93206"/>
                <a:gd name="connsiteX3" fmla="*/ 1115 w 167891"/>
                <a:gd name="connsiteY3" fmla="*/ 82353 h 93206"/>
                <a:gd name="connsiteX4" fmla="*/ 2393 w 167891"/>
                <a:gd name="connsiteY4" fmla="*/ 91291 h 93206"/>
                <a:gd name="connsiteX5" fmla="*/ 10061 w 167891"/>
                <a:gd name="connsiteY5" fmla="*/ 91291 h 93206"/>
                <a:gd name="connsiteX6" fmla="*/ 83545 w 167891"/>
                <a:gd name="connsiteY6" fmla="*/ 15960 h 93206"/>
                <a:gd name="connsiteX7" fmla="*/ 157029 w 167891"/>
                <a:gd name="connsiteY7" fmla="*/ 91291 h 93206"/>
                <a:gd name="connsiteX8" fmla="*/ 161502 w 167891"/>
                <a:gd name="connsiteY8" fmla="*/ 93206 h 93206"/>
                <a:gd name="connsiteX9" fmla="*/ 165975 w 167891"/>
                <a:gd name="connsiteY9" fmla="*/ 91291 h 93206"/>
                <a:gd name="connsiteX10" fmla="*/ 165975 w 167891"/>
                <a:gd name="connsiteY10" fmla="*/ 82353 h 93206"/>
                <a:gd name="connsiteX11" fmla="*/ 88018 w 167891"/>
                <a:gd name="connsiteY11" fmla="*/ 1915 h 93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7891" h="93206">
                  <a:moveTo>
                    <a:pt x="88018" y="1915"/>
                  </a:moveTo>
                  <a:cubicBezTo>
                    <a:pt x="85462" y="-638"/>
                    <a:pt x="81628" y="-638"/>
                    <a:pt x="79072" y="1915"/>
                  </a:cubicBezTo>
                  <a:lnTo>
                    <a:pt x="79072" y="1915"/>
                  </a:lnTo>
                  <a:lnTo>
                    <a:pt x="1115" y="82353"/>
                  </a:lnTo>
                  <a:cubicBezTo>
                    <a:pt x="-802" y="85545"/>
                    <a:pt x="-163" y="89376"/>
                    <a:pt x="2393" y="91291"/>
                  </a:cubicBezTo>
                  <a:cubicBezTo>
                    <a:pt x="4949" y="92568"/>
                    <a:pt x="7505" y="92568"/>
                    <a:pt x="10061" y="91291"/>
                  </a:cubicBezTo>
                  <a:lnTo>
                    <a:pt x="83545" y="15960"/>
                  </a:lnTo>
                  <a:lnTo>
                    <a:pt x="157029" y="91291"/>
                  </a:lnTo>
                  <a:cubicBezTo>
                    <a:pt x="158307" y="92568"/>
                    <a:pt x="159585" y="93206"/>
                    <a:pt x="161502" y="93206"/>
                  </a:cubicBezTo>
                  <a:cubicBezTo>
                    <a:pt x="163419" y="93206"/>
                    <a:pt x="164697" y="92568"/>
                    <a:pt x="165975" y="91291"/>
                  </a:cubicBezTo>
                  <a:cubicBezTo>
                    <a:pt x="168531" y="88737"/>
                    <a:pt x="168531" y="84907"/>
                    <a:pt x="165975" y="82353"/>
                  </a:cubicBezTo>
                  <a:lnTo>
                    <a:pt x="88018" y="1915"/>
                  </a:lnTo>
                  <a:close/>
                </a:path>
              </a:pathLst>
            </a:custGeom>
            <a:solidFill>
              <a:srgbClr val="0076A8"/>
            </a:solidFill>
            <a:ln w="6390" cap="flat">
              <a:noFill/>
              <a:prstDash val="solid"/>
              <a:miter/>
            </a:ln>
          </p:spPr>
          <p:txBody>
            <a:bodyPr rtlCol="0" anchor="ctr"/>
            <a:lstStyle/>
            <a:p>
              <a:endParaRPr lang="en-US"/>
            </a:p>
          </p:txBody>
        </p:sp>
      </p:grpSp>
      <p:grpSp>
        <p:nvGrpSpPr>
          <p:cNvPr id="26" name="Graphic 4">
            <a:extLst>
              <a:ext uri="{FF2B5EF4-FFF2-40B4-BE49-F238E27FC236}">
                <a16:creationId xmlns:a16="http://schemas.microsoft.com/office/drawing/2014/main" id="{F7FFFB66-F83A-A94D-AB34-D89C189C4CF2}"/>
              </a:ext>
            </a:extLst>
          </p:cNvPr>
          <p:cNvGrpSpPr/>
          <p:nvPr/>
        </p:nvGrpSpPr>
        <p:grpSpPr>
          <a:xfrm>
            <a:off x="467743" y="1893013"/>
            <a:ext cx="361670" cy="362610"/>
            <a:chOff x="467743" y="1893013"/>
            <a:chExt cx="361670" cy="362610"/>
          </a:xfrm>
          <a:solidFill>
            <a:srgbClr val="0076A8"/>
          </a:solidFill>
        </p:grpSpPr>
        <p:sp>
          <p:nvSpPr>
            <p:cNvPr id="27" name="Freeform 26">
              <a:extLst>
                <a:ext uri="{FF2B5EF4-FFF2-40B4-BE49-F238E27FC236}">
                  <a16:creationId xmlns:a16="http://schemas.microsoft.com/office/drawing/2014/main" id="{8A8A5F72-8F05-744C-A4D9-59CBD0F8E221}"/>
                </a:ext>
              </a:extLst>
            </p:cNvPr>
            <p:cNvSpPr/>
            <p:nvPr/>
          </p:nvSpPr>
          <p:spPr>
            <a:xfrm>
              <a:off x="467743" y="1893013"/>
              <a:ext cx="361670" cy="362610"/>
            </a:xfrm>
            <a:custGeom>
              <a:avLst/>
              <a:gdLst>
                <a:gd name="connsiteX0" fmla="*/ 180835 w 361670"/>
                <a:gd name="connsiteY0" fmla="*/ 0 h 362610"/>
                <a:gd name="connsiteX1" fmla="*/ 0 w 361670"/>
                <a:gd name="connsiteY1" fmla="*/ 181305 h 362610"/>
                <a:gd name="connsiteX2" fmla="*/ 180835 w 361670"/>
                <a:gd name="connsiteY2" fmla="*/ 362610 h 362610"/>
                <a:gd name="connsiteX3" fmla="*/ 361670 w 361670"/>
                <a:gd name="connsiteY3" fmla="*/ 181305 h 362610"/>
                <a:gd name="connsiteX4" fmla="*/ 361670 w 361670"/>
                <a:gd name="connsiteY4" fmla="*/ 181305 h 362610"/>
                <a:gd name="connsiteX5" fmla="*/ 180835 w 361670"/>
                <a:gd name="connsiteY5" fmla="*/ 0 h 362610"/>
                <a:gd name="connsiteX6" fmla="*/ 180835 w 361670"/>
                <a:gd name="connsiteY6" fmla="*/ 0 h 362610"/>
                <a:gd name="connsiteX7" fmla="*/ 180835 w 361670"/>
                <a:gd name="connsiteY7" fmla="*/ 349204 h 362610"/>
                <a:gd name="connsiteX8" fmla="*/ 12780 w 361670"/>
                <a:gd name="connsiteY8" fmla="*/ 180667 h 362610"/>
                <a:gd name="connsiteX9" fmla="*/ 180835 w 361670"/>
                <a:gd name="connsiteY9" fmla="*/ 12130 h 362610"/>
                <a:gd name="connsiteX10" fmla="*/ 348891 w 361670"/>
                <a:gd name="connsiteY10" fmla="*/ 180667 h 362610"/>
                <a:gd name="connsiteX11" fmla="*/ 180835 w 361670"/>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2610">
                  <a:moveTo>
                    <a:pt x="180835" y="0"/>
                  </a:moveTo>
                  <a:cubicBezTo>
                    <a:pt x="80513" y="0"/>
                    <a:pt x="0" y="81077"/>
                    <a:pt x="0" y="181305"/>
                  </a:cubicBezTo>
                  <a:cubicBezTo>
                    <a:pt x="0" y="281534"/>
                    <a:pt x="81152" y="362610"/>
                    <a:pt x="180835" y="362610"/>
                  </a:cubicBezTo>
                  <a:cubicBezTo>
                    <a:pt x="280518" y="362610"/>
                    <a:pt x="361670" y="281534"/>
                    <a:pt x="361670" y="181305"/>
                  </a:cubicBezTo>
                  <a:lnTo>
                    <a:pt x="361670" y="181305"/>
                  </a:lnTo>
                  <a:cubicBezTo>
                    <a:pt x="361670" y="81077"/>
                    <a:pt x="281157" y="0"/>
                    <a:pt x="180835" y="0"/>
                  </a:cubicBezTo>
                  <a:lnTo>
                    <a:pt x="180835" y="0"/>
                  </a:lnTo>
                  <a:close/>
                  <a:moveTo>
                    <a:pt x="180835" y="349204"/>
                  </a:moveTo>
                  <a:cubicBezTo>
                    <a:pt x="87542" y="349204"/>
                    <a:pt x="12780" y="273873"/>
                    <a:pt x="12780" y="180667"/>
                  </a:cubicBezTo>
                  <a:cubicBezTo>
                    <a:pt x="12780" y="87461"/>
                    <a:pt x="88181" y="12130"/>
                    <a:pt x="180835" y="12130"/>
                  </a:cubicBezTo>
                  <a:cubicBezTo>
                    <a:pt x="273489" y="12130"/>
                    <a:pt x="348891" y="87461"/>
                    <a:pt x="348891" y="180667"/>
                  </a:cubicBezTo>
                  <a:cubicBezTo>
                    <a:pt x="348891" y="273873"/>
                    <a:pt x="273489" y="349204"/>
                    <a:pt x="180835" y="349204"/>
                  </a:cubicBezTo>
                  <a:close/>
                </a:path>
              </a:pathLst>
            </a:custGeom>
            <a:solidFill>
              <a:srgbClr val="0076A8"/>
            </a:solidFill>
            <a:ln w="6390"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804B9E6D-1156-B945-A92C-98963C8F2069}"/>
                </a:ext>
              </a:extLst>
            </p:cNvPr>
            <p:cNvSpPr/>
            <p:nvPr/>
          </p:nvSpPr>
          <p:spPr>
            <a:xfrm>
              <a:off x="580845" y="1989411"/>
              <a:ext cx="93293" cy="168537"/>
            </a:xfrm>
            <a:custGeom>
              <a:avLst/>
              <a:gdLst>
                <a:gd name="connsiteX0" fmla="*/ 10863 w 93293"/>
                <a:gd name="connsiteY0" fmla="*/ 1915 h 168537"/>
                <a:gd name="connsiteX1" fmla="*/ 1917 w 93293"/>
                <a:gd name="connsiteY1" fmla="*/ 1915 h 168537"/>
                <a:gd name="connsiteX2" fmla="*/ 1917 w 93293"/>
                <a:gd name="connsiteY2" fmla="*/ 10853 h 168537"/>
                <a:gd name="connsiteX3" fmla="*/ 77318 w 93293"/>
                <a:gd name="connsiteY3" fmla="*/ 84269 h 168537"/>
                <a:gd name="connsiteX4" fmla="*/ 1917 w 93293"/>
                <a:gd name="connsiteY4" fmla="*/ 157684 h 168537"/>
                <a:gd name="connsiteX5" fmla="*/ 1917 w 93293"/>
                <a:gd name="connsiteY5" fmla="*/ 166622 h 168537"/>
                <a:gd name="connsiteX6" fmla="*/ 6390 w 93293"/>
                <a:gd name="connsiteY6" fmla="*/ 168537 h 168537"/>
                <a:gd name="connsiteX7" fmla="*/ 10863 w 93293"/>
                <a:gd name="connsiteY7" fmla="*/ 166622 h 168537"/>
                <a:gd name="connsiteX8" fmla="*/ 91376 w 93293"/>
                <a:gd name="connsiteY8" fmla="*/ 89376 h 168537"/>
                <a:gd name="connsiteX9" fmla="*/ 91376 w 93293"/>
                <a:gd name="connsiteY9" fmla="*/ 80438 h 168537"/>
                <a:gd name="connsiteX10" fmla="*/ 91376 w 93293"/>
                <a:gd name="connsiteY10" fmla="*/ 80438 h 168537"/>
                <a:gd name="connsiteX11" fmla="*/ 10863 w 93293"/>
                <a:gd name="connsiteY11" fmla="*/ 1915 h 168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293" h="168537">
                  <a:moveTo>
                    <a:pt x="10863" y="1915"/>
                  </a:moveTo>
                  <a:cubicBezTo>
                    <a:pt x="8307" y="-638"/>
                    <a:pt x="4473" y="-638"/>
                    <a:pt x="1917" y="1915"/>
                  </a:cubicBezTo>
                  <a:cubicBezTo>
                    <a:pt x="-639" y="4469"/>
                    <a:pt x="-639" y="8299"/>
                    <a:pt x="1917" y="10853"/>
                  </a:cubicBezTo>
                  <a:lnTo>
                    <a:pt x="77318" y="84269"/>
                  </a:lnTo>
                  <a:lnTo>
                    <a:pt x="1917" y="157684"/>
                  </a:lnTo>
                  <a:cubicBezTo>
                    <a:pt x="-639" y="160238"/>
                    <a:pt x="-639" y="164068"/>
                    <a:pt x="1917" y="166622"/>
                  </a:cubicBezTo>
                  <a:cubicBezTo>
                    <a:pt x="3195" y="167899"/>
                    <a:pt x="4473" y="168537"/>
                    <a:pt x="6390" y="168537"/>
                  </a:cubicBezTo>
                  <a:cubicBezTo>
                    <a:pt x="8307" y="168537"/>
                    <a:pt x="9585" y="167899"/>
                    <a:pt x="10863" y="166622"/>
                  </a:cubicBezTo>
                  <a:lnTo>
                    <a:pt x="91376" y="89376"/>
                  </a:lnTo>
                  <a:cubicBezTo>
                    <a:pt x="93932" y="86822"/>
                    <a:pt x="93932" y="82992"/>
                    <a:pt x="91376" y="80438"/>
                  </a:cubicBezTo>
                  <a:lnTo>
                    <a:pt x="91376" y="80438"/>
                  </a:lnTo>
                  <a:lnTo>
                    <a:pt x="10863" y="1915"/>
                  </a:lnTo>
                  <a:close/>
                </a:path>
              </a:pathLst>
            </a:custGeom>
            <a:solidFill>
              <a:srgbClr val="0076A8"/>
            </a:solidFill>
            <a:ln w="6390"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BD7D241F-71A7-B443-9DAE-59A0E45DE4F0}"/>
                </a:ext>
              </a:extLst>
            </p:cNvPr>
            <p:cNvSpPr/>
            <p:nvPr/>
          </p:nvSpPr>
          <p:spPr>
            <a:xfrm>
              <a:off x="703532" y="1988134"/>
              <a:ext cx="12779" cy="171090"/>
            </a:xfrm>
            <a:custGeom>
              <a:avLst/>
              <a:gdLst>
                <a:gd name="connsiteX0" fmla="*/ 6390 w 12779"/>
                <a:gd name="connsiteY0" fmla="*/ 0 h 171090"/>
                <a:gd name="connsiteX1" fmla="*/ 0 w 12779"/>
                <a:gd name="connsiteY1" fmla="*/ 6384 h 171090"/>
                <a:gd name="connsiteX2" fmla="*/ 0 w 12779"/>
                <a:gd name="connsiteY2" fmla="*/ 164707 h 171090"/>
                <a:gd name="connsiteX3" fmla="*/ 6390 w 12779"/>
                <a:gd name="connsiteY3" fmla="*/ 171091 h 171090"/>
                <a:gd name="connsiteX4" fmla="*/ 12780 w 12779"/>
                <a:gd name="connsiteY4" fmla="*/ 164707 h 171090"/>
                <a:gd name="connsiteX5" fmla="*/ 12780 w 12779"/>
                <a:gd name="connsiteY5" fmla="*/ 6384 h 171090"/>
                <a:gd name="connsiteX6" fmla="*/ 6390 w 12779"/>
                <a:gd name="connsiteY6" fmla="*/ 0 h 171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171090">
                  <a:moveTo>
                    <a:pt x="6390" y="0"/>
                  </a:moveTo>
                  <a:cubicBezTo>
                    <a:pt x="2556" y="0"/>
                    <a:pt x="0" y="2554"/>
                    <a:pt x="0" y="6384"/>
                  </a:cubicBezTo>
                  <a:lnTo>
                    <a:pt x="0" y="164707"/>
                  </a:lnTo>
                  <a:cubicBezTo>
                    <a:pt x="0" y="168537"/>
                    <a:pt x="2556" y="171091"/>
                    <a:pt x="6390" y="171091"/>
                  </a:cubicBezTo>
                  <a:cubicBezTo>
                    <a:pt x="10224" y="171091"/>
                    <a:pt x="12780" y="168537"/>
                    <a:pt x="12780" y="164707"/>
                  </a:cubicBezTo>
                  <a:lnTo>
                    <a:pt x="12780" y="6384"/>
                  </a:lnTo>
                  <a:cubicBezTo>
                    <a:pt x="12780" y="3192"/>
                    <a:pt x="9585" y="0"/>
                    <a:pt x="6390" y="0"/>
                  </a:cubicBezTo>
                  <a:close/>
                </a:path>
              </a:pathLst>
            </a:custGeom>
            <a:solidFill>
              <a:srgbClr val="0076A8"/>
            </a:solidFill>
            <a:ln w="6390" cap="flat">
              <a:noFill/>
              <a:prstDash val="solid"/>
              <a:miter/>
            </a:ln>
          </p:spPr>
          <p:txBody>
            <a:bodyPr rtlCol="0" anchor="ctr"/>
            <a:lstStyle/>
            <a:p>
              <a:endParaRPr lang="en-US"/>
            </a:p>
          </p:txBody>
        </p:sp>
      </p:grpSp>
      <p:grpSp>
        <p:nvGrpSpPr>
          <p:cNvPr id="30" name="Graphic 4">
            <a:extLst>
              <a:ext uri="{FF2B5EF4-FFF2-40B4-BE49-F238E27FC236}">
                <a16:creationId xmlns:a16="http://schemas.microsoft.com/office/drawing/2014/main" id="{6CE1C385-410B-4C4B-91E1-441C6BB399C5}"/>
              </a:ext>
            </a:extLst>
          </p:cNvPr>
          <p:cNvGrpSpPr/>
          <p:nvPr/>
        </p:nvGrpSpPr>
        <p:grpSpPr>
          <a:xfrm>
            <a:off x="2560447" y="918179"/>
            <a:ext cx="362309" cy="361971"/>
            <a:chOff x="2560447" y="918179"/>
            <a:chExt cx="362309" cy="361971"/>
          </a:xfrm>
          <a:solidFill>
            <a:srgbClr val="0076A8"/>
          </a:solidFill>
        </p:grpSpPr>
        <p:sp>
          <p:nvSpPr>
            <p:cNvPr id="31" name="Freeform 30">
              <a:extLst>
                <a:ext uri="{FF2B5EF4-FFF2-40B4-BE49-F238E27FC236}">
                  <a16:creationId xmlns:a16="http://schemas.microsoft.com/office/drawing/2014/main" id="{052946E0-7F4F-BF48-AC01-A7F9573F6958}"/>
                </a:ext>
              </a:extLst>
            </p:cNvPr>
            <p:cNvSpPr/>
            <p:nvPr/>
          </p:nvSpPr>
          <p:spPr>
            <a:xfrm>
              <a:off x="2560447" y="91817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09" y="280895"/>
                    <a:pt x="362309" y="181305"/>
                  </a:cubicBezTo>
                  <a:lnTo>
                    <a:pt x="362309" y="181305"/>
                  </a:lnTo>
                  <a:cubicBezTo>
                    <a:pt x="362309" y="81077"/>
                    <a:pt x="281157" y="0"/>
                    <a:pt x="181474" y="0"/>
                  </a:cubicBezTo>
                  <a:close/>
                  <a:moveTo>
                    <a:pt x="181474" y="349204"/>
                  </a:moveTo>
                  <a:cubicBezTo>
                    <a:pt x="88181" y="349204"/>
                    <a:pt x="12780" y="273873"/>
                    <a:pt x="12780" y="181305"/>
                  </a:cubicBezTo>
                  <a:cubicBezTo>
                    <a:pt x="12780" y="88737"/>
                    <a:pt x="88181" y="12768"/>
                    <a:pt x="180835" y="12768"/>
                  </a:cubicBezTo>
                  <a:cubicBezTo>
                    <a:pt x="273489" y="12768"/>
                    <a:pt x="349529" y="88099"/>
                    <a:pt x="349529" y="180667"/>
                  </a:cubicBezTo>
                  <a:lnTo>
                    <a:pt x="349529" y="180667"/>
                  </a:lnTo>
                  <a:cubicBezTo>
                    <a:pt x="349529" y="273873"/>
                    <a:pt x="274128" y="348565"/>
                    <a:pt x="181474" y="349204"/>
                  </a:cubicBezTo>
                  <a:close/>
                </a:path>
              </a:pathLst>
            </a:custGeom>
            <a:solidFill>
              <a:srgbClr val="0076A8"/>
            </a:solidFill>
            <a:ln w="6390" cap="flat">
              <a:noFill/>
              <a:prstDash val="solid"/>
              <a:miter/>
            </a:ln>
          </p:spPr>
          <p:txBody>
            <a:bodyPr rtlCol="0" anchor="ctr"/>
            <a:lstStyle/>
            <a:p>
              <a:endParaRPr lang="en-US"/>
            </a:p>
          </p:txBody>
        </p:sp>
        <p:sp>
          <p:nvSpPr>
            <p:cNvPr id="32" name="Freeform 31">
              <a:extLst>
                <a:ext uri="{FF2B5EF4-FFF2-40B4-BE49-F238E27FC236}">
                  <a16:creationId xmlns:a16="http://schemas.microsoft.com/office/drawing/2014/main" id="{E5B4D3B9-A4BB-C149-B461-57778459FCFB}"/>
                </a:ext>
              </a:extLst>
            </p:cNvPr>
            <p:cNvSpPr/>
            <p:nvPr/>
          </p:nvSpPr>
          <p:spPr>
            <a:xfrm>
              <a:off x="2651823" y="1040113"/>
              <a:ext cx="178918" cy="12767"/>
            </a:xfrm>
            <a:custGeom>
              <a:avLst/>
              <a:gdLst>
                <a:gd name="connsiteX0" fmla="*/ 173167 w 178918"/>
                <a:gd name="connsiteY0" fmla="*/ 0 h 12767"/>
                <a:gd name="connsiteX1" fmla="*/ 6390 w 178918"/>
                <a:gd name="connsiteY1" fmla="*/ 0 h 12767"/>
                <a:gd name="connsiteX2" fmla="*/ 0 w 178918"/>
                <a:gd name="connsiteY2" fmla="*/ 6384 h 12767"/>
                <a:gd name="connsiteX3" fmla="*/ 6390 w 178918"/>
                <a:gd name="connsiteY3" fmla="*/ 12768 h 12767"/>
                <a:gd name="connsiteX4" fmla="*/ 172528 w 178918"/>
                <a:gd name="connsiteY4" fmla="*/ 12768 h 12767"/>
                <a:gd name="connsiteX5" fmla="*/ 178918 w 178918"/>
                <a:gd name="connsiteY5" fmla="*/ 6384 h 12767"/>
                <a:gd name="connsiteX6" fmla="*/ 173167 w 178918"/>
                <a:gd name="connsiteY6" fmla="*/ 0 h 12767"/>
                <a:gd name="connsiteX7" fmla="*/ 173167 w 178918"/>
                <a:gd name="connsiteY7"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918" h="12767">
                  <a:moveTo>
                    <a:pt x="173167" y="0"/>
                  </a:moveTo>
                  <a:lnTo>
                    <a:pt x="6390" y="0"/>
                  </a:lnTo>
                  <a:cubicBezTo>
                    <a:pt x="2556" y="0"/>
                    <a:pt x="0" y="2554"/>
                    <a:pt x="0" y="6384"/>
                  </a:cubicBezTo>
                  <a:cubicBezTo>
                    <a:pt x="0" y="10214"/>
                    <a:pt x="2556" y="12768"/>
                    <a:pt x="6390" y="12768"/>
                  </a:cubicBezTo>
                  <a:lnTo>
                    <a:pt x="172528" y="12768"/>
                  </a:lnTo>
                  <a:cubicBezTo>
                    <a:pt x="176362" y="12768"/>
                    <a:pt x="178918" y="10214"/>
                    <a:pt x="178918" y="6384"/>
                  </a:cubicBezTo>
                  <a:cubicBezTo>
                    <a:pt x="178918" y="2554"/>
                    <a:pt x="176362" y="0"/>
                    <a:pt x="173167" y="0"/>
                  </a:cubicBezTo>
                  <a:lnTo>
                    <a:pt x="173167" y="0"/>
                  </a:lnTo>
                  <a:close/>
                </a:path>
              </a:pathLst>
            </a:custGeom>
            <a:solidFill>
              <a:srgbClr val="0076A8"/>
            </a:solidFill>
            <a:ln w="6390" cap="flat">
              <a:noFill/>
              <a:prstDash val="solid"/>
              <a:miter/>
            </a:ln>
          </p:spPr>
          <p:txBody>
            <a:bodyPr rtlCol="0" anchor="ctr"/>
            <a:lstStyle/>
            <a:p>
              <a:endParaRPr lang="en-US"/>
            </a:p>
          </p:txBody>
        </p:sp>
        <p:sp>
          <p:nvSpPr>
            <p:cNvPr id="33" name="Freeform 32">
              <a:extLst>
                <a:ext uri="{FF2B5EF4-FFF2-40B4-BE49-F238E27FC236}">
                  <a16:creationId xmlns:a16="http://schemas.microsoft.com/office/drawing/2014/main" id="{96D5F673-ABF4-EB45-8CE8-C18F8D532771}"/>
                </a:ext>
              </a:extLst>
            </p:cNvPr>
            <p:cNvSpPr/>
            <p:nvPr/>
          </p:nvSpPr>
          <p:spPr>
            <a:xfrm>
              <a:off x="2651823" y="1092461"/>
              <a:ext cx="178918" cy="12767"/>
            </a:xfrm>
            <a:custGeom>
              <a:avLst/>
              <a:gdLst>
                <a:gd name="connsiteX0" fmla="*/ 173167 w 178918"/>
                <a:gd name="connsiteY0" fmla="*/ 0 h 12767"/>
                <a:gd name="connsiteX1" fmla="*/ 6390 w 178918"/>
                <a:gd name="connsiteY1" fmla="*/ 0 h 12767"/>
                <a:gd name="connsiteX2" fmla="*/ 0 w 178918"/>
                <a:gd name="connsiteY2" fmla="*/ 6384 h 12767"/>
                <a:gd name="connsiteX3" fmla="*/ 6390 w 178918"/>
                <a:gd name="connsiteY3" fmla="*/ 12768 h 12767"/>
                <a:gd name="connsiteX4" fmla="*/ 172528 w 178918"/>
                <a:gd name="connsiteY4" fmla="*/ 12768 h 12767"/>
                <a:gd name="connsiteX5" fmla="*/ 178918 w 178918"/>
                <a:gd name="connsiteY5" fmla="*/ 6384 h 12767"/>
                <a:gd name="connsiteX6" fmla="*/ 173167 w 178918"/>
                <a:gd name="connsiteY6" fmla="*/ 0 h 12767"/>
                <a:gd name="connsiteX7" fmla="*/ 173167 w 178918"/>
                <a:gd name="connsiteY7"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918" h="12767">
                  <a:moveTo>
                    <a:pt x="173167" y="0"/>
                  </a:moveTo>
                  <a:lnTo>
                    <a:pt x="6390" y="0"/>
                  </a:lnTo>
                  <a:cubicBezTo>
                    <a:pt x="2556" y="0"/>
                    <a:pt x="0" y="2554"/>
                    <a:pt x="0" y="6384"/>
                  </a:cubicBezTo>
                  <a:cubicBezTo>
                    <a:pt x="0" y="10214"/>
                    <a:pt x="2556" y="12768"/>
                    <a:pt x="6390" y="12768"/>
                  </a:cubicBezTo>
                  <a:lnTo>
                    <a:pt x="172528" y="12768"/>
                  </a:lnTo>
                  <a:cubicBezTo>
                    <a:pt x="176362" y="12768"/>
                    <a:pt x="178918" y="10214"/>
                    <a:pt x="178918" y="6384"/>
                  </a:cubicBezTo>
                  <a:cubicBezTo>
                    <a:pt x="178918" y="2554"/>
                    <a:pt x="176362" y="0"/>
                    <a:pt x="173167" y="0"/>
                  </a:cubicBezTo>
                  <a:lnTo>
                    <a:pt x="173167" y="0"/>
                  </a:lnTo>
                  <a:close/>
                </a:path>
              </a:pathLst>
            </a:custGeom>
            <a:solidFill>
              <a:srgbClr val="0076A8"/>
            </a:solidFill>
            <a:ln w="6390"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BEC04B71-BA8E-BD44-806E-4A34719CDDAA}"/>
                </a:ext>
              </a:extLst>
            </p:cNvPr>
            <p:cNvSpPr/>
            <p:nvPr/>
          </p:nvSpPr>
          <p:spPr>
            <a:xfrm>
              <a:off x="2651823" y="1144810"/>
              <a:ext cx="178918" cy="12767"/>
            </a:xfrm>
            <a:custGeom>
              <a:avLst/>
              <a:gdLst>
                <a:gd name="connsiteX0" fmla="*/ 173167 w 178918"/>
                <a:gd name="connsiteY0" fmla="*/ 0 h 12767"/>
                <a:gd name="connsiteX1" fmla="*/ 6390 w 178918"/>
                <a:gd name="connsiteY1" fmla="*/ 0 h 12767"/>
                <a:gd name="connsiteX2" fmla="*/ 0 w 178918"/>
                <a:gd name="connsiteY2" fmla="*/ 6384 h 12767"/>
                <a:gd name="connsiteX3" fmla="*/ 6390 w 178918"/>
                <a:gd name="connsiteY3" fmla="*/ 12768 h 12767"/>
                <a:gd name="connsiteX4" fmla="*/ 172528 w 178918"/>
                <a:gd name="connsiteY4" fmla="*/ 12768 h 12767"/>
                <a:gd name="connsiteX5" fmla="*/ 178918 w 178918"/>
                <a:gd name="connsiteY5" fmla="*/ 6384 h 12767"/>
                <a:gd name="connsiteX6" fmla="*/ 173167 w 178918"/>
                <a:gd name="connsiteY6" fmla="*/ 0 h 12767"/>
                <a:gd name="connsiteX7" fmla="*/ 173167 w 178918"/>
                <a:gd name="connsiteY7"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918" h="12767">
                  <a:moveTo>
                    <a:pt x="173167" y="0"/>
                  </a:moveTo>
                  <a:lnTo>
                    <a:pt x="6390" y="0"/>
                  </a:lnTo>
                  <a:cubicBezTo>
                    <a:pt x="2556" y="0"/>
                    <a:pt x="0" y="2554"/>
                    <a:pt x="0" y="6384"/>
                  </a:cubicBezTo>
                  <a:cubicBezTo>
                    <a:pt x="0" y="10214"/>
                    <a:pt x="2556" y="12768"/>
                    <a:pt x="6390" y="12768"/>
                  </a:cubicBezTo>
                  <a:lnTo>
                    <a:pt x="172528" y="12768"/>
                  </a:lnTo>
                  <a:cubicBezTo>
                    <a:pt x="176362" y="12768"/>
                    <a:pt x="178918" y="10214"/>
                    <a:pt x="178918" y="6384"/>
                  </a:cubicBezTo>
                  <a:cubicBezTo>
                    <a:pt x="178918" y="2554"/>
                    <a:pt x="176362" y="0"/>
                    <a:pt x="173167" y="0"/>
                  </a:cubicBezTo>
                  <a:lnTo>
                    <a:pt x="173167" y="0"/>
                  </a:lnTo>
                  <a:close/>
                </a:path>
              </a:pathLst>
            </a:custGeom>
            <a:solidFill>
              <a:srgbClr val="0076A8"/>
            </a:solidFill>
            <a:ln w="6390" cap="flat">
              <a:noFill/>
              <a:prstDash val="solid"/>
              <a:miter/>
            </a:ln>
          </p:spPr>
          <p:txBody>
            <a:bodyPr rtlCol="0" anchor="ctr"/>
            <a:lstStyle/>
            <a:p>
              <a:endParaRPr lang="en-US"/>
            </a:p>
          </p:txBody>
        </p:sp>
      </p:grpSp>
      <p:grpSp>
        <p:nvGrpSpPr>
          <p:cNvPr id="35" name="Graphic 4">
            <a:extLst>
              <a:ext uri="{FF2B5EF4-FFF2-40B4-BE49-F238E27FC236}">
                <a16:creationId xmlns:a16="http://schemas.microsoft.com/office/drawing/2014/main" id="{31891DF4-3DE1-244C-9417-0DFEDA8E971D}"/>
              </a:ext>
            </a:extLst>
          </p:cNvPr>
          <p:cNvGrpSpPr/>
          <p:nvPr/>
        </p:nvGrpSpPr>
        <p:grpSpPr>
          <a:xfrm>
            <a:off x="1514415" y="2855717"/>
            <a:ext cx="362309" cy="361971"/>
            <a:chOff x="1514415" y="2855717"/>
            <a:chExt cx="362309" cy="361971"/>
          </a:xfrm>
          <a:solidFill>
            <a:srgbClr val="0076A8"/>
          </a:solidFill>
        </p:grpSpPr>
        <p:sp>
          <p:nvSpPr>
            <p:cNvPr id="36" name="Freeform 35">
              <a:extLst>
                <a:ext uri="{FF2B5EF4-FFF2-40B4-BE49-F238E27FC236}">
                  <a16:creationId xmlns:a16="http://schemas.microsoft.com/office/drawing/2014/main" id="{1C3BAD51-ABF9-F940-8B0B-02B7036EF6E7}"/>
                </a:ext>
              </a:extLst>
            </p:cNvPr>
            <p:cNvSpPr/>
            <p:nvPr/>
          </p:nvSpPr>
          <p:spPr>
            <a:xfrm>
              <a:off x="1514415" y="2855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10" y="280895"/>
                    <a:pt x="362310" y="181305"/>
                  </a:cubicBezTo>
                  <a:lnTo>
                    <a:pt x="362310" y="181305"/>
                  </a:lnTo>
                  <a:cubicBezTo>
                    <a:pt x="362310" y="80438"/>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lnTo>
                    <a:pt x="349530" y="180667"/>
                  </a:lnTo>
                  <a:cubicBezTo>
                    <a:pt x="349530" y="273234"/>
                    <a:pt x="274128" y="348565"/>
                    <a:pt x="181474" y="349204"/>
                  </a:cubicBezTo>
                  <a:close/>
                </a:path>
              </a:pathLst>
            </a:custGeom>
            <a:solidFill>
              <a:srgbClr val="0076A8"/>
            </a:solidFill>
            <a:ln w="6390"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4540C665-0207-8E46-AEF6-B353B6F93103}"/>
                </a:ext>
              </a:extLst>
            </p:cNvPr>
            <p:cNvSpPr/>
            <p:nvPr/>
          </p:nvSpPr>
          <p:spPr>
            <a:xfrm>
              <a:off x="1584704" y="2925303"/>
              <a:ext cx="222369" cy="222162"/>
            </a:xfrm>
            <a:custGeom>
              <a:avLst/>
              <a:gdLst>
                <a:gd name="connsiteX0" fmla="*/ 111185 w 222369"/>
                <a:gd name="connsiteY0" fmla="*/ 0 h 222162"/>
                <a:gd name="connsiteX1" fmla="*/ 0 w 222369"/>
                <a:gd name="connsiteY1" fmla="*/ 111081 h 222162"/>
                <a:gd name="connsiteX2" fmla="*/ 111185 w 222369"/>
                <a:gd name="connsiteY2" fmla="*/ 222163 h 222162"/>
                <a:gd name="connsiteX3" fmla="*/ 222370 w 222369"/>
                <a:gd name="connsiteY3" fmla="*/ 111081 h 222162"/>
                <a:gd name="connsiteX4" fmla="*/ 222370 w 222369"/>
                <a:gd name="connsiteY4" fmla="*/ 111081 h 222162"/>
                <a:gd name="connsiteX5" fmla="*/ 111185 w 222369"/>
                <a:gd name="connsiteY5" fmla="*/ 0 h 222162"/>
                <a:gd name="connsiteX6" fmla="*/ 173806 w 222369"/>
                <a:gd name="connsiteY6" fmla="*/ 164707 h 222162"/>
                <a:gd name="connsiteX7" fmla="*/ 173806 w 222369"/>
                <a:gd name="connsiteY7" fmla="*/ 173644 h 222162"/>
                <a:gd name="connsiteX8" fmla="*/ 173806 w 222369"/>
                <a:gd name="connsiteY8" fmla="*/ 173644 h 222162"/>
                <a:gd name="connsiteX9" fmla="*/ 169333 w 222369"/>
                <a:gd name="connsiteY9" fmla="*/ 175560 h 222162"/>
                <a:gd name="connsiteX10" fmla="*/ 164860 w 222369"/>
                <a:gd name="connsiteY10" fmla="*/ 173644 h 222162"/>
                <a:gd name="connsiteX11" fmla="*/ 110546 w 222369"/>
                <a:gd name="connsiteY11" fmla="*/ 120019 h 222162"/>
                <a:gd name="connsiteX12" fmla="*/ 56231 w 222369"/>
                <a:gd name="connsiteY12" fmla="*/ 173644 h 222162"/>
                <a:gd name="connsiteX13" fmla="*/ 47285 w 222369"/>
                <a:gd name="connsiteY13" fmla="*/ 173644 h 222162"/>
                <a:gd name="connsiteX14" fmla="*/ 47285 w 222369"/>
                <a:gd name="connsiteY14" fmla="*/ 164707 h 222162"/>
                <a:gd name="connsiteX15" fmla="*/ 101600 w 222369"/>
                <a:gd name="connsiteY15" fmla="*/ 111081 h 222162"/>
                <a:gd name="connsiteX16" fmla="*/ 47285 w 222369"/>
                <a:gd name="connsiteY16" fmla="*/ 57456 h 222162"/>
                <a:gd name="connsiteX17" fmla="*/ 47285 w 222369"/>
                <a:gd name="connsiteY17" fmla="*/ 48518 h 222162"/>
                <a:gd name="connsiteX18" fmla="*/ 56231 w 222369"/>
                <a:gd name="connsiteY18" fmla="*/ 48518 h 222162"/>
                <a:gd name="connsiteX19" fmla="*/ 110546 w 222369"/>
                <a:gd name="connsiteY19" fmla="*/ 102144 h 222162"/>
                <a:gd name="connsiteX20" fmla="*/ 164860 w 222369"/>
                <a:gd name="connsiteY20" fmla="*/ 48518 h 222162"/>
                <a:gd name="connsiteX21" fmla="*/ 173806 w 222369"/>
                <a:gd name="connsiteY21" fmla="*/ 48518 h 222162"/>
                <a:gd name="connsiteX22" fmla="*/ 173806 w 222369"/>
                <a:gd name="connsiteY22" fmla="*/ 57456 h 222162"/>
                <a:gd name="connsiteX23" fmla="*/ 119492 w 222369"/>
                <a:gd name="connsiteY23" fmla="*/ 111081 h 222162"/>
                <a:gd name="connsiteX24" fmla="*/ 173806 w 222369"/>
                <a:gd name="connsiteY24" fmla="*/ 164707 h 22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2369" h="222162">
                  <a:moveTo>
                    <a:pt x="111185" y="0"/>
                  </a:moveTo>
                  <a:cubicBezTo>
                    <a:pt x="49842" y="0"/>
                    <a:pt x="0" y="49795"/>
                    <a:pt x="0" y="111081"/>
                  </a:cubicBezTo>
                  <a:cubicBezTo>
                    <a:pt x="0" y="172368"/>
                    <a:pt x="49842" y="222163"/>
                    <a:pt x="111185" y="222163"/>
                  </a:cubicBezTo>
                  <a:cubicBezTo>
                    <a:pt x="172528" y="222163"/>
                    <a:pt x="222370" y="172368"/>
                    <a:pt x="222370" y="111081"/>
                  </a:cubicBezTo>
                  <a:lnTo>
                    <a:pt x="222370" y="111081"/>
                  </a:lnTo>
                  <a:cubicBezTo>
                    <a:pt x="221731" y="49795"/>
                    <a:pt x="172528" y="638"/>
                    <a:pt x="111185" y="0"/>
                  </a:cubicBezTo>
                  <a:close/>
                  <a:moveTo>
                    <a:pt x="173806" y="164707"/>
                  </a:moveTo>
                  <a:cubicBezTo>
                    <a:pt x="176362" y="167260"/>
                    <a:pt x="176362" y="171091"/>
                    <a:pt x="173806" y="173644"/>
                  </a:cubicBezTo>
                  <a:lnTo>
                    <a:pt x="173806" y="173644"/>
                  </a:lnTo>
                  <a:cubicBezTo>
                    <a:pt x="172528" y="174921"/>
                    <a:pt x="171250" y="175560"/>
                    <a:pt x="169333" y="175560"/>
                  </a:cubicBezTo>
                  <a:cubicBezTo>
                    <a:pt x="167416" y="175560"/>
                    <a:pt x="166138" y="174921"/>
                    <a:pt x="164860" y="173644"/>
                  </a:cubicBezTo>
                  <a:lnTo>
                    <a:pt x="110546" y="120019"/>
                  </a:lnTo>
                  <a:lnTo>
                    <a:pt x="56231" y="173644"/>
                  </a:lnTo>
                  <a:cubicBezTo>
                    <a:pt x="53675" y="176198"/>
                    <a:pt x="49842" y="176198"/>
                    <a:pt x="47285" y="173644"/>
                  </a:cubicBezTo>
                  <a:cubicBezTo>
                    <a:pt x="44730" y="171091"/>
                    <a:pt x="44730" y="167260"/>
                    <a:pt x="47285" y="164707"/>
                  </a:cubicBezTo>
                  <a:lnTo>
                    <a:pt x="101600" y="111081"/>
                  </a:lnTo>
                  <a:lnTo>
                    <a:pt x="47285" y="57456"/>
                  </a:lnTo>
                  <a:cubicBezTo>
                    <a:pt x="44730" y="54902"/>
                    <a:pt x="44730" y="51072"/>
                    <a:pt x="47285" y="48518"/>
                  </a:cubicBezTo>
                  <a:cubicBezTo>
                    <a:pt x="49842" y="45965"/>
                    <a:pt x="53675" y="45965"/>
                    <a:pt x="56231" y="48518"/>
                  </a:cubicBezTo>
                  <a:lnTo>
                    <a:pt x="110546" y="102144"/>
                  </a:lnTo>
                  <a:lnTo>
                    <a:pt x="164860" y="48518"/>
                  </a:lnTo>
                  <a:cubicBezTo>
                    <a:pt x="167416" y="45965"/>
                    <a:pt x="171250" y="45965"/>
                    <a:pt x="173806" y="48518"/>
                  </a:cubicBezTo>
                  <a:cubicBezTo>
                    <a:pt x="176362" y="51072"/>
                    <a:pt x="176362" y="54902"/>
                    <a:pt x="173806" y="57456"/>
                  </a:cubicBezTo>
                  <a:lnTo>
                    <a:pt x="119492" y="111081"/>
                  </a:lnTo>
                  <a:lnTo>
                    <a:pt x="173806" y="164707"/>
                  </a:lnTo>
                  <a:close/>
                </a:path>
              </a:pathLst>
            </a:custGeom>
            <a:solidFill>
              <a:srgbClr val="0076A8"/>
            </a:solidFill>
            <a:ln w="6390" cap="flat">
              <a:noFill/>
              <a:prstDash val="solid"/>
              <a:miter/>
            </a:ln>
          </p:spPr>
          <p:txBody>
            <a:bodyPr rtlCol="0" anchor="ctr"/>
            <a:lstStyle/>
            <a:p>
              <a:endParaRPr lang="en-US"/>
            </a:p>
          </p:txBody>
        </p:sp>
      </p:grpSp>
      <p:grpSp>
        <p:nvGrpSpPr>
          <p:cNvPr id="38" name="Graphic 4">
            <a:extLst>
              <a:ext uri="{FF2B5EF4-FFF2-40B4-BE49-F238E27FC236}">
                <a16:creationId xmlns:a16="http://schemas.microsoft.com/office/drawing/2014/main" id="{A4C9E8D6-B0C4-694C-B3A3-877311DA068B}"/>
              </a:ext>
            </a:extLst>
          </p:cNvPr>
          <p:cNvGrpSpPr/>
          <p:nvPr/>
        </p:nvGrpSpPr>
        <p:grpSpPr>
          <a:xfrm>
            <a:off x="467104" y="918179"/>
            <a:ext cx="362309" cy="361971"/>
            <a:chOff x="467104" y="918179"/>
            <a:chExt cx="362309" cy="361971"/>
          </a:xfrm>
          <a:solidFill>
            <a:srgbClr val="0076A8"/>
          </a:solidFill>
        </p:grpSpPr>
        <p:sp>
          <p:nvSpPr>
            <p:cNvPr id="39" name="Freeform 38">
              <a:extLst>
                <a:ext uri="{FF2B5EF4-FFF2-40B4-BE49-F238E27FC236}">
                  <a16:creationId xmlns:a16="http://schemas.microsoft.com/office/drawing/2014/main" id="{ABB2D923-9DCC-4945-AAAF-F6D74D0A6A07}"/>
                </a:ext>
              </a:extLst>
            </p:cNvPr>
            <p:cNvSpPr/>
            <p:nvPr/>
          </p:nvSpPr>
          <p:spPr>
            <a:xfrm>
              <a:off x="467104" y="918179"/>
              <a:ext cx="362309" cy="361971"/>
            </a:xfrm>
            <a:custGeom>
              <a:avLst/>
              <a:gdLst>
                <a:gd name="connsiteX0" fmla="*/ 181474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1474 w 362309"/>
                <a:gd name="connsiteY4" fmla="*/ 0 h 361971"/>
                <a:gd name="connsiteX5" fmla="*/ 181474 w 362309"/>
                <a:gd name="connsiteY5" fmla="*/ 0 h 361971"/>
                <a:gd name="connsiteX6" fmla="*/ 181474 w 362309"/>
                <a:gd name="connsiteY6" fmla="*/ 349204 h 361971"/>
                <a:gd name="connsiteX7" fmla="*/ 13419 w 362309"/>
                <a:gd name="connsiteY7" fmla="*/ 180667 h 361971"/>
                <a:gd name="connsiteX8" fmla="*/ 181474 w 362309"/>
                <a:gd name="connsiteY8" fmla="*/ 12768 h 361971"/>
                <a:gd name="connsiteX9" fmla="*/ 349530 w 362309"/>
                <a:gd name="connsiteY9" fmla="*/ 180667 h 361971"/>
                <a:gd name="connsiteX10" fmla="*/ 181474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1474" y="0"/>
                  </a:moveTo>
                  <a:cubicBezTo>
                    <a:pt x="81152" y="0"/>
                    <a:pt x="0" y="81077"/>
                    <a:pt x="0" y="181305"/>
                  </a:cubicBezTo>
                  <a:cubicBezTo>
                    <a:pt x="0" y="281534"/>
                    <a:pt x="81152" y="361972"/>
                    <a:pt x="181474" y="361972"/>
                  </a:cubicBezTo>
                  <a:cubicBezTo>
                    <a:pt x="281796" y="361972"/>
                    <a:pt x="362309" y="280895"/>
                    <a:pt x="362309" y="181305"/>
                  </a:cubicBezTo>
                  <a:cubicBezTo>
                    <a:pt x="362309" y="81077"/>
                    <a:pt x="281796" y="0"/>
                    <a:pt x="181474" y="0"/>
                  </a:cubicBezTo>
                  <a:lnTo>
                    <a:pt x="181474" y="0"/>
                  </a:lnTo>
                  <a:close/>
                  <a:moveTo>
                    <a:pt x="181474" y="349204"/>
                  </a:moveTo>
                  <a:cubicBezTo>
                    <a:pt x="88181" y="349204"/>
                    <a:pt x="13419" y="273873"/>
                    <a:pt x="13419" y="180667"/>
                  </a:cubicBezTo>
                  <a:cubicBezTo>
                    <a:pt x="13419" y="87461"/>
                    <a:pt x="88820" y="12768"/>
                    <a:pt x="181474" y="12768"/>
                  </a:cubicBezTo>
                  <a:cubicBezTo>
                    <a:pt x="274128" y="12768"/>
                    <a:pt x="349530" y="88099"/>
                    <a:pt x="349530" y="180667"/>
                  </a:cubicBezTo>
                  <a:cubicBezTo>
                    <a:pt x="349530" y="273873"/>
                    <a:pt x="274128" y="349204"/>
                    <a:pt x="181474" y="349204"/>
                  </a:cubicBezTo>
                  <a:close/>
                </a:path>
              </a:pathLst>
            </a:custGeom>
            <a:solidFill>
              <a:srgbClr val="0076A8"/>
            </a:solidFill>
            <a:ln w="6390"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FBA9E49C-1225-0642-81D3-8396A5501909}"/>
                </a:ext>
              </a:extLst>
            </p:cNvPr>
            <p:cNvSpPr/>
            <p:nvPr/>
          </p:nvSpPr>
          <p:spPr>
            <a:xfrm>
              <a:off x="601932" y="1014577"/>
              <a:ext cx="93293" cy="168537"/>
            </a:xfrm>
            <a:custGeom>
              <a:avLst/>
              <a:gdLst>
                <a:gd name="connsiteX0" fmla="*/ 91376 w 93293"/>
                <a:gd name="connsiteY0" fmla="*/ 1915 h 168537"/>
                <a:gd name="connsiteX1" fmla="*/ 82430 w 93293"/>
                <a:gd name="connsiteY1" fmla="*/ 1915 h 168537"/>
                <a:gd name="connsiteX2" fmla="*/ 1917 w 93293"/>
                <a:gd name="connsiteY2" fmla="*/ 79800 h 168537"/>
                <a:gd name="connsiteX3" fmla="*/ 1917 w 93293"/>
                <a:gd name="connsiteY3" fmla="*/ 88737 h 168537"/>
                <a:gd name="connsiteX4" fmla="*/ 1917 w 93293"/>
                <a:gd name="connsiteY4" fmla="*/ 88737 h 168537"/>
                <a:gd name="connsiteX5" fmla="*/ 82430 w 93293"/>
                <a:gd name="connsiteY5" fmla="*/ 166622 h 168537"/>
                <a:gd name="connsiteX6" fmla="*/ 86903 w 93293"/>
                <a:gd name="connsiteY6" fmla="*/ 168537 h 168537"/>
                <a:gd name="connsiteX7" fmla="*/ 93293 w 93293"/>
                <a:gd name="connsiteY7" fmla="*/ 162153 h 168537"/>
                <a:gd name="connsiteX8" fmla="*/ 91376 w 93293"/>
                <a:gd name="connsiteY8" fmla="*/ 157684 h 168537"/>
                <a:gd name="connsiteX9" fmla="*/ 15975 w 93293"/>
                <a:gd name="connsiteY9" fmla="*/ 84269 h 168537"/>
                <a:gd name="connsiteX10" fmla="*/ 91376 w 93293"/>
                <a:gd name="connsiteY10" fmla="*/ 10853 h 168537"/>
                <a:gd name="connsiteX11" fmla="*/ 91376 w 93293"/>
                <a:gd name="connsiteY11" fmla="*/ 1915 h 168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293" h="168537">
                  <a:moveTo>
                    <a:pt x="91376" y="1915"/>
                  </a:moveTo>
                  <a:cubicBezTo>
                    <a:pt x="88820" y="-638"/>
                    <a:pt x="84986" y="-638"/>
                    <a:pt x="82430" y="1915"/>
                  </a:cubicBezTo>
                  <a:lnTo>
                    <a:pt x="1917" y="79800"/>
                  </a:lnTo>
                  <a:cubicBezTo>
                    <a:pt x="-639" y="82353"/>
                    <a:pt x="-639" y="86184"/>
                    <a:pt x="1917" y="88737"/>
                  </a:cubicBezTo>
                  <a:lnTo>
                    <a:pt x="1917" y="88737"/>
                  </a:lnTo>
                  <a:lnTo>
                    <a:pt x="82430" y="166622"/>
                  </a:lnTo>
                  <a:cubicBezTo>
                    <a:pt x="83708" y="167899"/>
                    <a:pt x="84986" y="168537"/>
                    <a:pt x="86903" y="168537"/>
                  </a:cubicBezTo>
                  <a:cubicBezTo>
                    <a:pt x="90737" y="168537"/>
                    <a:pt x="93293" y="165345"/>
                    <a:pt x="93293" y="162153"/>
                  </a:cubicBezTo>
                  <a:cubicBezTo>
                    <a:pt x="93293" y="160238"/>
                    <a:pt x="92654" y="158961"/>
                    <a:pt x="91376" y="157684"/>
                  </a:cubicBezTo>
                  <a:lnTo>
                    <a:pt x="15975" y="84269"/>
                  </a:lnTo>
                  <a:lnTo>
                    <a:pt x="91376" y="10853"/>
                  </a:lnTo>
                  <a:cubicBezTo>
                    <a:pt x="93932" y="8938"/>
                    <a:pt x="93932" y="4469"/>
                    <a:pt x="91376" y="1915"/>
                  </a:cubicBezTo>
                  <a:close/>
                </a:path>
              </a:pathLst>
            </a:custGeom>
            <a:solidFill>
              <a:srgbClr val="0076A8"/>
            </a:solidFill>
            <a:ln w="6390" cap="flat">
              <a:noFill/>
              <a:prstDash val="solid"/>
              <a:miter/>
            </a:ln>
          </p:spPr>
          <p:txBody>
            <a:bodyPr rtlCol="0" anchor="ctr"/>
            <a:lstStyle/>
            <a:p>
              <a:endParaRPr lang="en-US"/>
            </a:p>
          </p:txBody>
        </p:sp>
      </p:grpSp>
      <p:grpSp>
        <p:nvGrpSpPr>
          <p:cNvPr id="41" name="Graphic 4">
            <a:extLst>
              <a:ext uri="{FF2B5EF4-FFF2-40B4-BE49-F238E27FC236}">
                <a16:creationId xmlns:a16="http://schemas.microsoft.com/office/drawing/2014/main" id="{E858FB60-62BD-C843-9FF1-3121A3FB43AD}"/>
              </a:ext>
            </a:extLst>
          </p:cNvPr>
          <p:cNvGrpSpPr/>
          <p:nvPr/>
        </p:nvGrpSpPr>
        <p:grpSpPr>
          <a:xfrm>
            <a:off x="1515054" y="4308712"/>
            <a:ext cx="362309" cy="361971"/>
            <a:chOff x="1515054" y="4308712"/>
            <a:chExt cx="362309" cy="361971"/>
          </a:xfrm>
          <a:solidFill>
            <a:srgbClr val="0076A8"/>
          </a:solidFill>
        </p:grpSpPr>
        <p:sp>
          <p:nvSpPr>
            <p:cNvPr id="42" name="Freeform 41">
              <a:extLst>
                <a:ext uri="{FF2B5EF4-FFF2-40B4-BE49-F238E27FC236}">
                  <a16:creationId xmlns:a16="http://schemas.microsoft.com/office/drawing/2014/main" id="{E5786BFE-3029-DD49-B117-9F74C4C1F4CE}"/>
                </a:ext>
              </a:extLst>
            </p:cNvPr>
            <p:cNvSpPr/>
            <p:nvPr/>
          </p:nvSpPr>
          <p:spPr>
            <a:xfrm>
              <a:off x="1515054" y="4308712"/>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0 h 361971"/>
                <a:gd name="connsiteX7" fmla="*/ 180835 w 362309"/>
                <a:gd name="connsiteY7" fmla="*/ 349204 h 361971"/>
                <a:gd name="connsiteX8" fmla="*/ 12780 w 362309"/>
                <a:gd name="connsiteY8" fmla="*/ 180667 h 361971"/>
                <a:gd name="connsiteX9" fmla="*/ 180835 w 362309"/>
                <a:gd name="connsiteY9" fmla="*/ 12768 h 361971"/>
                <a:gd name="connsiteX10" fmla="*/ 349529 w 362309"/>
                <a:gd name="connsiteY10" fmla="*/ 181305 h 361971"/>
                <a:gd name="connsiteX11" fmla="*/ 349529 w 362309"/>
                <a:gd name="connsiteY11" fmla="*/ 181305 h 361971"/>
                <a:gd name="connsiteX12" fmla="*/ 180835 w 362309"/>
                <a:gd name="connsiteY12" fmla="*/ 349204 h 361971"/>
                <a:gd name="connsiteX13" fmla="*/ 180835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1157" y="0"/>
                    <a:pt x="180835" y="0"/>
                  </a:cubicBezTo>
                  <a:lnTo>
                    <a:pt x="180835" y="0"/>
                  </a:lnTo>
                  <a:close/>
                  <a:moveTo>
                    <a:pt x="180835" y="349204"/>
                  </a:moveTo>
                  <a:cubicBezTo>
                    <a:pt x="87542" y="349204"/>
                    <a:pt x="12780" y="273873"/>
                    <a:pt x="12780" y="180667"/>
                  </a:cubicBezTo>
                  <a:cubicBezTo>
                    <a:pt x="12780" y="87461"/>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0076A8"/>
            </a:solidFill>
            <a:ln w="6390" cap="flat">
              <a:noFill/>
              <a:prstDash val="solid"/>
              <a:miter/>
            </a:ln>
          </p:spPr>
          <p:txBody>
            <a:bodyPr rtlCol="0" anchor="ctr"/>
            <a:lstStyle/>
            <a:p>
              <a:endParaRPr lang="en-US"/>
            </a:p>
          </p:txBody>
        </p:sp>
        <p:sp>
          <p:nvSpPr>
            <p:cNvPr id="43" name="Freeform 42">
              <a:extLst>
                <a:ext uri="{FF2B5EF4-FFF2-40B4-BE49-F238E27FC236}">
                  <a16:creationId xmlns:a16="http://schemas.microsoft.com/office/drawing/2014/main" id="{19842663-ADB8-6B44-9CCD-EAA4F7FA88D3}"/>
                </a:ext>
              </a:extLst>
            </p:cNvPr>
            <p:cNvSpPr/>
            <p:nvPr/>
          </p:nvSpPr>
          <p:spPr>
            <a:xfrm>
              <a:off x="1606015" y="4394895"/>
              <a:ext cx="179971" cy="188741"/>
            </a:xfrm>
            <a:custGeom>
              <a:avLst/>
              <a:gdLst>
                <a:gd name="connsiteX0" fmla="*/ 173582 w 179971"/>
                <a:gd name="connsiteY0" fmla="*/ 93206 h 188741"/>
                <a:gd name="connsiteX1" fmla="*/ 167192 w 179971"/>
                <a:gd name="connsiteY1" fmla="*/ 99590 h 188741"/>
                <a:gd name="connsiteX2" fmla="*/ 89874 w 179971"/>
                <a:gd name="connsiteY2" fmla="*/ 176836 h 188741"/>
                <a:gd name="connsiteX3" fmla="*/ 12556 w 179971"/>
                <a:gd name="connsiteY3" fmla="*/ 99590 h 188741"/>
                <a:gd name="connsiteX4" fmla="*/ 89874 w 179971"/>
                <a:gd name="connsiteY4" fmla="*/ 22344 h 188741"/>
                <a:gd name="connsiteX5" fmla="*/ 136520 w 179971"/>
                <a:gd name="connsiteY5" fmla="*/ 37666 h 188741"/>
                <a:gd name="connsiteX6" fmla="*/ 109044 w 179971"/>
                <a:gd name="connsiteY6" fmla="*/ 37666 h 188741"/>
                <a:gd name="connsiteX7" fmla="*/ 102654 w 179971"/>
                <a:gd name="connsiteY7" fmla="*/ 44050 h 188741"/>
                <a:gd name="connsiteX8" fmla="*/ 109044 w 179971"/>
                <a:gd name="connsiteY8" fmla="*/ 50434 h 188741"/>
                <a:gd name="connsiteX9" fmla="*/ 148022 w 179971"/>
                <a:gd name="connsiteY9" fmla="*/ 50434 h 188741"/>
                <a:gd name="connsiteX10" fmla="*/ 154412 w 179971"/>
                <a:gd name="connsiteY10" fmla="*/ 44050 h 188741"/>
                <a:gd name="connsiteX11" fmla="*/ 154412 w 179971"/>
                <a:gd name="connsiteY11" fmla="*/ 6384 h 188741"/>
                <a:gd name="connsiteX12" fmla="*/ 148022 w 179971"/>
                <a:gd name="connsiteY12" fmla="*/ 0 h 188741"/>
                <a:gd name="connsiteX13" fmla="*/ 141632 w 179971"/>
                <a:gd name="connsiteY13" fmla="*/ 6384 h 188741"/>
                <a:gd name="connsiteX14" fmla="*/ 141632 w 179971"/>
                <a:gd name="connsiteY14" fmla="*/ 25536 h 188741"/>
                <a:gd name="connsiteX15" fmla="*/ 16389 w 179971"/>
                <a:gd name="connsiteY15" fmla="*/ 47242 h 188741"/>
                <a:gd name="connsiteX16" fmla="*/ 38115 w 179971"/>
                <a:gd name="connsiteY16" fmla="*/ 172368 h 188741"/>
                <a:gd name="connsiteX17" fmla="*/ 163358 w 179971"/>
                <a:gd name="connsiteY17" fmla="*/ 150662 h 188741"/>
                <a:gd name="connsiteX18" fmla="*/ 179972 w 179971"/>
                <a:gd name="connsiteY18" fmla="*/ 98952 h 188741"/>
                <a:gd name="connsiteX19" fmla="*/ 173582 w 179971"/>
                <a:gd name="connsiteY19" fmla="*/ 93206 h 18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9971" h="188741">
                  <a:moveTo>
                    <a:pt x="173582" y="93206"/>
                  </a:moveTo>
                  <a:cubicBezTo>
                    <a:pt x="169748" y="93206"/>
                    <a:pt x="167192" y="95760"/>
                    <a:pt x="167192" y="99590"/>
                  </a:cubicBezTo>
                  <a:cubicBezTo>
                    <a:pt x="167192" y="142363"/>
                    <a:pt x="132686" y="176836"/>
                    <a:pt x="89874" y="176836"/>
                  </a:cubicBezTo>
                  <a:cubicBezTo>
                    <a:pt x="47061" y="176836"/>
                    <a:pt x="12556" y="142363"/>
                    <a:pt x="12556" y="99590"/>
                  </a:cubicBezTo>
                  <a:cubicBezTo>
                    <a:pt x="12556" y="56818"/>
                    <a:pt x="47061" y="22344"/>
                    <a:pt x="89874" y="22344"/>
                  </a:cubicBezTo>
                  <a:cubicBezTo>
                    <a:pt x="106488" y="22344"/>
                    <a:pt x="123102" y="27451"/>
                    <a:pt x="136520" y="37666"/>
                  </a:cubicBezTo>
                  <a:lnTo>
                    <a:pt x="109044" y="37666"/>
                  </a:lnTo>
                  <a:cubicBezTo>
                    <a:pt x="105210" y="37666"/>
                    <a:pt x="102654" y="40219"/>
                    <a:pt x="102654" y="44050"/>
                  </a:cubicBezTo>
                  <a:cubicBezTo>
                    <a:pt x="102654" y="47880"/>
                    <a:pt x="105210" y="50434"/>
                    <a:pt x="109044" y="50434"/>
                  </a:cubicBezTo>
                  <a:lnTo>
                    <a:pt x="148022" y="50434"/>
                  </a:lnTo>
                  <a:cubicBezTo>
                    <a:pt x="151856" y="50434"/>
                    <a:pt x="154412" y="47880"/>
                    <a:pt x="154412" y="44050"/>
                  </a:cubicBezTo>
                  <a:lnTo>
                    <a:pt x="154412" y="6384"/>
                  </a:lnTo>
                  <a:cubicBezTo>
                    <a:pt x="154412" y="2554"/>
                    <a:pt x="151856" y="0"/>
                    <a:pt x="148022" y="0"/>
                  </a:cubicBezTo>
                  <a:cubicBezTo>
                    <a:pt x="144188" y="0"/>
                    <a:pt x="141632" y="2554"/>
                    <a:pt x="141632" y="6384"/>
                  </a:cubicBezTo>
                  <a:lnTo>
                    <a:pt x="141632" y="25536"/>
                  </a:lnTo>
                  <a:cubicBezTo>
                    <a:pt x="100737" y="-3192"/>
                    <a:pt x="44505" y="7023"/>
                    <a:pt x="16389" y="47242"/>
                  </a:cubicBezTo>
                  <a:cubicBezTo>
                    <a:pt x="-12365" y="88099"/>
                    <a:pt x="-2141" y="144278"/>
                    <a:pt x="38115" y="172368"/>
                  </a:cubicBezTo>
                  <a:cubicBezTo>
                    <a:pt x="79011" y="201095"/>
                    <a:pt x="135242" y="190881"/>
                    <a:pt x="163358" y="150662"/>
                  </a:cubicBezTo>
                  <a:cubicBezTo>
                    <a:pt x="174221" y="135341"/>
                    <a:pt x="179972" y="117465"/>
                    <a:pt x="179972" y="98952"/>
                  </a:cubicBezTo>
                  <a:cubicBezTo>
                    <a:pt x="179333" y="95760"/>
                    <a:pt x="176777" y="93206"/>
                    <a:pt x="173582" y="93206"/>
                  </a:cubicBezTo>
                  <a:close/>
                </a:path>
              </a:pathLst>
            </a:custGeom>
            <a:solidFill>
              <a:srgbClr val="0076A8"/>
            </a:solidFill>
            <a:ln w="6390" cap="flat">
              <a:noFill/>
              <a:prstDash val="solid"/>
              <a:miter/>
            </a:ln>
          </p:spPr>
          <p:txBody>
            <a:bodyPr rtlCol="0" anchor="ctr"/>
            <a:lstStyle/>
            <a:p>
              <a:endParaRPr lang="en-US"/>
            </a:p>
          </p:txBody>
        </p:sp>
      </p:grpSp>
      <p:grpSp>
        <p:nvGrpSpPr>
          <p:cNvPr id="44" name="Graphic 4">
            <a:extLst>
              <a:ext uri="{FF2B5EF4-FFF2-40B4-BE49-F238E27FC236}">
                <a16:creationId xmlns:a16="http://schemas.microsoft.com/office/drawing/2014/main" id="{0E27E92C-95F4-B84E-A9F9-09CBFDA54D4F}"/>
              </a:ext>
            </a:extLst>
          </p:cNvPr>
          <p:cNvGrpSpPr/>
          <p:nvPr/>
        </p:nvGrpSpPr>
        <p:grpSpPr>
          <a:xfrm>
            <a:off x="2560447" y="4308712"/>
            <a:ext cx="362309" cy="361971"/>
            <a:chOff x="2560447" y="4308712"/>
            <a:chExt cx="362309" cy="361971"/>
          </a:xfrm>
          <a:solidFill>
            <a:srgbClr val="0076A8"/>
          </a:solidFill>
        </p:grpSpPr>
        <p:sp>
          <p:nvSpPr>
            <p:cNvPr id="45" name="Freeform 44">
              <a:extLst>
                <a:ext uri="{FF2B5EF4-FFF2-40B4-BE49-F238E27FC236}">
                  <a16:creationId xmlns:a16="http://schemas.microsoft.com/office/drawing/2014/main" id="{DDF6F978-13F1-4F4A-8B5F-EE632B615AC3}"/>
                </a:ext>
              </a:extLst>
            </p:cNvPr>
            <p:cNvSpPr/>
            <p:nvPr/>
          </p:nvSpPr>
          <p:spPr>
            <a:xfrm>
              <a:off x="2560447" y="430871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181474 w 362309"/>
                <a:gd name="connsiteY7" fmla="*/ 349204 h 361971"/>
                <a:gd name="connsiteX8" fmla="*/ 12780 w 362309"/>
                <a:gd name="connsiteY8" fmla="*/ 181305 h 361971"/>
                <a:gd name="connsiteX9" fmla="*/ 180835 w 362309"/>
                <a:gd name="connsiteY9" fmla="*/ 12768 h 361971"/>
                <a:gd name="connsiteX10" fmla="*/ 349529 w 362309"/>
                <a:gd name="connsiteY10" fmla="*/ 180667 h 361971"/>
                <a:gd name="connsiteX11" fmla="*/ 349529 w 362309"/>
                <a:gd name="connsiteY11" fmla="*/ 180667 h 361971"/>
                <a:gd name="connsiteX12" fmla="*/ 181474 w 362309"/>
                <a:gd name="connsiteY12" fmla="*/ 349204 h 361971"/>
                <a:gd name="connsiteX13" fmla="*/ 181474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lnTo>
                    <a:pt x="362309" y="181305"/>
                  </a:lnTo>
                  <a:cubicBezTo>
                    <a:pt x="362309" y="81077"/>
                    <a:pt x="281157" y="0"/>
                    <a:pt x="181474" y="0"/>
                  </a:cubicBezTo>
                  <a:lnTo>
                    <a:pt x="181474" y="0"/>
                  </a:ln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lnTo>
                    <a:pt x="349529" y="180667"/>
                  </a:lnTo>
                  <a:cubicBezTo>
                    <a:pt x="349529" y="273873"/>
                    <a:pt x="274128" y="349204"/>
                    <a:pt x="181474" y="349204"/>
                  </a:cubicBezTo>
                  <a:lnTo>
                    <a:pt x="181474" y="349204"/>
                  </a:lnTo>
                  <a:close/>
                </a:path>
              </a:pathLst>
            </a:custGeom>
            <a:solidFill>
              <a:srgbClr val="0076A8"/>
            </a:solidFill>
            <a:ln w="6390" cap="flat">
              <a:noFill/>
              <a:prstDash val="solid"/>
              <a:miter/>
            </a:ln>
          </p:spPr>
          <p:txBody>
            <a:bodyPr rtlCol="0" anchor="ctr"/>
            <a:lstStyle/>
            <a:p>
              <a:endParaRPr lang="en-US"/>
            </a:p>
          </p:txBody>
        </p:sp>
        <p:sp>
          <p:nvSpPr>
            <p:cNvPr id="46" name="Freeform 45">
              <a:extLst>
                <a:ext uri="{FF2B5EF4-FFF2-40B4-BE49-F238E27FC236}">
                  <a16:creationId xmlns:a16="http://schemas.microsoft.com/office/drawing/2014/main" id="{5514FECC-B843-A941-B85E-EC30777BEA9E}"/>
                </a:ext>
              </a:extLst>
            </p:cNvPr>
            <p:cNvSpPr/>
            <p:nvPr/>
          </p:nvSpPr>
          <p:spPr>
            <a:xfrm>
              <a:off x="2658852" y="4371275"/>
              <a:ext cx="152719" cy="236207"/>
            </a:xfrm>
            <a:custGeom>
              <a:avLst/>
              <a:gdLst>
                <a:gd name="connsiteX0" fmla="*/ 146330 w 152719"/>
                <a:gd name="connsiteY0" fmla="*/ 0 h 236207"/>
                <a:gd name="connsiteX1" fmla="*/ 139940 w 152719"/>
                <a:gd name="connsiteY1" fmla="*/ 6384 h 236207"/>
                <a:gd name="connsiteX2" fmla="*/ 139940 w 152719"/>
                <a:gd name="connsiteY2" fmla="*/ 163430 h 236207"/>
                <a:gd name="connsiteX3" fmla="*/ 22365 w 152719"/>
                <a:gd name="connsiteY3" fmla="*/ 163430 h 236207"/>
                <a:gd name="connsiteX4" fmla="*/ 69011 w 152719"/>
                <a:gd name="connsiteY4" fmla="*/ 116827 h 236207"/>
                <a:gd name="connsiteX5" fmla="*/ 69011 w 152719"/>
                <a:gd name="connsiteY5" fmla="*/ 107889 h 236207"/>
                <a:gd name="connsiteX6" fmla="*/ 60065 w 152719"/>
                <a:gd name="connsiteY6" fmla="*/ 107889 h 236207"/>
                <a:gd name="connsiteX7" fmla="*/ 60065 w 152719"/>
                <a:gd name="connsiteY7" fmla="*/ 107889 h 236207"/>
                <a:gd name="connsiteX8" fmla="*/ 1917 w 152719"/>
                <a:gd name="connsiteY8" fmla="*/ 165984 h 236207"/>
                <a:gd name="connsiteX9" fmla="*/ 1917 w 152719"/>
                <a:gd name="connsiteY9" fmla="*/ 174921 h 236207"/>
                <a:gd name="connsiteX10" fmla="*/ 58787 w 152719"/>
                <a:gd name="connsiteY10" fmla="*/ 234292 h 236207"/>
                <a:gd name="connsiteX11" fmla="*/ 63260 w 152719"/>
                <a:gd name="connsiteY11" fmla="*/ 236207 h 236207"/>
                <a:gd name="connsiteX12" fmla="*/ 67733 w 152719"/>
                <a:gd name="connsiteY12" fmla="*/ 234292 h 236207"/>
                <a:gd name="connsiteX13" fmla="*/ 67733 w 152719"/>
                <a:gd name="connsiteY13" fmla="*/ 225355 h 236207"/>
                <a:gd name="connsiteX14" fmla="*/ 67733 w 152719"/>
                <a:gd name="connsiteY14" fmla="*/ 225355 h 236207"/>
                <a:gd name="connsiteX15" fmla="*/ 20448 w 152719"/>
                <a:gd name="connsiteY15" fmla="*/ 176198 h 236207"/>
                <a:gd name="connsiteX16" fmla="*/ 146330 w 152719"/>
                <a:gd name="connsiteY16" fmla="*/ 176198 h 236207"/>
                <a:gd name="connsiteX17" fmla="*/ 152720 w 152719"/>
                <a:gd name="connsiteY17" fmla="*/ 169814 h 236207"/>
                <a:gd name="connsiteX18" fmla="*/ 152720 w 152719"/>
                <a:gd name="connsiteY18" fmla="*/ 6384 h 236207"/>
                <a:gd name="connsiteX19" fmla="*/ 146330 w 152719"/>
                <a:gd name="connsiteY19" fmla="*/ 0 h 23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2719" h="236207">
                  <a:moveTo>
                    <a:pt x="146330" y="0"/>
                  </a:moveTo>
                  <a:cubicBezTo>
                    <a:pt x="142496" y="0"/>
                    <a:pt x="139940" y="2554"/>
                    <a:pt x="139940" y="6384"/>
                  </a:cubicBezTo>
                  <a:lnTo>
                    <a:pt x="139940" y="163430"/>
                  </a:lnTo>
                  <a:lnTo>
                    <a:pt x="22365" y="163430"/>
                  </a:lnTo>
                  <a:lnTo>
                    <a:pt x="69011" y="116827"/>
                  </a:lnTo>
                  <a:cubicBezTo>
                    <a:pt x="71567" y="114273"/>
                    <a:pt x="71567" y="110443"/>
                    <a:pt x="69011" y="107889"/>
                  </a:cubicBezTo>
                  <a:cubicBezTo>
                    <a:pt x="66455" y="105336"/>
                    <a:pt x="62621" y="105336"/>
                    <a:pt x="60065" y="107889"/>
                  </a:cubicBezTo>
                  <a:lnTo>
                    <a:pt x="60065" y="107889"/>
                  </a:lnTo>
                  <a:lnTo>
                    <a:pt x="1917" y="165984"/>
                  </a:lnTo>
                  <a:cubicBezTo>
                    <a:pt x="-639" y="168537"/>
                    <a:pt x="-639" y="172368"/>
                    <a:pt x="1917" y="174921"/>
                  </a:cubicBezTo>
                  <a:lnTo>
                    <a:pt x="58787" y="234292"/>
                  </a:lnTo>
                  <a:cubicBezTo>
                    <a:pt x="60065" y="235569"/>
                    <a:pt x="61982" y="236207"/>
                    <a:pt x="63260" y="236207"/>
                  </a:cubicBezTo>
                  <a:cubicBezTo>
                    <a:pt x="65177" y="236207"/>
                    <a:pt x="66455" y="235569"/>
                    <a:pt x="67733" y="234292"/>
                  </a:cubicBezTo>
                  <a:cubicBezTo>
                    <a:pt x="70289" y="231739"/>
                    <a:pt x="70289" y="227908"/>
                    <a:pt x="67733" y="225355"/>
                  </a:cubicBezTo>
                  <a:lnTo>
                    <a:pt x="67733" y="225355"/>
                  </a:lnTo>
                  <a:lnTo>
                    <a:pt x="20448" y="176198"/>
                  </a:lnTo>
                  <a:lnTo>
                    <a:pt x="146330" y="176198"/>
                  </a:lnTo>
                  <a:cubicBezTo>
                    <a:pt x="150164" y="176198"/>
                    <a:pt x="152720" y="173644"/>
                    <a:pt x="152720" y="169814"/>
                  </a:cubicBezTo>
                  <a:lnTo>
                    <a:pt x="152720" y="6384"/>
                  </a:lnTo>
                  <a:cubicBezTo>
                    <a:pt x="152720" y="3192"/>
                    <a:pt x="150164" y="0"/>
                    <a:pt x="146330" y="0"/>
                  </a:cubicBezTo>
                  <a:close/>
                </a:path>
              </a:pathLst>
            </a:custGeom>
            <a:solidFill>
              <a:srgbClr val="0076A8"/>
            </a:solidFill>
            <a:ln w="6390" cap="flat">
              <a:noFill/>
              <a:prstDash val="solid"/>
              <a:miter/>
            </a:ln>
          </p:spPr>
          <p:txBody>
            <a:bodyPr rtlCol="0" anchor="ctr"/>
            <a:lstStyle/>
            <a:p>
              <a:endParaRPr lang="en-US"/>
            </a:p>
          </p:txBody>
        </p:sp>
      </p:grpSp>
      <p:grpSp>
        <p:nvGrpSpPr>
          <p:cNvPr id="50" name="Graphic 4">
            <a:extLst>
              <a:ext uri="{FF2B5EF4-FFF2-40B4-BE49-F238E27FC236}">
                <a16:creationId xmlns:a16="http://schemas.microsoft.com/office/drawing/2014/main" id="{AD36DB31-15BF-7C40-929F-39BD5FB2D3A5}"/>
              </a:ext>
            </a:extLst>
          </p:cNvPr>
          <p:cNvGrpSpPr/>
          <p:nvPr/>
        </p:nvGrpSpPr>
        <p:grpSpPr>
          <a:xfrm>
            <a:off x="1515054" y="1402723"/>
            <a:ext cx="362309" cy="361971"/>
            <a:chOff x="1515054" y="1402723"/>
            <a:chExt cx="362309" cy="361971"/>
          </a:xfrm>
          <a:solidFill>
            <a:srgbClr val="0076A8"/>
          </a:solidFill>
        </p:grpSpPr>
        <p:sp>
          <p:nvSpPr>
            <p:cNvPr id="51" name="Freeform 50">
              <a:extLst>
                <a:ext uri="{FF2B5EF4-FFF2-40B4-BE49-F238E27FC236}">
                  <a16:creationId xmlns:a16="http://schemas.microsoft.com/office/drawing/2014/main" id="{2902C0E8-44BD-5449-A4F1-4F5F6D47EB4D}"/>
                </a:ext>
              </a:extLst>
            </p:cNvPr>
            <p:cNvSpPr/>
            <p:nvPr/>
          </p:nvSpPr>
          <p:spPr>
            <a:xfrm>
              <a:off x="1515054" y="1402723"/>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362309 w 362309"/>
                <a:gd name="connsiteY4" fmla="*/ 181305 h 361971"/>
                <a:gd name="connsiteX5" fmla="*/ 180835 w 362309"/>
                <a:gd name="connsiteY5" fmla="*/ 0 h 361971"/>
                <a:gd name="connsiteX6" fmla="*/ 180835 w 362309"/>
                <a:gd name="connsiteY6" fmla="*/ 0 h 361971"/>
                <a:gd name="connsiteX7" fmla="*/ 180835 w 362309"/>
                <a:gd name="connsiteY7" fmla="*/ 348565 h 361971"/>
                <a:gd name="connsiteX8" fmla="*/ 12780 w 362309"/>
                <a:gd name="connsiteY8" fmla="*/ 180028 h 361971"/>
                <a:gd name="connsiteX9" fmla="*/ 180835 w 362309"/>
                <a:gd name="connsiteY9" fmla="*/ 12130 h 361971"/>
                <a:gd name="connsiteX10" fmla="*/ 349529 w 362309"/>
                <a:gd name="connsiteY10" fmla="*/ 180028 h 361971"/>
                <a:gd name="connsiteX11" fmla="*/ 180835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lnTo>
                    <a:pt x="362309" y="181305"/>
                  </a:lnTo>
                  <a:cubicBezTo>
                    <a:pt x="361670" y="80438"/>
                    <a:pt x="281157" y="0"/>
                    <a:pt x="180835" y="0"/>
                  </a:cubicBezTo>
                  <a:lnTo>
                    <a:pt x="180835" y="0"/>
                  </a:lnTo>
                  <a:close/>
                  <a:moveTo>
                    <a:pt x="180835" y="348565"/>
                  </a:moveTo>
                  <a:cubicBezTo>
                    <a:pt x="87542" y="348565"/>
                    <a:pt x="12780" y="273234"/>
                    <a:pt x="12780" y="180028"/>
                  </a:cubicBezTo>
                  <a:cubicBezTo>
                    <a:pt x="12780" y="86822"/>
                    <a:pt x="88181" y="12130"/>
                    <a:pt x="180835" y="12130"/>
                  </a:cubicBezTo>
                  <a:cubicBezTo>
                    <a:pt x="274128" y="12130"/>
                    <a:pt x="349529" y="87461"/>
                    <a:pt x="349529" y="180028"/>
                  </a:cubicBezTo>
                  <a:cubicBezTo>
                    <a:pt x="348891" y="273234"/>
                    <a:pt x="273489" y="348565"/>
                    <a:pt x="180835" y="348565"/>
                  </a:cubicBezTo>
                  <a:close/>
                </a:path>
              </a:pathLst>
            </a:custGeom>
            <a:solidFill>
              <a:srgbClr val="0076A8"/>
            </a:solidFill>
            <a:ln w="6390" cap="flat">
              <a:noFill/>
              <a:prstDash val="solid"/>
              <a:miter/>
            </a:ln>
          </p:spPr>
          <p:txBody>
            <a:bodyPr rtlCol="0" anchor="ctr"/>
            <a:lstStyle/>
            <a:p>
              <a:endParaRPr lang="en-US"/>
            </a:p>
          </p:txBody>
        </p:sp>
        <p:sp>
          <p:nvSpPr>
            <p:cNvPr id="52" name="Freeform 51">
              <a:extLst>
                <a:ext uri="{FF2B5EF4-FFF2-40B4-BE49-F238E27FC236}">
                  <a16:creationId xmlns:a16="http://schemas.microsoft.com/office/drawing/2014/main" id="{18A51BF3-DDD1-0442-8882-7A3943FC61BD}"/>
                </a:ext>
              </a:extLst>
            </p:cNvPr>
            <p:cNvSpPr/>
            <p:nvPr/>
          </p:nvSpPr>
          <p:spPr>
            <a:xfrm>
              <a:off x="1611542" y="1536787"/>
              <a:ext cx="168694" cy="93206"/>
            </a:xfrm>
            <a:custGeom>
              <a:avLst/>
              <a:gdLst>
                <a:gd name="connsiteX0" fmla="*/ 157831 w 168694"/>
                <a:gd name="connsiteY0" fmla="*/ 1915 h 93206"/>
                <a:gd name="connsiteX1" fmla="*/ 84347 w 168694"/>
                <a:gd name="connsiteY1" fmla="*/ 77885 h 93206"/>
                <a:gd name="connsiteX2" fmla="*/ 10863 w 168694"/>
                <a:gd name="connsiteY2" fmla="*/ 1915 h 93206"/>
                <a:gd name="connsiteX3" fmla="*/ 1917 w 168694"/>
                <a:gd name="connsiteY3" fmla="*/ 1915 h 93206"/>
                <a:gd name="connsiteX4" fmla="*/ 1917 w 168694"/>
                <a:gd name="connsiteY4" fmla="*/ 10853 h 93206"/>
                <a:gd name="connsiteX5" fmla="*/ 79874 w 168694"/>
                <a:gd name="connsiteY5" fmla="*/ 91291 h 93206"/>
                <a:gd name="connsiteX6" fmla="*/ 88820 w 168694"/>
                <a:gd name="connsiteY6" fmla="*/ 91291 h 93206"/>
                <a:gd name="connsiteX7" fmla="*/ 88820 w 168694"/>
                <a:gd name="connsiteY7" fmla="*/ 91291 h 93206"/>
                <a:gd name="connsiteX8" fmla="*/ 166777 w 168694"/>
                <a:gd name="connsiteY8" fmla="*/ 10853 h 93206"/>
                <a:gd name="connsiteX9" fmla="*/ 166777 w 168694"/>
                <a:gd name="connsiteY9" fmla="*/ 1915 h 93206"/>
                <a:gd name="connsiteX10" fmla="*/ 157831 w 168694"/>
                <a:gd name="connsiteY10" fmla="*/ 1915 h 93206"/>
                <a:gd name="connsiteX11" fmla="*/ 157831 w 168694"/>
                <a:gd name="connsiteY11" fmla="*/ 1915 h 93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8694" h="93206">
                  <a:moveTo>
                    <a:pt x="157831" y="1915"/>
                  </a:moveTo>
                  <a:lnTo>
                    <a:pt x="84347" y="77885"/>
                  </a:lnTo>
                  <a:lnTo>
                    <a:pt x="10863" y="1915"/>
                  </a:lnTo>
                  <a:cubicBezTo>
                    <a:pt x="8307" y="-638"/>
                    <a:pt x="4473" y="-638"/>
                    <a:pt x="1917" y="1915"/>
                  </a:cubicBezTo>
                  <a:cubicBezTo>
                    <a:pt x="-639" y="4469"/>
                    <a:pt x="-639" y="8299"/>
                    <a:pt x="1917" y="10853"/>
                  </a:cubicBezTo>
                  <a:lnTo>
                    <a:pt x="79874" y="91291"/>
                  </a:lnTo>
                  <a:cubicBezTo>
                    <a:pt x="82430" y="93845"/>
                    <a:pt x="86264" y="93845"/>
                    <a:pt x="88820" y="91291"/>
                  </a:cubicBezTo>
                  <a:lnTo>
                    <a:pt x="88820" y="91291"/>
                  </a:lnTo>
                  <a:lnTo>
                    <a:pt x="166777" y="10853"/>
                  </a:lnTo>
                  <a:cubicBezTo>
                    <a:pt x="169333" y="8299"/>
                    <a:pt x="169333" y="4469"/>
                    <a:pt x="166777" y="1915"/>
                  </a:cubicBezTo>
                  <a:cubicBezTo>
                    <a:pt x="164221" y="-638"/>
                    <a:pt x="160387" y="-638"/>
                    <a:pt x="157831" y="1915"/>
                  </a:cubicBezTo>
                  <a:lnTo>
                    <a:pt x="157831" y="1915"/>
                  </a:lnTo>
                  <a:close/>
                </a:path>
              </a:pathLst>
            </a:custGeom>
            <a:solidFill>
              <a:srgbClr val="0076A8"/>
            </a:solidFill>
            <a:ln w="6390" cap="flat">
              <a:noFill/>
              <a:prstDash val="solid"/>
              <a:miter/>
            </a:ln>
          </p:spPr>
          <p:txBody>
            <a:bodyPr rtlCol="0" anchor="ctr"/>
            <a:lstStyle/>
            <a:p>
              <a:endParaRPr lang="en-US"/>
            </a:p>
          </p:txBody>
        </p:sp>
      </p:grpSp>
      <p:grpSp>
        <p:nvGrpSpPr>
          <p:cNvPr id="53" name="Graphic 4">
            <a:extLst>
              <a:ext uri="{FF2B5EF4-FFF2-40B4-BE49-F238E27FC236}">
                <a16:creationId xmlns:a16="http://schemas.microsoft.com/office/drawing/2014/main" id="{3EB196CA-5F06-D545-BDD8-0F166B3B1FE4}"/>
              </a:ext>
            </a:extLst>
          </p:cNvPr>
          <p:cNvGrpSpPr/>
          <p:nvPr/>
        </p:nvGrpSpPr>
        <p:grpSpPr>
          <a:xfrm>
            <a:off x="1515054" y="1893013"/>
            <a:ext cx="362309" cy="362610"/>
            <a:chOff x="1515054" y="1893013"/>
            <a:chExt cx="362309" cy="362610"/>
          </a:xfrm>
          <a:solidFill>
            <a:srgbClr val="0076A8"/>
          </a:solidFill>
        </p:grpSpPr>
        <p:sp>
          <p:nvSpPr>
            <p:cNvPr id="54" name="Freeform 53">
              <a:extLst>
                <a:ext uri="{FF2B5EF4-FFF2-40B4-BE49-F238E27FC236}">
                  <a16:creationId xmlns:a16="http://schemas.microsoft.com/office/drawing/2014/main" id="{D9E644F7-9229-954A-B83A-0D56021D1484}"/>
                </a:ext>
              </a:extLst>
            </p:cNvPr>
            <p:cNvSpPr/>
            <p:nvPr/>
          </p:nvSpPr>
          <p:spPr>
            <a:xfrm>
              <a:off x="1515054" y="189301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362309 w 362309"/>
                <a:gd name="connsiteY4" fmla="*/ 181305 h 362610"/>
                <a:gd name="connsiteX5" fmla="*/ 180835 w 362309"/>
                <a:gd name="connsiteY5" fmla="*/ 0 h 362610"/>
                <a:gd name="connsiteX6" fmla="*/ 180835 w 362309"/>
                <a:gd name="connsiteY6" fmla="*/ 0 h 362610"/>
                <a:gd name="connsiteX7" fmla="*/ 180835 w 362309"/>
                <a:gd name="connsiteY7" fmla="*/ 349204 h 362610"/>
                <a:gd name="connsiteX8" fmla="*/ 12780 w 362309"/>
                <a:gd name="connsiteY8" fmla="*/ 180667 h 362610"/>
                <a:gd name="connsiteX9" fmla="*/ 180835 w 362309"/>
                <a:gd name="connsiteY9" fmla="*/ 12130 h 362610"/>
                <a:gd name="connsiteX10" fmla="*/ 349529 w 362309"/>
                <a:gd name="connsiteY10" fmla="*/ 180667 h 362610"/>
                <a:gd name="connsiteX11" fmla="*/ 180835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lnTo>
                    <a:pt x="362309" y="181305"/>
                  </a:lnTo>
                  <a:cubicBezTo>
                    <a:pt x="361670" y="81077"/>
                    <a:pt x="281157" y="0"/>
                    <a:pt x="180835" y="0"/>
                  </a:cubicBezTo>
                  <a:lnTo>
                    <a:pt x="180835" y="0"/>
                  </a:lnTo>
                  <a:close/>
                  <a:moveTo>
                    <a:pt x="180835" y="349204"/>
                  </a:moveTo>
                  <a:cubicBezTo>
                    <a:pt x="87542" y="349204"/>
                    <a:pt x="12780" y="273873"/>
                    <a:pt x="12780" y="180667"/>
                  </a:cubicBezTo>
                  <a:cubicBezTo>
                    <a:pt x="12780" y="87461"/>
                    <a:pt x="88181" y="12130"/>
                    <a:pt x="180835" y="12130"/>
                  </a:cubicBezTo>
                  <a:cubicBezTo>
                    <a:pt x="274128" y="12130"/>
                    <a:pt x="349529" y="87461"/>
                    <a:pt x="349529" y="180667"/>
                  </a:cubicBezTo>
                  <a:cubicBezTo>
                    <a:pt x="348891" y="273873"/>
                    <a:pt x="273489" y="349204"/>
                    <a:pt x="180835" y="349204"/>
                  </a:cubicBezTo>
                  <a:close/>
                </a:path>
              </a:pathLst>
            </a:custGeom>
            <a:solidFill>
              <a:srgbClr val="0076A8"/>
            </a:solidFill>
            <a:ln w="6390" cap="flat">
              <a:noFill/>
              <a:prstDash val="solid"/>
              <a:miter/>
            </a:ln>
          </p:spPr>
          <p:txBody>
            <a:bodyPr rtlCol="0" anchor="ctr"/>
            <a:lstStyle/>
            <a:p>
              <a:endParaRPr lang="en-US"/>
            </a:p>
          </p:txBody>
        </p:sp>
        <p:sp>
          <p:nvSpPr>
            <p:cNvPr id="55" name="Freeform 54">
              <a:extLst>
                <a:ext uri="{FF2B5EF4-FFF2-40B4-BE49-F238E27FC236}">
                  <a16:creationId xmlns:a16="http://schemas.microsoft.com/office/drawing/2014/main" id="{4A512EC3-EBEE-F841-99D1-EEAD3D7A4DCC}"/>
                </a:ext>
              </a:extLst>
            </p:cNvPr>
            <p:cNvSpPr/>
            <p:nvPr/>
          </p:nvSpPr>
          <p:spPr>
            <a:xfrm>
              <a:off x="1670329" y="1990049"/>
              <a:ext cx="93293" cy="168537"/>
            </a:xfrm>
            <a:custGeom>
              <a:avLst/>
              <a:gdLst>
                <a:gd name="connsiteX0" fmla="*/ 91376 w 93293"/>
                <a:gd name="connsiteY0" fmla="*/ 1915 h 168537"/>
                <a:gd name="connsiteX1" fmla="*/ 82430 w 93293"/>
                <a:gd name="connsiteY1" fmla="*/ 1915 h 168537"/>
                <a:gd name="connsiteX2" fmla="*/ 1917 w 93293"/>
                <a:gd name="connsiteY2" fmla="*/ 79800 h 168537"/>
                <a:gd name="connsiteX3" fmla="*/ 1917 w 93293"/>
                <a:gd name="connsiteY3" fmla="*/ 88737 h 168537"/>
                <a:gd name="connsiteX4" fmla="*/ 1917 w 93293"/>
                <a:gd name="connsiteY4" fmla="*/ 88737 h 168537"/>
                <a:gd name="connsiteX5" fmla="*/ 82430 w 93293"/>
                <a:gd name="connsiteY5" fmla="*/ 166622 h 168537"/>
                <a:gd name="connsiteX6" fmla="*/ 91376 w 93293"/>
                <a:gd name="connsiteY6" fmla="*/ 166622 h 168537"/>
                <a:gd name="connsiteX7" fmla="*/ 91376 w 93293"/>
                <a:gd name="connsiteY7" fmla="*/ 157684 h 168537"/>
                <a:gd name="connsiteX8" fmla="*/ 15975 w 93293"/>
                <a:gd name="connsiteY8" fmla="*/ 84269 h 168537"/>
                <a:gd name="connsiteX9" fmla="*/ 91376 w 93293"/>
                <a:gd name="connsiteY9" fmla="*/ 10853 h 168537"/>
                <a:gd name="connsiteX10" fmla="*/ 91376 w 93293"/>
                <a:gd name="connsiteY10" fmla="*/ 1915 h 168537"/>
                <a:gd name="connsiteX11" fmla="*/ 91376 w 93293"/>
                <a:gd name="connsiteY11" fmla="*/ 1915 h 168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293" h="168537">
                  <a:moveTo>
                    <a:pt x="91376" y="1915"/>
                  </a:moveTo>
                  <a:cubicBezTo>
                    <a:pt x="88820" y="-638"/>
                    <a:pt x="84986" y="-638"/>
                    <a:pt x="82430" y="1915"/>
                  </a:cubicBezTo>
                  <a:lnTo>
                    <a:pt x="1917" y="79800"/>
                  </a:lnTo>
                  <a:cubicBezTo>
                    <a:pt x="-639" y="82353"/>
                    <a:pt x="-639" y="86184"/>
                    <a:pt x="1917" y="88737"/>
                  </a:cubicBezTo>
                  <a:lnTo>
                    <a:pt x="1917" y="88737"/>
                  </a:lnTo>
                  <a:lnTo>
                    <a:pt x="82430" y="166622"/>
                  </a:lnTo>
                  <a:cubicBezTo>
                    <a:pt x="84986" y="169176"/>
                    <a:pt x="88820" y="169176"/>
                    <a:pt x="91376" y="166622"/>
                  </a:cubicBezTo>
                  <a:cubicBezTo>
                    <a:pt x="93932" y="164068"/>
                    <a:pt x="93932" y="160238"/>
                    <a:pt x="91376" y="157684"/>
                  </a:cubicBezTo>
                  <a:lnTo>
                    <a:pt x="15975" y="84269"/>
                  </a:lnTo>
                  <a:lnTo>
                    <a:pt x="91376" y="10853"/>
                  </a:lnTo>
                  <a:cubicBezTo>
                    <a:pt x="93932" y="8299"/>
                    <a:pt x="93932" y="4469"/>
                    <a:pt x="91376" y="1915"/>
                  </a:cubicBezTo>
                  <a:lnTo>
                    <a:pt x="91376" y="1915"/>
                  </a:lnTo>
                  <a:close/>
                </a:path>
              </a:pathLst>
            </a:custGeom>
            <a:solidFill>
              <a:srgbClr val="0076A8"/>
            </a:solidFill>
            <a:ln w="6390" cap="flat">
              <a:noFill/>
              <a:prstDash val="solid"/>
              <a:miter/>
            </a:ln>
          </p:spPr>
          <p:txBody>
            <a:bodyPr rtlCol="0" anchor="ctr"/>
            <a:lstStyle/>
            <a:p>
              <a:endParaRPr lang="en-US"/>
            </a:p>
          </p:txBody>
        </p:sp>
        <p:sp>
          <p:nvSpPr>
            <p:cNvPr id="56" name="Freeform 55">
              <a:extLst>
                <a:ext uri="{FF2B5EF4-FFF2-40B4-BE49-F238E27FC236}">
                  <a16:creationId xmlns:a16="http://schemas.microsoft.com/office/drawing/2014/main" id="{E8D5B6A9-1800-4448-8652-72C6E0DB10E3}"/>
                </a:ext>
              </a:extLst>
            </p:cNvPr>
            <p:cNvSpPr/>
            <p:nvPr/>
          </p:nvSpPr>
          <p:spPr>
            <a:xfrm>
              <a:off x="1628155" y="1988134"/>
              <a:ext cx="12779" cy="171090"/>
            </a:xfrm>
            <a:custGeom>
              <a:avLst/>
              <a:gdLst>
                <a:gd name="connsiteX0" fmla="*/ 6390 w 12779"/>
                <a:gd name="connsiteY0" fmla="*/ 0 h 171090"/>
                <a:gd name="connsiteX1" fmla="*/ 0 w 12779"/>
                <a:gd name="connsiteY1" fmla="*/ 6384 h 171090"/>
                <a:gd name="connsiteX2" fmla="*/ 0 w 12779"/>
                <a:gd name="connsiteY2" fmla="*/ 164707 h 171090"/>
                <a:gd name="connsiteX3" fmla="*/ 6390 w 12779"/>
                <a:gd name="connsiteY3" fmla="*/ 171091 h 171090"/>
                <a:gd name="connsiteX4" fmla="*/ 12780 w 12779"/>
                <a:gd name="connsiteY4" fmla="*/ 164707 h 171090"/>
                <a:gd name="connsiteX5" fmla="*/ 12780 w 12779"/>
                <a:gd name="connsiteY5" fmla="*/ 6384 h 171090"/>
                <a:gd name="connsiteX6" fmla="*/ 6390 w 12779"/>
                <a:gd name="connsiteY6" fmla="*/ 0 h 171090"/>
                <a:gd name="connsiteX7" fmla="*/ 6390 w 12779"/>
                <a:gd name="connsiteY7" fmla="*/ 0 h 171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9" h="171090">
                  <a:moveTo>
                    <a:pt x="6390" y="0"/>
                  </a:moveTo>
                  <a:cubicBezTo>
                    <a:pt x="2556" y="0"/>
                    <a:pt x="0" y="2554"/>
                    <a:pt x="0" y="6384"/>
                  </a:cubicBezTo>
                  <a:lnTo>
                    <a:pt x="0" y="164707"/>
                  </a:lnTo>
                  <a:cubicBezTo>
                    <a:pt x="0" y="168537"/>
                    <a:pt x="2556" y="171091"/>
                    <a:pt x="6390" y="171091"/>
                  </a:cubicBezTo>
                  <a:cubicBezTo>
                    <a:pt x="10224" y="171091"/>
                    <a:pt x="12780" y="168537"/>
                    <a:pt x="12780" y="164707"/>
                  </a:cubicBezTo>
                  <a:lnTo>
                    <a:pt x="12780" y="6384"/>
                  </a:lnTo>
                  <a:cubicBezTo>
                    <a:pt x="12780" y="3192"/>
                    <a:pt x="10224" y="0"/>
                    <a:pt x="6390" y="0"/>
                  </a:cubicBezTo>
                  <a:lnTo>
                    <a:pt x="6390" y="0"/>
                  </a:lnTo>
                  <a:close/>
                </a:path>
              </a:pathLst>
            </a:custGeom>
            <a:solidFill>
              <a:srgbClr val="0076A8"/>
            </a:solidFill>
            <a:ln w="6390" cap="flat">
              <a:noFill/>
              <a:prstDash val="solid"/>
              <a:miter/>
            </a:ln>
          </p:spPr>
          <p:txBody>
            <a:bodyPr rtlCol="0" anchor="ctr"/>
            <a:lstStyle/>
            <a:p>
              <a:endParaRPr lang="en-US"/>
            </a:p>
          </p:txBody>
        </p:sp>
      </p:grpSp>
      <p:grpSp>
        <p:nvGrpSpPr>
          <p:cNvPr id="57" name="Graphic 4">
            <a:extLst>
              <a:ext uri="{FF2B5EF4-FFF2-40B4-BE49-F238E27FC236}">
                <a16:creationId xmlns:a16="http://schemas.microsoft.com/office/drawing/2014/main" id="{D5B6548A-82F4-5047-88B7-D63DEDE7F3CC}"/>
              </a:ext>
            </a:extLst>
          </p:cNvPr>
          <p:cNvGrpSpPr/>
          <p:nvPr/>
        </p:nvGrpSpPr>
        <p:grpSpPr>
          <a:xfrm>
            <a:off x="2560447" y="3824168"/>
            <a:ext cx="362309" cy="361971"/>
            <a:chOff x="2560447" y="3824168"/>
            <a:chExt cx="362309" cy="361971"/>
          </a:xfrm>
          <a:solidFill>
            <a:srgbClr val="0076A8"/>
          </a:solidFill>
        </p:grpSpPr>
        <p:sp>
          <p:nvSpPr>
            <p:cNvPr id="58" name="Freeform 57">
              <a:extLst>
                <a:ext uri="{FF2B5EF4-FFF2-40B4-BE49-F238E27FC236}">
                  <a16:creationId xmlns:a16="http://schemas.microsoft.com/office/drawing/2014/main" id="{CCC8937C-48D1-344D-8DE5-FF2C752D2618}"/>
                </a:ext>
              </a:extLst>
            </p:cNvPr>
            <p:cNvSpPr/>
            <p:nvPr/>
          </p:nvSpPr>
          <p:spPr>
            <a:xfrm>
              <a:off x="2560447" y="3824168"/>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895"/>
                    <a:pt x="81152" y="361971"/>
                    <a:pt x="180835" y="361971"/>
                  </a:cubicBezTo>
                  <a:cubicBezTo>
                    <a:pt x="281157" y="361971"/>
                    <a:pt x="362309" y="280895"/>
                    <a:pt x="362309" y="181305"/>
                  </a:cubicBezTo>
                  <a:lnTo>
                    <a:pt x="362309" y="181305"/>
                  </a:lnTo>
                  <a:cubicBezTo>
                    <a:pt x="362309" y="81076"/>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lnTo>
                    <a:pt x="349529" y="180667"/>
                  </a:lnTo>
                  <a:cubicBezTo>
                    <a:pt x="349529" y="273873"/>
                    <a:pt x="274128" y="349204"/>
                    <a:pt x="181474" y="349204"/>
                  </a:cubicBezTo>
                  <a:lnTo>
                    <a:pt x="181474" y="349204"/>
                  </a:lnTo>
                  <a:close/>
                </a:path>
              </a:pathLst>
            </a:custGeom>
            <a:solidFill>
              <a:srgbClr val="0076A8"/>
            </a:solidFill>
            <a:ln w="6390" cap="flat">
              <a:noFill/>
              <a:prstDash val="solid"/>
              <a:miter/>
            </a:ln>
          </p:spPr>
          <p:txBody>
            <a:bodyPr rtlCol="0" anchor="ctr"/>
            <a:lstStyle/>
            <a:p>
              <a:endParaRPr lang="en-US"/>
            </a:p>
          </p:txBody>
        </p:sp>
        <p:sp>
          <p:nvSpPr>
            <p:cNvPr id="59" name="Freeform 58">
              <a:extLst>
                <a:ext uri="{FF2B5EF4-FFF2-40B4-BE49-F238E27FC236}">
                  <a16:creationId xmlns:a16="http://schemas.microsoft.com/office/drawing/2014/main" id="{45624980-06FA-7047-93EA-388CDE274EE3}"/>
                </a:ext>
              </a:extLst>
            </p:cNvPr>
            <p:cNvSpPr/>
            <p:nvPr/>
          </p:nvSpPr>
          <p:spPr>
            <a:xfrm>
              <a:off x="2664603" y="3887369"/>
              <a:ext cx="153358" cy="236207"/>
            </a:xfrm>
            <a:custGeom>
              <a:avLst/>
              <a:gdLst>
                <a:gd name="connsiteX0" fmla="*/ 93293 w 153358"/>
                <a:gd name="connsiteY0" fmla="*/ 107889 h 236207"/>
                <a:gd name="connsiteX1" fmla="*/ 84347 w 153358"/>
                <a:gd name="connsiteY1" fmla="*/ 108528 h 236207"/>
                <a:gd name="connsiteX2" fmla="*/ 84347 w 153358"/>
                <a:gd name="connsiteY2" fmla="*/ 116827 h 236207"/>
                <a:gd name="connsiteX3" fmla="*/ 130994 w 153358"/>
                <a:gd name="connsiteY3" fmla="*/ 163430 h 236207"/>
                <a:gd name="connsiteX4" fmla="*/ 12780 w 153358"/>
                <a:gd name="connsiteY4" fmla="*/ 163430 h 236207"/>
                <a:gd name="connsiteX5" fmla="*/ 12780 w 153358"/>
                <a:gd name="connsiteY5" fmla="*/ 6384 h 236207"/>
                <a:gd name="connsiteX6" fmla="*/ 6390 w 153358"/>
                <a:gd name="connsiteY6" fmla="*/ 0 h 236207"/>
                <a:gd name="connsiteX7" fmla="*/ 0 w 153358"/>
                <a:gd name="connsiteY7" fmla="*/ 6384 h 236207"/>
                <a:gd name="connsiteX8" fmla="*/ 0 w 153358"/>
                <a:gd name="connsiteY8" fmla="*/ 169814 h 236207"/>
                <a:gd name="connsiteX9" fmla="*/ 6390 w 153358"/>
                <a:gd name="connsiteY9" fmla="*/ 176198 h 236207"/>
                <a:gd name="connsiteX10" fmla="*/ 132272 w 153358"/>
                <a:gd name="connsiteY10" fmla="*/ 176198 h 236207"/>
                <a:gd name="connsiteX11" fmla="*/ 84986 w 153358"/>
                <a:gd name="connsiteY11" fmla="*/ 225355 h 236207"/>
                <a:gd name="connsiteX12" fmla="*/ 84986 w 153358"/>
                <a:gd name="connsiteY12" fmla="*/ 234292 h 236207"/>
                <a:gd name="connsiteX13" fmla="*/ 89459 w 153358"/>
                <a:gd name="connsiteY13" fmla="*/ 236207 h 236207"/>
                <a:gd name="connsiteX14" fmla="*/ 93932 w 153358"/>
                <a:gd name="connsiteY14" fmla="*/ 234292 h 236207"/>
                <a:gd name="connsiteX15" fmla="*/ 151442 w 153358"/>
                <a:gd name="connsiteY15" fmla="*/ 174921 h 236207"/>
                <a:gd name="connsiteX16" fmla="*/ 151442 w 153358"/>
                <a:gd name="connsiteY16" fmla="*/ 165984 h 236207"/>
                <a:gd name="connsiteX17" fmla="*/ 93293 w 153358"/>
                <a:gd name="connsiteY17" fmla="*/ 107889 h 23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3358" h="236207">
                  <a:moveTo>
                    <a:pt x="93293" y="107889"/>
                  </a:moveTo>
                  <a:cubicBezTo>
                    <a:pt x="90737" y="105336"/>
                    <a:pt x="86264" y="105974"/>
                    <a:pt x="84347" y="108528"/>
                  </a:cubicBezTo>
                  <a:cubicBezTo>
                    <a:pt x="82430" y="111081"/>
                    <a:pt x="82430" y="114273"/>
                    <a:pt x="84347" y="116827"/>
                  </a:cubicBezTo>
                  <a:lnTo>
                    <a:pt x="130994" y="163430"/>
                  </a:lnTo>
                  <a:lnTo>
                    <a:pt x="12780" y="163430"/>
                  </a:lnTo>
                  <a:lnTo>
                    <a:pt x="12780" y="6384"/>
                  </a:lnTo>
                  <a:cubicBezTo>
                    <a:pt x="12780" y="2554"/>
                    <a:pt x="10224" y="0"/>
                    <a:pt x="6390" y="0"/>
                  </a:cubicBezTo>
                  <a:cubicBezTo>
                    <a:pt x="2556" y="0"/>
                    <a:pt x="0" y="2554"/>
                    <a:pt x="0" y="6384"/>
                  </a:cubicBezTo>
                  <a:lnTo>
                    <a:pt x="0" y="169814"/>
                  </a:lnTo>
                  <a:cubicBezTo>
                    <a:pt x="0" y="173644"/>
                    <a:pt x="2556" y="176198"/>
                    <a:pt x="6390" y="176198"/>
                  </a:cubicBezTo>
                  <a:lnTo>
                    <a:pt x="132272" y="176198"/>
                  </a:lnTo>
                  <a:lnTo>
                    <a:pt x="84986" y="225355"/>
                  </a:lnTo>
                  <a:cubicBezTo>
                    <a:pt x="82430" y="227908"/>
                    <a:pt x="82430" y="231738"/>
                    <a:pt x="84986" y="234292"/>
                  </a:cubicBezTo>
                  <a:cubicBezTo>
                    <a:pt x="86264" y="235569"/>
                    <a:pt x="87542" y="236207"/>
                    <a:pt x="89459" y="236207"/>
                  </a:cubicBezTo>
                  <a:cubicBezTo>
                    <a:pt x="91376" y="236207"/>
                    <a:pt x="92654" y="235569"/>
                    <a:pt x="93932" y="234292"/>
                  </a:cubicBezTo>
                  <a:lnTo>
                    <a:pt x="151442" y="174921"/>
                  </a:lnTo>
                  <a:cubicBezTo>
                    <a:pt x="153998" y="172368"/>
                    <a:pt x="153998" y="168537"/>
                    <a:pt x="151442" y="165984"/>
                  </a:cubicBezTo>
                  <a:lnTo>
                    <a:pt x="93293" y="107889"/>
                  </a:lnTo>
                  <a:close/>
                </a:path>
              </a:pathLst>
            </a:custGeom>
            <a:solidFill>
              <a:srgbClr val="0076A8"/>
            </a:solidFill>
            <a:ln w="6390" cap="flat">
              <a:noFill/>
              <a:prstDash val="solid"/>
              <a:miter/>
            </a:ln>
          </p:spPr>
          <p:txBody>
            <a:bodyPr rtlCol="0" anchor="ctr"/>
            <a:lstStyle/>
            <a:p>
              <a:endParaRPr lang="en-US"/>
            </a:p>
          </p:txBody>
        </p:sp>
      </p:grpSp>
      <p:grpSp>
        <p:nvGrpSpPr>
          <p:cNvPr id="63" name="Graphic 4">
            <a:extLst>
              <a:ext uri="{FF2B5EF4-FFF2-40B4-BE49-F238E27FC236}">
                <a16:creationId xmlns:a16="http://schemas.microsoft.com/office/drawing/2014/main" id="{DAF6E76A-5BA1-F24D-B9CA-78BF47AF9E84}"/>
              </a:ext>
            </a:extLst>
          </p:cNvPr>
          <p:cNvGrpSpPr/>
          <p:nvPr/>
        </p:nvGrpSpPr>
        <p:grpSpPr>
          <a:xfrm>
            <a:off x="2560447" y="1893013"/>
            <a:ext cx="362309" cy="361971"/>
            <a:chOff x="2560447" y="1893013"/>
            <a:chExt cx="362309" cy="361971"/>
          </a:xfrm>
          <a:solidFill>
            <a:srgbClr val="0076A8"/>
          </a:solidFill>
        </p:grpSpPr>
        <p:sp>
          <p:nvSpPr>
            <p:cNvPr id="64" name="Freeform 63">
              <a:extLst>
                <a:ext uri="{FF2B5EF4-FFF2-40B4-BE49-F238E27FC236}">
                  <a16:creationId xmlns:a16="http://schemas.microsoft.com/office/drawing/2014/main" id="{E7B1F0EC-04C0-0948-8E36-9232C5F04C0E}"/>
                </a:ext>
              </a:extLst>
            </p:cNvPr>
            <p:cNvSpPr/>
            <p:nvPr/>
          </p:nvSpPr>
          <p:spPr>
            <a:xfrm>
              <a:off x="2560447" y="189301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lnTo>
                    <a:pt x="362309" y="181305"/>
                  </a:lnTo>
                  <a:cubicBezTo>
                    <a:pt x="362309" y="81077"/>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lnTo>
                    <a:pt x="349529" y="180667"/>
                  </a:lnTo>
                  <a:cubicBezTo>
                    <a:pt x="349529" y="273873"/>
                    <a:pt x="274128" y="349204"/>
                    <a:pt x="181474" y="349204"/>
                  </a:cubicBezTo>
                  <a:close/>
                </a:path>
              </a:pathLst>
            </a:custGeom>
            <a:solidFill>
              <a:srgbClr val="0076A8"/>
            </a:solidFill>
            <a:ln w="6390" cap="flat">
              <a:noFill/>
              <a:prstDash val="solid"/>
              <a:miter/>
            </a:ln>
          </p:spPr>
          <p:txBody>
            <a:bodyPr rtlCol="0" anchor="ctr"/>
            <a:lstStyle/>
            <a:p>
              <a:endParaRPr lang="en-US"/>
            </a:p>
          </p:txBody>
        </p:sp>
        <p:sp>
          <p:nvSpPr>
            <p:cNvPr id="65" name="Freeform 64">
              <a:extLst>
                <a:ext uri="{FF2B5EF4-FFF2-40B4-BE49-F238E27FC236}">
                  <a16:creationId xmlns:a16="http://schemas.microsoft.com/office/drawing/2014/main" id="{FEE5CC51-3CBF-6549-9786-0805D8B1502E}"/>
                </a:ext>
              </a:extLst>
            </p:cNvPr>
            <p:cNvSpPr/>
            <p:nvPr/>
          </p:nvSpPr>
          <p:spPr>
            <a:xfrm>
              <a:off x="2651823" y="1984304"/>
              <a:ext cx="53036" cy="52348"/>
            </a:xfrm>
            <a:custGeom>
              <a:avLst/>
              <a:gdLst>
                <a:gd name="connsiteX0" fmla="*/ 47285 w 53036"/>
                <a:gd name="connsiteY0" fmla="*/ 0 h 52348"/>
                <a:gd name="connsiteX1" fmla="*/ 6390 w 53036"/>
                <a:gd name="connsiteY1" fmla="*/ 0 h 52348"/>
                <a:gd name="connsiteX2" fmla="*/ 0 w 53036"/>
                <a:gd name="connsiteY2" fmla="*/ 6384 h 52348"/>
                <a:gd name="connsiteX3" fmla="*/ 0 w 53036"/>
                <a:gd name="connsiteY3" fmla="*/ 45965 h 52348"/>
                <a:gd name="connsiteX4" fmla="*/ 6390 w 53036"/>
                <a:gd name="connsiteY4" fmla="*/ 52349 h 52348"/>
                <a:gd name="connsiteX5" fmla="*/ 12780 w 53036"/>
                <a:gd name="connsiteY5" fmla="*/ 45965 h 52348"/>
                <a:gd name="connsiteX6" fmla="*/ 12780 w 53036"/>
                <a:gd name="connsiteY6" fmla="*/ 12768 h 52348"/>
                <a:gd name="connsiteX7" fmla="*/ 46646 w 53036"/>
                <a:gd name="connsiteY7" fmla="*/ 12768 h 52348"/>
                <a:gd name="connsiteX8" fmla="*/ 53036 w 53036"/>
                <a:gd name="connsiteY8" fmla="*/ 6384 h 52348"/>
                <a:gd name="connsiteX9" fmla="*/ 47285 w 53036"/>
                <a:gd name="connsiteY9" fmla="*/ 0 h 52348"/>
                <a:gd name="connsiteX10" fmla="*/ 47285 w 53036"/>
                <a:gd name="connsiteY10" fmla="*/ 0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036" h="52348">
                  <a:moveTo>
                    <a:pt x="47285" y="0"/>
                  </a:moveTo>
                  <a:lnTo>
                    <a:pt x="6390" y="0"/>
                  </a:lnTo>
                  <a:cubicBezTo>
                    <a:pt x="2556" y="0"/>
                    <a:pt x="0" y="2554"/>
                    <a:pt x="0" y="6384"/>
                  </a:cubicBezTo>
                  <a:lnTo>
                    <a:pt x="0" y="45965"/>
                  </a:lnTo>
                  <a:cubicBezTo>
                    <a:pt x="0" y="49795"/>
                    <a:pt x="2556" y="52349"/>
                    <a:pt x="6390" y="52349"/>
                  </a:cubicBezTo>
                  <a:cubicBezTo>
                    <a:pt x="10224" y="52349"/>
                    <a:pt x="12780" y="49795"/>
                    <a:pt x="12780" y="45965"/>
                  </a:cubicBezTo>
                  <a:lnTo>
                    <a:pt x="12780" y="12768"/>
                  </a:lnTo>
                  <a:lnTo>
                    <a:pt x="46646" y="12768"/>
                  </a:lnTo>
                  <a:cubicBezTo>
                    <a:pt x="50480" y="12768"/>
                    <a:pt x="53036" y="10214"/>
                    <a:pt x="53036" y="6384"/>
                  </a:cubicBezTo>
                  <a:cubicBezTo>
                    <a:pt x="53036" y="2554"/>
                    <a:pt x="50480" y="0"/>
                    <a:pt x="47285" y="0"/>
                  </a:cubicBezTo>
                  <a:lnTo>
                    <a:pt x="47285" y="0"/>
                  </a:lnTo>
                  <a:close/>
                </a:path>
              </a:pathLst>
            </a:custGeom>
            <a:solidFill>
              <a:srgbClr val="0076A8"/>
            </a:solidFill>
            <a:ln w="6390" cap="flat">
              <a:noFill/>
              <a:prstDash val="solid"/>
              <a:miter/>
            </a:ln>
          </p:spPr>
          <p:txBody>
            <a:bodyPr rtlCol="0" anchor="ctr"/>
            <a:lstStyle/>
            <a:p>
              <a:endParaRPr lang="en-US"/>
            </a:p>
          </p:txBody>
        </p:sp>
        <p:sp>
          <p:nvSpPr>
            <p:cNvPr id="66" name="Freeform 65">
              <a:extLst>
                <a:ext uri="{FF2B5EF4-FFF2-40B4-BE49-F238E27FC236}">
                  <a16:creationId xmlns:a16="http://schemas.microsoft.com/office/drawing/2014/main" id="{FD5FF772-F159-E64C-8839-52CBE13069CB}"/>
                </a:ext>
              </a:extLst>
            </p:cNvPr>
            <p:cNvSpPr/>
            <p:nvPr/>
          </p:nvSpPr>
          <p:spPr>
            <a:xfrm>
              <a:off x="2651184" y="2110707"/>
              <a:ext cx="52397" cy="52348"/>
            </a:xfrm>
            <a:custGeom>
              <a:avLst/>
              <a:gdLst>
                <a:gd name="connsiteX0" fmla="*/ 46008 w 52397"/>
                <a:gd name="connsiteY0" fmla="*/ 40219 h 52348"/>
                <a:gd name="connsiteX1" fmla="*/ 12780 w 52397"/>
                <a:gd name="connsiteY1" fmla="*/ 40219 h 52348"/>
                <a:gd name="connsiteX2" fmla="*/ 12780 w 52397"/>
                <a:gd name="connsiteY2" fmla="*/ 6384 h 52348"/>
                <a:gd name="connsiteX3" fmla="*/ 6390 w 52397"/>
                <a:gd name="connsiteY3" fmla="*/ 0 h 52348"/>
                <a:gd name="connsiteX4" fmla="*/ 0 w 52397"/>
                <a:gd name="connsiteY4" fmla="*/ 6384 h 52348"/>
                <a:gd name="connsiteX5" fmla="*/ 0 w 52397"/>
                <a:gd name="connsiteY5" fmla="*/ 45965 h 52348"/>
                <a:gd name="connsiteX6" fmla="*/ 6390 w 52397"/>
                <a:gd name="connsiteY6" fmla="*/ 52349 h 52348"/>
                <a:gd name="connsiteX7" fmla="*/ 46008 w 52397"/>
                <a:gd name="connsiteY7" fmla="*/ 52349 h 52348"/>
                <a:gd name="connsiteX8" fmla="*/ 52398 w 52397"/>
                <a:gd name="connsiteY8" fmla="*/ 45965 h 52348"/>
                <a:gd name="connsiteX9" fmla="*/ 46008 w 52397"/>
                <a:gd name="connsiteY9" fmla="*/ 40219 h 52348"/>
                <a:gd name="connsiteX10" fmla="*/ 46008 w 52397"/>
                <a:gd name="connsiteY10" fmla="*/ 40219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397" h="52348">
                  <a:moveTo>
                    <a:pt x="46008" y="40219"/>
                  </a:moveTo>
                  <a:lnTo>
                    <a:pt x="12780" y="40219"/>
                  </a:lnTo>
                  <a:lnTo>
                    <a:pt x="12780" y="6384"/>
                  </a:lnTo>
                  <a:cubicBezTo>
                    <a:pt x="12780" y="2554"/>
                    <a:pt x="10224" y="0"/>
                    <a:pt x="6390" y="0"/>
                  </a:cubicBezTo>
                  <a:cubicBezTo>
                    <a:pt x="2556" y="0"/>
                    <a:pt x="0" y="2554"/>
                    <a:pt x="0" y="6384"/>
                  </a:cubicBezTo>
                  <a:lnTo>
                    <a:pt x="0" y="45965"/>
                  </a:lnTo>
                  <a:cubicBezTo>
                    <a:pt x="0" y="49795"/>
                    <a:pt x="2556" y="52349"/>
                    <a:pt x="6390" y="52349"/>
                  </a:cubicBezTo>
                  <a:lnTo>
                    <a:pt x="46008" y="52349"/>
                  </a:lnTo>
                  <a:cubicBezTo>
                    <a:pt x="49842" y="52349"/>
                    <a:pt x="52398" y="49795"/>
                    <a:pt x="52398" y="45965"/>
                  </a:cubicBezTo>
                  <a:cubicBezTo>
                    <a:pt x="52398" y="42134"/>
                    <a:pt x="49203" y="39581"/>
                    <a:pt x="46008" y="40219"/>
                  </a:cubicBezTo>
                  <a:lnTo>
                    <a:pt x="46008" y="40219"/>
                  </a:lnTo>
                  <a:close/>
                </a:path>
              </a:pathLst>
            </a:custGeom>
            <a:solidFill>
              <a:srgbClr val="0076A8"/>
            </a:solidFill>
            <a:ln w="6390" cap="flat">
              <a:noFill/>
              <a:prstDash val="solid"/>
              <a:miter/>
            </a:ln>
          </p:spPr>
          <p:txBody>
            <a:bodyPr rtlCol="0" anchor="ctr"/>
            <a:lstStyle/>
            <a:p>
              <a:endParaRPr lang="en-US"/>
            </a:p>
          </p:txBody>
        </p:sp>
        <p:sp>
          <p:nvSpPr>
            <p:cNvPr id="67" name="Freeform 66">
              <a:extLst>
                <a:ext uri="{FF2B5EF4-FFF2-40B4-BE49-F238E27FC236}">
                  <a16:creationId xmlns:a16="http://schemas.microsoft.com/office/drawing/2014/main" id="{07E007D8-7D38-774C-A5CD-65B949B355DF}"/>
                </a:ext>
              </a:extLst>
            </p:cNvPr>
            <p:cNvSpPr/>
            <p:nvPr/>
          </p:nvSpPr>
          <p:spPr>
            <a:xfrm>
              <a:off x="2779622" y="2111984"/>
              <a:ext cx="51758" cy="52348"/>
            </a:xfrm>
            <a:custGeom>
              <a:avLst/>
              <a:gdLst>
                <a:gd name="connsiteX0" fmla="*/ 45369 w 51758"/>
                <a:gd name="connsiteY0" fmla="*/ 0 h 52348"/>
                <a:gd name="connsiteX1" fmla="*/ 38979 w 51758"/>
                <a:gd name="connsiteY1" fmla="*/ 6384 h 52348"/>
                <a:gd name="connsiteX2" fmla="*/ 38979 w 51758"/>
                <a:gd name="connsiteY2" fmla="*/ 39581 h 52348"/>
                <a:gd name="connsiteX3" fmla="*/ 6390 w 51758"/>
                <a:gd name="connsiteY3" fmla="*/ 39581 h 52348"/>
                <a:gd name="connsiteX4" fmla="*/ 0 w 51758"/>
                <a:gd name="connsiteY4" fmla="*/ 45965 h 52348"/>
                <a:gd name="connsiteX5" fmla="*/ 6390 w 51758"/>
                <a:gd name="connsiteY5" fmla="*/ 52349 h 52348"/>
                <a:gd name="connsiteX6" fmla="*/ 45369 w 51758"/>
                <a:gd name="connsiteY6" fmla="*/ 52349 h 52348"/>
                <a:gd name="connsiteX7" fmla="*/ 51759 w 51758"/>
                <a:gd name="connsiteY7" fmla="*/ 45965 h 52348"/>
                <a:gd name="connsiteX8" fmla="*/ 51759 w 51758"/>
                <a:gd name="connsiteY8" fmla="*/ 6384 h 52348"/>
                <a:gd name="connsiteX9" fmla="*/ 45369 w 51758"/>
                <a:gd name="connsiteY9" fmla="*/ 0 h 52348"/>
                <a:gd name="connsiteX10" fmla="*/ 45369 w 51758"/>
                <a:gd name="connsiteY10" fmla="*/ 0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758" h="52348">
                  <a:moveTo>
                    <a:pt x="45369" y="0"/>
                  </a:moveTo>
                  <a:cubicBezTo>
                    <a:pt x="41535" y="0"/>
                    <a:pt x="38979" y="2554"/>
                    <a:pt x="38979" y="6384"/>
                  </a:cubicBezTo>
                  <a:lnTo>
                    <a:pt x="38979" y="39581"/>
                  </a:lnTo>
                  <a:lnTo>
                    <a:pt x="6390" y="39581"/>
                  </a:lnTo>
                  <a:cubicBezTo>
                    <a:pt x="2556" y="39581"/>
                    <a:pt x="0" y="42134"/>
                    <a:pt x="0" y="45965"/>
                  </a:cubicBezTo>
                  <a:cubicBezTo>
                    <a:pt x="0" y="49795"/>
                    <a:pt x="2556" y="52349"/>
                    <a:pt x="6390" y="52349"/>
                  </a:cubicBezTo>
                  <a:lnTo>
                    <a:pt x="45369" y="52349"/>
                  </a:lnTo>
                  <a:cubicBezTo>
                    <a:pt x="49203" y="52349"/>
                    <a:pt x="51759" y="49795"/>
                    <a:pt x="51759" y="45965"/>
                  </a:cubicBezTo>
                  <a:lnTo>
                    <a:pt x="51759" y="6384"/>
                  </a:lnTo>
                  <a:cubicBezTo>
                    <a:pt x="51759" y="2554"/>
                    <a:pt x="49203" y="0"/>
                    <a:pt x="45369" y="0"/>
                  </a:cubicBezTo>
                  <a:lnTo>
                    <a:pt x="45369" y="0"/>
                  </a:lnTo>
                  <a:close/>
                </a:path>
              </a:pathLst>
            </a:custGeom>
            <a:solidFill>
              <a:srgbClr val="0076A8"/>
            </a:solidFill>
            <a:ln w="6390"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FBC98762-62D9-4D40-A24B-192C66DA1700}"/>
                </a:ext>
              </a:extLst>
            </p:cNvPr>
            <p:cNvSpPr/>
            <p:nvPr/>
          </p:nvSpPr>
          <p:spPr>
            <a:xfrm>
              <a:off x="2780900" y="1983665"/>
              <a:ext cx="51119" cy="51710"/>
            </a:xfrm>
            <a:custGeom>
              <a:avLst/>
              <a:gdLst>
                <a:gd name="connsiteX0" fmla="*/ 44730 w 51119"/>
                <a:gd name="connsiteY0" fmla="*/ 0 h 51710"/>
                <a:gd name="connsiteX1" fmla="*/ 6390 w 51119"/>
                <a:gd name="connsiteY1" fmla="*/ 0 h 51710"/>
                <a:gd name="connsiteX2" fmla="*/ 0 w 51119"/>
                <a:gd name="connsiteY2" fmla="*/ 6384 h 51710"/>
                <a:gd name="connsiteX3" fmla="*/ 6390 w 51119"/>
                <a:gd name="connsiteY3" fmla="*/ 12768 h 51710"/>
                <a:gd name="connsiteX4" fmla="*/ 38340 w 51119"/>
                <a:gd name="connsiteY4" fmla="*/ 12768 h 51710"/>
                <a:gd name="connsiteX5" fmla="*/ 38340 w 51119"/>
                <a:gd name="connsiteY5" fmla="*/ 45326 h 51710"/>
                <a:gd name="connsiteX6" fmla="*/ 44730 w 51119"/>
                <a:gd name="connsiteY6" fmla="*/ 51710 h 51710"/>
                <a:gd name="connsiteX7" fmla="*/ 51119 w 51119"/>
                <a:gd name="connsiteY7" fmla="*/ 45326 h 51710"/>
                <a:gd name="connsiteX8" fmla="*/ 51119 w 51119"/>
                <a:gd name="connsiteY8" fmla="*/ 6384 h 51710"/>
                <a:gd name="connsiteX9" fmla="*/ 44730 w 51119"/>
                <a:gd name="connsiteY9" fmla="*/ 0 h 5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119" h="51710">
                  <a:moveTo>
                    <a:pt x="44730" y="0"/>
                  </a:moveTo>
                  <a:lnTo>
                    <a:pt x="6390" y="0"/>
                  </a:lnTo>
                  <a:cubicBezTo>
                    <a:pt x="2556" y="0"/>
                    <a:pt x="0" y="2554"/>
                    <a:pt x="0" y="6384"/>
                  </a:cubicBezTo>
                  <a:cubicBezTo>
                    <a:pt x="0" y="10214"/>
                    <a:pt x="2556" y="12768"/>
                    <a:pt x="6390" y="12768"/>
                  </a:cubicBezTo>
                  <a:lnTo>
                    <a:pt x="38340" y="12768"/>
                  </a:lnTo>
                  <a:lnTo>
                    <a:pt x="38340" y="45326"/>
                  </a:lnTo>
                  <a:cubicBezTo>
                    <a:pt x="38340" y="49157"/>
                    <a:pt x="40896" y="51710"/>
                    <a:pt x="44730" y="51710"/>
                  </a:cubicBezTo>
                  <a:cubicBezTo>
                    <a:pt x="48563" y="51710"/>
                    <a:pt x="51119" y="49157"/>
                    <a:pt x="51119" y="45326"/>
                  </a:cubicBezTo>
                  <a:lnTo>
                    <a:pt x="51119" y="6384"/>
                  </a:lnTo>
                  <a:cubicBezTo>
                    <a:pt x="51119" y="3192"/>
                    <a:pt x="48563" y="0"/>
                    <a:pt x="44730" y="0"/>
                  </a:cubicBezTo>
                  <a:close/>
                </a:path>
              </a:pathLst>
            </a:custGeom>
            <a:solidFill>
              <a:srgbClr val="0076A8"/>
            </a:solidFill>
            <a:ln w="6390" cap="flat">
              <a:noFill/>
              <a:prstDash val="solid"/>
              <a:miter/>
            </a:ln>
          </p:spPr>
          <p:txBody>
            <a:bodyPr rtlCol="0" anchor="ctr"/>
            <a:lstStyle/>
            <a:p>
              <a:endParaRPr lang="en-US"/>
            </a:p>
          </p:txBody>
        </p:sp>
      </p:grpSp>
      <p:grpSp>
        <p:nvGrpSpPr>
          <p:cNvPr id="69" name="Graphic 4">
            <a:extLst>
              <a:ext uri="{FF2B5EF4-FFF2-40B4-BE49-F238E27FC236}">
                <a16:creationId xmlns:a16="http://schemas.microsoft.com/office/drawing/2014/main" id="{F8B61EEE-A030-EF4B-B529-FF56115F6175}"/>
              </a:ext>
            </a:extLst>
          </p:cNvPr>
          <p:cNvGrpSpPr/>
          <p:nvPr/>
        </p:nvGrpSpPr>
        <p:grpSpPr>
          <a:xfrm>
            <a:off x="1515054" y="3339623"/>
            <a:ext cx="362309" cy="361971"/>
            <a:chOff x="1515054" y="3339623"/>
            <a:chExt cx="362309" cy="361971"/>
          </a:xfrm>
          <a:solidFill>
            <a:srgbClr val="0076A8"/>
          </a:solidFill>
        </p:grpSpPr>
        <p:sp>
          <p:nvSpPr>
            <p:cNvPr id="70" name="Freeform 69">
              <a:extLst>
                <a:ext uri="{FF2B5EF4-FFF2-40B4-BE49-F238E27FC236}">
                  <a16:creationId xmlns:a16="http://schemas.microsoft.com/office/drawing/2014/main" id="{1F8A264F-86B7-1447-B485-66DFF6638157}"/>
                </a:ext>
              </a:extLst>
            </p:cNvPr>
            <p:cNvSpPr/>
            <p:nvPr/>
          </p:nvSpPr>
          <p:spPr>
            <a:xfrm>
              <a:off x="1515054" y="3339623"/>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1305 h 361971"/>
                <a:gd name="connsiteX10" fmla="*/ 349529 w 362309"/>
                <a:gd name="connsiteY10" fmla="*/ 181305 h 361971"/>
                <a:gd name="connsiteX11" fmla="*/ 180835 w 362309"/>
                <a:gd name="connsiteY11" fmla="*/ 349204 h 361971"/>
                <a:gd name="connsiteX12" fmla="*/ 180835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0518" y="0"/>
                    <a:pt x="180835" y="0"/>
                  </a:cubicBezTo>
                  <a:close/>
                  <a:moveTo>
                    <a:pt x="180835" y="349204"/>
                  </a:moveTo>
                  <a:cubicBezTo>
                    <a:pt x="87542" y="349204"/>
                    <a:pt x="12780" y="273873"/>
                    <a:pt x="12780" y="180667"/>
                  </a:cubicBezTo>
                  <a:cubicBezTo>
                    <a:pt x="12780" y="87461"/>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0076A8"/>
            </a:solidFill>
            <a:ln w="6390" cap="flat">
              <a:noFill/>
              <a:prstDash val="solid"/>
              <a:miter/>
            </a:ln>
          </p:spPr>
          <p:txBody>
            <a:bodyPr rtlCol="0" anchor="ctr"/>
            <a:lstStyle/>
            <a:p>
              <a:endParaRPr lang="en-US"/>
            </a:p>
          </p:txBody>
        </p:sp>
        <p:sp>
          <p:nvSpPr>
            <p:cNvPr id="71" name="Freeform 70">
              <a:extLst>
                <a:ext uri="{FF2B5EF4-FFF2-40B4-BE49-F238E27FC236}">
                  <a16:creationId xmlns:a16="http://schemas.microsoft.com/office/drawing/2014/main" id="{DCE22448-1954-8A4D-9AF7-48A1911692D4}"/>
                </a:ext>
              </a:extLst>
            </p:cNvPr>
            <p:cNvSpPr/>
            <p:nvPr/>
          </p:nvSpPr>
          <p:spPr>
            <a:xfrm>
              <a:off x="1627167" y="3417508"/>
              <a:ext cx="136454" cy="77246"/>
            </a:xfrm>
            <a:custGeom>
              <a:avLst/>
              <a:gdLst>
                <a:gd name="connsiteX0" fmla="*/ 73194 w 136454"/>
                <a:gd name="connsiteY0" fmla="*/ 1915 h 77246"/>
                <a:gd name="connsiteX1" fmla="*/ 64249 w 136454"/>
                <a:gd name="connsiteY1" fmla="*/ 1915 h 77246"/>
                <a:gd name="connsiteX2" fmla="*/ 64249 w 136454"/>
                <a:gd name="connsiteY2" fmla="*/ 1915 h 77246"/>
                <a:gd name="connsiteX3" fmla="*/ 1627 w 136454"/>
                <a:gd name="connsiteY3" fmla="*/ 66393 h 77246"/>
                <a:gd name="connsiteX4" fmla="*/ 2266 w 136454"/>
                <a:gd name="connsiteY4" fmla="*/ 75331 h 77246"/>
                <a:gd name="connsiteX5" fmla="*/ 10573 w 136454"/>
                <a:gd name="connsiteY5" fmla="*/ 75331 h 77246"/>
                <a:gd name="connsiteX6" fmla="*/ 68082 w 136454"/>
                <a:gd name="connsiteY6" fmla="*/ 15960 h 77246"/>
                <a:gd name="connsiteX7" fmla="*/ 125592 w 136454"/>
                <a:gd name="connsiteY7" fmla="*/ 75331 h 77246"/>
                <a:gd name="connsiteX8" fmla="*/ 134538 w 136454"/>
                <a:gd name="connsiteY8" fmla="*/ 75331 h 77246"/>
                <a:gd name="connsiteX9" fmla="*/ 134538 w 136454"/>
                <a:gd name="connsiteY9" fmla="*/ 75331 h 77246"/>
                <a:gd name="connsiteX10" fmla="*/ 134538 w 136454"/>
                <a:gd name="connsiteY10" fmla="*/ 66393 h 77246"/>
                <a:gd name="connsiteX11" fmla="*/ 73194 w 136454"/>
                <a:gd name="connsiteY11" fmla="*/ 1915 h 77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454" h="77246">
                  <a:moveTo>
                    <a:pt x="73194" y="1915"/>
                  </a:moveTo>
                  <a:cubicBezTo>
                    <a:pt x="70639" y="-638"/>
                    <a:pt x="66805" y="-638"/>
                    <a:pt x="64249" y="1915"/>
                  </a:cubicBezTo>
                  <a:lnTo>
                    <a:pt x="64249" y="1915"/>
                  </a:lnTo>
                  <a:lnTo>
                    <a:pt x="1627" y="66393"/>
                  </a:lnTo>
                  <a:cubicBezTo>
                    <a:pt x="-929" y="68947"/>
                    <a:pt x="-290" y="73416"/>
                    <a:pt x="2266" y="75331"/>
                  </a:cubicBezTo>
                  <a:cubicBezTo>
                    <a:pt x="4822" y="77246"/>
                    <a:pt x="8017" y="77246"/>
                    <a:pt x="10573" y="75331"/>
                  </a:cubicBezTo>
                  <a:lnTo>
                    <a:pt x="68082" y="15960"/>
                  </a:lnTo>
                  <a:lnTo>
                    <a:pt x="125592" y="75331"/>
                  </a:lnTo>
                  <a:cubicBezTo>
                    <a:pt x="128148" y="77885"/>
                    <a:pt x="131982" y="77885"/>
                    <a:pt x="134538" y="75331"/>
                  </a:cubicBezTo>
                  <a:lnTo>
                    <a:pt x="134538" y="75331"/>
                  </a:lnTo>
                  <a:cubicBezTo>
                    <a:pt x="137094" y="72777"/>
                    <a:pt x="137094" y="68947"/>
                    <a:pt x="134538" y="66393"/>
                  </a:cubicBezTo>
                  <a:lnTo>
                    <a:pt x="73194" y="1915"/>
                  </a:lnTo>
                  <a:close/>
                </a:path>
              </a:pathLst>
            </a:custGeom>
            <a:solidFill>
              <a:srgbClr val="0076A8"/>
            </a:solidFill>
            <a:ln w="6390" cap="flat">
              <a:noFill/>
              <a:prstDash val="solid"/>
              <a:miter/>
            </a:ln>
          </p:spPr>
          <p:txBody>
            <a:bodyPr rtlCol="0" anchor="ctr"/>
            <a:lstStyle/>
            <a:p>
              <a:endParaRPr lang="en-US"/>
            </a:p>
          </p:txBody>
        </p:sp>
        <p:sp>
          <p:nvSpPr>
            <p:cNvPr id="72" name="Freeform 71">
              <a:extLst>
                <a:ext uri="{FF2B5EF4-FFF2-40B4-BE49-F238E27FC236}">
                  <a16:creationId xmlns:a16="http://schemas.microsoft.com/office/drawing/2014/main" id="{FBA50AB0-AAEB-E44C-B62B-FC25C22DEA88}"/>
                </a:ext>
              </a:extLst>
            </p:cNvPr>
            <p:cNvSpPr/>
            <p:nvPr/>
          </p:nvSpPr>
          <p:spPr>
            <a:xfrm>
              <a:off x="1627996" y="3547014"/>
              <a:ext cx="137543" cy="77334"/>
            </a:xfrm>
            <a:custGeom>
              <a:avLst/>
              <a:gdLst>
                <a:gd name="connsiteX0" fmla="*/ 125402 w 137543"/>
                <a:gd name="connsiteY0" fmla="*/ 2003 h 77334"/>
                <a:gd name="connsiteX1" fmla="*/ 67893 w 137543"/>
                <a:gd name="connsiteY1" fmla="*/ 61374 h 77334"/>
                <a:gd name="connsiteX2" fmla="*/ 10384 w 137543"/>
                <a:gd name="connsiteY2" fmla="*/ 2003 h 77334"/>
                <a:gd name="connsiteX3" fmla="*/ 1438 w 137543"/>
                <a:gd name="connsiteY3" fmla="*/ 2642 h 77334"/>
                <a:gd name="connsiteX4" fmla="*/ 1438 w 137543"/>
                <a:gd name="connsiteY4" fmla="*/ 10941 h 77334"/>
                <a:gd name="connsiteX5" fmla="*/ 64059 w 137543"/>
                <a:gd name="connsiteY5" fmla="*/ 75419 h 77334"/>
                <a:gd name="connsiteX6" fmla="*/ 73005 w 137543"/>
                <a:gd name="connsiteY6" fmla="*/ 75419 h 77334"/>
                <a:gd name="connsiteX7" fmla="*/ 73005 w 137543"/>
                <a:gd name="connsiteY7" fmla="*/ 75419 h 77334"/>
                <a:gd name="connsiteX8" fmla="*/ 135626 w 137543"/>
                <a:gd name="connsiteY8" fmla="*/ 10941 h 77334"/>
                <a:gd name="connsiteX9" fmla="*/ 135626 w 137543"/>
                <a:gd name="connsiteY9" fmla="*/ 2003 h 77334"/>
                <a:gd name="connsiteX10" fmla="*/ 126681 w 137543"/>
                <a:gd name="connsiteY10" fmla="*/ 1365 h 77334"/>
                <a:gd name="connsiteX11" fmla="*/ 125402 w 137543"/>
                <a:gd name="connsiteY11" fmla="*/ 2003 h 77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543" h="77334">
                  <a:moveTo>
                    <a:pt x="125402" y="2003"/>
                  </a:moveTo>
                  <a:lnTo>
                    <a:pt x="67893" y="61374"/>
                  </a:lnTo>
                  <a:lnTo>
                    <a:pt x="10384" y="2003"/>
                  </a:lnTo>
                  <a:cubicBezTo>
                    <a:pt x="7828" y="-550"/>
                    <a:pt x="3994" y="88"/>
                    <a:pt x="1438" y="2642"/>
                  </a:cubicBezTo>
                  <a:cubicBezTo>
                    <a:pt x="-479" y="5195"/>
                    <a:pt x="-479" y="8387"/>
                    <a:pt x="1438" y="10941"/>
                  </a:cubicBezTo>
                  <a:lnTo>
                    <a:pt x="64059" y="75419"/>
                  </a:lnTo>
                  <a:cubicBezTo>
                    <a:pt x="66615" y="77973"/>
                    <a:pt x="70449" y="77973"/>
                    <a:pt x="73005" y="75419"/>
                  </a:cubicBezTo>
                  <a:lnTo>
                    <a:pt x="73005" y="75419"/>
                  </a:lnTo>
                  <a:lnTo>
                    <a:pt x="135626" y="10941"/>
                  </a:lnTo>
                  <a:cubicBezTo>
                    <a:pt x="138182" y="8387"/>
                    <a:pt x="138182" y="4557"/>
                    <a:pt x="135626" y="2003"/>
                  </a:cubicBezTo>
                  <a:cubicBezTo>
                    <a:pt x="133071" y="-550"/>
                    <a:pt x="129236" y="-550"/>
                    <a:pt x="126681" y="1365"/>
                  </a:cubicBezTo>
                  <a:cubicBezTo>
                    <a:pt x="126042" y="1365"/>
                    <a:pt x="126042" y="1365"/>
                    <a:pt x="125402" y="2003"/>
                  </a:cubicBezTo>
                  <a:close/>
                </a:path>
              </a:pathLst>
            </a:custGeom>
            <a:solidFill>
              <a:srgbClr val="0076A8"/>
            </a:solidFill>
            <a:ln w="6390" cap="flat">
              <a:noFill/>
              <a:prstDash val="solid"/>
              <a:miter/>
            </a:ln>
          </p:spPr>
          <p:txBody>
            <a:bodyPr rtlCol="0" anchor="ctr"/>
            <a:lstStyle/>
            <a:p>
              <a:endParaRPr lang="en-US"/>
            </a:p>
          </p:txBody>
        </p:sp>
      </p:grpSp>
      <p:grpSp>
        <p:nvGrpSpPr>
          <p:cNvPr id="73" name="Graphic 4">
            <a:extLst>
              <a:ext uri="{FF2B5EF4-FFF2-40B4-BE49-F238E27FC236}">
                <a16:creationId xmlns:a16="http://schemas.microsoft.com/office/drawing/2014/main" id="{7E3EC372-4FA7-244D-BCE6-805A6ED0D2A3}"/>
              </a:ext>
            </a:extLst>
          </p:cNvPr>
          <p:cNvGrpSpPr/>
          <p:nvPr/>
        </p:nvGrpSpPr>
        <p:grpSpPr>
          <a:xfrm>
            <a:off x="467104" y="3339623"/>
            <a:ext cx="362309" cy="361971"/>
            <a:chOff x="467104" y="3339623"/>
            <a:chExt cx="362309" cy="361971"/>
          </a:xfrm>
          <a:solidFill>
            <a:srgbClr val="0076A8"/>
          </a:solidFill>
        </p:grpSpPr>
        <p:sp>
          <p:nvSpPr>
            <p:cNvPr id="74" name="Freeform 73">
              <a:extLst>
                <a:ext uri="{FF2B5EF4-FFF2-40B4-BE49-F238E27FC236}">
                  <a16:creationId xmlns:a16="http://schemas.microsoft.com/office/drawing/2014/main" id="{00DB0209-ECD2-D947-8653-5BF402B6DAB9}"/>
                </a:ext>
              </a:extLst>
            </p:cNvPr>
            <p:cNvSpPr/>
            <p:nvPr/>
          </p:nvSpPr>
          <p:spPr>
            <a:xfrm>
              <a:off x="467104" y="3339623"/>
              <a:ext cx="362309" cy="361971"/>
            </a:xfrm>
            <a:custGeom>
              <a:avLst/>
              <a:gdLst>
                <a:gd name="connsiteX0" fmla="*/ 181474 w 362309"/>
                <a:gd name="connsiteY0" fmla="*/ 0 h 361971"/>
                <a:gd name="connsiteX1" fmla="*/ 0 w 362309"/>
                <a:gd name="connsiteY1" fmla="*/ 180667 h 361971"/>
                <a:gd name="connsiteX2" fmla="*/ 181474 w 362309"/>
                <a:gd name="connsiteY2" fmla="*/ 361972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0 h 361971"/>
                <a:gd name="connsiteX7" fmla="*/ 181474 w 362309"/>
                <a:gd name="connsiteY7" fmla="*/ 349204 h 361971"/>
                <a:gd name="connsiteX8" fmla="*/ 13419 w 362309"/>
                <a:gd name="connsiteY8" fmla="*/ 181305 h 361971"/>
                <a:gd name="connsiteX9" fmla="*/ 181474 w 362309"/>
                <a:gd name="connsiteY9" fmla="*/ 12768 h 361971"/>
                <a:gd name="connsiteX10" fmla="*/ 349530 w 362309"/>
                <a:gd name="connsiteY10" fmla="*/ 181305 h 361971"/>
                <a:gd name="connsiteX11" fmla="*/ 349530 w 362309"/>
                <a:gd name="connsiteY11" fmla="*/ 181305 h 361971"/>
                <a:gd name="connsiteX12" fmla="*/ 181474 w 362309"/>
                <a:gd name="connsiteY12" fmla="*/ 349204 h 361971"/>
                <a:gd name="connsiteX13" fmla="*/ 181474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1474" y="0"/>
                  </a:moveTo>
                  <a:cubicBezTo>
                    <a:pt x="81152" y="0"/>
                    <a:pt x="0" y="81077"/>
                    <a:pt x="0" y="180667"/>
                  </a:cubicBezTo>
                  <a:cubicBezTo>
                    <a:pt x="0" y="280895"/>
                    <a:pt x="81152" y="361972"/>
                    <a:pt x="181474" y="361972"/>
                  </a:cubicBezTo>
                  <a:cubicBezTo>
                    <a:pt x="281796" y="361972"/>
                    <a:pt x="362309" y="280895"/>
                    <a:pt x="362309" y="180667"/>
                  </a:cubicBezTo>
                  <a:lnTo>
                    <a:pt x="362309" y="180667"/>
                  </a:lnTo>
                  <a:cubicBezTo>
                    <a:pt x="362309" y="81077"/>
                    <a:pt x="281796" y="0"/>
                    <a:pt x="181474" y="0"/>
                  </a:cubicBezTo>
                  <a:lnTo>
                    <a:pt x="181474" y="0"/>
                  </a:ln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lnTo>
                    <a:pt x="181474" y="349204"/>
                  </a:lnTo>
                  <a:close/>
                </a:path>
              </a:pathLst>
            </a:custGeom>
            <a:solidFill>
              <a:srgbClr val="0076A8"/>
            </a:solidFill>
            <a:ln w="6390" cap="flat">
              <a:noFill/>
              <a:prstDash val="solid"/>
              <a:miter/>
            </a:ln>
          </p:spPr>
          <p:txBody>
            <a:bodyPr rtlCol="0" anchor="ctr"/>
            <a:lstStyle/>
            <a:p>
              <a:endParaRPr lang="en-US"/>
            </a:p>
          </p:txBody>
        </p:sp>
        <p:sp>
          <p:nvSpPr>
            <p:cNvPr id="75" name="Freeform 74">
              <a:extLst>
                <a:ext uri="{FF2B5EF4-FFF2-40B4-BE49-F238E27FC236}">
                  <a16:creationId xmlns:a16="http://schemas.microsoft.com/office/drawing/2014/main" id="{2CB26F90-0F59-2241-AB59-6D88DD5154BD}"/>
                </a:ext>
              </a:extLst>
            </p:cNvPr>
            <p:cNvSpPr/>
            <p:nvPr/>
          </p:nvSpPr>
          <p:spPr>
            <a:xfrm>
              <a:off x="579001" y="3435034"/>
              <a:ext cx="137949" cy="77594"/>
            </a:xfrm>
            <a:custGeom>
              <a:avLst/>
              <a:gdLst>
                <a:gd name="connsiteX0" fmla="*/ 127087 w 137949"/>
                <a:gd name="connsiteY0" fmla="*/ 2264 h 77594"/>
                <a:gd name="connsiteX1" fmla="*/ 69577 w 137949"/>
                <a:gd name="connsiteY1" fmla="*/ 61635 h 77594"/>
                <a:gd name="connsiteX2" fmla="*/ 12068 w 137949"/>
                <a:gd name="connsiteY2" fmla="*/ 2264 h 77594"/>
                <a:gd name="connsiteX3" fmla="*/ 2483 w 137949"/>
                <a:gd name="connsiteY3" fmla="*/ 1626 h 77594"/>
                <a:gd name="connsiteX4" fmla="*/ 1844 w 137949"/>
                <a:gd name="connsiteY4" fmla="*/ 11202 h 77594"/>
                <a:gd name="connsiteX5" fmla="*/ 64465 w 137949"/>
                <a:gd name="connsiteY5" fmla="*/ 75680 h 77594"/>
                <a:gd name="connsiteX6" fmla="*/ 68938 w 137949"/>
                <a:gd name="connsiteY6" fmla="*/ 77595 h 77594"/>
                <a:gd name="connsiteX7" fmla="*/ 73411 w 137949"/>
                <a:gd name="connsiteY7" fmla="*/ 75680 h 77594"/>
                <a:gd name="connsiteX8" fmla="*/ 136032 w 137949"/>
                <a:gd name="connsiteY8" fmla="*/ 11202 h 77594"/>
                <a:gd name="connsiteX9" fmla="*/ 136032 w 137949"/>
                <a:gd name="connsiteY9" fmla="*/ 2264 h 77594"/>
                <a:gd name="connsiteX10" fmla="*/ 127087 w 137949"/>
                <a:gd name="connsiteY10" fmla="*/ 2264 h 77594"/>
                <a:gd name="connsiteX11" fmla="*/ 127087 w 137949"/>
                <a:gd name="connsiteY11" fmla="*/ 2264 h 77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949" h="77594">
                  <a:moveTo>
                    <a:pt x="127087" y="2264"/>
                  </a:moveTo>
                  <a:lnTo>
                    <a:pt x="69577" y="61635"/>
                  </a:lnTo>
                  <a:lnTo>
                    <a:pt x="12068" y="2264"/>
                  </a:lnTo>
                  <a:cubicBezTo>
                    <a:pt x="9512" y="-289"/>
                    <a:pt x="5678" y="-928"/>
                    <a:pt x="2483" y="1626"/>
                  </a:cubicBezTo>
                  <a:cubicBezTo>
                    <a:pt x="-712" y="4179"/>
                    <a:pt x="-712" y="8010"/>
                    <a:pt x="1844" y="11202"/>
                  </a:cubicBezTo>
                  <a:lnTo>
                    <a:pt x="64465" y="75680"/>
                  </a:lnTo>
                  <a:cubicBezTo>
                    <a:pt x="65743" y="76957"/>
                    <a:pt x="67021" y="77595"/>
                    <a:pt x="68938" y="77595"/>
                  </a:cubicBezTo>
                  <a:cubicBezTo>
                    <a:pt x="70855" y="77595"/>
                    <a:pt x="72133" y="76957"/>
                    <a:pt x="73411" y="75680"/>
                  </a:cubicBezTo>
                  <a:lnTo>
                    <a:pt x="136032" y="11202"/>
                  </a:lnTo>
                  <a:cubicBezTo>
                    <a:pt x="138588" y="8648"/>
                    <a:pt x="138588" y="4818"/>
                    <a:pt x="136032" y="2264"/>
                  </a:cubicBezTo>
                  <a:cubicBezTo>
                    <a:pt x="134115" y="-928"/>
                    <a:pt x="129643" y="-289"/>
                    <a:pt x="127087" y="2264"/>
                  </a:cubicBezTo>
                  <a:lnTo>
                    <a:pt x="127087" y="2264"/>
                  </a:lnTo>
                  <a:close/>
                </a:path>
              </a:pathLst>
            </a:custGeom>
            <a:solidFill>
              <a:srgbClr val="0076A8"/>
            </a:solidFill>
            <a:ln w="6390" cap="flat">
              <a:noFill/>
              <a:prstDash val="solid"/>
              <a:miter/>
            </a:ln>
          </p:spPr>
          <p:txBody>
            <a:bodyPr rtlCol="0" anchor="ctr"/>
            <a:lstStyle/>
            <a:p>
              <a:endParaRPr lang="en-US"/>
            </a:p>
          </p:txBody>
        </p:sp>
        <p:sp>
          <p:nvSpPr>
            <p:cNvPr id="76" name="Freeform 75">
              <a:extLst>
                <a:ext uri="{FF2B5EF4-FFF2-40B4-BE49-F238E27FC236}">
                  <a16:creationId xmlns:a16="http://schemas.microsoft.com/office/drawing/2014/main" id="{22800762-7B4A-3749-8C4C-09A84BFEA823}"/>
                </a:ext>
              </a:extLst>
            </p:cNvPr>
            <p:cNvSpPr/>
            <p:nvPr/>
          </p:nvSpPr>
          <p:spPr>
            <a:xfrm>
              <a:off x="579567" y="3529227"/>
              <a:ext cx="136744" cy="77246"/>
            </a:xfrm>
            <a:custGeom>
              <a:avLst/>
              <a:gdLst>
                <a:gd name="connsiteX0" fmla="*/ 73484 w 136744"/>
                <a:gd name="connsiteY0" fmla="*/ 1915 h 77246"/>
                <a:gd name="connsiteX1" fmla="*/ 64538 w 136744"/>
                <a:gd name="connsiteY1" fmla="*/ 1915 h 77246"/>
                <a:gd name="connsiteX2" fmla="*/ 64538 w 136744"/>
                <a:gd name="connsiteY2" fmla="*/ 1915 h 77246"/>
                <a:gd name="connsiteX3" fmla="*/ 1917 w 136744"/>
                <a:gd name="connsiteY3" fmla="*/ 66393 h 77246"/>
                <a:gd name="connsiteX4" fmla="*/ 1917 w 136744"/>
                <a:gd name="connsiteY4" fmla="*/ 75331 h 77246"/>
                <a:gd name="connsiteX5" fmla="*/ 10863 w 136744"/>
                <a:gd name="connsiteY5" fmla="*/ 75331 h 77246"/>
                <a:gd name="connsiteX6" fmla="*/ 10863 w 136744"/>
                <a:gd name="connsiteY6" fmla="*/ 75331 h 77246"/>
                <a:gd name="connsiteX7" fmla="*/ 68372 w 136744"/>
                <a:gd name="connsiteY7" fmla="*/ 15960 h 77246"/>
                <a:gd name="connsiteX8" fmla="*/ 125882 w 136744"/>
                <a:gd name="connsiteY8" fmla="*/ 75331 h 77246"/>
                <a:gd name="connsiteX9" fmla="*/ 134828 w 136744"/>
                <a:gd name="connsiteY9" fmla="*/ 75331 h 77246"/>
                <a:gd name="connsiteX10" fmla="*/ 134828 w 136744"/>
                <a:gd name="connsiteY10" fmla="*/ 66393 h 77246"/>
                <a:gd name="connsiteX11" fmla="*/ 134828 w 136744"/>
                <a:gd name="connsiteY11" fmla="*/ 66393 h 77246"/>
                <a:gd name="connsiteX12" fmla="*/ 73484 w 136744"/>
                <a:gd name="connsiteY12" fmla="*/ 1915 h 77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744" h="77246">
                  <a:moveTo>
                    <a:pt x="73484" y="1915"/>
                  </a:moveTo>
                  <a:cubicBezTo>
                    <a:pt x="70928" y="-638"/>
                    <a:pt x="67094" y="-638"/>
                    <a:pt x="64538" y="1915"/>
                  </a:cubicBezTo>
                  <a:lnTo>
                    <a:pt x="64538" y="1915"/>
                  </a:lnTo>
                  <a:lnTo>
                    <a:pt x="1917" y="66393"/>
                  </a:lnTo>
                  <a:cubicBezTo>
                    <a:pt x="-639" y="68947"/>
                    <a:pt x="-639" y="72777"/>
                    <a:pt x="1917" y="75331"/>
                  </a:cubicBezTo>
                  <a:cubicBezTo>
                    <a:pt x="4473" y="77885"/>
                    <a:pt x="8307" y="77885"/>
                    <a:pt x="10863" y="75331"/>
                  </a:cubicBezTo>
                  <a:lnTo>
                    <a:pt x="10863" y="75331"/>
                  </a:lnTo>
                  <a:lnTo>
                    <a:pt x="68372" y="15960"/>
                  </a:lnTo>
                  <a:lnTo>
                    <a:pt x="125882" y="75331"/>
                  </a:lnTo>
                  <a:cubicBezTo>
                    <a:pt x="128438" y="77885"/>
                    <a:pt x="132272" y="77885"/>
                    <a:pt x="134828" y="75331"/>
                  </a:cubicBezTo>
                  <a:cubicBezTo>
                    <a:pt x="137384" y="72777"/>
                    <a:pt x="137384" y="68947"/>
                    <a:pt x="134828" y="66393"/>
                  </a:cubicBezTo>
                  <a:lnTo>
                    <a:pt x="134828" y="66393"/>
                  </a:lnTo>
                  <a:lnTo>
                    <a:pt x="73484" y="1915"/>
                  </a:lnTo>
                  <a:close/>
                </a:path>
              </a:pathLst>
            </a:custGeom>
            <a:solidFill>
              <a:srgbClr val="0076A8"/>
            </a:solidFill>
            <a:ln w="6390" cap="flat">
              <a:noFill/>
              <a:prstDash val="solid"/>
              <a:miter/>
            </a:ln>
          </p:spPr>
          <p:txBody>
            <a:bodyPr rtlCol="0" anchor="ctr"/>
            <a:lstStyle/>
            <a:p>
              <a:endParaRPr lang="en-US"/>
            </a:p>
          </p:txBody>
        </p:sp>
      </p:grpSp>
      <p:grpSp>
        <p:nvGrpSpPr>
          <p:cNvPr id="77" name="Graphic 4">
            <a:extLst>
              <a:ext uri="{FF2B5EF4-FFF2-40B4-BE49-F238E27FC236}">
                <a16:creationId xmlns:a16="http://schemas.microsoft.com/office/drawing/2014/main" id="{7990CC0F-7981-604B-8F56-0B8614FBB94D}"/>
              </a:ext>
            </a:extLst>
          </p:cNvPr>
          <p:cNvGrpSpPr/>
          <p:nvPr/>
        </p:nvGrpSpPr>
        <p:grpSpPr>
          <a:xfrm>
            <a:off x="1952125" y="2855717"/>
            <a:ext cx="362313" cy="361971"/>
            <a:chOff x="1952125" y="2855717"/>
            <a:chExt cx="362313" cy="361971"/>
          </a:xfrm>
          <a:solidFill>
            <a:srgbClr val="0076A8"/>
          </a:solidFill>
        </p:grpSpPr>
        <p:sp>
          <p:nvSpPr>
            <p:cNvPr id="78" name="Freeform 77">
              <a:extLst>
                <a:ext uri="{FF2B5EF4-FFF2-40B4-BE49-F238E27FC236}">
                  <a16:creationId xmlns:a16="http://schemas.microsoft.com/office/drawing/2014/main" id="{FF7A3A93-D725-144B-9399-A2501E731C40}"/>
                </a:ext>
              </a:extLst>
            </p:cNvPr>
            <p:cNvSpPr/>
            <p:nvPr/>
          </p:nvSpPr>
          <p:spPr>
            <a:xfrm>
              <a:off x="1952125" y="285571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291748 h 361971"/>
                <a:gd name="connsiteX7" fmla="*/ 70289 w 362313"/>
                <a:gd name="connsiteY7" fmla="*/ 180667 h 361971"/>
                <a:gd name="connsiteX8" fmla="*/ 181474 w 362313"/>
                <a:gd name="connsiteY8" fmla="*/ 69585 h 361971"/>
                <a:gd name="connsiteX9" fmla="*/ 292659 w 362313"/>
                <a:gd name="connsiteY9" fmla="*/ 180667 h 361971"/>
                <a:gd name="connsiteX10" fmla="*/ 181474 w 362313"/>
                <a:gd name="connsiteY10" fmla="*/ 29174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13" h="361971">
                  <a:moveTo>
                    <a:pt x="181474" y="0"/>
                  </a:moveTo>
                  <a:cubicBezTo>
                    <a:pt x="81152" y="0"/>
                    <a:pt x="0" y="81076"/>
                    <a:pt x="0" y="180667"/>
                  </a:cubicBezTo>
                  <a:cubicBezTo>
                    <a:pt x="0" y="280895"/>
                    <a:pt x="81152" y="361972"/>
                    <a:pt x="180835" y="361972"/>
                  </a:cubicBezTo>
                  <a:cubicBezTo>
                    <a:pt x="281157" y="361972"/>
                    <a:pt x="362310" y="280895"/>
                    <a:pt x="362310" y="181305"/>
                  </a:cubicBezTo>
                  <a:lnTo>
                    <a:pt x="362310" y="181305"/>
                  </a:lnTo>
                  <a:cubicBezTo>
                    <a:pt x="362948" y="81076"/>
                    <a:pt x="281796" y="0"/>
                    <a:pt x="181474" y="0"/>
                  </a:cubicBezTo>
                  <a:close/>
                  <a:moveTo>
                    <a:pt x="181474" y="291748"/>
                  </a:moveTo>
                  <a:cubicBezTo>
                    <a:pt x="120131" y="291748"/>
                    <a:pt x="70289" y="241953"/>
                    <a:pt x="70289" y="180667"/>
                  </a:cubicBezTo>
                  <a:cubicBezTo>
                    <a:pt x="70289" y="119380"/>
                    <a:pt x="120131" y="69585"/>
                    <a:pt x="181474" y="69585"/>
                  </a:cubicBezTo>
                  <a:cubicBezTo>
                    <a:pt x="242818" y="69585"/>
                    <a:pt x="292659" y="119380"/>
                    <a:pt x="292659" y="180667"/>
                  </a:cubicBezTo>
                  <a:cubicBezTo>
                    <a:pt x="292659" y="241953"/>
                    <a:pt x="242818" y="291748"/>
                    <a:pt x="181474" y="291748"/>
                  </a:cubicBezTo>
                  <a:close/>
                </a:path>
              </a:pathLst>
            </a:custGeom>
            <a:solidFill>
              <a:srgbClr val="0076A8"/>
            </a:solidFill>
            <a:ln w="6390" cap="flat">
              <a:noFill/>
              <a:prstDash val="solid"/>
              <a:miter/>
            </a:ln>
          </p:spPr>
          <p:txBody>
            <a:bodyPr rtlCol="0" anchor="ctr"/>
            <a:lstStyle/>
            <a:p>
              <a:endParaRPr lang="en-US"/>
            </a:p>
          </p:txBody>
        </p:sp>
        <p:sp>
          <p:nvSpPr>
            <p:cNvPr id="79" name="Freeform 78">
              <a:extLst>
                <a:ext uri="{FF2B5EF4-FFF2-40B4-BE49-F238E27FC236}">
                  <a16:creationId xmlns:a16="http://schemas.microsoft.com/office/drawing/2014/main" id="{637D8CEB-068F-3F48-9F5E-9E8EEB6BAE93}"/>
                </a:ext>
              </a:extLst>
            </p:cNvPr>
            <p:cNvSpPr/>
            <p:nvPr/>
          </p:nvSpPr>
          <p:spPr>
            <a:xfrm>
              <a:off x="2068422" y="2971268"/>
              <a:ext cx="130993" cy="128956"/>
            </a:xfrm>
            <a:custGeom>
              <a:avLst/>
              <a:gdLst>
                <a:gd name="connsiteX0" fmla="*/ 128438 w 130993"/>
                <a:gd name="connsiteY0" fmla="*/ 1915 h 128956"/>
                <a:gd name="connsiteX1" fmla="*/ 119492 w 130993"/>
                <a:gd name="connsiteY1" fmla="*/ 1915 h 128956"/>
                <a:gd name="connsiteX2" fmla="*/ 65177 w 130993"/>
                <a:gd name="connsiteY2" fmla="*/ 55541 h 128956"/>
                <a:gd name="connsiteX3" fmla="*/ 10863 w 130993"/>
                <a:gd name="connsiteY3" fmla="*/ 1915 h 128956"/>
                <a:gd name="connsiteX4" fmla="*/ 1917 w 130993"/>
                <a:gd name="connsiteY4" fmla="*/ 1915 h 128956"/>
                <a:gd name="connsiteX5" fmla="*/ 1917 w 130993"/>
                <a:gd name="connsiteY5" fmla="*/ 10853 h 128956"/>
                <a:gd name="connsiteX6" fmla="*/ 56231 w 130993"/>
                <a:gd name="connsiteY6" fmla="*/ 64478 h 128956"/>
                <a:gd name="connsiteX7" fmla="*/ 2556 w 130993"/>
                <a:gd name="connsiteY7" fmla="*/ 118104 h 128956"/>
                <a:gd name="connsiteX8" fmla="*/ 2556 w 130993"/>
                <a:gd name="connsiteY8" fmla="*/ 127041 h 128956"/>
                <a:gd name="connsiteX9" fmla="*/ 7029 w 130993"/>
                <a:gd name="connsiteY9" fmla="*/ 128956 h 128956"/>
                <a:gd name="connsiteX10" fmla="*/ 11502 w 130993"/>
                <a:gd name="connsiteY10" fmla="*/ 127041 h 128956"/>
                <a:gd name="connsiteX11" fmla="*/ 65816 w 130993"/>
                <a:gd name="connsiteY11" fmla="*/ 73416 h 128956"/>
                <a:gd name="connsiteX12" fmla="*/ 120131 w 130993"/>
                <a:gd name="connsiteY12" fmla="*/ 127041 h 128956"/>
                <a:gd name="connsiteX13" fmla="*/ 129077 w 130993"/>
                <a:gd name="connsiteY13" fmla="*/ 127041 h 128956"/>
                <a:gd name="connsiteX14" fmla="*/ 129077 w 130993"/>
                <a:gd name="connsiteY14" fmla="*/ 118104 h 128956"/>
                <a:gd name="connsiteX15" fmla="*/ 74762 w 130993"/>
                <a:gd name="connsiteY15" fmla="*/ 64478 h 128956"/>
                <a:gd name="connsiteX16" fmla="*/ 129077 w 130993"/>
                <a:gd name="connsiteY16" fmla="*/ 10853 h 128956"/>
                <a:gd name="connsiteX17" fmla="*/ 128438 w 130993"/>
                <a:gd name="connsiteY17" fmla="*/ 1915 h 128956"/>
                <a:gd name="connsiteX18" fmla="*/ 128438 w 130993"/>
                <a:gd name="connsiteY18" fmla="*/ 1915 h 128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993" h="128956">
                  <a:moveTo>
                    <a:pt x="128438" y="1915"/>
                  </a:moveTo>
                  <a:cubicBezTo>
                    <a:pt x="125882" y="-638"/>
                    <a:pt x="122048" y="-638"/>
                    <a:pt x="119492" y="1915"/>
                  </a:cubicBezTo>
                  <a:lnTo>
                    <a:pt x="65177" y="55541"/>
                  </a:lnTo>
                  <a:lnTo>
                    <a:pt x="10863" y="1915"/>
                  </a:lnTo>
                  <a:cubicBezTo>
                    <a:pt x="8307" y="-638"/>
                    <a:pt x="4473" y="-638"/>
                    <a:pt x="1917" y="1915"/>
                  </a:cubicBezTo>
                  <a:cubicBezTo>
                    <a:pt x="-639" y="4469"/>
                    <a:pt x="-639" y="8299"/>
                    <a:pt x="1917" y="10853"/>
                  </a:cubicBezTo>
                  <a:lnTo>
                    <a:pt x="56231" y="64478"/>
                  </a:lnTo>
                  <a:lnTo>
                    <a:pt x="2556" y="118104"/>
                  </a:lnTo>
                  <a:cubicBezTo>
                    <a:pt x="0" y="120657"/>
                    <a:pt x="0" y="124488"/>
                    <a:pt x="2556" y="127041"/>
                  </a:cubicBezTo>
                  <a:cubicBezTo>
                    <a:pt x="3834" y="128318"/>
                    <a:pt x="5112" y="128956"/>
                    <a:pt x="7029" y="128956"/>
                  </a:cubicBezTo>
                  <a:cubicBezTo>
                    <a:pt x="8946" y="128956"/>
                    <a:pt x="10224" y="128318"/>
                    <a:pt x="11502" y="127041"/>
                  </a:cubicBezTo>
                  <a:lnTo>
                    <a:pt x="65816" y="73416"/>
                  </a:lnTo>
                  <a:lnTo>
                    <a:pt x="120131" y="127041"/>
                  </a:lnTo>
                  <a:cubicBezTo>
                    <a:pt x="122687" y="129595"/>
                    <a:pt x="126521" y="129595"/>
                    <a:pt x="129077" y="127041"/>
                  </a:cubicBezTo>
                  <a:cubicBezTo>
                    <a:pt x="131633" y="124488"/>
                    <a:pt x="131633" y="120657"/>
                    <a:pt x="129077" y="118104"/>
                  </a:cubicBezTo>
                  <a:lnTo>
                    <a:pt x="74762" y="64478"/>
                  </a:lnTo>
                  <a:lnTo>
                    <a:pt x="129077" y="10853"/>
                  </a:lnTo>
                  <a:cubicBezTo>
                    <a:pt x="130355" y="8938"/>
                    <a:pt x="130994" y="5107"/>
                    <a:pt x="128438" y="1915"/>
                  </a:cubicBezTo>
                  <a:cubicBezTo>
                    <a:pt x="128438" y="2554"/>
                    <a:pt x="128438" y="1915"/>
                    <a:pt x="128438" y="1915"/>
                  </a:cubicBezTo>
                  <a:close/>
                </a:path>
              </a:pathLst>
            </a:custGeom>
            <a:solidFill>
              <a:srgbClr val="0076A8"/>
            </a:solidFill>
            <a:ln w="6390" cap="flat">
              <a:noFill/>
              <a:prstDash val="solid"/>
              <a:miter/>
            </a:ln>
          </p:spPr>
          <p:txBody>
            <a:bodyPr rtlCol="0" anchor="ctr"/>
            <a:lstStyle/>
            <a:p>
              <a:endParaRPr lang="en-US"/>
            </a:p>
          </p:txBody>
        </p:sp>
      </p:grpSp>
      <p:grpSp>
        <p:nvGrpSpPr>
          <p:cNvPr id="82" name="Graphic 4">
            <a:extLst>
              <a:ext uri="{FF2B5EF4-FFF2-40B4-BE49-F238E27FC236}">
                <a16:creationId xmlns:a16="http://schemas.microsoft.com/office/drawing/2014/main" id="{F4EA1B37-3A33-BA4A-868F-B66C7C3521A9}"/>
              </a:ext>
            </a:extLst>
          </p:cNvPr>
          <p:cNvGrpSpPr/>
          <p:nvPr/>
        </p:nvGrpSpPr>
        <p:grpSpPr>
          <a:xfrm>
            <a:off x="2560447" y="1402723"/>
            <a:ext cx="362309" cy="361971"/>
            <a:chOff x="2560447" y="1402723"/>
            <a:chExt cx="362309" cy="361971"/>
          </a:xfrm>
          <a:solidFill>
            <a:srgbClr val="0076A8"/>
          </a:solidFill>
        </p:grpSpPr>
        <p:sp>
          <p:nvSpPr>
            <p:cNvPr id="83" name="Freeform 82">
              <a:extLst>
                <a:ext uri="{FF2B5EF4-FFF2-40B4-BE49-F238E27FC236}">
                  <a16:creationId xmlns:a16="http://schemas.microsoft.com/office/drawing/2014/main" id="{64A4BF40-114D-9D4D-AC9E-7A26011AB656}"/>
                </a:ext>
              </a:extLst>
            </p:cNvPr>
            <p:cNvSpPr/>
            <p:nvPr/>
          </p:nvSpPr>
          <p:spPr>
            <a:xfrm>
              <a:off x="2560447" y="14027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8565 h 361971"/>
                <a:gd name="connsiteX7" fmla="*/ 12780 w 362309"/>
                <a:gd name="connsiteY7" fmla="*/ 180667 h 361971"/>
                <a:gd name="connsiteX8" fmla="*/ 180835 w 362309"/>
                <a:gd name="connsiteY8" fmla="*/ 12130 h 361971"/>
                <a:gd name="connsiteX9" fmla="*/ 349529 w 362309"/>
                <a:gd name="connsiteY9" fmla="*/ 180028 h 361971"/>
                <a:gd name="connsiteX10" fmla="*/ 349529 w 362309"/>
                <a:gd name="connsiteY10" fmla="*/ 180028 h 361971"/>
                <a:gd name="connsiteX11" fmla="*/ 181474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lnTo>
                    <a:pt x="362309" y="181305"/>
                  </a:lnTo>
                  <a:cubicBezTo>
                    <a:pt x="362309" y="80438"/>
                    <a:pt x="281157" y="0"/>
                    <a:pt x="181474" y="0"/>
                  </a:cubicBezTo>
                  <a:close/>
                  <a:moveTo>
                    <a:pt x="181474" y="348565"/>
                  </a:moveTo>
                  <a:cubicBezTo>
                    <a:pt x="88181" y="348565"/>
                    <a:pt x="12780" y="273234"/>
                    <a:pt x="12780" y="180667"/>
                  </a:cubicBezTo>
                  <a:cubicBezTo>
                    <a:pt x="12780" y="88099"/>
                    <a:pt x="88181" y="12130"/>
                    <a:pt x="180835" y="12130"/>
                  </a:cubicBezTo>
                  <a:cubicBezTo>
                    <a:pt x="273489" y="12130"/>
                    <a:pt x="349529" y="87461"/>
                    <a:pt x="349529" y="180028"/>
                  </a:cubicBezTo>
                  <a:lnTo>
                    <a:pt x="349529" y="180028"/>
                  </a:lnTo>
                  <a:cubicBezTo>
                    <a:pt x="349529" y="273234"/>
                    <a:pt x="274128" y="348565"/>
                    <a:pt x="181474" y="348565"/>
                  </a:cubicBezTo>
                  <a:close/>
                </a:path>
              </a:pathLst>
            </a:custGeom>
            <a:solidFill>
              <a:srgbClr val="0076A8"/>
            </a:solidFill>
            <a:ln w="6390"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08062FAB-90B1-C44D-B7B4-A9B211DE4BE4}"/>
                </a:ext>
              </a:extLst>
            </p:cNvPr>
            <p:cNvSpPr/>
            <p:nvPr/>
          </p:nvSpPr>
          <p:spPr>
            <a:xfrm>
              <a:off x="2633932" y="1475500"/>
              <a:ext cx="216618" cy="216416"/>
            </a:xfrm>
            <a:custGeom>
              <a:avLst/>
              <a:gdLst>
                <a:gd name="connsiteX0" fmla="*/ 183391 w 216618"/>
                <a:gd name="connsiteY0" fmla="*/ 72139 h 216416"/>
                <a:gd name="connsiteX1" fmla="*/ 174445 w 216618"/>
                <a:gd name="connsiteY1" fmla="*/ 72777 h 216416"/>
                <a:gd name="connsiteX2" fmla="*/ 174445 w 216618"/>
                <a:gd name="connsiteY2" fmla="*/ 81077 h 216416"/>
                <a:gd name="connsiteX3" fmla="*/ 194254 w 216618"/>
                <a:gd name="connsiteY3" fmla="*/ 100867 h 216416"/>
                <a:gd name="connsiteX4" fmla="*/ 114380 w 216618"/>
                <a:gd name="connsiteY4" fmla="*/ 100867 h 216416"/>
                <a:gd name="connsiteX5" fmla="*/ 114380 w 216618"/>
                <a:gd name="connsiteY5" fmla="*/ 21067 h 216416"/>
                <a:gd name="connsiteX6" fmla="*/ 134189 w 216618"/>
                <a:gd name="connsiteY6" fmla="*/ 40857 h 216416"/>
                <a:gd name="connsiteX7" fmla="*/ 143135 w 216618"/>
                <a:gd name="connsiteY7" fmla="*/ 40219 h 216416"/>
                <a:gd name="connsiteX8" fmla="*/ 143135 w 216618"/>
                <a:gd name="connsiteY8" fmla="*/ 31920 h 216416"/>
                <a:gd name="connsiteX9" fmla="*/ 113102 w 216618"/>
                <a:gd name="connsiteY9" fmla="*/ 1915 h 216416"/>
                <a:gd name="connsiteX10" fmla="*/ 104156 w 216618"/>
                <a:gd name="connsiteY10" fmla="*/ 1915 h 216416"/>
                <a:gd name="connsiteX11" fmla="*/ 72845 w 216618"/>
                <a:gd name="connsiteY11" fmla="*/ 33197 h 216416"/>
                <a:gd name="connsiteX12" fmla="*/ 72845 w 216618"/>
                <a:gd name="connsiteY12" fmla="*/ 42134 h 216416"/>
                <a:gd name="connsiteX13" fmla="*/ 81791 w 216618"/>
                <a:gd name="connsiteY13" fmla="*/ 42134 h 216416"/>
                <a:gd name="connsiteX14" fmla="*/ 101600 w 216618"/>
                <a:gd name="connsiteY14" fmla="*/ 22344 h 216416"/>
                <a:gd name="connsiteX15" fmla="*/ 101600 w 216618"/>
                <a:gd name="connsiteY15" fmla="*/ 101505 h 216416"/>
                <a:gd name="connsiteX16" fmla="*/ 21087 w 216618"/>
                <a:gd name="connsiteY16" fmla="*/ 101505 h 216416"/>
                <a:gd name="connsiteX17" fmla="*/ 40896 w 216618"/>
                <a:gd name="connsiteY17" fmla="*/ 81715 h 216416"/>
                <a:gd name="connsiteX18" fmla="*/ 40896 w 216618"/>
                <a:gd name="connsiteY18" fmla="*/ 72777 h 216416"/>
                <a:gd name="connsiteX19" fmla="*/ 31950 w 216618"/>
                <a:gd name="connsiteY19" fmla="*/ 72777 h 216416"/>
                <a:gd name="connsiteX20" fmla="*/ 31950 w 216618"/>
                <a:gd name="connsiteY20" fmla="*/ 72777 h 216416"/>
                <a:gd name="connsiteX21" fmla="*/ 1917 w 216618"/>
                <a:gd name="connsiteY21" fmla="*/ 102782 h 216416"/>
                <a:gd name="connsiteX22" fmla="*/ 1917 w 216618"/>
                <a:gd name="connsiteY22" fmla="*/ 111720 h 216416"/>
                <a:gd name="connsiteX23" fmla="*/ 33867 w 216618"/>
                <a:gd name="connsiteY23" fmla="*/ 143640 h 216416"/>
                <a:gd name="connsiteX24" fmla="*/ 38340 w 216618"/>
                <a:gd name="connsiteY24" fmla="*/ 145555 h 216416"/>
                <a:gd name="connsiteX25" fmla="*/ 42813 w 216618"/>
                <a:gd name="connsiteY25" fmla="*/ 143640 h 216416"/>
                <a:gd name="connsiteX26" fmla="*/ 42813 w 216618"/>
                <a:gd name="connsiteY26" fmla="*/ 134702 h 216416"/>
                <a:gd name="connsiteX27" fmla="*/ 42813 w 216618"/>
                <a:gd name="connsiteY27" fmla="*/ 134702 h 216416"/>
                <a:gd name="connsiteX28" fmla="*/ 22365 w 216618"/>
                <a:gd name="connsiteY28" fmla="*/ 114273 h 216416"/>
                <a:gd name="connsiteX29" fmla="*/ 102239 w 216618"/>
                <a:gd name="connsiteY29" fmla="*/ 114273 h 216416"/>
                <a:gd name="connsiteX30" fmla="*/ 102239 w 216618"/>
                <a:gd name="connsiteY30" fmla="*/ 194073 h 216416"/>
                <a:gd name="connsiteX31" fmla="*/ 83069 w 216618"/>
                <a:gd name="connsiteY31" fmla="*/ 174921 h 216416"/>
                <a:gd name="connsiteX32" fmla="*/ 74123 w 216618"/>
                <a:gd name="connsiteY32" fmla="*/ 174921 h 216416"/>
                <a:gd name="connsiteX33" fmla="*/ 74123 w 216618"/>
                <a:gd name="connsiteY33" fmla="*/ 183859 h 216416"/>
                <a:gd name="connsiteX34" fmla="*/ 104795 w 216618"/>
                <a:gd name="connsiteY34" fmla="*/ 214502 h 216416"/>
                <a:gd name="connsiteX35" fmla="*/ 109268 w 216618"/>
                <a:gd name="connsiteY35" fmla="*/ 216417 h 216416"/>
                <a:gd name="connsiteX36" fmla="*/ 113741 w 216618"/>
                <a:gd name="connsiteY36" fmla="*/ 214502 h 216416"/>
                <a:gd name="connsiteX37" fmla="*/ 143774 w 216618"/>
                <a:gd name="connsiteY37" fmla="*/ 184497 h 216416"/>
                <a:gd name="connsiteX38" fmla="*/ 143774 w 216618"/>
                <a:gd name="connsiteY38" fmla="*/ 175560 h 216416"/>
                <a:gd name="connsiteX39" fmla="*/ 143774 w 216618"/>
                <a:gd name="connsiteY39" fmla="*/ 175560 h 216416"/>
                <a:gd name="connsiteX40" fmla="*/ 134828 w 216618"/>
                <a:gd name="connsiteY40" fmla="*/ 175560 h 216416"/>
                <a:gd name="connsiteX41" fmla="*/ 115019 w 216618"/>
                <a:gd name="connsiteY41" fmla="*/ 195350 h 216416"/>
                <a:gd name="connsiteX42" fmla="*/ 115019 w 216618"/>
                <a:gd name="connsiteY42" fmla="*/ 114912 h 216416"/>
                <a:gd name="connsiteX43" fmla="*/ 194254 w 216618"/>
                <a:gd name="connsiteY43" fmla="*/ 114912 h 216416"/>
                <a:gd name="connsiteX44" fmla="*/ 173806 w 216618"/>
                <a:gd name="connsiteY44" fmla="*/ 135340 h 216416"/>
                <a:gd name="connsiteX45" fmla="*/ 173806 w 216618"/>
                <a:gd name="connsiteY45" fmla="*/ 144278 h 216416"/>
                <a:gd name="connsiteX46" fmla="*/ 173806 w 216618"/>
                <a:gd name="connsiteY46" fmla="*/ 144278 h 216416"/>
                <a:gd name="connsiteX47" fmla="*/ 178279 w 216618"/>
                <a:gd name="connsiteY47" fmla="*/ 146193 h 216416"/>
                <a:gd name="connsiteX48" fmla="*/ 182752 w 216618"/>
                <a:gd name="connsiteY48" fmla="*/ 144278 h 216416"/>
                <a:gd name="connsiteX49" fmla="*/ 214702 w 216618"/>
                <a:gd name="connsiteY49" fmla="*/ 112358 h 216416"/>
                <a:gd name="connsiteX50" fmla="*/ 214702 w 216618"/>
                <a:gd name="connsiteY50" fmla="*/ 103421 h 216416"/>
                <a:gd name="connsiteX51" fmla="*/ 183391 w 216618"/>
                <a:gd name="connsiteY51" fmla="*/ 72139 h 21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16618" h="216416">
                  <a:moveTo>
                    <a:pt x="183391" y="72139"/>
                  </a:moveTo>
                  <a:cubicBezTo>
                    <a:pt x="180835" y="69585"/>
                    <a:pt x="176362" y="70224"/>
                    <a:pt x="174445" y="72777"/>
                  </a:cubicBezTo>
                  <a:cubicBezTo>
                    <a:pt x="172528" y="75331"/>
                    <a:pt x="172528" y="78523"/>
                    <a:pt x="174445" y="81077"/>
                  </a:cubicBezTo>
                  <a:lnTo>
                    <a:pt x="194254" y="100867"/>
                  </a:lnTo>
                  <a:lnTo>
                    <a:pt x="114380" y="100867"/>
                  </a:lnTo>
                  <a:lnTo>
                    <a:pt x="114380" y="21067"/>
                  </a:lnTo>
                  <a:lnTo>
                    <a:pt x="134189" y="40857"/>
                  </a:lnTo>
                  <a:cubicBezTo>
                    <a:pt x="136745" y="43411"/>
                    <a:pt x="141218" y="42773"/>
                    <a:pt x="143135" y="40219"/>
                  </a:cubicBezTo>
                  <a:cubicBezTo>
                    <a:pt x="145052" y="37665"/>
                    <a:pt x="145052" y="34473"/>
                    <a:pt x="143135" y="31920"/>
                  </a:cubicBezTo>
                  <a:lnTo>
                    <a:pt x="113102" y="1915"/>
                  </a:lnTo>
                  <a:cubicBezTo>
                    <a:pt x="110546" y="-638"/>
                    <a:pt x="106712" y="-638"/>
                    <a:pt x="104156" y="1915"/>
                  </a:cubicBezTo>
                  <a:lnTo>
                    <a:pt x="72845" y="33197"/>
                  </a:lnTo>
                  <a:cubicBezTo>
                    <a:pt x="70289" y="35750"/>
                    <a:pt x="70289" y="39581"/>
                    <a:pt x="72845" y="42134"/>
                  </a:cubicBezTo>
                  <a:cubicBezTo>
                    <a:pt x="75401" y="44688"/>
                    <a:pt x="79235" y="44688"/>
                    <a:pt x="81791" y="42134"/>
                  </a:cubicBezTo>
                  <a:lnTo>
                    <a:pt x="101600" y="22344"/>
                  </a:lnTo>
                  <a:lnTo>
                    <a:pt x="101600" y="101505"/>
                  </a:lnTo>
                  <a:lnTo>
                    <a:pt x="21087" y="101505"/>
                  </a:lnTo>
                  <a:lnTo>
                    <a:pt x="40896" y="81715"/>
                  </a:lnTo>
                  <a:cubicBezTo>
                    <a:pt x="43452" y="79161"/>
                    <a:pt x="43452" y="75331"/>
                    <a:pt x="40896" y="72777"/>
                  </a:cubicBezTo>
                  <a:cubicBezTo>
                    <a:pt x="38340" y="70224"/>
                    <a:pt x="34506" y="70224"/>
                    <a:pt x="31950" y="72777"/>
                  </a:cubicBezTo>
                  <a:lnTo>
                    <a:pt x="31950" y="72777"/>
                  </a:lnTo>
                  <a:lnTo>
                    <a:pt x="1917" y="102782"/>
                  </a:lnTo>
                  <a:cubicBezTo>
                    <a:pt x="-639" y="105336"/>
                    <a:pt x="-639" y="109166"/>
                    <a:pt x="1917" y="111720"/>
                  </a:cubicBezTo>
                  <a:lnTo>
                    <a:pt x="33867" y="143640"/>
                  </a:lnTo>
                  <a:cubicBezTo>
                    <a:pt x="35145" y="144916"/>
                    <a:pt x="36423" y="145555"/>
                    <a:pt x="38340" y="145555"/>
                  </a:cubicBezTo>
                  <a:cubicBezTo>
                    <a:pt x="40257" y="145555"/>
                    <a:pt x="41535" y="144916"/>
                    <a:pt x="42813" y="143640"/>
                  </a:cubicBezTo>
                  <a:cubicBezTo>
                    <a:pt x="45368" y="141086"/>
                    <a:pt x="45368" y="137256"/>
                    <a:pt x="42813" y="134702"/>
                  </a:cubicBezTo>
                  <a:lnTo>
                    <a:pt x="42813" y="134702"/>
                  </a:lnTo>
                  <a:lnTo>
                    <a:pt x="22365" y="114273"/>
                  </a:lnTo>
                  <a:lnTo>
                    <a:pt x="102239" y="114273"/>
                  </a:lnTo>
                  <a:lnTo>
                    <a:pt x="102239" y="194073"/>
                  </a:lnTo>
                  <a:lnTo>
                    <a:pt x="83069" y="174921"/>
                  </a:lnTo>
                  <a:cubicBezTo>
                    <a:pt x="80513" y="172368"/>
                    <a:pt x="76679" y="172368"/>
                    <a:pt x="74123" y="174921"/>
                  </a:cubicBezTo>
                  <a:cubicBezTo>
                    <a:pt x="71567" y="177475"/>
                    <a:pt x="71567" y="181305"/>
                    <a:pt x="74123" y="183859"/>
                  </a:cubicBezTo>
                  <a:lnTo>
                    <a:pt x="104795" y="214502"/>
                  </a:lnTo>
                  <a:cubicBezTo>
                    <a:pt x="106073" y="215779"/>
                    <a:pt x="107351" y="216417"/>
                    <a:pt x="109268" y="216417"/>
                  </a:cubicBezTo>
                  <a:cubicBezTo>
                    <a:pt x="111185" y="216417"/>
                    <a:pt x="112463" y="215779"/>
                    <a:pt x="113741" y="214502"/>
                  </a:cubicBezTo>
                  <a:lnTo>
                    <a:pt x="143774" y="184497"/>
                  </a:lnTo>
                  <a:cubicBezTo>
                    <a:pt x="146330" y="181944"/>
                    <a:pt x="146330" y="178113"/>
                    <a:pt x="143774" y="175560"/>
                  </a:cubicBezTo>
                  <a:lnTo>
                    <a:pt x="143774" y="175560"/>
                  </a:lnTo>
                  <a:cubicBezTo>
                    <a:pt x="141218" y="173006"/>
                    <a:pt x="137384" y="173006"/>
                    <a:pt x="134828" y="175560"/>
                  </a:cubicBezTo>
                  <a:lnTo>
                    <a:pt x="115019" y="195350"/>
                  </a:lnTo>
                  <a:lnTo>
                    <a:pt x="115019" y="114912"/>
                  </a:lnTo>
                  <a:lnTo>
                    <a:pt x="194254" y="114912"/>
                  </a:lnTo>
                  <a:lnTo>
                    <a:pt x="173806" y="135340"/>
                  </a:lnTo>
                  <a:cubicBezTo>
                    <a:pt x="171250" y="137894"/>
                    <a:pt x="171250" y="141724"/>
                    <a:pt x="173806" y="144278"/>
                  </a:cubicBezTo>
                  <a:lnTo>
                    <a:pt x="173806" y="144278"/>
                  </a:lnTo>
                  <a:cubicBezTo>
                    <a:pt x="175084" y="145555"/>
                    <a:pt x="176362" y="146193"/>
                    <a:pt x="178279" y="146193"/>
                  </a:cubicBezTo>
                  <a:cubicBezTo>
                    <a:pt x="180196" y="146193"/>
                    <a:pt x="181474" y="145555"/>
                    <a:pt x="182752" y="144278"/>
                  </a:cubicBezTo>
                  <a:lnTo>
                    <a:pt x="214702" y="112358"/>
                  </a:lnTo>
                  <a:cubicBezTo>
                    <a:pt x="217258" y="109805"/>
                    <a:pt x="217258" y="105974"/>
                    <a:pt x="214702" y="103421"/>
                  </a:cubicBezTo>
                  <a:lnTo>
                    <a:pt x="183391" y="72139"/>
                  </a:lnTo>
                  <a:close/>
                </a:path>
              </a:pathLst>
            </a:custGeom>
            <a:solidFill>
              <a:srgbClr val="0076A8"/>
            </a:solidFill>
            <a:ln w="6390" cap="flat">
              <a:noFill/>
              <a:prstDash val="solid"/>
              <a:miter/>
            </a:ln>
          </p:spPr>
          <p:txBody>
            <a:bodyPr rtlCol="0" anchor="ctr"/>
            <a:lstStyle/>
            <a:p>
              <a:endParaRPr lang="en-US"/>
            </a:p>
          </p:txBody>
        </p:sp>
      </p:grpSp>
      <p:grpSp>
        <p:nvGrpSpPr>
          <p:cNvPr id="85" name="Graphic 4">
            <a:extLst>
              <a:ext uri="{FF2B5EF4-FFF2-40B4-BE49-F238E27FC236}">
                <a16:creationId xmlns:a16="http://schemas.microsoft.com/office/drawing/2014/main" id="{867638FF-EC9F-F749-9C03-3985BD41156C}"/>
              </a:ext>
            </a:extLst>
          </p:cNvPr>
          <p:cNvGrpSpPr/>
          <p:nvPr/>
        </p:nvGrpSpPr>
        <p:grpSpPr>
          <a:xfrm>
            <a:off x="467104" y="3824168"/>
            <a:ext cx="362309" cy="361971"/>
            <a:chOff x="467104" y="3824168"/>
            <a:chExt cx="362309" cy="361971"/>
          </a:xfrm>
          <a:solidFill>
            <a:srgbClr val="0076A8"/>
          </a:solidFill>
        </p:grpSpPr>
        <p:sp>
          <p:nvSpPr>
            <p:cNvPr id="86" name="Freeform 85">
              <a:extLst>
                <a:ext uri="{FF2B5EF4-FFF2-40B4-BE49-F238E27FC236}">
                  <a16:creationId xmlns:a16="http://schemas.microsoft.com/office/drawing/2014/main" id="{45187919-B2E4-8B4F-BA44-1BA1BE2E3093}"/>
                </a:ext>
              </a:extLst>
            </p:cNvPr>
            <p:cNvSpPr/>
            <p:nvPr/>
          </p:nvSpPr>
          <p:spPr>
            <a:xfrm>
              <a:off x="467104" y="3824168"/>
              <a:ext cx="362309" cy="361971"/>
            </a:xfrm>
            <a:custGeom>
              <a:avLst/>
              <a:gdLst>
                <a:gd name="connsiteX0" fmla="*/ 181474 w 362309"/>
                <a:gd name="connsiteY0" fmla="*/ 0 h 361971"/>
                <a:gd name="connsiteX1" fmla="*/ 0 w 362309"/>
                <a:gd name="connsiteY1" fmla="*/ 180667 h 361971"/>
                <a:gd name="connsiteX2" fmla="*/ 181474 w 362309"/>
                <a:gd name="connsiteY2" fmla="*/ 361971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349204 h 361971"/>
                <a:gd name="connsiteX7" fmla="*/ 13419 w 362309"/>
                <a:gd name="connsiteY7" fmla="*/ 181305 h 361971"/>
                <a:gd name="connsiteX8" fmla="*/ 181474 w 362309"/>
                <a:gd name="connsiteY8" fmla="*/ 12768 h 361971"/>
                <a:gd name="connsiteX9" fmla="*/ 349530 w 362309"/>
                <a:gd name="connsiteY9" fmla="*/ 181305 h 361971"/>
                <a:gd name="connsiteX10" fmla="*/ 349530 w 362309"/>
                <a:gd name="connsiteY10" fmla="*/ 181305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895"/>
                    <a:pt x="81152" y="361971"/>
                    <a:pt x="181474" y="361971"/>
                  </a:cubicBezTo>
                  <a:cubicBezTo>
                    <a:pt x="281796" y="361971"/>
                    <a:pt x="362309" y="280895"/>
                    <a:pt x="362309" y="180667"/>
                  </a:cubicBezTo>
                  <a:lnTo>
                    <a:pt x="362309" y="180667"/>
                  </a:lnTo>
                  <a:cubicBezTo>
                    <a:pt x="362309" y="81076"/>
                    <a:pt x="281157"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lnTo>
                    <a:pt x="181474" y="349204"/>
                  </a:lnTo>
                  <a:close/>
                </a:path>
              </a:pathLst>
            </a:custGeom>
            <a:solidFill>
              <a:srgbClr val="0076A8"/>
            </a:solidFill>
            <a:ln w="6390" cap="flat">
              <a:noFill/>
              <a:prstDash val="solid"/>
              <a:miter/>
            </a:ln>
          </p:spPr>
          <p:txBody>
            <a:bodyPr rtlCol="0" anchor="ctr"/>
            <a:lstStyle/>
            <a:p>
              <a:endParaRPr lang="en-US"/>
            </a:p>
          </p:txBody>
        </p:sp>
        <p:sp>
          <p:nvSpPr>
            <p:cNvPr id="87" name="Freeform 86">
              <a:extLst>
                <a:ext uri="{FF2B5EF4-FFF2-40B4-BE49-F238E27FC236}">
                  <a16:creationId xmlns:a16="http://schemas.microsoft.com/office/drawing/2014/main" id="{60EEBCCA-E804-B34C-A261-9A7AB1CF26BC}"/>
                </a:ext>
              </a:extLst>
            </p:cNvPr>
            <p:cNvSpPr/>
            <p:nvPr/>
          </p:nvSpPr>
          <p:spPr>
            <a:xfrm>
              <a:off x="564205" y="3952486"/>
              <a:ext cx="168746" cy="93205"/>
            </a:xfrm>
            <a:custGeom>
              <a:avLst/>
              <a:gdLst>
                <a:gd name="connsiteX0" fmla="*/ 88846 w 168746"/>
                <a:gd name="connsiteY0" fmla="*/ 1915 h 93205"/>
                <a:gd name="connsiteX1" fmla="*/ 79900 w 168746"/>
                <a:gd name="connsiteY1" fmla="*/ 1915 h 93205"/>
                <a:gd name="connsiteX2" fmla="*/ 79900 w 168746"/>
                <a:gd name="connsiteY2" fmla="*/ 1915 h 93205"/>
                <a:gd name="connsiteX3" fmla="*/ 1943 w 168746"/>
                <a:gd name="connsiteY3" fmla="*/ 82353 h 93205"/>
                <a:gd name="connsiteX4" fmla="*/ 665 w 168746"/>
                <a:gd name="connsiteY4" fmla="*/ 89376 h 93205"/>
                <a:gd name="connsiteX5" fmla="*/ 6416 w 168746"/>
                <a:gd name="connsiteY5" fmla="*/ 93206 h 93205"/>
                <a:gd name="connsiteX6" fmla="*/ 162330 w 168746"/>
                <a:gd name="connsiteY6" fmla="*/ 93206 h 93205"/>
                <a:gd name="connsiteX7" fmla="*/ 168081 w 168746"/>
                <a:gd name="connsiteY7" fmla="*/ 89376 h 93205"/>
                <a:gd name="connsiteX8" fmla="*/ 166803 w 168746"/>
                <a:gd name="connsiteY8" fmla="*/ 82353 h 93205"/>
                <a:gd name="connsiteX9" fmla="*/ 88846 w 168746"/>
                <a:gd name="connsiteY9" fmla="*/ 1915 h 93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8746" h="93205">
                  <a:moveTo>
                    <a:pt x="88846" y="1915"/>
                  </a:moveTo>
                  <a:cubicBezTo>
                    <a:pt x="86290" y="-638"/>
                    <a:pt x="82456" y="-638"/>
                    <a:pt x="79900" y="1915"/>
                  </a:cubicBezTo>
                  <a:lnTo>
                    <a:pt x="79900" y="1915"/>
                  </a:lnTo>
                  <a:lnTo>
                    <a:pt x="1943" y="82353"/>
                  </a:lnTo>
                  <a:cubicBezTo>
                    <a:pt x="26" y="84269"/>
                    <a:pt x="-613" y="86822"/>
                    <a:pt x="665" y="89376"/>
                  </a:cubicBezTo>
                  <a:cubicBezTo>
                    <a:pt x="1943" y="91929"/>
                    <a:pt x="3860" y="93206"/>
                    <a:pt x="6416" y="93206"/>
                  </a:cubicBezTo>
                  <a:lnTo>
                    <a:pt x="162330" y="93206"/>
                  </a:lnTo>
                  <a:cubicBezTo>
                    <a:pt x="164886" y="93206"/>
                    <a:pt x="167442" y="91929"/>
                    <a:pt x="168081" y="89376"/>
                  </a:cubicBezTo>
                  <a:cubicBezTo>
                    <a:pt x="169359" y="86822"/>
                    <a:pt x="168720" y="84269"/>
                    <a:pt x="166803" y="82353"/>
                  </a:cubicBezTo>
                  <a:lnTo>
                    <a:pt x="88846" y="1915"/>
                  </a:lnTo>
                  <a:close/>
                </a:path>
              </a:pathLst>
            </a:custGeom>
            <a:solidFill>
              <a:srgbClr val="0076A8"/>
            </a:solidFill>
            <a:ln w="6390" cap="flat">
              <a:noFill/>
              <a:prstDash val="solid"/>
              <a:miter/>
            </a:ln>
          </p:spPr>
          <p:txBody>
            <a:bodyPr rtlCol="0" anchor="ctr"/>
            <a:lstStyle/>
            <a:p>
              <a:endParaRPr lang="en-US"/>
            </a:p>
          </p:txBody>
        </p:sp>
      </p:grpSp>
      <p:grpSp>
        <p:nvGrpSpPr>
          <p:cNvPr id="88" name="Graphic 4">
            <a:extLst>
              <a:ext uri="{FF2B5EF4-FFF2-40B4-BE49-F238E27FC236}">
                <a16:creationId xmlns:a16="http://schemas.microsoft.com/office/drawing/2014/main" id="{D0560625-B4A7-AE45-B994-8782540D1D52}"/>
              </a:ext>
            </a:extLst>
          </p:cNvPr>
          <p:cNvGrpSpPr/>
          <p:nvPr/>
        </p:nvGrpSpPr>
        <p:grpSpPr>
          <a:xfrm>
            <a:off x="1515054" y="918179"/>
            <a:ext cx="362309" cy="361971"/>
            <a:chOff x="1515054" y="918179"/>
            <a:chExt cx="362309" cy="361971"/>
          </a:xfrm>
          <a:solidFill>
            <a:srgbClr val="0076A8"/>
          </a:solidFill>
        </p:grpSpPr>
        <p:sp>
          <p:nvSpPr>
            <p:cNvPr id="167" name="Freeform 166">
              <a:extLst>
                <a:ext uri="{FF2B5EF4-FFF2-40B4-BE49-F238E27FC236}">
                  <a16:creationId xmlns:a16="http://schemas.microsoft.com/office/drawing/2014/main" id="{A081E013-B515-8846-AE91-C78AB15F78CE}"/>
                </a:ext>
              </a:extLst>
            </p:cNvPr>
            <p:cNvSpPr/>
            <p:nvPr/>
          </p:nvSpPr>
          <p:spPr>
            <a:xfrm>
              <a:off x="1515054" y="918179"/>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0667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0518" y="0"/>
                    <a:pt x="180835" y="0"/>
                  </a:cubicBezTo>
                  <a:lnTo>
                    <a:pt x="180835" y="0"/>
                  </a:lnTo>
                  <a:close/>
                  <a:moveTo>
                    <a:pt x="180835" y="349204"/>
                  </a:moveTo>
                  <a:cubicBezTo>
                    <a:pt x="87542" y="349204"/>
                    <a:pt x="12780" y="273873"/>
                    <a:pt x="12780" y="180667"/>
                  </a:cubicBezTo>
                  <a:cubicBezTo>
                    <a:pt x="12780" y="87461"/>
                    <a:pt x="88181" y="12768"/>
                    <a:pt x="180835" y="12768"/>
                  </a:cubicBezTo>
                  <a:cubicBezTo>
                    <a:pt x="274128" y="12768"/>
                    <a:pt x="349529" y="88099"/>
                    <a:pt x="349529" y="180667"/>
                  </a:cubicBezTo>
                  <a:cubicBezTo>
                    <a:pt x="348891" y="273873"/>
                    <a:pt x="273489" y="349204"/>
                    <a:pt x="180835" y="349204"/>
                  </a:cubicBezTo>
                  <a:close/>
                </a:path>
              </a:pathLst>
            </a:custGeom>
            <a:solidFill>
              <a:srgbClr val="0076A8"/>
            </a:solidFill>
            <a:ln w="6390" cap="flat">
              <a:noFill/>
              <a:prstDash val="solid"/>
              <a:miter/>
            </a:ln>
          </p:spPr>
          <p:txBody>
            <a:bodyPr rtlCol="0" anchor="ctr"/>
            <a:lstStyle/>
            <a:p>
              <a:endParaRPr lang="en-US"/>
            </a:p>
          </p:txBody>
        </p:sp>
        <p:sp>
          <p:nvSpPr>
            <p:cNvPr id="168" name="Freeform 167">
              <a:extLst>
                <a:ext uri="{FF2B5EF4-FFF2-40B4-BE49-F238E27FC236}">
                  <a16:creationId xmlns:a16="http://schemas.microsoft.com/office/drawing/2014/main" id="{436E98B1-302C-7E4A-94F6-04181DB0E8C0}"/>
                </a:ext>
              </a:extLst>
            </p:cNvPr>
            <p:cNvSpPr/>
            <p:nvPr/>
          </p:nvSpPr>
          <p:spPr>
            <a:xfrm>
              <a:off x="1649242" y="1014577"/>
              <a:ext cx="93293" cy="168537"/>
            </a:xfrm>
            <a:custGeom>
              <a:avLst/>
              <a:gdLst>
                <a:gd name="connsiteX0" fmla="*/ 10863 w 93293"/>
                <a:gd name="connsiteY0" fmla="*/ 1915 h 168537"/>
                <a:gd name="connsiteX1" fmla="*/ 1917 w 93293"/>
                <a:gd name="connsiteY1" fmla="*/ 1915 h 168537"/>
                <a:gd name="connsiteX2" fmla="*/ 1917 w 93293"/>
                <a:gd name="connsiteY2" fmla="*/ 10853 h 168537"/>
                <a:gd name="connsiteX3" fmla="*/ 77318 w 93293"/>
                <a:gd name="connsiteY3" fmla="*/ 84269 h 168537"/>
                <a:gd name="connsiteX4" fmla="*/ 1917 w 93293"/>
                <a:gd name="connsiteY4" fmla="*/ 157684 h 168537"/>
                <a:gd name="connsiteX5" fmla="*/ 1917 w 93293"/>
                <a:gd name="connsiteY5" fmla="*/ 166622 h 168537"/>
                <a:gd name="connsiteX6" fmla="*/ 6390 w 93293"/>
                <a:gd name="connsiteY6" fmla="*/ 168537 h 168537"/>
                <a:gd name="connsiteX7" fmla="*/ 10863 w 93293"/>
                <a:gd name="connsiteY7" fmla="*/ 166622 h 168537"/>
                <a:gd name="connsiteX8" fmla="*/ 91376 w 93293"/>
                <a:gd name="connsiteY8" fmla="*/ 88737 h 168537"/>
                <a:gd name="connsiteX9" fmla="*/ 91376 w 93293"/>
                <a:gd name="connsiteY9" fmla="*/ 79800 h 168537"/>
                <a:gd name="connsiteX10" fmla="*/ 91376 w 93293"/>
                <a:gd name="connsiteY10" fmla="*/ 79800 h 168537"/>
                <a:gd name="connsiteX11" fmla="*/ 10863 w 93293"/>
                <a:gd name="connsiteY11" fmla="*/ 1915 h 168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293" h="168537">
                  <a:moveTo>
                    <a:pt x="10863" y="1915"/>
                  </a:moveTo>
                  <a:cubicBezTo>
                    <a:pt x="8307" y="-638"/>
                    <a:pt x="4473" y="-638"/>
                    <a:pt x="1917" y="1915"/>
                  </a:cubicBezTo>
                  <a:cubicBezTo>
                    <a:pt x="-639" y="4469"/>
                    <a:pt x="-639" y="8299"/>
                    <a:pt x="1917" y="10853"/>
                  </a:cubicBezTo>
                  <a:lnTo>
                    <a:pt x="77318" y="84269"/>
                  </a:lnTo>
                  <a:lnTo>
                    <a:pt x="1917" y="157684"/>
                  </a:lnTo>
                  <a:cubicBezTo>
                    <a:pt x="-639" y="160238"/>
                    <a:pt x="-639" y="164068"/>
                    <a:pt x="1917" y="166622"/>
                  </a:cubicBezTo>
                  <a:cubicBezTo>
                    <a:pt x="3195" y="167899"/>
                    <a:pt x="4473" y="168537"/>
                    <a:pt x="6390" y="168537"/>
                  </a:cubicBezTo>
                  <a:cubicBezTo>
                    <a:pt x="8307" y="168537"/>
                    <a:pt x="9585" y="167899"/>
                    <a:pt x="10863" y="166622"/>
                  </a:cubicBezTo>
                  <a:lnTo>
                    <a:pt x="91376" y="88737"/>
                  </a:lnTo>
                  <a:cubicBezTo>
                    <a:pt x="93932" y="86184"/>
                    <a:pt x="93932" y="82353"/>
                    <a:pt x="91376" y="79800"/>
                  </a:cubicBezTo>
                  <a:lnTo>
                    <a:pt x="91376" y="79800"/>
                  </a:lnTo>
                  <a:lnTo>
                    <a:pt x="10863" y="1915"/>
                  </a:lnTo>
                  <a:close/>
                </a:path>
              </a:pathLst>
            </a:custGeom>
            <a:solidFill>
              <a:srgbClr val="0076A8"/>
            </a:solidFill>
            <a:ln w="6390" cap="flat">
              <a:noFill/>
              <a:prstDash val="solid"/>
              <a:miter/>
            </a:ln>
          </p:spPr>
          <p:txBody>
            <a:bodyPr rtlCol="0" anchor="ctr"/>
            <a:lstStyle/>
            <a:p>
              <a:endParaRPr lang="en-US"/>
            </a:p>
          </p:txBody>
        </p:sp>
      </p:grpSp>
      <p:grpSp>
        <p:nvGrpSpPr>
          <p:cNvPr id="169" name="Graphic 4">
            <a:extLst>
              <a:ext uri="{FF2B5EF4-FFF2-40B4-BE49-F238E27FC236}">
                <a16:creationId xmlns:a16="http://schemas.microsoft.com/office/drawing/2014/main" id="{6ABE67E9-3D28-B345-85F8-41C4E53704F5}"/>
              </a:ext>
            </a:extLst>
          </p:cNvPr>
          <p:cNvGrpSpPr/>
          <p:nvPr/>
        </p:nvGrpSpPr>
        <p:grpSpPr>
          <a:xfrm>
            <a:off x="2560447" y="2371173"/>
            <a:ext cx="362309" cy="361971"/>
            <a:chOff x="2560447" y="2371173"/>
            <a:chExt cx="362309" cy="361971"/>
          </a:xfrm>
          <a:solidFill>
            <a:srgbClr val="0076A8"/>
          </a:solidFill>
        </p:grpSpPr>
        <p:sp>
          <p:nvSpPr>
            <p:cNvPr id="170" name="Freeform 169">
              <a:extLst>
                <a:ext uri="{FF2B5EF4-FFF2-40B4-BE49-F238E27FC236}">
                  <a16:creationId xmlns:a16="http://schemas.microsoft.com/office/drawing/2014/main" id="{04901EA8-0373-1740-8850-E7780D4FAC7E}"/>
                </a:ext>
              </a:extLst>
            </p:cNvPr>
            <p:cNvSpPr/>
            <p:nvPr/>
          </p:nvSpPr>
          <p:spPr>
            <a:xfrm>
              <a:off x="2560447"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lnTo>
                    <a:pt x="362309" y="181305"/>
                  </a:ln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lnTo>
                    <a:pt x="349529" y="180667"/>
                  </a:lnTo>
                  <a:cubicBezTo>
                    <a:pt x="349529" y="273873"/>
                    <a:pt x="274128" y="349204"/>
                    <a:pt x="181474" y="349204"/>
                  </a:cubicBezTo>
                  <a:close/>
                </a:path>
              </a:pathLst>
            </a:custGeom>
            <a:solidFill>
              <a:srgbClr val="0076A8"/>
            </a:solidFill>
            <a:ln w="6390" cap="flat">
              <a:noFill/>
              <a:prstDash val="solid"/>
              <a:miter/>
            </a:ln>
          </p:spPr>
          <p:txBody>
            <a:bodyPr rtlCol="0" anchor="ctr"/>
            <a:lstStyle/>
            <a:p>
              <a:endParaRPr lang="en-US"/>
            </a:p>
          </p:txBody>
        </p:sp>
        <p:sp>
          <p:nvSpPr>
            <p:cNvPr id="171" name="Freeform 170">
              <a:extLst>
                <a:ext uri="{FF2B5EF4-FFF2-40B4-BE49-F238E27FC236}">
                  <a16:creationId xmlns:a16="http://schemas.microsoft.com/office/drawing/2014/main" id="{0B6F46EA-8332-EF45-8824-2365F00BA431}"/>
                </a:ext>
              </a:extLst>
            </p:cNvPr>
            <p:cNvSpPr/>
            <p:nvPr/>
          </p:nvSpPr>
          <p:spPr>
            <a:xfrm>
              <a:off x="2649906" y="2460549"/>
              <a:ext cx="54314" cy="53625"/>
            </a:xfrm>
            <a:custGeom>
              <a:avLst/>
              <a:gdLst>
                <a:gd name="connsiteX0" fmla="*/ 47925 w 54314"/>
                <a:gd name="connsiteY0" fmla="*/ 0 h 53625"/>
                <a:gd name="connsiteX1" fmla="*/ 41535 w 54314"/>
                <a:gd name="connsiteY1" fmla="*/ 6384 h 53625"/>
                <a:gd name="connsiteX2" fmla="*/ 41535 w 54314"/>
                <a:gd name="connsiteY2" fmla="*/ 40858 h 53625"/>
                <a:gd name="connsiteX3" fmla="*/ 6390 w 54314"/>
                <a:gd name="connsiteY3" fmla="*/ 40858 h 53625"/>
                <a:gd name="connsiteX4" fmla="*/ 0 w 54314"/>
                <a:gd name="connsiteY4" fmla="*/ 47242 h 53625"/>
                <a:gd name="connsiteX5" fmla="*/ 6390 w 54314"/>
                <a:gd name="connsiteY5" fmla="*/ 53626 h 53625"/>
                <a:gd name="connsiteX6" fmla="*/ 47925 w 54314"/>
                <a:gd name="connsiteY6" fmla="*/ 53626 h 53625"/>
                <a:gd name="connsiteX7" fmla="*/ 54314 w 54314"/>
                <a:gd name="connsiteY7" fmla="*/ 47242 h 53625"/>
                <a:gd name="connsiteX8" fmla="*/ 54314 w 54314"/>
                <a:gd name="connsiteY8" fmla="*/ 6384 h 53625"/>
                <a:gd name="connsiteX9" fmla="*/ 47925 w 54314"/>
                <a:gd name="connsiteY9" fmla="*/ 0 h 5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314" h="53625">
                  <a:moveTo>
                    <a:pt x="47925" y="0"/>
                  </a:moveTo>
                  <a:cubicBezTo>
                    <a:pt x="44091" y="0"/>
                    <a:pt x="41535" y="2554"/>
                    <a:pt x="41535" y="6384"/>
                  </a:cubicBezTo>
                  <a:lnTo>
                    <a:pt x="41535" y="40858"/>
                  </a:lnTo>
                  <a:lnTo>
                    <a:pt x="6390" y="40858"/>
                  </a:lnTo>
                  <a:cubicBezTo>
                    <a:pt x="2556" y="40858"/>
                    <a:pt x="0" y="43411"/>
                    <a:pt x="0" y="47242"/>
                  </a:cubicBezTo>
                  <a:cubicBezTo>
                    <a:pt x="0" y="51072"/>
                    <a:pt x="2556" y="53626"/>
                    <a:pt x="6390" y="53626"/>
                  </a:cubicBezTo>
                  <a:lnTo>
                    <a:pt x="47925" y="53626"/>
                  </a:lnTo>
                  <a:cubicBezTo>
                    <a:pt x="51758" y="53626"/>
                    <a:pt x="54314" y="51072"/>
                    <a:pt x="54314" y="47242"/>
                  </a:cubicBezTo>
                  <a:lnTo>
                    <a:pt x="54314" y="6384"/>
                  </a:lnTo>
                  <a:cubicBezTo>
                    <a:pt x="54314" y="2554"/>
                    <a:pt x="51758" y="0"/>
                    <a:pt x="47925" y="0"/>
                  </a:cubicBezTo>
                  <a:close/>
                </a:path>
              </a:pathLst>
            </a:custGeom>
            <a:solidFill>
              <a:srgbClr val="0076A8"/>
            </a:solidFill>
            <a:ln w="6390" cap="flat">
              <a:noFill/>
              <a:prstDash val="solid"/>
              <a:miter/>
            </a:ln>
          </p:spPr>
          <p:txBody>
            <a:bodyPr rtlCol="0" anchor="ctr"/>
            <a:lstStyle/>
            <a:p>
              <a:endParaRPr lang="en-US"/>
            </a:p>
          </p:txBody>
        </p:sp>
        <p:sp>
          <p:nvSpPr>
            <p:cNvPr id="172" name="Freeform 171">
              <a:extLst>
                <a:ext uri="{FF2B5EF4-FFF2-40B4-BE49-F238E27FC236}">
                  <a16:creationId xmlns:a16="http://schemas.microsoft.com/office/drawing/2014/main" id="{4FF6BC4A-E60B-0B40-888B-1F0837DB87CE}"/>
                </a:ext>
              </a:extLst>
            </p:cNvPr>
            <p:cNvSpPr/>
            <p:nvPr/>
          </p:nvSpPr>
          <p:spPr>
            <a:xfrm>
              <a:off x="2649267" y="2590144"/>
              <a:ext cx="53036" cy="53625"/>
            </a:xfrm>
            <a:custGeom>
              <a:avLst/>
              <a:gdLst>
                <a:gd name="connsiteX0" fmla="*/ 46646 w 53036"/>
                <a:gd name="connsiteY0" fmla="*/ 0 h 53625"/>
                <a:gd name="connsiteX1" fmla="*/ 6390 w 53036"/>
                <a:gd name="connsiteY1" fmla="*/ 0 h 53625"/>
                <a:gd name="connsiteX2" fmla="*/ 0 w 53036"/>
                <a:gd name="connsiteY2" fmla="*/ 6384 h 53625"/>
                <a:gd name="connsiteX3" fmla="*/ 6390 w 53036"/>
                <a:gd name="connsiteY3" fmla="*/ 12768 h 53625"/>
                <a:gd name="connsiteX4" fmla="*/ 40257 w 53036"/>
                <a:gd name="connsiteY4" fmla="*/ 12768 h 53625"/>
                <a:gd name="connsiteX5" fmla="*/ 40257 w 53036"/>
                <a:gd name="connsiteY5" fmla="*/ 47241 h 53625"/>
                <a:gd name="connsiteX6" fmla="*/ 46646 w 53036"/>
                <a:gd name="connsiteY6" fmla="*/ 53625 h 53625"/>
                <a:gd name="connsiteX7" fmla="*/ 53036 w 53036"/>
                <a:gd name="connsiteY7" fmla="*/ 47241 h 53625"/>
                <a:gd name="connsiteX8" fmla="*/ 53036 w 53036"/>
                <a:gd name="connsiteY8" fmla="*/ 6384 h 53625"/>
                <a:gd name="connsiteX9" fmla="*/ 46646 w 53036"/>
                <a:gd name="connsiteY9" fmla="*/ 0 h 5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036" h="53625">
                  <a:moveTo>
                    <a:pt x="46646" y="0"/>
                  </a:moveTo>
                  <a:lnTo>
                    <a:pt x="6390" y="0"/>
                  </a:lnTo>
                  <a:cubicBezTo>
                    <a:pt x="2556" y="0"/>
                    <a:pt x="0" y="2554"/>
                    <a:pt x="0" y="6384"/>
                  </a:cubicBezTo>
                  <a:cubicBezTo>
                    <a:pt x="0" y="10214"/>
                    <a:pt x="2556" y="12768"/>
                    <a:pt x="6390" y="12768"/>
                  </a:cubicBezTo>
                  <a:lnTo>
                    <a:pt x="40257" y="12768"/>
                  </a:lnTo>
                  <a:lnTo>
                    <a:pt x="40257" y="47241"/>
                  </a:lnTo>
                  <a:cubicBezTo>
                    <a:pt x="40257" y="51072"/>
                    <a:pt x="42812" y="53625"/>
                    <a:pt x="46646" y="53625"/>
                  </a:cubicBezTo>
                  <a:cubicBezTo>
                    <a:pt x="50480" y="53625"/>
                    <a:pt x="53036" y="51072"/>
                    <a:pt x="53036" y="47241"/>
                  </a:cubicBezTo>
                  <a:lnTo>
                    <a:pt x="53036" y="6384"/>
                  </a:lnTo>
                  <a:cubicBezTo>
                    <a:pt x="53036" y="2554"/>
                    <a:pt x="50480" y="0"/>
                    <a:pt x="46646" y="0"/>
                  </a:cubicBezTo>
                  <a:close/>
                </a:path>
              </a:pathLst>
            </a:custGeom>
            <a:solidFill>
              <a:srgbClr val="0076A8"/>
            </a:solidFill>
            <a:ln w="6390" cap="flat">
              <a:noFill/>
              <a:prstDash val="solid"/>
              <a:miter/>
            </a:ln>
          </p:spPr>
          <p:txBody>
            <a:bodyPr rtlCol="0" anchor="ctr"/>
            <a:lstStyle/>
            <a:p>
              <a:endParaRPr lang="en-US"/>
            </a:p>
          </p:txBody>
        </p:sp>
        <p:sp>
          <p:nvSpPr>
            <p:cNvPr id="173" name="Freeform 172">
              <a:extLst>
                <a:ext uri="{FF2B5EF4-FFF2-40B4-BE49-F238E27FC236}">
                  <a16:creationId xmlns:a16="http://schemas.microsoft.com/office/drawing/2014/main" id="{9CBAF264-1D56-214C-8CC3-C52D1CF8572A}"/>
                </a:ext>
              </a:extLst>
            </p:cNvPr>
            <p:cNvSpPr/>
            <p:nvPr/>
          </p:nvSpPr>
          <p:spPr>
            <a:xfrm>
              <a:off x="2780261" y="2590782"/>
              <a:ext cx="53036" cy="52986"/>
            </a:xfrm>
            <a:custGeom>
              <a:avLst/>
              <a:gdLst>
                <a:gd name="connsiteX0" fmla="*/ 46646 w 53036"/>
                <a:gd name="connsiteY0" fmla="*/ 0 h 52986"/>
                <a:gd name="connsiteX1" fmla="*/ 6390 w 53036"/>
                <a:gd name="connsiteY1" fmla="*/ 0 h 52986"/>
                <a:gd name="connsiteX2" fmla="*/ 0 w 53036"/>
                <a:gd name="connsiteY2" fmla="*/ 6384 h 52986"/>
                <a:gd name="connsiteX3" fmla="*/ 0 w 53036"/>
                <a:gd name="connsiteY3" fmla="*/ 46603 h 52986"/>
                <a:gd name="connsiteX4" fmla="*/ 6390 w 53036"/>
                <a:gd name="connsiteY4" fmla="*/ 52987 h 52986"/>
                <a:gd name="connsiteX5" fmla="*/ 12780 w 53036"/>
                <a:gd name="connsiteY5" fmla="*/ 46603 h 52986"/>
                <a:gd name="connsiteX6" fmla="*/ 12780 w 53036"/>
                <a:gd name="connsiteY6" fmla="*/ 12768 h 52986"/>
                <a:gd name="connsiteX7" fmla="*/ 46646 w 53036"/>
                <a:gd name="connsiteY7" fmla="*/ 12768 h 52986"/>
                <a:gd name="connsiteX8" fmla="*/ 53036 w 53036"/>
                <a:gd name="connsiteY8" fmla="*/ 6384 h 52986"/>
                <a:gd name="connsiteX9" fmla="*/ 46646 w 53036"/>
                <a:gd name="connsiteY9" fmla="*/ 0 h 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036" h="52986">
                  <a:moveTo>
                    <a:pt x="46646" y="0"/>
                  </a:moveTo>
                  <a:lnTo>
                    <a:pt x="6390" y="0"/>
                  </a:lnTo>
                  <a:cubicBezTo>
                    <a:pt x="2556" y="0"/>
                    <a:pt x="0" y="2554"/>
                    <a:pt x="0" y="6384"/>
                  </a:cubicBezTo>
                  <a:lnTo>
                    <a:pt x="0" y="46603"/>
                  </a:lnTo>
                  <a:cubicBezTo>
                    <a:pt x="0" y="50433"/>
                    <a:pt x="2556" y="52987"/>
                    <a:pt x="6390" y="52987"/>
                  </a:cubicBezTo>
                  <a:cubicBezTo>
                    <a:pt x="10224" y="52987"/>
                    <a:pt x="12780" y="50433"/>
                    <a:pt x="12780" y="46603"/>
                  </a:cubicBezTo>
                  <a:lnTo>
                    <a:pt x="12780" y="12768"/>
                  </a:lnTo>
                  <a:lnTo>
                    <a:pt x="46646" y="12768"/>
                  </a:lnTo>
                  <a:cubicBezTo>
                    <a:pt x="50480" y="12768"/>
                    <a:pt x="53036" y="10214"/>
                    <a:pt x="53036" y="6384"/>
                  </a:cubicBezTo>
                  <a:cubicBezTo>
                    <a:pt x="53036" y="2554"/>
                    <a:pt x="50480" y="0"/>
                    <a:pt x="46646" y="0"/>
                  </a:cubicBezTo>
                  <a:close/>
                </a:path>
              </a:pathLst>
            </a:custGeom>
            <a:solidFill>
              <a:srgbClr val="0076A8"/>
            </a:solidFill>
            <a:ln w="6390" cap="flat">
              <a:noFill/>
              <a:prstDash val="solid"/>
              <a:miter/>
            </a:ln>
          </p:spPr>
          <p:txBody>
            <a:bodyPr rtlCol="0" anchor="ctr"/>
            <a:lstStyle/>
            <a:p>
              <a:endParaRPr lang="en-US"/>
            </a:p>
          </p:txBody>
        </p:sp>
        <p:sp>
          <p:nvSpPr>
            <p:cNvPr id="174" name="Freeform 173">
              <a:extLst>
                <a:ext uri="{FF2B5EF4-FFF2-40B4-BE49-F238E27FC236}">
                  <a16:creationId xmlns:a16="http://schemas.microsoft.com/office/drawing/2014/main" id="{F9977C9B-DAC2-4048-8172-73B4EC7D5D5D}"/>
                </a:ext>
              </a:extLst>
            </p:cNvPr>
            <p:cNvSpPr/>
            <p:nvPr/>
          </p:nvSpPr>
          <p:spPr>
            <a:xfrm>
              <a:off x="2782178" y="2459911"/>
              <a:ext cx="51758" cy="52986"/>
            </a:xfrm>
            <a:custGeom>
              <a:avLst/>
              <a:gdLst>
                <a:gd name="connsiteX0" fmla="*/ 45369 w 51758"/>
                <a:gd name="connsiteY0" fmla="*/ 40219 h 52986"/>
                <a:gd name="connsiteX1" fmla="*/ 12780 w 51758"/>
                <a:gd name="connsiteY1" fmla="*/ 40219 h 52986"/>
                <a:gd name="connsiteX2" fmla="*/ 12780 w 51758"/>
                <a:gd name="connsiteY2" fmla="*/ 6384 h 52986"/>
                <a:gd name="connsiteX3" fmla="*/ 6390 w 51758"/>
                <a:gd name="connsiteY3" fmla="*/ 0 h 52986"/>
                <a:gd name="connsiteX4" fmla="*/ 0 w 51758"/>
                <a:gd name="connsiteY4" fmla="*/ 6384 h 52986"/>
                <a:gd name="connsiteX5" fmla="*/ 0 w 51758"/>
                <a:gd name="connsiteY5" fmla="*/ 46603 h 52986"/>
                <a:gd name="connsiteX6" fmla="*/ 6390 w 51758"/>
                <a:gd name="connsiteY6" fmla="*/ 52987 h 52986"/>
                <a:gd name="connsiteX7" fmla="*/ 45369 w 51758"/>
                <a:gd name="connsiteY7" fmla="*/ 52987 h 52986"/>
                <a:gd name="connsiteX8" fmla="*/ 51759 w 51758"/>
                <a:gd name="connsiteY8" fmla="*/ 46603 h 52986"/>
                <a:gd name="connsiteX9" fmla="*/ 45369 w 51758"/>
                <a:gd name="connsiteY9" fmla="*/ 40219 h 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758" h="52986">
                  <a:moveTo>
                    <a:pt x="45369" y="40219"/>
                  </a:moveTo>
                  <a:lnTo>
                    <a:pt x="12780" y="40219"/>
                  </a:lnTo>
                  <a:lnTo>
                    <a:pt x="12780" y="6384"/>
                  </a:lnTo>
                  <a:cubicBezTo>
                    <a:pt x="12780" y="2554"/>
                    <a:pt x="10224" y="0"/>
                    <a:pt x="6390" y="0"/>
                  </a:cubicBezTo>
                  <a:cubicBezTo>
                    <a:pt x="2556" y="0"/>
                    <a:pt x="0" y="2554"/>
                    <a:pt x="0" y="6384"/>
                  </a:cubicBezTo>
                  <a:lnTo>
                    <a:pt x="0" y="46603"/>
                  </a:lnTo>
                  <a:cubicBezTo>
                    <a:pt x="0" y="50433"/>
                    <a:pt x="2556" y="52987"/>
                    <a:pt x="6390" y="52987"/>
                  </a:cubicBezTo>
                  <a:lnTo>
                    <a:pt x="45369" y="52987"/>
                  </a:lnTo>
                  <a:cubicBezTo>
                    <a:pt x="49203" y="52987"/>
                    <a:pt x="51759" y="50433"/>
                    <a:pt x="51759" y="46603"/>
                  </a:cubicBezTo>
                  <a:cubicBezTo>
                    <a:pt x="51759" y="42773"/>
                    <a:pt x="49203" y="40219"/>
                    <a:pt x="45369" y="40219"/>
                  </a:cubicBezTo>
                  <a:close/>
                </a:path>
              </a:pathLst>
            </a:custGeom>
            <a:solidFill>
              <a:srgbClr val="0076A8"/>
            </a:solidFill>
            <a:ln w="6390" cap="flat">
              <a:noFill/>
              <a:prstDash val="solid"/>
              <a:miter/>
            </a:ln>
          </p:spPr>
          <p:txBody>
            <a:bodyPr rtlCol="0" anchor="ctr"/>
            <a:lstStyle/>
            <a:p>
              <a:endParaRPr lang="en-US"/>
            </a:p>
          </p:txBody>
        </p:sp>
      </p:grpSp>
      <p:grpSp>
        <p:nvGrpSpPr>
          <p:cNvPr id="175" name="Graphic 4">
            <a:extLst>
              <a:ext uri="{FF2B5EF4-FFF2-40B4-BE49-F238E27FC236}">
                <a16:creationId xmlns:a16="http://schemas.microsoft.com/office/drawing/2014/main" id="{0F2F057C-E753-AE44-95A0-CA77727CC336}"/>
              </a:ext>
            </a:extLst>
          </p:cNvPr>
          <p:cNvGrpSpPr/>
          <p:nvPr/>
        </p:nvGrpSpPr>
        <p:grpSpPr>
          <a:xfrm>
            <a:off x="1515054" y="4793256"/>
            <a:ext cx="362309" cy="361971"/>
            <a:chOff x="1515054" y="4793256"/>
            <a:chExt cx="362309" cy="361971"/>
          </a:xfrm>
          <a:solidFill>
            <a:srgbClr val="0076A8"/>
          </a:solidFill>
        </p:grpSpPr>
        <p:sp>
          <p:nvSpPr>
            <p:cNvPr id="176" name="Freeform 175">
              <a:extLst>
                <a:ext uri="{FF2B5EF4-FFF2-40B4-BE49-F238E27FC236}">
                  <a16:creationId xmlns:a16="http://schemas.microsoft.com/office/drawing/2014/main" id="{C61C6D5F-FF63-DD42-9E09-04C82495A88E}"/>
                </a:ext>
              </a:extLst>
            </p:cNvPr>
            <p:cNvSpPr/>
            <p:nvPr/>
          </p:nvSpPr>
          <p:spPr>
            <a:xfrm>
              <a:off x="1515054" y="4793256"/>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0 h 361971"/>
                <a:gd name="connsiteX7" fmla="*/ 180835 w 362309"/>
                <a:gd name="connsiteY7" fmla="*/ 348565 h 361971"/>
                <a:gd name="connsiteX8" fmla="*/ 12780 w 362309"/>
                <a:gd name="connsiteY8" fmla="*/ 180028 h 361971"/>
                <a:gd name="connsiteX9" fmla="*/ 180835 w 362309"/>
                <a:gd name="connsiteY9" fmla="*/ 12129 h 361971"/>
                <a:gd name="connsiteX10" fmla="*/ 349529 w 362309"/>
                <a:gd name="connsiteY10" fmla="*/ 180667 h 361971"/>
                <a:gd name="connsiteX11" fmla="*/ 349529 w 362309"/>
                <a:gd name="connsiteY11" fmla="*/ 180667 h 361971"/>
                <a:gd name="connsiteX12" fmla="*/ 180835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0438"/>
                    <a:pt x="281157" y="0"/>
                    <a:pt x="180835" y="0"/>
                  </a:cubicBezTo>
                  <a:lnTo>
                    <a:pt x="180835" y="0"/>
                  </a:lnTo>
                  <a:close/>
                  <a:moveTo>
                    <a:pt x="180835" y="348565"/>
                  </a:moveTo>
                  <a:cubicBezTo>
                    <a:pt x="87542" y="348565"/>
                    <a:pt x="12780" y="273234"/>
                    <a:pt x="12780" y="180028"/>
                  </a:cubicBezTo>
                  <a:cubicBezTo>
                    <a:pt x="12780" y="86822"/>
                    <a:pt x="88181" y="12129"/>
                    <a:pt x="180835" y="12129"/>
                  </a:cubicBezTo>
                  <a:cubicBezTo>
                    <a:pt x="274128" y="12129"/>
                    <a:pt x="349529" y="87461"/>
                    <a:pt x="349529" y="180667"/>
                  </a:cubicBezTo>
                  <a:lnTo>
                    <a:pt x="349529" y="180667"/>
                  </a:lnTo>
                  <a:cubicBezTo>
                    <a:pt x="348891" y="273234"/>
                    <a:pt x="273489" y="348565"/>
                    <a:pt x="180835" y="348565"/>
                  </a:cubicBezTo>
                  <a:close/>
                </a:path>
              </a:pathLst>
            </a:custGeom>
            <a:solidFill>
              <a:srgbClr val="0076A8"/>
            </a:solidFill>
            <a:ln w="6390" cap="flat">
              <a:noFill/>
              <a:prstDash val="solid"/>
              <a:miter/>
            </a:ln>
          </p:spPr>
          <p:txBody>
            <a:bodyPr rtlCol="0" anchor="ctr"/>
            <a:lstStyle/>
            <a:p>
              <a:endParaRPr lang="en-US"/>
            </a:p>
          </p:txBody>
        </p:sp>
        <p:sp>
          <p:nvSpPr>
            <p:cNvPr id="177" name="Freeform 176">
              <a:extLst>
                <a:ext uri="{FF2B5EF4-FFF2-40B4-BE49-F238E27FC236}">
                  <a16:creationId xmlns:a16="http://schemas.microsoft.com/office/drawing/2014/main" id="{76DA926E-3699-9F47-BBE9-B8C355132DC4}"/>
                </a:ext>
              </a:extLst>
            </p:cNvPr>
            <p:cNvSpPr/>
            <p:nvPr/>
          </p:nvSpPr>
          <p:spPr>
            <a:xfrm>
              <a:off x="1655632" y="4857096"/>
              <a:ext cx="73833" cy="139808"/>
            </a:xfrm>
            <a:custGeom>
              <a:avLst/>
              <a:gdLst>
                <a:gd name="connsiteX0" fmla="*/ 10863 w 73833"/>
                <a:gd name="connsiteY0" fmla="*/ 98313 h 139808"/>
                <a:gd name="connsiteX1" fmla="*/ 1917 w 73833"/>
                <a:gd name="connsiteY1" fmla="*/ 98313 h 139808"/>
                <a:gd name="connsiteX2" fmla="*/ 1917 w 73833"/>
                <a:gd name="connsiteY2" fmla="*/ 98313 h 139808"/>
                <a:gd name="connsiteX3" fmla="*/ 1917 w 73833"/>
                <a:gd name="connsiteY3" fmla="*/ 107251 h 139808"/>
                <a:gd name="connsiteX4" fmla="*/ 32589 w 73833"/>
                <a:gd name="connsiteY4" fmla="*/ 137894 h 139808"/>
                <a:gd name="connsiteX5" fmla="*/ 37062 w 73833"/>
                <a:gd name="connsiteY5" fmla="*/ 139809 h 139808"/>
                <a:gd name="connsiteX6" fmla="*/ 41535 w 73833"/>
                <a:gd name="connsiteY6" fmla="*/ 137894 h 139808"/>
                <a:gd name="connsiteX7" fmla="*/ 71567 w 73833"/>
                <a:gd name="connsiteY7" fmla="*/ 107889 h 139808"/>
                <a:gd name="connsiteX8" fmla="*/ 72206 w 73833"/>
                <a:gd name="connsiteY8" fmla="*/ 98952 h 139808"/>
                <a:gd name="connsiteX9" fmla="*/ 63260 w 73833"/>
                <a:gd name="connsiteY9" fmla="*/ 98313 h 139808"/>
                <a:gd name="connsiteX10" fmla="*/ 62621 w 73833"/>
                <a:gd name="connsiteY10" fmla="*/ 98952 h 139808"/>
                <a:gd name="connsiteX11" fmla="*/ 42813 w 73833"/>
                <a:gd name="connsiteY11" fmla="*/ 118742 h 139808"/>
                <a:gd name="connsiteX12" fmla="*/ 42813 w 73833"/>
                <a:gd name="connsiteY12" fmla="*/ 6384 h 139808"/>
                <a:gd name="connsiteX13" fmla="*/ 36423 w 73833"/>
                <a:gd name="connsiteY13" fmla="*/ 0 h 139808"/>
                <a:gd name="connsiteX14" fmla="*/ 30033 w 73833"/>
                <a:gd name="connsiteY14" fmla="*/ 6384 h 139808"/>
                <a:gd name="connsiteX15" fmla="*/ 30033 w 73833"/>
                <a:gd name="connsiteY15" fmla="*/ 117465 h 139808"/>
                <a:gd name="connsiteX16" fmla="*/ 10863 w 73833"/>
                <a:gd name="connsiteY16" fmla="*/ 98313 h 139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3833" h="139808">
                  <a:moveTo>
                    <a:pt x="10863" y="98313"/>
                  </a:moveTo>
                  <a:cubicBezTo>
                    <a:pt x="8307" y="95760"/>
                    <a:pt x="4473" y="95760"/>
                    <a:pt x="1917" y="98313"/>
                  </a:cubicBezTo>
                  <a:lnTo>
                    <a:pt x="1917" y="98313"/>
                  </a:lnTo>
                  <a:cubicBezTo>
                    <a:pt x="-639" y="100867"/>
                    <a:pt x="-639" y="104697"/>
                    <a:pt x="1917" y="107251"/>
                  </a:cubicBezTo>
                  <a:lnTo>
                    <a:pt x="32589" y="137894"/>
                  </a:lnTo>
                  <a:cubicBezTo>
                    <a:pt x="33867" y="139171"/>
                    <a:pt x="35145" y="139809"/>
                    <a:pt x="37062" y="139809"/>
                  </a:cubicBezTo>
                  <a:cubicBezTo>
                    <a:pt x="38979" y="139809"/>
                    <a:pt x="40257" y="139171"/>
                    <a:pt x="41535" y="137894"/>
                  </a:cubicBezTo>
                  <a:lnTo>
                    <a:pt x="71567" y="107889"/>
                  </a:lnTo>
                  <a:cubicBezTo>
                    <a:pt x="74123" y="105336"/>
                    <a:pt x="74762" y="101505"/>
                    <a:pt x="72206" y="98952"/>
                  </a:cubicBezTo>
                  <a:cubicBezTo>
                    <a:pt x="69650" y="96398"/>
                    <a:pt x="65816" y="95760"/>
                    <a:pt x="63260" y="98313"/>
                  </a:cubicBezTo>
                  <a:lnTo>
                    <a:pt x="62621" y="98952"/>
                  </a:lnTo>
                  <a:lnTo>
                    <a:pt x="42813" y="118742"/>
                  </a:lnTo>
                  <a:lnTo>
                    <a:pt x="42813" y="6384"/>
                  </a:lnTo>
                  <a:cubicBezTo>
                    <a:pt x="42813" y="2553"/>
                    <a:pt x="40257" y="0"/>
                    <a:pt x="36423" y="0"/>
                  </a:cubicBezTo>
                  <a:cubicBezTo>
                    <a:pt x="32589" y="0"/>
                    <a:pt x="30033" y="2553"/>
                    <a:pt x="30033" y="6384"/>
                  </a:cubicBezTo>
                  <a:lnTo>
                    <a:pt x="30033" y="117465"/>
                  </a:lnTo>
                  <a:lnTo>
                    <a:pt x="10863" y="98313"/>
                  </a:lnTo>
                  <a:close/>
                </a:path>
              </a:pathLst>
            </a:custGeom>
            <a:solidFill>
              <a:srgbClr val="0076A8"/>
            </a:solidFill>
            <a:ln w="6390" cap="flat">
              <a:noFill/>
              <a:prstDash val="solid"/>
              <a:miter/>
            </a:ln>
          </p:spPr>
          <p:txBody>
            <a:bodyPr rtlCol="0" anchor="ctr"/>
            <a:lstStyle/>
            <a:p>
              <a:endParaRPr lang="en-US"/>
            </a:p>
          </p:txBody>
        </p:sp>
        <p:sp>
          <p:nvSpPr>
            <p:cNvPr id="178" name="Freeform 177">
              <a:extLst>
                <a:ext uri="{FF2B5EF4-FFF2-40B4-BE49-F238E27FC236}">
                  <a16:creationId xmlns:a16="http://schemas.microsoft.com/office/drawing/2014/main" id="{1D7A6825-4CC6-6942-8148-C41F547F68D9}"/>
                </a:ext>
              </a:extLst>
            </p:cNvPr>
            <p:cNvSpPr/>
            <p:nvPr/>
          </p:nvSpPr>
          <p:spPr>
            <a:xfrm>
              <a:off x="1578232" y="4857613"/>
              <a:ext cx="235952" cy="233218"/>
            </a:xfrm>
            <a:custGeom>
              <a:avLst/>
              <a:gdLst>
                <a:gd name="connsiteX0" fmla="*/ 141299 w 235952"/>
                <a:gd name="connsiteY0" fmla="*/ 121 h 233218"/>
                <a:gd name="connsiteX1" fmla="*/ 133631 w 235952"/>
                <a:gd name="connsiteY1" fmla="*/ 5228 h 233218"/>
                <a:gd name="connsiteX2" fmla="*/ 138744 w 235952"/>
                <a:gd name="connsiteY2" fmla="*/ 12889 h 233218"/>
                <a:gd name="connsiteX3" fmla="*/ 220535 w 235952"/>
                <a:gd name="connsiteY3" fmla="*/ 136738 h 233218"/>
                <a:gd name="connsiteX4" fmla="*/ 96570 w 235952"/>
                <a:gd name="connsiteY4" fmla="*/ 218453 h 233218"/>
                <a:gd name="connsiteX5" fmla="*/ 14779 w 235952"/>
                <a:gd name="connsiteY5" fmla="*/ 94604 h 233218"/>
                <a:gd name="connsiteX6" fmla="*/ 88902 w 235952"/>
                <a:gd name="connsiteY6" fmla="*/ 14804 h 233218"/>
                <a:gd name="connsiteX7" fmla="*/ 94014 w 235952"/>
                <a:gd name="connsiteY7" fmla="*/ 7144 h 233218"/>
                <a:gd name="connsiteX8" fmla="*/ 86346 w 235952"/>
                <a:gd name="connsiteY8" fmla="*/ 2036 h 233218"/>
                <a:gd name="connsiteX9" fmla="*/ 85707 w 235952"/>
                <a:gd name="connsiteY9" fmla="*/ 2036 h 233218"/>
                <a:gd name="connsiteX10" fmla="*/ 4555 w 235952"/>
                <a:gd name="connsiteY10" fmla="*/ 147591 h 233218"/>
                <a:gd name="connsiteX11" fmla="*/ 150245 w 235952"/>
                <a:gd name="connsiteY11" fmla="*/ 228667 h 233218"/>
                <a:gd name="connsiteX12" fmla="*/ 231398 w 235952"/>
                <a:gd name="connsiteY12" fmla="*/ 83113 h 233218"/>
                <a:gd name="connsiteX13" fmla="*/ 141299 w 235952"/>
                <a:gd name="connsiteY13" fmla="*/ 121 h 233218"/>
                <a:gd name="connsiteX14" fmla="*/ 141299 w 235952"/>
                <a:gd name="connsiteY14" fmla="*/ 121 h 23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952" h="233218">
                  <a:moveTo>
                    <a:pt x="141299" y="121"/>
                  </a:moveTo>
                  <a:cubicBezTo>
                    <a:pt x="137465" y="-517"/>
                    <a:pt x="134271" y="1398"/>
                    <a:pt x="133631" y="5228"/>
                  </a:cubicBezTo>
                  <a:cubicBezTo>
                    <a:pt x="132992" y="9059"/>
                    <a:pt x="134910" y="12251"/>
                    <a:pt x="138744" y="12889"/>
                  </a:cubicBezTo>
                  <a:cubicBezTo>
                    <a:pt x="195614" y="24380"/>
                    <a:pt x="232036" y="79921"/>
                    <a:pt x="220535" y="136738"/>
                  </a:cubicBezTo>
                  <a:cubicBezTo>
                    <a:pt x="209033" y="193556"/>
                    <a:pt x="153440" y="229944"/>
                    <a:pt x="96570" y="218453"/>
                  </a:cubicBezTo>
                  <a:cubicBezTo>
                    <a:pt x="39699" y="206962"/>
                    <a:pt x="3277" y="151421"/>
                    <a:pt x="14779" y="94604"/>
                  </a:cubicBezTo>
                  <a:cubicBezTo>
                    <a:pt x="22447" y="56300"/>
                    <a:pt x="51201" y="25657"/>
                    <a:pt x="88902" y="14804"/>
                  </a:cubicBezTo>
                  <a:cubicBezTo>
                    <a:pt x="92097" y="14166"/>
                    <a:pt x="94653" y="10336"/>
                    <a:pt x="94014" y="7144"/>
                  </a:cubicBezTo>
                  <a:cubicBezTo>
                    <a:pt x="93375" y="3952"/>
                    <a:pt x="89541" y="1398"/>
                    <a:pt x="86346" y="2036"/>
                  </a:cubicBezTo>
                  <a:lnTo>
                    <a:pt x="85707" y="2036"/>
                  </a:lnTo>
                  <a:cubicBezTo>
                    <a:pt x="23086" y="19912"/>
                    <a:pt x="-13337" y="85028"/>
                    <a:pt x="4555" y="147591"/>
                  </a:cubicBezTo>
                  <a:cubicBezTo>
                    <a:pt x="22447" y="210154"/>
                    <a:pt x="87624" y="246543"/>
                    <a:pt x="150245" y="228667"/>
                  </a:cubicBezTo>
                  <a:cubicBezTo>
                    <a:pt x="212867" y="210792"/>
                    <a:pt x="249289" y="145676"/>
                    <a:pt x="231398" y="83113"/>
                  </a:cubicBezTo>
                  <a:cubicBezTo>
                    <a:pt x="219257" y="40979"/>
                    <a:pt x="184751" y="9059"/>
                    <a:pt x="141299" y="121"/>
                  </a:cubicBezTo>
                  <a:lnTo>
                    <a:pt x="141299" y="121"/>
                  </a:lnTo>
                  <a:close/>
                </a:path>
              </a:pathLst>
            </a:custGeom>
            <a:solidFill>
              <a:srgbClr val="0076A8"/>
            </a:solidFill>
            <a:ln w="6390" cap="flat">
              <a:noFill/>
              <a:prstDash val="solid"/>
              <a:miter/>
            </a:ln>
          </p:spPr>
          <p:txBody>
            <a:bodyPr rtlCol="0" anchor="ctr"/>
            <a:lstStyle/>
            <a:p>
              <a:endParaRPr lang="en-US"/>
            </a:p>
          </p:txBody>
        </p:sp>
      </p:grpSp>
      <p:grpSp>
        <p:nvGrpSpPr>
          <p:cNvPr id="183" name="Graphic 4">
            <a:extLst>
              <a:ext uri="{FF2B5EF4-FFF2-40B4-BE49-F238E27FC236}">
                <a16:creationId xmlns:a16="http://schemas.microsoft.com/office/drawing/2014/main" id="{CC809BAE-DC58-3840-89AF-927FDF53D017}"/>
              </a:ext>
            </a:extLst>
          </p:cNvPr>
          <p:cNvGrpSpPr/>
          <p:nvPr/>
        </p:nvGrpSpPr>
        <p:grpSpPr>
          <a:xfrm>
            <a:off x="2560447" y="3339623"/>
            <a:ext cx="362309" cy="361971"/>
            <a:chOff x="2560447" y="3339623"/>
            <a:chExt cx="362309" cy="361971"/>
          </a:xfrm>
          <a:solidFill>
            <a:srgbClr val="0076A8"/>
          </a:solidFill>
        </p:grpSpPr>
        <p:sp>
          <p:nvSpPr>
            <p:cNvPr id="184" name="Freeform 183">
              <a:extLst>
                <a:ext uri="{FF2B5EF4-FFF2-40B4-BE49-F238E27FC236}">
                  <a16:creationId xmlns:a16="http://schemas.microsoft.com/office/drawing/2014/main" id="{42D0F106-D863-D847-9233-E8FCFC3D630F}"/>
                </a:ext>
              </a:extLst>
            </p:cNvPr>
            <p:cNvSpPr/>
            <p:nvPr/>
          </p:nvSpPr>
          <p:spPr>
            <a:xfrm>
              <a:off x="2560447" y="33396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lnTo>
                    <a:pt x="362309" y="181305"/>
                  </a:ln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lnTo>
                    <a:pt x="349529" y="180667"/>
                  </a:lnTo>
                  <a:cubicBezTo>
                    <a:pt x="349529" y="273873"/>
                    <a:pt x="274128" y="349204"/>
                    <a:pt x="181474" y="349204"/>
                  </a:cubicBezTo>
                  <a:lnTo>
                    <a:pt x="181474" y="349204"/>
                  </a:lnTo>
                  <a:close/>
                </a:path>
              </a:pathLst>
            </a:custGeom>
            <a:solidFill>
              <a:srgbClr val="0076A8"/>
            </a:solidFill>
            <a:ln w="6390" cap="flat">
              <a:noFill/>
              <a:prstDash val="solid"/>
              <a:miter/>
            </a:ln>
          </p:spPr>
          <p:txBody>
            <a:bodyPr rtlCol="0" anchor="ctr"/>
            <a:lstStyle/>
            <a:p>
              <a:endParaRPr lang="en-US"/>
            </a:p>
          </p:txBody>
        </p:sp>
        <p:sp>
          <p:nvSpPr>
            <p:cNvPr id="185" name="Freeform 184">
              <a:extLst>
                <a:ext uri="{FF2B5EF4-FFF2-40B4-BE49-F238E27FC236}">
                  <a16:creationId xmlns:a16="http://schemas.microsoft.com/office/drawing/2014/main" id="{BCCA9B30-16A8-AA48-8265-8BFECAA11FBA}"/>
                </a:ext>
              </a:extLst>
            </p:cNvPr>
            <p:cNvSpPr/>
            <p:nvPr/>
          </p:nvSpPr>
          <p:spPr>
            <a:xfrm>
              <a:off x="2635210" y="3423253"/>
              <a:ext cx="213423" cy="195350"/>
            </a:xfrm>
            <a:custGeom>
              <a:avLst/>
              <a:gdLst>
                <a:gd name="connsiteX0" fmla="*/ 180835 w 213423"/>
                <a:gd name="connsiteY0" fmla="*/ 1916 h 195350"/>
                <a:gd name="connsiteX1" fmla="*/ 176362 w 213423"/>
                <a:gd name="connsiteY1" fmla="*/ 0 h 195350"/>
                <a:gd name="connsiteX2" fmla="*/ 171889 w 213423"/>
                <a:gd name="connsiteY2" fmla="*/ 1916 h 195350"/>
                <a:gd name="connsiteX3" fmla="*/ 141218 w 213423"/>
                <a:gd name="connsiteY3" fmla="*/ 32559 h 195350"/>
                <a:gd name="connsiteX4" fmla="*/ 141218 w 213423"/>
                <a:gd name="connsiteY4" fmla="*/ 41496 h 195350"/>
                <a:gd name="connsiteX5" fmla="*/ 150164 w 213423"/>
                <a:gd name="connsiteY5" fmla="*/ 41496 h 195350"/>
                <a:gd name="connsiteX6" fmla="*/ 150164 w 213423"/>
                <a:gd name="connsiteY6" fmla="*/ 41496 h 195350"/>
                <a:gd name="connsiteX7" fmla="*/ 169972 w 213423"/>
                <a:gd name="connsiteY7" fmla="*/ 21706 h 195350"/>
                <a:gd name="connsiteX8" fmla="*/ 169972 w 213423"/>
                <a:gd name="connsiteY8" fmla="*/ 152577 h 195350"/>
                <a:gd name="connsiteX9" fmla="*/ 141218 w 213423"/>
                <a:gd name="connsiteY9" fmla="*/ 181305 h 195350"/>
                <a:gd name="connsiteX10" fmla="*/ 112463 w 213423"/>
                <a:gd name="connsiteY10" fmla="*/ 152577 h 195350"/>
                <a:gd name="connsiteX11" fmla="*/ 112463 w 213423"/>
                <a:gd name="connsiteY11" fmla="*/ 44050 h 195350"/>
                <a:gd name="connsiteX12" fmla="*/ 69650 w 213423"/>
                <a:gd name="connsiteY12" fmla="*/ 4469 h 195350"/>
                <a:gd name="connsiteX13" fmla="*/ 30033 w 213423"/>
                <a:gd name="connsiteY13" fmla="*/ 44050 h 195350"/>
                <a:gd name="connsiteX14" fmla="*/ 30033 w 213423"/>
                <a:gd name="connsiteY14" fmla="*/ 173006 h 195350"/>
                <a:gd name="connsiteX15" fmla="*/ 10863 w 213423"/>
                <a:gd name="connsiteY15" fmla="*/ 153854 h 195350"/>
                <a:gd name="connsiteX16" fmla="*/ 1917 w 213423"/>
                <a:gd name="connsiteY16" fmla="*/ 153854 h 195350"/>
                <a:gd name="connsiteX17" fmla="*/ 1917 w 213423"/>
                <a:gd name="connsiteY17" fmla="*/ 153854 h 195350"/>
                <a:gd name="connsiteX18" fmla="*/ 1917 w 213423"/>
                <a:gd name="connsiteY18" fmla="*/ 162792 h 195350"/>
                <a:gd name="connsiteX19" fmla="*/ 32589 w 213423"/>
                <a:gd name="connsiteY19" fmla="*/ 193435 h 195350"/>
                <a:gd name="connsiteX20" fmla="*/ 37062 w 213423"/>
                <a:gd name="connsiteY20" fmla="*/ 195350 h 195350"/>
                <a:gd name="connsiteX21" fmla="*/ 41535 w 213423"/>
                <a:gd name="connsiteY21" fmla="*/ 193435 h 195350"/>
                <a:gd name="connsiteX22" fmla="*/ 71567 w 213423"/>
                <a:gd name="connsiteY22" fmla="*/ 163430 h 195350"/>
                <a:gd name="connsiteX23" fmla="*/ 72206 w 213423"/>
                <a:gd name="connsiteY23" fmla="*/ 154492 h 195350"/>
                <a:gd name="connsiteX24" fmla="*/ 63260 w 213423"/>
                <a:gd name="connsiteY24" fmla="*/ 153854 h 195350"/>
                <a:gd name="connsiteX25" fmla="*/ 62622 w 213423"/>
                <a:gd name="connsiteY25" fmla="*/ 154492 h 195350"/>
                <a:gd name="connsiteX26" fmla="*/ 42813 w 213423"/>
                <a:gd name="connsiteY26" fmla="*/ 174283 h 195350"/>
                <a:gd name="connsiteX27" fmla="*/ 42813 w 213423"/>
                <a:gd name="connsiteY27" fmla="*/ 44688 h 195350"/>
                <a:gd name="connsiteX28" fmla="*/ 72845 w 213423"/>
                <a:gd name="connsiteY28" fmla="*/ 17237 h 195350"/>
                <a:gd name="connsiteX29" fmla="*/ 100322 w 213423"/>
                <a:gd name="connsiteY29" fmla="*/ 44688 h 195350"/>
                <a:gd name="connsiteX30" fmla="*/ 100322 w 213423"/>
                <a:gd name="connsiteY30" fmla="*/ 153216 h 195350"/>
                <a:gd name="connsiteX31" fmla="*/ 141857 w 213423"/>
                <a:gd name="connsiteY31" fmla="*/ 194711 h 195350"/>
                <a:gd name="connsiteX32" fmla="*/ 183391 w 213423"/>
                <a:gd name="connsiteY32" fmla="*/ 153216 h 195350"/>
                <a:gd name="connsiteX33" fmla="*/ 183391 w 213423"/>
                <a:gd name="connsiteY33" fmla="*/ 153216 h 195350"/>
                <a:gd name="connsiteX34" fmla="*/ 183391 w 213423"/>
                <a:gd name="connsiteY34" fmla="*/ 22983 h 195350"/>
                <a:gd name="connsiteX35" fmla="*/ 202561 w 213423"/>
                <a:gd name="connsiteY35" fmla="*/ 42135 h 195350"/>
                <a:gd name="connsiteX36" fmla="*/ 211507 w 213423"/>
                <a:gd name="connsiteY36" fmla="*/ 42135 h 195350"/>
                <a:gd name="connsiteX37" fmla="*/ 211507 w 213423"/>
                <a:gd name="connsiteY37" fmla="*/ 33197 h 195350"/>
                <a:gd name="connsiteX38" fmla="*/ 180835 w 213423"/>
                <a:gd name="connsiteY38" fmla="*/ 1916 h 19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3423" h="195350">
                  <a:moveTo>
                    <a:pt x="180835" y="1916"/>
                  </a:moveTo>
                  <a:cubicBezTo>
                    <a:pt x="179557" y="639"/>
                    <a:pt x="178279" y="0"/>
                    <a:pt x="176362" y="0"/>
                  </a:cubicBezTo>
                  <a:cubicBezTo>
                    <a:pt x="174445" y="0"/>
                    <a:pt x="173167" y="639"/>
                    <a:pt x="171889" y="1916"/>
                  </a:cubicBezTo>
                  <a:lnTo>
                    <a:pt x="141218" y="32559"/>
                  </a:lnTo>
                  <a:cubicBezTo>
                    <a:pt x="138662" y="35112"/>
                    <a:pt x="138662" y="38943"/>
                    <a:pt x="141218" y="41496"/>
                  </a:cubicBezTo>
                  <a:cubicBezTo>
                    <a:pt x="143774" y="44050"/>
                    <a:pt x="147608" y="44050"/>
                    <a:pt x="150164" y="41496"/>
                  </a:cubicBezTo>
                  <a:lnTo>
                    <a:pt x="150164" y="41496"/>
                  </a:lnTo>
                  <a:lnTo>
                    <a:pt x="169972" y="21706"/>
                  </a:lnTo>
                  <a:lnTo>
                    <a:pt x="169972" y="152577"/>
                  </a:lnTo>
                  <a:cubicBezTo>
                    <a:pt x="169972" y="168537"/>
                    <a:pt x="157192" y="181305"/>
                    <a:pt x="141218" y="181305"/>
                  </a:cubicBezTo>
                  <a:cubicBezTo>
                    <a:pt x="125243" y="181305"/>
                    <a:pt x="112463" y="168537"/>
                    <a:pt x="112463" y="152577"/>
                  </a:cubicBezTo>
                  <a:lnTo>
                    <a:pt x="112463" y="44050"/>
                  </a:lnTo>
                  <a:cubicBezTo>
                    <a:pt x="111824" y="21067"/>
                    <a:pt x="92015" y="3192"/>
                    <a:pt x="69650" y="4469"/>
                  </a:cubicBezTo>
                  <a:cubicBezTo>
                    <a:pt x="47925" y="5107"/>
                    <a:pt x="30672" y="22344"/>
                    <a:pt x="30033" y="44050"/>
                  </a:cubicBezTo>
                  <a:lnTo>
                    <a:pt x="30033" y="173006"/>
                  </a:lnTo>
                  <a:lnTo>
                    <a:pt x="10863" y="153854"/>
                  </a:lnTo>
                  <a:cubicBezTo>
                    <a:pt x="8307" y="151300"/>
                    <a:pt x="4473" y="151300"/>
                    <a:pt x="1917" y="153854"/>
                  </a:cubicBezTo>
                  <a:lnTo>
                    <a:pt x="1917" y="153854"/>
                  </a:lnTo>
                  <a:cubicBezTo>
                    <a:pt x="-639" y="156408"/>
                    <a:pt x="-639" y="160238"/>
                    <a:pt x="1917" y="162792"/>
                  </a:cubicBezTo>
                  <a:lnTo>
                    <a:pt x="32589" y="193435"/>
                  </a:lnTo>
                  <a:cubicBezTo>
                    <a:pt x="33867" y="194711"/>
                    <a:pt x="35145" y="195350"/>
                    <a:pt x="37062" y="195350"/>
                  </a:cubicBezTo>
                  <a:cubicBezTo>
                    <a:pt x="38979" y="195350"/>
                    <a:pt x="40257" y="194711"/>
                    <a:pt x="41535" y="193435"/>
                  </a:cubicBezTo>
                  <a:lnTo>
                    <a:pt x="71567" y="163430"/>
                  </a:lnTo>
                  <a:cubicBezTo>
                    <a:pt x="74123" y="160876"/>
                    <a:pt x="74762" y="157046"/>
                    <a:pt x="72206" y="154492"/>
                  </a:cubicBezTo>
                  <a:cubicBezTo>
                    <a:pt x="69650" y="151939"/>
                    <a:pt x="65816" y="151300"/>
                    <a:pt x="63260" y="153854"/>
                  </a:cubicBezTo>
                  <a:lnTo>
                    <a:pt x="62622" y="154492"/>
                  </a:lnTo>
                  <a:lnTo>
                    <a:pt x="42813" y="174283"/>
                  </a:lnTo>
                  <a:lnTo>
                    <a:pt x="42813" y="44688"/>
                  </a:lnTo>
                  <a:cubicBezTo>
                    <a:pt x="43452" y="28728"/>
                    <a:pt x="56870" y="16599"/>
                    <a:pt x="72845" y="17237"/>
                  </a:cubicBezTo>
                  <a:cubicBezTo>
                    <a:pt x="87542" y="17875"/>
                    <a:pt x="99683" y="30005"/>
                    <a:pt x="100322" y="44688"/>
                  </a:cubicBezTo>
                  <a:lnTo>
                    <a:pt x="100322" y="153216"/>
                  </a:lnTo>
                  <a:cubicBezTo>
                    <a:pt x="100322" y="176198"/>
                    <a:pt x="118853" y="194711"/>
                    <a:pt x="141857" y="194711"/>
                  </a:cubicBezTo>
                  <a:cubicBezTo>
                    <a:pt x="164861" y="194711"/>
                    <a:pt x="183391" y="176198"/>
                    <a:pt x="183391" y="153216"/>
                  </a:cubicBezTo>
                  <a:lnTo>
                    <a:pt x="183391" y="153216"/>
                  </a:lnTo>
                  <a:lnTo>
                    <a:pt x="183391" y="22983"/>
                  </a:lnTo>
                  <a:lnTo>
                    <a:pt x="202561" y="42135"/>
                  </a:lnTo>
                  <a:cubicBezTo>
                    <a:pt x="205117" y="44688"/>
                    <a:pt x="208951" y="44688"/>
                    <a:pt x="211507" y="42135"/>
                  </a:cubicBezTo>
                  <a:cubicBezTo>
                    <a:pt x="214063" y="39581"/>
                    <a:pt x="214063" y="35751"/>
                    <a:pt x="211507" y="33197"/>
                  </a:cubicBezTo>
                  <a:lnTo>
                    <a:pt x="180835" y="1916"/>
                  </a:lnTo>
                  <a:close/>
                </a:path>
              </a:pathLst>
            </a:custGeom>
            <a:solidFill>
              <a:srgbClr val="0076A8"/>
            </a:solidFill>
            <a:ln w="6390" cap="flat">
              <a:noFill/>
              <a:prstDash val="solid"/>
              <a:miter/>
            </a:ln>
          </p:spPr>
          <p:txBody>
            <a:bodyPr rtlCol="0" anchor="ctr"/>
            <a:lstStyle/>
            <a:p>
              <a:endParaRPr lang="en-US"/>
            </a:p>
          </p:txBody>
        </p:sp>
      </p:grpSp>
      <p:grpSp>
        <p:nvGrpSpPr>
          <p:cNvPr id="190" name="Graphic 4">
            <a:extLst>
              <a:ext uri="{FF2B5EF4-FFF2-40B4-BE49-F238E27FC236}">
                <a16:creationId xmlns:a16="http://schemas.microsoft.com/office/drawing/2014/main" id="{E2AE76B4-1B43-524F-A7F6-C78E01A859BD}"/>
              </a:ext>
            </a:extLst>
          </p:cNvPr>
          <p:cNvGrpSpPr/>
          <p:nvPr/>
        </p:nvGrpSpPr>
        <p:grpSpPr>
          <a:xfrm>
            <a:off x="467743" y="4793256"/>
            <a:ext cx="361670" cy="361971"/>
            <a:chOff x="467743" y="4793256"/>
            <a:chExt cx="361670" cy="361971"/>
          </a:xfrm>
          <a:solidFill>
            <a:srgbClr val="0076A8"/>
          </a:solidFill>
        </p:grpSpPr>
        <p:sp>
          <p:nvSpPr>
            <p:cNvPr id="191" name="Freeform 190">
              <a:extLst>
                <a:ext uri="{FF2B5EF4-FFF2-40B4-BE49-F238E27FC236}">
                  <a16:creationId xmlns:a16="http://schemas.microsoft.com/office/drawing/2014/main" id="{044B4932-A41B-5141-B552-3BD7CCD19DC5}"/>
                </a:ext>
              </a:extLst>
            </p:cNvPr>
            <p:cNvSpPr/>
            <p:nvPr/>
          </p:nvSpPr>
          <p:spPr>
            <a:xfrm>
              <a:off x="467743" y="4793256"/>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0667 h 361971"/>
                <a:gd name="connsiteX4" fmla="*/ 361670 w 361670"/>
                <a:gd name="connsiteY4" fmla="*/ 180667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667 h 361971"/>
                <a:gd name="connsiteX9" fmla="*/ 180835 w 361670"/>
                <a:gd name="connsiteY9" fmla="*/ 12129 h 361971"/>
                <a:gd name="connsiteX10" fmla="*/ 348891 w 361670"/>
                <a:gd name="connsiteY10" fmla="*/ 180667 h 361971"/>
                <a:gd name="connsiteX11" fmla="*/ 348891 w 361670"/>
                <a:gd name="connsiteY11" fmla="*/ 180667 h 361971"/>
                <a:gd name="connsiteX12" fmla="*/ 180835 w 361670"/>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5" y="0"/>
                  </a:moveTo>
                  <a:cubicBezTo>
                    <a:pt x="80513" y="0"/>
                    <a:pt x="0" y="81077"/>
                    <a:pt x="0" y="180667"/>
                  </a:cubicBezTo>
                  <a:cubicBezTo>
                    <a:pt x="0" y="280895"/>
                    <a:pt x="81152" y="361972"/>
                    <a:pt x="180835" y="361972"/>
                  </a:cubicBezTo>
                  <a:cubicBezTo>
                    <a:pt x="280518" y="361972"/>
                    <a:pt x="361670" y="280895"/>
                    <a:pt x="361670" y="180667"/>
                  </a:cubicBezTo>
                  <a:lnTo>
                    <a:pt x="361670" y="180667"/>
                  </a:lnTo>
                  <a:cubicBezTo>
                    <a:pt x="361670" y="80438"/>
                    <a:pt x="281157" y="0"/>
                    <a:pt x="180835" y="0"/>
                  </a:cubicBezTo>
                  <a:lnTo>
                    <a:pt x="180835" y="0"/>
                  </a:lnTo>
                  <a:close/>
                  <a:moveTo>
                    <a:pt x="180835" y="348565"/>
                  </a:moveTo>
                  <a:cubicBezTo>
                    <a:pt x="87542" y="348565"/>
                    <a:pt x="12780" y="273234"/>
                    <a:pt x="12780" y="180667"/>
                  </a:cubicBezTo>
                  <a:cubicBezTo>
                    <a:pt x="12780" y="87461"/>
                    <a:pt x="88181" y="12129"/>
                    <a:pt x="180835" y="12129"/>
                  </a:cubicBezTo>
                  <a:cubicBezTo>
                    <a:pt x="273489" y="12129"/>
                    <a:pt x="348891" y="87461"/>
                    <a:pt x="348891" y="180667"/>
                  </a:cubicBezTo>
                  <a:lnTo>
                    <a:pt x="348891" y="180667"/>
                  </a:lnTo>
                  <a:cubicBezTo>
                    <a:pt x="348891" y="273234"/>
                    <a:pt x="273489" y="348565"/>
                    <a:pt x="180835" y="348565"/>
                  </a:cubicBezTo>
                  <a:close/>
                </a:path>
              </a:pathLst>
            </a:custGeom>
            <a:solidFill>
              <a:srgbClr val="0076A8"/>
            </a:solidFill>
            <a:ln w="6390" cap="flat">
              <a:noFill/>
              <a:prstDash val="solid"/>
              <a:miter/>
            </a:ln>
          </p:spPr>
          <p:txBody>
            <a:bodyPr rtlCol="0" anchor="ctr"/>
            <a:lstStyle/>
            <a:p>
              <a:endParaRPr lang="en-US"/>
            </a:p>
          </p:txBody>
        </p:sp>
        <p:sp>
          <p:nvSpPr>
            <p:cNvPr id="822" name="Freeform 821">
              <a:extLst>
                <a:ext uri="{FF2B5EF4-FFF2-40B4-BE49-F238E27FC236}">
                  <a16:creationId xmlns:a16="http://schemas.microsoft.com/office/drawing/2014/main" id="{9C1BB1E4-61BB-2647-97F3-B7D19CD3B8B9}"/>
                </a:ext>
              </a:extLst>
            </p:cNvPr>
            <p:cNvSpPr/>
            <p:nvPr/>
          </p:nvSpPr>
          <p:spPr>
            <a:xfrm>
              <a:off x="540878" y="4892208"/>
              <a:ext cx="215051" cy="164068"/>
            </a:xfrm>
            <a:custGeom>
              <a:avLst/>
              <a:gdLst>
                <a:gd name="connsiteX0" fmla="*/ 203549 w 215051"/>
                <a:gd name="connsiteY0" fmla="*/ 1915 h 164068"/>
                <a:gd name="connsiteX1" fmla="*/ 62971 w 215051"/>
                <a:gd name="connsiteY1" fmla="*/ 148109 h 164068"/>
                <a:gd name="connsiteX2" fmla="*/ 11212 w 215051"/>
                <a:gd name="connsiteY2" fmla="*/ 95760 h 164068"/>
                <a:gd name="connsiteX3" fmla="*/ 2266 w 215051"/>
                <a:gd name="connsiteY3" fmla="*/ 95121 h 164068"/>
                <a:gd name="connsiteX4" fmla="*/ 1627 w 215051"/>
                <a:gd name="connsiteY4" fmla="*/ 104059 h 164068"/>
                <a:gd name="connsiteX5" fmla="*/ 2266 w 215051"/>
                <a:gd name="connsiteY5" fmla="*/ 104697 h 164068"/>
                <a:gd name="connsiteX6" fmla="*/ 58498 w 215051"/>
                <a:gd name="connsiteY6" fmla="*/ 162153 h 164068"/>
                <a:gd name="connsiteX7" fmla="*/ 62971 w 215051"/>
                <a:gd name="connsiteY7" fmla="*/ 164069 h 164068"/>
                <a:gd name="connsiteX8" fmla="*/ 62971 w 215051"/>
                <a:gd name="connsiteY8" fmla="*/ 164069 h 164068"/>
                <a:gd name="connsiteX9" fmla="*/ 67443 w 215051"/>
                <a:gd name="connsiteY9" fmla="*/ 162153 h 164068"/>
                <a:gd name="connsiteX10" fmla="*/ 213134 w 215051"/>
                <a:gd name="connsiteY10" fmla="*/ 10853 h 164068"/>
                <a:gd name="connsiteX11" fmla="*/ 213134 w 215051"/>
                <a:gd name="connsiteY11" fmla="*/ 1915 h 164068"/>
                <a:gd name="connsiteX12" fmla="*/ 203549 w 215051"/>
                <a:gd name="connsiteY12" fmla="*/ 1915 h 164068"/>
                <a:gd name="connsiteX13" fmla="*/ 203549 w 215051"/>
                <a:gd name="connsiteY13" fmla="*/ 1915 h 16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051" h="164068">
                  <a:moveTo>
                    <a:pt x="203549" y="1915"/>
                  </a:moveTo>
                  <a:lnTo>
                    <a:pt x="62971" y="148109"/>
                  </a:lnTo>
                  <a:lnTo>
                    <a:pt x="11212" y="95760"/>
                  </a:lnTo>
                  <a:cubicBezTo>
                    <a:pt x="8656" y="93206"/>
                    <a:pt x="4822" y="92568"/>
                    <a:pt x="2266" y="95121"/>
                  </a:cubicBezTo>
                  <a:cubicBezTo>
                    <a:pt x="-290" y="97675"/>
                    <a:pt x="-929" y="101505"/>
                    <a:pt x="1627" y="104059"/>
                  </a:cubicBezTo>
                  <a:lnTo>
                    <a:pt x="2266" y="104697"/>
                  </a:lnTo>
                  <a:lnTo>
                    <a:pt x="58498" y="162153"/>
                  </a:lnTo>
                  <a:cubicBezTo>
                    <a:pt x="59776" y="163430"/>
                    <a:pt x="61054" y="164069"/>
                    <a:pt x="62971" y="164069"/>
                  </a:cubicBezTo>
                  <a:lnTo>
                    <a:pt x="62971" y="164069"/>
                  </a:lnTo>
                  <a:cubicBezTo>
                    <a:pt x="64888" y="164069"/>
                    <a:pt x="66166" y="163430"/>
                    <a:pt x="67443" y="162153"/>
                  </a:cubicBezTo>
                  <a:lnTo>
                    <a:pt x="213134" y="10853"/>
                  </a:lnTo>
                  <a:cubicBezTo>
                    <a:pt x="215690" y="8299"/>
                    <a:pt x="215690" y="4469"/>
                    <a:pt x="213134" y="1915"/>
                  </a:cubicBezTo>
                  <a:cubicBezTo>
                    <a:pt x="210578" y="-638"/>
                    <a:pt x="206105" y="-638"/>
                    <a:pt x="203549" y="1915"/>
                  </a:cubicBezTo>
                  <a:lnTo>
                    <a:pt x="203549" y="1915"/>
                  </a:lnTo>
                  <a:close/>
                </a:path>
              </a:pathLst>
            </a:custGeom>
            <a:solidFill>
              <a:srgbClr val="0076A8"/>
            </a:solidFill>
            <a:ln w="6390" cap="flat">
              <a:noFill/>
              <a:prstDash val="solid"/>
              <a:miter/>
            </a:ln>
          </p:spPr>
          <p:txBody>
            <a:bodyPr rtlCol="0" anchor="ctr"/>
            <a:lstStyle/>
            <a:p>
              <a:endParaRPr lang="en-US"/>
            </a:p>
          </p:txBody>
        </p:sp>
      </p:grpSp>
      <p:grpSp>
        <p:nvGrpSpPr>
          <p:cNvPr id="823" name="Graphic 4">
            <a:extLst>
              <a:ext uri="{FF2B5EF4-FFF2-40B4-BE49-F238E27FC236}">
                <a16:creationId xmlns:a16="http://schemas.microsoft.com/office/drawing/2014/main" id="{91EB4F3E-8CB2-8543-A9F7-4379B561B0A3}"/>
              </a:ext>
            </a:extLst>
          </p:cNvPr>
          <p:cNvGrpSpPr/>
          <p:nvPr/>
        </p:nvGrpSpPr>
        <p:grpSpPr>
          <a:xfrm>
            <a:off x="2560447" y="2855717"/>
            <a:ext cx="362309" cy="361971"/>
            <a:chOff x="2560447" y="2855717"/>
            <a:chExt cx="362309" cy="361971"/>
          </a:xfrm>
          <a:solidFill>
            <a:srgbClr val="0076A8"/>
          </a:solidFill>
        </p:grpSpPr>
        <p:sp>
          <p:nvSpPr>
            <p:cNvPr id="824" name="Freeform 823">
              <a:extLst>
                <a:ext uri="{FF2B5EF4-FFF2-40B4-BE49-F238E27FC236}">
                  <a16:creationId xmlns:a16="http://schemas.microsoft.com/office/drawing/2014/main" id="{F0834A82-88D9-7342-8206-6EF7F92866CB}"/>
                </a:ext>
              </a:extLst>
            </p:cNvPr>
            <p:cNvSpPr/>
            <p:nvPr/>
          </p:nvSpPr>
          <p:spPr>
            <a:xfrm>
              <a:off x="2560447" y="2855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09" y="280895"/>
                    <a:pt x="362309" y="181305"/>
                  </a:cubicBezTo>
                  <a:lnTo>
                    <a:pt x="362309" y="181305"/>
                  </a:lnTo>
                  <a:cubicBezTo>
                    <a:pt x="362309" y="81076"/>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lnTo>
                    <a:pt x="349529" y="180667"/>
                  </a:lnTo>
                  <a:cubicBezTo>
                    <a:pt x="349529" y="273234"/>
                    <a:pt x="274128" y="348565"/>
                    <a:pt x="181474" y="349204"/>
                  </a:cubicBezTo>
                  <a:close/>
                </a:path>
              </a:pathLst>
            </a:custGeom>
            <a:solidFill>
              <a:srgbClr val="0076A8"/>
            </a:solidFill>
            <a:ln w="6390" cap="flat">
              <a:noFill/>
              <a:prstDash val="solid"/>
              <a:miter/>
            </a:ln>
          </p:spPr>
          <p:txBody>
            <a:bodyPr rtlCol="0" anchor="ctr"/>
            <a:lstStyle/>
            <a:p>
              <a:endParaRPr lang="en-US"/>
            </a:p>
          </p:txBody>
        </p:sp>
        <p:sp>
          <p:nvSpPr>
            <p:cNvPr id="825" name="Freeform 824">
              <a:extLst>
                <a:ext uri="{FF2B5EF4-FFF2-40B4-BE49-F238E27FC236}">
                  <a16:creationId xmlns:a16="http://schemas.microsoft.com/office/drawing/2014/main" id="{EC032F38-9A29-614B-9C09-01574E113D7F}"/>
                </a:ext>
              </a:extLst>
            </p:cNvPr>
            <p:cNvSpPr/>
            <p:nvPr/>
          </p:nvSpPr>
          <p:spPr>
            <a:xfrm>
              <a:off x="2642878" y="2937432"/>
              <a:ext cx="61343" cy="61286"/>
            </a:xfrm>
            <a:custGeom>
              <a:avLst/>
              <a:gdLst>
                <a:gd name="connsiteX0" fmla="*/ 54954 w 61343"/>
                <a:gd name="connsiteY0" fmla="*/ 0 h 61286"/>
                <a:gd name="connsiteX1" fmla="*/ 6390 w 61343"/>
                <a:gd name="connsiteY1" fmla="*/ 0 h 61286"/>
                <a:gd name="connsiteX2" fmla="*/ 0 w 61343"/>
                <a:gd name="connsiteY2" fmla="*/ 6384 h 61286"/>
                <a:gd name="connsiteX3" fmla="*/ 0 w 61343"/>
                <a:gd name="connsiteY3" fmla="*/ 54902 h 61286"/>
                <a:gd name="connsiteX4" fmla="*/ 6390 w 61343"/>
                <a:gd name="connsiteY4" fmla="*/ 61286 h 61286"/>
                <a:gd name="connsiteX5" fmla="*/ 54954 w 61343"/>
                <a:gd name="connsiteY5" fmla="*/ 61286 h 61286"/>
                <a:gd name="connsiteX6" fmla="*/ 61343 w 61343"/>
                <a:gd name="connsiteY6" fmla="*/ 54902 h 61286"/>
                <a:gd name="connsiteX7" fmla="*/ 61343 w 61343"/>
                <a:gd name="connsiteY7" fmla="*/ 6384 h 61286"/>
                <a:gd name="connsiteX8" fmla="*/ 54954 w 61343"/>
                <a:gd name="connsiteY8" fmla="*/ 0 h 61286"/>
                <a:gd name="connsiteX9" fmla="*/ 48564 w 61343"/>
                <a:gd name="connsiteY9" fmla="*/ 49157 h 61286"/>
                <a:gd name="connsiteX10" fmla="*/ 12780 w 61343"/>
                <a:gd name="connsiteY10" fmla="*/ 49157 h 61286"/>
                <a:gd name="connsiteX11" fmla="*/ 12780 w 61343"/>
                <a:gd name="connsiteY11" fmla="*/ 13406 h 61286"/>
                <a:gd name="connsiteX12" fmla="*/ 48564 w 61343"/>
                <a:gd name="connsiteY12" fmla="*/ 13406 h 61286"/>
                <a:gd name="connsiteX13" fmla="*/ 48564 w 61343"/>
                <a:gd name="connsiteY13" fmla="*/ 49157 h 61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343" h="61286">
                  <a:moveTo>
                    <a:pt x="54954" y="0"/>
                  </a:moveTo>
                  <a:lnTo>
                    <a:pt x="6390" y="0"/>
                  </a:lnTo>
                  <a:cubicBezTo>
                    <a:pt x="2556" y="0"/>
                    <a:pt x="0" y="2554"/>
                    <a:pt x="0" y="6384"/>
                  </a:cubicBezTo>
                  <a:lnTo>
                    <a:pt x="0" y="54902"/>
                  </a:lnTo>
                  <a:cubicBezTo>
                    <a:pt x="0" y="58733"/>
                    <a:pt x="2556" y="61286"/>
                    <a:pt x="6390" y="61286"/>
                  </a:cubicBezTo>
                  <a:lnTo>
                    <a:pt x="54954" y="61286"/>
                  </a:lnTo>
                  <a:cubicBezTo>
                    <a:pt x="58787" y="61286"/>
                    <a:pt x="61343" y="58733"/>
                    <a:pt x="61343" y="54902"/>
                  </a:cubicBezTo>
                  <a:lnTo>
                    <a:pt x="61343" y="6384"/>
                  </a:lnTo>
                  <a:cubicBezTo>
                    <a:pt x="61343" y="3192"/>
                    <a:pt x="58787" y="0"/>
                    <a:pt x="54954" y="0"/>
                  </a:cubicBezTo>
                  <a:close/>
                  <a:moveTo>
                    <a:pt x="48564" y="49157"/>
                  </a:moveTo>
                  <a:lnTo>
                    <a:pt x="12780" y="49157"/>
                  </a:lnTo>
                  <a:lnTo>
                    <a:pt x="12780" y="13406"/>
                  </a:lnTo>
                  <a:lnTo>
                    <a:pt x="48564" y="13406"/>
                  </a:lnTo>
                  <a:lnTo>
                    <a:pt x="48564" y="49157"/>
                  </a:lnTo>
                  <a:close/>
                </a:path>
              </a:pathLst>
            </a:custGeom>
            <a:solidFill>
              <a:srgbClr val="0076A8"/>
            </a:solidFill>
            <a:ln w="6390" cap="flat">
              <a:noFill/>
              <a:prstDash val="solid"/>
              <a:miter/>
            </a:ln>
          </p:spPr>
          <p:txBody>
            <a:bodyPr rtlCol="0" anchor="ctr"/>
            <a:lstStyle/>
            <a:p>
              <a:endParaRPr lang="en-US"/>
            </a:p>
          </p:txBody>
        </p:sp>
        <p:sp>
          <p:nvSpPr>
            <p:cNvPr id="826" name="Freeform 825">
              <a:extLst>
                <a:ext uri="{FF2B5EF4-FFF2-40B4-BE49-F238E27FC236}">
                  <a16:creationId xmlns:a16="http://schemas.microsoft.com/office/drawing/2014/main" id="{0C430724-E18C-EB4A-B9B1-6DD65475ED84}"/>
                </a:ext>
              </a:extLst>
            </p:cNvPr>
            <p:cNvSpPr/>
            <p:nvPr/>
          </p:nvSpPr>
          <p:spPr>
            <a:xfrm>
              <a:off x="2711250" y="2937432"/>
              <a:ext cx="61343" cy="61286"/>
            </a:xfrm>
            <a:custGeom>
              <a:avLst/>
              <a:gdLst>
                <a:gd name="connsiteX0" fmla="*/ 54954 w 61343"/>
                <a:gd name="connsiteY0" fmla="*/ 0 h 61286"/>
                <a:gd name="connsiteX1" fmla="*/ 6390 w 61343"/>
                <a:gd name="connsiteY1" fmla="*/ 0 h 61286"/>
                <a:gd name="connsiteX2" fmla="*/ 0 w 61343"/>
                <a:gd name="connsiteY2" fmla="*/ 6384 h 61286"/>
                <a:gd name="connsiteX3" fmla="*/ 0 w 61343"/>
                <a:gd name="connsiteY3" fmla="*/ 54902 h 61286"/>
                <a:gd name="connsiteX4" fmla="*/ 6390 w 61343"/>
                <a:gd name="connsiteY4" fmla="*/ 61286 h 61286"/>
                <a:gd name="connsiteX5" fmla="*/ 54954 w 61343"/>
                <a:gd name="connsiteY5" fmla="*/ 61286 h 61286"/>
                <a:gd name="connsiteX6" fmla="*/ 61343 w 61343"/>
                <a:gd name="connsiteY6" fmla="*/ 54902 h 61286"/>
                <a:gd name="connsiteX7" fmla="*/ 61343 w 61343"/>
                <a:gd name="connsiteY7" fmla="*/ 6384 h 61286"/>
                <a:gd name="connsiteX8" fmla="*/ 54954 w 61343"/>
                <a:gd name="connsiteY8" fmla="*/ 0 h 61286"/>
                <a:gd name="connsiteX9" fmla="*/ 48564 w 61343"/>
                <a:gd name="connsiteY9" fmla="*/ 49157 h 61286"/>
                <a:gd name="connsiteX10" fmla="*/ 12780 w 61343"/>
                <a:gd name="connsiteY10" fmla="*/ 49157 h 61286"/>
                <a:gd name="connsiteX11" fmla="*/ 12780 w 61343"/>
                <a:gd name="connsiteY11" fmla="*/ 13406 h 61286"/>
                <a:gd name="connsiteX12" fmla="*/ 48564 w 61343"/>
                <a:gd name="connsiteY12" fmla="*/ 13406 h 61286"/>
                <a:gd name="connsiteX13" fmla="*/ 48564 w 61343"/>
                <a:gd name="connsiteY13" fmla="*/ 49157 h 61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343" h="61286">
                  <a:moveTo>
                    <a:pt x="54954" y="0"/>
                  </a:moveTo>
                  <a:lnTo>
                    <a:pt x="6390" y="0"/>
                  </a:lnTo>
                  <a:cubicBezTo>
                    <a:pt x="2556" y="0"/>
                    <a:pt x="0" y="2554"/>
                    <a:pt x="0" y="6384"/>
                  </a:cubicBezTo>
                  <a:lnTo>
                    <a:pt x="0" y="54902"/>
                  </a:lnTo>
                  <a:cubicBezTo>
                    <a:pt x="0" y="58733"/>
                    <a:pt x="2556" y="61286"/>
                    <a:pt x="6390" y="61286"/>
                  </a:cubicBezTo>
                  <a:lnTo>
                    <a:pt x="54954" y="61286"/>
                  </a:lnTo>
                  <a:cubicBezTo>
                    <a:pt x="58788" y="61286"/>
                    <a:pt x="61343" y="58733"/>
                    <a:pt x="61343" y="54902"/>
                  </a:cubicBezTo>
                  <a:lnTo>
                    <a:pt x="61343" y="6384"/>
                  </a:lnTo>
                  <a:cubicBezTo>
                    <a:pt x="61343" y="3192"/>
                    <a:pt x="58148" y="0"/>
                    <a:pt x="54954" y="0"/>
                  </a:cubicBezTo>
                  <a:close/>
                  <a:moveTo>
                    <a:pt x="48564" y="49157"/>
                  </a:moveTo>
                  <a:lnTo>
                    <a:pt x="12780" y="49157"/>
                  </a:lnTo>
                  <a:lnTo>
                    <a:pt x="12780" y="13406"/>
                  </a:lnTo>
                  <a:lnTo>
                    <a:pt x="48564" y="13406"/>
                  </a:lnTo>
                  <a:lnTo>
                    <a:pt x="48564" y="49157"/>
                  </a:lnTo>
                  <a:close/>
                </a:path>
              </a:pathLst>
            </a:custGeom>
            <a:solidFill>
              <a:srgbClr val="0076A8"/>
            </a:solidFill>
            <a:ln w="6390" cap="flat">
              <a:noFill/>
              <a:prstDash val="solid"/>
              <a:miter/>
            </a:ln>
          </p:spPr>
          <p:txBody>
            <a:bodyPr rtlCol="0" anchor="ctr"/>
            <a:lstStyle/>
            <a:p>
              <a:endParaRPr lang="en-US"/>
            </a:p>
          </p:txBody>
        </p:sp>
        <p:sp>
          <p:nvSpPr>
            <p:cNvPr id="827" name="Freeform 826">
              <a:extLst>
                <a:ext uri="{FF2B5EF4-FFF2-40B4-BE49-F238E27FC236}">
                  <a16:creationId xmlns:a16="http://schemas.microsoft.com/office/drawing/2014/main" id="{DDA8CC02-F477-0041-B715-DB946107A0AF}"/>
                </a:ext>
              </a:extLst>
            </p:cNvPr>
            <p:cNvSpPr/>
            <p:nvPr/>
          </p:nvSpPr>
          <p:spPr>
            <a:xfrm>
              <a:off x="2778983" y="2937432"/>
              <a:ext cx="61343" cy="61286"/>
            </a:xfrm>
            <a:custGeom>
              <a:avLst/>
              <a:gdLst>
                <a:gd name="connsiteX0" fmla="*/ 54954 w 61343"/>
                <a:gd name="connsiteY0" fmla="*/ 0 h 61286"/>
                <a:gd name="connsiteX1" fmla="*/ 6390 w 61343"/>
                <a:gd name="connsiteY1" fmla="*/ 0 h 61286"/>
                <a:gd name="connsiteX2" fmla="*/ 0 w 61343"/>
                <a:gd name="connsiteY2" fmla="*/ 6384 h 61286"/>
                <a:gd name="connsiteX3" fmla="*/ 0 w 61343"/>
                <a:gd name="connsiteY3" fmla="*/ 54902 h 61286"/>
                <a:gd name="connsiteX4" fmla="*/ 6390 w 61343"/>
                <a:gd name="connsiteY4" fmla="*/ 61286 h 61286"/>
                <a:gd name="connsiteX5" fmla="*/ 54954 w 61343"/>
                <a:gd name="connsiteY5" fmla="*/ 61286 h 61286"/>
                <a:gd name="connsiteX6" fmla="*/ 61343 w 61343"/>
                <a:gd name="connsiteY6" fmla="*/ 54902 h 61286"/>
                <a:gd name="connsiteX7" fmla="*/ 61343 w 61343"/>
                <a:gd name="connsiteY7" fmla="*/ 6384 h 61286"/>
                <a:gd name="connsiteX8" fmla="*/ 54954 w 61343"/>
                <a:gd name="connsiteY8" fmla="*/ 0 h 61286"/>
                <a:gd name="connsiteX9" fmla="*/ 48564 w 61343"/>
                <a:gd name="connsiteY9" fmla="*/ 49157 h 61286"/>
                <a:gd name="connsiteX10" fmla="*/ 12780 w 61343"/>
                <a:gd name="connsiteY10" fmla="*/ 49157 h 61286"/>
                <a:gd name="connsiteX11" fmla="*/ 12780 w 61343"/>
                <a:gd name="connsiteY11" fmla="*/ 13406 h 61286"/>
                <a:gd name="connsiteX12" fmla="*/ 48564 w 61343"/>
                <a:gd name="connsiteY12" fmla="*/ 13406 h 61286"/>
                <a:gd name="connsiteX13" fmla="*/ 48564 w 61343"/>
                <a:gd name="connsiteY13" fmla="*/ 49157 h 61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343" h="61286">
                  <a:moveTo>
                    <a:pt x="54954" y="0"/>
                  </a:moveTo>
                  <a:lnTo>
                    <a:pt x="6390" y="0"/>
                  </a:lnTo>
                  <a:cubicBezTo>
                    <a:pt x="2556" y="0"/>
                    <a:pt x="0" y="2554"/>
                    <a:pt x="0" y="6384"/>
                  </a:cubicBezTo>
                  <a:lnTo>
                    <a:pt x="0" y="54902"/>
                  </a:lnTo>
                  <a:cubicBezTo>
                    <a:pt x="0" y="58733"/>
                    <a:pt x="2556" y="61286"/>
                    <a:pt x="6390" y="61286"/>
                  </a:cubicBezTo>
                  <a:lnTo>
                    <a:pt x="54954" y="61286"/>
                  </a:lnTo>
                  <a:cubicBezTo>
                    <a:pt x="58788" y="61286"/>
                    <a:pt x="61343" y="58733"/>
                    <a:pt x="61343" y="54902"/>
                  </a:cubicBezTo>
                  <a:lnTo>
                    <a:pt x="61343" y="6384"/>
                  </a:lnTo>
                  <a:cubicBezTo>
                    <a:pt x="61343" y="3192"/>
                    <a:pt x="58788" y="0"/>
                    <a:pt x="54954" y="0"/>
                  </a:cubicBezTo>
                  <a:close/>
                  <a:moveTo>
                    <a:pt x="48564" y="49157"/>
                  </a:moveTo>
                  <a:lnTo>
                    <a:pt x="12780" y="49157"/>
                  </a:lnTo>
                  <a:lnTo>
                    <a:pt x="12780" y="13406"/>
                  </a:lnTo>
                  <a:lnTo>
                    <a:pt x="48564" y="13406"/>
                  </a:lnTo>
                  <a:lnTo>
                    <a:pt x="48564" y="49157"/>
                  </a:lnTo>
                  <a:close/>
                </a:path>
              </a:pathLst>
            </a:custGeom>
            <a:solidFill>
              <a:srgbClr val="0076A8"/>
            </a:solidFill>
            <a:ln w="6390" cap="flat">
              <a:noFill/>
              <a:prstDash val="solid"/>
              <a:miter/>
            </a:ln>
          </p:spPr>
          <p:txBody>
            <a:bodyPr rtlCol="0" anchor="ctr"/>
            <a:lstStyle/>
            <a:p>
              <a:endParaRPr lang="en-US"/>
            </a:p>
          </p:txBody>
        </p:sp>
        <p:sp>
          <p:nvSpPr>
            <p:cNvPr id="828" name="Freeform 827">
              <a:extLst>
                <a:ext uri="{FF2B5EF4-FFF2-40B4-BE49-F238E27FC236}">
                  <a16:creationId xmlns:a16="http://schemas.microsoft.com/office/drawing/2014/main" id="{B2C944CB-D74C-1445-ADC8-928A6696C1D7}"/>
                </a:ext>
              </a:extLst>
            </p:cNvPr>
            <p:cNvSpPr/>
            <p:nvPr/>
          </p:nvSpPr>
          <p:spPr>
            <a:xfrm>
              <a:off x="2642878" y="3005741"/>
              <a:ext cx="61343" cy="61286"/>
            </a:xfrm>
            <a:custGeom>
              <a:avLst/>
              <a:gdLst>
                <a:gd name="connsiteX0" fmla="*/ 54954 w 61343"/>
                <a:gd name="connsiteY0" fmla="*/ 0 h 61286"/>
                <a:gd name="connsiteX1" fmla="*/ 6390 w 61343"/>
                <a:gd name="connsiteY1" fmla="*/ 0 h 61286"/>
                <a:gd name="connsiteX2" fmla="*/ 0 w 61343"/>
                <a:gd name="connsiteY2" fmla="*/ 6384 h 61286"/>
                <a:gd name="connsiteX3" fmla="*/ 0 w 61343"/>
                <a:gd name="connsiteY3" fmla="*/ 54902 h 61286"/>
                <a:gd name="connsiteX4" fmla="*/ 6390 w 61343"/>
                <a:gd name="connsiteY4" fmla="*/ 61286 h 61286"/>
                <a:gd name="connsiteX5" fmla="*/ 54954 w 61343"/>
                <a:gd name="connsiteY5" fmla="*/ 61286 h 61286"/>
                <a:gd name="connsiteX6" fmla="*/ 61343 w 61343"/>
                <a:gd name="connsiteY6" fmla="*/ 54902 h 61286"/>
                <a:gd name="connsiteX7" fmla="*/ 61343 w 61343"/>
                <a:gd name="connsiteY7" fmla="*/ 6384 h 61286"/>
                <a:gd name="connsiteX8" fmla="*/ 54954 w 61343"/>
                <a:gd name="connsiteY8" fmla="*/ 0 h 61286"/>
                <a:gd name="connsiteX9" fmla="*/ 48564 w 61343"/>
                <a:gd name="connsiteY9" fmla="*/ 48518 h 61286"/>
                <a:gd name="connsiteX10" fmla="*/ 12780 w 61343"/>
                <a:gd name="connsiteY10" fmla="*/ 48518 h 61286"/>
                <a:gd name="connsiteX11" fmla="*/ 12780 w 61343"/>
                <a:gd name="connsiteY11" fmla="*/ 12768 h 61286"/>
                <a:gd name="connsiteX12" fmla="*/ 48564 w 61343"/>
                <a:gd name="connsiteY12" fmla="*/ 12768 h 61286"/>
                <a:gd name="connsiteX13" fmla="*/ 48564 w 61343"/>
                <a:gd name="connsiteY13" fmla="*/ 48518 h 61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343" h="61286">
                  <a:moveTo>
                    <a:pt x="54954" y="0"/>
                  </a:moveTo>
                  <a:lnTo>
                    <a:pt x="6390" y="0"/>
                  </a:lnTo>
                  <a:cubicBezTo>
                    <a:pt x="2556" y="0"/>
                    <a:pt x="0" y="2554"/>
                    <a:pt x="0" y="6384"/>
                  </a:cubicBezTo>
                  <a:lnTo>
                    <a:pt x="0" y="54902"/>
                  </a:lnTo>
                  <a:cubicBezTo>
                    <a:pt x="0" y="58733"/>
                    <a:pt x="2556" y="61286"/>
                    <a:pt x="6390" y="61286"/>
                  </a:cubicBezTo>
                  <a:lnTo>
                    <a:pt x="54954" y="61286"/>
                  </a:lnTo>
                  <a:cubicBezTo>
                    <a:pt x="58787" y="61286"/>
                    <a:pt x="61343" y="58733"/>
                    <a:pt x="61343" y="54902"/>
                  </a:cubicBezTo>
                  <a:lnTo>
                    <a:pt x="61343" y="6384"/>
                  </a:lnTo>
                  <a:cubicBezTo>
                    <a:pt x="61343" y="2554"/>
                    <a:pt x="58787" y="0"/>
                    <a:pt x="54954" y="0"/>
                  </a:cubicBezTo>
                  <a:close/>
                  <a:moveTo>
                    <a:pt x="48564" y="48518"/>
                  </a:moveTo>
                  <a:lnTo>
                    <a:pt x="12780" y="48518"/>
                  </a:lnTo>
                  <a:lnTo>
                    <a:pt x="12780" y="12768"/>
                  </a:lnTo>
                  <a:lnTo>
                    <a:pt x="48564" y="12768"/>
                  </a:lnTo>
                  <a:lnTo>
                    <a:pt x="48564" y="48518"/>
                  </a:lnTo>
                  <a:close/>
                </a:path>
              </a:pathLst>
            </a:custGeom>
            <a:solidFill>
              <a:srgbClr val="0076A8"/>
            </a:solidFill>
            <a:ln w="6390" cap="flat">
              <a:noFill/>
              <a:prstDash val="solid"/>
              <a:miter/>
            </a:ln>
          </p:spPr>
          <p:txBody>
            <a:bodyPr rtlCol="0" anchor="ctr"/>
            <a:lstStyle/>
            <a:p>
              <a:endParaRPr lang="en-US"/>
            </a:p>
          </p:txBody>
        </p:sp>
        <p:sp>
          <p:nvSpPr>
            <p:cNvPr id="829" name="Freeform 828">
              <a:extLst>
                <a:ext uri="{FF2B5EF4-FFF2-40B4-BE49-F238E27FC236}">
                  <a16:creationId xmlns:a16="http://schemas.microsoft.com/office/drawing/2014/main" id="{E54E1100-A29D-314A-82CE-C6385C080791}"/>
                </a:ext>
              </a:extLst>
            </p:cNvPr>
            <p:cNvSpPr/>
            <p:nvPr/>
          </p:nvSpPr>
          <p:spPr>
            <a:xfrm>
              <a:off x="2711250" y="3005741"/>
              <a:ext cx="61343" cy="61286"/>
            </a:xfrm>
            <a:custGeom>
              <a:avLst/>
              <a:gdLst>
                <a:gd name="connsiteX0" fmla="*/ 54954 w 61343"/>
                <a:gd name="connsiteY0" fmla="*/ 0 h 61286"/>
                <a:gd name="connsiteX1" fmla="*/ 6390 w 61343"/>
                <a:gd name="connsiteY1" fmla="*/ 0 h 61286"/>
                <a:gd name="connsiteX2" fmla="*/ 0 w 61343"/>
                <a:gd name="connsiteY2" fmla="*/ 6384 h 61286"/>
                <a:gd name="connsiteX3" fmla="*/ 0 w 61343"/>
                <a:gd name="connsiteY3" fmla="*/ 54902 h 61286"/>
                <a:gd name="connsiteX4" fmla="*/ 6390 w 61343"/>
                <a:gd name="connsiteY4" fmla="*/ 61286 h 61286"/>
                <a:gd name="connsiteX5" fmla="*/ 54954 w 61343"/>
                <a:gd name="connsiteY5" fmla="*/ 61286 h 61286"/>
                <a:gd name="connsiteX6" fmla="*/ 61343 w 61343"/>
                <a:gd name="connsiteY6" fmla="*/ 54902 h 61286"/>
                <a:gd name="connsiteX7" fmla="*/ 61343 w 61343"/>
                <a:gd name="connsiteY7" fmla="*/ 6384 h 61286"/>
                <a:gd name="connsiteX8" fmla="*/ 54954 w 61343"/>
                <a:gd name="connsiteY8" fmla="*/ 0 h 61286"/>
                <a:gd name="connsiteX9" fmla="*/ 48564 w 61343"/>
                <a:gd name="connsiteY9" fmla="*/ 48518 h 61286"/>
                <a:gd name="connsiteX10" fmla="*/ 12780 w 61343"/>
                <a:gd name="connsiteY10" fmla="*/ 48518 h 61286"/>
                <a:gd name="connsiteX11" fmla="*/ 12780 w 61343"/>
                <a:gd name="connsiteY11" fmla="*/ 12768 h 61286"/>
                <a:gd name="connsiteX12" fmla="*/ 48564 w 61343"/>
                <a:gd name="connsiteY12" fmla="*/ 12768 h 61286"/>
                <a:gd name="connsiteX13" fmla="*/ 48564 w 61343"/>
                <a:gd name="connsiteY13" fmla="*/ 48518 h 61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343" h="61286">
                  <a:moveTo>
                    <a:pt x="54954" y="0"/>
                  </a:moveTo>
                  <a:lnTo>
                    <a:pt x="6390" y="0"/>
                  </a:lnTo>
                  <a:cubicBezTo>
                    <a:pt x="2556" y="0"/>
                    <a:pt x="0" y="2554"/>
                    <a:pt x="0" y="6384"/>
                  </a:cubicBezTo>
                  <a:lnTo>
                    <a:pt x="0" y="54902"/>
                  </a:lnTo>
                  <a:cubicBezTo>
                    <a:pt x="0" y="58733"/>
                    <a:pt x="2556" y="61286"/>
                    <a:pt x="6390" y="61286"/>
                  </a:cubicBezTo>
                  <a:lnTo>
                    <a:pt x="54954" y="61286"/>
                  </a:lnTo>
                  <a:cubicBezTo>
                    <a:pt x="58788" y="61286"/>
                    <a:pt x="61343" y="58733"/>
                    <a:pt x="61343" y="54902"/>
                  </a:cubicBezTo>
                  <a:lnTo>
                    <a:pt x="61343" y="6384"/>
                  </a:lnTo>
                  <a:cubicBezTo>
                    <a:pt x="61343" y="2554"/>
                    <a:pt x="58148" y="0"/>
                    <a:pt x="54954" y="0"/>
                  </a:cubicBezTo>
                  <a:close/>
                  <a:moveTo>
                    <a:pt x="48564" y="48518"/>
                  </a:moveTo>
                  <a:lnTo>
                    <a:pt x="12780" y="48518"/>
                  </a:lnTo>
                  <a:lnTo>
                    <a:pt x="12780" y="12768"/>
                  </a:lnTo>
                  <a:lnTo>
                    <a:pt x="48564" y="12768"/>
                  </a:lnTo>
                  <a:lnTo>
                    <a:pt x="48564" y="48518"/>
                  </a:lnTo>
                  <a:close/>
                </a:path>
              </a:pathLst>
            </a:custGeom>
            <a:solidFill>
              <a:srgbClr val="0076A8"/>
            </a:solidFill>
            <a:ln w="6390" cap="flat">
              <a:noFill/>
              <a:prstDash val="solid"/>
              <a:miter/>
            </a:ln>
          </p:spPr>
          <p:txBody>
            <a:bodyPr rtlCol="0" anchor="ctr"/>
            <a:lstStyle/>
            <a:p>
              <a:endParaRPr lang="en-US"/>
            </a:p>
          </p:txBody>
        </p:sp>
        <p:sp>
          <p:nvSpPr>
            <p:cNvPr id="830" name="Freeform 829">
              <a:extLst>
                <a:ext uri="{FF2B5EF4-FFF2-40B4-BE49-F238E27FC236}">
                  <a16:creationId xmlns:a16="http://schemas.microsoft.com/office/drawing/2014/main" id="{A067FD61-1223-5140-92FA-555C53677944}"/>
                </a:ext>
              </a:extLst>
            </p:cNvPr>
            <p:cNvSpPr/>
            <p:nvPr/>
          </p:nvSpPr>
          <p:spPr>
            <a:xfrm>
              <a:off x="2778983" y="3005741"/>
              <a:ext cx="61343" cy="61286"/>
            </a:xfrm>
            <a:custGeom>
              <a:avLst/>
              <a:gdLst>
                <a:gd name="connsiteX0" fmla="*/ 54954 w 61343"/>
                <a:gd name="connsiteY0" fmla="*/ 0 h 61286"/>
                <a:gd name="connsiteX1" fmla="*/ 6390 w 61343"/>
                <a:gd name="connsiteY1" fmla="*/ 0 h 61286"/>
                <a:gd name="connsiteX2" fmla="*/ 0 w 61343"/>
                <a:gd name="connsiteY2" fmla="*/ 6384 h 61286"/>
                <a:gd name="connsiteX3" fmla="*/ 0 w 61343"/>
                <a:gd name="connsiteY3" fmla="*/ 54902 h 61286"/>
                <a:gd name="connsiteX4" fmla="*/ 6390 w 61343"/>
                <a:gd name="connsiteY4" fmla="*/ 61286 h 61286"/>
                <a:gd name="connsiteX5" fmla="*/ 54954 w 61343"/>
                <a:gd name="connsiteY5" fmla="*/ 61286 h 61286"/>
                <a:gd name="connsiteX6" fmla="*/ 61343 w 61343"/>
                <a:gd name="connsiteY6" fmla="*/ 54902 h 61286"/>
                <a:gd name="connsiteX7" fmla="*/ 61343 w 61343"/>
                <a:gd name="connsiteY7" fmla="*/ 6384 h 61286"/>
                <a:gd name="connsiteX8" fmla="*/ 54954 w 61343"/>
                <a:gd name="connsiteY8" fmla="*/ 0 h 61286"/>
                <a:gd name="connsiteX9" fmla="*/ 48564 w 61343"/>
                <a:gd name="connsiteY9" fmla="*/ 48518 h 61286"/>
                <a:gd name="connsiteX10" fmla="*/ 12780 w 61343"/>
                <a:gd name="connsiteY10" fmla="*/ 48518 h 61286"/>
                <a:gd name="connsiteX11" fmla="*/ 12780 w 61343"/>
                <a:gd name="connsiteY11" fmla="*/ 12768 h 61286"/>
                <a:gd name="connsiteX12" fmla="*/ 48564 w 61343"/>
                <a:gd name="connsiteY12" fmla="*/ 12768 h 61286"/>
                <a:gd name="connsiteX13" fmla="*/ 48564 w 61343"/>
                <a:gd name="connsiteY13" fmla="*/ 48518 h 61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343" h="61286">
                  <a:moveTo>
                    <a:pt x="54954" y="0"/>
                  </a:moveTo>
                  <a:lnTo>
                    <a:pt x="6390" y="0"/>
                  </a:lnTo>
                  <a:cubicBezTo>
                    <a:pt x="2556" y="0"/>
                    <a:pt x="0" y="2554"/>
                    <a:pt x="0" y="6384"/>
                  </a:cubicBezTo>
                  <a:lnTo>
                    <a:pt x="0" y="54902"/>
                  </a:lnTo>
                  <a:cubicBezTo>
                    <a:pt x="0" y="58733"/>
                    <a:pt x="2556" y="61286"/>
                    <a:pt x="6390" y="61286"/>
                  </a:cubicBezTo>
                  <a:lnTo>
                    <a:pt x="54954" y="61286"/>
                  </a:lnTo>
                  <a:cubicBezTo>
                    <a:pt x="58788" y="61286"/>
                    <a:pt x="61343" y="58733"/>
                    <a:pt x="61343" y="54902"/>
                  </a:cubicBezTo>
                  <a:lnTo>
                    <a:pt x="61343" y="6384"/>
                  </a:lnTo>
                  <a:cubicBezTo>
                    <a:pt x="61343" y="2554"/>
                    <a:pt x="58788" y="0"/>
                    <a:pt x="54954" y="0"/>
                  </a:cubicBezTo>
                  <a:close/>
                  <a:moveTo>
                    <a:pt x="48564" y="48518"/>
                  </a:moveTo>
                  <a:lnTo>
                    <a:pt x="12780" y="48518"/>
                  </a:lnTo>
                  <a:lnTo>
                    <a:pt x="12780" y="12768"/>
                  </a:lnTo>
                  <a:lnTo>
                    <a:pt x="48564" y="12768"/>
                  </a:lnTo>
                  <a:lnTo>
                    <a:pt x="48564" y="48518"/>
                  </a:lnTo>
                  <a:close/>
                </a:path>
              </a:pathLst>
            </a:custGeom>
            <a:solidFill>
              <a:srgbClr val="0076A8"/>
            </a:solidFill>
            <a:ln w="6390" cap="flat">
              <a:noFill/>
              <a:prstDash val="solid"/>
              <a:miter/>
            </a:ln>
          </p:spPr>
          <p:txBody>
            <a:bodyPr rtlCol="0" anchor="ctr"/>
            <a:lstStyle/>
            <a:p>
              <a:endParaRPr lang="en-US"/>
            </a:p>
          </p:txBody>
        </p:sp>
        <p:sp>
          <p:nvSpPr>
            <p:cNvPr id="831" name="Freeform 830">
              <a:extLst>
                <a:ext uri="{FF2B5EF4-FFF2-40B4-BE49-F238E27FC236}">
                  <a16:creationId xmlns:a16="http://schemas.microsoft.com/office/drawing/2014/main" id="{86BB1AE7-D69A-134C-9B6E-8220DF116BBA}"/>
                </a:ext>
              </a:extLst>
            </p:cNvPr>
            <p:cNvSpPr/>
            <p:nvPr/>
          </p:nvSpPr>
          <p:spPr>
            <a:xfrm>
              <a:off x="2642878" y="3074050"/>
              <a:ext cx="61343" cy="61286"/>
            </a:xfrm>
            <a:custGeom>
              <a:avLst/>
              <a:gdLst>
                <a:gd name="connsiteX0" fmla="*/ 54954 w 61343"/>
                <a:gd name="connsiteY0" fmla="*/ 0 h 61286"/>
                <a:gd name="connsiteX1" fmla="*/ 6390 w 61343"/>
                <a:gd name="connsiteY1" fmla="*/ 0 h 61286"/>
                <a:gd name="connsiteX2" fmla="*/ 0 w 61343"/>
                <a:gd name="connsiteY2" fmla="*/ 6384 h 61286"/>
                <a:gd name="connsiteX3" fmla="*/ 0 w 61343"/>
                <a:gd name="connsiteY3" fmla="*/ 54902 h 61286"/>
                <a:gd name="connsiteX4" fmla="*/ 6390 w 61343"/>
                <a:gd name="connsiteY4" fmla="*/ 61286 h 61286"/>
                <a:gd name="connsiteX5" fmla="*/ 54954 w 61343"/>
                <a:gd name="connsiteY5" fmla="*/ 61286 h 61286"/>
                <a:gd name="connsiteX6" fmla="*/ 61343 w 61343"/>
                <a:gd name="connsiteY6" fmla="*/ 54902 h 61286"/>
                <a:gd name="connsiteX7" fmla="*/ 61343 w 61343"/>
                <a:gd name="connsiteY7" fmla="*/ 6384 h 61286"/>
                <a:gd name="connsiteX8" fmla="*/ 54954 w 61343"/>
                <a:gd name="connsiteY8" fmla="*/ 0 h 61286"/>
                <a:gd name="connsiteX9" fmla="*/ 48564 w 61343"/>
                <a:gd name="connsiteY9" fmla="*/ 48518 h 61286"/>
                <a:gd name="connsiteX10" fmla="*/ 12780 w 61343"/>
                <a:gd name="connsiteY10" fmla="*/ 48518 h 61286"/>
                <a:gd name="connsiteX11" fmla="*/ 12780 w 61343"/>
                <a:gd name="connsiteY11" fmla="*/ 12768 h 61286"/>
                <a:gd name="connsiteX12" fmla="*/ 48564 w 61343"/>
                <a:gd name="connsiteY12" fmla="*/ 12768 h 61286"/>
                <a:gd name="connsiteX13" fmla="*/ 48564 w 61343"/>
                <a:gd name="connsiteY13" fmla="*/ 48518 h 61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343" h="61286">
                  <a:moveTo>
                    <a:pt x="54954" y="0"/>
                  </a:moveTo>
                  <a:lnTo>
                    <a:pt x="6390" y="0"/>
                  </a:lnTo>
                  <a:cubicBezTo>
                    <a:pt x="2556" y="0"/>
                    <a:pt x="0" y="2554"/>
                    <a:pt x="0" y="6384"/>
                  </a:cubicBezTo>
                  <a:lnTo>
                    <a:pt x="0" y="54902"/>
                  </a:lnTo>
                  <a:cubicBezTo>
                    <a:pt x="0" y="58733"/>
                    <a:pt x="2556" y="61286"/>
                    <a:pt x="6390" y="61286"/>
                  </a:cubicBezTo>
                  <a:lnTo>
                    <a:pt x="54954" y="61286"/>
                  </a:lnTo>
                  <a:cubicBezTo>
                    <a:pt x="58787" y="61286"/>
                    <a:pt x="61343" y="58733"/>
                    <a:pt x="61343" y="54902"/>
                  </a:cubicBezTo>
                  <a:lnTo>
                    <a:pt x="61343" y="6384"/>
                  </a:lnTo>
                  <a:cubicBezTo>
                    <a:pt x="61343" y="2554"/>
                    <a:pt x="58787" y="0"/>
                    <a:pt x="54954" y="0"/>
                  </a:cubicBezTo>
                  <a:close/>
                  <a:moveTo>
                    <a:pt x="48564" y="48518"/>
                  </a:moveTo>
                  <a:lnTo>
                    <a:pt x="12780" y="48518"/>
                  </a:lnTo>
                  <a:lnTo>
                    <a:pt x="12780" y="12768"/>
                  </a:lnTo>
                  <a:lnTo>
                    <a:pt x="48564" y="12768"/>
                  </a:lnTo>
                  <a:lnTo>
                    <a:pt x="48564" y="48518"/>
                  </a:lnTo>
                  <a:close/>
                </a:path>
              </a:pathLst>
            </a:custGeom>
            <a:solidFill>
              <a:srgbClr val="0076A8"/>
            </a:solidFill>
            <a:ln w="6390" cap="flat">
              <a:noFill/>
              <a:prstDash val="solid"/>
              <a:miter/>
            </a:ln>
          </p:spPr>
          <p:txBody>
            <a:bodyPr rtlCol="0" anchor="ctr"/>
            <a:lstStyle/>
            <a:p>
              <a:endParaRPr lang="en-US"/>
            </a:p>
          </p:txBody>
        </p:sp>
        <p:sp>
          <p:nvSpPr>
            <p:cNvPr id="384" name="Freeform 383">
              <a:extLst>
                <a:ext uri="{FF2B5EF4-FFF2-40B4-BE49-F238E27FC236}">
                  <a16:creationId xmlns:a16="http://schemas.microsoft.com/office/drawing/2014/main" id="{F25C4215-8813-FE47-B411-E548475F714C}"/>
                </a:ext>
              </a:extLst>
            </p:cNvPr>
            <p:cNvSpPr/>
            <p:nvPr/>
          </p:nvSpPr>
          <p:spPr>
            <a:xfrm>
              <a:off x="2711250" y="3074050"/>
              <a:ext cx="61343" cy="61286"/>
            </a:xfrm>
            <a:custGeom>
              <a:avLst/>
              <a:gdLst>
                <a:gd name="connsiteX0" fmla="*/ 54954 w 61343"/>
                <a:gd name="connsiteY0" fmla="*/ 0 h 61286"/>
                <a:gd name="connsiteX1" fmla="*/ 6390 w 61343"/>
                <a:gd name="connsiteY1" fmla="*/ 0 h 61286"/>
                <a:gd name="connsiteX2" fmla="*/ 0 w 61343"/>
                <a:gd name="connsiteY2" fmla="*/ 6384 h 61286"/>
                <a:gd name="connsiteX3" fmla="*/ 0 w 61343"/>
                <a:gd name="connsiteY3" fmla="*/ 54902 h 61286"/>
                <a:gd name="connsiteX4" fmla="*/ 6390 w 61343"/>
                <a:gd name="connsiteY4" fmla="*/ 61286 h 61286"/>
                <a:gd name="connsiteX5" fmla="*/ 54954 w 61343"/>
                <a:gd name="connsiteY5" fmla="*/ 61286 h 61286"/>
                <a:gd name="connsiteX6" fmla="*/ 61343 w 61343"/>
                <a:gd name="connsiteY6" fmla="*/ 54902 h 61286"/>
                <a:gd name="connsiteX7" fmla="*/ 61343 w 61343"/>
                <a:gd name="connsiteY7" fmla="*/ 6384 h 61286"/>
                <a:gd name="connsiteX8" fmla="*/ 54954 w 61343"/>
                <a:gd name="connsiteY8" fmla="*/ 0 h 61286"/>
                <a:gd name="connsiteX9" fmla="*/ 48564 w 61343"/>
                <a:gd name="connsiteY9" fmla="*/ 48518 h 61286"/>
                <a:gd name="connsiteX10" fmla="*/ 12780 w 61343"/>
                <a:gd name="connsiteY10" fmla="*/ 48518 h 61286"/>
                <a:gd name="connsiteX11" fmla="*/ 12780 w 61343"/>
                <a:gd name="connsiteY11" fmla="*/ 12768 h 61286"/>
                <a:gd name="connsiteX12" fmla="*/ 48564 w 61343"/>
                <a:gd name="connsiteY12" fmla="*/ 12768 h 61286"/>
                <a:gd name="connsiteX13" fmla="*/ 48564 w 61343"/>
                <a:gd name="connsiteY13" fmla="*/ 48518 h 61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343" h="61286">
                  <a:moveTo>
                    <a:pt x="54954" y="0"/>
                  </a:moveTo>
                  <a:lnTo>
                    <a:pt x="6390" y="0"/>
                  </a:lnTo>
                  <a:cubicBezTo>
                    <a:pt x="2556" y="0"/>
                    <a:pt x="0" y="2554"/>
                    <a:pt x="0" y="6384"/>
                  </a:cubicBezTo>
                  <a:lnTo>
                    <a:pt x="0" y="54902"/>
                  </a:lnTo>
                  <a:cubicBezTo>
                    <a:pt x="0" y="58733"/>
                    <a:pt x="2556" y="61286"/>
                    <a:pt x="6390" y="61286"/>
                  </a:cubicBezTo>
                  <a:lnTo>
                    <a:pt x="54954" y="61286"/>
                  </a:lnTo>
                  <a:cubicBezTo>
                    <a:pt x="58788" y="61286"/>
                    <a:pt x="61343" y="58733"/>
                    <a:pt x="61343" y="54902"/>
                  </a:cubicBezTo>
                  <a:lnTo>
                    <a:pt x="61343" y="6384"/>
                  </a:lnTo>
                  <a:cubicBezTo>
                    <a:pt x="61343" y="2554"/>
                    <a:pt x="58148" y="0"/>
                    <a:pt x="54954" y="0"/>
                  </a:cubicBezTo>
                  <a:close/>
                  <a:moveTo>
                    <a:pt x="48564" y="48518"/>
                  </a:moveTo>
                  <a:lnTo>
                    <a:pt x="12780" y="48518"/>
                  </a:lnTo>
                  <a:lnTo>
                    <a:pt x="12780" y="12768"/>
                  </a:lnTo>
                  <a:lnTo>
                    <a:pt x="48564" y="12768"/>
                  </a:lnTo>
                  <a:lnTo>
                    <a:pt x="48564" y="48518"/>
                  </a:lnTo>
                  <a:close/>
                </a:path>
              </a:pathLst>
            </a:custGeom>
            <a:solidFill>
              <a:srgbClr val="0076A8"/>
            </a:solidFill>
            <a:ln w="6390" cap="flat">
              <a:noFill/>
              <a:prstDash val="solid"/>
              <a:miter/>
            </a:ln>
          </p:spPr>
          <p:txBody>
            <a:bodyPr rtlCol="0" anchor="ctr"/>
            <a:lstStyle/>
            <a:p>
              <a:endParaRPr lang="en-US"/>
            </a:p>
          </p:txBody>
        </p:sp>
        <p:sp>
          <p:nvSpPr>
            <p:cNvPr id="385" name="Freeform 384">
              <a:extLst>
                <a:ext uri="{FF2B5EF4-FFF2-40B4-BE49-F238E27FC236}">
                  <a16:creationId xmlns:a16="http://schemas.microsoft.com/office/drawing/2014/main" id="{BF914933-F39B-1D4A-BCA5-888BDB7DC94F}"/>
                </a:ext>
              </a:extLst>
            </p:cNvPr>
            <p:cNvSpPr/>
            <p:nvPr/>
          </p:nvSpPr>
          <p:spPr>
            <a:xfrm>
              <a:off x="2778983" y="3074050"/>
              <a:ext cx="61343" cy="61286"/>
            </a:xfrm>
            <a:custGeom>
              <a:avLst/>
              <a:gdLst>
                <a:gd name="connsiteX0" fmla="*/ 54954 w 61343"/>
                <a:gd name="connsiteY0" fmla="*/ 0 h 61286"/>
                <a:gd name="connsiteX1" fmla="*/ 6390 w 61343"/>
                <a:gd name="connsiteY1" fmla="*/ 0 h 61286"/>
                <a:gd name="connsiteX2" fmla="*/ 0 w 61343"/>
                <a:gd name="connsiteY2" fmla="*/ 6384 h 61286"/>
                <a:gd name="connsiteX3" fmla="*/ 0 w 61343"/>
                <a:gd name="connsiteY3" fmla="*/ 54902 h 61286"/>
                <a:gd name="connsiteX4" fmla="*/ 6390 w 61343"/>
                <a:gd name="connsiteY4" fmla="*/ 61286 h 61286"/>
                <a:gd name="connsiteX5" fmla="*/ 54954 w 61343"/>
                <a:gd name="connsiteY5" fmla="*/ 61286 h 61286"/>
                <a:gd name="connsiteX6" fmla="*/ 61343 w 61343"/>
                <a:gd name="connsiteY6" fmla="*/ 54902 h 61286"/>
                <a:gd name="connsiteX7" fmla="*/ 61343 w 61343"/>
                <a:gd name="connsiteY7" fmla="*/ 6384 h 61286"/>
                <a:gd name="connsiteX8" fmla="*/ 54954 w 61343"/>
                <a:gd name="connsiteY8" fmla="*/ 0 h 61286"/>
                <a:gd name="connsiteX9" fmla="*/ 48564 w 61343"/>
                <a:gd name="connsiteY9" fmla="*/ 48518 h 61286"/>
                <a:gd name="connsiteX10" fmla="*/ 12780 w 61343"/>
                <a:gd name="connsiteY10" fmla="*/ 48518 h 61286"/>
                <a:gd name="connsiteX11" fmla="*/ 12780 w 61343"/>
                <a:gd name="connsiteY11" fmla="*/ 12768 h 61286"/>
                <a:gd name="connsiteX12" fmla="*/ 48564 w 61343"/>
                <a:gd name="connsiteY12" fmla="*/ 12768 h 61286"/>
                <a:gd name="connsiteX13" fmla="*/ 48564 w 61343"/>
                <a:gd name="connsiteY13" fmla="*/ 48518 h 61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343" h="61286">
                  <a:moveTo>
                    <a:pt x="54954" y="0"/>
                  </a:moveTo>
                  <a:lnTo>
                    <a:pt x="6390" y="0"/>
                  </a:lnTo>
                  <a:cubicBezTo>
                    <a:pt x="2556" y="0"/>
                    <a:pt x="0" y="2554"/>
                    <a:pt x="0" y="6384"/>
                  </a:cubicBezTo>
                  <a:lnTo>
                    <a:pt x="0" y="54902"/>
                  </a:lnTo>
                  <a:cubicBezTo>
                    <a:pt x="0" y="58733"/>
                    <a:pt x="2556" y="61286"/>
                    <a:pt x="6390" y="61286"/>
                  </a:cubicBezTo>
                  <a:lnTo>
                    <a:pt x="54954" y="61286"/>
                  </a:lnTo>
                  <a:cubicBezTo>
                    <a:pt x="58788" y="61286"/>
                    <a:pt x="61343" y="58733"/>
                    <a:pt x="61343" y="54902"/>
                  </a:cubicBezTo>
                  <a:lnTo>
                    <a:pt x="61343" y="6384"/>
                  </a:lnTo>
                  <a:cubicBezTo>
                    <a:pt x="61343" y="2554"/>
                    <a:pt x="58788" y="0"/>
                    <a:pt x="54954" y="0"/>
                  </a:cubicBezTo>
                  <a:close/>
                  <a:moveTo>
                    <a:pt x="48564" y="48518"/>
                  </a:moveTo>
                  <a:lnTo>
                    <a:pt x="12780" y="48518"/>
                  </a:lnTo>
                  <a:lnTo>
                    <a:pt x="12780" y="12768"/>
                  </a:lnTo>
                  <a:lnTo>
                    <a:pt x="48564" y="12768"/>
                  </a:lnTo>
                  <a:lnTo>
                    <a:pt x="48564" y="48518"/>
                  </a:lnTo>
                  <a:close/>
                </a:path>
              </a:pathLst>
            </a:custGeom>
            <a:solidFill>
              <a:srgbClr val="0076A8"/>
            </a:solidFill>
            <a:ln w="6390" cap="flat">
              <a:noFill/>
              <a:prstDash val="solid"/>
              <a:miter/>
            </a:ln>
          </p:spPr>
          <p:txBody>
            <a:bodyPr rtlCol="0" anchor="ctr"/>
            <a:lstStyle/>
            <a:p>
              <a:endParaRPr lang="en-US"/>
            </a:p>
          </p:txBody>
        </p:sp>
      </p:grpSp>
      <p:grpSp>
        <p:nvGrpSpPr>
          <p:cNvPr id="386" name="Graphic 4">
            <a:extLst>
              <a:ext uri="{FF2B5EF4-FFF2-40B4-BE49-F238E27FC236}">
                <a16:creationId xmlns:a16="http://schemas.microsoft.com/office/drawing/2014/main" id="{487AA7EF-1A08-5545-A3AA-82C6DC6C8A2C}"/>
              </a:ext>
            </a:extLst>
          </p:cNvPr>
          <p:cNvGrpSpPr/>
          <p:nvPr/>
        </p:nvGrpSpPr>
        <p:grpSpPr>
          <a:xfrm>
            <a:off x="467104" y="2371173"/>
            <a:ext cx="362309" cy="362610"/>
            <a:chOff x="467104" y="2371173"/>
            <a:chExt cx="362309" cy="362610"/>
          </a:xfrm>
          <a:solidFill>
            <a:srgbClr val="0076A8"/>
          </a:solidFill>
        </p:grpSpPr>
        <p:sp>
          <p:nvSpPr>
            <p:cNvPr id="387" name="Freeform 386">
              <a:extLst>
                <a:ext uri="{FF2B5EF4-FFF2-40B4-BE49-F238E27FC236}">
                  <a16:creationId xmlns:a16="http://schemas.microsoft.com/office/drawing/2014/main" id="{CBE1DB3F-D51D-BE46-8ECC-2614BAA13C3D}"/>
                </a:ext>
              </a:extLst>
            </p:cNvPr>
            <p:cNvSpPr/>
            <p:nvPr/>
          </p:nvSpPr>
          <p:spPr>
            <a:xfrm>
              <a:off x="467104" y="2371173"/>
              <a:ext cx="362309" cy="362610"/>
            </a:xfrm>
            <a:custGeom>
              <a:avLst/>
              <a:gdLst>
                <a:gd name="connsiteX0" fmla="*/ 181474 w 362309"/>
                <a:gd name="connsiteY0" fmla="*/ 0 h 362610"/>
                <a:gd name="connsiteX1" fmla="*/ 0 w 362309"/>
                <a:gd name="connsiteY1" fmla="*/ 181305 h 362610"/>
                <a:gd name="connsiteX2" fmla="*/ 181474 w 362309"/>
                <a:gd name="connsiteY2" fmla="*/ 362610 h 362610"/>
                <a:gd name="connsiteX3" fmla="*/ 362309 w 362309"/>
                <a:gd name="connsiteY3" fmla="*/ 181305 h 362610"/>
                <a:gd name="connsiteX4" fmla="*/ 181474 w 362309"/>
                <a:gd name="connsiteY4" fmla="*/ 0 h 362610"/>
                <a:gd name="connsiteX5" fmla="*/ 181474 w 362309"/>
                <a:gd name="connsiteY5" fmla="*/ 0 h 362610"/>
                <a:gd name="connsiteX6" fmla="*/ 181474 w 362309"/>
                <a:gd name="connsiteY6" fmla="*/ 349204 h 362610"/>
                <a:gd name="connsiteX7" fmla="*/ 13419 w 362309"/>
                <a:gd name="connsiteY7" fmla="*/ 180667 h 362610"/>
                <a:gd name="connsiteX8" fmla="*/ 181474 w 362309"/>
                <a:gd name="connsiteY8" fmla="*/ 12130 h 362610"/>
                <a:gd name="connsiteX9" fmla="*/ 349530 w 362309"/>
                <a:gd name="connsiteY9" fmla="*/ 180667 h 362610"/>
                <a:gd name="connsiteX10" fmla="*/ 349530 w 362309"/>
                <a:gd name="connsiteY10" fmla="*/ 180667 h 362610"/>
                <a:gd name="connsiteX11" fmla="*/ 181474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1474" y="0"/>
                  </a:moveTo>
                  <a:cubicBezTo>
                    <a:pt x="81152" y="0"/>
                    <a:pt x="0" y="81077"/>
                    <a:pt x="0" y="181305"/>
                  </a:cubicBezTo>
                  <a:cubicBezTo>
                    <a:pt x="0" y="281534"/>
                    <a:pt x="81152" y="362610"/>
                    <a:pt x="181474" y="362610"/>
                  </a:cubicBezTo>
                  <a:cubicBezTo>
                    <a:pt x="281796" y="362610"/>
                    <a:pt x="362309" y="281534"/>
                    <a:pt x="362309" y="181305"/>
                  </a:cubicBezTo>
                  <a:cubicBezTo>
                    <a:pt x="362309" y="81077"/>
                    <a:pt x="281796" y="0"/>
                    <a:pt x="181474" y="0"/>
                  </a:cubicBezTo>
                  <a:lnTo>
                    <a:pt x="181474" y="0"/>
                  </a:lnTo>
                  <a:close/>
                  <a:moveTo>
                    <a:pt x="181474" y="349204"/>
                  </a:moveTo>
                  <a:cubicBezTo>
                    <a:pt x="88181" y="349204"/>
                    <a:pt x="13419" y="273873"/>
                    <a:pt x="13419" y="180667"/>
                  </a:cubicBezTo>
                  <a:cubicBezTo>
                    <a:pt x="13419" y="87461"/>
                    <a:pt x="88820" y="12130"/>
                    <a:pt x="181474" y="12130"/>
                  </a:cubicBezTo>
                  <a:cubicBezTo>
                    <a:pt x="274128" y="12130"/>
                    <a:pt x="349530" y="87461"/>
                    <a:pt x="349530" y="180667"/>
                  </a:cubicBezTo>
                  <a:lnTo>
                    <a:pt x="349530" y="180667"/>
                  </a:lnTo>
                  <a:cubicBezTo>
                    <a:pt x="349530" y="273873"/>
                    <a:pt x="274128" y="349204"/>
                    <a:pt x="181474" y="349204"/>
                  </a:cubicBezTo>
                  <a:close/>
                </a:path>
              </a:pathLst>
            </a:custGeom>
            <a:solidFill>
              <a:srgbClr val="0076A8"/>
            </a:solidFill>
            <a:ln w="6390" cap="flat">
              <a:noFill/>
              <a:prstDash val="solid"/>
              <a:miter/>
            </a:ln>
          </p:spPr>
          <p:txBody>
            <a:bodyPr rtlCol="0" anchor="ctr"/>
            <a:lstStyle/>
            <a:p>
              <a:endParaRPr lang="en-US"/>
            </a:p>
          </p:txBody>
        </p:sp>
        <p:sp>
          <p:nvSpPr>
            <p:cNvPr id="388" name="Freeform 387">
              <a:extLst>
                <a:ext uri="{FF2B5EF4-FFF2-40B4-BE49-F238E27FC236}">
                  <a16:creationId xmlns:a16="http://schemas.microsoft.com/office/drawing/2014/main" id="{469339BF-6A4E-0547-BC9E-68DBCC620CC4}"/>
                </a:ext>
              </a:extLst>
            </p:cNvPr>
            <p:cNvSpPr/>
            <p:nvPr/>
          </p:nvSpPr>
          <p:spPr>
            <a:xfrm>
              <a:off x="546339" y="2534603"/>
              <a:ext cx="35144" cy="35111"/>
            </a:xfrm>
            <a:custGeom>
              <a:avLst/>
              <a:gdLst>
                <a:gd name="connsiteX0" fmla="*/ 17253 w 35144"/>
                <a:gd name="connsiteY0" fmla="*/ 0 h 35111"/>
                <a:gd name="connsiteX1" fmla="*/ 0 w 35144"/>
                <a:gd name="connsiteY1" fmla="*/ 17875 h 35111"/>
                <a:gd name="connsiteX2" fmla="*/ 17892 w 35144"/>
                <a:gd name="connsiteY2" fmla="*/ 35112 h 35111"/>
                <a:gd name="connsiteX3" fmla="*/ 35145 w 35144"/>
                <a:gd name="connsiteY3" fmla="*/ 17875 h 35111"/>
                <a:gd name="connsiteX4" fmla="*/ 17253 w 35144"/>
                <a:gd name="connsiteY4" fmla="*/ 0 h 35111"/>
                <a:gd name="connsiteX5" fmla="*/ 17253 w 35144"/>
                <a:gd name="connsiteY5" fmla="*/ 0 h 35111"/>
                <a:gd name="connsiteX6" fmla="*/ 17253 w 35144"/>
                <a:gd name="connsiteY6" fmla="*/ 22344 h 35111"/>
                <a:gd name="connsiteX7" fmla="*/ 12780 w 35144"/>
                <a:gd name="connsiteY7" fmla="*/ 17875 h 35111"/>
                <a:gd name="connsiteX8" fmla="*/ 17253 w 35144"/>
                <a:gd name="connsiteY8" fmla="*/ 13406 h 35111"/>
                <a:gd name="connsiteX9" fmla="*/ 21726 w 35144"/>
                <a:gd name="connsiteY9" fmla="*/ 17875 h 35111"/>
                <a:gd name="connsiteX10" fmla="*/ 21726 w 35144"/>
                <a:gd name="connsiteY10" fmla="*/ 17875 h 35111"/>
                <a:gd name="connsiteX11" fmla="*/ 17253 w 35144"/>
                <a:gd name="connsiteY11" fmla="*/ 22344 h 35111"/>
                <a:gd name="connsiteX12" fmla="*/ 17253 w 35144"/>
                <a:gd name="connsiteY12" fmla="*/ 22344 h 35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144" h="35111">
                  <a:moveTo>
                    <a:pt x="17253" y="0"/>
                  </a:moveTo>
                  <a:cubicBezTo>
                    <a:pt x="7668" y="0"/>
                    <a:pt x="0" y="8299"/>
                    <a:pt x="0" y="17875"/>
                  </a:cubicBezTo>
                  <a:cubicBezTo>
                    <a:pt x="0" y="27451"/>
                    <a:pt x="8307" y="35112"/>
                    <a:pt x="17892" y="35112"/>
                  </a:cubicBezTo>
                  <a:cubicBezTo>
                    <a:pt x="27477" y="35112"/>
                    <a:pt x="35145" y="27451"/>
                    <a:pt x="35145" y="17875"/>
                  </a:cubicBezTo>
                  <a:cubicBezTo>
                    <a:pt x="35145" y="7661"/>
                    <a:pt x="27477" y="0"/>
                    <a:pt x="17253" y="0"/>
                  </a:cubicBezTo>
                  <a:cubicBezTo>
                    <a:pt x="17892" y="0"/>
                    <a:pt x="17253" y="0"/>
                    <a:pt x="17253" y="0"/>
                  </a:cubicBezTo>
                  <a:close/>
                  <a:moveTo>
                    <a:pt x="17253" y="22344"/>
                  </a:moveTo>
                  <a:cubicBezTo>
                    <a:pt x="14697" y="22344"/>
                    <a:pt x="12780" y="20429"/>
                    <a:pt x="12780" y="17875"/>
                  </a:cubicBezTo>
                  <a:cubicBezTo>
                    <a:pt x="12780" y="15322"/>
                    <a:pt x="14697" y="13406"/>
                    <a:pt x="17253" y="13406"/>
                  </a:cubicBezTo>
                  <a:cubicBezTo>
                    <a:pt x="19809" y="13406"/>
                    <a:pt x="21726" y="15322"/>
                    <a:pt x="21726" y="17875"/>
                  </a:cubicBezTo>
                  <a:lnTo>
                    <a:pt x="21726" y="17875"/>
                  </a:lnTo>
                  <a:cubicBezTo>
                    <a:pt x="21726" y="19790"/>
                    <a:pt x="19809" y="22344"/>
                    <a:pt x="17253" y="22344"/>
                  </a:cubicBezTo>
                  <a:lnTo>
                    <a:pt x="17253" y="22344"/>
                  </a:lnTo>
                  <a:close/>
                </a:path>
              </a:pathLst>
            </a:custGeom>
            <a:solidFill>
              <a:srgbClr val="0076A8"/>
            </a:solidFill>
            <a:ln w="6390" cap="flat">
              <a:noFill/>
              <a:prstDash val="solid"/>
              <a:miter/>
            </a:ln>
          </p:spPr>
          <p:txBody>
            <a:bodyPr rtlCol="0" anchor="ctr"/>
            <a:lstStyle/>
            <a:p>
              <a:endParaRPr lang="en-US"/>
            </a:p>
          </p:txBody>
        </p:sp>
        <p:sp>
          <p:nvSpPr>
            <p:cNvPr id="389" name="Freeform 388">
              <a:extLst>
                <a:ext uri="{FF2B5EF4-FFF2-40B4-BE49-F238E27FC236}">
                  <a16:creationId xmlns:a16="http://schemas.microsoft.com/office/drawing/2014/main" id="{19A464C4-25F2-8749-B1E4-C77408BC6D71}"/>
                </a:ext>
              </a:extLst>
            </p:cNvPr>
            <p:cNvSpPr/>
            <p:nvPr/>
          </p:nvSpPr>
          <p:spPr>
            <a:xfrm>
              <a:off x="631325" y="2534603"/>
              <a:ext cx="34505" cy="34473"/>
            </a:xfrm>
            <a:custGeom>
              <a:avLst/>
              <a:gdLst>
                <a:gd name="connsiteX0" fmla="*/ 17253 w 34505"/>
                <a:gd name="connsiteY0" fmla="*/ 0 h 34473"/>
                <a:gd name="connsiteX1" fmla="*/ 0 w 34505"/>
                <a:gd name="connsiteY1" fmla="*/ 17237 h 34473"/>
                <a:gd name="connsiteX2" fmla="*/ 17253 w 34505"/>
                <a:gd name="connsiteY2" fmla="*/ 34473 h 34473"/>
                <a:gd name="connsiteX3" fmla="*/ 34506 w 34505"/>
                <a:gd name="connsiteY3" fmla="*/ 17237 h 34473"/>
                <a:gd name="connsiteX4" fmla="*/ 17253 w 34505"/>
                <a:gd name="connsiteY4" fmla="*/ 0 h 34473"/>
                <a:gd name="connsiteX5" fmla="*/ 17253 w 34505"/>
                <a:gd name="connsiteY5" fmla="*/ 0 h 34473"/>
                <a:gd name="connsiteX6" fmla="*/ 17253 w 34505"/>
                <a:gd name="connsiteY6" fmla="*/ 22344 h 34473"/>
                <a:gd name="connsiteX7" fmla="*/ 12780 w 34505"/>
                <a:gd name="connsiteY7" fmla="*/ 17875 h 34473"/>
                <a:gd name="connsiteX8" fmla="*/ 17253 w 34505"/>
                <a:gd name="connsiteY8" fmla="*/ 13406 h 34473"/>
                <a:gd name="connsiteX9" fmla="*/ 21726 w 34505"/>
                <a:gd name="connsiteY9" fmla="*/ 17875 h 34473"/>
                <a:gd name="connsiteX10" fmla="*/ 21726 w 34505"/>
                <a:gd name="connsiteY10" fmla="*/ 17875 h 34473"/>
                <a:gd name="connsiteX11" fmla="*/ 17253 w 34505"/>
                <a:gd name="connsiteY11" fmla="*/ 22344 h 34473"/>
                <a:gd name="connsiteX12" fmla="*/ 17253 w 34505"/>
                <a:gd name="connsiteY12" fmla="*/ 22344 h 34473"/>
                <a:gd name="connsiteX13" fmla="*/ 17253 w 34505"/>
                <a:gd name="connsiteY13" fmla="*/ 22344 h 3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505" h="34473">
                  <a:moveTo>
                    <a:pt x="17253" y="0"/>
                  </a:moveTo>
                  <a:cubicBezTo>
                    <a:pt x="7668" y="0"/>
                    <a:pt x="0" y="7661"/>
                    <a:pt x="0" y="17237"/>
                  </a:cubicBezTo>
                  <a:cubicBezTo>
                    <a:pt x="0" y="26813"/>
                    <a:pt x="7668" y="34473"/>
                    <a:pt x="17253" y="34473"/>
                  </a:cubicBezTo>
                  <a:cubicBezTo>
                    <a:pt x="26838" y="34473"/>
                    <a:pt x="34506" y="26813"/>
                    <a:pt x="34506" y="17237"/>
                  </a:cubicBezTo>
                  <a:cubicBezTo>
                    <a:pt x="34506" y="7661"/>
                    <a:pt x="26838" y="0"/>
                    <a:pt x="17253" y="0"/>
                  </a:cubicBezTo>
                  <a:lnTo>
                    <a:pt x="17253" y="0"/>
                  </a:lnTo>
                  <a:close/>
                  <a:moveTo>
                    <a:pt x="17253" y="22344"/>
                  </a:moveTo>
                  <a:cubicBezTo>
                    <a:pt x="14697" y="22344"/>
                    <a:pt x="12780" y="20429"/>
                    <a:pt x="12780" y="17875"/>
                  </a:cubicBezTo>
                  <a:cubicBezTo>
                    <a:pt x="12780" y="15322"/>
                    <a:pt x="14697" y="13406"/>
                    <a:pt x="17253" y="13406"/>
                  </a:cubicBezTo>
                  <a:cubicBezTo>
                    <a:pt x="19809" y="13406"/>
                    <a:pt x="21726" y="15322"/>
                    <a:pt x="21726" y="17875"/>
                  </a:cubicBezTo>
                  <a:lnTo>
                    <a:pt x="21726" y="17875"/>
                  </a:lnTo>
                  <a:cubicBezTo>
                    <a:pt x="21726" y="19790"/>
                    <a:pt x="19809" y="22344"/>
                    <a:pt x="17253" y="22344"/>
                  </a:cubicBezTo>
                  <a:lnTo>
                    <a:pt x="17253" y="22344"/>
                  </a:lnTo>
                  <a:lnTo>
                    <a:pt x="17253" y="22344"/>
                  </a:lnTo>
                  <a:close/>
                </a:path>
              </a:pathLst>
            </a:custGeom>
            <a:solidFill>
              <a:srgbClr val="0076A8"/>
            </a:solidFill>
            <a:ln w="6390" cap="flat">
              <a:noFill/>
              <a:prstDash val="solid"/>
              <a:miter/>
            </a:ln>
          </p:spPr>
          <p:txBody>
            <a:bodyPr rtlCol="0" anchor="ctr"/>
            <a:lstStyle/>
            <a:p>
              <a:endParaRPr lang="en-US"/>
            </a:p>
          </p:txBody>
        </p:sp>
        <p:sp>
          <p:nvSpPr>
            <p:cNvPr id="390" name="Freeform 389">
              <a:extLst>
                <a:ext uri="{FF2B5EF4-FFF2-40B4-BE49-F238E27FC236}">
                  <a16:creationId xmlns:a16="http://schemas.microsoft.com/office/drawing/2014/main" id="{DC8E5168-84C0-7645-94B6-5FF0A594ACDF}"/>
                </a:ext>
              </a:extLst>
            </p:cNvPr>
            <p:cNvSpPr/>
            <p:nvPr/>
          </p:nvSpPr>
          <p:spPr>
            <a:xfrm>
              <a:off x="716311" y="2534603"/>
              <a:ext cx="34505" cy="34473"/>
            </a:xfrm>
            <a:custGeom>
              <a:avLst/>
              <a:gdLst>
                <a:gd name="connsiteX0" fmla="*/ 17253 w 34505"/>
                <a:gd name="connsiteY0" fmla="*/ 0 h 34473"/>
                <a:gd name="connsiteX1" fmla="*/ 0 w 34505"/>
                <a:gd name="connsiteY1" fmla="*/ 17237 h 34473"/>
                <a:gd name="connsiteX2" fmla="*/ 17253 w 34505"/>
                <a:gd name="connsiteY2" fmla="*/ 34473 h 34473"/>
                <a:gd name="connsiteX3" fmla="*/ 34506 w 34505"/>
                <a:gd name="connsiteY3" fmla="*/ 17237 h 34473"/>
                <a:gd name="connsiteX4" fmla="*/ 17253 w 34505"/>
                <a:gd name="connsiteY4" fmla="*/ 0 h 34473"/>
                <a:gd name="connsiteX5" fmla="*/ 17253 w 34505"/>
                <a:gd name="connsiteY5" fmla="*/ 0 h 34473"/>
                <a:gd name="connsiteX6" fmla="*/ 17253 w 34505"/>
                <a:gd name="connsiteY6" fmla="*/ 22344 h 34473"/>
                <a:gd name="connsiteX7" fmla="*/ 12780 w 34505"/>
                <a:gd name="connsiteY7" fmla="*/ 17875 h 34473"/>
                <a:gd name="connsiteX8" fmla="*/ 17253 w 34505"/>
                <a:gd name="connsiteY8" fmla="*/ 13406 h 34473"/>
                <a:gd name="connsiteX9" fmla="*/ 21726 w 34505"/>
                <a:gd name="connsiteY9" fmla="*/ 17875 h 34473"/>
                <a:gd name="connsiteX10" fmla="*/ 21726 w 34505"/>
                <a:gd name="connsiteY10" fmla="*/ 17875 h 34473"/>
                <a:gd name="connsiteX11" fmla="*/ 17253 w 34505"/>
                <a:gd name="connsiteY11" fmla="*/ 22344 h 34473"/>
                <a:gd name="connsiteX12" fmla="*/ 17253 w 34505"/>
                <a:gd name="connsiteY12" fmla="*/ 22344 h 3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505" h="34473">
                  <a:moveTo>
                    <a:pt x="17253" y="0"/>
                  </a:moveTo>
                  <a:cubicBezTo>
                    <a:pt x="7668" y="0"/>
                    <a:pt x="0" y="7661"/>
                    <a:pt x="0" y="17237"/>
                  </a:cubicBezTo>
                  <a:cubicBezTo>
                    <a:pt x="0" y="26813"/>
                    <a:pt x="7668" y="34473"/>
                    <a:pt x="17253" y="34473"/>
                  </a:cubicBezTo>
                  <a:cubicBezTo>
                    <a:pt x="26838" y="34473"/>
                    <a:pt x="34506" y="26813"/>
                    <a:pt x="34506" y="17237"/>
                  </a:cubicBezTo>
                  <a:cubicBezTo>
                    <a:pt x="34506" y="7661"/>
                    <a:pt x="26838" y="0"/>
                    <a:pt x="17253" y="0"/>
                  </a:cubicBezTo>
                  <a:lnTo>
                    <a:pt x="17253" y="0"/>
                  </a:lnTo>
                  <a:close/>
                  <a:moveTo>
                    <a:pt x="17253" y="22344"/>
                  </a:moveTo>
                  <a:cubicBezTo>
                    <a:pt x="14697" y="22344"/>
                    <a:pt x="12780" y="20429"/>
                    <a:pt x="12780" y="17875"/>
                  </a:cubicBezTo>
                  <a:cubicBezTo>
                    <a:pt x="12780" y="15322"/>
                    <a:pt x="14697" y="13406"/>
                    <a:pt x="17253" y="13406"/>
                  </a:cubicBezTo>
                  <a:cubicBezTo>
                    <a:pt x="19809" y="13406"/>
                    <a:pt x="21726" y="15322"/>
                    <a:pt x="21726" y="17875"/>
                  </a:cubicBezTo>
                  <a:lnTo>
                    <a:pt x="21726" y="17875"/>
                  </a:lnTo>
                  <a:cubicBezTo>
                    <a:pt x="21726" y="19790"/>
                    <a:pt x="19809" y="22344"/>
                    <a:pt x="17253" y="22344"/>
                  </a:cubicBezTo>
                  <a:lnTo>
                    <a:pt x="17253" y="22344"/>
                  </a:lnTo>
                  <a:close/>
                </a:path>
              </a:pathLst>
            </a:custGeom>
            <a:solidFill>
              <a:srgbClr val="0076A8"/>
            </a:solidFill>
            <a:ln w="6390" cap="flat">
              <a:noFill/>
              <a:prstDash val="solid"/>
              <a:miter/>
            </a:ln>
          </p:spPr>
          <p:txBody>
            <a:bodyPr rtlCol="0" anchor="ctr"/>
            <a:lstStyle/>
            <a:p>
              <a:endParaRPr lang="en-US"/>
            </a:p>
          </p:txBody>
        </p:sp>
      </p:grpSp>
      <p:grpSp>
        <p:nvGrpSpPr>
          <p:cNvPr id="394" name="Graphic 4">
            <a:extLst>
              <a:ext uri="{FF2B5EF4-FFF2-40B4-BE49-F238E27FC236}">
                <a16:creationId xmlns:a16="http://schemas.microsoft.com/office/drawing/2014/main" id="{FEA689C0-2246-F040-8F9F-2649225EEFF4}"/>
              </a:ext>
            </a:extLst>
          </p:cNvPr>
          <p:cNvGrpSpPr/>
          <p:nvPr/>
        </p:nvGrpSpPr>
        <p:grpSpPr>
          <a:xfrm>
            <a:off x="2998797" y="2855717"/>
            <a:ext cx="362309" cy="361971"/>
            <a:chOff x="2998797" y="2855717"/>
            <a:chExt cx="362309" cy="361971"/>
          </a:xfrm>
          <a:solidFill>
            <a:srgbClr val="0076A8"/>
          </a:solidFill>
        </p:grpSpPr>
        <p:sp>
          <p:nvSpPr>
            <p:cNvPr id="395" name="Freeform 394">
              <a:extLst>
                <a:ext uri="{FF2B5EF4-FFF2-40B4-BE49-F238E27FC236}">
                  <a16:creationId xmlns:a16="http://schemas.microsoft.com/office/drawing/2014/main" id="{B15DBCC5-F273-4141-A950-A9BD44715ADB}"/>
                </a:ext>
              </a:extLst>
            </p:cNvPr>
            <p:cNvSpPr/>
            <p:nvPr/>
          </p:nvSpPr>
          <p:spPr>
            <a:xfrm>
              <a:off x="3161740" y="2950200"/>
              <a:ext cx="35783" cy="35750"/>
            </a:xfrm>
            <a:custGeom>
              <a:avLst/>
              <a:gdLst>
                <a:gd name="connsiteX0" fmla="*/ 0 w 35783"/>
                <a:gd name="connsiteY0" fmla="*/ 0 h 35750"/>
                <a:gd name="connsiteX1" fmla="*/ 35784 w 35783"/>
                <a:gd name="connsiteY1" fmla="*/ 0 h 35750"/>
                <a:gd name="connsiteX2" fmla="*/ 35784 w 35783"/>
                <a:gd name="connsiteY2" fmla="*/ 35750 h 35750"/>
                <a:gd name="connsiteX3" fmla="*/ 0 w 35783"/>
                <a:gd name="connsiteY3" fmla="*/ 35750 h 35750"/>
              </a:gdLst>
              <a:ahLst/>
              <a:cxnLst>
                <a:cxn ang="0">
                  <a:pos x="connsiteX0" y="connsiteY0"/>
                </a:cxn>
                <a:cxn ang="0">
                  <a:pos x="connsiteX1" y="connsiteY1"/>
                </a:cxn>
                <a:cxn ang="0">
                  <a:pos x="connsiteX2" y="connsiteY2"/>
                </a:cxn>
                <a:cxn ang="0">
                  <a:pos x="connsiteX3" y="connsiteY3"/>
                </a:cxn>
              </a:cxnLst>
              <a:rect l="l" t="t" r="r" b="b"/>
              <a:pathLst>
                <a:path w="35783" h="35750">
                  <a:moveTo>
                    <a:pt x="0" y="0"/>
                  </a:moveTo>
                  <a:lnTo>
                    <a:pt x="35784" y="0"/>
                  </a:lnTo>
                  <a:lnTo>
                    <a:pt x="35784" y="35750"/>
                  </a:lnTo>
                  <a:lnTo>
                    <a:pt x="0" y="35750"/>
                  </a:lnTo>
                  <a:close/>
                </a:path>
              </a:pathLst>
            </a:custGeom>
            <a:solidFill>
              <a:srgbClr val="0076A8"/>
            </a:solidFill>
            <a:ln w="6390" cap="flat">
              <a:noFill/>
              <a:prstDash val="solid"/>
              <a:miter/>
            </a:ln>
          </p:spPr>
          <p:txBody>
            <a:bodyPr rtlCol="0" anchor="ctr"/>
            <a:lstStyle/>
            <a:p>
              <a:endParaRPr lang="en-US"/>
            </a:p>
          </p:txBody>
        </p:sp>
        <p:sp>
          <p:nvSpPr>
            <p:cNvPr id="396" name="Freeform 395">
              <a:extLst>
                <a:ext uri="{FF2B5EF4-FFF2-40B4-BE49-F238E27FC236}">
                  <a16:creationId xmlns:a16="http://schemas.microsoft.com/office/drawing/2014/main" id="{F2EC5B1C-629A-6342-ABFF-5185A13A762F}"/>
                </a:ext>
              </a:extLst>
            </p:cNvPr>
            <p:cNvSpPr/>
            <p:nvPr/>
          </p:nvSpPr>
          <p:spPr>
            <a:xfrm>
              <a:off x="3229474" y="3086818"/>
              <a:ext cx="35783" cy="35750"/>
            </a:xfrm>
            <a:custGeom>
              <a:avLst/>
              <a:gdLst>
                <a:gd name="connsiteX0" fmla="*/ 0 w 35783"/>
                <a:gd name="connsiteY0" fmla="*/ 0 h 35750"/>
                <a:gd name="connsiteX1" fmla="*/ 35784 w 35783"/>
                <a:gd name="connsiteY1" fmla="*/ 0 h 35750"/>
                <a:gd name="connsiteX2" fmla="*/ 35784 w 35783"/>
                <a:gd name="connsiteY2" fmla="*/ 35750 h 35750"/>
                <a:gd name="connsiteX3" fmla="*/ 0 w 35783"/>
                <a:gd name="connsiteY3" fmla="*/ 35750 h 35750"/>
              </a:gdLst>
              <a:ahLst/>
              <a:cxnLst>
                <a:cxn ang="0">
                  <a:pos x="connsiteX0" y="connsiteY0"/>
                </a:cxn>
                <a:cxn ang="0">
                  <a:pos x="connsiteX1" y="connsiteY1"/>
                </a:cxn>
                <a:cxn ang="0">
                  <a:pos x="connsiteX2" y="connsiteY2"/>
                </a:cxn>
                <a:cxn ang="0">
                  <a:pos x="connsiteX3" y="connsiteY3"/>
                </a:cxn>
              </a:cxnLst>
              <a:rect l="l" t="t" r="r" b="b"/>
              <a:pathLst>
                <a:path w="35783" h="35750">
                  <a:moveTo>
                    <a:pt x="0" y="0"/>
                  </a:moveTo>
                  <a:lnTo>
                    <a:pt x="35784" y="0"/>
                  </a:lnTo>
                  <a:lnTo>
                    <a:pt x="35784" y="35750"/>
                  </a:lnTo>
                  <a:lnTo>
                    <a:pt x="0" y="35750"/>
                  </a:lnTo>
                  <a:close/>
                </a:path>
              </a:pathLst>
            </a:custGeom>
            <a:solidFill>
              <a:srgbClr val="0076A8"/>
            </a:solidFill>
            <a:ln w="6390" cap="flat">
              <a:noFill/>
              <a:prstDash val="solid"/>
              <a:miter/>
            </a:ln>
          </p:spPr>
          <p:txBody>
            <a:bodyPr rtlCol="0" anchor="ctr"/>
            <a:lstStyle/>
            <a:p>
              <a:endParaRPr lang="en-US"/>
            </a:p>
          </p:txBody>
        </p:sp>
        <p:sp>
          <p:nvSpPr>
            <p:cNvPr id="397" name="Freeform 396">
              <a:extLst>
                <a:ext uri="{FF2B5EF4-FFF2-40B4-BE49-F238E27FC236}">
                  <a16:creationId xmlns:a16="http://schemas.microsoft.com/office/drawing/2014/main" id="{70646422-153E-E649-8469-9530C513F998}"/>
                </a:ext>
              </a:extLst>
            </p:cNvPr>
            <p:cNvSpPr/>
            <p:nvPr/>
          </p:nvSpPr>
          <p:spPr>
            <a:xfrm>
              <a:off x="3093368" y="2950200"/>
              <a:ext cx="35783" cy="35750"/>
            </a:xfrm>
            <a:custGeom>
              <a:avLst/>
              <a:gdLst>
                <a:gd name="connsiteX0" fmla="*/ 0 w 35783"/>
                <a:gd name="connsiteY0" fmla="*/ 0 h 35750"/>
                <a:gd name="connsiteX1" fmla="*/ 35784 w 35783"/>
                <a:gd name="connsiteY1" fmla="*/ 0 h 35750"/>
                <a:gd name="connsiteX2" fmla="*/ 35784 w 35783"/>
                <a:gd name="connsiteY2" fmla="*/ 35750 h 35750"/>
                <a:gd name="connsiteX3" fmla="*/ 0 w 35783"/>
                <a:gd name="connsiteY3" fmla="*/ 35750 h 35750"/>
              </a:gdLst>
              <a:ahLst/>
              <a:cxnLst>
                <a:cxn ang="0">
                  <a:pos x="connsiteX0" y="connsiteY0"/>
                </a:cxn>
                <a:cxn ang="0">
                  <a:pos x="connsiteX1" y="connsiteY1"/>
                </a:cxn>
                <a:cxn ang="0">
                  <a:pos x="connsiteX2" y="connsiteY2"/>
                </a:cxn>
                <a:cxn ang="0">
                  <a:pos x="connsiteX3" y="connsiteY3"/>
                </a:cxn>
              </a:cxnLst>
              <a:rect l="l" t="t" r="r" b="b"/>
              <a:pathLst>
                <a:path w="35783" h="35750">
                  <a:moveTo>
                    <a:pt x="0" y="0"/>
                  </a:moveTo>
                  <a:lnTo>
                    <a:pt x="35784" y="0"/>
                  </a:lnTo>
                  <a:lnTo>
                    <a:pt x="35784" y="35750"/>
                  </a:lnTo>
                  <a:lnTo>
                    <a:pt x="0" y="35750"/>
                  </a:lnTo>
                  <a:close/>
                </a:path>
              </a:pathLst>
            </a:custGeom>
            <a:solidFill>
              <a:srgbClr val="0076A8"/>
            </a:solidFill>
            <a:ln w="6390" cap="flat">
              <a:noFill/>
              <a:prstDash val="solid"/>
              <a:miter/>
            </a:ln>
          </p:spPr>
          <p:txBody>
            <a:bodyPr rtlCol="0" anchor="ctr"/>
            <a:lstStyle/>
            <a:p>
              <a:endParaRPr lang="en-US"/>
            </a:p>
          </p:txBody>
        </p:sp>
        <p:sp>
          <p:nvSpPr>
            <p:cNvPr id="398" name="Freeform 397">
              <a:extLst>
                <a:ext uri="{FF2B5EF4-FFF2-40B4-BE49-F238E27FC236}">
                  <a16:creationId xmlns:a16="http://schemas.microsoft.com/office/drawing/2014/main" id="{3C281A1F-8915-0847-8C2D-95AD96856943}"/>
                </a:ext>
              </a:extLst>
            </p:cNvPr>
            <p:cNvSpPr/>
            <p:nvPr/>
          </p:nvSpPr>
          <p:spPr>
            <a:xfrm>
              <a:off x="3161740" y="3086818"/>
              <a:ext cx="35783" cy="35750"/>
            </a:xfrm>
            <a:custGeom>
              <a:avLst/>
              <a:gdLst>
                <a:gd name="connsiteX0" fmla="*/ 0 w 35783"/>
                <a:gd name="connsiteY0" fmla="*/ 0 h 35750"/>
                <a:gd name="connsiteX1" fmla="*/ 35784 w 35783"/>
                <a:gd name="connsiteY1" fmla="*/ 0 h 35750"/>
                <a:gd name="connsiteX2" fmla="*/ 35784 w 35783"/>
                <a:gd name="connsiteY2" fmla="*/ 35750 h 35750"/>
                <a:gd name="connsiteX3" fmla="*/ 0 w 35783"/>
                <a:gd name="connsiteY3" fmla="*/ 35750 h 35750"/>
              </a:gdLst>
              <a:ahLst/>
              <a:cxnLst>
                <a:cxn ang="0">
                  <a:pos x="connsiteX0" y="connsiteY0"/>
                </a:cxn>
                <a:cxn ang="0">
                  <a:pos x="connsiteX1" y="connsiteY1"/>
                </a:cxn>
                <a:cxn ang="0">
                  <a:pos x="connsiteX2" y="connsiteY2"/>
                </a:cxn>
                <a:cxn ang="0">
                  <a:pos x="connsiteX3" y="connsiteY3"/>
                </a:cxn>
              </a:cxnLst>
              <a:rect l="l" t="t" r="r" b="b"/>
              <a:pathLst>
                <a:path w="35783" h="35750">
                  <a:moveTo>
                    <a:pt x="0" y="0"/>
                  </a:moveTo>
                  <a:lnTo>
                    <a:pt x="35784" y="0"/>
                  </a:lnTo>
                  <a:lnTo>
                    <a:pt x="35784" y="35750"/>
                  </a:lnTo>
                  <a:lnTo>
                    <a:pt x="0" y="35750"/>
                  </a:lnTo>
                  <a:close/>
                </a:path>
              </a:pathLst>
            </a:custGeom>
            <a:solidFill>
              <a:srgbClr val="0076A8"/>
            </a:solidFill>
            <a:ln w="6390" cap="flat">
              <a:noFill/>
              <a:prstDash val="solid"/>
              <a:miter/>
            </a:ln>
          </p:spPr>
          <p:txBody>
            <a:bodyPr rtlCol="0" anchor="ctr"/>
            <a:lstStyle/>
            <a:p>
              <a:endParaRPr lang="en-US"/>
            </a:p>
          </p:txBody>
        </p:sp>
        <p:sp>
          <p:nvSpPr>
            <p:cNvPr id="399" name="Freeform 398">
              <a:extLst>
                <a:ext uri="{FF2B5EF4-FFF2-40B4-BE49-F238E27FC236}">
                  <a16:creationId xmlns:a16="http://schemas.microsoft.com/office/drawing/2014/main" id="{02F49D2F-1AE3-3D41-95DE-4FAF6F8E6415}"/>
                </a:ext>
              </a:extLst>
            </p:cNvPr>
            <p:cNvSpPr/>
            <p:nvPr/>
          </p:nvSpPr>
          <p:spPr>
            <a:xfrm>
              <a:off x="3093368" y="3086818"/>
              <a:ext cx="35783" cy="35750"/>
            </a:xfrm>
            <a:custGeom>
              <a:avLst/>
              <a:gdLst>
                <a:gd name="connsiteX0" fmla="*/ 0 w 35783"/>
                <a:gd name="connsiteY0" fmla="*/ 0 h 35750"/>
                <a:gd name="connsiteX1" fmla="*/ 35784 w 35783"/>
                <a:gd name="connsiteY1" fmla="*/ 0 h 35750"/>
                <a:gd name="connsiteX2" fmla="*/ 35784 w 35783"/>
                <a:gd name="connsiteY2" fmla="*/ 35750 h 35750"/>
                <a:gd name="connsiteX3" fmla="*/ 0 w 35783"/>
                <a:gd name="connsiteY3" fmla="*/ 35750 h 35750"/>
              </a:gdLst>
              <a:ahLst/>
              <a:cxnLst>
                <a:cxn ang="0">
                  <a:pos x="connsiteX0" y="connsiteY0"/>
                </a:cxn>
                <a:cxn ang="0">
                  <a:pos x="connsiteX1" y="connsiteY1"/>
                </a:cxn>
                <a:cxn ang="0">
                  <a:pos x="connsiteX2" y="connsiteY2"/>
                </a:cxn>
                <a:cxn ang="0">
                  <a:pos x="connsiteX3" y="connsiteY3"/>
                </a:cxn>
              </a:cxnLst>
              <a:rect l="l" t="t" r="r" b="b"/>
              <a:pathLst>
                <a:path w="35783" h="35750">
                  <a:moveTo>
                    <a:pt x="0" y="0"/>
                  </a:moveTo>
                  <a:lnTo>
                    <a:pt x="35784" y="0"/>
                  </a:lnTo>
                  <a:lnTo>
                    <a:pt x="35784" y="35750"/>
                  </a:lnTo>
                  <a:lnTo>
                    <a:pt x="0" y="35750"/>
                  </a:lnTo>
                  <a:close/>
                </a:path>
              </a:pathLst>
            </a:custGeom>
            <a:solidFill>
              <a:srgbClr val="0076A8"/>
            </a:solidFill>
            <a:ln w="6390" cap="flat">
              <a:noFill/>
              <a:prstDash val="solid"/>
              <a:miter/>
            </a:ln>
          </p:spPr>
          <p:txBody>
            <a:bodyPr rtlCol="0" anchor="ctr"/>
            <a:lstStyle/>
            <a:p>
              <a:endParaRPr lang="en-US"/>
            </a:p>
          </p:txBody>
        </p:sp>
        <p:sp>
          <p:nvSpPr>
            <p:cNvPr id="400" name="Freeform 399">
              <a:extLst>
                <a:ext uri="{FF2B5EF4-FFF2-40B4-BE49-F238E27FC236}">
                  <a16:creationId xmlns:a16="http://schemas.microsoft.com/office/drawing/2014/main" id="{4C1F6002-259B-3840-B1E3-94F12B8D5D4B}"/>
                </a:ext>
              </a:extLst>
            </p:cNvPr>
            <p:cNvSpPr/>
            <p:nvPr/>
          </p:nvSpPr>
          <p:spPr>
            <a:xfrm>
              <a:off x="3161740" y="3018509"/>
              <a:ext cx="35783" cy="35750"/>
            </a:xfrm>
            <a:custGeom>
              <a:avLst/>
              <a:gdLst>
                <a:gd name="connsiteX0" fmla="*/ 0 w 35783"/>
                <a:gd name="connsiteY0" fmla="*/ 0 h 35750"/>
                <a:gd name="connsiteX1" fmla="*/ 35784 w 35783"/>
                <a:gd name="connsiteY1" fmla="*/ 0 h 35750"/>
                <a:gd name="connsiteX2" fmla="*/ 35784 w 35783"/>
                <a:gd name="connsiteY2" fmla="*/ 35750 h 35750"/>
                <a:gd name="connsiteX3" fmla="*/ 0 w 35783"/>
                <a:gd name="connsiteY3" fmla="*/ 35750 h 35750"/>
              </a:gdLst>
              <a:ahLst/>
              <a:cxnLst>
                <a:cxn ang="0">
                  <a:pos x="connsiteX0" y="connsiteY0"/>
                </a:cxn>
                <a:cxn ang="0">
                  <a:pos x="connsiteX1" y="connsiteY1"/>
                </a:cxn>
                <a:cxn ang="0">
                  <a:pos x="connsiteX2" y="connsiteY2"/>
                </a:cxn>
                <a:cxn ang="0">
                  <a:pos x="connsiteX3" y="connsiteY3"/>
                </a:cxn>
              </a:cxnLst>
              <a:rect l="l" t="t" r="r" b="b"/>
              <a:pathLst>
                <a:path w="35783" h="35750">
                  <a:moveTo>
                    <a:pt x="0" y="0"/>
                  </a:moveTo>
                  <a:lnTo>
                    <a:pt x="35784" y="0"/>
                  </a:lnTo>
                  <a:lnTo>
                    <a:pt x="35784" y="35750"/>
                  </a:lnTo>
                  <a:lnTo>
                    <a:pt x="0" y="35750"/>
                  </a:lnTo>
                  <a:close/>
                </a:path>
              </a:pathLst>
            </a:custGeom>
            <a:solidFill>
              <a:srgbClr val="0076A8"/>
            </a:solidFill>
            <a:ln w="6390" cap="flat">
              <a:noFill/>
              <a:prstDash val="solid"/>
              <a:miter/>
            </a:ln>
          </p:spPr>
          <p:txBody>
            <a:bodyPr rtlCol="0" anchor="ctr"/>
            <a:lstStyle/>
            <a:p>
              <a:endParaRPr lang="en-US"/>
            </a:p>
          </p:txBody>
        </p:sp>
        <p:sp>
          <p:nvSpPr>
            <p:cNvPr id="401" name="Freeform 400">
              <a:extLst>
                <a:ext uri="{FF2B5EF4-FFF2-40B4-BE49-F238E27FC236}">
                  <a16:creationId xmlns:a16="http://schemas.microsoft.com/office/drawing/2014/main" id="{A790403A-8811-774F-8DBF-F749EE48A6A6}"/>
                </a:ext>
              </a:extLst>
            </p:cNvPr>
            <p:cNvSpPr/>
            <p:nvPr/>
          </p:nvSpPr>
          <p:spPr>
            <a:xfrm>
              <a:off x="3229474" y="3018509"/>
              <a:ext cx="35783" cy="35750"/>
            </a:xfrm>
            <a:custGeom>
              <a:avLst/>
              <a:gdLst>
                <a:gd name="connsiteX0" fmla="*/ 0 w 35783"/>
                <a:gd name="connsiteY0" fmla="*/ 0 h 35750"/>
                <a:gd name="connsiteX1" fmla="*/ 35784 w 35783"/>
                <a:gd name="connsiteY1" fmla="*/ 0 h 35750"/>
                <a:gd name="connsiteX2" fmla="*/ 35784 w 35783"/>
                <a:gd name="connsiteY2" fmla="*/ 35750 h 35750"/>
                <a:gd name="connsiteX3" fmla="*/ 0 w 35783"/>
                <a:gd name="connsiteY3" fmla="*/ 35750 h 35750"/>
              </a:gdLst>
              <a:ahLst/>
              <a:cxnLst>
                <a:cxn ang="0">
                  <a:pos x="connsiteX0" y="connsiteY0"/>
                </a:cxn>
                <a:cxn ang="0">
                  <a:pos x="connsiteX1" y="connsiteY1"/>
                </a:cxn>
                <a:cxn ang="0">
                  <a:pos x="connsiteX2" y="connsiteY2"/>
                </a:cxn>
                <a:cxn ang="0">
                  <a:pos x="connsiteX3" y="connsiteY3"/>
                </a:cxn>
              </a:cxnLst>
              <a:rect l="l" t="t" r="r" b="b"/>
              <a:pathLst>
                <a:path w="35783" h="35750">
                  <a:moveTo>
                    <a:pt x="0" y="0"/>
                  </a:moveTo>
                  <a:lnTo>
                    <a:pt x="35784" y="0"/>
                  </a:lnTo>
                  <a:lnTo>
                    <a:pt x="35784" y="35750"/>
                  </a:lnTo>
                  <a:lnTo>
                    <a:pt x="0" y="35750"/>
                  </a:lnTo>
                  <a:close/>
                </a:path>
              </a:pathLst>
            </a:custGeom>
            <a:solidFill>
              <a:srgbClr val="0076A8"/>
            </a:solidFill>
            <a:ln w="6390" cap="flat">
              <a:noFill/>
              <a:prstDash val="solid"/>
              <a:miter/>
            </a:ln>
          </p:spPr>
          <p:txBody>
            <a:bodyPr rtlCol="0" anchor="ctr"/>
            <a:lstStyle/>
            <a:p>
              <a:endParaRPr lang="en-US"/>
            </a:p>
          </p:txBody>
        </p:sp>
        <p:sp>
          <p:nvSpPr>
            <p:cNvPr id="402" name="Freeform 401">
              <a:extLst>
                <a:ext uri="{FF2B5EF4-FFF2-40B4-BE49-F238E27FC236}">
                  <a16:creationId xmlns:a16="http://schemas.microsoft.com/office/drawing/2014/main" id="{4E905380-41D1-4844-94C5-C562639E25D8}"/>
                </a:ext>
              </a:extLst>
            </p:cNvPr>
            <p:cNvSpPr/>
            <p:nvPr/>
          </p:nvSpPr>
          <p:spPr>
            <a:xfrm>
              <a:off x="2998797" y="28557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143774 w 362309"/>
                <a:gd name="connsiteY6" fmla="*/ 273234 h 361971"/>
                <a:gd name="connsiteX7" fmla="*/ 137384 w 362309"/>
                <a:gd name="connsiteY7" fmla="*/ 279618 h 361971"/>
                <a:gd name="connsiteX8" fmla="*/ 88820 w 362309"/>
                <a:gd name="connsiteY8" fmla="*/ 279618 h 361971"/>
                <a:gd name="connsiteX9" fmla="*/ 82430 w 362309"/>
                <a:gd name="connsiteY9" fmla="*/ 273234 h 361971"/>
                <a:gd name="connsiteX10" fmla="*/ 82430 w 362309"/>
                <a:gd name="connsiteY10" fmla="*/ 224716 h 361971"/>
                <a:gd name="connsiteX11" fmla="*/ 88820 w 362309"/>
                <a:gd name="connsiteY11" fmla="*/ 218332 h 361971"/>
                <a:gd name="connsiteX12" fmla="*/ 137384 w 362309"/>
                <a:gd name="connsiteY12" fmla="*/ 218332 h 361971"/>
                <a:gd name="connsiteX13" fmla="*/ 143774 w 362309"/>
                <a:gd name="connsiteY13" fmla="*/ 224716 h 361971"/>
                <a:gd name="connsiteX14" fmla="*/ 143774 w 362309"/>
                <a:gd name="connsiteY14" fmla="*/ 273234 h 361971"/>
                <a:gd name="connsiteX15" fmla="*/ 143774 w 362309"/>
                <a:gd name="connsiteY15" fmla="*/ 204926 h 361971"/>
                <a:gd name="connsiteX16" fmla="*/ 137384 w 362309"/>
                <a:gd name="connsiteY16" fmla="*/ 211310 h 361971"/>
                <a:gd name="connsiteX17" fmla="*/ 88820 w 362309"/>
                <a:gd name="connsiteY17" fmla="*/ 211310 h 361971"/>
                <a:gd name="connsiteX18" fmla="*/ 82430 w 362309"/>
                <a:gd name="connsiteY18" fmla="*/ 204926 h 361971"/>
                <a:gd name="connsiteX19" fmla="*/ 82430 w 362309"/>
                <a:gd name="connsiteY19" fmla="*/ 156408 h 361971"/>
                <a:gd name="connsiteX20" fmla="*/ 88820 w 362309"/>
                <a:gd name="connsiteY20" fmla="*/ 150024 h 361971"/>
                <a:gd name="connsiteX21" fmla="*/ 137384 w 362309"/>
                <a:gd name="connsiteY21" fmla="*/ 150024 h 361971"/>
                <a:gd name="connsiteX22" fmla="*/ 143774 w 362309"/>
                <a:gd name="connsiteY22" fmla="*/ 156408 h 361971"/>
                <a:gd name="connsiteX23" fmla="*/ 143774 w 362309"/>
                <a:gd name="connsiteY23" fmla="*/ 204926 h 361971"/>
                <a:gd name="connsiteX24" fmla="*/ 143774 w 362309"/>
                <a:gd name="connsiteY24" fmla="*/ 137256 h 361971"/>
                <a:gd name="connsiteX25" fmla="*/ 137384 w 362309"/>
                <a:gd name="connsiteY25" fmla="*/ 143640 h 361971"/>
                <a:gd name="connsiteX26" fmla="*/ 88820 w 362309"/>
                <a:gd name="connsiteY26" fmla="*/ 143640 h 361971"/>
                <a:gd name="connsiteX27" fmla="*/ 82430 w 362309"/>
                <a:gd name="connsiteY27" fmla="*/ 137256 h 361971"/>
                <a:gd name="connsiteX28" fmla="*/ 82430 w 362309"/>
                <a:gd name="connsiteY28" fmla="*/ 88737 h 361971"/>
                <a:gd name="connsiteX29" fmla="*/ 88820 w 362309"/>
                <a:gd name="connsiteY29" fmla="*/ 82353 h 361971"/>
                <a:gd name="connsiteX30" fmla="*/ 137384 w 362309"/>
                <a:gd name="connsiteY30" fmla="*/ 82353 h 361971"/>
                <a:gd name="connsiteX31" fmla="*/ 143774 w 362309"/>
                <a:gd name="connsiteY31" fmla="*/ 88737 h 361971"/>
                <a:gd name="connsiteX32" fmla="*/ 143774 w 362309"/>
                <a:gd name="connsiteY32" fmla="*/ 137256 h 361971"/>
                <a:gd name="connsiteX33" fmla="*/ 211507 w 362309"/>
                <a:gd name="connsiteY33" fmla="*/ 273234 h 361971"/>
                <a:gd name="connsiteX34" fmla="*/ 205117 w 362309"/>
                <a:gd name="connsiteY34" fmla="*/ 279618 h 361971"/>
                <a:gd name="connsiteX35" fmla="*/ 156553 w 362309"/>
                <a:gd name="connsiteY35" fmla="*/ 279618 h 361971"/>
                <a:gd name="connsiteX36" fmla="*/ 150164 w 362309"/>
                <a:gd name="connsiteY36" fmla="*/ 273234 h 361971"/>
                <a:gd name="connsiteX37" fmla="*/ 150164 w 362309"/>
                <a:gd name="connsiteY37" fmla="*/ 224716 h 361971"/>
                <a:gd name="connsiteX38" fmla="*/ 156553 w 362309"/>
                <a:gd name="connsiteY38" fmla="*/ 218332 h 361971"/>
                <a:gd name="connsiteX39" fmla="*/ 205117 w 362309"/>
                <a:gd name="connsiteY39" fmla="*/ 218332 h 361971"/>
                <a:gd name="connsiteX40" fmla="*/ 211507 w 362309"/>
                <a:gd name="connsiteY40" fmla="*/ 224716 h 361971"/>
                <a:gd name="connsiteX41" fmla="*/ 211507 w 362309"/>
                <a:gd name="connsiteY41" fmla="*/ 273234 h 361971"/>
                <a:gd name="connsiteX42" fmla="*/ 211507 w 362309"/>
                <a:gd name="connsiteY42" fmla="*/ 204926 h 361971"/>
                <a:gd name="connsiteX43" fmla="*/ 205117 w 362309"/>
                <a:gd name="connsiteY43" fmla="*/ 211310 h 361971"/>
                <a:gd name="connsiteX44" fmla="*/ 156553 w 362309"/>
                <a:gd name="connsiteY44" fmla="*/ 211310 h 361971"/>
                <a:gd name="connsiteX45" fmla="*/ 150164 w 362309"/>
                <a:gd name="connsiteY45" fmla="*/ 204926 h 361971"/>
                <a:gd name="connsiteX46" fmla="*/ 150164 w 362309"/>
                <a:gd name="connsiteY46" fmla="*/ 156408 h 361971"/>
                <a:gd name="connsiteX47" fmla="*/ 156553 w 362309"/>
                <a:gd name="connsiteY47" fmla="*/ 150024 h 361971"/>
                <a:gd name="connsiteX48" fmla="*/ 205117 w 362309"/>
                <a:gd name="connsiteY48" fmla="*/ 150024 h 361971"/>
                <a:gd name="connsiteX49" fmla="*/ 211507 w 362309"/>
                <a:gd name="connsiteY49" fmla="*/ 156408 h 361971"/>
                <a:gd name="connsiteX50" fmla="*/ 211507 w 362309"/>
                <a:gd name="connsiteY50" fmla="*/ 204926 h 361971"/>
                <a:gd name="connsiteX51" fmla="*/ 211507 w 362309"/>
                <a:gd name="connsiteY51" fmla="*/ 137256 h 361971"/>
                <a:gd name="connsiteX52" fmla="*/ 205117 w 362309"/>
                <a:gd name="connsiteY52" fmla="*/ 143640 h 361971"/>
                <a:gd name="connsiteX53" fmla="*/ 156553 w 362309"/>
                <a:gd name="connsiteY53" fmla="*/ 143640 h 361971"/>
                <a:gd name="connsiteX54" fmla="*/ 150164 w 362309"/>
                <a:gd name="connsiteY54" fmla="*/ 137256 h 361971"/>
                <a:gd name="connsiteX55" fmla="*/ 150164 w 362309"/>
                <a:gd name="connsiteY55" fmla="*/ 88737 h 361971"/>
                <a:gd name="connsiteX56" fmla="*/ 156553 w 362309"/>
                <a:gd name="connsiteY56" fmla="*/ 82353 h 361971"/>
                <a:gd name="connsiteX57" fmla="*/ 205117 w 362309"/>
                <a:gd name="connsiteY57" fmla="*/ 82353 h 361971"/>
                <a:gd name="connsiteX58" fmla="*/ 211507 w 362309"/>
                <a:gd name="connsiteY58" fmla="*/ 88737 h 361971"/>
                <a:gd name="connsiteX59" fmla="*/ 211507 w 362309"/>
                <a:gd name="connsiteY59" fmla="*/ 137256 h 361971"/>
                <a:gd name="connsiteX60" fmla="*/ 279879 w 362309"/>
                <a:gd name="connsiteY60" fmla="*/ 273234 h 361971"/>
                <a:gd name="connsiteX61" fmla="*/ 273489 w 362309"/>
                <a:gd name="connsiteY61" fmla="*/ 279618 h 361971"/>
                <a:gd name="connsiteX62" fmla="*/ 224926 w 362309"/>
                <a:gd name="connsiteY62" fmla="*/ 279618 h 361971"/>
                <a:gd name="connsiteX63" fmla="*/ 218536 w 362309"/>
                <a:gd name="connsiteY63" fmla="*/ 273234 h 361971"/>
                <a:gd name="connsiteX64" fmla="*/ 218536 w 362309"/>
                <a:gd name="connsiteY64" fmla="*/ 224716 h 361971"/>
                <a:gd name="connsiteX65" fmla="*/ 224926 w 362309"/>
                <a:gd name="connsiteY65" fmla="*/ 218332 h 361971"/>
                <a:gd name="connsiteX66" fmla="*/ 273489 w 362309"/>
                <a:gd name="connsiteY66" fmla="*/ 218332 h 361971"/>
                <a:gd name="connsiteX67" fmla="*/ 279879 w 362309"/>
                <a:gd name="connsiteY67" fmla="*/ 224716 h 361971"/>
                <a:gd name="connsiteX68" fmla="*/ 279879 w 362309"/>
                <a:gd name="connsiteY68" fmla="*/ 273234 h 361971"/>
                <a:gd name="connsiteX69" fmla="*/ 279879 w 362309"/>
                <a:gd name="connsiteY69" fmla="*/ 204926 h 361971"/>
                <a:gd name="connsiteX70" fmla="*/ 273489 w 362309"/>
                <a:gd name="connsiteY70" fmla="*/ 211310 h 361971"/>
                <a:gd name="connsiteX71" fmla="*/ 224926 w 362309"/>
                <a:gd name="connsiteY71" fmla="*/ 211310 h 361971"/>
                <a:gd name="connsiteX72" fmla="*/ 218536 w 362309"/>
                <a:gd name="connsiteY72" fmla="*/ 204926 h 361971"/>
                <a:gd name="connsiteX73" fmla="*/ 218536 w 362309"/>
                <a:gd name="connsiteY73" fmla="*/ 156408 h 361971"/>
                <a:gd name="connsiteX74" fmla="*/ 224926 w 362309"/>
                <a:gd name="connsiteY74" fmla="*/ 150024 h 361971"/>
                <a:gd name="connsiteX75" fmla="*/ 273489 w 362309"/>
                <a:gd name="connsiteY75" fmla="*/ 150024 h 361971"/>
                <a:gd name="connsiteX76" fmla="*/ 279879 w 362309"/>
                <a:gd name="connsiteY76" fmla="*/ 156408 h 361971"/>
                <a:gd name="connsiteX77" fmla="*/ 279879 w 362309"/>
                <a:gd name="connsiteY77" fmla="*/ 204926 h 361971"/>
                <a:gd name="connsiteX78" fmla="*/ 279879 w 362309"/>
                <a:gd name="connsiteY78" fmla="*/ 137256 h 361971"/>
                <a:gd name="connsiteX79" fmla="*/ 273489 w 362309"/>
                <a:gd name="connsiteY79" fmla="*/ 143640 h 361971"/>
                <a:gd name="connsiteX80" fmla="*/ 224926 w 362309"/>
                <a:gd name="connsiteY80" fmla="*/ 143640 h 361971"/>
                <a:gd name="connsiteX81" fmla="*/ 218536 w 362309"/>
                <a:gd name="connsiteY81" fmla="*/ 137256 h 361971"/>
                <a:gd name="connsiteX82" fmla="*/ 218536 w 362309"/>
                <a:gd name="connsiteY82" fmla="*/ 88737 h 361971"/>
                <a:gd name="connsiteX83" fmla="*/ 224926 w 362309"/>
                <a:gd name="connsiteY83" fmla="*/ 82353 h 361971"/>
                <a:gd name="connsiteX84" fmla="*/ 273489 w 362309"/>
                <a:gd name="connsiteY84" fmla="*/ 82353 h 361971"/>
                <a:gd name="connsiteX85" fmla="*/ 279879 w 362309"/>
                <a:gd name="connsiteY85" fmla="*/ 88737 h 361971"/>
                <a:gd name="connsiteX86" fmla="*/ 279879 w 362309"/>
                <a:gd name="connsiteY86" fmla="*/ 13725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62309" h="361971">
                  <a:moveTo>
                    <a:pt x="180835" y="0"/>
                  </a:moveTo>
                  <a:cubicBezTo>
                    <a:pt x="80513" y="0"/>
                    <a:pt x="0" y="81076"/>
                    <a:pt x="0" y="181305"/>
                  </a:cubicBezTo>
                  <a:cubicBezTo>
                    <a:pt x="0" y="281533"/>
                    <a:pt x="81152" y="361972"/>
                    <a:pt x="181474" y="361972"/>
                  </a:cubicBezTo>
                  <a:cubicBezTo>
                    <a:pt x="281157" y="361972"/>
                    <a:pt x="362310" y="280895"/>
                    <a:pt x="362310" y="180667"/>
                  </a:cubicBezTo>
                  <a:cubicBezTo>
                    <a:pt x="362310" y="80438"/>
                    <a:pt x="281157" y="0"/>
                    <a:pt x="180835" y="0"/>
                  </a:cubicBezTo>
                  <a:lnTo>
                    <a:pt x="180835" y="0"/>
                  </a:lnTo>
                  <a:close/>
                  <a:moveTo>
                    <a:pt x="143774" y="273234"/>
                  </a:moveTo>
                  <a:cubicBezTo>
                    <a:pt x="143774" y="277065"/>
                    <a:pt x="141218" y="279618"/>
                    <a:pt x="137384" y="279618"/>
                  </a:cubicBezTo>
                  <a:lnTo>
                    <a:pt x="88820" y="279618"/>
                  </a:lnTo>
                  <a:cubicBezTo>
                    <a:pt x="84986" y="279618"/>
                    <a:pt x="82430" y="277065"/>
                    <a:pt x="82430" y="273234"/>
                  </a:cubicBezTo>
                  <a:lnTo>
                    <a:pt x="82430" y="224716"/>
                  </a:lnTo>
                  <a:cubicBezTo>
                    <a:pt x="82430" y="220886"/>
                    <a:pt x="84986" y="218332"/>
                    <a:pt x="88820" y="218332"/>
                  </a:cubicBezTo>
                  <a:lnTo>
                    <a:pt x="137384" y="218332"/>
                  </a:lnTo>
                  <a:cubicBezTo>
                    <a:pt x="141218" y="218332"/>
                    <a:pt x="143774" y="220886"/>
                    <a:pt x="143774" y="224716"/>
                  </a:cubicBezTo>
                  <a:lnTo>
                    <a:pt x="143774" y="273234"/>
                  </a:lnTo>
                  <a:close/>
                  <a:moveTo>
                    <a:pt x="143774" y="204926"/>
                  </a:moveTo>
                  <a:cubicBezTo>
                    <a:pt x="143774" y="208756"/>
                    <a:pt x="141218" y="211310"/>
                    <a:pt x="137384" y="211310"/>
                  </a:cubicBezTo>
                  <a:lnTo>
                    <a:pt x="88820" y="211310"/>
                  </a:lnTo>
                  <a:cubicBezTo>
                    <a:pt x="84986" y="211310"/>
                    <a:pt x="82430" y="208756"/>
                    <a:pt x="82430" y="204926"/>
                  </a:cubicBezTo>
                  <a:lnTo>
                    <a:pt x="82430" y="156408"/>
                  </a:lnTo>
                  <a:cubicBezTo>
                    <a:pt x="82430" y="152577"/>
                    <a:pt x="84986" y="150024"/>
                    <a:pt x="88820" y="150024"/>
                  </a:cubicBezTo>
                  <a:lnTo>
                    <a:pt x="137384" y="150024"/>
                  </a:lnTo>
                  <a:cubicBezTo>
                    <a:pt x="141218" y="150024"/>
                    <a:pt x="143774" y="152577"/>
                    <a:pt x="143774" y="156408"/>
                  </a:cubicBezTo>
                  <a:lnTo>
                    <a:pt x="143774" y="204926"/>
                  </a:lnTo>
                  <a:close/>
                  <a:moveTo>
                    <a:pt x="143774" y="137256"/>
                  </a:moveTo>
                  <a:cubicBezTo>
                    <a:pt x="143774" y="141086"/>
                    <a:pt x="141218" y="143640"/>
                    <a:pt x="137384" y="143640"/>
                  </a:cubicBezTo>
                  <a:lnTo>
                    <a:pt x="88820" y="143640"/>
                  </a:lnTo>
                  <a:cubicBezTo>
                    <a:pt x="84986" y="143640"/>
                    <a:pt x="82430" y="141086"/>
                    <a:pt x="82430" y="137256"/>
                  </a:cubicBezTo>
                  <a:lnTo>
                    <a:pt x="82430" y="88737"/>
                  </a:lnTo>
                  <a:cubicBezTo>
                    <a:pt x="82430" y="84907"/>
                    <a:pt x="84986" y="82353"/>
                    <a:pt x="88820" y="82353"/>
                  </a:cubicBezTo>
                  <a:lnTo>
                    <a:pt x="137384" y="82353"/>
                  </a:lnTo>
                  <a:cubicBezTo>
                    <a:pt x="141218" y="82353"/>
                    <a:pt x="143774" y="84907"/>
                    <a:pt x="143774" y="88737"/>
                  </a:cubicBezTo>
                  <a:lnTo>
                    <a:pt x="143774" y="137256"/>
                  </a:lnTo>
                  <a:close/>
                  <a:moveTo>
                    <a:pt x="211507" y="273234"/>
                  </a:moveTo>
                  <a:cubicBezTo>
                    <a:pt x="211507" y="277065"/>
                    <a:pt x="208951" y="279618"/>
                    <a:pt x="205117" y="279618"/>
                  </a:cubicBezTo>
                  <a:lnTo>
                    <a:pt x="156553" y="279618"/>
                  </a:lnTo>
                  <a:cubicBezTo>
                    <a:pt x="152720" y="279618"/>
                    <a:pt x="150164" y="277065"/>
                    <a:pt x="150164" y="273234"/>
                  </a:cubicBezTo>
                  <a:lnTo>
                    <a:pt x="150164" y="224716"/>
                  </a:lnTo>
                  <a:cubicBezTo>
                    <a:pt x="150164" y="220886"/>
                    <a:pt x="152720" y="218332"/>
                    <a:pt x="156553" y="218332"/>
                  </a:cubicBezTo>
                  <a:lnTo>
                    <a:pt x="205117" y="218332"/>
                  </a:lnTo>
                  <a:cubicBezTo>
                    <a:pt x="208951" y="218332"/>
                    <a:pt x="211507" y="220886"/>
                    <a:pt x="211507" y="224716"/>
                  </a:cubicBezTo>
                  <a:lnTo>
                    <a:pt x="211507" y="273234"/>
                  </a:lnTo>
                  <a:close/>
                  <a:moveTo>
                    <a:pt x="211507" y="204926"/>
                  </a:moveTo>
                  <a:cubicBezTo>
                    <a:pt x="211507" y="208756"/>
                    <a:pt x="208951" y="211310"/>
                    <a:pt x="205117" y="211310"/>
                  </a:cubicBezTo>
                  <a:lnTo>
                    <a:pt x="156553" y="211310"/>
                  </a:lnTo>
                  <a:cubicBezTo>
                    <a:pt x="152720" y="211310"/>
                    <a:pt x="150164" y="208756"/>
                    <a:pt x="150164" y="204926"/>
                  </a:cubicBezTo>
                  <a:lnTo>
                    <a:pt x="150164" y="156408"/>
                  </a:lnTo>
                  <a:cubicBezTo>
                    <a:pt x="150164" y="152577"/>
                    <a:pt x="152720" y="150024"/>
                    <a:pt x="156553" y="150024"/>
                  </a:cubicBezTo>
                  <a:lnTo>
                    <a:pt x="205117" y="150024"/>
                  </a:lnTo>
                  <a:cubicBezTo>
                    <a:pt x="208951" y="150024"/>
                    <a:pt x="211507" y="152577"/>
                    <a:pt x="211507" y="156408"/>
                  </a:cubicBezTo>
                  <a:lnTo>
                    <a:pt x="211507" y="204926"/>
                  </a:lnTo>
                  <a:close/>
                  <a:moveTo>
                    <a:pt x="211507" y="137256"/>
                  </a:moveTo>
                  <a:cubicBezTo>
                    <a:pt x="211507" y="141086"/>
                    <a:pt x="208951" y="143640"/>
                    <a:pt x="205117" y="143640"/>
                  </a:cubicBezTo>
                  <a:lnTo>
                    <a:pt x="156553" y="143640"/>
                  </a:lnTo>
                  <a:cubicBezTo>
                    <a:pt x="152720" y="143640"/>
                    <a:pt x="150164" y="141086"/>
                    <a:pt x="150164" y="137256"/>
                  </a:cubicBezTo>
                  <a:lnTo>
                    <a:pt x="150164" y="88737"/>
                  </a:lnTo>
                  <a:cubicBezTo>
                    <a:pt x="150164" y="84907"/>
                    <a:pt x="152720" y="82353"/>
                    <a:pt x="156553" y="82353"/>
                  </a:cubicBezTo>
                  <a:lnTo>
                    <a:pt x="205117" y="82353"/>
                  </a:lnTo>
                  <a:cubicBezTo>
                    <a:pt x="208951" y="82353"/>
                    <a:pt x="211507" y="84907"/>
                    <a:pt x="211507" y="88737"/>
                  </a:cubicBezTo>
                  <a:lnTo>
                    <a:pt x="211507" y="137256"/>
                  </a:lnTo>
                  <a:close/>
                  <a:moveTo>
                    <a:pt x="279879" y="273234"/>
                  </a:moveTo>
                  <a:cubicBezTo>
                    <a:pt x="279879" y="277065"/>
                    <a:pt x="277323" y="279618"/>
                    <a:pt x="273489" y="279618"/>
                  </a:cubicBezTo>
                  <a:lnTo>
                    <a:pt x="224926" y="279618"/>
                  </a:lnTo>
                  <a:cubicBezTo>
                    <a:pt x="221092" y="279618"/>
                    <a:pt x="218536" y="277065"/>
                    <a:pt x="218536" y="273234"/>
                  </a:cubicBezTo>
                  <a:lnTo>
                    <a:pt x="218536" y="224716"/>
                  </a:lnTo>
                  <a:cubicBezTo>
                    <a:pt x="218536" y="220886"/>
                    <a:pt x="221092" y="218332"/>
                    <a:pt x="224926" y="218332"/>
                  </a:cubicBezTo>
                  <a:lnTo>
                    <a:pt x="273489" y="218332"/>
                  </a:lnTo>
                  <a:cubicBezTo>
                    <a:pt x="277323" y="218332"/>
                    <a:pt x="279879" y="220886"/>
                    <a:pt x="279879" y="224716"/>
                  </a:cubicBezTo>
                  <a:lnTo>
                    <a:pt x="279879" y="273234"/>
                  </a:lnTo>
                  <a:close/>
                  <a:moveTo>
                    <a:pt x="279879" y="204926"/>
                  </a:moveTo>
                  <a:cubicBezTo>
                    <a:pt x="279879" y="208756"/>
                    <a:pt x="277323" y="211310"/>
                    <a:pt x="273489" y="211310"/>
                  </a:cubicBezTo>
                  <a:lnTo>
                    <a:pt x="224926" y="211310"/>
                  </a:lnTo>
                  <a:cubicBezTo>
                    <a:pt x="221092" y="211310"/>
                    <a:pt x="218536" y="208756"/>
                    <a:pt x="218536" y="204926"/>
                  </a:cubicBezTo>
                  <a:lnTo>
                    <a:pt x="218536" y="156408"/>
                  </a:lnTo>
                  <a:cubicBezTo>
                    <a:pt x="218536" y="152577"/>
                    <a:pt x="221092" y="150024"/>
                    <a:pt x="224926" y="150024"/>
                  </a:cubicBezTo>
                  <a:lnTo>
                    <a:pt x="273489" y="150024"/>
                  </a:lnTo>
                  <a:cubicBezTo>
                    <a:pt x="277323" y="150024"/>
                    <a:pt x="279879" y="152577"/>
                    <a:pt x="279879" y="156408"/>
                  </a:cubicBezTo>
                  <a:lnTo>
                    <a:pt x="279879" y="204926"/>
                  </a:lnTo>
                  <a:close/>
                  <a:moveTo>
                    <a:pt x="279879" y="137256"/>
                  </a:moveTo>
                  <a:cubicBezTo>
                    <a:pt x="279879" y="141086"/>
                    <a:pt x="277323" y="143640"/>
                    <a:pt x="273489" y="143640"/>
                  </a:cubicBezTo>
                  <a:lnTo>
                    <a:pt x="224926" y="143640"/>
                  </a:lnTo>
                  <a:cubicBezTo>
                    <a:pt x="221092" y="143640"/>
                    <a:pt x="218536" y="141086"/>
                    <a:pt x="218536" y="137256"/>
                  </a:cubicBezTo>
                  <a:lnTo>
                    <a:pt x="218536" y="88737"/>
                  </a:lnTo>
                  <a:cubicBezTo>
                    <a:pt x="218536" y="84907"/>
                    <a:pt x="221092" y="82353"/>
                    <a:pt x="224926" y="82353"/>
                  </a:cubicBezTo>
                  <a:lnTo>
                    <a:pt x="273489" y="82353"/>
                  </a:lnTo>
                  <a:cubicBezTo>
                    <a:pt x="277323" y="82353"/>
                    <a:pt x="279879" y="84907"/>
                    <a:pt x="279879" y="88737"/>
                  </a:cubicBezTo>
                  <a:lnTo>
                    <a:pt x="279879" y="137256"/>
                  </a:lnTo>
                  <a:close/>
                </a:path>
              </a:pathLst>
            </a:custGeom>
            <a:solidFill>
              <a:srgbClr val="0076A8"/>
            </a:solidFill>
            <a:ln w="6390" cap="flat">
              <a:noFill/>
              <a:prstDash val="solid"/>
              <a:miter/>
            </a:ln>
          </p:spPr>
          <p:txBody>
            <a:bodyPr rtlCol="0" anchor="ctr"/>
            <a:lstStyle/>
            <a:p>
              <a:endParaRPr lang="en-US"/>
            </a:p>
          </p:txBody>
        </p:sp>
        <p:sp>
          <p:nvSpPr>
            <p:cNvPr id="403" name="Freeform 402">
              <a:extLst>
                <a:ext uri="{FF2B5EF4-FFF2-40B4-BE49-F238E27FC236}">
                  <a16:creationId xmlns:a16="http://schemas.microsoft.com/office/drawing/2014/main" id="{DBE47E9D-ACAA-0A40-9F64-1053920F68BE}"/>
                </a:ext>
              </a:extLst>
            </p:cNvPr>
            <p:cNvSpPr/>
            <p:nvPr/>
          </p:nvSpPr>
          <p:spPr>
            <a:xfrm>
              <a:off x="3229474" y="2950200"/>
              <a:ext cx="35783" cy="35750"/>
            </a:xfrm>
            <a:custGeom>
              <a:avLst/>
              <a:gdLst>
                <a:gd name="connsiteX0" fmla="*/ 0 w 35783"/>
                <a:gd name="connsiteY0" fmla="*/ 0 h 35750"/>
                <a:gd name="connsiteX1" fmla="*/ 35784 w 35783"/>
                <a:gd name="connsiteY1" fmla="*/ 0 h 35750"/>
                <a:gd name="connsiteX2" fmla="*/ 35784 w 35783"/>
                <a:gd name="connsiteY2" fmla="*/ 35750 h 35750"/>
                <a:gd name="connsiteX3" fmla="*/ 0 w 35783"/>
                <a:gd name="connsiteY3" fmla="*/ 35750 h 35750"/>
              </a:gdLst>
              <a:ahLst/>
              <a:cxnLst>
                <a:cxn ang="0">
                  <a:pos x="connsiteX0" y="connsiteY0"/>
                </a:cxn>
                <a:cxn ang="0">
                  <a:pos x="connsiteX1" y="connsiteY1"/>
                </a:cxn>
                <a:cxn ang="0">
                  <a:pos x="connsiteX2" y="connsiteY2"/>
                </a:cxn>
                <a:cxn ang="0">
                  <a:pos x="connsiteX3" y="connsiteY3"/>
                </a:cxn>
              </a:cxnLst>
              <a:rect l="l" t="t" r="r" b="b"/>
              <a:pathLst>
                <a:path w="35783" h="35750">
                  <a:moveTo>
                    <a:pt x="0" y="0"/>
                  </a:moveTo>
                  <a:lnTo>
                    <a:pt x="35784" y="0"/>
                  </a:lnTo>
                  <a:lnTo>
                    <a:pt x="35784" y="35750"/>
                  </a:lnTo>
                  <a:lnTo>
                    <a:pt x="0" y="35750"/>
                  </a:lnTo>
                  <a:close/>
                </a:path>
              </a:pathLst>
            </a:custGeom>
            <a:solidFill>
              <a:srgbClr val="0076A8"/>
            </a:solidFill>
            <a:ln w="6390" cap="flat">
              <a:noFill/>
              <a:prstDash val="solid"/>
              <a:miter/>
            </a:ln>
          </p:spPr>
          <p:txBody>
            <a:bodyPr rtlCol="0" anchor="ctr"/>
            <a:lstStyle/>
            <a:p>
              <a:endParaRPr lang="en-US"/>
            </a:p>
          </p:txBody>
        </p:sp>
        <p:sp>
          <p:nvSpPr>
            <p:cNvPr id="404" name="Freeform 403">
              <a:extLst>
                <a:ext uri="{FF2B5EF4-FFF2-40B4-BE49-F238E27FC236}">
                  <a16:creationId xmlns:a16="http://schemas.microsoft.com/office/drawing/2014/main" id="{8CC72425-796B-534A-994D-8846478F769F}"/>
                </a:ext>
              </a:extLst>
            </p:cNvPr>
            <p:cNvSpPr/>
            <p:nvPr/>
          </p:nvSpPr>
          <p:spPr>
            <a:xfrm>
              <a:off x="3093368" y="3018509"/>
              <a:ext cx="35783" cy="35750"/>
            </a:xfrm>
            <a:custGeom>
              <a:avLst/>
              <a:gdLst>
                <a:gd name="connsiteX0" fmla="*/ 0 w 35783"/>
                <a:gd name="connsiteY0" fmla="*/ 0 h 35750"/>
                <a:gd name="connsiteX1" fmla="*/ 35784 w 35783"/>
                <a:gd name="connsiteY1" fmla="*/ 0 h 35750"/>
                <a:gd name="connsiteX2" fmla="*/ 35784 w 35783"/>
                <a:gd name="connsiteY2" fmla="*/ 35750 h 35750"/>
                <a:gd name="connsiteX3" fmla="*/ 0 w 35783"/>
                <a:gd name="connsiteY3" fmla="*/ 35750 h 35750"/>
              </a:gdLst>
              <a:ahLst/>
              <a:cxnLst>
                <a:cxn ang="0">
                  <a:pos x="connsiteX0" y="connsiteY0"/>
                </a:cxn>
                <a:cxn ang="0">
                  <a:pos x="connsiteX1" y="connsiteY1"/>
                </a:cxn>
                <a:cxn ang="0">
                  <a:pos x="connsiteX2" y="connsiteY2"/>
                </a:cxn>
                <a:cxn ang="0">
                  <a:pos x="connsiteX3" y="connsiteY3"/>
                </a:cxn>
              </a:cxnLst>
              <a:rect l="l" t="t" r="r" b="b"/>
              <a:pathLst>
                <a:path w="35783" h="35750">
                  <a:moveTo>
                    <a:pt x="0" y="0"/>
                  </a:moveTo>
                  <a:lnTo>
                    <a:pt x="35784" y="0"/>
                  </a:lnTo>
                  <a:lnTo>
                    <a:pt x="35784" y="35750"/>
                  </a:lnTo>
                  <a:lnTo>
                    <a:pt x="0" y="35750"/>
                  </a:lnTo>
                  <a:close/>
                </a:path>
              </a:pathLst>
            </a:custGeom>
            <a:solidFill>
              <a:srgbClr val="0076A8"/>
            </a:solidFill>
            <a:ln w="6390" cap="flat">
              <a:noFill/>
              <a:prstDash val="solid"/>
              <a:miter/>
            </a:ln>
          </p:spPr>
          <p:txBody>
            <a:bodyPr rtlCol="0" anchor="ctr"/>
            <a:lstStyle/>
            <a:p>
              <a:endParaRPr lang="en-US"/>
            </a:p>
          </p:txBody>
        </p:sp>
      </p:grpSp>
      <p:grpSp>
        <p:nvGrpSpPr>
          <p:cNvPr id="405" name="Graphic 4">
            <a:extLst>
              <a:ext uri="{FF2B5EF4-FFF2-40B4-BE49-F238E27FC236}">
                <a16:creationId xmlns:a16="http://schemas.microsoft.com/office/drawing/2014/main" id="{00A06A0D-B37C-C444-8F1E-8184B81918FD}"/>
              </a:ext>
            </a:extLst>
          </p:cNvPr>
          <p:cNvGrpSpPr/>
          <p:nvPr/>
        </p:nvGrpSpPr>
        <p:grpSpPr>
          <a:xfrm>
            <a:off x="905454" y="2371173"/>
            <a:ext cx="362309" cy="362610"/>
            <a:chOff x="905454" y="2371173"/>
            <a:chExt cx="362309" cy="362610"/>
          </a:xfrm>
          <a:solidFill>
            <a:srgbClr val="0076A8"/>
          </a:solidFill>
        </p:grpSpPr>
        <p:sp>
          <p:nvSpPr>
            <p:cNvPr id="406" name="Freeform 405">
              <a:extLst>
                <a:ext uri="{FF2B5EF4-FFF2-40B4-BE49-F238E27FC236}">
                  <a16:creationId xmlns:a16="http://schemas.microsoft.com/office/drawing/2014/main" id="{98461FD8-E2B0-FB41-94A3-0AB9514133DD}"/>
                </a:ext>
              </a:extLst>
            </p:cNvPr>
            <p:cNvSpPr/>
            <p:nvPr/>
          </p:nvSpPr>
          <p:spPr>
            <a:xfrm>
              <a:off x="1081816" y="2547371"/>
              <a:ext cx="8945" cy="8937"/>
            </a:xfrm>
            <a:custGeom>
              <a:avLst/>
              <a:gdLst>
                <a:gd name="connsiteX0" fmla="*/ 4473 w 8945"/>
                <a:gd name="connsiteY0" fmla="*/ 0 h 8937"/>
                <a:gd name="connsiteX1" fmla="*/ 0 w 8945"/>
                <a:gd name="connsiteY1" fmla="*/ 4469 h 8937"/>
                <a:gd name="connsiteX2" fmla="*/ 4473 w 8945"/>
                <a:gd name="connsiteY2" fmla="*/ 8938 h 8937"/>
                <a:gd name="connsiteX3" fmla="*/ 8946 w 8945"/>
                <a:gd name="connsiteY3" fmla="*/ 4469 h 8937"/>
                <a:gd name="connsiteX4" fmla="*/ 4473 w 8945"/>
                <a:gd name="connsiteY4" fmla="*/ 0 h 8937"/>
                <a:gd name="connsiteX5" fmla="*/ 4473 w 8945"/>
                <a:gd name="connsiteY5" fmla="*/ 0 h 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45" h="8937">
                  <a:moveTo>
                    <a:pt x="4473" y="0"/>
                  </a:moveTo>
                  <a:cubicBezTo>
                    <a:pt x="1917" y="0"/>
                    <a:pt x="0" y="1915"/>
                    <a:pt x="0" y="4469"/>
                  </a:cubicBezTo>
                  <a:cubicBezTo>
                    <a:pt x="0" y="7022"/>
                    <a:pt x="1917" y="8938"/>
                    <a:pt x="4473" y="8938"/>
                  </a:cubicBezTo>
                  <a:cubicBezTo>
                    <a:pt x="7029" y="8938"/>
                    <a:pt x="8946" y="7022"/>
                    <a:pt x="8946" y="4469"/>
                  </a:cubicBezTo>
                  <a:cubicBezTo>
                    <a:pt x="8946" y="1915"/>
                    <a:pt x="7029" y="0"/>
                    <a:pt x="4473" y="0"/>
                  </a:cubicBezTo>
                  <a:lnTo>
                    <a:pt x="4473" y="0"/>
                  </a:lnTo>
                  <a:close/>
                </a:path>
              </a:pathLst>
            </a:custGeom>
            <a:solidFill>
              <a:srgbClr val="0076A8"/>
            </a:solidFill>
            <a:ln w="6390" cap="flat">
              <a:noFill/>
              <a:prstDash val="solid"/>
              <a:miter/>
            </a:ln>
          </p:spPr>
          <p:txBody>
            <a:bodyPr rtlCol="0" anchor="ctr"/>
            <a:lstStyle/>
            <a:p>
              <a:endParaRPr lang="en-US"/>
            </a:p>
          </p:txBody>
        </p:sp>
        <p:sp>
          <p:nvSpPr>
            <p:cNvPr id="407" name="Freeform 406">
              <a:extLst>
                <a:ext uri="{FF2B5EF4-FFF2-40B4-BE49-F238E27FC236}">
                  <a16:creationId xmlns:a16="http://schemas.microsoft.com/office/drawing/2014/main" id="{A7E077E0-130A-5142-9155-78A60A954615}"/>
                </a:ext>
              </a:extLst>
            </p:cNvPr>
            <p:cNvSpPr/>
            <p:nvPr/>
          </p:nvSpPr>
          <p:spPr>
            <a:xfrm>
              <a:off x="1166802" y="2547371"/>
              <a:ext cx="8945" cy="8937"/>
            </a:xfrm>
            <a:custGeom>
              <a:avLst/>
              <a:gdLst>
                <a:gd name="connsiteX0" fmla="*/ 4473 w 8945"/>
                <a:gd name="connsiteY0" fmla="*/ 0 h 8937"/>
                <a:gd name="connsiteX1" fmla="*/ 0 w 8945"/>
                <a:gd name="connsiteY1" fmla="*/ 4469 h 8937"/>
                <a:gd name="connsiteX2" fmla="*/ 4473 w 8945"/>
                <a:gd name="connsiteY2" fmla="*/ 8938 h 8937"/>
                <a:gd name="connsiteX3" fmla="*/ 8946 w 8945"/>
                <a:gd name="connsiteY3" fmla="*/ 4469 h 8937"/>
                <a:gd name="connsiteX4" fmla="*/ 8946 w 8945"/>
                <a:gd name="connsiteY4" fmla="*/ 4469 h 8937"/>
                <a:gd name="connsiteX5" fmla="*/ 4473 w 8945"/>
                <a:gd name="connsiteY5" fmla="*/ 0 h 8937"/>
                <a:gd name="connsiteX6" fmla="*/ 4473 w 8945"/>
                <a:gd name="connsiteY6" fmla="*/ 0 h 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45" h="8937">
                  <a:moveTo>
                    <a:pt x="4473" y="0"/>
                  </a:moveTo>
                  <a:cubicBezTo>
                    <a:pt x="1917" y="0"/>
                    <a:pt x="0" y="1915"/>
                    <a:pt x="0" y="4469"/>
                  </a:cubicBezTo>
                  <a:cubicBezTo>
                    <a:pt x="0" y="7022"/>
                    <a:pt x="1917" y="8938"/>
                    <a:pt x="4473" y="8938"/>
                  </a:cubicBezTo>
                  <a:cubicBezTo>
                    <a:pt x="7029" y="8938"/>
                    <a:pt x="8946" y="7022"/>
                    <a:pt x="8946" y="4469"/>
                  </a:cubicBezTo>
                  <a:lnTo>
                    <a:pt x="8946" y="4469"/>
                  </a:lnTo>
                  <a:cubicBezTo>
                    <a:pt x="8946" y="1915"/>
                    <a:pt x="7029" y="0"/>
                    <a:pt x="4473" y="0"/>
                  </a:cubicBezTo>
                  <a:lnTo>
                    <a:pt x="4473" y="0"/>
                  </a:lnTo>
                  <a:close/>
                </a:path>
              </a:pathLst>
            </a:custGeom>
            <a:solidFill>
              <a:srgbClr val="0076A8"/>
            </a:solidFill>
            <a:ln w="6390" cap="flat">
              <a:noFill/>
              <a:prstDash val="solid"/>
              <a:miter/>
            </a:ln>
          </p:spPr>
          <p:txBody>
            <a:bodyPr rtlCol="0" anchor="ctr"/>
            <a:lstStyle/>
            <a:p>
              <a:endParaRPr lang="en-US"/>
            </a:p>
          </p:txBody>
        </p:sp>
        <p:sp>
          <p:nvSpPr>
            <p:cNvPr id="408" name="Freeform 407">
              <a:extLst>
                <a:ext uri="{FF2B5EF4-FFF2-40B4-BE49-F238E27FC236}">
                  <a16:creationId xmlns:a16="http://schemas.microsoft.com/office/drawing/2014/main" id="{629F188D-8F89-A044-8DCB-4368A6F45849}"/>
                </a:ext>
              </a:extLst>
            </p:cNvPr>
            <p:cNvSpPr/>
            <p:nvPr/>
          </p:nvSpPr>
          <p:spPr>
            <a:xfrm>
              <a:off x="997469" y="2547371"/>
              <a:ext cx="8945" cy="8937"/>
            </a:xfrm>
            <a:custGeom>
              <a:avLst/>
              <a:gdLst>
                <a:gd name="connsiteX0" fmla="*/ 4473 w 8945"/>
                <a:gd name="connsiteY0" fmla="*/ 0 h 8937"/>
                <a:gd name="connsiteX1" fmla="*/ 0 w 8945"/>
                <a:gd name="connsiteY1" fmla="*/ 4469 h 8937"/>
                <a:gd name="connsiteX2" fmla="*/ 4473 w 8945"/>
                <a:gd name="connsiteY2" fmla="*/ 8938 h 8937"/>
                <a:gd name="connsiteX3" fmla="*/ 8946 w 8945"/>
                <a:gd name="connsiteY3" fmla="*/ 4469 h 8937"/>
                <a:gd name="connsiteX4" fmla="*/ 8946 w 8945"/>
                <a:gd name="connsiteY4" fmla="*/ 4469 h 8937"/>
                <a:gd name="connsiteX5" fmla="*/ 4473 w 8945"/>
                <a:gd name="connsiteY5" fmla="*/ 0 h 8937"/>
                <a:gd name="connsiteX6" fmla="*/ 4473 w 8945"/>
                <a:gd name="connsiteY6" fmla="*/ 0 h 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45" h="8937">
                  <a:moveTo>
                    <a:pt x="4473" y="0"/>
                  </a:moveTo>
                  <a:cubicBezTo>
                    <a:pt x="1917" y="0"/>
                    <a:pt x="0" y="1915"/>
                    <a:pt x="0" y="4469"/>
                  </a:cubicBezTo>
                  <a:cubicBezTo>
                    <a:pt x="0" y="7022"/>
                    <a:pt x="1917" y="8938"/>
                    <a:pt x="4473" y="8938"/>
                  </a:cubicBezTo>
                  <a:cubicBezTo>
                    <a:pt x="7029" y="8938"/>
                    <a:pt x="8946" y="7022"/>
                    <a:pt x="8946" y="4469"/>
                  </a:cubicBezTo>
                  <a:lnTo>
                    <a:pt x="8946" y="4469"/>
                  </a:lnTo>
                  <a:cubicBezTo>
                    <a:pt x="8946" y="1915"/>
                    <a:pt x="7029" y="0"/>
                    <a:pt x="4473" y="0"/>
                  </a:cubicBezTo>
                  <a:lnTo>
                    <a:pt x="4473" y="0"/>
                  </a:lnTo>
                  <a:close/>
                </a:path>
              </a:pathLst>
            </a:custGeom>
            <a:solidFill>
              <a:srgbClr val="0076A8"/>
            </a:solidFill>
            <a:ln w="6390" cap="flat">
              <a:noFill/>
              <a:prstDash val="solid"/>
              <a:miter/>
            </a:ln>
          </p:spPr>
          <p:txBody>
            <a:bodyPr rtlCol="0" anchor="ctr"/>
            <a:lstStyle/>
            <a:p>
              <a:endParaRPr lang="en-US"/>
            </a:p>
          </p:txBody>
        </p:sp>
        <p:sp>
          <p:nvSpPr>
            <p:cNvPr id="409" name="Freeform 408">
              <a:extLst>
                <a:ext uri="{FF2B5EF4-FFF2-40B4-BE49-F238E27FC236}">
                  <a16:creationId xmlns:a16="http://schemas.microsoft.com/office/drawing/2014/main" id="{088DABAF-F566-7447-82D3-25B63D70A882}"/>
                </a:ext>
              </a:extLst>
            </p:cNvPr>
            <p:cNvSpPr/>
            <p:nvPr/>
          </p:nvSpPr>
          <p:spPr>
            <a:xfrm>
              <a:off x="905454" y="237117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95849 w 362309"/>
                <a:gd name="connsiteY6" fmla="*/ 198542 h 362610"/>
                <a:gd name="connsiteX7" fmla="*/ 78596 w 362309"/>
                <a:gd name="connsiteY7" fmla="*/ 181305 h 362610"/>
                <a:gd name="connsiteX8" fmla="*/ 95849 w 362309"/>
                <a:gd name="connsiteY8" fmla="*/ 164068 h 362610"/>
                <a:gd name="connsiteX9" fmla="*/ 113102 w 362309"/>
                <a:gd name="connsiteY9" fmla="*/ 181305 h 362610"/>
                <a:gd name="connsiteX10" fmla="*/ 113102 w 362309"/>
                <a:gd name="connsiteY10" fmla="*/ 181305 h 362610"/>
                <a:gd name="connsiteX11" fmla="*/ 95849 w 362309"/>
                <a:gd name="connsiteY11" fmla="*/ 198542 h 362610"/>
                <a:gd name="connsiteX12" fmla="*/ 95849 w 362309"/>
                <a:gd name="connsiteY12" fmla="*/ 198542 h 362610"/>
                <a:gd name="connsiteX13" fmla="*/ 180835 w 362309"/>
                <a:gd name="connsiteY13" fmla="*/ 198542 h 362610"/>
                <a:gd name="connsiteX14" fmla="*/ 163582 w 362309"/>
                <a:gd name="connsiteY14" fmla="*/ 181305 h 362610"/>
                <a:gd name="connsiteX15" fmla="*/ 180835 w 362309"/>
                <a:gd name="connsiteY15" fmla="*/ 164068 h 362610"/>
                <a:gd name="connsiteX16" fmla="*/ 198088 w 362309"/>
                <a:gd name="connsiteY16" fmla="*/ 181305 h 362610"/>
                <a:gd name="connsiteX17" fmla="*/ 198088 w 362309"/>
                <a:gd name="connsiteY17" fmla="*/ 181305 h 362610"/>
                <a:gd name="connsiteX18" fmla="*/ 180835 w 362309"/>
                <a:gd name="connsiteY18" fmla="*/ 198542 h 362610"/>
                <a:gd name="connsiteX19" fmla="*/ 180835 w 362309"/>
                <a:gd name="connsiteY19" fmla="*/ 198542 h 362610"/>
                <a:gd name="connsiteX20" fmla="*/ 180835 w 362309"/>
                <a:gd name="connsiteY20" fmla="*/ 198542 h 362610"/>
                <a:gd name="connsiteX21" fmla="*/ 265821 w 362309"/>
                <a:gd name="connsiteY21" fmla="*/ 198542 h 362610"/>
                <a:gd name="connsiteX22" fmla="*/ 248569 w 362309"/>
                <a:gd name="connsiteY22" fmla="*/ 181305 h 362610"/>
                <a:gd name="connsiteX23" fmla="*/ 265821 w 362309"/>
                <a:gd name="connsiteY23" fmla="*/ 164068 h 362610"/>
                <a:gd name="connsiteX24" fmla="*/ 283074 w 362309"/>
                <a:gd name="connsiteY24" fmla="*/ 181305 h 362610"/>
                <a:gd name="connsiteX25" fmla="*/ 283074 w 362309"/>
                <a:gd name="connsiteY25" fmla="*/ 181305 h 362610"/>
                <a:gd name="connsiteX26" fmla="*/ 265821 w 362309"/>
                <a:gd name="connsiteY26" fmla="*/ 198542 h 362610"/>
                <a:gd name="connsiteX27" fmla="*/ 265821 w 362309"/>
                <a:gd name="connsiteY27" fmla="*/ 198542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81077"/>
                    <a:pt x="281157" y="0"/>
                    <a:pt x="180835" y="0"/>
                  </a:cubicBezTo>
                  <a:lnTo>
                    <a:pt x="180835" y="0"/>
                  </a:lnTo>
                  <a:close/>
                  <a:moveTo>
                    <a:pt x="95849" y="198542"/>
                  </a:moveTo>
                  <a:cubicBezTo>
                    <a:pt x="86264" y="198542"/>
                    <a:pt x="78596" y="190881"/>
                    <a:pt x="78596" y="181305"/>
                  </a:cubicBezTo>
                  <a:cubicBezTo>
                    <a:pt x="78596" y="171729"/>
                    <a:pt x="86264" y="164068"/>
                    <a:pt x="95849" y="164068"/>
                  </a:cubicBezTo>
                  <a:cubicBezTo>
                    <a:pt x="105434" y="164068"/>
                    <a:pt x="113102" y="171729"/>
                    <a:pt x="113102" y="181305"/>
                  </a:cubicBezTo>
                  <a:lnTo>
                    <a:pt x="113102" y="181305"/>
                  </a:lnTo>
                  <a:cubicBezTo>
                    <a:pt x="113741" y="190243"/>
                    <a:pt x="106073" y="197903"/>
                    <a:pt x="95849" y="198542"/>
                  </a:cubicBezTo>
                  <a:lnTo>
                    <a:pt x="95849" y="198542"/>
                  </a:lnTo>
                  <a:close/>
                  <a:moveTo>
                    <a:pt x="180835" y="198542"/>
                  </a:moveTo>
                  <a:cubicBezTo>
                    <a:pt x="171250" y="198542"/>
                    <a:pt x="163582" y="190881"/>
                    <a:pt x="163582" y="181305"/>
                  </a:cubicBezTo>
                  <a:cubicBezTo>
                    <a:pt x="163582" y="171729"/>
                    <a:pt x="171250" y="164068"/>
                    <a:pt x="180835" y="164068"/>
                  </a:cubicBezTo>
                  <a:cubicBezTo>
                    <a:pt x="190420" y="164068"/>
                    <a:pt x="198088" y="171729"/>
                    <a:pt x="198088" y="181305"/>
                  </a:cubicBezTo>
                  <a:lnTo>
                    <a:pt x="198088" y="181305"/>
                  </a:lnTo>
                  <a:cubicBezTo>
                    <a:pt x="198088" y="190243"/>
                    <a:pt x="190420" y="198542"/>
                    <a:pt x="180835" y="198542"/>
                  </a:cubicBezTo>
                  <a:lnTo>
                    <a:pt x="180835" y="198542"/>
                  </a:lnTo>
                  <a:lnTo>
                    <a:pt x="180835" y="198542"/>
                  </a:lnTo>
                  <a:close/>
                  <a:moveTo>
                    <a:pt x="265821" y="198542"/>
                  </a:moveTo>
                  <a:cubicBezTo>
                    <a:pt x="256237" y="198542"/>
                    <a:pt x="248569" y="190881"/>
                    <a:pt x="248569" y="181305"/>
                  </a:cubicBezTo>
                  <a:cubicBezTo>
                    <a:pt x="248569" y="171729"/>
                    <a:pt x="256237" y="164068"/>
                    <a:pt x="265821" y="164068"/>
                  </a:cubicBezTo>
                  <a:cubicBezTo>
                    <a:pt x="275406" y="164068"/>
                    <a:pt x="283074" y="171729"/>
                    <a:pt x="283074" y="181305"/>
                  </a:cubicBezTo>
                  <a:lnTo>
                    <a:pt x="283074" y="181305"/>
                  </a:lnTo>
                  <a:cubicBezTo>
                    <a:pt x="283074" y="190243"/>
                    <a:pt x="275406" y="197903"/>
                    <a:pt x="265821" y="198542"/>
                  </a:cubicBezTo>
                  <a:lnTo>
                    <a:pt x="265821" y="198542"/>
                  </a:lnTo>
                  <a:close/>
                </a:path>
              </a:pathLst>
            </a:custGeom>
            <a:solidFill>
              <a:srgbClr val="0076A8"/>
            </a:solidFill>
            <a:ln w="6390" cap="flat">
              <a:noFill/>
              <a:prstDash val="solid"/>
              <a:miter/>
            </a:ln>
          </p:spPr>
          <p:txBody>
            <a:bodyPr rtlCol="0" anchor="ctr"/>
            <a:lstStyle/>
            <a:p>
              <a:endParaRPr lang="en-US"/>
            </a:p>
          </p:txBody>
        </p:sp>
      </p:grpSp>
      <p:grpSp>
        <p:nvGrpSpPr>
          <p:cNvPr id="410" name="Graphic 4">
            <a:extLst>
              <a:ext uri="{FF2B5EF4-FFF2-40B4-BE49-F238E27FC236}">
                <a16:creationId xmlns:a16="http://schemas.microsoft.com/office/drawing/2014/main" id="{7447DD8E-CFBE-4449-8246-59B3CEAC7D9B}"/>
              </a:ext>
            </a:extLst>
          </p:cNvPr>
          <p:cNvGrpSpPr/>
          <p:nvPr/>
        </p:nvGrpSpPr>
        <p:grpSpPr>
          <a:xfrm>
            <a:off x="1515054" y="2371173"/>
            <a:ext cx="362309" cy="362610"/>
            <a:chOff x="1515054" y="2371173"/>
            <a:chExt cx="362309" cy="362610"/>
          </a:xfrm>
          <a:solidFill>
            <a:srgbClr val="0076A8"/>
          </a:solidFill>
        </p:grpSpPr>
        <p:sp>
          <p:nvSpPr>
            <p:cNvPr id="411" name="Freeform 410">
              <a:extLst>
                <a:ext uri="{FF2B5EF4-FFF2-40B4-BE49-F238E27FC236}">
                  <a16:creationId xmlns:a16="http://schemas.microsoft.com/office/drawing/2014/main" id="{28C3BDCE-452B-A642-942D-2F5E4AF5808D}"/>
                </a:ext>
              </a:extLst>
            </p:cNvPr>
            <p:cNvSpPr/>
            <p:nvPr/>
          </p:nvSpPr>
          <p:spPr>
            <a:xfrm>
              <a:off x="1515054" y="237117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180835 w 362309"/>
                <a:gd name="connsiteY6" fmla="*/ 349204 h 362610"/>
                <a:gd name="connsiteX7" fmla="*/ 12780 w 362309"/>
                <a:gd name="connsiteY7" fmla="*/ 180667 h 362610"/>
                <a:gd name="connsiteX8" fmla="*/ 181474 w 362309"/>
                <a:gd name="connsiteY8" fmla="*/ 12130 h 362610"/>
                <a:gd name="connsiteX9" fmla="*/ 349529 w 362309"/>
                <a:gd name="connsiteY9" fmla="*/ 180667 h 362610"/>
                <a:gd name="connsiteX10" fmla="*/ 349529 w 362309"/>
                <a:gd name="connsiteY10" fmla="*/ 180667 h 362610"/>
                <a:gd name="connsiteX11" fmla="*/ 180835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1670" y="81077"/>
                    <a:pt x="280518" y="0"/>
                    <a:pt x="180835" y="0"/>
                  </a:cubicBezTo>
                  <a:lnTo>
                    <a:pt x="180835" y="0"/>
                  </a:lnTo>
                  <a:close/>
                  <a:moveTo>
                    <a:pt x="180835" y="349204"/>
                  </a:moveTo>
                  <a:cubicBezTo>
                    <a:pt x="87542" y="349204"/>
                    <a:pt x="12780" y="273873"/>
                    <a:pt x="12780" y="180667"/>
                  </a:cubicBezTo>
                  <a:cubicBezTo>
                    <a:pt x="12780" y="87461"/>
                    <a:pt x="88181" y="12130"/>
                    <a:pt x="181474" y="12130"/>
                  </a:cubicBezTo>
                  <a:cubicBezTo>
                    <a:pt x="274767" y="12130"/>
                    <a:pt x="349529" y="87461"/>
                    <a:pt x="349529" y="180667"/>
                  </a:cubicBezTo>
                  <a:lnTo>
                    <a:pt x="349529" y="180667"/>
                  </a:lnTo>
                  <a:cubicBezTo>
                    <a:pt x="348891" y="273873"/>
                    <a:pt x="273489" y="349204"/>
                    <a:pt x="180835" y="349204"/>
                  </a:cubicBezTo>
                  <a:close/>
                </a:path>
              </a:pathLst>
            </a:custGeom>
            <a:solidFill>
              <a:srgbClr val="0076A8"/>
            </a:solidFill>
            <a:ln w="6390" cap="flat">
              <a:noFill/>
              <a:prstDash val="solid"/>
              <a:miter/>
            </a:ln>
          </p:spPr>
          <p:txBody>
            <a:bodyPr rtlCol="0" anchor="ctr"/>
            <a:lstStyle/>
            <a:p>
              <a:endParaRPr lang="en-US"/>
            </a:p>
          </p:txBody>
        </p:sp>
        <p:sp>
          <p:nvSpPr>
            <p:cNvPr id="412" name="Freeform 411">
              <a:extLst>
                <a:ext uri="{FF2B5EF4-FFF2-40B4-BE49-F238E27FC236}">
                  <a16:creationId xmlns:a16="http://schemas.microsoft.com/office/drawing/2014/main" id="{DEFA2550-CC3F-BC43-82A8-61E2019CB802}"/>
                </a:ext>
              </a:extLst>
            </p:cNvPr>
            <p:cNvSpPr/>
            <p:nvPr/>
          </p:nvSpPr>
          <p:spPr>
            <a:xfrm>
              <a:off x="1678636" y="2449696"/>
              <a:ext cx="34505" cy="34473"/>
            </a:xfrm>
            <a:custGeom>
              <a:avLst/>
              <a:gdLst>
                <a:gd name="connsiteX0" fmla="*/ 17253 w 34505"/>
                <a:gd name="connsiteY0" fmla="*/ 0 h 34473"/>
                <a:gd name="connsiteX1" fmla="*/ 0 w 34505"/>
                <a:gd name="connsiteY1" fmla="*/ 17237 h 34473"/>
                <a:gd name="connsiteX2" fmla="*/ 17253 w 34505"/>
                <a:gd name="connsiteY2" fmla="*/ 34473 h 34473"/>
                <a:gd name="connsiteX3" fmla="*/ 34506 w 34505"/>
                <a:gd name="connsiteY3" fmla="*/ 17237 h 34473"/>
                <a:gd name="connsiteX4" fmla="*/ 17253 w 34505"/>
                <a:gd name="connsiteY4" fmla="*/ 0 h 34473"/>
                <a:gd name="connsiteX5" fmla="*/ 17253 w 34505"/>
                <a:gd name="connsiteY5" fmla="*/ 0 h 34473"/>
                <a:gd name="connsiteX6" fmla="*/ 17253 w 34505"/>
                <a:gd name="connsiteY6" fmla="*/ 22344 h 34473"/>
                <a:gd name="connsiteX7" fmla="*/ 12780 w 34505"/>
                <a:gd name="connsiteY7" fmla="*/ 17875 h 34473"/>
                <a:gd name="connsiteX8" fmla="*/ 17253 w 34505"/>
                <a:gd name="connsiteY8" fmla="*/ 13406 h 34473"/>
                <a:gd name="connsiteX9" fmla="*/ 21726 w 34505"/>
                <a:gd name="connsiteY9" fmla="*/ 17875 h 34473"/>
                <a:gd name="connsiteX10" fmla="*/ 17253 w 34505"/>
                <a:gd name="connsiteY10" fmla="*/ 22344 h 34473"/>
                <a:gd name="connsiteX11" fmla="*/ 17253 w 34505"/>
                <a:gd name="connsiteY11" fmla="*/ 22344 h 3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05" h="34473">
                  <a:moveTo>
                    <a:pt x="17253" y="0"/>
                  </a:moveTo>
                  <a:cubicBezTo>
                    <a:pt x="7668" y="0"/>
                    <a:pt x="0" y="7661"/>
                    <a:pt x="0" y="17237"/>
                  </a:cubicBezTo>
                  <a:cubicBezTo>
                    <a:pt x="0" y="26813"/>
                    <a:pt x="7668" y="34473"/>
                    <a:pt x="17253" y="34473"/>
                  </a:cubicBezTo>
                  <a:cubicBezTo>
                    <a:pt x="26838" y="34473"/>
                    <a:pt x="34506" y="26813"/>
                    <a:pt x="34506" y="17237"/>
                  </a:cubicBezTo>
                  <a:cubicBezTo>
                    <a:pt x="34506" y="8299"/>
                    <a:pt x="26838" y="0"/>
                    <a:pt x="17253" y="0"/>
                  </a:cubicBezTo>
                  <a:lnTo>
                    <a:pt x="17253" y="0"/>
                  </a:lnTo>
                  <a:close/>
                  <a:moveTo>
                    <a:pt x="17253" y="22344"/>
                  </a:moveTo>
                  <a:cubicBezTo>
                    <a:pt x="14697" y="22344"/>
                    <a:pt x="12780" y="20429"/>
                    <a:pt x="12780" y="17875"/>
                  </a:cubicBezTo>
                  <a:cubicBezTo>
                    <a:pt x="12780" y="15322"/>
                    <a:pt x="14697" y="13406"/>
                    <a:pt x="17253" y="13406"/>
                  </a:cubicBezTo>
                  <a:cubicBezTo>
                    <a:pt x="19809" y="13406"/>
                    <a:pt x="21726" y="15322"/>
                    <a:pt x="21726" y="17875"/>
                  </a:cubicBezTo>
                  <a:cubicBezTo>
                    <a:pt x="21726" y="20429"/>
                    <a:pt x="19809" y="22344"/>
                    <a:pt x="17253" y="22344"/>
                  </a:cubicBezTo>
                  <a:lnTo>
                    <a:pt x="17253" y="22344"/>
                  </a:lnTo>
                  <a:close/>
                </a:path>
              </a:pathLst>
            </a:custGeom>
            <a:solidFill>
              <a:srgbClr val="0076A8"/>
            </a:solidFill>
            <a:ln w="6390" cap="flat">
              <a:noFill/>
              <a:prstDash val="solid"/>
              <a:miter/>
            </a:ln>
          </p:spPr>
          <p:txBody>
            <a:bodyPr rtlCol="0" anchor="ctr"/>
            <a:lstStyle/>
            <a:p>
              <a:endParaRPr lang="en-US"/>
            </a:p>
          </p:txBody>
        </p:sp>
        <p:sp>
          <p:nvSpPr>
            <p:cNvPr id="413" name="Freeform 412">
              <a:extLst>
                <a:ext uri="{FF2B5EF4-FFF2-40B4-BE49-F238E27FC236}">
                  <a16:creationId xmlns:a16="http://schemas.microsoft.com/office/drawing/2014/main" id="{83D12C4F-9277-9C49-9E25-3350C737664A}"/>
                </a:ext>
              </a:extLst>
            </p:cNvPr>
            <p:cNvSpPr/>
            <p:nvPr/>
          </p:nvSpPr>
          <p:spPr>
            <a:xfrm>
              <a:off x="1678636" y="2534603"/>
              <a:ext cx="34505" cy="34473"/>
            </a:xfrm>
            <a:custGeom>
              <a:avLst/>
              <a:gdLst>
                <a:gd name="connsiteX0" fmla="*/ 17253 w 34505"/>
                <a:gd name="connsiteY0" fmla="*/ 0 h 34473"/>
                <a:gd name="connsiteX1" fmla="*/ 0 w 34505"/>
                <a:gd name="connsiteY1" fmla="*/ 17237 h 34473"/>
                <a:gd name="connsiteX2" fmla="*/ 17253 w 34505"/>
                <a:gd name="connsiteY2" fmla="*/ 34473 h 34473"/>
                <a:gd name="connsiteX3" fmla="*/ 34506 w 34505"/>
                <a:gd name="connsiteY3" fmla="*/ 17237 h 34473"/>
                <a:gd name="connsiteX4" fmla="*/ 17253 w 34505"/>
                <a:gd name="connsiteY4" fmla="*/ 0 h 34473"/>
                <a:gd name="connsiteX5" fmla="*/ 17253 w 34505"/>
                <a:gd name="connsiteY5" fmla="*/ 0 h 34473"/>
                <a:gd name="connsiteX6" fmla="*/ 17253 w 34505"/>
                <a:gd name="connsiteY6" fmla="*/ 22344 h 34473"/>
                <a:gd name="connsiteX7" fmla="*/ 12780 w 34505"/>
                <a:gd name="connsiteY7" fmla="*/ 17875 h 34473"/>
                <a:gd name="connsiteX8" fmla="*/ 17253 w 34505"/>
                <a:gd name="connsiteY8" fmla="*/ 13406 h 34473"/>
                <a:gd name="connsiteX9" fmla="*/ 21726 w 34505"/>
                <a:gd name="connsiteY9" fmla="*/ 17875 h 34473"/>
                <a:gd name="connsiteX10" fmla="*/ 21726 w 34505"/>
                <a:gd name="connsiteY10" fmla="*/ 17875 h 34473"/>
                <a:gd name="connsiteX11" fmla="*/ 17253 w 34505"/>
                <a:gd name="connsiteY11" fmla="*/ 22344 h 34473"/>
                <a:gd name="connsiteX12" fmla="*/ 17253 w 34505"/>
                <a:gd name="connsiteY12" fmla="*/ 22344 h 3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505" h="34473">
                  <a:moveTo>
                    <a:pt x="17253" y="0"/>
                  </a:moveTo>
                  <a:cubicBezTo>
                    <a:pt x="7668" y="0"/>
                    <a:pt x="0" y="7661"/>
                    <a:pt x="0" y="17237"/>
                  </a:cubicBezTo>
                  <a:cubicBezTo>
                    <a:pt x="0" y="26813"/>
                    <a:pt x="7668" y="34473"/>
                    <a:pt x="17253" y="34473"/>
                  </a:cubicBezTo>
                  <a:cubicBezTo>
                    <a:pt x="26838" y="34473"/>
                    <a:pt x="34506" y="26813"/>
                    <a:pt x="34506" y="17237"/>
                  </a:cubicBezTo>
                  <a:cubicBezTo>
                    <a:pt x="34506" y="7661"/>
                    <a:pt x="26838" y="0"/>
                    <a:pt x="17253" y="0"/>
                  </a:cubicBezTo>
                  <a:lnTo>
                    <a:pt x="17253" y="0"/>
                  </a:lnTo>
                  <a:close/>
                  <a:moveTo>
                    <a:pt x="17253" y="22344"/>
                  </a:moveTo>
                  <a:cubicBezTo>
                    <a:pt x="14697" y="22344"/>
                    <a:pt x="12780" y="20429"/>
                    <a:pt x="12780" y="17875"/>
                  </a:cubicBezTo>
                  <a:cubicBezTo>
                    <a:pt x="12780" y="15322"/>
                    <a:pt x="14697" y="13406"/>
                    <a:pt x="17253" y="13406"/>
                  </a:cubicBezTo>
                  <a:cubicBezTo>
                    <a:pt x="19809" y="13406"/>
                    <a:pt x="21726" y="15322"/>
                    <a:pt x="21726" y="17875"/>
                  </a:cubicBezTo>
                  <a:lnTo>
                    <a:pt x="21726" y="17875"/>
                  </a:lnTo>
                  <a:cubicBezTo>
                    <a:pt x="21726" y="19790"/>
                    <a:pt x="19809" y="22344"/>
                    <a:pt x="17253" y="22344"/>
                  </a:cubicBezTo>
                  <a:lnTo>
                    <a:pt x="17253" y="22344"/>
                  </a:lnTo>
                  <a:close/>
                </a:path>
              </a:pathLst>
            </a:custGeom>
            <a:solidFill>
              <a:srgbClr val="0076A8"/>
            </a:solidFill>
            <a:ln w="6390" cap="flat">
              <a:noFill/>
              <a:prstDash val="solid"/>
              <a:miter/>
            </a:ln>
          </p:spPr>
          <p:txBody>
            <a:bodyPr rtlCol="0" anchor="ctr"/>
            <a:lstStyle/>
            <a:p>
              <a:endParaRPr lang="en-US"/>
            </a:p>
          </p:txBody>
        </p:sp>
        <p:sp>
          <p:nvSpPr>
            <p:cNvPr id="414" name="Freeform 413">
              <a:extLst>
                <a:ext uri="{FF2B5EF4-FFF2-40B4-BE49-F238E27FC236}">
                  <a16:creationId xmlns:a16="http://schemas.microsoft.com/office/drawing/2014/main" id="{2623B057-C8E4-F24C-B864-2C7234E94918}"/>
                </a:ext>
              </a:extLst>
            </p:cNvPr>
            <p:cNvSpPr/>
            <p:nvPr/>
          </p:nvSpPr>
          <p:spPr>
            <a:xfrm>
              <a:off x="1678636" y="2619510"/>
              <a:ext cx="34505" cy="34473"/>
            </a:xfrm>
            <a:custGeom>
              <a:avLst/>
              <a:gdLst>
                <a:gd name="connsiteX0" fmla="*/ 17253 w 34505"/>
                <a:gd name="connsiteY0" fmla="*/ 0 h 34473"/>
                <a:gd name="connsiteX1" fmla="*/ 0 w 34505"/>
                <a:gd name="connsiteY1" fmla="*/ 17237 h 34473"/>
                <a:gd name="connsiteX2" fmla="*/ 17253 w 34505"/>
                <a:gd name="connsiteY2" fmla="*/ 34473 h 34473"/>
                <a:gd name="connsiteX3" fmla="*/ 34506 w 34505"/>
                <a:gd name="connsiteY3" fmla="*/ 17237 h 34473"/>
                <a:gd name="connsiteX4" fmla="*/ 17253 w 34505"/>
                <a:gd name="connsiteY4" fmla="*/ 0 h 34473"/>
                <a:gd name="connsiteX5" fmla="*/ 17253 w 34505"/>
                <a:gd name="connsiteY5" fmla="*/ 0 h 34473"/>
                <a:gd name="connsiteX6" fmla="*/ 17253 w 34505"/>
                <a:gd name="connsiteY6" fmla="*/ 21706 h 34473"/>
                <a:gd name="connsiteX7" fmla="*/ 12780 w 34505"/>
                <a:gd name="connsiteY7" fmla="*/ 17237 h 34473"/>
                <a:gd name="connsiteX8" fmla="*/ 17253 w 34505"/>
                <a:gd name="connsiteY8" fmla="*/ 12768 h 34473"/>
                <a:gd name="connsiteX9" fmla="*/ 21726 w 34505"/>
                <a:gd name="connsiteY9" fmla="*/ 17237 h 34473"/>
                <a:gd name="connsiteX10" fmla="*/ 17253 w 34505"/>
                <a:gd name="connsiteY10" fmla="*/ 21706 h 34473"/>
                <a:gd name="connsiteX11" fmla="*/ 17253 w 34505"/>
                <a:gd name="connsiteY11" fmla="*/ 21706 h 34473"/>
                <a:gd name="connsiteX12" fmla="*/ 17253 w 34505"/>
                <a:gd name="connsiteY12" fmla="*/ 21706 h 3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505" h="34473">
                  <a:moveTo>
                    <a:pt x="17253" y="0"/>
                  </a:moveTo>
                  <a:cubicBezTo>
                    <a:pt x="7668" y="0"/>
                    <a:pt x="0" y="7661"/>
                    <a:pt x="0" y="17237"/>
                  </a:cubicBezTo>
                  <a:cubicBezTo>
                    <a:pt x="0" y="26813"/>
                    <a:pt x="7668" y="34473"/>
                    <a:pt x="17253" y="34473"/>
                  </a:cubicBezTo>
                  <a:cubicBezTo>
                    <a:pt x="26838" y="34473"/>
                    <a:pt x="34506" y="26813"/>
                    <a:pt x="34506" y="17237"/>
                  </a:cubicBezTo>
                  <a:cubicBezTo>
                    <a:pt x="34506" y="7661"/>
                    <a:pt x="26838" y="0"/>
                    <a:pt x="17253" y="0"/>
                  </a:cubicBezTo>
                  <a:lnTo>
                    <a:pt x="17253" y="0"/>
                  </a:lnTo>
                  <a:close/>
                  <a:moveTo>
                    <a:pt x="17253" y="21706"/>
                  </a:moveTo>
                  <a:cubicBezTo>
                    <a:pt x="14697" y="21706"/>
                    <a:pt x="12780" y="19790"/>
                    <a:pt x="12780" y="17237"/>
                  </a:cubicBezTo>
                  <a:cubicBezTo>
                    <a:pt x="12780" y="14683"/>
                    <a:pt x="14697" y="12768"/>
                    <a:pt x="17253" y="12768"/>
                  </a:cubicBezTo>
                  <a:cubicBezTo>
                    <a:pt x="19809" y="12768"/>
                    <a:pt x="21726" y="14683"/>
                    <a:pt x="21726" y="17237"/>
                  </a:cubicBezTo>
                  <a:cubicBezTo>
                    <a:pt x="21726" y="19790"/>
                    <a:pt x="19809" y="21706"/>
                    <a:pt x="17253" y="21706"/>
                  </a:cubicBezTo>
                  <a:lnTo>
                    <a:pt x="17253" y="21706"/>
                  </a:lnTo>
                  <a:lnTo>
                    <a:pt x="17253" y="21706"/>
                  </a:lnTo>
                  <a:close/>
                </a:path>
              </a:pathLst>
            </a:custGeom>
            <a:solidFill>
              <a:srgbClr val="0076A8"/>
            </a:solidFill>
            <a:ln w="6390" cap="flat">
              <a:noFill/>
              <a:prstDash val="solid"/>
              <a:miter/>
            </a:ln>
          </p:spPr>
          <p:txBody>
            <a:bodyPr rtlCol="0" anchor="ctr"/>
            <a:lstStyle/>
            <a:p>
              <a:endParaRPr lang="en-US"/>
            </a:p>
          </p:txBody>
        </p:sp>
      </p:grpSp>
      <p:grpSp>
        <p:nvGrpSpPr>
          <p:cNvPr id="417" name="Graphic 4">
            <a:extLst>
              <a:ext uri="{FF2B5EF4-FFF2-40B4-BE49-F238E27FC236}">
                <a16:creationId xmlns:a16="http://schemas.microsoft.com/office/drawing/2014/main" id="{120EBF1D-BCB1-494F-A477-B222D2EA356A}"/>
              </a:ext>
            </a:extLst>
          </p:cNvPr>
          <p:cNvGrpSpPr/>
          <p:nvPr/>
        </p:nvGrpSpPr>
        <p:grpSpPr>
          <a:xfrm>
            <a:off x="1952125" y="2371173"/>
            <a:ext cx="362313" cy="361971"/>
            <a:chOff x="1952125" y="2371173"/>
            <a:chExt cx="362313" cy="361971"/>
          </a:xfrm>
          <a:solidFill>
            <a:srgbClr val="0076A8"/>
          </a:solidFill>
        </p:grpSpPr>
        <p:sp>
          <p:nvSpPr>
            <p:cNvPr id="418" name="Freeform 417">
              <a:extLst>
                <a:ext uri="{FF2B5EF4-FFF2-40B4-BE49-F238E27FC236}">
                  <a16:creationId xmlns:a16="http://schemas.microsoft.com/office/drawing/2014/main" id="{C2C02FDD-589C-6D4C-836E-00901621827E}"/>
                </a:ext>
              </a:extLst>
            </p:cNvPr>
            <p:cNvSpPr/>
            <p:nvPr/>
          </p:nvSpPr>
          <p:spPr>
            <a:xfrm>
              <a:off x="2129127" y="2547371"/>
              <a:ext cx="9045" cy="8937"/>
            </a:xfrm>
            <a:custGeom>
              <a:avLst/>
              <a:gdLst>
                <a:gd name="connsiteX0" fmla="*/ 4473 w 9045"/>
                <a:gd name="connsiteY0" fmla="*/ 0 h 8937"/>
                <a:gd name="connsiteX1" fmla="*/ 0 w 9045"/>
                <a:gd name="connsiteY1" fmla="*/ 4469 h 8937"/>
                <a:gd name="connsiteX2" fmla="*/ 4473 w 9045"/>
                <a:gd name="connsiteY2" fmla="*/ 8938 h 8937"/>
                <a:gd name="connsiteX3" fmla="*/ 8946 w 9045"/>
                <a:gd name="connsiteY3" fmla="*/ 4469 h 8937"/>
                <a:gd name="connsiteX4" fmla="*/ 8946 w 9045"/>
                <a:gd name="connsiteY4" fmla="*/ 4469 h 8937"/>
                <a:gd name="connsiteX5" fmla="*/ 4473 w 9045"/>
                <a:gd name="connsiteY5" fmla="*/ 0 h 8937"/>
                <a:gd name="connsiteX6" fmla="*/ 4473 w 9045"/>
                <a:gd name="connsiteY6" fmla="*/ 0 h 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5" h="8937">
                  <a:moveTo>
                    <a:pt x="4473" y="0"/>
                  </a:moveTo>
                  <a:cubicBezTo>
                    <a:pt x="1917" y="0"/>
                    <a:pt x="0" y="1915"/>
                    <a:pt x="0" y="4469"/>
                  </a:cubicBezTo>
                  <a:cubicBezTo>
                    <a:pt x="0" y="7022"/>
                    <a:pt x="1917" y="8938"/>
                    <a:pt x="4473" y="8938"/>
                  </a:cubicBezTo>
                  <a:cubicBezTo>
                    <a:pt x="7029" y="8938"/>
                    <a:pt x="8946" y="7022"/>
                    <a:pt x="8946" y="4469"/>
                  </a:cubicBezTo>
                  <a:lnTo>
                    <a:pt x="8946" y="4469"/>
                  </a:lnTo>
                  <a:cubicBezTo>
                    <a:pt x="9585" y="1915"/>
                    <a:pt x="7029" y="0"/>
                    <a:pt x="4473" y="0"/>
                  </a:cubicBezTo>
                  <a:lnTo>
                    <a:pt x="4473" y="0"/>
                  </a:lnTo>
                  <a:close/>
                </a:path>
              </a:pathLst>
            </a:custGeom>
            <a:solidFill>
              <a:srgbClr val="0076A8"/>
            </a:solidFill>
            <a:ln w="6390" cap="flat">
              <a:noFill/>
              <a:prstDash val="solid"/>
              <a:miter/>
            </a:ln>
          </p:spPr>
          <p:txBody>
            <a:bodyPr rtlCol="0" anchor="ctr"/>
            <a:lstStyle/>
            <a:p>
              <a:endParaRPr lang="en-US"/>
            </a:p>
          </p:txBody>
        </p:sp>
        <p:sp>
          <p:nvSpPr>
            <p:cNvPr id="419" name="Freeform 418">
              <a:extLst>
                <a:ext uri="{FF2B5EF4-FFF2-40B4-BE49-F238E27FC236}">
                  <a16:creationId xmlns:a16="http://schemas.microsoft.com/office/drawing/2014/main" id="{479B3869-FBB7-7C49-B01F-AE828DA3DB62}"/>
                </a:ext>
              </a:extLst>
            </p:cNvPr>
            <p:cNvSpPr/>
            <p:nvPr/>
          </p:nvSpPr>
          <p:spPr>
            <a:xfrm>
              <a:off x="2129127" y="2632278"/>
              <a:ext cx="9045" cy="8937"/>
            </a:xfrm>
            <a:custGeom>
              <a:avLst/>
              <a:gdLst>
                <a:gd name="connsiteX0" fmla="*/ 4473 w 9045"/>
                <a:gd name="connsiteY0" fmla="*/ 0 h 8937"/>
                <a:gd name="connsiteX1" fmla="*/ 0 w 9045"/>
                <a:gd name="connsiteY1" fmla="*/ 4469 h 8937"/>
                <a:gd name="connsiteX2" fmla="*/ 4473 w 9045"/>
                <a:gd name="connsiteY2" fmla="*/ 8938 h 8937"/>
                <a:gd name="connsiteX3" fmla="*/ 8946 w 9045"/>
                <a:gd name="connsiteY3" fmla="*/ 4469 h 8937"/>
                <a:gd name="connsiteX4" fmla="*/ 8946 w 9045"/>
                <a:gd name="connsiteY4" fmla="*/ 4469 h 8937"/>
                <a:gd name="connsiteX5" fmla="*/ 4473 w 9045"/>
                <a:gd name="connsiteY5" fmla="*/ 0 h 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45" h="8937">
                  <a:moveTo>
                    <a:pt x="4473" y="0"/>
                  </a:moveTo>
                  <a:cubicBezTo>
                    <a:pt x="1917" y="0"/>
                    <a:pt x="0" y="1915"/>
                    <a:pt x="0" y="4469"/>
                  </a:cubicBezTo>
                  <a:cubicBezTo>
                    <a:pt x="0" y="7022"/>
                    <a:pt x="1917" y="8938"/>
                    <a:pt x="4473" y="8938"/>
                  </a:cubicBezTo>
                  <a:cubicBezTo>
                    <a:pt x="7029" y="8938"/>
                    <a:pt x="8946" y="7022"/>
                    <a:pt x="8946" y="4469"/>
                  </a:cubicBezTo>
                  <a:lnTo>
                    <a:pt x="8946" y="4469"/>
                  </a:lnTo>
                  <a:cubicBezTo>
                    <a:pt x="9585" y="1915"/>
                    <a:pt x="7029" y="0"/>
                    <a:pt x="4473" y="0"/>
                  </a:cubicBezTo>
                  <a:close/>
                </a:path>
              </a:pathLst>
            </a:custGeom>
            <a:solidFill>
              <a:srgbClr val="0076A8"/>
            </a:solidFill>
            <a:ln w="6390" cap="flat">
              <a:noFill/>
              <a:prstDash val="solid"/>
              <a:miter/>
            </a:ln>
          </p:spPr>
          <p:txBody>
            <a:bodyPr rtlCol="0" anchor="ctr"/>
            <a:lstStyle/>
            <a:p>
              <a:endParaRPr lang="en-US"/>
            </a:p>
          </p:txBody>
        </p:sp>
        <p:sp>
          <p:nvSpPr>
            <p:cNvPr id="420" name="Freeform 419">
              <a:extLst>
                <a:ext uri="{FF2B5EF4-FFF2-40B4-BE49-F238E27FC236}">
                  <a16:creationId xmlns:a16="http://schemas.microsoft.com/office/drawing/2014/main" id="{AC10AD63-0D1B-7645-852F-C6097BE3A9F6}"/>
                </a:ext>
              </a:extLst>
            </p:cNvPr>
            <p:cNvSpPr/>
            <p:nvPr/>
          </p:nvSpPr>
          <p:spPr>
            <a:xfrm>
              <a:off x="2129127" y="2462464"/>
              <a:ext cx="9045" cy="8937"/>
            </a:xfrm>
            <a:custGeom>
              <a:avLst/>
              <a:gdLst>
                <a:gd name="connsiteX0" fmla="*/ 4473 w 9045"/>
                <a:gd name="connsiteY0" fmla="*/ 0 h 8937"/>
                <a:gd name="connsiteX1" fmla="*/ 0 w 9045"/>
                <a:gd name="connsiteY1" fmla="*/ 4469 h 8937"/>
                <a:gd name="connsiteX2" fmla="*/ 4473 w 9045"/>
                <a:gd name="connsiteY2" fmla="*/ 8938 h 8937"/>
                <a:gd name="connsiteX3" fmla="*/ 8946 w 9045"/>
                <a:gd name="connsiteY3" fmla="*/ 4469 h 8937"/>
                <a:gd name="connsiteX4" fmla="*/ 8946 w 9045"/>
                <a:gd name="connsiteY4" fmla="*/ 4469 h 8937"/>
                <a:gd name="connsiteX5" fmla="*/ 4473 w 9045"/>
                <a:gd name="connsiteY5" fmla="*/ 0 h 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45" h="8937">
                  <a:moveTo>
                    <a:pt x="4473" y="0"/>
                  </a:moveTo>
                  <a:cubicBezTo>
                    <a:pt x="1917" y="0"/>
                    <a:pt x="0" y="1915"/>
                    <a:pt x="0" y="4469"/>
                  </a:cubicBezTo>
                  <a:cubicBezTo>
                    <a:pt x="0" y="7022"/>
                    <a:pt x="1917" y="8938"/>
                    <a:pt x="4473" y="8938"/>
                  </a:cubicBezTo>
                  <a:cubicBezTo>
                    <a:pt x="7029" y="8938"/>
                    <a:pt x="8946" y="7022"/>
                    <a:pt x="8946" y="4469"/>
                  </a:cubicBezTo>
                  <a:lnTo>
                    <a:pt x="8946" y="4469"/>
                  </a:lnTo>
                  <a:cubicBezTo>
                    <a:pt x="9585" y="2554"/>
                    <a:pt x="7029" y="0"/>
                    <a:pt x="4473" y="0"/>
                  </a:cubicBezTo>
                  <a:close/>
                </a:path>
              </a:pathLst>
            </a:custGeom>
            <a:solidFill>
              <a:srgbClr val="0076A8"/>
            </a:solidFill>
            <a:ln w="6390" cap="flat">
              <a:noFill/>
              <a:prstDash val="solid"/>
              <a:miter/>
            </a:ln>
          </p:spPr>
          <p:txBody>
            <a:bodyPr rtlCol="0" anchor="ctr"/>
            <a:lstStyle/>
            <a:p>
              <a:endParaRPr lang="en-US"/>
            </a:p>
          </p:txBody>
        </p:sp>
        <p:sp>
          <p:nvSpPr>
            <p:cNvPr id="421" name="Freeform 420">
              <a:extLst>
                <a:ext uri="{FF2B5EF4-FFF2-40B4-BE49-F238E27FC236}">
                  <a16:creationId xmlns:a16="http://schemas.microsoft.com/office/drawing/2014/main" id="{4D0AAB1F-E1DB-AA4C-B946-BEB2A67BA80C}"/>
                </a:ext>
              </a:extLst>
            </p:cNvPr>
            <p:cNvSpPr/>
            <p:nvPr/>
          </p:nvSpPr>
          <p:spPr>
            <a:xfrm>
              <a:off x="1952125" y="237117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282811 h 361971"/>
                <a:gd name="connsiteX7" fmla="*/ 164221 w 362313"/>
                <a:gd name="connsiteY7" fmla="*/ 265574 h 361971"/>
                <a:gd name="connsiteX8" fmla="*/ 181474 w 362313"/>
                <a:gd name="connsiteY8" fmla="*/ 248337 h 361971"/>
                <a:gd name="connsiteX9" fmla="*/ 198727 w 362313"/>
                <a:gd name="connsiteY9" fmla="*/ 265574 h 361971"/>
                <a:gd name="connsiteX10" fmla="*/ 198727 w 362313"/>
                <a:gd name="connsiteY10" fmla="*/ 265574 h 361971"/>
                <a:gd name="connsiteX11" fmla="*/ 181474 w 362313"/>
                <a:gd name="connsiteY11" fmla="*/ 282811 h 361971"/>
                <a:gd name="connsiteX12" fmla="*/ 181474 w 362313"/>
                <a:gd name="connsiteY12" fmla="*/ 198542 h 361971"/>
                <a:gd name="connsiteX13" fmla="*/ 164221 w 362313"/>
                <a:gd name="connsiteY13" fmla="*/ 181305 h 361971"/>
                <a:gd name="connsiteX14" fmla="*/ 181474 w 362313"/>
                <a:gd name="connsiteY14" fmla="*/ 164068 h 361971"/>
                <a:gd name="connsiteX15" fmla="*/ 198727 w 362313"/>
                <a:gd name="connsiteY15" fmla="*/ 181305 h 361971"/>
                <a:gd name="connsiteX16" fmla="*/ 198727 w 362313"/>
                <a:gd name="connsiteY16" fmla="*/ 181305 h 361971"/>
                <a:gd name="connsiteX17" fmla="*/ 181474 w 362313"/>
                <a:gd name="connsiteY17" fmla="*/ 198542 h 361971"/>
                <a:gd name="connsiteX18" fmla="*/ 181474 w 362313"/>
                <a:gd name="connsiteY18" fmla="*/ 198542 h 361971"/>
                <a:gd name="connsiteX19" fmla="*/ 181474 w 362313"/>
                <a:gd name="connsiteY19" fmla="*/ 113635 h 361971"/>
                <a:gd name="connsiteX20" fmla="*/ 164221 w 362313"/>
                <a:gd name="connsiteY20" fmla="*/ 96398 h 361971"/>
                <a:gd name="connsiteX21" fmla="*/ 181474 w 362313"/>
                <a:gd name="connsiteY21" fmla="*/ 79162 h 361971"/>
                <a:gd name="connsiteX22" fmla="*/ 198727 w 362313"/>
                <a:gd name="connsiteY22" fmla="*/ 96398 h 361971"/>
                <a:gd name="connsiteX23" fmla="*/ 198727 w 362313"/>
                <a:gd name="connsiteY23" fmla="*/ 96398 h 361971"/>
                <a:gd name="connsiteX24" fmla="*/ 181474 w 362313"/>
                <a:gd name="connsiteY24" fmla="*/ 113635 h 361971"/>
                <a:gd name="connsiteX25" fmla="*/ 181474 w 362313"/>
                <a:gd name="connsiteY25" fmla="*/ 11363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lnTo>
                    <a:pt x="362310" y="181305"/>
                  </a:lnTo>
                  <a:cubicBezTo>
                    <a:pt x="362948" y="81077"/>
                    <a:pt x="281796" y="0"/>
                    <a:pt x="181474" y="0"/>
                  </a:cubicBezTo>
                  <a:close/>
                  <a:moveTo>
                    <a:pt x="181474" y="282811"/>
                  </a:moveTo>
                  <a:cubicBezTo>
                    <a:pt x="171889" y="282811"/>
                    <a:pt x="164221" y="275150"/>
                    <a:pt x="164221" y="265574"/>
                  </a:cubicBezTo>
                  <a:cubicBezTo>
                    <a:pt x="164221" y="255998"/>
                    <a:pt x="171889" y="248337"/>
                    <a:pt x="181474" y="248337"/>
                  </a:cubicBezTo>
                  <a:cubicBezTo>
                    <a:pt x="191059" y="248337"/>
                    <a:pt x="198727" y="255998"/>
                    <a:pt x="198727" y="265574"/>
                  </a:cubicBezTo>
                  <a:lnTo>
                    <a:pt x="198727" y="265574"/>
                  </a:lnTo>
                  <a:cubicBezTo>
                    <a:pt x="199366" y="275150"/>
                    <a:pt x="191059" y="282811"/>
                    <a:pt x="181474" y="282811"/>
                  </a:cubicBezTo>
                  <a:close/>
                  <a:moveTo>
                    <a:pt x="181474" y="198542"/>
                  </a:moveTo>
                  <a:cubicBezTo>
                    <a:pt x="171889" y="198542"/>
                    <a:pt x="164221" y="190881"/>
                    <a:pt x="164221" y="181305"/>
                  </a:cubicBezTo>
                  <a:cubicBezTo>
                    <a:pt x="164221" y="171729"/>
                    <a:pt x="171889" y="164068"/>
                    <a:pt x="181474" y="164068"/>
                  </a:cubicBezTo>
                  <a:cubicBezTo>
                    <a:pt x="191059" y="164068"/>
                    <a:pt x="198727" y="171729"/>
                    <a:pt x="198727" y="181305"/>
                  </a:cubicBezTo>
                  <a:lnTo>
                    <a:pt x="198727" y="181305"/>
                  </a:lnTo>
                  <a:cubicBezTo>
                    <a:pt x="199366" y="190243"/>
                    <a:pt x="191059" y="198542"/>
                    <a:pt x="181474" y="198542"/>
                  </a:cubicBezTo>
                  <a:lnTo>
                    <a:pt x="181474" y="198542"/>
                  </a:lnTo>
                  <a:close/>
                  <a:moveTo>
                    <a:pt x="181474" y="113635"/>
                  </a:moveTo>
                  <a:cubicBezTo>
                    <a:pt x="171889" y="113635"/>
                    <a:pt x="164221" y="105974"/>
                    <a:pt x="164221" y="96398"/>
                  </a:cubicBezTo>
                  <a:cubicBezTo>
                    <a:pt x="164221" y="86822"/>
                    <a:pt x="171889" y="79162"/>
                    <a:pt x="181474" y="79162"/>
                  </a:cubicBezTo>
                  <a:cubicBezTo>
                    <a:pt x="191059" y="79162"/>
                    <a:pt x="198727" y="86822"/>
                    <a:pt x="198727" y="96398"/>
                  </a:cubicBezTo>
                  <a:lnTo>
                    <a:pt x="198727" y="96398"/>
                  </a:lnTo>
                  <a:cubicBezTo>
                    <a:pt x="199366" y="105974"/>
                    <a:pt x="191059" y="113635"/>
                    <a:pt x="181474" y="113635"/>
                  </a:cubicBezTo>
                  <a:lnTo>
                    <a:pt x="181474" y="113635"/>
                  </a:lnTo>
                  <a:close/>
                </a:path>
              </a:pathLst>
            </a:custGeom>
            <a:solidFill>
              <a:srgbClr val="0076A8"/>
            </a:solidFill>
            <a:ln w="6390" cap="flat">
              <a:noFill/>
              <a:prstDash val="solid"/>
              <a:miter/>
            </a:ln>
          </p:spPr>
          <p:txBody>
            <a:bodyPr rtlCol="0" anchor="ctr"/>
            <a:lstStyle/>
            <a:p>
              <a:endParaRPr lang="en-US"/>
            </a:p>
          </p:txBody>
        </p:sp>
      </p:grpSp>
      <p:grpSp>
        <p:nvGrpSpPr>
          <p:cNvPr id="422" name="Graphic 4">
            <a:extLst>
              <a:ext uri="{FF2B5EF4-FFF2-40B4-BE49-F238E27FC236}">
                <a16:creationId xmlns:a16="http://schemas.microsoft.com/office/drawing/2014/main" id="{D28F3785-8460-6840-8B07-74172E94CA80}"/>
              </a:ext>
            </a:extLst>
          </p:cNvPr>
          <p:cNvGrpSpPr/>
          <p:nvPr/>
        </p:nvGrpSpPr>
        <p:grpSpPr>
          <a:xfrm>
            <a:off x="4661267" y="1402404"/>
            <a:ext cx="362309" cy="361971"/>
            <a:chOff x="4661267" y="1402404"/>
            <a:chExt cx="362309" cy="361971"/>
          </a:xfrm>
          <a:solidFill>
            <a:srgbClr val="00A3E0"/>
          </a:solidFill>
        </p:grpSpPr>
        <p:sp>
          <p:nvSpPr>
            <p:cNvPr id="423" name="Freeform 422">
              <a:extLst>
                <a:ext uri="{FF2B5EF4-FFF2-40B4-BE49-F238E27FC236}">
                  <a16:creationId xmlns:a16="http://schemas.microsoft.com/office/drawing/2014/main" id="{EA6B05EB-BA06-7541-AF1F-4F53959A5B79}"/>
                </a:ext>
              </a:extLst>
            </p:cNvPr>
            <p:cNvSpPr/>
            <p:nvPr/>
          </p:nvSpPr>
          <p:spPr>
            <a:xfrm>
              <a:off x="4661267" y="1402404"/>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30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10" y="280959"/>
                    <a:pt x="362310" y="180986"/>
                  </a:cubicBezTo>
                  <a:cubicBezTo>
                    <a:pt x="362310" y="81013"/>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30" y="88163"/>
                    <a:pt x="349530" y="180922"/>
                  </a:cubicBezTo>
                  <a:cubicBezTo>
                    <a:pt x="349530" y="273681"/>
                    <a:pt x="273937"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424" name="Freeform 423">
              <a:extLst>
                <a:ext uri="{FF2B5EF4-FFF2-40B4-BE49-F238E27FC236}">
                  <a16:creationId xmlns:a16="http://schemas.microsoft.com/office/drawing/2014/main" id="{30547563-CF90-3B48-B73C-317D837FE699}"/>
                </a:ext>
              </a:extLst>
            </p:cNvPr>
            <p:cNvSpPr/>
            <p:nvPr/>
          </p:nvSpPr>
          <p:spPr>
            <a:xfrm>
              <a:off x="4795200" y="1513038"/>
              <a:ext cx="129016" cy="198797"/>
            </a:xfrm>
            <a:custGeom>
              <a:avLst/>
              <a:gdLst>
                <a:gd name="connsiteX0" fmla="*/ 111185 w 129016"/>
                <a:gd name="connsiteY0" fmla="*/ 58094 h 198797"/>
                <a:gd name="connsiteX1" fmla="*/ 105051 w 129016"/>
                <a:gd name="connsiteY1" fmla="*/ 59243 h 198797"/>
                <a:gd name="connsiteX2" fmla="*/ 87862 w 129016"/>
                <a:gd name="connsiteY2" fmla="*/ 46475 h 198797"/>
                <a:gd name="connsiteX3" fmla="*/ 81727 w 129016"/>
                <a:gd name="connsiteY3" fmla="*/ 47624 h 198797"/>
                <a:gd name="connsiteX4" fmla="*/ 64539 w 129016"/>
                <a:gd name="connsiteY4" fmla="*/ 34856 h 198797"/>
                <a:gd name="connsiteX5" fmla="*/ 59299 w 129016"/>
                <a:gd name="connsiteY5" fmla="*/ 35750 h 198797"/>
                <a:gd name="connsiteX6" fmla="*/ 59299 w 129016"/>
                <a:gd name="connsiteY6" fmla="*/ 18003 h 198797"/>
                <a:gd name="connsiteX7" fmla="*/ 41279 w 129016"/>
                <a:gd name="connsiteY7" fmla="*/ 0 h 198797"/>
                <a:gd name="connsiteX8" fmla="*/ 28499 w 129016"/>
                <a:gd name="connsiteY8" fmla="*/ 5363 h 198797"/>
                <a:gd name="connsiteX9" fmla="*/ 23259 w 129016"/>
                <a:gd name="connsiteY9" fmla="*/ 18003 h 198797"/>
                <a:gd name="connsiteX10" fmla="*/ 23259 w 129016"/>
                <a:gd name="connsiteY10" fmla="*/ 62371 h 198797"/>
                <a:gd name="connsiteX11" fmla="*/ 21407 w 129016"/>
                <a:gd name="connsiteY11" fmla="*/ 61350 h 198797"/>
                <a:gd name="connsiteX12" fmla="*/ 6965 w 129016"/>
                <a:gd name="connsiteY12" fmla="*/ 62052 h 198797"/>
                <a:gd name="connsiteX13" fmla="*/ 0 w 129016"/>
                <a:gd name="connsiteY13" fmla="*/ 74565 h 198797"/>
                <a:gd name="connsiteX14" fmla="*/ 0 w 129016"/>
                <a:gd name="connsiteY14" fmla="*/ 116827 h 198797"/>
                <a:gd name="connsiteX15" fmla="*/ 16103 w 129016"/>
                <a:gd name="connsiteY15" fmla="*/ 152833 h 198797"/>
                <a:gd name="connsiteX16" fmla="*/ 29074 w 129016"/>
                <a:gd name="connsiteY16" fmla="*/ 174985 h 198797"/>
                <a:gd name="connsiteX17" fmla="*/ 29074 w 129016"/>
                <a:gd name="connsiteY17" fmla="*/ 192413 h 198797"/>
                <a:gd name="connsiteX18" fmla="*/ 35464 w 129016"/>
                <a:gd name="connsiteY18" fmla="*/ 198797 h 198797"/>
                <a:gd name="connsiteX19" fmla="*/ 41854 w 129016"/>
                <a:gd name="connsiteY19" fmla="*/ 192413 h 198797"/>
                <a:gd name="connsiteX20" fmla="*/ 41854 w 129016"/>
                <a:gd name="connsiteY20" fmla="*/ 174985 h 198797"/>
                <a:gd name="connsiteX21" fmla="*/ 24474 w 129016"/>
                <a:gd name="connsiteY21" fmla="*/ 143257 h 198797"/>
                <a:gd name="connsiteX22" fmla="*/ 12716 w 129016"/>
                <a:gd name="connsiteY22" fmla="*/ 116891 h 198797"/>
                <a:gd name="connsiteX23" fmla="*/ 12716 w 129016"/>
                <a:gd name="connsiteY23" fmla="*/ 74629 h 198797"/>
                <a:gd name="connsiteX24" fmla="*/ 13611 w 129016"/>
                <a:gd name="connsiteY24" fmla="*/ 72969 h 198797"/>
                <a:gd name="connsiteX25" fmla="*/ 15655 w 129016"/>
                <a:gd name="connsiteY25" fmla="*/ 72905 h 198797"/>
                <a:gd name="connsiteX26" fmla="*/ 23196 w 129016"/>
                <a:gd name="connsiteY26" fmla="*/ 87844 h 198797"/>
                <a:gd name="connsiteX27" fmla="*/ 23196 w 129016"/>
                <a:gd name="connsiteY27" fmla="*/ 99462 h 198797"/>
                <a:gd name="connsiteX28" fmla="*/ 29585 w 129016"/>
                <a:gd name="connsiteY28" fmla="*/ 105846 h 198797"/>
                <a:gd name="connsiteX29" fmla="*/ 35975 w 129016"/>
                <a:gd name="connsiteY29" fmla="*/ 99462 h 198797"/>
                <a:gd name="connsiteX30" fmla="*/ 35975 w 129016"/>
                <a:gd name="connsiteY30" fmla="*/ 18003 h 198797"/>
                <a:gd name="connsiteX31" fmla="*/ 37445 w 129016"/>
                <a:gd name="connsiteY31" fmla="*/ 14428 h 198797"/>
                <a:gd name="connsiteX32" fmla="*/ 41215 w 129016"/>
                <a:gd name="connsiteY32" fmla="*/ 12768 h 198797"/>
                <a:gd name="connsiteX33" fmla="*/ 46455 w 129016"/>
                <a:gd name="connsiteY33" fmla="*/ 18003 h 198797"/>
                <a:gd name="connsiteX34" fmla="*/ 46455 w 129016"/>
                <a:gd name="connsiteY34" fmla="*/ 52859 h 198797"/>
                <a:gd name="connsiteX35" fmla="*/ 46455 w 129016"/>
                <a:gd name="connsiteY35" fmla="*/ 52859 h 198797"/>
                <a:gd name="connsiteX36" fmla="*/ 46455 w 129016"/>
                <a:gd name="connsiteY36" fmla="*/ 76097 h 198797"/>
                <a:gd name="connsiteX37" fmla="*/ 52845 w 129016"/>
                <a:gd name="connsiteY37" fmla="*/ 82481 h 198797"/>
                <a:gd name="connsiteX38" fmla="*/ 59235 w 129016"/>
                <a:gd name="connsiteY38" fmla="*/ 76097 h 198797"/>
                <a:gd name="connsiteX39" fmla="*/ 59235 w 129016"/>
                <a:gd name="connsiteY39" fmla="*/ 52859 h 198797"/>
                <a:gd name="connsiteX40" fmla="*/ 60704 w 129016"/>
                <a:gd name="connsiteY40" fmla="*/ 49284 h 198797"/>
                <a:gd name="connsiteX41" fmla="*/ 64475 w 129016"/>
                <a:gd name="connsiteY41" fmla="*/ 47624 h 198797"/>
                <a:gd name="connsiteX42" fmla="*/ 69714 w 129016"/>
                <a:gd name="connsiteY42" fmla="*/ 52859 h 198797"/>
                <a:gd name="connsiteX43" fmla="*/ 69714 w 129016"/>
                <a:gd name="connsiteY43" fmla="*/ 81907 h 198797"/>
                <a:gd name="connsiteX44" fmla="*/ 76104 w 129016"/>
                <a:gd name="connsiteY44" fmla="*/ 88290 h 198797"/>
                <a:gd name="connsiteX45" fmla="*/ 82494 w 129016"/>
                <a:gd name="connsiteY45" fmla="*/ 81907 h 198797"/>
                <a:gd name="connsiteX46" fmla="*/ 82494 w 129016"/>
                <a:gd name="connsiteY46" fmla="*/ 64478 h 198797"/>
                <a:gd name="connsiteX47" fmla="*/ 83964 w 129016"/>
                <a:gd name="connsiteY47" fmla="*/ 60903 h 198797"/>
                <a:gd name="connsiteX48" fmla="*/ 87734 w 129016"/>
                <a:gd name="connsiteY48" fmla="*/ 59243 h 198797"/>
                <a:gd name="connsiteX49" fmla="*/ 92974 w 129016"/>
                <a:gd name="connsiteY49" fmla="*/ 64478 h 198797"/>
                <a:gd name="connsiteX50" fmla="*/ 92974 w 129016"/>
                <a:gd name="connsiteY50" fmla="*/ 91036 h 198797"/>
                <a:gd name="connsiteX51" fmla="*/ 99363 w 129016"/>
                <a:gd name="connsiteY51" fmla="*/ 97420 h 198797"/>
                <a:gd name="connsiteX52" fmla="*/ 105753 w 129016"/>
                <a:gd name="connsiteY52" fmla="*/ 91036 h 198797"/>
                <a:gd name="connsiteX53" fmla="*/ 105753 w 129016"/>
                <a:gd name="connsiteY53" fmla="*/ 76097 h 198797"/>
                <a:gd name="connsiteX54" fmla="*/ 107223 w 129016"/>
                <a:gd name="connsiteY54" fmla="*/ 72522 h 198797"/>
                <a:gd name="connsiteX55" fmla="*/ 110993 w 129016"/>
                <a:gd name="connsiteY55" fmla="*/ 70862 h 198797"/>
                <a:gd name="connsiteX56" fmla="*/ 116233 w 129016"/>
                <a:gd name="connsiteY56" fmla="*/ 76097 h 198797"/>
                <a:gd name="connsiteX57" fmla="*/ 116233 w 129016"/>
                <a:gd name="connsiteY57" fmla="*/ 127105 h 198797"/>
                <a:gd name="connsiteX58" fmla="*/ 112016 w 129016"/>
                <a:gd name="connsiteY58" fmla="*/ 142874 h 198797"/>
                <a:gd name="connsiteX59" fmla="*/ 104603 w 129016"/>
                <a:gd name="connsiteY59" fmla="*/ 169048 h 198797"/>
                <a:gd name="connsiteX60" fmla="*/ 104603 w 129016"/>
                <a:gd name="connsiteY60" fmla="*/ 192286 h 198797"/>
                <a:gd name="connsiteX61" fmla="*/ 110993 w 129016"/>
                <a:gd name="connsiteY61" fmla="*/ 198670 h 198797"/>
                <a:gd name="connsiteX62" fmla="*/ 117383 w 129016"/>
                <a:gd name="connsiteY62" fmla="*/ 192286 h 198797"/>
                <a:gd name="connsiteX63" fmla="*/ 117383 w 129016"/>
                <a:gd name="connsiteY63" fmla="*/ 169048 h 198797"/>
                <a:gd name="connsiteX64" fmla="*/ 123006 w 129016"/>
                <a:gd name="connsiteY64" fmla="*/ 149449 h 198797"/>
                <a:gd name="connsiteX65" fmla="*/ 129013 w 129016"/>
                <a:gd name="connsiteY65" fmla="*/ 127105 h 198797"/>
                <a:gd name="connsiteX66" fmla="*/ 129013 w 129016"/>
                <a:gd name="connsiteY66" fmla="*/ 76097 h 198797"/>
                <a:gd name="connsiteX67" fmla="*/ 111185 w 129016"/>
                <a:gd name="connsiteY67" fmla="*/ 58094 h 198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29016" h="198797">
                  <a:moveTo>
                    <a:pt x="111185" y="58094"/>
                  </a:moveTo>
                  <a:cubicBezTo>
                    <a:pt x="109076" y="58094"/>
                    <a:pt x="107031" y="58541"/>
                    <a:pt x="105051" y="59243"/>
                  </a:cubicBezTo>
                  <a:cubicBezTo>
                    <a:pt x="102814" y="51838"/>
                    <a:pt x="95977" y="46475"/>
                    <a:pt x="87862" y="46475"/>
                  </a:cubicBezTo>
                  <a:cubicBezTo>
                    <a:pt x="85753" y="46475"/>
                    <a:pt x="83708" y="46922"/>
                    <a:pt x="81727" y="47624"/>
                  </a:cubicBezTo>
                  <a:cubicBezTo>
                    <a:pt x="79491" y="40219"/>
                    <a:pt x="72654" y="34856"/>
                    <a:pt x="64539" y="34856"/>
                  </a:cubicBezTo>
                  <a:cubicBezTo>
                    <a:pt x="62749" y="34856"/>
                    <a:pt x="61024" y="35240"/>
                    <a:pt x="59299" y="35750"/>
                  </a:cubicBezTo>
                  <a:lnTo>
                    <a:pt x="59299" y="18003"/>
                  </a:lnTo>
                  <a:cubicBezTo>
                    <a:pt x="59299" y="8108"/>
                    <a:pt x="51183" y="0"/>
                    <a:pt x="41279" y="0"/>
                  </a:cubicBezTo>
                  <a:cubicBezTo>
                    <a:pt x="36551" y="0"/>
                    <a:pt x="31886" y="1979"/>
                    <a:pt x="28499" y="5363"/>
                  </a:cubicBezTo>
                  <a:cubicBezTo>
                    <a:pt x="25112" y="8746"/>
                    <a:pt x="23259" y="13215"/>
                    <a:pt x="23259" y="18003"/>
                  </a:cubicBezTo>
                  <a:lnTo>
                    <a:pt x="23259" y="62371"/>
                  </a:lnTo>
                  <a:cubicBezTo>
                    <a:pt x="22620" y="61988"/>
                    <a:pt x="21981" y="61605"/>
                    <a:pt x="21407" y="61350"/>
                  </a:cubicBezTo>
                  <a:cubicBezTo>
                    <a:pt x="16742" y="59052"/>
                    <a:pt x="11374" y="59307"/>
                    <a:pt x="6965" y="62052"/>
                  </a:cubicBezTo>
                  <a:cubicBezTo>
                    <a:pt x="2620" y="64734"/>
                    <a:pt x="0" y="69458"/>
                    <a:pt x="0" y="74565"/>
                  </a:cubicBezTo>
                  <a:lnTo>
                    <a:pt x="0" y="116827"/>
                  </a:lnTo>
                  <a:cubicBezTo>
                    <a:pt x="0" y="130552"/>
                    <a:pt x="6007" y="144023"/>
                    <a:pt x="16103" y="152833"/>
                  </a:cubicBezTo>
                  <a:cubicBezTo>
                    <a:pt x="23068" y="158897"/>
                    <a:pt x="29074" y="164196"/>
                    <a:pt x="29074" y="174985"/>
                  </a:cubicBezTo>
                  <a:lnTo>
                    <a:pt x="29074" y="192413"/>
                  </a:lnTo>
                  <a:cubicBezTo>
                    <a:pt x="29074" y="195924"/>
                    <a:pt x="31950" y="198797"/>
                    <a:pt x="35464" y="198797"/>
                  </a:cubicBezTo>
                  <a:cubicBezTo>
                    <a:pt x="38979" y="198797"/>
                    <a:pt x="41854" y="195924"/>
                    <a:pt x="41854" y="192413"/>
                  </a:cubicBezTo>
                  <a:lnTo>
                    <a:pt x="41854" y="174985"/>
                  </a:lnTo>
                  <a:cubicBezTo>
                    <a:pt x="41854" y="158450"/>
                    <a:pt x="32205" y="150024"/>
                    <a:pt x="24474" y="143257"/>
                  </a:cubicBezTo>
                  <a:cubicBezTo>
                    <a:pt x="21726" y="140831"/>
                    <a:pt x="12716" y="131829"/>
                    <a:pt x="12716" y="116891"/>
                  </a:cubicBezTo>
                  <a:lnTo>
                    <a:pt x="12716" y="74629"/>
                  </a:lnTo>
                  <a:cubicBezTo>
                    <a:pt x="12716" y="73735"/>
                    <a:pt x="13227" y="73224"/>
                    <a:pt x="13611" y="72969"/>
                  </a:cubicBezTo>
                  <a:cubicBezTo>
                    <a:pt x="13994" y="72714"/>
                    <a:pt x="14761" y="72394"/>
                    <a:pt x="15655" y="72905"/>
                  </a:cubicBezTo>
                  <a:cubicBezTo>
                    <a:pt x="20576" y="75331"/>
                    <a:pt x="23196" y="80502"/>
                    <a:pt x="23196" y="87844"/>
                  </a:cubicBezTo>
                  <a:lnTo>
                    <a:pt x="23196" y="99462"/>
                  </a:lnTo>
                  <a:cubicBezTo>
                    <a:pt x="23196" y="102974"/>
                    <a:pt x="26071" y="105846"/>
                    <a:pt x="29585" y="105846"/>
                  </a:cubicBezTo>
                  <a:cubicBezTo>
                    <a:pt x="33100" y="105846"/>
                    <a:pt x="35975" y="102974"/>
                    <a:pt x="35975" y="99462"/>
                  </a:cubicBezTo>
                  <a:lnTo>
                    <a:pt x="35975" y="18003"/>
                  </a:lnTo>
                  <a:cubicBezTo>
                    <a:pt x="35975" y="16279"/>
                    <a:pt x="36806" y="15130"/>
                    <a:pt x="37445" y="14428"/>
                  </a:cubicBezTo>
                  <a:cubicBezTo>
                    <a:pt x="38468" y="13406"/>
                    <a:pt x="39873" y="12768"/>
                    <a:pt x="41215" y="12768"/>
                  </a:cubicBezTo>
                  <a:cubicBezTo>
                    <a:pt x="43388" y="12768"/>
                    <a:pt x="46455" y="14619"/>
                    <a:pt x="46455" y="18003"/>
                  </a:cubicBezTo>
                  <a:lnTo>
                    <a:pt x="46455" y="52859"/>
                  </a:lnTo>
                  <a:cubicBezTo>
                    <a:pt x="46455" y="52859"/>
                    <a:pt x="46455" y="52859"/>
                    <a:pt x="46455" y="52859"/>
                  </a:cubicBezTo>
                  <a:lnTo>
                    <a:pt x="46455" y="76097"/>
                  </a:lnTo>
                  <a:cubicBezTo>
                    <a:pt x="46455" y="79608"/>
                    <a:pt x="49331" y="82481"/>
                    <a:pt x="52845" y="82481"/>
                  </a:cubicBezTo>
                  <a:cubicBezTo>
                    <a:pt x="56359" y="82481"/>
                    <a:pt x="59235" y="79608"/>
                    <a:pt x="59235" y="76097"/>
                  </a:cubicBezTo>
                  <a:lnTo>
                    <a:pt x="59235" y="52859"/>
                  </a:lnTo>
                  <a:cubicBezTo>
                    <a:pt x="59235" y="51136"/>
                    <a:pt x="60066" y="49987"/>
                    <a:pt x="60704" y="49284"/>
                  </a:cubicBezTo>
                  <a:cubicBezTo>
                    <a:pt x="61727" y="48263"/>
                    <a:pt x="63133" y="47624"/>
                    <a:pt x="64475" y="47624"/>
                  </a:cubicBezTo>
                  <a:cubicBezTo>
                    <a:pt x="66647" y="47624"/>
                    <a:pt x="69714" y="49476"/>
                    <a:pt x="69714" y="52859"/>
                  </a:cubicBezTo>
                  <a:lnTo>
                    <a:pt x="69714" y="81907"/>
                  </a:lnTo>
                  <a:cubicBezTo>
                    <a:pt x="69714" y="85418"/>
                    <a:pt x="72590" y="88290"/>
                    <a:pt x="76104" y="88290"/>
                  </a:cubicBezTo>
                  <a:cubicBezTo>
                    <a:pt x="79619" y="88290"/>
                    <a:pt x="82494" y="85418"/>
                    <a:pt x="82494" y="81907"/>
                  </a:cubicBezTo>
                  <a:lnTo>
                    <a:pt x="82494" y="64478"/>
                  </a:lnTo>
                  <a:cubicBezTo>
                    <a:pt x="82494" y="62755"/>
                    <a:pt x="83325" y="61605"/>
                    <a:pt x="83964" y="60903"/>
                  </a:cubicBezTo>
                  <a:cubicBezTo>
                    <a:pt x="84986" y="59882"/>
                    <a:pt x="86392" y="59243"/>
                    <a:pt x="87734" y="59243"/>
                  </a:cubicBezTo>
                  <a:cubicBezTo>
                    <a:pt x="89906" y="59243"/>
                    <a:pt x="92974" y="61095"/>
                    <a:pt x="92974" y="64478"/>
                  </a:cubicBezTo>
                  <a:lnTo>
                    <a:pt x="92974" y="91036"/>
                  </a:lnTo>
                  <a:cubicBezTo>
                    <a:pt x="92974" y="94547"/>
                    <a:pt x="95849" y="97420"/>
                    <a:pt x="99363" y="97420"/>
                  </a:cubicBezTo>
                  <a:cubicBezTo>
                    <a:pt x="102878" y="97420"/>
                    <a:pt x="105753" y="94547"/>
                    <a:pt x="105753" y="91036"/>
                  </a:cubicBezTo>
                  <a:lnTo>
                    <a:pt x="105753" y="76097"/>
                  </a:lnTo>
                  <a:cubicBezTo>
                    <a:pt x="105753" y="74373"/>
                    <a:pt x="106584" y="73160"/>
                    <a:pt x="107223" y="72522"/>
                  </a:cubicBezTo>
                  <a:cubicBezTo>
                    <a:pt x="108246" y="71501"/>
                    <a:pt x="109652" y="70862"/>
                    <a:pt x="110993" y="70862"/>
                  </a:cubicBezTo>
                  <a:cubicBezTo>
                    <a:pt x="113166" y="70862"/>
                    <a:pt x="116233" y="72714"/>
                    <a:pt x="116233" y="76097"/>
                  </a:cubicBezTo>
                  <a:lnTo>
                    <a:pt x="116233" y="127105"/>
                  </a:lnTo>
                  <a:cubicBezTo>
                    <a:pt x="116233" y="132851"/>
                    <a:pt x="114763" y="138341"/>
                    <a:pt x="112016" y="142874"/>
                  </a:cubicBezTo>
                  <a:cubicBezTo>
                    <a:pt x="104987" y="154620"/>
                    <a:pt x="104603" y="158770"/>
                    <a:pt x="104603" y="169048"/>
                  </a:cubicBezTo>
                  <a:lnTo>
                    <a:pt x="104603" y="192286"/>
                  </a:lnTo>
                  <a:cubicBezTo>
                    <a:pt x="104603" y="195797"/>
                    <a:pt x="107479" y="198670"/>
                    <a:pt x="110993" y="198670"/>
                  </a:cubicBezTo>
                  <a:cubicBezTo>
                    <a:pt x="114508" y="198670"/>
                    <a:pt x="117383" y="195797"/>
                    <a:pt x="117383" y="192286"/>
                  </a:cubicBezTo>
                  <a:lnTo>
                    <a:pt x="117383" y="169048"/>
                  </a:lnTo>
                  <a:cubicBezTo>
                    <a:pt x="117383" y="160557"/>
                    <a:pt x="117383" y="158770"/>
                    <a:pt x="123006" y="149449"/>
                  </a:cubicBezTo>
                  <a:cubicBezTo>
                    <a:pt x="126968" y="142874"/>
                    <a:pt x="129013" y="135149"/>
                    <a:pt x="129013" y="127105"/>
                  </a:cubicBezTo>
                  <a:lnTo>
                    <a:pt x="129013" y="76097"/>
                  </a:lnTo>
                  <a:cubicBezTo>
                    <a:pt x="129205" y="66202"/>
                    <a:pt x="121089" y="58094"/>
                    <a:pt x="111185" y="58094"/>
                  </a:cubicBezTo>
                  <a:close/>
                </a:path>
              </a:pathLst>
            </a:custGeom>
            <a:solidFill>
              <a:srgbClr val="00A3E0"/>
            </a:solidFill>
            <a:ln w="6390" cap="flat">
              <a:noFill/>
              <a:prstDash val="solid"/>
              <a:miter/>
            </a:ln>
          </p:spPr>
          <p:txBody>
            <a:bodyPr rtlCol="0" anchor="ctr"/>
            <a:lstStyle/>
            <a:p>
              <a:endParaRPr lang="en-US"/>
            </a:p>
          </p:txBody>
        </p:sp>
        <p:sp>
          <p:nvSpPr>
            <p:cNvPr id="425" name="Freeform 424">
              <a:extLst>
                <a:ext uri="{FF2B5EF4-FFF2-40B4-BE49-F238E27FC236}">
                  <a16:creationId xmlns:a16="http://schemas.microsoft.com/office/drawing/2014/main" id="{0A7C4F87-3699-1048-8751-F97342840D3D}"/>
                </a:ext>
              </a:extLst>
            </p:cNvPr>
            <p:cNvSpPr/>
            <p:nvPr/>
          </p:nvSpPr>
          <p:spPr>
            <a:xfrm>
              <a:off x="4783570" y="1478182"/>
              <a:ext cx="105817" cy="86502"/>
            </a:xfrm>
            <a:custGeom>
              <a:avLst/>
              <a:gdLst>
                <a:gd name="connsiteX0" fmla="*/ 19042 w 105817"/>
                <a:gd name="connsiteY0" fmla="*/ 85290 h 86502"/>
                <a:gd name="connsiteX1" fmla="*/ 20448 w 105817"/>
                <a:gd name="connsiteY1" fmla="*/ 76352 h 86502"/>
                <a:gd name="connsiteX2" fmla="*/ 12844 w 105817"/>
                <a:gd name="connsiteY2" fmla="*/ 52859 h 86502"/>
                <a:gd name="connsiteX3" fmla="*/ 52973 w 105817"/>
                <a:gd name="connsiteY3" fmla="*/ 12768 h 86502"/>
                <a:gd name="connsiteX4" fmla="*/ 93101 w 105817"/>
                <a:gd name="connsiteY4" fmla="*/ 52859 h 86502"/>
                <a:gd name="connsiteX5" fmla="*/ 92590 w 105817"/>
                <a:gd name="connsiteY5" fmla="*/ 59243 h 86502"/>
                <a:gd name="connsiteX6" fmla="*/ 97894 w 105817"/>
                <a:gd name="connsiteY6" fmla="*/ 66521 h 86502"/>
                <a:gd name="connsiteX7" fmla="*/ 105179 w 105817"/>
                <a:gd name="connsiteY7" fmla="*/ 61222 h 86502"/>
                <a:gd name="connsiteX8" fmla="*/ 105817 w 105817"/>
                <a:gd name="connsiteY8" fmla="*/ 52859 h 86502"/>
                <a:gd name="connsiteX9" fmla="*/ 52909 w 105817"/>
                <a:gd name="connsiteY9" fmla="*/ 0 h 86502"/>
                <a:gd name="connsiteX10" fmla="*/ 0 w 105817"/>
                <a:gd name="connsiteY10" fmla="*/ 52859 h 86502"/>
                <a:gd name="connsiteX11" fmla="*/ 10032 w 105817"/>
                <a:gd name="connsiteY11" fmla="*/ 83886 h 86502"/>
                <a:gd name="connsiteX12" fmla="*/ 15208 w 105817"/>
                <a:gd name="connsiteY12" fmla="*/ 86503 h 86502"/>
                <a:gd name="connsiteX13" fmla="*/ 19042 w 105817"/>
                <a:gd name="connsiteY13" fmla="*/ 85290 h 86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817" h="86502">
                  <a:moveTo>
                    <a:pt x="19042" y="85290"/>
                  </a:moveTo>
                  <a:cubicBezTo>
                    <a:pt x="21917" y="83247"/>
                    <a:pt x="22557" y="79225"/>
                    <a:pt x="20448" y="76352"/>
                  </a:cubicBezTo>
                  <a:cubicBezTo>
                    <a:pt x="15464" y="69458"/>
                    <a:pt x="12844" y="61350"/>
                    <a:pt x="12844" y="52859"/>
                  </a:cubicBezTo>
                  <a:cubicBezTo>
                    <a:pt x="12844" y="30771"/>
                    <a:pt x="30864" y="12768"/>
                    <a:pt x="52973" y="12768"/>
                  </a:cubicBezTo>
                  <a:cubicBezTo>
                    <a:pt x="75082" y="12768"/>
                    <a:pt x="93101" y="30771"/>
                    <a:pt x="93101" y="52859"/>
                  </a:cubicBezTo>
                  <a:cubicBezTo>
                    <a:pt x="93101" y="54966"/>
                    <a:pt x="92910" y="57137"/>
                    <a:pt x="92590" y="59243"/>
                  </a:cubicBezTo>
                  <a:cubicBezTo>
                    <a:pt x="92015" y="62691"/>
                    <a:pt x="94379" y="66010"/>
                    <a:pt x="97894" y="66521"/>
                  </a:cubicBezTo>
                  <a:cubicBezTo>
                    <a:pt x="101344" y="67096"/>
                    <a:pt x="104667" y="64734"/>
                    <a:pt x="105179" y="61222"/>
                  </a:cubicBezTo>
                  <a:cubicBezTo>
                    <a:pt x="105626" y="58477"/>
                    <a:pt x="105817" y="55668"/>
                    <a:pt x="105817" y="52859"/>
                  </a:cubicBezTo>
                  <a:cubicBezTo>
                    <a:pt x="105817" y="23685"/>
                    <a:pt x="82047" y="0"/>
                    <a:pt x="52909" y="0"/>
                  </a:cubicBezTo>
                  <a:cubicBezTo>
                    <a:pt x="23771" y="0"/>
                    <a:pt x="0" y="23748"/>
                    <a:pt x="0" y="52859"/>
                  </a:cubicBezTo>
                  <a:cubicBezTo>
                    <a:pt x="0" y="64095"/>
                    <a:pt x="3451" y="74820"/>
                    <a:pt x="10032" y="83886"/>
                  </a:cubicBezTo>
                  <a:cubicBezTo>
                    <a:pt x="11310" y="85609"/>
                    <a:pt x="13227" y="86503"/>
                    <a:pt x="15208" y="86503"/>
                  </a:cubicBezTo>
                  <a:cubicBezTo>
                    <a:pt x="16614" y="86503"/>
                    <a:pt x="17892" y="86120"/>
                    <a:pt x="19042" y="85290"/>
                  </a:cubicBezTo>
                  <a:close/>
                </a:path>
              </a:pathLst>
            </a:custGeom>
            <a:solidFill>
              <a:srgbClr val="00A3E0"/>
            </a:solidFill>
            <a:ln w="6390" cap="flat">
              <a:noFill/>
              <a:prstDash val="solid"/>
              <a:miter/>
            </a:ln>
          </p:spPr>
          <p:txBody>
            <a:bodyPr rtlCol="0" anchor="ctr"/>
            <a:lstStyle/>
            <a:p>
              <a:endParaRPr lang="en-US"/>
            </a:p>
          </p:txBody>
        </p:sp>
        <p:sp>
          <p:nvSpPr>
            <p:cNvPr id="426" name="Freeform 425">
              <a:extLst>
                <a:ext uri="{FF2B5EF4-FFF2-40B4-BE49-F238E27FC236}">
                  <a16:creationId xmlns:a16="http://schemas.microsoft.com/office/drawing/2014/main" id="{51FABA1F-7B2D-BD4A-9140-9160D9488BF2}"/>
                </a:ext>
              </a:extLst>
            </p:cNvPr>
            <p:cNvSpPr/>
            <p:nvPr/>
          </p:nvSpPr>
          <p:spPr>
            <a:xfrm>
              <a:off x="4760311" y="1454944"/>
              <a:ext cx="152336" cy="126083"/>
            </a:xfrm>
            <a:custGeom>
              <a:avLst/>
              <a:gdLst>
                <a:gd name="connsiteX0" fmla="*/ 12844 w 152336"/>
                <a:gd name="connsiteY0" fmla="*/ 76097 h 126083"/>
                <a:gd name="connsiteX1" fmla="*/ 76232 w 152336"/>
                <a:gd name="connsiteY1" fmla="*/ 12768 h 126083"/>
                <a:gd name="connsiteX2" fmla="*/ 139620 w 152336"/>
                <a:gd name="connsiteY2" fmla="*/ 76097 h 126083"/>
                <a:gd name="connsiteX3" fmla="*/ 137000 w 152336"/>
                <a:gd name="connsiteY3" fmla="*/ 94164 h 126083"/>
                <a:gd name="connsiteX4" fmla="*/ 141282 w 152336"/>
                <a:gd name="connsiteY4" fmla="*/ 102080 h 126083"/>
                <a:gd name="connsiteX5" fmla="*/ 149205 w 152336"/>
                <a:gd name="connsiteY5" fmla="*/ 97803 h 126083"/>
                <a:gd name="connsiteX6" fmla="*/ 152336 w 152336"/>
                <a:gd name="connsiteY6" fmla="*/ 76097 h 126083"/>
                <a:gd name="connsiteX7" fmla="*/ 76168 w 152336"/>
                <a:gd name="connsiteY7" fmla="*/ 0 h 126083"/>
                <a:gd name="connsiteX8" fmla="*/ 0 w 152336"/>
                <a:gd name="connsiteY8" fmla="*/ 76097 h 126083"/>
                <a:gd name="connsiteX9" fmla="*/ 16742 w 152336"/>
                <a:gd name="connsiteY9" fmla="*/ 123722 h 126083"/>
                <a:gd name="connsiteX10" fmla="*/ 21726 w 152336"/>
                <a:gd name="connsiteY10" fmla="*/ 126084 h 126083"/>
                <a:gd name="connsiteX11" fmla="*/ 25688 w 152336"/>
                <a:gd name="connsiteY11" fmla="*/ 124679 h 126083"/>
                <a:gd name="connsiteX12" fmla="*/ 26646 w 152336"/>
                <a:gd name="connsiteY12" fmla="*/ 115678 h 126083"/>
                <a:gd name="connsiteX13" fmla="*/ 12844 w 152336"/>
                <a:gd name="connsiteY13" fmla="*/ 76097 h 12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2336" h="126083">
                  <a:moveTo>
                    <a:pt x="12844" y="76097"/>
                  </a:moveTo>
                  <a:cubicBezTo>
                    <a:pt x="12844" y="41177"/>
                    <a:pt x="41279" y="12768"/>
                    <a:pt x="76232" y="12768"/>
                  </a:cubicBezTo>
                  <a:cubicBezTo>
                    <a:pt x="111185" y="12768"/>
                    <a:pt x="139620" y="41177"/>
                    <a:pt x="139620" y="76097"/>
                  </a:cubicBezTo>
                  <a:cubicBezTo>
                    <a:pt x="139620" y="82226"/>
                    <a:pt x="138726" y="88354"/>
                    <a:pt x="137000" y="94164"/>
                  </a:cubicBezTo>
                  <a:cubicBezTo>
                    <a:pt x="135978" y="97547"/>
                    <a:pt x="137895" y="101122"/>
                    <a:pt x="141282" y="102080"/>
                  </a:cubicBezTo>
                  <a:cubicBezTo>
                    <a:pt x="144668" y="103037"/>
                    <a:pt x="148247" y="101186"/>
                    <a:pt x="149205" y="97803"/>
                  </a:cubicBezTo>
                  <a:cubicBezTo>
                    <a:pt x="151314" y="90780"/>
                    <a:pt x="152336" y="83439"/>
                    <a:pt x="152336" y="76097"/>
                  </a:cubicBezTo>
                  <a:cubicBezTo>
                    <a:pt x="152336" y="34154"/>
                    <a:pt x="118150" y="0"/>
                    <a:pt x="76168" y="0"/>
                  </a:cubicBezTo>
                  <a:cubicBezTo>
                    <a:pt x="34186" y="0"/>
                    <a:pt x="0" y="34154"/>
                    <a:pt x="0" y="76097"/>
                  </a:cubicBezTo>
                  <a:cubicBezTo>
                    <a:pt x="0" y="93334"/>
                    <a:pt x="5943" y="110251"/>
                    <a:pt x="16742" y="123722"/>
                  </a:cubicBezTo>
                  <a:cubicBezTo>
                    <a:pt x="18020" y="125318"/>
                    <a:pt x="19873" y="126084"/>
                    <a:pt x="21726" y="126084"/>
                  </a:cubicBezTo>
                  <a:cubicBezTo>
                    <a:pt x="23132" y="126084"/>
                    <a:pt x="24538" y="125637"/>
                    <a:pt x="25688" y="124679"/>
                  </a:cubicBezTo>
                  <a:cubicBezTo>
                    <a:pt x="28435" y="122445"/>
                    <a:pt x="28883" y="118423"/>
                    <a:pt x="26646" y="115678"/>
                  </a:cubicBezTo>
                  <a:cubicBezTo>
                    <a:pt x="17636" y="104378"/>
                    <a:pt x="12844" y="90653"/>
                    <a:pt x="12844" y="76097"/>
                  </a:cubicBezTo>
                  <a:close/>
                </a:path>
              </a:pathLst>
            </a:custGeom>
            <a:solidFill>
              <a:srgbClr val="00A3E0"/>
            </a:solidFill>
            <a:ln w="6390" cap="flat">
              <a:noFill/>
              <a:prstDash val="solid"/>
              <a:miter/>
            </a:ln>
          </p:spPr>
          <p:txBody>
            <a:bodyPr rtlCol="0" anchor="ctr"/>
            <a:lstStyle/>
            <a:p>
              <a:endParaRPr lang="en-US"/>
            </a:p>
          </p:txBody>
        </p:sp>
      </p:grpSp>
      <p:grpSp>
        <p:nvGrpSpPr>
          <p:cNvPr id="427" name="Graphic 4">
            <a:extLst>
              <a:ext uri="{FF2B5EF4-FFF2-40B4-BE49-F238E27FC236}">
                <a16:creationId xmlns:a16="http://schemas.microsoft.com/office/drawing/2014/main" id="{785D09FD-6FA0-2A4A-8E9B-98071B7257BF}"/>
              </a:ext>
            </a:extLst>
          </p:cNvPr>
          <p:cNvGrpSpPr/>
          <p:nvPr/>
        </p:nvGrpSpPr>
        <p:grpSpPr>
          <a:xfrm>
            <a:off x="4661267" y="1893013"/>
            <a:ext cx="362309" cy="361971"/>
            <a:chOff x="4661267" y="1893013"/>
            <a:chExt cx="362309" cy="361971"/>
          </a:xfrm>
          <a:solidFill>
            <a:srgbClr val="00A3E0"/>
          </a:solidFill>
        </p:grpSpPr>
        <p:sp>
          <p:nvSpPr>
            <p:cNvPr id="428" name="Freeform 427">
              <a:extLst>
                <a:ext uri="{FF2B5EF4-FFF2-40B4-BE49-F238E27FC236}">
                  <a16:creationId xmlns:a16="http://schemas.microsoft.com/office/drawing/2014/main" id="{3EDE94CA-F720-874E-B89D-2A3749711AA2}"/>
                </a:ext>
              </a:extLst>
            </p:cNvPr>
            <p:cNvSpPr/>
            <p:nvPr/>
          </p:nvSpPr>
          <p:spPr>
            <a:xfrm>
              <a:off x="4661267" y="1893013"/>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30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10" y="280959"/>
                    <a:pt x="362310" y="180986"/>
                  </a:cubicBezTo>
                  <a:cubicBezTo>
                    <a:pt x="362310" y="81013"/>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30" y="88163"/>
                    <a:pt x="349530" y="180922"/>
                  </a:cubicBezTo>
                  <a:cubicBezTo>
                    <a:pt x="349530" y="273681"/>
                    <a:pt x="273937"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429" name="Freeform 428">
              <a:extLst>
                <a:ext uri="{FF2B5EF4-FFF2-40B4-BE49-F238E27FC236}">
                  <a16:creationId xmlns:a16="http://schemas.microsoft.com/office/drawing/2014/main" id="{5C58647A-F517-5D41-852E-46138C5ABD52}"/>
                </a:ext>
              </a:extLst>
            </p:cNvPr>
            <p:cNvSpPr/>
            <p:nvPr/>
          </p:nvSpPr>
          <p:spPr>
            <a:xfrm>
              <a:off x="4820360" y="1947883"/>
              <a:ext cx="44122" cy="64765"/>
            </a:xfrm>
            <a:custGeom>
              <a:avLst/>
              <a:gdLst>
                <a:gd name="connsiteX0" fmla="*/ 10943 w 44122"/>
                <a:gd name="connsiteY0" fmla="*/ 26462 h 64765"/>
                <a:gd name="connsiteX1" fmla="*/ 15671 w 44122"/>
                <a:gd name="connsiteY1" fmla="*/ 21737 h 64765"/>
                <a:gd name="connsiteX2" fmla="*/ 15671 w 44122"/>
                <a:gd name="connsiteY2" fmla="*/ 58382 h 64765"/>
                <a:gd name="connsiteX3" fmla="*/ 22061 w 44122"/>
                <a:gd name="connsiteY3" fmla="*/ 64766 h 64765"/>
                <a:gd name="connsiteX4" fmla="*/ 28451 w 44122"/>
                <a:gd name="connsiteY4" fmla="*/ 58382 h 64765"/>
                <a:gd name="connsiteX5" fmla="*/ 28451 w 44122"/>
                <a:gd name="connsiteY5" fmla="*/ 21737 h 64765"/>
                <a:gd name="connsiteX6" fmla="*/ 33180 w 44122"/>
                <a:gd name="connsiteY6" fmla="*/ 26462 h 64765"/>
                <a:gd name="connsiteX7" fmla="*/ 37717 w 44122"/>
                <a:gd name="connsiteY7" fmla="*/ 28313 h 64765"/>
                <a:gd name="connsiteX8" fmla="*/ 42253 w 44122"/>
                <a:gd name="connsiteY8" fmla="*/ 26462 h 64765"/>
                <a:gd name="connsiteX9" fmla="*/ 42253 w 44122"/>
                <a:gd name="connsiteY9" fmla="*/ 17460 h 64765"/>
                <a:gd name="connsiteX10" fmla="*/ 26598 w 44122"/>
                <a:gd name="connsiteY10" fmla="*/ 1883 h 64765"/>
                <a:gd name="connsiteX11" fmla="*/ 24489 w 44122"/>
                <a:gd name="connsiteY11" fmla="*/ 479 h 64765"/>
                <a:gd name="connsiteX12" fmla="*/ 19633 w 44122"/>
                <a:gd name="connsiteY12" fmla="*/ 479 h 64765"/>
                <a:gd name="connsiteX13" fmla="*/ 17524 w 44122"/>
                <a:gd name="connsiteY13" fmla="*/ 1883 h 64765"/>
                <a:gd name="connsiteX14" fmla="*/ 1869 w 44122"/>
                <a:gd name="connsiteY14" fmla="*/ 17460 h 64765"/>
                <a:gd name="connsiteX15" fmla="*/ 1869 w 44122"/>
                <a:gd name="connsiteY15" fmla="*/ 26462 h 64765"/>
                <a:gd name="connsiteX16" fmla="*/ 10943 w 44122"/>
                <a:gd name="connsiteY16" fmla="*/ 26462 h 64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122" h="64765">
                  <a:moveTo>
                    <a:pt x="10943" y="26462"/>
                  </a:moveTo>
                  <a:lnTo>
                    <a:pt x="15671" y="21737"/>
                  </a:lnTo>
                  <a:lnTo>
                    <a:pt x="15671" y="58382"/>
                  </a:lnTo>
                  <a:cubicBezTo>
                    <a:pt x="15671" y="61893"/>
                    <a:pt x="18547" y="64766"/>
                    <a:pt x="22061" y="64766"/>
                  </a:cubicBezTo>
                  <a:cubicBezTo>
                    <a:pt x="25576" y="64766"/>
                    <a:pt x="28451" y="61893"/>
                    <a:pt x="28451" y="58382"/>
                  </a:cubicBezTo>
                  <a:lnTo>
                    <a:pt x="28451" y="21737"/>
                  </a:lnTo>
                  <a:lnTo>
                    <a:pt x="33180" y="26462"/>
                  </a:lnTo>
                  <a:cubicBezTo>
                    <a:pt x="34458" y="27738"/>
                    <a:pt x="36055" y="28313"/>
                    <a:pt x="37717" y="28313"/>
                  </a:cubicBezTo>
                  <a:cubicBezTo>
                    <a:pt x="39378" y="28313"/>
                    <a:pt x="40976" y="27674"/>
                    <a:pt x="42253" y="26462"/>
                  </a:cubicBezTo>
                  <a:cubicBezTo>
                    <a:pt x="44745" y="23972"/>
                    <a:pt x="44745" y="19950"/>
                    <a:pt x="42253" y="17460"/>
                  </a:cubicBezTo>
                  <a:lnTo>
                    <a:pt x="26598" y="1883"/>
                  </a:lnTo>
                  <a:cubicBezTo>
                    <a:pt x="26023" y="1309"/>
                    <a:pt x="25320" y="798"/>
                    <a:pt x="24489" y="479"/>
                  </a:cubicBezTo>
                  <a:cubicBezTo>
                    <a:pt x="22956" y="-160"/>
                    <a:pt x="21167" y="-160"/>
                    <a:pt x="19633" y="479"/>
                  </a:cubicBezTo>
                  <a:cubicBezTo>
                    <a:pt x="18866" y="798"/>
                    <a:pt x="18163" y="1245"/>
                    <a:pt x="17524" y="1883"/>
                  </a:cubicBezTo>
                  <a:lnTo>
                    <a:pt x="1869" y="17460"/>
                  </a:lnTo>
                  <a:cubicBezTo>
                    <a:pt x="-623" y="19950"/>
                    <a:pt x="-623" y="23972"/>
                    <a:pt x="1869" y="26462"/>
                  </a:cubicBezTo>
                  <a:cubicBezTo>
                    <a:pt x="4361" y="28951"/>
                    <a:pt x="8451" y="28951"/>
                    <a:pt x="10943" y="26462"/>
                  </a:cubicBezTo>
                  <a:close/>
                </a:path>
              </a:pathLst>
            </a:custGeom>
            <a:solidFill>
              <a:srgbClr val="00A3E0"/>
            </a:solidFill>
            <a:ln w="6390" cap="flat">
              <a:noFill/>
              <a:prstDash val="solid"/>
              <a:miter/>
            </a:ln>
          </p:spPr>
          <p:txBody>
            <a:bodyPr rtlCol="0" anchor="ctr"/>
            <a:lstStyle/>
            <a:p>
              <a:endParaRPr lang="en-US"/>
            </a:p>
          </p:txBody>
        </p:sp>
        <p:sp>
          <p:nvSpPr>
            <p:cNvPr id="430" name="Freeform 429">
              <a:extLst>
                <a:ext uri="{FF2B5EF4-FFF2-40B4-BE49-F238E27FC236}">
                  <a16:creationId xmlns:a16="http://schemas.microsoft.com/office/drawing/2014/main" id="{9CF24531-F2D9-3641-A342-368CD9C3BD68}"/>
                </a:ext>
              </a:extLst>
            </p:cNvPr>
            <p:cNvSpPr/>
            <p:nvPr/>
          </p:nvSpPr>
          <p:spPr>
            <a:xfrm>
              <a:off x="4747435" y="2015569"/>
              <a:ext cx="64889" cy="44065"/>
            </a:xfrm>
            <a:custGeom>
              <a:avLst/>
              <a:gdLst>
                <a:gd name="connsiteX0" fmla="*/ 21822 w 64889"/>
                <a:gd name="connsiteY0" fmla="*/ 28361 h 44065"/>
                <a:gd name="connsiteX1" fmla="*/ 58500 w 64889"/>
                <a:gd name="connsiteY1" fmla="*/ 28361 h 44065"/>
                <a:gd name="connsiteX2" fmla="*/ 64890 w 64889"/>
                <a:gd name="connsiteY2" fmla="*/ 21977 h 44065"/>
                <a:gd name="connsiteX3" fmla="*/ 58500 w 64889"/>
                <a:gd name="connsiteY3" fmla="*/ 15593 h 44065"/>
                <a:gd name="connsiteX4" fmla="*/ 21822 w 64889"/>
                <a:gd name="connsiteY4" fmla="*/ 15593 h 44065"/>
                <a:gd name="connsiteX5" fmla="*/ 26550 w 64889"/>
                <a:gd name="connsiteY5" fmla="*/ 10869 h 44065"/>
                <a:gd name="connsiteX6" fmla="*/ 26550 w 64889"/>
                <a:gd name="connsiteY6" fmla="*/ 1867 h 44065"/>
                <a:gd name="connsiteX7" fmla="*/ 17540 w 64889"/>
                <a:gd name="connsiteY7" fmla="*/ 1867 h 44065"/>
                <a:gd name="connsiteX8" fmla="*/ 1885 w 64889"/>
                <a:gd name="connsiteY8" fmla="*/ 17508 h 44065"/>
                <a:gd name="connsiteX9" fmla="*/ 479 w 64889"/>
                <a:gd name="connsiteY9" fmla="*/ 19615 h 44065"/>
                <a:gd name="connsiteX10" fmla="*/ 479 w 64889"/>
                <a:gd name="connsiteY10" fmla="*/ 24467 h 44065"/>
                <a:gd name="connsiteX11" fmla="*/ 1885 w 64889"/>
                <a:gd name="connsiteY11" fmla="*/ 26573 h 44065"/>
                <a:gd name="connsiteX12" fmla="*/ 17540 w 64889"/>
                <a:gd name="connsiteY12" fmla="*/ 42214 h 44065"/>
                <a:gd name="connsiteX13" fmla="*/ 22077 w 64889"/>
                <a:gd name="connsiteY13" fmla="*/ 44065 h 44065"/>
                <a:gd name="connsiteX14" fmla="*/ 26614 w 64889"/>
                <a:gd name="connsiteY14" fmla="*/ 42214 h 44065"/>
                <a:gd name="connsiteX15" fmla="*/ 26614 w 64889"/>
                <a:gd name="connsiteY15" fmla="*/ 33213 h 44065"/>
                <a:gd name="connsiteX16" fmla="*/ 21822 w 64889"/>
                <a:gd name="connsiteY16" fmla="*/ 28361 h 4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889" h="44065">
                  <a:moveTo>
                    <a:pt x="21822" y="28361"/>
                  </a:moveTo>
                  <a:lnTo>
                    <a:pt x="58500" y="28361"/>
                  </a:lnTo>
                  <a:cubicBezTo>
                    <a:pt x="62014" y="28361"/>
                    <a:pt x="64890" y="25488"/>
                    <a:pt x="64890" y="21977"/>
                  </a:cubicBezTo>
                  <a:cubicBezTo>
                    <a:pt x="64890" y="18466"/>
                    <a:pt x="62014" y="15593"/>
                    <a:pt x="58500" y="15593"/>
                  </a:cubicBezTo>
                  <a:lnTo>
                    <a:pt x="21822" y="15593"/>
                  </a:lnTo>
                  <a:lnTo>
                    <a:pt x="26550" y="10869"/>
                  </a:lnTo>
                  <a:cubicBezTo>
                    <a:pt x="29042" y="8379"/>
                    <a:pt x="29042" y="4357"/>
                    <a:pt x="26550" y="1867"/>
                  </a:cubicBezTo>
                  <a:cubicBezTo>
                    <a:pt x="24058" y="-622"/>
                    <a:pt x="20033" y="-622"/>
                    <a:pt x="17540" y="1867"/>
                  </a:cubicBezTo>
                  <a:lnTo>
                    <a:pt x="1885" y="17508"/>
                  </a:lnTo>
                  <a:cubicBezTo>
                    <a:pt x="1310" y="18083"/>
                    <a:pt x="799" y="18785"/>
                    <a:pt x="479" y="19615"/>
                  </a:cubicBezTo>
                  <a:cubicBezTo>
                    <a:pt x="-160" y="21147"/>
                    <a:pt x="-160" y="22934"/>
                    <a:pt x="479" y="24467"/>
                  </a:cubicBezTo>
                  <a:cubicBezTo>
                    <a:pt x="799" y="25233"/>
                    <a:pt x="1246" y="25935"/>
                    <a:pt x="1885" y="26573"/>
                  </a:cubicBezTo>
                  <a:lnTo>
                    <a:pt x="17540" y="42214"/>
                  </a:lnTo>
                  <a:cubicBezTo>
                    <a:pt x="18819" y="43491"/>
                    <a:pt x="20416" y="44065"/>
                    <a:pt x="22077" y="44065"/>
                  </a:cubicBezTo>
                  <a:cubicBezTo>
                    <a:pt x="23738" y="44065"/>
                    <a:pt x="25336" y="43427"/>
                    <a:pt x="26614" y="42214"/>
                  </a:cubicBezTo>
                  <a:cubicBezTo>
                    <a:pt x="29106" y="39724"/>
                    <a:pt x="29106" y="35702"/>
                    <a:pt x="26614" y="33213"/>
                  </a:cubicBezTo>
                  <a:lnTo>
                    <a:pt x="21822" y="28361"/>
                  </a:lnTo>
                  <a:close/>
                </a:path>
              </a:pathLst>
            </a:custGeom>
            <a:solidFill>
              <a:srgbClr val="00A3E0"/>
            </a:solidFill>
            <a:ln w="6390" cap="flat">
              <a:noFill/>
              <a:prstDash val="solid"/>
              <a:miter/>
            </a:ln>
          </p:spPr>
          <p:txBody>
            <a:bodyPr rtlCol="0" anchor="ctr"/>
            <a:lstStyle/>
            <a:p>
              <a:endParaRPr lang="en-US"/>
            </a:p>
          </p:txBody>
        </p:sp>
        <p:sp>
          <p:nvSpPr>
            <p:cNvPr id="431" name="Freeform 430">
              <a:extLst>
                <a:ext uri="{FF2B5EF4-FFF2-40B4-BE49-F238E27FC236}">
                  <a16:creationId xmlns:a16="http://schemas.microsoft.com/office/drawing/2014/main" id="{31B0749C-792A-CE40-86F4-D08A40D2B07F}"/>
                </a:ext>
              </a:extLst>
            </p:cNvPr>
            <p:cNvSpPr/>
            <p:nvPr/>
          </p:nvSpPr>
          <p:spPr>
            <a:xfrm>
              <a:off x="4872454" y="2015442"/>
              <a:ext cx="64898" cy="43937"/>
            </a:xfrm>
            <a:custGeom>
              <a:avLst/>
              <a:gdLst>
                <a:gd name="connsiteX0" fmla="*/ 64410 w 64898"/>
                <a:gd name="connsiteY0" fmla="*/ 19615 h 43937"/>
                <a:gd name="connsiteX1" fmla="*/ 63005 w 64898"/>
                <a:gd name="connsiteY1" fmla="*/ 17508 h 43937"/>
                <a:gd name="connsiteX2" fmla="*/ 47349 w 64898"/>
                <a:gd name="connsiteY2" fmla="*/ 1867 h 43937"/>
                <a:gd name="connsiteX3" fmla="*/ 38340 w 64898"/>
                <a:gd name="connsiteY3" fmla="*/ 1867 h 43937"/>
                <a:gd name="connsiteX4" fmla="*/ 38340 w 64898"/>
                <a:gd name="connsiteY4" fmla="*/ 10869 h 43937"/>
                <a:gd name="connsiteX5" fmla="*/ 43068 w 64898"/>
                <a:gd name="connsiteY5" fmla="*/ 15593 h 43937"/>
                <a:gd name="connsiteX6" fmla="*/ 6390 w 64898"/>
                <a:gd name="connsiteY6" fmla="*/ 15593 h 43937"/>
                <a:gd name="connsiteX7" fmla="*/ 0 w 64898"/>
                <a:gd name="connsiteY7" fmla="*/ 21977 h 43937"/>
                <a:gd name="connsiteX8" fmla="*/ 6390 w 64898"/>
                <a:gd name="connsiteY8" fmla="*/ 28361 h 43937"/>
                <a:gd name="connsiteX9" fmla="*/ 43068 w 64898"/>
                <a:gd name="connsiteY9" fmla="*/ 28361 h 43937"/>
                <a:gd name="connsiteX10" fmla="*/ 38340 w 64898"/>
                <a:gd name="connsiteY10" fmla="*/ 33085 h 43937"/>
                <a:gd name="connsiteX11" fmla="*/ 38340 w 64898"/>
                <a:gd name="connsiteY11" fmla="*/ 42086 h 43937"/>
                <a:gd name="connsiteX12" fmla="*/ 42876 w 64898"/>
                <a:gd name="connsiteY12" fmla="*/ 43938 h 43937"/>
                <a:gd name="connsiteX13" fmla="*/ 47413 w 64898"/>
                <a:gd name="connsiteY13" fmla="*/ 42086 h 43937"/>
                <a:gd name="connsiteX14" fmla="*/ 63069 w 64898"/>
                <a:gd name="connsiteY14" fmla="*/ 26446 h 43937"/>
                <a:gd name="connsiteX15" fmla="*/ 64474 w 64898"/>
                <a:gd name="connsiteY15" fmla="*/ 24339 h 43937"/>
                <a:gd name="connsiteX16" fmla="*/ 64410 w 64898"/>
                <a:gd name="connsiteY16" fmla="*/ 19615 h 43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898" h="43937">
                  <a:moveTo>
                    <a:pt x="64410" y="19615"/>
                  </a:moveTo>
                  <a:cubicBezTo>
                    <a:pt x="64091" y="18849"/>
                    <a:pt x="63644" y="18147"/>
                    <a:pt x="63005" y="17508"/>
                  </a:cubicBezTo>
                  <a:lnTo>
                    <a:pt x="47349" y="1867"/>
                  </a:lnTo>
                  <a:cubicBezTo>
                    <a:pt x="44857" y="-622"/>
                    <a:pt x="40831" y="-622"/>
                    <a:pt x="38340" y="1867"/>
                  </a:cubicBezTo>
                  <a:cubicBezTo>
                    <a:pt x="35847" y="4357"/>
                    <a:pt x="35847" y="8379"/>
                    <a:pt x="38340" y="10869"/>
                  </a:cubicBezTo>
                  <a:lnTo>
                    <a:pt x="43068" y="15593"/>
                  </a:lnTo>
                  <a:lnTo>
                    <a:pt x="6390" y="15593"/>
                  </a:lnTo>
                  <a:cubicBezTo>
                    <a:pt x="2875" y="15593"/>
                    <a:pt x="0" y="18466"/>
                    <a:pt x="0" y="21977"/>
                  </a:cubicBezTo>
                  <a:cubicBezTo>
                    <a:pt x="0" y="25488"/>
                    <a:pt x="2875" y="28361"/>
                    <a:pt x="6390" y="28361"/>
                  </a:cubicBezTo>
                  <a:lnTo>
                    <a:pt x="43068" y="28361"/>
                  </a:lnTo>
                  <a:lnTo>
                    <a:pt x="38340" y="33085"/>
                  </a:lnTo>
                  <a:cubicBezTo>
                    <a:pt x="35847" y="35575"/>
                    <a:pt x="35847" y="39597"/>
                    <a:pt x="38340" y="42086"/>
                  </a:cubicBezTo>
                  <a:cubicBezTo>
                    <a:pt x="39617" y="43363"/>
                    <a:pt x="41215" y="43938"/>
                    <a:pt x="42876" y="43938"/>
                  </a:cubicBezTo>
                  <a:cubicBezTo>
                    <a:pt x="44538" y="43938"/>
                    <a:pt x="46135" y="43299"/>
                    <a:pt x="47413" y="42086"/>
                  </a:cubicBezTo>
                  <a:lnTo>
                    <a:pt x="63069" y="26446"/>
                  </a:lnTo>
                  <a:cubicBezTo>
                    <a:pt x="63644" y="25871"/>
                    <a:pt x="64155" y="25169"/>
                    <a:pt x="64474" y="24339"/>
                  </a:cubicBezTo>
                  <a:cubicBezTo>
                    <a:pt x="65050" y="22934"/>
                    <a:pt x="65050" y="21211"/>
                    <a:pt x="64410" y="19615"/>
                  </a:cubicBezTo>
                  <a:close/>
                </a:path>
              </a:pathLst>
            </a:custGeom>
            <a:solidFill>
              <a:srgbClr val="00A3E0"/>
            </a:solidFill>
            <a:ln w="6390" cap="flat">
              <a:noFill/>
              <a:prstDash val="solid"/>
              <a:miter/>
            </a:ln>
          </p:spPr>
          <p:txBody>
            <a:bodyPr rtlCol="0" anchor="ctr"/>
            <a:lstStyle/>
            <a:p>
              <a:endParaRPr lang="en-US"/>
            </a:p>
          </p:txBody>
        </p:sp>
        <p:sp>
          <p:nvSpPr>
            <p:cNvPr id="432" name="Freeform 431">
              <a:extLst>
                <a:ext uri="{FF2B5EF4-FFF2-40B4-BE49-F238E27FC236}">
                  <a16:creationId xmlns:a16="http://schemas.microsoft.com/office/drawing/2014/main" id="{6B6C121A-92C6-0849-87E2-A435E3F042B4}"/>
                </a:ext>
              </a:extLst>
            </p:cNvPr>
            <p:cNvSpPr/>
            <p:nvPr/>
          </p:nvSpPr>
          <p:spPr>
            <a:xfrm>
              <a:off x="4804721" y="2020756"/>
              <a:ext cx="116936" cy="179326"/>
            </a:xfrm>
            <a:custGeom>
              <a:avLst/>
              <a:gdLst>
                <a:gd name="connsiteX0" fmla="*/ 100194 w 116936"/>
                <a:gd name="connsiteY0" fmla="*/ 52029 h 179326"/>
                <a:gd name="connsiteX1" fmla="*/ 95146 w 116936"/>
                <a:gd name="connsiteY1" fmla="*/ 52923 h 179326"/>
                <a:gd name="connsiteX2" fmla="*/ 79363 w 116936"/>
                <a:gd name="connsiteY2" fmla="*/ 41623 h 179326"/>
                <a:gd name="connsiteX3" fmla="*/ 74315 w 116936"/>
                <a:gd name="connsiteY3" fmla="*/ 42517 h 179326"/>
                <a:gd name="connsiteX4" fmla="*/ 58532 w 116936"/>
                <a:gd name="connsiteY4" fmla="*/ 31218 h 179326"/>
                <a:gd name="connsiteX5" fmla="*/ 54506 w 116936"/>
                <a:gd name="connsiteY5" fmla="*/ 31792 h 179326"/>
                <a:gd name="connsiteX6" fmla="*/ 54506 w 116936"/>
                <a:gd name="connsiteY6" fmla="*/ 16790 h 179326"/>
                <a:gd name="connsiteX7" fmla="*/ 37701 w 116936"/>
                <a:gd name="connsiteY7" fmla="*/ 0 h 179326"/>
                <a:gd name="connsiteX8" fmla="*/ 25752 w 116936"/>
                <a:gd name="connsiteY8" fmla="*/ 5043 h 179326"/>
                <a:gd name="connsiteX9" fmla="*/ 20895 w 116936"/>
                <a:gd name="connsiteY9" fmla="*/ 16790 h 179326"/>
                <a:gd name="connsiteX10" fmla="*/ 20895 w 116936"/>
                <a:gd name="connsiteY10" fmla="*/ 55413 h 179326"/>
                <a:gd name="connsiteX11" fmla="*/ 20192 w 116936"/>
                <a:gd name="connsiteY11" fmla="*/ 55030 h 179326"/>
                <a:gd name="connsiteX12" fmla="*/ 6582 w 116936"/>
                <a:gd name="connsiteY12" fmla="*/ 55668 h 179326"/>
                <a:gd name="connsiteX13" fmla="*/ 0 w 116936"/>
                <a:gd name="connsiteY13" fmla="*/ 67415 h 179326"/>
                <a:gd name="connsiteX14" fmla="*/ 0 w 116936"/>
                <a:gd name="connsiteY14" fmla="*/ 105208 h 179326"/>
                <a:gd name="connsiteX15" fmla="*/ 14633 w 116936"/>
                <a:gd name="connsiteY15" fmla="*/ 137958 h 179326"/>
                <a:gd name="connsiteX16" fmla="*/ 26071 w 116936"/>
                <a:gd name="connsiteY16" fmla="*/ 157301 h 179326"/>
                <a:gd name="connsiteX17" fmla="*/ 26071 w 116936"/>
                <a:gd name="connsiteY17" fmla="*/ 172942 h 179326"/>
                <a:gd name="connsiteX18" fmla="*/ 32461 w 116936"/>
                <a:gd name="connsiteY18" fmla="*/ 179326 h 179326"/>
                <a:gd name="connsiteX19" fmla="*/ 38851 w 116936"/>
                <a:gd name="connsiteY19" fmla="*/ 172942 h 179326"/>
                <a:gd name="connsiteX20" fmla="*/ 38851 w 116936"/>
                <a:gd name="connsiteY20" fmla="*/ 157301 h 179326"/>
                <a:gd name="connsiteX21" fmla="*/ 23068 w 116936"/>
                <a:gd name="connsiteY21" fmla="*/ 128382 h 179326"/>
                <a:gd name="connsiteX22" fmla="*/ 12780 w 116936"/>
                <a:gd name="connsiteY22" fmla="*/ 105272 h 179326"/>
                <a:gd name="connsiteX23" fmla="*/ 12780 w 116936"/>
                <a:gd name="connsiteY23" fmla="*/ 67479 h 179326"/>
                <a:gd name="connsiteX24" fmla="*/ 13291 w 116936"/>
                <a:gd name="connsiteY24" fmla="*/ 66585 h 179326"/>
                <a:gd name="connsiteX25" fmla="*/ 14505 w 116936"/>
                <a:gd name="connsiteY25" fmla="*/ 66521 h 179326"/>
                <a:gd name="connsiteX26" fmla="*/ 20831 w 116936"/>
                <a:gd name="connsiteY26" fmla="*/ 79289 h 179326"/>
                <a:gd name="connsiteX27" fmla="*/ 20831 w 116936"/>
                <a:gd name="connsiteY27" fmla="*/ 89695 h 179326"/>
                <a:gd name="connsiteX28" fmla="*/ 27221 w 116936"/>
                <a:gd name="connsiteY28" fmla="*/ 96079 h 179326"/>
                <a:gd name="connsiteX29" fmla="*/ 33611 w 116936"/>
                <a:gd name="connsiteY29" fmla="*/ 89695 h 179326"/>
                <a:gd name="connsiteX30" fmla="*/ 33611 w 116936"/>
                <a:gd name="connsiteY30" fmla="*/ 16790 h 179326"/>
                <a:gd name="connsiteX31" fmla="*/ 34761 w 116936"/>
                <a:gd name="connsiteY31" fmla="*/ 14045 h 179326"/>
                <a:gd name="connsiteX32" fmla="*/ 37637 w 116936"/>
                <a:gd name="connsiteY32" fmla="*/ 12768 h 179326"/>
                <a:gd name="connsiteX33" fmla="*/ 41663 w 116936"/>
                <a:gd name="connsiteY33" fmla="*/ 16790 h 179326"/>
                <a:gd name="connsiteX34" fmla="*/ 41663 w 116936"/>
                <a:gd name="connsiteY34" fmla="*/ 48007 h 179326"/>
                <a:gd name="connsiteX35" fmla="*/ 41663 w 116936"/>
                <a:gd name="connsiteY35" fmla="*/ 48007 h 179326"/>
                <a:gd name="connsiteX36" fmla="*/ 41663 w 116936"/>
                <a:gd name="connsiteY36" fmla="*/ 68819 h 179326"/>
                <a:gd name="connsiteX37" fmla="*/ 48052 w 116936"/>
                <a:gd name="connsiteY37" fmla="*/ 75203 h 179326"/>
                <a:gd name="connsiteX38" fmla="*/ 54442 w 116936"/>
                <a:gd name="connsiteY38" fmla="*/ 68819 h 179326"/>
                <a:gd name="connsiteX39" fmla="*/ 54442 w 116936"/>
                <a:gd name="connsiteY39" fmla="*/ 48007 h 179326"/>
                <a:gd name="connsiteX40" fmla="*/ 55593 w 116936"/>
                <a:gd name="connsiteY40" fmla="*/ 45262 h 179326"/>
                <a:gd name="connsiteX41" fmla="*/ 58468 w 116936"/>
                <a:gd name="connsiteY41" fmla="*/ 43986 h 179326"/>
                <a:gd name="connsiteX42" fmla="*/ 62494 w 116936"/>
                <a:gd name="connsiteY42" fmla="*/ 48007 h 179326"/>
                <a:gd name="connsiteX43" fmla="*/ 62494 w 116936"/>
                <a:gd name="connsiteY43" fmla="*/ 58413 h 179326"/>
                <a:gd name="connsiteX44" fmla="*/ 62494 w 116936"/>
                <a:gd name="connsiteY44" fmla="*/ 58413 h 179326"/>
                <a:gd name="connsiteX45" fmla="*/ 62494 w 116936"/>
                <a:gd name="connsiteY45" fmla="*/ 58413 h 179326"/>
                <a:gd name="connsiteX46" fmla="*/ 62494 w 116936"/>
                <a:gd name="connsiteY46" fmla="*/ 73990 h 179326"/>
                <a:gd name="connsiteX47" fmla="*/ 68884 w 116936"/>
                <a:gd name="connsiteY47" fmla="*/ 80374 h 179326"/>
                <a:gd name="connsiteX48" fmla="*/ 75274 w 116936"/>
                <a:gd name="connsiteY48" fmla="*/ 73990 h 179326"/>
                <a:gd name="connsiteX49" fmla="*/ 75274 w 116936"/>
                <a:gd name="connsiteY49" fmla="*/ 58349 h 179326"/>
                <a:gd name="connsiteX50" fmla="*/ 76424 w 116936"/>
                <a:gd name="connsiteY50" fmla="*/ 55604 h 179326"/>
                <a:gd name="connsiteX51" fmla="*/ 79299 w 116936"/>
                <a:gd name="connsiteY51" fmla="*/ 54328 h 179326"/>
                <a:gd name="connsiteX52" fmla="*/ 83325 w 116936"/>
                <a:gd name="connsiteY52" fmla="*/ 58349 h 179326"/>
                <a:gd name="connsiteX53" fmla="*/ 83325 w 116936"/>
                <a:gd name="connsiteY53" fmla="*/ 82098 h 179326"/>
                <a:gd name="connsiteX54" fmla="*/ 89715 w 116936"/>
                <a:gd name="connsiteY54" fmla="*/ 88482 h 179326"/>
                <a:gd name="connsiteX55" fmla="*/ 96105 w 116936"/>
                <a:gd name="connsiteY55" fmla="*/ 82098 h 179326"/>
                <a:gd name="connsiteX56" fmla="*/ 96105 w 116936"/>
                <a:gd name="connsiteY56" fmla="*/ 68755 h 179326"/>
                <a:gd name="connsiteX57" fmla="*/ 97255 w 116936"/>
                <a:gd name="connsiteY57" fmla="*/ 66010 h 179326"/>
                <a:gd name="connsiteX58" fmla="*/ 100131 w 116936"/>
                <a:gd name="connsiteY58" fmla="*/ 64733 h 179326"/>
                <a:gd name="connsiteX59" fmla="*/ 104156 w 116936"/>
                <a:gd name="connsiteY59" fmla="*/ 68755 h 179326"/>
                <a:gd name="connsiteX60" fmla="*/ 104156 w 116936"/>
                <a:gd name="connsiteY60" fmla="*/ 114465 h 179326"/>
                <a:gd name="connsiteX61" fmla="*/ 100450 w 116936"/>
                <a:gd name="connsiteY61" fmla="*/ 128254 h 179326"/>
                <a:gd name="connsiteX62" fmla="*/ 93741 w 116936"/>
                <a:gd name="connsiteY62" fmla="*/ 152067 h 179326"/>
                <a:gd name="connsiteX63" fmla="*/ 93741 w 116936"/>
                <a:gd name="connsiteY63" fmla="*/ 172942 h 179326"/>
                <a:gd name="connsiteX64" fmla="*/ 100131 w 116936"/>
                <a:gd name="connsiteY64" fmla="*/ 179326 h 179326"/>
                <a:gd name="connsiteX65" fmla="*/ 106521 w 116936"/>
                <a:gd name="connsiteY65" fmla="*/ 172942 h 179326"/>
                <a:gd name="connsiteX66" fmla="*/ 106521 w 116936"/>
                <a:gd name="connsiteY66" fmla="*/ 152130 h 179326"/>
                <a:gd name="connsiteX67" fmla="*/ 111441 w 116936"/>
                <a:gd name="connsiteY67" fmla="*/ 134894 h 179326"/>
                <a:gd name="connsiteX68" fmla="*/ 116936 w 116936"/>
                <a:gd name="connsiteY68" fmla="*/ 114529 h 179326"/>
                <a:gd name="connsiteX69" fmla="*/ 116936 w 116936"/>
                <a:gd name="connsiteY69" fmla="*/ 68819 h 179326"/>
                <a:gd name="connsiteX70" fmla="*/ 100194 w 116936"/>
                <a:gd name="connsiteY70" fmla="*/ 52029 h 17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6936" h="179326">
                  <a:moveTo>
                    <a:pt x="100194" y="52029"/>
                  </a:moveTo>
                  <a:cubicBezTo>
                    <a:pt x="98469" y="52029"/>
                    <a:pt x="96808" y="52412"/>
                    <a:pt x="95146" y="52923"/>
                  </a:cubicBezTo>
                  <a:cubicBezTo>
                    <a:pt x="92846" y="46348"/>
                    <a:pt x="86648" y="41623"/>
                    <a:pt x="79363" y="41623"/>
                  </a:cubicBezTo>
                  <a:cubicBezTo>
                    <a:pt x="77638" y="41623"/>
                    <a:pt x="75976" y="42007"/>
                    <a:pt x="74315" y="42517"/>
                  </a:cubicBezTo>
                  <a:cubicBezTo>
                    <a:pt x="72015" y="35942"/>
                    <a:pt x="65816" y="31218"/>
                    <a:pt x="58532" y="31218"/>
                  </a:cubicBezTo>
                  <a:cubicBezTo>
                    <a:pt x="57190" y="31218"/>
                    <a:pt x="55848" y="31473"/>
                    <a:pt x="54506" y="31792"/>
                  </a:cubicBezTo>
                  <a:lnTo>
                    <a:pt x="54506" y="16790"/>
                  </a:lnTo>
                  <a:cubicBezTo>
                    <a:pt x="54506" y="7533"/>
                    <a:pt x="46966" y="0"/>
                    <a:pt x="37701" y="0"/>
                  </a:cubicBezTo>
                  <a:cubicBezTo>
                    <a:pt x="33292" y="0"/>
                    <a:pt x="28947" y="1851"/>
                    <a:pt x="25752" y="5043"/>
                  </a:cubicBezTo>
                  <a:cubicBezTo>
                    <a:pt x="22621" y="8235"/>
                    <a:pt x="20831" y="12385"/>
                    <a:pt x="20895" y="16790"/>
                  </a:cubicBezTo>
                  <a:lnTo>
                    <a:pt x="20895" y="55413"/>
                  </a:lnTo>
                  <a:cubicBezTo>
                    <a:pt x="20640" y="55285"/>
                    <a:pt x="20448" y="55158"/>
                    <a:pt x="20192" y="55030"/>
                  </a:cubicBezTo>
                  <a:cubicBezTo>
                    <a:pt x="15847" y="52859"/>
                    <a:pt x="10735" y="53115"/>
                    <a:pt x="6582" y="55668"/>
                  </a:cubicBezTo>
                  <a:cubicBezTo>
                    <a:pt x="2492" y="58222"/>
                    <a:pt x="0" y="62627"/>
                    <a:pt x="0" y="67415"/>
                  </a:cubicBezTo>
                  <a:lnTo>
                    <a:pt x="0" y="105208"/>
                  </a:lnTo>
                  <a:cubicBezTo>
                    <a:pt x="0" y="117721"/>
                    <a:pt x="5496" y="129914"/>
                    <a:pt x="14633" y="137958"/>
                  </a:cubicBezTo>
                  <a:cubicBezTo>
                    <a:pt x="21726" y="144150"/>
                    <a:pt x="26071" y="148364"/>
                    <a:pt x="26071" y="157301"/>
                  </a:cubicBezTo>
                  <a:lnTo>
                    <a:pt x="26071" y="172942"/>
                  </a:lnTo>
                  <a:cubicBezTo>
                    <a:pt x="26071" y="176453"/>
                    <a:pt x="28947" y="179326"/>
                    <a:pt x="32461" y="179326"/>
                  </a:cubicBezTo>
                  <a:cubicBezTo>
                    <a:pt x="35975" y="179326"/>
                    <a:pt x="38851" y="176453"/>
                    <a:pt x="38851" y="172942"/>
                  </a:cubicBezTo>
                  <a:lnTo>
                    <a:pt x="38851" y="157301"/>
                  </a:lnTo>
                  <a:cubicBezTo>
                    <a:pt x="38851" y="142171"/>
                    <a:pt x="30097" y="134511"/>
                    <a:pt x="23068" y="128382"/>
                  </a:cubicBezTo>
                  <a:cubicBezTo>
                    <a:pt x="20640" y="126275"/>
                    <a:pt x="12780" y="118359"/>
                    <a:pt x="12780" y="105272"/>
                  </a:cubicBezTo>
                  <a:lnTo>
                    <a:pt x="12780" y="67479"/>
                  </a:lnTo>
                  <a:cubicBezTo>
                    <a:pt x="12780" y="67351"/>
                    <a:pt x="12780" y="66904"/>
                    <a:pt x="13291" y="66585"/>
                  </a:cubicBezTo>
                  <a:cubicBezTo>
                    <a:pt x="13547" y="66393"/>
                    <a:pt x="13994" y="66266"/>
                    <a:pt x="14505" y="66521"/>
                  </a:cubicBezTo>
                  <a:cubicBezTo>
                    <a:pt x="19745" y="69138"/>
                    <a:pt x="20831" y="74884"/>
                    <a:pt x="20831" y="79289"/>
                  </a:cubicBezTo>
                  <a:lnTo>
                    <a:pt x="20831" y="89695"/>
                  </a:lnTo>
                  <a:cubicBezTo>
                    <a:pt x="20831" y="93206"/>
                    <a:pt x="23707" y="96079"/>
                    <a:pt x="27221" y="96079"/>
                  </a:cubicBezTo>
                  <a:cubicBezTo>
                    <a:pt x="30736" y="96079"/>
                    <a:pt x="33611" y="93206"/>
                    <a:pt x="33611" y="89695"/>
                  </a:cubicBezTo>
                  <a:lnTo>
                    <a:pt x="33611" y="16790"/>
                  </a:lnTo>
                  <a:cubicBezTo>
                    <a:pt x="33611" y="15705"/>
                    <a:pt x="33995" y="14811"/>
                    <a:pt x="34761" y="14045"/>
                  </a:cubicBezTo>
                  <a:cubicBezTo>
                    <a:pt x="35528" y="13279"/>
                    <a:pt x="36678" y="12768"/>
                    <a:pt x="37637" y="12768"/>
                  </a:cubicBezTo>
                  <a:cubicBezTo>
                    <a:pt x="39298" y="12768"/>
                    <a:pt x="41663" y="14172"/>
                    <a:pt x="41663" y="16790"/>
                  </a:cubicBezTo>
                  <a:lnTo>
                    <a:pt x="41663" y="48007"/>
                  </a:lnTo>
                  <a:cubicBezTo>
                    <a:pt x="41663" y="48007"/>
                    <a:pt x="41663" y="48007"/>
                    <a:pt x="41663" y="48007"/>
                  </a:cubicBezTo>
                  <a:lnTo>
                    <a:pt x="41663" y="68819"/>
                  </a:lnTo>
                  <a:cubicBezTo>
                    <a:pt x="41663" y="72330"/>
                    <a:pt x="44538" y="75203"/>
                    <a:pt x="48052" y="75203"/>
                  </a:cubicBezTo>
                  <a:cubicBezTo>
                    <a:pt x="51567" y="75203"/>
                    <a:pt x="54442" y="72330"/>
                    <a:pt x="54442" y="68819"/>
                  </a:cubicBezTo>
                  <a:lnTo>
                    <a:pt x="54442" y="48007"/>
                  </a:lnTo>
                  <a:cubicBezTo>
                    <a:pt x="54442" y="46922"/>
                    <a:pt x="54826" y="46028"/>
                    <a:pt x="55593" y="45262"/>
                  </a:cubicBezTo>
                  <a:cubicBezTo>
                    <a:pt x="56359" y="44496"/>
                    <a:pt x="57509" y="43986"/>
                    <a:pt x="58468" y="43986"/>
                  </a:cubicBezTo>
                  <a:cubicBezTo>
                    <a:pt x="60130" y="43986"/>
                    <a:pt x="62494" y="45390"/>
                    <a:pt x="62494" y="48007"/>
                  </a:cubicBezTo>
                  <a:lnTo>
                    <a:pt x="62494" y="58413"/>
                  </a:lnTo>
                  <a:cubicBezTo>
                    <a:pt x="62494" y="58413"/>
                    <a:pt x="62494" y="58413"/>
                    <a:pt x="62494" y="58413"/>
                  </a:cubicBezTo>
                  <a:cubicBezTo>
                    <a:pt x="62494" y="58413"/>
                    <a:pt x="62494" y="58413"/>
                    <a:pt x="62494" y="58413"/>
                  </a:cubicBezTo>
                  <a:lnTo>
                    <a:pt x="62494" y="73990"/>
                  </a:lnTo>
                  <a:cubicBezTo>
                    <a:pt x="62494" y="77501"/>
                    <a:pt x="65369" y="80374"/>
                    <a:pt x="68884" y="80374"/>
                  </a:cubicBezTo>
                  <a:cubicBezTo>
                    <a:pt x="72398" y="80374"/>
                    <a:pt x="75274" y="77501"/>
                    <a:pt x="75274" y="73990"/>
                  </a:cubicBezTo>
                  <a:lnTo>
                    <a:pt x="75274" y="58349"/>
                  </a:lnTo>
                  <a:cubicBezTo>
                    <a:pt x="75274" y="57328"/>
                    <a:pt x="75657" y="56370"/>
                    <a:pt x="76424" y="55604"/>
                  </a:cubicBezTo>
                  <a:cubicBezTo>
                    <a:pt x="77191" y="54838"/>
                    <a:pt x="78341" y="54328"/>
                    <a:pt x="79299" y="54328"/>
                  </a:cubicBezTo>
                  <a:cubicBezTo>
                    <a:pt x="80961" y="54328"/>
                    <a:pt x="83325" y="55732"/>
                    <a:pt x="83325" y="58349"/>
                  </a:cubicBezTo>
                  <a:lnTo>
                    <a:pt x="83325" y="82098"/>
                  </a:lnTo>
                  <a:cubicBezTo>
                    <a:pt x="83325" y="85609"/>
                    <a:pt x="86200" y="88482"/>
                    <a:pt x="89715" y="88482"/>
                  </a:cubicBezTo>
                  <a:cubicBezTo>
                    <a:pt x="93229" y="88482"/>
                    <a:pt x="96105" y="85609"/>
                    <a:pt x="96105" y="82098"/>
                  </a:cubicBezTo>
                  <a:lnTo>
                    <a:pt x="96105" y="68755"/>
                  </a:lnTo>
                  <a:cubicBezTo>
                    <a:pt x="96105" y="67670"/>
                    <a:pt x="96488" y="66776"/>
                    <a:pt x="97255" y="66010"/>
                  </a:cubicBezTo>
                  <a:cubicBezTo>
                    <a:pt x="98022" y="65244"/>
                    <a:pt x="99172" y="64733"/>
                    <a:pt x="100131" y="64733"/>
                  </a:cubicBezTo>
                  <a:cubicBezTo>
                    <a:pt x="101792" y="64733"/>
                    <a:pt x="104156" y="66138"/>
                    <a:pt x="104156" y="68755"/>
                  </a:cubicBezTo>
                  <a:lnTo>
                    <a:pt x="104156" y="114465"/>
                  </a:lnTo>
                  <a:cubicBezTo>
                    <a:pt x="104156" y="119508"/>
                    <a:pt x="102878" y="124296"/>
                    <a:pt x="100450" y="128254"/>
                  </a:cubicBezTo>
                  <a:cubicBezTo>
                    <a:pt x="94060" y="138916"/>
                    <a:pt x="93741" y="142682"/>
                    <a:pt x="93741" y="152067"/>
                  </a:cubicBezTo>
                  <a:lnTo>
                    <a:pt x="93741" y="172942"/>
                  </a:lnTo>
                  <a:cubicBezTo>
                    <a:pt x="93741" y="176453"/>
                    <a:pt x="96616" y="179326"/>
                    <a:pt x="100131" y="179326"/>
                  </a:cubicBezTo>
                  <a:cubicBezTo>
                    <a:pt x="103645" y="179326"/>
                    <a:pt x="106521" y="176453"/>
                    <a:pt x="106521" y="172942"/>
                  </a:cubicBezTo>
                  <a:lnTo>
                    <a:pt x="106521" y="152130"/>
                  </a:lnTo>
                  <a:cubicBezTo>
                    <a:pt x="106521" y="144470"/>
                    <a:pt x="106521" y="143129"/>
                    <a:pt x="111441" y="134894"/>
                  </a:cubicBezTo>
                  <a:cubicBezTo>
                    <a:pt x="115019" y="128893"/>
                    <a:pt x="116936" y="121870"/>
                    <a:pt x="116936" y="114529"/>
                  </a:cubicBezTo>
                  <a:lnTo>
                    <a:pt x="116936" y="68819"/>
                  </a:lnTo>
                  <a:cubicBezTo>
                    <a:pt x="117000" y="59562"/>
                    <a:pt x="109460" y="52029"/>
                    <a:pt x="100194" y="52029"/>
                  </a:cubicBezTo>
                  <a:close/>
                </a:path>
              </a:pathLst>
            </a:custGeom>
            <a:solidFill>
              <a:srgbClr val="00A3E0"/>
            </a:solidFill>
            <a:ln w="6390" cap="flat">
              <a:noFill/>
              <a:prstDash val="solid"/>
              <a:miter/>
            </a:ln>
          </p:spPr>
          <p:txBody>
            <a:bodyPr rtlCol="0" anchor="ctr"/>
            <a:lstStyle/>
            <a:p>
              <a:endParaRPr lang="en-US"/>
            </a:p>
          </p:txBody>
        </p:sp>
      </p:grpSp>
      <p:grpSp>
        <p:nvGrpSpPr>
          <p:cNvPr id="433" name="Graphic 4">
            <a:extLst>
              <a:ext uri="{FF2B5EF4-FFF2-40B4-BE49-F238E27FC236}">
                <a16:creationId xmlns:a16="http://schemas.microsoft.com/office/drawing/2014/main" id="{B9E8725A-F8D1-D343-90ED-B6B5792FD666}"/>
              </a:ext>
            </a:extLst>
          </p:cNvPr>
          <p:cNvGrpSpPr/>
          <p:nvPr/>
        </p:nvGrpSpPr>
        <p:grpSpPr>
          <a:xfrm>
            <a:off x="4661267" y="2855462"/>
            <a:ext cx="362309" cy="361971"/>
            <a:chOff x="4661267" y="2855462"/>
            <a:chExt cx="362309" cy="361971"/>
          </a:xfrm>
          <a:solidFill>
            <a:srgbClr val="00A3E0"/>
          </a:solidFill>
        </p:grpSpPr>
        <p:sp>
          <p:nvSpPr>
            <p:cNvPr id="434" name="Freeform 433">
              <a:extLst>
                <a:ext uri="{FF2B5EF4-FFF2-40B4-BE49-F238E27FC236}">
                  <a16:creationId xmlns:a16="http://schemas.microsoft.com/office/drawing/2014/main" id="{B3F988B6-96BE-4949-85DD-AAA6D5285688}"/>
                </a:ext>
              </a:extLst>
            </p:cNvPr>
            <p:cNvSpPr/>
            <p:nvPr/>
          </p:nvSpPr>
          <p:spPr>
            <a:xfrm>
              <a:off x="4661267" y="2855462"/>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30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10" y="280959"/>
                    <a:pt x="362310" y="180986"/>
                  </a:cubicBezTo>
                  <a:cubicBezTo>
                    <a:pt x="362310" y="81013"/>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30" y="88163"/>
                    <a:pt x="349530" y="180922"/>
                  </a:cubicBezTo>
                  <a:cubicBezTo>
                    <a:pt x="349530" y="273681"/>
                    <a:pt x="273937"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435" name="Freeform 434">
              <a:extLst>
                <a:ext uri="{FF2B5EF4-FFF2-40B4-BE49-F238E27FC236}">
                  <a16:creationId xmlns:a16="http://schemas.microsoft.com/office/drawing/2014/main" id="{6D67D0F3-5853-434F-B727-C937F3FA4A01}"/>
                </a:ext>
              </a:extLst>
            </p:cNvPr>
            <p:cNvSpPr/>
            <p:nvPr/>
          </p:nvSpPr>
          <p:spPr>
            <a:xfrm>
              <a:off x="4824338" y="2914386"/>
              <a:ext cx="99810" cy="99717"/>
            </a:xfrm>
            <a:custGeom>
              <a:avLst/>
              <a:gdLst>
                <a:gd name="connsiteX0" fmla="*/ 49905 w 99810"/>
                <a:gd name="connsiteY0" fmla="*/ 0 h 99717"/>
                <a:gd name="connsiteX1" fmla="*/ 0 w 99810"/>
                <a:gd name="connsiteY1" fmla="*/ 49859 h 99717"/>
                <a:gd name="connsiteX2" fmla="*/ 49905 w 99810"/>
                <a:gd name="connsiteY2" fmla="*/ 99718 h 99717"/>
                <a:gd name="connsiteX3" fmla="*/ 99811 w 99810"/>
                <a:gd name="connsiteY3" fmla="*/ 49859 h 99717"/>
                <a:gd name="connsiteX4" fmla="*/ 49905 w 99810"/>
                <a:gd name="connsiteY4" fmla="*/ 0 h 99717"/>
                <a:gd name="connsiteX5" fmla="*/ 49905 w 99810"/>
                <a:gd name="connsiteY5" fmla="*/ 87014 h 99717"/>
                <a:gd name="connsiteX6" fmla="*/ 12780 w 99810"/>
                <a:gd name="connsiteY6" fmla="*/ 49923 h 99717"/>
                <a:gd name="connsiteX7" fmla="*/ 49905 w 99810"/>
                <a:gd name="connsiteY7" fmla="*/ 12832 h 99717"/>
                <a:gd name="connsiteX8" fmla="*/ 87031 w 99810"/>
                <a:gd name="connsiteY8" fmla="*/ 49923 h 99717"/>
                <a:gd name="connsiteX9" fmla="*/ 49905 w 99810"/>
                <a:gd name="connsiteY9" fmla="*/ 87014 h 9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9810" h="99717">
                  <a:moveTo>
                    <a:pt x="49905" y="0"/>
                  </a:moveTo>
                  <a:cubicBezTo>
                    <a:pt x="22365" y="0"/>
                    <a:pt x="0" y="22408"/>
                    <a:pt x="0" y="49859"/>
                  </a:cubicBezTo>
                  <a:cubicBezTo>
                    <a:pt x="0" y="77310"/>
                    <a:pt x="22429" y="99718"/>
                    <a:pt x="49905" y="99718"/>
                  </a:cubicBezTo>
                  <a:cubicBezTo>
                    <a:pt x="77446" y="99718"/>
                    <a:pt x="99811" y="77310"/>
                    <a:pt x="99811" y="49859"/>
                  </a:cubicBezTo>
                  <a:cubicBezTo>
                    <a:pt x="99811" y="22408"/>
                    <a:pt x="77446" y="0"/>
                    <a:pt x="49905" y="0"/>
                  </a:cubicBezTo>
                  <a:close/>
                  <a:moveTo>
                    <a:pt x="49905" y="87014"/>
                  </a:moveTo>
                  <a:cubicBezTo>
                    <a:pt x="29394" y="87014"/>
                    <a:pt x="12780" y="70351"/>
                    <a:pt x="12780" y="49923"/>
                  </a:cubicBezTo>
                  <a:cubicBezTo>
                    <a:pt x="12780" y="29494"/>
                    <a:pt x="29458" y="12832"/>
                    <a:pt x="49905" y="12832"/>
                  </a:cubicBezTo>
                  <a:cubicBezTo>
                    <a:pt x="70353" y="12832"/>
                    <a:pt x="87031" y="29494"/>
                    <a:pt x="87031" y="49923"/>
                  </a:cubicBezTo>
                  <a:cubicBezTo>
                    <a:pt x="87031" y="70351"/>
                    <a:pt x="70417" y="87014"/>
                    <a:pt x="49905" y="87014"/>
                  </a:cubicBezTo>
                  <a:close/>
                </a:path>
              </a:pathLst>
            </a:custGeom>
            <a:solidFill>
              <a:srgbClr val="00A3E0"/>
            </a:solidFill>
            <a:ln w="6390" cap="flat">
              <a:noFill/>
              <a:prstDash val="solid"/>
              <a:miter/>
            </a:ln>
          </p:spPr>
          <p:txBody>
            <a:bodyPr rtlCol="0" anchor="ctr"/>
            <a:lstStyle/>
            <a:p>
              <a:endParaRPr lang="en-US"/>
            </a:p>
          </p:txBody>
        </p:sp>
        <p:sp>
          <p:nvSpPr>
            <p:cNvPr id="436" name="Freeform 435">
              <a:extLst>
                <a:ext uri="{FF2B5EF4-FFF2-40B4-BE49-F238E27FC236}">
                  <a16:creationId xmlns:a16="http://schemas.microsoft.com/office/drawing/2014/main" id="{71365A33-9BB1-9248-969E-B1AB36B2B8FB}"/>
                </a:ext>
              </a:extLst>
            </p:cNvPr>
            <p:cNvSpPr/>
            <p:nvPr/>
          </p:nvSpPr>
          <p:spPr>
            <a:xfrm>
              <a:off x="4853349" y="2936155"/>
              <a:ext cx="27284" cy="34537"/>
            </a:xfrm>
            <a:custGeom>
              <a:avLst/>
              <a:gdLst>
                <a:gd name="connsiteX0" fmla="*/ 20895 w 27284"/>
                <a:gd name="connsiteY0" fmla="*/ 0 h 34537"/>
                <a:gd name="connsiteX1" fmla="*/ 14505 w 27284"/>
                <a:gd name="connsiteY1" fmla="*/ 6384 h 34537"/>
                <a:gd name="connsiteX2" fmla="*/ 14505 w 27284"/>
                <a:gd name="connsiteY2" fmla="*/ 21769 h 34537"/>
                <a:gd name="connsiteX3" fmla="*/ 6390 w 27284"/>
                <a:gd name="connsiteY3" fmla="*/ 21769 h 34537"/>
                <a:gd name="connsiteX4" fmla="*/ 0 w 27284"/>
                <a:gd name="connsiteY4" fmla="*/ 28153 h 34537"/>
                <a:gd name="connsiteX5" fmla="*/ 6390 w 27284"/>
                <a:gd name="connsiteY5" fmla="*/ 34537 h 34537"/>
                <a:gd name="connsiteX6" fmla="*/ 20895 w 27284"/>
                <a:gd name="connsiteY6" fmla="*/ 34537 h 34537"/>
                <a:gd name="connsiteX7" fmla="*/ 27285 w 27284"/>
                <a:gd name="connsiteY7" fmla="*/ 28153 h 34537"/>
                <a:gd name="connsiteX8" fmla="*/ 27285 w 27284"/>
                <a:gd name="connsiteY8" fmla="*/ 6384 h 34537"/>
                <a:gd name="connsiteX9" fmla="*/ 20895 w 27284"/>
                <a:gd name="connsiteY9" fmla="*/ 0 h 34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84" h="34537">
                  <a:moveTo>
                    <a:pt x="20895" y="0"/>
                  </a:moveTo>
                  <a:cubicBezTo>
                    <a:pt x="17380" y="0"/>
                    <a:pt x="14505" y="2873"/>
                    <a:pt x="14505" y="6384"/>
                  </a:cubicBezTo>
                  <a:lnTo>
                    <a:pt x="14505" y="21769"/>
                  </a:lnTo>
                  <a:lnTo>
                    <a:pt x="6390" y="21769"/>
                  </a:lnTo>
                  <a:cubicBezTo>
                    <a:pt x="2875" y="21769"/>
                    <a:pt x="0" y="24642"/>
                    <a:pt x="0" y="28153"/>
                  </a:cubicBezTo>
                  <a:cubicBezTo>
                    <a:pt x="0" y="31665"/>
                    <a:pt x="2875" y="34537"/>
                    <a:pt x="6390" y="34537"/>
                  </a:cubicBezTo>
                  <a:lnTo>
                    <a:pt x="20895" y="34537"/>
                  </a:lnTo>
                  <a:cubicBezTo>
                    <a:pt x="24409" y="34537"/>
                    <a:pt x="27285" y="31665"/>
                    <a:pt x="27285" y="28153"/>
                  </a:cubicBezTo>
                  <a:lnTo>
                    <a:pt x="27285" y="6384"/>
                  </a:lnTo>
                  <a:cubicBezTo>
                    <a:pt x="27285" y="2873"/>
                    <a:pt x="24409" y="0"/>
                    <a:pt x="20895" y="0"/>
                  </a:cubicBezTo>
                  <a:close/>
                </a:path>
              </a:pathLst>
            </a:custGeom>
            <a:solidFill>
              <a:srgbClr val="00A3E0"/>
            </a:solidFill>
            <a:ln w="6390" cap="flat">
              <a:noFill/>
              <a:prstDash val="solid"/>
              <a:miter/>
            </a:ln>
          </p:spPr>
          <p:txBody>
            <a:bodyPr rtlCol="0" anchor="ctr"/>
            <a:lstStyle/>
            <a:p>
              <a:endParaRPr lang="en-US"/>
            </a:p>
          </p:txBody>
        </p:sp>
        <p:sp>
          <p:nvSpPr>
            <p:cNvPr id="437" name="Freeform 436">
              <a:extLst>
                <a:ext uri="{FF2B5EF4-FFF2-40B4-BE49-F238E27FC236}">
                  <a16:creationId xmlns:a16="http://schemas.microsoft.com/office/drawing/2014/main" id="{EDDCDE1E-DDC4-5C44-91F3-ABE898D39D48}"/>
                </a:ext>
              </a:extLst>
            </p:cNvPr>
            <p:cNvSpPr/>
            <p:nvPr/>
          </p:nvSpPr>
          <p:spPr>
            <a:xfrm>
              <a:off x="4760503" y="2978162"/>
              <a:ext cx="117450" cy="180347"/>
            </a:xfrm>
            <a:custGeom>
              <a:avLst/>
              <a:gdLst>
                <a:gd name="connsiteX0" fmla="*/ 100769 w 117450"/>
                <a:gd name="connsiteY0" fmla="*/ 52349 h 180347"/>
                <a:gd name="connsiteX1" fmla="*/ 95657 w 117450"/>
                <a:gd name="connsiteY1" fmla="*/ 53242 h 180347"/>
                <a:gd name="connsiteX2" fmla="*/ 79810 w 117450"/>
                <a:gd name="connsiteY2" fmla="*/ 41879 h 180347"/>
                <a:gd name="connsiteX3" fmla="*/ 74698 w 117450"/>
                <a:gd name="connsiteY3" fmla="*/ 42773 h 180347"/>
                <a:gd name="connsiteX4" fmla="*/ 58851 w 117450"/>
                <a:gd name="connsiteY4" fmla="*/ 31409 h 180347"/>
                <a:gd name="connsiteX5" fmla="*/ 54762 w 117450"/>
                <a:gd name="connsiteY5" fmla="*/ 31984 h 180347"/>
                <a:gd name="connsiteX6" fmla="*/ 54762 w 117450"/>
                <a:gd name="connsiteY6" fmla="*/ 16854 h 180347"/>
                <a:gd name="connsiteX7" fmla="*/ 37892 w 117450"/>
                <a:gd name="connsiteY7" fmla="*/ 0 h 180347"/>
                <a:gd name="connsiteX8" fmla="*/ 25943 w 117450"/>
                <a:gd name="connsiteY8" fmla="*/ 5043 h 180347"/>
                <a:gd name="connsiteX9" fmla="*/ 21023 w 117450"/>
                <a:gd name="connsiteY9" fmla="*/ 16854 h 180347"/>
                <a:gd name="connsiteX10" fmla="*/ 21023 w 117450"/>
                <a:gd name="connsiteY10" fmla="*/ 55796 h 180347"/>
                <a:gd name="connsiteX11" fmla="*/ 20256 w 117450"/>
                <a:gd name="connsiteY11" fmla="*/ 55349 h 180347"/>
                <a:gd name="connsiteX12" fmla="*/ 6582 w 117450"/>
                <a:gd name="connsiteY12" fmla="*/ 55987 h 180347"/>
                <a:gd name="connsiteX13" fmla="*/ 0 w 117450"/>
                <a:gd name="connsiteY13" fmla="*/ 67798 h 180347"/>
                <a:gd name="connsiteX14" fmla="*/ 0 w 117450"/>
                <a:gd name="connsiteY14" fmla="*/ 105846 h 180347"/>
                <a:gd name="connsiteX15" fmla="*/ 14697 w 117450"/>
                <a:gd name="connsiteY15" fmla="*/ 138724 h 180347"/>
                <a:gd name="connsiteX16" fmla="*/ 26199 w 117450"/>
                <a:gd name="connsiteY16" fmla="*/ 158195 h 180347"/>
                <a:gd name="connsiteX17" fmla="*/ 26199 w 117450"/>
                <a:gd name="connsiteY17" fmla="*/ 173900 h 180347"/>
                <a:gd name="connsiteX18" fmla="*/ 32589 w 117450"/>
                <a:gd name="connsiteY18" fmla="*/ 180284 h 180347"/>
                <a:gd name="connsiteX19" fmla="*/ 38978 w 117450"/>
                <a:gd name="connsiteY19" fmla="*/ 173900 h 180347"/>
                <a:gd name="connsiteX20" fmla="*/ 38978 w 117450"/>
                <a:gd name="connsiteY20" fmla="*/ 158195 h 180347"/>
                <a:gd name="connsiteX21" fmla="*/ 23132 w 117450"/>
                <a:gd name="connsiteY21" fmla="*/ 129148 h 180347"/>
                <a:gd name="connsiteX22" fmla="*/ 12780 w 117450"/>
                <a:gd name="connsiteY22" fmla="*/ 105846 h 180347"/>
                <a:gd name="connsiteX23" fmla="*/ 12780 w 117450"/>
                <a:gd name="connsiteY23" fmla="*/ 67798 h 180347"/>
                <a:gd name="connsiteX24" fmla="*/ 13291 w 117450"/>
                <a:gd name="connsiteY24" fmla="*/ 66840 h 180347"/>
                <a:gd name="connsiteX25" fmla="*/ 14505 w 117450"/>
                <a:gd name="connsiteY25" fmla="*/ 66776 h 180347"/>
                <a:gd name="connsiteX26" fmla="*/ 20895 w 117450"/>
                <a:gd name="connsiteY26" fmla="*/ 79672 h 180347"/>
                <a:gd name="connsiteX27" fmla="*/ 20895 w 117450"/>
                <a:gd name="connsiteY27" fmla="*/ 90142 h 180347"/>
                <a:gd name="connsiteX28" fmla="*/ 27285 w 117450"/>
                <a:gd name="connsiteY28" fmla="*/ 96526 h 180347"/>
                <a:gd name="connsiteX29" fmla="*/ 33675 w 117450"/>
                <a:gd name="connsiteY29" fmla="*/ 90142 h 180347"/>
                <a:gd name="connsiteX30" fmla="*/ 33675 w 117450"/>
                <a:gd name="connsiteY30" fmla="*/ 16854 h 180347"/>
                <a:gd name="connsiteX31" fmla="*/ 34825 w 117450"/>
                <a:gd name="connsiteY31" fmla="*/ 14045 h 180347"/>
                <a:gd name="connsiteX32" fmla="*/ 37764 w 117450"/>
                <a:gd name="connsiteY32" fmla="*/ 12768 h 180347"/>
                <a:gd name="connsiteX33" fmla="*/ 41854 w 117450"/>
                <a:gd name="connsiteY33" fmla="*/ 16854 h 180347"/>
                <a:gd name="connsiteX34" fmla="*/ 41854 w 117450"/>
                <a:gd name="connsiteY34" fmla="*/ 48263 h 180347"/>
                <a:gd name="connsiteX35" fmla="*/ 41854 w 117450"/>
                <a:gd name="connsiteY35" fmla="*/ 48263 h 180347"/>
                <a:gd name="connsiteX36" fmla="*/ 41854 w 117450"/>
                <a:gd name="connsiteY36" fmla="*/ 69202 h 180347"/>
                <a:gd name="connsiteX37" fmla="*/ 48244 w 117450"/>
                <a:gd name="connsiteY37" fmla="*/ 75586 h 180347"/>
                <a:gd name="connsiteX38" fmla="*/ 54634 w 117450"/>
                <a:gd name="connsiteY38" fmla="*/ 69202 h 180347"/>
                <a:gd name="connsiteX39" fmla="*/ 54634 w 117450"/>
                <a:gd name="connsiteY39" fmla="*/ 48263 h 180347"/>
                <a:gd name="connsiteX40" fmla="*/ 55784 w 117450"/>
                <a:gd name="connsiteY40" fmla="*/ 45518 h 180347"/>
                <a:gd name="connsiteX41" fmla="*/ 58724 w 117450"/>
                <a:gd name="connsiteY41" fmla="*/ 44241 h 180347"/>
                <a:gd name="connsiteX42" fmla="*/ 62813 w 117450"/>
                <a:gd name="connsiteY42" fmla="*/ 48327 h 180347"/>
                <a:gd name="connsiteX43" fmla="*/ 62813 w 117450"/>
                <a:gd name="connsiteY43" fmla="*/ 58796 h 180347"/>
                <a:gd name="connsiteX44" fmla="*/ 62813 w 117450"/>
                <a:gd name="connsiteY44" fmla="*/ 58860 h 180347"/>
                <a:gd name="connsiteX45" fmla="*/ 62813 w 117450"/>
                <a:gd name="connsiteY45" fmla="*/ 58860 h 180347"/>
                <a:gd name="connsiteX46" fmla="*/ 62813 w 117450"/>
                <a:gd name="connsiteY46" fmla="*/ 74565 h 180347"/>
                <a:gd name="connsiteX47" fmla="*/ 69203 w 117450"/>
                <a:gd name="connsiteY47" fmla="*/ 80949 h 180347"/>
                <a:gd name="connsiteX48" fmla="*/ 75593 w 117450"/>
                <a:gd name="connsiteY48" fmla="*/ 74565 h 180347"/>
                <a:gd name="connsiteX49" fmla="*/ 75593 w 117450"/>
                <a:gd name="connsiteY49" fmla="*/ 58860 h 180347"/>
                <a:gd name="connsiteX50" fmla="*/ 76743 w 117450"/>
                <a:gd name="connsiteY50" fmla="*/ 56051 h 180347"/>
                <a:gd name="connsiteX51" fmla="*/ 79682 w 117450"/>
                <a:gd name="connsiteY51" fmla="*/ 54774 h 180347"/>
                <a:gd name="connsiteX52" fmla="*/ 83772 w 117450"/>
                <a:gd name="connsiteY52" fmla="*/ 58860 h 180347"/>
                <a:gd name="connsiteX53" fmla="*/ 83772 w 117450"/>
                <a:gd name="connsiteY53" fmla="*/ 82736 h 180347"/>
                <a:gd name="connsiteX54" fmla="*/ 90162 w 117450"/>
                <a:gd name="connsiteY54" fmla="*/ 89120 h 180347"/>
                <a:gd name="connsiteX55" fmla="*/ 96552 w 117450"/>
                <a:gd name="connsiteY55" fmla="*/ 82736 h 180347"/>
                <a:gd name="connsiteX56" fmla="*/ 96552 w 117450"/>
                <a:gd name="connsiteY56" fmla="*/ 69266 h 180347"/>
                <a:gd name="connsiteX57" fmla="*/ 97702 w 117450"/>
                <a:gd name="connsiteY57" fmla="*/ 66457 h 180347"/>
                <a:gd name="connsiteX58" fmla="*/ 100642 w 117450"/>
                <a:gd name="connsiteY58" fmla="*/ 65180 h 180347"/>
                <a:gd name="connsiteX59" fmla="*/ 104731 w 117450"/>
                <a:gd name="connsiteY59" fmla="*/ 69266 h 180347"/>
                <a:gd name="connsiteX60" fmla="*/ 104731 w 117450"/>
                <a:gd name="connsiteY60" fmla="*/ 115231 h 180347"/>
                <a:gd name="connsiteX61" fmla="*/ 101025 w 117450"/>
                <a:gd name="connsiteY61" fmla="*/ 129148 h 180347"/>
                <a:gd name="connsiteX62" fmla="*/ 94252 w 117450"/>
                <a:gd name="connsiteY62" fmla="*/ 153024 h 180347"/>
                <a:gd name="connsiteX63" fmla="*/ 94252 w 117450"/>
                <a:gd name="connsiteY63" fmla="*/ 173964 h 180347"/>
                <a:gd name="connsiteX64" fmla="*/ 100642 w 117450"/>
                <a:gd name="connsiteY64" fmla="*/ 180348 h 180347"/>
                <a:gd name="connsiteX65" fmla="*/ 107031 w 117450"/>
                <a:gd name="connsiteY65" fmla="*/ 173964 h 180347"/>
                <a:gd name="connsiteX66" fmla="*/ 107031 w 117450"/>
                <a:gd name="connsiteY66" fmla="*/ 153024 h 180347"/>
                <a:gd name="connsiteX67" fmla="*/ 111952 w 117450"/>
                <a:gd name="connsiteY67" fmla="*/ 135724 h 180347"/>
                <a:gd name="connsiteX68" fmla="*/ 117447 w 117450"/>
                <a:gd name="connsiteY68" fmla="*/ 115231 h 180347"/>
                <a:gd name="connsiteX69" fmla="*/ 117447 w 117450"/>
                <a:gd name="connsiteY69" fmla="*/ 69266 h 180347"/>
                <a:gd name="connsiteX70" fmla="*/ 100769 w 117450"/>
                <a:gd name="connsiteY70" fmla="*/ 52349 h 180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7450" h="180347">
                  <a:moveTo>
                    <a:pt x="100769" y="52349"/>
                  </a:moveTo>
                  <a:cubicBezTo>
                    <a:pt x="99044" y="52349"/>
                    <a:pt x="97319" y="52732"/>
                    <a:pt x="95657" y="53242"/>
                  </a:cubicBezTo>
                  <a:cubicBezTo>
                    <a:pt x="93357" y="46667"/>
                    <a:pt x="87159" y="41879"/>
                    <a:pt x="79810" y="41879"/>
                  </a:cubicBezTo>
                  <a:cubicBezTo>
                    <a:pt x="78085" y="41879"/>
                    <a:pt x="76360" y="42262"/>
                    <a:pt x="74698" y="42773"/>
                  </a:cubicBezTo>
                  <a:cubicBezTo>
                    <a:pt x="72398" y="36197"/>
                    <a:pt x="66200" y="31409"/>
                    <a:pt x="58851" y="31409"/>
                  </a:cubicBezTo>
                  <a:cubicBezTo>
                    <a:pt x="57445" y="31409"/>
                    <a:pt x="56104" y="31664"/>
                    <a:pt x="54762" y="31984"/>
                  </a:cubicBezTo>
                  <a:lnTo>
                    <a:pt x="54762" y="16854"/>
                  </a:lnTo>
                  <a:cubicBezTo>
                    <a:pt x="54762" y="7533"/>
                    <a:pt x="47222" y="0"/>
                    <a:pt x="37892" y="0"/>
                  </a:cubicBezTo>
                  <a:cubicBezTo>
                    <a:pt x="33483" y="0"/>
                    <a:pt x="29138" y="1851"/>
                    <a:pt x="25943" y="5043"/>
                  </a:cubicBezTo>
                  <a:cubicBezTo>
                    <a:pt x="22748" y="8235"/>
                    <a:pt x="21023" y="12385"/>
                    <a:pt x="21023" y="16854"/>
                  </a:cubicBezTo>
                  <a:lnTo>
                    <a:pt x="21023" y="55796"/>
                  </a:lnTo>
                  <a:cubicBezTo>
                    <a:pt x="20767" y="55668"/>
                    <a:pt x="20575" y="55477"/>
                    <a:pt x="20256" y="55349"/>
                  </a:cubicBezTo>
                  <a:cubicBezTo>
                    <a:pt x="15847" y="53178"/>
                    <a:pt x="10735" y="53434"/>
                    <a:pt x="6582" y="55987"/>
                  </a:cubicBezTo>
                  <a:cubicBezTo>
                    <a:pt x="2492" y="58541"/>
                    <a:pt x="0" y="62946"/>
                    <a:pt x="0" y="67798"/>
                  </a:cubicBezTo>
                  <a:lnTo>
                    <a:pt x="0" y="105846"/>
                  </a:lnTo>
                  <a:cubicBezTo>
                    <a:pt x="0" y="118359"/>
                    <a:pt x="5495" y="130680"/>
                    <a:pt x="14697" y="138724"/>
                  </a:cubicBezTo>
                  <a:cubicBezTo>
                    <a:pt x="21790" y="144916"/>
                    <a:pt x="26199" y="149194"/>
                    <a:pt x="26199" y="158195"/>
                  </a:cubicBezTo>
                  <a:lnTo>
                    <a:pt x="26199" y="173900"/>
                  </a:lnTo>
                  <a:cubicBezTo>
                    <a:pt x="26199" y="177411"/>
                    <a:pt x="29074" y="180284"/>
                    <a:pt x="32589" y="180284"/>
                  </a:cubicBezTo>
                  <a:cubicBezTo>
                    <a:pt x="36103" y="180284"/>
                    <a:pt x="38978" y="177411"/>
                    <a:pt x="38978" y="173900"/>
                  </a:cubicBezTo>
                  <a:lnTo>
                    <a:pt x="38978" y="158195"/>
                  </a:lnTo>
                  <a:cubicBezTo>
                    <a:pt x="38978" y="143001"/>
                    <a:pt x="30160" y="135340"/>
                    <a:pt x="23132" y="129148"/>
                  </a:cubicBezTo>
                  <a:cubicBezTo>
                    <a:pt x="20703" y="127041"/>
                    <a:pt x="12780" y="119061"/>
                    <a:pt x="12780" y="105846"/>
                  </a:cubicBezTo>
                  <a:lnTo>
                    <a:pt x="12780" y="67798"/>
                  </a:lnTo>
                  <a:cubicBezTo>
                    <a:pt x="12780" y="67670"/>
                    <a:pt x="12780" y="67159"/>
                    <a:pt x="13291" y="66840"/>
                  </a:cubicBezTo>
                  <a:cubicBezTo>
                    <a:pt x="13547" y="66649"/>
                    <a:pt x="13994" y="66521"/>
                    <a:pt x="14505" y="66776"/>
                  </a:cubicBezTo>
                  <a:cubicBezTo>
                    <a:pt x="19809" y="69394"/>
                    <a:pt x="20895" y="75203"/>
                    <a:pt x="20895" y="79672"/>
                  </a:cubicBezTo>
                  <a:lnTo>
                    <a:pt x="20895" y="90142"/>
                  </a:lnTo>
                  <a:cubicBezTo>
                    <a:pt x="20895" y="93653"/>
                    <a:pt x="23770" y="96526"/>
                    <a:pt x="27285" y="96526"/>
                  </a:cubicBezTo>
                  <a:cubicBezTo>
                    <a:pt x="30800" y="96526"/>
                    <a:pt x="33675" y="93653"/>
                    <a:pt x="33675" y="90142"/>
                  </a:cubicBezTo>
                  <a:lnTo>
                    <a:pt x="33675" y="16854"/>
                  </a:lnTo>
                  <a:cubicBezTo>
                    <a:pt x="33675" y="15768"/>
                    <a:pt x="34058" y="14875"/>
                    <a:pt x="34825" y="14045"/>
                  </a:cubicBezTo>
                  <a:cubicBezTo>
                    <a:pt x="35592" y="13279"/>
                    <a:pt x="36742" y="12768"/>
                    <a:pt x="37764" y="12768"/>
                  </a:cubicBezTo>
                  <a:cubicBezTo>
                    <a:pt x="39426" y="12768"/>
                    <a:pt x="41854" y="14236"/>
                    <a:pt x="41854" y="16854"/>
                  </a:cubicBezTo>
                  <a:lnTo>
                    <a:pt x="41854" y="48263"/>
                  </a:lnTo>
                  <a:cubicBezTo>
                    <a:pt x="41854" y="48263"/>
                    <a:pt x="41854" y="48263"/>
                    <a:pt x="41854" y="48263"/>
                  </a:cubicBezTo>
                  <a:lnTo>
                    <a:pt x="41854" y="69202"/>
                  </a:lnTo>
                  <a:cubicBezTo>
                    <a:pt x="41854" y="72713"/>
                    <a:pt x="44730" y="75586"/>
                    <a:pt x="48244" y="75586"/>
                  </a:cubicBezTo>
                  <a:cubicBezTo>
                    <a:pt x="51758" y="75586"/>
                    <a:pt x="54634" y="72713"/>
                    <a:pt x="54634" y="69202"/>
                  </a:cubicBezTo>
                  <a:lnTo>
                    <a:pt x="54634" y="48263"/>
                  </a:lnTo>
                  <a:cubicBezTo>
                    <a:pt x="54634" y="47178"/>
                    <a:pt x="55017" y="46284"/>
                    <a:pt x="55784" y="45518"/>
                  </a:cubicBezTo>
                  <a:cubicBezTo>
                    <a:pt x="56551" y="44752"/>
                    <a:pt x="57701" y="44241"/>
                    <a:pt x="58724" y="44241"/>
                  </a:cubicBezTo>
                  <a:cubicBezTo>
                    <a:pt x="60385" y="44241"/>
                    <a:pt x="62813" y="45709"/>
                    <a:pt x="62813" y="48327"/>
                  </a:cubicBezTo>
                  <a:lnTo>
                    <a:pt x="62813" y="58796"/>
                  </a:lnTo>
                  <a:cubicBezTo>
                    <a:pt x="62813" y="58796"/>
                    <a:pt x="62813" y="58796"/>
                    <a:pt x="62813" y="58860"/>
                  </a:cubicBezTo>
                  <a:cubicBezTo>
                    <a:pt x="62813" y="58860"/>
                    <a:pt x="62813" y="58860"/>
                    <a:pt x="62813" y="58860"/>
                  </a:cubicBezTo>
                  <a:lnTo>
                    <a:pt x="62813" y="74565"/>
                  </a:lnTo>
                  <a:cubicBezTo>
                    <a:pt x="62813" y="78076"/>
                    <a:pt x="65689" y="80949"/>
                    <a:pt x="69203" y="80949"/>
                  </a:cubicBezTo>
                  <a:cubicBezTo>
                    <a:pt x="72718" y="80949"/>
                    <a:pt x="75593" y="78076"/>
                    <a:pt x="75593" y="74565"/>
                  </a:cubicBezTo>
                  <a:lnTo>
                    <a:pt x="75593" y="58860"/>
                  </a:lnTo>
                  <a:cubicBezTo>
                    <a:pt x="75593" y="57775"/>
                    <a:pt x="75976" y="56881"/>
                    <a:pt x="76743" y="56051"/>
                  </a:cubicBezTo>
                  <a:cubicBezTo>
                    <a:pt x="77510" y="55285"/>
                    <a:pt x="78660" y="54774"/>
                    <a:pt x="79682" y="54774"/>
                  </a:cubicBezTo>
                  <a:cubicBezTo>
                    <a:pt x="81344" y="54774"/>
                    <a:pt x="83772" y="56243"/>
                    <a:pt x="83772" y="58860"/>
                  </a:cubicBezTo>
                  <a:lnTo>
                    <a:pt x="83772" y="82736"/>
                  </a:lnTo>
                  <a:cubicBezTo>
                    <a:pt x="83772" y="86248"/>
                    <a:pt x="86648" y="89120"/>
                    <a:pt x="90162" y="89120"/>
                  </a:cubicBezTo>
                  <a:cubicBezTo>
                    <a:pt x="93676" y="89120"/>
                    <a:pt x="96552" y="86248"/>
                    <a:pt x="96552" y="82736"/>
                  </a:cubicBezTo>
                  <a:lnTo>
                    <a:pt x="96552" y="69266"/>
                  </a:lnTo>
                  <a:cubicBezTo>
                    <a:pt x="96552" y="68181"/>
                    <a:pt x="96935" y="67287"/>
                    <a:pt x="97702" y="66457"/>
                  </a:cubicBezTo>
                  <a:cubicBezTo>
                    <a:pt x="98469" y="65691"/>
                    <a:pt x="99619" y="65180"/>
                    <a:pt x="100642" y="65180"/>
                  </a:cubicBezTo>
                  <a:cubicBezTo>
                    <a:pt x="102303" y="65180"/>
                    <a:pt x="104731" y="66649"/>
                    <a:pt x="104731" y="69266"/>
                  </a:cubicBezTo>
                  <a:lnTo>
                    <a:pt x="104731" y="115231"/>
                  </a:lnTo>
                  <a:cubicBezTo>
                    <a:pt x="104731" y="120274"/>
                    <a:pt x="103453" y="125126"/>
                    <a:pt x="101025" y="129148"/>
                  </a:cubicBezTo>
                  <a:cubicBezTo>
                    <a:pt x="94571" y="139873"/>
                    <a:pt x="94252" y="143640"/>
                    <a:pt x="94252" y="153024"/>
                  </a:cubicBezTo>
                  <a:lnTo>
                    <a:pt x="94252" y="173964"/>
                  </a:lnTo>
                  <a:cubicBezTo>
                    <a:pt x="94252" y="177475"/>
                    <a:pt x="97127" y="180348"/>
                    <a:pt x="100642" y="180348"/>
                  </a:cubicBezTo>
                  <a:cubicBezTo>
                    <a:pt x="104156" y="180348"/>
                    <a:pt x="107031" y="177475"/>
                    <a:pt x="107031" y="173964"/>
                  </a:cubicBezTo>
                  <a:lnTo>
                    <a:pt x="107031" y="153024"/>
                  </a:lnTo>
                  <a:cubicBezTo>
                    <a:pt x="107031" y="145300"/>
                    <a:pt x="107031" y="143959"/>
                    <a:pt x="111952" y="135724"/>
                  </a:cubicBezTo>
                  <a:cubicBezTo>
                    <a:pt x="115594" y="129723"/>
                    <a:pt x="117447" y="122636"/>
                    <a:pt x="117447" y="115231"/>
                  </a:cubicBezTo>
                  <a:lnTo>
                    <a:pt x="117447" y="69266"/>
                  </a:lnTo>
                  <a:cubicBezTo>
                    <a:pt x="117639" y="59945"/>
                    <a:pt x="110098" y="52349"/>
                    <a:pt x="100769" y="52349"/>
                  </a:cubicBezTo>
                  <a:close/>
                </a:path>
              </a:pathLst>
            </a:custGeom>
            <a:solidFill>
              <a:srgbClr val="00A3E0"/>
            </a:solidFill>
            <a:ln w="6390" cap="flat">
              <a:noFill/>
              <a:prstDash val="solid"/>
              <a:miter/>
            </a:ln>
          </p:spPr>
          <p:txBody>
            <a:bodyPr rtlCol="0" anchor="ctr"/>
            <a:lstStyle/>
            <a:p>
              <a:endParaRPr lang="en-US"/>
            </a:p>
          </p:txBody>
        </p:sp>
      </p:grpSp>
      <p:grpSp>
        <p:nvGrpSpPr>
          <p:cNvPr id="438" name="Graphic 4">
            <a:extLst>
              <a:ext uri="{FF2B5EF4-FFF2-40B4-BE49-F238E27FC236}">
                <a16:creationId xmlns:a16="http://schemas.microsoft.com/office/drawing/2014/main" id="{46771EF8-F8BF-3940-A4B3-F8E800A500C3}"/>
              </a:ext>
            </a:extLst>
          </p:cNvPr>
          <p:cNvGrpSpPr/>
          <p:nvPr/>
        </p:nvGrpSpPr>
        <p:grpSpPr>
          <a:xfrm>
            <a:off x="4661267" y="3339815"/>
            <a:ext cx="362309" cy="361971"/>
            <a:chOff x="4661267" y="3339815"/>
            <a:chExt cx="362309" cy="361971"/>
          </a:xfrm>
          <a:solidFill>
            <a:srgbClr val="00A3E0"/>
          </a:solidFill>
        </p:grpSpPr>
        <p:sp>
          <p:nvSpPr>
            <p:cNvPr id="439" name="Freeform 438">
              <a:extLst>
                <a:ext uri="{FF2B5EF4-FFF2-40B4-BE49-F238E27FC236}">
                  <a16:creationId xmlns:a16="http://schemas.microsoft.com/office/drawing/2014/main" id="{E9C4617E-1A3C-A443-883B-24154144A21A}"/>
                </a:ext>
              </a:extLst>
            </p:cNvPr>
            <p:cNvSpPr/>
            <p:nvPr/>
          </p:nvSpPr>
          <p:spPr>
            <a:xfrm>
              <a:off x="4661267" y="3339815"/>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181155 w 362309"/>
                <a:gd name="connsiteY5" fmla="*/ 349204 h 361971"/>
                <a:gd name="connsiteX6" fmla="*/ 12780 w 362309"/>
                <a:gd name="connsiteY6" fmla="*/ 180986 h 361971"/>
                <a:gd name="connsiteX7" fmla="*/ 181155 w 362309"/>
                <a:gd name="connsiteY7" fmla="*/ 12768 h 361971"/>
                <a:gd name="connsiteX8" fmla="*/ 349530 w 362309"/>
                <a:gd name="connsiteY8" fmla="*/ 180986 h 361971"/>
                <a:gd name="connsiteX9" fmla="*/ 181155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2"/>
                    <a:pt x="0" y="180986"/>
                  </a:cubicBezTo>
                  <a:cubicBezTo>
                    <a:pt x="0" y="280959"/>
                    <a:pt x="81088" y="361971"/>
                    <a:pt x="181155" y="361971"/>
                  </a:cubicBezTo>
                  <a:cubicBezTo>
                    <a:pt x="281221" y="361971"/>
                    <a:pt x="362310" y="280959"/>
                    <a:pt x="362310" y="180986"/>
                  </a:cubicBezTo>
                  <a:cubicBezTo>
                    <a:pt x="362310" y="81012"/>
                    <a:pt x="281157" y="0"/>
                    <a:pt x="181155" y="0"/>
                  </a:cubicBezTo>
                  <a:close/>
                  <a:moveTo>
                    <a:pt x="181155" y="349204"/>
                  </a:moveTo>
                  <a:cubicBezTo>
                    <a:pt x="88309" y="349204"/>
                    <a:pt x="12780" y="273745"/>
                    <a:pt x="12780" y="180986"/>
                  </a:cubicBezTo>
                  <a:cubicBezTo>
                    <a:pt x="12780" y="88226"/>
                    <a:pt x="88309" y="12768"/>
                    <a:pt x="181155" y="12768"/>
                  </a:cubicBezTo>
                  <a:cubicBezTo>
                    <a:pt x="274001" y="12768"/>
                    <a:pt x="349530" y="88226"/>
                    <a:pt x="349530" y="180986"/>
                  </a:cubicBezTo>
                  <a:cubicBezTo>
                    <a:pt x="349530" y="273745"/>
                    <a:pt x="273937" y="349204"/>
                    <a:pt x="181155" y="349204"/>
                  </a:cubicBezTo>
                  <a:close/>
                </a:path>
              </a:pathLst>
            </a:custGeom>
            <a:solidFill>
              <a:srgbClr val="00A3E0"/>
            </a:solidFill>
            <a:ln w="6390" cap="flat">
              <a:noFill/>
              <a:prstDash val="solid"/>
              <a:miter/>
            </a:ln>
          </p:spPr>
          <p:txBody>
            <a:bodyPr rtlCol="0" anchor="ctr"/>
            <a:lstStyle/>
            <a:p>
              <a:endParaRPr lang="en-US"/>
            </a:p>
          </p:txBody>
        </p:sp>
        <p:sp>
          <p:nvSpPr>
            <p:cNvPr id="832" name="Freeform 831">
              <a:extLst>
                <a:ext uri="{FF2B5EF4-FFF2-40B4-BE49-F238E27FC236}">
                  <a16:creationId xmlns:a16="http://schemas.microsoft.com/office/drawing/2014/main" id="{0C351AB3-DF17-3848-9910-AF8B6990F266}"/>
                </a:ext>
              </a:extLst>
            </p:cNvPr>
            <p:cNvSpPr/>
            <p:nvPr/>
          </p:nvSpPr>
          <p:spPr>
            <a:xfrm>
              <a:off x="4756924" y="3465771"/>
              <a:ext cx="117512" cy="180411"/>
            </a:xfrm>
            <a:custGeom>
              <a:avLst/>
              <a:gdLst>
                <a:gd name="connsiteX0" fmla="*/ 100769 w 117512"/>
                <a:gd name="connsiteY0" fmla="*/ 52349 h 180411"/>
                <a:gd name="connsiteX1" fmla="*/ 95657 w 117512"/>
                <a:gd name="connsiteY1" fmla="*/ 53242 h 180411"/>
                <a:gd name="connsiteX2" fmla="*/ 79810 w 117512"/>
                <a:gd name="connsiteY2" fmla="*/ 41879 h 180411"/>
                <a:gd name="connsiteX3" fmla="*/ 74698 w 117512"/>
                <a:gd name="connsiteY3" fmla="*/ 42773 h 180411"/>
                <a:gd name="connsiteX4" fmla="*/ 58851 w 117512"/>
                <a:gd name="connsiteY4" fmla="*/ 31409 h 180411"/>
                <a:gd name="connsiteX5" fmla="*/ 54762 w 117512"/>
                <a:gd name="connsiteY5" fmla="*/ 31984 h 180411"/>
                <a:gd name="connsiteX6" fmla="*/ 54762 w 117512"/>
                <a:gd name="connsiteY6" fmla="*/ 16854 h 180411"/>
                <a:gd name="connsiteX7" fmla="*/ 37892 w 117512"/>
                <a:gd name="connsiteY7" fmla="*/ 0 h 180411"/>
                <a:gd name="connsiteX8" fmla="*/ 25943 w 117512"/>
                <a:gd name="connsiteY8" fmla="*/ 5043 h 180411"/>
                <a:gd name="connsiteX9" fmla="*/ 21023 w 117512"/>
                <a:gd name="connsiteY9" fmla="*/ 16854 h 180411"/>
                <a:gd name="connsiteX10" fmla="*/ 21023 w 117512"/>
                <a:gd name="connsiteY10" fmla="*/ 55796 h 180411"/>
                <a:gd name="connsiteX11" fmla="*/ 20256 w 117512"/>
                <a:gd name="connsiteY11" fmla="*/ 55349 h 180411"/>
                <a:gd name="connsiteX12" fmla="*/ 6581 w 117512"/>
                <a:gd name="connsiteY12" fmla="*/ 55988 h 180411"/>
                <a:gd name="connsiteX13" fmla="*/ 0 w 117512"/>
                <a:gd name="connsiteY13" fmla="*/ 67798 h 180411"/>
                <a:gd name="connsiteX14" fmla="*/ 0 w 117512"/>
                <a:gd name="connsiteY14" fmla="*/ 105847 h 180411"/>
                <a:gd name="connsiteX15" fmla="*/ 14697 w 117512"/>
                <a:gd name="connsiteY15" fmla="*/ 138724 h 180411"/>
                <a:gd name="connsiteX16" fmla="*/ 26199 w 117512"/>
                <a:gd name="connsiteY16" fmla="*/ 158195 h 180411"/>
                <a:gd name="connsiteX17" fmla="*/ 26199 w 117512"/>
                <a:gd name="connsiteY17" fmla="*/ 173900 h 180411"/>
                <a:gd name="connsiteX18" fmla="*/ 32589 w 117512"/>
                <a:gd name="connsiteY18" fmla="*/ 180284 h 180411"/>
                <a:gd name="connsiteX19" fmla="*/ 38978 w 117512"/>
                <a:gd name="connsiteY19" fmla="*/ 173900 h 180411"/>
                <a:gd name="connsiteX20" fmla="*/ 38978 w 117512"/>
                <a:gd name="connsiteY20" fmla="*/ 158195 h 180411"/>
                <a:gd name="connsiteX21" fmla="*/ 23132 w 117512"/>
                <a:gd name="connsiteY21" fmla="*/ 129148 h 180411"/>
                <a:gd name="connsiteX22" fmla="*/ 12780 w 117512"/>
                <a:gd name="connsiteY22" fmla="*/ 105847 h 180411"/>
                <a:gd name="connsiteX23" fmla="*/ 12780 w 117512"/>
                <a:gd name="connsiteY23" fmla="*/ 67798 h 180411"/>
                <a:gd name="connsiteX24" fmla="*/ 13291 w 117512"/>
                <a:gd name="connsiteY24" fmla="*/ 66840 h 180411"/>
                <a:gd name="connsiteX25" fmla="*/ 14505 w 117512"/>
                <a:gd name="connsiteY25" fmla="*/ 66776 h 180411"/>
                <a:gd name="connsiteX26" fmla="*/ 20895 w 117512"/>
                <a:gd name="connsiteY26" fmla="*/ 79672 h 180411"/>
                <a:gd name="connsiteX27" fmla="*/ 20895 w 117512"/>
                <a:gd name="connsiteY27" fmla="*/ 90142 h 180411"/>
                <a:gd name="connsiteX28" fmla="*/ 27285 w 117512"/>
                <a:gd name="connsiteY28" fmla="*/ 96526 h 180411"/>
                <a:gd name="connsiteX29" fmla="*/ 33675 w 117512"/>
                <a:gd name="connsiteY29" fmla="*/ 90142 h 180411"/>
                <a:gd name="connsiteX30" fmla="*/ 33675 w 117512"/>
                <a:gd name="connsiteY30" fmla="*/ 16854 h 180411"/>
                <a:gd name="connsiteX31" fmla="*/ 34825 w 117512"/>
                <a:gd name="connsiteY31" fmla="*/ 14045 h 180411"/>
                <a:gd name="connsiteX32" fmla="*/ 37764 w 117512"/>
                <a:gd name="connsiteY32" fmla="*/ 12768 h 180411"/>
                <a:gd name="connsiteX33" fmla="*/ 41854 w 117512"/>
                <a:gd name="connsiteY33" fmla="*/ 16854 h 180411"/>
                <a:gd name="connsiteX34" fmla="*/ 41854 w 117512"/>
                <a:gd name="connsiteY34" fmla="*/ 48263 h 180411"/>
                <a:gd name="connsiteX35" fmla="*/ 41854 w 117512"/>
                <a:gd name="connsiteY35" fmla="*/ 48263 h 180411"/>
                <a:gd name="connsiteX36" fmla="*/ 41854 w 117512"/>
                <a:gd name="connsiteY36" fmla="*/ 69202 h 180411"/>
                <a:gd name="connsiteX37" fmla="*/ 48244 w 117512"/>
                <a:gd name="connsiteY37" fmla="*/ 75586 h 180411"/>
                <a:gd name="connsiteX38" fmla="*/ 54634 w 117512"/>
                <a:gd name="connsiteY38" fmla="*/ 69202 h 180411"/>
                <a:gd name="connsiteX39" fmla="*/ 54634 w 117512"/>
                <a:gd name="connsiteY39" fmla="*/ 48263 h 180411"/>
                <a:gd name="connsiteX40" fmla="*/ 55784 w 117512"/>
                <a:gd name="connsiteY40" fmla="*/ 45518 h 180411"/>
                <a:gd name="connsiteX41" fmla="*/ 58724 w 117512"/>
                <a:gd name="connsiteY41" fmla="*/ 44241 h 180411"/>
                <a:gd name="connsiteX42" fmla="*/ 62813 w 117512"/>
                <a:gd name="connsiteY42" fmla="*/ 48327 h 180411"/>
                <a:gd name="connsiteX43" fmla="*/ 62813 w 117512"/>
                <a:gd name="connsiteY43" fmla="*/ 74501 h 180411"/>
                <a:gd name="connsiteX44" fmla="*/ 69203 w 117512"/>
                <a:gd name="connsiteY44" fmla="*/ 80885 h 180411"/>
                <a:gd name="connsiteX45" fmla="*/ 75593 w 117512"/>
                <a:gd name="connsiteY45" fmla="*/ 74501 h 180411"/>
                <a:gd name="connsiteX46" fmla="*/ 75593 w 117512"/>
                <a:gd name="connsiteY46" fmla="*/ 58796 h 180411"/>
                <a:gd name="connsiteX47" fmla="*/ 76743 w 117512"/>
                <a:gd name="connsiteY47" fmla="*/ 55988 h 180411"/>
                <a:gd name="connsiteX48" fmla="*/ 79682 w 117512"/>
                <a:gd name="connsiteY48" fmla="*/ 54711 h 180411"/>
                <a:gd name="connsiteX49" fmla="*/ 83772 w 117512"/>
                <a:gd name="connsiteY49" fmla="*/ 58796 h 180411"/>
                <a:gd name="connsiteX50" fmla="*/ 83772 w 117512"/>
                <a:gd name="connsiteY50" fmla="*/ 69266 h 180411"/>
                <a:gd name="connsiteX51" fmla="*/ 83772 w 117512"/>
                <a:gd name="connsiteY51" fmla="*/ 69330 h 180411"/>
                <a:gd name="connsiteX52" fmla="*/ 83772 w 117512"/>
                <a:gd name="connsiteY52" fmla="*/ 69330 h 180411"/>
                <a:gd name="connsiteX53" fmla="*/ 83772 w 117512"/>
                <a:gd name="connsiteY53" fmla="*/ 82736 h 180411"/>
                <a:gd name="connsiteX54" fmla="*/ 90162 w 117512"/>
                <a:gd name="connsiteY54" fmla="*/ 89120 h 180411"/>
                <a:gd name="connsiteX55" fmla="*/ 96552 w 117512"/>
                <a:gd name="connsiteY55" fmla="*/ 82736 h 180411"/>
                <a:gd name="connsiteX56" fmla="*/ 96552 w 117512"/>
                <a:gd name="connsiteY56" fmla="*/ 69266 h 180411"/>
                <a:gd name="connsiteX57" fmla="*/ 97702 w 117512"/>
                <a:gd name="connsiteY57" fmla="*/ 66521 h 180411"/>
                <a:gd name="connsiteX58" fmla="*/ 100642 w 117512"/>
                <a:gd name="connsiteY58" fmla="*/ 65244 h 180411"/>
                <a:gd name="connsiteX59" fmla="*/ 104731 w 117512"/>
                <a:gd name="connsiteY59" fmla="*/ 69330 h 180411"/>
                <a:gd name="connsiteX60" fmla="*/ 104731 w 117512"/>
                <a:gd name="connsiteY60" fmla="*/ 115295 h 180411"/>
                <a:gd name="connsiteX61" fmla="*/ 101025 w 117512"/>
                <a:gd name="connsiteY61" fmla="*/ 129212 h 180411"/>
                <a:gd name="connsiteX62" fmla="*/ 94252 w 117512"/>
                <a:gd name="connsiteY62" fmla="*/ 153088 h 180411"/>
                <a:gd name="connsiteX63" fmla="*/ 94252 w 117512"/>
                <a:gd name="connsiteY63" fmla="*/ 174027 h 180411"/>
                <a:gd name="connsiteX64" fmla="*/ 100642 w 117512"/>
                <a:gd name="connsiteY64" fmla="*/ 180411 h 180411"/>
                <a:gd name="connsiteX65" fmla="*/ 107031 w 117512"/>
                <a:gd name="connsiteY65" fmla="*/ 174027 h 180411"/>
                <a:gd name="connsiteX66" fmla="*/ 107031 w 117512"/>
                <a:gd name="connsiteY66" fmla="*/ 153088 h 180411"/>
                <a:gd name="connsiteX67" fmla="*/ 111952 w 117512"/>
                <a:gd name="connsiteY67" fmla="*/ 135787 h 180411"/>
                <a:gd name="connsiteX68" fmla="*/ 117511 w 117512"/>
                <a:gd name="connsiteY68" fmla="*/ 115295 h 180411"/>
                <a:gd name="connsiteX69" fmla="*/ 117511 w 117512"/>
                <a:gd name="connsiteY69" fmla="*/ 69330 h 180411"/>
                <a:gd name="connsiteX70" fmla="*/ 100769 w 117512"/>
                <a:gd name="connsiteY70" fmla="*/ 52349 h 180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7512" h="180411">
                  <a:moveTo>
                    <a:pt x="100769" y="52349"/>
                  </a:moveTo>
                  <a:cubicBezTo>
                    <a:pt x="99044" y="52349"/>
                    <a:pt x="97319" y="52732"/>
                    <a:pt x="95657" y="53242"/>
                  </a:cubicBezTo>
                  <a:cubicBezTo>
                    <a:pt x="93357" y="46667"/>
                    <a:pt x="87159" y="41879"/>
                    <a:pt x="79810" y="41879"/>
                  </a:cubicBezTo>
                  <a:cubicBezTo>
                    <a:pt x="78085" y="41879"/>
                    <a:pt x="76360" y="42262"/>
                    <a:pt x="74698" y="42773"/>
                  </a:cubicBezTo>
                  <a:cubicBezTo>
                    <a:pt x="72398" y="36197"/>
                    <a:pt x="66200" y="31409"/>
                    <a:pt x="58851" y="31409"/>
                  </a:cubicBezTo>
                  <a:cubicBezTo>
                    <a:pt x="57445" y="31409"/>
                    <a:pt x="56103" y="31664"/>
                    <a:pt x="54762" y="31984"/>
                  </a:cubicBezTo>
                  <a:lnTo>
                    <a:pt x="54762" y="16854"/>
                  </a:lnTo>
                  <a:cubicBezTo>
                    <a:pt x="54762" y="7533"/>
                    <a:pt x="47222" y="0"/>
                    <a:pt x="37892" y="0"/>
                  </a:cubicBezTo>
                  <a:cubicBezTo>
                    <a:pt x="33483" y="0"/>
                    <a:pt x="29138" y="1851"/>
                    <a:pt x="25943" y="5043"/>
                  </a:cubicBezTo>
                  <a:cubicBezTo>
                    <a:pt x="22748" y="8235"/>
                    <a:pt x="21023" y="12385"/>
                    <a:pt x="21023" y="16854"/>
                  </a:cubicBezTo>
                  <a:lnTo>
                    <a:pt x="21023" y="55796"/>
                  </a:lnTo>
                  <a:cubicBezTo>
                    <a:pt x="20767" y="55668"/>
                    <a:pt x="20512" y="55477"/>
                    <a:pt x="20256" y="55349"/>
                  </a:cubicBezTo>
                  <a:cubicBezTo>
                    <a:pt x="15847" y="53179"/>
                    <a:pt x="10735" y="53434"/>
                    <a:pt x="6581" y="55988"/>
                  </a:cubicBezTo>
                  <a:cubicBezTo>
                    <a:pt x="2492" y="58541"/>
                    <a:pt x="0" y="62946"/>
                    <a:pt x="0" y="67798"/>
                  </a:cubicBezTo>
                  <a:lnTo>
                    <a:pt x="0" y="105847"/>
                  </a:lnTo>
                  <a:cubicBezTo>
                    <a:pt x="0" y="118359"/>
                    <a:pt x="5495" y="130680"/>
                    <a:pt x="14697" y="138724"/>
                  </a:cubicBezTo>
                  <a:cubicBezTo>
                    <a:pt x="21790" y="144916"/>
                    <a:pt x="26199" y="149194"/>
                    <a:pt x="26199" y="158195"/>
                  </a:cubicBezTo>
                  <a:lnTo>
                    <a:pt x="26199" y="173900"/>
                  </a:lnTo>
                  <a:cubicBezTo>
                    <a:pt x="26199" y="177411"/>
                    <a:pt x="29074" y="180284"/>
                    <a:pt x="32589" y="180284"/>
                  </a:cubicBezTo>
                  <a:cubicBezTo>
                    <a:pt x="36103" y="180284"/>
                    <a:pt x="38978" y="177411"/>
                    <a:pt x="38978" y="173900"/>
                  </a:cubicBezTo>
                  <a:lnTo>
                    <a:pt x="38978" y="158195"/>
                  </a:lnTo>
                  <a:cubicBezTo>
                    <a:pt x="38978" y="143001"/>
                    <a:pt x="30160" y="135341"/>
                    <a:pt x="23132" y="129148"/>
                  </a:cubicBezTo>
                  <a:cubicBezTo>
                    <a:pt x="20703" y="127041"/>
                    <a:pt x="12780" y="119061"/>
                    <a:pt x="12780" y="105847"/>
                  </a:cubicBezTo>
                  <a:lnTo>
                    <a:pt x="12780" y="67798"/>
                  </a:lnTo>
                  <a:cubicBezTo>
                    <a:pt x="12780" y="67670"/>
                    <a:pt x="12780" y="67160"/>
                    <a:pt x="13291" y="66840"/>
                  </a:cubicBezTo>
                  <a:cubicBezTo>
                    <a:pt x="13547" y="66649"/>
                    <a:pt x="13994" y="66521"/>
                    <a:pt x="14505" y="66776"/>
                  </a:cubicBezTo>
                  <a:cubicBezTo>
                    <a:pt x="19809" y="69394"/>
                    <a:pt x="20895" y="75203"/>
                    <a:pt x="20895" y="79672"/>
                  </a:cubicBezTo>
                  <a:lnTo>
                    <a:pt x="20895" y="90142"/>
                  </a:lnTo>
                  <a:cubicBezTo>
                    <a:pt x="20895" y="93653"/>
                    <a:pt x="23770" y="96526"/>
                    <a:pt x="27285" y="96526"/>
                  </a:cubicBezTo>
                  <a:cubicBezTo>
                    <a:pt x="30800" y="96526"/>
                    <a:pt x="33675" y="93653"/>
                    <a:pt x="33675" y="90142"/>
                  </a:cubicBezTo>
                  <a:lnTo>
                    <a:pt x="33675" y="16854"/>
                  </a:lnTo>
                  <a:cubicBezTo>
                    <a:pt x="33675" y="15768"/>
                    <a:pt x="34058" y="14875"/>
                    <a:pt x="34825" y="14045"/>
                  </a:cubicBezTo>
                  <a:cubicBezTo>
                    <a:pt x="35592" y="13279"/>
                    <a:pt x="36742" y="12768"/>
                    <a:pt x="37764" y="12768"/>
                  </a:cubicBezTo>
                  <a:cubicBezTo>
                    <a:pt x="39426" y="12768"/>
                    <a:pt x="41854" y="14236"/>
                    <a:pt x="41854" y="16854"/>
                  </a:cubicBezTo>
                  <a:lnTo>
                    <a:pt x="41854" y="48263"/>
                  </a:lnTo>
                  <a:cubicBezTo>
                    <a:pt x="41854" y="48263"/>
                    <a:pt x="41854" y="48263"/>
                    <a:pt x="41854" y="48263"/>
                  </a:cubicBezTo>
                  <a:lnTo>
                    <a:pt x="41854" y="69202"/>
                  </a:lnTo>
                  <a:cubicBezTo>
                    <a:pt x="41854" y="72714"/>
                    <a:pt x="44730" y="75586"/>
                    <a:pt x="48244" y="75586"/>
                  </a:cubicBezTo>
                  <a:cubicBezTo>
                    <a:pt x="51758" y="75586"/>
                    <a:pt x="54634" y="72714"/>
                    <a:pt x="54634" y="69202"/>
                  </a:cubicBezTo>
                  <a:lnTo>
                    <a:pt x="54634" y="48263"/>
                  </a:lnTo>
                  <a:cubicBezTo>
                    <a:pt x="54634" y="47178"/>
                    <a:pt x="55017" y="46284"/>
                    <a:pt x="55784" y="45518"/>
                  </a:cubicBezTo>
                  <a:cubicBezTo>
                    <a:pt x="56551" y="44752"/>
                    <a:pt x="57701" y="44241"/>
                    <a:pt x="58724" y="44241"/>
                  </a:cubicBezTo>
                  <a:cubicBezTo>
                    <a:pt x="60385" y="44241"/>
                    <a:pt x="62813" y="45709"/>
                    <a:pt x="62813" y="48327"/>
                  </a:cubicBezTo>
                  <a:lnTo>
                    <a:pt x="62813" y="74501"/>
                  </a:lnTo>
                  <a:cubicBezTo>
                    <a:pt x="62813" y="78012"/>
                    <a:pt x="65688" y="80885"/>
                    <a:pt x="69203" y="80885"/>
                  </a:cubicBezTo>
                  <a:cubicBezTo>
                    <a:pt x="72718" y="80885"/>
                    <a:pt x="75593" y="78012"/>
                    <a:pt x="75593" y="74501"/>
                  </a:cubicBezTo>
                  <a:lnTo>
                    <a:pt x="75593" y="58796"/>
                  </a:lnTo>
                  <a:cubicBezTo>
                    <a:pt x="75593" y="57711"/>
                    <a:pt x="75976" y="56817"/>
                    <a:pt x="76743" y="55988"/>
                  </a:cubicBezTo>
                  <a:cubicBezTo>
                    <a:pt x="77510" y="55221"/>
                    <a:pt x="78660" y="54711"/>
                    <a:pt x="79682" y="54711"/>
                  </a:cubicBezTo>
                  <a:cubicBezTo>
                    <a:pt x="81344" y="54711"/>
                    <a:pt x="83772" y="56179"/>
                    <a:pt x="83772" y="58796"/>
                  </a:cubicBezTo>
                  <a:lnTo>
                    <a:pt x="83772" y="69266"/>
                  </a:lnTo>
                  <a:cubicBezTo>
                    <a:pt x="83772" y="69266"/>
                    <a:pt x="83772" y="69266"/>
                    <a:pt x="83772" y="69330"/>
                  </a:cubicBezTo>
                  <a:cubicBezTo>
                    <a:pt x="83772" y="69330"/>
                    <a:pt x="83772" y="69330"/>
                    <a:pt x="83772" y="69330"/>
                  </a:cubicBezTo>
                  <a:lnTo>
                    <a:pt x="83772" y="82736"/>
                  </a:lnTo>
                  <a:cubicBezTo>
                    <a:pt x="83772" y="86248"/>
                    <a:pt x="86648" y="89120"/>
                    <a:pt x="90162" y="89120"/>
                  </a:cubicBezTo>
                  <a:cubicBezTo>
                    <a:pt x="93676" y="89120"/>
                    <a:pt x="96552" y="86248"/>
                    <a:pt x="96552" y="82736"/>
                  </a:cubicBezTo>
                  <a:lnTo>
                    <a:pt x="96552" y="69266"/>
                  </a:lnTo>
                  <a:cubicBezTo>
                    <a:pt x="96552" y="68181"/>
                    <a:pt x="96935" y="67287"/>
                    <a:pt x="97702" y="66521"/>
                  </a:cubicBezTo>
                  <a:cubicBezTo>
                    <a:pt x="98469" y="65755"/>
                    <a:pt x="99619" y="65244"/>
                    <a:pt x="100642" y="65244"/>
                  </a:cubicBezTo>
                  <a:cubicBezTo>
                    <a:pt x="102303" y="65244"/>
                    <a:pt x="104731" y="66713"/>
                    <a:pt x="104731" y="69330"/>
                  </a:cubicBezTo>
                  <a:lnTo>
                    <a:pt x="104731" y="115295"/>
                  </a:lnTo>
                  <a:cubicBezTo>
                    <a:pt x="104731" y="120338"/>
                    <a:pt x="103453" y="125190"/>
                    <a:pt x="101025" y="129212"/>
                  </a:cubicBezTo>
                  <a:cubicBezTo>
                    <a:pt x="94571" y="139937"/>
                    <a:pt x="94252" y="143704"/>
                    <a:pt x="94252" y="153088"/>
                  </a:cubicBezTo>
                  <a:lnTo>
                    <a:pt x="94252" y="174027"/>
                  </a:lnTo>
                  <a:cubicBezTo>
                    <a:pt x="94252" y="177539"/>
                    <a:pt x="97127" y="180411"/>
                    <a:pt x="100642" y="180411"/>
                  </a:cubicBezTo>
                  <a:cubicBezTo>
                    <a:pt x="104156" y="180411"/>
                    <a:pt x="107031" y="177539"/>
                    <a:pt x="107031" y="174027"/>
                  </a:cubicBezTo>
                  <a:lnTo>
                    <a:pt x="107031" y="153088"/>
                  </a:lnTo>
                  <a:cubicBezTo>
                    <a:pt x="107031" y="145363"/>
                    <a:pt x="107031" y="144023"/>
                    <a:pt x="111952" y="135787"/>
                  </a:cubicBezTo>
                  <a:cubicBezTo>
                    <a:pt x="115594" y="129786"/>
                    <a:pt x="117511" y="122700"/>
                    <a:pt x="117511" y="115295"/>
                  </a:cubicBezTo>
                  <a:lnTo>
                    <a:pt x="117511" y="69330"/>
                  </a:lnTo>
                  <a:cubicBezTo>
                    <a:pt x="117639" y="59882"/>
                    <a:pt x="110098" y="52349"/>
                    <a:pt x="100769" y="52349"/>
                  </a:cubicBezTo>
                  <a:close/>
                </a:path>
              </a:pathLst>
            </a:custGeom>
            <a:solidFill>
              <a:srgbClr val="00A3E0"/>
            </a:solidFill>
            <a:ln w="6390" cap="flat">
              <a:noFill/>
              <a:prstDash val="solid"/>
              <a:miter/>
            </a:ln>
          </p:spPr>
          <p:txBody>
            <a:bodyPr rtlCol="0" anchor="ctr"/>
            <a:lstStyle/>
            <a:p>
              <a:endParaRPr lang="en-US"/>
            </a:p>
          </p:txBody>
        </p:sp>
        <p:sp>
          <p:nvSpPr>
            <p:cNvPr id="833" name="Freeform 832">
              <a:extLst>
                <a:ext uri="{FF2B5EF4-FFF2-40B4-BE49-F238E27FC236}">
                  <a16:creationId xmlns:a16="http://schemas.microsoft.com/office/drawing/2014/main" id="{52A2F732-1C3C-0C42-9DA8-093842622498}"/>
                </a:ext>
              </a:extLst>
            </p:cNvPr>
            <p:cNvSpPr/>
            <p:nvPr/>
          </p:nvSpPr>
          <p:spPr>
            <a:xfrm>
              <a:off x="4816031" y="3395451"/>
              <a:ext cx="111755" cy="111623"/>
            </a:xfrm>
            <a:custGeom>
              <a:avLst/>
              <a:gdLst>
                <a:gd name="connsiteX0" fmla="*/ 111249 w 111755"/>
                <a:gd name="connsiteY0" fmla="*/ 53402 h 111623"/>
                <a:gd name="connsiteX1" fmla="*/ 109843 w 111755"/>
                <a:gd name="connsiteY1" fmla="*/ 51296 h 111623"/>
                <a:gd name="connsiteX2" fmla="*/ 93357 w 111755"/>
                <a:gd name="connsiteY2" fmla="*/ 34825 h 111623"/>
                <a:gd name="connsiteX3" fmla="*/ 84347 w 111755"/>
                <a:gd name="connsiteY3" fmla="*/ 34825 h 111623"/>
                <a:gd name="connsiteX4" fmla="*/ 84347 w 111755"/>
                <a:gd name="connsiteY4" fmla="*/ 43826 h 111623"/>
                <a:gd name="connsiteX5" fmla="*/ 89906 w 111755"/>
                <a:gd name="connsiteY5" fmla="*/ 49380 h 111623"/>
                <a:gd name="connsiteX6" fmla="*/ 62302 w 111755"/>
                <a:gd name="connsiteY6" fmla="*/ 49380 h 111623"/>
                <a:gd name="connsiteX7" fmla="*/ 62302 w 111755"/>
                <a:gd name="connsiteY7" fmla="*/ 21801 h 111623"/>
                <a:gd name="connsiteX8" fmla="*/ 67861 w 111755"/>
                <a:gd name="connsiteY8" fmla="*/ 27356 h 111623"/>
                <a:gd name="connsiteX9" fmla="*/ 72398 w 111755"/>
                <a:gd name="connsiteY9" fmla="*/ 29207 h 111623"/>
                <a:gd name="connsiteX10" fmla="*/ 76935 w 111755"/>
                <a:gd name="connsiteY10" fmla="*/ 27356 h 111623"/>
                <a:gd name="connsiteX11" fmla="*/ 76935 w 111755"/>
                <a:gd name="connsiteY11" fmla="*/ 18354 h 111623"/>
                <a:gd name="connsiteX12" fmla="*/ 60449 w 111755"/>
                <a:gd name="connsiteY12" fmla="*/ 1883 h 111623"/>
                <a:gd name="connsiteX13" fmla="*/ 58340 w 111755"/>
                <a:gd name="connsiteY13" fmla="*/ 479 h 111623"/>
                <a:gd name="connsiteX14" fmla="*/ 53484 w 111755"/>
                <a:gd name="connsiteY14" fmla="*/ 479 h 111623"/>
                <a:gd name="connsiteX15" fmla="*/ 51375 w 111755"/>
                <a:gd name="connsiteY15" fmla="*/ 1883 h 111623"/>
                <a:gd name="connsiteX16" fmla="*/ 34889 w 111755"/>
                <a:gd name="connsiteY16" fmla="*/ 18354 h 111623"/>
                <a:gd name="connsiteX17" fmla="*/ 34889 w 111755"/>
                <a:gd name="connsiteY17" fmla="*/ 27356 h 111623"/>
                <a:gd name="connsiteX18" fmla="*/ 43899 w 111755"/>
                <a:gd name="connsiteY18" fmla="*/ 27356 h 111623"/>
                <a:gd name="connsiteX19" fmla="*/ 49458 w 111755"/>
                <a:gd name="connsiteY19" fmla="*/ 21801 h 111623"/>
                <a:gd name="connsiteX20" fmla="*/ 49458 w 111755"/>
                <a:gd name="connsiteY20" fmla="*/ 49380 h 111623"/>
                <a:gd name="connsiteX21" fmla="*/ 21853 w 111755"/>
                <a:gd name="connsiteY21" fmla="*/ 49380 h 111623"/>
                <a:gd name="connsiteX22" fmla="*/ 27413 w 111755"/>
                <a:gd name="connsiteY22" fmla="*/ 43826 h 111623"/>
                <a:gd name="connsiteX23" fmla="*/ 27413 w 111755"/>
                <a:gd name="connsiteY23" fmla="*/ 34825 h 111623"/>
                <a:gd name="connsiteX24" fmla="*/ 18403 w 111755"/>
                <a:gd name="connsiteY24" fmla="*/ 34825 h 111623"/>
                <a:gd name="connsiteX25" fmla="*/ 1917 w 111755"/>
                <a:gd name="connsiteY25" fmla="*/ 51296 h 111623"/>
                <a:gd name="connsiteX26" fmla="*/ 511 w 111755"/>
                <a:gd name="connsiteY26" fmla="*/ 53338 h 111623"/>
                <a:gd name="connsiteX27" fmla="*/ 0 w 111755"/>
                <a:gd name="connsiteY27" fmla="*/ 55828 h 111623"/>
                <a:gd name="connsiteX28" fmla="*/ 511 w 111755"/>
                <a:gd name="connsiteY28" fmla="*/ 58254 h 111623"/>
                <a:gd name="connsiteX29" fmla="*/ 1917 w 111755"/>
                <a:gd name="connsiteY29" fmla="*/ 60297 h 111623"/>
                <a:gd name="connsiteX30" fmla="*/ 18403 w 111755"/>
                <a:gd name="connsiteY30" fmla="*/ 76768 h 111623"/>
                <a:gd name="connsiteX31" fmla="*/ 22940 w 111755"/>
                <a:gd name="connsiteY31" fmla="*/ 78619 h 111623"/>
                <a:gd name="connsiteX32" fmla="*/ 27477 w 111755"/>
                <a:gd name="connsiteY32" fmla="*/ 76768 h 111623"/>
                <a:gd name="connsiteX33" fmla="*/ 27477 w 111755"/>
                <a:gd name="connsiteY33" fmla="*/ 67766 h 111623"/>
                <a:gd name="connsiteX34" fmla="*/ 21917 w 111755"/>
                <a:gd name="connsiteY34" fmla="*/ 62212 h 111623"/>
                <a:gd name="connsiteX35" fmla="*/ 49522 w 111755"/>
                <a:gd name="connsiteY35" fmla="*/ 62212 h 111623"/>
                <a:gd name="connsiteX36" fmla="*/ 49522 w 111755"/>
                <a:gd name="connsiteY36" fmla="*/ 89791 h 111623"/>
                <a:gd name="connsiteX37" fmla="*/ 43963 w 111755"/>
                <a:gd name="connsiteY37" fmla="*/ 84237 h 111623"/>
                <a:gd name="connsiteX38" fmla="*/ 34953 w 111755"/>
                <a:gd name="connsiteY38" fmla="*/ 84237 h 111623"/>
                <a:gd name="connsiteX39" fmla="*/ 34953 w 111755"/>
                <a:gd name="connsiteY39" fmla="*/ 93238 h 111623"/>
                <a:gd name="connsiteX40" fmla="*/ 51439 w 111755"/>
                <a:gd name="connsiteY40" fmla="*/ 109709 h 111623"/>
                <a:gd name="connsiteX41" fmla="*/ 53548 w 111755"/>
                <a:gd name="connsiteY41" fmla="*/ 111114 h 111623"/>
                <a:gd name="connsiteX42" fmla="*/ 55976 w 111755"/>
                <a:gd name="connsiteY42" fmla="*/ 111624 h 111623"/>
                <a:gd name="connsiteX43" fmla="*/ 58404 w 111755"/>
                <a:gd name="connsiteY43" fmla="*/ 111114 h 111623"/>
                <a:gd name="connsiteX44" fmla="*/ 60513 w 111755"/>
                <a:gd name="connsiteY44" fmla="*/ 109709 h 111623"/>
                <a:gd name="connsiteX45" fmla="*/ 76999 w 111755"/>
                <a:gd name="connsiteY45" fmla="*/ 93238 h 111623"/>
                <a:gd name="connsiteX46" fmla="*/ 76999 w 111755"/>
                <a:gd name="connsiteY46" fmla="*/ 84237 h 111623"/>
                <a:gd name="connsiteX47" fmla="*/ 67989 w 111755"/>
                <a:gd name="connsiteY47" fmla="*/ 84237 h 111623"/>
                <a:gd name="connsiteX48" fmla="*/ 62430 w 111755"/>
                <a:gd name="connsiteY48" fmla="*/ 89791 h 111623"/>
                <a:gd name="connsiteX49" fmla="*/ 62430 w 111755"/>
                <a:gd name="connsiteY49" fmla="*/ 62212 h 111623"/>
                <a:gd name="connsiteX50" fmla="*/ 90034 w 111755"/>
                <a:gd name="connsiteY50" fmla="*/ 62212 h 111623"/>
                <a:gd name="connsiteX51" fmla="*/ 84475 w 111755"/>
                <a:gd name="connsiteY51" fmla="*/ 67766 h 111623"/>
                <a:gd name="connsiteX52" fmla="*/ 84475 w 111755"/>
                <a:gd name="connsiteY52" fmla="*/ 76768 h 111623"/>
                <a:gd name="connsiteX53" fmla="*/ 89012 w 111755"/>
                <a:gd name="connsiteY53" fmla="*/ 78619 h 111623"/>
                <a:gd name="connsiteX54" fmla="*/ 93549 w 111755"/>
                <a:gd name="connsiteY54" fmla="*/ 76768 h 111623"/>
                <a:gd name="connsiteX55" fmla="*/ 110035 w 111755"/>
                <a:gd name="connsiteY55" fmla="*/ 60297 h 111623"/>
                <a:gd name="connsiteX56" fmla="*/ 111441 w 111755"/>
                <a:gd name="connsiteY56" fmla="*/ 58190 h 111623"/>
                <a:gd name="connsiteX57" fmla="*/ 111249 w 111755"/>
                <a:gd name="connsiteY57" fmla="*/ 53402 h 111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11755" h="111623">
                  <a:moveTo>
                    <a:pt x="111249" y="53402"/>
                  </a:moveTo>
                  <a:cubicBezTo>
                    <a:pt x="110929" y="52636"/>
                    <a:pt x="110482" y="51934"/>
                    <a:pt x="109843" y="51296"/>
                  </a:cubicBezTo>
                  <a:lnTo>
                    <a:pt x="93357" y="34825"/>
                  </a:lnTo>
                  <a:cubicBezTo>
                    <a:pt x="90865" y="32335"/>
                    <a:pt x="86839" y="32335"/>
                    <a:pt x="84347" y="34825"/>
                  </a:cubicBezTo>
                  <a:cubicBezTo>
                    <a:pt x="81855" y="37315"/>
                    <a:pt x="81855" y="41336"/>
                    <a:pt x="84347" y="43826"/>
                  </a:cubicBezTo>
                  <a:lnTo>
                    <a:pt x="89906" y="49380"/>
                  </a:lnTo>
                  <a:lnTo>
                    <a:pt x="62302" y="49380"/>
                  </a:lnTo>
                  <a:lnTo>
                    <a:pt x="62302" y="21801"/>
                  </a:lnTo>
                  <a:lnTo>
                    <a:pt x="67861" y="27356"/>
                  </a:lnTo>
                  <a:cubicBezTo>
                    <a:pt x="69139" y="28632"/>
                    <a:pt x="70737" y="29207"/>
                    <a:pt x="72398" y="29207"/>
                  </a:cubicBezTo>
                  <a:cubicBezTo>
                    <a:pt x="74060" y="29207"/>
                    <a:pt x="75657" y="28568"/>
                    <a:pt x="76935" y="27356"/>
                  </a:cubicBezTo>
                  <a:cubicBezTo>
                    <a:pt x="79427" y="24866"/>
                    <a:pt x="79427" y="20844"/>
                    <a:pt x="76935" y="18354"/>
                  </a:cubicBezTo>
                  <a:lnTo>
                    <a:pt x="60449" y="1883"/>
                  </a:lnTo>
                  <a:cubicBezTo>
                    <a:pt x="59874" y="1309"/>
                    <a:pt x="59171" y="798"/>
                    <a:pt x="58340" y="479"/>
                  </a:cubicBezTo>
                  <a:cubicBezTo>
                    <a:pt x="56807" y="-160"/>
                    <a:pt x="55017" y="-160"/>
                    <a:pt x="53484" y="479"/>
                  </a:cubicBezTo>
                  <a:cubicBezTo>
                    <a:pt x="52717" y="798"/>
                    <a:pt x="52014" y="1245"/>
                    <a:pt x="51375" y="1883"/>
                  </a:cubicBezTo>
                  <a:lnTo>
                    <a:pt x="34889" y="18354"/>
                  </a:lnTo>
                  <a:cubicBezTo>
                    <a:pt x="32397" y="20844"/>
                    <a:pt x="32397" y="24866"/>
                    <a:pt x="34889" y="27356"/>
                  </a:cubicBezTo>
                  <a:cubicBezTo>
                    <a:pt x="37381" y="29845"/>
                    <a:pt x="41407" y="29845"/>
                    <a:pt x="43899" y="27356"/>
                  </a:cubicBezTo>
                  <a:lnTo>
                    <a:pt x="49458" y="21801"/>
                  </a:lnTo>
                  <a:lnTo>
                    <a:pt x="49458" y="49380"/>
                  </a:lnTo>
                  <a:lnTo>
                    <a:pt x="21853" y="49380"/>
                  </a:lnTo>
                  <a:lnTo>
                    <a:pt x="27413" y="43826"/>
                  </a:lnTo>
                  <a:cubicBezTo>
                    <a:pt x="29905" y="41336"/>
                    <a:pt x="29905" y="37315"/>
                    <a:pt x="27413" y="34825"/>
                  </a:cubicBezTo>
                  <a:cubicBezTo>
                    <a:pt x="24921" y="32335"/>
                    <a:pt x="20895" y="32335"/>
                    <a:pt x="18403" y="34825"/>
                  </a:cubicBezTo>
                  <a:lnTo>
                    <a:pt x="1917" y="51296"/>
                  </a:lnTo>
                  <a:cubicBezTo>
                    <a:pt x="1342" y="51870"/>
                    <a:pt x="831" y="52572"/>
                    <a:pt x="511" y="53338"/>
                  </a:cubicBezTo>
                  <a:cubicBezTo>
                    <a:pt x="191" y="54104"/>
                    <a:pt x="0" y="54934"/>
                    <a:pt x="0" y="55828"/>
                  </a:cubicBezTo>
                  <a:cubicBezTo>
                    <a:pt x="0" y="56658"/>
                    <a:pt x="191" y="57488"/>
                    <a:pt x="511" y="58254"/>
                  </a:cubicBezTo>
                  <a:cubicBezTo>
                    <a:pt x="831" y="59020"/>
                    <a:pt x="1278" y="59722"/>
                    <a:pt x="1917" y="60297"/>
                  </a:cubicBezTo>
                  <a:lnTo>
                    <a:pt x="18403" y="76768"/>
                  </a:lnTo>
                  <a:cubicBezTo>
                    <a:pt x="19681" y="78044"/>
                    <a:pt x="21279" y="78619"/>
                    <a:pt x="22940" y="78619"/>
                  </a:cubicBezTo>
                  <a:cubicBezTo>
                    <a:pt x="24601" y="78619"/>
                    <a:pt x="26199" y="77981"/>
                    <a:pt x="27477" y="76768"/>
                  </a:cubicBezTo>
                  <a:cubicBezTo>
                    <a:pt x="29969" y="74278"/>
                    <a:pt x="29969" y="70256"/>
                    <a:pt x="27477" y="67766"/>
                  </a:cubicBezTo>
                  <a:lnTo>
                    <a:pt x="21917" y="62212"/>
                  </a:lnTo>
                  <a:lnTo>
                    <a:pt x="49522" y="62212"/>
                  </a:lnTo>
                  <a:lnTo>
                    <a:pt x="49522" y="89791"/>
                  </a:lnTo>
                  <a:lnTo>
                    <a:pt x="43963" y="84237"/>
                  </a:lnTo>
                  <a:cubicBezTo>
                    <a:pt x="41471" y="81747"/>
                    <a:pt x="37445" y="81747"/>
                    <a:pt x="34953" y="84237"/>
                  </a:cubicBezTo>
                  <a:cubicBezTo>
                    <a:pt x="32461" y="86727"/>
                    <a:pt x="32461" y="90749"/>
                    <a:pt x="34953" y="93238"/>
                  </a:cubicBezTo>
                  <a:lnTo>
                    <a:pt x="51439" y="109709"/>
                  </a:lnTo>
                  <a:cubicBezTo>
                    <a:pt x="52014" y="110284"/>
                    <a:pt x="52717" y="110794"/>
                    <a:pt x="53548" y="111114"/>
                  </a:cubicBezTo>
                  <a:cubicBezTo>
                    <a:pt x="54314" y="111433"/>
                    <a:pt x="55145" y="111624"/>
                    <a:pt x="55976" y="111624"/>
                  </a:cubicBezTo>
                  <a:cubicBezTo>
                    <a:pt x="56807" y="111624"/>
                    <a:pt x="57637" y="111433"/>
                    <a:pt x="58404" y="111114"/>
                  </a:cubicBezTo>
                  <a:cubicBezTo>
                    <a:pt x="59171" y="110794"/>
                    <a:pt x="59874" y="110347"/>
                    <a:pt x="60513" y="109709"/>
                  </a:cubicBezTo>
                  <a:lnTo>
                    <a:pt x="76999" y="93238"/>
                  </a:lnTo>
                  <a:cubicBezTo>
                    <a:pt x="79491" y="90749"/>
                    <a:pt x="79491" y="86727"/>
                    <a:pt x="76999" y="84237"/>
                  </a:cubicBezTo>
                  <a:cubicBezTo>
                    <a:pt x="74506" y="81747"/>
                    <a:pt x="70481" y="81747"/>
                    <a:pt x="67989" y="84237"/>
                  </a:cubicBezTo>
                  <a:lnTo>
                    <a:pt x="62430" y="89791"/>
                  </a:lnTo>
                  <a:lnTo>
                    <a:pt x="62430" y="62212"/>
                  </a:lnTo>
                  <a:lnTo>
                    <a:pt x="90034" y="62212"/>
                  </a:lnTo>
                  <a:lnTo>
                    <a:pt x="84475" y="67766"/>
                  </a:lnTo>
                  <a:cubicBezTo>
                    <a:pt x="81983" y="70256"/>
                    <a:pt x="81983" y="74278"/>
                    <a:pt x="84475" y="76768"/>
                  </a:cubicBezTo>
                  <a:cubicBezTo>
                    <a:pt x="85753" y="78044"/>
                    <a:pt x="87350" y="78619"/>
                    <a:pt x="89012" y="78619"/>
                  </a:cubicBezTo>
                  <a:cubicBezTo>
                    <a:pt x="90673" y="78619"/>
                    <a:pt x="92271" y="77981"/>
                    <a:pt x="93549" y="76768"/>
                  </a:cubicBezTo>
                  <a:lnTo>
                    <a:pt x="110035" y="60297"/>
                  </a:lnTo>
                  <a:cubicBezTo>
                    <a:pt x="110610" y="59722"/>
                    <a:pt x="111121" y="59020"/>
                    <a:pt x="111441" y="58190"/>
                  </a:cubicBezTo>
                  <a:cubicBezTo>
                    <a:pt x="111888" y="56722"/>
                    <a:pt x="111888" y="54934"/>
                    <a:pt x="111249" y="53402"/>
                  </a:cubicBezTo>
                  <a:close/>
                </a:path>
              </a:pathLst>
            </a:custGeom>
            <a:solidFill>
              <a:srgbClr val="00A3E0"/>
            </a:solidFill>
            <a:ln w="6390" cap="flat">
              <a:noFill/>
              <a:prstDash val="solid"/>
              <a:miter/>
            </a:ln>
          </p:spPr>
          <p:txBody>
            <a:bodyPr rtlCol="0" anchor="ctr"/>
            <a:lstStyle/>
            <a:p>
              <a:endParaRPr lang="en-US"/>
            </a:p>
          </p:txBody>
        </p:sp>
      </p:grpSp>
      <p:grpSp>
        <p:nvGrpSpPr>
          <p:cNvPr id="834" name="Graphic 4">
            <a:extLst>
              <a:ext uri="{FF2B5EF4-FFF2-40B4-BE49-F238E27FC236}">
                <a16:creationId xmlns:a16="http://schemas.microsoft.com/office/drawing/2014/main" id="{56030CE3-D7C4-2C4C-89F6-486FCFB00319}"/>
              </a:ext>
            </a:extLst>
          </p:cNvPr>
          <p:cNvGrpSpPr/>
          <p:nvPr/>
        </p:nvGrpSpPr>
        <p:grpSpPr>
          <a:xfrm>
            <a:off x="4661267" y="2371109"/>
            <a:ext cx="362309" cy="361971"/>
            <a:chOff x="4661267" y="2371109"/>
            <a:chExt cx="362309" cy="361971"/>
          </a:xfrm>
          <a:solidFill>
            <a:srgbClr val="00A3E0"/>
          </a:solidFill>
        </p:grpSpPr>
        <p:sp>
          <p:nvSpPr>
            <p:cNvPr id="835" name="Freeform 834">
              <a:extLst>
                <a:ext uri="{FF2B5EF4-FFF2-40B4-BE49-F238E27FC236}">
                  <a16:creationId xmlns:a16="http://schemas.microsoft.com/office/drawing/2014/main" id="{5433B1B6-665F-8144-9410-8C0DEC785362}"/>
                </a:ext>
              </a:extLst>
            </p:cNvPr>
            <p:cNvSpPr/>
            <p:nvPr/>
          </p:nvSpPr>
          <p:spPr>
            <a:xfrm>
              <a:off x="4661267" y="2371109"/>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30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10" y="280959"/>
                    <a:pt x="362310" y="180986"/>
                  </a:cubicBezTo>
                  <a:cubicBezTo>
                    <a:pt x="362310" y="81013"/>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30" y="88163"/>
                    <a:pt x="349530" y="180922"/>
                  </a:cubicBezTo>
                  <a:cubicBezTo>
                    <a:pt x="349530" y="273681"/>
                    <a:pt x="273937"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836" name="Freeform 835">
              <a:extLst>
                <a:ext uri="{FF2B5EF4-FFF2-40B4-BE49-F238E27FC236}">
                  <a16:creationId xmlns:a16="http://schemas.microsoft.com/office/drawing/2014/main" id="{86E1E9E1-6474-5D40-BCB1-CEC0A75FAEB8}"/>
                </a:ext>
              </a:extLst>
            </p:cNvPr>
            <p:cNvSpPr/>
            <p:nvPr/>
          </p:nvSpPr>
          <p:spPr>
            <a:xfrm>
              <a:off x="4820424" y="2425309"/>
              <a:ext cx="44122" cy="65116"/>
            </a:xfrm>
            <a:custGeom>
              <a:avLst/>
              <a:gdLst>
                <a:gd name="connsiteX0" fmla="*/ 17460 w 44122"/>
                <a:gd name="connsiteY0" fmla="*/ 63201 h 65116"/>
                <a:gd name="connsiteX1" fmla="*/ 19569 w 44122"/>
                <a:gd name="connsiteY1" fmla="*/ 64606 h 65116"/>
                <a:gd name="connsiteX2" fmla="*/ 21997 w 44122"/>
                <a:gd name="connsiteY2" fmla="*/ 65117 h 65116"/>
                <a:gd name="connsiteX3" fmla="*/ 24426 w 44122"/>
                <a:gd name="connsiteY3" fmla="*/ 64606 h 65116"/>
                <a:gd name="connsiteX4" fmla="*/ 26534 w 44122"/>
                <a:gd name="connsiteY4" fmla="*/ 63201 h 65116"/>
                <a:gd name="connsiteX5" fmla="*/ 42253 w 44122"/>
                <a:gd name="connsiteY5" fmla="*/ 47497 h 65116"/>
                <a:gd name="connsiteX6" fmla="*/ 42253 w 44122"/>
                <a:gd name="connsiteY6" fmla="*/ 38495 h 65116"/>
                <a:gd name="connsiteX7" fmla="*/ 33244 w 44122"/>
                <a:gd name="connsiteY7" fmla="*/ 38495 h 65116"/>
                <a:gd name="connsiteX8" fmla="*/ 28451 w 44122"/>
                <a:gd name="connsiteY8" fmla="*/ 43283 h 65116"/>
                <a:gd name="connsiteX9" fmla="*/ 28451 w 44122"/>
                <a:gd name="connsiteY9" fmla="*/ 6384 h 65116"/>
                <a:gd name="connsiteX10" fmla="*/ 22061 w 44122"/>
                <a:gd name="connsiteY10" fmla="*/ 0 h 65116"/>
                <a:gd name="connsiteX11" fmla="*/ 15671 w 44122"/>
                <a:gd name="connsiteY11" fmla="*/ 6384 h 65116"/>
                <a:gd name="connsiteX12" fmla="*/ 15671 w 44122"/>
                <a:gd name="connsiteY12" fmla="*/ 43283 h 65116"/>
                <a:gd name="connsiteX13" fmla="*/ 10879 w 44122"/>
                <a:gd name="connsiteY13" fmla="*/ 38495 h 65116"/>
                <a:gd name="connsiteX14" fmla="*/ 1869 w 44122"/>
                <a:gd name="connsiteY14" fmla="*/ 38495 h 65116"/>
                <a:gd name="connsiteX15" fmla="*/ 1869 w 44122"/>
                <a:gd name="connsiteY15" fmla="*/ 47497 h 65116"/>
                <a:gd name="connsiteX16" fmla="*/ 17460 w 44122"/>
                <a:gd name="connsiteY16" fmla="*/ 63201 h 65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122" h="65116">
                  <a:moveTo>
                    <a:pt x="17460" y="63201"/>
                  </a:moveTo>
                  <a:cubicBezTo>
                    <a:pt x="18036" y="63776"/>
                    <a:pt x="18738" y="64287"/>
                    <a:pt x="19569" y="64606"/>
                  </a:cubicBezTo>
                  <a:cubicBezTo>
                    <a:pt x="20336" y="64925"/>
                    <a:pt x="21167" y="65117"/>
                    <a:pt x="21997" y="65117"/>
                  </a:cubicBezTo>
                  <a:cubicBezTo>
                    <a:pt x="22828" y="65117"/>
                    <a:pt x="23659" y="64925"/>
                    <a:pt x="24426" y="64606"/>
                  </a:cubicBezTo>
                  <a:cubicBezTo>
                    <a:pt x="25192" y="64287"/>
                    <a:pt x="25895" y="63840"/>
                    <a:pt x="26534" y="63201"/>
                  </a:cubicBezTo>
                  <a:lnTo>
                    <a:pt x="42253" y="47497"/>
                  </a:lnTo>
                  <a:cubicBezTo>
                    <a:pt x="44745" y="45007"/>
                    <a:pt x="44745" y="40985"/>
                    <a:pt x="42253" y="38495"/>
                  </a:cubicBezTo>
                  <a:cubicBezTo>
                    <a:pt x="39761" y="36006"/>
                    <a:pt x="35735" y="36006"/>
                    <a:pt x="33244" y="38495"/>
                  </a:cubicBezTo>
                  <a:lnTo>
                    <a:pt x="28451" y="43283"/>
                  </a:lnTo>
                  <a:lnTo>
                    <a:pt x="28451" y="6384"/>
                  </a:lnTo>
                  <a:cubicBezTo>
                    <a:pt x="28451" y="2873"/>
                    <a:pt x="25576" y="0"/>
                    <a:pt x="22061" y="0"/>
                  </a:cubicBezTo>
                  <a:cubicBezTo>
                    <a:pt x="18547" y="0"/>
                    <a:pt x="15671" y="2873"/>
                    <a:pt x="15671" y="6384"/>
                  </a:cubicBezTo>
                  <a:lnTo>
                    <a:pt x="15671" y="43283"/>
                  </a:lnTo>
                  <a:lnTo>
                    <a:pt x="10879" y="38495"/>
                  </a:lnTo>
                  <a:cubicBezTo>
                    <a:pt x="8387" y="36006"/>
                    <a:pt x="4361" y="36006"/>
                    <a:pt x="1869" y="38495"/>
                  </a:cubicBezTo>
                  <a:cubicBezTo>
                    <a:pt x="-623" y="40985"/>
                    <a:pt x="-623" y="45007"/>
                    <a:pt x="1869" y="47497"/>
                  </a:cubicBezTo>
                  <a:lnTo>
                    <a:pt x="17460" y="63201"/>
                  </a:lnTo>
                  <a:close/>
                </a:path>
              </a:pathLst>
            </a:custGeom>
            <a:solidFill>
              <a:srgbClr val="00A3E0"/>
            </a:solidFill>
            <a:ln w="6390" cap="flat">
              <a:noFill/>
              <a:prstDash val="solid"/>
              <a:miter/>
            </a:ln>
          </p:spPr>
          <p:txBody>
            <a:bodyPr rtlCol="0" anchor="ctr"/>
            <a:lstStyle/>
            <a:p>
              <a:endParaRPr lang="en-US"/>
            </a:p>
          </p:txBody>
        </p:sp>
        <p:sp>
          <p:nvSpPr>
            <p:cNvPr id="837" name="Freeform 836">
              <a:extLst>
                <a:ext uri="{FF2B5EF4-FFF2-40B4-BE49-F238E27FC236}">
                  <a16:creationId xmlns:a16="http://schemas.microsoft.com/office/drawing/2014/main" id="{4D26D5F0-28EE-7648-B4D2-EEC5B5DCDBC2}"/>
                </a:ext>
              </a:extLst>
            </p:cNvPr>
            <p:cNvSpPr/>
            <p:nvPr/>
          </p:nvSpPr>
          <p:spPr>
            <a:xfrm>
              <a:off x="4746956" y="2493347"/>
              <a:ext cx="65177" cy="44065"/>
            </a:xfrm>
            <a:custGeom>
              <a:avLst/>
              <a:gdLst>
                <a:gd name="connsiteX0" fmla="*/ 64666 w 65177"/>
                <a:gd name="connsiteY0" fmla="*/ 24530 h 44065"/>
                <a:gd name="connsiteX1" fmla="*/ 65177 w 65177"/>
                <a:gd name="connsiteY1" fmla="*/ 22041 h 44065"/>
                <a:gd name="connsiteX2" fmla="*/ 64666 w 65177"/>
                <a:gd name="connsiteY2" fmla="*/ 19615 h 44065"/>
                <a:gd name="connsiteX3" fmla="*/ 63261 w 65177"/>
                <a:gd name="connsiteY3" fmla="*/ 17572 h 44065"/>
                <a:gd name="connsiteX4" fmla="*/ 47541 w 65177"/>
                <a:gd name="connsiteY4" fmla="*/ 1867 h 44065"/>
                <a:gd name="connsiteX5" fmla="*/ 38531 w 65177"/>
                <a:gd name="connsiteY5" fmla="*/ 1867 h 44065"/>
                <a:gd name="connsiteX6" fmla="*/ 38531 w 65177"/>
                <a:gd name="connsiteY6" fmla="*/ 10869 h 44065"/>
                <a:gd name="connsiteX7" fmla="*/ 43324 w 65177"/>
                <a:gd name="connsiteY7" fmla="*/ 15657 h 44065"/>
                <a:gd name="connsiteX8" fmla="*/ 6390 w 65177"/>
                <a:gd name="connsiteY8" fmla="*/ 15657 h 44065"/>
                <a:gd name="connsiteX9" fmla="*/ 0 w 65177"/>
                <a:gd name="connsiteY9" fmla="*/ 22041 h 44065"/>
                <a:gd name="connsiteX10" fmla="*/ 6390 w 65177"/>
                <a:gd name="connsiteY10" fmla="*/ 28425 h 44065"/>
                <a:gd name="connsiteX11" fmla="*/ 43324 w 65177"/>
                <a:gd name="connsiteY11" fmla="*/ 28425 h 44065"/>
                <a:gd name="connsiteX12" fmla="*/ 38531 w 65177"/>
                <a:gd name="connsiteY12" fmla="*/ 33213 h 44065"/>
                <a:gd name="connsiteX13" fmla="*/ 38531 w 65177"/>
                <a:gd name="connsiteY13" fmla="*/ 42214 h 44065"/>
                <a:gd name="connsiteX14" fmla="*/ 43068 w 65177"/>
                <a:gd name="connsiteY14" fmla="*/ 44065 h 44065"/>
                <a:gd name="connsiteX15" fmla="*/ 47605 w 65177"/>
                <a:gd name="connsiteY15" fmla="*/ 42214 h 44065"/>
                <a:gd name="connsiteX16" fmla="*/ 63324 w 65177"/>
                <a:gd name="connsiteY16" fmla="*/ 26509 h 44065"/>
                <a:gd name="connsiteX17" fmla="*/ 64666 w 65177"/>
                <a:gd name="connsiteY17" fmla="*/ 24530 h 4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77" h="44065">
                  <a:moveTo>
                    <a:pt x="64666" y="24530"/>
                  </a:moveTo>
                  <a:cubicBezTo>
                    <a:pt x="64986" y="23764"/>
                    <a:pt x="65177" y="22934"/>
                    <a:pt x="65177" y="22041"/>
                  </a:cubicBezTo>
                  <a:cubicBezTo>
                    <a:pt x="65177" y="21211"/>
                    <a:pt x="64986" y="20381"/>
                    <a:pt x="64666" y="19615"/>
                  </a:cubicBezTo>
                  <a:cubicBezTo>
                    <a:pt x="64347" y="18849"/>
                    <a:pt x="63899" y="18146"/>
                    <a:pt x="63261" y="17572"/>
                  </a:cubicBezTo>
                  <a:lnTo>
                    <a:pt x="47541" y="1867"/>
                  </a:lnTo>
                  <a:cubicBezTo>
                    <a:pt x="45049" y="-622"/>
                    <a:pt x="41023" y="-622"/>
                    <a:pt x="38531" y="1867"/>
                  </a:cubicBezTo>
                  <a:cubicBezTo>
                    <a:pt x="36039" y="4357"/>
                    <a:pt x="36039" y="8379"/>
                    <a:pt x="38531" y="10869"/>
                  </a:cubicBezTo>
                  <a:lnTo>
                    <a:pt x="43324" y="15657"/>
                  </a:lnTo>
                  <a:lnTo>
                    <a:pt x="6390" y="15657"/>
                  </a:lnTo>
                  <a:cubicBezTo>
                    <a:pt x="2876" y="15657"/>
                    <a:pt x="0" y="18529"/>
                    <a:pt x="0" y="22041"/>
                  </a:cubicBezTo>
                  <a:cubicBezTo>
                    <a:pt x="0" y="25552"/>
                    <a:pt x="2876" y="28425"/>
                    <a:pt x="6390" y="28425"/>
                  </a:cubicBezTo>
                  <a:lnTo>
                    <a:pt x="43324" y="28425"/>
                  </a:lnTo>
                  <a:lnTo>
                    <a:pt x="38531" y="33213"/>
                  </a:lnTo>
                  <a:cubicBezTo>
                    <a:pt x="36039" y="35702"/>
                    <a:pt x="36039" y="39724"/>
                    <a:pt x="38531" y="42214"/>
                  </a:cubicBezTo>
                  <a:cubicBezTo>
                    <a:pt x="39809" y="43491"/>
                    <a:pt x="41407" y="44065"/>
                    <a:pt x="43068" y="44065"/>
                  </a:cubicBezTo>
                  <a:cubicBezTo>
                    <a:pt x="44730" y="44065"/>
                    <a:pt x="46327" y="43427"/>
                    <a:pt x="47605" y="42214"/>
                  </a:cubicBezTo>
                  <a:lnTo>
                    <a:pt x="63324" y="26509"/>
                  </a:lnTo>
                  <a:cubicBezTo>
                    <a:pt x="63835" y="25999"/>
                    <a:pt x="64347" y="25296"/>
                    <a:pt x="64666" y="24530"/>
                  </a:cubicBezTo>
                  <a:close/>
                </a:path>
              </a:pathLst>
            </a:custGeom>
            <a:solidFill>
              <a:srgbClr val="00A3E0"/>
            </a:solidFill>
            <a:ln w="6390" cap="flat">
              <a:noFill/>
              <a:prstDash val="solid"/>
              <a:miter/>
            </a:ln>
          </p:spPr>
          <p:txBody>
            <a:bodyPr rtlCol="0" anchor="ctr"/>
            <a:lstStyle/>
            <a:p>
              <a:endParaRPr lang="en-US"/>
            </a:p>
          </p:txBody>
        </p:sp>
        <p:sp>
          <p:nvSpPr>
            <p:cNvPr id="838" name="Freeform 837">
              <a:extLst>
                <a:ext uri="{FF2B5EF4-FFF2-40B4-BE49-F238E27FC236}">
                  <a16:creationId xmlns:a16="http://schemas.microsoft.com/office/drawing/2014/main" id="{9BA1F5BE-2273-8449-96FF-65786C9B309E}"/>
                </a:ext>
              </a:extLst>
            </p:cNvPr>
            <p:cNvSpPr/>
            <p:nvPr/>
          </p:nvSpPr>
          <p:spPr>
            <a:xfrm>
              <a:off x="4872646" y="2493410"/>
              <a:ext cx="65241" cy="44129"/>
            </a:xfrm>
            <a:custGeom>
              <a:avLst/>
              <a:gdLst>
                <a:gd name="connsiteX0" fmla="*/ 58788 w 65241"/>
                <a:gd name="connsiteY0" fmla="*/ 15657 h 44129"/>
                <a:gd name="connsiteX1" fmla="*/ 21853 w 65241"/>
                <a:gd name="connsiteY1" fmla="*/ 15657 h 44129"/>
                <a:gd name="connsiteX2" fmla="*/ 26646 w 65241"/>
                <a:gd name="connsiteY2" fmla="*/ 10869 h 44129"/>
                <a:gd name="connsiteX3" fmla="*/ 26646 w 65241"/>
                <a:gd name="connsiteY3" fmla="*/ 1867 h 44129"/>
                <a:gd name="connsiteX4" fmla="*/ 17636 w 65241"/>
                <a:gd name="connsiteY4" fmla="*/ 1867 h 44129"/>
                <a:gd name="connsiteX5" fmla="*/ 1917 w 65241"/>
                <a:gd name="connsiteY5" fmla="*/ 17572 h 44129"/>
                <a:gd name="connsiteX6" fmla="*/ 511 w 65241"/>
                <a:gd name="connsiteY6" fmla="*/ 19615 h 44129"/>
                <a:gd name="connsiteX7" fmla="*/ 0 w 65241"/>
                <a:gd name="connsiteY7" fmla="*/ 22041 h 44129"/>
                <a:gd name="connsiteX8" fmla="*/ 511 w 65241"/>
                <a:gd name="connsiteY8" fmla="*/ 24530 h 44129"/>
                <a:gd name="connsiteX9" fmla="*/ 1917 w 65241"/>
                <a:gd name="connsiteY9" fmla="*/ 26573 h 44129"/>
                <a:gd name="connsiteX10" fmla="*/ 17636 w 65241"/>
                <a:gd name="connsiteY10" fmla="*/ 42278 h 44129"/>
                <a:gd name="connsiteX11" fmla="*/ 22173 w 65241"/>
                <a:gd name="connsiteY11" fmla="*/ 44129 h 44129"/>
                <a:gd name="connsiteX12" fmla="*/ 26710 w 65241"/>
                <a:gd name="connsiteY12" fmla="*/ 42278 h 44129"/>
                <a:gd name="connsiteX13" fmla="*/ 26710 w 65241"/>
                <a:gd name="connsiteY13" fmla="*/ 33277 h 44129"/>
                <a:gd name="connsiteX14" fmla="*/ 21917 w 65241"/>
                <a:gd name="connsiteY14" fmla="*/ 28489 h 44129"/>
                <a:gd name="connsiteX15" fmla="*/ 58851 w 65241"/>
                <a:gd name="connsiteY15" fmla="*/ 28489 h 44129"/>
                <a:gd name="connsiteX16" fmla="*/ 65241 w 65241"/>
                <a:gd name="connsiteY16" fmla="*/ 22105 h 44129"/>
                <a:gd name="connsiteX17" fmla="*/ 58788 w 65241"/>
                <a:gd name="connsiteY17" fmla="*/ 15657 h 4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241" h="44129">
                  <a:moveTo>
                    <a:pt x="58788" y="15657"/>
                  </a:moveTo>
                  <a:lnTo>
                    <a:pt x="21853" y="15657"/>
                  </a:lnTo>
                  <a:lnTo>
                    <a:pt x="26646" y="10869"/>
                  </a:lnTo>
                  <a:cubicBezTo>
                    <a:pt x="29138" y="8379"/>
                    <a:pt x="29138" y="4357"/>
                    <a:pt x="26646" y="1867"/>
                  </a:cubicBezTo>
                  <a:cubicBezTo>
                    <a:pt x="24154" y="-622"/>
                    <a:pt x="20128" y="-622"/>
                    <a:pt x="17636" y="1867"/>
                  </a:cubicBezTo>
                  <a:lnTo>
                    <a:pt x="1917" y="17572"/>
                  </a:lnTo>
                  <a:cubicBezTo>
                    <a:pt x="1342" y="18147"/>
                    <a:pt x="831" y="18849"/>
                    <a:pt x="511" y="19615"/>
                  </a:cubicBezTo>
                  <a:cubicBezTo>
                    <a:pt x="192" y="20381"/>
                    <a:pt x="0" y="21211"/>
                    <a:pt x="0" y="22041"/>
                  </a:cubicBezTo>
                  <a:cubicBezTo>
                    <a:pt x="0" y="22871"/>
                    <a:pt x="192" y="23701"/>
                    <a:pt x="511" y="24530"/>
                  </a:cubicBezTo>
                  <a:cubicBezTo>
                    <a:pt x="831" y="25297"/>
                    <a:pt x="1278" y="25999"/>
                    <a:pt x="1917" y="26573"/>
                  </a:cubicBezTo>
                  <a:lnTo>
                    <a:pt x="17636" y="42278"/>
                  </a:lnTo>
                  <a:cubicBezTo>
                    <a:pt x="18914" y="43555"/>
                    <a:pt x="20512" y="44129"/>
                    <a:pt x="22173" y="44129"/>
                  </a:cubicBezTo>
                  <a:cubicBezTo>
                    <a:pt x="23835" y="44129"/>
                    <a:pt x="25432" y="43491"/>
                    <a:pt x="26710" y="42278"/>
                  </a:cubicBezTo>
                  <a:cubicBezTo>
                    <a:pt x="29202" y="39788"/>
                    <a:pt x="29202" y="35766"/>
                    <a:pt x="26710" y="33277"/>
                  </a:cubicBezTo>
                  <a:lnTo>
                    <a:pt x="21917" y="28489"/>
                  </a:lnTo>
                  <a:lnTo>
                    <a:pt x="58851" y="28489"/>
                  </a:lnTo>
                  <a:cubicBezTo>
                    <a:pt x="62366" y="28489"/>
                    <a:pt x="65241" y="25616"/>
                    <a:pt x="65241" y="22105"/>
                  </a:cubicBezTo>
                  <a:cubicBezTo>
                    <a:pt x="65241" y="18593"/>
                    <a:pt x="62366" y="15657"/>
                    <a:pt x="58788" y="15657"/>
                  </a:cubicBezTo>
                  <a:close/>
                </a:path>
              </a:pathLst>
            </a:custGeom>
            <a:solidFill>
              <a:srgbClr val="00A3E0"/>
            </a:solidFill>
            <a:ln w="6390" cap="flat">
              <a:noFill/>
              <a:prstDash val="solid"/>
              <a:miter/>
            </a:ln>
          </p:spPr>
          <p:txBody>
            <a:bodyPr rtlCol="0" anchor="ctr"/>
            <a:lstStyle/>
            <a:p>
              <a:endParaRPr lang="en-US"/>
            </a:p>
          </p:txBody>
        </p:sp>
        <p:sp>
          <p:nvSpPr>
            <p:cNvPr id="839" name="Freeform 838">
              <a:extLst>
                <a:ext uri="{FF2B5EF4-FFF2-40B4-BE49-F238E27FC236}">
                  <a16:creationId xmlns:a16="http://schemas.microsoft.com/office/drawing/2014/main" id="{6DE198D8-3033-6A42-AC98-CA06A8D97D3B}"/>
                </a:ext>
              </a:extLst>
            </p:cNvPr>
            <p:cNvSpPr/>
            <p:nvPr/>
          </p:nvSpPr>
          <p:spPr>
            <a:xfrm>
              <a:off x="4804465" y="2498597"/>
              <a:ext cx="117512" cy="180283"/>
            </a:xfrm>
            <a:custGeom>
              <a:avLst/>
              <a:gdLst>
                <a:gd name="connsiteX0" fmla="*/ 100769 w 117512"/>
                <a:gd name="connsiteY0" fmla="*/ 52349 h 180283"/>
                <a:gd name="connsiteX1" fmla="*/ 95657 w 117512"/>
                <a:gd name="connsiteY1" fmla="*/ 53242 h 180283"/>
                <a:gd name="connsiteX2" fmla="*/ 79810 w 117512"/>
                <a:gd name="connsiteY2" fmla="*/ 41879 h 180283"/>
                <a:gd name="connsiteX3" fmla="*/ 74698 w 117512"/>
                <a:gd name="connsiteY3" fmla="*/ 42773 h 180283"/>
                <a:gd name="connsiteX4" fmla="*/ 58851 w 117512"/>
                <a:gd name="connsiteY4" fmla="*/ 31409 h 180283"/>
                <a:gd name="connsiteX5" fmla="*/ 54762 w 117512"/>
                <a:gd name="connsiteY5" fmla="*/ 31984 h 180283"/>
                <a:gd name="connsiteX6" fmla="*/ 54762 w 117512"/>
                <a:gd name="connsiteY6" fmla="*/ 16854 h 180283"/>
                <a:gd name="connsiteX7" fmla="*/ 37892 w 117512"/>
                <a:gd name="connsiteY7" fmla="*/ 0 h 180283"/>
                <a:gd name="connsiteX8" fmla="*/ 25943 w 117512"/>
                <a:gd name="connsiteY8" fmla="*/ 5043 h 180283"/>
                <a:gd name="connsiteX9" fmla="*/ 21023 w 117512"/>
                <a:gd name="connsiteY9" fmla="*/ 16854 h 180283"/>
                <a:gd name="connsiteX10" fmla="*/ 21023 w 117512"/>
                <a:gd name="connsiteY10" fmla="*/ 55796 h 180283"/>
                <a:gd name="connsiteX11" fmla="*/ 20256 w 117512"/>
                <a:gd name="connsiteY11" fmla="*/ 55349 h 180283"/>
                <a:gd name="connsiteX12" fmla="*/ 6581 w 117512"/>
                <a:gd name="connsiteY12" fmla="*/ 55987 h 180283"/>
                <a:gd name="connsiteX13" fmla="*/ 0 w 117512"/>
                <a:gd name="connsiteY13" fmla="*/ 67798 h 180283"/>
                <a:gd name="connsiteX14" fmla="*/ 0 w 117512"/>
                <a:gd name="connsiteY14" fmla="*/ 105846 h 180283"/>
                <a:gd name="connsiteX15" fmla="*/ 14697 w 117512"/>
                <a:gd name="connsiteY15" fmla="*/ 138724 h 180283"/>
                <a:gd name="connsiteX16" fmla="*/ 26199 w 117512"/>
                <a:gd name="connsiteY16" fmla="*/ 158195 h 180283"/>
                <a:gd name="connsiteX17" fmla="*/ 26199 w 117512"/>
                <a:gd name="connsiteY17" fmla="*/ 173900 h 180283"/>
                <a:gd name="connsiteX18" fmla="*/ 32589 w 117512"/>
                <a:gd name="connsiteY18" fmla="*/ 180284 h 180283"/>
                <a:gd name="connsiteX19" fmla="*/ 38978 w 117512"/>
                <a:gd name="connsiteY19" fmla="*/ 173900 h 180283"/>
                <a:gd name="connsiteX20" fmla="*/ 38978 w 117512"/>
                <a:gd name="connsiteY20" fmla="*/ 158195 h 180283"/>
                <a:gd name="connsiteX21" fmla="*/ 23132 w 117512"/>
                <a:gd name="connsiteY21" fmla="*/ 129148 h 180283"/>
                <a:gd name="connsiteX22" fmla="*/ 12780 w 117512"/>
                <a:gd name="connsiteY22" fmla="*/ 105846 h 180283"/>
                <a:gd name="connsiteX23" fmla="*/ 12780 w 117512"/>
                <a:gd name="connsiteY23" fmla="*/ 67798 h 180283"/>
                <a:gd name="connsiteX24" fmla="*/ 13291 w 117512"/>
                <a:gd name="connsiteY24" fmla="*/ 66840 h 180283"/>
                <a:gd name="connsiteX25" fmla="*/ 14505 w 117512"/>
                <a:gd name="connsiteY25" fmla="*/ 66776 h 180283"/>
                <a:gd name="connsiteX26" fmla="*/ 20895 w 117512"/>
                <a:gd name="connsiteY26" fmla="*/ 79672 h 180283"/>
                <a:gd name="connsiteX27" fmla="*/ 20895 w 117512"/>
                <a:gd name="connsiteY27" fmla="*/ 90142 h 180283"/>
                <a:gd name="connsiteX28" fmla="*/ 27285 w 117512"/>
                <a:gd name="connsiteY28" fmla="*/ 96526 h 180283"/>
                <a:gd name="connsiteX29" fmla="*/ 33675 w 117512"/>
                <a:gd name="connsiteY29" fmla="*/ 90142 h 180283"/>
                <a:gd name="connsiteX30" fmla="*/ 33675 w 117512"/>
                <a:gd name="connsiteY30" fmla="*/ 16854 h 180283"/>
                <a:gd name="connsiteX31" fmla="*/ 34825 w 117512"/>
                <a:gd name="connsiteY31" fmla="*/ 14045 h 180283"/>
                <a:gd name="connsiteX32" fmla="*/ 37764 w 117512"/>
                <a:gd name="connsiteY32" fmla="*/ 12768 h 180283"/>
                <a:gd name="connsiteX33" fmla="*/ 41854 w 117512"/>
                <a:gd name="connsiteY33" fmla="*/ 16854 h 180283"/>
                <a:gd name="connsiteX34" fmla="*/ 41854 w 117512"/>
                <a:gd name="connsiteY34" fmla="*/ 48263 h 180283"/>
                <a:gd name="connsiteX35" fmla="*/ 41854 w 117512"/>
                <a:gd name="connsiteY35" fmla="*/ 69202 h 180283"/>
                <a:gd name="connsiteX36" fmla="*/ 48244 w 117512"/>
                <a:gd name="connsiteY36" fmla="*/ 75586 h 180283"/>
                <a:gd name="connsiteX37" fmla="*/ 54634 w 117512"/>
                <a:gd name="connsiteY37" fmla="*/ 69202 h 180283"/>
                <a:gd name="connsiteX38" fmla="*/ 54634 w 117512"/>
                <a:gd name="connsiteY38" fmla="*/ 48263 h 180283"/>
                <a:gd name="connsiteX39" fmla="*/ 55784 w 117512"/>
                <a:gd name="connsiteY39" fmla="*/ 45454 h 180283"/>
                <a:gd name="connsiteX40" fmla="*/ 58724 w 117512"/>
                <a:gd name="connsiteY40" fmla="*/ 44177 h 180283"/>
                <a:gd name="connsiteX41" fmla="*/ 62813 w 117512"/>
                <a:gd name="connsiteY41" fmla="*/ 48263 h 180283"/>
                <a:gd name="connsiteX42" fmla="*/ 62813 w 117512"/>
                <a:gd name="connsiteY42" fmla="*/ 58733 h 180283"/>
                <a:gd name="connsiteX43" fmla="*/ 62813 w 117512"/>
                <a:gd name="connsiteY43" fmla="*/ 58733 h 180283"/>
                <a:gd name="connsiteX44" fmla="*/ 62813 w 117512"/>
                <a:gd name="connsiteY44" fmla="*/ 58733 h 180283"/>
                <a:gd name="connsiteX45" fmla="*/ 62813 w 117512"/>
                <a:gd name="connsiteY45" fmla="*/ 74437 h 180283"/>
                <a:gd name="connsiteX46" fmla="*/ 69203 w 117512"/>
                <a:gd name="connsiteY46" fmla="*/ 80821 h 180283"/>
                <a:gd name="connsiteX47" fmla="*/ 75593 w 117512"/>
                <a:gd name="connsiteY47" fmla="*/ 74437 h 180283"/>
                <a:gd name="connsiteX48" fmla="*/ 75593 w 117512"/>
                <a:gd name="connsiteY48" fmla="*/ 58733 h 180283"/>
                <a:gd name="connsiteX49" fmla="*/ 76743 w 117512"/>
                <a:gd name="connsiteY49" fmla="*/ 55987 h 180283"/>
                <a:gd name="connsiteX50" fmla="*/ 79682 w 117512"/>
                <a:gd name="connsiteY50" fmla="*/ 54711 h 180283"/>
                <a:gd name="connsiteX51" fmla="*/ 83772 w 117512"/>
                <a:gd name="connsiteY51" fmla="*/ 58796 h 180283"/>
                <a:gd name="connsiteX52" fmla="*/ 83772 w 117512"/>
                <a:gd name="connsiteY52" fmla="*/ 82672 h 180283"/>
                <a:gd name="connsiteX53" fmla="*/ 90162 w 117512"/>
                <a:gd name="connsiteY53" fmla="*/ 89056 h 180283"/>
                <a:gd name="connsiteX54" fmla="*/ 96552 w 117512"/>
                <a:gd name="connsiteY54" fmla="*/ 82672 h 180283"/>
                <a:gd name="connsiteX55" fmla="*/ 96552 w 117512"/>
                <a:gd name="connsiteY55" fmla="*/ 69202 h 180283"/>
                <a:gd name="connsiteX56" fmla="*/ 97702 w 117512"/>
                <a:gd name="connsiteY56" fmla="*/ 66393 h 180283"/>
                <a:gd name="connsiteX57" fmla="*/ 100642 w 117512"/>
                <a:gd name="connsiteY57" fmla="*/ 65117 h 180283"/>
                <a:gd name="connsiteX58" fmla="*/ 104731 w 117512"/>
                <a:gd name="connsiteY58" fmla="*/ 69202 h 180283"/>
                <a:gd name="connsiteX59" fmla="*/ 104731 w 117512"/>
                <a:gd name="connsiteY59" fmla="*/ 115167 h 180283"/>
                <a:gd name="connsiteX60" fmla="*/ 101025 w 117512"/>
                <a:gd name="connsiteY60" fmla="*/ 129084 h 180283"/>
                <a:gd name="connsiteX61" fmla="*/ 94252 w 117512"/>
                <a:gd name="connsiteY61" fmla="*/ 152960 h 180283"/>
                <a:gd name="connsiteX62" fmla="*/ 94252 w 117512"/>
                <a:gd name="connsiteY62" fmla="*/ 173900 h 180283"/>
                <a:gd name="connsiteX63" fmla="*/ 100642 w 117512"/>
                <a:gd name="connsiteY63" fmla="*/ 180284 h 180283"/>
                <a:gd name="connsiteX64" fmla="*/ 107031 w 117512"/>
                <a:gd name="connsiteY64" fmla="*/ 173900 h 180283"/>
                <a:gd name="connsiteX65" fmla="*/ 107031 w 117512"/>
                <a:gd name="connsiteY65" fmla="*/ 152960 h 180283"/>
                <a:gd name="connsiteX66" fmla="*/ 112015 w 117512"/>
                <a:gd name="connsiteY66" fmla="*/ 135660 h 180283"/>
                <a:gd name="connsiteX67" fmla="*/ 117511 w 117512"/>
                <a:gd name="connsiteY67" fmla="*/ 115167 h 180283"/>
                <a:gd name="connsiteX68" fmla="*/ 117511 w 117512"/>
                <a:gd name="connsiteY68" fmla="*/ 69202 h 180283"/>
                <a:gd name="connsiteX69" fmla="*/ 100769 w 117512"/>
                <a:gd name="connsiteY69" fmla="*/ 52349 h 180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7512" h="180283">
                  <a:moveTo>
                    <a:pt x="100769" y="52349"/>
                  </a:moveTo>
                  <a:cubicBezTo>
                    <a:pt x="99044" y="52349"/>
                    <a:pt x="97319" y="52732"/>
                    <a:pt x="95657" y="53242"/>
                  </a:cubicBezTo>
                  <a:cubicBezTo>
                    <a:pt x="93357" y="46667"/>
                    <a:pt x="87159" y="41879"/>
                    <a:pt x="79810" y="41879"/>
                  </a:cubicBezTo>
                  <a:cubicBezTo>
                    <a:pt x="78085" y="41879"/>
                    <a:pt x="76360" y="42262"/>
                    <a:pt x="74698" y="42773"/>
                  </a:cubicBezTo>
                  <a:cubicBezTo>
                    <a:pt x="72398" y="36197"/>
                    <a:pt x="66200" y="31409"/>
                    <a:pt x="58851" y="31409"/>
                  </a:cubicBezTo>
                  <a:cubicBezTo>
                    <a:pt x="57445" y="31409"/>
                    <a:pt x="56103" y="31664"/>
                    <a:pt x="54762" y="31984"/>
                  </a:cubicBezTo>
                  <a:lnTo>
                    <a:pt x="54762" y="16854"/>
                  </a:lnTo>
                  <a:cubicBezTo>
                    <a:pt x="54762" y="7533"/>
                    <a:pt x="47222" y="0"/>
                    <a:pt x="37892" y="0"/>
                  </a:cubicBezTo>
                  <a:cubicBezTo>
                    <a:pt x="33483" y="0"/>
                    <a:pt x="29138" y="1851"/>
                    <a:pt x="25943" y="5043"/>
                  </a:cubicBezTo>
                  <a:cubicBezTo>
                    <a:pt x="22748" y="8235"/>
                    <a:pt x="21023" y="12385"/>
                    <a:pt x="21023" y="16854"/>
                  </a:cubicBezTo>
                  <a:lnTo>
                    <a:pt x="21023" y="55796"/>
                  </a:lnTo>
                  <a:cubicBezTo>
                    <a:pt x="20767" y="55668"/>
                    <a:pt x="20575" y="55477"/>
                    <a:pt x="20256" y="55349"/>
                  </a:cubicBezTo>
                  <a:cubicBezTo>
                    <a:pt x="15847" y="53178"/>
                    <a:pt x="10735" y="53434"/>
                    <a:pt x="6581" y="55987"/>
                  </a:cubicBezTo>
                  <a:cubicBezTo>
                    <a:pt x="2492" y="58541"/>
                    <a:pt x="0" y="62946"/>
                    <a:pt x="0" y="67798"/>
                  </a:cubicBezTo>
                  <a:lnTo>
                    <a:pt x="0" y="105846"/>
                  </a:lnTo>
                  <a:cubicBezTo>
                    <a:pt x="0" y="118359"/>
                    <a:pt x="5495" y="130680"/>
                    <a:pt x="14697" y="138724"/>
                  </a:cubicBezTo>
                  <a:cubicBezTo>
                    <a:pt x="21790" y="144916"/>
                    <a:pt x="26199" y="149194"/>
                    <a:pt x="26199" y="158195"/>
                  </a:cubicBezTo>
                  <a:lnTo>
                    <a:pt x="26199" y="173900"/>
                  </a:lnTo>
                  <a:cubicBezTo>
                    <a:pt x="26199" y="177411"/>
                    <a:pt x="29074" y="180284"/>
                    <a:pt x="32589" y="180284"/>
                  </a:cubicBezTo>
                  <a:cubicBezTo>
                    <a:pt x="36103" y="180284"/>
                    <a:pt x="38978" y="177411"/>
                    <a:pt x="38978" y="173900"/>
                  </a:cubicBezTo>
                  <a:lnTo>
                    <a:pt x="38978" y="158195"/>
                  </a:lnTo>
                  <a:cubicBezTo>
                    <a:pt x="38978" y="143001"/>
                    <a:pt x="30160" y="135340"/>
                    <a:pt x="23132" y="129148"/>
                  </a:cubicBezTo>
                  <a:cubicBezTo>
                    <a:pt x="20703" y="127041"/>
                    <a:pt x="12780" y="119061"/>
                    <a:pt x="12780" y="105846"/>
                  </a:cubicBezTo>
                  <a:lnTo>
                    <a:pt x="12780" y="67798"/>
                  </a:lnTo>
                  <a:cubicBezTo>
                    <a:pt x="12780" y="67670"/>
                    <a:pt x="12780" y="67159"/>
                    <a:pt x="13291" y="66840"/>
                  </a:cubicBezTo>
                  <a:cubicBezTo>
                    <a:pt x="13547" y="66649"/>
                    <a:pt x="13994" y="66521"/>
                    <a:pt x="14505" y="66776"/>
                  </a:cubicBezTo>
                  <a:cubicBezTo>
                    <a:pt x="19809" y="69394"/>
                    <a:pt x="20895" y="75203"/>
                    <a:pt x="20895" y="79672"/>
                  </a:cubicBezTo>
                  <a:lnTo>
                    <a:pt x="20895" y="90142"/>
                  </a:lnTo>
                  <a:cubicBezTo>
                    <a:pt x="20895" y="93653"/>
                    <a:pt x="23770" y="96526"/>
                    <a:pt x="27285" y="96526"/>
                  </a:cubicBezTo>
                  <a:cubicBezTo>
                    <a:pt x="30800" y="96526"/>
                    <a:pt x="33675" y="93653"/>
                    <a:pt x="33675" y="90142"/>
                  </a:cubicBezTo>
                  <a:lnTo>
                    <a:pt x="33675" y="16854"/>
                  </a:lnTo>
                  <a:cubicBezTo>
                    <a:pt x="33675" y="15768"/>
                    <a:pt x="34058" y="14875"/>
                    <a:pt x="34825" y="14045"/>
                  </a:cubicBezTo>
                  <a:cubicBezTo>
                    <a:pt x="35592" y="13279"/>
                    <a:pt x="36742" y="12768"/>
                    <a:pt x="37764" y="12768"/>
                  </a:cubicBezTo>
                  <a:cubicBezTo>
                    <a:pt x="39426" y="12768"/>
                    <a:pt x="41854" y="14236"/>
                    <a:pt x="41854" y="16854"/>
                  </a:cubicBezTo>
                  <a:lnTo>
                    <a:pt x="41854" y="48263"/>
                  </a:lnTo>
                  <a:lnTo>
                    <a:pt x="41854" y="69202"/>
                  </a:lnTo>
                  <a:cubicBezTo>
                    <a:pt x="41854" y="72713"/>
                    <a:pt x="44730" y="75586"/>
                    <a:pt x="48244" y="75586"/>
                  </a:cubicBezTo>
                  <a:cubicBezTo>
                    <a:pt x="51758" y="75586"/>
                    <a:pt x="54634" y="72713"/>
                    <a:pt x="54634" y="69202"/>
                  </a:cubicBezTo>
                  <a:lnTo>
                    <a:pt x="54634" y="48263"/>
                  </a:lnTo>
                  <a:cubicBezTo>
                    <a:pt x="54634" y="47178"/>
                    <a:pt x="55017" y="46284"/>
                    <a:pt x="55784" y="45454"/>
                  </a:cubicBezTo>
                  <a:cubicBezTo>
                    <a:pt x="56551" y="44688"/>
                    <a:pt x="57701" y="44177"/>
                    <a:pt x="58724" y="44177"/>
                  </a:cubicBezTo>
                  <a:cubicBezTo>
                    <a:pt x="60385" y="44177"/>
                    <a:pt x="62813" y="45645"/>
                    <a:pt x="62813" y="48263"/>
                  </a:cubicBezTo>
                  <a:lnTo>
                    <a:pt x="62813" y="58733"/>
                  </a:lnTo>
                  <a:cubicBezTo>
                    <a:pt x="62813" y="58733"/>
                    <a:pt x="62813" y="58733"/>
                    <a:pt x="62813" y="58733"/>
                  </a:cubicBezTo>
                  <a:cubicBezTo>
                    <a:pt x="62813" y="58733"/>
                    <a:pt x="62813" y="58733"/>
                    <a:pt x="62813" y="58733"/>
                  </a:cubicBezTo>
                  <a:lnTo>
                    <a:pt x="62813" y="74437"/>
                  </a:lnTo>
                  <a:cubicBezTo>
                    <a:pt x="62813" y="77948"/>
                    <a:pt x="65688" y="80821"/>
                    <a:pt x="69203" y="80821"/>
                  </a:cubicBezTo>
                  <a:cubicBezTo>
                    <a:pt x="72718" y="80821"/>
                    <a:pt x="75593" y="77948"/>
                    <a:pt x="75593" y="74437"/>
                  </a:cubicBezTo>
                  <a:lnTo>
                    <a:pt x="75593" y="58733"/>
                  </a:lnTo>
                  <a:cubicBezTo>
                    <a:pt x="75593" y="57647"/>
                    <a:pt x="75976" y="56754"/>
                    <a:pt x="76743" y="55987"/>
                  </a:cubicBezTo>
                  <a:cubicBezTo>
                    <a:pt x="77510" y="55221"/>
                    <a:pt x="78660" y="54711"/>
                    <a:pt x="79682" y="54711"/>
                  </a:cubicBezTo>
                  <a:cubicBezTo>
                    <a:pt x="81344" y="54711"/>
                    <a:pt x="83772" y="56179"/>
                    <a:pt x="83772" y="58796"/>
                  </a:cubicBezTo>
                  <a:lnTo>
                    <a:pt x="83772" y="82672"/>
                  </a:lnTo>
                  <a:cubicBezTo>
                    <a:pt x="83772" y="86184"/>
                    <a:pt x="86648" y="89056"/>
                    <a:pt x="90162" y="89056"/>
                  </a:cubicBezTo>
                  <a:cubicBezTo>
                    <a:pt x="93676" y="89056"/>
                    <a:pt x="96552" y="86184"/>
                    <a:pt x="96552" y="82672"/>
                  </a:cubicBezTo>
                  <a:lnTo>
                    <a:pt x="96552" y="69202"/>
                  </a:lnTo>
                  <a:cubicBezTo>
                    <a:pt x="96552" y="68117"/>
                    <a:pt x="96935" y="67223"/>
                    <a:pt x="97702" y="66393"/>
                  </a:cubicBezTo>
                  <a:cubicBezTo>
                    <a:pt x="98469" y="65627"/>
                    <a:pt x="99619" y="65117"/>
                    <a:pt x="100642" y="65117"/>
                  </a:cubicBezTo>
                  <a:cubicBezTo>
                    <a:pt x="102303" y="65117"/>
                    <a:pt x="104731" y="66585"/>
                    <a:pt x="104731" y="69202"/>
                  </a:cubicBezTo>
                  <a:lnTo>
                    <a:pt x="104731" y="115167"/>
                  </a:lnTo>
                  <a:cubicBezTo>
                    <a:pt x="104731" y="120210"/>
                    <a:pt x="103453" y="125062"/>
                    <a:pt x="101025" y="129084"/>
                  </a:cubicBezTo>
                  <a:cubicBezTo>
                    <a:pt x="94571" y="139809"/>
                    <a:pt x="94252" y="143576"/>
                    <a:pt x="94252" y="152960"/>
                  </a:cubicBezTo>
                  <a:lnTo>
                    <a:pt x="94252" y="173900"/>
                  </a:lnTo>
                  <a:cubicBezTo>
                    <a:pt x="94252" y="177411"/>
                    <a:pt x="97127" y="180284"/>
                    <a:pt x="100642" y="180284"/>
                  </a:cubicBezTo>
                  <a:cubicBezTo>
                    <a:pt x="104156" y="180284"/>
                    <a:pt x="107031" y="177411"/>
                    <a:pt x="107031" y="173900"/>
                  </a:cubicBezTo>
                  <a:lnTo>
                    <a:pt x="107031" y="152960"/>
                  </a:lnTo>
                  <a:cubicBezTo>
                    <a:pt x="107031" y="145236"/>
                    <a:pt x="107031" y="143895"/>
                    <a:pt x="112015" y="135660"/>
                  </a:cubicBezTo>
                  <a:cubicBezTo>
                    <a:pt x="115658" y="129659"/>
                    <a:pt x="117511" y="122572"/>
                    <a:pt x="117511" y="115167"/>
                  </a:cubicBezTo>
                  <a:lnTo>
                    <a:pt x="117511" y="69202"/>
                  </a:lnTo>
                  <a:cubicBezTo>
                    <a:pt x="117639" y="59882"/>
                    <a:pt x="110098" y="52349"/>
                    <a:pt x="100769" y="52349"/>
                  </a:cubicBezTo>
                  <a:close/>
                </a:path>
              </a:pathLst>
            </a:custGeom>
            <a:solidFill>
              <a:srgbClr val="00A3E0"/>
            </a:solidFill>
            <a:ln w="6390" cap="flat">
              <a:noFill/>
              <a:prstDash val="solid"/>
              <a:miter/>
            </a:ln>
          </p:spPr>
          <p:txBody>
            <a:bodyPr rtlCol="0" anchor="ctr"/>
            <a:lstStyle/>
            <a:p>
              <a:endParaRPr lang="en-US"/>
            </a:p>
          </p:txBody>
        </p:sp>
      </p:grpSp>
      <p:grpSp>
        <p:nvGrpSpPr>
          <p:cNvPr id="840" name="Graphic 4">
            <a:extLst>
              <a:ext uri="{FF2B5EF4-FFF2-40B4-BE49-F238E27FC236}">
                <a16:creationId xmlns:a16="http://schemas.microsoft.com/office/drawing/2014/main" id="{04981530-F585-EE4E-B2E9-5640E45D64FF}"/>
              </a:ext>
            </a:extLst>
          </p:cNvPr>
          <p:cNvGrpSpPr/>
          <p:nvPr/>
        </p:nvGrpSpPr>
        <p:grpSpPr>
          <a:xfrm>
            <a:off x="4661267" y="3824168"/>
            <a:ext cx="362309" cy="361971"/>
            <a:chOff x="4661267" y="3824168"/>
            <a:chExt cx="362309" cy="361971"/>
          </a:xfrm>
          <a:solidFill>
            <a:srgbClr val="00A3E0"/>
          </a:solidFill>
        </p:grpSpPr>
        <p:sp>
          <p:nvSpPr>
            <p:cNvPr id="841" name="Freeform 840">
              <a:extLst>
                <a:ext uri="{FF2B5EF4-FFF2-40B4-BE49-F238E27FC236}">
                  <a16:creationId xmlns:a16="http://schemas.microsoft.com/office/drawing/2014/main" id="{B8717423-E6B9-004D-80AD-8022980C572C}"/>
                </a:ext>
              </a:extLst>
            </p:cNvPr>
            <p:cNvSpPr/>
            <p:nvPr/>
          </p:nvSpPr>
          <p:spPr>
            <a:xfrm>
              <a:off x="4661267" y="3824168"/>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181155 w 362309"/>
                <a:gd name="connsiteY5" fmla="*/ 349204 h 361971"/>
                <a:gd name="connsiteX6" fmla="*/ 12780 w 362309"/>
                <a:gd name="connsiteY6" fmla="*/ 180986 h 361971"/>
                <a:gd name="connsiteX7" fmla="*/ 181155 w 362309"/>
                <a:gd name="connsiteY7" fmla="*/ 12768 h 361971"/>
                <a:gd name="connsiteX8" fmla="*/ 349530 w 362309"/>
                <a:gd name="connsiteY8" fmla="*/ 180986 h 361971"/>
                <a:gd name="connsiteX9" fmla="*/ 181155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1"/>
                    <a:pt x="181155" y="361971"/>
                  </a:cubicBezTo>
                  <a:cubicBezTo>
                    <a:pt x="281221" y="361971"/>
                    <a:pt x="362310" y="280959"/>
                    <a:pt x="362310" y="180986"/>
                  </a:cubicBezTo>
                  <a:cubicBezTo>
                    <a:pt x="362310" y="81013"/>
                    <a:pt x="281157" y="0"/>
                    <a:pt x="181155" y="0"/>
                  </a:cubicBezTo>
                  <a:close/>
                  <a:moveTo>
                    <a:pt x="181155" y="349204"/>
                  </a:moveTo>
                  <a:cubicBezTo>
                    <a:pt x="88309" y="349204"/>
                    <a:pt x="12780" y="273745"/>
                    <a:pt x="12780" y="180986"/>
                  </a:cubicBezTo>
                  <a:cubicBezTo>
                    <a:pt x="12780" y="88226"/>
                    <a:pt x="88309" y="12768"/>
                    <a:pt x="181155" y="12768"/>
                  </a:cubicBezTo>
                  <a:cubicBezTo>
                    <a:pt x="274001" y="12768"/>
                    <a:pt x="349530" y="88226"/>
                    <a:pt x="349530" y="180986"/>
                  </a:cubicBezTo>
                  <a:cubicBezTo>
                    <a:pt x="349530" y="273745"/>
                    <a:pt x="273937" y="349204"/>
                    <a:pt x="181155" y="349204"/>
                  </a:cubicBezTo>
                  <a:close/>
                </a:path>
              </a:pathLst>
            </a:custGeom>
            <a:solidFill>
              <a:srgbClr val="00A3E0"/>
            </a:solidFill>
            <a:ln w="6390" cap="flat">
              <a:noFill/>
              <a:prstDash val="solid"/>
              <a:miter/>
            </a:ln>
          </p:spPr>
          <p:txBody>
            <a:bodyPr rtlCol="0" anchor="ctr"/>
            <a:lstStyle/>
            <a:p>
              <a:endParaRPr lang="en-US"/>
            </a:p>
          </p:txBody>
        </p:sp>
        <p:sp>
          <p:nvSpPr>
            <p:cNvPr id="842" name="Freeform 841">
              <a:extLst>
                <a:ext uri="{FF2B5EF4-FFF2-40B4-BE49-F238E27FC236}">
                  <a16:creationId xmlns:a16="http://schemas.microsoft.com/office/drawing/2014/main" id="{2AE4F8F9-FE71-7C48-BC42-1C3666F2DD6C}"/>
                </a:ext>
              </a:extLst>
            </p:cNvPr>
            <p:cNvSpPr/>
            <p:nvPr/>
          </p:nvSpPr>
          <p:spPr>
            <a:xfrm>
              <a:off x="4733122" y="3923039"/>
              <a:ext cx="77797" cy="45214"/>
            </a:xfrm>
            <a:custGeom>
              <a:avLst/>
              <a:gdLst>
                <a:gd name="connsiteX0" fmla="*/ 71344 w 77797"/>
                <a:gd name="connsiteY0" fmla="*/ 16231 h 45214"/>
                <a:gd name="connsiteX1" fmla="*/ 21758 w 77797"/>
                <a:gd name="connsiteY1" fmla="*/ 16231 h 45214"/>
                <a:gd name="connsiteX2" fmla="*/ 27125 w 77797"/>
                <a:gd name="connsiteY2" fmla="*/ 10869 h 45214"/>
                <a:gd name="connsiteX3" fmla="*/ 27125 w 77797"/>
                <a:gd name="connsiteY3" fmla="*/ 1867 h 45214"/>
                <a:gd name="connsiteX4" fmla="*/ 18115 w 77797"/>
                <a:gd name="connsiteY4" fmla="*/ 1867 h 45214"/>
                <a:gd name="connsiteX5" fmla="*/ 1885 w 77797"/>
                <a:gd name="connsiteY5" fmla="*/ 18083 h 45214"/>
                <a:gd name="connsiteX6" fmla="*/ 479 w 77797"/>
                <a:gd name="connsiteY6" fmla="*/ 20189 h 45214"/>
                <a:gd name="connsiteX7" fmla="*/ 479 w 77797"/>
                <a:gd name="connsiteY7" fmla="*/ 25041 h 45214"/>
                <a:gd name="connsiteX8" fmla="*/ 1885 w 77797"/>
                <a:gd name="connsiteY8" fmla="*/ 27148 h 45214"/>
                <a:gd name="connsiteX9" fmla="*/ 18115 w 77797"/>
                <a:gd name="connsiteY9" fmla="*/ 43363 h 45214"/>
                <a:gd name="connsiteX10" fmla="*/ 22652 w 77797"/>
                <a:gd name="connsiteY10" fmla="*/ 45214 h 45214"/>
                <a:gd name="connsiteX11" fmla="*/ 27189 w 77797"/>
                <a:gd name="connsiteY11" fmla="*/ 43363 h 45214"/>
                <a:gd name="connsiteX12" fmla="*/ 27189 w 77797"/>
                <a:gd name="connsiteY12" fmla="*/ 34362 h 45214"/>
                <a:gd name="connsiteX13" fmla="*/ 21822 w 77797"/>
                <a:gd name="connsiteY13" fmla="*/ 28999 h 45214"/>
                <a:gd name="connsiteX14" fmla="*/ 71408 w 77797"/>
                <a:gd name="connsiteY14" fmla="*/ 28999 h 45214"/>
                <a:gd name="connsiteX15" fmla="*/ 77798 w 77797"/>
                <a:gd name="connsiteY15" fmla="*/ 22615 h 45214"/>
                <a:gd name="connsiteX16" fmla="*/ 71344 w 77797"/>
                <a:gd name="connsiteY16" fmla="*/ 16231 h 4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797" h="45214">
                  <a:moveTo>
                    <a:pt x="71344" y="16231"/>
                  </a:moveTo>
                  <a:lnTo>
                    <a:pt x="21758" y="16231"/>
                  </a:lnTo>
                  <a:lnTo>
                    <a:pt x="27125" y="10869"/>
                  </a:lnTo>
                  <a:cubicBezTo>
                    <a:pt x="29617" y="8379"/>
                    <a:pt x="29617" y="4357"/>
                    <a:pt x="27125" y="1867"/>
                  </a:cubicBezTo>
                  <a:cubicBezTo>
                    <a:pt x="24633" y="-622"/>
                    <a:pt x="20608" y="-622"/>
                    <a:pt x="18115" y="1867"/>
                  </a:cubicBezTo>
                  <a:lnTo>
                    <a:pt x="1885" y="18083"/>
                  </a:lnTo>
                  <a:cubicBezTo>
                    <a:pt x="1310" y="18657"/>
                    <a:pt x="799" y="19359"/>
                    <a:pt x="479" y="20189"/>
                  </a:cubicBezTo>
                  <a:cubicBezTo>
                    <a:pt x="-160" y="21721"/>
                    <a:pt x="-160" y="23509"/>
                    <a:pt x="479" y="25041"/>
                  </a:cubicBezTo>
                  <a:cubicBezTo>
                    <a:pt x="799" y="25807"/>
                    <a:pt x="1246" y="26509"/>
                    <a:pt x="1885" y="27148"/>
                  </a:cubicBezTo>
                  <a:lnTo>
                    <a:pt x="18115" y="43363"/>
                  </a:lnTo>
                  <a:cubicBezTo>
                    <a:pt x="19393" y="44640"/>
                    <a:pt x="20991" y="45214"/>
                    <a:pt x="22652" y="45214"/>
                  </a:cubicBezTo>
                  <a:cubicBezTo>
                    <a:pt x="24314" y="45214"/>
                    <a:pt x="25911" y="44576"/>
                    <a:pt x="27189" y="43363"/>
                  </a:cubicBezTo>
                  <a:cubicBezTo>
                    <a:pt x="29681" y="40873"/>
                    <a:pt x="29681" y="36851"/>
                    <a:pt x="27189" y="34362"/>
                  </a:cubicBezTo>
                  <a:lnTo>
                    <a:pt x="21822" y="28999"/>
                  </a:lnTo>
                  <a:lnTo>
                    <a:pt x="71408" y="28999"/>
                  </a:lnTo>
                  <a:cubicBezTo>
                    <a:pt x="74922" y="28999"/>
                    <a:pt x="77798" y="26126"/>
                    <a:pt x="77798" y="22615"/>
                  </a:cubicBezTo>
                  <a:cubicBezTo>
                    <a:pt x="77798" y="19104"/>
                    <a:pt x="74858" y="16231"/>
                    <a:pt x="71344" y="16231"/>
                  </a:cubicBezTo>
                  <a:close/>
                </a:path>
              </a:pathLst>
            </a:custGeom>
            <a:solidFill>
              <a:srgbClr val="00A3E0"/>
            </a:solidFill>
            <a:ln w="6390" cap="flat">
              <a:noFill/>
              <a:prstDash val="solid"/>
              <a:miter/>
            </a:ln>
          </p:spPr>
          <p:txBody>
            <a:bodyPr rtlCol="0" anchor="ctr"/>
            <a:lstStyle/>
            <a:p>
              <a:endParaRPr lang="en-US"/>
            </a:p>
          </p:txBody>
        </p:sp>
        <p:sp>
          <p:nvSpPr>
            <p:cNvPr id="843" name="Freeform 842">
              <a:extLst>
                <a:ext uri="{FF2B5EF4-FFF2-40B4-BE49-F238E27FC236}">
                  <a16:creationId xmlns:a16="http://schemas.microsoft.com/office/drawing/2014/main" id="{EAD628BC-EBD6-204D-AAEE-D09B8D4A8D19}"/>
                </a:ext>
              </a:extLst>
            </p:cNvPr>
            <p:cNvSpPr/>
            <p:nvPr/>
          </p:nvSpPr>
          <p:spPr>
            <a:xfrm>
              <a:off x="4830600" y="3928354"/>
              <a:ext cx="121281" cy="186093"/>
            </a:xfrm>
            <a:custGeom>
              <a:avLst/>
              <a:gdLst>
                <a:gd name="connsiteX0" fmla="*/ 103836 w 121281"/>
                <a:gd name="connsiteY0" fmla="*/ 54200 h 186093"/>
                <a:gd name="connsiteX1" fmla="*/ 98469 w 121281"/>
                <a:gd name="connsiteY1" fmla="*/ 55158 h 186093"/>
                <a:gd name="connsiteX2" fmla="*/ 82175 w 121281"/>
                <a:gd name="connsiteY2" fmla="*/ 43347 h 186093"/>
                <a:gd name="connsiteX3" fmla="*/ 76807 w 121281"/>
                <a:gd name="connsiteY3" fmla="*/ 44305 h 186093"/>
                <a:gd name="connsiteX4" fmla="*/ 60513 w 121281"/>
                <a:gd name="connsiteY4" fmla="*/ 32495 h 186093"/>
                <a:gd name="connsiteX5" fmla="*/ 56040 w 121281"/>
                <a:gd name="connsiteY5" fmla="*/ 33197 h 186093"/>
                <a:gd name="connsiteX6" fmla="*/ 56040 w 121281"/>
                <a:gd name="connsiteY6" fmla="*/ 17237 h 186093"/>
                <a:gd name="connsiteX7" fmla="*/ 38851 w 121281"/>
                <a:gd name="connsiteY7" fmla="*/ 0 h 186093"/>
                <a:gd name="connsiteX8" fmla="*/ 26646 w 121281"/>
                <a:gd name="connsiteY8" fmla="*/ 5171 h 186093"/>
                <a:gd name="connsiteX9" fmla="*/ 21662 w 121281"/>
                <a:gd name="connsiteY9" fmla="*/ 17237 h 186093"/>
                <a:gd name="connsiteX10" fmla="*/ 21662 w 121281"/>
                <a:gd name="connsiteY10" fmla="*/ 57839 h 186093"/>
                <a:gd name="connsiteX11" fmla="*/ 20576 w 121281"/>
                <a:gd name="connsiteY11" fmla="*/ 57201 h 186093"/>
                <a:gd name="connsiteX12" fmla="*/ 6710 w 121281"/>
                <a:gd name="connsiteY12" fmla="*/ 57839 h 186093"/>
                <a:gd name="connsiteX13" fmla="*/ 0 w 121281"/>
                <a:gd name="connsiteY13" fmla="*/ 69841 h 186093"/>
                <a:gd name="connsiteX14" fmla="*/ 0 w 121281"/>
                <a:gd name="connsiteY14" fmla="*/ 109166 h 186093"/>
                <a:gd name="connsiteX15" fmla="*/ 15145 w 121281"/>
                <a:gd name="connsiteY15" fmla="*/ 143001 h 186093"/>
                <a:gd name="connsiteX16" fmla="*/ 27094 w 121281"/>
                <a:gd name="connsiteY16" fmla="*/ 163238 h 186093"/>
                <a:gd name="connsiteX17" fmla="*/ 27094 w 121281"/>
                <a:gd name="connsiteY17" fmla="*/ 179454 h 186093"/>
                <a:gd name="connsiteX18" fmla="*/ 33484 w 121281"/>
                <a:gd name="connsiteY18" fmla="*/ 185838 h 186093"/>
                <a:gd name="connsiteX19" fmla="*/ 39874 w 121281"/>
                <a:gd name="connsiteY19" fmla="*/ 179454 h 186093"/>
                <a:gd name="connsiteX20" fmla="*/ 39874 w 121281"/>
                <a:gd name="connsiteY20" fmla="*/ 163238 h 186093"/>
                <a:gd name="connsiteX21" fmla="*/ 23579 w 121281"/>
                <a:gd name="connsiteY21" fmla="*/ 133361 h 186093"/>
                <a:gd name="connsiteX22" fmla="*/ 12780 w 121281"/>
                <a:gd name="connsiteY22" fmla="*/ 109166 h 186093"/>
                <a:gd name="connsiteX23" fmla="*/ 12780 w 121281"/>
                <a:gd name="connsiteY23" fmla="*/ 69841 h 186093"/>
                <a:gd name="connsiteX24" fmla="*/ 13419 w 121281"/>
                <a:gd name="connsiteY24" fmla="*/ 68692 h 186093"/>
                <a:gd name="connsiteX25" fmla="*/ 14889 w 121281"/>
                <a:gd name="connsiteY25" fmla="*/ 68628 h 186093"/>
                <a:gd name="connsiteX26" fmla="*/ 21662 w 121281"/>
                <a:gd name="connsiteY26" fmla="*/ 82098 h 186093"/>
                <a:gd name="connsiteX27" fmla="*/ 21662 w 121281"/>
                <a:gd name="connsiteY27" fmla="*/ 92951 h 186093"/>
                <a:gd name="connsiteX28" fmla="*/ 28052 w 121281"/>
                <a:gd name="connsiteY28" fmla="*/ 99335 h 186093"/>
                <a:gd name="connsiteX29" fmla="*/ 34442 w 121281"/>
                <a:gd name="connsiteY29" fmla="*/ 92951 h 186093"/>
                <a:gd name="connsiteX30" fmla="*/ 34442 w 121281"/>
                <a:gd name="connsiteY30" fmla="*/ 17173 h 186093"/>
                <a:gd name="connsiteX31" fmla="*/ 35720 w 121281"/>
                <a:gd name="connsiteY31" fmla="*/ 14173 h 186093"/>
                <a:gd name="connsiteX32" fmla="*/ 38915 w 121281"/>
                <a:gd name="connsiteY32" fmla="*/ 12768 h 186093"/>
                <a:gd name="connsiteX33" fmla="*/ 43324 w 121281"/>
                <a:gd name="connsiteY33" fmla="*/ 17237 h 186093"/>
                <a:gd name="connsiteX34" fmla="*/ 43324 w 121281"/>
                <a:gd name="connsiteY34" fmla="*/ 49668 h 186093"/>
                <a:gd name="connsiteX35" fmla="*/ 43324 w 121281"/>
                <a:gd name="connsiteY35" fmla="*/ 49668 h 186093"/>
                <a:gd name="connsiteX36" fmla="*/ 43324 w 121281"/>
                <a:gd name="connsiteY36" fmla="*/ 71309 h 186093"/>
                <a:gd name="connsiteX37" fmla="*/ 49714 w 121281"/>
                <a:gd name="connsiteY37" fmla="*/ 77693 h 186093"/>
                <a:gd name="connsiteX38" fmla="*/ 56104 w 121281"/>
                <a:gd name="connsiteY38" fmla="*/ 71309 h 186093"/>
                <a:gd name="connsiteX39" fmla="*/ 56104 w 121281"/>
                <a:gd name="connsiteY39" fmla="*/ 49668 h 186093"/>
                <a:gd name="connsiteX40" fmla="*/ 57382 w 121281"/>
                <a:gd name="connsiteY40" fmla="*/ 46667 h 186093"/>
                <a:gd name="connsiteX41" fmla="*/ 60577 w 121281"/>
                <a:gd name="connsiteY41" fmla="*/ 45263 h 186093"/>
                <a:gd name="connsiteX42" fmla="*/ 65050 w 121281"/>
                <a:gd name="connsiteY42" fmla="*/ 49731 h 186093"/>
                <a:gd name="connsiteX43" fmla="*/ 65050 w 121281"/>
                <a:gd name="connsiteY43" fmla="*/ 76799 h 186093"/>
                <a:gd name="connsiteX44" fmla="*/ 71440 w 121281"/>
                <a:gd name="connsiteY44" fmla="*/ 83183 h 186093"/>
                <a:gd name="connsiteX45" fmla="*/ 77830 w 121281"/>
                <a:gd name="connsiteY45" fmla="*/ 76799 h 186093"/>
                <a:gd name="connsiteX46" fmla="*/ 77830 w 121281"/>
                <a:gd name="connsiteY46" fmla="*/ 60584 h 186093"/>
                <a:gd name="connsiteX47" fmla="*/ 79107 w 121281"/>
                <a:gd name="connsiteY47" fmla="*/ 57584 h 186093"/>
                <a:gd name="connsiteX48" fmla="*/ 82302 w 121281"/>
                <a:gd name="connsiteY48" fmla="*/ 56179 h 186093"/>
                <a:gd name="connsiteX49" fmla="*/ 86775 w 121281"/>
                <a:gd name="connsiteY49" fmla="*/ 60648 h 186093"/>
                <a:gd name="connsiteX50" fmla="*/ 86775 w 121281"/>
                <a:gd name="connsiteY50" fmla="*/ 85354 h 186093"/>
                <a:gd name="connsiteX51" fmla="*/ 93165 w 121281"/>
                <a:gd name="connsiteY51" fmla="*/ 91738 h 186093"/>
                <a:gd name="connsiteX52" fmla="*/ 99555 w 121281"/>
                <a:gd name="connsiteY52" fmla="*/ 85354 h 186093"/>
                <a:gd name="connsiteX53" fmla="*/ 99555 w 121281"/>
                <a:gd name="connsiteY53" fmla="*/ 71437 h 186093"/>
                <a:gd name="connsiteX54" fmla="*/ 100833 w 121281"/>
                <a:gd name="connsiteY54" fmla="*/ 68436 h 186093"/>
                <a:gd name="connsiteX55" fmla="*/ 104028 w 121281"/>
                <a:gd name="connsiteY55" fmla="*/ 67032 h 186093"/>
                <a:gd name="connsiteX56" fmla="*/ 108437 w 121281"/>
                <a:gd name="connsiteY56" fmla="*/ 71501 h 186093"/>
                <a:gd name="connsiteX57" fmla="*/ 108437 w 121281"/>
                <a:gd name="connsiteY57" fmla="*/ 118998 h 186093"/>
                <a:gd name="connsiteX58" fmla="*/ 104604 w 121281"/>
                <a:gd name="connsiteY58" fmla="*/ 133489 h 186093"/>
                <a:gd name="connsiteX59" fmla="*/ 97638 w 121281"/>
                <a:gd name="connsiteY59" fmla="*/ 158067 h 186093"/>
                <a:gd name="connsiteX60" fmla="*/ 97638 w 121281"/>
                <a:gd name="connsiteY60" fmla="*/ 179709 h 186093"/>
                <a:gd name="connsiteX61" fmla="*/ 104028 w 121281"/>
                <a:gd name="connsiteY61" fmla="*/ 186093 h 186093"/>
                <a:gd name="connsiteX62" fmla="*/ 110418 w 121281"/>
                <a:gd name="connsiteY62" fmla="*/ 179709 h 186093"/>
                <a:gd name="connsiteX63" fmla="*/ 110418 w 121281"/>
                <a:gd name="connsiteY63" fmla="*/ 158067 h 186093"/>
                <a:gd name="connsiteX64" fmla="*/ 115594 w 121281"/>
                <a:gd name="connsiteY64" fmla="*/ 140065 h 186093"/>
                <a:gd name="connsiteX65" fmla="*/ 121281 w 121281"/>
                <a:gd name="connsiteY65" fmla="*/ 118998 h 186093"/>
                <a:gd name="connsiteX66" fmla="*/ 121281 w 121281"/>
                <a:gd name="connsiteY66" fmla="*/ 71501 h 186093"/>
                <a:gd name="connsiteX67" fmla="*/ 103836 w 121281"/>
                <a:gd name="connsiteY67" fmla="*/ 54200 h 186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21281" h="186093">
                  <a:moveTo>
                    <a:pt x="103836" y="54200"/>
                  </a:moveTo>
                  <a:cubicBezTo>
                    <a:pt x="101984" y="54200"/>
                    <a:pt x="100195" y="54583"/>
                    <a:pt x="98469" y="55158"/>
                  </a:cubicBezTo>
                  <a:cubicBezTo>
                    <a:pt x="96169" y="48327"/>
                    <a:pt x="89779" y="43347"/>
                    <a:pt x="82175" y="43347"/>
                  </a:cubicBezTo>
                  <a:cubicBezTo>
                    <a:pt x="80322" y="43347"/>
                    <a:pt x="78533" y="43731"/>
                    <a:pt x="76807" y="44305"/>
                  </a:cubicBezTo>
                  <a:cubicBezTo>
                    <a:pt x="74507" y="37474"/>
                    <a:pt x="68117" y="32495"/>
                    <a:pt x="60513" y="32495"/>
                  </a:cubicBezTo>
                  <a:cubicBezTo>
                    <a:pt x="58979" y="32495"/>
                    <a:pt x="57509" y="32750"/>
                    <a:pt x="56040" y="33197"/>
                  </a:cubicBezTo>
                  <a:lnTo>
                    <a:pt x="56040" y="17237"/>
                  </a:lnTo>
                  <a:cubicBezTo>
                    <a:pt x="56040" y="7725"/>
                    <a:pt x="48308" y="0"/>
                    <a:pt x="38851" y="0"/>
                  </a:cubicBezTo>
                  <a:cubicBezTo>
                    <a:pt x="34378" y="0"/>
                    <a:pt x="29905" y="1852"/>
                    <a:pt x="26646" y="5171"/>
                  </a:cubicBezTo>
                  <a:cubicBezTo>
                    <a:pt x="23387" y="8427"/>
                    <a:pt x="21662" y="12704"/>
                    <a:pt x="21662" y="17237"/>
                  </a:cubicBezTo>
                  <a:lnTo>
                    <a:pt x="21662" y="57839"/>
                  </a:lnTo>
                  <a:cubicBezTo>
                    <a:pt x="21279" y="57648"/>
                    <a:pt x="20959" y="57392"/>
                    <a:pt x="20576" y="57201"/>
                  </a:cubicBezTo>
                  <a:cubicBezTo>
                    <a:pt x="16103" y="54966"/>
                    <a:pt x="10927" y="55222"/>
                    <a:pt x="6710" y="57839"/>
                  </a:cubicBezTo>
                  <a:cubicBezTo>
                    <a:pt x="2492" y="60457"/>
                    <a:pt x="0" y="64925"/>
                    <a:pt x="0" y="69841"/>
                  </a:cubicBezTo>
                  <a:lnTo>
                    <a:pt x="0" y="109166"/>
                  </a:lnTo>
                  <a:cubicBezTo>
                    <a:pt x="0" y="122062"/>
                    <a:pt x="5687" y="134702"/>
                    <a:pt x="15145" y="143001"/>
                  </a:cubicBezTo>
                  <a:cubicBezTo>
                    <a:pt x="22557" y="149449"/>
                    <a:pt x="27094" y="153918"/>
                    <a:pt x="27094" y="163238"/>
                  </a:cubicBezTo>
                  <a:lnTo>
                    <a:pt x="27094" y="179454"/>
                  </a:lnTo>
                  <a:cubicBezTo>
                    <a:pt x="27094" y="182965"/>
                    <a:pt x="29969" y="185838"/>
                    <a:pt x="33484" y="185838"/>
                  </a:cubicBezTo>
                  <a:cubicBezTo>
                    <a:pt x="36998" y="185838"/>
                    <a:pt x="39874" y="182965"/>
                    <a:pt x="39874" y="179454"/>
                  </a:cubicBezTo>
                  <a:lnTo>
                    <a:pt x="39874" y="163238"/>
                  </a:lnTo>
                  <a:cubicBezTo>
                    <a:pt x="39874" y="147598"/>
                    <a:pt x="30800" y="139682"/>
                    <a:pt x="23579" y="133361"/>
                  </a:cubicBezTo>
                  <a:cubicBezTo>
                    <a:pt x="21023" y="131127"/>
                    <a:pt x="12780" y="122892"/>
                    <a:pt x="12780" y="109166"/>
                  </a:cubicBezTo>
                  <a:lnTo>
                    <a:pt x="12780" y="69841"/>
                  </a:lnTo>
                  <a:cubicBezTo>
                    <a:pt x="12780" y="69330"/>
                    <a:pt x="12972" y="68947"/>
                    <a:pt x="13419" y="68692"/>
                  </a:cubicBezTo>
                  <a:cubicBezTo>
                    <a:pt x="13675" y="68564"/>
                    <a:pt x="14250" y="68309"/>
                    <a:pt x="14889" y="68628"/>
                  </a:cubicBezTo>
                  <a:cubicBezTo>
                    <a:pt x="20448" y="71373"/>
                    <a:pt x="21662" y="77502"/>
                    <a:pt x="21662" y="82098"/>
                  </a:cubicBezTo>
                  <a:lnTo>
                    <a:pt x="21662" y="92951"/>
                  </a:lnTo>
                  <a:cubicBezTo>
                    <a:pt x="21662" y="96462"/>
                    <a:pt x="24538" y="99335"/>
                    <a:pt x="28052" y="99335"/>
                  </a:cubicBezTo>
                  <a:cubicBezTo>
                    <a:pt x="31566" y="99335"/>
                    <a:pt x="34442" y="96462"/>
                    <a:pt x="34442" y="92951"/>
                  </a:cubicBezTo>
                  <a:lnTo>
                    <a:pt x="34442" y="17173"/>
                  </a:lnTo>
                  <a:cubicBezTo>
                    <a:pt x="34442" y="15705"/>
                    <a:pt x="35145" y="14747"/>
                    <a:pt x="35720" y="14173"/>
                  </a:cubicBezTo>
                  <a:cubicBezTo>
                    <a:pt x="36551" y="13343"/>
                    <a:pt x="37829" y="12768"/>
                    <a:pt x="38915" y="12768"/>
                  </a:cubicBezTo>
                  <a:cubicBezTo>
                    <a:pt x="40704" y="12768"/>
                    <a:pt x="43324" y="14364"/>
                    <a:pt x="43324" y="17237"/>
                  </a:cubicBezTo>
                  <a:lnTo>
                    <a:pt x="43324" y="49668"/>
                  </a:lnTo>
                  <a:cubicBezTo>
                    <a:pt x="43324" y="49668"/>
                    <a:pt x="43324" y="49668"/>
                    <a:pt x="43324" y="49668"/>
                  </a:cubicBezTo>
                  <a:lnTo>
                    <a:pt x="43324" y="71309"/>
                  </a:lnTo>
                  <a:cubicBezTo>
                    <a:pt x="43324" y="74820"/>
                    <a:pt x="46200" y="77693"/>
                    <a:pt x="49714" y="77693"/>
                  </a:cubicBezTo>
                  <a:cubicBezTo>
                    <a:pt x="53228" y="77693"/>
                    <a:pt x="56104" y="74820"/>
                    <a:pt x="56104" y="71309"/>
                  </a:cubicBezTo>
                  <a:lnTo>
                    <a:pt x="56104" y="49668"/>
                  </a:lnTo>
                  <a:cubicBezTo>
                    <a:pt x="56104" y="48199"/>
                    <a:pt x="56807" y="47242"/>
                    <a:pt x="57382" y="46667"/>
                  </a:cubicBezTo>
                  <a:cubicBezTo>
                    <a:pt x="58213" y="45837"/>
                    <a:pt x="59491" y="45263"/>
                    <a:pt x="60577" y="45263"/>
                  </a:cubicBezTo>
                  <a:cubicBezTo>
                    <a:pt x="62366" y="45263"/>
                    <a:pt x="65050" y="46859"/>
                    <a:pt x="65050" y="49731"/>
                  </a:cubicBezTo>
                  <a:lnTo>
                    <a:pt x="65050" y="76799"/>
                  </a:lnTo>
                  <a:cubicBezTo>
                    <a:pt x="65050" y="80311"/>
                    <a:pt x="67925" y="83183"/>
                    <a:pt x="71440" y="83183"/>
                  </a:cubicBezTo>
                  <a:cubicBezTo>
                    <a:pt x="74954" y="83183"/>
                    <a:pt x="77830" y="80311"/>
                    <a:pt x="77830" y="76799"/>
                  </a:cubicBezTo>
                  <a:lnTo>
                    <a:pt x="77830" y="60584"/>
                  </a:lnTo>
                  <a:cubicBezTo>
                    <a:pt x="77830" y="59116"/>
                    <a:pt x="78533" y="58158"/>
                    <a:pt x="79107" y="57584"/>
                  </a:cubicBezTo>
                  <a:cubicBezTo>
                    <a:pt x="79938" y="56754"/>
                    <a:pt x="81216" y="56179"/>
                    <a:pt x="82302" y="56179"/>
                  </a:cubicBezTo>
                  <a:cubicBezTo>
                    <a:pt x="84092" y="56179"/>
                    <a:pt x="86775" y="57775"/>
                    <a:pt x="86775" y="60648"/>
                  </a:cubicBezTo>
                  <a:lnTo>
                    <a:pt x="86775" y="85354"/>
                  </a:lnTo>
                  <a:cubicBezTo>
                    <a:pt x="86775" y="88865"/>
                    <a:pt x="89651" y="91738"/>
                    <a:pt x="93165" y="91738"/>
                  </a:cubicBezTo>
                  <a:cubicBezTo>
                    <a:pt x="96680" y="91738"/>
                    <a:pt x="99555" y="88865"/>
                    <a:pt x="99555" y="85354"/>
                  </a:cubicBezTo>
                  <a:lnTo>
                    <a:pt x="99555" y="71437"/>
                  </a:lnTo>
                  <a:cubicBezTo>
                    <a:pt x="99555" y="69969"/>
                    <a:pt x="100258" y="69011"/>
                    <a:pt x="100833" y="68436"/>
                  </a:cubicBezTo>
                  <a:cubicBezTo>
                    <a:pt x="101664" y="67607"/>
                    <a:pt x="102942" y="67032"/>
                    <a:pt x="104028" y="67032"/>
                  </a:cubicBezTo>
                  <a:cubicBezTo>
                    <a:pt x="105818" y="67032"/>
                    <a:pt x="108437" y="68628"/>
                    <a:pt x="108437" y="71501"/>
                  </a:cubicBezTo>
                  <a:lnTo>
                    <a:pt x="108437" y="118998"/>
                  </a:lnTo>
                  <a:cubicBezTo>
                    <a:pt x="108437" y="124296"/>
                    <a:pt x="107095" y="129276"/>
                    <a:pt x="104604" y="133489"/>
                  </a:cubicBezTo>
                  <a:cubicBezTo>
                    <a:pt x="97958" y="144533"/>
                    <a:pt x="97638" y="148428"/>
                    <a:pt x="97638" y="158067"/>
                  </a:cubicBezTo>
                  <a:lnTo>
                    <a:pt x="97638" y="179709"/>
                  </a:lnTo>
                  <a:cubicBezTo>
                    <a:pt x="97638" y="183220"/>
                    <a:pt x="100514" y="186093"/>
                    <a:pt x="104028" y="186093"/>
                  </a:cubicBezTo>
                  <a:cubicBezTo>
                    <a:pt x="107543" y="186093"/>
                    <a:pt x="110418" y="183220"/>
                    <a:pt x="110418" y="179709"/>
                  </a:cubicBezTo>
                  <a:lnTo>
                    <a:pt x="110418" y="158067"/>
                  </a:lnTo>
                  <a:cubicBezTo>
                    <a:pt x="110418" y="150024"/>
                    <a:pt x="110418" y="148619"/>
                    <a:pt x="115594" y="140065"/>
                  </a:cubicBezTo>
                  <a:cubicBezTo>
                    <a:pt x="119300" y="133872"/>
                    <a:pt x="121281" y="126594"/>
                    <a:pt x="121281" y="118998"/>
                  </a:cubicBezTo>
                  <a:lnTo>
                    <a:pt x="121281" y="71501"/>
                  </a:lnTo>
                  <a:cubicBezTo>
                    <a:pt x="121089" y="61925"/>
                    <a:pt x="113358" y="54200"/>
                    <a:pt x="103836" y="54200"/>
                  </a:cubicBezTo>
                  <a:close/>
                </a:path>
              </a:pathLst>
            </a:custGeom>
            <a:solidFill>
              <a:srgbClr val="00A3E0"/>
            </a:solidFill>
            <a:ln w="6390" cap="flat">
              <a:noFill/>
              <a:prstDash val="solid"/>
              <a:miter/>
            </a:ln>
          </p:spPr>
          <p:txBody>
            <a:bodyPr rtlCol="0" anchor="ctr"/>
            <a:lstStyle/>
            <a:p>
              <a:endParaRPr lang="en-US"/>
            </a:p>
          </p:txBody>
        </p:sp>
        <p:sp>
          <p:nvSpPr>
            <p:cNvPr id="844" name="Freeform 843">
              <a:extLst>
                <a:ext uri="{FF2B5EF4-FFF2-40B4-BE49-F238E27FC236}">
                  <a16:creationId xmlns:a16="http://schemas.microsoft.com/office/drawing/2014/main" id="{DFDA5BCD-ED3F-924E-BBC5-8034A7A71117}"/>
                </a:ext>
              </a:extLst>
            </p:cNvPr>
            <p:cNvSpPr/>
            <p:nvPr/>
          </p:nvSpPr>
          <p:spPr>
            <a:xfrm>
              <a:off x="4819737" y="3895987"/>
              <a:ext cx="99427" cy="81395"/>
            </a:xfrm>
            <a:custGeom>
              <a:avLst/>
              <a:gdLst>
                <a:gd name="connsiteX0" fmla="*/ 18339 w 99427"/>
                <a:gd name="connsiteY0" fmla="*/ 80183 h 81395"/>
                <a:gd name="connsiteX1" fmla="*/ 19745 w 99427"/>
                <a:gd name="connsiteY1" fmla="*/ 71245 h 81395"/>
                <a:gd name="connsiteX2" fmla="*/ 12716 w 99427"/>
                <a:gd name="connsiteY2" fmla="*/ 49603 h 81395"/>
                <a:gd name="connsiteX3" fmla="*/ 49650 w 99427"/>
                <a:gd name="connsiteY3" fmla="*/ 12704 h 81395"/>
                <a:gd name="connsiteX4" fmla="*/ 86584 w 99427"/>
                <a:gd name="connsiteY4" fmla="*/ 49603 h 81395"/>
                <a:gd name="connsiteX5" fmla="*/ 86136 w 99427"/>
                <a:gd name="connsiteY5" fmla="*/ 55477 h 81395"/>
                <a:gd name="connsiteX6" fmla="*/ 91440 w 99427"/>
                <a:gd name="connsiteY6" fmla="*/ 62818 h 81395"/>
                <a:gd name="connsiteX7" fmla="*/ 98788 w 99427"/>
                <a:gd name="connsiteY7" fmla="*/ 57519 h 81395"/>
                <a:gd name="connsiteX8" fmla="*/ 99427 w 99427"/>
                <a:gd name="connsiteY8" fmla="*/ 49667 h 81395"/>
                <a:gd name="connsiteX9" fmla="*/ 49714 w 99427"/>
                <a:gd name="connsiteY9" fmla="*/ 0 h 81395"/>
                <a:gd name="connsiteX10" fmla="*/ 0 w 99427"/>
                <a:gd name="connsiteY10" fmla="*/ 49667 h 81395"/>
                <a:gd name="connsiteX11" fmla="*/ 9457 w 99427"/>
                <a:gd name="connsiteY11" fmla="*/ 78778 h 81395"/>
                <a:gd name="connsiteX12" fmla="*/ 14633 w 99427"/>
                <a:gd name="connsiteY12" fmla="*/ 81396 h 81395"/>
                <a:gd name="connsiteX13" fmla="*/ 18339 w 99427"/>
                <a:gd name="connsiteY13" fmla="*/ 80183 h 8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427" h="81395">
                  <a:moveTo>
                    <a:pt x="18339" y="80183"/>
                  </a:moveTo>
                  <a:cubicBezTo>
                    <a:pt x="21215" y="78140"/>
                    <a:pt x="21853" y="74118"/>
                    <a:pt x="19745" y="71245"/>
                  </a:cubicBezTo>
                  <a:cubicBezTo>
                    <a:pt x="15144" y="64925"/>
                    <a:pt x="12716" y="57456"/>
                    <a:pt x="12716" y="49603"/>
                  </a:cubicBezTo>
                  <a:cubicBezTo>
                    <a:pt x="12716" y="29238"/>
                    <a:pt x="29266" y="12704"/>
                    <a:pt x="49650" y="12704"/>
                  </a:cubicBezTo>
                  <a:cubicBezTo>
                    <a:pt x="70033" y="12704"/>
                    <a:pt x="86584" y="29238"/>
                    <a:pt x="86584" y="49603"/>
                  </a:cubicBezTo>
                  <a:cubicBezTo>
                    <a:pt x="86584" y="51582"/>
                    <a:pt x="86456" y="53561"/>
                    <a:pt x="86136" y="55477"/>
                  </a:cubicBezTo>
                  <a:cubicBezTo>
                    <a:pt x="85561" y="58924"/>
                    <a:pt x="87926" y="62244"/>
                    <a:pt x="91440" y="62818"/>
                  </a:cubicBezTo>
                  <a:cubicBezTo>
                    <a:pt x="94890" y="63329"/>
                    <a:pt x="98213" y="61031"/>
                    <a:pt x="98788" y="57519"/>
                  </a:cubicBezTo>
                  <a:cubicBezTo>
                    <a:pt x="99172" y="54966"/>
                    <a:pt x="99427" y="52285"/>
                    <a:pt x="99427" y="49667"/>
                  </a:cubicBezTo>
                  <a:cubicBezTo>
                    <a:pt x="99427" y="22280"/>
                    <a:pt x="77127" y="0"/>
                    <a:pt x="49714" y="0"/>
                  </a:cubicBezTo>
                  <a:cubicBezTo>
                    <a:pt x="22301" y="0"/>
                    <a:pt x="0" y="22280"/>
                    <a:pt x="0" y="49667"/>
                  </a:cubicBezTo>
                  <a:cubicBezTo>
                    <a:pt x="0" y="60201"/>
                    <a:pt x="3259" y="70287"/>
                    <a:pt x="9457" y="78778"/>
                  </a:cubicBezTo>
                  <a:cubicBezTo>
                    <a:pt x="10735" y="80502"/>
                    <a:pt x="12652" y="81396"/>
                    <a:pt x="14633" y="81396"/>
                  </a:cubicBezTo>
                  <a:cubicBezTo>
                    <a:pt x="15911" y="81396"/>
                    <a:pt x="17253" y="81013"/>
                    <a:pt x="18339" y="80183"/>
                  </a:cubicBezTo>
                  <a:close/>
                </a:path>
              </a:pathLst>
            </a:custGeom>
            <a:solidFill>
              <a:srgbClr val="00A3E0"/>
            </a:solidFill>
            <a:ln w="6390" cap="flat">
              <a:noFill/>
              <a:prstDash val="solid"/>
              <a:miter/>
            </a:ln>
          </p:spPr>
          <p:txBody>
            <a:bodyPr rtlCol="0" anchor="ctr"/>
            <a:lstStyle/>
            <a:p>
              <a:endParaRPr lang="en-US"/>
            </a:p>
          </p:txBody>
        </p:sp>
      </p:grpSp>
      <p:grpSp>
        <p:nvGrpSpPr>
          <p:cNvPr id="845" name="Graphic 4">
            <a:extLst>
              <a:ext uri="{FF2B5EF4-FFF2-40B4-BE49-F238E27FC236}">
                <a16:creationId xmlns:a16="http://schemas.microsoft.com/office/drawing/2014/main" id="{282687CB-8A9A-BB4D-A59D-A9EFC9A25514}"/>
              </a:ext>
            </a:extLst>
          </p:cNvPr>
          <p:cNvGrpSpPr/>
          <p:nvPr/>
        </p:nvGrpSpPr>
        <p:grpSpPr>
          <a:xfrm>
            <a:off x="4661267" y="4308584"/>
            <a:ext cx="362309" cy="361971"/>
            <a:chOff x="4661267" y="4308584"/>
            <a:chExt cx="362309" cy="361971"/>
          </a:xfrm>
          <a:solidFill>
            <a:srgbClr val="00A3E0"/>
          </a:solidFill>
        </p:grpSpPr>
        <p:sp>
          <p:nvSpPr>
            <p:cNvPr id="846" name="Freeform 845">
              <a:extLst>
                <a:ext uri="{FF2B5EF4-FFF2-40B4-BE49-F238E27FC236}">
                  <a16:creationId xmlns:a16="http://schemas.microsoft.com/office/drawing/2014/main" id="{7849B320-2118-F14D-98B1-5FF82266918F}"/>
                </a:ext>
              </a:extLst>
            </p:cNvPr>
            <p:cNvSpPr/>
            <p:nvPr/>
          </p:nvSpPr>
          <p:spPr>
            <a:xfrm>
              <a:off x="4661267" y="4308584"/>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30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2"/>
                    <a:pt x="0" y="180986"/>
                  </a:cubicBezTo>
                  <a:cubicBezTo>
                    <a:pt x="0" y="280959"/>
                    <a:pt x="81088" y="361971"/>
                    <a:pt x="181155" y="361971"/>
                  </a:cubicBezTo>
                  <a:cubicBezTo>
                    <a:pt x="281221" y="361971"/>
                    <a:pt x="362310" y="280959"/>
                    <a:pt x="362310" y="180986"/>
                  </a:cubicBezTo>
                  <a:cubicBezTo>
                    <a:pt x="362310" y="81012"/>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30" y="88163"/>
                    <a:pt x="349530" y="180922"/>
                  </a:cubicBezTo>
                  <a:cubicBezTo>
                    <a:pt x="349530" y="273681"/>
                    <a:pt x="273937"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847" name="Freeform 846">
              <a:extLst>
                <a:ext uri="{FF2B5EF4-FFF2-40B4-BE49-F238E27FC236}">
                  <a16:creationId xmlns:a16="http://schemas.microsoft.com/office/drawing/2014/main" id="{5A083BE6-08FB-C346-9855-0B24F090D6BE}"/>
                </a:ext>
              </a:extLst>
            </p:cNvPr>
            <p:cNvSpPr/>
            <p:nvPr/>
          </p:nvSpPr>
          <p:spPr>
            <a:xfrm>
              <a:off x="4857630" y="4407265"/>
              <a:ext cx="78020" cy="45214"/>
            </a:xfrm>
            <a:custGeom>
              <a:avLst/>
              <a:gdLst>
                <a:gd name="connsiteX0" fmla="*/ 77446 w 78020"/>
                <a:gd name="connsiteY0" fmla="*/ 20189 h 45214"/>
                <a:gd name="connsiteX1" fmla="*/ 76040 w 78020"/>
                <a:gd name="connsiteY1" fmla="*/ 18146 h 45214"/>
                <a:gd name="connsiteX2" fmla="*/ 59746 w 78020"/>
                <a:gd name="connsiteY2" fmla="*/ 1867 h 45214"/>
                <a:gd name="connsiteX3" fmla="*/ 50736 w 78020"/>
                <a:gd name="connsiteY3" fmla="*/ 1867 h 45214"/>
                <a:gd name="connsiteX4" fmla="*/ 50736 w 78020"/>
                <a:gd name="connsiteY4" fmla="*/ 10869 h 45214"/>
                <a:gd name="connsiteX5" fmla="*/ 56103 w 78020"/>
                <a:gd name="connsiteY5" fmla="*/ 16231 h 45214"/>
                <a:gd name="connsiteX6" fmla="*/ 6390 w 78020"/>
                <a:gd name="connsiteY6" fmla="*/ 16231 h 45214"/>
                <a:gd name="connsiteX7" fmla="*/ 0 w 78020"/>
                <a:gd name="connsiteY7" fmla="*/ 22615 h 45214"/>
                <a:gd name="connsiteX8" fmla="*/ 6390 w 78020"/>
                <a:gd name="connsiteY8" fmla="*/ 28999 h 45214"/>
                <a:gd name="connsiteX9" fmla="*/ 56103 w 78020"/>
                <a:gd name="connsiteY9" fmla="*/ 28999 h 45214"/>
                <a:gd name="connsiteX10" fmla="*/ 50736 w 78020"/>
                <a:gd name="connsiteY10" fmla="*/ 34362 h 45214"/>
                <a:gd name="connsiteX11" fmla="*/ 50736 w 78020"/>
                <a:gd name="connsiteY11" fmla="*/ 43363 h 45214"/>
                <a:gd name="connsiteX12" fmla="*/ 55273 w 78020"/>
                <a:gd name="connsiteY12" fmla="*/ 45214 h 45214"/>
                <a:gd name="connsiteX13" fmla="*/ 59810 w 78020"/>
                <a:gd name="connsiteY13" fmla="*/ 43363 h 45214"/>
                <a:gd name="connsiteX14" fmla="*/ 76104 w 78020"/>
                <a:gd name="connsiteY14" fmla="*/ 27084 h 45214"/>
                <a:gd name="connsiteX15" fmla="*/ 77510 w 78020"/>
                <a:gd name="connsiteY15" fmla="*/ 25041 h 45214"/>
                <a:gd name="connsiteX16" fmla="*/ 78021 w 78020"/>
                <a:gd name="connsiteY16" fmla="*/ 22615 h 45214"/>
                <a:gd name="connsiteX17" fmla="*/ 77446 w 78020"/>
                <a:gd name="connsiteY17" fmla="*/ 20189 h 4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020" h="45214">
                  <a:moveTo>
                    <a:pt x="77446" y="20189"/>
                  </a:moveTo>
                  <a:cubicBezTo>
                    <a:pt x="77127" y="19423"/>
                    <a:pt x="76679" y="18721"/>
                    <a:pt x="76040" y="18146"/>
                  </a:cubicBezTo>
                  <a:lnTo>
                    <a:pt x="59746" y="1867"/>
                  </a:lnTo>
                  <a:cubicBezTo>
                    <a:pt x="57254" y="-622"/>
                    <a:pt x="53228" y="-622"/>
                    <a:pt x="50736" y="1867"/>
                  </a:cubicBezTo>
                  <a:cubicBezTo>
                    <a:pt x="48244" y="4357"/>
                    <a:pt x="48244" y="8379"/>
                    <a:pt x="50736" y="10869"/>
                  </a:cubicBezTo>
                  <a:lnTo>
                    <a:pt x="56103" y="16231"/>
                  </a:lnTo>
                  <a:lnTo>
                    <a:pt x="6390" y="16231"/>
                  </a:lnTo>
                  <a:cubicBezTo>
                    <a:pt x="2876" y="16231"/>
                    <a:pt x="0" y="19104"/>
                    <a:pt x="0" y="22615"/>
                  </a:cubicBezTo>
                  <a:cubicBezTo>
                    <a:pt x="0" y="26126"/>
                    <a:pt x="2876" y="28999"/>
                    <a:pt x="6390" y="28999"/>
                  </a:cubicBezTo>
                  <a:lnTo>
                    <a:pt x="56103" y="28999"/>
                  </a:lnTo>
                  <a:lnTo>
                    <a:pt x="50736" y="34362"/>
                  </a:lnTo>
                  <a:cubicBezTo>
                    <a:pt x="48244" y="36851"/>
                    <a:pt x="48244" y="40873"/>
                    <a:pt x="50736" y="43363"/>
                  </a:cubicBezTo>
                  <a:cubicBezTo>
                    <a:pt x="52014" y="44640"/>
                    <a:pt x="53612" y="45214"/>
                    <a:pt x="55273" y="45214"/>
                  </a:cubicBezTo>
                  <a:cubicBezTo>
                    <a:pt x="56934" y="45214"/>
                    <a:pt x="58532" y="44576"/>
                    <a:pt x="59810" y="43363"/>
                  </a:cubicBezTo>
                  <a:lnTo>
                    <a:pt x="76104" y="27084"/>
                  </a:lnTo>
                  <a:cubicBezTo>
                    <a:pt x="76679" y="26509"/>
                    <a:pt x="77191" y="25807"/>
                    <a:pt x="77510" y="25041"/>
                  </a:cubicBezTo>
                  <a:cubicBezTo>
                    <a:pt x="77829" y="24275"/>
                    <a:pt x="78021" y="23445"/>
                    <a:pt x="78021" y="22615"/>
                  </a:cubicBezTo>
                  <a:cubicBezTo>
                    <a:pt x="77957" y="21785"/>
                    <a:pt x="77765" y="20955"/>
                    <a:pt x="77446" y="20189"/>
                  </a:cubicBezTo>
                  <a:close/>
                </a:path>
              </a:pathLst>
            </a:custGeom>
            <a:solidFill>
              <a:srgbClr val="00A3E0"/>
            </a:solidFill>
            <a:ln w="6390" cap="flat">
              <a:noFill/>
              <a:prstDash val="solid"/>
              <a:miter/>
            </a:ln>
          </p:spPr>
          <p:txBody>
            <a:bodyPr rtlCol="0" anchor="ctr"/>
            <a:lstStyle/>
            <a:p>
              <a:endParaRPr lang="en-US"/>
            </a:p>
          </p:txBody>
        </p:sp>
        <p:sp>
          <p:nvSpPr>
            <p:cNvPr id="848" name="Freeform 847">
              <a:extLst>
                <a:ext uri="{FF2B5EF4-FFF2-40B4-BE49-F238E27FC236}">
                  <a16:creationId xmlns:a16="http://schemas.microsoft.com/office/drawing/2014/main" id="{BEB6AD95-4B7A-964E-9CA5-D341CE2367D5}"/>
                </a:ext>
              </a:extLst>
            </p:cNvPr>
            <p:cNvSpPr/>
            <p:nvPr/>
          </p:nvSpPr>
          <p:spPr>
            <a:xfrm>
              <a:off x="4759991" y="4412707"/>
              <a:ext cx="121344" cy="186220"/>
            </a:xfrm>
            <a:custGeom>
              <a:avLst/>
              <a:gdLst>
                <a:gd name="connsiteX0" fmla="*/ 104092 w 121344"/>
                <a:gd name="connsiteY0" fmla="*/ 54200 h 186220"/>
                <a:gd name="connsiteX1" fmla="*/ 98661 w 121344"/>
                <a:gd name="connsiteY1" fmla="*/ 55157 h 186220"/>
                <a:gd name="connsiteX2" fmla="*/ 82366 w 121344"/>
                <a:gd name="connsiteY2" fmla="*/ 43347 h 186220"/>
                <a:gd name="connsiteX3" fmla="*/ 76935 w 121344"/>
                <a:gd name="connsiteY3" fmla="*/ 44305 h 186220"/>
                <a:gd name="connsiteX4" fmla="*/ 60640 w 121344"/>
                <a:gd name="connsiteY4" fmla="*/ 32494 h 186220"/>
                <a:gd name="connsiteX5" fmla="*/ 56168 w 121344"/>
                <a:gd name="connsiteY5" fmla="*/ 33196 h 186220"/>
                <a:gd name="connsiteX6" fmla="*/ 56168 w 121344"/>
                <a:gd name="connsiteY6" fmla="*/ 17236 h 186220"/>
                <a:gd name="connsiteX7" fmla="*/ 38915 w 121344"/>
                <a:gd name="connsiteY7" fmla="*/ 0 h 186220"/>
                <a:gd name="connsiteX8" fmla="*/ 26710 w 121344"/>
                <a:gd name="connsiteY8" fmla="*/ 5171 h 186220"/>
                <a:gd name="connsiteX9" fmla="*/ 21726 w 121344"/>
                <a:gd name="connsiteY9" fmla="*/ 17236 h 186220"/>
                <a:gd name="connsiteX10" fmla="*/ 21726 w 121344"/>
                <a:gd name="connsiteY10" fmla="*/ 57966 h 186220"/>
                <a:gd name="connsiteX11" fmla="*/ 20640 w 121344"/>
                <a:gd name="connsiteY11" fmla="*/ 57328 h 186220"/>
                <a:gd name="connsiteX12" fmla="*/ 6709 w 121344"/>
                <a:gd name="connsiteY12" fmla="*/ 57966 h 186220"/>
                <a:gd name="connsiteX13" fmla="*/ 0 w 121344"/>
                <a:gd name="connsiteY13" fmla="*/ 69968 h 186220"/>
                <a:gd name="connsiteX14" fmla="*/ 0 w 121344"/>
                <a:gd name="connsiteY14" fmla="*/ 109357 h 186220"/>
                <a:gd name="connsiteX15" fmla="*/ 15144 w 121344"/>
                <a:gd name="connsiteY15" fmla="*/ 143257 h 186220"/>
                <a:gd name="connsiteX16" fmla="*/ 27093 w 121344"/>
                <a:gd name="connsiteY16" fmla="*/ 163558 h 186220"/>
                <a:gd name="connsiteX17" fmla="*/ 27093 w 121344"/>
                <a:gd name="connsiteY17" fmla="*/ 179837 h 186220"/>
                <a:gd name="connsiteX18" fmla="*/ 33483 w 121344"/>
                <a:gd name="connsiteY18" fmla="*/ 186221 h 186220"/>
                <a:gd name="connsiteX19" fmla="*/ 39873 w 121344"/>
                <a:gd name="connsiteY19" fmla="*/ 179837 h 186220"/>
                <a:gd name="connsiteX20" fmla="*/ 39873 w 121344"/>
                <a:gd name="connsiteY20" fmla="*/ 163558 h 186220"/>
                <a:gd name="connsiteX21" fmla="*/ 23515 w 121344"/>
                <a:gd name="connsiteY21" fmla="*/ 133617 h 186220"/>
                <a:gd name="connsiteX22" fmla="*/ 12716 w 121344"/>
                <a:gd name="connsiteY22" fmla="*/ 109357 h 186220"/>
                <a:gd name="connsiteX23" fmla="*/ 12716 w 121344"/>
                <a:gd name="connsiteY23" fmla="*/ 69968 h 186220"/>
                <a:gd name="connsiteX24" fmla="*/ 13355 w 121344"/>
                <a:gd name="connsiteY24" fmla="*/ 68819 h 186220"/>
                <a:gd name="connsiteX25" fmla="*/ 14889 w 121344"/>
                <a:gd name="connsiteY25" fmla="*/ 68755 h 186220"/>
                <a:gd name="connsiteX26" fmla="*/ 21662 w 121344"/>
                <a:gd name="connsiteY26" fmla="*/ 82289 h 186220"/>
                <a:gd name="connsiteX27" fmla="*/ 21662 w 121344"/>
                <a:gd name="connsiteY27" fmla="*/ 93142 h 186220"/>
                <a:gd name="connsiteX28" fmla="*/ 28052 w 121344"/>
                <a:gd name="connsiteY28" fmla="*/ 99526 h 186220"/>
                <a:gd name="connsiteX29" fmla="*/ 34442 w 121344"/>
                <a:gd name="connsiteY29" fmla="*/ 93142 h 186220"/>
                <a:gd name="connsiteX30" fmla="*/ 34442 w 121344"/>
                <a:gd name="connsiteY30" fmla="*/ 17236 h 186220"/>
                <a:gd name="connsiteX31" fmla="*/ 35720 w 121344"/>
                <a:gd name="connsiteY31" fmla="*/ 14172 h 186220"/>
                <a:gd name="connsiteX32" fmla="*/ 38915 w 121344"/>
                <a:gd name="connsiteY32" fmla="*/ 12768 h 186220"/>
                <a:gd name="connsiteX33" fmla="*/ 43388 w 121344"/>
                <a:gd name="connsiteY33" fmla="*/ 17236 h 186220"/>
                <a:gd name="connsiteX34" fmla="*/ 43388 w 121344"/>
                <a:gd name="connsiteY34" fmla="*/ 49731 h 186220"/>
                <a:gd name="connsiteX35" fmla="*/ 43388 w 121344"/>
                <a:gd name="connsiteY35" fmla="*/ 49731 h 186220"/>
                <a:gd name="connsiteX36" fmla="*/ 43388 w 121344"/>
                <a:gd name="connsiteY36" fmla="*/ 71437 h 186220"/>
                <a:gd name="connsiteX37" fmla="*/ 49778 w 121344"/>
                <a:gd name="connsiteY37" fmla="*/ 77821 h 186220"/>
                <a:gd name="connsiteX38" fmla="*/ 56168 w 121344"/>
                <a:gd name="connsiteY38" fmla="*/ 71437 h 186220"/>
                <a:gd name="connsiteX39" fmla="*/ 56168 w 121344"/>
                <a:gd name="connsiteY39" fmla="*/ 49731 h 186220"/>
                <a:gd name="connsiteX40" fmla="*/ 57445 w 121344"/>
                <a:gd name="connsiteY40" fmla="*/ 46667 h 186220"/>
                <a:gd name="connsiteX41" fmla="*/ 60640 w 121344"/>
                <a:gd name="connsiteY41" fmla="*/ 45262 h 186220"/>
                <a:gd name="connsiteX42" fmla="*/ 65113 w 121344"/>
                <a:gd name="connsiteY42" fmla="*/ 49731 h 186220"/>
                <a:gd name="connsiteX43" fmla="*/ 65113 w 121344"/>
                <a:gd name="connsiteY43" fmla="*/ 76863 h 186220"/>
                <a:gd name="connsiteX44" fmla="*/ 71503 w 121344"/>
                <a:gd name="connsiteY44" fmla="*/ 83247 h 186220"/>
                <a:gd name="connsiteX45" fmla="*/ 77893 w 121344"/>
                <a:gd name="connsiteY45" fmla="*/ 76863 h 186220"/>
                <a:gd name="connsiteX46" fmla="*/ 77893 w 121344"/>
                <a:gd name="connsiteY46" fmla="*/ 60584 h 186220"/>
                <a:gd name="connsiteX47" fmla="*/ 79171 w 121344"/>
                <a:gd name="connsiteY47" fmla="*/ 57519 h 186220"/>
                <a:gd name="connsiteX48" fmla="*/ 82366 w 121344"/>
                <a:gd name="connsiteY48" fmla="*/ 56115 h 186220"/>
                <a:gd name="connsiteX49" fmla="*/ 86839 w 121344"/>
                <a:gd name="connsiteY49" fmla="*/ 60584 h 186220"/>
                <a:gd name="connsiteX50" fmla="*/ 86839 w 121344"/>
                <a:gd name="connsiteY50" fmla="*/ 85354 h 186220"/>
                <a:gd name="connsiteX51" fmla="*/ 93229 w 121344"/>
                <a:gd name="connsiteY51" fmla="*/ 91738 h 186220"/>
                <a:gd name="connsiteX52" fmla="*/ 99619 w 121344"/>
                <a:gd name="connsiteY52" fmla="*/ 85354 h 186220"/>
                <a:gd name="connsiteX53" fmla="*/ 99619 w 121344"/>
                <a:gd name="connsiteY53" fmla="*/ 71437 h 186220"/>
                <a:gd name="connsiteX54" fmla="*/ 100897 w 121344"/>
                <a:gd name="connsiteY54" fmla="*/ 68372 h 186220"/>
                <a:gd name="connsiteX55" fmla="*/ 104092 w 121344"/>
                <a:gd name="connsiteY55" fmla="*/ 66968 h 186220"/>
                <a:gd name="connsiteX56" fmla="*/ 108565 w 121344"/>
                <a:gd name="connsiteY56" fmla="*/ 71437 h 186220"/>
                <a:gd name="connsiteX57" fmla="*/ 108565 w 121344"/>
                <a:gd name="connsiteY57" fmla="*/ 118997 h 186220"/>
                <a:gd name="connsiteX58" fmla="*/ 104667 w 121344"/>
                <a:gd name="connsiteY58" fmla="*/ 133489 h 186220"/>
                <a:gd name="connsiteX59" fmla="*/ 97702 w 121344"/>
                <a:gd name="connsiteY59" fmla="*/ 158131 h 186220"/>
                <a:gd name="connsiteX60" fmla="*/ 97702 w 121344"/>
                <a:gd name="connsiteY60" fmla="*/ 179837 h 186220"/>
                <a:gd name="connsiteX61" fmla="*/ 104092 w 121344"/>
                <a:gd name="connsiteY61" fmla="*/ 186221 h 186220"/>
                <a:gd name="connsiteX62" fmla="*/ 110482 w 121344"/>
                <a:gd name="connsiteY62" fmla="*/ 179837 h 186220"/>
                <a:gd name="connsiteX63" fmla="*/ 110482 w 121344"/>
                <a:gd name="connsiteY63" fmla="*/ 158131 h 186220"/>
                <a:gd name="connsiteX64" fmla="*/ 115658 w 121344"/>
                <a:gd name="connsiteY64" fmla="*/ 140065 h 186220"/>
                <a:gd name="connsiteX65" fmla="*/ 121345 w 121344"/>
                <a:gd name="connsiteY65" fmla="*/ 118997 h 186220"/>
                <a:gd name="connsiteX66" fmla="*/ 121345 w 121344"/>
                <a:gd name="connsiteY66" fmla="*/ 71437 h 186220"/>
                <a:gd name="connsiteX67" fmla="*/ 104092 w 121344"/>
                <a:gd name="connsiteY67" fmla="*/ 54200 h 18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21344" h="186220">
                  <a:moveTo>
                    <a:pt x="104092" y="54200"/>
                  </a:moveTo>
                  <a:cubicBezTo>
                    <a:pt x="102239" y="54200"/>
                    <a:pt x="100450" y="54583"/>
                    <a:pt x="98661" y="55157"/>
                  </a:cubicBezTo>
                  <a:cubicBezTo>
                    <a:pt x="96360" y="48326"/>
                    <a:pt x="89970" y="43347"/>
                    <a:pt x="82366" y="43347"/>
                  </a:cubicBezTo>
                  <a:cubicBezTo>
                    <a:pt x="80513" y="43347"/>
                    <a:pt x="78724" y="43730"/>
                    <a:pt x="76935" y="44305"/>
                  </a:cubicBezTo>
                  <a:cubicBezTo>
                    <a:pt x="74634" y="37474"/>
                    <a:pt x="68244" y="32494"/>
                    <a:pt x="60640" y="32494"/>
                  </a:cubicBezTo>
                  <a:cubicBezTo>
                    <a:pt x="59107" y="32494"/>
                    <a:pt x="57637" y="32749"/>
                    <a:pt x="56168" y="33196"/>
                  </a:cubicBezTo>
                  <a:lnTo>
                    <a:pt x="56168" y="17236"/>
                  </a:lnTo>
                  <a:cubicBezTo>
                    <a:pt x="56168" y="7724"/>
                    <a:pt x="48436" y="0"/>
                    <a:pt x="38915" y="0"/>
                  </a:cubicBezTo>
                  <a:cubicBezTo>
                    <a:pt x="34378" y="0"/>
                    <a:pt x="29969" y="1851"/>
                    <a:pt x="26710" y="5171"/>
                  </a:cubicBezTo>
                  <a:cubicBezTo>
                    <a:pt x="23451" y="8427"/>
                    <a:pt x="21726" y="12704"/>
                    <a:pt x="21726" y="17236"/>
                  </a:cubicBezTo>
                  <a:lnTo>
                    <a:pt x="21726" y="57966"/>
                  </a:lnTo>
                  <a:cubicBezTo>
                    <a:pt x="21343" y="57775"/>
                    <a:pt x="21023" y="57519"/>
                    <a:pt x="20640" y="57328"/>
                  </a:cubicBezTo>
                  <a:cubicBezTo>
                    <a:pt x="16167" y="55093"/>
                    <a:pt x="10991" y="55349"/>
                    <a:pt x="6709" y="57966"/>
                  </a:cubicBezTo>
                  <a:cubicBezTo>
                    <a:pt x="2492" y="60584"/>
                    <a:pt x="0" y="65053"/>
                    <a:pt x="0" y="69968"/>
                  </a:cubicBezTo>
                  <a:lnTo>
                    <a:pt x="0" y="109357"/>
                  </a:lnTo>
                  <a:cubicBezTo>
                    <a:pt x="0" y="122253"/>
                    <a:pt x="5687" y="134957"/>
                    <a:pt x="15144" y="143257"/>
                  </a:cubicBezTo>
                  <a:cubicBezTo>
                    <a:pt x="22557" y="149768"/>
                    <a:pt x="27093" y="154173"/>
                    <a:pt x="27093" y="163558"/>
                  </a:cubicBezTo>
                  <a:lnTo>
                    <a:pt x="27093" y="179837"/>
                  </a:lnTo>
                  <a:cubicBezTo>
                    <a:pt x="27093" y="183348"/>
                    <a:pt x="29969" y="186221"/>
                    <a:pt x="33483" y="186221"/>
                  </a:cubicBezTo>
                  <a:cubicBezTo>
                    <a:pt x="36998" y="186221"/>
                    <a:pt x="39873" y="183348"/>
                    <a:pt x="39873" y="179837"/>
                  </a:cubicBezTo>
                  <a:lnTo>
                    <a:pt x="39873" y="163558"/>
                  </a:lnTo>
                  <a:cubicBezTo>
                    <a:pt x="39873" y="147917"/>
                    <a:pt x="30800" y="140001"/>
                    <a:pt x="23515" y="133617"/>
                  </a:cubicBezTo>
                  <a:cubicBezTo>
                    <a:pt x="20959" y="131382"/>
                    <a:pt x="12716" y="123083"/>
                    <a:pt x="12716" y="109357"/>
                  </a:cubicBezTo>
                  <a:lnTo>
                    <a:pt x="12716" y="69968"/>
                  </a:lnTo>
                  <a:cubicBezTo>
                    <a:pt x="12716" y="69457"/>
                    <a:pt x="12908" y="69074"/>
                    <a:pt x="13355" y="68819"/>
                  </a:cubicBezTo>
                  <a:cubicBezTo>
                    <a:pt x="13611" y="68628"/>
                    <a:pt x="14186" y="68436"/>
                    <a:pt x="14889" y="68755"/>
                  </a:cubicBezTo>
                  <a:cubicBezTo>
                    <a:pt x="20448" y="71500"/>
                    <a:pt x="21662" y="77629"/>
                    <a:pt x="21662" y="82289"/>
                  </a:cubicBezTo>
                  <a:lnTo>
                    <a:pt x="21662" y="93142"/>
                  </a:lnTo>
                  <a:cubicBezTo>
                    <a:pt x="21662" y="96653"/>
                    <a:pt x="24538" y="99526"/>
                    <a:pt x="28052" y="99526"/>
                  </a:cubicBezTo>
                  <a:cubicBezTo>
                    <a:pt x="31566" y="99526"/>
                    <a:pt x="34442" y="96653"/>
                    <a:pt x="34442" y="93142"/>
                  </a:cubicBezTo>
                  <a:lnTo>
                    <a:pt x="34442" y="17236"/>
                  </a:lnTo>
                  <a:cubicBezTo>
                    <a:pt x="34442" y="15768"/>
                    <a:pt x="35145" y="14747"/>
                    <a:pt x="35720" y="14172"/>
                  </a:cubicBezTo>
                  <a:cubicBezTo>
                    <a:pt x="36615" y="13278"/>
                    <a:pt x="37829" y="12768"/>
                    <a:pt x="38915" y="12768"/>
                  </a:cubicBezTo>
                  <a:cubicBezTo>
                    <a:pt x="40768" y="12768"/>
                    <a:pt x="43388" y="14364"/>
                    <a:pt x="43388" y="17236"/>
                  </a:cubicBezTo>
                  <a:lnTo>
                    <a:pt x="43388" y="49731"/>
                  </a:lnTo>
                  <a:cubicBezTo>
                    <a:pt x="43388" y="49731"/>
                    <a:pt x="43388" y="49731"/>
                    <a:pt x="43388" y="49731"/>
                  </a:cubicBezTo>
                  <a:lnTo>
                    <a:pt x="43388" y="71437"/>
                  </a:lnTo>
                  <a:cubicBezTo>
                    <a:pt x="43388" y="74948"/>
                    <a:pt x="46263" y="77821"/>
                    <a:pt x="49778" y="77821"/>
                  </a:cubicBezTo>
                  <a:cubicBezTo>
                    <a:pt x="53292" y="77821"/>
                    <a:pt x="56168" y="74948"/>
                    <a:pt x="56168" y="71437"/>
                  </a:cubicBezTo>
                  <a:lnTo>
                    <a:pt x="56168" y="49731"/>
                  </a:lnTo>
                  <a:cubicBezTo>
                    <a:pt x="56168" y="48263"/>
                    <a:pt x="56871" y="47305"/>
                    <a:pt x="57445" y="46667"/>
                  </a:cubicBezTo>
                  <a:cubicBezTo>
                    <a:pt x="58340" y="45773"/>
                    <a:pt x="59554" y="45262"/>
                    <a:pt x="60640" y="45262"/>
                  </a:cubicBezTo>
                  <a:cubicBezTo>
                    <a:pt x="62494" y="45262"/>
                    <a:pt x="65113" y="46858"/>
                    <a:pt x="65113" y="49731"/>
                  </a:cubicBezTo>
                  <a:lnTo>
                    <a:pt x="65113" y="76863"/>
                  </a:lnTo>
                  <a:cubicBezTo>
                    <a:pt x="65113" y="80374"/>
                    <a:pt x="67989" y="83247"/>
                    <a:pt x="71503" y="83247"/>
                  </a:cubicBezTo>
                  <a:cubicBezTo>
                    <a:pt x="75018" y="83247"/>
                    <a:pt x="77893" y="80374"/>
                    <a:pt x="77893" y="76863"/>
                  </a:cubicBezTo>
                  <a:lnTo>
                    <a:pt x="77893" y="60584"/>
                  </a:lnTo>
                  <a:cubicBezTo>
                    <a:pt x="77893" y="59115"/>
                    <a:pt x="78596" y="58094"/>
                    <a:pt x="79171" y="57519"/>
                  </a:cubicBezTo>
                  <a:cubicBezTo>
                    <a:pt x="80066" y="56626"/>
                    <a:pt x="81280" y="56115"/>
                    <a:pt x="82366" y="56115"/>
                  </a:cubicBezTo>
                  <a:cubicBezTo>
                    <a:pt x="84219" y="56115"/>
                    <a:pt x="86839" y="57711"/>
                    <a:pt x="86839" y="60584"/>
                  </a:cubicBezTo>
                  <a:lnTo>
                    <a:pt x="86839" y="85354"/>
                  </a:lnTo>
                  <a:cubicBezTo>
                    <a:pt x="86839" y="88865"/>
                    <a:pt x="89715" y="91738"/>
                    <a:pt x="93229" y="91738"/>
                  </a:cubicBezTo>
                  <a:cubicBezTo>
                    <a:pt x="96744" y="91738"/>
                    <a:pt x="99619" y="88865"/>
                    <a:pt x="99619" y="85354"/>
                  </a:cubicBezTo>
                  <a:lnTo>
                    <a:pt x="99619" y="71437"/>
                  </a:lnTo>
                  <a:cubicBezTo>
                    <a:pt x="99619" y="69968"/>
                    <a:pt x="100322" y="68947"/>
                    <a:pt x="100897" y="68372"/>
                  </a:cubicBezTo>
                  <a:cubicBezTo>
                    <a:pt x="101792" y="67478"/>
                    <a:pt x="103006" y="66968"/>
                    <a:pt x="104092" y="66968"/>
                  </a:cubicBezTo>
                  <a:cubicBezTo>
                    <a:pt x="105945" y="66968"/>
                    <a:pt x="108565" y="68564"/>
                    <a:pt x="108565" y="71437"/>
                  </a:cubicBezTo>
                  <a:lnTo>
                    <a:pt x="108565" y="118997"/>
                  </a:lnTo>
                  <a:cubicBezTo>
                    <a:pt x="108565" y="124296"/>
                    <a:pt x="107223" y="129276"/>
                    <a:pt x="104667" y="133489"/>
                  </a:cubicBezTo>
                  <a:cubicBezTo>
                    <a:pt x="98022" y="144533"/>
                    <a:pt x="97702" y="148428"/>
                    <a:pt x="97702" y="158131"/>
                  </a:cubicBezTo>
                  <a:lnTo>
                    <a:pt x="97702" y="179837"/>
                  </a:lnTo>
                  <a:cubicBezTo>
                    <a:pt x="97702" y="183348"/>
                    <a:pt x="100578" y="186221"/>
                    <a:pt x="104092" y="186221"/>
                  </a:cubicBezTo>
                  <a:cubicBezTo>
                    <a:pt x="107607" y="186221"/>
                    <a:pt x="110482" y="183348"/>
                    <a:pt x="110482" y="179837"/>
                  </a:cubicBezTo>
                  <a:lnTo>
                    <a:pt x="110482" y="158131"/>
                  </a:lnTo>
                  <a:cubicBezTo>
                    <a:pt x="110482" y="150087"/>
                    <a:pt x="110482" y="148619"/>
                    <a:pt x="115658" y="140065"/>
                  </a:cubicBezTo>
                  <a:cubicBezTo>
                    <a:pt x="119364" y="133872"/>
                    <a:pt x="121345" y="126594"/>
                    <a:pt x="121345" y="118997"/>
                  </a:cubicBezTo>
                  <a:lnTo>
                    <a:pt x="121345" y="71437"/>
                  </a:lnTo>
                  <a:cubicBezTo>
                    <a:pt x="121345" y="61924"/>
                    <a:pt x="113613" y="54200"/>
                    <a:pt x="104092" y="54200"/>
                  </a:cubicBezTo>
                  <a:close/>
                </a:path>
              </a:pathLst>
            </a:custGeom>
            <a:solidFill>
              <a:srgbClr val="00A3E0"/>
            </a:solidFill>
            <a:ln w="6390" cap="flat">
              <a:noFill/>
              <a:prstDash val="solid"/>
              <a:miter/>
            </a:ln>
          </p:spPr>
          <p:txBody>
            <a:bodyPr rtlCol="0" anchor="ctr"/>
            <a:lstStyle/>
            <a:p>
              <a:endParaRPr lang="en-US"/>
            </a:p>
          </p:txBody>
        </p:sp>
        <p:sp>
          <p:nvSpPr>
            <p:cNvPr id="849" name="Freeform 848">
              <a:extLst>
                <a:ext uri="{FF2B5EF4-FFF2-40B4-BE49-F238E27FC236}">
                  <a16:creationId xmlns:a16="http://schemas.microsoft.com/office/drawing/2014/main" id="{2C825400-509A-7946-A5A4-39030BD00E8B}"/>
                </a:ext>
              </a:extLst>
            </p:cNvPr>
            <p:cNvSpPr/>
            <p:nvPr/>
          </p:nvSpPr>
          <p:spPr>
            <a:xfrm>
              <a:off x="4749128" y="4380085"/>
              <a:ext cx="99555" cy="81530"/>
            </a:xfrm>
            <a:custGeom>
              <a:avLst/>
              <a:gdLst>
                <a:gd name="connsiteX0" fmla="*/ 18403 w 99555"/>
                <a:gd name="connsiteY0" fmla="*/ 80375 h 81530"/>
                <a:gd name="connsiteX1" fmla="*/ 19809 w 99555"/>
                <a:gd name="connsiteY1" fmla="*/ 71437 h 81530"/>
                <a:gd name="connsiteX2" fmla="*/ 12780 w 99555"/>
                <a:gd name="connsiteY2" fmla="*/ 49795 h 81530"/>
                <a:gd name="connsiteX3" fmla="*/ 49778 w 99555"/>
                <a:gd name="connsiteY3" fmla="*/ 12832 h 81530"/>
                <a:gd name="connsiteX4" fmla="*/ 86775 w 99555"/>
                <a:gd name="connsiteY4" fmla="*/ 49795 h 81530"/>
                <a:gd name="connsiteX5" fmla="*/ 86328 w 99555"/>
                <a:gd name="connsiteY5" fmla="*/ 55669 h 81530"/>
                <a:gd name="connsiteX6" fmla="*/ 91632 w 99555"/>
                <a:gd name="connsiteY6" fmla="*/ 62946 h 81530"/>
                <a:gd name="connsiteX7" fmla="*/ 98916 w 99555"/>
                <a:gd name="connsiteY7" fmla="*/ 57648 h 81530"/>
                <a:gd name="connsiteX8" fmla="*/ 99555 w 99555"/>
                <a:gd name="connsiteY8" fmla="*/ 49731 h 81530"/>
                <a:gd name="connsiteX9" fmla="*/ 49778 w 99555"/>
                <a:gd name="connsiteY9" fmla="*/ 0 h 81530"/>
                <a:gd name="connsiteX10" fmla="*/ 0 w 99555"/>
                <a:gd name="connsiteY10" fmla="*/ 49731 h 81530"/>
                <a:gd name="connsiteX11" fmla="*/ 9457 w 99555"/>
                <a:gd name="connsiteY11" fmla="*/ 78906 h 81530"/>
                <a:gd name="connsiteX12" fmla="*/ 14633 w 99555"/>
                <a:gd name="connsiteY12" fmla="*/ 81524 h 81530"/>
                <a:gd name="connsiteX13" fmla="*/ 18403 w 99555"/>
                <a:gd name="connsiteY13" fmla="*/ 80375 h 81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555" h="81530">
                  <a:moveTo>
                    <a:pt x="18403" y="80375"/>
                  </a:moveTo>
                  <a:cubicBezTo>
                    <a:pt x="21279" y="78332"/>
                    <a:pt x="21918" y="74310"/>
                    <a:pt x="19809" y="71437"/>
                  </a:cubicBezTo>
                  <a:cubicBezTo>
                    <a:pt x="15208" y="65117"/>
                    <a:pt x="12780" y="57584"/>
                    <a:pt x="12780" y="49795"/>
                  </a:cubicBezTo>
                  <a:cubicBezTo>
                    <a:pt x="12780" y="29430"/>
                    <a:pt x="29394" y="12832"/>
                    <a:pt x="49778" y="12832"/>
                  </a:cubicBezTo>
                  <a:cubicBezTo>
                    <a:pt x="70162" y="12832"/>
                    <a:pt x="86775" y="29430"/>
                    <a:pt x="86775" y="49795"/>
                  </a:cubicBezTo>
                  <a:cubicBezTo>
                    <a:pt x="86775" y="51774"/>
                    <a:pt x="86648" y="53753"/>
                    <a:pt x="86328" y="55669"/>
                  </a:cubicBezTo>
                  <a:cubicBezTo>
                    <a:pt x="85753" y="59180"/>
                    <a:pt x="88181" y="62436"/>
                    <a:pt x="91632" y="62946"/>
                  </a:cubicBezTo>
                  <a:cubicBezTo>
                    <a:pt x="95146" y="63521"/>
                    <a:pt x="98405" y="61159"/>
                    <a:pt x="98916" y="57648"/>
                  </a:cubicBezTo>
                  <a:cubicBezTo>
                    <a:pt x="99300" y="55030"/>
                    <a:pt x="99555" y="52413"/>
                    <a:pt x="99555" y="49731"/>
                  </a:cubicBezTo>
                  <a:cubicBezTo>
                    <a:pt x="99555" y="22280"/>
                    <a:pt x="77191" y="0"/>
                    <a:pt x="49778" y="0"/>
                  </a:cubicBezTo>
                  <a:cubicBezTo>
                    <a:pt x="22365" y="0"/>
                    <a:pt x="0" y="22344"/>
                    <a:pt x="0" y="49731"/>
                  </a:cubicBezTo>
                  <a:cubicBezTo>
                    <a:pt x="0" y="60265"/>
                    <a:pt x="3259" y="70352"/>
                    <a:pt x="9457" y="78906"/>
                  </a:cubicBezTo>
                  <a:cubicBezTo>
                    <a:pt x="10735" y="80630"/>
                    <a:pt x="12652" y="81524"/>
                    <a:pt x="14633" y="81524"/>
                  </a:cubicBezTo>
                  <a:cubicBezTo>
                    <a:pt x="15975" y="81587"/>
                    <a:pt x="17317" y="81204"/>
                    <a:pt x="18403" y="80375"/>
                  </a:cubicBezTo>
                  <a:close/>
                </a:path>
              </a:pathLst>
            </a:custGeom>
            <a:solidFill>
              <a:srgbClr val="00A3E0"/>
            </a:solidFill>
            <a:ln w="6390" cap="flat">
              <a:noFill/>
              <a:prstDash val="solid"/>
              <a:miter/>
            </a:ln>
          </p:spPr>
          <p:txBody>
            <a:bodyPr rtlCol="0" anchor="ctr"/>
            <a:lstStyle/>
            <a:p>
              <a:endParaRPr lang="en-US"/>
            </a:p>
          </p:txBody>
        </p:sp>
      </p:grpSp>
      <p:grpSp>
        <p:nvGrpSpPr>
          <p:cNvPr id="850" name="Graphic 4">
            <a:extLst>
              <a:ext uri="{FF2B5EF4-FFF2-40B4-BE49-F238E27FC236}">
                <a16:creationId xmlns:a16="http://schemas.microsoft.com/office/drawing/2014/main" id="{00C0C214-375F-CD46-A488-B6066EE04AC5}"/>
              </a:ext>
            </a:extLst>
          </p:cNvPr>
          <p:cNvGrpSpPr/>
          <p:nvPr/>
        </p:nvGrpSpPr>
        <p:grpSpPr>
          <a:xfrm>
            <a:off x="5708514" y="917987"/>
            <a:ext cx="362309" cy="361971"/>
            <a:chOff x="5708514" y="917987"/>
            <a:chExt cx="362309" cy="361971"/>
          </a:xfrm>
          <a:solidFill>
            <a:srgbClr val="00A3E0"/>
          </a:solidFill>
        </p:grpSpPr>
        <p:sp>
          <p:nvSpPr>
            <p:cNvPr id="851" name="Freeform 850">
              <a:extLst>
                <a:ext uri="{FF2B5EF4-FFF2-40B4-BE49-F238E27FC236}">
                  <a16:creationId xmlns:a16="http://schemas.microsoft.com/office/drawing/2014/main" id="{8A95ACB4-744B-2844-BD85-735A84FFB8A1}"/>
                </a:ext>
              </a:extLst>
            </p:cNvPr>
            <p:cNvSpPr/>
            <p:nvPr/>
          </p:nvSpPr>
          <p:spPr>
            <a:xfrm>
              <a:off x="5708514" y="917987"/>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81155 w 362309"/>
                <a:gd name="connsiteY5" fmla="*/ 349204 h 361971"/>
                <a:gd name="connsiteX6" fmla="*/ 12780 w 362309"/>
                <a:gd name="connsiteY6" fmla="*/ 180986 h 361971"/>
                <a:gd name="connsiteX7" fmla="*/ 181155 w 362309"/>
                <a:gd name="connsiteY7" fmla="*/ 12768 h 361971"/>
                <a:gd name="connsiteX8" fmla="*/ 349530 w 362309"/>
                <a:gd name="connsiteY8" fmla="*/ 180986 h 361971"/>
                <a:gd name="connsiteX9" fmla="*/ 181155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10" y="280959"/>
                    <a:pt x="362310" y="180986"/>
                  </a:cubicBezTo>
                  <a:cubicBezTo>
                    <a:pt x="362310" y="81013"/>
                    <a:pt x="281221" y="0"/>
                    <a:pt x="181155" y="0"/>
                  </a:cubicBezTo>
                  <a:close/>
                  <a:moveTo>
                    <a:pt x="181155" y="349204"/>
                  </a:moveTo>
                  <a:cubicBezTo>
                    <a:pt x="88309" y="349204"/>
                    <a:pt x="12780" y="273745"/>
                    <a:pt x="12780" y="180986"/>
                  </a:cubicBezTo>
                  <a:cubicBezTo>
                    <a:pt x="12780" y="88227"/>
                    <a:pt x="88309" y="12768"/>
                    <a:pt x="181155" y="12768"/>
                  </a:cubicBezTo>
                  <a:cubicBezTo>
                    <a:pt x="274001" y="12768"/>
                    <a:pt x="349530" y="88227"/>
                    <a:pt x="349530" y="180986"/>
                  </a:cubicBezTo>
                  <a:cubicBezTo>
                    <a:pt x="349530" y="273745"/>
                    <a:pt x="274001" y="349204"/>
                    <a:pt x="181155" y="349204"/>
                  </a:cubicBezTo>
                  <a:close/>
                </a:path>
              </a:pathLst>
            </a:custGeom>
            <a:solidFill>
              <a:srgbClr val="00A3E0"/>
            </a:solidFill>
            <a:ln w="6390" cap="flat">
              <a:noFill/>
              <a:prstDash val="solid"/>
              <a:miter/>
            </a:ln>
          </p:spPr>
          <p:txBody>
            <a:bodyPr rtlCol="0" anchor="ctr"/>
            <a:lstStyle/>
            <a:p>
              <a:endParaRPr lang="en-US"/>
            </a:p>
          </p:txBody>
        </p:sp>
        <p:sp>
          <p:nvSpPr>
            <p:cNvPr id="852" name="Freeform 851">
              <a:extLst>
                <a:ext uri="{FF2B5EF4-FFF2-40B4-BE49-F238E27FC236}">
                  <a16:creationId xmlns:a16="http://schemas.microsoft.com/office/drawing/2014/main" id="{F84FE807-3030-B145-A057-A75D4B1B25AE}"/>
                </a:ext>
              </a:extLst>
            </p:cNvPr>
            <p:cNvSpPr/>
            <p:nvPr/>
          </p:nvSpPr>
          <p:spPr>
            <a:xfrm>
              <a:off x="5829795" y="1012406"/>
              <a:ext cx="131760" cy="208756"/>
            </a:xfrm>
            <a:custGeom>
              <a:avLst/>
              <a:gdLst>
                <a:gd name="connsiteX0" fmla="*/ 113357 w 131760"/>
                <a:gd name="connsiteY0" fmla="*/ 65308 h 208756"/>
                <a:gd name="connsiteX1" fmla="*/ 107031 w 131760"/>
                <a:gd name="connsiteY1" fmla="*/ 66521 h 208756"/>
                <a:gd name="connsiteX2" fmla="*/ 89587 w 131760"/>
                <a:gd name="connsiteY2" fmla="*/ 53434 h 208756"/>
                <a:gd name="connsiteX3" fmla="*/ 84091 w 131760"/>
                <a:gd name="connsiteY3" fmla="*/ 54391 h 208756"/>
                <a:gd name="connsiteX4" fmla="*/ 84091 w 131760"/>
                <a:gd name="connsiteY4" fmla="*/ 18258 h 208756"/>
                <a:gd name="connsiteX5" fmla="*/ 65816 w 131760"/>
                <a:gd name="connsiteY5" fmla="*/ 0 h 208756"/>
                <a:gd name="connsiteX6" fmla="*/ 52845 w 131760"/>
                <a:gd name="connsiteY6" fmla="*/ 5490 h 208756"/>
                <a:gd name="connsiteX7" fmla="*/ 50608 w 131760"/>
                <a:gd name="connsiteY7" fmla="*/ 8171 h 208756"/>
                <a:gd name="connsiteX8" fmla="*/ 42046 w 131760"/>
                <a:gd name="connsiteY8" fmla="*/ 5937 h 208756"/>
                <a:gd name="connsiteX9" fmla="*/ 29074 w 131760"/>
                <a:gd name="connsiteY9" fmla="*/ 11427 h 208756"/>
                <a:gd name="connsiteX10" fmla="*/ 23770 w 131760"/>
                <a:gd name="connsiteY10" fmla="*/ 24259 h 208756"/>
                <a:gd name="connsiteX11" fmla="*/ 23770 w 131760"/>
                <a:gd name="connsiteY11" fmla="*/ 69841 h 208756"/>
                <a:gd name="connsiteX12" fmla="*/ 21662 w 131760"/>
                <a:gd name="connsiteY12" fmla="*/ 68692 h 208756"/>
                <a:gd name="connsiteX13" fmla="*/ 7029 w 131760"/>
                <a:gd name="connsiteY13" fmla="*/ 69394 h 208756"/>
                <a:gd name="connsiteX14" fmla="*/ 0 w 131760"/>
                <a:gd name="connsiteY14" fmla="*/ 82034 h 208756"/>
                <a:gd name="connsiteX15" fmla="*/ 0 w 131760"/>
                <a:gd name="connsiteY15" fmla="*/ 125190 h 208756"/>
                <a:gd name="connsiteX16" fmla="*/ 16422 w 131760"/>
                <a:gd name="connsiteY16" fmla="*/ 161834 h 208756"/>
                <a:gd name="connsiteX17" fmla="*/ 29777 w 131760"/>
                <a:gd name="connsiteY17" fmla="*/ 184561 h 208756"/>
                <a:gd name="connsiteX18" fmla="*/ 29777 w 131760"/>
                <a:gd name="connsiteY18" fmla="*/ 202372 h 208756"/>
                <a:gd name="connsiteX19" fmla="*/ 36167 w 131760"/>
                <a:gd name="connsiteY19" fmla="*/ 208756 h 208756"/>
                <a:gd name="connsiteX20" fmla="*/ 42557 w 131760"/>
                <a:gd name="connsiteY20" fmla="*/ 202372 h 208756"/>
                <a:gd name="connsiteX21" fmla="*/ 42557 w 131760"/>
                <a:gd name="connsiteY21" fmla="*/ 184561 h 208756"/>
                <a:gd name="connsiteX22" fmla="*/ 24857 w 131760"/>
                <a:gd name="connsiteY22" fmla="*/ 152258 h 208756"/>
                <a:gd name="connsiteX23" fmla="*/ 12843 w 131760"/>
                <a:gd name="connsiteY23" fmla="*/ 125190 h 208756"/>
                <a:gd name="connsiteX24" fmla="*/ 12843 w 131760"/>
                <a:gd name="connsiteY24" fmla="*/ 82034 h 208756"/>
                <a:gd name="connsiteX25" fmla="*/ 13866 w 131760"/>
                <a:gd name="connsiteY25" fmla="*/ 80247 h 208756"/>
                <a:gd name="connsiteX26" fmla="*/ 16102 w 131760"/>
                <a:gd name="connsiteY26" fmla="*/ 80119 h 208756"/>
                <a:gd name="connsiteX27" fmla="*/ 23834 w 131760"/>
                <a:gd name="connsiteY27" fmla="*/ 95504 h 208756"/>
                <a:gd name="connsiteX28" fmla="*/ 23834 w 131760"/>
                <a:gd name="connsiteY28" fmla="*/ 107379 h 208756"/>
                <a:gd name="connsiteX29" fmla="*/ 30224 w 131760"/>
                <a:gd name="connsiteY29" fmla="*/ 113763 h 208756"/>
                <a:gd name="connsiteX30" fmla="*/ 36614 w 131760"/>
                <a:gd name="connsiteY30" fmla="*/ 107379 h 208756"/>
                <a:gd name="connsiteX31" fmla="*/ 36614 w 131760"/>
                <a:gd name="connsiteY31" fmla="*/ 24195 h 208756"/>
                <a:gd name="connsiteX32" fmla="*/ 38212 w 131760"/>
                <a:gd name="connsiteY32" fmla="*/ 20429 h 208756"/>
                <a:gd name="connsiteX33" fmla="*/ 42109 w 131760"/>
                <a:gd name="connsiteY33" fmla="*/ 18705 h 208756"/>
                <a:gd name="connsiteX34" fmla="*/ 47605 w 131760"/>
                <a:gd name="connsiteY34" fmla="*/ 24195 h 208756"/>
                <a:gd name="connsiteX35" fmla="*/ 47605 w 131760"/>
                <a:gd name="connsiteY35" fmla="*/ 83566 h 208756"/>
                <a:gd name="connsiteX36" fmla="*/ 53995 w 131760"/>
                <a:gd name="connsiteY36" fmla="*/ 89950 h 208756"/>
                <a:gd name="connsiteX37" fmla="*/ 60385 w 131760"/>
                <a:gd name="connsiteY37" fmla="*/ 83566 h 208756"/>
                <a:gd name="connsiteX38" fmla="*/ 60385 w 131760"/>
                <a:gd name="connsiteY38" fmla="*/ 24195 h 208756"/>
                <a:gd name="connsiteX39" fmla="*/ 60385 w 131760"/>
                <a:gd name="connsiteY39" fmla="*/ 18258 h 208756"/>
                <a:gd name="connsiteX40" fmla="*/ 61982 w 131760"/>
                <a:gd name="connsiteY40" fmla="*/ 14492 h 208756"/>
                <a:gd name="connsiteX41" fmla="*/ 65880 w 131760"/>
                <a:gd name="connsiteY41" fmla="*/ 12768 h 208756"/>
                <a:gd name="connsiteX42" fmla="*/ 71375 w 131760"/>
                <a:gd name="connsiteY42" fmla="*/ 18258 h 208756"/>
                <a:gd name="connsiteX43" fmla="*/ 71375 w 131760"/>
                <a:gd name="connsiteY43" fmla="*/ 89503 h 208756"/>
                <a:gd name="connsiteX44" fmla="*/ 77765 w 131760"/>
                <a:gd name="connsiteY44" fmla="*/ 95887 h 208756"/>
                <a:gd name="connsiteX45" fmla="*/ 84155 w 131760"/>
                <a:gd name="connsiteY45" fmla="*/ 89503 h 208756"/>
                <a:gd name="connsiteX46" fmla="*/ 84155 w 131760"/>
                <a:gd name="connsiteY46" fmla="*/ 71692 h 208756"/>
                <a:gd name="connsiteX47" fmla="*/ 85753 w 131760"/>
                <a:gd name="connsiteY47" fmla="*/ 67926 h 208756"/>
                <a:gd name="connsiteX48" fmla="*/ 89651 w 131760"/>
                <a:gd name="connsiteY48" fmla="*/ 66202 h 208756"/>
                <a:gd name="connsiteX49" fmla="*/ 95146 w 131760"/>
                <a:gd name="connsiteY49" fmla="*/ 71692 h 208756"/>
                <a:gd name="connsiteX50" fmla="*/ 95146 w 131760"/>
                <a:gd name="connsiteY50" fmla="*/ 98824 h 208756"/>
                <a:gd name="connsiteX51" fmla="*/ 101536 w 131760"/>
                <a:gd name="connsiteY51" fmla="*/ 105208 h 208756"/>
                <a:gd name="connsiteX52" fmla="*/ 107926 w 131760"/>
                <a:gd name="connsiteY52" fmla="*/ 98824 h 208756"/>
                <a:gd name="connsiteX53" fmla="*/ 107926 w 131760"/>
                <a:gd name="connsiteY53" fmla="*/ 83566 h 208756"/>
                <a:gd name="connsiteX54" fmla="*/ 109523 w 131760"/>
                <a:gd name="connsiteY54" fmla="*/ 79800 h 208756"/>
                <a:gd name="connsiteX55" fmla="*/ 113485 w 131760"/>
                <a:gd name="connsiteY55" fmla="*/ 78076 h 208756"/>
                <a:gd name="connsiteX56" fmla="*/ 118981 w 131760"/>
                <a:gd name="connsiteY56" fmla="*/ 83566 h 208756"/>
                <a:gd name="connsiteX57" fmla="*/ 118981 w 131760"/>
                <a:gd name="connsiteY57" fmla="*/ 135723 h 208756"/>
                <a:gd name="connsiteX58" fmla="*/ 114635 w 131760"/>
                <a:gd name="connsiteY58" fmla="*/ 151939 h 208756"/>
                <a:gd name="connsiteX59" fmla="*/ 107095 w 131760"/>
                <a:gd name="connsiteY59" fmla="*/ 178624 h 208756"/>
                <a:gd name="connsiteX60" fmla="*/ 107095 w 131760"/>
                <a:gd name="connsiteY60" fmla="*/ 202372 h 208756"/>
                <a:gd name="connsiteX61" fmla="*/ 113485 w 131760"/>
                <a:gd name="connsiteY61" fmla="*/ 208756 h 208756"/>
                <a:gd name="connsiteX62" fmla="*/ 119875 w 131760"/>
                <a:gd name="connsiteY62" fmla="*/ 202372 h 208756"/>
                <a:gd name="connsiteX63" fmla="*/ 119875 w 131760"/>
                <a:gd name="connsiteY63" fmla="*/ 178624 h 208756"/>
                <a:gd name="connsiteX64" fmla="*/ 125626 w 131760"/>
                <a:gd name="connsiteY64" fmla="*/ 158514 h 208756"/>
                <a:gd name="connsiteX65" fmla="*/ 131760 w 131760"/>
                <a:gd name="connsiteY65" fmla="*/ 135723 h 208756"/>
                <a:gd name="connsiteX66" fmla="*/ 131760 w 131760"/>
                <a:gd name="connsiteY66" fmla="*/ 83566 h 208756"/>
                <a:gd name="connsiteX67" fmla="*/ 113357 w 131760"/>
                <a:gd name="connsiteY67" fmla="*/ 65308 h 20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31760" h="208756">
                  <a:moveTo>
                    <a:pt x="113357" y="65308"/>
                  </a:moveTo>
                  <a:cubicBezTo>
                    <a:pt x="111185" y="65308"/>
                    <a:pt x="109076" y="65755"/>
                    <a:pt x="107031" y="66521"/>
                  </a:cubicBezTo>
                  <a:cubicBezTo>
                    <a:pt x="104795" y="58988"/>
                    <a:pt x="97830" y="53434"/>
                    <a:pt x="89587" y="53434"/>
                  </a:cubicBezTo>
                  <a:cubicBezTo>
                    <a:pt x="87734" y="53434"/>
                    <a:pt x="85881" y="53817"/>
                    <a:pt x="84091" y="54391"/>
                  </a:cubicBezTo>
                  <a:lnTo>
                    <a:pt x="84091" y="18258"/>
                  </a:lnTo>
                  <a:cubicBezTo>
                    <a:pt x="84091" y="8171"/>
                    <a:pt x="75912" y="0"/>
                    <a:pt x="65816" y="0"/>
                  </a:cubicBezTo>
                  <a:cubicBezTo>
                    <a:pt x="61024" y="0"/>
                    <a:pt x="56295" y="1979"/>
                    <a:pt x="52845" y="5490"/>
                  </a:cubicBezTo>
                  <a:cubicBezTo>
                    <a:pt x="52014" y="6320"/>
                    <a:pt x="51247" y="7214"/>
                    <a:pt x="50608" y="8171"/>
                  </a:cubicBezTo>
                  <a:cubicBezTo>
                    <a:pt x="48052" y="6767"/>
                    <a:pt x="45177" y="5937"/>
                    <a:pt x="42046" y="5937"/>
                  </a:cubicBezTo>
                  <a:cubicBezTo>
                    <a:pt x="37253" y="5937"/>
                    <a:pt x="32525" y="7916"/>
                    <a:pt x="29074" y="11427"/>
                  </a:cubicBezTo>
                  <a:cubicBezTo>
                    <a:pt x="25623" y="14875"/>
                    <a:pt x="23770" y="19407"/>
                    <a:pt x="23770" y="24259"/>
                  </a:cubicBezTo>
                  <a:lnTo>
                    <a:pt x="23770" y="69841"/>
                  </a:lnTo>
                  <a:cubicBezTo>
                    <a:pt x="23068" y="69394"/>
                    <a:pt x="22365" y="69011"/>
                    <a:pt x="21662" y="68692"/>
                  </a:cubicBezTo>
                  <a:cubicBezTo>
                    <a:pt x="16933" y="66393"/>
                    <a:pt x="11438" y="66649"/>
                    <a:pt x="7029" y="69394"/>
                  </a:cubicBezTo>
                  <a:cubicBezTo>
                    <a:pt x="2620" y="72139"/>
                    <a:pt x="0" y="76863"/>
                    <a:pt x="0" y="82034"/>
                  </a:cubicBezTo>
                  <a:lnTo>
                    <a:pt x="0" y="125190"/>
                  </a:lnTo>
                  <a:cubicBezTo>
                    <a:pt x="0" y="139171"/>
                    <a:pt x="6134" y="152896"/>
                    <a:pt x="16422" y="161834"/>
                  </a:cubicBezTo>
                  <a:cubicBezTo>
                    <a:pt x="23579" y="168090"/>
                    <a:pt x="29777" y="173517"/>
                    <a:pt x="29777" y="184561"/>
                  </a:cubicBezTo>
                  <a:lnTo>
                    <a:pt x="29777" y="202372"/>
                  </a:lnTo>
                  <a:cubicBezTo>
                    <a:pt x="29777" y="205883"/>
                    <a:pt x="32652" y="208756"/>
                    <a:pt x="36167" y="208756"/>
                  </a:cubicBezTo>
                  <a:cubicBezTo>
                    <a:pt x="39681" y="208756"/>
                    <a:pt x="42557" y="205883"/>
                    <a:pt x="42557" y="202372"/>
                  </a:cubicBezTo>
                  <a:lnTo>
                    <a:pt x="42557" y="184561"/>
                  </a:lnTo>
                  <a:cubicBezTo>
                    <a:pt x="42557" y="167707"/>
                    <a:pt x="32780" y="159153"/>
                    <a:pt x="24857" y="152258"/>
                  </a:cubicBezTo>
                  <a:cubicBezTo>
                    <a:pt x="22045" y="149768"/>
                    <a:pt x="12843" y="140575"/>
                    <a:pt x="12843" y="125190"/>
                  </a:cubicBezTo>
                  <a:lnTo>
                    <a:pt x="12843" y="82034"/>
                  </a:lnTo>
                  <a:cubicBezTo>
                    <a:pt x="12843" y="81077"/>
                    <a:pt x="13419" y="80502"/>
                    <a:pt x="13866" y="80247"/>
                  </a:cubicBezTo>
                  <a:cubicBezTo>
                    <a:pt x="14249" y="79991"/>
                    <a:pt x="15080" y="79672"/>
                    <a:pt x="16102" y="80119"/>
                  </a:cubicBezTo>
                  <a:cubicBezTo>
                    <a:pt x="21151" y="82609"/>
                    <a:pt x="23834" y="87971"/>
                    <a:pt x="23834" y="95504"/>
                  </a:cubicBezTo>
                  <a:lnTo>
                    <a:pt x="23834" y="107379"/>
                  </a:lnTo>
                  <a:cubicBezTo>
                    <a:pt x="23834" y="110890"/>
                    <a:pt x="26710" y="113763"/>
                    <a:pt x="30224" y="113763"/>
                  </a:cubicBezTo>
                  <a:cubicBezTo>
                    <a:pt x="33739" y="113763"/>
                    <a:pt x="36614" y="110890"/>
                    <a:pt x="36614" y="107379"/>
                  </a:cubicBezTo>
                  <a:lnTo>
                    <a:pt x="36614" y="24195"/>
                  </a:lnTo>
                  <a:cubicBezTo>
                    <a:pt x="36614" y="22408"/>
                    <a:pt x="37445" y="21131"/>
                    <a:pt x="38212" y="20429"/>
                  </a:cubicBezTo>
                  <a:cubicBezTo>
                    <a:pt x="39298" y="19343"/>
                    <a:pt x="40767" y="18705"/>
                    <a:pt x="42109" y="18705"/>
                  </a:cubicBezTo>
                  <a:cubicBezTo>
                    <a:pt x="44730" y="18705"/>
                    <a:pt x="47605" y="20939"/>
                    <a:pt x="47605" y="24195"/>
                  </a:cubicBezTo>
                  <a:lnTo>
                    <a:pt x="47605" y="83566"/>
                  </a:lnTo>
                  <a:cubicBezTo>
                    <a:pt x="47605" y="87078"/>
                    <a:pt x="50480" y="89950"/>
                    <a:pt x="53995" y="89950"/>
                  </a:cubicBezTo>
                  <a:cubicBezTo>
                    <a:pt x="57509" y="89950"/>
                    <a:pt x="60385" y="87078"/>
                    <a:pt x="60385" y="83566"/>
                  </a:cubicBezTo>
                  <a:lnTo>
                    <a:pt x="60385" y="24195"/>
                  </a:lnTo>
                  <a:lnTo>
                    <a:pt x="60385" y="18258"/>
                  </a:lnTo>
                  <a:cubicBezTo>
                    <a:pt x="60385" y="16471"/>
                    <a:pt x="61215" y="15194"/>
                    <a:pt x="61982" y="14492"/>
                  </a:cubicBezTo>
                  <a:cubicBezTo>
                    <a:pt x="63069" y="13406"/>
                    <a:pt x="64538" y="12768"/>
                    <a:pt x="65880" y="12768"/>
                  </a:cubicBezTo>
                  <a:cubicBezTo>
                    <a:pt x="68500" y="12768"/>
                    <a:pt x="71375" y="15002"/>
                    <a:pt x="71375" y="18258"/>
                  </a:cubicBezTo>
                  <a:lnTo>
                    <a:pt x="71375" y="89503"/>
                  </a:lnTo>
                  <a:cubicBezTo>
                    <a:pt x="71375" y="93015"/>
                    <a:pt x="74251" y="95887"/>
                    <a:pt x="77765" y="95887"/>
                  </a:cubicBezTo>
                  <a:cubicBezTo>
                    <a:pt x="81280" y="95887"/>
                    <a:pt x="84155" y="93015"/>
                    <a:pt x="84155" y="89503"/>
                  </a:cubicBezTo>
                  <a:lnTo>
                    <a:pt x="84155" y="71692"/>
                  </a:lnTo>
                  <a:cubicBezTo>
                    <a:pt x="84155" y="69905"/>
                    <a:pt x="84986" y="68628"/>
                    <a:pt x="85753" y="67926"/>
                  </a:cubicBezTo>
                  <a:cubicBezTo>
                    <a:pt x="86839" y="66840"/>
                    <a:pt x="88309" y="66202"/>
                    <a:pt x="89651" y="66202"/>
                  </a:cubicBezTo>
                  <a:cubicBezTo>
                    <a:pt x="92271" y="66202"/>
                    <a:pt x="95146" y="68436"/>
                    <a:pt x="95146" y="71692"/>
                  </a:cubicBezTo>
                  <a:lnTo>
                    <a:pt x="95146" y="98824"/>
                  </a:lnTo>
                  <a:cubicBezTo>
                    <a:pt x="95146" y="102335"/>
                    <a:pt x="98021" y="105208"/>
                    <a:pt x="101536" y="105208"/>
                  </a:cubicBezTo>
                  <a:cubicBezTo>
                    <a:pt x="105051" y="105208"/>
                    <a:pt x="107926" y="102335"/>
                    <a:pt x="107926" y="98824"/>
                  </a:cubicBezTo>
                  <a:lnTo>
                    <a:pt x="107926" y="83566"/>
                  </a:lnTo>
                  <a:cubicBezTo>
                    <a:pt x="107926" y="81779"/>
                    <a:pt x="108756" y="80502"/>
                    <a:pt x="109523" y="79800"/>
                  </a:cubicBezTo>
                  <a:cubicBezTo>
                    <a:pt x="110610" y="78714"/>
                    <a:pt x="112079" y="78076"/>
                    <a:pt x="113485" y="78076"/>
                  </a:cubicBezTo>
                  <a:cubicBezTo>
                    <a:pt x="116105" y="78076"/>
                    <a:pt x="118981" y="80310"/>
                    <a:pt x="118981" y="83566"/>
                  </a:cubicBezTo>
                  <a:lnTo>
                    <a:pt x="118981" y="135723"/>
                  </a:lnTo>
                  <a:cubicBezTo>
                    <a:pt x="118981" y="141597"/>
                    <a:pt x="117511" y="147215"/>
                    <a:pt x="114635" y="151939"/>
                  </a:cubicBezTo>
                  <a:cubicBezTo>
                    <a:pt x="107415" y="163877"/>
                    <a:pt x="107095" y="168154"/>
                    <a:pt x="107095" y="178624"/>
                  </a:cubicBezTo>
                  <a:lnTo>
                    <a:pt x="107095" y="202372"/>
                  </a:lnTo>
                  <a:cubicBezTo>
                    <a:pt x="107095" y="205883"/>
                    <a:pt x="109971" y="208756"/>
                    <a:pt x="113485" y="208756"/>
                  </a:cubicBezTo>
                  <a:cubicBezTo>
                    <a:pt x="117000" y="208756"/>
                    <a:pt x="119875" y="205883"/>
                    <a:pt x="119875" y="202372"/>
                  </a:cubicBezTo>
                  <a:lnTo>
                    <a:pt x="119875" y="178624"/>
                  </a:lnTo>
                  <a:cubicBezTo>
                    <a:pt x="119875" y="169878"/>
                    <a:pt x="119875" y="168090"/>
                    <a:pt x="125626" y="158514"/>
                  </a:cubicBezTo>
                  <a:cubicBezTo>
                    <a:pt x="129652" y="151811"/>
                    <a:pt x="131760" y="143959"/>
                    <a:pt x="131760" y="135723"/>
                  </a:cubicBezTo>
                  <a:lnTo>
                    <a:pt x="131760" y="83566"/>
                  </a:lnTo>
                  <a:cubicBezTo>
                    <a:pt x="131633" y="73543"/>
                    <a:pt x="123453" y="65308"/>
                    <a:pt x="113357" y="65308"/>
                  </a:cubicBezTo>
                  <a:close/>
                </a:path>
              </a:pathLst>
            </a:custGeom>
            <a:solidFill>
              <a:srgbClr val="00A3E0"/>
            </a:solidFill>
            <a:ln w="6390" cap="flat">
              <a:noFill/>
              <a:prstDash val="solid"/>
              <a:miter/>
            </a:ln>
          </p:spPr>
          <p:txBody>
            <a:bodyPr rtlCol="0" anchor="ctr"/>
            <a:lstStyle/>
            <a:p>
              <a:endParaRPr lang="en-US"/>
            </a:p>
          </p:txBody>
        </p:sp>
        <p:sp>
          <p:nvSpPr>
            <p:cNvPr id="853" name="Freeform 852">
              <a:extLst>
                <a:ext uri="{FF2B5EF4-FFF2-40B4-BE49-F238E27FC236}">
                  <a16:creationId xmlns:a16="http://schemas.microsoft.com/office/drawing/2014/main" id="{8E8F26C7-1EB5-C54F-95D5-71A2F0E6456A}"/>
                </a:ext>
              </a:extLst>
            </p:cNvPr>
            <p:cNvSpPr/>
            <p:nvPr/>
          </p:nvSpPr>
          <p:spPr>
            <a:xfrm>
              <a:off x="5817845" y="976720"/>
              <a:ext cx="131696" cy="94042"/>
            </a:xfrm>
            <a:custGeom>
              <a:avLst/>
              <a:gdLst>
                <a:gd name="connsiteX0" fmla="*/ 19234 w 131696"/>
                <a:gd name="connsiteY0" fmla="*/ 92887 h 94042"/>
                <a:gd name="connsiteX1" fmla="*/ 20640 w 131696"/>
                <a:gd name="connsiteY1" fmla="*/ 83949 h 94042"/>
                <a:gd name="connsiteX2" fmla="*/ 12844 w 131696"/>
                <a:gd name="connsiteY2" fmla="*/ 59882 h 94042"/>
                <a:gd name="connsiteX3" fmla="*/ 54570 w 131696"/>
                <a:gd name="connsiteY3" fmla="*/ 18769 h 94042"/>
                <a:gd name="connsiteX4" fmla="*/ 54570 w 131696"/>
                <a:gd name="connsiteY4" fmla="*/ 18769 h 94042"/>
                <a:gd name="connsiteX5" fmla="*/ 57829 w 131696"/>
                <a:gd name="connsiteY5" fmla="*/ 17939 h 94042"/>
                <a:gd name="connsiteX6" fmla="*/ 77766 w 131696"/>
                <a:gd name="connsiteY6" fmla="*/ 12768 h 94042"/>
                <a:gd name="connsiteX7" fmla="*/ 118917 w 131696"/>
                <a:gd name="connsiteY7" fmla="*/ 53881 h 94042"/>
                <a:gd name="connsiteX8" fmla="*/ 113997 w 131696"/>
                <a:gd name="connsiteY8" fmla="*/ 73352 h 94042"/>
                <a:gd name="connsiteX9" fmla="*/ 116616 w 131696"/>
                <a:gd name="connsiteY9" fmla="*/ 82034 h 94042"/>
                <a:gd name="connsiteX10" fmla="*/ 125243 w 131696"/>
                <a:gd name="connsiteY10" fmla="*/ 79417 h 94042"/>
                <a:gd name="connsiteX11" fmla="*/ 131697 w 131696"/>
                <a:gd name="connsiteY11" fmla="*/ 53881 h 94042"/>
                <a:gd name="connsiteX12" fmla="*/ 77766 w 131696"/>
                <a:gd name="connsiteY12" fmla="*/ 0 h 94042"/>
                <a:gd name="connsiteX13" fmla="*/ 53101 w 131696"/>
                <a:gd name="connsiteY13" fmla="*/ 5937 h 94042"/>
                <a:gd name="connsiteX14" fmla="*/ 0 w 131696"/>
                <a:gd name="connsiteY14" fmla="*/ 59818 h 94042"/>
                <a:gd name="connsiteX15" fmla="*/ 10224 w 131696"/>
                <a:gd name="connsiteY15" fmla="*/ 91419 h 94042"/>
                <a:gd name="connsiteX16" fmla="*/ 15400 w 131696"/>
                <a:gd name="connsiteY16" fmla="*/ 94036 h 94042"/>
                <a:gd name="connsiteX17" fmla="*/ 19234 w 131696"/>
                <a:gd name="connsiteY17" fmla="*/ 92887 h 94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696" h="94042">
                  <a:moveTo>
                    <a:pt x="19234" y="92887"/>
                  </a:moveTo>
                  <a:cubicBezTo>
                    <a:pt x="22109" y="90844"/>
                    <a:pt x="22749" y="86822"/>
                    <a:pt x="20640" y="83949"/>
                  </a:cubicBezTo>
                  <a:cubicBezTo>
                    <a:pt x="15528" y="76927"/>
                    <a:pt x="12844" y="68564"/>
                    <a:pt x="12844" y="59882"/>
                  </a:cubicBezTo>
                  <a:cubicBezTo>
                    <a:pt x="12844" y="37219"/>
                    <a:pt x="31311" y="18769"/>
                    <a:pt x="54570" y="18769"/>
                  </a:cubicBezTo>
                  <a:cubicBezTo>
                    <a:pt x="54570" y="18769"/>
                    <a:pt x="54570" y="18769"/>
                    <a:pt x="54570" y="18769"/>
                  </a:cubicBezTo>
                  <a:cubicBezTo>
                    <a:pt x="55720" y="18769"/>
                    <a:pt x="56807" y="18514"/>
                    <a:pt x="57829" y="17939"/>
                  </a:cubicBezTo>
                  <a:cubicBezTo>
                    <a:pt x="63899" y="14555"/>
                    <a:pt x="70801" y="12768"/>
                    <a:pt x="77766" y="12768"/>
                  </a:cubicBezTo>
                  <a:cubicBezTo>
                    <a:pt x="100450" y="12768"/>
                    <a:pt x="118917" y="31218"/>
                    <a:pt x="118917" y="53881"/>
                  </a:cubicBezTo>
                  <a:cubicBezTo>
                    <a:pt x="118917" y="60648"/>
                    <a:pt x="117192" y="67415"/>
                    <a:pt x="113997" y="73352"/>
                  </a:cubicBezTo>
                  <a:cubicBezTo>
                    <a:pt x="112335" y="76480"/>
                    <a:pt x="113485" y="80311"/>
                    <a:pt x="116616" y="82034"/>
                  </a:cubicBezTo>
                  <a:cubicBezTo>
                    <a:pt x="119748" y="83694"/>
                    <a:pt x="123582" y="82545"/>
                    <a:pt x="125243" y="79417"/>
                  </a:cubicBezTo>
                  <a:cubicBezTo>
                    <a:pt x="129460" y="71628"/>
                    <a:pt x="131697" y="62818"/>
                    <a:pt x="131697" y="53881"/>
                  </a:cubicBezTo>
                  <a:cubicBezTo>
                    <a:pt x="131697" y="24131"/>
                    <a:pt x="107479" y="0"/>
                    <a:pt x="77766" y="0"/>
                  </a:cubicBezTo>
                  <a:cubicBezTo>
                    <a:pt x="69203" y="0"/>
                    <a:pt x="60704" y="2043"/>
                    <a:pt x="53101" y="5937"/>
                  </a:cubicBezTo>
                  <a:cubicBezTo>
                    <a:pt x="23771" y="6384"/>
                    <a:pt x="0" y="30388"/>
                    <a:pt x="0" y="59818"/>
                  </a:cubicBezTo>
                  <a:cubicBezTo>
                    <a:pt x="0" y="71245"/>
                    <a:pt x="3515" y="82162"/>
                    <a:pt x="10224" y="91419"/>
                  </a:cubicBezTo>
                  <a:cubicBezTo>
                    <a:pt x="11502" y="93142"/>
                    <a:pt x="13419" y="94036"/>
                    <a:pt x="15400" y="94036"/>
                  </a:cubicBezTo>
                  <a:cubicBezTo>
                    <a:pt x="16742" y="94100"/>
                    <a:pt x="18084" y="93717"/>
                    <a:pt x="19234" y="92887"/>
                  </a:cubicBezTo>
                  <a:close/>
                </a:path>
              </a:pathLst>
            </a:custGeom>
            <a:solidFill>
              <a:srgbClr val="00A3E0"/>
            </a:solidFill>
            <a:ln w="6390" cap="flat">
              <a:noFill/>
              <a:prstDash val="solid"/>
              <a:miter/>
            </a:ln>
          </p:spPr>
          <p:txBody>
            <a:bodyPr rtlCol="0" anchor="ctr"/>
            <a:lstStyle/>
            <a:p>
              <a:endParaRPr lang="en-US"/>
            </a:p>
          </p:txBody>
        </p:sp>
      </p:grpSp>
      <p:grpSp>
        <p:nvGrpSpPr>
          <p:cNvPr id="854" name="Graphic 4">
            <a:extLst>
              <a:ext uri="{FF2B5EF4-FFF2-40B4-BE49-F238E27FC236}">
                <a16:creationId xmlns:a16="http://schemas.microsoft.com/office/drawing/2014/main" id="{A51D6393-4ECE-DC46-BBF1-D54F5DDB6B88}"/>
              </a:ext>
            </a:extLst>
          </p:cNvPr>
          <p:cNvGrpSpPr/>
          <p:nvPr/>
        </p:nvGrpSpPr>
        <p:grpSpPr>
          <a:xfrm>
            <a:off x="5708514" y="1402404"/>
            <a:ext cx="362309" cy="361971"/>
            <a:chOff x="5708514" y="1402404"/>
            <a:chExt cx="362309" cy="361971"/>
          </a:xfrm>
          <a:solidFill>
            <a:srgbClr val="00A3E0"/>
          </a:solidFill>
        </p:grpSpPr>
        <p:sp>
          <p:nvSpPr>
            <p:cNvPr id="855" name="Freeform 854">
              <a:extLst>
                <a:ext uri="{FF2B5EF4-FFF2-40B4-BE49-F238E27FC236}">
                  <a16:creationId xmlns:a16="http://schemas.microsoft.com/office/drawing/2014/main" id="{93C0F00C-2348-4141-BCC6-9C464B61B5CD}"/>
                </a:ext>
              </a:extLst>
            </p:cNvPr>
            <p:cNvSpPr/>
            <p:nvPr/>
          </p:nvSpPr>
          <p:spPr>
            <a:xfrm>
              <a:off x="5708514" y="1402404"/>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30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10" y="280959"/>
                    <a:pt x="362310" y="180986"/>
                  </a:cubicBezTo>
                  <a:cubicBezTo>
                    <a:pt x="362310" y="81013"/>
                    <a:pt x="281221" y="0"/>
                    <a:pt x="181155" y="0"/>
                  </a:cubicBezTo>
                  <a:close/>
                  <a:moveTo>
                    <a:pt x="181155" y="349140"/>
                  </a:moveTo>
                  <a:cubicBezTo>
                    <a:pt x="88309" y="349140"/>
                    <a:pt x="12780" y="273681"/>
                    <a:pt x="12780" y="180922"/>
                  </a:cubicBezTo>
                  <a:cubicBezTo>
                    <a:pt x="12780" y="88163"/>
                    <a:pt x="88309" y="12704"/>
                    <a:pt x="181155" y="12704"/>
                  </a:cubicBezTo>
                  <a:cubicBezTo>
                    <a:pt x="274001" y="12704"/>
                    <a:pt x="349530" y="88163"/>
                    <a:pt x="349530" y="180922"/>
                  </a:cubicBezTo>
                  <a:cubicBezTo>
                    <a:pt x="349530" y="273681"/>
                    <a:pt x="274001"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856" name="Freeform 855">
              <a:extLst>
                <a:ext uri="{FF2B5EF4-FFF2-40B4-BE49-F238E27FC236}">
                  <a16:creationId xmlns:a16="http://schemas.microsoft.com/office/drawing/2014/main" id="{42898201-0574-514F-9476-1A0190362AA1}"/>
                </a:ext>
              </a:extLst>
            </p:cNvPr>
            <p:cNvSpPr/>
            <p:nvPr/>
          </p:nvSpPr>
          <p:spPr>
            <a:xfrm>
              <a:off x="5835865" y="1508569"/>
              <a:ext cx="131952" cy="209203"/>
            </a:xfrm>
            <a:custGeom>
              <a:avLst/>
              <a:gdLst>
                <a:gd name="connsiteX0" fmla="*/ 113358 w 131952"/>
                <a:gd name="connsiteY0" fmla="*/ 65436 h 209203"/>
                <a:gd name="connsiteX1" fmla="*/ 107031 w 131952"/>
                <a:gd name="connsiteY1" fmla="*/ 66649 h 209203"/>
                <a:gd name="connsiteX2" fmla="*/ 89587 w 131952"/>
                <a:gd name="connsiteY2" fmla="*/ 53498 h 209203"/>
                <a:gd name="connsiteX3" fmla="*/ 84092 w 131952"/>
                <a:gd name="connsiteY3" fmla="*/ 54455 h 209203"/>
                <a:gd name="connsiteX4" fmla="*/ 84092 w 131952"/>
                <a:gd name="connsiteY4" fmla="*/ 18258 h 209203"/>
                <a:gd name="connsiteX5" fmla="*/ 65817 w 131952"/>
                <a:gd name="connsiteY5" fmla="*/ 0 h 209203"/>
                <a:gd name="connsiteX6" fmla="*/ 52845 w 131952"/>
                <a:gd name="connsiteY6" fmla="*/ 5490 h 209203"/>
                <a:gd name="connsiteX7" fmla="*/ 50609 w 131952"/>
                <a:gd name="connsiteY7" fmla="*/ 8235 h 209203"/>
                <a:gd name="connsiteX8" fmla="*/ 42046 w 131952"/>
                <a:gd name="connsiteY8" fmla="*/ 6001 h 209203"/>
                <a:gd name="connsiteX9" fmla="*/ 29075 w 131952"/>
                <a:gd name="connsiteY9" fmla="*/ 11491 h 209203"/>
                <a:gd name="connsiteX10" fmla="*/ 23771 w 131952"/>
                <a:gd name="connsiteY10" fmla="*/ 24323 h 209203"/>
                <a:gd name="connsiteX11" fmla="*/ 23771 w 131952"/>
                <a:gd name="connsiteY11" fmla="*/ 70032 h 209203"/>
                <a:gd name="connsiteX12" fmla="*/ 21662 w 131952"/>
                <a:gd name="connsiteY12" fmla="*/ 68883 h 209203"/>
                <a:gd name="connsiteX13" fmla="*/ 7029 w 131952"/>
                <a:gd name="connsiteY13" fmla="*/ 69585 h 209203"/>
                <a:gd name="connsiteX14" fmla="*/ 0 w 131952"/>
                <a:gd name="connsiteY14" fmla="*/ 82290 h 209203"/>
                <a:gd name="connsiteX15" fmla="*/ 0 w 131952"/>
                <a:gd name="connsiteY15" fmla="*/ 125509 h 209203"/>
                <a:gd name="connsiteX16" fmla="*/ 16422 w 131952"/>
                <a:gd name="connsiteY16" fmla="*/ 162217 h 209203"/>
                <a:gd name="connsiteX17" fmla="*/ 29777 w 131952"/>
                <a:gd name="connsiteY17" fmla="*/ 185008 h 209203"/>
                <a:gd name="connsiteX18" fmla="*/ 29777 w 131952"/>
                <a:gd name="connsiteY18" fmla="*/ 202819 h 209203"/>
                <a:gd name="connsiteX19" fmla="*/ 36167 w 131952"/>
                <a:gd name="connsiteY19" fmla="*/ 209203 h 209203"/>
                <a:gd name="connsiteX20" fmla="*/ 42557 w 131952"/>
                <a:gd name="connsiteY20" fmla="*/ 202819 h 209203"/>
                <a:gd name="connsiteX21" fmla="*/ 42557 w 131952"/>
                <a:gd name="connsiteY21" fmla="*/ 185008 h 209203"/>
                <a:gd name="connsiteX22" fmla="*/ 24857 w 131952"/>
                <a:gd name="connsiteY22" fmla="*/ 152641 h 209203"/>
                <a:gd name="connsiteX23" fmla="*/ 12780 w 131952"/>
                <a:gd name="connsiteY23" fmla="*/ 125509 h 209203"/>
                <a:gd name="connsiteX24" fmla="*/ 12780 w 131952"/>
                <a:gd name="connsiteY24" fmla="*/ 82290 h 209203"/>
                <a:gd name="connsiteX25" fmla="*/ 13802 w 131952"/>
                <a:gd name="connsiteY25" fmla="*/ 80438 h 209203"/>
                <a:gd name="connsiteX26" fmla="*/ 16039 w 131952"/>
                <a:gd name="connsiteY26" fmla="*/ 80311 h 209203"/>
                <a:gd name="connsiteX27" fmla="*/ 23835 w 131952"/>
                <a:gd name="connsiteY27" fmla="*/ 95696 h 209203"/>
                <a:gd name="connsiteX28" fmla="*/ 23835 w 131952"/>
                <a:gd name="connsiteY28" fmla="*/ 107570 h 209203"/>
                <a:gd name="connsiteX29" fmla="*/ 30225 w 131952"/>
                <a:gd name="connsiteY29" fmla="*/ 113954 h 209203"/>
                <a:gd name="connsiteX30" fmla="*/ 36615 w 131952"/>
                <a:gd name="connsiteY30" fmla="*/ 107570 h 209203"/>
                <a:gd name="connsiteX31" fmla="*/ 36615 w 131952"/>
                <a:gd name="connsiteY31" fmla="*/ 24323 h 209203"/>
                <a:gd name="connsiteX32" fmla="*/ 38212 w 131952"/>
                <a:gd name="connsiteY32" fmla="*/ 20556 h 209203"/>
                <a:gd name="connsiteX33" fmla="*/ 42174 w 131952"/>
                <a:gd name="connsiteY33" fmla="*/ 18833 h 209203"/>
                <a:gd name="connsiteX34" fmla="*/ 47669 w 131952"/>
                <a:gd name="connsiteY34" fmla="*/ 24323 h 209203"/>
                <a:gd name="connsiteX35" fmla="*/ 47669 w 131952"/>
                <a:gd name="connsiteY35" fmla="*/ 83822 h 209203"/>
                <a:gd name="connsiteX36" fmla="*/ 54059 w 131952"/>
                <a:gd name="connsiteY36" fmla="*/ 90206 h 209203"/>
                <a:gd name="connsiteX37" fmla="*/ 60449 w 131952"/>
                <a:gd name="connsiteY37" fmla="*/ 83822 h 209203"/>
                <a:gd name="connsiteX38" fmla="*/ 60449 w 131952"/>
                <a:gd name="connsiteY38" fmla="*/ 18386 h 209203"/>
                <a:gd name="connsiteX39" fmla="*/ 62046 w 131952"/>
                <a:gd name="connsiteY39" fmla="*/ 14619 h 209203"/>
                <a:gd name="connsiteX40" fmla="*/ 66008 w 131952"/>
                <a:gd name="connsiteY40" fmla="*/ 12896 h 209203"/>
                <a:gd name="connsiteX41" fmla="*/ 71503 w 131952"/>
                <a:gd name="connsiteY41" fmla="*/ 18386 h 209203"/>
                <a:gd name="connsiteX42" fmla="*/ 71503 w 131952"/>
                <a:gd name="connsiteY42" fmla="*/ 89759 h 209203"/>
                <a:gd name="connsiteX43" fmla="*/ 77893 w 131952"/>
                <a:gd name="connsiteY43" fmla="*/ 96143 h 209203"/>
                <a:gd name="connsiteX44" fmla="*/ 84283 w 131952"/>
                <a:gd name="connsiteY44" fmla="*/ 89759 h 209203"/>
                <a:gd name="connsiteX45" fmla="*/ 84283 w 131952"/>
                <a:gd name="connsiteY45" fmla="*/ 71884 h 209203"/>
                <a:gd name="connsiteX46" fmla="*/ 85881 w 131952"/>
                <a:gd name="connsiteY46" fmla="*/ 68117 h 209203"/>
                <a:gd name="connsiteX47" fmla="*/ 89843 w 131952"/>
                <a:gd name="connsiteY47" fmla="*/ 66393 h 209203"/>
                <a:gd name="connsiteX48" fmla="*/ 95338 w 131952"/>
                <a:gd name="connsiteY48" fmla="*/ 71884 h 209203"/>
                <a:gd name="connsiteX49" fmla="*/ 95338 w 131952"/>
                <a:gd name="connsiteY49" fmla="*/ 83758 h 209203"/>
                <a:gd name="connsiteX50" fmla="*/ 95338 w 131952"/>
                <a:gd name="connsiteY50" fmla="*/ 83822 h 209203"/>
                <a:gd name="connsiteX51" fmla="*/ 95338 w 131952"/>
                <a:gd name="connsiteY51" fmla="*/ 83822 h 209203"/>
                <a:gd name="connsiteX52" fmla="*/ 95338 w 131952"/>
                <a:gd name="connsiteY52" fmla="*/ 99079 h 209203"/>
                <a:gd name="connsiteX53" fmla="*/ 101728 w 131952"/>
                <a:gd name="connsiteY53" fmla="*/ 105463 h 209203"/>
                <a:gd name="connsiteX54" fmla="*/ 108118 w 131952"/>
                <a:gd name="connsiteY54" fmla="*/ 99079 h 209203"/>
                <a:gd name="connsiteX55" fmla="*/ 108118 w 131952"/>
                <a:gd name="connsiteY55" fmla="*/ 83822 h 209203"/>
                <a:gd name="connsiteX56" fmla="*/ 109716 w 131952"/>
                <a:gd name="connsiteY56" fmla="*/ 80055 h 209203"/>
                <a:gd name="connsiteX57" fmla="*/ 113677 w 131952"/>
                <a:gd name="connsiteY57" fmla="*/ 78331 h 209203"/>
                <a:gd name="connsiteX58" fmla="*/ 119172 w 131952"/>
                <a:gd name="connsiteY58" fmla="*/ 83822 h 209203"/>
                <a:gd name="connsiteX59" fmla="*/ 119172 w 131952"/>
                <a:gd name="connsiteY59" fmla="*/ 136043 h 209203"/>
                <a:gd name="connsiteX60" fmla="*/ 114827 w 131952"/>
                <a:gd name="connsiteY60" fmla="*/ 152322 h 209203"/>
                <a:gd name="connsiteX61" fmla="*/ 107287 w 131952"/>
                <a:gd name="connsiteY61" fmla="*/ 179007 h 209203"/>
                <a:gd name="connsiteX62" fmla="*/ 107287 w 131952"/>
                <a:gd name="connsiteY62" fmla="*/ 202819 h 209203"/>
                <a:gd name="connsiteX63" fmla="*/ 113677 w 131952"/>
                <a:gd name="connsiteY63" fmla="*/ 209203 h 209203"/>
                <a:gd name="connsiteX64" fmla="*/ 120067 w 131952"/>
                <a:gd name="connsiteY64" fmla="*/ 202819 h 209203"/>
                <a:gd name="connsiteX65" fmla="*/ 120067 w 131952"/>
                <a:gd name="connsiteY65" fmla="*/ 179007 h 209203"/>
                <a:gd name="connsiteX66" fmla="*/ 125818 w 131952"/>
                <a:gd name="connsiteY66" fmla="*/ 158897 h 209203"/>
                <a:gd name="connsiteX67" fmla="*/ 131952 w 131952"/>
                <a:gd name="connsiteY67" fmla="*/ 136043 h 209203"/>
                <a:gd name="connsiteX68" fmla="*/ 131952 w 131952"/>
                <a:gd name="connsiteY68" fmla="*/ 83822 h 209203"/>
                <a:gd name="connsiteX69" fmla="*/ 113358 w 131952"/>
                <a:gd name="connsiteY69" fmla="*/ 65436 h 209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31952" h="209203">
                  <a:moveTo>
                    <a:pt x="113358" y="65436"/>
                  </a:moveTo>
                  <a:cubicBezTo>
                    <a:pt x="111185" y="65436"/>
                    <a:pt x="109076" y="65883"/>
                    <a:pt x="107031" y="66649"/>
                  </a:cubicBezTo>
                  <a:cubicBezTo>
                    <a:pt x="104795" y="59116"/>
                    <a:pt x="97830" y="53498"/>
                    <a:pt x="89587" y="53498"/>
                  </a:cubicBezTo>
                  <a:cubicBezTo>
                    <a:pt x="87734" y="53498"/>
                    <a:pt x="85881" y="53881"/>
                    <a:pt x="84092" y="54455"/>
                  </a:cubicBezTo>
                  <a:lnTo>
                    <a:pt x="84092" y="18258"/>
                  </a:lnTo>
                  <a:cubicBezTo>
                    <a:pt x="84092" y="8172"/>
                    <a:pt x="75912" y="0"/>
                    <a:pt x="65817" y="0"/>
                  </a:cubicBezTo>
                  <a:cubicBezTo>
                    <a:pt x="61024" y="0"/>
                    <a:pt x="56295" y="1979"/>
                    <a:pt x="52845" y="5490"/>
                  </a:cubicBezTo>
                  <a:cubicBezTo>
                    <a:pt x="52014" y="6320"/>
                    <a:pt x="51247" y="7278"/>
                    <a:pt x="50609" y="8235"/>
                  </a:cubicBezTo>
                  <a:cubicBezTo>
                    <a:pt x="48052" y="6831"/>
                    <a:pt x="45113" y="6001"/>
                    <a:pt x="42046" y="6001"/>
                  </a:cubicBezTo>
                  <a:cubicBezTo>
                    <a:pt x="37253" y="6001"/>
                    <a:pt x="32525" y="7980"/>
                    <a:pt x="29075" y="11491"/>
                  </a:cubicBezTo>
                  <a:cubicBezTo>
                    <a:pt x="25624" y="14939"/>
                    <a:pt x="23771" y="19471"/>
                    <a:pt x="23771" y="24323"/>
                  </a:cubicBezTo>
                  <a:lnTo>
                    <a:pt x="23771" y="70032"/>
                  </a:lnTo>
                  <a:cubicBezTo>
                    <a:pt x="23068" y="69585"/>
                    <a:pt x="22301" y="69202"/>
                    <a:pt x="21662" y="68883"/>
                  </a:cubicBezTo>
                  <a:cubicBezTo>
                    <a:pt x="16933" y="66585"/>
                    <a:pt x="11438" y="66840"/>
                    <a:pt x="7029" y="69585"/>
                  </a:cubicBezTo>
                  <a:cubicBezTo>
                    <a:pt x="2620" y="72331"/>
                    <a:pt x="0" y="77055"/>
                    <a:pt x="0" y="82290"/>
                  </a:cubicBezTo>
                  <a:lnTo>
                    <a:pt x="0" y="125509"/>
                  </a:lnTo>
                  <a:cubicBezTo>
                    <a:pt x="0" y="139554"/>
                    <a:pt x="6134" y="153216"/>
                    <a:pt x="16422" y="162217"/>
                  </a:cubicBezTo>
                  <a:cubicBezTo>
                    <a:pt x="23579" y="168473"/>
                    <a:pt x="29777" y="173900"/>
                    <a:pt x="29777" y="185008"/>
                  </a:cubicBezTo>
                  <a:lnTo>
                    <a:pt x="29777" y="202819"/>
                  </a:lnTo>
                  <a:cubicBezTo>
                    <a:pt x="29777" y="206330"/>
                    <a:pt x="32653" y="209203"/>
                    <a:pt x="36167" y="209203"/>
                  </a:cubicBezTo>
                  <a:cubicBezTo>
                    <a:pt x="39682" y="209203"/>
                    <a:pt x="42557" y="206330"/>
                    <a:pt x="42557" y="202819"/>
                  </a:cubicBezTo>
                  <a:lnTo>
                    <a:pt x="42557" y="185008"/>
                  </a:lnTo>
                  <a:cubicBezTo>
                    <a:pt x="42557" y="168090"/>
                    <a:pt x="32716" y="159536"/>
                    <a:pt x="24857" y="152641"/>
                  </a:cubicBezTo>
                  <a:cubicBezTo>
                    <a:pt x="22045" y="150151"/>
                    <a:pt x="12780" y="140895"/>
                    <a:pt x="12780" y="125509"/>
                  </a:cubicBezTo>
                  <a:lnTo>
                    <a:pt x="12780" y="82290"/>
                  </a:lnTo>
                  <a:cubicBezTo>
                    <a:pt x="12780" y="81268"/>
                    <a:pt x="13355" y="80757"/>
                    <a:pt x="13802" y="80438"/>
                  </a:cubicBezTo>
                  <a:cubicBezTo>
                    <a:pt x="14186" y="80183"/>
                    <a:pt x="15017" y="79864"/>
                    <a:pt x="16039" y="80311"/>
                  </a:cubicBezTo>
                  <a:cubicBezTo>
                    <a:pt x="21151" y="82800"/>
                    <a:pt x="23835" y="88163"/>
                    <a:pt x="23835" y="95696"/>
                  </a:cubicBezTo>
                  <a:lnTo>
                    <a:pt x="23835" y="107570"/>
                  </a:lnTo>
                  <a:cubicBezTo>
                    <a:pt x="23835" y="111081"/>
                    <a:pt x="26710" y="113954"/>
                    <a:pt x="30225" y="113954"/>
                  </a:cubicBezTo>
                  <a:cubicBezTo>
                    <a:pt x="33739" y="113954"/>
                    <a:pt x="36615" y="111081"/>
                    <a:pt x="36615" y="107570"/>
                  </a:cubicBezTo>
                  <a:lnTo>
                    <a:pt x="36615" y="24323"/>
                  </a:lnTo>
                  <a:cubicBezTo>
                    <a:pt x="36615" y="22536"/>
                    <a:pt x="37445" y="21259"/>
                    <a:pt x="38212" y="20556"/>
                  </a:cubicBezTo>
                  <a:cubicBezTo>
                    <a:pt x="39298" y="19471"/>
                    <a:pt x="40768" y="18833"/>
                    <a:pt x="42174" y="18833"/>
                  </a:cubicBezTo>
                  <a:cubicBezTo>
                    <a:pt x="44794" y="18833"/>
                    <a:pt x="47669" y="21067"/>
                    <a:pt x="47669" y="24323"/>
                  </a:cubicBezTo>
                  <a:lnTo>
                    <a:pt x="47669" y="83822"/>
                  </a:lnTo>
                  <a:cubicBezTo>
                    <a:pt x="47669" y="87333"/>
                    <a:pt x="50545" y="90206"/>
                    <a:pt x="54059" y="90206"/>
                  </a:cubicBezTo>
                  <a:cubicBezTo>
                    <a:pt x="57573" y="90206"/>
                    <a:pt x="60449" y="87333"/>
                    <a:pt x="60449" y="83822"/>
                  </a:cubicBezTo>
                  <a:lnTo>
                    <a:pt x="60449" y="18386"/>
                  </a:lnTo>
                  <a:cubicBezTo>
                    <a:pt x="60449" y="16535"/>
                    <a:pt x="61280" y="15322"/>
                    <a:pt x="62046" y="14619"/>
                  </a:cubicBezTo>
                  <a:cubicBezTo>
                    <a:pt x="63133" y="13534"/>
                    <a:pt x="64603" y="12896"/>
                    <a:pt x="66008" y="12896"/>
                  </a:cubicBezTo>
                  <a:cubicBezTo>
                    <a:pt x="68628" y="12896"/>
                    <a:pt x="71503" y="15130"/>
                    <a:pt x="71503" y="18386"/>
                  </a:cubicBezTo>
                  <a:lnTo>
                    <a:pt x="71503" y="89759"/>
                  </a:lnTo>
                  <a:cubicBezTo>
                    <a:pt x="71503" y="93270"/>
                    <a:pt x="74379" y="96143"/>
                    <a:pt x="77893" y="96143"/>
                  </a:cubicBezTo>
                  <a:cubicBezTo>
                    <a:pt x="81408" y="96143"/>
                    <a:pt x="84283" y="93270"/>
                    <a:pt x="84283" y="89759"/>
                  </a:cubicBezTo>
                  <a:lnTo>
                    <a:pt x="84283" y="71884"/>
                  </a:lnTo>
                  <a:cubicBezTo>
                    <a:pt x="84283" y="70096"/>
                    <a:pt x="85114" y="68819"/>
                    <a:pt x="85881" y="68117"/>
                  </a:cubicBezTo>
                  <a:cubicBezTo>
                    <a:pt x="86967" y="67032"/>
                    <a:pt x="88437" y="66393"/>
                    <a:pt x="89843" y="66393"/>
                  </a:cubicBezTo>
                  <a:cubicBezTo>
                    <a:pt x="92463" y="66393"/>
                    <a:pt x="95338" y="68628"/>
                    <a:pt x="95338" y="71884"/>
                  </a:cubicBezTo>
                  <a:lnTo>
                    <a:pt x="95338" y="83758"/>
                  </a:lnTo>
                  <a:cubicBezTo>
                    <a:pt x="95338" y="83758"/>
                    <a:pt x="95338" y="83758"/>
                    <a:pt x="95338" y="83822"/>
                  </a:cubicBezTo>
                  <a:cubicBezTo>
                    <a:pt x="95338" y="83822"/>
                    <a:pt x="95338" y="83822"/>
                    <a:pt x="95338" y="83822"/>
                  </a:cubicBezTo>
                  <a:lnTo>
                    <a:pt x="95338" y="99079"/>
                  </a:lnTo>
                  <a:cubicBezTo>
                    <a:pt x="95338" y="102591"/>
                    <a:pt x="98213" y="105463"/>
                    <a:pt x="101728" y="105463"/>
                  </a:cubicBezTo>
                  <a:cubicBezTo>
                    <a:pt x="105242" y="105463"/>
                    <a:pt x="108118" y="102591"/>
                    <a:pt x="108118" y="99079"/>
                  </a:cubicBezTo>
                  <a:lnTo>
                    <a:pt x="108118" y="83822"/>
                  </a:lnTo>
                  <a:cubicBezTo>
                    <a:pt x="108118" y="82034"/>
                    <a:pt x="108949" y="80757"/>
                    <a:pt x="109716" y="80055"/>
                  </a:cubicBezTo>
                  <a:cubicBezTo>
                    <a:pt x="110802" y="78970"/>
                    <a:pt x="112271" y="78331"/>
                    <a:pt x="113677" y="78331"/>
                  </a:cubicBezTo>
                  <a:cubicBezTo>
                    <a:pt x="116297" y="78331"/>
                    <a:pt x="119172" y="80566"/>
                    <a:pt x="119172" y="83822"/>
                  </a:cubicBezTo>
                  <a:lnTo>
                    <a:pt x="119172" y="136043"/>
                  </a:lnTo>
                  <a:cubicBezTo>
                    <a:pt x="119172" y="141980"/>
                    <a:pt x="117703" y="147598"/>
                    <a:pt x="114827" y="152322"/>
                  </a:cubicBezTo>
                  <a:cubicBezTo>
                    <a:pt x="107607" y="164324"/>
                    <a:pt x="107287" y="168537"/>
                    <a:pt x="107287" y="179007"/>
                  </a:cubicBezTo>
                  <a:lnTo>
                    <a:pt x="107287" y="202819"/>
                  </a:lnTo>
                  <a:cubicBezTo>
                    <a:pt x="107287" y="206330"/>
                    <a:pt x="110163" y="209203"/>
                    <a:pt x="113677" y="209203"/>
                  </a:cubicBezTo>
                  <a:cubicBezTo>
                    <a:pt x="117192" y="209203"/>
                    <a:pt x="120067" y="206330"/>
                    <a:pt x="120067" y="202819"/>
                  </a:cubicBezTo>
                  <a:lnTo>
                    <a:pt x="120067" y="179007"/>
                  </a:lnTo>
                  <a:cubicBezTo>
                    <a:pt x="120067" y="170261"/>
                    <a:pt x="120067" y="168409"/>
                    <a:pt x="125818" y="158897"/>
                  </a:cubicBezTo>
                  <a:cubicBezTo>
                    <a:pt x="129844" y="152194"/>
                    <a:pt x="131952" y="144278"/>
                    <a:pt x="131952" y="136043"/>
                  </a:cubicBezTo>
                  <a:lnTo>
                    <a:pt x="131952" y="83822"/>
                  </a:lnTo>
                  <a:cubicBezTo>
                    <a:pt x="131633" y="73607"/>
                    <a:pt x="123454" y="65436"/>
                    <a:pt x="113358" y="65436"/>
                  </a:cubicBezTo>
                  <a:close/>
                </a:path>
              </a:pathLst>
            </a:custGeom>
            <a:solidFill>
              <a:srgbClr val="00A3E0"/>
            </a:solidFill>
            <a:ln w="6390" cap="flat">
              <a:noFill/>
              <a:prstDash val="solid"/>
              <a:miter/>
            </a:ln>
          </p:spPr>
          <p:txBody>
            <a:bodyPr rtlCol="0" anchor="ctr"/>
            <a:lstStyle/>
            <a:p>
              <a:endParaRPr lang="en-US"/>
            </a:p>
          </p:txBody>
        </p:sp>
        <p:sp>
          <p:nvSpPr>
            <p:cNvPr id="857" name="Freeform 856">
              <a:extLst>
                <a:ext uri="{FF2B5EF4-FFF2-40B4-BE49-F238E27FC236}">
                  <a16:creationId xmlns:a16="http://schemas.microsoft.com/office/drawing/2014/main" id="{A8C49021-5288-D748-B890-F97197949F0E}"/>
                </a:ext>
              </a:extLst>
            </p:cNvPr>
            <p:cNvSpPr/>
            <p:nvPr/>
          </p:nvSpPr>
          <p:spPr>
            <a:xfrm>
              <a:off x="5823788" y="1472883"/>
              <a:ext cx="131824" cy="94163"/>
            </a:xfrm>
            <a:custGeom>
              <a:avLst/>
              <a:gdLst>
                <a:gd name="connsiteX0" fmla="*/ 116744 w 131824"/>
                <a:gd name="connsiteY0" fmla="*/ 82098 h 94163"/>
                <a:gd name="connsiteX1" fmla="*/ 125371 w 131824"/>
                <a:gd name="connsiteY1" fmla="*/ 79481 h 94163"/>
                <a:gd name="connsiteX2" fmla="*/ 131824 w 131824"/>
                <a:gd name="connsiteY2" fmla="*/ 53945 h 94163"/>
                <a:gd name="connsiteX3" fmla="*/ 77829 w 131824"/>
                <a:gd name="connsiteY3" fmla="*/ 0 h 94163"/>
                <a:gd name="connsiteX4" fmla="*/ 53164 w 131824"/>
                <a:gd name="connsiteY4" fmla="*/ 5937 h 94163"/>
                <a:gd name="connsiteX5" fmla="*/ 0 w 131824"/>
                <a:gd name="connsiteY5" fmla="*/ 59882 h 94163"/>
                <a:gd name="connsiteX6" fmla="*/ 10224 w 131824"/>
                <a:gd name="connsiteY6" fmla="*/ 91546 h 94163"/>
                <a:gd name="connsiteX7" fmla="*/ 15400 w 131824"/>
                <a:gd name="connsiteY7" fmla="*/ 94164 h 94163"/>
                <a:gd name="connsiteX8" fmla="*/ 19170 w 131824"/>
                <a:gd name="connsiteY8" fmla="*/ 92951 h 94163"/>
                <a:gd name="connsiteX9" fmla="*/ 20575 w 131824"/>
                <a:gd name="connsiteY9" fmla="*/ 84013 h 94163"/>
                <a:gd name="connsiteX10" fmla="*/ 12780 w 131824"/>
                <a:gd name="connsiteY10" fmla="*/ 59882 h 94163"/>
                <a:gd name="connsiteX11" fmla="*/ 53995 w 131824"/>
                <a:gd name="connsiteY11" fmla="*/ 18705 h 94163"/>
                <a:gd name="connsiteX12" fmla="*/ 54698 w 131824"/>
                <a:gd name="connsiteY12" fmla="*/ 18705 h 94163"/>
                <a:gd name="connsiteX13" fmla="*/ 57765 w 131824"/>
                <a:gd name="connsiteY13" fmla="*/ 17875 h 94163"/>
                <a:gd name="connsiteX14" fmla="*/ 77765 w 131824"/>
                <a:gd name="connsiteY14" fmla="*/ 12704 h 94163"/>
                <a:gd name="connsiteX15" fmla="*/ 118981 w 131824"/>
                <a:gd name="connsiteY15" fmla="*/ 53881 h 94163"/>
                <a:gd name="connsiteX16" fmla="*/ 114060 w 131824"/>
                <a:gd name="connsiteY16" fmla="*/ 73352 h 94163"/>
                <a:gd name="connsiteX17" fmla="*/ 116744 w 131824"/>
                <a:gd name="connsiteY17" fmla="*/ 82098 h 94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824" h="94163">
                  <a:moveTo>
                    <a:pt x="116744" y="82098"/>
                  </a:moveTo>
                  <a:cubicBezTo>
                    <a:pt x="119875" y="83758"/>
                    <a:pt x="123709" y="82609"/>
                    <a:pt x="125371" y="79481"/>
                  </a:cubicBezTo>
                  <a:cubicBezTo>
                    <a:pt x="129588" y="71692"/>
                    <a:pt x="131824" y="62818"/>
                    <a:pt x="131824" y="53945"/>
                  </a:cubicBezTo>
                  <a:cubicBezTo>
                    <a:pt x="131824" y="24195"/>
                    <a:pt x="107606" y="0"/>
                    <a:pt x="77829" y="0"/>
                  </a:cubicBezTo>
                  <a:cubicBezTo>
                    <a:pt x="69267" y="0"/>
                    <a:pt x="60768" y="2043"/>
                    <a:pt x="53164" y="5937"/>
                  </a:cubicBezTo>
                  <a:cubicBezTo>
                    <a:pt x="23770" y="6384"/>
                    <a:pt x="0" y="30452"/>
                    <a:pt x="0" y="59882"/>
                  </a:cubicBezTo>
                  <a:cubicBezTo>
                    <a:pt x="0" y="71309"/>
                    <a:pt x="3514" y="82290"/>
                    <a:pt x="10224" y="91546"/>
                  </a:cubicBezTo>
                  <a:cubicBezTo>
                    <a:pt x="11502" y="93270"/>
                    <a:pt x="13419" y="94164"/>
                    <a:pt x="15400" y="94164"/>
                  </a:cubicBezTo>
                  <a:cubicBezTo>
                    <a:pt x="16678" y="94164"/>
                    <a:pt x="18019" y="93781"/>
                    <a:pt x="19170" y="92951"/>
                  </a:cubicBezTo>
                  <a:cubicBezTo>
                    <a:pt x="22045" y="90908"/>
                    <a:pt x="22684" y="86886"/>
                    <a:pt x="20575" y="84013"/>
                  </a:cubicBezTo>
                  <a:cubicBezTo>
                    <a:pt x="15464" y="76991"/>
                    <a:pt x="12780" y="68628"/>
                    <a:pt x="12780" y="59882"/>
                  </a:cubicBezTo>
                  <a:cubicBezTo>
                    <a:pt x="12780" y="37155"/>
                    <a:pt x="31310" y="18705"/>
                    <a:pt x="53995" y="18705"/>
                  </a:cubicBezTo>
                  <a:lnTo>
                    <a:pt x="54698" y="18705"/>
                  </a:lnTo>
                  <a:cubicBezTo>
                    <a:pt x="55784" y="18705"/>
                    <a:pt x="56870" y="18450"/>
                    <a:pt x="57765" y="17875"/>
                  </a:cubicBezTo>
                  <a:cubicBezTo>
                    <a:pt x="63835" y="14492"/>
                    <a:pt x="70736" y="12704"/>
                    <a:pt x="77765" y="12704"/>
                  </a:cubicBezTo>
                  <a:cubicBezTo>
                    <a:pt x="100514" y="12704"/>
                    <a:pt x="118981" y="31218"/>
                    <a:pt x="118981" y="53881"/>
                  </a:cubicBezTo>
                  <a:cubicBezTo>
                    <a:pt x="118981" y="60712"/>
                    <a:pt x="117255" y="67415"/>
                    <a:pt x="114060" y="73352"/>
                  </a:cubicBezTo>
                  <a:cubicBezTo>
                    <a:pt x="112463" y="76544"/>
                    <a:pt x="113613" y="80438"/>
                    <a:pt x="116744" y="82098"/>
                  </a:cubicBezTo>
                  <a:close/>
                </a:path>
              </a:pathLst>
            </a:custGeom>
            <a:solidFill>
              <a:srgbClr val="00A3E0"/>
            </a:solidFill>
            <a:ln w="6390" cap="flat">
              <a:noFill/>
              <a:prstDash val="solid"/>
              <a:miter/>
            </a:ln>
          </p:spPr>
          <p:txBody>
            <a:bodyPr rtlCol="0" anchor="ctr"/>
            <a:lstStyle/>
            <a:p>
              <a:endParaRPr lang="en-US"/>
            </a:p>
          </p:txBody>
        </p:sp>
        <p:sp>
          <p:nvSpPr>
            <p:cNvPr id="858" name="Freeform 857">
              <a:extLst>
                <a:ext uri="{FF2B5EF4-FFF2-40B4-BE49-F238E27FC236}">
                  <a16:creationId xmlns:a16="http://schemas.microsoft.com/office/drawing/2014/main" id="{DC758FA3-8280-D54A-AF51-CA4F2B16ED8E}"/>
                </a:ext>
              </a:extLst>
            </p:cNvPr>
            <p:cNvSpPr/>
            <p:nvPr/>
          </p:nvSpPr>
          <p:spPr>
            <a:xfrm>
              <a:off x="5799890" y="1449071"/>
              <a:ext cx="179493" cy="134191"/>
            </a:xfrm>
            <a:custGeom>
              <a:avLst/>
              <a:gdLst>
                <a:gd name="connsiteX0" fmla="*/ 101664 w 179493"/>
                <a:gd name="connsiteY0" fmla="*/ 0 h 134191"/>
                <a:gd name="connsiteX1" fmla="*/ 71056 w 179493"/>
                <a:gd name="connsiteY1" fmla="*/ 6256 h 134191"/>
                <a:gd name="connsiteX2" fmla="*/ 0 w 179493"/>
                <a:gd name="connsiteY2" fmla="*/ 83694 h 134191"/>
                <a:gd name="connsiteX3" fmla="*/ 16678 w 179493"/>
                <a:gd name="connsiteY3" fmla="*/ 131765 h 134191"/>
                <a:gd name="connsiteX4" fmla="*/ 21726 w 179493"/>
                <a:gd name="connsiteY4" fmla="*/ 134191 h 134191"/>
                <a:gd name="connsiteX5" fmla="*/ 25688 w 179493"/>
                <a:gd name="connsiteY5" fmla="*/ 132851 h 134191"/>
                <a:gd name="connsiteX6" fmla="*/ 26774 w 179493"/>
                <a:gd name="connsiteY6" fmla="*/ 123913 h 134191"/>
                <a:gd name="connsiteX7" fmla="*/ 12844 w 179493"/>
                <a:gd name="connsiteY7" fmla="*/ 83758 h 134191"/>
                <a:gd name="connsiteX8" fmla="*/ 73548 w 179493"/>
                <a:gd name="connsiteY8" fmla="*/ 18897 h 134191"/>
                <a:gd name="connsiteX9" fmla="*/ 76679 w 179493"/>
                <a:gd name="connsiteY9" fmla="*/ 17811 h 134191"/>
                <a:gd name="connsiteX10" fmla="*/ 101728 w 179493"/>
                <a:gd name="connsiteY10" fmla="*/ 12832 h 134191"/>
                <a:gd name="connsiteX11" fmla="*/ 166778 w 179493"/>
                <a:gd name="connsiteY11" fmla="*/ 77821 h 134191"/>
                <a:gd name="connsiteX12" fmla="*/ 159046 w 179493"/>
                <a:gd name="connsiteY12" fmla="*/ 108655 h 134191"/>
                <a:gd name="connsiteX13" fmla="*/ 161602 w 179493"/>
                <a:gd name="connsiteY13" fmla="*/ 117274 h 134191"/>
                <a:gd name="connsiteX14" fmla="*/ 170228 w 179493"/>
                <a:gd name="connsiteY14" fmla="*/ 114656 h 134191"/>
                <a:gd name="connsiteX15" fmla="*/ 179494 w 179493"/>
                <a:gd name="connsiteY15" fmla="*/ 77821 h 134191"/>
                <a:gd name="connsiteX16" fmla="*/ 101664 w 179493"/>
                <a:gd name="connsiteY16" fmla="*/ 0 h 134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9493" h="134191">
                  <a:moveTo>
                    <a:pt x="101664" y="0"/>
                  </a:moveTo>
                  <a:cubicBezTo>
                    <a:pt x="91057" y="0"/>
                    <a:pt x="80769" y="2107"/>
                    <a:pt x="71056" y="6256"/>
                  </a:cubicBezTo>
                  <a:cubicBezTo>
                    <a:pt x="31119" y="9704"/>
                    <a:pt x="0" y="43411"/>
                    <a:pt x="0" y="83694"/>
                  </a:cubicBezTo>
                  <a:cubicBezTo>
                    <a:pt x="0" y="101314"/>
                    <a:pt x="5751" y="117976"/>
                    <a:pt x="16678" y="131765"/>
                  </a:cubicBezTo>
                  <a:cubicBezTo>
                    <a:pt x="17956" y="133361"/>
                    <a:pt x="19809" y="134191"/>
                    <a:pt x="21726" y="134191"/>
                  </a:cubicBezTo>
                  <a:cubicBezTo>
                    <a:pt x="23132" y="134191"/>
                    <a:pt x="24538" y="133744"/>
                    <a:pt x="25688" y="132851"/>
                  </a:cubicBezTo>
                  <a:cubicBezTo>
                    <a:pt x="28435" y="130680"/>
                    <a:pt x="28947" y="126658"/>
                    <a:pt x="26774" y="123913"/>
                  </a:cubicBezTo>
                  <a:cubicBezTo>
                    <a:pt x="17636" y="112358"/>
                    <a:pt x="12844" y="98441"/>
                    <a:pt x="12844" y="83758"/>
                  </a:cubicBezTo>
                  <a:cubicBezTo>
                    <a:pt x="12844" y="49604"/>
                    <a:pt x="39490" y="21131"/>
                    <a:pt x="73548" y="18897"/>
                  </a:cubicBezTo>
                  <a:cubicBezTo>
                    <a:pt x="74698" y="18833"/>
                    <a:pt x="75785" y="18450"/>
                    <a:pt x="76679" y="17811"/>
                  </a:cubicBezTo>
                  <a:cubicBezTo>
                    <a:pt x="84603" y="14492"/>
                    <a:pt x="93037" y="12832"/>
                    <a:pt x="101728" y="12832"/>
                  </a:cubicBezTo>
                  <a:cubicBezTo>
                    <a:pt x="137576" y="12832"/>
                    <a:pt x="166778" y="42007"/>
                    <a:pt x="166778" y="77821"/>
                  </a:cubicBezTo>
                  <a:cubicBezTo>
                    <a:pt x="166778" y="88546"/>
                    <a:pt x="164094" y="99207"/>
                    <a:pt x="159046" y="108655"/>
                  </a:cubicBezTo>
                  <a:cubicBezTo>
                    <a:pt x="157384" y="111783"/>
                    <a:pt x="158534" y="115614"/>
                    <a:pt x="161602" y="117274"/>
                  </a:cubicBezTo>
                  <a:cubicBezTo>
                    <a:pt x="164733" y="118934"/>
                    <a:pt x="168567" y="117784"/>
                    <a:pt x="170228" y="114656"/>
                  </a:cubicBezTo>
                  <a:cubicBezTo>
                    <a:pt x="176299" y="103420"/>
                    <a:pt x="179494" y="90653"/>
                    <a:pt x="179494" y="77821"/>
                  </a:cubicBezTo>
                  <a:cubicBezTo>
                    <a:pt x="179494" y="34857"/>
                    <a:pt x="144604" y="0"/>
                    <a:pt x="101664" y="0"/>
                  </a:cubicBezTo>
                  <a:close/>
                </a:path>
              </a:pathLst>
            </a:custGeom>
            <a:solidFill>
              <a:srgbClr val="00A3E0"/>
            </a:solidFill>
            <a:ln w="6390" cap="flat">
              <a:noFill/>
              <a:prstDash val="solid"/>
              <a:miter/>
            </a:ln>
          </p:spPr>
          <p:txBody>
            <a:bodyPr rtlCol="0" anchor="ctr"/>
            <a:lstStyle/>
            <a:p>
              <a:endParaRPr lang="en-US"/>
            </a:p>
          </p:txBody>
        </p:sp>
      </p:grpSp>
      <p:grpSp>
        <p:nvGrpSpPr>
          <p:cNvPr id="859" name="Graphic 4">
            <a:extLst>
              <a:ext uri="{FF2B5EF4-FFF2-40B4-BE49-F238E27FC236}">
                <a16:creationId xmlns:a16="http://schemas.microsoft.com/office/drawing/2014/main" id="{7BCD15DB-C4BD-C149-BEA2-F5A612D99E3B}"/>
              </a:ext>
            </a:extLst>
          </p:cNvPr>
          <p:cNvGrpSpPr/>
          <p:nvPr/>
        </p:nvGrpSpPr>
        <p:grpSpPr>
          <a:xfrm>
            <a:off x="5708514" y="1893013"/>
            <a:ext cx="362309" cy="361971"/>
            <a:chOff x="5708514" y="1893013"/>
            <a:chExt cx="362309" cy="361971"/>
          </a:xfrm>
          <a:solidFill>
            <a:srgbClr val="00A3E0"/>
          </a:solidFill>
        </p:grpSpPr>
        <p:sp>
          <p:nvSpPr>
            <p:cNvPr id="860" name="Freeform 859">
              <a:extLst>
                <a:ext uri="{FF2B5EF4-FFF2-40B4-BE49-F238E27FC236}">
                  <a16:creationId xmlns:a16="http://schemas.microsoft.com/office/drawing/2014/main" id="{EDAF2764-0CD1-8F46-A0E8-C1C0F19C2BC4}"/>
                </a:ext>
              </a:extLst>
            </p:cNvPr>
            <p:cNvSpPr/>
            <p:nvPr/>
          </p:nvSpPr>
          <p:spPr>
            <a:xfrm>
              <a:off x="5708514" y="1893013"/>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30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10" y="280959"/>
                    <a:pt x="362310" y="180986"/>
                  </a:cubicBezTo>
                  <a:cubicBezTo>
                    <a:pt x="362310" y="81013"/>
                    <a:pt x="281221" y="0"/>
                    <a:pt x="181155" y="0"/>
                  </a:cubicBezTo>
                  <a:close/>
                  <a:moveTo>
                    <a:pt x="181155" y="349140"/>
                  </a:moveTo>
                  <a:cubicBezTo>
                    <a:pt x="88309" y="349140"/>
                    <a:pt x="12780" y="273681"/>
                    <a:pt x="12780" y="180922"/>
                  </a:cubicBezTo>
                  <a:cubicBezTo>
                    <a:pt x="12780" y="88163"/>
                    <a:pt x="88309" y="12704"/>
                    <a:pt x="181155" y="12704"/>
                  </a:cubicBezTo>
                  <a:cubicBezTo>
                    <a:pt x="274001" y="12704"/>
                    <a:pt x="349530" y="88163"/>
                    <a:pt x="349530" y="180922"/>
                  </a:cubicBezTo>
                  <a:cubicBezTo>
                    <a:pt x="349530" y="273681"/>
                    <a:pt x="274001"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861" name="Freeform 860">
              <a:extLst>
                <a:ext uri="{FF2B5EF4-FFF2-40B4-BE49-F238E27FC236}">
                  <a16:creationId xmlns:a16="http://schemas.microsoft.com/office/drawing/2014/main" id="{F0CE8FF9-F5F1-AF4D-88C5-590D9E9D9CCF}"/>
                </a:ext>
              </a:extLst>
            </p:cNvPr>
            <p:cNvSpPr/>
            <p:nvPr/>
          </p:nvSpPr>
          <p:spPr>
            <a:xfrm>
              <a:off x="5871329" y="1948426"/>
              <a:ext cx="12779" cy="36580"/>
            </a:xfrm>
            <a:custGeom>
              <a:avLst/>
              <a:gdLst>
                <a:gd name="connsiteX0" fmla="*/ 6390 w 12779"/>
                <a:gd name="connsiteY0" fmla="*/ 36580 h 36580"/>
                <a:gd name="connsiteX1" fmla="*/ 12780 w 12779"/>
                <a:gd name="connsiteY1" fmla="*/ 30196 h 36580"/>
                <a:gd name="connsiteX2" fmla="*/ 12780 w 12779"/>
                <a:gd name="connsiteY2" fmla="*/ 6384 h 36580"/>
                <a:gd name="connsiteX3" fmla="*/ 6390 w 12779"/>
                <a:gd name="connsiteY3" fmla="*/ 0 h 36580"/>
                <a:gd name="connsiteX4" fmla="*/ 0 w 12779"/>
                <a:gd name="connsiteY4" fmla="*/ 6384 h 36580"/>
                <a:gd name="connsiteX5" fmla="*/ 0 w 12779"/>
                <a:gd name="connsiteY5" fmla="*/ 30196 h 36580"/>
                <a:gd name="connsiteX6" fmla="*/ 6390 w 12779"/>
                <a:gd name="connsiteY6" fmla="*/ 36580 h 3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36580">
                  <a:moveTo>
                    <a:pt x="6390" y="36580"/>
                  </a:moveTo>
                  <a:cubicBezTo>
                    <a:pt x="9904" y="36580"/>
                    <a:pt x="12780" y="33707"/>
                    <a:pt x="12780" y="30196"/>
                  </a:cubicBezTo>
                  <a:lnTo>
                    <a:pt x="12780" y="6384"/>
                  </a:lnTo>
                  <a:cubicBezTo>
                    <a:pt x="12780" y="2873"/>
                    <a:pt x="9904" y="0"/>
                    <a:pt x="6390" y="0"/>
                  </a:cubicBezTo>
                  <a:cubicBezTo>
                    <a:pt x="2875" y="0"/>
                    <a:pt x="0" y="2873"/>
                    <a:pt x="0" y="6384"/>
                  </a:cubicBezTo>
                  <a:lnTo>
                    <a:pt x="0" y="30196"/>
                  </a:lnTo>
                  <a:cubicBezTo>
                    <a:pt x="0" y="33707"/>
                    <a:pt x="2875" y="36580"/>
                    <a:pt x="6390" y="36580"/>
                  </a:cubicBezTo>
                  <a:close/>
                </a:path>
              </a:pathLst>
            </a:custGeom>
            <a:solidFill>
              <a:srgbClr val="00A3E0"/>
            </a:solidFill>
            <a:ln w="6390" cap="flat">
              <a:noFill/>
              <a:prstDash val="solid"/>
              <a:miter/>
            </a:ln>
          </p:spPr>
          <p:txBody>
            <a:bodyPr rtlCol="0" anchor="ctr"/>
            <a:lstStyle/>
            <a:p>
              <a:endParaRPr lang="en-US"/>
            </a:p>
          </p:txBody>
        </p:sp>
        <p:sp>
          <p:nvSpPr>
            <p:cNvPr id="862" name="Freeform 861">
              <a:extLst>
                <a:ext uri="{FF2B5EF4-FFF2-40B4-BE49-F238E27FC236}">
                  <a16:creationId xmlns:a16="http://schemas.microsoft.com/office/drawing/2014/main" id="{FF5FC70C-67DB-C840-A082-CC58825DBC5E}"/>
                </a:ext>
              </a:extLst>
            </p:cNvPr>
            <p:cNvSpPr/>
            <p:nvPr/>
          </p:nvSpPr>
          <p:spPr>
            <a:xfrm>
              <a:off x="5889230" y="1956309"/>
              <a:ext cx="24753" cy="33421"/>
            </a:xfrm>
            <a:custGeom>
              <a:avLst/>
              <a:gdLst>
                <a:gd name="connsiteX0" fmla="*/ 3186 w 24753"/>
                <a:gd name="connsiteY0" fmla="*/ 32592 h 33421"/>
                <a:gd name="connsiteX1" fmla="*/ 6381 w 24753"/>
                <a:gd name="connsiteY1" fmla="*/ 33421 h 33421"/>
                <a:gd name="connsiteX2" fmla="*/ 11940 w 24753"/>
                <a:gd name="connsiteY2" fmla="*/ 30229 h 33421"/>
                <a:gd name="connsiteX3" fmla="*/ 23890 w 24753"/>
                <a:gd name="connsiteY3" fmla="*/ 9609 h 33421"/>
                <a:gd name="connsiteX4" fmla="*/ 21525 w 24753"/>
                <a:gd name="connsiteY4" fmla="*/ 863 h 33421"/>
                <a:gd name="connsiteX5" fmla="*/ 12771 w 24753"/>
                <a:gd name="connsiteY5" fmla="*/ 3225 h 33421"/>
                <a:gd name="connsiteX6" fmla="*/ 822 w 24753"/>
                <a:gd name="connsiteY6" fmla="*/ 23845 h 33421"/>
                <a:gd name="connsiteX7" fmla="*/ 3186 w 24753"/>
                <a:gd name="connsiteY7" fmla="*/ 32592 h 3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53" h="33421">
                  <a:moveTo>
                    <a:pt x="3186" y="32592"/>
                  </a:moveTo>
                  <a:cubicBezTo>
                    <a:pt x="4209" y="33166"/>
                    <a:pt x="5295" y="33421"/>
                    <a:pt x="6381" y="33421"/>
                  </a:cubicBezTo>
                  <a:cubicBezTo>
                    <a:pt x="8618" y="33421"/>
                    <a:pt x="10726" y="32272"/>
                    <a:pt x="11940" y="30229"/>
                  </a:cubicBezTo>
                  <a:lnTo>
                    <a:pt x="23890" y="9609"/>
                  </a:lnTo>
                  <a:cubicBezTo>
                    <a:pt x="25679" y="6545"/>
                    <a:pt x="24592" y="2651"/>
                    <a:pt x="21525" y="863"/>
                  </a:cubicBezTo>
                  <a:cubicBezTo>
                    <a:pt x="18458" y="-924"/>
                    <a:pt x="14560" y="161"/>
                    <a:pt x="12771" y="3225"/>
                  </a:cubicBezTo>
                  <a:lnTo>
                    <a:pt x="822" y="23845"/>
                  </a:lnTo>
                  <a:cubicBezTo>
                    <a:pt x="-903" y="26974"/>
                    <a:pt x="183" y="30868"/>
                    <a:pt x="3186" y="32592"/>
                  </a:cubicBezTo>
                  <a:close/>
                </a:path>
              </a:pathLst>
            </a:custGeom>
            <a:solidFill>
              <a:srgbClr val="00A3E0"/>
            </a:solidFill>
            <a:ln w="6390" cap="flat">
              <a:noFill/>
              <a:prstDash val="solid"/>
              <a:miter/>
            </a:ln>
          </p:spPr>
          <p:txBody>
            <a:bodyPr rtlCol="0" anchor="ctr"/>
            <a:lstStyle/>
            <a:p>
              <a:endParaRPr lang="en-US"/>
            </a:p>
          </p:txBody>
        </p:sp>
        <p:sp>
          <p:nvSpPr>
            <p:cNvPr id="863" name="Freeform 862">
              <a:extLst>
                <a:ext uri="{FF2B5EF4-FFF2-40B4-BE49-F238E27FC236}">
                  <a16:creationId xmlns:a16="http://schemas.microsoft.com/office/drawing/2014/main" id="{5899CA31-9BB4-6D49-A4A5-56BCDE00B896}"/>
                </a:ext>
              </a:extLst>
            </p:cNvPr>
            <p:cNvSpPr/>
            <p:nvPr/>
          </p:nvSpPr>
          <p:spPr>
            <a:xfrm>
              <a:off x="5902351" y="1978170"/>
              <a:ext cx="33457" cy="24710"/>
            </a:xfrm>
            <a:custGeom>
              <a:avLst/>
              <a:gdLst>
                <a:gd name="connsiteX0" fmla="*/ 864 w 33457"/>
                <a:gd name="connsiteY0" fmla="*/ 21519 h 24710"/>
                <a:gd name="connsiteX1" fmla="*/ 6423 w 33457"/>
                <a:gd name="connsiteY1" fmla="*/ 24711 h 24710"/>
                <a:gd name="connsiteX2" fmla="*/ 9618 w 33457"/>
                <a:gd name="connsiteY2" fmla="*/ 23881 h 24710"/>
                <a:gd name="connsiteX3" fmla="*/ 30258 w 33457"/>
                <a:gd name="connsiteY3" fmla="*/ 11943 h 24710"/>
                <a:gd name="connsiteX4" fmla="*/ 32622 w 33457"/>
                <a:gd name="connsiteY4" fmla="*/ 3197 h 24710"/>
                <a:gd name="connsiteX5" fmla="*/ 23868 w 33457"/>
                <a:gd name="connsiteY5" fmla="*/ 835 h 24710"/>
                <a:gd name="connsiteX6" fmla="*/ 3228 w 33457"/>
                <a:gd name="connsiteY6" fmla="*/ 12773 h 24710"/>
                <a:gd name="connsiteX7" fmla="*/ 864 w 33457"/>
                <a:gd name="connsiteY7" fmla="*/ 21519 h 24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457" h="24710">
                  <a:moveTo>
                    <a:pt x="864" y="21519"/>
                  </a:moveTo>
                  <a:cubicBezTo>
                    <a:pt x="2078" y="23562"/>
                    <a:pt x="4187" y="24711"/>
                    <a:pt x="6423" y="24711"/>
                  </a:cubicBezTo>
                  <a:cubicBezTo>
                    <a:pt x="7510" y="24711"/>
                    <a:pt x="8596" y="24456"/>
                    <a:pt x="9618" y="23881"/>
                  </a:cubicBezTo>
                  <a:lnTo>
                    <a:pt x="30258" y="11943"/>
                  </a:lnTo>
                  <a:cubicBezTo>
                    <a:pt x="33325" y="10155"/>
                    <a:pt x="34347" y="6261"/>
                    <a:pt x="32622" y="3197"/>
                  </a:cubicBezTo>
                  <a:cubicBezTo>
                    <a:pt x="30833" y="133"/>
                    <a:pt x="26935" y="-889"/>
                    <a:pt x="23868" y="835"/>
                  </a:cubicBezTo>
                  <a:lnTo>
                    <a:pt x="3228" y="12773"/>
                  </a:lnTo>
                  <a:cubicBezTo>
                    <a:pt x="161" y="14560"/>
                    <a:pt x="-925" y="18455"/>
                    <a:pt x="864" y="21519"/>
                  </a:cubicBezTo>
                  <a:close/>
                </a:path>
              </a:pathLst>
            </a:custGeom>
            <a:solidFill>
              <a:srgbClr val="00A3E0"/>
            </a:solidFill>
            <a:ln w="6390" cap="flat">
              <a:noFill/>
              <a:prstDash val="solid"/>
              <a:miter/>
            </a:ln>
          </p:spPr>
          <p:txBody>
            <a:bodyPr rtlCol="0" anchor="ctr"/>
            <a:lstStyle/>
            <a:p>
              <a:endParaRPr lang="en-US"/>
            </a:p>
          </p:txBody>
        </p:sp>
        <p:sp>
          <p:nvSpPr>
            <p:cNvPr id="864" name="Freeform 863">
              <a:extLst>
                <a:ext uri="{FF2B5EF4-FFF2-40B4-BE49-F238E27FC236}">
                  <a16:creationId xmlns:a16="http://schemas.microsoft.com/office/drawing/2014/main" id="{0AB1CCD8-0ACE-F649-886C-D26261FED7CA}"/>
                </a:ext>
              </a:extLst>
            </p:cNvPr>
            <p:cNvSpPr/>
            <p:nvPr/>
          </p:nvSpPr>
          <p:spPr>
            <a:xfrm>
              <a:off x="5907113" y="2007988"/>
              <a:ext cx="36614" cy="12767"/>
            </a:xfrm>
            <a:custGeom>
              <a:avLst/>
              <a:gdLst>
                <a:gd name="connsiteX0" fmla="*/ 0 w 36614"/>
                <a:gd name="connsiteY0" fmla="*/ 6384 h 12767"/>
                <a:gd name="connsiteX1" fmla="*/ 6390 w 36614"/>
                <a:gd name="connsiteY1" fmla="*/ 12768 h 12767"/>
                <a:gd name="connsiteX2" fmla="*/ 30224 w 36614"/>
                <a:gd name="connsiteY2" fmla="*/ 12768 h 12767"/>
                <a:gd name="connsiteX3" fmla="*/ 36614 w 36614"/>
                <a:gd name="connsiteY3" fmla="*/ 6384 h 12767"/>
                <a:gd name="connsiteX4" fmla="*/ 30224 w 36614"/>
                <a:gd name="connsiteY4" fmla="*/ 0 h 12767"/>
                <a:gd name="connsiteX5" fmla="*/ 6390 w 36614"/>
                <a:gd name="connsiteY5" fmla="*/ 0 h 12767"/>
                <a:gd name="connsiteX6" fmla="*/ 0 w 36614"/>
                <a:gd name="connsiteY6" fmla="*/ 638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614" h="12767">
                  <a:moveTo>
                    <a:pt x="0" y="6384"/>
                  </a:moveTo>
                  <a:cubicBezTo>
                    <a:pt x="0" y="9895"/>
                    <a:pt x="2876" y="12768"/>
                    <a:pt x="6390" y="12768"/>
                  </a:cubicBezTo>
                  <a:lnTo>
                    <a:pt x="30224" y="12768"/>
                  </a:lnTo>
                  <a:cubicBezTo>
                    <a:pt x="33739" y="12768"/>
                    <a:pt x="36614" y="9895"/>
                    <a:pt x="36614" y="6384"/>
                  </a:cubicBezTo>
                  <a:cubicBezTo>
                    <a:pt x="36614" y="2873"/>
                    <a:pt x="33739" y="0"/>
                    <a:pt x="30224" y="0"/>
                  </a:cubicBezTo>
                  <a:lnTo>
                    <a:pt x="6390" y="0"/>
                  </a:lnTo>
                  <a:cubicBezTo>
                    <a:pt x="2876" y="0"/>
                    <a:pt x="0" y="2873"/>
                    <a:pt x="0" y="6384"/>
                  </a:cubicBezTo>
                  <a:close/>
                </a:path>
              </a:pathLst>
            </a:custGeom>
            <a:solidFill>
              <a:srgbClr val="00A3E0"/>
            </a:solidFill>
            <a:ln w="6390" cap="flat">
              <a:noFill/>
              <a:prstDash val="solid"/>
              <a:miter/>
            </a:ln>
          </p:spPr>
          <p:txBody>
            <a:bodyPr rtlCol="0" anchor="ctr"/>
            <a:lstStyle/>
            <a:p>
              <a:endParaRPr lang="en-US"/>
            </a:p>
          </p:txBody>
        </p:sp>
        <p:sp>
          <p:nvSpPr>
            <p:cNvPr id="865" name="Freeform 864">
              <a:extLst>
                <a:ext uri="{FF2B5EF4-FFF2-40B4-BE49-F238E27FC236}">
                  <a16:creationId xmlns:a16="http://schemas.microsoft.com/office/drawing/2014/main" id="{B9DA9E54-D83C-744A-B40D-9B8C5B8F7A5E}"/>
                </a:ext>
              </a:extLst>
            </p:cNvPr>
            <p:cNvSpPr/>
            <p:nvPr/>
          </p:nvSpPr>
          <p:spPr>
            <a:xfrm>
              <a:off x="5841547" y="1956401"/>
              <a:ext cx="24739" cy="33393"/>
            </a:xfrm>
            <a:custGeom>
              <a:avLst/>
              <a:gdLst>
                <a:gd name="connsiteX0" fmla="*/ 12785 w 24739"/>
                <a:gd name="connsiteY0" fmla="*/ 30201 h 33393"/>
                <a:gd name="connsiteX1" fmla="*/ 18344 w 24739"/>
                <a:gd name="connsiteY1" fmla="*/ 33393 h 33393"/>
                <a:gd name="connsiteX2" fmla="*/ 21539 w 24739"/>
                <a:gd name="connsiteY2" fmla="*/ 32563 h 33393"/>
                <a:gd name="connsiteX3" fmla="*/ 23903 w 24739"/>
                <a:gd name="connsiteY3" fmla="*/ 23817 h 33393"/>
                <a:gd name="connsiteX4" fmla="*/ 11954 w 24739"/>
                <a:gd name="connsiteY4" fmla="*/ 3197 h 33393"/>
                <a:gd name="connsiteX5" fmla="*/ 3200 w 24739"/>
                <a:gd name="connsiteY5" fmla="*/ 835 h 33393"/>
                <a:gd name="connsiteX6" fmla="*/ 836 w 24739"/>
                <a:gd name="connsiteY6" fmla="*/ 9581 h 33393"/>
                <a:gd name="connsiteX7" fmla="*/ 12785 w 24739"/>
                <a:gd name="connsiteY7" fmla="*/ 30201 h 3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39" h="33393">
                  <a:moveTo>
                    <a:pt x="12785" y="30201"/>
                  </a:moveTo>
                  <a:cubicBezTo>
                    <a:pt x="13999" y="32244"/>
                    <a:pt x="16108" y="33393"/>
                    <a:pt x="18344" y="33393"/>
                  </a:cubicBezTo>
                  <a:cubicBezTo>
                    <a:pt x="19430" y="33393"/>
                    <a:pt x="20517" y="33138"/>
                    <a:pt x="21539" y="32563"/>
                  </a:cubicBezTo>
                  <a:cubicBezTo>
                    <a:pt x="24606" y="30776"/>
                    <a:pt x="25629" y="26882"/>
                    <a:pt x="23903" y="23817"/>
                  </a:cubicBezTo>
                  <a:lnTo>
                    <a:pt x="11954" y="3197"/>
                  </a:lnTo>
                  <a:cubicBezTo>
                    <a:pt x="10165" y="133"/>
                    <a:pt x="6267" y="-889"/>
                    <a:pt x="3200" y="835"/>
                  </a:cubicBezTo>
                  <a:cubicBezTo>
                    <a:pt x="133" y="2622"/>
                    <a:pt x="-890" y="6517"/>
                    <a:pt x="836" y="9581"/>
                  </a:cubicBezTo>
                  <a:lnTo>
                    <a:pt x="12785" y="30201"/>
                  </a:lnTo>
                  <a:close/>
                </a:path>
              </a:pathLst>
            </a:custGeom>
            <a:solidFill>
              <a:srgbClr val="00A3E0"/>
            </a:solidFill>
            <a:ln w="6390" cap="flat">
              <a:noFill/>
              <a:prstDash val="solid"/>
              <a:miter/>
            </a:ln>
          </p:spPr>
          <p:txBody>
            <a:bodyPr rtlCol="0" anchor="ctr"/>
            <a:lstStyle/>
            <a:p>
              <a:endParaRPr lang="en-US"/>
            </a:p>
          </p:txBody>
        </p:sp>
        <p:sp>
          <p:nvSpPr>
            <p:cNvPr id="866" name="Freeform 865">
              <a:extLst>
                <a:ext uri="{FF2B5EF4-FFF2-40B4-BE49-F238E27FC236}">
                  <a16:creationId xmlns:a16="http://schemas.microsoft.com/office/drawing/2014/main" id="{07D5E9BE-066B-314A-B59C-51AB965AFA47}"/>
                </a:ext>
              </a:extLst>
            </p:cNvPr>
            <p:cNvSpPr/>
            <p:nvPr/>
          </p:nvSpPr>
          <p:spPr>
            <a:xfrm>
              <a:off x="5819694" y="1978142"/>
              <a:ext cx="33457" cy="24739"/>
            </a:xfrm>
            <a:custGeom>
              <a:avLst/>
              <a:gdLst>
                <a:gd name="connsiteX0" fmla="*/ 3200 w 33457"/>
                <a:gd name="connsiteY0" fmla="*/ 11971 h 24739"/>
                <a:gd name="connsiteX1" fmla="*/ 23839 w 33457"/>
                <a:gd name="connsiteY1" fmla="*/ 23910 h 24739"/>
                <a:gd name="connsiteX2" fmla="*/ 27034 w 33457"/>
                <a:gd name="connsiteY2" fmla="*/ 24739 h 24739"/>
                <a:gd name="connsiteX3" fmla="*/ 32594 w 33457"/>
                <a:gd name="connsiteY3" fmla="*/ 21547 h 24739"/>
                <a:gd name="connsiteX4" fmla="*/ 30229 w 33457"/>
                <a:gd name="connsiteY4" fmla="*/ 12801 h 24739"/>
                <a:gd name="connsiteX5" fmla="*/ 9590 w 33457"/>
                <a:gd name="connsiteY5" fmla="*/ 863 h 24739"/>
                <a:gd name="connsiteX6" fmla="*/ 836 w 33457"/>
                <a:gd name="connsiteY6" fmla="*/ 3225 h 24739"/>
                <a:gd name="connsiteX7" fmla="*/ 3200 w 33457"/>
                <a:gd name="connsiteY7" fmla="*/ 11971 h 2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457" h="24739">
                  <a:moveTo>
                    <a:pt x="3200" y="11971"/>
                  </a:moveTo>
                  <a:lnTo>
                    <a:pt x="23839" y="23910"/>
                  </a:lnTo>
                  <a:cubicBezTo>
                    <a:pt x="24862" y="24484"/>
                    <a:pt x="25948" y="24739"/>
                    <a:pt x="27034" y="24739"/>
                  </a:cubicBezTo>
                  <a:cubicBezTo>
                    <a:pt x="29271" y="24739"/>
                    <a:pt x="31379" y="23590"/>
                    <a:pt x="32594" y="21547"/>
                  </a:cubicBezTo>
                  <a:cubicBezTo>
                    <a:pt x="34383" y="18483"/>
                    <a:pt x="33296" y="14589"/>
                    <a:pt x="30229" y="12801"/>
                  </a:cubicBezTo>
                  <a:lnTo>
                    <a:pt x="9590" y="863"/>
                  </a:lnTo>
                  <a:cubicBezTo>
                    <a:pt x="6523" y="-924"/>
                    <a:pt x="2625" y="161"/>
                    <a:pt x="836" y="3225"/>
                  </a:cubicBezTo>
                  <a:cubicBezTo>
                    <a:pt x="-890" y="6290"/>
                    <a:pt x="133" y="10184"/>
                    <a:pt x="3200" y="11971"/>
                  </a:cubicBezTo>
                  <a:close/>
                </a:path>
              </a:pathLst>
            </a:custGeom>
            <a:solidFill>
              <a:srgbClr val="00A3E0"/>
            </a:solidFill>
            <a:ln w="6390" cap="flat">
              <a:noFill/>
              <a:prstDash val="solid"/>
              <a:miter/>
            </a:ln>
          </p:spPr>
          <p:txBody>
            <a:bodyPr rtlCol="0" anchor="ctr"/>
            <a:lstStyle/>
            <a:p>
              <a:endParaRPr lang="en-US"/>
            </a:p>
          </p:txBody>
        </p:sp>
        <p:sp>
          <p:nvSpPr>
            <p:cNvPr id="867" name="Freeform 866">
              <a:extLst>
                <a:ext uri="{FF2B5EF4-FFF2-40B4-BE49-F238E27FC236}">
                  <a16:creationId xmlns:a16="http://schemas.microsoft.com/office/drawing/2014/main" id="{1F0976C6-E156-B942-817C-AFA84CE2C2EB}"/>
                </a:ext>
              </a:extLst>
            </p:cNvPr>
            <p:cNvSpPr/>
            <p:nvPr/>
          </p:nvSpPr>
          <p:spPr>
            <a:xfrm>
              <a:off x="5811711" y="2007988"/>
              <a:ext cx="36614" cy="12767"/>
            </a:xfrm>
            <a:custGeom>
              <a:avLst/>
              <a:gdLst>
                <a:gd name="connsiteX0" fmla="*/ 36614 w 36614"/>
                <a:gd name="connsiteY0" fmla="*/ 6384 h 12767"/>
                <a:gd name="connsiteX1" fmla="*/ 30224 w 36614"/>
                <a:gd name="connsiteY1" fmla="*/ 0 h 12767"/>
                <a:gd name="connsiteX2" fmla="*/ 6390 w 36614"/>
                <a:gd name="connsiteY2" fmla="*/ 0 h 12767"/>
                <a:gd name="connsiteX3" fmla="*/ 0 w 36614"/>
                <a:gd name="connsiteY3" fmla="*/ 6384 h 12767"/>
                <a:gd name="connsiteX4" fmla="*/ 6390 w 36614"/>
                <a:gd name="connsiteY4" fmla="*/ 12768 h 12767"/>
                <a:gd name="connsiteX5" fmla="*/ 30224 w 36614"/>
                <a:gd name="connsiteY5" fmla="*/ 12768 h 12767"/>
                <a:gd name="connsiteX6" fmla="*/ 36614 w 36614"/>
                <a:gd name="connsiteY6" fmla="*/ 638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614" h="12767">
                  <a:moveTo>
                    <a:pt x="36614" y="6384"/>
                  </a:moveTo>
                  <a:cubicBezTo>
                    <a:pt x="36614" y="2873"/>
                    <a:pt x="33739" y="0"/>
                    <a:pt x="30224" y="0"/>
                  </a:cubicBezTo>
                  <a:lnTo>
                    <a:pt x="6390" y="0"/>
                  </a:lnTo>
                  <a:cubicBezTo>
                    <a:pt x="2876" y="0"/>
                    <a:pt x="0" y="2873"/>
                    <a:pt x="0" y="6384"/>
                  </a:cubicBezTo>
                  <a:cubicBezTo>
                    <a:pt x="0" y="9895"/>
                    <a:pt x="2876" y="12768"/>
                    <a:pt x="6390" y="12768"/>
                  </a:cubicBezTo>
                  <a:lnTo>
                    <a:pt x="30224" y="12768"/>
                  </a:lnTo>
                  <a:cubicBezTo>
                    <a:pt x="33803" y="12768"/>
                    <a:pt x="36614" y="9895"/>
                    <a:pt x="36614" y="6384"/>
                  </a:cubicBezTo>
                  <a:close/>
                </a:path>
              </a:pathLst>
            </a:custGeom>
            <a:solidFill>
              <a:srgbClr val="00A3E0"/>
            </a:solidFill>
            <a:ln w="6390" cap="flat">
              <a:noFill/>
              <a:prstDash val="solid"/>
              <a:miter/>
            </a:ln>
          </p:spPr>
          <p:txBody>
            <a:bodyPr rtlCol="0" anchor="ctr"/>
            <a:lstStyle/>
            <a:p>
              <a:endParaRPr lang="en-US"/>
            </a:p>
          </p:txBody>
        </p:sp>
        <p:sp>
          <p:nvSpPr>
            <p:cNvPr id="868" name="Freeform 867">
              <a:extLst>
                <a:ext uri="{FF2B5EF4-FFF2-40B4-BE49-F238E27FC236}">
                  <a16:creationId xmlns:a16="http://schemas.microsoft.com/office/drawing/2014/main" id="{481EDBF5-BA63-F847-A31D-84E8E29BEA0B}"/>
                </a:ext>
              </a:extLst>
            </p:cNvPr>
            <p:cNvSpPr/>
            <p:nvPr/>
          </p:nvSpPr>
          <p:spPr>
            <a:xfrm>
              <a:off x="5835418" y="1995986"/>
              <a:ext cx="132081" cy="203648"/>
            </a:xfrm>
            <a:custGeom>
              <a:avLst/>
              <a:gdLst>
                <a:gd name="connsiteX0" fmla="*/ 113869 w 132081"/>
                <a:gd name="connsiteY0" fmla="*/ 59690 h 203648"/>
                <a:gd name="connsiteX1" fmla="*/ 107479 w 132081"/>
                <a:gd name="connsiteY1" fmla="*/ 60903 h 203648"/>
                <a:gd name="connsiteX2" fmla="*/ 89970 w 132081"/>
                <a:gd name="connsiteY2" fmla="*/ 47752 h 203648"/>
                <a:gd name="connsiteX3" fmla="*/ 83580 w 132081"/>
                <a:gd name="connsiteY3" fmla="*/ 48965 h 203648"/>
                <a:gd name="connsiteX4" fmla="*/ 66072 w 132081"/>
                <a:gd name="connsiteY4" fmla="*/ 35814 h 203648"/>
                <a:gd name="connsiteX5" fmla="*/ 60513 w 132081"/>
                <a:gd name="connsiteY5" fmla="*/ 36772 h 203648"/>
                <a:gd name="connsiteX6" fmla="*/ 60513 w 132081"/>
                <a:gd name="connsiteY6" fmla="*/ 18322 h 203648"/>
                <a:gd name="connsiteX7" fmla="*/ 42174 w 132081"/>
                <a:gd name="connsiteY7" fmla="*/ 0 h 203648"/>
                <a:gd name="connsiteX8" fmla="*/ 29202 w 132081"/>
                <a:gd name="connsiteY8" fmla="*/ 5490 h 203648"/>
                <a:gd name="connsiteX9" fmla="*/ 23899 w 132081"/>
                <a:gd name="connsiteY9" fmla="*/ 18322 h 203648"/>
                <a:gd name="connsiteX10" fmla="*/ 23899 w 132081"/>
                <a:gd name="connsiteY10" fmla="*/ 64095 h 203648"/>
                <a:gd name="connsiteX11" fmla="*/ 21790 w 132081"/>
                <a:gd name="connsiteY11" fmla="*/ 62946 h 203648"/>
                <a:gd name="connsiteX12" fmla="*/ 7093 w 132081"/>
                <a:gd name="connsiteY12" fmla="*/ 63648 h 203648"/>
                <a:gd name="connsiteX13" fmla="*/ 0 w 132081"/>
                <a:gd name="connsiteY13" fmla="*/ 76352 h 203648"/>
                <a:gd name="connsiteX14" fmla="*/ 0 w 132081"/>
                <a:gd name="connsiteY14" fmla="*/ 119636 h 203648"/>
                <a:gd name="connsiteX15" fmla="*/ 16422 w 132081"/>
                <a:gd name="connsiteY15" fmla="*/ 156408 h 203648"/>
                <a:gd name="connsiteX16" fmla="*/ 29777 w 132081"/>
                <a:gd name="connsiteY16" fmla="*/ 179198 h 203648"/>
                <a:gd name="connsiteX17" fmla="*/ 29777 w 132081"/>
                <a:gd name="connsiteY17" fmla="*/ 197074 h 203648"/>
                <a:gd name="connsiteX18" fmla="*/ 36167 w 132081"/>
                <a:gd name="connsiteY18" fmla="*/ 203457 h 203648"/>
                <a:gd name="connsiteX19" fmla="*/ 42557 w 132081"/>
                <a:gd name="connsiteY19" fmla="*/ 197074 h 203648"/>
                <a:gd name="connsiteX20" fmla="*/ 42557 w 132081"/>
                <a:gd name="connsiteY20" fmla="*/ 179198 h 203648"/>
                <a:gd name="connsiteX21" fmla="*/ 24793 w 132081"/>
                <a:gd name="connsiteY21" fmla="*/ 146768 h 203648"/>
                <a:gd name="connsiteX22" fmla="*/ 12716 w 132081"/>
                <a:gd name="connsiteY22" fmla="*/ 119636 h 203648"/>
                <a:gd name="connsiteX23" fmla="*/ 12716 w 132081"/>
                <a:gd name="connsiteY23" fmla="*/ 76352 h 203648"/>
                <a:gd name="connsiteX24" fmla="*/ 13739 w 132081"/>
                <a:gd name="connsiteY24" fmla="*/ 74501 h 203648"/>
                <a:gd name="connsiteX25" fmla="*/ 15975 w 132081"/>
                <a:gd name="connsiteY25" fmla="*/ 74437 h 203648"/>
                <a:gd name="connsiteX26" fmla="*/ 23771 w 132081"/>
                <a:gd name="connsiteY26" fmla="*/ 89886 h 203648"/>
                <a:gd name="connsiteX27" fmla="*/ 23771 w 132081"/>
                <a:gd name="connsiteY27" fmla="*/ 101825 h 203648"/>
                <a:gd name="connsiteX28" fmla="*/ 30161 w 132081"/>
                <a:gd name="connsiteY28" fmla="*/ 108209 h 203648"/>
                <a:gd name="connsiteX29" fmla="*/ 36551 w 132081"/>
                <a:gd name="connsiteY29" fmla="*/ 101825 h 203648"/>
                <a:gd name="connsiteX30" fmla="*/ 36551 w 132081"/>
                <a:gd name="connsiteY30" fmla="*/ 18386 h 203648"/>
                <a:gd name="connsiteX31" fmla="*/ 38148 w 132081"/>
                <a:gd name="connsiteY31" fmla="*/ 14619 h 203648"/>
                <a:gd name="connsiteX32" fmla="*/ 42110 w 132081"/>
                <a:gd name="connsiteY32" fmla="*/ 12896 h 203648"/>
                <a:gd name="connsiteX33" fmla="*/ 47669 w 132081"/>
                <a:gd name="connsiteY33" fmla="*/ 18450 h 203648"/>
                <a:gd name="connsiteX34" fmla="*/ 47669 w 132081"/>
                <a:gd name="connsiteY34" fmla="*/ 54200 h 203648"/>
                <a:gd name="connsiteX35" fmla="*/ 47669 w 132081"/>
                <a:gd name="connsiteY35" fmla="*/ 54200 h 203648"/>
                <a:gd name="connsiteX36" fmla="*/ 47669 w 132081"/>
                <a:gd name="connsiteY36" fmla="*/ 78012 h 203648"/>
                <a:gd name="connsiteX37" fmla="*/ 54059 w 132081"/>
                <a:gd name="connsiteY37" fmla="*/ 84396 h 203648"/>
                <a:gd name="connsiteX38" fmla="*/ 60449 w 132081"/>
                <a:gd name="connsiteY38" fmla="*/ 78012 h 203648"/>
                <a:gd name="connsiteX39" fmla="*/ 60449 w 132081"/>
                <a:gd name="connsiteY39" fmla="*/ 54136 h 203648"/>
                <a:gd name="connsiteX40" fmla="*/ 62046 w 132081"/>
                <a:gd name="connsiteY40" fmla="*/ 50370 h 203648"/>
                <a:gd name="connsiteX41" fmla="*/ 66008 w 132081"/>
                <a:gd name="connsiteY41" fmla="*/ 48646 h 203648"/>
                <a:gd name="connsiteX42" fmla="*/ 71567 w 132081"/>
                <a:gd name="connsiteY42" fmla="*/ 54200 h 203648"/>
                <a:gd name="connsiteX43" fmla="*/ 71567 w 132081"/>
                <a:gd name="connsiteY43" fmla="*/ 66138 h 203648"/>
                <a:gd name="connsiteX44" fmla="*/ 71567 w 132081"/>
                <a:gd name="connsiteY44" fmla="*/ 66138 h 203648"/>
                <a:gd name="connsiteX45" fmla="*/ 71567 w 132081"/>
                <a:gd name="connsiteY45" fmla="*/ 66138 h 203648"/>
                <a:gd name="connsiteX46" fmla="*/ 71567 w 132081"/>
                <a:gd name="connsiteY46" fmla="*/ 84013 h 203648"/>
                <a:gd name="connsiteX47" fmla="*/ 77957 w 132081"/>
                <a:gd name="connsiteY47" fmla="*/ 90397 h 203648"/>
                <a:gd name="connsiteX48" fmla="*/ 84347 w 132081"/>
                <a:gd name="connsiteY48" fmla="*/ 84013 h 203648"/>
                <a:gd name="connsiteX49" fmla="*/ 84347 w 132081"/>
                <a:gd name="connsiteY49" fmla="*/ 66138 h 203648"/>
                <a:gd name="connsiteX50" fmla="*/ 85945 w 132081"/>
                <a:gd name="connsiteY50" fmla="*/ 62371 h 203648"/>
                <a:gd name="connsiteX51" fmla="*/ 89906 w 132081"/>
                <a:gd name="connsiteY51" fmla="*/ 60648 h 203648"/>
                <a:gd name="connsiteX52" fmla="*/ 95466 w 132081"/>
                <a:gd name="connsiteY52" fmla="*/ 66202 h 203648"/>
                <a:gd name="connsiteX53" fmla="*/ 95466 w 132081"/>
                <a:gd name="connsiteY53" fmla="*/ 93398 h 203648"/>
                <a:gd name="connsiteX54" fmla="*/ 101856 w 132081"/>
                <a:gd name="connsiteY54" fmla="*/ 99782 h 203648"/>
                <a:gd name="connsiteX55" fmla="*/ 108246 w 132081"/>
                <a:gd name="connsiteY55" fmla="*/ 93398 h 203648"/>
                <a:gd name="connsiteX56" fmla="*/ 108246 w 132081"/>
                <a:gd name="connsiteY56" fmla="*/ 78076 h 203648"/>
                <a:gd name="connsiteX57" fmla="*/ 109843 w 132081"/>
                <a:gd name="connsiteY57" fmla="*/ 74310 h 203648"/>
                <a:gd name="connsiteX58" fmla="*/ 113805 w 132081"/>
                <a:gd name="connsiteY58" fmla="*/ 72586 h 203648"/>
                <a:gd name="connsiteX59" fmla="*/ 119364 w 132081"/>
                <a:gd name="connsiteY59" fmla="*/ 78140 h 203648"/>
                <a:gd name="connsiteX60" fmla="*/ 119364 w 132081"/>
                <a:gd name="connsiteY60" fmla="*/ 130425 h 203648"/>
                <a:gd name="connsiteX61" fmla="*/ 115019 w 132081"/>
                <a:gd name="connsiteY61" fmla="*/ 146704 h 203648"/>
                <a:gd name="connsiteX62" fmla="*/ 107415 w 132081"/>
                <a:gd name="connsiteY62" fmla="*/ 173453 h 203648"/>
                <a:gd name="connsiteX63" fmla="*/ 107415 w 132081"/>
                <a:gd name="connsiteY63" fmla="*/ 197265 h 203648"/>
                <a:gd name="connsiteX64" fmla="*/ 113805 w 132081"/>
                <a:gd name="connsiteY64" fmla="*/ 203649 h 203648"/>
                <a:gd name="connsiteX65" fmla="*/ 120195 w 132081"/>
                <a:gd name="connsiteY65" fmla="*/ 197265 h 203648"/>
                <a:gd name="connsiteX66" fmla="*/ 120195 w 132081"/>
                <a:gd name="connsiteY66" fmla="*/ 173453 h 203648"/>
                <a:gd name="connsiteX67" fmla="*/ 125946 w 132081"/>
                <a:gd name="connsiteY67" fmla="*/ 153279 h 203648"/>
                <a:gd name="connsiteX68" fmla="*/ 132080 w 132081"/>
                <a:gd name="connsiteY68" fmla="*/ 130425 h 203648"/>
                <a:gd name="connsiteX69" fmla="*/ 132080 w 132081"/>
                <a:gd name="connsiteY69" fmla="*/ 78140 h 203648"/>
                <a:gd name="connsiteX70" fmla="*/ 113869 w 132081"/>
                <a:gd name="connsiteY70" fmla="*/ 59690 h 20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32081" h="203648">
                  <a:moveTo>
                    <a:pt x="113869" y="59690"/>
                  </a:moveTo>
                  <a:cubicBezTo>
                    <a:pt x="111696" y="59690"/>
                    <a:pt x="109524" y="60137"/>
                    <a:pt x="107479" y="60903"/>
                  </a:cubicBezTo>
                  <a:cubicBezTo>
                    <a:pt x="105242" y="53306"/>
                    <a:pt x="98277" y="47752"/>
                    <a:pt x="89970" y="47752"/>
                  </a:cubicBezTo>
                  <a:cubicBezTo>
                    <a:pt x="87798" y="47752"/>
                    <a:pt x="85625" y="48199"/>
                    <a:pt x="83580" y="48965"/>
                  </a:cubicBezTo>
                  <a:cubicBezTo>
                    <a:pt x="81344" y="41368"/>
                    <a:pt x="74379" y="35814"/>
                    <a:pt x="66072" y="35814"/>
                  </a:cubicBezTo>
                  <a:cubicBezTo>
                    <a:pt x="64155" y="35814"/>
                    <a:pt x="62302" y="36197"/>
                    <a:pt x="60513" y="36772"/>
                  </a:cubicBezTo>
                  <a:lnTo>
                    <a:pt x="60513" y="18322"/>
                  </a:lnTo>
                  <a:cubicBezTo>
                    <a:pt x="60513" y="8235"/>
                    <a:pt x="52270" y="0"/>
                    <a:pt x="42174" y="0"/>
                  </a:cubicBezTo>
                  <a:cubicBezTo>
                    <a:pt x="37381" y="0"/>
                    <a:pt x="32653" y="1979"/>
                    <a:pt x="29202" y="5490"/>
                  </a:cubicBezTo>
                  <a:cubicBezTo>
                    <a:pt x="25752" y="8938"/>
                    <a:pt x="23899" y="13470"/>
                    <a:pt x="23899" y="18322"/>
                  </a:cubicBezTo>
                  <a:lnTo>
                    <a:pt x="23899" y="64095"/>
                  </a:lnTo>
                  <a:cubicBezTo>
                    <a:pt x="23132" y="63648"/>
                    <a:pt x="22429" y="63265"/>
                    <a:pt x="21790" y="62946"/>
                  </a:cubicBezTo>
                  <a:cubicBezTo>
                    <a:pt x="17061" y="60584"/>
                    <a:pt x="11566" y="60839"/>
                    <a:pt x="7093" y="63648"/>
                  </a:cubicBezTo>
                  <a:cubicBezTo>
                    <a:pt x="2684" y="66393"/>
                    <a:pt x="0" y="71118"/>
                    <a:pt x="0" y="76352"/>
                  </a:cubicBezTo>
                  <a:lnTo>
                    <a:pt x="0" y="119636"/>
                  </a:lnTo>
                  <a:cubicBezTo>
                    <a:pt x="0" y="133681"/>
                    <a:pt x="6134" y="147406"/>
                    <a:pt x="16422" y="156408"/>
                  </a:cubicBezTo>
                  <a:cubicBezTo>
                    <a:pt x="23579" y="162664"/>
                    <a:pt x="29777" y="168090"/>
                    <a:pt x="29777" y="179198"/>
                  </a:cubicBezTo>
                  <a:lnTo>
                    <a:pt x="29777" y="197074"/>
                  </a:lnTo>
                  <a:cubicBezTo>
                    <a:pt x="29777" y="200585"/>
                    <a:pt x="32653" y="203457"/>
                    <a:pt x="36167" y="203457"/>
                  </a:cubicBezTo>
                  <a:cubicBezTo>
                    <a:pt x="39682" y="203457"/>
                    <a:pt x="42557" y="200585"/>
                    <a:pt x="42557" y="197074"/>
                  </a:cubicBezTo>
                  <a:lnTo>
                    <a:pt x="42557" y="179198"/>
                  </a:lnTo>
                  <a:cubicBezTo>
                    <a:pt x="42557" y="162281"/>
                    <a:pt x="32717" y="153663"/>
                    <a:pt x="24793" y="146768"/>
                  </a:cubicBezTo>
                  <a:cubicBezTo>
                    <a:pt x="21981" y="144278"/>
                    <a:pt x="12716" y="135021"/>
                    <a:pt x="12716" y="119636"/>
                  </a:cubicBezTo>
                  <a:lnTo>
                    <a:pt x="12716" y="76352"/>
                  </a:lnTo>
                  <a:cubicBezTo>
                    <a:pt x="12716" y="75331"/>
                    <a:pt x="13291" y="74820"/>
                    <a:pt x="13739" y="74501"/>
                  </a:cubicBezTo>
                  <a:cubicBezTo>
                    <a:pt x="14122" y="74246"/>
                    <a:pt x="14953" y="73863"/>
                    <a:pt x="15975" y="74437"/>
                  </a:cubicBezTo>
                  <a:cubicBezTo>
                    <a:pt x="21087" y="76927"/>
                    <a:pt x="23771" y="82290"/>
                    <a:pt x="23771" y="89886"/>
                  </a:cubicBezTo>
                  <a:lnTo>
                    <a:pt x="23771" y="101825"/>
                  </a:lnTo>
                  <a:cubicBezTo>
                    <a:pt x="23771" y="105336"/>
                    <a:pt x="26646" y="108209"/>
                    <a:pt x="30161" y="108209"/>
                  </a:cubicBezTo>
                  <a:cubicBezTo>
                    <a:pt x="33675" y="108209"/>
                    <a:pt x="36551" y="105336"/>
                    <a:pt x="36551" y="101825"/>
                  </a:cubicBezTo>
                  <a:lnTo>
                    <a:pt x="36551" y="18386"/>
                  </a:lnTo>
                  <a:cubicBezTo>
                    <a:pt x="36551" y="16534"/>
                    <a:pt x="37381" y="15322"/>
                    <a:pt x="38148" y="14619"/>
                  </a:cubicBezTo>
                  <a:cubicBezTo>
                    <a:pt x="39234" y="13534"/>
                    <a:pt x="40704" y="12896"/>
                    <a:pt x="42110" y="12896"/>
                  </a:cubicBezTo>
                  <a:cubicBezTo>
                    <a:pt x="44730" y="12896"/>
                    <a:pt x="47669" y="15194"/>
                    <a:pt x="47669" y="18450"/>
                  </a:cubicBezTo>
                  <a:lnTo>
                    <a:pt x="47669" y="54200"/>
                  </a:lnTo>
                  <a:cubicBezTo>
                    <a:pt x="47669" y="54200"/>
                    <a:pt x="47669" y="54200"/>
                    <a:pt x="47669" y="54200"/>
                  </a:cubicBezTo>
                  <a:lnTo>
                    <a:pt x="47669" y="78012"/>
                  </a:lnTo>
                  <a:cubicBezTo>
                    <a:pt x="47669" y="81523"/>
                    <a:pt x="50545" y="84396"/>
                    <a:pt x="54059" y="84396"/>
                  </a:cubicBezTo>
                  <a:cubicBezTo>
                    <a:pt x="57573" y="84396"/>
                    <a:pt x="60449" y="81523"/>
                    <a:pt x="60449" y="78012"/>
                  </a:cubicBezTo>
                  <a:lnTo>
                    <a:pt x="60449" y="54136"/>
                  </a:lnTo>
                  <a:cubicBezTo>
                    <a:pt x="60449" y="52285"/>
                    <a:pt x="61280" y="51072"/>
                    <a:pt x="62046" y="50370"/>
                  </a:cubicBezTo>
                  <a:cubicBezTo>
                    <a:pt x="63133" y="49284"/>
                    <a:pt x="64603" y="48646"/>
                    <a:pt x="66008" y="48646"/>
                  </a:cubicBezTo>
                  <a:cubicBezTo>
                    <a:pt x="68628" y="48646"/>
                    <a:pt x="71567" y="50944"/>
                    <a:pt x="71567" y="54200"/>
                  </a:cubicBezTo>
                  <a:lnTo>
                    <a:pt x="71567" y="66138"/>
                  </a:lnTo>
                  <a:cubicBezTo>
                    <a:pt x="71567" y="66138"/>
                    <a:pt x="71567" y="66138"/>
                    <a:pt x="71567" y="66138"/>
                  </a:cubicBezTo>
                  <a:cubicBezTo>
                    <a:pt x="71567" y="66138"/>
                    <a:pt x="71567" y="66138"/>
                    <a:pt x="71567" y="66138"/>
                  </a:cubicBezTo>
                  <a:lnTo>
                    <a:pt x="71567" y="84013"/>
                  </a:lnTo>
                  <a:cubicBezTo>
                    <a:pt x="71567" y="87524"/>
                    <a:pt x="74443" y="90397"/>
                    <a:pt x="77957" y="90397"/>
                  </a:cubicBezTo>
                  <a:cubicBezTo>
                    <a:pt x="81472" y="90397"/>
                    <a:pt x="84347" y="87524"/>
                    <a:pt x="84347" y="84013"/>
                  </a:cubicBezTo>
                  <a:lnTo>
                    <a:pt x="84347" y="66138"/>
                  </a:lnTo>
                  <a:cubicBezTo>
                    <a:pt x="84347" y="64287"/>
                    <a:pt x="85178" y="63074"/>
                    <a:pt x="85945" y="62371"/>
                  </a:cubicBezTo>
                  <a:cubicBezTo>
                    <a:pt x="87031" y="61286"/>
                    <a:pt x="88501" y="60648"/>
                    <a:pt x="89906" y="60648"/>
                  </a:cubicBezTo>
                  <a:cubicBezTo>
                    <a:pt x="92527" y="60648"/>
                    <a:pt x="95466" y="62946"/>
                    <a:pt x="95466" y="66202"/>
                  </a:cubicBezTo>
                  <a:lnTo>
                    <a:pt x="95466" y="93398"/>
                  </a:lnTo>
                  <a:cubicBezTo>
                    <a:pt x="95466" y="96909"/>
                    <a:pt x="98341" y="99782"/>
                    <a:pt x="101856" y="99782"/>
                  </a:cubicBezTo>
                  <a:cubicBezTo>
                    <a:pt x="105370" y="99782"/>
                    <a:pt x="108246" y="96909"/>
                    <a:pt x="108246" y="93398"/>
                  </a:cubicBezTo>
                  <a:lnTo>
                    <a:pt x="108246" y="78076"/>
                  </a:lnTo>
                  <a:cubicBezTo>
                    <a:pt x="108246" y="76225"/>
                    <a:pt x="109076" y="75012"/>
                    <a:pt x="109843" y="74310"/>
                  </a:cubicBezTo>
                  <a:cubicBezTo>
                    <a:pt x="110930" y="73224"/>
                    <a:pt x="112399" y="72586"/>
                    <a:pt x="113805" y="72586"/>
                  </a:cubicBezTo>
                  <a:cubicBezTo>
                    <a:pt x="116425" y="72586"/>
                    <a:pt x="119364" y="74884"/>
                    <a:pt x="119364" y="78140"/>
                  </a:cubicBezTo>
                  <a:lnTo>
                    <a:pt x="119364" y="130425"/>
                  </a:lnTo>
                  <a:cubicBezTo>
                    <a:pt x="119364" y="136362"/>
                    <a:pt x="117894" y="141980"/>
                    <a:pt x="115019" y="146704"/>
                  </a:cubicBezTo>
                  <a:cubicBezTo>
                    <a:pt x="107799" y="158706"/>
                    <a:pt x="107415" y="162983"/>
                    <a:pt x="107415" y="173453"/>
                  </a:cubicBezTo>
                  <a:lnTo>
                    <a:pt x="107415" y="197265"/>
                  </a:lnTo>
                  <a:cubicBezTo>
                    <a:pt x="107415" y="200776"/>
                    <a:pt x="110290" y="203649"/>
                    <a:pt x="113805" y="203649"/>
                  </a:cubicBezTo>
                  <a:cubicBezTo>
                    <a:pt x="117320" y="203649"/>
                    <a:pt x="120195" y="200776"/>
                    <a:pt x="120195" y="197265"/>
                  </a:cubicBezTo>
                  <a:lnTo>
                    <a:pt x="120195" y="173453"/>
                  </a:lnTo>
                  <a:cubicBezTo>
                    <a:pt x="120195" y="164707"/>
                    <a:pt x="120195" y="162855"/>
                    <a:pt x="125946" y="153279"/>
                  </a:cubicBezTo>
                  <a:cubicBezTo>
                    <a:pt x="129971" y="146576"/>
                    <a:pt x="132080" y="138660"/>
                    <a:pt x="132080" y="130425"/>
                  </a:cubicBezTo>
                  <a:lnTo>
                    <a:pt x="132080" y="78140"/>
                  </a:lnTo>
                  <a:cubicBezTo>
                    <a:pt x="132208" y="67862"/>
                    <a:pt x="124029" y="59690"/>
                    <a:pt x="113869" y="59690"/>
                  </a:cubicBezTo>
                  <a:close/>
                </a:path>
              </a:pathLst>
            </a:custGeom>
            <a:solidFill>
              <a:srgbClr val="00A3E0"/>
            </a:solidFill>
            <a:ln w="6390" cap="flat">
              <a:noFill/>
              <a:prstDash val="solid"/>
              <a:miter/>
            </a:ln>
          </p:spPr>
          <p:txBody>
            <a:bodyPr rtlCol="0" anchor="ctr"/>
            <a:lstStyle/>
            <a:p>
              <a:endParaRPr lang="en-US"/>
            </a:p>
          </p:txBody>
        </p:sp>
      </p:grpSp>
      <p:grpSp>
        <p:nvGrpSpPr>
          <p:cNvPr id="869" name="Graphic 4">
            <a:extLst>
              <a:ext uri="{FF2B5EF4-FFF2-40B4-BE49-F238E27FC236}">
                <a16:creationId xmlns:a16="http://schemas.microsoft.com/office/drawing/2014/main" id="{AB390DF2-D6FD-9046-885C-5777CB37FB04}"/>
              </a:ext>
            </a:extLst>
          </p:cNvPr>
          <p:cNvGrpSpPr/>
          <p:nvPr/>
        </p:nvGrpSpPr>
        <p:grpSpPr>
          <a:xfrm>
            <a:off x="5708514" y="2371109"/>
            <a:ext cx="362309" cy="361971"/>
            <a:chOff x="5708514" y="2371109"/>
            <a:chExt cx="362309" cy="361971"/>
          </a:xfrm>
          <a:solidFill>
            <a:srgbClr val="00A3E0"/>
          </a:solidFill>
        </p:grpSpPr>
        <p:sp>
          <p:nvSpPr>
            <p:cNvPr id="870" name="Freeform 869">
              <a:extLst>
                <a:ext uri="{FF2B5EF4-FFF2-40B4-BE49-F238E27FC236}">
                  <a16:creationId xmlns:a16="http://schemas.microsoft.com/office/drawing/2014/main" id="{98BC432A-0312-7B41-AA3B-E354D4E5E1D7}"/>
                </a:ext>
              </a:extLst>
            </p:cNvPr>
            <p:cNvSpPr/>
            <p:nvPr/>
          </p:nvSpPr>
          <p:spPr>
            <a:xfrm>
              <a:off x="5708514" y="2371109"/>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30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10" y="280959"/>
                    <a:pt x="362310" y="180986"/>
                  </a:cubicBezTo>
                  <a:cubicBezTo>
                    <a:pt x="362310" y="81013"/>
                    <a:pt x="281221" y="0"/>
                    <a:pt x="181155" y="0"/>
                  </a:cubicBezTo>
                  <a:close/>
                  <a:moveTo>
                    <a:pt x="181155" y="349140"/>
                  </a:moveTo>
                  <a:cubicBezTo>
                    <a:pt x="88309" y="349140"/>
                    <a:pt x="12780" y="273681"/>
                    <a:pt x="12780" y="180922"/>
                  </a:cubicBezTo>
                  <a:cubicBezTo>
                    <a:pt x="12780" y="88163"/>
                    <a:pt x="88309" y="12704"/>
                    <a:pt x="181155" y="12704"/>
                  </a:cubicBezTo>
                  <a:cubicBezTo>
                    <a:pt x="274001" y="12704"/>
                    <a:pt x="349530" y="88163"/>
                    <a:pt x="349530" y="180922"/>
                  </a:cubicBezTo>
                  <a:cubicBezTo>
                    <a:pt x="349530" y="273681"/>
                    <a:pt x="274001"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871" name="Freeform 870">
              <a:extLst>
                <a:ext uri="{FF2B5EF4-FFF2-40B4-BE49-F238E27FC236}">
                  <a16:creationId xmlns:a16="http://schemas.microsoft.com/office/drawing/2014/main" id="{05D6023F-4736-C945-8409-CD15DCC88A83}"/>
                </a:ext>
              </a:extLst>
            </p:cNvPr>
            <p:cNvSpPr/>
            <p:nvPr/>
          </p:nvSpPr>
          <p:spPr>
            <a:xfrm>
              <a:off x="5840839" y="2478552"/>
              <a:ext cx="150429" cy="191647"/>
            </a:xfrm>
            <a:custGeom>
              <a:avLst/>
              <a:gdLst>
                <a:gd name="connsiteX0" fmla="*/ 132793 w 150429"/>
                <a:gd name="connsiteY0" fmla="*/ 55924 h 191647"/>
                <a:gd name="connsiteX1" fmla="*/ 127107 w 150429"/>
                <a:gd name="connsiteY1" fmla="*/ 57009 h 191647"/>
                <a:gd name="connsiteX2" fmla="*/ 110429 w 150429"/>
                <a:gd name="connsiteY2" fmla="*/ 44752 h 191647"/>
                <a:gd name="connsiteX3" fmla="*/ 104742 w 150429"/>
                <a:gd name="connsiteY3" fmla="*/ 45837 h 191647"/>
                <a:gd name="connsiteX4" fmla="*/ 88064 w 150429"/>
                <a:gd name="connsiteY4" fmla="*/ 33580 h 191647"/>
                <a:gd name="connsiteX5" fmla="*/ 83271 w 150429"/>
                <a:gd name="connsiteY5" fmla="*/ 34346 h 191647"/>
                <a:gd name="connsiteX6" fmla="*/ 83271 w 150429"/>
                <a:gd name="connsiteY6" fmla="*/ 17556 h 191647"/>
                <a:gd name="connsiteX7" fmla="*/ 65699 w 150429"/>
                <a:gd name="connsiteY7" fmla="*/ 0 h 191647"/>
                <a:gd name="connsiteX8" fmla="*/ 53239 w 150429"/>
                <a:gd name="connsiteY8" fmla="*/ 5235 h 191647"/>
                <a:gd name="connsiteX9" fmla="*/ 48127 w 150429"/>
                <a:gd name="connsiteY9" fmla="*/ 17556 h 191647"/>
                <a:gd name="connsiteX10" fmla="*/ 48127 w 150429"/>
                <a:gd name="connsiteY10" fmla="*/ 99973 h 191647"/>
                <a:gd name="connsiteX11" fmla="*/ 37200 w 150429"/>
                <a:gd name="connsiteY11" fmla="*/ 91866 h 191647"/>
                <a:gd name="connsiteX12" fmla="*/ 3334 w 150429"/>
                <a:gd name="connsiteY12" fmla="*/ 94866 h 191647"/>
                <a:gd name="connsiteX13" fmla="*/ 5634 w 150429"/>
                <a:gd name="connsiteY13" fmla="*/ 115231 h 191647"/>
                <a:gd name="connsiteX14" fmla="*/ 46018 w 150429"/>
                <a:gd name="connsiteY14" fmla="*/ 154492 h 191647"/>
                <a:gd name="connsiteX15" fmla="*/ 53814 w 150429"/>
                <a:gd name="connsiteY15" fmla="*/ 174091 h 191647"/>
                <a:gd name="connsiteX16" fmla="*/ 53814 w 150429"/>
                <a:gd name="connsiteY16" fmla="*/ 185263 h 191647"/>
                <a:gd name="connsiteX17" fmla="*/ 60204 w 150429"/>
                <a:gd name="connsiteY17" fmla="*/ 191647 h 191647"/>
                <a:gd name="connsiteX18" fmla="*/ 66594 w 150429"/>
                <a:gd name="connsiteY18" fmla="*/ 185263 h 191647"/>
                <a:gd name="connsiteX19" fmla="*/ 66594 w 150429"/>
                <a:gd name="connsiteY19" fmla="*/ 174091 h 191647"/>
                <a:gd name="connsiteX20" fmla="*/ 55411 w 150429"/>
                <a:gd name="connsiteY20" fmla="*/ 145746 h 191647"/>
                <a:gd name="connsiteX21" fmla="*/ 14452 w 150429"/>
                <a:gd name="connsiteY21" fmla="*/ 105847 h 191647"/>
                <a:gd name="connsiteX22" fmla="*/ 13174 w 150429"/>
                <a:gd name="connsiteY22" fmla="*/ 103038 h 191647"/>
                <a:gd name="connsiteX23" fmla="*/ 29596 w 150429"/>
                <a:gd name="connsiteY23" fmla="*/ 102016 h 191647"/>
                <a:gd name="connsiteX24" fmla="*/ 50875 w 150429"/>
                <a:gd name="connsiteY24" fmla="*/ 117721 h 191647"/>
                <a:gd name="connsiteX25" fmla="*/ 50938 w 150429"/>
                <a:gd name="connsiteY25" fmla="*/ 117657 h 191647"/>
                <a:gd name="connsiteX26" fmla="*/ 54645 w 150429"/>
                <a:gd name="connsiteY26" fmla="*/ 118998 h 191647"/>
                <a:gd name="connsiteX27" fmla="*/ 61034 w 150429"/>
                <a:gd name="connsiteY27" fmla="*/ 112614 h 191647"/>
                <a:gd name="connsiteX28" fmla="*/ 61034 w 150429"/>
                <a:gd name="connsiteY28" fmla="*/ 17556 h 191647"/>
                <a:gd name="connsiteX29" fmla="*/ 62377 w 150429"/>
                <a:gd name="connsiteY29" fmla="*/ 14236 h 191647"/>
                <a:gd name="connsiteX30" fmla="*/ 65827 w 150429"/>
                <a:gd name="connsiteY30" fmla="*/ 12704 h 191647"/>
                <a:gd name="connsiteX31" fmla="*/ 70619 w 150429"/>
                <a:gd name="connsiteY31" fmla="*/ 17492 h 191647"/>
                <a:gd name="connsiteX32" fmla="*/ 70619 w 150429"/>
                <a:gd name="connsiteY32" fmla="*/ 73416 h 191647"/>
                <a:gd name="connsiteX33" fmla="*/ 77009 w 150429"/>
                <a:gd name="connsiteY33" fmla="*/ 79800 h 191647"/>
                <a:gd name="connsiteX34" fmla="*/ 83399 w 150429"/>
                <a:gd name="connsiteY34" fmla="*/ 73416 h 191647"/>
                <a:gd name="connsiteX35" fmla="*/ 83399 w 150429"/>
                <a:gd name="connsiteY35" fmla="*/ 51072 h 191647"/>
                <a:gd name="connsiteX36" fmla="*/ 84741 w 150429"/>
                <a:gd name="connsiteY36" fmla="*/ 47752 h 191647"/>
                <a:gd name="connsiteX37" fmla="*/ 88192 w 150429"/>
                <a:gd name="connsiteY37" fmla="*/ 46220 h 191647"/>
                <a:gd name="connsiteX38" fmla="*/ 92984 w 150429"/>
                <a:gd name="connsiteY38" fmla="*/ 51008 h 191647"/>
                <a:gd name="connsiteX39" fmla="*/ 92984 w 150429"/>
                <a:gd name="connsiteY39" fmla="*/ 78970 h 191647"/>
                <a:gd name="connsiteX40" fmla="*/ 99374 w 150429"/>
                <a:gd name="connsiteY40" fmla="*/ 85354 h 191647"/>
                <a:gd name="connsiteX41" fmla="*/ 105764 w 150429"/>
                <a:gd name="connsiteY41" fmla="*/ 78970 h 191647"/>
                <a:gd name="connsiteX42" fmla="*/ 105764 w 150429"/>
                <a:gd name="connsiteY42" fmla="*/ 62180 h 191647"/>
                <a:gd name="connsiteX43" fmla="*/ 105764 w 150429"/>
                <a:gd name="connsiteY43" fmla="*/ 62180 h 191647"/>
                <a:gd name="connsiteX44" fmla="*/ 107106 w 150429"/>
                <a:gd name="connsiteY44" fmla="*/ 58924 h 191647"/>
                <a:gd name="connsiteX45" fmla="*/ 110556 w 150429"/>
                <a:gd name="connsiteY45" fmla="*/ 57392 h 191647"/>
                <a:gd name="connsiteX46" fmla="*/ 115349 w 150429"/>
                <a:gd name="connsiteY46" fmla="*/ 62180 h 191647"/>
                <a:gd name="connsiteX47" fmla="*/ 115285 w 150429"/>
                <a:gd name="connsiteY47" fmla="*/ 87716 h 191647"/>
                <a:gd name="connsiteX48" fmla="*/ 121675 w 150429"/>
                <a:gd name="connsiteY48" fmla="*/ 94100 h 191647"/>
                <a:gd name="connsiteX49" fmla="*/ 121675 w 150429"/>
                <a:gd name="connsiteY49" fmla="*/ 94100 h 191647"/>
                <a:gd name="connsiteX50" fmla="*/ 128065 w 150429"/>
                <a:gd name="connsiteY50" fmla="*/ 87716 h 191647"/>
                <a:gd name="connsiteX51" fmla="*/ 128065 w 150429"/>
                <a:gd name="connsiteY51" fmla="*/ 73480 h 191647"/>
                <a:gd name="connsiteX52" fmla="*/ 128065 w 150429"/>
                <a:gd name="connsiteY52" fmla="*/ 73352 h 191647"/>
                <a:gd name="connsiteX53" fmla="*/ 129407 w 150429"/>
                <a:gd name="connsiteY53" fmla="*/ 70032 h 191647"/>
                <a:gd name="connsiteX54" fmla="*/ 132857 w 150429"/>
                <a:gd name="connsiteY54" fmla="*/ 68500 h 191647"/>
                <a:gd name="connsiteX55" fmla="*/ 137650 w 150429"/>
                <a:gd name="connsiteY55" fmla="*/ 73288 h 191647"/>
                <a:gd name="connsiteX56" fmla="*/ 137586 w 150429"/>
                <a:gd name="connsiteY56" fmla="*/ 112486 h 191647"/>
                <a:gd name="connsiteX57" fmla="*/ 137650 w 150429"/>
                <a:gd name="connsiteY57" fmla="*/ 122317 h 191647"/>
                <a:gd name="connsiteX58" fmla="*/ 133624 w 150429"/>
                <a:gd name="connsiteY58" fmla="*/ 137383 h 191647"/>
                <a:gd name="connsiteX59" fmla="*/ 126467 w 150429"/>
                <a:gd name="connsiteY59" fmla="*/ 162728 h 191647"/>
                <a:gd name="connsiteX60" fmla="*/ 126467 w 150429"/>
                <a:gd name="connsiteY60" fmla="*/ 185072 h 191647"/>
                <a:gd name="connsiteX61" fmla="*/ 132857 w 150429"/>
                <a:gd name="connsiteY61" fmla="*/ 191456 h 191647"/>
                <a:gd name="connsiteX62" fmla="*/ 139247 w 150429"/>
                <a:gd name="connsiteY62" fmla="*/ 185072 h 191647"/>
                <a:gd name="connsiteX63" fmla="*/ 139247 w 150429"/>
                <a:gd name="connsiteY63" fmla="*/ 162089 h 191647"/>
                <a:gd name="connsiteX64" fmla="*/ 144551 w 150429"/>
                <a:gd name="connsiteY64" fmla="*/ 144023 h 191647"/>
                <a:gd name="connsiteX65" fmla="*/ 150430 w 150429"/>
                <a:gd name="connsiteY65" fmla="*/ 122317 h 191647"/>
                <a:gd name="connsiteX66" fmla="*/ 150366 w 150429"/>
                <a:gd name="connsiteY66" fmla="*/ 112486 h 191647"/>
                <a:gd name="connsiteX67" fmla="*/ 150430 w 150429"/>
                <a:gd name="connsiteY67" fmla="*/ 73288 h 191647"/>
                <a:gd name="connsiteX68" fmla="*/ 132793 w 150429"/>
                <a:gd name="connsiteY68" fmla="*/ 55924 h 191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50429" h="191647">
                  <a:moveTo>
                    <a:pt x="132793" y="55924"/>
                  </a:moveTo>
                  <a:cubicBezTo>
                    <a:pt x="130812" y="55924"/>
                    <a:pt x="128896" y="56307"/>
                    <a:pt x="127107" y="57009"/>
                  </a:cubicBezTo>
                  <a:cubicBezTo>
                    <a:pt x="124806" y="49923"/>
                    <a:pt x="118288" y="44752"/>
                    <a:pt x="110429" y="44752"/>
                  </a:cubicBezTo>
                  <a:cubicBezTo>
                    <a:pt x="108448" y="44752"/>
                    <a:pt x="106531" y="45135"/>
                    <a:pt x="104742" y="45837"/>
                  </a:cubicBezTo>
                  <a:cubicBezTo>
                    <a:pt x="102441" y="38751"/>
                    <a:pt x="95924" y="33580"/>
                    <a:pt x="88064" y="33580"/>
                  </a:cubicBezTo>
                  <a:cubicBezTo>
                    <a:pt x="86403" y="33580"/>
                    <a:pt x="84805" y="33899"/>
                    <a:pt x="83271" y="34346"/>
                  </a:cubicBezTo>
                  <a:lnTo>
                    <a:pt x="83271" y="17556"/>
                  </a:lnTo>
                  <a:cubicBezTo>
                    <a:pt x="83271" y="7852"/>
                    <a:pt x="75412" y="0"/>
                    <a:pt x="65699" y="0"/>
                  </a:cubicBezTo>
                  <a:cubicBezTo>
                    <a:pt x="61098" y="0"/>
                    <a:pt x="56561" y="1915"/>
                    <a:pt x="53239" y="5235"/>
                  </a:cubicBezTo>
                  <a:cubicBezTo>
                    <a:pt x="49916" y="8555"/>
                    <a:pt x="48127" y="12896"/>
                    <a:pt x="48127" y="17556"/>
                  </a:cubicBezTo>
                  <a:lnTo>
                    <a:pt x="48127" y="99973"/>
                  </a:lnTo>
                  <a:cubicBezTo>
                    <a:pt x="44165" y="97100"/>
                    <a:pt x="40012" y="93972"/>
                    <a:pt x="37200" y="91866"/>
                  </a:cubicBezTo>
                  <a:cubicBezTo>
                    <a:pt x="26401" y="83758"/>
                    <a:pt x="10107" y="86822"/>
                    <a:pt x="3334" y="94866"/>
                  </a:cubicBezTo>
                  <a:cubicBezTo>
                    <a:pt x="-629" y="99526"/>
                    <a:pt x="-2354" y="107698"/>
                    <a:pt x="5634" y="115231"/>
                  </a:cubicBezTo>
                  <a:cubicBezTo>
                    <a:pt x="18989" y="127744"/>
                    <a:pt x="39948" y="148045"/>
                    <a:pt x="46018" y="154492"/>
                  </a:cubicBezTo>
                  <a:cubicBezTo>
                    <a:pt x="51514" y="160430"/>
                    <a:pt x="53814" y="163813"/>
                    <a:pt x="53814" y="174091"/>
                  </a:cubicBezTo>
                  <a:lnTo>
                    <a:pt x="53814" y="185263"/>
                  </a:lnTo>
                  <a:cubicBezTo>
                    <a:pt x="53814" y="188774"/>
                    <a:pt x="56689" y="191647"/>
                    <a:pt x="60204" y="191647"/>
                  </a:cubicBezTo>
                  <a:cubicBezTo>
                    <a:pt x="63718" y="191647"/>
                    <a:pt x="66594" y="188774"/>
                    <a:pt x="66594" y="185263"/>
                  </a:cubicBezTo>
                  <a:lnTo>
                    <a:pt x="66594" y="174091"/>
                  </a:lnTo>
                  <a:cubicBezTo>
                    <a:pt x="66594" y="160174"/>
                    <a:pt x="62951" y="153854"/>
                    <a:pt x="55411" y="145746"/>
                  </a:cubicBezTo>
                  <a:cubicBezTo>
                    <a:pt x="48574" y="138469"/>
                    <a:pt x="26593" y="117274"/>
                    <a:pt x="14452" y="105847"/>
                  </a:cubicBezTo>
                  <a:cubicBezTo>
                    <a:pt x="12407" y="103931"/>
                    <a:pt x="12854" y="103421"/>
                    <a:pt x="13174" y="103038"/>
                  </a:cubicBezTo>
                  <a:cubicBezTo>
                    <a:pt x="15794" y="99973"/>
                    <a:pt x="24484" y="98186"/>
                    <a:pt x="29596" y="102016"/>
                  </a:cubicBezTo>
                  <a:cubicBezTo>
                    <a:pt x="36241" y="106996"/>
                    <a:pt x="50875" y="117721"/>
                    <a:pt x="50875" y="117721"/>
                  </a:cubicBezTo>
                  <a:lnTo>
                    <a:pt x="50938" y="117657"/>
                  </a:lnTo>
                  <a:cubicBezTo>
                    <a:pt x="52025" y="118423"/>
                    <a:pt x="53239" y="118998"/>
                    <a:pt x="54645" y="118998"/>
                  </a:cubicBezTo>
                  <a:cubicBezTo>
                    <a:pt x="58159" y="118998"/>
                    <a:pt x="61034" y="116125"/>
                    <a:pt x="61034" y="112614"/>
                  </a:cubicBezTo>
                  <a:lnTo>
                    <a:pt x="61034" y="17556"/>
                  </a:lnTo>
                  <a:cubicBezTo>
                    <a:pt x="61034" y="15960"/>
                    <a:pt x="61801" y="14875"/>
                    <a:pt x="62377" y="14236"/>
                  </a:cubicBezTo>
                  <a:cubicBezTo>
                    <a:pt x="63335" y="13279"/>
                    <a:pt x="64613" y="12704"/>
                    <a:pt x="65827" y="12704"/>
                  </a:cubicBezTo>
                  <a:cubicBezTo>
                    <a:pt x="67808" y="12704"/>
                    <a:pt x="70619" y="14428"/>
                    <a:pt x="70619" y="17492"/>
                  </a:cubicBezTo>
                  <a:lnTo>
                    <a:pt x="70619" y="73416"/>
                  </a:lnTo>
                  <a:cubicBezTo>
                    <a:pt x="70619" y="76927"/>
                    <a:pt x="73495" y="79800"/>
                    <a:pt x="77009" y="79800"/>
                  </a:cubicBezTo>
                  <a:cubicBezTo>
                    <a:pt x="80524" y="79800"/>
                    <a:pt x="83399" y="76927"/>
                    <a:pt x="83399" y="73416"/>
                  </a:cubicBezTo>
                  <a:lnTo>
                    <a:pt x="83399" y="51072"/>
                  </a:lnTo>
                  <a:cubicBezTo>
                    <a:pt x="83399" y="49476"/>
                    <a:pt x="84166" y="48391"/>
                    <a:pt x="84741" y="47752"/>
                  </a:cubicBezTo>
                  <a:cubicBezTo>
                    <a:pt x="85700" y="46795"/>
                    <a:pt x="86978" y="46220"/>
                    <a:pt x="88192" y="46220"/>
                  </a:cubicBezTo>
                  <a:cubicBezTo>
                    <a:pt x="90173" y="46220"/>
                    <a:pt x="92984" y="47944"/>
                    <a:pt x="92984" y="51008"/>
                  </a:cubicBezTo>
                  <a:lnTo>
                    <a:pt x="92984" y="78970"/>
                  </a:lnTo>
                  <a:cubicBezTo>
                    <a:pt x="92984" y="82481"/>
                    <a:pt x="95860" y="85354"/>
                    <a:pt x="99374" y="85354"/>
                  </a:cubicBezTo>
                  <a:cubicBezTo>
                    <a:pt x="102888" y="85354"/>
                    <a:pt x="105764" y="82481"/>
                    <a:pt x="105764" y="78970"/>
                  </a:cubicBezTo>
                  <a:lnTo>
                    <a:pt x="105764" y="62180"/>
                  </a:lnTo>
                  <a:cubicBezTo>
                    <a:pt x="105764" y="62180"/>
                    <a:pt x="105764" y="62180"/>
                    <a:pt x="105764" y="62180"/>
                  </a:cubicBezTo>
                  <a:cubicBezTo>
                    <a:pt x="105764" y="60584"/>
                    <a:pt x="106531" y="59499"/>
                    <a:pt x="107106" y="58924"/>
                  </a:cubicBezTo>
                  <a:cubicBezTo>
                    <a:pt x="108064" y="57967"/>
                    <a:pt x="109342" y="57392"/>
                    <a:pt x="110556" y="57392"/>
                  </a:cubicBezTo>
                  <a:cubicBezTo>
                    <a:pt x="112537" y="57392"/>
                    <a:pt x="115349" y="59116"/>
                    <a:pt x="115349" y="62180"/>
                  </a:cubicBezTo>
                  <a:lnTo>
                    <a:pt x="115285" y="87716"/>
                  </a:lnTo>
                  <a:cubicBezTo>
                    <a:pt x="115285" y="91227"/>
                    <a:pt x="118161" y="94100"/>
                    <a:pt x="121675" y="94100"/>
                  </a:cubicBezTo>
                  <a:cubicBezTo>
                    <a:pt x="121675" y="94100"/>
                    <a:pt x="121675" y="94100"/>
                    <a:pt x="121675" y="94100"/>
                  </a:cubicBezTo>
                  <a:cubicBezTo>
                    <a:pt x="125189" y="94100"/>
                    <a:pt x="128065" y="91227"/>
                    <a:pt x="128065" y="87716"/>
                  </a:cubicBezTo>
                  <a:lnTo>
                    <a:pt x="128065" y="73480"/>
                  </a:lnTo>
                  <a:cubicBezTo>
                    <a:pt x="128065" y="73416"/>
                    <a:pt x="128065" y="73416"/>
                    <a:pt x="128065" y="73352"/>
                  </a:cubicBezTo>
                  <a:cubicBezTo>
                    <a:pt x="128065" y="71756"/>
                    <a:pt x="128832" y="70671"/>
                    <a:pt x="129407" y="70032"/>
                  </a:cubicBezTo>
                  <a:cubicBezTo>
                    <a:pt x="130365" y="69075"/>
                    <a:pt x="131643" y="68500"/>
                    <a:pt x="132857" y="68500"/>
                  </a:cubicBezTo>
                  <a:cubicBezTo>
                    <a:pt x="134838" y="68500"/>
                    <a:pt x="137650" y="70224"/>
                    <a:pt x="137650" y="73288"/>
                  </a:cubicBezTo>
                  <a:lnTo>
                    <a:pt x="137586" y="112486"/>
                  </a:lnTo>
                  <a:lnTo>
                    <a:pt x="137650" y="122317"/>
                  </a:lnTo>
                  <a:cubicBezTo>
                    <a:pt x="137650" y="127871"/>
                    <a:pt x="136244" y="133042"/>
                    <a:pt x="133624" y="137383"/>
                  </a:cubicBezTo>
                  <a:cubicBezTo>
                    <a:pt x="126787" y="148683"/>
                    <a:pt x="126403" y="152322"/>
                    <a:pt x="126467" y="162728"/>
                  </a:cubicBezTo>
                  <a:lnTo>
                    <a:pt x="126467" y="185072"/>
                  </a:lnTo>
                  <a:cubicBezTo>
                    <a:pt x="126467" y="188583"/>
                    <a:pt x="129343" y="191456"/>
                    <a:pt x="132857" y="191456"/>
                  </a:cubicBezTo>
                  <a:cubicBezTo>
                    <a:pt x="136372" y="191456"/>
                    <a:pt x="139247" y="188583"/>
                    <a:pt x="139247" y="185072"/>
                  </a:cubicBezTo>
                  <a:lnTo>
                    <a:pt x="139247" y="162089"/>
                  </a:lnTo>
                  <a:cubicBezTo>
                    <a:pt x="139247" y="154046"/>
                    <a:pt x="139247" y="152769"/>
                    <a:pt x="144551" y="144023"/>
                  </a:cubicBezTo>
                  <a:cubicBezTo>
                    <a:pt x="148385" y="137703"/>
                    <a:pt x="150430" y="130233"/>
                    <a:pt x="150430" y="122317"/>
                  </a:cubicBezTo>
                  <a:lnTo>
                    <a:pt x="150366" y="112486"/>
                  </a:lnTo>
                  <a:lnTo>
                    <a:pt x="150430" y="73288"/>
                  </a:lnTo>
                  <a:cubicBezTo>
                    <a:pt x="150366" y="63840"/>
                    <a:pt x="142506" y="55924"/>
                    <a:pt x="132793" y="55924"/>
                  </a:cubicBezTo>
                  <a:close/>
                </a:path>
              </a:pathLst>
            </a:custGeom>
            <a:solidFill>
              <a:srgbClr val="00A3E0"/>
            </a:solidFill>
            <a:ln w="6390" cap="flat">
              <a:noFill/>
              <a:prstDash val="solid"/>
              <a:miter/>
            </a:ln>
          </p:spPr>
          <p:txBody>
            <a:bodyPr rtlCol="0" anchor="ctr"/>
            <a:lstStyle/>
            <a:p>
              <a:endParaRPr lang="en-US"/>
            </a:p>
          </p:txBody>
        </p:sp>
        <p:sp>
          <p:nvSpPr>
            <p:cNvPr id="872" name="Freeform 871">
              <a:extLst>
                <a:ext uri="{FF2B5EF4-FFF2-40B4-BE49-F238E27FC236}">
                  <a16:creationId xmlns:a16="http://schemas.microsoft.com/office/drawing/2014/main" id="{219F3CCE-394A-AD4C-BFDB-7377F006B641}"/>
                </a:ext>
              </a:extLst>
            </p:cNvPr>
            <p:cNvSpPr/>
            <p:nvPr/>
          </p:nvSpPr>
          <p:spPr>
            <a:xfrm>
              <a:off x="5933631" y="2433912"/>
              <a:ext cx="46342" cy="46299"/>
            </a:xfrm>
            <a:custGeom>
              <a:avLst/>
              <a:gdLst>
                <a:gd name="connsiteX0" fmla="*/ 3962 w 46342"/>
                <a:gd name="connsiteY0" fmla="*/ 45789 h 46299"/>
                <a:gd name="connsiteX1" fmla="*/ 6390 w 46342"/>
                <a:gd name="connsiteY1" fmla="*/ 46300 h 46299"/>
                <a:gd name="connsiteX2" fmla="*/ 28755 w 46342"/>
                <a:gd name="connsiteY2" fmla="*/ 46300 h 46299"/>
                <a:gd name="connsiteX3" fmla="*/ 35145 w 46342"/>
                <a:gd name="connsiteY3" fmla="*/ 39916 h 46299"/>
                <a:gd name="connsiteX4" fmla="*/ 28755 w 46342"/>
                <a:gd name="connsiteY4" fmla="*/ 33532 h 46299"/>
                <a:gd name="connsiteX5" fmla="*/ 21790 w 46342"/>
                <a:gd name="connsiteY5" fmla="*/ 33532 h 46299"/>
                <a:gd name="connsiteX6" fmla="*/ 44474 w 46342"/>
                <a:gd name="connsiteY6" fmla="*/ 10869 h 46299"/>
                <a:gd name="connsiteX7" fmla="*/ 44474 w 46342"/>
                <a:gd name="connsiteY7" fmla="*/ 1867 h 46299"/>
                <a:gd name="connsiteX8" fmla="*/ 35464 w 46342"/>
                <a:gd name="connsiteY8" fmla="*/ 1867 h 46299"/>
                <a:gd name="connsiteX9" fmla="*/ 12780 w 46342"/>
                <a:gd name="connsiteY9" fmla="*/ 24530 h 46299"/>
                <a:gd name="connsiteX10" fmla="*/ 12780 w 46342"/>
                <a:gd name="connsiteY10" fmla="*/ 17572 h 46299"/>
                <a:gd name="connsiteX11" fmla="*/ 6390 w 46342"/>
                <a:gd name="connsiteY11" fmla="*/ 11188 h 46299"/>
                <a:gd name="connsiteX12" fmla="*/ 0 w 46342"/>
                <a:gd name="connsiteY12" fmla="*/ 17572 h 46299"/>
                <a:gd name="connsiteX13" fmla="*/ 0 w 46342"/>
                <a:gd name="connsiteY13" fmla="*/ 39916 h 46299"/>
                <a:gd name="connsiteX14" fmla="*/ 511 w 46342"/>
                <a:gd name="connsiteY14" fmla="*/ 42342 h 46299"/>
                <a:gd name="connsiteX15" fmla="*/ 3962 w 46342"/>
                <a:gd name="connsiteY15" fmla="*/ 45789 h 46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342" h="46299">
                  <a:moveTo>
                    <a:pt x="3962" y="45789"/>
                  </a:moveTo>
                  <a:cubicBezTo>
                    <a:pt x="4728" y="46108"/>
                    <a:pt x="5559" y="46300"/>
                    <a:pt x="6390" y="46300"/>
                  </a:cubicBezTo>
                  <a:lnTo>
                    <a:pt x="28755" y="46300"/>
                  </a:lnTo>
                  <a:cubicBezTo>
                    <a:pt x="32269" y="46300"/>
                    <a:pt x="35145" y="43427"/>
                    <a:pt x="35145" y="39916"/>
                  </a:cubicBezTo>
                  <a:cubicBezTo>
                    <a:pt x="35145" y="36405"/>
                    <a:pt x="32269" y="33532"/>
                    <a:pt x="28755" y="33532"/>
                  </a:cubicBezTo>
                  <a:lnTo>
                    <a:pt x="21790" y="33532"/>
                  </a:lnTo>
                  <a:lnTo>
                    <a:pt x="44474" y="10869"/>
                  </a:lnTo>
                  <a:cubicBezTo>
                    <a:pt x="46966" y="8379"/>
                    <a:pt x="46966" y="4357"/>
                    <a:pt x="44474" y="1867"/>
                  </a:cubicBezTo>
                  <a:cubicBezTo>
                    <a:pt x="41982" y="-622"/>
                    <a:pt x="37956" y="-622"/>
                    <a:pt x="35464" y="1867"/>
                  </a:cubicBezTo>
                  <a:lnTo>
                    <a:pt x="12780" y="24530"/>
                  </a:lnTo>
                  <a:lnTo>
                    <a:pt x="12780" y="17572"/>
                  </a:lnTo>
                  <a:cubicBezTo>
                    <a:pt x="12780" y="14061"/>
                    <a:pt x="9904" y="11188"/>
                    <a:pt x="6390" y="11188"/>
                  </a:cubicBezTo>
                  <a:cubicBezTo>
                    <a:pt x="2875" y="11188"/>
                    <a:pt x="0" y="14061"/>
                    <a:pt x="0" y="17572"/>
                  </a:cubicBezTo>
                  <a:lnTo>
                    <a:pt x="0" y="39916"/>
                  </a:lnTo>
                  <a:cubicBezTo>
                    <a:pt x="0" y="40746"/>
                    <a:pt x="191" y="41576"/>
                    <a:pt x="511" y="42342"/>
                  </a:cubicBezTo>
                  <a:cubicBezTo>
                    <a:pt x="1150" y="43874"/>
                    <a:pt x="2428" y="45151"/>
                    <a:pt x="3962" y="45789"/>
                  </a:cubicBezTo>
                  <a:close/>
                </a:path>
              </a:pathLst>
            </a:custGeom>
            <a:solidFill>
              <a:srgbClr val="00A3E0"/>
            </a:solidFill>
            <a:ln w="6390" cap="flat">
              <a:noFill/>
              <a:prstDash val="solid"/>
              <a:miter/>
            </a:ln>
          </p:spPr>
          <p:txBody>
            <a:bodyPr rtlCol="0" anchor="ctr"/>
            <a:lstStyle/>
            <a:p>
              <a:endParaRPr lang="en-US"/>
            </a:p>
          </p:txBody>
        </p:sp>
        <p:sp>
          <p:nvSpPr>
            <p:cNvPr id="873" name="Freeform 872">
              <a:extLst>
                <a:ext uri="{FF2B5EF4-FFF2-40B4-BE49-F238E27FC236}">
                  <a16:creationId xmlns:a16="http://schemas.microsoft.com/office/drawing/2014/main" id="{FB6596A6-534F-6040-AD90-BD90E969C3E1}"/>
                </a:ext>
              </a:extLst>
            </p:cNvPr>
            <p:cNvSpPr/>
            <p:nvPr/>
          </p:nvSpPr>
          <p:spPr>
            <a:xfrm>
              <a:off x="5788180" y="2590399"/>
              <a:ext cx="46407" cy="46283"/>
            </a:xfrm>
            <a:custGeom>
              <a:avLst/>
              <a:gdLst>
                <a:gd name="connsiteX0" fmla="*/ 42382 w 46407"/>
                <a:gd name="connsiteY0" fmla="*/ 511 h 46283"/>
                <a:gd name="connsiteX1" fmla="*/ 39953 w 46407"/>
                <a:gd name="connsiteY1" fmla="*/ 0 h 46283"/>
                <a:gd name="connsiteX2" fmla="*/ 17589 w 46407"/>
                <a:gd name="connsiteY2" fmla="*/ 0 h 46283"/>
                <a:gd name="connsiteX3" fmla="*/ 11199 w 46407"/>
                <a:gd name="connsiteY3" fmla="*/ 6384 h 46283"/>
                <a:gd name="connsiteX4" fmla="*/ 17589 w 46407"/>
                <a:gd name="connsiteY4" fmla="*/ 12768 h 46283"/>
                <a:gd name="connsiteX5" fmla="*/ 24553 w 46407"/>
                <a:gd name="connsiteY5" fmla="*/ 12768 h 46283"/>
                <a:gd name="connsiteX6" fmla="*/ 1869 w 46407"/>
                <a:gd name="connsiteY6" fmla="*/ 35431 h 46283"/>
                <a:gd name="connsiteX7" fmla="*/ 1869 w 46407"/>
                <a:gd name="connsiteY7" fmla="*/ 44432 h 46283"/>
                <a:gd name="connsiteX8" fmla="*/ 6406 w 46407"/>
                <a:gd name="connsiteY8" fmla="*/ 46284 h 46283"/>
                <a:gd name="connsiteX9" fmla="*/ 10943 w 46407"/>
                <a:gd name="connsiteY9" fmla="*/ 44432 h 46283"/>
                <a:gd name="connsiteX10" fmla="*/ 33627 w 46407"/>
                <a:gd name="connsiteY10" fmla="*/ 21769 h 46283"/>
                <a:gd name="connsiteX11" fmla="*/ 33627 w 46407"/>
                <a:gd name="connsiteY11" fmla="*/ 28728 h 46283"/>
                <a:gd name="connsiteX12" fmla="*/ 40017 w 46407"/>
                <a:gd name="connsiteY12" fmla="*/ 35112 h 46283"/>
                <a:gd name="connsiteX13" fmla="*/ 46407 w 46407"/>
                <a:gd name="connsiteY13" fmla="*/ 28728 h 46283"/>
                <a:gd name="connsiteX14" fmla="*/ 46407 w 46407"/>
                <a:gd name="connsiteY14" fmla="*/ 6384 h 46283"/>
                <a:gd name="connsiteX15" fmla="*/ 45896 w 46407"/>
                <a:gd name="connsiteY15" fmla="*/ 3958 h 46283"/>
                <a:gd name="connsiteX16" fmla="*/ 42382 w 46407"/>
                <a:gd name="connsiteY16" fmla="*/ 511 h 46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6407" h="46283">
                  <a:moveTo>
                    <a:pt x="42382" y="511"/>
                  </a:moveTo>
                  <a:cubicBezTo>
                    <a:pt x="41615" y="192"/>
                    <a:pt x="40784" y="0"/>
                    <a:pt x="39953" y="0"/>
                  </a:cubicBezTo>
                  <a:lnTo>
                    <a:pt x="17589" y="0"/>
                  </a:lnTo>
                  <a:cubicBezTo>
                    <a:pt x="14074" y="0"/>
                    <a:pt x="11199" y="2873"/>
                    <a:pt x="11199" y="6384"/>
                  </a:cubicBezTo>
                  <a:cubicBezTo>
                    <a:pt x="11199" y="9895"/>
                    <a:pt x="14074" y="12768"/>
                    <a:pt x="17589" y="12768"/>
                  </a:cubicBezTo>
                  <a:lnTo>
                    <a:pt x="24553" y="12768"/>
                  </a:lnTo>
                  <a:lnTo>
                    <a:pt x="1869" y="35431"/>
                  </a:lnTo>
                  <a:cubicBezTo>
                    <a:pt x="-623" y="37921"/>
                    <a:pt x="-623" y="41943"/>
                    <a:pt x="1869" y="44432"/>
                  </a:cubicBezTo>
                  <a:cubicBezTo>
                    <a:pt x="3147" y="45709"/>
                    <a:pt x="4745" y="46284"/>
                    <a:pt x="6406" y="46284"/>
                  </a:cubicBezTo>
                  <a:cubicBezTo>
                    <a:pt x="8068" y="46284"/>
                    <a:pt x="9665" y="45645"/>
                    <a:pt x="10943" y="44432"/>
                  </a:cubicBezTo>
                  <a:lnTo>
                    <a:pt x="33627" y="21769"/>
                  </a:lnTo>
                  <a:lnTo>
                    <a:pt x="33627" y="28728"/>
                  </a:lnTo>
                  <a:cubicBezTo>
                    <a:pt x="33627" y="32239"/>
                    <a:pt x="36502" y="35112"/>
                    <a:pt x="40017" y="35112"/>
                  </a:cubicBezTo>
                  <a:cubicBezTo>
                    <a:pt x="43532" y="35112"/>
                    <a:pt x="46407" y="32239"/>
                    <a:pt x="46407" y="28728"/>
                  </a:cubicBezTo>
                  <a:lnTo>
                    <a:pt x="46407" y="6384"/>
                  </a:lnTo>
                  <a:cubicBezTo>
                    <a:pt x="46407" y="5554"/>
                    <a:pt x="46215" y="4724"/>
                    <a:pt x="45896" y="3958"/>
                  </a:cubicBezTo>
                  <a:cubicBezTo>
                    <a:pt x="45193" y="2426"/>
                    <a:pt x="43915" y="1149"/>
                    <a:pt x="42382" y="511"/>
                  </a:cubicBezTo>
                  <a:close/>
                </a:path>
              </a:pathLst>
            </a:custGeom>
            <a:solidFill>
              <a:srgbClr val="00A3E0"/>
            </a:solidFill>
            <a:ln w="6390" cap="flat">
              <a:noFill/>
              <a:prstDash val="solid"/>
              <a:miter/>
            </a:ln>
          </p:spPr>
          <p:txBody>
            <a:bodyPr rtlCol="0" anchor="ctr"/>
            <a:lstStyle/>
            <a:p>
              <a:endParaRPr lang="en-US"/>
            </a:p>
          </p:txBody>
        </p:sp>
      </p:grpSp>
      <p:grpSp>
        <p:nvGrpSpPr>
          <p:cNvPr id="874" name="Graphic 4">
            <a:extLst>
              <a:ext uri="{FF2B5EF4-FFF2-40B4-BE49-F238E27FC236}">
                <a16:creationId xmlns:a16="http://schemas.microsoft.com/office/drawing/2014/main" id="{9B5738ED-BA8D-BA48-B63E-CBF82175CB26}"/>
              </a:ext>
            </a:extLst>
          </p:cNvPr>
          <p:cNvGrpSpPr/>
          <p:nvPr/>
        </p:nvGrpSpPr>
        <p:grpSpPr>
          <a:xfrm>
            <a:off x="5708514" y="2855462"/>
            <a:ext cx="362309" cy="361971"/>
            <a:chOff x="5708514" y="2855462"/>
            <a:chExt cx="362309" cy="361971"/>
          </a:xfrm>
          <a:solidFill>
            <a:srgbClr val="00A3E0"/>
          </a:solidFill>
        </p:grpSpPr>
        <p:sp>
          <p:nvSpPr>
            <p:cNvPr id="875" name="Freeform 874">
              <a:extLst>
                <a:ext uri="{FF2B5EF4-FFF2-40B4-BE49-F238E27FC236}">
                  <a16:creationId xmlns:a16="http://schemas.microsoft.com/office/drawing/2014/main" id="{72FF9402-6BDE-C244-8D23-22A17A79C95D}"/>
                </a:ext>
              </a:extLst>
            </p:cNvPr>
            <p:cNvSpPr/>
            <p:nvPr/>
          </p:nvSpPr>
          <p:spPr>
            <a:xfrm>
              <a:off x="5708514" y="2855462"/>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30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10" y="280959"/>
                    <a:pt x="362310" y="180986"/>
                  </a:cubicBezTo>
                  <a:cubicBezTo>
                    <a:pt x="362310" y="81013"/>
                    <a:pt x="281221" y="0"/>
                    <a:pt x="181155" y="0"/>
                  </a:cubicBezTo>
                  <a:close/>
                  <a:moveTo>
                    <a:pt x="181155" y="349140"/>
                  </a:moveTo>
                  <a:cubicBezTo>
                    <a:pt x="88309" y="349140"/>
                    <a:pt x="12780" y="273681"/>
                    <a:pt x="12780" y="180922"/>
                  </a:cubicBezTo>
                  <a:cubicBezTo>
                    <a:pt x="12780" y="88163"/>
                    <a:pt x="88309" y="12704"/>
                    <a:pt x="181155" y="12704"/>
                  </a:cubicBezTo>
                  <a:cubicBezTo>
                    <a:pt x="274001" y="12704"/>
                    <a:pt x="349530" y="88163"/>
                    <a:pt x="349530" y="180922"/>
                  </a:cubicBezTo>
                  <a:cubicBezTo>
                    <a:pt x="349530" y="273681"/>
                    <a:pt x="274001"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876" name="Freeform 875">
              <a:extLst>
                <a:ext uri="{FF2B5EF4-FFF2-40B4-BE49-F238E27FC236}">
                  <a16:creationId xmlns:a16="http://schemas.microsoft.com/office/drawing/2014/main" id="{8AFC1908-3050-8342-82AA-1B7D470A59CD}"/>
                </a:ext>
              </a:extLst>
            </p:cNvPr>
            <p:cNvSpPr/>
            <p:nvPr/>
          </p:nvSpPr>
          <p:spPr>
            <a:xfrm>
              <a:off x="5840839" y="2963224"/>
              <a:ext cx="149668" cy="190944"/>
            </a:xfrm>
            <a:custGeom>
              <a:avLst/>
              <a:gdLst>
                <a:gd name="connsiteX0" fmla="*/ 132410 w 149668"/>
                <a:gd name="connsiteY0" fmla="*/ 55668 h 190944"/>
                <a:gd name="connsiteX1" fmla="*/ 126723 w 149668"/>
                <a:gd name="connsiteY1" fmla="*/ 56690 h 190944"/>
                <a:gd name="connsiteX2" fmla="*/ 110109 w 149668"/>
                <a:gd name="connsiteY2" fmla="*/ 44496 h 190944"/>
                <a:gd name="connsiteX3" fmla="*/ 104422 w 149668"/>
                <a:gd name="connsiteY3" fmla="*/ 45582 h 190944"/>
                <a:gd name="connsiteX4" fmla="*/ 87808 w 149668"/>
                <a:gd name="connsiteY4" fmla="*/ 33388 h 190944"/>
                <a:gd name="connsiteX5" fmla="*/ 83080 w 149668"/>
                <a:gd name="connsiteY5" fmla="*/ 34154 h 190944"/>
                <a:gd name="connsiteX6" fmla="*/ 83080 w 149668"/>
                <a:gd name="connsiteY6" fmla="*/ 17492 h 190944"/>
                <a:gd name="connsiteX7" fmla="*/ 65571 w 149668"/>
                <a:gd name="connsiteY7" fmla="*/ 0 h 190944"/>
                <a:gd name="connsiteX8" fmla="*/ 53111 w 149668"/>
                <a:gd name="connsiteY8" fmla="*/ 5235 h 190944"/>
                <a:gd name="connsiteX9" fmla="*/ 47999 w 149668"/>
                <a:gd name="connsiteY9" fmla="*/ 17492 h 190944"/>
                <a:gd name="connsiteX10" fmla="*/ 47999 w 149668"/>
                <a:gd name="connsiteY10" fmla="*/ 99526 h 190944"/>
                <a:gd name="connsiteX11" fmla="*/ 37136 w 149668"/>
                <a:gd name="connsiteY11" fmla="*/ 91482 h 190944"/>
                <a:gd name="connsiteX12" fmla="*/ 3334 w 149668"/>
                <a:gd name="connsiteY12" fmla="*/ 94483 h 190944"/>
                <a:gd name="connsiteX13" fmla="*/ 5634 w 149668"/>
                <a:gd name="connsiteY13" fmla="*/ 114784 h 190944"/>
                <a:gd name="connsiteX14" fmla="*/ 45826 w 149668"/>
                <a:gd name="connsiteY14" fmla="*/ 153854 h 190944"/>
                <a:gd name="connsiteX15" fmla="*/ 53558 w 149668"/>
                <a:gd name="connsiteY15" fmla="*/ 173389 h 190944"/>
                <a:gd name="connsiteX16" fmla="*/ 53558 w 149668"/>
                <a:gd name="connsiteY16" fmla="*/ 184497 h 190944"/>
                <a:gd name="connsiteX17" fmla="*/ 59948 w 149668"/>
                <a:gd name="connsiteY17" fmla="*/ 190881 h 190944"/>
                <a:gd name="connsiteX18" fmla="*/ 66338 w 149668"/>
                <a:gd name="connsiteY18" fmla="*/ 184497 h 190944"/>
                <a:gd name="connsiteX19" fmla="*/ 66338 w 149668"/>
                <a:gd name="connsiteY19" fmla="*/ 173389 h 190944"/>
                <a:gd name="connsiteX20" fmla="*/ 55156 w 149668"/>
                <a:gd name="connsiteY20" fmla="*/ 145172 h 190944"/>
                <a:gd name="connsiteX21" fmla="*/ 14388 w 149668"/>
                <a:gd name="connsiteY21" fmla="*/ 105463 h 190944"/>
                <a:gd name="connsiteX22" fmla="*/ 12791 w 149668"/>
                <a:gd name="connsiteY22" fmla="*/ 103293 h 190944"/>
                <a:gd name="connsiteX23" fmla="*/ 16177 w 149668"/>
                <a:gd name="connsiteY23" fmla="*/ 100739 h 190944"/>
                <a:gd name="connsiteX24" fmla="*/ 29468 w 149668"/>
                <a:gd name="connsiteY24" fmla="*/ 101697 h 190944"/>
                <a:gd name="connsiteX25" fmla="*/ 50619 w 149668"/>
                <a:gd name="connsiteY25" fmla="*/ 117338 h 190944"/>
                <a:gd name="connsiteX26" fmla="*/ 50683 w 149668"/>
                <a:gd name="connsiteY26" fmla="*/ 117274 h 190944"/>
                <a:gd name="connsiteX27" fmla="*/ 54389 w 149668"/>
                <a:gd name="connsiteY27" fmla="*/ 118614 h 190944"/>
                <a:gd name="connsiteX28" fmla="*/ 60779 w 149668"/>
                <a:gd name="connsiteY28" fmla="*/ 112230 h 190944"/>
                <a:gd name="connsiteX29" fmla="*/ 60779 w 149668"/>
                <a:gd name="connsiteY29" fmla="*/ 17620 h 190944"/>
                <a:gd name="connsiteX30" fmla="*/ 62121 w 149668"/>
                <a:gd name="connsiteY30" fmla="*/ 14364 h 190944"/>
                <a:gd name="connsiteX31" fmla="*/ 65508 w 149668"/>
                <a:gd name="connsiteY31" fmla="*/ 12896 h 190944"/>
                <a:gd name="connsiteX32" fmla="*/ 70236 w 149668"/>
                <a:gd name="connsiteY32" fmla="*/ 17620 h 190944"/>
                <a:gd name="connsiteX33" fmla="*/ 70236 w 149668"/>
                <a:gd name="connsiteY33" fmla="*/ 73288 h 190944"/>
                <a:gd name="connsiteX34" fmla="*/ 76626 w 149668"/>
                <a:gd name="connsiteY34" fmla="*/ 79672 h 190944"/>
                <a:gd name="connsiteX35" fmla="*/ 83016 w 149668"/>
                <a:gd name="connsiteY35" fmla="*/ 73288 h 190944"/>
                <a:gd name="connsiteX36" fmla="*/ 83016 w 149668"/>
                <a:gd name="connsiteY36" fmla="*/ 51008 h 190944"/>
                <a:gd name="connsiteX37" fmla="*/ 84358 w 149668"/>
                <a:gd name="connsiteY37" fmla="*/ 47752 h 190944"/>
                <a:gd name="connsiteX38" fmla="*/ 87744 w 149668"/>
                <a:gd name="connsiteY38" fmla="*/ 46284 h 190944"/>
                <a:gd name="connsiteX39" fmla="*/ 92473 w 149668"/>
                <a:gd name="connsiteY39" fmla="*/ 51008 h 190944"/>
                <a:gd name="connsiteX40" fmla="*/ 92473 w 149668"/>
                <a:gd name="connsiteY40" fmla="*/ 78842 h 190944"/>
                <a:gd name="connsiteX41" fmla="*/ 98863 w 149668"/>
                <a:gd name="connsiteY41" fmla="*/ 85226 h 190944"/>
                <a:gd name="connsiteX42" fmla="*/ 105253 w 149668"/>
                <a:gd name="connsiteY42" fmla="*/ 78842 h 190944"/>
                <a:gd name="connsiteX43" fmla="*/ 105253 w 149668"/>
                <a:gd name="connsiteY43" fmla="*/ 62116 h 190944"/>
                <a:gd name="connsiteX44" fmla="*/ 106595 w 149668"/>
                <a:gd name="connsiteY44" fmla="*/ 58860 h 190944"/>
                <a:gd name="connsiteX45" fmla="*/ 109982 w 149668"/>
                <a:gd name="connsiteY45" fmla="*/ 57392 h 190944"/>
                <a:gd name="connsiteX46" fmla="*/ 114710 w 149668"/>
                <a:gd name="connsiteY46" fmla="*/ 62116 h 190944"/>
                <a:gd name="connsiteX47" fmla="*/ 114646 w 149668"/>
                <a:gd name="connsiteY47" fmla="*/ 87524 h 190944"/>
                <a:gd name="connsiteX48" fmla="*/ 121036 w 149668"/>
                <a:gd name="connsiteY48" fmla="*/ 93908 h 190944"/>
                <a:gd name="connsiteX49" fmla="*/ 121036 w 149668"/>
                <a:gd name="connsiteY49" fmla="*/ 93908 h 190944"/>
                <a:gd name="connsiteX50" fmla="*/ 127426 w 149668"/>
                <a:gd name="connsiteY50" fmla="*/ 87524 h 190944"/>
                <a:gd name="connsiteX51" fmla="*/ 127426 w 149668"/>
                <a:gd name="connsiteY51" fmla="*/ 73352 h 190944"/>
                <a:gd name="connsiteX52" fmla="*/ 127426 w 149668"/>
                <a:gd name="connsiteY52" fmla="*/ 73224 h 190944"/>
                <a:gd name="connsiteX53" fmla="*/ 128768 w 149668"/>
                <a:gd name="connsiteY53" fmla="*/ 69968 h 190944"/>
                <a:gd name="connsiteX54" fmla="*/ 132155 w 149668"/>
                <a:gd name="connsiteY54" fmla="*/ 68500 h 190944"/>
                <a:gd name="connsiteX55" fmla="*/ 136883 w 149668"/>
                <a:gd name="connsiteY55" fmla="*/ 73224 h 190944"/>
                <a:gd name="connsiteX56" fmla="*/ 136819 w 149668"/>
                <a:gd name="connsiteY56" fmla="*/ 112294 h 190944"/>
                <a:gd name="connsiteX57" fmla="*/ 136883 w 149668"/>
                <a:gd name="connsiteY57" fmla="*/ 122126 h 190944"/>
                <a:gd name="connsiteX58" fmla="*/ 132921 w 149668"/>
                <a:gd name="connsiteY58" fmla="*/ 137064 h 190944"/>
                <a:gd name="connsiteX59" fmla="*/ 125765 w 149668"/>
                <a:gd name="connsiteY59" fmla="*/ 162281 h 190944"/>
                <a:gd name="connsiteX60" fmla="*/ 125765 w 149668"/>
                <a:gd name="connsiteY60" fmla="*/ 184561 h 190944"/>
                <a:gd name="connsiteX61" fmla="*/ 132155 w 149668"/>
                <a:gd name="connsiteY61" fmla="*/ 190945 h 190944"/>
                <a:gd name="connsiteX62" fmla="*/ 138544 w 149668"/>
                <a:gd name="connsiteY62" fmla="*/ 184561 h 190944"/>
                <a:gd name="connsiteX63" fmla="*/ 138544 w 149668"/>
                <a:gd name="connsiteY63" fmla="*/ 161706 h 190944"/>
                <a:gd name="connsiteX64" fmla="*/ 143848 w 149668"/>
                <a:gd name="connsiteY64" fmla="*/ 143703 h 190944"/>
                <a:gd name="connsiteX65" fmla="*/ 149663 w 149668"/>
                <a:gd name="connsiteY65" fmla="*/ 122062 h 190944"/>
                <a:gd name="connsiteX66" fmla="*/ 149599 w 149668"/>
                <a:gd name="connsiteY66" fmla="*/ 112230 h 190944"/>
                <a:gd name="connsiteX67" fmla="*/ 149663 w 149668"/>
                <a:gd name="connsiteY67" fmla="*/ 73224 h 190944"/>
                <a:gd name="connsiteX68" fmla="*/ 132410 w 149668"/>
                <a:gd name="connsiteY68" fmla="*/ 55668 h 190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49668" h="190944">
                  <a:moveTo>
                    <a:pt x="132410" y="55668"/>
                  </a:moveTo>
                  <a:cubicBezTo>
                    <a:pt x="130493" y="55668"/>
                    <a:pt x="128576" y="56051"/>
                    <a:pt x="126723" y="56690"/>
                  </a:cubicBezTo>
                  <a:cubicBezTo>
                    <a:pt x="124423" y="49667"/>
                    <a:pt x="117905" y="44496"/>
                    <a:pt x="110109" y="44496"/>
                  </a:cubicBezTo>
                  <a:cubicBezTo>
                    <a:pt x="108192" y="44496"/>
                    <a:pt x="106275" y="44879"/>
                    <a:pt x="104422" y="45582"/>
                  </a:cubicBezTo>
                  <a:cubicBezTo>
                    <a:pt x="102122" y="38559"/>
                    <a:pt x="95604" y="33388"/>
                    <a:pt x="87808" y="33388"/>
                  </a:cubicBezTo>
                  <a:cubicBezTo>
                    <a:pt x="86211" y="33388"/>
                    <a:pt x="84613" y="33707"/>
                    <a:pt x="83080" y="34154"/>
                  </a:cubicBezTo>
                  <a:lnTo>
                    <a:pt x="83080" y="17492"/>
                  </a:lnTo>
                  <a:cubicBezTo>
                    <a:pt x="83080" y="7852"/>
                    <a:pt x="75220" y="0"/>
                    <a:pt x="65571" y="0"/>
                  </a:cubicBezTo>
                  <a:cubicBezTo>
                    <a:pt x="60971" y="0"/>
                    <a:pt x="56434" y="1915"/>
                    <a:pt x="53111" y="5235"/>
                  </a:cubicBezTo>
                  <a:cubicBezTo>
                    <a:pt x="49788" y="8555"/>
                    <a:pt x="47999" y="12896"/>
                    <a:pt x="47999" y="17492"/>
                  </a:cubicBezTo>
                  <a:lnTo>
                    <a:pt x="47999" y="99526"/>
                  </a:lnTo>
                  <a:cubicBezTo>
                    <a:pt x="44101" y="96653"/>
                    <a:pt x="39948" y="93589"/>
                    <a:pt x="37136" y="91482"/>
                  </a:cubicBezTo>
                  <a:cubicBezTo>
                    <a:pt x="26337" y="83375"/>
                    <a:pt x="10107" y="86439"/>
                    <a:pt x="3334" y="94483"/>
                  </a:cubicBezTo>
                  <a:cubicBezTo>
                    <a:pt x="-629" y="99143"/>
                    <a:pt x="-2354" y="107251"/>
                    <a:pt x="5634" y="114784"/>
                  </a:cubicBezTo>
                  <a:cubicBezTo>
                    <a:pt x="18925" y="127233"/>
                    <a:pt x="39820" y="147470"/>
                    <a:pt x="45826" y="153854"/>
                  </a:cubicBezTo>
                  <a:cubicBezTo>
                    <a:pt x="51322" y="159727"/>
                    <a:pt x="53558" y="163175"/>
                    <a:pt x="53558" y="173389"/>
                  </a:cubicBezTo>
                  <a:lnTo>
                    <a:pt x="53558" y="184497"/>
                  </a:lnTo>
                  <a:cubicBezTo>
                    <a:pt x="53558" y="188008"/>
                    <a:pt x="56434" y="190881"/>
                    <a:pt x="59948" y="190881"/>
                  </a:cubicBezTo>
                  <a:cubicBezTo>
                    <a:pt x="63463" y="190881"/>
                    <a:pt x="66338" y="188008"/>
                    <a:pt x="66338" y="184497"/>
                  </a:cubicBezTo>
                  <a:lnTo>
                    <a:pt x="66338" y="173389"/>
                  </a:lnTo>
                  <a:cubicBezTo>
                    <a:pt x="66338" y="159536"/>
                    <a:pt x="62760" y="153279"/>
                    <a:pt x="55156" y="145172"/>
                  </a:cubicBezTo>
                  <a:cubicBezTo>
                    <a:pt x="48383" y="137958"/>
                    <a:pt x="26465" y="116827"/>
                    <a:pt x="14388" y="105463"/>
                  </a:cubicBezTo>
                  <a:cubicBezTo>
                    <a:pt x="13046" y="104186"/>
                    <a:pt x="12791" y="103420"/>
                    <a:pt x="12791" y="103293"/>
                  </a:cubicBezTo>
                  <a:cubicBezTo>
                    <a:pt x="12854" y="102974"/>
                    <a:pt x="13749" y="101761"/>
                    <a:pt x="16177" y="100739"/>
                  </a:cubicBezTo>
                  <a:cubicBezTo>
                    <a:pt x="20011" y="99143"/>
                    <a:pt x="25762" y="98952"/>
                    <a:pt x="29468" y="101697"/>
                  </a:cubicBezTo>
                  <a:cubicBezTo>
                    <a:pt x="36114" y="106676"/>
                    <a:pt x="50619" y="117338"/>
                    <a:pt x="50619" y="117338"/>
                  </a:cubicBezTo>
                  <a:lnTo>
                    <a:pt x="50683" y="117274"/>
                  </a:lnTo>
                  <a:cubicBezTo>
                    <a:pt x="51769" y="118040"/>
                    <a:pt x="52983" y="118614"/>
                    <a:pt x="54389" y="118614"/>
                  </a:cubicBezTo>
                  <a:cubicBezTo>
                    <a:pt x="57903" y="118614"/>
                    <a:pt x="60779" y="115742"/>
                    <a:pt x="60779" y="112230"/>
                  </a:cubicBezTo>
                  <a:lnTo>
                    <a:pt x="60779" y="17620"/>
                  </a:lnTo>
                  <a:cubicBezTo>
                    <a:pt x="60779" y="16024"/>
                    <a:pt x="61546" y="15002"/>
                    <a:pt x="62121" y="14364"/>
                  </a:cubicBezTo>
                  <a:cubicBezTo>
                    <a:pt x="63079" y="13406"/>
                    <a:pt x="64293" y="12896"/>
                    <a:pt x="65508" y="12896"/>
                  </a:cubicBezTo>
                  <a:cubicBezTo>
                    <a:pt x="67424" y="12896"/>
                    <a:pt x="70236" y="14555"/>
                    <a:pt x="70236" y="17620"/>
                  </a:cubicBezTo>
                  <a:lnTo>
                    <a:pt x="70236" y="73288"/>
                  </a:lnTo>
                  <a:cubicBezTo>
                    <a:pt x="70236" y="76799"/>
                    <a:pt x="73112" y="79672"/>
                    <a:pt x="76626" y="79672"/>
                  </a:cubicBezTo>
                  <a:cubicBezTo>
                    <a:pt x="80140" y="79672"/>
                    <a:pt x="83016" y="76799"/>
                    <a:pt x="83016" y="73288"/>
                  </a:cubicBezTo>
                  <a:lnTo>
                    <a:pt x="83016" y="51008"/>
                  </a:lnTo>
                  <a:cubicBezTo>
                    <a:pt x="83016" y="49412"/>
                    <a:pt x="83783" y="48391"/>
                    <a:pt x="84358" y="47752"/>
                  </a:cubicBezTo>
                  <a:cubicBezTo>
                    <a:pt x="85316" y="46795"/>
                    <a:pt x="86530" y="46284"/>
                    <a:pt x="87744" y="46284"/>
                  </a:cubicBezTo>
                  <a:cubicBezTo>
                    <a:pt x="89661" y="46284"/>
                    <a:pt x="92473" y="47944"/>
                    <a:pt x="92473" y="51008"/>
                  </a:cubicBezTo>
                  <a:lnTo>
                    <a:pt x="92473" y="78842"/>
                  </a:lnTo>
                  <a:cubicBezTo>
                    <a:pt x="92473" y="82353"/>
                    <a:pt x="95348" y="85226"/>
                    <a:pt x="98863" y="85226"/>
                  </a:cubicBezTo>
                  <a:cubicBezTo>
                    <a:pt x="102378" y="85226"/>
                    <a:pt x="105253" y="82353"/>
                    <a:pt x="105253" y="78842"/>
                  </a:cubicBezTo>
                  <a:lnTo>
                    <a:pt x="105253" y="62116"/>
                  </a:lnTo>
                  <a:cubicBezTo>
                    <a:pt x="105253" y="60520"/>
                    <a:pt x="106019" y="59499"/>
                    <a:pt x="106595" y="58860"/>
                  </a:cubicBezTo>
                  <a:cubicBezTo>
                    <a:pt x="107553" y="57903"/>
                    <a:pt x="108768" y="57392"/>
                    <a:pt x="109982" y="57392"/>
                  </a:cubicBezTo>
                  <a:cubicBezTo>
                    <a:pt x="111899" y="57392"/>
                    <a:pt x="114710" y="59052"/>
                    <a:pt x="114710" y="62116"/>
                  </a:cubicBezTo>
                  <a:lnTo>
                    <a:pt x="114646" y="87524"/>
                  </a:lnTo>
                  <a:cubicBezTo>
                    <a:pt x="114646" y="91035"/>
                    <a:pt x="117522" y="93908"/>
                    <a:pt x="121036" y="93908"/>
                  </a:cubicBezTo>
                  <a:cubicBezTo>
                    <a:pt x="121036" y="93908"/>
                    <a:pt x="121036" y="93908"/>
                    <a:pt x="121036" y="93908"/>
                  </a:cubicBezTo>
                  <a:cubicBezTo>
                    <a:pt x="124550" y="93908"/>
                    <a:pt x="127426" y="91035"/>
                    <a:pt x="127426" y="87524"/>
                  </a:cubicBezTo>
                  <a:lnTo>
                    <a:pt x="127426" y="73352"/>
                  </a:lnTo>
                  <a:cubicBezTo>
                    <a:pt x="127426" y="73288"/>
                    <a:pt x="127426" y="73288"/>
                    <a:pt x="127426" y="73224"/>
                  </a:cubicBezTo>
                  <a:cubicBezTo>
                    <a:pt x="127426" y="71692"/>
                    <a:pt x="128193" y="70607"/>
                    <a:pt x="128768" y="69968"/>
                  </a:cubicBezTo>
                  <a:cubicBezTo>
                    <a:pt x="129726" y="69011"/>
                    <a:pt x="130940" y="68500"/>
                    <a:pt x="132155" y="68500"/>
                  </a:cubicBezTo>
                  <a:cubicBezTo>
                    <a:pt x="134071" y="68500"/>
                    <a:pt x="136883" y="70160"/>
                    <a:pt x="136883" y="73224"/>
                  </a:cubicBezTo>
                  <a:lnTo>
                    <a:pt x="136819" y="112294"/>
                  </a:lnTo>
                  <a:lnTo>
                    <a:pt x="136883" y="122126"/>
                  </a:lnTo>
                  <a:cubicBezTo>
                    <a:pt x="136883" y="127616"/>
                    <a:pt x="135477" y="132787"/>
                    <a:pt x="132921" y="137064"/>
                  </a:cubicBezTo>
                  <a:cubicBezTo>
                    <a:pt x="126084" y="148300"/>
                    <a:pt x="125765" y="151939"/>
                    <a:pt x="125765" y="162281"/>
                  </a:cubicBezTo>
                  <a:lnTo>
                    <a:pt x="125765" y="184561"/>
                  </a:lnTo>
                  <a:cubicBezTo>
                    <a:pt x="125765" y="188072"/>
                    <a:pt x="128640" y="190945"/>
                    <a:pt x="132155" y="190945"/>
                  </a:cubicBezTo>
                  <a:cubicBezTo>
                    <a:pt x="135669" y="190945"/>
                    <a:pt x="138544" y="188072"/>
                    <a:pt x="138544" y="184561"/>
                  </a:cubicBezTo>
                  <a:lnTo>
                    <a:pt x="138544" y="161706"/>
                  </a:lnTo>
                  <a:cubicBezTo>
                    <a:pt x="138544" y="153662"/>
                    <a:pt x="138544" y="152450"/>
                    <a:pt x="143848" y="143703"/>
                  </a:cubicBezTo>
                  <a:cubicBezTo>
                    <a:pt x="147682" y="137447"/>
                    <a:pt x="149663" y="129978"/>
                    <a:pt x="149663" y="122062"/>
                  </a:cubicBezTo>
                  <a:lnTo>
                    <a:pt x="149599" y="112230"/>
                  </a:lnTo>
                  <a:lnTo>
                    <a:pt x="149663" y="73224"/>
                  </a:lnTo>
                  <a:cubicBezTo>
                    <a:pt x="149919" y="63521"/>
                    <a:pt x="142059" y="55668"/>
                    <a:pt x="132410" y="55668"/>
                  </a:cubicBezTo>
                  <a:close/>
                </a:path>
              </a:pathLst>
            </a:custGeom>
            <a:solidFill>
              <a:srgbClr val="00A3E0"/>
            </a:solidFill>
            <a:ln w="6390" cap="flat">
              <a:noFill/>
              <a:prstDash val="solid"/>
              <a:miter/>
            </a:ln>
          </p:spPr>
          <p:txBody>
            <a:bodyPr rtlCol="0" anchor="ctr"/>
            <a:lstStyle/>
            <a:p>
              <a:endParaRPr lang="en-US"/>
            </a:p>
          </p:txBody>
        </p:sp>
        <p:sp>
          <p:nvSpPr>
            <p:cNvPr id="877" name="Freeform 876">
              <a:extLst>
                <a:ext uri="{FF2B5EF4-FFF2-40B4-BE49-F238E27FC236}">
                  <a16:creationId xmlns:a16="http://schemas.microsoft.com/office/drawing/2014/main" id="{335B9283-1461-8047-A2B7-EF1AAB49DD97}"/>
                </a:ext>
              </a:extLst>
            </p:cNvPr>
            <p:cNvSpPr/>
            <p:nvPr/>
          </p:nvSpPr>
          <p:spPr>
            <a:xfrm>
              <a:off x="5933424" y="2918727"/>
              <a:ext cx="46215" cy="46156"/>
            </a:xfrm>
            <a:custGeom>
              <a:avLst/>
              <a:gdLst>
                <a:gd name="connsiteX0" fmla="*/ 6406 w 46215"/>
                <a:gd name="connsiteY0" fmla="*/ 46156 h 46156"/>
                <a:gd name="connsiteX1" fmla="*/ 10943 w 46215"/>
                <a:gd name="connsiteY1" fmla="*/ 44305 h 46156"/>
                <a:gd name="connsiteX2" fmla="*/ 33435 w 46215"/>
                <a:gd name="connsiteY2" fmla="*/ 21833 h 46156"/>
                <a:gd name="connsiteX3" fmla="*/ 33435 w 46215"/>
                <a:gd name="connsiteY3" fmla="*/ 28664 h 46156"/>
                <a:gd name="connsiteX4" fmla="*/ 39825 w 46215"/>
                <a:gd name="connsiteY4" fmla="*/ 35048 h 46156"/>
                <a:gd name="connsiteX5" fmla="*/ 46215 w 46215"/>
                <a:gd name="connsiteY5" fmla="*/ 28664 h 46156"/>
                <a:gd name="connsiteX6" fmla="*/ 46215 w 46215"/>
                <a:gd name="connsiteY6" fmla="*/ 6384 h 46156"/>
                <a:gd name="connsiteX7" fmla="*/ 45704 w 46215"/>
                <a:gd name="connsiteY7" fmla="*/ 3958 h 46156"/>
                <a:gd name="connsiteX8" fmla="*/ 42253 w 46215"/>
                <a:gd name="connsiteY8" fmla="*/ 511 h 46156"/>
                <a:gd name="connsiteX9" fmla="*/ 39825 w 46215"/>
                <a:gd name="connsiteY9" fmla="*/ 0 h 46156"/>
                <a:gd name="connsiteX10" fmla="*/ 17524 w 46215"/>
                <a:gd name="connsiteY10" fmla="*/ 0 h 46156"/>
                <a:gd name="connsiteX11" fmla="*/ 11134 w 46215"/>
                <a:gd name="connsiteY11" fmla="*/ 6384 h 46156"/>
                <a:gd name="connsiteX12" fmla="*/ 17524 w 46215"/>
                <a:gd name="connsiteY12" fmla="*/ 12768 h 46156"/>
                <a:gd name="connsiteX13" fmla="*/ 24362 w 46215"/>
                <a:gd name="connsiteY13" fmla="*/ 12768 h 46156"/>
                <a:gd name="connsiteX14" fmla="*/ 1869 w 46215"/>
                <a:gd name="connsiteY14" fmla="*/ 35240 h 46156"/>
                <a:gd name="connsiteX15" fmla="*/ 1869 w 46215"/>
                <a:gd name="connsiteY15" fmla="*/ 44241 h 46156"/>
                <a:gd name="connsiteX16" fmla="*/ 6406 w 46215"/>
                <a:gd name="connsiteY16" fmla="*/ 46156 h 46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6215" h="46156">
                  <a:moveTo>
                    <a:pt x="6406" y="46156"/>
                  </a:moveTo>
                  <a:cubicBezTo>
                    <a:pt x="8067" y="46156"/>
                    <a:pt x="9665" y="45518"/>
                    <a:pt x="10943" y="44305"/>
                  </a:cubicBezTo>
                  <a:lnTo>
                    <a:pt x="33435" y="21833"/>
                  </a:lnTo>
                  <a:lnTo>
                    <a:pt x="33435" y="28664"/>
                  </a:lnTo>
                  <a:cubicBezTo>
                    <a:pt x="33435" y="32175"/>
                    <a:pt x="36311" y="35048"/>
                    <a:pt x="39825" y="35048"/>
                  </a:cubicBezTo>
                  <a:cubicBezTo>
                    <a:pt x="43340" y="35048"/>
                    <a:pt x="46215" y="32175"/>
                    <a:pt x="46215" y="28664"/>
                  </a:cubicBezTo>
                  <a:lnTo>
                    <a:pt x="46215" y="6384"/>
                  </a:lnTo>
                  <a:cubicBezTo>
                    <a:pt x="46215" y="5554"/>
                    <a:pt x="46024" y="4724"/>
                    <a:pt x="45704" y="3958"/>
                  </a:cubicBezTo>
                  <a:cubicBezTo>
                    <a:pt x="45065" y="2426"/>
                    <a:pt x="43787" y="1149"/>
                    <a:pt x="42253" y="511"/>
                  </a:cubicBezTo>
                  <a:cubicBezTo>
                    <a:pt x="41487" y="192"/>
                    <a:pt x="40656" y="0"/>
                    <a:pt x="39825" y="0"/>
                  </a:cubicBezTo>
                  <a:lnTo>
                    <a:pt x="17524" y="0"/>
                  </a:lnTo>
                  <a:cubicBezTo>
                    <a:pt x="14010" y="0"/>
                    <a:pt x="11134" y="2873"/>
                    <a:pt x="11134" y="6384"/>
                  </a:cubicBezTo>
                  <a:cubicBezTo>
                    <a:pt x="11134" y="9895"/>
                    <a:pt x="14010" y="12768"/>
                    <a:pt x="17524" y="12768"/>
                  </a:cubicBezTo>
                  <a:lnTo>
                    <a:pt x="24362" y="12768"/>
                  </a:lnTo>
                  <a:lnTo>
                    <a:pt x="1869" y="35240"/>
                  </a:lnTo>
                  <a:cubicBezTo>
                    <a:pt x="-623" y="37729"/>
                    <a:pt x="-623" y="41751"/>
                    <a:pt x="1869" y="44241"/>
                  </a:cubicBezTo>
                  <a:cubicBezTo>
                    <a:pt x="3147" y="45518"/>
                    <a:pt x="4744" y="46156"/>
                    <a:pt x="6406" y="46156"/>
                  </a:cubicBezTo>
                  <a:close/>
                </a:path>
              </a:pathLst>
            </a:custGeom>
            <a:solidFill>
              <a:srgbClr val="00A3E0"/>
            </a:solidFill>
            <a:ln w="6390" cap="flat">
              <a:noFill/>
              <a:prstDash val="solid"/>
              <a:miter/>
            </a:ln>
          </p:spPr>
          <p:txBody>
            <a:bodyPr rtlCol="0" anchor="ctr"/>
            <a:lstStyle/>
            <a:p>
              <a:endParaRPr lang="en-US"/>
            </a:p>
          </p:txBody>
        </p:sp>
        <p:sp>
          <p:nvSpPr>
            <p:cNvPr id="878" name="Freeform 877">
              <a:extLst>
                <a:ext uri="{FF2B5EF4-FFF2-40B4-BE49-F238E27FC236}">
                  <a16:creationId xmlns:a16="http://schemas.microsoft.com/office/drawing/2014/main" id="{09ADE7CA-A0EB-E440-9838-060E38A06B80}"/>
                </a:ext>
              </a:extLst>
            </p:cNvPr>
            <p:cNvSpPr/>
            <p:nvPr/>
          </p:nvSpPr>
          <p:spPr>
            <a:xfrm>
              <a:off x="5788580" y="3074640"/>
              <a:ext cx="46215" cy="46140"/>
            </a:xfrm>
            <a:custGeom>
              <a:avLst/>
              <a:gdLst>
                <a:gd name="connsiteX0" fmla="*/ 35272 w 46215"/>
                <a:gd name="connsiteY0" fmla="*/ 1836 h 46140"/>
                <a:gd name="connsiteX1" fmla="*/ 12780 w 46215"/>
                <a:gd name="connsiteY1" fmla="*/ 24307 h 46140"/>
                <a:gd name="connsiteX2" fmla="*/ 12780 w 46215"/>
                <a:gd name="connsiteY2" fmla="*/ 17477 h 46140"/>
                <a:gd name="connsiteX3" fmla="*/ 6390 w 46215"/>
                <a:gd name="connsiteY3" fmla="*/ 11093 h 46140"/>
                <a:gd name="connsiteX4" fmla="*/ 0 w 46215"/>
                <a:gd name="connsiteY4" fmla="*/ 17477 h 46140"/>
                <a:gd name="connsiteX5" fmla="*/ 0 w 46215"/>
                <a:gd name="connsiteY5" fmla="*/ 39757 h 46140"/>
                <a:gd name="connsiteX6" fmla="*/ 511 w 46215"/>
                <a:gd name="connsiteY6" fmla="*/ 42182 h 46140"/>
                <a:gd name="connsiteX7" fmla="*/ 3962 w 46215"/>
                <a:gd name="connsiteY7" fmla="*/ 45630 h 46140"/>
                <a:gd name="connsiteX8" fmla="*/ 6390 w 46215"/>
                <a:gd name="connsiteY8" fmla="*/ 46141 h 46140"/>
                <a:gd name="connsiteX9" fmla="*/ 28691 w 46215"/>
                <a:gd name="connsiteY9" fmla="*/ 46141 h 46140"/>
                <a:gd name="connsiteX10" fmla="*/ 35081 w 46215"/>
                <a:gd name="connsiteY10" fmla="*/ 39757 h 46140"/>
                <a:gd name="connsiteX11" fmla="*/ 28691 w 46215"/>
                <a:gd name="connsiteY11" fmla="*/ 33373 h 46140"/>
                <a:gd name="connsiteX12" fmla="*/ 21853 w 46215"/>
                <a:gd name="connsiteY12" fmla="*/ 33373 h 46140"/>
                <a:gd name="connsiteX13" fmla="*/ 44346 w 46215"/>
                <a:gd name="connsiteY13" fmla="*/ 10901 h 46140"/>
                <a:gd name="connsiteX14" fmla="*/ 44346 w 46215"/>
                <a:gd name="connsiteY14" fmla="*/ 1900 h 46140"/>
                <a:gd name="connsiteX15" fmla="*/ 35272 w 46215"/>
                <a:gd name="connsiteY15" fmla="*/ 1836 h 46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215" h="46140">
                  <a:moveTo>
                    <a:pt x="35272" y="1836"/>
                  </a:moveTo>
                  <a:lnTo>
                    <a:pt x="12780" y="24307"/>
                  </a:lnTo>
                  <a:lnTo>
                    <a:pt x="12780" y="17477"/>
                  </a:lnTo>
                  <a:cubicBezTo>
                    <a:pt x="12780" y="13965"/>
                    <a:pt x="9904" y="11093"/>
                    <a:pt x="6390" y="11093"/>
                  </a:cubicBezTo>
                  <a:cubicBezTo>
                    <a:pt x="2876" y="11093"/>
                    <a:pt x="0" y="13965"/>
                    <a:pt x="0" y="17477"/>
                  </a:cubicBezTo>
                  <a:lnTo>
                    <a:pt x="0" y="39757"/>
                  </a:lnTo>
                  <a:cubicBezTo>
                    <a:pt x="0" y="40586"/>
                    <a:pt x="191" y="41416"/>
                    <a:pt x="511" y="42182"/>
                  </a:cubicBezTo>
                  <a:cubicBezTo>
                    <a:pt x="1150" y="43715"/>
                    <a:pt x="2428" y="44991"/>
                    <a:pt x="3962" y="45630"/>
                  </a:cubicBezTo>
                  <a:cubicBezTo>
                    <a:pt x="4728" y="45949"/>
                    <a:pt x="5559" y="46141"/>
                    <a:pt x="6390" y="46141"/>
                  </a:cubicBezTo>
                  <a:lnTo>
                    <a:pt x="28691" y="46141"/>
                  </a:lnTo>
                  <a:cubicBezTo>
                    <a:pt x="32205" y="46141"/>
                    <a:pt x="35081" y="43268"/>
                    <a:pt x="35081" y="39757"/>
                  </a:cubicBezTo>
                  <a:cubicBezTo>
                    <a:pt x="35081" y="36245"/>
                    <a:pt x="32205" y="33373"/>
                    <a:pt x="28691" y="33373"/>
                  </a:cubicBezTo>
                  <a:lnTo>
                    <a:pt x="21853" y="33373"/>
                  </a:lnTo>
                  <a:lnTo>
                    <a:pt x="44346" y="10901"/>
                  </a:lnTo>
                  <a:cubicBezTo>
                    <a:pt x="46838" y="8411"/>
                    <a:pt x="46838" y="4389"/>
                    <a:pt x="44346" y="1900"/>
                  </a:cubicBezTo>
                  <a:cubicBezTo>
                    <a:pt x="41854" y="-590"/>
                    <a:pt x="37764" y="-654"/>
                    <a:pt x="35272" y="1836"/>
                  </a:cubicBezTo>
                  <a:close/>
                </a:path>
              </a:pathLst>
            </a:custGeom>
            <a:solidFill>
              <a:srgbClr val="00A3E0"/>
            </a:solidFill>
            <a:ln w="6390" cap="flat">
              <a:noFill/>
              <a:prstDash val="solid"/>
              <a:miter/>
            </a:ln>
          </p:spPr>
          <p:txBody>
            <a:bodyPr rtlCol="0" anchor="ctr"/>
            <a:lstStyle/>
            <a:p>
              <a:endParaRPr lang="en-US"/>
            </a:p>
          </p:txBody>
        </p:sp>
      </p:grpSp>
      <p:grpSp>
        <p:nvGrpSpPr>
          <p:cNvPr id="879" name="Graphic 4">
            <a:extLst>
              <a:ext uri="{FF2B5EF4-FFF2-40B4-BE49-F238E27FC236}">
                <a16:creationId xmlns:a16="http://schemas.microsoft.com/office/drawing/2014/main" id="{AF4EA083-7584-D44B-B67D-C5615CEDBD53}"/>
              </a:ext>
            </a:extLst>
          </p:cNvPr>
          <p:cNvGrpSpPr/>
          <p:nvPr/>
        </p:nvGrpSpPr>
        <p:grpSpPr>
          <a:xfrm>
            <a:off x="5708514" y="3339815"/>
            <a:ext cx="362309" cy="361971"/>
            <a:chOff x="5708514" y="3339815"/>
            <a:chExt cx="362309" cy="361971"/>
          </a:xfrm>
          <a:solidFill>
            <a:srgbClr val="00A3E0"/>
          </a:solidFill>
        </p:grpSpPr>
        <p:sp>
          <p:nvSpPr>
            <p:cNvPr id="880" name="Freeform 879">
              <a:extLst>
                <a:ext uri="{FF2B5EF4-FFF2-40B4-BE49-F238E27FC236}">
                  <a16:creationId xmlns:a16="http://schemas.microsoft.com/office/drawing/2014/main" id="{DF02A66D-0C4F-6440-A7CF-04C45FAA9BA0}"/>
                </a:ext>
              </a:extLst>
            </p:cNvPr>
            <p:cNvSpPr/>
            <p:nvPr/>
          </p:nvSpPr>
          <p:spPr>
            <a:xfrm>
              <a:off x="5708514" y="3339815"/>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181155 w 362309"/>
                <a:gd name="connsiteY5" fmla="*/ 349204 h 361971"/>
                <a:gd name="connsiteX6" fmla="*/ 12780 w 362309"/>
                <a:gd name="connsiteY6" fmla="*/ 180986 h 361971"/>
                <a:gd name="connsiteX7" fmla="*/ 181155 w 362309"/>
                <a:gd name="connsiteY7" fmla="*/ 12768 h 361971"/>
                <a:gd name="connsiteX8" fmla="*/ 349530 w 362309"/>
                <a:gd name="connsiteY8" fmla="*/ 180986 h 361971"/>
                <a:gd name="connsiteX9" fmla="*/ 181155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2"/>
                    <a:pt x="0" y="180986"/>
                  </a:cubicBezTo>
                  <a:cubicBezTo>
                    <a:pt x="0" y="280959"/>
                    <a:pt x="81088" y="361971"/>
                    <a:pt x="181155" y="361971"/>
                  </a:cubicBezTo>
                  <a:cubicBezTo>
                    <a:pt x="281221" y="361971"/>
                    <a:pt x="362310" y="280959"/>
                    <a:pt x="362310" y="180986"/>
                  </a:cubicBezTo>
                  <a:cubicBezTo>
                    <a:pt x="362310" y="81012"/>
                    <a:pt x="281221" y="0"/>
                    <a:pt x="181155" y="0"/>
                  </a:cubicBezTo>
                  <a:close/>
                  <a:moveTo>
                    <a:pt x="181155" y="349204"/>
                  </a:moveTo>
                  <a:cubicBezTo>
                    <a:pt x="88309" y="349204"/>
                    <a:pt x="12780" y="273745"/>
                    <a:pt x="12780" y="180986"/>
                  </a:cubicBezTo>
                  <a:cubicBezTo>
                    <a:pt x="12780" y="88226"/>
                    <a:pt x="88309" y="12768"/>
                    <a:pt x="181155" y="12768"/>
                  </a:cubicBezTo>
                  <a:cubicBezTo>
                    <a:pt x="274001" y="12768"/>
                    <a:pt x="349530" y="88226"/>
                    <a:pt x="349530" y="180986"/>
                  </a:cubicBezTo>
                  <a:cubicBezTo>
                    <a:pt x="349530" y="273745"/>
                    <a:pt x="274001" y="349204"/>
                    <a:pt x="181155" y="349204"/>
                  </a:cubicBezTo>
                  <a:close/>
                </a:path>
              </a:pathLst>
            </a:custGeom>
            <a:solidFill>
              <a:srgbClr val="00A3E0"/>
            </a:solidFill>
            <a:ln w="6390" cap="flat">
              <a:noFill/>
              <a:prstDash val="solid"/>
              <a:miter/>
            </a:ln>
          </p:spPr>
          <p:txBody>
            <a:bodyPr rtlCol="0" anchor="ctr"/>
            <a:lstStyle/>
            <a:p>
              <a:endParaRPr lang="en-US"/>
            </a:p>
          </p:txBody>
        </p:sp>
        <p:sp>
          <p:nvSpPr>
            <p:cNvPr id="881" name="Freeform 880">
              <a:extLst>
                <a:ext uri="{FF2B5EF4-FFF2-40B4-BE49-F238E27FC236}">
                  <a16:creationId xmlns:a16="http://schemas.microsoft.com/office/drawing/2014/main" id="{F63B54E2-6E69-5E4D-AEF9-2B3D57EF1C9B}"/>
                </a:ext>
              </a:extLst>
            </p:cNvPr>
            <p:cNvSpPr/>
            <p:nvPr/>
          </p:nvSpPr>
          <p:spPr>
            <a:xfrm>
              <a:off x="5841119" y="3453386"/>
              <a:ext cx="149382" cy="190306"/>
            </a:xfrm>
            <a:custGeom>
              <a:avLst/>
              <a:gdLst>
                <a:gd name="connsiteX0" fmla="*/ 131746 w 149382"/>
                <a:gd name="connsiteY0" fmla="*/ 55477 h 190306"/>
                <a:gd name="connsiteX1" fmla="*/ 126123 w 149382"/>
                <a:gd name="connsiteY1" fmla="*/ 56498 h 190306"/>
                <a:gd name="connsiteX2" fmla="*/ 109574 w 149382"/>
                <a:gd name="connsiteY2" fmla="*/ 44369 h 190306"/>
                <a:gd name="connsiteX3" fmla="*/ 103950 w 149382"/>
                <a:gd name="connsiteY3" fmla="*/ 45390 h 190306"/>
                <a:gd name="connsiteX4" fmla="*/ 87400 w 149382"/>
                <a:gd name="connsiteY4" fmla="*/ 33261 h 190306"/>
                <a:gd name="connsiteX5" fmla="*/ 82672 w 149382"/>
                <a:gd name="connsiteY5" fmla="*/ 34027 h 190306"/>
                <a:gd name="connsiteX6" fmla="*/ 82672 w 149382"/>
                <a:gd name="connsiteY6" fmla="*/ 17492 h 190306"/>
                <a:gd name="connsiteX7" fmla="*/ 65163 w 149382"/>
                <a:gd name="connsiteY7" fmla="*/ 0 h 190306"/>
                <a:gd name="connsiteX8" fmla="*/ 52767 w 149382"/>
                <a:gd name="connsiteY8" fmla="*/ 5235 h 190306"/>
                <a:gd name="connsiteX9" fmla="*/ 47719 w 149382"/>
                <a:gd name="connsiteY9" fmla="*/ 17492 h 190306"/>
                <a:gd name="connsiteX10" fmla="*/ 47719 w 149382"/>
                <a:gd name="connsiteY10" fmla="*/ 99080 h 190306"/>
                <a:gd name="connsiteX11" fmla="*/ 36984 w 149382"/>
                <a:gd name="connsiteY11" fmla="*/ 91100 h 190306"/>
                <a:gd name="connsiteX12" fmla="*/ 3309 w 149382"/>
                <a:gd name="connsiteY12" fmla="*/ 94100 h 190306"/>
                <a:gd name="connsiteX13" fmla="*/ 5609 w 149382"/>
                <a:gd name="connsiteY13" fmla="*/ 114337 h 190306"/>
                <a:gd name="connsiteX14" fmla="*/ 45610 w 149382"/>
                <a:gd name="connsiteY14" fmla="*/ 153279 h 190306"/>
                <a:gd name="connsiteX15" fmla="*/ 53278 w 149382"/>
                <a:gd name="connsiteY15" fmla="*/ 172687 h 190306"/>
                <a:gd name="connsiteX16" fmla="*/ 53278 w 149382"/>
                <a:gd name="connsiteY16" fmla="*/ 183795 h 190306"/>
                <a:gd name="connsiteX17" fmla="*/ 59668 w 149382"/>
                <a:gd name="connsiteY17" fmla="*/ 190179 h 190306"/>
                <a:gd name="connsiteX18" fmla="*/ 66058 w 149382"/>
                <a:gd name="connsiteY18" fmla="*/ 183795 h 190306"/>
                <a:gd name="connsiteX19" fmla="*/ 66058 w 149382"/>
                <a:gd name="connsiteY19" fmla="*/ 172687 h 190306"/>
                <a:gd name="connsiteX20" fmla="*/ 54940 w 149382"/>
                <a:gd name="connsiteY20" fmla="*/ 144597 h 190306"/>
                <a:gd name="connsiteX21" fmla="*/ 14363 w 149382"/>
                <a:gd name="connsiteY21" fmla="*/ 105080 h 190306"/>
                <a:gd name="connsiteX22" fmla="*/ 12766 w 149382"/>
                <a:gd name="connsiteY22" fmla="*/ 102910 h 190306"/>
                <a:gd name="connsiteX23" fmla="*/ 16280 w 149382"/>
                <a:gd name="connsiteY23" fmla="*/ 100293 h 190306"/>
                <a:gd name="connsiteX24" fmla="*/ 29252 w 149382"/>
                <a:gd name="connsiteY24" fmla="*/ 101314 h 190306"/>
                <a:gd name="connsiteX25" fmla="*/ 50339 w 149382"/>
                <a:gd name="connsiteY25" fmla="*/ 116891 h 190306"/>
                <a:gd name="connsiteX26" fmla="*/ 50403 w 149382"/>
                <a:gd name="connsiteY26" fmla="*/ 116827 h 190306"/>
                <a:gd name="connsiteX27" fmla="*/ 54109 w 149382"/>
                <a:gd name="connsiteY27" fmla="*/ 118168 h 190306"/>
                <a:gd name="connsiteX28" fmla="*/ 60499 w 149382"/>
                <a:gd name="connsiteY28" fmla="*/ 111784 h 190306"/>
                <a:gd name="connsiteX29" fmla="*/ 60499 w 149382"/>
                <a:gd name="connsiteY29" fmla="*/ 17556 h 190306"/>
                <a:gd name="connsiteX30" fmla="*/ 61841 w 149382"/>
                <a:gd name="connsiteY30" fmla="*/ 14364 h 190306"/>
                <a:gd name="connsiteX31" fmla="*/ 65227 w 149382"/>
                <a:gd name="connsiteY31" fmla="*/ 12896 h 190306"/>
                <a:gd name="connsiteX32" fmla="*/ 69956 w 149382"/>
                <a:gd name="connsiteY32" fmla="*/ 17620 h 190306"/>
                <a:gd name="connsiteX33" fmla="*/ 69956 w 149382"/>
                <a:gd name="connsiteY33" fmla="*/ 73033 h 190306"/>
                <a:gd name="connsiteX34" fmla="*/ 76346 w 149382"/>
                <a:gd name="connsiteY34" fmla="*/ 79417 h 190306"/>
                <a:gd name="connsiteX35" fmla="*/ 82736 w 149382"/>
                <a:gd name="connsiteY35" fmla="*/ 73033 h 190306"/>
                <a:gd name="connsiteX36" fmla="*/ 82736 w 149382"/>
                <a:gd name="connsiteY36" fmla="*/ 50880 h 190306"/>
                <a:gd name="connsiteX37" fmla="*/ 84078 w 149382"/>
                <a:gd name="connsiteY37" fmla="*/ 47688 h 190306"/>
                <a:gd name="connsiteX38" fmla="*/ 87464 w 149382"/>
                <a:gd name="connsiteY38" fmla="*/ 46220 h 190306"/>
                <a:gd name="connsiteX39" fmla="*/ 92193 w 149382"/>
                <a:gd name="connsiteY39" fmla="*/ 50944 h 190306"/>
                <a:gd name="connsiteX40" fmla="*/ 92193 w 149382"/>
                <a:gd name="connsiteY40" fmla="*/ 78651 h 190306"/>
                <a:gd name="connsiteX41" fmla="*/ 98583 w 149382"/>
                <a:gd name="connsiteY41" fmla="*/ 85035 h 190306"/>
                <a:gd name="connsiteX42" fmla="*/ 104973 w 149382"/>
                <a:gd name="connsiteY42" fmla="*/ 78651 h 190306"/>
                <a:gd name="connsiteX43" fmla="*/ 104973 w 149382"/>
                <a:gd name="connsiteY43" fmla="*/ 61989 h 190306"/>
                <a:gd name="connsiteX44" fmla="*/ 106315 w 149382"/>
                <a:gd name="connsiteY44" fmla="*/ 58797 h 190306"/>
                <a:gd name="connsiteX45" fmla="*/ 109701 w 149382"/>
                <a:gd name="connsiteY45" fmla="*/ 57328 h 190306"/>
                <a:gd name="connsiteX46" fmla="*/ 114430 w 149382"/>
                <a:gd name="connsiteY46" fmla="*/ 61989 h 190306"/>
                <a:gd name="connsiteX47" fmla="*/ 114366 w 149382"/>
                <a:gd name="connsiteY47" fmla="*/ 87269 h 190306"/>
                <a:gd name="connsiteX48" fmla="*/ 120756 w 149382"/>
                <a:gd name="connsiteY48" fmla="*/ 93653 h 190306"/>
                <a:gd name="connsiteX49" fmla="*/ 120756 w 149382"/>
                <a:gd name="connsiteY49" fmla="*/ 93653 h 190306"/>
                <a:gd name="connsiteX50" fmla="*/ 127146 w 149382"/>
                <a:gd name="connsiteY50" fmla="*/ 87269 h 190306"/>
                <a:gd name="connsiteX51" fmla="*/ 127146 w 149382"/>
                <a:gd name="connsiteY51" fmla="*/ 73161 h 190306"/>
                <a:gd name="connsiteX52" fmla="*/ 127146 w 149382"/>
                <a:gd name="connsiteY52" fmla="*/ 73033 h 190306"/>
                <a:gd name="connsiteX53" fmla="*/ 128488 w 149382"/>
                <a:gd name="connsiteY53" fmla="*/ 69841 h 190306"/>
                <a:gd name="connsiteX54" fmla="*/ 131874 w 149382"/>
                <a:gd name="connsiteY54" fmla="*/ 68373 h 190306"/>
                <a:gd name="connsiteX55" fmla="*/ 136603 w 149382"/>
                <a:gd name="connsiteY55" fmla="*/ 73097 h 190306"/>
                <a:gd name="connsiteX56" fmla="*/ 136539 w 149382"/>
                <a:gd name="connsiteY56" fmla="*/ 111975 h 190306"/>
                <a:gd name="connsiteX57" fmla="*/ 136603 w 149382"/>
                <a:gd name="connsiteY57" fmla="*/ 121743 h 190306"/>
                <a:gd name="connsiteX58" fmla="*/ 132641 w 149382"/>
                <a:gd name="connsiteY58" fmla="*/ 136617 h 190306"/>
                <a:gd name="connsiteX59" fmla="*/ 125484 w 149382"/>
                <a:gd name="connsiteY59" fmla="*/ 161770 h 190306"/>
                <a:gd name="connsiteX60" fmla="*/ 125484 w 149382"/>
                <a:gd name="connsiteY60" fmla="*/ 183923 h 190306"/>
                <a:gd name="connsiteX61" fmla="*/ 131874 w 149382"/>
                <a:gd name="connsiteY61" fmla="*/ 190307 h 190306"/>
                <a:gd name="connsiteX62" fmla="*/ 138264 w 149382"/>
                <a:gd name="connsiteY62" fmla="*/ 183923 h 190306"/>
                <a:gd name="connsiteX63" fmla="*/ 138264 w 149382"/>
                <a:gd name="connsiteY63" fmla="*/ 161132 h 190306"/>
                <a:gd name="connsiteX64" fmla="*/ 143568 w 149382"/>
                <a:gd name="connsiteY64" fmla="*/ 143257 h 190306"/>
                <a:gd name="connsiteX65" fmla="*/ 149383 w 149382"/>
                <a:gd name="connsiteY65" fmla="*/ 121679 h 190306"/>
                <a:gd name="connsiteX66" fmla="*/ 149319 w 149382"/>
                <a:gd name="connsiteY66" fmla="*/ 111911 h 190306"/>
                <a:gd name="connsiteX67" fmla="*/ 149383 w 149382"/>
                <a:gd name="connsiteY67" fmla="*/ 73097 h 190306"/>
                <a:gd name="connsiteX68" fmla="*/ 131746 w 149382"/>
                <a:gd name="connsiteY68" fmla="*/ 55477 h 19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49382" h="190306">
                  <a:moveTo>
                    <a:pt x="131746" y="55477"/>
                  </a:moveTo>
                  <a:cubicBezTo>
                    <a:pt x="129830" y="55477"/>
                    <a:pt x="127913" y="55860"/>
                    <a:pt x="126123" y="56498"/>
                  </a:cubicBezTo>
                  <a:cubicBezTo>
                    <a:pt x="123823" y="49476"/>
                    <a:pt x="117305" y="44369"/>
                    <a:pt x="109574" y="44369"/>
                  </a:cubicBezTo>
                  <a:cubicBezTo>
                    <a:pt x="107657" y="44369"/>
                    <a:pt x="105739" y="44752"/>
                    <a:pt x="103950" y="45390"/>
                  </a:cubicBezTo>
                  <a:cubicBezTo>
                    <a:pt x="101650" y="38368"/>
                    <a:pt x="95132" y="33261"/>
                    <a:pt x="87400" y="33261"/>
                  </a:cubicBezTo>
                  <a:cubicBezTo>
                    <a:pt x="85803" y="33261"/>
                    <a:pt x="84205" y="33580"/>
                    <a:pt x="82672" y="34027"/>
                  </a:cubicBezTo>
                  <a:lnTo>
                    <a:pt x="82672" y="17492"/>
                  </a:lnTo>
                  <a:cubicBezTo>
                    <a:pt x="82672" y="7852"/>
                    <a:pt x="74812" y="0"/>
                    <a:pt x="65163" y="0"/>
                  </a:cubicBezTo>
                  <a:cubicBezTo>
                    <a:pt x="60626" y="0"/>
                    <a:pt x="56090" y="1915"/>
                    <a:pt x="52767" y="5235"/>
                  </a:cubicBezTo>
                  <a:cubicBezTo>
                    <a:pt x="49508" y="8491"/>
                    <a:pt x="47655" y="12896"/>
                    <a:pt x="47719" y="17492"/>
                  </a:cubicBezTo>
                  <a:lnTo>
                    <a:pt x="47719" y="99080"/>
                  </a:lnTo>
                  <a:cubicBezTo>
                    <a:pt x="43821" y="96207"/>
                    <a:pt x="39732" y="93206"/>
                    <a:pt x="36984" y="91100"/>
                  </a:cubicBezTo>
                  <a:cubicBezTo>
                    <a:pt x="26249" y="83056"/>
                    <a:pt x="10082" y="86056"/>
                    <a:pt x="3309" y="94100"/>
                  </a:cubicBezTo>
                  <a:cubicBezTo>
                    <a:pt x="-589" y="98760"/>
                    <a:pt x="-2378" y="106868"/>
                    <a:pt x="5609" y="114337"/>
                  </a:cubicBezTo>
                  <a:cubicBezTo>
                    <a:pt x="18836" y="126786"/>
                    <a:pt x="39668" y="146896"/>
                    <a:pt x="45610" y="153279"/>
                  </a:cubicBezTo>
                  <a:cubicBezTo>
                    <a:pt x="51042" y="159153"/>
                    <a:pt x="53278" y="162536"/>
                    <a:pt x="53278" y="172687"/>
                  </a:cubicBezTo>
                  <a:lnTo>
                    <a:pt x="53278" y="183795"/>
                  </a:lnTo>
                  <a:cubicBezTo>
                    <a:pt x="53278" y="187306"/>
                    <a:pt x="56154" y="190179"/>
                    <a:pt x="59668" y="190179"/>
                  </a:cubicBezTo>
                  <a:cubicBezTo>
                    <a:pt x="63183" y="190179"/>
                    <a:pt x="66058" y="187306"/>
                    <a:pt x="66058" y="183795"/>
                  </a:cubicBezTo>
                  <a:lnTo>
                    <a:pt x="66058" y="172687"/>
                  </a:lnTo>
                  <a:cubicBezTo>
                    <a:pt x="66058" y="158897"/>
                    <a:pt x="62480" y="152641"/>
                    <a:pt x="54940" y="144597"/>
                  </a:cubicBezTo>
                  <a:cubicBezTo>
                    <a:pt x="48230" y="137383"/>
                    <a:pt x="26376" y="116380"/>
                    <a:pt x="14363" y="105080"/>
                  </a:cubicBezTo>
                  <a:cubicBezTo>
                    <a:pt x="13022" y="103868"/>
                    <a:pt x="12766" y="103038"/>
                    <a:pt x="12766" y="102910"/>
                  </a:cubicBezTo>
                  <a:cubicBezTo>
                    <a:pt x="12830" y="102591"/>
                    <a:pt x="13788" y="101314"/>
                    <a:pt x="16280" y="100293"/>
                  </a:cubicBezTo>
                  <a:cubicBezTo>
                    <a:pt x="19923" y="98824"/>
                    <a:pt x="25546" y="98505"/>
                    <a:pt x="29252" y="101314"/>
                  </a:cubicBezTo>
                  <a:cubicBezTo>
                    <a:pt x="35833" y="106293"/>
                    <a:pt x="50339" y="116891"/>
                    <a:pt x="50339" y="116891"/>
                  </a:cubicBezTo>
                  <a:lnTo>
                    <a:pt x="50403" y="116827"/>
                  </a:lnTo>
                  <a:cubicBezTo>
                    <a:pt x="51489" y="117593"/>
                    <a:pt x="52703" y="118168"/>
                    <a:pt x="54109" y="118168"/>
                  </a:cubicBezTo>
                  <a:cubicBezTo>
                    <a:pt x="57623" y="118168"/>
                    <a:pt x="60499" y="115295"/>
                    <a:pt x="60499" y="111784"/>
                  </a:cubicBezTo>
                  <a:lnTo>
                    <a:pt x="60499" y="17556"/>
                  </a:lnTo>
                  <a:cubicBezTo>
                    <a:pt x="60499" y="16024"/>
                    <a:pt x="61202" y="14938"/>
                    <a:pt x="61841" y="14364"/>
                  </a:cubicBezTo>
                  <a:cubicBezTo>
                    <a:pt x="62735" y="13406"/>
                    <a:pt x="64013" y="12896"/>
                    <a:pt x="65227" y="12896"/>
                  </a:cubicBezTo>
                  <a:cubicBezTo>
                    <a:pt x="67144" y="12896"/>
                    <a:pt x="69956" y="14555"/>
                    <a:pt x="69956" y="17620"/>
                  </a:cubicBezTo>
                  <a:lnTo>
                    <a:pt x="69956" y="73033"/>
                  </a:lnTo>
                  <a:cubicBezTo>
                    <a:pt x="69956" y="76544"/>
                    <a:pt x="72831" y="79417"/>
                    <a:pt x="76346" y="79417"/>
                  </a:cubicBezTo>
                  <a:cubicBezTo>
                    <a:pt x="79860" y="79417"/>
                    <a:pt x="82736" y="76544"/>
                    <a:pt x="82736" y="73033"/>
                  </a:cubicBezTo>
                  <a:lnTo>
                    <a:pt x="82736" y="50880"/>
                  </a:lnTo>
                  <a:cubicBezTo>
                    <a:pt x="82736" y="49348"/>
                    <a:pt x="83439" y="48263"/>
                    <a:pt x="84078" y="47688"/>
                  </a:cubicBezTo>
                  <a:cubicBezTo>
                    <a:pt x="84972" y="46731"/>
                    <a:pt x="86250" y="46220"/>
                    <a:pt x="87464" y="46220"/>
                  </a:cubicBezTo>
                  <a:cubicBezTo>
                    <a:pt x="89381" y="46220"/>
                    <a:pt x="92193" y="47880"/>
                    <a:pt x="92193" y="50944"/>
                  </a:cubicBezTo>
                  <a:lnTo>
                    <a:pt x="92193" y="78651"/>
                  </a:lnTo>
                  <a:cubicBezTo>
                    <a:pt x="92193" y="82162"/>
                    <a:pt x="95068" y="85035"/>
                    <a:pt x="98583" y="85035"/>
                  </a:cubicBezTo>
                  <a:cubicBezTo>
                    <a:pt x="102097" y="85035"/>
                    <a:pt x="104973" y="82162"/>
                    <a:pt x="104973" y="78651"/>
                  </a:cubicBezTo>
                  <a:lnTo>
                    <a:pt x="104973" y="61989"/>
                  </a:lnTo>
                  <a:cubicBezTo>
                    <a:pt x="104973" y="60456"/>
                    <a:pt x="105676" y="59371"/>
                    <a:pt x="106315" y="58797"/>
                  </a:cubicBezTo>
                  <a:cubicBezTo>
                    <a:pt x="107209" y="57839"/>
                    <a:pt x="108487" y="57328"/>
                    <a:pt x="109701" y="57328"/>
                  </a:cubicBezTo>
                  <a:cubicBezTo>
                    <a:pt x="111618" y="57328"/>
                    <a:pt x="114430" y="58988"/>
                    <a:pt x="114430" y="61989"/>
                  </a:cubicBezTo>
                  <a:lnTo>
                    <a:pt x="114366" y="87269"/>
                  </a:lnTo>
                  <a:cubicBezTo>
                    <a:pt x="114366" y="90780"/>
                    <a:pt x="117242" y="93653"/>
                    <a:pt x="120756" y="93653"/>
                  </a:cubicBezTo>
                  <a:cubicBezTo>
                    <a:pt x="120756" y="93653"/>
                    <a:pt x="120756" y="93653"/>
                    <a:pt x="120756" y="93653"/>
                  </a:cubicBezTo>
                  <a:cubicBezTo>
                    <a:pt x="124270" y="93653"/>
                    <a:pt x="127146" y="90780"/>
                    <a:pt x="127146" y="87269"/>
                  </a:cubicBezTo>
                  <a:lnTo>
                    <a:pt x="127146" y="73161"/>
                  </a:lnTo>
                  <a:cubicBezTo>
                    <a:pt x="127146" y="73097"/>
                    <a:pt x="127146" y="73097"/>
                    <a:pt x="127146" y="73033"/>
                  </a:cubicBezTo>
                  <a:cubicBezTo>
                    <a:pt x="127146" y="71501"/>
                    <a:pt x="127849" y="70415"/>
                    <a:pt x="128488" y="69841"/>
                  </a:cubicBezTo>
                  <a:cubicBezTo>
                    <a:pt x="129382" y="68883"/>
                    <a:pt x="130660" y="68373"/>
                    <a:pt x="131874" y="68373"/>
                  </a:cubicBezTo>
                  <a:cubicBezTo>
                    <a:pt x="133791" y="68373"/>
                    <a:pt x="136603" y="70032"/>
                    <a:pt x="136603" y="73097"/>
                  </a:cubicBezTo>
                  <a:lnTo>
                    <a:pt x="136539" y="111975"/>
                  </a:lnTo>
                  <a:lnTo>
                    <a:pt x="136603" y="121743"/>
                  </a:lnTo>
                  <a:cubicBezTo>
                    <a:pt x="136603" y="127233"/>
                    <a:pt x="135261" y="132340"/>
                    <a:pt x="132641" y="136617"/>
                  </a:cubicBezTo>
                  <a:cubicBezTo>
                    <a:pt x="125804" y="147853"/>
                    <a:pt x="125484" y="151428"/>
                    <a:pt x="125484" y="161770"/>
                  </a:cubicBezTo>
                  <a:lnTo>
                    <a:pt x="125484" y="183923"/>
                  </a:lnTo>
                  <a:cubicBezTo>
                    <a:pt x="125484" y="187434"/>
                    <a:pt x="128360" y="190307"/>
                    <a:pt x="131874" y="190307"/>
                  </a:cubicBezTo>
                  <a:cubicBezTo>
                    <a:pt x="135389" y="190307"/>
                    <a:pt x="138264" y="187434"/>
                    <a:pt x="138264" y="183923"/>
                  </a:cubicBezTo>
                  <a:lnTo>
                    <a:pt x="138264" y="161132"/>
                  </a:lnTo>
                  <a:cubicBezTo>
                    <a:pt x="138264" y="153152"/>
                    <a:pt x="138264" y="151939"/>
                    <a:pt x="143568" y="143257"/>
                  </a:cubicBezTo>
                  <a:cubicBezTo>
                    <a:pt x="147402" y="137000"/>
                    <a:pt x="149383" y="129531"/>
                    <a:pt x="149383" y="121679"/>
                  </a:cubicBezTo>
                  <a:lnTo>
                    <a:pt x="149319" y="111911"/>
                  </a:lnTo>
                  <a:lnTo>
                    <a:pt x="149383" y="73097"/>
                  </a:lnTo>
                  <a:cubicBezTo>
                    <a:pt x="149255" y="63329"/>
                    <a:pt x="141395" y="55477"/>
                    <a:pt x="131746" y="55477"/>
                  </a:cubicBezTo>
                  <a:close/>
                </a:path>
              </a:pathLst>
            </a:custGeom>
            <a:solidFill>
              <a:srgbClr val="00A3E0"/>
            </a:solidFill>
            <a:ln w="6390" cap="flat">
              <a:noFill/>
              <a:prstDash val="solid"/>
              <a:miter/>
            </a:ln>
          </p:spPr>
          <p:txBody>
            <a:bodyPr rtlCol="0" anchor="ctr"/>
            <a:lstStyle/>
            <a:p>
              <a:endParaRPr lang="en-US"/>
            </a:p>
          </p:txBody>
        </p:sp>
        <p:sp>
          <p:nvSpPr>
            <p:cNvPr id="882" name="Freeform 881">
              <a:extLst>
                <a:ext uri="{FF2B5EF4-FFF2-40B4-BE49-F238E27FC236}">
                  <a16:creationId xmlns:a16="http://schemas.microsoft.com/office/drawing/2014/main" id="{BE4A4FD3-CB4F-BB4E-82D5-4B6024C5DB92}"/>
                </a:ext>
              </a:extLst>
            </p:cNvPr>
            <p:cNvSpPr/>
            <p:nvPr/>
          </p:nvSpPr>
          <p:spPr>
            <a:xfrm>
              <a:off x="5789215" y="3398155"/>
              <a:ext cx="111746" cy="138924"/>
            </a:xfrm>
            <a:custGeom>
              <a:avLst/>
              <a:gdLst>
                <a:gd name="connsiteX0" fmla="*/ 40516 w 111746"/>
                <a:gd name="connsiteY0" fmla="*/ 98834 h 138924"/>
                <a:gd name="connsiteX1" fmla="*/ 32976 w 111746"/>
                <a:gd name="connsiteY1" fmla="*/ 103749 h 138924"/>
                <a:gd name="connsiteX2" fmla="*/ 30612 w 111746"/>
                <a:gd name="connsiteY2" fmla="*/ 114985 h 138924"/>
                <a:gd name="connsiteX3" fmla="*/ 27353 w 111746"/>
                <a:gd name="connsiteY3" fmla="*/ 80320 h 138924"/>
                <a:gd name="connsiteX4" fmla="*/ 87866 w 111746"/>
                <a:gd name="connsiteY4" fmla="*/ 33398 h 138924"/>
                <a:gd name="connsiteX5" fmla="*/ 78473 w 111746"/>
                <a:gd name="connsiteY5" fmla="*/ 39526 h 138924"/>
                <a:gd name="connsiteX6" fmla="*/ 76619 w 111746"/>
                <a:gd name="connsiteY6" fmla="*/ 48336 h 138924"/>
                <a:gd name="connsiteX7" fmla="*/ 81987 w 111746"/>
                <a:gd name="connsiteY7" fmla="*/ 51209 h 138924"/>
                <a:gd name="connsiteX8" fmla="*/ 85501 w 111746"/>
                <a:gd name="connsiteY8" fmla="*/ 50188 h 138924"/>
                <a:gd name="connsiteX9" fmla="*/ 108825 w 111746"/>
                <a:gd name="connsiteY9" fmla="*/ 34994 h 138924"/>
                <a:gd name="connsiteX10" fmla="*/ 110614 w 111746"/>
                <a:gd name="connsiteY10" fmla="*/ 33270 h 138924"/>
                <a:gd name="connsiteX11" fmla="*/ 111636 w 111746"/>
                <a:gd name="connsiteY11" fmla="*/ 28482 h 138924"/>
                <a:gd name="connsiteX12" fmla="*/ 110870 w 111746"/>
                <a:gd name="connsiteY12" fmla="*/ 26503 h 138924"/>
                <a:gd name="connsiteX13" fmla="*/ 110742 w 111746"/>
                <a:gd name="connsiteY13" fmla="*/ 26184 h 138924"/>
                <a:gd name="connsiteX14" fmla="*/ 95534 w 111746"/>
                <a:gd name="connsiteY14" fmla="*/ 2882 h 138924"/>
                <a:gd name="connsiteX15" fmla="*/ 86715 w 111746"/>
                <a:gd name="connsiteY15" fmla="*/ 1031 h 138924"/>
                <a:gd name="connsiteX16" fmla="*/ 84863 w 111746"/>
                <a:gd name="connsiteY16" fmla="*/ 9841 h 138924"/>
                <a:gd name="connsiteX17" fmla="*/ 92083 w 111746"/>
                <a:gd name="connsiteY17" fmla="*/ 20885 h 138924"/>
                <a:gd name="connsiteX18" fmla="*/ 14957 w 111746"/>
                <a:gd name="connsiteY18" fmla="*/ 77766 h 138924"/>
                <a:gd name="connsiteX19" fmla="*/ 20196 w 111746"/>
                <a:gd name="connsiteY19" fmla="*/ 123093 h 138924"/>
                <a:gd name="connsiteX20" fmla="*/ 7672 w 111746"/>
                <a:gd name="connsiteY20" fmla="*/ 120475 h 138924"/>
                <a:gd name="connsiteX21" fmla="*/ 132 w 111746"/>
                <a:gd name="connsiteY21" fmla="*/ 125391 h 138924"/>
                <a:gd name="connsiteX22" fmla="*/ 5052 w 111746"/>
                <a:gd name="connsiteY22" fmla="*/ 132924 h 138924"/>
                <a:gd name="connsiteX23" fmla="*/ 30676 w 111746"/>
                <a:gd name="connsiteY23" fmla="*/ 138287 h 138924"/>
                <a:gd name="connsiteX24" fmla="*/ 33487 w 111746"/>
                <a:gd name="connsiteY24" fmla="*/ 138925 h 138924"/>
                <a:gd name="connsiteX25" fmla="*/ 37385 w 111746"/>
                <a:gd name="connsiteY25" fmla="*/ 137584 h 138924"/>
                <a:gd name="connsiteX26" fmla="*/ 37513 w 111746"/>
                <a:gd name="connsiteY26" fmla="*/ 137457 h 138924"/>
                <a:gd name="connsiteX27" fmla="*/ 39941 w 111746"/>
                <a:gd name="connsiteY27" fmla="*/ 133690 h 138924"/>
                <a:gd name="connsiteX28" fmla="*/ 45692 w 111746"/>
                <a:gd name="connsiteY28" fmla="*/ 106431 h 138924"/>
                <a:gd name="connsiteX29" fmla="*/ 40516 w 111746"/>
                <a:gd name="connsiteY29" fmla="*/ 98834 h 138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1746" h="138924">
                  <a:moveTo>
                    <a:pt x="40516" y="98834"/>
                  </a:moveTo>
                  <a:cubicBezTo>
                    <a:pt x="37066" y="98068"/>
                    <a:pt x="33679" y="100302"/>
                    <a:pt x="32976" y="103749"/>
                  </a:cubicBezTo>
                  <a:lnTo>
                    <a:pt x="30612" y="114985"/>
                  </a:lnTo>
                  <a:cubicBezTo>
                    <a:pt x="26139" y="104132"/>
                    <a:pt x="24861" y="92067"/>
                    <a:pt x="27353" y="80320"/>
                  </a:cubicBezTo>
                  <a:cubicBezTo>
                    <a:pt x="33423" y="51592"/>
                    <a:pt x="59430" y="32121"/>
                    <a:pt x="87866" y="33398"/>
                  </a:cubicBezTo>
                  <a:lnTo>
                    <a:pt x="78473" y="39526"/>
                  </a:lnTo>
                  <a:cubicBezTo>
                    <a:pt x="75533" y="41441"/>
                    <a:pt x="74702" y="45400"/>
                    <a:pt x="76619" y="48336"/>
                  </a:cubicBezTo>
                  <a:cubicBezTo>
                    <a:pt x="77833" y="50188"/>
                    <a:pt x="79878" y="51209"/>
                    <a:pt x="81987" y="51209"/>
                  </a:cubicBezTo>
                  <a:cubicBezTo>
                    <a:pt x="83201" y="51209"/>
                    <a:pt x="84415" y="50890"/>
                    <a:pt x="85501" y="50188"/>
                  </a:cubicBezTo>
                  <a:lnTo>
                    <a:pt x="108825" y="34994"/>
                  </a:lnTo>
                  <a:cubicBezTo>
                    <a:pt x="109528" y="34547"/>
                    <a:pt x="110102" y="33972"/>
                    <a:pt x="110614" y="33270"/>
                  </a:cubicBezTo>
                  <a:cubicBezTo>
                    <a:pt x="111572" y="31865"/>
                    <a:pt x="111956" y="30142"/>
                    <a:pt x="111636" y="28482"/>
                  </a:cubicBezTo>
                  <a:cubicBezTo>
                    <a:pt x="111508" y="27780"/>
                    <a:pt x="111189" y="27141"/>
                    <a:pt x="110870" y="26503"/>
                  </a:cubicBezTo>
                  <a:cubicBezTo>
                    <a:pt x="110806" y="26375"/>
                    <a:pt x="110806" y="26248"/>
                    <a:pt x="110742" y="26184"/>
                  </a:cubicBezTo>
                  <a:lnTo>
                    <a:pt x="95534" y="2882"/>
                  </a:lnTo>
                  <a:cubicBezTo>
                    <a:pt x="93617" y="-54"/>
                    <a:pt x="89655" y="-884"/>
                    <a:pt x="86715" y="1031"/>
                  </a:cubicBezTo>
                  <a:cubicBezTo>
                    <a:pt x="83776" y="2946"/>
                    <a:pt x="82945" y="6904"/>
                    <a:pt x="84863" y="9841"/>
                  </a:cubicBezTo>
                  <a:lnTo>
                    <a:pt x="92083" y="20885"/>
                  </a:lnTo>
                  <a:cubicBezTo>
                    <a:pt x="56172" y="17565"/>
                    <a:pt x="22561" y="41633"/>
                    <a:pt x="14957" y="77766"/>
                  </a:cubicBezTo>
                  <a:cubicBezTo>
                    <a:pt x="11698" y="93216"/>
                    <a:pt x="13615" y="109048"/>
                    <a:pt x="20196" y="123093"/>
                  </a:cubicBezTo>
                  <a:lnTo>
                    <a:pt x="7672" y="120475"/>
                  </a:lnTo>
                  <a:cubicBezTo>
                    <a:pt x="4222" y="119709"/>
                    <a:pt x="835" y="121944"/>
                    <a:pt x="132" y="125391"/>
                  </a:cubicBezTo>
                  <a:cubicBezTo>
                    <a:pt x="-571" y="128838"/>
                    <a:pt x="1601" y="132222"/>
                    <a:pt x="5052" y="132924"/>
                  </a:cubicBezTo>
                  <a:lnTo>
                    <a:pt x="30676" y="138287"/>
                  </a:lnTo>
                  <a:cubicBezTo>
                    <a:pt x="31570" y="138734"/>
                    <a:pt x="32529" y="138925"/>
                    <a:pt x="33487" y="138925"/>
                  </a:cubicBezTo>
                  <a:cubicBezTo>
                    <a:pt x="34829" y="138925"/>
                    <a:pt x="36235" y="138478"/>
                    <a:pt x="37385" y="137584"/>
                  </a:cubicBezTo>
                  <a:cubicBezTo>
                    <a:pt x="37449" y="137521"/>
                    <a:pt x="37449" y="137457"/>
                    <a:pt x="37513" y="137457"/>
                  </a:cubicBezTo>
                  <a:cubicBezTo>
                    <a:pt x="38727" y="136563"/>
                    <a:pt x="39622" y="135286"/>
                    <a:pt x="39941" y="133690"/>
                  </a:cubicBezTo>
                  <a:lnTo>
                    <a:pt x="45692" y="106431"/>
                  </a:lnTo>
                  <a:cubicBezTo>
                    <a:pt x="46140" y="102919"/>
                    <a:pt x="43967" y="99536"/>
                    <a:pt x="40516" y="98834"/>
                  </a:cubicBezTo>
                  <a:close/>
                </a:path>
              </a:pathLst>
            </a:custGeom>
            <a:solidFill>
              <a:srgbClr val="00A3E0"/>
            </a:solidFill>
            <a:ln w="6390" cap="flat">
              <a:noFill/>
              <a:prstDash val="solid"/>
              <a:miter/>
            </a:ln>
          </p:spPr>
          <p:txBody>
            <a:bodyPr rtlCol="0" anchor="ctr"/>
            <a:lstStyle/>
            <a:p>
              <a:endParaRPr lang="en-US"/>
            </a:p>
          </p:txBody>
        </p:sp>
      </p:grpSp>
      <p:grpSp>
        <p:nvGrpSpPr>
          <p:cNvPr id="883" name="Graphic 4">
            <a:extLst>
              <a:ext uri="{FF2B5EF4-FFF2-40B4-BE49-F238E27FC236}">
                <a16:creationId xmlns:a16="http://schemas.microsoft.com/office/drawing/2014/main" id="{CE8CF2DB-3C1A-7E42-AB2E-C5EF05B36CC5}"/>
              </a:ext>
            </a:extLst>
          </p:cNvPr>
          <p:cNvGrpSpPr/>
          <p:nvPr/>
        </p:nvGrpSpPr>
        <p:grpSpPr>
          <a:xfrm>
            <a:off x="5708514" y="3824168"/>
            <a:ext cx="362309" cy="361971"/>
            <a:chOff x="5708514" y="3824168"/>
            <a:chExt cx="362309" cy="361971"/>
          </a:xfrm>
          <a:solidFill>
            <a:srgbClr val="00A3E0"/>
          </a:solidFill>
        </p:grpSpPr>
        <p:sp>
          <p:nvSpPr>
            <p:cNvPr id="884" name="Freeform 883">
              <a:extLst>
                <a:ext uri="{FF2B5EF4-FFF2-40B4-BE49-F238E27FC236}">
                  <a16:creationId xmlns:a16="http://schemas.microsoft.com/office/drawing/2014/main" id="{1CC8773B-D884-9945-9B2B-A3BEEDC3A84D}"/>
                </a:ext>
              </a:extLst>
            </p:cNvPr>
            <p:cNvSpPr/>
            <p:nvPr/>
          </p:nvSpPr>
          <p:spPr>
            <a:xfrm>
              <a:off x="5708514" y="3824168"/>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181155 w 362309"/>
                <a:gd name="connsiteY5" fmla="*/ 349204 h 361971"/>
                <a:gd name="connsiteX6" fmla="*/ 12780 w 362309"/>
                <a:gd name="connsiteY6" fmla="*/ 180986 h 361971"/>
                <a:gd name="connsiteX7" fmla="*/ 181155 w 362309"/>
                <a:gd name="connsiteY7" fmla="*/ 12768 h 361971"/>
                <a:gd name="connsiteX8" fmla="*/ 349530 w 362309"/>
                <a:gd name="connsiteY8" fmla="*/ 180986 h 361971"/>
                <a:gd name="connsiteX9" fmla="*/ 181155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1"/>
                    <a:pt x="181155" y="361971"/>
                  </a:cubicBezTo>
                  <a:cubicBezTo>
                    <a:pt x="281221" y="361971"/>
                    <a:pt x="362310" y="280959"/>
                    <a:pt x="362310" y="180986"/>
                  </a:cubicBezTo>
                  <a:cubicBezTo>
                    <a:pt x="362310" y="81076"/>
                    <a:pt x="281221" y="0"/>
                    <a:pt x="181155" y="0"/>
                  </a:cubicBezTo>
                  <a:close/>
                  <a:moveTo>
                    <a:pt x="181155" y="349204"/>
                  </a:moveTo>
                  <a:cubicBezTo>
                    <a:pt x="88309" y="349204"/>
                    <a:pt x="12780" y="273745"/>
                    <a:pt x="12780" y="180986"/>
                  </a:cubicBezTo>
                  <a:cubicBezTo>
                    <a:pt x="12780" y="88226"/>
                    <a:pt x="88309" y="12768"/>
                    <a:pt x="181155" y="12768"/>
                  </a:cubicBezTo>
                  <a:cubicBezTo>
                    <a:pt x="274001" y="12768"/>
                    <a:pt x="349530" y="88226"/>
                    <a:pt x="349530" y="180986"/>
                  </a:cubicBezTo>
                  <a:cubicBezTo>
                    <a:pt x="349530" y="273745"/>
                    <a:pt x="274001" y="349204"/>
                    <a:pt x="181155" y="349204"/>
                  </a:cubicBezTo>
                  <a:close/>
                </a:path>
              </a:pathLst>
            </a:custGeom>
            <a:solidFill>
              <a:srgbClr val="00A3E0"/>
            </a:solidFill>
            <a:ln w="6390" cap="flat">
              <a:noFill/>
              <a:prstDash val="solid"/>
              <a:miter/>
            </a:ln>
          </p:spPr>
          <p:txBody>
            <a:bodyPr rtlCol="0" anchor="ctr"/>
            <a:lstStyle/>
            <a:p>
              <a:endParaRPr lang="en-US"/>
            </a:p>
          </p:txBody>
        </p:sp>
        <p:sp>
          <p:nvSpPr>
            <p:cNvPr id="885" name="Freeform 884">
              <a:extLst>
                <a:ext uri="{FF2B5EF4-FFF2-40B4-BE49-F238E27FC236}">
                  <a16:creationId xmlns:a16="http://schemas.microsoft.com/office/drawing/2014/main" id="{5CA16155-7E41-8949-BAA5-CB234D2C423D}"/>
                </a:ext>
              </a:extLst>
            </p:cNvPr>
            <p:cNvSpPr/>
            <p:nvPr/>
          </p:nvSpPr>
          <p:spPr>
            <a:xfrm>
              <a:off x="5830064" y="3921459"/>
              <a:ext cx="148749" cy="189667"/>
            </a:xfrm>
            <a:custGeom>
              <a:avLst/>
              <a:gdLst>
                <a:gd name="connsiteX0" fmla="*/ 131555 w 148749"/>
                <a:gd name="connsiteY0" fmla="*/ 55221 h 189667"/>
                <a:gd name="connsiteX1" fmla="*/ 125932 w 148749"/>
                <a:gd name="connsiteY1" fmla="*/ 56243 h 189667"/>
                <a:gd name="connsiteX2" fmla="*/ 109382 w 148749"/>
                <a:gd name="connsiteY2" fmla="*/ 44177 h 189667"/>
                <a:gd name="connsiteX3" fmla="*/ 103759 w 148749"/>
                <a:gd name="connsiteY3" fmla="*/ 45198 h 189667"/>
                <a:gd name="connsiteX4" fmla="*/ 87209 w 148749"/>
                <a:gd name="connsiteY4" fmla="*/ 33133 h 189667"/>
                <a:gd name="connsiteX5" fmla="*/ 82544 w 148749"/>
                <a:gd name="connsiteY5" fmla="*/ 33899 h 189667"/>
                <a:gd name="connsiteX6" fmla="*/ 82544 w 148749"/>
                <a:gd name="connsiteY6" fmla="*/ 17428 h 189667"/>
                <a:gd name="connsiteX7" fmla="*/ 65100 w 148749"/>
                <a:gd name="connsiteY7" fmla="*/ 0 h 189667"/>
                <a:gd name="connsiteX8" fmla="*/ 52703 w 148749"/>
                <a:gd name="connsiteY8" fmla="*/ 5235 h 189667"/>
                <a:gd name="connsiteX9" fmla="*/ 47655 w 148749"/>
                <a:gd name="connsiteY9" fmla="*/ 17492 h 189667"/>
                <a:gd name="connsiteX10" fmla="*/ 47655 w 148749"/>
                <a:gd name="connsiteY10" fmla="*/ 98824 h 189667"/>
                <a:gd name="connsiteX11" fmla="*/ 36920 w 148749"/>
                <a:gd name="connsiteY11" fmla="*/ 90908 h 189667"/>
                <a:gd name="connsiteX12" fmla="*/ 3309 w 148749"/>
                <a:gd name="connsiteY12" fmla="*/ 93908 h 189667"/>
                <a:gd name="connsiteX13" fmla="*/ 5609 w 148749"/>
                <a:gd name="connsiteY13" fmla="*/ 114082 h 189667"/>
                <a:gd name="connsiteX14" fmla="*/ 45482 w 148749"/>
                <a:gd name="connsiteY14" fmla="*/ 152896 h 189667"/>
                <a:gd name="connsiteX15" fmla="*/ 53150 w 148749"/>
                <a:gd name="connsiteY15" fmla="*/ 172240 h 189667"/>
                <a:gd name="connsiteX16" fmla="*/ 53150 w 148749"/>
                <a:gd name="connsiteY16" fmla="*/ 183284 h 189667"/>
                <a:gd name="connsiteX17" fmla="*/ 59540 w 148749"/>
                <a:gd name="connsiteY17" fmla="*/ 189668 h 189667"/>
                <a:gd name="connsiteX18" fmla="*/ 65930 w 148749"/>
                <a:gd name="connsiteY18" fmla="*/ 183284 h 189667"/>
                <a:gd name="connsiteX19" fmla="*/ 65930 w 148749"/>
                <a:gd name="connsiteY19" fmla="*/ 172240 h 189667"/>
                <a:gd name="connsiteX20" fmla="*/ 54812 w 148749"/>
                <a:gd name="connsiteY20" fmla="*/ 144150 h 189667"/>
                <a:gd name="connsiteX21" fmla="*/ 14300 w 148749"/>
                <a:gd name="connsiteY21" fmla="*/ 104761 h 189667"/>
                <a:gd name="connsiteX22" fmla="*/ 12702 w 148749"/>
                <a:gd name="connsiteY22" fmla="*/ 102591 h 189667"/>
                <a:gd name="connsiteX23" fmla="*/ 16280 w 148749"/>
                <a:gd name="connsiteY23" fmla="*/ 99973 h 189667"/>
                <a:gd name="connsiteX24" fmla="*/ 29188 w 148749"/>
                <a:gd name="connsiteY24" fmla="*/ 101058 h 189667"/>
                <a:gd name="connsiteX25" fmla="*/ 50211 w 148749"/>
                <a:gd name="connsiteY25" fmla="*/ 116572 h 189667"/>
                <a:gd name="connsiteX26" fmla="*/ 50275 w 148749"/>
                <a:gd name="connsiteY26" fmla="*/ 116508 h 189667"/>
                <a:gd name="connsiteX27" fmla="*/ 53981 w 148749"/>
                <a:gd name="connsiteY27" fmla="*/ 117848 h 189667"/>
                <a:gd name="connsiteX28" fmla="*/ 60371 w 148749"/>
                <a:gd name="connsiteY28" fmla="*/ 111464 h 189667"/>
                <a:gd name="connsiteX29" fmla="*/ 60371 w 148749"/>
                <a:gd name="connsiteY29" fmla="*/ 17492 h 189667"/>
                <a:gd name="connsiteX30" fmla="*/ 61713 w 148749"/>
                <a:gd name="connsiteY30" fmla="*/ 14300 h 189667"/>
                <a:gd name="connsiteX31" fmla="*/ 65036 w 148749"/>
                <a:gd name="connsiteY31" fmla="*/ 12832 h 189667"/>
                <a:gd name="connsiteX32" fmla="*/ 69700 w 148749"/>
                <a:gd name="connsiteY32" fmla="*/ 17492 h 189667"/>
                <a:gd name="connsiteX33" fmla="*/ 69700 w 148749"/>
                <a:gd name="connsiteY33" fmla="*/ 72777 h 189667"/>
                <a:gd name="connsiteX34" fmla="*/ 76090 w 148749"/>
                <a:gd name="connsiteY34" fmla="*/ 79161 h 189667"/>
                <a:gd name="connsiteX35" fmla="*/ 82480 w 148749"/>
                <a:gd name="connsiteY35" fmla="*/ 72777 h 189667"/>
                <a:gd name="connsiteX36" fmla="*/ 82480 w 148749"/>
                <a:gd name="connsiteY36" fmla="*/ 50689 h 189667"/>
                <a:gd name="connsiteX37" fmla="*/ 83822 w 148749"/>
                <a:gd name="connsiteY37" fmla="*/ 47497 h 189667"/>
                <a:gd name="connsiteX38" fmla="*/ 87145 w 148749"/>
                <a:gd name="connsiteY38" fmla="*/ 46028 h 189667"/>
                <a:gd name="connsiteX39" fmla="*/ 91809 w 148749"/>
                <a:gd name="connsiteY39" fmla="*/ 50689 h 189667"/>
                <a:gd name="connsiteX40" fmla="*/ 91809 w 148749"/>
                <a:gd name="connsiteY40" fmla="*/ 61733 h 189667"/>
                <a:gd name="connsiteX41" fmla="*/ 91809 w 148749"/>
                <a:gd name="connsiteY41" fmla="*/ 61733 h 189667"/>
                <a:gd name="connsiteX42" fmla="*/ 91809 w 148749"/>
                <a:gd name="connsiteY42" fmla="*/ 61733 h 189667"/>
                <a:gd name="connsiteX43" fmla="*/ 91809 w 148749"/>
                <a:gd name="connsiteY43" fmla="*/ 78268 h 189667"/>
                <a:gd name="connsiteX44" fmla="*/ 98199 w 148749"/>
                <a:gd name="connsiteY44" fmla="*/ 84652 h 189667"/>
                <a:gd name="connsiteX45" fmla="*/ 104589 w 148749"/>
                <a:gd name="connsiteY45" fmla="*/ 78268 h 189667"/>
                <a:gd name="connsiteX46" fmla="*/ 104589 w 148749"/>
                <a:gd name="connsiteY46" fmla="*/ 61669 h 189667"/>
                <a:gd name="connsiteX47" fmla="*/ 105931 w 148749"/>
                <a:gd name="connsiteY47" fmla="*/ 58477 h 189667"/>
                <a:gd name="connsiteX48" fmla="*/ 109254 w 148749"/>
                <a:gd name="connsiteY48" fmla="*/ 57009 h 189667"/>
                <a:gd name="connsiteX49" fmla="*/ 113919 w 148749"/>
                <a:gd name="connsiteY49" fmla="*/ 61669 h 189667"/>
                <a:gd name="connsiteX50" fmla="*/ 113855 w 148749"/>
                <a:gd name="connsiteY50" fmla="*/ 86886 h 189667"/>
                <a:gd name="connsiteX51" fmla="*/ 120245 w 148749"/>
                <a:gd name="connsiteY51" fmla="*/ 93270 h 189667"/>
                <a:gd name="connsiteX52" fmla="*/ 120245 w 148749"/>
                <a:gd name="connsiteY52" fmla="*/ 93270 h 189667"/>
                <a:gd name="connsiteX53" fmla="*/ 126635 w 148749"/>
                <a:gd name="connsiteY53" fmla="*/ 86886 h 189667"/>
                <a:gd name="connsiteX54" fmla="*/ 126635 w 148749"/>
                <a:gd name="connsiteY54" fmla="*/ 72777 h 189667"/>
                <a:gd name="connsiteX55" fmla="*/ 126635 w 148749"/>
                <a:gd name="connsiteY55" fmla="*/ 72650 h 189667"/>
                <a:gd name="connsiteX56" fmla="*/ 127976 w 148749"/>
                <a:gd name="connsiteY56" fmla="*/ 69458 h 189667"/>
                <a:gd name="connsiteX57" fmla="*/ 131299 w 148749"/>
                <a:gd name="connsiteY57" fmla="*/ 67989 h 189667"/>
                <a:gd name="connsiteX58" fmla="*/ 135964 w 148749"/>
                <a:gd name="connsiteY58" fmla="*/ 72650 h 189667"/>
                <a:gd name="connsiteX59" fmla="*/ 135900 w 148749"/>
                <a:gd name="connsiteY59" fmla="*/ 111401 h 189667"/>
                <a:gd name="connsiteX60" fmla="*/ 135964 w 148749"/>
                <a:gd name="connsiteY60" fmla="*/ 121168 h 189667"/>
                <a:gd name="connsiteX61" fmla="*/ 132002 w 148749"/>
                <a:gd name="connsiteY61" fmla="*/ 136043 h 189667"/>
                <a:gd name="connsiteX62" fmla="*/ 124909 w 148749"/>
                <a:gd name="connsiteY62" fmla="*/ 161132 h 189667"/>
                <a:gd name="connsiteX63" fmla="*/ 124909 w 148749"/>
                <a:gd name="connsiteY63" fmla="*/ 183220 h 189667"/>
                <a:gd name="connsiteX64" fmla="*/ 131299 w 148749"/>
                <a:gd name="connsiteY64" fmla="*/ 189604 h 189667"/>
                <a:gd name="connsiteX65" fmla="*/ 137689 w 148749"/>
                <a:gd name="connsiteY65" fmla="*/ 183220 h 189667"/>
                <a:gd name="connsiteX66" fmla="*/ 137689 w 148749"/>
                <a:gd name="connsiteY66" fmla="*/ 160493 h 189667"/>
                <a:gd name="connsiteX67" fmla="*/ 142929 w 148749"/>
                <a:gd name="connsiteY67" fmla="*/ 142682 h 189667"/>
                <a:gd name="connsiteX68" fmla="*/ 148744 w 148749"/>
                <a:gd name="connsiteY68" fmla="*/ 121168 h 189667"/>
                <a:gd name="connsiteX69" fmla="*/ 148680 w 148749"/>
                <a:gd name="connsiteY69" fmla="*/ 111464 h 189667"/>
                <a:gd name="connsiteX70" fmla="*/ 148744 w 148749"/>
                <a:gd name="connsiteY70" fmla="*/ 72714 h 189667"/>
                <a:gd name="connsiteX71" fmla="*/ 131555 w 148749"/>
                <a:gd name="connsiteY71" fmla="*/ 55221 h 18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48749" h="189667">
                  <a:moveTo>
                    <a:pt x="131555" y="55221"/>
                  </a:moveTo>
                  <a:cubicBezTo>
                    <a:pt x="129638" y="55221"/>
                    <a:pt x="127785" y="55604"/>
                    <a:pt x="125932" y="56243"/>
                  </a:cubicBezTo>
                  <a:cubicBezTo>
                    <a:pt x="123631" y="49284"/>
                    <a:pt x="117177" y="44177"/>
                    <a:pt x="109382" y="44177"/>
                  </a:cubicBezTo>
                  <a:cubicBezTo>
                    <a:pt x="107465" y="44177"/>
                    <a:pt x="105612" y="44560"/>
                    <a:pt x="103759" y="45198"/>
                  </a:cubicBezTo>
                  <a:cubicBezTo>
                    <a:pt x="101458" y="38240"/>
                    <a:pt x="95004" y="33133"/>
                    <a:pt x="87209" y="33133"/>
                  </a:cubicBezTo>
                  <a:cubicBezTo>
                    <a:pt x="85611" y="33133"/>
                    <a:pt x="84078" y="33452"/>
                    <a:pt x="82544" y="33899"/>
                  </a:cubicBezTo>
                  <a:lnTo>
                    <a:pt x="82544" y="17428"/>
                  </a:lnTo>
                  <a:cubicBezTo>
                    <a:pt x="82544" y="7788"/>
                    <a:pt x="74685" y="0"/>
                    <a:pt x="65100" y="0"/>
                  </a:cubicBezTo>
                  <a:cubicBezTo>
                    <a:pt x="60563" y="0"/>
                    <a:pt x="56026" y="1915"/>
                    <a:pt x="52703" y="5235"/>
                  </a:cubicBezTo>
                  <a:cubicBezTo>
                    <a:pt x="49444" y="8490"/>
                    <a:pt x="47655" y="12832"/>
                    <a:pt x="47655" y="17492"/>
                  </a:cubicBezTo>
                  <a:lnTo>
                    <a:pt x="47655" y="98824"/>
                  </a:lnTo>
                  <a:cubicBezTo>
                    <a:pt x="43821" y="96015"/>
                    <a:pt x="39668" y="92951"/>
                    <a:pt x="36920" y="90908"/>
                  </a:cubicBezTo>
                  <a:cubicBezTo>
                    <a:pt x="26185" y="82864"/>
                    <a:pt x="10082" y="85865"/>
                    <a:pt x="3309" y="93908"/>
                  </a:cubicBezTo>
                  <a:cubicBezTo>
                    <a:pt x="-589" y="98569"/>
                    <a:pt x="-2378" y="106676"/>
                    <a:pt x="5609" y="114082"/>
                  </a:cubicBezTo>
                  <a:cubicBezTo>
                    <a:pt x="18837" y="126467"/>
                    <a:pt x="39540" y="146512"/>
                    <a:pt x="45482" y="152896"/>
                  </a:cubicBezTo>
                  <a:cubicBezTo>
                    <a:pt x="50914" y="158706"/>
                    <a:pt x="53150" y="162089"/>
                    <a:pt x="53150" y="172240"/>
                  </a:cubicBezTo>
                  <a:lnTo>
                    <a:pt x="53150" y="183284"/>
                  </a:lnTo>
                  <a:cubicBezTo>
                    <a:pt x="53150" y="186795"/>
                    <a:pt x="56026" y="189668"/>
                    <a:pt x="59540" y="189668"/>
                  </a:cubicBezTo>
                  <a:cubicBezTo>
                    <a:pt x="63055" y="189668"/>
                    <a:pt x="65930" y="186795"/>
                    <a:pt x="65930" y="183284"/>
                  </a:cubicBezTo>
                  <a:lnTo>
                    <a:pt x="65930" y="172240"/>
                  </a:lnTo>
                  <a:cubicBezTo>
                    <a:pt x="65930" y="158450"/>
                    <a:pt x="62352" y="152258"/>
                    <a:pt x="54812" y="144150"/>
                  </a:cubicBezTo>
                  <a:cubicBezTo>
                    <a:pt x="48102" y="136937"/>
                    <a:pt x="26313" y="115997"/>
                    <a:pt x="14300" y="104761"/>
                  </a:cubicBezTo>
                  <a:cubicBezTo>
                    <a:pt x="13021" y="103548"/>
                    <a:pt x="12702" y="102782"/>
                    <a:pt x="12702" y="102591"/>
                  </a:cubicBezTo>
                  <a:cubicBezTo>
                    <a:pt x="12766" y="102271"/>
                    <a:pt x="13725" y="100995"/>
                    <a:pt x="16280" y="99973"/>
                  </a:cubicBezTo>
                  <a:cubicBezTo>
                    <a:pt x="19923" y="98569"/>
                    <a:pt x="25482" y="98250"/>
                    <a:pt x="29188" y="101058"/>
                  </a:cubicBezTo>
                  <a:cubicBezTo>
                    <a:pt x="35770" y="106038"/>
                    <a:pt x="50211" y="116572"/>
                    <a:pt x="50211" y="116572"/>
                  </a:cubicBezTo>
                  <a:lnTo>
                    <a:pt x="50275" y="116508"/>
                  </a:lnTo>
                  <a:cubicBezTo>
                    <a:pt x="51361" y="117274"/>
                    <a:pt x="52575" y="117848"/>
                    <a:pt x="53981" y="117848"/>
                  </a:cubicBezTo>
                  <a:cubicBezTo>
                    <a:pt x="57496" y="117848"/>
                    <a:pt x="60371" y="114976"/>
                    <a:pt x="60371" y="111464"/>
                  </a:cubicBezTo>
                  <a:lnTo>
                    <a:pt x="60371" y="17492"/>
                  </a:lnTo>
                  <a:cubicBezTo>
                    <a:pt x="60371" y="15960"/>
                    <a:pt x="61074" y="14874"/>
                    <a:pt x="61713" y="14300"/>
                  </a:cubicBezTo>
                  <a:cubicBezTo>
                    <a:pt x="62607" y="13406"/>
                    <a:pt x="63886" y="12832"/>
                    <a:pt x="65036" y="12832"/>
                  </a:cubicBezTo>
                  <a:cubicBezTo>
                    <a:pt x="66953" y="12832"/>
                    <a:pt x="69700" y="14491"/>
                    <a:pt x="69700" y="17492"/>
                  </a:cubicBezTo>
                  <a:lnTo>
                    <a:pt x="69700" y="72777"/>
                  </a:lnTo>
                  <a:cubicBezTo>
                    <a:pt x="69700" y="76289"/>
                    <a:pt x="72576" y="79161"/>
                    <a:pt x="76090" y="79161"/>
                  </a:cubicBezTo>
                  <a:cubicBezTo>
                    <a:pt x="79605" y="79161"/>
                    <a:pt x="82480" y="76289"/>
                    <a:pt x="82480" y="72777"/>
                  </a:cubicBezTo>
                  <a:lnTo>
                    <a:pt x="82480" y="50689"/>
                  </a:lnTo>
                  <a:cubicBezTo>
                    <a:pt x="82480" y="49157"/>
                    <a:pt x="83183" y="48071"/>
                    <a:pt x="83822" y="47497"/>
                  </a:cubicBezTo>
                  <a:cubicBezTo>
                    <a:pt x="84717" y="46603"/>
                    <a:pt x="85995" y="46028"/>
                    <a:pt x="87145" y="46028"/>
                  </a:cubicBezTo>
                  <a:cubicBezTo>
                    <a:pt x="89062" y="46028"/>
                    <a:pt x="91809" y="47688"/>
                    <a:pt x="91809" y="50689"/>
                  </a:cubicBezTo>
                  <a:lnTo>
                    <a:pt x="91809" y="61733"/>
                  </a:lnTo>
                  <a:cubicBezTo>
                    <a:pt x="91809" y="61733"/>
                    <a:pt x="91809" y="61733"/>
                    <a:pt x="91809" y="61733"/>
                  </a:cubicBezTo>
                  <a:cubicBezTo>
                    <a:pt x="91809" y="61733"/>
                    <a:pt x="91809" y="61733"/>
                    <a:pt x="91809" y="61733"/>
                  </a:cubicBezTo>
                  <a:lnTo>
                    <a:pt x="91809" y="78268"/>
                  </a:lnTo>
                  <a:cubicBezTo>
                    <a:pt x="91809" y="81779"/>
                    <a:pt x="94685" y="84652"/>
                    <a:pt x="98199" y="84652"/>
                  </a:cubicBezTo>
                  <a:cubicBezTo>
                    <a:pt x="101714" y="84652"/>
                    <a:pt x="104589" y="81779"/>
                    <a:pt x="104589" y="78268"/>
                  </a:cubicBezTo>
                  <a:lnTo>
                    <a:pt x="104589" y="61669"/>
                  </a:lnTo>
                  <a:cubicBezTo>
                    <a:pt x="104589" y="60137"/>
                    <a:pt x="105292" y="59116"/>
                    <a:pt x="105931" y="58477"/>
                  </a:cubicBezTo>
                  <a:cubicBezTo>
                    <a:pt x="106826" y="57583"/>
                    <a:pt x="108104" y="57009"/>
                    <a:pt x="109254" y="57009"/>
                  </a:cubicBezTo>
                  <a:cubicBezTo>
                    <a:pt x="111171" y="57009"/>
                    <a:pt x="113919" y="58669"/>
                    <a:pt x="113919" y="61669"/>
                  </a:cubicBezTo>
                  <a:lnTo>
                    <a:pt x="113855" y="86886"/>
                  </a:lnTo>
                  <a:cubicBezTo>
                    <a:pt x="113855" y="90397"/>
                    <a:pt x="116730" y="93270"/>
                    <a:pt x="120245" y="93270"/>
                  </a:cubicBezTo>
                  <a:cubicBezTo>
                    <a:pt x="120245" y="93270"/>
                    <a:pt x="120245" y="93270"/>
                    <a:pt x="120245" y="93270"/>
                  </a:cubicBezTo>
                  <a:cubicBezTo>
                    <a:pt x="123759" y="93270"/>
                    <a:pt x="126635" y="90397"/>
                    <a:pt x="126635" y="86886"/>
                  </a:cubicBezTo>
                  <a:lnTo>
                    <a:pt x="126635" y="72777"/>
                  </a:lnTo>
                  <a:cubicBezTo>
                    <a:pt x="126635" y="72714"/>
                    <a:pt x="126635" y="72714"/>
                    <a:pt x="126635" y="72650"/>
                  </a:cubicBezTo>
                  <a:cubicBezTo>
                    <a:pt x="126635" y="71118"/>
                    <a:pt x="127338" y="70096"/>
                    <a:pt x="127976" y="69458"/>
                  </a:cubicBezTo>
                  <a:cubicBezTo>
                    <a:pt x="128871" y="68564"/>
                    <a:pt x="130149" y="67989"/>
                    <a:pt x="131299" y="67989"/>
                  </a:cubicBezTo>
                  <a:cubicBezTo>
                    <a:pt x="133216" y="67989"/>
                    <a:pt x="135964" y="69649"/>
                    <a:pt x="135964" y="72650"/>
                  </a:cubicBezTo>
                  <a:lnTo>
                    <a:pt x="135900" y="111401"/>
                  </a:lnTo>
                  <a:lnTo>
                    <a:pt x="135964" y="121168"/>
                  </a:lnTo>
                  <a:cubicBezTo>
                    <a:pt x="135964" y="126658"/>
                    <a:pt x="134622" y="131765"/>
                    <a:pt x="132002" y="136043"/>
                  </a:cubicBezTo>
                  <a:cubicBezTo>
                    <a:pt x="125229" y="147215"/>
                    <a:pt x="124909" y="150854"/>
                    <a:pt x="124909" y="161132"/>
                  </a:cubicBezTo>
                  <a:lnTo>
                    <a:pt x="124909" y="183220"/>
                  </a:lnTo>
                  <a:cubicBezTo>
                    <a:pt x="124909" y="186731"/>
                    <a:pt x="127785" y="189604"/>
                    <a:pt x="131299" y="189604"/>
                  </a:cubicBezTo>
                  <a:cubicBezTo>
                    <a:pt x="134814" y="189604"/>
                    <a:pt x="137689" y="186731"/>
                    <a:pt x="137689" y="183220"/>
                  </a:cubicBezTo>
                  <a:lnTo>
                    <a:pt x="137689" y="160493"/>
                  </a:lnTo>
                  <a:cubicBezTo>
                    <a:pt x="137689" y="152513"/>
                    <a:pt x="137689" y="151300"/>
                    <a:pt x="142929" y="142682"/>
                  </a:cubicBezTo>
                  <a:cubicBezTo>
                    <a:pt x="146699" y="136426"/>
                    <a:pt x="148744" y="129020"/>
                    <a:pt x="148744" y="121168"/>
                  </a:cubicBezTo>
                  <a:lnTo>
                    <a:pt x="148680" y="111464"/>
                  </a:lnTo>
                  <a:lnTo>
                    <a:pt x="148744" y="72714"/>
                  </a:lnTo>
                  <a:cubicBezTo>
                    <a:pt x="149000" y="63010"/>
                    <a:pt x="141140" y="55221"/>
                    <a:pt x="131555" y="55221"/>
                  </a:cubicBezTo>
                  <a:close/>
                </a:path>
              </a:pathLst>
            </a:custGeom>
            <a:solidFill>
              <a:srgbClr val="00A3E0"/>
            </a:solidFill>
            <a:ln w="6390" cap="flat">
              <a:noFill/>
              <a:prstDash val="solid"/>
              <a:miter/>
            </a:ln>
          </p:spPr>
          <p:txBody>
            <a:bodyPr rtlCol="0" anchor="ctr"/>
            <a:lstStyle/>
            <a:p>
              <a:endParaRPr lang="en-US"/>
            </a:p>
          </p:txBody>
        </p:sp>
        <p:sp>
          <p:nvSpPr>
            <p:cNvPr id="886" name="Freeform 885">
              <a:extLst>
                <a:ext uri="{FF2B5EF4-FFF2-40B4-BE49-F238E27FC236}">
                  <a16:creationId xmlns:a16="http://schemas.microsoft.com/office/drawing/2014/main" id="{F91AAB08-DE87-9543-8AB9-A429415A9065}"/>
                </a:ext>
              </a:extLst>
            </p:cNvPr>
            <p:cNvSpPr/>
            <p:nvPr/>
          </p:nvSpPr>
          <p:spPr>
            <a:xfrm>
              <a:off x="5850051" y="3899243"/>
              <a:ext cx="90225" cy="73607"/>
            </a:xfrm>
            <a:custGeom>
              <a:avLst/>
              <a:gdLst>
                <a:gd name="connsiteX0" fmla="*/ 13355 w 90225"/>
                <a:gd name="connsiteY0" fmla="*/ 73608 h 73607"/>
                <a:gd name="connsiteX1" fmla="*/ 16997 w 90225"/>
                <a:gd name="connsiteY1" fmla="*/ 72458 h 73607"/>
                <a:gd name="connsiteX2" fmla="*/ 18595 w 90225"/>
                <a:gd name="connsiteY2" fmla="*/ 63585 h 73607"/>
                <a:gd name="connsiteX3" fmla="*/ 12780 w 90225"/>
                <a:gd name="connsiteY3" fmla="*/ 45135 h 73607"/>
                <a:gd name="connsiteX4" fmla="*/ 45113 w 90225"/>
                <a:gd name="connsiteY4" fmla="*/ 12832 h 73607"/>
                <a:gd name="connsiteX5" fmla="*/ 77446 w 90225"/>
                <a:gd name="connsiteY5" fmla="*/ 45135 h 73607"/>
                <a:gd name="connsiteX6" fmla="*/ 77127 w 90225"/>
                <a:gd name="connsiteY6" fmla="*/ 49731 h 73607"/>
                <a:gd name="connsiteX7" fmla="*/ 82558 w 90225"/>
                <a:gd name="connsiteY7" fmla="*/ 56945 h 73607"/>
                <a:gd name="connsiteX8" fmla="*/ 89779 w 90225"/>
                <a:gd name="connsiteY8" fmla="*/ 51519 h 73607"/>
                <a:gd name="connsiteX9" fmla="*/ 90226 w 90225"/>
                <a:gd name="connsiteY9" fmla="*/ 45071 h 73607"/>
                <a:gd name="connsiteX10" fmla="*/ 45113 w 90225"/>
                <a:gd name="connsiteY10" fmla="*/ 0 h 73607"/>
                <a:gd name="connsiteX11" fmla="*/ 0 w 90225"/>
                <a:gd name="connsiteY11" fmla="*/ 45071 h 73607"/>
                <a:gd name="connsiteX12" fmla="*/ 8115 w 90225"/>
                <a:gd name="connsiteY12" fmla="*/ 70862 h 73607"/>
                <a:gd name="connsiteX13" fmla="*/ 13355 w 90225"/>
                <a:gd name="connsiteY13" fmla="*/ 73608 h 73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0225" h="73607">
                  <a:moveTo>
                    <a:pt x="13355" y="73608"/>
                  </a:moveTo>
                  <a:cubicBezTo>
                    <a:pt x="14633" y="73608"/>
                    <a:pt x="15911" y="73224"/>
                    <a:pt x="16997" y="72458"/>
                  </a:cubicBezTo>
                  <a:cubicBezTo>
                    <a:pt x="19873" y="70416"/>
                    <a:pt x="20575" y="66457"/>
                    <a:pt x="18595" y="63585"/>
                  </a:cubicBezTo>
                  <a:cubicBezTo>
                    <a:pt x="14825" y="58158"/>
                    <a:pt x="12780" y="51774"/>
                    <a:pt x="12780" y="45135"/>
                  </a:cubicBezTo>
                  <a:cubicBezTo>
                    <a:pt x="12780" y="27324"/>
                    <a:pt x="27285" y="12832"/>
                    <a:pt x="45113" y="12832"/>
                  </a:cubicBezTo>
                  <a:cubicBezTo>
                    <a:pt x="62941" y="12832"/>
                    <a:pt x="77446" y="27324"/>
                    <a:pt x="77446" y="45135"/>
                  </a:cubicBezTo>
                  <a:cubicBezTo>
                    <a:pt x="77446" y="46731"/>
                    <a:pt x="77318" y="48263"/>
                    <a:pt x="77127" y="49731"/>
                  </a:cubicBezTo>
                  <a:cubicBezTo>
                    <a:pt x="76615" y="53243"/>
                    <a:pt x="79043" y="56435"/>
                    <a:pt x="82558" y="56945"/>
                  </a:cubicBezTo>
                  <a:cubicBezTo>
                    <a:pt x="86008" y="57456"/>
                    <a:pt x="89267" y="55030"/>
                    <a:pt x="89779" y="51519"/>
                  </a:cubicBezTo>
                  <a:cubicBezTo>
                    <a:pt x="90098" y="49412"/>
                    <a:pt x="90226" y="47242"/>
                    <a:pt x="90226" y="45071"/>
                  </a:cubicBezTo>
                  <a:cubicBezTo>
                    <a:pt x="90226" y="20238"/>
                    <a:pt x="69970" y="0"/>
                    <a:pt x="45113" y="0"/>
                  </a:cubicBezTo>
                  <a:cubicBezTo>
                    <a:pt x="20256" y="0"/>
                    <a:pt x="0" y="20238"/>
                    <a:pt x="0" y="45071"/>
                  </a:cubicBezTo>
                  <a:cubicBezTo>
                    <a:pt x="0" y="54328"/>
                    <a:pt x="2812" y="63265"/>
                    <a:pt x="8115" y="70862"/>
                  </a:cubicBezTo>
                  <a:cubicBezTo>
                    <a:pt x="9393" y="72650"/>
                    <a:pt x="11374" y="73608"/>
                    <a:pt x="13355" y="73608"/>
                  </a:cubicBezTo>
                  <a:close/>
                </a:path>
              </a:pathLst>
            </a:custGeom>
            <a:solidFill>
              <a:srgbClr val="00A3E0"/>
            </a:solidFill>
            <a:ln w="6390" cap="flat">
              <a:noFill/>
              <a:prstDash val="solid"/>
              <a:miter/>
            </a:ln>
          </p:spPr>
          <p:txBody>
            <a:bodyPr rtlCol="0" anchor="ctr"/>
            <a:lstStyle/>
            <a:p>
              <a:endParaRPr lang="en-US"/>
            </a:p>
          </p:txBody>
        </p:sp>
        <p:sp>
          <p:nvSpPr>
            <p:cNvPr id="887" name="Freeform 886">
              <a:extLst>
                <a:ext uri="{FF2B5EF4-FFF2-40B4-BE49-F238E27FC236}">
                  <a16:creationId xmlns:a16="http://schemas.microsoft.com/office/drawing/2014/main" id="{F76BC937-753C-F548-813F-AA2EA8039F31}"/>
                </a:ext>
              </a:extLst>
            </p:cNvPr>
            <p:cNvSpPr/>
            <p:nvPr/>
          </p:nvSpPr>
          <p:spPr>
            <a:xfrm>
              <a:off x="5800273" y="3982107"/>
              <a:ext cx="68508" cy="90141"/>
            </a:xfrm>
            <a:custGeom>
              <a:avLst/>
              <a:gdLst>
                <a:gd name="connsiteX0" fmla="*/ 45113 w 68508"/>
                <a:gd name="connsiteY0" fmla="*/ 77438 h 90141"/>
                <a:gd name="connsiteX1" fmla="*/ 12780 w 68508"/>
                <a:gd name="connsiteY1" fmla="*/ 45135 h 90141"/>
                <a:gd name="connsiteX2" fmla="*/ 45113 w 68508"/>
                <a:gd name="connsiteY2" fmla="*/ 12832 h 90141"/>
                <a:gd name="connsiteX3" fmla="*/ 59299 w 68508"/>
                <a:gd name="connsiteY3" fmla="*/ 16087 h 90141"/>
                <a:gd name="connsiteX4" fmla="*/ 67861 w 68508"/>
                <a:gd name="connsiteY4" fmla="*/ 13151 h 90141"/>
                <a:gd name="connsiteX5" fmla="*/ 64922 w 68508"/>
                <a:gd name="connsiteY5" fmla="*/ 4596 h 90141"/>
                <a:gd name="connsiteX6" fmla="*/ 45113 w 68508"/>
                <a:gd name="connsiteY6" fmla="*/ 0 h 90141"/>
                <a:gd name="connsiteX7" fmla="*/ 0 w 68508"/>
                <a:gd name="connsiteY7" fmla="*/ 45071 h 90141"/>
                <a:gd name="connsiteX8" fmla="*/ 45113 w 68508"/>
                <a:gd name="connsiteY8" fmla="*/ 90142 h 90141"/>
                <a:gd name="connsiteX9" fmla="*/ 51503 w 68508"/>
                <a:gd name="connsiteY9" fmla="*/ 83758 h 90141"/>
                <a:gd name="connsiteX10" fmla="*/ 45113 w 68508"/>
                <a:gd name="connsiteY10" fmla="*/ 77438 h 9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8508" h="90141">
                  <a:moveTo>
                    <a:pt x="45113" y="77438"/>
                  </a:moveTo>
                  <a:cubicBezTo>
                    <a:pt x="27285" y="77438"/>
                    <a:pt x="12780" y="62946"/>
                    <a:pt x="12780" y="45135"/>
                  </a:cubicBezTo>
                  <a:cubicBezTo>
                    <a:pt x="12780" y="27323"/>
                    <a:pt x="27285" y="12832"/>
                    <a:pt x="45113" y="12832"/>
                  </a:cubicBezTo>
                  <a:cubicBezTo>
                    <a:pt x="50097" y="12832"/>
                    <a:pt x="54890" y="13917"/>
                    <a:pt x="59299" y="16087"/>
                  </a:cubicBezTo>
                  <a:cubicBezTo>
                    <a:pt x="62494" y="17620"/>
                    <a:pt x="66328" y="16343"/>
                    <a:pt x="67861" y="13151"/>
                  </a:cubicBezTo>
                  <a:cubicBezTo>
                    <a:pt x="69395" y="9959"/>
                    <a:pt x="68117" y="6192"/>
                    <a:pt x="64922" y="4596"/>
                  </a:cubicBezTo>
                  <a:cubicBezTo>
                    <a:pt x="58724" y="1532"/>
                    <a:pt x="52014" y="0"/>
                    <a:pt x="45113" y="0"/>
                  </a:cubicBezTo>
                  <a:cubicBezTo>
                    <a:pt x="20256" y="0"/>
                    <a:pt x="0" y="20237"/>
                    <a:pt x="0" y="45071"/>
                  </a:cubicBezTo>
                  <a:cubicBezTo>
                    <a:pt x="0" y="69905"/>
                    <a:pt x="20256" y="90142"/>
                    <a:pt x="45113" y="90142"/>
                  </a:cubicBezTo>
                  <a:cubicBezTo>
                    <a:pt x="48628" y="90142"/>
                    <a:pt x="51503" y="87269"/>
                    <a:pt x="51503" y="83758"/>
                  </a:cubicBezTo>
                  <a:cubicBezTo>
                    <a:pt x="51503" y="80247"/>
                    <a:pt x="48692" y="77438"/>
                    <a:pt x="45113" y="77438"/>
                  </a:cubicBezTo>
                  <a:close/>
                </a:path>
              </a:pathLst>
            </a:custGeom>
            <a:solidFill>
              <a:srgbClr val="00A3E0"/>
            </a:solidFill>
            <a:ln w="6390" cap="flat">
              <a:noFill/>
              <a:prstDash val="solid"/>
              <a:miter/>
            </a:ln>
          </p:spPr>
          <p:txBody>
            <a:bodyPr rtlCol="0" anchor="ctr"/>
            <a:lstStyle/>
            <a:p>
              <a:endParaRPr lang="en-US"/>
            </a:p>
          </p:txBody>
        </p:sp>
      </p:grpSp>
      <p:grpSp>
        <p:nvGrpSpPr>
          <p:cNvPr id="888" name="Graphic 4">
            <a:extLst>
              <a:ext uri="{FF2B5EF4-FFF2-40B4-BE49-F238E27FC236}">
                <a16:creationId xmlns:a16="http://schemas.microsoft.com/office/drawing/2014/main" id="{4F186C3D-0AF8-1D46-AB82-3A8E59283C12}"/>
              </a:ext>
            </a:extLst>
          </p:cNvPr>
          <p:cNvGrpSpPr/>
          <p:nvPr/>
        </p:nvGrpSpPr>
        <p:grpSpPr>
          <a:xfrm>
            <a:off x="5708514" y="4792937"/>
            <a:ext cx="362309" cy="361971"/>
            <a:chOff x="5708514" y="4792937"/>
            <a:chExt cx="362309" cy="361971"/>
          </a:xfrm>
          <a:solidFill>
            <a:srgbClr val="00A3E0"/>
          </a:solidFill>
        </p:grpSpPr>
        <p:sp>
          <p:nvSpPr>
            <p:cNvPr id="889" name="Freeform 888">
              <a:extLst>
                <a:ext uri="{FF2B5EF4-FFF2-40B4-BE49-F238E27FC236}">
                  <a16:creationId xmlns:a16="http://schemas.microsoft.com/office/drawing/2014/main" id="{8E89D1AE-EDC3-C248-980A-FB0C6DE297C5}"/>
                </a:ext>
              </a:extLst>
            </p:cNvPr>
            <p:cNvSpPr/>
            <p:nvPr/>
          </p:nvSpPr>
          <p:spPr>
            <a:xfrm>
              <a:off x="5708514" y="4792937"/>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30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1"/>
                    <a:pt x="181155" y="361971"/>
                  </a:cubicBezTo>
                  <a:cubicBezTo>
                    <a:pt x="281221" y="361971"/>
                    <a:pt x="362310" y="280959"/>
                    <a:pt x="362310" y="180986"/>
                  </a:cubicBezTo>
                  <a:cubicBezTo>
                    <a:pt x="362310" y="81013"/>
                    <a:pt x="281221" y="0"/>
                    <a:pt x="181155" y="0"/>
                  </a:cubicBezTo>
                  <a:close/>
                  <a:moveTo>
                    <a:pt x="181155" y="349140"/>
                  </a:moveTo>
                  <a:cubicBezTo>
                    <a:pt x="88309" y="349140"/>
                    <a:pt x="12780" y="273681"/>
                    <a:pt x="12780" y="180922"/>
                  </a:cubicBezTo>
                  <a:cubicBezTo>
                    <a:pt x="12780" y="88163"/>
                    <a:pt x="88309" y="12704"/>
                    <a:pt x="181155" y="12704"/>
                  </a:cubicBezTo>
                  <a:cubicBezTo>
                    <a:pt x="274001" y="12704"/>
                    <a:pt x="349530" y="88163"/>
                    <a:pt x="349530" y="180922"/>
                  </a:cubicBezTo>
                  <a:cubicBezTo>
                    <a:pt x="349530" y="273681"/>
                    <a:pt x="274001"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890" name="Freeform 889">
              <a:extLst>
                <a:ext uri="{FF2B5EF4-FFF2-40B4-BE49-F238E27FC236}">
                  <a16:creationId xmlns:a16="http://schemas.microsoft.com/office/drawing/2014/main" id="{5C1A19A7-6F44-2740-B44E-14250A613903}"/>
                </a:ext>
              </a:extLst>
            </p:cNvPr>
            <p:cNvSpPr/>
            <p:nvPr/>
          </p:nvSpPr>
          <p:spPr>
            <a:xfrm>
              <a:off x="5804651" y="4849887"/>
              <a:ext cx="88524" cy="99840"/>
            </a:xfrm>
            <a:custGeom>
              <a:avLst/>
              <a:gdLst>
                <a:gd name="connsiteX0" fmla="*/ 44569 w 88524"/>
                <a:gd name="connsiteY0" fmla="*/ 83944 h 99840"/>
                <a:gd name="connsiteX1" fmla="*/ 44441 w 88524"/>
                <a:gd name="connsiteY1" fmla="*/ 83178 h 99840"/>
                <a:gd name="connsiteX2" fmla="*/ 44441 w 88524"/>
                <a:gd name="connsiteY2" fmla="*/ 83115 h 99840"/>
                <a:gd name="connsiteX3" fmla="*/ 44441 w 88524"/>
                <a:gd name="connsiteY3" fmla="*/ 83115 h 99840"/>
                <a:gd name="connsiteX4" fmla="*/ 36453 w 88524"/>
                <a:gd name="connsiteY4" fmla="*/ 60834 h 99840"/>
                <a:gd name="connsiteX5" fmla="*/ 28274 w 88524"/>
                <a:gd name="connsiteY5" fmla="*/ 56940 h 99840"/>
                <a:gd name="connsiteX6" fmla="*/ 24376 w 88524"/>
                <a:gd name="connsiteY6" fmla="*/ 65112 h 99840"/>
                <a:gd name="connsiteX7" fmla="*/ 27060 w 88524"/>
                <a:gd name="connsiteY7" fmla="*/ 72581 h 99840"/>
                <a:gd name="connsiteX8" fmla="*/ 17220 w 88524"/>
                <a:gd name="connsiteY8" fmla="*/ 61984 h 99840"/>
                <a:gd name="connsiteX9" fmla="*/ 13961 w 88524"/>
                <a:gd name="connsiteY9" fmla="*/ 37086 h 99840"/>
                <a:gd name="connsiteX10" fmla="*/ 29297 w 88524"/>
                <a:gd name="connsiteY10" fmla="*/ 17168 h 99840"/>
                <a:gd name="connsiteX11" fmla="*/ 54218 w 88524"/>
                <a:gd name="connsiteY11" fmla="*/ 13912 h 99840"/>
                <a:gd name="connsiteX12" fmla="*/ 74154 w 88524"/>
                <a:gd name="connsiteY12" fmla="*/ 29234 h 99840"/>
                <a:gd name="connsiteX13" fmla="*/ 76199 w 88524"/>
                <a:gd name="connsiteY13" fmla="*/ 33447 h 99840"/>
                <a:gd name="connsiteX14" fmla="*/ 84506 w 88524"/>
                <a:gd name="connsiteY14" fmla="*/ 37022 h 99840"/>
                <a:gd name="connsiteX15" fmla="*/ 88084 w 88524"/>
                <a:gd name="connsiteY15" fmla="*/ 28723 h 99840"/>
                <a:gd name="connsiteX16" fmla="*/ 85209 w 88524"/>
                <a:gd name="connsiteY16" fmla="*/ 22850 h 99840"/>
                <a:gd name="connsiteX17" fmla="*/ 57477 w 88524"/>
                <a:gd name="connsiteY17" fmla="*/ 1591 h 99840"/>
                <a:gd name="connsiteX18" fmla="*/ 22843 w 88524"/>
                <a:gd name="connsiteY18" fmla="*/ 6124 h 99840"/>
                <a:gd name="connsiteX19" fmla="*/ 1565 w 88524"/>
                <a:gd name="connsiteY19" fmla="*/ 33830 h 99840"/>
                <a:gd name="connsiteX20" fmla="*/ 6101 w 88524"/>
                <a:gd name="connsiteY20" fmla="*/ 68431 h 99840"/>
                <a:gd name="connsiteX21" fmla="*/ 21949 w 88524"/>
                <a:gd name="connsiteY21" fmla="*/ 84519 h 99840"/>
                <a:gd name="connsiteX22" fmla="*/ 13769 w 88524"/>
                <a:gd name="connsiteY22" fmla="*/ 87456 h 99840"/>
                <a:gd name="connsiteX23" fmla="*/ 9871 w 88524"/>
                <a:gd name="connsiteY23" fmla="*/ 95627 h 99840"/>
                <a:gd name="connsiteX24" fmla="*/ 15878 w 88524"/>
                <a:gd name="connsiteY24" fmla="*/ 99841 h 99840"/>
                <a:gd name="connsiteX25" fmla="*/ 18050 w 88524"/>
                <a:gd name="connsiteY25" fmla="*/ 99458 h 99840"/>
                <a:gd name="connsiteX26" fmla="*/ 40479 w 88524"/>
                <a:gd name="connsiteY26" fmla="*/ 91478 h 99840"/>
                <a:gd name="connsiteX27" fmla="*/ 40799 w 88524"/>
                <a:gd name="connsiteY27" fmla="*/ 91286 h 99840"/>
                <a:gd name="connsiteX28" fmla="*/ 42396 w 88524"/>
                <a:gd name="connsiteY28" fmla="*/ 90328 h 99840"/>
                <a:gd name="connsiteX29" fmla="*/ 42843 w 88524"/>
                <a:gd name="connsiteY29" fmla="*/ 89945 h 99840"/>
                <a:gd name="connsiteX30" fmla="*/ 43993 w 88524"/>
                <a:gd name="connsiteY30" fmla="*/ 88349 h 99840"/>
                <a:gd name="connsiteX31" fmla="*/ 44121 w 88524"/>
                <a:gd name="connsiteY31" fmla="*/ 88094 h 99840"/>
                <a:gd name="connsiteX32" fmla="*/ 44121 w 88524"/>
                <a:gd name="connsiteY32" fmla="*/ 88030 h 99840"/>
                <a:gd name="connsiteX33" fmla="*/ 44313 w 88524"/>
                <a:gd name="connsiteY33" fmla="*/ 87328 h 99840"/>
                <a:gd name="connsiteX34" fmla="*/ 44697 w 88524"/>
                <a:gd name="connsiteY34" fmla="*/ 85668 h 99840"/>
                <a:gd name="connsiteX35" fmla="*/ 44569 w 88524"/>
                <a:gd name="connsiteY35" fmla="*/ 83944 h 99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8524" h="99840">
                  <a:moveTo>
                    <a:pt x="44569" y="83944"/>
                  </a:moveTo>
                  <a:cubicBezTo>
                    <a:pt x="44505" y="83689"/>
                    <a:pt x="44569" y="83434"/>
                    <a:pt x="44441" y="83178"/>
                  </a:cubicBezTo>
                  <a:lnTo>
                    <a:pt x="44441" y="83115"/>
                  </a:lnTo>
                  <a:cubicBezTo>
                    <a:pt x="44441" y="83115"/>
                    <a:pt x="44441" y="83115"/>
                    <a:pt x="44441" y="83115"/>
                  </a:cubicBezTo>
                  <a:lnTo>
                    <a:pt x="36453" y="60834"/>
                  </a:lnTo>
                  <a:cubicBezTo>
                    <a:pt x="35239" y="57515"/>
                    <a:pt x="31597" y="55791"/>
                    <a:pt x="28274" y="56940"/>
                  </a:cubicBezTo>
                  <a:cubicBezTo>
                    <a:pt x="24952" y="58153"/>
                    <a:pt x="23226" y="61792"/>
                    <a:pt x="24376" y="65112"/>
                  </a:cubicBezTo>
                  <a:lnTo>
                    <a:pt x="27060" y="72581"/>
                  </a:lnTo>
                  <a:cubicBezTo>
                    <a:pt x="23099" y="69836"/>
                    <a:pt x="19712" y="66261"/>
                    <a:pt x="17220" y="61984"/>
                  </a:cubicBezTo>
                  <a:cubicBezTo>
                    <a:pt x="12811" y="54387"/>
                    <a:pt x="11660" y="45513"/>
                    <a:pt x="13961" y="37086"/>
                  </a:cubicBezTo>
                  <a:cubicBezTo>
                    <a:pt x="16261" y="28595"/>
                    <a:pt x="21693" y="21509"/>
                    <a:pt x="29297" y="17168"/>
                  </a:cubicBezTo>
                  <a:cubicBezTo>
                    <a:pt x="36901" y="12763"/>
                    <a:pt x="45783" y="11614"/>
                    <a:pt x="54218" y="13912"/>
                  </a:cubicBezTo>
                  <a:cubicBezTo>
                    <a:pt x="62716" y="16210"/>
                    <a:pt x="69809" y="21637"/>
                    <a:pt x="74154" y="29234"/>
                  </a:cubicBezTo>
                  <a:cubicBezTo>
                    <a:pt x="74921" y="30638"/>
                    <a:pt x="75624" y="32043"/>
                    <a:pt x="76199" y="33447"/>
                  </a:cubicBezTo>
                  <a:cubicBezTo>
                    <a:pt x="77541" y="36703"/>
                    <a:pt x="81247" y="38299"/>
                    <a:pt x="84506" y="37022"/>
                  </a:cubicBezTo>
                  <a:cubicBezTo>
                    <a:pt x="87765" y="35682"/>
                    <a:pt x="89362" y="31979"/>
                    <a:pt x="88084" y="28723"/>
                  </a:cubicBezTo>
                  <a:cubicBezTo>
                    <a:pt x="87253" y="26680"/>
                    <a:pt x="86295" y="24701"/>
                    <a:pt x="85209" y="22850"/>
                  </a:cubicBezTo>
                  <a:cubicBezTo>
                    <a:pt x="79138" y="12316"/>
                    <a:pt x="69234" y="4783"/>
                    <a:pt x="57477" y="1591"/>
                  </a:cubicBezTo>
                  <a:cubicBezTo>
                    <a:pt x="45719" y="-1601"/>
                    <a:pt x="33386" y="59"/>
                    <a:pt x="22843" y="6124"/>
                  </a:cubicBezTo>
                  <a:cubicBezTo>
                    <a:pt x="12300" y="12188"/>
                    <a:pt x="4696" y="22084"/>
                    <a:pt x="1565" y="33830"/>
                  </a:cubicBezTo>
                  <a:cubicBezTo>
                    <a:pt x="-1567" y="45577"/>
                    <a:pt x="31" y="57898"/>
                    <a:pt x="6101" y="68431"/>
                  </a:cubicBezTo>
                  <a:cubicBezTo>
                    <a:pt x="9935" y="75071"/>
                    <a:pt x="15431" y="80497"/>
                    <a:pt x="21949" y="84519"/>
                  </a:cubicBezTo>
                  <a:lnTo>
                    <a:pt x="13769" y="87456"/>
                  </a:lnTo>
                  <a:cubicBezTo>
                    <a:pt x="10446" y="88669"/>
                    <a:pt x="8721" y="92308"/>
                    <a:pt x="9871" y="95627"/>
                  </a:cubicBezTo>
                  <a:cubicBezTo>
                    <a:pt x="10830" y="98245"/>
                    <a:pt x="13258" y="99841"/>
                    <a:pt x="15878" y="99841"/>
                  </a:cubicBezTo>
                  <a:cubicBezTo>
                    <a:pt x="16581" y="99841"/>
                    <a:pt x="17348" y="99713"/>
                    <a:pt x="18050" y="99458"/>
                  </a:cubicBezTo>
                  <a:lnTo>
                    <a:pt x="40479" y="91478"/>
                  </a:lnTo>
                  <a:cubicBezTo>
                    <a:pt x="40607" y="91414"/>
                    <a:pt x="40671" y="91350"/>
                    <a:pt x="40799" y="91286"/>
                  </a:cubicBezTo>
                  <a:cubicBezTo>
                    <a:pt x="41374" y="91031"/>
                    <a:pt x="41885" y="90712"/>
                    <a:pt x="42396" y="90328"/>
                  </a:cubicBezTo>
                  <a:cubicBezTo>
                    <a:pt x="42588" y="90201"/>
                    <a:pt x="42716" y="90073"/>
                    <a:pt x="42843" y="89945"/>
                  </a:cubicBezTo>
                  <a:cubicBezTo>
                    <a:pt x="43291" y="89499"/>
                    <a:pt x="43674" y="88988"/>
                    <a:pt x="43993" y="88349"/>
                  </a:cubicBezTo>
                  <a:cubicBezTo>
                    <a:pt x="44057" y="88286"/>
                    <a:pt x="44121" y="88222"/>
                    <a:pt x="44121" y="88094"/>
                  </a:cubicBezTo>
                  <a:cubicBezTo>
                    <a:pt x="44121" y="88094"/>
                    <a:pt x="44121" y="88094"/>
                    <a:pt x="44121" y="88030"/>
                  </a:cubicBezTo>
                  <a:cubicBezTo>
                    <a:pt x="44249" y="87775"/>
                    <a:pt x="44185" y="87520"/>
                    <a:pt x="44313" y="87328"/>
                  </a:cubicBezTo>
                  <a:cubicBezTo>
                    <a:pt x="44505" y="86817"/>
                    <a:pt x="44697" y="86243"/>
                    <a:pt x="44697" y="85668"/>
                  </a:cubicBezTo>
                  <a:cubicBezTo>
                    <a:pt x="44824" y="85030"/>
                    <a:pt x="44697" y="84519"/>
                    <a:pt x="44569" y="83944"/>
                  </a:cubicBezTo>
                  <a:close/>
                </a:path>
              </a:pathLst>
            </a:custGeom>
            <a:solidFill>
              <a:srgbClr val="00A3E0"/>
            </a:solidFill>
            <a:ln w="6390" cap="flat">
              <a:noFill/>
              <a:prstDash val="solid"/>
              <a:miter/>
            </a:ln>
          </p:spPr>
          <p:txBody>
            <a:bodyPr rtlCol="0" anchor="ctr"/>
            <a:lstStyle/>
            <a:p>
              <a:endParaRPr lang="en-US"/>
            </a:p>
          </p:txBody>
        </p:sp>
        <p:sp>
          <p:nvSpPr>
            <p:cNvPr id="891" name="Freeform 890">
              <a:extLst>
                <a:ext uri="{FF2B5EF4-FFF2-40B4-BE49-F238E27FC236}">
                  <a16:creationId xmlns:a16="http://schemas.microsoft.com/office/drawing/2014/main" id="{16342127-9803-BB43-9340-23B44F1E12D4}"/>
                </a:ext>
              </a:extLst>
            </p:cNvPr>
            <p:cNvSpPr/>
            <p:nvPr/>
          </p:nvSpPr>
          <p:spPr>
            <a:xfrm>
              <a:off x="5849540" y="4905933"/>
              <a:ext cx="125243" cy="192094"/>
            </a:xfrm>
            <a:custGeom>
              <a:avLst/>
              <a:gdLst>
                <a:gd name="connsiteX0" fmla="*/ 107479 w 125243"/>
                <a:gd name="connsiteY0" fmla="*/ 55988 h 192094"/>
                <a:gd name="connsiteX1" fmla="*/ 101728 w 125243"/>
                <a:gd name="connsiteY1" fmla="*/ 57073 h 192094"/>
                <a:gd name="connsiteX2" fmla="*/ 85050 w 125243"/>
                <a:gd name="connsiteY2" fmla="*/ 44816 h 192094"/>
                <a:gd name="connsiteX3" fmla="*/ 79299 w 125243"/>
                <a:gd name="connsiteY3" fmla="*/ 45901 h 192094"/>
                <a:gd name="connsiteX4" fmla="*/ 62621 w 125243"/>
                <a:gd name="connsiteY4" fmla="*/ 33644 h 192094"/>
                <a:gd name="connsiteX5" fmla="*/ 57765 w 125243"/>
                <a:gd name="connsiteY5" fmla="*/ 34410 h 192094"/>
                <a:gd name="connsiteX6" fmla="*/ 57765 w 125243"/>
                <a:gd name="connsiteY6" fmla="*/ 17620 h 192094"/>
                <a:gd name="connsiteX7" fmla="*/ 40129 w 125243"/>
                <a:gd name="connsiteY7" fmla="*/ 0 h 192094"/>
                <a:gd name="connsiteX8" fmla="*/ 27605 w 125243"/>
                <a:gd name="connsiteY8" fmla="*/ 5235 h 192094"/>
                <a:gd name="connsiteX9" fmla="*/ 22493 w 125243"/>
                <a:gd name="connsiteY9" fmla="*/ 17556 h 192094"/>
                <a:gd name="connsiteX10" fmla="*/ 22493 w 125243"/>
                <a:gd name="connsiteY10" fmla="*/ 60010 h 192094"/>
                <a:gd name="connsiteX11" fmla="*/ 21023 w 125243"/>
                <a:gd name="connsiteY11" fmla="*/ 59180 h 192094"/>
                <a:gd name="connsiteX12" fmla="*/ 6837 w 125243"/>
                <a:gd name="connsiteY12" fmla="*/ 59882 h 192094"/>
                <a:gd name="connsiteX13" fmla="*/ 0 w 125243"/>
                <a:gd name="connsiteY13" fmla="*/ 72139 h 192094"/>
                <a:gd name="connsiteX14" fmla="*/ 0 w 125243"/>
                <a:gd name="connsiteY14" fmla="*/ 112869 h 192094"/>
                <a:gd name="connsiteX15" fmla="*/ 15591 w 125243"/>
                <a:gd name="connsiteY15" fmla="*/ 147725 h 192094"/>
                <a:gd name="connsiteX16" fmla="*/ 28052 w 125243"/>
                <a:gd name="connsiteY16" fmla="*/ 168920 h 192094"/>
                <a:gd name="connsiteX17" fmla="*/ 28052 w 125243"/>
                <a:gd name="connsiteY17" fmla="*/ 185710 h 192094"/>
                <a:gd name="connsiteX18" fmla="*/ 34442 w 125243"/>
                <a:gd name="connsiteY18" fmla="*/ 192094 h 192094"/>
                <a:gd name="connsiteX19" fmla="*/ 40832 w 125243"/>
                <a:gd name="connsiteY19" fmla="*/ 185710 h 192094"/>
                <a:gd name="connsiteX20" fmla="*/ 40832 w 125243"/>
                <a:gd name="connsiteY20" fmla="*/ 168920 h 192094"/>
                <a:gd name="connsiteX21" fmla="*/ 24026 w 125243"/>
                <a:gd name="connsiteY21" fmla="*/ 138149 h 192094"/>
                <a:gd name="connsiteX22" fmla="*/ 12780 w 125243"/>
                <a:gd name="connsiteY22" fmla="*/ 112869 h 192094"/>
                <a:gd name="connsiteX23" fmla="*/ 12780 w 125243"/>
                <a:gd name="connsiteY23" fmla="*/ 72139 h 192094"/>
                <a:gd name="connsiteX24" fmla="*/ 13547 w 125243"/>
                <a:gd name="connsiteY24" fmla="*/ 70735 h 192094"/>
                <a:gd name="connsiteX25" fmla="*/ 15336 w 125243"/>
                <a:gd name="connsiteY25" fmla="*/ 70671 h 192094"/>
                <a:gd name="connsiteX26" fmla="*/ 22429 w 125243"/>
                <a:gd name="connsiteY26" fmla="*/ 84843 h 192094"/>
                <a:gd name="connsiteX27" fmla="*/ 22429 w 125243"/>
                <a:gd name="connsiteY27" fmla="*/ 96079 h 192094"/>
                <a:gd name="connsiteX28" fmla="*/ 28819 w 125243"/>
                <a:gd name="connsiteY28" fmla="*/ 102463 h 192094"/>
                <a:gd name="connsiteX29" fmla="*/ 35209 w 125243"/>
                <a:gd name="connsiteY29" fmla="*/ 96079 h 192094"/>
                <a:gd name="connsiteX30" fmla="*/ 35209 w 125243"/>
                <a:gd name="connsiteY30" fmla="*/ 17620 h 192094"/>
                <a:gd name="connsiteX31" fmla="*/ 36614 w 125243"/>
                <a:gd name="connsiteY31" fmla="*/ 14300 h 192094"/>
                <a:gd name="connsiteX32" fmla="*/ 40065 w 125243"/>
                <a:gd name="connsiteY32" fmla="*/ 12768 h 192094"/>
                <a:gd name="connsiteX33" fmla="*/ 44921 w 125243"/>
                <a:gd name="connsiteY33" fmla="*/ 17620 h 192094"/>
                <a:gd name="connsiteX34" fmla="*/ 44921 w 125243"/>
                <a:gd name="connsiteY34" fmla="*/ 51200 h 192094"/>
                <a:gd name="connsiteX35" fmla="*/ 44921 w 125243"/>
                <a:gd name="connsiteY35" fmla="*/ 51200 h 192094"/>
                <a:gd name="connsiteX36" fmla="*/ 44921 w 125243"/>
                <a:gd name="connsiteY36" fmla="*/ 73608 h 192094"/>
                <a:gd name="connsiteX37" fmla="*/ 51311 w 125243"/>
                <a:gd name="connsiteY37" fmla="*/ 79991 h 192094"/>
                <a:gd name="connsiteX38" fmla="*/ 57701 w 125243"/>
                <a:gd name="connsiteY38" fmla="*/ 73608 h 192094"/>
                <a:gd name="connsiteX39" fmla="*/ 57701 w 125243"/>
                <a:gd name="connsiteY39" fmla="*/ 51200 h 192094"/>
                <a:gd name="connsiteX40" fmla="*/ 59107 w 125243"/>
                <a:gd name="connsiteY40" fmla="*/ 47880 h 192094"/>
                <a:gd name="connsiteX41" fmla="*/ 62557 w 125243"/>
                <a:gd name="connsiteY41" fmla="*/ 46348 h 192094"/>
                <a:gd name="connsiteX42" fmla="*/ 67414 w 125243"/>
                <a:gd name="connsiteY42" fmla="*/ 51200 h 192094"/>
                <a:gd name="connsiteX43" fmla="*/ 67414 w 125243"/>
                <a:gd name="connsiteY43" fmla="*/ 62372 h 192094"/>
                <a:gd name="connsiteX44" fmla="*/ 67414 w 125243"/>
                <a:gd name="connsiteY44" fmla="*/ 62372 h 192094"/>
                <a:gd name="connsiteX45" fmla="*/ 67414 w 125243"/>
                <a:gd name="connsiteY45" fmla="*/ 62372 h 192094"/>
                <a:gd name="connsiteX46" fmla="*/ 67414 w 125243"/>
                <a:gd name="connsiteY46" fmla="*/ 79162 h 192094"/>
                <a:gd name="connsiteX47" fmla="*/ 73804 w 125243"/>
                <a:gd name="connsiteY47" fmla="*/ 85546 h 192094"/>
                <a:gd name="connsiteX48" fmla="*/ 80194 w 125243"/>
                <a:gd name="connsiteY48" fmla="*/ 79162 h 192094"/>
                <a:gd name="connsiteX49" fmla="*/ 80194 w 125243"/>
                <a:gd name="connsiteY49" fmla="*/ 62308 h 192094"/>
                <a:gd name="connsiteX50" fmla="*/ 81600 w 125243"/>
                <a:gd name="connsiteY50" fmla="*/ 58988 h 192094"/>
                <a:gd name="connsiteX51" fmla="*/ 85050 w 125243"/>
                <a:gd name="connsiteY51" fmla="*/ 57456 h 192094"/>
                <a:gd name="connsiteX52" fmla="*/ 89906 w 125243"/>
                <a:gd name="connsiteY52" fmla="*/ 62308 h 192094"/>
                <a:gd name="connsiteX53" fmla="*/ 89906 w 125243"/>
                <a:gd name="connsiteY53" fmla="*/ 73480 h 192094"/>
                <a:gd name="connsiteX54" fmla="*/ 89906 w 125243"/>
                <a:gd name="connsiteY54" fmla="*/ 73544 h 192094"/>
                <a:gd name="connsiteX55" fmla="*/ 89906 w 125243"/>
                <a:gd name="connsiteY55" fmla="*/ 73544 h 192094"/>
                <a:gd name="connsiteX56" fmla="*/ 89906 w 125243"/>
                <a:gd name="connsiteY56" fmla="*/ 87908 h 192094"/>
                <a:gd name="connsiteX57" fmla="*/ 96296 w 125243"/>
                <a:gd name="connsiteY57" fmla="*/ 94292 h 192094"/>
                <a:gd name="connsiteX58" fmla="*/ 102686 w 125243"/>
                <a:gd name="connsiteY58" fmla="*/ 87908 h 192094"/>
                <a:gd name="connsiteX59" fmla="*/ 102686 w 125243"/>
                <a:gd name="connsiteY59" fmla="*/ 73480 h 192094"/>
                <a:gd name="connsiteX60" fmla="*/ 104092 w 125243"/>
                <a:gd name="connsiteY60" fmla="*/ 70160 h 192094"/>
                <a:gd name="connsiteX61" fmla="*/ 107543 w 125243"/>
                <a:gd name="connsiteY61" fmla="*/ 68628 h 192094"/>
                <a:gd name="connsiteX62" fmla="*/ 112399 w 125243"/>
                <a:gd name="connsiteY62" fmla="*/ 73480 h 192094"/>
                <a:gd name="connsiteX63" fmla="*/ 112399 w 125243"/>
                <a:gd name="connsiteY63" fmla="*/ 122700 h 192094"/>
                <a:gd name="connsiteX64" fmla="*/ 108373 w 125243"/>
                <a:gd name="connsiteY64" fmla="*/ 137830 h 192094"/>
                <a:gd name="connsiteX65" fmla="*/ 101217 w 125243"/>
                <a:gd name="connsiteY65" fmla="*/ 163175 h 192094"/>
                <a:gd name="connsiteX66" fmla="*/ 101217 w 125243"/>
                <a:gd name="connsiteY66" fmla="*/ 185582 h 192094"/>
                <a:gd name="connsiteX67" fmla="*/ 107607 w 125243"/>
                <a:gd name="connsiteY67" fmla="*/ 191966 h 192094"/>
                <a:gd name="connsiteX68" fmla="*/ 113997 w 125243"/>
                <a:gd name="connsiteY68" fmla="*/ 185582 h 192094"/>
                <a:gd name="connsiteX69" fmla="*/ 113997 w 125243"/>
                <a:gd name="connsiteY69" fmla="*/ 163175 h 192094"/>
                <a:gd name="connsiteX70" fmla="*/ 119364 w 125243"/>
                <a:gd name="connsiteY70" fmla="*/ 144406 h 192094"/>
                <a:gd name="connsiteX71" fmla="*/ 125243 w 125243"/>
                <a:gd name="connsiteY71" fmla="*/ 122700 h 192094"/>
                <a:gd name="connsiteX72" fmla="*/ 125243 w 125243"/>
                <a:gd name="connsiteY72" fmla="*/ 73480 h 192094"/>
                <a:gd name="connsiteX73" fmla="*/ 107479 w 125243"/>
                <a:gd name="connsiteY73" fmla="*/ 55988 h 19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25243" h="192094">
                  <a:moveTo>
                    <a:pt x="107479" y="55988"/>
                  </a:moveTo>
                  <a:cubicBezTo>
                    <a:pt x="105498" y="55988"/>
                    <a:pt x="103581" y="56371"/>
                    <a:pt x="101728" y="57073"/>
                  </a:cubicBezTo>
                  <a:cubicBezTo>
                    <a:pt x="99427" y="49987"/>
                    <a:pt x="92846" y="44816"/>
                    <a:pt x="85050" y="44816"/>
                  </a:cubicBezTo>
                  <a:cubicBezTo>
                    <a:pt x="83069" y="44816"/>
                    <a:pt x="81152" y="45199"/>
                    <a:pt x="79299" y="45901"/>
                  </a:cubicBezTo>
                  <a:cubicBezTo>
                    <a:pt x="76999" y="38815"/>
                    <a:pt x="70417" y="33644"/>
                    <a:pt x="62621" y="33644"/>
                  </a:cubicBezTo>
                  <a:cubicBezTo>
                    <a:pt x="60960" y="33644"/>
                    <a:pt x="59362" y="33963"/>
                    <a:pt x="57765" y="34410"/>
                  </a:cubicBezTo>
                  <a:lnTo>
                    <a:pt x="57765" y="17620"/>
                  </a:lnTo>
                  <a:cubicBezTo>
                    <a:pt x="57765" y="7916"/>
                    <a:pt x="49841" y="0"/>
                    <a:pt x="40129" y="0"/>
                  </a:cubicBezTo>
                  <a:cubicBezTo>
                    <a:pt x="35528" y="0"/>
                    <a:pt x="30991" y="1916"/>
                    <a:pt x="27605" y="5235"/>
                  </a:cubicBezTo>
                  <a:cubicBezTo>
                    <a:pt x="24282" y="8555"/>
                    <a:pt x="22493" y="12960"/>
                    <a:pt x="22493" y="17556"/>
                  </a:cubicBezTo>
                  <a:lnTo>
                    <a:pt x="22493" y="60010"/>
                  </a:lnTo>
                  <a:cubicBezTo>
                    <a:pt x="21981" y="59754"/>
                    <a:pt x="21470" y="59435"/>
                    <a:pt x="21023" y="59180"/>
                  </a:cubicBezTo>
                  <a:cubicBezTo>
                    <a:pt x="16486" y="56945"/>
                    <a:pt x="11182" y="57201"/>
                    <a:pt x="6837" y="59882"/>
                  </a:cubicBezTo>
                  <a:cubicBezTo>
                    <a:pt x="2556" y="62563"/>
                    <a:pt x="0" y="67096"/>
                    <a:pt x="0" y="72139"/>
                  </a:cubicBezTo>
                  <a:lnTo>
                    <a:pt x="0" y="112869"/>
                  </a:lnTo>
                  <a:cubicBezTo>
                    <a:pt x="0" y="126148"/>
                    <a:pt x="5815" y="139235"/>
                    <a:pt x="15591" y="147725"/>
                  </a:cubicBezTo>
                  <a:cubicBezTo>
                    <a:pt x="23323" y="154492"/>
                    <a:pt x="28052" y="159089"/>
                    <a:pt x="28052" y="168920"/>
                  </a:cubicBezTo>
                  <a:lnTo>
                    <a:pt x="28052" y="185710"/>
                  </a:lnTo>
                  <a:cubicBezTo>
                    <a:pt x="28052" y="189221"/>
                    <a:pt x="30927" y="192094"/>
                    <a:pt x="34442" y="192094"/>
                  </a:cubicBezTo>
                  <a:cubicBezTo>
                    <a:pt x="37956" y="192094"/>
                    <a:pt x="40832" y="189221"/>
                    <a:pt x="40832" y="185710"/>
                  </a:cubicBezTo>
                  <a:lnTo>
                    <a:pt x="40832" y="168920"/>
                  </a:lnTo>
                  <a:cubicBezTo>
                    <a:pt x="40832" y="152833"/>
                    <a:pt x="31502" y="144725"/>
                    <a:pt x="24026" y="138149"/>
                  </a:cubicBezTo>
                  <a:cubicBezTo>
                    <a:pt x="21407" y="135851"/>
                    <a:pt x="12780" y="127233"/>
                    <a:pt x="12780" y="112869"/>
                  </a:cubicBezTo>
                  <a:lnTo>
                    <a:pt x="12780" y="72139"/>
                  </a:lnTo>
                  <a:cubicBezTo>
                    <a:pt x="12780" y="71373"/>
                    <a:pt x="13227" y="70926"/>
                    <a:pt x="13547" y="70735"/>
                  </a:cubicBezTo>
                  <a:cubicBezTo>
                    <a:pt x="13866" y="70543"/>
                    <a:pt x="14505" y="70288"/>
                    <a:pt x="15336" y="70671"/>
                  </a:cubicBezTo>
                  <a:cubicBezTo>
                    <a:pt x="21215" y="73608"/>
                    <a:pt x="22429" y="79991"/>
                    <a:pt x="22429" y="84843"/>
                  </a:cubicBezTo>
                  <a:lnTo>
                    <a:pt x="22429" y="96079"/>
                  </a:lnTo>
                  <a:cubicBezTo>
                    <a:pt x="22429" y="99590"/>
                    <a:pt x="25304" y="102463"/>
                    <a:pt x="28819" y="102463"/>
                  </a:cubicBezTo>
                  <a:cubicBezTo>
                    <a:pt x="32333" y="102463"/>
                    <a:pt x="35209" y="99590"/>
                    <a:pt x="35209" y="96079"/>
                  </a:cubicBezTo>
                  <a:lnTo>
                    <a:pt x="35209" y="17620"/>
                  </a:lnTo>
                  <a:cubicBezTo>
                    <a:pt x="35209" y="16024"/>
                    <a:pt x="35975" y="14939"/>
                    <a:pt x="36614" y="14300"/>
                  </a:cubicBezTo>
                  <a:cubicBezTo>
                    <a:pt x="37573" y="13343"/>
                    <a:pt x="38851" y="12768"/>
                    <a:pt x="40065" y="12768"/>
                  </a:cubicBezTo>
                  <a:cubicBezTo>
                    <a:pt x="42046" y="12768"/>
                    <a:pt x="44921" y="14492"/>
                    <a:pt x="44921" y="17620"/>
                  </a:cubicBezTo>
                  <a:lnTo>
                    <a:pt x="44921" y="51200"/>
                  </a:lnTo>
                  <a:cubicBezTo>
                    <a:pt x="44921" y="51200"/>
                    <a:pt x="44921" y="51200"/>
                    <a:pt x="44921" y="51200"/>
                  </a:cubicBezTo>
                  <a:lnTo>
                    <a:pt x="44921" y="73608"/>
                  </a:lnTo>
                  <a:cubicBezTo>
                    <a:pt x="44921" y="77119"/>
                    <a:pt x="47797" y="79991"/>
                    <a:pt x="51311" y="79991"/>
                  </a:cubicBezTo>
                  <a:cubicBezTo>
                    <a:pt x="54826" y="79991"/>
                    <a:pt x="57701" y="77119"/>
                    <a:pt x="57701" y="73608"/>
                  </a:cubicBezTo>
                  <a:lnTo>
                    <a:pt x="57701" y="51200"/>
                  </a:lnTo>
                  <a:cubicBezTo>
                    <a:pt x="57701" y="49604"/>
                    <a:pt x="58468" y="48519"/>
                    <a:pt x="59107" y="47880"/>
                  </a:cubicBezTo>
                  <a:cubicBezTo>
                    <a:pt x="60066" y="46923"/>
                    <a:pt x="61344" y="46348"/>
                    <a:pt x="62557" y="46348"/>
                  </a:cubicBezTo>
                  <a:cubicBezTo>
                    <a:pt x="64539" y="46348"/>
                    <a:pt x="67414" y="48072"/>
                    <a:pt x="67414" y="51200"/>
                  </a:cubicBezTo>
                  <a:lnTo>
                    <a:pt x="67414" y="62372"/>
                  </a:lnTo>
                  <a:cubicBezTo>
                    <a:pt x="67414" y="62372"/>
                    <a:pt x="67414" y="62372"/>
                    <a:pt x="67414" y="62372"/>
                  </a:cubicBezTo>
                  <a:cubicBezTo>
                    <a:pt x="67414" y="62372"/>
                    <a:pt x="67414" y="62372"/>
                    <a:pt x="67414" y="62372"/>
                  </a:cubicBezTo>
                  <a:lnTo>
                    <a:pt x="67414" y="79162"/>
                  </a:lnTo>
                  <a:cubicBezTo>
                    <a:pt x="67414" y="82673"/>
                    <a:pt x="70289" y="85546"/>
                    <a:pt x="73804" y="85546"/>
                  </a:cubicBezTo>
                  <a:cubicBezTo>
                    <a:pt x="77318" y="85546"/>
                    <a:pt x="80194" y="82673"/>
                    <a:pt x="80194" y="79162"/>
                  </a:cubicBezTo>
                  <a:lnTo>
                    <a:pt x="80194" y="62308"/>
                  </a:lnTo>
                  <a:cubicBezTo>
                    <a:pt x="80194" y="60712"/>
                    <a:pt x="80960" y="59627"/>
                    <a:pt x="81600" y="58988"/>
                  </a:cubicBezTo>
                  <a:cubicBezTo>
                    <a:pt x="82558" y="58031"/>
                    <a:pt x="83836" y="57456"/>
                    <a:pt x="85050" y="57456"/>
                  </a:cubicBezTo>
                  <a:cubicBezTo>
                    <a:pt x="87031" y="57456"/>
                    <a:pt x="89906" y="59180"/>
                    <a:pt x="89906" y="62308"/>
                  </a:cubicBezTo>
                  <a:lnTo>
                    <a:pt x="89906" y="73480"/>
                  </a:lnTo>
                  <a:cubicBezTo>
                    <a:pt x="89906" y="73480"/>
                    <a:pt x="89906" y="73480"/>
                    <a:pt x="89906" y="73544"/>
                  </a:cubicBezTo>
                  <a:cubicBezTo>
                    <a:pt x="89906" y="73544"/>
                    <a:pt x="89906" y="73544"/>
                    <a:pt x="89906" y="73544"/>
                  </a:cubicBezTo>
                  <a:lnTo>
                    <a:pt x="89906" y="87908"/>
                  </a:lnTo>
                  <a:cubicBezTo>
                    <a:pt x="89906" y="91419"/>
                    <a:pt x="92782" y="94292"/>
                    <a:pt x="96296" y="94292"/>
                  </a:cubicBezTo>
                  <a:cubicBezTo>
                    <a:pt x="99811" y="94292"/>
                    <a:pt x="102686" y="91419"/>
                    <a:pt x="102686" y="87908"/>
                  </a:cubicBezTo>
                  <a:lnTo>
                    <a:pt x="102686" y="73480"/>
                  </a:lnTo>
                  <a:cubicBezTo>
                    <a:pt x="102686" y="71884"/>
                    <a:pt x="103453" y="70799"/>
                    <a:pt x="104092" y="70160"/>
                  </a:cubicBezTo>
                  <a:cubicBezTo>
                    <a:pt x="105051" y="69203"/>
                    <a:pt x="106329" y="68628"/>
                    <a:pt x="107543" y="68628"/>
                  </a:cubicBezTo>
                  <a:cubicBezTo>
                    <a:pt x="109524" y="68628"/>
                    <a:pt x="112399" y="70352"/>
                    <a:pt x="112399" y="73480"/>
                  </a:cubicBezTo>
                  <a:lnTo>
                    <a:pt x="112399" y="122700"/>
                  </a:lnTo>
                  <a:cubicBezTo>
                    <a:pt x="112399" y="128190"/>
                    <a:pt x="110993" y="133425"/>
                    <a:pt x="108373" y="137830"/>
                  </a:cubicBezTo>
                  <a:cubicBezTo>
                    <a:pt x="101536" y="149194"/>
                    <a:pt x="101217" y="153216"/>
                    <a:pt x="101217" y="163175"/>
                  </a:cubicBezTo>
                  <a:lnTo>
                    <a:pt x="101217" y="185582"/>
                  </a:lnTo>
                  <a:cubicBezTo>
                    <a:pt x="101217" y="189094"/>
                    <a:pt x="104092" y="191966"/>
                    <a:pt x="107607" y="191966"/>
                  </a:cubicBezTo>
                  <a:cubicBezTo>
                    <a:pt x="111121" y="191966"/>
                    <a:pt x="113997" y="189094"/>
                    <a:pt x="113997" y="185582"/>
                  </a:cubicBezTo>
                  <a:lnTo>
                    <a:pt x="113997" y="163175"/>
                  </a:lnTo>
                  <a:cubicBezTo>
                    <a:pt x="113997" y="154812"/>
                    <a:pt x="113997" y="153343"/>
                    <a:pt x="119364" y="144406"/>
                  </a:cubicBezTo>
                  <a:cubicBezTo>
                    <a:pt x="123198" y="138022"/>
                    <a:pt x="125243" y="130553"/>
                    <a:pt x="125243" y="122700"/>
                  </a:cubicBezTo>
                  <a:lnTo>
                    <a:pt x="125243" y="73480"/>
                  </a:lnTo>
                  <a:cubicBezTo>
                    <a:pt x="125051" y="63840"/>
                    <a:pt x="117192" y="55988"/>
                    <a:pt x="107479" y="55988"/>
                  </a:cubicBezTo>
                  <a:close/>
                </a:path>
              </a:pathLst>
            </a:custGeom>
            <a:solidFill>
              <a:srgbClr val="00A3E0"/>
            </a:solidFill>
            <a:ln w="6390" cap="flat">
              <a:noFill/>
              <a:prstDash val="solid"/>
              <a:miter/>
            </a:ln>
          </p:spPr>
          <p:txBody>
            <a:bodyPr rtlCol="0" anchor="ctr"/>
            <a:lstStyle/>
            <a:p>
              <a:endParaRPr lang="en-US"/>
            </a:p>
          </p:txBody>
        </p:sp>
      </p:grpSp>
      <p:sp>
        <p:nvSpPr>
          <p:cNvPr id="892" name="Graphic 4">
            <a:extLst>
              <a:ext uri="{FF2B5EF4-FFF2-40B4-BE49-F238E27FC236}">
                <a16:creationId xmlns:a16="http://schemas.microsoft.com/office/drawing/2014/main" id="{85A230C2-F98F-4940-8CA2-9E922850E662}"/>
              </a:ext>
            </a:extLst>
          </p:cNvPr>
          <p:cNvSpPr/>
          <p:nvPr/>
        </p:nvSpPr>
        <p:spPr>
          <a:xfrm>
            <a:off x="5099233" y="1402404"/>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24859 w 362309"/>
              <a:gd name="connsiteY5" fmla="*/ 177219 h 361971"/>
              <a:gd name="connsiteX6" fmla="*/ 120834 w 362309"/>
              <a:gd name="connsiteY6" fmla="*/ 178624 h 361971"/>
              <a:gd name="connsiteX7" fmla="*/ 115850 w 362309"/>
              <a:gd name="connsiteY7" fmla="*/ 176262 h 361971"/>
              <a:gd name="connsiteX8" fmla="*/ 99108 w 362309"/>
              <a:gd name="connsiteY8" fmla="*/ 128637 h 361971"/>
              <a:gd name="connsiteX9" fmla="*/ 175276 w 362309"/>
              <a:gd name="connsiteY9" fmla="*/ 52540 h 361971"/>
              <a:gd name="connsiteX10" fmla="*/ 251444 w 362309"/>
              <a:gd name="connsiteY10" fmla="*/ 128637 h 361971"/>
              <a:gd name="connsiteX11" fmla="*/ 248313 w 362309"/>
              <a:gd name="connsiteY11" fmla="*/ 150343 h 361971"/>
              <a:gd name="connsiteX12" fmla="*/ 240389 w 362309"/>
              <a:gd name="connsiteY12" fmla="*/ 154620 h 361971"/>
              <a:gd name="connsiteX13" fmla="*/ 236108 w 362309"/>
              <a:gd name="connsiteY13" fmla="*/ 146704 h 361971"/>
              <a:gd name="connsiteX14" fmla="*/ 238728 w 362309"/>
              <a:gd name="connsiteY14" fmla="*/ 128637 h 361971"/>
              <a:gd name="connsiteX15" fmla="*/ 175340 w 362309"/>
              <a:gd name="connsiteY15" fmla="*/ 65308 h 361971"/>
              <a:gd name="connsiteX16" fmla="*/ 111952 w 362309"/>
              <a:gd name="connsiteY16" fmla="*/ 128637 h 361971"/>
              <a:gd name="connsiteX17" fmla="*/ 125882 w 362309"/>
              <a:gd name="connsiteY17" fmla="*/ 168218 h 361971"/>
              <a:gd name="connsiteX18" fmla="*/ 124859 w 362309"/>
              <a:gd name="connsiteY18" fmla="*/ 177219 h 361971"/>
              <a:gd name="connsiteX19" fmla="*/ 122431 w 362309"/>
              <a:gd name="connsiteY19" fmla="*/ 128637 h 361971"/>
              <a:gd name="connsiteX20" fmla="*/ 175340 w 362309"/>
              <a:gd name="connsiteY20" fmla="*/ 75778 h 361971"/>
              <a:gd name="connsiteX21" fmla="*/ 228248 w 362309"/>
              <a:gd name="connsiteY21" fmla="*/ 128637 h 361971"/>
              <a:gd name="connsiteX22" fmla="*/ 227610 w 362309"/>
              <a:gd name="connsiteY22" fmla="*/ 137000 h 361971"/>
              <a:gd name="connsiteX23" fmla="*/ 220325 w 362309"/>
              <a:gd name="connsiteY23" fmla="*/ 142299 h 361971"/>
              <a:gd name="connsiteX24" fmla="*/ 215021 w 362309"/>
              <a:gd name="connsiteY24" fmla="*/ 135021 h 361971"/>
              <a:gd name="connsiteX25" fmla="*/ 215532 w 362309"/>
              <a:gd name="connsiteY25" fmla="*/ 128637 h 361971"/>
              <a:gd name="connsiteX26" fmla="*/ 175404 w 362309"/>
              <a:gd name="connsiteY26" fmla="*/ 88546 h 361971"/>
              <a:gd name="connsiteX27" fmla="*/ 135275 w 362309"/>
              <a:gd name="connsiteY27" fmla="*/ 128637 h 361971"/>
              <a:gd name="connsiteX28" fmla="*/ 142879 w 362309"/>
              <a:gd name="connsiteY28" fmla="*/ 152130 h 361971"/>
              <a:gd name="connsiteX29" fmla="*/ 141473 w 362309"/>
              <a:gd name="connsiteY29" fmla="*/ 161068 h 361971"/>
              <a:gd name="connsiteX30" fmla="*/ 137703 w 362309"/>
              <a:gd name="connsiteY30" fmla="*/ 162281 h 361971"/>
              <a:gd name="connsiteX31" fmla="*/ 132527 w 362309"/>
              <a:gd name="connsiteY31" fmla="*/ 159663 h 361971"/>
              <a:gd name="connsiteX32" fmla="*/ 122431 w 362309"/>
              <a:gd name="connsiteY32" fmla="*/ 128637 h 361971"/>
              <a:gd name="connsiteX33" fmla="*/ 263202 w 362309"/>
              <a:gd name="connsiteY33" fmla="*/ 237740 h 361971"/>
              <a:gd name="connsiteX34" fmla="*/ 257131 w 362309"/>
              <a:gd name="connsiteY34" fmla="*/ 260083 h 361971"/>
              <a:gd name="connsiteX35" fmla="*/ 251508 w 362309"/>
              <a:gd name="connsiteY35" fmla="*/ 279682 h 361971"/>
              <a:gd name="connsiteX36" fmla="*/ 251508 w 362309"/>
              <a:gd name="connsiteY36" fmla="*/ 302920 h 361971"/>
              <a:gd name="connsiteX37" fmla="*/ 245118 w 362309"/>
              <a:gd name="connsiteY37" fmla="*/ 309304 h 361971"/>
              <a:gd name="connsiteX38" fmla="*/ 238728 w 362309"/>
              <a:gd name="connsiteY38" fmla="*/ 302920 h 361971"/>
              <a:gd name="connsiteX39" fmla="*/ 238728 w 362309"/>
              <a:gd name="connsiteY39" fmla="*/ 279682 h 361971"/>
              <a:gd name="connsiteX40" fmla="*/ 246141 w 362309"/>
              <a:gd name="connsiteY40" fmla="*/ 253508 h 361971"/>
              <a:gd name="connsiteX41" fmla="*/ 250358 w 362309"/>
              <a:gd name="connsiteY41" fmla="*/ 237740 h 361971"/>
              <a:gd name="connsiteX42" fmla="*/ 250358 w 362309"/>
              <a:gd name="connsiteY42" fmla="*/ 186731 h 361971"/>
              <a:gd name="connsiteX43" fmla="*/ 245118 w 362309"/>
              <a:gd name="connsiteY43" fmla="*/ 181497 h 361971"/>
              <a:gd name="connsiteX44" fmla="*/ 241348 w 362309"/>
              <a:gd name="connsiteY44" fmla="*/ 183156 h 361971"/>
              <a:gd name="connsiteX45" fmla="*/ 239878 w 362309"/>
              <a:gd name="connsiteY45" fmla="*/ 186731 h 361971"/>
              <a:gd name="connsiteX46" fmla="*/ 239878 w 362309"/>
              <a:gd name="connsiteY46" fmla="*/ 201670 h 361971"/>
              <a:gd name="connsiteX47" fmla="*/ 233488 w 362309"/>
              <a:gd name="connsiteY47" fmla="*/ 208054 h 361971"/>
              <a:gd name="connsiteX48" fmla="*/ 227098 w 362309"/>
              <a:gd name="connsiteY48" fmla="*/ 201670 h 361971"/>
              <a:gd name="connsiteX49" fmla="*/ 227098 w 362309"/>
              <a:gd name="connsiteY49" fmla="*/ 186795 h 361971"/>
              <a:gd name="connsiteX50" fmla="*/ 227098 w 362309"/>
              <a:gd name="connsiteY50" fmla="*/ 186795 h 361971"/>
              <a:gd name="connsiteX51" fmla="*/ 227098 w 362309"/>
              <a:gd name="connsiteY51" fmla="*/ 186731 h 361971"/>
              <a:gd name="connsiteX52" fmla="*/ 227098 w 362309"/>
              <a:gd name="connsiteY52" fmla="*/ 175113 h 361971"/>
              <a:gd name="connsiteX53" fmla="*/ 221858 w 362309"/>
              <a:gd name="connsiteY53" fmla="*/ 169878 h 361971"/>
              <a:gd name="connsiteX54" fmla="*/ 218089 w 362309"/>
              <a:gd name="connsiteY54" fmla="*/ 171538 h 361971"/>
              <a:gd name="connsiteX55" fmla="*/ 216619 w 362309"/>
              <a:gd name="connsiteY55" fmla="*/ 175113 h 361971"/>
              <a:gd name="connsiteX56" fmla="*/ 216619 w 362309"/>
              <a:gd name="connsiteY56" fmla="*/ 192541 h 361971"/>
              <a:gd name="connsiteX57" fmla="*/ 210229 w 362309"/>
              <a:gd name="connsiteY57" fmla="*/ 198925 h 361971"/>
              <a:gd name="connsiteX58" fmla="*/ 203839 w 362309"/>
              <a:gd name="connsiteY58" fmla="*/ 192541 h 361971"/>
              <a:gd name="connsiteX59" fmla="*/ 203839 w 362309"/>
              <a:gd name="connsiteY59" fmla="*/ 175113 h 361971"/>
              <a:gd name="connsiteX60" fmla="*/ 203839 w 362309"/>
              <a:gd name="connsiteY60" fmla="*/ 175113 h 361971"/>
              <a:gd name="connsiteX61" fmla="*/ 203839 w 362309"/>
              <a:gd name="connsiteY61" fmla="*/ 175113 h 361971"/>
              <a:gd name="connsiteX62" fmla="*/ 203839 w 362309"/>
              <a:gd name="connsiteY62" fmla="*/ 163494 h 361971"/>
              <a:gd name="connsiteX63" fmla="*/ 198599 w 362309"/>
              <a:gd name="connsiteY63" fmla="*/ 158259 h 361971"/>
              <a:gd name="connsiteX64" fmla="*/ 194829 w 362309"/>
              <a:gd name="connsiteY64" fmla="*/ 159919 h 361971"/>
              <a:gd name="connsiteX65" fmla="*/ 193360 w 362309"/>
              <a:gd name="connsiteY65" fmla="*/ 163494 h 361971"/>
              <a:gd name="connsiteX66" fmla="*/ 193360 w 362309"/>
              <a:gd name="connsiteY66" fmla="*/ 186731 h 361971"/>
              <a:gd name="connsiteX67" fmla="*/ 186970 w 362309"/>
              <a:gd name="connsiteY67" fmla="*/ 193115 h 361971"/>
              <a:gd name="connsiteX68" fmla="*/ 180580 w 362309"/>
              <a:gd name="connsiteY68" fmla="*/ 186731 h 361971"/>
              <a:gd name="connsiteX69" fmla="*/ 180580 w 362309"/>
              <a:gd name="connsiteY69" fmla="*/ 163494 h 361971"/>
              <a:gd name="connsiteX70" fmla="*/ 180580 w 362309"/>
              <a:gd name="connsiteY70" fmla="*/ 163494 h 361971"/>
              <a:gd name="connsiteX71" fmla="*/ 180580 w 362309"/>
              <a:gd name="connsiteY71" fmla="*/ 128637 h 361971"/>
              <a:gd name="connsiteX72" fmla="*/ 175340 w 362309"/>
              <a:gd name="connsiteY72" fmla="*/ 123402 h 361971"/>
              <a:gd name="connsiteX73" fmla="*/ 171570 w 362309"/>
              <a:gd name="connsiteY73" fmla="*/ 125062 h 361971"/>
              <a:gd name="connsiteX74" fmla="*/ 170100 w 362309"/>
              <a:gd name="connsiteY74" fmla="*/ 128637 h 361971"/>
              <a:gd name="connsiteX75" fmla="*/ 170100 w 362309"/>
              <a:gd name="connsiteY75" fmla="*/ 210033 h 361971"/>
              <a:gd name="connsiteX76" fmla="*/ 163710 w 362309"/>
              <a:gd name="connsiteY76" fmla="*/ 216417 h 361971"/>
              <a:gd name="connsiteX77" fmla="*/ 157320 w 362309"/>
              <a:gd name="connsiteY77" fmla="*/ 210033 h 361971"/>
              <a:gd name="connsiteX78" fmla="*/ 157320 w 362309"/>
              <a:gd name="connsiteY78" fmla="*/ 198414 h 361971"/>
              <a:gd name="connsiteX79" fmla="*/ 149844 w 362309"/>
              <a:gd name="connsiteY79" fmla="*/ 183476 h 361971"/>
              <a:gd name="connsiteX80" fmla="*/ 147799 w 362309"/>
              <a:gd name="connsiteY80" fmla="*/ 183539 h 361971"/>
              <a:gd name="connsiteX81" fmla="*/ 146905 w 362309"/>
              <a:gd name="connsiteY81" fmla="*/ 185199 h 361971"/>
              <a:gd name="connsiteX82" fmla="*/ 146905 w 362309"/>
              <a:gd name="connsiteY82" fmla="*/ 227461 h 361971"/>
              <a:gd name="connsiteX83" fmla="*/ 158662 w 362309"/>
              <a:gd name="connsiteY83" fmla="*/ 253827 h 361971"/>
              <a:gd name="connsiteX84" fmla="*/ 176043 w 362309"/>
              <a:gd name="connsiteY84" fmla="*/ 285556 h 361971"/>
              <a:gd name="connsiteX85" fmla="*/ 176043 w 362309"/>
              <a:gd name="connsiteY85" fmla="*/ 302984 h 361971"/>
              <a:gd name="connsiteX86" fmla="*/ 169653 w 362309"/>
              <a:gd name="connsiteY86" fmla="*/ 309368 h 361971"/>
              <a:gd name="connsiteX87" fmla="*/ 163263 w 362309"/>
              <a:gd name="connsiteY87" fmla="*/ 302984 h 361971"/>
              <a:gd name="connsiteX88" fmla="*/ 163263 w 362309"/>
              <a:gd name="connsiteY88" fmla="*/ 285556 h 361971"/>
              <a:gd name="connsiteX89" fmla="*/ 150291 w 362309"/>
              <a:gd name="connsiteY89" fmla="*/ 263403 h 361971"/>
              <a:gd name="connsiteX90" fmla="*/ 134189 w 362309"/>
              <a:gd name="connsiteY90" fmla="*/ 227397 h 361971"/>
              <a:gd name="connsiteX91" fmla="*/ 134189 w 362309"/>
              <a:gd name="connsiteY91" fmla="*/ 185135 h 361971"/>
              <a:gd name="connsiteX92" fmla="*/ 141154 w 362309"/>
              <a:gd name="connsiteY92" fmla="*/ 172623 h 361971"/>
              <a:gd name="connsiteX93" fmla="*/ 155595 w 362309"/>
              <a:gd name="connsiteY93" fmla="*/ 171921 h 361971"/>
              <a:gd name="connsiteX94" fmla="*/ 157448 w 362309"/>
              <a:gd name="connsiteY94" fmla="*/ 172942 h 361971"/>
              <a:gd name="connsiteX95" fmla="*/ 157448 w 362309"/>
              <a:gd name="connsiteY95" fmla="*/ 128573 h 361971"/>
              <a:gd name="connsiteX96" fmla="*/ 162688 w 362309"/>
              <a:gd name="connsiteY96" fmla="*/ 115933 h 361971"/>
              <a:gd name="connsiteX97" fmla="*/ 175467 w 362309"/>
              <a:gd name="connsiteY97" fmla="*/ 110571 h 361971"/>
              <a:gd name="connsiteX98" fmla="*/ 193487 w 362309"/>
              <a:gd name="connsiteY98" fmla="*/ 128573 h 361971"/>
              <a:gd name="connsiteX99" fmla="*/ 193487 w 362309"/>
              <a:gd name="connsiteY99" fmla="*/ 146321 h 361971"/>
              <a:gd name="connsiteX100" fmla="*/ 198727 w 362309"/>
              <a:gd name="connsiteY100" fmla="*/ 145427 h 361971"/>
              <a:gd name="connsiteX101" fmla="*/ 215916 w 362309"/>
              <a:gd name="connsiteY101" fmla="*/ 158195 h 361971"/>
              <a:gd name="connsiteX102" fmla="*/ 222050 w 362309"/>
              <a:gd name="connsiteY102" fmla="*/ 157046 h 361971"/>
              <a:gd name="connsiteX103" fmla="*/ 239239 w 362309"/>
              <a:gd name="connsiteY103" fmla="*/ 169814 h 361971"/>
              <a:gd name="connsiteX104" fmla="*/ 245373 w 362309"/>
              <a:gd name="connsiteY104" fmla="*/ 168665 h 361971"/>
              <a:gd name="connsiteX105" fmla="*/ 263393 w 362309"/>
              <a:gd name="connsiteY105" fmla="*/ 186668 h 361971"/>
              <a:gd name="connsiteX106" fmla="*/ 263393 w 362309"/>
              <a:gd name="connsiteY106" fmla="*/ 2377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10" y="280959"/>
                  <a:pt x="362310" y="180986"/>
                </a:cubicBezTo>
                <a:cubicBezTo>
                  <a:pt x="362310" y="81013"/>
                  <a:pt x="281221" y="0"/>
                  <a:pt x="181155" y="0"/>
                </a:cubicBezTo>
                <a:close/>
                <a:moveTo>
                  <a:pt x="124859" y="177219"/>
                </a:moveTo>
                <a:cubicBezTo>
                  <a:pt x="123709" y="178177"/>
                  <a:pt x="122240" y="178624"/>
                  <a:pt x="120834" y="178624"/>
                </a:cubicBezTo>
                <a:cubicBezTo>
                  <a:pt x="118981" y="178624"/>
                  <a:pt x="117128" y="177794"/>
                  <a:pt x="115850" y="176262"/>
                </a:cubicBezTo>
                <a:cubicBezTo>
                  <a:pt x="105051" y="162855"/>
                  <a:pt x="99108" y="145938"/>
                  <a:pt x="99108" y="128637"/>
                </a:cubicBezTo>
                <a:cubicBezTo>
                  <a:pt x="99108" y="86694"/>
                  <a:pt x="133294" y="52540"/>
                  <a:pt x="175276" y="52540"/>
                </a:cubicBezTo>
                <a:cubicBezTo>
                  <a:pt x="217258" y="52540"/>
                  <a:pt x="251444" y="86694"/>
                  <a:pt x="251444" y="128637"/>
                </a:cubicBezTo>
                <a:cubicBezTo>
                  <a:pt x="251444" y="136043"/>
                  <a:pt x="250358" y="143320"/>
                  <a:pt x="248313" y="150343"/>
                </a:cubicBezTo>
                <a:cubicBezTo>
                  <a:pt x="247291" y="153726"/>
                  <a:pt x="243776" y="155641"/>
                  <a:pt x="240389" y="154620"/>
                </a:cubicBezTo>
                <a:cubicBezTo>
                  <a:pt x="237003" y="153599"/>
                  <a:pt x="235086" y="150087"/>
                  <a:pt x="236108" y="146704"/>
                </a:cubicBezTo>
                <a:cubicBezTo>
                  <a:pt x="237833" y="140831"/>
                  <a:pt x="238728" y="134766"/>
                  <a:pt x="238728" y="128637"/>
                </a:cubicBezTo>
                <a:cubicBezTo>
                  <a:pt x="238728" y="93717"/>
                  <a:pt x="210293" y="65308"/>
                  <a:pt x="175340" y="65308"/>
                </a:cubicBezTo>
                <a:cubicBezTo>
                  <a:pt x="140387" y="65308"/>
                  <a:pt x="111952" y="93717"/>
                  <a:pt x="111952" y="128637"/>
                </a:cubicBezTo>
                <a:cubicBezTo>
                  <a:pt x="111952" y="143193"/>
                  <a:pt x="116744" y="156918"/>
                  <a:pt x="125882" y="168218"/>
                </a:cubicBezTo>
                <a:cubicBezTo>
                  <a:pt x="128054" y="170963"/>
                  <a:pt x="127607" y="174985"/>
                  <a:pt x="124859" y="177219"/>
                </a:cubicBezTo>
                <a:close/>
                <a:moveTo>
                  <a:pt x="122431" y="128637"/>
                </a:moveTo>
                <a:cubicBezTo>
                  <a:pt x="122431" y="99462"/>
                  <a:pt x="146202" y="75778"/>
                  <a:pt x="175340" y="75778"/>
                </a:cubicBezTo>
                <a:cubicBezTo>
                  <a:pt x="204478" y="75778"/>
                  <a:pt x="228248" y="99526"/>
                  <a:pt x="228248" y="128637"/>
                </a:cubicBezTo>
                <a:cubicBezTo>
                  <a:pt x="228248" y="131446"/>
                  <a:pt x="228057" y="134255"/>
                  <a:pt x="227610" y="137000"/>
                </a:cubicBezTo>
                <a:cubicBezTo>
                  <a:pt x="227034" y="140511"/>
                  <a:pt x="223776" y="142873"/>
                  <a:pt x="220325" y="142299"/>
                </a:cubicBezTo>
                <a:cubicBezTo>
                  <a:pt x="216811" y="141724"/>
                  <a:pt x="214446" y="138469"/>
                  <a:pt x="215021" y="135021"/>
                </a:cubicBezTo>
                <a:cubicBezTo>
                  <a:pt x="215341" y="132914"/>
                  <a:pt x="215532" y="130744"/>
                  <a:pt x="215532" y="128637"/>
                </a:cubicBezTo>
                <a:cubicBezTo>
                  <a:pt x="215532" y="106549"/>
                  <a:pt x="197513" y="88546"/>
                  <a:pt x="175404" y="88546"/>
                </a:cubicBezTo>
                <a:cubicBezTo>
                  <a:pt x="153295" y="88546"/>
                  <a:pt x="135275" y="106549"/>
                  <a:pt x="135275" y="128637"/>
                </a:cubicBezTo>
                <a:cubicBezTo>
                  <a:pt x="135275" y="137128"/>
                  <a:pt x="137895" y="145299"/>
                  <a:pt x="142879" y="152130"/>
                </a:cubicBezTo>
                <a:cubicBezTo>
                  <a:pt x="144924" y="155003"/>
                  <a:pt x="144285" y="158961"/>
                  <a:pt x="141473" y="161068"/>
                </a:cubicBezTo>
                <a:cubicBezTo>
                  <a:pt x="140323" y="161898"/>
                  <a:pt x="139045" y="162281"/>
                  <a:pt x="137703" y="162281"/>
                </a:cubicBezTo>
                <a:cubicBezTo>
                  <a:pt x="135722" y="162281"/>
                  <a:pt x="133741" y="161387"/>
                  <a:pt x="132527" y="159663"/>
                </a:cubicBezTo>
                <a:cubicBezTo>
                  <a:pt x="125882" y="150598"/>
                  <a:pt x="122431" y="139873"/>
                  <a:pt x="122431" y="128637"/>
                </a:cubicBezTo>
                <a:close/>
                <a:moveTo>
                  <a:pt x="263202" y="237740"/>
                </a:moveTo>
                <a:cubicBezTo>
                  <a:pt x="263202" y="245783"/>
                  <a:pt x="261093" y="253572"/>
                  <a:pt x="257131" y="260083"/>
                </a:cubicBezTo>
                <a:cubicBezTo>
                  <a:pt x="251508" y="269404"/>
                  <a:pt x="251508" y="271192"/>
                  <a:pt x="251508" y="279682"/>
                </a:cubicBezTo>
                <a:lnTo>
                  <a:pt x="251508" y="302920"/>
                </a:lnTo>
                <a:cubicBezTo>
                  <a:pt x="251508" y="306431"/>
                  <a:pt x="248632" y="309304"/>
                  <a:pt x="245118" y="309304"/>
                </a:cubicBezTo>
                <a:cubicBezTo>
                  <a:pt x="241604" y="309304"/>
                  <a:pt x="238728" y="306431"/>
                  <a:pt x="238728" y="302920"/>
                </a:cubicBezTo>
                <a:lnTo>
                  <a:pt x="238728" y="279682"/>
                </a:lnTo>
                <a:cubicBezTo>
                  <a:pt x="238728" y="269404"/>
                  <a:pt x="239111" y="265254"/>
                  <a:pt x="246141" y="253508"/>
                </a:cubicBezTo>
                <a:cubicBezTo>
                  <a:pt x="248888" y="248912"/>
                  <a:pt x="250358" y="243485"/>
                  <a:pt x="250358" y="237740"/>
                </a:cubicBezTo>
                <a:lnTo>
                  <a:pt x="250358" y="186731"/>
                </a:lnTo>
                <a:cubicBezTo>
                  <a:pt x="250358" y="183348"/>
                  <a:pt x="247227" y="181497"/>
                  <a:pt x="245118" y="181497"/>
                </a:cubicBezTo>
                <a:cubicBezTo>
                  <a:pt x="243776" y="181497"/>
                  <a:pt x="242370" y="182135"/>
                  <a:pt x="241348" y="183156"/>
                </a:cubicBezTo>
                <a:cubicBezTo>
                  <a:pt x="240645" y="183859"/>
                  <a:pt x="239878" y="185008"/>
                  <a:pt x="239878" y="186731"/>
                </a:cubicBezTo>
                <a:lnTo>
                  <a:pt x="239878" y="201670"/>
                </a:lnTo>
                <a:cubicBezTo>
                  <a:pt x="239878" y="205181"/>
                  <a:pt x="237003" y="208054"/>
                  <a:pt x="233488" y="208054"/>
                </a:cubicBezTo>
                <a:cubicBezTo>
                  <a:pt x="229974" y="208054"/>
                  <a:pt x="227098" y="205181"/>
                  <a:pt x="227098" y="201670"/>
                </a:cubicBezTo>
                <a:lnTo>
                  <a:pt x="227098" y="186795"/>
                </a:lnTo>
                <a:cubicBezTo>
                  <a:pt x="227098" y="186795"/>
                  <a:pt x="227098" y="186795"/>
                  <a:pt x="227098" y="186795"/>
                </a:cubicBezTo>
                <a:cubicBezTo>
                  <a:pt x="227098" y="186795"/>
                  <a:pt x="227098" y="186795"/>
                  <a:pt x="227098" y="186731"/>
                </a:cubicBezTo>
                <a:lnTo>
                  <a:pt x="227098" y="175113"/>
                </a:lnTo>
                <a:cubicBezTo>
                  <a:pt x="227098" y="171729"/>
                  <a:pt x="223967" y="169878"/>
                  <a:pt x="221858" y="169878"/>
                </a:cubicBezTo>
                <a:cubicBezTo>
                  <a:pt x="220517" y="169878"/>
                  <a:pt x="219111" y="170516"/>
                  <a:pt x="218089" y="171538"/>
                </a:cubicBezTo>
                <a:cubicBezTo>
                  <a:pt x="217386" y="172240"/>
                  <a:pt x="216619" y="173389"/>
                  <a:pt x="216619" y="175113"/>
                </a:cubicBezTo>
                <a:lnTo>
                  <a:pt x="216619" y="192541"/>
                </a:lnTo>
                <a:cubicBezTo>
                  <a:pt x="216619" y="196052"/>
                  <a:pt x="213743" y="198925"/>
                  <a:pt x="210229" y="198925"/>
                </a:cubicBezTo>
                <a:cubicBezTo>
                  <a:pt x="206714" y="198925"/>
                  <a:pt x="203839" y="196052"/>
                  <a:pt x="203839" y="192541"/>
                </a:cubicBezTo>
                <a:lnTo>
                  <a:pt x="203839" y="175113"/>
                </a:lnTo>
                <a:cubicBezTo>
                  <a:pt x="203839" y="175113"/>
                  <a:pt x="203839" y="175113"/>
                  <a:pt x="203839" y="175113"/>
                </a:cubicBezTo>
                <a:cubicBezTo>
                  <a:pt x="203839" y="175113"/>
                  <a:pt x="203839" y="175113"/>
                  <a:pt x="203839" y="175113"/>
                </a:cubicBezTo>
                <a:lnTo>
                  <a:pt x="203839" y="163494"/>
                </a:lnTo>
                <a:cubicBezTo>
                  <a:pt x="203839" y="160110"/>
                  <a:pt x="200772" y="158259"/>
                  <a:pt x="198599" y="158259"/>
                </a:cubicBezTo>
                <a:cubicBezTo>
                  <a:pt x="197257" y="158259"/>
                  <a:pt x="195851" y="158897"/>
                  <a:pt x="194829" y="159919"/>
                </a:cubicBezTo>
                <a:cubicBezTo>
                  <a:pt x="194126" y="160621"/>
                  <a:pt x="193360" y="161770"/>
                  <a:pt x="193360" y="163494"/>
                </a:cubicBezTo>
                <a:lnTo>
                  <a:pt x="193360" y="186731"/>
                </a:lnTo>
                <a:cubicBezTo>
                  <a:pt x="193360" y="190243"/>
                  <a:pt x="190484" y="193115"/>
                  <a:pt x="186970" y="193115"/>
                </a:cubicBezTo>
                <a:cubicBezTo>
                  <a:pt x="183455" y="193115"/>
                  <a:pt x="180580" y="190243"/>
                  <a:pt x="180580" y="186731"/>
                </a:cubicBezTo>
                <a:lnTo>
                  <a:pt x="180580" y="163494"/>
                </a:lnTo>
                <a:cubicBezTo>
                  <a:pt x="180580" y="163494"/>
                  <a:pt x="180580" y="163494"/>
                  <a:pt x="180580" y="163494"/>
                </a:cubicBezTo>
                <a:lnTo>
                  <a:pt x="180580" y="128637"/>
                </a:lnTo>
                <a:cubicBezTo>
                  <a:pt x="180580" y="125254"/>
                  <a:pt x="177512" y="123402"/>
                  <a:pt x="175340" y="123402"/>
                </a:cubicBezTo>
                <a:cubicBezTo>
                  <a:pt x="173998" y="123402"/>
                  <a:pt x="172592" y="124041"/>
                  <a:pt x="171570" y="125062"/>
                </a:cubicBezTo>
                <a:cubicBezTo>
                  <a:pt x="170867" y="125764"/>
                  <a:pt x="170100" y="126914"/>
                  <a:pt x="170100" y="128637"/>
                </a:cubicBezTo>
                <a:lnTo>
                  <a:pt x="170100" y="210033"/>
                </a:lnTo>
                <a:cubicBezTo>
                  <a:pt x="170100" y="213544"/>
                  <a:pt x="167225" y="216417"/>
                  <a:pt x="163710" y="216417"/>
                </a:cubicBezTo>
                <a:cubicBezTo>
                  <a:pt x="160196" y="216417"/>
                  <a:pt x="157320" y="213544"/>
                  <a:pt x="157320" y="210033"/>
                </a:cubicBezTo>
                <a:lnTo>
                  <a:pt x="157320" y="198414"/>
                </a:lnTo>
                <a:cubicBezTo>
                  <a:pt x="157320" y="191073"/>
                  <a:pt x="154700" y="185902"/>
                  <a:pt x="149844" y="183476"/>
                </a:cubicBezTo>
                <a:cubicBezTo>
                  <a:pt x="148885" y="183029"/>
                  <a:pt x="148183" y="183348"/>
                  <a:pt x="147799" y="183539"/>
                </a:cubicBezTo>
                <a:cubicBezTo>
                  <a:pt x="147352" y="183795"/>
                  <a:pt x="146905" y="184306"/>
                  <a:pt x="146905" y="185199"/>
                </a:cubicBezTo>
                <a:lnTo>
                  <a:pt x="146905" y="227461"/>
                </a:lnTo>
                <a:cubicBezTo>
                  <a:pt x="146905" y="242400"/>
                  <a:pt x="155851" y="251401"/>
                  <a:pt x="158662" y="253827"/>
                </a:cubicBezTo>
                <a:cubicBezTo>
                  <a:pt x="166394" y="260594"/>
                  <a:pt x="176043" y="269021"/>
                  <a:pt x="176043" y="285556"/>
                </a:cubicBezTo>
                <a:lnTo>
                  <a:pt x="176043" y="302984"/>
                </a:lnTo>
                <a:cubicBezTo>
                  <a:pt x="176043" y="306495"/>
                  <a:pt x="173167" y="309368"/>
                  <a:pt x="169653" y="309368"/>
                </a:cubicBezTo>
                <a:cubicBezTo>
                  <a:pt x="166138" y="309368"/>
                  <a:pt x="163263" y="306495"/>
                  <a:pt x="163263" y="302984"/>
                </a:cubicBezTo>
                <a:lnTo>
                  <a:pt x="163263" y="285556"/>
                </a:lnTo>
                <a:cubicBezTo>
                  <a:pt x="163263" y="274767"/>
                  <a:pt x="157256" y="269532"/>
                  <a:pt x="150291" y="263403"/>
                </a:cubicBezTo>
                <a:cubicBezTo>
                  <a:pt x="140195" y="254593"/>
                  <a:pt x="134189" y="241123"/>
                  <a:pt x="134189" y="227397"/>
                </a:cubicBezTo>
                <a:lnTo>
                  <a:pt x="134189" y="185135"/>
                </a:lnTo>
                <a:cubicBezTo>
                  <a:pt x="134189" y="180028"/>
                  <a:pt x="136808" y="175304"/>
                  <a:pt x="141154" y="172623"/>
                </a:cubicBezTo>
                <a:cubicBezTo>
                  <a:pt x="145563" y="169878"/>
                  <a:pt x="150930" y="169622"/>
                  <a:pt x="155595" y="171921"/>
                </a:cubicBezTo>
                <a:cubicBezTo>
                  <a:pt x="156170" y="172176"/>
                  <a:pt x="156809" y="172559"/>
                  <a:pt x="157448" y="172942"/>
                </a:cubicBezTo>
                <a:lnTo>
                  <a:pt x="157448" y="128573"/>
                </a:lnTo>
                <a:cubicBezTo>
                  <a:pt x="157448" y="123849"/>
                  <a:pt x="159301" y="119317"/>
                  <a:pt x="162688" y="115933"/>
                </a:cubicBezTo>
                <a:cubicBezTo>
                  <a:pt x="166138" y="112486"/>
                  <a:pt x="170739" y="110571"/>
                  <a:pt x="175467" y="110571"/>
                </a:cubicBezTo>
                <a:cubicBezTo>
                  <a:pt x="185436" y="110571"/>
                  <a:pt x="193487" y="118678"/>
                  <a:pt x="193487" y="128573"/>
                </a:cubicBezTo>
                <a:lnTo>
                  <a:pt x="193487" y="146321"/>
                </a:lnTo>
                <a:cubicBezTo>
                  <a:pt x="195213" y="145810"/>
                  <a:pt x="196938" y="145427"/>
                  <a:pt x="198727" y="145427"/>
                </a:cubicBezTo>
                <a:cubicBezTo>
                  <a:pt x="206842" y="145427"/>
                  <a:pt x="213616" y="150853"/>
                  <a:pt x="215916" y="158195"/>
                </a:cubicBezTo>
                <a:cubicBezTo>
                  <a:pt x="217897" y="157493"/>
                  <a:pt x="219942" y="157046"/>
                  <a:pt x="222050" y="157046"/>
                </a:cubicBezTo>
                <a:cubicBezTo>
                  <a:pt x="230166" y="157046"/>
                  <a:pt x="236939" y="162472"/>
                  <a:pt x="239239" y="169814"/>
                </a:cubicBezTo>
                <a:cubicBezTo>
                  <a:pt x="241220" y="169112"/>
                  <a:pt x="243265" y="168665"/>
                  <a:pt x="245373" y="168665"/>
                </a:cubicBezTo>
                <a:cubicBezTo>
                  <a:pt x="255342" y="168665"/>
                  <a:pt x="263393" y="176772"/>
                  <a:pt x="263393" y="186668"/>
                </a:cubicBezTo>
                <a:lnTo>
                  <a:pt x="263393" y="237740"/>
                </a:lnTo>
                <a:close/>
              </a:path>
            </a:pathLst>
          </a:custGeom>
          <a:solidFill>
            <a:srgbClr val="00A3E0"/>
          </a:solidFill>
          <a:ln w="6390" cap="flat">
            <a:noFill/>
            <a:prstDash val="solid"/>
            <a:miter/>
          </a:ln>
        </p:spPr>
        <p:txBody>
          <a:bodyPr rtlCol="0" anchor="ctr"/>
          <a:lstStyle/>
          <a:p>
            <a:endParaRPr lang="en-US"/>
          </a:p>
        </p:txBody>
      </p:sp>
      <p:sp>
        <p:nvSpPr>
          <p:cNvPr id="893" name="Graphic 4">
            <a:extLst>
              <a:ext uri="{FF2B5EF4-FFF2-40B4-BE49-F238E27FC236}">
                <a16:creationId xmlns:a16="http://schemas.microsoft.com/office/drawing/2014/main" id="{D5CF9C38-168D-394D-8D7D-81D851960BBC}"/>
              </a:ext>
            </a:extLst>
          </p:cNvPr>
          <p:cNvSpPr/>
          <p:nvPr/>
        </p:nvSpPr>
        <p:spPr>
          <a:xfrm>
            <a:off x="6146544" y="917987"/>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09332 w 362309"/>
              <a:gd name="connsiteY5" fmla="*/ 118614 h 361971"/>
              <a:gd name="connsiteX6" fmla="*/ 162432 w 362309"/>
              <a:gd name="connsiteY6" fmla="*/ 64734 h 361971"/>
              <a:gd name="connsiteX7" fmla="*/ 187098 w 362309"/>
              <a:gd name="connsiteY7" fmla="*/ 58797 h 361971"/>
              <a:gd name="connsiteX8" fmla="*/ 241029 w 362309"/>
              <a:gd name="connsiteY8" fmla="*/ 112677 h 361971"/>
              <a:gd name="connsiteX9" fmla="*/ 234575 w 362309"/>
              <a:gd name="connsiteY9" fmla="*/ 138213 h 361971"/>
              <a:gd name="connsiteX10" fmla="*/ 225948 w 362309"/>
              <a:gd name="connsiteY10" fmla="*/ 140831 h 361971"/>
              <a:gd name="connsiteX11" fmla="*/ 223328 w 362309"/>
              <a:gd name="connsiteY11" fmla="*/ 132212 h 361971"/>
              <a:gd name="connsiteX12" fmla="*/ 228249 w 362309"/>
              <a:gd name="connsiteY12" fmla="*/ 112741 h 361971"/>
              <a:gd name="connsiteX13" fmla="*/ 187098 w 362309"/>
              <a:gd name="connsiteY13" fmla="*/ 71628 h 361971"/>
              <a:gd name="connsiteX14" fmla="*/ 167161 w 362309"/>
              <a:gd name="connsiteY14" fmla="*/ 76799 h 361971"/>
              <a:gd name="connsiteX15" fmla="*/ 163902 w 362309"/>
              <a:gd name="connsiteY15" fmla="*/ 77629 h 361971"/>
              <a:gd name="connsiteX16" fmla="*/ 163902 w 362309"/>
              <a:gd name="connsiteY16" fmla="*/ 77629 h 361971"/>
              <a:gd name="connsiteX17" fmla="*/ 122176 w 362309"/>
              <a:gd name="connsiteY17" fmla="*/ 118742 h 361971"/>
              <a:gd name="connsiteX18" fmla="*/ 129971 w 362309"/>
              <a:gd name="connsiteY18" fmla="*/ 142810 h 361971"/>
              <a:gd name="connsiteX19" fmla="*/ 128566 w 362309"/>
              <a:gd name="connsiteY19" fmla="*/ 151747 h 361971"/>
              <a:gd name="connsiteX20" fmla="*/ 124796 w 362309"/>
              <a:gd name="connsiteY20" fmla="*/ 152960 h 361971"/>
              <a:gd name="connsiteX21" fmla="*/ 119620 w 362309"/>
              <a:gd name="connsiteY21" fmla="*/ 150343 h 361971"/>
              <a:gd name="connsiteX22" fmla="*/ 109332 w 362309"/>
              <a:gd name="connsiteY22" fmla="*/ 118614 h 361971"/>
              <a:gd name="connsiteX23" fmla="*/ 252914 w 362309"/>
              <a:gd name="connsiteY23" fmla="*/ 230143 h 361971"/>
              <a:gd name="connsiteX24" fmla="*/ 246780 w 362309"/>
              <a:gd name="connsiteY24" fmla="*/ 252933 h 361971"/>
              <a:gd name="connsiteX25" fmla="*/ 241029 w 362309"/>
              <a:gd name="connsiteY25" fmla="*/ 273043 h 361971"/>
              <a:gd name="connsiteX26" fmla="*/ 241029 w 362309"/>
              <a:gd name="connsiteY26" fmla="*/ 296791 h 361971"/>
              <a:gd name="connsiteX27" fmla="*/ 234639 w 362309"/>
              <a:gd name="connsiteY27" fmla="*/ 303175 h 361971"/>
              <a:gd name="connsiteX28" fmla="*/ 228249 w 362309"/>
              <a:gd name="connsiteY28" fmla="*/ 296791 h 361971"/>
              <a:gd name="connsiteX29" fmla="*/ 228249 w 362309"/>
              <a:gd name="connsiteY29" fmla="*/ 273043 h 361971"/>
              <a:gd name="connsiteX30" fmla="*/ 235789 w 362309"/>
              <a:gd name="connsiteY30" fmla="*/ 246358 h 361971"/>
              <a:gd name="connsiteX31" fmla="*/ 240134 w 362309"/>
              <a:gd name="connsiteY31" fmla="*/ 230143 h 361971"/>
              <a:gd name="connsiteX32" fmla="*/ 240134 w 362309"/>
              <a:gd name="connsiteY32" fmla="*/ 177985 h 361971"/>
              <a:gd name="connsiteX33" fmla="*/ 234639 w 362309"/>
              <a:gd name="connsiteY33" fmla="*/ 172495 h 361971"/>
              <a:gd name="connsiteX34" fmla="*/ 230741 w 362309"/>
              <a:gd name="connsiteY34" fmla="*/ 174219 h 361971"/>
              <a:gd name="connsiteX35" fmla="*/ 229143 w 362309"/>
              <a:gd name="connsiteY35" fmla="*/ 177985 h 361971"/>
              <a:gd name="connsiteX36" fmla="*/ 229143 w 362309"/>
              <a:gd name="connsiteY36" fmla="*/ 193243 h 361971"/>
              <a:gd name="connsiteX37" fmla="*/ 222754 w 362309"/>
              <a:gd name="connsiteY37" fmla="*/ 199627 h 361971"/>
              <a:gd name="connsiteX38" fmla="*/ 216364 w 362309"/>
              <a:gd name="connsiteY38" fmla="*/ 193243 h 361971"/>
              <a:gd name="connsiteX39" fmla="*/ 216364 w 362309"/>
              <a:gd name="connsiteY39" fmla="*/ 178049 h 361971"/>
              <a:gd name="connsiteX40" fmla="*/ 216364 w 362309"/>
              <a:gd name="connsiteY40" fmla="*/ 178049 h 361971"/>
              <a:gd name="connsiteX41" fmla="*/ 216364 w 362309"/>
              <a:gd name="connsiteY41" fmla="*/ 177985 h 361971"/>
              <a:gd name="connsiteX42" fmla="*/ 216364 w 362309"/>
              <a:gd name="connsiteY42" fmla="*/ 166111 h 361971"/>
              <a:gd name="connsiteX43" fmla="*/ 210868 w 362309"/>
              <a:gd name="connsiteY43" fmla="*/ 160621 h 361971"/>
              <a:gd name="connsiteX44" fmla="*/ 206970 w 362309"/>
              <a:gd name="connsiteY44" fmla="*/ 162345 h 361971"/>
              <a:gd name="connsiteX45" fmla="*/ 205373 w 362309"/>
              <a:gd name="connsiteY45" fmla="*/ 166111 h 361971"/>
              <a:gd name="connsiteX46" fmla="*/ 205373 w 362309"/>
              <a:gd name="connsiteY46" fmla="*/ 183923 h 361971"/>
              <a:gd name="connsiteX47" fmla="*/ 198983 w 362309"/>
              <a:gd name="connsiteY47" fmla="*/ 190307 h 361971"/>
              <a:gd name="connsiteX48" fmla="*/ 192593 w 362309"/>
              <a:gd name="connsiteY48" fmla="*/ 183923 h 361971"/>
              <a:gd name="connsiteX49" fmla="*/ 192593 w 362309"/>
              <a:gd name="connsiteY49" fmla="*/ 166111 h 361971"/>
              <a:gd name="connsiteX50" fmla="*/ 192593 w 362309"/>
              <a:gd name="connsiteY50" fmla="*/ 166111 h 361971"/>
              <a:gd name="connsiteX51" fmla="*/ 192593 w 362309"/>
              <a:gd name="connsiteY51" fmla="*/ 166047 h 361971"/>
              <a:gd name="connsiteX52" fmla="*/ 192593 w 362309"/>
              <a:gd name="connsiteY52" fmla="*/ 112613 h 361971"/>
              <a:gd name="connsiteX53" fmla="*/ 187098 w 362309"/>
              <a:gd name="connsiteY53" fmla="*/ 107123 h 361971"/>
              <a:gd name="connsiteX54" fmla="*/ 183200 w 362309"/>
              <a:gd name="connsiteY54" fmla="*/ 108847 h 361971"/>
              <a:gd name="connsiteX55" fmla="*/ 181602 w 362309"/>
              <a:gd name="connsiteY55" fmla="*/ 112613 h 361971"/>
              <a:gd name="connsiteX56" fmla="*/ 181602 w 362309"/>
              <a:gd name="connsiteY56" fmla="*/ 177922 h 361971"/>
              <a:gd name="connsiteX57" fmla="*/ 175212 w 362309"/>
              <a:gd name="connsiteY57" fmla="*/ 184306 h 361971"/>
              <a:gd name="connsiteX58" fmla="*/ 168822 w 362309"/>
              <a:gd name="connsiteY58" fmla="*/ 177922 h 361971"/>
              <a:gd name="connsiteX59" fmla="*/ 168822 w 362309"/>
              <a:gd name="connsiteY59" fmla="*/ 118551 h 361971"/>
              <a:gd name="connsiteX60" fmla="*/ 163327 w 362309"/>
              <a:gd name="connsiteY60" fmla="*/ 113060 h 361971"/>
              <a:gd name="connsiteX61" fmla="*/ 159429 w 362309"/>
              <a:gd name="connsiteY61" fmla="*/ 114784 h 361971"/>
              <a:gd name="connsiteX62" fmla="*/ 157832 w 362309"/>
              <a:gd name="connsiteY62" fmla="*/ 118551 h 361971"/>
              <a:gd name="connsiteX63" fmla="*/ 157832 w 362309"/>
              <a:gd name="connsiteY63" fmla="*/ 201670 h 361971"/>
              <a:gd name="connsiteX64" fmla="*/ 151442 w 362309"/>
              <a:gd name="connsiteY64" fmla="*/ 208054 h 361971"/>
              <a:gd name="connsiteX65" fmla="*/ 145052 w 362309"/>
              <a:gd name="connsiteY65" fmla="*/ 201670 h 361971"/>
              <a:gd name="connsiteX66" fmla="*/ 145052 w 362309"/>
              <a:gd name="connsiteY66" fmla="*/ 189796 h 361971"/>
              <a:gd name="connsiteX67" fmla="*/ 137320 w 362309"/>
              <a:gd name="connsiteY67" fmla="*/ 174410 h 361971"/>
              <a:gd name="connsiteX68" fmla="*/ 135083 w 362309"/>
              <a:gd name="connsiteY68" fmla="*/ 174538 h 361971"/>
              <a:gd name="connsiteX69" fmla="*/ 134061 w 362309"/>
              <a:gd name="connsiteY69" fmla="*/ 176326 h 361971"/>
              <a:gd name="connsiteX70" fmla="*/ 134061 w 362309"/>
              <a:gd name="connsiteY70" fmla="*/ 219481 h 361971"/>
              <a:gd name="connsiteX71" fmla="*/ 146074 w 362309"/>
              <a:gd name="connsiteY71" fmla="*/ 246549 h 361971"/>
              <a:gd name="connsiteX72" fmla="*/ 163774 w 362309"/>
              <a:gd name="connsiteY72" fmla="*/ 278852 h 361971"/>
              <a:gd name="connsiteX73" fmla="*/ 163774 w 362309"/>
              <a:gd name="connsiteY73" fmla="*/ 296664 h 361971"/>
              <a:gd name="connsiteX74" fmla="*/ 157384 w 362309"/>
              <a:gd name="connsiteY74" fmla="*/ 303048 h 361971"/>
              <a:gd name="connsiteX75" fmla="*/ 150994 w 362309"/>
              <a:gd name="connsiteY75" fmla="*/ 296664 h 361971"/>
              <a:gd name="connsiteX76" fmla="*/ 150994 w 362309"/>
              <a:gd name="connsiteY76" fmla="*/ 278852 h 361971"/>
              <a:gd name="connsiteX77" fmla="*/ 137703 w 362309"/>
              <a:gd name="connsiteY77" fmla="*/ 256125 h 361971"/>
              <a:gd name="connsiteX78" fmla="*/ 121281 w 362309"/>
              <a:gd name="connsiteY78" fmla="*/ 219481 h 361971"/>
              <a:gd name="connsiteX79" fmla="*/ 121281 w 362309"/>
              <a:gd name="connsiteY79" fmla="*/ 176326 h 361971"/>
              <a:gd name="connsiteX80" fmla="*/ 128310 w 362309"/>
              <a:gd name="connsiteY80" fmla="*/ 163685 h 361971"/>
              <a:gd name="connsiteX81" fmla="*/ 142943 w 362309"/>
              <a:gd name="connsiteY81" fmla="*/ 162983 h 361971"/>
              <a:gd name="connsiteX82" fmla="*/ 145052 w 362309"/>
              <a:gd name="connsiteY82" fmla="*/ 164132 h 361971"/>
              <a:gd name="connsiteX83" fmla="*/ 145052 w 362309"/>
              <a:gd name="connsiteY83" fmla="*/ 118551 h 361971"/>
              <a:gd name="connsiteX84" fmla="*/ 150355 w 362309"/>
              <a:gd name="connsiteY84" fmla="*/ 105719 h 361971"/>
              <a:gd name="connsiteX85" fmla="*/ 163327 w 362309"/>
              <a:gd name="connsiteY85" fmla="*/ 100229 h 361971"/>
              <a:gd name="connsiteX86" fmla="*/ 171889 w 362309"/>
              <a:gd name="connsiteY86" fmla="*/ 102463 h 361971"/>
              <a:gd name="connsiteX87" fmla="*/ 174126 w 362309"/>
              <a:gd name="connsiteY87" fmla="*/ 99782 h 361971"/>
              <a:gd name="connsiteX88" fmla="*/ 187098 w 362309"/>
              <a:gd name="connsiteY88" fmla="*/ 94291 h 361971"/>
              <a:gd name="connsiteX89" fmla="*/ 205373 w 362309"/>
              <a:gd name="connsiteY89" fmla="*/ 112550 h 361971"/>
              <a:gd name="connsiteX90" fmla="*/ 205373 w 362309"/>
              <a:gd name="connsiteY90" fmla="*/ 148683 h 361971"/>
              <a:gd name="connsiteX91" fmla="*/ 210868 w 362309"/>
              <a:gd name="connsiteY91" fmla="*/ 147725 h 361971"/>
              <a:gd name="connsiteX92" fmla="*/ 228313 w 362309"/>
              <a:gd name="connsiteY92" fmla="*/ 160813 h 361971"/>
              <a:gd name="connsiteX93" fmla="*/ 234639 w 362309"/>
              <a:gd name="connsiteY93" fmla="*/ 159600 h 361971"/>
              <a:gd name="connsiteX94" fmla="*/ 252914 w 362309"/>
              <a:gd name="connsiteY94" fmla="*/ 177858 h 361971"/>
              <a:gd name="connsiteX95" fmla="*/ 252914 w 362309"/>
              <a:gd name="connsiteY95" fmla="*/ 23014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10" y="280959"/>
                  <a:pt x="362310" y="180986"/>
                </a:cubicBezTo>
                <a:cubicBezTo>
                  <a:pt x="362310" y="81013"/>
                  <a:pt x="281157" y="0"/>
                  <a:pt x="181155" y="0"/>
                </a:cubicBezTo>
                <a:close/>
                <a:moveTo>
                  <a:pt x="109332" y="118614"/>
                </a:moveTo>
                <a:cubicBezTo>
                  <a:pt x="109332" y="89184"/>
                  <a:pt x="133039" y="65181"/>
                  <a:pt x="162432" y="64734"/>
                </a:cubicBezTo>
                <a:cubicBezTo>
                  <a:pt x="170037" y="60839"/>
                  <a:pt x="178535" y="58797"/>
                  <a:pt x="187098" y="58797"/>
                </a:cubicBezTo>
                <a:cubicBezTo>
                  <a:pt x="216874" y="58797"/>
                  <a:pt x="241029" y="82992"/>
                  <a:pt x="241029" y="112677"/>
                </a:cubicBezTo>
                <a:cubicBezTo>
                  <a:pt x="241029" y="121615"/>
                  <a:pt x="238792" y="130425"/>
                  <a:pt x="234575" y="138213"/>
                </a:cubicBezTo>
                <a:cubicBezTo>
                  <a:pt x="232913" y="141341"/>
                  <a:pt x="229016" y="142491"/>
                  <a:pt x="225948" y="140831"/>
                </a:cubicBezTo>
                <a:cubicBezTo>
                  <a:pt x="222817" y="139171"/>
                  <a:pt x="221667" y="135277"/>
                  <a:pt x="223328" y="132212"/>
                </a:cubicBezTo>
                <a:cubicBezTo>
                  <a:pt x="226523" y="126275"/>
                  <a:pt x="228249" y="119572"/>
                  <a:pt x="228249" y="112741"/>
                </a:cubicBezTo>
                <a:cubicBezTo>
                  <a:pt x="228249" y="90078"/>
                  <a:pt x="209782" y="71628"/>
                  <a:pt x="187098" y="71628"/>
                </a:cubicBezTo>
                <a:cubicBezTo>
                  <a:pt x="180132" y="71628"/>
                  <a:pt x="173231" y="73416"/>
                  <a:pt x="167161" y="76799"/>
                </a:cubicBezTo>
                <a:cubicBezTo>
                  <a:pt x="166138" y="77374"/>
                  <a:pt x="165052" y="77629"/>
                  <a:pt x="163902" y="77629"/>
                </a:cubicBezTo>
                <a:cubicBezTo>
                  <a:pt x="163902" y="77629"/>
                  <a:pt x="163902" y="77629"/>
                  <a:pt x="163902" y="77629"/>
                </a:cubicBezTo>
                <a:cubicBezTo>
                  <a:pt x="140643" y="77629"/>
                  <a:pt x="122176" y="96079"/>
                  <a:pt x="122176" y="118742"/>
                </a:cubicBezTo>
                <a:cubicBezTo>
                  <a:pt x="122176" y="127488"/>
                  <a:pt x="124860" y="135787"/>
                  <a:pt x="129971" y="142810"/>
                </a:cubicBezTo>
                <a:cubicBezTo>
                  <a:pt x="132016" y="145683"/>
                  <a:pt x="131377" y="149641"/>
                  <a:pt x="128566" y="151747"/>
                </a:cubicBezTo>
                <a:cubicBezTo>
                  <a:pt x="127415" y="152577"/>
                  <a:pt x="126138" y="152960"/>
                  <a:pt x="124796" y="152960"/>
                </a:cubicBezTo>
                <a:cubicBezTo>
                  <a:pt x="122815" y="152960"/>
                  <a:pt x="120834" y="152067"/>
                  <a:pt x="119620" y="150343"/>
                </a:cubicBezTo>
                <a:cubicBezTo>
                  <a:pt x="112910" y="140958"/>
                  <a:pt x="109332" y="130042"/>
                  <a:pt x="109332" y="118614"/>
                </a:cubicBezTo>
                <a:close/>
                <a:moveTo>
                  <a:pt x="252914" y="230143"/>
                </a:moveTo>
                <a:cubicBezTo>
                  <a:pt x="252914" y="238378"/>
                  <a:pt x="250805" y="246230"/>
                  <a:pt x="246780" y="252933"/>
                </a:cubicBezTo>
                <a:cubicBezTo>
                  <a:pt x="241029" y="262509"/>
                  <a:pt x="241029" y="264297"/>
                  <a:pt x="241029" y="273043"/>
                </a:cubicBezTo>
                <a:lnTo>
                  <a:pt x="241029" y="296791"/>
                </a:lnTo>
                <a:cubicBezTo>
                  <a:pt x="241029" y="300303"/>
                  <a:pt x="238153" y="303175"/>
                  <a:pt x="234639" y="303175"/>
                </a:cubicBezTo>
                <a:cubicBezTo>
                  <a:pt x="231124" y="303175"/>
                  <a:pt x="228249" y="300303"/>
                  <a:pt x="228249" y="296791"/>
                </a:cubicBezTo>
                <a:lnTo>
                  <a:pt x="228249" y="273043"/>
                </a:lnTo>
                <a:cubicBezTo>
                  <a:pt x="228249" y="262573"/>
                  <a:pt x="228632" y="258360"/>
                  <a:pt x="235789" y="246358"/>
                </a:cubicBezTo>
                <a:cubicBezTo>
                  <a:pt x="238600" y="241634"/>
                  <a:pt x="240134" y="236016"/>
                  <a:pt x="240134" y="230143"/>
                </a:cubicBezTo>
                <a:lnTo>
                  <a:pt x="240134" y="177985"/>
                </a:lnTo>
                <a:cubicBezTo>
                  <a:pt x="240134" y="174730"/>
                  <a:pt x="237258" y="172495"/>
                  <a:pt x="234639" y="172495"/>
                </a:cubicBezTo>
                <a:cubicBezTo>
                  <a:pt x="233233" y="172495"/>
                  <a:pt x="231763" y="173134"/>
                  <a:pt x="230741" y="174219"/>
                </a:cubicBezTo>
                <a:cubicBezTo>
                  <a:pt x="230038" y="174921"/>
                  <a:pt x="229143" y="176198"/>
                  <a:pt x="229143" y="177985"/>
                </a:cubicBezTo>
                <a:lnTo>
                  <a:pt x="229143" y="193243"/>
                </a:lnTo>
                <a:cubicBezTo>
                  <a:pt x="229143" y="196754"/>
                  <a:pt x="226268" y="199627"/>
                  <a:pt x="222754" y="199627"/>
                </a:cubicBezTo>
                <a:cubicBezTo>
                  <a:pt x="219239" y="199627"/>
                  <a:pt x="216364" y="196754"/>
                  <a:pt x="216364" y="193243"/>
                </a:cubicBezTo>
                <a:lnTo>
                  <a:pt x="216364" y="178049"/>
                </a:lnTo>
                <a:cubicBezTo>
                  <a:pt x="216364" y="178049"/>
                  <a:pt x="216364" y="178049"/>
                  <a:pt x="216364" y="178049"/>
                </a:cubicBezTo>
                <a:cubicBezTo>
                  <a:pt x="216364" y="178049"/>
                  <a:pt x="216364" y="178049"/>
                  <a:pt x="216364" y="177985"/>
                </a:cubicBezTo>
                <a:lnTo>
                  <a:pt x="216364" y="166111"/>
                </a:lnTo>
                <a:cubicBezTo>
                  <a:pt x="216364" y="162855"/>
                  <a:pt x="213488" y="160621"/>
                  <a:pt x="210868" y="160621"/>
                </a:cubicBezTo>
                <a:cubicBezTo>
                  <a:pt x="209462" y="160621"/>
                  <a:pt x="207993" y="161259"/>
                  <a:pt x="206970" y="162345"/>
                </a:cubicBezTo>
                <a:cubicBezTo>
                  <a:pt x="206267" y="163047"/>
                  <a:pt x="205373" y="164324"/>
                  <a:pt x="205373" y="166111"/>
                </a:cubicBezTo>
                <a:lnTo>
                  <a:pt x="205373" y="183923"/>
                </a:lnTo>
                <a:cubicBezTo>
                  <a:pt x="205373" y="187434"/>
                  <a:pt x="202497" y="190307"/>
                  <a:pt x="198983" y="190307"/>
                </a:cubicBezTo>
                <a:cubicBezTo>
                  <a:pt x="195468" y="190307"/>
                  <a:pt x="192593" y="187434"/>
                  <a:pt x="192593" y="183923"/>
                </a:cubicBezTo>
                <a:lnTo>
                  <a:pt x="192593" y="166111"/>
                </a:lnTo>
                <a:cubicBezTo>
                  <a:pt x="192593" y="166111"/>
                  <a:pt x="192593" y="166111"/>
                  <a:pt x="192593" y="166111"/>
                </a:cubicBezTo>
                <a:cubicBezTo>
                  <a:pt x="192593" y="166111"/>
                  <a:pt x="192593" y="166111"/>
                  <a:pt x="192593" y="166047"/>
                </a:cubicBezTo>
                <a:lnTo>
                  <a:pt x="192593" y="112613"/>
                </a:lnTo>
                <a:cubicBezTo>
                  <a:pt x="192593" y="109358"/>
                  <a:pt x="189717" y="107123"/>
                  <a:pt x="187098" y="107123"/>
                </a:cubicBezTo>
                <a:cubicBezTo>
                  <a:pt x="185692" y="107123"/>
                  <a:pt x="184222" y="107762"/>
                  <a:pt x="183200" y="108847"/>
                </a:cubicBezTo>
                <a:cubicBezTo>
                  <a:pt x="182497" y="109549"/>
                  <a:pt x="181602" y="110826"/>
                  <a:pt x="181602" y="112613"/>
                </a:cubicBezTo>
                <a:lnTo>
                  <a:pt x="181602" y="177922"/>
                </a:lnTo>
                <a:cubicBezTo>
                  <a:pt x="181602" y="181433"/>
                  <a:pt x="178727" y="184306"/>
                  <a:pt x="175212" y="184306"/>
                </a:cubicBezTo>
                <a:cubicBezTo>
                  <a:pt x="171698" y="184306"/>
                  <a:pt x="168822" y="181433"/>
                  <a:pt x="168822" y="177922"/>
                </a:cubicBezTo>
                <a:lnTo>
                  <a:pt x="168822" y="118551"/>
                </a:lnTo>
                <a:cubicBezTo>
                  <a:pt x="168822" y="115295"/>
                  <a:pt x="165947" y="113060"/>
                  <a:pt x="163327" y="113060"/>
                </a:cubicBezTo>
                <a:cubicBezTo>
                  <a:pt x="161921" y="113060"/>
                  <a:pt x="160452" y="113699"/>
                  <a:pt x="159429" y="114784"/>
                </a:cubicBezTo>
                <a:cubicBezTo>
                  <a:pt x="158726" y="115486"/>
                  <a:pt x="157832" y="116763"/>
                  <a:pt x="157832" y="118551"/>
                </a:cubicBezTo>
                <a:lnTo>
                  <a:pt x="157832" y="201670"/>
                </a:lnTo>
                <a:cubicBezTo>
                  <a:pt x="157832" y="205181"/>
                  <a:pt x="154956" y="208054"/>
                  <a:pt x="151442" y="208054"/>
                </a:cubicBezTo>
                <a:cubicBezTo>
                  <a:pt x="147927" y="208054"/>
                  <a:pt x="145052" y="205181"/>
                  <a:pt x="145052" y="201670"/>
                </a:cubicBezTo>
                <a:lnTo>
                  <a:pt x="145052" y="189796"/>
                </a:lnTo>
                <a:cubicBezTo>
                  <a:pt x="145052" y="182263"/>
                  <a:pt x="142368" y="176900"/>
                  <a:pt x="137320" y="174410"/>
                </a:cubicBezTo>
                <a:cubicBezTo>
                  <a:pt x="136297" y="173900"/>
                  <a:pt x="135467" y="174219"/>
                  <a:pt x="135083" y="174538"/>
                </a:cubicBezTo>
                <a:cubicBezTo>
                  <a:pt x="134636" y="174793"/>
                  <a:pt x="134061" y="175368"/>
                  <a:pt x="134061" y="176326"/>
                </a:cubicBezTo>
                <a:lnTo>
                  <a:pt x="134061" y="219481"/>
                </a:lnTo>
                <a:cubicBezTo>
                  <a:pt x="134061" y="234803"/>
                  <a:pt x="143263" y="244060"/>
                  <a:pt x="146074" y="246549"/>
                </a:cubicBezTo>
                <a:cubicBezTo>
                  <a:pt x="153934" y="253444"/>
                  <a:pt x="163774" y="261999"/>
                  <a:pt x="163774" y="278852"/>
                </a:cubicBezTo>
                <a:lnTo>
                  <a:pt x="163774" y="296664"/>
                </a:lnTo>
                <a:cubicBezTo>
                  <a:pt x="163774" y="300175"/>
                  <a:pt x="160899" y="303048"/>
                  <a:pt x="157384" y="303048"/>
                </a:cubicBezTo>
                <a:cubicBezTo>
                  <a:pt x="153870" y="303048"/>
                  <a:pt x="150994" y="300175"/>
                  <a:pt x="150994" y="296664"/>
                </a:cubicBezTo>
                <a:lnTo>
                  <a:pt x="150994" y="278852"/>
                </a:lnTo>
                <a:cubicBezTo>
                  <a:pt x="150994" y="267808"/>
                  <a:pt x="144796" y="262382"/>
                  <a:pt x="137703" y="256125"/>
                </a:cubicBezTo>
                <a:cubicBezTo>
                  <a:pt x="127415" y="247124"/>
                  <a:pt x="121281" y="233462"/>
                  <a:pt x="121281" y="219481"/>
                </a:cubicBezTo>
                <a:lnTo>
                  <a:pt x="121281" y="176326"/>
                </a:lnTo>
                <a:cubicBezTo>
                  <a:pt x="121281" y="171155"/>
                  <a:pt x="123901" y="166430"/>
                  <a:pt x="128310" y="163685"/>
                </a:cubicBezTo>
                <a:cubicBezTo>
                  <a:pt x="132783" y="160940"/>
                  <a:pt x="138278" y="160685"/>
                  <a:pt x="142943" y="162983"/>
                </a:cubicBezTo>
                <a:cubicBezTo>
                  <a:pt x="143582" y="163302"/>
                  <a:pt x="144285" y="163685"/>
                  <a:pt x="145052" y="164132"/>
                </a:cubicBezTo>
                <a:lnTo>
                  <a:pt x="145052" y="118551"/>
                </a:lnTo>
                <a:cubicBezTo>
                  <a:pt x="145052" y="113699"/>
                  <a:pt x="146905" y="109166"/>
                  <a:pt x="150355" y="105719"/>
                </a:cubicBezTo>
                <a:cubicBezTo>
                  <a:pt x="153806" y="102271"/>
                  <a:pt x="158534" y="100229"/>
                  <a:pt x="163327" y="100229"/>
                </a:cubicBezTo>
                <a:cubicBezTo>
                  <a:pt x="166458" y="100229"/>
                  <a:pt x="169333" y="101058"/>
                  <a:pt x="171889" y="102463"/>
                </a:cubicBezTo>
                <a:cubicBezTo>
                  <a:pt x="172528" y="101505"/>
                  <a:pt x="173295" y="100612"/>
                  <a:pt x="174126" y="99782"/>
                </a:cubicBezTo>
                <a:cubicBezTo>
                  <a:pt x="177577" y="96334"/>
                  <a:pt x="182305" y="94291"/>
                  <a:pt x="187098" y="94291"/>
                </a:cubicBezTo>
                <a:cubicBezTo>
                  <a:pt x="197194" y="94291"/>
                  <a:pt x="205373" y="102463"/>
                  <a:pt x="205373" y="112550"/>
                </a:cubicBezTo>
                <a:lnTo>
                  <a:pt x="205373" y="148683"/>
                </a:lnTo>
                <a:cubicBezTo>
                  <a:pt x="207162" y="148108"/>
                  <a:pt x="209015" y="147725"/>
                  <a:pt x="210868" y="147725"/>
                </a:cubicBezTo>
                <a:cubicBezTo>
                  <a:pt x="219175" y="147725"/>
                  <a:pt x="226076" y="153279"/>
                  <a:pt x="228313" y="160813"/>
                </a:cubicBezTo>
                <a:cubicBezTo>
                  <a:pt x="230358" y="160046"/>
                  <a:pt x="232466" y="159600"/>
                  <a:pt x="234639" y="159600"/>
                </a:cubicBezTo>
                <a:cubicBezTo>
                  <a:pt x="244735" y="159600"/>
                  <a:pt x="252914" y="167771"/>
                  <a:pt x="252914" y="177858"/>
                </a:cubicBezTo>
                <a:lnTo>
                  <a:pt x="252914" y="230143"/>
                </a:lnTo>
                <a:close/>
              </a:path>
            </a:pathLst>
          </a:custGeom>
          <a:solidFill>
            <a:srgbClr val="00A3E0"/>
          </a:solidFill>
          <a:ln w="6390" cap="flat">
            <a:noFill/>
            <a:prstDash val="solid"/>
            <a:miter/>
          </a:ln>
        </p:spPr>
        <p:txBody>
          <a:bodyPr rtlCol="0" anchor="ctr"/>
          <a:lstStyle/>
          <a:p>
            <a:endParaRPr lang="en-US"/>
          </a:p>
        </p:txBody>
      </p:sp>
      <p:sp>
        <p:nvSpPr>
          <p:cNvPr id="894" name="Graphic 4">
            <a:extLst>
              <a:ext uri="{FF2B5EF4-FFF2-40B4-BE49-F238E27FC236}">
                <a16:creationId xmlns:a16="http://schemas.microsoft.com/office/drawing/2014/main" id="{B10BD223-EA71-0840-BB9C-491E163C3DC9}"/>
              </a:ext>
            </a:extLst>
          </p:cNvPr>
          <p:cNvSpPr/>
          <p:nvPr/>
        </p:nvSpPr>
        <p:spPr>
          <a:xfrm>
            <a:off x="6146544" y="4792937"/>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140515 w 362309"/>
              <a:gd name="connsiteY5" fmla="*/ 144214 h 361971"/>
              <a:gd name="connsiteX6" fmla="*/ 140323 w 362309"/>
              <a:gd name="connsiteY6" fmla="*/ 144916 h 361971"/>
              <a:gd name="connsiteX7" fmla="*/ 140323 w 362309"/>
              <a:gd name="connsiteY7" fmla="*/ 144980 h 361971"/>
              <a:gd name="connsiteX8" fmla="*/ 140195 w 362309"/>
              <a:gd name="connsiteY8" fmla="*/ 145236 h 361971"/>
              <a:gd name="connsiteX9" fmla="*/ 139045 w 362309"/>
              <a:gd name="connsiteY9" fmla="*/ 146832 h 361971"/>
              <a:gd name="connsiteX10" fmla="*/ 138598 w 362309"/>
              <a:gd name="connsiteY10" fmla="*/ 147215 h 361971"/>
              <a:gd name="connsiteX11" fmla="*/ 137000 w 362309"/>
              <a:gd name="connsiteY11" fmla="*/ 148172 h 361971"/>
              <a:gd name="connsiteX12" fmla="*/ 136681 w 362309"/>
              <a:gd name="connsiteY12" fmla="*/ 148364 h 361971"/>
              <a:gd name="connsiteX13" fmla="*/ 114252 w 362309"/>
              <a:gd name="connsiteY13" fmla="*/ 156344 h 361971"/>
              <a:gd name="connsiteX14" fmla="*/ 112080 w 362309"/>
              <a:gd name="connsiteY14" fmla="*/ 156727 h 361971"/>
              <a:gd name="connsiteX15" fmla="*/ 106073 w 362309"/>
              <a:gd name="connsiteY15" fmla="*/ 152513 h 361971"/>
              <a:gd name="connsiteX16" fmla="*/ 109971 w 362309"/>
              <a:gd name="connsiteY16" fmla="*/ 144342 h 361971"/>
              <a:gd name="connsiteX17" fmla="*/ 118150 w 362309"/>
              <a:gd name="connsiteY17" fmla="*/ 141405 h 361971"/>
              <a:gd name="connsiteX18" fmla="*/ 102303 w 362309"/>
              <a:gd name="connsiteY18" fmla="*/ 125318 h 361971"/>
              <a:gd name="connsiteX19" fmla="*/ 97766 w 362309"/>
              <a:gd name="connsiteY19" fmla="*/ 90716 h 361971"/>
              <a:gd name="connsiteX20" fmla="*/ 119045 w 362309"/>
              <a:gd name="connsiteY20" fmla="*/ 63010 h 361971"/>
              <a:gd name="connsiteX21" fmla="*/ 153678 w 362309"/>
              <a:gd name="connsiteY21" fmla="*/ 58477 h 361971"/>
              <a:gd name="connsiteX22" fmla="*/ 181410 w 362309"/>
              <a:gd name="connsiteY22" fmla="*/ 79736 h 361971"/>
              <a:gd name="connsiteX23" fmla="*/ 184286 w 362309"/>
              <a:gd name="connsiteY23" fmla="*/ 85609 h 361971"/>
              <a:gd name="connsiteX24" fmla="*/ 180708 w 362309"/>
              <a:gd name="connsiteY24" fmla="*/ 93908 h 361971"/>
              <a:gd name="connsiteX25" fmla="*/ 172401 w 362309"/>
              <a:gd name="connsiteY25" fmla="*/ 90333 h 361971"/>
              <a:gd name="connsiteX26" fmla="*/ 170356 w 362309"/>
              <a:gd name="connsiteY26" fmla="*/ 86120 h 361971"/>
              <a:gd name="connsiteX27" fmla="*/ 150419 w 362309"/>
              <a:gd name="connsiteY27" fmla="*/ 70798 h 361971"/>
              <a:gd name="connsiteX28" fmla="*/ 125498 w 362309"/>
              <a:gd name="connsiteY28" fmla="*/ 74054 h 361971"/>
              <a:gd name="connsiteX29" fmla="*/ 110163 w 362309"/>
              <a:gd name="connsiteY29" fmla="*/ 93972 h 361971"/>
              <a:gd name="connsiteX30" fmla="*/ 113421 w 362309"/>
              <a:gd name="connsiteY30" fmla="*/ 118870 h 361971"/>
              <a:gd name="connsiteX31" fmla="*/ 123198 w 362309"/>
              <a:gd name="connsiteY31" fmla="*/ 129467 h 361971"/>
              <a:gd name="connsiteX32" fmla="*/ 120515 w 362309"/>
              <a:gd name="connsiteY32" fmla="*/ 121998 h 361971"/>
              <a:gd name="connsiteX33" fmla="*/ 124412 w 362309"/>
              <a:gd name="connsiteY33" fmla="*/ 113826 h 361971"/>
              <a:gd name="connsiteX34" fmla="*/ 132591 w 362309"/>
              <a:gd name="connsiteY34" fmla="*/ 117721 h 361971"/>
              <a:gd name="connsiteX35" fmla="*/ 140579 w 362309"/>
              <a:gd name="connsiteY35" fmla="*/ 140001 h 361971"/>
              <a:gd name="connsiteX36" fmla="*/ 140579 w 362309"/>
              <a:gd name="connsiteY36" fmla="*/ 140001 h 361971"/>
              <a:gd name="connsiteX37" fmla="*/ 140579 w 362309"/>
              <a:gd name="connsiteY37" fmla="*/ 140065 h 361971"/>
              <a:gd name="connsiteX38" fmla="*/ 140707 w 362309"/>
              <a:gd name="connsiteY38" fmla="*/ 140831 h 361971"/>
              <a:gd name="connsiteX39" fmla="*/ 140962 w 362309"/>
              <a:gd name="connsiteY39" fmla="*/ 142490 h 361971"/>
              <a:gd name="connsiteX40" fmla="*/ 140515 w 362309"/>
              <a:gd name="connsiteY40" fmla="*/ 144214 h 361971"/>
              <a:gd name="connsiteX41" fmla="*/ 266077 w 362309"/>
              <a:gd name="connsiteY41" fmla="*/ 235760 h 361971"/>
              <a:gd name="connsiteX42" fmla="*/ 260198 w 362309"/>
              <a:gd name="connsiteY42" fmla="*/ 257466 h 361971"/>
              <a:gd name="connsiteX43" fmla="*/ 254831 w 362309"/>
              <a:gd name="connsiteY43" fmla="*/ 276235 h 361971"/>
              <a:gd name="connsiteX44" fmla="*/ 254831 w 362309"/>
              <a:gd name="connsiteY44" fmla="*/ 298643 h 361971"/>
              <a:gd name="connsiteX45" fmla="*/ 248441 w 362309"/>
              <a:gd name="connsiteY45" fmla="*/ 305026 h 361971"/>
              <a:gd name="connsiteX46" fmla="*/ 242051 w 362309"/>
              <a:gd name="connsiteY46" fmla="*/ 298643 h 361971"/>
              <a:gd name="connsiteX47" fmla="*/ 242051 w 362309"/>
              <a:gd name="connsiteY47" fmla="*/ 276235 h 361971"/>
              <a:gd name="connsiteX48" fmla="*/ 249208 w 362309"/>
              <a:gd name="connsiteY48" fmla="*/ 250890 h 361971"/>
              <a:gd name="connsiteX49" fmla="*/ 253233 w 362309"/>
              <a:gd name="connsiteY49" fmla="*/ 235760 h 361971"/>
              <a:gd name="connsiteX50" fmla="*/ 253233 w 362309"/>
              <a:gd name="connsiteY50" fmla="*/ 186540 h 361971"/>
              <a:gd name="connsiteX51" fmla="*/ 248377 w 362309"/>
              <a:gd name="connsiteY51" fmla="*/ 181688 h 361971"/>
              <a:gd name="connsiteX52" fmla="*/ 244926 w 362309"/>
              <a:gd name="connsiteY52" fmla="*/ 183220 h 361971"/>
              <a:gd name="connsiteX53" fmla="*/ 243521 w 362309"/>
              <a:gd name="connsiteY53" fmla="*/ 186540 h 361971"/>
              <a:gd name="connsiteX54" fmla="*/ 243521 w 362309"/>
              <a:gd name="connsiteY54" fmla="*/ 200904 h 361971"/>
              <a:gd name="connsiteX55" fmla="*/ 237131 w 362309"/>
              <a:gd name="connsiteY55" fmla="*/ 207288 h 361971"/>
              <a:gd name="connsiteX56" fmla="*/ 230741 w 362309"/>
              <a:gd name="connsiteY56" fmla="*/ 200904 h 361971"/>
              <a:gd name="connsiteX57" fmla="*/ 230741 w 362309"/>
              <a:gd name="connsiteY57" fmla="*/ 175304 h 361971"/>
              <a:gd name="connsiteX58" fmla="*/ 225885 w 362309"/>
              <a:gd name="connsiteY58" fmla="*/ 170452 h 361971"/>
              <a:gd name="connsiteX59" fmla="*/ 222434 w 362309"/>
              <a:gd name="connsiteY59" fmla="*/ 171985 h 361971"/>
              <a:gd name="connsiteX60" fmla="*/ 221028 w 362309"/>
              <a:gd name="connsiteY60" fmla="*/ 175304 h 361971"/>
              <a:gd name="connsiteX61" fmla="*/ 221028 w 362309"/>
              <a:gd name="connsiteY61" fmla="*/ 192094 h 361971"/>
              <a:gd name="connsiteX62" fmla="*/ 214638 w 362309"/>
              <a:gd name="connsiteY62" fmla="*/ 198478 h 361971"/>
              <a:gd name="connsiteX63" fmla="*/ 208248 w 362309"/>
              <a:gd name="connsiteY63" fmla="*/ 192094 h 361971"/>
              <a:gd name="connsiteX64" fmla="*/ 208248 w 362309"/>
              <a:gd name="connsiteY64" fmla="*/ 164068 h 361971"/>
              <a:gd name="connsiteX65" fmla="*/ 203392 w 362309"/>
              <a:gd name="connsiteY65" fmla="*/ 159217 h 361971"/>
              <a:gd name="connsiteX66" fmla="*/ 199941 w 362309"/>
              <a:gd name="connsiteY66" fmla="*/ 160749 h 361971"/>
              <a:gd name="connsiteX67" fmla="*/ 198535 w 362309"/>
              <a:gd name="connsiteY67" fmla="*/ 164068 h 361971"/>
              <a:gd name="connsiteX68" fmla="*/ 198535 w 362309"/>
              <a:gd name="connsiteY68" fmla="*/ 186476 h 361971"/>
              <a:gd name="connsiteX69" fmla="*/ 192145 w 362309"/>
              <a:gd name="connsiteY69" fmla="*/ 192860 h 361971"/>
              <a:gd name="connsiteX70" fmla="*/ 185756 w 362309"/>
              <a:gd name="connsiteY70" fmla="*/ 186476 h 361971"/>
              <a:gd name="connsiteX71" fmla="*/ 185756 w 362309"/>
              <a:gd name="connsiteY71" fmla="*/ 164068 h 361971"/>
              <a:gd name="connsiteX72" fmla="*/ 185756 w 362309"/>
              <a:gd name="connsiteY72" fmla="*/ 130425 h 361971"/>
              <a:gd name="connsiteX73" fmla="*/ 180899 w 362309"/>
              <a:gd name="connsiteY73" fmla="*/ 125573 h 361971"/>
              <a:gd name="connsiteX74" fmla="*/ 177449 w 362309"/>
              <a:gd name="connsiteY74" fmla="*/ 127105 h 361971"/>
              <a:gd name="connsiteX75" fmla="*/ 176043 w 362309"/>
              <a:gd name="connsiteY75" fmla="*/ 130425 h 361971"/>
              <a:gd name="connsiteX76" fmla="*/ 176043 w 362309"/>
              <a:gd name="connsiteY76" fmla="*/ 208884 h 361971"/>
              <a:gd name="connsiteX77" fmla="*/ 169653 w 362309"/>
              <a:gd name="connsiteY77" fmla="*/ 215268 h 361971"/>
              <a:gd name="connsiteX78" fmla="*/ 163263 w 362309"/>
              <a:gd name="connsiteY78" fmla="*/ 208884 h 361971"/>
              <a:gd name="connsiteX79" fmla="*/ 163263 w 362309"/>
              <a:gd name="connsiteY79" fmla="*/ 197648 h 361971"/>
              <a:gd name="connsiteX80" fmla="*/ 156170 w 362309"/>
              <a:gd name="connsiteY80" fmla="*/ 183476 h 361971"/>
              <a:gd name="connsiteX81" fmla="*/ 154445 w 362309"/>
              <a:gd name="connsiteY81" fmla="*/ 183539 h 361971"/>
              <a:gd name="connsiteX82" fmla="*/ 153678 w 362309"/>
              <a:gd name="connsiteY82" fmla="*/ 184944 h 361971"/>
              <a:gd name="connsiteX83" fmla="*/ 153678 w 362309"/>
              <a:gd name="connsiteY83" fmla="*/ 225674 h 361971"/>
              <a:gd name="connsiteX84" fmla="*/ 164924 w 362309"/>
              <a:gd name="connsiteY84" fmla="*/ 250954 h 361971"/>
              <a:gd name="connsiteX85" fmla="*/ 181730 w 362309"/>
              <a:gd name="connsiteY85" fmla="*/ 281725 h 361971"/>
              <a:gd name="connsiteX86" fmla="*/ 181730 w 362309"/>
              <a:gd name="connsiteY86" fmla="*/ 298515 h 361971"/>
              <a:gd name="connsiteX87" fmla="*/ 175340 w 362309"/>
              <a:gd name="connsiteY87" fmla="*/ 304899 h 361971"/>
              <a:gd name="connsiteX88" fmla="*/ 168950 w 362309"/>
              <a:gd name="connsiteY88" fmla="*/ 298515 h 361971"/>
              <a:gd name="connsiteX89" fmla="*/ 168950 w 362309"/>
              <a:gd name="connsiteY89" fmla="*/ 281725 h 361971"/>
              <a:gd name="connsiteX90" fmla="*/ 156490 w 362309"/>
              <a:gd name="connsiteY90" fmla="*/ 260530 h 361971"/>
              <a:gd name="connsiteX91" fmla="*/ 140898 w 362309"/>
              <a:gd name="connsiteY91" fmla="*/ 225674 h 361971"/>
              <a:gd name="connsiteX92" fmla="*/ 140898 w 362309"/>
              <a:gd name="connsiteY92" fmla="*/ 184944 h 361971"/>
              <a:gd name="connsiteX93" fmla="*/ 147736 w 362309"/>
              <a:gd name="connsiteY93" fmla="*/ 172687 h 361971"/>
              <a:gd name="connsiteX94" fmla="*/ 161921 w 362309"/>
              <a:gd name="connsiteY94" fmla="*/ 171985 h 361971"/>
              <a:gd name="connsiteX95" fmla="*/ 163391 w 362309"/>
              <a:gd name="connsiteY95" fmla="*/ 172814 h 361971"/>
              <a:gd name="connsiteX96" fmla="*/ 163391 w 362309"/>
              <a:gd name="connsiteY96" fmla="*/ 130361 h 361971"/>
              <a:gd name="connsiteX97" fmla="*/ 168503 w 362309"/>
              <a:gd name="connsiteY97" fmla="*/ 118040 h 361971"/>
              <a:gd name="connsiteX98" fmla="*/ 181027 w 362309"/>
              <a:gd name="connsiteY98" fmla="*/ 112805 h 361971"/>
              <a:gd name="connsiteX99" fmla="*/ 198663 w 362309"/>
              <a:gd name="connsiteY99" fmla="*/ 130425 h 361971"/>
              <a:gd name="connsiteX100" fmla="*/ 198663 w 362309"/>
              <a:gd name="connsiteY100" fmla="*/ 147215 h 361971"/>
              <a:gd name="connsiteX101" fmla="*/ 203520 w 362309"/>
              <a:gd name="connsiteY101" fmla="*/ 146449 h 361971"/>
              <a:gd name="connsiteX102" fmla="*/ 220197 w 362309"/>
              <a:gd name="connsiteY102" fmla="*/ 158706 h 361971"/>
              <a:gd name="connsiteX103" fmla="*/ 225948 w 362309"/>
              <a:gd name="connsiteY103" fmla="*/ 157621 h 361971"/>
              <a:gd name="connsiteX104" fmla="*/ 242626 w 362309"/>
              <a:gd name="connsiteY104" fmla="*/ 169878 h 361971"/>
              <a:gd name="connsiteX105" fmla="*/ 248377 w 362309"/>
              <a:gd name="connsiteY105" fmla="*/ 168793 h 361971"/>
              <a:gd name="connsiteX106" fmla="*/ 266013 w 362309"/>
              <a:gd name="connsiteY106" fmla="*/ 186412 h 361971"/>
              <a:gd name="connsiteX107" fmla="*/ 266013 w 362309"/>
              <a:gd name="connsiteY107" fmla="*/ 23576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62309" h="361971">
                <a:moveTo>
                  <a:pt x="181155" y="0"/>
                </a:moveTo>
                <a:cubicBezTo>
                  <a:pt x="81088" y="0"/>
                  <a:pt x="0" y="81013"/>
                  <a:pt x="0" y="180986"/>
                </a:cubicBezTo>
                <a:cubicBezTo>
                  <a:pt x="0" y="280959"/>
                  <a:pt x="81088" y="361971"/>
                  <a:pt x="181155" y="361971"/>
                </a:cubicBezTo>
                <a:cubicBezTo>
                  <a:pt x="281221" y="361971"/>
                  <a:pt x="362310" y="280959"/>
                  <a:pt x="362310" y="180986"/>
                </a:cubicBezTo>
                <a:cubicBezTo>
                  <a:pt x="362310" y="81013"/>
                  <a:pt x="281157" y="0"/>
                  <a:pt x="181155" y="0"/>
                </a:cubicBezTo>
                <a:close/>
                <a:moveTo>
                  <a:pt x="140515" y="144214"/>
                </a:moveTo>
                <a:cubicBezTo>
                  <a:pt x="140451" y="144470"/>
                  <a:pt x="140451" y="144725"/>
                  <a:pt x="140323" y="144916"/>
                </a:cubicBezTo>
                <a:cubicBezTo>
                  <a:pt x="140323" y="144916"/>
                  <a:pt x="140323" y="144916"/>
                  <a:pt x="140323" y="144980"/>
                </a:cubicBezTo>
                <a:cubicBezTo>
                  <a:pt x="140259" y="145044"/>
                  <a:pt x="140195" y="145108"/>
                  <a:pt x="140195" y="145236"/>
                </a:cubicBezTo>
                <a:cubicBezTo>
                  <a:pt x="139876" y="145810"/>
                  <a:pt x="139492" y="146321"/>
                  <a:pt x="139045" y="146832"/>
                </a:cubicBezTo>
                <a:cubicBezTo>
                  <a:pt x="138918" y="146959"/>
                  <a:pt x="138726" y="147087"/>
                  <a:pt x="138598" y="147215"/>
                </a:cubicBezTo>
                <a:cubicBezTo>
                  <a:pt x="138087" y="147598"/>
                  <a:pt x="137576" y="147917"/>
                  <a:pt x="137000" y="148172"/>
                </a:cubicBezTo>
                <a:cubicBezTo>
                  <a:pt x="136873" y="148236"/>
                  <a:pt x="136809" y="148300"/>
                  <a:pt x="136681" y="148364"/>
                </a:cubicBezTo>
                <a:lnTo>
                  <a:pt x="114252" y="156344"/>
                </a:lnTo>
                <a:cubicBezTo>
                  <a:pt x="113549" y="156599"/>
                  <a:pt x="112847" y="156727"/>
                  <a:pt x="112080" y="156727"/>
                </a:cubicBezTo>
                <a:cubicBezTo>
                  <a:pt x="109460" y="156727"/>
                  <a:pt x="106968" y="155131"/>
                  <a:pt x="106073" y="152513"/>
                </a:cubicBezTo>
                <a:cubicBezTo>
                  <a:pt x="104859" y="149194"/>
                  <a:pt x="106648" y="145555"/>
                  <a:pt x="109971" y="144342"/>
                </a:cubicBezTo>
                <a:lnTo>
                  <a:pt x="118150" y="141405"/>
                </a:lnTo>
                <a:cubicBezTo>
                  <a:pt x="111632" y="137447"/>
                  <a:pt x="106201" y="132021"/>
                  <a:pt x="102303" y="125318"/>
                </a:cubicBezTo>
                <a:cubicBezTo>
                  <a:pt x="96232" y="114784"/>
                  <a:pt x="94571" y="102463"/>
                  <a:pt x="97766" y="90716"/>
                </a:cubicBezTo>
                <a:cubicBezTo>
                  <a:pt x="100897" y="78970"/>
                  <a:pt x="108501" y="69138"/>
                  <a:pt x="119045" y="63010"/>
                </a:cubicBezTo>
                <a:cubicBezTo>
                  <a:pt x="129588" y="56945"/>
                  <a:pt x="141921" y="55285"/>
                  <a:pt x="153678" y="58477"/>
                </a:cubicBezTo>
                <a:cubicBezTo>
                  <a:pt x="165436" y="61669"/>
                  <a:pt x="175276" y="69202"/>
                  <a:pt x="181410" y="79736"/>
                </a:cubicBezTo>
                <a:cubicBezTo>
                  <a:pt x="182497" y="81651"/>
                  <a:pt x="183455" y="83630"/>
                  <a:pt x="184286" y="85609"/>
                </a:cubicBezTo>
                <a:cubicBezTo>
                  <a:pt x="185628" y="88865"/>
                  <a:pt x="184031" y="92568"/>
                  <a:pt x="180708" y="93908"/>
                </a:cubicBezTo>
                <a:cubicBezTo>
                  <a:pt x="177385" y="95249"/>
                  <a:pt x="173742" y="93653"/>
                  <a:pt x="172401" y="90333"/>
                </a:cubicBezTo>
                <a:cubicBezTo>
                  <a:pt x="171826" y="88865"/>
                  <a:pt x="171123" y="87460"/>
                  <a:pt x="170356" y="86120"/>
                </a:cubicBezTo>
                <a:cubicBezTo>
                  <a:pt x="165947" y="78523"/>
                  <a:pt x="158854" y="73096"/>
                  <a:pt x="150419" y="70798"/>
                </a:cubicBezTo>
                <a:cubicBezTo>
                  <a:pt x="141921" y="68564"/>
                  <a:pt x="133103" y="69713"/>
                  <a:pt x="125498" y="74054"/>
                </a:cubicBezTo>
                <a:cubicBezTo>
                  <a:pt x="117894" y="78459"/>
                  <a:pt x="112463" y="85545"/>
                  <a:pt x="110163" y="93972"/>
                </a:cubicBezTo>
                <a:cubicBezTo>
                  <a:pt x="107862" y="102463"/>
                  <a:pt x="109076" y="111273"/>
                  <a:pt x="113421" y="118870"/>
                </a:cubicBezTo>
                <a:cubicBezTo>
                  <a:pt x="115914" y="123147"/>
                  <a:pt x="119236" y="126722"/>
                  <a:pt x="123198" y="129467"/>
                </a:cubicBezTo>
                <a:lnTo>
                  <a:pt x="120515" y="121998"/>
                </a:lnTo>
                <a:cubicBezTo>
                  <a:pt x="119300" y="118678"/>
                  <a:pt x="121089" y="115039"/>
                  <a:pt x="124412" y="113826"/>
                </a:cubicBezTo>
                <a:cubicBezTo>
                  <a:pt x="127735" y="112613"/>
                  <a:pt x="131377" y="114401"/>
                  <a:pt x="132591" y="117721"/>
                </a:cubicBezTo>
                <a:lnTo>
                  <a:pt x="140579" y="140001"/>
                </a:lnTo>
                <a:cubicBezTo>
                  <a:pt x="140579" y="140001"/>
                  <a:pt x="140579" y="140001"/>
                  <a:pt x="140579" y="140001"/>
                </a:cubicBezTo>
                <a:lnTo>
                  <a:pt x="140579" y="140065"/>
                </a:lnTo>
                <a:cubicBezTo>
                  <a:pt x="140643" y="140320"/>
                  <a:pt x="140643" y="140575"/>
                  <a:pt x="140707" y="140831"/>
                </a:cubicBezTo>
                <a:cubicBezTo>
                  <a:pt x="140834" y="141405"/>
                  <a:pt x="140962" y="141916"/>
                  <a:pt x="140962" y="142490"/>
                </a:cubicBezTo>
                <a:cubicBezTo>
                  <a:pt x="140898" y="143129"/>
                  <a:pt x="140707" y="143640"/>
                  <a:pt x="140515" y="144214"/>
                </a:cubicBezTo>
                <a:close/>
                <a:moveTo>
                  <a:pt x="266077" y="235760"/>
                </a:moveTo>
                <a:cubicBezTo>
                  <a:pt x="266077" y="243549"/>
                  <a:pt x="264032" y="251082"/>
                  <a:pt x="260198" y="257466"/>
                </a:cubicBezTo>
                <a:cubicBezTo>
                  <a:pt x="254831" y="266403"/>
                  <a:pt x="254831" y="267872"/>
                  <a:pt x="254831" y="276235"/>
                </a:cubicBezTo>
                <a:lnTo>
                  <a:pt x="254831" y="298643"/>
                </a:lnTo>
                <a:cubicBezTo>
                  <a:pt x="254831" y="302154"/>
                  <a:pt x="251956" y="305026"/>
                  <a:pt x="248441" y="305026"/>
                </a:cubicBezTo>
                <a:cubicBezTo>
                  <a:pt x="244926" y="305026"/>
                  <a:pt x="242051" y="302154"/>
                  <a:pt x="242051" y="298643"/>
                </a:cubicBezTo>
                <a:lnTo>
                  <a:pt x="242051" y="276235"/>
                </a:lnTo>
                <a:cubicBezTo>
                  <a:pt x="242051" y="266276"/>
                  <a:pt x="242371" y="262254"/>
                  <a:pt x="249208" y="250890"/>
                </a:cubicBezTo>
                <a:cubicBezTo>
                  <a:pt x="251828" y="246485"/>
                  <a:pt x="253233" y="241251"/>
                  <a:pt x="253233" y="235760"/>
                </a:cubicBezTo>
                <a:lnTo>
                  <a:pt x="253233" y="186540"/>
                </a:lnTo>
                <a:cubicBezTo>
                  <a:pt x="253233" y="183412"/>
                  <a:pt x="250358" y="181688"/>
                  <a:pt x="248377" y="181688"/>
                </a:cubicBezTo>
                <a:cubicBezTo>
                  <a:pt x="247163" y="181688"/>
                  <a:pt x="245885" y="182263"/>
                  <a:pt x="244926" y="183220"/>
                </a:cubicBezTo>
                <a:cubicBezTo>
                  <a:pt x="244288" y="183859"/>
                  <a:pt x="243521" y="184944"/>
                  <a:pt x="243521" y="186540"/>
                </a:cubicBezTo>
                <a:lnTo>
                  <a:pt x="243521" y="200904"/>
                </a:lnTo>
                <a:cubicBezTo>
                  <a:pt x="243521" y="204415"/>
                  <a:pt x="240645" y="207288"/>
                  <a:pt x="237131" y="207288"/>
                </a:cubicBezTo>
                <a:cubicBezTo>
                  <a:pt x="233616" y="207288"/>
                  <a:pt x="230741" y="204415"/>
                  <a:pt x="230741" y="200904"/>
                </a:cubicBezTo>
                <a:lnTo>
                  <a:pt x="230741" y="175304"/>
                </a:lnTo>
                <a:cubicBezTo>
                  <a:pt x="230741" y="172176"/>
                  <a:pt x="227865" y="170452"/>
                  <a:pt x="225885" y="170452"/>
                </a:cubicBezTo>
                <a:cubicBezTo>
                  <a:pt x="224670" y="170452"/>
                  <a:pt x="223392" y="171027"/>
                  <a:pt x="222434" y="171985"/>
                </a:cubicBezTo>
                <a:cubicBezTo>
                  <a:pt x="221795" y="172623"/>
                  <a:pt x="221028" y="173708"/>
                  <a:pt x="221028" y="175304"/>
                </a:cubicBezTo>
                <a:lnTo>
                  <a:pt x="221028" y="192094"/>
                </a:lnTo>
                <a:cubicBezTo>
                  <a:pt x="221028" y="195605"/>
                  <a:pt x="218153" y="198478"/>
                  <a:pt x="214638" y="198478"/>
                </a:cubicBezTo>
                <a:cubicBezTo>
                  <a:pt x="211124" y="198478"/>
                  <a:pt x="208248" y="195605"/>
                  <a:pt x="208248" y="192094"/>
                </a:cubicBezTo>
                <a:lnTo>
                  <a:pt x="208248" y="164068"/>
                </a:lnTo>
                <a:cubicBezTo>
                  <a:pt x="208248" y="160940"/>
                  <a:pt x="205373" y="159217"/>
                  <a:pt x="203392" y="159217"/>
                </a:cubicBezTo>
                <a:cubicBezTo>
                  <a:pt x="202178" y="159217"/>
                  <a:pt x="200900" y="159791"/>
                  <a:pt x="199941" y="160749"/>
                </a:cubicBezTo>
                <a:cubicBezTo>
                  <a:pt x="199302" y="161387"/>
                  <a:pt x="198535" y="162472"/>
                  <a:pt x="198535" y="164068"/>
                </a:cubicBezTo>
                <a:lnTo>
                  <a:pt x="198535" y="186476"/>
                </a:lnTo>
                <a:cubicBezTo>
                  <a:pt x="198535" y="189987"/>
                  <a:pt x="195660" y="192860"/>
                  <a:pt x="192145" y="192860"/>
                </a:cubicBezTo>
                <a:cubicBezTo>
                  <a:pt x="188631" y="192860"/>
                  <a:pt x="185756" y="189987"/>
                  <a:pt x="185756" y="186476"/>
                </a:cubicBezTo>
                <a:lnTo>
                  <a:pt x="185756" y="164068"/>
                </a:lnTo>
                <a:lnTo>
                  <a:pt x="185756" y="130425"/>
                </a:lnTo>
                <a:cubicBezTo>
                  <a:pt x="185756" y="127297"/>
                  <a:pt x="182880" y="125573"/>
                  <a:pt x="180899" y="125573"/>
                </a:cubicBezTo>
                <a:cubicBezTo>
                  <a:pt x="179685" y="125573"/>
                  <a:pt x="178407" y="126147"/>
                  <a:pt x="177449" y="127105"/>
                </a:cubicBezTo>
                <a:cubicBezTo>
                  <a:pt x="176810" y="127743"/>
                  <a:pt x="176043" y="128829"/>
                  <a:pt x="176043" y="130425"/>
                </a:cubicBezTo>
                <a:lnTo>
                  <a:pt x="176043" y="208884"/>
                </a:lnTo>
                <a:cubicBezTo>
                  <a:pt x="176043" y="212395"/>
                  <a:pt x="173168" y="215268"/>
                  <a:pt x="169653" y="215268"/>
                </a:cubicBezTo>
                <a:cubicBezTo>
                  <a:pt x="166138" y="215268"/>
                  <a:pt x="163263" y="212395"/>
                  <a:pt x="163263" y="208884"/>
                </a:cubicBezTo>
                <a:lnTo>
                  <a:pt x="163263" y="197648"/>
                </a:lnTo>
                <a:cubicBezTo>
                  <a:pt x="163263" y="192796"/>
                  <a:pt x="162049" y="186348"/>
                  <a:pt x="156170" y="183476"/>
                </a:cubicBezTo>
                <a:cubicBezTo>
                  <a:pt x="155403" y="183093"/>
                  <a:pt x="154701" y="183348"/>
                  <a:pt x="154445" y="183539"/>
                </a:cubicBezTo>
                <a:cubicBezTo>
                  <a:pt x="154062" y="183731"/>
                  <a:pt x="153678" y="184178"/>
                  <a:pt x="153678" y="184944"/>
                </a:cubicBezTo>
                <a:lnTo>
                  <a:pt x="153678" y="225674"/>
                </a:lnTo>
                <a:cubicBezTo>
                  <a:pt x="153678" y="240038"/>
                  <a:pt x="162305" y="248656"/>
                  <a:pt x="164924" y="250954"/>
                </a:cubicBezTo>
                <a:cubicBezTo>
                  <a:pt x="172401" y="257530"/>
                  <a:pt x="181730" y="265637"/>
                  <a:pt x="181730" y="281725"/>
                </a:cubicBezTo>
                <a:lnTo>
                  <a:pt x="181730" y="298515"/>
                </a:lnTo>
                <a:cubicBezTo>
                  <a:pt x="181730" y="302026"/>
                  <a:pt x="178855" y="304899"/>
                  <a:pt x="175340" y="304899"/>
                </a:cubicBezTo>
                <a:cubicBezTo>
                  <a:pt x="171826" y="304899"/>
                  <a:pt x="168950" y="302026"/>
                  <a:pt x="168950" y="298515"/>
                </a:cubicBezTo>
                <a:lnTo>
                  <a:pt x="168950" y="281725"/>
                </a:lnTo>
                <a:cubicBezTo>
                  <a:pt x="168950" y="271958"/>
                  <a:pt x="164221" y="267297"/>
                  <a:pt x="156490" y="260530"/>
                </a:cubicBezTo>
                <a:cubicBezTo>
                  <a:pt x="146713" y="251976"/>
                  <a:pt x="140898" y="238952"/>
                  <a:pt x="140898" y="225674"/>
                </a:cubicBezTo>
                <a:lnTo>
                  <a:pt x="140898" y="184944"/>
                </a:lnTo>
                <a:cubicBezTo>
                  <a:pt x="140898" y="179901"/>
                  <a:pt x="143454" y="175368"/>
                  <a:pt x="147736" y="172687"/>
                </a:cubicBezTo>
                <a:cubicBezTo>
                  <a:pt x="152017" y="170005"/>
                  <a:pt x="157321" y="169750"/>
                  <a:pt x="161921" y="171985"/>
                </a:cubicBezTo>
                <a:cubicBezTo>
                  <a:pt x="162369" y="172176"/>
                  <a:pt x="162880" y="172495"/>
                  <a:pt x="163391" y="172814"/>
                </a:cubicBezTo>
                <a:lnTo>
                  <a:pt x="163391" y="130361"/>
                </a:lnTo>
                <a:cubicBezTo>
                  <a:pt x="163391" y="125701"/>
                  <a:pt x="165180" y="121359"/>
                  <a:pt x="168503" y="118040"/>
                </a:cubicBezTo>
                <a:cubicBezTo>
                  <a:pt x="171826" y="114720"/>
                  <a:pt x="176426" y="112805"/>
                  <a:pt x="181027" y="112805"/>
                </a:cubicBezTo>
                <a:cubicBezTo>
                  <a:pt x="190740" y="112805"/>
                  <a:pt x="198663" y="120721"/>
                  <a:pt x="198663" y="130425"/>
                </a:cubicBezTo>
                <a:lnTo>
                  <a:pt x="198663" y="147215"/>
                </a:lnTo>
                <a:cubicBezTo>
                  <a:pt x="200261" y="146768"/>
                  <a:pt x="201858" y="146449"/>
                  <a:pt x="203520" y="146449"/>
                </a:cubicBezTo>
                <a:cubicBezTo>
                  <a:pt x="211379" y="146449"/>
                  <a:pt x="217961" y="151620"/>
                  <a:pt x="220197" y="158706"/>
                </a:cubicBezTo>
                <a:cubicBezTo>
                  <a:pt x="222050" y="158067"/>
                  <a:pt x="223968" y="157621"/>
                  <a:pt x="225948" y="157621"/>
                </a:cubicBezTo>
                <a:cubicBezTo>
                  <a:pt x="233808" y="157621"/>
                  <a:pt x="240390" y="162792"/>
                  <a:pt x="242626" y="169878"/>
                </a:cubicBezTo>
                <a:cubicBezTo>
                  <a:pt x="244479" y="169239"/>
                  <a:pt x="246396" y="168793"/>
                  <a:pt x="248377" y="168793"/>
                </a:cubicBezTo>
                <a:cubicBezTo>
                  <a:pt x="258090" y="168793"/>
                  <a:pt x="266013" y="176709"/>
                  <a:pt x="266013" y="186412"/>
                </a:cubicBezTo>
                <a:lnTo>
                  <a:pt x="266013" y="235760"/>
                </a:lnTo>
                <a:close/>
              </a:path>
            </a:pathLst>
          </a:custGeom>
          <a:solidFill>
            <a:srgbClr val="00A3E0"/>
          </a:solidFill>
          <a:ln w="6390" cap="flat">
            <a:noFill/>
            <a:prstDash val="solid"/>
            <a:miter/>
          </a:ln>
        </p:spPr>
        <p:txBody>
          <a:bodyPr rtlCol="0" anchor="ctr"/>
          <a:lstStyle/>
          <a:p>
            <a:endParaRPr lang="en-US"/>
          </a:p>
        </p:txBody>
      </p:sp>
      <p:grpSp>
        <p:nvGrpSpPr>
          <p:cNvPr id="895" name="Graphic 4">
            <a:extLst>
              <a:ext uri="{FF2B5EF4-FFF2-40B4-BE49-F238E27FC236}">
                <a16:creationId xmlns:a16="http://schemas.microsoft.com/office/drawing/2014/main" id="{4629B944-33CF-D340-8606-335F61EA1247}"/>
              </a:ext>
            </a:extLst>
          </p:cNvPr>
          <p:cNvGrpSpPr/>
          <p:nvPr/>
        </p:nvGrpSpPr>
        <p:grpSpPr>
          <a:xfrm>
            <a:off x="6754355" y="917987"/>
            <a:ext cx="362309" cy="361971"/>
            <a:chOff x="6754355" y="917987"/>
            <a:chExt cx="362309" cy="361971"/>
          </a:xfrm>
          <a:solidFill>
            <a:srgbClr val="00A3E0"/>
          </a:solidFill>
        </p:grpSpPr>
        <p:sp>
          <p:nvSpPr>
            <p:cNvPr id="896" name="Freeform 895">
              <a:extLst>
                <a:ext uri="{FF2B5EF4-FFF2-40B4-BE49-F238E27FC236}">
                  <a16:creationId xmlns:a16="http://schemas.microsoft.com/office/drawing/2014/main" id="{0E52E774-405E-8642-B108-DBC432541B46}"/>
                </a:ext>
              </a:extLst>
            </p:cNvPr>
            <p:cNvSpPr/>
            <p:nvPr/>
          </p:nvSpPr>
          <p:spPr>
            <a:xfrm>
              <a:off x="6754355" y="917987"/>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09 w 362309"/>
                <a:gd name="connsiteY3" fmla="*/ 180986 h 361971"/>
                <a:gd name="connsiteX4" fmla="*/ 181155 w 362309"/>
                <a:gd name="connsiteY4" fmla="*/ 0 h 361971"/>
                <a:gd name="connsiteX5" fmla="*/ 181155 w 362309"/>
                <a:gd name="connsiteY5" fmla="*/ 349204 h 361971"/>
                <a:gd name="connsiteX6" fmla="*/ 12780 w 362309"/>
                <a:gd name="connsiteY6" fmla="*/ 180986 h 361971"/>
                <a:gd name="connsiteX7" fmla="*/ 181155 w 362309"/>
                <a:gd name="connsiteY7" fmla="*/ 12768 h 361971"/>
                <a:gd name="connsiteX8" fmla="*/ 349529 w 362309"/>
                <a:gd name="connsiteY8" fmla="*/ 180986 h 361971"/>
                <a:gd name="connsiteX9" fmla="*/ 181155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09" y="280959"/>
                    <a:pt x="362309" y="180986"/>
                  </a:cubicBezTo>
                  <a:cubicBezTo>
                    <a:pt x="362309" y="81013"/>
                    <a:pt x="281157" y="0"/>
                    <a:pt x="181155" y="0"/>
                  </a:cubicBezTo>
                  <a:close/>
                  <a:moveTo>
                    <a:pt x="181155" y="349204"/>
                  </a:moveTo>
                  <a:cubicBezTo>
                    <a:pt x="88309" y="349204"/>
                    <a:pt x="12780" y="273745"/>
                    <a:pt x="12780" y="180986"/>
                  </a:cubicBezTo>
                  <a:cubicBezTo>
                    <a:pt x="12780" y="88227"/>
                    <a:pt x="88309" y="12768"/>
                    <a:pt x="181155" y="12768"/>
                  </a:cubicBezTo>
                  <a:cubicBezTo>
                    <a:pt x="274001" y="12768"/>
                    <a:pt x="349529" y="88227"/>
                    <a:pt x="349529" y="180986"/>
                  </a:cubicBezTo>
                  <a:cubicBezTo>
                    <a:pt x="349529" y="273745"/>
                    <a:pt x="274001" y="349204"/>
                    <a:pt x="181155" y="349204"/>
                  </a:cubicBezTo>
                  <a:close/>
                </a:path>
              </a:pathLst>
            </a:custGeom>
            <a:solidFill>
              <a:srgbClr val="00A3E0"/>
            </a:solidFill>
            <a:ln w="6390" cap="flat">
              <a:noFill/>
              <a:prstDash val="solid"/>
              <a:miter/>
            </a:ln>
          </p:spPr>
          <p:txBody>
            <a:bodyPr rtlCol="0" anchor="ctr"/>
            <a:lstStyle/>
            <a:p>
              <a:endParaRPr lang="en-US"/>
            </a:p>
          </p:txBody>
        </p:sp>
        <p:sp>
          <p:nvSpPr>
            <p:cNvPr id="897" name="Freeform 896">
              <a:extLst>
                <a:ext uri="{FF2B5EF4-FFF2-40B4-BE49-F238E27FC236}">
                  <a16:creationId xmlns:a16="http://schemas.microsoft.com/office/drawing/2014/main" id="{84E5E8F4-CCDA-D840-AA6F-2D649051A069}"/>
                </a:ext>
              </a:extLst>
            </p:cNvPr>
            <p:cNvSpPr/>
            <p:nvPr/>
          </p:nvSpPr>
          <p:spPr>
            <a:xfrm>
              <a:off x="6849827" y="974021"/>
              <a:ext cx="91194" cy="93478"/>
            </a:xfrm>
            <a:custGeom>
              <a:avLst/>
              <a:gdLst>
                <a:gd name="connsiteX0" fmla="*/ 47789 w 91194"/>
                <a:gd name="connsiteY0" fmla="*/ 87733 h 93478"/>
                <a:gd name="connsiteX1" fmla="*/ 42230 w 91194"/>
                <a:gd name="connsiteY1" fmla="*/ 80647 h 93478"/>
                <a:gd name="connsiteX2" fmla="*/ 37566 w 91194"/>
                <a:gd name="connsiteY2" fmla="*/ 79753 h 93478"/>
                <a:gd name="connsiteX3" fmla="*/ 17437 w 91194"/>
                <a:gd name="connsiteY3" fmla="*/ 64304 h 93478"/>
                <a:gd name="connsiteX4" fmla="*/ 14115 w 91194"/>
                <a:gd name="connsiteY4" fmla="*/ 39151 h 93478"/>
                <a:gd name="connsiteX5" fmla="*/ 29578 w 91194"/>
                <a:gd name="connsiteY5" fmla="*/ 18978 h 93478"/>
                <a:gd name="connsiteX6" fmla="*/ 54755 w 91194"/>
                <a:gd name="connsiteY6" fmla="*/ 15658 h 93478"/>
                <a:gd name="connsiteX7" fmla="*/ 67790 w 91194"/>
                <a:gd name="connsiteY7" fmla="*/ 22553 h 93478"/>
                <a:gd name="connsiteX8" fmla="*/ 59612 w 91194"/>
                <a:gd name="connsiteY8" fmla="*/ 21914 h 93478"/>
                <a:gd name="connsiteX9" fmla="*/ 52710 w 91194"/>
                <a:gd name="connsiteY9" fmla="*/ 27788 h 93478"/>
                <a:gd name="connsiteX10" fmla="*/ 58589 w 91194"/>
                <a:gd name="connsiteY10" fmla="*/ 34682 h 93478"/>
                <a:gd name="connsiteX11" fmla="*/ 82487 w 91194"/>
                <a:gd name="connsiteY11" fmla="*/ 36597 h 93478"/>
                <a:gd name="connsiteX12" fmla="*/ 82998 w 91194"/>
                <a:gd name="connsiteY12" fmla="*/ 36597 h 93478"/>
                <a:gd name="connsiteX13" fmla="*/ 83957 w 91194"/>
                <a:gd name="connsiteY13" fmla="*/ 36406 h 93478"/>
                <a:gd name="connsiteX14" fmla="*/ 85043 w 91194"/>
                <a:gd name="connsiteY14" fmla="*/ 36214 h 93478"/>
                <a:gd name="connsiteX15" fmla="*/ 86385 w 91194"/>
                <a:gd name="connsiteY15" fmla="*/ 35512 h 93478"/>
                <a:gd name="connsiteX16" fmla="*/ 87024 w 91194"/>
                <a:gd name="connsiteY16" fmla="*/ 35193 h 93478"/>
                <a:gd name="connsiteX17" fmla="*/ 87152 w 91194"/>
                <a:gd name="connsiteY17" fmla="*/ 35065 h 93478"/>
                <a:gd name="connsiteX18" fmla="*/ 88238 w 91194"/>
                <a:gd name="connsiteY18" fmla="*/ 33661 h 93478"/>
                <a:gd name="connsiteX19" fmla="*/ 88621 w 91194"/>
                <a:gd name="connsiteY19" fmla="*/ 33150 h 93478"/>
                <a:gd name="connsiteX20" fmla="*/ 89005 w 91194"/>
                <a:gd name="connsiteY20" fmla="*/ 31873 h 93478"/>
                <a:gd name="connsiteX21" fmla="*/ 89260 w 91194"/>
                <a:gd name="connsiteY21" fmla="*/ 30852 h 93478"/>
                <a:gd name="connsiteX22" fmla="*/ 89260 w 91194"/>
                <a:gd name="connsiteY22" fmla="*/ 30788 h 93478"/>
                <a:gd name="connsiteX23" fmla="*/ 91177 w 91194"/>
                <a:gd name="connsiteY23" fmla="*/ 6912 h 93478"/>
                <a:gd name="connsiteX24" fmla="*/ 85298 w 91194"/>
                <a:gd name="connsiteY24" fmla="*/ 17 h 93478"/>
                <a:gd name="connsiteX25" fmla="*/ 78398 w 91194"/>
                <a:gd name="connsiteY25" fmla="*/ 5890 h 93478"/>
                <a:gd name="connsiteX26" fmla="*/ 77695 w 91194"/>
                <a:gd name="connsiteY26" fmla="*/ 14700 h 93478"/>
                <a:gd name="connsiteX27" fmla="*/ 57886 w 91194"/>
                <a:gd name="connsiteY27" fmla="*/ 3401 h 93478"/>
                <a:gd name="connsiteX28" fmla="*/ 22997 w 91194"/>
                <a:gd name="connsiteY28" fmla="*/ 7997 h 93478"/>
                <a:gd name="connsiteX29" fmla="*/ 1590 w 91194"/>
                <a:gd name="connsiteY29" fmla="*/ 35895 h 93478"/>
                <a:gd name="connsiteX30" fmla="*/ 6191 w 91194"/>
                <a:gd name="connsiteY30" fmla="*/ 70752 h 93478"/>
                <a:gd name="connsiteX31" fmla="*/ 34116 w 91194"/>
                <a:gd name="connsiteY31" fmla="*/ 92138 h 93478"/>
                <a:gd name="connsiteX32" fmla="*/ 40569 w 91194"/>
                <a:gd name="connsiteY32" fmla="*/ 93415 h 93478"/>
                <a:gd name="connsiteX33" fmla="*/ 41336 w 91194"/>
                <a:gd name="connsiteY33" fmla="*/ 93479 h 93478"/>
                <a:gd name="connsiteX34" fmla="*/ 47789 w 91194"/>
                <a:gd name="connsiteY34" fmla="*/ 87733 h 93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1194" h="93478">
                  <a:moveTo>
                    <a:pt x="47789" y="87733"/>
                  </a:moveTo>
                  <a:cubicBezTo>
                    <a:pt x="48237" y="84222"/>
                    <a:pt x="45745" y="81030"/>
                    <a:pt x="42230" y="80647"/>
                  </a:cubicBezTo>
                  <a:cubicBezTo>
                    <a:pt x="40697" y="80455"/>
                    <a:pt x="39099" y="80136"/>
                    <a:pt x="37566" y="79753"/>
                  </a:cubicBezTo>
                  <a:cubicBezTo>
                    <a:pt x="29003" y="77455"/>
                    <a:pt x="21847" y="71965"/>
                    <a:pt x="17437" y="64304"/>
                  </a:cubicBezTo>
                  <a:cubicBezTo>
                    <a:pt x="13029" y="56643"/>
                    <a:pt x="11814" y="47706"/>
                    <a:pt x="14115" y="39151"/>
                  </a:cubicBezTo>
                  <a:cubicBezTo>
                    <a:pt x="16415" y="30597"/>
                    <a:pt x="21911" y="23446"/>
                    <a:pt x="29578" y="18978"/>
                  </a:cubicBezTo>
                  <a:cubicBezTo>
                    <a:pt x="37247" y="14573"/>
                    <a:pt x="46192" y="13360"/>
                    <a:pt x="54755" y="15658"/>
                  </a:cubicBezTo>
                  <a:cubicBezTo>
                    <a:pt x="59612" y="16999"/>
                    <a:pt x="64084" y="19361"/>
                    <a:pt x="67790" y="22553"/>
                  </a:cubicBezTo>
                  <a:lnTo>
                    <a:pt x="59612" y="21914"/>
                  </a:lnTo>
                  <a:cubicBezTo>
                    <a:pt x="56097" y="21595"/>
                    <a:pt x="53030" y="24276"/>
                    <a:pt x="52710" y="27788"/>
                  </a:cubicBezTo>
                  <a:cubicBezTo>
                    <a:pt x="52455" y="31299"/>
                    <a:pt x="55074" y="34363"/>
                    <a:pt x="58589" y="34682"/>
                  </a:cubicBezTo>
                  <a:lnTo>
                    <a:pt x="82487" y="36597"/>
                  </a:lnTo>
                  <a:cubicBezTo>
                    <a:pt x="82679" y="36597"/>
                    <a:pt x="82807" y="36597"/>
                    <a:pt x="82998" y="36597"/>
                  </a:cubicBezTo>
                  <a:cubicBezTo>
                    <a:pt x="83318" y="36597"/>
                    <a:pt x="83638" y="36470"/>
                    <a:pt x="83957" y="36406"/>
                  </a:cubicBezTo>
                  <a:cubicBezTo>
                    <a:pt x="84341" y="36342"/>
                    <a:pt x="84660" y="36342"/>
                    <a:pt x="85043" y="36214"/>
                  </a:cubicBezTo>
                  <a:cubicBezTo>
                    <a:pt x="85554" y="36023"/>
                    <a:pt x="85938" y="35768"/>
                    <a:pt x="86385" y="35512"/>
                  </a:cubicBezTo>
                  <a:cubicBezTo>
                    <a:pt x="86577" y="35385"/>
                    <a:pt x="86833" y="35321"/>
                    <a:pt x="87024" y="35193"/>
                  </a:cubicBezTo>
                  <a:cubicBezTo>
                    <a:pt x="87088" y="35129"/>
                    <a:pt x="87088" y="35129"/>
                    <a:pt x="87152" y="35065"/>
                  </a:cubicBezTo>
                  <a:cubicBezTo>
                    <a:pt x="87599" y="34682"/>
                    <a:pt x="87918" y="34172"/>
                    <a:pt x="88238" y="33661"/>
                  </a:cubicBezTo>
                  <a:cubicBezTo>
                    <a:pt x="88366" y="33469"/>
                    <a:pt x="88557" y="33342"/>
                    <a:pt x="88621" y="33150"/>
                  </a:cubicBezTo>
                  <a:cubicBezTo>
                    <a:pt x="88813" y="32767"/>
                    <a:pt x="88877" y="32320"/>
                    <a:pt x="89005" y="31873"/>
                  </a:cubicBezTo>
                  <a:cubicBezTo>
                    <a:pt x="89069" y="31554"/>
                    <a:pt x="89260" y="31171"/>
                    <a:pt x="89260" y="30852"/>
                  </a:cubicBezTo>
                  <a:cubicBezTo>
                    <a:pt x="89260" y="30852"/>
                    <a:pt x="89260" y="30852"/>
                    <a:pt x="89260" y="30788"/>
                  </a:cubicBezTo>
                  <a:lnTo>
                    <a:pt x="91177" y="6912"/>
                  </a:lnTo>
                  <a:cubicBezTo>
                    <a:pt x="91433" y="3401"/>
                    <a:pt x="88813" y="336"/>
                    <a:pt x="85298" y="17"/>
                  </a:cubicBezTo>
                  <a:cubicBezTo>
                    <a:pt x="81720" y="-238"/>
                    <a:pt x="78717" y="2379"/>
                    <a:pt x="78398" y="5890"/>
                  </a:cubicBezTo>
                  <a:lnTo>
                    <a:pt x="77695" y="14700"/>
                  </a:lnTo>
                  <a:cubicBezTo>
                    <a:pt x="72136" y="9338"/>
                    <a:pt x="65426" y="5444"/>
                    <a:pt x="57886" y="3401"/>
                  </a:cubicBezTo>
                  <a:cubicBezTo>
                    <a:pt x="46065" y="209"/>
                    <a:pt x="33668" y="1869"/>
                    <a:pt x="22997" y="7997"/>
                  </a:cubicBezTo>
                  <a:cubicBezTo>
                    <a:pt x="12390" y="14126"/>
                    <a:pt x="4785" y="24021"/>
                    <a:pt x="1590" y="35895"/>
                  </a:cubicBezTo>
                  <a:cubicBezTo>
                    <a:pt x="-1605" y="47769"/>
                    <a:pt x="57" y="60090"/>
                    <a:pt x="6191" y="70752"/>
                  </a:cubicBezTo>
                  <a:cubicBezTo>
                    <a:pt x="12326" y="81413"/>
                    <a:pt x="22230" y="89010"/>
                    <a:pt x="34116" y="92138"/>
                  </a:cubicBezTo>
                  <a:cubicBezTo>
                    <a:pt x="36224" y="92713"/>
                    <a:pt x="38396" y="93096"/>
                    <a:pt x="40569" y="93415"/>
                  </a:cubicBezTo>
                  <a:cubicBezTo>
                    <a:pt x="40825" y="93415"/>
                    <a:pt x="41081" y="93479"/>
                    <a:pt x="41336" y="93479"/>
                  </a:cubicBezTo>
                  <a:cubicBezTo>
                    <a:pt x="44595" y="93351"/>
                    <a:pt x="47343" y="90989"/>
                    <a:pt x="47789" y="87733"/>
                  </a:cubicBezTo>
                  <a:close/>
                </a:path>
              </a:pathLst>
            </a:custGeom>
            <a:solidFill>
              <a:srgbClr val="00A3E0"/>
            </a:solidFill>
            <a:ln w="6390" cap="flat">
              <a:noFill/>
              <a:prstDash val="solid"/>
              <a:miter/>
            </a:ln>
          </p:spPr>
          <p:txBody>
            <a:bodyPr rtlCol="0" anchor="ctr"/>
            <a:lstStyle/>
            <a:p>
              <a:endParaRPr lang="en-US"/>
            </a:p>
          </p:txBody>
        </p:sp>
        <p:sp>
          <p:nvSpPr>
            <p:cNvPr id="898" name="Freeform 897">
              <a:extLst>
                <a:ext uri="{FF2B5EF4-FFF2-40B4-BE49-F238E27FC236}">
                  <a16:creationId xmlns:a16="http://schemas.microsoft.com/office/drawing/2014/main" id="{4AD9B4D0-7722-CE42-AB95-1AAFDF8F61C5}"/>
                </a:ext>
              </a:extLst>
            </p:cNvPr>
            <p:cNvSpPr/>
            <p:nvPr/>
          </p:nvSpPr>
          <p:spPr>
            <a:xfrm>
              <a:off x="6895189" y="1030409"/>
              <a:ext cx="125946" cy="193626"/>
            </a:xfrm>
            <a:custGeom>
              <a:avLst/>
              <a:gdLst>
                <a:gd name="connsiteX0" fmla="*/ 108182 w 125946"/>
                <a:gd name="connsiteY0" fmla="*/ 56498 h 193626"/>
                <a:gd name="connsiteX1" fmla="*/ 102367 w 125946"/>
                <a:gd name="connsiteY1" fmla="*/ 57584 h 193626"/>
                <a:gd name="connsiteX2" fmla="*/ 85561 w 125946"/>
                <a:gd name="connsiteY2" fmla="*/ 45199 h 193626"/>
                <a:gd name="connsiteX3" fmla="*/ 79747 w 125946"/>
                <a:gd name="connsiteY3" fmla="*/ 46284 h 193626"/>
                <a:gd name="connsiteX4" fmla="*/ 62942 w 125946"/>
                <a:gd name="connsiteY4" fmla="*/ 33899 h 193626"/>
                <a:gd name="connsiteX5" fmla="*/ 58021 w 125946"/>
                <a:gd name="connsiteY5" fmla="*/ 34729 h 193626"/>
                <a:gd name="connsiteX6" fmla="*/ 58021 w 125946"/>
                <a:gd name="connsiteY6" fmla="*/ 17684 h 193626"/>
                <a:gd name="connsiteX7" fmla="*/ 40321 w 125946"/>
                <a:gd name="connsiteY7" fmla="*/ 0 h 193626"/>
                <a:gd name="connsiteX8" fmla="*/ 27733 w 125946"/>
                <a:gd name="connsiteY8" fmla="*/ 5299 h 193626"/>
                <a:gd name="connsiteX9" fmla="*/ 22621 w 125946"/>
                <a:gd name="connsiteY9" fmla="*/ 17684 h 193626"/>
                <a:gd name="connsiteX10" fmla="*/ 22621 w 125946"/>
                <a:gd name="connsiteY10" fmla="*/ 60520 h 193626"/>
                <a:gd name="connsiteX11" fmla="*/ 21087 w 125946"/>
                <a:gd name="connsiteY11" fmla="*/ 59690 h 193626"/>
                <a:gd name="connsiteX12" fmla="*/ 6838 w 125946"/>
                <a:gd name="connsiteY12" fmla="*/ 60393 h 193626"/>
                <a:gd name="connsiteX13" fmla="*/ 0 w 125946"/>
                <a:gd name="connsiteY13" fmla="*/ 72714 h 193626"/>
                <a:gd name="connsiteX14" fmla="*/ 0 w 125946"/>
                <a:gd name="connsiteY14" fmla="*/ 113763 h 193626"/>
                <a:gd name="connsiteX15" fmla="*/ 15720 w 125946"/>
                <a:gd name="connsiteY15" fmla="*/ 148875 h 193626"/>
                <a:gd name="connsiteX16" fmla="*/ 28308 w 125946"/>
                <a:gd name="connsiteY16" fmla="*/ 170261 h 193626"/>
                <a:gd name="connsiteX17" fmla="*/ 28308 w 125946"/>
                <a:gd name="connsiteY17" fmla="*/ 187242 h 193626"/>
                <a:gd name="connsiteX18" fmla="*/ 34698 w 125946"/>
                <a:gd name="connsiteY18" fmla="*/ 193626 h 193626"/>
                <a:gd name="connsiteX19" fmla="*/ 41088 w 125946"/>
                <a:gd name="connsiteY19" fmla="*/ 187242 h 193626"/>
                <a:gd name="connsiteX20" fmla="*/ 41088 w 125946"/>
                <a:gd name="connsiteY20" fmla="*/ 170261 h 193626"/>
                <a:gd name="connsiteX21" fmla="*/ 24154 w 125946"/>
                <a:gd name="connsiteY21" fmla="*/ 139299 h 193626"/>
                <a:gd name="connsiteX22" fmla="*/ 12780 w 125946"/>
                <a:gd name="connsiteY22" fmla="*/ 113763 h 193626"/>
                <a:gd name="connsiteX23" fmla="*/ 12780 w 125946"/>
                <a:gd name="connsiteY23" fmla="*/ 72714 h 193626"/>
                <a:gd name="connsiteX24" fmla="*/ 13611 w 125946"/>
                <a:gd name="connsiteY24" fmla="*/ 71245 h 193626"/>
                <a:gd name="connsiteX25" fmla="*/ 15464 w 125946"/>
                <a:gd name="connsiteY25" fmla="*/ 71181 h 193626"/>
                <a:gd name="connsiteX26" fmla="*/ 22685 w 125946"/>
                <a:gd name="connsiteY26" fmla="*/ 85545 h 193626"/>
                <a:gd name="connsiteX27" fmla="*/ 22685 w 125946"/>
                <a:gd name="connsiteY27" fmla="*/ 96845 h 193626"/>
                <a:gd name="connsiteX28" fmla="*/ 29075 w 125946"/>
                <a:gd name="connsiteY28" fmla="*/ 103229 h 193626"/>
                <a:gd name="connsiteX29" fmla="*/ 35464 w 125946"/>
                <a:gd name="connsiteY29" fmla="*/ 96845 h 193626"/>
                <a:gd name="connsiteX30" fmla="*/ 35464 w 125946"/>
                <a:gd name="connsiteY30" fmla="*/ 17747 h 193626"/>
                <a:gd name="connsiteX31" fmla="*/ 36870 w 125946"/>
                <a:gd name="connsiteY31" fmla="*/ 14364 h 193626"/>
                <a:gd name="connsiteX32" fmla="*/ 40385 w 125946"/>
                <a:gd name="connsiteY32" fmla="*/ 12832 h 193626"/>
                <a:gd name="connsiteX33" fmla="*/ 45305 w 125946"/>
                <a:gd name="connsiteY33" fmla="*/ 17747 h 193626"/>
                <a:gd name="connsiteX34" fmla="*/ 45305 w 125946"/>
                <a:gd name="connsiteY34" fmla="*/ 51646 h 193626"/>
                <a:gd name="connsiteX35" fmla="*/ 45305 w 125946"/>
                <a:gd name="connsiteY35" fmla="*/ 51646 h 193626"/>
                <a:gd name="connsiteX36" fmla="*/ 45305 w 125946"/>
                <a:gd name="connsiteY36" fmla="*/ 74246 h 193626"/>
                <a:gd name="connsiteX37" fmla="*/ 51695 w 125946"/>
                <a:gd name="connsiteY37" fmla="*/ 80630 h 193626"/>
                <a:gd name="connsiteX38" fmla="*/ 58085 w 125946"/>
                <a:gd name="connsiteY38" fmla="*/ 74246 h 193626"/>
                <a:gd name="connsiteX39" fmla="*/ 58085 w 125946"/>
                <a:gd name="connsiteY39" fmla="*/ 51646 h 193626"/>
                <a:gd name="connsiteX40" fmla="*/ 59491 w 125946"/>
                <a:gd name="connsiteY40" fmla="*/ 48263 h 193626"/>
                <a:gd name="connsiteX41" fmla="*/ 63005 w 125946"/>
                <a:gd name="connsiteY41" fmla="*/ 46731 h 193626"/>
                <a:gd name="connsiteX42" fmla="*/ 67925 w 125946"/>
                <a:gd name="connsiteY42" fmla="*/ 51646 h 193626"/>
                <a:gd name="connsiteX43" fmla="*/ 67925 w 125946"/>
                <a:gd name="connsiteY43" fmla="*/ 79864 h 193626"/>
                <a:gd name="connsiteX44" fmla="*/ 74315 w 125946"/>
                <a:gd name="connsiteY44" fmla="*/ 86248 h 193626"/>
                <a:gd name="connsiteX45" fmla="*/ 80705 w 125946"/>
                <a:gd name="connsiteY45" fmla="*/ 79864 h 193626"/>
                <a:gd name="connsiteX46" fmla="*/ 80705 w 125946"/>
                <a:gd name="connsiteY46" fmla="*/ 62882 h 193626"/>
                <a:gd name="connsiteX47" fmla="*/ 82111 w 125946"/>
                <a:gd name="connsiteY47" fmla="*/ 59499 h 193626"/>
                <a:gd name="connsiteX48" fmla="*/ 85625 w 125946"/>
                <a:gd name="connsiteY48" fmla="*/ 57967 h 193626"/>
                <a:gd name="connsiteX49" fmla="*/ 90546 w 125946"/>
                <a:gd name="connsiteY49" fmla="*/ 62882 h 193626"/>
                <a:gd name="connsiteX50" fmla="*/ 90546 w 125946"/>
                <a:gd name="connsiteY50" fmla="*/ 88674 h 193626"/>
                <a:gd name="connsiteX51" fmla="*/ 96936 w 125946"/>
                <a:gd name="connsiteY51" fmla="*/ 95057 h 193626"/>
                <a:gd name="connsiteX52" fmla="*/ 103326 w 125946"/>
                <a:gd name="connsiteY52" fmla="*/ 88674 h 193626"/>
                <a:gd name="connsiteX53" fmla="*/ 103326 w 125946"/>
                <a:gd name="connsiteY53" fmla="*/ 74182 h 193626"/>
                <a:gd name="connsiteX54" fmla="*/ 104731 w 125946"/>
                <a:gd name="connsiteY54" fmla="*/ 70798 h 193626"/>
                <a:gd name="connsiteX55" fmla="*/ 108246 w 125946"/>
                <a:gd name="connsiteY55" fmla="*/ 69266 h 193626"/>
                <a:gd name="connsiteX56" fmla="*/ 113166 w 125946"/>
                <a:gd name="connsiteY56" fmla="*/ 74182 h 193626"/>
                <a:gd name="connsiteX57" fmla="*/ 113166 w 125946"/>
                <a:gd name="connsiteY57" fmla="*/ 123785 h 193626"/>
                <a:gd name="connsiteX58" fmla="*/ 109077 w 125946"/>
                <a:gd name="connsiteY58" fmla="*/ 139043 h 193626"/>
                <a:gd name="connsiteX59" fmla="*/ 101856 w 125946"/>
                <a:gd name="connsiteY59" fmla="*/ 164579 h 193626"/>
                <a:gd name="connsiteX60" fmla="*/ 101856 w 125946"/>
                <a:gd name="connsiteY60" fmla="*/ 187178 h 193626"/>
                <a:gd name="connsiteX61" fmla="*/ 108246 w 125946"/>
                <a:gd name="connsiteY61" fmla="*/ 193562 h 193626"/>
                <a:gd name="connsiteX62" fmla="*/ 114636 w 125946"/>
                <a:gd name="connsiteY62" fmla="*/ 187178 h 193626"/>
                <a:gd name="connsiteX63" fmla="*/ 114636 w 125946"/>
                <a:gd name="connsiteY63" fmla="*/ 164579 h 193626"/>
                <a:gd name="connsiteX64" fmla="*/ 120067 w 125946"/>
                <a:gd name="connsiteY64" fmla="*/ 145619 h 193626"/>
                <a:gd name="connsiteX65" fmla="*/ 125946 w 125946"/>
                <a:gd name="connsiteY65" fmla="*/ 123785 h 193626"/>
                <a:gd name="connsiteX66" fmla="*/ 125946 w 125946"/>
                <a:gd name="connsiteY66" fmla="*/ 74182 h 193626"/>
                <a:gd name="connsiteX67" fmla="*/ 108182 w 125946"/>
                <a:gd name="connsiteY67" fmla="*/ 56498 h 193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25946" h="193626">
                  <a:moveTo>
                    <a:pt x="108182" y="56498"/>
                  </a:moveTo>
                  <a:cubicBezTo>
                    <a:pt x="106201" y="56498"/>
                    <a:pt x="104220" y="56945"/>
                    <a:pt x="102367" y="57584"/>
                  </a:cubicBezTo>
                  <a:cubicBezTo>
                    <a:pt x="100131" y="50433"/>
                    <a:pt x="93485" y="45199"/>
                    <a:pt x="85561" y="45199"/>
                  </a:cubicBezTo>
                  <a:cubicBezTo>
                    <a:pt x="83581" y="45199"/>
                    <a:pt x="81600" y="45645"/>
                    <a:pt x="79747" y="46284"/>
                  </a:cubicBezTo>
                  <a:cubicBezTo>
                    <a:pt x="77510" y="39134"/>
                    <a:pt x="70865" y="33899"/>
                    <a:pt x="62942" y="33899"/>
                  </a:cubicBezTo>
                  <a:cubicBezTo>
                    <a:pt x="61280" y="33899"/>
                    <a:pt x="59619" y="34218"/>
                    <a:pt x="58021" y="34729"/>
                  </a:cubicBezTo>
                  <a:lnTo>
                    <a:pt x="58021" y="17684"/>
                  </a:lnTo>
                  <a:cubicBezTo>
                    <a:pt x="58021" y="7916"/>
                    <a:pt x="50098" y="0"/>
                    <a:pt x="40321" y="0"/>
                  </a:cubicBezTo>
                  <a:cubicBezTo>
                    <a:pt x="35720" y="0"/>
                    <a:pt x="31119" y="1915"/>
                    <a:pt x="27733" y="5299"/>
                  </a:cubicBezTo>
                  <a:cubicBezTo>
                    <a:pt x="24410" y="8618"/>
                    <a:pt x="22557" y="13023"/>
                    <a:pt x="22621" y="17684"/>
                  </a:cubicBezTo>
                  <a:lnTo>
                    <a:pt x="22621" y="60520"/>
                  </a:lnTo>
                  <a:cubicBezTo>
                    <a:pt x="22110" y="60201"/>
                    <a:pt x="21534" y="59882"/>
                    <a:pt x="21087" y="59690"/>
                  </a:cubicBezTo>
                  <a:cubicBezTo>
                    <a:pt x="16487" y="57456"/>
                    <a:pt x="11182" y="57711"/>
                    <a:pt x="6838" y="60393"/>
                  </a:cubicBezTo>
                  <a:cubicBezTo>
                    <a:pt x="2556" y="63074"/>
                    <a:pt x="0" y="67670"/>
                    <a:pt x="0" y="72714"/>
                  </a:cubicBezTo>
                  <a:lnTo>
                    <a:pt x="0" y="113763"/>
                  </a:lnTo>
                  <a:cubicBezTo>
                    <a:pt x="0" y="127169"/>
                    <a:pt x="5879" y="140256"/>
                    <a:pt x="15720" y="148875"/>
                  </a:cubicBezTo>
                  <a:cubicBezTo>
                    <a:pt x="23515" y="155705"/>
                    <a:pt x="28308" y="160366"/>
                    <a:pt x="28308" y="170261"/>
                  </a:cubicBezTo>
                  <a:lnTo>
                    <a:pt x="28308" y="187242"/>
                  </a:lnTo>
                  <a:cubicBezTo>
                    <a:pt x="28308" y="190753"/>
                    <a:pt x="31183" y="193626"/>
                    <a:pt x="34698" y="193626"/>
                  </a:cubicBezTo>
                  <a:cubicBezTo>
                    <a:pt x="38212" y="193626"/>
                    <a:pt x="41088" y="190753"/>
                    <a:pt x="41088" y="187242"/>
                  </a:cubicBezTo>
                  <a:lnTo>
                    <a:pt x="41088" y="170261"/>
                  </a:lnTo>
                  <a:cubicBezTo>
                    <a:pt x="41088" y="154109"/>
                    <a:pt x="31695" y="145874"/>
                    <a:pt x="24154" y="139299"/>
                  </a:cubicBezTo>
                  <a:cubicBezTo>
                    <a:pt x="21471" y="137000"/>
                    <a:pt x="12780" y="128254"/>
                    <a:pt x="12780" y="113763"/>
                  </a:cubicBezTo>
                  <a:lnTo>
                    <a:pt x="12780" y="72714"/>
                  </a:lnTo>
                  <a:cubicBezTo>
                    <a:pt x="12780" y="71948"/>
                    <a:pt x="13228" y="71501"/>
                    <a:pt x="13611" y="71245"/>
                  </a:cubicBezTo>
                  <a:cubicBezTo>
                    <a:pt x="13930" y="71054"/>
                    <a:pt x="14633" y="70735"/>
                    <a:pt x="15464" y="71181"/>
                  </a:cubicBezTo>
                  <a:cubicBezTo>
                    <a:pt x="21407" y="74118"/>
                    <a:pt x="22685" y="80630"/>
                    <a:pt x="22685" y="85545"/>
                  </a:cubicBezTo>
                  <a:lnTo>
                    <a:pt x="22685" y="96845"/>
                  </a:lnTo>
                  <a:cubicBezTo>
                    <a:pt x="22685" y="100356"/>
                    <a:pt x="25560" y="103229"/>
                    <a:pt x="29075" y="103229"/>
                  </a:cubicBezTo>
                  <a:cubicBezTo>
                    <a:pt x="32589" y="103229"/>
                    <a:pt x="35464" y="100356"/>
                    <a:pt x="35464" y="96845"/>
                  </a:cubicBezTo>
                  <a:lnTo>
                    <a:pt x="35464" y="17747"/>
                  </a:lnTo>
                  <a:cubicBezTo>
                    <a:pt x="35464" y="16151"/>
                    <a:pt x="36231" y="15002"/>
                    <a:pt x="36870" y="14364"/>
                  </a:cubicBezTo>
                  <a:cubicBezTo>
                    <a:pt x="37829" y="13406"/>
                    <a:pt x="39170" y="12832"/>
                    <a:pt x="40385" y="12832"/>
                  </a:cubicBezTo>
                  <a:cubicBezTo>
                    <a:pt x="42365" y="12832"/>
                    <a:pt x="45305" y="14555"/>
                    <a:pt x="45305" y="17747"/>
                  </a:cubicBezTo>
                  <a:lnTo>
                    <a:pt x="45305" y="51646"/>
                  </a:lnTo>
                  <a:cubicBezTo>
                    <a:pt x="45305" y="51646"/>
                    <a:pt x="45305" y="51646"/>
                    <a:pt x="45305" y="51646"/>
                  </a:cubicBezTo>
                  <a:lnTo>
                    <a:pt x="45305" y="74246"/>
                  </a:lnTo>
                  <a:cubicBezTo>
                    <a:pt x="45305" y="77757"/>
                    <a:pt x="48180" y="80630"/>
                    <a:pt x="51695" y="80630"/>
                  </a:cubicBezTo>
                  <a:cubicBezTo>
                    <a:pt x="55209" y="80630"/>
                    <a:pt x="58085" y="77757"/>
                    <a:pt x="58085" y="74246"/>
                  </a:cubicBezTo>
                  <a:lnTo>
                    <a:pt x="58085" y="51646"/>
                  </a:lnTo>
                  <a:cubicBezTo>
                    <a:pt x="58085" y="50050"/>
                    <a:pt x="58852" y="48901"/>
                    <a:pt x="59491" y="48263"/>
                  </a:cubicBezTo>
                  <a:cubicBezTo>
                    <a:pt x="60449" y="47305"/>
                    <a:pt x="61791" y="46731"/>
                    <a:pt x="63005" y="46731"/>
                  </a:cubicBezTo>
                  <a:cubicBezTo>
                    <a:pt x="64986" y="46731"/>
                    <a:pt x="67925" y="48454"/>
                    <a:pt x="67925" y="51646"/>
                  </a:cubicBezTo>
                  <a:lnTo>
                    <a:pt x="67925" y="79864"/>
                  </a:lnTo>
                  <a:cubicBezTo>
                    <a:pt x="67925" y="83375"/>
                    <a:pt x="70801" y="86248"/>
                    <a:pt x="74315" y="86248"/>
                  </a:cubicBezTo>
                  <a:cubicBezTo>
                    <a:pt x="77830" y="86248"/>
                    <a:pt x="80705" y="83375"/>
                    <a:pt x="80705" y="79864"/>
                  </a:cubicBezTo>
                  <a:lnTo>
                    <a:pt x="80705" y="62882"/>
                  </a:lnTo>
                  <a:cubicBezTo>
                    <a:pt x="80705" y="61286"/>
                    <a:pt x="81472" y="60137"/>
                    <a:pt x="82111" y="59499"/>
                  </a:cubicBezTo>
                  <a:cubicBezTo>
                    <a:pt x="83069" y="58541"/>
                    <a:pt x="84412" y="57967"/>
                    <a:pt x="85625" y="57967"/>
                  </a:cubicBezTo>
                  <a:cubicBezTo>
                    <a:pt x="87607" y="57967"/>
                    <a:pt x="90546" y="59690"/>
                    <a:pt x="90546" y="62882"/>
                  </a:cubicBezTo>
                  <a:lnTo>
                    <a:pt x="90546" y="88674"/>
                  </a:lnTo>
                  <a:cubicBezTo>
                    <a:pt x="90546" y="92185"/>
                    <a:pt x="93421" y="95057"/>
                    <a:pt x="96936" y="95057"/>
                  </a:cubicBezTo>
                  <a:cubicBezTo>
                    <a:pt x="100450" y="95057"/>
                    <a:pt x="103326" y="92185"/>
                    <a:pt x="103326" y="88674"/>
                  </a:cubicBezTo>
                  <a:lnTo>
                    <a:pt x="103326" y="74182"/>
                  </a:lnTo>
                  <a:cubicBezTo>
                    <a:pt x="103326" y="72586"/>
                    <a:pt x="104092" y="71437"/>
                    <a:pt x="104731" y="70798"/>
                  </a:cubicBezTo>
                  <a:cubicBezTo>
                    <a:pt x="105690" y="69841"/>
                    <a:pt x="107031" y="69266"/>
                    <a:pt x="108246" y="69266"/>
                  </a:cubicBezTo>
                  <a:cubicBezTo>
                    <a:pt x="110226" y="69266"/>
                    <a:pt x="113166" y="70990"/>
                    <a:pt x="113166" y="74182"/>
                  </a:cubicBezTo>
                  <a:lnTo>
                    <a:pt x="113166" y="123785"/>
                  </a:lnTo>
                  <a:cubicBezTo>
                    <a:pt x="113166" y="129339"/>
                    <a:pt x="111761" y="134638"/>
                    <a:pt x="109077" y="139043"/>
                  </a:cubicBezTo>
                  <a:cubicBezTo>
                    <a:pt x="102176" y="150534"/>
                    <a:pt x="101856" y="154556"/>
                    <a:pt x="101856" y="164579"/>
                  </a:cubicBezTo>
                  <a:lnTo>
                    <a:pt x="101856" y="187178"/>
                  </a:lnTo>
                  <a:cubicBezTo>
                    <a:pt x="101856" y="190690"/>
                    <a:pt x="104731" y="193562"/>
                    <a:pt x="108246" y="193562"/>
                  </a:cubicBezTo>
                  <a:cubicBezTo>
                    <a:pt x="111761" y="193562"/>
                    <a:pt x="114636" y="190690"/>
                    <a:pt x="114636" y="187178"/>
                  </a:cubicBezTo>
                  <a:lnTo>
                    <a:pt x="114636" y="164579"/>
                  </a:lnTo>
                  <a:cubicBezTo>
                    <a:pt x="114636" y="156152"/>
                    <a:pt x="114636" y="154620"/>
                    <a:pt x="120067" y="145619"/>
                  </a:cubicBezTo>
                  <a:cubicBezTo>
                    <a:pt x="123901" y="139171"/>
                    <a:pt x="125946" y="131638"/>
                    <a:pt x="125946" y="123785"/>
                  </a:cubicBezTo>
                  <a:lnTo>
                    <a:pt x="125946" y="74182"/>
                  </a:lnTo>
                  <a:cubicBezTo>
                    <a:pt x="125882" y="64478"/>
                    <a:pt x="117959" y="56498"/>
                    <a:pt x="108182" y="56498"/>
                  </a:cubicBezTo>
                  <a:close/>
                </a:path>
              </a:pathLst>
            </a:custGeom>
            <a:solidFill>
              <a:srgbClr val="00A3E0"/>
            </a:solidFill>
            <a:ln w="6390" cap="flat">
              <a:noFill/>
              <a:prstDash val="solid"/>
              <a:miter/>
            </a:ln>
          </p:spPr>
          <p:txBody>
            <a:bodyPr rtlCol="0" anchor="ctr"/>
            <a:lstStyle/>
            <a:p>
              <a:endParaRPr lang="en-US"/>
            </a:p>
          </p:txBody>
        </p:sp>
      </p:grpSp>
      <p:sp>
        <p:nvSpPr>
          <p:cNvPr id="899" name="Graphic 4">
            <a:extLst>
              <a:ext uri="{FF2B5EF4-FFF2-40B4-BE49-F238E27FC236}">
                <a16:creationId xmlns:a16="http://schemas.microsoft.com/office/drawing/2014/main" id="{7B2CE4E0-7333-2C47-A0DC-96B48A8336D9}"/>
              </a:ext>
            </a:extLst>
          </p:cNvPr>
          <p:cNvSpPr/>
          <p:nvPr/>
        </p:nvSpPr>
        <p:spPr>
          <a:xfrm>
            <a:off x="5099233" y="1893013"/>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61027 w 362309"/>
              <a:gd name="connsiteY5" fmla="*/ 72331 h 361971"/>
              <a:gd name="connsiteX6" fmla="*/ 176682 w 362309"/>
              <a:gd name="connsiteY6" fmla="*/ 56754 h 361971"/>
              <a:gd name="connsiteX7" fmla="*/ 178790 w 362309"/>
              <a:gd name="connsiteY7" fmla="*/ 55349 h 361971"/>
              <a:gd name="connsiteX8" fmla="*/ 183647 w 362309"/>
              <a:gd name="connsiteY8" fmla="*/ 55349 h 361971"/>
              <a:gd name="connsiteX9" fmla="*/ 185756 w 362309"/>
              <a:gd name="connsiteY9" fmla="*/ 56754 h 361971"/>
              <a:gd name="connsiteX10" fmla="*/ 201411 w 362309"/>
              <a:gd name="connsiteY10" fmla="*/ 72331 h 361971"/>
              <a:gd name="connsiteX11" fmla="*/ 201411 w 362309"/>
              <a:gd name="connsiteY11" fmla="*/ 81332 h 361971"/>
              <a:gd name="connsiteX12" fmla="*/ 196874 w 362309"/>
              <a:gd name="connsiteY12" fmla="*/ 83183 h 361971"/>
              <a:gd name="connsiteX13" fmla="*/ 192337 w 362309"/>
              <a:gd name="connsiteY13" fmla="*/ 81332 h 361971"/>
              <a:gd name="connsiteX14" fmla="*/ 187608 w 362309"/>
              <a:gd name="connsiteY14" fmla="*/ 76608 h 361971"/>
              <a:gd name="connsiteX15" fmla="*/ 187608 w 362309"/>
              <a:gd name="connsiteY15" fmla="*/ 113252 h 361971"/>
              <a:gd name="connsiteX16" fmla="*/ 181219 w 362309"/>
              <a:gd name="connsiteY16" fmla="*/ 119636 h 361971"/>
              <a:gd name="connsiteX17" fmla="*/ 174829 w 362309"/>
              <a:gd name="connsiteY17" fmla="*/ 113252 h 361971"/>
              <a:gd name="connsiteX18" fmla="*/ 174829 w 362309"/>
              <a:gd name="connsiteY18" fmla="*/ 76608 h 361971"/>
              <a:gd name="connsiteX19" fmla="*/ 170100 w 362309"/>
              <a:gd name="connsiteY19" fmla="*/ 81332 h 361971"/>
              <a:gd name="connsiteX20" fmla="*/ 161090 w 362309"/>
              <a:gd name="connsiteY20" fmla="*/ 81332 h 361971"/>
              <a:gd name="connsiteX21" fmla="*/ 161027 w 362309"/>
              <a:gd name="connsiteY21" fmla="*/ 72331 h 361971"/>
              <a:gd name="connsiteX22" fmla="*/ 112719 w 362309"/>
              <a:gd name="connsiteY22" fmla="*/ 164643 h 361971"/>
              <a:gd name="connsiteX23" fmla="*/ 108182 w 362309"/>
              <a:gd name="connsiteY23" fmla="*/ 166494 h 361971"/>
              <a:gd name="connsiteX24" fmla="*/ 103645 w 362309"/>
              <a:gd name="connsiteY24" fmla="*/ 164643 h 361971"/>
              <a:gd name="connsiteX25" fmla="*/ 88053 w 362309"/>
              <a:gd name="connsiteY25" fmla="*/ 149002 h 361971"/>
              <a:gd name="connsiteX26" fmla="*/ 86648 w 362309"/>
              <a:gd name="connsiteY26" fmla="*/ 146896 h 361971"/>
              <a:gd name="connsiteX27" fmla="*/ 86648 w 362309"/>
              <a:gd name="connsiteY27" fmla="*/ 142044 h 361971"/>
              <a:gd name="connsiteX28" fmla="*/ 88053 w 362309"/>
              <a:gd name="connsiteY28" fmla="*/ 139937 h 361971"/>
              <a:gd name="connsiteX29" fmla="*/ 103645 w 362309"/>
              <a:gd name="connsiteY29" fmla="*/ 124296 h 361971"/>
              <a:gd name="connsiteX30" fmla="*/ 112655 w 362309"/>
              <a:gd name="connsiteY30" fmla="*/ 124296 h 361971"/>
              <a:gd name="connsiteX31" fmla="*/ 112655 w 362309"/>
              <a:gd name="connsiteY31" fmla="*/ 133298 h 361971"/>
              <a:gd name="connsiteX32" fmla="*/ 107926 w 362309"/>
              <a:gd name="connsiteY32" fmla="*/ 138022 h 361971"/>
              <a:gd name="connsiteX33" fmla="*/ 144604 w 362309"/>
              <a:gd name="connsiteY33" fmla="*/ 138022 h 361971"/>
              <a:gd name="connsiteX34" fmla="*/ 150994 w 362309"/>
              <a:gd name="connsiteY34" fmla="*/ 144406 h 361971"/>
              <a:gd name="connsiteX35" fmla="*/ 144604 w 362309"/>
              <a:gd name="connsiteY35" fmla="*/ 150790 h 361971"/>
              <a:gd name="connsiteX36" fmla="*/ 107926 w 362309"/>
              <a:gd name="connsiteY36" fmla="*/ 150790 h 361971"/>
              <a:gd name="connsiteX37" fmla="*/ 112655 w 362309"/>
              <a:gd name="connsiteY37" fmla="*/ 155514 h 361971"/>
              <a:gd name="connsiteX38" fmla="*/ 112719 w 362309"/>
              <a:gd name="connsiteY38" fmla="*/ 164643 h 361971"/>
              <a:gd name="connsiteX39" fmla="*/ 260518 w 362309"/>
              <a:gd name="connsiteY39" fmla="*/ 242272 h 361971"/>
              <a:gd name="connsiteX40" fmla="*/ 255022 w 362309"/>
              <a:gd name="connsiteY40" fmla="*/ 262637 h 361971"/>
              <a:gd name="connsiteX41" fmla="*/ 250102 w 362309"/>
              <a:gd name="connsiteY41" fmla="*/ 279874 h 361971"/>
              <a:gd name="connsiteX42" fmla="*/ 250102 w 362309"/>
              <a:gd name="connsiteY42" fmla="*/ 300686 h 361971"/>
              <a:gd name="connsiteX43" fmla="*/ 243712 w 362309"/>
              <a:gd name="connsiteY43" fmla="*/ 307070 h 361971"/>
              <a:gd name="connsiteX44" fmla="*/ 237322 w 362309"/>
              <a:gd name="connsiteY44" fmla="*/ 300686 h 361971"/>
              <a:gd name="connsiteX45" fmla="*/ 237322 w 362309"/>
              <a:gd name="connsiteY45" fmla="*/ 279874 h 361971"/>
              <a:gd name="connsiteX46" fmla="*/ 244032 w 362309"/>
              <a:gd name="connsiteY46" fmla="*/ 256062 h 361971"/>
              <a:gd name="connsiteX47" fmla="*/ 247738 w 362309"/>
              <a:gd name="connsiteY47" fmla="*/ 242272 h 361971"/>
              <a:gd name="connsiteX48" fmla="*/ 247738 w 362309"/>
              <a:gd name="connsiteY48" fmla="*/ 196563 h 361971"/>
              <a:gd name="connsiteX49" fmla="*/ 243712 w 362309"/>
              <a:gd name="connsiteY49" fmla="*/ 192541 h 361971"/>
              <a:gd name="connsiteX50" fmla="*/ 240837 w 362309"/>
              <a:gd name="connsiteY50" fmla="*/ 193818 h 361971"/>
              <a:gd name="connsiteX51" fmla="*/ 239687 w 362309"/>
              <a:gd name="connsiteY51" fmla="*/ 196563 h 361971"/>
              <a:gd name="connsiteX52" fmla="*/ 239687 w 362309"/>
              <a:gd name="connsiteY52" fmla="*/ 209969 h 361971"/>
              <a:gd name="connsiteX53" fmla="*/ 233297 w 362309"/>
              <a:gd name="connsiteY53" fmla="*/ 216353 h 361971"/>
              <a:gd name="connsiteX54" fmla="*/ 226907 w 362309"/>
              <a:gd name="connsiteY54" fmla="*/ 209969 h 361971"/>
              <a:gd name="connsiteX55" fmla="*/ 226907 w 362309"/>
              <a:gd name="connsiteY55" fmla="*/ 196627 h 361971"/>
              <a:gd name="connsiteX56" fmla="*/ 226907 w 362309"/>
              <a:gd name="connsiteY56" fmla="*/ 196627 h 361971"/>
              <a:gd name="connsiteX57" fmla="*/ 226907 w 362309"/>
              <a:gd name="connsiteY57" fmla="*/ 196563 h 361971"/>
              <a:gd name="connsiteX58" fmla="*/ 226907 w 362309"/>
              <a:gd name="connsiteY58" fmla="*/ 186157 h 361971"/>
              <a:gd name="connsiteX59" fmla="*/ 222881 w 362309"/>
              <a:gd name="connsiteY59" fmla="*/ 182135 h 361971"/>
              <a:gd name="connsiteX60" fmla="*/ 220005 w 362309"/>
              <a:gd name="connsiteY60" fmla="*/ 183412 h 361971"/>
              <a:gd name="connsiteX61" fmla="*/ 218855 w 362309"/>
              <a:gd name="connsiteY61" fmla="*/ 186157 h 361971"/>
              <a:gd name="connsiteX62" fmla="*/ 218855 w 362309"/>
              <a:gd name="connsiteY62" fmla="*/ 201798 h 361971"/>
              <a:gd name="connsiteX63" fmla="*/ 212465 w 362309"/>
              <a:gd name="connsiteY63" fmla="*/ 208182 h 361971"/>
              <a:gd name="connsiteX64" fmla="*/ 206075 w 362309"/>
              <a:gd name="connsiteY64" fmla="*/ 201798 h 361971"/>
              <a:gd name="connsiteX65" fmla="*/ 206075 w 362309"/>
              <a:gd name="connsiteY65" fmla="*/ 175751 h 361971"/>
              <a:gd name="connsiteX66" fmla="*/ 202050 w 362309"/>
              <a:gd name="connsiteY66" fmla="*/ 171729 h 361971"/>
              <a:gd name="connsiteX67" fmla="*/ 199174 w 362309"/>
              <a:gd name="connsiteY67" fmla="*/ 173006 h 361971"/>
              <a:gd name="connsiteX68" fmla="*/ 198024 w 362309"/>
              <a:gd name="connsiteY68" fmla="*/ 175751 h 361971"/>
              <a:gd name="connsiteX69" fmla="*/ 198024 w 362309"/>
              <a:gd name="connsiteY69" fmla="*/ 196563 h 361971"/>
              <a:gd name="connsiteX70" fmla="*/ 191634 w 362309"/>
              <a:gd name="connsiteY70" fmla="*/ 202947 h 361971"/>
              <a:gd name="connsiteX71" fmla="*/ 185244 w 362309"/>
              <a:gd name="connsiteY71" fmla="*/ 196563 h 361971"/>
              <a:gd name="connsiteX72" fmla="*/ 185244 w 362309"/>
              <a:gd name="connsiteY72" fmla="*/ 175751 h 361971"/>
              <a:gd name="connsiteX73" fmla="*/ 185244 w 362309"/>
              <a:gd name="connsiteY73" fmla="*/ 175751 h 361971"/>
              <a:gd name="connsiteX74" fmla="*/ 185244 w 362309"/>
              <a:gd name="connsiteY74" fmla="*/ 144533 h 361971"/>
              <a:gd name="connsiteX75" fmla="*/ 181219 w 362309"/>
              <a:gd name="connsiteY75" fmla="*/ 140512 h 361971"/>
              <a:gd name="connsiteX76" fmla="*/ 178343 w 362309"/>
              <a:gd name="connsiteY76" fmla="*/ 141788 h 361971"/>
              <a:gd name="connsiteX77" fmla="*/ 177193 w 362309"/>
              <a:gd name="connsiteY77" fmla="*/ 144533 h 361971"/>
              <a:gd name="connsiteX78" fmla="*/ 177193 w 362309"/>
              <a:gd name="connsiteY78" fmla="*/ 217438 h 361971"/>
              <a:gd name="connsiteX79" fmla="*/ 170803 w 362309"/>
              <a:gd name="connsiteY79" fmla="*/ 223822 h 361971"/>
              <a:gd name="connsiteX80" fmla="*/ 164413 w 362309"/>
              <a:gd name="connsiteY80" fmla="*/ 217438 h 361971"/>
              <a:gd name="connsiteX81" fmla="*/ 164413 w 362309"/>
              <a:gd name="connsiteY81" fmla="*/ 207033 h 361971"/>
              <a:gd name="connsiteX82" fmla="*/ 158087 w 362309"/>
              <a:gd name="connsiteY82" fmla="*/ 194265 h 361971"/>
              <a:gd name="connsiteX83" fmla="*/ 156873 w 362309"/>
              <a:gd name="connsiteY83" fmla="*/ 194328 h 361971"/>
              <a:gd name="connsiteX84" fmla="*/ 156362 w 362309"/>
              <a:gd name="connsiteY84" fmla="*/ 195222 h 361971"/>
              <a:gd name="connsiteX85" fmla="*/ 156362 w 362309"/>
              <a:gd name="connsiteY85" fmla="*/ 233015 h 361971"/>
              <a:gd name="connsiteX86" fmla="*/ 166650 w 362309"/>
              <a:gd name="connsiteY86" fmla="*/ 256125 h 361971"/>
              <a:gd name="connsiteX87" fmla="*/ 182433 w 362309"/>
              <a:gd name="connsiteY87" fmla="*/ 285045 h 361971"/>
              <a:gd name="connsiteX88" fmla="*/ 182433 w 362309"/>
              <a:gd name="connsiteY88" fmla="*/ 300686 h 361971"/>
              <a:gd name="connsiteX89" fmla="*/ 176043 w 362309"/>
              <a:gd name="connsiteY89" fmla="*/ 307070 h 361971"/>
              <a:gd name="connsiteX90" fmla="*/ 169653 w 362309"/>
              <a:gd name="connsiteY90" fmla="*/ 300686 h 361971"/>
              <a:gd name="connsiteX91" fmla="*/ 169653 w 362309"/>
              <a:gd name="connsiteY91" fmla="*/ 285045 h 361971"/>
              <a:gd name="connsiteX92" fmla="*/ 158215 w 362309"/>
              <a:gd name="connsiteY92" fmla="*/ 265701 h 361971"/>
              <a:gd name="connsiteX93" fmla="*/ 143582 w 362309"/>
              <a:gd name="connsiteY93" fmla="*/ 232952 h 361971"/>
              <a:gd name="connsiteX94" fmla="*/ 143582 w 362309"/>
              <a:gd name="connsiteY94" fmla="*/ 195158 h 361971"/>
              <a:gd name="connsiteX95" fmla="*/ 150164 w 362309"/>
              <a:gd name="connsiteY95" fmla="*/ 183412 h 361971"/>
              <a:gd name="connsiteX96" fmla="*/ 163774 w 362309"/>
              <a:gd name="connsiteY96" fmla="*/ 182773 h 361971"/>
              <a:gd name="connsiteX97" fmla="*/ 164477 w 362309"/>
              <a:gd name="connsiteY97" fmla="*/ 183156 h 361971"/>
              <a:gd name="connsiteX98" fmla="*/ 164477 w 362309"/>
              <a:gd name="connsiteY98" fmla="*/ 144533 h 361971"/>
              <a:gd name="connsiteX99" fmla="*/ 169333 w 362309"/>
              <a:gd name="connsiteY99" fmla="*/ 132787 h 361971"/>
              <a:gd name="connsiteX100" fmla="*/ 181282 w 362309"/>
              <a:gd name="connsiteY100" fmla="*/ 127744 h 361971"/>
              <a:gd name="connsiteX101" fmla="*/ 198088 w 362309"/>
              <a:gd name="connsiteY101" fmla="*/ 144533 h 361971"/>
              <a:gd name="connsiteX102" fmla="*/ 198088 w 362309"/>
              <a:gd name="connsiteY102" fmla="*/ 159536 h 361971"/>
              <a:gd name="connsiteX103" fmla="*/ 202114 w 362309"/>
              <a:gd name="connsiteY103" fmla="*/ 158961 h 361971"/>
              <a:gd name="connsiteX104" fmla="*/ 217897 w 362309"/>
              <a:gd name="connsiteY104" fmla="*/ 170261 h 361971"/>
              <a:gd name="connsiteX105" fmla="*/ 222945 w 362309"/>
              <a:gd name="connsiteY105" fmla="*/ 169367 h 361971"/>
              <a:gd name="connsiteX106" fmla="*/ 238728 w 362309"/>
              <a:gd name="connsiteY106" fmla="*/ 180667 h 361971"/>
              <a:gd name="connsiteX107" fmla="*/ 243776 w 362309"/>
              <a:gd name="connsiteY107" fmla="*/ 179773 h 361971"/>
              <a:gd name="connsiteX108" fmla="*/ 260581 w 362309"/>
              <a:gd name="connsiteY108" fmla="*/ 196563 h 361971"/>
              <a:gd name="connsiteX109" fmla="*/ 260581 w 362309"/>
              <a:gd name="connsiteY109" fmla="*/ 242272 h 361971"/>
              <a:gd name="connsiteX110" fmla="*/ 274256 w 362309"/>
              <a:gd name="connsiteY110" fmla="*/ 149002 h 361971"/>
              <a:gd name="connsiteX111" fmla="*/ 258665 w 362309"/>
              <a:gd name="connsiteY111" fmla="*/ 164643 h 361971"/>
              <a:gd name="connsiteX112" fmla="*/ 254128 w 362309"/>
              <a:gd name="connsiteY112" fmla="*/ 166494 h 361971"/>
              <a:gd name="connsiteX113" fmla="*/ 249591 w 362309"/>
              <a:gd name="connsiteY113" fmla="*/ 164643 h 361971"/>
              <a:gd name="connsiteX114" fmla="*/ 249591 w 362309"/>
              <a:gd name="connsiteY114" fmla="*/ 155642 h 361971"/>
              <a:gd name="connsiteX115" fmla="*/ 254319 w 362309"/>
              <a:gd name="connsiteY115" fmla="*/ 150917 h 361971"/>
              <a:gd name="connsiteX116" fmla="*/ 217641 w 362309"/>
              <a:gd name="connsiteY116" fmla="*/ 150917 h 361971"/>
              <a:gd name="connsiteX117" fmla="*/ 211251 w 362309"/>
              <a:gd name="connsiteY117" fmla="*/ 144533 h 361971"/>
              <a:gd name="connsiteX118" fmla="*/ 217641 w 362309"/>
              <a:gd name="connsiteY118" fmla="*/ 138149 h 361971"/>
              <a:gd name="connsiteX119" fmla="*/ 254319 w 362309"/>
              <a:gd name="connsiteY119" fmla="*/ 138149 h 361971"/>
              <a:gd name="connsiteX120" fmla="*/ 249591 w 362309"/>
              <a:gd name="connsiteY120" fmla="*/ 133425 h 361971"/>
              <a:gd name="connsiteX121" fmla="*/ 249591 w 362309"/>
              <a:gd name="connsiteY121" fmla="*/ 124424 h 361971"/>
              <a:gd name="connsiteX122" fmla="*/ 258601 w 362309"/>
              <a:gd name="connsiteY122" fmla="*/ 124424 h 361971"/>
              <a:gd name="connsiteX123" fmla="*/ 274192 w 362309"/>
              <a:gd name="connsiteY123" fmla="*/ 140065 h 361971"/>
              <a:gd name="connsiteX124" fmla="*/ 275598 w 362309"/>
              <a:gd name="connsiteY124" fmla="*/ 142171 h 361971"/>
              <a:gd name="connsiteX125" fmla="*/ 275598 w 362309"/>
              <a:gd name="connsiteY125" fmla="*/ 147023 h 361971"/>
              <a:gd name="connsiteX126" fmla="*/ 274256 w 362309"/>
              <a:gd name="connsiteY126" fmla="*/ 14900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10" y="280959"/>
                  <a:pt x="362310" y="180986"/>
                </a:cubicBezTo>
                <a:cubicBezTo>
                  <a:pt x="362310" y="81013"/>
                  <a:pt x="281221" y="0"/>
                  <a:pt x="181155" y="0"/>
                </a:cubicBezTo>
                <a:close/>
                <a:moveTo>
                  <a:pt x="161027" y="72331"/>
                </a:moveTo>
                <a:lnTo>
                  <a:pt x="176682" y="56754"/>
                </a:lnTo>
                <a:cubicBezTo>
                  <a:pt x="177257" y="56179"/>
                  <a:pt x="177960" y="55668"/>
                  <a:pt x="178790" y="55349"/>
                </a:cubicBezTo>
                <a:cubicBezTo>
                  <a:pt x="180324" y="54711"/>
                  <a:pt x="182113" y="54711"/>
                  <a:pt x="183647" y="55349"/>
                </a:cubicBezTo>
                <a:cubicBezTo>
                  <a:pt x="184413" y="55668"/>
                  <a:pt x="185116" y="56115"/>
                  <a:pt x="185756" y="56754"/>
                </a:cubicBezTo>
                <a:lnTo>
                  <a:pt x="201411" y="72331"/>
                </a:lnTo>
                <a:cubicBezTo>
                  <a:pt x="203903" y="74820"/>
                  <a:pt x="203903" y="78842"/>
                  <a:pt x="201411" y="81332"/>
                </a:cubicBezTo>
                <a:cubicBezTo>
                  <a:pt x="200133" y="82609"/>
                  <a:pt x="198535" y="83183"/>
                  <a:pt x="196874" y="83183"/>
                </a:cubicBezTo>
                <a:cubicBezTo>
                  <a:pt x="195213" y="83183"/>
                  <a:pt x="193615" y="82545"/>
                  <a:pt x="192337" y="81332"/>
                </a:cubicBezTo>
                <a:lnTo>
                  <a:pt x="187608" y="76608"/>
                </a:lnTo>
                <a:lnTo>
                  <a:pt x="187608" y="113252"/>
                </a:lnTo>
                <a:cubicBezTo>
                  <a:pt x="187608" y="116763"/>
                  <a:pt x="184733" y="119636"/>
                  <a:pt x="181219" y="119636"/>
                </a:cubicBezTo>
                <a:cubicBezTo>
                  <a:pt x="177704" y="119636"/>
                  <a:pt x="174829" y="116763"/>
                  <a:pt x="174829" y="113252"/>
                </a:cubicBezTo>
                <a:lnTo>
                  <a:pt x="174829" y="76608"/>
                </a:lnTo>
                <a:lnTo>
                  <a:pt x="170100" y="81332"/>
                </a:lnTo>
                <a:cubicBezTo>
                  <a:pt x="167608" y="83822"/>
                  <a:pt x="163582" y="83822"/>
                  <a:pt x="161090" y="81332"/>
                </a:cubicBezTo>
                <a:cubicBezTo>
                  <a:pt x="158598" y="78842"/>
                  <a:pt x="158534" y="74820"/>
                  <a:pt x="161027" y="72331"/>
                </a:cubicBezTo>
                <a:close/>
                <a:moveTo>
                  <a:pt x="112719" y="164643"/>
                </a:moveTo>
                <a:cubicBezTo>
                  <a:pt x="111441" y="165920"/>
                  <a:pt x="109843" y="166494"/>
                  <a:pt x="108182" y="166494"/>
                </a:cubicBezTo>
                <a:cubicBezTo>
                  <a:pt x="106520" y="166494"/>
                  <a:pt x="104923" y="165856"/>
                  <a:pt x="103645" y="164643"/>
                </a:cubicBezTo>
                <a:lnTo>
                  <a:pt x="88053" y="149002"/>
                </a:lnTo>
                <a:cubicBezTo>
                  <a:pt x="87478" y="148428"/>
                  <a:pt x="86967" y="147725"/>
                  <a:pt x="86648" y="146896"/>
                </a:cubicBezTo>
                <a:cubicBezTo>
                  <a:pt x="86008" y="145363"/>
                  <a:pt x="86008" y="143576"/>
                  <a:pt x="86648" y="142044"/>
                </a:cubicBezTo>
                <a:cubicBezTo>
                  <a:pt x="86967" y="141278"/>
                  <a:pt x="87414" y="140575"/>
                  <a:pt x="88053" y="139937"/>
                </a:cubicBezTo>
                <a:lnTo>
                  <a:pt x="103645" y="124296"/>
                </a:lnTo>
                <a:cubicBezTo>
                  <a:pt x="106137" y="121806"/>
                  <a:pt x="110162" y="121806"/>
                  <a:pt x="112655" y="124296"/>
                </a:cubicBezTo>
                <a:cubicBezTo>
                  <a:pt x="115147" y="126786"/>
                  <a:pt x="115147" y="130808"/>
                  <a:pt x="112655" y="133298"/>
                </a:cubicBezTo>
                <a:lnTo>
                  <a:pt x="107926" y="138022"/>
                </a:lnTo>
                <a:lnTo>
                  <a:pt x="144604" y="138022"/>
                </a:lnTo>
                <a:cubicBezTo>
                  <a:pt x="148119" y="138022"/>
                  <a:pt x="150994" y="140895"/>
                  <a:pt x="150994" y="144406"/>
                </a:cubicBezTo>
                <a:cubicBezTo>
                  <a:pt x="150994" y="147917"/>
                  <a:pt x="148119" y="150790"/>
                  <a:pt x="144604" y="150790"/>
                </a:cubicBezTo>
                <a:lnTo>
                  <a:pt x="107926" y="150790"/>
                </a:lnTo>
                <a:lnTo>
                  <a:pt x="112655" y="155514"/>
                </a:lnTo>
                <a:cubicBezTo>
                  <a:pt x="115210" y="158131"/>
                  <a:pt x="115210" y="162153"/>
                  <a:pt x="112719" y="164643"/>
                </a:cubicBezTo>
                <a:close/>
                <a:moveTo>
                  <a:pt x="260518" y="242272"/>
                </a:moveTo>
                <a:cubicBezTo>
                  <a:pt x="260518" y="249614"/>
                  <a:pt x="258601" y="256636"/>
                  <a:pt x="255022" y="262637"/>
                </a:cubicBezTo>
                <a:cubicBezTo>
                  <a:pt x="250102" y="270809"/>
                  <a:pt x="250102" y="272213"/>
                  <a:pt x="250102" y="279874"/>
                </a:cubicBezTo>
                <a:lnTo>
                  <a:pt x="250102" y="300686"/>
                </a:lnTo>
                <a:cubicBezTo>
                  <a:pt x="250102" y="304197"/>
                  <a:pt x="247227" y="307070"/>
                  <a:pt x="243712" y="307070"/>
                </a:cubicBezTo>
                <a:cubicBezTo>
                  <a:pt x="240198" y="307070"/>
                  <a:pt x="237322" y="304197"/>
                  <a:pt x="237322" y="300686"/>
                </a:cubicBezTo>
                <a:lnTo>
                  <a:pt x="237322" y="279874"/>
                </a:lnTo>
                <a:cubicBezTo>
                  <a:pt x="237322" y="270553"/>
                  <a:pt x="237642" y="266787"/>
                  <a:pt x="244032" y="256062"/>
                </a:cubicBezTo>
                <a:cubicBezTo>
                  <a:pt x="246460" y="252040"/>
                  <a:pt x="247738" y="247252"/>
                  <a:pt x="247738" y="242272"/>
                </a:cubicBezTo>
                <a:lnTo>
                  <a:pt x="247738" y="196563"/>
                </a:lnTo>
                <a:cubicBezTo>
                  <a:pt x="247738" y="193945"/>
                  <a:pt x="245373" y="192541"/>
                  <a:pt x="243712" y="192541"/>
                </a:cubicBezTo>
                <a:cubicBezTo>
                  <a:pt x="242690" y="192541"/>
                  <a:pt x="241604" y="193052"/>
                  <a:pt x="240837" y="193818"/>
                </a:cubicBezTo>
                <a:cubicBezTo>
                  <a:pt x="240070" y="194584"/>
                  <a:pt x="239687" y="195478"/>
                  <a:pt x="239687" y="196563"/>
                </a:cubicBezTo>
                <a:lnTo>
                  <a:pt x="239687" y="209969"/>
                </a:lnTo>
                <a:cubicBezTo>
                  <a:pt x="239687" y="213480"/>
                  <a:pt x="236811" y="216353"/>
                  <a:pt x="233297" y="216353"/>
                </a:cubicBezTo>
                <a:cubicBezTo>
                  <a:pt x="229782" y="216353"/>
                  <a:pt x="226907" y="213480"/>
                  <a:pt x="226907" y="209969"/>
                </a:cubicBezTo>
                <a:lnTo>
                  <a:pt x="226907" y="196627"/>
                </a:lnTo>
                <a:cubicBezTo>
                  <a:pt x="226907" y="196627"/>
                  <a:pt x="226907" y="196627"/>
                  <a:pt x="226907" y="196627"/>
                </a:cubicBezTo>
                <a:cubicBezTo>
                  <a:pt x="226907" y="196627"/>
                  <a:pt x="226907" y="196627"/>
                  <a:pt x="226907" y="196563"/>
                </a:cubicBezTo>
                <a:lnTo>
                  <a:pt x="226907" y="186157"/>
                </a:lnTo>
                <a:cubicBezTo>
                  <a:pt x="226907" y="183539"/>
                  <a:pt x="224542" y="182135"/>
                  <a:pt x="222881" y="182135"/>
                </a:cubicBezTo>
                <a:cubicBezTo>
                  <a:pt x="221858" y="182135"/>
                  <a:pt x="220772" y="182646"/>
                  <a:pt x="220005" y="183412"/>
                </a:cubicBezTo>
                <a:cubicBezTo>
                  <a:pt x="219239" y="184178"/>
                  <a:pt x="218855" y="185072"/>
                  <a:pt x="218855" y="186157"/>
                </a:cubicBezTo>
                <a:lnTo>
                  <a:pt x="218855" y="201798"/>
                </a:lnTo>
                <a:cubicBezTo>
                  <a:pt x="218855" y="205309"/>
                  <a:pt x="215980" y="208182"/>
                  <a:pt x="212465" y="208182"/>
                </a:cubicBezTo>
                <a:cubicBezTo>
                  <a:pt x="208951" y="208182"/>
                  <a:pt x="206075" y="205309"/>
                  <a:pt x="206075" y="201798"/>
                </a:cubicBezTo>
                <a:lnTo>
                  <a:pt x="206075" y="175751"/>
                </a:lnTo>
                <a:cubicBezTo>
                  <a:pt x="206075" y="173134"/>
                  <a:pt x="203711" y="171729"/>
                  <a:pt x="202050" y="171729"/>
                </a:cubicBezTo>
                <a:cubicBezTo>
                  <a:pt x="201027" y="171729"/>
                  <a:pt x="199941" y="172240"/>
                  <a:pt x="199174" y="173006"/>
                </a:cubicBezTo>
                <a:cubicBezTo>
                  <a:pt x="198407" y="173772"/>
                  <a:pt x="198024" y="174666"/>
                  <a:pt x="198024" y="175751"/>
                </a:cubicBezTo>
                <a:lnTo>
                  <a:pt x="198024" y="196563"/>
                </a:lnTo>
                <a:cubicBezTo>
                  <a:pt x="198024" y="200074"/>
                  <a:pt x="195149" y="202947"/>
                  <a:pt x="191634" y="202947"/>
                </a:cubicBezTo>
                <a:cubicBezTo>
                  <a:pt x="188120" y="202947"/>
                  <a:pt x="185244" y="200074"/>
                  <a:pt x="185244" y="196563"/>
                </a:cubicBezTo>
                <a:lnTo>
                  <a:pt x="185244" y="175751"/>
                </a:lnTo>
                <a:cubicBezTo>
                  <a:pt x="185244" y="175751"/>
                  <a:pt x="185244" y="175751"/>
                  <a:pt x="185244" y="175751"/>
                </a:cubicBezTo>
                <a:lnTo>
                  <a:pt x="185244" y="144533"/>
                </a:lnTo>
                <a:cubicBezTo>
                  <a:pt x="185244" y="141916"/>
                  <a:pt x="182880" y="140512"/>
                  <a:pt x="181219" y="140512"/>
                </a:cubicBezTo>
                <a:cubicBezTo>
                  <a:pt x="180196" y="140512"/>
                  <a:pt x="179110" y="141022"/>
                  <a:pt x="178343" y="141788"/>
                </a:cubicBezTo>
                <a:cubicBezTo>
                  <a:pt x="177576" y="142554"/>
                  <a:pt x="177193" y="143448"/>
                  <a:pt x="177193" y="144533"/>
                </a:cubicBezTo>
                <a:lnTo>
                  <a:pt x="177193" y="217438"/>
                </a:lnTo>
                <a:cubicBezTo>
                  <a:pt x="177193" y="220950"/>
                  <a:pt x="174317" y="223822"/>
                  <a:pt x="170803" y="223822"/>
                </a:cubicBezTo>
                <a:cubicBezTo>
                  <a:pt x="167289" y="223822"/>
                  <a:pt x="164413" y="220950"/>
                  <a:pt x="164413" y="217438"/>
                </a:cubicBezTo>
                <a:lnTo>
                  <a:pt x="164413" y="207033"/>
                </a:lnTo>
                <a:cubicBezTo>
                  <a:pt x="164413" y="202628"/>
                  <a:pt x="163327" y="196882"/>
                  <a:pt x="158087" y="194265"/>
                </a:cubicBezTo>
                <a:cubicBezTo>
                  <a:pt x="157576" y="194009"/>
                  <a:pt x="157128" y="194137"/>
                  <a:pt x="156873" y="194328"/>
                </a:cubicBezTo>
                <a:cubicBezTo>
                  <a:pt x="156362" y="194648"/>
                  <a:pt x="156362" y="195094"/>
                  <a:pt x="156362" y="195222"/>
                </a:cubicBezTo>
                <a:lnTo>
                  <a:pt x="156362" y="233015"/>
                </a:lnTo>
                <a:cubicBezTo>
                  <a:pt x="156362" y="246103"/>
                  <a:pt x="164221" y="254019"/>
                  <a:pt x="166650" y="256125"/>
                </a:cubicBezTo>
                <a:cubicBezTo>
                  <a:pt x="173678" y="262254"/>
                  <a:pt x="182433" y="269915"/>
                  <a:pt x="182433" y="285045"/>
                </a:cubicBezTo>
                <a:lnTo>
                  <a:pt x="182433" y="300686"/>
                </a:lnTo>
                <a:cubicBezTo>
                  <a:pt x="182433" y="304197"/>
                  <a:pt x="179557" y="307070"/>
                  <a:pt x="176043" y="307070"/>
                </a:cubicBezTo>
                <a:cubicBezTo>
                  <a:pt x="172528" y="307070"/>
                  <a:pt x="169653" y="304197"/>
                  <a:pt x="169653" y="300686"/>
                </a:cubicBezTo>
                <a:lnTo>
                  <a:pt x="169653" y="285045"/>
                </a:lnTo>
                <a:cubicBezTo>
                  <a:pt x="169653" y="276171"/>
                  <a:pt x="165308" y="271894"/>
                  <a:pt x="158215" y="265701"/>
                </a:cubicBezTo>
                <a:cubicBezTo>
                  <a:pt x="149077" y="257721"/>
                  <a:pt x="143582" y="245464"/>
                  <a:pt x="143582" y="232952"/>
                </a:cubicBezTo>
                <a:lnTo>
                  <a:pt x="143582" y="195158"/>
                </a:lnTo>
                <a:cubicBezTo>
                  <a:pt x="143582" y="190307"/>
                  <a:pt x="146010" y="185902"/>
                  <a:pt x="150164" y="183412"/>
                </a:cubicBezTo>
                <a:cubicBezTo>
                  <a:pt x="154317" y="180858"/>
                  <a:pt x="159365" y="180603"/>
                  <a:pt x="163774" y="182773"/>
                </a:cubicBezTo>
                <a:cubicBezTo>
                  <a:pt x="164030" y="182901"/>
                  <a:pt x="164221" y="183029"/>
                  <a:pt x="164477" y="183156"/>
                </a:cubicBezTo>
                <a:lnTo>
                  <a:pt x="164477" y="144533"/>
                </a:lnTo>
                <a:cubicBezTo>
                  <a:pt x="164477" y="140128"/>
                  <a:pt x="166202" y="135915"/>
                  <a:pt x="169333" y="132787"/>
                </a:cubicBezTo>
                <a:cubicBezTo>
                  <a:pt x="172528" y="129595"/>
                  <a:pt x="176873" y="127744"/>
                  <a:pt x="181282" y="127744"/>
                </a:cubicBezTo>
                <a:cubicBezTo>
                  <a:pt x="190548" y="127744"/>
                  <a:pt x="198088" y="135277"/>
                  <a:pt x="198088" y="144533"/>
                </a:cubicBezTo>
                <a:lnTo>
                  <a:pt x="198088" y="159536"/>
                </a:lnTo>
                <a:cubicBezTo>
                  <a:pt x="199430" y="159217"/>
                  <a:pt x="200772" y="158961"/>
                  <a:pt x="202114" y="158961"/>
                </a:cubicBezTo>
                <a:cubicBezTo>
                  <a:pt x="209462" y="158961"/>
                  <a:pt x="215596" y="163685"/>
                  <a:pt x="217897" y="170261"/>
                </a:cubicBezTo>
                <a:cubicBezTo>
                  <a:pt x="219558" y="169750"/>
                  <a:pt x="221220" y="169367"/>
                  <a:pt x="222945" y="169367"/>
                </a:cubicBezTo>
                <a:cubicBezTo>
                  <a:pt x="230293" y="169367"/>
                  <a:pt x="236428" y="174091"/>
                  <a:pt x="238728" y="180667"/>
                </a:cubicBezTo>
                <a:cubicBezTo>
                  <a:pt x="240389" y="180156"/>
                  <a:pt x="242051" y="179773"/>
                  <a:pt x="243776" y="179773"/>
                </a:cubicBezTo>
                <a:cubicBezTo>
                  <a:pt x="253041" y="179773"/>
                  <a:pt x="260581" y="187306"/>
                  <a:pt x="260581" y="196563"/>
                </a:cubicBezTo>
                <a:lnTo>
                  <a:pt x="260581" y="242272"/>
                </a:lnTo>
                <a:close/>
                <a:moveTo>
                  <a:pt x="274256" y="149002"/>
                </a:moveTo>
                <a:lnTo>
                  <a:pt x="258665" y="164643"/>
                </a:lnTo>
                <a:cubicBezTo>
                  <a:pt x="257386" y="165920"/>
                  <a:pt x="255789" y="166494"/>
                  <a:pt x="254128" y="166494"/>
                </a:cubicBezTo>
                <a:cubicBezTo>
                  <a:pt x="252466" y="166494"/>
                  <a:pt x="250869" y="165856"/>
                  <a:pt x="249591" y="164643"/>
                </a:cubicBezTo>
                <a:cubicBezTo>
                  <a:pt x="247099" y="162153"/>
                  <a:pt x="247099" y="158131"/>
                  <a:pt x="249591" y="155642"/>
                </a:cubicBezTo>
                <a:lnTo>
                  <a:pt x="254319" y="150917"/>
                </a:lnTo>
                <a:lnTo>
                  <a:pt x="217641" y="150917"/>
                </a:lnTo>
                <a:cubicBezTo>
                  <a:pt x="214127" y="150917"/>
                  <a:pt x="211251" y="148045"/>
                  <a:pt x="211251" y="144533"/>
                </a:cubicBezTo>
                <a:cubicBezTo>
                  <a:pt x="211251" y="141022"/>
                  <a:pt x="214127" y="138149"/>
                  <a:pt x="217641" y="138149"/>
                </a:cubicBezTo>
                <a:lnTo>
                  <a:pt x="254319" y="138149"/>
                </a:lnTo>
                <a:lnTo>
                  <a:pt x="249591" y="133425"/>
                </a:lnTo>
                <a:cubicBezTo>
                  <a:pt x="247099" y="130936"/>
                  <a:pt x="247099" y="126914"/>
                  <a:pt x="249591" y="124424"/>
                </a:cubicBezTo>
                <a:cubicBezTo>
                  <a:pt x="252083" y="121934"/>
                  <a:pt x="256109" y="121934"/>
                  <a:pt x="258601" y="124424"/>
                </a:cubicBezTo>
                <a:lnTo>
                  <a:pt x="274192" y="140065"/>
                </a:lnTo>
                <a:cubicBezTo>
                  <a:pt x="274767" y="140639"/>
                  <a:pt x="275279" y="141341"/>
                  <a:pt x="275598" y="142171"/>
                </a:cubicBezTo>
                <a:cubicBezTo>
                  <a:pt x="276237" y="143704"/>
                  <a:pt x="276237" y="145491"/>
                  <a:pt x="275598" y="147023"/>
                </a:cubicBezTo>
                <a:cubicBezTo>
                  <a:pt x="275279" y="147725"/>
                  <a:pt x="274831" y="148428"/>
                  <a:pt x="274256" y="149002"/>
                </a:cubicBezTo>
                <a:close/>
              </a:path>
            </a:pathLst>
          </a:custGeom>
          <a:solidFill>
            <a:srgbClr val="00A3E0"/>
          </a:solidFill>
          <a:ln w="6390" cap="flat">
            <a:noFill/>
            <a:prstDash val="solid"/>
            <a:miter/>
          </a:ln>
        </p:spPr>
        <p:txBody>
          <a:bodyPr rtlCol="0" anchor="ctr"/>
          <a:lstStyle/>
          <a:p>
            <a:endParaRPr lang="en-US"/>
          </a:p>
        </p:txBody>
      </p:sp>
      <p:sp>
        <p:nvSpPr>
          <p:cNvPr id="900" name="Graphic 4">
            <a:extLst>
              <a:ext uri="{FF2B5EF4-FFF2-40B4-BE49-F238E27FC236}">
                <a16:creationId xmlns:a16="http://schemas.microsoft.com/office/drawing/2014/main" id="{38CEFBB7-6360-9F47-AAA7-A99E036549FF}"/>
              </a:ext>
            </a:extLst>
          </p:cNvPr>
          <p:cNvSpPr/>
          <p:nvPr/>
        </p:nvSpPr>
        <p:spPr>
          <a:xfrm>
            <a:off x="6146544" y="1402404"/>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93040 w 362309"/>
              <a:gd name="connsiteY5" fmla="*/ 83247 h 361971"/>
              <a:gd name="connsiteX6" fmla="*/ 173040 w 362309"/>
              <a:gd name="connsiteY6" fmla="*/ 88418 h 361971"/>
              <a:gd name="connsiteX7" fmla="*/ 169973 w 362309"/>
              <a:gd name="connsiteY7" fmla="*/ 89248 h 361971"/>
              <a:gd name="connsiteX8" fmla="*/ 169270 w 362309"/>
              <a:gd name="connsiteY8" fmla="*/ 89248 h 361971"/>
              <a:gd name="connsiteX9" fmla="*/ 128055 w 362309"/>
              <a:gd name="connsiteY9" fmla="*/ 130425 h 361971"/>
              <a:gd name="connsiteX10" fmla="*/ 135850 w 362309"/>
              <a:gd name="connsiteY10" fmla="*/ 154556 h 361971"/>
              <a:gd name="connsiteX11" fmla="*/ 134445 w 362309"/>
              <a:gd name="connsiteY11" fmla="*/ 163494 h 361971"/>
              <a:gd name="connsiteX12" fmla="*/ 130674 w 362309"/>
              <a:gd name="connsiteY12" fmla="*/ 164707 h 361971"/>
              <a:gd name="connsiteX13" fmla="*/ 125498 w 362309"/>
              <a:gd name="connsiteY13" fmla="*/ 162089 h 361971"/>
              <a:gd name="connsiteX14" fmla="*/ 115275 w 362309"/>
              <a:gd name="connsiteY14" fmla="*/ 130425 h 361971"/>
              <a:gd name="connsiteX15" fmla="*/ 168439 w 362309"/>
              <a:gd name="connsiteY15" fmla="*/ 76480 h 361971"/>
              <a:gd name="connsiteX16" fmla="*/ 193104 w 362309"/>
              <a:gd name="connsiteY16" fmla="*/ 70543 h 361971"/>
              <a:gd name="connsiteX17" fmla="*/ 247099 w 362309"/>
              <a:gd name="connsiteY17" fmla="*/ 124488 h 361971"/>
              <a:gd name="connsiteX18" fmla="*/ 240645 w 362309"/>
              <a:gd name="connsiteY18" fmla="*/ 150024 h 361971"/>
              <a:gd name="connsiteX19" fmla="*/ 232019 w 362309"/>
              <a:gd name="connsiteY19" fmla="*/ 152641 h 361971"/>
              <a:gd name="connsiteX20" fmla="*/ 229399 w 362309"/>
              <a:gd name="connsiteY20" fmla="*/ 143959 h 361971"/>
              <a:gd name="connsiteX21" fmla="*/ 234319 w 362309"/>
              <a:gd name="connsiteY21" fmla="*/ 124488 h 361971"/>
              <a:gd name="connsiteX22" fmla="*/ 193040 w 362309"/>
              <a:gd name="connsiteY22" fmla="*/ 83247 h 361971"/>
              <a:gd name="connsiteX23" fmla="*/ 258984 w 362309"/>
              <a:gd name="connsiteY23" fmla="*/ 242081 h 361971"/>
              <a:gd name="connsiteX24" fmla="*/ 252850 w 362309"/>
              <a:gd name="connsiteY24" fmla="*/ 264935 h 361971"/>
              <a:gd name="connsiteX25" fmla="*/ 247099 w 362309"/>
              <a:gd name="connsiteY25" fmla="*/ 285045 h 361971"/>
              <a:gd name="connsiteX26" fmla="*/ 247099 w 362309"/>
              <a:gd name="connsiteY26" fmla="*/ 308857 h 361971"/>
              <a:gd name="connsiteX27" fmla="*/ 240709 w 362309"/>
              <a:gd name="connsiteY27" fmla="*/ 315241 h 361971"/>
              <a:gd name="connsiteX28" fmla="*/ 234319 w 362309"/>
              <a:gd name="connsiteY28" fmla="*/ 308857 h 361971"/>
              <a:gd name="connsiteX29" fmla="*/ 234319 w 362309"/>
              <a:gd name="connsiteY29" fmla="*/ 285045 h 361971"/>
              <a:gd name="connsiteX30" fmla="*/ 241923 w 362309"/>
              <a:gd name="connsiteY30" fmla="*/ 258360 h 361971"/>
              <a:gd name="connsiteX31" fmla="*/ 246268 w 362309"/>
              <a:gd name="connsiteY31" fmla="*/ 242081 h 361971"/>
              <a:gd name="connsiteX32" fmla="*/ 246268 w 362309"/>
              <a:gd name="connsiteY32" fmla="*/ 189860 h 361971"/>
              <a:gd name="connsiteX33" fmla="*/ 240773 w 362309"/>
              <a:gd name="connsiteY33" fmla="*/ 184369 h 361971"/>
              <a:gd name="connsiteX34" fmla="*/ 236811 w 362309"/>
              <a:gd name="connsiteY34" fmla="*/ 186093 h 361971"/>
              <a:gd name="connsiteX35" fmla="*/ 235214 w 362309"/>
              <a:gd name="connsiteY35" fmla="*/ 189860 h 361971"/>
              <a:gd name="connsiteX36" fmla="*/ 235214 w 362309"/>
              <a:gd name="connsiteY36" fmla="*/ 205117 h 361971"/>
              <a:gd name="connsiteX37" fmla="*/ 228824 w 362309"/>
              <a:gd name="connsiteY37" fmla="*/ 211501 h 361971"/>
              <a:gd name="connsiteX38" fmla="*/ 222434 w 362309"/>
              <a:gd name="connsiteY38" fmla="*/ 205117 h 361971"/>
              <a:gd name="connsiteX39" fmla="*/ 222434 w 362309"/>
              <a:gd name="connsiteY39" fmla="*/ 177985 h 361971"/>
              <a:gd name="connsiteX40" fmla="*/ 216938 w 362309"/>
              <a:gd name="connsiteY40" fmla="*/ 172495 h 361971"/>
              <a:gd name="connsiteX41" fmla="*/ 212977 w 362309"/>
              <a:gd name="connsiteY41" fmla="*/ 174219 h 361971"/>
              <a:gd name="connsiteX42" fmla="*/ 211379 w 362309"/>
              <a:gd name="connsiteY42" fmla="*/ 177985 h 361971"/>
              <a:gd name="connsiteX43" fmla="*/ 211379 w 362309"/>
              <a:gd name="connsiteY43" fmla="*/ 195861 h 361971"/>
              <a:gd name="connsiteX44" fmla="*/ 204989 w 362309"/>
              <a:gd name="connsiteY44" fmla="*/ 202245 h 361971"/>
              <a:gd name="connsiteX45" fmla="*/ 198599 w 362309"/>
              <a:gd name="connsiteY45" fmla="*/ 195861 h 361971"/>
              <a:gd name="connsiteX46" fmla="*/ 198599 w 362309"/>
              <a:gd name="connsiteY46" fmla="*/ 178049 h 361971"/>
              <a:gd name="connsiteX47" fmla="*/ 198599 w 362309"/>
              <a:gd name="connsiteY47" fmla="*/ 178049 h 361971"/>
              <a:gd name="connsiteX48" fmla="*/ 198599 w 362309"/>
              <a:gd name="connsiteY48" fmla="*/ 178049 h 361971"/>
              <a:gd name="connsiteX49" fmla="*/ 198599 w 362309"/>
              <a:gd name="connsiteY49" fmla="*/ 124551 h 361971"/>
              <a:gd name="connsiteX50" fmla="*/ 193104 w 362309"/>
              <a:gd name="connsiteY50" fmla="*/ 119061 h 361971"/>
              <a:gd name="connsiteX51" fmla="*/ 189142 w 362309"/>
              <a:gd name="connsiteY51" fmla="*/ 120785 h 361971"/>
              <a:gd name="connsiteX52" fmla="*/ 187545 w 362309"/>
              <a:gd name="connsiteY52" fmla="*/ 124551 h 361971"/>
              <a:gd name="connsiteX53" fmla="*/ 187545 w 362309"/>
              <a:gd name="connsiteY53" fmla="*/ 130489 h 361971"/>
              <a:gd name="connsiteX54" fmla="*/ 187545 w 362309"/>
              <a:gd name="connsiteY54" fmla="*/ 189987 h 361971"/>
              <a:gd name="connsiteX55" fmla="*/ 181155 w 362309"/>
              <a:gd name="connsiteY55" fmla="*/ 196371 h 361971"/>
              <a:gd name="connsiteX56" fmla="*/ 174765 w 362309"/>
              <a:gd name="connsiteY56" fmla="*/ 189987 h 361971"/>
              <a:gd name="connsiteX57" fmla="*/ 174765 w 362309"/>
              <a:gd name="connsiteY57" fmla="*/ 130489 h 361971"/>
              <a:gd name="connsiteX58" fmla="*/ 169270 w 362309"/>
              <a:gd name="connsiteY58" fmla="*/ 124998 h 361971"/>
              <a:gd name="connsiteX59" fmla="*/ 165308 w 362309"/>
              <a:gd name="connsiteY59" fmla="*/ 126722 h 361971"/>
              <a:gd name="connsiteX60" fmla="*/ 163711 w 362309"/>
              <a:gd name="connsiteY60" fmla="*/ 130489 h 361971"/>
              <a:gd name="connsiteX61" fmla="*/ 163711 w 362309"/>
              <a:gd name="connsiteY61" fmla="*/ 213736 h 361971"/>
              <a:gd name="connsiteX62" fmla="*/ 157321 w 362309"/>
              <a:gd name="connsiteY62" fmla="*/ 220120 h 361971"/>
              <a:gd name="connsiteX63" fmla="*/ 150931 w 362309"/>
              <a:gd name="connsiteY63" fmla="*/ 213736 h 361971"/>
              <a:gd name="connsiteX64" fmla="*/ 150931 w 362309"/>
              <a:gd name="connsiteY64" fmla="*/ 201861 h 361971"/>
              <a:gd name="connsiteX65" fmla="*/ 143135 w 362309"/>
              <a:gd name="connsiteY65" fmla="*/ 186476 h 361971"/>
              <a:gd name="connsiteX66" fmla="*/ 140898 w 362309"/>
              <a:gd name="connsiteY66" fmla="*/ 186604 h 361971"/>
              <a:gd name="connsiteX67" fmla="*/ 139876 w 362309"/>
              <a:gd name="connsiteY67" fmla="*/ 188455 h 361971"/>
              <a:gd name="connsiteX68" fmla="*/ 139876 w 362309"/>
              <a:gd name="connsiteY68" fmla="*/ 231675 h 361971"/>
              <a:gd name="connsiteX69" fmla="*/ 151953 w 362309"/>
              <a:gd name="connsiteY69" fmla="*/ 258807 h 361971"/>
              <a:gd name="connsiteX70" fmla="*/ 169653 w 362309"/>
              <a:gd name="connsiteY70" fmla="*/ 291173 h 361971"/>
              <a:gd name="connsiteX71" fmla="*/ 169653 w 362309"/>
              <a:gd name="connsiteY71" fmla="*/ 308985 h 361971"/>
              <a:gd name="connsiteX72" fmla="*/ 163263 w 362309"/>
              <a:gd name="connsiteY72" fmla="*/ 315369 h 361971"/>
              <a:gd name="connsiteX73" fmla="*/ 156873 w 362309"/>
              <a:gd name="connsiteY73" fmla="*/ 308985 h 361971"/>
              <a:gd name="connsiteX74" fmla="*/ 156873 w 362309"/>
              <a:gd name="connsiteY74" fmla="*/ 291173 h 361971"/>
              <a:gd name="connsiteX75" fmla="*/ 143518 w 362309"/>
              <a:gd name="connsiteY75" fmla="*/ 268383 h 361971"/>
              <a:gd name="connsiteX76" fmla="*/ 127096 w 362309"/>
              <a:gd name="connsiteY76" fmla="*/ 231675 h 361971"/>
              <a:gd name="connsiteX77" fmla="*/ 127096 w 362309"/>
              <a:gd name="connsiteY77" fmla="*/ 188455 h 361971"/>
              <a:gd name="connsiteX78" fmla="*/ 134125 w 362309"/>
              <a:gd name="connsiteY78" fmla="*/ 175751 h 361971"/>
              <a:gd name="connsiteX79" fmla="*/ 148758 w 362309"/>
              <a:gd name="connsiteY79" fmla="*/ 175049 h 361971"/>
              <a:gd name="connsiteX80" fmla="*/ 150867 w 362309"/>
              <a:gd name="connsiteY80" fmla="*/ 176198 h 361971"/>
              <a:gd name="connsiteX81" fmla="*/ 150867 w 362309"/>
              <a:gd name="connsiteY81" fmla="*/ 130489 h 361971"/>
              <a:gd name="connsiteX82" fmla="*/ 156170 w 362309"/>
              <a:gd name="connsiteY82" fmla="*/ 117657 h 361971"/>
              <a:gd name="connsiteX83" fmla="*/ 169142 w 362309"/>
              <a:gd name="connsiteY83" fmla="*/ 112167 h 361971"/>
              <a:gd name="connsiteX84" fmla="*/ 177704 w 362309"/>
              <a:gd name="connsiteY84" fmla="*/ 114401 h 361971"/>
              <a:gd name="connsiteX85" fmla="*/ 179941 w 362309"/>
              <a:gd name="connsiteY85" fmla="*/ 111656 h 361971"/>
              <a:gd name="connsiteX86" fmla="*/ 192912 w 362309"/>
              <a:gd name="connsiteY86" fmla="*/ 106166 h 361971"/>
              <a:gd name="connsiteX87" fmla="*/ 211188 w 362309"/>
              <a:gd name="connsiteY87" fmla="*/ 124424 h 361971"/>
              <a:gd name="connsiteX88" fmla="*/ 211188 w 362309"/>
              <a:gd name="connsiteY88" fmla="*/ 160621 h 361971"/>
              <a:gd name="connsiteX89" fmla="*/ 216683 w 362309"/>
              <a:gd name="connsiteY89" fmla="*/ 159663 h 361971"/>
              <a:gd name="connsiteX90" fmla="*/ 234127 w 362309"/>
              <a:gd name="connsiteY90" fmla="*/ 172814 h 361971"/>
              <a:gd name="connsiteX91" fmla="*/ 240453 w 362309"/>
              <a:gd name="connsiteY91" fmla="*/ 171601 h 361971"/>
              <a:gd name="connsiteX92" fmla="*/ 258729 w 362309"/>
              <a:gd name="connsiteY92" fmla="*/ 189860 h 361971"/>
              <a:gd name="connsiteX93" fmla="*/ 258729 w 362309"/>
              <a:gd name="connsiteY93" fmla="*/ 242081 h 361971"/>
              <a:gd name="connsiteX94" fmla="*/ 261604 w 362309"/>
              <a:gd name="connsiteY94" fmla="*/ 161323 h 361971"/>
              <a:gd name="connsiteX95" fmla="*/ 252978 w 362309"/>
              <a:gd name="connsiteY95" fmla="*/ 163941 h 361971"/>
              <a:gd name="connsiteX96" fmla="*/ 250422 w 362309"/>
              <a:gd name="connsiteY96" fmla="*/ 155322 h 361971"/>
              <a:gd name="connsiteX97" fmla="*/ 258154 w 362309"/>
              <a:gd name="connsiteY97" fmla="*/ 124488 h 361971"/>
              <a:gd name="connsiteX98" fmla="*/ 193104 w 362309"/>
              <a:gd name="connsiteY98" fmla="*/ 59499 h 361971"/>
              <a:gd name="connsiteX99" fmla="*/ 168056 w 362309"/>
              <a:gd name="connsiteY99" fmla="*/ 64478 h 361971"/>
              <a:gd name="connsiteX100" fmla="*/ 164924 w 362309"/>
              <a:gd name="connsiteY100" fmla="*/ 65564 h 361971"/>
              <a:gd name="connsiteX101" fmla="*/ 104220 w 362309"/>
              <a:gd name="connsiteY101" fmla="*/ 130425 h 361971"/>
              <a:gd name="connsiteX102" fmla="*/ 118150 w 362309"/>
              <a:gd name="connsiteY102" fmla="*/ 170580 h 361971"/>
              <a:gd name="connsiteX103" fmla="*/ 117064 w 362309"/>
              <a:gd name="connsiteY103" fmla="*/ 179518 h 361971"/>
              <a:gd name="connsiteX104" fmla="*/ 113102 w 362309"/>
              <a:gd name="connsiteY104" fmla="*/ 180858 h 361971"/>
              <a:gd name="connsiteX105" fmla="*/ 108054 w 362309"/>
              <a:gd name="connsiteY105" fmla="*/ 178432 h 361971"/>
              <a:gd name="connsiteX106" fmla="*/ 91376 w 362309"/>
              <a:gd name="connsiteY106" fmla="*/ 130361 h 361971"/>
              <a:gd name="connsiteX107" fmla="*/ 162432 w 362309"/>
              <a:gd name="connsiteY107" fmla="*/ 52923 h 361971"/>
              <a:gd name="connsiteX108" fmla="*/ 193040 w 362309"/>
              <a:gd name="connsiteY108" fmla="*/ 46667 h 361971"/>
              <a:gd name="connsiteX109" fmla="*/ 270870 w 362309"/>
              <a:gd name="connsiteY109" fmla="*/ 124424 h 361971"/>
              <a:gd name="connsiteX110" fmla="*/ 261604 w 362309"/>
              <a:gd name="connsiteY110" fmla="*/ 16132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10" y="280959"/>
                  <a:pt x="362310" y="180986"/>
                </a:cubicBezTo>
                <a:cubicBezTo>
                  <a:pt x="362310" y="81013"/>
                  <a:pt x="281157" y="0"/>
                  <a:pt x="181155" y="0"/>
                </a:cubicBezTo>
                <a:close/>
                <a:moveTo>
                  <a:pt x="193040" y="83247"/>
                </a:moveTo>
                <a:cubicBezTo>
                  <a:pt x="186075" y="83247"/>
                  <a:pt x="179110" y="85035"/>
                  <a:pt x="173040" y="88418"/>
                </a:cubicBezTo>
                <a:cubicBezTo>
                  <a:pt x="172081" y="88929"/>
                  <a:pt x="171059" y="89248"/>
                  <a:pt x="169973" y="89248"/>
                </a:cubicBezTo>
                <a:lnTo>
                  <a:pt x="169270" y="89248"/>
                </a:lnTo>
                <a:cubicBezTo>
                  <a:pt x="146522" y="89248"/>
                  <a:pt x="128055" y="107762"/>
                  <a:pt x="128055" y="130425"/>
                </a:cubicBezTo>
                <a:cubicBezTo>
                  <a:pt x="128055" y="139171"/>
                  <a:pt x="130738" y="147534"/>
                  <a:pt x="135850" y="154556"/>
                </a:cubicBezTo>
                <a:cubicBezTo>
                  <a:pt x="137895" y="157429"/>
                  <a:pt x="137256" y="161387"/>
                  <a:pt x="134445" y="163494"/>
                </a:cubicBezTo>
                <a:cubicBezTo>
                  <a:pt x="133294" y="164324"/>
                  <a:pt x="132016" y="164707"/>
                  <a:pt x="130674" y="164707"/>
                </a:cubicBezTo>
                <a:cubicBezTo>
                  <a:pt x="128693" y="164707"/>
                  <a:pt x="126713" y="163813"/>
                  <a:pt x="125498" y="162089"/>
                </a:cubicBezTo>
                <a:cubicBezTo>
                  <a:pt x="118789" y="152833"/>
                  <a:pt x="115275" y="141916"/>
                  <a:pt x="115275" y="130425"/>
                </a:cubicBezTo>
                <a:cubicBezTo>
                  <a:pt x="115275" y="100931"/>
                  <a:pt x="139045" y="76927"/>
                  <a:pt x="168439" y="76480"/>
                </a:cubicBezTo>
                <a:cubicBezTo>
                  <a:pt x="176043" y="72586"/>
                  <a:pt x="184541" y="70543"/>
                  <a:pt x="193104" y="70543"/>
                </a:cubicBezTo>
                <a:cubicBezTo>
                  <a:pt x="222881" y="70543"/>
                  <a:pt x="247099" y="94738"/>
                  <a:pt x="247099" y="124488"/>
                </a:cubicBezTo>
                <a:cubicBezTo>
                  <a:pt x="247099" y="133425"/>
                  <a:pt x="244862" y="142235"/>
                  <a:pt x="240645" y="150024"/>
                </a:cubicBezTo>
                <a:cubicBezTo>
                  <a:pt x="238984" y="153152"/>
                  <a:pt x="235086" y="154301"/>
                  <a:pt x="232019" y="152641"/>
                </a:cubicBezTo>
                <a:cubicBezTo>
                  <a:pt x="228888" y="150981"/>
                  <a:pt x="227737" y="147087"/>
                  <a:pt x="229399" y="143959"/>
                </a:cubicBezTo>
                <a:cubicBezTo>
                  <a:pt x="232594" y="138022"/>
                  <a:pt x="234319" y="131255"/>
                  <a:pt x="234319" y="124488"/>
                </a:cubicBezTo>
                <a:cubicBezTo>
                  <a:pt x="234255" y="101697"/>
                  <a:pt x="215788" y="83247"/>
                  <a:pt x="193040" y="83247"/>
                </a:cubicBezTo>
                <a:close/>
                <a:moveTo>
                  <a:pt x="258984" y="242081"/>
                </a:moveTo>
                <a:cubicBezTo>
                  <a:pt x="258984" y="250316"/>
                  <a:pt x="256876" y="258168"/>
                  <a:pt x="252850" y="264935"/>
                </a:cubicBezTo>
                <a:cubicBezTo>
                  <a:pt x="247099" y="274511"/>
                  <a:pt x="247099" y="276299"/>
                  <a:pt x="247099" y="285045"/>
                </a:cubicBezTo>
                <a:lnTo>
                  <a:pt x="247099" y="308857"/>
                </a:lnTo>
                <a:cubicBezTo>
                  <a:pt x="247099" y="312368"/>
                  <a:pt x="244224" y="315241"/>
                  <a:pt x="240709" y="315241"/>
                </a:cubicBezTo>
                <a:cubicBezTo>
                  <a:pt x="237195" y="315241"/>
                  <a:pt x="234319" y="312368"/>
                  <a:pt x="234319" y="308857"/>
                </a:cubicBezTo>
                <a:lnTo>
                  <a:pt x="234319" y="285045"/>
                </a:lnTo>
                <a:cubicBezTo>
                  <a:pt x="234319" y="274575"/>
                  <a:pt x="234703" y="270298"/>
                  <a:pt x="241923" y="258360"/>
                </a:cubicBezTo>
                <a:cubicBezTo>
                  <a:pt x="244735" y="253636"/>
                  <a:pt x="246268" y="248018"/>
                  <a:pt x="246268" y="242081"/>
                </a:cubicBezTo>
                <a:lnTo>
                  <a:pt x="246268" y="189860"/>
                </a:lnTo>
                <a:cubicBezTo>
                  <a:pt x="246268" y="186604"/>
                  <a:pt x="243329" y="184369"/>
                  <a:pt x="240773" y="184369"/>
                </a:cubicBezTo>
                <a:cubicBezTo>
                  <a:pt x="239367" y="184369"/>
                  <a:pt x="237898" y="185008"/>
                  <a:pt x="236811" y="186093"/>
                </a:cubicBezTo>
                <a:cubicBezTo>
                  <a:pt x="236108" y="186795"/>
                  <a:pt x="235214" y="188072"/>
                  <a:pt x="235214" y="189860"/>
                </a:cubicBezTo>
                <a:lnTo>
                  <a:pt x="235214" y="205117"/>
                </a:lnTo>
                <a:cubicBezTo>
                  <a:pt x="235214" y="208629"/>
                  <a:pt x="232338" y="211501"/>
                  <a:pt x="228824" y="211501"/>
                </a:cubicBezTo>
                <a:cubicBezTo>
                  <a:pt x="225309" y="211501"/>
                  <a:pt x="222434" y="208629"/>
                  <a:pt x="222434" y="205117"/>
                </a:cubicBezTo>
                <a:lnTo>
                  <a:pt x="222434" y="177985"/>
                </a:lnTo>
                <a:cubicBezTo>
                  <a:pt x="222434" y="174730"/>
                  <a:pt x="219495" y="172495"/>
                  <a:pt x="216938" y="172495"/>
                </a:cubicBezTo>
                <a:cubicBezTo>
                  <a:pt x="215533" y="172495"/>
                  <a:pt x="214063" y="173134"/>
                  <a:pt x="212977" y="174219"/>
                </a:cubicBezTo>
                <a:cubicBezTo>
                  <a:pt x="212274" y="174921"/>
                  <a:pt x="211379" y="176198"/>
                  <a:pt x="211379" y="177985"/>
                </a:cubicBezTo>
                <a:lnTo>
                  <a:pt x="211379" y="195861"/>
                </a:lnTo>
                <a:cubicBezTo>
                  <a:pt x="211379" y="199372"/>
                  <a:pt x="208504" y="202245"/>
                  <a:pt x="204989" y="202245"/>
                </a:cubicBezTo>
                <a:cubicBezTo>
                  <a:pt x="201475" y="202245"/>
                  <a:pt x="198599" y="199372"/>
                  <a:pt x="198599" y="195861"/>
                </a:cubicBezTo>
                <a:lnTo>
                  <a:pt x="198599" y="178049"/>
                </a:lnTo>
                <a:cubicBezTo>
                  <a:pt x="198599" y="178049"/>
                  <a:pt x="198599" y="178049"/>
                  <a:pt x="198599" y="178049"/>
                </a:cubicBezTo>
                <a:cubicBezTo>
                  <a:pt x="198599" y="178049"/>
                  <a:pt x="198599" y="178049"/>
                  <a:pt x="198599" y="178049"/>
                </a:cubicBezTo>
                <a:lnTo>
                  <a:pt x="198599" y="124551"/>
                </a:lnTo>
                <a:cubicBezTo>
                  <a:pt x="198599" y="121296"/>
                  <a:pt x="195660" y="119061"/>
                  <a:pt x="193104" y="119061"/>
                </a:cubicBezTo>
                <a:cubicBezTo>
                  <a:pt x="191698" y="119061"/>
                  <a:pt x="190229" y="119700"/>
                  <a:pt x="189142" y="120785"/>
                </a:cubicBezTo>
                <a:cubicBezTo>
                  <a:pt x="188440" y="121487"/>
                  <a:pt x="187545" y="122764"/>
                  <a:pt x="187545" y="124551"/>
                </a:cubicBezTo>
                <a:lnTo>
                  <a:pt x="187545" y="130489"/>
                </a:lnTo>
                <a:lnTo>
                  <a:pt x="187545" y="189987"/>
                </a:lnTo>
                <a:cubicBezTo>
                  <a:pt x="187545" y="193498"/>
                  <a:pt x="184669" y="196371"/>
                  <a:pt x="181155" y="196371"/>
                </a:cubicBezTo>
                <a:cubicBezTo>
                  <a:pt x="177641" y="196371"/>
                  <a:pt x="174765" y="193498"/>
                  <a:pt x="174765" y="189987"/>
                </a:cubicBezTo>
                <a:lnTo>
                  <a:pt x="174765" y="130489"/>
                </a:lnTo>
                <a:cubicBezTo>
                  <a:pt x="174765" y="127233"/>
                  <a:pt x="171826" y="124998"/>
                  <a:pt x="169270" y="124998"/>
                </a:cubicBezTo>
                <a:cubicBezTo>
                  <a:pt x="167864" y="124998"/>
                  <a:pt x="166394" y="125637"/>
                  <a:pt x="165308" y="126722"/>
                </a:cubicBezTo>
                <a:cubicBezTo>
                  <a:pt x="164605" y="127424"/>
                  <a:pt x="163711" y="128701"/>
                  <a:pt x="163711" y="130489"/>
                </a:cubicBezTo>
                <a:lnTo>
                  <a:pt x="163711" y="213736"/>
                </a:lnTo>
                <a:cubicBezTo>
                  <a:pt x="163711" y="217247"/>
                  <a:pt x="160835" y="220120"/>
                  <a:pt x="157321" y="220120"/>
                </a:cubicBezTo>
                <a:cubicBezTo>
                  <a:pt x="153806" y="220120"/>
                  <a:pt x="150931" y="217247"/>
                  <a:pt x="150931" y="213736"/>
                </a:cubicBezTo>
                <a:lnTo>
                  <a:pt x="150931" y="201861"/>
                </a:lnTo>
                <a:cubicBezTo>
                  <a:pt x="150931" y="194328"/>
                  <a:pt x="148247" y="188966"/>
                  <a:pt x="143135" y="186476"/>
                </a:cubicBezTo>
                <a:cubicBezTo>
                  <a:pt x="142113" y="185965"/>
                  <a:pt x="141282" y="186348"/>
                  <a:pt x="140898" y="186604"/>
                </a:cubicBezTo>
                <a:cubicBezTo>
                  <a:pt x="140451" y="186859"/>
                  <a:pt x="139876" y="187434"/>
                  <a:pt x="139876" y="188455"/>
                </a:cubicBezTo>
                <a:lnTo>
                  <a:pt x="139876" y="231675"/>
                </a:lnTo>
                <a:cubicBezTo>
                  <a:pt x="139876" y="247060"/>
                  <a:pt x="149077" y="256317"/>
                  <a:pt x="151953" y="258807"/>
                </a:cubicBezTo>
                <a:cubicBezTo>
                  <a:pt x="159812" y="265701"/>
                  <a:pt x="169653" y="274256"/>
                  <a:pt x="169653" y="291173"/>
                </a:cubicBezTo>
                <a:lnTo>
                  <a:pt x="169653" y="308985"/>
                </a:lnTo>
                <a:cubicBezTo>
                  <a:pt x="169653" y="312496"/>
                  <a:pt x="166778" y="315369"/>
                  <a:pt x="163263" y="315369"/>
                </a:cubicBezTo>
                <a:cubicBezTo>
                  <a:pt x="159748" y="315369"/>
                  <a:pt x="156873" y="312496"/>
                  <a:pt x="156873" y="308985"/>
                </a:cubicBezTo>
                <a:lnTo>
                  <a:pt x="156873" y="291173"/>
                </a:lnTo>
                <a:cubicBezTo>
                  <a:pt x="156873" y="280065"/>
                  <a:pt x="150675" y="274703"/>
                  <a:pt x="143518" y="268383"/>
                </a:cubicBezTo>
                <a:cubicBezTo>
                  <a:pt x="133230" y="259381"/>
                  <a:pt x="127096" y="245656"/>
                  <a:pt x="127096" y="231675"/>
                </a:cubicBezTo>
                <a:lnTo>
                  <a:pt x="127096" y="188455"/>
                </a:lnTo>
                <a:cubicBezTo>
                  <a:pt x="127096" y="183284"/>
                  <a:pt x="129716" y="178496"/>
                  <a:pt x="134125" y="175751"/>
                </a:cubicBezTo>
                <a:cubicBezTo>
                  <a:pt x="138598" y="173006"/>
                  <a:pt x="144093" y="172751"/>
                  <a:pt x="148758" y="175049"/>
                </a:cubicBezTo>
                <a:cubicBezTo>
                  <a:pt x="149397" y="175368"/>
                  <a:pt x="150100" y="175751"/>
                  <a:pt x="150867" y="176198"/>
                </a:cubicBezTo>
                <a:lnTo>
                  <a:pt x="150867" y="130489"/>
                </a:lnTo>
                <a:cubicBezTo>
                  <a:pt x="150867" y="125637"/>
                  <a:pt x="152720" y="121104"/>
                  <a:pt x="156170" y="117657"/>
                </a:cubicBezTo>
                <a:cubicBezTo>
                  <a:pt x="159621" y="114209"/>
                  <a:pt x="164349" y="112167"/>
                  <a:pt x="169142" y="112167"/>
                </a:cubicBezTo>
                <a:cubicBezTo>
                  <a:pt x="172273" y="112167"/>
                  <a:pt x="175148" y="112996"/>
                  <a:pt x="177704" y="114401"/>
                </a:cubicBezTo>
                <a:cubicBezTo>
                  <a:pt x="178343" y="113443"/>
                  <a:pt x="179110" y="112550"/>
                  <a:pt x="179941" y="111656"/>
                </a:cubicBezTo>
                <a:cubicBezTo>
                  <a:pt x="183391" y="108208"/>
                  <a:pt x="188120" y="106166"/>
                  <a:pt x="192912" y="106166"/>
                </a:cubicBezTo>
                <a:cubicBezTo>
                  <a:pt x="203008" y="106166"/>
                  <a:pt x="211188" y="114337"/>
                  <a:pt x="211188" y="124424"/>
                </a:cubicBezTo>
                <a:lnTo>
                  <a:pt x="211188" y="160621"/>
                </a:lnTo>
                <a:cubicBezTo>
                  <a:pt x="212977" y="160046"/>
                  <a:pt x="214830" y="159663"/>
                  <a:pt x="216683" y="159663"/>
                </a:cubicBezTo>
                <a:cubicBezTo>
                  <a:pt x="224990" y="159663"/>
                  <a:pt x="231891" y="165217"/>
                  <a:pt x="234127" y="172814"/>
                </a:cubicBezTo>
                <a:cubicBezTo>
                  <a:pt x="236172" y="172048"/>
                  <a:pt x="238281" y="171601"/>
                  <a:pt x="240453" y="171601"/>
                </a:cubicBezTo>
                <a:cubicBezTo>
                  <a:pt x="250550" y="171601"/>
                  <a:pt x="258729" y="179773"/>
                  <a:pt x="258729" y="189860"/>
                </a:cubicBezTo>
                <a:lnTo>
                  <a:pt x="258729" y="242081"/>
                </a:lnTo>
                <a:close/>
                <a:moveTo>
                  <a:pt x="261604" y="161323"/>
                </a:moveTo>
                <a:cubicBezTo>
                  <a:pt x="259943" y="164451"/>
                  <a:pt x="256045" y="165601"/>
                  <a:pt x="252978" y="163941"/>
                </a:cubicBezTo>
                <a:cubicBezTo>
                  <a:pt x="249847" y="162281"/>
                  <a:pt x="248697" y="158387"/>
                  <a:pt x="250422" y="155322"/>
                </a:cubicBezTo>
                <a:cubicBezTo>
                  <a:pt x="255470" y="145938"/>
                  <a:pt x="258154" y="135277"/>
                  <a:pt x="258154" y="124488"/>
                </a:cubicBezTo>
                <a:cubicBezTo>
                  <a:pt x="258154" y="88674"/>
                  <a:pt x="228952" y="59499"/>
                  <a:pt x="193104" y="59499"/>
                </a:cubicBezTo>
                <a:cubicBezTo>
                  <a:pt x="184414" y="59499"/>
                  <a:pt x="175979" y="61159"/>
                  <a:pt x="168056" y="64478"/>
                </a:cubicBezTo>
                <a:cubicBezTo>
                  <a:pt x="167161" y="65117"/>
                  <a:pt x="166075" y="65500"/>
                  <a:pt x="164924" y="65564"/>
                </a:cubicBezTo>
                <a:cubicBezTo>
                  <a:pt x="130866" y="67798"/>
                  <a:pt x="104220" y="96270"/>
                  <a:pt x="104220" y="130425"/>
                </a:cubicBezTo>
                <a:cubicBezTo>
                  <a:pt x="104220" y="145172"/>
                  <a:pt x="109012" y="159089"/>
                  <a:pt x="118150" y="170580"/>
                </a:cubicBezTo>
                <a:cubicBezTo>
                  <a:pt x="120323" y="173325"/>
                  <a:pt x="119875" y="177347"/>
                  <a:pt x="117064" y="179518"/>
                </a:cubicBezTo>
                <a:cubicBezTo>
                  <a:pt x="115914" y="180411"/>
                  <a:pt x="114508" y="180858"/>
                  <a:pt x="113102" y="180858"/>
                </a:cubicBezTo>
                <a:cubicBezTo>
                  <a:pt x="111185" y="180858"/>
                  <a:pt x="109332" y="180028"/>
                  <a:pt x="108054" y="178432"/>
                </a:cubicBezTo>
                <a:cubicBezTo>
                  <a:pt x="97127" y="164579"/>
                  <a:pt x="91376" y="147981"/>
                  <a:pt x="91376" y="130361"/>
                </a:cubicBezTo>
                <a:cubicBezTo>
                  <a:pt x="91376" y="90078"/>
                  <a:pt x="122431" y="56371"/>
                  <a:pt x="162432" y="52923"/>
                </a:cubicBezTo>
                <a:cubicBezTo>
                  <a:pt x="172145" y="48774"/>
                  <a:pt x="182433" y="46667"/>
                  <a:pt x="193040" y="46667"/>
                </a:cubicBezTo>
                <a:cubicBezTo>
                  <a:pt x="235981" y="46667"/>
                  <a:pt x="270870" y="81523"/>
                  <a:pt x="270870" y="124424"/>
                </a:cubicBezTo>
                <a:cubicBezTo>
                  <a:pt x="270870" y="137319"/>
                  <a:pt x="267675" y="150024"/>
                  <a:pt x="261604" y="161323"/>
                </a:cubicBezTo>
                <a:close/>
              </a:path>
            </a:pathLst>
          </a:custGeom>
          <a:solidFill>
            <a:srgbClr val="00A3E0"/>
          </a:solidFill>
          <a:ln w="6390" cap="flat">
            <a:noFill/>
            <a:prstDash val="solid"/>
            <a:miter/>
          </a:ln>
        </p:spPr>
        <p:txBody>
          <a:bodyPr rtlCol="0" anchor="ctr"/>
          <a:lstStyle/>
          <a:p>
            <a:endParaRPr lang="en-US"/>
          </a:p>
        </p:txBody>
      </p:sp>
      <p:sp>
        <p:nvSpPr>
          <p:cNvPr id="901" name="Graphic 4">
            <a:extLst>
              <a:ext uri="{FF2B5EF4-FFF2-40B4-BE49-F238E27FC236}">
                <a16:creationId xmlns:a16="http://schemas.microsoft.com/office/drawing/2014/main" id="{672D2B98-5BF6-154F-8317-DB392EB3AE65}"/>
              </a:ext>
            </a:extLst>
          </p:cNvPr>
          <p:cNvSpPr/>
          <p:nvPr/>
        </p:nvSpPr>
        <p:spPr>
          <a:xfrm>
            <a:off x="7192385" y="917987"/>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36106 w 362309"/>
              <a:gd name="connsiteY5" fmla="*/ 149321 h 361971"/>
              <a:gd name="connsiteX6" fmla="*/ 129652 w 362309"/>
              <a:gd name="connsiteY6" fmla="*/ 148045 h 361971"/>
              <a:gd name="connsiteX7" fmla="*/ 101728 w 362309"/>
              <a:gd name="connsiteY7" fmla="*/ 126658 h 361971"/>
              <a:gd name="connsiteX8" fmla="*/ 97128 w 362309"/>
              <a:gd name="connsiteY8" fmla="*/ 91802 h 361971"/>
              <a:gd name="connsiteX9" fmla="*/ 118534 w 362309"/>
              <a:gd name="connsiteY9" fmla="*/ 63904 h 361971"/>
              <a:gd name="connsiteX10" fmla="*/ 153422 w 362309"/>
              <a:gd name="connsiteY10" fmla="*/ 59307 h 361971"/>
              <a:gd name="connsiteX11" fmla="*/ 173231 w 362309"/>
              <a:gd name="connsiteY11" fmla="*/ 70607 h 361971"/>
              <a:gd name="connsiteX12" fmla="*/ 173935 w 362309"/>
              <a:gd name="connsiteY12" fmla="*/ 61797 h 361971"/>
              <a:gd name="connsiteX13" fmla="*/ 180836 w 362309"/>
              <a:gd name="connsiteY13" fmla="*/ 55924 h 361971"/>
              <a:gd name="connsiteX14" fmla="*/ 186715 w 362309"/>
              <a:gd name="connsiteY14" fmla="*/ 62818 h 361971"/>
              <a:gd name="connsiteX15" fmla="*/ 184797 w 362309"/>
              <a:gd name="connsiteY15" fmla="*/ 86694 h 361971"/>
              <a:gd name="connsiteX16" fmla="*/ 184797 w 362309"/>
              <a:gd name="connsiteY16" fmla="*/ 86758 h 361971"/>
              <a:gd name="connsiteX17" fmla="*/ 184541 w 362309"/>
              <a:gd name="connsiteY17" fmla="*/ 87780 h 361971"/>
              <a:gd name="connsiteX18" fmla="*/ 184158 w 362309"/>
              <a:gd name="connsiteY18" fmla="*/ 89057 h 361971"/>
              <a:gd name="connsiteX19" fmla="*/ 183775 w 362309"/>
              <a:gd name="connsiteY19" fmla="*/ 89567 h 361971"/>
              <a:gd name="connsiteX20" fmla="*/ 182689 w 362309"/>
              <a:gd name="connsiteY20" fmla="*/ 90972 h 361971"/>
              <a:gd name="connsiteX21" fmla="*/ 182561 w 362309"/>
              <a:gd name="connsiteY21" fmla="*/ 91099 h 361971"/>
              <a:gd name="connsiteX22" fmla="*/ 181922 w 362309"/>
              <a:gd name="connsiteY22" fmla="*/ 91419 h 361971"/>
              <a:gd name="connsiteX23" fmla="*/ 180580 w 362309"/>
              <a:gd name="connsiteY23" fmla="*/ 92121 h 361971"/>
              <a:gd name="connsiteX24" fmla="*/ 179494 w 362309"/>
              <a:gd name="connsiteY24" fmla="*/ 92312 h 361971"/>
              <a:gd name="connsiteX25" fmla="*/ 178535 w 362309"/>
              <a:gd name="connsiteY25" fmla="*/ 92504 h 361971"/>
              <a:gd name="connsiteX26" fmla="*/ 178024 w 362309"/>
              <a:gd name="connsiteY26" fmla="*/ 92504 h 361971"/>
              <a:gd name="connsiteX27" fmla="*/ 154125 w 362309"/>
              <a:gd name="connsiteY27" fmla="*/ 90589 h 361971"/>
              <a:gd name="connsiteX28" fmla="*/ 148247 w 362309"/>
              <a:gd name="connsiteY28" fmla="*/ 83694 h 361971"/>
              <a:gd name="connsiteX29" fmla="*/ 155148 w 362309"/>
              <a:gd name="connsiteY29" fmla="*/ 77821 h 361971"/>
              <a:gd name="connsiteX30" fmla="*/ 163327 w 362309"/>
              <a:gd name="connsiteY30" fmla="*/ 78459 h 361971"/>
              <a:gd name="connsiteX31" fmla="*/ 150291 w 362309"/>
              <a:gd name="connsiteY31" fmla="*/ 71564 h 361971"/>
              <a:gd name="connsiteX32" fmla="*/ 125115 w 362309"/>
              <a:gd name="connsiteY32" fmla="*/ 74884 h 361971"/>
              <a:gd name="connsiteX33" fmla="*/ 109652 w 362309"/>
              <a:gd name="connsiteY33" fmla="*/ 95057 h 361971"/>
              <a:gd name="connsiteX34" fmla="*/ 112974 w 362309"/>
              <a:gd name="connsiteY34" fmla="*/ 120210 h 361971"/>
              <a:gd name="connsiteX35" fmla="*/ 133103 w 362309"/>
              <a:gd name="connsiteY35" fmla="*/ 135660 h 361971"/>
              <a:gd name="connsiteX36" fmla="*/ 137767 w 362309"/>
              <a:gd name="connsiteY36" fmla="*/ 136553 h 361971"/>
              <a:gd name="connsiteX37" fmla="*/ 143327 w 362309"/>
              <a:gd name="connsiteY37" fmla="*/ 143640 h 361971"/>
              <a:gd name="connsiteX38" fmla="*/ 137001 w 362309"/>
              <a:gd name="connsiteY38" fmla="*/ 149258 h 361971"/>
              <a:gd name="connsiteX39" fmla="*/ 136106 w 362309"/>
              <a:gd name="connsiteY39" fmla="*/ 149321 h 361971"/>
              <a:gd name="connsiteX40" fmla="*/ 266716 w 362309"/>
              <a:gd name="connsiteY40" fmla="*/ 236207 h 361971"/>
              <a:gd name="connsiteX41" fmla="*/ 260838 w 362309"/>
              <a:gd name="connsiteY41" fmla="*/ 258041 h 361971"/>
              <a:gd name="connsiteX42" fmla="*/ 255406 w 362309"/>
              <a:gd name="connsiteY42" fmla="*/ 277001 h 361971"/>
              <a:gd name="connsiteX43" fmla="*/ 255406 w 362309"/>
              <a:gd name="connsiteY43" fmla="*/ 299600 h 361971"/>
              <a:gd name="connsiteX44" fmla="*/ 249016 w 362309"/>
              <a:gd name="connsiteY44" fmla="*/ 305984 h 361971"/>
              <a:gd name="connsiteX45" fmla="*/ 242627 w 362309"/>
              <a:gd name="connsiteY45" fmla="*/ 299600 h 361971"/>
              <a:gd name="connsiteX46" fmla="*/ 242627 w 362309"/>
              <a:gd name="connsiteY46" fmla="*/ 277001 h 361971"/>
              <a:gd name="connsiteX47" fmla="*/ 249847 w 362309"/>
              <a:gd name="connsiteY47" fmla="*/ 251465 h 361971"/>
              <a:gd name="connsiteX48" fmla="*/ 253936 w 362309"/>
              <a:gd name="connsiteY48" fmla="*/ 236207 h 361971"/>
              <a:gd name="connsiteX49" fmla="*/ 253936 w 362309"/>
              <a:gd name="connsiteY49" fmla="*/ 186604 h 361971"/>
              <a:gd name="connsiteX50" fmla="*/ 249016 w 362309"/>
              <a:gd name="connsiteY50" fmla="*/ 181688 h 361971"/>
              <a:gd name="connsiteX51" fmla="*/ 245502 w 362309"/>
              <a:gd name="connsiteY51" fmla="*/ 183220 h 361971"/>
              <a:gd name="connsiteX52" fmla="*/ 244096 w 362309"/>
              <a:gd name="connsiteY52" fmla="*/ 186604 h 361971"/>
              <a:gd name="connsiteX53" fmla="*/ 244096 w 362309"/>
              <a:gd name="connsiteY53" fmla="*/ 201095 h 361971"/>
              <a:gd name="connsiteX54" fmla="*/ 237706 w 362309"/>
              <a:gd name="connsiteY54" fmla="*/ 207479 h 361971"/>
              <a:gd name="connsiteX55" fmla="*/ 231316 w 362309"/>
              <a:gd name="connsiteY55" fmla="*/ 201095 h 361971"/>
              <a:gd name="connsiteX56" fmla="*/ 231316 w 362309"/>
              <a:gd name="connsiteY56" fmla="*/ 186604 h 361971"/>
              <a:gd name="connsiteX57" fmla="*/ 231316 w 362309"/>
              <a:gd name="connsiteY57" fmla="*/ 186604 h 361971"/>
              <a:gd name="connsiteX58" fmla="*/ 231316 w 362309"/>
              <a:gd name="connsiteY58" fmla="*/ 186540 h 361971"/>
              <a:gd name="connsiteX59" fmla="*/ 231316 w 362309"/>
              <a:gd name="connsiteY59" fmla="*/ 175240 h 361971"/>
              <a:gd name="connsiteX60" fmla="*/ 226396 w 362309"/>
              <a:gd name="connsiteY60" fmla="*/ 170325 h 361971"/>
              <a:gd name="connsiteX61" fmla="*/ 222881 w 362309"/>
              <a:gd name="connsiteY61" fmla="*/ 171857 h 361971"/>
              <a:gd name="connsiteX62" fmla="*/ 221475 w 362309"/>
              <a:gd name="connsiteY62" fmla="*/ 175240 h 361971"/>
              <a:gd name="connsiteX63" fmla="*/ 221475 w 362309"/>
              <a:gd name="connsiteY63" fmla="*/ 192222 h 361971"/>
              <a:gd name="connsiteX64" fmla="*/ 215086 w 362309"/>
              <a:gd name="connsiteY64" fmla="*/ 198606 h 361971"/>
              <a:gd name="connsiteX65" fmla="*/ 208696 w 362309"/>
              <a:gd name="connsiteY65" fmla="*/ 192222 h 361971"/>
              <a:gd name="connsiteX66" fmla="*/ 208696 w 362309"/>
              <a:gd name="connsiteY66" fmla="*/ 175304 h 361971"/>
              <a:gd name="connsiteX67" fmla="*/ 208696 w 362309"/>
              <a:gd name="connsiteY67" fmla="*/ 175304 h 361971"/>
              <a:gd name="connsiteX68" fmla="*/ 208696 w 362309"/>
              <a:gd name="connsiteY68" fmla="*/ 175304 h 361971"/>
              <a:gd name="connsiteX69" fmla="*/ 208696 w 362309"/>
              <a:gd name="connsiteY69" fmla="*/ 164005 h 361971"/>
              <a:gd name="connsiteX70" fmla="*/ 203775 w 362309"/>
              <a:gd name="connsiteY70" fmla="*/ 159089 h 361971"/>
              <a:gd name="connsiteX71" fmla="*/ 200261 w 362309"/>
              <a:gd name="connsiteY71" fmla="*/ 160621 h 361971"/>
              <a:gd name="connsiteX72" fmla="*/ 198855 w 362309"/>
              <a:gd name="connsiteY72" fmla="*/ 164005 h 361971"/>
              <a:gd name="connsiteX73" fmla="*/ 198855 w 362309"/>
              <a:gd name="connsiteY73" fmla="*/ 186604 h 361971"/>
              <a:gd name="connsiteX74" fmla="*/ 192465 w 362309"/>
              <a:gd name="connsiteY74" fmla="*/ 192988 h 361971"/>
              <a:gd name="connsiteX75" fmla="*/ 186075 w 362309"/>
              <a:gd name="connsiteY75" fmla="*/ 186604 h 361971"/>
              <a:gd name="connsiteX76" fmla="*/ 186075 w 362309"/>
              <a:gd name="connsiteY76" fmla="*/ 164005 h 361971"/>
              <a:gd name="connsiteX77" fmla="*/ 186075 w 362309"/>
              <a:gd name="connsiteY77" fmla="*/ 164005 h 361971"/>
              <a:gd name="connsiteX78" fmla="*/ 186075 w 362309"/>
              <a:gd name="connsiteY78" fmla="*/ 130106 h 361971"/>
              <a:gd name="connsiteX79" fmla="*/ 181155 w 362309"/>
              <a:gd name="connsiteY79" fmla="*/ 125190 h 361971"/>
              <a:gd name="connsiteX80" fmla="*/ 177641 w 362309"/>
              <a:gd name="connsiteY80" fmla="*/ 126722 h 361971"/>
              <a:gd name="connsiteX81" fmla="*/ 176235 w 362309"/>
              <a:gd name="connsiteY81" fmla="*/ 130106 h 361971"/>
              <a:gd name="connsiteX82" fmla="*/ 176235 w 362309"/>
              <a:gd name="connsiteY82" fmla="*/ 209203 h 361971"/>
              <a:gd name="connsiteX83" fmla="*/ 169845 w 362309"/>
              <a:gd name="connsiteY83" fmla="*/ 215587 h 361971"/>
              <a:gd name="connsiteX84" fmla="*/ 163455 w 362309"/>
              <a:gd name="connsiteY84" fmla="*/ 209203 h 361971"/>
              <a:gd name="connsiteX85" fmla="*/ 163455 w 362309"/>
              <a:gd name="connsiteY85" fmla="*/ 197903 h 361971"/>
              <a:gd name="connsiteX86" fmla="*/ 156234 w 362309"/>
              <a:gd name="connsiteY86" fmla="*/ 183539 h 361971"/>
              <a:gd name="connsiteX87" fmla="*/ 154381 w 362309"/>
              <a:gd name="connsiteY87" fmla="*/ 183603 h 361971"/>
              <a:gd name="connsiteX88" fmla="*/ 153550 w 362309"/>
              <a:gd name="connsiteY88" fmla="*/ 185072 h 361971"/>
              <a:gd name="connsiteX89" fmla="*/ 153550 w 362309"/>
              <a:gd name="connsiteY89" fmla="*/ 226121 h 361971"/>
              <a:gd name="connsiteX90" fmla="*/ 164925 w 362309"/>
              <a:gd name="connsiteY90" fmla="*/ 251657 h 361971"/>
              <a:gd name="connsiteX91" fmla="*/ 181858 w 362309"/>
              <a:gd name="connsiteY91" fmla="*/ 282619 h 361971"/>
              <a:gd name="connsiteX92" fmla="*/ 181858 w 362309"/>
              <a:gd name="connsiteY92" fmla="*/ 299600 h 361971"/>
              <a:gd name="connsiteX93" fmla="*/ 175468 w 362309"/>
              <a:gd name="connsiteY93" fmla="*/ 305984 h 361971"/>
              <a:gd name="connsiteX94" fmla="*/ 169078 w 362309"/>
              <a:gd name="connsiteY94" fmla="*/ 299600 h 361971"/>
              <a:gd name="connsiteX95" fmla="*/ 169078 w 362309"/>
              <a:gd name="connsiteY95" fmla="*/ 282619 h 361971"/>
              <a:gd name="connsiteX96" fmla="*/ 156490 w 362309"/>
              <a:gd name="connsiteY96" fmla="*/ 261233 h 361971"/>
              <a:gd name="connsiteX97" fmla="*/ 140771 w 362309"/>
              <a:gd name="connsiteY97" fmla="*/ 226121 h 361971"/>
              <a:gd name="connsiteX98" fmla="*/ 140771 w 362309"/>
              <a:gd name="connsiteY98" fmla="*/ 185072 h 361971"/>
              <a:gd name="connsiteX99" fmla="*/ 147608 w 362309"/>
              <a:gd name="connsiteY99" fmla="*/ 172751 h 361971"/>
              <a:gd name="connsiteX100" fmla="*/ 161858 w 362309"/>
              <a:gd name="connsiteY100" fmla="*/ 172048 h 361971"/>
              <a:gd name="connsiteX101" fmla="*/ 163391 w 362309"/>
              <a:gd name="connsiteY101" fmla="*/ 172878 h 361971"/>
              <a:gd name="connsiteX102" fmla="*/ 163391 w 362309"/>
              <a:gd name="connsiteY102" fmla="*/ 130042 h 361971"/>
              <a:gd name="connsiteX103" fmla="*/ 168503 w 362309"/>
              <a:gd name="connsiteY103" fmla="*/ 117657 h 361971"/>
              <a:gd name="connsiteX104" fmla="*/ 181091 w 362309"/>
              <a:gd name="connsiteY104" fmla="*/ 112358 h 361971"/>
              <a:gd name="connsiteX105" fmla="*/ 198791 w 362309"/>
              <a:gd name="connsiteY105" fmla="*/ 130042 h 361971"/>
              <a:gd name="connsiteX106" fmla="*/ 198791 w 362309"/>
              <a:gd name="connsiteY106" fmla="*/ 147087 h 361971"/>
              <a:gd name="connsiteX107" fmla="*/ 203711 w 362309"/>
              <a:gd name="connsiteY107" fmla="*/ 146257 h 361971"/>
              <a:gd name="connsiteX108" fmla="*/ 220517 w 362309"/>
              <a:gd name="connsiteY108" fmla="*/ 158642 h 361971"/>
              <a:gd name="connsiteX109" fmla="*/ 226332 w 362309"/>
              <a:gd name="connsiteY109" fmla="*/ 157557 h 361971"/>
              <a:gd name="connsiteX110" fmla="*/ 243137 w 362309"/>
              <a:gd name="connsiteY110" fmla="*/ 169942 h 361971"/>
              <a:gd name="connsiteX111" fmla="*/ 248952 w 362309"/>
              <a:gd name="connsiteY111" fmla="*/ 168856 h 361971"/>
              <a:gd name="connsiteX112" fmla="*/ 266653 w 362309"/>
              <a:gd name="connsiteY112" fmla="*/ 186540 h 361971"/>
              <a:gd name="connsiteX113" fmla="*/ 266653 w 362309"/>
              <a:gd name="connsiteY113" fmla="*/ 23620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62309" h="361971">
                <a:moveTo>
                  <a:pt x="181155" y="0"/>
                </a:moveTo>
                <a:cubicBezTo>
                  <a:pt x="81089" y="0"/>
                  <a:pt x="0" y="81013"/>
                  <a:pt x="0" y="180986"/>
                </a:cubicBezTo>
                <a:cubicBezTo>
                  <a:pt x="0" y="280959"/>
                  <a:pt x="81089" y="361972"/>
                  <a:pt x="181155" y="361972"/>
                </a:cubicBezTo>
                <a:cubicBezTo>
                  <a:pt x="281221" y="361972"/>
                  <a:pt x="362310" y="280959"/>
                  <a:pt x="362310" y="180986"/>
                </a:cubicBezTo>
                <a:cubicBezTo>
                  <a:pt x="362310" y="81013"/>
                  <a:pt x="281157" y="0"/>
                  <a:pt x="181155" y="0"/>
                </a:cubicBezTo>
                <a:close/>
                <a:moveTo>
                  <a:pt x="136106" y="149321"/>
                </a:moveTo>
                <a:cubicBezTo>
                  <a:pt x="133934" y="149066"/>
                  <a:pt x="131760" y="148619"/>
                  <a:pt x="129652" y="148045"/>
                </a:cubicBezTo>
                <a:cubicBezTo>
                  <a:pt x="117767" y="144853"/>
                  <a:pt x="107862" y="137256"/>
                  <a:pt x="101728" y="126658"/>
                </a:cubicBezTo>
                <a:cubicBezTo>
                  <a:pt x="95594" y="116061"/>
                  <a:pt x="93933" y="103676"/>
                  <a:pt x="97128" y="91802"/>
                </a:cubicBezTo>
                <a:cubicBezTo>
                  <a:pt x="100322" y="79927"/>
                  <a:pt x="107926" y="70032"/>
                  <a:pt x="118534" y="63904"/>
                </a:cubicBezTo>
                <a:cubicBezTo>
                  <a:pt x="129141" y="57775"/>
                  <a:pt x="141537" y="56179"/>
                  <a:pt x="153422" y="59307"/>
                </a:cubicBezTo>
                <a:cubicBezTo>
                  <a:pt x="160963" y="61350"/>
                  <a:pt x="167672" y="65244"/>
                  <a:pt x="173231" y="70607"/>
                </a:cubicBezTo>
                <a:lnTo>
                  <a:pt x="173935" y="61797"/>
                </a:lnTo>
                <a:cubicBezTo>
                  <a:pt x="174190" y="58286"/>
                  <a:pt x="177257" y="55668"/>
                  <a:pt x="180836" y="55924"/>
                </a:cubicBezTo>
                <a:cubicBezTo>
                  <a:pt x="184350" y="56179"/>
                  <a:pt x="186970" y="59307"/>
                  <a:pt x="186715" y="62818"/>
                </a:cubicBezTo>
                <a:lnTo>
                  <a:pt x="184797" y="86694"/>
                </a:lnTo>
                <a:cubicBezTo>
                  <a:pt x="184797" y="86694"/>
                  <a:pt x="184797" y="86694"/>
                  <a:pt x="184797" y="86758"/>
                </a:cubicBezTo>
                <a:cubicBezTo>
                  <a:pt x="184797" y="87141"/>
                  <a:pt x="184605" y="87461"/>
                  <a:pt x="184541" y="87780"/>
                </a:cubicBezTo>
                <a:cubicBezTo>
                  <a:pt x="184413" y="88227"/>
                  <a:pt x="184350" y="88674"/>
                  <a:pt x="184158" y="89057"/>
                </a:cubicBezTo>
                <a:cubicBezTo>
                  <a:pt x="184031" y="89248"/>
                  <a:pt x="183903" y="89376"/>
                  <a:pt x="183775" y="89567"/>
                </a:cubicBezTo>
                <a:cubicBezTo>
                  <a:pt x="183456" y="90078"/>
                  <a:pt x="183136" y="90525"/>
                  <a:pt x="182689" y="90972"/>
                </a:cubicBezTo>
                <a:cubicBezTo>
                  <a:pt x="182625" y="91036"/>
                  <a:pt x="182625" y="91036"/>
                  <a:pt x="182561" y="91099"/>
                </a:cubicBezTo>
                <a:cubicBezTo>
                  <a:pt x="182369" y="91291"/>
                  <a:pt x="182113" y="91291"/>
                  <a:pt x="181922" y="91419"/>
                </a:cubicBezTo>
                <a:cubicBezTo>
                  <a:pt x="181474" y="91674"/>
                  <a:pt x="181091" y="91993"/>
                  <a:pt x="180580" y="92121"/>
                </a:cubicBezTo>
                <a:cubicBezTo>
                  <a:pt x="180197" y="92249"/>
                  <a:pt x="179877" y="92249"/>
                  <a:pt x="179494" y="92312"/>
                </a:cubicBezTo>
                <a:cubicBezTo>
                  <a:pt x="179174" y="92376"/>
                  <a:pt x="178854" y="92504"/>
                  <a:pt x="178535" y="92504"/>
                </a:cubicBezTo>
                <a:cubicBezTo>
                  <a:pt x="178343" y="92504"/>
                  <a:pt x="178215" y="92504"/>
                  <a:pt x="178024" y="92504"/>
                </a:cubicBezTo>
                <a:lnTo>
                  <a:pt x="154125" y="90589"/>
                </a:lnTo>
                <a:cubicBezTo>
                  <a:pt x="150611" y="90333"/>
                  <a:pt x="147991" y="87205"/>
                  <a:pt x="148247" y="83694"/>
                </a:cubicBezTo>
                <a:cubicBezTo>
                  <a:pt x="148502" y="80183"/>
                  <a:pt x="151634" y="77565"/>
                  <a:pt x="155148" y="77821"/>
                </a:cubicBezTo>
                <a:lnTo>
                  <a:pt x="163327" y="78459"/>
                </a:lnTo>
                <a:cubicBezTo>
                  <a:pt x="159557" y="75267"/>
                  <a:pt x="155148" y="72841"/>
                  <a:pt x="150291" y="71564"/>
                </a:cubicBezTo>
                <a:cubicBezTo>
                  <a:pt x="141729" y="69266"/>
                  <a:pt x="132783" y="70479"/>
                  <a:pt x="125115" y="74884"/>
                </a:cubicBezTo>
                <a:cubicBezTo>
                  <a:pt x="117447" y="79289"/>
                  <a:pt x="111952" y="86439"/>
                  <a:pt x="109652" y="95057"/>
                </a:cubicBezTo>
                <a:cubicBezTo>
                  <a:pt x="107351" y="103612"/>
                  <a:pt x="108565" y="112550"/>
                  <a:pt x="112974" y="120210"/>
                </a:cubicBezTo>
                <a:cubicBezTo>
                  <a:pt x="117383" y="127871"/>
                  <a:pt x="124540" y="133361"/>
                  <a:pt x="133103" y="135660"/>
                </a:cubicBezTo>
                <a:cubicBezTo>
                  <a:pt x="134700" y="136107"/>
                  <a:pt x="136234" y="136362"/>
                  <a:pt x="137767" y="136553"/>
                </a:cubicBezTo>
                <a:cubicBezTo>
                  <a:pt x="141281" y="137000"/>
                  <a:pt x="143774" y="140192"/>
                  <a:pt x="143327" y="143640"/>
                </a:cubicBezTo>
                <a:cubicBezTo>
                  <a:pt x="142943" y="146895"/>
                  <a:pt x="140196" y="149258"/>
                  <a:pt x="137001" y="149258"/>
                </a:cubicBezTo>
                <a:cubicBezTo>
                  <a:pt x="136617" y="149385"/>
                  <a:pt x="136362" y="149385"/>
                  <a:pt x="136106" y="149321"/>
                </a:cubicBezTo>
                <a:close/>
                <a:moveTo>
                  <a:pt x="266716" y="236207"/>
                </a:moveTo>
                <a:cubicBezTo>
                  <a:pt x="266716" y="244060"/>
                  <a:pt x="264671" y="251657"/>
                  <a:pt x="260838" y="258041"/>
                </a:cubicBezTo>
                <a:cubicBezTo>
                  <a:pt x="255406" y="267042"/>
                  <a:pt x="255406" y="268574"/>
                  <a:pt x="255406" y="277001"/>
                </a:cubicBezTo>
                <a:lnTo>
                  <a:pt x="255406" y="299600"/>
                </a:lnTo>
                <a:cubicBezTo>
                  <a:pt x="255406" y="303111"/>
                  <a:pt x="252530" y="305984"/>
                  <a:pt x="249016" y="305984"/>
                </a:cubicBezTo>
                <a:cubicBezTo>
                  <a:pt x="245502" y="305984"/>
                  <a:pt x="242627" y="303111"/>
                  <a:pt x="242627" y="299600"/>
                </a:cubicBezTo>
                <a:lnTo>
                  <a:pt x="242627" y="277001"/>
                </a:lnTo>
                <a:cubicBezTo>
                  <a:pt x="242627" y="266978"/>
                  <a:pt x="242946" y="262956"/>
                  <a:pt x="249847" y="251465"/>
                </a:cubicBezTo>
                <a:cubicBezTo>
                  <a:pt x="252530" y="247060"/>
                  <a:pt x="253936" y="241761"/>
                  <a:pt x="253936" y="236207"/>
                </a:cubicBezTo>
                <a:lnTo>
                  <a:pt x="253936" y="186604"/>
                </a:lnTo>
                <a:cubicBezTo>
                  <a:pt x="253936" y="183412"/>
                  <a:pt x="250997" y="181688"/>
                  <a:pt x="249016" y="181688"/>
                </a:cubicBezTo>
                <a:cubicBezTo>
                  <a:pt x="247802" y="181688"/>
                  <a:pt x="246460" y="182263"/>
                  <a:pt x="245502" y="183220"/>
                </a:cubicBezTo>
                <a:cubicBezTo>
                  <a:pt x="244863" y="183859"/>
                  <a:pt x="244096" y="184944"/>
                  <a:pt x="244096" y="186604"/>
                </a:cubicBezTo>
                <a:lnTo>
                  <a:pt x="244096" y="201095"/>
                </a:lnTo>
                <a:cubicBezTo>
                  <a:pt x="244096" y="204607"/>
                  <a:pt x="241220" y="207479"/>
                  <a:pt x="237706" y="207479"/>
                </a:cubicBezTo>
                <a:cubicBezTo>
                  <a:pt x="234191" y="207479"/>
                  <a:pt x="231316" y="204607"/>
                  <a:pt x="231316" y="201095"/>
                </a:cubicBezTo>
                <a:lnTo>
                  <a:pt x="231316" y="186604"/>
                </a:lnTo>
                <a:cubicBezTo>
                  <a:pt x="231316" y="186604"/>
                  <a:pt x="231316" y="186604"/>
                  <a:pt x="231316" y="186604"/>
                </a:cubicBezTo>
                <a:cubicBezTo>
                  <a:pt x="231316" y="186604"/>
                  <a:pt x="231316" y="186604"/>
                  <a:pt x="231316" y="186540"/>
                </a:cubicBezTo>
                <a:lnTo>
                  <a:pt x="231316" y="175240"/>
                </a:lnTo>
                <a:cubicBezTo>
                  <a:pt x="231316" y="172048"/>
                  <a:pt x="228376" y="170325"/>
                  <a:pt x="226396" y="170325"/>
                </a:cubicBezTo>
                <a:cubicBezTo>
                  <a:pt x="225181" y="170325"/>
                  <a:pt x="223840" y="170899"/>
                  <a:pt x="222881" y="171857"/>
                </a:cubicBezTo>
                <a:cubicBezTo>
                  <a:pt x="222242" y="172495"/>
                  <a:pt x="221475" y="173581"/>
                  <a:pt x="221475" y="175240"/>
                </a:cubicBezTo>
                <a:lnTo>
                  <a:pt x="221475" y="192222"/>
                </a:lnTo>
                <a:cubicBezTo>
                  <a:pt x="221475" y="195733"/>
                  <a:pt x="218600" y="198606"/>
                  <a:pt x="215086" y="198606"/>
                </a:cubicBezTo>
                <a:cubicBezTo>
                  <a:pt x="211571" y="198606"/>
                  <a:pt x="208696" y="195733"/>
                  <a:pt x="208696" y="192222"/>
                </a:cubicBezTo>
                <a:lnTo>
                  <a:pt x="208696" y="175304"/>
                </a:lnTo>
                <a:cubicBezTo>
                  <a:pt x="208696" y="175304"/>
                  <a:pt x="208696" y="175304"/>
                  <a:pt x="208696" y="175304"/>
                </a:cubicBezTo>
                <a:cubicBezTo>
                  <a:pt x="208696" y="175304"/>
                  <a:pt x="208696" y="175304"/>
                  <a:pt x="208696" y="175304"/>
                </a:cubicBezTo>
                <a:lnTo>
                  <a:pt x="208696" y="164005"/>
                </a:lnTo>
                <a:cubicBezTo>
                  <a:pt x="208696" y="160813"/>
                  <a:pt x="205756" y="159089"/>
                  <a:pt x="203775" y="159089"/>
                </a:cubicBezTo>
                <a:cubicBezTo>
                  <a:pt x="202561" y="159089"/>
                  <a:pt x="201219" y="159663"/>
                  <a:pt x="200261" y="160621"/>
                </a:cubicBezTo>
                <a:cubicBezTo>
                  <a:pt x="199622" y="161259"/>
                  <a:pt x="198855" y="162345"/>
                  <a:pt x="198855" y="164005"/>
                </a:cubicBezTo>
                <a:lnTo>
                  <a:pt x="198855" y="186604"/>
                </a:lnTo>
                <a:cubicBezTo>
                  <a:pt x="198855" y="190115"/>
                  <a:pt x="195980" y="192988"/>
                  <a:pt x="192465" y="192988"/>
                </a:cubicBezTo>
                <a:cubicBezTo>
                  <a:pt x="188951" y="192988"/>
                  <a:pt x="186075" y="190115"/>
                  <a:pt x="186075" y="186604"/>
                </a:cubicBezTo>
                <a:lnTo>
                  <a:pt x="186075" y="164005"/>
                </a:lnTo>
                <a:cubicBezTo>
                  <a:pt x="186075" y="164005"/>
                  <a:pt x="186075" y="164005"/>
                  <a:pt x="186075" y="164005"/>
                </a:cubicBezTo>
                <a:lnTo>
                  <a:pt x="186075" y="130106"/>
                </a:lnTo>
                <a:cubicBezTo>
                  <a:pt x="186075" y="126914"/>
                  <a:pt x="183136" y="125190"/>
                  <a:pt x="181155" y="125190"/>
                </a:cubicBezTo>
                <a:cubicBezTo>
                  <a:pt x="179941" y="125190"/>
                  <a:pt x="178599" y="125764"/>
                  <a:pt x="177641" y="126722"/>
                </a:cubicBezTo>
                <a:cubicBezTo>
                  <a:pt x="177002" y="127360"/>
                  <a:pt x="176235" y="128446"/>
                  <a:pt x="176235" y="130106"/>
                </a:cubicBezTo>
                <a:lnTo>
                  <a:pt x="176235" y="209203"/>
                </a:lnTo>
                <a:cubicBezTo>
                  <a:pt x="176235" y="212714"/>
                  <a:pt x="173359" y="215587"/>
                  <a:pt x="169845" y="215587"/>
                </a:cubicBezTo>
                <a:cubicBezTo>
                  <a:pt x="166330" y="215587"/>
                  <a:pt x="163455" y="212714"/>
                  <a:pt x="163455" y="209203"/>
                </a:cubicBezTo>
                <a:lnTo>
                  <a:pt x="163455" y="197903"/>
                </a:lnTo>
                <a:cubicBezTo>
                  <a:pt x="163455" y="192988"/>
                  <a:pt x="162177" y="186476"/>
                  <a:pt x="156234" y="183539"/>
                </a:cubicBezTo>
                <a:cubicBezTo>
                  <a:pt x="155404" y="183156"/>
                  <a:pt x="154765" y="183412"/>
                  <a:pt x="154381" y="183603"/>
                </a:cubicBezTo>
                <a:cubicBezTo>
                  <a:pt x="153998" y="183859"/>
                  <a:pt x="153550" y="184242"/>
                  <a:pt x="153550" y="185072"/>
                </a:cubicBezTo>
                <a:lnTo>
                  <a:pt x="153550" y="226121"/>
                </a:lnTo>
                <a:cubicBezTo>
                  <a:pt x="153550" y="240612"/>
                  <a:pt x="162241" y="249295"/>
                  <a:pt x="164925" y="251657"/>
                </a:cubicBezTo>
                <a:cubicBezTo>
                  <a:pt x="172464" y="258232"/>
                  <a:pt x="181858" y="266467"/>
                  <a:pt x="181858" y="282619"/>
                </a:cubicBezTo>
                <a:lnTo>
                  <a:pt x="181858" y="299600"/>
                </a:lnTo>
                <a:cubicBezTo>
                  <a:pt x="181858" y="303111"/>
                  <a:pt x="178982" y="305984"/>
                  <a:pt x="175468" y="305984"/>
                </a:cubicBezTo>
                <a:cubicBezTo>
                  <a:pt x="171953" y="305984"/>
                  <a:pt x="169078" y="303111"/>
                  <a:pt x="169078" y="299600"/>
                </a:cubicBezTo>
                <a:lnTo>
                  <a:pt x="169078" y="282619"/>
                </a:lnTo>
                <a:cubicBezTo>
                  <a:pt x="169078" y="272724"/>
                  <a:pt x="164286" y="268063"/>
                  <a:pt x="156490" y="261233"/>
                </a:cubicBezTo>
                <a:cubicBezTo>
                  <a:pt x="146650" y="252614"/>
                  <a:pt x="140771" y="239527"/>
                  <a:pt x="140771" y="226121"/>
                </a:cubicBezTo>
                <a:lnTo>
                  <a:pt x="140771" y="185072"/>
                </a:lnTo>
                <a:cubicBezTo>
                  <a:pt x="140771" y="180028"/>
                  <a:pt x="143327" y="175432"/>
                  <a:pt x="147608" y="172751"/>
                </a:cubicBezTo>
                <a:cubicBezTo>
                  <a:pt x="151953" y="170069"/>
                  <a:pt x="157256" y="169814"/>
                  <a:pt x="161858" y="172048"/>
                </a:cubicBezTo>
                <a:cubicBezTo>
                  <a:pt x="162305" y="172304"/>
                  <a:pt x="162879" y="172623"/>
                  <a:pt x="163391" y="172878"/>
                </a:cubicBezTo>
                <a:lnTo>
                  <a:pt x="163391" y="130042"/>
                </a:lnTo>
                <a:cubicBezTo>
                  <a:pt x="163391" y="125381"/>
                  <a:pt x="165181" y="120976"/>
                  <a:pt x="168503" y="117657"/>
                </a:cubicBezTo>
                <a:cubicBezTo>
                  <a:pt x="171889" y="114273"/>
                  <a:pt x="176426" y="112358"/>
                  <a:pt x="181091" y="112358"/>
                </a:cubicBezTo>
                <a:cubicBezTo>
                  <a:pt x="190867" y="112358"/>
                  <a:pt x="198791" y="120274"/>
                  <a:pt x="198791" y="130042"/>
                </a:cubicBezTo>
                <a:lnTo>
                  <a:pt x="198791" y="147087"/>
                </a:lnTo>
                <a:cubicBezTo>
                  <a:pt x="200388" y="146576"/>
                  <a:pt x="202050" y="146257"/>
                  <a:pt x="203711" y="146257"/>
                </a:cubicBezTo>
                <a:cubicBezTo>
                  <a:pt x="211635" y="146257"/>
                  <a:pt x="218217" y="151492"/>
                  <a:pt x="220517" y="158642"/>
                </a:cubicBezTo>
                <a:cubicBezTo>
                  <a:pt x="222370" y="157940"/>
                  <a:pt x="224351" y="157557"/>
                  <a:pt x="226332" y="157557"/>
                </a:cubicBezTo>
                <a:cubicBezTo>
                  <a:pt x="234255" y="157557"/>
                  <a:pt x="240837" y="162792"/>
                  <a:pt x="243137" y="169942"/>
                </a:cubicBezTo>
                <a:cubicBezTo>
                  <a:pt x="244991" y="169239"/>
                  <a:pt x="246971" y="168856"/>
                  <a:pt x="248952" y="168856"/>
                </a:cubicBezTo>
                <a:cubicBezTo>
                  <a:pt x="258728" y="168856"/>
                  <a:pt x="266653" y="176772"/>
                  <a:pt x="266653" y="186540"/>
                </a:cubicBezTo>
                <a:lnTo>
                  <a:pt x="266653" y="236207"/>
                </a:lnTo>
                <a:close/>
              </a:path>
            </a:pathLst>
          </a:custGeom>
          <a:solidFill>
            <a:srgbClr val="00A3E0"/>
          </a:solidFill>
          <a:ln w="6390" cap="flat">
            <a:noFill/>
            <a:prstDash val="solid"/>
            <a:miter/>
          </a:ln>
        </p:spPr>
        <p:txBody>
          <a:bodyPr rtlCol="0" anchor="ctr"/>
          <a:lstStyle/>
          <a:p>
            <a:endParaRPr lang="en-US"/>
          </a:p>
        </p:txBody>
      </p:sp>
      <p:grpSp>
        <p:nvGrpSpPr>
          <p:cNvPr id="902" name="Graphic 4">
            <a:extLst>
              <a:ext uri="{FF2B5EF4-FFF2-40B4-BE49-F238E27FC236}">
                <a16:creationId xmlns:a16="http://schemas.microsoft.com/office/drawing/2014/main" id="{A135DE07-06AE-0145-88F5-610E70998BDD}"/>
              </a:ext>
            </a:extLst>
          </p:cNvPr>
          <p:cNvGrpSpPr/>
          <p:nvPr/>
        </p:nvGrpSpPr>
        <p:grpSpPr>
          <a:xfrm>
            <a:off x="6754355" y="1402404"/>
            <a:ext cx="362309" cy="361971"/>
            <a:chOff x="6754355" y="1402404"/>
            <a:chExt cx="362309" cy="361971"/>
          </a:xfrm>
          <a:solidFill>
            <a:srgbClr val="00A3E0"/>
          </a:solidFill>
        </p:grpSpPr>
        <p:sp>
          <p:nvSpPr>
            <p:cNvPr id="903" name="Freeform 902">
              <a:extLst>
                <a:ext uri="{FF2B5EF4-FFF2-40B4-BE49-F238E27FC236}">
                  <a16:creationId xmlns:a16="http://schemas.microsoft.com/office/drawing/2014/main" id="{09BA8A75-AE4A-4C49-92F6-AC177A4A3969}"/>
                </a:ext>
              </a:extLst>
            </p:cNvPr>
            <p:cNvSpPr/>
            <p:nvPr/>
          </p:nvSpPr>
          <p:spPr>
            <a:xfrm>
              <a:off x="6754355" y="1402404"/>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09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29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09" y="280959"/>
                    <a:pt x="362309" y="180986"/>
                  </a:cubicBezTo>
                  <a:cubicBezTo>
                    <a:pt x="362309" y="81013"/>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29" y="88163"/>
                    <a:pt x="349529" y="180922"/>
                  </a:cubicBezTo>
                  <a:cubicBezTo>
                    <a:pt x="349529" y="273681"/>
                    <a:pt x="274001"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904" name="Freeform 903">
              <a:extLst>
                <a:ext uri="{FF2B5EF4-FFF2-40B4-BE49-F238E27FC236}">
                  <a16:creationId xmlns:a16="http://schemas.microsoft.com/office/drawing/2014/main" id="{4D1687A8-408B-604E-B9F0-48B17C7CF498}"/>
                </a:ext>
              </a:extLst>
            </p:cNvPr>
            <p:cNvSpPr/>
            <p:nvPr/>
          </p:nvSpPr>
          <p:spPr>
            <a:xfrm>
              <a:off x="6893819" y="1530311"/>
              <a:ext cx="163598" cy="169139"/>
            </a:xfrm>
            <a:custGeom>
              <a:avLst/>
              <a:gdLst>
                <a:gd name="connsiteX0" fmla="*/ 162716 w 163598"/>
                <a:gd name="connsiteY0" fmla="*/ 124005 h 169139"/>
                <a:gd name="connsiteX1" fmla="*/ 151406 w 163598"/>
                <a:gd name="connsiteY1" fmla="*/ 104470 h 169139"/>
                <a:gd name="connsiteX2" fmla="*/ 147061 w 163598"/>
                <a:gd name="connsiteY2" fmla="*/ 86531 h 169139"/>
                <a:gd name="connsiteX3" fmla="*/ 141374 w 163598"/>
                <a:gd name="connsiteY3" fmla="*/ 65081 h 169139"/>
                <a:gd name="connsiteX4" fmla="*/ 117220 w 163598"/>
                <a:gd name="connsiteY4" fmla="*/ 23330 h 169139"/>
                <a:gd name="connsiteX5" fmla="*/ 106229 w 163598"/>
                <a:gd name="connsiteY5" fmla="*/ 15158 h 169139"/>
                <a:gd name="connsiteX6" fmla="*/ 93449 w 163598"/>
                <a:gd name="connsiteY6" fmla="*/ 16946 h 169139"/>
                <a:gd name="connsiteX7" fmla="*/ 89168 w 163598"/>
                <a:gd name="connsiteY7" fmla="*/ 20585 h 169139"/>
                <a:gd name="connsiteX8" fmla="*/ 81628 w 163598"/>
                <a:gd name="connsiteY8" fmla="*/ 16627 h 169139"/>
                <a:gd name="connsiteX9" fmla="*/ 68848 w 163598"/>
                <a:gd name="connsiteY9" fmla="*/ 18414 h 169139"/>
                <a:gd name="connsiteX10" fmla="*/ 64567 w 163598"/>
                <a:gd name="connsiteY10" fmla="*/ 22053 h 169139"/>
                <a:gd name="connsiteX11" fmla="*/ 57091 w 163598"/>
                <a:gd name="connsiteY11" fmla="*/ 18095 h 169139"/>
                <a:gd name="connsiteX12" fmla="*/ 44311 w 163598"/>
                <a:gd name="connsiteY12" fmla="*/ 19882 h 169139"/>
                <a:gd name="connsiteX13" fmla="*/ 40668 w 163598"/>
                <a:gd name="connsiteY13" fmla="*/ 22819 h 169139"/>
                <a:gd name="connsiteX14" fmla="*/ 32489 w 163598"/>
                <a:gd name="connsiteY14" fmla="*/ 8647 h 169139"/>
                <a:gd name="connsiteX15" fmla="*/ 21498 w 163598"/>
                <a:gd name="connsiteY15" fmla="*/ 475 h 169139"/>
                <a:gd name="connsiteX16" fmla="*/ 8719 w 163598"/>
                <a:gd name="connsiteY16" fmla="*/ 2263 h 169139"/>
                <a:gd name="connsiteX17" fmla="*/ 603 w 163598"/>
                <a:gd name="connsiteY17" fmla="*/ 12924 h 169139"/>
                <a:gd name="connsiteX18" fmla="*/ 2329 w 163598"/>
                <a:gd name="connsiteY18" fmla="*/ 26011 h 169139"/>
                <a:gd name="connsiteX19" fmla="*/ 42777 w 163598"/>
                <a:gd name="connsiteY19" fmla="*/ 95980 h 169139"/>
                <a:gd name="connsiteX20" fmla="*/ 29678 w 163598"/>
                <a:gd name="connsiteY20" fmla="*/ 94447 h 169139"/>
                <a:gd name="connsiteX21" fmla="*/ 2201 w 163598"/>
                <a:gd name="connsiteY21" fmla="*/ 113727 h 169139"/>
                <a:gd name="connsiteX22" fmla="*/ 14278 w 163598"/>
                <a:gd name="connsiteY22" fmla="*/ 130006 h 169139"/>
                <a:gd name="connsiteX23" fmla="*/ 67953 w 163598"/>
                <a:gd name="connsiteY23" fmla="*/ 143604 h 169139"/>
                <a:gd name="connsiteX24" fmla="*/ 84184 w 163598"/>
                <a:gd name="connsiteY24" fmla="*/ 156436 h 169139"/>
                <a:gd name="connsiteX25" fmla="*/ 89679 w 163598"/>
                <a:gd name="connsiteY25" fmla="*/ 165948 h 169139"/>
                <a:gd name="connsiteX26" fmla="*/ 95239 w 163598"/>
                <a:gd name="connsiteY26" fmla="*/ 169140 h 169139"/>
                <a:gd name="connsiteX27" fmla="*/ 98434 w 163598"/>
                <a:gd name="connsiteY27" fmla="*/ 168310 h 169139"/>
                <a:gd name="connsiteX28" fmla="*/ 100798 w 163598"/>
                <a:gd name="connsiteY28" fmla="*/ 159564 h 169139"/>
                <a:gd name="connsiteX29" fmla="*/ 95303 w 163598"/>
                <a:gd name="connsiteY29" fmla="*/ 150052 h 169139"/>
                <a:gd name="connsiteX30" fmla="*/ 71787 w 163598"/>
                <a:gd name="connsiteY30" fmla="*/ 131411 h 169139"/>
                <a:gd name="connsiteX31" fmla="*/ 17282 w 163598"/>
                <a:gd name="connsiteY31" fmla="*/ 117557 h 169139"/>
                <a:gd name="connsiteX32" fmla="*/ 14853 w 163598"/>
                <a:gd name="connsiteY32" fmla="*/ 116536 h 169139"/>
                <a:gd name="connsiteX33" fmla="*/ 16706 w 163598"/>
                <a:gd name="connsiteY33" fmla="*/ 112450 h 169139"/>
                <a:gd name="connsiteX34" fmla="*/ 28208 w 163598"/>
                <a:gd name="connsiteY34" fmla="*/ 107088 h 169139"/>
                <a:gd name="connsiteX35" fmla="*/ 54024 w 163598"/>
                <a:gd name="connsiteY35" fmla="*/ 110024 h 169139"/>
                <a:gd name="connsiteX36" fmla="*/ 54024 w 163598"/>
                <a:gd name="connsiteY36" fmla="*/ 109960 h 169139"/>
                <a:gd name="connsiteX37" fmla="*/ 54727 w 163598"/>
                <a:gd name="connsiteY37" fmla="*/ 110024 h 169139"/>
                <a:gd name="connsiteX38" fmla="*/ 57922 w 163598"/>
                <a:gd name="connsiteY38" fmla="*/ 109194 h 169139"/>
                <a:gd name="connsiteX39" fmla="*/ 60286 w 163598"/>
                <a:gd name="connsiteY39" fmla="*/ 100448 h 169139"/>
                <a:gd name="connsiteX40" fmla="*/ 13511 w 163598"/>
                <a:gd name="connsiteY40" fmla="*/ 19499 h 169139"/>
                <a:gd name="connsiteX41" fmla="*/ 13064 w 163598"/>
                <a:gd name="connsiteY41" fmla="*/ 16116 h 169139"/>
                <a:gd name="connsiteX42" fmla="*/ 15173 w 163598"/>
                <a:gd name="connsiteY42" fmla="*/ 13179 h 169139"/>
                <a:gd name="connsiteX43" fmla="*/ 18623 w 163598"/>
                <a:gd name="connsiteY43" fmla="*/ 12732 h 169139"/>
                <a:gd name="connsiteX44" fmla="*/ 21498 w 163598"/>
                <a:gd name="connsiteY44" fmla="*/ 14839 h 169139"/>
                <a:gd name="connsiteX45" fmla="*/ 37985 w 163598"/>
                <a:gd name="connsiteY45" fmla="*/ 43439 h 169139"/>
                <a:gd name="connsiteX46" fmla="*/ 37985 w 163598"/>
                <a:gd name="connsiteY46" fmla="*/ 43439 h 169139"/>
                <a:gd name="connsiteX47" fmla="*/ 37985 w 163598"/>
                <a:gd name="connsiteY47" fmla="*/ 43439 h 169139"/>
                <a:gd name="connsiteX48" fmla="*/ 48976 w 163598"/>
                <a:gd name="connsiteY48" fmla="*/ 62464 h 169139"/>
                <a:gd name="connsiteX49" fmla="*/ 57730 w 163598"/>
                <a:gd name="connsiteY49" fmla="*/ 64826 h 169139"/>
                <a:gd name="connsiteX50" fmla="*/ 60094 w 163598"/>
                <a:gd name="connsiteY50" fmla="*/ 56080 h 169139"/>
                <a:gd name="connsiteX51" fmla="*/ 49103 w 163598"/>
                <a:gd name="connsiteY51" fmla="*/ 37055 h 169139"/>
                <a:gd name="connsiteX52" fmla="*/ 49103 w 163598"/>
                <a:gd name="connsiteY52" fmla="*/ 37055 h 169139"/>
                <a:gd name="connsiteX53" fmla="*/ 48656 w 163598"/>
                <a:gd name="connsiteY53" fmla="*/ 33672 h 169139"/>
                <a:gd name="connsiteX54" fmla="*/ 50765 w 163598"/>
                <a:gd name="connsiteY54" fmla="*/ 30735 h 169139"/>
                <a:gd name="connsiteX55" fmla="*/ 54215 w 163598"/>
                <a:gd name="connsiteY55" fmla="*/ 30288 h 169139"/>
                <a:gd name="connsiteX56" fmla="*/ 57091 w 163598"/>
                <a:gd name="connsiteY56" fmla="*/ 32395 h 169139"/>
                <a:gd name="connsiteX57" fmla="*/ 70829 w 163598"/>
                <a:gd name="connsiteY57" fmla="*/ 56207 h 169139"/>
                <a:gd name="connsiteX58" fmla="*/ 76389 w 163598"/>
                <a:gd name="connsiteY58" fmla="*/ 59399 h 169139"/>
                <a:gd name="connsiteX59" fmla="*/ 79584 w 163598"/>
                <a:gd name="connsiteY59" fmla="*/ 58569 h 169139"/>
                <a:gd name="connsiteX60" fmla="*/ 81948 w 163598"/>
                <a:gd name="connsiteY60" fmla="*/ 49823 h 169139"/>
                <a:gd name="connsiteX61" fmla="*/ 73705 w 163598"/>
                <a:gd name="connsiteY61" fmla="*/ 35523 h 169139"/>
                <a:gd name="connsiteX62" fmla="*/ 73705 w 163598"/>
                <a:gd name="connsiteY62" fmla="*/ 35523 h 169139"/>
                <a:gd name="connsiteX63" fmla="*/ 73257 w 163598"/>
                <a:gd name="connsiteY63" fmla="*/ 32140 h 169139"/>
                <a:gd name="connsiteX64" fmla="*/ 75366 w 163598"/>
                <a:gd name="connsiteY64" fmla="*/ 29267 h 169139"/>
                <a:gd name="connsiteX65" fmla="*/ 78816 w 163598"/>
                <a:gd name="connsiteY65" fmla="*/ 28820 h 169139"/>
                <a:gd name="connsiteX66" fmla="*/ 81692 w 163598"/>
                <a:gd name="connsiteY66" fmla="*/ 30927 h 169139"/>
                <a:gd name="connsiteX67" fmla="*/ 94216 w 163598"/>
                <a:gd name="connsiteY67" fmla="*/ 52696 h 169139"/>
                <a:gd name="connsiteX68" fmla="*/ 99775 w 163598"/>
                <a:gd name="connsiteY68" fmla="*/ 55888 h 169139"/>
                <a:gd name="connsiteX69" fmla="*/ 102970 w 163598"/>
                <a:gd name="connsiteY69" fmla="*/ 55058 h 169139"/>
                <a:gd name="connsiteX70" fmla="*/ 105334 w 163598"/>
                <a:gd name="connsiteY70" fmla="*/ 46312 h 169139"/>
                <a:gd name="connsiteX71" fmla="*/ 98370 w 163598"/>
                <a:gd name="connsiteY71" fmla="*/ 34183 h 169139"/>
                <a:gd name="connsiteX72" fmla="*/ 98306 w 163598"/>
                <a:gd name="connsiteY72" fmla="*/ 34055 h 169139"/>
                <a:gd name="connsiteX73" fmla="*/ 97859 w 163598"/>
                <a:gd name="connsiteY73" fmla="*/ 30671 h 169139"/>
                <a:gd name="connsiteX74" fmla="*/ 99967 w 163598"/>
                <a:gd name="connsiteY74" fmla="*/ 27735 h 169139"/>
                <a:gd name="connsiteX75" fmla="*/ 103418 w 163598"/>
                <a:gd name="connsiteY75" fmla="*/ 27288 h 169139"/>
                <a:gd name="connsiteX76" fmla="*/ 106293 w 163598"/>
                <a:gd name="connsiteY76" fmla="*/ 29395 h 169139"/>
                <a:gd name="connsiteX77" fmla="*/ 130447 w 163598"/>
                <a:gd name="connsiteY77" fmla="*/ 71146 h 169139"/>
                <a:gd name="connsiteX78" fmla="*/ 134409 w 163598"/>
                <a:gd name="connsiteY78" fmla="*/ 85893 h 169139"/>
                <a:gd name="connsiteX79" fmla="*/ 140735 w 163598"/>
                <a:gd name="connsiteY79" fmla="*/ 111046 h 169139"/>
                <a:gd name="connsiteX80" fmla="*/ 151725 w 163598"/>
                <a:gd name="connsiteY80" fmla="*/ 130070 h 169139"/>
                <a:gd name="connsiteX81" fmla="*/ 157285 w 163598"/>
                <a:gd name="connsiteY81" fmla="*/ 133262 h 169139"/>
                <a:gd name="connsiteX82" fmla="*/ 160480 w 163598"/>
                <a:gd name="connsiteY82" fmla="*/ 132432 h 169139"/>
                <a:gd name="connsiteX83" fmla="*/ 162716 w 163598"/>
                <a:gd name="connsiteY83" fmla="*/ 124005 h 169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63598" h="169139">
                  <a:moveTo>
                    <a:pt x="162716" y="124005"/>
                  </a:moveTo>
                  <a:lnTo>
                    <a:pt x="151406" y="104470"/>
                  </a:lnTo>
                  <a:cubicBezTo>
                    <a:pt x="147445" y="97639"/>
                    <a:pt x="146869" y="96554"/>
                    <a:pt x="147061" y="86531"/>
                  </a:cubicBezTo>
                  <a:cubicBezTo>
                    <a:pt x="147253" y="79254"/>
                    <a:pt x="145272" y="71848"/>
                    <a:pt x="141374" y="65081"/>
                  </a:cubicBezTo>
                  <a:lnTo>
                    <a:pt x="117220" y="23330"/>
                  </a:lnTo>
                  <a:cubicBezTo>
                    <a:pt x="114791" y="19180"/>
                    <a:pt x="110894" y="16307"/>
                    <a:pt x="106229" y="15158"/>
                  </a:cubicBezTo>
                  <a:cubicBezTo>
                    <a:pt x="101884" y="14137"/>
                    <a:pt x="97219" y="14775"/>
                    <a:pt x="93449" y="16946"/>
                  </a:cubicBezTo>
                  <a:cubicBezTo>
                    <a:pt x="91788" y="17903"/>
                    <a:pt x="90382" y="19180"/>
                    <a:pt x="89168" y="20585"/>
                  </a:cubicBezTo>
                  <a:cubicBezTo>
                    <a:pt x="87059" y="18670"/>
                    <a:pt x="84503" y="17265"/>
                    <a:pt x="81628" y="16627"/>
                  </a:cubicBezTo>
                  <a:cubicBezTo>
                    <a:pt x="77283" y="15605"/>
                    <a:pt x="72618" y="16244"/>
                    <a:pt x="68848" y="18414"/>
                  </a:cubicBezTo>
                  <a:cubicBezTo>
                    <a:pt x="67187" y="19372"/>
                    <a:pt x="65781" y="20649"/>
                    <a:pt x="64567" y="22053"/>
                  </a:cubicBezTo>
                  <a:cubicBezTo>
                    <a:pt x="62458" y="20138"/>
                    <a:pt x="59902" y="18733"/>
                    <a:pt x="57091" y="18095"/>
                  </a:cubicBezTo>
                  <a:cubicBezTo>
                    <a:pt x="52745" y="17074"/>
                    <a:pt x="48081" y="17712"/>
                    <a:pt x="44311" y="19882"/>
                  </a:cubicBezTo>
                  <a:cubicBezTo>
                    <a:pt x="42969" y="20649"/>
                    <a:pt x="41755" y="21670"/>
                    <a:pt x="40668" y="22819"/>
                  </a:cubicBezTo>
                  <a:lnTo>
                    <a:pt x="32489" y="8647"/>
                  </a:lnTo>
                  <a:cubicBezTo>
                    <a:pt x="30062" y="4497"/>
                    <a:pt x="26163" y="1624"/>
                    <a:pt x="21498" y="475"/>
                  </a:cubicBezTo>
                  <a:cubicBezTo>
                    <a:pt x="17154" y="-546"/>
                    <a:pt x="12489" y="92"/>
                    <a:pt x="8719" y="2263"/>
                  </a:cubicBezTo>
                  <a:cubicBezTo>
                    <a:pt x="4757" y="4561"/>
                    <a:pt x="1818" y="8391"/>
                    <a:pt x="603" y="12924"/>
                  </a:cubicBezTo>
                  <a:cubicBezTo>
                    <a:pt x="-610" y="17393"/>
                    <a:pt x="28" y="21989"/>
                    <a:pt x="2329" y="26011"/>
                  </a:cubicBezTo>
                  <a:lnTo>
                    <a:pt x="42777" y="95980"/>
                  </a:lnTo>
                  <a:cubicBezTo>
                    <a:pt x="38049" y="95469"/>
                    <a:pt x="33065" y="94894"/>
                    <a:pt x="29678" y="94447"/>
                  </a:cubicBezTo>
                  <a:cubicBezTo>
                    <a:pt x="16451" y="92788"/>
                    <a:pt x="3990" y="103513"/>
                    <a:pt x="2201" y="113727"/>
                  </a:cubicBezTo>
                  <a:cubicBezTo>
                    <a:pt x="1115" y="119728"/>
                    <a:pt x="3671" y="127580"/>
                    <a:pt x="14278" y="130006"/>
                  </a:cubicBezTo>
                  <a:cubicBezTo>
                    <a:pt x="31786" y="134092"/>
                    <a:pt x="59583" y="141050"/>
                    <a:pt x="67953" y="143604"/>
                  </a:cubicBezTo>
                  <a:cubicBezTo>
                    <a:pt x="75558" y="145902"/>
                    <a:pt x="79136" y="147754"/>
                    <a:pt x="84184" y="156436"/>
                  </a:cubicBezTo>
                  <a:lnTo>
                    <a:pt x="89679" y="165948"/>
                  </a:lnTo>
                  <a:cubicBezTo>
                    <a:pt x="90893" y="167991"/>
                    <a:pt x="93002" y="169140"/>
                    <a:pt x="95239" y="169140"/>
                  </a:cubicBezTo>
                  <a:cubicBezTo>
                    <a:pt x="96325" y="169140"/>
                    <a:pt x="97411" y="168885"/>
                    <a:pt x="98434" y="168310"/>
                  </a:cubicBezTo>
                  <a:cubicBezTo>
                    <a:pt x="101501" y="166523"/>
                    <a:pt x="102523" y="162628"/>
                    <a:pt x="100798" y="159564"/>
                  </a:cubicBezTo>
                  <a:lnTo>
                    <a:pt x="95303" y="150052"/>
                  </a:lnTo>
                  <a:cubicBezTo>
                    <a:pt x="88465" y="138178"/>
                    <a:pt x="82267" y="134603"/>
                    <a:pt x="71787" y="131411"/>
                  </a:cubicBezTo>
                  <a:cubicBezTo>
                    <a:pt x="63097" y="128729"/>
                    <a:pt x="35365" y="121771"/>
                    <a:pt x="17282" y="117557"/>
                  </a:cubicBezTo>
                  <a:cubicBezTo>
                    <a:pt x="15364" y="117111"/>
                    <a:pt x="14853" y="116536"/>
                    <a:pt x="14853" y="116536"/>
                  </a:cubicBezTo>
                  <a:cubicBezTo>
                    <a:pt x="14726" y="116217"/>
                    <a:pt x="14981" y="114557"/>
                    <a:pt x="16706" y="112450"/>
                  </a:cubicBezTo>
                  <a:cubicBezTo>
                    <a:pt x="19134" y="109514"/>
                    <a:pt x="23735" y="106577"/>
                    <a:pt x="28208" y="107088"/>
                  </a:cubicBezTo>
                  <a:cubicBezTo>
                    <a:pt x="36324" y="108109"/>
                    <a:pt x="54024" y="110024"/>
                    <a:pt x="54024" y="110024"/>
                  </a:cubicBezTo>
                  <a:lnTo>
                    <a:pt x="54024" y="109960"/>
                  </a:lnTo>
                  <a:cubicBezTo>
                    <a:pt x="54279" y="109960"/>
                    <a:pt x="54471" y="110024"/>
                    <a:pt x="54727" y="110024"/>
                  </a:cubicBezTo>
                  <a:cubicBezTo>
                    <a:pt x="55812" y="110024"/>
                    <a:pt x="56899" y="109769"/>
                    <a:pt x="57922" y="109194"/>
                  </a:cubicBezTo>
                  <a:cubicBezTo>
                    <a:pt x="60989" y="107407"/>
                    <a:pt x="62011" y="103513"/>
                    <a:pt x="60286" y="100448"/>
                  </a:cubicBezTo>
                  <a:lnTo>
                    <a:pt x="13511" y="19499"/>
                  </a:lnTo>
                  <a:cubicBezTo>
                    <a:pt x="12744" y="18223"/>
                    <a:pt x="12872" y="16946"/>
                    <a:pt x="13064" y="16116"/>
                  </a:cubicBezTo>
                  <a:cubicBezTo>
                    <a:pt x="13383" y="14903"/>
                    <a:pt x="14214" y="13818"/>
                    <a:pt x="15173" y="13179"/>
                  </a:cubicBezTo>
                  <a:cubicBezTo>
                    <a:pt x="16131" y="12605"/>
                    <a:pt x="17409" y="12477"/>
                    <a:pt x="18623" y="12732"/>
                  </a:cubicBezTo>
                  <a:cubicBezTo>
                    <a:pt x="19518" y="12924"/>
                    <a:pt x="20732" y="13499"/>
                    <a:pt x="21498" y="14839"/>
                  </a:cubicBezTo>
                  <a:lnTo>
                    <a:pt x="37985" y="43439"/>
                  </a:lnTo>
                  <a:lnTo>
                    <a:pt x="37985" y="43439"/>
                  </a:lnTo>
                  <a:lnTo>
                    <a:pt x="37985" y="43439"/>
                  </a:lnTo>
                  <a:lnTo>
                    <a:pt x="48976" y="62464"/>
                  </a:lnTo>
                  <a:cubicBezTo>
                    <a:pt x="50765" y="65528"/>
                    <a:pt x="54663" y="66549"/>
                    <a:pt x="57730" y="64826"/>
                  </a:cubicBezTo>
                  <a:cubicBezTo>
                    <a:pt x="60797" y="63038"/>
                    <a:pt x="61819" y="59144"/>
                    <a:pt x="60094" y="56080"/>
                  </a:cubicBezTo>
                  <a:lnTo>
                    <a:pt x="49103" y="37055"/>
                  </a:lnTo>
                  <a:cubicBezTo>
                    <a:pt x="49103" y="37055"/>
                    <a:pt x="49103" y="37055"/>
                    <a:pt x="49103" y="37055"/>
                  </a:cubicBezTo>
                  <a:cubicBezTo>
                    <a:pt x="48337" y="35779"/>
                    <a:pt x="48464" y="34502"/>
                    <a:pt x="48656" y="33672"/>
                  </a:cubicBezTo>
                  <a:cubicBezTo>
                    <a:pt x="48976" y="32459"/>
                    <a:pt x="49806" y="31374"/>
                    <a:pt x="50765" y="30735"/>
                  </a:cubicBezTo>
                  <a:cubicBezTo>
                    <a:pt x="51723" y="30161"/>
                    <a:pt x="53001" y="30033"/>
                    <a:pt x="54215" y="30288"/>
                  </a:cubicBezTo>
                  <a:cubicBezTo>
                    <a:pt x="55110" y="30480"/>
                    <a:pt x="56324" y="31054"/>
                    <a:pt x="57091" y="32395"/>
                  </a:cubicBezTo>
                  <a:lnTo>
                    <a:pt x="70829" y="56207"/>
                  </a:lnTo>
                  <a:cubicBezTo>
                    <a:pt x="72043" y="58250"/>
                    <a:pt x="74152" y="59399"/>
                    <a:pt x="76389" y="59399"/>
                  </a:cubicBezTo>
                  <a:cubicBezTo>
                    <a:pt x="77474" y="59399"/>
                    <a:pt x="78561" y="59144"/>
                    <a:pt x="79584" y="58569"/>
                  </a:cubicBezTo>
                  <a:cubicBezTo>
                    <a:pt x="82651" y="56782"/>
                    <a:pt x="83672" y="52888"/>
                    <a:pt x="81948" y="49823"/>
                  </a:cubicBezTo>
                  <a:lnTo>
                    <a:pt x="73705" y="35523"/>
                  </a:lnTo>
                  <a:cubicBezTo>
                    <a:pt x="73705" y="35523"/>
                    <a:pt x="73705" y="35523"/>
                    <a:pt x="73705" y="35523"/>
                  </a:cubicBezTo>
                  <a:cubicBezTo>
                    <a:pt x="72938" y="34183"/>
                    <a:pt x="73066" y="32970"/>
                    <a:pt x="73257" y="32140"/>
                  </a:cubicBezTo>
                  <a:cubicBezTo>
                    <a:pt x="73577" y="30927"/>
                    <a:pt x="74407" y="29841"/>
                    <a:pt x="75366" y="29267"/>
                  </a:cubicBezTo>
                  <a:cubicBezTo>
                    <a:pt x="76325" y="28692"/>
                    <a:pt x="77602" y="28565"/>
                    <a:pt x="78816" y="28820"/>
                  </a:cubicBezTo>
                  <a:cubicBezTo>
                    <a:pt x="79711" y="29012"/>
                    <a:pt x="80925" y="29586"/>
                    <a:pt x="81692" y="30927"/>
                  </a:cubicBezTo>
                  <a:lnTo>
                    <a:pt x="94216" y="52696"/>
                  </a:lnTo>
                  <a:cubicBezTo>
                    <a:pt x="95431" y="54739"/>
                    <a:pt x="97539" y="55888"/>
                    <a:pt x="99775" y="55888"/>
                  </a:cubicBezTo>
                  <a:cubicBezTo>
                    <a:pt x="100862" y="55888"/>
                    <a:pt x="101948" y="55633"/>
                    <a:pt x="102970" y="55058"/>
                  </a:cubicBezTo>
                  <a:cubicBezTo>
                    <a:pt x="106037" y="53271"/>
                    <a:pt x="107060" y="49377"/>
                    <a:pt x="105334" y="46312"/>
                  </a:cubicBezTo>
                  <a:lnTo>
                    <a:pt x="98370" y="34183"/>
                  </a:lnTo>
                  <a:cubicBezTo>
                    <a:pt x="98370" y="34183"/>
                    <a:pt x="98370" y="34119"/>
                    <a:pt x="98306" y="34055"/>
                  </a:cubicBezTo>
                  <a:cubicBezTo>
                    <a:pt x="97539" y="32714"/>
                    <a:pt x="97667" y="31501"/>
                    <a:pt x="97859" y="30671"/>
                  </a:cubicBezTo>
                  <a:cubicBezTo>
                    <a:pt x="98178" y="29458"/>
                    <a:pt x="99008" y="28373"/>
                    <a:pt x="99967" y="27735"/>
                  </a:cubicBezTo>
                  <a:cubicBezTo>
                    <a:pt x="100926" y="27160"/>
                    <a:pt x="102203" y="27033"/>
                    <a:pt x="103418" y="27288"/>
                  </a:cubicBezTo>
                  <a:cubicBezTo>
                    <a:pt x="104313" y="27479"/>
                    <a:pt x="105526" y="28054"/>
                    <a:pt x="106293" y="29395"/>
                  </a:cubicBezTo>
                  <a:lnTo>
                    <a:pt x="130447" y="71146"/>
                  </a:lnTo>
                  <a:cubicBezTo>
                    <a:pt x="133131" y="75870"/>
                    <a:pt x="134537" y="80913"/>
                    <a:pt x="134409" y="85893"/>
                  </a:cubicBezTo>
                  <a:cubicBezTo>
                    <a:pt x="134089" y="98916"/>
                    <a:pt x="135623" y="102172"/>
                    <a:pt x="140735" y="111046"/>
                  </a:cubicBezTo>
                  <a:lnTo>
                    <a:pt x="151725" y="130070"/>
                  </a:lnTo>
                  <a:cubicBezTo>
                    <a:pt x="152940" y="132113"/>
                    <a:pt x="155048" y="133262"/>
                    <a:pt x="157285" y="133262"/>
                  </a:cubicBezTo>
                  <a:cubicBezTo>
                    <a:pt x="158371" y="133262"/>
                    <a:pt x="159458" y="133007"/>
                    <a:pt x="160480" y="132432"/>
                  </a:cubicBezTo>
                  <a:cubicBezTo>
                    <a:pt x="163483" y="130964"/>
                    <a:pt x="164505" y="127070"/>
                    <a:pt x="162716" y="124005"/>
                  </a:cubicBezTo>
                  <a:close/>
                </a:path>
              </a:pathLst>
            </a:custGeom>
            <a:solidFill>
              <a:srgbClr val="00A3E0"/>
            </a:solidFill>
            <a:ln w="6390" cap="flat">
              <a:noFill/>
              <a:prstDash val="solid"/>
              <a:miter/>
            </a:ln>
          </p:spPr>
          <p:txBody>
            <a:bodyPr rtlCol="0" anchor="ctr"/>
            <a:lstStyle/>
            <a:p>
              <a:endParaRPr lang="en-US"/>
            </a:p>
          </p:txBody>
        </p:sp>
        <p:sp>
          <p:nvSpPr>
            <p:cNvPr id="905" name="Freeform 904">
              <a:extLst>
                <a:ext uri="{FF2B5EF4-FFF2-40B4-BE49-F238E27FC236}">
                  <a16:creationId xmlns:a16="http://schemas.microsoft.com/office/drawing/2014/main" id="{078254F5-F40E-5C47-80F2-FD0CF787B4B4}"/>
                </a:ext>
              </a:extLst>
            </p:cNvPr>
            <p:cNvSpPr/>
            <p:nvPr/>
          </p:nvSpPr>
          <p:spPr>
            <a:xfrm>
              <a:off x="6869085" y="1507607"/>
              <a:ext cx="87092" cy="86060"/>
            </a:xfrm>
            <a:custGeom>
              <a:avLst/>
              <a:gdLst>
                <a:gd name="connsiteX0" fmla="*/ 25913 w 87092"/>
                <a:gd name="connsiteY0" fmla="*/ 85486 h 86060"/>
                <a:gd name="connsiteX1" fmla="*/ 28596 w 87092"/>
                <a:gd name="connsiteY1" fmla="*/ 86061 h 86060"/>
                <a:gd name="connsiteX2" fmla="*/ 34411 w 87092"/>
                <a:gd name="connsiteY2" fmla="*/ 82358 h 86060"/>
                <a:gd name="connsiteX3" fmla="*/ 31344 w 87092"/>
                <a:gd name="connsiteY3" fmla="*/ 73867 h 86060"/>
                <a:gd name="connsiteX4" fmla="*/ 17159 w 87092"/>
                <a:gd name="connsiteY4" fmla="*/ 60844 h 86060"/>
                <a:gd name="connsiteX5" fmla="*/ 13964 w 87092"/>
                <a:gd name="connsiteY5" fmla="*/ 36521 h 86060"/>
                <a:gd name="connsiteX6" fmla="*/ 28916 w 87092"/>
                <a:gd name="connsiteY6" fmla="*/ 17050 h 86060"/>
                <a:gd name="connsiteX7" fmla="*/ 53261 w 87092"/>
                <a:gd name="connsiteY7" fmla="*/ 13858 h 86060"/>
                <a:gd name="connsiteX8" fmla="*/ 72751 w 87092"/>
                <a:gd name="connsiteY8" fmla="*/ 28796 h 86060"/>
                <a:gd name="connsiteX9" fmla="*/ 74795 w 87092"/>
                <a:gd name="connsiteY9" fmla="*/ 32946 h 86060"/>
                <a:gd name="connsiteX10" fmla="*/ 83102 w 87092"/>
                <a:gd name="connsiteY10" fmla="*/ 36457 h 86060"/>
                <a:gd name="connsiteX11" fmla="*/ 86617 w 87092"/>
                <a:gd name="connsiteY11" fmla="*/ 28158 h 86060"/>
                <a:gd name="connsiteX12" fmla="*/ 83805 w 87092"/>
                <a:gd name="connsiteY12" fmla="*/ 22413 h 86060"/>
                <a:gd name="connsiteX13" fmla="*/ 56520 w 87092"/>
                <a:gd name="connsiteY13" fmla="*/ 1537 h 86060"/>
                <a:gd name="connsiteX14" fmla="*/ 22462 w 87092"/>
                <a:gd name="connsiteY14" fmla="*/ 6006 h 86060"/>
                <a:gd name="connsiteX15" fmla="*/ 1567 w 87092"/>
                <a:gd name="connsiteY15" fmla="*/ 33265 h 86060"/>
                <a:gd name="connsiteX16" fmla="*/ 6040 w 87092"/>
                <a:gd name="connsiteY16" fmla="*/ 67292 h 86060"/>
                <a:gd name="connsiteX17" fmla="*/ 25913 w 87092"/>
                <a:gd name="connsiteY17" fmla="*/ 85486 h 86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7092" h="86060">
                  <a:moveTo>
                    <a:pt x="25913" y="85486"/>
                  </a:moveTo>
                  <a:cubicBezTo>
                    <a:pt x="26807" y="85869"/>
                    <a:pt x="27701" y="86061"/>
                    <a:pt x="28596" y="86061"/>
                  </a:cubicBezTo>
                  <a:cubicBezTo>
                    <a:pt x="31024" y="86061"/>
                    <a:pt x="33324" y="84720"/>
                    <a:pt x="34411" y="82358"/>
                  </a:cubicBezTo>
                  <a:cubicBezTo>
                    <a:pt x="35881" y="79166"/>
                    <a:pt x="34539" y="75336"/>
                    <a:pt x="31344" y="73867"/>
                  </a:cubicBezTo>
                  <a:cubicBezTo>
                    <a:pt x="25401" y="71059"/>
                    <a:pt x="20481" y="66590"/>
                    <a:pt x="17159" y="60844"/>
                  </a:cubicBezTo>
                  <a:cubicBezTo>
                    <a:pt x="12877" y="53439"/>
                    <a:pt x="11726" y="44756"/>
                    <a:pt x="13964" y="36521"/>
                  </a:cubicBezTo>
                  <a:cubicBezTo>
                    <a:pt x="16200" y="28222"/>
                    <a:pt x="21503" y="21327"/>
                    <a:pt x="28916" y="17050"/>
                  </a:cubicBezTo>
                  <a:cubicBezTo>
                    <a:pt x="36328" y="12773"/>
                    <a:pt x="45019" y="11624"/>
                    <a:pt x="53261" y="13858"/>
                  </a:cubicBezTo>
                  <a:cubicBezTo>
                    <a:pt x="61568" y="16092"/>
                    <a:pt x="68469" y="21391"/>
                    <a:pt x="72751" y="28796"/>
                  </a:cubicBezTo>
                  <a:cubicBezTo>
                    <a:pt x="73517" y="30137"/>
                    <a:pt x="74220" y="31542"/>
                    <a:pt x="74795" y="32946"/>
                  </a:cubicBezTo>
                  <a:cubicBezTo>
                    <a:pt x="76138" y="36202"/>
                    <a:pt x="79843" y="37798"/>
                    <a:pt x="83102" y="36457"/>
                  </a:cubicBezTo>
                  <a:cubicBezTo>
                    <a:pt x="86361" y="35117"/>
                    <a:pt x="87959" y="31414"/>
                    <a:pt x="86617" y="28158"/>
                  </a:cubicBezTo>
                  <a:cubicBezTo>
                    <a:pt x="85850" y="26179"/>
                    <a:pt x="84892" y="24264"/>
                    <a:pt x="83805" y="22413"/>
                  </a:cubicBezTo>
                  <a:cubicBezTo>
                    <a:pt x="77799" y="12007"/>
                    <a:pt x="68150" y="4601"/>
                    <a:pt x="56520" y="1537"/>
                  </a:cubicBezTo>
                  <a:cubicBezTo>
                    <a:pt x="44955" y="-1527"/>
                    <a:pt x="32814" y="5"/>
                    <a:pt x="22462" y="6006"/>
                  </a:cubicBezTo>
                  <a:cubicBezTo>
                    <a:pt x="12046" y="12007"/>
                    <a:pt x="4634" y="21646"/>
                    <a:pt x="1567" y="33265"/>
                  </a:cubicBezTo>
                  <a:cubicBezTo>
                    <a:pt x="-1564" y="44820"/>
                    <a:pt x="33" y="56950"/>
                    <a:pt x="6040" y="67292"/>
                  </a:cubicBezTo>
                  <a:cubicBezTo>
                    <a:pt x="10769" y="75272"/>
                    <a:pt x="17605" y="81592"/>
                    <a:pt x="25913" y="85486"/>
                  </a:cubicBezTo>
                  <a:close/>
                </a:path>
              </a:pathLst>
            </a:custGeom>
            <a:solidFill>
              <a:srgbClr val="00A3E0"/>
            </a:solidFill>
            <a:ln w="6390" cap="flat">
              <a:noFill/>
              <a:prstDash val="solid"/>
              <a:miter/>
            </a:ln>
          </p:spPr>
          <p:txBody>
            <a:bodyPr rtlCol="0" anchor="ctr"/>
            <a:lstStyle/>
            <a:p>
              <a:endParaRPr lang="en-US"/>
            </a:p>
          </p:txBody>
        </p:sp>
        <p:sp>
          <p:nvSpPr>
            <p:cNvPr id="906" name="Freeform 905">
              <a:extLst>
                <a:ext uri="{FF2B5EF4-FFF2-40B4-BE49-F238E27FC236}">
                  <a16:creationId xmlns:a16="http://schemas.microsoft.com/office/drawing/2014/main" id="{DA788304-297A-7B40-9A6D-79E3DFF74922}"/>
                </a:ext>
              </a:extLst>
            </p:cNvPr>
            <p:cNvSpPr/>
            <p:nvPr/>
          </p:nvSpPr>
          <p:spPr>
            <a:xfrm>
              <a:off x="6867708" y="1603872"/>
              <a:ext cx="70554" cy="89640"/>
            </a:xfrm>
            <a:custGeom>
              <a:avLst/>
              <a:gdLst>
                <a:gd name="connsiteX0" fmla="*/ 60837 w 70554"/>
                <a:gd name="connsiteY0" fmla="*/ 72532 h 89640"/>
                <a:gd name="connsiteX1" fmla="*/ 36491 w 70554"/>
                <a:gd name="connsiteY1" fmla="*/ 75724 h 89640"/>
                <a:gd name="connsiteX2" fmla="*/ 17002 w 70554"/>
                <a:gd name="connsiteY2" fmla="*/ 60785 h 89640"/>
                <a:gd name="connsiteX3" fmla="*/ 13807 w 70554"/>
                <a:gd name="connsiteY3" fmla="*/ 36462 h 89640"/>
                <a:gd name="connsiteX4" fmla="*/ 28759 w 70554"/>
                <a:gd name="connsiteY4" fmla="*/ 16991 h 89640"/>
                <a:gd name="connsiteX5" fmla="*/ 42625 w 70554"/>
                <a:gd name="connsiteY5" fmla="*/ 12778 h 89640"/>
                <a:gd name="connsiteX6" fmla="*/ 48568 w 70554"/>
                <a:gd name="connsiteY6" fmla="*/ 5947 h 89640"/>
                <a:gd name="connsiteX7" fmla="*/ 41795 w 70554"/>
                <a:gd name="connsiteY7" fmla="*/ 10 h 89640"/>
                <a:gd name="connsiteX8" fmla="*/ 22434 w 70554"/>
                <a:gd name="connsiteY8" fmla="*/ 5947 h 89640"/>
                <a:gd name="connsiteX9" fmla="*/ 1538 w 70554"/>
                <a:gd name="connsiteY9" fmla="*/ 33207 h 89640"/>
                <a:gd name="connsiteX10" fmla="*/ 6011 w 70554"/>
                <a:gd name="connsiteY10" fmla="*/ 67233 h 89640"/>
                <a:gd name="connsiteX11" fmla="*/ 33296 w 70554"/>
                <a:gd name="connsiteY11" fmla="*/ 88109 h 89640"/>
                <a:gd name="connsiteX12" fmla="*/ 44990 w 70554"/>
                <a:gd name="connsiteY12" fmla="*/ 89641 h 89640"/>
                <a:gd name="connsiteX13" fmla="*/ 67355 w 70554"/>
                <a:gd name="connsiteY13" fmla="*/ 83640 h 89640"/>
                <a:gd name="connsiteX14" fmla="*/ 69719 w 70554"/>
                <a:gd name="connsiteY14" fmla="*/ 74894 h 89640"/>
                <a:gd name="connsiteX15" fmla="*/ 60837 w 70554"/>
                <a:gd name="connsiteY15" fmla="*/ 72532 h 89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0554" h="89640">
                  <a:moveTo>
                    <a:pt x="60837" y="72532"/>
                  </a:moveTo>
                  <a:cubicBezTo>
                    <a:pt x="53425" y="76809"/>
                    <a:pt x="44734" y="77958"/>
                    <a:pt x="36491" y="75724"/>
                  </a:cubicBezTo>
                  <a:cubicBezTo>
                    <a:pt x="28185" y="73489"/>
                    <a:pt x="21283" y="68191"/>
                    <a:pt x="17002" y="60785"/>
                  </a:cubicBezTo>
                  <a:cubicBezTo>
                    <a:pt x="12721" y="53380"/>
                    <a:pt x="11570" y="44698"/>
                    <a:pt x="13807" y="36462"/>
                  </a:cubicBezTo>
                  <a:cubicBezTo>
                    <a:pt x="16044" y="28163"/>
                    <a:pt x="21347" y="21269"/>
                    <a:pt x="28759" y="16991"/>
                  </a:cubicBezTo>
                  <a:cubicBezTo>
                    <a:pt x="33040" y="14502"/>
                    <a:pt x="37706" y="13097"/>
                    <a:pt x="42625" y="12778"/>
                  </a:cubicBezTo>
                  <a:cubicBezTo>
                    <a:pt x="46140" y="12523"/>
                    <a:pt x="48824" y="9522"/>
                    <a:pt x="48568" y="5947"/>
                  </a:cubicBezTo>
                  <a:cubicBezTo>
                    <a:pt x="48312" y="2436"/>
                    <a:pt x="45309" y="-182"/>
                    <a:pt x="41795" y="10"/>
                  </a:cubicBezTo>
                  <a:cubicBezTo>
                    <a:pt x="34958" y="457"/>
                    <a:pt x="28440" y="2436"/>
                    <a:pt x="22434" y="5947"/>
                  </a:cubicBezTo>
                  <a:cubicBezTo>
                    <a:pt x="12018" y="11948"/>
                    <a:pt x="4605" y="21588"/>
                    <a:pt x="1538" y="33207"/>
                  </a:cubicBezTo>
                  <a:cubicBezTo>
                    <a:pt x="-1529" y="44825"/>
                    <a:pt x="5" y="56891"/>
                    <a:pt x="6011" y="67233"/>
                  </a:cubicBezTo>
                  <a:cubicBezTo>
                    <a:pt x="12018" y="77639"/>
                    <a:pt x="21667" y="85044"/>
                    <a:pt x="33296" y="88109"/>
                  </a:cubicBezTo>
                  <a:cubicBezTo>
                    <a:pt x="37130" y="89130"/>
                    <a:pt x="41092" y="89641"/>
                    <a:pt x="44990" y="89641"/>
                  </a:cubicBezTo>
                  <a:cubicBezTo>
                    <a:pt x="52786" y="89641"/>
                    <a:pt x="60453" y="87598"/>
                    <a:pt x="67355" y="83640"/>
                  </a:cubicBezTo>
                  <a:cubicBezTo>
                    <a:pt x="70422" y="81852"/>
                    <a:pt x="71444" y="77958"/>
                    <a:pt x="69719" y="74894"/>
                  </a:cubicBezTo>
                  <a:cubicBezTo>
                    <a:pt x="67802" y="71766"/>
                    <a:pt x="63904" y="70744"/>
                    <a:pt x="60837" y="72532"/>
                  </a:cubicBezTo>
                  <a:close/>
                </a:path>
              </a:pathLst>
            </a:custGeom>
            <a:solidFill>
              <a:srgbClr val="00A3E0"/>
            </a:solidFill>
            <a:ln w="6390" cap="flat">
              <a:noFill/>
              <a:prstDash val="solid"/>
              <a:miter/>
            </a:ln>
          </p:spPr>
          <p:txBody>
            <a:bodyPr rtlCol="0" anchor="ctr"/>
            <a:lstStyle/>
            <a:p>
              <a:endParaRPr lang="en-US"/>
            </a:p>
          </p:txBody>
        </p:sp>
        <p:sp>
          <p:nvSpPr>
            <p:cNvPr id="907" name="Freeform 906">
              <a:extLst>
                <a:ext uri="{FF2B5EF4-FFF2-40B4-BE49-F238E27FC236}">
                  <a16:creationId xmlns:a16="http://schemas.microsoft.com/office/drawing/2014/main" id="{8A08EAF1-732D-7A46-8717-3991EC6EB50F}"/>
                </a:ext>
              </a:extLst>
            </p:cNvPr>
            <p:cNvSpPr/>
            <p:nvPr/>
          </p:nvSpPr>
          <p:spPr>
            <a:xfrm>
              <a:off x="6813611" y="1571702"/>
              <a:ext cx="45707" cy="67675"/>
            </a:xfrm>
            <a:custGeom>
              <a:avLst/>
              <a:gdLst>
                <a:gd name="connsiteX0" fmla="*/ 42280 w 45707"/>
                <a:gd name="connsiteY0" fmla="*/ 34032 h 67675"/>
                <a:gd name="connsiteX1" fmla="*/ 33653 w 45707"/>
                <a:gd name="connsiteY1" fmla="*/ 36713 h 67675"/>
                <a:gd name="connsiteX2" fmla="*/ 28924 w 45707"/>
                <a:gd name="connsiteY2" fmla="*/ 45778 h 67675"/>
                <a:gd name="connsiteX3" fmla="*/ 34547 w 45707"/>
                <a:gd name="connsiteY3" fmla="*/ 9517 h 67675"/>
                <a:gd name="connsiteX4" fmla="*/ 32183 w 45707"/>
                <a:gd name="connsiteY4" fmla="*/ 835 h 67675"/>
                <a:gd name="connsiteX5" fmla="*/ 23493 w 45707"/>
                <a:gd name="connsiteY5" fmla="*/ 3197 h 67675"/>
                <a:gd name="connsiteX6" fmla="*/ 16400 w 45707"/>
                <a:gd name="connsiteY6" fmla="*/ 48013 h 67675"/>
                <a:gd name="connsiteX7" fmla="*/ 9371 w 45707"/>
                <a:gd name="connsiteY7" fmla="*/ 44374 h 67675"/>
                <a:gd name="connsiteX8" fmla="*/ 745 w 45707"/>
                <a:gd name="connsiteY8" fmla="*/ 47055 h 67675"/>
                <a:gd name="connsiteX9" fmla="*/ 3428 w 45707"/>
                <a:gd name="connsiteY9" fmla="*/ 55673 h 67675"/>
                <a:gd name="connsiteX10" fmla="*/ 25026 w 45707"/>
                <a:gd name="connsiteY10" fmla="*/ 66973 h 67675"/>
                <a:gd name="connsiteX11" fmla="*/ 25857 w 45707"/>
                <a:gd name="connsiteY11" fmla="*/ 67292 h 67675"/>
                <a:gd name="connsiteX12" fmla="*/ 26369 w 45707"/>
                <a:gd name="connsiteY12" fmla="*/ 67484 h 67675"/>
                <a:gd name="connsiteX13" fmla="*/ 27966 w 45707"/>
                <a:gd name="connsiteY13" fmla="*/ 67675 h 67675"/>
                <a:gd name="connsiteX14" fmla="*/ 27966 w 45707"/>
                <a:gd name="connsiteY14" fmla="*/ 67675 h 67675"/>
                <a:gd name="connsiteX15" fmla="*/ 27966 w 45707"/>
                <a:gd name="connsiteY15" fmla="*/ 67675 h 67675"/>
                <a:gd name="connsiteX16" fmla="*/ 29691 w 45707"/>
                <a:gd name="connsiteY16" fmla="*/ 67420 h 67675"/>
                <a:gd name="connsiteX17" fmla="*/ 29883 w 45707"/>
                <a:gd name="connsiteY17" fmla="*/ 67420 h 67675"/>
                <a:gd name="connsiteX18" fmla="*/ 30075 w 45707"/>
                <a:gd name="connsiteY18" fmla="*/ 67292 h 67675"/>
                <a:gd name="connsiteX19" fmla="*/ 30841 w 45707"/>
                <a:gd name="connsiteY19" fmla="*/ 66973 h 67675"/>
                <a:gd name="connsiteX20" fmla="*/ 31416 w 45707"/>
                <a:gd name="connsiteY20" fmla="*/ 66526 h 67675"/>
                <a:gd name="connsiteX21" fmla="*/ 32439 w 45707"/>
                <a:gd name="connsiteY21" fmla="*/ 65760 h 67675"/>
                <a:gd name="connsiteX22" fmla="*/ 33206 w 45707"/>
                <a:gd name="connsiteY22" fmla="*/ 64802 h 67675"/>
                <a:gd name="connsiteX23" fmla="*/ 33653 w 45707"/>
                <a:gd name="connsiteY23" fmla="*/ 64292 h 67675"/>
                <a:gd name="connsiteX24" fmla="*/ 44963 w 45707"/>
                <a:gd name="connsiteY24" fmla="*/ 42714 h 67675"/>
                <a:gd name="connsiteX25" fmla="*/ 42280 w 45707"/>
                <a:gd name="connsiteY25" fmla="*/ 34032 h 6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707" h="67675">
                  <a:moveTo>
                    <a:pt x="42280" y="34032"/>
                  </a:moveTo>
                  <a:cubicBezTo>
                    <a:pt x="39149" y="32436"/>
                    <a:pt x="35314" y="33585"/>
                    <a:pt x="33653" y="36713"/>
                  </a:cubicBezTo>
                  <a:lnTo>
                    <a:pt x="28924" y="45778"/>
                  </a:lnTo>
                  <a:cubicBezTo>
                    <a:pt x="25921" y="33521"/>
                    <a:pt x="27774" y="21328"/>
                    <a:pt x="34547" y="9517"/>
                  </a:cubicBezTo>
                  <a:cubicBezTo>
                    <a:pt x="36273" y="6453"/>
                    <a:pt x="35250" y="2559"/>
                    <a:pt x="32183" y="835"/>
                  </a:cubicBezTo>
                  <a:cubicBezTo>
                    <a:pt x="29116" y="-889"/>
                    <a:pt x="25218" y="133"/>
                    <a:pt x="23493" y="3197"/>
                  </a:cubicBezTo>
                  <a:cubicBezTo>
                    <a:pt x="15250" y="17625"/>
                    <a:pt x="12949" y="32883"/>
                    <a:pt x="16400" y="48013"/>
                  </a:cubicBezTo>
                  <a:lnTo>
                    <a:pt x="9371" y="44374"/>
                  </a:lnTo>
                  <a:cubicBezTo>
                    <a:pt x="6240" y="42714"/>
                    <a:pt x="2406" y="43927"/>
                    <a:pt x="745" y="47055"/>
                  </a:cubicBezTo>
                  <a:cubicBezTo>
                    <a:pt x="-916" y="50183"/>
                    <a:pt x="297" y="54013"/>
                    <a:pt x="3428" y="55673"/>
                  </a:cubicBezTo>
                  <a:lnTo>
                    <a:pt x="25026" y="66973"/>
                  </a:lnTo>
                  <a:cubicBezTo>
                    <a:pt x="25282" y="67101"/>
                    <a:pt x="25602" y="67164"/>
                    <a:pt x="25857" y="67292"/>
                  </a:cubicBezTo>
                  <a:cubicBezTo>
                    <a:pt x="26049" y="67356"/>
                    <a:pt x="26177" y="67420"/>
                    <a:pt x="26369" y="67484"/>
                  </a:cubicBezTo>
                  <a:cubicBezTo>
                    <a:pt x="26880" y="67611"/>
                    <a:pt x="27455" y="67675"/>
                    <a:pt x="27966" y="67675"/>
                  </a:cubicBezTo>
                  <a:cubicBezTo>
                    <a:pt x="27966" y="67675"/>
                    <a:pt x="27966" y="67675"/>
                    <a:pt x="27966" y="67675"/>
                  </a:cubicBezTo>
                  <a:cubicBezTo>
                    <a:pt x="27966" y="67675"/>
                    <a:pt x="27966" y="67675"/>
                    <a:pt x="27966" y="67675"/>
                  </a:cubicBezTo>
                  <a:cubicBezTo>
                    <a:pt x="28541" y="67675"/>
                    <a:pt x="29116" y="67547"/>
                    <a:pt x="29691" y="67420"/>
                  </a:cubicBezTo>
                  <a:cubicBezTo>
                    <a:pt x="29755" y="67420"/>
                    <a:pt x="29819" y="67420"/>
                    <a:pt x="29883" y="67420"/>
                  </a:cubicBezTo>
                  <a:cubicBezTo>
                    <a:pt x="29947" y="67420"/>
                    <a:pt x="30011" y="67356"/>
                    <a:pt x="30075" y="67292"/>
                  </a:cubicBezTo>
                  <a:cubicBezTo>
                    <a:pt x="30330" y="67228"/>
                    <a:pt x="30586" y="67101"/>
                    <a:pt x="30841" y="66973"/>
                  </a:cubicBezTo>
                  <a:cubicBezTo>
                    <a:pt x="31033" y="66845"/>
                    <a:pt x="31161" y="66654"/>
                    <a:pt x="31416" y="66526"/>
                  </a:cubicBezTo>
                  <a:cubicBezTo>
                    <a:pt x="31800" y="66271"/>
                    <a:pt x="32119" y="66015"/>
                    <a:pt x="32439" y="65760"/>
                  </a:cubicBezTo>
                  <a:cubicBezTo>
                    <a:pt x="32759" y="65441"/>
                    <a:pt x="33014" y="65122"/>
                    <a:pt x="33206" y="64802"/>
                  </a:cubicBezTo>
                  <a:cubicBezTo>
                    <a:pt x="33334" y="64611"/>
                    <a:pt x="33525" y="64483"/>
                    <a:pt x="33653" y="64292"/>
                  </a:cubicBezTo>
                  <a:lnTo>
                    <a:pt x="44963" y="42714"/>
                  </a:lnTo>
                  <a:cubicBezTo>
                    <a:pt x="46624" y="39522"/>
                    <a:pt x="45411" y="35628"/>
                    <a:pt x="42280" y="34032"/>
                  </a:cubicBezTo>
                  <a:close/>
                </a:path>
              </a:pathLst>
            </a:custGeom>
            <a:solidFill>
              <a:srgbClr val="00A3E0"/>
            </a:solidFill>
            <a:ln w="6390" cap="flat">
              <a:noFill/>
              <a:prstDash val="solid"/>
              <a:miter/>
            </a:ln>
          </p:spPr>
          <p:txBody>
            <a:bodyPr rtlCol="0" anchor="ctr"/>
            <a:lstStyle/>
            <a:p>
              <a:endParaRPr lang="en-US"/>
            </a:p>
          </p:txBody>
        </p:sp>
        <p:sp>
          <p:nvSpPr>
            <p:cNvPr id="908" name="Freeform 907">
              <a:extLst>
                <a:ext uri="{FF2B5EF4-FFF2-40B4-BE49-F238E27FC236}">
                  <a16:creationId xmlns:a16="http://schemas.microsoft.com/office/drawing/2014/main" id="{26CC302B-4AE0-F84C-AAC7-F5C16AE12405}"/>
                </a:ext>
              </a:extLst>
            </p:cNvPr>
            <p:cNvSpPr/>
            <p:nvPr/>
          </p:nvSpPr>
          <p:spPr>
            <a:xfrm>
              <a:off x="6962731" y="1467060"/>
              <a:ext cx="67674" cy="45659"/>
            </a:xfrm>
            <a:custGeom>
              <a:avLst/>
              <a:gdLst>
                <a:gd name="connsiteX0" fmla="*/ 128 w 67674"/>
                <a:gd name="connsiteY0" fmla="*/ 29125 h 45659"/>
                <a:gd name="connsiteX1" fmla="*/ 511 w 67674"/>
                <a:gd name="connsiteY1" fmla="*/ 30402 h 45659"/>
                <a:gd name="connsiteX2" fmla="*/ 639 w 67674"/>
                <a:gd name="connsiteY2" fmla="*/ 30912 h 45659"/>
                <a:gd name="connsiteX3" fmla="*/ 1023 w 67674"/>
                <a:gd name="connsiteY3" fmla="*/ 31423 h 45659"/>
                <a:gd name="connsiteX4" fmla="*/ 1853 w 67674"/>
                <a:gd name="connsiteY4" fmla="*/ 32444 h 45659"/>
                <a:gd name="connsiteX5" fmla="*/ 2811 w 67674"/>
                <a:gd name="connsiteY5" fmla="*/ 33211 h 45659"/>
                <a:gd name="connsiteX6" fmla="*/ 3323 w 67674"/>
                <a:gd name="connsiteY6" fmla="*/ 33657 h 45659"/>
                <a:gd name="connsiteX7" fmla="*/ 24921 w 67674"/>
                <a:gd name="connsiteY7" fmla="*/ 44957 h 45659"/>
                <a:gd name="connsiteX8" fmla="*/ 27860 w 67674"/>
                <a:gd name="connsiteY8" fmla="*/ 45659 h 45659"/>
                <a:gd name="connsiteX9" fmla="*/ 33547 w 67674"/>
                <a:gd name="connsiteY9" fmla="*/ 42212 h 45659"/>
                <a:gd name="connsiteX10" fmla="*/ 30863 w 67674"/>
                <a:gd name="connsiteY10" fmla="*/ 33594 h 45659"/>
                <a:gd name="connsiteX11" fmla="*/ 21854 w 67674"/>
                <a:gd name="connsiteY11" fmla="*/ 28869 h 45659"/>
                <a:gd name="connsiteX12" fmla="*/ 58148 w 67674"/>
                <a:gd name="connsiteY12" fmla="*/ 34487 h 45659"/>
                <a:gd name="connsiteX13" fmla="*/ 61279 w 67674"/>
                <a:gd name="connsiteY13" fmla="*/ 35317 h 45659"/>
                <a:gd name="connsiteX14" fmla="*/ 66838 w 67674"/>
                <a:gd name="connsiteY14" fmla="*/ 32125 h 45659"/>
                <a:gd name="connsiteX15" fmla="*/ 64474 w 67674"/>
                <a:gd name="connsiteY15" fmla="*/ 23443 h 45659"/>
                <a:gd name="connsiteX16" fmla="*/ 19617 w 67674"/>
                <a:gd name="connsiteY16" fmla="*/ 16357 h 45659"/>
                <a:gd name="connsiteX17" fmla="*/ 23259 w 67674"/>
                <a:gd name="connsiteY17" fmla="*/ 9334 h 45659"/>
                <a:gd name="connsiteX18" fmla="*/ 20575 w 67674"/>
                <a:gd name="connsiteY18" fmla="*/ 716 h 45659"/>
                <a:gd name="connsiteX19" fmla="*/ 11949 w 67674"/>
                <a:gd name="connsiteY19" fmla="*/ 3397 h 45659"/>
                <a:gd name="connsiteX20" fmla="*/ 639 w 67674"/>
                <a:gd name="connsiteY20" fmla="*/ 24975 h 45659"/>
                <a:gd name="connsiteX21" fmla="*/ 511 w 67674"/>
                <a:gd name="connsiteY21" fmla="*/ 25486 h 45659"/>
                <a:gd name="connsiteX22" fmla="*/ 128 w 67674"/>
                <a:gd name="connsiteY22" fmla="*/ 26763 h 45659"/>
                <a:gd name="connsiteX23" fmla="*/ 0 w 67674"/>
                <a:gd name="connsiteY23" fmla="*/ 27912 h 45659"/>
                <a:gd name="connsiteX24" fmla="*/ 128 w 67674"/>
                <a:gd name="connsiteY24" fmla="*/ 29125 h 4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7674" h="45659">
                  <a:moveTo>
                    <a:pt x="128" y="29125"/>
                  </a:moveTo>
                  <a:cubicBezTo>
                    <a:pt x="192" y="29572"/>
                    <a:pt x="319" y="29955"/>
                    <a:pt x="511" y="30402"/>
                  </a:cubicBezTo>
                  <a:cubicBezTo>
                    <a:pt x="575" y="30593"/>
                    <a:pt x="575" y="30721"/>
                    <a:pt x="639" y="30912"/>
                  </a:cubicBezTo>
                  <a:cubicBezTo>
                    <a:pt x="767" y="31104"/>
                    <a:pt x="895" y="31232"/>
                    <a:pt x="1023" y="31423"/>
                  </a:cubicBezTo>
                  <a:cubicBezTo>
                    <a:pt x="1278" y="31806"/>
                    <a:pt x="1534" y="32125"/>
                    <a:pt x="1853" y="32444"/>
                  </a:cubicBezTo>
                  <a:cubicBezTo>
                    <a:pt x="2172" y="32764"/>
                    <a:pt x="2492" y="33019"/>
                    <a:pt x="2811" y="33211"/>
                  </a:cubicBezTo>
                  <a:cubicBezTo>
                    <a:pt x="3003" y="33338"/>
                    <a:pt x="3131" y="33530"/>
                    <a:pt x="3323" y="33657"/>
                  </a:cubicBezTo>
                  <a:lnTo>
                    <a:pt x="24921" y="44957"/>
                  </a:lnTo>
                  <a:cubicBezTo>
                    <a:pt x="25879" y="45468"/>
                    <a:pt x="26901" y="45659"/>
                    <a:pt x="27860" y="45659"/>
                  </a:cubicBezTo>
                  <a:cubicBezTo>
                    <a:pt x="30160" y="45659"/>
                    <a:pt x="32397" y="44382"/>
                    <a:pt x="33547" y="42212"/>
                  </a:cubicBezTo>
                  <a:cubicBezTo>
                    <a:pt x="35209" y="39084"/>
                    <a:pt x="33994" y="35253"/>
                    <a:pt x="30863" y="33594"/>
                  </a:cubicBezTo>
                  <a:lnTo>
                    <a:pt x="21854" y="28869"/>
                  </a:lnTo>
                  <a:cubicBezTo>
                    <a:pt x="34122" y="25869"/>
                    <a:pt x="46263" y="27720"/>
                    <a:pt x="58148" y="34487"/>
                  </a:cubicBezTo>
                  <a:cubicBezTo>
                    <a:pt x="59171" y="35062"/>
                    <a:pt x="60257" y="35317"/>
                    <a:pt x="61279" y="35317"/>
                  </a:cubicBezTo>
                  <a:cubicBezTo>
                    <a:pt x="63516" y="35317"/>
                    <a:pt x="65689" y="34168"/>
                    <a:pt x="66838" y="32125"/>
                  </a:cubicBezTo>
                  <a:cubicBezTo>
                    <a:pt x="68564" y="29061"/>
                    <a:pt x="67541" y="25167"/>
                    <a:pt x="64474" y="23443"/>
                  </a:cubicBezTo>
                  <a:cubicBezTo>
                    <a:pt x="50033" y="15208"/>
                    <a:pt x="34761" y="12909"/>
                    <a:pt x="19617" y="16357"/>
                  </a:cubicBezTo>
                  <a:lnTo>
                    <a:pt x="23259" y="9334"/>
                  </a:lnTo>
                  <a:cubicBezTo>
                    <a:pt x="24921" y="6206"/>
                    <a:pt x="23706" y="2376"/>
                    <a:pt x="20575" y="716"/>
                  </a:cubicBezTo>
                  <a:cubicBezTo>
                    <a:pt x="17444" y="-880"/>
                    <a:pt x="13611" y="269"/>
                    <a:pt x="11949" y="3397"/>
                  </a:cubicBezTo>
                  <a:lnTo>
                    <a:pt x="639" y="24975"/>
                  </a:lnTo>
                  <a:cubicBezTo>
                    <a:pt x="575" y="25167"/>
                    <a:pt x="575" y="25294"/>
                    <a:pt x="511" y="25486"/>
                  </a:cubicBezTo>
                  <a:cubicBezTo>
                    <a:pt x="319" y="25869"/>
                    <a:pt x="256" y="26316"/>
                    <a:pt x="128" y="26763"/>
                  </a:cubicBezTo>
                  <a:cubicBezTo>
                    <a:pt x="64" y="27146"/>
                    <a:pt x="0" y="27529"/>
                    <a:pt x="0" y="27912"/>
                  </a:cubicBezTo>
                  <a:cubicBezTo>
                    <a:pt x="0" y="28359"/>
                    <a:pt x="64" y="28742"/>
                    <a:pt x="128" y="29125"/>
                  </a:cubicBezTo>
                  <a:close/>
                </a:path>
              </a:pathLst>
            </a:custGeom>
            <a:solidFill>
              <a:srgbClr val="00A3E0"/>
            </a:solidFill>
            <a:ln w="6390" cap="flat">
              <a:noFill/>
              <a:prstDash val="solid"/>
              <a:miter/>
            </a:ln>
          </p:spPr>
          <p:txBody>
            <a:bodyPr rtlCol="0" anchor="ctr"/>
            <a:lstStyle/>
            <a:p>
              <a:endParaRPr lang="en-US"/>
            </a:p>
          </p:txBody>
        </p:sp>
      </p:grpSp>
      <p:sp>
        <p:nvSpPr>
          <p:cNvPr id="909" name="Graphic 4">
            <a:extLst>
              <a:ext uri="{FF2B5EF4-FFF2-40B4-BE49-F238E27FC236}">
                <a16:creationId xmlns:a16="http://schemas.microsoft.com/office/drawing/2014/main" id="{A1C984F5-6D9F-E24E-B2A2-F618AC226467}"/>
              </a:ext>
            </a:extLst>
          </p:cNvPr>
          <p:cNvSpPr/>
          <p:nvPr/>
        </p:nvSpPr>
        <p:spPr>
          <a:xfrm>
            <a:off x="5099233" y="2371109"/>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60963 w 362309"/>
              <a:gd name="connsiteY5" fmla="*/ 92695 h 361971"/>
              <a:gd name="connsiteX6" fmla="*/ 169972 w 362309"/>
              <a:gd name="connsiteY6" fmla="*/ 92695 h 361971"/>
              <a:gd name="connsiteX7" fmla="*/ 174765 w 362309"/>
              <a:gd name="connsiteY7" fmla="*/ 97483 h 361971"/>
              <a:gd name="connsiteX8" fmla="*/ 174765 w 362309"/>
              <a:gd name="connsiteY8" fmla="*/ 60584 h 361971"/>
              <a:gd name="connsiteX9" fmla="*/ 181155 w 362309"/>
              <a:gd name="connsiteY9" fmla="*/ 54200 h 361971"/>
              <a:gd name="connsiteX10" fmla="*/ 187545 w 362309"/>
              <a:gd name="connsiteY10" fmla="*/ 60584 h 361971"/>
              <a:gd name="connsiteX11" fmla="*/ 187545 w 362309"/>
              <a:gd name="connsiteY11" fmla="*/ 97483 h 361971"/>
              <a:gd name="connsiteX12" fmla="*/ 192337 w 362309"/>
              <a:gd name="connsiteY12" fmla="*/ 92695 h 361971"/>
              <a:gd name="connsiteX13" fmla="*/ 201347 w 362309"/>
              <a:gd name="connsiteY13" fmla="*/ 92695 h 361971"/>
              <a:gd name="connsiteX14" fmla="*/ 201347 w 362309"/>
              <a:gd name="connsiteY14" fmla="*/ 101697 h 361971"/>
              <a:gd name="connsiteX15" fmla="*/ 185628 w 362309"/>
              <a:gd name="connsiteY15" fmla="*/ 117401 h 361971"/>
              <a:gd name="connsiteX16" fmla="*/ 183519 w 362309"/>
              <a:gd name="connsiteY16" fmla="*/ 118806 h 361971"/>
              <a:gd name="connsiteX17" fmla="*/ 181091 w 362309"/>
              <a:gd name="connsiteY17" fmla="*/ 119317 h 361971"/>
              <a:gd name="connsiteX18" fmla="*/ 178662 w 362309"/>
              <a:gd name="connsiteY18" fmla="*/ 118806 h 361971"/>
              <a:gd name="connsiteX19" fmla="*/ 176554 w 362309"/>
              <a:gd name="connsiteY19" fmla="*/ 117401 h 361971"/>
              <a:gd name="connsiteX20" fmla="*/ 160835 w 362309"/>
              <a:gd name="connsiteY20" fmla="*/ 101697 h 361971"/>
              <a:gd name="connsiteX21" fmla="*/ 160963 w 362309"/>
              <a:gd name="connsiteY21" fmla="*/ 92695 h 361971"/>
              <a:gd name="connsiteX22" fmla="*/ 128757 w 362309"/>
              <a:gd name="connsiteY22" fmla="*/ 166430 h 361971"/>
              <a:gd name="connsiteX23" fmla="*/ 124220 w 362309"/>
              <a:gd name="connsiteY23" fmla="*/ 164579 h 361971"/>
              <a:gd name="connsiteX24" fmla="*/ 124220 w 362309"/>
              <a:gd name="connsiteY24" fmla="*/ 155578 h 361971"/>
              <a:gd name="connsiteX25" fmla="*/ 129013 w 362309"/>
              <a:gd name="connsiteY25" fmla="*/ 150790 h 361971"/>
              <a:gd name="connsiteX26" fmla="*/ 92079 w 362309"/>
              <a:gd name="connsiteY26" fmla="*/ 150790 h 361971"/>
              <a:gd name="connsiteX27" fmla="*/ 85689 w 362309"/>
              <a:gd name="connsiteY27" fmla="*/ 144406 h 361971"/>
              <a:gd name="connsiteX28" fmla="*/ 92079 w 362309"/>
              <a:gd name="connsiteY28" fmla="*/ 138022 h 361971"/>
              <a:gd name="connsiteX29" fmla="*/ 129013 w 362309"/>
              <a:gd name="connsiteY29" fmla="*/ 138022 h 361971"/>
              <a:gd name="connsiteX30" fmla="*/ 124220 w 362309"/>
              <a:gd name="connsiteY30" fmla="*/ 133234 h 361971"/>
              <a:gd name="connsiteX31" fmla="*/ 124220 w 362309"/>
              <a:gd name="connsiteY31" fmla="*/ 124232 h 361971"/>
              <a:gd name="connsiteX32" fmla="*/ 133230 w 362309"/>
              <a:gd name="connsiteY32" fmla="*/ 124232 h 361971"/>
              <a:gd name="connsiteX33" fmla="*/ 148949 w 362309"/>
              <a:gd name="connsiteY33" fmla="*/ 139937 h 361971"/>
              <a:gd name="connsiteX34" fmla="*/ 150355 w 362309"/>
              <a:gd name="connsiteY34" fmla="*/ 141980 h 361971"/>
              <a:gd name="connsiteX35" fmla="*/ 150866 w 362309"/>
              <a:gd name="connsiteY35" fmla="*/ 144406 h 361971"/>
              <a:gd name="connsiteX36" fmla="*/ 150355 w 362309"/>
              <a:gd name="connsiteY36" fmla="*/ 146895 h 361971"/>
              <a:gd name="connsiteX37" fmla="*/ 148949 w 362309"/>
              <a:gd name="connsiteY37" fmla="*/ 148938 h 361971"/>
              <a:gd name="connsiteX38" fmla="*/ 133230 w 362309"/>
              <a:gd name="connsiteY38" fmla="*/ 164643 h 361971"/>
              <a:gd name="connsiteX39" fmla="*/ 128757 w 362309"/>
              <a:gd name="connsiteY39" fmla="*/ 166430 h 361971"/>
              <a:gd name="connsiteX40" fmla="*/ 260901 w 362309"/>
              <a:gd name="connsiteY40" fmla="*/ 242591 h 361971"/>
              <a:gd name="connsiteX41" fmla="*/ 255342 w 362309"/>
              <a:gd name="connsiteY41" fmla="*/ 263084 h 361971"/>
              <a:gd name="connsiteX42" fmla="*/ 250422 w 362309"/>
              <a:gd name="connsiteY42" fmla="*/ 280384 h 361971"/>
              <a:gd name="connsiteX43" fmla="*/ 250422 w 362309"/>
              <a:gd name="connsiteY43" fmla="*/ 301324 h 361971"/>
              <a:gd name="connsiteX44" fmla="*/ 244032 w 362309"/>
              <a:gd name="connsiteY44" fmla="*/ 307708 h 361971"/>
              <a:gd name="connsiteX45" fmla="*/ 237642 w 362309"/>
              <a:gd name="connsiteY45" fmla="*/ 301324 h 361971"/>
              <a:gd name="connsiteX46" fmla="*/ 237642 w 362309"/>
              <a:gd name="connsiteY46" fmla="*/ 280384 h 361971"/>
              <a:gd name="connsiteX47" fmla="*/ 244415 w 362309"/>
              <a:gd name="connsiteY47" fmla="*/ 256508 h 361971"/>
              <a:gd name="connsiteX48" fmla="*/ 248121 w 362309"/>
              <a:gd name="connsiteY48" fmla="*/ 242591 h 361971"/>
              <a:gd name="connsiteX49" fmla="*/ 248121 w 362309"/>
              <a:gd name="connsiteY49" fmla="*/ 196627 h 361971"/>
              <a:gd name="connsiteX50" fmla="*/ 244032 w 362309"/>
              <a:gd name="connsiteY50" fmla="*/ 192541 h 361971"/>
              <a:gd name="connsiteX51" fmla="*/ 241092 w 362309"/>
              <a:gd name="connsiteY51" fmla="*/ 193818 h 361971"/>
              <a:gd name="connsiteX52" fmla="*/ 239942 w 362309"/>
              <a:gd name="connsiteY52" fmla="*/ 196563 h 361971"/>
              <a:gd name="connsiteX53" fmla="*/ 239942 w 362309"/>
              <a:gd name="connsiteY53" fmla="*/ 210033 h 361971"/>
              <a:gd name="connsiteX54" fmla="*/ 233552 w 362309"/>
              <a:gd name="connsiteY54" fmla="*/ 216417 h 361971"/>
              <a:gd name="connsiteX55" fmla="*/ 227162 w 362309"/>
              <a:gd name="connsiteY55" fmla="*/ 210033 h 361971"/>
              <a:gd name="connsiteX56" fmla="*/ 227162 w 362309"/>
              <a:gd name="connsiteY56" fmla="*/ 196627 h 361971"/>
              <a:gd name="connsiteX57" fmla="*/ 227162 w 362309"/>
              <a:gd name="connsiteY57" fmla="*/ 196627 h 361971"/>
              <a:gd name="connsiteX58" fmla="*/ 227162 w 362309"/>
              <a:gd name="connsiteY58" fmla="*/ 196563 h 361971"/>
              <a:gd name="connsiteX59" fmla="*/ 227162 w 362309"/>
              <a:gd name="connsiteY59" fmla="*/ 186093 h 361971"/>
              <a:gd name="connsiteX60" fmla="*/ 223073 w 362309"/>
              <a:gd name="connsiteY60" fmla="*/ 182007 h 361971"/>
              <a:gd name="connsiteX61" fmla="*/ 220133 w 362309"/>
              <a:gd name="connsiteY61" fmla="*/ 183284 h 361971"/>
              <a:gd name="connsiteX62" fmla="*/ 218983 w 362309"/>
              <a:gd name="connsiteY62" fmla="*/ 186093 h 361971"/>
              <a:gd name="connsiteX63" fmla="*/ 218983 w 362309"/>
              <a:gd name="connsiteY63" fmla="*/ 201798 h 361971"/>
              <a:gd name="connsiteX64" fmla="*/ 212593 w 362309"/>
              <a:gd name="connsiteY64" fmla="*/ 208182 h 361971"/>
              <a:gd name="connsiteX65" fmla="*/ 206203 w 362309"/>
              <a:gd name="connsiteY65" fmla="*/ 201798 h 361971"/>
              <a:gd name="connsiteX66" fmla="*/ 206203 w 362309"/>
              <a:gd name="connsiteY66" fmla="*/ 175623 h 361971"/>
              <a:gd name="connsiteX67" fmla="*/ 202114 w 362309"/>
              <a:gd name="connsiteY67" fmla="*/ 171538 h 361971"/>
              <a:gd name="connsiteX68" fmla="*/ 199174 w 362309"/>
              <a:gd name="connsiteY68" fmla="*/ 172814 h 361971"/>
              <a:gd name="connsiteX69" fmla="*/ 198024 w 362309"/>
              <a:gd name="connsiteY69" fmla="*/ 175560 h 361971"/>
              <a:gd name="connsiteX70" fmla="*/ 198024 w 362309"/>
              <a:gd name="connsiteY70" fmla="*/ 196499 h 361971"/>
              <a:gd name="connsiteX71" fmla="*/ 191634 w 362309"/>
              <a:gd name="connsiteY71" fmla="*/ 202883 h 361971"/>
              <a:gd name="connsiteX72" fmla="*/ 185244 w 362309"/>
              <a:gd name="connsiteY72" fmla="*/ 196499 h 361971"/>
              <a:gd name="connsiteX73" fmla="*/ 185244 w 362309"/>
              <a:gd name="connsiteY73" fmla="*/ 175560 h 361971"/>
              <a:gd name="connsiteX74" fmla="*/ 185244 w 362309"/>
              <a:gd name="connsiteY74" fmla="*/ 175560 h 361971"/>
              <a:gd name="connsiteX75" fmla="*/ 185244 w 362309"/>
              <a:gd name="connsiteY75" fmla="*/ 144150 h 361971"/>
              <a:gd name="connsiteX76" fmla="*/ 181155 w 362309"/>
              <a:gd name="connsiteY76" fmla="*/ 140065 h 361971"/>
              <a:gd name="connsiteX77" fmla="*/ 178215 w 362309"/>
              <a:gd name="connsiteY77" fmla="*/ 141341 h 361971"/>
              <a:gd name="connsiteX78" fmla="*/ 177065 w 362309"/>
              <a:gd name="connsiteY78" fmla="*/ 144150 h 361971"/>
              <a:gd name="connsiteX79" fmla="*/ 177065 w 362309"/>
              <a:gd name="connsiteY79" fmla="*/ 217438 h 361971"/>
              <a:gd name="connsiteX80" fmla="*/ 170675 w 362309"/>
              <a:gd name="connsiteY80" fmla="*/ 223822 h 361971"/>
              <a:gd name="connsiteX81" fmla="*/ 164285 w 362309"/>
              <a:gd name="connsiteY81" fmla="*/ 217438 h 361971"/>
              <a:gd name="connsiteX82" fmla="*/ 164285 w 362309"/>
              <a:gd name="connsiteY82" fmla="*/ 206969 h 361971"/>
              <a:gd name="connsiteX83" fmla="*/ 157895 w 362309"/>
              <a:gd name="connsiteY83" fmla="*/ 194073 h 361971"/>
              <a:gd name="connsiteX84" fmla="*/ 156681 w 362309"/>
              <a:gd name="connsiteY84" fmla="*/ 194137 h 361971"/>
              <a:gd name="connsiteX85" fmla="*/ 156170 w 362309"/>
              <a:gd name="connsiteY85" fmla="*/ 195094 h 361971"/>
              <a:gd name="connsiteX86" fmla="*/ 156170 w 362309"/>
              <a:gd name="connsiteY86" fmla="*/ 233143 h 361971"/>
              <a:gd name="connsiteX87" fmla="*/ 166522 w 362309"/>
              <a:gd name="connsiteY87" fmla="*/ 256444 h 361971"/>
              <a:gd name="connsiteX88" fmla="*/ 182369 w 362309"/>
              <a:gd name="connsiteY88" fmla="*/ 285492 h 361971"/>
              <a:gd name="connsiteX89" fmla="*/ 182369 w 362309"/>
              <a:gd name="connsiteY89" fmla="*/ 301196 h 361971"/>
              <a:gd name="connsiteX90" fmla="*/ 175979 w 362309"/>
              <a:gd name="connsiteY90" fmla="*/ 307580 h 361971"/>
              <a:gd name="connsiteX91" fmla="*/ 169589 w 362309"/>
              <a:gd name="connsiteY91" fmla="*/ 301196 h 361971"/>
              <a:gd name="connsiteX92" fmla="*/ 169589 w 362309"/>
              <a:gd name="connsiteY92" fmla="*/ 285492 h 361971"/>
              <a:gd name="connsiteX93" fmla="*/ 158087 w 362309"/>
              <a:gd name="connsiteY93" fmla="*/ 266020 h 361971"/>
              <a:gd name="connsiteX94" fmla="*/ 143390 w 362309"/>
              <a:gd name="connsiteY94" fmla="*/ 233143 h 361971"/>
              <a:gd name="connsiteX95" fmla="*/ 143390 w 362309"/>
              <a:gd name="connsiteY95" fmla="*/ 195094 h 361971"/>
              <a:gd name="connsiteX96" fmla="*/ 149972 w 362309"/>
              <a:gd name="connsiteY96" fmla="*/ 183284 h 361971"/>
              <a:gd name="connsiteX97" fmla="*/ 163646 w 362309"/>
              <a:gd name="connsiteY97" fmla="*/ 182646 h 361971"/>
              <a:gd name="connsiteX98" fmla="*/ 164413 w 362309"/>
              <a:gd name="connsiteY98" fmla="*/ 183093 h 361971"/>
              <a:gd name="connsiteX99" fmla="*/ 164413 w 362309"/>
              <a:gd name="connsiteY99" fmla="*/ 144150 h 361971"/>
              <a:gd name="connsiteX100" fmla="*/ 169333 w 362309"/>
              <a:gd name="connsiteY100" fmla="*/ 132340 h 361971"/>
              <a:gd name="connsiteX101" fmla="*/ 181282 w 362309"/>
              <a:gd name="connsiteY101" fmla="*/ 127297 h 361971"/>
              <a:gd name="connsiteX102" fmla="*/ 198152 w 362309"/>
              <a:gd name="connsiteY102" fmla="*/ 144150 h 361971"/>
              <a:gd name="connsiteX103" fmla="*/ 198152 w 362309"/>
              <a:gd name="connsiteY103" fmla="*/ 159280 h 361971"/>
              <a:gd name="connsiteX104" fmla="*/ 202241 w 362309"/>
              <a:gd name="connsiteY104" fmla="*/ 158706 h 361971"/>
              <a:gd name="connsiteX105" fmla="*/ 218089 w 362309"/>
              <a:gd name="connsiteY105" fmla="*/ 170069 h 361971"/>
              <a:gd name="connsiteX106" fmla="*/ 223200 w 362309"/>
              <a:gd name="connsiteY106" fmla="*/ 169176 h 361971"/>
              <a:gd name="connsiteX107" fmla="*/ 239047 w 362309"/>
              <a:gd name="connsiteY107" fmla="*/ 180539 h 361971"/>
              <a:gd name="connsiteX108" fmla="*/ 244159 w 362309"/>
              <a:gd name="connsiteY108" fmla="*/ 179645 h 361971"/>
              <a:gd name="connsiteX109" fmla="*/ 261029 w 362309"/>
              <a:gd name="connsiteY109" fmla="*/ 196499 h 361971"/>
              <a:gd name="connsiteX110" fmla="*/ 261029 w 362309"/>
              <a:gd name="connsiteY110" fmla="*/ 242591 h 361971"/>
              <a:gd name="connsiteX111" fmla="*/ 270230 w 362309"/>
              <a:gd name="connsiteY111" fmla="*/ 150726 h 361971"/>
              <a:gd name="connsiteX112" fmla="*/ 233297 w 362309"/>
              <a:gd name="connsiteY112" fmla="*/ 150726 h 361971"/>
              <a:gd name="connsiteX113" fmla="*/ 238089 w 362309"/>
              <a:gd name="connsiteY113" fmla="*/ 155514 h 361971"/>
              <a:gd name="connsiteX114" fmla="*/ 238089 w 362309"/>
              <a:gd name="connsiteY114" fmla="*/ 164515 h 361971"/>
              <a:gd name="connsiteX115" fmla="*/ 233552 w 362309"/>
              <a:gd name="connsiteY115" fmla="*/ 166367 h 361971"/>
              <a:gd name="connsiteX116" fmla="*/ 229015 w 362309"/>
              <a:gd name="connsiteY116" fmla="*/ 164515 h 361971"/>
              <a:gd name="connsiteX117" fmla="*/ 213296 w 362309"/>
              <a:gd name="connsiteY117" fmla="*/ 148811 h 361971"/>
              <a:gd name="connsiteX118" fmla="*/ 211890 w 362309"/>
              <a:gd name="connsiteY118" fmla="*/ 146768 h 361971"/>
              <a:gd name="connsiteX119" fmla="*/ 211379 w 362309"/>
              <a:gd name="connsiteY119" fmla="*/ 144278 h 361971"/>
              <a:gd name="connsiteX120" fmla="*/ 211890 w 362309"/>
              <a:gd name="connsiteY120" fmla="*/ 141788 h 361971"/>
              <a:gd name="connsiteX121" fmla="*/ 213296 w 362309"/>
              <a:gd name="connsiteY121" fmla="*/ 139745 h 361971"/>
              <a:gd name="connsiteX122" fmla="*/ 229015 w 362309"/>
              <a:gd name="connsiteY122" fmla="*/ 124041 h 361971"/>
              <a:gd name="connsiteX123" fmla="*/ 238025 w 362309"/>
              <a:gd name="connsiteY123" fmla="*/ 124041 h 361971"/>
              <a:gd name="connsiteX124" fmla="*/ 238025 w 362309"/>
              <a:gd name="connsiteY124" fmla="*/ 133042 h 361971"/>
              <a:gd name="connsiteX125" fmla="*/ 233233 w 362309"/>
              <a:gd name="connsiteY125" fmla="*/ 137830 h 361971"/>
              <a:gd name="connsiteX126" fmla="*/ 270166 w 362309"/>
              <a:gd name="connsiteY126" fmla="*/ 137830 h 361971"/>
              <a:gd name="connsiteX127" fmla="*/ 276556 w 362309"/>
              <a:gd name="connsiteY127" fmla="*/ 144214 h 361971"/>
              <a:gd name="connsiteX128" fmla="*/ 270230 w 362309"/>
              <a:gd name="connsiteY128" fmla="*/ 15072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10" y="280959"/>
                  <a:pt x="362310" y="180986"/>
                </a:cubicBezTo>
                <a:cubicBezTo>
                  <a:pt x="362310" y="81013"/>
                  <a:pt x="281221" y="0"/>
                  <a:pt x="181155" y="0"/>
                </a:cubicBezTo>
                <a:close/>
                <a:moveTo>
                  <a:pt x="160963" y="92695"/>
                </a:moveTo>
                <a:cubicBezTo>
                  <a:pt x="163455" y="90206"/>
                  <a:pt x="167480" y="90206"/>
                  <a:pt x="169972" y="92695"/>
                </a:cubicBezTo>
                <a:lnTo>
                  <a:pt x="174765" y="97483"/>
                </a:lnTo>
                <a:lnTo>
                  <a:pt x="174765" y="60584"/>
                </a:lnTo>
                <a:cubicBezTo>
                  <a:pt x="174765" y="57073"/>
                  <a:pt x="177640" y="54200"/>
                  <a:pt x="181155" y="54200"/>
                </a:cubicBezTo>
                <a:cubicBezTo>
                  <a:pt x="184669" y="54200"/>
                  <a:pt x="187545" y="57073"/>
                  <a:pt x="187545" y="60584"/>
                </a:cubicBezTo>
                <a:lnTo>
                  <a:pt x="187545" y="97483"/>
                </a:lnTo>
                <a:lnTo>
                  <a:pt x="192337" y="92695"/>
                </a:lnTo>
                <a:cubicBezTo>
                  <a:pt x="194829" y="90206"/>
                  <a:pt x="198855" y="90206"/>
                  <a:pt x="201347" y="92695"/>
                </a:cubicBezTo>
                <a:cubicBezTo>
                  <a:pt x="203839" y="95185"/>
                  <a:pt x="203839" y="99207"/>
                  <a:pt x="201347" y="101697"/>
                </a:cubicBezTo>
                <a:lnTo>
                  <a:pt x="185628" y="117401"/>
                </a:lnTo>
                <a:cubicBezTo>
                  <a:pt x="185052" y="117976"/>
                  <a:pt x="184350" y="118487"/>
                  <a:pt x="183519" y="118806"/>
                </a:cubicBezTo>
                <a:cubicBezTo>
                  <a:pt x="182752" y="119125"/>
                  <a:pt x="181921" y="119317"/>
                  <a:pt x="181091" y="119317"/>
                </a:cubicBezTo>
                <a:cubicBezTo>
                  <a:pt x="180260" y="119317"/>
                  <a:pt x="179430" y="119125"/>
                  <a:pt x="178662" y="118806"/>
                </a:cubicBezTo>
                <a:cubicBezTo>
                  <a:pt x="177896" y="118487"/>
                  <a:pt x="177193" y="118040"/>
                  <a:pt x="176554" y="117401"/>
                </a:cubicBezTo>
                <a:lnTo>
                  <a:pt x="160835" y="101697"/>
                </a:lnTo>
                <a:cubicBezTo>
                  <a:pt x="158406" y="99207"/>
                  <a:pt x="158406" y="95185"/>
                  <a:pt x="160963" y="92695"/>
                </a:cubicBezTo>
                <a:close/>
                <a:moveTo>
                  <a:pt x="128757" y="166430"/>
                </a:moveTo>
                <a:cubicBezTo>
                  <a:pt x="127096" y="166430"/>
                  <a:pt x="125498" y="165792"/>
                  <a:pt x="124220" y="164579"/>
                </a:cubicBezTo>
                <a:cubicBezTo>
                  <a:pt x="121728" y="162089"/>
                  <a:pt x="121728" y="158067"/>
                  <a:pt x="124220" y="155578"/>
                </a:cubicBezTo>
                <a:lnTo>
                  <a:pt x="129013" y="150790"/>
                </a:lnTo>
                <a:lnTo>
                  <a:pt x="92079" y="150790"/>
                </a:lnTo>
                <a:cubicBezTo>
                  <a:pt x="88564" y="150790"/>
                  <a:pt x="85689" y="147917"/>
                  <a:pt x="85689" y="144406"/>
                </a:cubicBezTo>
                <a:cubicBezTo>
                  <a:pt x="85689" y="140894"/>
                  <a:pt x="88564" y="138022"/>
                  <a:pt x="92079" y="138022"/>
                </a:cubicBezTo>
                <a:lnTo>
                  <a:pt x="129013" y="138022"/>
                </a:lnTo>
                <a:lnTo>
                  <a:pt x="124220" y="133234"/>
                </a:lnTo>
                <a:cubicBezTo>
                  <a:pt x="121728" y="130744"/>
                  <a:pt x="121728" y="126722"/>
                  <a:pt x="124220" y="124232"/>
                </a:cubicBezTo>
                <a:cubicBezTo>
                  <a:pt x="126713" y="121742"/>
                  <a:pt x="130738" y="121742"/>
                  <a:pt x="133230" y="124232"/>
                </a:cubicBezTo>
                <a:lnTo>
                  <a:pt x="148949" y="139937"/>
                </a:lnTo>
                <a:cubicBezTo>
                  <a:pt x="149524" y="140511"/>
                  <a:pt x="150036" y="141214"/>
                  <a:pt x="150355" y="141980"/>
                </a:cubicBezTo>
                <a:cubicBezTo>
                  <a:pt x="150675" y="142746"/>
                  <a:pt x="150866" y="143576"/>
                  <a:pt x="150866" y="144406"/>
                </a:cubicBezTo>
                <a:cubicBezTo>
                  <a:pt x="150866" y="145236"/>
                  <a:pt x="150675" y="146066"/>
                  <a:pt x="150355" y="146895"/>
                </a:cubicBezTo>
                <a:cubicBezTo>
                  <a:pt x="150036" y="147662"/>
                  <a:pt x="149588" y="148364"/>
                  <a:pt x="148949" y="148938"/>
                </a:cubicBezTo>
                <a:lnTo>
                  <a:pt x="133230" y="164643"/>
                </a:lnTo>
                <a:cubicBezTo>
                  <a:pt x="132080" y="165792"/>
                  <a:pt x="130418" y="166430"/>
                  <a:pt x="128757" y="166430"/>
                </a:cubicBezTo>
                <a:close/>
                <a:moveTo>
                  <a:pt x="260901" y="242591"/>
                </a:moveTo>
                <a:cubicBezTo>
                  <a:pt x="260901" y="249997"/>
                  <a:pt x="258984" y="257019"/>
                  <a:pt x="255342" y="263084"/>
                </a:cubicBezTo>
                <a:cubicBezTo>
                  <a:pt x="250422" y="271319"/>
                  <a:pt x="250422" y="272724"/>
                  <a:pt x="250422" y="280384"/>
                </a:cubicBezTo>
                <a:lnTo>
                  <a:pt x="250422" y="301324"/>
                </a:lnTo>
                <a:cubicBezTo>
                  <a:pt x="250422" y="304835"/>
                  <a:pt x="247546" y="307708"/>
                  <a:pt x="244032" y="307708"/>
                </a:cubicBezTo>
                <a:cubicBezTo>
                  <a:pt x="240517" y="307708"/>
                  <a:pt x="237642" y="304835"/>
                  <a:pt x="237642" y="301324"/>
                </a:cubicBezTo>
                <a:lnTo>
                  <a:pt x="237642" y="280384"/>
                </a:lnTo>
                <a:cubicBezTo>
                  <a:pt x="237642" y="271000"/>
                  <a:pt x="237961" y="267233"/>
                  <a:pt x="244415" y="256508"/>
                </a:cubicBezTo>
                <a:cubicBezTo>
                  <a:pt x="246843" y="252486"/>
                  <a:pt x="248121" y="247635"/>
                  <a:pt x="248121" y="242591"/>
                </a:cubicBezTo>
                <a:lnTo>
                  <a:pt x="248121" y="196627"/>
                </a:lnTo>
                <a:cubicBezTo>
                  <a:pt x="248121" y="194009"/>
                  <a:pt x="245693" y="192541"/>
                  <a:pt x="244032" y="192541"/>
                </a:cubicBezTo>
                <a:cubicBezTo>
                  <a:pt x="243009" y="192541"/>
                  <a:pt x="241923" y="193052"/>
                  <a:pt x="241092" y="193818"/>
                </a:cubicBezTo>
                <a:cubicBezTo>
                  <a:pt x="240325" y="194584"/>
                  <a:pt x="239942" y="195541"/>
                  <a:pt x="239942" y="196563"/>
                </a:cubicBezTo>
                <a:lnTo>
                  <a:pt x="239942" y="210033"/>
                </a:lnTo>
                <a:cubicBezTo>
                  <a:pt x="239942" y="213544"/>
                  <a:pt x="237067" y="216417"/>
                  <a:pt x="233552" y="216417"/>
                </a:cubicBezTo>
                <a:cubicBezTo>
                  <a:pt x="230038" y="216417"/>
                  <a:pt x="227162" y="213544"/>
                  <a:pt x="227162" y="210033"/>
                </a:cubicBezTo>
                <a:lnTo>
                  <a:pt x="227162" y="196627"/>
                </a:lnTo>
                <a:cubicBezTo>
                  <a:pt x="227162" y="196627"/>
                  <a:pt x="227162" y="196627"/>
                  <a:pt x="227162" y="196627"/>
                </a:cubicBezTo>
                <a:cubicBezTo>
                  <a:pt x="227162" y="196627"/>
                  <a:pt x="227162" y="196627"/>
                  <a:pt x="227162" y="196563"/>
                </a:cubicBezTo>
                <a:lnTo>
                  <a:pt x="227162" y="186093"/>
                </a:lnTo>
                <a:cubicBezTo>
                  <a:pt x="227162" y="183476"/>
                  <a:pt x="224734" y="182007"/>
                  <a:pt x="223073" y="182007"/>
                </a:cubicBezTo>
                <a:cubicBezTo>
                  <a:pt x="222050" y="182007"/>
                  <a:pt x="220964" y="182518"/>
                  <a:pt x="220133" y="183284"/>
                </a:cubicBezTo>
                <a:cubicBezTo>
                  <a:pt x="219367" y="184050"/>
                  <a:pt x="218983" y="185008"/>
                  <a:pt x="218983" y="186093"/>
                </a:cubicBezTo>
                <a:lnTo>
                  <a:pt x="218983" y="201798"/>
                </a:lnTo>
                <a:cubicBezTo>
                  <a:pt x="218983" y="205309"/>
                  <a:pt x="216108" y="208182"/>
                  <a:pt x="212593" y="208182"/>
                </a:cubicBezTo>
                <a:cubicBezTo>
                  <a:pt x="209079" y="208182"/>
                  <a:pt x="206203" y="205309"/>
                  <a:pt x="206203" y="201798"/>
                </a:cubicBezTo>
                <a:lnTo>
                  <a:pt x="206203" y="175623"/>
                </a:lnTo>
                <a:cubicBezTo>
                  <a:pt x="206203" y="173006"/>
                  <a:pt x="203775" y="171538"/>
                  <a:pt x="202114" y="171538"/>
                </a:cubicBezTo>
                <a:cubicBezTo>
                  <a:pt x="201091" y="171538"/>
                  <a:pt x="200005" y="172048"/>
                  <a:pt x="199174" y="172814"/>
                </a:cubicBezTo>
                <a:cubicBezTo>
                  <a:pt x="198407" y="173581"/>
                  <a:pt x="198024" y="174538"/>
                  <a:pt x="198024" y="175560"/>
                </a:cubicBezTo>
                <a:lnTo>
                  <a:pt x="198024" y="196499"/>
                </a:lnTo>
                <a:cubicBezTo>
                  <a:pt x="198024" y="200010"/>
                  <a:pt x="195149" y="202883"/>
                  <a:pt x="191634" y="202883"/>
                </a:cubicBezTo>
                <a:cubicBezTo>
                  <a:pt x="188120" y="202883"/>
                  <a:pt x="185244" y="200010"/>
                  <a:pt x="185244" y="196499"/>
                </a:cubicBezTo>
                <a:lnTo>
                  <a:pt x="185244" y="175560"/>
                </a:lnTo>
                <a:cubicBezTo>
                  <a:pt x="185244" y="175560"/>
                  <a:pt x="185244" y="175560"/>
                  <a:pt x="185244" y="175560"/>
                </a:cubicBezTo>
                <a:lnTo>
                  <a:pt x="185244" y="144150"/>
                </a:lnTo>
                <a:cubicBezTo>
                  <a:pt x="185244" y="141533"/>
                  <a:pt x="182816" y="140065"/>
                  <a:pt x="181155" y="140065"/>
                </a:cubicBezTo>
                <a:cubicBezTo>
                  <a:pt x="180132" y="140065"/>
                  <a:pt x="179046" y="140575"/>
                  <a:pt x="178215" y="141341"/>
                </a:cubicBezTo>
                <a:cubicBezTo>
                  <a:pt x="177449" y="142107"/>
                  <a:pt x="177065" y="143065"/>
                  <a:pt x="177065" y="144150"/>
                </a:cubicBezTo>
                <a:lnTo>
                  <a:pt x="177065" y="217438"/>
                </a:lnTo>
                <a:cubicBezTo>
                  <a:pt x="177065" y="220950"/>
                  <a:pt x="174190" y="223822"/>
                  <a:pt x="170675" y="223822"/>
                </a:cubicBezTo>
                <a:cubicBezTo>
                  <a:pt x="167161" y="223822"/>
                  <a:pt x="164285" y="220950"/>
                  <a:pt x="164285" y="217438"/>
                </a:cubicBezTo>
                <a:lnTo>
                  <a:pt x="164285" y="206969"/>
                </a:lnTo>
                <a:cubicBezTo>
                  <a:pt x="164285" y="202564"/>
                  <a:pt x="163199" y="196690"/>
                  <a:pt x="157895" y="194073"/>
                </a:cubicBezTo>
                <a:cubicBezTo>
                  <a:pt x="157384" y="193818"/>
                  <a:pt x="156937" y="193945"/>
                  <a:pt x="156681" y="194137"/>
                </a:cubicBezTo>
                <a:cubicBezTo>
                  <a:pt x="156170" y="194456"/>
                  <a:pt x="156170" y="194967"/>
                  <a:pt x="156170" y="195094"/>
                </a:cubicBezTo>
                <a:lnTo>
                  <a:pt x="156170" y="233143"/>
                </a:lnTo>
                <a:cubicBezTo>
                  <a:pt x="156170" y="246358"/>
                  <a:pt x="164094" y="254274"/>
                  <a:pt x="166522" y="256444"/>
                </a:cubicBezTo>
                <a:cubicBezTo>
                  <a:pt x="173551" y="262637"/>
                  <a:pt x="182369" y="270298"/>
                  <a:pt x="182369" y="285492"/>
                </a:cubicBezTo>
                <a:lnTo>
                  <a:pt x="182369" y="301196"/>
                </a:lnTo>
                <a:cubicBezTo>
                  <a:pt x="182369" y="304707"/>
                  <a:pt x="179493" y="307580"/>
                  <a:pt x="175979" y="307580"/>
                </a:cubicBezTo>
                <a:cubicBezTo>
                  <a:pt x="172464" y="307580"/>
                  <a:pt x="169589" y="304707"/>
                  <a:pt x="169589" y="301196"/>
                </a:cubicBezTo>
                <a:lnTo>
                  <a:pt x="169589" y="285492"/>
                </a:lnTo>
                <a:cubicBezTo>
                  <a:pt x="169589" y="276554"/>
                  <a:pt x="165244" y="272277"/>
                  <a:pt x="158087" y="266020"/>
                </a:cubicBezTo>
                <a:cubicBezTo>
                  <a:pt x="148885" y="257977"/>
                  <a:pt x="143390" y="245656"/>
                  <a:pt x="143390" y="233143"/>
                </a:cubicBezTo>
                <a:lnTo>
                  <a:pt x="143390" y="195094"/>
                </a:lnTo>
                <a:cubicBezTo>
                  <a:pt x="143390" y="190243"/>
                  <a:pt x="145818" y="185838"/>
                  <a:pt x="149972" y="183284"/>
                </a:cubicBezTo>
                <a:cubicBezTo>
                  <a:pt x="154125" y="180731"/>
                  <a:pt x="159237" y="180475"/>
                  <a:pt x="163646" y="182646"/>
                </a:cubicBezTo>
                <a:cubicBezTo>
                  <a:pt x="163902" y="182773"/>
                  <a:pt x="164158" y="182965"/>
                  <a:pt x="164413" y="183093"/>
                </a:cubicBezTo>
                <a:lnTo>
                  <a:pt x="164413" y="144150"/>
                </a:lnTo>
                <a:cubicBezTo>
                  <a:pt x="164413" y="139682"/>
                  <a:pt x="166138" y="135532"/>
                  <a:pt x="169333" y="132340"/>
                </a:cubicBezTo>
                <a:cubicBezTo>
                  <a:pt x="172528" y="129148"/>
                  <a:pt x="176873" y="127297"/>
                  <a:pt x="181282" y="127297"/>
                </a:cubicBezTo>
                <a:cubicBezTo>
                  <a:pt x="190612" y="127297"/>
                  <a:pt x="198152" y="134830"/>
                  <a:pt x="198152" y="144150"/>
                </a:cubicBezTo>
                <a:lnTo>
                  <a:pt x="198152" y="159280"/>
                </a:lnTo>
                <a:cubicBezTo>
                  <a:pt x="199494" y="158961"/>
                  <a:pt x="200836" y="158706"/>
                  <a:pt x="202241" y="158706"/>
                </a:cubicBezTo>
                <a:cubicBezTo>
                  <a:pt x="209590" y="158706"/>
                  <a:pt x="215788" y="163494"/>
                  <a:pt x="218089" y="170069"/>
                </a:cubicBezTo>
                <a:cubicBezTo>
                  <a:pt x="219750" y="169559"/>
                  <a:pt x="221411" y="169176"/>
                  <a:pt x="223200" y="169176"/>
                </a:cubicBezTo>
                <a:cubicBezTo>
                  <a:pt x="230549" y="169176"/>
                  <a:pt x="236811" y="173964"/>
                  <a:pt x="239047" y="180539"/>
                </a:cubicBezTo>
                <a:cubicBezTo>
                  <a:pt x="240709" y="180028"/>
                  <a:pt x="242370" y="179645"/>
                  <a:pt x="244159" y="179645"/>
                </a:cubicBezTo>
                <a:cubicBezTo>
                  <a:pt x="253489" y="179645"/>
                  <a:pt x="261029" y="187178"/>
                  <a:pt x="261029" y="196499"/>
                </a:cubicBezTo>
                <a:lnTo>
                  <a:pt x="261029" y="242591"/>
                </a:lnTo>
                <a:close/>
                <a:moveTo>
                  <a:pt x="270230" y="150726"/>
                </a:moveTo>
                <a:lnTo>
                  <a:pt x="233297" y="150726"/>
                </a:lnTo>
                <a:lnTo>
                  <a:pt x="238089" y="155514"/>
                </a:lnTo>
                <a:cubicBezTo>
                  <a:pt x="240581" y="158004"/>
                  <a:pt x="240581" y="162026"/>
                  <a:pt x="238089" y="164515"/>
                </a:cubicBezTo>
                <a:cubicBezTo>
                  <a:pt x="236875" y="165792"/>
                  <a:pt x="235214" y="166367"/>
                  <a:pt x="233552" y="166367"/>
                </a:cubicBezTo>
                <a:cubicBezTo>
                  <a:pt x="231891" y="166367"/>
                  <a:pt x="230293" y="165728"/>
                  <a:pt x="229015" y="164515"/>
                </a:cubicBezTo>
                <a:lnTo>
                  <a:pt x="213296" y="148811"/>
                </a:lnTo>
                <a:cubicBezTo>
                  <a:pt x="212721" y="148236"/>
                  <a:pt x="212210" y="147534"/>
                  <a:pt x="211890" y="146768"/>
                </a:cubicBezTo>
                <a:cubicBezTo>
                  <a:pt x="211571" y="146002"/>
                  <a:pt x="211379" y="145172"/>
                  <a:pt x="211379" y="144278"/>
                </a:cubicBezTo>
                <a:cubicBezTo>
                  <a:pt x="211379" y="143384"/>
                  <a:pt x="211571" y="142618"/>
                  <a:pt x="211890" y="141788"/>
                </a:cubicBezTo>
                <a:cubicBezTo>
                  <a:pt x="212210" y="141022"/>
                  <a:pt x="212657" y="140320"/>
                  <a:pt x="213296" y="139745"/>
                </a:cubicBezTo>
                <a:lnTo>
                  <a:pt x="229015" y="124041"/>
                </a:lnTo>
                <a:cubicBezTo>
                  <a:pt x="231507" y="121551"/>
                  <a:pt x="235533" y="121551"/>
                  <a:pt x="238025" y="124041"/>
                </a:cubicBezTo>
                <a:cubicBezTo>
                  <a:pt x="240517" y="126530"/>
                  <a:pt x="240517" y="130552"/>
                  <a:pt x="238025" y="133042"/>
                </a:cubicBezTo>
                <a:lnTo>
                  <a:pt x="233233" y="137830"/>
                </a:lnTo>
                <a:lnTo>
                  <a:pt x="270166" y="137830"/>
                </a:lnTo>
                <a:cubicBezTo>
                  <a:pt x="273681" y="137830"/>
                  <a:pt x="276556" y="140703"/>
                  <a:pt x="276556" y="144214"/>
                </a:cubicBezTo>
                <a:cubicBezTo>
                  <a:pt x="276556" y="147725"/>
                  <a:pt x="273745" y="150726"/>
                  <a:pt x="270230" y="150726"/>
                </a:cubicBezTo>
                <a:close/>
              </a:path>
            </a:pathLst>
          </a:custGeom>
          <a:solidFill>
            <a:srgbClr val="00A3E0"/>
          </a:solidFill>
          <a:ln w="6390" cap="flat">
            <a:noFill/>
            <a:prstDash val="solid"/>
            <a:miter/>
          </a:ln>
        </p:spPr>
        <p:txBody>
          <a:bodyPr rtlCol="0" anchor="ctr"/>
          <a:lstStyle/>
          <a:p>
            <a:endParaRPr lang="en-US"/>
          </a:p>
        </p:txBody>
      </p:sp>
      <p:sp>
        <p:nvSpPr>
          <p:cNvPr id="910" name="Graphic 4">
            <a:extLst>
              <a:ext uri="{FF2B5EF4-FFF2-40B4-BE49-F238E27FC236}">
                <a16:creationId xmlns:a16="http://schemas.microsoft.com/office/drawing/2014/main" id="{A7D3C478-172A-9E40-8AEE-70CEC31192F0}"/>
              </a:ext>
            </a:extLst>
          </p:cNvPr>
          <p:cNvSpPr/>
          <p:nvPr/>
        </p:nvSpPr>
        <p:spPr>
          <a:xfrm>
            <a:off x="6146544" y="1893013"/>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235278 w 362309"/>
              <a:gd name="connsiteY5" fmla="*/ 121360 h 361971"/>
              <a:gd name="connsiteX6" fmla="*/ 228888 w 362309"/>
              <a:gd name="connsiteY6" fmla="*/ 127744 h 361971"/>
              <a:gd name="connsiteX7" fmla="*/ 205053 w 362309"/>
              <a:gd name="connsiteY7" fmla="*/ 127744 h 361971"/>
              <a:gd name="connsiteX8" fmla="*/ 198663 w 362309"/>
              <a:gd name="connsiteY8" fmla="*/ 121360 h 361971"/>
              <a:gd name="connsiteX9" fmla="*/ 205053 w 362309"/>
              <a:gd name="connsiteY9" fmla="*/ 114976 h 361971"/>
              <a:gd name="connsiteX10" fmla="*/ 228888 w 362309"/>
              <a:gd name="connsiteY10" fmla="*/ 114976 h 361971"/>
              <a:gd name="connsiteX11" fmla="*/ 235278 w 362309"/>
              <a:gd name="connsiteY11" fmla="*/ 121360 h 361971"/>
              <a:gd name="connsiteX12" fmla="*/ 226396 w 362309"/>
              <a:gd name="connsiteY12" fmla="*/ 88354 h 361971"/>
              <a:gd name="connsiteX13" fmla="*/ 224031 w 362309"/>
              <a:gd name="connsiteY13" fmla="*/ 97100 h 361971"/>
              <a:gd name="connsiteX14" fmla="*/ 203392 w 362309"/>
              <a:gd name="connsiteY14" fmla="*/ 109039 h 361971"/>
              <a:gd name="connsiteX15" fmla="*/ 200197 w 362309"/>
              <a:gd name="connsiteY15" fmla="*/ 109868 h 361971"/>
              <a:gd name="connsiteX16" fmla="*/ 194638 w 362309"/>
              <a:gd name="connsiteY16" fmla="*/ 106676 h 361971"/>
              <a:gd name="connsiteX17" fmla="*/ 197002 w 362309"/>
              <a:gd name="connsiteY17" fmla="*/ 97930 h 361971"/>
              <a:gd name="connsiteX18" fmla="*/ 217641 w 362309"/>
              <a:gd name="connsiteY18" fmla="*/ 85992 h 361971"/>
              <a:gd name="connsiteX19" fmla="*/ 226396 w 362309"/>
              <a:gd name="connsiteY19" fmla="*/ 88354 h 361971"/>
              <a:gd name="connsiteX20" fmla="*/ 181538 w 362309"/>
              <a:gd name="connsiteY20" fmla="*/ 87205 h 361971"/>
              <a:gd name="connsiteX21" fmla="*/ 193487 w 362309"/>
              <a:gd name="connsiteY21" fmla="*/ 66585 h 361971"/>
              <a:gd name="connsiteX22" fmla="*/ 202242 w 362309"/>
              <a:gd name="connsiteY22" fmla="*/ 64223 h 361971"/>
              <a:gd name="connsiteX23" fmla="*/ 204606 w 362309"/>
              <a:gd name="connsiteY23" fmla="*/ 72969 h 361971"/>
              <a:gd name="connsiteX24" fmla="*/ 192657 w 362309"/>
              <a:gd name="connsiteY24" fmla="*/ 93589 h 361971"/>
              <a:gd name="connsiteX25" fmla="*/ 187098 w 362309"/>
              <a:gd name="connsiteY25" fmla="*/ 96781 h 361971"/>
              <a:gd name="connsiteX26" fmla="*/ 183903 w 362309"/>
              <a:gd name="connsiteY26" fmla="*/ 95951 h 361971"/>
              <a:gd name="connsiteX27" fmla="*/ 181538 w 362309"/>
              <a:gd name="connsiteY27" fmla="*/ 87205 h 361971"/>
              <a:gd name="connsiteX28" fmla="*/ 162816 w 362309"/>
              <a:gd name="connsiteY28" fmla="*/ 61797 h 361971"/>
              <a:gd name="connsiteX29" fmla="*/ 169206 w 362309"/>
              <a:gd name="connsiteY29" fmla="*/ 55413 h 361971"/>
              <a:gd name="connsiteX30" fmla="*/ 175596 w 362309"/>
              <a:gd name="connsiteY30" fmla="*/ 61797 h 361971"/>
              <a:gd name="connsiteX31" fmla="*/ 175596 w 362309"/>
              <a:gd name="connsiteY31" fmla="*/ 85609 h 361971"/>
              <a:gd name="connsiteX32" fmla="*/ 169206 w 362309"/>
              <a:gd name="connsiteY32" fmla="*/ 91993 h 361971"/>
              <a:gd name="connsiteX33" fmla="*/ 162816 w 362309"/>
              <a:gd name="connsiteY33" fmla="*/ 85609 h 361971"/>
              <a:gd name="connsiteX34" fmla="*/ 162816 w 362309"/>
              <a:gd name="connsiteY34" fmla="*/ 61797 h 361971"/>
              <a:gd name="connsiteX35" fmla="*/ 136170 w 362309"/>
              <a:gd name="connsiteY35" fmla="*/ 64223 h 361971"/>
              <a:gd name="connsiteX36" fmla="*/ 144924 w 362309"/>
              <a:gd name="connsiteY36" fmla="*/ 66585 h 361971"/>
              <a:gd name="connsiteX37" fmla="*/ 156873 w 362309"/>
              <a:gd name="connsiteY37" fmla="*/ 87205 h 361971"/>
              <a:gd name="connsiteX38" fmla="*/ 154509 w 362309"/>
              <a:gd name="connsiteY38" fmla="*/ 95951 h 361971"/>
              <a:gd name="connsiteX39" fmla="*/ 151314 w 362309"/>
              <a:gd name="connsiteY39" fmla="*/ 96781 h 361971"/>
              <a:gd name="connsiteX40" fmla="*/ 145754 w 362309"/>
              <a:gd name="connsiteY40" fmla="*/ 93589 h 361971"/>
              <a:gd name="connsiteX41" fmla="*/ 133805 w 362309"/>
              <a:gd name="connsiteY41" fmla="*/ 72969 h 361971"/>
              <a:gd name="connsiteX42" fmla="*/ 136170 w 362309"/>
              <a:gd name="connsiteY42" fmla="*/ 64223 h 361971"/>
              <a:gd name="connsiteX43" fmla="*/ 112016 w 362309"/>
              <a:gd name="connsiteY43" fmla="*/ 88354 h 361971"/>
              <a:gd name="connsiteX44" fmla="*/ 120770 w 362309"/>
              <a:gd name="connsiteY44" fmla="*/ 85992 h 361971"/>
              <a:gd name="connsiteX45" fmla="*/ 141409 w 362309"/>
              <a:gd name="connsiteY45" fmla="*/ 97930 h 361971"/>
              <a:gd name="connsiteX46" fmla="*/ 143774 w 362309"/>
              <a:gd name="connsiteY46" fmla="*/ 106676 h 361971"/>
              <a:gd name="connsiteX47" fmla="*/ 138214 w 362309"/>
              <a:gd name="connsiteY47" fmla="*/ 109868 h 361971"/>
              <a:gd name="connsiteX48" fmla="*/ 135019 w 362309"/>
              <a:gd name="connsiteY48" fmla="*/ 109039 h 361971"/>
              <a:gd name="connsiteX49" fmla="*/ 114380 w 362309"/>
              <a:gd name="connsiteY49" fmla="*/ 97100 h 361971"/>
              <a:gd name="connsiteX50" fmla="*/ 112016 w 362309"/>
              <a:gd name="connsiteY50" fmla="*/ 88354 h 361971"/>
              <a:gd name="connsiteX51" fmla="*/ 103198 w 362309"/>
              <a:gd name="connsiteY51" fmla="*/ 121360 h 361971"/>
              <a:gd name="connsiteX52" fmla="*/ 109588 w 362309"/>
              <a:gd name="connsiteY52" fmla="*/ 114976 h 361971"/>
              <a:gd name="connsiteX53" fmla="*/ 133422 w 362309"/>
              <a:gd name="connsiteY53" fmla="*/ 114976 h 361971"/>
              <a:gd name="connsiteX54" fmla="*/ 139812 w 362309"/>
              <a:gd name="connsiteY54" fmla="*/ 121360 h 361971"/>
              <a:gd name="connsiteX55" fmla="*/ 133422 w 362309"/>
              <a:gd name="connsiteY55" fmla="*/ 127744 h 361971"/>
              <a:gd name="connsiteX56" fmla="*/ 109588 w 362309"/>
              <a:gd name="connsiteY56" fmla="*/ 127744 h 361971"/>
              <a:gd name="connsiteX57" fmla="*/ 103198 w 362309"/>
              <a:gd name="connsiteY57" fmla="*/ 121360 h 361971"/>
              <a:gd name="connsiteX58" fmla="*/ 259112 w 362309"/>
              <a:gd name="connsiteY58" fmla="*/ 233271 h 361971"/>
              <a:gd name="connsiteX59" fmla="*/ 252978 w 362309"/>
              <a:gd name="connsiteY59" fmla="*/ 256125 h 361971"/>
              <a:gd name="connsiteX60" fmla="*/ 247227 w 362309"/>
              <a:gd name="connsiteY60" fmla="*/ 276299 h 361971"/>
              <a:gd name="connsiteX61" fmla="*/ 247227 w 362309"/>
              <a:gd name="connsiteY61" fmla="*/ 300111 h 361971"/>
              <a:gd name="connsiteX62" fmla="*/ 240837 w 362309"/>
              <a:gd name="connsiteY62" fmla="*/ 306495 h 361971"/>
              <a:gd name="connsiteX63" fmla="*/ 234447 w 362309"/>
              <a:gd name="connsiteY63" fmla="*/ 300111 h 361971"/>
              <a:gd name="connsiteX64" fmla="*/ 234447 w 362309"/>
              <a:gd name="connsiteY64" fmla="*/ 276299 h 361971"/>
              <a:gd name="connsiteX65" fmla="*/ 242051 w 362309"/>
              <a:gd name="connsiteY65" fmla="*/ 249550 h 361971"/>
              <a:gd name="connsiteX66" fmla="*/ 246396 w 362309"/>
              <a:gd name="connsiteY66" fmla="*/ 233271 h 361971"/>
              <a:gd name="connsiteX67" fmla="*/ 246396 w 362309"/>
              <a:gd name="connsiteY67" fmla="*/ 180986 h 361971"/>
              <a:gd name="connsiteX68" fmla="*/ 240837 w 362309"/>
              <a:gd name="connsiteY68" fmla="*/ 175432 h 361971"/>
              <a:gd name="connsiteX69" fmla="*/ 236875 w 362309"/>
              <a:gd name="connsiteY69" fmla="*/ 177156 h 361971"/>
              <a:gd name="connsiteX70" fmla="*/ 235278 w 362309"/>
              <a:gd name="connsiteY70" fmla="*/ 180922 h 361971"/>
              <a:gd name="connsiteX71" fmla="*/ 235278 w 362309"/>
              <a:gd name="connsiteY71" fmla="*/ 196244 h 361971"/>
              <a:gd name="connsiteX72" fmla="*/ 228888 w 362309"/>
              <a:gd name="connsiteY72" fmla="*/ 202628 h 361971"/>
              <a:gd name="connsiteX73" fmla="*/ 222498 w 362309"/>
              <a:gd name="connsiteY73" fmla="*/ 196244 h 361971"/>
              <a:gd name="connsiteX74" fmla="*/ 222498 w 362309"/>
              <a:gd name="connsiteY74" fmla="*/ 180986 h 361971"/>
              <a:gd name="connsiteX75" fmla="*/ 222498 w 362309"/>
              <a:gd name="connsiteY75" fmla="*/ 180986 h 361971"/>
              <a:gd name="connsiteX76" fmla="*/ 222498 w 362309"/>
              <a:gd name="connsiteY76" fmla="*/ 180922 h 361971"/>
              <a:gd name="connsiteX77" fmla="*/ 222498 w 362309"/>
              <a:gd name="connsiteY77" fmla="*/ 169048 h 361971"/>
              <a:gd name="connsiteX78" fmla="*/ 216938 w 362309"/>
              <a:gd name="connsiteY78" fmla="*/ 163494 h 361971"/>
              <a:gd name="connsiteX79" fmla="*/ 212977 w 362309"/>
              <a:gd name="connsiteY79" fmla="*/ 165218 h 361971"/>
              <a:gd name="connsiteX80" fmla="*/ 211379 w 362309"/>
              <a:gd name="connsiteY80" fmla="*/ 168984 h 361971"/>
              <a:gd name="connsiteX81" fmla="*/ 211379 w 362309"/>
              <a:gd name="connsiteY81" fmla="*/ 186859 h 361971"/>
              <a:gd name="connsiteX82" fmla="*/ 204989 w 362309"/>
              <a:gd name="connsiteY82" fmla="*/ 193243 h 361971"/>
              <a:gd name="connsiteX83" fmla="*/ 198599 w 362309"/>
              <a:gd name="connsiteY83" fmla="*/ 186859 h 361971"/>
              <a:gd name="connsiteX84" fmla="*/ 198599 w 362309"/>
              <a:gd name="connsiteY84" fmla="*/ 157046 h 361971"/>
              <a:gd name="connsiteX85" fmla="*/ 193040 w 362309"/>
              <a:gd name="connsiteY85" fmla="*/ 151492 h 361971"/>
              <a:gd name="connsiteX86" fmla="*/ 189078 w 362309"/>
              <a:gd name="connsiteY86" fmla="*/ 153216 h 361971"/>
              <a:gd name="connsiteX87" fmla="*/ 187481 w 362309"/>
              <a:gd name="connsiteY87" fmla="*/ 156982 h 361971"/>
              <a:gd name="connsiteX88" fmla="*/ 187481 w 362309"/>
              <a:gd name="connsiteY88" fmla="*/ 180858 h 361971"/>
              <a:gd name="connsiteX89" fmla="*/ 181091 w 362309"/>
              <a:gd name="connsiteY89" fmla="*/ 187242 h 361971"/>
              <a:gd name="connsiteX90" fmla="*/ 174701 w 362309"/>
              <a:gd name="connsiteY90" fmla="*/ 180858 h 361971"/>
              <a:gd name="connsiteX91" fmla="*/ 174701 w 362309"/>
              <a:gd name="connsiteY91" fmla="*/ 157046 h 361971"/>
              <a:gd name="connsiteX92" fmla="*/ 174701 w 362309"/>
              <a:gd name="connsiteY92" fmla="*/ 157046 h 361971"/>
              <a:gd name="connsiteX93" fmla="*/ 174701 w 362309"/>
              <a:gd name="connsiteY93" fmla="*/ 121296 h 361971"/>
              <a:gd name="connsiteX94" fmla="*/ 169142 w 362309"/>
              <a:gd name="connsiteY94" fmla="*/ 115742 h 361971"/>
              <a:gd name="connsiteX95" fmla="*/ 165180 w 362309"/>
              <a:gd name="connsiteY95" fmla="*/ 117465 h 361971"/>
              <a:gd name="connsiteX96" fmla="*/ 163583 w 362309"/>
              <a:gd name="connsiteY96" fmla="*/ 121296 h 361971"/>
              <a:gd name="connsiteX97" fmla="*/ 163583 w 362309"/>
              <a:gd name="connsiteY97" fmla="*/ 204734 h 361971"/>
              <a:gd name="connsiteX98" fmla="*/ 157193 w 362309"/>
              <a:gd name="connsiteY98" fmla="*/ 211118 h 361971"/>
              <a:gd name="connsiteX99" fmla="*/ 150803 w 362309"/>
              <a:gd name="connsiteY99" fmla="*/ 204734 h 361971"/>
              <a:gd name="connsiteX100" fmla="*/ 150803 w 362309"/>
              <a:gd name="connsiteY100" fmla="*/ 192796 h 361971"/>
              <a:gd name="connsiteX101" fmla="*/ 143007 w 362309"/>
              <a:gd name="connsiteY101" fmla="*/ 177347 h 361971"/>
              <a:gd name="connsiteX102" fmla="*/ 140771 w 362309"/>
              <a:gd name="connsiteY102" fmla="*/ 177411 h 361971"/>
              <a:gd name="connsiteX103" fmla="*/ 139748 w 362309"/>
              <a:gd name="connsiteY103" fmla="*/ 179262 h 361971"/>
              <a:gd name="connsiteX104" fmla="*/ 139748 w 362309"/>
              <a:gd name="connsiteY104" fmla="*/ 222546 h 361971"/>
              <a:gd name="connsiteX105" fmla="*/ 151825 w 362309"/>
              <a:gd name="connsiteY105" fmla="*/ 249678 h 361971"/>
              <a:gd name="connsiteX106" fmla="*/ 169589 w 362309"/>
              <a:gd name="connsiteY106" fmla="*/ 282108 h 361971"/>
              <a:gd name="connsiteX107" fmla="*/ 169589 w 362309"/>
              <a:gd name="connsiteY107" fmla="*/ 299983 h 361971"/>
              <a:gd name="connsiteX108" fmla="*/ 163199 w 362309"/>
              <a:gd name="connsiteY108" fmla="*/ 306367 h 361971"/>
              <a:gd name="connsiteX109" fmla="*/ 156809 w 362309"/>
              <a:gd name="connsiteY109" fmla="*/ 299983 h 361971"/>
              <a:gd name="connsiteX110" fmla="*/ 156809 w 362309"/>
              <a:gd name="connsiteY110" fmla="*/ 282108 h 361971"/>
              <a:gd name="connsiteX111" fmla="*/ 143454 w 362309"/>
              <a:gd name="connsiteY111" fmla="*/ 259317 h 361971"/>
              <a:gd name="connsiteX112" fmla="*/ 127032 w 362309"/>
              <a:gd name="connsiteY112" fmla="*/ 222546 h 361971"/>
              <a:gd name="connsiteX113" fmla="*/ 127032 w 362309"/>
              <a:gd name="connsiteY113" fmla="*/ 179262 h 361971"/>
              <a:gd name="connsiteX114" fmla="*/ 134125 w 362309"/>
              <a:gd name="connsiteY114" fmla="*/ 166558 h 361971"/>
              <a:gd name="connsiteX115" fmla="*/ 148822 w 362309"/>
              <a:gd name="connsiteY115" fmla="*/ 165856 h 361971"/>
              <a:gd name="connsiteX116" fmla="*/ 150931 w 362309"/>
              <a:gd name="connsiteY116" fmla="*/ 167005 h 361971"/>
              <a:gd name="connsiteX117" fmla="*/ 150931 w 362309"/>
              <a:gd name="connsiteY117" fmla="*/ 121232 h 361971"/>
              <a:gd name="connsiteX118" fmla="*/ 156234 w 362309"/>
              <a:gd name="connsiteY118" fmla="*/ 108400 h 361971"/>
              <a:gd name="connsiteX119" fmla="*/ 169206 w 362309"/>
              <a:gd name="connsiteY119" fmla="*/ 102910 h 361971"/>
              <a:gd name="connsiteX120" fmla="*/ 187545 w 362309"/>
              <a:gd name="connsiteY120" fmla="*/ 121232 h 361971"/>
              <a:gd name="connsiteX121" fmla="*/ 187545 w 362309"/>
              <a:gd name="connsiteY121" fmla="*/ 139682 h 361971"/>
              <a:gd name="connsiteX122" fmla="*/ 193104 w 362309"/>
              <a:gd name="connsiteY122" fmla="*/ 138724 h 361971"/>
              <a:gd name="connsiteX123" fmla="*/ 210612 w 362309"/>
              <a:gd name="connsiteY123" fmla="*/ 151875 h 361971"/>
              <a:gd name="connsiteX124" fmla="*/ 217002 w 362309"/>
              <a:gd name="connsiteY124" fmla="*/ 150662 h 361971"/>
              <a:gd name="connsiteX125" fmla="*/ 234511 w 362309"/>
              <a:gd name="connsiteY125" fmla="*/ 163813 h 361971"/>
              <a:gd name="connsiteX126" fmla="*/ 240901 w 362309"/>
              <a:gd name="connsiteY126" fmla="*/ 162600 h 361971"/>
              <a:gd name="connsiteX127" fmla="*/ 259240 w 362309"/>
              <a:gd name="connsiteY127" fmla="*/ 180922 h 361971"/>
              <a:gd name="connsiteX128" fmla="*/ 259240 w 362309"/>
              <a:gd name="connsiteY128" fmla="*/ 23327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10" y="280959"/>
                  <a:pt x="362310" y="180986"/>
                </a:cubicBezTo>
                <a:cubicBezTo>
                  <a:pt x="362310" y="81013"/>
                  <a:pt x="281157" y="0"/>
                  <a:pt x="181155" y="0"/>
                </a:cubicBezTo>
                <a:close/>
                <a:moveTo>
                  <a:pt x="235278" y="121360"/>
                </a:moveTo>
                <a:cubicBezTo>
                  <a:pt x="235278" y="124871"/>
                  <a:pt x="232402" y="127744"/>
                  <a:pt x="228888" y="127744"/>
                </a:cubicBezTo>
                <a:lnTo>
                  <a:pt x="205053" y="127744"/>
                </a:lnTo>
                <a:cubicBezTo>
                  <a:pt x="201539" y="127744"/>
                  <a:pt x="198663" y="124871"/>
                  <a:pt x="198663" y="121360"/>
                </a:cubicBezTo>
                <a:cubicBezTo>
                  <a:pt x="198663" y="117848"/>
                  <a:pt x="201539" y="114976"/>
                  <a:pt x="205053" y="114976"/>
                </a:cubicBezTo>
                <a:lnTo>
                  <a:pt x="228888" y="114976"/>
                </a:lnTo>
                <a:cubicBezTo>
                  <a:pt x="232402" y="114976"/>
                  <a:pt x="235278" y="117848"/>
                  <a:pt x="235278" y="121360"/>
                </a:cubicBezTo>
                <a:close/>
                <a:moveTo>
                  <a:pt x="226396" y="88354"/>
                </a:moveTo>
                <a:cubicBezTo>
                  <a:pt x="228185" y="91419"/>
                  <a:pt x="227099" y="95313"/>
                  <a:pt x="224031" y="97100"/>
                </a:cubicBezTo>
                <a:lnTo>
                  <a:pt x="203392" y="109039"/>
                </a:lnTo>
                <a:cubicBezTo>
                  <a:pt x="202370" y="109613"/>
                  <a:pt x="201283" y="109868"/>
                  <a:pt x="200197" y="109868"/>
                </a:cubicBezTo>
                <a:cubicBezTo>
                  <a:pt x="197961" y="109868"/>
                  <a:pt x="195852" y="108719"/>
                  <a:pt x="194638" y="106676"/>
                </a:cubicBezTo>
                <a:cubicBezTo>
                  <a:pt x="192849" y="103612"/>
                  <a:pt x="193935" y="99718"/>
                  <a:pt x="197002" y="97930"/>
                </a:cubicBezTo>
                <a:lnTo>
                  <a:pt x="217641" y="85992"/>
                </a:lnTo>
                <a:cubicBezTo>
                  <a:pt x="220709" y="84269"/>
                  <a:pt x="224606" y="85290"/>
                  <a:pt x="226396" y="88354"/>
                </a:cubicBezTo>
                <a:close/>
                <a:moveTo>
                  <a:pt x="181538" y="87205"/>
                </a:moveTo>
                <a:lnTo>
                  <a:pt x="193487" y="66585"/>
                </a:lnTo>
                <a:cubicBezTo>
                  <a:pt x="195276" y="63521"/>
                  <a:pt x="199175" y="62499"/>
                  <a:pt x="202242" y="64223"/>
                </a:cubicBezTo>
                <a:cubicBezTo>
                  <a:pt x="205309" y="66010"/>
                  <a:pt x="206331" y="69905"/>
                  <a:pt x="204606" y="72969"/>
                </a:cubicBezTo>
                <a:lnTo>
                  <a:pt x="192657" y="93589"/>
                </a:lnTo>
                <a:cubicBezTo>
                  <a:pt x="191443" y="95632"/>
                  <a:pt x="189334" y="96781"/>
                  <a:pt x="187098" y="96781"/>
                </a:cubicBezTo>
                <a:cubicBezTo>
                  <a:pt x="186011" y="96781"/>
                  <a:pt x="184925" y="96526"/>
                  <a:pt x="183903" y="95951"/>
                </a:cubicBezTo>
                <a:cubicBezTo>
                  <a:pt x="180836" y="94164"/>
                  <a:pt x="179813" y="90270"/>
                  <a:pt x="181538" y="87205"/>
                </a:cubicBezTo>
                <a:close/>
                <a:moveTo>
                  <a:pt x="162816" y="61797"/>
                </a:moveTo>
                <a:cubicBezTo>
                  <a:pt x="162816" y="58286"/>
                  <a:pt x="165691" y="55413"/>
                  <a:pt x="169206" y="55413"/>
                </a:cubicBezTo>
                <a:cubicBezTo>
                  <a:pt x="172720" y="55413"/>
                  <a:pt x="175596" y="58286"/>
                  <a:pt x="175596" y="61797"/>
                </a:cubicBezTo>
                <a:lnTo>
                  <a:pt x="175596" y="85609"/>
                </a:lnTo>
                <a:cubicBezTo>
                  <a:pt x="175596" y="89120"/>
                  <a:pt x="172720" y="91993"/>
                  <a:pt x="169206" y="91993"/>
                </a:cubicBezTo>
                <a:cubicBezTo>
                  <a:pt x="165691" y="91993"/>
                  <a:pt x="162816" y="89120"/>
                  <a:pt x="162816" y="85609"/>
                </a:cubicBezTo>
                <a:lnTo>
                  <a:pt x="162816" y="61797"/>
                </a:lnTo>
                <a:close/>
                <a:moveTo>
                  <a:pt x="136170" y="64223"/>
                </a:moveTo>
                <a:cubicBezTo>
                  <a:pt x="139237" y="62435"/>
                  <a:pt x="143135" y="63521"/>
                  <a:pt x="144924" y="66585"/>
                </a:cubicBezTo>
                <a:lnTo>
                  <a:pt x="156873" y="87205"/>
                </a:lnTo>
                <a:cubicBezTo>
                  <a:pt x="158662" y="90270"/>
                  <a:pt x="157576" y="94164"/>
                  <a:pt x="154509" y="95951"/>
                </a:cubicBezTo>
                <a:cubicBezTo>
                  <a:pt x="153486" y="96526"/>
                  <a:pt x="152400" y="96781"/>
                  <a:pt x="151314" y="96781"/>
                </a:cubicBezTo>
                <a:cubicBezTo>
                  <a:pt x="149077" y="96781"/>
                  <a:pt x="146969" y="95632"/>
                  <a:pt x="145754" y="93589"/>
                </a:cubicBezTo>
                <a:lnTo>
                  <a:pt x="133805" y="72969"/>
                </a:lnTo>
                <a:cubicBezTo>
                  <a:pt x="132080" y="69905"/>
                  <a:pt x="133166" y="66010"/>
                  <a:pt x="136170" y="64223"/>
                </a:cubicBezTo>
                <a:close/>
                <a:moveTo>
                  <a:pt x="112016" y="88354"/>
                </a:moveTo>
                <a:cubicBezTo>
                  <a:pt x="113805" y="85290"/>
                  <a:pt x="117703" y="84269"/>
                  <a:pt x="120770" y="85992"/>
                </a:cubicBezTo>
                <a:lnTo>
                  <a:pt x="141409" y="97930"/>
                </a:lnTo>
                <a:cubicBezTo>
                  <a:pt x="144477" y="99718"/>
                  <a:pt x="145499" y="103612"/>
                  <a:pt x="143774" y="106676"/>
                </a:cubicBezTo>
                <a:cubicBezTo>
                  <a:pt x="142559" y="108719"/>
                  <a:pt x="140451" y="109868"/>
                  <a:pt x="138214" y="109868"/>
                </a:cubicBezTo>
                <a:cubicBezTo>
                  <a:pt x="137128" y="109868"/>
                  <a:pt x="136042" y="109613"/>
                  <a:pt x="135019" y="109039"/>
                </a:cubicBezTo>
                <a:lnTo>
                  <a:pt x="114380" y="97100"/>
                </a:lnTo>
                <a:cubicBezTo>
                  <a:pt x="111313" y="95313"/>
                  <a:pt x="110290" y="91419"/>
                  <a:pt x="112016" y="88354"/>
                </a:cubicBezTo>
                <a:close/>
                <a:moveTo>
                  <a:pt x="103198" y="121360"/>
                </a:moveTo>
                <a:cubicBezTo>
                  <a:pt x="103198" y="117848"/>
                  <a:pt x="106073" y="114976"/>
                  <a:pt x="109588" y="114976"/>
                </a:cubicBezTo>
                <a:lnTo>
                  <a:pt x="133422" y="114976"/>
                </a:lnTo>
                <a:cubicBezTo>
                  <a:pt x="136937" y="114976"/>
                  <a:pt x="139812" y="117848"/>
                  <a:pt x="139812" y="121360"/>
                </a:cubicBezTo>
                <a:cubicBezTo>
                  <a:pt x="139812" y="124871"/>
                  <a:pt x="136937" y="127744"/>
                  <a:pt x="133422" y="127744"/>
                </a:cubicBezTo>
                <a:lnTo>
                  <a:pt x="109588" y="127744"/>
                </a:lnTo>
                <a:cubicBezTo>
                  <a:pt x="106009" y="127744"/>
                  <a:pt x="103198" y="124871"/>
                  <a:pt x="103198" y="121360"/>
                </a:cubicBezTo>
                <a:close/>
                <a:moveTo>
                  <a:pt x="259112" y="233271"/>
                </a:moveTo>
                <a:cubicBezTo>
                  <a:pt x="259112" y="241506"/>
                  <a:pt x="257003" y="249422"/>
                  <a:pt x="252978" y="256125"/>
                </a:cubicBezTo>
                <a:cubicBezTo>
                  <a:pt x="247227" y="265701"/>
                  <a:pt x="247227" y="267553"/>
                  <a:pt x="247227" y="276299"/>
                </a:cubicBezTo>
                <a:lnTo>
                  <a:pt x="247227" y="300111"/>
                </a:lnTo>
                <a:cubicBezTo>
                  <a:pt x="247227" y="303622"/>
                  <a:pt x="244352" y="306495"/>
                  <a:pt x="240837" y="306495"/>
                </a:cubicBezTo>
                <a:cubicBezTo>
                  <a:pt x="237322" y="306495"/>
                  <a:pt x="234447" y="303622"/>
                  <a:pt x="234447" y="300111"/>
                </a:cubicBezTo>
                <a:lnTo>
                  <a:pt x="234447" y="276299"/>
                </a:lnTo>
                <a:cubicBezTo>
                  <a:pt x="234447" y="265765"/>
                  <a:pt x="234830" y="261552"/>
                  <a:pt x="242051" y="249550"/>
                </a:cubicBezTo>
                <a:cubicBezTo>
                  <a:pt x="244862" y="244826"/>
                  <a:pt x="246396" y="239208"/>
                  <a:pt x="246396" y="233271"/>
                </a:cubicBezTo>
                <a:lnTo>
                  <a:pt x="246396" y="180986"/>
                </a:lnTo>
                <a:cubicBezTo>
                  <a:pt x="246396" y="177730"/>
                  <a:pt x="243457" y="175432"/>
                  <a:pt x="240837" y="175432"/>
                </a:cubicBezTo>
                <a:cubicBezTo>
                  <a:pt x="239431" y="175432"/>
                  <a:pt x="237962" y="176070"/>
                  <a:pt x="236875" y="177156"/>
                </a:cubicBezTo>
                <a:cubicBezTo>
                  <a:pt x="236172" y="177858"/>
                  <a:pt x="235278" y="179135"/>
                  <a:pt x="235278" y="180922"/>
                </a:cubicBezTo>
                <a:lnTo>
                  <a:pt x="235278" y="196244"/>
                </a:lnTo>
                <a:cubicBezTo>
                  <a:pt x="235278" y="199755"/>
                  <a:pt x="232402" y="202628"/>
                  <a:pt x="228888" y="202628"/>
                </a:cubicBezTo>
                <a:cubicBezTo>
                  <a:pt x="225373" y="202628"/>
                  <a:pt x="222498" y="199755"/>
                  <a:pt x="222498" y="196244"/>
                </a:cubicBezTo>
                <a:lnTo>
                  <a:pt x="222498" y="180986"/>
                </a:lnTo>
                <a:cubicBezTo>
                  <a:pt x="222498" y="180986"/>
                  <a:pt x="222498" y="180986"/>
                  <a:pt x="222498" y="180986"/>
                </a:cubicBezTo>
                <a:cubicBezTo>
                  <a:pt x="222498" y="180986"/>
                  <a:pt x="222498" y="180986"/>
                  <a:pt x="222498" y="180922"/>
                </a:cubicBezTo>
                <a:lnTo>
                  <a:pt x="222498" y="169048"/>
                </a:lnTo>
                <a:cubicBezTo>
                  <a:pt x="222498" y="165792"/>
                  <a:pt x="219559" y="163494"/>
                  <a:pt x="216938" y="163494"/>
                </a:cubicBezTo>
                <a:cubicBezTo>
                  <a:pt x="215533" y="163494"/>
                  <a:pt x="214063" y="164132"/>
                  <a:pt x="212977" y="165218"/>
                </a:cubicBezTo>
                <a:cubicBezTo>
                  <a:pt x="212274" y="165920"/>
                  <a:pt x="211379" y="167197"/>
                  <a:pt x="211379" y="168984"/>
                </a:cubicBezTo>
                <a:lnTo>
                  <a:pt x="211379" y="186859"/>
                </a:lnTo>
                <a:cubicBezTo>
                  <a:pt x="211379" y="190370"/>
                  <a:pt x="208504" y="193243"/>
                  <a:pt x="204989" y="193243"/>
                </a:cubicBezTo>
                <a:cubicBezTo>
                  <a:pt x="201475" y="193243"/>
                  <a:pt x="198599" y="190370"/>
                  <a:pt x="198599" y="186859"/>
                </a:cubicBezTo>
                <a:lnTo>
                  <a:pt x="198599" y="157046"/>
                </a:lnTo>
                <a:cubicBezTo>
                  <a:pt x="198599" y="153790"/>
                  <a:pt x="195660" y="151492"/>
                  <a:pt x="193040" y="151492"/>
                </a:cubicBezTo>
                <a:cubicBezTo>
                  <a:pt x="191635" y="151492"/>
                  <a:pt x="190165" y="152130"/>
                  <a:pt x="189078" y="153216"/>
                </a:cubicBezTo>
                <a:cubicBezTo>
                  <a:pt x="188376" y="153918"/>
                  <a:pt x="187481" y="155195"/>
                  <a:pt x="187481" y="156982"/>
                </a:cubicBezTo>
                <a:lnTo>
                  <a:pt x="187481" y="180858"/>
                </a:lnTo>
                <a:cubicBezTo>
                  <a:pt x="187481" y="184369"/>
                  <a:pt x="184605" y="187242"/>
                  <a:pt x="181091" y="187242"/>
                </a:cubicBezTo>
                <a:cubicBezTo>
                  <a:pt x="177577" y="187242"/>
                  <a:pt x="174701" y="184369"/>
                  <a:pt x="174701" y="180858"/>
                </a:cubicBezTo>
                <a:lnTo>
                  <a:pt x="174701" y="157046"/>
                </a:lnTo>
                <a:cubicBezTo>
                  <a:pt x="174701" y="157046"/>
                  <a:pt x="174701" y="157046"/>
                  <a:pt x="174701" y="157046"/>
                </a:cubicBezTo>
                <a:lnTo>
                  <a:pt x="174701" y="121296"/>
                </a:lnTo>
                <a:cubicBezTo>
                  <a:pt x="174701" y="118040"/>
                  <a:pt x="171762" y="115742"/>
                  <a:pt x="169142" y="115742"/>
                </a:cubicBezTo>
                <a:cubicBezTo>
                  <a:pt x="167736" y="115742"/>
                  <a:pt x="166266" y="116380"/>
                  <a:pt x="165180" y="117465"/>
                </a:cubicBezTo>
                <a:cubicBezTo>
                  <a:pt x="164477" y="118168"/>
                  <a:pt x="163583" y="119444"/>
                  <a:pt x="163583" y="121296"/>
                </a:cubicBezTo>
                <a:lnTo>
                  <a:pt x="163583" y="204734"/>
                </a:lnTo>
                <a:cubicBezTo>
                  <a:pt x="163583" y="208245"/>
                  <a:pt x="160707" y="211118"/>
                  <a:pt x="157193" y="211118"/>
                </a:cubicBezTo>
                <a:cubicBezTo>
                  <a:pt x="153678" y="211118"/>
                  <a:pt x="150803" y="208245"/>
                  <a:pt x="150803" y="204734"/>
                </a:cubicBezTo>
                <a:lnTo>
                  <a:pt x="150803" y="192796"/>
                </a:lnTo>
                <a:cubicBezTo>
                  <a:pt x="150803" y="185199"/>
                  <a:pt x="148119" y="179901"/>
                  <a:pt x="143007" y="177347"/>
                </a:cubicBezTo>
                <a:cubicBezTo>
                  <a:pt x="141985" y="176836"/>
                  <a:pt x="141154" y="177156"/>
                  <a:pt x="140771" y="177411"/>
                </a:cubicBezTo>
                <a:cubicBezTo>
                  <a:pt x="140323" y="177666"/>
                  <a:pt x="139748" y="178241"/>
                  <a:pt x="139748" y="179262"/>
                </a:cubicBezTo>
                <a:lnTo>
                  <a:pt x="139748" y="222546"/>
                </a:lnTo>
                <a:cubicBezTo>
                  <a:pt x="139748" y="237931"/>
                  <a:pt x="149013" y="247252"/>
                  <a:pt x="151825" y="249678"/>
                </a:cubicBezTo>
                <a:cubicBezTo>
                  <a:pt x="159748" y="256572"/>
                  <a:pt x="169589" y="265191"/>
                  <a:pt x="169589" y="282108"/>
                </a:cubicBezTo>
                <a:lnTo>
                  <a:pt x="169589" y="299983"/>
                </a:lnTo>
                <a:cubicBezTo>
                  <a:pt x="169589" y="303495"/>
                  <a:pt x="166714" y="306367"/>
                  <a:pt x="163199" y="306367"/>
                </a:cubicBezTo>
                <a:cubicBezTo>
                  <a:pt x="159685" y="306367"/>
                  <a:pt x="156809" y="303495"/>
                  <a:pt x="156809" y="299983"/>
                </a:cubicBezTo>
                <a:lnTo>
                  <a:pt x="156809" y="282108"/>
                </a:lnTo>
                <a:cubicBezTo>
                  <a:pt x="156809" y="271000"/>
                  <a:pt x="150611" y="265574"/>
                  <a:pt x="143454" y="259317"/>
                </a:cubicBezTo>
                <a:cubicBezTo>
                  <a:pt x="133166" y="250316"/>
                  <a:pt x="127032" y="236590"/>
                  <a:pt x="127032" y="222546"/>
                </a:cubicBezTo>
                <a:lnTo>
                  <a:pt x="127032" y="179262"/>
                </a:lnTo>
                <a:cubicBezTo>
                  <a:pt x="127032" y="174027"/>
                  <a:pt x="129652" y="169303"/>
                  <a:pt x="134125" y="166558"/>
                </a:cubicBezTo>
                <a:cubicBezTo>
                  <a:pt x="138598" y="163813"/>
                  <a:pt x="144093" y="163558"/>
                  <a:pt x="148822" y="165856"/>
                </a:cubicBezTo>
                <a:cubicBezTo>
                  <a:pt x="149461" y="166175"/>
                  <a:pt x="150227" y="166558"/>
                  <a:pt x="150931" y="167005"/>
                </a:cubicBezTo>
                <a:lnTo>
                  <a:pt x="150931" y="121232"/>
                </a:lnTo>
                <a:cubicBezTo>
                  <a:pt x="150931" y="116380"/>
                  <a:pt x="152784" y="111847"/>
                  <a:pt x="156234" y="108400"/>
                </a:cubicBezTo>
                <a:cubicBezTo>
                  <a:pt x="159685" y="104953"/>
                  <a:pt x="164477" y="102910"/>
                  <a:pt x="169206" y="102910"/>
                </a:cubicBezTo>
                <a:cubicBezTo>
                  <a:pt x="179302" y="102910"/>
                  <a:pt x="187545" y="111145"/>
                  <a:pt x="187545" y="121232"/>
                </a:cubicBezTo>
                <a:lnTo>
                  <a:pt x="187545" y="139682"/>
                </a:lnTo>
                <a:cubicBezTo>
                  <a:pt x="189334" y="139107"/>
                  <a:pt x="191187" y="138724"/>
                  <a:pt x="193104" y="138724"/>
                </a:cubicBezTo>
                <a:cubicBezTo>
                  <a:pt x="201411" y="138724"/>
                  <a:pt x="208376" y="144278"/>
                  <a:pt x="210612" y="151875"/>
                </a:cubicBezTo>
                <a:cubicBezTo>
                  <a:pt x="212657" y="151109"/>
                  <a:pt x="214830" y="150662"/>
                  <a:pt x="217002" y="150662"/>
                </a:cubicBezTo>
                <a:cubicBezTo>
                  <a:pt x="225309" y="150662"/>
                  <a:pt x="232274" y="156216"/>
                  <a:pt x="234511" y="163813"/>
                </a:cubicBezTo>
                <a:cubicBezTo>
                  <a:pt x="236556" y="163047"/>
                  <a:pt x="238728" y="162600"/>
                  <a:pt x="240901" y="162600"/>
                </a:cubicBezTo>
                <a:cubicBezTo>
                  <a:pt x="250997" y="162600"/>
                  <a:pt x="259240" y="170835"/>
                  <a:pt x="259240" y="180922"/>
                </a:cubicBezTo>
                <a:lnTo>
                  <a:pt x="259240" y="233271"/>
                </a:lnTo>
                <a:close/>
              </a:path>
            </a:pathLst>
          </a:custGeom>
          <a:solidFill>
            <a:srgbClr val="00A3E0"/>
          </a:solidFill>
          <a:ln w="6390" cap="flat">
            <a:noFill/>
            <a:prstDash val="solid"/>
            <a:miter/>
          </a:ln>
        </p:spPr>
        <p:txBody>
          <a:bodyPr rtlCol="0" anchor="ctr"/>
          <a:lstStyle/>
          <a:p>
            <a:endParaRPr lang="en-US"/>
          </a:p>
        </p:txBody>
      </p:sp>
      <p:sp>
        <p:nvSpPr>
          <p:cNvPr id="911" name="Graphic 4">
            <a:extLst>
              <a:ext uri="{FF2B5EF4-FFF2-40B4-BE49-F238E27FC236}">
                <a16:creationId xmlns:a16="http://schemas.microsoft.com/office/drawing/2014/main" id="{D6B7C09D-9A8B-624B-9E4E-B9303C3C4F99}"/>
              </a:ext>
            </a:extLst>
          </p:cNvPr>
          <p:cNvSpPr/>
          <p:nvPr/>
        </p:nvSpPr>
        <p:spPr>
          <a:xfrm>
            <a:off x="7192385" y="1402404"/>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208504 w 362309"/>
              <a:gd name="connsiteY5" fmla="*/ 91419 h 361971"/>
              <a:gd name="connsiteX6" fmla="*/ 208887 w 362309"/>
              <a:gd name="connsiteY6" fmla="*/ 90206 h 361971"/>
              <a:gd name="connsiteX7" fmla="*/ 209015 w 362309"/>
              <a:gd name="connsiteY7" fmla="*/ 89695 h 361971"/>
              <a:gd name="connsiteX8" fmla="*/ 220326 w 362309"/>
              <a:gd name="connsiteY8" fmla="*/ 68117 h 361971"/>
              <a:gd name="connsiteX9" fmla="*/ 228952 w 362309"/>
              <a:gd name="connsiteY9" fmla="*/ 65436 h 361971"/>
              <a:gd name="connsiteX10" fmla="*/ 231635 w 362309"/>
              <a:gd name="connsiteY10" fmla="*/ 74054 h 361971"/>
              <a:gd name="connsiteX11" fmla="*/ 227993 w 362309"/>
              <a:gd name="connsiteY11" fmla="*/ 81077 h 361971"/>
              <a:gd name="connsiteX12" fmla="*/ 272851 w 362309"/>
              <a:gd name="connsiteY12" fmla="*/ 88163 h 361971"/>
              <a:gd name="connsiteX13" fmla="*/ 275215 w 362309"/>
              <a:gd name="connsiteY13" fmla="*/ 96845 h 361971"/>
              <a:gd name="connsiteX14" fmla="*/ 269656 w 362309"/>
              <a:gd name="connsiteY14" fmla="*/ 100037 h 361971"/>
              <a:gd name="connsiteX15" fmla="*/ 266525 w 362309"/>
              <a:gd name="connsiteY15" fmla="*/ 99207 h 361971"/>
              <a:gd name="connsiteX16" fmla="*/ 230230 w 362309"/>
              <a:gd name="connsiteY16" fmla="*/ 93589 h 361971"/>
              <a:gd name="connsiteX17" fmla="*/ 239240 w 362309"/>
              <a:gd name="connsiteY17" fmla="*/ 98313 h 361971"/>
              <a:gd name="connsiteX18" fmla="*/ 241923 w 362309"/>
              <a:gd name="connsiteY18" fmla="*/ 106932 h 361971"/>
              <a:gd name="connsiteX19" fmla="*/ 236237 w 362309"/>
              <a:gd name="connsiteY19" fmla="*/ 110379 h 361971"/>
              <a:gd name="connsiteX20" fmla="*/ 233297 w 362309"/>
              <a:gd name="connsiteY20" fmla="*/ 109677 h 361971"/>
              <a:gd name="connsiteX21" fmla="*/ 211699 w 362309"/>
              <a:gd name="connsiteY21" fmla="*/ 98377 h 361971"/>
              <a:gd name="connsiteX22" fmla="*/ 211188 w 362309"/>
              <a:gd name="connsiteY22" fmla="*/ 97930 h 361971"/>
              <a:gd name="connsiteX23" fmla="*/ 210229 w 362309"/>
              <a:gd name="connsiteY23" fmla="*/ 97164 h 361971"/>
              <a:gd name="connsiteX24" fmla="*/ 209398 w 362309"/>
              <a:gd name="connsiteY24" fmla="*/ 96143 h 361971"/>
              <a:gd name="connsiteX25" fmla="*/ 208951 w 362309"/>
              <a:gd name="connsiteY25" fmla="*/ 95632 h 361971"/>
              <a:gd name="connsiteX26" fmla="*/ 208823 w 362309"/>
              <a:gd name="connsiteY26" fmla="*/ 95121 h 361971"/>
              <a:gd name="connsiteX27" fmla="*/ 208568 w 362309"/>
              <a:gd name="connsiteY27" fmla="*/ 94611 h 361971"/>
              <a:gd name="connsiteX28" fmla="*/ 208504 w 362309"/>
              <a:gd name="connsiteY28" fmla="*/ 93908 h 361971"/>
              <a:gd name="connsiteX29" fmla="*/ 208376 w 362309"/>
              <a:gd name="connsiteY29" fmla="*/ 92695 h 361971"/>
              <a:gd name="connsiteX30" fmla="*/ 208504 w 362309"/>
              <a:gd name="connsiteY30" fmla="*/ 91419 h 361971"/>
              <a:gd name="connsiteX31" fmla="*/ 116361 w 362309"/>
              <a:gd name="connsiteY31" fmla="*/ 138469 h 361971"/>
              <a:gd name="connsiteX32" fmla="*/ 137257 w 362309"/>
              <a:gd name="connsiteY32" fmla="*/ 111209 h 361971"/>
              <a:gd name="connsiteX33" fmla="*/ 171315 w 362309"/>
              <a:gd name="connsiteY33" fmla="*/ 106740 h 361971"/>
              <a:gd name="connsiteX34" fmla="*/ 198600 w 362309"/>
              <a:gd name="connsiteY34" fmla="*/ 127616 h 361971"/>
              <a:gd name="connsiteX35" fmla="*/ 201411 w 362309"/>
              <a:gd name="connsiteY35" fmla="*/ 133361 h 361971"/>
              <a:gd name="connsiteX36" fmla="*/ 197897 w 362309"/>
              <a:gd name="connsiteY36" fmla="*/ 141661 h 361971"/>
              <a:gd name="connsiteX37" fmla="*/ 189590 w 362309"/>
              <a:gd name="connsiteY37" fmla="*/ 138149 h 361971"/>
              <a:gd name="connsiteX38" fmla="*/ 187545 w 362309"/>
              <a:gd name="connsiteY38" fmla="*/ 134000 h 361971"/>
              <a:gd name="connsiteX39" fmla="*/ 168056 w 362309"/>
              <a:gd name="connsiteY39" fmla="*/ 119061 h 361971"/>
              <a:gd name="connsiteX40" fmla="*/ 143710 w 362309"/>
              <a:gd name="connsiteY40" fmla="*/ 122253 h 361971"/>
              <a:gd name="connsiteX41" fmla="*/ 128757 w 362309"/>
              <a:gd name="connsiteY41" fmla="*/ 141724 h 361971"/>
              <a:gd name="connsiteX42" fmla="*/ 131952 w 362309"/>
              <a:gd name="connsiteY42" fmla="*/ 166047 h 361971"/>
              <a:gd name="connsiteX43" fmla="*/ 146138 w 362309"/>
              <a:gd name="connsiteY43" fmla="*/ 179071 h 361971"/>
              <a:gd name="connsiteX44" fmla="*/ 149206 w 362309"/>
              <a:gd name="connsiteY44" fmla="*/ 187561 h 361971"/>
              <a:gd name="connsiteX45" fmla="*/ 143391 w 362309"/>
              <a:gd name="connsiteY45" fmla="*/ 191264 h 361971"/>
              <a:gd name="connsiteX46" fmla="*/ 140707 w 362309"/>
              <a:gd name="connsiteY46" fmla="*/ 190690 h 361971"/>
              <a:gd name="connsiteX47" fmla="*/ 120898 w 362309"/>
              <a:gd name="connsiteY47" fmla="*/ 172495 h 361971"/>
              <a:gd name="connsiteX48" fmla="*/ 116361 w 362309"/>
              <a:gd name="connsiteY48" fmla="*/ 138469 h 361971"/>
              <a:gd name="connsiteX49" fmla="*/ 104220 w 362309"/>
              <a:gd name="connsiteY49" fmla="*/ 211948 h 361971"/>
              <a:gd name="connsiteX50" fmla="*/ 92910 w 362309"/>
              <a:gd name="connsiteY50" fmla="*/ 233526 h 361971"/>
              <a:gd name="connsiteX51" fmla="*/ 92463 w 362309"/>
              <a:gd name="connsiteY51" fmla="*/ 234037 h 361971"/>
              <a:gd name="connsiteX52" fmla="*/ 91696 w 362309"/>
              <a:gd name="connsiteY52" fmla="*/ 234994 h 361971"/>
              <a:gd name="connsiteX53" fmla="*/ 90674 w 362309"/>
              <a:gd name="connsiteY53" fmla="*/ 235760 h 361971"/>
              <a:gd name="connsiteX54" fmla="*/ 90099 w 362309"/>
              <a:gd name="connsiteY54" fmla="*/ 236207 h 361971"/>
              <a:gd name="connsiteX55" fmla="*/ 89332 w 362309"/>
              <a:gd name="connsiteY55" fmla="*/ 236527 h 361971"/>
              <a:gd name="connsiteX56" fmla="*/ 89140 w 362309"/>
              <a:gd name="connsiteY56" fmla="*/ 236654 h 361971"/>
              <a:gd name="connsiteX57" fmla="*/ 88948 w 362309"/>
              <a:gd name="connsiteY57" fmla="*/ 236654 h 361971"/>
              <a:gd name="connsiteX58" fmla="*/ 87223 w 362309"/>
              <a:gd name="connsiteY58" fmla="*/ 236910 h 361971"/>
              <a:gd name="connsiteX59" fmla="*/ 87223 w 362309"/>
              <a:gd name="connsiteY59" fmla="*/ 236910 h 361971"/>
              <a:gd name="connsiteX60" fmla="*/ 87223 w 362309"/>
              <a:gd name="connsiteY60" fmla="*/ 236910 h 361971"/>
              <a:gd name="connsiteX61" fmla="*/ 85625 w 362309"/>
              <a:gd name="connsiteY61" fmla="*/ 236718 h 361971"/>
              <a:gd name="connsiteX62" fmla="*/ 85114 w 362309"/>
              <a:gd name="connsiteY62" fmla="*/ 236527 h 361971"/>
              <a:gd name="connsiteX63" fmla="*/ 84284 w 362309"/>
              <a:gd name="connsiteY63" fmla="*/ 236207 h 361971"/>
              <a:gd name="connsiteX64" fmla="*/ 62686 w 362309"/>
              <a:gd name="connsiteY64" fmla="*/ 224908 h 361971"/>
              <a:gd name="connsiteX65" fmla="*/ 60002 w 362309"/>
              <a:gd name="connsiteY65" fmla="*/ 216289 h 361971"/>
              <a:gd name="connsiteX66" fmla="*/ 68628 w 362309"/>
              <a:gd name="connsiteY66" fmla="*/ 213608 h 361971"/>
              <a:gd name="connsiteX67" fmla="*/ 75657 w 362309"/>
              <a:gd name="connsiteY67" fmla="*/ 217247 h 361971"/>
              <a:gd name="connsiteX68" fmla="*/ 82750 w 362309"/>
              <a:gd name="connsiteY68" fmla="*/ 172431 h 361971"/>
              <a:gd name="connsiteX69" fmla="*/ 91440 w 362309"/>
              <a:gd name="connsiteY69" fmla="*/ 170069 h 361971"/>
              <a:gd name="connsiteX70" fmla="*/ 93805 w 362309"/>
              <a:gd name="connsiteY70" fmla="*/ 178752 h 361971"/>
              <a:gd name="connsiteX71" fmla="*/ 88181 w 362309"/>
              <a:gd name="connsiteY71" fmla="*/ 215012 h 361971"/>
              <a:gd name="connsiteX72" fmla="*/ 92910 w 362309"/>
              <a:gd name="connsiteY72" fmla="*/ 206011 h 361971"/>
              <a:gd name="connsiteX73" fmla="*/ 101536 w 362309"/>
              <a:gd name="connsiteY73" fmla="*/ 203330 h 361971"/>
              <a:gd name="connsiteX74" fmla="*/ 104220 w 362309"/>
              <a:gd name="connsiteY74" fmla="*/ 211948 h 361971"/>
              <a:gd name="connsiteX75" fmla="*/ 180580 w 362309"/>
              <a:gd name="connsiteY75" fmla="*/ 285045 h 361971"/>
              <a:gd name="connsiteX76" fmla="*/ 158215 w 362309"/>
              <a:gd name="connsiteY76" fmla="*/ 291046 h 361971"/>
              <a:gd name="connsiteX77" fmla="*/ 146522 w 362309"/>
              <a:gd name="connsiteY77" fmla="*/ 289514 h 361971"/>
              <a:gd name="connsiteX78" fmla="*/ 119236 w 362309"/>
              <a:gd name="connsiteY78" fmla="*/ 268638 h 361971"/>
              <a:gd name="connsiteX79" fmla="*/ 114764 w 362309"/>
              <a:gd name="connsiteY79" fmla="*/ 234611 h 361971"/>
              <a:gd name="connsiteX80" fmla="*/ 135659 w 362309"/>
              <a:gd name="connsiteY80" fmla="*/ 207352 h 361971"/>
              <a:gd name="connsiteX81" fmla="*/ 155020 w 362309"/>
              <a:gd name="connsiteY81" fmla="*/ 201415 h 361971"/>
              <a:gd name="connsiteX82" fmla="*/ 161794 w 362309"/>
              <a:gd name="connsiteY82" fmla="*/ 207352 h 361971"/>
              <a:gd name="connsiteX83" fmla="*/ 155851 w 362309"/>
              <a:gd name="connsiteY83" fmla="*/ 214183 h 361971"/>
              <a:gd name="connsiteX84" fmla="*/ 141985 w 362309"/>
              <a:gd name="connsiteY84" fmla="*/ 218396 h 361971"/>
              <a:gd name="connsiteX85" fmla="*/ 127032 w 362309"/>
              <a:gd name="connsiteY85" fmla="*/ 237867 h 361971"/>
              <a:gd name="connsiteX86" fmla="*/ 130227 w 362309"/>
              <a:gd name="connsiteY86" fmla="*/ 262190 h 361971"/>
              <a:gd name="connsiteX87" fmla="*/ 149717 w 362309"/>
              <a:gd name="connsiteY87" fmla="*/ 277129 h 361971"/>
              <a:gd name="connsiteX88" fmla="*/ 174062 w 362309"/>
              <a:gd name="connsiteY88" fmla="*/ 273937 h 361971"/>
              <a:gd name="connsiteX89" fmla="*/ 182816 w 362309"/>
              <a:gd name="connsiteY89" fmla="*/ 276299 h 361971"/>
              <a:gd name="connsiteX90" fmla="*/ 180580 w 362309"/>
              <a:gd name="connsiteY90" fmla="*/ 285045 h 361971"/>
              <a:gd name="connsiteX91" fmla="*/ 299816 w 362309"/>
              <a:gd name="connsiteY91" fmla="*/ 260658 h 361971"/>
              <a:gd name="connsiteX92" fmla="*/ 296621 w 362309"/>
              <a:gd name="connsiteY92" fmla="*/ 261488 h 361971"/>
              <a:gd name="connsiteX93" fmla="*/ 291062 w 362309"/>
              <a:gd name="connsiteY93" fmla="*/ 258296 h 361971"/>
              <a:gd name="connsiteX94" fmla="*/ 280071 w 362309"/>
              <a:gd name="connsiteY94" fmla="*/ 239272 h 361971"/>
              <a:gd name="connsiteX95" fmla="*/ 273745 w 362309"/>
              <a:gd name="connsiteY95" fmla="*/ 214119 h 361971"/>
              <a:gd name="connsiteX96" fmla="*/ 269784 w 362309"/>
              <a:gd name="connsiteY96" fmla="*/ 199372 h 361971"/>
              <a:gd name="connsiteX97" fmla="*/ 245630 w 362309"/>
              <a:gd name="connsiteY97" fmla="*/ 157621 h 361971"/>
              <a:gd name="connsiteX98" fmla="*/ 242754 w 362309"/>
              <a:gd name="connsiteY98" fmla="*/ 155514 h 361971"/>
              <a:gd name="connsiteX99" fmla="*/ 239304 w 362309"/>
              <a:gd name="connsiteY99" fmla="*/ 155961 h 361971"/>
              <a:gd name="connsiteX100" fmla="*/ 237194 w 362309"/>
              <a:gd name="connsiteY100" fmla="*/ 158897 h 361971"/>
              <a:gd name="connsiteX101" fmla="*/ 237642 w 362309"/>
              <a:gd name="connsiteY101" fmla="*/ 162281 h 361971"/>
              <a:gd name="connsiteX102" fmla="*/ 237706 w 362309"/>
              <a:gd name="connsiteY102" fmla="*/ 162409 h 361971"/>
              <a:gd name="connsiteX103" fmla="*/ 244671 w 362309"/>
              <a:gd name="connsiteY103" fmla="*/ 174538 h 361971"/>
              <a:gd name="connsiteX104" fmla="*/ 242307 w 362309"/>
              <a:gd name="connsiteY104" fmla="*/ 183284 h 361971"/>
              <a:gd name="connsiteX105" fmla="*/ 239112 w 362309"/>
              <a:gd name="connsiteY105" fmla="*/ 184114 h 361971"/>
              <a:gd name="connsiteX106" fmla="*/ 233553 w 362309"/>
              <a:gd name="connsiteY106" fmla="*/ 180922 h 361971"/>
              <a:gd name="connsiteX107" fmla="*/ 221028 w 362309"/>
              <a:gd name="connsiteY107" fmla="*/ 159153 h 361971"/>
              <a:gd name="connsiteX108" fmla="*/ 218153 w 362309"/>
              <a:gd name="connsiteY108" fmla="*/ 157046 h 361971"/>
              <a:gd name="connsiteX109" fmla="*/ 214703 w 362309"/>
              <a:gd name="connsiteY109" fmla="*/ 157493 h 361971"/>
              <a:gd name="connsiteX110" fmla="*/ 212593 w 362309"/>
              <a:gd name="connsiteY110" fmla="*/ 160366 h 361971"/>
              <a:gd name="connsiteX111" fmla="*/ 213041 w 362309"/>
              <a:gd name="connsiteY111" fmla="*/ 163749 h 361971"/>
              <a:gd name="connsiteX112" fmla="*/ 213041 w 362309"/>
              <a:gd name="connsiteY112" fmla="*/ 163749 h 361971"/>
              <a:gd name="connsiteX113" fmla="*/ 221284 w 362309"/>
              <a:gd name="connsiteY113" fmla="*/ 178049 h 361971"/>
              <a:gd name="connsiteX114" fmla="*/ 218919 w 362309"/>
              <a:gd name="connsiteY114" fmla="*/ 186795 h 361971"/>
              <a:gd name="connsiteX115" fmla="*/ 215724 w 362309"/>
              <a:gd name="connsiteY115" fmla="*/ 187625 h 361971"/>
              <a:gd name="connsiteX116" fmla="*/ 210165 w 362309"/>
              <a:gd name="connsiteY116" fmla="*/ 184433 h 361971"/>
              <a:gd name="connsiteX117" fmla="*/ 196427 w 362309"/>
              <a:gd name="connsiteY117" fmla="*/ 160621 h 361971"/>
              <a:gd name="connsiteX118" fmla="*/ 193551 w 362309"/>
              <a:gd name="connsiteY118" fmla="*/ 158514 h 361971"/>
              <a:gd name="connsiteX119" fmla="*/ 190101 w 362309"/>
              <a:gd name="connsiteY119" fmla="*/ 158961 h 361971"/>
              <a:gd name="connsiteX120" fmla="*/ 187992 w 362309"/>
              <a:gd name="connsiteY120" fmla="*/ 161834 h 361971"/>
              <a:gd name="connsiteX121" fmla="*/ 188439 w 362309"/>
              <a:gd name="connsiteY121" fmla="*/ 165217 h 361971"/>
              <a:gd name="connsiteX122" fmla="*/ 188439 w 362309"/>
              <a:gd name="connsiteY122" fmla="*/ 165217 h 361971"/>
              <a:gd name="connsiteX123" fmla="*/ 199430 w 362309"/>
              <a:gd name="connsiteY123" fmla="*/ 184242 h 361971"/>
              <a:gd name="connsiteX124" fmla="*/ 197066 w 362309"/>
              <a:gd name="connsiteY124" fmla="*/ 192988 h 361971"/>
              <a:gd name="connsiteX125" fmla="*/ 188312 w 362309"/>
              <a:gd name="connsiteY125" fmla="*/ 190626 h 361971"/>
              <a:gd name="connsiteX126" fmla="*/ 177321 w 362309"/>
              <a:gd name="connsiteY126" fmla="*/ 171601 h 361971"/>
              <a:gd name="connsiteX127" fmla="*/ 177321 w 362309"/>
              <a:gd name="connsiteY127" fmla="*/ 171601 h 361971"/>
              <a:gd name="connsiteX128" fmla="*/ 177321 w 362309"/>
              <a:gd name="connsiteY128" fmla="*/ 171601 h 361971"/>
              <a:gd name="connsiteX129" fmla="*/ 160835 w 362309"/>
              <a:gd name="connsiteY129" fmla="*/ 143001 h 361971"/>
              <a:gd name="connsiteX130" fmla="*/ 157960 w 362309"/>
              <a:gd name="connsiteY130" fmla="*/ 140894 h 361971"/>
              <a:gd name="connsiteX131" fmla="*/ 154509 w 362309"/>
              <a:gd name="connsiteY131" fmla="*/ 141341 h 361971"/>
              <a:gd name="connsiteX132" fmla="*/ 152401 w 362309"/>
              <a:gd name="connsiteY132" fmla="*/ 144214 h 361971"/>
              <a:gd name="connsiteX133" fmla="*/ 152848 w 362309"/>
              <a:gd name="connsiteY133" fmla="*/ 147598 h 361971"/>
              <a:gd name="connsiteX134" fmla="*/ 199622 w 362309"/>
              <a:gd name="connsiteY134" fmla="*/ 228547 h 361971"/>
              <a:gd name="connsiteX135" fmla="*/ 197257 w 362309"/>
              <a:gd name="connsiteY135" fmla="*/ 237293 h 361971"/>
              <a:gd name="connsiteX136" fmla="*/ 194062 w 362309"/>
              <a:gd name="connsiteY136" fmla="*/ 238123 h 361971"/>
              <a:gd name="connsiteX137" fmla="*/ 193360 w 362309"/>
              <a:gd name="connsiteY137" fmla="*/ 238059 h 361971"/>
              <a:gd name="connsiteX138" fmla="*/ 193360 w 362309"/>
              <a:gd name="connsiteY138" fmla="*/ 238123 h 361971"/>
              <a:gd name="connsiteX139" fmla="*/ 167545 w 362309"/>
              <a:gd name="connsiteY139" fmla="*/ 235186 h 361971"/>
              <a:gd name="connsiteX140" fmla="*/ 156043 w 362309"/>
              <a:gd name="connsiteY140" fmla="*/ 240549 h 361971"/>
              <a:gd name="connsiteX141" fmla="*/ 154189 w 362309"/>
              <a:gd name="connsiteY141" fmla="*/ 244634 h 361971"/>
              <a:gd name="connsiteX142" fmla="*/ 156617 w 362309"/>
              <a:gd name="connsiteY142" fmla="*/ 245656 h 361971"/>
              <a:gd name="connsiteX143" fmla="*/ 211124 w 362309"/>
              <a:gd name="connsiteY143" fmla="*/ 259509 h 361971"/>
              <a:gd name="connsiteX144" fmla="*/ 234639 w 362309"/>
              <a:gd name="connsiteY144" fmla="*/ 278150 h 361971"/>
              <a:gd name="connsiteX145" fmla="*/ 240134 w 362309"/>
              <a:gd name="connsiteY145" fmla="*/ 287662 h 361971"/>
              <a:gd name="connsiteX146" fmla="*/ 237770 w 362309"/>
              <a:gd name="connsiteY146" fmla="*/ 296408 h 361971"/>
              <a:gd name="connsiteX147" fmla="*/ 234575 w 362309"/>
              <a:gd name="connsiteY147" fmla="*/ 297238 h 361971"/>
              <a:gd name="connsiteX148" fmla="*/ 229016 w 362309"/>
              <a:gd name="connsiteY148" fmla="*/ 294046 h 361971"/>
              <a:gd name="connsiteX149" fmla="*/ 223521 w 362309"/>
              <a:gd name="connsiteY149" fmla="*/ 284534 h 361971"/>
              <a:gd name="connsiteX150" fmla="*/ 207290 w 362309"/>
              <a:gd name="connsiteY150" fmla="*/ 271702 h 361971"/>
              <a:gd name="connsiteX151" fmla="*/ 153614 w 362309"/>
              <a:gd name="connsiteY151" fmla="*/ 258104 h 361971"/>
              <a:gd name="connsiteX152" fmla="*/ 141537 w 362309"/>
              <a:gd name="connsiteY152" fmla="*/ 241825 h 361971"/>
              <a:gd name="connsiteX153" fmla="*/ 169014 w 362309"/>
              <a:gd name="connsiteY153" fmla="*/ 222546 h 361971"/>
              <a:gd name="connsiteX154" fmla="*/ 182113 w 362309"/>
              <a:gd name="connsiteY154" fmla="*/ 224078 h 361971"/>
              <a:gd name="connsiteX155" fmla="*/ 141665 w 362309"/>
              <a:gd name="connsiteY155" fmla="*/ 154109 h 361971"/>
              <a:gd name="connsiteX156" fmla="*/ 139940 w 362309"/>
              <a:gd name="connsiteY156" fmla="*/ 141022 h 361971"/>
              <a:gd name="connsiteX157" fmla="*/ 148055 w 362309"/>
              <a:gd name="connsiteY157" fmla="*/ 130361 h 361971"/>
              <a:gd name="connsiteX158" fmla="*/ 160835 w 362309"/>
              <a:gd name="connsiteY158" fmla="*/ 128573 h 361971"/>
              <a:gd name="connsiteX159" fmla="*/ 171826 w 362309"/>
              <a:gd name="connsiteY159" fmla="*/ 136745 h 361971"/>
              <a:gd name="connsiteX160" fmla="*/ 180005 w 362309"/>
              <a:gd name="connsiteY160" fmla="*/ 150917 h 361971"/>
              <a:gd name="connsiteX161" fmla="*/ 183647 w 362309"/>
              <a:gd name="connsiteY161" fmla="*/ 147981 h 361971"/>
              <a:gd name="connsiteX162" fmla="*/ 196427 w 362309"/>
              <a:gd name="connsiteY162" fmla="*/ 146193 h 361971"/>
              <a:gd name="connsiteX163" fmla="*/ 203903 w 362309"/>
              <a:gd name="connsiteY163" fmla="*/ 150151 h 361971"/>
              <a:gd name="connsiteX164" fmla="*/ 208185 w 362309"/>
              <a:gd name="connsiteY164" fmla="*/ 146512 h 361971"/>
              <a:gd name="connsiteX165" fmla="*/ 220965 w 362309"/>
              <a:gd name="connsiteY165" fmla="*/ 144725 h 361971"/>
              <a:gd name="connsiteX166" fmla="*/ 228504 w 362309"/>
              <a:gd name="connsiteY166" fmla="*/ 148683 h 361971"/>
              <a:gd name="connsiteX167" fmla="*/ 232786 w 362309"/>
              <a:gd name="connsiteY167" fmla="*/ 145044 h 361971"/>
              <a:gd name="connsiteX168" fmla="*/ 245566 w 362309"/>
              <a:gd name="connsiteY168" fmla="*/ 143257 h 361971"/>
              <a:gd name="connsiteX169" fmla="*/ 256556 w 362309"/>
              <a:gd name="connsiteY169" fmla="*/ 151428 h 361971"/>
              <a:gd name="connsiteX170" fmla="*/ 280710 w 362309"/>
              <a:gd name="connsiteY170" fmla="*/ 193179 h 361971"/>
              <a:gd name="connsiteX171" fmla="*/ 286397 w 362309"/>
              <a:gd name="connsiteY171" fmla="*/ 214566 h 361971"/>
              <a:gd name="connsiteX172" fmla="*/ 290742 w 362309"/>
              <a:gd name="connsiteY172" fmla="*/ 232505 h 361971"/>
              <a:gd name="connsiteX173" fmla="*/ 302052 w 362309"/>
              <a:gd name="connsiteY173" fmla="*/ 252040 h 361971"/>
              <a:gd name="connsiteX174" fmla="*/ 299816 w 362309"/>
              <a:gd name="connsiteY174" fmla="*/ 26065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Lst>
            <a:rect l="l" t="t" r="r" b="b"/>
            <a:pathLst>
              <a:path w="362309" h="361971">
                <a:moveTo>
                  <a:pt x="181155" y="0"/>
                </a:moveTo>
                <a:cubicBezTo>
                  <a:pt x="81089" y="0"/>
                  <a:pt x="0" y="81013"/>
                  <a:pt x="0" y="180986"/>
                </a:cubicBezTo>
                <a:cubicBezTo>
                  <a:pt x="0" y="280959"/>
                  <a:pt x="81089" y="361972"/>
                  <a:pt x="181155" y="361972"/>
                </a:cubicBezTo>
                <a:cubicBezTo>
                  <a:pt x="281221" y="361972"/>
                  <a:pt x="362310" y="280959"/>
                  <a:pt x="362310" y="180986"/>
                </a:cubicBezTo>
                <a:cubicBezTo>
                  <a:pt x="362310" y="81013"/>
                  <a:pt x="281157" y="0"/>
                  <a:pt x="181155" y="0"/>
                </a:cubicBezTo>
                <a:close/>
                <a:moveTo>
                  <a:pt x="208504" y="91419"/>
                </a:moveTo>
                <a:cubicBezTo>
                  <a:pt x="208568" y="90972"/>
                  <a:pt x="208696" y="90589"/>
                  <a:pt x="208887" y="90206"/>
                </a:cubicBezTo>
                <a:cubicBezTo>
                  <a:pt x="208951" y="90014"/>
                  <a:pt x="208951" y="89823"/>
                  <a:pt x="209015" y="89695"/>
                </a:cubicBezTo>
                <a:lnTo>
                  <a:pt x="220326" y="68117"/>
                </a:lnTo>
                <a:cubicBezTo>
                  <a:pt x="221986" y="64989"/>
                  <a:pt x="225821" y="63776"/>
                  <a:pt x="228952" y="65436"/>
                </a:cubicBezTo>
                <a:cubicBezTo>
                  <a:pt x="232083" y="67096"/>
                  <a:pt x="233297" y="70926"/>
                  <a:pt x="231635" y="74054"/>
                </a:cubicBezTo>
                <a:lnTo>
                  <a:pt x="227993" y="81077"/>
                </a:lnTo>
                <a:cubicBezTo>
                  <a:pt x="243137" y="77565"/>
                  <a:pt x="258409" y="79927"/>
                  <a:pt x="272851" y="88163"/>
                </a:cubicBezTo>
                <a:cubicBezTo>
                  <a:pt x="275918" y="89886"/>
                  <a:pt x="277004" y="93781"/>
                  <a:pt x="275215" y="96845"/>
                </a:cubicBezTo>
                <a:cubicBezTo>
                  <a:pt x="274065" y="98888"/>
                  <a:pt x="271892" y="100037"/>
                  <a:pt x="269656" y="100037"/>
                </a:cubicBezTo>
                <a:cubicBezTo>
                  <a:pt x="268569" y="100037"/>
                  <a:pt x="267483" y="99782"/>
                  <a:pt x="266525" y="99207"/>
                </a:cubicBezTo>
                <a:cubicBezTo>
                  <a:pt x="254640" y="92440"/>
                  <a:pt x="242499" y="90589"/>
                  <a:pt x="230230" y="93589"/>
                </a:cubicBezTo>
                <a:lnTo>
                  <a:pt x="239240" y="98313"/>
                </a:lnTo>
                <a:cubicBezTo>
                  <a:pt x="242371" y="99973"/>
                  <a:pt x="243584" y="103804"/>
                  <a:pt x="241923" y="106932"/>
                </a:cubicBezTo>
                <a:cubicBezTo>
                  <a:pt x="240773" y="109102"/>
                  <a:pt x="238537" y="110379"/>
                  <a:pt x="236237" y="110379"/>
                </a:cubicBezTo>
                <a:cubicBezTo>
                  <a:pt x="235214" y="110379"/>
                  <a:pt x="234255" y="110124"/>
                  <a:pt x="233297" y="109677"/>
                </a:cubicBezTo>
                <a:lnTo>
                  <a:pt x="211699" y="98377"/>
                </a:lnTo>
                <a:cubicBezTo>
                  <a:pt x="211508" y="98249"/>
                  <a:pt x="211380" y="98058"/>
                  <a:pt x="211188" y="97930"/>
                </a:cubicBezTo>
                <a:cubicBezTo>
                  <a:pt x="210868" y="97675"/>
                  <a:pt x="210549" y="97483"/>
                  <a:pt x="210229" y="97164"/>
                </a:cubicBezTo>
                <a:cubicBezTo>
                  <a:pt x="209910" y="96845"/>
                  <a:pt x="209654" y="96526"/>
                  <a:pt x="209398" y="96143"/>
                </a:cubicBezTo>
                <a:cubicBezTo>
                  <a:pt x="209270" y="95951"/>
                  <a:pt x="209079" y="95824"/>
                  <a:pt x="208951" y="95632"/>
                </a:cubicBezTo>
                <a:cubicBezTo>
                  <a:pt x="208887" y="95441"/>
                  <a:pt x="208887" y="95313"/>
                  <a:pt x="208823" y="95121"/>
                </a:cubicBezTo>
                <a:cubicBezTo>
                  <a:pt x="208760" y="94930"/>
                  <a:pt x="208632" y="94802"/>
                  <a:pt x="208568" y="94611"/>
                </a:cubicBezTo>
                <a:cubicBezTo>
                  <a:pt x="208504" y="94355"/>
                  <a:pt x="208504" y="94100"/>
                  <a:pt x="208504" y="93908"/>
                </a:cubicBezTo>
                <a:cubicBezTo>
                  <a:pt x="208440" y="93462"/>
                  <a:pt x="208376" y="93078"/>
                  <a:pt x="208376" y="92695"/>
                </a:cubicBezTo>
                <a:cubicBezTo>
                  <a:pt x="208376" y="92185"/>
                  <a:pt x="208440" y="91802"/>
                  <a:pt x="208504" y="91419"/>
                </a:cubicBezTo>
                <a:close/>
                <a:moveTo>
                  <a:pt x="116361" y="138469"/>
                </a:moveTo>
                <a:cubicBezTo>
                  <a:pt x="119492" y="126914"/>
                  <a:pt x="126904" y="117210"/>
                  <a:pt x="137257" y="111209"/>
                </a:cubicBezTo>
                <a:cubicBezTo>
                  <a:pt x="147608" y="105208"/>
                  <a:pt x="159748" y="103612"/>
                  <a:pt x="171315" y="106740"/>
                </a:cubicBezTo>
                <a:cubicBezTo>
                  <a:pt x="182880" y="109868"/>
                  <a:pt x="192593" y="117274"/>
                  <a:pt x="198600" y="127616"/>
                </a:cubicBezTo>
                <a:cubicBezTo>
                  <a:pt x="199686" y="129467"/>
                  <a:pt x="200580" y="131382"/>
                  <a:pt x="201411" y="133361"/>
                </a:cubicBezTo>
                <a:cubicBezTo>
                  <a:pt x="202753" y="136617"/>
                  <a:pt x="201156" y="140320"/>
                  <a:pt x="197897" y="141661"/>
                </a:cubicBezTo>
                <a:cubicBezTo>
                  <a:pt x="194638" y="143001"/>
                  <a:pt x="190931" y="141405"/>
                  <a:pt x="189590" y="138149"/>
                </a:cubicBezTo>
                <a:cubicBezTo>
                  <a:pt x="189015" y="136745"/>
                  <a:pt x="188376" y="135340"/>
                  <a:pt x="187545" y="134000"/>
                </a:cubicBezTo>
                <a:cubicBezTo>
                  <a:pt x="183264" y="126594"/>
                  <a:pt x="176363" y="121232"/>
                  <a:pt x="168056" y="119061"/>
                </a:cubicBezTo>
                <a:cubicBezTo>
                  <a:pt x="159748" y="116827"/>
                  <a:pt x="151122" y="117976"/>
                  <a:pt x="143710" y="122253"/>
                </a:cubicBezTo>
                <a:cubicBezTo>
                  <a:pt x="136298" y="126530"/>
                  <a:pt x="130994" y="133425"/>
                  <a:pt x="128757" y="141724"/>
                </a:cubicBezTo>
                <a:cubicBezTo>
                  <a:pt x="126521" y="150024"/>
                  <a:pt x="127672" y="158642"/>
                  <a:pt x="131952" y="166047"/>
                </a:cubicBezTo>
                <a:cubicBezTo>
                  <a:pt x="135275" y="171793"/>
                  <a:pt x="140132" y="176262"/>
                  <a:pt x="146138" y="179071"/>
                </a:cubicBezTo>
                <a:cubicBezTo>
                  <a:pt x="149333" y="180539"/>
                  <a:pt x="150739" y="184369"/>
                  <a:pt x="149206" y="187561"/>
                </a:cubicBezTo>
                <a:cubicBezTo>
                  <a:pt x="148119" y="189860"/>
                  <a:pt x="145819" y="191264"/>
                  <a:pt x="143391" y="191264"/>
                </a:cubicBezTo>
                <a:cubicBezTo>
                  <a:pt x="142496" y="191264"/>
                  <a:pt x="141537" y="191073"/>
                  <a:pt x="140707" y="190690"/>
                </a:cubicBezTo>
                <a:cubicBezTo>
                  <a:pt x="132336" y="186795"/>
                  <a:pt x="125498" y="180475"/>
                  <a:pt x="120898" y="172495"/>
                </a:cubicBezTo>
                <a:cubicBezTo>
                  <a:pt x="114828" y="162153"/>
                  <a:pt x="113230" y="150024"/>
                  <a:pt x="116361" y="138469"/>
                </a:cubicBezTo>
                <a:close/>
                <a:moveTo>
                  <a:pt x="104220" y="211948"/>
                </a:moveTo>
                <a:lnTo>
                  <a:pt x="92910" y="233526"/>
                </a:lnTo>
                <a:cubicBezTo>
                  <a:pt x="92782" y="233718"/>
                  <a:pt x="92590" y="233845"/>
                  <a:pt x="92463" y="234037"/>
                </a:cubicBezTo>
                <a:cubicBezTo>
                  <a:pt x="92207" y="234420"/>
                  <a:pt x="91951" y="234739"/>
                  <a:pt x="91696" y="234994"/>
                </a:cubicBezTo>
                <a:cubicBezTo>
                  <a:pt x="91376" y="235314"/>
                  <a:pt x="91057" y="235569"/>
                  <a:pt x="90674" y="235760"/>
                </a:cubicBezTo>
                <a:cubicBezTo>
                  <a:pt x="90482" y="235888"/>
                  <a:pt x="90354" y="236080"/>
                  <a:pt x="90099" y="236207"/>
                </a:cubicBezTo>
                <a:cubicBezTo>
                  <a:pt x="89843" y="236335"/>
                  <a:pt x="89587" y="236399"/>
                  <a:pt x="89332" y="236527"/>
                </a:cubicBezTo>
                <a:cubicBezTo>
                  <a:pt x="89268" y="236527"/>
                  <a:pt x="89204" y="236590"/>
                  <a:pt x="89140" y="236654"/>
                </a:cubicBezTo>
                <a:cubicBezTo>
                  <a:pt x="89076" y="236654"/>
                  <a:pt x="89012" y="236654"/>
                  <a:pt x="88948" y="236654"/>
                </a:cubicBezTo>
                <a:cubicBezTo>
                  <a:pt x="88373" y="236846"/>
                  <a:pt x="87798" y="236910"/>
                  <a:pt x="87223" y="236910"/>
                </a:cubicBezTo>
                <a:cubicBezTo>
                  <a:pt x="87223" y="236910"/>
                  <a:pt x="87223" y="236910"/>
                  <a:pt x="87223" y="236910"/>
                </a:cubicBezTo>
                <a:cubicBezTo>
                  <a:pt x="87223" y="236910"/>
                  <a:pt x="87223" y="236910"/>
                  <a:pt x="87223" y="236910"/>
                </a:cubicBezTo>
                <a:cubicBezTo>
                  <a:pt x="86648" y="236910"/>
                  <a:pt x="86137" y="236846"/>
                  <a:pt x="85625" y="236718"/>
                </a:cubicBezTo>
                <a:cubicBezTo>
                  <a:pt x="85433" y="236654"/>
                  <a:pt x="85306" y="236590"/>
                  <a:pt x="85114" y="236527"/>
                </a:cubicBezTo>
                <a:cubicBezTo>
                  <a:pt x="84859" y="236399"/>
                  <a:pt x="84540" y="236335"/>
                  <a:pt x="84284" y="236207"/>
                </a:cubicBezTo>
                <a:lnTo>
                  <a:pt x="62686" y="224908"/>
                </a:lnTo>
                <a:cubicBezTo>
                  <a:pt x="59555" y="223312"/>
                  <a:pt x="58340" y="219417"/>
                  <a:pt x="60002" y="216289"/>
                </a:cubicBezTo>
                <a:cubicBezTo>
                  <a:pt x="61663" y="213161"/>
                  <a:pt x="65497" y="211948"/>
                  <a:pt x="68628" y="213608"/>
                </a:cubicBezTo>
                <a:lnTo>
                  <a:pt x="75657" y="217247"/>
                </a:lnTo>
                <a:cubicBezTo>
                  <a:pt x="72143" y="202117"/>
                  <a:pt x="74507" y="186859"/>
                  <a:pt x="82750" y="172431"/>
                </a:cubicBezTo>
                <a:cubicBezTo>
                  <a:pt x="84476" y="169367"/>
                  <a:pt x="88373" y="168282"/>
                  <a:pt x="91440" y="170069"/>
                </a:cubicBezTo>
                <a:cubicBezTo>
                  <a:pt x="94507" y="171793"/>
                  <a:pt x="95594" y="175687"/>
                  <a:pt x="93805" y="178752"/>
                </a:cubicBezTo>
                <a:cubicBezTo>
                  <a:pt x="87031" y="190626"/>
                  <a:pt x="85178" y="202755"/>
                  <a:pt x="88181" y="215012"/>
                </a:cubicBezTo>
                <a:lnTo>
                  <a:pt x="92910" y="206011"/>
                </a:lnTo>
                <a:cubicBezTo>
                  <a:pt x="94571" y="202883"/>
                  <a:pt x="98405" y="201670"/>
                  <a:pt x="101536" y="203330"/>
                </a:cubicBezTo>
                <a:cubicBezTo>
                  <a:pt x="104603" y="204926"/>
                  <a:pt x="105818" y="208820"/>
                  <a:pt x="104220" y="211948"/>
                </a:cubicBezTo>
                <a:close/>
                <a:moveTo>
                  <a:pt x="180580" y="285045"/>
                </a:moveTo>
                <a:cubicBezTo>
                  <a:pt x="173679" y="289003"/>
                  <a:pt x="166011" y="291046"/>
                  <a:pt x="158215" y="291046"/>
                </a:cubicBezTo>
                <a:cubicBezTo>
                  <a:pt x="154317" y="291046"/>
                  <a:pt x="150419" y="290535"/>
                  <a:pt x="146522" y="289514"/>
                </a:cubicBezTo>
                <a:cubicBezTo>
                  <a:pt x="134955" y="286385"/>
                  <a:pt x="125243" y="278980"/>
                  <a:pt x="119236" y="268638"/>
                </a:cubicBezTo>
                <a:cubicBezTo>
                  <a:pt x="113230" y="258296"/>
                  <a:pt x="111633" y="246166"/>
                  <a:pt x="114764" y="234611"/>
                </a:cubicBezTo>
                <a:cubicBezTo>
                  <a:pt x="117895" y="223056"/>
                  <a:pt x="125307" y="213353"/>
                  <a:pt x="135659" y="207352"/>
                </a:cubicBezTo>
                <a:cubicBezTo>
                  <a:pt x="141665" y="203904"/>
                  <a:pt x="148183" y="201925"/>
                  <a:pt x="155020" y="201415"/>
                </a:cubicBezTo>
                <a:cubicBezTo>
                  <a:pt x="158535" y="201223"/>
                  <a:pt x="161602" y="203841"/>
                  <a:pt x="161794" y="207352"/>
                </a:cubicBezTo>
                <a:cubicBezTo>
                  <a:pt x="162049" y="210863"/>
                  <a:pt x="159365" y="213927"/>
                  <a:pt x="155851" y="214183"/>
                </a:cubicBezTo>
                <a:cubicBezTo>
                  <a:pt x="150994" y="214502"/>
                  <a:pt x="146330" y="215906"/>
                  <a:pt x="141985" y="218396"/>
                </a:cubicBezTo>
                <a:cubicBezTo>
                  <a:pt x="134572" y="222673"/>
                  <a:pt x="129269" y="229568"/>
                  <a:pt x="127032" y="237867"/>
                </a:cubicBezTo>
                <a:cubicBezTo>
                  <a:pt x="124796" y="246166"/>
                  <a:pt x="125946" y="254785"/>
                  <a:pt x="130227" y="262190"/>
                </a:cubicBezTo>
                <a:cubicBezTo>
                  <a:pt x="134508" y="269596"/>
                  <a:pt x="141409" y="274958"/>
                  <a:pt x="149717" y="277129"/>
                </a:cubicBezTo>
                <a:cubicBezTo>
                  <a:pt x="158024" y="279363"/>
                  <a:pt x="166650" y="278214"/>
                  <a:pt x="174062" y="273937"/>
                </a:cubicBezTo>
                <a:cubicBezTo>
                  <a:pt x="177130" y="272149"/>
                  <a:pt x="181027" y="273234"/>
                  <a:pt x="182816" y="276299"/>
                </a:cubicBezTo>
                <a:cubicBezTo>
                  <a:pt x="184669" y="279363"/>
                  <a:pt x="183584" y="283257"/>
                  <a:pt x="180580" y="285045"/>
                </a:cubicBezTo>
                <a:close/>
                <a:moveTo>
                  <a:pt x="299816" y="260658"/>
                </a:moveTo>
                <a:cubicBezTo>
                  <a:pt x="298794" y="261233"/>
                  <a:pt x="297708" y="261488"/>
                  <a:pt x="296621" y="261488"/>
                </a:cubicBezTo>
                <a:cubicBezTo>
                  <a:pt x="294385" y="261488"/>
                  <a:pt x="292276" y="260339"/>
                  <a:pt x="291062" y="258296"/>
                </a:cubicBezTo>
                <a:lnTo>
                  <a:pt x="280071" y="239272"/>
                </a:lnTo>
                <a:cubicBezTo>
                  <a:pt x="274959" y="230398"/>
                  <a:pt x="273426" y="227142"/>
                  <a:pt x="273745" y="214119"/>
                </a:cubicBezTo>
                <a:cubicBezTo>
                  <a:pt x="273873" y="209203"/>
                  <a:pt x="272467" y="204096"/>
                  <a:pt x="269784" y="199372"/>
                </a:cubicBezTo>
                <a:lnTo>
                  <a:pt x="245630" y="157621"/>
                </a:lnTo>
                <a:cubicBezTo>
                  <a:pt x="244863" y="156280"/>
                  <a:pt x="243648" y="155705"/>
                  <a:pt x="242754" y="155514"/>
                </a:cubicBezTo>
                <a:cubicBezTo>
                  <a:pt x="241604" y="155195"/>
                  <a:pt x="240262" y="155386"/>
                  <a:pt x="239304" y="155961"/>
                </a:cubicBezTo>
                <a:cubicBezTo>
                  <a:pt x="238281" y="156535"/>
                  <a:pt x="237514" y="157621"/>
                  <a:pt x="237194" y="158897"/>
                </a:cubicBezTo>
                <a:cubicBezTo>
                  <a:pt x="237003" y="159727"/>
                  <a:pt x="236875" y="160940"/>
                  <a:pt x="237642" y="162281"/>
                </a:cubicBezTo>
                <a:cubicBezTo>
                  <a:pt x="237642" y="162345"/>
                  <a:pt x="237642" y="162345"/>
                  <a:pt x="237706" y="162409"/>
                </a:cubicBezTo>
                <a:lnTo>
                  <a:pt x="244671" y="174538"/>
                </a:lnTo>
                <a:cubicBezTo>
                  <a:pt x="246396" y="177602"/>
                  <a:pt x="245374" y="181497"/>
                  <a:pt x="242307" y="183284"/>
                </a:cubicBezTo>
                <a:cubicBezTo>
                  <a:pt x="241284" y="183859"/>
                  <a:pt x="240198" y="184114"/>
                  <a:pt x="239112" y="184114"/>
                </a:cubicBezTo>
                <a:cubicBezTo>
                  <a:pt x="236875" y="184114"/>
                  <a:pt x="234766" y="182965"/>
                  <a:pt x="233553" y="180922"/>
                </a:cubicBezTo>
                <a:lnTo>
                  <a:pt x="221028" y="159153"/>
                </a:lnTo>
                <a:cubicBezTo>
                  <a:pt x="220262" y="157812"/>
                  <a:pt x="219047" y="157237"/>
                  <a:pt x="218153" y="157046"/>
                </a:cubicBezTo>
                <a:cubicBezTo>
                  <a:pt x="216939" y="156727"/>
                  <a:pt x="215660" y="156918"/>
                  <a:pt x="214703" y="157493"/>
                </a:cubicBezTo>
                <a:cubicBezTo>
                  <a:pt x="213680" y="158067"/>
                  <a:pt x="212913" y="159153"/>
                  <a:pt x="212593" y="160366"/>
                </a:cubicBezTo>
                <a:cubicBezTo>
                  <a:pt x="212401" y="161196"/>
                  <a:pt x="212274" y="162472"/>
                  <a:pt x="213041" y="163749"/>
                </a:cubicBezTo>
                <a:cubicBezTo>
                  <a:pt x="213041" y="163749"/>
                  <a:pt x="213041" y="163749"/>
                  <a:pt x="213041" y="163749"/>
                </a:cubicBezTo>
                <a:lnTo>
                  <a:pt x="221284" y="178049"/>
                </a:lnTo>
                <a:cubicBezTo>
                  <a:pt x="223073" y="181114"/>
                  <a:pt x="221986" y="185008"/>
                  <a:pt x="218919" y="186795"/>
                </a:cubicBezTo>
                <a:cubicBezTo>
                  <a:pt x="217897" y="187370"/>
                  <a:pt x="216811" y="187625"/>
                  <a:pt x="215724" y="187625"/>
                </a:cubicBezTo>
                <a:cubicBezTo>
                  <a:pt x="213488" y="187625"/>
                  <a:pt x="211380" y="186476"/>
                  <a:pt x="210165" y="184433"/>
                </a:cubicBezTo>
                <a:lnTo>
                  <a:pt x="196427" y="160621"/>
                </a:lnTo>
                <a:cubicBezTo>
                  <a:pt x="195660" y="159217"/>
                  <a:pt x="194446" y="158706"/>
                  <a:pt x="193551" y="158514"/>
                </a:cubicBezTo>
                <a:cubicBezTo>
                  <a:pt x="192401" y="158195"/>
                  <a:pt x="191059" y="158387"/>
                  <a:pt x="190101" y="158961"/>
                </a:cubicBezTo>
                <a:cubicBezTo>
                  <a:pt x="189079" y="159536"/>
                  <a:pt x="188312" y="160621"/>
                  <a:pt x="187992" y="161834"/>
                </a:cubicBezTo>
                <a:cubicBezTo>
                  <a:pt x="187800" y="162664"/>
                  <a:pt x="187672" y="163941"/>
                  <a:pt x="188439" y="165217"/>
                </a:cubicBezTo>
                <a:cubicBezTo>
                  <a:pt x="188439" y="165217"/>
                  <a:pt x="188439" y="165217"/>
                  <a:pt x="188439" y="165217"/>
                </a:cubicBezTo>
                <a:lnTo>
                  <a:pt x="199430" y="184242"/>
                </a:lnTo>
                <a:cubicBezTo>
                  <a:pt x="201219" y="187306"/>
                  <a:pt x="200133" y="191200"/>
                  <a:pt x="197066" y="192988"/>
                </a:cubicBezTo>
                <a:cubicBezTo>
                  <a:pt x="193998" y="194775"/>
                  <a:pt x="190101" y="193690"/>
                  <a:pt x="188312" y="190626"/>
                </a:cubicBezTo>
                <a:lnTo>
                  <a:pt x="177321" y="171601"/>
                </a:lnTo>
                <a:lnTo>
                  <a:pt x="177321" y="171601"/>
                </a:lnTo>
                <a:lnTo>
                  <a:pt x="177321" y="171601"/>
                </a:lnTo>
                <a:lnTo>
                  <a:pt x="160835" y="143001"/>
                </a:lnTo>
                <a:cubicBezTo>
                  <a:pt x="160068" y="141597"/>
                  <a:pt x="158854" y="141086"/>
                  <a:pt x="157960" y="140894"/>
                </a:cubicBezTo>
                <a:cubicBezTo>
                  <a:pt x="156745" y="140575"/>
                  <a:pt x="155468" y="140767"/>
                  <a:pt x="154509" y="141341"/>
                </a:cubicBezTo>
                <a:cubicBezTo>
                  <a:pt x="153486" y="141916"/>
                  <a:pt x="152720" y="143001"/>
                  <a:pt x="152401" y="144214"/>
                </a:cubicBezTo>
                <a:cubicBezTo>
                  <a:pt x="152209" y="145044"/>
                  <a:pt x="152081" y="146321"/>
                  <a:pt x="152848" y="147598"/>
                </a:cubicBezTo>
                <a:lnTo>
                  <a:pt x="199622" y="228547"/>
                </a:lnTo>
                <a:cubicBezTo>
                  <a:pt x="201411" y="231611"/>
                  <a:pt x="200325" y="235505"/>
                  <a:pt x="197257" y="237293"/>
                </a:cubicBezTo>
                <a:cubicBezTo>
                  <a:pt x="196236" y="237867"/>
                  <a:pt x="195149" y="238123"/>
                  <a:pt x="194062" y="238123"/>
                </a:cubicBezTo>
                <a:cubicBezTo>
                  <a:pt x="193807" y="238123"/>
                  <a:pt x="193615" y="238059"/>
                  <a:pt x="193360" y="238059"/>
                </a:cubicBezTo>
                <a:lnTo>
                  <a:pt x="193360" y="238123"/>
                </a:lnTo>
                <a:cubicBezTo>
                  <a:pt x="193360" y="238123"/>
                  <a:pt x="175659" y="236207"/>
                  <a:pt x="167545" y="235186"/>
                </a:cubicBezTo>
                <a:cubicBezTo>
                  <a:pt x="163071" y="234675"/>
                  <a:pt x="158471" y="237612"/>
                  <a:pt x="156043" y="240549"/>
                </a:cubicBezTo>
                <a:cubicBezTo>
                  <a:pt x="154317" y="242655"/>
                  <a:pt x="154061" y="244315"/>
                  <a:pt x="154189" y="244634"/>
                </a:cubicBezTo>
                <a:cubicBezTo>
                  <a:pt x="154189" y="244634"/>
                  <a:pt x="154637" y="245209"/>
                  <a:pt x="156617" y="245656"/>
                </a:cubicBezTo>
                <a:cubicBezTo>
                  <a:pt x="174637" y="249869"/>
                  <a:pt x="202370" y="256828"/>
                  <a:pt x="211124" y="259509"/>
                </a:cubicBezTo>
                <a:cubicBezTo>
                  <a:pt x="221603" y="262701"/>
                  <a:pt x="227801" y="266340"/>
                  <a:pt x="234639" y="278150"/>
                </a:cubicBezTo>
                <a:lnTo>
                  <a:pt x="240134" y="287662"/>
                </a:lnTo>
                <a:cubicBezTo>
                  <a:pt x="241923" y="290727"/>
                  <a:pt x="240837" y="294621"/>
                  <a:pt x="237770" y="296408"/>
                </a:cubicBezTo>
                <a:cubicBezTo>
                  <a:pt x="236747" y="296983"/>
                  <a:pt x="235661" y="297238"/>
                  <a:pt x="234575" y="297238"/>
                </a:cubicBezTo>
                <a:cubicBezTo>
                  <a:pt x="232338" y="297238"/>
                  <a:pt x="230230" y="296089"/>
                  <a:pt x="229016" y="294046"/>
                </a:cubicBezTo>
                <a:lnTo>
                  <a:pt x="223521" y="284534"/>
                </a:lnTo>
                <a:cubicBezTo>
                  <a:pt x="218472" y="275788"/>
                  <a:pt x="214894" y="274001"/>
                  <a:pt x="207290" y="271702"/>
                </a:cubicBezTo>
                <a:cubicBezTo>
                  <a:pt x="198919" y="269149"/>
                  <a:pt x="171123" y="262190"/>
                  <a:pt x="153614" y="258104"/>
                </a:cubicBezTo>
                <a:cubicBezTo>
                  <a:pt x="143007" y="255615"/>
                  <a:pt x="140515" y="247762"/>
                  <a:pt x="141537" y="241825"/>
                </a:cubicBezTo>
                <a:cubicBezTo>
                  <a:pt x="143327" y="231547"/>
                  <a:pt x="155787" y="220886"/>
                  <a:pt x="169014" y="222546"/>
                </a:cubicBezTo>
                <a:cubicBezTo>
                  <a:pt x="172401" y="222929"/>
                  <a:pt x="177385" y="223503"/>
                  <a:pt x="182113" y="224078"/>
                </a:cubicBezTo>
                <a:lnTo>
                  <a:pt x="141665" y="154109"/>
                </a:lnTo>
                <a:cubicBezTo>
                  <a:pt x="139365" y="150151"/>
                  <a:pt x="138726" y="145491"/>
                  <a:pt x="139940" y="141022"/>
                </a:cubicBezTo>
                <a:cubicBezTo>
                  <a:pt x="141154" y="136489"/>
                  <a:pt x="144093" y="132659"/>
                  <a:pt x="148055" y="130361"/>
                </a:cubicBezTo>
                <a:cubicBezTo>
                  <a:pt x="151825" y="128190"/>
                  <a:pt x="156490" y="127552"/>
                  <a:pt x="160835" y="128573"/>
                </a:cubicBezTo>
                <a:cubicBezTo>
                  <a:pt x="165500" y="129659"/>
                  <a:pt x="169461" y="132595"/>
                  <a:pt x="171826" y="136745"/>
                </a:cubicBezTo>
                <a:lnTo>
                  <a:pt x="180005" y="150917"/>
                </a:lnTo>
                <a:cubicBezTo>
                  <a:pt x="181091" y="149768"/>
                  <a:pt x="182305" y="148747"/>
                  <a:pt x="183647" y="147981"/>
                </a:cubicBezTo>
                <a:cubicBezTo>
                  <a:pt x="187417" y="145810"/>
                  <a:pt x="192018" y="145172"/>
                  <a:pt x="196427" y="146193"/>
                </a:cubicBezTo>
                <a:cubicBezTo>
                  <a:pt x="199303" y="146895"/>
                  <a:pt x="201795" y="148300"/>
                  <a:pt x="203903" y="150151"/>
                </a:cubicBezTo>
                <a:cubicBezTo>
                  <a:pt x="205118" y="148747"/>
                  <a:pt x="206587" y="147406"/>
                  <a:pt x="208185" y="146512"/>
                </a:cubicBezTo>
                <a:cubicBezTo>
                  <a:pt x="211955" y="144342"/>
                  <a:pt x="216619" y="143703"/>
                  <a:pt x="220965" y="144725"/>
                </a:cubicBezTo>
                <a:cubicBezTo>
                  <a:pt x="223840" y="145427"/>
                  <a:pt x="226332" y="146832"/>
                  <a:pt x="228504" y="148683"/>
                </a:cubicBezTo>
                <a:cubicBezTo>
                  <a:pt x="229719" y="147278"/>
                  <a:pt x="231188" y="146002"/>
                  <a:pt x="232786" y="145044"/>
                </a:cubicBezTo>
                <a:cubicBezTo>
                  <a:pt x="236556" y="142873"/>
                  <a:pt x="241156" y="142235"/>
                  <a:pt x="245566" y="143257"/>
                </a:cubicBezTo>
                <a:cubicBezTo>
                  <a:pt x="250230" y="144342"/>
                  <a:pt x="254192" y="147278"/>
                  <a:pt x="256556" y="151428"/>
                </a:cubicBezTo>
                <a:lnTo>
                  <a:pt x="280710" y="193179"/>
                </a:lnTo>
                <a:cubicBezTo>
                  <a:pt x="284608" y="199946"/>
                  <a:pt x="286589" y="207352"/>
                  <a:pt x="286397" y="214566"/>
                </a:cubicBezTo>
                <a:cubicBezTo>
                  <a:pt x="286142" y="224652"/>
                  <a:pt x="286780" y="225674"/>
                  <a:pt x="290742" y="232505"/>
                </a:cubicBezTo>
                <a:lnTo>
                  <a:pt x="302052" y="252040"/>
                </a:lnTo>
                <a:cubicBezTo>
                  <a:pt x="303970" y="254976"/>
                  <a:pt x="302883" y="258871"/>
                  <a:pt x="299816" y="260658"/>
                </a:cubicBezTo>
                <a:close/>
              </a:path>
            </a:pathLst>
          </a:custGeom>
          <a:solidFill>
            <a:srgbClr val="00A3E0"/>
          </a:solidFill>
          <a:ln w="6390" cap="flat">
            <a:noFill/>
            <a:prstDash val="solid"/>
            <a:miter/>
          </a:ln>
        </p:spPr>
        <p:txBody>
          <a:bodyPr rtlCol="0" anchor="ctr"/>
          <a:lstStyle/>
          <a:p>
            <a:endParaRPr lang="en-US"/>
          </a:p>
        </p:txBody>
      </p:sp>
      <p:grpSp>
        <p:nvGrpSpPr>
          <p:cNvPr id="912" name="Graphic 4">
            <a:extLst>
              <a:ext uri="{FF2B5EF4-FFF2-40B4-BE49-F238E27FC236}">
                <a16:creationId xmlns:a16="http://schemas.microsoft.com/office/drawing/2014/main" id="{B3DCFD12-3F93-5A44-BE39-E0D5B91DCD24}"/>
              </a:ext>
            </a:extLst>
          </p:cNvPr>
          <p:cNvGrpSpPr/>
          <p:nvPr/>
        </p:nvGrpSpPr>
        <p:grpSpPr>
          <a:xfrm>
            <a:off x="6754355" y="1893013"/>
            <a:ext cx="362309" cy="361971"/>
            <a:chOff x="6754355" y="1893013"/>
            <a:chExt cx="362309" cy="361971"/>
          </a:xfrm>
          <a:solidFill>
            <a:srgbClr val="00A3E0"/>
          </a:solidFill>
        </p:grpSpPr>
        <p:sp>
          <p:nvSpPr>
            <p:cNvPr id="913" name="Freeform 912">
              <a:extLst>
                <a:ext uri="{FF2B5EF4-FFF2-40B4-BE49-F238E27FC236}">
                  <a16:creationId xmlns:a16="http://schemas.microsoft.com/office/drawing/2014/main" id="{34D2FE5C-81A0-0648-BA1D-6B79DA41112D}"/>
                </a:ext>
              </a:extLst>
            </p:cNvPr>
            <p:cNvSpPr/>
            <p:nvPr/>
          </p:nvSpPr>
          <p:spPr>
            <a:xfrm>
              <a:off x="6754355" y="1893013"/>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09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29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09" y="280959"/>
                    <a:pt x="362309" y="180986"/>
                  </a:cubicBezTo>
                  <a:cubicBezTo>
                    <a:pt x="362309" y="81013"/>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29" y="88163"/>
                    <a:pt x="349529" y="180922"/>
                  </a:cubicBezTo>
                  <a:cubicBezTo>
                    <a:pt x="349529" y="273681"/>
                    <a:pt x="274001"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914" name="Freeform 913">
              <a:extLst>
                <a:ext uri="{FF2B5EF4-FFF2-40B4-BE49-F238E27FC236}">
                  <a16:creationId xmlns:a16="http://schemas.microsoft.com/office/drawing/2014/main" id="{A3A1B581-ABD5-A147-BFC6-8F12829DD7AA}"/>
                </a:ext>
              </a:extLst>
            </p:cNvPr>
            <p:cNvSpPr/>
            <p:nvPr/>
          </p:nvSpPr>
          <p:spPr>
            <a:xfrm>
              <a:off x="6834453" y="1961242"/>
              <a:ext cx="83804" cy="48278"/>
            </a:xfrm>
            <a:custGeom>
              <a:avLst/>
              <a:gdLst>
                <a:gd name="connsiteX0" fmla="*/ 21821 w 83804"/>
                <a:gd name="connsiteY0" fmla="*/ 30468 h 48278"/>
                <a:gd name="connsiteX1" fmla="*/ 77414 w 83804"/>
                <a:gd name="connsiteY1" fmla="*/ 30468 h 48278"/>
                <a:gd name="connsiteX2" fmla="*/ 83804 w 83804"/>
                <a:gd name="connsiteY2" fmla="*/ 24084 h 48278"/>
                <a:gd name="connsiteX3" fmla="*/ 77414 w 83804"/>
                <a:gd name="connsiteY3" fmla="*/ 17700 h 48278"/>
                <a:gd name="connsiteX4" fmla="*/ 21821 w 83804"/>
                <a:gd name="connsiteY4" fmla="*/ 17700 h 48278"/>
                <a:gd name="connsiteX5" fmla="*/ 28659 w 83804"/>
                <a:gd name="connsiteY5" fmla="*/ 10869 h 48278"/>
                <a:gd name="connsiteX6" fmla="*/ 28659 w 83804"/>
                <a:gd name="connsiteY6" fmla="*/ 1867 h 48278"/>
                <a:gd name="connsiteX7" fmla="*/ 19649 w 83804"/>
                <a:gd name="connsiteY7" fmla="*/ 1867 h 48278"/>
                <a:gd name="connsiteX8" fmla="*/ 1885 w 83804"/>
                <a:gd name="connsiteY8" fmla="*/ 19615 h 48278"/>
                <a:gd name="connsiteX9" fmla="*/ 479 w 83804"/>
                <a:gd name="connsiteY9" fmla="*/ 21721 h 48278"/>
                <a:gd name="connsiteX10" fmla="*/ 479 w 83804"/>
                <a:gd name="connsiteY10" fmla="*/ 26573 h 48278"/>
                <a:gd name="connsiteX11" fmla="*/ 1885 w 83804"/>
                <a:gd name="connsiteY11" fmla="*/ 28680 h 48278"/>
                <a:gd name="connsiteX12" fmla="*/ 19649 w 83804"/>
                <a:gd name="connsiteY12" fmla="*/ 46427 h 48278"/>
                <a:gd name="connsiteX13" fmla="*/ 24186 w 83804"/>
                <a:gd name="connsiteY13" fmla="*/ 48279 h 48278"/>
                <a:gd name="connsiteX14" fmla="*/ 28723 w 83804"/>
                <a:gd name="connsiteY14" fmla="*/ 46427 h 48278"/>
                <a:gd name="connsiteX15" fmla="*/ 28723 w 83804"/>
                <a:gd name="connsiteY15" fmla="*/ 37426 h 48278"/>
                <a:gd name="connsiteX16" fmla="*/ 21821 w 83804"/>
                <a:gd name="connsiteY16" fmla="*/ 30468 h 48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3804" h="48278">
                  <a:moveTo>
                    <a:pt x="21821" y="30468"/>
                  </a:moveTo>
                  <a:lnTo>
                    <a:pt x="77414" y="30468"/>
                  </a:lnTo>
                  <a:cubicBezTo>
                    <a:pt x="80928" y="30468"/>
                    <a:pt x="83804" y="27595"/>
                    <a:pt x="83804" y="24084"/>
                  </a:cubicBezTo>
                  <a:cubicBezTo>
                    <a:pt x="83804" y="20572"/>
                    <a:pt x="80928" y="17700"/>
                    <a:pt x="77414" y="17700"/>
                  </a:cubicBezTo>
                  <a:lnTo>
                    <a:pt x="21821" y="17700"/>
                  </a:lnTo>
                  <a:lnTo>
                    <a:pt x="28659" y="10869"/>
                  </a:lnTo>
                  <a:cubicBezTo>
                    <a:pt x="31150" y="8379"/>
                    <a:pt x="31150" y="4357"/>
                    <a:pt x="28659" y="1867"/>
                  </a:cubicBezTo>
                  <a:cubicBezTo>
                    <a:pt x="26167" y="-622"/>
                    <a:pt x="22141" y="-622"/>
                    <a:pt x="19649" y="1867"/>
                  </a:cubicBezTo>
                  <a:lnTo>
                    <a:pt x="1885" y="19615"/>
                  </a:lnTo>
                  <a:cubicBezTo>
                    <a:pt x="1310" y="20189"/>
                    <a:pt x="798" y="20892"/>
                    <a:pt x="479" y="21721"/>
                  </a:cubicBezTo>
                  <a:cubicBezTo>
                    <a:pt x="-160" y="23254"/>
                    <a:pt x="-160" y="25041"/>
                    <a:pt x="479" y="26573"/>
                  </a:cubicBezTo>
                  <a:cubicBezTo>
                    <a:pt x="798" y="27339"/>
                    <a:pt x="1246" y="28042"/>
                    <a:pt x="1885" y="28680"/>
                  </a:cubicBezTo>
                  <a:lnTo>
                    <a:pt x="19649" y="46427"/>
                  </a:lnTo>
                  <a:cubicBezTo>
                    <a:pt x="20927" y="47704"/>
                    <a:pt x="22524" y="48279"/>
                    <a:pt x="24186" y="48279"/>
                  </a:cubicBezTo>
                  <a:cubicBezTo>
                    <a:pt x="25847" y="48279"/>
                    <a:pt x="27444" y="47640"/>
                    <a:pt x="28723" y="46427"/>
                  </a:cubicBezTo>
                  <a:cubicBezTo>
                    <a:pt x="31214" y="43938"/>
                    <a:pt x="31214" y="39916"/>
                    <a:pt x="28723" y="37426"/>
                  </a:cubicBezTo>
                  <a:lnTo>
                    <a:pt x="21821" y="30468"/>
                  </a:lnTo>
                  <a:close/>
                </a:path>
              </a:pathLst>
            </a:custGeom>
            <a:solidFill>
              <a:srgbClr val="00A3E0"/>
            </a:solidFill>
            <a:ln w="6390" cap="flat">
              <a:noFill/>
              <a:prstDash val="solid"/>
              <a:miter/>
            </a:ln>
          </p:spPr>
          <p:txBody>
            <a:bodyPr rtlCol="0" anchor="ctr"/>
            <a:lstStyle/>
            <a:p>
              <a:endParaRPr lang="en-US"/>
            </a:p>
          </p:txBody>
        </p:sp>
        <p:sp>
          <p:nvSpPr>
            <p:cNvPr id="915" name="Freeform 914">
              <a:extLst>
                <a:ext uri="{FF2B5EF4-FFF2-40B4-BE49-F238E27FC236}">
                  <a16:creationId xmlns:a16="http://schemas.microsoft.com/office/drawing/2014/main" id="{53327612-E56C-FD42-9C99-56393FB4B989}"/>
                </a:ext>
              </a:extLst>
            </p:cNvPr>
            <p:cNvSpPr/>
            <p:nvPr/>
          </p:nvSpPr>
          <p:spPr>
            <a:xfrm>
              <a:off x="6879228" y="1979700"/>
              <a:ext cx="157389" cy="212976"/>
            </a:xfrm>
            <a:custGeom>
              <a:avLst/>
              <a:gdLst>
                <a:gd name="connsiteX0" fmla="*/ 148233 w 157389"/>
                <a:gd name="connsiteY0" fmla="*/ 89128 h 212976"/>
                <a:gd name="connsiteX1" fmla="*/ 142162 w 157389"/>
                <a:gd name="connsiteY1" fmla="*/ 87021 h 212976"/>
                <a:gd name="connsiteX2" fmla="*/ 141971 w 157389"/>
                <a:gd name="connsiteY2" fmla="*/ 77637 h 212976"/>
                <a:gd name="connsiteX3" fmla="*/ 133664 w 157389"/>
                <a:gd name="connsiteY3" fmla="*/ 67039 h 212976"/>
                <a:gd name="connsiteX4" fmla="*/ 127594 w 157389"/>
                <a:gd name="connsiteY4" fmla="*/ 64932 h 212976"/>
                <a:gd name="connsiteX5" fmla="*/ 119095 w 157389"/>
                <a:gd name="connsiteY5" fmla="*/ 44950 h 212976"/>
                <a:gd name="connsiteX6" fmla="*/ 113919 w 157389"/>
                <a:gd name="connsiteY6" fmla="*/ 43035 h 212976"/>
                <a:gd name="connsiteX7" fmla="*/ 123056 w 157389"/>
                <a:gd name="connsiteY7" fmla="*/ 27267 h 212976"/>
                <a:gd name="connsiteX8" fmla="*/ 116411 w 157389"/>
                <a:gd name="connsiteY8" fmla="*/ 2369 h 212976"/>
                <a:gd name="connsiteX9" fmla="*/ 102481 w 157389"/>
                <a:gd name="connsiteY9" fmla="*/ 646 h 212976"/>
                <a:gd name="connsiteX10" fmla="*/ 91490 w 157389"/>
                <a:gd name="connsiteY10" fmla="*/ 9072 h 212976"/>
                <a:gd name="connsiteX11" fmla="*/ 47528 w 157389"/>
                <a:gd name="connsiteY11" fmla="*/ 85170 h 212976"/>
                <a:gd name="connsiteX12" fmla="*/ 41521 w 157389"/>
                <a:gd name="connsiteY12" fmla="*/ 71316 h 212976"/>
                <a:gd name="connsiteX13" fmla="*/ 9380 w 157389"/>
                <a:gd name="connsiteY13" fmla="*/ 56378 h 212976"/>
                <a:gd name="connsiteX14" fmla="*/ 945 w 157389"/>
                <a:gd name="connsiteY14" fmla="*/ 75785 h 212976"/>
                <a:gd name="connsiteX15" fmla="*/ 17111 w 157389"/>
                <a:gd name="connsiteY15" fmla="*/ 133113 h 212976"/>
                <a:gd name="connsiteX16" fmla="*/ 13789 w 157389"/>
                <a:gd name="connsiteY16" fmla="*/ 155457 h 212976"/>
                <a:gd name="connsiteX17" fmla="*/ 7846 w 157389"/>
                <a:gd name="connsiteY17" fmla="*/ 165672 h 212976"/>
                <a:gd name="connsiteX18" fmla="*/ 10211 w 157389"/>
                <a:gd name="connsiteY18" fmla="*/ 174418 h 212976"/>
                <a:gd name="connsiteX19" fmla="*/ 13406 w 157389"/>
                <a:gd name="connsiteY19" fmla="*/ 175248 h 212976"/>
                <a:gd name="connsiteX20" fmla="*/ 18965 w 157389"/>
                <a:gd name="connsiteY20" fmla="*/ 172056 h 212976"/>
                <a:gd name="connsiteX21" fmla="*/ 24907 w 157389"/>
                <a:gd name="connsiteY21" fmla="*/ 161841 h 212976"/>
                <a:gd name="connsiteX22" fmla="*/ 29572 w 157389"/>
                <a:gd name="connsiteY22" fmla="*/ 130241 h 212976"/>
                <a:gd name="connsiteX23" fmla="*/ 13150 w 157389"/>
                <a:gd name="connsiteY23" fmla="*/ 72146 h 212976"/>
                <a:gd name="connsiteX24" fmla="*/ 13661 w 157389"/>
                <a:gd name="connsiteY24" fmla="*/ 68444 h 212976"/>
                <a:gd name="connsiteX25" fmla="*/ 29699 w 157389"/>
                <a:gd name="connsiteY25" fmla="*/ 76360 h 212976"/>
                <a:gd name="connsiteX26" fmla="*/ 40882 w 157389"/>
                <a:gd name="connsiteY26" fmla="*/ 101960 h 212976"/>
                <a:gd name="connsiteX27" fmla="*/ 41010 w 157389"/>
                <a:gd name="connsiteY27" fmla="*/ 101896 h 212976"/>
                <a:gd name="connsiteX28" fmla="*/ 43566 w 157389"/>
                <a:gd name="connsiteY28" fmla="*/ 104896 h 212976"/>
                <a:gd name="connsiteX29" fmla="*/ 46761 w 157389"/>
                <a:gd name="connsiteY29" fmla="*/ 105726 h 212976"/>
                <a:gd name="connsiteX30" fmla="*/ 52320 w 157389"/>
                <a:gd name="connsiteY30" fmla="*/ 102534 h 212976"/>
                <a:gd name="connsiteX31" fmla="*/ 102609 w 157389"/>
                <a:gd name="connsiteY31" fmla="*/ 15520 h 212976"/>
                <a:gd name="connsiteX32" fmla="*/ 105804 w 157389"/>
                <a:gd name="connsiteY32" fmla="*/ 13094 h 212976"/>
                <a:gd name="connsiteX33" fmla="*/ 110021 w 157389"/>
                <a:gd name="connsiteY33" fmla="*/ 13541 h 212976"/>
                <a:gd name="connsiteX34" fmla="*/ 112002 w 157389"/>
                <a:gd name="connsiteY34" fmla="*/ 20947 h 212976"/>
                <a:gd name="connsiteX35" fmla="*/ 82416 w 157389"/>
                <a:gd name="connsiteY35" fmla="*/ 72146 h 212976"/>
                <a:gd name="connsiteX36" fmla="*/ 84781 w 157389"/>
                <a:gd name="connsiteY36" fmla="*/ 80892 h 212976"/>
                <a:gd name="connsiteX37" fmla="*/ 93535 w 157389"/>
                <a:gd name="connsiteY37" fmla="*/ 78530 h 212976"/>
                <a:gd name="connsiteX38" fmla="*/ 105357 w 157389"/>
                <a:gd name="connsiteY38" fmla="*/ 58038 h 212976"/>
                <a:gd name="connsiteX39" fmla="*/ 105357 w 157389"/>
                <a:gd name="connsiteY39" fmla="*/ 58038 h 212976"/>
                <a:gd name="connsiteX40" fmla="*/ 108552 w 157389"/>
                <a:gd name="connsiteY40" fmla="*/ 55612 h 212976"/>
                <a:gd name="connsiteX41" fmla="*/ 112769 w 157389"/>
                <a:gd name="connsiteY41" fmla="*/ 56059 h 212976"/>
                <a:gd name="connsiteX42" fmla="*/ 114750 w 157389"/>
                <a:gd name="connsiteY42" fmla="*/ 63464 h 212976"/>
                <a:gd name="connsiteX43" fmla="*/ 99989 w 157389"/>
                <a:gd name="connsiteY43" fmla="*/ 89064 h 212976"/>
                <a:gd name="connsiteX44" fmla="*/ 102353 w 157389"/>
                <a:gd name="connsiteY44" fmla="*/ 97810 h 212976"/>
                <a:gd name="connsiteX45" fmla="*/ 105548 w 157389"/>
                <a:gd name="connsiteY45" fmla="*/ 98640 h 212976"/>
                <a:gd name="connsiteX46" fmla="*/ 111107 w 157389"/>
                <a:gd name="connsiteY46" fmla="*/ 95448 h 212976"/>
                <a:gd name="connsiteX47" fmla="*/ 119989 w 157389"/>
                <a:gd name="connsiteY47" fmla="*/ 80062 h 212976"/>
                <a:gd name="connsiteX48" fmla="*/ 119989 w 157389"/>
                <a:gd name="connsiteY48" fmla="*/ 80062 h 212976"/>
                <a:gd name="connsiteX49" fmla="*/ 123184 w 157389"/>
                <a:gd name="connsiteY49" fmla="*/ 77637 h 212976"/>
                <a:gd name="connsiteX50" fmla="*/ 127402 w 157389"/>
                <a:gd name="connsiteY50" fmla="*/ 78083 h 212976"/>
                <a:gd name="connsiteX51" fmla="*/ 129894 w 157389"/>
                <a:gd name="connsiteY51" fmla="*/ 81339 h 212976"/>
                <a:gd name="connsiteX52" fmla="*/ 129446 w 157389"/>
                <a:gd name="connsiteY52" fmla="*/ 85489 h 212976"/>
                <a:gd name="connsiteX53" fmla="*/ 115900 w 157389"/>
                <a:gd name="connsiteY53" fmla="*/ 108854 h 212976"/>
                <a:gd name="connsiteX54" fmla="*/ 118200 w 157389"/>
                <a:gd name="connsiteY54" fmla="*/ 117600 h 212976"/>
                <a:gd name="connsiteX55" fmla="*/ 121395 w 157389"/>
                <a:gd name="connsiteY55" fmla="*/ 118430 h 212976"/>
                <a:gd name="connsiteX56" fmla="*/ 126954 w 157389"/>
                <a:gd name="connsiteY56" fmla="*/ 115238 h 212976"/>
                <a:gd name="connsiteX57" fmla="*/ 134495 w 157389"/>
                <a:gd name="connsiteY57" fmla="*/ 102215 h 212976"/>
                <a:gd name="connsiteX58" fmla="*/ 134559 w 157389"/>
                <a:gd name="connsiteY58" fmla="*/ 102151 h 212976"/>
                <a:gd name="connsiteX59" fmla="*/ 137753 w 157389"/>
                <a:gd name="connsiteY59" fmla="*/ 99725 h 212976"/>
                <a:gd name="connsiteX60" fmla="*/ 141971 w 157389"/>
                <a:gd name="connsiteY60" fmla="*/ 100172 h 212976"/>
                <a:gd name="connsiteX61" fmla="*/ 143952 w 157389"/>
                <a:gd name="connsiteY61" fmla="*/ 107577 h 212976"/>
                <a:gd name="connsiteX62" fmla="*/ 118009 w 157389"/>
                <a:gd name="connsiteY62" fmla="*/ 152521 h 212976"/>
                <a:gd name="connsiteX63" fmla="*/ 106251 w 157389"/>
                <a:gd name="connsiteY63" fmla="*/ 164331 h 212976"/>
                <a:gd name="connsiteX64" fmla="*/ 86698 w 157389"/>
                <a:gd name="connsiteY64" fmla="*/ 183036 h 212976"/>
                <a:gd name="connsiteX65" fmla="*/ 92257 w 157389"/>
                <a:gd name="connsiteY65" fmla="*/ 186228 h 212976"/>
                <a:gd name="connsiteX66" fmla="*/ 86378 w 157389"/>
                <a:gd name="connsiteY66" fmla="*/ 183611 h 212976"/>
                <a:gd name="connsiteX67" fmla="*/ 74941 w 157389"/>
                <a:gd name="connsiteY67" fmla="*/ 203401 h 212976"/>
                <a:gd name="connsiteX68" fmla="*/ 77305 w 157389"/>
                <a:gd name="connsiteY68" fmla="*/ 212147 h 212976"/>
                <a:gd name="connsiteX69" fmla="*/ 80500 w 157389"/>
                <a:gd name="connsiteY69" fmla="*/ 212977 h 212976"/>
                <a:gd name="connsiteX70" fmla="*/ 86059 w 157389"/>
                <a:gd name="connsiteY70" fmla="*/ 209785 h 212976"/>
                <a:gd name="connsiteX71" fmla="*/ 97816 w 157389"/>
                <a:gd name="connsiteY71" fmla="*/ 189420 h 212976"/>
                <a:gd name="connsiteX72" fmla="*/ 112386 w 157389"/>
                <a:gd name="connsiteY72" fmla="*/ 175503 h 212976"/>
                <a:gd name="connsiteX73" fmla="*/ 129127 w 157389"/>
                <a:gd name="connsiteY73" fmla="*/ 158841 h 212976"/>
                <a:gd name="connsiteX74" fmla="*/ 155070 w 157389"/>
                <a:gd name="connsiteY74" fmla="*/ 113961 h 212976"/>
                <a:gd name="connsiteX75" fmla="*/ 148233 w 157389"/>
                <a:gd name="connsiteY75" fmla="*/ 89128 h 212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57389" h="212976">
                  <a:moveTo>
                    <a:pt x="148233" y="89128"/>
                  </a:moveTo>
                  <a:cubicBezTo>
                    <a:pt x="146380" y="88042"/>
                    <a:pt x="144335" y="87404"/>
                    <a:pt x="142162" y="87021"/>
                  </a:cubicBezTo>
                  <a:cubicBezTo>
                    <a:pt x="142866" y="83957"/>
                    <a:pt x="142866" y="80765"/>
                    <a:pt x="141971" y="77637"/>
                  </a:cubicBezTo>
                  <a:cubicBezTo>
                    <a:pt x="140629" y="73168"/>
                    <a:pt x="137562" y="69273"/>
                    <a:pt x="133664" y="67039"/>
                  </a:cubicBezTo>
                  <a:cubicBezTo>
                    <a:pt x="131811" y="65954"/>
                    <a:pt x="129766" y="65315"/>
                    <a:pt x="127594" y="64932"/>
                  </a:cubicBezTo>
                  <a:cubicBezTo>
                    <a:pt x="129382" y="57335"/>
                    <a:pt x="126187" y="49100"/>
                    <a:pt x="119095" y="44950"/>
                  </a:cubicBezTo>
                  <a:cubicBezTo>
                    <a:pt x="117497" y="43993"/>
                    <a:pt x="115709" y="43418"/>
                    <a:pt x="113919" y="43035"/>
                  </a:cubicBezTo>
                  <a:lnTo>
                    <a:pt x="123056" y="27267"/>
                  </a:lnTo>
                  <a:cubicBezTo>
                    <a:pt x="128105" y="18585"/>
                    <a:pt x="125102" y="7413"/>
                    <a:pt x="116411" y="2369"/>
                  </a:cubicBezTo>
                  <a:cubicBezTo>
                    <a:pt x="112258" y="7"/>
                    <a:pt x="107209" y="-631"/>
                    <a:pt x="102481" y="646"/>
                  </a:cubicBezTo>
                  <a:cubicBezTo>
                    <a:pt x="97816" y="1922"/>
                    <a:pt x="93919" y="4923"/>
                    <a:pt x="91490" y="9072"/>
                  </a:cubicBezTo>
                  <a:lnTo>
                    <a:pt x="47528" y="85170"/>
                  </a:lnTo>
                  <a:cubicBezTo>
                    <a:pt x="45355" y="80254"/>
                    <a:pt x="43055" y="74891"/>
                    <a:pt x="41521" y="71316"/>
                  </a:cubicBezTo>
                  <a:cubicBezTo>
                    <a:pt x="35961" y="58357"/>
                    <a:pt x="19732" y="52611"/>
                    <a:pt x="9380" y="56378"/>
                  </a:cubicBezTo>
                  <a:cubicBezTo>
                    <a:pt x="3437" y="58548"/>
                    <a:pt x="-2314" y="64869"/>
                    <a:pt x="945" y="75785"/>
                  </a:cubicBezTo>
                  <a:cubicBezTo>
                    <a:pt x="6568" y="94363"/>
                    <a:pt x="15003" y="124048"/>
                    <a:pt x="17111" y="133113"/>
                  </a:cubicBezTo>
                  <a:cubicBezTo>
                    <a:pt x="19093" y="141540"/>
                    <a:pt x="19284" y="145881"/>
                    <a:pt x="13789" y="155457"/>
                  </a:cubicBezTo>
                  <a:lnTo>
                    <a:pt x="7846" y="165672"/>
                  </a:lnTo>
                  <a:cubicBezTo>
                    <a:pt x="6057" y="168736"/>
                    <a:pt x="7143" y="172630"/>
                    <a:pt x="10211" y="174418"/>
                  </a:cubicBezTo>
                  <a:cubicBezTo>
                    <a:pt x="11232" y="174992"/>
                    <a:pt x="12319" y="175248"/>
                    <a:pt x="13406" y="175248"/>
                  </a:cubicBezTo>
                  <a:cubicBezTo>
                    <a:pt x="15642" y="175248"/>
                    <a:pt x="17750" y="174098"/>
                    <a:pt x="18965" y="172056"/>
                  </a:cubicBezTo>
                  <a:lnTo>
                    <a:pt x="24907" y="161841"/>
                  </a:lnTo>
                  <a:cubicBezTo>
                    <a:pt x="32192" y="149201"/>
                    <a:pt x="32256" y="141604"/>
                    <a:pt x="29572" y="130241"/>
                  </a:cubicBezTo>
                  <a:cubicBezTo>
                    <a:pt x="27207" y="120026"/>
                    <a:pt x="18262" y="89000"/>
                    <a:pt x="13150" y="72146"/>
                  </a:cubicBezTo>
                  <a:cubicBezTo>
                    <a:pt x="12191" y="69018"/>
                    <a:pt x="13022" y="68699"/>
                    <a:pt x="13661" y="68444"/>
                  </a:cubicBezTo>
                  <a:cubicBezTo>
                    <a:pt x="17814" y="66975"/>
                    <a:pt x="27016" y="70040"/>
                    <a:pt x="29699" y="76360"/>
                  </a:cubicBezTo>
                  <a:cubicBezTo>
                    <a:pt x="33150" y="84467"/>
                    <a:pt x="40882" y="101960"/>
                    <a:pt x="40882" y="101960"/>
                  </a:cubicBezTo>
                  <a:lnTo>
                    <a:pt x="41010" y="101896"/>
                  </a:lnTo>
                  <a:cubicBezTo>
                    <a:pt x="41521" y="103109"/>
                    <a:pt x="42351" y="104194"/>
                    <a:pt x="43566" y="104896"/>
                  </a:cubicBezTo>
                  <a:cubicBezTo>
                    <a:pt x="44588" y="105471"/>
                    <a:pt x="45674" y="105726"/>
                    <a:pt x="46761" y="105726"/>
                  </a:cubicBezTo>
                  <a:cubicBezTo>
                    <a:pt x="48997" y="105726"/>
                    <a:pt x="51106" y="104577"/>
                    <a:pt x="52320" y="102534"/>
                  </a:cubicBezTo>
                  <a:lnTo>
                    <a:pt x="102609" y="15520"/>
                  </a:lnTo>
                  <a:cubicBezTo>
                    <a:pt x="103504" y="13988"/>
                    <a:pt x="104845" y="13350"/>
                    <a:pt x="105804" y="13094"/>
                  </a:cubicBezTo>
                  <a:cubicBezTo>
                    <a:pt x="107273" y="12711"/>
                    <a:pt x="108871" y="12903"/>
                    <a:pt x="110021" y="13541"/>
                  </a:cubicBezTo>
                  <a:cubicBezTo>
                    <a:pt x="112258" y="14818"/>
                    <a:pt x="113599" y="18202"/>
                    <a:pt x="112002" y="20947"/>
                  </a:cubicBezTo>
                  <a:lnTo>
                    <a:pt x="82416" y="72146"/>
                  </a:lnTo>
                  <a:cubicBezTo>
                    <a:pt x="80627" y="75211"/>
                    <a:pt x="81714" y="79105"/>
                    <a:pt x="84781" y="80892"/>
                  </a:cubicBezTo>
                  <a:cubicBezTo>
                    <a:pt x="87848" y="82616"/>
                    <a:pt x="91746" y="81595"/>
                    <a:pt x="93535" y="78530"/>
                  </a:cubicBezTo>
                  <a:lnTo>
                    <a:pt x="105357" y="58038"/>
                  </a:lnTo>
                  <a:cubicBezTo>
                    <a:pt x="105357" y="58038"/>
                    <a:pt x="105357" y="58038"/>
                    <a:pt x="105357" y="58038"/>
                  </a:cubicBezTo>
                  <a:cubicBezTo>
                    <a:pt x="106251" y="56505"/>
                    <a:pt x="107593" y="55867"/>
                    <a:pt x="108552" y="55612"/>
                  </a:cubicBezTo>
                  <a:cubicBezTo>
                    <a:pt x="110021" y="55229"/>
                    <a:pt x="111619" y="55420"/>
                    <a:pt x="112769" y="56059"/>
                  </a:cubicBezTo>
                  <a:cubicBezTo>
                    <a:pt x="115005" y="57335"/>
                    <a:pt x="116347" y="60719"/>
                    <a:pt x="114750" y="63464"/>
                  </a:cubicBezTo>
                  <a:lnTo>
                    <a:pt x="99989" y="89064"/>
                  </a:lnTo>
                  <a:cubicBezTo>
                    <a:pt x="98199" y="92128"/>
                    <a:pt x="99286" y="96022"/>
                    <a:pt x="102353" y="97810"/>
                  </a:cubicBezTo>
                  <a:cubicBezTo>
                    <a:pt x="103376" y="98385"/>
                    <a:pt x="104462" y="98640"/>
                    <a:pt x="105548" y="98640"/>
                  </a:cubicBezTo>
                  <a:cubicBezTo>
                    <a:pt x="107784" y="98640"/>
                    <a:pt x="109893" y="97491"/>
                    <a:pt x="111107" y="95448"/>
                  </a:cubicBezTo>
                  <a:lnTo>
                    <a:pt x="119989" y="80062"/>
                  </a:lnTo>
                  <a:cubicBezTo>
                    <a:pt x="119989" y="80062"/>
                    <a:pt x="119989" y="80062"/>
                    <a:pt x="119989" y="80062"/>
                  </a:cubicBezTo>
                  <a:cubicBezTo>
                    <a:pt x="120884" y="78530"/>
                    <a:pt x="122226" y="77892"/>
                    <a:pt x="123184" y="77637"/>
                  </a:cubicBezTo>
                  <a:cubicBezTo>
                    <a:pt x="124654" y="77253"/>
                    <a:pt x="126187" y="77445"/>
                    <a:pt x="127402" y="78083"/>
                  </a:cubicBezTo>
                  <a:cubicBezTo>
                    <a:pt x="128552" y="78722"/>
                    <a:pt x="129446" y="79935"/>
                    <a:pt x="129894" y="81339"/>
                  </a:cubicBezTo>
                  <a:cubicBezTo>
                    <a:pt x="130213" y="82361"/>
                    <a:pt x="130341" y="83893"/>
                    <a:pt x="129446" y="85489"/>
                  </a:cubicBezTo>
                  <a:lnTo>
                    <a:pt x="115900" y="108854"/>
                  </a:lnTo>
                  <a:cubicBezTo>
                    <a:pt x="114111" y="111919"/>
                    <a:pt x="115197" y="115813"/>
                    <a:pt x="118200" y="117600"/>
                  </a:cubicBezTo>
                  <a:cubicBezTo>
                    <a:pt x="119223" y="118175"/>
                    <a:pt x="120309" y="118430"/>
                    <a:pt x="121395" y="118430"/>
                  </a:cubicBezTo>
                  <a:cubicBezTo>
                    <a:pt x="123568" y="118430"/>
                    <a:pt x="125740" y="117281"/>
                    <a:pt x="126954" y="115238"/>
                  </a:cubicBezTo>
                  <a:lnTo>
                    <a:pt x="134495" y="102215"/>
                  </a:lnTo>
                  <a:cubicBezTo>
                    <a:pt x="134495" y="102151"/>
                    <a:pt x="134559" y="102151"/>
                    <a:pt x="134559" y="102151"/>
                  </a:cubicBezTo>
                  <a:cubicBezTo>
                    <a:pt x="135453" y="100619"/>
                    <a:pt x="136795" y="99981"/>
                    <a:pt x="137753" y="99725"/>
                  </a:cubicBezTo>
                  <a:cubicBezTo>
                    <a:pt x="139223" y="99342"/>
                    <a:pt x="140757" y="99534"/>
                    <a:pt x="141971" y="100172"/>
                  </a:cubicBezTo>
                  <a:cubicBezTo>
                    <a:pt x="144207" y="101449"/>
                    <a:pt x="145549" y="104832"/>
                    <a:pt x="143952" y="107577"/>
                  </a:cubicBezTo>
                  <a:lnTo>
                    <a:pt x="118009" y="152521"/>
                  </a:lnTo>
                  <a:cubicBezTo>
                    <a:pt x="115069" y="157628"/>
                    <a:pt x="110979" y="161714"/>
                    <a:pt x="106251" y="164331"/>
                  </a:cubicBezTo>
                  <a:cubicBezTo>
                    <a:pt x="94047" y="170970"/>
                    <a:pt x="91873" y="174162"/>
                    <a:pt x="86698" y="183036"/>
                  </a:cubicBezTo>
                  <a:lnTo>
                    <a:pt x="92257" y="186228"/>
                  </a:lnTo>
                  <a:lnTo>
                    <a:pt x="86378" y="183611"/>
                  </a:lnTo>
                  <a:lnTo>
                    <a:pt x="74941" y="203401"/>
                  </a:lnTo>
                  <a:cubicBezTo>
                    <a:pt x="73151" y="206465"/>
                    <a:pt x="74237" y="210359"/>
                    <a:pt x="77305" y="212147"/>
                  </a:cubicBezTo>
                  <a:cubicBezTo>
                    <a:pt x="78327" y="212721"/>
                    <a:pt x="79413" y="212977"/>
                    <a:pt x="80500" y="212977"/>
                  </a:cubicBezTo>
                  <a:cubicBezTo>
                    <a:pt x="82736" y="212977"/>
                    <a:pt x="84845" y="211828"/>
                    <a:pt x="86059" y="209785"/>
                  </a:cubicBezTo>
                  <a:lnTo>
                    <a:pt x="97816" y="189420"/>
                  </a:lnTo>
                  <a:cubicBezTo>
                    <a:pt x="102098" y="181951"/>
                    <a:pt x="102801" y="180802"/>
                    <a:pt x="112386" y="175503"/>
                  </a:cubicBezTo>
                  <a:cubicBezTo>
                    <a:pt x="119159" y="171800"/>
                    <a:pt x="124910" y="166055"/>
                    <a:pt x="129127" y="158841"/>
                  </a:cubicBezTo>
                  <a:lnTo>
                    <a:pt x="155070" y="113961"/>
                  </a:lnTo>
                  <a:cubicBezTo>
                    <a:pt x="159926" y="105279"/>
                    <a:pt x="156923" y="94107"/>
                    <a:pt x="148233" y="89128"/>
                  </a:cubicBezTo>
                  <a:close/>
                </a:path>
              </a:pathLst>
            </a:custGeom>
            <a:solidFill>
              <a:srgbClr val="00A3E0"/>
            </a:solidFill>
            <a:ln w="6390" cap="flat">
              <a:noFill/>
              <a:prstDash val="solid"/>
              <a:miter/>
            </a:ln>
          </p:spPr>
          <p:txBody>
            <a:bodyPr rtlCol="0" anchor="ctr"/>
            <a:lstStyle/>
            <a:p>
              <a:endParaRPr lang="en-US"/>
            </a:p>
          </p:txBody>
        </p:sp>
        <p:sp>
          <p:nvSpPr>
            <p:cNvPr id="916" name="Freeform 915">
              <a:extLst>
                <a:ext uri="{FF2B5EF4-FFF2-40B4-BE49-F238E27FC236}">
                  <a16:creationId xmlns:a16="http://schemas.microsoft.com/office/drawing/2014/main" id="{533E973A-D31C-1247-969C-5BEAED33A33D}"/>
                </a:ext>
              </a:extLst>
            </p:cNvPr>
            <p:cNvSpPr/>
            <p:nvPr/>
          </p:nvSpPr>
          <p:spPr>
            <a:xfrm>
              <a:off x="6935783" y="1955265"/>
              <a:ext cx="95630" cy="79727"/>
            </a:xfrm>
            <a:custGeom>
              <a:avLst/>
              <a:gdLst>
                <a:gd name="connsiteX0" fmla="*/ 7011 w 95630"/>
                <a:gd name="connsiteY0" fmla="*/ 57639 h 79727"/>
                <a:gd name="connsiteX1" fmla="*/ 12826 w 95630"/>
                <a:gd name="connsiteY1" fmla="*/ 50744 h 79727"/>
                <a:gd name="connsiteX2" fmla="*/ 17426 w 95630"/>
                <a:gd name="connsiteY2" fmla="*/ 30316 h 79727"/>
                <a:gd name="connsiteX3" fmla="*/ 65287 w 95630"/>
                <a:gd name="connsiteY3" fmla="*/ 17484 h 79727"/>
                <a:gd name="connsiteX4" fmla="*/ 78131 w 95630"/>
                <a:gd name="connsiteY4" fmla="*/ 65300 h 79727"/>
                <a:gd name="connsiteX5" fmla="*/ 75319 w 95630"/>
                <a:gd name="connsiteY5" fmla="*/ 69450 h 79727"/>
                <a:gd name="connsiteX6" fmla="*/ 76405 w 95630"/>
                <a:gd name="connsiteY6" fmla="*/ 78387 h 79727"/>
                <a:gd name="connsiteX7" fmla="*/ 80367 w 95630"/>
                <a:gd name="connsiteY7" fmla="*/ 79728 h 79727"/>
                <a:gd name="connsiteX8" fmla="*/ 85415 w 95630"/>
                <a:gd name="connsiteY8" fmla="*/ 77302 h 79727"/>
                <a:gd name="connsiteX9" fmla="*/ 89249 w 95630"/>
                <a:gd name="connsiteY9" fmla="*/ 71620 h 79727"/>
                <a:gd name="connsiteX10" fmla="*/ 71741 w 95630"/>
                <a:gd name="connsiteY10" fmla="*/ 6376 h 79727"/>
                <a:gd name="connsiteX11" fmla="*/ 6436 w 95630"/>
                <a:gd name="connsiteY11" fmla="*/ 23868 h 79727"/>
                <a:gd name="connsiteX12" fmla="*/ 173 w 95630"/>
                <a:gd name="connsiteY12" fmla="*/ 51766 h 79727"/>
                <a:gd name="connsiteX13" fmla="*/ 7011 w 95630"/>
                <a:gd name="connsiteY13" fmla="*/ 57639 h 79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5630" h="79727">
                  <a:moveTo>
                    <a:pt x="7011" y="57639"/>
                  </a:moveTo>
                  <a:cubicBezTo>
                    <a:pt x="10525" y="57320"/>
                    <a:pt x="13145" y="54256"/>
                    <a:pt x="12826" y="50744"/>
                  </a:cubicBezTo>
                  <a:cubicBezTo>
                    <a:pt x="12186" y="43594"/>
                    <a:pt x="13784" y="36508"/>
                    <a:pt x="17426" y="30316"/>
                  </a:cubicBezTo>
                  <a:cubicBezTo>
                    <a:pt x="27075" y="13590"/>
                    <a:pt x="48545" y="7844"/>
                    <a:pt x="65287" y="17484"/>
                  </a:cubicBezTo>
                  <a:cubicBezTo>
                    <a:pt x="82028" y="27124"/>
                    <a:pt x="87780" y="48574"/>
                    <a:pt x="78131" y="65300"/>
                  </a:cubicBezTo>
                  <a:cubicBezTo>
                    <a:pt x="77300" y="66768"/>
                    <a:pt x="76341" y="68173"/>
                    <a:pt x="75319" y="69450"/>
                  </a:cubicBezTo>
                  <a:cubicBezTo>
                    <a:pt x="73146" y="72195"/>
                    <a:pt x="73593" y="76217"/>
                    <a:pt x="76405" y="78387"/>
                  </a:cubicBezTo>
                  <a:cubicBezTo>
                    <a:pt x="77556" y="79281"/>
                    <a:pt x="78961" y="79728"/>
                    <a:pt x="80367" y="79728"/>
                  </a:cubicBezTo>
                  <a:cubicBezTo>
                    <a:pt x="82284" y="79728"/>
                    <a:pt x="84137" y="78898"/>
                    <a:pt x="85415" y="77302"/>
                  </a:cubicBezTo>
                  <a:cubicBezTo>
                    <a:pt x="86821" y="75514"/>
                    <a:pt x="88099" y="73599"/>
                    <a:pt x="89249" y="71620"/>
                  </a:cubicBezTo>
                  <a:cubicBezTo>
                    <a:pt x="102412" y="48829"/>
                    <a:pt x="94552" y="19527"/>
                    <a:pt x="71741" y="6376"/>
                  </a:cubicBezTo>
                  <a:cubicBezTo>
                    <a:pt x="48928" y="-6775"/>
                    <a:pt x="19599" y="1077"/>
                    <a:pt x="6436" y="23868"/>
                  </a:cubicBezTo>
                  <a:cubicBezTo>
                    <a:pt x="1515" y="32359"/>
                    <a:pt x="-658" y="42062"/>
                    <a:pt x="173" y="51766"/>
                  </a:cubicBezTo>
                  <a:cubicBezTo>
                    <a:pt x="365" y="55341"/>
                    <a:pt x="3368" y="57958"/>
                    <a:pt x="7011" y="57639"/>
                  </a:cubicBezTo>
                  <a:close/>
                </a:path>
              </a:pathLst>
            </a:custGeom>
            <a:solidFill>
              <a:srgbClr val="00A3E0"/>
            </a:solidFill>
            <a:ln w="6390" cap="flat">
              <a:noFill/>
              <a:prstDash val="solid"/>
              <a:miter/>
            </a:ln>
          </p:spPr>
          <p:txBody>
            <a:bodyPr rtlCol="0" anchor="ctr"/>
            <a:lstStyle/>
            <a:p>
              <a:endParaRPr lang="en-US"/>
            </a:p>
          </p:txBody>
        </p:sp>
      </p:grpSp>
      <p:grpSp>
        <p:nvGrpSpPr>
          <p:cNvPr id="917" name="Graphic 4">
            <a:extLst>
              <a:ext uri="{FF2B5EF4-FFF2-40B4-BE49-F238E27FC236}">
                <a16:creationId xmlns:a16="http://schemas.microsoft.com/office/drawing/2014/main" id="{C3BCD8DD-FF09-954C-B0BF-47A979A2239F}"/>
              </a:ext>
            </a:extLst>
          </p:cNvPr>
          <p:cNvGrpSpPr/>
          <p:nvPr/>
        </p:nvGrpSpPr>
        <p:grpSpPr>
          <a:xfrm>
            <a:off x="5099233" y="2855462"/>
            <a:ext cx="362309" cy="361971"/>
            <a:chOff x="5099233" y="2855462"/>
            <a:chExt cx="362309" cy="361971"/>
          </a:xfrm>
          <a:solidFill>
            <a:srgbClr val="00A3E0"/>
          </a:solidFill>
        </p:grpSpPr>
        <p:sp>
          <p:nvSpPr>
            <p:cNvPr id="918" name="Freeform 917">
              <a:extLst>
                <a:ext uri="{FF2B5EF4-FFF2-40B4-BE49-F238E27FC236}">
                  <a16:creationId xmlns:a16="http://schemas.microsoft.com/office/drawing/2014/main" id="{9CE43256-7A07-7C4F-8E05-EF6853E9E59A}"/>
                </a:ext>
              </a:extLst>
            </p:cNvPr>
            <p:cNvSpPr/>
            <p:nvPr/>
          </p:nvSpPr>
          <p:spPr>
            <a:xfrm>
              <a:off x="5275148" y="2927154"/>
              <a:ext cx="74251" cy="74181"/>
            </a:xfrm>
            <a:custGeom>
              <a:avLst/>
              <a:gdLst>
                <a:gd name="connsiteX0" fmla="*/ 37126 w 74251"/>
                <a:gd name="connsiteY0" fmla="*/ 0 h 74181"/>
                <a:gd name="connsiteX1" fmla="*/ 0 w 74251"/>
                <a:gd name="connsiteY1" fmla="*/ 37091 h 74181"/>
                <a:gd name="connsiteX2" fmla="*/ 37126 w 74251"/>
                <a:gd name="connsiteY2" fmla="*/ 74182 h 74181"/>
                <a:gd name="connsiteX3" fmla="*/ 74251 w 74251"/>
                <a:gd name="connsiteY3" fmla="*/ 37091 h 74181"/>
                <a:gd name="connsiteX4" fmla="*/ 37126 w 74251"/>
                <a:gd name="connsiteY4" fmla="*/ 0 h 74181"/>
                <a:gd name="connsiteX5" fmla="*/ 43515 w 74251"/>
                <a:gd name="connsiteY5" fmla="*/ 37155 h 74181"/>
                <a:gd name="connsiteX6" fmla="*/ 37126 w 74251"/>
                <a:gd name="connsiteY6" fmla="*/ 43539 h 74181"/>
                <a:gd name="connsiteX7" fmla="*/ 22621 w 74251"/>
                <a:gd name="connsiteY7" fmla="*/ 43539 h 74181"/>
                <a:gd name="connsiteX8" fmla="*/ 16231 w 74251"/>
                <a:gd name="connsiteY8" fmla="*/ 37155 h 74181"/>
                <a:gd name="connsiteX9" fmla="*/ 22621 w 74251"/>
                <a:gd name="connsiteY9" fmla="*/ 30771 h 74181"/>
                <a:gd name="connsiteX10" fmla="*/ 30736 w 74251"/>
                <a:gd name="connsiteY10" fmla="*/ 30771 h 74181"/>
                <a:gd name="connsiteX11" fmla="*/ 30736 w 74251"/>
                <a:gd name="connsiteY11" fmla="*/ 15385 h 74181"/>
                <a:gd name="connsiteX12" fmla="*/ 37126 w 74251"/>
                <a:gd name="connsiteY12" fmla="*/ 9001 h 74181"/>
                <a:gd name="connsiteX13" fmla="*/ 43515 w 74251"/>
                <a:gd name="connsiteY13" fmla="*/ 15385 h 74181"/>
                <a:gd name="connsiteX14" fmla="*/ 43515 w 74251"/>
                <a:gd name="connsiteY14" fmla="*/ 37155 h 74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251" h="74181">
                  <a:moveTo>
                    <a:pt x="37126" y="0"/>
                  </a:moveTo>
                  <a:cubicBezTo>
                    <a:pt x="16614" y="0"/>
                    <a:pt x="0" y="16662"/>
                    <a:pt x="0" y="37091"/>
                  </a:cubicBezTo>
                  <a:cubicBezTo>
                    <a:pt x="0" y="57520"/>
                    <a:pt x="16678" y="74182"/>
                    <a:pt x="37126" y="74182"/>
                  </a:cubicBezTo>
                  <a:cubicBezTo>
                    <a:pt x="57573" y="74182"/>
                    <a:pt x="74251" y="57520"/>
                    <a:pt x="74251" y="37091"/>
                  </a:cubicBezTo>
                  <a:cubicBezTo>
                    <a:pt x="74251" y="16662"/>
                    <a:pt x="57573" y="0"/>
                    <a:pt x="37126" y="0"/>
                  </a:cubicBezTo>
                  <a:close/>
                  <a:moveTo>
                    <a:pt x="43515" y="37155"/>
                  </a:moveTo>
                  <a:cubicBezTo>
                    <a:pt x="43515" y="40666"/>
                    <a:pt x="40640" y="43539"/>
                    <a:pt x="37126" y="43539"/>
                  </a:cubicBezTo>
                  <a:lnTo>
                    <a:pt x="22621" y="43539"/>
                  </a:lnTo>
                  <a:cubicBezTo>
                    <a:pt x="19106" y="43539"/>
                    <a:pt x="16231" y="40666"/>
                    <a:pt x="16231" y="37155"/>
                  </a:cubicBezTo>
                  <a:cubicBezTo>
                    <a:pt x="16231" y="33644"/>
                    <a:pt x="19106" y="30771"/>
                    <a:pt x="22621" y="30771"/>
                  </a:cubicBezTo>
                  <a:lnTo>
                    <a:pt x="30736" y="30771"/>
                  </a:lnTo>
                  <a:lnTo>
                    <a:pt x="30736" y="15385"/>
                  </a:lnTo>
                  <a:cubicBezTo>
                    <a:pt x="30736" y="11874"/>
                    <a:pt x="33611" y="9001"/>
                    <a:pt x="37126" y="9001"/>
                  </a:cubicBezTo>
                  <a:cubicBezTo>
                    <a:pt x="40640" y="9001"/>
                    <a:pt x="43515" y="11874"/>
                    <a:pt x="43515" y="15385"/>
                  </a:cubicBezTo>
                  <a:lnTo>
                    <a:pt x="43515" y="37155"/>
                  </a:lnTo>
                  <a:close/>
                </a:path>
              </a:pathLst>
            </a:custGeom>
            <a:solidFill>
              <a:srgbClr val="00A3E0"/>
            </a:solidFill>
            <a:ln w="6390" cap="flat">
              <a:noFill/>
              <a:prstDash val="solid"/>
              <a:miter/>
            </a:ln>
          </p:spPr>
          <p:txBody>
            <a:bodyPr rtlCol="0" anchor="ctr"/>
            <a:lstStyle/>
            <a:p>
              <a:endParaRPr lang="en-US"/>
            </a:p>
          </p:txBody>
        </p:sp>
        <p:sp>
          <p:nvSpPr>
            <p:cNvPr id="919" name="Freeform 918">
              <a:extLst>
                <a:ext uri="{FF2B5EF4-FFF2-40B4-BE49-F238E27FC236}">
                  <a16:creationId xmlns:a16="http://schemas.microsoft.com/office/drawing/2014/main" id="{1CF2EB34-1A56-8643-ADFE-E3E6769EAE3F}"/>
                </a:ext>
              </a:extLst>
            </p:cNvPr>
            <p:cNvSpPr/>
            <p:nvPr/>
          </p:nvSpPr>
          <p:spPr>
            <a:xfrm>
              <a:off x="5099233" y="2855462"/>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216938 w 362309"/>
                <a:gd name="connsiteY5" fmla="*/ 237867 h 361971"/>
                <a:gd name="connsiteX6" fmla="*/ 211443 w 362309"/>
                <a:gd name="connsiteY6" fmla="*/ 258360 h 361971"/>
                <a:gd name="connsiteX7" fmla="*/ 206523 w 362309"/>
                <a:gd name="connsiteY7" fmla="*/ 275660 h 361971"/>
                <a:gd name="connsiteX8" fmla="*/ 206523 w 362309"/>
                <a:gd name="connsiteY8" fmla="*/ 296600 h 361971"/>
                <a:gd name="connsiteX9" fmla="*/ 200133 w 362309"/>
                <a:gd name="connsiteY9" fmla="*/ 302984 h 361971"/>
                <a:gd name="connsiteX10" fmla="*/ 193743 w 362309"/>
                <a:gd name="connsiteY10" fmla="*/ 296600 h 361971"/>
                <a:gd name="connsiteX11" fmla="*/ 193743 w 362309"/>
                <a:gd name="connsiteY11" fmla="*/ 275660 h 361971"/>
                <a:gd name="connsiteX12" fmla="*/ 200516 w 362309"/>
                <a:gd name="connsiteY12" fmla="*/ 251784 h 361971"/>
                <a:gd name="connsiteX13" fmla="*/ 204222 w 362309"/>
                <a:gd name="connsiteY13" fmla="*/ 237867 h 361971"/>
                <a:gd name="connsiteX14" fmla="*/ 204222 w 362309"/>
                <a:gd name="connsiteY14" fmla="*/ 191902 h 361971"/>
                <a:gd name="connsiteX15" fmla="*/ 200133 w 362309"/>
                <a:gd name="connsiteY15" fmla="*/ 187817 h 361971"/>
                <a:gd name="connsiteX16" fmla="*/ 197193 w 362309"/>
                <a:gd name="connsiteY16" fmla="*/ 189094 h 361971"/>
                <a:gd name="connsiteX17" fmla="*/ 196043 w 362309"/>
                <a:gd name="connsiteY17" fmla="*/ 191902 h 361971"/>
                <a:gd name="connsiteX18" fmla="*/ 196043 w 362309"/>
                <a:gd name="connsiteY18" fmla="*/ 205373 h 361971"/>
                <a:gd name="connsiteX19" fmla="*/ 189653 w 362309"/>
                <a:gd name="connsiteY19" fmla="*/ 211757 h 361971"/>
                <a:gd name="connsiteX20" fmla="*/ 183263 w 362309"/>
                <a:gd name="connsiteY20" fmla="*/ 205373 h 361971"/>
                <a:gd name="connsiteX21" fmla="*/ 183263 w 362309"/>
                <a:gd name="connsiteY21" fmla="*/ 181497 h 361971"/>
                <a:gd name="connsiteX22" fmla="*/ 179174 w 362309"/>
                <a:gd name="connsiteY22" fmla="*/ 177411 h 361971"/>
                <a:gd name="connsiteX23" fmla="*/ 176235 w 362309"/>
                <a:gd name="connsiteY23" fmla="*/ 178688 h 361971"/>
                <a:gd name="connsiteX24" fmla="*/ 175084 w 362309"/>
                <a:gd name="connsiteY24" fmla="*/ 181497 h 361971"/>
                <a:gd name="connsiteX25" fmla="*/ 175084 w 362309"/>
                <a:gd name="connsiteY25" fmla="*/ 197201 h 361971"/>
                <a:gd name="connsiteX26" fmla="*/ 168694 w 362309"/>
                <a:gd name="connsiteY26" fmla="*/ 203585 h 361971"/>
                <a:gd name="connsiteX27" fmla="*/ 162304 w 362309"/>
                <a:gd name="connsiteY27" fmla="*/ 197201 h 361971"/>
                <a:gd name="connsiteX28" fmla="*/ 162304 w 362309"/>
                <a:gd name="connsiteY28" fmla="*/ 171027 h 361971"/>
                <a:gd name="connsiteX29" fmla="*/ 158215 w 362309"/>
                <a:gd name="connsiteY29" fmla="*/ 166941 h 361971"/>
                <a:gd name="connsiteX30" fmla="*/ 155275 w 362309"/>
                <a:gd name="connsiteY30" fmla="*/ 168218 h 361971"/>
                <a:gd name="connsiteX31" fmla="*/ 154125 w 362309"/>
                <a:gd name="connsiteY31" fmla="*/ 170963 h 361971"/>
                <a:gd name="connsiteX32" fmla="*/ 154125 w 362309"/>
                <a:gd name="connsiteY32" fmla="*/ 191902 h 361971"/>
                <a:gd name="connsiteX33" fmla="*/ 147735 w 362309"/>
                <a:gd name="connsiteY33" fmla="*/ 198286 h 361971"/>
                <a:gd name="connsiteX34" fmla="*/ 141345 w 362309"/>
                <a:gd name="connsiteY34" fmla="*/ 191902 h 361971"/>
                <a:gd name="connsiteX35" fmla="*/ 141345 w 362309"/>
                <a:gd name="connsiteY35" fmla="*/ 170963 h 361971"/>
                <a:gd name="connsiteX36" fmla="*/ 141345 w 362309"/>
                <a:gd name="connsiteY36" fmla="*/ 170963 h 361971"/>
                <a:gd name="connsiteX37" fmla="*/ 141345 w 362309"/>
                <a:gd name="connsiteY37" fmla="*/ 139554 h 361971"/>
                <a:gd name="connsiteX38" fmla="*/ 137256 w 362309"/>
                <a:gd name="connsiteY38" fmla="*/ 135468 h 361971"/>
                <a:gd name="connsiteX39" fmla="*/ 134317 w 362309"/>
                <a:gd name="connsiteY39" fmla="*/ 136745 h 361971"/>
                <a:gd name="connsiteX40" fmla="*/ 133166 w 362309"/>
                <a:gd name="connsiteY40" fmla="*/ 139554 h 361971"/>
                <a:gd name="connsiteX41" fmla="*/ 133166 w 362309"/>
                <a:gd name="connsiteY41" fmla="*/ 212842 h 361971"/>
                <a:gd name="connsiteX42" fmla="*/ 126776 w 362309"/>
                <a:gd name="connsiteY42" fmla="*/ 219226 h 361971"/>
                <a:gd name="connsiteX43" fmla="*/ 120386 w 362309"/>
                <a:gd name="connsiteY43" fmla="*/ 212842 h 361971"/>
                <a:gd name="connsiteX44" fmla="*/ 120386 w 362309"/>
                <a:gd name="connsiteY44" fmla="*/ 202372 h 361971"/>
                <a:gd name="connsiteX45" fmla="*/ 113996 w 362309"/>
                <a:gd name="connsiteY45" fmla="*/ 189477 h 361971"/>
                <a:gd name="connsiteX46" fmla="*/ 112782 w 362309"/>
                <a:gd name="connsiteY46" fmla="*/ 189540 h 361971"/>
                <a:gd name="connsiteX47" fmla="*/ 112271 w 362309"/>
                <a:gd name="connsiteY47" fmla="*/ 190498 h 361971"/>
                <a:gd name="connsiteX48" fmla="*/ 112271 w 362309"/>
                <a:gd name="connsiteY48" fmla="*/ 228546 h 361971"/>
                <a:gd name="connsiteX49" fmla="*/ 122623 w 362309"/>
                <a:gd name="connsiteY49" fmla="*/ 251848 h 361971"/>
                <a:gd name="connsiteX50" fmla="*/ 138470 w 362309"/>
                <a:gd name="connsiteY50" fmla="*/ 280895 h 361971"/>
                <a:gd name="connsiteX51" fmla="*/ 138470 w 362309"/>
                <a:gd name="connsiteY51" fmla="*/ 296600 h 361971"/>
                <a:gd name="connsiteX52" fmla="*/ 132080 w 362309"/>
                <a:gd name="connsiteY52" fmla="*/ 302984 h 361971"/>
                <a:gd name="connsiteX53" fmla="*/ 125690 w 362309"/>
                <a:gd name="connsiteY53" fmla="*/ 296600 h 361971"/>
                <a:gd name="connsiteX54" fmla="*/ 125690 w 362309"/>
                <a:gd name="connsiteY54" fmla="*/ 280895 h 361971"/>
                <a:gd name="connsiteX55" fmla="*/ 114188 w 362309"/>
                <a:gd name="connsiteY55" fmla="*/ 261424 h 361971"/>
                <a:gd name="connsiteX56" fmla="*/ 99491 w 362309"/>
                <a:gd name="connsiteY56" fmla="*/ 228546 h 361971"/>
                <a:gd name="connsiteX57" fmla="*/ 99491 w 362309"/>
                <a:gd name="connsiteY57" fmla="*/ 190498 h 361971"/>
                <a:gd name="connsiteX58" fmla="*/ 106073 w 362309"/>
                <a:gd name="connsiteY58" fmla="*/ 178688 h 361971"/>
                <a:gd name="connsiteX59" fmla="*/ 119747 w 362309"/>
                <a:gd name="connsiteY59" fmla="*/ 178049 h 361971"/>
                <a:gd name="connsiteX60" fmla="*/ 120514 w 362309"/>
                <a:gd name="connsiteY60" fmla="*/ 178496 h 361971"/>
                <a:gd name="connsiteX61" fmla="*/ 120514 w 362309"/>
                <a:gd name="connsiteY61" fmla="*/ 139554 h 361971"/>
                <a:gd name="connsiteX62" fmla="*/ 125435 w 362309"/>
                <a:gd name="connsiteY62" fmla="*/ 127744 h 361971"/>
                <a:gd name="connsiteX63" fmla="*/ 137384 w 362309"/>
                <a:gd name="connsiteY63" fmla="*/ 122700 h 361971"/>
                <a:gd name="connsiteX64" fmla="*/ 154253 w 362309"/>
                <a:gd name="connsiteY64" fmla="*/ 139554 h 361971"/>
                <a:gd name="connsiteX65" fmla="*/ 154253 w 362309"/>
                <a:gd name="connsiteY65" fmla="*/ 154684 h 361971"/>
                <a:gd name="connsiteX66" fmla="*/ 158342 w 362309"/>
                <a:gd name="connsiteY66" fmla="*/ 154109 h 361971"/>
                <a:gd name="connsiteX67" fmla="*/ 174190 w 362309"/>
                <a:gd name="connsiteY67" fmla="*/ 165473 h 361971"/>
                <a:gd name="connsiteX68" fmla="*/ 179302 w 362309"/>
                <a:gd name="connsiteY68" fmla="*/ 164579 h 361971"/>
                <a:gd name="connsiteX69" fmla="*/ 195149 w 362309"/>
                <a:gd name="connsiteY69" fmla="*/ 175943 h 361971"/>
                <a:gd name="connsiteX70" fmla="*/ 200260 w 362309"/>
                <a:gd name="connsiteY70" fmla="*/ 175049 h 361971"/>
                <a:gd name="connsiteX71" fmla="*/ 217130 w 362309"/>
                <a:gd name="connsiteY71" fmla="*/ 191902 h 361971"/>
                <a:gd name="connsiteX72" fmla="*/ 217130 w 362309"/>
                <a:gd name="connsiteY72" fmla="*/ 237867 h 361971"/>
                <a:gd name="connsiteX73" fmla="*/ 213040 w 362309"/>
                <a:gd name="connsiteY73" fmla="*/ 158706 h 361971"/>
                <a:gd name="connsiteX74" fmla="*/ 163135 w 362309"/>
                <a:gd name="connsiteY74" fmla="*/ 108847 h 361971"/>
                <a:gd name="connsiteX75" fmla="*/ 213040 w 362309"/>
                <a:gd name="connsiteY75" fmla="*/ 58988 h 361971"/>
                <a:gd name="connsiteX76" fmla="*/ 262946 w 362309"/>
                <a:gd name="connsiteY76" fmla="*/ 108847 h 361971"/>
                <a:gd name="connsiteX77" fmla="*/ 213040 w 362309"/>
                <a:gd name="connsiteY77" fmla="*/ 15870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10" y="280959"/>
                    <a:pt x="362310" y="180986"/>
                  </a:cubicBezTo>
                  <a:cubicBezTo>
                    <a:pt x="362310" y="81013"/>
                    <a:pt x="281221" y="0"/>
                    <a:pt x="181155" y="0"/>
                  </a:cubicBezTo>
                  <a:close/>
                  <a:moveTo>
                    <a:pt x="216938" y="237867"/>
                  </a:moveTo>
                  <a:cubicBezTo>
                    <a:pt x="216938" y="245272"/>
                    <a:pt x="215021" y="252295"/>
                    <a:pt x="211443" y="258360"/>
                  </a:cubicBezTo>
                  <a:cubicBezTo>
                    <a:pt x="206523" y="266595"/>
                    <a:pt x="206523" y="268000"/>
                    <a:pt x="206523" y="275660"/>
                  </a:cubicBezTo>
                  <a:lnTo>
                    <a:pt x="206523" y="296600"/>
                  </a:lnTo>
                  <a:cubicBezTo>
                    <a:pt x="206523" y="300111"/>
                    <a:pt x="203647" y="302984"/>
                    <a:pt x="200133" y="302984"/>
                  </a:cubicBezTo>
                  <a:cubicBezTo>
                    <a:pt x="196618" y="302984"/>
                    <a:pt x="193743" y="300111"/>
                    <a:pt x="193743" y="296600"/>
                  </a:cubicBezTo>
                  <a:lnTo>
                    <a:pt x="193743" y="275660"/>
                  </a:lnTo>
                  <a:cubicBezTo>
                    <a:pt x="193743" y="266276"/>
                    <a:pt x="194062" y="262509"/>
                    <a:pt x="200516" y="251784"/>
                  </a:cubicBezTo>
                  <a:cubicBezTo>
                    <a:pt x="202944" y="247762"/>
                    <a:pt x="204222" y="242974"/>
                    <a:pt x="204222" y="237867"/>
                  </a:cubicBezTo>
                  <a:lnTo>
                    <a:pt x="204222" y="191902"/>
                  </a:lnTo>
                  <a:cubicBezTo>
                    <a:pt x="204222" y="189285"/>
                    <a:pt x="201794" y="187817"/>
                    <a:pt x="200133" y="187817"/>
                  </a:cubicBezTo>
                  <a:cubicBezTo>
                    <a:pt x="199110" y="187817"/>
                    <a:pt x="198024" y="188327"/>
                    <a:pt x="197193" y="189094"/>
                  </a:cubicBezTo>
                  <a:cubicBezTo>
                    <a:pt x="196427" y="189860"/>
                    <a:pt x="196043" y="190817"/>
                    <a:pt x="196043" y="191902"/>
                  </a:cubicBezTo>
                  <a:lnTo>
                    <a:pt x="196043" y="205373"/>
                  </a:lnTo>
                  <a:cubicBezTo>
                    <a:pt x="196043" y="208884"/>
                    <a:pt x="193168" y="211757"/>
                    <a:pt x="189653" y="211757"/>
                  </a:cubicBezTo>
                  <a:cubicBezTo>
                    <a:pt x="186139" y="211757"/>
                    <a:pt x="183263" y="208884"/>
                    <a:pt x="183263" y="205373"/>
                  </a:cubicBezTo>
                  <a:lnTo>
                    <a:pt x="183263" y="181497"/>
                  </a:lnTo>
                  <a:cubicBezTo>
                    <a:pt x="183263" y="178879"/>
                    <a:pt x="180835" y="177411"/>
                    <a:pt x="179174" y="177411"/>
                  </a:cubicBezTo>
                  <a:cubicBezTo>
                    <a:pt x="178151" y="177411"/>
                    <a:pt x="177065" y="177922"/>
                    <a:pt x="176235" y="178688"/>
                  </a:cubicBezTo>
                  <a:cubicBezTo>
                    <a:pt x="175467" y="179454"/>
                    <a:pt x="175084" y="180411"/>
                    <a:pt x="175084" y="181497"/>
                  </a:cubicBezTo>
                  <a:lnTo>
                    <a:pt x="175084" y="197201"/>
                  </a:lnTo>
                  <a:cubicBezTo>
                    <a:pt x="175084" y="200712"/>
                    <a:pt x="172209" y="203585"/>
                    <a:pt x="168694" y="203585"/>
                  </a:cubicBezTo>
                  <a:cubicBezTo>
                    <a:pt x="165180" y="203585"/>
                    <a:pt x="162304" y="200712"/>
                    <a:pt x="162304" y="197201"/>
                  </a:cubicBezTo>
                  <a:lnTo>
                    <a:pt x="162304" y="171027"/>
                  </a:lnTo>
                  <a:cubicBezTo>
                    <a:pt x="162304" y="168409"/>
                    <a:pt x="159876" y="166941"/>
                    <a:pt x="158215" y="166941"/>
                  </a:cubicBezTo>
                  <a:cubicBezTo>
                    <a:pt x="157192" y="166941"/>
                    <a:pt x="156106" y="167452"/>
                    <a:pt x="155275" y="168218"/>
                  </a:cubicBezTo>
                  <a:cubicBezTo>
                    <a:pt x="154509" y="168984"/>
                    <a:pt x="154125" y="169942"/>
                    <a:pt x="154125" y="170963"/>
                  </a:cubicBezTo>
                  <a:lnTo>
                    <a:pt x="154125" y="191902"/>
                  </a:lnTo>
                  <a:cubicBezTo>
                    <a:pt x="154125" y="195414"/>
                    <a:pt x="151250" y="198286"/>
                    <a:pt x="147735" y="198286"/>
                  </a:cubicBezTo>
                  <a:cubicBezTo>
                    <a:pt x="144221" y="198286"/>
                    <a:pt x="141345" y="195414"/>
                    <a:pt x="141345" y="191902"/>
                  </a:cubicBezTo>
                  <a:lnTo>
                    <a:pt x="141345" y="170963"/>
                  </a:lnTo>
                  <a:cubicBezTo>
                    <a:pt x="141345" y="170963"/>
                    <a:pt x="141345" y="170963"/>
                    <a:pt x="141345" y="170963"/>
                  </a:cubicBezTo>
                  <a:lnTo>
                    <a:pt x="141345" y="139554"/>
                  </a:lnTo>
                  <a:cubicBezTo>
                    <a:pt x="141345" y="136936"/>
                    <a:pt x="138917" y="135468"/>
                    <a:pt x="137256" y="135468"/>
                  </a:cubicBezTo>
                  <a:cubicBezTo>
                    <a:pt x="136234" y="135468"/>
                    <a:pt x="135147" y="135979"/>
                    <a:pt x="134317" y="136745"/>
                  </a:cubicBezTo>
                  <a:cubicBezTo>
                    <a:pt x="133549" y="137511"/>
                    <a:pt x="133166" y="138469"/>
                    <a:pt x="133166" y="139554"/>
                  </a:cubicBezTo>
                  <a:lnTo>
                    <a:pt x="133166" y="212842"/>
                  </a:lnTo>
                  <a:cubicBezTo>
                    <a:pt x="133166" y="216353"/>
                    <a:pt x="130291" y="219226"/>
                    <a:pt x="126776" y="219226"/>
                  </a:cubicBezTo>
                  <a:cubicBezTo>
                    <a:pt x="123262" y="219226"/>
                    <a:pt x="120386" y="216353"/>
                    <a:pt x="120386" y="212842"/>
                  </a:cubicBezTo>
                  <a:lnTo>
                    <a:pt x="120386" y="202372"/>
                  </a:lnTo>
                  <a:cubicBezTo>
                    <a:pt x="120386" y="197967"/>
                    <a:pt x="119300" y="192094"/>
                    <a:pt x="113996" y="189477"/>
                  </a:cubicBezTo>
                  <a:cubicBezTo>
                    <a:pt x="113485" y="189221"/>
                    <a:pt x="113038" y="189349"/>
                    <a:pt x="112782" y="189540"/>
                  </a:cubicBezTo>
                  <a:cubicBezTo>
                    <a:pt x="112271" y="189860"/>
                    <a:pt x="112271" y="190370"/>
                    <a:pt x="112271" y="190498"/>
                  </a:cubicBezTo>
                  <a:lnTo>
                    <a:pt x="112271" y="228546"/>
                  </a:lnTo>
                  <a:cubicBezTo>
                    <a:pt x="112271" y="241761"/>
                    <a:pt x="120195" y="249677"/>
                    <a:pt x="122623" y="251848"/>
                  </a:cubicBezTo>
                  <a:cubicBezTo>
                    <a:pt x="129716" y="258040"/>
                    <a:pt x="138470" y="265701"/>
                    <a:pt x="138470" y="280895"/>
                  </a:cubicBezTo>
                  <a:lnTo>
                    <a:pt x="138470" y="296600"/>
                  </a:lnTo>
                  <a:cubicBezTo>
                    <a:pt x="138470" y="300111"/>
                    <a:pt x="135594" y="302984"/>
                    <a:pt x="132080" y="302984"/>
                  </a:cubicBezTo>
                  <a:cubicBezTo>
                    <a:pt x="128566" y="302984"/>
                    <a:pt x="125690" y="300111"/>
                    <a:pt x="125690" y="296600"/>
                  </a:cubicBezTo>
                  <a:lnTo>
                    <a:pt x="125690" y="280895"/>
                  </a:lnTo>
                  <a:cubicBezTo>
                    <a:pt x="125690" y="271958"/>
                    <a:pt x="121345" y="267680"/>
                    <a:pt x="114188" y="261424"/>
                  </a:cubicBezTo>
                  <a:cubicBezTo>
                    <a:pt x="104987" y="253380"/>
                    <a:pt x="99491" y="241059"/>
                    <a:pt x="99491" y="228546"/>
                  </a:cubicBezTo>
                  <a:lnTo>
                    <a:pt x="99491" y="190498"/>
                  </a:lnTo>
                  <a:cubicBezTo>
                    <a:pt x="99491" y="185646"/>
                    <a:pt x="101920" y="181241"/>
                    <a:pt x="106073" y="178688"/>
                  </a:cubicBezTo>
                  <a:cubicBezTo>
                    <a:pt x="110226" y="176134"/>
                    <a:pt x="115338" y="175879"/>
                    <a:pt x="119747" y="178049"/>
                  </a:cubicBezTo>
                  <a:cubicBezTo>
                    <a:pt x="120003" y="178177"/>
                    <a:pt x="120259" y="178368"/>
                    <a:pt x="120514" y="178496"/>
                  </a:cubicBezTo>
                  <a:lnTo>
                    <a:pt x="120514" y="139554"/>
                  </a:lnTo>
                  <a:cubicBezTo>
                    <a:pt x="120514" y="135085"/>
                    <a:pt x="122240" y="130936"/>
                    <a:pt x="125435" y="127744"/>
                  </a:cubicBezTo>
                  <a:cubicBezTo>
                    <a:pt x="128629" y="124552"/>
                    <a:pt x="132975" y="122700"/>
                    <a:pt x="137384" y="122700"/>
                  </a:cubicBezTo>
                  <a:cubicBezTo>
                    <a:pt x="146713" y="122700"/>
                    <a:pt x="154253" y="130233"/>
                    <a:pt x="154253" y="139554"/>
                  </a:cubicBezTo>
                  <a:lnTo>
                    <a:pt x="154253" y="154684"/>
                  </a:lnTo>
                  <a:cubicBezTo>
                    <a:pt x="155595" y="154365"/>
                    <a:pt x="156937" y="154109"/>
                    <a:pt x="158342" y="154109"/>
                  </a:cubicBezTo>
                  <a:cubicBezTo>
                    <a:pt x="165691" y="154109"/>
                    <a:pt x="171889" y="158897"/>
                    <a:pt x="174190" y="165473"/>
                  </a:cubicBezTo>
                  <a:cubicBezTo>
                    <a:pt x="175851" y="164962"/>
                    <a:pt x="177512" y="164579"/>
                    <a:pt x="179302" y="164579"/>
                  </a:cubicBezTo>
                  <a:cubicBezTo>
                    <a:pt x="186650" y="164579"/>
                    <a:pt x="192912" y="169367"/>
                    <a:pt x="195149" y="175943"/>
                  </a:cubicBezTo>
                  <a:cubicBezTo>
                    <a:pt x="196810" y="175432"/>
                    <a:pt x="198471" y="175049"/>
                    <a:pt x="200260" y="175049"/>
                  </a:cubicBezTo>
                  <a:cubicBezTo>
                    <a:pt x="209590" y="175049"/>
                    <a:pt x="217130" y="182582"/>
                    <a:pt x="217130" y="191902"/>
                  </a:cubicBezTo>
                  <a:lnTo>
                    <a:pt x="217130" y="237867"/>
                  </a:lnTo>
                  <a:close/>
                  <a:moveTo>
                    <a:pt x="213040" y="158706"/>
                  </a:moveTo>
                  <a:cubicBezTo>
                    <a:pt x="185500" y="158706"/>
                    <a:pt x="163135" y="136298"/>
                    <a:pt x="163135" y="108847"/>
                  </a:cubicBezTo>
                  <a:cubicBezTo>
                    <a:pt x="163135" y="81396"/>
                    <a:pt x="185564" y="58988"/>
                    <a:pt x="213040" y="58988"/>
                  </a:cubicBezTo>
                  <a:cubicBezTo>
                    <a:pt x="240581" y="58988"/>
                    <a:pt x="262946" y="81396"/>
                    <a:pt x="262946" y="108847"/>
                  </a:cubicBezTo>
                  <a:cubicBezTo>
                    <a:pt x="262946" y="136298"/>
                    <a:pt x="240517" y="158706"/>
                    <a:pt x="213040" y="158706"/>
                  </a:cubicBezTo>
                  <a:close/>
                </a:path>
              </a:pathLst>
            </a:custGeom>
            <a:solidFill>
              <a:srgbClr val="00A3E0"/>
            </a:solidFill>
            <a:ln w="6390" cap="flat">
              <a:noFill/>
              <a:prstDash val="solid"/>
              <a:miter/>
            </a:ln>
          </p:spPr>
          <p:txBody>
            <a:bodyPr rtlCol="0" anchor="ctr"/>
            <a:lstStyle/>
            <a:p>
              <a:endParaRPr lang="en-US"/>
            </a:p>
          </p:txBody>
        </p:sp>
      </p:grpSp>
      <p:sp>
        <p:nvSpPr>
          <p:cNvPr id="920" name="Graphic 4">
            <a:extLst>
              <a:ext uri="{FF2B5EF4-FFF2-40B4-BE49-F238E27FC236}">
                <a16:creationId xmlns:a16="http://schemas.microsoft.com/office/drawing/2014/main" id="{012EC012-D422-0E42-811C-83D28D963D29}"/>
              </a:ext>
            </a:extLst>
          </p:cNvPr>
          <p:cNvSpPr/>
          <p:nvPr/>
        </p:nvSpPr>
        <p:spPr>
          <a:xfrm>
            <a:off x="6146544" y="2371109"/>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225118 w 362309"/>
              <a:gd name="connsiteY5" fmla="*/ 80310 h 361971"/>
              <a:gd name="connsiteX6" fmla="*/ 231508 w 362309"/>
              <a:gd name="connsiteY6" fmla="*/ 73926 h 361971"/>
              <a:gd name="connsiteX7" fmla="*/ 237898 w 362309"/>
              <a:gd name="connsiteY7" fmla="*/ 80310 h 361971"/>
              <a:gd name="connsiteX8" fmla="*/ 237898 w 362309"/>
              <a:gd name="connsiteY8" fmla="*/ 87269 h 361971"/>
              <a:gd name="connsiteX9" fmla="*/ 260582 w 362309"/>
              <a:gd name="connsiteY9" fmla="*/ 64606 h 361971"/>
              <a:gd name="connsiteX10" fmla="*/ 269591 w 362309"/>
              <a:gd name="connsiteY10" fmla="*/ 64606 h 361971"/>
              <a:gd name="connsiteX11" fmla="*/ 269591 w 362309"/>
              <a:gd name="connsiteY11" fmla="*/ 73607 h 361971"/>
              <a:gd name="connsiteX12" fmla="*/ 246907 w 362309"/>
              <a:gd name="connsiteY12" fmla="*/ 96270 h 361971"/>
              <a:gd name="connsiteX13" fmla="*/ 253872 w 362309"/>
              <a:gd name="connsiteY13" fmla="*/ 96270 h 361971"/>
              <a:gd name="connsiteX14" fmla="*/ 260262 w 362309"/>
              <a:gd name="connsiteY14" fmla="*/ 102654 h 361971"/>
              <a:gd name="connsiteX15" fmla="*/ 253872 w 362309"/>
              <a:gd name="connsiteY15" fmla="*/ 109038 h 361971"/>
              <a:gd name="connsiteX16" fmla="*/ 231508 w 362309"/>
              <a:gd name="connsiteY16" fmla="*/ 109038 h 361971"/>
              <a:gd name="connsiteX17" fmla="*/ 229079 w 362309"/>
              <a:gd name="connsiteY17" fmla="*/ 108528 h 361971"/>
              <a:gd name="connsiteX18" fmla="*/ 225629 w 362309"/>
              <a:gd name="connsiteY18" fmla="*/ 105080 h 361971"/>
              <a:gd name="connsiteX19" fmla="*/ 225118 w 362309"/>
              <a:gd name="connsiteY19" fmla="*/ 102654 h 361971"/>
              <a:gd name="connsiteX20" fmla="*/ 225118 w 362309"/>
              <a:gd name="connsiteY20" fmla="*/ 80310 h 361971"/>
              <a:gd name="connsiteX21" fmla="*/ 125946 w 362309"/>
              <a:gd name="connsiteY21" fmla="*/ 248081 h 361971"/>
              <a:gd name="connsiteX22" fmla="*/ 119556 w 362309"/>
              <a:gd name="connsiteY22" fmla="*/ 254465 h 361971"/>
              <a:gd name="connsiteX23" fmla="*/ 113166 w 362309"/>
              <a:gd name="connsiteY23" fmla="*/ 248081 h 361971"/>
              <a:gd name="connsiteX24" fmla="*/ 113166 w 362309"/>
              <a:gd name="connsiteY24" fmla="*/ 241123 h 361971"/>
              <a:gd name="connsiteX25" fmla="*/ 90482 w 362309"/>
              <a:gd name="connsiteY25" fmla="*/ 263786 h 361971"/>
              <a:gd name="connsiteX26" fmla="*/ 85945 w 362309"/>
              <a:gd name="connsiteY26" fmla="*/ 265637 h 361971"/>
              <a:gd name="connsiteX27" fmla="*/ 81408 w 362309"/>
              <a:gd name="connsiteY27" fmla="*/ 263786 h 361971"/>
              <a:gd name="connsiteX28" fmla="*/ 81408 w 362309"/>
              <a:gd name="connsiteY28" fmla="*/ 254785 h 361971"/>
              <a:gd name="connsiteX29" fmla="*/ 104092 w 362309"/>
              <a:gd name="connsiteY29" fmla="*/ 232122 h 361971"/>
              <a:gd name="connsiteX30" fmla="*/ 97127 w 362309"/>
              <a:gd name="connsiteY30" fmla="*/ 232122 h 361971"/>
              <a:gd name="connsiteX31" fmla="*/ 90737 w 362309"/>
              <a:gd name="connsiteY31" fmla="*/ 225738 h 361971"/>
              <a:gd name="connsiteX32" fmla="*/ 97127 w 362309"/>
              <a:gd name="connsiteY32" fmla="*/ 219354 h 361971"/>
              <a:gd name="connsiteX33" fmla="*/ 119492 w 362309"/>
              <a:gd name="connsiteY33" fmla="*/ 219354 h 361971"/>
              <a:gd name="connsiteX34" fmla="*/ 121920 w 362309"/>
              <a:gd name="connsiteY34" fmla="*/ 219864 h 361971"/>
              <a:gd name="connsiteX35" fmla="*/ 125371 w 362309"/>
              <a:gd name="connsiteY35" fmla="*/ 223312 h 361971"/>
              <a:gd name="connsiteX36" fmla="*/ 125882 w 362309"/>
              <a:gd name="connsiteY36" fmla="*/ 225738 h 361971"/>
              <a:gd name="connsiteX37" fmla="*/ 125882 w 362309"/>
              <a:gd name="connsiteY37" fmla="*/ 248081 h 361971"/>
              <a:gd name="connsiteX38" fmla="*/ 282691 w 362309"/>
              <a:gd name="connsiteY38" fmla="*/ 230015 h 361971"/>
              <a:gd name="connsiteX39" fmla="*/ 276812 w 362309"/>
              <a:gd name="connsiteY39" fmla="*/ 251720 h 361971"/>
              <a:gd name="connsiteX40" fmla="*/ 271509 w 362309"/>
              <a:gd name="connsiteY40" fmla="*/ 269787 h 361971"/>
              <a:gd name="connsiteX41" fmla="*/ 271509 w 362309"/>
              <a:gd name="connsiteY41" fmla="*/ 292769 h 361971"/>
              <a:gd name="connsiteX42" fmla="*/ 265119 w 362309"/>
              <a:gd name="connsiteY42" fmla="*/ 299153 h 361971"/>
              <a:gd name="connsiteX43" fmla="*/ 258729 w 362309"/>
              <a:gd name="connsiteY43" fmla="*/ 292769 h 361971"/>
              <a:gd name="connsiteX44" fmla="*/ 258729 w 362309"/>
              <a:gd name="connsiteY44" fmla="*/ 270425 h 361971"/>
              <a:gd name="connsiteX45" fmla="*/ 265886 w 362309"/>
              <a:gd name="connsiteY45" fmla="*/ 245081 h 361971"/>
              <a:gd name="connsiteX46" fmla="*/ 269911 w 362309"/>
              <a:gd name="connsiteY46" fmla="*/ 230015 h 361971"/>
              <a:gd name="connsiteX47" fmla="*/ 269847 w 362309"/>
              <a:gd name="connsiteY47" fmla="*/ 220183 h 361971"/>
              <a:gd name="connsiteX48" fmla="*/ 269911 w 362309"/>
              <a:gd name="connsiteY48" fmla="*/ 180986 h 361971"/>
              <a:gd name="connsiteX49" fmla="*/ 265119 w 362309"/>
              <a:gd name="connsiteY49" fmla="*/ 176198 h 361971"/>
              <a:gd name="connsiteX50" fmla="*/ 261668 w 362309"/>
              <a:gd name="connsiteY50" fmla="*/ 177730 h 361971"/>
              <a:gd name="connsiteX51" fmla="*/ 260326 w 362309"/>
              <a:gd name="connsiteY51" fmla="*/ 181050 h 361971"/>
              <a:gd name="connsiteX52" fmla="*/ 260326 w 362309"/>
              <a:gd name="connsiteY52" fmla="*/ 181177 h 361971"/>
              <a:gd name="connsiteX53" fmla="*/ 260326 w 362309"/>
              <a:gd name="connsiteY53" fmla="*/ 195414 h 361971"/>
              <a:gd name="connsiteX54" fmla="*/ 253936 w 362309"/>
              <a:gd name="connsiteY54" fmla="*/ 201798 h 361971"/>
              <a:gd name="connsiteX55" fmla="*/ 253936 w 362309"/>
              <a:gd name="connsiteY55" fmla="*/ 201798 h 361971"/>
              <a:gd name="connsiteX56" fmla="*/ 247546 w 362309"/>
              <a:gd name="connsiteY56" fmla="*/ 195414 h 361971"/>
              <a:gd name="connsiteX57" fmla="*/ 247610 w 362309"/>
              <a:gd name="connsiteY57" fmla="*/ 169878 h 361971"/>
              <a:gd name="connsiteX58" fmla="*/ 242818 w 362309"/>
              <a:gd name="connsiteY58" fmla="*/ 165090 h 361971"/>
              <a:gd name="connsiteX59" fmla="*/ 239367 w 362309"/>
              <a:gd name="connsiteY59" fmla="*/ 166622 h 361971"/>
              <a:gd name="connsiteX60" fmla="*/ 238025 w 362309"/>
              <a:gd name="connsiteY60" fmla="*/ 169878 h 361971"/>
              <a:gd name="connsiteX61" fmla="*/ 238025 w 362309"/>
              <a:gd name="connsiteY61" fmla="*/ 186668 h 361971"/>
              <a:gd name="connsiteX62" fmla="*/ 231635 w 362309"/>
              <a:gd name="connsiteY62" fmla="*/ 193052 h 361971"/>
              <a:gd name="connsiteX63" fmla="*/ 225245 w 362309"/>
              <a:gd name="connsiteY63" fmla="*/ 186668 h 361971"/>
              <a:gd name="connsiteX64" fmla="*/ 225245 w 362309"/>
              <a:gd name="connsiteY64" fmla="*/ 169878 h 361971"/>
              <a:gd name="connsiteX65" fmla="*/ 225245 w 362309"/>
              <a:gd name="connsiteY65" fmla="*/ 169878 h 361971"/>
              <a:gd name="connsiteX66" fmla="*/ 225245 w 362309"/>
              <a:gd name="connsiteY66" fmla="*/ 169878 h 361971"/>
              <a:gd name="connsiteX67" fmla="*/ 225245 w 362309"/>
              <a:gd name="connsiteY67" fmla="*/ 158706 h 361971"/>
              <a:gd name="connsiteX68" fmla="*/ 220453 w 362309"/>
              <a:gd name="connsiteY68" fmla="*/ 153918 h 361971"/>
              <a:gd name="connsiteX69" fmla="*/ 217002 w 362309"/>
              <a:gd name="connsiteY69" fmla="*/ 155450 h 361971"/>
              <a:gd name="connsiteX70" fmla="*/ 215660 w 362309"/>
              <a:gd name="connsiteY70" fmla="*/ 158706 h 361971"/>
              <a:gd name="connsiteX71" fmla="*/ 215660 w 362309"/>
              <a:gd name="connsiteY71" fmla="*/ 158706 h 361971"/>
              <a:gd name="connsiteX72" fmla="*/ 215660 w 362309"/>
              <a:gd name="connsiteY72" fmla="*/ 181050 h 361971"/>
              <a:gd name="connsiteX73" fmla="*/ 209270 w 362309"/>
              <a:gd name="connsiteY73" fmla="*/ 187434 h 361971"/>
              <a:gd name="connsiteX74" fmla="*/ 202881 w 362309"/>
              <a:gd name="connsiteY74" fmla="*/ 181050 h 361971"/>
              <a:gd name="connsiteX75" fmla="*/ 202881 w 362309"/>
              <a:gd name="connsiteY75" fmla="*/ 125126 h 361971"/>
              <a:gd name="connsiteX76" fmla="*/ 198088 w 362309"/>
              <a:gd name="connsiteY76" fmla="*/ 120338 h 361971"/>
              <a:gd name="connsiteX77" fmla="*/ 194638 w 362309"/>
              <a:gd name="connsiteY77" fmla="*/ 121870 h 361971"/>
              <a:gd name="connsiteX78" fmla="*/ 193296 w 362309"/>
              <a:gd name="connsiteY78" fmla="*/ 125126 h 361971"/>
              <a:gd name="connsiteX79" fmla="*/ 193296 w 362309"/>
              <a:gd name="connsiteY79" fmla="*/ 220183 h 361971"/>
              <a:gd name="connsiteX80" fmla="*/ 186906 w 362309"/>
              <a:gd name="connsiteY80" fmla="*/ 226567 h 361971"/>
              <a:gd name="connsiteX81" fmla="*/ 183200 w 362309"/>
              <a:gd name="connsiteY81" fmla="*/ 225227 h 361971"/>
              <a:gd name="connsiteX82" fmla="*/ 183136 w 362309"/>
              <a:gd name="connsiteY82" fmla="*/ 225291 h 361971"/>
              <a:gd name="connsiteX83" fmla="*/ 161857 w 362309"/>
              <a:gd name="connsiteY83" fmla="*/ 209586 h 361971"/>
              <a:gd name="connsiteX84" fmla="*/ 145435 w 362309"/>
              <a:gd name="connsiteY84" fmla="*/ 210608 h 361971"/>
              <a:gd name="connsiteX85" fmla="*/ 146713 w 362309"/>
              <a:gd name="connsiteY85" fmla="*/ 213416 h 361971"/>
              <a:gd name="connsiteX86" fmla="*/ 187673 w 362309"/>
              <a:gd name="connsiteY86" fmla="*/ 253316 h 361971"/>
              <a:gd name="connsiteX87" fmla="*/ 198855 w 362309"/>
              <a:gd name="connsiteY87" fmla="*/ 281661 h 361971"/>
              <a:gd name="connsiteX88" fmla="*/ 198855 w 362309"/>
              <a:gd name="connsiteY88" fmla="*/ 292833 h 361971"/>
              <a:gd name="connsiteX89" fmla="*/ 192465 w 362309"/>
              <a:gd name="connsiteY89" fmla="*/ 299217 h 361971"/>
              <a:gd name="connsiteX90" fmla="*/ 186075 w 362309"/>
              <a:gd name="connsiteY90" fmla="*/ 292833 h 361971"/>
              <a:gd name="connsiteX91" fmla="*/ 186075 w 362309"/>
              <a:gd name="connsiteY91" fmla="*/ 281661 h 361971"/>
              <a:gd name="connsiteX92" fmla="*/ 178279 w 362309"/>
              <a:gd name="connsiteY92" fmla="*/ 262062 h 361971"/>
              <a:gd name="connsiteX93" fmla="*/ 137895 w 362309"/>
              <a:gd name="connsiteY93" fmla="*/ 222801 h 361971"/>
              <a:gd name="connsiteX94" fmla="*/ 135595 w 362309"/>
              <a:gd name="connsiteY94" fmla="*/ 202436 h 361971"/>
              <a:gd name="connsiteX95" fmla="*/ 169461 w 362309"/>
              <a:gd name="connsiteY95" fmla="*/ 199436 h 361971"/>
              <a:gd name="connsiteX96" fmla="*/ 180388 w 362309"/>
              <a:gd name="connsiteY96" fmla="*/ 207543 h 361971"/>
              <a:gd name="connsiteX97" fmla="*/ 180388 w 362309"/>
              <a:gd name="connsiteY97" fmla="*/ 125126 h 361971"/>
              <a:gd name="connsiteX98" fmla="*/ 185500 w 362309"/>
              <a:gd name="connsiteY98" fmla="*/ 112805 h 361971"/>
              <a:gd name="connsiteX99" fmla="*/ 197961 w 362309"/>
              <a:gd name="connsiteY99" fmla="*/ 107570 h 361971"/>
              <a:gd name="connsiteX100" fmla="*/ 215533 w 362309"/>
              <a:gd name="connsiteY100" fmla="*/ 125126 h 361971"/>
              <a:gd name="connsiteX101" fmla="*/ 215533 w 362309"/>
              <a:gd name="connsiteY101" fmla="*/ 141916 h 361971"/>
              <a:gd name="connsiteX102" fmla="*/ 220325 w 362309"/>
              <a:gd name="connsiteY102" fmla="*/ 141150 h 361971"/>
              <a:gd name="connsiteX103" fmla="*/ 237003 w 362309"/>
              <a:gd name="connsiteY103" fmla="*/ 153407 h 361971"/>
              <a:gd name="connsiteX104" fmla="*/ 242690 w 362309"/>
              <a:gd name="connsiteY104" fmla="*/ 152322 h 361971"/>
              <a:gd name="connsiteX105" fmla="*/ 259368 w 362309"/>
              <a:gd name="connsiteY105" fmla="*/ 164579 h 361971"/>
              <a:gd name="connsiteX106" fmla="*/ 265055 w 362309"/>
              <a:gd name="connsiteY106" fmla="*/ 163494 h 361971"/>
              <a:gd name="connsiteX107" fmla="*/ 282627 w 362309"/>
              <a:gd name="connsiteY107" fmla="*/ 181050 h 361971"/>
              <a:gd name="connsiteX108" fmla="*/ 282563 w 362309"/>
              <a:gd name="connsiteY108" fmla="*/ 220247 h 361971"/>
              <a:gd name="connsiteX109" fmla="*/ 282691 w 362309"/>
              <a:gd name="connsiteY109" fmla="*/ 23001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10" y="280959"/>
                  <a:pt x="362310" y="180986"/>
                </a:cubicBezTo>
                <a:cubicBezTo>
                  <a:pt x="362310" y="81013"/>
                  <a:pt x="281157" y="0"/>
                  <a:pt x="181155" y="0"/>
                </a:cubicBezTo>
                <a:close/>
                <a:moveTo>
                  <a:pt x="225118" y="80310"/>
                </a:moveTo>
                <a:cubicBezTo>
                  <a:pt x="225118" y="76799"/>
                  <a:pt x="227993" y="73926"/>
                  <a:pt x="231508" y="73926"/>
                </a:cubicBezTo>
                <a:cubicBezTo>
                  <a:pt x="235022" y="73926"/>
                  <a:pt x="237898" y="76799"/>
                  <a:pt x="237898" y="80310"/>
                </a:cubicBezTo>
                <a:lnTo>
                  <a:pt x="237898" y="87269"/>
                </a:lnTo>
                <a:lnTo>
                  <a:pt x="260582" y="64606"/>
                </a:lnTo>
                <a:cubicBezTo>
                  <a:pt x="263074" y="62116"/>
                  <a:pt x="267100" y="62116"/>
                  <a:pt x="269591" y="64606"/>
                </a:cubicBezTo>
                <a:cubicBezTo>
                  <a:pt x="272084" y="67096"/>
                  <a:pt x="272084" y="71117"/>
                  <a:pt x="269591" y="73607"/>
                </a:cubicBezTo>
                <a:lnTo>
                  <a:pt x="246907" y="96270"/>
                </a:lnTo>
                <a:lnTo>
                  <a:pt x="253872" y="96270"/>
                </a:lnTo>
                <a:cubicBezTo>
                  <a:pt x="257387" y="96270"/>
                  <a:pt x="260262" y="99143"/>
                  <a:pt x="260262" y="102654"/>
                </a:cubicBezTo>
                <a:cubicBezTo>
                  <a:pt x="260262" y="106166"/>
                  <a:pt x="257387" y="109038"/>
                  <a:pt x="253872" y="109038"/>
                </a:cubicBezTo>
                <a:lnTo>
                  <a:pt x="231508" y="109038"/>
                </a:lnTo>
                <a:cubicBezTo>
                  <a:pt x="230677" y="109038"/>
                  <a:pt x="229846" y="108847"/>
                  <a:pt x="229079" y="108528"/>
                </a:cubicBezTo>
                <a:cubicBezTo>
                  <a:pt x="227546" y="107889"/>
                  <a:pt x="226268" y="106612"/>
                  <a:pt x="225629" y="105080"/>
                </a:cubicBezTo>
                <a:cubicBezTo>
                  <a:pt x="225309" y="104314"/>
                  <a:pt x="225118" y="103484"/>
                  <a:pt x="225118" y="102654"/>
                </a:cubicBezTo>
                <a:lnTo>
                  <a:pt x="225118" y="80310"/>
                </a:lnTo>
                <a:close/>
                <a:moveTo>
                  <a:pt x="125946" y="248081"/>
                </a:moveTo>
                <a:cubicBezTo>
                  <a:pt x="125946" y="251593"/>
                  <a:pt x="123070" y="254465"/>
                  <a:pt x="119556" y="254465"/>
                </a:cubicBezTo>
                <a:cubicBezTo>
                  <a:pt x="116041" y="254465"/>
                  <a:pt x="113166" y="251593"/>
                  <a:pt x="113166" y="248081"/>
                </a:cubicBezTo>
                <a:lnTo>
                  <a:pt x="113166" y="241123"/>
                </a:lnTo>
                <a:lnTo>
                  <a:pt x="90482" y="263786"/>
                </a:lnTo>
                <a:cubicBezTo>
                  <a:pt x="89204" y="265063"/>
                  <a:pt x="87606" y="265637"/>
                  <a:pt x="85945" y="265637"/>
                </a:cubicBezTo>
                <a:cubicBezTo>
                  <a:pt x="84283" y="265637"/>
                  <a:pt x="82686" y="264999"/>
                  <a:pt x="81408" y="263786"/>
                </a:cubicBezTo>
                <a:cubicBezTo>
                  <a:pt x="78916" y="261296"/>
                  <a:pt x="78916" y="257274"/>
                  <a:pt x="81408" y="254785"/>
                </a:cubicBezTo>
                <a:lnTo>
                  <a:pt x="104092" y="232122"/>
                </a:lnTo>
                <a:lnTo>
                  <a:pt x="97127" y="232122"/>
                </a:lnTo>
                <a:cubicBezTo>
                  <a:pt x="93613" y="232122"/>
                  <a:pt x="90737" y="229249"/>
                  <a:pt x="90737" y="225738"/>
                </a:cubicBezTo>
                <a:cubicBezTo>
                  <a:pt x="90737" y="222226"/>
                  <a:pt x="93613" y="219354"/>
                  <a:pt x="97127" y="219354"/>
                </a:cubicBezTo>
                <a:lnTo>
                  <a:pt x="119492" y="219354"/>
                </a:lnTo>
                <a:cubicBezTo>
                  <a:pt x="120323" y="219354"/>
                  <a:pt x="121153" y="219545"/>
                  <a:pt x="121920" y="219864"/>
                </a:cubicBezTo>
                <a:cubicBezTo>
                  <a:pt x="123454" y="220503"/>
                  <a:pt x="124732" y="221779"/>
                  <a:pt x="125371" y="223312"/>
                </a:cubicBezTo>
                <a:cubicBezTo>
                  <a:pt x="125690" y="224078"/>
                  <a:pt x="125882" y="224908"/>
                  <a:pt x="125882" y="225738"/>
                </a:cubicBezTo>
                <a:lnTo>
                  <a:pt x="125882" y="248081"/>
                </a:lnTo>
                <a:close/>
                <a:moveTo>
                  <a:pt x="282691" y="230015"/>
                </a:moveTo>
                <a:cubicBezTo>
                  <a:pt x="282691" y="237931"/>
                  <a:pt x="280646" y="245400"/>
                  <a:pt x="276812" y="251720"/>
                </a:cubicBezTo>
                <a:cubicBezTo>
                  <a:pt x="271445" y="260530"/>
                  <a:pt x="271445" y="261743"/>
                  <a:pt x="271509" y="269787"/>
                </a:cubicBezTo>
                <a:lnTo>
                  <a:pt x="271509" y="292769"/>
                </a:lnTo>
                <a:cubicBezTo>
                  <a:pt x="271509" y="296281"/>
                  <a:pt x="268633" y="299153"/>
                  <a:pt x="265119" y="299153"/>
                </a:cubicBezTo>
                <a:cubicBezTo>
                  <a:pt x="261604" y="299153"/>
                  <a:pt x="258729" y="296281"/>
                  <a:pt x="258729" y="292769"/>
                </a:cubicBezTo>
                <a:lnTo>
                  <a:pt x="258729" y="270425"/>
                </a:lnTo>
                <a:cubicBezTo>
                  <a:pt x="258729" y="260019"/>
                  <a:pt x="259048" y="256381"/>
                  <a:pt x="265886" y="245081"/>
                </a:cubicBezTo>
                <a:cubicBezTo>
                  <a:pt x="268505" y="240804"/>
                  <a:pt x="269911" y="235569"/>
                  <a:pt x="269911" y="230015"/>
                </a:cubicBezTo>
                <a:lnTo>
                  <a:pt x="269847" y="220183"/>
                </a:lnTo>
                <a:lnTo>
                  <a:pt x="269911" y="180986"/>
                </a:lnTo>
                <a:cubicBezTo>
                  <a:pt x="269911" y="177922"/>
                  <a:pt x="267100" y="176198"/>
                  <a:pt x="265119" y="176198"/>
                </a:cubicBezTo>
                <a:cubicBezTo>
                  <a:pt x="263905" y="176198"/>
                  <a:pt x="262627" y="176772"/>
                  <a:pt x="261668" y="177730"/>
                </a:cubicBezTo>
                <a:cubicBezTo>
                  <a:pt x="261029" y="178368"/>
                  <a:pt x="260326" y="179454"/>
                  <a:pt x="260326" y="181050"/>
                </a:cubicBezTo>
                <a:cubicBezTo>
                  <a:pt x="260326" y="181114"/>
                  <a:pt x="260326" y="181114"/>
                  <a:pt x="260326" y="181177"/>
                </a:cubicBezTo>
                <a:lnTo>
                  <a:pt x="260326" y="195414"/>
                </a:lnTo>
                <a:cubicBezTo>
                  <a:pt x="260326" y="198925"/>
                  <a:pt x="257451" y="201798"/>
                  <a:pt x="253936" y="201798"/>
                </a:cubicBezTo>
                <a:cubicBezTo>
                  <a:pt x="253936" y="201798"/>
                  <a:pt x="253936" y="201798"/>
                  <a:pt x="253936" y="201798"/>
                </a:cubicBezTo>
                <a:cubicBezTo>
                  <a:pt x="250422" y="201798"/>
                  <a:pt x="247546" y="198925"/>
                  <a:pt x="247546" y="195414"/>
                </a:cubicBezTo>
                <a:lnTo>
                  <a:pt x="247610" y="169878"/>
                </a:lnTo>
                <a:cubicBezTo>
                  <a:pt x="247610" y="166813"/>
                  <a:pt x="244798" y="165090"/>
                  <a:pt x="242818" y="165090"/>
                </a:cubicBezTo>
                <a:cubicBezTo>
                  <a:pt x="241604" y="165090"/>
                  <a:pt x="240326" y="165664"/>
                  <a:pt x="239367" y="166622"/>
                </a:cubicBezTo>
                <a:cubicBezTo>
                  <a:pt x="238728" y="167260"/>
                  <a:pt x="238025" y="168346"/>
                  <a:pt x="238025" y="169878"/>
                </a:cubicBezTo>
                <a:lnTo>
                  <a:pt x="238025" y="186668"/>
                </a:lnTo>
                <a:cubicBezTo>
                  <a:pt x="238025" y="190179"/>
                  <a:pt x="235150" y="193052"/>
                  <a:pt x="231635" y="193052"/>
                </a:cubicBezTo>
                <a:cubicBezTo>
                  <a:pt x="228121" y="193052"/>
                  <a:pt x="225245" y="190179"/>
                  <a:pt x="225245" y="186668"/>
                </a:cubicBezTo>
                <a:lnTo>
                  <a:pt x="225245" y="169878"/>
                </a:lnTo>
                <a:cubicBezTo>
                  <a:pt x="225245" y="169878"/>
                  <a:pt x="225245" y="169878"/>
                  <a:pt x="225245" y="169878"/>
                </a:cubicBezTo>
                <a:cubicBezTo>
                  <a:pt x="225245" y="169878"/>
                  <a:pt x="225245" y="169878"/>
                  <a:pt x="225245" y="169878"/>
                </a:cubicBezTo>
                <a:lnTo>
                  <a:pt x="225245" y="158706"/>
                </a:lnTo>
                <a:cubicBezTo>
                  <a:pt x="225245" y="155642"/>
                  <a:pt x="222434" y="153918"/>
                  <a:pt x="220453" y="153918"/>
                </a:cubicBezTo>
                <a:cubicBezTo>
                  <a:pt x="219239" y="153918"/>
                  <a:pt x="217961" y="154492"/>
                  <a:pt x="217002" y="155450"/>
                </a:cubicBezTo>
                <a:cubicBezTo>
                  <a:pt x="216364" y="156088"/>
                  <a:pt x="215660" y="157174"/>
                  <a:pt x="215660" y="158706"/>
                </a:cubicBezTo>
                <a:cubicBezTo>
                  <a:pt x="215660" y="158706"/>
                  <a:pt x="215660" y="158706"/>
                  <a:pt x="215660" y="158706"/>
                </a:cubicBezTo>
                <a:lnTo>
                  <a:pt x="215660" y="181050"/>
                </a:lnTo>
                <a:cubicBezTo>
                  <a:pt x="215660" y="184561"/>
                  <a:pt x="212785" y="187434"/>
                  <a:pt x="209270" y="187434"/>
                </a:cubicBezTo>
                <a:cubicBezTo>
                  <a:pt x="205756" y="187434"/>
                  <a:pt x="202881" y="184561"/>
                  <a:pt x="202881" y="181050"/>
                </a:cubicBezTo>
                <a:lnTo>
                  <a:pt x="202881" y="125126"/>
                </a:lnTo>
                <a:cubicBezTo>
                  <a:pt x="202881" y="122062"/>
                  <a:pt x="200069" y="120338"/>
                  <a:pt x="198088" y="120338"/>
                </a:cubicBezTo>
                <a:cubicBezTo>
                  <a:pt x="196874" y="120338"/>
                  <a:pt x="195596" y="120913"/>
                  <a:pt x="194638" y="121870"/>
                </a:cubicBezTo>
                <a:cubicBezTo>
                  <a:pt x="193999" y="122509"/>
                  <a:pt x="193296" y="123594"/>
                  <a:pt x="193296" y="125126"/>
                </a:cubicBezTo>
                <a:lnTo>
                  <a:pt x="193296" y="220183"/>
                </a:lnTo>
                <a:cubicBezTo>
                  <a:pt x="193296" y="223695"/>
                  <a:pt x="190420" y="226567"/>
                  <a:pt x="186906" y="226567"/>
                </a:cubicBezTo>
                <a:cubicBezTo>
                  <a:pt x="185500" y="226567"/>
                  <a:pt x="184286" y="225993"/>
                  <a:pt x="183200" y="225227"/>
                </a:cubicBezTo>
                <a:lnTo>
                  <a:pt x="183136" y="225291"/>
                </a:lnTo>
                <a:cubicBezTo>
                  <a:pt x="183136" y="225291"/>
                  <a:pt x="168567" y="214629"/>
                  <a:pt x="161857" y="209586"/>
                </a:cubicBezTo>
                <a:cubicBezTo>
                  <a:pt x="156809" y="205756"/>
                  <a:pt x="148055" y="207543"/>
                  <a:pt x="145435" y="210608"/>
                </a:cubicBezTo>
                <a:cubicBezTo>
                  <a:pt x="145116" y="210991"/>
                  <a:pt x="144668" y="211501"/>
                  <a:pt x="146713" y="213416"/>
                </a:cubicBezTo>
                <a:cubicBezTo>
                  <a:pt x="158854" y="224780"/>
                  <a:pt x="180836" y="245975"/>
                  <a:pt x="187673" y="253316"/>
                </a:cubicBezTo>
                <a:cubicBezTo>
                  <a:pt x="195276" y="261424"/>
                  <a:pt x="198855" y="267744"/>
                  <a:pt x="198855" y="281661"/>
                </a:cubicBezTo>
                <a:lnTo>
                  <a:pt x="198855" y="292833"/>
                </a:lnTo>
                <a:cubicBezTo>
                  <a:pt x="198855" y="296344"/>
                  <a:pt x="195980" y="299217"/>
                  <a:pt x="192465" y="299217"/>
                </a:cubicBezTo>
                <a:cubicBezTo>
                  <a:pt x="188950" y="299217"/>
                  <a:pt x="186075" y="296344"/>
                  <a:pt x="186075" y="292833"/>
                </a:cubicBezTo>
                <a:lnTo>
                  <a:pt x="186075" y="281661"/>
                </a:lnTo>
                <a:cubicBezTo>
                  <a:pt x="186075" y="271383"/>
                  <a:pt x="183839" y="267936"/>
                  <a:pt x="178279" y="262062"/>
                </a:cubicBezTo>
                <a:cubicBezTo>
                  <a:pt x="172273" y="255615"/>
                  <a:pt x="151250" y="235314"/>
                  <a:pt x="137895" y="222801"/>
                </a:cubicBezTo>
                <a:cubicBezTo>
                  <a:pt x="129908" y="215268"/>
                  <a:pt x="131633" y="207160"/>
                  <a:pt x="135595" y="202436"/>
                </a:cubicBezTo>
                <a:cubicBezTo>
                  <a:pt x="142368" y="194392"/>
                  <a:pt x="158662" y="191328"/>
                  <a:pt x="169461" y="199436"/>
                </a:cubicBezTo>
                <a:cubicBezTo>
                  <a:pt x="172273" y="201542"/>
                  <a:pt x="176490" y="204670"/>
                  <a:pt x="180388" y="207543"/>
                </a:cubicBezTo>
                <a:lnTo>
                  <a:pt x="180388" y="125126"/>
                </a:lnTo>
                <a:cubicBezTo>
                  <a:pt x="180388" y="120466"/>
                  <a:pt x="182177" y="116125"/>
                  <a:pt x="185500" y="112805"/>
                </a:cubicBezTo>
                <a:cubicBezTo>
                  <a:pt x="188823" y="109485"/>
                  <a:pt x="193360" y="107570"/>
                  <a:pt x="197961" y="107570"/>
                </a:cubicBezTo>
                <a:cubicBezTo>
                  <a:pt x="207673" y="107570"/>
                  <a:pt x="215533" y="115422"/>
                  <a:pt x="215533" y="125126"/>
                </a:cubicBezTo>
                <a:lnTo>
                  <a:pt x="215533" y="141916"/>
                </a:lnTo>
                <a:cubicBezTo>
                  <a:pt x="217130" y="141469"/>
                  <a:pt x="218728" y="141150"/>
                  <a:pt x="220325" y="141150"/>
                </a:cubicBezTo>
                <a:cubicBezTo>
                  <a:pt x="228185" y="141150"/>
                  <a:pt x="234703" y="146321"/>
                  <a:pt x="237003" y="153407"/>
                </a:cubicBezTo>
                <a:cubicBezTo>
                  <a:pt x="238856" y="152769"/>
                  <a:pt x="240773" y="152322"/>
                  <a:pt x="242690" y="152322"/>
                </a:cubicBezTo>
                <a:cubicBezTo>
                  <a:pt x="250550" y="152322"/>
                  <a:pt x="257067" y="157493"/>
                  <a:pt x="259368" y="164579"/>
                </a:cubicBezTo>
                <a:cubicBezTo>
                  <a:pt x="261221" y="163941"/>
                  <a:pt x="263138" y="163494"/>
                  <a:pt x="265055" y="163494"/>
                </a:cubicBezTo>
                <a:cubicBezTo>
                  <a:pt x="274767" y="163494"/>
                  <a:pt x="282627" y="171346"/>
                  <a:pt x="282627" y="181050"/>
                </a:cubicBezTo>
                <a:lnTo>
                  <a:pt x="282563" y="220247"/>
                </a:lnTo>
                <a:lnTo>
                  <a:pt x="282691" y="230015"/>
                </a:lnTo>
                <a:close/>
              </a:path>
            </a:pathLst>
          </a:custGeom>
          <a:solidFill>
            <a:srgbClr val="00A3E0"/>
          </a:solidFill>
          <a:ln w="6390" cap="flat">
            <a:noFill/>
            <a:prstDash val="solid"/>
            <a:miter/>
          </a:ln>
        </p:spPr>
        <p:txBody>
          <a:bodyPr rtlCol="0" anchor="ctr"/>
          <a:lstStyle/>
          <a:p>
            <a:endParaRPr lang="en-US"/>
          </a:p>
        </p:txBody>
      </p:sp>
      <p:sp>
        <p:nvSpPr>
          <p:cNvPr id="921" name="Graphic 4">
            <a:extLst>
              <a:ext uri="{FF2B5EF4-FFF2-40B4-BE49-F238E27FC236}">
                <a16:creationId xmlns:a16="http://schemas.microsoft.com/office/drawing/2014/main" id="{FE027D11-59AF-2D4B-A3D7-B7981B02DCFC}"/>
              </a:ext>
            </a:extLst>
          </p:cNvPr>
          <p:cNvSpPr/>
          <p:nvPr/>
        </p:nvSpPr>
        <p:spPr>
          <a:xfrm>
            <a:off x="7192385" y="1893013"/>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87736 w 362309"/>
              <a:gd name="connsiteY5" fmla="*/ 86120 h 361971"/>
              <a:gd name="connsiteX6" fmla="*/ 253042 w 362309"/>
              <a:gd name="connsiteY6" fmla="*/ 68628 h 361971"/>
              <a:gd name="connsiteX7" fmla="*/ 270551 w 362309"/>
              <a:gd name="connsiteY7" fmla="*/ 133872 h 361971"/>
              <a:gd name="connsiteX8" fmla="*/ 266716 w 362309"/>
              <a:gd name="connsiteY8" fmla="*/ 139554 h 361971"/>
              <a:gd name="connsiteX9" fmla="*/ 261668 w 362309"/>
              <a:gd name="connsiteY9" fmla="*/ 141980 h 361971"/>
              <a:gd name="connsiteX10" fmla="*/ 257707 w 362309"/>
              <a:gd name="connsiteY10" fmla="*/ 140639 h 361971"/>
              <a:gd name="connsiteX11" fmla="*/ 256620 w 362309"/>
              <a:gd name="connsiteY11" fmla="*/ 131702 h 361971"/>
              <a:gd name="connsiteX12" fmla="*/ 259432 w 362309"/>
              <a:gd name="connsiteY12" fmla="*/ 127552 h 361971"/>
              <a:gd name="connsiteX13" fmla="*/ 246588 w 362309"/>
              <a:gd name="connsiteY13" fmla="*/ 79736 h 361971"/>
              <a:gd name="connsiteX14" fmla="*/ 198728 w 362309"/>
              <a:gd name="connsiteY14" fmla="*/ 92568 h 361971"/>
              <a:gd name="connsiteX15" fmla="*/ 194190 w 362309"/>
              <a:gd name="connsiteY15" fmla="*/ 112997 h 361971"/>
              <a:gd name="connsiteX16" fmla="*/ 188376 w 362309"/>
              <a:gd name="connsiteY16" fmla="*/ 119891 h 361971"/>
              <a:gd name="connsiteX17" fmla="*/ 181474 w 362309"/>
              <a:gd name="connsiteY17" fmla="*/ 114082 h 361971"/>
              <a:gd name="connsiteX18" fmla="*/ 187736 w 362309"/>
              <a:gd name="connsiteY18" fmla="*/ 86120 h 361971"/>
              <a:gd name="connsiteX19" fmla="*/ 108757 w 362309"/>
              <a:gd name="connsiteY19" fmla="*/ 114529 h 361971"/>
              <a:gd name="connsiteX20" fmla="*/ 104220 w 362309"/>
              <a:gd name="connsiteY20" fmla="*/ 116380 h 361971"/>
              <a:gd name="connsiteX21" fmla="*/ 99684 w 362309"/>
              <a:gd name="connsiteY21" fmla="*/ 114529 h 361971"/>
              <a:gd name="connsiteX22" fmla="*/ 81919 w 362309"/>
              <a:gd name="connsiteY22" fmla="*/ 96781 h 361971"/>
              <a:gd name="connsiteX23" fmla="*/ 80514 w 362309"/>
              <a:gd name="connsiteY23" fmla="*/ 94675 h 361971"/>
              <a:gd name="connsiteX24" fmla="*/ 80514 w 362309"/>
              <a:gd name="connsiteY24" fmla="*/ 89823 h 361971"/>
              <a:gd name="connsiteX25" fmla="*/ 81919 w 362309"/>
              <a:gd name="connsiteY25" fmla="*/ 87716 h 361971"/>
              <a:gd name="connsiteX26" fmla="*/ 99684 w 362309"/>
              <a:gd name="connsiteY26" fmla="*/ 69968 h 361971"/>
              <a:gd name="connsiteX27" fmla="*/ 108693 w 362309"/>
              <a:gd name="connsiteY27" fmla="*/ 69968 h 361971"/>
              <a:gd name="connsiteX28" fmla="*/ 108693 w 362309"/>
              <a:gd name="connsiteY28" fmla="*/ 78970 h 361971"/>
              <a:gd name="connsiteX29" fmla="*/ 101856 w 362309"/>
              <a:gd name="connsiteY29" fmla="*/ 85801 h 361971"/>
              <a:gd name="connsiteX30" fmla="*/ 157448 w 362309"/>
              <a:gd name="connsiteY30" fmla="*/ 85801 h 361971"/>
              <a:gd name="connsiteX31" fmla="*/ 163838 w 362309"/>
              <a:gd name="connsiteY31" fmla="*/ 92185 h 361971"/>
              <a:gd name="connsiteX32" fmla="*/ 157448 w 362309"/>
              <a:gd name="connsiteY32" fmla="*/ 98569 h 361971"/>
              <a:gd name="connsiteX33" fmla="*/ 101856 w 362309"/>
              <a:gd name="connsiteY33" fmla="*/ 98569 h 361971"/>
              <a:gd name="connsiteX34" fmla="*/ 108693 w 362309"/>
              <a:gd name="connsiteY34" fmla="*/ 105400 h 361971"/>
              <a:gd name="connsiteX35" fmla="*/ 108757 w 362309"/>
              <a:gd name="connsiteY35" fmla="*/ 114529 h 361971"/>
              <a:gd name="connsiteX36" fmla="*/ 279752 w 362309"/>
              <a:gd name="connsiteY36" fmla="*/ 200649 h 361971"/>
              <a:gd name="connsiteX37" fmla="*/ 253809 w 362309"/>
              <a:gd name="connsiteY37" fmla="*/ 245528 h 361971"/>
              <a:gd name="connsiteX38" fmla="*/ 237130 w 362309"/>
              <a:gd name="connsiteY38" fmla="*/ 262190 h 361971"/>
              <a:gd name="connsiteX39" fmla="*/ 222562 w 362309"/>
              <a:gd name="connsiteY39" fmla="*/ 276044 h 361971"/>
              <a:gd name="connsiteX40" fmla="*/ 210804 w 362309"/>
              <a:gd name="connsiteY40" fmla="*/ 296408 h 361971"/>
              <a:gd name="connsiteX41" fmla="*/ 205245 w 362309"/>
              <a:gd name="connsiteY41" fmla="*/ 299600 h 361971"/>
              <a:gd name="connsiteX42" fmla="*/ 202050 w 362309"/>
              <a:gd name="connsiteY42" fmla="*/ 298771 h 361971"/>
              <a:gd name="connsiteX43" fmla="*/ 199686 w 362309"/>
              <a:gd name="connsiteY43" fmla="*/ 290024 h 361971"/>
              <a:gd name="connsiteX44" fmla="*/ 211444 w 362309"/>
              <a:gd name="connsiteY44" fmla="*/ 269660 h 361971"/>
              <a:gd name="connsiteX45" fmla="*/ 230932 w 362309"/>
              <a:gd name="connsiteY45" fmla="*/ 250954 h 361971"/>
              <a:gd name="connsiteX46" fmla="*/ 242690 w 362309"/>
              <a:gd name="connsiteY46" fmla="*/ 239144 h 361971"/>
              <a:gd name="connsiteX47" fmla="*/ 268633 w 362309"/>
              <a:gd name="connsiteY47" fmla="*/ 194201 h 361971"/>
              <a:gd name="connsiteX48" fmla="*/ 266653 w 362309"/>
              <a:gd name="connsiteY48" fmla="*/ 186795 h 361971"/>
              <a:gd name="connsiteX49" fmla="*/ 262435 w 362309"/>
              <a:gd name="connsiteY49" fmla="*/ 186348 h 361971"/>
              <a:gd name="connsiteX50" fmla="*/ 259240 w 362309"/>
              <a:gd name="connsiteY50" fmla="*/ 188774 h 361971"/>
              <a:gd name="connsiteX51" fmla="*/ 259176 w 362309"/>
              <a:gd name="connsiteY51" fmla="*/ 188838 h 361971"/>
              <a:gd name="connsiteX52" fmla="*/ 251636 w 362309"/>
              <a:gd name="connsiteY52" fmla="*/ 201861 h 361971"/>
              <a:gd name="connsiteX53" fmla="*/ 246077 w 362309"/>
              <a:gd name="connsiteY53" fmla="*/ 205053 h 361971"/>
              <a:gd name="connsiteX54" fmla="*/ 242882 w 362309"/>
              <a:gd name="connsiteY54" fmla="*/ 204224 h 361971"/>
              <a:gd name="connsiteX55" fmla="*/ 240581 w 362309"/>
              <a:gd name="connsiteY55" fmla="*/ 195478 h 361971"/>
              <a:gd name="connsiteX56" fmla="*/ 254128 w 362309"/>
              <a:gd name="connsiteY56" fmla="*/ 172112 h 361971"/>
              <a:gd name="connsiteX57" fmla="*/ 254576 w 362309"/>
              <a:gd name="connsiteY57" fmla="*/ 167963 h 361971"/>
              <a:gd name="connsiteX58" fmla="*/ 252083 w 362309"/>
              <a:gd name="connsiteY58" fmla="*/ 164707 h 361971"/>
              <a:gd name="connsiteX59" fmla="*/ 247866 w 362309"/>
              <a:gd name="connsiteY59" fmla="*/ 164260 h 361971"/>
              <a:gd name="connsiteX60" fmla="*/ 244671 w 362309"/>
              <a:gd name="connsiteY60" fmla="*/ 166686 h 361971"/>
              <a:gd name="connsiteX61" fmla="*/ 235789 w 362309"/>
              <a:gd name="connsiteY61" fmla="*/ 182071 h 361971"/>
              <a:gd name="connsiteX62" fmla="*/ 230230 w 362309"/>
              <a:gd name="connsiteY62" fmla="*/ 185263 h 361971"/>
              <a:gd name="connsiteX63" fmla="*/ 227035 w 362309"/>
              <a:gd name="connsiteY63" fmla="*/ 184433 h 361971"/>
              <a:gd name="connsiteX64" fmla="*/ 224670 w 362309"/>
              <a:gd name="connsiteY64" fmla="*/ 175687 h 361971"/>
              <a:gd name="connsiteX65" fmla="*/ 233553 w 362309"/>
              <a:gd name="connsiteY65" fmla="*/ 160366 h 361971"/>
              <a:gd name="connsiteX66" fmla="*/ 233553 w 362309"/>
              <a:gd name="connsiteY66" fmla="*/ 160366 h 361971"/>
              <a:gd name="connsiteX67" fmla="*/ 233553 w 362309"/>
              <a:gd name="connsiteY67" fmla="*/ 160366 h 361971"/>
              <a:gd name="connsiteX68" fmla="*/ 239432 w 362309"/>
              <a:gd name="connsiteY68" fmla="*/ 150151 h 361971"/>
              <a:gd name="connsiteX69" fmla="*/ 237450 w 362309"/>
              <a:gd name="connsiteY69" fmla="*/ 142746 h 361971"/>
              <a:gd name="connsiteX70" fmla="*/ 233233 w 362309"/>
              <a:gd name="connsiteY70" fmla="*/ 142299 h 361971"/>
              <a:gd name="connsiteX71" fmla="*/ 230038 w 362309"/>
              <a:gd name="connsiteY71" fmla="*/ 144725 h 361971"/>
              <a:gd name="connsiteX72" fmla="*/ 218217 w 362309"/>
              <a:gd name="connsiteY72" fmla="*/ 165218 h 361971"/>
              <a:gd name="connsiteX73" fmla="*/ 209462 w 362309"/>
              <a:gd name="connsiteY73" fmla="*/ 167580 h 361971"/>
              <a:gd name="connsiteX74" fmla="*/ 207098 w 362309"/>
              <a:gd name="connsiteY74" fmla="*/ 158834 h 361971"/>
              <a:gd name="connsiteX75" fmla="*/ 236684 w 362309"/>
              <a:gd name="connsiteY75" fmla="*/ 107634 h 361971"/>
              <a:gd name="connsiteX76" fmla="*/ 234703 w 362309"/>
              <a:gd name="connsiteY76" fmla="*/ 100229 h 361971"/>
              <a:gd name="connsiteX77" fmla="*/ 230485 w 362309"/>
              <a:gd name="connsiteY77" fmla="*/ 99782 h 361971"/>
              <a:gd name="connsiteX78" fmla="*/ 227291 w 362309"/>
              <a:gd name="connsiteY78" fmla="*/ 102208 h 361971"/>
              <a:gd name="connsiteX79" fmla="*/ 177002 w 362309"/>
              <a:gd name="connsiteY79" fmla="*/ 189221 h 361971"/>
              <a:gd name="connsiteX80" fmla="*/ 171443 w 362309"/>
              <a:gd name="connsiteY80" fmla="*/ 192413 h 361971"/>
              <a:gd name="connsiteX81" fmla="*/ 168248 w 362309"/>
              <a:gd name="connsiteY81" fmla="*/ 191583 h 361971"/>
              <a:gd name="connsiteX82" fmla="*/ 165691 w 362309"/>
              <a:gd name="connsiteY82" fmla="*/ 188583 h 361971"/>
              <a:gd name="connsiteX83" fmla="*/ 165563 w 362309"/>
              <a:gd name="connsiteY83" fmla="*/ 188647 h 361971"/>
              <a:gd name="connsiteX84" fmla="*/ 154381 w 362309"/>
              <a:gd name="connsiteY84" fmla="*/ 163047 h 361971"/>
              <a:gd name="connsiteX85" fmla="*/ 138342 w 362309"/>
              <a:gd name="connsiteY85" fmla="*/ 155131 h 361971"/>
              <a:gd name="connsiteX86" fmla="*/ 137831 w 362309"/>
              <a:gd name="connsiteY86" fmla="*/ 158834 h 361971"/>
              <a:gd name="connsiteX87" fmla="*/ 154253 w 362309"/>
              <a:gd name="connsiteY87" fmla="*/ 216928 h 361971"/>
              <a:gd name="connsiteX88" fmla="*/ 149589 w 362309"/>
              <a:gd name="connsiteY88" fmla="*/ 248528 h 361971"/>
              <a:gd name="connsiteX89" fmla="*/ 143646 w 362309"/>
              <a:gd name="connsiteY89" fmla="*/ 258743 h 361971"/>
              <a:gd name="connsiteX90" fmla="*/ 138086 w 362309"/>
              <a:gd name="connsiteY90" fmla="*/ 261935 h 361971"/>
              <a:gd name="connsiteX91" fmla="*/ 134891 w 362309"/>
              <a:gd name="connsiteY91" fmla="*/ 261105 h 361971"/>
              <a:gd name="connsiteX92" fmla="*/ 132527 w 362309"/>
              <a:gd name="connsiteY92" fmla="*/ 252359 h 361971"/>
              <a:gd name="connsiteX93" fmla="*/ 138470 w 362309"/>
              <a:gd name="connsiteY93" fmla="*/ 242144 h 361971"/>
              <a:gd name="connsiteX94" fmla="*/ 141793 w 362309"/>
              <a:gd name="connsiteY94" fmla="*/ 219800 h 361971"/>
              <a:gd name="connsiteX95" fmla="*/ 125626 w 362309"/>
              <a:gd name="connsiteY95" fmla="*/ 162472 h 361971"/>
              <a:gd name="connsiteX96" fmla="*/ 134062 w 362309"/>
              <a:gd name="connsiteY96" fmla="*/ 143065 h 361971"/>
              <a:gd name="connsiteX97" fmla="*/ 166202 w 362309"/>
              <a:gd name="connsiteY97" fmla="*/ 158004 h 361971"/>
              <a:gd name="connsiteX98" fmla="*/ 172209 w 362309"/>
              <a:gd name="connsiteY98" fmla="*/ 171857 h 361971"/>
              <a:gd name="connsiteX99" fmla="*/ 216172 w 362309"/>
              <a:gd name="connsiteY99" fmla="*/ 95760 h 361971"/>
              <a:gd name="connsiteX100" fmla="*/ 227163 w 362309"/>
              <a:gd name="connsiteY100" fmla="*/ 87333 h 361971"/>
              <a:gd name="connsiteX101" fmla="*/ 241093 w 362309"/>
              <a:gd name="connsiteY101" fmla="*/ 89057 h 361971"/>
              <a:gd name="connsiteX102" fmla="*/ 247738 w 362309"/>
              <a:gd name="connsiteY102" fmla="*/ 113954 h 361971"/>
              <a:gd name="connsiteX103" fmla="*/ 238601 w 362309"/>
              <a:gd name="connsiteY103" fmla="*/ 129723 h 361971"/>
              <a:gd name="connsiteX104" fmla="*/ 243776 w 362309"/>
              <a:gd name="connsiteY104" fmla="*/ 131638 h 361971"/>
              <a:gd name="connsiteX105" fmla="*/ 252275 w 362309"/>
              <a:gd name="connsiteY105" fmla="*/ 151620 h 361971"/>
              <a:gd name="connsiteX106" fmla="*/ 258346 w 362309"/>
              <a:gd name="connsiteY106" fmla="*/ 153726 h 361971"/>
              <a:gd name="connsiteX107" fmla="*/ 266653 w 362309"/>
              <a:gd name="connsiteY107" fmla="*/ 164324 h 361971"/>
              <a:gd name="connsiteX108" fmla="*/ 266844 w 362309"/>
              <a:gd name="connsiteY108" fmla="*/ 173708 h 361971"/>
              <a:gd name="connsiteX109" fmla="*/ 272915 w 362309"/>
              <a:gd name="connsiteY109" fmla="*/ 175815 h 361971"/>
              <a:gd name="connsiteX110" fmla="*/ 279752 w 362309"/>
              <a:gd name="connsiteY110" fmla="*/ 20064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362309" h="361971">
                <a:moveTo>
                  <a:pt x="181155" y="0"/>
                </a:moveTo>
                <a:cubicBezTo>
                  <a:pt x="81089" y="0"/>
                  <a:pt x="0" y="81013"/>
                  <a:pt x="0" y="180986"/>
                </a:cubicBezTo>
                <a:cubicBezTo>
                  <a:pt x="0" y="280959"/>
                  <a:pt x="81089" y="361972"/>
                  <a:pt x="181155" y="361972"/>
                </a:cubicBezTo>
                <a:cubicBezTo>
                  <a:pt x="281221" y="361972"/>
                  <a:pt x="362310" y="280959"/>
                  <a:pt x="362310" y="180986"/>
                </a:cubicBezTo>
                <a:cubicBezTo>
                  <a:pt x="362310" y="81013"/>
                  <a:pt x="281157" y="0"/>
                  <a:pt x="181155" y="0"/>
                </a:cubicBezTo>
                <a:close/>
                <a:moveTo>
                  <a:pt x="187736" y="86120"/>
                </a:moveTo>
                <a:cubicBezTo>
                  <a:pt x="200900" y="63329"/>
                  <a:pt x="230230" y="55477"/>
                  <a:pt x="253042" y="68628"/>
                </a:cubicBezTo>
                <a:cubicBezTo>
                  <a:pt x="275854" y="81779"/>
                  <a:pt x="283713" y="111081"/>
                  <a:pt x="270551" y="133872"/>
                </a:cubicBezTo>
                <a:cubicBezTo>
                  <a:pt x="269400" y="135851"/>
                  <a:pt x="268122" y="137766"/>
                  <a:pt x="266716" y="139554"/>
                </a:cubicBezTo>
                <a:cubicBezTo>
                  <a:pt x="265438" y="141150"/>
                  <a:pt x="263585" y="141980"/>
                  <a:pt x="261668" y="141980"/>
                </a:cubicBezTo>
                <a:cubicBezTo>
                  <a:pt x="260263" y="141980"/>
                  <a:pt x="258920" y="141533"/>
                  <a:pt x="257707" y="140639"/>
                </a:cubicBezTo>
                <a:cubicBezTo>
                  <a:pt x="254959" y="138469"/>
                  <a:pt x="254448" y="134447"/>
                  <a:pt x="256620" y="131702"/>
                </a:cubicBezTo>
                <a:cubicBezTo>
                  <a:pt x="257643" y="130425"/>
                  <a:pt x="258601" y="129020"/>
                  <a:pt x="259432" y="127552"/>
                </a:cubicBezTo>
                <a:cubicBezTo>
                  <a:pt x="269080" y="110826"/>
                  <a:pt x="263330" y="89376"/>
                  <a:pt x="246588" y="79736"/>
                </a:cubicBezTo>
                <a:cubicBezTo>
                  <a:pt x="229847" y="70096"/>
                  <a:pt x="208376" y="75842"/>
                  <a:pt x="198728" y="92568"/>
                </a:cubicBezTo>
                <a:cubicBezTo>
                  <a:pt x="195149" y="98824"/>
                  <a:pt x="193551" y="105847"/>
                  <a:pt x="194190" y="112997"/>
                </a:cubicBezTo>
                <a:cubicBezTo>
                  <a:pt x="194510" y="116508"/>
                  <a:pt x="191890" y="119572"/>
                  <a:pt x="188376" y="119891"/>
                </a:cubicBezTo>
                <a:cubicBezTo>
                  <a:pt x="184733" y="120210"/>
                  <a:pt x="181794" y="117593"/>
                  <a:pt x="181474" y="114082"/>
                </a:cubicBezTo>
                <a:cubicBezTo>
                  <a:pt x="180644" y="104314"/>
                  <a:pt x="182816" y="94675"/>
                  <a:pt x="187736" y="86120"/>
                </a:cubicBezTo>
                <a:close/>
                <a:moveTo>
                  <a:pt x="108757" y="114529"/>
                </a:moveTo>
                <a:cubicBezTo>
                  <a:pt x="107479" y="115806"/>
                  <a:pt x="105882" y="116380"/>
                  <a:pt x="104220" y="116380"/>
                </a:cubicBezTo>
                <a:cubicBezTo>
                  <a:pt x="102559" y="116380"/>
                  <a:pt x="100961" y="115742"/>
                  <a:pt x="99684" y="114529"/>
                </a:cubicBezTo>
                <a:lnTo>
                  <a:pt x="81919" y="96781"/>
                </a:lnTo>
                <a:cubicBezTo>
                  <a:pt x="81345" y="96207"/>
                  <a:pt x="80833" y="95504"/>
                  <a:pt x="80514" y="94675"/>
                </a:cubicBezTo>
                <a:cubicBezTo>
                  <a:pt x="79874" y="93142"/>
                  <a:pt x="79874" y="91355"/>
                  <a:pt x="80514" y="89823"/>
                </a:cubicBezTo>
                <a:cubicBezTo>
                  <a:pt x="80833" y="89057"/>
                  <a:pt x="81281" y="88354"/>
                  <a:pt x="81919" y="87716"/>
                </a:cubicBezTo>
                <a:lnTo>
                  <a:pt x="99684" y="69968"/>
                </a:lnTo>
                <a:cubicBezTo>
                  <a:pt x="102175" y="67479"/>
                  <a:pt x="106201" y="67479"/>
                  <a:pt x="108693" y="69968"/>
                </a:cubicBezTo>
                <a:cubicBezTo>
                  <a:pt x="111185" y="72458"/>
                  <a:pt x="111185" y="76480"/>
                  <a:pt x="108693" y="78970"/>
                </a:cubicBezTo>
                <a:lnTo>
                  <a:pt x="101856" y="85801"/>
                </a:lnTo>
                <a:lnTo>
                  <a:pt x="157448" y="85801"/>
                </a:lnTo>
                <a:cubicBezTo>
                  <a:pt x="160963" y="85801"/>
                  <a:pt x="163838" y="88674"/>
                  <a:pt x="163838" y="92185"/>
                </a:cubicBezTo>
                <a:cubicBezTo>
                  <a:pt x="163838" y="95696"/>
                  <a:pt x="160963" y="98569"/>
                  <a:pt x="157448" y="98569"/>
                </a:cubicBezTo>
                <a:lnTo>
                  <a:pt x="101856" y="98569"/>
                </a:lnTo>
                <a:lnTo>
                  <a:pt x="108693" y="105400"/>
                </a:lnTo>
                <a:cubicBezTo>
                  <a:pt x="111249" y="108017"/>
                  <a:pt x="111249" y="112039"/>
                  <a:pt x="108757" y="114529"/>
                </a:cubicBezTo>
                <a:close/>
                <a:moveTo>
                  <a:pt x="279752" y="200649"/>
                </a:moveTo>
                <a:lnTo>
                  <a:pt x="253809" y="245528"/>
                </a:lnTo>
                <a:cubicBezTo>
                  <a:pt x="249655" y="252742"/>
                  <a:pt x="243904" y="258488"/>
                  <a:pt x="237130" y="262190"/>
                </a:cubicBezTo>
                <a:cubicBezTo>
                  <a:pt x="227482" y="267489"/>
                  <a:pt x="226843" y="268574"/>
                  <a:pt x="222562" y="276044"/>
                </a:cubicBezTo>
                <a:lnTo>
                  <a:pt x="210804" y="296408"/>
                </a:lnTo>
                <a:cubicBezTo>
                  <a:pt x="209590" y="298451"/>
                  <a:pt x="207482" y="299600"/>
                  <a:pt x="205245" y="299600"/>
                </a:cubicBezTo>
                <a:cubicBezTo>
                  <a:pt x="204159" y="299600"/>
                  <a:pt x="203072" y="299345"/>
                  <a:pt x="202050" y="298771"/>
                </a:cubicBezTo>
                <a:cubicBezTo>
                  <a:pt x="198983" y="296983"/>
                  <a:pt x="197961" y="293089"/>
                  <a:pt x="199686" y="290024"/>
                </a:cubicBezTo>
                <a:lnTo>
                  <a:pt x="211444" y="269660"/>
                </a:lnTo>
                <a:cubicBezTo>
                  <a:pt x="216555" y="260786"/>
                  <a:pt x="218791" y="257658"/>
                  <a:pt x="230932" y="250954"/>
                </a:cubicBezTo>
                <a:cubicBezTo>
                  <a:pt x="235661" y="248337"/>
                  <a:pt x="239751" y="244315"/>
                  <a:pt x="242690" y="239144"/>
                </a:cubicBezTo>
                <a:lnTo>
                  <a:pt x="268633" y="194201"/>
                </a:lnTo>
                <a:cubicBezTo>
                  <a:pt x="270231" y="191456"/>
                  <a:pt x="268889" y="188072"/>
                  <a:pt x="266653" y="186795"/>
                </a:cubicBezTo>
                <a:cubicBezTo>
                  <a:pt x="265438" y="186093"/>
                  <a:pt x="263905" y="185902"/>
                  <a:pt x="262435" y="186348"/>
                </a:cubicBezTo>
                <a:cubicBezTo>
                  <a:pt x="261477" y="186604"/>
                  <a:pt x="260135" y="187242"/>
                  <a:pt x="259240" y="188774"/>
                </a:cubicBezTo>
                <a:cubicBezTo>
                  <a:pt x="259240" y="188838"/>
                  <a:pt x="259176" y="188838"/>
                  <a:pt x="259176" y="188838"/>
                </a:cubicBezTo>
                <a:lnTo>
                  <a:pt x="251636" y="201861"/>
                </a:lnTo>
                <a:cubicBezTo>
                  <a:pt x="250422" y="203904"/>
                  <a:pt x="248313" y="205053"/>
                  <a:pt x="246077" y="205053"/>
                </a:cubicBezTo>
                <a:cubicBezTo>
                  <a:pt x="244991" y="205053"/>
                  <a:pt x="243904" y="204798"/>
                  <a:pt x="242882" y="204224"/>
                </a:cubicBezTo>
                <a:cubicBezTo>
                  <a:pt x="239815" y="202436"/>
                  <a:pt x="238792" y="198542"/>
                  <a:pt x="240581" y="195478"/>
                </a:cubicBezTo>
                <a:lnTo>
                  <a:pt x="254128" y="172112"/>
                </a:lnTo>
                <a:cubicBezTo>
                  <a:pt x="255087" y="170516"/>
                  <a:pt x="254895" y="168920"/>
                  <a:pt x="254576" y="167963"/>
                </a:cubicBezTo>
                <a:cubicBezTo>
                  <a:pt x="254192" y="166622"/>
                  <a:pt x="253233" y="165345"/>
                  <a:pt x="252083" y="164707"/>
                </a:cubicBezTo>
                <a:cubicBezTo>
                  <a:pt x="250869" y="164005"/>
                  <a:pt x="249335" y="163813"/>
                  <a:pt x="247866" y="164260"/>
                </a:cubicBezTo>
                <a:cubicBezTo>
                  <a:pt x="246907" y="164515"/>
                  <a:pt x="245566" y="165154"/>
                  <a:pt x="244671" y="166686"/>
                </a:cubicBezTo>
                <a:lnTo>
                  <a:pt x="235789" y="182071"/>
                </a:lnTo>
                <a:cubicBezTo>
                  <a:pt x="234575" y="184114"/>
                  <a:pt x="232466" y="185263"/>
                  <a:pt x="230230" y="185263"/>
                </a:cubicBezTo>
                <a:cubicBezTo>
                  <a:pt x="229143" y="185263"/>
                  <a:pt x="228057" y="185008"/>
                  <a:pt x="227035" y="184433"/>
                </a:cubicBezTo>
                <a:cubicBezTo>
                  <a:pt x="223968" y="182646"/>
                  <a:pt x="222945" y="178752"/>
                  <a:pt x="224670" y="175687"/>
                </a:cubicBezTo>
                <a:lnTo>
                  <a:pt x="233553" y="160366"/>
                </a:lnTo>
                <a:cubicBezTo>
                  <a:pt x="233553" y="160366"/>
                  <a:pt x="233553" y="160366"/>
                  <a:pt x="233553" y="160366"/>
                </a:cubicBezTo>
                <a:cubicBezTo>
                  <a:pt x="233553" y="160366"/>
                  <a:pt x="233553" y="160366"/>
                  <a:pt x="233553" y="160366"/>
                </a:cubicBezTo>
                <a:lnTo>
                  <a:pt x="239432" y="150151"/>
                </a:lnTo>
                <a:cubicBezTo>
                  <a:pt x="241029" y="147406"/>
                  <a:pt x="239687" y="144023"/>
                  <a:pt x="237450" y="142746"/>
                </a:cubicBezTo>
                <a:cubicBezTo>
                  <a:pt x="236237" y="142044"/>
                  <a:pt x="234703" y="141852"/>
                  <a:pt x="233233" y="142299"/>
                </a:cubicBezTo>
                <a:cubicBezTo>
                  <a:pt x="232275" y="142554"/>
                  <a:pt x="230932" y="143193"/>
                  <a:pt x="230038" y="144725"/>
                </a:cubicBezTo>
                <a:lnTo>
                  <a:pt x="218217" y="165218"/>
                </a:lnTo>
                <a:cubicBezTo>
                  <a:pt x="216427" y="168282"/>
                  <a:pt x="212529" y="169303"/>
                  <a:pt x="209462" y="167580"/>
                </a:cubicBezTo>
                <a:cubicBezTo>
                  <a:pt x="206395" y="165792"/>
                  <a:pt x="205373" y="161898"/>
                  <a:pt x="207098" y="158834"/>
                </a:cubicBezTo>
                <a:lnTo>
                  <a:pt x="236684" y="107634"/>
                </a:lnTo>
                <a:cubicBezTo>
                  <a:pt x="238281" y="104889"/>
                  <a:pt x="236939" y="101505"/>
                  <a:pt x="234703" y="100229"/>
                </a:cubicBezTo>
                <a:cubicBezTo>
                  <a:pt x="233489" y="99526"/>
                  <a:pt x="231955" y="99335"/>
                  <a:pt x="230485" y="99782"/>
                </a:cubicBezTo>
                <a:cubicBezTo>
                  <a:pt x="229527" y="100037"/>
                  <a:pt x="228185" y="100676"/>
                  <a:pt x="227291" y="102208"/>
                </a:cubicBezTo>
                <a:lnTo>
                  <a:pt x="177002" y="189221"/>
                </a:lnTo>
                <a:cubicBezTo>
                  <a:pt x="175787" y="191264"/>
                  <a:pt x="173679" y="192413"/>
                  <a:pt x="171443" y="192413"/>
                </a:cubicBezTo>
                <a:cubicBezTo>
                  <a:pt x="170356" y="192413"/>
                  <a:pt x="169269" y="192158"/>
                  <a:pt x="168248" y="191583"/>
                </a:cubicBezTo>
                <a:cubicBezTo>
                  <a:pt x="167033" y="190881"/>
                  <a:pt x="166202" y="189796"/>
                  <a:pt x="165691" y="188583"/>
                </a:cubicBezTo>
                <a:lnTo>
                  <a:pt x="165563" y="188647"/>
                </a:lnTo>
                <a:cubicBezTo>
                  <a:pt x="165563" y="188647"/>
                  <a:pt x="157832" y="171155"/>
                  <a:pt x="154381" y="163047"/>
                </a:cubicBezTo>
                <a:cubicBezTo>
                  <a:pt x="151697" y="156727"/>
                  <a:pt x="142496" y="153599"/>
                  <a:pt x="138342" y="155131"/>
                </a:cubicBezTo>
                <a:cubicBezTo>
                  <a:pt x="137703" y="155386"/>
                  <a:pt x="136873" y="155642"/>
                  <a:pt x="137831" y="158834"/>
                </a:cubicBezTo>
                <a:cubicBezTo>
                  <a:pt x="142943" y="175687"/>
                  <a:pt x="151889" y="206713"/>
                  <a:pt x="154253" y="216928"/>
                </a:cubicBezTo>
                <a:cubicBezTo>
                  <a:pt x="156873" y="228291"/>
                  <a:pt x="156873" y="235888"/>
                  <a:pt x="149589" y="248528"/>
                </a:cubicBezTo>
                <a:lnTo>
                  <a:pt x="143646" y="258743"/>
                </a:lnTo>
                <a:cubicBezTo>
                  <a:pt x="142432" y="260786"/>
                  <a:pt x="140324" y="261935"/>
                  <a:pt x="138086" y="261935"/>
                </a:cubicBezTo>
                <a:cubicBezTo>
                  <a:pt x="137001" y="261935"/>
                  <a:pt x="135914" y="261680"/>
                  <a:pt x="134891" y="261105"/>
                </a:cubicBezTo>
                <a:cubicBezTo>
                  <a:pt x="131824" y="259317"/>
                  <a:pt x="130803" y="255423"/>
                  <a:pt x="132527" y="252359"/>
                </a:cubicBezTo>
                <a:lnTo>
                  <a:pt x="138470" y="242144"/>
                </a:lnTo>
                <a:cubicBezTo>
                  <a:pt x="143965" y="232632"/>
                  <a:pt x="143710" y="228227"/>
                  <a:pt x="141793" y="219800"/>
                </a:cubicBezTo>
                <a:cubicBezTo>
                  <a:pt x="139684" y="210735"/>
                  <a:pt x="131250" y="181050"/>
                  <a:pt x="125626" y="162472"/>
                </a:cubicBezTo>
                <a:cubicBezTo>
                  <a:pt x="122367" y="151620"/>
                  <a:pt x="128119" y="145236"/>
                  <a:pt x="134062" y="143065"/>
                </a:cubicBezTo>
                <a:cubicBezTo>
                  <a:pt x="144413" y="139299"/>
                  <a:pt x="160707" y="145044"/>
                  <a:pt x="166202" y="158004"/>
                </a:cubicBezTo>
                <a:cubicBezTo>
                  <a:pt x="167736" y="161579"/>
                  <a:pt x="170100" y="167005"/>
                  <a:pt x="172209" y="171857"/>
                </a:cubicBezTo>
                <a:lnTo>
                  <a:pt x="216172" y="95760"/>
                </a:lnTo>
                <a:cubicBezTo>
                  <a:pt x="218600" y="91610"/>
                  <a:pt x="222434" y="88610"/>
                  <a:pt x="227163" y="87333"/>
                </a:cubicBezTo>
                <a:cubicBezTo>
                  <a:pt x="231891" y="86056"/>
                  <a:pt x="236939" y="86695"/>
                  <a:pt x="241093" y="89057"/>
                </a:cubicBezTo>
                <a:cubicBezTo>
                  <a:pt x="249783" y="94100"/>
                  <a:pt x="252786" y="105208"/>
                  <a:pt x="247738" y="113954"/>
                </a:cubicBezTo>
                <a:lnTo>
                  <a:pt x="238601" y="129723"/>
                </a:lnTo>
                <a:cubicBezTo>
                  <a:pt x="240389" y="130106"/>
                  <a:pt x="242179" y="130680"/>
                  <a:pt x="243776" y="131638"/>
                </a:cubicBezTo>
                <a:cubicBezTo>
                  <a:pt x="250933" y="135724"/>
                  <a:pt x="254128" y="143959"/>
                  <a:pt x="252275" y="151620"/>
                </a:cubicBezTo>
                <a:cubicBezTo>
                  <a:pt x="254384" y="151939"/>
                  <a:pt x="256492" y="152641"/>
                  <a:pt x="258346" y="153726"/>
                </a:cubicBezTo>
                <a:cubicBezTo>
                  <a:pt x="262307" y="156025"/>
                  <a:pt x="265310" y="159855"/>
                  <a:pt x="266653" y="164324"/>
                </a:cubicBezTo>
                <a:cubicBezTo>
                  <a:pt x="267611" y="167452"/>
                  <a:pt x="267611" y="170644"/>
                  <a:pt x="266844" y="173708"/>
                </a:cubicBezTo>
                <a:cubicBezTo>
                  <a:pt x="268953" y="174027"/>
                  <a:pt x="271061" y="174730"/>
                  <a:pt x="272915" y="175815"/>
                </a:cubicBezTo>
                <a:cubicBezTo>
                  <a:pt x="281797" y="180794"/>
                  <a:pt x="284800" y="191966"/>
                  <a:pt x="279752" y="200649"/>
                </a:cubicBezTo>
                <a:close/>
              </a:path>
            </a:pathLst>
          </a:custGeom>
          <a:solidFill>
            <a:srgbClr val="00A3E0"/>
          </a:solidFill>
          <a:ln w="6390" cap="flat">
            <a:noFill/>
            <a:prstDash val="solid"/>
            <a:miter/>
          </a:ln>
        </p:spPr>
        <p:txBody>
          <a:bodyPr rtlCol="0" anchor="ctr"/>
          <a:lstStyle/>
          <a:p>
            <a:endParaRPr lang="en-US"/>
          </a:p>
        </p:txBody>
      </p:sp>
      <p:grpSp>
        <p:nvGrpSpPr>
          <p:cNvPr id="922" name="Graphic 4">
            <a:extLst>
              <a:ext uri="{FF2B5EF4-FFF2-40B4-BE49-F238E27FC236}">
                <a16:creationId xmlns:a16="http://schemas.microsoft.com/office/drawing/2014/main" id="{259A7F51-BC49-BB4B-854D-EE63F51154A1}"/>
              </a:ext>
            </a:extLst>
          </p:cNvPr>
          <p:cNvGrpSpPr/>
          <p:nvPr/>
        </p:nvGrpSpPr>
        <p:grpSpPr>
          <a:xfrm>
            <a:off x="6754355" y="2371109"/>
            <a:ext cx="362309" cy="361971"/>
            <a:chOff x="6754355" y="2371109"/>
            <a:chExt cx="362309" cy="361971"/>
          </a:xfrm>
          <a:solidFill>
            <a:srgbClr val="00A3E0"/>
          </a:solidFill>
        </p:grpSpPr>
        <p:sp>
          <p:nvSpPr>
            <p:cNvPr id="923" name="Freeform 922">
              <a:extLst>
                <a:ext uri="{FF2B5EF4-FFF2-40B4-BE49-F238E27FC236}">
                  <a16:creationId xmlns:a16="http://schemas.microsoft.com/office/drawing/2014/main" id="{511524F3-453D-D84A-9191-4783F3FEA87C}"/>
                </a:ext>
              </a:extLst>
            </p:cNvPr>
            <p:cNvSpPr/>
            <p:nvPr/>
          </p:nvSpPr>
          <p:spPr>
            <a:xfrm>
              <a:off x="6754355" y="2371109"/>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09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29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09" y="280959"/>
                    <a:pt x="362309" y="180986"/>
                  </a:cubicBezTo>
                  <a:cubicBezTo>
                    <a:pt x="362309" y="81013"/>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29" y="88163"/>
                    <a:pt x="349529" y="180922"/>
                  </a:cubicBezTo>
                  <a:cubicBezTo>
                    <a:pt x="349529" y="273681"/>
                    <a:pt x="274001"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924" name="Freeform 923">
              <a:extLst>
                <a:ext uri="{FF2B5EF4-FFF2-40B4-BE49-F238E27FC236}">
                  <a16:creationId xmlns:a16="http://schemas.microsoft.com/office/drawing/2014/main" id="{EAAB8848-1F1F-BE49-B13E-A2D9B4D7FFB7}"/>
                </a:ext>
              </a:extLst>
            </p:cNvPr>
            <p:cNvSpPr/>
            <p:nvPr/>
          </p:nvSpPr>
          <p:spPr>
            <a:xfrm>
              <a:off x="6929183" y="2456272"/>
              <a:ext cx="124603" cy="191583"/>
            </a:xfrm>
            <a:custGeom>
              <a:avLst/>
              <a:gdLst>
                <a:gd name="connsiteX0" fmla="*/ 107031 w 124603"/>
                <a:gd name="connsiteY0" fmla="*/ 61478 h 191583"/>
                <a:gd name="connsiteX1" fmla="*/ 101344 w 124603"/>
                <a:gd name="connsiteY1" fmla="*/ 62563 h 191583"/>
                <a:gd name="connsiteX2" fmla="*/ 84667 w 124603"/>
                <a:gd name="connsiteY2" fmla="*/ 50306 h 191583"/>
                <a:gd name="connsiteX3" fmla="*/ 79874 w 124603"/>
                <a:gd name="connsiteY3" fmla="*/ 51072 h 191583"/>
                <a:gd name="connsiteX4" fmla="*/ 79874 w 124603"/>
                <a:gd name="connsiteY4" fmla="*/ 17556 h 191583"/>
                <a:gd name="connsiteX5" fmla="*/ 62302 w 124603"/>
                <a:gd name="connsiteY5" fmla="*/ 0 h 191583"/>
                <a:gd name="connsiteX6" fmla="*/ 49841 w 124603"/>
                <a:gd name="connsiteY6" fmla="*/ 5235 h 191583"/>
                <a:gd name="connsiteX7" fmla="*/ 47925 w 124603"/>
                <a:gd name="connsiteY7" fmla="*/ 7597 h 191583"/>
                <a:gd name="connsiteX8" fmla="*/ 39937 w 124603"/>
                <a:gd name="connsiteY8" fmla="*/ 5618 h 191583"/>
                <a:gd name="connsiteX9" fmla="*/ 27476 w 124603"/>
                <a:gd name="connsiteY9" fmla="*/ 10853 h 191583"/>
                <a:gd name="connsiteX10" fmla="*/ 22365 w 124603"/>
                <a:gd name="connsiteY10" fmla="*/ 23174 h 191583"/>
                <a:gd name="connsiteX11" fmla="*/ 22365 w 124603"/>
                <a:gd name="connsiteY11" fmla="*/ 65500 h 191583"/>
                <a:gd name="connsiteX12" fmla="*/ 20959 w 124603"/>
                <a:gd name="connsiteY12" fmla="*/ 64670 h 191583"/>
                <a:gd name="connsiteX13" fmla="*/ 6837 w 124603"/>
                <a:gd name="connsiteY13" fmla="*/ 65308 h 191583"/>
                <a:gd name="connsiteX14" fmla="*/ 0 w 124603"/>
                <a:gd name="connsiteY14" fmla="*/ 77565 h 191583"/>
                <a:gd name="connsiteX15" fmla="*/ 0 w 124603"/>
                <a:gd name="connsiteY15" fmla="*/ 118168 h 191583"/>
                <a:gd name="connsiteX16" fmla="*/ 15591 w 124603"/>
                <a:gd name="connsiteY16" fmla="*/ 152960 h 191583"/>
                <a:gd name="connsiteX17" fmla="*/ 27988 w 124603"/>
                <a:gd name="connsiteY17" fmla="*/ 174027 h 191583"/>
                <a:gd name="connsiteX18" fmla="*/ 27988 w 124603"/>
                <a:gd name="connsiteY18" fmla="*/ 185199 h 191583"/>
                <a:gd name="connsiteX19" fmla="*/ 34378 w 124603"/>
                <a:gd name="connsiteY19" fmla="*/ 191583 h 191583"/>
                <a:gd name="connsiteX20" fmla="*/ 40768 w 124603"/>
                <a:gd name="connsiteY20" fmla="*/ 185199 h 191583"/>
                <a:gd name="connsiteX21" fmla="*/ 40768 w 124603"/>
                <a:gd name="connsiteY21" fmla="*/ 174027 h 191583"/>
                <a:gd name="connsiteX22" fmla="*/ 23962 w 124603"/>
                <a:gd name="connsiteY22" fmla="*/ 143320 h 191583"/>
                <a:gd name="connsiteX23" fmla="*/ 12780 w 124603"/>
                <a:gd name="connsiteY23" fmla="*/ 118104 h 191583"/>
                <a:gd name="connsiteX24" fmla="*/ 12780 w 124603"/>
                <a:gd name="connsiteY24" fmla="*/ 77501 h 191583"/>
                <a:gd name="connsiteX25" fmla="*/ 13547 w 124603"/>
                <a:gd name="connsiteY25" fmla="*/ 76097 h 191583"/>
                <a:gd name="connsiteX26" fmla="*/ 15272 w 124603"/>
                <a:gd name="connsiteY26" fmla="*/ 76033 h 191583"/>
                <a:gd name="connsiteX27" fmla="*/ 22365 w 124603"/>
                <a:gd name="connsiteY27" fmla="*/ 90142 h 191583"/>
                <a:gd name="connsiteX28" fmla="*/ 22365 w 124603"/>
                <a:gd name="connsiteY28" fmla="*/ 101314 h 191583"/>
                <a:gd name="connsiteX29" fmla="*/ 28755 w 124603"/>
                <a:gd name="connsiteY29" fmla="*/ 107698 h 191583"/>
                <a:gd name="connsiteX30" fmla="*/ 35145 w 124603"/>
                <a:gd name="connsiteY30" fmla="*/ 101314 h 191583"/>
                <a:gd name="connsiteX31" fmla="*/ 35145 w 124603"/>
                <a:gd name="connsiteY31" fmla="*/ 23046 h 191583"/>
                <a:gd name="connsiteX32" fmla="*/ 36486 w 124603"/>
                <a:gd name="connsiteY32" fmla="*/ 19726 h 191583"/>
                <a:gd name="connsiteX33" fmla="*/ 39937 w 124603"/>
                <a:gd name="connsiteY33" fmla="*/ 18194 h 191583"/>
                <a:gd name="connsiteX34" fmla="*/ 44730 w 124603"/>
                <a:gd name="connsiteY34" fmla="*/ 22982 h 191583"/>
                <a:gd name="connsiteX35" fmla="*/ 44730 w 124603"/>
                <a:gd name="connsiteY35" fmla="*/ 78906 h 191583"/>
                <a:gd name="connsiteX36" fmla="*/ 51119 w 124603"/>
                <a:gd name="connsiteY36" fmla="*/ 85290 h 191583"/>
                <a:gd name="connsiteX37" fmla="*/ 57509 w 124603"/>
                <a:gd name="connsiteY37" fmla="*/ 78906 h 191583"/>
                <a:gd name="connsiteX38" fmla="*/ 57509 w 124603"/>
                <a:gd name="connsiteY38" fmla="*/ 17428 h 191583"/>
                <a:gd name="connsiteX39" fmla="*/ 58851 w 124603"/>
                <a:gd name="connsiteY39" fmla="*/ 14172 h 191583"/>
                <a:gd name="connsiteX40" fmla="*/ 62302 w 124603"/>
                <a:gd name="connsiteY40" fmla="*/ 12640 h 191583"/>
                <a:gd name="connsiteX41" fmla="*/ 67094 w 124603"/>
                <a:gd name="connsiteY41" fmla="*/ 17428 h 191583"/>
                <a:gd name="connsiteX42" fmla="*/ 67094 w 124603"/>
                <a:gd name="connsiteY42" fmla="*/ 67734 h 191583"/>
                <a:gd name="connsiteX43" fmla="*/ 67094 w 124603"/>
                <a:gd name="connsiteY43" fmla="*/ 67798 h 191583"/>
                <a:gd name="connsiteX44" fmla="*/ 67094 w 124603"/>
                <a:gd name="connsiteY44" fmla="*/ 67798 h 191583"/>
                <a:gd name="connsiteX45" fmla="*/ 67094 w 124603"/>
                <a:gd name="connsiteY45" fmla="*/ 84524 h 191583"/>
                <a:gd name="connsiteX46" fmla="*/ 73484 w 124603"/>
                <a:gd name="connsiteY46" fmla="*/ 90908 h 191583"/>
                <a:gd name="connsiteX47" fmla="*/ 79874 w 124603"/>
                <a:gd name="connsiteY47" fmla="*/ 84524 h 191583"/>
                <a:gd name="connsiteX48" fmla="*/ 79874 w 124603"/>
                <a:gd name="connsiteY48" fmla="*/ 67734 h 191583"/>
                <a:gd name="connsiteX49" fmla="*/ 81216 w 124603"/>
                <a:gd name="connsiteY49" fmla="*/ 64478 h 191583"/>
                <a:gd name="connsiteX50" fmla="*/ 84667 w 124603"/>
                <a:gd name="connsiteY50" fmla="*/ 62946 h 191583"/>
                <a:gd name="connsiteX51" fmla="*/ 89459 w 124603"/>
                <a:gd name="connsiteY51" fmla="*/ 67734 h 191583"/>
                <a:gd name="connsiteX52" fmla="*/ 89459 w 124603"/>
                <a:gd name="connsiteY52" fmla="*/ 78906 h 191583"/>
                <a:gd name="connsiteX53" fmla="*/ 89459 w 124603"/>
                <a:gd name="connsiteY53" fmla="*/ 78970 h 191583"/>
                <a:gd name="connsiteX54" fmla="*/ 89459 w 124603"/>
                <a:gd name="connsiteY54" fmla="*/ 78970 h 191583"/>
                <a:gd name="connsiteX55" fmla="*/ 89459 w 124603"/>
                <a:gd name="connsiteY55" fmla="*/ 93270 h 191583"/>
                <a:gd name="connsiteX56" fmla="*/ 95849 w 124603"/>
                <a:gd name="connsiteY56" fmla="*/ 99654 h 191583"/>
                <a:gd name="connsiteX57" fmla="*/ 102239 w 124603"/>
                <a:gd name="connsiteY57" fmla="*/ 93270 h 191583"/>
                <a:gd name="connsiteX58" fmla="*/ 102239 w 124603"/>
                <a:gd name="connsiteY58" fmla="*/ 78906 h 191583"/>
                <a:gd name="connsiteX59" fmla="*/ 103581 w 124603"/>
                <a:gd name="connsiteY59" fmla="*/ 75650 h 191583"/>
                <a:gd name="connsiteX60" fmla="*/ 107031 w 124603"/>
                <a:gd name="connsiteY60" fmla="*/ 74118 h 191583"/>
                <a:gd name="connsiteX61" fmla="*/ 111824 w 124603"/>
                <a:gd name="connsiteY61" fmla="*/ 78906 h 191583"/>
                <a:gd name="connsiteX62" fmla="*/ 111824 w 124603"/>
                <a:gd name="connsiteY62" fmla="*/ 127999 h 191583"/>
                <a:gd name="connsiteX63" fmla="*/ 107798 w 124603"/>
                <a:gd name="connsiteY63" fmla="*/ 143065 h 191583"/>
                <a:gd name="connsiteX64" fmla="*/ 100642 w 124603"/>
                <a:gd name="connsiteY64" fmla="*/ 168346 h 191583"/>
                <a:gd name="connsiteX65" fmla="*/ 100642 w 124603"/>
                <a:gd name="connsiteY65" fmla="*/ 185135 h 191583"/>
                <a:gd name="connsiteX66" fmla="*/ 107031 w 124603"/>
                <a:gd name="connsiteY66" fmla="*/ 191519 h 191583"/>
                <a:gd name="connsiteX67" fmla="*/ 113421 w 124603"/>
                <a:gd name="connsiteY67" fmla="*/ 185135 h 191583"/>
                <a:gd name="connsiteX68" fmla="*/ 113421 w 124603"/>
                <a:gd name="connsiteY68" fmla="*/ 168346 h 191583"/>
                <a:gd name="connsiteX69" fmla="*/ 118789 w 124603"/>
                <a:gd name="connsiteY69" fmla="*/ 149641 h 191583"/>
                <a:gd name="connsiteX70" fmla="*/ 124604 w 124603"/>
                <a:gd name="connsiteY70" fmla="*/ 127999 h 191583"/>
                <a:gd name="connsiteX71" fmla="*/ 124604 w 124603"/>
                <a:gd name="connsiteY71" fmla="*/ 78906 h 191583"/>
                <a:gd name="connsiteX72" fmla="*/ 107031 w 124603"/>
                <a:gd name="connsiteY72" fmla="*/ 61478 h 191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24603" h="191583">
                  <a:moveTo>
                    <a:pt x="107031" y="61478"/>
                  </a:moveTo>
                  <a:cubicBezTo>
                    <a:pt x="105114" y="61478"/>
                    <a:pt x="103134" y="61861"/>
                    <a:pt x="101344" y="62563"/>
                  </a:cubicBezTo>
                  <a:cubicBezTo>
                    <a:pt x="99044" y="55477"/>
                    <a:pt x="92526" y="50306"/>
                    <a:pt x="84667" y="50306"/>
                  </a:cubicBezTo>
                  <a:cubicBezTo>
                    <a:pt x="83005" y="50306"/>
                    <a:pt x="81408" y="50625"/>
                    <a:pt x="79874" y="51072"/>
                  </a:cubicBezTo>
                  <a:lnTo>
                    <a:pt x="79874" y="17556"/>
                  </a:lnTo>
                  <a:cubicBezTo>
                    <a:pt x="79874" y="7852"/>
                    <a:pt x="72015" y="0"/>
                    <a:pt x="62302" y="0"/>
                  </a:cubicBezTo>
                  <a:cubicBezTo>
                    <a:pt x="57701" y="0"/>
                    <a:pt x="53164" y="1915"/>
                    <a:pt x="49841" y="5235"/>
                  </a:cubicBezTo>
                  <a:cubicBezTo>
                    <a:pt x="49138" y="5937"/>
                    <a:pt x="48499" y="6767"/>
                    <a:pt x="47925" y="7597"/>
                  </a:cubicBezTo>
                  <a:cubicBezTo>
                    <a:pt x="45496" y="6384"/>
                    <a:pt x="42812" y="5618"/>
                    <a:pt x="39937" y="5618"/>
                  </a:cubicBezTo>
                  <a:cubicBezTo>
                    <a:pt x="35337" y="5618"/>
                    <a:pt x="30799" y="7533"/>
                    <a:pt x="27476" y="10853"/>
                  </a:cubicBezTo>
                  <a:cubicBezTo>
                    <a:pt x="24154" y="14172"/>
                    <a:pt x="22365" y="18514"/>
                    <a:pt x="22365" y="23174"/>
                  </a:cubicBezTo>
                  <a:lnTo>
                    <a:pt x="22365" y="65500"/>
                  </a:lnTo>
                  <a:cubicBezTo>
                    <a:pt x="21917" y="65244"/>
                    <a:pt x="21470" y="64925"/>
                    <a:pt x="20959" y="64670"/>
                  </a:cubicBezTo>
                  <a:cubicBezTo>
                    <a:pt x="16422" y="62435"/>
                    <a:pt x="11118" y="62691"/>
                    <a:pt x="6837" y="65308"/>
                  </a:cubicBezTo>
                  <a:cubicBezTo>
                    <a:pt x="2556" y="67989"/>
                    <a:pt x="0" y="72522"/>
                    <a:pt x="0" y="77565"/>
                  </a:cubicBezTo>
                  <a:lnTo>
                    <a:pt x="0" y="118168"/>
                  </a:lnTo>
                  <a:cubicBezTo>
                    <a:pt x="0" y="131446"/>
                    <a:pt x="5815" y="144470"/>
                    <a:pt x="15591" y="152960"/>
                  </a:cubicBezTo>
                  <a:cubicBezTo>
                    <a:pt x="23259" y="159663"/>
                    <a:pt x="27988" y="164324"/>
                    <a:pt x="27988" y="174027"/>
                  </a:cubicBezTo>
                  <a:lnTo>
                    <a:pt x="27988" y="185199"/>
                  </a:lnTo>
                  <a:cubicBezTo>
                    <a:pt x="27988" y="188711"/>
                    <a:pt x="30863" y="191583"/>
                    <a:pt x="34378" y="191583"/>
                  </a:cubicBezTo>
                  <a:cubicBezTo>
                    <a:pt x="37892" y="191583"/>
                    <a:pt x="40768" y="188711"/>
                    <a:pt x="40768" y="185199"/>
                  </a:cubicBezTo>
                  <a:lnTo>
                    <a:pt x="40768" y="174027"/>
                  </a:lnTo>
                  <a:cubicBezTo>
                    <a:pt x="40768" y="158004"/>
                    <a:pt x="31439" y="149832"/>
                    <a:pt x="23962" y="143320"/>
                  </a:cubicBezTo>
                  <a:cubicBezTo>
                    <a:pt x="21342" y="141022"/>
                    <a:pt x="12780" y="132404"/>
                    <a:pt x="12780" y="118104"/>
                  </a:cubicBezTo>
                  <a:lnTo>
                    <a:pt x="12780" y="77501"/>
                  </a:lnTo>
                  <a:cubicBezTo>
                    <a:pt x="12780" y="76735"/>
                    <a:pt x="13227" y="76352"/>
                    <a:pt x="13547" y="76097"/>
                  </a:cubicBezTo>
                  <a:cubicBezTo>
                    <a:pt x="13866" y="75905"/>
                    <a:pt x="14505" y="75650"/>
                    <a:pt x="15272" y="76033"/>
                  </a:cubicBezTo>
                  <a:cubicBezTo>
                    <a:pt x="21150" y="78906"/>
                    <a:pt x="22365" y="85290"/>
                    <a:pt x="22365" y="90142"/>
                  </a:cubicBezTo>
                  <a:lnTo>
                    <a:pt x="22365" y="101314"/>
                  </a:lnTo>
                  <a:cubicBezTo>
                    <a:pt x="22365" y="104825"/>
                    <a:pt x="25240" y="107698"/>
                    <a:pt x="28755" y="107698"/>
                  </a:cubicBezTo>
                  <a:cubicBezTo>
                    <a:pt x="32269" y="107698"/>
                    <a:pt x="35145" y="104825"/>
                    <a:pt x="35145" y="101314"/>
                  </a:cubicBezTo>
                  <a:lnTo>
                    <a:pt x="35145" y="23046"/>
                  </a:lnTo>
                  <a:cubicBezTo>
                    <a:pt x="35145" y="21450"/>
                    <a:pt x="35911" y="20365"/>
                    <a:pt x="36486" y="19726"/>
                  </a:cubicBezTo>
                  <a:cubicBezTo>
                    <a:pt x="37445" y="18769"/>
                    <a:pt x="38723" y="18194"/>
                    <a:pt x="39937" y="18194"/>
                  </a:cubicBezTo>
                  <a:cubicBezTo>
                    <a:pt x="41918" y="18194"/>
                    <a:pt x="44730" y="19918"/>
                    <a:pt x="44730" y="22982"/>
                  </a:cubicBezTo>
                  <a:lnTo>
                    <a:pt x="44730" y="78906"/>
                  </a:lnTo>
                  <a:cubicBezTo>
                    <a:pt x="44730" y="82417"/>
                    <a:pt x="47605" y="85290"/>
                    <a:pt x="51119" y="85290"/>
                  </a:cubicBezTo>
                  <a:cubicBezTo>
                    <a:pt x="54633" y="85290"/>
                    <a:pt x="57509" y="82417"/>
                    <a:pt x="57509" y="78906"/>
                  </a:cubicBezTo>
                  <a:lnTo>
                    <a:pt x="57509" y="17428"/>
                  </a:lnTo>
                  <a:cubicBezTo>
                    <a:pt x="57509" y="15832"/>
                    <a:pt x="58276" y="14747"/>
                    <a:pt x="58851" y="14172"/>
                  </a:cubicBezTo>
                  <a:cubicBezTo>
                    <a:pt x="59810" y="13215"/>
                    <a:pt x="61087" y="12640"/>
                    <a:pt x="62302" y="12640"/>
                  </a:cubicBezTo>
                  <a:cubicBezTo>
                    <a:pt x="64282" y="12640"/>
                    <a:pt x="67094" y="14364"/>
                    <a:pt x="67094" y="17428"/>
                  </a:cubicBezTo>
                  <a:lnTo>
                    <a:pt x="67094" y="67734"/>
                  </a:lnTo>
                  <a:cubicBezTo>
                    <a:pt x="67094" y="67734"/>
                    <a:pt x="67094" y="67734"/>
                    <a:pt x="67094" y="67798"/>
                  </a:cubicBezTo>
                  <a:cubicBezTo>
                    <a:pt x="67094" y="67798"/>
                    <a:pt x="67094" y="67798"/>
                    <a:pt x="67094" y="67798"/>
                  </a:cubicBezTo>
                  <a:lnTo>
                    <a:pt x="67094" y="84524"/>
                  </a:lnTo>
                  <a:cubicBezTo>
                    <a:pt x="67094" y="88035"/>
                    <a:pt x="69970" y="90908"/>
                    <a:pt x="73484" y="90908"/>
                  </a:cubicBezTo>
                  <a:cubicBezTo>
                    <a:pt x="76998" y="90908"/>
                    <a:pt x="79874" y="88035"/>
                    <a:pt x="79874" y="84524"/>
                  </a:cubicBezTo>
                  <a:lnTo>
                    <a:pt x="79874" y="67734"/>
                  </a:lnTo>
                  <a:cubicBezTo>
                    <a:pt x="79874" y="66138"/>
                    <a:pt x="80641" y="65117"/>
                    <a:pt x="81216" y="64478"/>
                  </a:cubicBezTo>
                  <a:cubicBezTo>
                    <a:pt x="82175" y="63521"/>
                    <a:pt x="83452" y="62946"/>
                    <a:pt x="84667" y="62946"/>
                  </a:cubicBezTo>
                  <a:cubicBezTo>
                    <a:pt x="86647" y="62946"/>
                    <a:pt x="89459" y="64670"/>
                    <a:pt x="89459" y="67734"/>
                  </a:cubicBezTo>
                  <a:lnTo>
                    <a:pt x="89459" y="78906"/>
                  </a:lnTo>
                  <a:cubicBezTo>
                    <a:pt x="89459" y="78906"/>
                    <a:pt x="89459" y="78906"/>
                    <a:pt x="89459" y="78970"/>
                  </a:cubicBezTo>
                  <a:cubicBezTo>
                    <a:pt x="89459" y="78970"/>
                    <a:pt x="89459" y="78970"/>
                    <a:pt x="89459" y="78970"/>
                  </a:cubicBezTo>
                  <a:lnTo>
                    <a:pt x="89459" y="93270"/>
                  </a:lnTo>
                  <a:cubicBezTo>
                    <a:pt x="89459" y="96781"/>
                    <a:pt x="92334" y="99654"/>
                    <a:pt x="95849" y="99654"/>
                  </a:cubicBezTo>
                  <a:cubicBezTo>
                    <a:pt x="99363" y="99654"/>
                    <a:pt x="102239" y="96781"/>
                    <a:pt x="102239" y="93270"/>
                  </a:cubicBezTo>
                  <a:lnTo>
                    <a:pt x="102239" y="78906"/>
                  </a:lnTo>
                  <a:cubicBezTo>
                    <a:pt x="102239" y="77310"/>
                    <a:pt x="103006" y="76225"/>
                    <a:pt x="103581" y="75650"/>
                  </a:cubicBezTo>
                  <a:cubicBezTo>
                    <a:pt x="104539" y="74692"/>
                    <a:pt x="105817" y="74118"/>
                    <a:pt x="107031" y="74118"/>
                  </a:cubicBezTo>
                  <a:cubicBezTo>
                    <a:pt x="109012" y="74118"/>
                    <a:pt x="111824" y="75842"/>
                    <a:pt x="111824" y="78906"/>
                  </a:cubicBezTo>
                  <a:lnTo>
                    <a:pt x="111824" y="127999"/>
                  </a:lnTo>
                  <a:cubicBezTo>
                    <a:pt x="111824" y="133489"/>
                    <a:pt x="110418" y="138660"/>
                    <a:pt x="107798" y="143065"/>
                  </a:cubicBezTo>
                  <a:cubicBezTo>
                    <a:pt x="100961" y="154429"/>
                    <a:pt x="100642" y="158450"/>
                    <a:pt x="100642" y="168346"/>
                  </a:cubicBezTo>
                  <a:lnTo>
                    <a:pt x="100642" y="185135"/>
                  </a:lnTo>
                  <a:cubicBezTo>
                    <a:pt x="100642" y="188647"/>
                    <a:pt x="103517" y="191519"/>
                    <a:pt x="107031" y="191519"/>
                  </a:cubicBezTo>
                  <a:cubicBezTo>
                    <a:pt x="110545" y="191519"/>
                    <a:pt x="113421" y="188647"/>
                    <a:pt x="113421" y="185135"/>
                  </a:cubicBezTo>
                  <a:lnTo>
                    <a:pt x="113421" y="168346"/>
                  </a:lnTo>
                  <a:cubicBezTo>
                    <a:pt x="113421" y="160046"/>
                    <a:pt x="113421" y="158514"/>
                    <a:pt x="118789" y="149641"/>
                  </a:cubicBezTo>
                  <a:cubicBezTo>
                    <a:pt x="122623" y="143257"/>
                    <a:pt x="124604" y="135787"/>
                    <a:pt x="124604" y="127999"/>
                  </a:cubicBezTo>
                  <a:lnTo>
                    <a:pt x="124604" y="78906"/>
                  </a:lnTo>
                  <a:cubicBezTo>
                    <a:pt x="124604" y="69330"/>
                    <a:pt x="116744" y="61478"/>
                    <a:pt x="107031" y="61478"/>
                  </a:cubicBezTo>
                  <a:close/>
                </a:path>
              </a:pathLst>
            </a:custGeom>
            <a:solidFill>
              <a:srgbClr val="00A3E0"/>
            </a:solidFill>
            <a:ln w="6390" cap="flat">
              <a:noFill/>
              <a:prstDash val="solid"/>
              <a:miter/>
            </a:ln>
          </p:spPr>
          <p:txBody>
            <a:bodyPr rtlCol="0" anchor="ctr"/>
            <a:lstStyle/>
            <a:p>
              <a:endParaRPr lang="en-US"/>
            </a:p>
          </p:txBody>
        </p:sp>
        <p:sp>
          <p:nvSpPr>
            <p:cNvPr id="925" name="Freeform 924">
              <a:extLst>
                <a:ext uri="{FF2B5EF4-FFF2-40B4-BE49-F238E27FC236}">
                  <a16:creationId xmlns:a16="http://schemas.microsoft.com/office/drawing/2014/main" id="{F72F2987-9F2F-D74F-A711-8A476514F3E0}"/>
                </a:ext>
              </a:extLst>
            </p:cNvPr>
            <p:cNvSpPr/>
            <p:nvPr/>
          </p:nvSpPr>
          <p:spPr>
            <a:xfrm>
              <a:off x="6817232" y="2501007"/>
              <a:ext cx="91184" cy="46235"/>
            </a:xfrm>
            <a:custGeom>
              <a:avLst/>
              <a:gdLst>
                <a:gd name="connsiteX0" fmla="*/ 90610 w 91184"/>
                <a:gd name="connsiteY0" fmla="*/ 20636 h 46235"/>
                <a:gd name="connsiteX1" fmla="*/ 89203 w 91184"/>
                <a:gd name="connsiteY1" fmla="*/ 18593 h 46235"/>
                <a:gd name="connsiteX2" fmla="*/ 72398 w 91184"/>
                <a:gd name="connsiteY2" fmla="*/ 1867 h 46235"/>
                <a:gd name="connsiteX3" fmla="*/ 63388 w 91184"/>
                <a:gd name="connsiteY3" fmla="*/ 1867 h 46235"/>
                <a:gd name="connsiteX4" fmla="*/ 63388 w 91184"/>
                <a:gd name="connsiteY4" fmla="*/ 10869 h 46235"/>
                <a:gd name="connsiteX5" fmla="*/ 69267 w 91184"/>
                <a:gd name="connsiteY5" fmla="*/ 16742 h 46235"/>
                <a:gd name="connsiteX6" fmla="*/ 6390 w 91184"/>
                <a:gd name="connsiteY6" fmla="*/ 16742 h 46235"/>
                <a:gd name="connsiteX7" fmla="*/ 0 w 91184"/>
                <a:gd name="connsiteY7" fmla="*/ 23126 h 46235"/>
                <a:gd name="connsiteX8" fmla="*/ 6390 w 91184"/>
                <a:gd name="connsiteY8" fmla="*/ 29510 h 46235"/>
                <a:gd name="connsiteX9" fmla="*/ 69267 w 91184"/>
                <a:gd name="connsiteY9" fmla="*/ 29510 h 46235"/>
                <a:gd name="connsiteX10" fmla="*/ 63388 w 91184"/>
                <a:gd name="connsiteY10" fmla="*/ 35383 h 46235"/>
                <a:gd name="connsiteX11" fmla="*/ 63388 w 91184"/>
                <a:gd name="connsiteY11" fmla="*/ 44385 h 46235"/>
                <a:gd name="connsiteX12" fmla="*/ 67925 w 91184"/>
                <a:gd name="connsiteY12" fmla="*/ 46236 h 46235"/>
                <a:gd name="connsiteX13" fmla="*/ 72462 w 91184"/>
                <a:gd name="connsiteY13" fmla="*/ 44385 h 46235"/>
                <a:gd name="connsiteX14" fmla="*/ 89267 w 91184"/>
                <a:gd name="connsiteY14" fmla="*/ 27595 h 46235"/>
                <a:gd name="connsiteX15" fmla="*/ 90674 w 91184"/>
                <a:gd name="connsiteY15" fmla="*/ 25552 h 46235"/>
                <a:gd name="connsiteX16" fmla="*/ 91185 w 91184"/>
                <a:gd name="connsiteY16" fmla="*/ 23126 h 46235"/>
                <a:gd name="connsiteX17" fmla="*/ 90610 w 91184"/>
                <a:gd name="connsiteY17" fmla="*/ 20636 h 4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1184" h="46235">
                  <a:moveTo>
                    <a:pt x="90610" y="20636"/>
                  </a:moveTo>
                  <a:cubicBezTo>
                    <a:pt x="90290" y="19870"/>
                    <a:pt x="89843" y="19168"/>
                    <a:pt x="89203" y="18593"/>
                  </a:cubicBezTo>
                  <a:lnTo>
                    <a:pt x="72398" y="1867"/>
                  </a:lnTo>
                  <a:cubicBezTo>
                    <a:pt x="69906" y="-622"/>
                    <a:pt x="65881" y="-622"/>
                    <a:pt x="63388" y="1867"/>
                  </a:cubicBezTo>
                  <a:cubicBezTo>
                    <a:pt x="60896" y="4357"/>
                    <a:pt x="60896" y="8379"/>
                    <a:pt x="63388" y="10869"/>
                  </a:cubicBezTo>
                  <a:lnTo>
                    <a:pt x="69267" y="16742"/>
                  </a:lnTo>
                  <a:lnTo>
                    <a:pt x="6390" y="16742"/>
                  </a:lnTo>
                  <a:cubicBezTo>
                    <a:pt x="2875" y="16742"/>
                    <a:pt x="0" y="19615"/>
                    <a:pt x="0" y="23126"/>
                  </a:cubicBezTo>
                  <a:cubicBezTo>
                    <a:pt x="0" y="26637"/>
                    <a:pt x="2875" y="29510"/>
                    <a:pt x="6390" y="29510"/>
                  </a:cubicBezTo>
                  <a:lnTo>
                    <a:pt x="69267" y="29510"/>
                  </a:lnTo>
                  <a:lnTo>
                    <a:pt x="63388" y="35383"/>
                  </a:lnTo>
                  <a:cubicBezTo>
                    <a:pt x="60896" y="37873"/>
                    <a:pt x="60896" y="41895"/>
                    <a:pt x="63388" y="44385"/>
                  </a:cubicBezTo>
                  <a:cubicBezTo>
                    <a:pt x="64666" y="45661"/>
                    <a:pt x="66264" y="46236"/>
                    <a:pt x="67925" y="46236"/>
                  </a:cubicBezTo>
                  <a:cubicBezTo>
                    <a:pt x="69587" y="46236"/>
                    <a:pt x="71184" y="45598"/>
                    <a:pt x="72462" y="44385"/>
                  </a:cubicBezTo>
                  <a:lnTo>
                    <a:pt x="89267" y="27595"/>
                  </a:lnTo>
                  <a:cubicBezTo>
                    <a:pt x="89843" y="27020"/>
                    <a:pt x="90354" y="26318"/>
                    <a:pt x="90674" y="25552"/>
                  </a:cubicBezTo>
                  <a:cubicBezTo>
                    <a:pt x="90993" y="24786"/>
                    <a:pt x="91185" y="23956"/>
                    <a:pt x="91185" y="23126"/>
                  </a:cubicBezTo>
                  <a:cubicBezTo>
                    <a:pt x="91121" y="22232"/>
                    <a:pt x="90929" y="21402"/>
                    <a:pt x="90610" y="20636"/>
                  </a:cubicBezTo>
                  <a:close/>
                </a:path>
              </a:pathLst>
            </a:custGeom>
            <a:solidFill>
              <a:srgbClr val="00A3E0"/>
            </a:solidFill>
            <a:ln w="6390" cap="flat">
              <a:noFill/>
              <a:prstDash val="solid"/>
              <a:miter/>
            </a:ln>
          </p:spPr>
          <p:txBody>
            <a:bodyPr rtlCol="0" anchor="ctr"/>
            <a:lstStyle/>
            <a:p>
              <a:endParaRPr lang="en-US"/>
            </a:p>
          </p:txBody>
        </p:sp>
        <p:sp>
          <p:nvSpPr>
            <p:cNvPr id="926" name="Freeform 925">
              <a:extLst>
                <a:ext uri="{FF2B5EF4-FFF2-40B4-BE49-F238E27FC236}">
                  <a16:creationId xmlns:a16="http://schemas.microsoft.com/office/drawing/2014/main" id="{8B66678E-865E-9C45-A6A8-CC58EC14CEA2}"/>
                </a:ext>
              </a:extLst>
            </p:cNvPr>
            <p:cNvSpPr/>
            <p:nvPr/>
          </p:nvSpPr>
          <p:spPr>
            <a:xfrm>
              <a:off x="6817232" y="2456256"/>
              <a:ext cx="91184" cy="46235"/>
            </a:xfrm>
            <a:custGeom>
              <a:avLst/>
              <a:gdLst>
                <a:gd name="connsiteX0" fmla="*/ 84731 w 91184"/>
                <a:gd name="connsiteY0" fmla="*/ 16742 h 46235"/>
                <a:gd name="connsiteX1" fmla="*/ 21854 w 91184"/>
                <a:gd name="connsiteY1" fmla="*/ 16742 h 46235"/>
                <a:gd name="connsiteX2" fmla="*/ 27732 w 91184"/>
                <a:gd name="connsiteY2" fmla="*/ 10869 h 46235"/>
                <a:gd name="connsiteX3" fmla="*/ 27732 w 91184"/>
                <a:gd name="connsiteY3" fmla="*/ 1867 h 46235"/>
                <a:gd name="connsiteX4" fmla="*/ 18723 w 91184"/>
                <a:gd name="connsiteY4" fmla="*/ 1867 h 46235"/>
                <a:gd name="connsiteX5" fmla="*/ 1917 w 91184"/>
                <a:gd name="connsiteY5" fmla="*/ 18657 h 46235"/>
                <a:gd name="connsiteX6" fmla="*/ 511 w 91184"/>
                <a:gd name="connsiteY6" fmla="*/ 20700 h 46235"/>
                <a:gd name="connsiteX7" fmla="*/ 0 w 91184"/>
                <a:gd name="connsiteY7" fmla="*/ 23126 h 46235"/>
                <a:gd name="connsiteX8" fmla="*/ 511 w 91184"/>
                <a:gd name="connsiteY8" fmla="*/ 25616 h 46235"/>
                <a:gd name="connsiteX9" fmla="*/ 1917 w 91184"/>
                <a:gd name="connsiteY9" fmla="*/ 27659 h 46235"/>
                <a:gd name="connsiteX10" fmla="*/ 18723 w 91184"/>
                <a:gd name="connsiteY10" fmla="*/ 44385 h 46235"/>
                <a:gd name="connsiteX11" fmla="*/ 23259 w 91184"/>
                <a:gd name="connsiteY11" fmla="*/ 46236 h 46235"/>
                <a:gd name="connsiteX12" fmla="*/ 27796 w 91184"/>
                <a:gd name="connsiteY12" fmla="*/ 44385 h 46235"/>
                <a:gd name="connsiteX13" fmla="*/ 27796 w 91184"/>
                <a:gd name="connsiteY13" fmla="*/ 35383 h 46235"/>
                <a:gd name="connsiteX14" fmla="*/ 21918 w 91184"/>
                <a:gd name="connsiteY14" fmla="*/ 29510 h 46235"/>
                <a:gd name="connsiteX15" fmla="*/ 84795 w 91184"/>
                <a:gd name="connsiteY15" fmla="*/ 29510 h 46235"/>
                <a:gd name="connsiteX16" fmla="*/ 91185 w 91184"/>
                <a:gd name="connsiteY16" fmla="*/ 23126 h 46235"/>
                <a:gd name="connsiteX17" fmla="*/ 84731 w 91184"/>
                <a:gd name="connsiteY17" fmla="*/ 16742 h 4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1184" h="46235">
                  <a:moveTo>
                    <a:pt x="84731" y="16742"/>
                  </a:moveTo>
                  <a:lnTo>
                    <a:pt x="21854" y="16742"/>
                  </a:lnTo>
                  <a:lnTo>
                    <a:pt x="27732" y="10869"/>
                  </a:lnTo>
                  <a:cubicBezTo>
                    <a:pt x="30224" y="8379"/>
                    <a:pt x="30224" y="4357"/>
                    <a:pt x="27732" y="1867"/>
                  </a:cubicBezTo>
                  <a:cubicBezTo>
                    <a:pt x="25240" y="-622"/>
                    <a:pt x="21214" y="-622"/>
                    <a:pt x="18723" y="1867"/>
                  </a:cubicBezTo>
                  <a:lnTo>
                    <a:pt x="1917" y="18657"/>
                  </a:lnTo>
                  <a:cubicBezTo>
                    <a:pt x="1342" y="19232"/>
                    <a:pt x="831" y="19934"/>
                    <a:pt x="511" y="20700"/>
                  </a:cubicBezTo>
                  <a:cubicBezTo>
                    <a:pt x="192" y="21466"/>
                    <a:pt x="0" y="22296"/>
                    <a:pt x="0" y="23126"/>
                  </a:cubicBezTo>
                  <a:cubicBezTo>
                    <a:pt x="0" y="23956"/>
                    <a:pt x="192" y="24786"/>
                    <a:pt x="511" y="25616"/>
                  </a:cubicBezTo>
                  <a:cubicBezTo>
                    <a:pt x="831" y="26382"/>
                    <a:pt x="1278" y="27084"/>
                    <a:pt x="1917" y="27659"/>
                  </a:cubicBezTo>
                  <a:lnTo>
                    <a:pt x="18723" y="44385"/>
                  </a:lnTo>
                  <a:cubicBezTo>
                    <a:pt x="20001" y="45661"/>
                    <a:pt x="21598" y="46236"/>
                    <a:pt x="23259" y="46236"/>
                  </a:cubicBezTo>
                  <a:cubicBezTo>
                    <a:pt x="24921" y="46236"/>
                    <a:pt x="26518" y="45598"/>
                    <a:pt x="27796" y="44385"/>
                  </a:cubicBezTo>
                  <a:cubicBezTo>
                    <a:pt x="30288" y="41895"/>
                    <a:pt x="30288" y="37873"/>
                    <a:pt x="27796" y="35383"/>
                  </a:cubicBezTo>
                  <a:lnTo>
                    <a:pt x="21918" y="29510"/>
                  </a:lnTo>
                  <a:lnTo>
                    <a:pt x="84795" y="29510"/>
                  </a:lnTo>
                  <a:cubicBezTo>
                    <a:pt x="88309" y="29510"/>
                    <a:pt x="91185" y="26637"/>
                    <a:pt x="91185" y="23126"/>
                  </a:cubicBezTo>
                  <a:cubicBezTo>
                    <a:pt x="91185" y="19615"/>
                    <a:pt x="88245" y="16742"/>
                    <a:pt x="84731" y="16742"/>
                  </a:cubicBezTo>
                  <a:close/>
                </a:path>
              </a:pathLst>
            </a:custGeom>
            <a:solidFill>
              <a:srgbClr val="00A3E0"/>
            </a:solidFill>
            <a:ln w="6390" cap="flat">
              <a:noFill/>
              <a:prstDash val="solid"/>
              <a:miter/>
            </a:ln>
          </p:spPr>
          <p:txBody>
            <a:bodyPr rtlCol="0" anchor="ctr"/>
            <a:lstStyle/>
            <a:p>
              <a:endParaRPr lang="en-US"/>
            </a:p>
          </p:txBody>
        </p:sp>
      </p:grpSp>
      <p:grpSp>
        <p:nvGrpSpPr>
          <p:cNvPr id="927" name="Graphic 4">
            <a:extLst>
              <a:ext uri="{FF2B5EF4-FFF2-40B4-BE49-F238E27FC236}">
                <a16:creationId xmlns:a16="http://schemas.microsoft.com/office/drawing/2014/main" id="{3DDC1F9C-413C-2343-9BF3-0F47288012EB}"/>
              </a:ext>
            </a:extLst>
          </p:cNvPr>
          <p:cNvGrpSpPr/>
          <p:nvPr/>
        </p:nvGrpSpPr>
        <p:grpSpPr>
          <a:xfrm>
            <a:off x="6754355" y="2855462"/>
            <a:ext cx="362309" cy="361971"/>
            <a:chOff x="6754355" y="2855462"/>
            <a:chExt cx="362309" cy="361971"/>
          </a:xfrm>
          <a:solidFill>
            <a:srgbClr val="00A3E0"/>
          </a:solidFill>
        </p:grpSpPr>
        <p:sp>
          <p:nvSpPr>
            <p:cNvPr id="928" name="Freeform 927">
              <a:extLst>
                <a:ext uri="{FF2B5EF4-FFF2-40B4-BE49-F238E27FC236}">
                  <a16:creationId xmlns:a16="http://schemas.microsoft.com/office/drawing/2014/main" id="{8FA745CA-45F9-C146-9D2C-9139B0B1A428}"/>
                </a:ext>
              </a:extLst>
            </p:cNvPr>
            <p:cNvSpPr/>
            <p:nvPr/>
          </p:nvSpPr>
          <p:spPr>
            <a:xfrm>
              <a:off x="6754355" y="2855462"/>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09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29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09" y="280959"/>
                    <a:pt x="362309" y="180986"/>
                  </a:cubicBezTo>
                  <a:cubicBezTo>
                    <a:pt x="362309" y="81013"/>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29" y="88163"/>
                    <a:pt x="349529" y="180922"/>
                  </a:cubicBezTo>
                  <a:cubicBezTo>
                    <a:pt x="349529" y="273681"/>
                    <a:pt x="274001"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929" name="Freeform 928">
              <a:extLst>
                <a:ext uri="{FF2B5EF4-FFF2-40B4-BE49-F238E27FC236}">
                  <a16:creationId xmlns:a16="http://schemas.microsoft.com/office/drawing/2014/main" id="{53BA101A-5757-B640-B341-1FB6769CD35B}"/>
                </a:ext>
              </a:extLst>
            </p:cNvPr>
            <p:cNvSpPr/>
            <p:nvPr/>
          </p:nvSpPr>
          <p:spPr>
            <a:xfrm>
              <a:off x="6923496" y="2939667"/>
              <a:ext cx="125945" cy="193689"/>
            </a:xfrm>
            <a:custGeom>
              <a:avLst/>
              <a:gdLst>
                <a:gd name="connsiteX0" fmla="*/ 108182 w 125945"/>
                <a:gd name="connsiteY0" fmla="*/ 62116 h 193689"/>
                <a:gd name="connsiteX1" fmla="*/ 102367 w 125945"/>
                <a:gd name="connsiteY1" fmla="*/ 63201 h 193689"/>
                <a:gd name="connsiteX2" fmla="*/ 85561 w 125945"/>
                <a:gd name="connsiteY2" fmla="*/ 50816 h 193689"/>
                <a:gd name="connsiteX3" fmla="*/ 80641 w 125945"/>
                <a:gd name="connsiteY3" fmla="*/ 51646 h 193689"/>
                <a:gd name="connsiteX4" fmla="*/ 80641 w 125945"/>
                <a:gd name="connsiteY4" fmla="*/ 17684 h 193689"/>
                <a:gd name="connsiteX5" fmla="*/ 62941 w 125945"/>
                <a:gd name="connsiteY5" fmla="*/ 0 h 193689"/>
                <a:gd name="connsiteX6" fmla="*/ 50353 w 125945"/>
                <a:gd name="connsiteY6" fmla="*/ 5299 h 193689"/>
                <a:gd name="connsiteX7" fmla="*/ 48371 w 125945"/>
                <a:gd name="connsiteY7" fmla="*/ 7725 h 193689"/>
                <a:gd name="connsiteX8" fmla="*/ 40321 w 125945"/>
                <a:gd name="connsiteY8" fmla="*/ 5682 h 193689"/>
                <a:gd name="connsiteX9" fmla="*/ 27732 w 125945"/>
                <a:gd name="connsiteY9" fmla="*/ 10980 h 193689"/>
                <a:gd name="connsiteX10" fmla="*/ 22621 w 125945"/>
                <a:gd name="connsiteY10" fmla="*/ 23365 h 193689"/>
                <a:gd name="connsiteX11" fmla="*/ 22621 w 125945"/>
                <a:gd name="connsiteY11" fmla="*/ 66266 h 193689"/>
                <a:gd name="connsiteX12" fmla="*/ 21087 w 125945"/>
                <a:gd name="connsiteY12" fmla="*/ 65436 h 193689"/>
                <a:gd name="connsiteX13" fmla="*/ 6837 w 125945"/>
                <a:gd name="connsiteY13" fmla="*/ 66138 h 193689"/>
                <a:gd name="connsiteX14" fmla="*/ 0 w 125945"/>
                <a:gd name="connsiteY14" fmla="*/ 78459 h 193689"/>
                <a:gd name="connsiteX15" fmla="*/ 0 w 125945"/>
                <a:gd name="connsiteY15" fmla="*/ 119508 h 193689"/>
                <a:gd name="connsiteX16" fmla="*/ 15719 w 125945"/>
                <a:gd name="connsiteY16" fmla="*/ 154620 h 193689"/>
                <a:gd name="connsiteX17" fmla="*/ 28308 w 125945"/>
                <a:gd name="connsiteY17" fmla="*/ 176006 h 193689"/>
                <a:gd name="connsiteX18" fmla="*/ 28308 w 125945"/>
                <a:gd name="connsiteY18" fmla="*/ 187306 h 193689"/>
                <a:gd name="connsiteX19" fmla="*/ 34698 w 125945"/>
                <a:gd name="connsiteY19" fmla="*/ 193690 h 193689"/>
                <a:gd name="connsiteX20" fmla="*/ 41088 w 125945"/>
                <a:gd name="connsiteY20" fmla="*/ 187306 h 193689"/>
                <a:gd name="connsiteX21" fmla="*/ 41088 w 125945"/>
                <a:gd name="connsiteY21" fmla="*/ 176006 h 193689"/>
                <a:gd name="connsiteX22" fmla="*/ 24154 w 125945"/>
                <a:gd name="connsiteY22" fmla="*/ 145044 h 193689"/>
                <a:gd name="connsiteX23" fmla="*/ 12780 w 125945"/>
                <a:gd name="connsiteY23" fmla="*/ 119508 h 193689"/>
                <a:gd name="connsiteX24" fmla="*/ 12780 w 125945"/>
                <a:gd name="connsiteY24" fmla="*/ 78459 h 193689"/>
                <a:gd name="connsiteX25" fmla="*/ 13611 w 125945"/>
                <a:gd name="connsiteY25" fmla="*/ 76991 h 193689"/>
                <a:gd name="connsiteX26" fmla="*/ 15464 w 125945"/>
                <a:gd name="connsiteY26" fmla="*/ 76927 h 193689"/>
                <a:gd name="connsiteX27" fmla="*/ 22685 w 125945"/>
                <a:gd name="connsiteY27" fmla="*/ 91291 h 193689"/>
                <a:gd name="connsiteX28" fmla="*/ 22685 w 125945"/>
                <a:gd name="connsiteY28" fmla="*/ 102591 h 193689"/>
                <a:gd name="connsiteX29" fmla="*/ 29075 w 125945"/>
                <a:gd name="connsiteY29" fmla="*/ 108975 h 193689"/>
                <a:gd name="connsiteX30" fmla="*/ 35464 w 125945"/>
                <a:gd name="connsiteY30" fmla="*/ 102591 h 193689"/>
                <a:gd name="connsiteX31" fmla="*/ 35464 w 125945"/>
                <a:gd name="connsiteY31" fmla="*/ 23301 h 193689"/>
                <a:gd name="connsiteX32" fmla="*/ 36870 w 125945"/>
                <a:gd name="connsiteY32" fmla="*/ 19918 h 193689"/>
                <a:gd name="connsiteX33" fmla="*/ 40384 w 125945"/>
                <a:gd name="connsiteY33" fmla="*/ 18386 h 193689"/>
                <a:gd name="connsiteX34" fmla="*/ 45304 w 125945"/>
                <a:gd name="connsiteY34" fmla="*/ 23301 h 193689"/>
                <a:gd name="connsiteX35" fmla="*/ 45304 w 125945"/>
                <a:gd name="connsiteY35" fmla="*/ 79800 h 193689"/>
                <a:gd name="connsiteX36" fmla="*/ 51694 w 125945"/>
                <a:gd name="connsiteY36" fmla="*/ 86184 h 193689"/>
                <a:gd name="connsiteX37" fmla="*/ 58084 w 125945"/>
                <a:gd name="connsiteY37" fmla="*/ 79800 h 193689"/>
                <a:gd name="connsiteX38" fmla="*/ 58084 w 125945"/>
                <a:gd name="connsiteY38" fmla="*/ 17620 h 193689"/>
                <a:gd name="connsiteX39" fmla="*/ 59491 w 125945"/>
                <a:gd name="connsiteY39" fmla="*/ 14236 h 193689"/>
                <a:gd name="connsiteX40" fmla="*/ 63005 w 125945"/>
                <a:gd name="connsiteY40" fmla="*/ 12704 h 193689"/>
                <a:gd name="connsiteX41" fmla="*/ 67925 w 125945"/>
                <a:gd name="connsiteY41" fmla="*/ 17620 h 193689"/>
                <a:gd name="connsiteX42" fmla="*/ 67925 w 125945"/>
                <a:gd name="connsiteY42" fmla="*/ 68436 h 193689"/>
                <a:gd name="connsiteX43" fmla="*/ 67925 w 125945"/>
                <a:gd name="connsiteY43" fmla="*/ 68500 h 193689"/>
                <a:gd name="connsiteX44" fmla="*/ 67925 w 125945"/>
                <a:gd name="connsiteY44" fmla="*/ 68500 h 193689"/>
                <a:gd name="connsiteX45" fmla="*/ 67925 w 125945"/>
                <a:gd name="connsiteY45" fmla="*/ 85418 h 193689"/>
                <a:gd name="connsiteX46" fmla="*/ 74315 w 125945"/>
                <a:gd name="connsiteY46" fmla="*/ 91802 h 193689"/>
                <a:gd name="connsiteX47" fmla="*/ 80705 w 125945"/>
                <a:gd name="connsiteY47" fmla="*/ 85418 h 193689"/>
                <a:gd name="connsiteX48" fmla="*/ 80705 w 125945"/>
                <a:gd name="connsiteY48" fmla="*/ 68436 h 193689"/>
                <a:gd name="connsiteX49" fmla="*/ 82111 w 125945"/>
                <a:gd name="connsiteY49" fmla="*/ 65053 h 193689"/>
                <a:gd name="connsiteX50" fmla="*/ 85625 w 125945"/>
                <a:gd name="connsiteY50" fmla="*/ 63521 h 193689"/>
                <a:gd name="connsiteX51" fmla="*/ 90546 w 125945"/>
                <a:gd name="connsiteY51" fmla="*/ 68436 h 193689"/>
                <a:gd name="connsiteX52" fmla="*/ 90546 w 125945"/>
                <a:gd name="connsiteY52" fmla="*/ 94227 h 193689"/>
                <a:gd name="connsiteX53" fmla="*/ 96936 w 125945"/>
                <a:gd name="connsiteY53" fmla="*/ 100611 h 193689"/>
                <a:gd name="connsiteX54" fmla="*/ 103326 w 125945"/>
                <a:gd name="connsiteY54" fmla="*/ 94227 h 193689"/>
                <a:gd name="connsiteX55" fmla="*/ 103326 w 125945"/>
                <a:gd name="connsiteY55" fmla="*/ 79736 h 193689"/>
                <a:gd name="connsiteX56" fmla="*/ 104731 w 125945"/>
                <a:gd name="connsiteY56" fmla="*/ 76352 h 193689"/>
                <a:gd name="connsiteX57" fmla="*/ 108245 w 125945"/>
                <a:gd name="connsiteY57" fmla="*/ 74820 h 193689"/>
                <a:gd name="connsiteX58" fmla="*/ 113166 w 125945"/>
                <a:gd name="connsiteY58" fmla="*/ 79736 h 193689"/>
                <a:gd name="connsiteX59" fmla="*/ 113166 w 125945"/>
                <a:gd name="connsiteY59" fmla="*/ 129339 h 193689"/>
                <a:gd name="connsiteX60" fmla="*/ 109076 w 125945"/>
                <a:gd name="connsiteY60" fmla="*/ 144597 h 193689"/>
                <a:gd name="connsiteX61" fmla="*/ 101855 w 125945"/>
                <a:gd name="connsiteY61" fmla="*/ 170133 h 193689"/>
                <a:gd name="connsiteX62" fmla="*/ 101855 w 125945"/>
                <a:gd name="connsiteY62" fmla="*/ 187115 h 193689"/>
                <a:gd name="connsiteX63" fmla="*/ 108245 w 125945"/>
                <a:gd name="connsiteY63" fmla="*/ 193498 h 193689"/>
                <a:gd name="connsiteX64" fmla="*/ 114635 w 125945"/>
                <a:gd name="connsiteY64" fmla="*/ 187115 h 193689"/>
                <a:gd name="connsiteX65" fmla="*/ 114635 w 125945"/>
                <a:gd name="connsiteY65" fmla="*/ 170133 h 193689"/>
                <a:gd name="connsiteX66" fmla="*/ 120067 w 125945"/>
                <a:gd name="connsiteY66" fmla="*/ 151173 h 193689"/>
                <a:gd name="connsiteX67" fmla="*/ 125945 w 125945"/>
                <a:gd name="connsiteY67" fmla="*/ 129339 h 193689"/>
                <a:gd name="connsiteX68" fmla="*/ 125945 w 125945"/>
                <a:gd name="connsiteY68" fmla="*/ 79736 h 193689"/>
                <a:gd name="connsiteX69" fmla="*/ 108182 w 125945"/>
                <a:gd name="connsiteY69" fmla="*/ 62116 h 193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25945" h="193689">
                  <a:moveTo>
                    <a:pt x="108182" y="62116"/>
                  </a:moveTo>
                  <a:cubicBezTo>
                    <a:pt x="106201" y="62116"/>
                    <a:pt x="104220" y="62563"/>
                    <a:pt x="102367" y="63201"/>
                  </a:cubicBezTo>
                  <a:cubicBezTo>
                    <a:pt x="100131" y="56051"/>
                    <a:pt x="93485" y="50816"/>
                    <a:pt x="85561" y="50816"/>
                  </a:cubicBezTo>
                  <a:cubicBezTo>
                    <a:pt x="83900" y="50816"/>
                    <a:pt x="82238" y="51136"/>
                    <a:pt x="80641" y="51646"/>
                  </a:cubicBezTo>
                  <a:lnTo>
                    <a:pt x="80641" y="17684"/>
                  </a:lnTo>
                  <a:cubicBezTo>
                    <a:pt x="80641" y="7916"/>
                    <a:pt x="72718" y="0"/>
                    <a:pt x="62941" y="0"/>
                  </a:cubicBezTo>
                  <a:cubicBezTo>
                    <a:pt x="58340" y="0"/>
                    <a:pt x="53740" y="1915"/>
                    <a:pt x="50353" y="5299"/>
                  </a:cubicBezTo>
                  <a:cubicBezTo>
                    <a:pt x="49586" y="6065"/>
                    <a:pt x="48947" y="6831"/>
                    <a:pt x="48371" y="7725"/>
                  </a:cubicBezTo>
                  <a:cubicBezTo>
                    <a:pt x="45943" y="6448"/>
                    <a:pt x="43196" y="5682"/>
                    <a:pt x="40321" y="5682"/>
                  </a:cubicBezTo>
                  <a:cubicBezTo>
                    <a:pt x="35720" y="5682"/>
                    <a:pt x="31119" y="7597"/>
                    <a:pt x="27732" y="10980"/>
                  </a:cubicBezTo>
                  <a:cubicBezTo>
                    <a:pt x="24409" y="14300"/>
                    <a:pt x="22557" y="18705"/>
                    <a:pt x="22621" y="23365"/>
                  </a:cubicBezTo>
                  <a:lnTo>
                    <a:pt x="22621" y="66266"/>
                  </a:lnTo>
                  <a:cubicBezTo>
                    <a:pt x="22109" y="65946"/>
                    <a:pt x="21534" y="65627"/>
                    <a:pt x="21087" y="65436"/>
                  </a:cubicBezTo>
                  <a:cubicBezTo>
                    <a:pt x="16486" y="63137"/>
                    <a:pt x="11182" y="63393"/>
                    <a:pt x="6837" y="66138"/>
                  </a:cubicBezTo>
                  <a:cubicBezTo>
                    <a:pt x="2556" y="68819"/>
                    <a:pt x="0" y="73416"/>
                    <a:pt x="0" y="78459"/>
                  </a:cubicBezTo>
                  <a:lnTo>
                    <a:pt x="0" y="119508"/>
                  </a:lnTo>
                  <a:cubicBezTo>
                    <a:pt x="0" y="132915"/>
                    <a:pt x="5879" y="146066"/>
                    <a:pt x="15719" y="154620"/>
                  </a:cubicBezTo>
                  <a:cubicBezTo>
                    <a:pt x="22493" y="160493"/>
                    <a:pt x="28308" y="165601"/>
                    <a:pt x="28308" y="176006"/>
                  </a:cubicBezTo>
                  <a:lnTo>
                    <a:pt x="28308" y="187306"/>
                  </a:lnTo>
                  <a:cubicBezTo>
                    <a:pt x="28308" y="190817"/>
                    <a:pt x="31183" y="193690"/>
                    <a:pt x="34698" y="193690"/>
                  </a:cubicBezTo>
                  <a:cubicBezTo>
                    <a:pt x="38212" y="193690"/>
                    <a:pt x="41088" y="190817"/>
                    <a:pt x="41088" y="187306"/>
                  </a:cubicBezTo>
                  <a:lnTo>
                    <a:pt x="41088" y="176006"/>
                  </a:lnTo>
                  <a:cubicBezTo>
                    <a:pt x="41088" y="159791"/>
                    <a:pt x="31694" y="151620"/>
                    <a:pt x="24154" y="145044"/>
                  </a:cubicBezTo>
                  <a:cubicBezTo>
                    <a:pt x="21470" y="142682"/>
                    <a:pt x="12780" y="134000"/>
                    <a:pt x="12780" y="119508"/>
                  </a:cubicBezTo>
                  <a:lnTo>
                    <a:pt x="12780" y="78459"/>
                  </a:lnTo>
                  <a:cubicBezTo>
                    <a:pt x="12780" y="77693"/>
                    <a:pt x="13227" y="77246"/>
                    <a:pt x="13611" y="76991"/>
                  </a:cubicBezTo>
                  <a:cubicBezTo>
                    <a:pt x="13930" y="76799"/>
                    <a:pt x="14633" y="76480"/>
                    <a:pt x="15464" y="76927"/>
                  </a:cubicBezTo>
                  <a:cubicBezTo>
                    <a:pt x="21406" y="79863"/>
                    <a:pt x="22685" y="86375"/>
                    <a:pt x="22685" y="91291"/>
                  </a:cubicBezTo>
                  <a:lnTo>
                    <a:pt x="22685" y="102591"/>
                  </a:lnTo>
                  <a:cubicBezTo>
                    <a:pt x="22685" y="106102"/>
                    <a:pt x="25560" y="108975"/>
                    <a:pt x="29075" y="108975"/>
                  </a:cubicBezTo>
                  <a:cubicBezTo>
                    <a:pt x="32589" y="108975"/>
                    <a:pt x="35464" y="106102"/>
                    <a:pt x="35464" y="102591"/>
                  </a:cubicBezTo>
                  <a:lnTo>
                    <a:pt x="35464" y="23301"/>
                  </a:lnTo>
                  <a:cubicBezTo>
                    <a:pt x="35464" y="21706"/>
                    <a:pt x="36231" y="20556"/>
                    <a:pt x="36870" y="19918"/>
                  </a:cubicBezTo>
                  <a:cubicBezTo>
                    <a:pt x="37829" y="18960"/>
                    <a:pt x="39170" y="18386"/>
                    <a:pt x="40384" y="18386"/>
                  </a:cubicBezTo>
                  <a:cubicBezTo>
                    <a:pt x="42365" y="18386"/>
                    <a:pt x="45304" y="20110"/>
                    <a:pt x="45304" y="23301"/>
                  </a:cubicBezTo>
                  <a:lnTo>
                    <a:pt x="45304" y="79800"/>
                  </a:lnTo>
                  <a:cubicBezTo>
                    <a:pt x="45304" y="83311"/>
                    <a:pt x="48180" y="86184"/>
                    <a:pt x="51694" y="86184"/>
                  </a:cubicBezTo>
                  <a:cubicBezTo>
                    <a:pt x="55209" y="86184"/>
                    <a:pt x="58084" y="83311"/>
                    <a:pt x="58084" y="79800"/>
                  </a:cubicBezTo>
                  <a:lnTo>
                    <a:pt x="58084" y="17620"/>
                  </a:lnTo>
                  <a:cubicBezTo>
                    <a:pt x="58084" y="16024"/>
                    <a:pt x="58851" y="14875"/>
                    <a:pt x="59491" y="14236"/>
                  </a:cubicBezTo>
                  <a:cubicBezTo>
                    <a:pt x="60449" y="13279"/>
                    <a:pt x="61791" y="12704"/>
                    <a:pt x="63005" y="12704"/>
                  </a:cubicBezTo>
                  <a:cubicBezTo>
                    <a:pt x="64986" y="12704"/>
                    <a:pt x="67925" y="14428"/>
                    <a:pt x="67925" y="17620"/>
                  </a:cubicBezTo>
                  <a:lnTo>
                    <a:pt x="67925" y="68436"/>
                  </a:lnTo>
                  <a:cubicBezTo>
                    <a:pt x="67925" y="68436"/>
                    <a:pt x="67925" y="68436"/>
                    <a:pt x="67925" y="68500"/>
                  </a:cubicBezTo>
                  <a:cubicBezTo>
                    <a:pt x="67925" y="68500"/>
                    <a:pt x="67925" y="68500"/>
                    <a:pt x="67925" y="68500"/>
                  </a:cubicBezTo>
                  <a:lnTo>
                    <a:pt x="67925" y="85418"/>
                  </a:lnTo>
                  <a:cubicBezTo>
                    <a:pt x="67925" y="88929"/>
                    <a:pt x="70800" y="91802"/>
                    <a:pt x="74315" y="91802"/>
                  </a:cubicBezTo>
                  <a:cubicBezTo>
                    <a:pt x="77830" y="91802"/>
                    <a:pt x="80705" y="88929"/>
                    <a:pt x="80705" y="85418"/>
                  </a:cubicBezTo>
                  <a:lnTo>
                    <a:pt x="80705" y="68436"/>
                  </a:lnTo>
                  <a:cubicBezTo>
                    <a:pt x="80705" y="66840"/>
                    <a:pt x="81472" y="65691"/>
                    <a:pt x="82111" y="65053"/>
                  </a:cubicBezTo>
                  <a:cubicBezTo>
                    <a:pt x="83069" y="64095"/>
                    <a:pt x="84411" y="63521"/>
                    <a:pt x="85625" y="63521"/>
                  </a:cubicBezTo>
                  <a:cubicBezTo>
                    <a:pt x="87606" y="63521"/>
                    <a:pt x="90546" y="65244"/>
                    <a:pt x="90546" y="68436"/>
                  </a:cubicBezTo>
                  <a:lnTo>
                    <a:pt x="90546" y="94227"/>
                  </a:lnTo>
                  <a:cubicBezTo>
                    <a:pt x="90546" y="97739"/>
                    <a:pt x="93421" y="100611"/>
                    <a:pt x="96936" y="100611"/>
                  </a:cubicBezTo>
                  <a:cubicBezTo>
                    <a:pt x="100450" y="100611"/>
                    <a:pt x="103326" y="97739"/>
                    <a:pt x="103326" y="94227"/>
                  </a:cubicBezTo>
                  <a:lnTo>
                    <a:pt x="103326" y="79736"/>
                  </a:lnTo>
                  <a:cubicBezTo>
                    <a:pt x="103326" y="78140"/>
                    <a:pt x="104092" y="76991"/>
                    <a:pt x="104731" y="76352"/>
                  </a:cubicBezTo>
                  <a:cubicBezTo>
                    <a:pt x="105690" y="75395"/>
                    <a:pt x="107031" y="74820"/>
                    <a:pt x="108245" y="74820"/>
                  </a:cubicBezTo>
                  <a:cubicBezTo>
                    <a:pt x="110226" y="74820"/>
                    <a:pt x="113166" y="76544"/>
                    <a:pt x="113166" y="79736"/>
                  </a:cubicBezTo>
                  <a:lnTo>
                    <a:pt x="113166" y="129339"/>
                  </a:lnTo>
                  <a:cubicBezTo>
                    <a:pt x="113166" y="134894"/>
                    <a:pt x="111760" y="140192"/>
                    <a:pt x="109076" y="144597"/>
                  </a:cubicBezTo>
                  <a:cubicBezTo>
                    <a:pt x="102175" y="156088"/>
                    <a:pt x="101855" y="160110"/>
                    <a:pt x="101855" y="170133"/>
                  </a:cubicBezTo>
                  <a:lnTo>
                    <a:pt x="101855" y="187115"/>
                  </a:lnTo>
                  <a:cubicBezTo>
                    <a:pt x="101855" y="190626"/>
                    <a:pt x="104731" y="193498"/>
                    <a:pt x="108245" y="193498"/>
                  </a:cubicBezTo>
                  <a:cubicBezTo>
                    <a:pt x="111760" y="193498"/>
                    <a:pt x="114635" y="190626"/>
                    <a:pt x="114635" y="187115"/>
                  </a:cubicBezTo>
                  <a:lnTo>
                    <a:pt x="114635" y="170133"/>
                  </a:lnTo>
                  <a:cubicBezTo>
                    <a:pt x="114635" y="161706"/>
                    <a:pt x="114635" y="160174"/>
                    <a:pt x="120067" y="151173"/>
                  </a:cubicBezTo>
                  <a:cubicBezTo>
                    <a:pt x="123901" y="144789"/>
                    <a:pt x="125945" y="137192"/>
                    <a:pt x="125945" y="129339"/>
                  </a:cubicBezTo>
                  <a:lnTo>
                    <a:pt x="125945" y="79736"/>
                  </a:lnTo>
                  <a:cubicBezTo>
                    <a:pt x="125881" y="70032"/>
                    <a:pt x="117958" y="62116"/>
                    <a:pt x="108182" y="62116"/>
                  </a:cubicBezTo>
                  <a:close/>
                </a:path>
              </a:pathLst>
            </a:custGeom>
            <a:solidFill>
              <a:srgbClr val="00A3E0"/>
            </a:solidFill>
            <a:ln w="6390" cap="flat">
              <a:noFill/>
              <a:prstDash val="solid"/>
              <a:miter/>
            </a:ln>
          </p:spPr>
          <p:txBody>
            <a:bodyPr rtlCol="0" anchor="ctr"/>
            <a:lstStyle/>
            <a:p>
              <a:endParaRPr lang="en-US"/>
            </a:p>
          </p:txBody>
        </p:sp>
        <p:sp>
          <p:nvSpPr>
            <p:cNvPr id="930" name="Freeform 929">
              <a:extLst>
                <a:ext uri="{FF2B5EF4-FFF2-40B4-BE49-F238E27FC236}">
                  <a16:creationId xmlns:a16="http://schemas.microsoft.com/office/drawing/2014/main" id="{FA2A60F2-AF7C-B649-B40F-051B143E0E72}"/>
                </a:ext>
              </a:extLst>
            </p:cNvPr>
            <p:cNvSpPr/>
            <p:nvPr/>
          </p:nvSpPr>
          <p:spPr>
            <a:xfrm>
              <a:off x="6821625" y="2939603"/>
              <a:ext cx="46806" cy="91865"/>
            </a:xfrm>
            <a:custGeom>
              <a:avLst/>
              <a:gdLst>
                <a:gd name="connsiteX0" fmla="*/ 35800 w 46806"/>
                <a:gd name="connsiteY0" fmla="*/ 64031 h 91865"/>
                <a:gd name="connsiteX1" fmla="*/ 29729 w 46806"/>
                <a:gd name="connsiteY1" fmla="*/ 70096 h 91865"/>
                <a:gd name="connsiteX2" fmla="*/ 29729 w 46806"/>
                <a:gd name="connsiteY2" fmla="*/ 6384 h 91865"/>
                <a:gd name="connsiteX3" fmla="*/ 23339 w 46806"/>
                <a:gd name="connsiteY3" fmla="*/ 0 h 91865"/>
                <a:gd name="connsiteX4" fmla="*/ 16949 w 46806"/>
                <a:gd name="connsiteY4" fmla="*/ 6384 h 91865"/>
                <a:gd name="connsiteX5" fmla="*/ 16949 w 46806"/>
                <a:gd name="connsiteY5" fmla="*/ 70096 h 91865"/>
                <a:gd name="connsiteX6" fmla="*/ 10879 w 46806"/>
                <a:gd name="connsiteY6" fmla="*/ 64031 h 91865"/>
                <a:gd name="connsiteX7" fmla="*/ 1869 w 46806"/>
                <a:gd name="connsiteY7" fmla="*/ 64031 h 91865"/>
                <a:gd name="connsiteX8" fmla="*/ 1869 w 46806"/>
                <a:gd name="connsiteY8" fmla="*/ 73033 h 91865"/>
                <a:gd name="connsiteX9" fmla="*/ 18867 w 46806"/>
                <a:gd name="connsiteY9" fmla="*/ 89950 h 91865"/>
                <a:gd name="connsiteX10" fmla="*/ 20975 w 46806"/>
                <a:gd name="connsiteY10" fmla="*/ 91355 h 91865"/>
                <a:gd name="connsiteX11" fmla="*/ 23403 w 46806"/>
                <a:gd name="connsiteY11" fmla="*/ 91866 h 91865"/>
                <a:gd name="connsiteX12" fmla="*/ 25831 w 46806"/>
                <a:gd name="connsiteY12" fmla="*/ 91355 h 91865"/>
                <a:gd name="connsiteX13" fmla="*/ 27941 w 46806"/>
                <a:gd name="connsiteY13" fmla="*/ 89950 h 91865"/>
                <a:gd name="connsiteX14" fmla="*/ 44937 w 46806"/>
                <a:gd name="connsiteY14" fmla="*/ 73033 h 91865"/>
                <a:gd name="connsiteX15" fmla="*/ 44937 w 46806"/>
                <a:gd name="connsiteY15" fmla="*/ 64031 h 91865"/>
                <a:gd name="connsiteX16" fmla="*/ 35800 w 46806"/>
                <a:gd name="connsiteY16" fmla="*/ 64031 h 91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6806" h="91865">
                  <a:moveTo>
                    <a:pt x="35800" y="64031"/>
                  </a:moveTo>
                  <a:lnTo>
                    <a:pt x="29729" y="70096"/>
                  </a:lnTo>
                  <a:lnTo>
                    <a:pt x="29729" y="6384"/>
                  </a:lnTo>
                  <a:cubicBezTo>
                    <a:pt x="29729" y="2873"/>
                    <a:pt x="26854" y="0"/>
                    <a:pt x="23339" y="0"/>
                  </a:cubicBezTo>
                  <a:cubicBezTo>
                    <a:pt x="19825" y="0"/>
                    <a:pt x="16949" y="2873"/>
                    <a:pt x="16949" y="6384"/>
                  </a:cubicBezTo>
                  <a:lnTo>
                    <a:pt x="16949" y="70096"/>
                  </a:lnTo>
                  <a:lnTo>
                    <a:pt x="10879" y="64031"/>
                  </a:lnTo>
                  <a:cubicBezTo>
                    <a:pt x="8387" y="61542"/>
                    <a:pt x="4361" y="61542"/>
                    <a:pt x="1869" y="64031"/>
                  </a:cubicBezTo>
                  <a:cubicBezTo>
                    <a:pt x="-623" y="66521"/>
                    <a:pt x="-623" y="70543"/>
                    <a:pt x="1869" y="73033"/>
                  </a:cubicBezTo>
                  <a:lnTo>
                    <a:pt x="18867" y="89950"/>
                  </a:lnTo>
                  <a:cubicBezTo>
                    <a:pt x="19441" y="90525"/>
                    <a:pt x="20144" y="91036"/>
                    <a:pt x="20975" y="91355"/>
                  </a:cubicBezTo>
                  <a:cubicBezTo>
                    <a:pt x="21742" y="91674"/>
                    <a:pt x="22572" y="91866"/>
                    <a:pt x="23403" y="91866"/>
                  </a:cubicBezTo>
                  <a:cubicBezTo>
                    <a:pt x="24234" y="91866"/>
                    <a:pt x="25065" y="91674"/>
                    <a:pt x="25831" y="91355"/>
                  </a:cubicBezTo>
                  <a:cubicBezTo>
                    <a:pt x="26598" y="91036"/>
                    <a:pt x="27301" y="90589"/>
                    <a:pt x="27941" y="89950"/>
                  </a:cubicBezTo>
                  <a:lnTo>
                    <a:pt x="44937" y="73033"/>
                  </a:lnTo>
                  <a:cubicBezTo>
                    <a:pt x="47429" y="70543"/>
                    <a:pt x="47429" y="66521"/>
                    <a:pt x="44937" y="64031"/>
                  </a:cubicBezTo>
                  <a:cubicBezTo>
                    <a:pt x="42445" y="61542"/>
                    <a:pt x="38292" y="61542"/>
                    <a:pt x="35800" y="64031"/>
                  </a:cubicBezTo>
                  <a:close/>
                </a:path>
              </a:pathLst>
            </a:custGeom>
            <a:solidFill>
              <a:srgbClr val="00A3E0"/>
            </a:solidFill>
            <a:ln w="6390" cap="flat">
              <a:noFill/>
              <a:prstDash val="solid"/>
              <a:miter/>
            </a:ln>
          </p:spPr>
          <p:txBody>
            <a:bodyPr rtlCol="0" anchor="ctr"/>
            <a:lstStyle/>
            <a:p>
              <a:endParaRPr lang="en-US"/>
            </a:p>
          </p:txBody>
        </p:sp>
        <p:sp>
          <p:nvSpPr>
            <p:cNvPr id="931" name="Freeform 930">
              <a:extLst>
                <a:ext uri="{FF2B5EF4-FFF2-40B4-BE49-F238E27FC236}">
                  <a16:creationId xmlns:a16="http://schemas.microsoft.com/office/drawing/2014/main" id="{A456C26E-F79F-FF43-9991-F35A8414CBBE}"/>
                </a:ext>
              </a:extLst>
            </p:cNvPr>
            <p:cNvSpPr/>
            <p:nvPr/>
          </p:nvSpPr>
          <p:spPr>
            <a:xfrm>
              <a:off x="6866866" y="2939667"/>
              <a:ext cx="46742" cy="91865"/>
            </a:xfrm>
            <a:custGeom>
              <a:avLst/>
              <a:gdLst>
                <a:gd name="connsiteX0" fmla="*/ 27940 w 46742"/>
                <a:gd name="connsiteY0" fmla="*/ 1851 h 91865"/>
                <a:gd name="connsiteX1" fmla="*/ 23403 w 46742"/>
                <a:gd name="connsiteY1" fmla="*/ 0 h 91865"/>
                <a:gd name="connsiteX2" fmla="*/ 18866 w 46742"/>
                <a:gd name="connsiteY2" fmla="*/ 1851 h 91865"/>
                <a:gd name="connsiteX3" fmla="*/ 1869 w 46742"/>
                <a:gd name="connsiteY3" fmla="*/ 18833 h 91865"/>
                <a:gd name="connsiteX4" fmla="*/ 1869 w 46742"/>
                <a:gd name="connsiteY4" fmla="*/ 27834 h 91865"/>
                <a:gd name="connsiteX5" fmla="*/ 10878 w 46742"/>
                <a:gd name="connsiteY5" fmla="*/ 27834 h 91865"/>
                <a:gd name="connsiteX6" fmla="*/ 16949 w 46742"/>
                <a:gd name="connsiteY6" fmla="*/ 21769 h 91865"/>
                <a:gd name="connsiteX7" fmla="*/ 16949 w 46742"/>
                <a:gd name="connsiteY7" fmla="*/ 85481 h 91865"/>
                <a:gd name="connsiteX8" fmla="*/ 23339 w 46742"/>
                <a:gd name="connsiteY8" fmla="*/ 91865 h 91865"/>
                <a:gd name="connsiteX9" fmla="*/ 29729 w 46742"/>
                <a:gd name="connsiteY9" fmla="*/ 85481 h 91865"/>
                <a:gd name="connsiteX10" fmla="*/ 29729 w 46742"/>
                <a:gd name="connsiteY10" fmla="*/ 21769 h 91865"/>
                <a:gd name="connsiteX11" fmla="*/ 35799 w 46742"/>
                <a:gd name="connsiteY11" fmla="*/ 27834 h 91865"/>
                <a:gd name="connsiteX12" fmla="*/ 40336 w 46742"/>
                <a:gd name="connsiteY12" fmla="*/ 29685 h 91865"/>
                <a:gd name="connsiteX13" fmla="*/ 44873 w 46742"/>
                <a:gd name="connsiteY13" fmla="*/ 27834 h 91865"/>
                <a:gd name="connsiteX14" fmla="*/ 44873 w 46742"/>
                <a:gd name="connsiteY14" fmla="*/ 18833 h 91865"/>
                <a:gd name="connsiteX15" fmla="*/ 27940 w 46742"/>
                <a:gd name="connsiteY15" fmla="*/ 1851 h 91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742" h="91865">
                  <a:moveTo>
                    <a:pt x="27940" y="1851"/>
                  </a:moveTo>
                  <a:cubicBezTo>
                    <a:pt x="26789" y="702"/>
                    <a:pt x="25192" y="0"/>
                    <a:pt x="23403" y="0"/>
                  </a:cubicBezTo>
                  <a:cubicBezTo>
                    <a:pt x="21614" y="0"/>
                    <a:pt x="20016" y="702"/>
                    <a:pt x="18866" y="1851"/>
                  </a:cubicBezTo>
                  <a:lnTo>
                    <a:pt x="1869" y="18833"/>
                  </a:lnTo>
                  <a:cubicBezTo>
                    <a:pt x="-623" y="21322"/>
                    <a:pt x="-623" y="25344"/>
                    <a:pt x="1869" y="27834"/>
                  </a:cubicBezTo>
                  <a:cubicBezTo>
                    <a:pt x="4361" y="30324"/>
                    <a:pt x="8386" y="30324"/>
                    <a:pt x="10878" y="27834"/>
                  </a:cubicBezTo>
                  <a:lnTo>
                    <a:pt x="16949" y="21769"/>
                  </a:lnTo>
                  <a:lnTo>
                    <a:pt x="16949" y="85481"/>
                  </a:lnTo>
                  <a:cubicBezTo>
                    <a:pt x="16949" y="88993"/>
                    <a:pt x="19824" y="91865"/>
                    <a:pt x="23339" y="91865"/>
                  </a:cubicBezTo>
                  <a:cubicBezTo>
                    <a:pt x="26853" y="91865"/>
                    <a:pt x="29729" y="88993"/>
                    <a:pt x="29729" y="85481"/>
                  </a:cubicBezTo>
                  <a:lnTo>
                    <a:pt x="29729" y="21769"/>
                  </a:lnTo>
                  <a:lnTo>
                    <a:pt x="35799" y="27834"/>
                  </a:lnTo>
                  <a:cubicBezTo>
                    <a:pt x="37077" y="29111"/>
                    <a:pt x="38674" y="29685"/>
                    <a:pt x="40336" y="29685"/>
                  </a:cubicBezTo>
                  <a:cubicBezTo>
                    <a:pt x="41997" y="29685"/>
                    <a:pt x="43595" y="29047"/>
                    <a:pt x="44873" y="27834"/>
                  </a:cubicBezTo>
                  <a:cubicBezTo>
                    <a:pt x="47365" y="25344"/>
                    <a:pt x="47365" y="21322"/>
                    <a:pt x="44873" y="18833"/>
                  </a:cubicBezTo>
                  <a:lnTo>
                    <a:pt x="27940" y="1851"/>
                  </a:lnTo>
                  <a:close/>
                </a:path>
              </a:pathLst>
            </a:custGeom>
            <a:solidFill>
              <a:srgbClr val="00A3E0"/>
            </a:solidFill>
            <a:ln w="6390" cap="flat">
              <a:noFill/>
              <a:prstDash val="solid"/>
              <a:miter/>
            </a:ln>
          </p:spPr>
          <p:txBody>
            <a:bodyPr rtlCol="0" anchor="ctr"/>
            <a:lstStyle/>
            <a:p>
              <a:endParaRPr lang="en-US"/>
            </a:p>
          </p:txBody>
        </p:sp>
      </p:grpSp>
      <p:grpSp>
        <p:nvGrpSpPr>
          <p:cNvPr id="932" name="Graphic 4">
            <a:extLst>
              <a:ext uri="{FF2B5EF4-FFF2-40B4-BE49-F238E27FC236}">
                <a16:creationId xmlns:a16="http://schemas.microsoft.com/office/drawing/2014/main" id="{9089282A-E512-5C4E-ADCF-7990A084BEE1}"/>
              </a:ext>
            </a:extLst>
          </p:cNvPr>
          <p:cNvGrpSpPr/>
          <p:nvPr/>
        </p:nvGrpSpPr>
        <p:grpSpPr>
          <a:xfrm>
            <a:off x="6754355" y="3339815"/>
            <a:ext cx="362309" cy="361971"/>
            <a:chOff x="6754355" y="3339815"/>
            <a:chExt cx="362309" cy="361971"/>
          </a:xfrm>
          <a:solidFill>
            <a:srgbClr val="00A3E0"/>
          </a:solidFill>
        </p:grpSpPr>
        <p:sp>
          <p:nvSpPr>
            <p:cNvPr id="933" name="Freeform 932">
              <a:extLst>
                <a:ext uri="{FF2B5EF4-FFF2-40B4-BE49-F238E27FC236}">
                  <a16:creationId xmlns:a16="http://schemas.microsoft.com/office/drawing/2014/main" id="{729144D9-F5D7-9D49-8C33-7153343BCC69}"/>
                </a:ext>
              </a:extLst>
            </p:cNvPr>
            <p:cNvSpPr/>
            <p:nvPr/>
          </p:nvSpPr>
          <p:spPr>
            <a:xfrm>
              <a:off x="6754355" y="3339815"/>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09 w 362309"/>
                <a:gd name="connsiteY3" fmla="*/ 180986 h 361971"/>
                <a:gd name="connsiteX4" fmla="*/ 181155 w 362309"/>
                <a:gd name="connsiteY4" fmla="*/ 0 h 361971"/>
                <a:gd name="connsiteX5" fmla="*/ 181155 w 362309"/>
                <a:gd name="connsiteY5" fmla="*/ 349204 h 361971"/>
                <a:gd name="connsiteX6" fmla="*/ 12780 w 362309"/>
                <a:gd name="connsiteY6" fmla="*/ 180986 h 361971"/>
                <a:gd name="connsiteX7" fmla="*/ 181155 w 362309"/>
                <a:gd name="connsiteY7" fmla="*/ 12768 h 361971"/>
                <a:gd name="connsiteX8" fmla="*/ 349529 w 362309"/>
                <a:gd name="connsiteY8" fmla="*/ 180986 h 361971"/>
                <a:gd name="connsiteX9" fmla="*/ 181155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2"/>
                    <a:pt x="0" y="180986"/>
                  </a:cubicBezTo>
                  <a:cubicBezTo>
                    <a:pt x="0" y="280959"/>
                    <a:pt x="81088" y="361971"/>
                    <a:pt x="181155" y="361971"/>
                  </a:cubicBezTo>
                  <a:cubicBezTo>
                    <a:pt x="281221" y="361971"/>
                    <a:pt x="362309" y="280959"/>
                    <a:pt x="362309" y="180986"/>
                  </a:cubicBezTo>
                  <a:cubicBezTo>
                    <a:pt x="362309" y="81012"/>
                    <a:pt x="281157" y="0"/>
                    <a:pt x="181155" y="0"/>
                  </a:cubicBezTo>
                  <a:close/>
                  <a:moveTo>
                    <a:pt x="181155" y="349204"/>
                  </a:moveTo>
                  <a:cubicBezTo>
                    <a:pt x="88309" y="349204"/>
                    <a:pt x="12780" y="273745"/>
                    <a:pt x="12780" y="180986"/>
                  </a:cubicBezTo>
                  <a:cubicBezTo>
                    <a:pt x="12780" y="88226"/>
                    <a:pt x="88309" y="12768"/>
                    <a:pt x="181155" y="12768"/>
                  </a:cubicBezTo>
                  <a:cubicBezTo>
                    <a:pt x="274001" y="12768"/>
                    <a:pt x="349529" y="88226"/>
                    <a:pt x="349529" y="180986"/>
                  </a:cubicBezTo>
                  <a:cubicBezTo>
                    <a:pt x="349529" y="273745"/>
                    <a:pt x="274001" y="349204"/>
                    <a:pt x="181155" y="349204"/>
                  </a:cubicBezTo>
                  <a:close/>
                </a:path>
              </a:pathLst>
            </a:custGeom>
            <a:solidFill>
              <a:srgbClr val="00A3E0"/>
            </a:solidFill>
            <a:ln w="6390" cap="flat">
              <a:noFill/>
              <a:prstDash val="solid"/>
              <a:miter/>
            </a:ln>
          </p:spPr>
          <p:txBody>
            <a:bodyPr rtlCol="0" anchor="ctr"/>
            <a:lstStyle/>
            <a:p>
              <a:endParaRPr lang="en-US"/>
            </a:p>
          </p:txBody>
        </p:sp>
        <p:sp>
          <p:nvSpPr>
            <p:cNvPr id="934" name="Freeform 933">
              <a:extLst>
                <a:ext uri="{FF2B5EF4-FFF2-40B4-BE49-F238E27FC236}">
                  <a16:creationId xmlns:a16="http://schemas.microsoft.com/office/drawing/2014/main" id="{A4AD9C94-1C9A-374B-BA4F-C74B46581DAD}"/>
                </a:ext>
              </a:extLst>
            </p:cNvPr>
            <p:cNvSpPr/>
            <p:nvPr/>
          </p:nvSpPr>
          <p:spPr>
            <a:xfrm>
              <a:off x="6821561" y="3406847"/>
              <a:ext cx="46678" cy="69393"/>
            </a:xfrm>
            <a:custGeom>
              <a:avLst/>
              <a:gdLst>
                <a:gd name="connsiteX0" fmla="*/ 10815 w 46678"/>
                <a:gd name="connsiteY0" fmla="*/ 27898 h 69393"/>
                <a:gd name="connsiteX1" fmla="*/ 16885 w 46678"/>
                <a:gd name="connsiteY1" fmla="*/ 21833 h 69393"/>
                <a:gd name="connsiteX2" fmla="*/ 16885 w 46678"/>
                <a:gd name="connsiteY2" fmla="*/ 63010 h 69393"/>
                <a:gd name="connsiteX3" fmla="*/ 23275 w 46678"/>
                <a:gd name="connsiteY3" fmla="*/ 69394 h 69393"/>
                <a:gd name="connsiteX4" fmla="*/ 29665 w 46678"/>
                <a:gd name="connsiteY4" fmla="*/ 63010 h 69393"/>
                <a:gd name="connsiteX5" fmla="*/ 29665 w 46678"/>
                <a:gd name="connsiteY5" fmla="*/ 21833 h 69393"/>
                <a:gd name="connsiteX6" fmla="*/ 35736 w 46678"/>
                <a:gd name="connsiteY6" fmla="*/ 27898 h 69393"/>
                <a:gd name="connsiteX7" fmla="*/ 40273 w 46678"/>
                <a:gd name="connsiteY7" fmla="*/ 29749 h 69393"/>
                <a:gd name="connsiteX8" fmla="*/ 44810 w 46678"/>
                <a:gd name="connsiteY8" fmla="*/ 27898 h 69393"/>
                <a:gd name="connsiteX9" fmla="*/ 44810 w 46678"/>
                <a:gd name="connsiteY9" fmla="*/ 18896 h 69393"/>
                <a:gd name="connsiteX10" fmla="*/ 27813 w 46678"/>
                <a:gd name="connsiteY10" fmla="*/ 1915 h 69393"/>
                <a:gd name="connsiteX11" fmla="*/ 25767 w 46678"/>
                <a:gd name="connsiteY11" fmla="*/ 510 h 69393"/>
                <a:gd name="connsiteX12" fmla="*/ 23339 w 46678"/>
                <a:gd name="connsiteY12" fmla="*/ 0 h 69393"/>
                <a:gd name="connsiteX13" fmla="*/ 20911 w 46678"/>
                <a:gd name="connsiteY13" fmla="*/ 510 h 69393"/>
                <a:gd name="connsiteX14" fmla="*/ 18867 w 46678"/>
                <a:gd name="connsiteY14" fmla="*/ 1915 h 69393"/>
                <a:gd name="connsiteX15" fmla="*/ 1869 w 46678"/>
                <a:gd name="connsiteY15" fmla="*/ 18896 h 69393"/>
                <a:gd name="connsiteX16" fmla="*/ 1869 w 46678"/>
                <a:gd name="connsiteY16" fmla="*/ 27898 h 69393"/>
                <a:gd name="connsiteX17" fmla="*/ 10815 w 46678"/>
                <a:gd name="connsiteY17" fmla="*/ 27898 h 69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6678" h="69393">
                  <a:moveTo>
                    <a:pt x="10815" y="27898"/>
                  </a:moveTo>
                  <a:lnTo>
                    <a:pt x="16885" y="21833"/>
                  </a:lnTo>
                  <a:lnTo>
                    <a:pt x="16885" y="63010"/>
                  </a:lnTo>
                  <a:cubicBezTo>
                    <a:pt x="16885" y="66521"/>
                    <a:pt x="19761" y="69394"/>
                    <a:pt x="23275" y="69394"/>
                  </a:cubicBezTo>
                  <a:cubicBezTo>
                    <a:pt x="26790" y="69394"/>
                    <a:pt x="29665" y="66521"/>
                    <a:pt x="29665" y="63010"/>
                  </a:cubicBezTo>
                  <a:lnTo>
                    <a:pt x="29665" y="21833"/>
                  </a:lnTo>
                  <a:lnTo>
                    <a:pt x="35736" y="27898"/>
                  </a:lnTo>
                  <a:cubicBezTo>
                    <a:pt x="37014" y="29174"/>
                    <a:pt x="38611" y="29749"/>
                    <a:pt x="40273" y="29749"/>
                  </a:cubicBezTo>
                  <a:cubicBezTo>
                    <a:pt x="41934" y="29749"/>
                    <a:pt x="43532" y="29111"/>
                    <a:pt x="44810" y="27898"/>
                  </a:cubicBezTo>
                  <a:cubicBezTo>
                    <a:pt x="47301" y="25408"/>
                    <a:pt x="47301" y="21386"/>
                    <a:pt x="44810" y="18896"/>
                  </a:cubicBezTo>
                  <a:lnTo>
                    <a:pt x="27813" y="1915"/>
                  </a:lnTo>
                  <a:cubicBezTo>
                    <a:pt x="27238" y="1340"/>
                    <a:pt x="26534" y="830"/>
                    <a:pt x="25767" y="510"/>
                  </a:cubicBezTo>
                  <a:cubicBezTo>
                    <a:pt x="25001" y="191"/>
                    <a:pt x="24170" y="0"/>
                    <a:pt x="23339" y="0"/>
                  </a:cubicBezTo>
                  <a:cubicBezTo>
                    <a:pt x="22508" y="0"/>
                    <a:pt x="21678" y="191"/>
                    <a:pt x="20911" y="510"/>
                  </a:cubicBezTo>
                  <a:cubicBezTo>
                    <a:pt x="20144" y="830"/>
                    <a:pt x="19441" y="1276"/>
                    <a:pt x="18867" y="1915"/>
                  </a:cubicBezTo>
                  <a:lnTo>
                    <a:pt x="1869" y="18896"/>
                  </a:lnTo>
                  <a:cubicBezTo>
                    <a:pt x="-623" y="21386"/>
                    <a:pt x="-623" y="25408"/>
                    <a:pt x="1869" y="27898"/>
                  </a:cubicBezTo>
                  <a:cubicBezTo>
                    <a:pt x="4361" y="30387"/>
                    <a:pt x="8323" y="30387"/>
                    <a:pt x="10815" y="27898"/>
                  </a:cubicBezTo>
                  <a:close/>
                </a:path>
              </a:pathLst>
            </a:custGeom>
            <a:solidFill>
              <a:srgbClr val="00A3E0"/>
            </a:solidFill>
            <a:ln w="6390" cap="flat">
              <a:noFill/>
              <a:prstDash val="solid"/>
              <a:miter/>
            </a:ln>
          </p:spPr>
          <p:txBody>
            <a:bodyPr rtlCol="0" anchor="ctr"/>
            <a:lstStyle/>
            <a:p>
              <a:endParaRPr lang="en-US"/>
            </a:p>
          </p:txBody>
        </p:sp>
        <p:sp>
          <p:nvSpPr>
            <p:cNvPr id="935" name="Freeform 934">
              <a:extLst>
                <a:ext uri="{FF2B5EF4-FFF2-40B4-BE49-F238E27FC236}">
                  <a16:creationId xmlns:a16="http://schemas.microsoft.com/office/drawing/2014/main" id="{9940A62C-1FD9-AB4D-AA1C-5E7D5270321E}"/>
                </a:ext>
              </a:extLst>
            </p:cNvPr>
            <p:cNvSpPr/>
            <p:nvPr/>
          </p:nvSpPr>
          <p:spPr>
            <a:xfrm>
              <a:off x="6821561" y="3531398"/>
              <a:ext cx="46678" cy="69393"/>
            </a:xfrm>
            <a:custGeom>
              <a:avLst/>
              <a:gdLst>
                <a:gd name="connsiteX0" fmla="*/ 35800 w 46678"/>
                <a:gd name="connsiteY0" fmla="*/ 41496 h 69393"/>
                <a:gd name="connsiteX1" fmla="*/ 29729 w 46678"/>
                <a:gd name="connsiteY1" fmla="*/ 47561 h 69393"/>
                <a:gd name="connsiteX2" fmla="*/ 29729 w 46678"/>
                <a:gd name="connsiteY2" fmla="*/ 6384 h 69393"/>
                <a:gd name="connsiteX3" fmla="*/ 23339 w 46678"/>
                <a:gd name="connsiteY3" fmla="*/ 0 h 69393"/>
                <a:gd name="connsiteX4" fmla="*/ 16949 w 46678"/>
                <a:gd name="connsiteY4" fmla="*/ 6384 h 69393"/>
                <a:gd name="connsiteX5" fmla="*/ 16949 w 46678"/>
                <a:gd name="connsiteY5" fmla="*/ 47561 h 69393"/>
                <a:gd name="connsiteX6" fmla="*/ 10879 w 46678"/>
                <a:gd name="connsiteY6" fmla="*/ 41496 h 69393"/>
                <a:gd name="connsiteX7" fmla="*/ 1869 w 46678"/>
                <a:gd name="connsiteY7" fmla="*/ 41496 h 69393"/>
                <a:gd name="connsiteX8" fmla="*/ 1869 w 46678"/>
                <a:gd name="connsiteY8" fmla="*/ 50498 h 69393"/>
                <a:gd name="connsiteX9" fmla="*/ 18867 w 46678"/>
                <a:gd name="connsiteY9" fmla="*/ 67479 h 69393"/>
                <a:gd name="connsiteX10" fmla="*/ 20911 w 46678"/>
                <a:gd name="connsiteY10" fmla="*/ 68883 h 69393"/>
                <a:gd name="connsiteX11" fmla="*/ 23339 w 46678"/>
                <a:gd name="connsiteY11" fmla="*/ 69394 h 69393"/>
                <a:gd name="connsiteX12" fmla="*/ 25767 w 46678"/>
                <a:gd name="connsiteY12" fmla="*/ 68883 h 69393"/>
                <a:gd name="connsiteX13" fmla="*/ 27813 w 46678"/>
                <a:gd name="connsiteY13" fmla="*/ 67479 h 69393"/>
                <a:gd name="connsiteX14" fmla="*/ 44810 w 46678"/>
                <a:gd name="connsiteY14" fmla="*/ 50498 h 69393"/>
                <a:gd name="connsiteX15" fmla="*/ 44810 w 46678"/>
                <a:gd name="connsiteY15" fmla="*/ 41496 h 69393"/>
                <a:gd name="connsiteX16" fmla="*/ 35800 w 46678"/>
                <a:gd name="connsiteY16" fmla="*/ 41496 h 69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6678" h="69393">
                  <a:moveTo>
                    <a:pt x="35800" y="41496"/>
                  </a:moveTo>
                  <a:lnTo>
                    <a:pt x="29729" y="47561"/>
                  </a:lnTo>
                  <a:lnTo>
                    <a:pt x="29729" y="6384"/>
                  </a:lnTo>
                  <a:cubicBezTo>
                    <a:pt x="29729" y="2873"/>
                    <a:pt x="26854" y="0"/>
                    <a:pt x="23339" y="0"/>
                  </a:cubicBezTo>
                  <a:cubicBezTo>
                    <a:pt x="19825" y="0"/>
                    <a:pt x="16949" y="2873"/>
                    <a:pt x="16949" y="6384"/>
                  </a:cubicBezTo>
                  <a:lnTo>
                    <a:pt x="16949" y="47561"/>
                  </a:lnTo>
                  <a:lnTo>
                    <a:pt x="10879" y="41496"/>
                  </a:lnTo>
                  <a:cubicBezTo>
                    <a:pt x="8387" y="39006"/>
                    <a:pt x="4361" y="39006"/>
                    <a:pt x="1869" y="41496"/>
                  </a:cubicBezTo>
                  <a:cubicBezTo>
                    <a:pt x="-623" y="43986"/>
                    <a:pt x="-623" y="48008"/>
                    <a:pt x="1869" y="50498"/>
                  </a:cubicBezTo>
                  <a:lnTo>
                    <a:pt x="18867" y="67479"/>
                  </a:lnTo>
                  <a:cubicBezTo>
                    <a:pt x="19441" y="68053"/>
                    <a:pt x="20144" y="68564"/>
                    <a:pt x="20911" y="68883"/>
                  </a:cubicBezTo>
                  <a:cubicBezTo>
                    <a:pt x="21678" y="69203"/>
                    <a:pt x="22508" y="69394"/>
                    <a:pt x="23339" y="69394"/>
                  </a:cubicBezTo>
                  <a:cubicBezTo>
                    <a:pt x="24170" y="69394"/>
                    <a:pt x="25001" y="69203"/>
                    <a:pt x="25767" y="68883"/>
                  </a:cubicBezTo>
                  <a:cubicBezTo>
                    <a:pt x="26534" y="68564"/>
                    <a:pt x="27238" y="68117"/>
                    <a:pt x="27813" y="67479"/>
                  </a:cubicBezTo>
                  <a:lnTo>
                    <a:pt x="44810" y="50498"/>
                  </a:lnTo>
                  <a:cubicBezTo>
                    <a:pt x="47301" y="48008"/>
                    <a:pt x="47301" y="43986"/>
                    <a:pt x="44810" y="41496"/>
                  </a:cubicBezTo>
                  <a:cubicBezTo>
                    <a:pt x="42318" y="39006"/>
                    <a:pt x="38292" y="39006"/>
                    <a:pt x="35800" y="41496"/>
                  </a:cubicBezTo>
                  <a:close/>
                </a:path>
              </a:pathLst>
            </a:custGeom>
            <a:solidFill>
              <a:srgbClr val="00A3E0"/>
            </a:solidFill>
            <a:ln w="6390" cap="flat">
              <a:noFill/>
              <a:prstDash val="solid"/>
              <a:miter/>
            </a:ln>
          </p:spPr>
          <p:txBody>
            <a:bodyPr rtlCol="0" anchor="ctr"/>
            <a:lstStyle/>
            <a:p>
              <a:endParaRPr lang="en-US"/>
            </a:p>
          </p:txBody>
        </p:sp>
        <p:sp>
          <p:nvSpPr>
            <p:cNvPr id="936" name="Freeform 935">
              <a:extLst>
                <a:ext uri="{FF2B5EF4-FFF2-40B4-BE49-F238E27FC236}">
                  <a16:creationId xmlns:a16="http://schemas.microsoft.com/office/drawing/2014/main" id="{F420EDC8-4387-A341-BD78-8CC19A0D9C9F}"/>
                </a:ext>
              </a:extLst>
            </p:cNvPr>
            <p:cNvSpPr/>
            <p:nvPr/>
          </p:nvSpPr>
          <p:spPr>
            <a:xfrm>
              <a:off x="6857233" y="3478589"/>
              <a:ext cx="192544" cy="156165"/>
            </a:xfrm>
            <a:custGeom>
              <a:avLst/>
              <a:gdLst>
                <a:gd name="connsiteX0" fmla="*/ 174446 w 192544"/>
                <a:gd name="connsiteY0" fmla="*/ 77196 h 156165"/>
                <a:gd name="connsiteX1" fmla="*/ 164861 w 192544"/>
                <a:gd name="connsiteY1" fmla="*/ 59895 h 156165"/>
                <a:gd name="connsiteX2" fmla="*/ 153550 w 192544"/>
                <a:gd name="connsiteY2" fmla="*/ 40233 h 156165"/>
                <a:gd name="connsiteX3" fmla="*/ 118406 w 192544"/>
                <a:gd name="connsiteY3" fmla="*/ 5121 h 156165"/>
                <a:gd name="connsiteX4" fmla="*/ 105434 w 192544"/>
                <a:gd name="connsiteY4" fmla="*/ 14 h 156165"/>
                <a:gd name="connsiteX5" fmla="*/ 93357 w 192544"/>
                <a:gd name="connsiteY5" fmla="*/ 5121 h 156165"/>
                <a:gd name="connsiteX6" fmla="*/ 89970 w 192544"/>
                <a:gd name="connsiteY6" fmla="*/ 10036 h 156165"/>
                <a:gd name="connsiteX7" fmla="*/ 81344 w 192544"/>
                <a:gd name="connsiteY7" fmla="*/ 7994 h 156165"/>
                <a:gd name="connsiteX8" fmla="*/ 69267 w 192544"/>
                <a:gd name="connsiteY8" fmla="*/ 13101 h 156165"/>
                <a:gd name="connsiteX9" fmla="*/ 65944 w 192544"/>
                <a:gd name="connsiteY9" fmla="*/ 18016 h 156165"/>
                <a:gd name="connsiteX10" fmla="*/ 45240 w 192544"/>
                <a:gd name="connsiteY10" fmla="*/ 21145 h 156165"/>
                <a:gd name="connsiteX11" fmla="*/ 42301 w 192544"/>
                <a:gd name="connsiteY11" fmla="*/ 25230 h 156165"/>
                <a:gd name="connsiteX12" fmla="*/ 30224 w 192544"/>
                <a:gd name="connsiteY12" fmla="*/ 13165 h 156165"/>
                <a:gd name="connsiteX13" fmla="*/ 17253 w 192544"/>
                <a:gd name="connsiteY13" fmla="*/ 8057 h 156165"/>
                <a:gd name="connsiteX14" fmla="*/ 5175 w 192544"/>
                <a:gd name="connsiteY14" fmla="*/ 13165 h 156165"/>
                <a:gd name="connsiteX15" fmla="*/ 0 w 192544"/>
                <a:gd name="connsiteY15" fmla="*/ 25805 h 156165"/>
                <a:gd name="connsiteX16" fmla="*/ 5175 w 192544"/>
                <a:gd name="connsiteY16" fmla="*/ 38190 h 156165"/>
                <a:gd name="connsiteX17" fmla="*/ 35592 w 192544"/>
                <a:gd name="connsiteY17" fmla="*/ 68577 h 156165"/>
                <a:gd name="connsiteX18" fmla="*/ 33867 w 192544"/>
                <a:gd name="connsiteY18" fmla="*/ 69088 h 156165"/>
                <a:gd name="connsiteX19" fmla="*/ 24282 w 192544"/>
                <a:gd name="connsiteY19" fmla="*/ 79622 h 156165"/>
                <a:gd name="connsiteX20" fmla="*/ 28180 w 192544"/>
                <a:gd name="connsiteY20" fmla="*/ 93156 h 156165"/>
                <a:gd name="connsiteX21" fmla="*/ 57318 w 192544"/>
                <a:gd name="connsiteY21" fmla="*/ 122267 h 156165"/>
                <a:gd name="connsiteX22" fmla="*/ 93357 w 192544"/>
                <a:gd name="connsiteY22" fmla="*/ 136056 h 156165"/>
                <a:gd name="connsiteX23" fmla="*/ 117447 w 192544"/>
                <a:gd name="connsiteY23" fmla="*/ 142312 h 156165"/>
                <a:gd name="connsiteX24" fmla="*/ 129460 w 192544"/>
                <a:gd name="connsiteY24" fmla="*/ 154314 h 156165"/>
                <a:gd name="connsiteX25" fmla="*/ 133997 w 192544"/>
                <a:gd name="connsiteY25" fmla="*/ 156166 h 156165"/>
                <a:gd name="connsiteX26" fmla="*/ 138534 w 192544"/>
                <a:gd name="connsiteY26" fmla="*/ 154314 h 156165"/>
                <a:gd name="connsiteX27" fmla="*/ 138534 w 192544"/>
                <a:gd name="connsiteY27" fmla="*/ 145313 h 156165"/>
                <a:gd name="connsiteX28" fmla="*/ 126521 w 192544"/>
                <a:gd name="connsiteY28" fmla="*/ 133311 h 156165"/>
                <a:gd name="connsiteX29" fmla="*/ 92526 w 192544"/>
                <a:gd name="connsiteY29" fmla="*/ 123352 h 156165"/>
                <a:gd name="connsiteX30" fmla="*/ 66392 w 192544"/>
                <a:gd name="connsiteY30" fmla="*/ 113329 h 156165"/>
                <a:gd name="connsiteX31" fmla="*/ 37253 w 192544"/>
                <a:gd name="connsiteY31" fmla="*/ 84218 h 156165"/>
                <a:gd name="connsiteX32" fmla="*/ 36806 w 192544"/>
                <a:gd name="connsiteY32" fmla="*/ 82622 h 156165"/>
                <a:gd name="connsiteX33" fmla="*/ 38084 w 192544"/>
                <a:gd name="connsiteY33" fmla="*/ 81282 h 156165"/>
                <a:gd name="connsiteX34" fmla="*/ 53356 w 192544"/>
                <a:gd name="connsiteY34" fmla="*/ 86325 h 156165"/>
                <a:gd name="connsiteX35" fmla="*/ 61343 w 192544"/>
                <a:gd name="connsiteY35" fmla="*/ 94305 h 156165"/>
                <a:gd name="connsiteX36" fmla="*/ 65880 w 192544"/>
                <a:gd name="connsiteY36" fmla="*/ 96156 h 156165"/>
                <a:gd name="connsiteX37" fmla="*/ 70417 w 192544"/>
                <a:gd name="connsiteY37" fmla="*/ 94305 h 156165"/>
                <a:gd name="connsiteX38" fmla="*/ 70417 w 192544"/>
                <a:gd name="connsiteY38" fmla="*/ 85303 h 156165"/>
                <a:gd name="connsiteX39" fmla="*/ 14313 w 192544"/>
                <a:gd name="connsiteY39" fmla="*/ 29252 h 156165"/>
                <a:gd name="connsiteX40" fmla="*/ 12908 w 192544"/>
                <a:gd name="connsiteY40" fmla="*/ 25869 h 156165"/>
                <a:gd name="connsiteX41" fmla="*/ 14313 w 192544"/>
                <a:gd name="connsiteY41" fmla="*/ 22294 h 156165"/>
                <a:gd name="connsiteX42" fmla="*/ 17764 w 192544"/>
                <a:gd name="connsiteY42" fmla="*/ 20889 h 156165"/>
                <a:gd name="connsiteX43" fmla="*/ 21342 w 192544"/>
                <a:gd name="connsiteY43" fmla="*/ 22294 h 156165"/>
                <a:gd name="connsiteX44" fmla="*/ 45368 w 192544"/>
                <a:gd name="connsiteY44" fmla="*/ 46297 h 156165"/>
                <a:gd name="connsiteX45" fmla="*/ 45368 w 192544"/>
                <a:gd name="connsiteY45" fmla="*/ 46297 h 156165"/>
                <a:gd name="connsiteX46" fmla="*/ 61407 w 192544"/>
                <a:gd name="connsiteY46" fmla="*/ 62321 h 156165"/>
                <a:gd name="connsiteX47" fmla="*/ 65944 w 192544"/>
                <a:gd name="connsiteY47" fmla="*/ 64172 h 156165"/>
                <a:gd name="connsiteX48" fmla="*/ 70481 w 192544"/>
                <a:gd name="connsiteY48" fmla="*/ 62321 h 156165"/>
                <a:gd name="connsiteX49" fmla="*/ 70481 w 192544"/>
                <a:gd name="connsiteY49" fmla="*/ 53320 h 156165"/>
                <a:gd name="connsiteX50" fmla="*/ 54442 w 192544"/>
                <a:gd name="connsiteY50" fmla="*/ 37296 h 156165"/>
                <a:gd name="connsiteX51" fmla="*/ 53037 w 192544"/>
                <a:gd name="connsiteY51" fmla="*/ 33912 h 156165"/>
                <a:gd name="connsiteX52" fmla="*/ 54442 w 192544"/>
                <a:gd name="connsiteY52" fmla="*/ 30337 h 156165"/>
                <a:gd name="connsiteX53" fmla="*/ 61407 w 192544"/>
                <a:gd name="connsiteY53" fmla="*/ 30337 h 156165"/>
                <a:gd name="connsiteX54" fmla="*/ 69395 w 192544"/>
                <a:gd name="connsiteY54" fmla="*/ 38317 h 156165"/>
                <a:gd name="connsiteX55" fmla="*/ 69395 w 192544"/>
                <a:gd name="connsiteY55" fmla="*/ 38317 h 156165"/>
                <a:gd name="connsiteX56" fmla="*/ 69395 w 192544"/>
                <a:gd name="connsiteY56" fmla="*/ 38317 h 156165"/>
                <a:gd name="connsiteX57" fmla="*/ 81408 w 192544"/>
                <a:gd name="connsiteY57" fmla="*/ 50319 h 156165"/>
                <a:gd name="connsiteX58" fmla="*/ 90418 w 192544"/>
                <a:gd name="connsiteY58" fmla="*/ 50319 h 156165"/>
                <a:gd name="connsiteX59" fmla="*/ 90418 w 192544"/>
                <a:gd name="connsiteY59" fmla="*/ 41318 h 156165"/>
                <a:gd name="connsiteX60" fmla="*/ 78405 w 192544"/>
                <a:gd name="connsiteY60" fmla="*/ 29316 h 156165"/>
                <a:gd name="connsiteX61" fmla="*/ 78405 w 192544"/>
                <a:gd name="connsiteY61" fmla="*/ 29316 h 156165"/>
                <a:gd name="connsiteX62" fmla="*/ 76999 w 192544"/>
                <a:gd name="connsiteY62" fmla="*/ 25932 h 156165"/>
                <a:gd name="connsiteX63" fmla="*/ 78405 w 192544"/>
                <a:gd name="connsiteY63" fmla="*/ 22357 h 156165"/>
                <a:gd name="connsiteX64" fmla="*/ 81855 w 192544"/>
                <a:gd name="connsiteY64" fmla="*/ 20953 h 156165"/>
                <a:gd name="connsiteX65" fmla="*/ 85433 w 192544"/>
                <a:gd name="connsiteY65" fmla="*/ 22357 h 156165"/>
                <a:gd name="connsiteX66" fmla="*/ 93421 w 192544"/>
                <a:gd name="connsiteY66" fmla="*/ 30337 h 156165"/>
                <a:gd name="connsiteX67" fmla="*/ 93421 w 192544"/>
                <a:gd name="connsiteY67" fmla="*/ 30337 h 156165"/>
                <a:gd name="connsiteX68" fmla="*/ 93421 w 192544"/>
                <a:gd name="connsiteY68" fmla="*/ 30337 h 156165"/>
                <a:gd name="connsiteX69" fmla="*/ 103709 w 192544"/>
                <a:gd name="connsiteY69" fmla="*/ 40552 h 156165"/>
                <a:gd name="connsiteX70" fmla="*/ 108245 w 192544"/>
                <a:gd name="connsiteY70" fmla="*/ 42403 h 156165"/>
                <a:gd name="connsiteX71" fmla="*/ 112783 w 192544"/>
                <a:gd name="connsiteY71" fmla="*/ 40552 h 156165"/>
                <a:gd name="connsiteX72" fmla="*/ 112783 w 192544"/>
                <a:gd name="connsiteY72" fmla="*/ 31550 h 156165"/>
                <a:gd name="connsiteX73" fmla="*/ 102495 w 192544"/>
                <a:gd name="connsiteY73" fmla="*/ 21272 h 156165"/>
                <a:gd name="connsiteX74" fmla="*/ 101088 w 192544"/>
                <a:gd name="connsiteY74" fmla="*/ 17889 h 156165"/>
                <a:gd name="connsiteX75" fmla="*/ 102495 w 192544"/>
                <a:gd name="connsiteY75" fmla="*/ 14314 h 156165"/>
                <a:gd name="connsiteX76" fmla="*/ 105945 w 192544"/>
                <a:gd name="connsiteY76" fmla="*/ 12909 h 156165"/>
                <a:gd name="connsiteX77" fmla="*/ 109524 w 192544"/>
                <a:gd name="connsiteY77" fmla="*/ 14314 h 156165"/>
                <a:gd name="connsiteX78" fmla="*/ 144668 w 192544"/>
                <a:gd name="connsiteY78" fmla="*/ 49425 h 156165"/>
                <a:gd name="connsiteX79" fmla="*/ 152592 w 192544"/>
                <a:gd name="connsiteY79" fmla="*/ 63151 h 156165"/>
                <a:gd name="connsiteX80" fmla="*/ 165563 w 192544"/>
                <a:gd name="connsiteY80" fmla="*/ 86325 h 156165"/>
                <a:gd name="connsiteX81" fmla="*/ 181602 w 192544"/>
                <a:gd name="connsiteY81" fmla="*/ 102349 h 156165"/>
                <a:gd name="connsiteX82" fmla="*/ 186139 w 192544"/>
                <a:gd name="connsiteY82" fmla="*/ 104200 h 156165"/>
                <a:gd name="connsiteX83" fmla="*/ 190676 w 192544"/>
                <a:gd name="connsiteY83" fmla="*/ 102349 h 156165"/>
                <a:gd name="connsiteX84" fmla="*/ 190676 w 192544"/>
                <a:gd name="connsiteY84" fmla="*/ 93347 h 156165"/>
                <a:gd name="connsiteX85" fmla="*/ 174446 w 192544"/>
                <a:gd name="connsiteY85" fmla="*/ 77196 h 156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92544" h="156165">
                  <a:moveTo>
                    <a:pt x="174446" y="77196"/>
                  </a:moveTo>
                  <a:cubicBezTo>
                    <a:pt x="168439" y="71195"/>
                    <a:pt x="167416" y="70173"/>
                    <a:pt x="164861" y="59895"/>
                  </a:cubicBezTo>
                  <a:cubicBezTo>
                    <a:pt x="163007" y="52617"/>
                    <a:pt x="159110" y="45850"/>
                    <a:pt x="153550" y="40233"/>
                  </a:cubicBezTo>
                  <a:lnTo>
                    <a:pt x="118406" y="5121"/>
                  </a:lnTo>
                  <a:cubicBezTo>
                    <a:pt x="114955" y="1673"/>
                    <a:pt x="110354" y="-178"/>
                    <a:pt x="105434" y="14"/>
                  </a:cubicBezTo>
                  <a:cubicBezTo>
                    <a:pt x="100897" y="141"/>
                    <a:pt x="96488" y="1993"/>
                    <a:pt x="93357" y="5121"/>
                  </a:cubicBezTo>
                  <a:cubicBezTo>
                    <a:pt x="91951" y="6525"/>
                    <a:pt x="90865" y="8249"/>
                    <a:pt x="89970" y="10036"/>
                  </a:cubicBezTo>
                  <a:cubicBezTo>
                    <a:pt x="87351" y="8696"/>
                    <a:pt x="84475" y="7930"/>
                    <a:pt x="81344" y="7994"/>
                  </a:cubicBezTo>
                  <a:cubicBezTo>
                    <a:pt x="76807" y="8121"/>
                    <a:pt x="72398" y="9973"/>
                    <a:pt x="69267" y="13101"/>
                  </a:cubicBezTo>
                  <a:cubicBezTo>
                    <a:pt x="67861" y="14505"/>
                    <a:pt x="66775" y="16165"/>
                    <a:pt x="65944" y="18016"/>
                  </a:cubicBezTo>
                  <a:cubicBezTo>
                    <a:pt x="59299" y="14569"/>
                    <a:pt x="50864" y="15527"/>
                    <a:pt x="45240" y="21145"/>
                  </a:cubicBezTo>
                  <a:cubicBezTo>
                    <a:pt x="44027" y="22357"/>
                    <a:pt x="43132" y="23762"/>
                    <a:pt x="42301" y="25230"/>
                  </a:cubicBezTo>
                  <a:lnTo>
                    <a:pt x="30224" y="13165"/>
                  </a:lnTo>
                  <a:cubicBezTo>
                    <a:pt x="26773" y="9717"/>
                    <a:pt x="22109" y="7994"/>
                    <a:pt x="17253" y="8057"/>
                  </a:cubicBezTo>
                  <a:cubicBezTo>
                    <a:pt x="12716" y="8185"/>
                    <a:pt x="8307" y="10036"/>
                    <a:pt x="5175" y="13165"/>
                  </a:cubicBezTo>
                  <a:cubicBezTo>
                    <a:pt x="1917" y="16420"/>
                    <a:pt x="0" y="21017"/>
                    <a:pt x="0" y="25805"/>
                  </a:cubicBezTo>
                  <a:cubicBezTo>
                    <a:pt x="0" y="30529"/>
                    <a:pt x="1853" y="34934"/>
                    <a:pt x="5175" y="38190"/>
                  </a:cubicBezTo>
                  <a:lnTo>
                    <a:pt x="35592" y="68577"/>
                  </a:lnTo>
                  <a:cubicBezTo>
                    <a:pt x="35017" y="68705"/>
                    <a:pt x="34378" y="68897"/>
                    <a:pt x="33867" y="69088"/>
                  </a:cubicBezTo>
                  <a:cubicBezTo>
                    <a:pt x="29011" y="70748"/>
                    <a:pt x="25432" y="74642"/>
                    <a:pt x="24282" y="79622"/>
                  </a:cubicBezTo>
                  <a:cubicBezTo>
                    <a:pt x="23132" y="84537"/>
                    <a:pt x="24601" y="89581"/>
                    <a:pt x="28180" y="93156"/>
                  </a:cubicBezTo>
                  <a:lnTo>
                    <a:pt x="57318" y="122267"/>
                  </a:lnTo>
                  <a:cubicBezTo>
                    <a:pt x="66838" y="131779"/>
                    <a:pt x="80257" y="136886"/>
                    <a:pt x="93357" y="136056"/>
                  </a:cubicBezTo>
                  <a:cubicBezTo>
                    <a:pt x="102303" y="135418"/>
                    <a:pt x="110035" y="134907"/>
                    <a:pt x="117447" y="142312"/>
                  </a:cubicBezTo>
                  <a:lnTo>
                    <a:pt x="129460" y="154314"/>
                  </a:lnTo>
                  <a:cubicBezTo>
                    <a:pt x="130738" y="155591"/>
                    <a:pt x="132335" y="156166"/>
                    <a:pt x="133997" y="156166"/>
                  </a:cubicBezTo>
                  <a:cubicBezTo>
                    <a:pt x="135658" y="156166"/>
                    <a:pt x="137256" y="155527"/>
                    <a:pt x="138534" y="154314"/>
                  </a:cubicBezTo>
                  <a:cubicBezTo>
                    <a:pt x="141026" y="151824"/>
                    <a:pt x="141026" y="147803"/>
                    <a:pt x="138534" y="145313"/>
                  </a:cubicBezTo>
                  <a:lnTo>
                    <a:pt x="126521" y="133311"/>
                  </a:lnTo>
                  <a:cubicBezTo>
                    <a:pt x="115019" y="121820"/>
                    <a:pt x="102559" y="122650"/>
                    <a:pt x="92526" y="123352"/>
                  </a:cubicBezTo>
                  <a:cubicBezTo>
                    <a:pt x="89012" y="123607"/>
                    <a:pt x="76679" y="123543"/>
                    <a:pt x="66392" y="113329"/>
                  </a:cubicBezTo>
                  <a:lnTo>
                    <a:pt x="37253" y="84218"/>
                  </a:lnTo>
                  <a:cubicBezTo>
                    <a:pt x="36678" y="83644"/>
                    <a:pt x="36678" y="83005"/>
                    <a:pt x="36806" y="82622"/>
                  </a:cubicBezTo>
                  <a:cubicBezTo>
                    <a:pt x="36870" y="82239"/>
                    <a:pt x="37189" y="81537"/>
                    <a:pt x="38084" y="81282"/>
                  </a:cubicBezTo>
                  <a:cubicBezTo>
                    <a:pt x="44410" y="79111"/>
                    <a:pt x="49905" y="82878"/>
                    <a:pt x="53356" y="86325"/>
                  </a:cubicBezTo>
                  <a:lnTo>
                    <a:pt x="61343" y="94305"/>
                  </a:lnTo>
                  <a:cubicBezTo>
                    <a:pt x="62622" y="95582"/>
                    <a:pt x="64219" y="96156"/>
                    <a:pt x="65880" y="96156"/>
                  </a:cubicBezTo>
                  <a:cubicBezTo>
                    <a:pt x="67541" y="96156"/>
                    <a:pt x="69139" y="95518"/>
                    <a:pt x="70417" y="94305"/>
                  </a:cubicBezTo>
                  <a:cubicBezTo>
                    <a:pt x="72909" y="91815"/>
                    <a:pt x="72909" y="87793"/>
                    <a:pt x="70417" y="85303"/>
                  </a:cubicBezTo>
                  <a:lnTo>
                    <a:pt x="14313" y="29252"/>
                  </a:lnTo>
                  <a:cubicBezTo>
                    <a:pt x="13163" y="28103"/>
                    <a:pt x="12908" y="26762"/>
                    <a:pt x="12908" y="25869"/>
                  </a:cubicBezTo>
                  <a:cubicBezTo>
                    <a:pt x="12908" y="24528"/>
                    <a:pt x="13419" y="23187"/>
                    <a:pt x="14313" y="22294"/>
                  </a:cubicBezTo>
                  <a:cubicBezTo>
                    <a:pt x="15144" y="21464"/>
                    <a:pt x="16422" y="20953"/>
                    <a:pt x="17764" y="20889"/>
                  </a:cubicBezTo>
                  <a:cubicBezTo>
                    <a:pt x="18723" y="20953"/>
                    <a:pt x="20128" y="21081"/>
                    <a:pt x="21342" y="22294"/>
                  </a:cubicBezTo>
                  <a:lnTo>
                    <a:pt x="45368" y="46297"/>
                  </a:lnTo>
                  <a:cubicBezTo>
                    <a:pt x="45368" y="46297"/>
                    <a:pt x="45368" y="46297"/>
                    <a:pt x="45368" y="46297"/>
                  </a:cubicBezTo>
                  <a:lnTo>
                    <a:pt x="61407" y="62321"/>
                  </a:lnTo>
                  <a:cubicBezTo>
                    <a:pt x="62685" y="63598"/>
                    <a:pt x="64282" y="64172"/>
                    <a:pt x="65944" y="64172"/>
                  </a:cubicBezTo>
                  <a:cubicBezTo>
                    <a:pt x="67605" y="64172"/>
                    <a:pt x="69203" y="63534"/>
                    <a:pt x="70481" y="62321"/>
                  </a:cubicBezTo>
                  <a:cubicBezTo>
                    <a:pt x="72973" y="59831"/>
                    <a:pt x="72973" y="55809"/>
                    <a:pt x="70481" y="53320"/>
                  </a:cubicBezTo>
                  <a:lnTo>
                    <a:pt x="54442" y="37296"/>
                  </a:lnTo>
                  <a:cubicBezTo>
                    <a:pt x="53292" y="36147"/>
                    <a:pt x="53037" y="34806"/>
                    <a:pt x="53037" y="33912"/>
                  </a:cubicBezTo>
                  <a:cubicBezTo>
                    <a:pt x="53037" y="32572"/>
                    <a:pt x="53548" y="31231"/>
                    <a:pt x="54442" y="30337"/>
                  </a:cubicBezTo>
                  <a:cubicBezTo>
                    <a:pt x="55848" y="28933"/>
                    <a:pt x="59171" y="28103"/>
                    <a:pt x="61407" y="30337"/>
                  </a:cubicBezTo>
                  <a:lnTo>
                    <a:pt x="69395" y="38317"/>
                  </a:lnTo>
                  <a:cubicBezTo>
                    <a:pt x="69395" y="38317"/>
                    <a:pt x="69395" y="38317"/>
                    <a:pt x="69395" y="38317"/>
                  </a:cubicBezTo>
                  <a:cubicBezTo>
                    <a:pt x="69395" y="38317"/>
                    <a:pt x="69395" y="38317"/>
                    <a:pt x="69395" y="38317"/>
                  </a:cubicBezTo>
                  <a:lnTo>
                    <a:pt x="81408" y="50319"/>
                  </a:lnTo>
                  <a:cubicBezTo>
                    <a:pt x="83900" y="52809"/>
                    <a:pt x="87926" y="52809"/>
                    <a:pt x="90418" y="50319"/>
                  </a:cubicBezTo>
                  <a:cubicBezTo>
                    <a:pt x="92910" y="47830"/>
                    <a:pt x="92910" y="43808"/>
                    <a:pt x="90418" y="41318"/>
                  </a:cubicBezTo>
                  <a:lnTo>
                    <a:pt x="78405" y="29316"/>
                  </a:lnTo>
                  <a:cubicBezTo>
                    <a:pt x="78405" y="29316"/>
                    <a:pt x="78405" y="29316"/>
                    <a:pt x="78405" y="29316"/>
                  </a:cubicBezTo>
                  <a:cubicBezTo>
                    <a:pt x="77254" y="28167"/>
                    <a:pt x="76999" y="26826"/>
                    <a:pt x="76999" y="25932"/>
                  </a:cubicBezTo>
                  <a:cubicBezTo>
                    <a:pt x="76999" y="24592"/>
                    <a:pt x="77510" y="23251"/>
                    <a:pt x="78405" y="22357"/>
                  </a:cubicBezTo>
                  <a:cubicBezTo>
                    <a:pt x="79235" y="21528"/>
                    <a:pt x="80513" y="21017"/>
                    <a:pt x="81855" y="20953"/>
                  </a:cubicBezTo>
                  <a:cubicBezTo>
                    <a:pt x="82813" y="21017"/>
                    <a:pt x="84220" y="21145"/>
                    <a:pt x="85433" y="22357"/>
                  </a:cubicBezTo>
                  <a:lnTo>
                    <a:pt x="93421" y="30337"/>
                  </a:lnTo>
                  <a:cubicBezTo>
                    <a:pt x="93421" y="30337"/>
                    <a:pt x="93421" y="30337"/>
                    <a:pt x="93421" y="30337"/>
                  </a:cubicBezTo>
                  <a:cubicBezTo>
                    <a:pt x="93421" y="30337"/>
                    <a:pt x="93421" y="30337"/>
                    <a:pt x="93421" y="30337"/>
                  </a:cubicBezTo>
                  <a:lnTo>
                    <a:pt x="103709" y="40552"/>
                  </a:lnTo>
                  <a:cubicBezTo>
                    <a:pt x="104987" y="41829"/>
                    <a:pt x="106584" y="42403"/>
                    <a:pt x="108245" y="42403"/>
                  </a:cubicBezTo>
                  <a:cubicBezTo>
                    <a:pt x="109907" y="42403"/>
                    <a:pt x="111504" y="41765"/>
                    <a:pt x="112783" y="40552"/>
                  </a:cubicBezTo>
                  <a:cubicBezTo>
                    <a:pt x="115275" y="38062"/>
                    <a:pt x="115275" y="34040"/>
                    <a:pt x="112783" y="31550"/>
                  </a:cubicBezTo>
                  <a:lnTo>
                    <a:pt x="102495" y="21272"/>
                  </a:lnTo>
                  <a:cubicBezTo>
                    <a:pt x="101344" y="20123"/>
                    <a:pt x="101088" y="18782"/>
                    <a:pt x="101088" y="17889"/>
                  </a:cubicBezTo>
                  <a:cubicBezTo>
                    <a:pt x="101088" y="16548"/>
                    <a:pt x="101600" y="15207"/>
                    <a:pt x="102495" y="14314"/>
                  </a:cubicBezTo>
                  <a:cubicBezTo>
                    <a:pt x="103326" y="13484"/>
                    <a:pt x="104603" y="12973"/>
                    <a:pt x="105945" y="12909"/>
                  </a:cubicBezTo>
                  <a:cubicBezTo>
                    <a:pt x="106904" y="12909"/>
                    <a:pt x="108309" y="13101"/>
                    <a:pt x="109524" y="14314"/>
                  </a:cubicBezTo>
                  <a:lnTo>
                    <a:pt x="144668" y="49425"/>
                  </a:lnTo>
                  <a:cubicBezTo>
                    <a:pt x="148630" y="53384"/>
                    <a:pt x="151377" y="58108"/>
                    <a:pt x="152592" y="63151"/>
                  </a:cubicBezTo>
                  <a:cubicBezTo>
                    <a:pt x="155851" y="76174"/>
                    <a:pt x="158471" y="79239"/>
                    <a:pt x="165563" y="86325"/>
                  </a:cubicBezTo>
                  <a:lnTo>
                    <a:pt x="181602" y="102349"/>
                  </a:lnTo>
                  <a:cubicBezTo>
                    <a:pt x="182880" y="103625"/>
                    <a:pt x="184477" y="104200"/>
                    <a:pt x="186139" y="104200"/>
                  </a:cubicBezTo>
                  <a:cubicBezTo>
                    <a:pt x="187800" y="104200"/>
                    <a:pt x="189398" y="103562"/>
                    <a:pt x="190676" y="102349"/>
                  </a:cubicBezTo>
                  <a:cubicBezTo>
                    <a:pt x="193168" y="99859"/>
                    <a:pt x="193168" y="95837"/>
                    <a:pt x="190676" y="93347"/>
                  </a:cubicBezTo>
                  <a:lnTo>
                    <a:pt x="174446" y="77196"/>
                  </a:lnTo>
                  <a:close/>
                </a:path>
              </a:pathLst>
            </a:custGeom>
            <a:solidFill>
              <a:srgbClr val="00A3E0"/>
            </a:solidFill>
            <a:ln w="6390" cap="flat">
              <a:noFill/>
              <a:prstDash val="solid"/>
              <a:miter/>
            </a:ln>
          </p:spPr>
          <p:txBody>
            <a:bodyPr rtlCol="0" anchor="ctr"/>
            <a:lstStyle/>
            <a:p>
              <a:endParaRPr lang="en-US"/>
            </a:p>
          </p:txBody>
        </p:sp>
      </p:grpSp>
      <p:grpSp>
        <p:nvGrpSpPr>
          <p:cNvPr id="937" name="Graphic 4">
            <a:extLst>
              <a:ext uri="{FF2B5EF4-FFF2-40B4-BE49-F238E27FC236}">
                <a16:creationId xmlns:a16="http://schemas.microsoft.com/office/drawing/2014/main" id="{BDDA3789-5FE3-2E43-950D-A0FEA69BFE47}"/>
              </a:ext>
            </a:extLst>
          </p:cNvPr>
          <p:cNvGrpSpPr/>
          <p:nvPr/>
        </p:nvGrpSpPr>
        <p:grpSpPr>
          <a:xfrm>
            <a:off x="4661267" y="917987"/>
            <a:ext cx="362309" cy="361971"/>
            <a:chOff x="4661267" y="917987"/>
            <a:chExt cx="362309" cy="361971"/>
          </a:xfrm>
          <a:solidFill>
            <a:srgbClr val="00A3E0"/>
          </a:solidFill>
        </p:grpSpPr>
        <p:sp>
          <p:nvSpPr>
            <p:cNvPr id="938" name="Freeform 937">
              <a:extLst>
                <a:ext uri="{FF2B5EF4-FFF2-40B4-BE49-F238E27FC236}">
                  <a16:creationId xmlns:a16="http://schemas.microsoft.com/office/drawing/2014/main" id="{6101A605-3303-1E4E-A852-7E46D89541FE}"/>
                </a:ext>
              </a:extLst>
            </p:cNvPr>
            <p:cNvSpPr/>
            <p:nvPr/>
          </p:nvSpPr>
          <p:spPr>
            <a:xfrm>
              <a:off x="4661267" y="917987"/>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81155 w 362309"/>
                <a:gd name="connsiteY5" fmla="*/ 349204 h 361971"/>
                <a:gd name="connsiteX6" fmla="*/ 12780 w 362309"/>
                <a:gd name="connsiteY6" fmla="*/ 180986 h 361971"/>
                <a:gd name="connsiteX7" fmla="*/ 181155 w 362309"/>
                <a:gd name="connsiteY7" fmla="*/ 12768 h 361971"/>
                <a:gd name="connsiteX8" fmla="*/ 349530 w 362309"/>
                <a:gd name="connsiteY8" fmla="*/ 180986 h 361971"/>
                <a:gd name="connsiteX9" fmla="*/ 181155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10" y="280959"/>
                    <a:pt x="362310" y="180986"/>
                  </a:cubicBezTo>
                  <a:cubicBezTo>
                    <a:pt x="362310" y="81013"/>
                    <a:pt x="281157" y="0"/>
                    <a:pt x="181155" y="0"/>
                  </a:cubicBezTo>
                  <a:close/>
                  <a:moveTo>
                    <a:pt x="181155" y="349204"/>
                  </a:moveTo>
                  <a:cubicBezTo>
                    <a:pt x="88309" y="349204"/>
                    <a:pt x="12780" y="273745"/>
                    <a:pt x="12780" y="180986"/>
                  </a:cubicBezTo>
                  <a:cubicBezTo>
                    <a:pt x="12780" y="88227"/>
                    <a:pt x="88309" y="12768"/>
                    <a:pt x="181155" y="12768"/>
                  </a:cubicBezTo>
                  <a:cubicBezTo>
                    <a:pt x="274001" y="12768"/>
                    <a:pt x="349530" y="88227"/>
                    <a:pt x="349530" y="180986"/>
                  </a:cubicBezTo>
                  <a:cubicBezTo>
                    <a:pt x="349530" y="273745"/>
                    <a:pt x="273937" y="349204"/>
                    <a:pt x="181155" y="349204"/>
                  </a:cubicBezTo>
                  <a:close/>
                </a:path>
              </a:pathLst>
            </a:custGeom>
            <a:solidFill>
              <a:srgbClr val="00A3E0"/>
            </a:solidFill>
            <a:ln w="6390" cap="flat">
              <a:noFill/>
              <a:prstDash val="solid"/>
              <a:miter/>
            </a:ln>
          </p:spPr>
          <p:txBody>
            <a:bodyPr rtlCol="0" anchor="ctr"/>
            <a:lstStyle/>
            <a:p>
              <a:endParaRPr lang="en-US"/>
            </a:p>
          </p:txBody>
        </p:sp>
        <p:sp>
          <p:nvSpPr>
            <p:cNvPr id="939" name="Freeform 938">
              <a:extLst>
                <a:ext uri="{FF2B5EF4-FFF2-40B4-BE49-F238E27FC236}">
                  <a16:creationId xmlns:a16="http://schemas.microsoft.com/office/drawing/2014/main" id="{598B77D7-8F10-294F-8024-F5354B92E5EB}"/>
                </a:ext>
              </a:extLst>
            </p:cNvPr>
            <p:cNvSpPr/>
            <p:nvPr/>
          </p:nvSpPr>
          <p:spPr>
            <a:xfrm>
              <a:off x="4782612" y="1015215"/>
              <a:ext cx="131888" cy="203074"/>
            </a:xfrm>
            <a:custGeom>
              <a:avLst/>
              <a:gdLst>
                <a:gd name="connsiteX0" fmla="*/ 113357 w 131888"/>
                <a:gd name="connsiteY0" fmla="*/ 59563 h 203074"/>
                <a:gd name="connsiteX1" fmla="*/ 107031 w 131888"/>
                <a:gd name="connsiteY1" fmla="*/ 60776 h 203074"/>
                <a:gd name="connsiteX2" fmla="*/ 89587 w 131888"/>
                <a:gd name="connsiteY2" fmla="*/ 47625 h 203074"/>
                <a:gd name="connsiteX3" fmla="*/ 83261 w 131888"/>
                <a:gd name="connsiteY3" fmla="*/ 48838 h 203074"/>
                <a:gd name="connsiteX4" fmla="*/ 65816 w 131888"/>
                <a:gd name="connsiteY4" fmla="*/ 35687 h 203074"/>
                <a:gd name="connsiteX5" fmla="*/ 60321 w 131888"/>
                <a:gd name="connsiteY5" fmla="*/ 36644 h 203074"/>
                <a:gd name="connsiteX6" fmla="*/ 60321 w 131888"/>
                <a:gd name="connsiteY6" fmla="*/ 18258 h 203074"/>
                <a:gd name="connsiteX7" fmla="*/ 42046 w 131888"/>
                <a:gd name="connsiteY7" fmla="*/ 0 h 203074"/>
                <a:gd name="connsiteX8" fmla="*/ 29074 w 131888"/>
                <a:gd name="connsiteY8" fmla="*/ 5490 h 203074"/>
                <a:gd name="connsiteX9" fmla="*/ 23770 w 131888"/>
                <a:gd name="connsiteY9" fmla="*/ 18322 h 203074"/>
                <a:gd name="connsiteX10" fmla="*/ 23770 w 131888"/>
                <a:gd name="connsiteY10" fmla="*/ 63968 h 203074"/>
                <a:gd name="connsiteX11" fmla="*/ 21662 w 131888"/>
                <a:gd name="connsiteY11" fmla="*/ 62818 h 203074"/>
                <a:gd name="connsiteX12" fmla="*/ 7029 w 131888"/>
                <a:gd name="connsiteY12" fmla="*/ 63521 h 203074"/>
                <a:gd name="connsiteX13" fmla="*/ 0 w 131888"/>
                <a:gd name="connsiteY13" fmla="*/ 76225 h 203074"/>
                <a:gd name="connsiteX14" fmla="*/ 0 w 131888"/>
                <a:gd name="connsiteY14" fmla="*/ 119444 h 203074"/>
                <a:gd name="connsiteX15" fmla="*/ 16422 w 131888"/>
                <a:gd name="connsiteY15" fmla="*/ 156152 h 203074"/>
                <a:gd name="connsiteX16" fmla="*/ 29777 w 131888"/>
                <a:gd name="connsiteY16" fmla="*/ 178879 h 203074"/>
                <a:gd name="connsiteX17" fmla="*/ 29777 w 131888"/>
                <a:gd name="connsiteY17" fmla="*/ 196691 h 203074"/>
                <a:gd name="connsiteX18" fmla="*/ 36167 w 131888"/>
                <a:gd name="connsiteY18" fmla="*/ 203075 h 203074"/>
                <a:gd name="connsiteX19" fmla="*/ 42557 w 131888"/>
                <a:gd name="connsiteY19" fmla="*/ 196691 h 203074"/>
                <a:gd name="connsiteX20" fmla="*/ 42557 w 131888"/>
                <a:gd name="connsiteY20" fmla="*/ 178879 h 203074"/>
                <a:gd name="connsiteX21" fmla="*/ 24857 w 131888"/>
                <a:gd name="connsiteY21" fmla="*/ 146512 h 203074"/>
                <a:gd name="connsiteX22" fmla="*/ 12780 w 131888"/>
                <a:gd name="connsiteY22" fmla="*/ 119444 h 203074"/>
                <a:gd name="connsiteX23" fmla="*/ 12780 w 131888"/>
                <a:gd name="connsiteY23" fmla="*/ 76225 h 203074"/>
                <a:gd name="connsiteX24" fmla="*/ 13802 w 131888"/>
                <a:gd name="connsiteY24" fmla="*/ 74373 h 203074"/>
                <a:gd name="connsiteX25" fmla="*/ 16038 w 131888"/>
                <a:gd name="connsiteY25" fmla="*/ 74310 h 203074"/>
                <a:gd name="connsiteX26" fmla="*/ 23770 w 131888"/>
                <a:gd name="connsiteY26" fmla="*/ 89695 h 203074"/>
                <a:gd name="connsiteX27" fmla="*/ 23770 w 131888"/>
                <a:gd name="connsiteY27" fmla="*/ 101569 h 203074"/>
                <a:gd name="connsiteX28" fmla="*/ 30160 w 131888"/>
                <a:gd name="connsiteY28" fmla="*/ 107953 h 203074"/>
                <a:gd name="connsiteX29" fmla="*/ 36550 w 131888"/>
                <a:gd name="connsiteY29" fmla="*/ 101569 h 203074"/>
                <a:gd name="connsiteX30" fmla="*/ 36550 w 131888"/>
                <a:gd name="connsiteY30" fmla="*/ 18322 h 203074"/>
                <a:gd name="connsiteX31" fmla="*/ 38148 w 131888"/>
                <a:gd name="connsiteY31" fmla="*/ 14555 h 203074"/>
                <a:gd name="connsiteX32" fmla="*/ 42109 w 131888"/>
                <a:gd name="connsiteY32" fmla="*/ 12832 h 203074"/>
                <a:gd name="connsiteX33" fmla="*/ 47605 w 131888"/>
                <a:gd name="connsiteY33" fmla="*/ 18322 h 203074"/>
                <a:gd name="connsiteX34" fmla="*/ 47605 w 131888"/>
                <a:gd name="connsiteY34" fmla="*/ 53945 h 203074"/>
                <a:gd name="connsiteX35" fmla="*/ 47605 w 131888"/>
                <a:gd name="connsiteY35" fmla="*/ 53945 h 203074"/>
                <a:gd name="connsiteX36" fmla="*/ 47605 w 131888"/>
                <a:gd name="connsiteY36" fmla="*/ 77757 h 203074"/>
                <a:gd name="connsiteX37" fmla="*/ 53995 w 131888"/>
                <a:gd name="connsiteY37" fmla="*/ 84141 h 203074"/>
                <a:gd name="connsiteX38" fmla="*/ 60385 w 131888"/>
                <a:gd name="connsiteY38" fmla="*/ 77757 h 203074"/>
                <a:gd name="connsiteX39" fmla="*/ 60385 w 131888"/>
                <a:gd name="connsiteY39" fmla="*/ 53945 h 203074"/>
                <a:gd name="connsiteX40" fmla="*/ 61982 w 131888"/>
                <a:gd name="connsiteY40" fmla="*/ 50178 h 203074"/>
                <a:gd name="connsiteX41" fmla="*/ 65944 w 131888"/>
                <a:gd name="connsiteY41" fmla="*/ 48455 h 203074"/>
                <a:gd name="connsiteX42" fmla="*/ 71439 w 131888"/>
                <a:gd name="connsiteY42" fmla="*/ 53945 h 203074"/>
                <a:gd name="connsiteX43" fmla="*/ 71439 w 131888"/>
                <a:gd name="connsiteY43" fmla="*/ 65819 h 203074"/>
                <a:gd name="connsiteX44" fmla="*/ 71439 w 131888"/>
                <a:gd name="connsiteY44" fmla="*/ 65883 h 203074"/>
                <a:gd name="connsiteX45" fmla="*/ 71439 w 131888"/>
                <a:gd name="connsiteY45" fmla="*/ 65883 h 203074"/>
                <a:gd name="connsiteX46" fmla="*/ 71439 w 131888"/>
                <a:gd name="connsiteY46" fmla="*/ 83694 h 203074"/>
                <a:gd name="connsiteX47" fmla="*/ 77829 w 131888"/>
                <a:gd name="connsiteY47" fmla="*/ 90078 h 203074"/>
                <a:gd name="connsiteX48" fmla="*/ 84219 w 131888"/>
                <a:gd name="connsiteY48" fmla="*/ 83694 h 203074"/>
                <a:gd name="connsiteX49" fmla="*/ 84219 w 131888"/>
                <a:gd name="connsiteY49" fmla="*/ 65819 h 203074"/>
                <a:gd name="connsiteX50" fmla="*/ 85817 w 131888"/>
                <a:gd name="connsiteY50" fmla="*/ 62052 h 203074"/>
                <a:gd name="connsiteX51" fmla="*/ 89779 w 131888"/>
                <a:gd name="connsiteY51" fmla="*/ 60329 h 203074"/>
                <a:gd name="connsiteX52" fmla="*/ 95274 w 131888"/>
                <a:gd name="connsiteY52" fmla="*/ 65819 h 203074"/>
                <a:gd name="connsiteX53" fmla="*/ 95274 w 131888"/>
                <a:gd name="connsiteY53" fmla="*/ 77693 h 203074"/>
                <a:gd name="connsiteX54" fmla="*/ 95274 w 131888"/>
                <a:gd name="connsiteY54" fmla="*/ 77757 h 203074"/>
                <a:gd name="connsiteX55" fmla="*/ 95274 w 131888"/>
                <a:gd name="connsiteY55" fmla="*/ 77757 h 203074"/>
                <a:gd name="connsiteX56" fmla="*/ 95274 w 131888"/>
                <a:gd name="connsiteY56" fmla="*/ 93015 h 203074"/>
                <a:gd name="connsiteX57" fmla="*/ 101664 w 131888"/>
                <a:gd name="connsiteY57" fmla="*/ 99399 h 203074"/>
                <a:gd name="connsiteX58" fmla="*/ 108054 w 131888"/>
                <a:gd name="connsiteY58" fmla="*/ 93015 h 203074"/>
                <a:gd name="connsiteX59" fmla="*/ 108054 w 131888"/>
                <a:gd name="connsiteY59" fmla="*/ 77757 h 203074"/>
                <a:gd name="connsiteX60" fmla="*/ 109651 w 131888"/>
                <a:gd name="connsiteY60" fmla="*/ 73990 h 203074"/>
                <a:gd name="connsiteX61" fmla="*/ 113613 w 131888"/>
                <a:gd name="connsiteY61" fmla="*/ 72267 h 203074"/>
                <a:gd name="connsiteX62" fmla="*/ 119108 w 131888"/>
                <a:gd name="connsiteY62" fmla="*/ 77757 h 203074"/>
                <a:gd name="connsiteX63" fmla="*/ 119108 w 131888"/>
                <a:gd name="connsiteY63" fmla="*/ 129914 h 203074"/>
                <a:gd name="connsiteX64" fmla="*/ 114763 w 131888"/>
                <a:gd name="connsiteY64" fmla="*/ 146129 h 203074"/>
                <a:gd name="connsiteX65" fmla="*/ 107223 w 131888"/>
                <a:gd name="connsiteY65" fmla="*/ 172814 h 203074"/>
                <a:gd name="connsiteX66" fmla="*/ 107223 w 131888"/>
                <a:gd name="connsiteY66" fmla="*/ 196563 h 203074"/>
                <a:gd name="connsiteX67" fmla="*/ 113613 w 131888"/>
                <a:gd name="connsiteY67" fmla="*/ 202947 h 203074"/>
                <a:gd name="connsiteX68" fmla="*/ 120003 w 131888"/>
                <a:gd name="connsiteY68" fmla="*/ 196563 h 203074"/>
                <a:gd name="connsiteX69" fmla="*/ 120003 w 131888"/>
                <a:gd name="connsiteY69" fmla="*/ 172814 h 203074"/>
                <a:gd name="connsiteX70" fmla="*/ 125754 w 131888"/>
                <a:gd name="connsiteY70" fmla="*/ 152705 h 203074"/>
                <a:gd name="connsiteX71" fmla="*/ 131888 w 131888"/>
                <a:gd name="connsiteY71" fmla="*/ 129914 h 203074"/>
                <a:gd name="connsiteX72" fmla="*/ 131888 w 131888"/>
                <a:gd name="connsiteY72" fmla="*/ 77757 h 203074"/>
                <a:gd name="connsiteX73" fmla="*/ 113357 w 131888"/>
                <a:gd name="connsiteY73" fmla="*/ 59563 h 203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31888" h="203074">
                  <a:moveTo>
                    <a:pt x="113357" y="59563"/>
                  </a:moveTo>
                  <a:cubicBezTo>
                    <a:pt x="111185" y="59563"/>
                    <a:pt x="109076" y="60009"/>
                    <a:pt x="107031" y="60776"/>
                  </a:cubicBezTo>
                  <a:cubicBezTo>
                    <a:pt x="104795" y="53242"/>
                    <a:pt x="97830" y="47625"/>
                    <a:pt x="89587" y="47625"/>
                  </a:cubicBezTo>
                  <a:cubicBezTo>
                    <a:pt x="87414" y="47625"/>
                    <a:pt x="85306" y="48071"/>
                    <a:pt x="83261" y="48838"/>
                  </a:cubicBezTo>
                  <a:cubicBezTo>
                    <a:pt x="81024" y="41304"/>
                    <a:pt x="74059" y="35687"/>
                    <a:pt x="65816" y="35687"/>
                  </a:cubicBezTo>
                  <a:cubicBezTo>
                    <a:pt x="63963" y="35687"/>
                    <a:pt x="62110" y="36070"/>
                    <a:pt x="60321" y="36644"/>
                  </a:cubicBezTo>
                  <a:lnTo>
                    <a:pt x="60321" y="18258"/>
                  </a:lnTo>
                  <a:cubicBezTo>
                    <a:pt x="60321" y="8171"/>
                    <a:pt x="52142" y="0"/>
                    <a:pt x="42046" y="0"/>
                  </a:cubicBezTo>
                  <a:cubicBezTo>
                    <a:pt x="37253" y="0"/>
                    <a:pt x="32525" y="1979"/>
                    <a:pt x="29074" y="5490"/>
                  </a:cubicBezTo>
                  <a:cubicBezTo>
                    <a:pt x="25623" y="8938"/>
                    <a:pt x="23770" y="13470"/>
                    <a:pt x="23770" y="18322"/>
                  </a:cubicBezTo>
                  <a:lnTo>
                    <a:pt x="23770" y="63968"/>
                  </a:lnTo>
                  <a:cubicBezTo>
                    <a:pt x="23068" y="63521"/>
                    <a:pt x="22301" y="63138"/>
                    <a:pt x="21662" y="62818"/>
                  </a:cubicBezTo>
                  <a:cubicBezTo>
                    <a:pt x="16933" y="60520"/>
                    <a:pt x="11438" y="60776"/>
                    <a:pt x="7029" y="63521"/>
                  </a:cubicBezTo>
                  <a:cubicBezTo>
                    <a:pt x="2620" y="66266"/>
                    <a:pt x="0" y="70990"/>
                    <a:pt x="0" y="76225"/>
                  </a:cubicBezTo>
                  <a:lnTo>
                    <a:pt x="0" y="119444"/>
                  </a:lnTo>
                  <a:cubicBezTo>
                    <a:pt x="0" y="133425"/>
                    <a:pt x="6134" y="147151"/>
                    <a:pt x="16422" y="156152"/>
                  </a:cubicBezTo>
                  <a:cubicBezTo>
                    <a:pt x="23579" y="162409"/>
                    <a:pt x="29777" y="167835"/>
                    <a:pt x="29777" y="178879"/>
                  </a:cubicBezTo>
                  <a:lnTo>
                    <a:pt x="29777" y="196691"/>
                  </a:lnTo>
                  <a:cubicBezTo>
                    <a:pt x="29777" y="200202"/>
                    <a:pt x="32652" y="203075"/>
                    <a:pt x="36167" y="203075"/>
                  </a:cubicBezTo>
                  <a:cubicBezTo>
                    <a:pt x="39681" y="203075"/>
                    <a:pt x="42557" y="200202"/>
                    <a:pt x="42557" y="196691"/>
                  </a:cubicBezTo>
                  <a:lnTo>
                    <a:pt x="42557" y="178879"/>
                  </a:lnTo>
                  <a:cubicBezTo>
                    <a:pt x="42557" y="162026"/>
                    <a:pt x="32716" y="153407"/>
                    <a:pt x="24857" y="146512"/>
                  </a:cubicBezTo>
                  <a:cubicBezTo>
                    <a:pt x="22045" y="144023"/>
                    <a:pt x="12780" y="134766"/>
                    <a:pt x="12780" y="119444"/>
                  </a:cubicBezTo>
                  <a:lnTo>
                    <a:pt x="12780" y="76225"/>
                  </a:lnTo>
                  <a:cubicBezTo>
                    <a:pt x="12780" y="75203"/>
                    <a:pt x="13355" y="74693"/>
                    <a:pt x="13802" y="74373"/>
                  </a:cubicBezTo>
                  <a:cubicBezTo>
                    <a:pt x="14185" y="74118"/>
                    <a:pt x="15016" y="73799"/>
                    <a:pt x="16038" y="74310"/>
                  </a:cubicBezTo>
                  <a:cubicBezTo>
                    <a:pt x="21087" y="76799"/>
                    <a:pt x="23770" y="82162"/>
                    <a:pt x="23770" y="89695"/>
                  </a:cubicBezTo>
                  <a:lnTo>
                    <a:pt x="23770" y="101569"/>
                  </a:lnTo>
                  <a:cubicBezTo>
                    <a:pt x="23770" y="105080"/>
                    <a:pt x="26646" y="107953"/>
                    <a:pt x="30160" y="107953"/>
                  </a:cubicBezTo>
                  <a:cubicBezTo>
                    <a:pt x="33675" y="107953"/>
                    <a:pt x="36550" y="105080"/>
                    <a:pt x="36550" y="101569"/>
                  </a:cubicBezTo>
                  <a:lnTo>
                    <a:pt x="36550" y="18322"/>
                  </a:lnTo>
                  <a:cubicBezTo>
                    <a:pt x="36550" y="16471"/>
                    <a:pt x="37381" y="15258"/>
                    <a:pt x="38148" y="14555"/>
                  </a:cubicBezTo>
                  <a:cubicBezTo>
                    <a:pt x="39234" y="13470"/>
                    <a:pt x="40704" y="12832"/>
                    <a:pt x="42109" y="12832"/>
                  </a:cubicBezTo>
                  <a:cubicBezTo>
                    <a:pt x="44730" y="12832"/>
                    <a:pt x="47605" y="15066"/>
                    <a:pt x="47605" y="18322"/>
                  </a:cubicBezTo>
                  <a:lnTo>
                    <a:pt x="47605" y="53945"/>
                  </a:lnTo>
                  <a:cubicBezTo>
                    <a:pt x="47605" y="53945"/>
                    <a:pt x="47605" y="53945"/>
                    <a:pt x="47605" y="53945"/>
                  </a:cubicBezTo>
                  <a:lnTo>
                    <a:pt x="47605" y="77757"/>
                  </a:lnTo>
                  <a:cubicBezTo>
                    <a:pt x="47605" y="81268"/>
                    <a:pt x="50480" y="84141"/>
                    <a:pt x="53995" y="84141"/>
                  </a:cubicBezTo>
                  <a:cubicBezTo>
                    <a:pt x="57509" y="84141"/>
                    <a:pt x="60385" y="81268"/>
                    <a:pt x="60385" y="77757"/>
                  </a:cubicBezTo>
                  <a:lnTo>
                    <a:pt x="60385" y="53945"/>
                  </a:lnTo>
                  <a:cubicBezTo>
                    <a:pt x="60385" y="52157"/>
                    <a:pt x="61215" y="50880"/>
                    <a:pt x="61982" y="50178"/>
                  </a:cubicBezTo>
                  <a:cubicBezTo>
                    <a:pt x="63069" y="49093"/>
                    <a:pt x="64538" y="48455"/>
                    <a:pt x="65944" y="48455"/>
                  </a:cubicBezTo>
                  <a:cubicBezTo>
                    <a:pt x="68564" y="48455"/>
                    <a:pt x="71439" y="50689"/>
                    <a:pt x="71439" y="53945"/>
                  </a:cubicBezTo>
                  <a:lnTo>
                    <a:pt x="71439" y="65819"/>
                  </a:lnTo>
                  <a:cubicBezTo>
                    <a:pt x="71439" y="65819"/>
                    <a:pt x="71439" y="65819"/>
                    <a:pt x="71439" y="65883"/>
                  </a:cubicBezTo>
                  <a:cubicBezTo>
                    <a:pt x="71439" y="65883"/>
                    <a:pt x="71439" y="65883"/>
                    <a:pt x="71439" y="65883"/>
                  </a:cubicBezTo>
                  <a:lnTo>
                    <a:pt x="71439" y="83694"/>
                  </a:lnTo>
                  <a:cubicBezTo>
                    <a:pt x="71439" y="87205"/>
                    <a:pt x="74315" y="90078"/>
                    <a:pt x="77829" y="90078"/>
                  </a:cubicBezTo>
                  <a:cubicBezTo>
                    <a:pt x="81344" y="90078"/>
                    <a:pt x="84219" y="87205"/>
                    <a:pt x="84219" y="83694"/>
                  </a:cubicBezTo>
                  <a:lnTo>
                    <a:pt x="84219" y="65819"/>
                  </a:lnTo>
                  <a:cubicBezTo>
                    <a:pt x="84219" y="64031"/>
                    <a:pt x="85050" y="62755"/>
                    <a:pt x="85817" y="62052"/>
                  </a:cubicBezTo>
                  <a:cubicBezTo>
                    <a:pt x="86903" y="60967"/>
                    <a:pt x="88373" y="60329"/>
                    <a:pt x="89779" y="60329"/>
                  </a:cubicBezTo>
                  <a:cubicBezTo>
                    <a:pt x="92398" y="60329"/>
                    <a:pt x="95274" y="62563"/>
                    <a:pt x="95274" y="65819"/>
                  </a:cubicBezTo>
                  <a:lnTo>
                    <a:pt x="95274" y="77693"/>
                  </a:lnTo>
                  <a:cubicBezTo>
                    <a:pt x="95274" y="77693"/>
                    <a:pt x="95274" y="77693"/>
                    <a:pt x="95274" y="77757"/>
                  </a:cubicBezTo>
                  <a:cubicBezTo>
                    <a:pt x="95274" y="77757"/>
                    <a:pt x="95274" y="77757"/>
                    <a:pt x="95274" y="77757"/>
                  </a:cubicBezTo>
                  <a:lnTo>
                    <a:pt x="95274" y="93015"/>
                  </a:lnTo>
                  <a:cubicBezTo>
                    <a:pt x="95274" y="96526"/>
                    <a:pt x="98149" y="99399"/>
                    <a:pt x="101664" y="99399"/>
                  </a:cubicBezTo>
                  <a:cubicBezTo>
                    <a:pt x="105178" y="99399"/>
                    <a:pt x="108054" y="96526"/>
                    <a:pt x="108054" y="93015"/>
                  </a:cubicBezTo>
                  <a:lnTo>
                    <a:pt x="108054" y="77757"/>
                  </a:lnTo>
                  <a:cubicBezTo>
                    <a:pt x="108054" y="75969"/>
                    <a:pt x="108884" y="74693"/>
                    <a:pt x="109651" y="73990"/>
                  </a:cubicBezTo>
                  <a:cubicBezTo>
                    <a:pt x="110737" y="72905"/>
                    <a:pt x="112207" y="72267"/>
                    <a:pt x="113613" y="72267"/>
                  </a:cubicBezTo>
                  <a:cubicBezTo>
                    <a:pt x="116233" y="72267"/>
                    <a:pt x="119108" y="74501"/>
                    <a:pt x="119108" y="77757"/>
                  </a:cubicBezTo>
                  <a:lnTo>
                    <a:pt x="119108" y="129914"/>
                  </a:lnTo>
                  <a:cubicBezTo>
                    <a:pt x="119108" y="135851"/>
                    <a:pt x="117639" y="141469"/>
                    <a:pt x="114763" y="146129"/>
                  </a:cubicBezTo>
                  <a:cubicBezTo>
                    <a:pt x="107542" y="158131"/>
                    <a:pt x="107223" y="162345"/>
                    <a:pt x="107223" y="172814"/>
                  </a:cubicBezTo>
                  <a:lnTo>
                    <a:pt x="107223" y="196563"/>
                  </a:lnTo>
                  <a:cubicBezTo>
                    <a:pt x="107223" y="200074"/>
                    <a:pt x="110098" y="202947"/>
                    <a:pt x="113613" y="202947"/>
                  </a:cubicBezTo>
                  <a:cubicBezTo>
                    <a:pt x="117127" y="202947"/>
                    <a:pt x="120003" y="200074"/>
                    <a:pt x="120003" y="196563"/>
                  </a:cubicBezTo>
                  <a:lnTo>
                    <a:pt x="120003" y="172814"/>
                  </a:lnTo>
                  <a:cubicBezTo>
                    <a:pt x="120003" y="164068"/>
                    <a:pt x="120003" y="162217"/>
                    <a:pt x="125754" y="152705"/>
                  </a:cubicBezTo>
                  <a:cubicBezTo>
                    <a:pt x="129780" y="146002"/>
                    <a:pt x="131888" y="138086"/>
                    <a:pt x="131888" y="129914"/>
                  </a:cubicBezTo>
                  <a:lnTo>
                    <a:pt x="131888" y="77757"/>
                  </a:lnTo>
                  <a:cubicBezTo>
                    <a:pt x="131633" y="67734"/>
                    <a:pt x="123390" y="59563"/>
                    <a:pt x="113357" y="59563"/>
                  </a:cubicBezTo>
                  <a:close/>
                </a:path>
              </a:pathLst>
            </a:custGeom>
            <a:solidFill>
              <a:srgbClr val="00A3E0"/>
            </a:solidFill>
            <a:ln w="6390" cap="flat">
              <a:noFill/>
              <a:prstDash val="solid"/>
              <a:miter/>
            </a:ln>
          </p:spPr>
          <p:txBody>
            <a:bodyPr rtlCol="0" anchor="ctr"/>
            <a:lstStyle/>
            <a:p>
              <a:endParaRPr lang="en-US"/>
            </a:p>
          </p:txBody>
        </p:sp>
        <p:sp>
          <p:nvSpPr>
            <p:cNvPr id="940" name="Freeform 939">
              <a:extLst>
                <a:ext uri="{FF2B5EF4-FFF2-40B4-BE49-F238E27FC236}">
                  <a16:creationId xmlns:a16="http://schemas.microsoft.com/office/drawing/2014/main" id="{CF91A025-8FA8-2148-8CA6-0219FE3310F7}"/>
                </a:ext>
              </a:extLst>
            </p:cNvPr>
            <p:cNvSpPr/>
            <p:nvPr/>
          </p:nvSpPr>
          <p:spPr>
            <a:xfrm>
              <a:off x="4770599" y="979593"/>
              <a:ext cx="107989" cy="88169"/>
            </a:xfrm>
            <a:custGeom>
              <a:avLst/>
              <a:gdLst>
                <a:gd name="connsiteX0" fmla="*/ 19106 w 107989"/>
                <a:gd name="connsiteY0" fmla="*/ 87014 h 88169"/>
                <a:gd name="connsiteX1" fmla="*/ 20511 w 107989"/>
                <a:gd name="connsiteY1" fmla="*/ 78076 h 88169"/>
                <a:gd name="connsiteX2" fmla="*/ 12716 w 107989"/>
                <a:gd name="connsiteY2" fmla="*/ 53945 h 88169"/>
                <a:gd name="connsiteX3" fmla="*/ 53931 w 107989"/>
                <a:gd name="connsiteY3" fmla="*/ 12768 h 88169"/>
                <a:gd name="connsiteX4" fmla="*/ 95146 w 107989"/>
                <a:gd name="connsiteY4" fmla="*/ 53945 h 88169"/>
                <a:gd name="connsiteX5" fmla="*/ 94635 w 107989"/>
                <a:gd name="connsiteY5" fmla="*/ 60520 h 88169"/>
                <a:gd name="connsiteX6" fmla="*/ 99938 w 107989"/>
                <a:gd name="connsiteY6" fmla="*/ 67798 h 88169"/>
                <a:gd name="connsiteX7" fmla="*/ 107287 w 107989"/>
                <a:gd name="connsiteY7" fmla="*/ 62499 h 88169"/>
                <a:gd name="connsiteX8" fmla="*/ 107990 w 107989"/>
                <a:gd name="connsiteY8" fmla="*/ 53945 h 88169"/>
                <a:gd name="connsiteX9" fmla="*/ 53995 w 107989"/>
                <a:gd name="connsiteY9" fmla="*/ 0 h 88169"/>
                <a:gd name="connsiteX10" fmla="*/ 0 w 107989"/>
                <a:gd name="connsiteY10" fmla="*/ 53945 h 88169"/>
                <a:gd name="connsiteX11" fmla="*/ 10224 w 107989"/>
                <a:gd name="connsiteY11" fmla="*/ 85545 h 88169"/>
                <a:gd name="connsiteX12" fmla="*/ 15400 w 107989"/>
                <a:gd name="connsiteY12" fmla="*/ 88163 h 88169"/>
                <a:gd name="connsiteX13" fmla="*/ 19106 w 107989"/>
                <a:gd name="connsiteY13" fmla="*/ 87014 h 88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989" h="88169">
                  <a:moveTo>
                    <a:pt x="19106" y="87014"/>
                  </a:moveTo>
                  <a:cubicBezTo>
                    <a:pt x="21981" y="84971"/>
                    <a:pt x="22620" y="80949"/>
                    <a:pt x="20511" y="78076"/>
                  </a:cubicBezTo>
                  <a:cubicBezTo>
                    <a:pt x="15400" y="70990"/>
                    <a:pt x="12716" y="62691"/>
                    <a:pt x="12716" y="53945"/>
                  </a:cubicBezTo>
                  <a:cubicBezTo>
                    <a:pt x="12716" y="31218"/>
                    <a:pt x="31183" y="12768"/>
                    <a:pt x="53931" y="12768"/>
                  </a:cubicBezTo>
                  <a:cubicBezTo>
                    <a:pt x="76679" y="12768"/>
                    <a:pt x="95146" y="31218"/>
                    <a:pt x="95146" y="53945"/>
                  </a:cubicBezTo>
                  <a:cubicBezTo>
                    <a:pt x="95146" y="56115"/>
                    <a:pt x="94954" y="58350"/>
                    <a:pt x="94635" y="60520"/>
                  </a:cubicBezTo>
                  <a:cubicBezTo>
                    <a:pt x="94060" y="63967"/>
                    <a:pt x="96424" y="67287"/>
                    <a:pt x="99938" y="67798"/>
                  </a:cubicBezTo>
                  <a:cubicBezTo>
                    <a:pt x="103453" y="68372"/>
                    <a:pt x="106712" y="66010"/>
                    <a:pt x="107287" y="62499"/>
                  </a:cubicBezTo>
                  <a:cubicBezTo>
                    <a:pt x="107734" y="59690"/>
                    <a:pt x="107990" y="56817"/>
                    <a:pt x="107990" y="53945"/>
                  </a:cubicBezTo>
                  <a:cubicBezTo>
                    <a:pt x="107990" y="24195"/>
                    <a:pt x="83772" y="0"/>
                    <a:pt x="53995" y="0"/>
                  </a:cubicBezTo>
                  <a:cubicBezTo>
                    <a:pt x="24218" y="0"/>
                    <a:pt x="0" y="24195"/>
                    <a:pt x="0" y="53945"/>
                  </a:cubicBezTo>
                  <a:cubicBezTo>
                    <a:pt x="0" y="65372"/>
                    <a:pt x="3514" y="76289"/>
                    <a:pt x="10224" y="85545"/>
                  </a:cubicBezTo>
                  <a:cubicBezTo>
                    <a:pt x="11502" y="87269"/>
                    <a:pt x="13419" y="88163"/>
                    <a:pt x="15400" y="88163"/>
                  </a:cubicBezTo>
                  <a:cubicBezTo>
                    <a:pt x="16678" y="88227"/>
                    <a:pt x="17956" y="87844"/>
                    <a:pt x="19106" y="87014"/>
                  </a:cubicBezTo>
                  <a:close/>
                </a:path>
              </a:pathLst>
            </a:custGeom>
            <a:solidFill>
              <a:srgbClr val="00A3E0"/>
            </a:solidFill>
            <a:ln w="6390" cap="flat">
              <a:noFill/>
              <a:prstDash val="solid"/>
              <a:miter/>
            </a:ln>
          </p:spPr>
          <p:txBody>
            <a:bodyPr rtlCol="0" anchor="ctr"/>
            <a:lstStyle/>
            <a:p>
              <a:endParaRPr lang="en-US"/>
            </a:p>
          </p:txBody>
        </p:sp>
      </p:grpSp>
      <p:grpSp>
        <p:nvGrpSpPr>
          <p:cNvPr id="941" name="Graphic 4">
            <a:extLst>
              <a:ext uri="{FF2B5EF4-FFF2-40B4-BE49-F238E27FC236}">
                <a16:creationId xmlns:a16="http://schemas.microsoft.com/office/drawing/2014/main" id="{F1A5722B-388E-4343-9199-2F5463ADF600}"/>
              </a:ext>
            </a:extLst>
          </p:cNvPr>
          <p:cNvGrpSpPr/>
          <p:nvPr/>
        </p:nvGrpSpPr>
        <p:grpSpPr>
          <a:xfrm>
            <a:off x="4661267" y="4792937"/>
            <a:ext cx="362309" cy="361971"/>
            <a:chOff x="4661267" y="4792937"/>
            <a:chExt cx="362309" cy="361971"/>
          </a:xfrm>
          <a:solidFill>
            <a:srgbClr val="00A3E0"/>
          </a:solidFill>
        </p:grpSpPr>
        <p:sp>
          <p:nvSpPr>
            <p:cNvPr id="942" name="Freeform 941">
              <a:extLst>
                <a:ext uri="{FF2B5EF4-FFF2-40B4-BE49-F238E27FC236}">
                  <a16:creationId xmlns:a16="http://schemas.microsoft.com/office/drawing/2014/main" id="{36A39295-6011-C743-A55F-0CDAF3A33695}"/>
                </a:ext>
              </a:extLst>
            </p:cNvPr>
            <p:cNvSpPr/>
            <p:nvPr/>
          </p:nvSpPr>
          <p:spPr>
            <a:xfrm>
              <a:off x="4661267" y="4792937"/>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30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1"/>
                    <a:pt x="181155" y="361971"/>
                  </a:cubicBezTo>
                  <a:cubicBezTo>
                    <a:pt x="281221" y="361971"/>
                    <a:pt x="362310" y="280959"/>
                    <a:pt x="362310" y="180986"/>
                  </a:cubicBezTo>
                  <a:cubicBezTo>
                    <a:pt x="362310" y="81013"/>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30" y="88163"/>
                    <a:pt x="349530" y="180922"/>
                  </a:cubicBezTo>
                  <a:cubicBezTo>
                    <a:pt x="349530" y="273681"/>
                    <a:pt x="273937"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943" name="Freeform 942">
              <a:extLst>
                <a:ext uri="{FF2B5EF4-FFF2-40B4-BE49-F238E27FC236}">
                  <a16:creationId xmlns:a16="http://schemas.microsoft.com/office/drawing/2014/main" id="{CD8341A1-A1BE-DC45-AD0E-91BDA7A9BFB9}"/>
                </a:ext>
              </a:extLst>
            </p:cNvPr>
            <p:cNvSpPr/>
            <p:nvPr/>
          </p:nvSpPr>
          <p:spPr>
            <a:xfrm>
              <a:off x="4901912" y="4890660"/>
              <a:ext cx="73260" cy="45597"/>
            </a:xfrm>
            <a:custGeom>
              <a:avLst/>
              <a:gdLst>
                <a:gd name="connsiteX0" fmla="*/ 72781 w 73260"/>
                <a:gd name="connsiteY0" fmla="*/ 25296 h 45597"/>
                <a:gd name="connsiteX1" fmla="*/ 72781 w 73260"/>
                <a:gd name="connsiteY1" fmla="*/ 20445 h 45597"/>
                <a:gd name="connsiteX2" fmla="*/ 71375 w 73260"/>
                <a:gd name="connsiteY2" fmla="*/ 18338 h 45597"/>
                <a:gd name="connsiteX3" fmla="*/ 54889 w 73260"/>
                <a:gd name="connsiteY3" fmla="*/ 1867 h 45597"/>
                <a:gd name="connsiteX4" fmla="*/ 45880 w 73260"/>
                <a:gd name="connsiteY4" fmla="*/ 1867 h 45597"/>
                <a:gd name="connsiteX5" fmla="*/ 45880 w 73260"/>
                <a:gd name="connsiteY5" fmla="*/ 10869 h 45597"/>
                <a:gd name="connsiteX6" fmla="*/ 51439 w 73260"/>
                <a:gd name="connsiteY6" fmla="*/ 16423 h 45597"/>
                <a:gd name="connsiteX7" fmla="*/ 6390 w 73260"/>
                <a:gd name="connsiteY7" fmla="*/ 16423 h 45597"/>
                <a:gd name="connsiteX8" fmla="*/ 0 w 73260"/>
                <a:gd name="connsiteY8" fmla="*/ 22807 h 45597"/>
                <a:gd name="connsiteX9" fmla="*/ 6390 w 73260"/>
                <a:gd name="connsiteY9" fmla="*/ 29191 h 45597"/>
                <a:gd name="connsiteX10" fmla="*/ 51439 w 73260"/>
                <a:gd name="connsiteY10" fmla="*/ 29191 h 45597"/>
                <a:gd name="connsiteX11" fmla="*/ 45880 w 73260"/>
                <a:gd name="connsiteY11" fmla="*/ 34745 h 45597"/>
                <a:gd name="connsiteX12" fmla="*/ 45880 w 73260"/>
                <a:gd name="connsiteY12" fmla="*/ 43746 h 45597"/>
                <a:gd name="connsiteX13" fmla="*/ 50417 w 73260"/>
                <a:gd name="connsiteY13" fmla="*/ 45598 h 45597"/>
                <a:gd name="connsiteX14" fmla="*/ 54953 w 73260"/>
                <a:gd name="connsiteY14" fmla="*/ 43746 h 45597"/>
                <a:gd name="connsiteX15" fmla="*/ 71439 w 73260"/>
                <a:gd name="connsiteY15" fmla="*/ 27276 h 45597"/>
                <a:gd name="connsiteX16" fmla="*/ 72781 w 73260"/>
                <a:gd name="connsiteY16" fmla="*/ 25296 h 45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3260" h="45597">
                  <a:moveTo>
                    <a:pt x="72781" y="25296"/>
                  </a:moveTo>
                  <a:cubicBezTo>
                    <a:pt x="73420" y="23764"/>
                    <a:pt x="73420" y="21977"/>
                    <a:pt x="72781" y="20445"/>
                  </a:cubicBezTo>
                  <a:cubicBezTo>
                    <a:pt x="72462" y="19679"/>
                    <a:pt x="72015" y="18976"/>
                    <a:pt x="71375" y="18338"/>
                  </a:cubicBezTo>
                  <a:lnTo>
                    <a:pt x="54889" y="1867"/>
                  </a:lnTo>
                  <a:cubicBezTo>
                    <a:pt x="52398" y="-622"/>
                    <a:pt x="48372" y="-622"/>
                    <a:pt x="45880" y="1867"/>
                  </a:cubicBezTo>
                  <a:cubicBezTo>
                    <a:pt x="43388" y="4357"/>
                    <a:pt x="43388" y="8379"/>
                    <a:pt x="45880" y="10869"/>
                  </a:cubicBezTo>
                  <a:lnTo>
                    <a:pt x="51439" y="16423"/>
                  </a:lnTo>
                  <a:lnTo>
                    <a:pt x="6390" y="16423"/>
                  </a:lnTo>
                  <a:cubicBezTo>
                    <a:pt x="2876" y="16423"/>
                    <a:pt x="0" y="19296"/>
                    <a:pt x="0" y="22807"/>
                  </a:cubicBezTo>
                  <a:cubicBezTo>
                    <a:pt x="0" y="26318"/>
                    <a:pt x="2876" y="29191"/>
                    <a:pt x="6390" y="29191"/>
                  </a:cubicBezTo>
                  <a:lnTo>
                    <a:pt x="51439" y="29191"/>
                  </a:lnTo>
                  <a:lnTo>
                    <a:pt x="45880" y="34745"/>
                  </a:lnTo>
                  <a:cubicBezTo>
                    <a:pt x="43388" y="37235"/>
                    <a:pt x="43388" y="41256"/>
                    <a:pt x="45880" y="43746"/>
                  </a:cubicBezTo>
                  <a:cubicBezTo>
                    <a:pt x="47158" y="45023"/>
                    <a:pt x="48755" y="45598"/>
                    <a:pt x="50417" y="45598"/>
                  </a:cubicBezTo>
                  <a:cubicBezTo>
                    <a:pt x="52078" y="45598"/>
                    <a:pt x="53676" y="44959"/>
                    <a:pt x="54953" y="43746"/>
                  </a:cubicBezTo>
                  <a:lnTo>
                    <a:pt x="71439" y="27276"/>
                  </a:lnTo>
                  <a:cubicBezTo>
                    <a:pt x="71951" y="26765"/>
                    <a:pt x="72462" y="26063"/>
                    <a:pt x="72781" y="25296"/>
                  </a:cubicBezTo>
                  <a:close/>
                </a:path>
              </a:pathLst>
            </a:custGeom>
            <a:solidFill>
              <a:srgbClr val="00A3E0"/>
            </a:solidFill>
            <a:ln w="6390" cap="flat">
              <a:noFill/>
              <a:prstDash val="solid"/>
              <a:miter/>
            </a:ln>
          </p:spPr>
          <p:txBody>
            <a:bodyPr rtlCol="0" anchor="ctr"/>
            <a:lstStyle/>
            <a:p>
              <a:endParaRPr lang="en-US"/>
            </a:p>
          </p:txBody>
        </p:sp>
        <p:sp>
          <p:nvSpPr>
            <p:cNvPr id="944" name="Freeform 943">
              <a:extLst>
                <a:ext uri="{FF2B5EF4-FFF2-40B4-BE49-F238E27FC236}">
                  <a16:creationId xmlns:a16="http://schemas.microsoft.com/office/drawing/2014/main" id="{D34E58EE-54EF-6E4C-8993-1BEC4323B6BA}"/>
                </a:ext>
              </a:extLst>
            </p:cNvPr>
            <p:cNvSpPr/>
            <p:nvPr/>
          </p:nvSpPr>
          <p:spPr>
            <a:xfrm>
              <a:off x="4709543" y="4890660"/>
              <a:ext cx="73324" cy="45725"/>
            </a:xfrm>
            <a:custGeom>
              <a:avLst/>
              <a:gdLst>
                <a:gd name="connsiteX0" fmla="*/ 66871 w 73324"/>
                <a:gd name="connsiteY0" fmla="*/ 16423 h 45725"/>
                <a:gd name="connsiteX1" fmla="*/ 21822 w 73324"/>
                <a:gd name="connsiteY1" fmla="*/ 16423 h 45725"/>
                <a:gd name="connsiteX2" fmla="*/ 27381 w 73324"/>
                <a:gd name="connsiteY2" fmla="*/ 10869 h 45725"/>
                <a:gd name="connsiteX3" fmla="*/ 27381 w 73324"/>
                <a:gd name="connsiteY3" fmla="*/ 1867 h 45725"/>
                <a:gd name="connsiteX4" fmla="*/ 18371 w 73324"/>
                <a:gd name="connsiteY4" fmla="*/ 1867 h 45725"/>
                <a:gd name="connsiteX5" fmla="*/ 1885 w 73324"/>
                <a:gd name="connsiteY5" fmla="*/ 18338 h 45725"/>
                <a:gd name="connsiteX6" fmla="*/ 479 w 73324"/>
                <a:gd name="connsiteY6" fmla="*/ 20445 h 45725"/>
                <a:gd name="connsiteX7" fmla="*/ 479 w 73324"/>
                <a:gd name="connsiteY7" fmla="*/ 25296 h 45725"/>
                <a:gd name="connsiteX8" fmla="*/ 1885 w 73324"/>
                <a:gd name="connsiteY8" fmla="*/ 27403 h 45725"/>
                <a:gd name="connsiteX9" fmla="*/ 18371 w 73324"/>
                <a:gd name="connsiteY9" fmla="*/ 43874 h 45725"/>
                <a:gd name="connsiteX10" fmla="*/ 22908 w 73324"/>
                <a:gd name="connsiteY10" fmla="*/ 45725 h 45725"/>
                <a:gd name="connsiteX11" fmla="*/ 27445 w 73324"/>
                <a:gd name="connsiteY11" fmla="*/ 43874 h 45725"/>
                <a:gd name="connsiteX12" fmla="*/ 27445 w 73324"/>
                <a:gd name="connsiteY12" fmla="*/ 34872 h 45725"/>
                <a:gd name="connsiteX13" fmla="*/ 21886 w 73324"/>
                <a:gd name="connsiteY13" fmla="*/ 29318 h 45725"/>
                <a:gd name="connsiteX14" fmla="*/ 66935 w 73324"/>
                <a:gd name="connsiteY14" fmla="*/ 29318 h 45725"/>
                <a:gd name="connsiteX15" fmla="*/ 73325 w 73324"/>
                <a:gd name="connsiteY15" fmla="*/ 22934 h 45725"/>
                <a:gd name="connsiteX16" fmla="*/ 66871 w 73324"/>
                <a:gd name="connsiteY16" fmla="*/ 16423 h 4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3324" h="45725">
                  <a:moveTo>
                    <a:pt x="66871" y="16423"/>
                  </a:moveTo>
                  <a:lnTo>
                    <a:pt x="21822" y="16423"/>
                  </a:lnTo>
                  <a:lnTo>
                    <a:pt x="27381" y="10869"/>
                  </a:lnTo>
                  <a:cubicBezTo>
                    <a:pt x="29873" y="8379"/>
                    <a:pt x="29873" y="4357"/>
                    <a:pt x="27381" y="1867"/>
                  </a:cubicBezTo>
                  <a:cubicBezTo>
                    <a:pt x="24889" y="-622"/>
                    <a:pt x="20863" y="-622"/>
                    <a:pt x="18371" y="1867"/>
                  </a:cubicBezTo>
                  <a:lnTo>
                    <a:pt x="1885" y="18338"/>
                  </a:lnTo>
                  <a:cubicBezTo>
                    <a:pt x="1310" y="18913"/>
                    <a:pt x="799" y="19615"/>
                    <a:pt x="479" y="20445"/>
                  </a:cubicBezTo>
                  <a:cubicBezTo>
                    <a:pt x="-160" y="21977"/>
                    <a:pt x="-160" y="23764"/>
                    <a:pt x="479" y="25296"/>
                  </a:cubicBezTo>
                  <a:cubicBezTo>
                    <a:pt x="799" y="26063"/>
                    <a:pt x="1246" y="26765"/>
                    <a:pt x="1885" y="27403"/>
                  </a:cubicBezTo>
                  <a:lnTo>
                    <a:pt x="18371" y="43874"/>
                  </a:lnTo>
                  <a:cubicBezTo>
                    <a:pt x="19649" y="45151"/>
                    <a:pt x="21246" y="45725"/>
                    <a:pt x="22908" y="45725"/>
                  </a:cubicBezTo>
                  <a:cubicBezTo>
                    <a:pt x="24569" y="45725"/>
                    <a:pt x="26167" y="45087"/>
                    <a:pt x="27445" y="43874"/>
                  </a:cubicBezTo>
                  <a:cubicBezTo>
                    <a:pt x="29937" y="41384"/>
                    <a:pt x="29937" y="37362"/>
                    <a:pt x="27445" y="34872"/>
                  </a:cubicBezTo>
                  <a:lnTo>
                    <a:pt x="21886" y="29318"/>
                  </a:lnTo>
                  <a:lnTo>
                    <a:pt x="66935" y="29318"/>
                  </a:lnTo>
                  <a:cubicBezTo>
                    <a:pt x="70449" y="29318"/>
                    <a:pt x="73325" y="26446"/>
                    <a:pt x="73325" y="22934"/>
                  </a:cubicBezTo>
                  <a:cubicBezTo>
                    <a:pt x="73325" y="19423"/>
                    <a:pt x="70449" y="16423"/>
                    <a:pt x="66871" y="16423"/>
                  </a:cubicBezTo>
                  <a:close/>
                </a:path>
              </a:pathLst>
            </a:custGeom>
            <a:solidFill>
              <a:srgbClr val="00A3E0"/>
            </a:solidFill>
            <a:ln w="6390" cap="flat">
              <a:noFill/>
              <a:prstDash val="solid"/>
              <a:miter/>
            </a:ln>
          </p:spPr>
          <p:txBody>
            <a:bodyPr rtlCol="0" anchor="ctr"/>
            <a:lstStyle/>
            <a:p>
              <a:endParaRPr lang="en-US"/>
            </a:p>
          </p:txBody>
        </p:sp>
        <p:sp>
          <p:nvSpPr>
            <p:cNvPr id="945" name="Freeform 944">
              <a:extLst>
                <a:ext uri="{FF2B5EF4-FFF2-40B4-BE49-F238E27FC236}">
                  <a16:creationId xmlns:a16="http://schemas.microsoft.com/office/drawing/2014/main" id="{34D8EF7D-31D7-D041-B1F8-3C492673F847}"/>
                </a:ext>
              </a:extLst>
            </p:cNvPr>
            <p:cNvSpPr/>
            <p:nvPr/>
          </p:nvSpPr>
          <p:spPr>
            <a:xfrm>
              <a:off x="4803059" y="4896102"/>
              <a:ext cx="122750" cy="188455"/>
            </a:xfrm>
            <a:custGeom>
              <a:avLst/>
              <a:gdLst>
                <a:gd name="connsiteX0" fmla="*/ 105306 w 122750"/>
                <a:gd name="connsiteY0" fmla="*/ 54902 h 188455"/>
                <a:gd name="connsiteX1" fmla="*/ 99747 w 122750"/>
                <a:gd name="connsiteY1" fmla="*/ 55924 h 188455"/>
                <a:gd name="connsiteX2" fmla="*/ 83325 w 122750"/>
                <a:gd name="connsiteY2" fmla="*/ 43922 h 188455"/>
                <a:gd name="connsiteX3" fmla="*/ 77766 w 122750"/>
                <a:gd name="connsiteY3" fmla="*/ 44943 h 188455"/>
                <a:gd name="connsiteX4" fmla="*/ 61344 w 122750"/>
                <a:gd name="connsiteY4" fmla="*/ 32941 h 188455"/>
                <a:gd name="connsiteX5" fmla="*/ 56743 w 122750"/>
                <a:gd name="connsiteY5" fmla="*/ 33644 h 188455"/>
                <a:gd name="connsiteX6" fmla="*/ 56743 w 122750"/>
                <a:gd name="connsiteY6" fmla="*/ 17365 h 188455"/>
                <a:gd name="connsiteX7" fmla="*/ 39362 w 122750"/>
                <a:gd name="connsiteY7" fmla="*/ 0 h 188455"/>
                <a:gd name="connsiteX8" fmla="*/ 27030 w 122750"/>
                <a:gd name="connsiteY8" fmla="*/ 5171 h 188455"/>
                <a:gd name="connsiteX9" fmla="*/ 21981 w 122750"/>
                <a:gd name="connsiteY9" fmla="*/ 17365 h 188455"/>
                <a:gd name="connsiteX10" fmla="*/ 21981 w 122750"/>
                <a:gd name="connsiteY10" fmla="*/ 58733 h 188455"/>
                <a:gd name="connsiteX11" fmla="*/ 20767 w 122750"/>
                <a:gd name="connsiteY11" fmla="*/ 58031 h 188455"/>
                <a:gd name="connsiteX12" fmla="*/ 6773 w 122750"/>
                <a:gd name="connsiteY12" fmla="*/ 58669 h 188455"/>
                <a:gd name="connsiteX13" fmla="*/ 0 w 122750"/>
                <a:gd name="connsiteY13" fmla="*/ 70799 h 188455"/>
                <a:gd name="connsiteX14" fmla="*/ 0 w 122750"/>
                <a:gd name="connsiteY14" fmla="*/ 110698 h 188455"/>
                <a:gd name="connsiteX15" fmla="*/ 15336 w 122750"/>
                <a:gd name="connsiteY15" fmla="*/ 144980 h 188455"/>
                <a:gd name="connsiteX16" fmla="*/ 27477 w 122750"/>
                <a:gd name="connsiteY16" fmla="*/ 165601 h 188455"/>
                <a:gd name="connsiteX17" fmla="*/ 27477 w 122750"/>
                <a:gd name="connsiteY17" fmla="*/ 182071 h 188455"/>
                <a:gd name="connsiteX18" fmla="*/ 33867 w 122750"/>
                <a:gd name="connsiteY18" fmla="*/ 188455 h 188455"/>
                <a:gd name="connsiteX19" fmla="*/ 40257 w 122750"/>
                <a:gd name="connsiteY19" fmla="*/ 182071 h 188455"/>
                <a:gd name="connsiteX20" fmla="*/ 40257 w 122750"/>
                <a:gd name="connsiteY20" fmla="*/ 165601 h 188455"/>
                <a:gd name="connsiteX21" fmla="*/ 23771 w 122750"/>
                <a:gd name="connsiteY21" fmla="*/ 135341 h 188455"/>
                <a:gd name="connsiteX22" fmla="*/ 12780 w 122750"/>
                <a:gd name="connsiteY22" fmla="*/ 110698 h 188455"/>
                <a:gd name="connsiteX23" fmla="*/ 12780 w 122750"/>
                <a:gd name="connsiteY23" fmla="*/ 70799 h 188455"/>
                <a:gd name="connsiteX24" fmla="*/ 13483 w 122750"/>
                <a:gd name="connsiteY24" fmla="*/ 69522 h 188455"/>
                <a:gd name="connsiteX25" fmla="*/ 15081 w 122750"/>
                <a:gd name="connsiteY25" fmla="*/ 69458 h 188455"/>
                <a:gd name="connsiteX26" fmla="*/ 21981 w 122750"/>
                <a:gd name="connsiteY26" fmla="*/ 83247 h 188455"/>
                <a:gd name="connsiteX27" fmla="*/ 21981 w 122750"/>
                <a:gd name="connsiteY27" fmla="*/ 94228 h 188455"/>
                <a:gd name="connsiteX28" fmla="*/ 28371 w 122750"/>
                <a:gd name="connsiteY28" fmla="*/ 100612 h 188455"/>
                <a:gd name="connsiteX29" fmla="*/ 34761 w 122750"/>
                <a:gd name="connsiteY29" fmla="*/ 94228 h 188455"/>
                <a:gd name="connsiteX30" fmla="*/ 34761 w 122750"/>
                <a:gd name="connsiteY30" fmla="*/ 17365 h 188455"/>
                <a:gd name="connsiteX31" fmla="*/ 36039 w 122750"/>
                <a:gd name="connsiteY31" fmla="*/ 14236 h 188455"/>
                <a:gd name="connsiteX32" fmla="*/ 39362 w 122750"/>
                <a:gd name="connsiteY32" fmla="*/ 12768 h 188455"/>
                <a:gd name="connsiteX33" fmla="*/ 43963 w 122750"/>
                <a:gd name="connsiteY33" fmla="*/ 17365 h 188455"/>
                <a:gd name="connsiteX34" fmla="*/ 43963 w 122750"/>
                <a:gd name="connsiteY34" fmla="*/ 50306 h 188455"/>
                <a:gd name="connsiteX35" fmla="*/ 43963 w 122750"/>
                <a:gd name="connsiteY35" fmla="*/ 50306 h 188455"/>
                <a:gd name="connsiteX36" fmla="*/ 43963 w 122750"/>
                <a:gd name="connsiteY36" fmla="*/ 72267 h 188455"/>
                <a:gd name="connsiteX37" fmla="*/ 50353 w 122750"/>
                <a:gd name="connsiteY37" fmla="*/ 78651 h 188455"/>
                <a:gd name="connsiteX38" fmla="*/ 56743 w 122750"/>
                <a:gd name="connsiteY38" fmla="*/ 72267 h 188455"/>
                <a:gd name="connsiteX39" fmla="*/ 56743 w 122750"/>
                <a:gd name="connsiteY39" fmla="*/ 50306 h 188455"/>
                <a:gd name="connsiteX40" fmla="*/ 58021 w 122750"/>
                <a:gd name="connsiteY40" fmla="*/ 47178 h 188455"/>
                <a:gd name="connsiteX41" fmla="*/ 61344 w 122750"/>
                <a:gd name="connsiteY41" fmla="*/ 45709 h 188455"/>
                <a:gd name="connsiteX42" fmla="*/ 65944 w 122750"/>
                <a:gd name="connsiteY42" fmla="*/ 50306 h 188455"/>
                <a:gd name="connsiteX43" fmla="*/ 65944 w 122750"/>
                <a:gd name="connsiteY43" fmla="*/ 77757 h 188455"/>
                <a:gd name="connsiteX44" fmla="*/ 72334 w 122750"/>
                <a:gd name="connsiteY44" fmla="*/ 84141 h 188455"/>
                <a:gd name="connsiteX45" fmla="*/ 78724 w 122750"/>
                <a:gd name="connsiteY45" fmla="*/ 77757 h 188455"/>
                <a:gd name="connsiteX46" fmla="*/ 78724 w 122750"/>
                <a:gd name="connsiteY46" fmla="*/ 61286 h 188455"/>
                <a:gd name="connsiteX47" fmla="*/ 80066 w 122750"/>
                <a:gd name="connsiteY47" fmla="*/ 58158 h 188455"/>
                <a:gd name="connsiteX48" fmla="*/ 83325 w 122750"/>
                <a:gd name="connsiteY48" fmla="*/ 56690 h 188455"/>
                <a:gd name="connsiteX49" fmla="*/ 87926 w 122750"/>
                <a:gd name="connsiteY49" fmla="*/ 61286 h 188455"/>
                <a:gd name="connsiteX50" fmla="*/ 87926 w 122750"/>
                <a:gd name="connsiteY50" fmla="*/ 72267 h 188455"/>
                <a:gd name="connsiteX51" fmla="*/ 87926 w 122750"/>
                <a:gd name="connsiteY51" fmla="*/ 72331 h 188455"/>
                <a:gd name="connsiteX52" fmla="*/ 87926 w 122750"/>
                <a:gd name="connsiteY52" fmla="*/ 72331 h 188455"/>
                <a:gd name="connsiteX53" fmla="*/ 87926 w 122750"/>
                <a:gd name="connsiteY53" fmla="*/ 86375 h 188455"/>
                <a:gd name="connsiteX54" fmla="*/ 94316 w 122750"/>
                <a:gd name="connsiteY54" fmla="*/ 92759 h 188455"/>
                <a:gd name="connsiteX55" fmla="*/ 100705 w 122750"/>
                <a:gd name="connsiteY55" fmla="*/ 86375 h 188455"/>
                <a:gd name="connsiteX56" fmla="*/ 100705 w 122750"/>
                <a:gd name="connsiteY56" fmla="*/ 72267 h 188455"/>
                <a:gd name="connsiteX57" fmla="*/ 102048 w 122750"/>
                <a:gd name="connsiteY57" fmla="*/ 69139 h 188455"/>
                <a:gd name="connsiteX58" fmla="*/ 105306 w 122750"/>
                <a:gd name="connsiteY58" fmla="*/ 67670 h 188455"/>
                <a:gd name="connsiteX59" fmla="*/ 109907 w 122750"/>
                <a:gd name="connsiteY59" fmla="*/ 72267 h 188455"/>
                <a:gd name="connsiteX60" fmla="*/ 109907 w 122750"/>
                <a:gd name="connsiteY60" fmla="*/ 120466 h 188455"/>
                <a:gd name="connsiteX61" fmla="*/ 106009 w 122750"/>
                <a:gd name="connsiteY61" fmla="*/ 135213 h 188455"/>
                <a:gd name="connsiteX62" fmla="*/ 98980 w 122750"/>
                <a:gd name="connsiteY62" fmla="*/ 160110 h 188455"/>
                <a:gd name="connsiteX63" fmla="*/ 98980 w 122750"/>
                <a:gd name="connsiteY63" fmla="*/ 182071 h 188455"/>
                <a:gd name="connsiteX64" fmla="*/ 105370 w 122750"/>
                <a:gd name="connsiteY64" fmla="*/ 188455 h 188455"/>
                <a:gd name="connsiteX65" fmla="*/ 111760 w 122750"/>
                <a:gd name="connsiteY65" fmla="*/ 182071 h 188455"/>
                <a:gd name="connsiteX66" fmla="*/ 111760 w 122750"/>
                <a:gd name="connsiteY66" fmla="*/ 160110 h 188455"/>
                <a:gd name="connsiteX67" fmla="*/ 117000 w 122750"/>
                <a:gd name="connsiteY67" fmla="*/ 141788 h 188455"/>
                <a:gd name="connsiteX68" fmla="*/ 122751 w 122750"/>
                <a:gd name="connsiteY68" fmla="*/ 120466 h 188455"/>
                <a:gd name="connsiteX69" fmla="*/ 122751 w 122750"/>
                <a:gd name="connsiteY69" fmla="*/ 72267 h 188455"/>
                <a:gd name="connsiteX70" fmla="*/ 105306 w 122750"/>
                <a:gd name="connsiteY70" fmla="*/ 54902 h 188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22750" h="188455">
                  <a:moveTo>
                    <a:pt x="105306" y="54902"/>
                  </a:moveTo>
                  <a:cubicBezTo>
                    <a:pt x="103390" y="54902"/>
                    <a:pt x="101536" y="55285"/>
                    <a:pt x="99747" y="55924"/>
                  </a:cubicBezTo>
                  <a:cubicBezTo>
                    <a:pt x="97447" y="48965"/>
                    <a:pt x="90993" y="43922"/>
                    <a:pt x="83325" y="43922"/>
                  </a:cubicBezTo>
                  <a:cubicBezTo>
                    <a:pt x="81408" y="43922"/>
                    <a:pt x="79555" y="44305"/>
                    <a:pt x="77766" y="44943"/>
                  </a:cubicBezTo>
                  <a:cubicBezTo>
                    <a:pt x="75465" y="37985"/>
                    <a:pt x="69012" y="32941"/>
                    <a:pt x="61344" y="32941"/>
                  </a:cubicBezTo>
                  <a:cubicBezTo>
                    <a:pt x="59810" y="32941"/>
                    <a:pt x="58277" y="33261"/>
                    <a:pt x="56743" y="33644"/>
                  </a:cubicBezTo>
                  <a:lnTo>
                    <a:pt x="56743" y="17365"/>
                  </a:lnTo>
                  <a:cubicBezTo>
                    <a:pt x="56743" y="7789"/>
                    <a:pt x="48947" y="0"/>
                    <a:pt x="39362" y="0"/>
                  </a:cubicBezTo>
                  <a:cubicBezTo>
                    <a:pt x="34825" y="0"/>
                    <a:pt x="30352" y="1915"/>
                    <a:pt x="27030" y="5171"/>
                  </a:cubicBezTo>
                  <a:cubicBezTo>
                    <a:pt x="23771" y="8427"/>
                    <a:pt x="21981" y="12768"/>
                    <a:pt x="21981" y="17365"/>
                  </a:cubicBezTo>
                  <a:lnTo>
                    <a:pt x="21981" y="58733"/>
                  </a:lnTo>
                  <a:cubicBezTo>
                    <a:pt x="21598" y="58477"/>
                    <a:pt x="21215" y="58222"/>
                    <a:pt x="20767" y="58031"/>
                  </a:cubicBezTo>
                  <a:cubicBezTo>
                    <a:pt x="16231" y="55796"/>
                    <a:pt x="11055" y="56052"/>
                    <a:pt x="6773" y="58669"/>
                  </a:cubicBezTo>
                  <a:cubicBezTo>
                    <a:pt x="2556" y="61286"/>
                    <a:pt x="0" y="65819"/>
                    <a:pt x="0" y="70799"/>
                  </a:cubicBezTo>
                  <a:lnTo>
                    <a:pt x="0" y="110698"/>
                  </a:lnTo>
                  <a:cubicBezTo>
                    <a:pt x="0" y="123786"/>
                    <a:pt x="5751" y="136553"/>
                    <a:pt x="15336" y="144980"/>
                  </a:cubicBezTo>
                  <a:cubicBezTo>
                    <a:pt x="22876" y="151556"/>
                    <a:pt x="27477" y="156088"/>
                    <a:pt x="27477" y="165601"/>
                  </a:cubicBezTo>
                  <a:lnTo>
                    <a:pt x="27477" y="182071"/>
                  </a:lnTo>
                  <a:cubicBezTo>
                    <a:pt x="27477" y="185582"/>
                    <a:pt x="30352" y="188455"/>
                    <a:pt x="33867" y="188455"/>
                  </a:cubicBezTo>
                  <a:cubicBezTo>
                    <a:pt x="37381" y="188455"/>
                    <a:pt x="40257" y="185582"/>
                    <a:pt x="40257" y="182071"/>
                  </a:cubicBezTo>
                  <a:lnTo>
                    <a:pt x="40257" y="165601"/>
                  </a:lnTo>
                  <a:cubicBezTo>
                    <a:pt x="40257" y="149768"/>
                    <a:pt x="31119" y="141788"/>
                    <a:pt x="23771" y="135341"/>
                  </a:cubicBezTo>
                  <a:cubicBezTo>
                    <a:pt x="21215" y="133106"/>
                    <a:pt x="12780" y="124679"/>
                    <a:pt x="12780" y="110698"/>
                  </a:cubicBezTo>
                  <a:lnTo>
                    <a:pt x="12780" y="70799"/>
                  </a:lnTo>
                  <a:cubicBezTo>
                    <a:pt x="12780" y="70224"/>
                    <a:pt x="13036" y="69841"/>
                    <a:pt x="13483" y="69522"/>
                  </a:cubicBezTo>
                  <a:cubicBezTo>
                    <a:pt x="13739" y="69330"/>
                    <a:pt x="14377" y="69075"/>
                    <a:pt x="15081" y="69458"/>
                  </a:cubicBezTo>
                  <a:cubicBezTo>
                    <a:pt x="20767" y="72267"/>
                    <a:pt x="21981" y="78523"/>
                    <a:pt x="21981" y="83247"/>
                  </a:cubicBezTo>
                  <a:lnTo>
                    <a:pt x="21981" y="94228"/>
                  </a:lnTo>
                  <a:cubicBezTo>
                    <a:pt x="21981" y="97739"/>
                    <a:pt x="24857" y="100612"/>
                    <a:pt x="28371" y="100612"/>
                  </a:cubicBezTo>
                  <a:cubicBezTo>
                    <a:pt x="31886" y="100612"/>
                    <a:pt x="34761" y="97739"/>
                    <a:pt x="34761" y="94228"/>
                  </a:cubicBezTo>
                  <a:lnTo>
                    <a:pt x="34761" y="17365"/>
                  </a:lnTo>
                  <a:cubicBezTo>
                    <a:pt x="34761" y="15832"/>
                    <a:pt x="35464" y="14811"/>
                    <a:pt x="36039" y="14236"/>
                  </a:cubicBezTo>
                  <a:cubicBezTo>
                    <a:pt x="36934" y="13343"/>
                    <a:pt x="38148" y="12768"/>
                    <a:pt x="39362" y="12768"/>
                  </a:cubicBezTo>
                  <a:cubicBezTo>
                    <a:pt x="41215" y="12768"/>
                    <a:pt x="43963" y="14428"/>
                    <a:pt x="43963" y="17365"/>
                  </a:cubicBezTo>
                  <a:lnTo>
                    <a:pt x="43963" y="50306"/>
                  </a:lnTo>
                  <a:cubicBezTo>
                    <a:pt x="43963" y="50306"/>
                    <a:pt x="43963" y="50306"/>
                    <a:pt x="43963" y="50306"/>
                  </a:cubicBezTo>
                  <a:lnTo>
                    <a:pt x="43963" y="72267"/>
                  </a:lnTo>
                  <a:cubicBezTo>
                    <a:pt x="43963" y="75778"/>
                    <a:pt x="46838" y="78651"/>
                    <a:pt x="50353" y="78651"/>
                  </a:cubicBezTo>
                  <a:cubicBezTo>
                    <a:pt x="53868" y="78651"/>
                    <a:pt x="56743" y="75778"/>
                    <a:pt x="56743" y="72267"/>
                  </a:cubicBezTo>
                  <a:lnTo>
                    <a:pt x="56743" y="50306"/>
                  </a:lnTo>
                  <a:cubicBezTo>
                    <a:pt x="56743" y="48774"/>
                    <a:pt x="57446" y="47752"/>
                    <a:pt x="58021" y="47178"/>
                  </a:cubicBezTo>
                  <a:cubicBezTo>
                    <a:pt x="58915" y="46284"/>
                    <a:pt x="60130" y="45709"/>
                    <a:pt x="61344" y="45709"/>
                  </a:cubicBezTo>
                  <a:cubicBezTo>
                    <a:pt x="63197" y="45709"/>
                    <a:pt x="65944" y="47369"/>
                    <a:pt x="65944" y="50306"/>
                  </a:cubicBezTo>
                  <a:lnTo>
                    <a:pt x="65944" y="77757"/>
                  </a:lnTo>
                  <a:cubicBezTo>
                    <a:pt x="65944" y="81268"/>
                    <a:pt x="68820" y="84141"/>
                    <a:pt x="72334" y="84141"/>
                  </a:cubicBezTo>
                  <a:cubicBezTo>
                    <a:pt x="75849" y="84141"/>
                    <a:pt x="78724" y="81268"/>
                    <a:pt x="78724" y="77757"/>
                  </a:cubicBezTo>
                  <a:lnTo>
                    <a:pt x="78724" y="61286"/>
                  </a:lnTo>
                  <a:cubicBezTo>
                    <a:pt x="78724" y="59754"/>
                    <a:pt x="79427" y="58733"/>
                    <a:pt x="80066" y="58158"/>
                  </a:cubicBezTo>
                  <a:cubicBezTo>
                    <a:pt x="80961" y="57265"/>
                    <a:pt x="82175" y="56690"/>
                    <a:pt x="83325" y="56690"/>
                  </a:cubicBezTo>
                  <a:cubicBezTo>
                    <a:pt x="85178" y="56690"/>
                    <a:pt x="87926" y="58350"/>
                    <a:pt x="87926" y="61286"/>
                  </a:cubicBezTo>
                  <a:lnTo>
                    <a:pt x="87926" y="72267"/>
                  </a:lnTo>
                  <a:cubicBezTo>
                    <a:pt x="87926" y="72267"/>
                    <a:pt x="87926" y="72267"/>
                    <a:pt x="87926" y="72331"/>
                  </a:cubicBezTo>
                  <a:cubicBezTo>
                    <a:pt x="87926" y="72331"/>
                    <a:pt x="87926" y="72331"/>
                    <a:pt x="87926" y="72331"/>
                  </a:cubicBezTo>
                  <a:lnTo>
                    <a:pt x="87926" y="86375"/>
                  </a:lnTo>
                  <a:cubicBezTo>
                    <a:pt x="87926" y="89887"/>
                    <a:pt x="90801" y="92759"/>
                    <a:pt x="94316" y="92759"/>
                  </a:cubicBezTo>
                  <a:cubicBezTo>
                    <a:pt x="97830" y="92759"/>
                    <a:pt x="100705" y="89887"/>
                    <a:pt x="100705" y="86375"/>
                  </a:cubicBezTo>
                  <a:lnTo>
                    <a:pt x="100705" y="72267"/>
                  </a:lnTo>
                  <a:cubicBezTo>
                    <a:pt x="100705" y="70735"/>
                    <a:pt x="101409" y="69713"/>
                    <a:pt x="102048" y="69139"/>
                  </a:cubicBezTo>
                  <a:cubicBezTo>
                    <a:pt x="102942" y="68245"/>
                    <a:pt x="104156" y="67670"/>
                    <a:pt x="105306" y="67670"/>
                  </a:cubicBezTo>
                  <a:cubicBezTo>
                    <a:pt x="107159" y="67670"/>
                    <a:pt x="109907" y="69330"/>
                    <a:pt x="109907" y="72267"/>
                  </a:cubicBezTo>
                  <a:lnTo>
                    <a:pt x="109907" y="120466"/>
                  </a:lnTo>
                  <a:cubicBezTo>
                    <a:pt x="109907" y="125828"/>
                    <a:pt x="108565" y="130936"/>
                    <a:pt x="106009" y="135213"/>
                  </a:cubicBezTo>
                  <a:cubicBezTo>
                    <a:pt x="99300" y="146385"/>
                    <a:pt x="98980" y="150343"/>
                    <a:pt x="98980" y="160110"/>
                  </a:cubicBezTo>
                  <a:lnTo>
                    <a:pt x="98980" y="182071"/>
                  </a:lnTo>
                  <a:cubicBezTo>
                    <a:pt x="98980" y="185582"/>
                    <a:pt x="101856" y="188455"/>
                    <a:pt x="105370" y="188455"/>
                  </a:cubicBezTo>
                  <a:cubicBezTo>
                    <a:pt x="108885" y="188455"/>
                    <a:pt x="111760" y="185582"/>
                    <a:pt x="111760" y="182071"/>
                  </a:cubicBezTo>
                  <a:lnTo>
                    <a:pt x="111760" y="160110"/>
                  </a:lnTo>
                  <a:cubicBezTo>
                    <a:pt x="111760" y="151939"/>
                    <a:pt x="111760" y="150471"/>
                    <a:pt x="117000" y="141788"/>
                  </a:cubicBezTo>
                  <a:cubicBezTo>
                    <a:pt x="120770" y="135532"/>
                    <a:pt x="122751" y="128190"/>
                    <a:pt x="122751" y="120466"/>
                  </a:cubicBezTo>
                  <a:lnTo>
                    <a:pt x="122751" y="72267"/>
                  </a:lnTo>
                  <a:cubicBezTo>
                    <a:pt x="122687" y="62691"/>
                    <a:pt x="114891" y="54902"/>
                    <a:pt x="105306" y="54902"/>
                  </a:cubicBezTo>
                  <a:close/>
                </a:path>
              </a:pathLst>
            </a:custGeom>
            <a:solidFill>
              <a:srgbClr val="00A3E0"/>
            </a:solidFill>
            <a:ln w="6390" cap="flat">
              <a:noFill/>
              <a:prstDash val="solid"/>
              <a:miter/>
            </a:ln>
          </p:spPr>
          <p:txBody>
            <a:bodyPr rtlCol="0" anchor="ctr"/>
            <a:lstStyle/>
            <a:p>
              <a:endParaRPr lang="en-US"/>
            </a:p>
          </p:txBody>
        </p:sp>
        <p:sp>
          <p:nvSpPr>
            <p:cNvPr id="946" name="Freeform 945">
              <a:extLst>
                <a:ext uri="{FF2B5EF4-FFF2-40B4-BE49-F238E27FC236}">
                  <a16:creationId xmlns:a16="http://schemas.microsoft.com/office/drawing/2014/main" id="{F8997B20-1B17-DA43-968B-9171EE6D882A}"/>
                </a:ext>
              </a:extLst>
            </p:cNvPr>
            <p:cNvSpPr/>
            <p:nvPr/>
          </p:nvSpPr>
          <p:spPr>
            <a:xfrm>
              <a:off x="4792069" y="4863161"/>
              <a:ext cx="100705" cy="82423"/>
            </a:xfrm>
            <a:custGeom>
              <a:avLst/>
              <a:gdLst>
                <a:gd name="connsiteX0" fmla="*/ 18467 w 100705"/>
                <a:gd name="connsiteY0" fmla="*/ 81268 h 82423"/>
                <a:gd name="connsiteX1" fmla="*/ 19873 w 100705"/>
                <a:gd name="connsiteY1" fmla="*/ 72330 h 82423"/>
                <a:gd name="connsiteX2" fmla="*/ 12780 w 100705"/>
                <a:gd name="connsiteY2" fmla="*/ 50306 h 82423"/>
                <a:gd name="connsiteX3" fmla="*/ 50353 w 100705"/>
                <a:gd name="connsiteY3" fmla="*/ 12768 h 82423"/>
                <a:gd name="connsiteX4" fmla="*/ 87926 w 100705"/>
                <a:gd name="connsiteY4" fmla="*/ 50306 h 82423"/>
                <a:gd name="connsiteX5" fmla="*/ 87478 w 100705"/>
                <a:gd name="connsiteY5" fmla="*/ 56306 h 82423"/>
                <a:gd name="connsiteX6" fmla="*/ 92782 w 100705"/>
                <a:gd name="connsiteY6" fmla="*/ 63584 h 82423"/>
                <a:gd name="connsiteX7" fmla="*/ 100066 w 100705"/>
                <a:gd name="connsiteY7" fmla="*/ 58286 h 82423"/>
                <a:gd name="connsiteX8" fmla="*/ 100705 w 100705"/>
                <a:gd name="connsiteY8" fmla="*/ 50306 h 82423"/>
                <a:gd name="connsiteX9" fmla="*/ 50353 w 100705"/>
                <a:gd name="connsiteY9" fmla="*/ 0 h 82423"/>
                <a:gd name="connsiteX10" fmla="*/ 0 w 100705"/>
                <a:gd name="connsiteY10" fmla="*/ 50306 h 82423"/>
                <a:gd name="connsiteX11" fmla="*/ 9585 w 100705"/>
                <a:gd name="connsiteY11" fmla="*/ 79800 h 82423"/>
                <a:gd name="connsiteX12" fmla="*/ 14761 w 100705"/>
                <a:gd name="connsiteY12" fmla="*/ 82417 h 82423"/>
                <a:gd name="connsiteX13" fmla="*/ 18467 w 100705"/>
                <a:gd name="connsiteY13" fmla="*/ 81268 h 82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705" h="82423">
                  <a:moveTo>
                    <a:pt x="18467" y="81268"/>
                  </a:moveTo>
                  <a:cubicBezTo>
                    <a:pt x="21343" y="79225"/>
                    <a:pt x="21981" y="75203"/>
                    <a:pt x="19873" y="72330"/>
                  </a:cubicBezTo>
                  <a:cubicBezTo>
                    <a:pt x="15208" y="65882"/>
                    <a:pt x="12780" y="58286"/>
                    <a:pt x="12780" y="50306"/>
                  </a:cubicBezTo>
                  <a:cubicBezTo>
                    <a:pt x="12780" y="29621"/>
                    <a:pt x="29649" y="12768"/>
                    <a:pt x="50353" y="12768"/>
                  </a:cubicBezTo>
                  <a:cubicBezTo>
                    <a:pt x="71056" y="12768"/>
                    <a:pt x="87926" y="29621"/>
                    <a:pt x="87926" y="50306"/>
                  </a:cubicBezTo>
                  <a:cubicBezTo>
                    <a:pt x="87926" y="52285"/>
                    <a:pt x="87798" y="54327"/>
                    <a:pt x="87478" y="56306"/>
                  </a:cubicBezTo>
                  <a:cubicBezTo>
                    <a:pt x="86903" y="59818"/>
                    <a:pt x="89331" y="63074"/>
                    <a:pt x="92782" y="63584"/>
                  </a:cubicBezTo>
                  <a:cubicBezTo>
                    <a:pt x="96232" y="64159"/>
                    <a:pt x="99555" y="61733"/>
                    <a:pt x="100066" y="58286"/>
                  </a:cubicBezTo>
                  <a:cubicBezTo>
                    <a:pt x="100514" y="55668"/>
                    <a:pt x="100705" y="52987"/>
                    <a:pt x="100705" y="50306"/>
                  </a:cubicBezTo>
                  <a:cubicBezTo>
                    <a:pt x="100705" y="22599"/>
                    <a:pt x="78085" y="0"/>
                    <a:pt x="50353" y="0"/>
                  </a:cubicBezTo>
                  <a:cubicBezTo>
                    <a:pt x="22620" y="0"/>
                    <a:pt x="0" y="22599"/>
                    <a:pt x="0" y="50306"/>
                  </a:cubicBezTo>
                  <a:cubicBezTo>
                    <a:pt x="0" y="60967"/>
                    <a:pt x="3323" y="71181"/>
                    <a:pt x="9585" y="79800"/>
                  </a:cubicBezTo>
                  <a:cubicBezTo>
                    <a:pt x="10863" y="81523"/>
                    <a:pt x="12780" y="82417"/>
                    <a:pt x="14761" y="82417"/>
                  </a:cubicBezTo>
                  <a:cubicBezTo>
                    <a:pt x="15975" y="82481"/>
                    <a:pt x="17317" y="82034"/>
                    <a:pt x="18467" y="81268"/>
                  </a:cubicBezTo>
                  <a:close/>
                </a:path>
              </a:pathLst>
            </a:custGeom>
            <a:solidFill>
              <a:srgbClr val="00A3E0"/>
            </a:solidFill>
            <a:ln w="6390" cap="flat">
              <a:noFill/>
              <a:prstDash val="solid"/>
              <a:miter/>
            </a:ln>
          </p:spPr>
          <p:txBody>
            <a:bodyPr rtlCol="0" anchor="ctr"/>
            <a:lstStyle/>
            <a:p>
              <a:endParaRPr lang="en-US"/>
            </a:p>
          </p:txBody>
        </p:sp>
      </p:grpSp>
      <p:grpSp>
        <p:nvGrpSpPr>
          <p:cNvPr id="947" name="Graphic 4">
            <a:extLst>
              <a:ext uri="{FF2B5EF4-FFF2-40B4-BE49-F238E27FC236}">
                <a16:creationId xmlns:a16="http://schemas.microsoft.com/office/drawing/2014/main" id="{3358F4D7-24C8-934F-9517-1A4E885F478A}"/>
              </a:ext>
            </a:extLst>
          </p:cNvPr>
          <p:cNvGrpSpPr/>
          <p:nvPr/>
        </p:nvGrpSpPr>
        <p:grpSpPr>
          <a:xfrm>
            <a:off x="5708514" y="4308584"/>
            <a:ext cx="362309" cy="361971"/>
            <a:chOff x="5708514" y="4308584"/>
            <a:chExt cx="362309" cy="361971"/>
          </a:xfrm>
          <a:solidFill>
            <a:srgbClr val="00A3E0"/>
          </a:solidFill>
        </p:grpSpPr>
        <p:sp>
          <p:nvSpPr>
            <p:cNvPr id="948" name="Freeform 947">
              <a:extLst>
                <a:ext uri="{FF2B5EF4-FFF2-40B4-BE49-F238E27FC236}">
                  <a16:creationId xmlns:a16="http://schemas.microsoft.com/office/drawing/2014/main" id="{F57ED8F6-4980-2E4D-B38A-02EAF43181ED}"/>
                </a:ext>
              </a:extLst>
            </p:cNvPr>
            <p:cNvSpPr/>
            <p:nvPr/>
          </p:nvSpPr>
          <p:spPr>
            <a:xfrm>
              <a:off x="5708514" y="4308584"/>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30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2"/>
                    <a:pt x="0" y="180986"/>
                  </a:cubicBezTo>
                  <a:cubicBezTo>
                    <a:pt x="0" y="280959"/>
                    <a:pt x="81088" y="361971"/>
                    <a:pt x="181155" y="361971"/>
                  </a:cubicBezTo>
                  <a:cubicBezTo>
                    <a:pt x="281221" y="361971"/>
                    <a:pt x="362310" y="280959"/>
                    <a:pt x="362310" y="180986"/>
                  </a:cubicBezTo>
                  <a:cubicBezTo>
                    <a:pt x="362310" y="81012"/>
                    <a:pt x="281221" y="0"/>
                    <a:pt x="181155" y="0"/>
                  </a:cubicBezTo>
                  <a:close/>
                  <a:moveTo>
                    <a:pt x="181155" y="349140"/>
                  </a:moveTo>
                  <a:cubicBezTo>
                    <a:pt x="88309" y="349140"/>
                    <a:pt x="12780" y="273681"/>
                    <a:pt x="12780" y="180922"/>
                  </a:cubicBezTo>
                  <a:cubicBezTo>
                    <a:pt x="12780" y="88163"/>
                    <a:pt x="88309" y="12704"/>
                    <a:pt x="181155" y="12704"/>
                  </a:cubicBezTo>
                  <a:cubicBezTo>
                    <a:pt x="274001" y="12704"/>
                    <a:pt x="349530" y="88163"/>
                    <a:pt x="349530" y="180922"/>
                  </a:cubicBezTo>
                  <a:cubicBezTo>
                    <a:pt x="349530" y="273681"/>
                    <a:pt x="274001"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949" name="Freeform 948">
              <a:extLst>
                <a:ext uri="{FF2B5EF4-FFF2-40B4-BE49-F238E27FC236}">
                  <a16:creationId xmlns:a16="http://schemas.microsoft.com/office/drawing/2014/main" id="{BD7AAD3D-5797-3542-B0D7-4352C72FAAE9}"/>
                </a:ext>
              </a:extLst>
            </p:cNvPr>
            <p:cNvSpPr/>
            <p:nvPr/>
          </p:nvSpPr>
          <p:spPr>
            <a:xfrm>
              <a:off x="5853014" y="4416637"/>
              <a:ext cx="148913" cy="201443"/>
            </a:xfrm>
            <a:custGeom>
              <a:avLst/>
              <a:gdLst>
                <a:gd name="connsiteX0" fmla="*/ 139916 w 148913"/>
                <a:gd name="connsiteY0" fmla="*/ 83722 h 201443"/>
                <a:gd name="connsiteX1" fmla="*/ 134485 w 148913"/>
                <a:gd name="connsiteY1" fmla="*/ 81807 h 201443"/>
                <a:gd name="connsiteX2" fmla="*/ 134165 w 148913"/>
                <a:gd name="connsiteY2" fmla="*/ 73189 h 201443"/>
                <a:gd name="connsiteX3" fmla="*/ 126178 w 148913"/>
                <a:gd name="connsiteY3" fmla="*/ 62974 h 201443"/>
                <a:gd name="connsiteX4" fmla="*/ 120746 w 148913"/>
                <a:gd name="connsiteY4" fmla="*/ 61059 h 201443"/>
                <a:gd name="connsiteX5" fmla="*/ 120427 w 148913"/>
                <a:gd name="connsiteY5" fmla="*/ 52441 h 201443"/>
                <a:gd name="connsiteX6" fmla="*/ 112440 w 148913"/>
                <a:gd name="connsiteY6" fmla="*/ 42227 h 201443"/>
                <a:gd name="connsiteX7" fmla="*/ 107967 w 148913"/>
                <a:gd name="connsiteY7" fmla="*/ 40503 h 201443"/>
                <a:gd name="connsiteX8" fmla="*/ 116273 w 148913"/>
                <a:gd name="connsiteY8" fmla="*/ 26139 h 201443"/>
                <a:gd name="connsiteX9" fmla="*/ 109883 w 148913"/>
                <a:gd name="connsiteY9" fmla="*/ 2263 h 201443"/>
                <a:gd name="connsiteX10" fmla="*/ 97040 w 148913"/>
                <a:gd name="connsiteY10" fmla="*/ 475 h 201443"/>
                <a:gd name="connsiteX11" fmla="*/ 85985 w 148913"/>
                <a:gd name="connsiteY11" fmla="*/ 8711 h 201443"/>
                <a:gd name="connsiteX12" fmla="*/ 45090 w 148913"/>
                <a:gd name="connsiteY12" fmla="*/ 79509 h 201443"/>
                <a:gd name="connsiteX13" fmla="*/ 39722 w 148913"/>
                <a:gd name="connsiteY13" fmla="*/ 67188 h 201443"/>
                <a:gd name="connsiteX14" fmla="*/ 9050 w 148913"/>
                <a:gd name="connsiteY14" fmla="*/ 52952 h 201443"/>
                <a:gd name="connsiteX15" fmla="*/ 935 w 148913"/>
                <a:gd name="connsiteY15" fmla="*/ 71657 h 201443"/>
                <a:gd name="connsiteX16" fmla="*/ 16143 w 148913"/>
                <a:gd name="connsiteY16" fmla="*/ 125473 h 201443"/>
                <a:gd name="connsiteX17" fmla="*/ 13076 w 148913"/>
                <a:gd name="connsiteY17" fmla="*/ 146158 h 201443"/>
                <a:gd name="connsiteX18" fmla="*/ 7517 w 148913"/>
                <a:gd name="connsiteY18" fmla="*/ 155797 h 201443"/>
                <a:gd name="connsiteX19" fmla="*/ 9881 w 148913"/>
                <a:gd name="connsiteY19" fmla="*/ 164543 h 201443"/>
                <a:gd name="connsiteX20" fmla="*/ 13076 w 148913"/>
                <a:gd name="connsiteY20" fmla="*/ 165373 h 201443"/>
                <a:gd name="connsiteX21" fmla="*/ 18635 w 148913"/>
                <a:gd name="connsiteY21" fmla="*/ 162181 h 201443"/>
                <a:gd name="connsiteX22" fmla="*/ 24195 w 148913"/>
                <a:gd name="connsiteY22" fmla="*/ 152542 h 201443"/>
                <a:gd name="connsiteX23" fmla="*/ 28668 w 148913"/>
                <a:gd name="connsiteY23" fmla="*/ 122601 h 201443"/>
                <a:gd name="connsiteX24" fmla="*/ 13268 w 148913"/>
                <a:gd name="connsiteY24" fmla="*/ 68018 h 201443"/>
                <a:gd name="connsiteX25" fmla="*/ 13012 w 148913"/>
                <a:gd name="connsiteY25" fmla="*/ 65336 h 201443"/>
                <a:gd name="connsiteX26" fmla="*/ 17293 w 148913"/>
                <a:gd name="connsiteY26" fmla="*/ 64826 h 201443"/>
                <a:gd name="connsiteX27" fmla="*/ 28156 w 148913"/>
                <a:gd name="connsiteY27" fmla="*/ 72295 h 201443"/>
                <a:gd name="connsiteX28" fmla="*/ 38636 w 148913"/>
                <a:gd name="connsiteY28" fmla="*/ 96299 h 201443"/>
                <a:gd name="connsiteX29" fmla="*/ 38763 w 148913"/>
                <a:gd name="connsiteY29" fmla="*/ 96235 h 201443"/>
                <a:gd name="connsiteX30" fmla="*/ 41320 w 148913"/>
                <a:gd name="connsiteY30" fmla="*/ 99235 h 201443"/>
                <a:gd name="connsiteX31" fmla="*/ 44515 w 148913"/>
                <a:gd name="connsiteY31" fmla="*/ 100065 h 201443"/>
                <a:gd name="connsiteX32" fmla="*/ 50074 w 148913"/>
                <a:gd name="connsiteY32" fmla="*/ 96873 h 201443"/>
                <a:gd name="connsiteX33" fmla="*/ 97295 w 148913"/>
                <a:gd name="connsiteY33" fmla="*/ 15095 h 201443"/>
                <a:gd name="connsiteX34" fmla="*/ 100235 w 148913"/>
                <a:gd name="connsiteY34" fmla="*/ 12924 h 201443"/>
                <a:gd name="connsiteX35" fmla="*/ 103749 w 148913"/>
                <a:gd name="connsiteY35" fmla="*/ 13371 h 201443"/>
                <a:gd name="connsiteX36" fmla="*/ 105474 w 148913"/>
                <a:gd name="connsiteY36" fmla="*/ 19819 h 201443"/>
                <a:gd name="connsiteX37" fmla="*/ 77678 w 148913"/>
                <a:gd name="connsiteY37" fmla="*/ 67890 h 201443"/>
                <a:gd name="connsiteX38" fmla="*/ 80043 w 148913"/>
                <a:gd name="connsiteY38" fmla="*/ 76636 h 201443"/>
                <a:gd name="connsiteX39" fmla="*/ 88797 w 148913"/>
                <a:gd name="connsiteY39" fmla="*/ 74274 h 201443"/>
                <a:gd name="connsiteX40" fmla="*/ 99915 w 148913"/>
                <a:gd name="connsiteY40" fmla="*/ 55058 h 201443"/>
                <a:gd name="connsiteX41" fmla="*/ 102663 w 148913"/>
                <a:gd name="connsiteY41" fmla="*/ 52952 h 201443"/>
                <a:gd name="connsiteX42" fmla="*/ 106305 w 148913"/>
                <a:gd name="connsiteY42" fmla="*/ 53335 h 201443"/>
                <a:gd name="connsiteX43" fmla="*/ 108414 w 148913"/>
                <a:gd name="connsiteY43" fmla="*/ 56144 h 201443"/>
                <a:gd name="connsiteX44" fmla="*/ 108031 w 148913"/>
                <a:gd name="connsiteY44" fmla="*/ 59782 h 201443"/>
                <a:gd name="connsiteX45" fmla="*/ 102471 w 148913"/>
                <a:gd name="connsiteY45" fmla="*/ 69422 h 201443"/>
                <a:gd name="connsiteX46" fmla="*/ 102471 w 148913"/>
                <a:gd name="connsiteY46" fmla="*/ 69422 h 201443"/>
                <a:gd name="connsiteX47" fmla="*/ 102471 w 148913"/>
                <a:gd name="connsiteY47" fmla="*/ 69422 h 201443"/>
                <a:gd name="connsiteX48" fmla="*/ 94164 w 148913"/>
                <a:gd name="connsiteY48" fmla="*/ 83850 h 201443"/>
                <a:gd name="connsiteX49" fmla="*/ 96529 w 148913"/>
                <a:gd name="connsiteY49" fmla="*/ 92596 h 201443"/>
                <a:gd name="connsiteX50" fmla="*/ 99724 w 148913"/>
                <a:gd name="connsiteY50" fmla="*/ 93426 h 201443"/>
                <a:gd name="connsiteX51" fmla="*/ 105283 w 148913"/>
                <a:gd name="connsiteY51" fmla="*/ 90234 h 201443"/>
                <a:gd name="connsiteX52" fmla="*/ 113654 w 148913"/>
                <a:gd name="connsiteY52" fmla="*/ 75806 h 201443"/>
                <a:gd name="connsiteX53" fmla="*/ 116593 w 148913"/>
                <a:gd name="connsiteY53" fmla="*/ 73636 h 201443"/>
                <a:gd name="connsiteX54" fmla="*/ 120108 w 148913"/>
                <a:gd name="connsiteY54" fmla="*/ 74083 h 201443"/>
                <a:gd name="connsiteX55" fmla="*/ 122216 w 148913"/>
                <a:gd name="connsiteY55" fmla="*/ 76891 h 201443"/>
                <a:gd name="connsiteX56" fmla="*/ 121833 w 148913"/>
                <a:gd name="connsiteY56" fmla="*/ 80530 h 201443"/>
                <a:gd name="connsiteX57" fmla="*/ 109117 w 148913"/>
                <a:gd name="connsiteY57" fmla="*/ 102491 h 201443"/>
                <a:gd name="connsiteX58" fmla="*/ 111417 w 148913"/>
                <a:gd name="connsiteY58" fmla="*/ 111237 h 201443"/>
                <a:gd name="connsiteX59" fmla="*/ 114612 w 148913"/>
                <a:gd name="connsiteY59" fmla="*/ 112067 h 201443"/>
                <a:gd name="connsiteX60" fmla="*/ 120172 w 148913"/>
                <a:gd name="connsiteY60" fmla="*/ 108875 h 201443"/>
                <a:gd name="connsiteX61" fmla="*/ 127264 w 148913"/>
                <a:gd name="connsiteY61" fmla="*/ 96618 h 201443"/>
                <a:gd name="connsiteX62" fmla="*/ 127328 w 148913"/>
                <a:gd name="connsiteY62" fmla="*/ 96554 h 201443"/>
                <a:gd name="connsiteX63" fmla="*/ 130140 w 148913"/>
                <a:gd name="connsiteY63" fmla="*/ 94447 h 201443"/>
                <a:gd name="connsiteX64" fmla="*/ 133782 w 148913"/>
                <a:gd name="connsiteY64" fmla="*/ 94830 h 201443"/>
                <a:gd name="connsiteX65" fmla="*/ 135891 w 148913"/>
                <a:gd name="connsiteY65" fmla="*/ 97639 h 201443"/>
                <a:gd name="connsiteX66" fmla="*/ 135507 w 148913"/>
                <a:gd name="connsiteY66" fmla="*/ 101278 h 201443"/>
                <a:gd name="connsiteX67" fmla="*/ 111098 w 148913"/>
                <a:gd name="connsiteY67" fmla="*/ 143476 h 201443"/>
                <a:gd name="connsiteX68" fmla="*/ 100171 w 148913"/>
                <a:gd name="connsiteY68" fmla="*/ 154393 h 201443"/>
                <a:gd name="connsiteX69" fmla="*/ 81385 w 148913"/>
                <a:gd name="connsiteY69" fmla="*/ 172651 h 201443"/>
                <a:gd name="connsiteX70" fmla="*/ 70266 w 148913"/>
                <a:gd name="connsiteY70" fmla="*/ 191867 h 201443"/>
                <a:gd name="connsiteX71" fmla="*/ 72630 w 148913"/>
                <a:gd name="connsiteY71" fmla="*/ 200613 h 201443"/>
                <a:gd name="connsiteX72" fmla="*/ 75825 w 148913"/>
                <a:gd name="connsiteY72" fmla="*/ 201443 h 201443"/>
                <a:gd name="connsiteX73" fmla="*/ 81385 w 148913"/>
                <a:gd name="connsiteY73" fmla="*/ 198251 h 201443"/>
                <a:gd name="connsiteX74" fmla="*/ 92822 w 148913"/>
                <a:gd name="connsiteY74" fmla="*/ 178524 h 201443"/>
                <a:gd name="connsiteX75" fmla="*/ 106369 w 148913"/>
                <a:gd name="connsiteY75" fmla="*/ 165629 h 201443"/>
                <a:gd name="connsiteX76" fmla="*/ 122216 w 148913"/>
                <a:gd name="connsiteY76" fmla="*/ 149860 h 201443"/>
                <a:gd name="connsiteX77" fmla="*/ 146562 w 148913"/>
                <a:gd name="connsiteY77" fmla="*/ 107662 h 201443"/>
                <a:gd name="connsiteX78" fmla="*/ 148159 w 148913"/>
                <a:gd name="connsiteY78" fmla="*/ 94001 h 201443"/>
                <a:gd name="connsiteX79" fmla="*/ 139916 w 148913"/>
                <a:gd name="connsiteY79" fmla="*/ 83722 h 201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48913" h="201443">
                  <a:moveTo>
                    <a:pt x="139916" y="83722"/>
                  </a:moveTo>
                  <a:cubicBezTo>
                    <a:pt x="138255" y="82765"/>
                    <a:pt x="136402" y="82190"/>
                    <a:pt x="134485" y="81807"/>
                  </a:cubicBezTo>
                  <a:cubicBezTo>
                    <a:pt x="135060" y="78998"/>
                    <a:pt x="135060" y="76062"/>
                    <a:pt x="134165" y="73189"/>
                  </a:cubicBezTo>
                  <a:cubicBezTo>
                    <a:pt x="132887" y="68912"/>
                    <a:pt x="129948" y="65145"/>
                    <a:pt x="126178" y="62974"/>
                  </a:cubicBezTo>
                  <a:cubicBezTo>
                    <a:pt x="124517" y="62017"/>
                    <a:pt x="122663" y="61442"/>
                    <a:pt x="120746" y="61059"/>
                  </a:cubicBezTo>
                  <a:cubicBezTo>
                    <a:pt x="121322" y="58250"/>
                    <a:pt x="121322" y="55314"/>
                    <a:pt x="120427" y="52441"/>
                  </a:cubicBezTo>
                  <a:cubicBezTo>
                    <a:pt x="119149" y="48164"/>
                    <a:pt x="116209" y="44397"/>
                    <a:pt x="112440" y="42227"/>
                  </a:cubicBezTo>
                  <a:cubicBezTo>
                    <a:pt x="111034" y="41397"/>
                    <a:pt x="109500" y="40886"/>
                    <a:pt x="107967" y="40503"/>
                  </a:cubicBezTo>
                  <a:lnTo>
                    <a:pt x="116273" y="26139"/>
                  </a:lnTo>
                  <a:cubicBezTo>
                    <a:pt x="121066" y="17776"/>
                    <a:pt x="118190" y="7051"/>
                    <a:pt x="109883" y="2263"/>
                  </a:cubicBezTo>
                  <a:cubicBezTo>
                    <a:pt x="106114" y="92"/>
                    <a:pt x="101449" y="-546"/>
                    <a:pt x="97040" y="475"/>
                  </a:cubicBezTo>
                  <a:cubicBezTo>
                    <a:pt x="92311" y="1561"/>
                    <a:pt x="88349" y="4497"/>
                    <a:pt x="85985" y="8711"/>
                  </a:cubicBezTo>
                  <a:lnTo>
                    <a:pt x="45090" y="79509"/>
                  </a:lnTo>
                  <a:cubicBezTo>
                    <a:pt x="43173" y="75104"/>
                    <a:pt x="41128" y="70380"/>
                    <a:pt x="39722" y="67188"/>
                  </a:cubicBezTo>
                  <a:cubicBezTo>
                    <a:pt x="34482" y="54803"/>
                    <a:pt x="18891" y="49377"/>
                    <a:pt x="9050" y="52952"/>
                  </a:cubicBezTo>
                  <a:cubicBezTo>
                    <a:pt x="3299" y="55058"/>
                    <a:pt x="-2260" y="61187"/>
                    <a:pt x="935" y="71657"/>
                  </a:cubicBezTo>
                  <a:cubicBezTo>
                    <a:pt x="6239" y="89085"/>
                    <a:pt x="14162" y="116983"/>
                    <a:pt x="16143" y="125473"/>
                  </a:cubicBezTo>
                  <a:cubicBezTo>
                    <a:pt x="17933" y="133262"/>
                    <a:pt x="18188" y="137348"/>
                    <a:pt x="13076" y="146158"/>
                  </a:cubicBezTo>
                  <a:lnTo>
                    <a:pt x="7517" y="155797"/>
                  </a:lnTo>
                  <a:cubicBezTo>
                    <a:pt x="5728" y="158862"/>
                    <a:pt x="6814" y="162756"/>
                    <a:pt x="9881" y="164543"/>
                  </a:cubicBezTo>
                  <a:cubicBezTo>
                    <a:pt x="10903" y="165118"/>
                    <a:pt x="11990" y="165373"/>
                    <a:pt x="13076" y="165373"/>
                  </a:cubicBezTo>
                  <a:cubicBezTo>
                    <a:pt x="15312" y="165373"/>
                    <a:pt x="17421" y="164224"/>
                    <a:pt x="18635" y="162181"/>
                  </a:cubicBezTo>
                  <a:lnTo>
                    <a:pt x="24195" y="152542"/>
                  </a:lnTo>
                  <a:cubicBezTo>
                    <a:pt x="31096" y="140604"/>
                    <a:pt x="31159" y="133326"/>
                    <a:pt x="28668" y="122601"/>
                  </a:cubicBezTo>
                  <a:cubicBezTo>
                    <a:pt x="26431" y="112961"/>
                    <a:pt x="18060" y="83850"/>
                    <a:pt x="13268" y="68018"/>
                  </a:cubicBezTo>
                  <a:cubicBezTo>
                    <a:pt x="12756" y="66294"/>
                    <a:pt x="12884" y="65464"/>
                    <a:pt x="13012" y="65336"/>
                  </a:cubicBezTo>
                  <a:cubicBezTo>
                    <a:pt x="13204" y="65081"/>
                    <a:pt x="14610" y="64507"/>
                    <a:pt x="17293" y="64826"/>
                  </a:cubicBezTo>
                  <a:cubicBezTo>
                    <a:pt x="21191" y="65336"/>
                    <a:pt x="26303" y="67954"/>
                    <a:pt x="28156" y="72295"/>
                  </a:cubicBezTo>
                  <a:cubicBezTo>
                    <a:pt x="31415" y="79892"/>
                    <a:pt x="38636" y="96299"/>
                    <a:pt x="38636" y="96299"/>
                  </a:cubicBezTo>
                  <a:lnTo>
                    <a:pt x="38763" y="96235"/>
                  </a:lnTo>
                  <a:cubicBezTo>
                    <a:pt x="39275" y="97448"/>
                    <a:pt x="40105" y="98533"/>
                    <a:pt x="41320" y="99235"/>
                  </a:cubicBezTo>
                  <a:cubicBezTo>
                    <a:pt x="42342" y="99810"/>
                    <a:pt x="43428" y="100065"/>
                    <a:pt x="44515" y="100065"/>
                  </a:cubicBezTo>
                  <a:cubicBezTo>
                    <a:pt x="46751" y="100065"/>
                    <a:pt x="48860" y="98916"/>
                    <a:pt x="50074" y="96873"/>
                  </a:cubicBezTo>
                  <a:lnTo>
                    <a:pt x="97295" y="15095"/>
                  </a:lnTo>
                  <a:cubicBezTo>
                    <a:pt x="98126" y="13690"/>
                    <a:pt x="99340" y="13116"/>
                    <a:pt x="100235" y="12924"/>
                  </a:cubicBezTo>
                  <a:cubicBezTo>
                    <a:pt x="101449" y="12669"/>
                    <a:pt x="102791" y="12796"/>
                    <a:pt x="103749" y="13371"/>
                  </a:cubicBezTo>
                  <a:cubicBezTo>
                    <a:pt x="105410" y="14329"/>
                    <a:pt x="107008" y="17201"/>
                    <a:pt x="105474" y="19819"/>
                  </a:cubicBezTo>
                  <a:lnTo>
                    <a:pt x="77678" y="67890"/>
                  </a:lnTo>
                  <a:cubicBezTo>
                    <a:pt x="75889" y="70954"/>
                    <a:pt x="76976" y="74849"/>
                    <a:pt x="80043" y="76636"/>
                  </a:cubicBezTo>
                  <a:cubicBezTo>
                    <a:pt x="83110" y="78424"/>
                    <a:pt x="87008" y="77338"/>
                    <a:pt x="88797" y="74274"/>
                  </a:cubicBezTo>
                  <a:lnTo>
                    <a:pt x="99915" y="55058"/>
                  </a:lnTo>
                  <a:cubicBezTo>
                    <a:pt x="100682" y="53718"/>
                    <a:pt x="101832" y="53143"/>
                    <a:pt x="102663" y="52952"/>
                  </a:cubicBezTo>
                  <a:cubicBezTo>
                    <a:pt x="103941" y="52632"/>
                    <a:pt x="105283" y="52760"/>
                    <a:pt x="106305" y="53335"/>
                  </a:cubicBezTo>
                  <a:cubicBezTo>
                    <a:pt x="107264" y="53909"/>
                    <a:pt x="108094" y="54931"/>
                    <a:pt x="108414" y="56144"/>
                  </a:cubicBezTo>
                  <a:cubicBezTo>
                    <a:pt x="108669" y="57037"/>
                    <a:pt x="108797" y="58378"/>
                    <a:pt x="108031" y="59782"/>
                  </a:cubicBezTo>
                  <a:lnTo>
                    <a:pt x="102471" y="69422"/>
                  </a:lnTo>
                  <a:cubicBezTo>
                    <a:pt x="102471" y="69422"/>
                    <a:pt x="102471" y="69422"/>
                    <a:pt x="102471" y="69422"/>
                  </a:cubicBezTo>
                  <a:cubicBezTo>
                    <a:pt x="102471" y="69422"/>
                    <a:pt x="102471" y="69422"/>
                    <a:pt x="102471" y="69422"/>
                  </a:cubicBezTo>
                  <a:lnTo>
                    <a:pt x="94164" y="83850"/>
                  </a:lnTo>
                  <a:cubicBezTo>
                    <a:pt x="92375" y="86914"/>
                    <a:pt x="93461" y="90809"/>
                    <a:pt x="96529" y="92596"/>
                  </a:cubicBezTo>
                  <a:cubicBezTo>
                    <a:pt x="97551" y="93171"/>
                    <a:pt x="98637" y="93426"/>
                    <a:pt x="99724" y="93426"/>
                  </a:cubicBezTo>
                  <a:cubicBezTo>
                    <a:pt x="101960" y="93426"/>
                    <a:pt x="104069" y="92277"/>
                    <a:pt x="105283" y="90234"/>
                  </a:cubicBezTo>
                  <a:lnTo>
                    <a:pt x="113654" y="75806"/>
                  </a:lnTo>
                  <a:cubicBezTo>
                    <a:pt x="114484" y="74402"/>
                    <a:pt x="115699" y="73827"/>
                    <a:pt x="116593" y="73636"/>
                  </a:cubicBezTo>
                  <a:cubicBezTo>
                    <a:pt x="117807" y="73316"/>
                    <a:pt x="119149" y="73508"/>
                    <a:pt x="120108" y="74083"/>
                  </a:cubicBezTo>
                  <a:cubicBezTo>
                    <a:pt x="121066" y="74657"/>
                    <a:pt x="121897" y="75679"/>
                    <a:pt x="122216" y="76891"/>
                  </a:cubicBezTo>
                  <a:cubicBezTo>
                    <a:pt x="122472" y="77785"/>
                    <a:pt x="122599" y="79126"/>
                    <a:pt x="121833" y="80530"/>
                  </a:cubicBezTo>
                  <a:lnTo>
                    <a:pt x="109117" y="102491"/>
                  </a:lnTo>
                  <a:cubicBezTo>
                    <a:pt x="107328" y="105556"/>
                    <a:pt x="108414" y="109450"/>
                    <a:pt x="111417" y="111237"/>
                  </a:cubicBezTo>
                  <a:cubicBezTo>
                    <a:pt x="112440" y="111812"/>
                    <a:pt x="113526" y="112067"/>
                    <a:pt x="114612" y="112067"/>
                  </a:cubicBezTo>
                  <a:cubicBezTo>
                    <a:pt x="116785" y="112067"/>
                    <a:pt x="118957" y="110918"/>
                    <a:pt x="120172" y="108875"/>
                  </a:cubicBezTo>
                  <a:lnTo>
                    <a:pt x="127264" y="96618"/>
                  </a:lnTo>
                  <a:cubicBezTo>
                    <a:pt x="127264" y="96618"/>
                    <a:pt x="127328" y="96554"/>
                    <a:pt x="127328" y="96554"/>
                  </a:cubicBezTo>
                  <a:cubicBezTo>
                    <a:pt x="128095" y="95213"/>
                    <a:pt x="129245" y="94639"/>
                    <a:pt x="130140" y="94447"/>
                  </a:cubicBezTo>
                  <a:cubicBezTo>
                    <a:pt x="131418" y="94128"/>
                    <a:pt x="132760" y="94256"/>
                    <a:pt x="133782" y="94830"/>
                  </a:cubicBezTo>
                  <a:cubicBezTo>
                    <a:pt x="134740" y="95405"/>
                    <a:pt x="135571" y="96426"/>
                    <a:pt x="135891" y="97639"/>
                  </a:cubicBezTo>
                  <a:cubicBezTo>
                    <a:pt x="136146" y="98533"/>
                    <a:pt x="136274" y="99874"/>
                    <a:pt x="135507" y="101278"/>
                  </a:cubicBezTo>
                  <a:lnTo>
                    <a:pt x="111098" y="143476"/>
                  </a:lnTo>
                  <a:cubicBezTo>
                    <a:pt x="108350" y="148264"/>
                    <a:pt x="104580" y="152031"/>
                    <a:pt x="100171" y="154393"/>
                  </a:cubicBezTo>
                  <a:cubicBezTo>
                    <a:pt x="88605" y="160713"/>
                    <a:pt x="86560" y="163713"/>
                    <a:pt x="81385" y="172651"/>
                  </a:cubicBezTo>
                  <a:lnTo>
                    <a:pt x="70266" y="191867"/>
                  </a:lnTo>
                  <a:cubicBezTo>
                    <a:pt x="68477" y="194931"/>
                    <a:pt x="69563" y="198825"/>
                    <a:pt x="72630" y="200613"/>
                  </a:cubicBezTo>
                  <a:cubicBezTo>
                    <a:pt x="73653" y="201187"/>
                    <a:pt x="74739" y="201443"/>
                    <a:pt x="75825" y="201443"/>
                  </a:cubicBezTo>
                  <a:cubicBezTo>
                    <a:pt x="78062" y="201443"/>
                    <a:pt x="80170" y="200294"/>
                    <a:pt x="81385" y="198251"/>
                  </a:cubicBezTo>
                  <a:lnTo>
                    <a:pt x="92822" y="178524"/>
                  </a:lnTo>
                  <a:cubicBezTo>
                    <a:pt x="96848" y="171566"/>
                    <a:pt x="97423" y="170544"/>
                    <a:pt x="106369" y="165629"/>
                  </a:cubicBezTo>
                  <a:cubicBezTo>
                    <a:pt x="112823" y="162117"/>
                    <a:pt x="118254" y="156627"/>
                    <a:pt x="122216" y="149860"/>
                  </a:cubicBezTo>
                  <a:lnTo>
                    <a:pt x="146562" y="107662"/>
                  </a:lnTo>
                  <a:cubicBezTo>
                    <a:pt x="148990" y="103513"/>
                    <a:pt x="149565" y="98597"/>
                    <a:pt x="148159" y="94001"/>
                  </a:cubicBezTo>
                  <a:cubicBezTo>
                    <a:pt x="146626" y="89596"/>
                    <a:pt x="143686" y="85893"/>
                    <a:pt x="139916" y="83722"/>
                  </a:cubicBezTo>
                  <a:close/>
                </a:path>
              </a:pathLst>
            </a:custGeom>
            <a:solidFill>
              <a:srgbClr val="00A3E0"/>
            </a:solidFill>
            <a:ln w="6390" cap="flat">
              <a:noFill/>
              <a:prstDash val="solid"/>
              <a:miter/>
            </a:ln>
          </p:spPr>
          <p:txBody>
            <a:bodyPr rtlCol="0" anchor="ctr"/>
            <a:lstStyle/>
            <a:p>
              <a:endParaRPr lang="en-US"/>
            </a:p>
          </p:txBody>
        </p:sp>
        <p:sp>
          <p:nvSpPr>
            <p:cNvPr id="950" name="Freeform 949">
              <a:extLst>
                <a:ext uri="{FF2B5EF4-FFF2-40B4-BE49-F238E27FC236}">
                  <a16:creationId xmlns:a16="http://schemas.microsoft.com/office/drawing/2014/main" id="{C750B507-4F52-DF47-A062-4B778ED033D2}"/>
                </a:ext>
              </a:extLst>
            </p:cNvPr>
            <p:cNvSpPr/>
            <p:nvPr/>
          </p:nvSpPr>
          <p:spPr>
            <a:xfrm>
              <a:off x="5906125" y="4393716"/>
              <a:ext cx="90605" cy="75680"/>
            </a:xfrm>
            <a:custGeom>
              <a:avLst/>
              <a:gdLst>
                <a:gd name="connsiteX0" fmla="*/ 157 w 90605"/>
                <a:gd name="connsiteY0" fmla="*/ 49060 h 75680"/>
                <a:gd name="connsiteX1" fmla="*/ 7059 w 90605"/>
                <a:gd name="connsiteY1" fmla="*/ 54869 h 75680"/>
                <a:gd name="connsiteX2" fmla="*/ 12873 w 90605"/>
                <a:gd name="connsiteY2" fmla="*/ 47975 h 75680"/>
                <a:gd name="connsiteX3" fmla="*/ 17091 w 90605"/>
                <a:gd name="connsiteY3" fmla="*/ 29014 h 75680"/>
                <a:gd name="connsiteX4" fmla="*/ 36835 w 90605"/>
                <a:gd name="connsiteY4" fmla="*/ 13884 h 75680"/>
                <a:gd name="connsiteX5" fmla="*/ 61501 w 90605"/>
                <a:gd name="connsiteY5" fmla="*/ 17140 h 75680"/>
                <a:gd name="connsiteX6" fmla="*/ 76645 w 90605"/>
                <a:gd name="connsiteY6" fmla="*/ 36866 h 75680"/>
                <a:gd name="connsiteX7" fmla="*/ 73386 w 90605"/>
                <a:gd name="connsiteY7" fmla="*/ 61509 h 75680"/>
                <a:gd name="connsiteX8" fmla="*/ 70766 w 90605"/>
                <a:gd name="connsiteY8" fmla="*/ 65403 h 75680"/>
                <a:gd name="connsiteX9" fmla="*/ 71853 w 90605"/>
                <a:gd name="connsiteY9" fmla="*/ 74340 h 75680"/>
                <a:gd name="connsiteX10" fmla="*/ 75814 w 90605"/>
                <a:gd name="connsiteY10" fmla="*/ 75681 h 75680"/>
                <a:gd name="connsiteX11" fmla="*/ 80862 w 90605"/>
                <a:gd name="connsiteY11" fmla="*/ 73255 h 75680"/>
                <a:gd name="connsiteX12" fmla="*/ 84505 w 90605"/>
                <a:gd name="connsiteY12" fmla="*/ 67893 h 75680"/>
                <a:gd name="connsiteX13" fmla="*/ 89041 w 90605"/>
                <a:gd name="connsiteY13" fmla="*/ 33547 h 75680"/>
                <a:gd name="connsiteX14" fmla="*/ 67954 w 90605"/>
                <a:gd name="connsiteY14" fmla="*/ 6096 h 75680"/>
                <a:gd name="connsiteX15" fmla="*/ 33577 w 90605"/>
                <a:gd name="connsiteY15" fmla="*/ 1563 h 75680"/>
                <a:gd name="connsiteX16" fmla="*/ 6100 w 90605"/>
                <a:gd name="connsiteY16" fmla="*/ 22630 h 75680"/>
                <a:gd name="connsiteX17" fmla="*/ 157 w 90605"/>
                <a:gd name="connsiteY17" fmla="*/ 49060 h 7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605" h="75680">
                  <a:moveTo>
                    <a:pt x="157" y="49060"/>
                  </a:moveTo>
                  <a:cubicBezTo>
                    <a:pt x="477" y="52571"/>
                    <a:pt x="3480" y="55252"/>
                    <a:pt x="7059" y="54869"/>
                  </a:cubicBezTo>
                  <a:cubicBezTo>
                    <a:pt x="10573" y="54550"/>
                    <a:pt x="13193" y="51486"/>
                    <a:pt x="12873" y="47975"/>
                  </a:cubicBezTo>
                  <a:cubicBezTo>
                    <a:pt x="12298" y="41335"/>
                    <a:pt x="13768" y="34760"/>
                    <a:pt x="17091" y="29014"/>
                  </a:cubicBezTo>
                  <a:cubicBezTo>
                    <a:pt x="21436" y="21481"/>
                    <a:pt x="28465" y="16119"/>
                    <a:pt x="36835" y="13884"/>
                  </a:cubicBezTo>
                  <a:cubicBezTo>
                    <a:pt x="45206" y="11650"/>
                    <a:pt x="53960" y="12799"/>
                    <a:pt x="61501" y="17140"/>
                  </a:cubicBezTo>
                  <a:cubicBezTo>
                    <a:pt x="69041" y="21481"/>
                    <a:pt x="74408" y="28503"/>
                    <a:pt x="76645" y="36866"/>
                  </a:cubicBezTo>
                  <a:cubicBezTo>
                    <a:pt x="78881" y="45229"/>
                    <a:pt x="77731" y="53975"/>
                    <a:pt x="73386" y="61509"/>
                  </a:cubicBezTo>
                  <a:cubicBezTo>
                    <a:pt x="72619" y="62849"/>
                    <a:pt x="71725" y="64190"/>
                    <a:pt x="70766" y="65403"/>
                  </a:cubicBezTo>
                  <a:cubicBezTo>
                    <a:pt x="68594" y="68148"/>
                    <a:pt x="69041" y="72170"/>
                    <a:pt x="71853" y="74340"/>
                  </a:cubicBezTo>
                  <a:cubicBezTo>
                    <a:pt x="73003" y="75234"/>
                    <a:pt x="74408" y="75681"/>
                    <a:pt x="75814" y="75681"/>
                  </a:cubicBezTo>
                  <a:cubicBezTo>
                    <a:pt x="77731" y="75681"/>
                    <a:pt x="79584" y="74851"/>
                    <a:pt x="80862" y="73255"/>
                  </a:cubicBezTo>
                  <a:cubicBezTo>
                    <a:pt x="82204" y="71595"/>
                    <a:pt x="83418" y="69808"/>
                    <a:pt x="84505" y="67893"/>
                  </a:cubicBezTo>
                  <a:cubicBezTo>
                    <a:pt x="90575" y="57423"/>
                    <a:pt x="92173" y="45229"/>
                    <a:pt x="89041" y="33547"/>
                  </a:cubicBezTo>
                  <a:cubicBezTo>
                    <a:pt x="85910" y="21864"/>
                    <a:pt x="78434" y="12097"/>
                    <a:pt x="67954" y="6096"/>
                  </a:cubicBezTo>
                  <a:cubicBezTo>
                    <a:pt x="57475" y="31"/>
                    <a:pt x="45270" y="-1565"/>
                    <a:pt x="33577" y="1563"/>
                  </a:cubicBezTo>
                  <a:cubicBezTo>
                    <a:pt x="21883" y="4691"/>
                    <a:pt x="12106" y="12160"/>
                    <a:pt x="6100" y="22630"/>
                  </a:cubicBezTo>
                  <a:cubicBezTo>
                    <a:pt x="1435" y="30610"/>
                    <a:pt x="-609" y="39803"/>
                    <a:pt x="157" y="49060"/>
                  </a:cubicBezTo>
                  <a:close/>
                </a:path>
              </a:pathLst>
            </a:custGeom>
            <a:solidFill>
              <a:srgbClr val="00A3E0"/>
            </a:solidFill>
            <a:ln w="6390" cap="flat">
              <a:noFill/>
              <a:prstDash val="solid"/>
              <a:miter/>
            </a:ln>
          </p:spPr>
          <p:txBody>
            <a:bodyPr rtlCol="0" anchor="ctr"/>
            <a:lstStyle/>
            <a:p>
              <a:endParaRPr lang="en-US"/>
            </a:p>
          </p:txBody>
        </p:sp>
        <p:sp>
          <p:nvSpPr>
            <p:cNvPr id="951" name="Freeform 950">
              <a:extLst>
                <a:ext uri="{FF2B5EF4-FFF2-40B4-BE49-F238E27FC236}">
                  <a16:creationId xmlns:a16="http://schemas.microsoft.com/office/drawing/2014/main" id="{5D1F606B-EA55-954C-8DC4-57D06C01E77F}"/>
                </a:ext>
              </a:extLst>
            </p:cNvPr>
            <p:cNvSpPr/>
            <p:nvPr/>
          </p:nvSpPr>
          <p:spPr>
            <a:xfrm>
              <a:off x="5821191" y="4440819"/>
              <a:ext cx="83954" cy="85203"/>
            </a:xfrm>
            <a:custGeom>
              <a:avLst/>
              <a:gdLst>
                <a:gd name="connsiteX0" fmla="*/ 28988 w 83954"/>
                <a:gd name="connsiteY0" fmla="*/ 73393 h 85203"/>
                <a:gd name="connsiteX1" fmla="*/ 17102 w 83954"/>
                <a:gd name="connsiteY1" fmla="*/ 29024 h 85203"/>
                <a:gd name="connsiteX2" fmla="*/ 61512 w 83954"/>
                <a:gd name="connsiteY2" fmla="*/ 17150 h 85203"/>
                <a:gd name="connsiteX3" fmla="*/ 72247 w 83954"/>
                <a:gd name="connsiteY3" fmla="*/ 27109 h 85203"/>
                <a:gd name="connsiteX4" fmla="*/ 81130 w 83954"/>
                <a:gd name="connsiteY4" fmla="*/ 28833 h 85203"/>
                <a:gd name="connsiteX5" fmla="*/ 82855 w 83954"/>
                <a:gd name="connsiteY5" fmla="*/ 19959 h 85203"/>
                <a:gd name="connsiteX6" fmla="*/ 67902 w 83954"/>
                <a:gd name="connsiteY6" fmla="*/ 6042 h 85203"/>
                <a:gd name="connsiteX7" fmla="*/ 6048 w 83954"/>
                <a:gd name="connsiteY7" fmla="*/ 22577 h 85203"/>
                <a:gd name="connsiteX8" fmla="*/ 22598 w 83954"/>
                <a:gd name="connsiteY8" fmla="*/ 84374 h 85203"/>
                <a:gd name="connsiteX9" fmla="*/ 25793 w 83954"/>
                <a:gd name="connsiteY9" fmla="*/ 85204 h 85203"/>
                <a:gd name="connsiteX10" fmla="*/ 31352 w 83954"/>
                <a:gd name="connsiteY10" fmla="*/ 82012 h 85203"/>
                <a:gd name="connsiteX11" fmla="*/ 28988 w 83954"/>
                <a:gd name="connsiteY11" fmla="*/ 73393 h 85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3954" h="85203">
                  <a:moveTo>
                    <a:pt x="28988" y="73393"/>
                  </a:moveTo>
                  <a:cubicBezTo>
                    <a:pt x="13460" y="64456"/>
                    <a:pt x="8093" y="44537"/>
                    <a:pt x="17102" y="29024"/>
                  </a:cubicBezTo>
                  <a:cubicBezTo>
                    <a:pt x="26048" y="13511"/>
                    <a:pt x="45985" y="8149"/>
                    <a:pt x="61512" y="17150"/>
                  </a:cubicBezTo>
                  <a:cubicBezTo>
                    <a:pt x="65858" y="19640"/>
                    <a:pt x="69500" y="23023"/>
                    <a:pt x="72247" y="27109"/>
                  </a:cubicBezTo>
                  <a:cubicBezTo>
                    <a:pt x="74228" y="30046"/>
                    <a:pt x="78190" y="30812"/>
                    <a:pt x="81130" y="28833"/>
                  </a:cubicBezTo>
                  <a:cubicBezTo>
                    <a:pt x="84069" y="26854"/>
                    <a:pt x="84836" y="22896"/>
                    <a:pt x="82855" y="19959"/>
                  </a:cubicBezTo>
                  <a:cubicBezTo>
                    <a:pt x="79021" y="14213"/>
                    <a:pt x="73973" y="9553"/>
                    <a:pt x="67902" y="6042"/>
                  </a:cubicBezTo>
                  <a:cubicBezTo>
                    <a:pt x="46240" y="-6407"/>
                    <a:pt x="18508" y="999"/>
                    <a:pt x="6048" y="22577"/>
                  </a:cubicBezTo>
                  <a:cubicBezTo>
                    <a:pt x="-6413" y="44154"/>
                    <a:pt x="1000" y="71925"/>
                    <a:pt x="22598" y="84374"/>
                  </a:cubicBezTo>
                  <a:cubicBezTo>
                    <a:pt x="23620" y="84948"/>
                    <a:pt x="24706" y="85204"/>
                    <a:pt x="25793" y="85204"/>
                  </a:cubicBezTo>
                  <a:cubicBezTo>
                    <a:pt x="28029" y="85204"/>
                    <a:pt x="30138" y="84054"/>
                    <a:pt x="31352" y="82012"/>
                  </a:cubicBezTo>
                  <a:cubicBezTo>
                    <a:pt x="33077" y="79011"/>
                    <a:pt x="32055" y="75117"/>
                    <a:pt x="28988" y="73393"/>
                  </a:cubicBezTo>
                  <a:close/>
                </a:path>
              </a:pathLst>
            </a:custGeom>
            <a:solidFill>
              <a:srgbClr val="00A3E0"/>
            </a:solidFill>
            <a:ln w="6390" cap="flat">
              <a:noFill/>
              <a:prstDash val="solid"/>
              <a:miter/>
            </a:ln>
          </p:spPr>
          <p:txBody>
            <a:bodyPr rtlCol="0" anchor="ctr"/>
            <a:lstStyle/>
            <a:p>
              <a:endParaRPr lang="en-US"/>
            </a:p>
          </p:txBody>
        </p:sp>
        <p:sp>
          <p:nvSpPr>
            <p:cNvPr id="952" name="Freeform 951">
              <a:extLst>
                <a:ext uri="{FF2B5EF4-FFF2-40B4-BE49-F238E27FC236}">
                  <a16:creationId xmlns:a16="http://schemas.microsoft.com/office/drawing/2014/main" id="{B34E546A-6559-C34D-8361-C5CD57F64638}"/>
                </a:ext>
              </a:extLst>
            </p:cNvPr>
            <p:cNvSpPr/>
            <p:nvPr/>
          </p:nvSpPr>
          <p:spPr>
            <a:xfrm>
              <a:off x="5777691" y="4520213"/>
              <a:ext cx="42161" cy="66520"/>
            </a:xfrm>
            <a:custGeom>
              <a:avLst/>
              <a:gdLst>
                <a:gd name="connsiteX0" fmla="*/ 36704 w 42161"/>
                <a:gd name="connsiteY0" fmla="*/ 4852 h 66520"/>
                <a:gd name="connsiteX1" fmla="*/ 36449 w 42161"/>
                <a:gd name="connsiteY1" fmla="*/ 4277 h 66520"/>
                <a:gd name="connsiteX2" fmla="*/ 35937 w 42161"/>
                <a:gd name="connsiteY2" fmla="*/ 3128 h 66520"/>
                <a:gd name="connsiteX3" fmla="*/ 35171 w 42161"/>
                <a:gd name="connsiteY3" fmla="*/ 2107 h 66520"/>
                <a:gd name="connsiteX4" fmla="*/ 34723 w 42161"/>
                <a:gd name="connsiteY4" fmla="*/ 1532 h 66520"/>
                <a:gd name="connsiteX5" fmla="*/ 34276 w 42161"/>
                <a:gd name="connsiteY5" fmla="*/ 1277 h 66520"/>
                <a:gd name="connsiteX6" fmla="*/ 33893 w 42161"/>
                <a:gd name="connsiteY6" fmla="*/ 894 h 66520"/>
                <a:gd name="connsiteX7" fmla="*/ 33190 w 42161"/>
                <a:gd name="connsiteY7" fmla="*/ 639 h 66520"/>
                <a:gd name="connsiteX8" fmla="*/ 32040 w 42161"/>
                <a:gd name="connsiteY8" fmla="*/ 192 h 66520"/>
                <a:gd name="connsiteX9" fmla="*/ 30826 w 42161"/>
                <a:gd name="connsiteY9" fmla="*/ 0 h 66520"/>
                <a:gd name="connsiteX10" fmla="*/ 29547 w 42161"/>
                <a:gd name="connsiteY10" fmla="*/ 64 h 66520"/>
                <a:gd name="connsiteX11" fmla="*/ 29036 w 42161"/>
                <a:gd name="connsiteY11" fmla="*/ 64 h 66520"/>
                <a:gd name="connsiteX12" fmla="*/ 5010 w 42161"/>
                <a:gd name="connsiteY12" fmla="*/ 5427 h 66520"/>
                <a:gd name="connsiteX13" fmla="*/ 154 w 42161"/>
                <a:gd name="connsiteY13" fmla="*/ 13023 h 66520"/>
                <a:gd name="connsiteX14" fmla="*/ 7758 w 42161"/>
                <a:gd name="connsiteY14" fmla="*/ 17875 h 66520"/>
                <a:gd name="connsiteX15" fmla="*/ 15681 w 42161"/>
                <a:gd name="connsiteY15" fmla="*/ 16088 h 66520"/>
                <a:gd name="connsiteX16" fmla="*/ 10761 w 42161"/>
                <a:gd name="connsiteY16" fmla="*/ 61733 h 66520"/>
                <a:gd name="connsiteX17" fmla="*/ 16959 w 42161"/>
                <a:gd name="connsiteY17" fmla="*/ 66521 h 66520"/>
                <a:gd name="connsiteX18" fmla="*/ 18557 w 42161"/>
                <a:gd name="connsiteY18" fmla="*/ 66330 h 66520"/>
                <a:gd name="connsiteX19" fmla="*/ 23094 w 42161"/>
                <a:gd name="connsiteY19" fmla="*/ 58541 h 66520"/>
                <a:gd name="connsiteX20" fmla="*/ 27183 w 42161"/>
                <a:gd name="connsiteY20" fmla="*/ 21450 h 66520"/>
                <a:gd name="connsiteX21" fmla="*/ 29484 w 42161"/>
                <a:gd name="connsiteY21" fmla="*/ 31665 h 66520"/>
                <a:gd name="connsiteX22" fmla="*/ 35746 w 42161"/>
                <a:gd name="connsiteY22" fmla="*/ 36644 h 66520"/>
                <a:gd name="connsiteX23" fmla="*/ 37152 w 42161"/>
                <a:gd name="connsiteY23" fmla="*/ 36517 h 66520"/>
                <a:gd name="connsiteX24" fmla="*/ 42008 w 42161"/>
                <a:gd name="connsiteY24" fmla="*/ 28920 h 66520"/>
                <a:gd name="connsiteX25" fmla="*/ 36704 w 42161"/>
                <a:gd name="connsiteY25" fmla="*/ 4852 h 6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2161" h="66520">
                  <a:moveTo>
                    <a:pt x="36704" y="4852"/>
                  </a:moveTo>
                  <a:cubicBezTo>
                    <a:pt x="36640" y="4660"/>
                    <a:pt x="36513" y="4469"/>
                    <a:pt x="36449" y="4277"/>
                  </a:cubicBezTo>
                  <a:cubicBezTo>
                    <a:pt x="36321" y="3894"/>
                    <a:pt x="36129" y="3511"/>
                    <a:pt x="35937" y="3128"/>
                  </a:cubicBezTo>
                  <a:cubicBezTo>
                    <a:pt x="35746" y="2745"/>
                    <a:pt x="35490" y="2426"/>
                    <a:pt x="35171" y="2107"/>
                  </a:cubicBezTo>
                  <a:cubicBezTo>
                    <a:pt x="34979" y="1915"/>
                    <a:pt x="34915" y="1724"/>
                    <a:pt x="34723" y="1532"/>
                  </a:cubicBezTo>
                  <a:cubicBezTo>
                    <a:pt x="34595" y="1405"/>
                    <a:pt x="34404" y="1341"/>
                    <a:pt x="34276" y="1277"/>
                  </a:cubicBezTo>
                  <a:cubicBezTo>
                    <a:pt x="34148" y="1149"/>
                    <a:pt x="34021" y="1022"/>
                    <a:pt x="33893" y="894"/>
                  </a:cubicBezTo>
                  <a:cubicBezTo>
                    <a:pt x="33701" y="766"/>
                    <a:pt x="33445" y="766"/>
                    <a:pt x="33190" y="639"/>
                  </a:cubicBezTo>
                  <a:cubicBezTo>
                    <a:pt x="32806" y="447"/>
                    <a:pt x="32423" y="319"/>
                    <a:pt x="32040" y="192"/>
                  </a:cubicBezTo>
                  <a:cubicBezTo>
                    <a:pt x="31656" y="64"/>
                    <a:pt x="31273" y="64"/>
                    <a:pt x="30826" y="0"/>
                  </a:cubicBezTo>
                  <a:cubicBezTo>
                    <a:pt x="30378" y="0"/>
                    <a:pt x="29995" y="0"/>
                    <a:pt x="29547" y="64"/>
                  </a:cubicBezTo>
                  <a:cubicBezTo>
                    <a:pt x="29356" y="64"/>
                    <a:pt x="29164" y="64"/>
                    <a:pt x="29036" y="64"/>
                  </a:cubicBezTo>
                  <a:lnTo>
                    <a:pt x="5010" y="5427"/>
                  </a:lnTo>
                  <a:cubicBezTo>
                    <a:pt x="1560" y="6193"/>
                    <a:pt x="-613" y="9576"/>
                    <a:pt x="154" y="13023"/>
                  </a:cubicBezTo>
                  <a:cubicBezTo>
                    <a:pt x="921" y="16471"/>
                    <a:pt x="4371" y="18641"/>
                    <a:pt x="7758" y="17875"/>
                  </a:cubicBezTo>
                  <a:lnTo>
                    <a:pt x="15681" y="16088"/>
                  </a:lnTo>
                  <a:cubicBezTo>
                    <a:pt x="8269" y="30005"/>
                    <a:pt x="6544" y="45518"/>
                    <a:pt x="10761" y="61733"/>
                  </a:cubicBezTo>
                  <a:cubicBezTo>
                    <a:pt x="11528" y="64606"/>
                    <a:pt x="14084" y="66521"/>
                    <a:pt x="16959" y="66521"/>
                  </a:cubicBezTo>
                  <a:cubicBezTo>
                    <a:pt x="17470" y="66521"/>
                    <a:pt x="18046" y="66457"/>
                    <a:pt x="18557" y="66330"/>
                  </a:cubicBezTo>
                  <a:cubicBezTo>
                    <a:pt x="21943" y="65436"/>
                    <a:pt x="23988" y="61925"/>
                    <a:pt x="23094" y="58541"/>
                  </a:cubicBezTo>
                  <a:cubicBezTo>
                    <a:pt x="19579" y="45135"/>
                    <a:pt x="20985" y="32686"/>
                    <a:pt x="27183" y="21450"/>
                  </a:cubicBezTo>
                  <a:lnTo>
                    <a:pt x="29484" y="31665"/>
                  </a:lnTo>
                  <a:cubicBezTo>
                    <a:pt x="30123" y="34665"/>
                    <a:pt x="32806" y="36644"/>
                    <a:pt x="35746" y="36644"/>
                  </a:cubicBezTo>
                  <a:cubicBezTo>
                    <a:pt x="36193" y="36644"/>
                    <a:pt x="36704" y="36580"/>
                    <a:pt x="37152" y="36517"/>
                  </a:cubicBezTo>
                  <a:cubicBezTo>
                    <a:pt x="40602" y="35751"/>
                    <a:pt x="42775" y="32367"/>
                    <a:pt x="42008" y="28920"/>
                  </a:cubicBezTo>
                  <a:lnTo>
                    <a:pt x="36704" y="4852"/>
                  </a:lnTo>
                  <a:close/>
                </a:path>
              </a:pathLst>
            </a:custGeom>
            <a:solidFill>
              <a:srgbClr val="00A3E0"/>
            </a:solidFill>
            <a:ln w="6390" cap="flat">
              <a:noFill/>
              <a:prstDash val="solid"/>
              <a:miter/>
            </a:ln>
          </p:spPr>
          <p:txBody>
            <a:bodyPr rtlCol="0" anchor="ctr"/>
            <a:lstStyle/>
            <a:p>
              <a:endParaRPr lang="en-US"/>
            </a:p>
          </p:txBody>
        </p:sp>
        <p:sp>
          <p:nvSpPr>
            <p:cNvPr id="953" name="Freeform 952">
              <a:extLst>
                <a:ext uri="{FF2B5EF4-FFF2-40B4-BE49-F238E27FC236}">
                  <a16:creationId xmlns:a16="http://schemas.microsoft.com/office/drawing/2014/main" id="{20B32E9F-022B-B64D-B825-4DE611D4DDE9}"/>
                </a:ext>
              </a:extLst>
            </p:cNvPr>
            <p:cNvSpPr/>
            <p:nvPr/>
          </p:nvSpPr>
          <p:spPr>
            <a:xfrm>
              <a:off x="5845112" y="4361098"/>
              <a:ext cx="66502" cy="42032"/>
            </a:xfrm>
            <a:custGeom>
              <a:avLst/>
              <a:gdLst>
                <a:gd name="connsiteX0" fmla="*/ 7878 w 66502"/>
                <a:gd name="connsiteY0" fmla="*/ 23072 h 42032"/>
                <a:gd name="connsiteX1" fmla="*/ 45004 w 66502"/>
                <a:gd name="connsiteY1" fmla="*/ 27158 h 42032"/>
                <a:gd name="connsiteX2" fmla="*/ 34780 w 66502"/>
                <a:gd name="connsiteY2" fmla="*/ 29456 h 42032"/>
                <a:gd name="connsiteX3" fmla="*/ 29923 w 66502"/>
                <a:gd name="connsiteY3" fmla="*/ 37053 h 42032"/>
                <a:gd name="connsiteX4" fmla="*/ 36186 w 66502"/>
                <a:gd name="connsiteY4" fmla="*/ 42033 h 42032"/>
                <a:gd name="connsiteX5" fmla="*/ 37591 w 66502"/>
                <a:gd name="connsiteY5" fmla="*/ 41905 h 42032"/>
                <a:gd name="connsiteX6" fmla="*/ 61617 w 66502"/>
                <a:gd name="connsiteY6" fmla="*/ 36542 h 42032"/>
                <a:gd name="connsiteX7" fmla="*/ 62192 w 66502"/>
                <a:gd name="connsiteY7" fmla="*/ 36287 h 42032"/>
                <a:gd name="connsiteX8" fmla="*/ 63279 w 66502"/>
                <a:gd name="connsiteY8" fmla="*/ 35776 h 42032"/>
                <a:gd name="connsiteX9" fmla="*/ 64429 w 66502"/>
                <a:gd name="connsiteY9" fmla="*/ 34946 h 42032"/>
                <a:gd name="connsiteX10" fmla="*/ 64940 w 66502"/>
                <a:gd name="connsiteY10" fmla="*/ 34563 h 42032"/>
                <a:gd name="connsiteX11" fmla="*/ 65196 w 66502"/>
                <a:gd name="connsiteY11" fmla="*/ 34116 h 42032"/>
                <a:gd name="connsiteX12" fmla="*/ 65835 w 66502"/>
                <a:gd name="connsiteY12" fmla="*/ 33031 h 42032"/>
                <a:gd name="connsiteX13" fmla="*/ 66282 w 66502"/>
                <a:gd name="connsiteY13" fmla="*/ 31946 h 42032"/>
                <a:gd name="connsiteX14" fmla="*/ 66474 w 66502"/>
                <a:gd name="connsiteY14" fmla="*/ 30797 h 42032"/>
                <a:gd name="connsiteX15" fmla="*/ 66474 w 66502"/>
                <a:gd name="connsiteY15" fmla="*/ 29520 h 42032"/>
                <a:gd name="connsiteX16" fmla="*/ 66474 w 66502"/>
                <a:gd name="connsiteY16" fmla="*/ 29009 h 42032"/>
                <a:gd name="connsiteX17" fmla="*/ 61106 w 66502"/>
                <a:gd name="connsiteY17" fmla="*/ 5005 h 42032"/>
                <a:gd name="connsiteX18" fmla="*/ 53502 w 66502"/>
                <a:gd name="connsiteY18" fmla="*/ 154 h 42032"/>
                <a:gd name="connsiteX19" fmla="*/ 48646 w 66502"/>
                <a:gd name="connsiteY19" fmla="*/ 7750 h 42032"/>
                <a:gd name="connsiteX20" fmla="*/ 50435 w 66502"/>
                <a:gd name="connsiteY20" fmla="*/ 15667 h 42032"/>
                <a:gd name="connsiteX21" fmla="*/ 4747 w 66502"/>
                <a:gd name="connsiteY21" fmla="*/ 10751 h 42032"/>
                <a:gd name="connsiteX22" fmla="*/ 210 w 66502"/>
                <a:gd name="connsiteY22" fmla="*/ 18539 h 42032"/>
                <a:gd name="connsiteX23" fmla="*/ 7878 w 66502"/>
                <a:gd name="connsiteY23" fmla="*/ 23072 h 4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6502" h="42032">
                  <a:moveTo>
                    <a:pt x="7878" y="23072"/>
                  </a:moveTo>
                  <a:cubicBezTo>
                    <a:pt x="21297" y="19561"/>
                    <a:pt x="33757" y="20965"/>
                    <a:pt x="45004" y="27158"/>
                  </a:cubicBezTo>
                  <a:lnTo>
                    <a:pt x="34780" y="29456"/>
                  </a:lnTo>
                  <a:cubicBezTo>
                    <a:pt x="31329" y="30222"/>
                    <a:pt x="29156" y="33606"/>
                    <a:pt x="29923" y="37053"/>
                  </a:cubicBezTo>
                  <a:cubicBezTo>
                    <a:pt x="30562" y="40054"/>
                    <a:pt x="33246" y="42033"/>
                    <a:pt x="36186" y="42033"/>
                  </a:cubicBezTo>
                  <a:cubicBezTo>
                    <a:pt x="36633" y="42033"/>
                    <a:pt x="37144" y="41969"/>
                    <a:pt x="37591" y="41905"/>
                  </a:cubicBezTo>
                  <a:lnTo>
                    <a:pt x="61617" y="36542"/>
                  </a:lnTo>
                  <a:cubicBezTo>
                    <a:pt x="61809" y="36478"/>
                    <a:pt x="62001" y="36351"/>
                    <a:pt x="62192" y="36287"/>
                  </a:cubicBezTo>
                  <a:cubicBezTo>
                    <a:pt x="62576" y="36159"/>
                    <a:pt x="62959" y="35968"/>
                    <a:pt x="63279" y="35776"/>
                  </a:cubicBezTo>
                  <a:cubicBezTo>
                    <a:pt x="63726" y="35521"/>
                    <a:pt x="64110" y="35266"/>
                    <a:pt x="64429" y="34946"/>
                  </a:cubicBezTo>
                  <a:cubicBezTo>
                    <a:pt x="64557" y="34819"/>
                    <a:pt x="64812" y="34755"/>
                    <a:pt x="64940" y="34563"/>
                  </a:cubicBezTo>
                  <a:cubicBezTo>
                    <a:pt x="65068" y="34436"/>
                    <a:pt x="65132" y="34244"/>
                    <a:pt x="65196" y="34116"/>
                  </a:cubicBezTo>
                  <a:cubicBezTo>
                    <a:pt x="65451" y="33797"/>
                    <a:pt x="65643" y="33414"/>
                    <a:pt x="65835" y="33031"/>
                  </a:cubicBezTo>
                  <a:cubicBezTo>
                    <a:pt x="66027" y="32648"/>
                    <a:pt x="66154" y="32329"/>
                    <a:pt x="66282" y="31946"/>
                  </a:cubicBezTo>
                  <a:cubicBezTo>
                    <a:pt x="66410" y="31563"/>
                    <a:pt x="66410" y="31180"/>
                    <a:pt x="66474" y="30797"/>
                  </a:cubicBezTo>
                  <a:cubicBezTo>
                    <a:pt x="66474" y="30350"/>
                    <a:pt x="66538" y="29903"/>
                    <a:pt x="66474" y="29520"/>
                  </a:cubicBezTo>
                  <a:cubicBezTo>
                    <a:pt x="66474" y="29328"/>
                    <a:pt x="66474" y="29201"/>
                    <a:pt x="66474" y="29009"/>
                  </a:cubicBezTo>
                  <a:lnTo>
                    <a:pt x="61106" y="5005"/>
                  </a:lnTo>
                  <a:cubicBezTo>
                    <a:pt x="60339" y="1558"/>
                    <a:pt x="56889" y="-613"/>
                    <a:pt x="53502" y="154"/>
                  </a:cubicBezTo>
                  <a:cubicBezTo>
                    <a:pt x="50052" y="920"/>
                    <a:pt x="47879" y="4303"/>
                    <a:pt x="48646" y="7750"/>
                  </a:cubicBezTo>
                  <a:lnTo>
                    <a:pt x="50435" y="15667"/>
                  </a:lnTo>
                  <a:cubicBezTo>
                    <a:pt x="36505" y="8261"/>
                    <a:pt x="20978" y="6538"/>
                    <a:pt x="4747" y="10751"/>
                  </a:cubicBezTo>
                  <a:cubicBezTo>
                    <a:pt x="1360" y="11645"/>
                    <a:pt x="-684" y="15156"/>
                    <a:pt x="210" y="18539"/>
                  </a:cubicBezTo>
                  <a:cubicBezTo>
                    <a:pt x="977" y="21923"/>
                    <a:pt x="4491" y="23902"/>
                    <a:pt x="7878" y="23072"/>
                  </a:cubicBezTo>
                  <a:close/>
                </a:path>
              </a:pathLst>
            </a:custGeom>
            <a:solidFill>
              <a:srgbClr val="00A3E0"/>
            </a:solidFill>
            <a:ln w="6390" cap="flat">
              <a:noFill/>
              <a:prstDash val="solid"/>
              <a:miter/>
            </a:ln>
          </p:spPr>
          <p:txBody>
            <a:bodyPr rtlCol="0" anchor="ctr"/>
            <a:lstStyle/>
            <a:p>
              <a:endParaRPr lang="en-US"/>
            </a:p>
          </p:txBody>
        </p:sp>
      </p:grpSp>
      <p:grpSp>
        <p:nvGrpSpPr>
          <p:cNvPr id="954" name="Graphic 4">
            <a:extLst>
              <a:ext uri="{FF2B5EF4-FFF2-40B4-BE49-F238E27FC236}">
                <a16:creationId xmlns:a16="http://schemas.microsoft.com/office/drawing/2014/main" id="{E33C281F-4E84-7A40-BC6F-8F57FAF9E249}"/>
              </a:ext>
            </a:extLst>
          </p:cNvPr>
          <p:cNvGrpSpPr/>
          <p:nvPr/>
        </p:nvGrpSpPr>
        <p:grpSpPr>
          <a:xfrm>
            <a:off x="6754355" y="3824168"/>
            <a:ext cx="362309" cy="361971"/>
            <a:chOff x="6754355" y="3824168"/>
            <a:chExt cx="362309" cy="361971"/>
          </a:xfrm>
          <a:solidFill>
            <a:srgbClr val="00A3E0"/>
          </a:solidFill>
        </p:grpSpPr>
        <p:sp>
          <p:nvSpPr>
            <p:cNvPr id="955" name="Freeform 954">
              <a:extLst>
                <a:ext uri="{FF2B5EF4-FFF2-40B4-BE49-F238E27FC236}">
                  <a16:creationId xmlns:a16="http://schemas.microsoft.com/office/drawing/2014/main" id="{A8EE0DFF-8E82-964E-B1A3-043E5DE09702}"/>
                </a:ext>
              </a:extLst>
            </p:cNvPr>
            <p:cNvSpPr/>
            <p:nvPr/>
          </p:nvSpPr>
          <p:spPr>
            <a:xfrm>
              <a:off x="6754355" y="3824168"/>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09 w 362309"/>
                <a:gd name="connsiteY3" fmla="*/ 180986 h 361971"/>
                <a:gd name="connsiteX4" fmla="*/ 181155 w 362309"/>
                <a:gd name="connsiteY4" fmla="*/ 0 h 361971"/>
                <a:gd name="connsiteX5" fmla="*/ 181155 w 362309"/>
                <a:gd name="connsiteY5" fmla="*/ 349204 h 361971"/>
                <a:gd name="connsiteX6" fmla="*/ 12780 w 362309"/>
                <a:gd name="connsiteY6" fmla="*/ 180986 h 361971"/>
                <a:gd name="connsiteX7" fmla="*/ 181155 w 362309"/>
                <a:gd name="connsiteY7" fmla="*/ 12768 h 361971"/>
                <a:gd name="connsiteX8" fmla="*/ 349529 w 362309"/>
                <a:gd name="connsiteY8" fmla="*/ 180986 h 361971"/>
                <a:gd name="connsiteX9" fmla="*/ 181155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1"/>
                    <a:pt x="181155" y="361971"/>
                  </a:cubicBezTo>
                  <a:cubicBezTo>
                    <a:pt x="281221" y="361971"/>
                    <a:pt x="362309" y="280959"/>
                    <a:pt x="362309" y="180986"/>
                  </a:cubicBezTo>
                  <a:cubicBezTo>
                    <a:pt x="362309" y="81013"/>
                    <a:pt x="281157" y="0"/>
                    <a:pt x="181155" y="0"/>
                  </a:cubicBezTo>
                  <a:close/>
                  <a:moveTo>
                    <a:pt x="181155" y="349204"/>
                  </a:moveTo>
                  <a:cubicBezTo>
                    <a:pt x="88309" y="349204"/>
                    <a:pt x="12780" y="273745"/>
                    <a:pt x="12780" y="180986"/>
                  </a:cubicBezTo>
                  <a:cubicBezTo>
                    <a:pt x="12780" y="88226"/>
                    <a:pt x="88309" y="12768"/>
                    <a:pt x="181155" y="12768"/>
                  </a:cubicBezTo>
                  <a:cubicBezTo>
                    <a:pt x="274001" y="12768"/>
                    <a:pt x="349529" y="88226"/>
                    <a:pt x="349529" y="180986"/>
                  </a:cubicBezTo>
                  <a:cubicBezTo>
                    <a:pt x="349529" y="273745"/>
                    <a:pt x="274001" y="349204"/>
                    <a:pt x="181155" y="349204"/>
                  </a:cubicBezTo>
                  <a:close/>
                </a:path>
              </a:pathLst>
            </a:custGeom>
            <a:solidFill>
              <a:srgbClr val="00A3E0"/>
            </a:solidFill>
            <a:ln w="6390" cap="flat">
              <a:noFill/>
              <a:prstDash val="solid"/>
              <a:miter/>
            </a:ln>
          </p:spPr>
          <p:txBody>
            <a:bodyPr rtlCol="0" anchor="ctr"/>
            <a:lstStyle/>
            <a:p>
              <a:endParaRPr lang="en-US"/>
            </a:p>
          </p:txBody>
        </p:sp>
        <p:sp>
          <p:nvSpPr>
            <p:cNvPr id="956" name="Freeform 955">
              <a:extLst>
                <a:ext uri="{FF2B5EF4-FFF2-40B4-BE49-F238E27FC236}">
                  <a16:creationId xmlns:a16="http://schemas.microsoft.com/office/drawing/2014/main" id="{32EAB4F4-8803-DD44-9A00-6F3FBABD6D4E}"/>
                </a:ext>
              </a:extLst>
            </p:cNvPr>
            <p:cNvSpPr/>
            <p:nvPr/>
          </p:nvSpPr>
          <p:spPr>
            <a:xfrm>
              <a:off x="6929183" y="3880330"/>
              <a:ext cx="91759" cy="52237"/>
            </a:xfrm>
            <a:custGeom>
              <a:avLst/>
              <a:gdLst>
                <a:gd name="connsiteX0" fmla="*/ 6326 w 91759"/>
                <a:gd name="connsiteY0" fmla="*/ 32574 h 52237"/>
                <a:gd name="connsiteX1" fmla="*/ 69842 w 91759"/>
                <a:gd name="connsiteY1" fmla="*/ 32574 h 52237"/>
                <a:gd name="connsiteX2" fmla="*/ 61023 w 91759"/>
                <a:gd name="connsiteY2" fmla="*/ 41384 h 52237"/>
                <a:gd name="connsiteX3" fmla="*/ 61023 w 91759"/>
                <a:gd name="connsiteY3" fmla="*/ 50386 h 52237"/>
                <a:gd name="connsiteX4" fmla="*/ 65561 w 91759"/>
                <a:gd name="connsiteY4" fmla="*/ 52237 h 52237"/>
                <a:gd name="connsiteX5" fmla="*/ 70097 w 91759"/>
                <a:gd name="connsiteY5" fmla="*/ 50386 h 52237"/>
                <a:gd name="connsiteX6" fmla="*/ 89842 w 91759"/>
                <a:gd name="connsiteY6" fmla="*/ 30659 h 52237"/>
                <a:gd name="connsiteX7" fmla="*/ 91248 w 91759"/>
                <a:gd name="connsiteY7" fmla="*/ 28616 h 52237"/>
                <a:gd name="connsiteX8" fmla="*/ 91759 w 91759"/>
                <a:gd name="connsiteY8" fmla="*/ 26126 h 52237"/>
                <a:gd name="connsiteX9" fmla="*/ 91248 w 91759"/>
                <a:gd name="connsiteY9" fmla="*/ 23637 h 52237"/>
                <a:gd name="connsiteX10" fmla="*/ 89842 w 91759"/>
                <a:gd name="connsiteY10" fmla="*/ 21594 h 52237"/>
                <a:gd name="connsiteX11" fmla="*/ 70097 w 91759"/>
                <a:gd name="connsiteY11" fmla="*/ 1867 h 52237"/>
                <a:gd name="connsiteX12" fmla="*/ 61087 w 91759"/>
                <a:gd name="connsiteY12" fmla="*/ 1867 h 52237"/>
                <a:gd name="connsiteX13" fmla="*/ 61087 w 91759"/>
                <a:gd name="connsiteY13" fmla="*/ 10869 h 52237"/>
                <a:gd name="connsiteX14" fmla="*/ 69906 w 91759"/>
                <a:gd name="connsiteY14" fmla="*/ 19679 h 52237"/>
                <a:gd name="connsiteX15" fmla="*/ 6390 w 91759"/>
                <a:gd name="connsiteY15" fmla="*/ 19679 h 52237"/>
                <a:gd name="connsiteX16" fmla="*/ 0 w 91759"/>
                <a:gd name="connsiteY16" fmla="*/ 26063 h 52237"/>
                <a:gd name="connsiteX17" fmla="*/ 6326 w 91759"/>
                <a:gd name="connsiteY17" fmla="*/ 32574 h 52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1759" h="52237">
                  <a:moveTo>
                    <a:pt x="6326" y="32574"/>
                  </a:moveTo>
                  <a:lnTo>
                    <a:pt x="69842" y="32574"/>
                  </a:lnTo>
                  <a:lnTo>
                    <a:pt x="61023" y="41384"/>
                  </a:lnTo>
                  <a:cubicBezTo>
                    <a:pt x="58532" y="43874"/>
                    <a:pt x="58532" y="47896"/>
                    <a:pt x="61023" y="50386"/>
                  </a:cubicBezTo>
                  <a:cubicBezTo>
                    <a:pt x="62302" y="51662"/>
                    <a:pt x="63899" y="52237"/>
                    <a:pt x="65561" y="52237"/>
                  </a:cubicBezTo>
                  <a:cubicBezTo>
                    <a:pt x="67222" y="52237"/>
                    <a:pt x="68820" y="51599"/>
                    <a:pt x="70097" y="50386"/>
                  </a:cubicBezTo>
                  <a:lnTo>
                    <a:pt x="89842" y="30659"/>
                  </a:lnTo>
                  <a:cubicBezTo>
                    <a:pt x="90418" y="30084"/>
                    <a:pt x="90929" y="29382"/>
                    <a:pt x="91248" y="28616"/>
                  </a:cubicBezTo>
                  <a:cubicBezTo>
                    <a:pt x="91568" y="27850"/>
                    <a:pt x="91759" y="27020"/>
                    <a:pt x="91759" y="26126"/>
                  </a:cubicBezTo>
                  <a:cubicBezTo>
                    <a:pt x="91759" y="25233"/>
                    <a:pt x="91568" y="24467"/>
                    <a:pt x="91248" y="23637"/>
                  </a:cubicBezTo>
                  <a:cubicBezTo>
                    <a:pt x="90929" y="22871"/>
                    <a:pt x="90482" y="22168"/>
                    <a:pt x="89842" y="21594"/>
                  </a:cubicBezTo>
                  <a:lnTo>
                    <a:pt x="70097" y="1867"/>
                  </a:lnTo>
                  <a:cubicBezTo>
                    <a:pt x="67605" y="-622"/>
                    <a:pt x="63580" y="-622"/>
                    <a:pt x="61087" y="1867"/>
                  </a:cubicBezTo>
                  <a:cubicBezTo>
                    <a:pt x="58596" y="4357"/>
                    <a:pt x="58596" y="8379"/>
                    <a:pt x="61087" y="10869"/>
                  </a:cubicBezTo>
                  <a:lnTo>
                    <a:pt x="69906" y="19679"/>
                  </a:lnTo>
                  <a:lnTo>
                    <a:pt x="6390" y="19679"/>
                  </a:lnTo>
                  <a:cubicBezTo>
                    <a:pt x="2875" y="19679"/>
                    <a:pt x="0" y="22551"/>
                    <a:pt x="0" y="26063"/>
                  </a:cubicBezTo>
                  <a:cubicBezTo>
                    <a:pt x="0" y="29574"/>
                    <a:pt x="2811" y="32574"/>
                    <a:pt x="6326" y="32574"/>
                  </a:cubicBezTo>
                  <a:close/>
                </a:path>
              </a:pathLst>
            </a:custGeom>
            <a:solidFill>
              <a:srgbClr val="00A3E0"/>
            </a:solidFill>
            <a:ln w="6390" cap="flat">
              <a:noFill/>
              <a:prstDash val="solid"/>
              <a:miter/>
            </a:ln>
          </p:spPr>
          <p:txBody>
            <a:bodyPr rtlCol="0" anchor="ctr"/>
            <a:lstStyle/>
            <a:p>
              <a:endParaRPr lang="en-US"/>
            </a:p>
          </p:txBody>
        </p:sp>
        <p:sp>
          <p:nvSpPr>
            <p:cNvPr id="957" name="Freeform 956">
              <a:extLst>
                <a:ext uri="{FF2B5EF4-FFF2-40B4-BE49-F238E27FC236}">
                  <a16:creationId xmlns:a16="http://schemas.microsoft.com/office/drawing/2014/main" id="{9C458169-855E-914D-8D4E-F7E19D022DC4}"/>
                </a:ext>
              </a:extLst>
            </p:cNvPr>
            <p:cNvSpPr/>
            <p:nvPr/>
          </p:nvSpPr>
          <p:spPr>
            <a:xfrm>
              <a:off x="6853371" y="3929988"/>
              <a:ext cx="193967" cy="199908"/>
            </a:xfrm>
            <a:custGeom>
              <a:avLst/>
              <a:gdLst>
                <a:gd name="connsiteX0" fmla="*/ 178691 w 193967"/>
                <a:gd name="connsiteY0" fmla="*/ 124195 h 199908"/>
                <a:gd name="connsiteX1" fmla="*/ 173323 w 193967"/>
                <a:gd name="connsiteY1" fmla="*/ 102042 h 199908"/>
                <a:gd name="connsiteX2" fmla="*/ 166678 w 193967"/>
                <a:gd name="connsiteY2" fmla="*/ 77081 h 199908"/>
                <a:gd name="connsiteX3" fmla="*/ 137795 w 193967"/>
                <a:gd name="connsiteY3" fmla="*/ 27158 h 199908"/>
                <a:gd name="connsiteX4" fmla="*/ 111086 w 193967"/>
                <a:gd name="connsiteY4" fmla="*/ 20008 h 199908"/>
                <a:gd name="connsiteX5" fmla="*/ 105398 w 193967"/>
                <a:gd name="connsiteY5" fmla="*/ 25052 h 199908"/>
                <a:gd name="connsiteX6" fmla="*/ 81692 w 193967"/>
                <a:gd name="connsiteY6" fmla="*/ 21796 h 199908"/>
                <a:gd name="connsiteX7" fmla="*/ 76005 w 193967"/>
                <a:gd name="connsiteY7" fmla="*/ 26839 h 199908"/>
                <a:gd name="connsiteX8" fmla="*/ 66611 w 193967"/>
                <a:gd name="connsiteY8" fmla="*/ 21540 h 199908"/>
                <a:gd name="connsiteX9" fmla="*/ 52298 w 193967"/>
                <a:gd name="connsiteY9" fmla="*/ 23583 h 199908"/>
                <a:gd name="connsiteX10" fmla="*/ 47058 w 193967"/>
                <a:gd name="connsiteY10" fmla="*/ 28116 h 199908"/>
                <a:gd name="connsiteX11" fmla="*/ 36451 w 193967"/>
                <a:gd name="connsiteY11" fmla="*/ 9730 h 199908"/>
                <a:gd name="connsiteX12" fmla="*/ 24055 w 193967"/>
                <a:gd name="connsiteY12" fmla="*/ 537 h 199908"/>
                <a:gd name="connsiteX13" fmla="*/ 9741 w 193967"/>
                <a:gd name="connsiteY13" fmla="*/ 2580 h 199908"/>
                <a:gd name="connsiteX14" fmla="*/ 667 w 193967"/>
                <a:gd name="connsiteY14" fmla="*/ 14582 h 199908"/>
                <a:gd name="connsiteX15" fmla="*/ 2585 w 193967"/>
                <a:gd name="connsiteY15" fmla="*/ 29265 h 199908"/>
                <a:gd name="connsiteX16" fmla="*/ 52170 w 193967"/>
                <a:gd name="connsiteY16" fmla="*/ 115129 h 199908"/>
                <a:gd name="connsiteX17" fmla="*/ 34023 w 193967"/>
                <a:gd name="connsiteY17" fmla="*/ 113023 h 199908"/>
                <a:gd name="connsiteX18" fmla="*/ 2521 w 193967"/>
                <a:gd name="connsiteY18" fmla="*/ 135047 h 199908"/>
                <a:gd name="connsiteX19" fmla="*/ 16003 w 193967"/>
                <a:gd name="connsiteY19" fmla="*/ 153114 h 199908"/>
                <a:gd name="connsiteX20" fmla="*/ 80286 w 193967"/>
                <a:gd name="connsiteY20" fmla="*/ 169393 h 199908"/>
                <a:gd name="connsiteX21" fmla="*/ 100414 w 193967"/>
                <a:gd name="connsiteY21" fmla="*/ 185353 h 199908"/>
                <a:gd name="connsiteX22" fmla="*/ 106996 w 193967"/>
                <a:gd name="connsiteY22" fmla="*/ 196717 h 199908"/>
                <a:gd name="connsiteX23" fmla="*/ 112555 w 193967"/>
                <a:gd name="connsiteY23" fmla="*/ 199908 h 199908"/>
                <a:gd name="connsiteX24" fmla="*/ 115750 w 193967"/>
                <a:gd name="connsiteY24" fmla="*/ 199079 h 199908"/>
                <a:gd name="connsiteX25" fmla="*/ 118114 w 193967"/>
                <a:gd name="connsiteY25" fmla="*/ 190333 h 199908"/>
                <a:gd name="connsiteX26" fmla="*/ 111532 w 193967"/>
                <a:gd name="connsiteY26" fmla="*/ 178969 h 199908"/>
                <a:gd name="connsiteX27" fmla="*/ 84119 w 193967"/>
                <a:gd name="connsiteY27" fmla="*/ 157200 h 199908"/>
                <a:gd name="connsiteX28" fmla="*/ 19006 w 193967"/>
                <a:gd name="connsiteY28" fmla="*/ 140665 h 199908"/>
                <a:gd name="connsiteX29" fmla="*/ 15236 w 193967"/>
                <a:gd name="connsiteY29" fmla="*/ 137282 h 199908"/>
                <a:gd name="connsiteX30" fmla="*/ 32617 w 193967"/>
                <a:gd name="connsiteY30" fmla="*/ 125663 h 199908"/>
                <a:gd name="connsiteX31" fmla="*/ 63480 w 193967"/>
                <a:gd name="connsiteY31" fmla="*/ 129110 h 199908"/>
                <a:gd name="connsiteX32" fmla="*/ 63480 w 193967"/>
                <a:gd name="connsiteY32" fmla="*/ 129046 h 199908"/>
                <a:gd name="connsiteX33" fmla="*/ 64183 w 193967"/>
                <a:gd name="connsiteY33" fmla="*/ 129110 h 199908"/>
                <a:gd name="connsiteX34" fmla="*/ 67378 w 193967"/>
                <a:gd name="connsiteY34" fmla="*/ 128280 h 199908"/>
                <a:gd name="connsiteX35" fmla="*/ 69742 w 193967"/>
                <a:gd name="connsiteY35" fmla="*/ 119534 h 199908"/>
                <a:gd name="connsiteX36" fmla="*/ 13830 w 193967"/>
                <a:gd name="connsiteY36" fmla="*/ 22753 h 199908"/>
                <a:gd name="connsiteX37" fmla="*/ 13191 w 193967"/>
                <a:gd name="connsiteY37" fmla="*/ 17774 h 199908"/>
                <a:gd name="connsiteX38" fmla="*/ 16322 w 193967"/>
                <a:gd name="connsiteY38" fmla="*/ 13560 h 199908"/>
                <a:gd name="connsiteX39" fmla="*/ 21307 w 193967"/>
                <a:gd name="connsiteY39" fmla="*/ 12922 h 199908"/>
                <a:gd name="connsiteX40" fmla="*/ 25524 w 193967"/>
                <a:gd name="connsiteY40" fmla="*/ 16050 h 199908"/>
                <a:gd name="connsiteX41" fmla="*/ 58433 w 193967"/>
                <a:gd name="connsiteY41" fmla="*/ 72995 h 199908"/>
                <a:gd name="connsiteX42" fmla="*/ 67187 w 193967"/>
                <a:gd name="connsiteY42" fmla="*/ 75357 h 199908"/>
                <a:gd name="connsiteX43" fmla="*/ 69551 w 193967"/>
                <a:gd name="connsiteY43" fmla="*/ 66611 h 199908"/>
                <a:gd name="connsiteX44" fmla="*/ 56387 w 193967"/>
                <a:gd name="connsiteY44" fmla="*/ 43820 h 199908"/>
                <a:gd name="connsiteX45" fmla="*/ 55748 w 193967"/>
                <a:gd name="connsiteY45" fmla="*/ 38841 h 199908"/>
                <a:gd name="connsiteX46" fmla="*/ 58879 w 193967"/>
                <a:gd name="connsiteY46" fmla="*/ 34627 h 199908"/>
                <a:gd name="connsiteX47" fmla="*/ 63864 w 193967"/>
                <a:gd name="connsiteY47" fmla="*/ 33989 h 199908"/>
                <a:gd name="connsiteX48" fmla="*/ 68081 w 193967"/>
                <a:gd name="connsiteY48" fmla="*/ 37117 h 199908"/>
                <a:gd name="connsiteX49" fmla="*/ 84503 w 193967"/>
                <a:gd name="connsiteY49" fmla="*/ 65590 h 199908"/>
                <a:gd name="connsiteX50" fmla="*/ 90062 w 193967"/>
                <a:gd name="connsiteY50" fmla="*/ 68782 h 199908"/>
                <a:gd name="connsiteX51" fmla="*/ 93257 w 193967"/>
                <a:gd name="connsiteY51" fmla="*/ 67952 h 199908"/>
                <a:gd name="connsiteX52" fmla="*/ 95622 w 193967"/>
                <a:gd name="connsiteY52" fmla="*/ 59206 h 199908"/>
                <a:gd name="connsiteX53" fmla="*/ 85717 w 193967"/>
                <a:gd name="connsiteY53" fmla="*/ 42097 h 199908"/>
                <a:gd name="connsiteX54" fmla="*/ 85142 w 193967"/>
                <a:gd name="connsiteY54" fmla="*/ 36926 h 199908"/>
                <a:gd name="connsiteX55" fmla="*/ 88209 w 193967"/>
                <a:gd name="connsiteY55" fmla="*/ 32904 h 199908"/>
                <a:gd name="connsiteX56" fmla="*/ 97475 w 193967"/>
                <a:gd name="connsiteY56" fmla="*/ 35394 h 199908"/>
                <a:gd name="connsiteX57" fmla="*/ 112427 w 193967"/>
                <a:gd name="connsiteY57" fmla="*/ 61440 h 199908"/>
                <a:gd name="connsiteX58" fmla="*/ 117986 w 193967"/>
                <a:gd name="connsiteY58" fmla="*/ 64632 h 199908"/>
                <a:gd name="connsiteX59" fmla="*/ 121181 w 193967"/>
                <a:gd name="connsiteY59" fmla="*/ 63802 h 199908"/>
                <a:gd name="connsiteX60" fmla="*/ 123546 w 193967"/>
                <a:gd name="connsiteY60" fmla="*/ 55056 h 199908"/>
                <a:gd name="connsiteX61" fmla="*/ 115175 w 193967"/>
                <a:gd name="connsiteY61" fmla="*/ 40501 h 199908"/>
                <a:gd name="connsiteX62" fmla="*/ 115111 w 193967"/>
                <a:gd name="connsiteY62" fmla="*/ 40373 h 199908"/>
                <a:gd name="connsiteX63" fmla="*/ 114472 w 193967"/>
                <a:gd name="connsiteY63" fmla="*/ 35394 h 199908"/>
                <a:gd name="connsiteX64" fmla="*/ 117603 w 193967"/>
                <a:gd name="connsiteY64" fmla="*/ 31180 h 199908"/>
                <a:gd name="connsiteX65" fmla="*/ 126868 w 193967"/>
                <a:gd name="connsiteY65" fmla="*/ 33670 h 199908"/>
                <a:gd name="connsiteX66" fmla="*/ 155751 w 193967"/>
                <a:gd name="connsiteY66" fmla="*/ 83656 h 199908"/>
                <a:gd name="connsiteX67" fmla="*/ 160672 w 193967"/>
                <a:gd name="connsiteY67" fmla="*/ 101915 h 199908"/>
                <a:gd name="connsiteX68" fmla="*/ 167764 w 193967"/>
                <a:gd name="connsiteY68" fmla="*/ 130706 h 199908"/>
                <a:gd name="connsiteX69" fmla="*/ 182014 w 193967"/>
                <a:gd name="connsiteY69" fmla="*/ 155412 h 199908"/>
                <a:gd name="connsiteX70" fmla="*/ 187573 w 193967"/>
                <a:gd name="connsiteY70" fmla="*/ 158604 h 199908"/>
                <a:gd name="connsiteX71" fmla="*/ 190768 w 193967"/>
                <a:gd name="connsiteY71" fmla="*/ 157774 h 199908"/>
                <a:gd name="connsiteX72" fmla="*/ 193132 w 193967"/>
                <a:gd name="connsiteY72" fmla="*/ 149028 h 199908"/>
                <a:gd name="connsiteX73" fmla="*/ 178691 w 193967"/>
                <a:gd name="connsiteY73" fmla="*/ 124195 h 1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93967" h="199908">
                  <a:moveTo>
                    <a:pt x="178691" y="124195"/>
                  </a:moveTo>
                  <a:cubicBezTo>
                    <a:pt x="173898" y="115959"/>
                    <a:pt x="173068" y="114427"/>
                    <a:pt x="173323" y="102042"/>
                  </a:cubicBezTo>
                  <a:cubicBezTo>
                    <a:pt x="173515" y="93552"/>
                    <a:pt x="171214" y="84933"/>
                    <a:pt x="166678" y="77081"/>
                  </a:cubicBezTo>
                  <a:lnTo>
                    <a:pt x="137795" y="27158"/>
                  </a:lnTo>
                  <a:cubicBezTo>
                    <a:pt x="132428" y="17838"/>
                    <a:pt x="120415" y="14646"/>
                    <a:pt x="111086" y="20008"/>
                  </a:cubicBezTo>
                  <a:cubicBezTo>
                    <a:pt x="108849" y="21285"/>
                    <a:pt x="106932" y="23009"/>
                    <a:pt x="105398" y="25052"/>
                  </a:cubicBezTo>
                  <a:cubicBezTo>
                    <a:pt x="99327" y="18859"/>
                    <a:pt x="89615" y="17199"/>
                    <a:pt x="81692" y="21796"/>
                  </a:cubicBezTo>
                  <a:cubicBezTo>
                    <a:pt x="79519" y="23072"/>
                    <a:pt x="77602" y="24796"/>
                    <a:pt x="76005" y="26839"/>
                  </a:cubicBezTo>
                  <a:cubicBezTo>
                    <a:pt x="73449" y="24222"/>
                    <a:pt x="70318" y="22370"/>
                    <a:pt x="66611" y="21540"/>
                  </a:cubicBezTo>
                  <a:cubicBezTo>
                    <a:pt x="61755" y="20391"/>
                    <a:pt x="56515" y="21093"/>
                    <a:pt x="52298" y="23583"/>
                  </a:cubicBezTo>
                  <a:cubicBezTo>
                    <a:pt x="50317" y="24732"/>
                    <a:pt x="48528" y="26328"/>
                    <a:pt x="47058" y="28116"/>
                  </a:cubicBezTo>
                  <a:lnTo>
                    <a:pt x="36451" y="9730"/>
                  </a:lnTo>
                  <a:cubicBezTo>
                    <a:pt x="33767" y="5070"/>
                    <a:pt x="29358" y="1814"/>
                    <a:pt x="24055" y="537"/>
                  </a:cubicBezTo>
                  <a:cubicBezTo>
                    <a:pt x="19134" y="-612"/>
                    <a:pt x="13958" y="90"/>
                    <a:pt x="9741" y="2580"/>
                  </a:cubicBezTo>
                  <a:cubicBezTo>
                    <a:pt x="5332" y="5134"/>
                    <a:pt x="2009" y="9475"/>
                    <a:pt x="667" y="14582"/>
                  </a:cubicBezTo>
                  <a:cubicBezTo>
                    <a:pt x="-674" y="19625"/>
                    <a:pt x="28" y="24796"/>
                    <a:pt x="2585" y="29265"/>
                  </a:cubicBezTo>
                  <a:lnTo>
                    <a:pt x="52170" y="115129"/>
                  </a:lnTo>
                  <a:cubicBezTo>
                    <a:pt x="45908" y="114427"/>
                    <a:pt x="38687" y="113597"/>
                    <a:pt x="34023" y="113023"/>
                  </a:cubicBezTo>
                  <a:cubicBezTo>
                    <a:pt x="19070" y="111171"/>
                    <a:pt x="4565" y="123620"/>
                    <a:pt x="2521" y="135047"/>
                  </a:cubicBezTo>
                  <a:cubicBezTo>
                    <a:pt x="1370" y="141687"/>
                    <a:pt x="4182" y="150369"/>
                    <a:pt x="16003" y="153114"/>
                  </a:cubicBezTo>
                  <a:cubicBezTo>
                    <a:pt x="37090" y="158030"/>
                    <a:pt x="70446" y="166393"/>
                    <a:pt x="80286" y="169393"/>
                  </a:cubicBezTo>
                  <a:cubicBezTo>
                    <a:pt x="89679" y="172266"/>
                    <a:pt x="94152" y="174500"/>
                    <a:pt x="100414" y="185353"/>
                  </a:cubicBezTo>
                  <a:lnTo>
                    <a:pt x="106996" y="196717"/>
                  </a:lnTo>
                  <a:cubicBezTo>
                    <a:pt x="108210" y="198759"/>
                    <a:pt x="110319" y="199908"/>
                    <a:pt x="112555" y="199908"/>
                  </a:cubicBezTo>
                  <a:cubicBezTo>
                    <a:pt x="113642" y="199908"/>
                    <a:pt x="114727" y="199653"/>
                    <a:pt x="115750" y="199079"/>
                  </a:cubicBezTo>
                  <a:cubicBezTo>
                    <a:pt x="118817" y="197291"/>
                    <a:pt x="119840" y="193397"/>
                    <a:pt x="118114" y="190333"/>
                  </a:cubicBezTo>
                  <a:lnTo>
                    <a:pt x="111532" y="178969"/>
                  </a:lnTo>
                  <a:cubicBezTo>
                    <a:pt x="103545" y="165116"/>
                    <a:pt x="96324" y="160966"/>
                    <a:pt x="84119" y="157200"/>
                  </a:cubicBezTo>
                  <a:cubicBezTo>
                    <a:pt x="73001" y="153816"/>
                    <a:pt x="38176" y="145134"/>
                    <a:pt x="19006" y="140665"/>
                  </a:cubicBezTo>
                  <a:cubicBezTo>
                    <a:pt x="14789" y="139708"/>
                    <a:pt x="15045" y="138239"/>
                    <a:pt x="15236" y="137282"/>
                  </a:cubicBezTo>
                  <a:cubicBezTo>
                    <a:pt x="16131" y="132111"/>
                    <a:pt x="24438" y="124705"/>
                    <a:pt x="32617" y="125663"/>
                  </a:cubicBezTo>
                  <a:cubicBezTo>
                    <a:pt x="42330" y="126812"/>
                    <a:pt x="63480" y="129110"/>
                    <a:pt x="63480" y="129110"/>
                  </a:cubicBezTo>
                  <a:lnTo>
                    <a:pt x="63480" y="129046"/>
                  </a:lnTo>
                  <a:cubicBezTo>
                    <a:pt x="63736" y="129046"/>
                    <a:pt x="63928" y="129110"/>
                    <a:pt x="64183" y="129110"/>
                  </a:cubicBezTo>
                  <a:cubicBezTo>
                    <a:pt x="65269" y="129110"/>
                    <a:pt x="66356" y="128855"/>
                    <a:pt x="67378" y="128280"/>
                  </a:cubicBezTo>
                  <a:cubicBezTo>
                    <a:pt x="70446" y="126493"/>
                    <a:pt x="71467" y="122599"/>
                    <a:pt x="69742" y="119534"/>
                  </a:cubicBezTo>
                  <a:lnTo>
                    <a:pt x="13830" y="22753"/>
                  </a:lnTo>
                  <a:cubicBezTo>
                    <a:pt x="12680" y="20838"/>
                    <a:pt x="12872" y="18987"/>
                    <a:pt x="13191" y="17774"/>
                  </a:cubicBezTo>
                  <a:cubicBezTo>
                    <a:pt x="13639" y="15986"/>
                    <a:pt x="14853" y="14390"/>
                    <a:pt x="16322" y="13560"/>
                  </a:cubicBezTo>
                  <a:cubicBezTo>
                    <a:pt x="17729" y="12730"/>
                    <a:pt x="19581" y="12475"/>
                    <a:pt x="21307" y="12922"/>
                  </a:cubicBezTo>
                  <a:cubicBezTo>
                    <a:pt x="22585" y="13241"/>
                    <a:pt x="24374" y="14007"/>
                    <a:pt x="25524" y="16050"/>
                  </a:cubicBezTo>
                  <a:lnTo>
                    <a:pt x="58433" y="72995"/>
                  </a:lnTo>
                  <a:cubicBezTo>
                    <a:pt x="60221" y="76059"/>
                    <a:pt x="64120" y="77081"/>
                    <a:pt x="67187" y="75357"/>
                  </a:cubicBezTo>
                  <a:cubicBezTo>
                    <a:pt x="70254" y="73570"/>
                    <a:pt x="71276" y="69675"/>
                    <a:pt x="69551" y="66611"/>
                  </a:cubicBezTo>
                  <a:lnTo>
                    <a:pt x="56387" y="43820"/>
                  </a:lnTo>
                  <a:cubicBezTo>
                    <a:pt x="55302" y="41905"/>
                    <a:pt x="55429" y="40054"/>
                    <a:pt x="55748" y="38841"/>
                  </a:cubicBezTo>
                  <a:cubicBezTo>
                    <a:pt x="56195" y="37053"/>
                    <a:pt x="57410" y="35457"/>
                    <a:pt x="58879" y="34627"/>
                  </a:cubicBezTo>
                  <a:cubicBezTo>
                    <a:pt x="60285" y="33861"/>
                    <a:pt x="62138" y="33542"/>
                    <a:pt x="63864" y="33989"/>
                  </a:cubicBezTo>
                  <a:cubicBezTo>
                    <a:pt x="65141" y="34308"/>
                    <a:pt x="66931" y="35074"/>
                    <a:pt x="68081" y="37117"/>
                  </a:cubicBezTo>
                  <a:lnTo>
                    <a:pt x="84503" y="65590"/>
                  </a:lnTo>
                  <a:cubicBezTo>
                    <a:pt x="85717" y="67633"/>
                    <a:pt x="87826" y="68782"/>
                    <a:pt x="90062" y="68782"/>
                  </a:cubicBezTo>
                  <a:cubicBezTo>
                    <a:pt x="91149" y="68782"/>
                    <a:pt x="92235" y="68526"/>
                    <a:pt x="93257" y="67952"/>
                  </a:cubicBezTo>
                  <a:cubicBezTo>
                    <a:pt x="96324" y="66164"/>
                    <a:pt x="97347" y="62270"/>
                    <a:pt x="95622" y="59206"/>
                  </a:cubicBezTo>
                  <a:lnTo>
                    <a:pt x="85717" y="42097"/>
                  </a:lnTo>
                  <a:cubicBezTo>
                    <a:pt x="84567" y="40054"/>
                    <a:pt x="84759" y="38139"/>
                    <a:pt x="85142" y="36926"/>
                  </a:cubicBezTo>
                  <a:cubicBezTo>
                    <a:pt x="85654" y="35202"/>
                    <a:pt x="86803" y="33734"/>
                    <a:pt x="88209" y="32904"/>
                  </a:cubicBezTo>
                  <a:cubicBezTo>
                    <a:pt x="90957" y="31308"/>
                    <a:pt x="95494" y="31946"/>
                    <a:pt x="97475" y="35394"/>
                  </a:cubicBezTo>
                  <a:lnTo>
                    <a:pt x="112427" y="61440"/>
                  </a:lnTo>
                  <a:cubicBezTo>
                    <a:pt x="113642" y="63483"/>
                    <a:pt x="115750" y="64632"/>
                    <a:pt x="117986" y="64632"/>
                  </a:cubicBezTo>
                  <a:cubicBezTo>
                    <a:pt x="119073" y="64632"/>
                    <a:pt x="120159" y="64377"/>
                    <a:pt x="121181" y="63802"/>
                  </a:cubicBezTo>
                  <a:cubicBezTo>
                    <a:pt x="124248" y="62015"/>
                    <a:pt x="125271" y="58120"/>
                    <a:pt x="123546" y="55056"/>
                  </a:cubicBezTo>
                  <a:lnTo>
                    <a:pt x="115175" y="40501"/>
                  </a:lnTo>
                  <a:cubicBezTo>
                    <a:pt x="115175" y="40437"/>
                    <a:pt x="115175" y="40437"/>
                    <a:pt x="115111" y="40373"/>
                  </a:cubicBezTo>
                  <a:cubicBezTo>
                    <a:pt x="113961" y="38458"/>
                    <a:pt x="114153" y="36607"/>
                    <a:pt x="114472" y="35394"/>
                  </a:cubicBezTo>
                  <a:cubicBezTo>
                    <a:pt x="114919" y="33606"/>
                    <a:pt x="116133" y="32010"/>
                    <a:pt x="117603" y="31180"/>
                  </a:cubicBezTo>
                  <a:cubicBezTo>
                    <a:pt x="120351" y="29584"/>
                    <a:pt x="124824" y="30223"/>
                    <a:pt x="126868" y="33670"/>
                  </a:cubicBezTo>
                  <a:lnTo>
                    <a:pt x="155751" y="83656"/>
                  </a:lnTo>
                  <a:cubicBezTo>
                    <a:pt x="159138" y="89466"/>
                    <a:pt x="160799" y="95786"/>
                    <a:pt x="160672" y="101915"/>
                  </a:cubicBezTo>
                  <a:cubicBezTo>
                    <a:pt x="160352" y="117172"/>
                    <a:pt x="162077" y="120939"/>
                    <a:pt x="167764" y="130706"/>
                  </a:cubicBezTo>
                  <a:lnTo>
                    <a:pt x="182014" y="155412"/>
                  </a:lnTo>
                  <a:cubicBezTo>
                    <a:pt x="183227" y="157455"/>
                    <a:pt x="185337" y="158604"/>
                    <a:pt x="187573" y="158604"/>
                  </a:cubicBezTo>
                  <a:cubicBezTo>
                    <a:pt x="188659" y="158604"/>
                    <a:pt x="189745" y="158349"/>
                    <a:pt x="190768" y="157774"/>
                  </a:cubicBezTo>
                  <a:cubicBezTo>
                    <a:pt x="193835" y="155987"/>
                    <a:pt x="194858" y="152093"/>
                    <a:pt x="193132" y="149028"/>
                  </a:cubicBezTo>
                  <a:lnTo>
                    <a:pt x="178691" y="124195"/>
                  </a:lnTo>
                  <a:close/>
                </a:path>
              </a:pathLst>
            </a:custGeom>
            <a:solidFill>
              <a:srgbClr val="00A3E0"/>
            </a:solidFill>
            <a:ln w="6390" cap="flat">
              <a:noFill/>
              <a:prstDash val="solid"/>
              <a:miter/>
            </a:ln>
          </p:spPr>
          <p:txBody>
            <a:bodyPr rtlCol="0" anchor="ctr"/>
            <a:lstStyle/>
            <a:p>
              <a:endParaRPr lang="en-US"/>
            </a:p>
          </p:txBody>
        </p:sp>
        <p:sp>
          <p:nvSpPr>
            <p:cNvPr id="958" name="Freeform 957">
              <a:extLst>
                <a:ext uri="{FF2B5EF4-FFF2-40B4-BE49-F238E27FC236}">
                  <a16:creationId xmlns:a16="http://schemas.microsoft.com/office/drawing/2014/main" id="{24B01AB9-BB32-AF47-9803-4CA47BCE33F1}"/>
                </a:ext>
              </a:extLst>
            </p:cNvPr>
            <p:cNvSpPr/>
            <p:nvPr/>
          </p:nvSpPr>
          <p:spPr>
            <a:xfrm>
              <a:off x="6823908" y="3902657"/>
              <a:ext cx="101562" cy="100453"/>
            </a:xfrm>
            <a:custGeom>
              <a:avLst/>
              <a:gdLst>
                <a:gd name="connsiteX0" fmla="*/ 38628 w 101562"/>
                <a:gd name="connsiteY0" fmla="*/ 96814 h 100453"/>
                <a:gd name="connsiteX1" fmla="*/ 35561 w 101562"/>
                <a:gd name="connsiteY1" fmla="*/ 88324 h 100453"/>
                <a:gd name="connsiteX2" fmla="*/ 18053 w 101562"/>
                <a:gd name="connsiteY2" fmla="*/ 72236 h 100453"/>
                <a:gd name="connsiteX3" fmla="*/ 14091 w 101562"/>
                <a:gd name="connsiteY3" fmla="*/ 42167 h 100453"/>
                <a:gd name="connsiteX4" fmla="*/ 32558 w 101562"/>
                <a:gd name="connsiteY4" fmla="*/ 18100 h 100453"/>
                <a:gd name="connsiteX5" fmla="*/ 62654 w 101562"/>
                <a:gd name="connsiteY5" fmla="*/ 14142 h 100453"/>
                <a:gd name="connsiteX6" fmla="*/ 86745 w 101562"/>
                <a:gd name="connsiteY6" fmla="*/ 32591 h 100453"/>
                <a:gd name="connsiteX7" fmla="*/ 89237 w 101562"/>
                <a:gd name="connsiteY7" fmla="*/ 37699 h 100453"/>
                <a:gd name="connsiteX8" fmla="*/ 97544 w 101562"/>
                <a:gd name="connsiteY8" fmla="*/ 41274 h 100453"/>
                <a:gd name="connsiteX9" fmla="*/ 101122 w 101562"/>
                <a:gd name="connsiteY9" fmla="*/ 32974 h 100453"/>
                <a:gd name="connsiteX10" fmla="*/ 97863 w 101562"/>
                <a:gd name="connsiteY10" fmla="*/ 26207 h 100453"/>
                <a:gd name="connsiteX11" fmla="*/ 66041 w 101562"/>
                <a:gd name="connsiteY11" fmla="*/ 1821 h 100453"/>
                <a:gd name="connsiteX12" fmla="*/ 26232 w 101562"/>
                <a:gd name="connsiteY12" fmla="*/ 7056 h 100453"/>
                <a:gd name="connsiteX13" fmla="*/ 1822 w 101562"/>
                <a:gd name="connsiteY13" fmla="*/ 38848 h 100453"/>
                <a:gd name="connsiteX14" fmla="*/ 7062 w 101562"/>
                <a:gd name="connsiteY14" fmla="*/ 78620 h 100453"/>
                <a:gd name="connsiteX15" fmla="*/ 30194 w 101562"/>
                <a:gd name="connsiteY15" fmla="*/ 99879 h 100453"/>
                <a:gd name="connsiteX16" fmla="*/ 32878 w 101562"/>
                <a:gd name="connsiteY16" fmla="*/ 100453 h 100453"/>
                <a:gd name="connsiteX17" fmla="*/ 38628 w 101562"/>
                <a:gd name="connsiteY17" fmla="*/ 96814 h 10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1562" h="100453">
                  <a:moveTo>
                    <a:pt x="38628" y="96814"/>
                  </a:moveTo>
                  <a:cubicBezTo>
                    <a:pt x="40098" y="93622"/>
                    <a:pt x="38756" y="89792"/>
                    <a:pt x="35561" y="88324"/>
                  </a:cubicBezTo>
                  <a:cubicBezTo>
                    <a:pt x="28213" y="84876"/>
                    <a:pt x="22142" y="79322"/>
                    <a:pt x="18053" y="72236"/>
                  </a:cubicBezTo>
                  <a:cubicBezTo>
                    <a:pt x="12749" y="63043"/>
                    <a:pt x="11343" y="52382"/>
                    <a:pt x="14091" y="42167"/>
                  </a:cubicBezTo>
                  <a:cubicBezTo>
                    <a:pt x="16839" y="31953"/>
                    <a:pt x="23420" y="23399"/>
                    <a:pt x="32558" y="18100"/>
                  </a:cubicBezTo>
                  <a:cubicBezTo>
                    <a:pt x="41759" y="12801"/>
                    <a:pt x="52431" y="11397"/>
                    <a:pt x="62654" y="14142"/>
                  </a:cubicBezTo>
                  <a:cubicBezTo>
                    <a:pt x="72878" y="16887"/>
                    <a:pt x="81441" y="23462"/>
                    <a:pt x="86745" y="32591"/>
                  </a:cubicBezTo>
                  <a:cubicBezTo>
                    <a:pt x="87703" y="34251"/>
                    <a:pt x="88534" y="35975"/>
                    <a:pt x="89237" y="37699"/>
                  </a:cubicBezTo>
                  <a:cubicBezTo>
                    <a:pt x="90578" y="40954"/>
                    <a:pt x="94285" y="42614"/>
                    <a:pt x="97544" y="41274"/>
                  </a:cubicBezTo>
                  <a:cubicBezTo>
                    <a:pt x="100802" y="39933"/>
                    <a:pt x="102400" y="36230"/>
                    <a:pt x="101122" y="32974"/>
                  </a:cubicBezTo>
                  <a:cubicBezTo>
                    <a:pt x="100227" y="30676"/>
                    <a:pt x="99077" y="28442"/>
                    <a:pt x="97863" y="26207"/>
                  </a:cubicBezTo>
                  <a:cubicBezTo>
                    <a:pt x="90834" y="14078"/>
                    <a:pt x="79524" y="5396"/>
                    <a:pt x="66041" y="1821"/>
                  </a:cubicBezTo>
                  <a:cubicBezTo>
                    <a:pt x="52495" y="-1818"/>
                    <a:pt x="38373" y="33"/>
                    <a:pt x="26232" y="7056"/>
                  </a:cubicBezTo>
                  <a:cubicBezTo>
                    <a:pt x="14091" y="14078"/>
                    <a:pt x="5401" y="25378"/>
                    <a:pt x="1822" y="38848"/>
                  </a:cubicBezTo>
                  <a:cubicBezTo>
                    <a:pt x="-1820" y="52382"/>
                    <a:pt x="33" y="66490"/>
                    <a:pt x="7062" y="78620"/>
                  </a:cubicBezTo>
                  <a:cubicBezTo>
                    <a:pt x="12430" y="87940"/>
                    <a:pt x="20481" y="95282"/>
                    <a:pt x="30194" y="99879"/>
                  </a:cubicBezTo>
                  <a:cubicBezTo>
                    <a:pt x="31088" y="100262"/>
                    <a:pt x="31983" y="100453"/>
                    <a:pt x="32878" y="100453"/>
                  </a:cubicBezTo>
                  <a:cubicBezTo>
                    <a:pt x="35242" y="100453"/>
                    <a:pt x="37542" y="99112"/>
                    <a:pt x="38628" y="96814"/>
                  </a:cubicBezTo>
                  <a:close/>
                </a:path>
              </a:pathLst>
            </a:custGeom>
            <a:solidFill>
              <a:srgbClr val="00A3E0"/>
            </a:solidFill>
            <a:ln w="6390" cap="flat">
              <a:noFill/>
              <a:prstDash val="solid"/>
              <a:miter/>
            </a:ln>
          </p:spPr>
          <p:txBody>
            <a:bodyPr rtlCol="0" anchor="ctr"/>
            <a:lstStyle/>
            <a:p>
              <a:endParaRPr lang="en-US"/>
            </a:p>
          </p:txBody>
        </p:sp>
      </p:grpSp>
      <p:sp>
        <p:nvSpPr>
          <p:cNvPr id="959" name="Graphic 4">
            <a:extLst>
              <a:ext uri="{FF2B5EF4-FFF2-40B4-BE49-F238E27FC236}">
                <a16:creationId xmlns:a16="http://schemas.microsoft.com/office/drawing/2014/main" id="{807CD22D-915A-7246-996C-A78B31CD9B1B}"/>
              </a:ext>
            </a:extLst>
          </p:cNvPr>
          <p:cNvSpPr/>
          <p:nvPr/>
        </p:nvSpPr>
        <p:spPr>
          <a:xfrm>
            <a:off x="5099233" y="917987"/>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09332 w 362309"/>
              <a:gd name="connsiteY5" fmla="*/ 115614 h 361971"/>
              <a:gd name="connsiteX6" fmla="*/ 163327 w 362309"/>
              <a:gd name="connsiteY6" fmla="*/ 61669 h 361971"/>
              <a:gd name="connsiteX7" fmla="*/ 217322 w 362309"/>
              <a:gd name="connsiteY7" fmla="*/ 115614 h 361971"/>
              <a:gd name="connsiteX8" fmla="*/ 216619 w 362309"/>
              <a:gd name="connsiteY8" fmla="*/ 124168 h 361971"/>
              <a:gd name="connsiteX9" fmla="*/ 209270 w 362309"/>
              <a:gd name="connsiteY9" fmla="*/ 129467 h 361971"/>
              <a:gd name="connsiteX10" fmla="*/ 203967 w 362309"/>
              <a:gd name="connsiteY10" fmla="*/ 122189 h 361971"/>
              <a:gd name="connsiteX11" fmla="*/ 204478 w 362309"/>
              <a:gd name="connsiteY11" fmla="*/ 115614 h 361971"/>
              <a:gd name="connsiteX12" fmla="*/ 163263 w 362309"/>
              <a:gd name="connsiteY12" fmla="*/ 74437 h 361971"/>
              <a:gd name="connsiteX13" fmla="*/ 122048 w 362309"/>
              <a:gd name="connsiteY13" fmla="*/ 115614 h 361971"/>
              <a:gd name="connsiteX14" fmla="*/ 129844 w 362309"/>
              <a:gd name="connsiteY14" fmla="*/ 139745 h 361971"/>
              <a:gd name="connsiteX15" fmla="*/ 128438 w 362309"/>
              <a:gd name="connsiteY15" fmla="*/ 148683 h 361971"/>
              <a:gd name="connsiteX16" fmla="*/ 124668 w 362309"/>
              <a:gd name="connsiteY16" fmla="*/ 149896 h 361971"/>
              <a:gd name="connsiteX17" fmla="*/ 119492 w 362309"/>
              <a:gd name="connsiteY17" fmla="*/ 147279 h 361971"/>
              <a:gd name="connsiteX18" fmla="*/ 109332 w 362309"/>
              <a:gd name="connsiteY18" fmla="*/ 115614 h 361971"/>
              <a:gd name="connsiteX19" fmla="*/ 253041 w 362309"/>
              <a:gd name="connsiteY19" fmla="*/ 227206 h 361971"/>
              <a:gd name="connsiteX20" fmla="*/ 246907 w 362309"/>
              <a:gd name="connsiteY20" fmla="*/ 249997 h 361971"/>
              <a:gd name="connsiteX21" fmla="*/ 241156 w 362309"/>
              <a:gd name="connsiteY21" fmla="*/ 270106 h 361971"/>
              <a:gd name="connsiteX22" fmla="*/ 241156 w 362309"/>
              <a:gd name="connsiteY22" fmla="*/ 293855 h 361971"/>
              <a:gd name="connsiteX23" fmla="*/ 234766 w 362309"/>
              <a:gd name="connsiteY23" fmla="*/ 300239 h 361971"/>
              <a:gd name="connsiteX24" fmla="*/ 228376 w 362309"/>
              <a:gd name="connsiteY24" fmla="*/ 293855 h 361971"/>
              <a:gd name="connsiteX25" fmla="*/ 228376 w 362309"/>
              <a:gd name="connsiteY25" fmla="*/ 270106 h 361971"/>
              <a:gd name="connsiteX26" fmla="*/ 235916 w 362309"/>
              <a:gd name="connsiteY26" fmla="*/ 243421 h 361971"/>
              <a:gd name="connsiteX27" fmla="*/ 240261 w 362309"/>
              <a:gd name="connsiteY27" fmla="*/ 227206 h 361971"/>
              <a:gd name="connsiteX28" fmla="*/ 240261 w 362309"/>
              <a:gd name="connsiteY28" fmla="*/ 175049 h 361971"/>
              <a:gd name="connsiteX29" fmla="*/ 234766 w 362309"/>
              <a:gd name="connsiteY29" fmla="*/ 169559 h 361971"/>
              <a:gd name="connsiteX30" fmla="*/ 230805 w 362309"/>
              <a:gd name="connsiteY30" fmla="*/ 171282 h 361971"/>
              <a:gd name="connsiteX31" fmla="*/ 229207 w 362309"/>
              <a:gd name="connsiteY31" fmla="*/ 175049 h 361971"/>
              <a:gd name="connsiteX32" fmla="*/ 229207 w 362309"/>
              <a:gd name="connsiteY32" fmla="*/ 190307 h 361971"/>
              <a:gd name="connsiteX33" fmla="*/ 222817 w 362309"/>
              <a:gd name="connsiteY33" fmla="*/ 196690 h 361971"/>
              <a:gd name="connsiteX34" fmla="*/ 216427 w 362309"/>
              <a:gd name="connsiteY34" fmla="*/ 190307 h 361971"/>
              <a:gd name="connsiteX35" fmla="*/ 216427 w 362309"/>
              <a:gd name="connsiteY35" fmla="*/ 163175 h 361971"/>
              <a:gd name="connsiteX36" fmla="*/ 210932 w 362309"/>
              <a:gd name="connsiteY36" fmla="*/ 157684 h 361971"/>
              <a:gd name="connsiteX37" fmla="*/ 206970 w 362309"/>
              <a:gd name="connsiteY37" fmla="*/ 159408 h 361971"/>
              <a:gd name="connsiteX38" fmla="*/ 205373 w 362309"/>
              <a:gd name="connsiteY38" fmla="*/ 163175 h 361971"/>
              <a:gd name="connsiteX39" fmla="*/ 205373 w 362309"/>
              <a:gd name="connsiteY39" fmla="*/ 181050 h 361971"/>
              <a:gd name="connsiteX40" fmla="*/ 198983 w 362309"/>
              <a:gd name="connsiteY40" fmla="*/ 187434 h 361971"/>
              <a:gd name="connsiteX41" fmla="*/ 192593 w 362309"/>
              <a:gd name="connsiteY41" fmla="*/ 181050 h 361971"/>
              <a:gd name="connsiteX42" fmla="*/ 192593 w 362309"/>
              <a:gd name="connsiteY42" fmla="*/ 163238 h 361971"/>
              <a:gd name="connsiteX43" fmla="*/ 192593 w 362309"/>
              <a:gd name="connsiteY43" fmla="*/ 163238 h 361971"/>
              <a:gd name="connsiteX44" fmla="*/ 192593 w 362309"/>
              <a:gd name="connsiteY44" fmla="*/ 163238 h 361971"/>
              <a:gd name="connsiteX45" fmla="*/ 192593 w 362309"/>
              <a:gd name="connsiteY45" fmla="*/ 151364 h 361971"/>
              <a:gd name="connsiteX46" fmla="*/ 187097 w 362309"/>
              <a:gd name="connsiteY46" fmla="*/ 145874 h 361971"/>
              <a:gd name="connsiteX47" fmla="*/ 183135 w 362309"/>
              <a:gd name="connsiteY47" fmla="*/ 147598 h 361971"/>
              <a:gd name="connsiteX48" fmla="*/ 181538 w 362309"/>
              <a:gd name="connsiteY48" fmla="*/ 151364 h 361971"/>
              <a:gd name="connsiteX49" fmla="*/ 181538 w 362309"/>
              <a:gd name="connsiteY49" fmla="*/ 175176 h 361971"/>
              <a:gd name="connsiteX50" fmla="*/ 175148 w 362309"/>
              <a:gd name="connsiteY50" fmla="*/ 181560 h 361971"/>
              <a:gd name="connsiteX51" fmla="*/ 168758 w 362309"/>
              <a:gd name="connsiteY51" fmla="*/ 175176 h 361971"/>
              <a:gd name="connsiteX52" fmla="*/ 168758 w 362309"/>
              <a:gd name="connsiteY52" fmla="*/ 151364 h 361971"/>
              <a:gd name="connsiteX53" fmla="*/ 168758 w 362309"/>
              <a:gd name="connsiteY53" fmla="*/ 151364 h 361971"/>
              <a:gd name="connsiteX54" fmla="*/ 168758 w 362309"/>
              <a:gd name="connsiteY54" fmla="*/ 115742 h 361971"/>
              <a:gd name="connsiteX55" fmla="*/ 163263 w 362309"/>
              <a:gd name="connsiteY55" fmla="*/ 110251 h 361971"/>
              <a:gd name="connsiteX56" fmla="*/ 159301 w 362309"/>
              <a:gd name="connsiteY56" fmla="*/ 111975 h 361971"/>
              <a:gd name="connsiteX57" fmla="*/ 157704 w 362309"/>
              <a:gd name="connsiteY57" fmla="*/ 115742 h 361971"/>
              <a:gd name="connsiteX58" fmla="*/ 157704 w 362309"/>
              <a:gd name="connsiteY58" fmla="*/ 198989 h 361971"/>
              <a:gd name="connsiteX59" fmla="*/ 151314 w 362309"/>
              <a:gd name="connsiteY59" fmla="*/ 205373 h 361971"/>
              <a:gd name="connsiteX60" fmla="*/ 144924 w 362309"/>
              <a:gd name="connsiteY60" fmla="*/ 198989 h 361971"/>
              <a:gd name="connsiteX61" fmla="*/ 144924 w 362309"/>
              <a:gd name="connsiteY61" fmla="*/ 187115 h 361971"/>
              <a:gd name="connsiteX62" fmla="*/ 137192 w 362309"/>
              <a:gd name="connsiteY62" fmla="*/ 171729 h 361971"/>
              <a:gd name="connsiteX63" fmla="*/ 134955 w 362309"/>
              <a:gd name="connsiteY63" fmla="*/ 171793 h 361971"/>
              <a:gd name="connsiteX64" fmla="*/ 133933 w 362309"/>
              <a:gd name="connsiteY64" fmla="*/ 173644 h 361971"/>
              <a:gd name="connsiteX65" fmla="*/ 133933 w 362309"/>
              <a:gd name="connsiteY65" fmla="*/ 216864 h 361971"/>
              <a:gd name="connsiteX66" fmla="*/ 146010 w 362309"/>
              <a:gd name="connsiteY66" fmla="*/ 243932 h 361971"/>
              <a:gd name="connsiteX67" fmla="*/ 163710 w 362309"/>
              <a:gd name="connsiteY67" fmla="*/ 276299 h 361971"/>
              <a:gd name="connsiteX68" fmla="*/ 163710 w 362309"/>
              <a:gd name="connsiteY68" fmla="*/ 294110 h 361971"/>
              <a:gd name="connsiteX69" fmla="*/ 157320 w 362309"/>
              <a:gd name="connsiteY69" fmla="*/ 300494 h 361971"/>
              <a:gd name="connsiteX70" fmla="*/ 150930 w 362309"/>
              <a:gd name="connsiteY70" fmla="*/ 294110 h 361971"/>
              <a:gd name="connsiteX71" fmla="*/ 150930 w 362309"/>
              <a:gd name="connsiteY71" fmla="*/ 276299 h 361971"/>
              <a:gd name="connsiteX72" fmla="*/ 137575 w 362309"/>
              <a:gd name="connsiteY72" fmla="*/ 253572 h 361971"/>
              <a:gd name="connsiteX73" fmla="*/ 121153 w 362309"/>
              <a:gd name="connsiteY73" fmla="*/ 216864 h 361971"/>
              <a:gd name="connsiteX74" fmla="*/ 121153 w 362309"/>
              <a:gd name="connsiteY74" fmla="*/ 173644 h 361971"/>
              <a:gd name="connsiteX75" fmla="*/ 128182 w 362309"/>
              <a:gd name="connsiteY75" fmla="*/ 160940 h 361971"/>
              <a:gd name="connsiteX76" fmla="*/ 142815 w 362309"/>
              <a:gd name="connsiteY76" fmla="*/ 160238 h 361971"/>
              <a:gd name="connsiteX77" fmla="*/ 144924 w 362309"/>
              <a:gd name="connsiteY77" fmla="*/ 161387 h 361971"/>
              <a:gd name="connsiteX78" fmla="*/ 144924 w 362309"/>
              <a:gd name="connsiteY78" fmla="*/ 115742 h 361971"/>
              <a:gd name="connsiteX79" fmla="*/ 150227 w 362309"/>
              <a:gd name="connsiteY79" fmla="*/ 102910 h 361971"/>
              <a:gd name="connsiteX80" fmla="*/ 163199 w 362309"/>
              <a:gd name="connsiteY80" fmla="*/ 97420 h 361971"/>
              <a:gd name="connsiteX81" fmla="*/ 181474 w 362309"/>
              <a:gd name="connsiteY81" fmla="*/ 115678 h 361971"/>
              <a:gd name="connsiteX82" fmla="*/ 181474 w 362309"/>
              <a:gd name="connsiteY82" fmla="*/ 134064 h 361971"/>
              <a:gd name="connsiteX83" fmla="*/ 186970 w 362309"/>
              <a:gd name="connsiteY83" fmla="*/ 133106 h 361971"/>
              <a:gd name="connsiteX84" fmla="*/ 204414 w 362309"/>
              <a:gd name="connsiteY84" fmla="*/ 146257 h 361971"/>
              <a:gd name="connsiteX85" fmla="*/ 210740 w 362309"/>
              <a:gd name="connsiteY85" fmla="*/ 145044 h 361971"/>
              <a:gd name="connsiteX86" fmla="*/ 228184 w 362309"/>
              <a:gd name="connsiteY86" fmla="*/ 158195 h 361971"/>
              <a:gd name="connsiteX87" fmla="*/ 234511 w 362309"/>
              <a:gd name="connsiteY87" fmla="*/ 156982 h 361971"/>
              <a:gd name="connsiteX88" fmla="*/ 252786 w 362309"/>
              <a:gd name="connsiteY88" fmla="*/ 175240 h 361971"/>
              <a:gd name="connsiteX89" fmla="*/ 252786 w 362309"/>
              <a:gd name="connsiteY89" fmla="*/ 22720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10" y="280959"/>
                  <a:pt x="362310" y="180986"/>
                </a:cubicBezTo>
                <a:cubicBezTo>
                  <a:pt x="362310" y="81013"/>
                  <a:pt x="281221" y="0"/>
                  <a:pt x="181155" y="0"/>
                </a:cubicBezTo>
                <a:close/>
                <a:moveTo>
                  <a:pt x="109332" y="115614"/>
                </a:moveTo>
                <a:cubicBezTo>
                  <a:pt x="109332" y="85865"/>
                  <a:pt x="133549" y="61669"/>
                  <a:pt x="163327" y="61669"/>
                </a:cubicBezTo>
                <a:cubicBezTo>
                  <a:pt x="193104" y="61669"/>
                  <a:pt x="217322" y="85865"/>
                  <a:pt x="217322" y="115614"/>
                </a:cubicBezTo>
                <a:cubicBezTo>
                  <a:pt x="217322" y="118487"/>
                  <a:pt x="217066" y="121359"/>
                  <a:pt x="216619" y="124168"/>
                </a:cubicBezTo>
                <a:cubicBezTo>
                  <a:pt x="216044" y="127680"/>
                  <a:pt x="212849" y="130042"/>
                  <a:pt x="209270" y="129467"/>
                </a:cubicBezTo>
                <a:cubicBezTo>
                  <a:pt x="205756" y="128893"/>
                  <a:pt x="203392" y="125637"/>
                  <a:pt x="203967" y="122189"/>
                </a:cubicBezTo>
                <a:cubicBezTo>
                  <a:pt x="204286" y="120019"/>
                  <a:pt x="204478" y="117848"/>
                  <a:pt x="204478" y="115614"/>
                </a:cubicBezTo>
                <a:cubicBezTo>
                  <a:pt x="204478" y="92887"/>
                  <a:pt x="186011" y="74437"/>
                  <a:pt x="163263" y="74437"/>
                </a:cubicBezTo>
                <a:cubicBezTo>
                  <a:pt x="140515" y="74437"/>
                  <a:pt x="122048" y="92887"/>
                  <a:pt x="122048" y="115614"/>
                </a:cubicBezTo>
                <a:cubicBezTo>
                  <a:pt x="122048" y="124360"/>
                  <a:pt x="124732" y="132659"/>
                  <a:pt x="129844" y="139745"/>
                </a:cubicBezTo>
                <a:cubicBezTo>
                  <a:pt x="131888" y="142618"/>
                  <a:pt x="131249" y="146576"/>
                  <a:pt x="128438" y="148683"/>
                </a:cubicBezTo>
                <a:cubicBezTo>
                  <a:pt x="127287" y="149513"/>
                  <a:pt x="126009" y="149896"/>
                  <a:pt x="124668" y="149896"/>
                </a:cubicBezTo>
                <a:cubicBezTo>
                  <a:pt x="122687" y="149896"/>
                  <a:pt x="120706" y="149002"/>
                  <a:pt x="119492" y="147279"/>
                </a:cubicBezTo>
                <a:cubicBezTo>
                  <a:pt x="112846" y="137958"/>
                  <a:pt x="109332" y="127041"/>
                  <a:pt x="109332" y="115614"/>
                </a:cubicBezTo>
                <a:close/>
                <a:moveTo>
                  <a:pt x="253041" y="227206"/>
                </a:moveTo>
                <a:cubicBezTo>
                  <a:pt x="253041" y="235441"/>
                  <a:pt x="250933" y="243294"/>
                  <a:pt x="246907" y="249997"/>
                </a:cubicBezTo>
                <a:cubicBezTo>
                  <a:pt x="241156" y="259573"/>
                  <a:pt x="241156" y="261360"/>
                  <a:pt x="241156" y="270106"/>
                </a:cubicBezTo>
                <a:lnTo>
                  <a:pt x="241156" y="293855"/>
                </a:lnTo>
                <a:cubicBezTo>
                  <a:pt x="241156" y="297366"/>
                  <a:pt x="238281" y="300239"/>
                  <a:pt x="234766" y="300239"/>
                </a:cubicBezTo>
                <a:cubicBezTo>
                  <a:pt x="231252" y="300239"/>
                  <a:pt x="228376" y="297366"/>
                  <a:pt x="228376" y="293855"/>
                </a:cubicBezTo>
                <a:lnTo>
                  <a:pt x="228376" y="270106"/>
                </a:lnTo>
                <a:cubicBezTo>
                  <a:pt x="228376" y="259637"/>
                  <a:pt x="228760" y="255423"/>
                  <a:pt x="235916" y="243421"/>
                </a:cubicBezTo>
                <a:cubicBezTo>
                  <a:pt x="238728" y="238697"/>
                  <a:pt x="240261" y="233079"/>
                  <a:pt x="240261" y="227206"/>
                </a:cubicBezTo>
                <a:lnTo>
                  <a:pt x="240261" y="175049"/>
                </a:lnTo>
                <a:cubicBezTo>
                  <a:pt x="240261" y="171793"/>
                  <a:pt x="237386" y="169559"/>
                  <a:pt x="234766" y="169559"/>
                </a:cubicBezTo>
                <a:cubicBezTo>
                  <a:pt x="233361" y="169559"/>
                  <a:pt x="231891" y="170197"/>
                  <a:pt x="230805" y="171282"/>
                </a:cubicBezTo>
                <a:cubicBezTo>
                  <a:pt x="230102" y="171985"/>
                  <a:pt x="229207" y="173261"/>
                  <a:pt x="229207" y="175049"/>
                </a:cubicBezTo>
                <a:lnTo>
                  <a:pt x="229207" y="190307"/>
                </a:lnTo>
                <a:cubicBezTo>
                  <a:pt x="229207" y="193818"/>
                  <a:pt x="226331" y="196690"/>
                  <a:pt x="222817" y="196690"/>
                </a:cubicBezTo>
                <a:cubicBezTo>
                  <a:pt x="219303" y="196690"/>
                  <a:pt x="216427" y="193818"/>
                  <a:pt x="216427" y="190307"/>
                </a:cubicBezTo>
                <a:lnTo>
                  <a:pt x="216427" y="163175"/>
                </a:lnTo>
                <a:cubicBezTo>
                  <a:pt x="216427" y="159919"/>
                  <a:pt x="213552" y="157684"/>
                  <a:pt x="210932" y="157684"/>
                </a:cubicBezTo>
                <a:cubicBezTo>
                  <a:pt x="209526" y="157684"/>
                  <a:pt x="208056" y="158323"/>
                  <a:pt x="206970" y="159408"/>
                </a:cubicBezTo>
                <a:cubicBezTo>
                  <a:pt x="206267" y="160110"/>
                  <a:pt x="205373" y="161387"/>
                  <a:pt x="205373" y="163175"/>
                </a:cubicBezTo>
                <a:lnTo>
                  <a:pt x="205373" y="181050"/>
                </a:lnTo>
                <a:cubicBezTo>
                  <a:pt x="205373" y="184561"/>
                  <a:pt x="202497" y="187434"/>
                  <a:pt x="198983" y="187434"/>
                </a:cubicBezTo>
                <a:cubicBezTo>
                  <a:pt x="195468" y="187434"/>
                  <a:pt x="192593" y="184561"/>
                  <a:pt x="192593" y="181050"/>
                </a:cubicBezTo>
                <a:lnTo>
                  <a:pt x="192593" y="163238"/>
                </a:lnTo>
                <a:cubicBezTo>
                  <a:pt x="192593" y="163238"/>
                  <a:pt x="192593" y="163238"/>
                  <a:pt x="192593" y="163238"/>
                </a:cubicBezTo>
                <a:cubicBezTo>
                  <a:pt x="192593" y="163238"/>
                  <a:pt x="192593" y="163238"/>
                  <a:pt x="192593" y="163238"/>
                </a:cubicBezTo>
                <a:lnTo>
                  <a:pt x="192593" y="151364"/>
                </a:lnTo>
                <a:cubicBezTo>
                  <a:pt x="192593" y="148108"/>
                  <a:pt x="189717" y="145874"/>
                  <a:pt x="187097" y="145874"/>
                </a:cubicBezTo>
                <a:cubicBezTo>
                  <a:pt x="185692" y="145874"/>
                  <a:pt x="184222" y="146512"/>
                  <a:pt x="183135" y="147598"/>
                </a:cubicBezTo>
                <a:cubicBezTo>
                  <a:pt x="182433" y="148300"/>
                  <a:pt x="181538" y="149577"/>
                  <a:pt x="181538" y="151364"/>
                </a:cubicBezTo>
                <a:lnTo>
                  <a:pt x="181538" y="175176"/>
                </a:lnTo>
                <a:cubicBezTo>
                  <a:pt x="181538" y="178688"/>
                  <a:pt x="178662" y="181560"/>
                  <a:pt x="175148" y="181560"/>
                </a:cubicBezTo>
                <a:cubicBezTo>
                  <a:pt x="171634" y="181560"/>
                  <a:pt x="168758" y="178688"/>
                  <a:pt x="168758" y="175176"/>
                </a:cubicBezTo>
                <a:lnTo>
                  <a:pt x="168758" y="151364"/>
                </a:lnTo>
                <a:cubicBezTo>
                  <a:pt x="168758" y="151364"/>
                  <a:pt x="168758" y="151364"/>
                  <a:pt x="168758" y="151364"/>
                </a:cubicBezTo>
                <a:lnTo>
                  <a:pt x="168758" y="115742"/>
                </a:lnTo>
                <a:cubicBezTo>
                  <a:pt x="168758" y="112486"/>
                  <a:pt x="165883" y="110251"/>
                  <a:pt x="163263" y="110251"/>
                </a:cubicBezTo>
                <a:cubicBezTo>
                  <a:pt x="161857" y="110251"/>
                  <a:pt x="160387" y="110890"/>
                  <a:pt x="159301" y="111975"/>
                </a:cubicBezTo>
                <a:cubicBezTo>
                  <a:pt x="158598" y="112677"/>
                  <a:pt x="157704" y="113954"/>
                  <a:pt x="157704" y="115742"/>
                </a:cubicBezTo>
                <a:lnTo>
                  <a:pt x="157704" y="198989"/>
                </a:lnTo>
                <a:cubicBezTo>
                  <a:pt x="157704" y="202500"/>
                  <a:pt x="154828" y="205373"/>
                  <a:pt x="151314" y="205373"/>
                </a:cubicBezTo>
                <a:cubicBezTo>
                  <a:pt x="147799" y="205373"/>
                  <a:pt x="144924" y="202500"/>
                  <a:pt x="144924" y="198989"/>
                </a:cubicBezTo>
                <a:lnTo>
                  <a:pt x="144924" y="187115"/>
                </a:lnTo>
                <a:cubicBezTo>
                  <a:pt x="144924" y="179581"/>
                  <a:pt x="142240" y="174219"/>
                  <a:pt x="137192" y="171729"/>
                </a:cubicBezTo>
                <a:cubicBezTo>
                  <a:pt x="136170" y="171218"/>
                  <a:pt x="135339" y="171601"/>
                  <a:pt x="134955" y="171793"/>
                </a:cubicBezTo>
                <a:cubicBezTo>
                  <a:pt x="134508" y="172048"/>
                  <a:pt x="133933" y="172623"/>
                  <a:pt x="133933" y="173644"/>
                </a:cubicBezTo>
                <a:lnTo>
                  <a:pt x="133933" y="216864"/>
                </a:lnTo>
                <a:cubicBezTo>
                  <a:pt x="133933" y="232249"/>
                  <a:pt x="143134" y="241506"/>
                  <a:pt x="146010" y="243932"/>
                </a:cubicBezTo>
                <a:cubicBezTo>
                  <a:pt x="153870" y="250827"/>
                  <a:pt x="163710" y="259381"/>
                  <a:pt x="163710" y="276299"/>
                </a:cubicBezTo>
                <a:lnTo>
                  <a:pt x="163710" y="294110"/>
                </a:lnTo>
                <a:cubicBezTo>
                  <a:pt x="163710" y="297621"/>
                  <a:pt x="160835" y="300494"/>
                  <a:pt x="157320" y="300494"/>
                </a:cubicBezTo>
                <a:cubicBezTo>
                  <a:pt x="153806" y="300494"/>
                  <a:pt x="150930" y="297621"/>
                  <a:pt x="150930" y="294110"/>
                </a:cubicBezTo>
                <a:lnTo>
                  <a:pt x="150930" y="276299"/>
                </a:lnTo>
                <a:cubicBezTo>
                  <a:pt x="150930" y="265191"/>
                  <a:pt x="144732" y="259828"/>
                  <a:pt x="137575" y="253572"/>
                </a:cubicBezTo>
                <a:cubicBezTo>
                  <a:pt x="127287" y="244570"/>
                  <a:pt x="121153" y="230845"/>
                  <a:pt x="121153" y="216864"/>
                </a:cubicBezTo>
                <a:lnTo>
                  <a:pt x="121153" y="173644"/>
                </a:lnTo>
                <a:cubicBezTo>
                  <a:pt x="121153" y="168473"/>
                  <a:pt x="123773" y="163685"/>
                  <a:pt x="128182" y="160940"/>
                </a:cubicBezTo>
                <a:cubicBezTo>
                  <a:pt x="132655" y="158195"/>
                  <a:pt x="138150" y="157940"/>
                  <a:pt x="142815" y="160238"/>
                </a:cubicBezTo>
                <a:cubicBezTo>
                  <a:pt x="143454" y="160557"/>
                  <a:pt x="144157" y="160940"/>
                  <a:pt x="144924" y="161387"/>
                </a:cubicBezTo>
                <a:lnTo>
                  <a:pt x="144924" y="115742"/>
                </a:lnTo>
                <a:cubicBezTo>
                  <a:pt x="144924" y="110954"/>
                  <a:pt x="146777" y="106357"/>
                  <a:pt x="150227" y="102910"/>
                </a:cubicBezTo>
                <a:cubicBezTo>
                  <a:pt x="153678" y="99462"/>
                  <a:pt x="158406" y="97420"/>
                  <a:pt x="163199" y="97420"/>
                </a:cubicBezTo>
                <a:cubicBezTo>
                  <a:pt x="173295" y="97420"/>
                  <a:pt x="181474" y="105591"/>
                  <a:pt x="181474" y="115678"/>
                </a:cubicBezTo>
                <a:lnTo>
                  <a:pt x="181474" y="134064"/>
                </a:lnTo>
                <a:cubicBezTo>
                  <a:pt x="183263" y="133489"/>
                  <a:pt x="185116" y="133106"/>
                  <a:pt x="186970" y="133106"/>
                </a:cubicBezTo>
                <a:cubicBezTo>
                  <a:pt x="195276" y="133106"/>
                  <a:pt x="202178" y="138660"/>
                  <a:pt x="204414" y="146257"/>
                </a:cubicBezTo>
                <a:cubicBezTo>
                  <a:pt x="206459" y="145491"/>
                  <a:pt x="208568" y="145044"/>
                  <a:pt x="210740" y="145044"/>
                </a:cubicBezTo>
                <a:cubicBezTo>
                  <a:pt x="219047" y="145044"/>
                  <a:pt x="225948" y="150598"/>
                  <a:pt x="228184" y="158195"/>
                </a:cubicBezTo>
                <a:cubicBezTo>
                  <a:pt x="230229" y="157429"/>
                  <a:pt x="232338" y="156982"/>
                  <a:pt x="234511" y="156982"/>
                </a:cubicBezTo>
                <a:cubicBezTo>
                  <a:pt x="244607" y="156982"/>
                  <a:pt x="252786" y="165154"/>
                  <a:pt x="252786" y="175240"/>
                </a:cubicBezTo>
                <a:lnTo>
                  <a:pt x="252786" y="227206"/>
                </a:lnTo>
                <a:close/>
              </a:path>
            </a:pathLst>
          </a:custGeom>
          <a:solidFill>
            <a:srgbClr val="00A3E0"/>
          </a:solidFill>
          <a:ln w="6390" cap="flat">
            <a:noFill/>
            <a:prstDash val="solid"/>
            <a:miter/>
          </a:ln>
        </p:spPr>
        <p:txBody>
          <a:bodyPr rtlCol="0" anchor="ctr"/>
          <a:lstStyle/>
          <a:p>
            <a:endParaRPr lang="en-US"/>
          </a:p>
        </p:txBody>
      </p:sp>
      <p:sp>
        <p:nvSpPr>
          <p:cNvPr id="960" name="Graphic 4">
            <a:extLst>
              <a:ext uri="{FF2B5EF4-FFF2-40B4-BE49-F238E27FC236}">
                <a16:creationId xmlns:a16="http://schemas.microsoft.com/office/drawing/2014/main" id="{03FAEEEE-8A89-5B42-874E-095693C623AC}"/>
              </a:ext>
            </a:extLst>
          </p:cNvPr>
          <p:cNvSpPr/>
          <p:nvPr/>
        </p:nvSpPr>
        <p:spPr>
          <a:xfrm>
            <a:off x="5099233" y="4792937"/>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115210 w 362309"/>
              <a:gd name="connsiteY5" fmla="*/ 126914 h 361971"/>
              <a:gd name="connsiteX6" fmla="*/ 70225 w 362309"/>
              <a:gd name="connsiteY6" fmla="*/ 126914 h 361971"/>
              <a:gd name="connsiteX7" fmla="*/ 75785 w 362309"/>
              <a:gd name="connsiteY7" fmla="*/ 132468 h 361971"/>
              <a:gd name="connsiteX8" fmla="*/ 75785 w 362309"/>
              <a:gd name="connsiteY8" fmla="*/ 141469 h 361971"/>
              <a:gd name="connsiteX9" fmla="*/ 71248 w 362309"/>
              <a:gd name="connsiteY9" fmla="*/ 143320 h 361971"/>
              <a:gd name="connsiteX10" fmla="*/ 66711 w 362309"/>
              <a:gd name="connsiteY10" fmla="*/ 141469 h 361971"/>
              <a:gd name="connsiteX11" fmla="*/ 50225 w 362309"/>
              <a:gd name="connsiteY11" fmla="*/ 124998 h 361971"/>
              <a:gd name="connsiteX12" fmla="*/ 48819 w 362309"/>
              <a:gd name="connsiteY12" fmla="*/ 122892 h 361971"/>
              <a:gd name="connsiteX13" fmla="*/ 48819 w 362309"/>
              <a:gd name="connsiteY13" fmla="*/ 118040 h 361971"/>
              <a:gd name="connsiteX14" fmla="*/ 50225 w 362309"/>
              <a:gd name="connsiteY14" fmla="*/ 115933 h 361971"/>
              <a:gd name="connsiteX15" fmla="*/ 66711 w 362309"/>
              <a:gd name="connsiteY15" fmla="*/ 99462 h 361971"/>
              <a:gd name="connsiteX16" fmla="*/ 75721 w 362309"/>
              <a:gd name="connsiteY16" fmla="*/ 99462 h 361971"/>
              <a:gd name="connsiteX17" fmla="*/ 75721 w 362309"/>
              <a:gd name="connsiteY17" fmla="*/ 108464 h 361971"/>
              <a:gd name="connsiteX18" fmla="*/ 70161 w 362309"/>
              <a:gd name="connsiteY18" fmla="*/ 114018 h 361971"/>
              <a:gd name="connsiteX19" fmla="*/ 115210 w 362309"/>
              <a:gd name="connsiteY19" fmla="*/ 114018 h 361971"/>
              <a:gd name="connsiteX20" fmla="*/ 121600 w 362309"/>
              <a:gd name="connsiteY20" fmla="*/ 120402 h 361971"/>
              <a:gd name="connsiteX21" fmla="*/ 115210 w 362309"/>
              <a:gd name="connsiteY21" fmla="*/ 126914 h 361971"/>
              <a:gd name="connsiteX22" fmla="*/ 130802 w 362309"/>
              <a:gd name="connsiteY22" fmla="*/ 120530 h 361971"/>
              <a:gd name="connsiteX23" fmla="*/ 181155 w 362309"/>
              <a:gd name="connsiteY23" fmla="*/ 70224 h 361971"/>
              <a:gd name="connsiteX24" fmla="*/ 231507 w 362309"/>
              <a:gd name="connsiteY24" fmla="*/ 120530 h 361971"/>
              <a:gd name="connsiteX25" fmla="*/ 230868 w 362309"/>
              <a:gd name="connsiteY25" fmla="*/ 128510 h 361971"/>
              <a:gd name="connsiteX26" fmla="*/ 223584 w 362309"/>
              <a:gd name="connsiteY26" fmla="*/ 133808 h 361971"/>
              <a:gd name="connsiteX27" fmla="*/ 218280 w 362309"/>
              <a:gd name="connsiteY27" fmla="*/ 126530 h 361971"/>
              <a:gd name="connsiteX28" fmla="*/ 218727 w 362309"/>
              <a:gd name="connsiteY28" fmla="*/ 120530 h 361971"/>
              <a:gd name="connsiteX29" fmla="*/ 181155 w 362309"/>
              <a:gd name="connsiteY29" fmla="*/ 82992 h 361971"/>
              <a:gd name="connsiteX30" fmla="*/ 143582 w 362309"/>
              <a:gd name="connsiteY30" fmla="*/ 120530 h 361971"/>
              <a:gd name="connsiteX31" fmla="*/ 150675 w 362309"/>
              <a:gd name="connsiteY31" fmla="*/ 142554 h 361971"/>
              <a:gd name="connsiteX32" fmla="*/ 149269 w 362309"/>
              <a:gd name="connsiteY32" fmla="*/ 151492 h 361971"/>
              <a:gd name="connsiteX33" fmla="*/ 145499 w 362309"/>
              <a:gd name="connsiteY33" fmla="*/ 152705 h 361971"/>
              <a:gd name="connsiteX34" fmla="*/ 140323 w 362309"/>
              <a:gd name="connsiteY34" fmla="*/ 150087 h 361971"/>
              <a:gd name="connsiteX35" fmla="*/ 130802 w 362309"/>
              <a:gd name="connsiteY35" fmla="*/ 120530 h 361971"/>
              <a:gd name="connsiteX36" fmla="*/ 264480 w 362309"/>
              <a:gd name="connsiteY36" fmla="*/ 223631 h 361971"/>
              <a:gd name="connsiteX37" fmla="*/ 258728 w 362309"/>
              <a:gd name="connsiteY37" fmla="*/ 244953 h 361971"/>
              <a:gd name="connsiteX38" fmla="*/ 253489 w 362309"/>
              <a:gd name="connsiteY38" fmla="*/ 263275 h 361971"/>
              <a:gd name="connsiteX39" fmla="*/ 253489 w 362309"/>
              <a:gd name="connsiteY39" fmla="*/ 285236 h 361971"/>
              <a:gd name="connsiteX40" fmla="*/ 247099 w 362309"/>
              <a:gd name="connsiteY40" fmla="*/ 291620 h 361971"/>
              <a:gd name="connsiteX41" fmla="*/ 240709 w 362309"/>
              <a:gd name="connsiteY41" fmla="*/ 285236 h 361971"/>
              <a:gd name="connsiteX42" fmla="*/ 240709 w 362309"/>
              <a:gd name="connsiteY42" fmla="*/ 263275 h 361971"/>
              <a:gd name="connsiteX43" fmla="*/ 247738 w 362309"/>
              <a:gd name="connsiteY43" fmla="*/ 238378 h 361971"/>
              <a:gd name="connsiteX44" fmla="*/ 251700 w 362309"/>
              <a:gd name="connsiteY44" fmla="*/ 223631 h 361971"/>
              <a:gd name="connsiteX45" fmla="*/ 251700 w 362309"/>
              <a:gd name="connsiteY45" fmla="*/ 175432 h 361971"/>
              <a:gd name="connsiteX46" fmla="*/ 247099 w 362309"/>
              <a:gd name="connsiteY46" fmla="*/ 170835 h 361971"/>
              <a:gd name="connsiteX47" fmla="*/ 243840 w 362309"/>
              <a:gd name="connsiteY47" fmla="*/ 172304 h 361971"/>
              <a:gd name="connsiteX48" fmla="*/ 242498 w 362309"/>
              <a:gd name="connsiteY48" fmla="*/ 175432 h 361971"/>
              <a:gd name="connsiteX49" fmla="*/ 242498 w 362309"/>
              <a:gd name="connsiteY49" fmla="*/ 189540 h 361971"/>
              <a:gd name="connsiteX50" fmla="*/ 236108 w 362309"/>
              <a:gd name="connsiteY50" fmla="*/ 195924 h 361971"/>
              <a:gd name="connsiteX51" fmla="*/ 229718 w 362309"/>
              <a:gd name="connsiteY51" fmla="*/ 189540 h 361971"/>
              <a:gd name="connsiteX52" fmla="*/ 229718 w 362309"/>
              <a:gd name="connsiteY52" fmla="*/ 164451 h 361971"/>
              <a:gd name="connsiteX53" fmla="*/ 225117 w 362309"/>
              <a:gd name="connsiteY53" fmla="*/ 159855 h 361971"/>
              <a:gd name="connsiteX54" fmla="*/ 221858 w 362309"/>
              <a:gd name="connsiteY54" fmla="*/ 161323 h 361971"/>
              <a:gd name="connsiteX55" fmla="*/ 220517 w 362309"/>
              <a:gd name="connsiteY55" fmla="*/ 164451 h 361971"/>
              <a:gd name="connsiteX56" fmla="*/ 220517 w 362309"/>
              <a:gd name="connsiteY56" fmla="*/ 180922 h 361971"/>
              <a:gd name="connsiteX57" fmla="*/ 214127 w 362309"/>
              <a:gd name="connsiteY57" fmla="*/ 187306 h 361971"/>
              <a:gd name="connsiteX58" fmla="*/ 207737 w 362309"/>
              <a:gd name="connsiteY58" fmla="*/ 180922 h 361971"/>
              <a:gd name="connsiteX59" fmla="*/ 207737 w 362309"/>
              <a:gd name="connsiteY59" fmla="*/ 164451 h 361971"/>
              <a:gd name="connsiteX60" fmla="*/ 207737 w 362309"/>
              <a:gd name="connsiteY60" fmla="*/ 164451 h 361971"/>
              <a:gd name="connsiteX61" fmla="*/ 207737 w 362309"/>
              <a:gd name="connsiteY61" fmla="*/ 164451 h 361971"/>
              <a:gd name="connsiteX62" fmla="*/ 207737 w 362309"/>
              <a:gd name="connsiteY62" fmla="*/ 153471 h 361971"/>
              <a:gd name="connsiteX63" fmla="*/ 203136 w 362309"/>
              <a:gd name="connsiteY63" fmla="*/ 148874 h 361971"/>
              <a:gd name="connsiteX64" fmla="*/ 199813 w 362309"/>
              <a:gd name="connsiteY64" fmla="*/ 150343 h 361971"/>
              <a:gd name="connsiteX65" fmla="*/ 198535 w 362309"/>
              <a:gd name="connsiteY65" fmla="*/ 153471 h 361971"/>
              <a:gd name="connsiteX66" fmla="*/ 198535 w 362309"/>
              <a:gd name="connsiteY66" fmla="*/ 175432 h 361971"/>
              <a:gd name="connsiteX67" fmla="*/ 192145 w 362309"/>
              <a:gd name="connsiteY67" fmla="*/ 181816 h 361971"/>
              <a:gd name="connsiteX68" fmla="*/ 185756 w 362309"/>
              <a:gd name="connsiteY68" fmla="*/ 175432 h 361971"/>
              <a:gd name="connsiteX69" fmla="*/ 185756 w 362309"/>
              <a:gd name="connsiteY69" fmla="*/ 153471 h 361971"/>
              <a:gd name="connsiteX70" fmla="*/ 185756 w 362309"/>
              <a:gd name="connsiteY70" fmla="*/ 153471 h 361971"/>
              <a:gd name="connsiteX71" fmla="*/ 185756 w 362309"/>
              <a:gd name="connsiteY71" fmla="*/ 120530 h 361971"/>
              <a:gd name="connsiteX72" fmla="*/ 181155 w 362309"/>
              <a:gd name="connsiteY72" fmla="*/ 115933 h 361971"/>
              <a:gd name="connsiteX73" fmla="*/ 177832 w 362309"/>
              <a:gd name="connsiteY73" fmla="*/ 117401 h 361971"/>
              <a:gd name="connsiteX74" fmla="*/ 176490 w 362309"/>
              <a:gd name="connsiteY74" fmla="*/ 120530 h 361971"/>
              <a:gd name="connsiteX75" fmla="*/ 176490 w 362309"/>
              <a:gd name="connsiteY75" fmla="*/ 197393 h 361971"/>
              <a:gd name="connsiteX76" fmla="*/ 170100 w 362309"/>
              <a:gd name="connsiteY76" fmla="*/ 203777 h 361971"/>
              <a:gd name="connsiteX77" fmla="*/ 163710 w 362309"/>
              <a:gd name="connsiteY77" fmla="*/ 197393 h 361971"/>
              <a:gd name="connsiteX78" fmla="*/ 163710 w 362309"/>
              <a:gd name="connsiteY78" fmla="*/ 186412 h 361971"/>
              <a:gd name="connsiteX79" fmla="*/ 156809 w 362309"/>
              <a:gd name="connsiteY79" fmla="*/ 172623 h 361971"/>
              <a:gd name="connsiteX80" fmla="*/ 155211 w 362309"/>
              <a:gd name="connsiteY80" fmla="*/ 172687 h 361971"/>
              <a:gd name="connsiteX81" fmla="*/ 154509 w 362309"/>
              <a:gd name="connsiteY81" fmla="*/ 173964 h 361971"/>
              <a:gd name="connsiteX82" fmla="*/ 154509 w 362309"/>
              <a:gd name="connsiteY82" fmla="*/ 213863 h 361971"/>
              <a:gd name="connsiteX83" fmla="*/ 165499 w 362309"/>
              <a:gd name="connsiteY83" fmla="*/ 238505 h 361971"/>
              <a:gd name="connsiteX84" fmla="*/ 181985 w 362309"/>
              <a:gd name="connsiteY84" fmla="*/ 268766 h 361971"/>
              <a:gd name="connsiteX85" fmla="*/ 181985 w 362309"/>
              <a:gd name="connsiteY85" fmla="*/ 285236 h 361971"/>
              <a:gd name="connsiteX86" fmla="*/ 175595 w 362309"/>
              <a:gd name="connsiteY86" fmla="*/ 291620 h 361971"/>
              <a:gd name="connsiteX87" fmla="*/ 169205 w 362309"/>
              <a:gd name="connsiteY87" fmla="*/ 285236 h 361971"/>
              <a:gd name="connsiteX88" fmla="*/ 169205 w 362309"/>
              <a:gd name="connsiteY88" fmla="*/ 268766 h 361971"/>
              <a:gd name="connsiteX89" fmla="*/ 157065 w 362309"/>
              <a:gd name="connsiteY89" fmla="*/ 248145 h 361971"/>
              <a:gd name="connsiteX90" fmla="*/ 141729 w 362309"/>
              <a:gd name="connsiteY90" fmla="*/ 213863 h 361971"/>
              <a:gd name="connsiteX91" fmla="*/ 141729 w 362309"/>
              <a:gd name="connsiteY91" fmla="*/ 173964 h 361971"/>
              <a:gd name="connsiteX92" fmla="*/ 148502 w 362309"/>
              <a:gd name="connsiteY92" fmla="*/ 161834 h 361971"/>
              <a:gd name="connsiteX93" fmla="*/ 162496 w 362309"/>
              <a:gd name="connsiteY93" fmla="*/ 161196 h 361971"/>
              <a:gd name="connsiteX94" fmla="*/ 163710 w 362309"/>
              <a:gd name="connsiteY94" fmla="*/ 161898 h 361971"/>
              <a:gd name="connsiteX95" fmla="*/ 163710 w 362309"/>
              <a:gd name="connsiteY95" fmla="*/ 120530 h 361971"/>
              <a:gd name="connsiteX96" fmla="*/ 168758 w 362309"/>
              <a:gd name="connsiteY96" fmla="*/ 108336 h 361971"/>
              <a:gd name="connsiteX97" fmla="*/ 181091 w 362309"/>
              <a:gd name="connsiteY97" fmla="*/ 103165 h 361971"/>
              <a:gd name="connsiteX98" fmla="*/ 198471 w 362309"/>
              <a:gd name="connsiteY98" fmla="*/ 120530 h 361971"/>
              <a:gd name="connsiteX99" fmla="*/ 198471 w 362309"/>
              <a:gd name="connsiteY99" fmla="*/ 136809 h 361971"/>
              <a:gd name="connsiteX100" fmla="*/ 203072 w 362309"/>
              <a:gd name="connsiteY100" fmla="*/ 136106 h 361971"/>
              <a:gd name="connsiteX101" fmla="*/ 219494 w 362309"/>
              <a:gd name="connsiteY101" fmla="*/ 148108 h 361971"/>
              <a:gd name="connsiteX102" fmla="*/ 225053 w 362309"/>
              <a:gd name="connsiteY102" fmla="*/ 147087 h 361971"/>
              <a:gd name="connsiteX103" fmla="*/ 241476 w 362309"/>
              <a:gd name="connsiteY103" fmla="*/ 159089 h 361971"/>
              <a:gd name="connsiteX104" fmla="*/ 247035 w 362309"/>
              <a:gd name="connsiteY104" fmla="*/ 158067 h 361971"/>
              <a:gd name="connsiteX105" fmla="*/ 264416 w 362309"/>
              <a:gd name="connsiteY105" fmla="*/ 175432 h 361971"/>
              <a:gd name="connsiteX106" fmla="*/ 264416 w 362309"/>
              <a:gd name="connsiteY106" fmla="*/ 223631 h 361971"/>
              <a:gd name="connsiteX107" fmla="*/ 295599 w 362309"/>
              <a:gd name="connsiteY107" fmla="*/ 141533 h 361971"/>
              <a:gd name="connsiteX108" fmla="*/ 291062 w 362309"/>
              <a:gd name="connsiteY108" fmla="*/ 143384 h 361971"/>
              <a:gd name="connsiteX109" fmla="*/ 286525 w 362309"/>
              <a:gd name="connsiteY109" fmla="*/ 141533 h 361971"/>
              <a:gd name="connsiteX110" fmla="*/ 286525 w 362309"/>
              <a:gd name="connsiteY110" fmla="*/ 132531 h 361971"/>
              <a:gd name="connsiteX111" fmla="*/ 292084 w 362309"/>
              <a:gd name="connsiteY111" fmla="*/ 126977 h 361971"/>
              <a:gd name="connsiteX112" fmla="*/ 247035 w 362309"/>
              <a:gd name="connsiteY112" fmla="*/ 126977 h 361971"/>
              <a:gd name="connsiteX113" fmla="*/ 240645 w 362309"/>
              <a:gd name="connsiteY113" fmla="*/ 120593 h 361971"/>
              <a:gd name="connsiteX114" fmla="*/ 247035 w 362309"/>
              <a:gd name="connsiteY114" fmla="*/ 114209 h 361971"/>
              <a:gd name="connsiteX115" fmla="*/ 292084 w 362309"/>
              <a:gd name="connsiteY115" fmla="*/ 114209 h 361971"/>
              <a:gd name="connsiteX116" fmla="*/ 286525 w 362309"/>
              <a:gd name="connsiteY116" fmla="*/ 108655 h 361971"/>
              <a:gd name="connsiteX117" fmla="*/ 286525 w 362309"/>
              <a:gd name="connsiteY117" fmla="*/ 99654 h 361971"/>
              <a:gd name="connsiteX118" fmla="*/ 295535 w 362309"/>
              <a:gd name="connsiteY118" fmla="*/ 99654 h 361971"/>
              <a:gd name="connsiteX119" fmla="*/ 312021 w 362309"/>
              <a:gd name="connsiteY119" fmla="*/ 116125 h 361971"/>
              <a:gd name="connsiteX120" fmla="*/ 313426 w 362309"/>
              <a:gd name="connsiteY120" fmla="*/ 118231 h 361971"/>
              <a:gd name="connsiteX121" fmla="*/ 313426 w 362309"/>
              <a:gd name="connsiteY121" fmla="*/ 123083 h 361971"/>
              <a:gd name="connsiteX122" fmla="*/ 312021 w 362309"/>
              <a:gd name="connsiteY122" fmla="*/ 125190 h 361971"/>
              <a:gd name="connsiteX123" fmla="*/ 295599 w 362309"/>
              <a:gd name="connsiteY123" fmla="*/ 14153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362309" h="361971">
                <a:moveTo>
                  <a:pt x="181155" y="0"/>
                </a:moveTo>
                <a:cubicBezTo>
                  <a:pt x="81088" y="0"/>
                  <a:pt x="0" y="81013"/>
                  <a:pt x="0" y="180986"/>
                </a:cubicBezTo>
                <a:cubicBezTo>
                  <a:pt x="0" y="280959"/>
                  <a:pt x="81088" y="361971"/>
                  <a:pt x="181155" y="361971"/>
                </a:cubicBezTo>
                <a:cubicBezTo>
                  <a:pt x="281221" y="361971"/>
                  <a:pt x="362310" y="280959"/>
                  <a:pt x="362310" y="180986"/>
                </a:cubicBezTo>
                <a:cubicBezTo>
                  <a:pt x="362310" y="81013"/>
                  <a:pt x="281221" y="0"/>
                  <a:pt x="181155" y="0"/>
                </a:cubicBezTo>
                <a:close/>
                <a:moveTo>
                  <a:pt x="115210" y="126914"/>
                </a:moveTo>
                <a:lnTo>
                  <a:pt x="70225" y="126914"/>
                </a:lnTo>
                <a:lnTo>
                  <a:pt x="75785" y="132468"/>
                </a:lnTo>
                <a:cubicBezTo>
                  <a:pt x="78277" y="134957"/>
                  <a:pt x="78277" y="138979"/>
                  <a:pt x="75785" y="141469"/>
                </a:cubicBezTo>
                <a:cubicBezTo>
                  <a:pt x="74506" y="142746"/>
                  <a:pt x="72909" y="143320"/>
                  <a:pt x="71248" y="143320"/>
                </a:cubicBezTo>
                <a:cubicBezTo>
                  <a:pt x="69587" y="143320"/>
                  <a:pt x="67989" y="142682"/>
                  <a:pt x="66711" y="141469"/>
                </a:cubicBezTo>
                <a:lnTo>
                  <a:pt x="50225" y="124998"/>
                </a:lnTo>
                <a:cubicBezTo>
                  <a:pt x="49650" y="124424"/>
                  <a:pt x="49139" y="123722"/>
                  <a:pt x="48819" y="122892"/>
                </a:cubicBezTo>
                <a:cubicBezTo>
                  <a:pt x="48180" y="121359"/>
                  <a:pt x="48180" y="119572"/>
                  <a:pt x="48819" y="118040"/>
                </a:cubicBezTo>
                <a:cubicBezTo>
                  <a:pt x="49139" y="117274"/>
                  <a:pt x="49586" y="116571"/>
                  <a:pt x="50225" y="115933"/>
                </a:cubicBezTo>
                <a:lnTo>
                  <a:pt x="66711" y="99462"/>
                </a:lnTo>
                <a:cubicBezTo>
                  <a:pt x="69203" y="96973"/>
                  <a:pt x="73228" y="96973"/>
                  <a:pt x="75721" y="99462"/>
                </a:cubicBezTo>
                <a:cubicBezTo>
                  <a:pt x="78213" y="101952"/>
                  <a:pt x="78213" y="105974"/>
                  <a:pt x="75721" y="108464"/>
                </a:cubicBezTo>
                <a:lnTo>
                  <a:pt x="70161" y="114018"/>
                </a:lnTo>
                <a:lnTo>
                  <a:pt x="115210" y="114018"/>
                </a:lnTo>
                <a:cubicBezTo>
                  <a:pt x="118725" y="114018"/>
                  <a:pt x="121600" y="116891"/>
                  <a:pt x="121600" y="120402"/>
                </a:cubicBezTo>
                <a:cubicBezTo>
                  <a:pt x="121600" y="123913"/>
                  <a:pt x="118725" y="126914"/>
                  <a:pt x="115210" y="126914"/>
                </a:cubicBezTo>
                <a:close/>
                <a:moveTo>
                  <a:pt x="130802" y="120530"/>
                </a:moveTo>
                <a:cubicBezTo>
                  <a:pt x="130802" y="92823"/>
                  <a:pt x="153422" y="70224"/>
                  <a:pt x="181155" y="70224"/>
                </a:cubicBezTo>
                <a:cubicBezTo>
                  <a:pt x="208887" y="70224"/>
                  <a:pt x="231507" y="92823"/>
                  <a:pt x="231507" y="120530"/>
                </a:cubicBezTo>
                <a:cubicBezTo>
                  <a:pt x="231507" y="123211"/>
                  <a:pt x="231316" y="125892"/>
                  <a:pt x="230868" y="128510"/>
                </a:cubicBezTo>
                <a:cubicBezTo>
                  <a:pt x="230293" y="131957"/>
                  <a:pt x="227034" y="134383"/>
                  <a:pt x="223584" y="133808"/>
                </a:cubicBezTo>
                <a:cubicBezTo>
                  <a:pt x="220069" y="133234"/>
                  <a:pt x="217705" y="129978"/>
                  <a:pt x="218280" y="126530"/>
                </a:cubicBezTo>
                <a:cubicBezTo>
                  <a:pt x="218600" y="124551"/>
                  <a:pt x="218727" y="122572"/>
                  <a:pt x="218727" y="120530"/>
                </a:cubicBezTo>
                <a:cubicBezTo>
                  <a:pt x="218727" y="99845"/>
                  <a:pt x="201858" y="82992"/>
                  <a:pt x="181155" y="82992"/>
                </a:cubicBezTo>
                <a:cubicBezTo>
                  <a:pt x="160451" y="82992"/>
                  <a:pt x="143582" y="99845"/>
                  <a:pt x="143582" y="120530"/>
                </a:cubicBezTo>
                <a:cubicBezTo>
                  <a:pt x="143582" y="128510"/>
                  <a:pt x="146074" y="136106"/>
                  <a:pt x="150675" y="142554"/>
                </a:cubicBezTo>
                <a:cubicBezTo>
                  <a:pt x="152719" y="145427"/>
                  <a:pt x="152080" y="149385"/>
                  <a:pt x="149269" y="151492"/>
                </a:cubicBezTo>
                <a:cubicBezTo>
                  <a:pt x="148119" y="152322"/>
                  <a:pt x="146841" y="152705"/>
                  <a:pt x="145499" y="152705"/>
                </a:cubicBezTo>
                <a:cubicBezTo>
                  <a:pt x="143518" y="152705"/>
                  <a:pt x="141537" y="151811"/>
                  <a:pt x="140323" y="150087"/>
                </a:cubicBezTo>
                <a:cubicBezTo>
                  <a:pt x="134125" y="141405"/>
                  <a:pt x="130802" y="131255"/>
                  <a:pt x="130802" y="120530"/>
                </a:cubicBezTo>
                <a:close/>
                <a:moveTo>
                  <a:pt x="264480" y="223631"/>
                </a:moveTo>
                <a:cubicBezTo>
                  <a:pt x="264480" y="231292"/>
                  <a:pt x="262499" y="238697"/>
                  <a:pt x="258728" y="244953"/>
                </a:cubicBezTo>
                <a:cubicBezTo>
                  <a:pt x="253489" y="253635"/>
                  <a:pt x="253489" y="255104"/>
                  <a:pt x="253489" y="263275"/>
                </a:cubicBezTo>
                <a:lnTo>
                  <a:pt x="253489" y="285236"/>
                </a:lnTo>
                <a:cubicBezTo>
                  <a:pt x="253489" y="288747"/>
                  <a:pt x="250613" y="291620"/>
                  <a:pt x="247099" y="291620"/>
                </a:cubicBezTo>
                <a:cubicBezTo>
                  <a:pt x="243584" y="291620"/>
                  <a:pt x="240709" y="288747"/>
                  <a:pt x="240709" y="285236"/>
                </a:cubicBezTo>
                <a:lnTo>
                  <a:pt x="240709" y="263275"/>
                </a:lnTo>
                <a:cubicBezTo>
                  <a:pt x="240709" y="253508"/>
                  <a:pt x="241028" y="249550"/>
                  <a:pt x="247738" y="238378"/>
                </a:cubicBezTo>
                <a:cubicBezTo>
                  <a:pt x="250294" y="234101"/>
                  <a:pt x="251700" y="228993"/>
                  <a:pt x="251700" y="223631"/>
                </a:cubicBezTo>
                <a:lnTo>
                  <a:pt x="251700" y="175432"/>
                </a:lnTo>
                <a:cubicBezTo>
                  <a:pt x="251700" y="172495"/>
                  <a:pt x="248952" y="170835"/>
                  <a:pt x="247099" y="170835"/>
                </a:cubicBezTo>
                <a:cubicBezTo>
                  <a:pt x="245949" y="170835"/>
                  <a:pt x="244735" y="171346"/>
                  <a:pt x="243840" y="172304"/>
                </a:cubicBezTo>
                <a:cubicBezTo>
                  <a:pt x="243265" y="172878"/>
                  <a:pt x="242498" y="173964"/>
                  <a:pt x="242498" y="175432"/>
                </a:cubicBezTo>
                <a:lnTo>
                  <a:pt x="242498" y="189540"/>
                </a:lnTo>
                <a:cubicBezTo>
                  <a:pt x="242498" y="193052"/>
                  <a:pt x="239623" y="195924"/>
                  <a:pt x="236108" y="195924"/>
                </a:cubicBezTo>
                <a:cubicBezTo>
                  <a:pt x="232593" y="195924"/>
                  <a:pt x="229718" y="193052"/>
                  <a:pt x="229718" y="189540"/>
                </a:cubicBezTo>
                <a:lnTo>
                  <a:pt x="229718" y="164451"/>
                </a:lnTo>
                <a:cubicBezTo>
                  <a:pt x="229718" y="161515"/>
                  <a:pt x="226971" y="159855"/>
                  <a:pt x="225117" y="159855"/>
                </a:cubicBezTo>
                <a:cubicBezTo>
                  <a:pt x="223967" y="159855"/>
                  <a:pt x="222753" y="160366"/>
                  <a:pt x="221858" y="161323"/>
                </a:cubicBezTo>
                <a:cubicBezTo>
                  <a:pt x="221284" y="161898"/>
                  <a:pt x="220517" y="162983"/>
                  <a:pt x="220517" y="164451"/>
                </a:cubicBezTo>
                <a:lnTo>
                  <a:pt x="220517" y="180922"/>
                </a:lnTo>
                <a:cubicBezTo>
                  <a:pt x="220517" y="184433"/>
                  <a:pt x="217641" y="187306"/>
                  <a:pt x="214127" y="187306"/>
                </a:cubicBezTo>
                <a:cubicBezTo>
                  <a:pt x="210612" y="187306"/>
                  <a:pt x="207737" y="184433"/>
                  <a:pt x="207737" y="180922"/>
                </a:cubicBezTo>
                <a:lnTo>
                  <a:pt x="207737" y="164451"/>
                </a:lnTo>
                <a:cubicBezTo>
                  <a:pt x="207737" y="164451"/>
                  <a:pt x="207737" y="164451"/>
                  <a:pt x="207737" y="164451"/>
                </a:cubicBezTo>
                <a:cubicBezTo>
                  <a:pt x="207737" y="164451"/>
                  <a:pt x="207737" y="164451"/>
                  <a:pt x="207737" y="164451"/>
                </a:cubicBezTo>
                <a:lnTo>
                  <a:pt x="207737" y="153471"/>
                </a:lnTo>
                <a:cubicBezTo>
                  <a:pt x="207737" y="150534"/>
                  <a:pt x="204989" y="148874"/>
                  <a:pt x="203136" y="148874"/>
                </a:cubicBezTo>
                <a:cubicBezTo>
                  <a:pt x="201986" y="148874"/>
                  <a:pt x="200772" y="149385"/>
                  <a:pt x="199813" y="150343"/>
                </a:cubicBezTo>
                <a:cubicBezTo>
                  <a:pt x="199238" y="150917"/>
                  <a:pt x="198535" y="151939"/>
                  <a:pt x="198535" y="153471"/>
                </a:cubicBezTo>
                <a:lnTo>
                  <a:pt x="198535" y="175432"/>
                </a:lnTo>
                <a:cubicBezTo>
                  <a:pt x="198535" y="178943"/>
                  <a:pt x="195660" y="181816"/>
                  <a:pt x="192145" y="181816"/>
                </a:cubicBezTo>
                <a:cubicBezTo>
                  <a:pt x="188631" y="181816"/>
                  <a:pt x="185756" y="178943"/>
                  <a:pt x="185756" y="175432"/>
                </a:cubicBezTo>
                <a:lnTo>
                  <a:pt x="185756" y="153471"/>
                </a:lnTo>
                <a:cubicBezTo>
                  <a:pt x="185756" y="153471"/>
                  <a:pt x="185756" y="153471"/>
                  <a:pt x="185756" y="153471"/>
                </a:cubicBezTo>
                <a:lnTo>
                  <a:pt x="185756" y="120530"/>
                </a:lnTo>
                <a:cubicBezTo>
                  <a:pt x="185756" y="117593"/>
                  <a:pt x="183008" y="115933"/>
                  <a:pt x="181155" y="115933"/>
                </a:cubicBezTo>
                <a:cubicBezTo>
                  <a:pt x="180004" y="115933"/>
                  <a:pt x="178790" y="116444"/>
                  <a:pt x="177832" y="117401"/>
                </a:cubicBezTo>
                <a:cubicBezTo>
                  <a:pt x="177257" y="117976"/>
                  <a:pt x="176490" y="118997"/>
                  <a:pt x="176490" y="120530"/>
                </a:cubicBezTo>
                <a:lnTo>
                  <a:pt x="176490" y="197393"/>
                </a:lnTo>
                <a:cubicBezTo>
                  <a:pt x="176490" y="200904"/>
                  <a:pt x="173614" y="203777"/>
                  <a:pt x="170100" y="203777"/>
                </a:cubicBezTo>
                <a:cubicBezTo>
                  <a:pt x="166586" y="203777"/>
                  <a:pt x="163710" y="200904"/>
                  <a:pt x="163710" y="197393"/>
                </a:cubicBezTo>
                <a:lnTo>
                  <a:pt x="163710" y="186412"/>
                </a:lnTo>
                <a:cubicBezTo>
                  <a:pt x="163710" y="181688"/>
                  <a:pt x="162496" y="175432"/>
                  <a:pt x="156809" y="172623"/>
                </a:cubicBezTo>
                <a:cubicBezTo>
                  <a:pt x="156106" y="172240"/>
                  <a:pt x="155467" y="172495"/>
                  <a:pt x="155211" y="172687"/>
                </a:cubicBezTo>
                <a:cubicBezTo>
                  <a:pt x="154764" y="172942"/>
                  <a:pt x="154509" y="173389"/>
                  <a:pt x="154509" y="173964"/>
                </a:cubicBezTo>
                <a:lnTo>
                  <a:pt x="154509" y="213863"/>
                </a:lnTo>
                <a:cubicBezTo>
                  <a:pt x="154509" y="227844"/>
                  <a:pt x="162879" y="236271"/>
                  <a:pt x="165499" y="238505"/>
                </a:cubicBezTo>
                <a:cubicBezTo>
                  <a:pt x="172848" y="244953"/>
                  <a:pt x="181985" y="252933"/>
                  <a:pt x="181985" y="268766"/>
                </a:cubicBezTo>
                <a:lnTo>
                  <a:pt x="181985" y="285236"/>
                </a:lnTo>
                <a:cubicBezTo>
                  <a:pt x="181985" y="288747"/>
                  <a:pt x="179110" y="291620"/>
                  <a:pt x="175595" y="291620"/>
                </a:cubicBezTo>
                <a:cubicBezTo>
                  <a:pt x="172081" y="291620"/>
                  <a:pt x="169205" y="288747"/>
                  <a:pt x="169205" y="285236"/>
                </a:cubicBezTo>
                <a:lnTo>
                  <a:pt x="169205" y="268766"/>
                </a:lnTo>
                <a:cubicBezTo>
                  <a:pt x="169205" y="259253"/>
                  <a:pt x="164605" y="254721"/>
                  <a:pt x="157065" y="248145"/>
                </a:cubicBezTo>
                <a:cubicBezTo>
                  <a:pt x="147480" y="239782"/>
                  <a:pt x="141729" y="226951"/>
                  <a:pt x="141729" y="213863"/>
                </a:cubicBezTo>
                <a:lnTo>
                  <a:pt x="141729" y="173964"/>
                </a:lnTo>
                <a:cubicBezTo>
                  <a:pt x="141729" y="168984"/>
                  <a:pt x="144221" y="164451"/>
                  <a:pt x="148502" y="161834"/>
                </a:cubicBezTo>
                <a:cubicBezTo>
                  <a:pt x="152783" y="159217"/>
                  <a:pt x="158023" y="158961"/>
                  <a:pt x="162496" y="161196"/>
                </a:cubicBezTo>
                <a:cubicBezTo>
                  <a:pt x="162943" y="161387"/>
                  <a:pt x="163327" y="161706"/>
                  <a:pt x="163710" y="161898"/>
                </a:cubicBezTo>
                <a:lnTo>
                  <a:pt x="163710" y="120530"/>
                </a:lnTo>
                <a:cubicBezTo>
                  <a:pt x="163710" y="115933"/>
                  <a:pt x="165499" y="111592"/>
                  <a:pt x="168758" y="108336"/>
                </a:cubicBezTo>
                <a:cubicBezTo>
                  <a:pt x="172081" y="105016"/>
                  <a:pt x="176554" y="103165"/>
                  <a:pt x="181091" y="103165"/>
                </a:cubicBezTo>
                <a:cubicBezTo>
                  <a:pt x="190676" y="103165"/>
                  <a:pt x="198471" y="110954"/>
                  <a:pt x="198471" y="120530"/>
                </a:cubicBezTo>
                <a:lnTo>
                  <a:pt x="198471" y="136809"/>
                </a:lnTo>
                <a:cubicBezTo>
                  <a:pt x="200005" y="136362"/>
                  <a:pt x="201538" y="136106"/>
                  <a:pt x="203072" y="136106"/>
                </a:cubicBezTo>
                <a:cubicBezTo>
                  <a:pt x="210740" y="136106"/>
                  <a:pt x="217258" y="141150"/>
                  <a:pt x="219494" y="148108"/>
                </a:cubicBezTo>
                <a:cubicBezTo>
                  <a:pt x="221284" y="147470"/>
                  <a:pt x="223137" y="147087"/>
                  <a:pt x="225053" y="147087"/>
                </a:cubicBezTo>
                <a:cubicBezTo>
                  <a:pt x="232721" y="147087"/>
                  <a:pt x="239239" y="152130"/>
                  <a:pt x="241476" y="159089"/>
                </a:cubicBezTo>
                <a:cubicBezTo>
                  <a:pt x="243265" y="158450"/>
                  <a:pt x="245118" y="158067"/>
                  <a:pt x="247035" y="158067"/>
                </a:cubicBezTo>
                <a:cubicBezTo>
                  <a:pt x="256620" y="158067"/>
                  <a:pt x="264416" y="165856"/>
                  <a:pt x="264416" y="175432"/>
                </a:cubicBezTo>
                <a:lnTo>
                  <a:pt x="264416" y="223631"/>
                </a:lnTo>
                <a:close/>
                <a:moveTo>
                  <a:pt x="295599" y="141533"/>
                </a:moveTo>
                <a:cubicBezTo>
                  <a:pt x="294321" y="142810"/>
                  <a:pt x="292723" y="143384"/>
                  <a:pt x="291062" y="143384"/>
                </a:cubicBezTo>
                <a:cubicBezTo>
                  <a:pt x="289400" y="143384"/>
                  <a:pt x="287803" y="142746"/>
                  <a:pt x="286525" y="141533"/>
                </a:cubicBezTo>
                <a:cubicBezTo>
                  <a:pt x="284033" y="139043"/>
                  <a:pt x="284033" y="135021"/>
                  <a:pt x="286525" y="132531"/>
                </a:cubicBezTo>
                <a:lnTo>
                  <a:pt x="292084" y="126977"/>
                </a:lnTo>
                <a:lnTo>
                  <a:pt x="247035" y="126977"/>
                </a:lnTo>
                <a:cubicBezTo>
                  <a:pt x="243520" y="126977"/>
                  <a:pt x="240645" y="124105"/>
                  <a:pt x="240645" y="120593"/>
                </a:cubicBezTo>
                <a:cubicBezTo>
                  <a:pt x="240645" y="117082"/>
                  <a:pt x="243520" y="114209"/>
                  <a:pt x="247035" y="114209"/>
                </a:cubicBezTo>
                <a:lnTo>
                  <a:pt x="292084" y="114209"/>
                </a:lnTo>
                <a:lnTo>
                  <a:pt x="286525" y="108655"/>
                </a:lnTo>
                <a:cubicBezTo>
                  <a:pt x="284033" y="106166"/>
                  <a:pt x="284033" y="102144"/>
                  <a:pt x="286525" y="99654"/>
                </a:cubicBezTo>
                <a:cubicBezTo>
                  <a:pt x="289017" y="97164"/>
                  <a:pt x="293042" y="97164"/>
                  <a:pt x="295535" y="99654"/>
                </a:cubicBezTo>
                <a:lnTo>
                  <a:pt x="312021" y="116125"/>
                </a:lnTo>
                <a:cubicBezTo>
                  <a:pt x="312596" y="116699"/>
                  <a:pt x="313107" y="117401"/>
                  <a:pt x="313426" y="118231"/>
                </a:cubicBezTo>
                <a:cubicBezTo>
                  <a:pt x="314065" y="119763"/>
                  <a:pt x="314065" y="121551"/>
                  <a:pt x="313426" y="123083"/>
                </a:cubicBezTo>
                <a:cubicBezTo>
                  <a:pt x="313107" y="123849"/>
                  <a:pt x="312660" y="124551"/>
                  <a:pt x="312021" y="125190"/>
                </a:cubicBezTo>
                <a:lnTo>
                  <a:pt x="295599" y="141533"/>
                </a:lnTo>
                <a:close/>
              </a:path>
            </a:pathLst>
          </a:custGeom>
          <a:solidFill>
            <a:srgbClr val="00A3E0"/>
          </a:solidFill>
          <a:ln w="6390" cap="flat">
            <a:noFill/>
            <a:prstDash val="solid"/>
            <a:miter/>
          </a:ln>
        </p:spPr>
        <p:txBody>
          <a:bodyPr rtlCol="0" anchor="ctr"/>
          <a:lstStyle/>
          <a:p>
            <a:endParaRPr lang="en-US"/>
          </a:p>
        </p:txBody>
      </p:sp>
      <p:sp>
        <p:nvSpPr>
          <p:cNvPr id="961" name="Graphic 4">
            <a:extLst>
              <a:ext uri="{FF2B5EF4-FFF2-40B4-BE49-F238E27FC236}">
                <a16:creationId xmlns:a16="http://schemas.microsoft.com/office/drawing/2014/main" id="{6C86818B-F2B1-5343-A886-B075D18E9600}"/>
              </a:ext>
            </a:extLst>
          </p:cNvPr>
          <p:cNvSpPr/>
          <p:nvPr/>
        </p:nvSpPr>
        <p:spPr>
          <a:xfrm>
            <a:off x="6146544" y="4308584"/>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231188 w 362309"/>
              <a:gd name="connsiteY5" fmla="*/ 86630 h 361971"/>
              <a:gd name="connsiteX6" fmla="*/ 265566 w 362309"/>
              <a:gd name="connsiteY6" fmla="*/ 91163 h 361971"/>
              <a:gd name="connsiteX7" fmla="*/ 286653 w 362309"/>
              <a:gd name="connsiteY7" fmla="*/ 118614 h 361971"/>
              <a:gd name="connsiteX8" fmla="*/ 282116 w 362309"/>
              <a:gd name="connsiteY8" fmla="*/ 152960 h 361971"/>
              <a:gd name="connsiteX9" fmla="*/ 278474 w 362309"/>
              <a:gd name="connsiteY9" fmla="*/ 158323 h 361971"/>
              <a:gd name="connsiteX10" fmla="*/ 273426 w 362309"/>
              <a:gd name="connsiteY10" fmla="*/ 160749 h 361971"/>
              <a:gd name="connsiteX11" fmla="*/ 269464 w 362309"/>
              <a:gd name="connsiteY11" fmla="*/ 159408 h 361971"/>
              <a:gd name="connsiteX12" fmla="*/ 268377 w 362309"/>
              <a:gd name="connsiteY12" fmla="*/ 150470 h 361971"/>
              <a:gd name="connsiteX13" fmla="*/ 270997 w 362309"/>
              <a:gd name="connsiteY13" fmla="*/ 146640 h 361971"/>
              <a:gd name="connsiteX14" fmla="*/ 274256 w 362309"/>
              <a:gd name="connsiteY14" fmla="*/ 121998 h 361971"/>
              <a:gd name="connsiteX15" fmla="*/ 259112 w 362309"/>
              <a:gd name="connsiteY15" fmla="*/ 102271 h 361971"/>
              <a:gd name="connsiteX16" fmla="*/ 234447 w 362309"/>
              <a:gd name="connsiteY16" fmla="*/ 99015 h 361971"/>
              <a:gd name="connsiteX17" fmla="*/ 214702 w 362309"/>
              <a:gd name="connsiteY17" fmla="*/ 114145 h 361971"/>
              <a:gd name="connsiteX18" fmla="*/ 210485 w 362309"/>
              <a:gd name="connsiteY18" fmla="*/ 133106 h 361971"/>
              <a:gd name="connsiteX19" fmla="*/ 204670 w 362309"/>
              <a:gd name="connsiteY19" fmla="*/ 140001 h 361971"/>
              <a:gd name="connsiteX20" fmla="*/ 197769 w 362309"/>
              <a:gd name="connsiteY20" fmla="*/ 134191 h 361971"/>
              <a:gd name="connsiteX21" fmla="*/ 203648 w 362309"/>
              <a:gd name="connsiteY21" fmla="*/ 107761 h 361971"/>
              <a:gd name="connsiteX22" fmla="*/ 231188 w 362309"/>
              <a:gd name="connsiteY22" fmla="*/ 86630 h 361971"/>
              <a:gd name="connsiteX23" fmla="*/ 141218 w 362309"/>
              <a:gd name="connsiteY23" fmla="*/ 63201 h 361971"/>
              <a:gd name="connsiteX24" fmla="*/ 186906 w 362309"/>
              <a:gd name="connsiteY24" fmla="*/ 68117 h 361971"/>
              <a:gd name="connsiteX25" fmla="*/ 185117 w 362309"/>
              <a:gd name="connsiteY25" fmla="*/ 60201 h 361971"/>
              <a:gd name="connsiteX26" fmla="*/ 189973 w 362309"/>
              <a:gd name="connsiteY26" fmla="*/ 52604 h 361971"/>
              <a:gd name="connsiteX27" fmla="*/ 197577 w 362309"/>
              <a:gd name="connsiteY27" fmla="*/ 57456 h 361971"/>
              <a:gd name="connsiteX28" fmla="*/ 202944 w 362309"/>
              <a:gd name="connsiteY28" fmla="*/ 81459 h 361971"/>
              <a:gd name="connsiteX29" fmla="*/ 202944 w 362309"/>
              <a:gd name="connsiteY29" fmla="*/ 81970 h 361971"/>
              <a:gd name="connsiteX30" fmla="*/ 202944 w 362309"/>
              <a:gd name="connsiteY30" fmla="*/ 83247 h 361971"/>
              <a:gd name="connsiteX31" fmla="*/ 202753 w 362309"/>
              <a:gd name="connsiteY31" fmla="*/ 84396 h 361971"/>
              <a:gd name="connsiteX32" fmla="*/ 202306 w 362309"/>
              <a:gd name="connsiteY32" fmla="*/ 85545 h 361971"/>
              <a:gd name="connsiteX33" fmla="*/ 202050 w 362309"/>
              <a:gd name="connsiteY33" fmla="*/ 86247 h 361971"/>
              <a:gd name="connsiteX34" fmla="*/ 201666 w 362309"/>
              <a:gd name="connsiteY34" fmla="*/ 86630 h 361971"/>
              <a:gd name="connsiteX35" fmla="*/ 201411 w 362309"/>
              <a:gd name="connsiteY35" fmla="*/ 87077 h 361971"/>
              <a:gd name="connsiteX36" fmla="*/ 200900 w 362309"/>
              <a:gd name="connsiteY36" fmla="*/ 87460 h 361971"/>
              <a:gd name="connsiteX37" fmla="*/ 199750 w 362309"/>
              <a:gd name="connsiteY37" fmla="*/ 88290 h 361971"/>
              <a:gd name="connsiteX38" fmla="*/ 198663 w 362309"/>
              <a:gd name="connsiteY38" fmla="*/ 88801 h 361971"/>
              <a:gd name="connsiteX39" fmla="*/ 198088 w 362309"/>
              <a:gd name="connsiteY39" fmla="*/ 89056 h 361971"/>
              <a:gd name="connsiteX40" fmla="*/ 174062 w 362309"/>
              <a:gd name="connsiteY40" fmla="*/ 94419 h 361971"/>
              <a:gd name="connsiteX41" fmla="*/ 172656 w 362309"/>
              <a:gd name="connsiteY41" fmla="*/ 94547 h 361971"/>
              <a:gd name="connsiteX42" fmla="*/ 166394 w 362309"/>
              <a:gd name="connsiteY42" fmla="*/ 89567 h 361971"/>
              <a:gd name="connsiteX43" fmla="*/ 171251 w 362309"/>
              <a:gd name="connsiteY43" fmla="*/ 81970 h 361971"/>
              <a:gd name="connsiteX44" fmla="*/ 181474 w 362309"/>
              <a:gd name="connsiteY44" fmla="*/ 79672 h 361971"/>
              <a:gd name="connsiteX45" fmla="*/ 144349 w 362309"/>
              <a:gd name="connsiteY45" fmla="*/ 75586 h 361971"/>
              <a:gd name="connsiteX46" fmla="*/ 136553 w 362309"/>
              <a:gd name="connsiteY46" fmla="*/ 71053 h 361971"/>
              <a:gd name="connsiteX47" fmla="*/ 141218 w 362309"/>
              <a:gd name="connsiteY47" fmla="*/ 63201 h 361971"/>
              <a:gd name="connsiteX48" fmla="*/ 106393 w 362309"/>
              <a:gd name="connsiteY48" fmla="*/ 248081 h 361971"/>
              <a:gd name="connsiteX49" fmla="*/ 104987 w 362309"/>
              <a:gd name="connsiteY49" fmla="*/ 248209 h 361971"/>
              <a:gd name="connsiteX50" fmla="*/ 98725 w 362309"/>
              <a:gd name="connsiteY50" fmla="*/ 243230 h 361971"/>
              <a:gd name="connsiteX51" fmla="*/ 96424 w 362309"/>
              <a:gd name="connsiteY51" fmla="*/ 233015 h 361971"/>
              <a:gd name="connsiteX52" fmla="*/ 92335 w 362309"/>
              <a:gd name="connsiteY52" fmla="*/ 270106 h 361971"/>
              <a:gd name="connsiteX53" fmla="*/ 87798 w 362309"/>
              <a:gd name="connsiteY53" fmla="*/ 277895 h 361971"/>
              <a:gd name="connsiteX54" fmla="*/ 86201 w 362309"/>
              <a:gd name="connsiteY54" fmla="*/ 278086 h 361971"/>
              <a:gd name="connsiteX55" fmla="*/ 80002 w 362309"/>
              <a:gd name="connsiteY55" fmla="*/ 273298 h 361971"/>
              <a:gd name="connsiteX56" fmla="*/ 84923 w 362309"/>
              <a:gd name="connsiteY56" fmla="*/ 227653 h 361971"/>
              <a:gd name="connsiteX57" fmla="*/ 76999 w 362309"/>
              <a:gd name="connsiteY57" fmla="*/ 229440 h 361971"/>
              <a:gd name="connsiteX58" fmla="*/ 69395 w 362309"/>
              <a:gd name="connsiteY58" fmla="*/ 224588 h 361971"/>
              <a:gd name="connsiteX59" fmla="*/ 74251 w 362309"/>
              <a:gd name="connsiteY59" fmla="*/ 216992 h 361971"/>
              <a:gd name="connsiteX60" fmla="*/ 98277 w 362309"/>
              <a:gd name="connsiteY60" fmla="*/ 211629 h 361971"/>
              <a:gd name="connsiteX61" fmla="*/ 98789 w 362309"/>
              <a:gd name="connsiteY61" fmla="*/ 211629 h 361971"/>
              <a:gd name="connsiteX62" fmla="*/ 100131 w 362309"/>
              <a:gd name="connsiteY62" fmla="*/ 211629 h 361971"/>
              <a:gd name="connsiteX63" fmla="*/ 101281 w 362309"/>
              <a:gd name="connsiteY63" fmla="*/ 211820 h 361971"/>
              <a:gd name="connsiteX64" fmla="*/ 102367 w 362309"/>
              <a:gd name="connsiteY64" fmla="*/ 212267 h 361971"/>
              <a:gd name="connsiteX65" fmla="*/ 103517 w 362309"/>
              <a:gd name="connsiteY65" fmla="*/ 212970 h 361971"/>
              <a:gd name="connsiteX66" fmla="*/ 103964 w 362309"/>
              <a:gd name="connsiteY66" fmla="*/ 213225 h 361971"/>
              <a:gd name="connsiteX67" fmla="*/ 104348 w 362309"/>
              <a:gd name="connsiteY67" fmla="*/ 213736 h 361971"/>
              <a:gd name="connsiteX68" fmla="*/ 105115 w 362309"/>
              <a:gd name="connsiteY68" fmla="*/ 214757 h 361971"/>
              <a:gd name="connsiteX69" fmla="*/ 105626 w 362309"/>
              <a:gd name="connsiteY69" fmla="*/ 215906 h 361971"/>
              <a:gd name="connsiteX70" fmla="*/ 105881 w 362309"/>
              <a:gd name="connsiteY70" fmla="*/ 216481 h 361971"/>
              <a:gd name="connsiteX71" fmla="*/ 111249 w 362309"/>
              <a:gd name="connsiteY71" fmla="*/ 240485 h 361971"/>
              <a:gd name="connsiteX72" fmla="*/ 106393 w 362309"/>
              <a:gd name="connsiteY72" fmla="*/ 248081 h 361971"/>
              <a:gd name="connsiteX73" fmla="*/ 143965 w 362309"/>
              <a:gd name="connsiteY73" fmla="*/ 214310 h 361971"/>
              <a:gd name="connsiteX74" fmla="*/ 138406 w 362309"/>
              <a:gd name="connsiteY74" fmla="*/ 217502 h 361971"/>
              <a:gd name="connsiteX75" fmla="*/ 135211 w 362309"/>
              <a:gd name="connsiteY75" fmla="*/ 216672 h 361971"/>
              <a:gd name="connsiteX76" fmla="*/ 118661 w 362309"/>
              <a:gd name="connsiteY76" fmla="*/ 154875 h 361971"/>
              <a:gd name="connsiteX77" fmla="*/ 180516 w 362309"/>
              <a:gd name="connsiteY77" fmla="*/ 138341 h 361971"/>
              <a:gd name="connsiteX78" fmla="*/ 195468 w 362309"/>
              <a:gd name="connsiteY78" fmla="*/ 152258 h 361971"/>
              <a:gd name="connsiteX79" fmla="*/ 193743 w 362309"/>
              <a:gd name="connsiteY79" fmla="*/ 161132 h 361971"/>
              <a:gd name="connsiteX80" fmla="*/ 184861 w 362309"/>
              <a:gd name="connsiteY80" fmla="*/ 159408 h 361971"/>
              <a:gd name="connsiteX81" fmla="*/ 174126 w 362309"/>
              <a:gd name="connsiteY81" fmla="*/ 149449 h 361971"/>
              <a:gd name="connsiteX82" fmla="*/ 129716 w 362309"/>
              <a:gd name="connsiteY82" fmla="*/ 161323 h 361971"/>
              <a:gd name="connsiteX83" fmla="*/ 141601 w 362309"/>
              <a:gd name="connsiteY83" fmla="*/ 205692 h 361971"/>
              <a:gd name="connsiteX84" fmla="*/ 143965 w 362309"/>
              <a:gd name="connsiteY84" fmla="*/ 214310 h 361971"/>
              <a:gd name="connsiteX85" fmla="*/ 290806 w 362309"/>
              <a:gd name="connsiteY85" fmla="*/ 215651 h 361971"/>
              <a:gd name="connsiteX86" fmla="*/ 266460 w 362309"/>
              <a:gd name="connsiteY86" fmla="*/ 257849 h 361971"/>
              <a:gd name="connsiteX87" fmla="*/ 250614 w 362309"/>
              <a:gd name="connsiteY87" fmla="*/ 273617 h 361971"/>
              <a:gd name="connsiteX88" fmla="*/ 237067 w 362309"/>
              <a:gd name="connsiteY88" fmla="*/ 286513 h 361971"/>
              <a:gd name="connsiteX89" fmla="*/ 225629 w 362309"/>
              <a:gd name="connsiteY89" fmla="*/ 306239 h 361971"/>
              <a:gd name="connsiteX90" fmla="*/ 220069 w 362309"/>
              <a:gd name="connsiteY90" fmla="*/ 309431 h 361971"/>
              <a:gd name="connsiteX91" fmla="*/ 216874 w 362309"/>
              <a:gd name="connsiteY91" fmla="*/ 308602 h 361971"/>
              <a:gd name="connsiteX92" fmla="*/ 214510 w 362309"/>
              <a:gd name="connsiteY92" fmla="*/ 299855 h 361971"/>
              <a:gd name="connsiteX93" fmla="*/ 225629 w 362309"/>
              <a:gd name="connsiteY93" fmla="*/ 280640 h 361971"/>
              <a:gd name="connsiteX94" fmla="*/ 244415 w 362309"/>
              <a:gd name="connsiteY94" fmla="*/ 262382 h 361971"/>
              <a:gd name="connsiteX95" fmla="*/ 255342 w 362309"/>
              <a:gd name="connsiteY95" fmla="*/ 251465 h 361971"/>
              <a:gd name="connsiteX96" fmla="*/ 279752 w 362309"/>
              <a:gd name="connsiteY96" fmla="*/ 209267 h 361971"/>
              <a:gd name="connsiteX97" fmla="*/ 280135 w 362309"/>
              <a:gd name="connsiteY97" fmla="*/ 205628 h 361971"/>
              <a:gd name="connsiteX98" fmla="*/ 278026 w 362309"/>
              <a:gd name="connsiteY98" fmla="*/ 202819 h 361971"/>
              <a:gd name="connsiteX99" fmla="*/ 274512 w 362309"/>
              <a:gd name="connsiteY99" fmla="*/ 202372 h 361971"/>
              <a:gd name="connsiteX100" fmla="*/ 271572 w 362309"/>
              <a:gd name="connsiteY100" fmla="*/ 204543 h 361971"/>
              <a:gd name="connsiteX101" fmla="*/ 271509 w 362309"/>
              <a:gd name="connsiteY101" fmla="*/ 204607 h 361971"/>
              <a:gd name="connsiteX102" fmla="*/ 264416 w 362309"/>
              <a:gd name="connsiteY102" fmla="*/ 216864 h 361971"/>
              <a:gd name="connsiteX103" fmla="*/ 258856 w 362309"/>
              <a:gd name="connsiteY103" fmla="*/ 220056 h 361971"/>
              <a:gd name="connsiteX104" fmla="*/ 255661 w 362309"/>
              <a:gd name="connsiteY104" fmla="*/ 219226 h 361971"/>
              <a:gd name="connsiteX105" fmla="*/ 253361 w 362309"/>
              <a:gd name="connsiteY105" fmla="*/ 210480 h 361971"/>
              <a:gd name="connsiteX106" fmla="*/ 266077 w 362309"/>
              <a:gd name="connsiteY106" fmla="*/ 188519 h 361971"/>
              <a:gd name="connsiteX107" fmla="*/ 266460 w 362309"/>
              <a:gd name="connsiteY107" fmla="*/ 184880 h 361971"/>
              <a:gd name="connsiteX108" fmla="*/ 264352 w 362309"/>
              <a:gd name="connsiteY108" fmla="*/ 182071 h 361971"/>
              <a:gd name="connsiteX109" fmla="*/ 260710 w 362309"/>
              <a:gd name="connsiteY109" fmla="*/ 181688 h 361971"/>
              <a:gd name="connsiteX110" fmla="*/ 257962 w 362309"/>
              <a:gd name="connsiteY110" fmla="*/ 183795 h 361971"/>
              <a:gd name="connsiteX111" fmla="*/ 249591 w 362309"/>
              <a:gd name="connsiteY111" fmla="*/ 198223 h 361971"/>
              <a:gd name="connsiteX112" fmla="*/ 244032 w 362309"/>
              <a:gd name="connsiteY112" fmla="*/ 201415 h 361971"/>
              <a:gd name="connsiteX113" fmla="*/ 240837 w 362309"/>
              <a:gd name="connsiteY113" fmla="*/ 200585 h 361971"/>
              <a:gd name="connsiteX114" fmla="*/ 238473 w 362309"/>
              <a:gd name="connsiteY114" fmla="*/ 191839 h 361971"/>
              <a:gd name="connsiteX115" fmla="*/ 246780 w 362309"/>
              <a:gd name="connsiteY115" fmla="*/ 177411 h 361971"/>
              <a:gd name="connsiteX116" fmla="*/ 246780 w 362309"/>
              <a:gd name="connsiteY116" fmla="*/ 177411 h 361971"/>
              <a:gd name="connsiteX117" fmla="*/ 246780 w 362309"/>
              <a:gd name="connsiteY117" fmla="*/ 177411 h 361971"/>
              <a:gd name="connsiteX118" fmla="*/ 252339 w 362309"/>
              <a:gd name="connsiteY118" fmla="*/ 167771 h 361971"/>
              <a:gd name="connsiteX119" fmla="*/ 250614 w 362309"/>
              <a:gd name="connsiteY119" fmla="*/ 161323 h 361971"/>
              <a:gd name="connsiteX120" fmla="*/ 246971 w 362309"/>
              <a:gd name="connsiteY120" fmla="*/ 160940 h 361971"/>
              <a:gd name="connsiteX121" fmla="*/ 244224 w 362309"/>
              <a:gd name="connsiteY121" fmla="*/ 163047 h 361971"/>
              <a:gd name="connsiteX122" fmla="*/ 233105 w 362309"/>
              <a:gd name="connsiteY122" fmla="*/ 182263 h 361971"/>
              <a:gd name="connsiteX123" fmla="*/ 224351 w 362309"/>
              <a:gd name="connsiteY123" fmla="*/ 184625 h 361971"/>
              <a:gd name="connsiteX124" fmla="*/ 221987 w 362309"/>
              <a:gd name="connsiteY124" fmla="*/ 175879 h 361971"/>
              <a:gd name="connsiteX125" fmla="*/ 249783 w 362309"/>
              <a:gd name="connsiteY125" fmla="*/ 127807 h 361971"/>
              <a:gd name="connsiteX126" fmla="*/ 248057 w 362309"/>
              <a:gd name="connsiteY126" fmla="*/ 121359 h 361971"/>
              <a:gd name="connsiteX127" fmla="*/ 244415 w 362309"/>
              <a:gd name="connsiteY127" fmla="*/ 120976 h 361971"/>
              <a:gd name="connsiteX128" fmla="*/ 241604 w 362309"/>
              <a:gd name="connsiteY128" fmla="*/ 123083 h 361971"/>
              <a:gd name="connsiteX129" fmla="*/ 194382 w 362309"/>
              <a:gd name="connsiteY129" fmla="*/ 204862 h 361971"/>
              <a:gd name="connsiteX130" fmla="*/ 188823 w 362309"/>
              <a:gd name="connsiteY130" fmla="*/ 208054 h 361971"/>
              <a:gd name="connsiteX131" fmla="*/ 185628 w 362309"/>
              <a:gd name="connsiteY131" fmla="*/ 207224 h 361971"/>
              <a:gd name="connsiteX132" fmla="*/ 183072 w 362309"/>
              <a:gd name="connsiteY132" fmla="*/ 204224 h 361971"/>
              <a:gd name="connsiteX133" fmla="*/ 182944 w 362309"/>
              <a:gd name="connsiteY133" fmla="*/ 204287 h 361971"/>
              <a:gd name="connsiteX134" fmla="*/ 172465 w 362309"/>
              <a:gd name="connsiteY134" fmla="*/ 180284 h 361971"/>
              <a:gd name="connsiteX135" fmla="*/ 161602 w 362309"/>
              <a:gd name="connsiteY135" fmla="*/ 172814 h 361971"/>
              <a:gd name="connsiteX136" fmla="*/ 157321 w 362309"/>
              <a:gd name="connsiteY136" fmla="*/ 173325 h 361971"/>
              <a:gd name="connsiteX137" fmla="*/ 157576 w 362309"/>
              <a:gd name="connsiteY137" fmla="*/ 176006 h 361971"/>
              <a:gd name="connsiteX138" fmla="*/ 172976 w 362309"/>
              <a:gd name="connsiteY138" fmla="*/ 230653 h 361971"/>
              <a:gd name="connsiteX139" fmla="*/ 168503 w 362309"/>
              <a:gd name="connsiteY139" fmla="*/ 260594 h 361971"/>
              <a:gd name="connsiteX140" fmla="*/ 162943 w 362309"/>
              <a:gd name="connsiteY140" fmla="*/ 270234 h 361971"/>
              <a:gd name="connsiteX141" fmla="*/ 157384 w 362309"/>
              <a:gd name="connsiteY141" fmla="*/ 273426 h 361971"/>
              <a:gd name="connsiteX142" fmla="*/ 154189 w 362309"/>
              <a:gd name="connsiteY142" fmla="*/ 272596 h 361971"/>
              <a:gd name="connsiteX143" fmla="*/ 151825 w 362309"/>
              <a:gd name="connsiteY143" fmla="*/ 263850 h 361971"/>
              <a:gd name="connsiteX144" fmla="*/ 157384 w 362309"/>
              <a:gd name="connsiteY144" fmla="*/ 254210 h 361971"/>
              <a:gd name="connsiteX145" fmla="*/ 160452 w 362309"/>
              <a:gd name="connsiteY145" fmla="*/ 233526 h 361971"/>
              <a:gd name="connsiteX146" fmla="*/ 145244 w 362309"/>
              <a:gd name="connsiteY146" fmla="*/ 179709 h 361971"/>
              <a:gd name="connsiteX147" fmla="*/ 153358 w 362309"/>
              <a:gd name="connsiteY147" fmla="*/ 161004 h 361971"/>
              <a:gd name="connsiteX148" fmla="*/ 184031 w 362309"/>
              <a:gd name="connsiteY148" fmla="*/ 175240 h 361971"/>
              <a:gd name="connsiteX149" fmla="*/ 189398 w 362309"/>
              <a:gd name="connsiteY149" fmla="*/ 187561 h 361971"/>
              <a:gd name="connsiteX150" fmla="*/ 230294 w 362309"/>
              <a:gd name="connsiteY150" fmla="*/ 116763 h 361971"/>
              <a:gd name="connsiteX151" fmla="*/ 240837 w 362309"/>
              <a:gd name="connsiteY151" fmla="*/ 108655 h 361971"/>
              <a:gd name="connsiteX152" fmla="*/ 254192 w 362309"/>
              <a:gd name="connsiteY152" fmla="*/ 110315 h 361971"/>
              <a:gd name="connsiteX153" fmla="*/ 260582 w 362309"/>
              <a:gd name="connsiteY153" fmla="*/ 134191 h 361971"/>
              <a:gd name="connsiteX154" fmla="*/ 252275 w 362309"/>
              <a:gd name="connsiteY154" fmla="*/ 148555 h 361971"/>
              <a:gd name="connsiteX155" fmla="*/ 256748 w 362309"/>
              <a:gd name="connsiteY155" fmla="*/ 150279 h 361971"/>
              <a:gd name="connsiteX156" fmla="*/ 265055 w 362309"/>
              <a:gd name="connsiteY156" fmla="*/ 169112 h 361971"/>
              <a:gd name="connsiteX157" fmla="*/ 270486 w 362309"/>
              <a:gd name="connsiteY157" fmla="*/ 171027 h 361971"/>
              <a:gd name="connsiteX158" fmla="*/ 278474 w 362309"/>
              <a:gd name="connsiteY158" fmla="*/ 181241 h 361971"/>
              <a:gd name="connsiteX159" fmla="*/ 278793 w 362309"/>
              <a:gd name="connsiteY159" fmla="*/ 189860 h 361971"/>
              <a:gd name="connsiteX160" fmla="*/ 284225 w 362309"/>
              <a:gd name="connsiteY160" fmla="*/ 191775 h 361971"/>
              <a:gd name="connsiteX161" fmla="*/ 292212 w 362309"/>
              <a:gd name="connsiteY161" fmla="*/ 201989 h 361971"/>
              <a:gd name="connsiteX162" fmla="*/ 290806 w 362309"/>
              <a:gd name="connsiteY162" fmla="*/ 21565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362309" h="361971">
                <a:moveTo>
                  <a:pt x="181155" y="0"/>
                </a:moveTo>
                <a:cubicBezTo>
                  <a:pt x="81088" y="0"/>
                  <a:pt x="0" y="81012"/>
                  <a:pt x="0" y="180986"/>
                </a:cubicBezTo>
                <a:cubicBezTo>
                  <a:pt x="0" y="280959"/>
                  <a:pt x="81088" y="361971"/>
                  <a:pt x="181155" y="361971"/>
                </a:cubicBezTo>
                <a:cubicBezTo>
                  <a:pt x="281221" y="361971"/>
                  <a:pt x="362310" y="280959"/>
                  <a:pt x="362310" y="180986"/>
                </a:cubicBezTo>
                <a:cubicBezTo>
                  <a:pt x="362310" y="81012"/>
                  <a:pt x="281157" y="0"/>
                  <a:pt x="181155" y="0"/>
                </a:cubicBezTo>
                <a:close/>
                <a:moveTo>
                  <a:pt x="231188" y="86630"/>
                </a:moveTo>
                <a:cubicBezTo>
                  <a:pt x="242882" y="83502"/>
                  <a:pt x="255087" y="85098"/>
                  <a:pt x="265566" y="91163"/>
                </a:cubicBezTo>
                <a:cubicBezTo>
                  <a:pt x="276045" y="97228"/>
                  <a:pt x="283522" y="106932"/>
                  <a:pt x="286653" y="118614"/>
                </a:cubicBezTo>
                <a:cubicBezTo>
                  <a:pt x="289784" y="130297"/>
                  <a:pt x="288186" y="142490"/>
                  <a:pt x="282116" y="152960"/>
                </a:cubicBezTo>
                <a:cubicBezTo>
                  <a:pt x="281030" y="154812"/>
                  <a:pt x="279816" y="156663"/>
                  <a:pt x="278474" y="158323"/>
                </a:cubicBezTo>
                <a:cubicBezTo>
                  <a:pt x="277196" y="159919"/>
                  <a:pt x="275343" y="160749"/>
                  <a:pt x="273426" y="160749"/>
                </a:cubicBezTo>
                <a:cubicBezTo>
                  <a:pt x="272020" y="160749"/>
                  <a:pt x="270678" y="160302"/>
                  <a:pt x="269464" y="159408"/>
                </a:cubicBezTo>
                <a:cubicBezTo>
                  <a:pt x="266716" y="157237"/>
                  <a:pt x="266205" y="153216"/>
                  <a:pt x="268377" y="150470"/>
                </a:cubicBezTo>
                <a:cubicBezTo>
                  <a:pt x="269336" y="149257"/>
                  <a:pt x="270231" y="147981"/>
                  <a:pt x="270997" y="146640"/>
                </a:cubicBezTo>
                <a:cubicBezTo>
                  <a:pt x="275343" y="139107"/>
                  <a:pt x="276493" y="130361"/>
                  <a:pt x="274256" y="121998"/>
                </a:cubicBezTo>
                <a:cubicBezTo>
                  <a:pt x="272020" y="113635"/>
                  <a:pt x="266652" y="106612"/>
                  <a:pt x="259112" y="102271"/>
                </a:cubicBezTo>
                <a:cubicBezTo>
                  <a:pt x="251572" y="97930"/>
                  <a:pt x="242818" y="96781"/>
                  <a:pt x="234447" y="99015"/>
                </a:cubicBezTo>
                <a:cubicBezTo>
                  <a:pt x="226076" y="101250"/>
                  <a:pt x="219047" y="106612"/>
                  <a:pt x="214702" y="114145"/>
                </a:cubicBezTo>
                <a:cubicBezTo>
                  <a:pt x="211379" y="119955"/>
                  <a:pt x="209910" y="126467"/>
                  <a:pt x="210485" y="133106"/>
                </a:cubicBezTo>
                <a:cubicBezTo>
                  <a:pt x="210804" y="136617"/>
                  <a:pt x="208184" y="139745"/>
                  <a:pt x="204670" y="140001"/>
                </a:cubicBezTo>
                <a:cubicBezTo>
                  <a:pt x="201155" y="140384"/>
                  <a:pt x="198088" y="137702"/>
                  <a:pt x="197769" y="134191"/>
                </a:cubicBezTo>
                <a:cubicBezTo>
                  <a:pt x="197002" y="124934"/>
                  <a:pt x="198983" y="115805"/>
                  <a:pt x="203648" y="107761"/>
                </a:cubicBezTo>
                <a:cubicBezTo>
                  <a:pt x="209718" y="97228"/>
                  <a:pt x="219495" y="89759"/>
                  <a:pt x="231188" y="86630"/>
                </a:cubicBezTo>
                <a:close/>
                <a:moveTo>
                  <a:pt x="141218" y="63201"/>
                </a:moveTo>
                <a:cubicBezTo>
                  <a:pt x="157512" y="58924"/>
                  <a:pt x="173040" y="60648"/>
                  <a:pt x="186906" y="68117"/>
                </a:cubicBezTo>
                <a:lnTo>
                  <a:pt x="185117" y="60201"/>
                </a:lnTo>
                <a:cubicBezTo>
                  <a:pt x="184350" y="56753"/>
                  <a:pt x="186522" y="53370"/>
                  <a:pt x="189973" y="52604"/>
                </a:cubicBezTo>
                <a:cubicBezTo>
                  <a:pt x="193424" y="51838"/>
                  <a:pt x="196810" y="54008"/>
                  <a:pt x="197577" y="57456"/>
                </a:cubicBezTo>
                <a:lnTo>
                  <a:pt x="202944" y="81459"/>
                </a:lnTo>
                <a:cubicBezTo>
                  <a:pt x="203008" y="81651"/>
                  <a:pt x="202944" y="81842"/>
                  <a:pt x="202944" y="81970"/>
                </a:cubicBezTo>
                <a:cubicBezTo>
                  <a:pt x="203008" y="82417"/>
                  <a:pt x="203008" y="82800"/>
                  <a:pt x="202944" y="83247"/>
                </a:cubicBezTo>
                <a:cubicBezTo>
                  <a:pt x="202944" y="83630"/>
                  <a:pt x="202881" y="84013"/>
                  <a:pt x="202753" y="84396"/>
                </a:cubicBezTo>
                <a:cubicBezTo>
                  <a:pt x="202625" y="84779"/>
                  <a:pt x="202497" y="85162"/>
                  <a:pt x="202306" y="85545"/>
                </a:cubicBezTo>
                <a:cubicBezTo>
                  <a:pt x="202178" y="85800"/>
                  <a:pt x="202178" y="86056"/>
                  <a:pt x="202050" y="86247"/>
                </a:cubicBezTo>
                <a:cubicBezTo>
                  <a:pt x="201922" y="86375"/>
                  <a:pt x="201794" y="86503"/>
                  <a:pt x="201666" y="86630"/>
                </a:cubicBezTo>
                <a:cubicBezTo>
                  <a:pt x="201539" y="86758"/>
                  <a:pt x="201539" y="86950"/>
                  <a:pt x="201411" y="87077"/>
                </a:cubicBezTo>
                <a:cubicBezTo>
                  <a:pt x="201283" y="87269"/>
                  <a:pt x="201028" y="87333"/>
                  <a:pt x="200900" y="87460"/>
                </a:cubicBezTo>
                <a:cubicBezTo>
                  <a:pt x="200516" y="87780"/>
                  <a:pt x="200197" y="88035"/>
                  <a:pt x="199750" y="88290"/>
                </a:cubicBezTo>
                <a:cubicBezTo>
                  <a:pt x="199366" y="88482"/>
                  <a:pt x="199047" y="88673"/>
                  <a:pt x="198663" y="88801"/>
                </a:cubicBezTo>
                <a:cubicBezTo>
                  <a:pt x="198471" y="88865"/>
                  <a:pt x="198280" y="88992"/>
                  <a:pt x="198088" y="89056"/>
                </a:cubicBezTo>
                <a:lnTo>
                  <a:pt x="174062" y="94419"/>
                </a:lnTo>
                <a:cubicBezTo>
                  <a:pt x="173615" y="94547"/>
                  <a:pt x="173104" y="94547"/>
                  <a:pt x="172656" y="94547"/>
                </a:cubicBezTo>
                <a:cubicBezTo>
                  <a:pt x="169717" y="94547"/>
                  <a:pt x="167097" y="92504"/>
                  <a:pt x="166394" y="89567"/>
                </a:cubicBezTo>
                <a:cubicBezTo>
                  <a:pt x="165627" y="86120"/>
                  <a:pt x="167800" y="82736"/>
                  <a:pt x="171251" y="81970"/>
                </a:cubicBezTo>
                <a:lnTo>
                  <a:pt x="181474" y="79672"/>
                </a:lnTo>
                <a:cubicBezTo>
                  <a:pt x="170228" y="73416"/>
                  <a:pt x="157768" y="72075"/>
                  <a:pt x="144349" y="75586"/>
                </a:cubicBezTo>
                <a:cubicBezTo>
                  <a:pt x="140898" y="76480"/>
                  <a:pt x="137448" y="74437"/>
                  <a:pt x="136553" y="71053"/>
                </a:cubicBezTo>
                <a:cubicBezTo>
                  <a:pt x="135786" y="67606"/>
                  <a:pt x="137831" y="64095"/>
                  <a:pt x="141218" y="63201"/>
                </a:cubicBezTo>
                <a:close/>
                <a:moveTo>
                  <a:pt x="106393" y="248081"/>
                </a:moveTo>
                <a:cubicBezTo>
                  <a:pt x="105945" y="248209"/>
                  <a:pt x="105434" y="248209"/>
                  <a:pt x="104987" y="248209"/>
                </a:cubicBezTo>
                <a:cubicBezTo>
                  <a:pt x="102048" y="248209"/>
                  <a:pt x="99427" y="246166"/>
                  <a:pt x="98725" y="243230"/>
                </a:cubicBezTo>
                <a:lnTo>
                  <a:pt x="96424" y="233015"/>
                </a:lnTo>
                <a:cubicBezTo>
                  <a:pt x="90162" y="244251"/>
                  <a:pt x="88820" y="256700"/>
                  <a:pt x="92335" y="270106"/>
                </a:cubicBezTo>
                <a:cubicBezTo>
                  <a:pt x="93229" y="273490"/>
                  <a:pt x="91185" y="277001"/>
                  <a:pt x="87798" y="277895"/>
                </a:cubicBezTo>
                <a:cubicBezTo>
                  <a:pt x="87287" y="278022"/>
                  <a:pt x="86711" y="278086"/>
                  <a:pt x="86201" y="278086"/>
                </a:cubicBezTo>
                <a:cubicBezTo>
                  <a:pt x="83389" y="278086"/>
                  <a:pt x="80769" y="276171"/>
                  <a:pt x="80002" y="273298"/>
                </a:cubicBezTo>
                <a:cubicBezTo>
                  <a:pt x="75721" y="257019"/>
                  <a:pt x="77446" y="241506"/>
                  <a:pt x="84923" y="227653"/>
                </a:cubicBezTo>
                <a:lnTo>
                  <a:pt x="76999" y="229440"/>
                </a:lnTo>
                <a:cubicBezTo>
                  <a:pt x="73548" y="230206"/>
                  <a:pt x="70162" y="228036"/>
                  <a:pt x="69395" y="224588"/>
                </a:cubicBezTo>
                <a:cubicBezTo>
                  <a:pt x="68628" y="221141"/>
                  <a:pt x="70801" y="217758"/>
                  <a:pt x="74251" y="216992"/>
                </a:cubicBezTo>
                <a:lnTo>
                  <a:pt x="98277" y="211629"/>
                </a:lnTo>
                <a:cubicBezTo>
                  <a:pt x="98469" y="211565"/>
                  <a:pt x="98597" y="211629"/>
                  <a:pt x="98789" y="211629"/>
                </a:cubicBezTo>
                <a:cubicBezTo>
                  <a:pt x="99236" y="211565"/>
                  <a:pt x="99683" y="211565"/>
                  <a:pt x="100131" y="211629"/>
                </a:cubicBezTo>
                <a:cubicBezTo>
                  <a:pt x="100514" y="211629"/>
                  <a:pt x="100897" y="211693"/>
                  <a:pt x="101281" y="211820"/>
                </a:cubicBezTo>
                <a:cubicBezTo>
                  <a:pt x="101664" y="211948"/>
                  <a:pt x="101984" y="212076"/>
                  <a:pt x="102367" y="212267"/>
                </a:cubicBezTo>
                <a:cubicBezTo>
                  <a:pt x="102750" y="212459"/>
                  <a:pt x="103134" y="212650"/>
                  <a:pt x="103517" y="212970"/>
                </a:cubicBezTo>
                <a:cubicBezTo>
                  <a:pt x="103645" y="213097"/>
                  <a:pt x="103836" y="213097"/>
                  <a:pt x="103964" y="213225"/>
                </a:cubicBezTo>
                <a:cubicBezTo>
                  <a:pt x="104156" y="213353"/>
                  <a:pt x="104220" y="213608"/>
                  <a:pt x="104348" y="213736"/>
                </a:cubicBezTo>
                <a:cubicBezTo>
                  <a:pt x="104667" y="214055"/>
                  <a:pt x="104923" y="214374"/>
                  <a:pt x="105115" y="214757"/>
                </a:cubicBezTo>
                <a:cubicBezTo>
                  <a:pt x="105306" y="215140"/>
                  <a:pt x="105498" y="215523"/>
                  <a:pt x="105626" y="215906"/>
                </a:cubicBezTo>
                <a:cubicBezTo>
                  <a:pt x="105690" y="216098"/>
                  <a:pt x="105817" y="216289"/>
                  <a:pt x="105881" y="216481"/>
                </a:cubicBezTo>
                <a:lnTo>
                  <a:pt x="111249" y="240485"/>
                </a:lnTo>
                <a:cubicBezTo>
                  <a:pt x="111952" y="243932"/>
                  <a:pt x="109779" y="247315"/>
                  <a:pt x="106393" y="248081"/>
                </a:cubicBezTo>
                <a:close/>
                <a:moveTo>
                  <a:pt x="143965" y="214310"/>
                </a:moveTo>
                <a:cubicBezTo>
                  <a:pt x="142751" y="216353"/>
                  <a:pt x="140643" y="217502"/>
                  <a:pt x="138406" y="217502"/>
                </a:cubicBezTo>
                <a:cubicBezTo>
                  <a:pt x="137320" y="217502"/>
                  <a:pt x="136234" y="217247"/>
                  <a:pt x="135211" y="216672"/>
                </a:cubicBezTo>
                <a:cubicBezTo>
                  <a:pt x="113613" y="204160"/>
                  <a:pt x="106137" y="176453"/>
                  <a:pt x="118661" y="154875"/>
                </a:cubicBezTo>
                <a:cubicBezTo>
                  <a:pt x="131122" y="133297"/>
                  <a:pt x="158854" y="125828"/>
                  <a:pt x="180516" y="138341"/>
                </a:cubicBezTo>
                <a:cubicBezTo>
                  <a:pt x="186586" y="141852"/>
                  <a:pt x="191571" y="146512"/>
                  <a:pt x="195468" y="152258"/>
                </a:cubicBezTo>
                <a:cubicBezTo>
                  <a:pt x="197449" y="155195"/>
                  <a:pt x="196682" y="159153"/>
                  <a:pt x="193743" y="161132"/>
                </a:cubicBezTo>
                <a:cubicBezTo>
                  <a:pt x="190804" y="163111"/>
                  <a:pt x="186842" y="162345"/>
                  <a:pt x="184861" y="159408"/>
                </a:cubicBezTo>
                <a:cubicBezTo>
                  <a:pt x="182113" y="155322"/>
                  <a:pt x="178471" y="151939"/>
                  <a:pt x="174126" y="149449"/>
                </a:cubicBezTo>
                <a:cubicBezTo>
                  <a:pt x="158598" y="140448"/>
                  <a:pt x="138662" y="145810"/>
                  <a:pt x="129716" y="161323"/>
                </a:cubicBezTo>
                <a:cubicBezTo>
                  <a:pt x="120770" y="176836"/>
                  <a:pt x="126074" y="196754"/>
                  <a:pt x="141601" y="205692"/>
                </a:cubicBezTo>
                <a:cubicBezTo>
                  <a:pt x="144668" y="207352"/>
                  <a:pt x="145754" y="211246"/>
                  <a:pt x="143965" y="214310"/>
                </a:cubicBezTo>
                <a:close/>
                <a:moveTo>
                  <a:pt x="290806" y="215651"/>
                </a:moveTo>
                <a:lnTo>
                  <a:pt x="266460" y="257849"/>
                </a:lnTo>
                <a:cubicBezTo>
                  <a:pt x="262499" y="264680"/>
                  <a:pt x="257067" y="270106"/>
                  <a:pt x="250614" y="273617"/>
                </a:cubicBezTo>
                <a:cubicBezTo>
                  <a:pt x="241667" y="278533"/>
                  <a:pt x="241029" y="279554"/>
                  <a:pt x="237067" y="286513"/>
                </a:cubicBezTo>
                <a:lnTo>
                  <a:pt x="225629" y="306239"/>
                </a:lnTo>
                <a:cubicBezTo>
                  <a:pt x="224415" y="308282"/>
                  <a:pt x="222306" y="309431"/>
                  <a:pt x="220069" y="309431"/>
                </a:cubicBezTo>
                <a:cubicBezTo>
                  <a:pt x="218983" y="309431"/>
                  <a:pt x="217897" y="309176"/>
                  <a:pt x="216874" y="308602"/>
                </a:cubicBezTo>
                <a:cubicBezTo>
                  <a:pt x="213807" y="306814"/>
                  <a:pt x="212785" y="302920"/>
                  <a:pt x="214510" y="299855"/>
                </a:cubicBezTo>
                <a:lnTo>
                  <a:pt x="225629" y="280640"/>
                </a:lnTo>
                <a:cubicBezTo>
                  <a:pt x="230805" y="271702"/>
                  <a:pt x="232913" y="268702"/>
                  <a:pt x="244415" y="262382"/>
                </a:cubicBezTo>
                <a:cubicBezTo>
                  <a:pt x="248824" y="259956"/>
                  <a:pt x="252594" y="256189"/>
                  <a:pt x="255342" y="251465"/>
                </a:cubicBezTo>
                <a:lnTo>
                  <a:pt x="279752" y="209267"/>
                </a:lnTo>
                <a:cubicBezTo>
                  <a:pt x="280582" y="207862"/>
                  <a:pt x="280390" y="206522"/>
                  <a:pt x="280135" y="205628"/>
                </a:cubicBezTo>
                <a:cubicBezTo>
                  <a:pt x="279752" y="204415"/>
                  <a:pt x="278985" y="203394"/>
                  <a:pt x="278026" y="202819"/>
                </a:cubicBezTo>
                <a:cubicBezTo>
                  <a:pt x="277068" y="202245"/>
                  <a:pt x="275726" y="202117"/>
                  <a:pt x="274512" y="202372"/>
                </a:cubicBezTo>
                <a:cubicBezTo>
                  <a:pt x="273617" y="202564"/>
                  <a:pt x="272403" y="203138"/>
                  <a:pt x="271572" y="204543"/>
                </a:cubicBezTo>
                <a:cubicBezTo>
                  <a:pt x="271572" y="204607"/>
                  <a:pt x="271509" y="204607"/>
                  <a:pt x="271509" y="204607"/>
                </a:cubicBezTo>
                <a:lnTo>
                  <a:pt x="264416" y="216864"/>
                </a:lnTo>
                <a:cubicBezTo>
                  <a:pt x="263202" y="218907"/>
                  <a:pt x="261093" y="220056"/>
                  <a:pt x="258856" y="220056"/>
                </a:cubicBezTo>
                <a:cubicBezTo>
                  <a:pt x="257770" y="220056"/>
                  <a:pt x="256684" y="219800"/>
                  <a:pt x="255661" y="219226"/>
                </a:cubicBezTo>
                <a:cubicBezTo>
                  <a:pt x="252594" y="217438"/>
                  <a:pt x="251572" y="213544"/>
                  <a:pt x="253361" y="210480"/>
                </a:cubicBezTo>
                <a:lnTo>
                  <a:pt x="266077" y="188519"/>
                </a:lnTo>
                <a:cubicBezTo>
                  <a:pt x="266908" y="187115"/>
                  <a:pt x="266716" y="185774"/>
                  <a:pt x="266460" y="184880"/>
                </a:cubicBezTo>
                <a:cubicBezTo>
                  <a:pt x="266077" y="183667"/>
                  <a:pt x="265310" y="182646"/>
                  <a:pt x="264352" y="182071"/>
                </a:cubicBezTo>
                <a:cubicBezTo>
                  <a:pt x="263329" y="181497"/>
                  <a:pt x="261987" y="181305"/>
                  <a:pt x="260710" y="181688"/>
                </a:cubicBezTo>
                <a:cubicBezTo>
                  <a:pt x="259879" y="181944"/>
                  <a:pt x="258729" y="182454"/>
                  <a:pt x="257962" y="183795"/>
                </a:cubicBezTo>
                <a:lnTo>
                  <a:pt x="249591" y="198223"/>
                </a:lnTo>
                <a:cubicBezTo>
                  <a:pt x="248377" y="200266"/>
                  <a:pt x="246268" y="201415"/>
                  <a:pt x="244032" y="201415"/>
                </a:cubicBezTo>
                <a:cubicBezTo>
                  <a:pt x="242946" y="201415"/>
                  <a:pt x="241859" y="201159"/>
                  <a:pt x="240837" y="200585"/>
                </a:cubicBezTo>
                <a:cubicBezTo>
                  <a:pt x="237770" y="198797"/>
                  <a:pt x="236747" y="194903"/>
                  <a:pt x="238473" y="191839"/>
                </a:cubicBezTo>
                <a:lnTo>
                  <a:pt x="246780" y="177411"/>
                </a:lnTo>
                <a:cubicBezTo>
                  <a:pt x="246780" y="177411"/>
                  <a:pt x="246780" y="177411"/>
                  <a:pt x="246780" y="177411"/>
                </a:cubicBezTo>
                <a:cubicBezTo>
                  <a:pt x="246780" y="177411"/>
                  <a:pt x="246780" y="177411"/>
                  <a:pt x="246780" y="177411"/>
                </a:cubicBezTo>
                <a:lnTo>
                  <a:pt x="252339" y="167771"/>
                </a:lnTo>
                <a:cubicBezTo>
                  <a:pt x="253872" y="165154"/>
                  <a:pt x="252275" y="162281"/>
                  <a:pt x="250614" y="161323"/>
                </a:cubicBezTo>
                <a:cubicBezTo>
                  <a:pt x="249591" y="160749"/>
                  <a:pt x="248185" y="160557"/>
                  <a:pt x="246971" y="160940"/>
                </a:cubicBezTo>
                <a:cubicBezTo>
                  <a:pt x="246141" y="161196"/>
                  <a:pt x="244990" y="161706"/>
                  <a:pt x="244224" y="163047"/>
                </a:cubicBezTo>
                <a:lnTo>
                  <a:pt x="233105" y="182263"/>
                </a:lnTo>
                <a:cubicBezTo>
                  <a:pt x="231316" y="185327"/>
                  <a:pt x="227418" y="186348"/>
                  <a:pt x="224351" y="184625"/>
                </a:cubicBezTo>
                <a:cubicBezTo>
                  <a:pt x="221284" y="182837"/>
                  <a:pt x="220261" y="178943"/>
                  <a:pt x="221987" y="175879"/>
                </a:cubicBezTo>
                <a:lnTo>
                  <a:pt x="249783" y="127807"/>
                </a:lnTo>
                <a:cubicBezTo>
                  <a:pt x="251316" y="125190"/>
                  <a:pt x="249719" y="122317"/>
                  <a:pt x="248057" y="121359"/>
                </a:cubicBezTo>
                <a:cubicBezTo>
                  <a:pt x="247035" y="120785"/>
                  <a:pt x="245693" y="120593"/>
                  <a:pt x="244415" y="120976"/>
                </a:cubicBezTo>
                <a:cubicBezTo>
                  <a:pt x="243585" y="121232"/>
                  <a:pt x="242434" y="121742"/>
                  <a:pt x="241604" y="123083"/>
                </a:cubicBezTo>
                <a:lnTo>
                  <a:pt x="194382" y="204862"/>
                </a:lnTo>
                <a:cubicBezTo>
                  <a:pt x="193168" y="206905"/>
                  <a:pt x="191059" y="208054"/>
                  <a:pt x="188823" y="208054"/>
                </a:cubicBezTo>
                <a:cubicBezTo>
                  <a:pt x="187736" y="208054"/>
                  <a:pt x="186650" y="207799"/>
                  <a:pt x="185628" y="207224"/>
                </a:cubicBezTo>
                <a:cubicBezTo>
                  <a:pt x="184414" y="206522"/>
                  <a:pt x="183583" y="205437"/>
                  <a:pt x="183072" y="204224"/>
                </a:cubicBezTo>
                <a:lnTo>
                  <a:pt x="182944" y="204287"/>
                </a:lnTo>
                <a:cubicBezTo>
                  <a:pt x="182944" y="204287"/>
                  <a:pt x="175723" y="187881"/>
                  <a:pt x="172465" y="180284"/>
                </a:cubicBezTo>
                <a:cubicBezTo>
                  <a:pt x="170611" y="175943"/>
                  <a:pt x="165563" y="173389"/>
                  <a:pt x="161602" y="172814"/>
                </a:cubicBezTo>
                <a:cubicBezTo>
                  <a:pt x="158918" y="172495"/>
                  <a:pt x="157512" y="173070"/>
                  <a:pt x="157321" y="173325"/>
                </a:cubicBezTo>
                <a:cubicBezTo>
                  <a:pt x="157257" y="173453"/>
                  <a:pt x="157065" y="174283"/>
                  <a:pt x="157576" y="176006"/>
                </a:cubicBezTo>
                <a:cubicBezTo>
                  <a:pt x="162369" y="191839"/>
                  <a:pt x="170739" y="221013"/>
                  <a:pt x="172976" y="230653"/>
                </a:cubicBezTo>
                <a:cubicBezTo>
                  <a:pt x="175468" y="241442"/>
                  <a:pt x="175468" y="248656"/>
                  <a:pt x="168503" y="260594"/>
                </a:cubicBezTo>
                <a:lnTo>
                  <a:pt x="162943" y="270234"/>
                </a:lnTo>
                <a:cubicBezTo>
                  <a:pt x="161729" y="272277"/>
                  <a:pt x="159621" y="273426"/>
                  <a:pt x="157384" y="273426"/>
                </a:cubicBezTo>
                <a:cubicBezTo>
                  <a:pt x="156298" y="273426"/>
                  <a:pt x="155212" y="273170"/>
                  <a:pt x="154189" y="272596"/>
                </a:cubicBezTo>
                <a:cubicBezTo>
                  <a:pt x="151122" y="270808"/>
                  <a:pt x="150100" y="266914"/>
                  <a:pt x="151825" y="263850"/>
                </a:cubicBezTo>
                <a:lnTo>
                  <a:pt x="157384" y="254210"/>
                </a:lnTo>
                <a:cubicBezTo>
                  <a:pt x="162496" y="245400"/>
                  <a:pt x="162241" y="241314"/>
                  <a:pt x="160452" y="233526"/>
                </a:cubicBezTo>
                <a:cubicBezTo>
                  <a:pt x="158471" y="225035"/>
                  <a:pt x="150547" y="197137"/>
                  <a:pt x="145244" y="179709"/>
                </a:cubicBezTo>
                <a:cubicBezTo>
                  <a:pt x="142049" y="169239"/>
                  <a:pt x="147672" y="163111"/>
                  <a:pt x="153358" y="161004"/>
                </a:cubicBezTo>
                <a:cubicBezTo>
                  <a:pt x="163199" y="157429"/>
                  <a:pt x="178791" y="162855"/>
                  <a:pt x="184031" y="175240"/>
                </a:cubicBezTo>
                <a:cubicBezTo>
                  <a:pt x="185372" y="178432"/>
                  <a:pt x="187417" y="183156"/>
                  <a:pt x="189398" y="187561"/>
                </a:cubicBezTo>
                <a:lnTo>
                  <a:pt x="230294" y="116763"/>
                </a:lnTo>
                <a:cubicBezTo>
                  <a:pt x="232594" y="112741"/>
                  <a:pt x="236364" y="109868"/>
                  <a:pt x="240837" y="108655"/>
                </a:cubicBezTo>
                <a:cubicBezTo>
                  <a:pt x="245374" y="107442"/>
                  <a:pt x="250230" y="108081"/>
                  <a:pt x="254192" y="110315"/>
                </a:cubicBezTo>
                <a:cubicBezTo>
                  <a:pt x="262563" y="115167"/>
                  <a:pt x="265438" y="125892"/>
                  <a:pt x="260582" y="134191"/>
                </a:cubicBezTo>
                <a:lnTo>
                  <a:pt x="252275" y="148555"/>
                </a:lnTo>
                <a:cubicBezTo>
                  <a:pt x="253809" y="148938"/>
                  <a:pt x="255342" y="149449"/>
                  <a:pt x="256748" y="150279"/>
                </a:cubicBezTo>
                <a:cubicBezTo>
                  <a:pt x="263457" y="154173"/>
                  <a:pt x="266588" y="161834"/>
                  <a:pt x="265055" y="169112"/>
                </a:cubicBezTo>
                <a:cubicBezTo>
                  <a:pt x="266972" y="169495"/>
                  <a:pt x="268825" y="170069"/>
                  <a:pt x="270486" y="171027"/>
                </a:cubicBezTo>
                <a:cubicBezTo>
                  <a:pt x="274256" y="173197"/>
                  <a:pt x="277196" y="176900"/>
                  <a:pt x="278474" y="181241"/>
                </a:cubicBezTo>
                <a:cubicBezTo>
                  <a:pt x="279304" y="184114"/>
                  <a:pt x="279368" y="187051"/>
                  <a:pt x="278793" y="189860"/>
                </a:cubicBezTo>
                <a:cubicBezTo>
                  <a:pt x="280710" y="190243"/>
                  <a:pt x="282563" y="190817"/>
                  <a:pt x="284225" y="191775"/>
                </a:cubicBezTo>
                <a:cubicBezTo>
                  <a:pt x="287995" y="193945"/>
                  <a:pt x="290934" y="197648"/>
                  <a:pt x="292212" y="201989"/>
                </a:cubicBezTo>
                <a:cubicBezTo>
                  <a:pt x="293746" y="206649"/>
                  <a:pt x="293234" y="211501"/>
                  <a:pt x="290806" y="215651"/>
                </a:cubicBezTo>
                <a:close/>
              </a:path>
            </a:pathLst>
          </a:custGeom>
          <a:solidFill>
            <a:srgbClr val="00A3E0"/>
          </a:solidFill>
          <a:ln w="6390" cap="flat">
            <a:noFill/>
            <a:prstDash val="solid"/>
            <a:miter/>
          </a:ln>
        </p:spPr>
        <p:txBody>
          <a:bodyPr rtlCol="0" anchor="ctr"/>
          <a:lstStyle/>
          <a:p>
            <a:endParaRPr lang="en-US"/>
          </a:p>
        </p:txBody>
      </p:sp>
      <p:sp>
        <p:nvSpPr>
          <p:cNvPr id="962" name="Graphic 4">
            <a:extLst>
              <a:ext uri="{FF2B5EF4-FFF2-40B4-BE49-F238E27FC236}">
                <a16:creationId xmlns:a16="http://schemas.microsoft.com/office/drawing/2014/main" id="{DC876B12-F4EB-F445-B5B6-856CF5AB2FA6}"/>
              </a:ext>
            </a:extLst>
          </p:cNvPr>
          <p:cNvSpPr/>
          <p:nvPr/>
        </p:nvSpPr>
        <p:spPr>
          <a:xfrm>
            <a:off x="7192385" y="3824168"/>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181155 w 362309"/>
              <a:gd name="connsiteY5" fmla="*/ 75969 h 361971"/>
              <a:gd name="connsiteX6" fmla="*/ 244671 w 362309"/>
              <a:gd name="connsiteY6" fmla="*/ 75969 h 361971"/>
              <a:gd name="connsiteX7" fmla="*/ 235853 w 362309"/>
              <a:gd name="connsiteY7" fmla="*/ 67159 h 361971"/>
              <a:gd name="connsiteX8" fmla="*/ 235853 w 362309"/>
              <a:gd name="connsiteY8" fmla="*/ 58158 h 361971"/>
              <a:gd name="connsiteX9" fmla="*/ 244863 w 362309"/>
              <a:gd name="connsiteY9" fmla="*/ 58158 h 361971"/>
              <a:gd name="connsiteX10" fmla="*/ 264608 w 362309"/>
              <a:gd name="connsiteY10" fmla="*/ 77884 h 361971"/>
              <a:gd name="connsiteX11" fmla="*/ 266013 w 362309"/>
              <a:gd name="connsiteY11" fmla="*/ 79991 h 361971"/>
              <a:gd name="connsiteX12" fmla="*/ 266013 w 362309"/>
              <a:gd name="connsiteY12" fmla="*/ 84843 h 361971"/>
              <a:gd name="connsiteX13" fmla="*/ 264608 w 362309"/>
              <a:gd name="connsiteY13" fmla="*/ 86950 h 361971"/>
              <a:gd name="connsiteX14" fmla="*/ 244863 w 362309"/>
              <a:gd name="connsiteY14" fmla="*/ 106676 h 361971"/>
              <a:gd name="connsiteX15" fmla="*/ 240325 w 362309"/>
              <a:gd name="connsiteY15" fmla="*/ 108528 h 361971"/>
              <a:gd name="connsiteX16" fmla="*/ 235789 w 362309"/>
              <a:gd name="connsiteY16" fmla="*/ 106676 h 361971"/>
              <a:gd name="connsiteX17" fmla="*/ 235789 w 362309"/>
              <a:gd name="connsiteY17" fmla="*/ 97675 h 361971"/>
              <a:gd name="connsiteX18" fmla="*/ 244607 w 362309"/>
              <a:gd name="connsiteY18" fmla="*/ 88865 h 361971"/>
              <a:gd name="connsiteX19" fmla="*/ 181091 w 362309"/>
              <a:gd name="connsiteY19" fmla="*/ 88865 h 361971"/>
              <a:gd name="connsiteX20" fmla="*/ 174701 w 362309"/>
              <a:gd name="connsiteY20" fmla="*/ 82481 h 361971"/>
              <a:gd name="connsiteX21" fmla="*/ 181155 w 362309"/>
              <a:gd name="connsiteY21" fmla="*/ 75969 h 361971"/>
              <a:gd name="connsiteX22" fmla="*/ 76488 w 362309"/>
              <a:gd name="connsiteY22" fmla="*/ 157110 h 361971"/>
              <a:gd name="connsiteX23" fmla="*/ 95658 w 362309"/>
              <a:gd name="connsiteY23" fmla="*/ 85545 h 361971"/>
              <a:gd name="connsiteX24" fmla="*/ 135467 w 362309"/>
              <a:gd name="connsiteY24" fmla="*/ 80310 h 361971"/>
              <a:gd name="connsiteX25" fmla="*/ 167289 w 362309"/>
              <a:gd name="connsiteY25" fmla="*/ 104697 h 361971"/>
              <a:gd name="connsiteX26" fmla="*/ 170548 w 362309"/>
              <a:gd name="connsiteY26" fmla="*/ 111464 h 361971"/>
              <a:gd name="connsiteX27" fmla="*/ 166969 w 362309"/>
              <a:gd name="connsiteY27" fmla="*/ 119763 h 361971"/>
              <a:gd name="connsiteX28" fmla="*/ 158663 w 362309"/>
              <a:gd name="connsiteY28" fmla="*/ 116188 h 361971"/>
              <a:gd name="connsiteX29" fmla="*/ 156170 w 362309"/>
              <a:gd name="connsiteY29" fmla="*/ 111081 h 361971"/>
              <a:gd name="connsiteX30" fmla="*/ 132080 w 362309"/>
              <a:gd name="connsiteY30" fmla="*/ 92631 h 361971"/>
              <a:gd name="connsiteX31" fmla="*/ 101984 w 362309"/>
              <a:gd name="connsiteY31" fmla="*/ 96590 h 361971"/>
              <a:gd name="connsiteX32" fmla="*/ 87479 w 362309"/>
              <a:gd name="connsiteY32" fmla="*/ 150726 h 361971"/>
              <a:gd name="connsiteX33" fmla="*/ 104987 w 362309"/>
              <a:gd name="connsiteY33" fmla="*/ 166813 h 361971"/>
              <a:gd name="connsiteX34" fmla="*/ 108054 w 362309"/>
              <a:gd name="connsiteY34" fmla="*/ 175304 h 361971"/>
              <a:gd name="connsiteX35" fmla="*/ 102239 w 362309"/>
              <a:gd name="connsiteY35" fmla="*/ 179007 h 361971"/>
              <a:gd name="connsiteX36" fmla="*/ 99556 w 362309"/>
              <a:gd name="connsiteY36" fmla="*/ 178432 h 361971"/>
              <a:gd name="connsiteX37" fmla="*/ 76488 w 362309"/>
              <a:gd name="connsiteY37" fmla="*/ 157110 h 361971"/>
              <a:gd name="connsiteX38" fmla="*/ 289592 w 362309"/>
              <a:gd name="connsiteY38" fmla="*/ 263403 h 361971"/>
              <a:gd name="connsiteX39" fmla="*/ 286397 w 362309"/>
              <a:gd name="connsiteY39" fmla="*/ 264233 h 361971"/>
              <a:gd name="connsiteX40" fmla="*/ 280838 w 362309"/>
              <a:gd name="connsiteY40" fmla="*/ 261041 h 361971"/>
              <a:gd name="connsiteX41" fmla="*/ 266589 w 362309"/>
              <a:gd name="connsiteY41" fmla="*/ 236335 h 361971"/>
              <a:gd name="connsiteX42" fmla="*/ 259495 w 362309"/>
              <a:gd name="connsiteY42" fmla="*/ 207543 h 361971"/>
              <a:gd name="connsiteX43" fmla="*/ 254576 w 362309"/>
              <a:gd name="connsiteY43" fmla="*/ 189285 h 361971"/>
              <a:gd name="connsiteX44" fmla="*/ 225693 w 362309"/>
              <a:gd name="connsiteY44" fmla="*/ 139298 h 361971"/>
              <a:gd name="connsiteX45" fmla="*/ 216427 w 362309"/>
              <a:gd name="connsiteY45" fmla="*/ 136809 h 361971"/>
              <a:gd name="connsiteX46" fmla="*/ 213296 w 362309"/>
              <a:gd name="connsiteY46" fmla="*/ 141022 h 361971"/>
              <a:gd name="connsiteX47" fmla="*/ 213936 w 362309"/>
              <a:gd name="connsiteY47" fmla="*/ 146002 h 361971"/>
              <a:gd name="connsiteX48" fmla="*/ 213999 w 362309"/>
              <a:gd name="connsiteY48" fmla="*/ 146129 h 361971"/>
              <a:gd name="connsiteX49" fmla="*/ 222370 w 362309"/>
              <a:gd name="connsiteY49" fmla="*/ 160685 h 361971"/>
              <a:gd name="connsiteX50" fmla="*/ 220006 w 362309"/>
              <a:gd name="connsiteY50" fmla="*/ 169431 h 361971"/>
              <a:gd name="connsiteX51" fmla="*/ 216811 w 362309"/>
              <a:gd name="connsiteY51" fmla="*/ 170261 h 361971"/>
              <a:gd name="connsiteX52" fmla="*/ 211252 w 362309"/>
              <a:gd name="connsiteY52" fmla="*/ 167069 h 361971"/>
              <a:gd name="connsiteX53" fmla="*/ 196299 w 362309"/>
              <a:gd name="connsiteY53" fmla="*/ 141022 h 361971"/>
              <a:gd name="connsiteX54" fmla="*/ 187034 w 362309"/>
              <a:gd name="connsiteY54" fmla="*/ 138532 h 361971"/>
              <a:gd name="connsiteX55" fmla="*/ 183967 w 362309"/>
              <a:gd name="connsiteY55" fmla="*/ 142554 h 361971"/>
              <a:gd name="connsiteX56" fmla="*/ 184541 w 362309"/>
              <a:gd name="connsiteY56" fmla="*/ 147725 h 361971"/>
              <a:gd name="connsiteX57" fmla="*/ 194446 w 362309"/>
              <a:gd name="connsiteY57" fmla="*/ 164834 h 361971"/>
              <a:gd name="connsiteX58" fmla="*/ 192082 w 362309"/>
              <a:gd name="connsiteY58" fmla="*/ 173581 h 361971"/>
              <a:gd name="connsiteX59" fmla="*/ 188887 w 362309"/>
              <a:gd name="connsiteY59" fmla="*/ 174410 h 361971"/>
              <a:gd name="connsiteX60" fmla="*/ 183328 w 362309"/>
              <a:gd name="connsiteY60" fmla="*/ 171218 h 361971"/>
              <a:gd name="connsiteX61" fmla="*/ 166905 w 362309"/>
              <a:gd name="connsiteY61" fmla="*/ 142746 h 361971"/>
              <a:gd name="connsiteX62" fmla="*/ 162688 w 362309"/>
              <a:gd name="connsiteY62" fmla="*/ 139618 h 361971"/>
              <a:gd name="connsiteX63" fmla="*/ 157704 w 362309"/>
              <a:gd name="connsiteY63" fmla="*/ 140256 h 361971"/>
              <a:gd name="connsiteX64" fmla="*/ 154573 w 362309"/>
              <a:gd name="connsiteY64" fmla="*/ 144470 h 361971"/>
              <a:gd name="connsiteX65" fmla="*/ 155212 w 362309"/>
              <a:gd name="connsiteY65" fmla="*/ 149449 h 361971"/>
              <a:gd name="connsiteX66" fmla="*/ 168375 w 362309"/>
              <a:gd name="connsiteY66" fmla="*/ 172240 h 361971"/>
              <a:gd name="connsiteX67" fmla="*/ 166011 w 362309"/>
              <a:gd name="connsiteY67" fmla="*/ 180986 h 361971"/>
              <a:gd name="connsiteX68" fmla="*/ 157256 w 362309"/>
              <a:gd name="connsiteY68" fmla="*/ 178624 h 361971"/>
              <a:gd name="connsiteX69" fmla="*/ 124349 w 362309"/>
              <a:gd name="connsiteY69" fmla="*/ 121679 h 361971"/>
              <a:gd name="connsiteX70" fmla="*/ 115083 w 362309"/>
              <a:gd name="connsiteY70" fmla="*/ 119189 h 361971"/>
              <a:gd name="connsiteX71" fmla="*/ 111952 w 362309"/>
              <a:gd name="connsiteY71" fmla="*/ 123402 h 361971"/>
              <a:gd name="connsiteX72" fmla="*/ 112591 w 362309"/>
              <a:gd name="connsiteY72" fmla="*/ 128382 h 361971"/>
              <a:gd name="connsiteX73" fmla="*/ 168503 w 362309"/>
              <a:gd name="connsiteY73" fmla="*/ 225163 h 361971"/>
              <a:gd name="connsiteX74" fmla="*/ 166138 w 362309"/>
              <a:gd name="connsiteY74" fmla="*/ 233909 h 361971"/>
              <a:gd name="connsiteX75" fmla="*/ 162943 w 362309"/>
              <a:gd name="connsiteY75" fmla="*/ 234739 h 361971"/>
              <a:gd name="connsiteX76" fmla="*/ 162241 w 362309"/>
              <a:gd name="connsiteY76" fmla="*/ 234675 h 361971"/>
              <a:gd name="connsiteX77" fmla="*/ 162241 w 362309"/>
              <a:gd name="connsiteY77" fmla="*/ 234739 h 361971"/>
              <a:gd name="connsiteX78" fmla="*/ 131377 w 362309"/>
              <a:gd name="connsiteY78" fmla="*/ 231228 h 361971"/>
              <a:gd name="connsiteX79" fmla="*/ 113997 w 362309"/>
              <a:gd name="connsiteY79" fmla="*/ 242847 h 361971"/>
              <a:gd name="connsiteX80" fmla="*/ 117767 w 362309"/>
              <a:gd name="connsiteY80" fmla="*/ 246230 h 361971"/>
              <a:gd name="connsiteX81" fmla="*/ 182880 w 362309"/>
              <a:gd name="connsiteY81" fmla="*/ 262765 h 361971"/>
              <a:gd name="connsiteX82" fmla="*/ 210293 w 362309"/>
              <a:gd name="connsiteY82" fmla="*/ 284534 h 361971"/>
              <a:gd name="connsiteX83" fmla="*/ 216875 w 362309"/>
              <a:gd name="connsiteY83" fmla="*/ 295897 h 361971"/>
              <a:gd name="connsiteX84" fmla="*/ 214511 w 362309"/>
              <a:gd name="connsiteY84" fmla="*/ 304643 h 361971"/>
              <a:gd name="connsiteX85" fmla="*/ 211316 w 362309"/>
              <a:gd name="connsiteY85" fmla="*/ 305473 h 361971"/>
              <a:gd name="connsiteX86" fmla="*/ 205756 w 362309"/>
              <a:gd name="connsiteY86" fmla="*/ 302281 h 361971"/>
              <a:gd name="connsiteX87" fmla="*/ 199175 w 362309"/>
              <a:gd name="connsiteY87" fmla="*/ 290918 h 361971"/>
              <a:gd name="connsiteX88" fmla="*/ 179046 w 362309"/>
              <a:gd name="connsiteY88" fmla="*/ 274958 h 361971"/>
              <a:gd name="connsiteX89" fmla="*/ 114764 w 362309"/>
              <a:gd name="connsiteY89" fmla="*/ 258679 h 361971"/>
              <a:gd name="connsiteX90" fmla="*/ 101281 w 362309"/>
              <a:gd name="connsiteY90" fmla="*/ 240612 h 361971"/>
              <a:gd name="connsiteX91" fmla="*/ 132783 w 362309"/>
              <a:gd name="connsiteY91" fmla="*/ 218587 h 361971"/>
              <a:gd name="connsiteX92" fmla="*/ 150930 w 362309"/>
              <a:gd name="connsiteY92" fmla="*/ 220694 h 361971"/>
              <a:gd name="connsiteX93" fmla="*/ 101344 w 362309"/>
              <a:gd name="connsiteY93" fmla="*/ 134830 h 361971"/>
              <a:gd name="connsiteX94" fmla="*/ 99428 w 362309"/>
              <a:gd name="connsiteY94" fmla="*/ 120146 h 361971"/>
              <a:gd name="connsiteX95" fmla="*/ 108502 w 362309"/>
              <a:gd name="connsiteY95" fmla="*/ 108145 h 361971"/>
              <a:gd name="connsiteX96" fmla="*/ 135211 w 362309"/>
              <a:gd name="connsiteY96" fmla="*/ 115295 h 361971"/>
              <a:gd name="connsiteX97" fmla="*/ 145819 w 362309"/>
              <a:gd name="connsiteY97" fmla="*/ 133681 h 361971"/>
              <a:gd name="connsiteX98" fmla="*/ 150994 w 362309"/>
              <a:gd name="connsiteY98" fmla="*/ 129148 h 361971"/>
              <a:gd name="connsiteX99" fmla="*/ 165308 w 362309"/>
              <a:gd name="connsiteY99" fmla="*/ 127105 h 361971"/>
              <a:gd name="connsiteX100" fmla="*/ 174701 w 362309"/>
              <a:gd name="connsiteY100" fmla="*/ 132404 h 361971"/>
              <a:gd name="connsiteX101" fmla="*/ 180389 w 362309"/>
              <a:gd name="connsiteY101" fmla="*/ 127360 h 361971"/>
              <a:gd name="connsiteX102" fmla="*/ 204095 w 362309"/>
              <a:gd name="connsiteY102" fmla="*/ 130616 h 361971"/>
              <a:gd name="connsiteX103" fmla="*/ 209782 w 362309"/>
              <a:gd name="connsiteY103" fmla="*/ 125573 h 361971"/>
              <a:gd name="connsiteX104" fmla="*/ 236492 w 362309"/>
              <a:gd name="connsiteY104" fmla="*/ 132723 h 361971"/>
              <a:gd name="connsiteX105" fmla="*/ 265374 w 362309"/>
              <a:gd name="connsiteY105" fmla="*/ 182646 h 361971"/>
              <a:gd name="connsiteX106" fmla="*/ 272020 w 362309"/>
              <a:gd name="connsiteY106" fmla="*/ 207607 h 361971"/>
              <a:gd name="connsiteX107" fmla="*/ 277387 w 362309"/>
              <a:gd name="connsiteY107" fmla="*/ 229759 h 361971"/>
              <a:gd name="connsiteX108" fmla="*/ 291637 w 362309"/>
              <a:gd name="connsiteY108" fmla="*/ 254465 h 361971"/>
              <a:gd name="connsiteX109" fmla="*/ 289592 w 362309"/>
              <a:gd name="connsiteY109" fmla="*/ 26340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362309" h="361971">
                <a:moveTo>
                  <a:pt x="181155" y="0"/>
                </a:moveTo>
                <a:cubicBezTo>
                  <a:pt x="81089" y="0"/>
                  <a:pt x="0" y="81013"/>
                  <a:pt x="0" y="180986"/>
                </a:cubicBezTo>
                <a:cubicBezTo>
                  <a:pt x="0" y="280959"/>
                  <a:pt x="81089" y="361971"/>
                  <a:pt x="181155" y="361971"/>
                </a:cubicBezTo>
                <a:cubicBezTo>
                  <a:pt x="281221" y="361971"/>
                  <a:pt x="362310" y="280959"/>
                  <a:pt x="362310" y="180986"/>
                </a:cubicBezTo>
                <a:cubicBezTo>
                  <a:pt x="362310" y="81013"/>
                  <a:pt x="281157" y="0"/>
                  <a:pt x="181155" y="0"/>
                </a:cubicBezTo>
                <a:close/>
                <a:moveTo>
                  <a:pt x="181155" y="75969"/>
                </a:moveTo>
                <a:lnTo>
                  <a:pt x="244671" y="75969"/>
                </a:lnTo>
                <a:lnTo>
                  <a:pt x="235853" y="67159"/>
                </a:lnTo>
                <a:cubicBezTo>
                  <a:pt x="233361" y="64670"/>
                  <a:pt x="233361" y="60648"/>
                  <a:pt x="235853" y="58158"/>
                </a:cubicBezTo>
                <a:cubicBezTo>
                  <a:pt x="238345" y="55668"/>
                  <a:pt x="242371" y="55668"/>
                  <a:pt x="244863" y="58158"/>
                </a:cubicBezTo>
                <a:lnTo>
                  <a:pt x="264608" y="77884"/>
                </a:lnTo>
                <a:cubicBezTo>
                  <a:pt x="265182" y="78459"/>
                  <a:pt x="265694" y="79161"/>
                  <a:pt x="266013" y="79991"/>
                </a:cubicBezTo>
                <a:cubicBezTo>
                  <a:pt x="266653" y="81523"/>
                  <a:pt x="266653" y="83311"/>
                  <a:pt x="266013" y="84843"/>
                </a:cubicBezTo>
                <a:cubicBezTo>
                  <a:pt x="265694" y="85609"/>
                  <a:pt x="265246" y="86311"/>
                  <a:pt x="264608" y="86950"/>
                </a:cubicBezTo>
                <a:lnTo>
                  <a:pt x="244863" y="106676"/>
                </a:lnTo>
                <a:cubicBezTo>
                  <a:pt x="243584" y="107953"/>
                  <a:pt x="241987" y="108528"/>
                  <a:pt x="240325" y="108528"/>
                </a:cubicBezTo>
                <a:cubicBezTo>
                  <a:pt x="238665" y="108528"/>
                  <a:pt x="237067" y="107889"/>
                  <a:pt x="235789" y="106676"/>
                </a:cubicBezTo>
                <a:cubicBezTo>
                  <a:pt x="233297" y="104186"/>
                  <a:pt x="233297" y="100165"/>
                  <a:pt x="235789" y="97675"/>
                </a:cubicBezTo>
                <a:lnTo>
                  <a:pt x="244607" y="88865"/>
                </a:lnTo>
                <a:lnTo>
                  <a:pt x="181091" y="88865"/>
                </a:lnTo>
                <a:cubicBezTo>
                  <a:pt x="177577" y="88865"/>
                  <a:pt x="174701" y="85992"/>
                  <a:pt x="174701" y="82481"/>
                </a:cubicBezTo>
                <a:cubicBezTo>
                  <a:pt x="174701" y="78970"/>
                  <a:pt x="177577" y="75969"/>
                  <a:pt x="181155" y="75969"/>
                </a:cubicBezTo>
                <a:close/>
                <a:moveTo>
                  <a:pt x="76488" y="157110"/>
                </a:moveTo>
                <a:cubicBezTo>
                  <a:pt x="62047" y="132085"/>
                  <a:pt x="70609" y="99973"/>
                  <a:pt x="95658" y="85545"/>
                </a:cubicBezTo>
                <a:cubicBezTo>
                  <a:pt x="107798" y="78523"/>
                  <a:pt x="121921" y="76671"/>
                  <a:pt x="135467" y="80310"/>
                </a:cubicBezTo>
                <a:cubicBezTo>
                  <a:pt x="149014" y="83949"/>
                  <a:pt x="160324" y="92631"/>
                  <a:pt x="167289" y="104697"/>
                </a:cubicBezTo>
                <a:cubicBezTo>
                  <a:pt x="168567" y="106868"/>
                  <a:pt x="169653" y="109166"/>
                  <a:pt x="170548" y="111464"/>
                </a:cubicBezTo>
                <a:cubicBezTo>
                  <a:pt x="171889" y="114720"/>
                  <a:pt x="170292" y="118423"/>
                  <a:pt x="166969" y="119763"/>
                </a:cubicBezTo>
                <a:cubicBezTo>
                  <a:pt x="163710" y="121104"/>
                  <a:pt x="160004" y="119508"/>
                  <a:pt x="158663" y="116188"/>
                </a:cubicBezTo>
                <a:cubicBezTo>
                  <a:pt x="157960" y="114465"/>
                  <a:pt x="157129" y="112741"/>
                  <a:pt x="156170" y="111081"/>
                </a:cubicBezTo>
                <a:cubicBezTo>
                  <a:pt x="150866" y="101888"/>
                  <a:pt x="142304" y="95377"/>
                  <a:pt x="132080" y="92631"/>
                </a:cubicBezTo>
                <a:cubicBezTo>
                  <a:pt x="121857" y="89886"/>
                  <a:pt x="111185" y="91291"/>
                  <a:pt x="101984" y="96590"/>
                </a:cubicBezTo>
                <a:cubicBezTo>
                  <a:pt x="83069" y="107506"/>
                  <a:pt x="76552" y="131829"/>
                  <a:pt x="87479" y="150726"/>
                </a:cubicBezTo>
                <a:cubicBezTo>
                  <a:pt x="91568" y="157812"/>
                  <a:pt x="97638" y="163366"/>
                  <a:pt x="104987" y="166813"/>
                </a:cubicBezTo>
                <a:cubicBezTo>
                  <a:pt x="108182" y="168282"/>
                  <a:pt x="109588" y="172112"/>
                  <a:pt x="108054" y="175304"/>
                </a:cubicBezTo>
                <a:cubicBezTo>
                  <a:pt x="106967" y="177602"/>
                  <a:pt x="104667" y="179007"/>
                  <a:pt x="102239" y="179007"/>
                </a:cubicBezTo>
                <a:cubicBezTo>
                  <a:pt x="101344" y="179007"/>
                  <a:pt x="100386" y="178815"/>
                  <a:pt x="99556" y="178432"/>
                </a:cubicBezTo>
                <a:cubicBezTo>
                  <a:pt x="89907" y="173836"/>
                  <a:pt x="81919" y="166494"/>
                  <a:pt x="76488" y="157110"/>
                </a:cubicBezTo>
                <a:close/>
                <a:moveTo>
                  <a:pt x="289592" y="263403"/>
                </a:moveTo>
                <a:cubicBezTo>
                  <a:pt x="288570" y="263978"/>
                  <a:pt x="287483" y="264233"/>
                  <a:pt x="286397" y="264233"/>
                </a:cubicBezTo>
                <a:cubicBezTo>
                  <a:pt x="284161" y="264233"/>
                  <a:pt x="282052" y="263084"/>
                  <a:pt x="280838" y="261041"/>
                </a:cubicBezTo>
                <a:lnTo>
                  <a:pt x="266589" y="236335"/>
                </a:lnTo>
                <a:cubicBezTo>
                  <a:pt x="260966" y="226567"/>
                  <a:pt x="259176" y="222737"/>
                  <a:pt x="259495" y="207543"/>
                </a:cubicBezTo>
                <a:cubicBezTo>
                  <a:pt x="259623" y="201415"/>
                  <a:pt x="257898" y="195094"/>
                  <a:pt x="254576" y="189285"/>
                </a:cubicBezTo>
                <a:lnTo>
                  <a:pt x="225693" y="139298"/>
                </a:lnTo>
                <a:cubicBezTo>
                  <a:pt x="223712" y="135851"/>
                  <a:pt x="219239" y="135213"/>
                  <a:pt x="216427" y="136809"/>
                </a:cubicBezTo>
                <a:cubicBezTo>
                  <a:pt x="214958" y="137639"/>
                  <a:pt x="213744" y="139235"/>
                  <a:pt x="213296" y="141022"/>
                </a:cubicBezTo>
                <a:cubicBezTo>
                  <a:pt x="212977" y="142235"/>
                  <a:pt x="212849" y="144086"/>
                  <a:pt x="213936" y="146002"/>
                </a:cubicBezTo>
                <a:cubicBezTo>
                  <a:pt x="213936" y="146066"/>
                  <a:pt x="213936" y="146066"/>
                  <a:pt x="213999" y="146129"/>
                </a:cubicBezTo>
                <a:lnTo>
                  <a:pt x="222370" y="160685"/>
                </a:lnTo>
                <a:cubicBezTo>
                  <a:pt x="224096" y="163749"/>
                  <a:pt x="223073" y="167643"/>
                  <a:pt x="220006" y="169431"/>
                </a:cubicBezTo>
                <a:cubicBezTo>
                  <a:pt x="218983" y="170005"/>
                  <a:pt x="217897" y="170261"/>
                  <a:pt x="216811" y="170261"/>
                </a:cubicBezTo>
                <a:cubicBezTo>
                  <a:pt x="214575" y="170261"/>
                  <a:pt x="212465" y="169112"/>
                  <a:pt x="211252" y="167069"/>
                </a:cubicBezTo>
                <a:lnTo>
                  <a:pt x="196299" y="141022"/>
                </a:lnTo>
                <a:cubicBezTo>
                  <a:pt x="194318" y="137575"/>
                  <a:pt x="189846" y="137000"/>
                  <a:pt x="187034" y="138532"/>
                </a:cubicBezTo>
                <a:cubicBezTo>
                  <a:pt x="185628" y="139362"/>
                  <a:pt x="184477" y="140831"/>
                  <a:pt x="183967" y="142554"/>
                </a:cubicBezTo>
                <a:cubicBezTo>
                  <a:pt x="183584" y="143831"/>
                  <a:pt x="183392" y="145746"/>
                  <a:pt x="184541" y="147725"/>
                </a:cubicBezTo>
                <a:lnTo>
                  <a:pt x="194446" y="164834"/>
                </a:lnTo>
                <a:cubicBezTo>
                  <a:pt x="196236" y="167899"/>
                  <a:pt x="195149" y="171793"/>
                  <a:pt x="192082" y="173581"/>
                </a:cubicBezTo>
                <a:cubicBezTo>
                  <a:pt x="191059" y="174155"/>
                  <a:pt x="189973" y="174410"/>
                  <a:pt x="188887" y="174410"/>
                </a:cubicBezTo>
                <a:cubicBezTo>
                  <a:pt x="186651" y="174410"/>
                  <a:pt x="184541" y="173261"/>
                  <a:pt x="183328" y="171218"/>
                </a:cubicBezTo>
                <a:lnTo>
                  <a:pt x="166905" y="142746"/>
                </a:lnTo>
                <a:cubicBezTo>
                  <a:pt x="165755" y="140703"/>
                  <a:pt x="163966" y="139937"/>
                  <a:pt x="162688" y="139618"/>
                </a:cubicBezTo>
                <a:cubicBezTo>
                  <a:pt x="160963" y="139235"/>
                  <a:pt x="159110" y="139490"/>
                  <a:pt x="157704" y="140256"/>
                </a:cubicBezTo>
                <a:cubicBezTo>
                  <a:pt x="156234" y="141086"/>
                  <a:pt x="155020" y="142682"/>
                  <a:pt x="154573" y="144470"/>
                </a:cubicBezTo>
                <a:cubicBezTo>
                  <a:pt x="154253" y="145682"/>
                  <a:pt x="154125" y="147534"/>
                  <a:pt x="155212" y="149449"/>
                </a:cubicBezTo>
                <a:lnTo>
                  <a:pt x="168375" y="172240"/>
                </a:lnTo>
                <a:cubicBezTo>
                  <a:pt x="170164" y="175304"/>
                  <a:pt x="169078" y="179198"/>
                  <a:pt x="166011" y="180986"/>
                </a:cubicBezTo>
                <a:cubicBezTo>
                  <a:pt x="162943" y="182710"/>
                  <a:pt x="159046" y="181688"/>
                  <a:pt x="157256" y="178624"/>
                </a:cubicBezTo>
                <a:lnTo>
                  <a:pt x="124349" y="121679"/>
                </a:lnTo>
                <a:cubicBezTo>
                  <a:pt x="122367" y="118231"/>
                  <a:pt x="117895" y="117593"/>
                  <a:pt x="115083" y="119189"/>
                </a:cubicBezTo>
                <a:cubicBezTo>
                  <a:pt x="113613" y="120019"/>
                  <a:pt x="112464" y="121615"/>
                  <a:pt x="111952" y="123402"/>
                </a:cubicBezTo>
                <a:cubicBezTo>
                  <a:pt x="111633" y="124615"/>
                  <a:pt x="111505" y="126467"/>
                  <a:pt x="112591" y="128382"/>
                </a:cubicBezTo>
                <a:lnTo>
                  <a:pt x="168503" y="225163"/>
                </a:lnTo>
                <a:cubicBezTo>
                  <a:pt x="170292" y="228227"/>
                  <a:pt x="169206" y="232122"/>
                  <a:pt x="166138" y="233909"/>
                </a:cubicBezTo>
                <a:cubicBezTo>
                  <a:pt x="165117" y="234484"/>
                  <a:pt x="164030" y="234739"/>
                  <a:pt x="162943" y="234739"/>
                </a:cubicBezTo>
                <a:cubicBezTo>
                  <a:pt x="162688" y="234739"/>
                  <a:pt x="162496" y="234675"/>
                  <a:pt x="162241" y="234675"/>
                </a:cubicBezTo>
                <a:lnTo>
                  <a:pt x="162241" y="234739"/>
                </a:lnTo>
                <a:cubicBezTo>
                  <a:pt x="162241" y="234739"/>
                  <a:pt x="141090" y="232441"/>
                  <a:pt x="131377" y="231228"/>
                </a:cubicBezTo>
                <a:cubicBezTo>
                  <a:pt x="123262" y="230270"/>
                  <a:pt x="114955" y="237676"/>
                  <a:pt x="113997" y="242847"/>
                </a:cubicBezTo>
                <a:cubicBezTo>
                  <a:pt x="113805" y="243804"/>
                  <a:pt x="113549" y="245272"/>
                  <a:pt x="117767" y="246230"/>
                </a:cubicBezTo>
                <a:cubicBezTo>
                  <a:pt x="136873" y="250699"/>
                  <a:pt x="171762" y="259381"/>
                  <a:pt x="182880" y="262765"/>
                </a:cubicBezTo>
                <a:cubicBezTo>
                  <a:pt x="195085" y="266467"/>
                  <a:pt x="202306" y="270681"/>
                  <a:pt x="210293" y="284534"/>
                </a:cubicBezTo>
                <a:lnTo>
                  <a:pt x="216875" y="295897"/>
                </a:lnTo>
                <a:cubicBezTo>
                  <a:pt x="218664" y="298962"/>
                  <a:pt x="217578" y="302856"/>
                  <a:pt x="214511" y="304643"/>
                </a:cubicBezTo>
                <a:cubicBezTo>
                  <a:pt x="213488" y="305218"/>
                  <a:pt x="212401" y="305473"/>
                  <a:pt x="211316" y="305473"/>
                </a:cubicBezTo>
                <a:cubicBezTo>
                  <a:pt x="209079" y="305473"/>
                  <a:pt x="206970" y="304324"/>
                  <a:pt x="205756" y="302281"/>
                </a:cubicBezTo>
                <a:lnTo>
                  <a:pt x="199175" y="290918"/>
                </a:lnTo>
                <a:cubicBezTo>
                  <a:pt x="192913" y="280065"/>
                  <a:pt x="188503" y="277831"/>
                  <a:pt x="179046" y="274958"/>
                </a:cubicBezTo>
                <a:cubicBezTo>
                  <a:pt x="169206" y="271958"/>
                  <a:pt x="135850" y="263595"/>
                  <a:pt x="114764" y="258679"/>
                </a:cubicBezTo>
                <a:cubicBezTo>
                  <a:pt x="102942" y="255934"/>
                  <a:pt x="100131" y="247252"/>
                  <a:pt x="101281" y="240612"/>
                </a:cubicBezTo>
                <a:cubicBezTo>
                  <a:pt x="103326" y="229121"/>
                  <a:pt x="117831" y="216736"/>
                  <a:pt x="132783" y="218587"/>
                </a:cubicBezTo>
                <a:cubicBezTo>
                  <a:pt x="137384" y="219162"/>
                  <a:pt x="144604" y="219992"/>
                  <a:pt x="150930" y="220694"/>
                </a:cubicBezTo>
                <a:lnTo>
                  <a:pt x="101344" y="134830"/>
                </a:lnTo>
                <a:cubicBezTo>
                  <a:pt x="98789" y="130361"/>
                  <a:pt x="98086" y="125126"/>
                  <a:pt x="99428" y="120146"/>
                </a:cubicBezTo>
                <a:cubicBezTo>
                  <a:pt x="100769" y="115103"/>
                  <a:pt x="104092" y="110698"/>
                  <a:pt x="108502" y="108145"/>
                </a:cubicBezTo>
                <a:cubicBezTo>
                  <a:pt x="117831" y="102782"/>
                  <a:pt x="129844" y="105974"/>
                  <a:pt x="135211" y="115295"/>
                </a:cubicBezTo>
                <a:lnTo>
                  <a:pt x="145819" y="133681"/>
                </a:lnTo>
                <a:cubicBezTo>
                  <a:pt x="147288" y="131893"/>
                  <a:pt x="149014" y="130297"/>
                  <a:pt x="150994" y="129148"/>
                </a:cubicBezTo>
                <a:cubicBezTo>
                  <a:pt x="155212" y="126722"/>
                  <a:pt x="160451" y="125956"/>
                  <a:pt x="165308" y="127105"/>
                </a:cubicBezTo>
                <a:cubicBezTo>
                  <a:pt x="168950" y="127935"/>
                  <a:pt x="172145" y="129850"/>
                  <a:pt x="174701" y="132404"/>
                </a:cubicBezTo>
                <a:cubicBezTo>
                  <a:pt x="176235" y="130361"/>
                  <a:pt x="178151" y="128637"/>
                  <a:pt x="180389" y="127360"/>
                </a:cubicBezTo>
                <a:cubicBezTo>
                  <a:pt x="188248" y="122828"/>
                  <a:pt x="197961" y="124424"/>
                  <a:pt x="204095" y="130616"/>
                </a:cubicBezTo>
                <a:cubicBezTo>
                  <a:pt x="205629" y="128573"/>
                  <a:pt x="207609" y="126850"/>
                  <a:pt x="209782" y="125573"/>
                </a:cubicBezTo>
                <a:cubicBezTo>
                  <a:pt x="219111" y="120210"/>
                  <a:pt x="231060" y="123402"/>
                  <a:pt x="236492" y="132723"/>
                </a:cubicBezTo>
                <a:lnTo>
                  <a:pt x="265374" y="182646"/>
                </a:lnTo>
                <a:cubicBezTo>
                  <a:pt x="269911" y="190498"/>
                  <a:pt x="272212" y="199116"/>
                  <a:pt x="272020" y="207607"/>
                </a:cubicBezTo>
                <a:cubicBezTo>
                  <a:pt x="271764" y="219992"/>
                  <a:pt x="272595" y="221460"/>
                  <a:pt x="277387" y="229759"/>
                </a:cubicBezTo>
                <a:lnTo>
                  <a:pt x="291637" y="254465"/>
                </a:lnTo>
                <a:cubicBezTo>
                  <a:pt x="293682" y="257721"/>
                  <a:pt x="292659" y="261679"/>
                  <a:pt x="289592" y="263403"/>
                </a:cubicBezTo>
                <a:close/>
              </a:path>
            </a:pathLst>
          </a:custGeom>
          <a:solidFill>
            <a:srgbClr val="00A3E0"/>
          </a:solidFill>
          <a:ln w="6390" cap="flat">
            <a:noFill/>
            <a:prstDash val="solid"/>
            <a:miter/>
          </a:ln>
        </p:spPr>
        <p:txBody>
          <a:bodyPr rtlCol="0" anchor="ctr"/>
          <a:lstStyle/>
          <a:p>
            <a:endParaRPr lang="en-US"/>
          </a:p>
        </p:txBody>
      </p:sp>
      <p:sp>
        <p:nvSpPr>
          <p:cNvPr id="963" name="Graphic 4">
            <a:extLst>
              <a:ext uri="{FF2B5EF4-FFF2-40B4-BE49-F238E27FC236}">
                <a16:creationId xmlns:a16="http://schemas.microsoft.com/office/drawing/2014/main" id="{093FA0E8-D4C7-DA44-940A-E18D4E7465AC}"/>
              </a:ext>
            </a:extLst>
          </p:cNvPr>
          <p:cNvSpPr/>
          <p:nvPr/>
        </p:nvSpPr>
        <p:spPr>
          <a:xfrm>
            <a:off x="5099233" y="3824168"/>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143262 w 362309"/>
              <a:gd name="connsiteY5" fmla="*/ 127871 h 361971"/>
              <a:gd name="connsiteX6" fmla="*/ 93676 w 362309"/>
              <a:gd name="connsiteY6" fmla="*/ 127871 h 361971"/>
              <a:gd name="connsiteX7" fmla="*/ 99044 w 362309"/>
              <a:gd name="connsiteY7" fmla="*/ 133234 h 361971"/>
              <a:gd name="connsiteX8" fmla="*/ 99044 w 362309"/>
              <a:gd name="connsiteY8" fmla="*/ 142235 h 361971"/>
              <a:gd name="connsiteX9" fmla="*/ 94507 w 362309"/>
              <a:gd name="connsiteY9" fmla="*/ 144086 h 361971"/>
              <a:gd name="connsiteX10" fmla="*/ 89970 w 362309"/>
              <a:gd name="connsiteY10" fmla="*/ 142235 h 361971"/>
              <a:gd name="connsiteX11" fmla="*/ 73740 w 362309"/>
              <a:gd name="connsiteY11" fmla="*/ 126020 h 361971"/>
              <a:gd name="connsiteX12" fmla="*/ 72334 w 362309"/>
              <a:gd name="connsiteY12" fmla="*/ 123913 h 361971"/>
              <a:gd name="connsiteX13" fmla="*/ 72334 w 362309"/>
              <a:gd name="connsiteY13" fmla="*/ 119061 h 361971"/>
              <a:gd name="connsiteX14" fmla="*/ 73740 w 362309"/>
              <a:gd name="connsiteY14" fmla="*/ 116954 h 361971"/>
              <a:gd name="connsiteX15" fmla="*/ 89970 w 362309"/>
              <a:gd name="connsiteY15" fmla="*/ 100739 h 361971"/>
              <a:gd name="connsiteX16" fmla="*/ 98980 w 362309"/>
              <a:gd name="connsiteY16" fmla="*/ 100739 h 361971"/>
              <a:gd name="connsiteX17" fmla="*/ 98980 w 362309"/>
              <a:gd name="connsiteY17" fmla="*/ 109741 h 361971"/>
              <a:gd name="connsiteX18" fmla="*/ 93612 w 362309"/>
              <a:gd name="connsiteY18" fmla="*/ 115103 h 361971"/>
              <a:gd name="connsiteX19" fmla="*/ 143198 w 362309"/>
              <a:gd name="connsiteY19" fmla="*/ 115103 h 361971"/>
              <a:gd name="connsiteX20" fmla="*/ 149588 w 362309"/>
              <a:gd name="connsiteY20" fmla="*/ 121487 h 361971"/>
              <a:gd name="connsiteX21" fmla="*/ 143262 w 362309"/>
              <a:gd name="connsiteY21" fmla="*/ 127871 h 361971"/>
              <a:gd name="connsiteX22" fmla="*/ 158534 w 362309"/>
              <a:gd name="connsiteY22" fmla="*/ 121487 h 361971"/>
              <a:gd name="connsiteX23" fmla="*/ 208248 w 362309"/>
              <a:gd name="connsiteY23" fmla="*/ 71820 h 361971"/>
              <a:gd name="connsiteX24" fmla="*/ 257962 w 362309"/>
              <a:gd name="connsiteY24" fmla="*/ 121487 h 361971"/>
              <a:gd name="connsiteX25" fmla="*/ 257323 w 362309"/>
              <a:gd name="connsiteY25" fmla="*/ 129339 h 361971"/>
              <a:gd name="connsiteX26" fmla="*/ 250038 w 362309"/>
              <a:gd name="connsiteY26" fmla="*/ 134638 h 361971"/>
              <a:gd name="connsiteX27" fmla="*/ 244735 w 362309"/>
              <a:gd name="connsiteY27" fmla="*/ 127360 h 361971"/>
              <a:gd name="connsiteX28" fmla="*/ 245182 w 362309"/>
              <a:gd name="connsiteY28" fmla="*/ 121487 h 361971"/>
              <a:gd name="connsiteX29" fmla="*/ 208248 w 362309"/>
              <a:gd name="connsiteY29" fmla="*/ 84588 h 361971"/>
              <a:gd name="connsiteX30" fmla="*/ 171314 w 362309"/>
              <a:gd name="connsiteY30" fmla="*/ 121487 h 361971"/>
              <a:gd name="connsiteX31" fmla="*/ 178343 w 362309"/>
              <a:gd name="connsiteY31" fmla="*/ 143129 h 361971"/>
              <a:gd name="connsiteX32" fmla="*/ 176937 w 362309"/>
              <a:gd name="connsiteY32" fmla="*/ 152066 h 361971"/>
              <a:gd name="connsiteX33" fmla="*/ 173167 w 362309"/>
              <a:gd name="connsiteY33" fmla="*/ 153279 h 361971"/>
              <a:gd name="connsiteX34" fmla="*/ 167991 w 362309"/>
              <a:gd name="connsiteY34" fmla="*/ 150662 h 361971"/>
              <a:gd name="connsiteX35" fmla="*/ 158534 w 362309"/>
              <a:gd name="connsiteY35" fmla="*/ 121487 h 361971"/>
              <a:gd name="connsiteX36" fmla="*/ 290486 w 362309"/>
              <a:gd name="connsiteY36" fmla="*/ 223056 h 361971"/>
              <a:gd name="connsiteX37" fmla="*/ 284800 w 362309"/>
              <a:gd name="connsiteY37" fmla="*/ 244123 h 361971"/>
              <a:gd name="connsiteX38" fmla="*/ 279624 w 362309"/>
              <a:gd name="connsiteY38" fmla="*/ 262126 h 361971"/>
              <a:gd name="connsiteX39" fmla="*/ 279624 w 362309"/>
              <a:gd name="connsiteY39" fmla="*/ 283768 h 361971"/>
              <a:gd name="connsiteX40" fmla="*/ 273234 w 362309"/>
              <a:gd name="connsiteY40" fmla="*/ 290152 h 361971"/>
              <a:gd name="connsiteX41" fmla="*/ 266844 w 362309"/>
              <a:gd name="connsiteY41" fmla="*/ 283768 h 361971"/>
              <a:gd name="connsiteX42" fmla="*/ 266844 w 362309"/>
              <a:gd name="connsiteY42" fmla="*/ 262126 h 361971"/>
              <a:gd name="connsiteX43" fmla="*/ 273809 w 362309"/>
              <a:gd name="connsiteY43" fmla="*/ 237548 h 361971"/>
              <a:gd name="connsiteX44" fmla="*/ 277643 w 362309"/>
              <a:gd name="connsiteY44" fmla="*/ 223056 h 361971"/>
              <a:gd name="connsiteX45" fmla="*/ 277643 w 362309"/>
              <a:gd name="connsiteY45" fmla="*/ 175560 h 361971"/>
              <a:gd name="connsiteX46" fmla="*/ 273170 w 362309"/>
              <a:gd name="connsiteY46" fmla="*/ 171091 h 361971"/>
              <a:gd name="connsiteX47" fmla="*/ 269975 w 362309"/>
              <a:gd name="connsiteY47" fmla="*/ 172495 h 361971"/>
              <a:gd name="connsiteX48" fmla="*/ 268697 w 362309"/>
              <a:gd name="connsiteY48" fmla="*/ 175496 h 361971"/>
              <a:gd name="connsiteX49" fmla="*/ 268697 w 362309"/>
              <a:gd name="connsiteY49" fmla="*/ 189413 h 361971"/>
              <a:gd name="connsiteX50" fmla="*/ 262307 w 362309"/>
              <a:gd name="connsiteY50" fmla="*/ 195797 h 361971"/>
              <a:gd name="connsiteX51" fmla="*/ 255917 w 362309"/>
              <a:gd name="connsiteY51" fmla="*/ 189413 h 361971"/>
              <a:gd name="connsiteX52" fmla="*/ 255917 w 362309"/>
              <a:gd name="connsiteY52" fmla="*/ 164707 h 361971"/>
              <a:gd name="connsiteX53" fmla="*/ 251444 w 362309"/>
              <a:gd name="connsiteY53" fmla="*/ 160238 h 361971"/>
              <a:gd name="connsiteX54" fmla="*/ 248377 w 362309"/>
              <a:gd name="connsiteY54" fmla="*/ 161515 h 361971"/>
              <a:gd name="connsiteX55" fmla="*/ 247035 w 362309"/>
              <a:gd name="connsiteY55" fmla="*/ 164643 h 361971"/>
              <a:gd name="connsiteX56" fmla="*/ 247035 w 362309"/>
              <a:gd name="connsiteY56" fmla="*/ 180922 h 361971"/>
              <a:gd name="connsiteX57" fmla="*/ 240645 w 362309"/>
              <a:gd name="connsiteY57" fmla="*/ 187306 h 361971"/>
              <a:gd name="connsiteX58" fmla="*/ 234255 w 362309"/>
              <a:gd name="connsiteY58" fmla="*/ 180922 h 361971"/>
              <a:gd name="connsiteX59" fmla="*/ 234255 w 362309"/>
              <a:gd name="connsiteY59" fmla="*/ 164707 h 361971"/>
              <a:gd name="connsiteX60" fmla="*/ 234255 w 362309"/>
              <a:gd name="connsiteY60" fmla="*/ 164707 h 361971"/>
              <a:gd name="connsiteX61" fmla="*/ 234255 w 362309"/>
              <a:gd name="connsiteY61" fmla="*/ 164707 h 361971"/>
              <a:gd name="connsiteX62" fmla="*/ 234255 w 362309"/>
              <a:gd name="connsiteY62" fmla="*/ 153918 h 361971"/>
              <a:gd name="connsiteX63" fmla="*/ 229782 w 362309"/>
              <a:gd name="connsiteY63" fmla="*/ 149449 h 361971"/>
              <a:gd name="connsiteX64" fmla="*/ 226587 w 362309"/>
              <a:gd name="connsiteY64" fmla="*/ 150854 h 361971"/>
              <a:gd name="connsiteX65" fmla="*/ 225309 w 362309"/>
              <a:gd name="connsiteY65" fmla="*/ 153854 h 361971"/>
              <a:gd name="connsiteX66" fmla="*/ 225309 w 362309"/>
              <a:gd name="connsiteY66" fmla="*/ 175496 h 361971"/>
              <a:gd name="connsiteX67" fmla="*/ 218919 w 362309"/>
              <a:gd name="connsiteY67" fmla="*/ 181880 h 361971"/>
              <a:gd name="connsiteX68" fmla="*/ 212529 w 362309"/>
              <a:gd name="connsiteY68" fmla="*/ 175496 h 361971"/>
              <a:gd name="connsiteX69" fmla="*/ 212529 w 362309"/>
              <a:gd name="connsiteY69" fmla="*/ 153854 h 361971"/>
              <a:gd name="connsiteX70" fmla="*/ 212529 w 362309"/>
              <a:gd name="connsiteY70" fmla="*/ 153854 h 361971"/>
              <a:gd name="connsiteX71" fmla="*/ 212529 w 362309"/>
              <a:gd name="connsiteY71" fmla="*/ 121423 h 361971"/>
              <a:gd name="connsiteX72" fmla="*/ 208120 w 362309"/>
              <a:gd name="connsiteY72" fmla="*/ 116954 h 361971"/>
              <a:gd name="connsiteX73" fmla="*/ 204925 w 362309"/>
              <a:gd name="connsiteY73" fmla="*/ 118359 h 361971"/>
              <a:gd name="connsiteX74" fmla="*/ 203647 w 362309"/>
              <a:gd name="connsiteY74" fmla="*/ 121359 h 361971"/>
              <a:gd name="connsiteX75" fmla="*/ 203647 w 362309"/>
              <a:gd name="connsiteY75" fmla="*/ 197137 h 361971"/>
              <a:gd name="connsiteX76" fmla="*/ 197257 w 362309"/>
              <a:gd name="connsiteY76" fmla="*/ 203521 h 361971"/>
              <a:gd name="connsiteX77" fmla="*/ 190867 w 362309"/>
              <a:gd name="connsiteY77" fmla="*/ 197137 h 361971"/>
              <a:gd name="connsiteX78" fmla="*/ 190867 w 362309"/>
              <a:gd name="connsiteY78" fmla="*/ 186285 h 361971"/>
              <a:gd name="connsiteX79" fmla="*/ 184094 w 362309"/>
              <a:gd name="connsiteY79" fmla="*/ 172814 h 361971"/>
              <a:gd name="connsiteX80" fmla="*/ 182625 w 362309"/>
              <a:gd name="connsiteY80" fmla="*/ 172878 h 361971"/>
              <a:gd name="connsiteX81" fmla="*/ 181985 w 362309"/>
              <a:gd name="connsiteY81" fmla="*/ 174027 h 361971"/>
              <a:gd name="connsiteX82" fmla="*/ 181985 w 362309"/>
              <a:gd name="connsiteY82" fmla="*/ 213353 h 361971"/>
              <a:gd name="connsiteX83" fmla="*/ 192784 w 362309"/>
              <a:gd name="connsiteY83" fmla="*/ 237548 h 361971"/>
              <a:gd name="connsiteX84" fmla="*/ 209079 w 362309"/>
              <a:gd name="connsiteY84" fmla="*/ 267425 h 361971"/>
              <a:gd name="connsiteX85" fmla="*/ 209079 w 362309"/>
              <a:gd name="connsiteY85" fmla="*/ 283640 h 361971"/>
              <a:gd name="connsiteX86" fmla="*/ 202689 w 362309"/>
              <a:gd name="connsiteY86" fmla="*/ 290024 h 361971"/>
              <a:gd name="connsiteX87" fmla="*/ 196299 w 362309"/>
              <a:gd name="connsiteY87" fmla="*/ 283640 h 361971"/>
              <a:gd name="connsiteX88" fmla="*/ 196299 w 362309"/>
              <a:gd name="connsiteY88" fmla="*/ 267425 h 361971"/>
              <a:gd name="connsiteX89" fmla="*/ 184350 w 362309"/>
              <a:gd name="connsiteY89" fmla="*/ 247188 h 361971"/>
              <a:gd name="connsiteX90" fmla="*/ 169205 w 362309"/>
              <a:gd name="connsiteY90" fmla="*/ 213353 h 361971"/>
              <a:gd name="connsiteX91" fmla="*/ 169205 w 362309"/>
              <a:gd name="connsiteY91" fmla="*/ 174027 h 361971"/>
              <a:gd name="connsiteX92" fmla="*/ 175915 w 362309"/>
              <a:gd name="connsiteY92" fmla="*/ 162026 h 361971"/>
              <a:gd name="connsiteX93" fmla="*/ 189845 w 362309"/>
              <a:gd name="connsiteY93" fmla="*/ 161387 h 361971"/>
              <a:gd name="connsiteX94" fmla="*/ 190931 w 362309"/>
              <a:gd name="connsiteY94" fmla="*/ 162026 h 361971"/>
              <a:gd name="connsiteX95" fmla="*/ 190931 w 362309"/>
              <a:gd name="connsiteY95" fmla="*/ 121423 h 361971"/>
              <a:gd name="connsiteX96" fmla="*/ 195915 w 362309"/>
              <a:gd name="connsiteY96" fmla="*/ 109358 h 361971"/>
              <a:gd name="connsiteX97" fmla="*/ 208120 w 362309"/>
              <a:gd name="connsiteY97" fmla="*/ 104186 h 361971"/>
              <a:gd name="connsiteX98" fmla="*/ 225309 w 362309"/>
              <a:gd name="connsiteY98" fmla="*/ 121423 h 361971"/>
              <a:gd name="connsiteX99" fmla="*/ 225309 w 362309"/>
              <a:gd name="connsiteY99" fmla="*/ 137383 h 361971"/>
              <a:gd name="connsiteX100" fmla="*/ 229782 w 362309"/>
              <a:gd name="connsiteY100" fmla="*/ 136681 h 361971"/>
              <a:gd name="connsiteX101" fmla="*/ 246077 w 362309"/>
              <a:gd name="connsiteY101" fmla="*/ 148491 h 361971"/>
              <a:gd name="connsiteX102" fmla="*/ 251444 w 362309"/>
              <a:gd name="connsiteY102" fmla="*/ 147534 h 361971"/>
              <a:gd name="connsiteX103" fmla="*/ 267738 w 362309"/>
              <a:gd name="connsiteY103" fmla="*/ 159344 h 361971"/>
              <a:gd name="connsiteX104" fmla="*/ 273106 w 362309"/>
              <a:gd name="connsiteY104" fmla="*/ 158387 h 361971"/>
              <a:gd name="connsiteX105" fmla="*/ 290359 w 362309"/>
              <a:gd name="connsiteY105" fmla="*/ 175623 h 361971"/>
              <a:gd name="connsiteX106" fmla="*/ 290359 w 362309"/>
              <a:gd name="connsiteY106" fmla="*/ 22305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362309" h="361971">
                <a:moveTo>
                  <a:pt x="181155" y="0"/>
                </a:moveTo>
                <a:cubicBezTo>
                  <a:pt x="81088" y="0"/>
                  <a:pt x="0" y="81013"/>
                  <a:pt x="0" y="180986"/>
                </a:cubicBezTo>
                <a:cubicBezTo>
                  <a:pt x="0" y="280959"/>
                  <a:pt x="81088" y="361971"/>
                  <a:pt x="181155" y="361971"/>
                </a:cubicBezTo>
                <a:cubicBezTo>
                  <a:pt x="281221" y="361971"/>
                  <a:pt x="362310" y="280959"/>
                  <a:pt x="362310" y="180986"/>
                </a:cubicBezTo>
                <a:cubicBezTo>
                  <a:pt x="362310" y="81013"/>
                  <a:pt x="281221" y="0"/>
                  <a:pt x="181155" y="0"/>
                </a:cubicBezTo>
                <a:close/>
                <a:moveTo>
                  <a:pt x="143262" y="127871"/>
                </a:moveTo>
                <a:lnTo>
                  <a:pt x="93676" y="127871"/>
                </a:lnTo>
                <a:lnTo>
                  <a:pt x="99044" y="133234"/>
                </a:lnTo>
                <a:cubicBezTo>
                  <a:pt x="101536" y="135723"/>
                  <a:pt x="101536" y="139745"/>
                  <a:pt x="99044" y="142235"/>
                </a:cubicBezTo>
                <a:cubicBezTo>
                  <a:pt x="97766" y="143512"/>
                  <a:pt x="96168" y="144086"/>
                  <a:pt x="94507" y="144086"/>
                </a:cubicBezTo>
                <a:cubicBezTo>
                  <a:pt x="92846" y="144086"/>
                  <a:pt x="91248" y="143448"/>
                  <a:pt x="89970" y="142235"/>
                </a:cubicBezTo>
                <a:lnTo>
                  <a:pt x="73740" y="126020"/>
                </a:lnTo>
                <a:cubicBezTo>
                  <a:pt x="73165" y="125445"/>
                  <a:pt x="72654" y="124743"/>
                  <a:pt x="72334" y="123913"/>
                </a:cubicBezTo>
                <a:cubicBezTo>
                  <a:pt x="71695" y="122381"/>
                  <a:pt x="71695" y="120593"/>
                  <a:pt x="72334" y="119061"/>
                </a:cubicBezTo>
                <a:cubicBezTo>
                  <a:pt x="72654" y="118295"/>
                  <a:pt x="73101" y="117593"/>
                  <a:pt x="73740" y="116954"/>
                </a:cubicBezTo>
                <a:lnTo>
                  <a:pt x="89970" y="100739"/>
                </a:lnTo>
                <a:cubicBezTo>
                  <a:pt x="92462" y="98249"/>
                  <a:pt x="96488" y="98249"/>
                  <a:pt x="98980" y="100739"/>
                </a:cubicBezTo>
                <a:cubicBezTo>
                  <a:pt x="101472" y="103229"/>
                  <a:pt x="101472" y="107251"/>
                  <a:pt x="98980" y="109741"/>
                </a:cubicBezTo>
                <a:lnTo>
                  <a:pt x="93612" y="115103"/>
                </a:lnTo>
                <a:lnTo>
                  <a:pt x="143198" y="115103"/>
                </a:lnTo>
                <a:cubicBezTo>
                  <a:pt x="146713" y="115103"/>
                  <a:pt x="149588" y="117976"/>
                  <a:pt x="149588" y="121487"/>
                </a:cubicBezTo>
                <a:cubicBezTo>
                  <a:pt x="149588" y="124998"/>
                  <a:pt x="146777" y="127871"/>
                  <a:pt x="143262" y="127871"/>
                </a:cubicBezTo>
                <a:close/>
                <a:moveTo>
                  <a:pt x="158534" y="121487"/>
                </a:moveTo>
                <a:cubicBezTo>
                  <a:pt x="158534" y="94100"/>
                  <a:pt x="180835" y="71820"/>
                  <a:pt x="208248" y="71820"/>
                </a:cubicBezTo>
                <a:cubicBezTo>
                  <a:pt x="235661" y="71820"/>
                  <a:pt x="257962" y="94100"/>
                  <a:pt x="257962" y="121487"/>
                </a:cubicBezTo>
                <a:cubicBezTo>
                  <a:pt x="257962" y="124105"/>
                  <a:pt x="257770" y="126786"/>
                  <a:pt x="257323" y="129339"/>
                </a:cubicBezTo>
                <a:cubicBezTo>
                  <a:pt x="256748" y="132787"/>
                  <a:pt x="253489" y="135213"/>
                  <a:pt x="250038" y="134638"/>
                </a:cubicBezTo>
                <a:cubicBezTo>
                  <a:pt x="246524" y="134064"/>
                  <a:pt x="244159" y="130808"/>
                  <a:pt x="244735" y="127360"/>
                </a:cubicBezTo>
                <a:cubicBezTo>
                  <a:pt x="245054" y="125445"/>
                  <a:pt x="245182" y="123466"/>
                  <a:pt x="245182" y="121487"/>
                </a:cubicBezTo>
                <a:cubicBezTo>
                  <a:pt x="245182" y="101122"/>
                  <a:pt x="228632" y="84588"/>
                  <a:pt x="208248" y="84588"/>
                </a:cubicBezTo>
                <a:cubicBezTo>
                  <a:pt x="187864" y="84588"/>
                  <a:pt x="171314" y="101122"/>
                  <a:pt x="171314" y="121487"/>
                </a:cubicBezTo>
                <a:cubicBezTo>
                  <a:pt x="171314" y="129339"/>
                  <a:pt x="173742" y="136809"/>
                  <a:pt x="178343" y="143129"/>
                </a:cubicBezTo>
                <a:cubicBezTo>
                  <a:pt x="180388" y="146002"/>
                  <a:pt x="179749" y="149960"/>
                  <a:pt x="176937" y="152066"/>
                </a:cubicBezTo>
                <a:cubicBezTo>
                  <a:pt x="175787" y="152896"/>
                  <a:pt x="174509" y="153279"/>
                  <a:pt x="173167" y="153279"/>
                </a:cubicBezTo>
                <a:cubicBezTo>
                  <a:pt x="171186" y="153279"/>
                  <a:pt x="169205" y="152386"/>
                  <a:pt x="167991" y="150662"/>
                </a:cubicBezTo>
                <a:cubicBezTo>
                  <a:pt x="161793" y="142044"/>
                  <a:pt x="158534" y="132021"/>
                  <a:pt x="158534" y="121487"/>
                </a:cubicBezTo>
                <a:close/>
                <a:moveTo>
                  <a:pt x="290486" y="223056"/>
                </a:moveTo>
                <a:cubicBezTo>
                  <a:pt x="290486" y="230653"/>
                  <a:pt x="288505" y="237931"/>
                  <a:pt x="284800" y="244123"/>
                </a:cubicBezTo>
                <a:cubicBezTo>
                  <a:pt x="279624" y="252678"/>
                  <a:pt x="279624" y="254146"/>
                  <a:pt x="279624" y="262126"/>
                </a:cubicBezTo>
                <a:lnTo>
                  <a:pt x="279624" y="283768"/>
                </a:lnTo>
                <a:cubicBezTo>
                  <a:pt x="279624" y="287279"/>
                  <a:pt x="276748" y="290152"/>
                  <a:pt x="273234" y="290152"/>
                </a:cubicBezTo>
                <a:cubicBezTo>
                  <a:pt x="269719" y="290152"/>
                  <a:pt x="266844" y="287279"/>
                  <a:pt x="266844" y="283768"/>
                </a:cubicBezTo>
                <a:lnTo>
                  <a:pt x="266844" y="262126"/>
                </a:lnTo>
                <a:cubicBezTo>
                  <a:pt x="266844" y="252486"/>
                  <a:pt x="267163" y="248592"/>
                  <a:pt x="273809" y="237548"/>
                </a:cubicBezTo>
                <a:cubicBezTo>
                  <a:pt x="276365" y="233334"/>
                  <a:pt x="277643" y="228355"/>
                  <a:pt x="277643" y="223056"/>
                </a:cubicBezTo>
                <a:lnTo>
                  <a:pt x="277643" y="175560"/>
                </a:lnTo>
                <a:cubicBezTo>
                  <a:pt x="277643" y="172687"/>
                  <a:pt x="275023" y="171091"/>
                  <a:pt x="273170" y="171091"/>
                </a:cubicBezTo>
                <a:cubicBezTo>
                  <a:pt x="272084" y="171091"/>
                  <a:pt x="270870" y="171601"/>
                  <a:pt x="269975" y="172495"/>
                </a:cubicBezTo>
                <a:cubicBezTo>
                  <a:pt x="269400" y="173070"/>
                  <a:pt x="268697" y="174091"/>
                  <a:pt x="268697" y="175496"/>
                </a:cubicBezTo>
                <a:lnTo>
                  <a:pt x="268697" y="189413"/>
                </a:lnTo>
                <a:cubicBezTo>
                  <a:pt x="268697" y="192924"/>
                  <a:pt x="265821" y="195797"/>
                  <a:pt x="262307" y="195797"/>
                </a:cubicBezTo>
                <a:cubicBezTo>
                  <a:pt x="258792" y="195797"/>
                  <a:pt x="255917" y="192924"/>
                  <a:pt x="255917" y="189413"/>
                </a:cubicBezTo>
                <a:lnTo>
                  <a:pt x="255917" y="164707"/>
                </a:lnTo>
                <a:cubicBezTo>
                  <a:pt x="255917" y="161834"/>
                  <a:pt x="253297" y="160238"/>
                  <a:pt x="251444" y="160238"/>
                </a:cubicBezTo>
                <a:cubicBezTo>
                  <a:pt x="250358" y="160238"/>
                  <a:pt x="249208" y="160749"/>
                  <a:pt x="248377" y="161515"/>
                </a:cubicBezTo>
                <a:cubicBezTo>
                  <a:pt x="247738" y="162089"/>
                  <a:pt x="247035" y="163111"/>
                  <a:pt x="247035" y="164643"/>
                </a:cubicBezTo>
                <a:lnTo>
                  <a:pt x="247035" y="180922"/>
                </a:lnTo>
                <a:cubicBezTo>
                  <a:pt x="247035" y="184433"/>
                  <a:pt x="244159" y="187306"/>
                  <a:pt x="240645" y="187306"/>
                </a:cubicBezTo>
                <a:cubicBezTo>
                  <a:pt x="237130" y="187306"/>
                  <a:pt x="234255" y="184433"/>
                  <a:pt x="234255" y="180922"/>
                </a:cubicBezTo>
                <a:lnTo>
                  <a:pt x="234255" y="164707"/>
                </a:lnTo>
                <a:cubicBezTo>
                  <a:pt x="234255" y="164707"/>
                  <a:pt x="234255" y="164707"/>
                  <a:pt x="234255" y="164707"/>
                </a:cubicBezTo>
                <a:cubicBezTo>
                  <a:pt x="234255" y="164707"/>
                  <a:pt x="234255" y="164707"/>
                  <a:pt x="234255" y="164707"/>
                </a:cubicBezTo>
                <a:lnTo>
                  <a:pt x="234255" y="153918"/>
                </a:lnTo>
                <a:cubicBezTo>
                  <a:pt x="234255" y="151045"/>
                  <a:pt x="231635" y="149449"/>
                  <a:pt x="229782" y="149449"/>
                </a:cubicBezTo>
                <a:cubicBezTo>
                  <a:pt x="228696" y="149449"/>
                  <a:pt x="227482" y="149960"/>
                  <a:pt x="226587" y="150854"/>
                </a:cubicBezTo>
                <a:cubicBezTo>
                  <a:pt x="226012" y="151428"/>
                  <a:pt x="225309" y="152450"/>
                  <a:pt x="225309" y="153854"/>
                </a:cubicBezTo>
                <a:lnTo>
                  <a:pt x="225309" y="175496"/>
                </a:lnTo>
                <a:cubicBezTo>
                  <a:pt x="225309" y="179007"/>
                  <a:pt x="222434" y="181880"/>
                  <a:pt x="218919" y="181880"/>
                </a:cubicBezTo>
                <a:cubicBezTo>
                  <a:pt x="215405" y="181880"/>
                  <a:pt x="212529" y="179007"/>
                  <a:pt x="212529" y="175496"/>
                </a:cubicBezTo>
                <a:lnTo>
                  <a:pt x="212529" y="153854"/>
                </a:lnTo>
                <a:cubicBezTo>
                  <a:pt x="212529" y="153854"/>
                  <a:pt x="212529" y="153854"/>
                  <a:pt x="212529" y="153854"/>
                </a:cubicBezTo>
                <a:lnTo>
                  <a:pt x="212529" y="121423"/>
                </a:lnTo>
                <a:cubicBezTo>
                  <a:pt x="212529" y="118550"/>
                  <a:pt x="209909" y="116954"/>
                  <a:pt x="208120" y="116954"/>
                </a:cubicBezTo>
                <a:cubicBezTo>
                  <a:pt x="207034" y="116954"/>
                  <a:pt x="205820" y="117465"/>
                  <a:pt x="204925" y="118359"/>
                </a:cubicBezTo>
                <a:cubicBezTo>
                  <a:pt x="204350" y="118934"/>
                  <a:pt x="203647" y="119955"/>
                  <a:pt x="203647" y="121359"/>
                </a:cubicBezTo>
                <a:lnTo>
                  <a:pt x="203647" y="197137"/>
                </a:lnTo>
                <a:cubicBezTo>
                  <a:pt x="203647" y="200649"/>
                  <a:pt x="200772" y="203521"/>
                  <a:pt x="197257" y="203521"/>
                </a:cubicBezTo>
                <a:cubicBezTo>
                  <a:pt x="193743" y="203521"/>
                  <a:pt x="190867" y="200649"/>
                  <a:pt x="190867" y="197137"/>
                </a:cubicBezTo>
                <a:lnTo>
                  <a:pt x="190867" y="186285"/>
                </a:lnTo>
                <a:cubicBezTo>
                  <a:pt x="190867" y="181624"/>
                  <a:pt x="189717" y="175560"/>
                  <a:pt x="184094" y="172814"/>
                </a:cubicBezTo>
                <a:cubicBezTo>
                  <a:pt x="183391" y="172495"/>
                  <a:pt x="182880" y="172687"/>
                  <a:pt x="182625" y="172878"/>
                </a:cubicBezTo>
                <a:cubicBezTo>
                  <a:pt x="182177" y="173134"/>
                  <a:pt x="181985" y="173517"/>
                  <a:pt x="181985" y="174027"/>
                </a:cubicBezTo>
                <a:lnTo>
                  <a:pt x="181985" y="213353"/>
                </a:lnTo>
                <a:cubicBezTo>
                  <a:pt x="181985" y="227078"/>
                  <a:pt x="190229" y="235377"/>
                  <a:pt x="192784" y="237548"/>
                </a:cubicBezTo>
                <a:cubicBezTo>
                  <a:pt x="200069" y="243932"/>
                  <a:pt x="209079" y="251784"/>
                  <a:pt x="209079" y="267425"/>
                </a:cubicBezTo>
                <a:lnTo>
                  <a:pt x="209079" y="283640"/>
                </a:lnTo>
                <a:cubicBezTo>
                  <a:pt x="209079" y="287151"/>
                  <a:pt x="206203" y="290024"/>
                  <a:pt x="202689" y="290024"/>
                </a:cubicBezTo>
                <a:cubicBezTo>
                  <a:pt x="199174" y="290024"/>
                  <a:pt x="196299" y="287151"/>
                  <a:pt x="196299" y="283640"/>
                </a:cubicBezTo>
                <a:lnTo>
                  <a:pt x="196299" y="267425"/>
                </a:lnTo>
                <a:cubicBezTo>
                  <a:pt x="196299" y="258104"/>
                  <a:pt x="191762" y="253635"/>
                  <a:pt x="184350" y="247188"/>
                </a:cubicBezTo>
                <a:cubicBezTo>
                  <a:pt x="174893" y="238889"/>
                  <a:pt x="169205" y="226248"/>
                  <a:pt x="169205" y="213353"/>
                </a:cubicBezTo>
                <a:lnTo>
                  <a:pt x="169205" y="174027"/>
                </a:lnTo>
                <a:cubicBezTo>
                  <a:pt x="169205" y="169112"/>
                  <a:pt x="171698" y="164579"/>
                  <a:pt x="175915" y="162026"/>
                </a:cubicBezTo>
                <a:cubicBezTo>
                  <a:pt x="180132" y="159408"/>
                  <a:pt x="185372" y="159153"/>
                  <a:pt x="189845" y="161387"/>
                </a:cubicBezTo>
                <a:cubicBezTo>
                  <a:pt x="190229" y="161579"/>
                  <a:pt x="190548" y="161834"/>
                  <a:pt x="190931" y="162026"/>
                </a:cubicBezTo>
                <a:lnTo>
                  <a:pt x="190931" y="121423"/>
                </a:lnTo>
                <a:cubicBezTo>
                  <a:pt x="190931" y="116891"/>
                  <a:pt x="192720" y="112613"/>
                  <a:pt x="195915" y="109358"/>
                </a:cubicBezTo>
                <a:cubicBezTo>
                  <a:pt x="199174" y="106102"/>
                  <a:pt x="203647" y="104186"/>
                  <a:pt x="208120" y="104186"/>
                </a:cubicBezTo>
                <a:cubicBezTo>
                  <a:pt x="217641" y="104186"/>
                  <a:pt x="225309" y="111911"/>
                  <a:pt x="225309" y="121423"/>
                </a:cubicBezTo>
                <a:lnTo>
                  <a:pt x="225309" y="137383"/>
                </a:lnTo>
                <a:cubicBezTo>
                  <a:pt x="226779" y="137000"/>
                  <a:pt x="228248" y="136681"/>
                  <a:pt x="229782" y="136681"/>
                </a:cubicBezTo>
                <a:cubicBezTo>
                  <a:pt x="237386" y="136681"/>
                  <a:pt x="243776" y="141661"/>
                  <a:pt x="246077" y="148491"/>
                </a:cubicBezTo>
                <a:cubicBezTo>
                  <a:pt x="247802" y="147917"/>
                  <a:pt x="249655" y="147534"/>
                  <a:pt x="251444" y="147534"/>
                </a:cubicBezTo>
                <a:cubicBezTo>
                  <a:pt x="259048" y="147534"/>
                  <a:pt x="265438" y="152513"/>
                  <a:pt x="267738" y="159344"/>
                </a:cubicBezTo>
                <a:cubicBezTo>
                  <a:pt x="269464" y="158770"/>
                  <a:pt x="271316" y="158387"/>
                  <a:pt x="273106" y="158387"/>
                </a:cubicBezTo>
                <a:cubicBezTo>
                  <a:pt x="282627" y="158387"/>
                  <a:pt x="290359" y="166111"/>
                  <a:pt x="290359" y="175623"/>
                </a:cubicBezTo>
                <a:lnTo>
                  <a:pt x="290359" y="223056"/>
                </a:lnTo>
                <a:close/>
              </a:path>
            </a:pathLst>
          </a:custGeom>
          <a:solidFill>
            <a:srgbClr val="00A3E0"/>
          </a:solidFill>
          <a:ln w="6390" cap="flat">
            <a:noFill/>
            <a:prstDash val="solid"/>
            <a:miter/>
          </a:ln>
        </p:spPr>
        <p:txBody>
          <a:bodyPr rtlCol="0" anchor="ctr"/>
          <a:lstStyle/>
          <a:p>
            <a:endParaRPr lang="en-US"/>
          </a:p>
        </p:txBody>
      </p:sp>
      <p:sp>
        <p:nvSpPr>
          <p:cNvPr id="964" name="Graphic 4">
            <a:extLst>
              <a:ext uri="{FF2B5EF4-FFF2-40B4-BE49-F238E27FC236}">
                <a16:creationId xmlns:a16="http://schemas.microsoft.com/office/drawing/2014/main" id="{5B3ECAD9-E0AE-1040-8F06-D1AB0217B4AC}"/>
              </a:ext>
            </a:extLst>
          </p:cNvPr>
          <p:cNvSpPr/>
          <p:nvPr/>
        </p:nvSpPr>
        <p:spPr>
          <a:xfrm>
            <a:off x="6146544" y="3339815"/>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126138 w 362309"/>
              <a:gd name="connsiteY5" fmla="*/ 164707 h 361971"/>
              <a:gd name="connsiteX6" fmla="*/ 120387 w 362309"/>
              <a:gd name="connsiteY6" fmla="*/ 191966 h 361971"/>
              <a:gd name="connsiteX7" fmla="*/ 117958 w 362309"/>
              <a:gd name="connsiteY7" fmla="*/ 195733 h 361971"/>
              <a:gd name="connsiteX8" fmla="*/ 117830 w 362309"/>
              <a:gd name="connsiteY8" fmla="*/ 195861 h 361971"/>
              <a:gd name="connsiteX9" fmla="*/ 113933 w 362309"/>
              <a:gd name="connsiteY9" fmla="*/ 197201 h 361971"/>
              <a:gd name="connsiteX10" fmla="*/ 111121 w 362309"/>
              <a:gd name="connsiteY10" fmla="*/ 196563 h 361971"/>
              <a:gd name="connsiteX11" fmla="*/ 85497 w 362309"/>
              <a:gd name="connsiteY11" fmla="*/ 191200 h 361971"/>
              <a:gd name="connsiteX12" fmla="*/ 80577 w 362309"/>
              <a:gd name="connsiteY12" fmla="*/ 183667 h 361971"/>
              <a:gd name="connsiteX13" fmla="*/ 88117 w 362309"/>
              <a:gd name="connsiteY13" fmla="*/ 178752 h 361971"/>
              <a:gd name="connsiteX14" fmla="*/ 100642 w 362309"/>
              <a:gd name="connsiteY14" fmla="*/ 181369 h 361971"/>
              <a:gd name="connsiteX15" fmla="*/ 95402 w 362309"/>
              <a:gd name="connsiteY15" fmla="*/ 136043 h 361971"/>
              <a:gd name="connsiteX16" fmla="*/ 126521 w 362309"/>
              <a:gd name="connsiteY16" fmla="*/ 90588 h 361971"/>
              <a:gd name="connsiteX17" fmla="*/ 172465 w 362309"/>
              <a:gd name="connsiteY17" fmla="*/ 79225 h 361971"/>
              <a:gd name="connsiteX18" fmla="*/ 165244 w 362309"/>
              <a:gd name="connsiteY18" fmla="*/ 68181 h 361971"/>
              <a:gd name="connsiteX19" fmla="*/ 167097 w 362309"/>
              <a:gd name="connsiteY19" fmla="*/ 59371 h 361971"/>
              <a:gd name="connsiteX20" fmla="*/ 175915 w 362309"/>
              <a:gd name="connsiteY20" fmla="*/ 61222 h 361971"/>
              <a:gd name="connsiteX21" fmla="*/ 191123 w 362309"/>
              <a:gd name="connsiteY21" fmla="*/ 84524 h 361971"/>
              <a:gd name="connsiteX22" fmla="*/ 191187 w 362309"/>
              <a:gd name="connsiteY22" fmla="*/ 84715 h 361971"/>
              <a:gd name="connsiteX23" fmla="*/ 192018 w 362309"/>
              <a:gd name="connsiteY23" fmla="*/ 86822 h 361971"/>
              <a:gd name="connsiteX24" fmla="*/ 190995 w 362309"/>
              <a:gd name="connsiteY24" fmla="*/ 91610 h 361971"/>
              <a:gd name="connsiteX25" fmla="*/ 189462 w 362309"/>
              <a:gd name="connsiteY25" fmla="*/ 93142 h 361971"/>
              <a:gd name="connsiteX26" fmla="*/ 189206 w 362309"/>
              <a:gd name="connsiteY26" fmla="*/ 93397 h 361971"/>
              <a:gd name="connsiteX27" fmla="*/ 165883 w 362309"/>
              <a:gd name="connsiteY27" fmla="*/ 108591 h 361971"/>
              <a:gd name="connsiteX28" fmla="*/ 162369 w 362309"/>
              <a:gd name="connsiteY28" fmla="*/ 109613 h 361971"/>
              <a:gd name="connsiteX29" fmla="*/ 157001 w 362309"/>
              <a:gd name="connsiteY29" fmla="*/ 106740 h 361971"/>
              <a:gd name="connsiteX30" fmla="*/ 158854 w 362309"/>
              <a:gd name="connsiteY30" fmla="*/ 97930 h 361971"/>
              <a:gd name="connsiteX31" fmla="*/ 168247 w 362309"/>
              <a:gd name="connsiteY31" fmla="*/ 91801 h 361971"/>
              <a:gd name="connsiteX32" fmla="*/ 133294 w 362309"/>
              <a:gd name="connsiteY32" fmla="*/ 101314 h 361971"/>
              <a:gd name="connsiteX33" fmla="*/ 107671 w 362309"/>
              <a:gd name="connsiteY33" fmla="*/ 138724 h 361971"/>
              <a:gd name="connsiteX34" fmla="*/ 110930 w 362309"/>
              <a:gd name="connsiteY34" fmla="*/ 173389 h 361971"/>
              <a:gd name="connsiteX35" fmla="*/ 113294 w 362309"/>
              <a:gd name="connsiteY35" fmla="*/ 162153 h 361971"/>
              <a:gd name="connsiteX36" fmla="*/ 120834 w 362309"/>
              <a:gd name="connsiteY36" fmla="*/ 157237 h 361971"/>
              <a:gd name="connsiteX37" fmla="*/ 126138 w 362309"/>
              <a:gd name="connsiteY37" fmla="*/ 164707 h 361971"/>
              <a:gd name="connsiteX38" fmla="*/ 281796 w 362309"/>
              <a:gd name="connsiteY38" fmla="*/ 235122 h 361971"/>
              <a:gd name="connsiteX39" fmla="*/ 275981 w 362309"/>
              <a:gd name="connsiteY39" fmla="*/ 256700 h 361971"/>
              <a:gd name="connsiteX40" fmla="*/ 270678 w 362309"/>
              <a:gd name="connsiteY40" fmla="*/ 274575 h 361971"/>
              <a:gd name="connsiteX41" fmla="*/ 270678 w 362309"/>
              <a:gd name="connsiteY41" fmla="*/ 297366 h 361971"/>
              <a:gd name="connsiteX42" fmla="*/ 264288 w 362309"/>
              <a:gd name="connsiteY42" fmla="*/ 303750 h 361971"/>
              <a:gd name="connsiteX43" fmla="*/ 257898 w 362309"/>
              <a:gd name="connsiteY43" fmla="*/ 297366 h 361971"/>
              <a:gd name="connsiteX44" fmla="*/ 257898 w 362309"/>
              <a:gd name="connsiteY44" fmla="*/ 275213 h 361971"/>
              <a:gd name="connsiteX45" fmla="*/ 265055 w 362309"/>
              <a:gd name="connsiteY45" fmla="*/ 250060 h 361971"/>
              <a:gd name="connsiteX46" fmla="*/ 269017 w 362309"/>
              <a:gd name="connsiteY46" fmla="*/ 235186 h 361971"/>
              <a:gd name="connsiteX47" fmla="*/ 268953 w 362309"/>
              <a:gd name="connsiteY47" fmla="*/ 225418 h 361971"/>
              <a:gd name="connsiteX48" fmla="*/ 269017 w 362309"/>
              <a:gd name="connsiteY48" fmla="*/ 186540 h 361971"/>
              <a:gd name="connsiteX49" fmla="*/ 264288 w 362309"/>
              <a:gd name="connsiteY49" fmla="*/ 181816 h 361971"/>
              <a:gd name="connsiteX50" fmla="*/ 260901 w 362309"/>
              <a:gd name="connsiteY50" fmla="*/ 183284 h 361971"/>
              <a:gd name="connsiteX51" fmla="*/ 259560 w 362309"/>
              <a:gd name="connsiteY51" fmla="*/ 186476 h 361971"/>
              <a:gd name="connsiteX52" fmla="*/ 259560 w 362309"/>
              <a:gd name="connsiteY52" fmla="*/ 186604 h 361971"/>
              <a:gd name="connsiteX53" fmla="*/ 259560 w 362309"/>
              <a:gd name="connsiteY53" fmla="*/ 200712 h 361971"/>
              <a:gd name="connsiteX54" fmla="*/ 253170 w 362309"/>
              <a:gd name="connsiteY54" fmla="*/ 207096 h 361971"/>
              <a:gd name="connsiteX55" fmla="*/ 253170 w 362309"/>
              <a:gd name="connsiteY55" fmla="*/ 207096 h 361971"/>
              <a:gd name="connsiteX56" fmla="*/ 246780 w 362309"/>
              <a:gd name="connsiteY56" fmla="*/ 200712 h 361971"/>
              <a:gd name="connsiteX57" fmla="*/ 246843 w 362309"/>
              <a:gd name="connsiteY57" fmla="*/ 175432 h 361971"/>
              <a:gd name="connsiteX58" fmla="*/ 242115 w 362309"/>
              <a:gd name="connsiteY58" fmla="*/ 170772 h 361971"/>
              <a:gd name="connsiteX59" fmla="*/ 238728 w 362309"/>
              <a:gd name="connsiteY59" fmla="*/ 172240 h 361971"/>
              <a:gd name="connsiteX60" fmla="*/ 237386 w 362309"/>
              <a:gd name="connsiteY60" fmla="*/ 175432 h 361971"/>
              <a:gd name="connsiteX61" fmla="*/ 237386 w 362309"/>
              <a:gd name="connsiteY61" fmla="*/ 192094 h 361971"/>
              <a:gd name="connsiteX62" fmla="*/ 230996 w 362309"/>
              <a:gd name="connsiteY62" fmla="*/ 198478 h 361971"/>
              <a:gd name="connsiteX63" fmla="*/ 224606 w 362309"/>
              <a:gd name="connsiteY63" fmla="*/ 192094 h 361971"/>
              <a:gd name="connsiteX64" fmla="*/ 224606 w 362309"/>
              <a:gd name="connsiteY64" fmla="*/ 164388 h 361971"/>
              <a:gd name="connsiteX65" fmla="*/ 219878 w 362309"/>
              <a:gd name="connsiteY65" fmla="*/ 159663 h 361971"/>
              <a:gd name="connsiteX66" fmla="*/ 216491 w 362309"/>
              <a:gd name="connsiteY66" fmla="*/ 161132 h 361971"/>
              <a:gd name="connsiteX67" fmla="*/ 215149 w 362309"/>
              <a:gd name="connsiteY67" fmla="*/ 164324 h 361971"/>
              <a:gd name="connsiteX68" fmla="*/ 215149 w 362309"/>
              <a:gd name="connsiteY68" fmla="*/ 186476 h 361971"/>
              <a:gd name="connsiteX69" fmla="*/ 208760 w 362309"/>
              <a:gd name="connsiteY69" fmla="*/ 192860 h 361971"/>
              <a:gd name="connsiteX70" fmla="*/ 202370 w 362309"/>
              <a:gd name="connsiteY70" fmla="*/ 186476 h 361971"/>
              <a:gd name="connsiteX71" fmla="*/ 202370 w 362309"/>
              <a:gd name="connsiteY71" fmla="*/ 131063 h 361971"/>
              <a:gd name="connsiteX72" fmla="*/ 197641 w 362309"/>
              <a:gd name="connsiteY72" fmla="*/ 126339 h 361971"/>
              <a:gd name="connsiteX73" fmla="*/ 194254 w 362309"/>
              <a:gd name="connsiteY73" fmla="*/ 127807 h 361971"/>
              <a:gd name="connsiteX74" fmla="*/ 192912 w 362309"/>
              <a:gd name="connsiteY74" fmla="*/ 130999 h 361971"/>
              <a:gd name="connsiteX75" fmla="*/ 192912 w 362309"/>
              <a:gd name="connsiteY75" fmla="*/ 225227 h 361971"/>
              <a:gd name="connsiteX76" fmla="*/ 186522 w 362309"/>
              <a:gd name="connsiteY76" fmla="*/ 231611 h 361971"/>
              <a:gd name="connsiteX77" fmla="*/ 182816 w 362309"/>
              <a:gd name="connsiteY77" fmla="*/ 230270 h 361971"/>
              <a:gd name="connsiteX78" fmla="*/ 182752 w 362309"/>
              <a:gd name="connsiteY78" fmla="*/ 230334 h 361971"/>
              <a:gd name="connsiteX79" fmla="*/ 161666 w 362309"/>
              <a:gd name="connsiteY79" fmla="*/ 214757 h 361971"/>
              <a:gd name="connsiteX80" fmla="*/ 148630 w 362309"/>
              <a:gd name="connsiteY80" fmla="*/ 213736 h 361971"/>
              <a:gd name="connsiteX81" fmla="*/ 145116 w 362309"/>
              <a:gd name="connsiteY81" fmla="*/ 216353 h 361971"/>
              <a:gd name="connsiteX82" fmla="*/ 146713 w 362309"/>
              <a:gd name="connsiteY82" fmla="*/ 218524 h 361971"/>
              <a:gd name="connsiteX83" fmla="*/ 187289 w 362309"/>
              <a:gd name="connsiteY83" fmla="*/ 258040 h 361971"/>
              <a:gd name="connsiteX84" fmla="*/ 198408 w 362309"/>
              <a:gd name="connsiteY84" fmla="*/ 286194 h 361971"/>
              <a:gd name="connsiteX85" fmla="*/ 198408 w 362309"/>
              <a:gd name="connsiteY85" fmla="*/ 297302 h 361971"/>
              <a:gd name="connsiteX86" fmla="*/ 192018 w 362309"/>
              <a:gd name="connsiteY86" fmla="*/ 303686 h 361971"/>
              <a:gd name="connsiteX87" fmla="*/ 185628 w 362309"/>
              <a:gd name="connsiteY87" fmla="*/ 297302 h 361971"/>
              <a:gd name="connsiteX88" fmla="*/ 185628 w 362309"/>
              <a:gd name="connsiteY88" fmla="*/ 286194 h 361971"/>
              <a:gd name="connsiteX89" fmla="*/ 177960 w 362309"/>
              <a:gd name="connsiteY89" fmla="*/ 266786 h 361971"/>
              <a:gd name="connsiteX90" fmla="*/ 137959 w 362309"/>
              <a:gd name="connsiteY90" fmla="*/ 227844 h 361971"/>
              <a:gd name="connsiteX91" fmla="*/ 135659 w 362309"/>
              <a:gd name="connsiteY91" fmla="*/ 207607 h 361971"/>
              <a:gd name="connsiteX92" fmla="*/ 169333 w 362309"/>
              <a:gd name="connsiteY92" fmla="*/ 204607 h 361971"/>
              <a:gd name="connsiteX93" fmla="*/ 180069 w 362309"/>
              <a:gd name="connsiteY93" fmla="*/ 212587 h 361971"/>
              <a:gd name="connsiteX94" fmla="*/ 180069 w 362309"/>
              <a:gd name="connsiteY94" fmla="*/ 130999 h 361971"/>
              <a:gd name="connsiteX95" fmla="*/ 185117 w 362309"/>
              <a:gd name="connsiteY95" fmla="*/ 118742 h 361971"/>
              <a:gd name="connsiteX96" fmla="*/ 197513 w 362309"/>
              <a:gd name="connsiteY96" fmla="*/ 113507 h 361971"/>
              <a:gd name="connsiteX97" fmla="*/ 215022 w 362309"/>
              <a:gd name="connsiteY97" fmla="*/ 130999 h 361971"/>
              <a:gd name="connsiteX98" fmla="*/ 215022 w 362309"/>
              <a:gd name="connsiteY98" fmla="*/ 147534 h 361971"/>
              <a:gd name="connsiteX99" fmla="*/ 219750 w 362309"/>
              <a:gd name="connsiteY99" fmla="*/ 146768 h 361971"/>
              <a:gd name="connsiteX100" fmla="*/ 236300 w 362309"/>
              <a:gd name="connsiteY100" fmla="*/ 158897 h 361971"/>
              <a:gd name="connsiteX101" fmla="*/ 241923 w 362309"/>
              <a:gd name="connsiteY101" fmla="*/ 157876 h 361971"/>
              <a:gd name="connsiteX102" fmla="*/ 258473 w 362309"/>
              <a:gd name="connsiteY102" fmla="*/ 170005 h 361971"/>
              <a:gd name="connsiteX103" fmla="*/ 264096 w 362309"/>
              <a:gd name="connsiteY103" fmla="*/ 168984 h 361971"/>
              <a:gd name="connsiteX104" fmla="*/ 281605 w 362309"/>
              <a:gd name="connsiteY104" fmla="*/ 186476 h 361971"/>
              <a:gd name="connsiteX105" fmla="*/ 281541 w 362309"/>
              <a:gd name="connsiteY105" fmla="*/ 225291 h 361971"/>
              <a:gd name="connsiteX106" fmla="*/ 281796 w 362309"/>
              <a:gd name="connsiteY106" fmla="*/ 23512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362309" h="361971">
                <a:moveTo>
                  <a:pt x="181155" y="0"/>
                </a:moveTo>
                <a:cubicBezTo>
                  <a:pt x="81088" y="0"/>
                  <a:pt x="0" y="81012"/>
                  <a:pt x="0" y="180986"/>
                </a:cubicBezTo>
                <a:cubicBezTo>
                  <a:pt x="0" y="280959"/>
                  <a:pt x="81088" y="361971"/>
                  <a:pt x="181155" y="361971"/>
                </a:cubicBezTo>
                <a:cubicBezTo>
                  <a:pt x="281221" y="361971"/>
                  <a:pt x="362310" y="280959"/>
                  <a:pt x="362310" y="180986"/>
                </a:cubicBezTo>
                <a:cubicBezTo>
                  <a:pt x="362310" y="81012"/>
                  <a:pt x="281157" y="0"/>
                  <a:pt x="181155" y="0"/>
                </a:cubicBezTo>
                <a:close/>
                <a:moveTo>
                  <a:pt x="126138" y="164707"/>
                </a:moveTo>
                <a:lnTo>
                  <a:pt x="120387" y="191966"/>
                </a:lnTo>
                <a:cubicBezTo>
                  <a:pt x="120067" y="193562"/>
                  <a:pt x="119172" y="194839"/>
                  <a:pt x="117958" y="195733"/>
                </a:cubicBezTo>
                <a:cubicBezTo>
                  <a:pt x="117894" y="195797"/>
                  <a:pt x="117894" y="195861"/>
                  <a:pt x="117830" y="195861"/>
                </a:cubicBezTo>
                <a:cubicBezTo>
                  <a:pt x="116680" y="196754"/>
                  <a:pt x="115275" y="197201"/>
                  <a:pt x="113933" y="197201"/>
                </a:cubicBezTo>
                <a:cubicBezTo>
                  <a:pt x="112974" y="197201"/>
                  <a:pt x="112016" y="197010"/>
                  <a:pt x="111121" y="196563"/>
                </a:cubicBezTo>
                <a:lnTo>
                  <a:pt x="85497" y="191200"/>
                </a:lnTo>
                <a:cubicBezTo>
                  <a:pt x="82047" y="190498"/>
                  <a:pt x="79811" y="187115"/>
                  <a:pt x="80577" y="183667"/>
                </a:cubicBezTo>
                <a:cubicBezTo>
                  <a:pt x="81280" y="180220"/>
                  <a:pt x="84667" y="177985"/>
                  <a:pt x="88117" y="178752"/>
                </a:cubicBezTo>
                <a:lnTo>
                  <a:pt x="100642" y="181369"/>
                </a:lnTo>
                <a:cubicBezTo>
                  <a:pt x="94060" y="167324"/>
                  <a:pt x="92143" y="151492"/>
                  <a:pt x="95402" y="136043"/>
                </a:cubicBezTo>
                <a:cubicBezTo>
                  <a:pt x="99364" y="117210"/>
                  <a:pt x="110418" y="101058"/>
                  <a:pt x="126521" y="90588"/>
                </a:cubicBezTo>
                <a:cubicBezTo>
                  <a:pt x="140323" y="81587"/>
                  <a:pt x="156362" y="77693"/>
                  <a:pt x="172465" y="79225"/>
                </a:cubicBezTo>
                <a:lnTo>
                  <a:pt x="165244" y="68181"/>
                </a:lnTo>
                <a:cubicBezTo>
                  <a:pt x="163327" y="65244"/>
                  <a:pt x="164158" y="61286"/>
                  <a:pt x="167097" y="59371"/>
                </a:cubicBezTo>
                <a:cubicBezTo>
                  <a:pt x="170037" y="57456"/>
                  <a:pt x="173998" y="58285"/>
                  <a:pt x="175915" y="61222"/>
                </a:cubicBezTo>
                <a:lnTo>
                  <a:pt x="191123" y="84524"/>
                </a:lnTo>
                <a:cubicBezTo>
                  <a:pt x="191187" y="84588"/>
                  <a:pt x="191187" y="84651"/>
                  <a:pt x="191187" y="84715"/>
                </a:cubicBezTo>
                <a:cubicBezTo>
                  <a:pt x="191571" y="85354"/>
                  <a:pt x="191890" y="86056"/>
                  <a:pt x="192018" y="86822"/>
                </a:cubicBezTo>
                <a:cubicBezTo>
                  <a:pt x="192337" y="88482"/>
                  <a:pt x="191954" y="90205"/>
                  <a:pt x="190995" y="91610"/>
                </a:cubicBezTo>
                <a:cubicBezTo>
                  <a:pt x="190612" y="92184"/>
                  <a:pt x="190037" y="92695"/>
                  <a:pt x="189462" y="93142"/>
                </a:cubicBezTo>
                <a:cubicBezTo>
                  <a:pt x="189398" y="93206"/>
                  <a:pt x="189334" y="93334"/>
                  <a:pt x="189206" y="93397"/>
                </a:cubicBezTo>
                <a:lnTo>
                  <a:pt x="165883" y="108591"/>
                </a:lnTo>
                <a:cubicBezTo>
                  <a:pt x="164797" y="109294"/>
                  <a:pt x="163583" y="109613"/>
                  <a:pt x="162369" y="109613"/>
                </a:cubicBezTo>
                <a:cubicBezTo>
                  <a:pt x="160260" y="109613"/>
                  <a:pt x="158215" y="108591"/>
                  <a:pt x="157001" y="106740"/>
                </a:cubicBezTo>
                <a:cubicBezTo>
                  <a:pt x="155084" y="103803"/>
                  <a:pt x="155915" y="99845"/>
                  <a:pt x="158854" y="97930"/>
                </a:cubicBezTo>
                <a:lnTo>
                  <a:pt x="168247" y="91801"/>
                </a:lnTo>
                <a:cubicBezTo>
                  <a:pt x="155979" y="91227"/>
                  <a:pt x="143838" y="94483"/>
                  <a:pt x="133294" y="101314"/>
                </a:cubicBezTo>
                <a:cubicBezTo>
                  <a:pt x="120003" y="109932"/>
                  <a:pt x="110930" y="123275"/>
                  <a:pt x="107671" y="138724"/>
                </a:cubicBezTo>
                <a:cubicBezTo>
                  <a:pt x="105179" y="150470"/>
                  <a:pt x="106457" y="162536"/>
                  <a:pt x="110930" y="173389"/>
                </a:cubicBezTo>
                <a:lnTo>
                  <a:pt x="113294" y="162153"/>
                </a:lnTo>
                <a:cubicBezTo>
                  <a:pt x="113997" y="158706"/>
                  <a:pt x="117447" y="156471"/>
                  <a:pt x="120834" y="157237"/>
                </a:cubicBezTo>
                <a:cubicBezTo>
                  <a:pt x="124604" y="157876"/>
                  <a:pt x="126840" y="161259"/>
                  <a:pt x="126138" y="164707"/>
                </a:cubicBezTo>
                <a:close/>
                <a:moveTo>
                  <a:pt x="281796" y="235122"/>
                </a:moveTo>
                <a:cubicBezTo>
                  <a:pt x="281796" y="242974"/>
                  <a:pt x="279816" y="250380"/>
                  <a:pt x="275981" y="256700"/>
                </a:cubicBezTo>
                <a:cubicBezTo>
                  <a:pt x="270678" y="265382"/>
                  <a:pt x="270678" y="266595"/>
                  <a:pt x="270678" y="274575"/>
                </a:cubicBezTo>
                <a:lnTo>
                  <a:pt x="270678" y="297366"/>
                </a:lnTo>
                <a:cubicBezTo>
                  <a:pt x="270678" y="300877"/>
                  <a:pt x="267802" y="303750"/>
                  <a:pt x="264288" y="303750"/>
                </a:cubicBezTo>
                <a:cubicBezTo>
                  <a:pt x="260773" y="303750"/>
                  <a:pt x="257898" y="300877"/>
                  <a:pt x="257898" y="297366"/>
                </a:cubicBezTo>
                <a:lnTo>
                  <a:pt x="257898" y="275213"/>
                </a:lnTo>
                <a:cubicBezTo>
                  <a:pt x="257898" y="264871"/>
                  <a:pt x="258218" y="261296"/>
                  <a:pt x="265055" y="250060"/>
                </a:cubicBezTo>
                <a:cubicBezTo>
                  <a:pt x="267675" y="245783"/>
                  <a:pt x="269017" y="240676"/>
                  <a:pt x="269017" y="235186"/>
                </a:cubicBezTo>
                <a:lnTo>
                  <a:pt x="268953" y="225418"/>
                </a:lnTo>
                <a:lnTo>
                  <a:pt x="269017" y="186540"/>
                </a:lnTo>
                <a:cubicBezTo>
                  <a:pt x="269017" y="183539"/>
                  <a:pt x="266205" y="181816"/>
                  <a:pt x="264288" y="181816"/>
                </a:cubicBezTo>
                <a:cubicBezTo>
                  <a:pt x="263074" y="181816"/>
                  <a:pt x="261860" y="182390"/>
                  <a:pt x="260901" y="183284"/>
                </a:cubicBezTo>
                <a:cubicBezTo>
                  <a:pt x="260262" y="183923"/>
                  <a:pt x="259560" y="184944"/>
                  <a:pt x="259560" y="186476"/>
                </a:cubicBezTo>
                <a:cubicBezTo>
                  <a:pt x="259560" y="186540"/>
                  <a:pt x="259560" y="186540"/>
                  <a:pt x="259560" y="186604"/>
                </a:cubicBezTo>
                <a:lnTo>
                  <a:pt x="259560" y="200712"/>
                </a:lnTo>
                <a:cubicBezTo>
                  <a:pt x="259560" y="204224"/>
                  <a:pt x="256684" y="207096"/>
                  <a:pt x="253170" y="207096"/>
                </a:cubicBezTo>
                <a:cubicBezTo>
                  <a:pt x="253170" y="207096"/>
                  <a:pt x="253170" y="207096"/>
                  <a:pt x="253170" y="207096"/>
                </a:cubicBezTo>
                <a:cubicBezTo>
                  <a:pt x="249655" y="207096"/>
                  <a:pt x="246780" y="204224"/>
                  <a:pt x="246780" y="200712"/>
                </a:cubicBezTo>
                <a:lnTo>
                  <a:pt x="246843" y="175432"/>
                </a:lnTo>
                <a:cubicBezTo>
                  <a:pt x="246843" y="172431"/>
                  <a:pt x="244032" y="170772"/>
                  <a:pt x="242115" y="170772"/>
                </a:cubicBezTo>
                <a:cubicBezTo>
                  <a:pt x="240965" y="170772"/>
                  <a:pt x="239687" y="171346"/>
                  <a:pt x="238728" y="172240"/>
                </a:cubicBezTo>
                <a:cubicBezTo>
                  <a:pt x="238089" y="172878"/>
                  <a:pt x="237386" y="173900"/>
                  <a:pt x="237386" y="175432"/>
                </a:cubicBezTo>
                <a:lnTo>
                  <a:pt x="237386" y="192094"/>
                </a:lnTo>
                <a:cubicBezTo>
                  <a:pt x="237386" y="195605"/>
                  <a:pt x="234511" y="198478"/>
                  <a:pt x="230996" y="198478"/>
                </a:cubicBezTo>
                <a:cubicBezTo>
                  <a:pt x="227482" y="198478"/>
                  <a:pt x="224606" y="195605"/>
                  <a:pt x="224606" y="192094"/>
                </a:cubicBezTo>
                <a:lnTo>
                  <a:pt x="224606" y="164388"/>
                </a:lnTo>
                <a:cubicBezTo>
                  <a:pt x="224606" y="161387"/>
                  <a:pt x="221795" y="159663"/>
                  <a:pt x="219878" y="159663"/>
                </a:cubicBezTo>
                <a:cubicBezTo>
                  <a:pt x="218664" y="159663"/>
                  <a:pt x="217450" y="160238"/>
                  <a:pt x="216491" y="161132"/>
                </a:cubicBezTo>
                <a:cubicBezTo>
                  <a:pt x="215852" y="161770"/>
                  <a:pt x="215149" y="162792"/>
                  <a:pt x="215149" y="164324"/>
                </a:cubicBezTo>
                <a:lnTo>
                  <a:pt x="215149" y="186476"/>
                </a:lnTo>
                <a:cubicBezTo>
                  <a:pt x="215149" y="189987"/>
                  <a:pt x="212274" y="192860"/>
                  <a:pt x="208760" y="192860"/>
                </a:cubicBezTo>
                <a:cubicBezTo>
                  <a:pt x="205245" y="192860"/>
                  <a:pt x="202370" y="189987"/>
                  <a:pt x="202370" y="186476"/>
                </a:cubicBezTo>
                <a:lnTo>
                  <a:pt x="202370" y="131063"/>
                </a:lnTo>
                <a:cubicBezTo>
                  <a:pt x="202370" y="128063"/>
                  <a:pt x="199558" y="126339"/>
                  <a:pt x="197641" y="126339"/>
                </a:cubicBezTo>
                <a:cubicBezTo>
                  <a:pt x="196427" y="126339"/>
                  <a:pt x="195213" y="126913"/>
                  <a:pt x="194254" y="127807"/>
                </a:cubicBezTo>
                <a:cubicBezTo>
                  <a:pt x="193615" y="128446"/>
                  <a:pt x="192912" y="129467"/>
                  <a:pt x="192912" y="130999"/>
                </a:cubicBezTo>
                <a:lnTo>
                  <a:pt x="192912" y="225227"/>
                </a:lnTo>
                <a:cubicBezTo>
                  <a:pt x="192912" y="228738"/>
                  <a:pt x="190037" y="231611"/>
                  <a:pt x="186522" y="231611"/>
                </a:cubicBezTo>
                <a:cubicBezTo>
                  <a:pt x="185117" y="231611"/>
                  <a:pt x="183903" y="231036"/>
                  <a:pt x="182816" y="230270"/>
                </a:cubicBezTo>
                <a:lnTo>
                  <a:pt x="182752" y="230334"/>
                </a:lnTo>
                <a:cubicBezTo>
                  <a:pt x="182752" y="230334"/>
                  <a:pt x="168311" y="219737"/>
                  <a:pt x="161666" y="214757"/>
                </a:cubicBezTo>
                <a:cubicBezTo>
                  <a:pt x="157959" y="211948"/>
                  <a:pt x="152336" y="212267"/>
                  <a:pt x="148630" y="213736"/>
                </a:cubicBezTo>
                <a:cubicBezTo>
                  <a:pt x="146138" y="214757"/>
                  <a:pt x="145180" y="215970"/>
                  <a:pt x="145116" y="216353"/>
                </a:cubicBezTo>
                <a:cubicBezTo>
                  <a:pt x="145116" y="216481"/>
                  <a:pt x="145371" y="217311"/>
                  <a:pt x="146713" y="218524"/>
                </a:cubicBezTo>
                <a:cubicBezTo>
                  <a:pt x="158790" y="229823"/>
                  <a:pt x="180580" y="250827"/>
                  <a:pt x="187289" y="258040"/>
                </a:cubicBezTo>
                <a:cubicBezTo>
                  <a:pt x="194830" y="266084"/>
                  <a:pt x="198408" y="272341"/>
                  <a:pt x="198408" y="286194"/>
                </a:cubicBezTo>
                <a:lnTo>
                  <a:pt x="198408" y="297302"/>
                </a:lnTo>
                <a:cubicBezTo>
                  <a:pt x="198408" y="300813"/>
                  <a:pt x="195532" y="303686"/>
                  <a:pt x="192018" y="303686"/>
                </a:cubicBezTo>
                <a:cubicBezTo>
                  <a:pt x="188503" y="303686"/>
                  <a:pt x="185628" y="300813"/>
                  <a:pt x="185628" y="297302"/>
                </a:cubicBezTo>
                <a:lnTo>
                  <a:pt x="185628" y="286194"/>
                </a:lnTo>
                <a:cubicBezTo>
                  <a:pt x="185628" y="276043"/>
                  <a:pt x="183391" y="272660"/>
                  <a:pt x="177960" y="266786"/>
                </a:cubicBezTo>
                <a:cubicBezTo>
                  <a:pt x="172017" y="260403"/>
                  <a:pt x="151186" y="240293"/>
                  <a:pt x="137959" y="227844"/>
                </a:cubicBezTo>
                <a:cubicBezTo>
                  <a:pt x="129971" y="220375"/>
                  <a:pt x="131761" y="212267"/>
                  <a:pt x="135659" y="207607"/>
                </a:cubicBezTo>
                <a:cubicBezTo>
                  <a:pt x="142432" y="199627"/>
                  <a:pt x="158598" y="196563"/>
                  <a:pt x="169333" y="204607"/>
                </a:cubicBezTo>
                <a:cubicBezTo>
                  <a:pt x="172081" y="206649"/>
                  <a:pt x="176235" y="209714"/>
                  <a:pt x="180069" y="212587"/>
                </a:cubicBezTo>
                <a:lnTo>
                  <a:pt x="180069" y="130999"/>
                </a:lnTo>
                <a:cubicBezTo>
                  <a:pt x="180069" y="126403"/>
                  <a:pt x="181858" y="122062"/>
                  <a:pt x="185117" y="118742"/>
                </a:cubicBezTo>
                <a:cubicBezTo>
                  <a:pt x="188440" y="115422"/>
                  <a:pt x="192976" y="113507"/>
                  <a:pt x="197513" y="113507"/>
                </a:cubicBezTo>
                <a:cubicBezTo>
                  <a:pt x="207162" y="113507"/>
                  <a:pt x="215022" y="121359"/>
                  <a:pt x="215022" y="130999"/>
                </a:cubicBezTo>
                <a:lnTo>
                  <a:pt x="215022" y="147534"/>
                </a:lnTo>
                <a:cubicBezTo>
                  <a:pt x="216555" y="147087"/>
                  <a:pt x="218153" y="146768"/>
                  <a:pt x="219750" y="146768"/>
                </a:cubicBezTo>
                <a:cubicBezTo>
                  <a:pt x="227482" y="146768"/>
                  <a:pt x="234000" y="151875"/>
                  <a:pt x="236300" y="158897"/>
                </a:cubicBezTo>
                <a:cubicBezTo>
                  <a:pt x="238089" y="158259"/>
                  <a:pt x="240006" y="157876"/>
                  <a:pt x="241923" y="157876"/>
                </a:cubicBezTo>
                <a:cubicBezTo>
                  <a:pt x="249719" y="157876"/>
                  <a:pt x="256237" y="162983"/>
                  <a:pt x="258473" y="170005"/>
                </a:cubicBezTo>
                <a:cubicBezTo>
                  <a:pt x="260262" y="169367"/>
                  <a:pt x="262179" y="168984"/>
                  <a:pt x="264096" y="168984"/>
                </a:cubicBezTo>
                <a:cubicBezTo>
                  <a:pt x="273745" y="168984"/>
                  <a:pt x="281605" y="176836"/>
                  <a:pt x="281605" y="186476"/>
                </a:cubicBezTo>
                <a:lnTo>
                  <a:pt x="281541" y="225291"/>
                </a:lnTo>
                <a:lnTo>
                  <a:pt x="281796" y="235122"/>
                </a:lnTo>
                <a:close/>
              </a:path>
            </a:pathLst>
          </a:custGeom>
          <a:solidFill>
            <a:srgbClr val="00A3E0"/>
          </a:solidFill>
          <a:ln w="6390" cap="flat">
            <a:noFill/>
            <a:prstDash val="solid"/>
            <a:miter/>
          </a:ln>
        </p:spPr>
        <p:txBody>
          <a:bodyPr rtlCol="0" anchor="ctr"/>
          <a:lstStyle/>
          <a:p>
            <a:endParaRPr lang="en-US"/>
          </a:p>
        </p:txBody>
      </p:sp>
      <p:sp>
        <p:nvSpPr>
          <p:cNvPr id="965" name="Graphic 4">
            <a:extLst>
              <a:ext uri="{FF2B5EF4-FFF2-40B4-BE49-F238E27FC236}">
                <a16:creationId xmlns:a16="http://schemas.microsoft.com/office/drawing/2014/main" id="{F137153F-A7B9-FB42-B37B-2619A039AE3E}"/>
              </a:ext>
            </a:extLst>
          </p:cNvPr>
          <p:cNvSpPr/>
          <p:nvPr/>
        </p:nvSpPr>
        <p:spPr>
          <a:xfrm>
            <a:off x="7192385" y="2855462"/>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12080 w 362309"/>
              <a:gd name="connsiteY5" fmla="*/ 157238 h 361971"/>
              <a:gd name="connsiteX6" fmla="*/ 95082 w 362309"/>
              <a:gd name="connsiteY6" fmla="*/ 174155 h 361971"/>
              <a:gd name="connsiteX7" fmla="*/ 92974 w 362309"/>
              <a:gd name="connsiteY7" fmla="*/ 175560 h 361971"/>
              <a:gd name="connsiteX8" fmla="*/ 90546 w 362309"/>
              <a:gd name="connsiteY8" fmla="*/ 176070 h 361971"/>
              <a:gd name="connsiteX9" fmla="*/ 88117 w 362309"/>
              <a:gd name="connsiteY9" fmla="*/ 175560 h 361971"/>
              <a:gd name="connsiteX10" fmla="*/ 86009 w 362309"/>
              <a:gd name="connsiteY10" fmla="*/ 174155 h 361971"/>
              <a:gd name="connsiteX11" fmla="*/ 69012 w 362309"/>
              <a:gd name="connsiteY11" fmla="*/ 157238 h 361971"/>
              <a:gd name="connsiteX12" fmla="*/ 69012 w 362309"/>
              <a:gd name="connsiteY12" fmla="*/ 148236 h 361971"/>
              <a:gd name="connsiteX13" fmla="*/ 78022 w 362309"/>
              <a:gd name="connsiteY13" fmla="*/ 148236 h 361971"/>
              <a:gd name="connsiteX14" fmla="*/ 84092 w 362309"/>
              <a:gd name="connsiteY14" fmla="*/ 154301 h 361971"/>
              <a:gd name="connsiteX15" fmla="*/ 84092 w 362309"/>
              <a:gd name="connsiteY15" fmla="*/ 90589 h 361971"/>
              <a:gd name="connsiteX16" fmla="*/ 90482 w 362309"/>
              <a:gd name="connsiteY16" fmla="*/ 84205 h 361971"/>
              <a:gd name="connsiteX17" fmla="*/ 96872 w 362309"/>
              <a:gd name="connsiteY17" fmla="*/ 90589 h 361971"/>
              <a:gd name="connsiteX18" fmla="*/ 96872 w 362309"/>
              <a:gd name="connsiteY18" fmla="*/ 154301 h 361971"/>
              <a:gd name="connsiteX19" fmla="*/ 102942 w 362309"/>
              <a:gd name="connsiteY19" fmla="*/ 148236 h 361971"/>
              <a:gd name="connsiteX20" fmla="*/ 111952 w 362309"/>
              <a:gd name="connsiteY20" fmla="*/ 148236 h 361971"/>
              <a:gd name="connsiteX21" fmla="*/ 112080 w 362309"/>
              <a:gd name="connsiteY21" fmla="*/ 157238 h 361971"/>
              <a:gd name="connsiteX22" fmla="*/ 157384 w 362309"/>
              <a:gd name="connsiteY22" fmla="*/ 112039 h 361971"/>
              <a:gd name="connsiteX23" fmla="*/ 152848 w 362309"/>
              <a:gd name="connsiteY23" fmla="*/ 113890 h 361971"/>
              <a:gd name="connsiteX24" fmla="*/ 148311 w 362309"/>
              <a:gd name="connsiteY24" fmla="*/ 112039 h 361971"/>
              <a:gd name="connsiteX25" fmla="*/ 142240 w 362309"/>
              <a:gd name="connsiteY25" fmla="*/ 105974 h 361971"/>
              <a:gd name="connsiteX26" fmla="*/ 142240 w 362309"/>
              <a:gd name="connsiteY26" fmla="*/ 169686 h 361971"/>
              <a:gd name="connsiteX27" fmla="*/ 135850 w 362309"/>
              <a:gd name="connsiteY27" fmla="*/ 176070 h 361971"/>
              <a:gd name="connsiteX28" fmla="*/ 129460 w 362309"/>
              <a:gd name="connsiteY28" fmla="*/ 169686 h 361971"/>
              <a:gd name="connsiteX29" fmla="*/ 129460 w 362309"/>
              <a:gd name="connsiteY29" fmla="*/ 105974 h 361971"/>
              <a:gd name="connsiteX30" fmla="*/ 123390 w 362309"/>
              <a:gd name="connsiteY30" fmla="*/ 112039 h 361971"/>
              <a:gd name="connsiteX31" fmla="*/ 114380 w 362309"/>
              <a:gd name="connsiteY31" fmla="*/ 112039 h 361971"/>
              <a:gd name="connsiteX32" fmla="*/ 114380 w 362309"/>
              <a:gd name="connsiteY32" fmla="*/ 103037 h 361971"/>
              <a:gd name="connsiteX33" fmla="*/ 131377 w 362309"/>
              <a:gd name="connsiteY33" fmla="*/ 86056 h 361971"/>
              <a:gd name="connsiteX34" fmla="*/ 135914 w 362309"/>
              <a:gd name="connsiteY34" fmla="*/ 84205 h 361971"/>
              <a:gd name="connsiteX35" fmla="*/ 140451 w 362309"/>
              <a:gd name="connsiteY35" fmla="*/ 86056 h 361971"/>
              <a:gd name="connsiteX36" fmla="*/ 157448 w 362309"/>
              <a:gd name="connsiteY36" fmla="*/ 103037 h 361971"/>
              <a:gd name="connsiteX37" fmla="*/ 157384 w 362309"/>
              <a:gd name="connsiteY37" fmla="*/ 112039 h 361971"/>
              <a:gd name="connsiteX38" fmla="*/ 295024 w 362309"/>
              <a:gd name="connsiteY38" fmla="*/ 213608 h 361971"/>
              <a:gd name="connsiteX39" fmla="*/ 289145 w 362309"/>
              <a:gd name="connsiteY39" fmla="*/ 235441 h 361971"/>
              <a:gd name="connsiteX40" fmla="*/ 283713 w 362309"/>
              <a:gd name="connsiteY40" fmla="*/ 254402 h 361971"/>
              <a:gd name="connsiteX41" fmla="*/ 283713 w 362309"/>
              <a:gd name="connsiteY41" fmla="*/ 271383 h 361971"/>
              <a:gd name="connsiteX42" fmla="*/ 277323 w 362309"/>
              <a:gd name="connsiteY42" fmla="*/ 277767 h 361971"/>
              <a:gd name="connsiteX43" fmla="*/ 270934 w 362309"/>
              <a:gd name="connsiteY43" fmla="*/ 271383 h 361971"/>
              <a:gd name="connsiteX44" fmla="*/ 270934 w 362309"/>
              <a:gd name="connsiteY44" fmla="*/ 254402 h 361971"/>
              <a:gd name="connsiteX45" fmla="*/ 278154 w 362309"/>
              <a:gd name="connsiteY45" fmla="*/ 228866 h 361971"/>
              <a:gd name="connsiteX46" fmla="*/ 282244 w 362309"/>
              <a:gd name="connsiteY46" fmla="*/ 213608 h 361971"/>
              <a:gd name="connsiteX47" fmla="*/ 282244 w 362309"/>
              <a:gd name="connsiteY47" fmla="*/ 164005 h 361971"/>
              <a:gd name="connsiteX48" fmla="*/ 277323 w 362309"/>
              <a:gd name="connsiteY48" fmla="*/ 159089 h 361971"/>
              <a:gd name="connsiteX49" fmla="*/ 273809 w 362309"/>
              <a:gd name="connsiteY49" fmla="*/ 160621 h 361971"/>
              <a:gd name="connsiteX50" fmla="*/ 272403 w 362309"/>
              <a:gd name="connsiteY50" fmla="*/ 164005 h 361971"/>
              <a:gd name="connsiteX51" fmla="*/ 272403 w 362309"/>
              <a:gd name="connsiteY51" fmla="*/ 178496 h 361971"/>
              <a:gd name="connsiteX52" fmla="*/ 266013 w 362309"/>
              <a:gd name="connsiteY52" fmla="*/ 184880 h 361971"/>
              <a:gd name="connsiteX53" fmla="*/ 259623 w 362309"/>
              <a:gd name="connsiteY53" fmla="*/ 178496 h 361971"/>
              <a:gd name="connsiteX54" fmla="*/ 259623 w 362309"/>
              <a:gd name="connsiteY54" fmla="*/ 164005 h 361971"/>
              <a:gd name="connsiteX55" fmla="*/ 259623 w 362309"/>
              <a:gd name="connsiteY55" fmla="*/ 164005 h 361971"/>
              <a:gd name="connsiteX56" fmla="*/ 259623 w 362309"/>
              <a:gd name="connsiteY56" fmla="*/ 163941 h 361971"/>
              <a:gd name="connsiteX57" fmla="*/ 259623 w 362309"/>
              <a:gd name="connsiteY57" fmla="*/ 152641 h 361971"/>
              <a:gd name="connsiteX58" fmla="*/ 254703 w 362309"/>
              <a:gd name="connsiteY58" fmla="*/ 147725 h 361971"/>
              <a:gd name="connsiteX59" fmla="*/ 251189 w 362309"/>
              <a:gd name="connsiteY59" fmla="*/ 149258 h 361971"/>
              <a:gd name="connsiteX60" fmla="*/ 249783 w 362309"/>
              <a:gd name="connsiteY60" fmla="*/ 152641 h 361971"/>
              <a:gd name="connsiteX61" fmla="*/ 249783 w 362309"/>
              <a:gd name="connsiteY61" fmla="*/ 169622 h 361971"/>
              <a:gd name="connsiteX62" fmla="*/ 243393 w 362309"/>
              <a:gd name="connsiteY62" fmla="*/ 176006 h 361971"/>
              <a:gd name="connsiteX63" fmla="*/ 237003 w 362309"/>
              <a:gd name="connsiteY63" fmla="*/ 169622 h 361971"/>
              <a:gd name="connsiteX64" fmla="*/ 237003 w 362309"/>
              <a:gd name="connsiteY64" fmla="*/ 152705 h 361971"/>
              <a:gd name="connsiteX65" fmla="*/ 237003 w 362309"/>
              <a:gd name="connsiteY65" fmla="*/ 152705 h 361971"/>
              <a:gd name="connsiteX66" fmla="*/ 237003 w 362309"/>
              <a:gd name="connsiteY66" fmla="*/ 152705 h 361971"/>
              <a:gd name="connsiteX67" fmla="*/ 237003 w 362309"/>
              <a:gd name="connsiteY67" fmla="*/ 101888 h 361971"/>
              <a:gd name="connsiteX68" fmla="*/ 232083 w 362309"/>
              <a:gd name="connsiteY68" fmla="*/ 96973 h 361971"/>
              <a:gd name="connsiteX69" fmla="*/ 228568 w 362309"/>
              <a:gd name="connsiteY69" fmla="*/ 98505 h 361971"/>
              <a:gd name="connsiteX70" fmla="*/ 227163 w 362309"/>
              <a:gd name="connsiteY70" fmla="*/ 101888 h 361971"/>
              <a:gd name="connsiteX71" fmla="*/ 227163 w 362309"/>
              <a:gd name="connsiteY71" fmla="*/ 164068 h 361971"/>
              <a:gd name="connsiteX72" fmla="*/ 220773 w 362309"/>
              <a:gd name="connsiteY72" fmla="*/ 170452 h 361971"/>
              <a:gd name="connsiteX73" fmla="*/ 214383 w 362309"/>
              <a:gd name="connsiteY73" fmla="*/ 164068 h 361971"/>
              <a:gd name="connsiteX74" fmla="*/ 214383 w 362309"/>
              <a:gd name="connsiteY74" fmla="*/ 107570 h 361971"/>
              <a:gd name="connsiteX75" fmla="*/ 209462 w 362309"/>
              <a:gd name="connsiteY75" fmla="*/ 102654 h 361971"/>
              <a:gd name="connsiteX76" fmla="*/ 205948 w 362309"/>
              <a:gd name="connsiteY76" fmla="*/ 104187 h 361971"/>
              <a:gd name="connsiteX77" fmla="*/ 204542 w 362309"/>
              <a:gd name="connsiteY77" fmla="*/ 107570 h 361971"/>
              <a:gd name="connsiteX78" fmla="*/ 204542 w 362309"/>
              <a:gd name="connsiteY78" fmla="*/ 186668 h 361971"/>
              <a:gd name="connsiteX79" fmla="*/ 198152 w 362309"/>
              <a:gd name="connsiteY79" fmla="*/ 193052 h 361971"/>
              <a:gd name="connsiteX80" fmla="*/ 191762 w 362309"/>
              <a:gd name="connsiteY80" fmla="*/ 186668 h 361971"/>
              <a:gd name="connsiteX81" fmla="*/ 191762 w 362309"/>
              <a:gd name="connsiteY81" fmla="*/ 175368 h 361971"/>
              <a:gd name="connsiteX82" fmla="*/ 184541 w 362309"/>
              <a:gd name="connsiteY82" fmla="*/ 161004 h 361971"/>
              <a:gd name="connsiteX83" fmla="*/ 182689 w 362309"/>
              <a:gd name="connsiteY83" fmla="*/ 161068 h 361971"/>
              <a:gd name="connsiteX84" fmla="*/ 181858 w 362309"/>
              <a:gd name="connsiteY84" fmla="*/ 162536 h 361971"/>
              <a:gd name="connsiteX85" fmla="*/ 181858 w 362309"/>
              <a:gd name="connsiteY85" fmla="*/ 203585 h 361971"/>
              <a:gd name="connsiteX86" fmla="*/ 193232 w 362309"/>
              <a:gd name="connsiteY86" fmla="*/ 229121 h 361971"/>
              <a:gd name="connsiteX87" fmla="*/ 210165 w 362309"/>
              <a:gd name="connsiteY87" fmla="*/ 260083 h 361971"/>
              <a:gd name="connsiteX88" fmla="*/ 210165 w 362309"/>
              <a:gd name="connsiteY88" fmla="*/ 271383 h 361971"/>
              <a:gd name="connsiteX89" fmla="*/ 203775 w 362309"/>
              <a:gd name="connsiteY89" fmla="*/ 277767 h 361971"/>
              <a:gd name="connsiteX90" fmla="*/ 197385 w 362309"/>
              <a:gd name="connsiteY90" fmla="*/ 271383 h 361971"/>
              <a:gd name="connsiteX91" fmla="*/ 197385 w 362309"/>
              <a:gd name="connsiteY91" fmla="*/ 260083 h 361971"/>
              <a:gd name="connsiteX92" fmla="*/ 184797 w 362309"/>
              <a:gd name="connsiteY92" fmla="*/ 238697 h 361971"/>
              <a:gd name="connsiteX93" fmla="*/ 169078 w 362309"/>
              <a:gd name="connsiteY93" fmla="*/ 203585 h 361971"/>
              <a:gd name="connsiteX94" fmla="*/ 169078 w 362309"/>
              <a:gd name="connsiteY94" fmla="*/ 162536 h 361971"/>
              <a:gd name="connsiteX95" fmla="*/ 175915 w 362309"/>
              <a:gd name="connsiteY95" fmla="*/ 150215 h 361971"/>
              <a:gd name="connsiteX96" fmla="*/ 190165 w 362309"/>
              <a:gd name="connsiteY96" fmla="*/ 149577 h 361971"/>
              <a:gd name="connsiteX97" fmla="*/ 191698 w 362309"/>
              <a:gd name="connsiteY97" fmla="*/ 150407 h 361971"/>
              <a:gd name="connsiteX98" fmla="*/ 191698 w 362309"/>
              <a:gd name="connsiteY98" fmla="*/ 107506 h 361971"/>
              <a:gd name="connsiteX99" fmla="*/ 196810 w 362309"/>
              <a:gd name="connsiteY99" fmla="*/ 95121 h 361971"/>
              <a:gd name="connsiteX100" fmla="*/ 209398 w 362309"/>
              <a:gd name="connsiteY100" fmla="*/ 89823 h 361971"/>
              <a:gd name="connsiteX101" fmla="*/ 217514 w 362309"/>
              <a:gd name="connsiteY101" fmla="*/ 91865 h 361971"/>
              <a:gd name="connsiteX102" fmla="*/ 219495 w 362309"/>
              <a:gd name="connsiteY102" fmla="*/ 89440 h 361971"/>
              <a:gd name="connsiteX103" fmla="*/ 232083 w 362309"/>
              <a:gd name="connsiteY103" fmla="*/ 84141 h 361971"/>
              <a:gd name="connsiteX104" fmla="*/ 249783 w 362309"/>
              <a:gd name="connsiteY104" fmla="*/ 101824 h 361971"/>
              <a:gd name="connsiteX105" fmla="*/ 249783 w 362309"/>
              <a:gd name="connsiteY105" fmla="*/ 135787 h 361971"/>
              <a:gd name="connsiteX106" fmla="*/ 254703 w 362309"/>
              <a:gd name="connsiteY106" fmla="*/ 134957 h 361971"/>
              <a:gd name="connsiteX107" fmla="*/ 271508 w 362309"/>
              <a:gd name="connsiteY107" fmla="*/ 147342 h 361971"/>
              <a:gd name="connsiteX108" fmla="*/ 277323 w 362309"/>
              <a:gd name="connsiteY108" fmla="*/ 146257 h 361971"/>
              <a:gd name="connsiteX109" fmla="*/ 295024 w 362309"/>
              <a:gd name="connsiteY109" fmla="*/ 163941 h 361971"/>
              <a:gd name="connsiteX110" fmla="*/ 295024 w 362309"/>
              <a:gd name="connsiteY110" fmla="*/ 21360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362309" h="361971">
                <a:moveTo>
                  <a:pt x="181155" y="0"/>
                </a:moveTo>
                <a:cubicBezTo>
                  <a:pt x="81089" y="0"/>
                  <a:pt x="0" y="81013"/>
                  <a:pt x="0" y="180986"/>
                </a:cubicBezTo>
                <a:cubicBezTo>
                  <a:pt x="0" y="280959"/>
                  <a:pt x="81089" y="361972"/>
                  <a:pt x="181155" y="361972"/>
                </a:cubicBezTo>
                <a:cubicBezTo>
                  <a:pt x="281221" y="361972"/>
                  <a:pt x="362310" y="280959"/>
                  <a:pt x="362310" y="180986"/>
                </a:cubicBezTo>
                <a:cubicBezTo>
                  <a:pt x="362310" y="81013"/>
                  <a:pt x="281157" y="0"/>
                  <a:pt x="181155" y="0"/>
                </a:cubicBezTo>
                <a:close/>
                <a:moveTo>
                  <a:pt x="112080" y="157238"/>
                </a:moveTo>
                <a:lnTo>
                  <a:pt x="95082" y="174155"/>
                </a:lnTo>
                <a:cubicBezTo>
                  <a:pt x="94507" y="174730"/>
                  <a:pt x="93805" y="175240"/>
                  <a:pt x="92974" y="175560"/>
                </a:cubicBezTo>
                <a:cubicBezTo>
                  <a:pt x="92207" y="175879"/>
                  <a:pt x="91376" y="176070"/>
                  <a:pt x="90546" y="176070"/>
                </a:cubicBezTo>
                <a:cubicBezTo>
                  <a:pt x="89715" y="176070"/>
                  <a:pt x="88884" y="175879"/>
                  <a:pt x="88117" y="175560"/>
                </a:cubicBezTo>
                <a:cubicBezTo>
                  <a:pt x="87351" y="175240"/>
                  <a:pt x="86648" y="174793"/>
                  <a:pt x="86009" y="174155"/>
                </a:cubicBezTo>
                <a:lnTo>
                  <a:pt x="69012" y="157238"/>
                </a:lnTo>
                <a:cubicBezTo>
                  <a:pt x="66519" y="154748"/>
                  <a:pt x="66519" y="150726"/>
                  <a:pt x="69012" y="148236"/>
                </a:cubicBezTo>
                <a:cubicBezTo>
                  <a:pt x="71504" y="145746"/>
                  <a:pt x="75529" y="145746"/>
                  <a:pt x="78022" y="148236"/>
                </a:cubicBezTo>
                <a:lnTo>
                  <a:pt x="84092" y="154301"/>
                </a:lnTo>
                <a:lnTo>
                  <a:pt x="84092" y="90589"/>
                </a:lnTo>
                <a:cubicBezTo>
                  <a:pt x="84092" y="87077"/>
                  <a:pt x="86967" y="84205"/>
                  <a:pt x="90482" y="84205"/>
                </a:cubicBezTo>
                <a:cubicBezTo>
                  <a:pt x="93997" y="84205"/>
                  <a:pt x="96872" y="87077"/>
                  <a:pt x="96872" y="90589"/>
                </a:cubicBezTo>
                <a:lnTo>
                  <a:pt x="96872" y="154301"/>
                </a:lnTo>
                <a:lnTo>
                  <a:pt x="102942" y="148236"/>
                </a:lnTo>
                <a:cubicBezTo>
                  <a:pt x="105434" y="145746"/>
                  <a:pt x="109460" y="145746"/>
                  <a:pt x="111952" y="148236"/>
                </a:cubicBezTo>
                <a:cubicBezTo>
                  <a:pt x="114444" y="150726"/>
                  <a:pt x="114636" y="154748"/>
                  <a:pt x="112080" y="157238"/>
                </a:cubicBezTo>
                <a:close/>
                <a:moveTo>
                  <a:pt x="157384" y="112039"/>
                </a:moveTo>
                <a:cubicBezTo>
                  <a:pt x="156107" y="113316"/>
                  <a:pt x="154509" y="113890"/>
                  <a:pt x="152848" y="113890"/>
                </a:cubicBezTo>
                <a:cubicBezTo>
                  <a:pt x="151186" y="113890"/>
                  <a:pt x="149589" y="113252"/>
                  <a:pt x="148311" y="112039"/>
                </a:cubicBezTo>
                <a:lnTo>
                  <a:pt x="142240" y="105974"/>
                </a:lnTo>
                <a:lnTo>
                  <a:pt x="142240" y="169686"/>
                </a:lnTo>
                <a:cubicBezTo>
                  <a:pt x="142240" y="173197"/>
                  <a:pt x="139365" y="176070"/>
                  <a:pt x="135850" y="176070"/>
                </a:cubicBezTo>
                <a:cubicBezTo>
                  <a:pt x="132336" y="176070"/>
                  <a:pt x="129460" y="173197"/>
                  <a:pt x="129460" y="169686"/>
                </a:cubicBezTo>
                <a:lnTo>
                  <a:pt x="129460" y="105974"/>
                </a:lnTo>
                <a:lnTo>
                  <a:pt x="123390" y="112039"/>
                </a:lnTo>
                <a:cubicBezTo>
                  <a:pt x="120898" y="114529"/>
                  <a:pt x="116872" y="114529"/>
                  <a:pt x="114380" y="112039"/>
                </a:cubicBezTo>
                <a:cubicBezTo>
                  <a:pt x="111888" y="109549"/>
                  <a:pt x="111888" y="105527"/>
                  <a:pt x="114380" y="103037"/>
                </a:cubicBezTo>
                <a:lnTo>
                  <a:pt x="131377" y="86056"/>
                </a:lnTo>
                <a:cubicBezTo>
                  <a:pt x="132527" y="84907"/>
                  <a:pt x="134125" y="84205"/>
                  <a:pt x="135914" y="84205"/>
                </a:cubicBezTo>
                <a:cubicBezTo>
                  <a:pt x="137703" y="84205"/>
                  <a:pt x="139301" y="84907"/>
                  <a:pt x="140451" y="86056"/>
                </a:cubicBezTo>
                <a:lnTo>
                  <a:pt x="157448" y="103037"/>
                </a:lnTo>
                <a:cubicBezTo>
                  <a:pt x="159876" y="105463"/>
                  <a:pt x="159876" y="109549"/>
                  <a:pt x="157384" y="112039"/>
                </a:cubicBezTo>
                <a:close/>
                <a:moveTo>
                  <a:pt x="295024" y="213608"/>
                </a:moveTo>
                <a:cubicBezTo>
                  <a:pt x="295024" y="221460"/>
                  <a:pt x="292979" y="229057"/>
                  <a:pt x="289145" y="235441"/>
                </a:cubicBezTo>
                <a:cubicBezTo>
                  <a:pt x="283713" y="244443"/>
                  <a:pt x="283713" y="245975"/>
                  <a:pt x="283713" y="254402"/>
                </a:cubicBezTo>
                <a:lnTo>
                  <a:pt x="283713" y="271383"/>
                </a:lnTo>
                <a:cubicBezTo>
                  <a:pt x="283713" y="274894"/>
                  <a:pt x="280838" y="277767"/>
                  <a:pt x="277323" y="277767"/>
                </a:cubicBezTo>
                <a:cubicBezTo>
                  <a:pt x="273809" y="277767"/>
                  <a:pt x="270934" y="274894"/>
                  <a:pt x="270934" y="271383"/>
                </a:cubicBezTo>
                <a:lnTo>
                  <a:pt x="270934" y="254402"/>
                </a:lnTo>
                <a:cubicBezTo>
                  <a:pt x="270934" y="244379"/>
                  <a:pt x="271253" y="240293"/>
                  <a:pt x="278154" y="228866"/>
                </a:cubicBezTo>
                <a:cubicBezTo>
                  <a:pt x="280838" y="224461"/>
                  <a:pt x="282244" y="219162"/>
                  <a:pt x="282244" y="213608"/>
                </a:cubicBezTo>
                <a:lnTo>
                  <a:pt x="282244" y="164005"/>
                </a:lnTo>
                <a:cubicBezTo>
                  <a:pt x="282244" y="160813"/>
                  <a:pt x="279305" y="159089"/>
                  <a:pt x="277323" y="159089"/>
                </a:cubicBezTo>
                <a:cubicBezTo>
                  <a:pt x="276110" y="159089"/>
                  <a:pt x="274767" y="159663"/>
                  <a:pt x="273809" y="160621"/>
                </a:cubicBezTo>
                <a:cubicBezTo>
                  <a:pt x="273170" y="161259"/>
                  <a:pt x="272403" y="162345"/>
                  <a:pt x="272403" y="164005"/>
                </a:cubicBezTo>
                <a:lnTo>
                  <a:pt x="272403" y="178496"/>
                </a:lnTo>
                <a:cubicBezTo>
                  <a:pt x="272403" y="182007"/>
                  <a:pt x="269528" y="184880"/>
                  <a:pt x="266013" y="184880"/>
                </a:cubicBezTo>
                <a:cubicBezTo>
                  <a:pt x="262499" y="184880"/>
                  <a:pt x="259623" y="182007"/>
                  <a:pt x="259623" y="178496"/>
                </a:cubicBezTo>
                <a:lnTo>
                  <a:pt x="259623" y="164005"/>
                </a:lnTo>
                <a:cubicBezTo>
                  <a:pt x="259623" y="164005"/>
                  <a:pt x="259623" y="164005"/>
                  <a:pt x="259623" y="164005"/>
                </a:cubicBezTo>
                <a:cubicBezTo>
                  <a:pt x="259623" y="164005"/>
                  <a:pt x="259623" y="164005"/>
                  <a:pt x="259623" y="163941"/>
                </a:cubicBezTo>
                <a:lnTo>
                  <a:pt x="259623" y="152641"/>
                </a:lnTo>
                <a:cubicBezTo>
                  <a:pt x="259623" y="149449"/>
                  <a:pt x="256684" y="147725"/>
                  <a:pt x="254703" y="147725"/>
                </a:cubicBezTo>
                <a:cubicBezTo>
                  <a:pt x="253489" y="147725"/>
                  <a:pt x="252147" y="148300"/>
                  <a:pt x="251189" y="149258"/>
                </a:cubicBezTo>
                <a:cubicBezTo>
                  <a:pt x="250550" y="149896"/>
                  <a:pt x="249783" y="150981"/>
                  <a:pt x="249783" y="152641"/>
                </a:cubicBezTo>
                <a:lnTo>
                  <a:pt x="249783" y="169622"/>
                </a:lnTo>
                <a:cubicBezTo>
                  <a:pt x="249783" y="173134"/>
                  <a:pt x="246907" y="176006"/>
                  <a:pt x="243393" y="176006"/>
                </a:cubicBezTo>
                <a:cubicBezTo>
                  <a:pt x="239878" y="176006"/>
                  <a:pt x="237003" y="173134"/>
                  <a:pt x="237003" y="169622"/>
                </a:cubicBezTo>
                <a:lnTo>
                  <a:pt x="237003" y="152705"/>
                </a:lnTo>
                <a:cubicBezTo>
                  <a:pt x="237003" y="152705"/>
                  <a:pt x="237003" y="152705"/>
                  <a:pt x="237003" y="152705"/>
                </a:cubicBezTo>
                <a:cubicBezTo>
                  <a:pt x="237003" y="152705"/>
                  <a:pt x="237003" y="152705"/>
                  <a:pt x="237003" y="152705"/>
                </a:cubicBezTo>
                <a:lnTo>
                  <a:pt x="237003" y="101888"/>
                </a:lnTo>
                <a:cubicBezTo>
                  <a:pt x="237003" y="98696"/>
                  <a:pt x="234063" y="96973"/>
                  <a:pt x="232083" y="96973"/>
                </a:cubicBezTo>
                <a:cubicBezTo>
                  <a:pt x="230868" y="96973"/>
                  <a:pt x="229527" y="97547"/>
                  <a:pt x="228568" y="98505"/>
                </a:cubicBezTo>
                <a:cubicBezTo>
                  <a:pt x="227929" y="99143"/>
                  <a:pt x="227163" y="100228"/>
                  <a:pt x="227163" y="101888"/>
                </a:cubicBezTo>
                <a:lnTo>
                  <a:pt x="227163" y="164068"/>
                </a:lnTo>
                <a:cubicBezTo>
                  <a:pt x="227163" y="167580"/>
                  <a:pt x="224287" y="170452"/>
                  <a:pt x="220773" y="170452"/>
                </a:cubicBezTo>
                <a:cubicBezTo>
                  <a:pt x="217258" y="170452"/>
                  <a:pt x="214383" y="167580"/>
                  <a:pt x="214383" y="164068"/>
                </a:cubicBezTo>
                <a:lnTo>
                  <a:pt x="214383" y="107570"/>
                </a:lnTo>
                <a:cubicBezTo>
                  <a:pt x="214383" y="104378"/>
                  <a:pt x="211444" y="102654"/>
                  <a:pt x="209462" y="102654"/>
                </a:cubicBezTo>
                <a:cubicBezTo>
                  <a:pt x="208249" y="102654"/>
                  <a:pt x="206906" y="103229"/>
                  <a:pt x="205948" y="104187"/>
                </a:cubicBezTo>
                <a:cubicBezTo>
                  <a:pt x="205309" y="104825"/>
                  <a:pt x="204542" y="105910"/>
                  <a:pt x="204542" y="107570"/>
                </a:cubicBezTo>
                <a:lnTo>
                  <a:pt x="204542" y="186668"/>
                </a:lnTo>
                <a:cubicBezTo>
                  <a:pt x="204542" y="190179"/>
                  <a:pt x="201667" y="193052"/>
                  <a:pt x="198152" y="193052"/>
                </a:cubicBezTo>
                <a:cubicBezTo>
                  <a:pt x="194638" y="193052"/>
                  <a:pt x="191762" y="190179"/>
                  <a:pt x="191762" y="186668"/>
                </a:cubicBezTo>
                <a:lnTo>
                  <a:pt x="191762" y="175368"/>
                </a:lnTo>
                <a:cubicBezTo>
                  <a:pt x="191762" y="170452"/>
                  <a:pt x="190484" y="163941"/>
                  <a:pt x="184541" y="161004"/>
                </a:cubicBezTo>
                <a:cubicBezTo>
                  <a:pt x="183711" y="160557"/>
                  <a:pt x="183072" y="160876"/>
                  <a:pt x="182689" y="161068"/>
                </a:cubicBezTo>
                <a:cubicBezTo>
                  <a:pt x="182305" y="161323"/>
                  <a:pt x="181858" y="161770"/>
                  <a:pt x="181858" y="162536"/>
                </a:cubicBezTo>
                <a:lnTo>
                  <a:pt x="181858" y="203585"/>
                </a:lnTo>
                <a:cubicBezTo>
                  <a:pt x="181858" y="218077"/>
                  <a:pt x="190548" y="226759"/>
                  <a:pt x="193232" y="229121"/>
                </a:cubicBezTo>
                <a:cubicBezTo>
                  <a:pt x="200772" y="235697"/>
                  <a:pt x="210165" y="243932"/>
                  <a:pt x="210165" y="260083"/>
                </a:cubicBezTo>
                <a:lnTo>
                  <a:pt x="210165" y="271383"/>
                </a:lnTo>
                <a:cubicBezTo>
                  <a:pt x="210165" y="274894"/>
                  <a:pt x="207290" y="277767"/>
                  <a:pt x="203775" y="277767"/>
                </a:cubicBezTo>
                <a:cubicBezTo>
                  <a:pt x="200261" y="277767"/>
                  <a:pt x="197385" y="274894"/>
                  <a:pt x="197385" y="271383"/>
                </a:cubicBezTo>
                <a:lnTo>
                  <a:pt x="197385" y="260083"/>
                </a:lnTo>
                <a:cubicBezTo>
                  <a:pt x="197385" y="249677"/>
                  <a:pt x="191571" y="244570"/>
                  <a:pt x="184797" y="238697"/>
                </a:cubicBezTo>
                <a:cubicBezTo>
                  <a:pt x="174957" y="230079"/>
                  <a:pt x="169078" y="216928"/>
                  <a:pt x="169078" y="203585"/>
                </a:cubicBezTo>
                <a:lnTo>
                  <a:pt x="169078" y="162536"/>
                </a:lnTo>
                <a:cubicBezTo>
                  <a:pt x="169078" y="157493"/>
                  <a:pt x="171634" y="152896"/>
                  <a:pt x="175915" y="150215"/>
                </a:cubicBezTo>
                <a:cubicBezTo>
                  <a:pt x="180261" y="147534"/>
                  <a:pt x="185564" y="147279"/>
                  <a:pt x="190165" y="149577"/>
                </a:cubicBezTo>
                <a:cubicBezTo>
                  <a:pt x="190612" y="149832"/>
                  <a:pt x="191187" y="150151"/>
                  <a:pt x="191698" y="150407"/>
                </a:cubicBezTo>
                <a:lnTo>
                  <a:pt x="191698" y="107506"/>
                </a:lnTo>
                <a:cubicBezTo>
                  <a:pt x="191698" y="102846"/>
                  <a:pt x="193487" y="98441"/>
                  <a:pt x="196810" y="95121"/>
                </a:cubicBezTo>
                <a:cubicBezTo>
                  <a:pt x="200197" y="91738"/>
                  <a:pt x="204734" y="89823"/>
                  <a:pt x="209398" y="89823"/>
                </a:cubicBezTo>
                <a:cubicBezTo>
                  <a:pt x="212338" y="89823"/>
                  <a:pt x="215022" y="90589"/>
                  <a:pt x="217514" y="91865"/>
                </a:cubicBezTo>
                <a:cubicBezTo>
                  <a:pt x="218089" y="91036"/>
                  <a:pt x="218728" y="90206"/>
                  <a:pt x="219495" y="89440"/>
                </a:cubicBezTo>
                <a:cubicBezTo>
                  <a:pt x="222881" y="86056"/>
                  <a:pt x="227418" y="84141"/>
                  <a:pt x="232083" y="84141"/>
                </a:cubicBezTo>
                <a:cubicBezTo>
                  <a:pt x="241860" y="84141"/>
                  <a:pt x="249783" y="92057"/>
                  <a:pt x="249783" y="101824"/>
                </a:cubicBezTo>
                <a:lnTo>
                  <a:pt x="249783" y="135787"/>
                </a:lnTo>
                <a:cubicBezTo>
                  <a:pt x="251381" y="135277"/>
                  <a:pt x="253042" y="134957"/>
                  <a:pt x="254703" y="134957"/>
                </a:cubicBezTo>
                <a:cubicBezTo>
                  <a:pt x="262627" y="134957"/>
                  <a:pt x="269272" y="140192"/>
                  <a:pt x="271508" y="147342"/>
                </a:cubicBezTo>
                <a:cubicBezTo>
                  <a:pt x="273362" y="146640"/>
                  <a:pt x="275343" y="146257"/>
                  <a:pt x="277323" y="146257"/>
                </a:cubicBezTo>
                <a:cubicBezTo>
                  <a:pt x="287100" y="146257"/>
                  <a:pt x="295024" y="154173"/>
                  <a:pt x="295024" y="163941"/>
                </a:cubicBezTo>
                <a:lnTo>
                  <a:pt x="295024" y="213608"/>
                </a:lnTo>
                <a:close/>
              </a:path>
            </a:pathLst>
          </a:custGeom>
          <a:solidFill>
            <a:srgbClr val="00A3E0"/>
          </a:solidFill>
          <a:ln w="6390" cap="flat">
            <a:noFill/>
            <a:prstDash val="solid"/>
            <a:miter/>
          </a:ln>
        </p:spPr>
        <p:txBody>
          <a:bodyPr rtlCol="0" anchor="ctr"/>
          <a:lstStyle/>
          <a:p>
            <a:endParaRPr lang="en-US"/>
          </a:p>
        </p:txBody>
      </p:sp>
      <p:sp>
        <p:nvSpPr>
          <p:cNvPr id="966" name="Graphic 4">
            <a:extLst>
              <a:ext uri="{FF2B5EF4-FFF2-40B4-BE49-F238E27FC236}">
                <a16:creationId xmlns:a16="http://schemas.microsoft.com/office/drawing/2014/main" id="{A828CAAF-463E-E348-A93B-6C3697E5A881}"/>
              </a:ext>
            </a:extLst>
          </p:cNvPr>
          <p:cNvSpPr/>
          <p:nvPr/>
        </p:nvSpPr>
        <p:spPr>
          <a:xfrm>
            <a:off x="5099233" y="3339815"/>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213360 w 362309"/>
              <a:gd name="connsiteY5" fmla="*/ 241059 h 361971"/>
              <a:gd name="connsiteX6" fmla="*/ 207864 w 362309"/>
              <a:gd name="connsiteY6" fmla="*/ 261552 h 361971"/>
              <a:gd name="connsiteX7" fmla="*/ 202881 w 362309"/>
              <a:gd name="connsiteY7" fmla="*/ 278852 h 361971"/>
              <a:gd name="connsiteX8" fmla="*/ 202881 w 362309"/>
              <a:gd name="connsiteY8" fmla="*/ 299792 h 361971"/>
              <a:gd name="connsiteX9" fmla="*/ 196491 w 362309"/>
              <a:gd name="connsiteY9" fmla="*/ 306176 h 361971"/>
              <a:gd name="connsiteX10" fmla="*/ 190101 w 362309"/>
              <a:gd name="connsiteY10" fmla="*/ 299792 h 361971"/>
              <a:gd name="connsiteX11" fmla="*/ 190101 w 362309"/>
              <a:gd name="connsiteY11" fmla="*/ 278852 h 361971"/>
              <a:gd name="connsiteX12" fmla="*/ 196874 w 362309"/>
              <a:gd name="connsiteY12" fmla="*/ 254976 h 361971"/>
              <a:gd name="connsiteX13" fmla="*/ 200580 w 362309"/>
              <a:gd name="connsiteY13" fmla="*/ 241059 h 361971"/>
              <a:gd name="connsiteX14" fmla="*/ 200580 w 362309"/>
              <a:gd name="connsiteY14" fmla="*/ 195094 h 361971"/>
              <a:gd name="connsiteX15" fmla="*/ 196491 w 362309"/>
              <a:gd name="connsiteY15" fmla="*/ 191009 h 361971"/>
              <a:gd name="connsiteX16" fmla="*/ 193551 w 362309"/>
              <a:gd name="connsiteY16" fmla="*/ 192286 h 361971"/>
              <a:gd name="connsiteX17" fmla="*/ 192401 w 362309"/>
              <a:gd name="connsiteY17" fmla="*/ 195094 h 361971"/>
              <a:gd name="connsiteX18" fmla="*/ 192401 w 362309"/>
              <a:gd name="connsiteY18" fmla="*/ 208565 h 361971"/>
              <a:gd name="connsiteX19" fmla="*/ 186011 w 362309"/>
              <a:gd name="connsiteY19" fmla="*/ 214949 h 361971"/>
              <a:gd name="connsiteX20" fmla="*/ 179621 w 362309"/>
              <a:gd name="connsiteY20" fmla="*/ 208565 h 361971"/>
              <a:gd name="connsiteX21" fmla="*/ 179621 w 362309"/>
              <a:gd name="connsiteY21" fmla="*/ 184689 h 361971"/>
              <a:gd name="connsiteX22" fmla="*/ 175531 w 362309"/>
              <a:gd name="connsiteY22" fmla="*/ 180603 h 361971"/>
              <a:gd name="connsiteX23" fmla="*/ 172592 w 362309"/>
              <a:gd name="connsiteY23" fmla="*/ 181880 h 361971"/>
              <a:gd name="connsiteX24" fmla="*/ 171442 w 362309"/>
              <a:gd name="connsiteY24" fmla="*/ 184625 h 361971"/>
              <a:gd name="connsiteX25" fmla="*/ 171442 w 362309"/>
              <a:gd name="connsiteY25" fmla="*/ 200329 h 361971"/>
              <a:gd name="connsiteX26" fmla="*/ 165052 w 362309"/>
              <a:gd name="connsiteY26" fmla="*/ 206713 h 361971"/>
              <a:gd name="connsiteX27" fmla="*/ 158662 w 362309"/>
              <a:gd name="connsiteY27" fmla="*/ 200329 h 361971"/>
              <a:gd name="connsiteX28" fmla="*/ 158662 w 362309"/>
              <a:gd name="connsiteY28" fmla="*/ 184625 h 361971"/>
              <a:gd name="connsiteX29" fmla="*/ 158662 w 362309"/>
              <a:gd name="connsiteY29" fmla="*/ 184625 h 361971"/>
              <a:gd name="connsiteX30" fmla="*/ 158662 w 362309"/>
              <a:gd name="connsiteY30" fmla="*/ 184625 h 361971"/>
              <a:gd name="connsiteX31" fmla="*/ 158662 w 362309"/>
              <a:gd name="connsiteY31" fmla="*/ 174155 h 361971"/>
              <a:gd name="connsiteX32" fmla="*/ 154573 w 362309"/>
              <a:gd name="connsiteY32" fmla="*/ 170069 h 361971"/>
              <a:gd name="connsiteX33" fmla="*/ 151633 w 362309"/>
              <a:gd name="connsiteY33" fmla="*/ 171346 h 361971"/>
              <a:gd name="connsiteX34" fmla="*/ 150483 w 362309"/>
              <a:gd name="connsiteY34" fmla="*/ 174155 h 361971"/>
              <a:gd name="connsiteX35" fmla="*/ 150483 w 362309"/>
              <a:gd name="connsiteY35" fmla="*/ 195094 h 361971"/>
              <a:gd name="connsiteX36" fmla="*/ 144093 w 362309"/>
              <a:gd name="connsiteY36" fmla="*/ 201478 h 361971"/>
              <a:gd name="connsiteX37" fmla="*/ 137703 w 362309"/>
              <a:gd name="connsiteY37" fmla="*/ 195094 h 361971"/>
              <a:gd name="connsiteX38" fmla="*/ 137703 w 362309"/>
              <a:gd name="connsiteY38" fmla="*/ 174155 h 361971"/>
              <a:gd name="connsiteX39" fmla="*/ 137703 w 362309"/>
              <a:gd name="connsiteY39" fmla="*/ 142746 h 361971"/>
              <a:gd name="connsiteX40" fmla="*/ 133613 w 362309"/>
              <a:gd name="connsiteY40" fmla="*/ 138660 h 361971"/>
              <a:gd name="connsiteX41" fmla="*/ 130674 w 362309"/>
              <a:gd name="connsiteY41" fmla="*/ 139937 h 361971"/>
              <a:gd name="connsiteX42" fmla="*/ 129524 w 362309"/>
              <a:gd name="connsiteY42" fmla="*/ 142746 h 361971"/>
              <a:gd name="connsiteX43" fmla="*/ 129524 w 362309"/>
              <a:gd name="connsiteY43" fmla="*/ 216034 h 361971"/>
              <a:gd name="connsiteX44" fmla="*/ 123134 w 362309"/>
              <a:gd name="connsiteY44" fmla="*/ 222418 h 361971"/>
              <a:gd name="connsiteX45" fmla="*/ 116744 w 362309"/>
              <a:gd name="connsiteY45" fmla="*/ 216034 h 361971"/>
              <a:gd name="connsiteX46" fmla="*/ 116744 w 362309"/>
              <a:gd name="connsiteY46" fmla="*/ 205564 h 361971"/>
              <a:gd name="connsiteX47" fmla="*/ 110354 w 362309"/>
              <a:gd name="connsiteY47" fmla="*/ 192669 h 361971"/>
              <a:gd name="connsiteX48" fmla="*/ 109140 w 362309"/>
              <a:gd name="connsiteY48" fmla="*/ 192732 h 361971"/>
              <a:gd name="connsiteX49" fmla="*/ 108629 w 362309"/>
              <a:gd name="connsiteY49" fmla="*/ 193690 h 361971"/>
              <a:gd name="connsiteX50" fmla="*/ 108629 w 362309"/>
              <a:gd name="connsiteY50" fmla="*/ 231738 h 361971"/>
              <a:gd name="connsiteX51" fmla="*/ 118981 w 362309"/>
              <a:gd name="connsiteY51" fmla="*/ 255040 h 361971"/>
              <a:gd name="connsiteX52" fmla="*/ 134828 w 362309"/>
              <a:gd name="connsiteY52" fmla="*/ 284087 h 361971"/>
              <a:gd name="connsiteX53" fmla="*/ 134828 w 362309"/>
              <a:gd name="connsiteY53" fmla="*/ 299792 h 361971"/>
              <a:gd name="connsiteX54" fmla="*/ 128438 w 362309"/>
              <a:gd name="connsiteY54" fmla="*/ 306176 h 361971"/>
              <a:gd name="connsiteX55" fmla="*/ 122048 w 362309"/>
              <a:gd name="connsiteY55" fmla="*/ 299792 h 361971"/>
              <a:gd name="connsiteX56" fmla="*/ 122048 w 362309"/>
              <a:gd name="connsiteY56" fmla="*/ 284087 h 361971"/>
              <a:gd name="connsiteX57" fmla="*/ 110546 w 362309"/>
              <a:gd name="connsiteY57" fmla="*/ 264616 h 361971"/>
              <a:gd name="connsiteX58" fmla="*/ 95849 w 362309"/>
              <a:gd name="connsiteY58" fmla="*/ 231738 h 361971"/>
              <a:gd name="connsiteX59" fmla="*/ 95849 w 362309"/>
              <a:gd name="connsiteY59" fmla="*/ 193690 h 361971"/>
              <a:gd name="connsiteX60" fmla="*/ 102430 w 362309"/>
              <a:gd name="connsiteY60" fmla="*/ 181880 h 361971"/>
              <a:gd name="connsiteX61" fmla="*/ 116105 w 362309"/>
              <a:gd name="connsiteY61" fmla="*/ 181241 h 361971"/>
              <a:gd name="connsiteX62" fmla="*/ 116872 w 362309"/>
              <a:gd name="connsiteY62" fmla="*/ 181688 h 361971"/>
              <a:gd name="connsiteX63" fmla="*/ 116872 w 362309"/>
              <a:gd name="connsiteY63" fmla="*/ 142746 h 361971"/>
              <a:gd name="connsiteX64" fmla="*/ 121792 w 362309"/>
              <a:gd name="connsiteY64" fmla="*/ 130935 h 361971"/>
              <a:gd name="connsiteX65" fmla="*/ 133741 w 362309"/>
              <a:gd name="connsiteY65" fmla="*/ 125892 h 361971"/>
              <a:gd name="connsiteX66" fmla="*/ 150611 w 362309"/>
              <a:gd name="connsiteY66" fmla="*/ 142746 h 361971"/>
              <a:gd name="connsiteX67" fmla="*/ 150611 w 362309"/>
              <a:gd name="connsiteY67" fmla="*/ 157876 h 361971"/>
              <a:gd name="connsiteX68" fmla="*/ 154700 w 362309"/>
              <a:gd name="connsiteY68" fmla="*/ 157301 h 361971"/>
              <a:gd name="connsiteX69" fmla="*/ 170547 w 362309"/>
              <a:gd name="connsiteY69" fmla="*/ 168665 h 361971"/>
              <a:gd name="connsiteX70" fmla="*/ 175659 w 362309"/>
              <a:gd name="connsiteY70" fmla="*/ 167771 h 361971"/>
              <a:gd name="connsiteX71" fmla="*/ 191506 w 362309"/>
              <a:gd name="connsiteY71" fmla="*/ 179135 h 361971"/>
              <a:gd name="connsiteX72" fmla="*/ 196618 w 362309"/>
              <a:gd name="connsiteY72" fmla="*/ 178241 h 361971"/>
              <a:gd name="connsiteX73" fmla="*/ 213488 w 362309"/>
              <a:gd name="connsiteY73" fmla="*/ 195094 h 361971"/>
              <a:gd name="connsiteX74" fmla="*/ 213360 w 362309"/>
              <a:gd name="connsiteY74" fmla="*/ 241059 h 361971"/>
              <a:gd name="connsiteX75" fmla="*/ 264671 w 362309"/>
              <a:gd name="connsiteY75" fmla="*/ 115997 h 361971"/>
              <a:gd name="connsiteX76" fmla="*/ 248185 w 362309"/>
              <a:gd name="connsiteY76" fmla="*/ 132468 h 361971"/>
              <a:gd name="connsiteX77" fmla="*/ 243648 w 362309"/>
              <a:gd name="connsiteY77" fmla="*/ 134319 h 361971"/>
              <a:gd name="connsiteX78" fmla="*/ 239111 w 362309"/>
              <a:gd name="connsiteY78" fmla="*/ 132468 h 361971"/>
              <a:gd name="connsiteX79" fmla="*/ 239111 w 362309"/>
              <a:gd name="connsiteY79" fmla="*/ 123466 h 361971"/>
              <a:gd name="connsiteX80" fmla="*/ 244671 w 362309"/>
              <a:gd name="connsiteY80" fmla="*/ 117912 h 361971"/>
              <a:gd name="connsiteX81" fmla="*/ 217066 w 362309"/>
              <a:gd name="connsiteY81" fmla="*/ 117912 h 361971"/>
              <a:gd name="connsiteX82" fmla="*/ 217066 w 362309"/>
              <a:gd name="connsiteY82" fmla="*/ 145491 h 361971"/>
              <a:gd name="connsiteX83" fmla="*/ 222625 w 362309"/>
              <a:gd name="connsiteY83" fmla="*/ 139937 h 361971"/>
              <a:gd name="connsiteX84" fmla="*/ 231635 w 362309"/>
              <a:gd name="connsiteY84" fmla="*/ 139937 h 361971"/>
              <a:gd name="connsiteX85" fmla="*/ 231635 w 362309"/>
              <a:gd name="connsiteY85" fmla="*/ 148938 h 361971"/>
              <a:gd name="connsiteX86" fmla="*/ 215149 w 362309"/>
              <a:gd name="connsiteY86" fmla="*/ 165409 h 361971"/>
              <a:gd name="connsiteX87" fmla="*/ 213040 w 362309"/>
              <a:gd name="connsiteY87" fmla="*/ 166813 h 361971"/>
              <a:gd name="connsiteX88" fmla="*/ 210612 w 362309"/>
              <a:gd name="connsiteY88" fmla="*/ 167324 h 361971"/>
              <a:gd name="connsiteX89" fmla="*/ 208184 w 362309"/>
              <a:gd name="connsiteY89" fmla="*/ 166813 h 361971"/>
              <a:gd name="connsiteX90" fmla="*/ 206075 w 362309"/>
              <a:gd name="connsiteY90" fmla="*/ 165409 h 361971"/>
              <a:gd name="connsiteX91" fmla="*/ 189589 w 362309"/>
              <a:gd name="connsiteY91" fmla="*/ 148938 h 361971"/>
              <a:gd name="connsiteX92" fmla="*/ 189589 w 362309"/>
              <a:gd name="connsiteY92" fmla="*/ 139937 h 361971"/>
              <a:gd name="connsiteX93" fmla="*/ 198599 w 362309"/>
              <a:gd name="connsiteY93" fmla="*/ 139937 h 361971"/>
              <a:gd name="connsiteX94" fmla="*/ 204159 w 362309"/>
              <a:gd name="connsiteY94" fmla="*/ 145491 h 361971"/>
              <a:gd name="connsiteX95" fmla="*/ 204159 w 362309"/>
              <a:gd name="connsiteY95" fmla="*/ 117912 h 361971"/>
              <a:gd name="connsiteX96" fmla="*/ 176554 w 362309"/>
              <a:gd name="connsiteY96" fmla="*/ 117912 h 361971"/>
              <a:gd name="connsiteX97" fmla="*/ 182113 w 362309"/>
              <a:gd name="connsiteY97" fmla="*/ 123466 h 361971"/>
              <a:gd name="connsiteX98" fmla="*/ 182113 w 362309"/>
              <a:gd name="connsiteY98" fmla="*/ 132468 h 361971"/>
              <a:gd name="connsiteX99" fmla="*/ 177576 w 362309"/>
              <a:gd name="connsiteY99" fmla="*/ 134319 h 361971"/>
              <a:gd name="connsiteX100" fmla="*/ 173040 w 362309"/>
              <a:gd name="connsiteY100" fmla="*/ 132468 h 361971"/>
              <a:gd name="connsiteX101" fmla="*/ 156553 w 362309"/>
              <a:gd name="connsiteY101" fmla="*/ 115997 h 361971"/>
              <a:gd name="connsiteX102" fmla="*/ 155147 w 362309"/>
              <a:gd name="connsiteY102" fmla="*/ 113954 h 361971"/>
              <a:gd name="connsiteX103" fmla="*/ 154637 w 362309"/>
              <a:gd name="connsiteY103" fmla="*/ 111528 h 361971"/>
              <a:gd name="connsiteX104" fmla="*/ 155147 w 362309"/>
              <a:gd name="connsiteY104" fmla="*/ 109038 h 361971"/>
              <a:gd name="connsiteX105" fmla="*/ 156553 w 362309"/>
              <a:gd name="connsiteY105" fmla="*/ 106995 h 361971"/>
              <a:gd name="connsiteX106" fmla="*/ 173040 w 362309"/>
              <a:gd name="connsiteY106" fmla="*/ 90525 h 361971"/>
              <a:gd name="connsiteX107" fmla="*/ 182049 w 362309"/>
              <a:gd name="connsiteY107" fmla="*/ 90525 h 361971"/>
              <a:gd name="connsiteX108" fmla="*/ 182049 w 362309"/>
              <a:gd name="connsiteY108" fmla="*/ 99526 h 361971"/>
              <a:gd name="connsiteX109" fmla="*/ 176490 w 362309"/>
              <a:gd name="connsiteY109" fmla="*/ 105080 h 361971"/>
              <a:gd name="connsiteX110" fmla="*/ 204095 w 362309"/>
              <a:gd name="connsiteY110" fmla="*/ 105080 h 361971"/>
              <a:gd name="connsiteX111" fmla="*/ 204095 w 362309"/>
              <a:gd name="connsiteY111" fmla="*/ 77501 h 361971"/>
              <a:gd name="connsiteX112" fmla="*/ 198535 w 362309"/>
              <a:gd name="connsiteY112" fmla="*/ 83055 h 361971"/>
              <a:gd name="connsiteX113" fmla="*/ 189525 w 362309"/>
              <a:gd name="connsiteY113" fmla="*/ 83055 h 361971"/>
              <a:gd name="connsiteX114" fmla="*/ 189525 w 362309"/>
              <a:gd name="connsiteY114" fmla="*/ 74054 h 361971"/>
              <a:gd name="connsiteX115" fmla="*/ 206012 w 362309"/>
              <a:gd name="connsiteY115" fmla="*/ 57583 h 361971"/>
              <a:gd name="connsiteX116" fmla="*/ 208120 w 362309"/>
              <a:gd name="connsiteY116" fmla="*/ 56179 h 361971"/>
              <a:gd name="connsiteX117" fmla="*/ 212977 w 362309"/>
              <a:gd name="connsiteY117" fmla="*/ 56179 h 361971"/>
              <a:gd name="connsiteX118" fmla="*/ 215085 w 362309"/>
              <a:gd name="connsiteY118" fmla="*/ 57583 h 361971"/>
              <a:gd name="connsiteX119" fmla="*/ 231571 w 362309"/>
              <a:gd name="connsiteY119" fmla="*/ 74054 h 361971"/>
              <a:gd name="connsiteX120" fmla="*/ 231571 w 362309"/>
              <a:gd name="connsiteY120" fmla="*/ 83055 h 361971"/>
              <a:gd name="connsiteX121" fmla="*/ 227034 w 362309"/>
              <a:gd name="connsiteY121" fmla="*/ 84907 h 361971"/>
              <a:gd name="connsiteX122" fmla="*/ 222498 w 362309"/>
              <a:gd name="connsiteY122" fmla="*/ 83055 h 361971"/>
              <a:gd name="connsiteX123" fmla="*/ 216938 w 362309"/>
              <a:gd name="connsiteY123" fmla="*/ 77501 h 361971"/>
              <a:gd name="connsiteX124" fmla="*/ 216938 w 362309"/>
              <a:gd name="connsiteY124" fmla="*/ 105080 h 361971"/>
              <a:gd name="connsiteX125" fmla="*/ 244543 w 362309"/>
              <a:gd name="connsiteY125" fmla="*/ 105080 h 361971"/>
              <a:gd name="connsiteX126" fmla="*/ 238983 w 362309"/>
              <a:gd name="connsiteY126" fmla="*/ 99526 h 361971"/>
              <a:gd name="connsiteX127" fmla="*/ 238983 w 362309"/>
              <a:gd name="connsiteY127" fmla="*/ 90525 h 361971"/>
              <a:gd name="connsiteX128" fmla="*/ 247993 w 362309"/>
              <a:gd name="connsiteY128" fmla="*/ 90525 h 361971"/>
              <a:gd name="connsiteX129" fmla="*/ 264480 w 362309"/>
              <a:gd name="connsiteY129" fmla="*/ 106995 h 361971"/>
              <a:gd name="connsiteX130" fmla="*/ 265885 w 362309"/>
              <a:gd name="connsiteY130" fmla="*/ 109038 h 361971"/>
              <a:gd name="connsiteX131" fmla="*/ 266397 w 362309"/>
              <a:gd name="connsiteY131" fmla="*/ 111528 h 361971"/>
              <a:gd name="connsiteX132" fmla="*/ 265885 w 362309"/>
              <a:gd name="connsiteY132" fmla="*/ 113954 h 361971"/>
              <a:gd name="connsiteX133" fmla="*/ 264671 w 362309"/>
              <a:gd name="connsiteY133" fmla="*/ 11599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362309" h="361971">
                <a:moveTo>
                  <a:pt x="181155" y="0"/>
                </a:moveTo>
                <a:cubicBezTo>
                  <a:pt x="81088" y="0"/>
                  <a:pt x="0" y="81012"/>
                  <a:pt x="0" y="180986"/>
                </a:cubicBezTo>
                <a:cubicBezTo>
                  <a:pt x="0" y="280959"/>
                  <a:pt x="81088" y="361971"/>
                  <a:pt x="181155" y="361971"/>
                </a:cubicBezTo>
                <a:cubicBezTo>
                  <a:pt x="281221" y="361971"/>
                  <a:pt x="362310" y="280959"/>
                  <a:pt x="362310" y="180986"/>
                </a:cubicBezTo>
                <a:cubicBezTo>
                  <a:pt x="362310" y="81012"/>
                  <a:pt x="281221" y="0"/>
                  <a:pt x="181155" y="0"/>
                </a:cubicBezTo>
                <a:close/>
                <a:moveTo>
                  <a:pt x="213360" y="241059"/>
                </a:moveTo>
                <a:cubicBezTo>
                  <a:pt x="213360" y="248464"/>
                  <a:pt x="211443" y="255487"/>
                  <a:pt x="207864" y="261552"/>
                </a:cubicBezTo>
                <a:cubicBezTo>
                  <a:pt x="202881" y="269787"/>
                  <a:pt x="202881" y="271191"/>
                  <a:pt x="202881" y="278852"/>
                </a:cubicBezTo>
                <a:lnTo>
                  <a:pt x="202881" y="299792"/>
                </a:lnTo>
                <a:cubicBezTo>
                  <a:pt x="202881" y="303303"/>
                  <a:pt x="200005" y="306176"/>
                  <a:pt x="196491" y="306176"/>
                </a:cubicBezTo>
                <a:cubicBezTo>
                  <a:pt x="192976" y="306176"/>
                  <a:pt x="190101" y="303303"/>
                  <a:pt x="190101" y="299792"/>
                </a:cubicBezTo>
                <a:lnTo>
                  <a:pt x="190101" y="278852"/>
                </a:lnTo>
                <a:cubicBezTo>
                  <a:pt x="190101" y="269468"/>
                  <a:pt x="190420" y="265701"/>
                  <a:pt x="196874" y="254976"/>
                </a:cubicBezTo>
                <a:cubicBezTo>
                  <a:pt x="199302" y="250954"/>
                  <a:pt x="200580" y="246102"/>
                  <a:pt x="200580" y="241059"/>
                </a:cubicBezTo>
                <a:lnTo>
                  <a:pt x="200580" y="195094"/>
                </a:lnTo>
                <a:cubicBezTo>
                  <a:pt x="200580" y="192477"/>
                  <a:pt x="198152" y="191009"/>
                  <a:pt x="196491" y="191009"/>
                </a:cubicBezTo>
                <a:cubicBezTo>
                  <a:pt x="195468" y="191009"/>
                  <a:pt x="194382" y="191519"/>
                  <a:pt x="193551" y="192286"/>
                </a:cubicBezTo>
                <a:cubicBezTo>
                  <a:pt x="192784" y="193052"/>
                  <a:pt x="192401" y="194009"/>
                  <a:pt x="192401" y="195094"/>
                </a:cubicBezTo>
                <a:lnTo>
                  <a:pt x="192401" y="208565"/>
                </a:lnTo>
                <a:cubicBezTo>
                  <a:pt x="192401" y="212076"/>
                  <a:pt x="189525" y="214949"/>
                  <a:pt x="186011" y="214949"/>
                </a:cubicBezTo>
                <a:cubicBezTo>
                  <a:pt x="182497" y="214949"/>
                  <a:pt x="179621" y="212076"/>
                  <a:pt x="179621" y="208565"/>
                </a:cubicBezTo>
                <a:lnTo>
                  <a:pt x="179621" y="184689"/>
                </a:lnTo>
                <a:cubicBezTo>
                  <a:pt x="179621" y="182071"/>
                  <a:pt x="177193" y="180603"/>
                  <a:pt x="175531" y="180603"/>
                </a:cubicBezTo>
                <a:cubicBezTo>
                  <a:pt x="174509" y="180603"/>
                  <a:pt x="173423" y="181114"/>
                  <a:pt x="172592" y="181880"/>
                </a:cubicBezTo>
                <a:cubicBezTo>
                  <a:pt x="171826" y="182646"/>
                  <a:pt x="171442" y="183603"/>
                  <a:pt x="171442" y="184625"/>
                </a:cubicBezTo>
                <a:lnTo>
                  <a:pt x="171442" y="200329"/>
                </a:lnTo>
                <a:cubicBezTo>
                  <a:pt x="171442" y="203841"/>
                  <a:pt x="168567" y="206713"/>
                  <a:pt x="165052" y="206713"/>
                </a:cubicBezTo>
                <a:cubicBezTo>
                  <a:pt x="161537" y="206713"/>
                  <a:pt x="158662" y="203841"/>
                  <a:pt x="158662" y="200329"/>
                </a:cubicBezTo>
                <a:lnTo>
                  <a:pt x="158662" y="184625"/>
                </a:lnTo>
                <a:cubicBezTo>
                  <a:pt x="158662" y="184625"/>
                  <a:pt x="158662" y="184625"/>
                  <a:pt x="158662" y="184625"/>
                </a:cubicBezTo>
                <a:cubicBezTo>
                  <a:pt x="158662" y="184625"/>
                  <a:pt x="158662" y="184625"/>
                  <a:pt x="158662" y="184625"/>
                </a:cubicBezTo>
                <a:lnTo>
                  <a:pt x="158662" y="174155"/>
                </a:lnTo>
                <a:cubicBezTo>
                  <a:pt x="158662" y="171538"/>
                  <a:pt x="156234" y="170069"/>
                  <a:pt x="154573" y="170069"/>
                </a:cubicBezTo>
                <a:cubicBezTo>
                  <a:pt x="153550" y="170069"/>
                  <a:pt x="152464" y="170580"/>
                  <a:pt x="151633" y="171346"/>
                </a:cubicBezTo>
                <a:cubicBezTo>
                  <a:pt x="150866" y="172112"/>
                  <a:pt x="150483" y="173070"/>
                  <a:pt x="150483" y="174155"/>
                </a:cubicBezTo>
                <a:lnTo>
                  <a:pt x="150483" y="195094"/>
                </a:lnTo>
                <a:cubicBezTo>
                  <a:pt x="150483" y="198606"/>
                  <a:pt x="147607" y="201478"/>
                  <a:pt x="144093" y="201478"/>
                </a:cubicBezTo>
                <a:cubicBezTo>
                  <a:pt x="140579" y="201478"/>
                  <a:pt x="137703" y="198606"/>
                  <a:pt x="137703" y="195094"/>
                </a:cubicBezTo>
                <a:lnTo>
                  <a:pt x="137703" y="174155"/>
                </a:lnTo>
                <a:lnTo>
                  <a:pt x="137703" y="142746"/>
                </a:lnTo>
                <a:cubicBezTo>
                  <a:pt x="137703" y="140128"/>
                  <a:pt x="135275" y="138660"/>
                  <a:pt x="133613" y="138660"/>
                </a:cubicBezTo>
                <a:cubicBezTo>
                  <a:pt x="132591" y="138660"/>
                  <a:pt x="131505" y="139171"/>
                  <a:pt x="130674" y="139937"/>
                </a:cubicBezTo>
                <a:cubicBezTo>
                  <a:pt x="129908" y="140703"/>
                  <a:pt x="129524" y="141660"/>
                  <a:pt x="129524" y="142746"/>
                </a:cubicBezTo>
                <a:lnTo>
                  <a:pt x="129524" y="216034"/>
                </a:lnTo>
                <a:cubicBezTo>
                  <a:pt x="129524" y="219545"/>
                  <a:pt x="126649" y="222418"/>
                  <a:pt x="123134" y="222418"/>
                </a:cubicBezTo>
                <a:cubicBezTo>
                  <a:pt x="119619" y="222418"/>
                  <a:pt x="116744" y="219545"/>
                  <a:pt x="116744" y="216034"/>
                </a:cubicBezTo>
                <a:lnTo>
                  <a:pt x="116744" y="205564"/>
                </a:lnTo>
                <a:cubicBezTo>
                  <a:pt x="116744" y="201159"/>
                  <a:pt x="115658" y="195350"/>
                  <a:pt x="110354" y="192669"/>
                </a:cubicBezTo>
                <a:cubicBezTo>
                  <a:pt x="109843" y="192413"/>
                  <a:pt x="109396" y="192541"/>
                  <a:pt x="109140" y="192732"/>
                </a:cubicBezTo>
                <a:cubicBezTo>
                  <a:pt x="108629" y="193052"/>
                  <a:pt x="108629" y="193562"/>
                  <a:pt x="108629" y="193690"/>
                </a:cubicBezTo>
                <a:lnTo>
                  <a:pt x="108629" y="231738"/>
                </a:lnTo>
                <a:cubicBezTo>
                  <a:pt x="108629" y="244953"/>
                  <a:pt x="116552" y="252869"/>
                  <a:pt x="118981" y="255040"/>
                </a:cubicBezTo>
                <a:cubicBezTo>
                  <a:pt x="126009" y="261232"/>
                  <a:pt x="134828" y="268893"/>
                  <a:pt x="134828" y="284087"/>
                </a:cubicBezTo>
                <a:lnTo>
                  <a:pt x="134828" y="299792"/>
                </a:lnTo>
                <a:cubicBezTo>
                  <a:pt x="134828" y="303303"/>
                  <a:pt x="131952" y="306176"/>
                  <a:pt x="128438" y="306176"/>
                </a:cubicBezTo>
                <a:cubicBezTo>
                  <a:pt x="124923" y="306176"/>
                  <a:pt x="122048" y="303303"/>
                  <a:pt x="122048" y="299792"/>
                </a:cubicBezTo>
                <a:lnTo>
                  <a:pt x="122048" y="284087"/>
                </a:lnTo>
                <a:cubicBezTo>
                  <a:pt x="122048" y="275149"/>
                  <a:pt x="117703" y="270872"/>
                  <a:pt x="110546" y="264616"/>
                </a:cubicBezTo>
                <a:cubicBezTo>
                  <a:pt x="101344" y="256572"/>
                  <a:pt x="95849" y="244251"/>
                  <a:pt x="95849" y="231738"/>
                </a:cubicBezTo>
                <a:lnTo>
                  <a:pt x="95849" y="193690"/>
                </a:lnTo>
                <a:cubicBezTo>
                  <a:pt x="95849" y="188838"/>
                  <a:pt x="98277" y="184433"/>
                  <a:pt x="102430" y="181880"/>
                </a:cubicBezTo>
                <a:cubicBezTo>
                  <a:pt x="106584" y="179326"/>
                  <a:pt x="111696" y="179071"/>
                  <a:pt x="116105" y="181241"/>
                </a:cubicBezTo>
                <a:cubicBezTo>
                  <a:pt x="116361" y="181369"/>
                  <a:pt x="116616" y="181560"/>
                  <a:pt x="116872" y="181688"/>
                </a:cubicBezTo>
                <a:lnTo>
                  <a:pt x="116872" y="142746"/>
                </a:lnTo>
                <a:cubicBezTo>
                  <a:pt x="116872" y="138277"/>
                  <a:pt x="118597" y="134127"/>
                  <a:pt x="121792" y="130935"/>
                </a:cubicBezTo>
                <a:cubicBezTo>
                  <a:pt x="124987" y="127743"/>
                  <a:pt x="129332" y="125892"/>
                  <a:pt x="133741" y="125892"/>
                </a:cubicBezTo>
                <a:cubicBezTo>
                  <a:pt x="143071" y="125892"/>
                  <a:pt x="150611" y="133425"/>
                  <a:pt x="150611" y="142746"/>
                </a:cubicBezTo>
                <a:lnTo>
                  <a:pt x="150611" y="157876"/>
                </a:lnTo>
                <a:cubicBezTo>
                  <a:pt x="151953" y="157557"/>
                  <a:pt x="153295" y="157301"/>
                  <a:pt x="154700" y="157301"/>
                </a:cubicBezTo>
                <a:cubicBezTo>
                  <a:pt x="162049" y="157301"/>
                  <a:pt x="168311" y="162089"/>
                  <a:pt x="170547" y="168665"/>
                </a:cubicBezTo>
                <a:cubicBezTo>
                  <a:pt x="172209" y="168154"/>
                  <a:pt x="173870" y="167771"/>
                  <a:pt x="175659" y="167771"/>
                </a:cubicBezTo>
                <a:cubicBezTo>
                  <a:pt x="183008" y="167771"/>
                  <a:pt x="189206" y="172559"/>
                  <a:pt x="191506" y="179135"/>
                </a:cubicBezTo>
                <a:cubicBezTo>
                  <a:pt x="193168" y="178624"/>
                  <a:pt x="194829" y="178241"/>
                  <a:pt x="196618" y="178241"/>
                </a:cubicBezTo>
                <a:cubicBezTo>
                  <a:pt x="205948" y="178241"/>
                  <a:pt x="213488" y="185774"/>
                  <a:pt x="213488" y="195094"/>
                </a:cubicBezTo>
                <a:lnTo>
                  <a:pt x="213360" y="241059"/>
                </a:lnTo>
                <a:close/>
                <a:moveTo>
                  <a:pt x="264671" y="115997"/>
                </a:moveTo>
                <a:lnTo>
                  <a:pt x="248185" y="132468"/>
                </a:lnTo>
                <a:cubicBezTo>
                  <a:pt x="246907" y="133744"/>
                  <a:pt x="245310" y="134319"/>
                  <a:pt x="243648" y="134319"/>
                </a:cubicBezTo>
                <a:cubicBezTo>
                  <a:pt x="241987" y="134319"/>
                  <a:pt x="240389" y="133680"/>
                  <a:pt x="239111" y="132468"/>
                </a:cubicBezTo>
                <a:cubicBezTo>
                  <a:pt x="236619" y="129978"/>
                  <a:pt x="236619" y="125956"/>
                  <a:pt x="239111" y="123466"/>
                </a:cubicBezTo>
                <a:lnTo>
                  <a:pt x="244671" y="117912"/>
                </a:lnTo>
                <a:lnTo>
                  <a:pt x="217066" y="117912"/>
                </a:lnTo>
                <a:lnTo>
                  <a:pt x="217066" y="145491"/>
                </a:lnTo>
                <a:lnTo>
                  <a:pt x="222625" y="139937"/>
                </a:lnTo>
                <a:cubicBezTo>
                  <a:pt x="225117" y="137447"/>
                  <a:pt x="229143" y="137447"/>
                  <a:pt x="231635" y="139937"/>
                </a:cubicBezTo>
                <a:cubicBezTo>
                  <a:pt x="234127" y="142427"/>
                  <a:pt x="234127" y="146448"/>
                  <a:pt x="231635" y="148938"/>
                </a:cubicBezTo>
                <a:lnTo>
                  <a:pt x="215149" y="165409"/>
                </a:lnTo>
                <a:cubicBezTo>
                  <a:pt x="214574" y="165984"/>
                  <a:pt x="213871" y="166494"/>
                  <a:pt x="213040" y="166813"/>
                </a:cubicBezTo>
                <a:cubicBezTo>
                  <a:pt x="212274" y="167133"/>
                  <a:pt x="211443" y="167324"/>
                  <a:pt x="210612" y="167324"/>
                </a:cubicBezTo>
                <a:cubicBezTo>
                  <a:pt x="209782" y="167324"/>
                  <a:pt x="208951" y="167133"/>
                  <a:pt x="208184" y="166813"/>
                </a:cubicBezTo>
                <a:cubicBezTo>
                  <a:pt x="207417" y="166494"/>
                  <a:pt x="206714" y="166047"/>
                  <a:pt x="206075" y="165409"/>
                </a:cubicBezTo>
                <a:lnTo>
                  <a:pt x="189589" y="148938"/>
                </a:lnTo>
                <a:cubicBezTo>
                  <a:pt x="187097" y="146448"/>
                  <a:pt x="187097" y="142427"/>
                  <a:pt x="189589" y="139937"/>
                </a:cubicBezTo>
                <a:cubicBezTo>
                  <a:pt x="192082" y="137447"/>
                  <a:pt x="196107" y="137447"/>
                  <a:pt x="198599" y="139937"/>
                </a:cubicBezTo>
                <a:lnTo>
                  <a:pt x="204159" y="145491"/>
                </a:lnTo>
                <a:lnTo>
                  <a:pt x="204159" y="117912"/>
                </a:lnTo>
                <a:lnTo>
                  <a:pt x="176554" y="117912"/>
                </a:lnTo>
                <a:lnTo>
                  <a:pt x="182113" y="123466"/>
                </a:lnTo>
                <a:cubicBezTo>
                  <a:pt x="184605" y="125956"/>
                  <a:pt x="184605" y="129978"/>
                  <a:pt x="182113" y="132468"/>
                </a:cubicBezTo>
                <a:cubicBezTo>
                  <a:pt x="180835" y="133744"/>
                  <a:pt x="179238" y="134319"/>
                  <a:pt x="177576" y="134319"/>
                </a:cubicBezTo>
                <a:cubicBezTo>
                  <a:pt x="175915" y="134319"/>
                  <a:pt x="174317" y="133680"/>
                  <a:pt x="173040" y="132468"/>
                </a:cubicBezTo>
                <a:lnTo>
                  <a:pt x="156553" y="115997"/>
                </a:lnTo>
                <a:cubicBezTo>
                  <a:pt x="155978" y="115422"/>
                  <a:pt x="155467" y="114720"/>
                  <a:pt x="155147" y="113954"/>
                </a:cubicBezTo>
                <a:cubicBezTo>
                  <a:pt x="154828" y="113188"/>
                  <a:pt x="154637" y="112358"/>
                  <a:pt x="154637" y="111528"/>
                </a:cubicBezTo>
                <a:cubicBezTo>
                  <a:pt x="154637" y="110698"/>
                  <a:pt x="154828" y="109868"/>
                  <a:pt x="155147" y="109038"/>
                </a:cubicBezTo>
                <a:cubicBezTo>
                  <a:pt x="155467" y="108272"/>
                  <a:pt x="155914" y="107570"/>
                  <a:pt x="156553" y="106995"/>
                </a:cubicBezTo>
                <a:lnTo>
                  <a:pt x="173040" y="90525"/>
                </a:lnTo>
                <a:cubicBezTo>
                  <a:pt x="175531" y="88035"/>
                  <a:pt x="179557" y="88035"/>
                  <a:pt x="182049" y="90525"/>
                </a:cubicBezTo>
                <a:cubicBezTo>
                  <a:pt x="184541" y="93014"/>
                  <a:pt x="184541" y="97036"/>
                  <a:pt x="182049" y="99526"/>
                </a:cubicBezTo>
                <a:lnTo>
                  <a:pt x="176490" y="105080"/>
                </a:lnTo>
                <a:lnTo>
                  <a:pt x="204095" y="105080"/>
                </a:lnTo>
                <a:lnTo>
                  <a:pt x="204095" y="77501"/>
                </a:lnTo>
                <a:lnTo>
                  <a:pt x="198535" y="83055"/>
                </a:lnTo>
                <a:cubicBezTo>
                  <a:pt x="196043" y="85545"/>
                  <a:pt x="192018" y="85545"/>
                  <a:pt x="189525" y="83055"/>
                </a:cubicBezTo>
                <a:cubicBezTo>
                  <a:pt x="187034" y="80566"/>
                  <a:pt x="187034" y="76544"/>
                  <a:pt x="189525" y="74054"/>
                </a:cubicBezTo>
                <a:lnTo>
                  <a:pt x="206012" y="57583"/>
                </a:lnTo>
                <a:cubicBezTo>
                  <a:pt x="206587" y="57009"/>
                  <a:pt x="207290" y="56498"/>
                  <a:pt x="208120" y="56179"/>
                </a:cubicBezTo>
                <a:cubicBezTo>
                  <a:pt x="209654" y="55540"/>
                  <a:pt x="211443" y="55540"/>
                  <a:pt x="212977" y="56179"/>
                </a:cubicBezTo>
                <a:cubicBezTo>
                  <a:pt x="213743" y="56498"/>
                  <a:pt x="214446" y="56945"/>
                  <a:pt x="215085" y="57583"/>
                </a:cubicBezTo>
                <a:lnTo>
                  <a:pt x="231571" y="74054"/>
                </a:lnTo>
                <a:cubicBezTo>
                  <a:pt x="234063" y="76544"/>
                  <a:pt x="234063" y="80566"/>
                  <a:pt x="231571" y="83055"/>
                </a:cubicBezTo>
                <a:cubicBezTo>
                  <a:pt x="230293" y="84332"/>
                  <a:pt x="228696" y="84907"/>
                  <a:pt x="227034" y="84907"/>
                </a:cubicBezTo>
                <a:cubicBezTo>
                  <a:pt x="225373" y="84907"/>
                  <a:pt x="223776" y="84268"/>
                  <a:pt x="222498" y="83055"/>
                </a:cubicBezTo>
                <a:lnTo>
                  <a:pt x="216938" y="77501"/>
                </a:lnTo>
                <a:lnTo>
                  <a:pt x="216938" y="105080"/>
                </a:lnTo>
                <a:lnTo>
                  <a:pt x="244543" y="105080"/>
                </a:lnTo>
                <a:lnTo>
                  <a:pt x="238983" y="99526"/>
                </a:lnTo>
                <a:cubicBezTo>
                  <a:pt x="236492" y="97036"/>
                  <a:pt x="236492" y="93014"/>
                  <a:pt x="238983" y="90525"/>
                </a:cubicBezTo>
                <a:cubicBezTo>
                  <a:pt x="241476" y="88035"/>
                  <a:pt x="245501" y="88035"/>
                  <a:pt x="247993" y="90525"/>
                </a:cubicBezTo>
                <a:lnTo>
                  <a:pt x="264480" y="106995"/>
                </a:lnTo>
                <a:cubicBezTo>
                  <a:pt x="265054" y="107570"/>
                  <a:pt x="265566" y="108272"/>
                  <a:pt x="265885" y="109038"/>
                </a:cubicBezTo>
                <a:cubicBezTo>
                  <a:pt x="266205" y="109804"/>
                  <a:pt x="266397" y="110634"/>
                  <a:pt x="266397" y="111528"/>
                </a:cubicBezTo>
                <a:cubicBezTo>
                  <a:pt x="266397" y="112358"/>
                  <a:pt x="266205" y="113188"/>
                  <a:pt x="265885" y="113954"/>
                </a:cubicBezTo>
                <a:cubicBezTo>
                  <a:pt x="265694" y="114720"/>
                  <a:pt x="265246" y="115422"/>
                  <a:pt x="264671" y="115997"/>
                </a:cubicBezTo>
                <a:close/>
              </a:path>
            </a:pathLst>
          </a:custGeom>
          <a:solidFill>
            <a:srgbClr val="00A3E0"/>
          </a:solidFill>
          <a:ln w="6390" cap="flat">
            <a:noFill/>
            <a:prstDash val="solid"/>
            <a:miter/>
          </a:ln>
        </p:spPr>
        <p:txBody>
          <a:bodyPr rtlCol="0" anchor="ctr"/>
          <a:lstStyle/>
          <a:p>
            <a:endParaRPr lang="en-US"/>
          </a:p>
        </p:txBody>
      </p:sp>
      <p:sp>
        <p:nvSpPr>
          <p:cNvPr id="967" name="Graphic 4">
            <a:extLst>
              <a:ext uri="{FF2B5EF4-FFF2-40B4-BE49-F238E27FC236}">
                <a16:creationId xmlns:a16="http://schemas.microsoft.com/office/drawing/2014/main" id="{F33F2676-A2A9-8149-B7B9-6272D68624C9}"/>
              </a:ext>
            </a:extLst>
          </p:cNvPr>
          <p:cNvSpPr/>
          <p:nvPr/>
        </p:nvSpPr>
        <p:spPr>
          <a:xfrm>
            <a:off x="6146544" y="2855462"/>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226779 w 362309"/>
              <a:gd name="connsiteY5" fmla="*/ 98505 h 361971"/>
              <a:gd name="connsiteX6" fmla="*/ 249272 w 362309"/>
              <a:gd name="connsiteY6" fmla="*/ 76033 h 361971"/>
              <a:gd name="connsiteX7" fmla="*/ 242434 w 362309"/>
              <a:gd name="connsiteY7" fmla="*/ 76033 h 361971"/>
              <a:gd name="connsiteX8" fmla="*/ 236044 w 362309"/>
              <a:gd name="connsiteY8" fmla="*/ 69649 h 361971"/>
              <a:gd name="connsiteX9" fmla="*/ 242434 w 362309"/>
              <a:gd name="connsiteY9" fmla="*/ 63265 h 361971"/>
              <a:gd name="connsiteX10" fmla="*/ 264735 w 362309"/>
              <a:gd name="connsiteY10" fmla="*/ 63265 h 361971"/>
              <a:gd name="connsiteX11" fmla="*/ 267163 w 362309"/>
              <a:gd name="connsiteY11" fmla="*/ 63776 h 361971"/>
              <a:gd name="connsiteX12" fmla="*/ 270614 w 362309"/>
              <a:gd name="connsiteY12" fmla="*/ 67223 h 361971"/>
              <a:gd name="connsiteX13" fmla="*/ 271125 w 362309"/>
              <a:gd name="connsiteY13" fmla="*/ 69649 h 361971"/>
              <a:gd name="connsiteX14" fmla="*/ 271125 w 362309"/>
              <a:gd name="connsiteY14" fmla="*/ 91929 h 361971"/>
              <a:gd name="connsiteX15" fmla="*/ 264735 w 362309"/>
              <a:gd name="connsiteY15" fmla="*/ 98313 h 361971"/>
              <a:gd name="connsiteX16" fmla="*/ 258346 w 362309"/>
              <a:gd name="connsiteY16" fmla="*/ 91929 h 361971"/>
              <a:gd name="connsiteX17" fmla="*/ 258346 w 362309"/>
              <a:gd name="connsiteY17" fmla="*/ 85098 h 361971"/>
              <a:gd name="connsiteX18" fmla="*/ 235853 w 362309"/>
              <a:gd name="connsiteY18" fmla="*/ 107570 h 361971"/>
              <a:gd name="connsiteX19" fmla="*/ 231316 w 362309"/>
              <a:gd name="connsiteY19" fmla="*/ 109421 h 361971"/>
              <a:gd name="connsiteX20" fmla="*/ 226779 w 362309"/>
              <a:gd name="connsiteY20" fmla="*/ 107570 h 361971"/>
              <a:gd name="connsiteX21" fmla="*/ 226779 w 362309"/>
              <a:gd name="connsiteY21" fmla="*/ 98505 h 361971"/>
              <a:gd name="connsiteX22" fmla="*/ 124348 w 362309"/>
              <a:gd name="connsiteY22" fmla="*/ 230015 h 361971"/>
              <a:gd name="connsiteX23" fmla="*/ 101856 w 362309"/>
              <a:gd name="connsiteY23" fmla="*/ 252486 h 361971"/>
              <a:gd name="connsiteX24" fmla="*/ 108693 w 362309"/>
              <a:gd name="connsiteY24" fmla="*/ 252486 h 361971"/>
              <a:gd name="connsiteX25" fmla="*/ 115083 w 362309"/>
              <a:gd name="connsiteY25" fmla="*/ 258870 h 361971"/>
              <a:gd name="connsiteX26" fmla="*/ 108693 w 362309"/>
              <a:gd name="connsiteY26" fmla="*/ 265254 h 361971"/>
              <a:gd name="connsiteX27" fmla="*/ 86392 w 362309"/>
              <a:gd name="connsiteY27" fmla="*/ 265254 h 361971"/>
              <a:gd name="connsiteX28" fmla="*/ 83964 w 362309"/>
              <a:gd name="connsiteY28" fmla="*/ 264744 h 361971"/>
              <a:gd name="connsiteX29" fmla="*/ 80513 w 362309"/>
              <a:gd name="connsiteY29" fmla="*/ 261296 h 361971"/>
              <a:gd name="connsiteX30" fmla="*/ 80002 w 362309"/>
              <a:gd name="connsiteY30" fmla="*/ 258870 h 361971"/>
              <a:gd name="connsiteX31" fmla="*/ 80002 w 362309"/>
              <a:gd name="connsiteY31" fmla="*/ 236590 h 361971"/>
              <a:gd name="connsiteX32" fmla="*/ 86392 w 362309"/>
              <a:gd name="connsiteY32" fmla="*/ 230206 h 361971"/>
              <a:gd name="connsiteX33" fmla="*/ 92782 w 362309"/>
              <a:gd name="connsiteY33" fmla="*/ 236590 h 361971"/>
              <a:gd name="connsiteX34" fmla="*/ 92782 w 362309"/>
              <a:gd name="connsiteY34" fmla="*/ 243421 h 361971"/>
              <a:gd name="connsiteX35" fmla="*/ 115275 w 362309"/>
              <a:gd name="connsiteY35" fmla="*/ 220950 h 361971"/>
              <a:gd name="connsiteX36" fmla="*/ 124284 w 362309"/>
              <a:gd name="connsiteY36" fmla="*/ 220950 h 361971"/>
              <a:gd name="connsiteX37" fmla="*/ 124348 w 362309"/>
              <a:gd name="connsiteY37" fmla="*/ 230015 h 361971"/>
              <a:gd name="connsiteX38" fmla="*/ 282244 w 362309"/>
              <a:gd name="connsiteY38" fmla="*/ 229759 h 361971"/>
              <a:gd name="connsiteX39" fmla="*/ 276429 w 362309"/>
              <a:gd name="connsiteY39" fmla="*/ 251401 h 361971"/>
              <a:gd name="connsiteX40" fmla="*/ 271125 w 362309"/>
              <a:gd name="connsiteY40" fmla="*/ 269404 h 361971"/>
              <a:gd name="connsiteX41" fmla="*/ 271125 w 362309"/>
              <a:gd name="connsiteY41" fmla="*/ 292259 h 361971"/>
              <a:gd name="connsiteX42" fmla="*/ 264735 w 362309"/>
              <a:gd name="connsiteY42" fmla="*/ 298643 h 361971"/>
              <a:gd name="connsiteX43" fmla="*/ 258346 w 362309"/>
              <a:gd name="connsiteY43" fmla="*/ 292259 h 361971"/>
              <a:gd name="connsiteX44" fmla="*/ 258346 w 362309"/>
              <a:gd name="connsiteY44" fmla="*/ 269979 h 361971"/>
              <a:gd name="connsiteX45" fmla="*/ 265502 w 362309"/>
              <a:gd name="connsiteY45" fmla="*/ 244762 h 361971"/>
              <a:gd name="connsiteX46" fmla="*/ 269464 w 362309"/>
              <a:gd name="connsiteY46" fmla="*/ 229823 h 361971"/>
              <a:gd name="connsiteX47" fmla="*/ 269400 w 362309"/>
              <a:gd name="connsiteY47" fmla="*/ 219992 h 361971"/>
              <a:gd name="connsiteX48" fmla="*/ 269464 w 362309"/>
              <a:gd name="connsiteY48" fmla="*/ 180922 h 361971"/>
              <a:gd name="connsiteX49" fmla="*/ 264735 w 362309"/>
              <a:gd name="connsiteY49" fmla="*/ 176198 h 361971"/>
              <a:gd name="connsiteX50" fmla="*/ 261349 w 362309"/>
              <a:gd name="connsiteY50" fmla="*/ 177666 h 361971"/>
              <a:gd name="connsiteX51" fmla="*/ 260007 w 362309"/>
              <a:gd name="connsiteY51" fmla="*/ 180922 h 361971"/>
              <a:gd name="connsiteX52" fmla="*/ 260007 w 362309"/>
              <a:gd name="connsiteY52" fmla="*/ 181050 h 361971"/>
              <a:gd name="connsiteX53" fmla="*/ 260007 w 362309"/>
              <a:gd name="connsiteY53" fmla="*/ 195222 h 361971"/>
              <a:gd name="connsiteX54" fmla="*/ 253617 w 362309"/>
              <a:gd name="connsiteY54" fmla="*/ 201606 h 361971"/>
              <a:gd name="connsiteX55" fmla="*/ 253617 w 362309"/>
              <a:gd name="connsiteY55" fmla="*/ 201606 h 361971"/>
              <a:gd name="connsiteX56" fmla="*/ 247227 w 362309"/>
              <a:gd name="connsiteY56" fmla="*/ 195222 h 361971"/>
              <a:gd name="connsiteX57" fmla="*/ 247291 w 362309"/>
              <a:gd name="connsiteY57" fmla="*/ 169814 h 361971"/>
              <a:gd name="connsiteX58" fmla="*/ 242562 w 362309"/>
              <a:gd name="connsiteY58" fmla="*/ 165090 h 361971"/>
              <a:gd name="connsiteX59" fmla="*/ 239176 w 362309"/>
              <a:gd name="connsiteY59" fmla="*/ 166558 h 361971"/>
              <a:gd name="connsiteX60" fmla="*/ 237834 w 362309"/>
              <a:gd name="connsiteY60" fmla="*/ 169814 h 361971"/>
              <a:gd name="connsiteX61" fmla="*/ 237834 w 362309"/>
              <a:gd name="connsiteY61" fmla="*/ 186540 h 361971"/>
              <a:gd name="connsiteX62" fmla="*/ 231444 w 362309"/>
              <a:gd name="connsiteY62" fmla="*/ 192924 h 361971"/>
              <a:gd name="connsiteX63" fmla="*/ 225054 w 362309"/>
              <a:gd name="connsiteY63" fmla="*/ 186540 h 361971"/>
              <a:gd name="connsiteX64" fmla="*/ 225054 w 362309"/>
              <a:gd name="connsiteY64" fmla="*/ 169878 h 361971"/>
              <a:gd name="connsiteX65" fmla="*/ 225054 w 362309"/>
              <a:gd name="connsiteY65" fmla="*/ 169878 h 361971"/>
              <a:gd name="connsiteX66" fmla="*/ 225054 w 362309"/>
              <a:gd name="connsiteY66" fmla="*/ 169878 h 361971"/>
              <a:gd name="connsiteX67" fmla="*/ 225054 w 362309"/>
              <a:gd name="connsiteY67" fmla="*/ 158770 h 361971"/>
              <a:gd name="connsiteX68" fmla="*/ 220325 w 362309"/>
              <a:gd name="connsiteY68" fmla="*/ 154046 h 361971"/>
              <a:gd name="connsiteX69" fmla="*/ 216938 w 362309"/>
              <a:gd name="connsiteY69" fmla="*/ 155514 h 361971"/>
              <a:gd name="connsiteX70" fmla="*/ 215597 w 362309"/>
              <a:gd name="connsiteY70" fmla="*/ 158770 h 361971"/>
              <a:gd name="connsiteX71" fmla="*/ 215597 w 362309"/>
              <a:gd name="connsiteY71" fmla="*/ 181050 h 361971"/>
              <a:gd name="connsiteX72" fmla="*/ 209207 w 362309"/>
              <a:gd name="connsiteY72" fmla="*/ 187434 h 361971"/>
              <a:gd name="connsiteX73" fmla="*/ 202817 w 362309"/>
              <a:gd name="connsiteY73" fmla="*/ 181050 h 361971"/>
              <a:gd name="connsiteX74" fmla="*/ 202817 w 362309"/>
              <a:gd name="connsiteY74" fmla="*/ 125381 h 361971"/>
              <a:gd name="connsiteX75" fmla="*/ 198088 w 362309"/>
              <a:gd name="connsiteY75" fmla="*/ 120657 h 361971"/>
              <a:gd name="connsiteX76" fmla="*/ 194702 w 362309"/>
              <a:gd name="connsiteY76" fmla="*/ 122126 h 361971"/>
              <a:gd name="connsiteX77" fmla="*/ 193360 w 362309"/>
              <a:gd name="connsiteY77" fmla="*/ 125381 h 361971"/>
              <a:gd name="connsiteX78" fmla="*/ 193360 w 362309"/>
              <a:gd name="connsiteY78" fmla="*/ 219992 h 361971"/>
              <a:gd name="connsiteX79" fmla="*/ 186970 w 362309"/>
              <a:gd name="connsiteY79" fmla="*/ 226376 h 361971"/>
              <a:gd name="connsiteX80" fmla="*/ 183264 w 362309"/>
              <a:gd name="connsiteY80" fmla="*/ 225035 h 361971"/>
              <a:gd name="connsiteX81" fmla="*/ 183200 w 362309"/>
              <a:gd name="connsiteY81" fmla="*/ 225099 h 361971"/>
              <a:gd name="connsiteX82" fmla="*/ 162049 w 362309"/>
              <a:gd name="connsiteY82" fmla="*/ 209458 h 361971"/>
              <a:gd name="connsiteX83" fmla="*/ 148758 w 362309"/>
              <a:gd name="connsiteY83" fmla="*/ 208501 h 361971"/>
              <a:gd name="connsiteX84" fmla="*/ 145371 w 362309"/>
              <a:gd name="connsiteY84" fmla="*/ 211054 h 361971"/>
              <a:gd name="connsiteX85" fmla="*/ 146969 w 362309"/>
              <a:gd name="connsiteY85" fmla="*/ 213225 h 361971"/>
              <a:gd name="connsiteX86" fmla="*/ 187736 w 362309"/>
              <a:gd name="connsiteY86" fmla="*/ 252933 h 361971"/>
              <a:gd name="connsiteX87" fmla="*/ 198919 w 362309"/>
              <a:gd name="connsiteY87" fmla="*/ 281151 h 361971"/>
              <a:gd name="connsiteX88" fmla="*/ 198919 w 362309"/>
              <a:gd name="connsiteY88" fmla="*/ 292259 h 361971"/>
              <a:gd name="connsiteX89" fmla="*/ 192529 w 362309"/>
              <a:gd name="connsiteY89" fmla="*/ 298643 h 361971"/>
              <a:gd name="connsiteX90" fmla="*/ 186139 w 362309"/>
              <a:gd name="connsiteY90" fmla="*/ 292259 h 361971"/>
              <a:gd name="connsiteX91" fmla="*/ 186139 w 362309"/>
              <a:gd name="connsiteY91" fmla="*/ 281151 h 361971"/>
              <a:gd name="connsiteX92" fmla="*/ 178407 w 362309"/>
              <a:gd name="connsiteY92" fmla="*/ 261616 h 361971"/>
              <a:gd name="connsiteX93" fmla="*/ 138214 w 362309"/>
              <a:gd name="connsiteY93" fmla="*/ 222546 h 361971"/>
              <a:gd name="connsiteX94" fmla="*/ 135914 w 362309"/>
              <a:gd name="connsiteY94" fmla="*/ 202245 h 361971"/>
              <a:gd name="connsiteX95" fmla="*/ 169717 w 362309"/>
              <a:gd name="connsiteY95" fmla="*/ 199244 h 361971"/>
              <a:gd name="connsiteX96" fmla="*/ 180580 w 362309"/>
              <a:gd name="connsiteY96" fmla="*/ 207288 h 361971"/>
              <a:gd name="connsiteX97" fmla="*/ 180580 w 362309"/>
              <a:gd name="connsiteY97" fmla="*/ 125254 h 361971"/>
              <a:gd name="connsiteX98" fmla="*/ 185692 w 362309"/>
              <a:gd name="connsiteY98" fmla="*/ 112996 h 361971"/>
              <a:gd name="connsiteX99" fmla="*/ 198152 w 362309"/>
              <a:gd name="connsiteY99" fmla="*/ 107762 h 361971"/>
              <a:gd name="connsiteX100" fmla="*/ 215660 w 362309"/>
              <a:gd name="connsiteY100" fmla="*/ 125254 h 361971"/>
              <a:gd name="connsiteX101" fmla="*/ 215660 w 362309"/>
              <a:gd name="connsiteY101" fmla="*/ 141916 h 361971"/>
              <a:gd name="connsiteX102" fmla="*/ 220389 w 362309"/>
              <a:gd name="connsiteY102" fmla="*/ 141150 h 361971"/>
              <a:gd name="connsiteX103" fmla="*/ 237003 w 362309"/>
              <a:gd name="connsiteY103" fmla="*/ 153343 h 361971"/>
              <a:gd name="connsiteX104" fmla="*/ 242690 w 362309"/>
              <a:gd name="connsiteY104" fmla="*/ 152322 h 361971"/>
              <a:gd name="connsiteX105" fmla="*/ 259304 w 362309"/>
              <a:gd name="connsiteY105" fmla="*/ 164515 h 361971"/>
              <a:gd name="connsiteX106" fmla="*/ 264991 w 362309"/>
              <a:gd name="connsiteY106" fmla="*/ 163430 h 361971"/>
              <a:gd name="connsiteX107" fmla="*/ 282499 w 362309"/>
              <a:gd name="connsiteY107" fmla="*/ 180922 h 361971"/>
              <a:gd name="connsiteX108" fmla="*/ 282435 w 362309"/>
              <a:gd name="connsiteY108" fmla="*/ 219928 h 361971"/>
              <a:gd name="connsiteX109" fmla="*/ 282244 w 362309"/>
              <a:gd name="connsiteY109" fmla="*/ 22975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10" y="280959"/>
                  <a:pt x="362310" y="180986"/>
                </a:cubicBezTo>
                <a:cubicBezTo>
                  <a:pt x="362310" y="81013"/>
                  <a:pt x="281157" y="0"/>
                  <a:pt x="181155" y="0"/>
                </a:cubicBezTo>
                <a:close/>
                <a:moveTo>
                  <a:pt x="226779" y="98505"/>
                </a:moveTo>
                <a:lnTo>
                  <a:pt x="249272" y="76033"/>
                </a:lnTo>
                <a:lnTo>
                  <a:pt x="242434" y="76033"/>
                </a:lnTo>
                <a:cubicBezTo>
                  <a:pt x="238920" y="76033"/>
                  <a:pt x="236044" y="73160"/>
                  <a:pt x="236044" y="69649"/>
                </a:cubicBezTo>
                <a:cubicBezTo>
                  <a:pt x="236044" y="66138"/>
                  <a:pt x="238920" y="63265"/>
                  <a:pt x="242434" y="63265"/>
                </a:cubicBezTo>
                <a:lnTo>
                  <a:pt x="264735" y="63265"/>
                </a:lnTo>
                <a:cubicBezTo>
                  <a:pt x="265566" y="63265"/>
                  <a:pt x="266397" y="63457"/>
                  <a:pt x="267163" y="63776"/>
                </a:cubicBezTo>
                <a:cubicBezTo>
                  <a:pt x="268697" y="64414"/>
                  <a:pt x="269975" y="65691"/>
                  <a:pt x="270614" y="67223"/>
                </a:cubicBezTo>
                <a:cubicBezTo>
                  <a:pt x="270934" y="67989"/>
                  <a:pt x="271125" y="68819"/>
                  <a:pt x="271125" y="69649"/>
                </a:cubicBezTo>
                <a:lnTo>
                  <a:pt x="271125" y="91929"/>
                </a:lnTo>
                <a:cubicBezTo>
                  <a:pt x="271125" y="95440"/>
                  <a:pt x="268250" y="98313"/>
                  <a:pt x="264735" y="98313"/>
                </a:cubicBezTo>
                <a:cubicBezTo>
                  <a:pt x="261221" y="98313"/>
                  <a:pt x="258346" y="95440"/>
                  <a:pt x="258346" y="91929"/>
                </a:cubicBezTo>
                <a:lnTo>
                  <a:pt x="258346" y="85098"/>
                </a:lnTo>
                <a:lnTo>
                  <a:pt x="235853" y="107570"/>
                </a:lnTo>
                <a:cubicBezTo>
                  <a:pt x="234575" y="108847"/>
                  <a:pt x="232977" y="109421"/>
                  <a:pt x="231316" y="109421"/>
                </a:cubicBezTo>
                <a:cubicBezTo>
                  <a:pt x="229654" y="109421"/>
                  <a:pt x="228057" y="108783"/>
                  <a:pt x="226779" y="107570"/>
                </a:cubicBezTo>
                <a:cubicBezTo>
                  <a:pt x="224287" y="105080"/>
                  <a:pt x="224287" y="100995"/>
                  <a:pt x="226779" y="98505"/>
                </a:cubicBezTo>
                <a:close/>
                <a:moveTo>
                  <a:pt x="124348" y="230015"/>
                </a:moveTo>
                <a:lnTo>
                  <a:pt x="101856" y="252486"/>
                </a:lnTo>
                <a:lnTo>
                  <a:pt x="108693" y="252486"/>
                </a:lnTo>
                <a:cubicBezTo>
                  <a:pt x="112207" y="252486"/>
                  <a:pt x="115083" y="255359"/>
                  <a:pt x="115083" y="258870"/>
                </a:cubicBezTo>
                <a:cubicBezTo>
                  <a:pt x="115083" y="262382"/>
                  <a:pt x="112207" y="265254"/>
                  <a:pt x="108693" y="265254"/>
                </a:cubicBezTo>
                <a:lnTo>
                  <a:pt x="86392" y="265254"/>
                </a:lnTo>
                <a:cubicBezTo>
                  <a:pt x="85561" y="265254"/>
                  <a:pt x="84731" y="265063"/>
                  <a:pt x="83964" y="264744"/>
                </a:cubicBezTo>
                <a:cubicBezTo>
                  <a:pt x="82430" y="264105"/>
                  <a:pt x="81152" y="262828"/>
                  <a:pt x="80513" y="261296"/>
                </a:cubicBezTo>
                <a:cubicBezTo>
                  <a:pt x="80194" y="260530"/>
                  <a:pt x="80002" y="259700"/>
                  <a:pt x="80002" y="258870"/>
                </a:cubicBezTo>
                <a:lnTo>
                  <a:pt x="80002" y="236590"/>
                </a:lnTo>
                <a:cubicBezTo>
                  <a:pt x="80002" y="233079"/>
                  <a:pt x="82878" y="230206"/>
                  <a:pt x="86392" y="230206"/>
                </a:cubicBezTo>
                <a:cubicBezTo>
                  <a:pt x="89906" y="230206"/>
                  <a:pt x="92782" y="233079"/>
                  <a:pt x="92782" y="236590"/>
                </a:cubicBezTo>
                <a:lnTo>
                  <a:pt x="92782" y="243421"/>
                </a:lnTo>
                <a:lnTo>
                  <a:pt x="115275" y="220950"/>
                </a:lnTo>
                <a:cubicBezTo>
                  <a:pt x="117767" y="218460"/>
                  <a:pt x="121792" y="218460"/>
                  <a:pt x="124284" y="220950"/>
                </a:cubicBezTo>
                <a:cubicBezTo>
                  <a:pt x="126777" y="223439"/>
                  <a:pt x="126840" y="227525"/>
                  <a:pt x="124348" y="230015"/>
                </a:cubicBezTo>
                <a:close/>
                <a:moveTo>
                  <a:pt x="282244" y="229759"/>
                </a:moveTo>
                <a:cubicBezTo>
                  <a:pt x="282244" y="237676"/>
                  <a:pt x="280199" y="245081"/>
                  <a:pt x="276429" y="251401"/>
                </a:cubicBezTo>
                <a:cubicBezTo>
                  <a:pt x="271125" y="260147"/>
                  <a:pt x="271125" y="261360"/>
                  <a:pt x="271125" y="269404"/>
                </a:cubicBezTo>
                <a:lnTo>
                  <a:pt x="271125" y="292259"/>
                </a:lnTo>
                <a:cubicBezTo>
                  <a:pt x="271125" y="295770"/>
                  <a:pt x="268250" y="298643"/>
                  <a:pt x="264735" y="298643"/>
                </a:cubicBezTo>
                <a:cubicBezTo>
                  <a:pt x="261221" y="298643"/>
                  <a:pt x="258346" y="295770"/>
                  <a:pt x="258346" y="292259"/>
                </a:cubicBezTo>
                <a:lnTo>
                  <a:pt x="258346" y="269979"/>
                </a:lnTo>
                <a:cubicBezTo>
                  <a:pt x="258346" y="259636"/>
                  <a:pt x="258665" y="255998"/>
                  <a:pt x="265502" y="244762"/>
                </a:cubicBezTo>
                <a:cubicBezTo>
                  <a:pt x="268122" y="240485"/>
                  <a:pt x="269464" y="235314"/>
                  <a:pt x="269464" y="229823"/>
                </a:cubicBezTo>
                <a:lnTo>
                  <a:pt x="269400" y="219992"/>
                </a:lnTo>
                <a:lnTo>
                  <a:pt x="269464" y="180922"/>
                </a:lnTo>
                <a:cubicBezTo>
                  <a:pt x="269464" y="177858"/>
                  <a:pt x="266652" y="176198"/>
                  <a:pt x="264735" y="176198"/>
                </a:cubicBezTo>
                <a:cubicBezTo>
                  <a:pt x="263521" y="176198"/>
                  <a:pt x="262243" y="176772"/>
                  <a:pt x="261349" y="177666"/>
                </a:cubicBezTo>
                <a:cubicBezTo>
                  <a:pt x="260710" y="178305"/>
                  <a:pt x="260007" y="179326"/>
                  <a:pt x="260007" y="180922"/>
                </a:cubicBezTo>
                <a:cubicBezTo>
                  <a:pt x="260007" y="180986"/>
                  <a:pt x="260007" y="180986"/>
                  <a:pt x="260007" y="181050"/>
                </a:cubicBezTo>
                <a:lnTo>
                  <a:pt x="260007" y="195222"/>
                </a:lnTo>
                <a:cubicBezTo>
                  <a:pt x="260007" y="198733"/>
                  <a:pt x="257131" y="201606"/>
                  <a:pt x="253617" y="201606"/>
                </a:cubicBezTo>
                <a:cubicBezTo>
                  <a:pt x="253617" y="201606"/>
                  <a:pt x="253617" y="201606"/>
                  <a:pt x="253617" y="201606"/>
                </a:cubicBezTo>
                <a:cubicBezTo>
                  <a:pt x="250102" y="201606"/>
                  <a:pt x="247227" y="198733"/>
                  <a:pt x="247227" y="195222"/>
                </a:cubicBezTo>
                <a:lnTo>
                  <a:pt x="247291" y="169814"/>
                </a:lnTo>
                <a:cubicBezTo>
                  <a:pt x="247291" y="166750"/>
                  <a:pt x="244479" y="165090"/>
                  <a:pt x="242562" y="165090"/>
                </a:cubicBezTo>
                <a:cubicBezTo>
                  <a:pt x="241348" y="165090"/>
                  <a:pt x="240070" y="165664"/>
                  <a:pt x="239176" y="166558"/>
                </a:cubicBezTo>
                <a:cubicBezTo>
                  <a:pt x="238536" y="167197"/>
                  <a:pt x="237834" y="168218"/>
                  <a:pt x="237834" y="169814"/>
                </a:cubicBezTo>
                <a:lnTo>
                  <a:pt x="237834" y="186540"/>
                </a:lnTo>
                <a:cubicBezTo>
                  <a:pt x="237834" y="190051"/>
                  <a:pt x="234958" y="192924"/>
                  <a:pt x="231444" y="192924"/>
                </a:cubicBezTo>
                <a:cubicBezTo>
                  <a:pt x="227929" y="192924"/>
                  <a:pt x="225054" y="190051"/>
                  <a:pt x="225054" y="186540"/>
                </a:cubicBezTo>
                <a:lnTo>
                  <a:pt x="225054" y="169878"/>
                </a:lnTo>
                <a:cubicBezTo>
                  <a:pt x="225054" y="169878"/>
                  <a:pt x="225054" y="169878"/>
                  <a:pt x="225054" y="169878"/>
                </a:cubicBezTo>
                <a:cubicBezTo>
                  <a:pt x="225054" y="169878"/>
                  <a:pt x="225054" y="169878"/>
                  <a:pt x="225054" y="169878"/>
                </a:cubicBezTo>
                <a:lnTo>
                  <a:pt x="225054" y="158770"/>
                </a:lnTo>
                <a:cubicBezTo>
                  <a:pt x="225054" y="155705"/>
                  <a:pt x="222242" y="154046"/>
                  <a:pt x="220325" y="154046"/>
                </a:cubicBezTo>
                <a:cubicBezTo>
                  <a:pt x="219111" y="154046"/>
                  <a:pt x="217833" y="154620"/>
                  <a:pt x="216938" y="155514"/>
                </a:cubicBezTo>
                <a:cubicBezTo>
                  <a:pt x="216300" y="156152"/>
                  <a:pt x="215597" y="157174"/>
                  <a:pt x="215597" y="158770"/>
                </a:cubicBezTo>
                <a:lnTo>
                  <a:pt x="215597" y="181050"/>
                </a:lnTo>
                <a:cubicBezTo>
                  <a:pt x="215597" y="184561"/>
                  <a:pt x="212721" y="187434"/>
                  <a:pt x="209207" y="187434"/>
                </a:cubicBezTo>
                <a:cubicBezTo>
                  <a:pt x="205692" y="187434"/>
                  <a:pt x="202817" y="184561"/>
                  <a:pt x="202817" y="181050"/>
                </a:cubicBezTo>
                <a:lnTo>
                  <a:pt x="202817" y="125381"/>
                </a:lnTo>
                <a:cubicBezTo>
                  <a:pt x="202817" y="122317"/>
                  <a:pt x="200005" y="120657"/>
                  <a:pt x="198088" y="120657"/>
                </a:cubicBezTo>
                <a:cubicBezTo>
                  <a:pt x="196874" y="120657"/>
                  <a:pt x="195596" y="121232"/>
                  <a:pt x="194702" y="122126"/>
                </a:cubicBezTo>
                <a:cubicBezTo>
                  <a:pt x="194063" y="122764"/>
                  <a:pt x="193360" y="123785"/>
                  <a:pt x="193360" y="125381"/>
                </a:cubicBezTo>
                <a:lnTo>
                  <a:pt x="193360" y="219992"/>
                </a:lnTo>
                <a:cubicBezTo>
                  <a:pt x="193360" y="223503"/>
                  <a:pt x="190484" y="226376"/>
                  <a:pt x="186970" y="226376"/>
                </a:cubicBezTo>
                <a:cubicBezTo>
                  <a:pt x="185564" y="226376"/>
                  <a:pt x="184350" y="225801"/>
                  <a:pt x="183264" y="225035"/>
                </a:cubicBezTo>
                <a:lnTo>
                  <a:pt x="183200" y="225099"/>
                </a:lnTo>
                <a:cubicBezTo>
                  <a:pt x="183200" y="225099"/>
                  <a:pt x="168695" y="214438"/>
                  <a:pt x="162049" y="209458"/>
                </a:cubicBezTo>
                <a:cubicBezTo>
                  <a:pt x="158407" y="206713"/>
                  <a:pt x="152592" y="206905"/>
                  <a:pt x="148758" y="208501"/>
                </a:cubicBezTo>
                <a:cubicBezTo>
                  <a:pt x="146330" y="209522"/>
                  <a:pt x="145435" y="210735"/>
                  <a:pt x="145371" y="211054"/>
                </a:cubicBezTo>
                <a:cubicBezTo>
                  <a:pt x="145371" y="211182"/>
                  <a:pt x="145627" y="212012"/>
                  <a:pt x="146969" y="213225"/>
                </a:cubicBezTo>
                <a:cubicBezTo>
                  <a:pt x="159110" y="224588"/>
                  <a:pt x="181027" y="245719"/>
                  <a:pt x="187736" y="252933"/>
                </a:cubicBezTo>
                <a:cubicBezTo>
                  <a:pt x="195276" y="261041"/>
                  <a:pt x="198919" y="267297"/>
                  <a:pt x="198919" y="281151"/>
                </a:cubicBezTo>
                <a:lnTo>
                  <a:pt x="198919" y="292259"/>
                </a:lnTo>
                <a:cubicBezTo>
                  <a:pt x="198919" y="295770"/>
                  <a:pt x="196044" y="298643"/>
                  <a:pt x="192529" y="298643"/>
                </a:cubicBezTo>
                <a:cubicBezTo>
                  <a:pt x="189014" y="298643"/>
                  <a:pt x="186139" y="295770"/>
                  <a:pt x="186139" y="292259"/>
                </a:cubicBezTo>
                <a:lnTo>
                  <a:pt x="186139" y="281151"/>
                </a:lnTo>
                <a:cubicBezTo>
                  <a:pt x="186139" y="270936"/>
                  <a:pt x="183903" y="267489"/>
                  <a:pt x="178407" y="261616"/>
                </a:cubicBezTo>
                <a:cubicBezTo>
                  <a:pt x="172465" y="255232"/>
                  <a:pt x="151570" y="234994"/>
                  <a:pt x="138214" y="222546"/>
                </a:cubicBezTo>
                <a:cubicBezTo>
                  <a:pt x="130227" y="215076"/>
                  <a:pt x="131952" y="206969"/>
                  <a:pt x="135914" y="202245"/>
                </a:cubicBezTo>
                <a:cubicBezTo>
                  <a:pt x="142687" y="194201"/>
                  <a:pt x="158918" y="191136"/>
                  <a:pt x="169717" y="199244"/>
                </a:cubicBezTo>
                <a:cubicBezTo>
                  <a:pt x="172528" y="201351"/>
                  <a:pt x="176682" y="204415"/>
                  <a:pt x="180580" y="207288"/>
                </a:cubicBezTo>
                <a:lnTo>
                  <a:pt x="180580" y="125254"/>
                </a:lnTo>
                <a:cubicBezTo>
                  <a:pt x="180580" y="120657"/>
                  <a:pt x="182369" y="116252"/>
                  <a:pt x="185692" y="112996"/>
                </a:cubicBezTo>
                <a:cubicBezTo>
                  <a:pt x="189014" y="109677"/>
                  <a:pt x="193551" y="107762"/>
                  <a:pt x="198152" y="107762"/>
                </a:cubicBezTo>
                <a:cubicBezTo>
                  <a:pt x="207801" y="107762"/>
                  <a:pt x="215660" y="115614"/>
                  <a:pt x="215660" y="125254"/>
                </a:cubicBezTo>
                <a:lnTo>
                  <a:pt x="215660" y="141916"/>
                </a:lnTo>
                <a:cubicBezTo>
                  <a:pt x="217194" y="141469"/>
                  <a:pt x="218792" y="141150"/>
                  <a:pt x="220389" y="141150"/>
                </a:cubicBezTo>
                <a:cubicBezTo>
                  <a:pt x="228185" y="141150"/>
                  <a:pt x="234703" y="146321"/>
                  <a:pt x="237003" y="153343"/>
                </a:cubicBezTo>
                <a:cubicBezTo>
                  <a:pt x="238856" y="152705"/>
                  <a:pt x="240709" y="152322"/>
                  <a:pt x="242690" y="152322"/>
                </a:cubicBezTo>
                <a:cubicBezTo>
                  <a:pt x="250486" y="152322"/>
                  <a:pt x="257003" y="157493"/>
                  <a:pt x="259304" y="164515"/>
                </a:cubicBezTo>
                <a:cubicBezTo>
                  <a:pt x="261157" y="163877"/>
                  <a:pt x="263010" y="163430"/>
                  <a:pt x="264991" y="163430"/>
                </a:cubicBezTo>
                <a:cubicBezTo>
                  <a:pt x="274640" y="163430"/>
                  <a:pt x="282499" y="171282"/>
                  <a:pt x="282499" y="180922"/>
                </a:cubicBezTo>
                <a:lnTo>
                  <a:pt x="282435" y="219928"/>
                </a:lnTo>
                <a:lnTo>
                  <a:pt x="282244" y="229759"/>
                </a:lnTo>
                <a:close/>
              </a:path>
            </a:pathLst>
          </a:custGeom>
          <a:solidFill>
            <a:srgbClr val="00A3E0"/>
          </a:solidFill>
          <a:ln w="6390" cap="flat">
            <a:noFill/>
            <a:prstDash val="solid"/>
            <a:miter/>
          </a:ln>
        </p:spPr>
        <p:txBody>
          <a:bodyPr rtlCol="0" anchor="ctr"/>
          <a:lstStyle/>
          <a:p>
            <a:endParaRPr lang="en-US"/>
          </a:p>
        </p:txBody>
      </p:sp>
      <p:sp>
        <p:nvSpPr>
          <p:cNvPr id="968" name="Graphic 4">
            <a:extLst>
              <a:ext uri="{FF2B5EF4-FFF2-40B4-BE49-F238E27FC236}">
                <a16:creationId xmlns:a16="http://schemas.microsoft.com/office/drawing/2014/main" id="{D1E38C9F-5D4D-FC4A-AE7E-F5284C26F312}"/>
              </a:ext>
            </a:extLst>
          </p:cNvPr>
          <p:cNvSpPr/>
          <p:nvPr/>
        </p:nvSpPr>
        <p:spPr>
          <a:xfrm>
            <a:off x="7192385" y="2371109"/>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52081 w 362309"/>
              <a:gd name="connsiteY5" fmla="*/ 157493 h 361971"/>
              <a:gd name="connsiteX6" fmla="*/ 135275 w 362309"/>
              <a:gd name="connsiteY6" fmla="*/ 174283 h 361971"/>
              <a:gd name="connsiteX7" fmla="*/ 130739 w 362309"/>
              <a:gd name="connsiteY7" fmla="*/ 176134 h 361971"/>
              <a:gd name="connsiteX8" fmla="*/ 126201 w 362309"/>
              <a:gd name="connsiteY8" fmla="*/ 174283 h 361971"/>
              <a:gd name="connsiteX9" fmla="*/ 126201 w 362309"/>
              <a:gd name="connsiteY9" fmla="*/ 165281 h 361971"/>
              <a:gd name="connsiteX10" fmla="*/ 132080 w 362309"/>
              <a:gd name="connsiteY10" fmla="*/ 159408 h 361971"/>
              <a:gd name="connsiteX11" fmla="*/ 69204 w 362309"/>
              <a:gd name="connsiteY11" fmla="*/ 159408 h 361971"/>
              <a:gd name="connsiteX12" fmla="*/ 62814 w 362309"/>
              <a:gd name="connsiteY12" fmla="*/ 153024 h 361971"/>
              <a:gd name="connsiteX13" fmla="*/ 69204 w 362309"/>
              <a:gd name="connsiteY13" fmla="*/ 146640 h 361971"/>
              <a:gd name="connsiteX14" fmla="*/ 132080 w 362309"/>
              <a:gd name="connsiteY14" fmla="*/ 146640 h 361971"/>
              <a:gd name="connsiteX15" fmla="*/ 126201 w 362309"/>
              <a:gd name="connsiteY15" fmla="*/ 140767 h 361971"/>
              <a:gd name="connsiteX16" fmla="*/ 126201 w 362309"/>
              <a:gd name="connsiteY16" fmla="*/ 131765 h 361971"/>
              <a:gd name="connsiteX17" fmla="*/ 135211 w 362309"/>
              <a:gd name="connsiteY17" fmla="*/ 131765 h 361971"/>
              <a:gd name="connsiteX18" fmla="*/ 152017 w 362309"/>
              <a:gd name="connsiteY18" fmla="*/ 148491 h 361971"/>
              <a:gd name="connsiteX19" fmla="*/ 153422 w 362309"/>
              <a:gd name="connsiteY19" fmla="*/ 150534 h 361971"/>
              <a:gd name="connsiteX20" fmla="*/ 153934 w 362309"/>
              <a:gd name="connsiteY20" fmla="*/ 153024 h 361971"/>
              <a:gd name="connsiteX21" fmla="*/ 153422 w 362309"/>
              <a:gd name="connsiteY21" fmla="*/ 155514 h 361971"/>
              <a:gd name="connsiteX22" fmla="*/ 152081 w 362309"/>
              <a:gd name="connsiteY22" fmla="*/ 157493 h 361971"/>
              <a:gd name="connsiteX23" fmla="*/ 147544 w 362309"/>
              <a:gd name="connsiteY23" fmla="*/ 114656 h 361971"/>
              <a:gd name="connsiteX24" fmla="*/ 84667 w 362309"/>
              <a:gd name="connsiteY24" fmla="*/ 114656 h 361971"/>
              <a:gd name="connsiteX25" fmla="*/ 90546 w 362309"/>
              <a:gd name="connsiteY25" fmla="*/ 120530 h 361971"/>
              <a:gd name="connsiteX26" fmla="*/ 90546 w 362309"/>
              <a:gd name="connsiteY26" fmla="*/ 129531 h 361971"/>
              <a:gd name="connsiteX27" fmla="*/ 86009 w 362309"/>
              <a:gd name="connsiteY27" fmla="*/ 131382 h 361971"/>
              <a:gd name="connsiteX28" fmla="*/ 81472 w 362309"/>
              <a:gd name="connsiteY28" fmla="*/ 129531 h 361971"/>
              <a:gd name="connsiteX29" fmla="*/ 64666 w 362309"/>
              <a:gd name="connsiteY29" fmla="*/ 112805 h 361971"/>
              <a:gd name="connsiteX30" fmla="*/ 63261 w 362309"/>
              <a:gd name="connsiteY30" fmla="*/ 110762 h 361971"/>
              <a:gd name="connsiteX31" fmla="*/ 62750 w 362309"/>
              <a:gd name="connsiteY31" fmla="*/ 108272 h 361971"/>
              <a:gd name="connsiteX32" fmla="*/ 63261 w 362309"/>
              <a:gd name="connsiteY32" fmla="*/ 105782 h 361971"/>
              <a:gd name="connsiteX33" fmla="*/ 64666 w 362309"/>
              <a:gd name="connsiteY33" fmla="*/ 103740 h 361971"/>
              <a:gd name="connsiteX34" fmla="*/ 81472 w 362309"/>
              <a:gd name="connsiteY34" fmla="*/ 86950 h 361971"/>
              <a:gd name="connsiteX35" fmla="*/ 90482 w 362309"/>
              <a:gd name="connsiteY35" fmla="*/ 86950 h 361971"/>
              <a:gd name="connsiteX36" fmla="*/ 90482 w 362309"/>
              <a:gd name="connsiteY36" fmla="*/ 95951 h 361971"/>
              <a:gd name="connsiteX37" fmla="*/ 84603 w 362309"/>
              <a:gd name="connsiteY37" fmla="*/ 101824 h 361971"/>
              <a:gd name="connsiteX38" fmla="*/ 147480 w 362309"/>
              <a:gd name="connsiteY38" fmla="*/ 101824 h 361971"/>
              <a:gd name="connsiteX39" fmla="*/ 153870 w 362309"/>
              <a:gd name="connsiteY39" fmla="*/ 108208 h 361971"/>
              <a:gd name="connsiteX40" fmla="*/ 147544 w 362309"/>
              <a:gd name="connsiteY40" fmla="*/ 114656 h 361971"/>
              <a:gd name="connsiteX41" fmla="*/ 299432 w 362309"/>
              <a:gd name="connsiteY41" fmla="*/ 213225 h 361971"/>
              <a:gd name="connsiteX42" fmla="*/ 293618 w 362309"/>
              <a:gd name="connsiteY42" fmla="*/ 234867 h 361971"/>
              <a:gd name="connsiteX43" fmla="*/ 288250 w 362309"/>
              <a:gd name="connsiteY43" fmla="*/ 253572 h 361971"/>
              <a:gd name="connsiteX44" fmla="*/ 288250 w 362309"/>
              <a:gd name="connsiteY44" fmla="*/ 270362 h 361971"/>
              <a:gd name="connsiteX45" fmla="*/ 281860 w 362309"/>
              <a:gd name="connsiteY45" fmla="*/ 276746 h 361971"/>
              <a:gd name="connsiteX46" fmla="*/ 275470 w 362309"/>
              <a:gd name="connsiteY46" fmla="*/ 270362 h 361971"/>
              <a:gd name="connsiteX47" fmla="*/ 275470 w 362309"/>
              <a:gd name="connsiteY47" fmla="*/ 253572 h 361971"/>
              <a:gd name="connsiteX48" fmla="*/ 282628 w 362309"/>
              <a:gd name="connsiteY48" fmla="*/ 228291 h 361971"/>
              <a:gd name="connsiteX49" fmla="*/ 286653 w 362309"/>
              <a:gd name="connsiteY49" fmla="*/ 213225 h 361971"/>
              <a:gd name="connsiteX50" fmla="*/ 286653 w 362309"/>
              <a:gd name="connsiteY50" fmla="*/ 164132 h 361971"/>
              <a:gd name="connsiteX51" fmla="*/ 281860 w 362309"/>
              <a:gd name="connsiteY51" fmla="*/ 159344 h 361971"/>
              <a:gd name="connsiteX52" fmla="*/ 278410 w 362309"/>
              <a:gd name="connsiteY52" fmla="*/ 160876 h 361971"/>
              <a:gd name="connsiteX53" fmla="*/ 277068 w 362309"/>
              <a:gd name="connsiteY53" fmla="*/ 164196 h 361971"/>
              <a:gd name="connsiteX54" fmla="*/ 277068 w 362309"/>
              <a:gd name="connsiteY54" fmla="*/ 178560 h 361971"/>
              <a:gd name="connsiteX55" fmla="*/ 270678 w 362309"/>
              <a:gd name="connsiteY55" fmla="*/ 184944 h 361971"/>
              <a:gd name="connsiteX56" fmla="*/ 264288 w 362309"/>
              <a:gd name="connsiteY56" fmla="*/ 178560 h 361971"/>
              <a:gd name="connsiteX57" fmla="*/ 264288 w 362309"/>
              <a:gd name="connsiteY57" fmla="*/ 153024 h 361971"/>
              <a:gd name="connsiteX58" fmla="*/ 259495 w 362309"/>
              <a:gd name="connsiteY58" fmla="*/ 148236 h 361971"/>
              <a:gd name="connsiteX59" fmla="*/ 256045 w 362309"/>
              <a:gd name="connsiteY59" fmla="*/ 149768 h 361971"/>
              <a:gd name="connsiteX60" fmla="*/ 254703 w 362309"/>
              <a:gd name="connsiteY60" fmla="*/ 153024 h 361971"/>
              <a:gd name="connsiteX61" fmla="*/ 254703 w 362309"/>
              <a:gd name="connsiteY61" fmla="*/ 169814 h 361971"/>
              <a:gd name="connsiteX62" fmla="*/ 248313 w 362309"/>
              <a:gd name="connsiteY62" fmla="*/ 176198 h 361971"/>
              <a:gd name="connsiteX63" fmla="*/ 241923 w 362309"/>
              <a:gd name="connsiteY63" fmla="*/ 169814 h 361971"/>
              <a:gd name="connsiteX64" fmla="*/ 241923 w 362309"/>
              <a:gd name="connsiteY64" fmla="*/ 153088 h 361971"/>
              <a:gd name="connsiteX65" fmla="*/ 241923 w 362309"/>
              <a:gd name="connsiteY65" fmla="*/ 153088 h 361971"/>
              <a:gd name="connsiteX66" fmla="*/ 241923 w 362309"/>
              <a:gd name="connsiteY66" fmla="*/ 153088 h 361971"/>
              <a:gd name="connsiteX67" fmla="*/ 241923 w 362309"/>
              <a:gd name="connsiteY67" fmla="*/ 102782 h 361971"/>
              <a:gd name="connsiteX68" fmla="*/ 237130 w 362309"/>
              <a:gd name="connsiteY68" fmla="*/ 97994 h 361971"/>
              <a:gd name="connsiteX69" fmla="*/ 233680 w 362309"/>
              <a:gd name="connsiteY69" fmla="*/ 99526 h 361971"/>
              <a:gd name="connsiteX70" fmla="*/ 232338 w 362309"/>
              <a:gd name="connsiteY70" fmla="*/ 102782 h 361971"/>
              <a:gd name="connsiteX71" fmla="*/ 232338 w 362309"/>
              <a:gd name="connsiteY71" fmla="*/ 164260 h 361971"/>
              <a:gd name="connsiteX72" fmla="*/ 225948 w 362309"/>
              <a:gd name="connsiteY72" fmla="*/ 170644 h 361971"/>
              <a:gd name="connsiteX73" fmla="*/ 219558 w 362309"/>
              <a:gd name="connsiteY73" fmla="*/ 164260 h 361971"/>
              <a:gd name="connsiteX74" fmla="*/ 219558 w 362309"/>
              <a:gd name="connsiteY74" fmla="*/ 108336 h 361971"/>
              <a:gd name="connsiteX75" fmla="*/ 214766 w 362309"/>
              <a:gd name="connsiteY75" fmla="*/ 103548 h 361971"/>
              <a:gd name="connsiteX76" fmla="*/ 211316 w 362309"/>
              <a:gd name="connsiteY76" fmla="*/ 105080 h 361971"/>
              <a:gd name="connsiteX77" fmla="*/ 209973 w 362309"/>
              <a:gd name="connsiteY77" fmla="*/ 108400 h 361971"/>
              <a:gd name="connsiteX78" fmla="*/ 209973 w 362309"/>
              <a:gd name="connsiteY78" fmla="*/ 186668 h 361971"/>
              <a:gd name="connsiteX79" fmla="*/ 203583 w 362309"/>
              <a:gd name="connsiteY79" fmla="*/ 193052 h 361971"/>
              <a:gd name="connsiteX80" fmla="*/ 197193 w 362309"/>
              <a:gd name="connsiteY80" fmla="*/ 186668 h 361971"/>
              <a:gd name="connsiteX81" fmla="*/ 197193 w 362309"/>
              <a:gd name="connsiteY81" fmla="*/ 175496 h 361971"/>
              <a:gd name="connsiteX82" fmla="*/ 190101 w 362309"/>
              <a:gd name="connsiteY82" fmla="*/ 161387 h 361971"/>
              <a:gd name="connsiteX83" fmla="*/ 188376 w 362309"/>
              <a:gd name="connsiteY83" fmla="*/ 161451 h 361971"/>
              <a:gd name="connsiteX84" fmla="*/ 187608 w 362309"/>
              <a:gd name="connsiteY84" fmla="*/ 162855 h 361971"/>
              <a:gd name="connsiteX85" fmla="*/ 187608 w 362309"/>
              <a:gd name="connsiteY85" fmla="*/ 203457 h 361971"/>
              <a:gd name="connsiteX86" fmla="*/ 198791 w 362309"/>
              <a:gd name="connsiteY86" fmla="*/ 228674 h 361971"/>
              <a:gd name="connsiteX87" fmla="*/ 215533 w 362309"/>
              <a:gd name="connsiteY87" fmla="*/ 259381 h 361971"/>
              <a:gd name="connsiteX88" fmla="*/ 215533 w 362309"/>
              <a:gd name="connsiteY88" fmla="*/ 270553 h 361971"/>
              <a:gd name="connsiteX89" fmla="*/ 209143 w 362309"/>
              <a:gd name="connsiteY89" fmla="*/ 276937 h 361971"/>
              <a:gd name="connsiteX90" fmla="*/ 202753 w 362309"/>
              <a:gd name="connsiteY90" fmla="*/ 270553 h 361971"/>
              <a:gd name="connsiteX91" fmla="*/ 202753 w 362309"/>
              <a:gd name="connsiteY91" fmla="*/ 259381 h 361971"/>
              <a:gd name="connsiteX92" fmla="*/ 190356 w 362309"/>
              <a:gd name="connsiteY92" fmla="*/ 238314 h 361971"/>
              <a:gd name="connsiteX93" fmla="*/ 174765 w 362309"/>
              <a:gd name="connsiteY93" fmla="*/ 203521 h 361971"/>
              <a:gd name="connsiteX94" fmla="*/ 174765 w 362309"/>
              <a:gd name="connsiteY94" fmla="*/ 162919 h 361971"/>
              <a:gd name="connsiteX95" fmla="*/ 181602 w 362309"/>
              <a:gd name="connsiteY95" fmla="*/ 150662 h 361971"/>
              <a:gd name="connsiteX96" fmla="*/ 195724 w 362309"/>
              <a:gd name="connsiteY96" fmla="*/ 150024 h 361971"/>
              <a:gd name="connsiteX97" fmla="*/ 197130 w 362309"/>
              <a:gd name="connsiteY97" fmla="*/ 150854 h 361971"/>
              <a:gd name="connsiteX98" fmla="*/ 197130 w 362309"/>
              <a:gd name="connsiteY98" fmla="*/ 108528 h 361971"/>
              <a:gd name="connsiteX99" fmla="*/ 202242 w 362309"/>
              <a:gd name="connsiteY99" fmla="*/ 96206 h 361971"/>
              <a:gd name="connsiteX100" fmla="*/ 214703 w 362309"/>
              <a:gd name="connsiteY100" fmla="*/ 90972 h 361971"/>
              <a:gd name="connsiteX101" fmla="*/ 222690 w 362309"/>
              <a:gd name="connsiteY101" fmla="*/ 92951 h 361971"/>
              <a:gd name="connsiteX102" fmla="*/ 224606 w 362309"/>
              <a:gd name="connsiteY102" fmla="*/ 90589 h 361971"/>
              <a:gd name="connsiteX103" fmla="*/ 237067 w 362309"/>
              <a:gd name="connsiteY103" fmla="*/ 85354 h 361971"/>
              <a:gd name="connsiteX104" fmla="*/ 254640 w 362309"/>
              <a:gd name="connsiteY104" fmla="*/ 102910 h 361971"/>
              <a:gd name="connsiteX105" fmla="*/ 254640 w 362309"/>
              <a:gd name="connsiteY105" fmla="*/ 136426 h 361971"/>
              <a:gd name="connsiteX106" fmla="*/ 259432 w 362309"/>
              <a:gd name="connsiteY106" fmla="*/ 135660 h 361971"/>
              <a:gd name="connsiteX107" fmla="*/ 276110 w 362309"/>
              <a:gd name="connsiteY107" fmla="*/ 147917 h 361971"/>
              <a:gd name="connsiteX108" fmla="*/ 281797 w 362309"/>
              <a:gd name="connsiteY108" fmla="*/ 146832 h 361971"/>
              <a:gd name="connsiteX109" fmla="*/ 299369 w 362309"/>
              <a:gd name="connsiteY109" fmla="*/ 164388 h 361971"/>
              <a:gd name="connsiteX110" fmla="*/ 299369 w 362309"/>
              <a:gd name="connsiteY110" fmla="*/ 21322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362309" h="361971">
                <a:moveTo>
                  <a:pt x="181155" y="0"/>
                </a:moveTo>
                <a:cubicBezTo>
                  <a:pt x="81089" y="0"/>
                  <a:pt x="0" y="81013"/>
                  <a:pt x="0" y="180986"/>
                </a:cubicBezTo>
                <a:cubicBezTo>
                  <a:pt x="0" y="280959"/>
                  <a:pt x="81089" y="361972"/>
                  <a:pt x="181155" y="361972"/>
                </a:cubicBezTo>
                <a:cubicBezTo>
                  <a:pt x="281221" y="361972"/>
                  <a:pt x="362310" y="280959"/>
                  <a:pt x="362310" y="180986"/>
                </a:cubicBezTo>
                <a:cubicBezTo>
                  <a:pt x="362310" y="81013"/>
                  <a:pt x="281157" y="0"/>
                  <a:pt x="181155" y="0"/>
                </a:cubicBezTo>
                <a:close/>
                <a:moveTo>
                  <a:pt x="152081" y="157493"/>
                </a:moveTo>
                <a:lnTo>
                  <a:pt x="135275" y="174283"/>
                </a:lnTo>
                <a:cubicBezTo>
                  <a:pt x="133998" y="175560"/>
                  <a:pt x="132400" y="176134"/>
                  <a:pt x="130739" y="176134"/>
                </a:cubicBezTo>
                <a:cubicBezTo>
                  <a:pt x="129077" y="176134"/>
                  <a:pt x="127480" y="175496"/>
                  <a:pt x="126201" y="174283"/>
                </a:cubicBezTo>
                <a:cubicBezTo>
                  <a:pt x="123709" y="171793"/>
                  <a:pt x="123709" y="167771"/>
                  <a:pt x="126201" y="165281"/>
                </a:cubicBezTo>
                <a:lnTo>
                  <a:pt x="132080" y="159408"/>
                </a:lnTo>
                <a:lnTo>
                  <a:pt x="69204" y="159408"/>
                </a:lnTo>
                <a:cubicBezTo>
                  <a:pt x="65689" y="159408"/>
                  <a:pt x="62814" y="156535"/>
                  <a:pt x="62814" y="153024"/>
                </a:cubicBezTo>
                <a:cubicBezTo>
                  <a:pt x="62814" y="149513"/>
                  <a:pt x="65689" y="146640"/>
                  <a:pt x="69204" y="146640"/>
                </a:cubicBezTo>
                <a:lnTo>
                  <a:pt x="132080" y="146640"/>
                </a:lnTo>
                <a:lnTo>
                  <a:pt x="126201" y="140767"/>
                </a:lnTo>
                <a:cubicBezTo>
                  <a:pt x="123709" y="138277"/>
                  <a:pt x="123709" y="134255"/>
                  <a:pt x="126201" y="131765"/>
                </a:cubicBezTo>
                <a:cubicBezTo>
                  <a:pt x="128693" y="129276"/>
                  <a:pt x="132719" y="129276"/>
                  <a:pt x="135211" y="131765"/>
                </a:cubicBezTo>
                <a:lnTo>
                  <a:pt x="152017" y="148491"/>
                </a:lnTo>
                <a:cubicBezTo>
                  <a:pt x="152592" y="149066"/>
                  <a:pt x="153103" y="149768"/>
                  <a:pt x="153422" y="150534"/>
                </a:cubicBezTo>
                <a:cubicBezTo>
                  <a:pt x="153742" y="151300"/>
                  <a:pt x="153934" y="152130"/>
                  <a:pt x="153934" y="153024"/>
                </a:cubicBezTo>
                <a:cubicBezTo>
                  <a:pt x="153934" y="153918"/>
                  <a:pt x="153742" y="154684"/>
                  <a:pt x="153422" y="155514"/>
                </a:cubicBezTo>
                <a:cubicBezTo>
                  <a:pt x="153103" y="156216"/>
                  <a:pt x="152656" y="156918"/>
                  <a:pt x="152081" y="157493"/>
                </a:cubicBezTo>
                <a:close/>
                <a:moveTo>
                  <a:pt x="147544" y="114656"/>
                </a:moveTo>
                <a:lnTo>
                  <a:pt x="84667" y="114656"/>
                </a:lnTo>
                <a:lnTo>
                  <a:pt x="90546" y="120530"/>
                </a:lnTo>
                <a:cubicBezTo>
                  <a:pt x="93038" y="123019"/>
                  <a:pt x="93038" y="127041"/>
                  <a:pt x="90546" y="129531"/>
                </a:cubicBezTo>
                <a:cubicBezTo>
                  <a:pt x="89332" y="130808"/>
                  <a:pt x="87671" y="131382"/>
                  <a:pt x="86009" y="131382"/>
                </a:cubicBezTo>
                <a:cubicBezTo>
                  <a:pt x="84348" y="131382"/>
                  <a:pt x="82750" y="130744"/>
                  <a:pt x="81472" y="129531"/>
                </a:cubicBezTo>
                <a:lnTo>
                  <a:pt x="64666" y="112805"/>
                </a:lnTo>
                <a:cubicBezTo>
                  <a:pt x="64091" y="112230"/>
                  <a:pt x="63580" y="111528"/>
                  <a:pt x="63261" y="110762"/>
                </a:cubicBezTo>
                <a:cubicBezTo>
                  <a:pt x="62942" y="109996"/>
                  <a:pt x="62750" y="109166"/>
                  <a:pt x="62750" y="108272"/>
                </a:cubicBezTo>
                <a:cubicBezTo>
                  <a:pt x="62750" y="107378"/>
                  <a:pt x="62942" y="106612"/>
                  <a:pt x="63261" y="105782"/>
                </a:cubicBezTo>
                <a:cubicBezTo>
                  <a:pt x="63580" y="105016"/>
                  <a:pt x="64027" y="104314"/>
                  <a:pt x="64666" y="103740"/>
                </a:cubicBezTo>
                <a:lnTo>
                  <a:pt x="81472" y="86950"/>
                </a:lnTo>
                <a:cubicBezTo>
                  <a:pt x="83964" y="84460"/>
                  <a:pt x="87990" y="84460"/>
                  <a:pt x="90482" y="86950"/>
                </a:cubicBezTo>
                <a:cubicBezTo>
                  <a:pt x="92974" y="89439"/>
                  <a:pt x="92974" y="93461"/>
                  <a:pt x="90482" y="95951"/>
                </a:cubicBezTo>
                <a:lnTo>
                  <a:pt x="84603" y="101824"/>
                </a:lnTo>
                <a:lnTo>
                  <a:pt x="147480" y="101824"/>
                </a:lnTo>
                <a:cubicBezTo>
                  <a:pt x="150994" y="101824"/>
                  <a:pt x="153870" y="104697"/>
                  <a:pt x="153870" y="108208"/>
                </a:cubicBezTo>
                <a:cubicBezTo>
                  <a:pt x="153870" y="111720"/>
                  <a:pt x="151122" y="114656"/>
                  <a:pt x="147544" y="114656"/>
                </a:cubicBezTo>
                <a:close/>
                <a:moveTo>
                  <a:pt x="299432" y="213225"/>
                </a:moveTo>
                <a:cubicBezTo>
                  <a:pt x="299432" y="221013"/>
                  <a:pt x="297388" y="228483"/>
                  <a:pt x="293618" y="234867"/>
                </a:cubicBezTo>
                <a:cubicBezTo>
                  <a:pt x="288250" y="243740"/>
                  <a:pt x="288250" y="245272"/>
                  <a:pt x="288250" y="253572"/>
                </a:cubicBezTo>
                <a:lnTo>
                  <a:pt x="288250" y="270362"/>
                </a:lnTo>
                <a:cubicBezTo>
                  <a:pt x="288250" y="273873"/>
                  <a:pt x="285375" y="276746"/>
                  <a:pt x="281860" y="276746"/>
                </a:cubicBezTo>
                <a:cubicBezTo>
                  <a:pt x="278346" y="276746"/>
                  <a:pt x="275470" y="273873"/>
                  <a:pt x="275470" y="270362"/>
                </a:cubicBezTo>
                <a:lnTo>
                  <a:pt x="275470" y="253572"/>
                </a:lnTo>
                <a:cubicBezTo>
                  <a:pt x="275470" y="243613"/>
                  <a:pt x="275790" y="239655"/>
                  <a:pt x="282628" y="228291"/>
                </a:cubicBezTo>
                <a:cubicBezTo>
                  <a:pt x="285247" y="223886"/>
                  <a:pt x="286653" y="218715"/>
                  <a:pt x="286653" y="213225"/>
                </a:cubicBezTo>
                <a:lnTo>
                  <a:pt x="286653" y="164132"/>
                </a:lnTo>
                <a:cubicBezTo>
                  <a:pt x="286653" y="161068"/>
                  <a:pt x="283841" y="159344"/>
                  <a:pt x="281860" y="159344"/>
                </a:cubicBezTo>
                <a:cubicBezTo>
                  <a:pt x="280646" y="159344"/>
                  <a:pt x="279369" y="159919"/>
                  <a:pt x="278410" y="160876"/>
                </a:cubicBezTo>
                <a:cubicBezTo>
                  <a:pt x="277771" y="161515"/>
                  <a:pt x="277004" y="162600"/>
                  <a:pt x="277068" y="164196"/>
                </a:cubicBezTo>
                <a:lnTo>
                  <a:pt x="277068" y="178560"/>
                </a:lnTo>
                <a:cubicBezTo>
                  <a:pt x="277068" y="182071"/>
                  <a:pt x="274192" y="184944"/>
                  <a:pt x="270678" y="184944"/>
                </a:cubicBezTo>
                <a:cubicBezTo>
                  <a:pt x="267164" y="184944"/>
                  <a:pt x="264288" y="182071"/>
                  <a:pt x="264288" y="178560"/>
                </a:cubicBezTo>
                <a:lnTo>
                  <a:pt x="264288" y="153024"/>
                </a:lnTo>
                <a:cubicBezTo>
                  <a:pt x="264288" y="149960"/>
                  <a:pt x="261477" y="148236"/>
                  <a:pt x="259495" y="148236"/>
                </a:cubicBezTo>
                <a:cubicBezTo>
                  <a:pt x="258282" y="148236"/>
                  <a:pt x="257004" y="148811"/>
                  <a:pt x="256045" y="149768"/>
                </a:cubicBezTo>
                <a:cubicBezTo>
                  <a:pt x="255406" y="150407"/>
                  <a:pt x="254703" y="151492"/>
                  <a:pt x="254703" y="153024"/>
                </a:cubicBezTo>
                <a:lnTo>
                  <a:pt x="254703" y="169814"/>
                </a:lnTo>
                <a:cubicBezTo>
                  <a:pt x="254703" y="173325"/>
                  <a:pt x="251828" y="176198"/>
                  <a:pt x="248313" y="176198"/>
                </a:cubicBezTo>
                <a:cubicBezTo>
                  <a:pt x="244799" y="176198"/>
                  <a:pt x="241923" y="173325"/>
                  <a:pt x="241923" y="169814"/>
                </a:cubicBezTo>
                <a:lnTo>
                  <a:pt x="241923" y="153088"/>
                </a:lnTo>
                <a:cubicBezTo>
                  <a:pt x="241923" y="153088"/>
                  <a:pt x="241923" y="153088"/>
                  <a:pt x="241923" y="153088"/>
                </a:cubicBezTo>
                <a:cubicBezTo>
                  <a:pt x="241923" y="153088"/>
                  <a:pt x="241923" y="153088"/>
                  <a:pt x="241923" y="153088"/>
                </a:cubicBezTo>
                <a:lnTo>
                  <a:pt x="241923" y="102782"/>
                </a:lnTo>
                <a:cubicBezTo>
                  <a:pt x="241923" y="99718"/>
                  <a:pt x="239112" y="97994"/>
                  <a:pt x="237130" y="97994"/>
                </a:cubicBezTo>
                <a:cubicBezTo>
                  <a:pt x="235917" y="97994"/>
                  <a:pt x="234639" y="98569"/>
                  <a:pt x="233680" y="99526"/>
                </a:cubicBezTo>
                <a:cubicBezTo>
                  <a:pt x="233042" y="100165"/>
                  <a:pt x="232338" y="101250"/>
                  <a:pt x="232338" y="102782"/>
                </a:cubicBezTo>
                <a:lnTo>
                  <a:pt x="232338" y="164260"/>
                </a:lnTo>
                <a:cubicBezTo>
                  <a:pt x="232338" y="167771"/>
                  <a:pt x="229463" y="170644"/>
                  <a:pt x="225948" y="170644"/>
                </a:cubicBezTo>
                <a:cubicBezTo>
                  <a:pt x="222434" y="170644"/>
                  <a:pt x="219558" y="167771"/>
                  <a:pt x="219558" y="164260"/>
                </a:cubicBezTo>
                <a:lnTo>
                  <a:pt x="219558" y="108336"/>
                </a:lnTo>
                <a:cubicBezTo>
                  <a:pt x="219558" y="105272"/>
                  <a:pt x="216747" y="103548"/>
                  <a:pt x="214766" y="103548"/>
                </a:cubicBezTo>
                <a:cubicBezTo>
                  <a:pt x="213552" y="103548"/>
                  <a:pt x="212274" y="104123"/>
                  <a:pt x="211316" y="105080"/>
                </a:cubicBezTo>
                <a:cubicBezTo>
                  <a:pt x="210677" y="105719"/>
                  <a:pt x="209910" y="106804"/>
                  <a:pt x="209973" y="108400"/>
                </a:cubicBezTo>
                <a:lnTo>
                  <a:pt x="209973" y="186668"/>
                </a:lnTo>
                <a:cubicBezTo>
                  <a:pt x="209973" y="190179"/>
                  <a:pt x="207098" y="193052"/>
                  <a:pt x="203583" y="193052"/>
                </a:cubicBezTo>
                <a:cubicBezTo>
                  <a:pt x="200069" y="193052"/>
                  <a:pt x="197193" y="190179"/>
                  <a:pt x="197193" y="186668"/>
                </a:cubicBezTo>
                <a:lnTo>
                  <a:pt x="197193" y="175496"/>
                </a:lnTo>
                <a:cubicBezTo>
                  <a:pt x="197193" y="170644"/>
                  <a:pt x="195980" y="164260"/>
                  <a:pt x="190101" y="161387"/>
                </a:cubicBezTo>
                <a:cubicBezTo>
                  <a:pt x="189334" y="161004"/>
                  <a:pt x="188695" y="161259"/>
                  <a:pt x="188376" y="161451"/>
                </a:cubicBezTo>
                <a:cubicBezTo>
                  <a:pt x="187992" y="161642"/>
                  <a:pt x="187608" y="162089"/>
                  <a:pt x="187608" y="162855"/>
                </a:cubicBezTo>
                <a:lnTo>
                  <a:pt x="187608" y="203457"/>
                </a:lnTo>
                <a:cubicBezTo>
                  <a:pt x="187608" y="217758"/>
                  <a:pt x="196172" y="226376"/>
                  <a:pt x="198791" y="228674"/>
                </a:cubicBezTo>
                <a:cubicBezTo>
                  <a:pt x="206267" y="235186"/>
                  <a:pt x="215533" y="243357"/>
                  <a:pt x="215533" y="259381"/>
                </a:cubicBezTo>
                <a:lnTo>
                  <a:pt x="215533" y="270553"/>
                </a:lnTo>
                <a:cubicBezTo>
                  <a:pt x="215533" y="274064"/>
                  <a:pt x="212657" y="276937"/>
                  <a:pt x="209143" y="276937"/>
                </a:cubicBezTo>
                <a:cubicBezTo>
                  <a:pt x="205629" y="276937"/>
                  <a:pt x="202753" y="274064"/>
                  <a:pt x="202753" y="270553"/>
                </a:cubicBezTo>
                <a:lnTo>
                  <a:pt x="202753" y="259381"/>
                </a:lnTo>
                <a:cubicBezTo>
                  <a:pt x="202753" y="249614"/>
                  <a:pt x="198024" y="245017"/>
                  <a:pt x="190356" y="238314"/>
                </a:cubicBezTo>
                <a:cubicBezTo>
                  <a:pt x="180644" y="229823"/>
                  <a:pt x="174765" y="216800"/>
                  <a:pt x="174765" y="203521"/>
                </a:cubicBezTo>
                <a:lnTo>
                  <a:pt x="174765" y="162919"/>
                </a:lnTo>
                <a:cubicBezTo>
                  <a:pt x="174765" y="157876"/>
                  <a:pt x="177321" y="153343"/>
                  <a:pt x="181602" y="150662"/>
                </a:cubicBezTo>
                <a:cubicBezTo>
                  <a:pt x="185884" y="147981"/>
                  <a:pt x="191187" y="147725"/>
                  <a:pt x="195724" y="150024"/>
                </a:cubicBezTo>
                <a:cubicBezTo>
                  <a:pt x="196236" y="150279"/>
                  <a:pt x="196682" y="150598"/>
                  <a:pt x="197130" y="150854"/>
                </a:cubicBezTo>
                <a:lnTo>
                  <a:pt x="197130" y="108528"/>
                </a:lnTo>
                <a:cubicBezTo>
                  <a:pt x="197130" y="103867"/>
                  <a:pt x="198919" y="99526"/>
                  <a:pt x="202242" y="96206"/>
                </a:cubicBezTo>
                <a:cubicBezTo>
                  <a:pt x="205565" y="92887"/>
                  <a:pt x="210101" y="90972"/>
                  <a:pt x="214703" y="90972"/>
                </a:cubicBezTo>
                <a:cubicBezTo>
                  <a:pt x="217578" y="90972"/>
                  <a:pt x="220262" y="91738"/>
                  <a:pt x="222690" y="92951"/>
                </a:cubicBezTo>
                <a:cubicBezTo>
                  <a:pt x="223265" y="92121"/>
                  <a:pt x="223904" y="91355"/>
                  <a:pt x="224606" y="90589"/>
                </a:cubicBezTo>
                <a:cubicBezTo>
                  <a:pt x="227929" y="87269"/>
                  <a:pt x="232466" y="85354"/>
                  <a:pt x="237067" y="85354"/>
                </a:cubicBezTo>
                <a:cubicBezTo>
                  <a:pt x="246779" y="85354"/>
                  <a:pt x="254640" y="93206"/>
                  <a:pt x="254640" y="102910"/>
                </a:cubicBezTo>
                <a:lnTo>
                  <a:pt x="254640" y="136426"/>
                </a:lnTo>
                <a:cubicBezTo>
                  <a:pt x="256237" y="135979"/>
                  <a:pt x="257835" y="135660"/>
                  <a:pt x="259432" y="135660"/>
                </a:cubicBezTo>
                <a:cubicBezTo>
                  <a:pt x="267228" y="135660"/>
                  <a:pt x="273809" y="140831"/>
                  <a:pt x="276110" y="147917"/>
                </a:cubicBezTo>
                <a:cubicBezTo>
                  <a:pt x="277962" y="147278"/>
                  <a:pt x="279880" y="146832"/>
                  <a:pt x="281797" y="146832"/>
                </a:cubicBezTo>
                <a:cubicBezTo>
                  <a:pt x="291509" y="146832"/>
                  <a:pt x="299369" y="154684"/>
                  <a:pt x="299369" y="164388"/>
                </a:cubicBezTo>
                <a:lnTo>
                  <a:pt x="299369" y="213225"/>
                </a:lnTo>
                <a:close/>
              </a:path>
            </a:pathLst>
          </a:custGeom>
          <a:solidFill>
            <a:srgbClr val="00A3E0"/>
          </a:solidFill>
          <a:ln w="6390" cap="flat">
            <a:noFill/>
            <a:prstDash val="solid"/>
            <a:miter/>
          </a:ln>
        </p:spPr>
        <p:txBody>
          <a:bodyPr rtlCol="0" anchor="ctr"/>
          <a:lstStyle/>
          <a:p>
            <a:endParaRPr lang="en-US"/>
          </a:p>
        </p:txBody>
      </p:sp>
      <p:grpSp>
        <p:nvGrpSpPr>
          <p:cNvPr id="969" name="Graphic 4">
            <a:extLst>
              <a:ext uri="{FF2B5EF4-FFF2-40B4-BE49-F238E27FC236}">
                <a16:creationId xmlns:a16="http://schemas.microsoft.com/office/drawing/2014/main" id="{2784A500-AC5D-714F-98F0-EECFE31AFE24}"/>
              </a:ext>
            </a:extLst>
          </p:cNvPr>
          <p:cNvGrpSpPr/>
          <p:nvPr/>
        </p:nvGrpSpPr>
        <p:grpSpPr>
          <a:xfrm>
            <a:off x="6754355" y="4308584"/>
            <a:ext cx="362309" cy="361971"/>
            <a:chOff x="6754355" y="4308584"/>
            <a:chExt cx="362309" cy="361971"/>
          </a:xfrm>
          <a:solidFill>
            <a:srgbClr val="00A3E0"/>
          </a:solidFill>
        </p:grpSpPr>
        <p:sp>
          <p:nvSpPr>
            <p:cNvPr id="970" name="Freeform 969">
              <a:extLst>
                <a:ext uri="{FF2B5EF4-FFF2-40B4-BE49-F238E27FC236}">
                  <a16:creationId xmlns:a16="http://schemas.microsoft.com/office/drawing/2014/main" id="{EC081CF0-5A91-C04D-B975-F3136E8B6676}"/>
                </a:ext>
              </a:extLst>
            </p:cNvPr>
            <p:cNvSpPr/>
            <p:nvPr/>
          </p:nvSpPr>
          <p:spPr>
            <a:xfrm>
              <a:off x="6754355" y="4308584"/>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09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29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2"/>
                    <a:pt x="0" y="180986"/>
                  </a:cubicBezTo>
                  <a:cubicBezTo>
                    <a:pt x="0" y="280959"/>
                    <a:pt x="81088" y="361971"/>
                    <a:pt x="181155" y="361971"/>
                  </a:cubicBezTo>
                  <a:cubicBezTo>
                    <a:pt x="281221" y="361971"/>
                    <a:pt x="362309" y="280959"/>
                    <a:pt x="362309" y="180986"/>
                  </a:cubicBezTo>
                  <a:cubicBezTo>
                    <a:pt x="362309" y="81012"/>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29" y="88163"/>
                    <a:pt x="349529" y="180922"/>
                  </a:cubicBezTo>
                  <a:cubicBezTo>
                    <a:pt x="349529" y="273681"/>
                    <a:pt x="274001"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971" name="Freeform 970">
              <a:extLst>
                <a:ext uri="{FF2B5EF4-FFF2-40B4-BE49-F238E27FC236}">
                  <a16:creationId xmlns:a16="http://schemas.microsoft.com/office/drawing/2014/main" id="{BB310358-465B-7A48-B28B-9205DE9377AF}"/>
                </a:ext>
              </a:extLst>
            </p:cNvPr>
            <p:cNvSpPr/>
            <p:nvPr/>
          </p:nvSpPr>
          <p:spPr>
            <a:xfrm>
              <a:off x="6849053" y="4415643"/>
              <a:ext cx="125946" cy="195350"/>
            </a:xfrm>
            <a:custGeom>
              <a:avLst/>
              <a:gdLst>
                <a:gd name="connsiteX0" fmla="*/ 108182 w 125946"/>
                <a:gd name="connsiteY0" fmla="*/ 61606 h 195350"/>
                <a:gd name="connsiteX1" fmla="*/ 102367 w 125946"/>
                <a:gd name="connsiteY1" fmla="*/ 62691 h 195350"/>
                <a:gd name="connsiteX2" fmla="*/ 85561 w 125946"/>
                <a:gd name="connsiteY2" fmla="*/ 50306 h 195350"/>
                <a:gd name="connsiteX3" fmla="*/ 79746 w 125946"/>
                <a:gd name="connsiteY3" fmla="*/ 51391 h 195350"/>
                <a:gd name="connsiteX4" fmla="*/ 62941 w 125946"/>
                <a:gd name="connsiteY4" fmla="*/ 39006 h 195350"/>
                <a:gd name="connsiteX5" fmla="*/ 58021 w 125946"/>
                <a:gd name="connsiteY5" fmla="*/ 39836 h 195350"/>
                <a:gd name="connsiteX6" fmla="*/ 58021 w 125946"/>
                <a:gd name="connsiteY6" fmla="*/ 17684 h 195350"/>
                <a:gd name="connsiteX7" fmla="*/ 40321 w 125946"/>
                <a:gd name="connsiteY7" fmla="*/ 0 h 195350"/>
                <a:gd name="connsiteX8" fmla="*/ 27732 w 125946"/>
                <a:gd name="connsiteY8" fmla="*/ 5299 h 195350"/>
                <a:gd name="connsiteX9" fmla="*/ 22621 w 125946"/>
                <a:gd name="connsiteY9" fmla="*/ 17684 h 195350"/>
                <a:gd name="connsiteX10" fmla="*/ 22621 w 125946"/>
                <a:gd name="connsiteY10" fmla="*/ 65691 h 195350"/>
                <a:gd name="connsiteX11" fmla="*/ 21087 w 125946"/>
                <a:gd name="connsiteY11" fmla="*/ 64861 h 195350"/>
                <a:gd name="connsiteX12" fmla="*/ 6838 w 125946"/>
                <a:gd name="connsiteY12" fmla="*/ 65500 h 195350"/>
                <a:gd name="connsiteX13" fmla="*/ 0 w 125946"/>
                <a:gd name="connsiteY13" fmla="*/ 77821 h 195350"/>
                <a:gd name="connsiteX14" fmla="*/ 0 w 125946"/>
                <a:gd name="connsiteY14" fmla="*/ 115486 h 195350"/>
                <a:gd name="connsiteX15" fmla="*/ 15720 w 125946"/>
                <a:gd name="connsiteY15" fmla="*/ 150598 h 195350"/>
                <a:gd name="connsiteX16" fmla="*/ 28308 w 125946"/>
                <a:gd name="connsiteY16" fmla="*/ 171985 h 195350"/>
                <a:gd name="connsiteX17" fmla="*/ 28308 w 125946"/>
                <a:gd name="connsiteY17" fmla="*/ 188902 h 195350"/>
                <a:gd name="connsiteX18" fmla="*/ 34698 w 125946"/>
                <a:gd name="connsiteY18" fmla="*/ 195286 h 195350"/>
                <a:gd name="connsiteX19" fmla="*/ 41088 w 125946"/>
                <a:gd name="connsiteY19" fmla="*/ 188902 h 195350"/>
                <a:gd name="connsiteX20" fmla="*/ 41088 w 125946"/>
                <a:gd name="connsiteY20" fmla="*/ 171985 h 195350"/>
                <a:gd name="connsiteX21" fmla="*/ 24154 w 125946"/>
                <a:gd name="connsiteY21" fmla="*/ 141022 h 195350"/>
                <a:gd name="connsiteX22" fmla="*/ 12780 w 125946"/>
                <a:gd name="connsiteY22" fmla="*/ 115486 h 195350"/>
                <a:gd name="connsiteX23" fmla="*/ 12780 w 125946"/>
                <a:gd name="connsiteY23" fmla="*/ 77821 h 195350"/>
                <a:gd name="connsiteX24" fmla="*/ 13611 w 125946"/>
                <a:gd name="connsiteY24" fmla="*/ 76353 h 195350"/>
                <a:gd name="connsiteX25" fmla="*/ 15464 w 125946"/>
                <a:gd name="connsiteY25" fmla="*/ 76289 h 195350"/>
                <a:gd name="connsiteX26" fmla="*/ 22685 w 125946"/>
                <a:gd name="connsiteY26" fmla="*/ 90653 h 195350"/>
                <a:gd name="connsiteX27" fmla="*/ 22685 w 125946"/>
                <a:gd name="connsiteY27" fmla="*/ 101952 h 195350"/>
                <a:gd name="connsiteX28" fmla="*/ 29075 w 125946"/>
                <a:gd name="connsiteY28" fmla="*/ 108336 h 195350"/>
                <a:gd name="connsiteX29" fmla="*/ 35464 w 125946"/>
                <a:gd name="connsiteY29" fmla="*/ 101952 h 195350"/>
                <a:gd name="connsiteX30" fmla="*/ 35464 w 125946"/>
                <a:gd name="connsiteY30" fmla="*/ 17748 h 195350"/>
                <a:gd name="connsiteX31" fmla="*/ 36870 w 125946"/>
                <a:gd name="connsiteY31" fmla="*/ 14364 h 195350"/>
                <a:gd name="connsiteX32" fmla="*/ 40385 w 125946"/>
                <a:gd name="connsiteY32" fmla="*/ 12832 h 195350"/>
                <a:gd name="connsiteX33" fmla="*/ 45304 w 125946"/>
                <a:gd name="connsiteY33" fmla="*/ 17748 h 195350"/>
                <a:gd name="connsiteX34" fmla="*/ 45304 w 125946"/>
                <a:gd name="connsiteY34" fmla="*/ 56754 h 195350"/>
                <a:gd name="connsiteX35" fmla="*/ 45304 w 125946"/>
                <a:gd name="connsiteY35" fmla="*/ 79353 h 195350"/>
                <a:gd name="connsiteX36" fmla="*/ 51694 w 125946"/>
                <a:gd name="connsiteY36" fmla="*/ 85737 h 195350"/>
                <a:gd name="connsiteX37" fmla="*/ 58084 w 125946"/>
                <a:gd name="connsiteY37" fmla="*/ 79353 h 195350"/>
                <a:gd name="connsiteX38" fmla="*/ 58084 w 125946"/>
                <a:gd name="connsiteY38" fmla="*/ 56754 h 195350"/>
                <a:gd name="connsiteX39" fmla="*/ 59491 w 125946"/>
                <a:gd name="connsiteY39" fmla="*/ 53370 h 195350"/>
                <a:gd name="connsiteX40" fmla="*/ 63005 w 125946"/>
                <a:gd name="connsiteY40" fmla="*/ 51838 h 195350"/>
                <a:gd name="connsiteX41" fmla="*/ 67925 w 125946"/>
                <a:gd name="connsiteY41" fmla="*/ 56754 h 195350"/>
                <a:gd name="connsiteX42" fmla="*/ 67925 w 125946"/>
                <a:gd name="connsiteY42" fmla="*/ 85035 h 195350"/>
                <a:gd name="connsiteX43" fmla="*/ 74315 w 125946"/>
                <a:gd name="connsiteY43" fmla="*/ 91419 h 195350"/>
                <a:gd name="connsiteX44" fmla="*/ 80705 w 125946"/>
                <a:gd name="connsiteY44" fmla="*/ 85035 h 195350"/>
                <a:gd name="connsiteX45" fmla="*/ 80705 w 125946"/>
                <a:gd name="connsiteY45" fmla="*/ 68053 h 195350"/>
                <a:gd name="connsiteX46" fmla="*/ 82111 w 125946"/>
                <a:gd name="connsiteY46" fmla="*/ 64670 h 195350"/>
                <a:gd name="connsiteX47" fmla="*/ 85625 w 125946"/>
                <a:gd name="connsiteY47" fmla="*/ 63138 h 195350"/>
                <a:gd name="connsiteX48" fmla="*/ 90546 w 125946"/>
                <a:gd name="connsiteY48" fmla="*/ 68053 h 195350"/>
                <a:gd name="connsiteX49" fmla="*/ 90546 w 125946"/>
                <a:gd name="connsiteY49" fmla="*/ 79353 h 195350"/>
                <a:gd name="connsiteX50" fmla="*/ 90546 w 125946"/>
                <a:gd name="connsiteY50" fmla="*/ 79417 h 195350"/>
                <a:gd name="connsiteX51" fmla="*/ 90546 w 125946"/>
                <a:gd name="connsiteY51" fmla="*/ 79417 h 195350"/>
                <a:gd name="connsiteX52" fmla="*/ 90546 w 125946"/>
                <a:gd name="connsiteY52" fmla="*/ 93909 h 195350"/>
                <a:gd name="connsiteX53" fmla="*/ 96936 w 125946"/>
                <a:gd name="connsiteY53" fmla="*/ 100293 h 195350"/>
                <a:gd name="connsiteX54" fmla="*/ 103326 w 125946"/>
                <a:gd name="connsiteY54" fmla="*/ 93909 h 195350"/>
                <a:gd name="connsiteX55" fmla="*/ 103326 w 125946"/>
                <a:gd name="connsiteY55" fmla="*/ 79417 h 195350"/>
                <a:gd name="connsiteX56" fmla="*/ 104731 w 125946"/>
                <a:gd name="connsiteY56" fmla="*/ 76033 h 195350"/>
                <a:gd name="connsiteX57" fmla="*/ 108246 w 125946"/>
                <a:gd name="connsiteY57" fmla="*/ 74501 h 195350"/>
                <a:gd name="connsiteX58" fmla="*/ 113166 w 125946"/>
                <a:gd name="connsiteY58" fmla="*/ 79417 h 195350"/>
                <a:gd name="connsiteX59" fmla="*/ 113166 w 125946"/>
                <a:gd name="connsiteY59" fmla="*/ 125573 h 195350"/>
                <a:gd name="connsiteX60" fmla="*/ 109077 w 125946"/>
                <a:gd name="connsiteY60" fmla="*/ 140831 h 195350"/>
                <a:gd name="connsiteX61" fmla="*/ 101856 w 125946"/>
                <a:gd name="connsiteY61" fmla="*/ 166367 h 195350"/>
                <a:gd name="connsiteX62" fmla="*/ 101856 w 125946"/>
                <a:gd name="connsiteY62" fmla="*/ 188966 h 195350"/>
                <a:gd name="connsiteX63" fmla="*/ 108246 w 125946"/>
                <a:gd name="connsiteY63" fmla="*/ 195350 h 195350"/>
                <a:gd name="connsiteX64" fmla="*/ 114636 w 125946"/>
                <a:gd name="connsiteY64" fmla="*/ 188966 h 195350"/>
                <a:gd name="connsiteX65" fmla="*/ 114636 w 125946"/>
                <a:gd name="connsiteY65" fmla="*/ 166367 h 195350"/>
                <a:gd name="connsiteX66" fmla="*/ 120067 w 125946"/>
                <a:gd name="connsiteY66" fmla="*/ 147406 h 195350"/>
                <a:gd name="connsiteX67" fmla="*/ 125946 w 125946"/>
                <a:gd name="connsiteY67" fmla="*/ 125573 h 195350"/>
                <a:gd name="connsiteX68" fmla="*/ 125946 w 125946"/>
                <a:gd name="connsiteY68" fmla="*/ 79417 h 195350"/>
                <a:gd name="connsiteX69" fmla="*/ 108182 w 125946"/>
                <a:gd name="connsiteY69" fmla="*/ 61606 h 19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25946" h="195350">
                  <a:moveTo>
                    <a:pt x="108182" y="61606"/>
                  </a:moveTo>
                  <a:cubicBezTo>
                    <a:pt x="106201" y="61606"/>
                    <a:pt x="104220" y="62053"/>
                    <a:pt x="102367" y="62691"/>
                  </a:cubicBezTo>
                  <a:cubicBezTo>
                    <a:pt x="100131" y="55541"/>
                    <a:pt x="93485" y="50306"/>
                    <a:pt x="85561" y="50306"/>
                  </a:cubicBezTo>
                  <a:cubicBezTo>
                    <a:pt x="83581" y="50306"/>
                    <a:pt x="81600" y="50753"/>
                    <a:pt x="79746" y="51391"/>
                  </a:cubicBezTo>
                  <a:cubicBezTo>
                    <a:pt x="77510" y="44241"/>
                    <a:pt x="70864" y="39006"/>
                    <a:pt x="62941" y="39006"/>
                  </a:cubicBezTo>
                  <a:cubicBezTo>
                    <a:pt x="61279" y="39006"/>
                    <a:pt x="59619" y="39326"/>
                    <a:pt x="58021" y="39836"/>
                  </a:cubicBezTo>
                  <a:lnTo>
                    <a:pt x="58021" y="17684"/>
                  </a:lnTo>
                  <a:cubicBezTo>
                    <a:pt x="58021" y="7916"/>
                    <a:pt x="50097" y="0"/>
                    <a:pt x="40321" y="0"/>
                  </a:cubicBezTo>
                  <a:cubicBezTo>
                    <a:pt x="35720" y="0"/>
                    <a:pt x="31119" y="1915"/>
                    <a:pt x="27732" y="5299"/>
                  </a:cubicBezTo>
                  <a:cubicBezTo>
                    <a:pt x="24410" y="8619"/>
                    <a:pt x="22557" y="13024"/>
                    <a:pt x="22621" y="17684"/>
                  </a:cubicBezTo>
                  <a:lnTo>
                    <a:pt x="22621" y="65691"/>
                  </a:lnTo>
                  <a:cubicBezTo>
                    <a:pt x="22110" y="65372"/>
                    <a:pt x="21598" y="65053"/>
                    <a:pt x="21087" y="64861"/>
                  </a:cubicBezTo>
                  <a:cubicBezTo>
                    <a:pt x="16487" y="62563"/>
                    <a:pt x="11182" y="62819"/>
                    <a:pt x="6838" y="65500"/>
                  </a:cubicBezTo>
                  <a:cubicBezTo>
                    <a:pt x="2556" y="68181"/>
                    <a:pt x="0" y="72778"/>
                    <a:pt x="0" y="77821"/>
                  </a:cubicBezTo>
                  <a:lnTo>
                    <a:pt x="0" y="115486"/>
                  </a:lnTo>
                  <a:cubicBezTo>
                    <a:pt x="0" y="128893"/>
                    <a:pt x="5879" y="142044"/>
                    <a:pt x="15720" y="150598"/>
                  </a:cubicBezTo>
                  <a:cubicBezTo>
                    <a:pt x="22493" y="156471"/>
                    <a:pt x="28308" y="161579"/>
                    <a:pt x="28308" y="171985"/>
                  </a:cubicBezTo>
                  <a:lnTo>
                    <a:pt x="28308" y="188902"/>
                  </a:lnTo>
                  <a:cubicBezTo>
                    <a:pt x="28308" y="192413"/>
                    <a:pt x="31183" y="195286"/>
                    <a:pt x="34698" y="195286"/>
                  </a:cubicBezTo>
                  <a:cubicBezTo>
                    <a:pt x="38212" y="195286"/>
                    <a:pt x="41088" y="192413"/>
                    <a:pt x="41088" y="188902"/>
                  </a:cubicBezTo>
                  <a:lnTo>
                    <a:pt x="41088" y="171985"/>
                  </a:lnTo>
                  <a:cubicBezTo>
                    <a:pt x="41088" y="155769"/>
                    <a:pt x="31695" y="147598"/>
                    <a:pt x="24154" y="141022"/>
                  </a:cubicBezTo>
                  <a:cubicBezTo>
                    <a:pt x="21470" y="138724"/>
                    <a:pt x="12780" y="129978"/>
                    <a:pt x="12780" y="115486"/>
                  </a:cubicBezTo>
                  <a:lnTo>
                    <a:pt x="12780" y="77821"/>
                  </a:lnTo>
                  <a:cubicBezTo>
                    <a:pt x="12780" y="77055"/>
                    <a:pt x="13228" y="76608"/>
                    <a:pt x="13611" y="76353"/>
                  </a:cubicBezTo>
                  <a:cubicBezTo>
                    <a:pt x="13930" y="76161"/>
                    <a:pt x="14633" y="75842"/>
                    <a:pt x="15464" y="76289"/>
                  </a:cubicBezTo>
                  <a:cubicBezTo>
                    <a:pt x="21406" y="79225"/>
                    <a:pt x="22685" y="85737"/>
                    <a:pt x="22685" y="90653"/>
                  </a:cubicBezTo>
                  <a:lnTo>
                    <a:pt x="22685" y="101952"/>
                  </a:lnTo>
                  <a:cubicBezTo>
                    <a:pt x="22685" y="105464"/>
                    <a:pt x="25560" y="108336"/>
                    <a:pt x="29075" y="108336"/>
                  </a:cubicBezTo>
                  <a:cubicBezTo>
                    <a:pt x="32589" y="108336"/>
                    <a:pt x="35464" y="105464"/>
                    <a:pt x="35464" y="101952"/>
                  </a:cubicBezTo>
                  <a:lnTo>
                    <a:pt x="35464" y="17748"/>
                  </a:lnTo>
                  <a:cubicBezTo>
                    <a:pt x="35464" y="16152"/>
                    <a:pt x="36231" y="15003"/>
                    <a:pt x="36870" y="14364"/>
                  </a:cubicBezTo>
                  <a:cubicBezTo>
                    <a:pt x="37829" y="13407"/>
                    <a:pt x="39170" y="12832"/>
                    <a:pt x="40385" y="12832"/>
                  </a:cubicBezTo>
                  <a:cubicBezTo>
                    <a:pt x="42365" y="12832"/>
                    <a:pt x="45304" y="14556"/>
                    <a:pt x="45304" y="17748"/>
                  </a:cubicBezTo>
                  <a:lnTo>
                    <a:pt x="45304" y="56754"/>
                  </a:lnTo>
                  <a:lnTo>
                    <a:pt x="45304" y="79353"/>
                  </a:lnTo>
                  <a:cubicBezTo>
                    <a:pt x="45304" y="82864"/>
                    <a:pt x="48180" y="85737"/>
                    <a:pt x="51694" y="85737"/>
                  </a:cubicBezTo>
                  <a:cubicBezTo>
                    <a:pt x="55209" y="85737"/>
                    <a:pt x="58084" y="82864"/>
                    <a:pt x="58084" y="79353"/>
                  </a:cubicBezTo>
                  <a:lnTo>
                    <a:pt x="58084" y="56754"/>
                  </a:lnTo>
                  <a:cubicBezTo>
                    <a:pt x="58084" y="55158"/>
                    <a:pt x="58852" y="54009"/>
                    <a:pt x="59491" y="53370"/>
                  </a:cubicBezTo>
                  <a:cubicBezTo>
                    <a:pt x="60449" y="52413"/>
                    <a:pt x="61791" y="51838"/>
                    <a:pt x="63005" y="51838"/>
                  </a:cubicBezTo>
                  <a:cubicBezTo>
                    <a:pt x="64986" y="51838"/>
                    <a:pt x="67925" y="53562"/>
                    <a:pt x="67925" y="56754"/>
                  </a:cubicBezTo>
                  <a:lnTo>
                    <a:pt x="67925" y="85035"/>
                  </a:lnTo>
                  <a:cubicBezTo>
                    <a:pt x="67925" y="88546"/>
                    <a:pt x="70801" y="91419"/>
                    <a:pt x="74315" y="91419"/>
                  </a:cubicBezTo>
                  <a:cubicBezTo>
                    <a:pt x="77830" y="91419"/>
                    <a:pt x="80705" y="88546"/>
                    <a:pt x="80705" y="85035"/>
                  </a:cubicBezTo>
                  <a:lnTo>
                    <a:pt x="80705" y="68053"/>
                  </a:lnTo>
                  <a:cubicBezTo>
                    <a:pt x="80705" y="66457"/>
                    <a:pt x="81472" y="65308"/>
                    <a:pt x="82111" y="64670"/>
                  </a:cubicBezTo>
                  <a:cubicBezTo>
                    <a:pt x="83069" y="63712"/>
                    <a:pt x="84412" y="63138"/>
                    <a:pt x="85625" y="63138"/>
                  </a:cubicBezTo>
                  <a:cubicBezTo>
                    <a:pt x="87607" y="63138"/>
                    <a:pt x="90546" y="64861"/>
                    <a:pt x="90546" y="68053"/>
                  </a:cubicBezTo>
                  <a:lnTo>
                    <a:pt x="90546" y="79353"/>
                  </a:lnTo>
                  <a:cubicBezTo>
                    <a:pt x="90546" y="79353"/>
                    <a:pt x="90546" y="79353"/>
                    <a:pt x="90546" y="79417"/>
                  </a:cubicBezTo>
                  <a:cubicBezTo>
                    <a:pt x="90546" y="79417"/>
                    <a:pt x="90546" y="79417"/>
                    <a:pt x="90546" y="79417"/>
                  </a:cubicBezTo>
                  <a:lnTo>
                    <a:pt x="90546" y="93909"/>
                  </a:lnTo>
                  <a:cubicBezTo>
                    <a:pt x="90546" y="97420"/>
                    <a:pt x="93421" y="100293"/>
                    <a:pt x="96936" y="100293"/>
                  </a:cubicBezTo>
                  <a:cubicBezTo>
                    <a:pt x="100450" y="100293"/>
                    <a:pt x="103326" y="97420"/>
                    <a:pt x="103326" y="93909"/>
                  </a:cubicBezTo>
                  <a:lnTo>
                    <a:pt x="103326" y="79417"/>
                  </a:lnTo>
                  <a:cubicBezTo>
                    <a:pt x="103326" y="77821"/>
                    <a:pt x="104092" y="76672"/>
                    <a:pt x="104731" y="76033"/>
                  </a:cubicBezTo>
                  <a:cubicBezTo>
                    <a:pt x="105690" y="75076"/>
                    <a:pt x="107031" y="74501"/>
                    <a:pt x="108246" y="74501"/>
                  </a:cubicBezTo>
                  <a:cubicBezTo>
                    <a:pt x="110226" y="74501"/>
                    <a:pt x="113166" y="76225"/>
                    <a:pt x="113166" y="79417"/>
                  </a:cubicBezTo>
                  <a:lnTo>
                    <a:pt x="113166" y="125573"/>
                  </a:lnTo>
                  <a:cubicBezTo>
                    <a:pt x="113166" y="131127"/>
                    <a:pt x="111760" y="136426"/>
                    <a:pt x="109077" y="140831"/>
                  </a:cubicBezTo>
                  <a:cubicBezTo>
                    <a:pt x="102175" y="152322"/>
                    <a:pt x="101856" y="156344"/>
                    <a:pt x="101856" y="166367"/>
                  </a:cubicBezTo>
                  <a:lnTo>
                    <a:pt x="101856" y="188966"/>
                  </a:lnTo>
                  <a:cubicBezTo>
                    <a:pt x="101856" y="192477"/>
                    <a:pt x="104731" y="195350"/>
                    <a:pt x="108246" y="195350"/>
                  </a:cubicBezTo>
                  <a:cubicBezTo>
                    <a:pt x="111760" y="195350"/>
                    <a:pt x="114636" y="192477"/>
                    <a:pt x="114636" y="188966"/>
                  </a:cubicBezTo>
                  <a:lnTo>
                    <a:pt x="114636" y="166367"/>
                  </a:lnTo>
                  <a:cubicBezTo>
                    <a:pt x="114636" y="157940"/>
                    <a:pt x="114636" y="156408"/>
                    <a:pt x="120067" y="147406"/>
                  </a:cubicBezTo>
                  <a:cubicBezTo>
                    <a:pt x="123901" y="141022"/>
                    <a:pt x="125946" y="133425"/>
                    <a:pt x="125946" y="125573"/>
                  </a:cubicBezTo>
                  <a:lnTo>
                    <a:pt x="125946" y="79417"/>
                  </a:lnTo>
                  <a:cubicBezTo>
                    <a:pt x="125882" y="69522"/>
                    <a:pt x="117959" y="61606"/>
                    <a:pt x="108182" y="61606"/>
                  </a:cubicBezTo>
                  <a:close/>
                </a:path>
              </a:pathLst>
            </a:custGeom>
            <a:solidFill>
              <a:srgbClr val="00A3E0"/>
            </a:solidFill>
            <a:ln w="6390" cap="flat">
              <a:noFill/>
              <a:prstDash val="solid"/>
              <a:miter/>
            </a:ln>
          </p:spPr>
          <p:txBody>
            <a:bodyPr rtlCol="0" anchor="ctr"/>
            <a:lstStyle/>
            <a:p>
              <a:endParaRPr lang="en-US"/>
            </a:p>
          </p:txBody>
        </p:sp>
        <p:sp>
          <p:nvSpPr>
            <p:cNvPr id="972" name="Freeform 971">
              <a:extLst>
                <a:ext uri="{FF2B5EF4-FFF2-40B4-BE49-F238E27FC236}">
                  <a16:creationId xmlns:a16="http://schemas.microsoft.com/office/drawing/2014/main" id="{8FE04DF8-CF4A-934E-A61E-5809E72BD2A5}"/>
                </a:ext>
              </a:extLst>
            </p:cNvPr>
            <p:cNvSpPr/>
            <p:nvPr/>
          </p:nvSpPr>
          <p:spPr>
            <a:xfrm>
              <a:off x="6987460" y="4374531"/>
              <a:ext cx="28115" cy="28089"/>
            </a:xfrm>
            <a:custGeom>
              <a:avLst/>
              <a:gdLst>
                <a:gd name="connsiteX0" fmla="*/ 14058 w 28115"/>
                <a:gd name="connsiteY0" fmla="*/ 0 h 28089"/>
                <a:gd name="connsiteX1" fmla="*/ 0 w 28115"/>
                <a:gd name="connsiteY1" fmla="*/ 14045 h 28089"/>
                <a:gd name="connsiteX2" fmla="*/ 14058 w 28115"/>
                <a:gd name="connsiteY2" fmla="*/ 28090 h 28089"/>
                <a:gd name="connsiteX3" fmla="*/ 28116 w 28115"/>
                <a:gd name="connsiteY3" fmla="*/ 14045 h 28089"/>
                <a:gd name="connsiteX4" fmla="*/ 14058 w 28115"/>
                <a:gd name="connsiteY4" fmla="*/ 0 h 28089"/>
                <a:gd name="connsiteX5" fmla="*/ 14058 w 28115"/>
                <a:gd name="connsiteY5" fmla="*/ 15322 h 28089"/>
                <a:gd name="connsiteX6" fmla="*/ 12780 w 28115"/>
                <a:gd name="connsiteY6" fmla="*/ 14045 h 28089"/>
                <a:gd name="connsiteX7" fmla="*/ 14058 w 28115"/>
                <a:gd name="connsiteY7" fmla="*/ 12768 h 28089"/>
                <a:gd name="connsiteX8" fmla="*/ 15336 w 28115"/>
                <a:gd name="connsiteY8" fmla="*/ 14045 h 28089"/>
                <a:gd name="connsiteX9" fmla="*/ 14058 w 28115"/>
                <a:gd name="connsiteY9" fmla="*/ 15322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115" h="28089">
                  <a:moveTo>
                    <a:pt x="14058" y="0"/>
                  </a:moveTo>
                  <a:cubicBezTo>
                    <a:pt x="6326" y="0"/>
                    <a:pt x="0" y="6257"/>
                    <a:pt x="0" y="14045"/>
                  </a:cubicBezTo>
                  <a:cubicBezTo>
                    <a:pt x="0" y="21770"/>
                    <a:pt x="6262" y="28090"/>
                    <a:pt x="14058" y="28090"/>
                  </a:cubicBezTo>
                  <a:cubicBezTo>
                    <a:pt x="21790" y="28090"/>
                    <a:pt x="28116" y="21834"/>
                    <a:pt x="28116" y="14045"/>
                  </a:cubicBezTo>
                  <a:cubicBezTo>
                    <a:pt x="28116" y="6257"/>
                    <a:pt x="21790" y="0"/>
                    <a:pt x="14058" y="0"/>
                  </a:cubicBezTo>
                  <a:close/>
                  <a:moveTo>
                    <a:pt x="14058" y="15322"/>
                  </a:moveTo>
                  <a:cubicBezTo>
                    <a:pt x="13355" y="15322"/>
                    <a:pt x="12780" y="14747"/>
                    <a:pt x="12780" y="14045"/>
                  </a:cubicBezTo>
                  <a:cubicBezTo>
                    <a:pt x="12780" y="13343"/>
                    <a:pt x="13355" y="12768"/>
                    <a:pt x="14058" y="12768"/>
                  </a:cubicBezTo>
                  <a:cubicBezTo>
                    <a:pt x="14760" y="12768"/>
                    <a:pt x="15336" y="13343"/>
                    <a:pt x="15336" y="14045"/>
                  </a:cubicBezTo>
                  <a:cubicBezTo>
                    <a:pt x="15336" y="14747"/>
                    <a:pt x="14760" y="15322"/>
                    <a:pt x="14058" y="15322"/>
                  </a:cubicBezTo>
                  <a:close/>
                </a:path>
              </a:pathLst>
            </a:custGeom>
            <a:solidFill>
              <a:srgbClr val="00A3E0"/>
            </a:solidFill>
            <a:ln w="6390" cap="flat">
              <a:noFill/>
              <a:prstDash val="solid"/>
              <a:miter/>
            </a:ln>
          </p:spPr>
          <p:txBody>
            <a:bodyPr rtlCol="0" anchor="ctr"/>
            <a:lstStyle/>
            <a:p>
              <a:endParaRPr lang="en-US"/>
            </a:p>
          </p:txBody>
        </p:sp>
        <p:sp>
          <p:nvSpPr>
            <p:cNvPr id="973" name="Freeform 972">
              <a:extLst>
                <a:ext uri="{FF2B5EF4-FFF2-40B4-BE49-F238E27FC236}">
                  <a16:creationId xmlns:a16="http://schemas.microsoft.com/office/drawing/2014/main" id="{070F83DD-12EE-9642-A389-3E767F0848E5}"/>
                </a:ext>
              </a:extLst>
            </p:cNvPr>
            <p:cNvSpPr/>
            <p:nvPr/>
          </p:nvSpPr>
          <p:spPr>
            <a:xfrm>
              <a:off x="6987460" y="4424389"/>
              <a:ext cx="28115" cy="28089"/>
            </a:xfrm>
            <a:custGeom>
              <a:avLst/>
              <a:gdLst>
                <a:gd name="connsiteX0" fmla="*/ 14058 w 28115"/>
                <a:gd name="connsiteY0" fmla="*/ 0 h 28089"/>
                <a:gd name="connsiteX1" fmla="*/ 0 w 28115"/>
                <a:gd name="connsiteY1" fmla="*/ 14045 h 28089"/>
                <a:gd name="connsiteX2" fmla="*/ 14058 w 28115"/>
                <a:gd name="connsiteY2" fmla="*/ 28090 h 28089"/>
                <a:gd name="connsiteX3" fmla="*/ 28116 w 28115"/>
                <a:gd name="connsiteY3" fmla="*/ 14045 h 28089"/>
                <a:gd name="connsiteX4" fmla="*/ 14058 w 28115"/>
                <a:gd name="connsiteY4" fmla="*/ 0 h 28089"/>
                <a:gd name="connsiteX5" fmla="*/ 14058 w 28115"/>
                <a:gd name="connsiteY5" fmla="*/ 15258 h 28089"/>
                <a:gd name="connsiteX6" fmla="*/ 12780 w 28115"/>
                <a:gd name="connsiteY6" fmla="*/ 13981 h 28089"/>
                <a:gd name="connsiteX7" fmla="*/ 14058 w 28115"/>
                <a:gd name="connsiteY7" fmla="*/ 12704 h 28089"/>
                <a:gd name="connsiteX8" fmla="*/ 15336 w 28115"/>
                <a:gd name="connsiteY8" fmla="*/ 13981 h 28089"/>
                <a:gd name="connsiteX9" fmla="*/ 14058 w 28115"/>
                <a:gd name="connsiteY9" fmla="*/ 15258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115" h="28089">
                  <a:moveTo>
                    <a:pt x="14058" y="0"/>
                  </a:moveTo>
                  <a:cubicBezTo>
                    <a:pt x="6326" y="0"/>
                    <a:pt x="0" y="6257"/>
                    <a:pt x="0" y="14045"/>
                  </a:cubicBezTo>
                  <a:cubicBezTo>
                    <a:pt x="0" y="21770"/>
                    <a:pt x="6262" y="28090"/>
                    <a:pt x="14058" y="28090"/>
                  </a:cubicBezTo>
                  <a:cubicBezTo>
                    <a:pt x="21790" y="28090"/>
                    <a:pt x="28116" y="21834"/>
                    <a:pt x="28116" y="14045"/>
                  </a:cubicBezTo>
                  <a:cubicBezTo>
                    <a:pt x="28116" y="6257"/>
                    <a:pt x="21790" y="0"/>
                    <a:pt x="14058" y="0"/>
                  </a:cubicBezTo>
                  <a:close/>
                  <a:moveTo>
                    <a:pt x="14058" y="15258"/>
                  </a:moveTo>
                  <a:cubicBezTo>
                    <a:pt x="13355" y="15258"/>
                    <a:pt x="12780" y="14683"/>
                    <a:pt x="12780" y="13981"/>
                  </a:cubicBezTo>
                  <a:cubicBezTo>
                    <a:pt x="12780" y="13279"/>
                    <a:pt x="13355" y="12704"/>
                    <a:pt x="14058" y="12704"/>
                  </a:cubicBezTo>
                  <a:cubicBezTo>
                    <a:pt x="14760" y="12704"/>
                    <a:pt x="15336" y="13279"/>
                    <a:pt x="15336" y="13981"/>
                  </a:cubicBezTo>
                  <a:cubicBezTo>
                    <a:pt x="15336" y="14747"/>
                    <a:pt x="14760" y="15258"/>
                    <a:pt x="14058" y="15258"/>
                  </a:cubicBezTo>
                  <a:close/>
                </a:path>
              </a:pathLst>
            </a:custGeom>
            <a:solidFill>
              <a:srgbClr val="00A3E0"/>
            </a:solidFill>
            <a:ln w="6390" cap="flat">
              <a:noFill/>
              <a:prstDash val="solid"/>
              <a:miter/>
            </a:ln>
          </p:spPr>
          <p:txBody>
            <a:bodyPr rtlCol="0" anchor="ctr"/>
            <a:lstStyle/>
            <a:p>
              <a:endParaRPr lang="en-US"/>
            </a:p>
          </p:txBody>
        </p:sp>
        <p:sp>
          <p:nvSpPr>
            <p:cNvPr id="974" name="Freeform 973">
              <a:extLst>
                <a:ext uri="{FF2B5EF4-FFF2-40B4-BE49-F238E27FC236}">
                  <a16:creationId xmlns:a16="http://schemas.microsoft.com/office/drawing/2014/main" id="{6CA6A089-7B82-EF48-AA8E-F2189D44D4DA}"/>
                </a:ext>
              </a:extLst>
            </p:cNvPr>
            <p:cNvSpPr/>
            <p:nvPr/>
          </p:nvSpPr>
          <p:spPr>
            <a:xfrm>
              <a:off x="6987460" y="4474184"/>
              <a:ext cx="28115" cy="28089"/>
            </a:xfrm>
            <a:custGeom>
              <a:avLst/>
              <a:gdLst>
                <a:gd name="connsiteX0" fmla="*/ 14058 w 28115"/>
                <a:gd name="connsiteY0" fmla="*/ 0 h 28089"/>
                <a:gd name="connsiteX1" fmla="*/ 0 w 28115"/>
                <a:gd name="connsiteY1" fmla="*/ 14045 h 28089"/>
                <a:gd name="connsiteX2" fmla="*/ 14058 w 28115"/>
                <a:gd name="connsiteY2" fmla="*/ 28090 h 28089"/>
                <a:gd name="connsiteX3" fmla="*/ 28116 w 28115"/>
                <a:gd name="connsiteY3" fmla="*/ 14045 h 28089"/>
                <a:gd name="connsiteX4" fmla="*/ 14058 w 28115"/>
                <a:gd name="connsiteY4" fmla="*/ 0 h 28089"/>
                <a:gd name="connsiteX5" fmla="*/ 14058 w 28115"/>
                <a:gd name="connsiteY5" fmla="*/ 15322 h 28089"/>
                <a:gd name="connsiteX6" fmla="*/ 12780 w 28115"/>
                <a:gd name="connsiteY6" fmla="*/ 14045 h 28089"/>
                <a:gd name="connsiteX7" fmla="*/ 14058 w 28115"/>
                <a:gd name="connsiteY7" fmla="*/ 12768 h 28089"/>
                <a:gd name="connsiteX8" fmla="*/ 15336 w 28115"/>
                <a:gd name="connsiteY8" fmla="*/ 14045 h 28089"/>
                <a:gd name="connsiteX9" fmla="*/ 14058 w 28115"/>
                <a:gd name="connsiteY9" fmla="*/ 15322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115" h="28089">
                  <a:moveTo>
                    <a:pt x="14058" y="0"/>
                  </a:moveTo>
                  <a:cubicBezTo>
                    <a:pt x="6326" y="0"/>
                    <a:pt x="0" y="6257"/>
                    <a:pt x="0" y="14045"/>
                  </a:cubicBezTo>
                  <a:cubicBezTo>
                    <a:pt x="0" y="21770"/>
                    <a:pt x="6262" y="28090"/>
                    <a:pt x="14058" y="28090"/>
                  </a:cubicBezTo>
                  <a:cubicBezTo>
                    <a:pt x="21790" y="28090"/>
                    <a:pt x="28116" y="21834"/>
                    <a:pt x="28116" y="14045"/>
                  </a:cubicBezTo>
                  <a:cubicBezTo>
                    <a:pt x="28116" y="6320"/>
                    <a:pt x="21790" y="0"/>
                    <a:pt x="14058" y="0"/>
                  </a:cubicBezTo>
                  <a:close/>
                  <a:moveTo>
                    <a:pt x="14058" y="15322"/>
                  </a:moveTo>
                  <a:cubicBezTo>
                    <a:pt x="13355" y="15322"/>
                    <a:pt x="12780" y="14747"/>
                    <a:pt x="12780" y="14045"/>
                  </a:cubicBezTo>
                  <a:cubicBezTo>
                    <a:pt x="12780" y="13343"/>
                    <a:pt x="13355" y="12768"/>
                    <a:pt x="14058" y="12768"/>
                  </a:cubicBezTo>
                  <a:cubicBezTo>
                    <a:pt x="14760" y="12768"/>
                    <a:pt x="15336" y="13343"/>
                    <a:pt x="15336" y="14045"/>
                  </a:cubicBezTo>
                  <a:cubicBezTo>
                    <a:pt x="15336" y="14747"/>
                    <a:pt x="14760" y="15322"/>
                    <a:pt x="14058" y="15322"/>
                  </a:cubicBezTo>
                  <a:close/>
                </a:path>
              </a:pathLst>
            </a:custGeom>
            <a:solidFill>
              <a:srgbClr val="00A3E0"/>
            </a:solidFill>
            <a:ln w="6390" cap="flat">
              <a:noFill/>
              <a:prstDash val="solid"/>
              <a:miter/>
            </a:ln>
          </p:spPr>
          <p:txBody>
            <a:bodyPr rtlCol="0" anchor="ctr"/>
            <a:lstStyle/>
            <a:p>
              <a:endParaRPr lang="en-US"/>
            </a:p>
          </p:txBody>
        </p:sp>
        <p:sp>
          <p:nvSpPr>
            <p:cNvPr id="975" name="Freeform 974">
              <a:extLst>
                <a:ext uri="{FF2B5EF4-FFF2-40B4-BE49-F238E27FC236}">
                  <a16:creationId xmlns:a16="http://schemas.microsoft.com/office/drawing/2014/main" id="{87445572-4FF5-784C-811A-AD4B592065E1}"/>
                </a:ext>
              </a:extLst>
            </p:cNvPr>
            <p:cNvSpPr/>
            <p:nvPr/>
          </p:nvSpPr>
          <p:spPr>
            <a:xfrm>
              <a:off x="6937746" y="4374531"/>
              <a:ext cx="28115" cy="28089"/>
            </a:xfrm>
            <a:custGeom>
              <a:avLst/>
              <a:gdLst>
                <a:gd name="connsiteX0" fmla="*/ 14058 w 28115"/>
                <a:gd name="connsiteY0" fmla="*/ 28090 h 28089"/>
                <a:gd name="connsiteX1" fmla="*/ 28116 w 28115"/>
                <a:gd name="connsiteY1" fmla="*/ 14045 h 28089"/>
                <a:gd name="connsiteX2" fmla="*/ 14058 w 28115"/>
                <a:gd name="connsiteY2" fmla="*/ 0 h 28089"/>
                <a:gd name="connsiteX3" fmla="*/ 0 w 28115"/>
                <a:gd name="connsiteY3" fmla="*/ 14045 h 28089"/>
                <a:gd name="connsiteX4" fmla="*/ 14058 w 28115"/>
                <a:gd name="connsiteY4" fmla="*/ 28090 h 28089"/>
                <a:gd name="connsiteX5" fmla="*/ 14058 w 28115"/>
                <a:gd name="connsiteY5" fmla="*/ 12768 h 28089"/>
                <a:gd name="connsiteX6" fmla="*/ 15336 w 28115"/>
                <a:gd name="connsiteY6" fmla="*/ 14045 h 28089"/>
                <a:gd name="connsiteX7" fmla="*/ 14058 w 28115"/>
                <a:gd name="connsiteY7" fmla="*/ 15322 h 28089"/>
                <a:gd name="connsiteX8" fmla="*/ 12780 w 28115"/>
                <a:gd name="connsiteY8" fmla="*/ 14045 h 28089"/>
                <a:gd name="connsiteX9" fmla="*/ 14058 w 28115"/>
                <a:gd name="connsiteY9" fmla="*/ 12768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115" h="28089">
                  <a:moveTo>
                    <a:pt x="14058" y="28090"/>
                  </a:moveTo>
                  <a:cubicBezTo>
                    <a:pt x="21790" y="28090"/>
                    <a:pt x="28116" y="21834"/>
                    <a:pt x="28116" y="14045"/>
                  </a:cubicBezTo>
                  <a:cubicBezTo>
                    <a:pt x="28116" y="6320"/>
                    <a:pt x="21854" y="0"/>
                    <a:pt x="14058" y="0"/>
                  </a:cubicBezTo>
                  <a:cubicBezTo>
                    <a:pt x="6326" y="0"/>
                    <a:pt x="0" y="6257"/>
                    <a:pt x="0" y="14045"/>
                  </a:cubicBezTo>
                  <a:cubicBezTo>
                    <a:pt x="0" y="21770"/>
                    <a:pt x="6262" y="28090"/>
                    <a:pt x="14058" y="28090"/>
                  </a:cubicBezTo>
                  <a:close/>
                  <a:moveTo>
                    <a:pt x="14058" y="12768"/>
                  </a:moveTo>
                  <a:cubicBezTo>
                    <a:pt x="14761" y="12768"/>
                    <a:pt x="15336" y="13343"/>
                    <a:pt x="15336" y="14045"/>
                  </a:cubicBezTo>
                  <a:cubicBezTo>
                    <a:pt x="15336" y="14747"/>
                    <a:pt x="14761" y="15322"/>
                    <a:pt x="14058" y="15322"/>
                  </a:cubicBezTo>
                  <a:cubicBezTo>
                    <a:pt x="13355" y="15322"/>
                    <a:pt x="12780" y="14747"/>
                    <a:pt x="12780" y="14045"/>
                  </a:cubicBezTo>
                  <a:cubicBezTo>
                    <a:pt x="12780" y="13343"/>
                    <a:pt x="13355" y="12768"/>
                    <a:pt x="14058" y="12768"/>
                  </a:cubicBezTo>
                  <a:close/>
                </a:path>
              </a:pathLst>
            </a:custGeom>
            <a:solidFill>
              <a:srgbClr val="00A3E0"/>
            </a:solidFill>
            <a:ln w="6390" cap="flat">
              <a:noFill/>
              <a:prstDash val="solid"/>
              <a:miter/>
            </a:ln>
          </p:spPr>
          <p:txBody>
            <a:bodyPr rtlCol="0" anchor="ctr"/>
            <a:lstStyle/>
            <a:p>
              <a:endParaRPr lang="en-US"/>
            </a:p>
          </p:txBody>
        </p:sp>
        <p:sp>
          <p:nvSpPr>
            <p:cNvPr id="976" name="Freeform 975">
              <a:extLst>
                <a:ext uri="{FF2B5EF4-FFF2-40B4-BE49-F238E27FC236}">
                  <a16:creationId xmlns:a16="http://schemas.microsoft.com/office/drawing/2014/main" id="{8C76BF02-90A0-0A49-B0A9-352E0094194A}"/>
                </a:ext>
              </a:extLst>
            </p:cNvPr>
            <p:cNvSpPr/>
            <p:nvPr/>
          </p:nvSpPr>
          <p:spPr>
            <a:xfrm>
              <a:off x="6937746" y="4424326"/>
              <a:ext cx="28115" cy="28089"/>
            </a:xfrm>
            <a:custGeom>
              <a:avLst/>
              <a:gdLst>
                <a:gd name="connsiteX0" fmla="*/ 14058 w 28115"/>
                <a:gd name="connsiteY0" fmla="*/ 28090 h 28089"/>
                <a:gd name="connsiteX1" fmla="*/ 28116 w 28115"/>
                <a:gd name="connsiteY1" fmla="*/ 14045 h 28089"/>
                <a:gd name="connsiteX2" fmla="*/ 14058 w 28115"/>
                <a:gd name="connsiteY2" fmla="*/ 0 h 28089"/>
                <a:gd name="connsiteX3" fmla="*/ 0 w 28115"/>
                <a:gd name="connsiteY3" fmla="*/ 14045 h 28089"/>
                <a:gd name="connsiteX4" fmla="*/ 14058 w 28115"/>
                <a:gd name="connsiteY4" fmla="*/ 28090 h 28089"/>
                <a:gd name="connsiteX5" fmla="*/ 14058 w 28115"/>
                <a:gd name="connsiteY5" fmla="*/ 12832 h 28089"/>
                <a:gd name="connsiteX6" fmla="*/ 15336 w 28115"/>
                <a:gd name="connsiteY6" fmla="*/ 14109 h 28089"/>
                <a:gd name="connsiteX7" fmla="*/ 14058 w 28115"/>
                <a:gd name="connsiteY7" fmla="*/ 15386 h 28089"/>
                <a:gd name="connsiteX8" fmla="*/ 12780 w 28115"/>
                <a:gd name="connsiteY8" fmla="*/ 14109 h 28089"/>
                <a:gd name="connsiteX9" fmla="*/ 14058 w 28115"/>
                <a:gd name="connsiteY9" fmla="*/ 12832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115" h="28089">
                  <a:moveTo>
                    <a:pt x="14058" y="28090"/>
                  </a:moveTo>
                  <a:cubicBezTo>
                    <a:pt x="21790" y="28090"/>
                    <a:pt x="28116" y="21834"/>
                    <a:pt x="28116" y="14045"/>
                  </a:cubicBezTo>
                  <a:cubicBezTo>
                    <a:pt x="28116" y="6320"/>
                    <a:pt x="21854" y="0"/>
                    <a:pt x="14058" y="0"/>
                  </a:cubicBezTo>
                  <a:cubicBezTo>
                    <a:pt x="6326" y="0"/>
                    <a:pt x="0" y="6257"/>
                    <a:pt x="0" y="14045"/>
                  </a:cubicBezTo>
                  <a:cubicBezTo>
                    <a:pt x="0" y="21834"/>
                    <a:pt x="6262" y="28090"/>
                    <a:pt x="14058" y="28090"/>
                  </a:cubicBezTo>
                  <a:close/>
                  <a:moveTo>
                    <a:pt x="14058" y="12832"/>
                  </a:moveTo>
                  <a:cubicBezTo>
                    <a:pt x="14761" y="12832"/>
                    <a:pt x="15336" y="13407"/>
                    <a:pt x="15336" y="14109"/>
                  </a:cubicBezTo>
                  <a:cubicBezTo>
                    <a:pt x="15336" y="14811"/>
                    <a:pt x="14761" y="15386"/>
                    <a:pt x="14058" y="15386"/>
                  </a:cubicBezTo>
                  <a:cubicBezTo>
                    <a:pt x="13355" y="15386"/>
                    <a:pt x="12780" y="14811"/>
                    <a:pt x="12780" y="14109"/>
                  </a:cubicBezTo>
                  <a:cubicBezTo>
                    <a:pt x="12780" y="13407"/>
                    <a:pt x="13355" y="12832"/>
                    <a:pt x="14058" y="12832"/>
                  </a:cubicBezTo>
                  <a:close/>
                </a:path>
              </a:pathLst>
            </a:custGeom>
            <a:solidFill>
              <a:srgbClr val="00A3E0"/>
            </a:solidFill>
            <a:ln w="6390" cap="flat">
              <a:noFill/>
              <a:prstDash val="solid"/>
              <a:miter/>
            </a:ln>
          </p:spPr>
          <p:txBody>
            <a:bodyPr rtlCol="0" anchor="ctr"/>
            <a:lstStyle/>
            <a:p>
              <a:endParaRPr lang="en-US"/>
            </a:p>
          </p:txBody>
        </p:sp>
        <p:sp>
          <p:nvSpPr>
            <p:cNvPr id="977" name="Freeform 976">
              <a:extLst>
                <a:ext uri="{FF2B5EF4-FFF2-40B4-BE49-F238E27FC236}">
                  <a16:creationId xmlns:a16="http://schemas.microsoft.com/office/drawing/2014/main" id="{F465C5C6-500E-6B46-965A-E4D1B803FCB2}"/>
                </a:ext>
              </a:extLst>
            </p:cNvPr>
            <p:cNvSpPr/>
            <p:nvPr/>
          </p:nvSpPr>
          <p:spPr>
            <a:xfrm>
              <a:off x="6888032" y="4374531"/>
              <a:ext cx="28115" cy="28089"/>
            </a:xfrm>
            <a:custGeom>
              <a:avLst/>
              <a:gdLst>
                <a:gd name="connsiteX0" fmla="*/ 14058 w 28115"/>
                <a:gd name="connsiteY0" fmla="*/ 28090 h 28089"/>
                <a:gd name="connsiteX1" fmla="*/ 28116 w 28115"/>
                <a:gd name="connsiteY1" fmla="*/ 14045 h 28089"/>
                <a:gd name="connsiteX2" fmla="*/ 14058 w 28115"/>
                <a:gd name="connsiteY2" fmla="*/ 0 h 28089"/>
                <a:gd name="connsiteX3" fmla="*/ 0 w 28115"/>
                <a:gd name="connsiteY3" fmla="*/ 14045 h 28089"/>
                <a:gd name="connsiteX4" fmla="*/ 14058 w 28115"/>
                <a:gd name="connsiteY4" fmla="*/ 28090 h 28089"/>
                <a:gd name="connsiteX5" fmla="*/ 14058 w 28115"/>
                <a:gd name="connsiteY5" fmla="*/ 12768 h 28089"/>
                <a:gd name="connsiteX6" fmla="*/ 15336 w 28115"/>
                <a:gd name="connsiteY6" fmla="*/ 14045 h 28089"/>
                <a:gd name="connsiteX7" fmla="*/ 14058 w 28115"/>
                <a:gd name="connsiteY7" fmla="*/ 15322 h 28089"/>
                <a:gd name="connsiteX8" fmla="*/ 12780 w 28115"/>
                <a:gd name="connsiteY8" fmla="*/ 14045 h 28089"/>
                <a:gd name="connsiteX9" fmla="*/ 14058 w 28115"/>
                <a:gd name="connsiteY9" fmla="*/ 12768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115" h="28089">
                  <a:moveTo>
                    <a:pt x="14058" y="28090"/>
                  </a:moveTo>
                  <a:cubicBezTo>
                    <a:pt x="21790" y="28090"/>
                    <a:pt x="28116" y="21834"/>
                    <a:pt x="28116" y="14045"/>
                  </a:cubicBezTo>
                  <a:cubicBezTo>
                    <a:pt x="28116" y="6320"/>
                    <a:pt x="21854" y="0"/>
                    <a:pt x="14058" y="0"/>
                  </a:cubicBezTo>
                  <a:cubicBezTo>
                    <a:pt x="6263" y="0"/>
                    <a:pt x="0" y="6257"/>
                    <a:pt x="0" y="14045"/>
                  </a:cubicBezTo>
                  <a:cubicBezTo>
                    <a:pt x="0" y="21770"/>
                    <a:pt x="6326" y="28090"/>
                    <a:pt x="14058" y="28090"/>
                  </a:cubicBezTo>
                  <a:close/>
                  <a:moveTo>
                    <a:pt x="14058" y="12768"/>
                  </a:moveTo>
                  <a:cubicBezTo>
                    <a:pt x="14761" y="12768"/>
                    <a:pt x="15336" y="13343"/>
                    <a:pt x="15336" y="14045"/>
                  </a:cubicBezTo>
                  <a:cubicBezTo>
                    <a:pt x="15336" y="14747"/>
                    <a:pt x="14761" y="15322"/>
                    <a:pt x="14058" y="15322"/>
                  </a:cubicBezTo>
                  <a:cubicBezTo>
                    <a:pt x="13356" y="15322"/>
                    <a:pt x="12780" y="14747"/>
                    <a:pt x="12780" y="14045"/>
                  </a:cubicBezTo>
                  <a:cubicBezTo>
                    <a:pt x="12780" y="13343"/>
                    <a:pt x="13356" y="12768"/>
                    <a:pt x="14058" y="12768"/>
                  </a:cubicBezTo>
                  <a:close/>
                </a:path>
              </a:pathLst>
            </a:custGeom>
            <a:solidFill>
              <a:srgbClr val="00A3E0"/>
            </a:solidFill>
            <a:ln w="6390" cap="flat">
              <a:noFill/>
              <a:prstDash val="solid"/>
              <a:miter/>
            </a:ln>
          </p:spPr>
          <p:txBody>
            <a:bodyPr rtlCol="0" anchor="ctr"/>
            <a:lstStyle/>
            <a:p>
              <a:endParaRPr lang="en-US"/>
            </a:p>
          </p:txBody>
        </p:sp>
      </p:grpSp>
      <p:sp>
        <p:nvSpPr>
          <p:cNvPr id="978" name="Graphic 4">
            <a:extLst>
              <a:ext uri="{FF2B5EF4-FFF2-40B4-BE49-F238E27FC236}">
                <a16:creationId xmlns:a16="http://schemas.microsoft.com/office/drawing/2014/main" id="{74300E2B-A0D8-4B4D-9BE8-47FEACF33983}"/>
              </a:ext>
            </a:extLst>
          </p:cNvPr>
          <p:cNvSpPr/>
          <p:nvPr/>
        </p:nvSpPr>
        <p:spPr>
          <a:xfrm>
            <a:off x="5099233" y="4308584"/>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87990 w 362309"/>
              <a:gd name="connsiteY5" fmla="*/ 121296 h 361971"/>
              <a:gd name="connsiteX6" fmla="*/ 137767 w 362309"/>
              <a:gd name="connsiteY6" fmla="*/ 71564 h 361971"/>
              <a:gd name="connsiteX7" fmla="*/ 187545 w 362309"/>
              <a:gd name="connsiteY7" fmla="*/ 121296 h 361971"/>
              <a:gd name="connsiteX8" fmla="*/ 186906 w 362309"/>
              <a:gd name="connsiteY8" fmla="*/ 129212 h 361971"/>
              <a:gd name="connsiteX9" fmla="*/ 179557 w 362309"/>
              <a:gd name="connsiteY9" fmla="*/ 134510 h 361971"/>
              <a:gd name="connsiteX10" fmla="*/ 174254 w 362309"/>
              <a:gd name="connsiteY10" fmla="*/ 127169 h 361971"/>
              <a:gd name="connsiteX11" fmla="*/ 174701 w 362309"/>
              <a:gd name="connsiteY11" fmla="*/ 121296 h 361971"/>
              <a:gd name="connsiteX12" fmla="*/ 137703 w 362309"/>
              <a:gd name="connsiteY12" fmla="*/ 84332 h 361971"/>
              <a:gd name="connsiteX13" fmla="*/ 100705 w 362309"/>
              <a:gd name="connsiteY13" fmla="*/ 121296 h 361971"/>
              <a:gd name="connsiteX14" fmla="*/ 107734 w 362309"/>
              <a:gd name="connsiteY14" fmla="*/ 142937 h 361971"/>
              <a:gd name="connsiteX15" fmla="*/ 106329 w 362309"/>
              <a:gd name="connsiteY15" fmla="*/ 151875 h 361971"/>
              <a:gd name="connsiteX16" fmla="*/ 102558 w 362309"/>
              <a:gd name="connsiteY16" fmla="*/ 153088 h 361971"/>
              <a:gd name="connsiteX17" fmla="*/ 97383 w 362309"/>
              <a:gd name="connsiteY17" fmla="*/ 150470 h 361971"/>
              <a:gd name="connsiteX18" fmla="*/ 87990 w 362309"/>
              <a:gd name="connsiteY18" fmla="*/ 121296 h 361971"/>
              <a:gd name="connsiteX19" fmla="*/ 220133 w 362309"/>
              <a:gd name="connsiteY19" fmla="*/ 223120 h 361971"/>
              <a:gd name="connsiteX20" fmla="*/ 214446 w 362309"/>
              <a:gd name="connsiteY20" fmla="*/ 244187 h 361971"/>
              <a:gd name="connsiteX21" fmla="*/ 209270 w 362309"/>
              <a:gd name="connsiteY21" fmla="*/ 262254 h 361971"/>
              <a:gd name="connsiteX22" fmla="*/ 209270 w 362309"/>
              <a:gd name="connsiteY22" fmla="*/ 283959 h 361971"/>
              <a:gd name="connsiteX23" fmla="*/ 202881 w 362309"/>
              <a:gd name="connsiteY23" fmla="*/ 290343 h 361971"/>
              <a:gd name="connsiteX24" fmla="*/ 196491 w 362309"/>
              <a:gd name="connsiteY24" fmla="*/ 283959 h 361971"/>
              <a:gd name="connsiteX25" fmla="*/ 196491 w 362309"/>
              <a:gd name="connsiteY25" fmla="*/ 262254 h 361971"/>
              <a:gd name="connsiteX26" fmla="*/ 203455 w 362309"/>
              <a:gd name="connsiteY26" fmla="*/ 237612 h 361971"/>
              <a:gd name="connsiteX27" fmla="*/ 207354 w 362309"/>
              <a:gd name="connsiteY27" fmla="*/ 223120 h 361971"/>
              <a:gd name="connsiteX28" fmla="*/ 207354 w 362309"/>
              <a:gd name="connsiteY28" fmla="*/ 175560 h 361971"/>
              <a:gd name="connsiteX29" fmla="*/ 202881 w 362309"/>
              <a:gd name="connsiteY29" fmla="*/ 171091 h 361971"/>
              <a:gd name="connsiteX30" fmla="*/ 199686 w 362309"/>
              <a:gd name="connsiteY30" fmla="*/ 172495 h 361971"/>
              <a:gd name="connsiteX31" fmla="*/ 198407 w 362309"/>
              <a:gd name="connsiteY31" fmla="*/ 175496 h 361971"/>
              <a:gd name="connsiteX32" fmla="*/ 198407 w 362309"/>
              <a:gd name="connsiteY32" fmla="*/ 189413 h 361971"/>
              <a:gd name="connsiteX33" fmla="*/ 192018 w 362309"/>
              <a:gd name="connsiteY33" fmla="*/ 195797 h 361971"/>
              <a:gd name="connsiteX34" fmla="*/ 185628 w 362309"/>
              <a:gd name="connsiteY34" fmla="*/ 189413 h 361971"/>
              <a:gd name="connsiteX35" fmla="*/ 185628 w 362309"/>
              <a:gd name="connsiteY35" fmla="*/ 175560 h 361971"/>
              <a:gd name="connsiteX36" fmla="*/ 185628 w 362309"/>
              <a:gd name="connsiteY36" fmla="*/ 175560 h 361971"/>
              <a:gd name="connsiteX37" fmla="*/ 185628 w 362309"/>
              <a:gd name="connsiteY37" fmla="*/ 175496 h 361971"/>
              <a:gd name="connsiteX38" fmla="*/ 185628 w 362309"/>
              <a:gd name="connsiteY38" fmla="*/ 164643 h 361971"/>
              <a:gd name="connsiteX39" fmla="*/ 181155 w 362309"/>
              <a:gd name="connsiteY39" fmla="*/ 160174 h 361971"/>
              <a:gd name="connsiteX40" fmla="*/ 177960 w 362309"/>
              <a:gd name="connsiteY40" fmla="*/ 161579 h 361971"/>
              <a:gd name="connsiteX41" fmla="*/ 176682 w 362309"/>
              <a:gd name="connsiteY41" fmla="*/ 164643 h 361971"/>
              <a:gd name="connsiteX42" fmla="*/ 176682 w 362309"/>
              <a:gd name="connsiteY42" fmla="*/ 180922 h 361971"/>
              <a:gd name="connsiteX43" fmla="*/ 170292 w 362309"/>
              <a:gd name="connsiteY43" fmla="*/ 187306 h 361971"/>
              <a:gd name="connsiteX44" fmla="*/ 163902 w 362309"/>
              <a:gd name="connsiteY44" fmla="*/ 180922 h 361971"/>
              <a:gd name="connsiteX45" fmla="*/ 163902 w 362309"/>
              <a:gd name="connsiteY45" fmla="*/ 164707 h 361971"/>
              <a:gd name="connsiteX46" fmla="*/ 163902 w 362309"/>
              <a:gd name="connsiteY46" fmla="*/ 164707 h 361971"/>
              <a:gd name="connsiteX47" fmla="*/ 163902 w 362309"/>
              <a:gd name="connsiteY47" fmla="*/ 164707 h 361971"/>
              <a:gd name="connsiteX48" fmla="*/ 163902 w 362309"/>
              <a:gd name="connsiteY48" fmla="*/ 153854 h 361971"/>
              <a:gd name="connsiteX49" fmla="*/ 159429 w 362309"/>
              <a:gd name="connsiteY49" fmla="*/ 149385 h 361971"/>
              <a:gd name="connsiteX50" fmla="*/ 156234 w 362309"/>
              <a:gd name="connsiteY50" fmla="*/ 150790 h 361971"/>
              <a:gd name="connsiteX51" fmla="*/ 154956 w 362309"/>
              <a:gd name="connsiteY51" fmla="*/ 153854 h 361971"/>
              <a:gd name="connsiteX52" fmla="*/ 154956 w 362309"/>
              <a:gd name="connsiteY52" fmla="*/ 175560 h 361971"/>
              <a:gd name="connsiteX53" fmla="*/ 148566 w 362309"/>
              <a:gd name="connsiteY53" fmla="*/ 181944 h 361971"/>
              <a:gd name="connsiteX54" fmla="*/ 142176 w 362309"/>
              <a:gd name="connsiteY54" fmla="*/ 175560 h 361971"/>
              <a:gd name="connsiteX55" fmla="*/ 142176 w 362309"/>
              <a:gd name="connsiteY55" fmla="*/ 153854 h 361971"/>
              <a:gd name="connsiteX56" fmla="*/ 142176 w 362309"/>
              <a:gd name="connsiteY56" fmla="*/ 153854 h 361971"/>
              <a:gd name="connsiteX57" fmla="*/ 142176 w 362309"/>
              <a:gd name="connsiteY57" fmla="*/ 121359 h 361971"/>
              <a:gd name="connsiteX58" fmla="*/ 137703 w 362309"/>
              <a:gd name="connsiteY58" fmla="*/ 116891 h 361971"/>
              <a:gd name="connsiteX59" fmla="*/ 134508 w 362309"/>
              <a:gd name="connsiteY59" fmla="*/ 118295 h 361971"/>
              <a:gd name="connsiteX60" fmla="*/ 133230 w 362309"/>
              <a:gd name="connsiteY60" fmla="*/ 121359 h 361971"/>
              <a:gd name="connsiteX61" fmla="*/ 133230 w 362309"/>
              <a:gd name="connsiteY61" fmla="*/ 197265 h 361971"/>
              <a:gd name="connsiteX62" fmla="*/ 126840 w 362309"/>
              <a:gd name="connsiteY62" fmla="*/ 203649 h 361971"/>
              <a:gd name="connsiteX63" fmla="*/ 120450 w 362309"/>
              <a:gd name="connsiteY63" fmla="*/ 197265 h 361971"/>
              <a:gd name="connsiteX64" fmla="*/ 120450 w 362309"/>
              <a:gd name="connsiteY64" fmla="*/ 186412 h 361971"/>
              <a:gd name="connsiteX65" fmla="*/ 113677 w 362309"/>
              <a:gd name="connsiteY65" fmla="*/ 172878 h 361971"/>
              <a:gd name="connsiteX66" fmla="*/ 112207 w 362309"/>
              <a:gd name="connsiteY66" fmla="*/ 172942 h 361971"/>
              <a:gd name="connsiteX67" fmla="*/ 111568 w 362309"/>
              <a:gd name="connsiteY67" fmla="*/ 174155 h 361971"/>
              <a:gd name="connsiteX68" fmla="*/ 111568 w 362309"/>
              <a:gd name="connsiteY68" fmla="*/ 213544 h 361971"/>
              <a:gd name="connsiteX69" fmla="*/ 122367 w 362309"/>
              <a:gd name="connsiteY69" fmla="*/ 237803 h 361971"/>
              <a:gd name="connsiteX70" fmla="*/ 138725 w 362309"/>
              <a:gd name="connsiteY70" fmla="*/ 267744 h 361971"/>
              <a:gd name="connsiteX71" fmla="*/ 138725 w 362309"/>
              <a:gd name="connsiteY71" fmla="*/ 284023 h 361971"/>
              <a:gd name="connsiteX72" fmla="*/ 132335 w 362309"/>
              <a:gd name="connsiteY72" fmla="*/ 290407 h 361971"/>
              <a:gd name="connsiteX73" fmla="*/ 125945 w 362309"/>
              <a:gd name="connsiteY73" fmla="*/ 284023 h 361971"/>
              <a:gd name="connsiteX74" fmla="*/ 125945 w 362309"/>
              <a:gd name="connsiteY74" fmla="*/ 267744 h 361971"/>
              <a:gd name="connsiteX75" fmla="*/ 113996 w 362309"/>
              <a:gd name="connsiteY75" fmla="*/ 247443 h 361971"/>
              <a:gd name="connsiteX76" fmla="*/ 98852 w 362309"/>
              <a:gd name="connsiteY76" fmla="*/ 213544 h 361971"/>
              <a:gd name="connsiteX77" fmla="*/ 98852 w 362309"/>
              <a:gd name="connsiteY77" fmla="*/ 174155 h 361971"/>
              <a:gd name="connsiteX78" fmla="*/ 105562 w 362309"/>
              <a:gd name="connsiteY78" fmla="*/ 162153 h 361971"/>
              <a:gd name="connsiteX79" fmla="*/ 119492 w 362309"/>
              <a:gd name="connsiteY79" fmla="*/ 161515 h 361971"/>
              <a:gd name="connsiteX80" fmla="*/ 120578 w 362309"/>
              <a:gd name="connsiteY80" fmla="*/ 162153 h 361971"/>
              <a:gd name="connsiteX81" fmla="*/ 120578 w 362309"/>
              <a:gd name="connsiteY81" fmla="*/ 121423 h 361971"/>
              <a:gd name="connsiteX82" fmla="*/ 125562 w 362309"/>
              <a:gd name="connsiteY82" fmla="*/ 109357 h 361971"/>
              <a:gd name="connsiteX83" fmla="*/ 137767 w 362309"/>
              <a:gd name="connsiteY83" fmla="*/ 104186 h 361971"/>
              <a:gd name="connsiteX84" fmla="*/ 155020 w 362309"/>
              <a:gd name="connsiteY84" fmla="*/ 121423 h 361971"/>
              <a:gd name="connsiteX85" fmla="*/ 155020 w 362309"/>
              <a:gd name="connsiteY85" fmla="*/ 137383 h 361971"/>
              <a:gd name="connsiteX86" fmla="*/ 159493 w 362309"/>
              <a:gd name="connsiteY86" fmla="*/ 136681 h 361971"/>
              <a:gd name="connsiteX87" fmla="*/ 175787 w 362309"/>
              <a:gd name="connsiteY87" fmla="*/ 148491 h 361971"/>
              <a:gd name="connsiteX88" fmla="*/ 181219 w 362309"/>
              <a:gd name="connsiteY88" fmla="*/ 147534 h 361971"/>
              <a:gd name="connsiteX89" fmla="*/ 197513 w 362309"/>
              <a:gd name="connsiteY89" fmla="*/ 159344 h 361971"/>
              <a:gd name="connsiteX90" fmla="*/ 202944 w 362309"/>
              <a:gd name="connsiteY90" fmla="*/ 158387 h 361971"/>
              <a:gd name="connsiteX91" fmla="*/ 220197 w 362309"/>
              <a:gd name="connsiteY91" fmla="*/ 175623 h 361971"/>
              <a:gd name="connsiteX92" fmla="*/ 220197 w 362309"/>
              <a:gd name="connsiteY92" fmla="*/ 223120 h 361971"/>
              <a:gd name="connsiteX93" fmla="*/ 272467 w 362309"/>
              <a:gd name="connsiteY93" fmla="*/ 125828 h 361971"/>
              <a:gd name="connsiteX94" fmla="*/ 256172 w 362309"/>
              <a:gd name="connsiteY94" fmla="*/ 142107 h 361971"/>
              <a:gd name="connsiteX95" fmla="*/ 251636 w 362309"/>
              <a:gd name="connsiteY95" fmla="*/ 143959 h 361971"/>
              <a:gd name="connsiteX96" fmla="*/ 247099 w 362309"/>
              <a:gd name="connsiteY96" fmla="*/ 142107 h 361971"/>
              <a:gd name="connsiteX97" fmla="*/ 247099 w 362309"/>
              <a:gd name="connsiteY97" fmla="*/ 133106 h 361971"/>
              <a:gd name="connsiteX98" fmla="*/ 252466 w 362309"/>
              <a:gd name="connsiteY98" fmla="*/ 127743 h 361971"/>
              <a:gd name="connsiteX99" fmla="*/ 202753 w 362309"/>
              <a:gd name="connsiteY99" fmla="*/ 127743 h 361971"/>
              <a:gd name="connsiteX100" fmla="*/ 196363 w 362309"/>
              <a:gd name="connsiteY100" fmla="*/ 121359 h 361971"/>
              <a:gd name="connsiteX101" fmla="*/ 202753 w 362309"/>
              <a:gd name="connsiteY101" fmla="*/ 114975 h 361971"/>
              <a:gd name="connsiteX102" fmla="*/ 252403 w 362309"/>
              <a:gd name="connsiteY102" fmla="*/ 114975 h 361971"/>
              <a:gd name="connsiteX103" fmla="*/ 247035 w 362309"/>
              <a:gd name="connsiteY103" fmla="*/ 109613 h 361971"/>
              <a:gd name="connsiteX104" fmla="*/ 247035 w 362309"/>
              <a:gd name="connsiteY104" fmla="*/ 100611 h 361971"/>
              <a:gd name="connsiteX105" fmla="*/ 256045 w 362309"/>
              <a:gd name="connsiteY105" fmla="*/ 100611 h 361971"/>
              <a:gd name="connsiteX106" fmla="*/ 272339 w 362309"/>
              <a:gd name="connsiteY106" fmla="*/ 116891 h 361971"/>
              <a:gd name="connsiteX107" fmla="*/ 273745 w 362309"/>
              <a:gd name="connsiteY107" fmla="*/ 118933 h 361971"/>
              <a:gd name="connsiteX108" fmla="*/ 274256 w 362309"/>
              <a:gd name="connsiteY108" fmla="*/ 121423 h 361971"/>
              <a:gd name="connsiteX109" fmla="*/ 273745 w 362309"/>
              <a:gd name="connsiteY109" fmla="*/ 123849 h 361971"/>
              <a:gd name="connsiteX110" fmla="*/ 272467 w 362309"/>
              <a:gd name="connsiteY110" fmla="*/ 12582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362309" h="361971">
                <a:moveTo>
                  <a:pt x="181155" y="0"/>
                </a:moveTo>
                <a:cubicBezTo>
                  <a:pt x="81088" y="0"/>
                  <a:pt x="0" y="81012"/>
                  <a:pt x="0" y="180986"/>
                </a:cubicBezTo>
                <a:cubicBezTo>
                  <a:pt x="0" y="280959"/>
                  <a:pt x="81088" y="361971"/>
                  <a:pt x="181155" y="361971"/>
                </a:cubicBezTo>
                <a:cubicBezTo>
                  <a:pt x="281221" y="361971"/>
                  <a:pt x="362310" y="280959"/>
                  <a:pt x="362310" y="180986"/>
                </a:cubicBezTo>
                <a:cubicBezTo>
                  <a:pt x="362310" y="81012"/>
                  <a:pt x="281221" y="0"/>
                  <a:pt x="181155" y="0"/>
                </a:cubicBezTo>
                <a:close/>
                <a:moveTo>
                  <a:pt x="87990" y="121296"/>
                </a:moveTo>
                <a:cubicBezTo>
                  <a:pt x="87990" y="93844"/>
                  <a:pt x="110354" y="71564"/>
                  <a:pt x="137767" y="71564"/>
                </a:cubicBezTo>
                <a:cubicBezTo>
                  <a:pt x="165180" y="71564"/>
                  <a:pt x="187545" y="93908"/>
                  <a:pt x="187545" y="121296"/>
                </a:cubicBezTo>
                <a:cubicBezTo>
                  <a:pt x="187545" y="123913"/>
                  <a:pt x="187353" y="126594"/>
                  <a:pt x="186906" y="129212"/>
                </a:cubicBezTo>
                <a:cubicBezTo>
                  <a:pt x="186330" y="132659"/>
                  <a:pt x="183071" y="135085"/>
                  <a:pt x="179557" y="134510"/>
                </a:cubicBezTo>
                <a:cubicBezTo>
                  <a:pt x="176043" y="133936"/>
                  <a:pt x="173678" y="130680"/>
                  <a:pt x="174254" y="127169"/>
                </a:cubicBezTo>
                <a:cubicBezTo>
                  <a:pt x="174573" y="125254"/>
                  <a:pt x="174701" y="123275"/>
                  <a:pt x="174701" y="121296"/>
                </a:cubicBezTo>
                <a:cubicBezTo>
                  <a:pt x="174701" y="100931"/>
                  <a:pt x="158087" y="84332"/>
                  <a:pt x="137703" y="84332"/>
                </a:cubicBezTo>
                <a:cubicBezTo>
                  <a:pt x="117319" y="84332"/>
                  <a:pt x="100705" y="100931"/>
                  <a:pt x="100705" y="121296"/>
                </a:cubicBezTo>
                <a:cubicBezTo>
                  <a:pt x="100705" y="129148"/>
                  <a:pt x="103134" y="136617"/>
                  <a:pt x="107734" y="142937"/>
                </a:cubicBezTo>
                <a:cubicBezTo>
                  <a:pt x="109779" y="145810"/>
                  <a:pt x="109140" y="149768"/>
                  <a:pt x="106329" y="151875"/>
                </a:cubicBezTo>
                <a:cubicBezTo>
                  <a:pt x="105178" y="152705"/>
                  <a:pt x="103900" y="153088"/>
                  <a:pt x="102558" y="153088"/>
                </a:cubicBezTo>
                <a:cubicBezTo>
                  <a:pt x="100578" y="153088"/>
                  <a:pt x="98597" y="152194"/>
                  <a:pt x="97383" y="150470"/>
                </a:cubicBezTo>
                <a:cubicBezTo>
                  <a:pt x="91248" y="141916"/>
                  <a:pt x="87990" y="131893"/>
                  <a:pt x="87990" y="121296"/>
                </a:cubicBezTo>
                <a:close/>
                <a:moveTo>
                  <a:pt x="220133" y="223120"/>
                </a:moveTo>
                <a:cubicBezTo>
                  <a:pt x="220133" y="230717"/>
                  <a:pt x="218153" y="237995"/>
                  <a:pt x="214446" y="244187"/>
                </a:cubicBezTo>
                <a:cubicBezTo>
                  <a:pt x="209270" y="252742"/>
                  <a:pt x="209270" y="254210"/>
                  <a:pt x="209270" y="262254"/>
                </a:cubicBezTo>
                <a:lnTo>
                  <a:pt x="209270" y="283959"/>
                </a:lnTo>
                <a:cubicBezTo>
                  <a:pt x="209270" y="287471"/>
                  <a:pt x="206395" y="290343"/>
                  <a:pt x="202881" y="290343"/>
                </a:cubicBezTo>
                <a:cubicBezTo>
                  <a:pt x="199366" y="290343"/>
                  <a:pt x="196491" y="287471"/>
                  <a:pt x="196491" y="283959"/>
                </a:cubicBezTo>
                <a:lnTo>
                  <a:pt x="196491" y="262254"/>
                </a:lnTo>
                <a:cubicBezTo>
                  <a:pt x="196491" y="252550"/>
                  <a:pt x="196810" y="248656"/>
                  <a:pt x="203455" y="237612"/>
                </a:cubicBezTo>
                <a:cubicBezTo>
                  <a:pt x="206012" y="233398"/>
                  <a:pt x="207354" y="228355"/>
                  <a:pt x="207354" y="223120"/>
                </a:cubicBezTo>
                <a:lnTo>
                  <a:pt x="207354" y="175560"/>
                </a:lnTo>
                <a:cubicBezTo>
                  <a:pt x="207354" y="172687"/>
                  <a:pt x="204733" y="171091"/>
                  <a:pt x="202881" y="171091"/>
                </a:cubicBezTo>
                <a:cubicBezTo>
                  <a:pt x="201794" y="171091"/>
                  <a:pt x="200580" y="171601"/>
                  <a:pt x="199686" y="172495"/>
                </a:cubicBezTo>
                <a:cubicBezTo>
                  <a:pt x="199110" y="173070"/>
                  <a:pt x="198407" y="174091"/>
                  <a:pt x="198407" y="175496"/>
                </a:cubicBezTo>
                <a:lnTo>
                  <a:pt x="198407" y="189413"/>
                </a:lnTo>
                <a:cubicBezTo>
                  <a:pt x="198407" y="192924"/>
                  <a:pt x="195532" y="195797"/>
                  <a:pt x="192018" y="195797"/>
                </a:cubicBezTo>
                <a:cubicBezTo>
                  <a:pt x="188503" y="195797"/>
                  <a:pt x="185628" y="192924"/>
                  <a:pt x="185628" y="189413"/>
                </a:cubicBezTo>
                <a:lnTo>
                  <a:pt x="185628" y="175560"/>
                </a:lnTo>
                <a:cubicBezTo>
                  <a:pt x="185628" y="175560"/>
                  <a:pt x="185628" y="175560"/>
                  <a:pt x="185628" y="175560"/>
                </a:cubicBezTo>
                <a:cubicBezTo>
                  <a:pt x="185628" y="175560"/>
                  <a:pt x="185628" y="175560"/>
                  <a:pt x="185628" y="175496"/>
                </a:cubicBezTo>
                <a:lnTo>
                  <a:pt x="185628" y="164643"/>
                </a:lnTo>
                <a:cubicBezTo>
                  <a:pt x="185628" y="161770"/>
                  <a:pt x="183008" y="160174"/>
                  <a:pt x="181155" y="160174"/>
                </a:cubicBezTo>
                <a:cubicBezTo>
                  <a:pt x="180068" y="160174"/>
                  <a:pt x="178854" y="160685"/>
                  <a:pt x="177960" y="161579"/>
                </a:cubicBezTo>
                <a:cubicBezTo>
                  <a:pt x="177385" y="162153"/>
                  <a:pt x="176682" y="163175"/>
                  <a:pt x="176682" y="164643"/>
                </a:cubicBezTo>
                <a:lnTo>
                  <a:pt x="176682" y="180922"/>
                </a:lnTo>
                <a:cubicBezTo>
                  <a:pt x="176682" y="184433"/>
                  <a:pt x="173806" y="187306"/>
                  <a:pt x="170292" y="187306"/>
                </a:cubicBezTo>
                <a:cubicBezTo>
                  <a:pt x="166777" y="187306"/>
                  <a:pt x="163902" y="184433"/>
                  <a:pt x="163902" y="180922"/>
                </a:cubicBezTo>
                <a:lnTo>
                  <a:pt x="163902" y="164707"/>
                </a:lnTo>
                <a:cubicBezTo>
                  <a:pt x="163902" y="164707"/>
                  <a:pt x="163902" y="164707"/>
                  <a:pt x="163902" y="164707"/>
                </a:cubicBezTo>
                <a:cubicBezTo>
                  <a:pt x="163902" y="164707"/>
                  <a:pt x="163902" y="164707"/>
                  <a:pt x="163902" y="164707"/>
                </a:cubicBezTo>
                <a:lnTo>
                  <a:pt x="163902" y="153854"/>
                </a:lnTo>
                <a:cubicBezTo>
                  <a:pt x="163902" y="150981"/>
                  <a:pt x="161282" y="149385"/>
                  <a:pt x="159429" y="149385"/>
                </a:cubicBezTo>
                <a:cubicBezTo>
                  <a:pt x="158342" y="149385"/>
                  <a:pt x="157128" y="149896"/>
                  <a:pt x="156234" y="150790"/>
                </a:cubicBezTo>
                <a:cubicBezTo>
                  <a:pt x="155659" y="151364"/>
                  <a:pt x="154956" y="152386"/>
                  <a:pt x="154956" y="153854"/>
                </a:cubicBezTo>
                <a:lnTo>
                  <a:pt x="154956" y="175560"/>
                </a:lnTo>
                <a:cubicBezTo>
                  <a:pt x="154956" y="179071"/>
                  <a:pt x="152080" y="181944"/>
                  <a:pt x="148566" y="181944"/>
                </a:cubicBezTo>
                <a:cubicBezTo>
                  <a:pt x="145052" y="181944"/>
                  <a:pt x="142176" y="179071"/>
                  <a:pt x="142176" y="175560"/>
                </a:cubicBezTo>
                <a:lnTo>
                  <a:pt x="142176" y="153854"/>
                </a:lnTo>
                <a:cubicBezTo>
                  <a:pt x="142176" y="153854"/>
                  <a:pt x="142176" y="153854"/>
                  <a:pt x="142176" y="153854"/>
                </a:cubicBezTo>
                <a:lnTo>
                  <a:pt x="142176" y="121359"/>
                </a:lnTo>
                <a:cubicBezTo>
                  <a:pt x="142176" y="118487"/>
                  <a:pt x="139556" y="116891"/>
                  <a:pt x="137703" y="116891"/>
                </a:cubicBezTo>
                <a:cubicBezTo>
                  <a:pt x="136617" y="116891"/>
                  <a:pt x="135403" y="117401"/>
                  <a:pt x="134508" y="118295"/>
                </a:cubicBezTo>
                <a:cubicBezTo>
                  <a:pt x="133933" y="118870"/>
                  <a:pt x="133230" y="119891"/>
                  <a:pt x="133230" y="121359"/>
                </a:cubicBezTo>
                <a:lnTo>
                  <a:pt x="133230" y="197265"/>
                </a:lnTo>
                <a:cubicBezTo>
                  <a:pt x="133230" y="200776"/>
                  <a:pt x="130354" y="203649"/>
                  <a:pt x="126840" y="203649"/>
                </a:cubicBezTo>
                <a:cubicBezTo>
                  <a:pt x="123326" y="203649"/>
                  <a:pt x="120450" y="200776"/>
                  <a:pt x="120450" y="197265"/>
                </a:cubicBezTo>
                <a:lnTo>
                  <a:pt x="120450" y="186412"/>
                </a:lnTo>
                <a:cubicBezTo>
                  <a:pt x="120450" y="181752"/>
                  <a:pt x="119300" y="175623"/>
                  <a:pt x="113677" y="172878"/>
                </a:cubicBezTo>
                <a:cubicBezTo>
                  <a:pt x="112974" y="172559"/>
                  <a:pt x="112463" y="172751"/>
                  <a:pt x="112207" y="172942"/>
                </a:cubicBezTo>
                <a:cubicBezTo>
                  <a:pt x="111760" y="173197"/>
                  <a:pt x="111568" y="173644"/>
                  <a:pt x="111568" y="174155"/>
                </a:cubicBezTo>
                <a:lnTo>
                  <a:pt x="111568" y="213544"/>
                </a:lnTo>
                <a:cubicBezTo>
                  <a:pt x="111568" y="227334"/>
                  <a:pt x="119811" y="235633"/>
                  <a:pt x="122367" y="237803"/>
                </a:cubicBezTo>
                <a:cubicBezTo>
                  <a:pt x="129652" y="244187"/>
                  <a:pt x="138725" y="252103"/>
                  <a:pt x="138725" y="267744"/>
                </a:cubicBezTo>
                <a:lnTo>
                  <a:pt x="138725" y="284023"/>
                </a:lnTo>
                <a:cubicBezTo>
                  <a:pt x="138725" y="287534"/>
                  <a:pt x="135850" y="290407"/>
                  <a:pt x="132335" y="290407"/>
                </a:cubicBezTo>
                <a:cubicBezTo>
                  <a:pt x="128821" y="290407"/>
                  <a:pt x="125945" y="287534"/>
                  <a:pt x="125945" y="284023"/>
                </a:cubicBezTo>
                <a:lnTo>
                  <a:pt x="125945" y="267744"/>
                </a:lnTo>
                <a:cubicBezTo>
                  <a:pt x="125945" y="258360"/>
                  <a:pt x="121409" y="253891"/>
                  <a:pt x="113996" y="247443"/>
                </a:cubicBezTo>
                <a:cubicBezTo>
                  <a:pt x="104475" y="239144"/>
                  <a:pt x="98852" y="226504"/>
                  <a:pt x="98852" y="213544"/>
                </a:cubicBezTo>
                <a:lnTo>
                  <a:pt x="98852" y="174155"/>
                </a:lnTo>
                <a:cubicBezTo>
                  <a:pt x="98852" y="169239"/>
                  <a:pt x="101344" y="164707"/>
                  <a:pt x="105562" y="162153"/>
                </a:cubicBezTo>
                <a:cubicBezTo>
                  <a:pt x="109779" y="159536"/>
                  <a:pt x="115019" y="159280"/>
                  <a:pt x="119492" y="161515"/>
                </a:cubicBezTo>
                <a:cubicBezTo>
                  <a:pt x="119875" y="161706"/>
                  <a:pt x="120195" y="161962"/>
                  <a:pt x="120578" y="162153"/>
                </a:cubicBezTo>
                <a:lnTo>
                  <a:pt x="120578" y="121423"/>
                </a:lnTo>
                <a:cubicBezTo>
                  <a:pt x="120578" y="116891"/>
                  <a:pt x="122367" y="112613"/>
                  <a:pt x="125562" y="109357"/>
                </a:cubicBezTo>
                <a:cubicBezTo>
                  <a:pt x="128821" y="106102"/>
                  <a:pt x="133294" y="104186"/>
                  <a:pt x="137767" y="104186"/>
                </a:cubicBezTo>
                <a:cubicBezTo>
                  <a:pt x="147288" y="104186"/>
                  <a:pt x="155020" y="111911"/>
                  <a:pt x="155020" y="121423"/>
                </a:cubicBezTo>
                <a:lnTo>
                  <a:pt x="155020" y="137383"/>
                </a:lnTo>
                <a:cubicBezTo>
                  <a:pt x="156490" y="137000"/>
                  <a:pt x="157959" y="136681"/>
                  <a:pt x="159493" y="136681"/>
                </a:cubicBezTo>
                <a:cubicBezTo>
                  <a:pt x="167097" y="136681"/>
                  <a:pt x="173487" y="141660"/>
                  <a:pt x="175787" y="148491"/>
                </a:cubicBezTo>
                <a:cubicBezTo>
                  <a:pt x="177512" y="147917"/>
                  <a:pt x="179366" y="147534"/>
                  <a:pt x="181219" y="147534"/>
                </a:cubicBezTo>
                <a:cubicBezTo>
                  <a:pt x="188823" y="147534"/>
                  <a:pt x="195213" y="152513"/>
                  <a:pt x="197513" y="159344"/>
                </a:cubicBezTo>
                <a:cubicBezTo>
                  <a:pt x="199238" y="158770"/>
                  <a:pt x="201091" y="158387"/>
                  <a:pt x="202944" y="158387"/>
                </a:cubicBezTo>
                <a:cubicBezTo>
                  <a:pt x="212465" y="158387"/>
                  <a:pt x="220197" y="166111"/>
                  <a:pt x="220197" y="175623"/>
                </a:cubicBezTo>
                <a:lnTo>
                  <a:pt x="220197" y="223120"/>
                </a:lnTo>
                <a:close/>
                <a:moveTo>
                  <a:pt x="272467" y="125828"/>
                </a:moveTo>
                <a:lnTo>
                  <a:pt x="256172" y="142107"/>
                </a:lnTo>
                <a:cubicBezTo>
                  <a:pt x="254895" y="143384"/>
                  <a:pt x="253297" y="143959"/>
                  <a:pt x="251636" y="143959"/>
                </a:cubicBezTo>
                <a:cubicBezTo>
                  <a:pt x="249974" y="143959"/>
                  <a:pt x="248377" y="143320"/>
                  <a:pt x="247099" y="142107"/>
                </a:cubicBezTo>
                <a:cubicBezTo>
                  <a:pt x="244607" y="139618"/>
                  <a:pt x="244607" y="135596"/>
                  <a:pt x="247099" y="133106"/>
                </a:cubicBezTo>
                <a:lnTo>
                  <a:pt x="252466" y="127743"/>
                </a:lnTo>
                <a:lnTo>
                  <a:pt x="202753" y="127743"/>
                </a:lnTo>
                <a:cubicBezTo>
                  <a:pt x="199238" y="127743"/>
                  <a:pt x="196363" y="124871"/>
                  <a:pt x="196363" y="121359"/>
                </a:cubicBezTo>
                <a:cubicBezTo>
                  <a:pt x="196363" y="117848"/>
                  <a:pt x="199238" y="114975"/>
                  <a:pt x="202753" y="114975"/>
                </a:cubicBezTo>
                <a:lnTo>
                  <a:pt x="252403" y="114975"/>
                </a:lnTo>
                <a:lnTo>
                  <a:pt x="247035" y="109613"/>
                </a:lnTo>
                <a:cubicBezTo>
                  <a:pt x="244543" y="107123"/>
                  <a:pt x="244543" y="103101"/>
                  <a:pt x="247035" y="100611"/>
                </a:cubicBezTo>
                <a:cubicBezTo>
                  <a:pt x="249527" y="98122"/>
                  <a:pt x="253553" y="98122"/>
                  <a:pt x="256045" y="100611"/>
                </a:cubicBezTo>
                <a:lnTo>
                  <a:pt x="272339" y="116891"/>
                </a:lnTo>
                <a:cubicBezTo>
                  <a:pt x="272914" y="117465"/>
                  <a:pt x="273425" y="118167"/>
                  <a:pt x="273745" y="118933"/>
                </a:cubicBezTo>
                <a:cubicBezTo>
                  <a:pt x="274065" y="119700"/>
                  <a:pt x="274256" y="120529"/>
                  <a:pt x="274256" y="121423"/>
                </a:cubicBezTo>
                <a:cubicBezTo>
                  <a:pt x="274256" y="122253"/>
                  <a:pt x="274065" y="123083"/>
                  <a:pt x="273745" y="123849"/>
                </a:cubicBezTo>
                <a:cubicBezTo>
                  <a:pt x="273553" y="124551"/>
                  <a:pt x="273106" y="125254"/>
                  <a:pt x="272467" y="125828"/>
                </a:cubicBezTo>
                <a:close/>
              </a:path>
            </a:pathLst>
          </a:custGeom>
          <a:solidFill>
            <a:srgbClr val="00A3E0"/>
          </a:solidFill>
          <a:ln w="6390" cap="flat">
            <a:noFill/>
            <a:prstDash val="solid"/>
            <a:miter/>
          </a:ln>
        </p:spPr>
        <p:txBody>
          <a:bodyPr rtlCol="0" anchor="ctr"/>
          <a:lstStyle/>
          <a:p>
            <a:endParaRPr lang="en-US"/>
          </a:p>
        </p:txBody>
      </p:sp>
      <p:sp>
        <p:nvSpPr>
          <p:cNvPr id="979" name="Graphic 4">
            <a:extLst>
              <a:ext uri="{FF2B5EF4-FFF2-40B4-BE49-F238E27FC236}">
                <a16:creationId xmlns:a16="http://schemas.microsoft.com/office/drawing/2014/main" id="{CAF5BF31-96CC-A747-ABB4-AEB593266C92}"/>
              </a:ext>
            </a:extLst>
          </p:cNvPr>
          <p:cNvSpPr/>
          <p:nvPr/>
        </p:nvSpPr>
        <p:spPr>
          <a:xfrm>
            <a:off x="6146544" y="3824168"/>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186650 w 362309"/>
              <a:gd name="connsiteY5" fmla="*/ 75139 h 361971"/>
              <a:gd name="connsiteX6" fmla="*/ 231763 w 362309"/>
              <a:gd name="connsiteY6" fmla="*/ 120210 h 361971"/>
              <a:gd name="connsiteX7" fmla="*/ 231316 w 362309"/>
              <a:gd name="connsiteY7" fmla="*/ 126658 h 361971"/>
              <a:gd name="connsiteX8" fmla="*/ 224095 w 362309"/>
              <a:gd name="connsiteY8" fmla="*/ 132085 h 361971"/>
              <a:gd name="connsiteX9" fmla="*/ 218664 w 362309"/>
              <a:gd name="connsiteY9" fmla="*/ 124871 h 361971"/>
              <a:gd name="connsiteX10" fmla="*/ 218983 w 362309"/>
              <a:gd name="connsiteY10" fmla="*/ 120274 h 361971"/>
              <a:gd name="connsiteX11" fmla="*/ 186650 w 362309"/>
              <a:gd name="connsiteY11" fmla="*/ 87971 h 361971"/>
              <a:gd name="connsiteX12" fmla="*/ 154317 w 362309"/>
              <a:gd name="connsiteY12" fmla="*/ 120274 h 361971"/>
              <a:gd name="connsiteX13" fmla="*/ 160132 w 362309"/>
              <a:gd name="connsiteY13" fmla="*/ 138724 h 361971"/>
              <a:gd name="connsiteX14" fmla="*/ 158534 w 362309"/>
              <a:gd name="connsiteY14" fmla="*/ 147598 h 361971"/>
              <a:gd name="connsiteX15" fmla="*/ 154892 w 362309"/>
              <a:gd name="connsiteY15" fmla="*/ 148747 h 361971"/>
              <a:gd name="connsiteX16" fmla="*/ 149653 w 362309"/>
              <a:gd name="connsiteY16" fmla="*/ 146002 h 361971"/>
              <a:gd name="connsiteX17" fmla="*/ 141537 w 362309"/>
              <a:gd name="connsiteY17" fmla="*/ 120210 h 361971"/>
              <a:gd name="connsiteX18" fmla="*/ 186650 w 362309"/>
              <a:gd name="connsiteY18" fmla="*/ 75139 h 361971"/>
              <a:gd name="connsiteX19" fmla="*/ 136873 w 362309"/>
              <a:gd name="connsiteY19" fmla="*/ 248145 h 361971"/>
              <a:gd name="connsiteX20" fmla="*/ 91760 w 362309"/>
              <a:gd name="connsiteY20" fmla="*/ 203074 h 361971"/>
              <a:gd name="connsiteX21" fmla="*/ 136873 w 362309"/>
              <a:gd name="connsiteY21" fmla="*/ 158004 h 361971"/>
              <a:gd name="connsiteX22" fmla="*/ 156681 w 362309"/>
              <a:gd name="connsiteY22" fmla="*/ 162600 h 361971"/>
              <a:gd name="connsiteX23" fmla="*/ 159621 w 362309"/>
              <a:gd name="connsiteY23" fmla="*/ 171155 h 361971"/>
              <a:gd name="connsiteX24" fmla="*/ 151058 w 362309"/>
              <a:gd name="connsiteY24" fmla="*/ 174091 h 361971"/>
              <a:gd name="connsiteX25" fmla="*/ 136873 w 362309"/>
              <a:gd name="connsiteY25" fmla="*/ 170835 h 361971"/>
              <a:gd name="connsiteX26" fmla="*/ 104540 w 362309"/>
              <a:gd name="connsiteY26" fmla="*/ 203138 h 361971"/>
              <a:gd name="connsiteX27" fmla="*/ 136873 w 362309"/>
              <a:gd name="connsiteY27" fmla="*/ 235441 h 361971"/>
              <a:gd name="connsiteX28" fmla="*/ 143263 w 362309"/>
              <a:gd name="connsiteY28" fmla="*/ 241825 h 361971"/>
              <a:gd name="connsiteX29" fmla="*/ 136873 w 362309"/>
              <a:gd name="connsiteY29" fmla="*/ 248145 h 361971"/>
              <a:gd name="connsiteX30" fmla="*/ 270486 w 362309"/>
              <a:gd name="connsiteY30" fmla="*/ 218396 h 361971"/>
              <a:gd name="connsiteX31" fmla="*/ 264671 w 362309"/>
              <a:gd name="connsiteY31" fmla="*/ 239910 h 361971"/>
              <a:gd name="connsiteX32" fmla="*/ 259432 w 362309"/>
              <a:gd name="connsiteY32" fmla="*/ 257785 h 361971"/>
              <a:gd name="connsiteX33" fmla="*/ 259432 w 362309"/>
              <a:gd name="connsiteY33" fmla="*/ 280512 h 361971"/>
              <a:gd name="connsiteX34" fmla="*/ 253042 w 362309"/>
              <a:gd name="connsiteY34" fmla="*/ 286896 h 361971"/>
              <a:gd name="connsiteX35" fmla="*/ 246652 w 362309"/>
              <a:gd name="connsiteY35" fmla="*/ 280512 h 361971"/>
              <a:gd name="connsiteX36" fmla="*/ 246652 w 362309"/>
              <a:gd name="connsiteY36" fmla="*/ 258423 h 361971"/>
              <a:gd name="connsiteX37" fmla="*/ 253745 w 362309"/>
              <a:gd name="connsiteY37" fmla="*/ 233334 h 361971"/>
              <a:gd name="connsiteX38" fmla="*/ 257706 w 362309"/>
              <a:gd name="connsiteY38" fmla="*/ 218460 h 361971"/>
              <a:gd name="connsiteX39" fmla="*/ 257642 w 362309"/>
              <a:gd name="connsiteY39" fmla="*/ 208756 h 361971"/>
              <a:gd name="connsiteX40" fmla="*/ 257706 w 362309"/>
              <a:gd name="connsiteY40" fmla="*/ 169942 h 361971"/>
              <a:gd name="connsiteX41" fmla="*/ 253042 w 362309"/>
              <a:gd name="connsiteY41" fmla="*/ 165281 h 361971"/>
              <a:gd name="connsiteX42" fmla="*/ 249719 w 362309"/>
              <a:gd name="connsiteY42" fmla="*/ 166750 h 361971"/>
              <a:gd name="connsiteX43" fmla="*/ 248377 w 362309"/>
              <a:gd name="connsiteY43" fmla="*/ 169942 h 361971"/>
              <a:gd name="connsiteX44" fmla="*/ 248377 w 362309"/>
              <a:gd name="connsiteY44" fmla="*/ 170069 h 361971"/>
              <a:gd name="connsiteX45" fmla="*/ 248377 w 362309"/>
              <a:gd name="connsiteY45" fmla="*/ 184178 h 361971"/>
              <a:gd name="connsiteX46" fmla="*/ 241987 w 362309"/>
              <a:gd name="connsiteY46" fmla="*/ 190562 h 361971"/>
              <a:gd name="connsiteX47" fmla="*/ 241987 w 362309"/>
              <a:gd name="connsiteY47" fmla="*/ 190562 h 361971"/>
              <a:gd name="connsiteX48" fmla="*/ 235597 w 362309"/>
              <a:gd name="connsiteY48" fmla="*/ 184178 h 361971"/>
              <a:gd name="connsiteX49" fmla="*/ 235661 w 362309"/>
              <a:gd name="connsiteY49" fmla="*/ 158961 h 361971"/>
              <a:gd name="connsiteX50" fmla="*/ 230996 w 362309"/>
              <a:gd name="connsiteY50" fmla="*/ 154301 h 361971"/>
              <a:gd name="connsiteX51" fmla="*/ 227673 w 362309"/>
              <a:gd name="connsiteY51" fmla="*/ 155769 h 361971"/>
              <a:gd name="connsiteX52" fmla="*/ 226332 w 362309"/>
              <a:gd name="connsiteY52" fmla="*/ 158961 h 361971"/>
              <a:gd name="connsiteX53" fmla="*/ 226332 w 362309"/>
              <a:gd name="connsiteY53" fmla="*/ 175560 h 361971"/>
              <a:gd name="connsiteX54" fmla="*/ 219942 w 362309"/>
              <a:gd name="connsiteY54" fmla="*/ 181944 h 361971"/>
              <a:gd name="connsiteX55" fmla="*/ 213552 w 362309"/>
              <a:gd name="connsiteY55" fmla="*/ 175560 h 361971"/>
              <a:gd name="connsiteX56" fmla="*/ 213552 w 362309"/>
              <a:gd name="connsiteY56" fmla="*/ 147917 h 361971"/>
              <a:gd name="connsiteX57" fmla="*/ 208887 w 362309"/>
              <a:gd name="connsiteY57" fmla="*/ 143257 h 361971"/>
              <a:gd name="connsiteX58" fmla="*/ 205565 w 362309"/>
              <a:gd name="connsiteY58" fmla="*/ 144725 h 361971"/>
              <a:gd name="connsiteX59" fmla="*/ 204223 w 362309"/>
              <a:gd name="connsiteY59" fmla="*/ 147917 h 361971"/>
              <a:gd name="connsiteX60" fmla="*/ 204223 w 362309"/>
              <a:gd name="connsiteY60" fmla="*/ 170005 h 361971"/>
              <a:gd name="connsiteX61" fmla="*/ 197833 w 362309"/>
              <a:gd name="connsiteY61" fmla="*/ 176389 h 361971"/>
              <a:gd name="connsiteX62" fmla="*/ 191443 w 362309"/>
              <a:gd name="connsiteY62" fmla="*/ 170005 h 361971"/>
              <a:gd name="connsiteX63" fmla="*/ 191443 w 362309"/>
              <a:gd name="connsiteY63" fmla="*/ 114720 h 361971"/>
              <a:gd name="connsiteX64" fmla="*/ 186778 w 362309"/>
              <a:gd name="connsiteY64" fmla="*/ 110060 h 361971"/>
              <a:gd name="connsiteX65" fmla="*/ 183455 w 362309"/>
              <a:gd name="connsiteY65" fmla="*/ 111528 h 361971"/>
              <a:gd name="connsiteX66" fmla="*/ 182113 w 362309"/>
              <a:gd name="connsiteY66" fmla="*/ 114720 h 361971"/>
              <a:gd name="connsiteX67" fmla="*/ 182113 w 362309"/>
              <a:gd name="connsiteY67" fmla="*/ 208692 h 361971"/>
              <a:gd name="connsiteX68" fmla="*/ 175723 w 362309"/>
              <a:gd name="connsiteY68" fmla="*/ 215076 h 361971"/>
              <a:gd name="connsiteX69" fmla="*/ 172017 w 362309"/>
              <a:gd name="connsiteY69" fmla="*/ 213736 h 361971"/>
              <a:gd name="connsiteX70" fmla="*/ 171953 w 362309"/>
              <a:gd name="connsiteY70" fmla="*/ 213800 h 361971"/>
              <a:gd name="connsiteX71" fmla="*/ 150931 w 362309"/>
              <a:gd name="connsiteY71" fmla="*/ 198286 h 361971"/>
              <a:gd name="connsiteX72" fmla="*/ 138023 w 362309"/>
              <a:gd name="connsiteY72" fmla="*/ 197201 h 361971"/>
              <a:gd name="connsiteX73" fmla="*/ 134445 w 362309"/>
              <a:gd name="connsiteY73" fmla="*/ 199819 h 361971"/>
              <a:gd name="connsiteX74" fmla="*/ 136042 w 362309"/>
              <a:gd name="connsiteY74" fmla="*/ 201989 h 361971"/>
              <a:gd name="connsiteX75" fmla="*/ 176554 w 362309"/>
              <a:gd name="connsiteY75" fmla="*/ 241378 h 361971"/>
              <a:gd name="connsiteX76" fmla="*/ 187673 w 362309"/>
              <a:gd name="connsiteY76" fmla="*/ 269468 h 361971"/>
              <a:gd name="connsiteX77" fmla="*/ 187673 w 362309"/>
              <a:gd name="connsiteY77" fmla="*/ 280512 h 361971"/>
              <a:gd name="connsiteX78" fmla="*/ 181283 w 362309"/>
              <a:gd name="connsiteY78" fmla="*/ 286896 h 361971"/>
              <a:gd name="connsiteX79" fmla="*/ 174893 w 362309"/>
              <a:gd name="connsiteY79" fmla="*/ 280512 h 361971"/>
              <a:gd name="connsiteX80" fmla="*/ 174893 w 362309"/>
              <a:gd name="connsiteY80" fmla="*/ 269468 h 361971"/>
              <a:gd name="connsiteX81" fmla="*/ 167225 w 362309"/>
              <a:gd name="connsiteY81" fmla="*/ 250124 h 361971"/>
              <a:gd name="connsiteX82" fmla="*/ 127352 w 362309"/>
              <a:gd name="connsiteY82" fmla="*/ 211310 h 361971"/>
              <a:gd name="connsiteX83" fmla="*/ 125051 w 362309"/>
              <a:gd name="connsiteY83" fmla="*/ 191136 h 361971"/>
              <a:gd name="connsiteX84" fmla="*/ 158662 w 362309"/>
              <a:gd name="connsiteY84" fmla="*/ 188136 h 361971"/>
              <a:gd name="connsiteX85" fmla="*/ 169333 w 362309"/>
              <a:gd name="connsiteY85" fmla="*/ 196052 h 361971"/>
              <a:gd name="connsiteX86" fmla="*/ 169333 w 362309"/>
              <a:gd name="connsiteY86" fmla="*/ 114720 h 361971"/>
              <a:gd name="connsiteX87" fmla="*/ 174382 w 362309"/>
              <a:gd name="connsiteY87" fmla="*/ 102527 h 361971"/>
              <a:gd name="connsiteX88" fmla="*/ 186778 w 362309"/>
              <a:gd name="connsiteY88" fmla="*/ 97292 h 361971"/>
              <a:gd name="connsiteX89" fmla="*/ 204223 w 362309"/>
              <a:gd name="connsiteY89" fmla="*/ 114720 h 361971"/>
              <a:gd name="connsiteX90" fmla="*/ 204223 w 362309"/>
              <a:gd name="connsiteY90" fmla="*/ 131191 h 361971"/>
              <a:gd name="connsiteX91" fmla="*/ 208887 w 362309"/>
              <a:gd name="connsiteY91" fmla="*/ 130425 h 361971"/>
              <a:gd name="connsiteX92" fmla="*/ 225437 w 362309"/>
              <a:gd name="connsiteY92" fmla="*/ 142490 h 361971"/>
              <a:gd name="connsiteX93" fmla="*/ 231060 w 362309"/>
              <a:gd name="connsiteY93" fmla="*/ 141469 h 361971"/>
              <a:gd name="connsiteX94" fmla="*/ 247610 w 362309"/>
              <a:gd name="connsiteY94" fmla="*/ 153535 h 361971"/>
              <a:gd name="connsiteX95" fmla="*/ 253233 w 362309"/>
              <a:gd name="connsiteY95" fmla="*/ 152513 h 361971"/>
              <a:gd name="connsiteX96" fmla="*/ 270678 w 362309"/>
              <a:gd name="connsiteY96" fmla="*/ 169942 h 361971"/>
              <a:gd name="connsiteX97" fmla="*/ 270614 w 362309"/>
              <a:gd name="connsiteY97" fmla="*/ 208692 h 361971"/>
              <a:gd name="connsiteX98" fmla="*/ 270486 w 362309"/>
              <a:gd name="connsiteY98" fmla="*/ 21839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362309" h="361971">
                <a:moveTo>
                  <a:pt x="181155" y="0"/>
                </a:moveTo>
                <a:cubicBezTo>
                  <a:pt x="81088" y="0"/>
                  <a:pt x="0" y="81013"/>
                  <a:pt x="0" y="180986"/>
                </a:cubicBezTo>
                <a:cubicBezTo>
                  <a:pt x="0" y="280959"/>
                  <a:pt x="81088" y="361971"/>
                  <a:pt x="181155" y="361971"/>
                </a:cubicBezTo>
                <a:cubicBezTo>
                  <a:pt x="281221" y="361971"/>
                  <a:pt x="362310" y="280959"/>
                  <a:pt x="362310" y="180986"/>
                </a:cubicBezTo>
                <a:cubicBezTo>
                  <a:pt x="362310" y="81013"/>
                  <a:pt x="281157" y="0"/>
                  <a:pt x="181155" y="0"/>
                </a:cubicBezTo>
                <a:close/>
                <a:moveTo>
                  <a:pt x="186650" y="75139"/>
                </a:moveTo>
                <a:cubicBezTo>
                  <a:pt x="211507" y="75139"/>
                  <a:pt x="231763" y="95377"/>
                  <a:pt x="231763" y="120210"/>
                </a:cubicBezTo>
                <a:cubicBezTo>
                  <a:pt x="231763" y="122381"/>
                  <a:pt x="231635" y="124551"/>
                  <a:pt x="231316" y="126658"/>
                </a:cubicBezTo>
                <a:cubicBezTo>
                  <a:pt x="230805" y="130169"/>
                  <a:pt x="227610" y="132595"/>
                  <a:pt x="224095" y="132085"/>
                </a:cubicBezTo>
                <a:cubicBezTo>
                  <a:pt x="220581" y="131574"/>
                  <a:pt x="218153" y="128318"/>
                  <a:pt x="218664" y="124871"/>
                </a:cubicBezTo>
                <a:cubicBezTo>
                  <a:pt x="218855" y="123338"/>
                  <a:pt x="218983" y="121806"/>
                  <a:pt x="218983" y="120274"/>
                </a:cubicBezTo>
                <a:cubicBezTo>
                  <a:pt x="218983" y="102463"/>
                  <a:pt x="204478" y="87971"/>
                  <a:pt x="186650" y="87971"/>
                </a:cubicBezTo>
                <a:cubicBezTo>
                  <a:pt x="168822" y="87971"/>
                  <a:pt x="154317" y="102463"/>
                  <a:pt x="154317" y="120274"/>
                </a:cubicBezTo>
                <a:cubicBezTo>
                  <a:pt x="154317" y="126914"/>
                  <a:pt x="156298" y="133298"/>
                  <a:pt x="160132" y="138724"/>
                </a:cubicBezTo>
                <a:cubicBezTo>
                  <a:pt x="162177" y="141597"/>
                  <a:pt x="161474" y="145619"/>
                  <a:pt x="158534" y="147598"/>
                </a:cubicBezTo>
                <a:cubicBezTo>
                  <a:pt x="157448" y="148364"/>
                  <a:pt x="156170" y="148747"/>
                  <a:pt x="154892" y="148747"/>
                </a:cubicBezTo>
                <a:cubicBezTo>
                  <a:pt x="152848" y="148747"/>
                  <a:pt x="150867" y="147789"/>
                  <a:pt x="149653" y="146002"/>
                </a:cubicBezTo>
                <a:cubicBezTo>
                  <a:pt x="144349" y="138405"/>
                  <a:pt x="141537" y="129531"/>
                  <a:pt x="141537" y="120210"/>
                </a:cubicBezTo>
                <a:cubicBezTo>
                  <a:pt x="141537" y="95313"/>
                  <a:pt x="161793" y="75139"/>
                  <a:pt x="186650" y="75139"/>
                </a:cubicBezTo>
                <a:close/>
                <a:moveTo>
                  <a:pt x="136873" y="248145"/>
                </a:moveTo>
                <a:cubicBezTo>
                  <a:pt x="112016" y="248145"/>
                  <a:pt x="91760" y="227908"/>
                  <a:pt x="91760" y="203074"/>
                </a:cubicBezTo>
                <a:cubicBezTo>
                  <a:pt x="91760" y="178241"/>
                  <a:pt x="112016" y="158004"/>
                  <a:pt x="136873" y="158004"/>
                </a:cubicBezTo>
                <a:cubicBezTo>
                  <a:pt x="143838" y="158004"/>
                  <a:pt x="150483" y="159536"/>
                  <a:pt x="156681" y="162600"/>
                </a:cubicBezTo>
                <a:cubicBezTo>
                  <a:pt x="159876" y="164132"/>
                  <a:pt x="161154" y="167963"/>
                  <a:pt x="159621" y="171155"/>
                </a:cubicBezTo>
                <a:cubicBezTo>
                  <a:pt x="158087" y="174347"/>
                  <a:pt x="154253" y="175623"/>
                  <a:pt x="151058" y="174091"/>
                </a:cubicBezTo>
                <a:cubicBezTo>
                  <a:pt x="146585" y="171921"/>
                  <a:pt x="141857" y="170835"/>
                  <a:pt x="136873" y="170835"/>
                </a:cubicBezTo>
                <a:cubicBezTo>
                  <a:pt x="119045" y="170835"/>
                  <a:pt x="104540" y="185327"/>
                  <a:pt x="104540" y="203138"/>
                </a:cubicBezTo>
                <a:cubicBezTo>
                  <a:pt x="104540" y="220950"/>
                  <a:pt x="119045" y="235441"/>
                  <a:pt x="136873" y="235441"/>
                </a:cubicBezTo>
                <a:cubicBezTo>
                  <a:pt x="140387" y="235441"/>
                  <a:pt x="143263" y="238314"/>
                  <a:pt x="143263" y="241825"/>
                </a:cubicBezTo>
                <a:cubicBezTo>
                  <a:pt x="143263" y="245336"/>
                  <a:pt x="140387" y="248145"/>
                  <a:pt x="136873" y="248145"/>
                </a:cubicBezTo>
                <a:close/>
                <a:moveTo>
                  <a:pt x="270486" y="218396"/>
                </a:moveTo>
                <a:cubicBezTo>
                  <a:pt x="270486" y="226248"/>
                  <a:pt x="268505" y="233654"/>
                  <a:pt x="264671" y="239910"/>
                </a:cubicBezTo>
                <a:cubicBezTo>
                  <a:pt x="259432" y="248592"/>
                  <a:pt x="259432" y="249805"/>
                  <a:pt x="259432" y="257785"/>
                </a:cubicBezTo>
                <a:lnTo>
                  <a:pt x="259432" y="280512"/>
                </a:lnTo>
                <a:cubicBezTo>
                  <a:pt x="259432" y="284023"/>
                  <a:pt x="256556" y="286896"/>
                  <a:pt x="253042" y="286896"/>
                </a:cubicBezTo>
                <a:cubicBezTo>
                  <a:pt x="249527" y="286896"/>
                  <a:pt x="246652" y="284023"/>
                  <a:pt x="246652" y="280512"/>
                </a:cubicBezTo>
                <a:lnTo>
                  <a:pt x="246652" y="258423"/>
                </a:lnTo>
                <a:cubicBezTo>
                  <a:pt x="246652" y="248145"/>
                  <a:pt x="246971" y="244506"/>
                  <a:pt x="253745" y="233334"/>
                </a:cubicBezTo>
                <a:cubicBezTo>
                  <a:pt x="256301" y="229057"/>
                  <a:pt x="257706" y="223950"/>
                  <a:pt x="257706" y="218460"/>
                </a:cubicBezTo>
                <a:lnTo>
                  <a:pt x="257642" y="208756"/>
                </a:lnTo>
                <a:lnTo>
                  <a:pt x="257706" y="169942"/>
                </a:lnTo>
                <a:cubicBezTo>
                  <a:pt x="257706" y="166941"/>
                  <a:pt x="254959" y="165281"/>
                  <a:pt x="253042" y="165281"/>
                </a:cubicBezTo>
                <a:cubicBezTo>
                  <a:pt x="251892" y="165281"/>
                  <a:pt x="250614" y="165856"/>
                  <a:pt x="249719" y="166750"/>
                </a:cubicBezTo>
                <a:cubicBezTo>
                  <a:pt x="249080" y="167388"/>
                  <a:pt x="248377" y="168409"/>
                  <a:pt x="248377" y="169942"/>
                </a:cubicBezTo>
                <a:cubicBezTo>
                  <a:pt x="248377" y="170005"/>
                  <a:pt x="248377" y="170005"/>
                  <a:pt x="248377" y="170069"/>
                </a:cubicBezTo>
                <a:lnTo>
                  <a:pt x="248377" y="184178"/>
                </a:lnTo>
                <a:cubicBezTo>
                  <a:pt x="248377" y="187689"/>
                  <a:pt x="245502" y="190562"/>
                  <a:pt x="241987" y="190562"/>
                </a:cubicBezTo>
                <a:cubicBezTo>
                  <a:pt x="241987" y="190562"/>
                  <a:pt x="241987" y="190562"/>
                  <a:pt x="241987" y="190562"/>
                </a:cubicBezTo>
                <a:cubicBezTo>
                  <a:pt x="238473" y="190562"/>
                  <a:pt x="235597" y="187689"/>
                  <a:pt x="235597" y="184178"/>
                </a:cubicBezTo>
                <a:lnTo>
                  <a:pt x="235661" y="158961"/>
                </a:lnTo>
                <a:cubicBezTo>
                  <a:pt x="235661" y="155961"/>
                  <a:pt x="232913" y="154301"/>
                  <a:pt x="230996" y="154301"/>
                </a:cubicBezTo>
                <a:cubicBezTo>
                  <a:pt x="229846" y="154301"/>
                  <a:pt x="228568" y="154875"/>
                  <a:pt x="227673" y="155769"/>
                </a:cubicBezTo>
                <a:cubicBezTo>
                  <a:pt x="227035" y="156408"/>
                  <a:pt x="226332" y="157429"/>
                  <a:pt x="226332" y="158961"/>
                </a:cubicBezTo>
                <a:lnTo>
                  <a:pt x="226332" y="175560"/>
                </a:lnTo>
                <a:cubicBezTo>
                  <a:pt x="226332" y="179071"/>
                  <a:pt x="223456" y="181944"/>
                  <a:pt x="219942" y="181944"/>
                </a:cubicBezTo>
                <a:cubicBezTo>
                  <a:pt x="216428" y="181944"/>
                  <a:pt x="213552" y="179071"/>
                  <a:pt x="213552" y="175560"/>
                </a:cubicBezTo>
                <a:lnTo>
                  <a:pt x="213552" y="147917"/>
                </a:lnTo>
                <a:cubicBezTo>
                  <a:pt x="213552" y="144916"/>
                  <a:pt x="210804" y="143257"/>
                  <a:pt x="208887" y="143257"/>
                </a:cubicBezTo>
                <a:cubicBezTo>
                  <a:pt x="207737" y="143257"/>
                  <a:pt x="206459" y="143831"/>
                  <a:pt x="205565" y="144725"/>
                </a:cubicBezTo>
                <a:cubicBezTo>
                  <a:pt x="204925" y="145363"/>
                  <a:pt x="204223" y="146385"/>
                  <a:pt x="204223" y="147917"/>
                </a:cubicBezTo>
                <a:lnTo>
                  <a:pt x="204223" y="170005"/>
                </a:lnTo>
                <a:cubicBezTo>
                  <a:pt x="204223" y="173517"/>
                  <a:pt x="201347" y="176389"/>
                  <a:pt x="197833" y="176389"/>
                </a:cubicBezTo>
                <a:cubicBezTo>
                  <a:pt x="194318" y="176389"/>
                  <a:pt x="191443" y="173517"/>
                  <a:pt x="191443" y="170005"/>
                </a:cubicBezTo>
                <a:lnTo>
                  <a:pt x="191443" y="114720"/>
                </a:lnTo>
                <a:cubicBezTo>
                  <a:pt x="191443" y="111720"/>
                  <a:pt x="188695" y="110060"/>
                  <a:pt x="186778" y="110060"/>
                </a:cubicBezTo>
                <a:cubicBezTo>
                  <a:pt x="185628" y="110060"/>
                  <a:pt x="184350" y="110634"/>
                  <a:pt x="183455" y="111528"/>
                </a:cubicBezTo>
                <a:cubicBezTo>
                  <a:pt x="182816" y="112166"/>
                  <a:pt x="182113" y="113188"/>
                  <a:pt x="182113" y="114720"/>
                </a:cubicBezTo>
                <a:lnTo>
                  <a:pt x="182113" y="208692"/>
                </a:lnTo>
                <a:cubicBezTo>
                  <a:pt x="182113" y="212204"/>
                  <a:pt x="179238" y="215076"/>
                  <a:pt x="175723" y="215076"/>
                </a:cubicBezTo>
                <a:cubicBezTo>
                  <a:pt x="174318" y="215076"/>
                  <a:pt x="173104" y="214502"/>
                  <a:pt x="172017" y="213736"/>
                </a:cubicBezTo>
                <a:lnTo>
                  <a:pt x="171953" y="213800"/>
                </a:lnTo>
                <a:cubicBezTo>
                  <a:pt x="171953" y="213800"/>
                  <a:pt x="157512" y="203266"/>
                  <a:pt x="150931" y="198286"/>
                </a:cubicBezTo>
                <a:cubicBezTo>
                  <a:pt x="147224" y="195541"/>
                  <a:pt x="141665" y="195797"/>
                  <a:pt x="138023" y="197201"/>
                </a:cubicBezTo>
                <a:cubicBezTo>
                  <a:pt x="135531" y="198223"/>
                  <a:pt x="134508" y="199436"/>
                  <a:pt x="134445" y="199819"/>
                </a:cubicBezTo>
                <a:cubicBezTo>
                  <a:pt x="134445" y="199946"/>
                  <a:pt x="134700" y="200776"/>
                  <a:pt x="136042" y="201989"/>
                </a:cubicBezTo>
                <a:cubicBezTo>
                  <a:pt x="148055" y="213289"/>
                  <a:pt x="169845" y="234228"/>
                  <a:pt x="176554" y="241378"/>
                </a:cubicBezTo>
                <a:cubicBezTo>
                  <a:pt x="184094" y="249422"/>
                  <a:pt x="187673" y="255678"/>
                  <a:pt x="187673" y="269468"/>
                </a:cubicBezTo>
                <a:lnTo>
                  <a:pt x="187673" y="280512"/>
                </a:lnTo>
                <a:cubicBezTo>
                  <a:pt x="187673" y="284023"/>
                  <a:pt x="184797" y="286896"/>
                  <a:pt x="181283" y="286896"/>
                </a:cubicBezTo>
                <a:cubicBezTo>
                  <a:pt x="177768" y="286896"/>
                  <a:pt x="174893" y="284023"/>
                  <a:pt x="174893" y="280512"/>
                </a:cubicBezTo>
                <a:lnTo>
                  <a:pt x="174893" y="269468"/>
                </a:lnTo>
                <a:cubicBezTo>
                  <a:pt x="174893" y="259317"/>
                  <a:pt x="172656" y="255934"/>
                  <a:pt x="167225" y="250124"/>
                </a:cubicBezTo>
                <a:cubicBezTo>
                  <a:pt x="161282" y="243740"/>
                  <a:pt x="140579" y="223695"/>
                  <a:pt x="127352" y="211310"/>
                </a:cubicBezTo>
                <a:cubicBezTo>
                  <a:pt x="119364" y="203841"/>
                  <a:pt x="121153" y="195797"/>
                  <a:pt x="125051" y="191136"/>
                </a:cubicBezTo>
                <a:cubicBezTo>
                  <a:pt x="131761" y="183156"/>
                  <a:pt x="147927" y="180092"/>
                  <a:pt x="158662" y="188136"/>
                </a:cubicBezTo>
                <a:cubicBezTo>
                  <a:pt x="161410" y="190179"/>
                  <a:pt x="165500" y="193243"/>
                  <a:pt x="169333" y="196052"/>
                </a:cubicBezTo>
                <a:lnTo>
                  <a:pt x="169333" y="114720"/>
                </a:lnTo>
                <a:cubicBezTo>
                  <a:pt x="169333" y="110124"/>
                  <a:pt x="171123" y="105782"/>
                  <a:pt x="174382" y="102527"/>
                </a:cubicBezTo>
                <a:cubicBezTo>
                  <a:pt x="177704" y="99207"/>
                  <a:pt x="182241" y="97292"/>
                  <a:pt x="186778" y="97292"/>
                </a:cubicBezTo>
                <a:cubicBezTo>
                  <a:pt x="196427" y="97292"/>
                  <a:pt x="204223" y="105144"/>
                  <a:pt x="204223" y="114720"/>
                </a:cubicBezTo>
                <a:lnTo>
                  <a:pt x="204223" y="131191"/>
                </a:lnTo>
                <a:cubicBezTo>
                  <a:pt x="205756" y="130744"/>
                  <a:pt x="207290" y="130425"/>
                  <a:pt x="208887" y="130425"/>
                </a:cubicBezTo>
                <a:cubicBezTo>
                  <a:pt x="216619" y="130425"/>
                  <a:pt x="223137" y="135532"/>
                  <a:pt x="225437" y="142490"/>
                </a:cubicBezTo>
                <a:cubicBezTo>
                  <a:pt x="227226" y="141852"/>
                  <a:pt x="229143" y="141469"/>
                  <a:pt x="231060" y="141469"/>
                </a:cubicBezTo>
                <a:cubicBezTo>
                  <a:pt x="238792" y="141469"/>
                  <a:pt x="245310" y="146576"/>
                  <a:pt x="247610" y="153535"/>
                </a:cubicBezTo>
                <a:cubicBezTo>
                  <a:pt x="249399" y="152896"/>
                  <a:pt x="251316" y="152513"/>
                  <a:pt x="253233" y="152513"/>
                </a:cubicBezTo>
                <a:cubicBezTo>
                  <a:pt x="262882" y="152513"/>
                  <a:pt x="270678" y="160366"/>
                  <a:pt x="270678" y="169942"/>
                </a:cubicBezTo>
                <a:lnTo>
                  <a:pt x="270614" y="208692"/>
                </a:lnTo>
                <a:lnTo>
                  <a:pt x="270486" y="218396"/>
                </a:lnTo>
                <a:close/>
              </a:path>
            </a:pathLst>
          </a:custGeom>
          <a:solidFill>
            <a:srgbClr val="00A3E0"/>
          </a:solidFill>
          <a:ln w="6390" cap="flat">
            <a:noFill/>
            <a:prstDash val="solid"/>
            <a:miter/>
          </a:ln>
        </p:spPr>
        <p:txBody>
          <a:bodyPr rtlCol="0" anchor="ctr"/>
          <a:lstStyle/>
          <a:p>
            <a:endParaRPr lang="en-US"/>
          </a:p>
        </p:txBody>
      </p:sp>
      <p:sp>
        <p:nvSpPr>
          <p:cNvPr id="980" name="Graphic 4">
            <a:extLst>
              <a:ext uri="{FF2B5EF4-FFF2-40B4-BE49-F238E27FC236}">
                <a16:creationId xmlns:a16="http://schemas.microsoft.com/office/drawing/2014/main" id="{AF5DA448-AE88-E248-9F95-141A5221A95D}"/>
              </a:ext>
            </a:extLst>
          </p:cNvPr>
          <p:cNvSpPr/>
          <p:nvPr/>
        </p:nvSpPr>
        <p:spPr>
          <a:xfrm>
            <a:off x="7192385" y="3339815"/>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68948 w 362309"/>
              <a:gd name="connsiteY5" fmla="*/ 85864 h 361971"/>
              <a:gd name="connsiteX6" fmla="*/ 85945 w 362309"/>
              <a:gd name="connsiteY6" fmla="*/ 68883 h 361971"/>
              <a:gd name="connsiteX7" fmla="*/ 90482 w 362309"/>
              <a:gd name="connsiteY7" fmla="*/ 67032 h 361971"/>
              <a:gd name="connsiteX8" fmla="*/ 95018 w 362309"/>
              <a:gd name="connsiteY8" fmla="*/ 68883 h 361971"/>
              <a:gd name="connsiteX9" fmla="*/ 112016 w 362309"/>
              <a:gd name="connsiteY9" fmla="*/ 85864 h 361971"/>
              <a:gd name="connsiteX10" fmla="*/ 112016 w 362309"/>
              <a:gd name="connsiteY10" fmla="*/ 94866 h 361971"/>
              <a:gd name="connsiteX11" fmla="*/ 103006 w 362309"/>
              <a:gd name="connsiteY11" fmla="*/ 94866 h 361971"/>
              <a:gd name="connsiteX12" fmla="*/ 96936 w 362309"/>
              <a:gd name="connsiteY12" fmla="*/ 88801 h 361971"/>
              <a:gd name="connsiteX13" fmla="*/ 96936 w 362309"/>
              <a:gd name="connsiteY13" fmla="*/ 129978 h 361971"/>
              <a:gd name="connsiteX14" fmla="*/ 90546 w 362309"/>
              <a:gd name="connsiteY14" fmla="*/ 136362 h 361971"/>
              <a:gd name="connsiteX15" fmla="*/ 84156 w 362309"/>
              <a:gd name="connsiteY15" fmla="*/ 129978 h 361971"/>
              <a:gd name="connsiteX16" fmla="*/ 84156 w 362309"/>
              <a:gd name="connsiteY16" fmla="*/ 88801 h 361971"/>
              <a:gd name="connsiteX17" fmla="*/ 78086 w 362309"/>
              <a:gd name="connsiteY17" fmla="*/ 94866 h 361971"/>
              <a:gd name="connsiteX18" fmla="*/ 73548 w 362309"/>
              <a:gd name="connsiteY18" fmla="*/ 96717 h 361971"/>
              <a:gd name="connsiteX19" fmla="*/ 69012 w 362309"/>
              <a:gd name="connsiteY19" fmla="*/ 94866 h 361971"/>
              <a:gd name="connsiteX20" fmla="*/ 68948 w 362309"/>
              <a:gd name="connsiteY20" fmla="*/ 85864 h 361971"/>
              <a:gd name="connsiteX21" fmla="*/ 112016 w 362309"/>
              <a:gd name="connsiteY21" fmla="*/ 242081 h 361971"/>
              <a:gd name="connsiteX22" fmla="*/ 95018 w 362309"/>
              <a:gd name="connsiteY22" fmla="*/ 259062 h 361971"/>
              <a:gd name="connsiteX23" fmla="*/ 92974 w 362309"/>
              <a:gd name="connsiteY23" fmla="*/ 260466 h 361971"/>
              <a:gd name="connsiteX24" fmla="*/ 90546 w 362309"/>
              <a:gd name="connsiteY24" fmla="*/ 260977 h 361971"/>
              <a:gd name="connsiteX25" fmla="*/ 88117 w 362309"/>
              <a:gd name="connsiteY25" fmla="*/ 260466 h 361971"/>
              <a:gd name="connsiteX26" fmla="*/ 86073 w 362309"/>
              <a:gd name="connsiteY26" fmla="*/ 259062 h 361971"/>
              <a:gd name="connsiteX27" fmla="*/ 69076 w 362309"/>
              <a:gd name="connsiteY27" fmla="*/ 242081 h 361971"/>
              <a:gd name="connsiteX28" fmla="*/ 69076 w 362309"/>
              <a:gd name="connsiteY28" fmla="*/ 233079 h 361971"/>
              <a:gd name="connsiteX29" fmla="*/ 78086 w 362309"/>
              <a:gd name="connsiteY29" fmla="*/ 233079 h 361971"/>
              <a:gd name="connsiteX30" fmla="*/ 84156 w 362309"/>
              <a:gd name="connsiteY30" fmla="*/ 239144 h 361971"/>
              <a:gd name="connsiteX31" fmla="*/ 84156 w 362309"/>
              <a:gd name="connsiteY31" fmla="*/ 197967 h 361971"/>
              <a:gd name="connsiteX32" fmla="*/ 90546 w 362309"/>
              <a:gd name="connsiteY32" fmla="*/ 191583 h 361971"/>
              <a:gd name="connsiteX33" fmla="*/ 96936 w 362309"/>
              <a:gd name="connsiteY33" fmla="*/ 197967 h 361971"/>
              <a:gd name="connsiteX34" fmla="*/ 96936 w 362309"/>
              <a:gd name="connsiteY34" fmla="*/ 239144 h 361971"/>
              <a:gd name="connsiteX35" fmla="*/ 103006 w 362309"/>
              <a:gd name="connsiteY35" fmla="*/ 233079 h 361971"/>
              <a:gd name="connsiteX36" fmla="*/ 112016 w 362309"/>
              <a:gd name="connsiteY36" fmla="*/ 233079 h 361971"/>
              <a:gd name="connsiteX37" fmla="*/ 112016 w 362309"/>
              <a:gd name="connsiteY37" fmla="*/ 242081 h 361971"/>
              <a:gd name="connsiteX38" fmla="*/ 293298 w 362309"/>
              <a:gd name="connsiteY38" fmla="*/ 240995 h 361971"/>
              <a:gd name="connsiteX39" fmla="*/ 288762 w 362309"/>
              <a:gd name="connsiteY39" fmla="*/ 242847 h 361971"/>
              <a:gd name="connsiteX40" fmla="*/ 284225 w 362309"/>
              <a:gd name="connsiteY40" fmla="*/ 240995 h 361971"/>
              <a:gd name="connsiteX41" fmla="*/ 268186 w 362309"/>
              <a:gd name="connsiteY41" fmla="*/ 224971 h 361971"/>
              <a:gd name="connsiteX42" fmla="*/ 255215 w 362309"/>
              <a:gd name="connsiteY42" fmla="*/ 201798 h 361971"/>
              <a:gd name="connsiteX43" fmla="*/ 247291 w 362309"/>
              <a:gd name="connsiteY43" fmla="*/ 188072 h 361971"/>
              <a:gd name="connsiteX44" fmla="*/ 212146 w 362309"/>
              <a:gd name="connsiteY44" fmla="*/ 152960 h 361971"/>
              <a:gd name="connsiteX45" fmla="*/ 208568 w 362309"/>
              <a:gd name="connsiteY45" fmla="*/ 151556 h 361971"/>
              <a:gd name="connsiteX46" fmla="*/ 205118 w 362309"/>
              <a:gd name="connsiteY46" fmla="*/ 152960 h 361971"/>
              <a:gd name="connsiteX47" fmla="*/ 203711 w 362309"/>
              <a:gd name="connsiteY47" fmla="*/ 156535 h 361971"/>
              <a:gd name="connsiteX48" fmla="*/ 205118 w 362309"/>
              <a:gd name="connsiteY48" fmla="*/ 159919 h 361971"/>
              <a:gd name="connsiteX49" fmla="*/ 215405 w 362309"/>
              <a:gd name="connsiteY49" fmla="*/ 170197 h 361971"/>
              <a:gd name="connsiteX50" fmla="*/ 215405 w 362309"/>
              <a:gd name="connsiteY50" fmla="*/ 179198 h 361971"/>
              <a:gd name="connsiteX51" fmla="*/ 210868 w 362309"/>
              <a:gd name="connsiteY51" fmla="*/ 181050 h 361971"/>
              <a:gd name="connsiteX52" fmla="*/ 206331 w 362309"/>
              <a:gd name="connsiteY52" fmla="*/ 179198 h 361971"/>
              <a:gd name="connsiteX53" fmla="*/ 196044 w 362309"/>
              <a:gd name="connsiteY53" fmla="*/ 168984 h 361971"/>
              <a:gd name="connsiteX54" fmla="*/ 196044 w 362309"/>
              <a:gd name="connsiteY54" fmla="*/ 168984 h 361971"/>
              <a:gd name="connsiteX55" fmla="*/ 196044 w 362309"/>
              <a:gd name="connsiteY55" fmla="*/ 168984 h 361971"/>
              <a:gd name="connsiteX56" fmla="*/ 188056 w 362309"/>
              <a:gd name="connsiteY56" fmla="*/ 161004 h 361971"/>
              <a:gd name="connsiteX57" fmla="*/ 184477 w 362309"/>
              <a:gd name="connsiteY57" fmla="*/ 159600 h 361971"/>
              <a:gd name="connsiteX58" fmla="*/ 181027 w 362309"/>
              <a:gd name="connsiteY58" fmla="*/ 161004 h 361971"/>
              <a:gd name="connsiteX59" fmla="*/ 179621 w 362309"/>
              <a:gd name="connsiteY59" fmla="*/ 164579 h 361971"/>
              <a:gd name="connsiteX60" fmla="*/ 181027 w 362309"/>
              <a:gd name="connsiteY60" fmla="*/ 167963 h 361971"/>
              <a:gd name="connsiteX61" fmla="*/ 193041 w 362309"/>
              <a:gd name="connsiteY61" fmla="*/ 179964 h 361971"/>
              <a:gd name="connsiteX62" fmla="*/ 193041 w 362309"/>
              <a:gd name="connsiteY62" fmla="*/ 188966 h 361971"/>
              <a:gd name="connsiteX63" fmla="*/ 184031 w 362309"/>
              <a:gd name="connsiteY63" fmla="*/ 188966 h 361971"/>
              <a:gd name="connsiteX64" fmla="*/ 172017 w 362309"/>
              <a:gd name="connsiteY64" fmla="*/ 176964 h 361971"/>
              <a:gd name="connsiteX65" fmla="*/ 172017 w 362309"/>
              <a:gd name="connsiteY65" fmla="*/ 176964 h 361971"/>
              <a:gd name="connsiteX66" fmla="*/ 172017 w 362309"/>
              <a:gd name="connsiteY66" fmla="*/ 176964 h 361971"/>
              <a:gd name="connsiteX67" fmla="*/ 164030 w 362309"/>
              <a:gd name="connsiteY67" fmla="*/ 168984 h 361971"/>
              <a:gd name="connsiteX68" fmla="*/ 160451 w 362309"/>
              <a:gd name="connsiteY68" fmla="*/ 167580 h 361971"/>
              <a:gd name="connsiteX69" fmla="*/ 157001 w 362309"/>
              <a:gd name="connsiteY69" fmla="*/ 168984 h 361971"/>
              <a:gd name="connsiteX70" fmla="*/ 155596 w 362309"/>
              <a:gd name="connsiteY70" fmla="*/ 172559 h 361971"/>
              <a:gd name="connsiteX71" fmla="*/ 157001 w 362309"/>
              <a:gd name="connsiteY71" fmla="*/ 175943 h 361971"/>
              <a:gd name="connsiteX72" fmla="*/ 173040 w 362309"/>
              <a:gd name="connsiteY72" fmla="*/ 191966 h 361971"/>
              <a:gd name="connsiteX73" fmla="*/ 173040 w 362309"/>
              <a:gd name="connsiteY73" fmla="*/ 200968 h 361971"/>
              <a:gd name="connsiteX74" fmla="*/ 168503 w 362309"/>
              <a:gd name="connsiteY74" fmla="*/ 202819 h 361971"/>
              <a:gd name="connsiteX75" fmla="*/ 163966 w 362309"/>
              <a:gd name="connsiteY75" fmla="*/ 200968 h 361971"/>
              <a:gd name="connsiteX76" fmla="*/ 147927 w 362309"/>
              <a:gd name="connsiteY76" fmla="*/ 184944 h 361971"/>
              <a:gd name="connsiteX77" fmla="*/ 147927 w 362309"/>
              <a:gd name="connsiteY77" fmla="*/ 184944 h 361971"/>
              <a:gd name="connsiteX78" fmla="*/ 123901 w 362309"/>
              <a:gd name="connsiteY78" fmla="*/ 160940 h 361971"/>
              <a:gd name="connsiteX79" fmla="*/ 116936 w 362309"/>
              <a:gd name="connsiteY79" fmla="*/ 160940 h 361971"/>
              <a:gd name="connsiteX80" fmla="*/ 115531 w 362309"/>
              <a:gd name="connsiteY80" fmla="*/ 164515 h 361971"/>
              <a:gd name="connsiteX81" fmla="*/ 116936 w 362309"/>
              <a:gd name="connsiteY81" fmla="*/ 167899 h 361971"/>
              <a:gd name="connsiteX82" fmla="*/ 164989 w 362309"/>
              <a:gd name="connsiteY82" fmla="*/ 215906 h 361971"/>
              <a:gd name="connsiteX83" fmla="*/ 164989 w 362309"/>
              <a:gd name="connsiteY83" fmla="*/ 215906 h 361971"/>
              <a:gd name="connsiteX84" fmla="*/ 164989 w 362309"/>
              <a:gd name="connsiteY84" fmla="*/ 215906 h 361971"/>
              <a:gd name="connsiteX85" fmla="*/ 172976 w 362309"/>
              <a:gd name="connsiteY85" fmla="*/ 223886 h 361971"/>
              <a:gd name="connsiteX86" fmla="*/ 172976 w 362309"/>
              <a:gd name="connsiteY86" fmla="*/ 232888 h 361971"/>
              <a:gd name="connsiteX87" fmla="*/ 168439 w 362309"/>
              <a:gd name="connsiteY87" fmla="*/ 234739 h 361971"/>
              <a:gd name="connsiteX88" fmla="*/ 163902 w 362309"/>
              <a:gd name="connsiteY88" fmla="*/ 232888 h 361971"/>
              <a:gd name="connsiteX89" fmla="*/ 155851 w 362309"/>
              <a:gd name="connsiteY89" fmla="*/ 224908 h 361971"/>
              <a:gd name="connsiteX90" fmla="*/ 140579 w 362309"/>
              <a:gd name="connsiteY90" fmla="*/ 219864 h 361971"/>
              <a:gd name="connsiteX91" fmla="*/ 139301 w 362309"/>
              <a:gd name="connsiteY91" fmla="*/ 221205 h 361971"/>
              <a:gd name="connsiteX92" fmla="*/ 139748 w 362309"/>
              <a:gd name="connsiteY92" fmla="*/ 222801 h 361971"/>
              <a:gd name="connsiteX93" fmla="*/ 168886 w 362309"/>
              <a:gd name="connsiteY93" fmla="*/ 251912 h 361971"/>
              <a:gd name="connsiteX94" fmla="*/ 195021 w 362309"/>
              <a:gd name="connsiteY94" fmla="*/ 261935 h 361971"/>
              <a:gd name="connsiteX95" fmla="*/ 228952 w 362309"/>
              <a:gd name="connsiteY95" fmla="*/ 271894 h 361971"/>
              <a:gd name="connsiteX96" fmla="*/ 240965 w 362309"/>
              <a:gd name="connsiteY96" fmla="*/ 283896 h 361971"/>
              <a:gd name="connsiteX97" fmla="*/ 240965 w 362309"/>
              <a:gd name="connsiteY97" fmla="*/ 292897 h 361971"/>
              <a:gd name="connsiteX98" fmla="*/ 236428 w 362309"/>
              <a:gd name="connsiteY98" fmla="*/ 294748 h 361971"/>
              <a:gd name="connsiteX99" fmla="*/ 231891 w 362309"/>
              <a:gd name="connsiteY99" fmla="*/ 292897 h 361971"/>
              <a:gd name="connsiteX100" fmla="*/ 219878 w 362309"/>
              <a:gd name="connsiteY100" fmla="*/ 280895 h 361971"/>
              <a:gd name="connsiteX101" fmla="*/ 195788 w 362309"/>
              <a:gd name="connsiteY101" fmla="*/ 274639 h 361971"/>
              <a:gd name="connsiteX102" fmla="*/ 159748 w 362309"/>
              <a:gd name="connsiteY102" fmla="*/ 260849 h 361971"/>
              <a:gd name="connsiteX103" fmla="*/ 130611 w 362309"/>
              <a:gd name="connsiteY103" fmla="*/ 231738 h 361971"/>
              <a:gd name="connsiteX104" fmla="*/ 126713 w 362309"/>
              <a:gd name="connsiteY104" fmla="*/ 218204 h 361971"/>
              <a:gd name="connsiteX105" fmla="*/ 136298 w 362309"/>
              <a:gd name="connsiteY105" fmla="*/ 207671 h 361971"/>
              <a:gd name="connsiteX106" fmla="*/ 138023 w 362309"/>
              <a:gd name="connsiteY106" fmla="*/ 207160 h 361971"/>
              <a:gd name="connsiteX107" fmla="*/ 107607 w 362309"/>
              <a:gd name="connsiteY107" fmla="*/ 176772 h 361971"/>
              <a:gd name="connsiteX108" fmla="*/ 102431 w 362309"/>
              <a:gd name="connsiteY108" fmla="*/ 164388 h 361971"/>
              <a:gd name="connsiteX109" fmla="*/ 107607 w 362309"/>
              <a:gd name="connsiteY109" fmla="*/ 151747 h 361971"/>
              <a:gd name="connsiteX110" fmla="*/ 132655 w 362309"/>
              <a:gd name="connsiteY110" fmla="*/ 151747 h 361971"/>
              <a:gd name="connsiteX111" fmla="*/ 144732 w 362309"/>
              <a:gd name="connsiteY111" fmla="*/ 163813 h 361971"/>
              <a:gd name="connsiteX112" fmla="*/ 147671 w 362309"/>
              <a:gd name="connsiteY112" fmla="*/ 159727 h 361971"/>
              <a:gd name="connsiteX113" fmla="*/ 159748 w 362309"/>
              <a:gd name="connsiteY113" fmla="*/ 154620 h 361971"/>
              <a:gd name="connsiteX114" fmla="*/ 168375 w 362309"/>
              <a:gd name="connsiteY114" fmla="*/ 156663 h 361971"/>
              <a:gd name="connsiteX115" fmla="*/ 171762 w 362309"/>
              <a:gd name="connsiteY115" fmla="*/ 151747 h 361971"/>
              <a:gd name="connsiteX116" fmla="*/ 183839 w 362309"/>
              <a:gd name="connsiteY116" fmla="*/ 146640 h 361971"/>
              <a:gd name="connsiteX117" fmla="*/ 192465 w 362309"/>
              <a:gd name="connsiteY117" fmla="*/ 148683 h 361971"/>
              <a:gd name="connsiteX118" fmla="*/ 195852 w 362309"/>
              <a:gd name="connsiteY118" fmla="*/ 143767 h 361971"/>
              <a:gd name="connsiteX119" fmla="*/ 207929 w 362309"/>
              <a:gd name="connsiteY119" fmla="*/ 138660 h 361971"/>
              <a:gd name="connsiteX120" fmla="*/ 220901 w 362309"/>
              <a:gd name="connsiteY120" fmla="*/ 143767 h 361971"/>
              <a:gd name="connsiteX121" fmla="*/ 256045 w 362309"/>
              <a:gd name="connsiteY121" fmla="*/ 178879 h 361971"/>
              <a:gd name="connsiteX122" fmla="*/ 267356 w 362309"/>
              <a:gd name="connsiteY122" fmla="*/ 198542 h 361971"/>
              <a:gd name="connsiteX123" fmla="*/ 276940 w 362309"/>
              <a:gd name="connsiteY123" fmla="*/ 215842 h 361971"/>
              <a:gd name="connsiteX124" fmla="*/ 292979 w 362309"/>
              <a:gd name="connsiteY124" fmla="*/ 231866 h 361971"/>
              <a:gd name="connsiteX125" fmla="*/ 293298 w 362309"/>
              <a:gd name="connsiteY125" fmla="*/ 24099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362309" h="361971">
                <a:moveTo>
                  <a:pt x="181155" y="0"/>
                </a:moveTo>
                <a:cubicBezTo>
                  <a:pt x="81089" y="0"/>
                  <a:pt x="0" y="81012"/>
                  <a:pt x="0" y="180986"/>
                </a:cubicBezTo>
                <a:cubicBezTo>
                  <a:pt x="0" y="280959"/>
                  <a:pt x="81089" y="361971"/>
                  <a:pt x="181155" y="361971"/>
                </a:cubicBezTo>
                <a:cubicBezTo>
                  <a:pt x="281221" y="361971"/>
                  <a:pt x="362310" y="280959"/>
                  <a:pt x="362310" y="180986"/>
                </a:cubicBezTo>
                <a:cubicBezTo>
                  <a:pt x="362310" y="81012"/>
                  <a:pt x="281157" y="0"/>
                  <a:pt x="181155" y="0"/>
                </a:cubicBezTo>
                <a:close/>
                <a:moveTo>
                  <a:pt x="68948" y="85864"/>
                </a:moveTo>
                <a:lnTo>
                  <a:pt x="85945" y="68883"/>
                </a:lnTo>
                <a:cubicBezTo>
                  <a:pt x="87095" y="67734"/>
                  <a:pt x="88692" y="67032"/>
                  <a:pt x="90482" y="67032"/>
                </a:cubicBezTo>
                <a:cubicBezTo>
                  <a:pt x="92271" y="67032"/>
                  <a:pt x="93869" y="67734"/>
                  <a:pt x="95018" y="68883"/>
                </a:cubicBezTo>
                <a:lnTo>
                  <a:pt x="112016" y="85864"/>
                </a:lnTo>
                <a:cubicBezTo>
                  <a:pt x="114508" y="88354"/>
                  <a:pt x="114508" y="92376"/>
                  <a:pt x="112016" y="94866"/>
                </a:cubicBezTo>
                <a:cubicBezTo>
                  <a:pt x="109524" y="97356"/>
                  <a:pt x="105498" y="97356"/>
                  <a:pt x="103006" y="94866"/>
                </a:cubicBezTo>
                <a:lnTo>
                  <a:pt x="96936" y="88801"/>
                </a:lnTo>
                <a:lnTo>
                  <a:pt x="96936" y="129978"/>
                </a:lnTo>
                <a:cubicBezTo>
                  <a:pt x="96936" y="133489"/>
                  <a:pt x="94060" y="136362"/>
                  <a:pt x="90546" y="136362"/>
                </a:cubicBezTo>
                <a:cubicBezTo>
                  <a:pt x="87031" y="136362"/>
                  <a:pt x="84156" y="133489"/>
                  <a:pt x="84156" y="129978"/>
                </a:cubicBezTo>
                <a:lnTo>
                  <a:pt x="84156" y="88801"/>
                </a:lnTo>
                <a:lnTo>
                  <a:pt x="78086" y="94866"/>
                </a:lnTo>
                <a:cubicBezTo>
                  <a:pt x="76807" y="96143"/>
                  <a:pt x="75210" y="96717"/>
                  <a:pt x="73548" y="96717"/>
                </a:cubicBezTo>
                <a:cubicBezTo>
                  <a:pt x="71887" y="96717"/>
                  <a:pt x="70289" y="96079"/>
                  <a:pt x="69012" y="94866"/>
                </a:cubicBezTo>
                <a:cubicBezTo>
                  <a:pt x="66456" y="92440"/>
                  <a:pt x="66456" y="88418"/>
                  <a:pt x="68948" y="85864"/>
                </a:cubicBezTo>
                <a:close/>
                <a:moveTo>
                  <a:pt x="112016" y="242081"/>
                </a:moveTo>
                <a:lnTo>
                  <a:pt x="95018" y="259062"/>
                </a:lnTo>
                <a:cubicBezTo>
                  <a:pt x="94443" y="259636"/>
                  <a:pt x="93741" y="260147"/>
                  <a:pt x="92974" y="260466"/>
                </a:cubicBezTo>
                <a:cubicBezTo>
                  <a:pt x="92207" y="260786"/>
                  <a:pt x="91376" y="260977"/>
                  <a:pt x="90546" y="260977"/>
                </a:cubicBezTo>
                <a:cubicBezTo>
                  <a:pt x="89715" y="260977"/>
                  <a:pt x="88884" y="260786"/>
                  <a:pt x="88117" y="260466"/>
                </a:cubicBezTo>
                <a:cubicBezTo>
                  <a:pt x="87351" y="260147"/>
                  <a:pt x="86648" y="259700"/>
                  <a:pt x="86073" y="259062"/>
                </a:cubicBezTo>
                <a:lnTo>
                  <a:pt x="69076" y="242081"/>
                </a:lnTo>
                <a:cubicBezTo>
                  <a:pt x="66583" y="239591"/>
                  <a:pt x="66583" y="235569"/>
                  <a:pt x="69076" y="233079"/>
                </a:cubicBezTo>
                <a:cubicBezTo>
                  <a:pt x="71568" y="230589"/>
                  <a:pt x="75593" y="230589"/>
                  <a:pt x="78086" y="233079"/>
                </a:cubicBezTo>
                <a:lnTo>
                  <a:pt x="84156" y="239144"/>
                </a:lnTo>
                <a:lnTo>
                  <a:pt x="84156" y="197967"/>
                </a:lnTo>
                <a:cubicBezTo>
                  <a:pt x="84156" y="194456"/>
                  <a:pt x="87031" y="191583"/>
                  <a:pt x="90546" y="191583"/>
                </a:cubicBezTo>
                <a:cubicBezTo>
                  <a:pt x="94060" y="191583"/>
                  <a:pt x="96936" y="194456"/>
                  <a:pt x="96936" y="197967"/>
                </a:cubicBezTo>
                <a:lnTo>
                  <a:pt x="96936" y="239144"/>
                </a:lnTo>
                <a:lnTo>
                  <a:pt x="103006" y="233079"/>
                </a:lnTo>
                <a:cubicBezTo>
                  <a:pt x="105498" y="230589"/>
                  <a:pt x="109524" y="230589"/>
                  <a:pt x="112016" y="233079"/>
                </a:cubicBezTo>
                <a:cubicBezTo>
                  <a:pt x="114508" y="235569"/>
                  <a:pt x="114508" y="239591"/>
                  <a:pt x="112016" y="242081"/>
                </a:cubicBezTo>
                <a:close/>
                <a:moveTo>
                  <a:pt x="293298" y="240995"/>
                </a:moveTo>
                <a:cubicBezTo>
                  <a:pt x="292021" y="242272"/>
                  <a:pt x="290423" y="242847"/>
                  <a:pt x="288762" y="242847"/>
                </a:cubicBezTo>
                <a:cubicBezTo>
                  <a:pt x="287100" y="242847"/>
                  <a:pt x="285503" y="242208"/>
                  <a:pt x="284225" y="240995"/>
                </a:cubicBezTo>
                <a:lnTo>
                  <a:pt x="268186" y="224971"/>
                </a:lnTo>
                <a:cubicBezTo>
                  <a:pt x="261093" y="217885"/>
                  <a:pt x="258473" y="214757"/>
                  <a:pt x="255215" y="201798"/>
                </a:cubicBezTo>
                <a:cubicBezTo>
                  <a:pt x="253936" y="196754"/>
                  <a:pt x="251189" y="192030"/>
                  <a:pt x="247291" y="188072"/>
                </a:cubicBezTo>
                <a:lnTo>
                  <a:pt x="212146" y="152960"/>
                </a:lnTo>
                <a:cubicBezTo>
                  <a:pt x="210932" y="151747"/>
                  <a:pt x="209526" y="151620"/>
                  <a:pt x="208568" y="151556"/>
                </a:cubicBezTo>
                <a:cubicBezTo>
                  <a:pt x="207226" y="151620"/>
                  <a:pt x="205948" y="152130"/>
                  <a:pt x="205118" y="152960"/>
                </a:cubicBezTo>
                <a:cubicBezTo>
                  <a:pt x="204223" y="153854"/>
                  <a:pt x="203711" y="155195"/>
                  <a:pt x="203711" y="156535"/>
                </a:cubicBezTo>
                <a:cubicBezTo>
                  <a:pt x="203711" y="157429"/>
                  <a:pt x="203967" y="158770"/>
                  <a:pt x="205118" y="159919"/>
                </a:cubicBezTo>
                <a:lnTo>
                  <a:pt x="215405" y="170197"/>
                </a:lnTo>
                <a:cubicBezTo>
                  <a:pt x="217897" y="172687"/>
                  <a:pt x="217897" y="176709"/>
                  <a:pt x="215405" y="179198"/>
                </a:cubicBezTo>
                <a:cubicBezTo>
                  <a:pt x="214127" y="180475"/>
                  <a:pt x="212529" y="181050"/>
                  <a:pt x="210868" y="181050"/>
                </a:cubicBezTo>
                <a:cubicBezTo>
                  <a:pt x="209206" y="181050"/>
                  <a:pt x="207609" y="180411"/>
                  <a:pt x="206331" y="179198"/>
                </a:cubicBezTo>
                <a:lnTo>
                  <a:pt x="196044" y="168984"/>
                </a:lnTo>
                <a:cubicBezTo>
                  <a:pt x="196044" y="168984"/>
                  <a:pt x="196044" y="168984"/>
                  <a:pt x="196044" y="168984"/>
                </a:cubicBezTo>
                <a:cubicBezTo>
                  <a:pt x="196044" y="168984"/>
                  <a:pt x="196044" y="168984"/>
                  <a:pt x="196044" y="168984"/>
                </a:cubicBezTo>
                <a:lnTo>
                  <a:pt x="188056" y="161004"/>
                </a:lnTo>
                <a:cubicBezTo>
                  <a:pt x="186842" y="159791"/>
                  <a:pt x="185500" y="159663"/>
                  <a:pt x="184477" y="159600"/>
                </a:cubicBezTo>
                <a:cubicBezTo>
                  <a:pt x="183136" y="159663"/>
                  <a:pt x="181858" y="160174"/>
                  <a:pt x="181027" y="161004"/>
                </a:cubicBezTo>
                <a:cubicBezTo>
                  <a:pt x="180133" y="161898"/>
                  <a:pt x="179621" y="163238"/>
                  <a:pt x="179621" y="164579"/>
                </a:cubicBezTo>
                <a:cubicBezTo>
                  <a:pt x="179621" y="165473"/>
                  <a:pt x="179877" y="166813"/>
                  <a:pt x="181027" y="167963"/>
                </a:cubicBezTo>
                <a:lnTo>
                  <a:pt x="193041" y="179964"/>
                </a:lnTo>
                <a:cubicBezTo>
                  <a:pt x="195533" y="182454"/>
                  <a:pt x="195533" y="186476"/>
                  <a:pt x="193041" y="188966"/>
                </a:cubicBezTo>
                <a:cubicBezTo>
                  <a:pt x="190548" y="191456"/>
                  <a:pt x="186523" y="191456"/>
                  <a:pt x="184031" y="188966"/>
                </a:cubicBezTo>
                <a:lnTo>
                  <a:pt x="172017" y="176964"/>
                </a:lnTo>
                <a:cubicBezTo>
                  <a:pt x="172017" y="176964"/>
                  <a:pt x="172017" y="176964"/>
                  <a:pt x="172017" y="176964"/>
                </a:cubicBezTo>
                <a:cubicBezTo>
                  <a:pt x="172017" y="176964"/>
                  <a:pt x="172017" y="176964"/>
                  <a:pt x="172017" y="176964"/>
                </a:cubicBezTo>
                <a:lnTo>
                  <a:pt x="164030" y="168984"/>
                </a:lnTo>
                <a:cubicBezTo>
                  <a:pt x="162816" y="167771"/>
                  <a:pt x="161410" y="167643"/>
                  <a:pt x="160451" y="167580"/>
                </a:cubicBezTo>
                <a:cubicBezTo>
                  <a:pt x="159110" y="167643"/>
                  <a:pt x="157832" y="168154"/>
                  <a:pt x="157001" y="168984"/>
                </a:cubicBezTo>
                <a:cubicBezTo>
                  <a:pt x="156107" y="169878"/>
                  <a:pt x="155596" y="171218"/>
                  <a:pt x="155596" y="172559"/>
                </a:cubicBezTo>
                <a:cubicBezTo>
                  <a:pt x="155596" y="173453"/>
                  <a:pt x="155851" y="174793"/>
                  <a:pt x="157001" y="175943"/>
                </a:cubicBezTo>
                <a:lnTo>
                  <a:pt x="173040" y="191966"/>
                </a:lnTo>
                <a:cubicBezTo>
                  <a:pt x="175532" y="194456"/>
                  <a:pt x="175532" y="198478"/>
                  <a:pt x="173040" y="200968"/>
                </a:cubicBezTo>
                <a:cubicBezTo>
                  <a:pt x="171762" y="202245"/>
                  <a:pt x="170164" y="202819"/>
                  <a:pt x="168503" y="202819"/>
                </a:cubicBezTo>
                <a:cubicBezTo>
                  <a:pt x="166841" y="202819"/>
                  <a:pt x="165244" y="202181"/>
                  <a:pt x="163966" y="200968"/>
                </a:cubicBezTo>
                <a:lnTo>
                  <a:pt x="147927" y="184944"/>
                </a:lnTo>
                <a:cubicBezTo>
                  <a:pt x="147927" y="184944"/>
                  <a:pt x="147927" y="184944"/>
                  <a:pt x="147927" y="184944"/>
                </a:cubicBezTo>
                <a:lnTo>
                  <a:pt x="123901" y="160940"/>
                </a:lnTo>
                <a:cubicBezTo>
                  <a:pt x="121665" y="158706"/>
                  <a:pt x="118342" y="159536"/>
                  <a:pt x="116936" y="160940"/>
                </a:cubicBezTo>
                <a:cubicBezTo>
                  <a:pt x="116041" y="161834"/>
                  <a:pt x="115531" y="163175"/>
                  <a:pt x="115531" y="164515"/>
                </a:cubicBezTo>
                <a:cubicBezTo>
                  <a:pt x="115531" y="165409"/>
                  <a:pt x="115786" y="166750"/>
                  <a:pt x="116936" y="167899"/>
                </a:cubicBezTo>
                <a:lnTo>
                  <a:pt x="164989" y="215906"/>
                </a:lnTo>
                <a:cubicBezTo>
                  <a:pt x="164989" y="215906"/>
                  <a:pt x="164989" y="215906"/>
                  <a:pt x="164989" y="215906"/>
                </a:cubicBezTo>
                <a:cubicBezTo>
                  <a:pt x="164989" y="215906"/>
                  <a:pt x="164989" y="215906"/>
                  <a:pt x="164989" y="215906"/>
                </a:cubicBezTo>
                <a:lnTo>
                  <a:pt x="172976" y="223886"/>
                </a:lnTo>
                <a:cubicBezTo>
                  <a:pt x="175468" y="226376"/>
                  <a:pt x="175468" y="230398"/>
                  <a:pt x="172976" y="232888"/>
                </a:cubicBezTo>
                <a:cubicBezTo>
                  <a:pt x="171698" y="234164"/>
                  <a:pt x="170100" y="234739"/>
                  <a:pt x="168439" y="234739"/>
                </a:cubicBezTo>
                <a:cubicBezTo>
                  <a:pt x="166778" y="234739"/>
                  <a:pt x="165181" y="234101"/>
                  <a:pt x="163902" y="232888"/>
                </a:cubicBezTo>
                <a:lnTo>
                  <a:pt x="155851" y="224908"/>
                </a:lnTo>
                <a:cubicBezTo>
                  <a:pt x="152337" y="221396"/>
                  <a:pt x="146841" y="217694"/>
                  <a:pt x="140579" y="219864"/>
                </a:cubicBezTo>
                <a:cubicBezTo>
                  <a:pt x="139684" y="220183"/>
                  <a:pt x="139429" y="220822"/>
                  <a:pt x="139301" y="221205"/>
                </a:cubicBezTo>
                <a:cubicBezTo>
                  <a:pt x="139173" y="221652"/>
                  <a:pt x="139173" y="222290"/>
                  <a:pt x="139748" y="222801"/>
                </a:cubicBezTo>
                <a:lnTo>
                  <a:pt x="168886" y="251912"/>
                </a:lnTo>
                <a:cubicBezTo>
                  <a:pt x="179174" y="262190"/>
                  <a:pt x="191507" y="262190"/>
                  <a:pt x="195021" y="261935"/>
                </a:cubicBezTo>
                <a:cubicBezTo>
                  <a:pt x="205054" y="261296"/>
                  <a:pt x="217514" y="260403"/>
                  <a:pt x="228952" y="271894"/>
                </a:cubicBezTo>
                <a:lnTo>
                  <a:pt x="240965" y="283896"/>
                </a:lnTo>
                <a:cubicBezTo>
                  <a:pt x="243457" y="286385"/>
                  <a:pt x="243457" y="290407"/>
                  <a:pt x="240965" y="292897"/>
                </a:cubicBezTo>
                <a:cubicBezTo>
                  <a:pt x="239687" y="294174"/>
                  <a:pt x="238089" y="294748"/>
                  <a:pt x="236428" y="294748"/>
                </a:cubicBezTo>
                <a:cubicBezTo>
                  <a:pt x="234766" y="294748"/>
                  <a:pt x="233169" y="294110"/>
                  <a:pt x="231891" y="292897"/>
                </a:cubicBezTo>
                <a:lnTo>
                  <a:pt x="219878" y="280895"/>
                </a:lnTo>
                <a:cubicBezTo>
                  <a:pt x="212529" y="273554"/>
                  <a:pt x="204734" y="274000"/>
                  <a:pt x="195788" y="274639"/>
                </a:cubicBezTo>
                <a:cubicBezTo>
                  <a:pt x="182753" y="275469"/>
                  <a:pt x="169269" y="270362"/>
                  <a:pt x="159748" y="260849"/>
                </a:cubicBezTo>
                <a:lnTo>
                  <a:pt x="130611" y="231738"/>
                </a:lnTo>
                <a:cubicBezTo>
                  <a:pt x="127032" y="228163"/>
                  <a:pt x="125562" y="223120"/>
                  <a:pt x="126713" y="218204"/>
                </a:cubicBezTo>
                <a:cubicBezTo>
                  <a:pt x="127863" y="213225"/>
                  <a:pt x="131441" y="209267"/>
                  <a:pt x="136298" y="207671"/>
                </a:cubicBezTo>
                <a:cubicBezTo>
                  <a:pt x="136809" y="207479"/>
                  <a:pt x="137384" y="207352"/>
                  <a:pt x="138023" y="207160"/>
                </a:cubicBezTo>
                <a:lnTo>
                  <a:pt x="107607" y="176772"/>
                </a:lnTo>
                <a:cubicBezTo>
                  <a:pt x="104284" y="173453"/>
                  <a:pt x="102495" y="169048"/>
                  <a:pt x="102431" y="164388"/>
                </a:cubicBezTo>
                <a:cubicBezTo>
                  <a:pt x="102431" y="159663"/>
                  <a:pt x="104284" y="155067"/>
                  <a:pt x="107607" y="151747"/>
                </a:cubicBezTo>
                <a:cubicBezTo>
                  <a:pt x="114508" y="144852"/>
                  <a:pt x="125754" y="144852"/>
                  <a:pt x="132655" y="151747"/>
                </a:cubicBezTo>
                <a:lnTo>
                  <a:pt x="144732" y="163813"/>
                </a:lnTo>
                <a:cubicBezTo>
                  <a:pt x="145499" y="162345"/>
                  <a:pt x="146458" y="160940"/>
                  <a:pt x="147671" y="159727"/>
                </a:cubicBezTo>
                <a:cubicBezTo>
                  <a:pt x="150803" y="156599"/>
                  <a:pt x="155212" y="154748"/>
                  <a:pt x="159748" y="154620"/>
                </a:cubicBezTo>
                <a:cubicBezTo>
                  <a:pt x="162816" y="154556"/>
                  <a:pt x="165755" y="155322"/>
                  <a:pt x="168375" y="156663"/>
                </a:cubicBezTo>
                <a:cubicBezTo>
                  <a:pt x="169206" y="154875"/>
                  <a:pt x="170292" y="153152"/>
                  <a:pt x="171762" y="151747"/>
                </a:cubicBezTo>
                <a:cubicBezTo>
                  <a:pt x="174893" y="148619"/>
                  <a:pt x="179302" y="146768"/>
                  <a:pt x="183839" y="146640"/>
                </a:cubicBezTo>
                <a:cubicBezTo>
                  <a:pt x="186906" y="146640"/>
                  <a:pt x="189846" y="147342"/>
                  <a:pt x="192465" y="148683"/>
                </a:cubicBezTo>
                <a:cubicBezTo>
                  <a:pt x="193296" y="146895"/>
                  <a:pt x="194382" y="145172"/>
                  <a:pt x="195852" y="143767"/>
                </a:cubicBezTo>
                <a:cubicBezTo>
                  <a:pt x="198983" y="140639"/>
                  <a:pt x="203392" y="138788"/>
                  <a:pt x="207929" y="138660"/>
                </a:cubicBezTo>
                <a:cubicBezTo>
                  <a:pt x="212849" y="138468"/>
                  <a:pt x="217450" y="140320"/>
                  <a:pt x="220901" y="143767"/>
                </a:cubicBezTo>
                <a:lnTo>
                  <a:pt x="256045" y="178879"/>
                </a:lnTo>
                <a:cubicBezTo>
                  <a:pt x="261604" y="184433"/>
                  <a:pt x="265566" y="191264"/>
                  <a:pt x="267356" y="198542"/>
                </a:cubicBezTo>
                <a:cubicBezTo>
                  <a:pt x="269911" y="208756"/>
                  <a:pt x="270997" y="209841"/>
                  <a:pt x="276940" y="215842"/>
                </a:cubicBezTo>
                <a:lnTo>
                  <a:pt x="292979" y="231866"/>
                </a:lnTo>
                <a:cubicBezTo>
                  <a:pt x="295790" y="234484"/>
                  <a:pt x="295790" y="238505"/>
                  <a:pt x="293298" y="240995"/>
                </a:cubicBezTo>
                <a:close/>
              </a:path>
            </a:pathLst>
          </a:custGeom>
          <a:solidFill>
            <a:srgbClr val="00A3E0"/>
          </a:solidFill>
          <a:ln w="6390" cap="flat">
            <a:noFill/>
            <a:prstDash val="solid"/>
            <a:miter/>
          </a:ln>
        </p:spPr>
        <p:txBody>
          <a:bodyPr rtlCol="0" anchor="ctr"/>
          <a:lstStyle/>
          <a:p>
            <a:endParaRPr lang="en-US"/>
          </a:p>
        </p:txBody>
      </p:sp>
      <p:grpSp>
        <p:nvGrpSpPr>
          <p:cNvPr id="981" name="Graphic 4">
            <a:extLst>
              <a:ext uri="{FF2B5EF4-FFF2-40B4-BE49-F238E27FC236}">
                <a16:creationId xmlns:a16="http://schemas.microsoft.com/office/drawing/2014/main" id="{BFCF2F0B-6295-1649-890A-BEA79F624A34}"/>
              </a:ext>
            </a:extLst>
          </p:cNvPr>
          <p:cNvGrpSpPr/>
          <p:nvPr/>
        </p:nvGrpSpPr>
        <p:grpSpPr>
          <a:xfrm>
            <a:off x="7192385" y="4308584"/>
            <a:ext cx="362309" cy="361971"/>
            <a:chOff x="7192385" y="4308584"/>
            <a:chExt cx="362309" cy="361971"/>
          </a:xfrm>
          <a:solidFill>
            <a:srgbClr val="00A3E0"/>
          </a:solidFill>
        </p:grpSpPr>
        <p:sp>
          <p:nvSpPr>
            <p:cNvPr id="982" name="Freeform 981">
              <a:extLst>
                <a:ext uri="{FF2B5EF4-FFF2-40B4-BE49-F238E27FC236}">
                  <a16:creationId xmlns:a16="http://schemas.microsoft.com/office/drawing/2014/main" id="{066A7F95-19E8-4D4C-83AD-C6753A2E7148}"/>
                </a:ext>
              </a:extLst>
            </p:cNvPr>
            <p:cNvSpPr/>
            <p:nvPr/>
          </p:nvSpPr>
          <p:spPr>
            <a:xfrm>
              <a:off x="7438270" y="4437157"/>
              <a:ext cx="2555" cy="2553"/>
            </a:xfrm>
            <a:custGeom>
              <a:avLst/>
              <a:gdLst>
                <a:gd name="connsiteX0" fmla="*/ 1278 w 2555"/>
                <a:gd name="connsiteY0" fmla="*/ 0 h 2553"/>
                <a:gd name="connsiteX1" fmla="*/ 0 w 2555"/>
                <a:gd name="connsiteY1" fmla="*/ 1277 h 2553"/>
                <a:gd name="connsiteX2" fmla="*/ 1278 w 2555"/>
                <a:gd name="connsiteY2" fmla="*/ 2554 h 2553"/>
                <a:gd name="connsiteX3" fmla="*/ 2555 w 2555"/>
                <a:gd name="connsiteY3" fmla="*/ 1277 h 2553"/>
                <a:gd name="connsiteX4" fmla="*/ 1278 w 2555"/>
                <a:gd name="connsiteY4" fmla="*/ 0 h 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5" h="2553">
                  <a:moveTo>
                    <a:pt x="1278" y="0"/>
                  </a:moveTo>
                  <a:cubicBezTo>
                    <a:pt x="575" y="0"/>
                    <a:pt x="0" y="575"/>
                    <a:pt x="0" y="1277"/>
                  </a:cubicBezTo>
                  <a:cubicBezTo>
                    <a:pt x="0" y="1979"/>
                    <a:pt x="575" y="2554"/>
                    <a:pt x="1278" y="2554"/>
                  </a:cubicBezTo>
                  <a:cubicBezTo>
                    <a:pt x="1980" y="2554"/>
                    <a:pt x="2555" y="1979"/>
                    <a:pt x="2555" y="1277"/>
                  </a:cubicBezTo>
                  <a:cubicBezTo>
                    <a:pt x="2491" y="575"/>
                    <a:pt x="1980" y="0"/>
                    <a:pt x="1278" y="0"/>
                  </a:cubicBezTo>
                  <a:close/>
                </a:path>
              </a:pathLst>
            </a:custGeom>
            <a:solidFill>
              <a:srgbClr val="00A3E0"/>
            </a:solidFill>
            <a:ln w="6390" cap="flat">
              <a:noFill/>
              <a:prstDash val="solid"/>
              <a:miter/>
            </a:ln>
          </p:spPr>
          <p:txBody>
            <a:bodyPr rtlCol="0" anchor="ctr"/>
            <a:lstStyle/>
            <a:p>
              <a:endParaRPr lang="en-US"/>
            </a:p>
          </p:txBody>
        </p:sp>
        <p:sp>
          <p:nvSpPr>
            <p:cNvPr id="983" name="Freeform 982">
              <a:extLst>
                <a:ext uri="{FF2B5EF4-FFF2-40B4-BE49-F238E27FC236}">
                  <a16:creationId xmlns:a16="http://schemas.microsoft.com/office/drawing/2014/main" id="{7A0BA904-1A30-264B-A640-EC8DDE4A206F}"/>
                </a:ext>
              </a:extLst>
            </p:cNvPr>
            <p:cNvSpPr/>
            <p:nvPr/>
          </p:nvSpPr>
          <p:spPr>
            <a:xfrm>
              <a:off x="7438270" y="4486952"/>
              <a:ext cx="2555" cy="2553"/>
            </a:xfrm>
            <a:custGeom>
              <a:avLst/>
              <a:gdLst>
                <a:gd name="connsiteX0" fmla="*/ 1278 w 2555"/>
                <a:gd name="connsiteY0" fmla="*/ 0 h 2553"/>
                <a:gd name="connsiteX1" fmla="*/ 0 w 2555"/>
                <a:gd name="connsiteY1" fmla="*/ 1277 h 2553"/>
                <a:gd name="connsiteX2" fmla="*/ 1278 w 2555"/>
                <a:gd name="connsiteY2" fmla="*/ 2554 h 2553"/>
                <a:gd name="connsiteX3" fmla="*/ 2555 w 2555"/>
                <a:gd name="connsiteY3" fmla="*/ 1277 h 2553"/>
                <a:gd name="connsiteX4" fmla="*/ 1278 w 2555"/>
                <a:gd name="connsiteY4" fmla="*/ 0 h 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5" h="2553">
                  <a:moveTo>
                    <a:pt x="1278" y="0"/>
                  </a:moveTo>
                  <a:cubicBezTo>
                    <a:pt x="575" y="0"/>
                    <a:pt x="0" y="575"/>
                    <a:pt x="0" y="1277"/>
                  </a:cubicBezTo>
                  <a:cubicBezTo>
                    <a:pt x="0" y="1979"/>
                    <a:pt x="575" y="2554"/>
                    <a:pt x="1278" y="2554"/>
                  </a:cubicBezTo>
                  <a:cubicBezTo>
                    <a:pt x="1980" y="2554"/>
                    <a:pt x="2555" y="1979"/>
                    <a:pt x="2555" y="1277"/>
                  </a:cubicBezTo>
                  <a:cubicBezTo>
                    <a:pt x="2491" y="575"/>
                    <a:pt x="1980" y="0"/>
                    <a:pt x="1278" y="0"/>
                  </a:cubicBezTo>
                  <a:close/>
                </a:path>
              </a:pathLst>
            </a:custGeom>
            <a:solidFill>
              <a:srgbClr val="00A3E0"/>
            </a:solidFill>
            <a:ln w="6390" cap="flat">
              <a:noFill/>
              <a:prstDash val="solid"/>
              <a:miter/>
            </a:ln>
          </p:spPr>
          <p:txBody>
            <a:bodyPr rtlCol="0" anchor="ctr"/>
            <a:lstStyle/>
            <a:p>
              <a:endParaRPr lang="en-US"/>
            </a:p>
          </p:txBody>
        </p:sp>
        <p:sp>
          <p:nvSpPr>
            <p:cNvPr id="984" name="Freeform 983">
              <a:extLst>
                <a:ext uri="{FF2B5EF4-FFF2-40B4-BE49-F238E27FC236}">
                  <a16:creationId xmlns:a16="http://schemas.microsoft.com/office/drawing/2014/main" id="{2258831F-ECA7-1346-88AA-49E596F90FE9}"/>
                </a:ext>
              </a:extLst>
            </p:cNvPr>
            <p:cNvSpPr/>
            <p:nvPr/>
          </p:nvSpPr>
          <p:spPr>
            <a:xfrm>
              <a:off x="7338842" y="4387298"/>
              <a:ext cx="2556" cy="2553"/>
            </a:xfrm>
            <a:custGeom>
              <a:avLst/>
              <a:gdLst>
                <a:gd name="connsiteX0" fmla="*/ 1278 w 2556"/>
                <a:gd name="connsiteY0" fmla="*/ 2554 h 2553"/>
                <a:gd name="connsiteX1" fmla="*/ 2556 w 2556"/>
                <a:gd name="connsiteY1" fmla="*/ 1277 h 2553"/>
                <a:gd name="connsiteX2" fmla="*/ 1278 w 2556"/>
                <a:gd name="connsiteY2" fmla="*/ 0 h 2553"/>
                <a:gd name="connsiteX3" fmla="*/ 0 w 2556"/>
                <a:gd name="connsiteY3" fmla="*/ 1277 h 2553"/>
                <a:gd name="connsiteX4" fmla="*/ 1278 w 2556"/>
                <a:gd name="connsiteY4" fmla="*/ 2554 h 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6" h="2553">
                  <a:moveTo>
                    <a:pt x="1278" y="2554"/>
                  </a:moveTo>
                  <a:cubicBezTo>
                    <a:pt x="1981" y="2554"/>
                    <a:pt x="2556" y="1979"/>
                    <a:pt x="2556" y="1277"/>
                  </a:cubicBezTo>
                  <a:cubicBezTo>
                    <a:pt x="2556" y="575"/>
                    <a:pt x="1981" y="0"/>
                    <a:pt x="1278" y="0"/>
                  </a:cubicBezTo>
                  <a:cubicBezTo>
                    <a:pt x="575" y="0"/>
                    <a:pt x="0" y="575"/>
                    <a:pt x="0" y="1277"/>
                  </a:cubicBezTo>
                  <a:cubicBezTo>
                    <a:pt x="0" y="1979"/>
                    <a:pt x="575" y="2554"/>
                    <a:pt x="1278" y="2554"/>
                  </a:cubicBezTo>
                  <a:close/>
                </a:path>
              </a:pathLst>
            </a:custGeom>
            <a:solidFill>
              <a:srgbClr val="00A3E0"/>
            </a:solidFill>
            <a:ln w="6390" cap="flat">
              <a:noFill/>
              <a:prstDash val="solid"/>
              <a:miter/>
            </a:ln>
          </p:spPr>
          <p:txBody>
            <a:bodyPr rtlCol="0" anchor="ctr"/>
            <a:lstStyle/>
            <a:p>
              <a:endParaRPr lang="en-US"/>
            </a:p>
          </p:txBody>
        </p:sp>
        <p:sp>
          <p:nvSpPr>
            <p:cNvPr id="985" name="Freeform 984">
              <a:extLst>
                <a:ext uri="{FF2B5EF4-FFF2-40B4-BE49-F238E27FC236}">
                  <a16:creationId xmlns:a16="http://schemas.microsoft.com/office/drawing/2014/main" id="{77390C5C-49AB-BC44-8FB7-51BD6939EA69}"/>
                </a:ext>
              </a:extLst>
            </p:cNvPr>
            <p:cNvSpPr/>
            <p:nvPr/>
          </p:nvSpPr>
          <p:spPr>
            <a:xfrm>
              <a:off x="7388556" y="4387298"/>
              <a:ext cx="2556" cy="2553"/>
            </a:xfrm>
            <a:custGeom>
              <a:avLst/>
              <a:gdLst>
                <a:gd name="connsiteX0" fmla="*/ 1278 w 2556"/>
                <a:gd name="connsiteY0" fmla="*/ 2554 h 2553"/>
                <a:gd name="connsiteX1" fmla="*/ 2556 w 2556"/>
                <a:gd name="connsiteY1" fmla="*/ 1277 h 2553"/>
                <a:gd name="connsiteX2" fmla="*/ 1278 w 2556"/>
                <a:gd name="connsiteY2" fmla="*/ 0 h 2553"/>
                <a:gd name="connsiteX3" fmla="*/ 0 w 2556"/>
                <a:gd name="connsiteY3" fmla="*/ 1277 h 2553"/>
                <a:gd name="connsiteX4" fmla="*/ 1278 w 2556"/>
                <a:gd name="connsiteY4" fmla="*/ 2554 h 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6" h="2553">
                  <a:moveTo>
                    <a:pt x="1278" y="2554"/>
                  </a:moveTo>
                  <a:cubicBezTo>
                    <a:pt x="1980" y="2554"/>
                    <a:pt x="2556" y="1979"/>
                    <a:pt x="2556" y="1277"/>
                  </a:cubicBezTo>
                  <a:cubicBezTo>
                    <a:pt x="2556" y="575"/>
                    <a:pt x="1980" y="0"/>
                    <a:pt x="1278" y="0"/>
                  </a:cubicBezTo>
                  <a:cubicBezTo>
                    <a:pt x="575" y="0"/>
                    <a:pt x="0" y="575"/>
                    <a:pt x="0" y="1277"/>
                  </a:cubicBezTo>
                  <a:cubicBezTo>
                    <a:pt x="0" y="1979"/>
                    <a:pt x="575" y="2554"/>
                    <a:pt x="1278" y="2554"/>
                  </a:cubicBezTo>
                  <a:close/>
                </a:path>
              </a:pathLst>
            </a:custGeom>
            <a:solidFill>
              <a:srgbClr val="00A3E0"/>
            </a:solidFill>
            <a:ln w="6390" cap="flat">
              <a:noFill/>
              <a:prstDash val="solid"/>
              <a:miter/>
            </a:ln>
          </p:spPr>
          <p:txBody>
            <a:bodyPr rtlCol="0" anchor="ctr"/>
            <a:lstStyle/>
            <a:p>
              <a:endParaRPr lang="en-US"/>
            </a:p>
          </p:txBody>
        </p:sp>
        <p:sp>
          <p:nvSpPr>
            <p:cNvPr id="986" name="Freeform 985">
              <a:extLst>
                <a:ext uri="{FF2B5EF4-FFF2-40B4-BE49-F238E27FC236}">
                  <a16:creationId xmlns:a16="http://schemas.microsoft.com/office/drawing/2014/main" id="{4065B86B-926C-DA49-8E32-9641DF439994}"/>
                </a:ext>
              </a:extLst>
            </p:cNvPr>
            <p:cNvSpPr/>
            <p:nvPr/>
          </p:nvSpPr>
          <p:spPr>
            <a:xfrm>
              <a:off x="7388556" y="4437093"/>
              <a:ext cx="2556" cy="2553"/>
            </a:xfrm>
            <a:custGeom>
              <a:avLst/>
              <a:gdLst>
                <a:gd name="connsiteX0" fmla="*/ 1278 w 2556"/>
                <a:gd name="connsiteY0" fmla="*/ 2554 h 2553"/>
                <a:gd name="connsiteX1" fmla="*/ 2556 w 2556"/>
                <a:gd name="connsiteY1" fmla="*/ 1277 h 2553"/>
                <a:gd name="connsiteX2" fmla="*/ 1278 w 2556"/>
                <a:gd name="connsiteY2" fmla="*/ 0 h 2553"/>
                <a:gd name="connsiteX3" fmla="*/ 0 w 2556"/>
                <a:gd name="connsiteY3" fmla="*/ 1277 h 2553"/>
                <a:gd name="connsiteX4" fmla="*/ 1278 w 2556"/>
                <a:gd name="connsiteY4" fmla="*/ 2554 h 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6" h="2553">
                  <a:moveTo>
                    <a:pt x="1278" y="2554"/>
                  </a:moveTo>
                  <a:cubicBezTo>
                    <a:pt x="1980" y="2554"/>
                    <a:pt x="2556" y="1979"/>
                    <a:pt x="2556" y="1277"/>
                  </a:cubicBezTo>
                  <a:cubicBezTo>
                    <a:pt x="2556" y="575"/>
                    <a:pt x="1980" y="0"/>
                    <a:pt x="1278" y="0"/>
                  </a:cubicBezTo>
                  <a:cubicBezTo>
                    <a:pt x="575" y="0"/>
                    <a:pt x="0" y="575"/>
                    <a:pt x="0" y="1277"/>
                  </a:cubicBezTo>
                  <a:cubicBezTo>
                    <a:pt x="0" y="2043"/>
                    <a:pt x="575" y="2554"/>
                    <a:pt x="1278" y="2554"/>
                  </a:cubicBezTo>
                  <a:close/>
                </a:path>
              </a:pathLst>
            </a:custGeom>
            <a:solidFill>
              <a:srgbClr val="00A3E0"/>
            </a:solidFill>
            <a:ln w="6390" cap="flat">
              <a:noFill/>
              <a:prstDash val="solid"/>
              <a:miter/>
            </a:ln>
          </p:spPr>
          <p:txBody>
            <a:bodyPr rtlCol="0" anchor="ctr"/>
            <a:lstStyle/>
            <a:p>
              <a:endParaRPr lang="en-US"/>
            </a:p>
          </p:txBody>
        </p:sp>
        <p:sp>
          <p:nvSpPr>
            <p:cNvPr id="987" name="Freeform 986">
              <a:extLst>
                <a:ext uri="{FF2B5EF4-FFF2-40B4-BE49-F238E27FC236}">
                  <a16:creationId xmlns:a16="http://schemas.microsoft.com/office/drawing/2014/main" id="{E4C52796-F201-2643-94D4-0915731AD622}"/>
                </a:ext>
              </a:extLst>
            </p:cNvPr>
            <p:cNvSpPr/>
            <p:nvPr/>
          </p:nvSpPr>
          <p:spPr>
            <a:xfrm>
              <a:off x="7192385" y="4308584"/>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197449 w 362309"/>
                <a:gd name="connsiteY5" fmla="*/ 65946 h 361971"/>
                <a:gd name="connsiteX6" fmla="*/ 211508 w 362309"/>
                <a:gd name="connsiteY6" fmla="*/ 79991 h 361971"/>
                <a:gd name="connsiteX7" fmla="*/ 197449 w 362309"/>
                <a:gd name="connsiteY7" fmla="*/ 94036 h 361971"/>
                <a:gd name="connsiteX8" fmla="*/ 183392 w 362309"/>
                <a:gd name="connsiteY8" fmla="*/ 79991 h 361971"/>
                <a:gd name="connsiteX9" fmla="*/ 197449 w 362309"/>
                <a:gd name="connsiteY9" fmla="*/ 65946 h 361971"/>
                <a:gd name="connsiteX10" fmla="*/ 197449 w 362309"/>
                <a:gd name="connsiteY10" fmla="*/ 115805 h 361971"/>
                <a:gd name="connsiteX11" fmla="*/ 211508 w 362309"/>
                <a:gd name="connsiteY11" fmla="*/ 129850 h 361971"/>
                <a:gd name="connsiteX12" fmla="*/ 197449 w 362309"/>
                <a:gd name="connsiteY12" fmla="*/ 143895 h 361971"/>
                <a:gd name="connsiteX13" fmla="*/ 183392 w 362309"/>
                <a:gd name="connsiteY13" fmla="*/ 129850 h 361971"/>
                <a:gd name="connsiteX14" fmla="*/ 197449 w 362309"/>
                <a:gd name="connsiteY14" fmla="*/ 115805 h 361971"/>
                <a:gd name="connsiteX15" fmla="*/ 147735 w 362309"/>
                <a:gd name="connsiteY15" fmla="*/ 65946 h 361971"/>
                <a:gd name="connsiteX16" fmla="*/ 161794 w 362309"/>
                <a:gd name="connsiteY16" fmla="*/ 79991 h 361971"/>
                <a:gd name="connsiteX17" fmla="*/ 147735 w 362309"/>
                <a:gd name="connsiteY17" fmla="*/ 94036 h 361971"/>
                <a:gd name="connsiteX18" fmla="*/ 133678 w 362309"/>
                <a:gd name="connsiteY18" fmla="*/ 79991 h 361971"/>
                <a:gd name="connsiteX19" fmla="*/ 147735 w 362309"/>
                <a:gd name="connsiteY19" fmla="*/ 65946 h 361971"/>
                <a:gd name="connsiteX20" fmla="*/ 220581 w 362309"/>
                <a:gd name="connsiteY20" fmla="*/ 232505 h 361971"/>
                <a:gd name="connsiteX21" fmla="*/ 214703 w 362309"/>
                <a:gd name="connsiteY21" fmla="*/ 254338 h 361971"/>
                <a:gd name="connsiteX22" fmla="*/ 209270 w 362309"/>
                <a:gd name="connsiteY22" fmla="*/ 273298 h 361971"/>
                <a:gd name="connsiteX23" fmla="*/ 209270 w 362309"/>
                <a:gd name="connsiteY23" fmla="*/ 295897 h 361971"/>
                <a:gd name="connsiteX24" fmla="*/ 202881 w 362309"/>
                <a:gd name="connsiteY24" fmla="*/ 302281 h 361971"/>
                <a:gd name="connsiteX25" fmla="*/ 196491 w 362309"/>
                <a:gd name="connsiteY25" fmla="*/ 295897 h 361971"/>
                <a:gd name="connsiteX26" fmla="*/ 196491 w 362309"/>
                <a:gd name="connsiteY26" fmla="*/ 273298 h 361971"/>
                <a:gd name="connsiteX27" fmla="*/ 203711 w 362309"/>
                <a:gd name="connsiteY27" fmla="*/ 247762 h 361971"/>
                <a:gd name="connsiteX28" fmla="*/ 207801 w 362309"/>
                <a:gd name="connsiteY28" fmla="*/ 232505 h 361971"/>
                <a:gd name="connsiteX29" fmla="*/ 207801 w 362309"/>
                <a:gd name="connsiteY29" fmla="*/ 186348 h 361971"/>
                <a:gd name="connsiteX30" fmla="*/ 202881 w 362309"/>
                <a:gd name="connsiteY30" fmla="*/ 181433 h 361971"/>
                <a:gd name="connsiteX31" fmla="*/ 199367 w 362309"/>
                <a:gd name="connsiteY31" fmla="*/ 182965 h 361971"/>
                <a:gd name="connsiteX32" fmla="*/ 197961 w 362309"/>
                <a:gd name="connsiteY32" fmla="*/ 186348 h 361971"/>
                <a:gd name="connsiteX33" fmla="*/ 197961 w 362309"/>
                <a:gd name="connsiteY33" fmla="*/ 200840 h 361971"/>
                <a:gd name="connsiteX34" fmla="*/ 191571 w 362309"/>
                <a:gd name="connsiteY34" fmla="*/ 207224 h 361971"/>
                <a:gd name="connsiteX35" fmla="*/ 185181 w 362309"/>
                <a:gd name="connsiteY35" fmla="*/ 200840 h 361971"/>
                <a:gd name="connsiteX36" fmla="*/ 185181 w 362309"/>
                <a:gd name="connsiteY36" fmla="*/ 175049 h 361971"/>
                <a:gd name="connsiteX37" fmla="*/ 180261 w 362309"/>
                <a:gd name="connsiteY37" fmla="*/ 170133 h 361971"/>
                <a:gd name="connsiteX38" fmla="*/ 176746 w 362309"/>
                <a:gd name="connsiteY38" fmla="*/ 171665 h 361971"/>
                <a:gd name="connsiteX39" fmla="*/ 175340 w 362309"/>
                <a:gd name="connsiteY39" fmla="*/ 175049 h 361971"/>
                <a:gd name="connsiteX40" fmla="*/ 175340 w 362309"/>
                <a:gd name="connsiteY40" fmla="*/ 192030 h 361971"/>
                <a:gd name="connsiteX41" fmla="*/ 168950 w 362309"/>
                <a:gd name="connsiteY41" fmla="*/ 198414 h 361971"/>
                <a:gd name="connsiteX42" fmla="*/ 162560 w 362309"/>
                <a:gd name="connsiteY42" fmla="*/ 192030 h 361971"/>
                <a:gd name="connsiteX43" fmla="*/ 162560 w 362309"/>
                <a:gd name="connsiteY43" fmla="*/ 163749 h 361971"/>
                <a:gd name="connsiteX44" fmla="*/ 157640 w 362309"/>
                <a:gd name="connsiteY44" fmla="*/ 158833 h 361971"/>
                <a:gd name="connsiteX45" fmla="*/ 154125 w 362309"/>
                <a:gd name="connsiteY45" fmla="*/ 160366 h 361971"/>
                <a:gd name="connsiteX46" fmla="*/ 152720 w 362309"/>
                <a:gd name="connsiteY46" fmla="*/ 163749 h 361971"/>
                <a:gd name="connsiteX47" fmla="*/ 152720 w 362309"/>
                <a:gd name="connsiteY47" fmla="*/ 186348 h 361971"/>
                <a:gd name="connsiteX48" fmla="*/ 146330 w 362309"/>
                <a:gd name="connsiteY48" fmla="*/ 192732 h 361971"/>
                <a:gd name="connsiteX49" fmla="*/ 139940 w 362309"/>
                <a:gd name="connsiteY49" fmla="*/ 186348 h 361971"/>
                <a:gd name="connsiteX50" fmla="*/ 139940 w 362309"/>
                <a:gd name="connsiteY50" fmla="*/ 163749 h 361971"/>
                <a:gd name="connsiteX51" fmla="*/ 139940 w 362309"/>
                <a:gd name="connsiteY51" fmla="*/ 163749 h 361971"/>
                <a:gd name="connsiteX52" fmla="*/ 139940 w 362309"/>
                <a:gd name="connsiteY52" fmla="*/ 124743 h 361971"/>
                <a:gd name="connsiteX53" fmla="*/ 135019 w 362309"/>
                <a:gd name="connsiteY53" fmla="*/ 119827 h 361971"/>
                <a:gd name="connsiteX54" fmla="*/ 131505 w 362309"/>
                <a:gd name="connsiteY54" fmla="*/ 121359 h 361971"/>
                <a:gd name="connsiteX55" fmla="*/ 130099 w 362309"/>
                <a:gd name="connsiteY55" fmla="*/ 124743 h 361971"/>
                <a:gd name="connsiteX56" fmla="*/ 130099 w 362309"/>
                <a:gd name="connsiteY56" fmla="*/ 208948 h 361971"/>
                <a:gd name="connsiteX57" fmla="*/ 123709 w 362309"/>
                <a:gd name="connsiteY57" fmla="*/ 215332 h 361971"/>
                <a:gd name="connsiteX58" fmla="*/ 117319 w 362309"/>
                <a:gd name="connsiteY58" fmla="*/ 208948 h 361971"/>
                <a:gd name="connsiteX59" fmla="*/ 117319 w 362309"/>
                <a:gd name="connsiteY59" fmla="*/ 197648 h 361971"/>
                <a:gd name="connsiteX60" fmla="*/ 110099 w 362309"/>
                <a:gd name="connsiteY60" fmla="*/ 183284 h 361971"/>
                <a:gd name="connsiteX61" fmla="*/ 108246 w 362309"/>
                <a:gd name="connsiteY61" fmla="*/ 183348 h 361971"/>
                <a:gd name="connsiteX62" fmla="*/ 107415 w 362309"/>
                <a:gd name="connsiteY62" fmla="*/ 184816 h 361971"/>
                <a:gd name="connsiteX63" fmla="*/ 107415 w 362309"/>
                <a:gd name="connsiteY63" fmla="*/ 222482 h 361971"/>
                <a:gd name="connsiteX64" fmla="*/ 118789 w 362309"/>
                <a:gd name="connsiteY64" fmla="*/ 248018 h 361971"/>
                <a:gd name="connsiteX65" fmla="*/ 135722 w 362309"/>
                <a:gd name="connsiteY65" fmla="*/ 278980 h 361971"/>
                <a:gd name="connsiteX66" fmla="*/ 135722 w 362309"/>
                <a:gd name="connsiteY66" fmla="*/ 295897 h 361971"/>
                <a:gd name="connsiteX67" fmla="*/ 129332 w 362309"/>
                <a:gd name="connsiteY67" fmla="*/ 302281 h 361971"/>
                <a:gd name="connsiteX68" fmla="*/ 122942 w 362309"/>
                <a:gd name="connsiteY68" fmla="*/ 295897 h 361971"/>
                <a:gd name="connsiteX69" fmla="*/ 122942 w 362309"/>
                <a:gd name="connsiteY69" fmla="*/ 278980 h 361971"/>
                <a:gd name="connsiteX70" fmla="*/ 110354 w 362309"/>
                <a:gd name="connsiteY70" fmla="*/ 257594 h 361971"/>
                <a:gd name="connsiteX71" fmla="*/ 94635 w 362309"/>
                <a:gd name="connsiteY71" fmla="*/ 222482 h 361971"/>
                <a:gd name="connsiteX72" fmla="*/ 94635 w 362309"/>
                <a:gd name="connsiteY72" fmla="*/ 184816 h 361971"/>
                <a:gd name="connsiteX73" fmla="*/ 101472 w 362309"/>
                <a:gd name="connsiteY73" fmla="*/ 172495 h 361971"/>
                <a:gd name="connsiteX74" fmla="*/ 115722 w 362309"/>
                <a:gd name="connsiteY74" fmla="*/ 171793 h 361971"/>
                <a:gd name="connsiteX75" fmla="*/ 117256 w 362309"/>
                <a:gd name="connsiteY75" fmla="*/ 172623 h 361971"/>
                <a:gd name="connsiteX76" fmla="*/ 117256 w 362309"/>
                <a:gd name="connsiteY76" fmla="*/ 124615 h 361971"/>
                <a:gd name="connsiteX77" fmla="*/ 122367 w 362309"/>
                <a:gd name="connsiteY77" fmla="*/ 112230 h 361971"/>
                <a:gd name="connsiteX78" fmla="*/ 134955 w 362309"/>
                <a:gd name="connsiteY78" fmla="*/ 106932 h 361971"/>
                <a:gd name="connsiteX79" fmla="*/ 152656 w 362309"/>
                <a:gd name="connsiteY79" fmla="*/ 124615 h 361971"/>
                <a:gd name="connsiteX80" fmla="*/ 152656 w 362309"/>
                <a:gd name="connsiteY80" fmla="*/ 146768 h 361971"/>
                <a:gd name="connsiteX81" fmla="*/ 157576 w 362309"/>
                <a:gd name="connsiteY81" fmla="*/ 145938 h 361971"/>
                <a:gd name="connsiteX82" fmla="*/ 174382 w 362309"/>
                <a:gd name="connsiteY82" fmla="*/ 158323 h 361971"/>
                <a:gd name="connsiteX83" fmla="*/ 180197 w 362309"/>
                <a:gd name="connsiteY83" fmla="*/ 157237 h 361971"/>
                <a:gd name="connsiteX84" fmla="*/ 197002 w 362309"/>
                <a:gd name="connsiteY84" fmla="*/ 169622 h 361971"/>
                <a:gd name="connsiteX85" fmla="*/ 202817 w 362309"/>
                <a:gd name="connsiteY85" fmla="*/ 168537 h 361971"/>
                <a:gd name="connsiteX86" fmla="*/ 220517 w 362309"/>
                <a:gd name="connsiteY86" fmla="*/ 186221 h 361971"/>
                <a:gd name="connsiteX87" fmla="*/ 220517 w 362309"/>
                <a:gd name="connsiteY87" fmla="*/ 232505 h 361971"/>
                <a:gd name="connsiteX88" fmla="*/ 247163 w 362309"/>
                <a:gd name="connsiteY88" fmla="*/ 193690 h 361971"/>
                <a:gd name="connsiteX89" fmla="*/ 233106 w 362309"/>
                <a:gd name="connsiteY89" fmla="*/ 179645 h 361971"/>
                <a:gd name="connsiteX90" fmla="*/ 247163 w 362309"/>
                <a:gd name="connsiteY90" fmla="*/ 165600 h 361971"/>
                <a:gd name="connsiteX91" fmla="*/ 261221 w 362309"/>
                <a:gd name="connsiteY91" fmla="*/ 179645 h 361971"/>
                <a:gd name="connsiteX92" fmla="*/ 247163 w 362309"/>
                <a:gd name="connsiteY92" fmla="*/ 193690 h 361971"/>
                <a:gd name="connsiteX93" fmla="*/ 247163 w 362309"/>
                <a:gd name="connsiteY93" fmla="*/ 143831 h 361971"/>
                <a:gd name="connsiteX94" fmla="*/ 233106 w 362309"/>
                <a:gd name="connsiteY94" fmla="*/ 129786 h 361971"/>
                <a:gd name="connsiteX95" fmla="*/ 247163 w 362309"/>
                <a:gd name="connsiteY95" fmla="*/ 115741 h 361971"/>
                <a:gd name="connsiteX96" fmla="*/ 261221 w 362309"/>
                <a:gd name="connsiteY96" fmla="*/ 129786 h 361971"/>
                <a:gd name="connsiteX97" fmla="*/ 247163 w 362309"/>
                <a:gd name="connsiteY97" fmla="*/ 143831 h 361971"/>
                <a:gd name="connsiteX98" fmla="*/ 247163 w 362309"/>
                <a:gd name="connsiteY98" fmla="*/ 94036 h 361971"/>
                <a:gd name="connsiteX99" fmla="*/ 233106 w 362309"/>
                <a:gd name="connsiteY99" fmla="*/ 79991 h 361971"/>
                <a:gd name="connsiteX100" fmla="*/ 247163 w 362309"/>
                <a:gd name="connsiteY100" fmla="*/ 65946 h 361971"/>
                <a:gd name="connsiteX101" fmla="*/ 261221 w 362309"/>
                <a:gd name="connsiteY101" fmla="*/ 79991 h 361971"/>
                <a:gd name="connsiteX102" fmla="*/ 247163 w 362309"/>
                <a:gd name="connsiteY102" fmla="*/ 9403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362309" h="361971">
                  <a:moveTo>
                    <a:pt x="181155" y="0"/>
                  </a:moveTo>
                  <a:cubicBezTo>
                    <a:pt x="81089" y="0"/>
                    <a:pt x="0" y="81012"/>
                    <a:pt x="0" y="180986"/>
                  </a:cubicBezTo>
                  <a:cubicBezTo>
                    <a:pt x="0" y="280959"/>
                    <a:pt x="81089" y="361971"/>
                    <a:pt x="181155" y="361971"/>
                  </a:cubicBezTo>
                  <a:cubicBezTo>
                    <a:pt x="281221" y="361971"/>
                    <a:pt x="362310" y="280959"/>
                    <a:pt x="362310" y="180986"/>
                  </a:cubicBezTo>
                  <a:cubicBezTo>
                    <a:pt x="362310" y="81012"/>
                    <a:pt x="281157" y="0"/>
                    <a:pt x="181155" y="0"/>
                  </a:cubicBezTo>
                  <a:close/>
                  <a:moveTo>
                    <a:pt x="197449" y="65946"/>
                  </a:moveTo>
                  <a:cubicBezTo>
                    <a:pt x="205181" y="65946"/>
                    <a:pt x="211508" y="72203"/>
                    <a:pt x="211508" y="79991"/>
                  </a:cubicBezTo>
                  <a:cubicBezTo>
                    <a:pt x="211508" y="87716"/>
                    <a:pt x="205245" y="94036"/>
                    <a:pt x="197449" y="94036"/>
                  </a:cubicBezTo>
                  <a:cubicBezTo>
                    <a:pt x="189654" y="94036"/>
                    <a:pt x="183392" y="87780"/>
                    <a:pt x="183392" y="79991"/>
                  </a:cubicBezTo>
                  <a:cubicBezTo>
                    <a:pt x="183392" y="72203"/>
                    <a:pt x="189654" y="65946"/>
                    <a:pt x="197449" y="65946"/>
                  </a:cubicBezTo>
                  <a:close/>
                  <a:moveTo>
                    <a:pt x="197449" y="115805"/>
                  </a:moveTo>
                  <a:cubicBezTo>
                    <a:pt x="205181" y="115805"/>
                    <a:pt x="211508" y="122062"/>
                    <a:pt x="211508" y="129850"/>
                  </a:cubicBezTo>
                  <a:cubicBezTo>
                    <a:pt x="211508" y="137575"/>
                    <a:pt x="205245" y="143895"/>
                    <a:pt x="197449" y="143895"/>
                  </a:cubicBezTo>
                  <a:cubicBezTo>
                    <a:pt x="189654" y="143895"/>
                    <a:pt x="183392" y="137639"/>
                    <a:pt x="183392" y="129850"/>
                  </a:cubicBezTo>
                  <a:cubicBezTo>
                    <a:pt x="183392" y="122062"/>
                    <a:pt x="189654" y="115805"/>
                    <a:pt x="197449" y="115805"/>
                  </a:cubicBezTo>
                  <a:close/>
                  <a:moveTo>
                    <a:pt x="147735" y="65946"/>
                  </a:moveTo>
                  <a:cubicBezTo>
                    <a:pt x="155468" y="65946"/>
                    <a:pt x="161794" y="72203"/>
                    <a:pt x="161794" y="79991"/>
                  </a:cubicBezTo>
                  <a:cubicBezTo>
                    <a:pt x="161794" y="87716"/>
                    <a:pt x="155532" y="94036"/>
                    <a:pt x="147735" y="94036"/>
                  </a:cubicBezTo>
                  <a:cubicBezTo>
                    <a:pt x="139940" y="94036"/>
                    <a:pt x="133678" y="87780"/>
                    <a:pt x="133678" y="79991"/>
                  </a:cubicBezTo>
                  <a:cubicBezTo>
                    <a:pt x="133678" y="72203"/>
                    <a:pt x="139940" y="65946"/>
                    <a:pt x="147735" y="65946"/>
                  </a:cubicBezTo>
                  <a:close/>
                  <a:moveTo>
                    <a:pt x="220581" y="232505"/>
                  </a:moveTo>
                  <a:cubicBezTo>
                    <a:pt x="220581" y="240357"/>
                    <a:pt x="218536" y="247954"/>
                    <a:pt x="214703" y="254338"/>
                  </a:cubicBezTo>
                  <a:cubicBezTo>
                    <a:pt x="209270" y="263339"/>
                    <a:pt x="209270" y="264871"/>
                    <a:pt x="209270" y="273298"/>
                  </a:cubicBezTo>
                  <a:lnTo>
                    <a:pt x="209270" y="295897"/>
                  </a:lnTo>
                  <a:cubicBezTo>
                    <a:pt x="209270" y="299409"/>
                    <a:pt x="206395" y="302281"/>
                    <a:pt x="202881" y="302281"/>
                  </a:cubicBezTo>
                  <a:cubicBezTo>
                    <a:pt x="199367" y="302281"/>
                    <a:pt x="196491" y="299409"/>
                    <a:pt x="196491" y="295897"/>
                  </a:cubicBezTo>
                  <a:lnTo>
                    <a:pt x="196491" y="273298"/>
                  </a:lnTo>
                  <a:cubicBezTo>
                    <a:pt x="196491" y="263275"/>
                    <a:pt x="196810" y="259253"/>
                    <a:pt x="203711" y="247762"/>
                  </a:cubicBezTo>
                  <a:cubicBezTo>
                    <a:pt x="206395" y="243357"/>
                    <a:pt x="207801" y="238059"/>
                    <a:pt x="207801" y="232505"/>
                  </a:cubicBezTo>
                  <a:lnTo>
                    <a:pt x="207801" y="186348"/>
                  </a:lnTo>
                  <a:cubicBezTo>
                    <a:pt x="207801" y="183156"/>
                    <a:pt x="204862" y="181433"/>
                    <a:pt x="202881" y="181433"/>
                  </a:cubicBezTo>
                  <a:cubicBezTo>
                    <a:pt x="201667" y="181433"/>
                    <a:pt x="200325" y="182007"/>
                    <a:pt x="199367" y="182965"/>
                  </a:cubicBezTo>
                  <a:cubicBezTo>
                    <a:pt x="198728" y="183603"/>
                    <a:pt x="197961" y="184689"/>
                    <a:pt x="197961" y="186348"/>
                  </a:cubicBezTo>
                  <a:lnTo>
                    <a:pt x="197961" y="200840"/>
                  </a:lnTo>
                  <a:cubicBezTo>
                    <a:pt x="197961" y="204351"/>
                    <a:pt x="195085" y="207224"/>
                    <a:pt x="191571" y="207224"/>
                  </a:cubicBezTo>
                  <a:cubicBezTo>
                    <a:pt x="188056" y="207224"/>
                    <a:pt x="185181" y="204351"/>
                    <a:pt x="185181" y="200840"/>
                  </a:cubicBezTo>
                  <a:lnTo>
                    <a:pt x="185181" y="175049"/>
                  </a:lnTo>
                  <a:cubicBezTo>
                    <a:pt x="185181" y="171857"/>
                    <a:pt x="182241" y="170133"/>
                    <a:pt x="180261" y="170133"/>
                  </a:cubicBezTo>
                  <a:cubicBezTo>
                    <a:pt x="179046" y="170133"/>
                    <a:pt x="177705" y="170708"/>
                    <a:pt x="176746" y="171665"/>
                  </a:cubicBezTo>
                  <a:cubicBezTo>
                    <a:pt x="176107" y="172304"/>
                    <a:pt x="175340" y="173389"/>
                    <a:pt x="175340" y="175049"/>
                  </a:cubicBezTo>
                  <a:lnTo>
                    <a:pt x="175340" y="192030"/>
                  </a:lnTo>
                  <a:cubicBezTo>
                    <a:pt x="175340" y="195541"/>
                    <a:pt x="172464" y="198414"/>
                    <a:pt x="168950" y="198414"/>
                  </a:cubicBezTo>
                  <a:cubicBezTo>
                    <a:pt x="165436" y="198414"/>
                    <a:pt x="162560" y="195541"/>
                    <a:pt x="162560" y="192030"/>
                  </a:cubicBezTo>
                  <a:lnTo>
                    <a:pt x="162560" y="163749"/>
                  </a:lnTo>
                  <a:cubicBezTo>
                    <a:pt x="162560" y="160557"/>
                    <a:pt x="159621" y="158833"/>
                    <a:pt x="157640" y="158833"/>
                  </a:cubicBezTo>
                  <a:cubicBezTo>
                    <a:pt x="156426" y="158833"/>
                    <a:pt x="155084" y="159408"/>
                    <a:pt x="154125" y="160366"/>
                  </a:cubicBezTo>
                  <a:cubicBezTo>
                    <a:pt x="153486" y="161004"/>
                    <a:pt x="152720" y="162089"/>
                    <a:pt x="152720" y="163749"/>
                  </a:cubicBezTo>
                  <a:lnTo>
                    <a:pt x="152720" y="186348"/>
                  </a:lnTo>
                  <a:cubicBezTo>
                    <a:pt x="152720" y="189860"/>
                    <a:pt x="149845" y="192732"/>
                    <a:pt x="146330" y="192732"/>
                  </a:cubicBezTo>
                  <a:cubicBezTo>
                    <a:pt x="142816" y="192732"/>
                    <a:pt x="139940" y="189860"/>
                    <a:pt x="139940" y="186348"/>
                  </a:cubicBezTo>
                  <a:lnTo>
                    <a:pt x="139940" y="163749"/>
                  </a:lnTo>
                  <a:cubicBezTo>
                    <a:pt x="139940" y="163749"/>
                    <a:pt x="139940" y="163749"/>
                    <a:pt x="139940" y="163749"/>
                  </a:cubicBezTo>
                  <a:lnTo>
                    <a:pt x="139940" y="124743"/>
                  </a:lnTo>
                  <a:cubicBezTo>
                    <a:pt x="139940" y="121551"/>
                    <a:pt x="137001" y="119827"/>
                    <a:pt x="135019" y="119827"/>
                  </a:cubicBezTo>
                  <a:cubicBezTo>
                    <a:pt x="133806" y="119827"/>
                    <a:pt x="132464" y="120402"/>
                    <a:pt x="131505" y="121359"/>
                  </a:cubicBezTo>
                  <a:cubicBezTo>
                    <a:pt x="130867" y="121998"/>
                    <a:pt x="130099" y="123083"/>
                    <a:pt x="130099" y="124743"/>
                  </a:cubicBezTo>
                  <a:lnTo>
                    <a:pt x="130099" y="208948"/>
                  </a:lnTo>
                  <a:cubicBezTo>
                    <a:pt x="130099" y="212459"/>
                    <a:pt x="127224" y="215332"/>
                    <a:pt x="123709" y="215332"/>
                  </a:cubicBezTo>
                  <a:cubicBezTo>
                    <a:pt x="120195" y="215332"/>
                    <a:pt x="117319" y="212459"/>
                    <a:pt x="117319" y="208948"/>
                  </a:cubicBezTo>
                  <a:lnTo>
                    <a:pt x="117319" y="197648"/>
                  </a:lnTo>
                  <a:cubicBezTo>
                    <a:pt x="117319" y="192732"/>
                    <a:pt x="116041" y="186221"/>
                    <a:pt x="110099" y="183284"/>
                  </a:cubicBezTo>
                  <a:cubicBezTo>
                    <a:pt x="109269" y="182901"/>
                    <a:pt x="108629" y="183156"/>
                    <a:pt x="108246" y="183348"/>
                  </a:cubicBezTo>
                  <a:cubicBezTo>
                    <a:pt x="107862" y="183603"/>
                    <a:pt x="107415" y="184050"/>
                    <a:pt x="107415" y="184816"/>
                  </a:cubicBezTo>
                  <a:lnTo>
                    <a:pt x="107415" y="222482"/>
                  </a:lnTo>
                  <a:cubicBezTo>
                    <a:pt x="107415" y="236973"/>
                    <a:pt x="116105" y="245656"/>
                    <a:pt x="118789" y="248018"/>
                  </a:cubicBezTo>
                  <a:cubicBezTo>
                    <a:pt x="126329" y="254593"/>
                    <a:pt x="135722" y="262828"/>
                    <a:pt x="135722" y="278980"/>
                  </a:cubicBezTo>
                  <a:lnTo>
                    <a:pt x="135722" y="295897"/>
                  </a:lnTo>
                  <a:cubicBezTo>
                    <a:pt x="135722" y="299409"/>
                    <a:pt x="132847" y="302281"/>
                    <a:pt x="129332" y="302281"/>
                  </a:cubicBezTo>
                  <a:cubicBezTo>
                    <a:pt x="125818" y="302281"/>
                    <a:pt x="122942" y="299409"/>
                    <a:pt x="122942" y="295897"/>
                  </a:cubicBezTo>
                  <a:lnTo>
                    <a:pt x="122942" y="278980"/>
                  </a:lnTo>
                  <a:cubicBezTo>
                    <a:pt x="122942" y="268574"/>
                    <a:pt x="117128" y="263467"/>
                    <a:pt x="110354" y="257594"/>
                  </a:cubicBezTo>
                  <a:cubicBezTo>
                    <a:pt x="100514" y="248975"/>
                    <a:pt x="94635" y="235888"/>
                    <a:pt x="94635" y="222482"/>
                  </a:cubicBezTo>
                  <a:lnTo>
                    <a:pt x="94635" y="184816"/>
                  </a:lnTo>
                  <a:cubicBezTo>
                    <a:pt x="94635" y="179773"/>
                    <a:pt x="97191" y="175176"/>
                    <a:pt x="101472" y="172495"/>
                  </a:cubicBezTo>
                  <a:cubicBezTo>
                    <a:pt x="105818" y="169814"/>
                    <a:pt x="111121" y="169559"/>
                    <a:pt x="115722" y="171793"/>
                  </a:cubicBezTo>
                  <a:cubicBezTo>
                    <a:pt x="116169" y="172048"/>
                    <a:pt x="116744" y="172368"/>
                    <a:pt x="117256" y="172623"/>
                  </a:cubicBezTo>
                  <a:lnTo>
                    <a:pt x="117256" y="124615"/>
                  </a:lnTo>
                  <a:cubicBezTo>
                    <a:pt x="117256" y="119955"/>
                    <a:pt x="119045" y="115550"/>
                    <a:pt x="122367" y="112230"/>
                  </a:cubicBezTo>
                  <a:cubicBezTo>
                    <a:pt x="125754" y="108847"/>
                    <a:pt x="130291" y="106932"/>
                    <a:pt x="134955" y="106932"/>
                  </a:cubicBezTo>
                  <a:cubicBezTo>
                    <a:pt x="144732" y="106932"/>
                    <a:pt x="152656" y="114848"/>
                    <a:pt x="152656" y="124615"/>
                  </a:cubicBezTo>
                  <a:lnTo>
                    <a:pt x="152656" y="146768"/>
                  </a:lnTo>
                  <a:cubicBezTo>
                    <a:pt x="154253" y="146257"/>
                    <a:pt x="155915" y="145938"/>
                    <a:pt x="157576" y="145938"/>
                  </a:cubicBezTo>
                  <a:cubicBezTo>
                    <a:pt x="165500" y="145938"/>
                    <a:pt x="172081" y="151173"/>
                    <a:pt x="174382" y="158323"/>
                  </a:cubicBezTo>
                  <a:cubicBezTo>
                    <a:pt x="176235" y="157620"/>
                    <a:pt x="178215" y="157237"/>
                    <a:pt x="180197" y="157237"/>
                  </a:cubicBezTo>
                  <a:cubicBezTo>
                    <a:pt x="188120" y="157237"/>
                    <a:pt x="194702" y="162472"/>
                    <a:pt x="197002" y="169622"/>
                  </a:cubicBezTo>
                  <a:cubicBezTo>
                    <a:pt x="198855" y="168920"/>
                    <a:pt x="200836" y="168537"/>
                    <a:pt x="202817" y="168537"/>
                  </a:cubicBezTo>
                  <a:cubicBezTo>
                    <a:pt x="212593" y="168537"/>
                    <a:pt x="220517" y="176453"/>
                    <a:pt x="220517" y="186221"/>
                  </a:cubicBezTo>
                  <a:lnTo>
                    <a:pt x="220517" y="232505"/>
                  </a:lnTo>
                  <a:close/>
                  <a:moveTo>
                    <a:pt x="247163" y="193690"/>
                  </a:moveTo>
                  <a:cubicBezTo>
                    <a:pt x="239432" y="193690"/>
                    <a:pt x="233106" y="187434"/>
                    <a:pt x="233106" y="179645"/>
                  </a:cubicBezTo>
                  <a:cubicBezTo>
                    <a:pt x="233106" y="171921"/>
                    <a:pt x="239368" y="165600"/>
                    <a:pt x="247163" y="165600"/>
                  </a:cubicBezTo>
                  <a:cubicBezTo>
                    <a:pt x="254959" y="165600"/>
                    <a:pt x="261221" y="171857"/>
                    <a:pt x="261221" y="179645"/>
                  </a:cubicBezTo>
                  <a:cubicBezTo>
                    <a:pt x="261157" y="187434"/>
                    <a:pt x="254895" y="193690"/>
                    <a:pt x="247163" y="193690"/>
                  </a:cubicBezTo>
                  <a:close/>
                  <a:moveTo>
                    <a:pt x="247163" y="143831"/>
                  </a:moveTo>
                  <a:cubicBezTo>
                    <a:pt x="239432" y="143831"/>
                    <a:pt x="233106" y="137575"/>
                    <a:pt x="233106" y="129786"/>
                  </a:cubicBezTo>
                  <a:cubicBezTo>
                    <a:pt x="233106" y="122062"/>
                    <a:pt x="239368" y="115741"/>
                    <a:pt x="247163" y="115741"/>
                  </a:cubicBezTo>
                  <a:cubicBezTo>
                    <a:pt x="254959" y="115741"/>
                    <a:pt x="261221" y="121998"/>
                    <a:pt x="261221" y="129786"/>
                  </a:cubicBezTo>
                  <a:cubicBezTo>
                    <a:pt x="261157" y="137575"/>
                    <a:pt x="254895" y="143831"/>
                    <a:pt x="247163" y="143831"/>
                  </a:cubicBezTo>
                  <a:close/>
                  <a:moveTo>
                    <a:pt x="247163" y="94036"/>
                  </a:moveTo>
                  <a:cubicBezTo>
                    <a:pt x="239432" y="94036"/>
                    <a:pt x="233106" y="87780"/>
                    <a:pt x="233106" y="79991"/>
                  </a:cubicBezTo>
                  <a:cubicBezTo>
                    <a:pt x="233106" y="72266"/>
                    <a:pt x="239368" y="65946"/>
                    <a:pt x="247163" y="65946"/>
                  </a:cubicBezTo>
                  <a:cubicBezTo>
                    <a:pt x="254959" y="65946"/>
                    <a:pt x="261221" y="72203"/>
                    <a:pt x="261221" y="79991"/>
                  </a:cubicBezTo>
                  <a:cubicBezTo>
                    <a:pt x="261157" y="87716"/>
                    <a:pt x="254895" y="94036"/>
                    <a:pt x="247163" y="94036"/>
                  </a:cubicBezTo>
                  <a:close/>
                </a:path>
              </a:pathLst>
            </a:custGeom>
            <a:solidFill>
              <a:srgbClr val="00A3E0"/>
            </a:solidFill>
            <a:ln w="6390" cap="flat">
              <a:noFill/>
              <a:prstDash val="solid"/>
              <a:miter/>
            </a:ln>
          </p:spPr>
          <p:txBody>
            <a:bodyPr rtlCol="0" anchor="ctr"/>
            <a:lstStyle/>
            <a:p>
              <a:endParaRPr lang="en-US"/>
            </a:p>
          </p:txBody>
        </p:sp>
        <p:sp>
          <p:nvSpPr>
            <p:cNvPr id="988" name="Freeform 987">
              <a:extLst>
                <a:ext uri="{FF2B5EF4-FFF2-40B4-BE49-F238E27FC236}">
                  <a16:creationId xmlns:a16="http://schemas.microsoft.com/office/drawing/2014/main" id="{0D644FC6-0A37-A54B-AE2E-06521E1380E3}"/>
                </a:ext>
              </a:extLst>
            </p:cNvPr>
            <p:cNvSpPr/>
            <p:nvPr/>
          </p:nvSpPr>
          <p:spPr>
            <a:xfrm>
              <a:off x="7438270" y="4387298"/>
              <a:ext cx="2555" cy="2553"/>
            </a:xfrm>
            <a:custGeom>
              <a:avLst/>
              <a:gdLst>
                <a:gd name="connsiteX0" fmla="*/ 1278 w 2555"/>
                <a:gd name="connsiteY0" fmla="*/ 0 h 2553"/>
                <a:gd name="connsiteX1" fmla="*/ 0 w 2555"/>
                <a:gd name="connsiteY1" fmla="*/ 1277 h 2553"/>
                <a:gd name="connsiteX2" fmla="*/ 1278 w 2555"/>
                <a:gd name="connsiteY2" fmla="*/ 2554 h 2553"/>
                <a:gd name="connsiteX3" fmla="*/ 2555 w 2555"/>
                <a:gd name="connsiteY3" fmla="*/ 1277 h 2553"/>
                <a:gd name="connsiteX4" fmla="*/ 1278 w 2555"/>
                <a:gd name="connsiteY4" fmla="*/ 0 h 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5" h="2553">
                  <a:moveTo>
                    <a:pt x="1278" y="0"/>
                  </a:moveTo>
                  <a:cubicBezTo>
                    <a:pt x="575" y="0"/>
                    <a:pt x="0" y="575"/>
                    <a:pt x="0" y="1277"/>
                  </a:cubicBezTo>
                  <a:cubicBezTo>
                    <a:pt x="0" y="1979"/>
                    <a:pt x="575" y="2554"/>
                    <a:pt x="1278" y="2554"/>
                  </a:cubicBezTo>
                  <a:cubicBezTo>
                    <a:pt x="1980" y="2554"/>
                    <a:pt x="2555" y="1979"/>
                    <a:pt x="2555" y="1277"/>
                  </a:cubicBezTo>
                  <a:cubicBezTo>
                    <a:pt x="2491" y="575"/>
                    <a:pt x="1980" y="0"/>
                    <a:pt x="1278" y="0"/>
                  </a:cubicBezTo>
                  <a:close/>
                </a:path>
              </a:pathLst>
            </a:custGeom>
            <a:solidFill>
              <a:srgbClr val="00A3E0"/>
            </a:solidFill>
            <a:ln w="6390" cap="flat">
              <a:noFill/>
              <a:prstDash val="solid"/>
              <a:miter/>
            </a:ln>
          </p:spPr>
          <p:txBody>
            <a:bodyPr rtlCol="0" anchor="ctr"/>
            <a:lstStyle/>
            <a:p>
              <a:endParaRPr lang="en-US"/>
            </a:p>
          </p:txBody>
        </p:sp>
      </p:grpSp>
      <p:grpSp>
        <p:nvGrpSpPr>
          <p:cNvPr id="989" name="Graphic 4">
            <a:extLst>
              <a:ext uri="{FF2B5EF4-FFF2-40B4-BE49-F238E27FC236}">
                <a16:creationId xmlns:a16="http://schemas.microsoft.com/office/drawing/2014/main" id="{06C46FA5-ED2D-8E49-95AD-45720220C8A8}"/>
              </a:ext>
            </a:extLst>
          </p:cNvPr>
          <p:cNvGrpSpPr/>
          <p:nvPr/>
        </p:nvGrpSpPr>
        <p:grpSpPr>
          <a:xfrm>
            <a:off x="7801666" y="3339815"/>
            <a:ext cx="362309" cy="361971"/>
            <a:chOff x="7801666" y="3339815"/>
            <a:chExt cx="362309" cy="361971"/>
          </a:xfrm>
          <a:solidFill>
            <a:srgbClr val="00A3E0"/>
          </a:solidFill>
        </p:grpSpPr>
        <p:sp>
          <p:nvSpPr>
            <p:cNvPr id="990" name="Freeform 989">
              <a:extLst>
                <a:ext uri="{FF2B5EF4-FFF2-40B4-BE49-F238E27FC236}">
                  <a16:creationId xmlns:a16="http://schemas.microsoft.com/office/drawing/2014/main" id="{5B59C742-DA0D-EB4F-8107-A9ABCCC9DA3B}"/>
                </a:ext>
              </a:extLst>
            </p:cNvPr>
            <p:cNvSpPr/>
            <p:nvPr/>
          </p:nvSpPr>
          <p:spPr>
            <a:xfrm>
              <a:off x="7801666" y="3339815"/>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09 w 362309"/>
                <a:gd name="connsiteY3" fmla="*/ 180986 h 361971"/>
                <a:gd name="connsiteX4" fmla="*/ 181155 w 362309"/>
                <a:gd name="connsiteY4" fmla="*/ 0 h 361971"/>
                <a:gd name="connsiteX5" fmla="*/ 181155 w 362309"/>
                <a:gd name="connsiteY5" fmla="*/ 349204 h 361971"/>
                <a:gd name="connsiteX6" fmla="*/ 12780 w 362309"/>
                <a:gd name="connsiteY6" fmla="*/ 180986 h 361971"/>
                <a:gd name="connsiteX7" fmla="*/ 181155 w 362309"/>
                <a:gd name="connsiteY7" fmla="*/ 12768 h 361971"/>
                <a:gd name="connsiteX8" fmla="*/ 349529 w 362309"/>
                <a:gd name="connsiteY8" fmla="*/ 180986 h 361971"/>
                <a:gd name="connsiteX9" fmla="*/ 181155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2"/>
                    <a:pt x="0" y="180986"/>
                  </a:cubicBezTo>
                  <a:cubicBezTo>
                    <a:pt x="0" y="280959"/>
                    <a:pt x="81088" y="361971"/>
                    <a:pt x="181155" y="361971"/>
                  </a:cubicBezTo>
                  <a:cubicBezTo>
                    <a:pt x="281220" y="361971"/>
                    <a:pt x="362309" y="280959"/>
                    <a:pt x="362309" y="180986"/>
                  </a:cubicBezTo>
                  <a:cubicBezTo>
                    <a:pt x="362309" y="81012"/>
                    <a:pt x="281157" y="0"/>
                    <a:pt x="181155" y="0"/>
                  </a:cubicBezTo>
                  <a:close/>
                  <a:moveTo>
                    <a:pt x="181155" y="349204"/>
                  </a:moveTo>
                  <a:cubicBezTo>
                    <a:pt x="88309" y="349204"/>
                    <a:pt x="12780" y="273745"/>
                    <a:pt x="12780" y="180986"/>
                  </a:cubicBezTo>
                  <a:cubicBezTo>
                    <a:pt x="12780" y="88226"/>
                    <a:pt x="88309" y="12768"/>
                    <a:pt x="181155" y="12768"/>
                  </a:cubicBezTo>
                  <a:cubicBezTo>
                    <a:pt x="274001" y="12768"/>
                    <a:pt x="349529" y="88226"/>
                    <a:pt x="349529" y="180986"/>
                  </a:cubicBezTo>
                  <a:cubicBezTo>
                    <a:pt x="349529" y="273745"/>
                    <a:pt x="273937" y="349204"/>
                    <a:pt x="181155" y="349204"/>
                  </a:cubicBezTo>
                  <a:close/>
                </a:path>
              </a:pathLst>
            </a:custGeom>
            <a:solidFill>
              <a:srgbClr val="00A3E0"/>
            </a:solidFill>
            <a:ln w="6390" cap="flat">
              <a:noFill/>
              <a:prstDash val="solid"/>
              <a:miter/>
            </a:ln>
          </p:spPr>
          <p:txBody>
            <a:bodyPr rtlCol="0" anchor="ctr"/>
            <a:lstStyle/>
            <a:p>
              <a:endParaRPr lang="en-US"/>
            </a:p>
          </p:txBody>
        </p:sp>
        <p:sp>
          <p:nvSpPr>
            <p:cNvPr id="991" name="Freeform 990">
              <a:extLst>
                <a:ext uri="{FF2B5EF4-FFF2-40B4-BE49-F238E27FC236}">
                  <a16:creationId xmlns:a16="http://schemas.microsoft.com/office/drawing/2014/main" id="{E5C4FC16-AC75-5F49-9675-A89F054C62DF}"/>
                </a:ext>
              </a:extLst>
            </p:cNvPr>
            <p:cNvSpPr/>
            <p:nvPr/>
          </p:nvSpPr>
          <p:spPr>
            <a:xfrm>
              <a:off x="7900603" y="3470367"/>
              <a:ext cx="176787" cy="159855"/>
            </a:xfrm>
            <a:custGeom>
              <a:avLst/>
              <a:gdLst>
                <a:gd name="connsiteX0" fmla="*/ 176788 w 176787"/>
                <a:gd name="connsiteY0" fmla="*/ 79800 h 159855"/>
                <a:gd name="connsiteX1" fmla="*/ 155702 w 176787"/>
                <a:gd name="connsiteY1" fmla="*/ 58733 h 159855"/>
                <a:gd name="connsiteX2" fmla="*/ 144519 w 176787"/>
                <a:gd name="connsiteY2" fmla="*/ 62053 h 159855"/>
                <a:gd name="connsiteX3" fmla="*/ 126308 w 176787"/>
                <a:gd name="connsiteY3" fmla="*/ 51391 h 159855"/>
                <a:gd name="connsiteX4" fmla="*/ 117490 w 176787"/>
                <a:gd name="connsiteY4" fmla="*/ 53370 h 159855"/>
                <a:gd name="connsiteX5" fmla="*/ 96850 w 176787"/>
                <a:gd name="connsiteY5" fmla="*/ 36708 h 159855"/>
                <a:gd name="connsiteX6" fmla="*/ 88543 w 176787"/>
                <a:gd name="connsiteY6" fmla="*/ 38432 h 159855"/>
                <a:gd name="connsiteX7" fmla="*/ 88543 w 176787"/>
                <a:gd name="connsiteY7" fmla="*/ 21067 h 159855"/>
                <a:gd name="connsiteX8" fmla="*/ 67456 w 176787"/>
                <a:gd name="connsiteY8" fmla="*/ 0 h 159855"/>
                <a:gd name="connsiteX9" fmla="*/ 46370 w 176787"/>
                <a:gd name="connsiteY9" fmla="*/ 21067 h 159855"/>
                <a:gd name="connsiteX10" fmla="*/ 46370 w 176787"/>
                <a:gd name="connsiteY10" fmla="*/ 88035 h 159855"/>
                <a:gd name="connsiteX11" fmla="*/ 38127 w 176787"/>
                <a:gd name="connsiteY11" fmla="*/ 69713 h 159855"/>
                <a:gd name="connsiteX12" fmla="*/ 9819 w 176787"/>
                <a:gd name="connsiteY12" fmla="*/ 60265 h 159855"/>
                <a:gd name="connsiteX13" fmla="*/ 234 w 176787"/>
                <a:gd name="connsiteY13" fmla="*/ 74374 h 159855"/>
                <a:gd name="connsiteX14" fmla="*/ 2726 w 176787"/>
                <a:gd name="connsiteY14" fmla="*/ 89759 h 159855"/>
                <a:gd name="connsiteX15" fmla="*/ 46114 w 176787"/>
                <a:gd name="connsiteY15" fmla="*/ 158259 h 159855"/>
                <a:gd name="connsiteX16" fmla="*/ 50332 w 176787"/>
                <a:gd name="connsiteY16" fmla="*/ 159855 h 159855"/>
                <a:gd name="connsiteX17" fmla="*/ 55124 w 176787"/>
                <a:gd name="connsiteY17" fmla="*/ 157684 h 159855"/>
                <a:gd name="connsiteX18" fmla="*/ 54548 w 176787"/>
                <a:gd name="connsiteY18" fmla="*/ 148683 h 159855"/>
                <a:gd name="connsiteX19" fmla="*/ 14547 w 176787"/>
                <a:gd name="connsiteY19" fmla="*/ 85099 h 159855"/>
                <a:gd name="connsiteX20" fmla="*/ 14228 w 176787"/>
                <a:gd name="connsiteY20" fmla="*/ 84396 h 159855"/>
                <a:gd name="connsiteX21" fmla="*/ 12759 w 176787"/>
                <a:gd name="connsiteY21" fmla="*/ 76161 h 159855"/>
                <a:gd name="connsiteX22" fmla="*/ 15442 w 176787"/>
                <a:gd name="connsiteY22" fmla="*/ 71692 h 159855"/>
                <a:gd name="connsiteX23" fmla="*/ 26369 w 176787"/>
                <a:gd name="connsiteY23" fmla="*/ 74884 h 159855"/>
                <a:gd name="connsiteX24" fmla="*/ 48478 w 176787"/>
                <a:gd name="connsiteY24" fmla="*/ 114146 h 159855"/>
                <a:gd name="connsiteX25" fmla="*/ 55315 w 176787"/>
                <a:gd name="connsiteY25" fmla="*/ 115103 h 159855"/>
                <a:gd name="connsiteX26" fmla="*/ 59022 w 176787"/>
                <a:gd name="connsiteY26" fmla="*/ 109294 h 159855"/>
                <a:gd name="connsiteX27" fmla="*/ 59022 w 176787"/>
                <a:gd name="connsiteY27" fmla="*/ 21067 h 159855"/>
                <a:gd name="connsiteX28" fmla="*/ 67328 w 176787"/>
                <a:gd name="connsiteY28" fmla="*/ 12768 h 159855"/>
                <a:gd name="connsiteX29" fmla="*/ 75636 w 176787"/>
                <a:gd name="connsiteY29" fmla="*/ 21067 h 159855"/>
                <a:gd name="connsiteX30" fmla="*/ 75636 w 176787"/>
                <a:gd name="connsiteY30" fmla="*/ 79864 h 159855"/>
                <a:gd name="connsiteX31" fmla="*/ 82025 w 176787"/>
                <a:gd name="connsiteY31" fmla="*/ 86248 h 159855"/>
                <a:gd name="connsiteX32" fmla="*/ 88415 w 176787"/>
                <a:gd name="connsiteY32" fmla="*/ 79864 h 159855"/>
                <a:gd name="connsiteX33" fmla="*/ 88415 w 176787"/>
                <a:gd name="connsiteY33" fmla="*/ 57839 h 159855"/>
                <a:gd name="connsiteX34" fmla="*/ 96723 w 176787"/>
                <a:gd name="connsiteY34" fmla="*/ 49540 h 159855"/>
                <a:gd name="connsiteX35" fmla="*/ 105029 w 176787"/>
                <a:gd name="connsiteY35" fmla="*/ 57839 h 159855"/>
                <a:gd name="connsiteX36" fmla="*/ 105029 w 176787"/>
                <a:gd name="connsiteY36" fmla="*/ 79864 h 159855"/>
                <a:gd name="connsiteX37" fmla="*/ 111419 w 176787"/>
                <a:gd name="connsiteY37" fmla="*/ 86248 h 159855"/>
                <a:gd name="connsiteX38" fmla="*/ 117809 w 176787"/>
                <a:gd name="connsiteY38" fmla="*/ 79864 h 159855"/>
                <a:gd name="connsiteX39" fmla="*/ 117809 w 176787"/>
                <a:gd name="connsiteY39" fmla="*/ 72522 h 159855"/>
                <a:gd name="connsiteX40" fmla="*/ 126116 w 176787"/>
                <a:gd name="connsiteY40" fmla="*/ 64223 h 159855"/>
                <a:gd name="connsiteX41" fmla="*/ 134423 w 176787"/>
                <a:gd name="connsiteY41" fmla="*/ 72522 h 159855"/>
                <a:gd name="connsiteX42" fmla="*/ 134423 w 176787"/>
                <a:gd name="connsiteY42" fmla="*/ 79864 h 159855"/>
                <a:gd name="connsiteX43" fmla="*/ 140813 w 176787"/>
                <a:gd name="connsiteY43" fmla="*/ 86248 h 159855"/>
                <a:gd name="connsiteX44" fmla="*/ 147203 w 176787"/>
                <a:gd name="connsiteY44" fmla="*/ 79864 h 159855"/>
                <a:gd name="connsiteX45" fmla="*/ 155510 w 176787"/>
                <a:gd name="connsiteY45" fmla="*/ 71565 h 159855"/>
                <a:gd name="connsiteX46" fmla="*/ 163817 w 176787"/>
                <a:gd name="connsiteY46" fmla="*/ 79864 h 159855"/>
                <a:gd name="connsiteX47" fmla="*/ 163817 w 176787"/>
                <a:gd name="connsiteY47" fmla="*/ 109741 h 159855"/>
                <a:gd name="connsiteX48" fmla="*/ 155126 w 176787"/>
                <a:gd name="connsiteY48" fmla="*/ 150151 h 159855"/>
                <a:gd name="connsiteX49" fmla="*/ 157427 w 176787"/>
                <a:gd name="connsiteY49" fmla="*/ 158897 h 159855"/>
                <a:gd name="connsiteX50" fmla="*/ 160622 w 176787"/>
                <a:gd name="connsiteY50" fmla="*/ 159791 h 159855"/>
                <a:gd name="connsiteX51" fmla="*/ 166181 w 176787"/>
                <a:gd name="connsiteY51" fmla="*/ 156599 h 159855"/>
                <a:gd name="connsiteX52" fmla="*/ 176597 w 176787"/>
                <a:gd name="connsiteY52" fmla="*/ 109294 h 159855"/>
                <a:gd name="connsiteX53" fmla="*/ 176597 w 176787"/>
                <a:gd name="connsiteY53" fmla="*/ 79800 h 15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76787" h="159855">
                  <a:moveTo>
                    <a:pt x="176788" y="79800"/>
                  </a:moveTo>
                  <a:cubicBezTo>
                    <a:pt x="176788" y="68181"/>
                    <a:pt x="167331" y="58733"/>
                    <a:pt x="155702" y="58733"/>
                  </a:cubicBezTo>
                  <a:cubicBezTo>
                    <a:pt x="151548" y="58733"/>
                    <a:pt x="147778" y="59946"/>
                    <a:pt x="144519" y="62053"/>
                  </a:cubicBezTo>
                  <a:cubicBezTo>
                    <a:pt x="140877" y="55732"/>
                    <a:pt x="134104" y="51391"/>
                    <a:pt x="126308" y="51391"/>
                  </a:cubicBezTo>
                  <a:cubicBezTo>
                    <a:pt x="123176" y="51391"/>
                    <a:pt x="120173" y="52157"/>
                    <a:pt x="117490" y="53370"/>
                  </a:cubicBezTo>
                  <a:cubicBezTo>
                    <a:pt x="115445" y="43858"/>
                    <a:pt x="107010" y="36708"/>
                    <a:pt x="96850" y="36708"/>
                  </a:cubicBezTo>
                  <a:cubicBezTo>
                    <a:pt x="93911" y="36708"/>
                    <a:pt x="91099" y="37347"/>
                    <a:pt x="88543" y="38432"/>
                  </a:cubicBezTo>
                  <a:lnTo>
                    <a:pt x="88543" y="21067"/>
                  </a:lnTo>
                  <a:cubicBezTo>
                    <a:pt x="88543" y="9449"/>
                    <a:pt x="79086" y="0"/>
                    <a:pt x="67456" y="0"/>
                  </a:cubicBezTo>
                  <a:cubicBezTo>
                    <a:pt x="55827" y="0"/>
                    <a:pt x="46370" y="9449"/>
                    <a:pt x="46370" y="21067"/>
                  </a:cubicBezTo>
                  <a:lnTo>
                    <a:pt x="46370" y="88035"/>
                  </a:lnTo>
                  <a:cubicBezTo>
                    <a:pt x="43175" y="81715"/>
                    <a:pt x="40171" y="74884"/>
                    <a:pt x="38127" y="69713"/>
                  </a:cubicBezTo>
                  <a:cubicBezTo>
                    <a:pt x="32887" y="59307"/>
                    <a:pt x="20235" y="55094"/>
                    <a:pt x="9819" y="60265"/>
                  </a:cubicBezTo>
                  <a:cubicBezTo>
                    <a:pt x="4579" y="62882"/>
                    <a:pt x="1129" y="67926"/>
                    <a:pt x="234" y="74374"/>
                  </a:cubicBezTo>
                  <a:cubicBezTo>
                    <a:pt x="-469" y="79417"/>
                    <a:pt x="426" y="84971"/>
                    <a:pt x="2726" y="89759"/>
                  </a:cubicBezTo>
                  <a:cubicBezTo>
                    <a:pt x="4388" y="94292"/>
                    <a:pt x="19724" y="134830"/>
                    <a:pt x="46114" y="158259"/>
                  </a:cubicBezTo>
                  <a:cubicBezTo>
                    <a:pt x="47328" y="159344"/>
                    <a:pt x="48862" y="159855"/>
                    <a:pt x="50332" y="159855"/>
                  </a:cubicBezTo>
                  <a:cubicBezTo>
                    <a:pt x="52120" y="159855"/>
                    <a:pt x="53846" y="159153"/>
                    <a:pt x="55124" y="157684"/>
                  </a:cubicBezTo>
                  <a:cubicBezTo>
                    <a:pt x="57488" y="155067"/>
                    <a:pt x="57232" y="150981"/>
                    <a:pt x="54548" y="148683"/>
                  </a:cubicBezTo>
                  <a:cubicBezTo>
                    <a:pt x="29628" y="126658"/>
                    <a:pt x="14739" y="85546"/>
                    <a:pt x="14547" y="85099"/>
                  </a:cubicBezTo>
                  <a:cubicBezTo>
                    <a:pt x="14484" y="84843"/>
                    <a:pt x="14356" y="84588"/>
                    <a:pt x="14228" y="84396"/>
                  </a:cubicBezTo>
                  <a:cubicBezTo>
                    <a:pt x="12950" y="81843"/>
                    <a:pt x="12439" y="78779"/>
                    <a:pt x="12759" y="76161"/>
                  </a:cubicBezTo>
                  <a:cubicBezTo>
                    <a:pt x="13078" y="73927"/>
                    <a:pt x="13972" y="72395"/>
                    <a:pt x="15442" y="71692"/>
                  </a:cubicBezTo>
                  <a:cubicBezTo>
                    <a:pt x="19532" y="69649"/>
                    <a:pt x="24580" y="71309"/>
                    <a:pt x="26369" y="74884"/>
                  </a:cubicBezTo>
                  <a:cubicBezTo>
                    <a:pt x="27583" y="78012"/>
                    <a:pt x="38702" y="105719"/>
                    <a:pt x="48478" y="114146"/>
                  </a:cubicBezTo>
                  <a:cubicBezTo>
                    <a:pt x="50396" y="115806"/>
                    <a:pt x="53015" y="116125"/>
                    <a:pt x="55315" y="115103"/>
                  </a:cubicBezTo>
                  <a:cubicBezTo>
                    <a:pt x="57616" y="114082"/>
                    <a:pt x="59022" y="111784"/>
                    <a:pt x="59022" y="109294"/>
                  </a:cubicBezTo>
                  <a:lnTo>
                    <a:pt x="59022" y="21067"/>
                  </a:lnTo>
                  <a:cubicBezTo>
                    <a:pt x="59022" y="16471"/>
                    <a:pt x="62728" y="12768"/>
                    <a:pt x="67328" y="12768"/>
                  </a:cubicBezTo>
                  <a:cubicBezTo>
                    <a:pt x="71930" y="12768"/>
                    <a:pt x="75636" y="16471"/>
                    <a:pt x="75636" y="21067"/>
                  </a:cubicBezTo>
                  <a:lnTo>
                    <a:pt x="75636" y="79864"/>
                  </a:lnTo>
                  <a:cubicBezTo>
                    <a:pt x="75636" y="83375"/>
                    <a:pt x="78511" y="86248"/>
                    <a:pt x="82025" y="86248"/>
                  </a:cubicBezTo>
                  <a:cubicBezTo>
                    <a:pt x="85540" y="86248"/>
                    <a:pt x="88415" y="83375"/>
                    <a:pt x="88415" y="79864"/>
                  </a:cubicBezTo>
                  <a:lnTo>
                    <a:pt x="88415" y="57839"/>
                  </a:lnTo>
                  <a:cubicBezTo>
                    <a:pt x="88415" y="53243"/>
                    <a:pt x="92121" y="49540"/>
                    <a:pt x="96723" y="49540"/>
                  </a:cubicBezTo>
                  <a:cubicBezTo>
                    <a:pt x="101323" y="49540"/>
                    <a:pt x="105029" y="53243"/>
                    <a:pt x="105029" y="57839"/>
                  </a:cubicBezTo>
                  <a:lnTo>
                    <a:pt x="105029" y="79864"/>
                  </a:lnTo>
                  <a:cubicBezTo>
                    <a:pt x="105029" y="83375"/>
                    <a:pt x="107905" y="86248"/>
                    <a:pt x="111419" y="86248"/>
                  </a:cubicBezTo>
                  <a:cubicBezTo>
                    <a:pt x="114934" y="86248"/>
                    <a:pt x="117809" y="83375"/>
                    <a:pt x="117809" y="79864"/>
                  </a:cubicBezTo>
                  <a:lnTo>
                    <a:pt x="117809" y="72522"/>
                  </a:lnTo>
                  <a:cubicBezTo>
                    <a:pt x="117809" y="67926"/>
                    <a:pt x="121516" y="64223"/>
                    <a:pt x="126116" y="64223"/>
                  </a:cubicBezTo>
                  <a:cubicBezTo>
                    <a:pt x="130717" y="64223"/>
                    <a:pt x="134423" y="67926"/>
                    <a:pt x="134423" y="72522"/>
                  </a:cubicBezTo>
                  <a:lnTo>
                    <a:pt x="134423" y="79864"/>
                  </a:lnTo>
                  <a:cubicBezTo>
                    <a:pt x="134423" y="83375"/>
                    <a:pt x="137299" y="86248"/>
                    <a:pt x="140813" y="86248"/>
                  </a:cubicBezTo>
                  <a:cubicBezTo>
                    <a:pt x="144327" y="86248"/>
                    <a:pt x="147203" y="83375"/>
                    <a:pt x="147203" y="79864"/>
                  </a:cubicBezTo>
                  <a:cubicBezTo>
                    <a:pt x="147203" y="75267"/>
                    <a:pt x="150909" y="71565"/>
                    <a:pt x="155510" y="71565"/>
                  </a:cubicBezTo>
                  <a:cubicBezTo>
                    <a:pt x="160110" y="71565"/>
                    <a:pt x="163817" y="75267"/>
                    <a:pt x="163817" y="79864"/>
                  </a:cubicBezTo>
                  <a:lnTo>
                    <a:pt x="163817" y="109741"/>
                  </a:lnTo>
                  <a:cubicBezTo>
                    <a:pt x="163817" y="109996"/>
                    <a:pt x="165414" y="132532"/>
                    <a:pt x="155126" y="150151"/>
                  </a:cubicBezTo>
                  <a:cubicBezTo>
                    <a:pt x="153337" y="153216"/>
                    <a:pt x="154359" y="157110"/>
                    <a:pt x="157427" y="158897"/>
                  </a:cubicBezTo>
                  <a:cubicBezTo>
                    <a:pt x="158449" y="159472"/>
                    <a:pt x="159535" y="159791"/>
                    <a:pt x="160622" y="159791"/>
                  </a:cubicBezTo>
                  <a:cubicBezTo>
                    <a:pt x="162794" y="159791"/>
                    <a:pt x="164967" y="158642"/>
                    <a:pt x="166181" y="156599"/>
                  </a:cubicBezTo>
                  <a:cubicBezTo>
                    <a:pt x="178513" y="135468"/>
                    <a:pt x="176661" y="109868"/>
                    <a:pt x="176597" y="109294"/>
                  </a:cubicBezTo>
                  <a:lnTo>
                    <a:pt x="176597" y="79800"/>
                  </a:lnTo>
                  <a:close/>
                </a:path>
              </a:pathLst>
            </a:custGeom>
            <a:solidFill>
              <a:srgbClr val="00A3E0"/>
            </a:solidFill>
            <a:ln w="6390" cap="flat">
              <a:noFill/>
              <a:prstDash val="solid"/>
              <a:miter/>
            </a:ln>
          </p:spPr>
          <p:txBody>
            <a:bodyPr rtlCol="0" anchor="ctr"/>
            <a:lstStyle/>
            <a:p>
              <a:endParaRPr lang="en-US"/>
            </a:p>
          </p:txBody>
        </p:sp>
        <p:sp>
          <p:nvSpPr>
            <p:cNvPr id="992" name="Freeform 991">
              <a:extLst>
                <a:ext uri="{FF2B5EF4-FFF2-40B4-BE49-F238E27FC236}">
                  <a16:creationId xmlns:a16="http://schemas.microsoft.com/office/drawing/2014/main" id="{3C2F8E32-1A12-AE47-8AC0-AC4252C44690}"/>
                </a:ext>
              </a:extLst>
            </p:cNvPr>
            <p:cNvSpPr/>
            <p:nvPr/>
          </p:nvSpPr>
          <p:spPr>
            <a:xfrm>
              <a:off x="7917770" y="3440873"/>
              <a:ext cx="100472" cy="64222"/>
            </a:xfrm>
            <a:custGeom>
              <a:avLst/>
              <a:gdLst>
                <a:gd name="connsiteX0" fmla="*/ 50545 w 100472"/>
                <a:gd name="connsiteY0" fmla="*/ 12768 h 64222"/>
                <a:gd name="connsiteX1" fmla="*/ 87798 w 100472"/>
                <a:gd name="connsiteY1" fmla="*/ 44177 h 64222"/>
                <a:gd name="connsiteX2" fmla="*/ 95146 w 100472"/>
                <a:gd name="connsiteY2" fmla="*/ 49412 h 64222"/>
                <a:gd name="connsiteX3" fmla="*/ 100386 w 100472"/>
                <a:gd name="connsiteY3" fmla="*/ 42071 h 64222"/>
                <a:gd name="connsiteX4" fmla="*/ 50545 w 100472"/>
                <a:gd name="connsiteY4" fmla="*/ 0 h 64222"/>
                <a:gd name="connsiteX5" fmla="*/ 0 w 100472"/>
                <a:gd name="connsiteY5" fmla="*/ 50498 h 64222"/>
                <a:gd name="connsiteX6" fmla="*/ 703 w 100472"/>
                <a:gd name="connsiteY6" fmla="*/ 58924 h 64222"/>
                <a:gd name="connsiteX7" fmla="*/ 7029 w 100472"/>
                <a:gd name="connsiteY7" fmla="*/ 64223 h 64222"/>
                <a:gd name="connsiteX8" fmla="*/ 8115 w 100472"/>
                <a:gd name="connsiteY8" fmla="*/ 64159 h 64222"/>
                <a:gd name="connsiteX9" fmla="*/ 13355 w 100472"/>
                <a:gd name="connsiteY9" fmla="*/ 56818 h 64222"/>
                <a:gd name="connsiteX10" fmla="*/ 12844 w 100472"/>
                <a:gd name="connsiteY10" fmla="*/ 50498 h 64222"/>
                <a:gd name="connsiteX11" fmla="*/ 50545 w 100472"/>
                <a:gd name="connsiteY11" fmla="*/ 12768 h 64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472" h="64222">
                  <a:moveTo>
                    <a:pt x="50545" y="12768"/>
                  </a:moveTo>
                  <a:cubicBezTo>
                    <a:pt x="69076" y="12768"/>
                    <a:pt x="84731" y="25983"/>
                    <a:pt x="87798" y="44177"/>
                  </a:cubicBezTo>
                  <a:cubicBezTo>
                    <a:pt x="88373" y="47625"/>
                    <a:pt x="91631" y="49987"/>
                    <a:pt x="95146" y="49412"/>
                  </a:cubicBezTo>
                  <a:cubicBezTo>
                    <a:pt x="98597" y="48838"/>
                    <a:pt x="100961" y="45518"/>
                    <a:pt x="100386" y="42071"/>
                  </a:cubicBezTo>
                  <a:cubicBezTo>
                    <a:pt x="96297" y="17684"/>
                    <a:pt x="75338" y="0"/>
                    <a:pt x="50545" y="0"/>
                  </a:cubicBezTo>
                  <a:cubicBezTo>
                    <a:pt x="22685" y="0"/>
                    <a:pt x="0" y="22663"/>
                    <a:pt x="0" y="50498"/>
                  </a:cubicBezTo>
                  <a:cubicBezTo>
                    <a:pt x="0" y="53306"/>
                    <a:pt x="256" y="56179"/>
                    <a:pt x="703" y="58924"/>
                  </a:cubicBezTo>
                  <a:cubicBezTo>
                    <a:pt x="1214" y="62053"/>
                    <a:pt x="3962" y="64223"/>
                    <a:pt x="7029" y="64223"/>
                  </a:cubicBezTo>
                  <a:cubicBezTo>
                    <a:pt x="7349" y="64223"/>
                    <a:pt x="7732" y="64223"/>
                    <a:pt x="8115" y="64159"/>
                  </a:cubicBezTo>
                  <a:cubicBezTo>
                    <a:pt x="11566" y="63585"/>
                    <a:pt x="13930" y="60265"/>
                    <a:pt x="13355" y="56818"/>
                  </a:cubicBezTo>
                  <a:cubicBezTo>
                    <a:pt x="12972" y="54711"/>
                    <a:pt x="12844" y="52604"/>
                    <a:pt x="12844" y="50498"/>
                  </a:cubicBezTo>
                  <a:cubicBezTo>
                    <a:pt x="12780" y="29686"/>
                    <a:pt x="29713" y="12768"/>
                    <a:pt x="50545" y="12768"/>
                  </a:cubicBezTo>
                  <a:close/>
                </a:path>
              </a:pathLst>
            </a:custGeom>
            <a:solidFill>
              <a:srgbClr val="00A3E0"/>
            </a:solidFill>
            <a:ln w="6390" cap="flat">
              <a:noFill/>
              <a:prstDash val="solid"/>
              <a:miter/>
            </a:ln>
          </p:spPr>
          <p:txBody>
            <a:bodyPr rtlCol="0" anchor="ctr"/>
            <a:lstStyle/>
            <a:p>
              <a:endParaRPr lang="en-US"/>
            </a:p>
          </p:txBody>
        </p:sp>
        <p:sp>
          <p:nvSpPr>
            <p:cNvPr id="993" name="Freeform 992">
              <a:extLst>
                <a:ext uri="{FF2B5EF4-FFF2-40B4-BE49-F238E27FC236}">
                  <a16:creationId xmlns:a16="http://schemas.microsoft.com/office/drawing/2014/main" id="{D2A31407-0C62-CB4E-8664-CFF9E512F138}"/>
                </a:ext>
              </a:extLst>
            </p:cNvPr>
            <p:cNvSpPr/>
            <p:nvPr/>
          </p:nvSpPr>
          <p:spPr>
            <a:xfrm>
              <a:off x="7887993" y="3411507"/>
              <a:ext cx="159876" cy="98504"/>
            </a:xfrm>
            <a:custGeom>
              <a:avLst/>
              <a:gdLst>
                <a:gd name="connsiteX0" fmla="*/ 13739 w 159876"/>
                <a:gd name="connsiteY0" fmla="*/ 91100 h 98504"/>
                <a:gd name="connsiteX1" fmla="*/ 12780 w 159876"/>
                <a:gd name="connsiteY1" fmla="*/ 79864 h 98504"/>
                <a:gd name="connsiteX2" fmla="*/ 79938 w 159876"/>
                <a:gd name="connsiteY2" fmla="*/ 12768 h 98504"/>
                <a:gd name="connsiteX3" fmla="*/ 147096 w 159876"/>
                <a:gd name="connsiteY3" fmla="*/ 79864 h 98504"/>
                <a:gd name="connsiteX4" fmla="*/ 146969 w 159876"/>
                <a:gd name="connsiteY4" fmla="*/ 84332 h 98504"/>
                <a:gd name="connsiteX5" fmla="*/ 152912 w 159876"/>
                <a:gd name="connsiteY5" fmla="*/ 91100 h 98504"/>
                <a:gd name="connsiteX6" fmla="*/ 159685 w 159876"/>
                <a:gd name="connsiteY6" fmla="*/ 85162 h 98504"/>
                <a:gd name="connsiteX7" fmla="*/ 159876 w 159876"/>
                <a:gd name="connsiteY7" fmla="*/ 79864 h 98504"/>
                <a:gd name="connsiteX8" fmla="*/ 79938 w 159876"/>
                <a:gd name="connsiteY8" fmla="*/ 0 h 98504"/>
                <a:gd name="connsiteX9" fmla="*/ 0 w 159876"/>
                <a:gd name="connsiteY9" fmla="*/ 79864 h 98504"/>
                <a:gd name="connsiteX10" fmla="*/ 1087 w 159876"/>
                <a:gd name="connsiteY10" fmla="*/ 93206 h 98504"/>
                <a:gd name="connsiteX11" fmla="*/ 7413 w 159876"/>
                <a:gd name="connsiteY11" fmla="*/ 98505 h 98504"/>
                <a:gd name="connsiteX12" fmla="*/ 8499 w 159876"/>
                <a:gd name="connsiteY12" fmla="*/ 98441 h 98504"/>
                <a:gd name="connsiteX13" fmla="*/ 13739 w 159876"/>
                <a:gd name="connsiteY13" fmla="*/ 91100 h 98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876" h="98504">
                  <a:moveTo>
                    <a:pt x="13739" y="91100"/>
                  </a:moveTo>
                  <a:cubicBezTo>
                    <a:pt x="13100" y="87397"/>
                    <a:pt x="12780" y="83630"/>
                    <a:pt x="12780" y="79864"/>
                  </a:cubicBezTo>
                  <a:cubicBezTo>
                    <a:pt x="12780" y="42836"/>
                    <a:pt x="42941" y="12768"/>
                    <a:pt x="79938" y="12768"/>
                  </a:cubicBezTo>
                  <a:cubicBezTo>
                    <a:pt x="116936" y="12768"/>
                    <a:pt x="147096" y="42900"/>
                    <a:pt x="147096" y="79864"/>
                  </a:cubicBezTo>
                  <a:cubicBezTo>
                    <a:pt x="147096" y="81396"/>
                    <a:pt x="147033" y="82864"/>
                    <a:pt x="146969" y="84332"/>
                  </a:cubicBezTo>
                  <a:cubicBezTo>
                    <a:pt x="146713" y="87844"/>
                    <a:pt x="149397" y="90908"/>
                    <a:pt x="152912" y="91100"/>
                  </a:cubicBezTo>
                  <a:cubicBezTo>
                    <a:pt x="156362" y="91291"/>
                    <a:pt x="159493" y="88674"/>
                    <a:pt x="159685" y="85162"/>
                  </a:cubicBezTo>
                  <a:cubicBezTo>
                    <a:pt x="159812" y="83439"/>
                    <a:pt x="159876" y="81651"/>
                    <a:pt x="159876" y="79864"/>
                  </a:cubicBezTo>
                  <a:cubicBezTo>
                    <a:pt x="159876" y="35814"/>
                    <a:pt x="124029" y="0"/>
                    <a:pt x="79938" y="0"/>
                  </a:cubicBezTo>
                  <a:cubicBezTo>
                    <a:pt x="35848" y="0"/>
                    <a:pt x="0" y="35814"/>
                    <a:pt x="0" y="79864"/>
                  </a:cubicBezTo>
                  <a:cubicBezTo>
                    <a:pt x="0" y="84332"/>
                    <a:pt x="384" y="88865"/>
                    <a:pt x="1087" y="93206"/>
                  </a:cubicBezTo>
                  <a:cubicBezTo>
                    <a:pt x="1597" y="96334"/>
                    <a:pt x="4346" y="98505"/>
                    <a:pt x="7413" y="98505"/>
                  </a:cubicBezTo>
                  <a:cubicBezTo>
                    <a:pt x="7732" y="98505"/>
                    <a:pt x="8115" y="98505"/>
                    <a:pt x="8499" y="98441"/>
                  </a:cubicBezTo>
                  <a:cubicBezTo>
                    <a:pt x="12013" y="97867"/>
                    <a:pt x="14377" y="94547"/>
                    <a:pt x="13739" y="91100"/>
                  </a:cubicBezTo>
                  <a:close/>
                </a:path>
              </a:pathLst>
            </a:custGeom>
            <a:solidFill>
              <a:srgbClr val="00A3E0"/>
            </a:solidFill>
            <a:ln w="6390" cap="flat">
              <a:noFill/>
              <a:prstDash val="solid"/>
              <a:miter/>
            </a:ln>
          </p:spPr>
          <p:txBody>
            <a:bodyPr rtlCol="0" anchor="ctr"/>
            <a:lstStyle/>
            <a:p>
              <a:endParaRPr lang="en-US"/>
            </a:p>
          </p:txBody>
        </p:sp>
      </p:grpSp>
      <p:grpSp>
        <p:nvGrpSpPr>
          <p:cNvPr id="994" name="Graphic 4">
            <a:extLst>
              <a:ext uri="{FF2B5EF4-FFF2-40B4-BE49-F238E27FC236}">
                <a16:creationId xmlns:a16="http://schemas.microsoft.com/office/drawing/2014/main" id="{4E174A3D-CDE4-E342-BFAA-E30DBEF4A3D7}"/>
              </a:ext>
            </a:extLst>
          </p:cNvPr>
          <p:cNvGrpSpPr/>
          <p:nvPr/>
        </p:nvGrpSpPr>
        <p:grpSpPr>
          <a:xfrm>
            <a:off x="8841052" y="3824168"/>
            <a:ext cx="362309" cy="361971"/>
            <a:chOff x="8841052" y="3824168"/>
            <a:chExt cx="362309" cy="361971"/>
          </a:xfrm>
          <a:solidFill>
            <a:srgbClr val="00A3E0"/>
          </a:solidFill>
        </p:grpSpPr>
        <p:sp>
          <p:nvSpPr>
            <p:cNvPr id="995" name="Freeform 994">
              <a:extLst>
                <a:ext uri="{FF2B5EF4-FFF2-40B4-BE49-F238E27FC236}">
                  <a16:creationId xmlns:a16="http://schemas.microsoft.com/office/drawing/2014/main" id="{3CDC64D4-D69A-CA43-B320-8A86662B6D1D}"/>
                </a:ext>
              </a:extLst>
            </p:cNvPr>
            <p:cNvSpPr/>
            <p:nvPr/>
          </p:nvSpPr>
          <p:spPr>
            <a:xfrm>
              <a:off x="8841052" y="3824168"/>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181155 w 362309"/>
                <a:gd name="connsiteY5" fmla="*/ 349204 h 361971"/>
                <a:gd name="connsiteX6" fmla="*/ 12780 w 362309"/>
                <a:gd name="connsiteY6" fmla="*/ 180986 h 361971"/>
                <a:gd name="connsiteX7" fmla="*/ 181155 w 362309"/>
                <a:gd name="connsiteY7" fmla="*/ 12768 h 361971"/>
                <a:gd name="connsiteX8" fmla="*/ 349530 w 362309"/>
                <a:gd name="connsiteY8" fmla="*/ 180986 h 361971"/>
                <a:gd name="connsiteX9" fmla="*/ 181155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9" y="0"/>
                    <a:pt x="0" y="81013"/>
                    <a:pt x="0" y="180986"/>
                  </a:cubicBezTo>
                  <a:cubicBezTo>
                    <a:pt x="0" y="280959"/>
                    <a:pt x="81089" y="361971"/>
                    <a:pt x="181155" y="361971"/>
                  </a:cubicBezTo>
                  <a:cubicBezTo>
                    <a:pt x="281221" y="361971"/>
                    <a:pt x="362310" y="280959"/>
                    <a:pt x="362310" y="180986"/>
                  </a:cubicBezTo>
                  <a:cubicBezTo>
                    <a:pt x="362246" y="81076"/>
                    <a:pt x="281157" y="0"/>
                    <a:pt x="181155" y="0"/>
                  </a:cubicBezTo>
                  <a:close/>
                  <a:moveTo>
                    <a:pt x="181155" y="349204"/>
                  </a:moveTo>
                  <a:cubicBezTo>
                    <a:pt x="88309" y="349204"/>
                    <a:pt x="12780" y="273745"/>
                    <a:pt x="12780" y="180986"/>
                  </a:cubicBezTo>
                  <a:cubicBezTo>
                    <a:pt x="12780" y="88226"/>
                    <a:pt x="88309" y="12768"/>
                    <a:pt x="181155" y="12768"/>
                  </a:cubicBezTo>
                  <a:cubicBezTo>
                    <a:pt x="274001" y="12768"/>
                    <a:pt x="349530" y="88226"/>
                    <a:pt x="349530" y="180986"/>
                  </a:cubicBezTo>
                  <a:cubicBezTo>
                    <a:pt x="349530" y="273745"/>
                    <a:pt x="274001" y="349204"/>
                    <a:pt x="181155" y="349204"/>
                  </a:cubicBezTo>
                  <a:close/>
                </a:path>
              </a:pathLst>
            </a:custGeom>
            <a:solidFill>
              <a:srgbClr val="00A3E0"/>
            </a:solidFill>
            <a:ln w="6390" cap="flat">
              <a:noFill/>
              <a:prstDash val="solid"/>
              <a:miter/>
            </a:ln>
          </p:spPr>
          <p:txBody>
            <a:bodyPr rtlCol="0" anchor="ctr"/>
            <a:lstStyle/>
            <a:p>
              <a:endParaRPr lang="en-US"/>
            </a:p>
          </p:txBody>
        </p:sp>
        <p:sp>
          <p:nvSpPr>
            <p:cNvPr id="996" name="Freeform 995">
              <a:extLst>
                <a:ext uri="{FF2B5EF4-FFF2-40B4-BE49-F238E27FC236}">
                  <a16:creationId xmlns:a16="http://schemas.microsoft.com/office/drawing/2014/main" id="{9879CFFB-127A-0B47-814B-58EF6A490FBB}"/>
                </a:ext>
              </a:extLst>
            </p:cNvPr>
            <p:cNvSpPr/>
            <p:nvPr/>
          </p:nvSpPr>
          <p:spPr>
            <a:xfrm>
              <a:off x="8922354" y="3947187"/>
              <a:ext cx="177490" cy="167643"/>
            </a:xfrm>
            <a:custGeom>
              <a:avLst/>
              <a:gdLst>
                <a:gd name="connsiteX0" fmla="*/ 177491 w 177490"/>
                <a:gd name="connsiteY0" fmla="*/ 80119 h 167643"/>
                <a:gd name="connsiteX1" fmla="*/ 156340 w 177490"/>
                <a:gd name="connsiteY1" fmla="*/ 58988 h 167643"/>
                <a:gd name="connsiteX2" fmla="*/ 145094 w 177490"/>
                <a:gd name="connsiteY2" fmla="*/ 62308 h 167643"/>
                <a:gd name="connsiteX3" fmla="*/ 126819 w 177490"/>
                <a:gd name="connsiteY3" fmla="*/ 51647 h 167643"/>
                <a:gd name="connsiteX4" fmla="*/ 117937 w 177490"/>
                <a:gd name="connsiteY4" fmla="*/ 53626 h 167643"/>
                <a:gd name="connsiteX5" fmla="*/ 97234 w 177490"/>
                <a:gd name="connsiteY5" fmla="*/ 36900 h 167643"/>
                <a:gd name="connsiteX6" fmla="*/ 88862 w 177490"/>
                <a:gd name="connsiteY6" fmla="*/ 38623 h 167643"/>
                <a:gd name="connsiteX7" fmla="*/ 88862 w 177490"/>
                <a:gd name="connsiteY7" fmla="*/ 21131 h 167643"/>
                <a:gd name="connsiteX8" fmla="*/ 67712 w 177490"/>
                <a:gd name="connsiteY8" fmla="*/ 0 h 167643"/>
                <a:gd name="connsiteX9" fmla="*/ 46561 w 177490"/>
                <a:gd name="connsiteY9" fmla="*/ 21131 h 167643"/>
                <a:gd name="connsiteX10" fmla="*/ 46561 w 177490"/>
                <a:gd name="connsiteY10" fmla="*/ 88418 h 167643"/>
                <a:gd name="connsiteX11" fmla="*/ 38255 w 177490"/>
                <a:gd name="connsiteY11" fmla="*/ 69905 h 167643"/>
                <a:gd name="connsiteX12" fmla="*/ 25986 w 177490"/>
                <a:gd name="connsiteY12" fmla="*/ 59307 h 167643"/>
                <a:gd name="connsiteX13" fmla="*/ 9819 w 177490"/>
                <a:gd name="connsiteY13" fmla="*/ 60457 h 167643"/>
                <a:gd name="connsiteX14" fmla="*/ 234 w 177490"/>
                <a:gd name="connsiteY14" fmla="*/ 74565 h 167643"/>
                <a:gd name="connsiteX15" fmla="*/ 2726 w 177490"/>
                <a:gd name="connsiteY15" fmla="*/ 90014 h 167643"/>
                <a:gd name="connsiteX16" fmla="*/ 56913 w 177490"/>
                <a:gd name="connsiteY16" fmla="*/ 166686 h 167643"/>
                <a:gd name="connsiteX17" fmla="*/ 60300 w 177490"/>
                <a:gd name="connsiteY17" fmla="*/ 167643 h 167643"/>
                <a:gd name="connsiteX18" fmla="*/ 65731 w 177490"/>
                <a:gd name="connsiteY18" fmla="*/ 164643 h 167643"/>
                <a:gd name="connsiteX19" fmla="*/ 63686 w 177490"/>
                <a:gd name="connsiteY19" fmla="*/ 155833 h 167643"/>
                <a:gd name="connsiteX20" fmla="*/ 14611 w 177490"/>
                <a:gd name="connsiteY20" fmla="*/ 85354 h 167643"/>
                <a:gd name="connsiteX21" fmla="*/ 14292 w 177490"/>
                <a:gd name="connsiteY21" fmla="*/ 84652 h 167643"/>
                <a:gd name="connsiteX22" fmla="*/ 12822 w 177490"/>
                <a:gd name="connsiteY22" fmla="*/ 76353 h 167643"/>
                <a:gd name="connsiteX23" fmla="*/ 15506 w 177490"/>
                <a:gd name="connsiteY23" fmla="*/ 71884 h 167643"/>
                <a:gd name="connsiteX24" fmla="*/ 26497 w 177490"/>
                <a:gd name="connsiteY24" fmla="*/ 75076 h 167643"/>
                <a:gd name="connsiteX25" fmla="*/ 48670 w 177490"/>
                <a:gd name="connsiteY25" fmla="*/ 114465 h 167643"/>
                <a:gd name="connsiteX26" fmla="*/ 55507 w 177490"/>
                <a:gd name="connsiteY26" fmla="*/ 115423 h 167643"/>
                <a:gd name="connsiteX27" fmla="*/ 59213 w 177490"/>
                <a:gd name="connsiteY27" fmla="*/ 109613 h 167643"/>
                <a:gd name="connsiteX28" fmla="*/ 59213 w 177490"/>
                <a:gd name="connsiteY28" fmla="*/ 21067 h 167643"/>
                <a:gd name="connsiteX29" fmla="*/ 67584 w 177490"/>
                <a:gd name="connsiteY29" fmla="*/ 12704 h 167643"/>
                <a:gd name="connsiteX30" fmla="*/ 75955 w 177490"/>
                <a:gd name="connsiteY30" fmla="*/ 21067 h 167643"/>
                <a:gd name="connsiteX31" fmla="*/ 75955 w 177490"/>
                <a:gd name="connsiteY31" fmla="*/ 80055 h 167643"/>
                <a:gd name="connsiteX32" fmla="*/ 82345 w 177490"/>
                <a:gd name="connsiteY32" fmla="*/ 86439 h 167643"/>
                <a:gd name="connsiteX33" fmla="*/ 88734 w 177490"/>
                <a:gd name="connsiteY33" fmla="*/ 80055 h 167643"/>
                <a:gd name="connsiteX34" fmla="*/ 88734 w 177490"/>
                <a:gd name="connsiteY34" fmla="*/ 57903 h 167643"/>
                <a:gd name="connsiteX35" fmla="*/ 97106 w 177490"/>
                <a:gd name="connsiteY35" fmla="*/ 49540 h 167643"/>
                <a:gd name="connsiteX36" fmla="*/ 105476 w 177490"/>
                <a:gd name="connsiteY36" fmla="*/ 57903 h 167643"/>
                <a:gd name="connsiteX37" fmla="*/ 105476 w 177490"/>
                <a:gd name="connsiteY37" fmla="*/ 80055 h 167643"/>
                <a:gd name="connsiteX38" fmla="*/ 111866 w 177490"/>
                <a:gd name="connsiteY38" fmla="*/ 86439 h 167643"/>
                <a:gd name="connsiteX39" fmla="*/ 118256 w 177490"/>
                <a:gd name="connsiteY39" fmla="*/ 80055 h 167643"/>
                <a:gd name="connsiteX40" fmla="*/ 118256 w 177490"/>
                <a:gd name="connsiteY40" fmla="*/ 72650 h 167643"/>
                <a:gd name="connsiteX41" fmla="*/ 126627 w 177490"/>
                <a:gd name="connsiteY41" fmla="*/ 64287 h 167643"/>
                <a:gd name="connsiteX42" fmla="*/ 134998 w 177490"/>
                <a:gd name="connsiteY42" fmla="*/ 72650 h 167643"/>
                <a:gd name="connsiteX43" fmla="*/ 134998 w 177490"/>
                <a:gd name="connsiteY43" fmla="*/ 80055 h 167643"/>
                <a:gd name="connsiteX44" fmla="*/ 141387 w 177490"/>
                <a:gd name="connsiteY44" fmla="*/ 86439 h 167643"/>
                <a:gd name="connsiteX45" fmla="*/ 147777 w 177490"/>
                <a:gd name="connsiteY45" fmla="*/ 80055 h 167643"/>
                <a:gd name="connsiteX46" fmla="*/ 156149 w 177490"/>
                <a:gd name="connsiteY46" fmla="*/ 71692 h 167643"/>
                <a:gd name="connsiteX47" fmla="*/ 164520 w 177490"/>
                <a:gd name="connsiteY47" fmla="*/ 80055 h 167643"/>
                <a:gd name="connsiteX48" fmla="*/ 164520 w 177490"/>
                <a:gd name="connsiteY48" fmla="*/ 110060 h 167643"/>
                <a:gd name="connsiteX49" fmla="*/ 151228 w 177490"/>
                <a:gd name="connsiteY49" fmla="*/ 157046 h 167643"/>
                <a:gd name="connsiteX50" fmla="*/ 151995 w 177490"/>
                <a:gd name="connsiteY50" fmla="*/ 166047 h 167643"/>
                <a:gd name="connsiteX51" fmla="*/ 156149 w 177490"/>
                <a:gd name="connsiteY51" fmla="*/ 167580 h 167643"/>
                <a:gd name="connsiteX52" fmla="*/ 161005 w 177490"/>
                <a:gd name="connsiteY52" fmla="*/ 165345 h 167643"/>
                <a:gd name="connsiteX53" fmla="*/ 177300 w 177490"/>
                <a:gd name="connsiteY53" fmla="*/ 109549 h 167643"/>
                <a:gd name="connsiteX54" fmla="*/ 177300 w 177490"/>
                <a:gd name="connsiteY54" fmla="*/ 80119 h 167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77490" h="167643">
                  <a:moveTo>
                    <a:pt x="177491" y="80119"/>
                  </a:moveTo>
                  <a:cubicBezTo>
                    <a:pt x="177491" y="68436"/>
                    <a:pt x="167970" y="58988"/>
                    <a:pt x="156340" y="58988"/>
                  </a:cubicBezTo>
                  <a:cubicBezTo>
                    <a:pt x="152187" y="58988"/>
                    <a:pt x="148353" y="60201"/>
                    <a:pt x="145094" y="62308"/>
                  </a:cubicBezTo>
                  <a:cubicBezTo>
                    <a:pt x="141451" y="55988"/>
                    <a:pt x="134679" y="51647"/>
                    <a:pt x="126819" y="51647"/>
                  </a:cubicBezTo>
                  <a:cubicBezTo>
                    <a:pt x="123624" y="51647"/>
                    <a:pt x="120684" y="52413"/>
                    <a:pt x="117937" y="53626"/>
                  </a:cubicBezTo>
                  <a:cubicBezTo>
                    <a:pt x="115892" y="44050"/>
                    <a:pt x="107393" y="36900"/>
                    <a:pt x="97234" y="36900"/>
                  </a:cubicBezTo>
                  <a:cubicBezTo>
                    <a:pt x="94230" y="36900"/>
                    <a:pt x="91419" y="37538"/>
                    <a:pt x="88862" y="38623"/>
                  </a:cubicBezTo>
                  <a:lnTo>
                    <a:pt x="88862" y="21131"/>
                  </a:lnTo>
                  <a:cubicBezTo>
                    <a:pt x="88862" y="9449"/>
                    <a:pt x="79341" y="0"/>
                    <a:pt x="67712" y="0"/>
                  </a:cubicBezTo>
                  <a:cubicBezTo>
                    <a:pt x="56018" y="0"/>
                    <a:pt x="46561" y="9512"/>
                    <a:pt x="46561" y="21131"/>
                  </a:cubicBezTo>
                  <a:lnTo>
                    <a:pt x="46561" y="88418"/>
                  </a:lnTo>
                  <a:cubicBezTo>
                    <a:pt x="43366" y="82034"/>
                    <a:pt x="40363" y="75140"/>
                    <a:pt x="38255" y="69905"/>
                  </a:cubicBezTo>
                  <a:cubicBezTo>
                    <a:pt x="35698" y="64861"/>
                    <a:pt x="31353" y="61095"/>
                    <a:pt x="25986" y="59307"/>
                  </a:cubicBezTo>
                  <a:cubicBezTo>
                    <a:pt x="20618" y="57520"/>
                    <a:pt x="14867" y="57903"/>
                    <a:pt x="9819" y="60457"/>
                  </a:cubicBezTo>
                  <a:cubicBezTo>
                    <a:pt x="4516" y="63074"/>
                    <a:pt x="1129" y="68117"/>
                    <a:pt x="234" y="74565"/>
                  </a:cubicBezTo>
                  <a:cubicBezTo>
                    <a:pt x="-469" y="79608"/>
                    <a:pt x="426" y="85226"/>
                    <a:pt x="2726" y="90014"/>
                  </a:cubicBezTo>
                  <a:cubicBezTo>
                    <a:pt x="4643" y="95185"/>
                    <a:pt x="23877" y="146129"/>
                    <a:pt x="56913" y="166686"/>
                  </a:cubicBezTo>
                  <a:cubicBezTo>
                    <a:pt x="57935" y="167324"/>
                    <a:pt x="59149" y="167643"/>
                    <a:pt x="60300" y="167643"/>
                  </a:cubicBezTo>
                  <a:cubicBezTo>
                    <a:pt x="62408" y="167643"/>
                    <a:pt x="64517" y="166558"/>
                    <a:pt x="65731" y="164643"/>
                  </a:cubicBezTo>
                  <a:cubicBezTo>
                    <a:pt x="67584" y="161642"/>
                    <a:pt x="66689" y="157748"/>
                    <a:pt x="63686" y="155833"/>
                  </a:cubicBezTo>
                  <a:cubicBezTo>
                    <a:pt x="33398" y="137000"/>
                    <a:pt x="14803" y="85865"/>
                    <a:pt x="14611" y="85354"/>
                  </a:cubicBezTo>
                  <a:cubicBezTo>
                    <a:pt x="14547" y="85099"/>
                    <a:pt x="14419" y="84843"/>
                    <a:pt x="14292" y="84652"/>
                  </a:cubicBezTo>
                  <a:cubicBezTo>
                    <a:pt x="13014" y="82098"/>
                    <a:pt x="12439" y="78970"/>
                    <a:pt x="12822" y="76353"/>
                  </a:cubicBezTo>
                  <a:cubicBezTo>
                    <a:pt x="13142" y="74118"/>
                    <a:pt x="14036" y="72586"/>
                    <a:pt x="15506" y="71884"/>
                  </a:cubicBezTo>
                  <a:cubicBezTo>
                    <a:pt x="19660" y="69841"/>
                    <a:pt x="24708" y="71501"/>
                    <a:pt x="26497" y="75076"/>
                  </a:cubicBezTo>
                  <a:cubicBezTo>
                    <a:pt x="27711" y="78204"/>
                    <a:pt x="38829" y="105974"/>
                    <a:pt x="48670" y="114465"/>
                  </a:cubicBezTo>
                  <a:cubicBezTo>
                    <a:pt x="50587" y="116061"/>
                    <a:pt x="53207" y="116444"/>
                    <a:pt x="55507" y="115423"/>
                  </a:cubicBezTo>
                  <a:cubicBezTo>
                    <a:pt x="57807" y="114401"/>
                    <a:pt x="59213" y="112103"/>
                    <a:pt x="59213" y="109613"/>
                  </a:cubicBezTo>
                  <a:lnTo>
                    <a:pt x="59213" y="21067"/>
                  </a:lnTo>
                  <a:cubicBezTo>
                    <a:pt x="59213" y="16471"/>
                    <a:pt x="62984" y="12704"/>
                    <a:pt x="67584" y="12704"/>
                  </a:cubicBezTo>
                  <a:cubicBezTo>
                    <a:pt x="72185" y="12704"/>
                    <a:pt x="75955" y="16471"/>
                    <a:pt x="75955" y="21067"/>
                  </a:cubicBezTo>
                  <a:lnTo>
                    <a:pt x="75955" y="80055"/>
                  </a:lnTo>
                  <a:cubicBezTo>
                    <a:pt x="75955" y="83567"/>
                    <a:pt x="78831" y="86439"/>
                    <a:pt x="82345" y="86439"/>
                  </a:cubicBezTo>
                  <a:cubicBezTo>
                    <a:pt x="85859" y="86439"/>
                    <a:pt x="88734" y="83567"/>
                    <a:pt x="88734" y="80055"/>
                  </a:cubicBezTo>
                  <a:lnTo>
                    <a:pt x="88734" y="57903"/>
                  </a:lnTo>
                  <a:cubicBezTo>
                    <a:pt x="88734" y="53306"/>
                    <a:pt x="92505" y="49540"/>
                    <a:pt x="97106" y="49540"/>
                  </a:cubicBezTo>
                  <a:cubicBezTo>
                    <a:pt x="101706" y="49540"/>
                    <a:pt x="105476" y="53306"/>
                    <a:pt x="105476" y="57903"/>
                  </a:cubicBezTo>
                  <a:lnTo>
                    <a:pt x="105476" y="80055"/>
                  </a:lnTo>
                  <a:cubicBezTo>
                    <a:pt x="105476" y="83567"/>
                    <a:pt x="108352" y="86439"/>
                    <a:pt x="111866" y="86439"/>
                  </a:cubicBezTo>
                  <a:cubicBezTo>
                    <a:pt x="115381" y="86439"/>
                    <a:pt x="118256" y="83567"/>
                    <a:pt x="118256" y="80055"/>
                  </a:cubicBezTo>
                  <a:lnTo>
                    <a:pt x="118256" y="72650"/>
                  </a:lnTo>
                  <a:cubicBezTo>
                    <a:pt x="118256" y="68053"/>
                    <a:pt x="122027" y="64287"/>
                    <a:pt x="126627" y="64287"/>
                  </a:cubicBezTo>
                  <a:cubicBezTo>
                    <a:pt x="131228" y="64287"/>
                    <a:pt x="134998" y="68053"/>
                    <a:pt x="134998" y="72650"/>
                  </a:cubicBezTo>
                  <a:lnTo>
                    <a:pt x="134998" y="80055"/>
                  </a:lnTo>
                  <a:cubicBezTo>
                    <a:pt x="134998" y="83567"/>
                    <a:pt x="137873" y="86439"/>
                    <a:pt x="141387" y="86439"/>
                  </a:cubicBezTo>
                  <a:cubicBezTo>
                    <a:pt x="144902" y="86439"/>
                    <a:pt x="147777" y="83567"/>
                    <a:pt x="147777" y="80055"/>
                  </a:cubicBezTo>
                  <a:cubicBezTo>
                    <a:pt x="147777" y="75459"/>
                    <a:pt x="151548" y="71692"/>
                    <a:pt x="156149" y="71692"/>
                  </a:cubicBezTo>
                  <a:cubicBezTo>
                    <a:pt x="160749" y="71692"/>
                    <a:pt x="164520" y="75459"/>
                    <a:pt x="164520" y="80055"/>
                  </a:cubicBezTo>
                  <a:lnTo>
                    <a:pt x="164520" y="110060"/>
                  </a:lnTo>
                  <a:cubicBezTo>
                    <a:pt x="164520" y="110315"/>
                    <a:pt x="166500" y="139107"/>
                    <a:pt x="151228" y="157046"/>
                  </a:cubicBezTo>
                  <a:cubicBezTo>
                    <a:pt x="148928" y="159727"/>
                    <a:pt x="149248" y="163749"/>
                    <a:pt x="151995" y="166047"/>
                  </a:cubicBezTo>
                  <a:cubicBezTo>
                    <a:pt x="153209" y="167069"/>
                    <a:pt x="154679" y="167580"/>
                    <a:pt x="156149" y="167580"/>
                  </a:cubicBezTo>
                  <a:cubicBezTo>
                    <a:pt x="157938" y="167580"/>
                    <a:pt x="159791" y="166813"/>
                    <a:pt x="161005" y="165345"/>
                  </a:cubicBezTo>
                  <a:cubicBezTo>
                    <a:pt x="179727" y="143320"/>
                    <a:pt x="177363" y="110443"/>
                    <a:pt x="177300" y="109549"/>
                  </a:cubicBezTo>
                  <a:lnTo>
                    <a:pt x="177300" y="80119"/>
                  </a:lnTo>
                  <a:close/>
                </a:path>
              </a:pathLst>
            </a:custGeom>
            <a:solidFill>
              <a:srgbClr val="00A3E0"/>
            </a:solidFill>
            <a:ln w="6390" cap="flat">
              <a:noFill/>
              <a:prstDash val="solid"/>
              <a:miter/>
            </a:ln>
          </p:spPr>
          <p:txBody>
            <a:bodyPr rtlCol="0" anchor="ctr"/>
            <a:lstStyle/>
            <a:p>
              <a:endParaRPr lang="en-US"/>
            </a:p>
          </p:txBody>
        </p:sp>
        <p:sp>
          <p:nvSpPr>
            <p:cNvPr id="997" name="Freeform 996">
              <a:extLst>
                <a:ext uri="{FF2B5EF4-FFF2-40B4-BE49-F238E27FC236}">
                  <a16:creationId xmlns:a16="http://schemas.microsoft.com/office/drawing/2014/main" id="{7FB9B67A-93A8-634E-85D3-44E5C8C91C8B}"/>
                </a:ext>
              </a:extLst>
            </p:cNvPr>
            <p:cNvSpPr/>
            <p:nvPr/>
          </p:nvSpPr>
          <p:spPr>
            <a:xfrm>
              <a:off x="9027958" y="3895477"/>
              <a:ext cx="94060" cy="93972"/>
            </a:xfrm>
            <a:custGeom>
              <a:avLst/>
              <a:gdLst>
                <a:gd name="connsiteX0" fmla="*/ 47030 w 94060"/>
                <a:gd name="connsiteY0" fmla="*/ 0 h 93972"/>
                <a:gd name="connsiteX1" fmla="*/ 0 w 94060"/>
                <a:gd name="connsiteY1" fmla="*/ 46986 h 93972"/>
                <a:gd name="connsiteX2" fmla="*/ 47030 w 94060"/>
                <a:gd name="connsiteY2" fmla="*/ 93972 h 93972"/>
                <a:gd name="connsiteX3" fmla="*/ 94060 w 94060"/>
                <a:gd name="connsiteY3" fmla="*/ 46986 h 93972"/>
                <a:gd name="connsiteX4" fmla="*/ 47030 w 94060"/>
                <a:gd name="connsiteY4" fmla="*/ 0 h 93972"/>
                <a:gd name="connsiteX5" fmla="*/ 47030 w 94060"/>
                <a:gd name="connsiteY5" fmla="*/ 81141 h 93972"/>
                <a:gd name="connsiteX6" fmla="*/ 12780 w 94060"/>
                <a:gd name="connsiteY6" fmla="*/ 46922 h 93972"/>
                <a:gd name="connsiteX7" fmla="*/ 47030 w 94060"/>
                <a:gd name="connsiteY7" fmla="*/ 12704 h 93972"/>
                <a:gd name="connsiteX8" fmla="*/ 81281 w 94060"/>
                <a:gd name="connsiteY8" fmla="*/ 46922 h 93972"/>
                <a:gd name="connsiteX9" fmla="*/ 47030 w 94060"/>
                <a:gd name="connsiteY9" fmla="*/ 81141 h 93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060" h="93972">
                  <a:moveTo>
                    <a:pt x="47030" y="0"/>
                  </a:moveTo>
                  <a:cubicBezTo>
                    <a:pt x="21087" y="0"/>
                    <a:pt x="0" y="21067"/>
                    <a:pt x="0" y="46986"/>
                  </a:cubicBezTo>
                  <a:cubicBezTo>
                    <a:pt x="0" y="72905"/>
                    <a:pt x="21087" y="93972"/>
                    <a:pt x="47030" y="93972"/>
                  </a:cubicBezTo>
                  <a:cubicBezTo>
                    <a:pt x="72973" y="93972"/>
                    <a:pt x="94060" y="72905"/>
                    <a:pt x="94060" y="46986"/>
                  </a:cubicBezTo>
                  <a:cubicBezTo>
                    <a:pt x="94060" y="21067"/>
                    <a:pt x="72973" y="0"/>
                    <a:pt x="47030" y="0"/>
                  </a:cubicBezTo>
                  <a:close/>
                  <a:moveTo>
                    <a:pt x="47030" y="81141"/>
                  </a:moveTo>
                  <a:cubicBezTo>
                    <a:pt x="28180" y="81141"/>
                    <a:pt x="12780" y="65819"/>
                    <a:pt x="12780" y="46922"/>
                  </a:cubicBezTo>
                  <a:cubicBezTo>
                    <a:pt x="12780" y="28026"/>
                    <a:pt x="28116" y="12704"/>
                    <a:pt x="47030" y="12704"/>
                  </a:cubicBezTo>
                  <a:cubicBezTo>
                    <a:pt x="65945" y="12704"/>
                    <a:pt x="81281" y="28026"/>
                    <a:pt x="81281" y="46922"/>
                  </a:cubicBezTo>
                  <a:cubicBezTo>
                    <a:pt x="81281" y="65819"/>
                    <a:pt x="65945" y="81141"/>
                    <a:pt x="47030" y="81141"/>
                  </a:cubicBezTo>
                  <a:close/>
                </a:path>
              </a:pathLst>
            </a:custGeom>
            <a:solidFill>
              <a:srgbClr val="00A3E0"/>
            </a:solidFill>
            <a:ln w="6390" cap="flat">
              <a:noFill/>
              <a:prstDash val="solid"/>
              <a:miter/>
            </a:ln>
          </p:spPr>
          <p:txBody>
            <a:bodyPr rtlCol="0" anchor="ctr"/>
            <a:lstStyle/>
            <a:p>
              <a:endParaRPr lang="en-US"/>
            </a:p>
          </p:txBody>
        </p:sp>
        <p:sp>
          <p:nvSpPr>
            <p:cNvPr id="998" name="Freeform 997">
              <a:extLst>
                <a:ext uri="{FF2B5EF4-FFF2-40B4-BE49-F238E27FC236}">
                  <a16:creationId xmlns:a16="http://schemas.microsoft.com/office/drawing/2014/main" id="{8A66F507-4880-224E-B260-192B956EA81C}"/>
                </a:ext>
              </a:extLst>
            </p:cNvPr>
            <p:cNvSpPr/>
            <p:nvPr/>
          </p:nvSpPr>
          <p:spPr>
            <a:xfrm>
              <a:off x="9064956" y="3925035"/>
              <a:ext cx="27540" cy="27514"/>
            </a:xfrm>
            <a:custGeom>
              <a:avLst/>
              <a:gdLst>
                <a:gd name="connsiteX0" fmla="*/ 21150 w 27540"/>
                <a:gd name="connsiteY0" fmla="*/ 14747 h 27514"/>
                <a:gd name="connsiteX1" fmla="*/ 12780 w 27540"/>
                <a:gd name="connsiteY1" fmla="*/ 14747 h 27514"/>
                <a:gd name="connsiteX2" fmla="*/ 12780 w 27540"/>
                <a:gd name="connsiteY2" fmla="*/ 6384 h 27514"/>
                <a:gd name="connsiteX3" fmla="*/ 6390 w 27540"/>
                <a:gd name="connsiteY3" fmla="*/ 0 h 27514"/>
                <a:gd name="connsiteX4" fmla="*/ 0 w 27540"/>
                <a:gd name="connsiteY4" fmla="*/ 6384 h 27514"/>
                <a:gd name="connsiteX5" fmla="*/ 0 w 27540"/>
                <a:gd name="connsiteY5" fmla="*/ 21131 h 27514"/>
                <a:gd name="connsiteX6" fmla="*/ 6390 w 27540"/>
                <a:gd name="connsiteY6" fmla="*/ 27515 h 27514"/>
                <a:gd name="connsiteX7" fmla="*/ 21150 w 27540"/>
                <a:gd name="connsiteY7" fmla="*/ 27515 h 27514"/>
                <a:gd name="connsiteX8" fmla="*/ 27540 w 27540"/>
                <a:gd name="connsiteY8" fmla="*/ 21131 h 27514"/>
                <a:gd name="connsiteX9" fmla="*/ 21150 w 27540"/>
                <a:gd name="connsiteY9" fmla="*/ 14747 h 27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540" h="27514">
                  <a:moveTo>
                    <a:pt x="21150" y="14747"/>
                  </a:moveTo>
                  <a:lnTo>
                    <a:pt x="12780" y="14747"/>
                  </a:lnTo>
                  <a:lnTo>
                    <a:pt x="12780" y="6384"/>
                  </a:lnTo>
                  <a:cubicBezTo>
                    <a:pt x="12780" y="2873"/>
                    <a:pt x="9905" y="0"/>
                    <a:pt x="6390" y="0"/>
                  </a:cubicBezTo>
                  <a:cubicBezTo>
                    <a:pt x="2875" y="0"/>
                    <a:pt x="0" y="2873"/>
                    <a:pt x="0" y="6384"/>
                  </a:cubicBezTo>
                  <a:lnTo>
                    <a:pt x="0" y="21131"/>
                  </a:lnTo>
                  <a:cubicBezTo>
                    <a:pt x="0" y="24642"/>
                    <a:pt x="2875" y="27515"/>
                    <a:pt x="6390" y="27515"/>
                  </a:cubicBezTo>
                  <a:lnTo>
                    <a:pt x="21150" y="27515"/>
                  </a:lnTo>
                  <a:cubicBezTo>
                    <a:pt x="24665" y="27515"/>
                    <a:pt x="27540" y="24642"/>
                    <a:pt x="27540" y="21131"/>
                  </a:cubicBezTo>
                  <a:cubicBezTo>
                    <a:pt x="27540" y="17620"/>
                    <a:pt x="24665" y="14747"/>
                    <a:pt x="21150" y="14747"/>
                  </a:cubicBezTo>
                  <a:close/>
                </a:path>
              </a:pathLst>
            </a:custGeom>
            <a:solidFill>
              <a:srgbClr val="00A3E0"/>
            </a:solidFill>
            <a:ln w="6390" cap="flat">
              <a:noFill/>
              <a:prstDash val="solid"/>
              <a:miter/>
            </a:ln>
          </p:spPr>
          <p:txBody>
            <a:bodyPr rtlCol="0" anchor="ctr"/>
            <a:lstStyle/>
            <a:p>
              <a:endParaRPr lang="en-US"/>
            </a:p>
          </p:txBody>
        </p:sp>
      </p:grpSp>
      <p:grpSp>
        <p:nvGrpSpPr>
          <p:cNvPr id="999" name="Graphic 4">
            <a:extLst>
              <a:ext uri="{FF2B5EF4-FFF2-40B4-BE49-F238E27FC236}">
                <a16:creationId xmlns:a16="http://schemas.microsoft.com/office/drawing/2014/main" id="{377E5019-ACA7-3B4D-86F8-65A1A1B3E0CB}"/>
              </a:ext>
            </a:extLst>
          </p:cNvPr>
          <p:cNvGrpSpPr/>
          <p:nvPr/>
        </p:nvGrpSpPr>
        <p:grpSpPr>
          <a:xfrm>
            <a:off x="7801666" y="3824168"/>
            <a:ext cx="362309" cy="361971"/>
            <a:chOff x="7801666" y="3824168"/>
            <a:chExt cx="362309" cy="361971"/>
          </a:xfrm>
          <a:solidFill>
            <a:srgbClr val="00A3E0"/>
          </a:solidFill>
        </p:grpSpPr>
        <p:sp>
          <p:nvSpPr>
            <p:cNvPr id="1000" name="Freeform 999">
              <a:extLst>
                <a:ext uri="{FF2B5EF4-FFF2-40B4-BE49-F238E27FC236}">
                  <a16:creationId xmlns:a16="http://schemas.microsoft.com/office/drawing/2014/main" id="{B47A515F-F110-2443-A4F6-A172718D8B55}"/>
                </a:ext>
              </a:extLst>
            </p:cNvPr>
            <p:cNvSpPr/>
            <p:nvPr/>
          </p:nvSpPr>
          <p:spPr>
            <a:xfrm>
              <a:off x="7801666" y="3824168"/>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09 w 362309"/>
                <a:gd name="connsiteY3" fmla="*/ 180986 h 361971"/>
                <a:gd name="connsiteX4" fmla="*/ 181155 w 362309"/>
                <a:gd name="connsiteY4" fmla="*/ 0 h 361971"/>
                <a:gd name="connsiteX5" fmla="*/ 181155 w 362309"/>
                <a:gd name="connsiteY5" fmla="*/ 349204 h 361971"/>
                <a:gd name="connsiteX6" fmla="*/ 12780 w 362309"/>
                <a:gd name="connsiteY6" fmla="*/ 180986 h 361971"/>
                <a:gd name="connsiteX7" fmla="*/ 181155 w 362309"/>
                <a:gd name="connsiteY7" fmla="*/ 12768 h 361971"/>
                <a:gd name="connsiteX8" fmla="*/ 349529 w 362309"/>
                <a:gd name="connsiteY8" fmla="*/ 180986 h 361971"/>
                <a:gd name="connsiteX9" fmla="*/ 181155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1"/>
                    <a:pt x="181155" y="361971"/>
                  </a:cubicBezTo>
                  <a:cubicBezTo>
                    <a:pt x="281220" y="361971"/>
                    <a:pt x="362309" y="280959"/>
                    <a:pt x="362309" y="180986"/>
                  </a:cubicBezTo>
                  <a:cubicBezTo>
                    <a:pt x="362309" y="81013"/>
                    <a:pt x="281157" y="0"/>
                    <a:pt x="181155" y="0"/>
                  </a:cubicBezTo>
                  <a:close/>
                  <a:moveTo>
                    <a:pt x="181155" y="349204"/>
                  </a:moveTo>
                  <a:cubicBezTo>
                    <a:pt x="88309" y="349204"/>
                    <a:pt x="12780" y="273745"/>
                    <a:pt x="12780" y="180986"/>
                  </a:cubicBezTo>
                  <a:cubicBezTo>
                    <a:pt x="12780" y="88226"/>
                    <a:pt x="88309" y="12768"/>
                    <a:pt x="181155" y="12768"/>
                  </a:cubicBezTo>
                  <a:cubicBezTo>
                    <a:pt x="274001" y="12768"/>
                    <a:pt x="349529" y="88226"/>
                    <a:pt x="349529" y="180986"/>
                  </a:cubicBezTo>
                  <a:cubicBezTo>
                    <a:pt x="349529" y="273745"/>
                    <a:pt x="273937" y="349204"/>
                    <a:pt x="181155" y="349204"/>
                  </a:cubicBezTo>
                  <a:close/>
                </a:path>
              </a:pathLst>
            </a:custGeom>
            <a:solidFill>
              <a:srgbClr val="00A3E0"/>
            </a:solidFill>
            <a:ln w="6390" cap="flat">
              <a:noFill/>
              <a:prstDash val="solid"/>
              <a:miter/>
            </a:ln>
          </p:spPr>
          <p:txBody>
            <a:bodyPr rtlCol="0" anchor="ctr"/>
            <a:lstStyle/>
            <a:p>
              <a:endParaRPr lang="en-US"/>
            </a:p>
          </p:txBody>
        </p:sp>
        <p:sp>
          <p:nvSpPr>
            <p:cNvPr id="1001" name="Freeform 1000">
              <a:extLst>
                <a:ext uri="{FF2B5EF4-FFF2-40B4-BE49-F238E27FC236}">
                  <a16:creationId xmlns:a16="http://schemas.microsoft.com/office/drawing/2014/main" id="{FCC1727E-3532-BD45-AAE8-4070F141486C}"/>
                </a:ext>
              </a:extLst>
            </p:cNvPr>
            <p:cNvSpPr/>
            <p:nvPr/>
          </p:nvSpPr>
          <p:spPr>
            <a:xfrm>
              <a:off x="7992501" y="3895381"/>
              <a:ext cx="101382" cy="101409"/>
            </a:xfrm>
            <a:custGeom>
              <a:avLst/>
              <a:gdLst>
                <a:gd name="connsiteX0" fmla="*/ 100865 w 101382"/>
                <a:gd name="connsiteY0" fmla="*/ 48231 h 101409"/>
                <a:gd name="connsiteX1" fmla="*/ 99459 w 101382"/>
                <a:gd name="connsiteY1" fmla="*/ 46124 h 101409"/>
                <a:gd name="connsiteX2" fmla="*/ 84699 w 101382"/>
                <a:gd name="connsiteY2" fmla="*/ 31377 h 101409"/>
                <a:gd name="connsiteX3" fmla="*/ 75689 w 101382"/>
                <a:gd name="connsiteY3" fmla="*/ 31377 h 101409"/>
                <a:gd name="connsiteX4" fmla="*/ 75689 w 101382"/>
                <a:gd name="connsiteY4" fmla="*/ 40379 h 101409"/>
                <a:gd name="connsiteX5" fmla="*/ 79587 w 101382"/>
                <a:gd name="connsiteY5" fmla="*/ 44273 h 101409"/>
                <a:gd name="connsiteX6" fmla="*/ 57030 w 101382"/>
                <a:gd name="connsiteY6" fmla="*/ 44273 h 101409"/>
                <a:gd name="connsiteX7" fmla="*/ 57030 w 101382"/>
                <a:gd name="connsiteY7" fmla="*/ 21737 h 101409"/>
                <a:gd name="connsiteX8" fmla="*/ 60928 w 101382"/>
                <a:gd name="connsiteY8" fmla="*/ 25632 h 101409"/>
                <a:gd name="connsiteX9" fmla="*/ 65465 w 101382"/>
                <a:gd name="connsiteY9" fmla="*/ 27483 h 101409"/>
                <a:gd name="connsiteX10" fmla="*/ 70002 w 101382"/>
                <a:gd name="connsiteY10" fmla="*/ 25632 h 101409"/>
                <a:gd name="connsiteX11" fmla="*/ 70002 w 101382"/>
                <a:gd name="connsiteY11" fmla="*/ 16630 h 101409"/>
                <a:gd name="connsiteX12" fmla="*/ 55177 w 101382"/>
                <a:gd name="connsiteY12" fmla="*/ 1883 h 101409"/>
                <a:gd name="connsiteX13" fmla="*/ 53068 w 101382"/>
                <a:gd name="connsiteY13" fmla="*/ 479 h 101409"/>
                <a:gd name="connsiteX14" fmla="*/ 48212 w 101382"/>
                <a:gd name="connsiteY14" fmla="*/ 479 h 101409"/>
                <a:gd name="connsiteX15" fmla="*/ 46103 w 101382"/>
                <a:gd name="connsiteY15" fmla="*/ 1883 h 101409"/>
                <a:gd name="connsiteX16" fmla="*/ 31342 w 101382"/>
                <a:gd name="connsiteY16" fmla="*/ 16630 h 101409"/>
                <a:gd name="connsiteX17" fmla="*/ 31342 w 101382"/>
                <a:gd name="connsiteY17" fmla="*/ 25632 h 101409"/>
                <a:gd name="connsiteX18" fmla="*/ 35880 w 101382"/>
                <a:gd name="connsiteY18" fmla="*/ 27483 h 101409"/>
                <a:gd name="connsiteX19" fmla="*/ 40416 w 101382"/>
                <a:gd name="connsiteY19" fmla="*/ 25632 h 101409"/>
                <a:gd name="connsiteX20" fmla="*/ 44314 w 101382"/>
                <a:gd name="connsiteY20" fmla="*/ 21737 h 101409"/>
                <a:gd name="connsiteX21" fmla="*/ 44314 w 101382"/>
                <a:gd name="connsiteY21" fmla="*/ 44273 h 101409"/>
                <a:gd name="connsiteX22" fmla="*/ 21757 w 101382"/>
                <a:gd name="connsiteY22" fmla="*/ 44273 h 101409"/>
                <a:gd name="connsiteX23" fmla="*/ 25656 w 101382"/>
                <a:gd name="connsiteY23" fmla="*/ 40379 h 101409"/>
                <a:gd name="connsiteX24" fmla="*/ 25656 w 101382"/>
                <a:gd name="connsiteY24" fmla="*/ 31377 h 101409"/>
                <a:gd name="connsiteX25" fmla="*/ 16646 w 101382"/>
                <a:gd name="connsiteY25" fmla="*/ 31377 h 101409"/>
                <a:gd name="connsiteX26" fmla="*/ 1885 w 101382"/>
                <a:gd name="connsiteY26" fmla="*/ 46124 h 101409"/>
                <a:gd name="connsiteX27" fmla="*/ 479 w 101382"/>
                <a:gd name="connsiteY27" fmla="*/ 48231 h 101409"/>
                <a:gd name="connsiteX28" fmla="*/ 479 w 101382"/>
                <a:gd name="connsiteY28" fmla="*/ 53083 h 101409"/>
                <a:gd name="connsiteX29" fmla="*/ 1885 w 101382"/>
                <a:gd name="connsiteY29" fmla="*/ 55189 h 101409"/>
                <a:gd name="connsiteX30" fmla="*/ 16646 w 101382"/>
                <a:gd name="connsiteY30" fmla="*/ 69936 h 101409"/>
                <a:gd name="connsiteX31" fmla="*/ 21182 w 101382"/>
                <a:gd name="connsiteY31" fmla="*/ 71788 h 101409"/>
                <a:gd name="connsiteX32" fmla="*/ 25719 w 101382"/>
                <a:gd name="connsiteY32" fmla="*/ 69936 h 101409"/>
                <a:gd name="connsiteX33" fmla="*/ 25719 w 101382"/>
                <a:gd name="connsiteY33" fmla="*/ 60935 h 101409"/>
                <a:gd name="connsiteX34" fmla="*/ 21821 w 101382"/>
                <a:gd name="connsiteY34" fmla="*/ 57041 h 101409"/>
                <a:gd name="connsiteX35" fmla="*/ 44378 w 101382"/>
                <a:gd name="connsiteY35" fmla="*/ 57041 h 101409"/>
                <a:gd name="connsiteX36" fmla="*/ 44378 w 101382"/>
                <a:gd name="connsiteY36" fmla="*/ 79576 h 101409"/>
                <a:gd name="connsiteX37" fmla="*/ 40480 w 101382"/>
                <a:gd name="connsiteY37" fmla="*/ 75682 h 101409"/>
                <a:gd name="connsiteX38" fmla="*/ 31470 w 101382"/>
                <a:gd name="connsiteY38" fmla="*/ 75682 h 101409"/>
                <a:gd name="connsiteX39" fmla="*/ 31470 w 101382"/>
                <a:gd name="connsiteY39" fmla="*/ 84683 h 101409"/>
                <a:gd name="connsiteX40" fmla="*/ 46231 w 101382"/>
                <a:gd name="connsiteY40" fmla="*/ 99494 h 101409"/>
                <a:gd name="connsiteX41" fmla="*/ 48340 w 101382"/>
                <a:gd name="connsiteY41" fmla="*/ 100899 h 101409"/>
                <a:gd name="connsiteX42" fmla="*/ 50768 w 101382"/>
                <a:gd name="connsiteY42" fmla="*/ 101409 h 101409"/>
                <a:gd name="connsiteX43" fmla="*/ 53196 w 101382"/>
                <a:gd name="connsiteY43" fmla="*/ 100899 h 101409"/>
                <a:gd name="connsiteX44" fmla="*/ 55305 w 101382"/>
                <a:gd name="connsiteY44" fmla="*/ 99494 h 101409"/>
                <a:gd name="connsiteX45" fmla="*/ 70130 w 101382"/>
                <a:gd name="connsiteY45" fmla="*/ 84683 h 101409"/>
                <a:gd name="connsiteX46" fmla="*/ 70130 w 101382"/>
                <a:gd name="connsiteY46" fmla="*/ 75682 h 101409"/>
                <a:gd name="connsiteX47" fmla="*/ 61120 w 101382"/>
                <a:gd name="connsiteY47" fmla="*/ 75682 h 101409"/>
                <a:gd name="connsiteX48" fmla="*/ 57222 w 101382"/>
                <a:gd name="connsiteY48" fmla="*/ 79576 h 101409"/>
                <a:gd name="connsiteX49" fmla="*/ 57222 w 101382"/>
                <a:gd name="connsiteY49" fmla="*/ 57041 h 101409"/>
                <a:gd name="connsiteX50" fmla="*/ 79778 w 101382"/>
                <a:gd name="connsiteY50" fmla="*/ 57041 h 101409"/>
                <a:gd name="connsiteX51" fmla="*/ 75881 w 101382"/>
                <a:gd name="connsiteY51" fmla="*/ 60935 h 101409"/>
                <a:gd name="connsiteX52" fmla="*/ 75881 w 101382"/>
                <a:gd name="connsiteY52" fmla="*/ 69936 h 101409"/>
                <a:gd name="connsiteX53" fmla="*/ 80417 w 101382"/>
                <a:gd name="connsiteY53" fmla="*/ 71788 h 101409"/>
                <a:gd name="connsiteX54" fmla="*/ 84954 w 101382"/>
                <a:gd name="connsiteY54" fmla="*/ 69936 h 101409"/>
                <a:gd name="connsiteX55" fmla="*/ 99715 w 101382"/>
                <a:gd name="connsiteY55" fmla="*/ 55189 h 101409"/>
                <a:gd name="connsiteX56" fmla="*/ 101121 w 101382"/>
                <a:gd name="connsiteY56" fmla="*/ 53083 h 101409"/>
                <a:gd name="connsiteX57" fmla="*/ 100865 w 101382"/>
                <a:gd name="connsiteY57" fmla="*/ 48231 h 10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01382" h="101409">
                  <a:moveTo>
                    <a:pt x="100865" y="48231"/>
                  </a:moveTo>
                  <a:cubicBezTo>
                    <a:pt x="100546" y="47465"/>
                    <a:pt x="100098" y="46763"/>
                    <a:pt x="99459" y="46124"/>
                  </a:cubicBezTo>
                  <a:lnTo>
                    <a:pt x="84699" y="31377"/>
                  </a:lnTo>
                  <a:cubicBezTo>
                    <a:pt x="82207" y="28887"/>
                    <a:pt x="78181" y="28887"/>
                    <a:pt x="75689" y="31377"/>
                  </a:cubicBezTo>
                  <a:cubicBezTo>
                    <a:pt x="73197" y="33867"/>
                    <a:pt x="73197" y="37889"/>
                    <a:pt x="75689" y="40379"/>
                  </a:cubicBezTo>
                  <a:lnTo>
                    <a:pt x="79587" y="44273"/>
                  </a:lnTo>
                  <a:lnTo>
                    <a:pt x="57030" y="44273"/>
                  </a:lnTo>
                  <a:lnTo>
                    <a:pt x="57030" y="21737"/>
                  </a:lnTo>
                  <a:lnTo>
                    <a:pt x="60928" y="25632"/>
                  </a:lnTo>
                  <a:cubicBezTo>
                    <a:pt x="62206" y="26908"/>
                    <a:pt x="63804" y="27483"/>
                    <a:pt x="65465" y="27483"/>
                  </a:cubicBezTo>
                  <a:cubicBezTo>
                    <a:pt x="67127" y="27483"/>
                    <a:pt x="68724" y="26845"/>
                    <a:pt x="70002" y="25632"/>
                  </a:cubicBezTo>
                  <a:cubicBezTo>
                    <a:pt x="72494" y="23142"/>
                    <a:pt x="72494" y="19120"/>
                    <a:pt x="70002" y="16630"/>
                  </a:cubicBezTo>
                  <a:lnTo>
                    <a:pt x="55177" y="1883"/>
                  </a:lnTo>
                  <a:cubicBezTo>
                    <a:pt x="54602" y="1309"/>
                    <a:pt x="53899" y="798"/>
                    <a:pt x="53068" y="479"/>
                  </a:cubicBezTo>
                  <a:cubicBezTo>
                    <a:pt x="51535" y="-160"/>
                    <a:pt x="49745" y="-160"/>
                    <a:pt x="48212" y="479"/>
                  </a:cubicBezTo>
                  <a:cubicBezTo>
                    <a:pt x="47445" y="798"/>
                    <a:pt x="46742" y="1245"/>
                    <a:pt x="46103" y="1883"/>
                  </a:cubicBezTo>
                  <a:lnTo>
                    <a:pt x="31342" y="16630"/>
                  </a:lnTo>
                  <a:cubicBezTo>
                    <a:pt x="28851" y="19120"/>
                    <a:pt x="28851" y="23142"/>
                    <a:pt x="31342" y="25632"/>
                  </a:cubicBezTo>
                  <a:cubicBezTo>
                    <a:pt x="32621" y="26908"/>
                    <a:pt x="34218" y="27483"/>
                    <a:pt x="35880" y="27483"/>
                  </a:cubicBezTo>
                  <a:cubicBezTo>
                    <a:pt x="37541" y="27483"/>
                    <a:pt x="39139" y="26845"/>
                    <a:pt x="40416" y="25632"/>
                  </a:cubicBezTo>
                  <a:lnTo>
                    <a:pt x="44314" y="21737"/>
                  </a:lnTo>
                  <a:lnTo>
                    <a:pt x="44314" y="44273"/>
                  </a:lnTo>
                  <a:lnTo>
                    <a:pt x="21757" y="44273"/>
                  </a:lnTo>
                  <a:lnTo>
                    <a:pt x="25656" y="40379"/>
                  </a:lnTo>
                  <a:cubicBezTo>
                    <a:pt x="28147" y="37889"/>
                    <a:pt x="28147" y="33867"/>
                    <a:pt x="25656" y="31377"/>
                  </a:cubicBezTo>
                  <a:cubicBezTo>
                    <a:pt x="23164" y="28887"/>
                    <a:pt x="19138" y="28887"/>
                    <a:pt x="16646" y="31377"/>
                  </a:cubicBezTo>
                  <a:lnTo>
                    <a:pt x="1885" y="46124"/>
                  </a:lnTo>
                  <a:cubicBezTo>
                    <a:pt x="1310" y="46699"/>
                    <a:pt x="799" y="47401"/>
                    <a:pt x="479" y="48231"/>
                  </a:cubicBezTo>
                  <a:cubicBezTo>
                    <a:pt x="-160" y="49763"/>
                    <a:pt x="-160" y="51551"/>
                    <a:pt x="479" y="53083"/>
                  </a:cubicBezTo>
                  <a:cubicBezTo>
                    <a:pt x="799" y="53849"/>
                    <a:pt x="1246" y="54551"/>
                    <a:pt x="1885" y="55189"/>
                  </a:cubicBezTo>
                  <a:lnTo>
                    <a:pt x="16646" y="69936"/>
                  </a:lnTo>
                  <a:cubicBezTo>
                    <a:pt x="17924" y="71213"/>
                    <a:pt x="19521" y="71788"/>
                    <a:pt x="21182" y="71788"/>
                  </a:cubicBezTo>
                  <a:cubicBezTo>
                    <a:pt x="22844" y="71788"/>
                    <a:pt x="24441" y="71149"/>
                    <a:pt x="25719" y="69936"/>
                  </a:cubicBezTo>
                  <a:cubicBezTo>
                    <a:pt x="28211" y="67447"/>
                    <a:pt x="28211" y="63425"/>
                    <a:pt x="25719" y="60935"/>
                  </a:cubicBezTo>
                  <a:lnTo>
                    <a:pt x="21821" y="57041"/>
                  </a:lnTo>
                  <a:lnTo>
                    <a:pt x="44378" y="57041"/>
                  </a:lnTo>
                  <a:lnTo>
                    <a:pt x="44378" y="79576"/>
                  </a:lnTo>
                  <a:lnTo>
                    <a:pt x="40480" y="75682"/>
                  </a:lnTo>
                  <a:cubicBezTo>
                    <a:pt x="37988" y="73192"/>
                    <a:pt x="33962" y="73192"/>
                    <a:pt x="31470" y="75682"/>
                  </a:cubicBezTo>
                  <a:cubicBezTo>
                    <a:pt x="28978" y="78172"/>
                    <a:pt x="28978" y="82194"/>
                    <a:pt x="31470" y="84683"/>
                  </a:cubicBezTo>
                  <a:lnTo>
                    <a:pt x="46231" y="99494"/>
                  </a:lnTo>
                  <a:cubicBezTo>
                    <a:pt x="46806" y="100069"/>
                    <a:pt x="47509" y="100579"/>
                    <a:pt x="48340" y="100899"/>
                  </a:cubicBezTo>
                  <a:cubicBezTo>
                    <a:pt x="49106" y="101218"/>
                    <a:pt x="49937" y="101409"/>
                    <a:pt x="50768" y="101409"/>
                  </a:cubicBezTo>
                  <a:cubicBezTo>
                    <a:pt x="51599" y="101409"/>
                    <a:pt x="52429" y="101218"/>
                    <a:pt x="53196" y="100899"/>
                  </a:cubicBezTo>
                  <a:cubicBezTo>
                    <a:pt x="53963" y="100579"/>
                    <a:pt x="54666" y="100133"/>
                    <a:pt x="55305" y="99494"/>
                  </a:cubicBezTo>
                  <a:lnTo>
                    <a:pt x="70130" y="84683"/>
                  </a:lnTo>
                  <a:cubicBezTo>
                    <a:pt x="72622" y="82194"/>
                    <a:pt x="72622" y="78172"/>
                    <a:pt x="70130" y="75682"/>
                  </a:cubicBezTo>
                  <a:cubicBezTo>
                    <a:pt x="67637" y="73192"/>
                    <a:pt x="63612" y="73192"/>
                    <a:pt x="61120" y="75682"/>
                  </a:cubicBezTo>
                  <a:lnTo>
                    <a:pt x="57222" y="79576"/>
                  </a:lnTo>
                  <a:lnTo>
                    <a:pt x="57222" y="57041"/>
                  </a:lnTo>
                  <a:lnTo>
                    <a:pt x="79778" y="57041"/>
                  </a:lnTo>
                  <a:lnTo>
                    <a:pt x="75881" y="60935"/>
                  </a:lnTo>
                  <a:cubicBezTo>
                    <a:pt x="73389" y="63425"/>
                    <a:pt x="73389" y="67447"/>
                    <a:pt x="75881" y="69936"/>
                  </a:cubicBezTo>
                  <a:cubicBezTo>
                    <a:pt x="77158" y="71213"/>
                    <a:pt x="78756" y="71788"/>
                    <a:pt x="80417" y="71788"/>
                  </a:cubicBezTo>
                  <a:cubicBezTo>
                    <a:pt x="82079" y="71788"/>
                    <a:pt x="83676" y="71149"/>
                    <a:pt x="84954" y="69936"/>
                  </a:cubicBezTo>
                  <a:lnTo>
                    <a:pt x="99715" y="55189"/>
                  </a:lnTo>
                  <a:cubicBezTo>
                    <a:pt x="100290" y="54615"/>
                    <a:pt x="100801" y="53913"/>
                    <a:pt x="101121" y="53083"/>
                  </a:cubicBezTo>
                  <a:cubicBezTo>
                    <a:pt x="101504" y="51551"/>
                    <a:pt x="101504" y="49763"/>
                    <a:pt x="100865" y="48231"/>
                  </a:cubicBezTo>
                  <a:close/>
                </a:path>
              </a:pathLst>
            </a:custGeom>
            <a:solidFill>
              <a:srgbClr val="00A3E0"/>
            </a:solidFill>
            <a:ln w="6390" cap="flat">
              <a:noFill/>
              <a:prstDash val="solid"/>
              <a:miter/>
            </a:ln>
          </p:spPr>
          <p:txBody>
            <a:bodyPr rtlCol="0" anchor="ctr"/>
            <a:lstStyle/>
            <a:p>
              <a:endParaRPr lang="en-US"/>
            </a:p>
          </p:txBody>
        </p:sp>
        <p:sp>
          <p:nvSpPr>
            <p:cNvPr id="1002" name="Freeform 1001">
              <a:extLst>
                <a:ext uri="{FF2B5EF4-FFF2-40B4-BE49-F238E27FC236}">
                  <a16:creationId xmlns:a16="http://schemas.microsoft.com/office/drawing/2014/main" id="{77C478AB-5556-DA42-9764-4E6FB2B29BCB}"/>
                </a:ext>
              </a:extLst>
            </p:cNvPr>
            <p:cNvSpPr/>
            <p:nvPr/>
          </p:nvSpPr>
          <p:spPr>
            <a:xfrm>
              <a:off x="7871465" y="3946932"/>
              <a:ext cx="178090" cy="168026"/>
            </a:xfrm>
            <a:custGeom>
              <a:avLst/>
              <a:gdLst>
                <a:gd name="connsiteX0" fmla="*/ 178002 w 178090"/>
                <a:gd name="connsiteY0" fmla="*/ 80374 h 168026"/>
                <a:gd name="connsiteX1" fmla="*/ 156787 w 178090"/>
                <a:gd name="connsiteY1" fmla="*/ 59180 h 168026"/>
                <a:gd name="connsiteX2" fmla="*/ 145477 w 178090"/>
                <a:gd name="connsiteY2" fmla="*/ 62499 h 168026"/>
                <a:gd name="connsiteX3" fmla="*/ 127138 w 178090"/>
                <a:gd name="connsiteY3" fmla="*/ 51774 h 168026"/>
                <a:gd name="connsiteX4" fmla="*/ 118256 w 178090"/>
                <a:gd name="connsiteY4" fmla="*/ 53753 h 168026"/>
                <a:gd name="connsiteX5" fmla="*/ 97553 w 178090"/>
                <a:gd name="connsiteY5" fmla="*/ 36963 h 168026"/>
                <a:gd name="connsiteX6" fmla="*/ 89118 w 178090"/>
                <a:gd name="connsiteY6" fmla="*/ 38751 h 168026"/>
                <a:gd name="connsiteX7" fmla="*/ 89118 w 178090"/>
                <a:gd name="connsiteY7" fmla="*/ 21195 h 168026"/>
                <a:gd name="connsiteX8" fmla="*/ 67903 w 178090"/>
                <a:gd name="connsiteY8" fmla="*/ 0 h 168026"/>
                <a:gd name="connsiteX9" fmla="*/ 46689 w 178090"/>
                <a:gd name="connsiteY9" fmla="*/ 21195 h 168026"/>
                <a:gd name="connsiteX10" fmla="*/ 46689 w 178090"/>
                <a:gd name="connsiteY10" fmla="*/ 88674 h 168026"/>
                <a:gd name="connsiteX11" fmla="*/ 38318 w 178090"/>
                <a:gd name="connsiteY11" fmla="*/ 70096 h 168026"/>
                <a:gd name="connsiteX12" fmla="*/ 26050 w 178090"/>
                <a:gd name="connsiteY12" fmla="*/ 59499 h 168026"/>
                <a:gd name="connsiteX13" fmla="*/ 9883 w 178090"/>
                <a:gd name="connsiteY13" fmla="*/ 60648 h 168026"/>
                <a:gd name="connsiteX14" fmla="*/ 234 w 178090"/>
                <a:gd name="connsiteY14" fmla="*/ 74757 h 168026"/>
                <a:gd name="connsiteX15" fmla="*/ 2726 w 178090"/>
                <a:gd name="connsiteY15" fmla="*/ 90206 h 168026"/>
                <a:gd name="connsiteX16" fmla="*/ 57041 w 178090"/>
                <a:gd name="connsiteY16" fmla="*/ 167069 h 168026"/>
                <a:gd name="connsiteX17" fmla="*/ 60427 w 178090"/>
                <a:gd name="connsiteY17" fmla="*/ 168026 h 168026"/>
                <a:gd name="connsiteX18" fmla="*/ 65859 w 178090"/>
                <a:gd name="connsiteY18" fmla="*/ 165026 h 168026"/>
                <a:gd name="connsiteX19" fmla="*/ 63814 w 178090"/>
                <a:gd name="connsiteY19" fmla="*/ 156216 h 168026"/>
                <a:gd name="connsiteX20" fmla="*/ 14675 w 178090"/>
                <a:gd name="connsiteY20" fmla="*/ 85546 h 168026"/>
                <a:gd name="connsiteX21" fmla="*/ 14355 w 178090"/>
                <a:gd name="connsiteY21" fmla="*/ 84843 h 168026"/>
                <a:gd name="connsiteX22" fmla="*/ 12886 w 178090"/>
                <a:gd name="connsiteY22" fmla="*/ 76544 h 168026"/>
                <a:gd name="connsiteX23" fmla="*/ 15570 w 178090"/>
                <a:gd name="connsiteY23" fmla="*/ 72011 h 168026"/>
                <a:gd name="connsiteX24" fmla="*/ 21960 w 178090"/>
                <a:gd name="connsiteY24" fmla="*/ 71565 h 168026"/>
                <a:gd name="connsiteX25" fmla="*/ 26560 w 178090"/>
                <a:gd name="connsiteY25" fmla="*/ 75267 h 168026"/>
                <a:gd name="connsiteX26" fmla="*/ 48797 w 178090"/>
                <a:gd name="connsiteY26" fmla="*/ 114720 h 168026"/>
                <a:gd name="connsiteX27" fmla="*/ 55635 w 178090"/>
                <a:gd name="connsiteY27" fmla="*/ 115678 h 168026"/>
                <a:gd name="connsiteX28" fmla="*/ 59341 w 178090"/>
                <a:gd name="connsiteY28" fmla="*/ 109868 h 168026"/>
                <a:gd name="connsiteX29" fmla="*/ 59341 w 178090"/>
                <a:gd name="connsiteY29" fmla="*/ 21195 h 168026"/>
                <a:gd name="connsiteX30" fmla="*/ 67775 w 178090"/>
                <a:gd name="connsiteY30" fmla="*/ 12768 h 168026"/>
                <a:gd name="connsiteX31" fmla="*/ 76210 w 178090"/>
                <a:gd name="connsiteY31" fmla="*/ 21195 h 168026"/>
                <a:gd name="connsiteX32" fmla="*/ 76210 w 178090"/>
                <a:gd name="connsiteY32" fmla="*/ 80311 h 168026"/>
                <a:gd name="connsiteX33" fmla="*/ 82600 w 178090"/>
                <a:gd name="connsiteY33" fmla="*/ 86695 h 168026"/>
                <a:gd name="connsiteX34" fmla="*/ 88990 w 178090"/>
                <a:gd name="connsiteY34" fmla="*/ 80311 h 168026"/>
                <a:gd name="connsiteX35" fmla="*/ 88990 w 178090"/>
                <a:gd name="connsiteY35" fmla="*/ 58158 h 168026"/>
                <a:gd name="connsiteX36" fmla="*/ 97425 w 178090"/>
                <a:gd name="connsiteY36" fmla="*/ 49731 h 168026"/>
                <a:gd name="connsiteX37" fmla="*/ 105860 w 178090"/>
                <a:gd name="connsiteY37" fmla="*/ 58158 h 168026"/>
                <a:gd name="connsiteX38" fmla="*/ 105860 w 178090"/>
                <a:gd name="connsiteY38" fmla="*/ 80311 h 168026"/>
                <a:gd name="connsiteX39" fmla="*/ 112250 w 178090"/>
                <a:gd name="connsiteY39" fmla="*/ 86695 h 168026"/>
                <a:gd name="connsiteX40" fmla="*/ 118640 w 178090"/>
                <a:gd name="connsiteY40" fmla="*/ 80311 h 168026"/>
                <a:gd name="connsiteX41" fmla="*/ 118640 w 178090"/>
                <a:gd name="connsiteY41" fmla="*/ 72905 h 168026"/>
                <a:gd name="connsiteX42" fmla="*/ 127074 w 178090"/>
                <a:gd name="connsiteY42" fmla="*/ 64478 h 168026"/>
                <a:gd name="connsiteX43" fmla="*/ 135509 w 178090"/>
                <a:gd name="connsiteY43" fmla="*/ 72905 h 168026"/>
                <a:gd name="connsiteX44" fmla="*/ 135509 w 178090"/>
                <a:gd name="connsiteY44" fmla="*/ 80311 h 168026"/>
                <a:gd name="connsiteX45" fmla="*/ 141899 w 178090"/>
                <a:gd name="connsiteY45" fmla="*/ 86695 h 168026"/>
                <a:gd name="connsiteX46" fmla="*/ 148289 w 178090"/>
                <a:gd name="connsiteY46" fmla="*/ 80311 h 168026"/>
                <a:gd name="connsiteX47" fmla="*/ 156723 w 178090"/>
                <a:gd name="connsiteY47" fmla="*/ 71884 h 168026"/>
                <a:gd name="connsiteX48" fmla="*/ 165158 w 178090"/>
                <a:gd name="connsiteY48" fmla="*/ 80311 h 168026"/>
                <a:gd name="connsiteX49" fmla="*/ 165158 w 178090"/>
                <a:gd name="connsiteY49" fmla="*/ 110379 h 168026"/>
                <a:gd name="connsiteX50" fmla="*/ 151867 w 178090"/>
                <a:gd name="connsiteY50" fmla="*/ 157493 h 168026"/>
                <a:gd name="connsiteX51" fmla="*/ 152634 w 178090"/>
                <a:gd name="connsiteY51" fmla="*/ 166494 h 168026"/>
                <a:gd name="connsiteX52" fmla="*/ 156787 w 178090"/>
                <a:gd name="connsiteY52" fmla="*/ 168026 h 168026"/>
                <a:gd name="connsiteX53" fmla="*/ 161644 w 178090"/>
                <a:gd name="connsiteY53" fmla="*/ 165792 h 168026"/>
                <a:gd name="connsiteX54" fmla="*/ 177938 w 178090"/>
                <a:gd name="connsiteY54" fmla="*/ 109932 h 168026"/>
                <a:gd name="connsiteX55" fmla="*/ 177938 w 178090"/>
                <a:gd name="connsiteY55" fmla="*/ 80374 h 168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78090" h="168026">
                  <a:moveTo>
                    <a:pt x="178002" y="80374"/>
                  </a:moveTo>
                  <a:cubicBezTo>
                    <a:pt x="178002" y="68692"/>
                    <a:pt x="168481" y="59180"/>
                    <a:pt x="156787" y="59180"/>
                  </a:cubicBezTo>
                  <a:cubicBezTo>
                    <a:pt x="152634" y="59180"/>
                    <a:pt x="148800" y="60456"/>
                    <a:pt x="145477" y="62499"/>
                  </a:cubicBezTo>
                  <a:cubicBezTo>
                    <a:pt x="141835" y="56115"/>
                    <a:pt x="134998" y="51774"/>
                    <a:pt x="127138" y="51774"/>
                  </a:cubicBezTo>
                  <a:cubicBezTo>
                    <a:pt x="123943" y="51774"/>
                    <a:pt x="120940" y="52540"/>
                    <a:pt x="118256" y="53753"/>
                  </a:cubicBezTo>
                  <a:cubicBezTo>
                    <a:pt x="116211" y="44177"/>
                    <a:pt x="107712" y="36963"/>
                    <a:pt x="97553" y="36963"/>
                  </a:cubicBezTo>
                  <a:cubicBezTo>
                    <a:pt x="94550" y="36963"/>
                    <a:pt x="91738" y="37602"/>
                    <a:pt x="89118" y="38751"/>
                  </a:cubicBezTo>
                  <a:lnTo>
                    <a:pt x="89118" y="21195"/>
                  </a:lnTo>
                  <a:cubicBezTo>
                    <a:pt x="89118" y="9512"/>
                    <a:pt x="79597" y="0"/>
                    <a:pt x="67903" y="0"/>
                  </a:cubicBezTo>
                  <a:cubicBezTo>
                    <a:pt x="56210" y="0"/>
                    <a:pt x="46689" y="9512"/>
                    <a:pt x="46689" y="21195"/>
                  </a:cubicBezTo>
                  <a:lnTo>
                    <a:pt x="46689" y="88674"/>
                  </a:lnTo>
                  <a:cubicBezTo>
                    <a:pt x="43494" y="82290"/>
                    <a:pt x="40427" y="75395"/>
                    <a:pt x="38318" y="70096"/>
                  </a:cubicBezTo>
                  <a:cubicBezTo>
                    <a:pt x="35762" y="65053"/>
                    <a:pt x="31417" y="61286"/>
                    <a:pt x="26050" y="59499"/>
                  </a:cubicBezTo>
                  <a:cubicBezTo>
                    <a:pt x="20681" y="57711"/>
                    <a:pt x="14930" y="58094"/>
                    <a:pt x="9883" y="60648"/>
                  </a:cubicBezTo>
                  <a:cubicBezTo>
                    <a:pt x="4579" y="63265"/>
                    <a:pt x="1193" y="68309"/>
                    <a:pt x="234" y="74757"/>
                  </a:cubicBezTo>
                  <a:cubicBezTo>
                    <a:pt x="-469" y="79800"/>
                    <a:pt x="426" y="85418"/>
                    <a:pt x="2726" y="90206"/>
                  </a:cubicBezTo>
                  <a:cubicBezTo>
                    <a:pt x="4643" y="95377"/>
                    <a:pt x="23876" y="146449"/>
                    <a:pt x="57041" y="167069"/>
                  </a:cubicBezTo>
                  <a:cubicBezTo>
                    <a:pt x="58062" y="167707"/>
                    <a:pt x="59277" y="168026"/>
                    <a:pt x="60427" y="168026"/>
                  </a:cubicBezTo>
                  <a:cubicBezTo>
                    <a:pt x="62536" y="168026"/>
                    <a:pt x="64644" y="166941"/>
                    <a:pt x="65859" y="165026"/>
                  </a:cubicBezTo>
                  <a:cubicBezTo>
                    <a:pt x="67711" y="162026"/>
                    <a:pt x="66817" y="158131"/>
                    <a:pt x="63814" y="156216"/>
                  </a:cubicBezTo>
                  <a:cubicBezTo>
                    <a:pt x="33461" y="137320"/>
                    <a:pt x="14867" y="86056"/>
                    <a:pt x="14675" y="85546"/>
                  </a:cubicBezTo>
                  <a:cubicBezTo>
                    <a:pt x="14611" y="85290"/>
                    <a:pt x="14483" y="85035"/>
                    <a:pt x="14355" y="84843"/>
                  </a:cubicBezTo>
                  <a:cubicBezTo>
                    <a:pt x="13078" y="82290"/>
                    <a:pt x="12503" y="79162"/>
                    <a:pt x="12886" y="76544"/>
                  </a:cubicBezTo>
                  <a:cubicBezTo>
                    <a:pt x="13206" y="74246"/>
                    <a:pt x="14100" y="72778"/>
                    <a:pt x="15570" y="72011"/>
                  </a:cubicBezTo>
                  <a:cubicBezTo>
                    <a:pt x="17614" y="70990"/>
                    <a:pt x="19851" y="70862"/>
                    <a:pt x="21960" y="71565"/>
                  </a:cubicBezTo>
                  <a:cubicBezTo>
                    <a:pt x="24068" y="72267"/>
                    <a:pt x="25794" y="73735"/>
                    <a:pt x="26560" y="75267"/>
                  </a:cubicBezTo>
                  <a:cubicBezTo>
                    <a:pt x="27774" y="78395"/>
                    <a:pt x="38957" y="106230"/>
                    <a:pt x="48797" y="114720"/>
                  </a:cubicBezTo>
                  <a:cubicBezTo>
                    <a:pt x="50715" y="116380"/>
                    <a:pt x="53398" y="116699"/>
                    <a:pt x="55635" y="115678"/>
                  </a:cubicBezTo>
                  <a:cubicBezTo>
                    <a:pt x="57935" y="114656"/>
                    <a:pt x="59341" y="112358"/>
                    <a:pt x="59341" y="109868"/>
                  </a:cubicBezTo>
                  <a:lnTo>
                    <a:pt x="59341" y="21195"/>
                  </a:lnTo>
                  <a:cubicBezTo>
                    <a:pt x="59341" y="16534"/>
                    <a:pt x="63111" y="12768"/>
                    <a:pt x="67775" y="12768"/>
                  </a:cubicBezTo>
                  <a:cubicBezTo>
                    <a:pt x="72440" y="12768"/>
                    <a:pt x="76210" y="16534"/>
                    <a:pt x="76210" y="21195"/>
                  </a:cubicBezTo>
                  <a:lnTo>
                    <a:pt x="76210" y="80311"/>
                  </a:lnTo>
                  <a:cubicBezTo>
                    <a:pt x="76210" y="83822"/>
                    <a:pt x="79086" y="86695"/>
                    <a:pt x="82600" y="86695"/>
                  </a:cubicBezTo>
                  <a:cubicBezTo>
                    <a:pt x="86114" y="86695"/>
                    <a:pt x="88990" y="83822"/>
                    <a:pt x="88990" y="80311"/>
                  </a:cubicBezTo>
                  <a:lnTo>
                    <a:pt x="88990" y="58158"/>
                  </a:lnTo>
                  <a:cubicBezTo>
                    <a:pt x="88990" y="53498"/>
                    <a:pt x="92760" y="49731"/>
                    <a:pt x="97425" y="49731"/>
                  </a:cubicBezTo>
                  <a:cubicBezTo>
                    <a:pt x="102089" y="49731"/>
                    <a:pt x="105860" y="53498"/>
                    <a:pt x="105860" y="58158"/>
                  </a:cubicBezTo>
                  <a:lnTo>
                    <a:pt x="105860" y="80311"/>
                  </a:lnTo>
                  <a:cubicBezTo>
                    <a:pt x="105860" y="83822"/>
                    <a:pt x="108735" y="86695"/>
                    <a:pt x="112250" y="86695"/>
                  </a:cubicBezTo>
                  <a:cubicBezTo>
                    <a:pt x="115764" y="86695"/>
                    <a:pt x="118640" y="83822"/>
                    <a:pt x="118640" y="80311"/>
                  </a:cubicBezTo>
                  <a:lnTo>
                    <a:pt x="118640" y="72905"/>
                  </a:lnTo>
                  <a:cubicBezTo>
                    <a:pt x="118640" y="68245"/>
                    <a:pt x="122410" y="64478"/>
                    <a:pt x="127074" y="64478"/>
                  </a:cubicBezTo>
                  <a:cubicBezTo>
                    <a:pt x="131739" y="64478"/>
                    <a:pt x="135509" y="68245"/>
                    <a:pt x="135509" y="72905"/>
                  </a:cubicBezTo>
                  <a:lnTo>
                    <a:pt x="135509" y="80311"/>
                  </a:lnTo>
                  <a:cubicBezTo>
                    <a:pt x="135509" y="83822"/>
                    <a:pt x="138384" y="86695"/>
                    <a:pt x="141899" y="86695"/>
                  </a:cubicBezTo>
                  <a:cubicBezTo>
                    <a:pt x="145413" y="86695"/>
                    <a:pt x="148289" y="83822"/>
                    <a:pt x="148289" y="80311"/>
                  </a:cubicBezTo>
                  <a:cubicBezTo>
                    <a:pt x="148289" y="75650"/>
                    <a:pt x="152059" y="71884"/>
                    <a:pt x="156723" y="71884"/>
                  </a:cubicBezTo>
                  <a:cubicBezTo>
                    <a:pt x="161388" y="71884"/>
                    <a:pt x="165158" y="75650"/>
                    <a:pt x="165158" y="80311"/>
                  </a:cubicBezTo>
                  <a:lnTo>
                    <a:pt x="165158" y="110379"/>
                  </a:lnTo>
                  <a:cubicBezTo>
                    <a:pt x="165158" y="110635"/>
                    <a:pt x="167139" y="139490"/>
                    <a:pt x="151867" y="157493"/>
                  </a:cubicBezTo>
                  <a:cubicBezTo>
                    <a:pt x="149567" y="160174"/>
                    <a:pt x="149887" y="164196"/>
                    <a:pt x="152634" y="166494"/>
                  </a:cubicBezTo>
                  <a:cubicBezTo>
                    <a:pt x="153848" y="167516"/>
                    <a:pt x="155318" y="168026"/>
                    <a:pt x="156787" y="168026"/>
                  </a:cubicBezTo>
                  <a:cubicBezTo>
                    <a:pt x="158577" y="168026"/>
                    <a:pt x="160365" y="167260"/>
                    <a:pt x="161644" y="165792"/>
                  </a:cubicBezTo>
                  <a:cubicBezTo>
                    <a:pt x="180366" y="143704"/>
                    <a:pt x="178066" y="110826"/>
                    <a:pt x="177938" y="109932"/>
                  </a:cubicBezTo>
                  <a:lnTo>
                    <a:pt x="177938" y="80374"/>
                  </a:lnTo>
                  <a:close/>
                </a:path>
              </a:pathLst>
            </a:custGeom>
            <a:solidFill>
              <a:srgbClr val="00A3E0"/>
            </a:solidFill>
            <a:ln w="6390" cap="flat">
              <a:noFill/>
              <a:prstDash val="solid"/>
              <a:miter/>
            </a:ln>
          </p:spPr>
          <p:txBody>
            <a:bodyPr rtlCol="0" anchor="ctr"/>
            <a:lstStyle/>
            <a:p>
              <a:endParaRPr lang="en-US"/>
            </a:p>
          </p:txBody>
        </p:sp>
      </p:grpSp>
      <p:grpSp>
        <p:nvGrpSpPr>
          <p:cNvPr id="1003" name="Graphic 4">
            <a:extLst>
              <a:ext uri="{FF2B5EF4-FFF2-40B4-BE49-F238E27FC236}">
                <a16:creationId xmlns:a16="http://schemas.microsoft.com/office/drawing/2014/main" id="{BE6BE06E-BA74-D74E-B4A7-F683833BF7F4}"/>
              </a:ext>
            </a:extLst>
          </p:cNvPr>
          <p:cNvGrpSpPr/>
          <p:nvPr/>
        </p:nvGrpSpPr>
        <p:grpSpPr>
          <a:xfrm>
            <a:off x="7801666" y="4308584"/>
            <a:ext cx="362309" cy="361971"/>
            <a:chOff x="7801666" y="4308584"/>
            <a:chExt cx="362309" cy="361971"/>
          </a:xfrm>
          <a:solidFill>
            <a:srgbClr val="00A3E0"/>
          </a:solidFill>
        </p:grpSpPr>
        <p:sp>
          <p:nvSpPr>
            <p:cNvPr id="1004" name="Freeform 1003">
              <a:extLst>
                <a:ext uri="{FF2B5EF4-FFF2-40B4-BE49-F238E27FC236}">
                  <a16:creationId xmlns:a16="http://schemas.microsoft.com/office/drawing/2014/main" id="{B68148D7-DB77-4443-91B3-45D85822B93D}"/>
                </a:ext>
              </a:extLst>
            </p:cNvPr>
            <p:cNvSpPr/>
            <p:nvPr/>
          </p:nvSpPr>
          <p:spPr>
            <a:xfrm>
              <a:off x="7801666" y="4308584"/>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09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29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2"/>
                    <a:pt x="0" y="180986"/>
                  </a:cubicBezTo>
                  <a:cubicBezTo>
                    <a:pt x="0" y="280959"/>
                    <a:pt x="81088" y="361971"/>
                    <a:pt x="181155" y="361971"/>
                  </a:cubicBezTo>
                  <a:cubicBezTo>
                    <a:pt x="281220" y="361971"/>
                    <a:pt x="362309" y="280959"/>
                    <a:pt x="362309" y="180986"/>
                  </a:cubicBezTo>
                  <a:cubicBezTo>
                    <a:pt x="362309" y="81012"/>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29" y="88163"/>
                    <a:pt x="349529" y="180922"/>
                  </a:cubicBezTo>
                  <a:cubicBezTo>
                    <a:pt x="349529" y="273681"/>
                    <a:pt x="273937"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1005" name="Freeform 1004">
              <a:extLst>
                <a:ext uri="{FF2B5EF4-FFF2-40B4-BE49-F238E27FC236}">
                  <a16:creationId xmlns:a16="http://schemas.microsoft.com/office/drawing/2014/main" id="{B7E368F7-0319-4544-B130-C734979B97F3}"/>
                </a:ext>
              </a:extLst>
            </p:cNvPr>
            <p:cNvSpPr/>
            <p:nvPr/>
          </p:nvSpPr>
          <p:spPr>
            <a:xfrm>
              <a:off x="7909261" y="4421517"/>
              <a:ext cx="188661" cy="177538"/>
            </a:xfrm>
            <a:custGeom>
              <a:avLst/>
              <a:gdLst>
                <a:gd name="connsiteX0" fmla="*/ 188579 w 188661"/>
                <a:gd name="connsiteY0" fmla="*/ 84843 h 177538"/>
                <a:gd name="connsiteX1" fmla="*/ 166022 w 188661"/>
                <a:gd name="connsiteY1" fmla="*/ 62755 h 177538"/>
                <a:gd name="connsiteX2" fmla="*/ 154265 w 188661"/>
                <a:gd name="connsiteY2" fmla="*/ 66266 h 177538"/>
                <a:gd name="connsiteX3" fmla="*/ 134903 w 188661"/>
                <a:gd name="connsiteY3" fmla="*/ 54902 h 177538"/>
                <a:gd name="connsiteX4" fmla="*/ 125382 w 188661"/>
                <a:gd name="connsiteY4" fmla="*/ 57201 h 177538"/>
                <a:gd name="connsiteX5" fmla="*/ 103464 w 188661"/>
                <a:gd name="connsiteY5" fmla="*/ 39262 h 177538"/>
                <a:gd name="connsiteX6" fmla="*/ 94391 w 188661"/>
                <a:gd name="connsiteY6" fmla="*/ 41305 h 177538"/>
                <a:gd name="connsiteX7" fmla="*/ 94391 w 188661"/>
                <a:gd name="connsiteY7" fmla="*/ 22089 h 177538"/>
                <a:gd name="connsiteX8" fmla="*/ 72281 w 188661"/>
                <a:gd name="connsiteY8" fmla="*/ 0 h 177538"/>
                <a:gd name="connsiteX9" fmla="*/ 50172 w 188661"/>
                <a:gd name="connsiteY9" fmla="*/ 22089 h 177538"/>
                <a:gd name="connsiteX10" fmla="*/ 50172 w 188661"/>
                <a:gd name="connsiteY10" fmla="*/ 94292 h 177538"/>
                <a:gd name="connsiteX11" fmla="*/ 40141 w 188661"/>
                <a:gd name="connsiteY11" fmla="*/ 74118 h 177538"/>
                <a:gd name="connsiteX12" fmla="*/ 27233 w 188661"/>
                <a:gd name="connsiteY12" fmla="*/ 63074 h 177538"/>
                <a:gd name="connsiteX13" fmla="*/ 10299 w 188661"/>
                <a:gd name="connsiteY13" fmla="*/ 64287 h 177538"/>
                <a:gd name="connsiteX14" fmla="*/ 267 w 188661"/>
                <a:gd name="connsiteY14" fmla="*/ 78970 h 177538"/>
                <a:gd name="connsiteX15" fmla="*/ 2823 w 188661"/>
                <a:gd name="connsiteY15" fmla="*/ 95249 h 177538"/>
                <a:gd name="connsiteX16" fmla="*/ 60652 w 188661"/>
                <a:gd name="connsiteY16" fmla="*/ 176581 h 177538"/>
                <a:gd name="connsiteX17" fmla="*/ 64039 w 188661"/>
                <a:gd name="connsiteY17" fmla="*/ 177539 h 177538"/>
                <a:gd name="connsiteX18" fmla="*/ 69470 w 188661"/>
                <a:gd name="connsiteY18" fmla="*/ 174538 h 177538"/>
                <a:gd name="connsiteX19" fmla="*/ 67425 w 188661"/>
                <a:gd name="connsiteY19" fmla="*/ 165728 h 177538"/>
                <a:gd name="connsiteX20" fmla="*/ 14708 w 188661"/>
                <a:gd name="connsiteY20" fmla="*/ 90525 h 177538"/>
                <a:gd name="connsiteX21" fmla="*/ 14453 w 188661"/>
                <a:gd name="connsiteY21" fmla="*/ 89823 h 177538"/>
                <a:gd name="connsiteX22" fmla="*/ 12919 w 188661"/>
                <a:gd name="connsiteY22" fmla="*/ 80821 h 177538"/>
                <a:gd name="connsiteX23" fmla="*/ 16050 w 188661"/>
                <a:gd name="connsiteY23" fmla="*/ 75714 h 177538"/>
                <a:gd name="connsiteX24" fmla="*/ 23271 w 188661"/>
                <a:gd name="connsiteY24" fmla="*/ 75204 h 177538"/>
                <a:gd name="connsiteX25" fmla="*/ 28638 w 188661"/>
                <a:gd name="connsiteY25" fmla="*/ 79672 h 177538"/>
                <a:gd name="connsiteX26" fmla="*/ 51962 w 188661"/>
                <a:gd name="connsiteY26" fmla="*/ 120657 h 177538"/>
                <a:gd name="connsiteX27" fmla="*/ 58927 w 188661"/>
                <a:gd name="connsiteY27" fmla="*/ 122190 h 177538"/>
                <a:gd name="connsiteX28" fmla="*/ 62952 w 188661"/>
                <a:gd name="connsiteY28" fmla="*/ 116252 h 177538"/>
                <a:gd name="connsiteX29" fmla="*/ 62952 w 188661"/>
                <a:gd name="connsiteY29" fmla="*/ 22153 h 177538"/>
                <a:gd name="connsiteX30" fmla="*/ 72281 w 188661"/>
                <a:gd name="connsiteY30" fmla="*/ 12832 h 177538"/>
                <a:gd name="connsiteX31" fmla="*/ 81611 w 188661"/>
                <a:gd name="connsiteY31" fmla="*/ 22153 h 177538"/>
                <a:gd name="connsiteX32" fmla="*/ 81611 w 188661"/>
                <a:gd name="connsiteY32" fmla="*/ 61286 h 177538"/>
                <a:gd name="connsiteX33" fmla="*/ 81611 w 188661"/>
                <a:gd name="connsiteY33" fmla="*/ 61350 h 177538"/>
                <a:gd name="connsiteX34" fmla="*/ 81611 w 188661"/>
                <a:gd name="connsiteY34" fmla="*/ 61350 h 177538"/>
                <a:gd name="connsiteX35" fmla="*/ 81611 w 188661"/>
                <a:gd name="connsiteY35" fmla="*/ 84843 h 177538"/>
                <a:gd name="connsiteX36" fmla="*/ 88001 w 188661"/>
                <a:gd name="connsiteY36" fmla="*/ 91227 h 177538"/>
                <a:gd name="connsiteX37" fmla="*/ 94391 w 188661"/>
                <a:gd name="connsiteY37" fmla="*/ 84843 h 177538"/>
                <a:gd name="connsiteX38" fmla="*/ 94391 w 188661"/>
                <a:gd name="connsiteY38" fmla="*/ 61286 h 177538"/>
                <a:gd name="connsiteX39" fmla="*/ 103464 w 188661"/>
                <a:gd name="connsiteY39" fmla="*/ 52030 h 177538"/>
                <a:gd name="connsiteX40" fmla="*/ 112985 w 188661"/>
                <a:gd name="connsiteY40" fmla="*/ 61350 h 177538"/>
                <a:gd name="connsiteX41" fmla="*/ 112985 w 188661"/>
                <a:gd name="connsiteY41" fmla="*/ 84843 h 177538"/>
                <a:gd name="connsiteX42" fmla="*/ 119375 w 188661"/>
                <a:gd name="connsiteY42" fmla="*/ 91227 h 177538"/>
                <a:gd name="connsiteX43" fmla="*/ 125765 w 188661"/>
                <a:gd name="connsiteY43" fmla="*/ 84843 h 177538"/>
                <a:gd name="connsiteX44" fmla="*/ 125765 w 188661"/>
                <a:gd name="connsiteY44" fmla="*/ 76991 h 177538"/>
                <a:gd name="connsiteX45" fmla="*/ 134839 w 188661"/>
                <a:gd name="connsiteY45" fmla="*/ 67670 h 177538"/>
                <a:gd name="connsiteX46" fmla="*/ 144360 w 188661"/>
                <a:gd name="connsiteY46" fmla="*/ 76991 h 177538"/>
                <a:gd name="connsiteX47" fmla="*/ 144360 w 188661"/>
                <a:gd name="connsiteY47" fmla="*/ 84843 h 177538"/>
                <a:gd name="connsiteX48" fmla="*/ 150750 w 188661"/>
                <a:gd name="connsiteY48" fmla="*/ 91227 h 177538"/>
                <a:gd name="connsiteX49" fmla="*/ 157140 w 188661"/>
                <a:gd name="connsiteY49" fmla="*/ 84843 h 177538"/>
                <a:gd name="connsiteX50" fmla="*/ 165958 w 188661"/>
                <a:gd name="connsiteY50" fmla="*/ 75523 h 177538"/>
                <a:gd name="connsiteX51" fmla="*/ 175735 w 188661"/>
                <a:gd name="connsiteY51" fmla="*/ 84843 h 177538"/>
                <a:gd name="connsiteX52" fmla="*/ 175735 w 188661"/>
                <a:gd name="connsiteY52" fmla="*/ 116635 h 177538"/>
                <a:gd name="connsiteX53" fmla="*/ 161102 w 188661"/>
                <a:gd name="connsiteY53" fmla="*/ 167005 h 177538"/>
                <a:gd name="connsiteX54" fmla="*/ 161868 w 188661"/>
                <a:gd name="connsiteY54" fmla="*/ 176006 h 177538"/>
                <a:gd name="connsiteX55" fmla="*/ 166022 w 188661"/>
                <a:gd name="connsiteY55" fmla="*/ 177539 h 177538"/>
                <a:gd name="connsiteX56" fmla="*/ 170878 w 188661"/>
                <a:gd name="connsiteY56" fmla="*/ 175304 h 177538"/>
                <a:gd name="connsiteX57" fmla="*/ 188579 w 188661"/>
                <a:gd name="connsiteY57" fmla="*/ 116252 h 177538"/>
                <a:gd name="connsiteX58" fmla="*/ 188579 w 188661"/>
                <a:gd name="connsiteY58" fmla="*/ 84843 h 177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88661" h="177538">
                  <a:moveTo>
                    <a:pt x="188579" y="84843"/>
                  </a:moveTo>
                  <a:cubicBezTo>
                    <a:pt x="188579" y="72905"/>
                    <a:pt x="178227" y="62755"/>
                    <a:pt x="166022" y="62755"/>
                  </a:cubicBezTo>
                  <a:cubicBezTo>
                    <a:pt x="161613" y="62755"/>
                    <a:pt x="157588" y="64032"/>
                    <a:pt x="154265" y="66266"/>
                  </a:cubicBezTo>
                  <a:cubicBezTo>
                    <a:pt x="150431" y="59563"/>
                    <a:pt x="143210" y="54902"/>
                    <a:pt x="134903" y="54902"/>
                  </a:cubicBezTo>
                  <a:cubicBezTo>
                    <a:pt x="131452" y="54902"/>
                    <a:pt x="128257" y="55796"/>
                    <a:pt x="125382" y="57201"/>
                  </a:cubicBezTo>
                  <a:cubicBezTo>
                    <a:pt x="123401" y="46986"/>
                    <a:pt x="114392" y="39262"/>
                    <a:pt x="103464" y="39262"/>
                  </a:cubicBezTo>
                  <a:cubicBezTo>
                    <a:pt x="100205" y="39262"/>
                    <a:pt x="97138" y="40028"/>
                    <a:pt x="94391" y="41305"/>
                  </a:cubicBezTo>
                  <a:lnTo>
                    <a:pt x="94391" y="22089"/>
                  </a:lnTo>
                  <a:cubicBezTo>
                    <a:pt x="94391" y="9895"/>
                    <a:pt x="84486" y="0"/>
                    <a:pt x="72281" y="0"/>
                  </a:cubicBezTo>
                  <a:cubicBezTo>
                    <a:pt x="60077" y="0"/>
                    <a:pt x="50172" y="9895"/>
                    <a:pt x="50172" y="22089"/>
                  </a:cubicBezTo>
                  <a:lnTo>
                    <a:pt x="50172" y="94292"/>
                  </a:lnTo>
                  <a:cubicBezTo>
                    <a:pt x="46403" y="87333"/>
                    <a:pt x="42696" y="79736"/>
                    <a:pt x="40141" y="74118"/>
                  </a:cubicBezTo>
                  <a:cubicBezTo>
                    <a:pt x="37520" y="68820"/>
                    <a:pt x="32920" y="64925"/>
                    <a:pt x="27233" y="63074"/>
                  </a:cubicBezTo>
                  <a:cubicBezTo>
                    <a:pt x="21610" y="61223"/>
                    <a:pt x="15539" y="61669"/>
                    <a:pt x="10299" y="64287"/>
                  </a:cubicBezTo>
                  <a:cubicBezTo>
                    <a:pt x="4804" y="67032"/>
                    <a:pt x="1225" y="72203"/>
                    <a:pt x="267" y="78970"/>
                  </a:cubicBezTo>
                  <a:cubicBezTo>
                    <a:pt x="-500" y="84269"/>
                    <a:pt x="395" y="90206"/>
                    <a:pt x="2823" y="95249"/>
                  </a:cubicBezTo>
                  <a:cubicBezTo>
                    <a:pt x="4804" y="100548"/>
                    <a:pt x="25571" y="154748"/>
                    <a:pt x="60652" y="176581"/>
                  </a:cubicBezTo>
                  <a:cubicBezTo>
                    <a:pt x="61675" y="177219"/>
                    <a:pt x="62888" y="177539"/>
                    <a:pt x="64039" y="177539"/>
                  </a:cubicBezTo>
                  <a:cubicBezTo>
                    <a:pt x="66147" y="177539"/>
                    <a:pt x="68256" y="176453"/>
                    <a:pt x="69470" y="174538"/>
                  </a:cubicBezTo>
                  <a:cubicBezTo>
                    <a:pt x="71323" y="171538"/>
                    <a:pt x="70429" y="167643"/>
                    <a:pt x="67425" y="165728"/>
                  </a:cubicBezTo>
                  <a:cubicBezTo>
                    <a:pt x="35092" y="145619"/>
                    <a:pt x="14900" y="91100"/>
                    <a:pt x="14708" y="90525"/>
                  </a:cubicBezTo>
                  <a:cubicBezTo>
                    <a:pt x="14645" y="90270"/>
                    <a:pt x="14517" y="90078"/>
                    <a:pt x="14453" y="89823"/>
                  </a:cubicBezTo>
                  <a:cubicBezTo>
                    <a:pt x="13047" y="87078"/>
                    <a:pt x="12472" y="83694"/>
                    <a:pt x="12919" y="80821"/>
                  </a:cubicBezTo>
                  <a:cubicBezTo>
                    <a:pt x="13302" y="78268"/>
                    <a:pt x="14325" y="76544"/>
                    <a:pt x="16050" y="75714"/>
                  </a:cubicBezTo>
                  <a:cubicBezTo>
                    <a:pt x="18287" y="74629"/>
                    <a:pt x="20843" y="74437"/>
                    <a:pt x="23271" y="75204"/>
                  </a:cubicBezTo>
                  <a:cubicBezTo>
                    <a:pt x="25699" y="75970"/>
                    <a:pt x="27616" y="77629"/>
                    <a:pt x="28638" y="79672"/>
                  </a:cubicBezTo>
                  <a:cubicBezTo>
                    <a:pt x="30172" y="82928"/>
                    <a:pt x="43655" y="111911"/>
                    <a:pt x="51962" y="120657"/>
                  </a:cubicBezTo>
                  <a:cubicBezTo>
                    <a:pt x="53751" y="122509"/>
                    <a:pt x="56562" y="123147"/>
                    <a:pt x="58927" y="122190"/>
                  </a:cubicBezTo>
                  <a:cubicBezTo>
                    <a:pt x="61355" y="121232"/>
                    <a:pt x="62952" y="118870"/>
                    <a:pt x="62952" y="116252"/>
                  </a:cubicBezTo>
                  <a:lnTo>
                    <a:pt x="62952" y="22153"/>
                  </a:lnTo>
                  <a:cubicBezTo>
                    <a:pt x="62952" y="17046"/>
                    <a:pt x="67106" y="12832"/>
                    <a:pt x="72281" y="12832"/>
                  </a:cubicBezTo>
                  <a:cubicBezTo>
                    <a:pt x="77394" y="12832"/>
                    <a:pt x="81611" y="16982"/>
                    <a:pt x="81611" y="22153"/>
                  </a:cubicBezTo>
                  <a:lnTo>
                    <a:pt x="81611" y="61286"/>
                  </a:lnTo>
                  <a:cubicBezTo>
                    <a:pt x="81611" y="61286"/>
                    <a:pt x="81611" y="61350"/>
                    <a:pt x="81611" y="61350"/>
                  </a:cubicBezTo>
                  <a:cubicBezTo>
                    <a:pt x="81611" y="61350"/>
                    <a:pt x="81611" y="61350"/>
                    <a:pt x="81611" y="61350"/>
                  </a:cubicBezTo>
                  <a:lnTo>
                    <a:pt x="81611" y="84843"/>
                  </a:lnTo>
                  <a:cubicBezTo>
                    <a:pt x="81611" y="88354"/>
                    <a:pt x="84486" y="91227"/>
                    <a:pt x="88001" y="91227"/>
                  </a:cubicBezTo>
                  <a:cubicBezTo>
                    <a:pt x="91515" y="91227"/>
                    <a:pt x="94391" y="88354"/>
                    <a:pt x="94391" y="84843"/>
                  </a:cubicBezTo>
                  <a:lnTo>
                    <a:pt x="94391" y="61286"/>
                  </a:lnTo>
                  <a:cubicBezTo>
                    <a:pt x="94455" y="56115"/>
                    <a:pt x="98417" y="52030"/>
                    <a:pt x="103464" y="52030"/>
                  </a:cubicBezTo>
                  <a:cubicBezTo>
                    <a:pt x="108641" y="52030"/>
                    <a:pt x="112985" y="56307"/>
                    <a:pt x="112985" y="61350"/>
                  </a:cubicBezTo>
                  <a:lnTo>
                    <a:pt x="112985" y="84843"/>
                  </a:lnTo>
                  <a:cubicBezTo>
                    <a:pt x="112985" y="88354"/>
                    <a:pt x="115861" y="91227"/>
                    <a:pt x="119375" y="91227"/>
                  </a:cubicBezTo>
                  <a:cubicBezTo>
                    <a:pt x="122890" y="91227"/>
                    <a:pt x="125765" y="88354"/>
                    <a:pt x="125765" y="84843"/>
                  </a:cubicBezTo>
                  <a:lnTo>
                    <a:pt x="125765" y="76991"/>
                  </a:lnTo>
                  <a:cubicBezTo>
                    <a:pt x="125765" y="71756"/>
                    <a:pt x="129727" y="67670"/>
                    <a:pt x="134839" y="67670"/>
                  </a:cubicBezTo>
                  <a:cubicBezTo>
                    <a:pt x="140015" y="67670"/>
                    <a:pt x="144360" y="71948"/>
                    <a:pt x="144360" y="76991"/>
                  </a:cubicBezTo>
                  <a:lnTo>
                    <a:pt x="144360" y="84843"/>
                  </a:lnTo>
                  <a:cubicBezTo>
                    <a:pt x="144360" y="88354"/>
                    <a:pt x="147236" y="91227"/>
                    <a:pt x="150750" y="91227"/>
                  </a:cubicBezTo>
                  <a:cubicBezTo>
                    <a:pt x="154265" y="91227"/>
                    <a:pt x="157140" y="88354"/>
                    <a:pt x="157140" y="84843"/>
                  </a:cubicBezTo>
                  <a:cubicBezTo>
                    <a:pt x="157140" y="79545"/>
                    <a:pt x="160910" y="75523"/>
                    <a:pt x="165958" y="75523"/>
                  </a:cubicBezTo>
                  <a:cubicBezTo>
                    <a:pt x="171261" y="75523"/>
                    <a:pt x="175735" y="79800"/>
                    <a:pt x="175735" y="84843"/>
                  </a:cubicBezTo>
                  <a:lnTo>
                    <a:pt x="175735" y="116635"/>
                  </a:lnTo>
                  <a:cubicBezTo>
                    <a:pt x="175735" y="116955"/>
                    <a:pt x="177524" y="147598"/>
                    <a:pt x="161102" y="167005"/>
                  </a:cubicBezTo>
                  <a:cubicBezTo>
                    <a:pt x="158801" y="169686"/>
                    <a:pt x="159121" y="173708"/>
                    <a:pt x="161868" y="176006"/>
                  </a:cubicBezTo>
                  <a:cubicBezTo>
                    <a:pt x="163083" y="177028"/>
                    <a:pt x="164552" y="177539"/>
                    <a:pt x="166022" y="177539"/>
                  </a:cubicBezTo>
                  <a:cubicBezTo>
                    <a:pt x="167811" y="177539"/>
                    <a:pt x="169664" y="176772"/>
                    <a:pt x="170878" y="175304"/>
                  </a:cubicBezTo>
                  <a:cubicBezTo>
                    <a:pt x="190623" y="152067"/>
                    <a:pt x="188643" y="117338"/>
                    <a:pt x="188579" y="116252"/>
                  </a:cubicBezTo>
                  <a:lnTo>
                    <a:pt x="188579" y="84843"/>
                  </a:lnTo>
                  <a:close/>
                </a:path>
              </a:pathLst>
            </a:custGeom>
            <a:solidFill>
              <a:srgbClr val="00A3E0"/>
            </a:solidFill>
            <a:ln w="6390" cap="flat">
              <a:noFill/>
              <a:prstDash val="solid"/>
              <a:miter/>
            </a:ln>
          </p:spPr>
          <p:txBody>
            <a:bodyPr rtlCol="0" anchor="ctr"/>
            <a:lstStyle/>
            <a:p>
              <a:endParaRPr lang="en-US"/>
            </a:p>
          </p:txBody>
        </p:sp>
        <p:sp>
          <p:nvSpPr>
            <p:cNvPr id="1006" name="Freeform 1005">
              <a:extLst>
                <a:ext uri="{FF2B5EF4-FFF2-40B4-BE49-F238E27FC236}">
                  <a16:creationId xmlns:a16="http://schemas.microsoft.com/office/drawing/2014/main" id="{601915CF-1BF9-684A-AB43-E94434DA5FDC}"/>
                </a:ext>
              </a:extLst>
            </p:cNvPr>
            <p:cNvSpPr/>
            <p:nvPr/>
          </p:nvSpPr>
          <p:spPr>
            <a:xfrm>
              <a:off x="7867684" y="4380066"/>
              <a:ext cx="80334" cy="93862"/>
            </a:xfrm>
            <a:custGeom>
              <a:avLst/>
              <a:gdLst>
                <a:gd name="connsiteX0" fmla="*/ 42163 w 80334"/>
                <a:gd name="connsiteY0" fmla="*/ 73434 h 93862"/>
                <a:gd name="connsiteX1" fmla="*/ 33472 w 80334"/>
                <a:gd name="connsiteY1" fmla="*/ 71008 h 93862"/>
                <a:gd name="connsiteX2" fmla="*/ 27210 w 80334"/>
                <a:gd name="connsiteY2" fmla="*/ 74583 h 93862"/>
                <a:gd name="connsiteX3" fmla="*/ 64080 w 80334"/>
                <a:gd name="connsiteY3" fmla="*/ 24469 h 93862"/>
                <a:gd name="connsiteX4" fmla="*/ 62163 w 80334"/>
                <a:gd name="connsiteY4" fmla="*/ 31811 h 93862"/>
                <a:gd name="connsiteX5" fmla="*/ 66764 w 80334"/>
                <a:gd name="connsiteY5" fmla="*/ 39599 h 93862"/>
                <a:gd name="connsiteX6" fmla="*/ 68361 w 80334"/>
                <a:gd name="connsiteY6" fmla="*/ 39791 h 93862"/>
                <a:gd name="connsiteX7" fmla="*/ 74560 w 80334"/>
                <a:gd name="connsiteY7" fmla="*/ 35003 h 93862"/>
                <a:gd name="connsiteX8" fmla="*/ 80119 w 80334"/>
                <a:gd name="connsiteY8" fmla="*/ 13552 h 93862"/>
                <a:gd name="connsiteX9" fmla="*/ 79416 w 80334"/>
                <a:gd name="connsiteY9" fmla="*/ 8701 h 93862"/>
                <a:gd name="connsiteX10" fmla="*/ 75518 w 80334"/>
                <a:gd name="connsiteY10" fmla="*/ 5764 h 93862"/>
                <a:gd name="connsiteX11" fmla="*/ 54048 w 80334"/>
                <a:gd name="connsiteY11" fmla="*/ 210 h 93862"/>
                <a:gd name="connsiteX12" fmla="*/ 46252 w 80334"/>
                <a:gd name="connsiteY12" fmla="*/ 4806 h 93862"/>
                <a:gd name="connsiteX13" fmla="*/ 50853 w 80334"/>
                <a:gd name="connsiteY13" fmla="*/ 12595 h 93862"/>
                <a:gd name="connsiteX14" fmla="*/ 56540 w 80334"/>
                <a:gd name="connsiteY14" fmla="*/ 14063 h 93862"/>
                <a:gd name="connsiteX15" fmla="*/ 15005 w 80334"/>
                <a:gd name="connsiteY15" fmla="*/ 70498 h 93862"/>
                <a:gd name="connsiteX16" fmla="*/ 11938 w 80334"/>
                <a:gd name="connsiteY16" fmla="*/ 65071 h 93862"/>
                <a:gd name="connsiteX17" fmla="*/ 3248 w 80334"/>
                <a:gd name="connsiteY17" fmla="*/ 62645 h 93862"/>
                <a:gd name="connsiteX18" fmla="*/ 820 w 80334"/>
                <a:gd name="connsiteY18" fmla="*/ 71327 h 93862"/>
                <a:gd name="connsiteX19" fmla="*/ 11746 w 80334"/>
                <a:gd name="connsiteY19" fmla="*/ 90607 h 93862"/>
                <a:gd name="connsiteX20" fmla="*/ 15580 w 80334"/>
                <a:gd name="connsiteY20" fmla="*/ 93607 h 93862"/>
                <a:gd name="connsiteX21" fmla="*/ 17306 w 80334"/>
                <a:gd name="connsiteY21" fmla="*/ 93863 h 93862"/>
                <a:gd name="connsiteX22" fmla="*/ 20437 w 80334"/>
                <a:gd name="connsiteY22" fmla="*/ 93033 h 93862"/>
                <a:gd name="connsiteX23" fmla="*/ 39734 w 80334"/>
                <a:gd name="connsiteY23" fmla="*/ 82116 h 93862"/>
                <a:gd name="connsiteX24" fmla="*/ 42163 w 80334"/>
                <a:gd name="connsiteY24" fmla="*/ 73434 h 93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0334" h="93862">
                  <a:moveTo>
                    <a:pt x="42163" y="73434"/>
                  </a:moveTo>
                  <a:cubicBezTo>
                    <a:pt x="40437" y="70370"/>
                    <a:pt x="36539" y="69285"/>
                    <a:pt x="33472" y="71008"/>
                  </a:cubicBezTo>
                  <a:lnTo>
                    <a:pt x="27210" y="74583"/>
                  </a:lnTo>
                  <a:cubicBezTo>
                    <a:pt x="32961" y="53772"/>
                    <a:pt x="46699" y="35003"/>
                    <a:pt x="64080" y="24469"/>
                  </a:cubicBezTo>
                  <a:lnTo>
                    <a:pt x="62163" y="31811"/>
                  </a:lnTo>
                  <a:cubicBezTo>
                    <a:pt x="61268" y="35194"/>
                    <a:pt x="63314" y="38705"/>
                    <a:pt x="66764" y="39599"/>
                  </a:cubicBezTo>
                  <a:cubicBezTo>
                    <a:pt x="67275" y="39727"/>
                    <a:pt x="67850" y="39791"/>
                    <a:pt x="68361" y="39791"/>
                  </a:cubicBezTo>
                  <a:cubicBezTo>
                    <a:pt x="71173" y="39791"/>
                    <a:pt x="73793" y="37875"/>
                    <a:pt x="74560" y="35003"/>
                  </a:cubicBezTo>
                  <a:lnTo>
                    <a:pt x="80119" y="13552"/>
                  </a:lnTo>
                  <a:cubicBezTo>
                    <a:pt x="80566" y="11893"/>
                    <a:pt x="80310" y="10169"/>
                    <a:pt x="79416" y="8701"/>
                  </a:cubicBezTo>
                  <a:cubicBezTo>
                    <a:pt x="78586" y="7232"/>
                    <a:pt x="77179" y="6211"/>
                    <a:pt x="75518" y="5764"/>
                  </a:cubicBezTo>
                  <a:lnTo>
                    <a:pt x="54048" y="210"/>
                  </a:lnTo>
                  <a:cubicBezTo>
                    <a:pt x="50661" y="-684"/>
                    <a:pt x="47147" y="1359"/>
                    <a:pt x="46252" y="4806"/>
                  </a:cubicBezTo>
                  <a:cubicBezTo>
                    <a:pt x="45358" y="8254"/>
                    <a:pt x="47403" y="11701"/>
                    <a:pt x="50853" y="12595"/>
                  </a:cubicBezTo>
                  <a:lnTo>
                    <a:pt x="56540" y="14063"/>
                  </a:lnTo>
                  <a:cubicBezTo>
                    <a:pt x="36859" y="26320"/>
                    <a:pt x="21651" y="47004"/>
                    <a:pt x="15005" y="70498"/>
                  </a:cubicBezTo>
                  <a:lnTo>
                    <a:pt x="11938" y="65071"/>
                  </a:lnTo>
                  <a:cubicBezTo>
                    <a:pt x="10213" y="62007"/>
                    <a:pt x="6315" y="60922"/>
                    <a:pt x="3248" y="62645"/>
                  </a:cubicBezTo>
                  <a:cubicBezTo>
                    <a:pt x="181" y="64369"/>
                    <a:pt x="-906" y="68263"/>
                    <a:pt x="820" y="71327"/>
                  </a:cubicBezTo>
                  <a:lnTo>
                    <a:pt x="11746" y="90607"/>
                  </a:lnTo>
                  <a:cubicBezTo>
                    <a:pt x="12577" y="92075"/>
                    <a:pt x="13983" y="93161"/>
                    <a:pt x="15580" y="93607"/>
                  </a:cubicBezTo>
                  <a:cubicBezTo>
                    <a:pt x="16156" y="93735"/>
                    <a:pt x="16731" y="93863"/>
                    <a:pt x="17306" y="93863"/>
                  </a:cubicBezTo>
                  <a:cubicBezTo>
                    <a:pt x="18392" y="93863"/>
                    <a:pt x="19479" y="93607"/>
                    <a:pt x="20437" y="93033"/>
                  </a:cubicBezTo>
                  <a:lnTo>
                    <a:pt x="39734" y="82116"/>
                  </a:lnTo>
                  <a:cubicBezTo>
                    <a:pt x="42801" y="80393"/>
                    <a:pt x="43888" y="76498"/>
                    <a:pt x="42163" y="73434"/>
                  </a:cubicBezTo>
                  <a:close/>
                </a:path>
              </a:pathLst>
            </a:custGeom>
            <a:solidFill>
              <a:srgbClr val="00A3E0"/>
            </a:solidFill>
            <a:ln w="6390" cap="flat">
              <a:noFill/>
              <a:prstDash val="solid"/>
              <a:miter/>
            </a:ln>
          </p:spPr>
          <p:txBody>
            <a:bodyPr rtlCol="0" anchor="ctr"/>
            <a:lstStyle/>
            <a:p>
              <a:endParaRPr lang="en-US"/>
            </a:p>
          </p:txBody>
        </p:sp>
      </p:grpSp>
      <p:grpSp>
        <p:nvGrpSpPr>
          <p:cNvPr id="1007" name="Graphic 4">
            <a:extLst>
              <a:ext uri="{FF2B5EF4-FFF2-40B4-BE49-F238E27FC236}">
                <a16:creationId xmlns:a16="http://schemas.microsoft.com/office/drawing/2014/main" id="{3F3DEADD-0ECD-E84E-95FE-AD9E8377BA16}"/>
              </a:ext>
            </a:extLst>
          </p:cNvPr>
          <p:cNvGrpSpPr/>
          <p:nvPr/>
        </p:nvGrpSpPr>
        <p:grpSpPr>
          <a:xfrm>
            <a:off x="8841052" y="1402404"/>
            <a:ext cx="362309" cy="361971"/>
            <a:chOff x="8841052" y="1402404"/>
            <a:chExt cx="362309" cy="361971"/>
          </a:xfrm>
          <a:solidFill>
            <a:srgbClr val="00A3E0"/>
          </a:solidFill>
        </p:grpSpPr>
        <p:sp>
          <p:nvSpPr>
            <p:cNvPr id="1008" name="Freeform 1007">
              <a:extLst>
                <a:ext uri="{FF2B5EF4-FFF2-40B4-BE49-F238E27FC236}">
                  <a16:creationId xmlns:a16="http://schemas.microsoft.com/office/drawing/2014/main" id="{05B5E8A8-311F-D84D-938D-4270A3437FAD}"/>
                </a:ext>
              </a:extLst>
            </p:cNvPr>
            <p:cNvSpPr/>
            <p:nvPr/>
          </p:nvSpPr>
          <p:spPr>
            <a:xfrm>
              <a:off x="8841052" y="1402404"/>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30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9" y="0"/>
                    <a:pt x="0" y="81013"/>
                    <a:pt x="0" y="180986"/>
                  </a:cubicBezTo>
                  <a:cubicBezTo>
                    <a:pt x="0" y="280959"/>
                    <a:pt x="81089" y="361972"/>
                    <a:pt x="181155" y="361972"/>
                  </a:cubicBezTo>
                  <a:cubicBezTo>
                    <a:pt x="281221" y="361972"/>
                    <a:pt x="362310" y="280959"/>
                    <a:pt x="362310" y="180986"/>
                  </a:cubicBezTo>
                  <a:cubicBezTo>
                    <a:pt x="362246" y="81013"/>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30" y="88163"/>
                    <a:pt x="349530" y="180922"/>
                  </a:cubicBezTo>
                  <a:cubicBezTo>
                    <a:pt x="349530" y="273681"/>
                    <a:pt x="274001"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1009" name="Freeform 1008">
              <a:extLst>
                <a:ext uri="{FF2B5EF4-FFF2-40B4-BE49-F238E27FC236}">
                  <a16:creationId xmlns:a16="http://schemas.microsoft.com/office/drawing/2014/main" id="{76986B6A-3678-254C-8D82-8490090DEADC}"/>
                </a:ext>
              </a:extLst>
            </p:cNvPr>
            <p:cNvSpPr/>
            <p:nvPr/>
          </p:nvSpPr>
          <p:spPr>
            <a:xfrm>
              <a:off x="8932763" y="1524849"/>
              <a:ext cx="178871" cy="168728"/>
            </a:xfrm>
            <a:custGeom>
              <a:avLst/>
              <a:gdLst>
                <a:gd name="connsiteX0" fmla="*/ 178648 w 178871"/>
                <a:gd name="connsiteY0" fmla="*/ 80757 h 168728"/>
                <a:gd name="connsiteX1" fmla="*/ 157369 w 178871"/>
                <a:gd name="connsiteY1" fmla="*/ 59499 h 168728"/>
                <a:gd name="connsiteX2" fmla="*/ 145996 w 178871"/>
                <a:gd name="connsiteY2" fmla="*/ 62818 h 168728"/>
                <a:gd name="connsiteX3" fmla="*/ 127593 w 178871"/>
                <a:gd name="connsiteY3" fmla="*/ 52030 h 168728"/>
                <a:gd name="connsiteX4" fmla="*/ 118647 w 178871"/>
                <a:gd name="connsiteY4" fmla="*/ 54072 h 168728"/>
                <a:gd name="connsiteX5" fmla="*/ 97879 w 178871"/>
                <a:gd name="connsiteY5" fmla="*/ 37155 h 168728"/>
                <a:gd name="connsiteX6" fmla="*/ 89381 w 178871"/>
                <a:gd name="connsiteY6" fmla="*/ 38942 h 168728"/>
                <a:gd name="connsiteX7" fmla="*/ 89381 w 178871"/>
                <a:gd name="connsiteY7" fmla="*/ 21259 h 168728"/>
                <a:gd name="connsiteX8" fmla="*/ 68102 w 178871"/>
                <a:gd name="connsiteY8" fmla="*/ 0 h 168728"/>
                <a:gd name="connsiteX9" fmla="*/ 46824 w 178871"/>
                <a:gd name="connsiteY9" fmla="*/ 21259 h 168728"/>
                <a:gd name="connsiteX10" fmla="*/ 46824 w 178871"/>
                <a:gd name="connsiteY10" fmla="*/ 89184 h 168728"/>
                <a:gd name="connsiteX11" fmla="*/ 38389 w 178871"/>
                <a:gd name="connsiteY11" fmla="*/ 70415 h 168728"/>
                <a:gd name="connsiteX12" fmla="*/ 26120 w 178871"/>
                <a:gd name="connsiteY12" fmla="*/ 59754 h 168728"/>
                <a:gd name="connsiteX13" fmla="*/ 9890 w 178871"/>
                <a:gd name="connsiteY13" fmla="*/ 60903 h 168728"/>
                <a:gd name="connsiteX14" fmla="*/ 2733 w 178871"/>
                <a:gd name="connsiteY14" fmla="*/ 90589 h 168728"/>
                <a:gd name="connsiteX15" fmla="*/ 57303 w 178871"/>
                <a:gd name="connsiteY15" fmla="*/ 167771 h 168728"/>
                <a:gd name="connsiteX16" fmla="*/ 60689 w 178871"/>
                <a:gd name="connsiteY16" fmla="*/ 168729 h 168728"/>
                <a:gd name="connsiteX17" fmla="*/ 66121 w 178871"/>
                <a:gd name="connsiteY17" fmla="*/ 165728 h 168728"/>
                <a:gd name="connsiteX18" fmla="*/ 64076 w 178871"/>
                <a:gd name="connsiteY18" fmla="*/ 156918 h 168728"/>
                <a:gd name="connsiteX19" fmla="*/ 14682 w 178871"/>
                <a:gd name="connsiteY19" fmla="*/ 85928 h 168728"/>
                <a:gd name="connsiteX20" fmla="*/ 14362 w 178871"/>
                <a:gd name="connsiteY20" fmla="*/ 85226 h 168728"/>
                <a:gd name="connsiteX21" fmla="*/ 15641 w 178871"/>
                <a:gd name="connsiteY21" fmla="*/ 72267 h 168728"/>
                <a:gd name="connsiteX22" fmla="*/ 26759 w 178871"/>
                <a:gd name="connsiteY22" fmla="*/ 75523 h 168728"/>
                <a:gd name="connsiteX23" fmla="*/ 49060 w 178871"/>
                <a:gd name="connsiteY23" fmla="*/ 115167 h 168728"/>
                <a:gd name="connsiteX24" fmla="*/ 55897 w 178871"/>
                <a:gd name="connsiteY24" fmla="*/ 116125 h 168728"/>
                <a:gd name="connsiteX25" fmla="*/ 59604 w 178871"/>
                <a:gd name="connsiteY25" fmla="*/ 110315 h 168728"/>
                <a:gd name="connsiteX26" fmla="*/ 59604 w 178871"/>
                <a:gd name="connsiteY26" fmla="*/ 21195 h 168728"/>
                <a:gd name="connsiteX27" fmla="*/ 68102 w 178871"/>
                <a:gd name="connsiteY27" fmla="*/ 12704 h 168728"/>
                <a:gd name="connsiteX28" fmla="*/ 76601 w 178871"/>
                <a:gd name="connsiteY28" fmla="*/ 21195 h 168728"/>
                <a:gd name="connsiteX29" fmla="*/ 76601 w 178871"/>
                <a:gd name="connsiteY29" fmla="*/ 80630 h 168728"/>
                <a:gd name="connsiteX30" fmla="*/ 82991 w 178871"/>
                <a:gd name="connsiteY30" fmla="*/ 87014 h 168728"/>
                <a:gd name="connsiteX31" fmla="*/ 89381 w 178871"/>
                <a:gd name="connsiteY31" fmla="*/ 80630 h 168728"/>
                <a:gd name="connsiteX32" fmla="*/ 89381 w 178871"/>
                <a:gd name="connsiteY32" fmla="*/ 58350 h 168728"/>
                <a:gd name="connsiteX33" fmla="*/ 97879 w 178871"/>
                <a:gd name="connsiteY33" fmla="*/ 49859 h 168728"/>
                <a:gd name="connsiteX34" fmla="*/ 106378 w 178871"/>
                <a:gd name="connsiteY34" fmla="*/ 58350 h 168728"/>
                <a:gd name="connsiteX35" fmla="*/ 106378 w 178871"/>
                <a:gd name="connsiteY35" fmla="*/ 80630 h 168728"/>
                <a:gd name="connsiteX36" fmla="*/ 112768 w 178871"/>
                <a:gd name="connsiteY36" fmla="*/ 87014 h 168728"/>
                <a:gd name="connsiteX37" fmla="*/ 119157 w 178871"/>
                <a:gd name="connsiteY37" fmla="*/ 80630 h 168728"/>
                <a:gd name="connsiteX38" fmla="*/ 119157 w 178871"/>
                <a:gd name="connsiteY38" fmla="*/ 73224 h 168728"/>
                <a:gd name="connsiteX39" fmla="*/ 127657 w 178871"/>
                <a:gd name="connsiteY39" fmla="*/ 64734 h 168728"/>
                <a:gd name="connsiteX40" fmla="*/ 136155 w 178871"/>
                <a:gd name="connsiteY40" fmla="*/ 73224 h 168728"/>
                <a:gd name="connsiteX41" fmla="*/ 136155 w 178871"/>
                <a:gd name="connsiteY41" fmla="*/ 80630 h 168728"/>
                <a:gd name="connsiteX42" fmla="*/ 142545 w 178871"/>
                <a:gd name="connsiteY42" fmla="*/ 87014 h 168728"/>
                <a:gd name="connsiteX43" fmla="*/ 148935 w 178871"/>
                <a:gd name="connsiteY43" fmla="*/ 80630 h 168728"/>
                <a:gd name="connsiteX44" fmla="*/ 157433 w 178871"/>
                <a:gd name="connsiteY44" fmla="*/ 72139 h 168728"/>
                <a:gd name="connsiteX45" fmla="*/ 165932 w 178871"/>
                <a:gd name="connsiteY45" fmla="*/ 80630 h 168728"/>
                <a:gd name="connsiteX46" fmla="*/ 165932 w 178871"/>
                <a:gd name="connsiteY46" fmla="*/ 110826 h 168728"/>
                <a:gd name="connsiteX47" fmla="*/ 152577 w 178871"/>
                <a:gd name="connsiteY47" fmla="*/ 158195 h 168728"/>
                <a:gd name="connsiteX48" fmla="*/ 153344 w 178871"/>
                <a:gd name="connsiteY48" fmla="*/ 167197 h 168728"/>
                <a:gd name="connsiteX49" fmla="*/ 157497 w 178871"/>
                <a:gd name="connsiteY49" fmla="*/ 168729 h 168728"/>
                <a:gd name="connsiteX50" fmla="*/ 162354 w 178871"/>
                <a:gd name="connsiteY50" fmla="*/ 166494 h 168728"/>
                <a:gd name="connsiteX51" fmla="*/ 178712 w 178871"/>
                <a:gd name="connsiteY51" fmla="*/ 110379 h 168728"/>
                <a:gd name="connsiteX52" fmla="*/ 178712 w 178871"/>
                <a:gd name="connsiteY52" fmla="*/ 80757 h 16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78871" h="168728">
                  <a:moveTo>
                    <a:pt x="178648" y="80757"/>
                  </a:moveTo>
                  <a:cubicBezTo>
                    <a:pt x="178648" y="69075"/>
                    <a:pt x="169127" y="59499"/>
                    <a:pt x="157369" y="59499"/>
                  </a:cubicBezTo>
                  <a:cubicBezTo>
                    <a:pt x="153216" y="59499"/>
                    <a:pt x="149319" y="60776"/>
                    <a:pt x="145996" y="62818"/>
                  </a:cubicBezTo>
                  <a:cubicBezTo>
                    <a:pt x="142353" y="56434"/>
                    <a:pt x="135516" y="52030"/>
                    <a:pt x="127593" y="52030"/>
                  </a:cubicBezTo>
                  <a:cubicBezTo>
                    <a:pt x="124398" y="52030"/>
                    <a:pt x="121394" y="52796"/>
                    <a:pt x="118647" y="54072"/>
                  </a:cubicBezTo>
                  <a:cubicBezTo>
                    <a:pt x="116601" y="44433"/>
                    <a:pt x="108103" y="37155"/>
                    <a:pt x="97879" y="37155"/>
                  </a:cubicBezTo>
                  <a:cubicBezTo>
                    <a:pt x="94876" y="37155"/>
                    <a:pt x="92000" y="37793"/>
                    <a:pt x="89381" y="38942"/>
                  </a:cubicBezTo>
                  <a:lnTo>
                    <a:pt x="89381" y="21259"/>
                  </a:lnTo>
                  <a:cubicBezTo>
                    <a:pt x="89381" y="9576"/>
                    <a:pt x="79859" y="0"/>
                    <a:pt x="68102" y="0"/>
                  </a:cubicBezTo>
                  <a:cubicBezTo>
                    <a:pt x="56409" y="0"/>
                    <a:pt x="46824" y="9512"/>
                    <a:pt x="46824" y="21259"/>
                  </a:cubicBezTo>
                  <a:lnTo>
                    <a:pt x="46824" y="89184"/>
                  </a:lnTo>
                  <a:cubicBezTo>
                    <a:pt x="43565" y="82736"/>
                    <a:pt x="40498" y="75714"/>
                    <a:pt x="38389" y="70415"/>
                  </a:cubicBezTo>
                  <a:cubicBezTo>
                    <a:pt x="35833" y="65372"/>
                    <a:pt x="31488" y="61542"/>
                    <a:pt x="26120" y="59754"/>
                  </a:cubicBezTo>
                  <a:cubicBezTo>
                    <a:pt x="20752" y="57967"/>
                    <a:pt x="15002" y="58350"/>
                    <a:pt x="9890" y="60903"/>
                  </a:cubicBezTo>
                  <a:cubicBezTo>
                    <a:pt x="-845" y="66266"/>
                    <a:pt x="-2187" y="80438"/>
                    <a:pt x="2733" y="90589"/>
                  </a:cubicBezTo>
                  <a:cubicBezTo>
                    <a:pt x="4650" y="95824"/>
                    <a:pt x="24011" y="147087"/>
                    <a:pt x="57303" y="167771"/>
                  </a:cubicBezTo>
                  <a:cubicBezTo>
                    <a:pt x="58325" y="168409"/>
                    <a:pt x="59540" y="168729"/>
                    <a:pt x="60689" y="168729"/>
                  </a:cubicBezTo>
                  <a:cubicBezTo>
                    <a:pt x="62799" y="168729"/>
                    <a:pt x="64907" y="167643"/>
                    <a:pt x="66121" y="165728"/>
                  </a:cubicBezTo>
                  <a:cubicBezTo>
                    <a:pt x="67974" y="162728"/>
                    <a:pt x="67079" y="158833"/>
                    <a:pt x="64076" y="156918"/>
                  </a:cubicBezTo>
                  <a:cubicBezTo>
                    <a:pt x="33532" y="137958"/>
                    <a:pt x="14874" y="86439"/>
                    <a:pt x="14682" y="85928"/>
                  </a:cubicBezTo>
                  <a:cubicBezTo>
                    <a:pt x="14618" y="85673"/>
                    <a:pt x="14490" y="85418"/>
                    <a:pt x="14362" y="85226"/>
                  </a:cubicBezTo>
                  <a:cubicBezTo>
                    <a:pt x="12062" y="80566"/>
                    <a:pt x="12062" y="74054"/>
                    <a:pt x="15641" y="72267"/>
                  </a:cubicBezTo>
                  <a:cubicBezTo>
                    <a:pt x="19858" y="70160"/>
                    <a:pt x="24906" y="71884"/>
                    <a:pt x="26759" y="75523"/>
                  </a:cubicBezTo>
                  <a:cubicBezTo>
                    <a:pt x="27973" y="78651"/>
                    <a:pt x="39155" y="106612"/>
                    <a:pt x="49060" y="115167"/>
                  </a:cubicBezTo>
                  <a:cubicBezTo>
                    <a:pt x="50977" y="116763"/>
                    <a:pt x="53597" y="117146"/>
                    <a:pt x="55897" y="116125"/>
                  </a:cubicBezTo>
                  <a:cubicBezTo>
                    <a:pt x="58198" y="115103"/>
                    <a:pt x="59604" y="112805"/>
                    <a:pt x="59604" y="110315"/>
                  </a:cubicBezTo>
                  <a:lnTo>
                    <a:pt x="59604" y="21195"/>
                  </a:lnTo>
                  <a:cubicBezTo>
                    <a:pt x="59604" y="16535"/>
                    <a:pt x="63373" y="12704"/>
                    <a:pt x="68102" y="12704"/>
                  </a:cubicBezTo>
                  <a:cubicBezTo>
                    <a:pt x="72830" y="12704"/>
                    <a:pt x="76601" y="16471"/>
                    <a:pt x="76601" y="21195"/>
                  </a:cubicBezTo>
                  <a:lnTo>
                    <a:pt x="76601" y="80630"/>
                  </a:lnTo>
                  <a:cubicBezTo>
                    <a:pt x="76601" y="84141"/>
                    <a:pt x="79476" y="87014"/>
                    <a:pt x="82991" y="87014"/>
                  </a:cubicBezTo>
                  <a:cubicBezTo>
                    <a:pt x="86505" y="87014"/>
                    <a:pt x="89381" y="84141"/>
                    <a:pt x="89381" y="80630"/>
                  </a:cubicBezTo>
                  <a:lnTo>
                    <a:pt x="89381" y="58350"/>
                  </a:lnTo>
                  <a:cubicBezTo>
                    <a:pt x="89381" y="53689"/>
                    <a:pt x="93151" y="49859"/>
                    <a:pt x="97879" y="49859"/>
                  </a:cubicBezTo>
                  <a:cubicBezTo>
                    <a:pt x="102608" y="49859"/>
                    <a:pt x="106378" y="53689"/>
                    <a:pt x="106378" y="58350"/>
                  </a:cubicBezTo>
                  <a:lnTo>
                    <a:pt x="106378" y="80630"/>
                  </a:lnTo>
                  <a:cubicBezTo>
                    <a:pt x="106378" y="84141"/>
                    <a:pt x="109254" y="87014"/>
                    <a:pt x="112768" y="87014"/>
                  </a:cubicBezTo>
                  <a:cubicBezTo>
                    <a:pt x="116282" y="87014"/>
                    <a:pt x="119157" y="84141"/>
                    <a:pt x="119157" y="80630"/>
                  </a:cubicBezTo>
                  <a:lnTo>
                    <a:pt x="119157" y="73224"/>
                  </a:lnTo>
                  <a:cubicBezTo>
                    <a:pt x="119157" y="68564"/>
                    <a:pt x="122928" y="64734"/>
                    <a:pt x="127657" y="64734"/>
                  </a:cubicBezTo>
                  <a:cubicBezTo>
                    <a:pt x="132385" y="64734"/>
                    <a:pt x="136155" y="68500"/>
                    <a:pt x="136155" y="73224"/>
                  </a:cubicBezTo>
                  <a:lnTo>
                    <a:pt x="136155" y="80630"/>
                  </a:lnTo>
                  <a:cubicBezTo>
                    <a:pt x="136155" y="84141"/>
                    <a:pt x="139030" y="87014"/>
                    <a:pt x="142545" y="87014"/>
                  </a:cubicBezTo>
                  <a:cubicBezTo>
                    <a:pt x="146060" y="87014"/>
                    <a:pt x="148935" y="84141"/>
                    <a:pt x="148935" y="80630"/>
                  </a:cubicBezTo>
                  <a:cubicBezTo>
                    <a:pt x="148935" y="75969"/>
                    <a:pt x="152769" y="72139"/>
                    <a:pt x="157433" y="72139"/>
                  </a:cubicBezTo>
                  <a:cubicBezTo>
                    <a:pt x="162098" y="72139"/>
                    <a:pt x="165932" y="75906"/>
                    <a:pt x="165932" y="80630"/>
                  </a:cubicBezTo>
                  <a:lnTo>
                    <a:pt x="165932" y="110826"/>
                  </a:lnTo>
                  <a:cubicBezTo>
                    <a:pt x="165932" y="111081"/>
                    <a:pt x="168041" y="140001"/>
                    <a:pt x="152577" y="158195"/>
                  </a:cubicBezTo>
                  <a:cubicBezTo>
                    <a:pt x="150276" y="160876"/>
                    <a:pt x="150596" y="164898"/>
                    <a:pt x="153344" y="167197"/>
                  </a:cubicBezTo>
                  <a:cubicBezTo>
                    <a:pt x="154558" y="168218"/>
                    <a:pt x="156028" y="168729"/>
                    <a:pt x="157497" y="168729"/>
                  </a:cubicBezTo>
                  <a:cubicBezTo>
                    <a:pt x="159286" y="168729"/>
                    <a:pt x="161140" y="167963"/>
                    <a:pt x="162354" y="166494"/>
                  </a:cubicBezTo>
                  <a:cubicBezTo>
                    <a:pt x="181204" y="144342"/>
                    <a:pt x="178840" y="111273"/>
                    <a:pt x="178712" y="110379"/>
                  </a:cubicBezTo>
                  <a:lnTo>
                    <a:pt x="178712" y="80757"/>
                  </a:lnTo>
                  <a:close/>
                </a:path>
              </a:pathLst>
            </a:custGeom>
            <a:solidFill>
              <a:srgbClr val="00A3E0"/>
            </a:solidFill>
            <a:ln w="6390" cap="flat">
              <a:noFill/>
              <a:prstDash val="solid"/>
              <a:miter/>
            </a:ln>
          </p:spPr>
          <p:txBody>
            <a:bodyPr rtlCol="0" anchor="ctr"/>
            <a:lstStyle/>
            <a:p>
              <a:endParaRPr lang="en-US"/>
            </a:p>
          </p:txBody>
        </p:sp>
        <p:sp>
          <p:nvSpPr>
            <p:cNvPr id="1010" name="Freeform 1009">
              <a:extLst>
                <a:ext uri="{FF2B5EF4-FFF2-40B4-BE49-F238E27FC236}">
                  <a16:creationId xmlns:a16="http://schemas.microsoft.com/office/drawing/2014/main" id="{F9DE4834-DC04-B34A-ABBC-1AAAB4A31CBA}"/>
                </a:ext>
              </a:extLst>
            </p:cNvPr>
            <p:cNvSpPr/>
            <p:nvPr/>
          </p:nvSpPr>
          <p:spPr>
            <a:xfrm>
              <a:off x="8957537" y="1473011"/>
              <a:ext cx="146552" cy="42453"/>
            </a:xfrm>
            <a:custGeom>
              <a:avLst/>
              <a:gdLst>
                <a:gd name="connsiteX0" fmla="*/ 6267 w 146552"/>
                <a:gd name="connsiteY0" fmla="*/ 42453 h 42453"/>
                <a:gd name="connsiteX1" fmla="*/ 28568 w 146552"/>
                <a:gd name="connsiteY1" fmla="*/ 42453 h 42453"/>
                <a:gd name="connsiteX2" fmla="*/ 34958 w 146552"/>
                <a:gd name="connsiteY2" fmla="*/ 36069 h 42453"/>
                <a:gd name="connsiteX3" fmla="*/ 28568 w 146552"/>
                <a:gd name="connsiteY3" fmla="*/ 29685 h 42453"/>
                <a:gd name="connsiteX4" fmla="*/ 23455 w 146552"/>
                <a:gd name="connsiteY4" fmla="*/ 29685 h 42453"/>
                <a:gd name="connsiteX5" fmla="*/ 73616 w 146552"/>
                <a:gd name="connsiteY5" fmla="*/ 12768 h 42453"/>
                <a:gd name="connsiteX6" fmla="*/ 135343 w 146552"/>
                <a:gd name="connsiteY6" fmla="*/ 40347 h 42453"/>
                <a:gd name="connsiteX7" fmla="*/ 140136 w 146552"/>
                <a:gd name="connsiteY7" fmla="*/ 42453 h 42453"/>
                <a:gd name="connsiteX8" fmla="*/ 144417 w 146552"/>
                <a:gd name="connsiteY8" fmla="*/ 40857 h 42453"/>
                <a:gd name="connsiteX9" fmla="*/ 144928 w 146552"/>
                <a:gd name="connsiteY9" fmla="*/ 31856 h 42453"/>
                <a:gd name="connsiteX10" fmla="*/ 73680 w 146552"/>
                <a:gd name="connsiteY10" fmla="*/ 0 h 42453"/>
                <a:gd name="connsiteX11" fmla="*/ 12784 w 146552"/>
                <a:gd name="connsiteY11" fmla="*/ 22025 h 42453"/>
                <a:gd name="connsiteX12" fmla="*/ 12784 w 146552"/>
                <a:gd name="connsiteY12" fmla="*/ 13789 h 42453"/>
                <a:gd name="connsiteX13" fmla="*/ 6394 w 146552"/>
                <a:gd name="connsiteY13" fmla="*/ 7405 h 42453"/>
                <a:gd name="connsiteX14" fmla="*/ 4 w 146552"/>
                <a:gd name="connsiteY14" fmla="*/ 13789 h 42453"/>
                <a:gd name="connsiteX15" fmla="*/ 4 w 146552"/>
                <a:gd name="connsiteY15" fmla="*/ 36069 h 42453"/>
                <a:gd name="connsiteX16" fmla="*/ 6267 w 146552"/>
                <a:gd name="connsiteY16" fmla="*/ 42453 h 42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6552" h="42453">
                  <a:moveTo>
                    <a:pt x="6267" y="42453"/>
                  </a:moveTo>
                  <a:lnTo>
                    <a:pt x="28568" y="42453"/>
                  </a:lnTo>
                  <a:cubicBezTo>
                    <a:pt x="32082" y="42453"/>
                    <a:pt x="34958" y="39581"/>
                    <a:pt x="34958" y="36069"/>
                  </a:cubicBezTo>
                  <a:cubicBezTo>
                    <a:pt x="34958" y="32558"/>
                    <a:pt x="32082" y="29685"/>
                    <a:pt x="28568" y="29685"/>
                  </a:cubicBezTo>
                  <a:lnTo>
                    <a:pt x="23455" y="29685"/>
                  </a:lnTo>
                  <a:cubicBezTo>
                    <a:pt x="37833" y="18769"/>
                    <a:pt x="55405" y="12768"/>
                    <a:pt x="73616" y="12768"/>
                  </a:cubicBezTo>
                  <a:cubicBezTo>
                    <a:pt x="97132" y="12768"/>
                    <a:pt x="119624" y="22791"/>
                    <a:pt x="135343" y="40347"/>
                  </a:cubicBezTo>
                  <a:cubicBezTo>
                    <a:pt x="136621" y="41751"/>
                    <a:pt x="138346" y="42453"/>
                    <a:pt x="140136" y="42453"/>
                  </a:cubicBezTo>
                  <a:cubicBezTo>
                    <a:pt x="141669" y="42453"/>
                    <a:pt x="143203" y="41943"/>
                    <a:pt x="144417" y="40857"/>
                  </a:cubicBezTo>
                  <a:cubicBezTo>
                    <a:pt x="147037" y="38495"/>
                    <a:pt x="147292" y="34473"/>
                    <a:pt x="144928" y="31856"/>
                  </a:cubicBezTo>
                  <a:cubicBezTo>
                    <a:pt x="126845" y="11619"/>
                    <a:pt x="100837" y="0"/>
                    <a:pt x="73680" y="0"/>
                  </a:cubicBezTo>
                  <a:cubicBezTo>
                    <a:pt x="51315" y="0"/>
                    <a:pt x="29909" y="7852"/>
                    <a:pt x="12784" y="22025"/>
                  </a:cubicBezTo>
                  <a:lnTo>
                    <a:pt x="12784" y="13789"/>
                  </a:lnTo>
                  <a:cubicBezTo>
                    <a:pt x="12784" y="10278"/>
                    <a:pt x="9909" y="7405"/>
                    <a:pt x="6394" y="7405"/>
                  </a:cubicBezTo>
                  <a:cubicBezTo>
                    <a:pt x="2880" y="7405"/>
                    <a:pt x="4" y="10278"/>
                    <a:pt x="4" y="13789"/>
                  </a:cubicBezTo>
                  <a:lnTo>
                    <a:pt x="4" y="36069"/>
                  </a:lnTo>
                  <a:cubicBezTo>
                    <a:pt x="-123" y="39581"/>
                    <a:pt x="2752" y="42453"/>
                    <a:pt x="6267" y="42453"/>
                  </a:cubicBezTo>
                  <a:close/>
                </a:path>
              </a:pathLst>
            </a:custGeom>
            <a:solidFill>
              <a:srgbClr val="00A3E0"/>
            </a:solidFill>
            <a:ln w="6390" cap="flat">
              <a:noFill/>
              <a:prstDash val="solid"/>
              <a:miter/>
            </a:ln>
          </p:spPr>
          <p:txBody>
            <a:bodyPr rtlCol="0" anchor="ctr"/>
            <a:lstStyle/>
            <a:p>
              <a:endParaRPr lang="en-US"/>
            </a:p>
          </p:txBody>
        </p:sp>
      </p:grpSp>
      <p:grpSp>
        <p:nvGrpSpPr>
          <p:cNvPr id="1011" name="Graphic 4">
            <a:extLst>
              <a:ext uri="{FF2B5EF4-FFF2-40B4-BE49-F238E27FC236}">
                <a16:creationId xmlns:a16="http://schemas.microsoft.com/office/drawing/2014/main" id="{E0F1D0C4-ECDA-4046-BADE-8FD5CF6CB2FC}"/>
              </a:ext>
            </a:extLst>
          </p:cNvPr>
          <p:cNvGrpSpPr/>
          <p:nvPr/>
        </p:nvGrpSpPr>
        <p:grpSpPr>
          <a:xfrm>
            <a:off x="8841052" y="1893013"/>
            <a:ext cx="362309" cy="361971"/>
            <a:chOff x="8841052" y="1893013"/>
            <a:chExt cx="362309" cy="361971"/>
          </a:xfrm>
          <a:solidFill>
            <a:srgbClr val="00A3E0"/>
          </a:solidFill>
        </p:grpSpPr>
        <p:sp>
          <p:nvSpPr>
            <p:cNvPr id="1012" name="Freeform 1011">
              <a:extLst>
                <a:ext uri="{FF2B5EF4-FFF2-40B4-BE49-F238E27FC236}">
                  <a16:creationId xmlns:a16="http://schemas.microsoft.com/office/drawing/2014/main" id="{07D85EB0-57FD-E24C-A744-22BE838C3151}"/>
                </a:ext>
              </a:extLst>
            </p:cNvPr>
            <p:cNvSpPr/>
            <p:nvPr/>
          </p:nvSpPr>
          <p:spPr>
            <a:xfrm>
              <a:off x="8841052" y="1893013"/>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30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9" y="0"/>
                    <a:pt x="0" y="81013"/>
                    <a:pt x="0" y="180986"/>
                  </a:cubicBezTo>
                  <a:cubicBezTo>
                    <a:pt x="0" y="280959"/>
                    <a:pt x="81089" y="361972"/>
                    <a:pt x="181155" y="361972"/>
                  </a:cubicBezTo>
                  <a:cubicBezTo>
                    <a:pt x="281221" y="361972"/>
                    <a:pt x="362310" y="280959"/>
                    <a:pt x="362310" y="180986"/>
                  </a:cubicBezTo>
                  <a:cubicBezTo>
                    <a:pt x="362246" y="81013"/>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30" y="88163"/>
                    <a:pt x="349530" y="180922"/>
                  </a:cubicBezTo>
                  <a:cubicBezTo>
                    <a:pt x="349530" y="273681"/>
                    <a:pt x="274001"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1013" name="Freeform 1012">
              <a:extLst>
                <a:ext uri="{FF2B5EF4-FFF2-40B4-BE49-F238E27FC236}">
                  <a16:creationId xmlns:a16="http://schemas.microsoft.com/office/drawing/2014/main" id="{FE1B57DB-916A-CC4C-8A15-179CD0893A35}"/>
                </a:ext>
              </a:extLst>
            </p:cNvPr>
            <p:cNvSpPr/>
            <p:nvPr/>
          </p:nvSpPr>
          <p:spPr>
            <a:xfrm>
              <a:off x="8933089" y="2015777"/>
              <a:ext cx="178193" cy="168217"/>
            </a:xfrm>
            <a:custGeom>
              <a:avLst/>
              <a:gdLst>
                <a:gd name="connsiteX0" fmla="*/ 178066 w 178193"/>
                <a:gd name="connsiteY0" fmla="*/ 80374 h 168217"/>
                <a:gd name="connsiteX1" fmla="*/ 156851 w 178193"/>
                <a:gd name="connsiteY1" fmla="*/ 59179 h 168217"/>
                <a:gd name="connsiteX2" fmla="*/ 145541 w 178193"/>
                <a:gd name="connsiteY2" fmla="*/ 62499 h 168217"/>
                <a:gd name="connsiteX3" fmla="*/ 127202 w 178193"/>
                <a:gd name="connsiteY3" fmla="*/ 51774 h 168217"/>
                <a:gd name="connsiteX4" fmla="*/ 118320 w 178193"/>
                <a:gd name="connsiteY4" fmla="*/ 53817 h 168217"/>
                <a:gd name="connsiteX5" fmla="*/ 97553 w 178193"/>
                <a:gd name="connsiteY5" fmla="*/ 36963 h 168217"/>
                <a:gd name="connsiteX6" fmla="*/ 89117 w 178193"/>
                <a:gd name="connsiteY6" fmla="*/ 38751 h 168217"/>
                <a:gd name="connsiteX7" fmla="*/ 89117 w 178193"/>
                <a:gd name="connsiteY7" fmla="*/ 21195 h 168217"/>
                <a:gd name="connsiteX8" fmla="*/ 67903 w 178193"/>
                <a:gd name="connsiteY8" fmla="*/ 0 h 168217"/>
                <a:gd name="connsiteX9" fmla="*/ 46689 w 178193"/>
                <a:gd name="connsiteY9" fmla="*/ 21195 h 168217"/>
                <a:gd name="connsiteX10" fmla="*/ 46689 w 178193"/>
                <a:gd name="connsiteY10" fmla="*/ 88801 h 168217"/>
                <a:gd name="connsiteX11" fmla="*/ 38318 w 178193"/>
                <a:gd name="connsiteY11" fmla="*/ 70160 h 168217"/>
                <a:gd name="connsiteX12" fmla="*/ 26049 w 178193"/>
                <a:gd name="connsiteY12" fmla="*/ 59562 h 168217"/>
                <a:gd name="connsiteX13" fmla="*/ 9883 w 178193"/>
                <a:gd name="connsiteY13" fmla="*/ 60712 h 168217"/>
                <a:gd name="connsiteX14" fmla="*/ 234 w 178193"/>
                <a:gd name="connsiteY14" fmla="*/ 74884 h 168217"/>
                <a:gd name="connsiteX15" fmla="*/ 2726 w 178193"/>
                <a:gd name="connsiteY15" fmla="*/ 90333 h 168217"/>
                <a:gd name="connsiteX16" fmla="*/ 57105 w 178193"/>
                <a:gd name="connsiteY16" fmla="*/ 167260 h 168217"/>
                <a:gd name="connsiteX17" fmla="*/ 60491 w 178193"/>
                <a:gd name="connsiteY17" fmla="*/ 168218 h 168217"/>
                <a:gd name="connsiteX18" fmla="*/ 65923 w 178193"/>
                <a:gd name="connsiteY18" fmla="*/ 165218 h 168217"/>
                <a:gd name="connsiteX19" fmla="*/ 63878 w 178193"/>
                <a:gd name="connsiteY19" fmla="*/ 156408 h 168217"/>
                <a:gd name="connsiteX20" fmla="*/ 14675 w 178193"/>
                <a:gd name="connsiteY20" fmla="*/ 85673 h 168217"/>
                <a:gd name="connsiteX21" fmla="*/ 14355 w 178193"/>
                <a:gd name="connsiteY21" fmla="*/ 84971 h 168217"/>
                <a:gd name="connsiteX22" fmla="*/ 12886 w 178193"/>
                <a:gd name="connsiteY22" fmla="*/ 76672 h 168217"/>
                <a:gd name="connsiteX23" fmla="*/ 15570 w 178193"/>
                <a:gd name="connsiteY23" fmla="*/ 72139 h 168217"/>
                <a:gd name="connsiteX24" fmla="*/ 26624 w 178193"/>
                <a:gd name="connsiteY24" fmla="*/ 75395 h 168217"/>
                <a:gd name="connsiteX25" fmla="*/ 48861 w 178193"/>
                <a:gd name="connsiteY25" fmla="*/ 114912 h 168217"/>
                <a:gd name="connsiteX26" fmla="*/ 55698 w 178193"/>
                <a:gd name="connsiteY26" fmla="*/ 115869 h 168217"/>
                <a:gd name="connsiteX27" fmla="*/ 59405 w 178193"/>
                <a:gd name="connsiteY27" fmla="*/ 110060 h 168217"/>
                <a:gd name="connsiteX28" fmla="*/ 59405 w 178193"/>
                <a:gd name="connsiteY28" fmla="*/ 21259 h 168217"/>
                <a:gd name="connsiteX29" fmla="*/ 67839 w 178193"/>
                <a:gd name="connsiteY29" fmla="*/ 12832 h 168217"/>
                <a:gd name="connsiteX30" fmla="*/ 76274 w 178193"/>
                <a:gd name="connsiteY30" fmla="*/ 21259 h 168217"/>
                <a:gd name="connsiteX31" fmla="*/ 76274 w 178193"/>
                <a:gd name="connsiteY31" fmla="*/ 80438 h 168217"/>
                <a:gd name="connsiteX32" fmla="*/ 82664 w 178193"/>
                <a:gd name="connsiteY32" fmla="*/ 86822 h 168217"/>
                <a:gd name="connsiteX33" fmla="*/ 89054 w 178193"/>
                <a:gd name="connsiteY33" fmla="*/ 80438 h 168217"/>
                <a:gd name="connsiteX34" fmla="*/ 89054 w 178193"/>
                <a:gd name="connsiteY34" fmla="*/ 58222 h 168217"/>
                <a:gd name="connsiteX35" fmla="*/ 97489 w 178193"/>
                <a:gd name="connsiteY35" fmla="*/ 49795 h 168217"/>
                <a:gd name="connsiteX36" fmla="*/ 105923 w 178193"/>
                <a:gd name="connsiteY36" fmla="*/ 58222 h 168217"/>
                <a:gd name="connsiteX37" fmla="*/ 105923 w 178193"/>
                <a:gd name="connsiteY37" fmla="*/ 80438 h 168217"/>
                <a:gd name="connsiteX38" fmla="*/ 112313 w 178193"/>
                <a:gd name="connsiteY38" fmla="*/ 86822 h 168217"/>
                <a:gd name="connsiteX39" fmla="*/ 118703 w 178193"/>
                <a:gd name="connsiteY39" fmla="*/ 80438 h 168217"/>
                <a:gd name="connsiteX40" fmla="*/ 118703 w 178193"/>
                <a:gd name="connsiteY40" fmla="*/ 73033 h 168217"/>
                <a:gd name="connsiteX41" fmla="*/ 127138 w 178193"/>
                <a:gd name="connsiteY41" fmla="*/ 64606 h 168217"/>
                <a:gd name="connsiteX42" fmla="*/ 135572 w 178193"/>
                <a:gd name="connsiteY42" fmla="*/ 73033 h 168217"/>
                <a:gd name="connsiteX43" fmla="*/ 135572 w 178193"/>
                <a:gd name="connsiteY43" fmla="*/ 80438 h 168217"/>
                <a:gd name="connsiteX44" fmla="*/ 141962 w 178193"/>
                <a:gd name="connsiteY44" fmla="*/ 86822 h 168217"/>
                <a:gd name="connsiteX45" fmla="*/ 148352 w 178193"/>
                <a:gd name="connsiteY45" fmla="*/ 80438 h 168217"/>
                <a:gd name="connsiteX46" fmla="*/ 156787 w 178193"/>
                <a:gd name="connsiteY46" fmla="*/ 72011 h 168217"/>
                <a:gd name="connsiteX47" fmla="*/ 165222 w 178193"/>
                <a:gd name="connsiteY47" fmla="*/ 80438 h 168217"/>
                <a:gd name="connsiteX48" fmla="*/ 165222 w 178193"/>
                <a:gd name="connsiteY48" fmla="*/ 110507 h 168217"/>
                <a:gd name="connsiteX49" fmla="*/ 151931 w 178193"/>
                <a:gd name="connsiteY49" fmla="*/ 157684 h 168217"/>
                <a:gd name="connsiteX50" fmla="*/ 152698 w 178193"/>
                <a:gd name="connsiteY50" fmla="*/ 166686 h 168217"/>
                <a:gd name="connsiteX51" fmla="*/ 156851 w 178193"/>
                <a:gd name="connsiteY51" fmla="*/ 168218 h 168217"/>
                <a:gd name="connsiteX52" fmla="*/ 161708 w 178193"/>
                <a:gd name="connsiteY52" fmla="*/ 165984 h 168217"/>
                <a:gd name="connsiteX53" fmla="*/ 178066 w 178193"/>
                <a:gd name="connsiteY53" fmla="*/ 110060 h 168217"/>
                <a:gd name="connsiteX54" fmla="*/ 178066 w 178193"/>
                <a:gd name="connsiteY54" fmla="*/ 80374 h 168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78193" h="168217">
                  <a:moveTo>
                    <a:pt x="178066" y="80374"/>
                  </a:moveTo>
                  <a:cubicBezTo>
                    <a:pt x="178066" y="68692"/>
                    <a:pt x="168545" y="59179"/>
                    <a:pt x="156851" y="59179"/>
                  </a:cubicBezTo>
                  <a:cubicBezTo>
                    <a:pt x="152698" y="59179"/>
                    <a:pt x="148800" y="60456"/>
                    <a:pt x="145541" y="62499"/>
                  </a:cubicBezTo>
                  <a:cubicBezTo>
                    <a:pt x="141898" y="56115"/>
                    <a:pt x="135062" y="51774"/>
                    <a:pt x="127202" y="51774"/>
                  </a:cubicBezTo>
                  <a:cubicBezTo>
                    <a:pt x="124007" y="51774"/>
                    <a:pt x="121004" y="52540"/>
                    <a:pt x="118320" y="53817"/>
                  </a:cubicBezTo>
                  <a:cubicBezTo>
                    <a:pt x="116275" y="44241"/>
                    <a:pt x="107776" y="36963"/>
                    <a:pt x="97553" y="36963"/>
                  </a:cubicBezTo>
                  <a:cubicBezTo>
                    <a:pt x="94550" y="36963"/>
                    <a:pt x="91738" y="37602"/>
                    <a:pt x="89117" y="38751"/>
                  </a:cubicBezTo>
                  <a:lnTo>
                    <a:pt x="89117" y="21195"/>
                  </a:lnTo>
                  <a:cubicBezTo>
                    <a:pt x="89117" y="9512"/>
                    <a:pt x="79597" y="0"/>
                    <a:pt x="67903" y="0"/>
                  </a:cubicBezTo>
                  <a:cubicBezTo>
                    <a:pt x="56210" y="0"/>
                    <a:pt x="46689" y="9512"/>
                    <a:pt x="46689" y="21195"/>
                  </a:cubicBezTo>
                  <a:lnTo>
                    <a:pt x="46689" y="88801"/>
                  </a:lnTo>
                  <a:cubicBezTo>
                    <a:pt x="43494" y="82417"/>
                    <a:pt x="40426" y="75459"/>
                    <a:pt x="38318" y="70160"/>
                  </a:cubicBezTo>
                  <a:cubicBezTo>
                    <a:pt x="35762" y="65117"/>
                    <a:pt x="31417" y="61350"/>
                    <a:pt x="26049" y="59562"/>
                  </a:cubicBezTo>
                  <a:cubicBezTo>
                    <a:pt x="20681" y="57775"/>
                    <a:pt x="14930" y="58158"/>
                    <a:pt x="9883" y="60712"/>
                  </a:cubicBezTo>
                  <a:cubicBezTo>
                    <a:pt x="4579" y="63329"/>
                    <a:pt x="1193" y="68372"/>
                    <a:pt x="234" y="74884"/>
                  </a:cubicBezTo>
                  <a:cubicBezTo>
                    <a:pt x="-469" y="79927"/>
                    <a:pt x="426" y="85545"/>
                    <a:pt x="2726" y="90333"/>
                  </a:cubicBezTo>
                  <a:cubicBezTo>
                    <a:pt x="4643" y="95504"/>
                    <a:pt x="23940" y="146640"/>
                    <a:pt x="57105" y="167260"/>
                  </a:cubicBezTo>
                  <a:cubicBezTo>
                    <a:pt x="58126" y="167899"/>
                    <a:pt x="59341" y="168218"/>
                    <a:pt x="60491" y="168218"/>
                  </a:cubicBezTo>
                  <a:cubicBezTo>
                    <a:pt x="62600" y="168218"/>
                    <a:pt x="64708" y="167133"/>
                    <a:pt x="65923" y="165218"/>
                  </a:cubicBezTo>
                  <a:cubicBezTo>
                    <a:pt x="67775" y="162217"/>
                    <a:pt x="66881" y="158323"/>
                    <a:pt x="63878" y="156408"/>
                  </a:cubicBezTo>
                  <a:cubicBezTo>
                    <a:pt x="33461" y="137511"/>
                    <a:pt x="14866" y="86184"/>
                    <a:pt x="14675" y="85673"/>
                  </a:cubicBezTo>
                  <a:cubicBezTo>
                    <a:pt x="14611" y="85418"/>
                    <a:pt x="14483" y="85162"/>
                    <a:pt x="14355" y="84971"/>
                  </a:cubicBezTo>
                  <a:cubicBezTo>
                    <a:pt x="13078" y="82417"/>
                    <a:pt x="12502" y="79289"/>
                    <a:pt x="12886" y="76672"/>
                  </a:cubicBezTo>
                  <a:cubicBezTo>
                    <a:pt x="13206" y="74373"/>
                    <a:pt x="14100" y="72905"/>
                    <a:pt x="15570" y="72139"/>
                  </a:cubicBezTo>
                  <a:cubicBezTo>
                    <a:pt x="19723" y="70096"/>
                    <a:pt x="24771" y="71756"/>
                    <a:pt x="26624" y="75395"/>
                  </a:cubicBezTo>
                  <a:cubicBezTo>
                    <a:pt x="27838" y="78523"/>
                    <a:pt x="39021" y="106421"/>
                    <a:pt x="48861" y="114912"/>
                  </a:cubicBezTo>
                  <a:cubicBezTo>
                    <a:pt x="50778" y="116508"/>
                    <a:pt x="53398" y="116891"/>
                    <a:pt x="55698" y="115869"/>
                  </a:cubicBezTo>
                  <a:cubicBezTo>
                    <a:pt x="57998" y="114848"/>
                    <a:pt x="59405" y="112550"/>
                    <a:pt x="59405" y="110060"/>
                  </a:cubicBezTo>
                  <a:lnTo>
                    <a:pt x="59405" y="21259"/>
                  </a:lnTo>
                  <a:cubicBezTo>
                    <a:pt x="59405" y="16598"/>
                    <a:pt x="63175" y="12832"/>
                    <a:pt x="67839" y="12832"/>
                  </a:cubicBezTo>
                  <a:cubicBezTo>
                    <a:pt x="72504" y="12832"/>
                    <a:pt x="76274" y="16598"/>
                    <a:pt x="76274" y="21259"/>
                  </a:cubicBezTo>
                  <a:lnTo>
                    <a:pt x="76274" y="80438"/>
                  </a:lnTo>
                  <a:cubicBezTo>
                    <a:pt x="76274" y="83949"/>
                    <a:pt x="79150" y="86822"/>
                    <a:pt x="82664" y="86822"/>
                  </a:cubicBezTo>
                  <a:cubicBezTo>
                    <a:pt x="86178" y="86822"/>
                    <a:pt x="89054" y="83949"/>
                    <a:pt x="89054" y="80438"/>
                  </a:cubicBezTo>
                  <a:lnTo>
                    <a:pt x="89054" y="58222"/>
                  </a:lnTo>
                  <a:cubicBezTo>
                    <a:pt x="89054" y="53562"/>
                    <a:pt x="92824" y="49795"/>
                    <a:pt x="97489" y="49795"/>
                  </a:cubicBezTo>
                  <a:cubicBezTo>
                    <a:pt x="102153" y="49795"/>
                    <a:pt x="105923" y="53562"/>
                    <a:pt x="105923" y="58222"/>
                  </a:cubicBezTo>
                  <a:lnTo>
                    <a:pt x="105923" y="80438"/>
                  </a:lnTo>
                  <a:cubicBezTo>
                    <a:pt x="105923" y="83949"/>
                    <a:pt x="108799" y="86822"/>
                    <a:pt x="112313" y="86822"/>
                  </a:cubicBezTo>
                  <a:cubicBezTo>
                    <a:pt x="115828" y="86822"/>
                    <a:pt x="118703" y="83949"/>
                    <a:pt x="118703" y="80438"/>
                  </a:cubicBezTo>
                  <a:lnTo>
                    <a:pt x="118703" y="73033"/>
                  </a:lnTo>
                  <a:cubicBezTo>
                    <a:pt x="118703" y="68372"/>
                    <a:pt x="122474" y="64606"/>
                    <a:pt x="127138" y="64606"/>
                  </a:cubicBezTo>
                  <a:cubicBezTo>
                    <a:pt x="131803" y="64606"/>
                    <a:pt x="135572" y="68372"/>
                    <a:pt x="135572" y="73033"/>
                  </a:cubicBezTo>
                  <a:lnTo>
                    <a:pt x="135572" y="80438"/>
                  </a:lnTo>
                  <a:cubicBezTo>
                    <a:pt x="135572" y="83949"/>
                    <a:pt x="138448" y="86822"/>
                    <a:pt x="141962" y="86822"/>
                  </a:cubicBezTo>
                  <a:cubicBezTo>
                    <a:pt x="145477" y="86822"/>
                    <a:pt x="148352" y="83949"/>
                    <a:pt x="148352" y="80438"/>
                  </a:cubicBezTo>
                  <a:cubicBezTo>
                    <a:pt x="148352" y="75778"/>
                    <a:pt x="152123" y="72011"/>
                    <a:pt x="156787" y="72011"/>
                  </a:cubicBezTo>
                  <a:cubicBezTo>
                    <a:pt x="161452" y="72011"/>
                    <a:pt x="165222" y="75778"/>
                    <a:pt x="165222" y="80438"/>
                  </a:cubicBezTo>
                  <a:lnTo>
                    <a:pt x="165222" y="110507"/>
                  </a:lnTo>
                  <a:cubicBezTo>
                    <a:pt x="165222" y="110826"/>
                    <a:pt x="167203" y="139682"/>
                    <a:pt x="151931" y="157684"/>
                  </a:cubicBezTo>
                  <a:cubicBezTo>
                    <a:pt x="149631" y="160366"/>
                    <a:pt x="149950" y="164388"/>
                    <a:pt x="152698" y="166686"/>
                  </a:cubicBezTo>
                  <a:cubicBezTo>
                    <a:pt x="153912" y="167707"/>
                    <a:pt x="155382" y="168218"/>
                    <a:pt x="156851" y="168218"/>
                  </a:cubicBezTo>
                  <a:cubicBezTo>
                    <a:pt x="158640" y="168218"/>
                    <a:pt x="160493" y="167452"/>
                    <a:pt x="161708" y="165984"/>
                  </a:cubicBezTo>
                  <a:cubicBezTo>
                    <a:pt x="180494" y="143895"/>
                    <a:pt x="178130" y="110954"/>
                    <a:pt x="178066" y="110060"/>
                  </a:cubicBezTo>
                  <a:lnTo>
                    <a:pt x="178066" y="80374"/>
                  </a:lnTo>
                  <a:close/>
                </a:path>
              </a:pathLst>
            </a:custGeom>
            <a:solidFill>
              <a:srgbClr val="00A3E0"/>
            </a:solidFill>
            <a:ln w="6390" cap="flat">
              <a:noFill/>
              <a:prstDash val="solid"/>
              <a:miter/>
            </a:ln>
          </p:spPr>
          <p:txBody>
            <a:bodyPr rtlCol="0" anchor="ctr"/>
            <a:lstStyle/>
            <a:p>
              <a:endParaRPr lang="en-US"/>
            </a:p>
          </p:txBody>
        </p:sp>
        <p:sp>
          <p:nvSpPr>
            <p:cNvPr id="1014" name="Freeform 1013">
              <a:extLst>
                <a:ext uri="{FF2B5EF4-FFF2-40B4-BE49-F238E27FC236}">
                  <a16:creationId xmlns:a16="http://schemas.microsoft.com/office/drawing/2014/main" id="{8F75CE7C-ABEB-7044-B546-DE184606D30C}"/>
                </a:ext>
              </a:extLst>
            </p:cNvPr>
            <p:cNvSpPr/>
            <p:nvPr/>
          </p:nvSpPr>
          <p:spPr>
            <a:xfrm>
              <a:off x="8958089" y="1964003"/>
              <a:ext cx="145653" cy="42389"/>
            </a:xfrm>
            <a:custGeom>
              <a:avLst/>
              <a:gdLst>
                <a:gd name="connsiteX0" fmla="*/ 6289 w 145653"/>
                <a:gd name="connsiteY0" fmla="*/ 42326 h 42389"/>
                <a:gd name="connsiteX1" fmla="*/ 11082 w 145653"/>
                <a:gd name="connsiteY1" fmla="*/ 40219 h 42389"/>
                <a:gd name="connsiteX2" fmla="*/ 72553 w 145653"/>
                <a:gd name="connsiteY2" fmla="*/ 12768 h 42389"/>
                <a:gd name="connsiteX3" fmla="*/ 122458 w 145653"/>
                <a:gd name="connsiteY3" fmla="*/ 29622 h 42389"/>
                <a:gd name="connsiteX4" fmla="*/ 117027 w 145653"/>
                <a:gd name="connsiteY4" fmla="*/ 29622 h 42389"/>
                <a:gd name="connsiteX5" fmla="*/ 110637 w 145653"/>
                <a:gd name="connsiteY5" fmla="*/ 36006 h 42389"/>
                <a:gd name="connsiteX6" fmla="*/ 117027 w 145653"/>
                <a:gd name="connsiteY6" fmla="*/ 42390 h 42389"/>
                <a:gd name="connsiteX7" fmla="*/ 139263 w 145653"/>
                <a:gd name="connsiteY7" fmla="*/ 42390 h 42389"/>
                <a:gd name="connsiteX8" fmla="*/ 145653 w 145653"/>
                <a:gd name="connsiteY8" fmla="*/ 36006 h 42389"/>
                <a:gd name="connsiteX9" fmla="*/ 145653 w 145653"/>
                <a:gd name="connsiteY9" fmla="*/ 13789 h 42389"/>
                <a:gd name="connsiteX10" fmla="*/ 139263 w 145653"/>
                <a:gd name="connsiteY10" fmla="*/ 7405 h 42389"/>
                <a:gd name="connsiteX11" fmla="*/ 132873 w 145653"/>
                <a:gd name="connsiteY11" fmla="*/ 13789 h 42389"/>
                <a:gd name="connsiteX12" fmla="*/ 132873 w 145653"/>
                <a:gd name="connsiteY12" fmla="*/ 21578 h 42389"/>
                <a:gd name="connsiteX13" fmla="*/ 72617 w 145653"/>
                <a:gd name="connsiteY13" fmla="*/ 0 h 42389"/>
                <a:gd name="connsiteX14" fmla="*/ 1625 w 145653"/>
                <a:gd name="connsiteY14" fmla="*/ 31728 h 42389"/>
                <a:gd name="connsiteX15" fmla="*/ 2136 w 145653"/>
                <a:gd name="connsiteY15" fmla="*/ 40730 h 42389"/>
                <a:gd name="connsiteX16" fmla="*/ 6289 w 145653"/>
                <a:gd name="connsiteY16" fmla="*/ 42326 h 4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5653" h="42389">
                  <a:moveTo>
                    <a:pt x="6289" y="42326"/>
                  </a:moveTo>
                  <a:cubicBezTo>
                    <a:pt x="8015" y="42326"/>
                    <a:pt x="9803" y="41624"/>
                    <a:pt x="11082" y="40219"/>
                  </a:cubicBezTo>
                  <a:cubicBezTo>
                    <a:pt x="26737" y="22727"/>
                    <a:pt x="49165" y="12768"/>
                    <a:pt x="72553" y="12768"/>
                  </a:cubicBezTo>
                  <a:cubicBezTo>
                    <a:pt x="90700" y="12768"/>
                    <a:pt x="108144" y="18705"/>
                    <a:pt x="122458" y="29622"/>
                  </a:cubicBezTo>
                  <a:lnTo>
                    <a:pt x="117027" y="29622"/>
                  </a:lnTo>
                  <a:cubicBezTo>
                    <a:pt x="113513" y="29622"/>
                    <a:pt x="110637" y="32494"/>
                    <a:pt x="110637" y="36006"/>
                  </a:cubicBezTo>
                  <a:cubicBezTo>
                    <a:pt x="110637" y="39517"/>
                    <a:pt x="113513" y="42390"/>
                    <a:pt x="117027" y="42390"/>
                  </a:cubicBezTo>
                  <a:lnTo>
                    <a:pt x="139263" y="42390"/>
                  </a:lnTo>
                  <a:cubicBezTo>
                    <a:pt x="142778" y="42390"/>
                    <a:pt x="145653" y="39517"/>
                    <a:pt x="145653" y="36006"/>
                  </a:cubicBezTo>
                  <a:lnTo>
                    <a:pt x="145653" y="13789"/>
                  </a:lnTo>
                  <a:cubicBezTo>
                    <a:pt x="145653" y="10278"/>
                    <a:pt x="142778" y="7405"/>
                    <a:pt x="139263" y="7405"/>
                  </a:cubicBezTo>
                  <a:cubicBezTo>
                    <a:pt x="135749" y="7405"/>
                    <a:pt x="132873" y="10278"/>
                    <a:pt x="132873" y="13789"/>
                  </a:cubicBezTo>
                  <a:lnTo>
                    <a:pt x="132873" y="21578"/>
                  </a:lnTo>
                  <a:cubicBezTo>
                    <a:pt x="115877" y="7661"/>
                    <a:pt x="94662" y="0"/>
                    <a:pt x="72617" y="0"/>
                  </a:cubicBezTo>
                  <a:cubicBezTo>
                    <a:pt x="45524" y="0"/>
                    <a:pt x="19644" y="11555"/>
                    <a:pt x="1625" y="31728"/>
                  </a:cubicBezTo>
                  <a:cubicBezTo>
                    <a:pt x="-740" y="34346"/>
                    <a:pt x="-484" y="38368"/>
                    <a:pt x="2136" y="40730"/>
                  </a:cubicBezTo>
                  <a:cubicBezTo>
                    <a:pt x="3286" y="41815"/>
                    <a:pt x="4820" y="42326"/>
                    <a:pt x="6289" y="42326"/>
                  </a:cubicBezTo>
                  <a:close/>
                </a:path>
              </a:pathLst>
            </a:custGeom>
            <a:solidFill>
              <a:srgbClr val="00A3E0"/>
            </a:solidFill>
            <a:ln w="6390" cap="flat">
              <a:noFill/>
              <a:prstDash val="solid"/>
              <a:miter/>
            </a:ln>
          </p:spPr>
          <p:txBody>
            <a:bodyPr rtlCol="0" anchor="ctr"/>
            <a:lstStyle/>
            <a:p>
              <a:endParaRPr lang="en-US"/>
            </a:p>
          </p:txBody>
        </p:sp>
      </p:grpSp>
      <p:grpSp>
        <p:nvGrpSpPr>
          <p:cNvPr id="1015" name="Graphic 4">
            <a:extLst>
              <a:ext uri="{FF2B5EF4-FFF2-40B4-BE49-F238E27FC236}">
                <a16:creationId xmlns:a16="http://schemas.microsoft.com/office/drawing/2014/main" id="{DD678B2C-1E43-A54F-A5B5-C6DFFC5841A2}"/>
              </a:ext>
            </a:extLst>
          </p:cNvPr>
          <p:cNvGrpSpPr/>
          <p:nvPr/>
        </p:nvGrpSpPr>
        <p:grpSpPr>
          <a:xfrm>
            <a:off x="8841052" y="2371109"/>
            <a:ext cx="362309" cy="361971"/>
            <a:chOff x="8841052" y="2371109"/>
            <a:chExt cx="362309" cy="361971"/>
          </a:xfrm>
          <a:solidFill>
            <a:srgbClr val="00A3E0"/>
          </a:solidFill>
        </p:grpSpPr>
        <p:sp>
          <p:nvSpPr>
            <p:cNvPr id="1016" name="Freeform 1015">
              <a:extLst>
                <a:ext uri="{FF2B5EF4-FFF2-40B4-BE49-F238E27FC236}">
                  <a16:creationId xmlns:a16="http://schemas.microsoft.com/office/drawing/2014/main" id="{1F16E048-F0C7-F949-8A07-AC3923AA9E84}"/>
                </a:ext>
              </a:extLst>
            </p:cNvPr>
            <p:cNvSpPr/>
            <p:nvPr/>
          </p:nvSpPr>
          <p:spPr>
            <a:xfrm>
              <a:off x="8841052" y="2371109"/>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30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9" y="0"/>
                    <a:pt x="0" y="81013"/>
                    <a:pt x="0" y="180986"/>
                  </a:cubicBezTo>
                  <a:cubicBezTo>
                    <a:pt x="0" y="280959"/>
                    <a:pt x="81089" y="361972"/>
                    <a:pt x="181155" y="361972"/>
                  </a:cubicBezTo>
                  <a:cubicBezTo>
                    <a:pt x="281221" y="361972"/>
                    <a:pt x="362310" y="280959"/>
                    <a:pt x="362310" y="180986"/>
                  </a:cubicBezTo>
                  <a:cubicBezTo>
                    <a:pt x="362246" y="81013"/>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30" y="88163"/>
                    <a:pt x="349530" y="180922"/>
                  </a:cubicBezTo>
                  <a:cubicBezTo>
                    <a:pt x="349530" y="273681"/>
                    <a:pt x="274001"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1017" name="Freeform 1016">
              <a:extLst>
                <a:ext uri="{FF2B5EF4-FFF2-40B4-BE49-F238E27FC236}">
                  <a16:creationId xmlns:a16="http://schemas.microsoft.com/office/drawing/2014/main" id="{45B7ACA1-8D39-114E-B93C-5141E576EAAC}"/>
                </a:ext>
              </a:extLst>
            </p:cNvPr>
            <p:cNvSpPr/>
            <p:nvPr/>
          </p:nvSpPr>
          <p:spPr>
            <a:xfrm>
              <a:off x="8933047" y="2493873"/>
              <a:ext cx="178299" cy="168473"/>
            </a:xfrm>
            <a:custGeom>
              <a:avLst/>
              <a:gdLst>
                <a:gd name="connsiteX0" fmla="*/ 178236 w 178299"/>
                <a:gd name="connsiteY0" fmla="*/ 80438 h 168473"/>
                <a:gd name="connsiteX1" fmla="*/ 157022 w 178299"/>
                <a:gd name="connsiteY1" fmla="*/ 59243 h 168473"/>
                <a:gd name="connsiteX2" fmla="*/ 145712 w 178299"/>
                <a:gd name="connsiteY2" fmla="*/ 62563 h 168473"/>
                <a:gd name="connsiteX3" fmla="*/ 127373 w 178299"/>
                <a:gd name="connsiteY3" fmla="*/ 51838 h 168473"/>
                <a:gd name="connsiteX4" fmla="*/ 118427 w 178299"/>
                <a:gd name="connsiteY4" fmla="*/ 53881 h 168473"/>
                <a:gd name="connsiteX5" fmla="*/ 97659 w 178299"/>
                <a:gd name="connsiteY5" fmla="*/ 37027 h 168473"/>
                <a:gd name="connsiteX6" fmla="*/ 89224 w 178299"/>
                <a:gd name="connsiteY6" fmla="*/ 38815 h 168473"/>
                <a:gd name="connsiteX7" fmla="*/ 89224 w 178299"/>
                <a:gd name="connsiteY7" fmla="*/ 21195 h 168473"/>
                <a:gd name="connsiteX8" fmla="*/ 68010 w 178299"/>
                <a:gd name="connsiteY8" fmla="*/ 0 h 168473"/>
                <a:gd name="connsiteX9" fmla="*/ 46796 w 178299"/>
                <a:gd name="connsiteY9" fmla="*/ 21195 h 168473"/>
                <a:gd name="connsiteX10" fmla="*/ 46796 w 178299"/>
                <a:gd name="connsiteY10" fmla="*/ 88993 h 168473"/>
                <a:gd name="connsiteX11" fmla="*/ 38361 w 178299"/>
                <a:gd name="connsiteY11" fmla="*/ 70288 h 168473"/>
                <a:gd name="connsiteX12" fmla="*/ 26092 w 178299"/>
                <a:gd name="connsiteY12" fmla="*/ 59626 h 168473"/>
                <a:gd name="connsiteX13" fmla="*/ 9862 w 178299"/>
                <a:gd name="connsiteY13" fmla="*/ 60776 h 168473"/>
                <a:gd name="connsiteX14" fmla="*/ 2705 w 178299"/>
                <a:gd name="connsiteY14" fmla="*/ 90461 h 168473"/>
                <a:gd name="connsiteX15" fmla="*/ 57211 w 178299"/>
                <a:gd name="connsiteY15" fmla="*/ 167516 h 168473"/>
                <a:gd name="connsiteX16" fmla="*/ 60597 w 178299"/>
                <a:gd name="connsiteY16" fmla="*/ 168473 h 168473"/>
                <a:gd name="connsiteX17" fmla="*/ 66029 w 178299"/>
                <a:gd name="connsiteY17" fmla="*/ 165473 h 168473"/>
                <a:gd name="connsiteX18" fmla="*/ 63984 w 178299"/>
                <a:gd name="connsiteY18" fmla="*/ 156663 h 168473"/>
                <a:gd name="connsiteX19" fmla="*/ 14654 w 178299"/>
                <a:gd name="connsiteY19" fmla="*/ 85801 h 168473"/>
                <a:gd name="connsiteX20" fmla="*/ 14334 w 178299"/>
                <a:gd name="connsiteY20" fmla="*/ 85099 h 168473"/>
                <a:gd name="connsiteX21" fmla="*/ 15613 w 178299"/>
                <a:gd name="connsiteY21" fmla="*/ 72203 h 168473"/>
                <a:gd name="connsiteX22" fmla="*/ 22066 w 178299"/>
                <a:gd name="connsiteY22" fmla="*/ 71756 h 168473"/>
                <a:gd name="connsiteX23" fmla="*/ 26731 w 178299"/>
                <a:gd name="connsiteY23" fmla="*/ 75459 h 168473"/>
                <a:gd name="connsiteX24" fmla="*/ 49032 w 178299"/>
                <a:gd name="connsiteY24" fmla="*/ 115039 h 168473"/>
                <a:gd name="connsiteX25" fmla="*/ 55869 w 178299"/>
                <a:gd name="connsiteY25" fmla="*/ 115997 h 168473"/>
                <a:gd name="connsiteX26" fmla="*/ 59576 w 178299"/>
                <a:gd name="connsiteY26" fmla="*/ 110188 h 168473"/>
                <a:gd name="connsiteX27" fmla="*/ 59576 w 178299"/>
                <a:gd name="connsiteY27" fmla="*/ 21195 h 168473"/>
                <a:gd name="connsiteX28" fmla="*/ 68010 w 178299"/>
                <a:gd name="connsiteY28" fmla="*/ 12768 h 168473"/>
                <a:gd name="connsiteX29" fmla="*/ 76444 w 178299"/>
                <a:gd name="connsiteY29" fmla="*/ 21195 h 168473"/>
                <a:gd name="connsiteX30" fmla="*/ 76444 w 178299"/>
                <a:gd name="connsiteY30" fmla="*/ 80502 h 168473"/>
                <a:gd name="connsiteX31" fmla="*/ 82834 w 178299"/>
                <a:gd name="connsiteY31" fmla="*/ 86886 h 168473"/>
                <a:gd name="connsiteX32" fmla="*/ 89224 w 178299"/>
                <a:gd name="connsiteY32" fmla="*/ 80502 h 168473"/>
                <a:gd name="connsiteX33" fmla="*/ 89224 w 178299"/>
                <a:gd name="connsiteY33" fmla="*/ 58286 h 168473"/>
                <a:gd name="connsiteX34" fmla="*/ 97659 w 178299"/>
                <a:gd name="connsiteY34" fmla="*/ 49859 h 168473"/>
                <a:gd name="connsiteX35" fmla="*/ 106094 w 178299"/>
                <a:gd name="connsiteY35" fmla="*/ 58286 h 168473"/>
                <a:gd name="connsiteX36" fmla="*/ 106094 w 178299"/>
                <a:gd name="connsiteY36" fmla="*/ 80502 h 168473"/>
                <a:gd name="connsiteX37" fmla="*/ 112484 w 178299"/>
                <a:gd name="connsiteY37" fmla="*/ 86886 h 168473"/>
                <a:gd name="connsiteX38" fmla="*/ 118874 w 178299"/>
                <a:gd name="connsiteY38" fmla="*/ 80502 h 168473"/>
                <a:gd name="connsiteX39" fmla="*/ 118874 w 178299"/>
                <a:gd name="connsiteY39" fmla="*/ 73097 h 168473"/>
                <a:gd name="connsiteX40" fmla="*/ 127309 w 178299"/>
                <a:gd name="connsiteY40" fmla="*/ 64670 h 168473"/>
                <a:gd name="connsiteX41" fmla="*/ 135743 w 178299"/>
                <a:gd name="connsiteY41" fmla="*/ 73097 h 168473"/>
                <a:gd name="connsiteX42" fmla="*/ 135743 w 178299"/>
                <a:gd name="connsiteY42" fmla="*/ 80502 h 168473"/>
                <a:gd name="connsiteX43" fmla="*/ 142133 w 178299"/>
                <a:gd name="connsiteY43" fmla="*/ 86886 h 168473"/>
                <a:gd name="connsiteX44" fmla="*/ 148523 w 178299"/>
                <a:gd name="connsiteY44" fmla="*/ 80502 h 168473"/>
                <a:gd name="connsiteX45" fmla="*/ 156958 w 178299"/>
                <a:gd name="connsiteY45" fmla="*/ 72075 h 168473"/>
                <a:gd name="connsiteX46" fmla="*/ 165392 w 178299"/>
                <a:gd name="connsiteY46" fmla="*/ 80502 h 168473"/>
                <a:gd name="connsiteX47" fmla="*/ 165392 w 178299"/>
                <a:gd name="connsiteY47" fmla="*/ 110635 h 168473"/>
                <a:gd name="connsiteX48" fmla="*/ 152038 w 178299"/>
                <a:gd name="connsiteY48" fmla="*/ 157940 h 168473"/>
                <a:gd name="connsiteX49" fmla="*/ 152805 w 178299"/>
                <a:gd name="connsiteY49" fmla="*/ 166941 h 168473"/>
                <a:gd name="connsiteX50" fmla="*/ 156958 w 178299"/>
                <a:gd name="connsiteY50" fmla="*/ 168473 h 168473"/>
                <a:gd name="connsiteX51" fmla="*/ 161815 w 178299"/>
                <a:gd name="connsiteY51" fmla="*/ 166239 h 168473"/>
                <a:gd name="connsiteX52" fmla="*/ 178172 w 178299"/>
                <a:gd name="connsiteY52" fmla="*/ 110188 h 168473"/>
                <a:gd name="connsiteX53" fmla="*/ 178172 w 178299"/>
                <a:gd name="connsiteY53" fmla="*/ 80438 h 168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78299" h="168473">
                  <a:moveTo>
                    <a:pt x="178236" y="80438"/>
                  </a:moveTo>
                  <a:cubicBezTo>
                    <a:pt x="178236" y="68756"/>
                    <a:pt x="168715" y="59243"/>
                    <a:pt x="157022" y="59243"/>
                  </a:cubicBezTo>
                  <a:cubicBezTo>
                    <a:pt x="152868" y="59243"/>
                    <a:pt x="148971" y="60520"/>
                    <a:pt x="145712" y="62563"/>
                  </a:cubicBezTo>
                  <a:cubicBezTo>
                    <a:pt x="142069" y="56179"/>
                    <a:pt x="135232" y="51838"/>
                    <a:pt x="127373" y="51838"/>
                  </a:cubicBezTo>
                  <a:cubicBezTo>
                    <a:pt x="124178" y="51838"/>
                    <a:pt x="121174" y="52604"/>
                    <a:pt x="118427" y="53881"/>
                  </a:cubicBezTo>
                  <a:cubicBezTo>
                    <a:pt x="116381" y="44241"/>
                    <a:pt x="107883" y="37027"/>
                    <a:pt x="97659" y="37027"/>
                  </a:cubicBezTo>
                  <a:cubicBezTo>
                    <a:pt x="94656" y="37027"/>
                    <a:pt x="91780" y="37666"/>
                    <a:pt x="89224" y="38815"/>
                  </a:cubicBezTo>
                  <a:lnTo>
                    <a:pt x="89224" y="21195"/>
                  </a:lnTo>
                  <a:cubicBezTo>
                    <a:pt x="89224" y="9512"/>
                    <a:pt x="79703" y="0"/>
                    <a:pt x="68010" y="0"/>
                  </a:cubicBezTo>
                  <a:cubicBezTo>
                    <a:pt x="56317" y="0"/>
                    <a:pt x="46796" y="9512"/>
                    <a:pt x="46796" y="21195"/>
                  </a:cubicBezTo>
                  <a:lnTo>
                    <a:pt x="46796" y="88993"/>
                  </a:lnTo>
                  <a:cubicBezTo>
                    <a:pt x="43537" y="82545"/>
                    <a:pt x="40469" y="75586"/>
                    <a:pt x="38361" y="70288"/>
                  </a:cubicBezTo>
                  <a:cubicBezTo>
                    <a:pt x="35804" y="65244"/>
                    <a:pt x="31460" y="61414"/>
                    <a:pt x="26092" y="59626"/>
                  </a:cubicBezTo>
                  <a:cubicBezTo>
                    <a:pt x="20724" y="57839"/>
                    <a:pt x="14973" y="58222"/>
                    <a:pt x="9862" y="60776"/>
                  </a:cubicBezTo>
                  <a:cubicBezTo>
                    <a:pt x="-874" y="66138"/>
                    <a:pt x="-2151" y="80247"/>
                    <a:pt x="2705" y="90461"/>
                  </a:cubicBezTo>
                  <a:cubicBezTo>
                    <a:pt x="4621" y="95632"/>
                    <a:pt x="23919" y="146832"/>
                    <a:pt x="57211" y="167516"/>
                  </a:cubicBezTo>
                  <a:cubicBezTo>
                    <a:pt x="58233" y="168154"/>
                    <a:pt x="59448" y="168473"/>
                    <a:pt x="60597" y="168473"/>
                  </a:cubicBezTo>
                  <a:cubicBezTo>
                    <a:pt x="62707" y="168473"/>
                    <a:pt x="64815" y="167388"/>
                    <a:pt x="66029" y="165473"/>
                  </a:cubicBezTo>
                  <a:cubicBezTo>
                    <a:pt x="67882" y="162472"/>
                    <a:pt x="66987" y="158578"/>
                    <a:pt x="63984" y="156663"/>
                  </a:cubicBezTo>
                  <a:cubicBezTo>
                    <a:pt x="33504" y="137703"/>
                    <a:pt x="14846" y="86312"/>
                    <a:pt x="14654" y="85801"/>
                  </a:cubicBezTo>
                  <a:cubicBezTo>
                    <a:pt x="14590" y="85546"/>
                    <a:pt x="14462" y="85290"/>
                    <a:pt x="14334" y="85099"/>
                  </a:cubicBezTo>
                  <a:cubicBezTo>
                    <a:pt x="12034" y="80566"/>
                    <a:pt x="12098" y="73927"/>
                    <a:pt x="15613" y="72203"/>
                  </a:cubicBezTo>
                  <a:cubicBezTo>
                    <a:pt x="17657" y="71182"/>
                    <a:pt x="19957" y="71054"/>
                    <a:pt x="22066" y="71756"/>
                  </a:cubicBezTo>
                  <a:cubicBezTo>
                    <a:pt x="24239" y="72458"/>
                    <a:pt x="25964" y="73990"/>
                    <a:pt x="26731" y="75459"/>
                  </a:cubicBezTo>
                  <a:cubicBezTo>
                    <a:pt x="27945" y="78587"/>
                    <a:pt x="39127" y="106549"/>
                    <a:pt x="49032" y="115039"/>
                  </a:cubicBezTo>
                  <a:cubicBezTo>
                    <a:pt x="50948" y="116635"/>
                    <a:pt x="53569" y="117019"/>
                    <a:pt x="55869" y="115997"/>
                  </a:cubicBezTo>
                  <a:cubicBezTo>
                    <a:pt x="58169" y="114976"/>
                    <a:pt x="59576" y="112677"/>
                    <a:pt x="59576" y="110188"/>
                  </a:cubicBezTo>
                  <a:lnTo>
                    <a:pt x="59576" y="21195"/>
                  </a:lnTo>
                  <a:cubicBezTo>
                    <a:pt x="59576" y="16534"/>
                    <a:pt x="63345" y="12768"/>
                    <a:pt x="68010" y="12768"/>
                  </a:cubicBezTo>
                  <a:cubicBezTo>
                    <a:pt x="72674" y="12768"/>
                    <a:pt x="76444" y="16534"/>
                    <a:pt x="76444" y="21195"/>
                  </a:cubicBezTo>
                  <a:lnTo>
                    <a:pt x="76444" y="80502"/>
                  </a:lnTo>
                  <a:cubicBezTo>
                    <a:pt x="76444" y="84013"/>
                    <a:pt x="79320" y="86886"/>
                    <a:pt x="82834" y="86886"/>
                  </a:cubicBezTo>
                  <a:cubicBezTo>
                    <a:pt x="86349" y="86886"/>
                    <a:pt x="89224" y="84013"/>
                    <a:pt x="89224" y="80502"/>
                  </a:cubicBezTo>
                  <a:lnTo>
                    <a:pt x="89224" y="58286"/>
                  </a:lnTo>
                  <a:cubicBezTo>
                    <a:pt x="89224" y="53626"/>
                    <a:pt x="92995" y="49859"/>
                    <a:pt x="97659" y="49859"/>
                  </a:cubicBezTo>
                  <a:cubicBezTo>
                    <a:pt x="102324" y="49859"/>
                    <a:pt x="106094" y="53626"/>
                    <a:pt x="106094" y="58286"/>
                  </a:cubicBezTo>
                  <a:lnTo>
                    <a:pt x="106094" y="80502"/>
                  </a:lnTo>
                  <a:cubicBezTo>
                    <a:pt x="106094" y="84013"/>
                    <a:pt x="108970" y="86886"/>
                    <a:pt x="112484" y="86886"/>
                  </a:cubicBezTo>
                  <a:cubicBezTo>
                    <a:pt x="115998" y="86886"/>
                    <a:pt x="118874" y="84013"/>
                    <a:pt x="118874" y="80502"/>
                  </a:cubicBezTo>
                  <a:lnTo>
                    <a:pt x="118874" y="73097"/>
                  </a:lnTo>
                  <a:cubicBezTo>
                    <a:pt x="118874" y="68436"/>
                    <a:pt x="122644" y="64670"/>
                    <a:pt x="127309" y="64670"/>
                  </a:cubicBezTo>
                  <a:cubicBezTo>
                    <a:pt x="131973" y="64670"/>
                    <a:pt x="135743" y="68436"/>
                    <a:pt x="135743" y="73097"/>
                  </a:cubicBezTo>
                  <a:lnTo>
                    <a:pt x="135743" y="80502"/>
                  </a:lnTo>
                  <a:cubicBezTo>
                    <a:pt x="135743" y="84013"/>
                    <a:pt x="138619" y="86886"/>
                    <a:pt x="142133" y="86886"/>
                  </a:cubicBezTo>
                  <a:cubicBezTo>
                    <a:pt x="145648" y="86886"/>
                    <a:pt x="148523" y="84013"/>
                    <a:pt x="148523" y="80502"/>
                  </a:cubicBezTo>
                  <a:cubicBezTo>
                    <a:pt x="148523" y="75842"/>
                    <a:pt x="152293" y="72075"/>
                    <a:pt x="156958" y="72075"/>
                  </a:cubicBezTo>
                  <a:cubicBezTo>
                    <a:pt x="161623" y="72075"/>
                    <a:pt x="165392" y="75842"/>
                    <a:pt x="165392" y="80502"/>
                  </a:cubicBezTo>
                  <a:lnTo>
                    <a:pt x="165392" y="110635"/>
                  </a:lnTo>
                  <a:cubicBezTo>
                    <a:pt x="165392" y="110954"/>
                    <a:pt x="167374" y="139873"/>
                    <a:pt x="152038" y="157940"/>
                  </a:cubicBezTo>
                  <a:cubicBezTo>
                    <a:pt x="149737" y="160621"/>
                    <a:pt x="150056" y="164643"/>
                    <a:pt x="152805" y="166941"/>
                  </a:cubicBezTo>
                  <a:cubicBezTo>
                    <a:pt x="154018" y="167963"/>
                    <a:pt x="155488" y="168473"/>
                    <a:pt x="156958" y="168473"/>
                  </a:cubicBezTo>
                  <a:cubicBezTo>
                    <a:pt x="158747" y="168473"/>
                    <a:pt x="160600" y="167707"/>
                    <a:pt x="161815" y="166239"/>
                  </a:cubicBezTo>
                  <a:cubicBezTo>
                    <a:pt x="180601" y="144087"/>
                    <a:pt x="178236" y="111081"/>
                    <a:pt x="178172" y="110188"/>
                  </a:cubicBezTo>
                  <a:lnTo>
                    <a:pt x="178172" y="80438"/>
                  </a:lnTo>
                  <a:close/>
                </a:path>
              </a:pathLst>
            </a:custGeom>
            <a:solidFill>
              <a:srgbClr val="00A3E0"/>
            </a:solidFill>
            <a:ln w="6390" cap="flat">
              <a:noFill/>
              <a:prstDash val="solid"/>
              <a:miter/>
            </a:ln>
          </p:spPr>
          <p:txBody>
            <a:bodyPr rtlCol="0" anchor="ctr"/>
            <a:lstStyle/>
            <a:p>
              <a:endParaRPr lang="en-US"/>
            </a:p>
          </p:txBody>
        </p:sp>
        <p:sp>
          <p:nvSpPr>
            <p:cNvPr id="1018" name="Freeform 1017">
              <a:extLst>
                <a:ext uri="{FF2B5EF4-FFF2-40B4-BE49-F238E27FC236}">
                  <a16:creationId xmlns:a16="http://schemas.microsoft.com/office/drawing/2014/main" id="{9CA429B7-AC6B-7646-A6BE-AF32A2205399}"/>
                </a:ext>
              </a:extLst>
            </p:cNvPr>
            <p:cNvSpPr/>
            <p:nvPr/>
          </p:nvSpPr>
          <p:spPr>
            <a:xfrm>
              <a:off x="8950065" y="2441844"/>
              <a:ext cx="153805" cy="42453"/>
            </a:xfrm>
            <a:custGeom>
              <a:avLst/>
              <a:gdLst>
                <a:gd name="connsiteX0" fmla="*/ 6390 w 153805"/>
                <a:gd name="connsiteY0" fmla="*/ 42453 h 42453"/>
                <a:gd name="connsiteX1" fmla="*/ 28691 w 153805"/>
                <a:gd name="connsiteY1" fmla="*/ 42453 h 42453"/>
                <a:gd name="connsiteX2" fmla="*/ 35081 w 153805"/>
                <a:gd name="connsiteY2" fmla="*/ 36069 h 42453"/>
                <a:gd name="connsiteX3" fmla="*/ 28691 w 153805"/>
                <a:gd name="connsiteY3" fmla="*/ 29685 h 42453"/>
                <a:gd name="connsiteX4" fmla="*/ 21917 w 153805"/>
                <a:gd name="connsiteY4" fmla="*/ 29685 h 42453"/>
                <a:gd name="connsiteX5" fmla="*/ 80641 w 153805"/>
                <a:gd name="connsiteY5" fmla="*/ 12768 h 42453"/>
                <a:gd name="connsiteX6" fmla="*/ 130674 w 153805"/>
                <a:gd name="connsiteY6" fmla="*/ 29685 h 42453"/>
                <a:gd name="connsiteX7" fmla="*/ 125179 w 153805"/>
                <a:gd name="connsiteY7" fmla="*/ 29685 h 42453"/>
                <a:gd name="connsiteX8" fmla="*/ 118789 w 153805"/>
                <a:gd name="connsiteY8" fmla="*/ 36069 h 42453"/>
                <a:gd name="connsiteX9" fmla="*/ 125179 w 153805"/>
                <a:gd name="connsiteY9" fmla="*/ 42453 h 42453"/>
                <a:gd name="connsiteX10" fmla="*/ 147416 w 153805"/>
                <a:gd name="connsiteY10" fmla="*/ 42453 h 42453"/>
                <a:gd name="connsiteX11" fmla="*/ 153805 w 153805"/>
                <a:gd name="connsiteY11" fmla="*/ 36069 h 42453"/>
                <a:gd name="connsiteX12" fmla="*/ 153805 w 153805"/>
                <a:gd name="connsiteY12" fmla="*/ 13789 h 42453"/>
                <a:gd name="connsiteX13" fmla="*/ 147416 w 153805"/>
                <a:gd name="connsiteY13" fmla="*/ 7405 h 42453"/>
                <a:gd name="connsiteX14" fmla="*/ 141026 w 153805"/>
                <a:gd name="connsiteY14" fmla="*/ 13789 h 42453"/>
                <a:gd name="connsiteX15" fmla="*/ 141026 w 153805"/>
                <a:gd name="connsiteY15" fmla="*/ 21642 h 42453"/>
                <a:gd name="connsiteX16" fmla="*/ 80641 w 153805"/>
                <a:gd name="connsiteY16" fmla="*/ 0 h 42453"/>
                <a:gd name="connsiteX17" fmla="*/ 12780 w 153805"/>
                <a:gd name="connsiteY17" fmla="*/ 20556 h 42453"/>
                <a:gd name="connsiteX18" fmla="*/ 12780 w 153805"/>
                <a:gd name="connsiteY18" fmla="*/ 13789 h 42453"/>
                <a:gd name="connsiteX19" fmla="*/ 6390 w 153805"/>
                <a:gd name="connsiteY19" fmla="*/ 7405 h 42453"/>
                <a:gd name="connsiteX20" fmla="*/ 0 w 153805"/>
                <a:gd name="connsiteY20" fmla="*/ 13789 h 42453"/>
                <a:gd name="connsiteX21" fmla="*/ 0 w 153805"/>
                <a:gd name="connsiteY21" fmla="*/ 36069 h 42453"/>
                <a:gd name="connsiteX22" fmla="*/ 6390 w 153805"/>
                <a:gd name="connsiteY22" fmla="*/ 42453 h 42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805" h="42453">
                  <a:moveTo>
                    <a:pt x="6390" y="42453"/>
                  </a:moveTo>
                  <a:lnTo>
                    <a:pt x="28691" y="42453"/>
                  </a:lnTo>
                  <a:cubicBezTo>
                    <a:pt x="32205" y="42453"/>
                    <a:pt x="35081" y="39581"/>
                    <a:pt x="35081" y="36069"/>
                  </a:cubicBezTo>
                  <a:cubicBezTo>
                    <a:pt x="35081" y="32558"/>
                    <a:pt x="32205" y="29685"/>
                    <a:pt x="28691" y="29685"/>
                  </a:cubicBezTo>
                  <a:lnTo>
                    <a:pt x="21917" y="29685"/>
                  </a:lnTo>
                  <a:cubicBezTo>
                    <a:pt x="34442" y="17939"/>
                    <a:pt x="52333" y="12768"/>
                    <a:pt x="80641" y="12768"/>
                  </a:cubicBezTo>
                  <a:cubicBezTo>
                    <a:pt x="98788" y="12768"/>
                    <a:pt x="116361" y="18769"/>
                    <a:pt x="130674" y="29685"/>
                  </a:cubicBezTo>
                  <a:lnTo>
                    <a:pt x="125179" y="29685"/>
                  </a:lnTo>
                  <a:cubicBezTo>
                    <a:pt x="121664" y="29685"/>
                    <a:pt x="118789" y="32558"/>
                    <a:pt x="118789" y="36069"/>
                  </a:cubicBezTo>
                  <a:cubicBezTo>
                    <a:pt x="118789" y="39581"/>
                    <a:pt x="121664" y="42453"/>
                    <a:pt x="125179" y="42453"/>
                  </a:cubicBezTo>
                  <a:lnTo>
                    <a:pt x="147416" y="42453"/>
                  </a:lnTo>
                  <a:cubicBezTo>
                    <a:pt x="150930" y="42453"/>
                    <a:pt x="153805" y="39581"/>
                    <a:pt x="153805" y="36069"/>
                  </a:cubicBezTo>
                  <a:lnTo>
                    <a:pt x="153805" y="13789"/>
                  </a:lnTo>
                  <a:cubicBezTo>
                    <a:pt x="153805" y="10278"/>
                    <a:pt x="150930" y="7405"/>
                    <a:pt x="147416" y="7405"/>
                  </a:cubicBezTo>
                  <a:cubicBezTo>
                    <a:pt x="143902" y="7405"/>
                    <a:pt x="141026" y="10278"/>
                    <a:pt x="141026" y="13789"/>
                  </a:cubicBezTo>
                  <a:lnTo>
                    <a:pt x="141026" y="21642"/>
                  </a:lnTo>
                  <a:cubicBezTo>
                    <a:pt x="123965" y="7725"/>
                    <a:pt x="102750" y="0"/>
                    <a:pt x="80641" y="0"/>
                  </a:cubicBezTo>
                  <a:cubicBezTo>
                    <a:pt x="58915" y="0"/>
                    <a:pt x="32014" y="2426"/>
                    <a:pt x="12780" y="20556"/>
                  </a:cubicBezTo>
                  <a:lnTo>
                    <a:pt x="12780" y="13789"/>
                  </a:lnTo>
                  <a:cubicBezTo>
                    <a:pt x="12780" y="10278"/>
                    <a:pt x="9904" y="7405"/>
                    <a:pt x="6390" y="7405"/>
                  </a:cubicBezTo>
                  <a:cubicBezTo>
                    <a:pt x="2875" y="7405"/>
                    <a:pt x="0" y="10278"/>
                    <a:pt x="0" y="13789"/>
                  </a:cubicBezTo>
                  <a:lnTo>
                    <a:pt x="0" y="36069"/>
                  </a:lnTo>
                  <a:cubicBezTo>
                    <a:pt x="0" y="39581"/>
                    <a:pt x="2875" y="42453"/>
                    <a:pt x="6390" y="42453"/>
                  </a:cubicBezTo>
                  <a:close/>
                </a:path>
              </a:pathLst>
            </a:custGeom>
            <a:solidFill>
              <a:srgbClr val="00A3E0"/>
            </a:solidFill>
            <a:ln w="6390" cap="flat">
              <a:noFill/>
              <a:prstDash val="solid"/>
              <a:miter/>
            </a:ln>
          </p:spPr>
          <p:txBody>
            <a:bodyPr rtlCol="0" anchor="ctr"/>
            <a:lstStyle/>
            <a:p>
              <a:endParaRPr lang="en-US"/>
            </a:p>
          </p:txBody>
        </p:sp>
      </p:grpSp>
      <p:grpSp>
        <p:nvGrpSpPr>
          <p:cNvPr id="1019" name="Graphic 4">
            <a:extLst>
              <a:ext uri="{FF2B5EF4-FFF2-40B4-BE49-F238E27FC236}">
                <a16:creationId xmlns:a16="http://schemas.microsoft.com/office/drawing/2014/main" id="{1229E952-52D1-CA47-8321-4CDAA986D75C}"/>
              </a:ext>
            </a:extLst>
          </p:cNvPr>
          <p:cNvGrpSpPr/>
          <p:nvPr/>
        </p:nvGrpSpPr>
        <p:grpSpPr>
          <a:xfrm>
            <a:off x="7801666" y="2371109"/>
            <a:ext cx="362309" cy="361971"/>
            <a:chOff x="7801666" y="2371109"/>
            <a:chExt cx="362309" cy="361971"/>
          </a:xfrm>
          <a:solidFill>
            <a:srgbClr val="00A3E0"/>
          </a:solidFill>
        </p:grpSpPr>
        <p:sp>
          <p:nvSpPr>
            <p:cNvPr id="1020" name="Freeform 1019">
              <a:extLst>
                <a:ext uri="{FF2B5EF4-FFF2-40B4-BE49-F238E27FC236}">
                  <a16:creationId xmlns:a16="http://schemas.microsoft.com/office/drawing/2014/main" id="{D2370807-E1FF-8B43-AC2D-88DD4F77E721}"/>
                </a:ext>
              </a:extLst>
            </p:cNvPr>
            <p:cNvSpPr/>
            <p:nvPr/>
          </p:nvSpPr>
          <p:spPr>
            <a:xfrm>
              <a:off x="7801666" y="2371109"/>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09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29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2"/>
                    <a:pt x="181155" y="361972"/>
                  </a:cubicBezTo>
                  <a:cubicBezTo>
                    <a:pt x="281220" y="361972"/>
                    <a:pt x="362309" y="280959"/>
                    <a:pt x="362309" y="180986"/>
                  </a:cubicBezTo>
                  <a:cubicBezTo>
                    <a:pt x="362309" y="81013"/>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29" y="88163"/>
                    <a:pt x="349529" y="180922"/>
                  </a:cubicBezTo>
                  <a:cubicBezTo>
                    <a:pt x="349529" y="273681"/>
                    <a:pt x="273937"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1021" name="Freeform 1020">
              <a:extLst>
                <a:ext uri="{FF2B5EF4-FFF2-40B4-BE49-F238E27FC236}">
                  <a16:creationId xmlns:a16="http://schemas.microsoft.com/office/drawing/2014/main" id="{25BA0120-94D4-9646-B382-06676A8868B4}"/>
                </a:ext>
              </a:extLst>
            </p:cNvPr>
            <p:cNvSpPr/>
            <p:nvPr/>
          </p:nvSpPr>
          <p:spPr>
            <a:xfrm>
              <a:off x="7883758" y="2475041"/>
              <a:ext cx="198180" cy="187178"/>
            </a:xfrm>
            <a:custGeom>
              <a:avLst/>
              <a:gdLst>
                <a:gd name="connsiteX0" fmla="*/ 198043 w 198180"/>
                <a:gd name="connsiteY0" fmla="*/ 89503 h 187178"/>
                <a:gd name="connsiteX1" fmla="*/ 175039 w 198180"/>
                <a:gd name="connsiteY1" fmla="*/ 66521 h 187178"/>
                <a:gd name="connsiteX2" fmla="*/ 162067 w 198180"/>
                <a:gd name="connsiteY2" fmla="*/ 70543 h 187178"/>
                <a:gd name="connsiteX3" fmla="*/ 141811 w 198180"/>
                <a:gd name="connsiteY3" fmla="*/ 58222 h 187178"/>
                <a:gd name="connsiteX4" fmla="*/ 131204 w 198180"/>
                <a:gd name="connsiteY4" fmla="*/ 60903 h 187178"/>
                <a:gd name="connsiteX5" fmla="*/ 108584 w 198180"/>
                <a:gd name="connsiteY5" fmla="*/ 41560 h 187178"/>
                <a:gd name="connsiteX6" fmla="*/ 98360 w 198180"/>
                <a:gd name="connsiteY6" fmla="*/ 44049 h 187178"/>
                <a:gd name="connsiteX7" fmla="*/ 98360 w 198180"/>
                <a:gd name="connsiteY7" fmla="*/ 22982 h 187178"/>
                <a:gd name="connsiteX8" fmla="*/ 75356 w 198180"/>
                <a:gd name="connsiteY8" fmla="*/ 0 h 187178"/>
                <a:gd name="connsiteX9" fmla="*/ 52352 w 198180"/>
                <a:gd name="connsiteY9" fmla="*/ 22982 h 187178"/>
                <a:gd name="connsiteX10" fmla="*/ 52352 w 198180"/>
                <a:gd name="connsiteY10" fmla="*/ 102016 h 187178"/>
                <a:gd name="connsiteX11" fmla="*/ 41489 w 198180"/>
                <a:gd name="connsiteY11" fmla="*/ 78267 h 187178"/>
                <a:gd name="connsiteX12" fmla="*/ 10625 w 198180"/>
                <a:gd name="connsiteY12" fmla="*/ 67989 h 187178"/>
                <a:gd name="connsiteX13" fmla="*/ 3022 w 198180"/>
                <a:gd name="connsiteY13" fmla="*/ 100228 h 187178"/>
                <a:gd name="connsiteX14" fmla="*/ 63726 w 198180"/>
                <a:gd name="connsiteY14" fmla="*/ 186221 h 187178"/>
                <a:gd name="connsiteX15" fmla="*/ 67113 w 198180"/>
                <a:gd name="connsiteY15" fmla="*/ 187178 h 187178"/>
                <a:gd name="connsiteX16" fmla="*/ 72544 w 198180"/>
                <a:gd name="connsiteY16" fmla="*/ 184178 h 187178"/>
                <a:gd name="connsiteX17" fmla="*/ 70500 w 198180"/>
                <a:gd name="connsiteY17" fmla="*/ 175368 h 187178"/>
                <a:gd name="connsiteX18" fmla="*/ 14971 w 198180"/>
                <a:gd name="connsiteY18" fmla="*/ 95568 h 187178"/>
                <a:gd name="connsiteX19" fmla="*/ 14651 w 198180"/>
                <a:gd name="connsiteY19" fmla="*/ 94866 h 187178"/>
                <a:gd name="connsiteX20" fmla="*/ 16377 w 198180"/>
                <a:gd name="connsiteY20" fmla="*/ 79417 h 187178"/>
                <a:gd name="connsiteX21" fmla="*/ 29859 w 198180"/>
                <a:gd name="connsiteY21" fmla="*/ 83439 h 187178"/>
                <a:gd name="connsiteX22" fmla="*/ 54588 w 198180"/>
                <a:gd name="connsiteY22" fmla="*/ 127488 h 187178"/>
                <a:gd name="connsiteX23" fmla="*/ 61426 w 198180"/>
                <a:gd name="connsiteY23" fmla="*/ 128446 h 187178"/>
                <a:gd name="connsiteX24" fmla="*/ 65132 w 198180"/>
                <a:gd name="connsiteY24" fmla="*/ 122636 h 187178"/>
                <a:gd name="connsiteX25" fmla="*/ 65132 w 198180"/>
                <a:gd name="connsiteY25" fmla="*/ 22982 h 187178"/>
                <a:gd name="connsiteX26" fmla="*/ 75356 w 198180"/>
                <a:gd name="connsiteY26" fmla="*/ 12768 h 187178"/>
                <a:gd name="connsiteX27" fmla="*/ 85580 w 198180"/>
                <a:gd name="connsiteY27" fmla="*/ 22982 h 187178"/>
                <a:gd name="connsiteX28" fmla="*/ 85580 w 198180"/>
                <a:gd name="connsiteY28" fmla="*/ 89439 h 187178"/>
                <a:gd name="connsiteX29" fmla="*/ 91970 w 198180"/>
                <a:gd name="connsiteY29" fmla="*/ 95823 h 187178"/>
                <a:gd name="connsiteX30" fmla="*/ 98360 w 198180"/>
                <a:gd name="connsiteY30" fmla="*/ 89439 h 187178"/>
                <a:gd name="connsiteX31" fmla="*/ 98360 w 198180"/>
                <a:gd name="connsiteY31" fmla="*/ 64542 h 187178"/>
                <a:gd name="connsiteX32" fmla="*/ 108584 w 198180"/>
                <a:gd name="connsiteY32" fmla="*/ 54328 h 187178"/>
                <a:gd name="connsiteX33" fmla="*/ 118807 w 198180"/>
                <a:gd name="connsiteY33" fmla="*/ 64542 h 187178"/>
                <a:gd name="connsiteX34" fmla="*/ 118807 w 198180"/>
                <a:gd name="connsiteY34" fmla="*/ 89439 h 187178"/>
                <a:gd name="connsiteX35" fmla="*/ 125197 w 198180"/>
                <a:gd name="connsiteY35" fmla="*/ 95823 h 187178"/>
                <a:gd name="connsiteX36" fmla="*/ 131587 w 198180"/>
                <a:gd name="connsiteY36" fmla="*/ 89439 h 187178"/>
                <a:gd name="connsiteX37" fmla="*/ 131587 w 198180"/>
                <a:gd name="connsiteY37" fmla="*/ 81140 h 187178"/>
                <a:gd name="connsiteX38" fmla="*/ 141811 w 198180"/>
                <a:gd name="connsiteY38" fmla="*/ 70926 h 187178"/>
                <a:gd name="connsiteX39" fmla="*/ 152035 w 198180"/>
                <a:gd name="connsiteY39" fmla="*/ 81140 h 187178"/>
                <a:gd name="connsiteX40" fmla="*/ 152035 w 198180"/>
                <a:gd name="connsiteY40" fmla="*/ 89439 h 187178"/>
                <a:gd name="connsiteX41" fmla="*/ 158425 w 198180"/>
                <a:gd name="connsiteY41" fmla="*/ 95823 h 187178"/>
                <a:gd name="connsiteX42" fmla="*/ 164815 w 198180"/>
                <a:gd name="connsiteY42" fmla="*/ 89439 h 187178"/>
                <a:gd name="connsiteX43" fmla="*/ 175039 w 198180"/>
                <a:gd name="connsiteY43" fmla="*/ 79225 h 187178"/>
                <a:gd name="connsiteX44" fmla="*/ 185263 w 198180"/>
                <a:gd name="connsiteY44" fmla="*/ 89439 h 187178"/>
                <a:gd name="connsiteX45" fmla="*/ 185263 w 198180"/>
                <a:gd name="connsiteY45" fmla="*/ 123147 h 187178"/>
                <a:gd name="connsiteX46" fmla="*/ 170119 w 198180"/>
                <a:gd name="connsiteY46" fmla="*/ 176645 h 187178"/>
                <a:gd name="connsiteX47" fmla="*/ 170886 w 198180"/>
                <a:gd name="connsiteY47" fmla="*/ 185646 h 187178"/>
                <a:gd name="connsiteX48" fmla="*/ 175039 w 198180"/>
                <a:gd name="connsiteY48" fmla="*/ 187178 h 187178"/>
                <a:gd name="connsiteX49" fmla="*/ 179896 w 198180"/>
                <a:gd name="connsiteY49" fmla="*/ 184944 h 187178"/>
                <a:gd name="connsiteX50" fmla="*/ 198043 w 198180"/>
                <a:gd name="connsiteY50" fmla="*/ 122700 h 187178"/>
                <a:gd name="connsiteX51" fmla="*/ 198043 w 198180"/>
                <a:gd name="connsiteY51" fmla="*/ 89503 h 187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98180" h="187178">
                  <a:moveTo>
                    <a:pt x="198043" y="89503"/>
                  </a:moveTo>
                  <a:cubicBezTo>
                    <a:pt x="198043" y="76799"/>
                    <a:pt x="187691" y="66521"/>
                    <a:pt x="175039" y="66521"/>
                  </a:cubicBezTo>
                  <a:cubicBezTo>
                    <a:pt x="170247" y="66521"/>
                    <a:pt x="165773" y="67989"/>
                    <a:pt x="162067" y="70543"/>
                  </a:cubicBezTo>
                  <a:cubicBezTo>
                    <a:pt x="158234" y="63265"/>
                    <a:pt x="150629" y="58222"/>
                    <a:pt x="141811" y="58222"/>
                  </a:cubicBezTo>
                  <a:cubicBezTo>
                    <a:pt x="137977" y="58222"/>
                    <a:pt x="134399" y="59243"/>
                    <a:pt x="131204" y="60903"/>
                  </a:cubicBezTo>
                  <a:cubicBezTo>
                    <a:pt x="129415" y="49986"/>
                    <a:pt x="120022" y="41560"/>
                    <a:pt x="108584" y="41560"/>
                  </a:cubicBezTo>
                  <a:cubicBezTo>
                    <a:pt x="104877" y="41560"/>
                    <a:pt x="101427" y="42517"/>
                    <a:pt x="98360" y="44049"/>
                  </a:cubicBezTo>
                  <a:lnTo>
                    <a:pt x="98360" y="22982"/>
                  </a:lnTo>
                  <a:cubicBezTo>
                    <a:pt x="98360" y="10278"/>
                    <a:pt x="88008" y="0"/>
                    <a:pt x="75356" y="0"/>
                  </a:cubicBezTo>
                  <a:cubicBezTo>
                    <a:pt x="62704" y="0"/>
                    <a:pt x="52352" y="10342"/>
                    <a:pt x="52352" y="22982"/>
                  </a:cubicBezTo>
                  <a:lnTo>
                    <a:pt x="52352" y="102016"/>
                  </a:lnTo>
                  <a:cubicBezTo>
                    <a:pt x="48198" y="94100"/>
                    <a:pt x="44109" y="84971"/>
                    <a:pt x="41489" y="78267"/>
                  </a:cubicBezTo>
                  <a:cubicBezTo>
                    <a:pt x="35802" y="66904"/>
                    <a:pt x="21936" y="62308"/>
                    <a:pt x="10625" y="67989"/>
                  </a:cubicBezTo>
                  <a:cubicBezTo>
                    <a:pt x="-1004" y="73799"/>
                    <a:pt x="-2346" y="89184"/>
                    <a:pt x="3022" y="100228"/>
                  </a:cubicBezTo>
                  <a:cubicBezTo>
                    <a:pt x="5066" y="105783"/>
                    <a:pt x="26664" y="163111"/>
                    <a:pt x="63726" y="186221"/>
                  </a:cubicBezTo>
                  <a:cubicBezTo>
                    <a:pt x="64749" y="186859"/>
                    <a:pt x="65963" y="187178"/>
                    <a:pt x="67113" y="187178"/>
                  </a:cubicBezTo>
                  <a:cubicBezTo>
                    <a:pt x="69221" y="187178"/>
                    <a:pt x="71330" y="186093"/>
                    <a:pt x="72544" y="184178"/>
                  </a:cubicBezTo>
                  <a:cubicBezTo>
                    <a:pt x="74398" y="181177"/>
                    <a:pt x="73503" y="177283"/>
                    <a:pt x="70500" y="175368"/>
                  </a:cubicBezTo>
                  <a:cubicBezTo>
                    <a:pt x="36122" y="153982"/>
                    <a:pt x="15163" y="96143"/>
                    <a:pt x="14971" y="95568"/>
                  </a:cubicBezTo>
                  <a:cubicBezTo>
                    <a:pt x="14907" y="95313"/>
                    <a:pt x="14779" y="95057"/>
                    <a:pt x="14651" y="94866"/>
                  </a:cubicBezTo>
                  <a:cubicBezTo>
                    <a:pt x="11904" y="89376"/>
                    <a:pt x="12032" y="81587"/>
                    <a:pt x="16377" y="79417"/>
                  </a:cubicBezTo>
                  <a:cubicBezTo>
                    <a:pt x="21425" y="76863"/>
                    <a:pt x="27559" y="78970"/>
                    <a:pt x="29859" y="83439"/>
                  </a:cubicBezTo>
                  <a:cubicBezTo>
                    <a:pt x="31266" y="86950"/>
                    <a:pt x="43662" y="118040"/>
                    <a:pt x="54588" y="127488"/>
                  </a:cubicBezTo>
                  <a:cubicBezTo>
                    <a:pt x="56506" y="129084"/>
                    <a:pt x="59126" y="129467"/>
                    <a:pt x="61426" y="128446"/>
                  </a:cubicBezTo>
                  <a:cubicBezTo>
                    <a:pt x="63726" y="127424"/>
                    <a:pt x="65132" y="125126"/>
                    <a:pt x="65132" y="122636"/>
                  </a:cubicBezTo>
                  <a:lnTo>
                    <a:pt x="65132" y="22982"/>
                  </a:lnTo>
                  <a:cubicBezTo>
                    <a:pt x="65132" y="17364"/>
                    <a:pt x="69732" y="12768"/>
                    <a:pt x="75356" y="12768"/>
                  </a:cubicBezTo>
                  <a:cubicBezTo>
                    <a:pt x="80979" y="12768"/>
                    <a:pt x="85580" y="17364"/>
                    <a:pt x="85580" y="22982"/>
                  </a:cubicBezTo>
                  <a:lnTo>
                    <a:pt x="85580" y="89439"/>
                  </a:lnTo>
                  <a:cubicBezTo>
                    <a:pt x="85580" y="92951"/>
                    <a:pt x="88455" y="95823"/>
                    <a:pt x="91970" y="95823"/>
                  </a:cubicBezTo>
                  <a:cubicBezTo>
                    <a:pt x="95484" y="95823"/>
                    <a:pt x="98360" y="92951"/>
                    <a:pt x="98360" y="89439"/>
                  </a:cubicBezTo>
                  <a:lnTo>
                    <a:pt x="98360" y="64542"/>
                  </a:lnTo>
                  <a:cubicBezTo>
                    <a:pt x="98360" y="58924"/>
                    <a:pt x="102961" y="54328"/>
                    <a:pt x="108584" y="54328"/>
                  </a:cubicBezTo>
                  <a:cubicBezTo>
                    <a:pt x="114207" y="54328"/>
                    <a:pt x="118807" y="58924"/>
                    <a:pt x="118807" y="64542"/>
                  </a:cubicBezTo>
                  <a:lnTo>
                    <a:pt x="118807" y="89439"/>
                  </a:lnTo>
                  <a:cubicBezTo>
                    <a:pt x="118807" y="92951"/>
                    <a:pt x="121683" y="95823"/>
                    <a:pt x="125197" y="95823"/>
                  </a:cubicBezTo>
                  <a:cubicBezTo>
                    <a:pt x="128712" y="95823"/>
                    <a:pt x="131587" y="92951"/>
                    <a:pt x="131587" y="89439"/>
                  </a:cubicBezTo>
                  <a:lnTo>
                    <a:pt x="131587" y="81140"/>
                  </a:lnTo>
                  <a:cubicBezTo>
                    <a:pt x="131587" y="75522"/>
                    <a:pt x="136188" y="70926"/>
                    <a:pt x="141811" y="70926"/>
                  </a:cubicBezTo>
                  <a:cubicBezTo>
                    <a:pt x="147434" y="70926"/>
                    <a:pt x="152035" y="75522"/>
                    <a:pt x="152035" y="81140"/>
                  </a:cubicBezTo>
                  <a:lnTo>
                    <a:pt x="152035" y="89439"/>
                  </a:lnTo>
                  <a:cubicBezTo>
                    <a:pt x="152035" y="92951"/>
                    <a:pt x="154911" y="95823"/>
                    <a:pt x="158425" y="95823"/>
                  </a:cubicBezTo>
                  <a:cubicBezTo>
                    <a:pt x="161940" y="95823"/>
                    <a:pt x="164815" y="92951"/>
                    <a:pt x="164815" y="89439"/>
                  </a:cubicBezTo>
                  <a:cubicBezTo>
                    <a:pt x="164815" y="83822"/>
                    <a:pt x="169416" y="79225"/>
                    <a:pt x="175039" y="79225"/>
                  </a:cubicBezTo>
                  <a:cubicBezTo>
                    <a:pt x="180662" y="79225"/>
                    <a:pt x="185263" y="83822"/>
                    <a:pt x="185263" y="89439"/>
                  </a:cubicBezTo>
                  <a:lnTo>
                    <a:pt x="185263" y="123147"/>
                  </a:lnTo>
                  <a:cubicBezTo>
                    <a:pt x="185263" y="123466"/>
                    <a:pt x="187563" y="156152"/>
                    <a:pt x="170119" y="176645"/>
                  </a:cubicBezTo>
                  <a:cubicBezTo>
                    <a:pt x="167819" y="179326"/>
                    <a:pt x="168138" y="183348"/>
                    <a:pt x="170886" y="185646"/>
                  </a:cubicBezTo>
                  <a:cubicBezTo>
                    <a:pt x="172099" y="186668"/>
                    <a:pt x="173569" y="187178"/>
                    <a:pt x="175039" y="187178"/>
                  </a:cubicBezTo>
                  <a:cubicBezTo>
                    <a:pt x="176828" y="187178"/>
                    <a:pt x="178617" y="186412"/>
                    <a:pt x="179896" y="184944"/>
                  </a:cubicBezTo>
                  <a:cubicBezTo>
                    <a:pt x="200726" y="160366"/>
                    <a:pt x="198107" y="123722"/>
                    <a:pt x="198043" y="122700"/>
                  </a:cubicBezTo>
                  <a:lnTo>
                    <a:pt x="198043" y="89503"/>
                  </a:lnTo>
                  <a:close/>
                </a:path>
              </a:pathLst>
            </a:custGeom>
            <a:solidFill>
              <a:srgbClr val="00A3E0"/>
            </a:solidFill>
            <a:ln w="6390" cap="flat">
              <a:noFill/>
              <a:prstDash val="solid"/>
              <a:miter/>
            </a:ln>
          </p:spPr>
          <p:txBody>
            <a:bodyPr rtlCol="0" anchor="ctr"/>
            <a:lstStyle/>
            <a:p>
              <a:endParaRPr lang="en-US"/>
            </a:p>
          </p:txBody>
        </p:sp>
        <p:sp>
          <p:nvSpPr>
            <p:cNvPr id="1022" name="Freeform 1021">
              <a:extLst>
                <a:ext uri="{FF2B5EF4-FFF2-40B4-BE49-F238E27FC236}">
                  <a16:creationId xmlns:a16="http://schemas.microsoft.com/office/drawing/2014/main" id="{646D74FD-31A1-5D4B-971D-8B6BDDB679EB}"/>
                </a:ext>
              </a:extLst>
            </p:cNvPr>
            <p:cNvSpPr/>
            <p:nvPr/>
          </p:nvSpPr>
          <p:spPr>
            <a:xfrm>
              <a:off x="7902754" y="2441844"/>
              <a:ext cx="112590" cy="87524"/>
            </a:xfrm>
            <a:custGeom>
              <a:avLst/>
              <a:gdLst>
                <a:gd name="connsiteX0" fmla="*/ 13100 w 112590"/>
                <a:gd name="connsiteY0" fmla="*/ 87524 h 87524"/>
                <a:gd name="connsiteX1" fmla="*/ 16295 w 112590"/>
                <a:gd name="connsiteY1" fmla="*/ 86695 h 87524"/>
                <a:gd name="connsiteX2" fmla="*/ 18595 w 112590"/>
                <a:gd name="connsiteY2" fmla="*/ 77948 h 87524"/>
                <a:gd name="connsiteX3" fmla="*/ 12780 w 112590"/>
                <a:gd name="connsiteY3" fmla="*/ 56243 h 87524"/>
                <a:gd name="connsiteX4" fmla="*/ 56296 w 112590"/>
                <a:gd name="connsiteY4" fmla="*/ 12768 h 87524"/>
                <a:gd name="connsiteX5" fmla="*/ 99811 w 112590"/>
                <a:gd name="connsiteY5" fmla="*/ 56243 h 87524"/>
                <a:gd name="connsiteX6" fmla="*/ 106201 w 112590"/>
                <a:gd name="connsiteY6" fmla="*/ 62627 h 87524"/>
                <a:gd name="connsiteX7" fmla="*/ 112591 w 112590"/>
                <a:gd name="connsiteY7" fmla="*/ 56243 h 87524"/>
                <a:gd name="connsiteX8" fmla="*/ 56296 w 112590"/>
                <a:gd name="connsiteY8" fmla="*/ 0 h 87524"/>
                <a:gd name="connsiteX9" fmla="*/ 0 w 112590"/>
                <a:gd name="connsiteY9" fmla="*/ 56243 h 87524"/>
                <a:gd name="connsiteX10" fmla="*/ 7540 w 112590"/>
                <a:gd name="connsiteY10" fmla="*/ 84396 h 87524"/>
                <a:gd name="connsiteX11" fmla="*/ 13100 w 112590"/>
                <a:gd name="connsiteY11" fmla="*/ 87524 h 87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2590" h="87524">
                  <a:moveTo>
                    <a:pt x="13100" y="87524"/>
                  </a:moveTo>
                  <a:cubicBezTo>
                    <a:pt x="14185" y="87524"/>
                    <a:pt x="15272" y="87269"/>
                    <a:pt x="16295" y="86695"/>
                  </a:cubicBezTo>
                  <a:cubicBezTo>
                    <a:pt x="19362" y="84907"/>
                    <a:pt x="20384" y="81013"/>
                    <a:pt x="18595" y="77948"/>
                  </a:cubicBezTo>
                  <a:cubicBezTo>
                    <a:pt x="14761" y="71373"/>
                    <a:pt x="12780" y="63840"/>
                    <a:pt x="12780" y="56243"/>
                  </a:cubicBezTo>
                  <a:cubicBezTo>
                    <a:pt x="12780" y="32303"/>
                    <a:pt x="32269" y="12768"/>
                    <a:pt x="56296" y="12768"/>
                  </a:cubicBezTo>
                  <a:cubicBezTo>
                    <a:pt x="80321" y="12768"/>
                    <a:pt x="99811" y="32239"/>
                    <a:pt x="99811" y="56243"/>
                  </a:cubicBezTo>
                  <a:cubicBezTo>
                    <a:pt x="99811" y="59754"/>
                    <a:pt x="102686" y="62627"/>
                    <a:pt x="106201" y="62627"/>
                  </a:cubicBezTo>
                  <a:cubicBezTo>
                    <a:pt x="109716" y="62627"/>
                    <a:pt x="112591" y="59754"/>
                    <a:pt x="112591" y="56243"/>
                  </a:cubicBezTo>
                  <a:cubicBezTo>
                    <a:pt x="112591" y="25217"/>
                    <a:pt x="87351" y="0"/>
                    <a:pt x="56296" y="0"/>
                  </a:cubicBezTo>
                  <a:cubicBezTo>
                    <a:pt x="25240" y="0"/>
                    <a:pt x="0" y="25217"/>
                    <a:pt x="0" y="56243"/>
                  </a:cubicBezTo>
                  <a:cubicBezTo>
                    <a:pt x="0" y="66138"/>
                    <a:pt x="2620" y="75842"/>
                    <a:pt x="7540" y="84396"/>
                  </a:cubicBezTo>
                  <a:cubicBezTo>
                    <a:pt x="8754" y="86439"/>
                    <a:pt x="10927" y="87524"/>
                    <a:pt x="13100" y="87524"/>
                  </a:cubicBezTo>
                  <a:close/>
                </a:path>
              </a:pathLst>
            </a:custGeom>
            <a:solidFill>
              <a:srgbClr val="00A3E0"/>
            </a:solidFill>
            <a:ln w="6390" cap="flat">
              <a:noFill/>
              <a:prstDash val="solid"/>
              <a:miter/>
            </a:ln>
          </p:spPr>
          <p:txBody>
            <a:bodyPr rtlCol="0" anchor="ctr"/>
            <a:lstStyle/>
            <a:p>
              <a:endParaRPr lang="en-US"/>
            </a:p>
          </p:txBody>
        </p:sp>
      </p:grpSp>
      <p:grpSp>
        <p:nvGrpSpPr>
          <p:cNvPr id="1023" name="Graphic 4">
            <a:extLst>
              <a:ext uri="{FF2B5EF4-FFF2-40B4-BE49-F238E27FC236}">
                <a16:creationId xmlns:a16="http://schemas.microsoft.com/office/drawing/2014/main" id="{AC8DC777-5321-3C49-9BEE-3726A2703DE1}"/>
              </a:ext>
            </a:extLst>
          </p:cNvPr>
          <p:cNvGrpSpPr/>
          <p:nvPr/>
        </p:nvGrpSpPr>
        <p:grpSpPr>
          <a:xfrm>
            <a:off x="7801666" y="917987"/>
            <a:ext cx="362309" cy="361971"/>
            <a:chOff x="7801666" y="917987"/>
            <a:chExt cx="362309" cy="361971"/>
          </a:xfrm>
          <a:solidFill>
            <a:srgbClr val="00A3E0"/>
          </a:solidFill>
        </p:grpSpPr>
        <p:sp>
          <p:nvSpPr>
            <p:cNvPr id="1024" name="Freeform 1023">
              <a:extLst>
                <a:ext uri="{FF2B5EF4-FFF2-40B4-BE49-F238E27FC236}">
                  <a16:creationId xmlns:a16="http://schemas.microsoft.com/office/drawing/2014/main" id="{4FA09380-F9F0-9B4A-9D47-138D91321875}"/>
                </a:ext>
              </a:extLst>
            </p:cNvPr>
            <p:cNvSpPr/>
            <p:nvPr/>
          </p:nvSpPr>
          <p:spPr>
            <a:xfrm>
              <a:off x="7801666" y="917987"/>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09 w 362309"/>
                <a:gd name="connsiteY3" fmla="*/ 180986 h 361971"/>
                <a:gd name="connsiteX4" fmla="*/ 181155 w 362309"/>
                <a:gd name="connsiteY4" fmla="*/ 0 h 361971"/>
                <a:gd name="connsiteX5" fmla="*/ 181155 w 362309"/>
                <a:gd name="connsiteY5" fmla="*/ 349204 h 361971"/>
                <a:gd name="connsiteX6" fmla="*/ 12780 w 362309"/>
                <a:gd name="connsiteY6" fmla="*/ 180986 h 361971"/>
                <a:gd name="connsiteX7" fmla="*/ 181155 w 362309"/>
                <a:gd name="connsiteY7" fmla="*/ 12768 h 361971"/>
                <a:gd name="connsiteX8" fmla="*/ 349529 w 362309"/>
                <a:gd name="connsiteY8" fmla="*/ 180986 h 361971"/>
                <a:gd name="connsiteX9" fmla="*/ 181155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2"/>
                    <a:pt x="181155" y="361972"/>
                  </a:cubicBezTo>
                  <a:cubicBezTo>
                    <a:pt x="281220" y="361972"/>
                    <a:pt x="362309" y="280959"/>
                    <a:pt x="362309" y="180986"/>
                  </a:cubicBezTo>
                  <a:cubicBezTo>
                    <a:pt x="362245" y="81013"/>
                    <a:pt x="281157" y="0"/>
                    <a:pt x="181155" y="0"/>
                  </a:cubicBezTo>
                  <a:close/>
                  <a:moveTo>
                    <a:pt x="181155" y="349204"/>
                  </a:moveTo>
                  <a:cubicBezTo>
                    <a:pt x="88309" y="349204"/>
                    <a:pt x="12780" y="273745"/>
                    <a:pt x="12780" y="180986"/>
                  </a:cubicBezTo>
                  <a:cubicBezTo>
                    <a:pt x="12780" y="88227"/>
                    <a:pt x="88309" y="12768"/>
                    <a:pt x="181155" y="12768"/>
                  </a:cubicBezTo>
                  <a:cubicBezTo>
                    <a:pt x="274001" y="12768"/>
                    <a:pt x="349529" y="88227"/>
                    <a:pt x="349529" y="180986"/>
                  </a:cubicBezTo>
                  <a:cubicBezTo>
                    <a:pt x="349529" y="273745"/>
                    <a:pt x="273937" y="349204"/>
                    <a:pt x="181155" y="349204"/>
                  </a:cubicBezTo>
                  <a:close/>
                </a:path>
              </a:pathLst>
            </a:custGeom>
            <a:solidFill>
              <a:srgbClr val="00A3E0"/>
            </a:solidFill>
            <a:ln w="6390" cap="flat">
              <a:noFill/>
              <a:prstDash val="solid"/>
              <a:miter/>
            </a:ln>
          </p:spPr>
          <p:txBody>
            <a:bodyPr rtlCol="0" anchor="ctr"/>
            <a:lstStyle/>
            <a:p>
              <a:endParaRPr lang="en-US"/>
            </a:p>
          </p:txBody>
        </p:sp>
        <p:sp>
          <p:nvSpPr>
            <p:cNvPr id="1025" name="Freeform 1024">
              <a:extLst>
                <a:ext uri="{FF2B5EF4-FFF2-40B4-BE49-F238E27FC236}">
                  <a16:creationId xmlns:a16="http://schemas.microsoft.com/office/drawing/2014/main" id="{007FAB0E-138F-4242-9E3F-53A813244A32}"/>
                </a:ext>
              </a:extLst>
            </p:cNvPr>
            <p:cNvSpPr/>
            <p:nvPr/>
          </p:nvSpPr>
          <p:spPr>
            <a:xfrm>
              <a:off x="7889782" y="1038261"/>
              <a:ext cx="185948" cy="175559"/>
            </a:xfrm>
            <a:custGeom>
              <a:avLst/>
              <a:gdLst>
                <a:gd name="connsiteX0" fmla="*/ 185821 w 185948"/>
                <a:gd name="connsiteY0" fmla="*/ 83949 h 175559"/>
                <a:gd name="connsiteX1" fmla="*/ 163903 w 185948"/>
                <a:gd name="connsiteY1" fmla="*/ 62052 h 175559"/>
                <a:gd name="connsiteX2" fmla="*/ 151954 w 185948"/>
                <a:gd name="connsiteY2" fmla="*/ 65627 h 175559"/>
                <a:gd name="connsiteX3" fmla="*/ 132848 w 185948"/>
                <a:gd name="connsiteY3" fmla="*/ 54264 h 175559"/>
                <a:gd name="connsiteX4" fmla="*/ 123327 w 185948"/>
                <a:gd name="connsiteY4" fmla="*/ 56562 h 175559"/>
                <a:gd name="connsiteX5" fmla="*/ 101857 w 185948"/>
                <a:gd name="connsiteY5" fmla="*/ 38751 h 175559"/>
                <a:gd name="connsiteX6" fmla="*/ 92719 w 185948"/>
                <a:gd name="connsiteY6" fmla="*/ 40794 h 175559"/>
                <a:gd name="connsiteX7" fmla="*/ 92719 w 185948"/>
                <a:gd name="connsiteY7" fmla="*/ 21897 h 175559"/>
                <a:gd name="connsiteX8" fmla="*/ 70802 w 185948"/>
                <a:gd name="connsiteY8" fmla="*/ 0 h 175559"/>
                <a:gd name="connsiteX9" fmla="*/ 48884 w 185948"/>
                <a:gd name="connsiteY9" fmla="*/ 21897 h 175559"/>
                <a:gd name="connsiteX10" fmla="*/ 48884 w 185948"/>
                <a:gd name="connsiteY10" fmla="*/ 93908 h 175559"/>
                <a:gd name="connsiteX11" fmla="*/ 39555 w 185948"/>
                <a:gd name="connsiteY11" fmla="*/ 73288 h 175559"/>
                <a:gd name="connsiteX12" fmla="*/ 10161 w 185948"/>
                <a:gd name="connsiteY12" fmla="*/ 63521 h 175559"/>
                <a:gd name="connsiteX13" fmla="*/ 2813 w 185948"/>
                <a:gd name="connsiteY13" fmla="*/ 94164 h 175559"/>
                <a:gd name="connsiteX14" fmla="*/ 59619 w 185948"/>
                <a:gd name="connsiteY14" fmla="*/ 174602 h 175559"/>
                <a:gd name="connsiteX15" fmla="*/ 63005 w 185948"/>
                <a:gd name="connsiteY15" fmla="*/ 175560 h 175559"/>
                <a:gd name="connsiteX16" fmla="*/ 68437 w 185948"/>
                <a:gd name="connsiteY16" fmla="*/ 172559 h 175559"/>
                <a:gd name="connsiteX17" fmla="*/ 66392 w 185948"/>
                <a:gd name="connsiteY17" fmla="*/ 163749 h 175559"/>
                <a:gd name="connsiteX18" fmla="*/ 14698 w 185948"/>
                <a:gd name="connsiteY18" fmla="*/ 89503 h 175559"/>
                <a:gd name="connsiteX19" fmla="*/ 14378 w 185948"/>
                <a:gd name="connsiteY19" fmla="*/ 88801 h 175559"/>
                <a:gd name="connsiteX20" fmla="*/ 15784 w 185948"/>
                <a:gd name="connsiteY20" fmla="*/ 74948 h 175559"/>
                <a:gd name="connsiteX21" fmla="*/ 27797 w 185948"/>
                <a:gd name="connsiteY21" fmla="*/ 78523 h 175559"/>
                <a:gd name="connsiteX22" fmla="*/ 50992 w 185948"/>
                <a:gd name="connsiteY22" fmla="*/ 119764 h 175559"/>
                <a:gd name="connsiteX23" fmla="*/ 57830 w 185948"/>
                <a:gd name="connsiteY23" fmla="*/ 120721 h 175559"/>
                <a:gd name="connsiteX24" fmla="*/ 61536 w 185948"/>
                <a:gd name="connsiteY24" fmla="*/ 114912 h 175559"/>
                <a:gd name="connsiteX25" fmla="*/ 61536 w 185948"/>
                <a:gd name="connsiteY25" fmla="*/ 21897 h 175559"/>
                <a:gd name="connsiteX26" fmla="*/ 70674 w 185948"/>
                <a:gd name="connsiteY26" fmla="*/ 12768 h 175559"/>
                <a:gd name="connsiteX27" fmla="*/ 79811 w 185948"/>
                <a:gd name="connsiteY27" fmla="*/ 21897 h 175559"/>
                <a:gd name="connsiteX28" fmla="*/ 79811 w 185948"/>
                <a:gd name="connsiteY28" fmla="*/ 83886 h 175559"/>
                <a:gd name="connsiteX29" fmla="*/ 86201 w 185948"/>
                <a:gd name="connsiteY29" fmla="*/ 90270 h 175559"/>
                <a:gd name="connsiteX30" fmla="*/ 92591 w 185948"/>
                <a:gd name="connsiteY30" fmla="*/ 83886 h 175559"/>
                <a:gd name="connsiteX31" fmla="*/ 92591 w 185948"/>
                <a:gd name="connsiteY31" fmla="*/ 60648 h 175559"/>
                <a:gd name="connsiteX32" fmla="*/ 101729 w 185948"/>
                <a:gd name="connsiteY32" fmla="*/ 51519 h 175559"/>
                <a:gd name="connsiteX33" fmla="*/ 110866 w 185948"/>
                <a:gd name="connsiteY33" fmla="*/ 60648 h 175559"/>
                <a:gd name="connsiteX34" fmla="*/ 110866 w 185948"/>
                <a:gd name="connsiteY34" fmla="*/ 83886 h 175559"/>
                <a:gd name="connsiteX35" fmla="*/ 117256 w 185948"/>
                <a:gd name="connsiteY35" fmla="*/ 90270 h 175559"/>
                <a:gd name="connsiteX36" fmla="*/ 123646 w 185948"/>
                <a:gd name="connsiteY36" fmla="*/ 83886 h 175559"/>
                <a:gd name="connsiteX37" fmla="*/ 123646 w 185948"/>
                <a:gd name="connsiteY37" fmla="*/ 76161 h 175559"/>
                <a:gd name="connsiteX38" fmla="*/ 132784 w 185948"/>
                <a:gd name="connsiteY38" fmla="*/ 67032 h 175559"/>
                <a:gd name="connsiteX39" fmla="*/ 141922 w 185948"/>
                <a:gd name="connsiteY39" fmla="*/ 76161 h 175559"/>
                <a:gd name="connsiteX40" fmla="*/ 141922 w 185948"/>
                <a:gd name="connsiteY40" fmla="*/ 83886 h 175559"/>
                <a:gd name="connsiteX41" fmla="*/ 148312 w 185948"/>
                <a:gd name="connsiteY41" fmla="*/ 90270 h 175559"/>
                <a:gd name="connsiteX42" fmla="*/ 154702 w 185948"/>
                <a:gd name="connsiteY42" fmla="*/ 83886 h 175559"/>
                <a:gd name="connsiteX43" fmla="*/ 163839 w 185948"/>
                <a:gd name="connsiteY43" fmla="*/ 74756 h 175559"/>
                <a:gd name="connsiteX44" fmla="*/ 172977 w 185948"/>
                <a:gd name="connsiteY44" fmla="*/ 83886 h 175559"/>
                <a:gd name="connsiteX45" fmla="*/ 172977 w 185948"/>
                <a:gd name="connsiteY45" fmla="*/ 115359 h 175559"/>
                <a:gd name="connsiteX46" fmla="*/ 158982 w 185948"/>
                <a:gd name="connsiteY46" fmla="*/ 164962 h 175559"/>
                <a:gd name="connsiteX47" fmla="*/ 159749 w 185948"/>
                <a:gd name="connsiteY47" fmla="*/ 173964 h 175559"/>
                <a:gd name="connsiteX48" fmla="*/ 163903 w 185948"/>
                <a:gd name="connsiteY48" fmla="*/ 175496 h 175559"/>
                <a:gd name="connsiteX49" fmla="*/ 168759 w 185948"/>
                <a:gd name="connsiteY49" fmla="*/ 173261 h 175559"/>
                <a:gd name="connsiteX50" fmla="*/ 185821 w 185948"/>
                <a:gd name="connsiteY50" fmla="*/ 114848 h 175559"/>
                <a:gd name="connsiteX51" fmla="*/ 185821 w 185948"/>
                <a:gd name="connsiteY51" fmla="*/ 83949 h 1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85948" h="175559">
                  <a:moveTo>
                    <a:pt x="185821" y="83949"/>
                  </a:moveTo>
                  <a:cubicBezTo>
                    <a:pt x="185821" y="71884"/>
                    <a:pt x="175980" y="62052"/>
                    <a:pt x="163903" y="62052"/>
                  </a:cubicBezTo>
                  <a:cubicBezTo>
                    <a:pt x="159494" y="62052"/>
                    <a:pt x="155404" y="63393"/>
                    <a:pt x="151954" y="65627"/>
                  </a:cubicBezTo>
                  <a:cubicBezTo>
                    <a:pt x="148184" y="58924"/>
                    <a:pt x="141091" y="54264"/>
                    <a:pt x="132848" y="54264"/>
                  </a:cubicBezTo>
                  <a:cubicBezTo>
                    <a:pt x="129397" y="54264"/>
                    <a:pt x="126202" y="55158"/>
                    <a:pt x="123327" y="56562"/>
                  </a:cubicBezTo>
                  <a:cubicBezTo>
                    <a:pt x="121410" y="46475"/>
                    <a:pt x="112527" y="38751"/>
                    <a:pt x="101857" y="38751"/>
                  </a:cubicBezTo>
                  <a:cubicBezTo>
                    <a:pt x="98598" y="38751"/>
                    <a:pt x="95531" y="39517"/>
                    <a:pt x="92719" y="40794"/>
                  </a:cubicBezTo>
                  <a:lnTo>
                    <a:pt x="92719" y="21897"/>
                  </a:lnTo>
                  <a:cubicBezTo>
                    <a:pt x="92719" y="9831"/>
                    <a:pt x="82878" y="0"/>
                    <a:pt x="70802" y="0"/>
                  </a:cubicBezTo>
                  <a:cubicBezTo>
                    <a:pt x="58725" y="0"/>
                    <a:pt x="48884" y="9831"/>
                    <a:pt x="48884" y="21897"/>
                  </a:cubicBezTo>
                  <a:lnTo>
                    <a:pt x="48884" y="93908"/>
                  </a:lnTo>
                  <a:cubicBezTo>
                    <a:pt x="45306" y="86886"/>
                    <a:pt x="41855" y="79098"/>
                    <a:pt x="39555" y="73288"/>
                  </a:cubicBezTo>
                  <a:cubicBezTo>
                    <a:pt x="34124" y="62499"/>
                    <a:pt x="20960" y="58094"/>
                    <a:pt x="10161" y="63521"/>
                  </a:cubicBezTo>
                  <a:cubicBezTo>
                    <a:pt x="-894" y="69075"/>
                    <a:pt x="-2236" y="83630"/>
                    <a:pt x="2813" y="94164"/>
                  </a:cubicBezTo>
                  <a:cubicBezTo>
                    <a:pt x="4729" y="99462"/>
                    <a:pt x="24922" y="153024"/>
                    <a:pt x="59619" y="174602"/>
                  </a:cubicBezTo>
                  <a:cubicBezTo>
                    <a:pt x="60641" y="175240"/>
                    <a:pt x="61856" y="175560"/>
                    <a:pt x="63005" y="175560"/>
                  </a:cubicBezTo>
                  <a:cubicBezTo>
                    <a:pt x="65115" y="175560"/>
                    <a:pt x="67223" y="174474"/>
                    <a:pt x="68437" y="172559"/>
                  </a:cubicBezTo>
                  <a:cubicBezTo>
                    <a:pt x="70290" y="169559"/>
                    <a:pt x="69395" y="165664"/>
                    <a:pt x="66392" y="163749"/>
                  </a:cubicBezTo>
                  <a:cubicBezTo>
                    <a:pt x="34443" y="143895"/>
                    <a:pt x="14890" y="90078"/>
                    <a:pt x="14698" y="89503"/>
                  </a:cubicBezTo>
                  <a:cubicBezTo>
                    <a:pt x="14634" y="89248"/>
                    <a:pt x="14506" y="88993"/>
                    <a:pt x="14378" y="88801"/>
                  </a:cubicBezTo>
                  <a:cubicBezTo>
                    <a:pt x="11886" y="83822"/>
                    <a:pt x="11950" y="76863"/>
                    <a:pt x="15784" y="74948"/>
                  </a:cubicBezTo>
                  <a:cubicBezTo>
                    <a:pt x="20321" y="72714"/>
                    <a:pt x="25752" y="74501"/>
                    <a:pt x="27797" y="78523"/>
                  </a:cubicBezTo>
                  <a:cubicBezTo>
                    <a:pt x="29075" y="81779"/>
                    <a:pt x="40769" y="110954"/>
                    <a:pt x="50992" y="119764"/>
                  </a:cubicBezTo>
                  <a:cubicBezTo>
                    <a:pt x="52910" y="121360"/>
                    <a:pt x="55530" y="121743"/>
                    <a:pt x="57830" y="120721"/>
                  </a:cubicBezTo>
                  <a:cubicBezTo>
                    <a:pt x="60130" y="119700"/>
                    <a:pt x="61536" y="117401"/>
                    <a:pt x="61536" y="114912"/>
                  </a:cubicBezTo>
                  <a:lnTo>
                    <a:pt x="61536" y="21897"/>
                  </a:lnTo>
                  <a:cubicBezTo>
                    <a:pt x="61536" y="16854"/>
                    <a:pt x="65626" y="12768"/>
                    <a:pt x="70674" y="12768"/>
                  </a:cubicBezTo>
                  <a:cubicBezTo>
                    <a:pt x="75721" y="12768"/>
                    <a:pt x="79811" y="16854"/>
                    <a:pt x="79811" y="21897"/>
                  </a:cubicBezTo>
                  <a:lnTo>
                    <a:pt x="79811" y="83886"/>
                  </a:lnTo>
                  <a:cubicBezTo>
                    <a:pt x="79811" y="87397"/>
                    <a:pt x="82687" y="90270"/>
                    <a:pt x="86201" y="90270"/>
                  </a:cubicBezTo>
                  <a:cubicBezTo>
                    <a:pt x="89716" y="90270"/>
                    <a:pt x="92591" y="87397"/>
                    <a:pt x="92591" y="83886"/>
                  </a:cubicBezTo>
                  <a:lnTo>
                    <a:pt x="92591" y="60648"/>
                  </a:lnTo>
                  <a:cubicBezTo>
                    <a:pt x="92591" y="55605"/>
                    <a:pt x="96681" y="51519"/>
                    <a:pt x="101729" y="51519"/>
                  </a:cubicBezTo>
                  <a:cubicBezTo>
                    <a:pt x="106777" y="51519"/>
                    <a:pt x="110866" y="55605"/>
                    <a:pt x="110866" y="60648"/>
                  </a:cubicBezTo>
                  <a:lnTo>
                    <a:pt x="110866" y="83886"/>
                  </a:lnTo>
                  <a:cubicBezTo>
                    <a:pt x="110866" y="87397"/>
                    <a:pt x="113742" y="90270"/>
                    <a:pt x="117256" y="90270"/>
                  </a:cubicBezTo>
                  <a:cubicBezTo>
                    <a:pt x="120771" y="90270"/>
                    <a:pt x="123646" y="87397"/>
                    <a:pt x="123646" y="83886"/>
                  </a:cubicBezTo>
                  <a:lnTo>
                    <a:pt x="123646" y="76161"/>
                  </a:lnTo>
                  <a:cubicBezTo>
                    <a:pt x="123646" y="71118"/>
                    <a:pt x="127736" y="67032"/>
                    <a:pt x="132784" y="67032"/>
                  </a:cubicBezTo>
                  <a:cubicBezTo>
                    <a:pt x="137832" y="67032"/>
                    <a:pt x="141922" y="71118"/>
                    <a:pt x="141922" y="76161"/>
                  </a:cubicBezTo>
                  <a:lnTo>
                    <a:pt x="141922" y="83886"/>
                  </a:lnTo>
                  <a:cubicBezTo>
                    <a:pt x="141922" y="87397"/>
                    <a:pt x="144797" y="90270"/>
                    <a:pt x="148312" y="90270"/>
                  </a:cubicBezTo>
                  <a:cubicBezTo>
                    <a:pt x="151826" y="90270"/>
                    <a:pt x="154702" y="87397"/>
                    <a:pt x="154702" y="83886"/>
                  </a:cubicBezTo>
                  <a:cubicBezTo>
                    <a:pt x="154702" y="78842"/>
                    <a:pt x="158791" y="74756"/>
                    <a:pt x="163839" y="74756"/>
                  </a:cubicBezTo>
                  <a:cubicBezTo>
                    <a:pt x="168887" y="74756"/>
                    <a:pt x="172977" y="78842"/>
                    <a:pt x="172977" y="83886"/>
                  </a:cubicBezTo>
                  <a:lnTo>
                    <a:pt x="172977" y="115359"/>
                  </a:lnTo>
                  <a:cubicBezTo>
                    <a:pt x="172977" y="115678"/>
                    <a:pt x="175085" y="146002"/>
                    <a:pt x="158982" y="164962"/>
                  </a:cubicBezTo>
                  <a:cubicBezTo>
                    <a:pt x="156682" y="167643"/>
                    <a:pt x="157002" y="171665"/>
                    <a:pt x="159749" y="173964"/>
                  </a:cubicBezTo>
                  <a:cubicBezTo>
                    <a:pt x="160964" y="174985"/>
                    <a:pt x="162433" y="175496"/>
                    <a:pt x="163903" y="175496"/>
                  </a:cubicBezTo>
                  <a:cubicBezTo>
                    <a:pt x="165692" y="175496"/>
                    <a:pt x="167545" y="174730"/>
                    <a:pt x="168759" y="173261"/>
                  </a:cubicBezTo>
                  <a:cubicBezTo>
                    <a:pt x="188312" y="150215"/>
                    <a:pt x="185885" y="115805"/>
                    <a:pt x="185821" y="114848"/>
                  </a:cubicBezTo>
                  <a:lnTo>
                    <a:pt x="185821" y="83949"/>
                  </a:lnTo>
                  <a:close/>
                </a:path>
              </a:pathLst>
            </a:custGeom>
            <a:solidFill>
              <a:srgbClr val="00A3E0"/>
            </a:solidFill>
            <a:ln w="6390" cap="flat">
              <a:noFill/>
              <a:prstDash val="solid"/>
              <a:miter/>
            </a:ln>
          </p:spPr>
          <p:txBody>
            <a:bodyPr rtlCol="0" anchor="ctr"/>
            <a:lstStyle/>
            <a:p>
              <a:endParaRPr lang="en-US"/>
            </a:p>
          </p:txBody>
        </p:sp>
        <p:sp>
          <p:nvSpPr>
            <p:cNvPr id="1026" name="Freeform 1025">
              <a:extLst>
                <a:ext uri="{FF2B5EF4-FFF2-40B4-BE49-F238E27FC236}">
                  <a16:creationId xmlns:a16="http://schemas.microsoft.com/office/drawing/2014/main" id="{9141E589-19C0-CC44-8DB7-7D2B4F0FC252}"/>
                </a:ext>
              </a:extLst>
            </p:cNvPr>
            <p:cNvSpPr/>
            <p:nvPr/>
          </p:nvSpPr>
          <p:spPr>
            <a:xfrm>
              <a:off x="7954257" y="984125"/>
              <a:ext cx="12779" cy="36005"/>
            </a:xfrm>
            <a:custGeom>
              <a:avLst/>
              <a:gdLst>
                <a:gd name="connsiteX0" fmla="*/ 6390 w 12779"/>
                <a:gd name="connsiteY0" fmla="*/ 36006 h 36005"/>
                <a:gd name="connsiteX1" fmla="*/ 12780 w 12779"/>
                <a:gd name="connsiteY1" fmla="*/ 29622 h 36005"/>
                <a:gd name="connsiteX2" fmla="*/ 12780 w 12779"/>
                <a:gd name="connsiteY2" fmla="*/ 6384 h 36005"/>
                <a:gd name="connsiteX3" fmla="*/ 6390 w 12779"/>
                <a:gd name="connsiteY3" fmla="*/ 0 h 36005"/>
                <a:gd name="connsiteX4" fmla="*/ 0 w 12779"/>
                <a:gd name="connsiteY4" fmla="*/ 6384 h 36005"/>
                <a:gd name="connsiteX5" fmla="*/ 0 w 12779"/>
                <a:gd name="connsiteY5" fmla="*/ 29622 h 36005"/>
                <a:gd name="connsiteX6" fmla="*/ 6390 w 12779"/>
                <a:gd name="connsiteY6" fmla="*/ 36006 h 36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36005">
                  <a:moveTo>
                    <a:pt x="6390" y="36006"/>
                  </a:moveTo>
                  <a:cubicBezTo>
                    <a:pt x="9904" y="36006"/>
                    <a:pt x="12780" y="33133"/>
                    <a:pt x="12780" y="29622"/>
                  </a:cubicBezTo>
                  <a:lnTo>
                    <a:pt x="12780" y="6384"/>
                  </a:lnTo>
                  <a:cubicBezTo>
                    <a:pt x="12780" y="2873"/>
                    <a:pt x="9904" y="0"/>
                    <a:pt x="6390" y="0"/>
                  </a:cubicBezTo>
                  <a:cubicBezTo>
                    <a:pt x="2875" y="0"/>
                    <a:pt x="0" y="2873"/>
                    <a:pt x="0" y="6384"/>
                  </a:cubicBezTo>
                  <a:lnTo>
                    <a:pt x="0" y="29622"/>
                  </a:lnTo>
                  <a:cubicBezTo>
                    <a:pt x="0" y="33133"/>
                    <a:pt x="2811" y="36006"/>
                    <a:pt x="6390" y="36006"/>
                  </a:cubicBezTo>
                  <a:close/>
                </a:path>
              </a:pathLst>
            </a:custGeom>
            <a:solidFill>
              <a:srgbClr val="00A3E0"/>
            </a:solidFill>
            <a:ln w="6390" cap="flat">
              <a:noFill/>
              <a:prstDash val="solid"/>
              <a:miter/>
            </a:ln>
          </p:spPr>
          <p:txBody>
            <a:bodyPr rtlCol="0" anchor="ctr"/>
            <a:lstStyle/>
            <a:p>
              <a:endParaRPr lang="en-US"/>
            </a:p>
          </p:txBody>
        </p:sp>
        <p:sp>
          <p:nvSpPr>
            <p:cNvPr id="1027" name="Freeform 1026">
              <a:extLst>
                <a:ext uri="{FF2B5EF4-FFF2-40B4-BE49-F238E27FC236}">
                  <a16:creationId xmlns:a16="http://schemas.microsoft.com/office/drawing/2014/main" id="{FFE39A44-1CBF-D641-B552-45C2A54C51E7}"/>
                </a:ext>
              </a:extLst>
            </p:cNvPr>
            <p:cNvSpPr/>
            <p:nvPr/>
          </p:nvSpPr>
          <p:spPr>
            <a:xfrm>
              <a:off x="7977564" y="999622"/>
              <a:ext cx="28275" cy="28233"/>
            </a:xfrm>
            <a:custGeom>
              <a:avLst/>
              <a:gdLst>
                <a:gd name="connsiteX0" fmla="*/ 6342 w 28275"/>
                <a:gd name="connsiteY0" fmla="*/ 28233 h 28233"/>
                <a:gd name="connsiteX1" fmla="*/ 10879 w 28275"/>
                <a:gd name="connsiteY1" fmla="*/ 26382 h 28233"/>
                <a:gd name="connsiteX2" fmla="*/ 26406 w 28275"/>
                <a:gd name="connsiteY2" fmla="*/ 10869 h 28233"/>
                <a:gd name="connsiteX3" fmla="*/ 26406 w 28275"/>
                <a:gd name="connsiteY3" fmla="*/ 1867 h 28233"/>
                <a:gd name="connsiteX4" fmla="*/ 17397 w 28275"/>
                <a:gd name="connsiteY4" fmla="*/ 1867 h 28233"/>
                <a:gd name="connsiteX5" fmla="*/ 1869 w 28275"/>
                <a:gd name="connsiteY5" fmla="*/ 17380 h 28233"/>
                <a:gd name="connsiteX6" fmla="*/ 1869 w 28275"/>
                <a:gd name="connsiteY6" fmla="*/ 26382 h 28233"/>
                <a:gd name="connsiteX7" fmla="*/ 6342 w 28275"/>
                <a:gd name="connsiteY7" fmla="*/ 28233 h 28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75" h="28233">
                  <a:moveTo>
                    <a:pt x="6342" y="28233"/>
                  </a:moveTo>
                  <a:cubicBezTo>
                    <a:pt x="8003" y="28233"/>
                    <a:pt x="9601" y="27595"/>
                    <a:pt x="10879" y="26382"/>
                  </a:cubicBezTo>
                  <a:lnTo>
                    <a:pt x="26406" y="10869"/>
                  </a:lnTo>
                  <a:cubicBezTo>
                    <a:pt x="28898" y="8379"/>
                    <a:pt x="28898" y="4357"/>
                    <a:pt x="26406" y="1867"/>
                  </a:cubicBezTo>
                  <a:cubicBezTo>
                    <a:pt x="23914" y="-622"/>
                    <a:pt x="19888" y="-622"/>
                    <a:pt x="17397" y="1867"/>
                  </a:cubicBezTo>
                  <a:lnTo>
                    <a:pt x="1869" y="17380"/>
                  </a:lnTo>
                  <a:cubicBezTo>
                    <a:pt x="-623" y="19870"/>
                    <a:pt x="-623" y="23892"/>
                    <a:pt x="1869" y="26382"/>
                  </a:cubicBezTo>
                  <a:cubicBezTo>
                    <a:pt x="3083" y="27595"/>
                    <a:pt x="4680" y="28233"/>
                    <a:pt x="6342" y="28233"/>
                  </a:cubicBezTo>
                  <a:close/>
                </a:path>
              </a:pathLst>
            </a:custGeom>
            <a:solidFill>
              <a:srgbClr val="00A3E0"/>
            </a:solidFill>
            <a:ln w="6390" cap="flat">
              <a:noFill/>
              <a:prstDash val="solid"/>
              <a:miter/>
            </a:ln>
          </p:spPr>
          <p:txBody>
            <a:bodyPr rtlCol="0" anchor="ctr"/>
            <a:lstStyle/>
            <a:p>
              <a:endParaRPr lang="en-US"/>
            </a:p>
          </p:txBody>
        </p:sp>
        <p:sp>
          <p:nvSpPr>
            <p:cNvPr id="1028" name="Freeform 1027">
              <a:extLst>
                <a:ext uri="{FF2B5EF4-FFF2-40B4-BE49-F238E27FC236}">
                  <a16:creationId xmlns:a16="http://schemas.microsoft.com/office/drawing/2014/main" id="{C3157899-2AC4-E14A-AB3A-B1A316676A48}"/>
                </a:ext>
              </a:extLst>
            </p:cNvPr>
            <p:cNvSpPr/>
            <p:nvPr/>
          </p:nvSpPr>
          <p:spPr>
            <a:xfrm>
              <a:off x="7915518" y="999622"/>
              <a:ext cx="28275" cy="28233"/>
            </a:xfrm>
            <a:custGeom>
              <a:avLst/>
              <a:gdLst>
                <a:gd name="connsiteX0" fmla="*/ 17332 w 28275"/>
                <a:gd name="connsiteY0" fmla="*/ 26382 h 28233"/>
                <a:gd name="connsiteX1" fmla="*/ 21870 w 28275"/>
                <a:gd name="connsiteY1" fmla="*/ 28233 h 28233"/>
                <a:gd name="connsiteX2" fmla="*/ 26406 w 28275"/>
                <a:gd name="connsiteY2" fmla="*/ 26382 h 28233"/>
                <a:gd name="connsiteX3" fmla="*/ 26406 w 28275"/>
                <a:gd name="connsiteY3" fmla="*/ 17380 h 28233"/>
                <a:gd name="connsiteX4" fmla="*/ 10878 w 28275"/>
                <a:gd name="connsiteY4" fmla="*/ 1867 h 28233"/>
                <a:gd name="connsiteX5" fmla="*/ 1869 w 28275"/>
                <a:gd name="connsiteY5" fmla="*/ 1867 h 28233"/>
                <a:gd name="connsiteX6" fmla="*/ 1869 w 28275"/>
                <a:gd name="connsiteY6" fmla="*/ 10869 h 28233"/>
                <a:gd name="connsiteX7" fmla="*/ 17332 w 28275"/>
                <a:gd name="connsiteY7" fmla="*/ 26382 h 28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75" h="28233">
                  <a:moveTo>
                    <a:pt x="17332" y="26382"/>
                  </a:moveTo>
                  <a:cubicBezTo>
                    <a:pt x="18611" y="27659"/>
                    <a:pt x="20208" y="28233"/>
                    <a:pt x="21870" y="28233"/>
                  </a:cubicBezTo>
                  <a:cubicBezTo>
                    <a:pt x="23531" y="28233"/>
                    <a:pt x="25129" y="27595"/>
                    <a:pt x="26406" y="26382"/>
                  </a:cubicBezTo>
                  <a:cubicBezTo>
                    <a:pt x="28898" y="23892"/>
                    <a:pt x="28898" y="19870"/>
                    <a:pt x="26406" y="17380"/>
                  </a:cubicBezTo>
                  <a:lnTo>
                    <a:pt x="10878" y="1867"/>
                  </a:lnTo>
                  <a:cubicBezTo>
                    <a:pt x="8387" y="-622"/>
                    <a:pt x="4361" y="-622"/>
                    <a:pt x="1869" y="1867"/>
                  </a:cubicBezTo>
                  <a:cubicBezTo>
                    <a:pt x="-623" y="4357"/>
                    <a:pt x="-623" y="8379"/>
                    <a:pt x="1869" y="10869"/>
                  </a:cubicBezTo>
                  <a:lnTo>
                    <a:pt x="17332" y="26382"/>
                  </a:lnTo>
                  <a:close/>
                </a:path>
              </a:pathLst>
            </a:custGeom>
            <a:solidFill>
              <a:srgbClr val="00A3E0"/>
            </a:solidFill>
            <a:ln w="6390" cap="flat">
              <a:noFill/>
              <a:prstDash val="solid"/>
              <a:miter/>
            </a:ln>
          </p:spPr>
          <p:txBody>
            <a:bodyPr rtlCol="0" anchor="ctr"/>
            <a:lstStyle/>
            <a:p>
              <a:endParaRPr lang="en-US"/>
            </a:p>
          </p:txBody>
        </p:sp>
        <p:sp>
          <p:nvSpPr>
            <p:cNvPr id="1029" name="Freeform 1028">
              <a:extLst>
                <a:ext uri="{FF2B5EF4-FFF2-40B4-BE49-F238E27FC236}">
                  <a16:creationId xmlns:a16="http://schemas.microsoft.com/office/drawing/2014/main" id="{839F13D4-1FCB-A74A-A8C0-822032112666}"/>
                </a:ext>
              </a:extLst>
            </p:cNvPr>
            <p:cNvSpPr/>
            <p:nvPr/>
          </p:nvSpPr>
          <p:spPr>
            <a:xfrm>
              <a:off x="7993044" y="1038325"/>
              <a:ext cx="28307" cy="12767"/>
            </a:xfrm>
            <a:custGeom>
              <a:avLst/>
              <a:gdLst>
                <a:gd name="connsiteX0" fmla="*/ 0 w 28307"/>
                <a:gd name="connsiteY0" fmla="*/ 6384 h 12767"/>
                <a:gd name="connsiteX1" fmla="*/ 6390 w 28307"/>
                <a:gd name="connsiteY1" fmla="*/ 12768 h 12767"/>
                <a:gd name="connsiteX2" fmla="*/ 21918 w 28307"/>
                <a:gd name="connsiteY2" fmla="*/ 12768 h 12767"/>
                <a:gd name="connsiteX3" fmla="*/ 28308 w 28307"/>
                <a:gd name="connsiteY3" fmla="*/ 6384 h 12767"/>
                <a:gd name="connsiteX4" fmla="*/ 21918 w 28307"/>
                <a:gd name="connsiteY4" fmla="*/ 0 h 12767"/>
                <a:gd name="connsiteX5" fmla="*/ 6390 w 28307"/>
                <a:gd name="connsiteY5" fmla="*/ 0 h 12767"/>
                <a:gd name="connsiteX6" fmla="*/ 0 w 28307"/>
                <a:gd name="connsiteY6" fmla="*/ 638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307" h="12767">
                  <a:moveTo>
                    <a:pt x="0" y="6384"/>
                  </a:moveTo>
                  <a:cubicBezTo>
                    <a:pt x="0" y="9895"/>
                    <a:pt x="2875" y="12768"/>
                    <a:pt x="6390" y="12768"/>
                  </a:cubicBezTo>
                  <a:lnTo>
                    <a:pt x="21918" y="12768"/>
                  </a:lnTo>
                  <a:cubicBezTo>
                    <a:pt x="25432" y="12768"/>
                    <a:pt x="28308" y="9895"/>
                    <a:pt x="28308" y="6384"/>
                  </a:cubicBezTo>
                  <a:cubicBezTo>
                    <a:pt x="28308" y="2873"/>
                    <a:pt x="25432" y="0"/>
                    <a:pt x="21918" y="0"/>
                  </a:cubicBezTo>
                  <a:lnTo>
                    <a:pt x="6390" y="0"/>
                  </a:lnTo>
                  <a:cubicBezTo>
                    <a:pt x="2811" y="0"/>
                    <a:pt x="0" y="2873"/>
                    <a:pt x="0" y="6384"/>
                  </a:cubicBezTo>
                  <a:close/>
                </a:path>
              </a:pathLst>
            </a:custGeom>
            <a:solidFill>
              <a:srgbClr val="00A3E0"/>
            </a:solidFill>
            <a:ln w="6390" cap="flat">
              <a:noFill/>
              <a:prstDash val="solid"/>
              <a:miter/>
            </a:ln>
          </p:spPr>
          <p:txBody>
            <a:bodyPr rtlCol="0" anchor="ctr"/>
            <a:lstStyle/>
            <a:p>
              <a:endParaRPr lang="en-US"/>
            </a:p>
          </p:txBody>
        </p:sp>
        <p:sp>
          <p:nvSpPr>
            <p:cNvPr id="1030" name="Freeform 1029">
              <a:extLst>
                <a:ext uri="{FF2B5EF4-FFF2-40B4-BE49-F238E27FC236}">
                  <a16:creationId xmlns:a16="http://schemas.microsoft.com/office/drawing/2014/main" id="{CC051660-5227-AE44-95B3-44556BFB334B}"/>
                </a:ext>
              </a:extLst>
            </p:cNvPr>
            <p:cNvSpPr/>
            <p:nvPr/>
          </p:nvSpPr>
          <p:spPr>
            <a:xfrm>
              <a:off x="7899943" y="1038325"/>
              <a:ext cx="28306" cy="12767"/>
            </a:xfrm>
            <a:custGeom>
              <a:avLst/>
              <a:gdLst>
                <a:gd name="connsiteX0" fmla="*/ 6390 w 28306"/>
                <a:gd name="connsiteY0" fmla="*/ 12768 h 12767"/>
                <a:gd name="connsiteX1" fmla="*/ 21917 w 28306"/>
                <a:gd name="connsiteY1" fmla="*/ 12768 h 12767"/>
                <a:gd name="connsiteX2" fmla="*/ 28307 w 28306"/>
                <a:gd name="connsiteY2" fmla="*/ 6384 h 12767"/>
                <a:gd name="connsiteX3" fmla="*/ 21917 w 28306"/>
                <a:gd name="connsiteY3" fmla="*/ 0 h 12767"/>
                <a:gd name="connsiteX4" fmla="*/ 6390 w 28306"/>
                <a:gd name="connsiteY4" fmla="*/ 0 h 12767"/>
                <a:gd name="connsiteX5" fmla="*/ 0 w 28306"/>
                <a:gd name="connsiteY5" fmla="*/ 6384 h 12767"/>
                <a:gd name="connsiteX6" fmla="*/ 6390 w 28306"/>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306" h="12767">
                  <a:moveTo>
                    <a:pt x="6390" y="12768"/>
                  </a:moveTo>
                  <a:lnTo>
                    <a:pt x="21917" y="12768"/>
                  </a:lnTo>
                  <a:cubicBezTo>
                    <a:pt x="25432" y="12768"/>
                    <a:pt x="28307" y="9895"/>
                    <a:pt x="28307" y="6384"/>
                  </a:cubicBezTo>
                  <a:cubicBezTo>
                    <a:pt x="28307" y="2873"/>
                    <a:pt x="25432" y="0"/>
                    <a:pt x="21917" y="0"/>
                  </a:cubicBezTo>
                  <a:lnTo>
                    <a:pt x="6390" y="0"/>
                  </a:lnTo>
                  <a:cubicBezTo>
                    <a:pt x="2875" y="0"/>
                    <a:pt x="0" y="2873"/>
                    <a:pt x="0" y="6384"/>
                  </a:cubicBezTo>
                  <a:cubicBezTo>
                    <a:pt x="0" y="9895"/>
                    <a:pt x="2875" y="12768"/>
                    <a:pt x="6390" y="12768"/>
                  </a:cubicBezTo>
                  <a:close/>
                </a:path>
              </a:pathLst>
            </a:custGeom>
            <a:solidFill>
              <a:srgbClr val="00A3E0"/>
            </a:solidFill>
            <a:ln w="6390" cap="flat">
              <a:noFill/>
              <a:prstDash val="solid"/>
              <a:miter/>
            </a:ln>
          </p:spPr>
          <p:txBody>
            <a:bodyPr rtlCol="0" anchor="ctr"/>
            <a:lstStyle/>
            <a:p>
              <a:endParaRPr lang="en-US"/>
            </a:p>
          </p:txBody>
        </p:sp>
      </p:grpSp>
      <p:grpSp>
        <p:nvGrpSpPr>
          <p:cNvPr id="1031" name="Graphic 4">
            <a:extLst>
              <a:ext uri="{FF2B5EF4-FFF2-40B4-BE49-F238E27FC236}">
                <a16:creationId xmlns:a16="http://schemas.microsoft.com/office/drawing/2014/main" id="{C64A1B9B-A75D-4B48-8AFD-A3586A96A96E}"/>
              </a:ext>
            </a:extLst>
          </p:cNvPr>
          <p:cNvGrpSpPr/>
          <p:nvPr/>
        </p:nvGrpSpPr>
        <p:grpSpPr>
          <a:xfrm>
            <a:off x="8841052" y="917987"/>
            <a:ext cx="362309" cy="361971"/>
            <a:chOff x="8841052" y="917987"/>
            <a:chExt cx="362309" cy="361971"/>
          </a:xfrm>
          <a:solidFill>
            <a:srgbClr val="00A3E0"/>
          </a:solidFill>
        </p:grpSpPr>
        <p:sp>
          <p:nvSpPr>
            <p:cNvPr id="1032" name="Freeform 1031">
              <a:extLst>
                <a:ext uri="{FF2B5EF4-FFF2-40B4-BE49-F238E27FC236}">
                  <a16:creationId xmlns:a16="http://schemas.microsoft.com/office/drawing/2014/main" id="{0EABA935-F8BB-5443-8207-A160069E6522}"/>
                </a:ext>
              </a:extLst>
            </p:cNvPr>
            <p:cNvSpPr/>
            <p:nvPr/>
          </p:nvSpPr>
          <p:spPr>
            <a:xfrm>
              <a:off x="8841052" y="917987"/>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81155 w 362309"/>
                <a:gd name="connsiteY5" fmla="*/ 349204 h 361971"/>
                <a:gd name="connsiteX6" fmla="*/ 12780 w 362309"/>
                <a:gd name="connsiteY6" fmla="*/ 180986 h 361971"/>
                <a:gd name="connsiteX7" fmla="*/ 181155 w 362309"/>
                <a:gd name="connsiteY7" fmla="*/ 12768 h 361971"/>
                <a:gd name="connsiteX8" fmla="*/ 349530 w 362309"/>
                <a:gd name="connsiteY8" fmla="*/ 180986 h 361971"/>
                <a:gd name="connsiteX9" fmla="*/ 181155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9" y="0"/>
                    <a:pt x="0" y="81013"/>
                    <a:pt x="0" y="180986"/>
                  </a:cubicBezTo>
                  <a:cubicBezTo>
                    <a:pt x="0" y="280959"/>
                    <a:pt x="81089" y="361972"/>
                    <a:pt x="181155" y="361972"/>
                  </a:cubicBezTo>
                  <a:cubicBezTo>
                    <a:pt x="281221" y="361972"/>
                    <a:pt x="362310" y="280959"/>
                    <a:pt x="362310" y="180986"/>
                  </a:cubicBezTo>
                  <a:cubicBezTo>
                    <a:pt x="362246" y="81013"/>
                    <a:pt x="281157" y="0"/>
                    <a:pt x="181155" y="0"/>
                  </a:cubicBezTo>
                  <a:close/>
                  <a:moveTo>
                    <a:pt x="181155" y="349204"/>
                  </a:moveTo>
                  <a:cubicBezTo>
                    <a:pt x="88309" y="349204"/>
                    <a:pt x="12780" y="273745"/>
                    <a:pt x="12780" y="180986"/>
                  </a:cubicBezTo>
                  <a:cubicBezTo>
                    <a:pt x="12780" y="88227"/>
                    <a:pt x="88309" y="12768"/>
                    <a:pt x="181155" y="12768"/>
                  </a:cubicBezTo>
                  <a:cubicBezTo>
                    <a:pt x="274001" y="12768"/>
                    <a:pt x="349530" y="88227"/>
                    <a:pt x="349530" y="180986"/>
                  </a:cubicBezTo>
                  <a:cubicBezTo>
                    <a:pt x="349530" y="273745"/>
                    <a:pt x="274001" y="349204"/>
                    <a:pt x="181155" y="349204"/>
                  </a:cubicBezTo>
                  <a:close/>
                </a:path>
              </a:pathLst>
            </a:custGeom>
            <a:solidFill>
              <a:srgbClr val="00A3E0"/>
            </a:solidFill>
            <a:ln w="6390" cap="flat">
              <a:noFill/>
              <a:prstDash val="solid"/>
              <a:miter/>
            </a:ln>
          </p:spPr>
          <p:txBody>
            <a:bodyPr rtlCol="0" anchor="ctr"/>
            <a:lstStyle/>
            <a:p>
              <a:endParaRPr lang="en-US"/>
            </a:p>
          </p:txBody>
        </p:sp>
        <p:sp>
          <p:nvSpPr>
            <p:cNvPr id="1033" name="Freeform 1032">
              <a:extLst>
                <a:ext uri="{FF2B5EF4-FFF2-40B4-BE49-F238E27FC236}">
                  <a16:creationId xmlns:a16="http://schemas.microsoft.com/office/drawing/2014/main" id="{63D97564-2F84-5441-8F86-4E88D3EE9D9F}"/>
                </a:ext>
              </a:extLst>
            </p:cNvPr>
            <p:cNvSpPr/>
            <p:nvPr/>
          </p:nvSpPr>
          <p:spPr>
            <a:xfrm>
              <a:off x="9032207" y="986200"/>
              <a:ext cx="104002" cy="104090"/>
            </a:xfrm>
            <a:custGeom>
              <a:avLst/>
              <a:gdLst>
                <a:gd name="connsiteX0" fmla="*/ 103485 w 104002"/>
                <a:gd name="connsiteY0" fmla="*/ 49572 h 104090"/>
                <a:gd name="connsiteX1" fmla="*/ 102079 w 104002"/>
                <a:gd name="connsiteY1" fmla="*/ 47465 h 104090"/>
                <a:gd name="connsiteX2" fmla="*/ 86871 w 104002"/>
                <a:gd name="connsiteY2" fmla="*/ 32271 h 104090"/>
                <a:gd name="connsiteX3" fmla="*/ 77861 w 104002"/>
                <a:gd name="connsiteY3" fmla="*/ 32271 h 104090"/>
                <a:gd name="connsiteX4" fmla="*/ 77861 w 104002"/>
                <a:gd name="connsiteY4" fmla="*/ 41272 h 104090"/>
                <a:gd name="connsiteX5" fmla="*/ 82143 w 104002"/>
                <a:gd name="connsiteY5" fmla="*/ 45550 h 104090"/>
                <a:gd name="connsiteX6" fmla="*/ 58372 w 104002"/>
                <a:gd name="connsiteY6" fmla="*/ 45550 h 104090"/>
                <a:gd name="connsiteX7" fmla="*/ 58372 w 104002"/>
                <a:gd name="connsiteY7" fmla="*/ 21801 h 104090"/>
                <a:gd name="connsiteX8" fmla="*/ 62654 w 104002"/>
                <a:gd name="connsiteY8" fmla="*/ 26079 h 104090"/>
                <a:gd name="connsiteX9" fmla="*/ 67190 w 104002"/>
                <a:gd name="connsiteY9" fmla="*/ 27930 h 104090"/>
                <a:gd name="connsiteX10" fmla="*/ 71727 w 104002"/>
                <a:gd name="connsiteY10" fmla="*/ 26079 h 104090"/>
                <a:gd name="connsiteX11" fmla="*/ 71727 w 104002"/>
                <a:gd name="connsiteY11" fmla="*/ 17077 h 104090"/>
                <a:gd name="connsiteX12" fmla="*/ 56519 w 104002"/>
                <a:gd name="connsiteY12" fmla="*/ 1883 h 104090"/>
                <a:gd name="connsiteX13" fmla="*/ 54411 w 104002"/>
                <a:gd name="connsiteY13" fmla="*/ 479 h 104090"/>
                <a:gd name="connsiteX14" fmla="*/ 49554 w 104002"/>
                <a:gd name="connsiteY14" fmla="*/ 479 h 104090"/>
                <a:gd name="connsiteX15" fmla="*/ 47446 w 104002"/>
                <a:gd name="connsiteY15" fmla="*/ 1883 h 104090"/>
                <a:gd name="connsiteX16" fmla="*/ 32238 w 104002"/>
                <a:gd name="connsiteY16" fmla="*/ 17077 h 104090"/>
                <a:gd name="connsiteX17" fmla="*/ 32238 w 104002"/>
                <a:gd name="connsiteY17" fmla="*/ 26079 h 104090"/>
                <a:gd name="connsiteX18" fmla="*/ 36774 w 104002"/>
                <a:gd name="connsiteY18" fmla="*/ 27930 h 104090"/>
                <a:gd name="connsiteX19" fmla="*/ 41311 w 104002"/>
                <a:gd name="connsiteY19" fmla="*/ 26079 h 104090"/>
                <a:gd name="connsiteX20" fmla="*/ 45592 w 104002"/>
                <a:gd name="connsiteY20" fmla="*/ 21801 h 104090"/>
                <a:gd name="connsiteX21" fmla="*/ 45592 w 104002"/>
                <a:gd name="connsiteY21" fmla="*/ 45614 h 104090"/>
                <a:gd name="connsiteX22" fmla="*/ 21822 w 104002"/>
                <a:gd name="connsiteY22" fmla="*/ 45614 h 104090"/>
                <a:gd name="connsiteX23" fmla="*/ 26103 w 104002"/>
                <a:gd name="connsiteY23" fmla="*/ 41336 h 104090"/>
                <a:gd name="connsiteX24" fmla="*/ 26103 w 104002"/>
                <a:gd name="connsiteY24" fmla="*/ 32335 h 104090"/>
                <a:gd name="connsiteX25" fmla="*/ 17094 w 104002"/>
                <a:gd name="connsiteY25" fmla="*/ 32335 h 104090"/>
                <a:gd name="connsiteX26" fmla="*/ 1886 w 104002"/>
                <a:gd name="connsiteY26" fmla="*/ 47529 h 104090"/>
                <a:gd name="connsiteX27" fmla="*/ 479 w 104002"/>
                <a:gd name="connsiteY27" fmla="*/ 49635 h 104090"/>
                <a:gd name="connsiteX28" fmla="*/ 479 w 104002"/>
                <a:gd name="connsiteY28" fmla="*/ 54487 h 104090"/>
                <a:gd name="connsiteX29" fmla="*/ 1886 w 104002"/>
                <a:gd name="connsiteY29" fmla="*/ 56594 h 104090"/>
                <a:gd name="connsiteX30" fmla="*/ 17094 w 104002"/>
                <a:gd name="connsiteY30" fmla="*/ 71788 h 104090"/>
                <a:gd name="connsiteX31" fmla="*/ 21630 w 104002"/>
                <a:gd name="connsiteY31" fmla="*/ 73639 h 104090"/>
                <a:gd name="connsiteX32" fmla="*/ 26167 w 104002"/>
                <a:gd name="connsiteY32" fmla="*/ 71788 h 104090"/>
                <a:gd name="connsiteX33" fmla="*/ 26167 w 104002"/>
                <a:gd name="connsiteY33" fmla="*/ 62786 h 104090"/>
                <a:gd name="connsiteX34" fmla="*/ 21886 w 104002"/>
                <a:gd name="connsiteY34" fmla="*/ 58509 h 104090"/>
                <a:gd name="connsiteX35" fmla="*/ 45656 w 104002"/>
                <a:gd name="connsiteY35" fmla="*/ 58509 h 104090"/>
                <a:gd name="connsiteX36" fmla="*/ 45656 w 104002"/>
                <a:gd name="connsiteY36" fmla="*/ 82258 h 104090"/>
                <a:gd name="connsiteX37" fmla="*/ 41375 w 104002"/>
                <a:gd name="connsiteY37" fmla="*/ 77980 h 104090"/>
                <a:gd name="connsiteX38" fmla="*/ 32365 w 104002"/>
                <a:gd name="connsiteY38" fmla="*/ 77980 h 104090"/>
                <a:gd name="connsiteX39" fmla="*/ 32365 w 104002"/>
                <a:gd name="connsiteY39" fmla="*/ 86982 h 104090"/>
                <a:gd name="connsiteX40" fmla="*/ 47573 w 104002"/>
                <a:gd name="connsiteY40" fmla="*/ 102176 h 104090"/>
                <a:gd name="connsiteX41" fmla="*/ 49682 w 104002"/>
                <a:gd name="connsiteY41" fmla="*/ 103580 h 104090"/>
                <a:gd name="connsiteX42" fmla="*/ 52110 w 104002"/>
                <a:gd name="connsiteY42" fmla="*/ 104091 h 104090"/>
                <a:gd name="connsiteX43" fmla="*/ 54539 w 104002"/>
                <a:gd name="connsiteY43" fmla="*/ 103580 h 104090"/>
                <a:gd name="connsiteX44" fmla="*/ 56647 w 104002"/>
                <a:gd name="connsiteY44" fmla="*/ 102176 h 104090"/>
                <a:gd name="connsiteX45" fmla="*/ 71855 w 104002"/>
                <a:gd name="connsiteY45" fmla="*/ 86982 h 104090"/>
                <a:gd name="connsiteX46" fmla="*/ 71855 w 104002"/>
                <a:gd name="connsiteY46" fmla="*/ 77980 h 104090"/>
                <a:gd name="connsiteX47" fmla="*/ 62845 w 104002"/>
                <a:gd name="connsiteY47" fmla="*/ 77980 h 104090"/>
                <a:gd name="connsiteX48" fmla="*/ 58564 w 104002"/>
                <a:gd name="connsiteY48" fmla="*/ 82258 h 104090"/>
                <a:gd name="connsiteX49" fmla="*/ 58564 w 104002"/>
                <a:gd name="connsiteY49" fmla="*/ 58382 h 104090"/>
                <a:gd name="connsiteX50" fmla="*/ 82335 w 104002"/>
                <a:gd name="connsiteY50" fmla="*/ 58382 h 104090"/>
                <a:gd name="connsiteX51" fmla="*/ 78053 w 104002"/>
                <a:gd name="connsiteY51" fmla="*/ 62659 h 104090"/>
                <a:gd name="connsiteX52" fmla="*/ 78053 w 104002"/>
                <a:gd name="connsiteY52" fmla="*/ 71660 h 104090"/>
                <a:gd name="connsiteX53" fmla="*/ 82590 w 104002"/>
                <a:gd name="connsiteY53" fmla="*/ 73512 h 104090"/>
                <a:gd name="connsiteX54" fmla="*/ 87127 w 104002"/>
                <a:gd name="connsiteY54" fmla="*/ 71660 h 104090"/>
                <a:gd name="connsiteX55" fmla="*/ 102335 w 104002"/>
                <a:gd name="connsiteY55" fmla="*/ 56466 h 104090"/>
                <a:gd name="connsiteX56" fmla="*/ 103741 w 104002"/>
                <a:gd name="connsiteY56" fmla="*/ 54360 h 104090"/>
                <a:gd name="connsiteX57" fmla="*/ 103485 w 104002"/>
                <a:gd name="connsiteY57" fmla="*/ 49572 h 10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04002" h="104090">
                  <a:moveTo>
                    <a:pt x="103485" y="49572"/>
                  </a:moveTo>
                  <a:cubicBezTo>
                    <a:pt x="103166" y="48806"/>
                    <a:pt x="102718" y="48103"/>
                    <a:pt x="102079" y="47465"/>
                  </a:cubicBezTo>
                  <a:lnTo>
                    <a:pt x="86871" y="32271"/>
                  </a:lnTo>
                  <a:cubicBezTo>
                    <a:pt x="84379" y="29781"/>
                    <a:pt x="80353" y="29781"/>
                    <a:pt x="77861" y="32271"/>
                  </a:cubicBezTo>
                  <a:cubicBezTo>
                    <a:pt x="75370" y="34761"/>
                    <a:pt x="75370" y="38783"/>
                    <a:pt x="77861" y="41272"/>
                  </a:cubicBezTo>
                  <a:lnTo>
                    <a:pt x="82143" y="45550"/>
                  </a:lnTo>
                  <a:lnTo>
                    <a:pt x="58372" y="45550"/>
                  </a:lnTo>
                  <a:lnTo>
                    <a:pt x="58372" y="21801"/>
                  </a:lnTo>
                  <a:lnTo>
                    <a:pt x="62654" y="26079"/>
                  </a:lnTo>
                  <a:cubicBezTo>
                    <a:pt x="63932" y="27355"/>
                    <a:pt x="65529" y="27930"/>
                    <a:pt x="67190" y="27930"/>
                  </a:cubicBezTo>
                  <a:cubicBezTo>
                    <a:pt x="68852" y="27930"/>
                    <a:pt x="70449" y="27292"/>
                    <a:pt x="71727" y="26079"/>
                  </a:cubicBezTo>
                  <a:cubicBezTo>
                    <a:pt x="74219" y="23589"/>
                    <a:pt x="74219" y="19567"/>
                    <a:pt x="71727" y="17077"/>
                  </a:cubicBezTo>
                  <a:lnTo>
                    <a:pt x="56519" y="1883"/>
                  </a:lnTo>
                  <a:cubicBezTo>
                    <a:pt x="55944" y="1309"/>
                    <a:pt x="55241" y="798"/>
                    <a:pt x="54411" y="479"/>
                  </a:cubicBezTo>
                  <a:cubicBezTo>
                    <a:pt x="52877" y="-160"/>
                    <a:pt x="51088" y="-160"/>
                    <a:pt x="49554" y="479"/>
                  </a:cubicBezTo>
                  <a:cubicBezTo>
                    <a:pt x="48787" y="798"/>
                    <a:pt x="48085" y="1245"/>
                    <a:pt x="47446" y="1883"/>
                  </a:cubicBezTo>
                  <a:lnTo>
                    <a:pt x="32238" y="17077"/>
                  </a:lnTo>
                  <a:cubicBezTo>
                    <a:pt x="29746" y="19567"/>
                    <a:pt x="29746" y="23589"/>
                    <a:pt x="32238" y="26079"/>
                  </a:cubicBezTo>
                  <a:cubicBezTo>
                    <a:pt x="33515" y="27355"/>
                    <a:pt x="35113" y="27930"/>
                    <a:pt x="36774" y="27930"/>
                  </a:cubicBezTo>
                  <a:cubicBezTo>
                    <a:pt x="38436" y="27930"/>
                    <a:pt x="40033" y="27292"/>
                    <a:pt x="41311" y="26079"/>
                  </a:cubicBezTo>
                  <a:lnTo>
                    <a:pt x="45592" y="21801"/>
                  </a:lnTo>
                  <a:lnTo>
                    <a:pt x="45592" y="45614"/>
                  </a:lnTo>
                  <a:lnTo>
                    <a:pt x="21822" y="45614"/>
                  </a:lnTo>
                  <a:lnTo>
                    <a:pt x="26103" y="41336"/>
                  </a:lnTo>
                  <a:cubicBezTo>
                    <a:pt x="28595" y="38847"/>
                    <a:pt x="28595" y="34825"/>
                    <a:pt x="26103" y="32335"/>
                  </a:cubicBezTo>
                  <a:cubicBezTo>
                    <a:pt x="23611" y="29845"/>
                    <a:pt x="19585" y="29845"/>
                    <a:pt x="17094" y="32335"/>
                  </a:cubicBezTo>
                  <a:lnTo>
                    <a:pt x="1886" y="47529"/>
                  </a:lnTo>
                  <a:cubicBezTo>
                    <a:pt x="1310" y="48103"/>
                    <a:pt x="799" y="48806"/>
                    <a:pt x="479" y="49635"/>
                  </a:cubicBezTo>
                  <a:cubicBezTo>
                    <a:pt x="-160" y="51168"/>
                    <a:pt x="-160" y="52955"/>
                    <a:pt x="479" y="54487"/>
                  </a:cubicBezTo>
                  <a:cubicBezTo>
                    <a:pt x="799" y="55253"/>
                    <a:pt x="1246" y="55956"/>
                    <a:pt x="1886" y="56594"/>
                  </a:cubicBezTo>
                  <a:lnTo>
                    <a:pt x="17094" y="71788"/>
                  </a:lnTo>
                  <a:cubicBezTo>
                    <a:pt x="18371" y="73065"/>
                    <a:pt x="19969" y="73639"/>
                    <a:pt x="21630" y="73639"/>
                  </a:cubicBezTo>
                  <a:cubicBezTo>
                    <a:pt x="23292" y="73639"/>
                    <a:pt x="24889" y="73001"/>
                    <a:pt x="26167" y="71788"/>
                  </a:cubicBezTo>
                  <a:cubicBezTo>
                    <a:pt x="28659" y="69298"/>
                    <a:pt x="28659" y="65276"/>
                    <a:pt x="26167" y="62786"/>
                  </a:cubicBezTo>
                  <a:lnTo>
                    <a:pt x="21886" y="58509"/>
                  </a:lnTo>
                  <a:lnTo>
                    <a:pt x="45656" y="58509"/>
                  </a:lnTo>
                  <a:lnTo>
                    <a:pt x="45656" y="82258"/>
                  </a:lnTo>
                  <a:lnTo>
                    <a:pt x="41375" y="77980"/>
                  </a:lnTo>
                  <a:cubicBezTo>
                    <a:pt x="38883" y="75491"/>
                    <a:pt x="34857" y="75491"/>
                    <a:pt x="32365" y="77980"/>
                  </a:cubicBezTo>
                  <a:cubicBezTo>
                    <a:pt x="29873" y="80470"/>
                    <a:pt x="29873" y="84492"/>
                    <a:pt x="32365" y="86982"/>
                  </a:cubicBezTo>
                  <a:lnTo>
                    <a:pt x="47573" y="102176"/>
                  </a:lnTo>
                  <a:cubicBezTo>
                    <a:pt x="48149" y="102750"/>
                    <a:pt x="48851" y="103261"/>
                    <a:pt x="49682" y="103580"/>
                  </a:cubicBezTo>
                  <a:cubicBezTo>
                    <a:pt x="50449" y="103899"/>
                    <a:pt x="51280" y="104091"/>
                    <a:pt x="52110" y="104091"/>
                  </a:cubicBezTo>
                  <a:cubicBezTo>
                    <a:pt x="52941" y="104091"/>
                    <a:pt x="53772" y="103899"/>
                    <a:pt x="54539" y="103580"/>
                  </a:cubicBezTo>
                  <a:cubicBezTo>
                    <a:pt x="55305" y="103261"/>
                    <a:pt x="56008" y="102814"/>
                    <a:pt x="56647" y="102176"/>
                  </a:cubicBezTo>
                  <a:lnTo>
                    <a:pt x="71855" y="86982"/>
                  </a:lnTo>
                  <a:cubicBezTo>
                    <a:pt x="74347" y="84492"/>
                    <a:pt x="74347" y="80470"/>
                    <a:pt x="71855" y="77980"/>
                  </a:cubicBezTo>
                  <a:cubicBezTo>
                    <a:pt x="69363" y="75491"/>
                    <a:pt x="65337" y="75491"/>
                    <a:pt x="62845" y="77980"/>
                  </a:cubicBezTo>
                  <a:lnTo>
                    <a:pt x="58564" y="82258"/>
                  </a:lnTo>
                  <a:lnTo>
                    <a:pt x="58564" y="58382"/>
                  </a:lnTo>
                  <a:lnTo>
                    <a:pt x="82335" y="58382"/>
                  </a:lnTo>
                  <a:lnTo>
                    <a:pt x="78053" y="62659"/>
                  </a:lnTo>
                  <a:cubicBezTo>
                    <a:pt x="75561" y="65149"/>
                    <a:pt x="75561" y="69170"/>
                    <a:pt x="78053" y="71660"/>
                  </a:cubicBezTo>
                  <a:cubicBezTo>
                    <a:pt x="79332" y="72937"/>
                    <a:pt x="80929" y="73512"/>
                    <a:pt x="82590" y="73512"/>
                  </a:cubicBezTo>
                  <a:cubicBezTo>
                    <a:pt x="84251" y="73512"/>
                    <a:pt x="85849" y="72873"/>
                    <a:pt x="87127" y="71660"/>
                  </a:cubicBezTo>
                  <a:lnTo>
                    <a:pt x="102335" y="56466"/>
                  </a:lnTo>
                  <a:cubicBezTo>
                    <a:pt x="102910" y="55892"/>
                    <a:pt x="103421" y="55190"/>
                    <a:pt x="103741" y="54360"/>
                  </a:cubicBezTo>
                  <a:cubicBezTo>
                    <a:pt x="104125" y="52891"/>
                    <a:pt x="104125" y="51168"/>
                    <a:pt x="103485" y="49572"/>
                  </a:cubicBezTo>
                  <a:close/>
                </a:path>
              </a:pathLst>
            </a:custGeom>
            <a:solidFill>
              <a:srgbClr val="00A3E0"/>
            </a:solidFill>
            <a:ln w="6390" cap="flat">
              <a:noFill/>
              <a:prstDash val="solid"/>
              <a:miter/>
            </a:ln>
          </p:spPr>
          <p:txBody>
            <a:bodyPr rtlCol="0" anchor="ctr"/>
            <a:lstStyle/>
            <a:p>
              <a:endParaRPr lang="en-US"/>
            </a:p>
          </p:txBody>
        </p:sp>
        <p:sp>
          <p:nvSpPr>
            <p:cNvPr id="1034" name="Freeform 1033">
              <a:extLst>
                <a:ext uri="{FF2B5EF4-FFF2-40B4-BE49-F238E27FC236}">
                  <a16:creationId xmlns:a16="http://schemas.microsoft.com/office/drawing/2014/main" id="{D3A699C4-F9FE-5147-8948-AF1A7D0F42C3}"/>
                </a:ext>
              </a:extLst>
            </p:cNvPr>
            <p:cNvSpPr/>
            <p:nvPr/>
          </p:nvSpPr>
          <p:spPr>
            <a:xfrm>
              <a:off x="8908268" y="1031814"/>
              <a:ext cx="182494" cy="179836"/>
            </a:xfrm>
            <a:custGeom>
              <a:avLst/>
              <a:gdLst>
                <a:gd name="connsiteX0" fmla="*/ 182312 w 182494"/>
                <a:gd name="connsiteY0" fmla="*/ 89950 h 179836"/>
                <a:gd name="connsiteX1" fmla="*/ 160714 w 182494"/>
                <a:gd name="connsiteY1" fmla="*/ 68372 h 179836"/>
                <a:gd name="connsiteX2" fmla="*/ 149021 w 182494"/>
                <a:gd name="connsiteY2" fmla="*/ 71884 h 179836"/>
                <a:gd name="connsiteX3" fmla="*/ 130298 w 182494"/>
                <a:gd name="connsiteY3" fmla="*/ 60776 h 179836"/>
                <a:gd name="connsiteX4" fmla="*/ 121480 w 182494"/>
                <a:gd name="connsiteY4" fmla="*/ 62691 h 179836"/>
                <a:gd name="connsiteX5" fmla="*/ 121480 w 182494"/>
                <a:gd name="connsiteY5" fmla="*/ 21578 h 179836"/>
                <a:gd name="connsiteX6" fmla="*/ 99882 w 182494"/>
                <a:gd name="connsiteY6" fmla="*/ 0 h 179836"/>
                <a:gd name="connsiteX7" fmla="*/ 81159 w 182494"/>
                <a:gd name="connsiteY7" fmla="*/ 11044 h 179836"/>
                <a:gd name="connsiteX8" fmla="*/ 69465 w 182494"/>
                <a:gd name="connsiteY8" fmla="*/ 7597 h 179836"/>
                <a:gd name="connsiteX9" fmla="*/ 47867 w 182494"/>
                <a:gd name="connsiteY9" fmla="*/ 29175 h 179836"/>
                <a:gd name="connsiteX10" fmla="*/ 47867 w 182494"/>
                <a:gd name="connsiteY10" fmla="*/ 99207 h 179836"/>
                <a:gd name="connsiteX11" fmla="*/ 38985 w 182494"/>
                <a:gd name="connsiteY11" fmla="*/ 79481 h 179836"/>
                <a:gd name="connsiteX12" fmla="*/ 26525 w 182494"/>
                <a:gd name="connsiteY12" fmla="*/ 68628 h 179836"/>
                <a:gd name="connsiteX13" fmla="*/ 10039 w 182494"/>
                <a:gd name="connsiteY13" fmla="*/ 69777 h 179836"/>
                <a:gd name="connsiteX14" fmla="*/ 2819 w 182494"/>
                <a:gd name="connsiteY14" fmla="*/ 99973 h 179836"/>
                <a:gd name="connsiteX15" fmla="*/ 58539 w 182494"/>
                <a:gd name="connsiteY15" fmla="*/ 178815 h 179836"/>
                <a:gd name="connsiteX16" fmla="*/ 61926 w 182494"/>
                <a:gd name="connsiteY16" fmla="*/ 179773 h 179836"/>
                <a:gd name="connsiteX17" fmla="*/ 67357 w 182494"/>
                <a:gd name="connsiteY17" fmla="*/ 176772 h 179836"/>
                <a:gd name="connsiteX18" fmla="*/ 65312 w 182494"/>
                <a:gd name="connsiteY18" fmla="*/ 167963 h 179836"/>
                <a:gd name="connsiteX19" fmla="*/ 14768 w 182494"/>
                <a:gd name="connsiteY19" fmla="*/ 95313 h 179836"/>
                <a:gd name="connsiteX20" fmla="*/ 14448 w 182494"/>
                <a:gd name="connsiteY20" fmla="*/ 94611 h 179836"/>
                <a:gd name="connsiteX21" fmla="*/ 15790 w 182494"/>
                <a:gd name="connsiteY21" fmla="*/ 81204 h 179836"/>
                <a:gd name="connsiteX22" fmla="*/ 22499 w 182494"/>
                <a:gd name="connsiteY22" fmla="*/ 80757 h 179836"/>
                <a:gd name="connsiteX23" fmla="*/ 27356 w 182494"/>
                <a:gd name="connsiteY23" fmla="*/ 84652 h 179836"/>
                <a:gd name="connsiteX24" fmla="*/ 50168 w 182494"/>
                <a:gd name="connsiteY24" fmla="*/ 125126 h 179836"/>
                <a:gd name="connsiteX25" fmla="*/ 57005 w 182494"/>
                <a:gd name="connsiteY25" fmla="*/ 126084 h 179836"/>
                <a:gd name="connsiteX26" fmla="*/ 60711 w 182494"/>
                <a:gd name="connsiteY26" fmla="*/ 120274 h 179836"/>
                <a:gd name="connsiteX27" fmla="*/ 60711 w 182494"/>
                <a:gd name="connsiteY27" fmla="*/ 29175 h 179836"/>
                <a:gd name="connsiteX28" fmla="*/ 69529 w 182494"/>
                <a:gd name="connsiteY28" fmla="*/ 20365 h 179836"/>
                <a:gd name="connsiteX29" fmla="*/ 78347 w 182494"/>
                <a:gd name="connsiteY29" fmla="*/ 29175 h 179836"/>
                <a:gd name="connsiteX30" fmla="*/ 78347 w 182494"/>
                <a:gd name="connsiteY30" fmla="*/ 36772 h 179836"/>
                <a:gd name="connsiteX31" fmla="*/ 78347 w 182494"/>
                <a:gd name="connsiteY31" fmla="*/ 89950 h 179836"/>
                <a:gd name="connsiteX32" fmla="*/ 84737 w 182494"/>
                <a:gd name="connsiteY32" fmla="*/ 96334 h 179836"/>
                <a:gd name="connsiteX33" fmla="*/ 91127 w 182494"/>
                <a:gd name="connsiteY33" fmla="*/ 89950 h 179836"/>
                <a:gd name="connsiteX34" fmla="*/ 91127 w 182494"/>
                <a:gd name="connsiteY34" fmla="*/ 36772 h 179836"/>
                <a:gd name="connsiteX35" fmla="*/ 91127 w 182494"/>
                <a:gd name="connsiteY35" fmla="*/ 29175 h 179836"/>
                <a:gd name="connsiteX36" fmla="*/ 91127 w 182494"/>
                <a:gd name="connsiteY36" fmla="*/ 21578 h 179836"/>
                <a:gd name="connsiteX37" fmla="*/ 99946 w 182494"/>
                <a:gd name="connsiteY37" fmla="*/ 12768 h 179836"/>
                <a:gd name="connsiteX38" fmla="*/ 108764 w 182494"/>
                <a:gd name="connsiteY38" fmla="*/ 21578 h 179836"/>
                <a:gd name="connsiteX39" fmla="*/ 108764 w 182494"/>
                <a:gd name="connsiteY39" fmla="*/ 89950 h 179836"/>
                <a:gd name="connsiteX40" fmla="*/ 115154 w 182494"/>
                <a:gd name="connsiteY40" fmla="*/ 96334 h 179836"/>
                <a:gd name="connsiteX41" fmla="*/ 121544 w 182494"/>
                <a:gd name="connsiteY41" fmla="*/ 89950 h 179836"/>
                <a:gd name="connsiteX42" fmla="*/ 121544 w 182494"/>
                <a:gd name="connsiteY42" fmla="*/ 82353 h 179836"/>
                <a:gd name="connsiteX43" fmla="*/ 130362 w 182494"/>
                <a:gd name="connsiteY43" fmla="*/ 73544 h 179836"/>
                <a:gd name="connsiteX44" fmla="*/ 139180 w 182494"/>
                <a:gd name="connsiteY44" fmla="*/ 82353 h 179836"/>
                <a:gd name="connsiteX45" fmla="*/ 139180 w 182494"/>
                <a:gd name="connsiteY45" fmla="*/ 89950 h 179836"/>
                <a:gd name="connsiteX46" fmla="*/ 145570 w 182494"/>
                <a:gd name="connsiteY46" fmla="*/ 96334 h 179836"/>
                <a:gd name="connsiteX47" fmla="*/ 145570 w 182494"/>
                <a:gd name="connsiteY47" fmla="*/ 96334 h 179836"/>
                <a:gd name="connsiteX48" fmla="*/ 145570 w 182494"/>
                <a:gd name="connsiteY48" fmla="*/ 96334 h 179836"/>
                <a:gd name="connsiteX49" fmla="*/ 151960 w 182494"/>
                <a:gd name="connsiteY49" fmla="*/ 89950 h 179836"/>
                <a:gd name="connsiteX50" fmla="*/ 160778 w 182494"/>
                <a:gd name="connsiteY50" fmla="*/ 81140 h 179836"/>
                <a:gd name="connsiteX51" fmla="*/ 169596 w 182494"/>
                <a:gd name="connsiteY51" fmla="*/ 89950 h 179836"/>
                <a:gd name="connsiteX52" fmla="*/ 169596 w 182494"/>
                <a:gd name="connsiteY52" fmla="*/ 120785 h 179836"/>
                <a:gd name="connsiteX53" fmla="*/ 155921 w 182494"/>
                <a:gd name="connsiteY53" fmla="*/ 169367 h 179836"/>
                <a:gd name="connsiteX54" fmla="*/ 156688 w 182494"/>
                <a:gd name="connsiteY54" fmla="*/ 178368 h 179836"/>
                <a:gd name="connsiteX55" fmla="*/ 160778 w 182494"/>
                <a:gd name="connsiteY55" fmla="*/ 179837 h 179836"/>
                <a:gd name="connsiteX56" fmla="*/ 165698 w 182494"/>
                <a:gd name="connsiteY56" fmla="*/ 177539 h 179836"/>
                <a:gd name="connsiteX57" fmla="*/ 182376 w 182494"/>
                <a:gd name="connsiteY57" fmla="*/ 120274 h 179836"/>
                <a:gd name="connsiteX58" fmla="*/ 182376 w 182494"/>
                <a:gd name="connsiteY58" fmla="*/ 89950 h 179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82494" h="179836">
                  <a:moveTo>
                    <a:pt x="182312" y="89950"/>
                  </a:moveTo>
                  <a:cubicBezTo>
                    <a:pt x="182312" y="78076"/>
                    <a:pt x="172663" y="68372"/>
                    <a:pt x="160714" y="68372"/>
                  </a:cubicBezTo>
                  <a:cubicBezTo>
                    <a:pt x="156432" y="68372"/>
                    <a:pt x="152407" y="69649"/>
                    <a:pt x="149021" y="71884"/>
                  </a:cubicBezTo>
                  <a:cubicBezTo>
                    <a:pt x="145314" y="65308"/>
                    <a:pt x="138349" y="60776"/>
                    <a:pt x="130298" y="60776"/>
                  </a:cubicBezTo>
                  <a:cubicBezTo>
                    <a:pt x="127167" y="60776"/>
                    <a:pt x="124164" y="61478"/>
                    <a:pt x="121480" y="62691"/>
                  </a:cubicBezTo>
                  <a:lnTo>
                    <a:pt x="121480" y="21578"/>
                  </a:lnTo>
                  <a:cubicBezTo>
                    <a:pt x="121480" y="9704"/>
                    <a:pt x="111767" y="0"/>
                    <a:pt x="99882" y="0"/>
                  </a:cubicBezTo>
                  <a:cubicBezTo>
                    <a:pt x="91830" y="0"/>
                    <a:pt x="84865" y="4469"/>
                    <a:pt x="81159" y="11044"/>
                  </a:cubicBezTo>
                  <a:cubicBezTo>
                    <a:pt x="77773" y="8874"/>
                    <a:pt x="73811" y="7597"/>
                    <a:pt x="69465" y="7597"/>
                  </a:cubicBezTo>
                  <a:cubicBezTo>
                    <a:pt x="57580" y="7597"/>
                    <a:pt x="47867" y="17301"/>
                    <a:pt x="47867" y="29175"/>
                  </a:cubicBezTo>
                  <a:lnTo>
                    <a:pt x="47867" y="99207"/>
                  </a:lnTo>
                  <a:cubicBezTo>
                    <a:pt x="44417" y="92440"/>
                    <a:pt x="41158" y="85035"/>
                    <a:pt x="38985" y="79481"/>
                  </a:cubicBezTo>
                  <a:cubicBezTo>
                    <a:pt x="36430" y="74310"/>
                    <a:pt x="31956" y="70479"/>
                    <a:pt x="26525" y="68628"/>
                  </a:cubicBezTo>
                  <a:cubicBezTo>
                    <a:pt x="21030" y="66777"/>
                    <a:pt x="15215" y="67223"/>
                    <a:pt x="10039" y="69777"/>
                  </a:cubicBezTo>
                  <a:cubicBezTo>
                    <a:pt x="-888" y="75203"/>
                    <a:pt x="-2230" y="89567"/>
                    <a:pt x="2819" y="99973"/>
                  </a:cubicBezTo>
                  <a:cubicBezTo>
                    <a:pt x="4735" y="105272"/>
                    <a:pt x="24544" y="157684"/>
                    <a:pt x="58539" y="178815"/>
                  </a:cubicBezTo>
                  <a:cubicBezTo>
                    <a:pt x="59561" y="179454"/>
                    <a:pt x="60775" y="179773"/>
                    <a:pt x="61926" y="179773"/>
                  </a:cubicBezTo>
                  <a:cubicBezTo>
                    <a:pt x="64034" y="179773"/>
                    <a:pt x="66142" y="178688"/>
                    <a:pt x="67357" y="176772"/>
                  </a:cubicBezTo>
                  <a:cubicBezTo>
                    <a:pt x="69210" y="173772"/>
                    <a:pt x="68316" y="169878"/>
                    <a:pt x="65312" y="167963"/>
                  </a:cubicBezTo>
                  <a:cubicBezTo>
                    <a:pt x="34065" y="148491"/>
                    <a:pt x="14959" y="95824"/>
                    <a:pt x="14768" y="95313"/>
                  </a:cubicBezTo>
                  <a:cubicBezTo>
                    <a:pt x="14704" y="95057"/>
                    <a:pt x="14576" y="94802"/>
                    <a:pt x="14448" y="94611"/>
                  </a:cubicBezTo>
                  <a:cubicBezTo>
                    <a:pt x="12020" y="89823"/>
                    <a:pt x="12084" y="83056"/>
                    <a:pt x="15790" y="81204"/>
                  </a:cubicBezTo>
                  <a:cubicBezTo>
                    <a:pt x="17899" y="80119"/>
                    <a:pt x="20263" y="79991"/>
                    <a:pt x="22499" y="80757"/>
                  </a:cubicBezTo>
                  <a:cubicBezTo>
                    <a:pt x="24736" y="81523"/>
                    <a:pt x="26525" y="83056"/>
                    <a:pt x="27356" y="84652"/>
                  </a:cubicBezTo>
                  <a:cubicBezTo>
                    <a:pt x="28634" y="87844"/>
                    <a:pt x="40072" y="116444"/>
                    <a:pt x="50168" y="125126"/>
                  </a:cubicBezTo>
                  <a:cubicBezTo>
                    <a:pt x="52021" y="126722"/>
                    <a:pt x="54705" y="127105"/>
                    <a:pt x="57005" y="126084"/>
                  </a:cubicBezTo>
                  <a:cubicBezTo>
                    <a:pt x="59306" y="125062"/>
                    <a:pt x="60711" y="122764"/>
                    <a:pt x="60711" y="120274"/>
                  </a:cubicBezTo>
                  <a:lnTo>
                    <a:pt x="60711" y="29175"/>
                  </a:lnTo>
                  <a:cubicBezTo>
                    <a:pt x="60711" y="24323"/>
                    <a:pt x="64673" y="20365"/>
                    <a:pt x="69529" y="20365"/>
                  </a:cubicBezTo>
                  <a:cubicBezTo>
                    <a:pt x="74386" y="20365"/>
                    <a:pt x="78347" y="24323"/>
                    <a:pt x="78347" y="29175"/>
                  </a:cubicBezTo>
                  <a:lnTo>
                    <a:pt x="78347" y="36772"/>
                  </a:lnTo>
                  <a:lnTo>
                    <a:pt x="78347" y="89950"/>
                  </a:lnTo>
                  <a:cubicBezTo>
                    <a:pt x="78347" y="93462"/>
                    <a:pt x="81223" y="96334"/>
                    <a:pt x="84737" y="96334"/>
                  </a:cubicBezTo>
                  <a:cubicBezTo>
                    <a:pt x="88252" y="96334"/>
                    <a:pt x="91127" y="93462"/>
                    <a:pt x="91127" y="89950"/>
                  </a:cubicBezTo>
                  <a:lnTo>
                    <a:pt x="91127" y="36772"/>
                  </a:lnTo>
                  <a:lnTo>
                    <a:pt x="91127" y="29175"/>
                  </a:lnTo>
                  <a:lnTo>
                    <a:pt x="91127" y="21578"/>
                  </a:lnTo>
                  <a:cubicBezTo>
                    <a:pt x="91127" y="16726"/>
                    <a:pt x="95089" y="12768"/>
                    <a:pt x="99946" y="12768"/>
                  </a:cubicBezTo>
                  <a:cubicBezTo>
                    <a:pt x="104802" y="12768"/>
                    <a:pt x="108764" y="16726"/>
                    <a:pt x="108764" y="21578"/>
                  </a:cubicBezTo>
                  <a:lnTo>
                    <a:pt x="108764" y="89950"/>
                  </a:lnTo>
                  <a:cubicBezTo>
                    <a:pt x="108764" y="93462"/>
                    <a:pt x="111639" y="96334"/>
                    <a:pt x="115154" y="96334"/>
                  </a:cubicBezTo>
                  <a:cubicBezTo>
                    <a:pt x="118668" y="96334"/>
                    <a:pt x="121544" y="93462"/>
                    <a:pt x="121544" y="89950"/>
                  </a:cubicBezTo>
                  <a:lnTo>
                    <a:pt x="121544" y="82353"/>
                  </a:lnTo>
                  <a:cubicBezTo>
                    <a:pt x="121544" y="77502"/>
                    <a:pt x="125505" y="73544"/>
                    <a:pt x="130362" y="73544"/>
                  </a:cubicBezTo>
                  <a:cubicBezTo>
                    <a:pt x="135218" y="73544"/>
                    <a:pt x="139180" y="77502"/>
                    <a:pt x="139180" y="82353"/>
                  </a:cubicBezTo>
                  <a:lnTo>
                    <a:pt x="139180" y="89950"/>
                  </a:lnTo>
                  <a:cubicBezTo>
                    <a:pt x="139180" y="93462"/>
                    <a:pt x="142055" y="96334"/>
                    <a:pt x="145570" y="96334"/>
                  </a:cubicBezTo>
                  <a:cubicBezTo>
                    <a:pt x="145570" y="96334"/>
                    <a:pt x="145570" y="96334"/>
                    <a:pt x="145570" y="96334"/>
                  </a:cubicBezTo>
                  <a:cubicBezTo>
                    <a:pt x="145570" y="96334"/>
                    <a:pt x="145570" y="96334"/>
                    <a:pt x="145570" y="96334"/>
                  </a:cubicBezTo>
                  <a:cubicBezTo>
                    <a:pt x="149084" y="96334"/>
                    <a:pt x="151960" y="93462"/>
                    <a:pt x="151960" y="89950"/>
                  </a:cubicBezTo>
                  <a:cubicBezTo>
                    <a:pt x="151960" y="85098"/>
                    <a:pt x="155921" y="81140"/>
                    <a:pt x="160778" y="81140"/>
                  </a:cubicBezTo>
                  <a:cubicBezTo>
                    <a:pt x="165634" y="81140"/>
                    <a:pt x="169596" y="85098"/>
                    <a:pt x="169596" y="89950"/>
                  </a:cubicBezTo>
                  <a:lnTo>
                    <a:pt x="169596" y="120785"/>
                  </a:lnTo>
                  <a:cubicBezTo>
                    <a:pt x="169596" y="121104"/>
                    <a:pt x="171512" y="150790"/>
                    <a:pt x="155921" y="169367"/>
                  </a:cubicBezTo>
                  <a:cubicBezTo>
                    <a:pt x="153621" y="172048"/>
                    <a:pt x="154004" y="176070"/>
                    <a:pt x="156688" y="178368"/>
                  </a:cubicBezTo>
                  <a:cubicBezTo>
                    <a:pt x="157902" y="179390"/>
                    <a:pt x="159372" y="179837"/>
                    <a:pt x="160778" y="179837"/>
                  </a:cubicBezTo>
                  <a:cubicBezTo>
                    <a:pt x="162631" y="179837"/>
                    <a:pt x="164420" y="179071"/>
                    <a:pt x="165698" y="177539"/>
                  </a:cubicBezTo>
                  <a:cubicBezTo>
                    <a:pt x="184740" y="154939"/>
                    <a:pt x="182440" y="121232"/>
                    <a:pt x="182376" y="120274"/>
                  </a:cubicBezTo>
                  <a:lnTo>
                    <a:pt x="182376" y="89950"/>
                  </a:lnTo>
                  <a:close/>
                </a:path>
              </a:pathLst>
            </a:custGeom>
            <a:solidFill>
              <a:srgbClr val="00A3E0"/>
            </a:solidFill>
            <a:ln w="6390" cap="flat">
              <a:noFill/>
              <a:prstDash val="solid"/>
              <a:miter/>
            </a:ln>
          </p:spPr>
          <p:txBody>
            <a:bodyPr rtlCol="0" anchor="ctr"/>
            <a:lstStyle/>
            <a:p>
              <a:endParaRPr lang="en-US"/>
            </a:p>
          </p:txBody>
        </p:sp>
      </p:grpSp>
      <p:grpSp>
        <p:nvGrpSpPr>
          <p:cNvPr id="1035" name="Graphic 4">
            <a:extLst>
              <a:ext uri="{FF2B5EF4-FFF2-40B4-BE49-F238E27FC236}">
                <a16:creationId xmlns:a16="http://schemas.microsoft.com/office/drawing/2014/main" id="{31C6FA29-8F48-6D44-A981-900F415F2389}"/>
              </a:ext>
            </a:extLst>
          </p:cNvPr>
          <p:cNvGrpSpPr/>
          <p:nvPr/>
        </p:nvGrpSpPr>
        <p:grpSpPr>
          <a:xfrm>
            <a:off x="8841052" y="2855462"/>
            <a:ext cx="362309" cy="361971"/>
            <a:chOff x="8841052" y="2855462"/>
            <a:chExt cx="362309" cy="361971"/>
          </a:xfrm>
          <a:solidFill>
            <a:srgbClr val="00A3E0"/>
          </a:solidFill>
        </p:grpSpPr>
        <p:sp>
          <p:nvSpPr>
            <p:cNvPr id="1036" name="Freeform 1035">
              <a:extLst>
                <a:ext uri="{FF2B5EF4-FFF2-40B4-BE49-F238E27FC236}">
                  <a16:creationId xmlns:a16="http://schemas.microsoft.com/office/drawing/2014/main" id="{843F8DF1-9FB8-3A4A-B37F-0261ECCE52F4}"/>
                </a:ext>
              </a:extLst>
            </p:cNvPr>
            <p:cNvSpPr/>
            <p:nvPr/>
          </p:nvSpPr>
          <p:spPr>
            <a:xfrm>
              <a:off x="8841052" y="2855462"/>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30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9" y="0"/>
                    <a:pt x="0" y="81013"/>
                    <a:pt x="0" y="180986"/>
                  </a:cubicBezTo>
                  <a:cubicBezTo>
                    <a:pt x="0" y="280959"/>
                    <a:pt x="81089" y="361972"/>
                    <a:pt x="181155" y="361972"/>
                  </a:cubicBezTo>
                  <a:cubicBezTo>
                    <a:pt x="281221" y="361972"/>
                    <a:pt x="362310" y="280959"/>
                    <a:pt x="362310" y="180986"/>
                  </a:cubicBezTo>
                  <a:cubicBezTo>
                    <a:pt x="362246" y="81013"/>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30" y="88163"/>
                    <a:pt x="349530" y="180922"/>
                  </a:cubicBezTo>
                  <a:cubicBezTo>
                    <a:pt x="349530" y="273681"/>
                    <a:pt x="274001"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1037" name="Freeform 1036">
              <a:extLst>
                <a:ext uri="{FF2B5EF4-FFF2-40B4-BE49-F238E27FC236}">
                  <a16:creationId xmlns:a16="http://schemas.microsoft.com/office/drawing/2014/main" id="{061CD159-E7F3-2248-AC6E-16118E1C622B}"/>
                </a:ext>
              </a:extLst>
            </p:cNvPr>
            <p:cNvSpPr/>
            <p:nvPr/>
          </p:nvSpPr>
          <p:spPr>
            <a:xfrm>
              <a:off x="8933856" y="2963990"/>
              <a:ext cx="176647" cy="181560"/>
            </a:xfrm>
            <a:custGeom>
              <a:avLst/>
              <a:gdLst>
                <a:gd name="connsiteX0" fmla="*/ 176596 w 176647"/>
                <a:gd name="connsiteY0" fmla="*/ 94419 h 181560"/>
                <a:gd name="connsiteX1" fmla="*/ 155509 w 176647"/>
                <a:gd name="connsiteY1" fmla="*/ 73352 h 181560"/>
                <a:gd name="connsiteX2" fmla="*/ 144327 w 176647"/>
                <a:gd name="connsiteY2" fmla="*/ 76608 h 181560"/>
                <a:gd name="connsiteX3" fmla="*/ 126115 w 176647"/>
                <a:gd name="connsiteY3" fmla="*/ 66010 h 181560"/>
                <a:gd name="connsiteX4" fmla="*/ 117809 w 176647"/>
                <a:gd name="connsiteY4" fmla="*/ 67734 h 181560"/>
                <a:gd name="connsiteX5" fmla="*/ 117809 w 176647"/>
                <a:gd name="connsiteY5" fmla="*/ 21067 h 181560"/>
                <a:gd name="connsiteX6" fmla="*/ 96722 w 176647"/>
                <a:gd name="connsiteY6" fmla="*/ 0 h 181560"/>
                <a:gd name="connsiteX7" fmla="*/ 76146 w 176647"/>
                <a:gd name="connsiteY7" fmla="*/ 16662 h 181560"/>
                <a:gd name="connsiteX8" fmla="*/ 67392 w 176647"/>
                <a:gd name="connsiteY8" fmla="*/ 14683 h 181560"/>
                <a:gd name="connsiteX9" fmla="*/ 46305 w 176647"/>
                <a:gd name="connsiteY9" fmla="*/ 35750 h 181560"/>
                <a:gd name="connsiteX10" fmla="*/ 46305 w 176647"/>
                <a:gd name="connsiteY10" fmla="*/ 101314 h 181560"/>
                <a:gd name="connsiteX11" fmla="*/ 38126 w 176647"/>
                <a:gd name="connsiteY11" fmla="*/ 84268 h 181560"/>
                <a:gd name="connsiteX12" fmla="*/ 25922 w 176647"/>
                <a:gd name="connsiteY12" fmla="*/ 73735 h 181560"/>
                <a:gd name="connsiteX13" fmla="*/ 9819 w 176647"/>
                <a:gd name="connsiteY13" fmla="*/ 74884 h 181560"/>
                <a:gd name="connsiteX14" fmla="*/ 234 w 176647"/>
                <a:gd name="connsiteY14" fmla="*/ 88929 h 181560"/>
                <a:gd name="connsiteX15" fmla="*/ 2726 w 176647"/>
                <a:gd name="connsiteY15" fmla="*/ 104314 h 181560"/>
                <a:gd name="connsiteX16" fmla="*/ 56657 w 176647"/>
                <a:gd name="connsiteY16" fmla="*/ 180603 h 181560"/>
                <a:gd name="connsiteX17" fmla="*/ 60044 w 176647"/>
                <a:gd name="connsiteY17" fmla="*/ 181560 h 181560"/>
                <a:gd name="connsiteX18" fmla="*/ 65475 w 176647"/>
                <a:gd name="connsiteY18" fmla="*/ 178560 h 181560"/>
                <a:gd name="connsiteX19" fmla="*/ 63431 w 176647"/>
                <a:gd name="connsiteY19" fmla="*/ 169750 h 181560"/>
                <a:gd name="connsiteX20" fmla="*/ 14675 w 176647"/>
                <a:gd name="connsiteY20" fmla="*/ 99654 h 181560"/>
                <a:gd name="connsiteX21" fmla="*/ 14355 w 176647"/>
                <a:gd name="connsiteY21" fmla="*/ 98952 h 181560"/>
                <a:gd name="connsiteX22" fmla="*/ 12886 w 176647"/>
                <a:gd name="connsiteY22" fmla="*/ 90716 h 181560"/>
                <a:gd name="connsiteX23" fmla="*/ 15506 w 176647"/>
                <a:gd name="connsiteY23" fmla="*/ 86248 h 181560"/>
                <a:gd name="connsiteX24" fmla="*/ 21832 w 176647"/>
                <a:gd name="connsiteY24" fmla="*/ 85801 h 181560"/>
                <a:gd name="connsiteX25" fmla="*/ 26497 w 176647"/>
                <a:gd name="connsiteY25" fmla="*/ 89695 h 181560"/>
                <a:gd name="connsiteX26" fmla="*/ 48031 w 176647"/>
                <a:gd name="connsiteY26" fmla="*/ 128190 h 181560"/>
                <a:gd name="connsiteX27" fmla="*/ 54995 w 176647"/>
                <a:gd name="connsiteY27" fmla="*/ 129723 h 181560"/>
                <a:gd name="connsiteX28" fmla="*/ 59021 w 176647"/>
                <a:gd name="connsiteY28" fmla="*/ 123785 h 181560"/>
                <a:gd name="connsiteX29" fmla="*/ 59021 w 176647"/>
                <a:gd name="connsiteY29" fmla="*/ 35750 h 181560"/>
                <a:gd name="connsiteX30" fmla="*/ 67328 w 176647"/>
                <a:gd name="connsiteY30" fmla="*/ 27451 h 181560"/>
                <a:gd name="connsiteX31" fmla="*/ 75635 w 176647"/>
                <a:gd name="connsiteY31" fmla="*/ 35750 h 181560"/>
                <a:gd name="connsiteX32" fmla="*/ 75635 w 176647"/>
                <a:gd name="connsiteY32" fmla="*/ 94419 h 181560"/>
                <a:gd name="connsiteX33" fmla="*/ 82025 w 176647"/>
                <a:gd name="connsiteY33" fmla="*/ 100803 h 181560"/>
                <a:gd name="connsiteX34" fmla="*/ 88415 w 176647"/>
                <a:gd name="connsiteY34" fmla="*/ 94419 h 181560"/>
                <a:gd name="connsiteX35" fmla="*/ 88415 w 176647"/>
                <a:gd name="connsiteY35" fmla="*/ 35750 h 181560"/>
                <a:gd name="connsiteX36" fmla="*/ 88415 w 176647"/>
                <a:gd name="connsiteY36" fmla="*/ 21067 h 181560"/>
                <a:gd name="connsiteX37" fmla="*/ 96722 w 176647"/>
                <a:gd name="connsiteY37" fmla="*/ 12768 h 181560"/>
                <a:gd name="connsiteX38" fmla="*/ 105029 w 176647"/>
                <a:gd name="connsiteY38" fmla="*/ 21067 h 181560"/>
                <a:gd name="connsiteX39" fmla="*/ 105029 w 176647"/>
                <a:gd name="connsiteY39" fmla="*/ 94419 h 181560"/>
                <a:gd name="connsiteX40" fmla="*/ 111419 w 176647"/>
                <a:gd name="connsiteY40" fmla="*/ 100803 h 181560"/>
                <a:gd name="connsiteX41" fmla="*/ 117809 w 176647"/>
                <a:gd name="connsiteY41" fmla="*/ 94419 h 181560"/>
                <a:gd name="connsiteX42" fmla="*/ 117809 w 176647"/>
                <a:gd name="connsiteY42" fmla="*/ 87077 h 181560"/>
                <a:gd name="connsiteX43" fmla="*/ 126115 w 176647"/>
                <a:gd name="connsiteY43" fmla="*/ 78778 h 181560"/>
                <a:gd name="connsiteX44" fmla="*/ 134423 w 176647"/>
                <a:gd name="connsiteY44" fmla="*/ 87077 h 181560"/>
                <a:gd name="connsiteX45" fmla="*/ 134423 w 176647"/>
                <a:gd name="connsiteY45" fmla="*/ 93717 h 181560"/>
                <a:gd name="connsiteX46" fmla="*/ 134359 w 176647"/>
                <a:gd name="connsiteY46" fmla="*/ 94419 h 181560"/>
                <a:gd name="connsiteX47" fmla="*/ 140749 w 176647"/>
                <a:gd name="connsiteY47" fmla="*/ 100803 h 181560"/>
                <a:gd name="connsiteX48" fmla="*/ 140813 w 176647"/>
                <a:gd name="connsiteY48" fmla="*/ 100803 h 181560"/>
                <a:gd name="connsiteX49" fmla="*/ 140877 w 176647"/>
                <a:gd name="connsiteY49" fmla="*/ 100803 h 181560"/>
                <a:gd name="connsiteX50" fmla="*/ 147266 w 176647"/>
                <a:gd name="connsiteY50" fmla="*/ 94419 h 181560"/>
                <a:gd name="connsiteX51" fmla="*/ 147266 w 176647"/>
                <a:gd name="connsiteY51" fmla="*/ 94100 h 181560"/>
                <a:gd name="connsiteX52" fmla="*/ 155509 w 176647"/>
                <a:gd name="connsiteY52" fmla="*/ 86120 h 181560"/>
                <a:gd name="connsiteX53" fmla="*/ 163816 w 176647"/>
                <a:gd name="connsiteY53" fmla="*/ 94419 h 181560"/>
                <a:gd name="connsiteX54" fmla="*/ 163816 w 176647"/>
                <a:gd name="connsiteY54" fmla="*/ 124232 h 181560"/>
                <a:gd name="connsiteX55" fmla="*/ 150589 w 176647"/>
                <a:gd name="connsiteY55" fmla="*/ 171027 h 181560"/>
                <a:gd name="connsiteX56" fmla="*/ 151356 w 176647"/>
                <a:gd name="connsiteY56" fmla="*/ 180028 h 181560"/>
                <a:gd name="connsiteX57" fmla="*/ 155445 w 176647"/>
                <a:gd name="connsiteY57" fmla="*/ 181560 h 181560"/>
                <a:gd name="connsiteX58" fmla="*/ 160301 w 176647"/>
                <a:gd name="connsiteY58" fmla="*/ 179326 h 181560"/>
                <a:gd name="connsiteX59" fmla="*/ 176532 w 176647"/>
                <a:gd name="connsiteY59" fmla="*/ 123849 h 181560"/>
                <a:gd name="connsiteX60" fmla="*/ 176532 w 176647"/>
                <a:gd name="connsiteY60" fmla="*/ 94419 h 181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76647" h="181560">
                  <a:moveTo>
                    <a:pt x="176596" y="94419"/>
                  </a:moveTo>
                  <a:cubicBezTo>
                    <a:pt x="176596" y="82800"/>
                    <a:pt x="167139" y="73352"/>
                    <a:pt x="155509" y="73352"/>
                  </a:cubicBezTo>
                  <a:cubicBezTo>
                    <a:pt x="151420" y="73352"/>
                    <a:pt x="147586" y="74565"/>
                    <a:pt x="144327" y="76608"/>
                  </a:cubicBezTo>
                  <a:cubicBezTo>
                    <a:pt x="140685" y="70288"/>
                    <a:pt x="133911" y="66010"/>
                    <a:pt x="126115" y="66010"/>
                  </a:cubicBezTo>
                  <a:cubicBezTo>
                    <a:pt x="123176" y="66010"/>
                    <a:pt x="120364" y="66649"/>
                    <a:pt x="117809" y="67734"/>
                  </a:cubicBezTo>
                  <a:lnTo>
                    <a:pt x="117809" y="21067"/>
                  </a:lnTo>
                  <a:cubicBezTo>
                    <a:pt x="117809" y="9448"/>
                    <a:pt x="108351" y="0"/>
                    <a:pt x="96722" y="0"/>
                  </a:cubicBezTo>
                  <a:cubicBezTo>
                    <a:pt x="86626" y="0"/>
                    <a:pt x="78191" y="7150"/>
                    <a:pt x="76146" y="16662"/>
                  </a:cubicBezTo>
                  <a:cubicBezTo>
                    <a:pt x="73462" y="15449"/>
                    <a:pt x="70523" y="14683"/>
                    <a:pt x="67392" y="14683"/>
                  </a:cubicBezTo>
                  <a:cubicBezTo>
                    <a:pt x="55762" y="14683"/>
                    <a:pt x="46305" y="24131"/>
                    <a:pt x="46305" y="35750"/>
                  </a:cubicBezTo>
                  <a:lnTo>
                    <a:pt x="46305" y="101314"/>
                  </a:lnTo>
                  <a:cubicBezTo>
                    <a:pt x="43238" y="95313"/>
                    <a:pt x="40235" y="89056"/>
                    <a:pt x="38126" y="84268"/>
                  </a:cubicBezTo>
                  <a:cubicBezTo>
                    <a:pt x="35634" y="79225"/>
                    <a:pt x="31289" y="75459"/>
                    <a:pt x="25922" y="73735"/>
                  </a:cubicBezTo>
                  <a:cubicBezTo>
                    <a:pt x="20554" y="71947"/>
                    <a:pt x="14866" y="72330"/>
                    <a:pt x="9819" y="74884"/>
                  </a:cubicBezTo>
                  <a:cubicBezTo>
                    <a:pt x="4579" y="77501"/>
                    <a:pt x="1129" y="82481"/>
                    <a:pt x="234" y="88929"/>
                  </a:cubicBezTo>
                  <a:cubicBezTo>
                    <a:pt x="-469" y="93972"/>
                    <a:pt x="426" y="99526"/>
                    <a:pt x="2726" y="104314"/>
                  </a:cubicBezTo>
                  <a:cubicBezTo>
                    <a:pt x="4579" y="109485"/>
                    <a:pt x="23749" y="160174"/>
                    <a:pt x="56657" y="180603"/>
                  </a:cubicBezTo>
                  <a:cubicBezTo>
                    <a:pt x="57679" y="181241"/>
                    <a:pt x="58893" y="181560"/>
                    <a:pt x="60044" y="181560"/>
                  </a:cubicBezTo>
                  <a:cubicBezTo>
                    <a:pt x="62152" y="181560"/>
                    <a:pt x="64261" y="180475"/>
                    <a:pt x="65475" y="178560"/>
                  </a:cubicBezTo>
                  <a:cubicBezTo>
                    <a:pt x="67328" y="175560"/>
                    <a:pt x="66434" y="171665"/>
                    <a:pt x="63431" y="169750"/>
                  </a:cubicBezTo>
                  <a:cubicBezTo>
                    <a:pt x="33333" y="150981"/>
                    <a:pt x="14866" y="100165"/>
                    <a:pt x="14675" y="99654"/>
                  </a:cubicBezTo>
                  <a:cubicBezTo>
                    <a:pt x="14611" y="99399"/>
                    <a:pt x="14483" y="99143"/>
                    <a:pt x="14355" y="98952"/>
                  </a:cubicBezTo>
                  <a:cubicBezTo>
                    <a:pt x="13078" y="96398"/>
                    <a:pt x="12566" y="93334"/>
                    <a:pt x="12886" y="90716"/>
                  </a:cubicBezTo>
                  <a:cubicBezTo>
                    <a:pt x="13206" y="88482"/>
                    <a:pt x="14100" y="87014"/>
                    <a:pt x="15506" y="86248"/>
                  </a:cubicBezTo>
                  <a:cubicBezTo>
                    <a:pt x="17486" y="85226"/>
                    <a:pt x="19723" y="85098"/>
                    <a:pt x="21832" y="85801"/>
                  </a:cubicBezTo>
                  <a:cubicBezTo>
                    <a:pt x="23940" y="86503"/>
                    <a:pt x="25666" y="87971"/>
                    <a:pt x="26497" y="89695"/>
                  </a:cubicBezTo>
                  <a:cubicBezTo>
                    <a:pt x="27838" y="92759"/>
                    <a:pt x="40107" y="120019"/>
                    <a:pt x="48031" y="128190"/>
                  </a:cubicBezTo>
                  <a:cubicBezTo>
                    <a:pt x="49820" y="130042"/>
                    <a:pt x="52631" y="130680"/>
                    <a:pt x="54995" y="129723"/>
                  </a:cubicBezTo>
                  <a:cubicBezTo>
                    <a:pt x="57424" y="128765"/>
                    <a:pt x="59021" y="126403"/>
                    <a:pt x="59021" y="123785"/>
                  </a:cubicBezTo>
                  <a:lnTo>
                    <a:pt x="59021" y="35750"/>
                  </a:lnTo>
                  <a:cubicBezTo>
                    <a:pt x="59021" y="31154"/>
                    <a:pt x="62728" y="27451"/>
                    <a:pt x="67328" y="27451"/>
                  </a:cubicBezTo>
                  <a:cubicBezTo>
                    <a:pt x="71929" y="27451"/>
                    <a:pt x="75635" y="31154"/>
                    <a:pt x="75635" y="35750"/>
                  </a:cubicBezTo>
                  <a:lnTo>
                    <a:pt x="75635" y="94419"/>
                  </a:lnTo>
                  <a:cubicBezTo>
                    <a:pt x="75635" y="97930"/>
                    <a:pt x="78511" y="100803"/>
                    <a:pt x="82025" y="100803"/>
                  </a:cubicBezTo>
                  <a:cubicBezTo>
                    <a:pt x="85539" y="100803"/>
                    <a:pt x="88415" y="97930"/>
                    <a:pt x="88415" y="94419"/>
                  </a:cubicBezTo>
                  <a:lnTo>
                    <a:pt x="88415" y="35750"/>
                  </a:lnTo>
                  <a:lnTo>
                    <a:pt x="88415" y="21067"/>
                  </a:lnTo>
                  <a:cubicBezTo>
                    <a:pt x="88415" y="16471"/>
                    <a:pt x="92121" y="12768"/>
                    <a:pt x="96722" y="12768"/>
                  </a:cubicBezTo>
                  <a:cubicBezTo>
                    <a:pt x="101322" y="12768"/>
                    <a:pt x="105029" y="16471"/>
                    <a:pt x="105029" y="21067"/>
                  </a:cubicBezTo>
                  <a:lnTo>
                    <a:pt x="105029" y="94419"/>
                  </a:lnTo>
                  <a:cubicBezTo>
                    <a:pt x="105029" y="97930"/>
                    <a:pt x="107904" y="100803"/>
                    <a:pt x="111419" y="100803"/>
                  </a:cubicBezTo>
                  <a:cubicBezTo>
                    <a:pt x="114933" y="100803"/>
                    <a:pt x="117809" y="97930"/>
                    <a:pt x="117809" y="94419"/>
                  </a:cubicBezTo>
                  <a:lnTo>
                    <a:pt x="117809" y="87077"/>
                  </a:lnTo>
                  <a:cubicBezTo>
                    <a:pt x="117809" y="82481"/>
                    <a:pt x="121515" y="78778"/>
                    <a:pt x="126115" y="78778"/>
                  </a:cubicBezTo>
                  <a:cubicBezTo>
                    <a:pt x="130716" y="78778"/>
                    <a:pt x="134423" y="82481"/>
                    <a:pt x="134423" y="87077"/>
                  </a:cubicBezTo>
                  <a:lnTo>
                    <a:pt x="134423" y="93717"/>
                  </a:lnTo>
                  <a:cubicBezTo>
                    <a:pt x="134423" y="93972"/>
                    <a:pt x="134359" y="94164"/>
                    <a:pt x="134359" y="94419"/>
                  </a:cubicBezTo>
                  <a:cubicBezTo>
                    <a:pt x="134359" y="97930"/>
                    <a:pt x="137234" y="100803"/>
                    <a:pt x="140749" y="100803"/>
                  </a:cubicBezTo>
                  <a:cubicBezTo>
                    <a:pt x="140749" y="100803"/>
                    <a:pt x="140749" y="100803"/>
                    <a:pt x="140813" y="100803"/>
                  </a:cubicBezTo>
                  <a:cubicBezTo>
                    <a:pt x="140877" y="100803"/>
                    <a:pt x="140813" y="100803"/>
                    <a:pt x="140877" y="100803"/>
                  </a:cubicBezTo>
                  <a:cubicBezTo>
                    <a:pt x="144391" y="100803"/>
                    <a:pt x="147266" y="97930"/>
                    <a:pt x="147266" y="94419"/>
                  </a:cubicBezTo>
                  <a:lnTo>
                    <a:pt x="147266" y="94100"/>
                  </a:lnTo>
                  <a:cubicBezTo>
                    <a:pt x="147458" y="89695"/>
                    <a:pt x="151036" y="86120"/>
                    <a:pt x="155509" y="86120"/>
                  </a:cubicBezTo>
                  <a:cubicBezTo>
                    <a:pt x="160110" y="86120"/>
                    <a:pt x="163816" y="89823"/>
                    <a:pt x="163816" y="94419"/>
                  </a:cubicBezTo>
                  <a:lnTo>
                    <a:pt x="163816" y="124232"/>
                  </a:lnTo>
                  <a:cubicBezTo>
                    <a:pt x="163816" y="124488"/>
                    <a:pt x="165797" y="153024"/>
                    <a:pt x="150589" y="171027"/>
                  </a:cubicBezTo>
                  <a:cubicBezTo>
                    <a:pt x="148288" y="173708"/>
                    <a:pt x="148672" y="177730"/>
                    <a:pt x="151356" y="180028"/>
                  </a:cubicBezTo>
                  <a:cubicBezTo>
                    <a:pt x="152570" y="181050"/>
                    <a:pt x="154039" y="181560"/>
                    <a:pt x="155445" y="181560"/>
                  </a:cubicBezTo>
                  <a:cubicBezTo>
                    <a:pt x="157298" y="181560"/>
                    <a:pt x="159088" y="180794"/>
                    <a:pt x="160301" y="179326"/>
                  </a:cubicBezTo>
                  <a:cubicBezTo>
                    <a:pt x="178832" y="157429"/>
                    <a:pt x="176596" y="124743"/>
                    <a:pt x="176532" y="123849"/>
                  </a:cubicBezTo>
                  <a:lnTo>
                    <a:pt x="176532" y="94419"/>
                  </a:lnTo>
                  <a:close/>
                </a:path>
              </a:pathLst>
            </a:custGeom>
            <a:solidFill>
              <a:srgbClr val="00A3E0"/>
            </a:solidFill>
            <a:ln w="6390" cap="flat">
              <a:noFill/>
              <a:prstDash val="solid"/>
              <a:miter/>
            </a:ln>
          </p:spPr>
          <p:txBody>
            <a:bodyPr rtlCol="0" anchor="ctr"/>
            <a:lstStyle/>
            <a:p>
              <a:endParaRPr lang="en-US"/>
            </a:p>
          </p:txBody>
        </p:sp>
        <p:sp>
          <p:nvSpPr>
            <p:cNvPr id="1038" name="Freeform 1037">
              <a:extLst>
                <a:ext uri="{FF2B5EF4-FFF2-40B4-BE49-F238E27FC236}">
                  <a16:creationId xmlns:a16="http://schemas.microsoft.com/office/drawing/2014/main" id="{2CEF9105-B7E5-B949-B694-05316656E715}"/>
                </a:ext>
              </a:extLst>
            </p:cNvPr>
            <p:cNvSpPr/>
            <p:nvPr/>
          </p:nvSpPr>
          <p:spPr>
            <a:xfrm>
              <a:off x="8958179" y="2927282"/>
              <a:ext cx="145015" cy="42134"/>
            </a:xfrm>
            <a:custGeom>
              <a:avLst/>
              <a:gdLst>
                <a:gd name="connsiteX0" fmla="*/ 6327 w 145015"/>
                <a:gd name="connsiteY0" fmla="*/ 42134 h 42134"/>
                <a:gd name="connsiteX1" fmla="*/ 28372 w 145015"/>
                <a:gd name="connsiteY1" fmla="*/ 42134 h 42134"/>
                <a:gd name="connsiteX2" fmla="*/ 34762 w 145015"/>
                <a:gd name="connsiteY2" fmla="*/ 35750 h 42134"/>
                <a:gd name="connsiteX3" fmla="*/ 28372 w 145015"/>
                <a:gd name="connsiteY3" fmla="*/ 29366 h 42134"/>
                <a:gd name="connsiteX4" fmla="*/ 23516 w 145015"/>
                <a:gd name="connsiteY4" fmla="*/ 29366 h 42134"/>
                <a:gd name="connsiteX5" fmla="*/ 72846 w 145015"/>
                <a:gd name="connsiteY5" fmla="*/ 12768 h 42134"/>
                <a:gd name="connsiteX6" fmla="*/ 133806 w 145015"/>
                <a:gd name="connsiteY6" fmla="*/ 39964 h 42134"/>
                <a:gd name="connsiteX7" fmla="*/ 138598 w 145015"/>
                <a:gd name="connsiteY7" fmla="*/ 42070 h 42134"/>
                <a:gd name="connsiteX8" fmla="*/ 142880 w 145015"/>
                <a:gd name="connsiteY8" fmla="*/ 40474 h 42134"/>
                <a:gd name="connsiteX9" fmla="*/ 143391 w 145015"/>
                <a:gd name="connsiteY9" fmla="*/ 31473 h 42134"/>
                <a:gd name="connsiteX10" fmla="*/ 72910 w 145015"/>
                <a:gd name="connsiteY10" fmla="*/ 0 h 42134"/>
                <a:gd name="connsiteX11" fmla="*/ 12781 w 145015"/>
                <a:gd name="connsiteY11" fmla="*/ 21706 h 42134"/>
                <a:gd name="connsiteX12" fmla="*/ 12781 w 145015"/>
                <a:gd name="connsiteY12" fmla="*/ 13726 h 42134"/>
                <a:gd name="connsiteX13" fmla="*/ 6391 w 145015"/>
                <a:gd name="connsiteY13" fmla="*/ 7342 h 42134"/>
                <a:gd name="connsiteX14" fmla="*/ 1 w 145015"/>
                <a:gd name="connsiteY14" fmla="*/ 13726 h 42134"/>
                <a:gd name="connsiteX15" fmla="*/ 1 w 145015"/>
                <a:gd name="connsiteY15" fmla="*/ 35750 h 42134"/>
                <a:gd name="connsiteX16" fmla="*/ 6327 w 145015"/>
                <a:gd name="connsiteY16" fmla="*/ 42134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5015" h="42134">
                  <a:moveTo>
                    <a:pt x="6327" y="42134"/>
                  </a:moveTo>
                  <a:lnTo>
                    <a:pt x="28372" y="42134"/>
                  </a:lnTo>
                  <a:cubicBezTo>
                    <a:pt x="31887" y="42134"/>
                    <a:pt x="34762" y="39261"/>
                    <a:pt x="34762" y="35750"/>
                  </a:cubicBezTo>
                  <a:cubicBezTo>
                    <a:pt x="34762" y="32239"/>
                    <a:pt x="31887" y="29366"/>
                    <a:pt x="28372" y="29366"/>
                  </a:cubicBezTo>
                  <a:lnTo>
                    <a:pt x="23516" y="29366"/>
                  </a:lnTo>
                  <a:cubicBezTo>
                    <a:pt x="37638" y="18641"/>
                    <a:pt x="54954" y="12768"/>
                    <a:pt x="72846" y="12768"/>
                  </a:cubicBezTo>
                  <a:cubicBezTo>
                    <a:pt x="96041" y="12768"/>
                    <a:pt x="118279" y="22663"/>
                    <a:pt x="133806" y="39964"/>
                  </a:cubicBezTo>
                  <a:cubicBezTo>
                    <a:pt x="135084" y="41368"/>
                    <a:pt x="136809" y="42070"/>
                    <a:pt x="138598" y="42070"/>
                  </a:cubicBezTo>
                  <a:cubicBezTo>
                    <a:pt x="140132" y="42070"/>
                    <a:pt x="141665" y="41560"/>
                    <a:pt x="142880" y="40474"/>
                  </a:cubicBezTo>
                  <a:cubicBezTo>
                    <a:pt x="145499" y="38112"/>
                    <a:pt x="145755" y="34090"/>
                    <a:pt x="143391" y="31473"/>
                  </a:cubicBezTo>
                  <a:cubicBezTo>
                    <a:pt x="125500" y="11491"/>
                    <a:pt x="99812" y="0"/>
                    <a:pt x="72910" y="0"/>
                  </a:cubicBezTo>
                  <a:cubicBezTo>
                    <a:pt x="50865" y="0"/>
                    <a:pt x="29714" y="7725"/>
                    <a:pt x="12781" y="21706"/>
                  </a:cubicBezTo>
                  <a:lnTo>
                    <a:pt x="12781" y="13726"/>
                  </a:lnTo>
                  <a:cubicBezTo>
                    <a:pt x="12781" y="10214"/>
                    <a:pt x="9905" y="7342"/>
                    <a:pt x="6391" y="7342"/>
                  </a:cubicBezTo>
                  <a:cubicBezTo>
                    <a:pt x="2876" y="7342"/>
                    <a:pt x="1" y="10214"/>
                    <a:pt x="1" y="13726"/>
                  </a:cubicBezTo>
                  <a:lnTo>
                    <a:pt x="1" y="35750"/>
                  </a:lnTo>
                  <a:cubicBezTo>
                    <a:pt x="-63" y="39325"/>
                    <a:pt x="2812" y="42134"/>
                    <a:pt x="6327" y="42134"/>
                  </a:cubicBezTo>
                  <a:close/>
                </a:path>
              </a:pathLst>
            </a:custGeom>
            <a:solidFill>
              <a:srgbClr val="00A3E0"/>
            </a:solidFill>
            <a:ln w="6390" cap="flat">
              <a:noFill/>
              <a:prstDash val="solid"/>
              <a:miter/>
            </a:ln>
          </p:spPr>
          <p:txBody>
            <a:bodyPr rtlCol="0" anchor="ctr"/>
            <a:lstStyle/>
            <a:p>
              <a:endParaRPr lang="en-US"/>
            </a:p>
          </p:txBody>
        </p:sp>
      </p:grpSp>
      <p:grpSp>
        <p:nvGrpSpPr>
          <p:cNvPr id="1039" name="Graphic 4">
            <a:extLst>
              <a:ext uri="{FF2B5EF4-FFF2-40B4-BE49-F238E27FC236}">
                <a16:creationId xmlns:a16="http://schemas.microsoft.com/office/drawing/2014/main" id="{B2E43B9C-9045-6645-997C-4FE1C499FD53}"/>
              </a:ext>
            </a:extLst>
          </p:cNvPr>
          <p:cNvGrpSpPr/>
          <p:nvPr/>
        </p:nvGrpSpPr>
        <p:grpSpPr>
          <a:xfrm>
            <a:off x="7801666" y="2855462"/>
            <a:ext cx="362309" cy="361971"/>
            <a:chOff x="7801666" y="2855462"/>
            <a:chExt cx="362309" cy="361971"/>
          </a:xfrm>
          <a:solidFill>
            <a:srgbClr val="00A3E0"/>
          </a:solidFill>
        </p:grpSpPr>
        <p:sp>
          <p:nvSpPr>
            <p:cNvPr id="1040" name="Freeform 1039">
              <a:extLst>
                <a:ext uri="{FF2B5EF4-FFF2-40B4-BE49-F238E27FC236}">
                  <a16:creationId xmlns:a16="http://schemas.microsoft.com/office/drawing/2014/main" id="{CC5AC62F-0CDE-1442-8211-4A7EEF22D832}"/>
                </a:ext>
              </a:extLst>
            </p:cNvPr>
            <p:cNvSpPr/>
            <p:nvPr/>
          </p:nvSpPr>
          <p:spPr>
            <a:xfrm>
              <a:off x="7801666" y="2855462"/>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09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29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2"/>
                    <a:pt x="181155" y="361972"/>
                  </a:cubicBezTo>
                  <a:cubicBezTo>
                    <a:pt x="281220" y="361972"/>
                    <a:pt x="362309" y="280959"/>
                    <a:pt x="362309" y="180986"/>
                  </a:cubicBezTo>
                  <a:cubicBezTo>
                    <a:pt x="362309" y="81013"/>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29" y="88163"/>
                    <a:pt x="349529" y="180922"/>
                  </a:cubicBezTo>
                  <a:cubicBezTo>
                    <a:pt x="349529" y="273681"/>
                    <a:pt x="273937"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1041" name="Freeform 1040">
              <a:extLst>
                <a:ext uri="{FF2B5EF4-FFF2-40B4-BE49-F238E27FC236}">
                  <a16:creationId xmlns:a16="http://schemas.microsoft.com/office/drawing/2014/main" id="{03ADA5D8-242F-E349-8F27-D6BC3B6596A3}"/>
                </a:ext>
              </a:extLst>
            </p:cNvPr>
            <p:cNvSpPr/>
            <p:nvPr/>
          </p:nvSpPr>
          <p:spPr>
            <a:xfrm>
              <a:off x="7908760" y="2927090"/>
              <a:ext cx="150163" cy="89056"/>
            </a:xfrm>
            <a:custGeom>
              <a:avLst/>
              <a:gdLst>
                <a:gd name="connsiteX0" fmla="*/ 6838 w 150163"/>
                <a:gd name="connsiteY0" fmla="*/ 89056 h 89056"/>
                <a:gd name="connsiteX1" fmla="*/ 7540 w 150163"/>
                <a:gd name="connsiteY1" fmla="*/ 88993 h 89056"/>
                <a:gd name="connsiteX2" fmla="*/ 13164 w 150163"/>
                <a:gd name="connsiteY2" fmla="*/ 81906 h 89056"/>
                <a:gd name="connsiteX3" fmla="*/ 12780 w 150163"/>
                <a:gd name="connsiteY3" fmla="*/ 75012 h 89056"/>
                <a:gd name="connsiteX4" fmla="*/ 75082 w 150163"/>
                <a:gd name="connsiteY4" fmla="*/ 12768 h 89056"/>
                <a:gd name="connsiteX5" fmla="*/ 137384 w 150163"/>
                <a:gd name="connsiteY5" fmla="*/ 75012 h 89056"/>
                <a:gd name="connsiteX6" fmla="*/ 137001 w 150163"/>
                <a:gd name="connsiteY6" fmla="*/ 81970 h 89056"/>
                <a:gd name="connsiteX7" fmla="*/ 142688 w 150163"/>
                <a:gd name="connsiteY7" fmla="*/ 88993 h 89056"/>
                <a:gd name="connsiteX8" fmla="*/ 149717 w 150163"/>
                <a:gd name="connsiteY8" fmla="*/ 83311 h 89056"/>
                <a:gd name="connsiteX9" fmla="*/ 150164 w 150163"/>
                <a:gd name="connsiteY9" fmla="*/ 75012 h 89056"/>
                <a:gd name="connsiteX10" fmla="*/ 75082 w 150163"/>
                <a:gd name="connsiteY10" fmla="*/ 0 h 89056"/>
                <a:gd name="connsiteX11" fmla="*/ 0 w 150163"/>
                <a:gd name="connsiteY11" fmla="*/ 75012 h 89056"/>
                <a:gd name="connsiteX12" fmla="*/ 448 w 150163"/>
                <a:gd name="connsiteY12" fmla="*/ 83375 h 89056"/>
                <a:gd name="connsiteX13" fmla="*/ 6838 w 150163"/>
                <a:gd name="connsiteY13" fmla="*/ 89056 h 8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163" h="89056">
                  <a:moveTo>
                    <a:pt x="6838" y="89056"/>
                  </a:moveTo>
                  <a:cubicBezTo>
                    <a:pt x="7094" y="89056"/>
                    <a:pt x="7285" y="89056"/>
                    <a:pt x="7540" y="88993"/>
                  </a:cubicBezTo>
                  <a:cubicBezTo>
                    <a:pt x="11055" y="88610"/>
                    <a:pt x="13547" y="85418"/>
                    <a:pt x="13164" y="81906"/>
                  </a:cubicBezTo>
                  <a:cubicBezTo>
                    <a:pt x="12908" y="79608"/>
                    <a:pt x="12780" y="77310"/>
                    <a:pt x="12780" y="75012"/>
                  </a:cubicBezTo>
                  <a:cubicBezTo>
                    <a:pt x="12780" y="40666"/>
                    <a:pt x="40768" y="12768"/>
                    <a:pt x="75082" y="12768"/>
                  </a:cubicBezTo>
                  <a:cubicBezTo>
                    <a:pt x="109460" y="12768"/>
                    <a:pt x="137384" y="40730"/>
                    <a:pt x="137384" y="75012"/>
                  </a:cubicBezTo>
                  <a:cubicBezTo>
                    <a:pt x="137384" y="77374"/>
                    <a:pt x="137257" y="79672"/>
                    <a:pt x="137001" y="81970"/>
                  </a:cubicBezTo>
                  <a:cubicBezTo>
                    <a:pt x="136617" y="85481"/>
                    <a:pt x="139173" y="88610"/>
                    <a:pt x="142688" y="88993"/>
                  </a:cubicBezTo>
                  <a:cubicBezTo>
                    <a:pt x="146139" y="89312"/>
                    <a:pt x="149334" y="86822"/>
                    <a:pt x="149717" y="83311"/>
                  </a:cubicBezTo>
                  <a:cubicBezTo>
                    <a:pt x="150036" y="80566"/>
                    <a:pt x="150164" y="77757"/>
                    <a:pt x="150164" y="75012"/>
                  </a:cubicBezTo>
                  <a:cubicBezTo>
                    <a:pt x="150164" y="33644"/>
                    <a:pt x="116489" y="0"/>
                    <a:pt x="75082" y="0"/>
                  </a:cubicBezTo>
                  <a:cubicBezTo>
                    <a:pt x="33675" y="0"/>
                    <a:pt x="0" y="33644"/>
                    <a:pt x="0" y="75012"/>
                  </a:cubicBezTo>
                  <a:cubicBezTo>
                    <a:pt x="0" y="77821"/>
                    <a:pt x="128" y="80630"/>
                    <a:pt x="448" y="83375"/>
                  </a:cubicBezTo>
                  <a:cubicBezTo>
                    <a:pt x="895" y="86631"/>
                    <a:pt x="3643" y="89056"/>
                    <a:pt x="6838" y="89056"/>
                  </a:cubicBezTo>
                  <a:close/>
                </a:path>
              </a:pathLst>
            </a:custGeom>
            <a:solidFill>
              <a:srgbClr val="00A3E0"/>
            </a:solidFill>
            <a:ln w="6390" cap="flat">
              <a:noFill/>
              <a:prstDash val="solid"/>
              <a:miter/>
            </a:ln>
          </p:spPr>
          <p:txBody>
            <a:bodyPr rtlCol="0" anchor="ctr"/>
            <a:lstStyle/>
            <a:p>
              <a:endParaRPr lang="en-US"/>
            </a:p>
          </p:txBody>
        </p:sp>
        <p:sp>
          <p:nvSpPr>
            <p:cNvPr id="1042" name="Freeform 1041">
              <a:extLst>
                <a:ext uri="{FF2B5EF4-FFF2-40B4-BE49-F238E27FC236}">
                  <a16:creationId xmlns:a16="http://schemas.microsoft.com/office/drawing/2014/main" id="{124B7802-6835-3549-B413-8515609A6033}"/>
                </a:ext>
              </a:extLst>
            </p:cNvPr>
            <p:cNvSpPr/>
            <p:nvPr/>
          </p:nvSpPr>
          <p:spPr>
            <a:xfrm>
              <a:off x="7891121" y="2957606"/>
              <a:ext cx="183157" cy="188263"/>
            </a:xfrm>
            <a:custGeom>
              <a:avLst/>
              <a:gdLst>
                <a:gd name="connsiteX0" fmla="*/ 183139 w 183157"/>
                <a:gd name="connsiteY0" fmla="*/ 97866 h 188263"/>
                <a:gd name="connsiteX1" fmla="*/ 161350 w 183157"/>
                <a:gd name="connsiteY1" fmla="*/ 76225 h 188263"/>
                <a:gd name="connsiteX2" fmla="*/ 149720 w 183157"/>
                <a:gd name="connsiteY2" fmla="*/ 79672 h 188263"/>
                <a:gd name="connsiteX3" fmla="*/ 130934 w 183157"/>
                <a:gd name="connsiteY3" fmla="*/ 68628 h 188263"/>
                <a:gd name="connsiteX4" fmla="*/ 122052 w 183157"/>
                <a:gd name="connsiteY4" fmla="*/ 70607 h 188263"/>
                <a:gd name="connsiteX5" fmla="*/ 122052 w 183157"/>
                <a:gd name="connsiteY5" fmla="*/ 21642 h 188263"/>
                <a:gd name="connsiteX6" fmla="*/ 100390 w 183157"/>
                <a:gd name="connsiteY6" fmla="*/ 0 h 188263"/>
                <a:gd name="connsiteX7" fmla="*/ 79175 w 183157"/>
                <a:gd name="connsiteY7" fmla="*/ 17428 h 188263"/>
                <a:gd name="connsiteX8" fmla="*/ 69846 w 183157"/>
                <a:gd name="connsiteY8" fmla="*/ 15258 h 188263"/>
                <a:gd name="connsiteX9" fmla="*/ 48184 w 183157"/>
                <a:gd name="connsiteY9" fmla="*/ 36899 h 188263"/>
                <a:gd name="connsiteX10" fmla="*/ 48184 w 183157"/>
                <a:gd name="connsiteY10" fmla="*/ 107379 h 188263"/>
                <a:gd name="connsiteX11" fmla="*/ 39174 w 183157"/>
                <a:gd name="connsiteY11" fmla="*/ 87460 h 188263"/>
                <a:gd name="connsiteX12" fmla="*/ 26650 w 183157"/>
                <a:gd name="connsiteY12" fmla="*/ 76608 h 188263"/>
                <a:gd name="connsiteX13" fmla="*/ 10100 w 183157"/>
                <a:gd name="connsiteY13" fmla="*/ 77757 h 188263"/>
                <a:gd name="connsiteX14" fmla="*/ 259 w 183157"/>
                <a:gd name="connsiteY14" fmla="*/ 92185 h 188263"/>
                <a:gd name="connsiteX15" fmla="*/ 2815 w 183157"/>
                <a:gd name="connsiteY15" fmla="*/ 108017 h 188263"/>
                <a:gd name="connsiteX16" fmla="*/ 58791 w 183157"/>
                <a:gd name="connsiteY16" fmla="*/ 187242 h 188263"/>
                <a:gd name="connsiteX17" fmla="*/ 62178 w 183157"/>
                <a:gd name="connsiteY17" fmla="*/ 188200 h 188263"/>
                <a:gd name="connsiteX18" fmla="*/ 67609 w 183157"/>
                <a:gd name="connsiteY18" fmla="*/ 185199 h 188263"/>
                <a:gd name="connsiteX19" fmla="*/ 65564 w 183157"/>
                <a:gd name="connsiteY19" fmla="*/ 176389 h 188263"/>
                <a:gd name="connsiteX20" fmla="*/ 14764 w 183157"/>
                <a:gd name="connsiteY20" fmla="*/ 103420 h 188263"/>
                <a:gd name="connsiteX21" fmla="*/ 14445 w 183157"/>
                <a:gd name="connsiteY21" fmla="*/ 102718 h 188263"/>
                <a:gd name="connsiteX22" fmla="*/ 12911 w 183157"/>
                <a:gd name="connsiteY22" fmla="*/ 94036 h 188263"/>
                <a:gd name="connsiteX23" fmla="*/ 15787 w 183157"/>
                <a:gd name="connsiteY23" fmla="*/ 89248 h 188263"/>
                <a:gd name="connsiteX24" fmla="*/ 22560 w 183157"/>
                <a:gd name="connsiteY24" fmla="*/ 88737 h 188263"/>
                <a:gd name="connsiteX25" fmla="*/ 27480 w 183157"/>
                <a:gd name="connsiteY25" fmla="*/ 92695 h 188263"/>
                <a:gd name="connsiteX26" fmla="*/ 50357 w 183157"/>
                <a:gd name="connsiteY26" fmla="*/ 133361 h 188263"/>
                <a:gd name="connsiteX27" fmla="*/ 57194 w 183157"/>
                <a:gd name="connsiteY27" fmla="*/ 134319 h 188263"/>
                <a:gd name="connsiteX28" fmla="*/ 60900 w 183157"/>
                <a:gd name="connsiteY28" fmla="*/ 128510 h 188263"/>
                <a:gd name="connsiteX29" fmla="*/ 60900 w 183157"/>
                <a:gd name="connsiteY29" fmla="*/ 36963 h 188263"/>
                <a:gd name="connsiteX30" fmla="*/ 69782 w 183157"/>
                <a:gd name="connsiteY30" fmla="*/ 28089 h 188263"/>
                <a:gd name="connsiteX31" fmla="*/ 78664 w 183157"/>
                <a:gd name="connsiteY31" fmla="*/ 36963 h 188263"/>
                <a:gd name="connsiteX32" fmla="*/ 78664 w 183157"/>
                <a:gd name="connsiteY32" fmla="*/ 52221 h 188263"/>
                <a:gd name="connsiteX33" fmla="*/ 78664 w 183157"/>
                <a:gd name="connsiteY33" fmla="*/ 97994 h 188263"/>
                <a:gd name="connsiteX34" fmla="*/ 85054 w 183157"/>
                <a:gd name="connsiteY34" fmla="*/ 104378 h 188263"/>
                <a:gd name="connsiteX35" fmla="*/ 91444 w 183157"/>
                <a:gd name="connsiteY35" fmla="*/ 97994 h 188263"/>
                <a:gd name="connsiteX36" fmla="*/ 91444 w 183157"/>
                <a:gd name="connsiteY36" fmla="*/ 52221 h 188263"/>
                <a:gd name="connsiteX37" fmla="*/ 91444 w 183157"/>
                <a:gd name="connsiteY37" fmla="*/ 36963 h 188263"/>
                <a:gd name="connsiteX38" fmla="*/ 91444 w 183157"/>
                <a:gd name="connsiteY38" fmla="*/ 21706 h 188263"/>
                <a:gd name="connsiteX39" fmla="*/ 100326 w 183157"/>
                <a:gd name="connsiteY39" fmla="*/ 12832 h 188263"/>
                <a:gd name="connsiteX40" fmla="*/ 109208 w 183157"/>
                <a:gd name="connsiteY40" fmla="*/ 21706 h 188263"/>
                <a:gd name="connsiteX41" fmla="*/ 109208 w 183157"/>
                <a:gd name="connsiteY41" fmla="*/ 97994 h 188263"/>
                <a:gd name="connsiteX42" fmla="*/ 115598 w 183157"/>
                <a:gd name="connsiteY42" fmla="*/ 104378 h 188263"/>
                <a:gd name="connsiteX43" fmla="*/ 121988 w 183157"/>
                <a:gd name="connsiteY43" fmla="*/ 97994 h 188263"/>
                <a:gd name="connsiteX44" fmla="*/ 121988 w 183157"/>
                <a:gd name="connsiteY44" fmla="*/ 90397 h 188263"/>
                <a:gd name="connsiteX45" fmla="*/ 130870 w 183157"/>
                <a:gd name="connsiteY45" fmla="*/ 81523 h 188263"/>
                <a:gd name="connsiteX46" fmla="*/ 139752 w 183157"/>
                <a:gd name="connsiteY46" fmla="*/ 90397 h 188263"/>
                <a:gd name="connsiteX47" fmla="*/ 139752 w 183157"/>
                <a:gd name="connsiteY47" fmla="*/ 95632 h 188263"/>
                <a:gd name="connsiteX48" fmla="*/ 139496 w 183157"/>
                <a:gd name="connsiteY48" fmla="*/ 97994 h 188263"/>
                <a:gd name="connsiteX49" fmla="*/ 145886 w 183157"/>
                <a:gd name="connsiteY49" fmla="*/ 104378 h 188263"/>
                <a:gd name="connsiteX50" fmla="*/ 146014 w 183157"/>
                <a:gd name="connsiteY50" fmla="*/ 104378 h 188263"/>
                <a:gd name="connsiteX51" fmla="*/ 146142 w 183157"/>
                <a:gd name="connsiteY51" fmla="*/ 104378 h 188263"/>
                <a:gd name="connsiteX52" fmla="*/ 152532 w 183157"/>
                <a:gd name="connsiteY52" fmla="*/ 97994 h 188263"/>
                <a:gd name="connsiteX53" fmla="*/ 152532 w 183157"/>
                <a:gd name="connsiteY53" fmla="*/ 96079 h 188263"/>
                <a:gd name="connsiteX54" fmla="*/ 161286 w 183157"/>
                <a:gd name="connsiteY54" fmla="*/ 89120 h 188263"/>
                <a:gd name="connsiteX55" fmla="*/ 170295 w 183157"/>
                <a:gd name="connsiteY55" fmla="*/ 97994 h 188263"/>
                <a:gd name="connsiteX56" fmla="*/ 170295 w 183157"/>
                <a:gd name="connsiteY56" fmla="*/ 128893 h 188263"/>
                <a:gd name="connsiteX57" fmla="*/ 156366 w 183157"/>
                <a:gd name="connsiteY57" fmla="*/ 177794 h 188263"/>
                <a:gd name="connsiteX58" fmla="*/ 157196 w 183157"/>
                <a:gd name="connsiteY58" fmla="*/ 186795 h 188263"/>
                <a:gd name="connsiteX59" fmla="*/ 161286 w 183157"/>
                <a:gd name="connsiteY59" fmla="*/ 188264 h 188263"/>
                <a:gd name="connsiteX60" fmla="*/ 166206 w 183157"/>
                <a:gd name="connsiteY60" fmla="*/ 185965 h 188263"/>
                <a:gd name="connsiteX61" fmla="*/ 183075 w 183157"/>
                <a:gd name="connsiteY61" fmla="*/ 128510 h 188263"/>
                <a:gd name="connsiteX62" fmla="*/ 183075 w 183157"/>
                <a:gd name="connsiteY62" fmla="*/ 97866 h 188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83157" h="188263">
                  <a:moveTo>
                    <a:pt x="183139" y="97866"/>
                  </a:moveTo>
                  <a:cubicBezTo>
                    <a:pt x="183139" y="85928"/>
                    <a:pt x="173363" y="76225"/>
                    <a:pt x="161350" y="76225"/>
                  </a:cubicBezTo>
                  <a:cubicBezTo>
                    <a:pt x="157068" y="76225"/>
                    <a:pt x="153107" y="77501"/>
                    <a:pt x="149720" y="79672"/>
                  </a:cubicBezTo>
                  <a:cubicBezTo>
                    <a:pt x="146014" y="73096"/>
                    <a:pt x="139048" y="68628"/>
                    <a:pt x="130934" y="68628"/>
                  </a:cubicBezTo>
                  <a:cubicBezTo>
                    <a:pt x="127739" y="68628"/>
                    <a:pt x="124799" y="69330"/>
                    <a:pt x="122052" y="70607"/>
                  </a:cubicBezTo>
                  <a:lnTo>
                    <a:pt x="122052" y="21642"/>
                  </a:lnTo>
                  <a:cubicBezTo>
                    <a:pt x="122052" y="9704"/>
                    <a:pt x="112339" y="0"/>
                    <a:pt x="100390" y="0"/>
                  </a:cubicBezTo>
                  <a:cubicBezTo>
                    <a:pt x="89910" y="0"/>
                    <a:pt x="81092" y="7533"/>
                    <a:pt x="79175" y="17428"/>
                  </a:cubicBezTo>
                  <a:cubicBezTo>
                    <a:pt x="76364" y="16088"/>
                    <a:pt x="73233" y="15258"/>
                    <a:pt x="69846" y="15258"/>
                  </a:cubicBezTo>
                  <a:cubicBezTo>
                    <a:pt x="57897" y="15258"/>
                    <a:pt x="48184" y="24961"/>
                    <a:pt x="48184" y="36899"/>
                  </a:cubicBezTo>
                  <a:lnTo>
                    <a:pt x="48184" y="107379"/>
                  </a:lnTo>
                  <a:cubicBezTo>
                    <a:pt x="44734" y="100612"/>
                    <a:pt x="41411" y="93078"/>
                    <a:pt x="39174" y="87460"/>
                  </a:cubicBezTo>
                  <a:cubicBezTo>
                    <a:pt x="36554" y="82289"/>
                    <a:pt x="32145" y="78459"/>
                    <a:pt x="26650" y="76608"/>
                  </a:cubicBezTo>
                  <a:cubicBezTo>
                    <a:pt x="21154" y="74820"/>
                    <a:pt x="15275" y="75203"/>
                    <a:pt x="10100" y="77757"/>
                  </a:cubicBezTo>
                  <a:cubicBezTo>
                    <a:pt x="4733" y="80438"/>
                    <a:pt x="1218" y="85545"/>
                    <a:pt x="259" y="92185"/>
                  </a:cubicBezTo>
                  <a:cubicBezTo>
                    <a:pt x="-508" y="97356"/>
                    <a:pt x="451" y="103101"/>
                    <a:pt x="2815" y="108017"/>
                  </a:cubicBezTo>
                  <a:cubicBezTo>
                    <a:pt x="4733" y="113316"/>
                    <a:pt x="24605" y="165984"/>
                    <a:pt x="58791" y="187242"/>
                  </a:cubicBezTo>
                  <a:cubicBezTo>
                    <a:pt x="59814" y="187881"/>
                    <a:pt x="61028" y="188200"/>
                    <a:pt x="62178" y="188200"/>
                  </a:cubicBezTo>
                  <a:cubicBezTo>
                    <a:pt x="64286" y="188200"/>
                    <a:pt x="66395" y="187115"/>
                    <a:pt x="67609" y="185199"/>
                  </a:cubicBezTo>
                  <a:cubicBezTo>
                    <a:pt x="69463" y="182199"/>
                    <a:pt x="68568" y="178305"/>
                    <a:pt x="65564" y="176389"/>
                  </a:cubicBezTo>
                  <a:cubicBezTo>
                    <a:pt x="34190" y="156854"/>
                    <a:pt x="14956" y="103931"/>
                    <a:pt x="14764" y="103420"/>
                  </a:cubicBezTo>
                  <a:cubicBezTo>
                    <a:pt x="14701" y="103165"/>
                    <a:pt x="14573" y="102910"/>
                    <a:pt x="14445" y="102718"/>
                  </a:cubicBezTo>
                  <a:cubicBezTo>
                    <a:pt x="13103" y="100037"/>
                    <a:pt x="12528" y="96781"/>
                    <a:pt x="12911" y="94036"/>
                  </a:cubicBezTo>
                  <a:cubicBezTo>
                    <a:pt x="13231" y="91610"/>
                    <a:pt x="14254" y="90014"/>
                    <a:pt x="15787" y="89248"/>
                  </a:cubicBezTo>
                  <a:cubicBezTo>
                    <a:pt x="17895" y="88163"/>
                    <a:pt x="20324" y="88035"/>
                    <a:pt x="22560" y="88737"/>
                  </a:cubicBezTo>
                  <a:cubicBezTo>
                    <a:pt x="24797" y="89503"/>
                    <a:pt x="26650" y="91099"/>
                    <a:pt x="27480" y="92695"/>
                  </a:cubicBezTo>
                  <a:cubicBezTo>
                    <a:pt x="28759" y="95951"/>
                    <a:pt x="40196" y="124615"/>
                    <a:pt x="50357" y="133361"/>
                  </a:cubicBezTo>
                  <a:cubicBezTo>
                    <a:pt x="52273" y="134957"/>
                    <a:pt x="54893" y="135340"/>
                    <a:pt x="57194" y="134319"/>
                  </a:cubicBezTo>
                  <a:cubicBezTo>
                    <a:pt x="59494" y="133298"/>
                    <a:pt x="60900" y="130999"/>
                    <a:pt x="60900" y="128510"/>
                  </a:cubicBezTo>
                  <a:lnTo>
                    <a:pt x="60900" y="36963"/>
                  </a:lnTo>
                  <a:cubicBezTo>
                    <a:pt x="60900" y="32048"/>
                    <a:pt x="64861" y="28089"/>
                    <a:pt x="69782" y="28089"/>
                  </a:cubicBezTo>
                  <a:cubicBezTo>
                    <a:pt x="74702" y="28089"/>
                    <a:pt x="78664" y="32048"/>
                    <a:pt x="78664" y="36963"/>
                  </a:cubicBezTo>
                  <a:lnTo>
                    <a:pt x="78664" y="52221"/>
                  </a:lnTo>
                  <a:lnTo>
                    <a:pt x="78664" y="97994"/>
                  </a:lnTo>
                  <a:cubicBezTo>
                    <a:pt x="78664" y="101505"/>
                    <a:pt x="81539" y="104378"/>
                    <a:pt x="85054" y="104378"/>
                  </a:cubicBezTo>
                  <a:cubicBezTo>
                    <a:pt x="88569" y="104378"/>
                    <a:pt x="91444" y="101505"/>
                    <a:pt x="91444" y="97994"/>
                  </a:cubicBezTo>
                  <a:lnTo>
                    <a:pt x="91444" y="52221"/>
                  </a:lnTo>
                  <a:lnTo>
                    <a:pt x="91444" y="36963"/>
                  </a:lnTo>
                  <a:lnTo>
                    <a:pt x="91444" y="21706"/>
                  </a:lnTo>
                  <a:cubicBezTo>
                    <a:pt x="91444" y="16790"/>
                    <a:pt x="95405" y="12832"/>
                    <a:pt x="100326" y="12832"/>
                  </a:cubicBezTo>
                  <a:cubicBezTo>
                    <a:pt x="105246" y="12832"/>
                    <a:pt x="109208" y="16790"/>
                    <a:pt x="109208" y="21706"/>
                  </a:cubicBezTo>
                  <a:lnTo>
                    <a:pt x="109208" y="97994"/>
                  </a:lnTo>
                  <a:cubicBezTo>
                    <a:pt x="109208" y="101505"/>
                    <a:pt x="112083" y="104378"/>
                    <a:pt x="115598" y="104378"/>
                  </a:cubicBezTo>
                  <a:cubicBezTo>
                    <a:pt x="119112" y="104378"/>
                    <a:pt x="121988" y="101505"/>
                    <a:pt x="121988" y="97994"/>
                  </a:cubicBezTo>
                  <a:lnTo>
                    <a:pt x="121988" y="90397"/>
                  </a:lnTo>
                  <a:cubicBezTo>
                    <a:pt x="121988" y="85481"/>
                    <a:pt x="125950" y="81523"/>
                    <a:pt x="130870" y="81523"/>
                  </a:cubicBezTo>
                  <a:cubicBezTo>
                    <a:pt x="135790" y="81523"/>
                    <a:pt x="139752" y="85481"/>
                    <a:pt x="139752" y="90397"/>
                  </a:cubicBezTo>
                  <a:lnTo>
                    <a:pt x="139752" y="95632"/>
                  </a:lnTo>
                  <a:cubicBezTo>
                    <a:pt x="139688" y="96398"/>
                    <a:pt x="139496" y="97228"/>
                    <a:pt x="139496" y="97994"/>
                  </a:cubicBezTo>
                  <a:cubicBezTo>
                    <a:pt x="139496" y="101505"/>
                    <a:pt x="142371" y="104378"/>
                    <a:pt x="145886" y="104378"/>
                  </a:cubicBezTo>
                  <a:cubicBezTo>
                    <a:pt x="145950" y="104378"/>
                    <a:pt x="145950" y="104378"/>
                    <a:pt x="146014" y="104378"/>
                  </a:cubicBezTo>
                  <a:cubicBezTo>
                    <a:pt x="146078" y="104378"/>
                    <a:pt x="146078" y="104378"/>
                    <a:pt x="146142" y="104378"/>
                  </a:cubicBezTo>
                  <a:cubicBezTo>
                    <a:pt x="149656" y="104378"/>
                    <a:pt x="152532" y="101505"/>
                    <a:pt x="152532" y="97994"/>
                  </a:cubicBezTo>
                  <a:lnTo>
                    <a:pt x="152532" y="96079"/>
                  </a:lnTo>
                  <a:cubicBezTo>
                    <a:pt x="153490" y="92185"/>
                    <a:pt x="157068" y="89120"/>
                    <a:pt x="161286" y="89120"/>
                  </a:cubicBezTo>
                  <a:cubicBezTo>
                    <a:pt x="166142" y="89120"/>
                    <a:pt x="170295" y="93206"/>
                    <a:pt x="170295" y="97994"/>
                  </a:cubicBezTo>
                  <a:lnTo>
                    <a:pt x="170295" y="128893"/>
                  </a:lnTo>
                  <a:cubicBezTo>
                    <a:pt x="170295" y="129212"/>
                    <a:pt x="172021" y="158961"/>
                    <a:pt x="156366" y="177794"/>
                  </a:cubicBezTo>
                  <a:cubicBezTo>
                    <a:pt x="154129" y="180475"/>
                    <a:pt x="154512" y="184497"/>
                    <a:pt x="157196" y="186795"/>
                  </a:cubicBezTo>
                  <a:cubicBezTo>
                    <a:pt x="158410" y="187817"/>
                    <a:pt x="159816" y="188264"/>
                    <a:pt x="161286" y="188264"/>
                  </a:cubicBezTo>
                  <a:cubicBezTo>
                    <a:pt x="163139" y="188264"/>
                    <a:pt x="164928" y="187498"/>
                    <a:pt x="166206" y="185965"/>
                  </a:cubicBezTo>
                  <a:cubicBezTo>
                    <a:pt x="185056" y="163302"/>
                    <a:pt x="183139" y="129531"/>
                    <a:pt x="183075" y="128510"/>
                  </a:cubicBezTo>
                  <a:lnTo>
                    <a:pt x="183075" y="97866"/>
                  </a:lnTo>
                  <a:close/>
                </a:path>
              </a:pathLst>
            </a:custGeom>
            <a:solidFill>
              <a:srgbClr val="00A3E0"/>
            </a:solidFill>
            <a:ln w="6390" cap="flat">
              <a:noFill/>
              <a:prstDash val="solid"/>
              <a:miter/>
            </a:ln>
          </p:spPr>
          <p:txBody>
            <a:bodyPr rtlCol="0" anchor="ctr"/>
            <a:lstStyle/>
            <a:p>
              <a:endParaRPr lang="en-US"/>
            </a:p>
          </p:txBody>
        </p:sp>
      </p:grpSp>
      <p:grpSp>
        <p:nvGrpSpPr>
          <p:cNvPr id="1043" name="Graphic 4">
            <a:extLst>
              <a:ext uri="{FF2B5EF4-FFF2-40B4-BE49-F238E27FC236}">
                <a16:creationId xmlns:a16="http://schemas.microsoft.com/office/drawing/2014/main" id="{1D517469-29A0-E144-A73B-02C02FAF7EA4}"/>
              </a:ext>
            </a:extLst>
          </p:cNvPr>
          <p:cNvGrpSpPr/>
          <p:nvPr/>
        </p:nvGrpSpPr>
        <p:grpSpPr>
          <a:xfrm>
            <a:off x="7801666" y="1893013"/>
            <a:ext cx="362309" cy="361971"/>
            <a:chOff x="7801666" y="1893013"/>
            <a:chExt cx="362309" cy="361971"/>
          </a:xfrm>
          <a:solidFill>
            <a:srgbClr val="00A3E0"/>
          </a:solidFill>
        </p:grpSpPr>
        <p:sp>
          <p:nvSpPr>
            <p:cNvPr id="1044" name="Freeform 1043">
              <a:extLst>
                <a:ext uri="{FF2B5EF4-FFF2-40B4-BE49-F238E27FC236}">
                  <a16:creationId xmlns:a16="http://schemas.microsoft.com/office/drawing/2014/main" id="{862FD11C-4669-D94E-B8AC-D6378E1B0DB7}"/>
                </a:ext>
              </a:extLst>
            </p:cNvPr>
            <p:cNvSpPr/>
            <p:nvPr/>
          </p:nvSpPr>
          <p:spPr>
            <a:xfrm>
              <a:off x="7801666" y="1893013"/>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09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29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2"/>
                    <a:pt x="181155" y="361972"/>
                  </a:cubicBezTo>
                  <a:cubicBezTo>
                    <a:pt x="281220" y="361972"/>
                    <a:pt x="362309" y="280959"/>
                    <a:pt x="362309" y="180986"/>
                  </a:cubicBezTo>
                  <a:cubicBezTo>
                    <a:pt x="362309" y="81013"/>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29" y="88163"/>
                    <a:pt x="349529" y="180922"/>
                  </a:cubicBezTo>
                  <a:cubicBezTo>
                    <a:pt x="349529" y="273681"/>
                    <a:pt x="273937"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1045" name="Freeform 1044">
              <a:extLst>
                <a:ext uri="{FF2B5EF4-FFF2-40B4-BE49-F238E27FC236}">
                  <a16:creationId xmlns:a16="http://schemas.microsoft.com/office/drawing/2014/main" id="{9BAAD144-F81B-5D4A-BCB3-7FD78E0E6037}"/>
                </a:ext>
              </a:extLst>
            </p:cNvPr>
            <p:cNvSpPr/>
            <p:nvPr/>
          </p:nvSpPr>
          <p:spPr>
            <a:xfrm>
              <a:off x="7880707" y="2022295"/>
              <a:ext cx="38150" cy="38105"/>
            </a:xfrm>
            <a:custGeom>
              <a:avLst/>
              <a:gdLst>
                <a:gd name="connsiteX0" fmla="*/ 38022 w 38150"/>
                <a:gd name="connsiteY0" fmla="*/ 26168 h 38105"/>
                <a:gd name="connsiteX1" fmla="*/ 30481 w 38150"/>
                <a:gd name="connsiteY1" fmla="*/ 21188 h 38105"/>
                <a:gd name="connsiteX2" fmla="*/ 24539 w 38150"/>
                <a:gd name="connsiteY2" fmla="*/ 22401 h 38105"/>
                <a:gd name="connsiteX3" fmla="*/ 32846 w 38150"/>
                <a:gd name="connsiteY3" fmla="*/ 9952 h 38105"/>
                <a:gd name="connsiteX4" fmla="*/ 31057 w 38150"/>
                <a:gd name="connsiteY4" fmla="*/ 1079 h 38105"/>
                <a:gd name="connsiteX5" fmla="*/ 22175 w 38150"/>
                <a:gd name="connsiteY5" fmla="*/ 2866 h 38105"/>
                <a:gd name="connsiteX6" fmla="*/ 13868 w 38150"/>
                <a:gd name="connsiteY6" fmla="*/ 15315 h 38105"/>
                <a:gd name="connsiteX7" fmla="*/ 12654 w 38150"/>
                <a:gd name="connsiteY7" fmla="*/ 9378 h 38105"/>
                <a:gd name="connsiteX8" fmla="*/ 5113 w 38150"/>
                <a:gd name="connsiteY8" fmla="*/ 4398 h 38105"/>
                <a:gd name="connsiteX9" fmla="*/ 129 w 38150"/>
                <a:gd name="connsiteY9" fmla="*/ 11931 h 38105"/>
                <a:gd name="connsiteX10" fmla="*/ 4411 w 38150"/>
                <a:gd name="connsiteY10" fmla="*/ 32999 h 38105"/>
                <a:gd name="connsiteX11" fmla="*/ 7159 w 38150"/>
                <a:gd name="connsiteY11" fmla="*/ 37021 h 38105"/>
                <a:gd name="connsiteX12" fmla="*/ 10673 w 38150"/>
                <a:gd name="connsiteY12" fmla="*/ 38106 h 38105"/>
                <a:gd name="connsiteX13" fmla="*/ 11951 w 38150"/>
                <a:gd name="connsiteY13" fmla="*/ 37978 h 38105"/>
                <a:gd name="connsiteX14" fmla="*/ 33037 w 38150"/>
                <a:gd name="connsiteY14" fmla="*/ 33701 h 38105"/>
                <a:gd name="connsiteX15" fmla="*/ 38022 w 38150"/>
                <a:gd name="connsiteY15" fmla="*/ 26168 h 38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150" h="38105">
                  <a:moveTo>
                    <a:pt x="38022" y="26168"/>
                  </a:moveTo>
                  <a:cubicBezTo>
                    <a:pt x="37319" y="22720"/>
                    <a:pt x="33932" y="20486"/>
                    <a:pt x="30481" y="21188"/>
                  </a:cubicBezTo>
                  <a:lnTo>
                    <a:pt x="24539" y="22401"/>
                  </a:lnTo>
                  <a:lnTo>
                    <a:pt x="32846" y="9952"/>
                  </a:lnTo>
                  <a:cubicBezTo>
                    <a:pt x="34827" y="7016"/>
                    <a:pt x="33996" y="3058"/>
                    <a:pt x="31057" y="1079"/>
                  </a:cubicBezTo>
                  <a:cubicBezTo>
                    <a:pt x="28117" y="-900"/>
                    <a:pt x="24155" y="-70"/>
                    <a:pt x="22175" y="2866"/>
                  </a:cubicBezTo>
                  <a:lnTo>
                    <a:pt x="13868" y="15315"/>
                  </a:lnTo>
                  <a:lnTo>
                    <a:pt x="12654" y="9378"/>
                  </a:lnTo>
                  <a:cubicBezTo>
                    <a:pt x="11951" y="5930"/>
                    <a:pt x="8564" y="3696"/>
                    <a:pt x="5113" y="4398"/>
                  </a:cubicBezTo>
                  <a:cubicBezTo>
                    <a:pt x="1663" y="5101"/>
                    <a:pt x="-574" y="8484"/>
                    <a:pt x="129" y="11931"/>
                  </a:cubicBezTo>
                  <a:lnTo>
                    <a:pt x="4411" y="32999"/>
                  </a:lnTo>
                  <a:cubicBezTo>
                    <a:pt x="4730" y="34658"/>
                    <a:pt x="5752" y="36127"/>
                    <a:pt x="7159" y="37021"/>
                  </a:cubicBezTo>
                  <a:cubicBezTo>
                    <a:pt x="8244" y="37723"/>
                    <a:pt x="9459" y="38106"/>
                    <a:pt x="10673" y="38106"/>
                  </a:cubicBezTo>
                  <a:cubicBezTo>
                    <a:pt x="11120" y="38106"/>
                    <a:pt x="11503" y="38042"/>
                    <a:pt x="11951" y="37978"/>
                  </a:cubicBezTo>
                  <a:lnTo>
                    <a:pt x="33037" y="33701"/>
                  </a:lnTo>
                  <a:cubicBezTo>
                    <a:pt x="36488" y="32999"/>
                    <a:pt x="38725" y="29615"/>
                    <a:pt x="38022" y="26168"/>
                  </a:cubicBezTo>
                  <a:close/>
                </a:path>
              </a:pathLst>
            </a:custGeom>
            <a:solidFill>
              <a:srgbClr val="00A3E0"/>
            </a:solidFill>
            <a:ln w="6390" cap="flat">
              <a:noFill/>
              <a:prstDash val="solid"/>
              <a:miter/>
            </a:ln>
          </p:spPr>
          <p:txBody>
            <a:bodyPr rtlCol="0" anchor="ctr"/>
            <a:lstStyle/>
            <a:p>
              <a:endParaRPr lang="en-US"/>
            </a:p>
          </p:txBody>
        </p:sp>
        <p:sp>
          <p:nvSpPr>
            <p:cNvPr id="1046" name="Freeform 1045">
              <a:extLst>
                <a:ext uri="{FF2B5EF4-FFF2-40B4-BE49-F238E27FC236}">
                  <a16:creationId xmlns:a16="http://schemas.microsoft.com/office/drawing/2014/main" id="{2CCCF30A-2D00-0049-B4D6-7C4E7BE5D9E8}"/>
                </a:ext>
              </a:extLst>
            </p:cNvPr>
            <p:cNvSpPr/>
            <p:nvPr/>
          </p:nvSpPr>
          <p:spPr>
            <a:xfrm>
              <a:off x="7918472" y="1965287"/>
              <a:ext cx="38150" cy="38104"/>
            </a:xfrm>
            <a:custGeom>
              <a:avLst/>
              <a:gdLst>
                <a:gd name="connsiteX0" fmla="*/ 7734 w 38150"/>
                <a:gd name="connsiteY0" fmla="*/ 16910 h 38104"/>
                <a:gd name="connsiteX1" fmla="*/ 13676 w 38150"/>
                <a:gd name="connsiteY1" fmla="*/ 15697 h 38104"/>
                <a:gd name="connsiteX2" fmla="*/ 5369 w 38150"/>
                <a:gd name="connsiteY2" fmla="*/ 28145 h 38104"/>
                <a:gd name="connsiteX3" fmla="*/ 7158 w 38150"/>
                <a:gd name="connsiteY3" fmla="*/ 37019 h 38104"/>
                <a:gd name="connsiteX4" fmla="*/ 10673 w 38150"/>
                <a:gd name="connsiteY4" fmla="*/ 38104 h 38104"/>
                <a:gd name="connsiteX5" fmla="*/ 15976 w 38150"/>
                <a:gd name="connsiteY5" fmla="*/ 35232 h 38104"/>
                <a:gd name="connsiteX6" fmla="*/ 24283 w 38150"/>
                <a:gd name="connsiteY6" fmla="*/ 22783 h 38104"/>
                <a:gd name="connsiteX7" fmla="*/ 25497 w 38150"/>
                <a:gd name="connsiteY7" fmla="*/ 28720 h 38104"/>
                <a:gd name="connsiteX8" fmla="*/ 31760 w 38150"/>
                <a:gd name="connsiteY8" fmla="*/ 33827 h 38104"/>
                <a:gd name="connsiteX9" fmla="*/ 33037 w 38150"/>
                <a:gd name="connsiteY9" fmla="*/ 33699 h 38104"/>
                <a:gd name="connsiteX10" fmla="*/ 38022 w 38150"/>
                <a:gd name="connsiteY10" fmla="*/ 26166 h 38104"/>
                <a:gd name="connsiteX11" fmla="*/ 33740 w 38150"/>
                <a:gd name="connsiteY11" fmla="*/ 5099 h 38104"/>
                <a:gd name="connsiteX12" fmla="*/ 30993 w 38150"/>
                <a:gd name="connsiteY12" fmla="*/ 1077 h 38104"/>
                <a:gd name="connsiteX13" fmla="*/ 26201 w 38150"/>
                <a:gd name="connsiteY13" fmla="*/ 120 h 38104"/>
                <a:gd name="connsiteX14" fmla="*/ 5113 w 38150"/>
                <a:gd name="connsiteY14" fmla="*/ 4397 h 38104"/>
                <a:gd name="connsiteX15" fmla="*/ 129 w 38150"/>
                <a:gd name="connsiteY15" fmla="*/ 11930 h 38104"/>
                <a:gd name="connsiteX16" fmla="*/ 7734 w 38150"/>
                <a:gd name="connsiteY16" fmla="*/ 16910 h 3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150" h="38104">
                  <a:moveTo>
                    <a:pt x="7734" y="16910"/>
                  </a:moveTo>
                  <a:lnTo>
                    <a:pt x="13676" y="15697"/>
                  </a:lnTo>
                  <a:lnTo>
                    <a:pt x="5369" y="28145"/>
                  </a:lnTo>
                  <a:cubicBezTo>
                    <a:pt x="3388" y="31082"/>
                    <a:pt x="4219" y="35040"/>
                    <a:pt x="7158" y="37019"/>
                  </a:cubicBezTo>
                  <a:cubicBezTo>
                    <a:pt x="8244" y="37721"/>
                    <a:pt x="9458" y="38104"/>
                    <a:pt x="10673" y="38104"/>
                  </a:cubicBezTo>
                  <a:cubicBezTo>
                    <a:pt x="12717" y="38104"/>
                    <a:pt x="14762" y="37083"/>
                    <a:pt x="15976" y="35232"/>
                  </a:cubicBezTo>
                  <a:lnTo>
                    <a:pt x="24283" y="22783"/>
                  </a:lnTo>
                  <a:lnTo>
                    <a:pt x="25497" y="28720"/>
                  </a:lnTo>
                  <a:cubicBezTo>
                    <a:pt x="26137" y="31720"/>
                    <a:pt x="28756" y="33827"/>
                    <a:pt x="31760" y="33827"/>
                  </a:cubicBezTo>
                  <a:cubicBezTo>
                    <a:pt x="32207" y="33827"/>
                    <a:pt x="32591" y="33763"/>
                    <a:pt x="33037" y="33699"/>
                  </a:cubicBezTo>
                  <a:cubicBezTo>
                    <a:pt x="36488" y="32997"/>
                    <a:pt x="38725" y="29614"/>
                    <a:pt x="38022" y="26166"/>
                  </a:cubicBezTo>
                  <a:lnTo>
                    <a:pt x="33740" y="5099"/>
                  </a:lnTo>
                  <a:cubicBezTo>
                    <a:pt x="33420" y="3439"/>
                    <a:pt x="32399" y="1971"/>
                    <a:pt x="30993" y="1077"/>
                  </a:cubicBezTo>
                  <a:cubicBezTo>
                    <a:pt x="29587" y="120"/>
                    <a:pt x="27861" y="-199"/>
                    <a:pt x="26201" y="120"/>
                  </a:cubicBezTo>
                  <a:lnTo>
                    <a:pt x="5113" y="4397"/>
                  </a:lnTo>
                  <a:cubicBezTo>
                    <a:pt x="1663" y="5099"/>
                    <a:pt x="-574" y="8483"/>
                    <a:pt x="129" y="11930"/>
                  </a:cubicBezTo>
                  <a:cubicBezTo>
                    <a:pt x="896" y="15377"/>
                    <a:pt x="4283" y="17676"/>
                    <a:pt x="7734" y="16910"/>
                  </a:cubicBezTo>
                  <a:close/>
                </a:path>
              </a:pathLst>
            </a:custGeom>
            <a:solidFill>
              <a:srgbClr val="00A3E0"/>
            </a:solidFill>
            <a:ln w="6390" cap="flat">
              <a:noFill/>
              <a:prstDash val="solid"/>
              <a:miter/>
            </a:ln>
          </p:spPr>
          <p:txBody>
            <a:bodyPr rtlCol="0" anchor="ctr"/>
            <a:lstStyle/>
            <a:p>
              <a:endParaRPr lang="en-US"/>
            </a:p>
          </p:txBody>
        </p:sp>
        <p:sp>
          <p:nvSpPr>
            <p:cNvPr id="1047" name="Freeform 1046">
              <a:extLst>
                <a:ext uri="{FF2B5EF4-FFF2-40B4-BE49-F238E27FC236}">
                  <a16:creationId xmlns:a16="http://schemas.microsoft.com/office/drawing/2014/main" id="{B6E9FA2B-6762-7F40-AB7C-85EE33FB97E8}"/>
                </a:ext>
              </a:extLst>
            </p:cNvPr>
            <p:cNvSpPr/>
            <p:nvPr/>
          </p:nvSpPr>
          <p:spPr>
            <a:xfrm>
              <a:off x="7901647" y="2010287"/>
              <a:ext cx="183299" cy="172367"/>
            </a:xfrm>
            <a:custGeom>
              <a:avLst/>
              <a:gdLst>
                <a:gd name="connsiteX0" fmla="*/ 183156 w 183299"/>
                <a:gd name="connsiteY0" fmla="*/ 82354 h 172367"/>
                <a:gd name="connsiteX1" fmla="*/ 161558 w 183299"/>
                <a:gd name="connsiteY1" fmla="*/ 60776 h 172367"/>
                <a:gd name="connsiteX2" fmla="*/ 149929 w 183299"/>
                <a:gd name="connsiteY2" fmla="*/ 64351 h 172367"/>
                <a:gd name="connsiteX3" fmla="*/ 131142 w 183299"/>
                <a:gd name="connsiteY3" fmla="*/ 53179 h 172367"/>
                <a:gd name="connsiteX4" fmla="*/ 121877 w 183299"/>
                <a:gd name="connsiteY4" fmla="*/ 55349 h 172367"/>
                <a:gd name="connsiteX5" fmla="*/ 100726 w 183299"/>
                <a:gd name="connsiteY5" fmla="*/ 37985 h 172367"/>
                <a:gd name="connsiteX6" fmla="*/ 91908 w 183299"/>
                <a:gd name="connsiteY6" fmla="*/ 39900 h 172367"/>
                <a:gd name="connsiteX7" fmla="*/ 91908 w 183299"/>
                <a:gd name="connsiteY7" fmla="*/ 21578 h 172367"/>
                <a:gd name="connsiteX8" fmla="*/ 70310 w 183299"/>
                <a:gd name="connsiteY8" fmla="*/ 0 h 172367"/>
                <a:gd name="connsiteX9" fmla="*/ 48712 w 183299"/>
                <a:gd name="connsiteY9" fmla="*/ 21578 h 172367"/>
                <a:gd name="connsiteX10" fmla="*/ 48712 w 183299"/>
                <a:gd name="connsiteY10" fmla="*/ 90780 h 172367"/>
                <a:gd name="connsiteX11" fmla="*/ 39319 w 183299"/>
                <a:gd name="connsiteY11" fmla="*/ 71884 h 172367"/>
                <a:gd name="connsiteX12" fmla="*/ 10117 w 183299"/>
                <a:gd name="connsiteY12" fmla="*/ 62244 h 172367"/>
                <a:gd name="connsiteX13" fmla="*/ 2768 w 183299"/>
                <a:gd name="connsiteY13" fmla="*/ 92440 h 172367"/>
                <a:gd name="connsiteX14" fmla="*/ 58936 w 183299"/>
                <a:gd name="connsiteY14" fmla="*/ 171346 h 172367"/>
                <a:gd name="connsiteX15" fmla="*/ 62322 w 183299"/>
                <a:gd name="connsiteY15" fmla="*/ 172304 h 172367"/>
                <a:gd name="connsiteX16" fmla="*/ 67754 w 183299"/>
                <a:gd name="connsiteY16" fmla="*/ 169303 h 172367"/>
                <a:gd name="connsiteX17" fmla="*/ 65709 w 183299"/>
                <a:gd name="connsiteY17" fmla="*/ 160493 h 172367"/>
                <a:gd name="connsiteX18" fmla="*/ 14654 w 183299"/>
                <a:gd name="connsiteY18" fmla="*/ 87716 h 172367"/>
                <a:gd name="connsiteX19" fmla="*/ 14398 w 183299"/>
                <a:gd name="connsiteY19" fmla="*/ 87078 h 172367"/>
                <a:gd name="connsiteX20" fmla="*/ 15868 w 183299"/>
                <a:gd name="connsiteY20" fmla="*/ 73671 h 172367"/>
                <a:gd name="connsiteX21" fmla="*/ 27880 w 183299"/>
                <a:gd name="connsiteY21" fmla="*/ 77438 h 172367"/>
                <a:gd name="connsiteX22" fmla="*/ 50565 w 183299"/>
                <a:gd name="connsiteY22" fmla="*/ 117146 h 172367"/>
                <a:gd name="connsiteX23" fmla="*/ 57530 w 183299"/>
                <a:gd name="connsiteY23" fmla="*/ 118678 h 172367"/>
                <a:gd name="connsiteX24" fmla="*/ 61556 w 183299"/>
                <a:gd name="connsiteY24" fmla="*/ 112741 h 172367"/>
                <a:gd name="connsiteX25" fmla="*/ 61556 w 183299"/>
                <a:gd name="connsiteY25" fmla="*/ 21578 h 172367"/>
                <a:gd name="connsiteX26" fmla="*/ 70374 w 183299"/>
                <a:gd name="connsiteY26" fmla="*/ 12768 h 172367"/>
                <a:gd name="connsiteX27" fmla="*/ 79192 w 183299"/>
                <a:gd name="connsiteY27" fmla="*/ 21578 h 172367"/>
                <a:gd name="connsiteX28" fmla="*/ 79192 w 183299"/>
                <a:gd name="connsiteY28" fmla="*/ 82354 h 172367"/>
                <a:gd name="connsiteX29" fmla="*/ 85582 w 183299"/>
                <a:gd name="connsiteY29" fmla="*/ 88738 h 172367"/>
                <a:gd name="connsiteX30" fmla="*/ 91972 w 183299"/>
                <a:gd name="connsiteY30" fmla="*/ 82354 h 172367"/>
                <a:gd name="connsiteX31" fmla="*/ 91972 w 183299"/>
                <a:gd name="connsiteY31" fmla="*/ 59563 h 172367"/>
                <a:gd name="connsiteX32" fmla="*/ 100790 w 183299"/>
                <a:gd name="connsiteY32" fmla="*/ 50753 h 172367"/>
                <a:gd name="connsiteX33" fmla="*/ 109608 w 183299"/>
                <a:gd name="connsiteY33" fmla="*/ 59563 h 172367"/>
                <a:gd name="connsiteX34" fmla="*/ 109608 w 183299"/>
                <a:gd name="connsiteY34" fmla="*/ 82354 h 172367"/>
                <a:gd name="connsiteX35" fmla="*/ 115998 w 183299"/>
                <a:gd name="connsiteY35" fmla="*/ 88738 h 172367"/>
                <a:gd name="connsiteX36" fmla="*/ 122388 w 183299"/>
                <a:gd name="connsiteY36" fmla="*/ 82354 h 172367"/>
                <a:gd name="connsiteX37" fmla="*/ 122388 w 183299"/>
                <a:gd name="connsiteY37" fmla="*/ 74757 h 172367"/>
                <a:gd name="connsiteX38" fmla="*/ 131206 w 183299"/>
                <a:gd name="connsiteY38" fmla="*/ 65947 h 172367"/>
                <a:gd name="connsiteX39" fmla="*/ 140024 w 183299"/>
                <a:gd name="connsiteY39" fmla="*/ 74757 h 172367"/>
                <a:gd name="connsiteX40" fmla="*/ 140024 w 183299"/>
                <a:gd name="connsiteY40" fmla="*/ 82354 h 172367"/>
                <a:gd name="connsiteX41" fmla="*/ 146414 w 183299"/>
                <a:gd name="connsiteY41" fmla="*/ 88738 h 172367"/>
                <a:gd name="connsiteX42" fmla="*/ 146478 w 183299"/>
                <a:gd name="connsiteY42" fmla="*/ 88738 h 172367"/>
                <a:gd name="connsiteX43" fmla="*/ 146542 w 183299"/>
                <a:gd name="connsiteY43" fmla="*/ 88738 h 172367"/>
                <a:gd name="connsiteX44" fmla="*/ 152932 w 183299"/>
                <a:gd name="connsiteY44" fmla="*/ 82354 h 172367"/>
                <a:gd name="connsiteX45" fmla="*/ 161686 w 183299"/>
                <a:gd name="connsiteY45" fmla="*/ 73544 h 172367"/>
                <a:gd name="connsiteX46" fmla="*/ 170504 w 183299"/>
                <a:gd name="connsiteY46" fmla="*/ 82354 h 172367"/>
                <a:gd name="connsiteX47" fmla="*/ 170504 w 183299"/>
                <a:gd name="connsiteY47" fmla="*/ 113124 h 172367"/>
                <a:gd name="connsiteX48" fmla="*/ 156766 w 183299"/>
                <a:gd name="connsiteY48" fmla="*/ 161898 h 172367"/>
                <a:gd name="connsiteX49" fmla="*/ 157660 w 183299"/>
                <a:gd name="connsiteY49" fmla="*/ 170899 h 172367"/>
                <a:gd name="connsiteX50" fmla="*/ 161686 w 183299"/>
                <a:gd name="connsiteY50" fmla="*/ 172368 h 172367"/>
                <a:gd name="connsiteX51" fmla="*/ 166607 w 183299"/>
                <a:gd name="connsiteY51" fmla="*/ 170005 h 172367"/>
                <a:gd name="connsiteX52" fmla="*/ 183220 w 183299"/>
                <a:gd name="connsiteY52" fmla="*/ 112805 h 172367"/>
                <a:gd name="connsiteX53" fmla="*/ 183220 w 183299"/>
                <a:gd name="connsiteY53" fmla="*/ 82354 h 1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83299" h="172367">
                  <a:moveTo>
                    <a:pt x="183156" y="82354"/>
                  </a:moveTo>
                  <a:cubicBezTo>
                    <a:pt x="183156" y="70671"/>
                    <a:pt x="173252" y="60776"/>
                    <a:pt x="161558" y="60776"/>
                  </a:cubicBezTo>
                  <a:cubicBezTo>
                    <a:pt x="157277" y="60776"/>
                    <a:pt x="153315" y="62116"/>
                    <a:pt x="149929" y="64351"/>
                  </a:cubicBezTo>
                  <a:cubicBezTo>
                    <a:pt x="146222" y="57711"/>
                    <a:pt x="139257" y="53179"/>
                    <a:pt x="131142" y="53179"/>
                  </a:cubicBezTo>
                  <a:cubicBezTo>
                    <a:pt x="127819" y="53179"/>
                    <a:pt x="124688" y="54009"/>
                    <a:pt x="121877" y="55349"/>
                  </a:cubicBezTo>
                  <a:cubicBezTo>
                    <a:pt x="119896" y="45454"/>
                    <a:pt x="111142" y="37985"/>
                    <a:pt x="100726" y="37985"/>
                  </a:cubicBezTo>
                  <a:cubicBezTo>
                    <a:pt x="97595" y="37985"/>
                    <a:pt x="94592" y="38687"/>
                    <a:pt x="91908" y="39900"/>
                  </a:cubicBezTo>
                  <a:lnTo>
                    <a:pt x="91908" y="21578"/>
                  </a:lnTo>
                  <a:cubicBezTo>
                    <a:pt x="91908" y="9704"/>
                    <a:pt x="82195" y="0"/>
                    <a:pt x="70310" y="0"/>
                  </a:cubicBezTo>
                  <a:cubicBezTo>
                    <a:pt x="58425" y="0"/>
                    <a:pt x="48712" y="9704"/>
                    <a:pt x="48712" y="21578"/>
                  </a:cubicBezTo>
                  <a:lnTo>
                    <a:pt x="48712" y="90780"/>
                  </a:lnTo>
                  <a:cubicBezTo>
                    <a:pt x="45198" y="84205"/>
                    <a:pt x="41747" y="77182"/>
                    <a:pt x="39319" y="71884"/>
                  </a:cubicBezTo>
                  <a:cubicBezTo>
                    <a:pt x="33951" y="61159"/>
                    <a:pt x="20852" y="56881"/>
                    <a:pt x="10117" y="62244"/>
                  </a:cubicBezTo>
                  <a:cubicBezTo>
                    <a:pt x="-874" y="67734"/>
                    <a:pt x="-2216" y="82098"/>
                    <a:pt x="2768" y="92440"/>
                  </a:cubicBezTo>
                  <a:cubicBezTo>
                    <a:pt x="4686" y="97611"/>
                    <a:pt x="24877" y="150151"/>
                    <a:pt x="58936" y="171346"/>
                  </a:cubicBezTo>
                  <a:cubicBezTo>
                    <a:pt x="59958" y="171985"/>
                    <a:pt x="61173" y="172304"/>
                    <a:pt x="62322" y="172304"/>
                  </a:cubicBezTo>
                  <a:cubicBezTo>
                    <a:pt x="64432" y="172304"/>
                    <a:pt x="66540" y="171218"/>
                    <a:pt x="67754" y="169303"/>
                  </a:cubicBezTo>
                  <a:cubicBezTo>
                    <a:pt x="69607" y="166303"/>
                    <a:pt x="68712" y="162409"/>
                    <a:pt x="65709" y="160493"/>
                  </a:cubicBezTo>
                  <a:cubicBezTo>
                    <a:pt x="34398" y="141022"/>
                    <a:pt x="14846" y="88291"/>
                    <a:pt x="14654" y="87716"/>
                  </a:cubicBezTo>
                  <a:cubicBezTo>
                    <a:pt x="14590" y="87461"/>
                    <a:pt x="14462" y="87269"/>
                    <a:pt x="14398" y="87078"/>
                  </a:cubicBezTo>
                  <a:cubicBezTo>
                    <a:pt x="11970" y="82290"/>
                    <a:pt x="12098" y="75523"/>
                    <a:pt x="15868" y="73671"/>
                  </a:cubicBezTo>
                  <a:cubicBezTo>
                    <a:pt x="20277" y="71437"/>
                    <a:pt x="25772" y="73288"/>
                    <a:pt x="27880" y="77438"/>
                  </a:cubicBezTo>
                  <a:cubicBezTo>
                    <a:pt x="29351" y="80630"/>
                    <a:pt x="42450" y="108719"/>
                    <a:pt x="50565" y="117146"/>
                  </a:cubicBezTo>
                  <a:cubicBezTo>
                    <a:pt x="52354" y="118998"/>
                    <a:pt x="55166" y="119636"/>
                    <a:pt x="57530" y="118678"/>
                  </a:cubicBezTo>
                  <a:cubicBezTo>
                    <a:pt x="59958" y="117721"/>
                    <a:pt x="61556" y="115359"/>
                    <a:pt x="61556" y="112741"/>
                  </a:cubicBezTo>
                  <a:lnTo>
                    <a:pt x="61556" y="21578"/>
                  </a:lnTo>
                  <a:cubicBezTo>
                    <a:pt x="61556" y="16726"/>
                    <a:pt x="65517" y="12768"/>
                    <a:pt x="70374" y="12768"/>
                  </a:cubicBezTo>
                  <a:cubicBezTo>
                    <a:pt x="75230" y="12768"/>
                    <a:pt x="79192" y="16726"/>
                    <a:pt x="79192" y="21578"/>
                  </a:cubicBezTo>
                  <a:lnTo>
                    <a:pt x="79192" y="82354"/>
                  </a:lnTo>
                  <a:cubicBezTo>
                    <a:pt x="79192" y="85865"/>
                    <a:pt x="82068" y="88738"/>
                    <a:pt x="85582" y="88738"/>
                  </a:cubicBezTo>
                  <a:cubicBezTo>
                    <a:pt x="89097" y="88738"/>
                    <a:pt x="91972" y="85865"/>
                    <a:pt x="91972" y="82354"/>
                  </a:cubicBezTo>
                  <a:lnTo>
                    <a:pt x="91972" y="59563"/>
                  </a:lnTo>
                  <a:cubicBezTo>
                    <a:pt x="91972" y="54775"/>
                    <a:pt x="95997" y="50753"/>
                    <a:pt x="100790" y="50753"/>
                  </a:cubicBezTo>
                  <a:cubicBezTo>
                    <a:pt x="105582" y="50753"/>
                    <a:pt x="109608" y="54775"/>
                    <a:pt x="109608" y="59563"/>
                  </a:cubicBezTo>
                  <a:lnTo>
                    <a:pt x="109608" y="82354"/>
                  </a:lnTo>
                  <a:cubicBezTo>
                    <a:pt x="109608" y="85865"/>
                    <a:pt x="112484" y="88738"/>
                    <a:pt x="115998" y="88738"/>
                  </a:cubicBezTo>
                  <a:cubicBezTo>
                    <a:pt x="119513" y="88738"/>
                    <a:pt x="122388" y="85865"/>
                    <a:pt x="122388" y="82354"/>
                  </a:cubicBezTo>
                  <a:lnTo>
                    <a:pt x="122388" y="74757"/>
                  </a:lnTo>
                  <a:cubicBezTo>
                    <a:pt x="122388" y="69969"/>
                    <a:pt x="126414" y="65947"/>
                    <a:pt x="131206" y="65947"/>
                  </a:cubicBezTo>
                  <a:cubicBezTo>
                    <a:pt x="135999" y="65947"/>
                    <a:pt x="140024" y="69969"/>
                    <a:pt x="140024" y="74757"/>
                  </a:cubicBezTo>
                  <a:lnTo>
                    <a:pt x="140024" y="82354"/>
                  </a:lnTo>
                  <a:cubicBezTo>
                    <a:pt x="140024" y="85865"/>
                    <a:pt x="142899" y="88738"/>
                    <a:pt x="146414" y="88738"/>
                  </a:cubicBezTo>
                  <a:cubicBezTo>
                    <a:pt x="146414" y="88738"/>
                    <a:pt x="146414" y="88738"/>
                    <a:pt x="146478" y="88738"/>
                  </a:cubicBezTo>
                  <a:cubicBezTo>
                    <a:pt x="146542" y="88738"/>
                    <a:pt x="146478" y="88738"/>
                    <a:pt x="146542" y="88738"/>
                  </a:cubicBezTo>
                  <a:cubicBezTo>
                    <a:pt x="150057" y="88738"/>
                    <a:pt x="152932" y="85865"/>
                    <a:pt x="152932" y="82354"/>
                  </a:cubicBezTo>
                  <a:cubicBezTo>
                    <a:pt x="152932" y="77566"/>
                    <a:pt x="156958" y="73544"/>
                    <a:pt x="161686" y="73544"/>
                  </a:cubicBezTo>
                  <a:cubicBezTo>
                    <a:pt x="166415" y="73544"/>
                    <a:pt x="170504" y="77566"/>
                    <a:pt x="170504" y="82354"/>
                  </a:cubicBezTo>
                  <a:lnTo>
                    <a:pt x="170504" y="113124"/>
                  </a:lnTo>
                  <a:cubicBezTo>
                    <a:pt x="170504" y="113443"/>
                    <a:pt x="172102" y="143257"/>
                    <a:pt x="156766" y="161898"/>
                  </a:cubicBezTo>
                  <a:cubicBezTo>
                    <a:pt x="154529" y="164643"/>
                    <a:pt x="154912" y="168665"/>
                    <a:pt x="157660" y="170899"/>
                  </a:cubicBezTo>
                  <a:cubicBezTo>
                    <a:pt x="158874" y="171857"/>
                    <a:pt x="160281" y="172368"/>
                    <a:pt x="161686" y="172368"/>
                  </a:cubicBezTo>
                  <a:cubicBezTo>
                    <a:pt x="163540" y="172368"/>
                    <a:pt x="165392" y="171601"/>
                    <a:pt x="166607" y="170005"/>
                  </a:cubicBezTo>
                  <a:cubicBezTo>
                    <a:pt x="185138" y="147406"/>
                    <a:pt x="183284" y="113827"/>
                    <a:pt x="183220" y="112805"/>
                  </a:cubicBezTo>
                  <a:lnTo>
                    <a:pt x="183220" y="82354"/>
                  </a:lnTo>
                  <a:close/>
                </a:path>
              </a:pathLst>
            </a:custGeom>
            <a:solidFill>
              <a:srgbClr val="00A3E0"/>
            </a:solidFill>
            <a:ln w="6390" cap="flat">
              <a:noFill/>
              <a:prstDash val="solid"/>
              <a:miter/>
            </a:ln>
          </p:spPr>
          <p:txBody>
            <a:bodyPr rtlCol="0" anchor="ctr"/>
            <a:lstStyle/>
            <a:p>
              <a:endParaRPr lang="en-US"/>
            </a:p>
          </p:txBody>
        </p:sp>
      </p:grpSp>
      <p:grpSp>
        <p:nvGrpSpPr>
          <p:cNvPr id="1048" name="Graphic 4">
            <a:extLst>
              <a:ext uri="{FF2B5EF4-FFF2-40B4-BE49-F238E27FC236}">
                <a16:creationId xmlns:a16="http://schemas.microsoft.com/office/drawing/2014/main" id="{66E850A8-163F-EC40-AF3A-DC00EA9EB73B}"/>
              </a:ext>
            </a:extLst>
          </p:cNvPr>
          <p:cNvGrpSpPr/>
          <p:nvPr/>
        </p:nvGrpSpPr>
        <p:grpSpPr>
          <a:xfrm>
            <a:off x="7801666" y="1402404"/>
            <a:ext cx="362309" cy="361971"/>
            <a:chOff x="7801666" y="1402404"/>
            <a:chExt cx="362309" cy="361971"/>
          </a:xfrm>
          <a:solidFill>
            <a:srgbClr val="00A3E0"/>
          </a:solidFill>
        </p:grpSpPr>
        <p:sp>
          <p:nvSpPr>
            <p:cNvPr id="1049" name="Freeform 1048">
              <a:extLst>
                <a:ext uri="{FF2B5EF4-FFF2-40B4-BE49-F238E27FC236}">
                  <a16:creationId xmlns:a16="http://schemas.microsoft.com/office/drawing/2014/main" id="{4353679C-4A2D-4147-92FF-252067CD9CC2}"/>
                </a:ext>
              </a:extLst>
            </p:cNvPr>
            <p:cNvSpPr/>
            <p:nvPr/>
          </p:nvSpPr>
          <p:spPr>
            <a:xfrm>
              <a:off x="7801666" y="1402404"/>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09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29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2"/>
                    <a:pt x="181155" y="361972"/>
                  </a:cubicBezTo>
                  <a:cubicBezTo>
                    <a:pt x="281220" y="361972"/>
                    <a:pt x="362309" y="280959"/>
                    <a:pt x="362309" y="180986"/>
                  </a:cubicBezTo>
                  <a:cubicBezTo>
                    <a:pt x="362309" y="81013"/>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29" y="88163"/>
                    <a:pt x="349529" y="180922"/>
                  </a:cubicBezTo>
                  <a:cubicBezTo>
                    <a:pt x="349529" y="273681"/>
                    <a:pt x="273937"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1050" name="Freeform 1049">
              <a:extLst>
                <a:ext uri="{FF2B5EF4-FFF2-40B4-BE49-F238E27FC236}">
                  <a16:creationId xmlns:a16="http://schemas.microsoft.com/office/drawing/2014/main" id="{B5841936-B549-4440-93A0-813C1300EED4}"/>
                </a:ext>
              </a:extLst>
            </p:cNvPr>
            <p:cNvSpPr/>
            <p:nvPr/>
          </p:nvSpPr>
          <p:spPr>
            <a:xfrm>
              <a:off x="7879557" y="1531121"/>
              <a:ext cx="38470" cy="38415"/>
            </a:xfrm>
            <a:custGeom>
              <a:avLst/>
              <a:gdLst>
                <a:gd name="connsiteX0" fmla="*/ 25817 w 38470"/>
                <a:gd name="connsiteY0" fmla="*/ 28967 h 38415"/>
                <a:gd name="connsiteX1" fmla="*/ 32079 w 38470"/>
                <a:gd name="connsiteY1" fmla="*/ 34074 h 38415"/>
                <a:gd name="connsiteX2" fmla="*/ 33357 w 38470"/>
                <a:gd name="connsiteY2" fmla="*/ 33946 h 38415"/>
                <a:gd name="connsiteX3" fmla="*/ 38341 w 38470"/>
                <a:gd name="connsiteY3" fmla="*/ 26413 h 38415"/>
                <a:gd name="connsiteX4" fmla="*/ 33995 w 38470"/>
                <a:gd name="connsiteY4" fmla="*/ 5091 h 38415"/>
                <a:gd name="connsiteX5" fmla="*/ 31248 w 38470"/>
                <a:gd name="connsiteY5" fmla="*/ 1069 h 38415"/>
                <a:gd name="connsiteX6" fmla="*/ 26456 w 38470"/>
                <a:gd name="connsiteY6" fmla="*/ 111 h 38415"/>
                <a:gd name="connsiteX7" fmla="*/ 5113 w 38470"/>
                <a:gd name="connsiteY7" fmla="*/ 4452 h 38415"/>
                <a:gd name="connsiteX8" fmla="*/ 129 w 38470"/>
                <a:gd name="connsiteY8" fmla="*/ 11985 h 38415"/>
                <a:gd name="connsiteX9" fmla="*/ 7669 w 38470"/>
                <a:gd name="connsiteY9" fmla="*/ 16965 h 38415"/>
                <a:gd name="connsiteX10" fmla="*/ 13868 w 38470"/>
                <a:gd name="connsiteY10" fmla="*/ 15688 h 38415"/>
                <a:gd name="connsiteX11" fmla="*/ 5369 w 38470"/>
                <a:gd name="connsiteY11" fmla="*/ 28456 h 38415"/>
                <a:gd name="connsiteX12" fmla="*/ 7158 w 38470"/>
                <a:gd name="connsiteY12" fmla="*/ 37330 h 38415"/>
                <a:gd name="connsiteX13" fmla="*/ 10673 w 38470"/>
                <a:gd name="connsiteY13" fmla="*/ 38415 h 38415"/>
                <a:gd name="connsiteX14" fmla="*/ 15976 w 38470"/>
                <a:gd name="connsiteY14" fmla="*/ 35542 h 38415"/>
                <a:gd name="connsiteX15" fmla="*/ 24474 w 38470"/>
                <a:gd name="connsiteY15" fmla="*/ 22774 h 38415"/>
                <a:gd name="connsiteX16" fmla="*/ 25817 w 38470"/>
                <a:gd name="connsiteY16" fmla="*/ 28967 h 3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470" h="38415">
                  <a:moveTo>
                    <a:pt x="25817" y="28967"/>
                  </a:moveTo>
                  <a:cubicBezTo>
                    <a:pt x="26456" y="31967"/>
                    <a:pt x="29076" y="34074"/>
                    <a:pt x="32079" y="34074"/>
                  </a:cubicBezTo>
                  <a:cubicBezTo>
                    <a:pt x="32526" y="34074"/>
                    <a:pt x="32910" y="34010"/>
                    <a:pt x="33357" y="33946"/>
                  </a:cubicBezTo>
                  <a:cubicBezTo>
                    <a:pt x="36807" y="33244"/>
                    <a:pt x="39044" y="29861"/>
                    <a:pt x="38341" y="26413"/>
                  </a:cubicBezTo>
                  <a:lnTo>
                    <a:pt x="33995" y="5091"/>
                  </a:lnTo>
                  <a:cubicBezTo>
                    <a:pt x="33676" y="3431"/>
                    <a:pt x="32654" y="1963"/>
                    <a:pt x="31248" y="1069"/>
                  </a:cubicBezTo>
                  <a:cubicBezTo>
                    <a:pt x="29843" y="175"/>
                    <a:pt x="28117" y="-208"/>
                    <a:pt x="26456" y="111"/>
                  </a:cubicBezTo>
                  <a:lnTo>
                    <a:pt x="5113" y="4452"/>
                  </a:lnTo>
                  <a:cubicBezTo>
                    <a:pt x="1663" y="5155"/>
                    <a:pt x="-574" y="8538"/>
                    <a:pt x="129" y="11985"/>
                  </a:cubicBezTo>
                  <a:cubicBezTo>
                    <a:pt x="832" y="15433"/>
                    <a:pt x="4219" y="17731"/>
                    <a:pt x="7669" y="16965"/>
                  </a:cubicBezTo>
                  <a:lnTo>
                    <a:pt x="13868" y="15688"/>
                  </a:lnTo>
                  <a:lnTo>
                    <a:pt x="5369" y="28456"/>
                  </a:lnTo>
                  <a:cubicBezTo>
                    <a:pt x="3388" y="31393"/>
                    <a:pt x="4219" y="35351"/>
                    <a:pt x="7158" y="37330"/>
                  </a:cubicBezTo>
                  <a:cubicBezTo>
                    <a:pt x="8244" y="38032"/>
                    <a:pt x="9458" y="38415"/>
                    <a:pt x="10673" y="38415"/>
                  </a:cubicBezTo>
                  <a:cubicBezTo>
                    <a:pt x="12717" y="38415"/>
                    <a:pt x="14762" y="37394"/>
                    <a:pt x="15976" y="35542"/>
                  </a:cubicBezTo>
                  <a:lnTo>
                    <a:pt x="24474" y="22774"/>
                  </a:lnTo>
                  <a:lnTo>
                    <a:pt x="25817" y="28967"/>
                  </a:lnTo>
                  <a:close/>
                </a:path>
              </a:pathLst>
            </a:custGeom>
            <a:solidFill>
              <a:srgbClr val="00A3E0"/>
            </a:solidFill>
            <a:ln w="6390" cap="flat">
              <a:noFill/>
              <a:prstDash val="solid"/>
              <a:miter/>
            </a:ln>
          </p:spPr>
          <p:txBody>
            <a:bodyPr rtlCol="0" anchor="ctr"/>
            <a:lstStyle/>
            <a:p>
              <a:endParaRPr lang="en-US"/>
            </a:p>
          </p:txBody>
        </p:sp>
        <p:sp>
          <p:nvSpPr>
            <p:cNvPr id="1051" name="Freeform 1050">
              <a:extLst>
                <a:ext uri="{FF2B5EF4-FFF2-40B4-BE49-F238E27FC236}">
                  <a16:creationId xmlns:a16="http://schemas.microsoft.com/office/drawing/2014/main" id="{496084B9-F7F2-1C4D-8FC1-98803B4410B9}"/>
                </a:ext>
              </a:extLst>
            </p:cNvPr>
            <p:cNvSpPr/>
            <p:nvPr/>
          </p:nvSpPr>
          <p:spPr>
            <a:xfrm>
              <a:off x="7917833" y="1473464"/>
              <a:ext cx="38470" cy="38424"/>
            </a:xfrm>
            <a:custGeom>
              <a:avLst/>
              <a:gdLst>
                <a:gd name="connsiteX0" fmla="*/ 7222 w 38470"/>
                <a:gd name="connsiteY0" fmla="*/ 37340 h 38424"/>
                <a:gd name="connsiteX1" fmla="*/ 10737 w 38470"/>
                <a:gd name="connsiteY1" fmla="*/ 38425 h 38424"/>
                <a:gd name="connsiteX2" fmla="*/ 12014 w 38470"/>
                <a:gd name="connsiteY2" fmla="*/ 38297 h 38424"/>
                <a:gd name="connsiteX3" fmla="*/ 33357 w 38470"/>
                <a:gd name="connsiteY3" fmla="*/ 33956 h 38424"/>
                <a:gd name="connsiteX4" fmla="*/ 38341 w 38470"/>
                <a:gd name="connsiteY4" fmla="*/ 26423 h 38424"/>
                <a:gd name="connsiteX5" fmla="*/ 30801 w 38470"/>
                <a:gd name="connsiteY5" fmla="*/ 21444 h 38424"/>
                <a:gd name="connsiteX6" fmla="*/ 24602 w 38470"/>
                <a:gd name="connsiteY6" fmla="*/ 22720 h 38424"/>
                <a:gd name="connsiteX7" fmla="*/ 33101 w 38470"/>
                <a:gd name="connsiteY7" fmla="*/ 9952 h 38424"/>
                <a:gd name="connsiteX8" fmla="*/ 31312 w 38470"/>
                <a:gd name="connsiteY8" fmla="*/ 1079 h 38424"/>
                <a:gd name="connsiteX9" fmla="*/ 22430 w 38470"/>
                <a:gd name="connsiteY9" fmla="*/ 2866 h 38424"/>
                <a:gd name="connsiteX10" fmla="*/ 13932 w 38470"/>
                <a:gd name="connsiteY10" fmla="*/ 15634 h 38424"/>
                <a:gd name="connsiteX11" fmla="*/ 12653 w 38470"/>
                <a:gd name="connsiteY11" fmla="*/ 9442 h 38424"/>
                <a:gd name="connsiteX12" fmla="*/ 5113 w 38470"/>
                <a:gd name="connsiteY12" fmla="*/ 4462 h 38424"/>
                <a:gd name="connsiteX13" fmla="*/ 129 w 38470"/>
                <a:gd name="connsiteY13" fmla="*/ 11995 h 38424"/>
                <a:gd name="connsiteX14" fmla="*/ 4475 w 38470"/>
                <a:gd name="connsiteY14" fmla="*/ 33318 h 38424"/>
                <a:gd name="connsiteX15" fmla="*/ 7222 w 38470"/>
                <a:gd name="connsiteY15" fmla="*/ 37340 h 38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470" h="38424">
                  <a:moveTo>
                    <a:pt x="7222" y="37340"/>
                  </a:moveTo>
                  <a:cubicBezTo>
                    <a:pt x="8308" y="38042"/>
                    <a:pt x="9522" y="38425"/>
                    <a:pt x="10737" y="38425"/>
                  </a:cubicBezTo>
                  <a:cubicBezTo>
                    <a:pt x="11184" y="38425"/>
                    <a:pt x="11567" y="38361"/>
                    <a:pt x="12014" y="38297"/>
                  </a:cubicBezTo>
                  <a:lnTo>
                    <a:pt x="33357" y="33956"/>
                  </a:lnTo>
                  <a:cubicBezTo>
                    <a:pt x="36807" y="33254"/>
                    <a:pt x="39044" y="29870"/>
                    <a:pt x="38341" y="26423"/>
                  </a:cubicBezTo>
                  <a:cubicBezTo>
                    <a:pt x="37638" y="22976"/>
                    <a:pt x="34251" y="20741"/>
                    <a:pt x="30801" y="21444"/>
                  </a:cubicBezTo>
                  <a:lnTo>
                    <a:pt x="24602" y="22720"/>
                  </a:lnTo>
                  <a:lnTo>
                    <a:pt x="33101" y="9952"/>
                  </a:lnTo>
                  <a:cubicBezTo>
                    <a:pt x="35082" y="7016"/>
                    <a:pt x="34251" y="3058"/>
                    <a:pt x="31312" y="1079"/>
                  </a:cubicBezTo>
                  <a:cubicBezTo>
                    <a:pt x="28373" y="-900"/>
                    <a:pt x="24411" y="-70"/>
                    <a:pt x="22430" y="2866"/>
                  </a:cubicBezTo>
                  <a:lnTo>
                    <a:pt x="13932" y="15634"/>
                  </a:lnTo>
                  <a:lnTo>
                    <a:pt x="12653" y="9442"/>
                  </a:lnTo>
                  <a:cubicBezTo>
                    <a:pt x="11950" y="5994"/>
                    <a:pt x="8564" y="3760"/>
                    <a:pt x="5113" y="4462"/>
                  </a:cubicBezTo>
                  <a:cubicBezTo>
                    <a:pt x="1663" y="5164"/>
                    <a:pt x="-574" y="8548"/>
                    <a:pt x="129" y="11995"/>
                  </a:cubicBezTo>
                  <a:lnTo>
                    <a:pt x="4475" y="33318"/>
                  </a:lnTo>
                  <a:cubicBezTo>
                    <a:pt x="4794" y="34978"/>
                    <a:pt x="5816" y="36446"/>
                    <a:pt x="7222" y="37340"/>
                  </a:cubicBezTo>
                  <a:close/>
                </a:path>
              </a:pathLst>
            </a:custGeom>
            <a:solidFill>
              <a:srgbClr val="00A3E0"/>
            </a:solidFill>
            <a:ln w="6390" cap="flat">
              <a:noFill/>
              <a:prstDash val="solid"/>
              <a:miter/>
            </a:ln>
          </p:spPr>
          <p:txBody>
            <a:bodyPr rtlCol="0" anchor="ctr"/>
            <a:lstStyle/>
            <a:p>
              <a:endParaRPr lang="en-US"/>
            </a:p>
          </p:txBody>
        </p:sp>
        <p:sp>
          <p:nvSpPr>
            <p:cNvPr id="1052" name="Freeform 1051">
              <a:extLst>
                <a:ext uri="{FF2B5EF4-FFF2-40B4-BE49-F238E27FC236}">
                  <a16:creationId xmlns:a16="http://schemas.microsoft.com/office/drawing/2014/main" id="{F339AAAF-4423-614B-9A90-7BFBD08DF3B4}"/>
                </a:ext>
              </a:extLst>
            </p:cNvPr>
            <p:cNvSpPr/>
            <p:nvPr/>
          </p:nvSpPr>
          <p:spPr>
            <a:xfrm>
              <a:off x="7900761" y="1518912"/>
              <a:ext cx="185334" cy="174282"/>
            </a:xfrm>
            <a:custGeom>
              <a:avLst/>
              <a:gdLst>
                <a:gd name="connsiteX0" fmla="*/ 185129 w 185334"/>
                <a:gd name="connsiteY0" fmla="*/ 83311 h 174282"/>
                <a:gd name="connsiteX1" fmla="*/ 163403 w 185334"/>
                <a:gd name="connsiteY1" fmla="*/ 61542 h 174282"/>
                <a:gd name="connsiteX2" fmla="*/ 151582 w 185334"/>
                <a:gd name="connsiteY2" fmla="*/ 65180 h 174282"/>
                <a:gd name="connsiteX3" fmla="*/ 132603 w 185334"/>
                <a:gd name="connsiteY3" fmla="*/ 53881 h 174282"/>
                <a:gd name="connsiteX4" fmla="*/ 123210 w 185334"/>
                <a:gd name="connsiteY4" fmla="*/ 56115 h 174282"/>
                <a:gd name="connsiteX5" fmla="*/ 101868 w 185334"/>
                <a:gd name="connsiteY5" fmla="*/ 38495 h 174282"/>
                <a:gd name="connsiteX6" fmla="*/ 92858 w 185334"/>
                <a:gd name="connsiteY6" fmla="*/ 40474 h 174282"/>
                <a:gd name="connsiteX7" fmla="*/ 92858 w 185334"/>
                <a:gd name="connsiteY7" fmla="*/ 21769 h 174282"/>
                <a:gd name="connsiteX8" fmla="*/ 71069 w 185334"/>
                <a:gd name="connsiteY8" fmla="*/ 0 h 174282"/>
                <a:gd name="connsiteX9" fmla="*/ 49279 w 185334"/>
                <a:gd name="connsiteY9" fmla="*/ 21769 h 174282"/>
                <a:gd name="connsiteX10" fmla="*/ 49279 w 185334"/>
                <a:gd name="connsiteY10" fmla="*/ 92057 h 174282"/>
                <a:gd name="connsiteX11" fmla="*/ 39630 w 185334"/>
                <a:gd name="connsiteY11" fmla="*/ 72714 h 174282"/>
                <a:gd name="connsiteX12" fmla="*/ 10173 w 185334"/>
                <a:gd name="connsiteY12" fmla="*/ 63010 h 174282"/>
                <a:gd name="connsiteX13" fmla="*/ 268 w 185334"/>
                <a:gd name="connsiteY13" fmla="*/ 77502 h 174282"/>
                <a:gd name="connsiteX14" fmla="*/ 2760 w 185334"/>
                <a:gd name="connsiteY14" fmla="*/ 93525 h 174282"/>
                <a:gd name="connsiteX15" fmla="*/ 59567 w 185334"/>
                <a:gd name="connsiteY15" fmla="*/ 173325 h 174282"/>
                <a:gd name="connsiteX16" fmla="*/ 62953 w 185334"/>
                <a:gd name="connsiteY16" fmla="*/ 174283 h 174282"/>
                <a:gd name="connsiteX17" fmla="*/ 68385 w 185334"/>
                <a:gd name="connsiteY17" fmla="*/ 171282 h 174282"/>
                <a:gd name="connsiteX18" fmla="*/ 66340 w 185334"/>
                <a:gd name="connsiteY18" fmla="*/ 162472 h 174282"/>
                <a:gd name="connsiteX19" fmla="*/ 14645 w 185334"/>
                <a:gd name="connsiteY19" fmla="*/ 88801 h 174282"/>
                <a:gd name="connsiteX20" fmla="*/ 14389 w 185334"/>
                <a:gd name="connsiteY20" fmla="*/ 88163 h 174282"/>
                <a:gd name="connsiteX21" fmla="*/ 12920 w 185334"/>
                <a:gd name="connsiteY21" fmla="*/ 79417 h 174282"/>
                <a:gd name="connsiteX22" fmla="*/ 15924 w 185334"/>
                <a:gd name="connsiteY22" fmla="*/ 74501 h 174282"/>
                <a:gd name="connsiteX23" fmla="*/ 22952 w 185334"/>
                <a:gd name="connsiteY23" fmla="*/ 73990 h 174282"/>
                <a:gd name="connsiteX24" fmla="*/ 28192 w 185334"/>
                <a:gd name="connsiteY24" fmla="*/ 78331 h 174282"/>
                <a:gd name="connsiteX25" fmla="*/ 51131 w 185334"/>
                <a:gd name="connsiteY25" fmla="*/ 118487 h 174282"/>
                <a:gd name="connsiteX26" fmla="*/ 58097 w 185334"/>
                <a:gd name="connsiteY26" fmla="*/ 120019 h 174282"/>
                <a:gd name="connsiteX27" fmla="*/ 62123 w 185334"/>
                <a:gd name="connsiteY27" fmla="*/ 114082 h 174282"/>
                <a:gd name="connsiteX28" fmla="*/ 62123 w 185334"/>
                <a:gd name="connsiteY28" fmla="*/ 21833 h 174282"/>
                <a:gd name="connsiteX29" fmla="*/ 71132 w 185334"/>
                <a:gd name="connsiteY29" fmla="*/ 12832 h 174282"/>
                <a:gd name="connsiteX30" fmla="*/ 80142 w 185334"/>
                <a:gd name="connsiteY30" fmla="*/ 21833 h 174282"/>
                <a:gd name="connsiteX31" fmla="*/ 80142 w 185334"/>
                <a:gd name="connsiteY31" fmla="*/ 83311 h 174282"/>
                <a:gd name="connsiteX32" fmla="*/ 86532 w 185334"/>
                <a:gd name="connsiteY32" fmla="*/ 89695 h 174282"/>
                <a:gd name="connsiteX33" fmla="*/ 92922 w 185334"/>
                <a:gd name="connsiteY33" fmla="*/ 83311 h 174282"/>
                <a:gd name="connsiteX34" fmla="*/ 92922 w 185334"/>
                <a:gd name="connsiteY34" fmla="*/ 60265 h 174282"/>
                <a:gd name="connsiteX35" fmla="*/ 101932 w 185334"/>
                <a:gd name="connsiteY35" fmla="*/ 51263 h 174282"/>
                <a:gd name="connsiteX36" fmla="*/ 110942 w 185334"/>
                <a:gd name="connsiteY36" fmla="*/ 60265 h 174282"/>
                <a:gd name="connsiteX37" fmla="*/ 110942 w 185334"/>
                <a:gd name="connsiteY37" fmla="*/ 83311 h 174282"/>
                <a:gd name="connsiteX38" fmla="*/ 117332 w 185334"/>
                <a:gd name="connsiteY38" fmla="*/ 89695 h 174282"/>
                <a:gd name="connsiteX39" fmla="*/ 123722 w 185334"/>
                <a:gd name="connsiteY39" fmla="*/ 83311 h 174282"/>
                <a:gd name="connsiteX40" fmla="*/ 123722 w 185334"/>
                <a:gd name="connsiteY40" fmla="*/ 75650 h 174282"/>
                <a:gd name="connsiteX41" fmla="*/ 132731 w 185334"/>
                <a:gd name="connsiteY41" fmla="*/ 66649 h 174282"/>
                <a:gd name="connsiteX42" fmla="*/ 141741 w 185334"/>
                <a:gd name="connsiteY42" fmla="*/ 75650 h 174282"/>
                <a:gd name="connsiteX43" fmla="*/ 141741 w 185334"/>
                <a:gd name="connsiteY43" fmla="*/ 83311 h 174282"/>
                <a:gd name="connsiteX44" fmla="*/ 148131 w 185334"/>
                <a:gd name="connsiteY44" fmla="*/ 89695 h 174282"/>
                <a:gd name="connsiteX45" fmla="*/ 148195 w 185334"/>
                <a:gd name="connsiteY45" fmla="*/ 89695 h 174282"/>
                <a:gd name="connsiteX46" fmla="*/ 148259 w 185334"/>
                <a:gd name="connsiteY46" fmla="*/ 89695 h 174282"/>
                <a:gd name="connsiteX47" fmla="*/ 154649 w 185334"/>
                <a:gd name="connsiteY47" fmla="*/ 83311 h 174282"/>
                <a:gd name="connsiteX48" fmla="*/ 163595 w 185334"/>
                <a:gd name="connsiteY48" fmla="*/ 74310 h 174282"/>
                <a:gd name="connsiteX49" fmla="*/ 172540 w 185334"/>
                <a:gd name="connsiteY49" fmla="*/ 83311 h 174282"/>
                <a:gd name="connsiteX50" fmla="*/ 172540 w 185334"/>
                <a:gd name="connsiteY50" fmla="*/ 114465 h 174282"/>
                <a:gd name="connsiteX51" fmla="*/ 158611 w 185334"/>
                <a:gd name="connsiteY51" fmla="*/ 163813 h 174282"/>
                <a:gd name="connsiteX52" fmla="*/ 159505 w 185334"/>
                <a:gd name="connsiteY52" fmla="*/ 172814 h 174282"/>
                <a:gd name="connsiteX53" fmla="*/ 163531 w 185334"/>
                <a:gd name="connsiteY53" fmla="*/ 174283 h 174282"/>
                <a:gd name="connsiteX54" fmla="*/ 168451 w 185334"/>
                <a:gd name="connsiteY54" fmla="*/ 171921 h 174282"/>
                <a:gd name="connsiteX55" fmla="*/ 185257 w 185334"/>
                <a:gd name="connsiteY55" fmla="*/ 114082 h 174282"/>
                <a:gd name="connsiteX56" fmla="*/ 185257 w 185334"/>
                <a:gd name="connsiteY56" fmla="*/ 83311 h 17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85334" h="174282">
                  <a:moveTo>
                    <a:pt x="185129" y="83311"/>
                  </a:moveTo>
                  <a:cubicBezTo>
                    <a:pt x="185129" y="71501"/>
                    <a:pt x="175160" y="61542"/>
                    <a:pt x="163403" y="61542"/>
                  </a:cubicBezTo>
                  <a:cubicBezTo>
                    <a:pt x="159058" y="61542"/>
                    <a:pt x="155032" y="62882"/>
                    <a:pt x="151582" y="65180"/>
                  </a:cubicBezTo>
                  <a:cubicBezTo>
                    <a:pt x="147875" y="58477"/>
                    <a:pt x="140782" y="53881"/>
                    <a:pt x="132603" y="53881"/>
                  </a:cubicBezTo>
                  <a:cubicBezTo>
                    <a:pt x="129217" y="53881"/>
                    <a:pt x="126022" y="54711"/>
                    <a:pt x="123210" y="56115"/>
                  </a:cubicBezTo>
                  <a:cubicBezTo>
                    <a:pt x="121230" y="46092"/>
                    <a:pt x="112412" y="38495"/>
                    <a:pt x="101868" y="38495"/>
                  </a:cubicBezTo>
                  <a:cubicBezTo>
                    <a:pt x="98673" y="38495"/>
                    <a:pt x="95606" y="39261"/>
                    <a:pt x="92858" y="40474"/>
                  </a:cubicBezTo>
                  <a:lnTo>
                    <a:pt x="92858" y="21769"/>
                  </a:lnTo>
                  <a:cubicBezTo>
                    <a:pt x="92858" y="9767"/>
                    <a:pt x="83081" y="0"/>
                    <a:pt x="71069" y="0"/>
                  </a:cubicBezTo>
                  <a:cubicBezTo>
                    <a:pt x="59056" y="0"/>
                    <a:pt x="49279" y="9767"/>
                    <a:pt x="49279" y="21769"/>
                  </a:cubicBezTo>
                  <a:lnTo>
                    <a:pt x="49279" y="92057"/>
                  </a:lnTo>
                  <a:cubicBezTo>
                    <a:pt x="45700" y="85354"/>
                    <a:pt x="42122" y="78076"/>
                    <a:pt x="39630" y="72714"/>
                  </a:cubicBezTo>
                  <a:cubicBezTo>
                    <a:pt x="34263" y="61925"/>
                    <a:pt x="21035" y="57584"/>
                    <a:pt x="10173" y="63010"/>
                  </a:cubicBezTo>
                  <a:cubicBezTo>
                    <a:pt x="4741" y="65691"/>
                    <a:pt x="1226" y="70862"/>
                    <a:pt x="268" y="77502"/>
                  </a:cubicBezTo>
                  <a:cubicBezTo>
                    <a:pt x="-499" y="82736"/>
                    <a:pt x="396" y="88546"/>
                    <a:pt x="2760" y="93525"/>
                  </a:cubicBezTo>
                  <a:cubicBezTo>
                    <a:pt x="4677" y="98696"/>
                    <a:pt x="25125" y="151875"/>
                    <a:pt x="59567" y="173325"/>
                  </a:cubicBezTo>
                  <a:cubicBezTo>
                    <a:pt x="60589" y="173963"/>
                    <a:pt x="61803" y="174283"/>
                    <a:pt x="62953" y="174283"/>
                  </a:cubicBezTo>
                  <a:cubicBezTo>
                    <a:pt x="65062" y="174283"/>
                    <a:pt x="67170" y="173197"/>
                    <a:pt x="68385" y="171282"/>
                  </a:cubicBezTo>
                  <a:cubicBezTo>
                    <a:pt x="70238" y="168282"/>
                    <a:pt x="69343" y="164387"/>
                    <a:pt x="66340" y="162472"/>
                  </a:cubicBezTo>
                  <a:cubicBezTo>
                    <a:pt x="34646" y="142746"/>
                    <a:pt x="14901" y="89376"/>
                    <a:pt x="14645" y="88801"/>
                  </a:cubicBezTo>
                  <a:cubicBezTo>
                    <a:pt x="14581" y="88546"/>
                    <a:pt x="14453" y="88354"/>
                    <a:pt x="14389" y="88163"/>
                  </a:cubicBezTo>
                  <a:cubicBezTo>
                    <a:pt x="13048" y="85482"/>
                    <a:pt x="12473" y="82226"/>
                    <a:pt x="12920" y="79417"/>
                  </a:cubicBezTo>
                  <a:cubicBezTo>
                    <a:pt x="13304" y="76927"/>
                    <a:pt x="14326" y="75267"/>
                    <a:pt x="15924" y="74501"/>
                  </a:cubicBezTo>
                  <a:cubicBezTo>
                    <a:pt x="18096" y="73416"/>
                    <a:pt x="20588" y="73224"/>
                    <a:pt x="22952" y="73990"/>
                  </a:cubicBezTo>
                  <a:cubicBezTo>
                    <a:pt x="25317" y="74756"/>
                    <a:pt x="27169" y="76352"/>
                    <a:pt x="28192" y="78331"/>
                  </a:cubicBezTo>
                  <a:cubicBezTo>
                    <a:pt x="29661" y="81523"/>
                    <a:pt x="42953" y="109996"/>
                    <a:pt x="51131" y="118487"/>
                  </a:cubicBezTo>
                  <a:cubicBezTo>
                    <a:pt x="52921" y="120338"/>
                    <a:pt x="55733" y="120976"/>
                    <a:pt x="58097" y="120019"/>
                  </a:cubicBezTo>
                  <a:cubicBezTo>
                    <a:pt x="60525" y="119061"/>
                    <a:pt x="62123" y="116699"/>
                    <a:pt x="62123" y="114082"/>
                  </a:cubicBezTo>
                  <a:lnTo>
                    <a:pt x="62123" y="21833"/>
                  </a:lnTo>
                  <a:cubicBezTo>
                    <a:pt x="62123" y="16854"/>
                    <a:pt x="66148" y="12832"/>
                    <a:pt x="71132" y="12832"/>
                  </a:cubicBezTo>
                  <a:cubicBezTo>
                    <a:pt x="76116" y="12832"/>
                    <a:pt x="80142" y="16854"/>
                    <a:pt x="80142" y="21833"/>
                  </a:cubicBezTo>
                  <a:lnTo>
                    <a:pt x="80142" y="83311"/>
                  </a:lnTo>
                  <a:cubicBezTo>
                    <a:pt x="80142" y="86822"/>
                    <a:pt x="83018" y="89695"/>
                    <a:pt x="86532" y="89695"/>
                  </a:cubicBezTo>
                  <a:cubicBezTo>
                    <a:pt x="90047" y="89695"/>
                    <a:pt x="92922" y="86822"/>
                    <a:pt x="92922" y="83311"/>
                  </a:cubicBezTo>
                  <a:lnTo>
                    <a:pt x="92922" y="60265"/>
                  </a:lnTo>
                  <a:cubicBezTo>
                    <a:pt x="92922" y="55413"/>
                    <a:pt x="97076" y="51263"/>
                    <a:pt x="101932" y="51263"/>
                  </a:cubicBezTo>
                  <a:cubicBezTo>
                    <a:pt x="106788" y="51263"/>
                    <a:pt x="110942" y="55413"/>
                    <a:pt x="110942" y="60265"/>
                  </a:cubicBezTo>
                  <a:lnTo>
                    <a:pt x="110942" y="83311"/>
                  </a:lnTo>
                  <a:cubicBezTo>
                    <a:pt x="110942" y="86822"/>
                    <a:pt x="113817" y="89695"/>
                    <a:pt x="117332" y="89695"/>
                  </a:cubicBezTo>
                  <a:cubicBezTo>
                    <a:pt x="120846" y="89695"/>
                    <a:pt x="123722" y="86822"/>
                    <a:pt x="123722" y="83311"/>
                  </a:cubicBezTo>
                  <a:lnTo>
                    <a:pt x="123722" y="75650"/>
                  </a:lnTo>
                  <a:cubicBezTo>
                    <a:pt x="123722" y="70798"/>
                    <a:pt x="127811" y="66649"/>
                    <a:pt x="132731" y="66649"/>
                  </a:cubicBezTo>
                  <a:cubicBezTo>
                    <a:pt x="137651" y="66649"/>
                    <a:pt x="141741" y="70735"/>
                    <a:pt x="141741" y="75650"/>
                  </a:cubicBezTo>
                  <a:lnTo>
                    <a:pt x="141741" y="83311"/>
                  </a:lnTo>
                  <a:cubicBezTo>
                    <a:pt x="141741" y="86822"/>
                    <a:pt x="144616" y="89695"/>
                    <a:pt x="148131" y="89695"/>
                  </a:cubicBezTo>
                  <a:cubicBezTo>
                    <a:pt x="148131" y="89695"/>
                    <a:pt x="148131" y="89695"/>
                    <a:pt x="148195" y="89695"/>
                  </a:cubicBezTo>
                  <a:cubicBezTo>
                    <a:pt x="148259" y="89695"/>
                    <a:pt x="148195" y="89695"/>
                    <a:pt x="148259" y="89695"/>
                  </a:cubicBezTo>
                  <a:cubicBezTo>
                    <a:pt x="151773" y="89695"/>
                    <a:pt x="154649" y="86822"/>
                    <a:pt x="154649" y="83311"/>
                  </a:cubicBezTo>
                  <a:cubicBezTo>
                    <a:pt x="154649" y="78459"/>
                    <a:pt x="158739" y="74310"/>
                    <a:pt x="163595" y="74310"/>
                  </a:cubicBezTo>
                  <a:cubicBezTo>
                    <a:pt x="168451" y="74310"/>
                    <a:pt x="172540" y="78395"/>
                    <a:pt x="172540" y="83311"/>
                  </a:cubicBezTo>
                  <a:lnTo>
                    <a:pt x="172540" y="114465"/>
                  </a:lnTo>
                  <a:cubicBezTo>
                    <a:pt x="172540" y="114784"/>
                    <a:pt x="174202" y="144852"/>
                    <a:pt x="158611" y="163813"/>
                  </a:cubicBezTo>
                  <a:cubicBezTo>
                    <a:pt x="156374" y="166558"/>
                    <a:pt x="156757" y="170580"/>
                    <a:pt x="159505" y="172814"/>
                  </a:cubicBezTo>
                  <a:cubicBezTo>
                    <a:pt x="160719" y="173772"/>
                    <a:pt x="162125" y="174283"/>
                    <a:pt x="163531" y="174283"/>
                  </a:cubicBezTo>
                  <a:cubicBezTo>
                    <a:pt x="165384" y="174283"/>
                    <a:pt x="167237" y="173517"/>
                    <a:pt x="168451" y="171921"/>
                  </a:cubicBezTo>
                  <a:cubicBezTo>
                    <a:pt x="187173" y="149130"/>
                    <a:pt x="185320" y="115103"/>
                    <a:pt x="185257" y="114082"/>
                  </a:cubicBezTo>
                  <a:lnTo>
                    <a:pt x="185257" y="83311"/>
                  </a:lnTo>
                  <a:close/>
                </a:path>
              </a:pathLst>
            </a:custGeom>
            <a:solidFill>
              <a:srgbClr val="00A3E0"/>
            </a:solidFill>
            <a:ln w="6390" cap="flat">
              <a:noFill/>
              <a:prstDash val="solid"/>
              <a:miter/>
            </a:ln>
          </p:spPr>
          <p:txBody>
            <a:bodyPr rtlCol="0" anchor="ctr"/>
            <a:lstStyle/>
            <a:p>
              <a:endParaRPr lang="en-US"/>
            </a:p>
          </p:txBody>
        </p:sp>
      </p:grpSp>
      <p:grpSp>
        <p:nvGrpSpPr>
          <p:cNvPr id="1053" name="Graphic 4">
            <a:extLst>
              <a:ext uri="{FF2B5EF4-FFF2-40B4-BE49-F238E27FC236}">
                <a16:creationId xmlns:a16="http://schemas.microsoft.com/office/drawing/2014/main" id="{7764E9A0-60CE-E24E-902C-D0F1C68723C2}"/>
              </a:ext>
            </a:extLst>
          </p:cNvPr>
          <p:cNvGrpSpPr/>
          <p:nvPr/>
        </p:nvGrpSpPr>
        <p:grpSpPr>
          <a:xfrm>
            <a:off x="9886894" y="917987"/>
            <a:ext cx="362309" cy="361971"/>
            <a:chOff x="9886894" y="917987"/>
            <a:chExt cx="362309" cy="361971"/>
          </a:xfrm>
          <a:solidFill>
            <a:srgbClr val="00A3E0"/>
          </a:solidFill>
        </p:grpSpPr>
        <p:sp>
          <p:nvSpPr>
            <p:cNvPr id="1054" name="Freeform 1053">
              <a:extLst>
                <a:ext uri="{FF2B5EF4-FFF2-40B4-BE49-F238E27FC236}">
                  <a16:creationId xmlns:a16="http://schemas.microsoft.com/office/drawing/2014/main" id="{6576B8B7-6531-454C-B5F1-FB49AD17485D}"/>
                </a:ext>
              </a:extLst>
            </p:cNvPr>
            <p:cNvSpPr/>
            <p:nvPr/>
          </p:nvSpPr>
          <p:spPr>
            <a:xfrm>
              <a:off x="9886894" y="917987"/>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09 w 362309"/>
                <a:gd name="connsiteY3" fmla="*/ 180986 h 361971"/>
                <a:gd name="connsiteX4" fmla="*/ 181155 w 362309"/>
                <a:gd name="connsiteY4" fmla="*/ 0 h 361971"/>
                <a:gd name="connsiteX5" fmla="*/ 181155 w 362309"/>
                <a:gd name="connsiteY5" fmla="*/ 349204 h 361971"/>
                <a:gd name="connsiteX6" fmla="*/ 12780 w 362309"/>
                <a:gd name="connsiteY6" fmla="*/ 180986 h 361971"/>
                <a:gd name="connsiteX7" fmla="*/ 181155 w 362309"/>
                <a:gd name="connsiteY7" fmla="*/ 12768 h 361971"/>
                <a:gd name="connsiteX8" fmla="*/ 349529 w 362309"/>
                <a:gd name="connsiteY8" fmla="*/ 180986 h 361971"/>
                <a:gd name="connsiteX9" fmla="*/ 181155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09" y="280959"/>
                    <a:pt x="362309" y="180986"/>
                  </a:cubicBezTo>
                  <a:cubicBezTo>
                    <a:pt x="362309" y="81013"/>
                    <a:pt x="281157" y="0"/>
                    <a:pt x="181155" y="0"/>
                  </a:cubicBezTo>
                  <a:close/>
                  <a:moveTo>
                    <a:pt x="181155" y="349204"/>
                  </a:moveTo>
                  <a:cubicBezTo>
                    <a:pt x="88309" y="349204"/>
                    <a:pt x="12780" y="273745"/>
                    <a:pt x="12780" y="180986"/>
                  </a:cubicBezTo>
                  <a:cubicBezTo>
                    <a:pt x="12780" y="88227"/>
                    <a:pt x="88309" y="12768"/>
                    <a:pt x="181155" y="12768"/>
                  </a:cubicBezTo>
                  <a:cubicBezTo>
                    <a:pt x="274001" y="12768"/>
                    <a:pt x="349529" y="88227"/>
                    <a:pt x="349529" y="180986"/>
                  </a:cubicBezTo>
                  <a:cubicBezTo>
                    <a:pt x="349529" y="273745"/>
                    <a:pt x="273937" y="349204"/>
                    <a:pt x="181155" y="349204"/>
                  </a:cubicBezTo>
                  <a:close/>
                </a:path>
              </a:pathLst>
            </a:custGeom>
            <a:solidFill>
              <a:srgbClr val="00A3E0"/>
            </a:solidFill>
            <a:ln w="6390" cap="flat">
              <a:noFill/>
              <a:prstDash val="solid"/>
              <a:miter/>
            </a:ln>
          </p:spPr>
          <p:txBody>
            <a:bodyPr rtlCol="0" anchor="ctr"/>
            <a:lstStyle/>
            <a:p>
              <a:endParaRPr lang="en-US"/>
            </a:p>
          </p:txBody>
        </p:sp>
        <p:sp>
          <p:nvSpPr>
            <p:cNvPr id="1055" name="Freeform 1054">
              <a:extLst>
                <a:ext uri="{FF2B5EF4-FFF2-40B4-BE49-F238E27FC236}">
                  <a16:creationId xmlns:a16="http://schemas.microsoft.com/office/drawing/2014/main" id="{11CC1017-7082-024C-AB19-3C008507B210}"/>
                </a:ext>
              </a:extLst>
            </p:cNvPr>
            <p:cNvSpPr/>
            <p:nvPr/>
          </p:nvSpPr>
          <p:spPr>
            <a:xfrm>
              <a:off x="9968301" y="994183"/>
              <a:ext cx="199306" cy="209615"/>
            </a:xfrm>
            <a:custGeom>
              <a:avLst/>
              <a:gdLst>
                <a:gd name="connsiteX0" fmla="*/ 104795 w 199306"/>
                <a:gd name="connsiteY0" fmla="*/ 3029 h 209615"/>
                <a:gd name="connsiteX1" fmla="*/ 71376 w 199306"/>
                <a:gd name="connsiteY1" fmla="*/ 11265 h 209615"/>
                <a:gd name="connsiteX2" fmla="*/ 82047 w 199306"/>
                <a:gd name="connsiteY2" fmla="*/ 43951 h 209615"/>
                <a:gd name="connsiteX3" fmla="*/ 83389 w 199306"/>
                <a:gd name="connsiteY3" fmla="*/ 44462 h 209615"/>
                <a:gd name="connsiteX4" fmla="*/ 113741 w 199306"/>
                <a:gd name="connsiteY4" fmla="*/ 57485 h 209615"/>
                <a:gd name="connsiteX5" fmla="*/ 23834 w 199306"/>
                <a:gd name="connsiteY5" fmla="*/ 57485 h 209615"/>
                <a:gd name="connsiteX6" fmla="*/ 0 w 199306"/>
                <a:gd name="connsiteY6" fmla="*/ 81297 h 209615"/>
                <a:gd name="connsiteX7" fmla="*/ 23834 w 199306"/>
                <a:gd name="connsiteY7" fmla="*/ 105109 h 209615"/>
                <a:gd name="connsiteX8" fmla="*/ 48435 w 199306"/>
                <a:gd name="connsiteY8" fmla="*/ 105109 h 209615"/>
                <a:gd name="connsiteX9" fmla="*/ 45368 w 199306"/>
                <a:gd name="connsiteY9" fmla="*/ 115388 h 209615"/>
                <a:gd name="connsiteX10" fmla="*/ 66008 w 199306"/>
                <a:gd name="connsiteY10" fmla="*/ 139838 h 209615"/>
                <a:gd name="connsiteX11" fmla="*/ 62813 w 199306"/>
                <a:gd name="connsiteY11" fmla="*/ 150244 h 209615"/>
                <a:gd name="connsiteX12" fmla="*/ 74443 w 199306"/>
                <a:gd name="connsiteY12" fmla="*/ 171950 h 209615"/>
                <a:gd name="connsiteX13" fmla="*/ 69778 w 199306"/>
                <a:gd name="connsiteY13" fmla="*/ 184271 h 209615"/>
                <a:gd name="connsiteX14" fmla="*/ 93613 w 199306"/>
                <a:gd name="connsiteY14" fmla="*/ 209615 h 209615"/>
                <a:gd name="connsiteX15" fmla="*/ 128246 w 199306"/>
                <a:gd name="connsiteY15" fmla="*/ 209615 h 209615"/>
                <a:gd name="connsiteX16" fmla="*/ 130099 w 199306"/>
                <a:gd name="connsiteY16" fmla="*/ 209615 h 209615"/>
                <a:gd name="connsiteX17" fmla="*/ 193615 w 199306"/>
                <a:gd name="connsiteY17" fmla="*/ 189123 h 209615"/>
                <a:gd name="connsiteX18" fmla="*/ 194382 w 199306"/>
                <a:gd name="connsiteY18" fmla="*/ 180121 h 209615"/>
                <a:gd name="connsiteX19" fmla="*/ 185372 w 199306"/>
                <a:gd name="connsiteY19" fmla="*/ 179355 h 209615"/>
                <a:gd name="connsiteX20" fmla="*/ 128502 w 199306"/>
                <a:gd name="connsiteY20" fmla="*/ 196783 h 209615"/>
                <a:gd name="connsiteX21" fmla="*/ 93677 w 199306"/>
                <a:gd name="connsiteY21" fmla="*/ 196783 h 209615"/>
                <a:gd name="connsiteX22" fmla="*/ 82622 w 199306"/>
                <a:gd name="connsiteY22" fmla="*/ 184207 h 209615"/>
                <a:gd name="connsiteX23" fmla="*/ 96744 w 199306"/>
                <a:gd name="connsiteY23" fmla="*/ 174759 h 209615"/>
                <a:gd name="connsiteX24" fmla="*/ 100769 w 199306"/>
                <a:gd name="connsiteY24" fmla="*/ 174759 h 209615"/>
                <a:gd name="connsiteX25" fmla="*/ 107159 w 199306"/>
                <a:gd name="connsiteY25" fmla="*/ 168375 h 209615"/>
                <a:gd name="connsiteX26" fmla="*/ 100769 w 199306"/>
                <a:gd name="connsiteY26" fmla="*/ 161991 h 209615"/>
                <a:gd name="connsiteX27" fmla="*/ 84923 w 199306"/>
                <a:gd name="connsiteY27" fmla="*/ 161991 h 209615"/>
                <a:gd name="connsiteX28" fmla="*/ 75657 w 199306"/>
                <a:gd name="connsiteY28" fmla="*/ 150180 h 209615"/>
                <a:gd name="connsiteX29" fmla="*/ 90034 w 199306"/>
                <a:gd name="connsiteY29" fmla="*/ 139966 h 209615"/>
                <a:gd name="connsiteX30" fmla="*/ 100769 w 199306"/>
                <a:gd name="connsiteY30" fmla="*/ 139966 h 209615"/>
                <a:gd name="connsiteX31" fmla="*/ 107159 w 199306"/>
                <a:gd name="connsiteY31" fmla="*/ 133582 h 209615"/>
                <a:gd name="connsiteX32" fmla="*/ 100769 w 199306"/>
                <a:gd name="connsiteY32" fmla="*/ 127198 h 209615"/>
                <a:gd name="connsiteX33" fmla="*/ 67478 w 199306"/>
                <a:gd name="connsiteY33" fmla="*/ 127198 h 209615"/>
                <a:gd name="connsiteX34" fmla="*/ 58212 w 199306"/>
                <a:gd name="connsiteY34" fmla="*/ 115388 h 209615"/>
                <a:gd name="connsiteX35" fmla="*/ 72590 w 199306"/>
                <a:gd name="connsiteY35" fmla="*/ 105109 h 209615"/>
                <a:gd name="connsiteX36" fmla="*/ 100769 w 199306"/>
                <a:gd name="connsiteY36" fmla="*/ 105109 h 209615"/>
                <a:gd name="connsiteX37" fmla="*/ 107159 w 199306"/>
                <a:gd name="connsiteY37" fmla="*/ 98725 h 209615"/>
                <a:gd name="connsiteX38" fmla="*/ 100769 w 199306"/>
                <a:gd name="connsiteY38" fmla="*/ 92341 h 209615"/>
                <a:gd name="connsiteX39" fmla="*/ 23898 w 199306"/>
                <a:gd name="connsiteY39" fmla="*/ 92341 h 209615"/>
                <a:gd name="connsiteX40" fmla="*/ 12844 w 199306"/>
                <a:gd name="connsiteY40" fmla="*/ 81297 h 209615"/>
                <a:gd name="connsiteX41" fmla="*/ 23898 w 199306"/>
                <a:gd name="connsiteY41" fmla="*/ 70253 h 209615"/>
                <a:gd name="connsiteX42" fmla="*/ 128438 w 199306"/>
                <a:gd name="connsiteY42" fmla="*/ 70253 h 209615"/>
                <a:gd name="connsiteX43" fmla="*/ 133869 w 199306"/>
                <a:gd name="connsiteY43" fmla="*/ 67189 h 209615"/>
                <a:gd name="connsiteX44" fmla="*/ 134061 w 199306"/>
                <a:gd name="connsiteY44" fmla="*/ 60932 h 209615"/>
                <a:gd name="connsiteX45" fmla="*/ 87159 w 199306"/>
                <a:gd name="connsiteY45" fmla="*/ 32268 h 209615"/>
                <a:gd name="connsiteX46" fmla="*/ 82175 w 199306"/>
                <a:gd name="connsiteY46" fmla="*/ 25884 h 209615"/>
                <a:gd name="connsiteX47" fmla="*/ 82749 w 199306"/>
                <a:gd name="connsiteY47" fmla="*/ 17010 h 209615"/>
                <a:gd name="connsiteX48" fmla="*/ 99364 w 199306"/>
                <a:gd name="connsiteY48" fmla="*/ 14648 h 209615"/>
                <a:gd name="connsiteX49" fmla="*/ 100067 w 199306"/>
                <a:gd name="connsiteY49" fmla="*/ 14968 h 209615"/>
                <a:gd name="connsiteX50" fmla="*/ 187481 w 199306"/>
                <a:gd name="connsiteY50" fmla="*/ 74594 h 209615"/>
                <a:gd name="connsiteX51" fmla="*/ 196299 w 199306"/>
                <a:gd name="connsiteY51" fmla="*/ 76637 h 209615"/>
                <a:gd name="connsiteX52" fmla="*/ 198344 w 199306"/>
                <a:gd name="connsiteY52" fmla="*/ 67827 h 209615"/>
                <a:gd name="connsiteX53" fmla="*/ 104795 w 199306"/>
                <a:gd name="connsiteY53" fmla="*/ 3029 h 209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99306" h="209615">
                  <a:moveTo>
                    <a:pt x="104795" y="3029"/>
                  </a:moveTo>
                  <a:cubicBezTo>
                    <a:pt x="93357" y="-2461"/>
                    <a:pt x="77446" y="-929"/>
                    <a:pt x="71376" y="11265"/>
                  </a:cubicBezTo>
                  <a:cubicBezTo>
                    <a:pt x="65433" y="23139"/>
                    <a:pt x="70289" y="38141"/>
                    <a:pt x="82047" y="43951"/>
                  </a:cubicBezTo>
                  <a:cubicBezTo>
                    <a:pt x="82494" y="44142"/>
                    <a:pt x="82941" y="44334"/>
                    <a:pt x="83389" y="44462"/>
                  </a:cubicBezTo>
                  <a:cubicBezTo>
                    <a:pt x="89715" y="45994"/>
                    <a:pt x="103900" y="50526"/>
                    <a:pt x="113741" y="57485"/>
                  </a:cubicBezTo>
                  <a:lnTo>
                    <a:pt x="23834" y="57485"/>
                  </a:lnTo>
                  <a:cubicBezTo>
                    <a:pt x="10735" y="57485"/>
                    <a:pt x="0" y="68146"/>
                    <a:pt x="0" y="81297"/>
                  </a:cubicBezTo>
                  <a:cubicBezTo>
                    <a:pt x="0" y="94448"/>
                    <a:pt x="10671" y="105109"/>
                    <a:pt x="23834" y="105109"/>
                  </a:cubicBezTo>
                  <a:lnTo>
                    <a:pt x="48435" y="105109"/>
                  </a:lnTo>
                  <a:cubicBezTo>
                    <a:pt x="46519" y="108174"/>
                    <a:pt x="45368" y="111557"/>
                    <a:pt x="45368" y="115388"/>
                  </a:cubicBezTo>
                  <a:cubicBezTo>
                    <a:pt x="45368" y="128858"/>
                    <a:pt x="54123" y="139008"/>
                    <a:pt x="66008" y="139838"/>
                  </a:cubicBezTo>
                  <a:cubicBezTo>
                    <a:pt x="64027" y="142903"/>
                    <a:pt x="62813" y="146350"/>
                    <a:pt x="62813" y="150244"/>
                  </a:cubicBezTo>
                  <a:cubicBezTo>
                    <a:pt x="62813" y="159948"/>
                    <a:pt x="67414" y="167928"/>
                    <a:pt x="74443" y="171950"/>
                  </a:cubicBezTo>
                  <a:cubicBezTo>
                    <a:pt x="71567" y="175397"/>
                    <a:pt x="69778" y="179547"/>
                    <a:pt x="69778" y="184271"/>
                  </a:cubicBezTo>
                  <a:cubicBezTo>
                    <a:pt x="69778" y="197741"/>
                    <a:pt x="80897" y="209615"/>
                    <a:pt x="93613" y="209615"/>
                  </a:cubicBezTo>
                  <a:lnTo>
                    <a:pt x="128246" y="209615"/>
                  </a:lnTo>
                  <a:cubicBezTo>
                    <a:pt x="128438" y="209615"/>
                    <a:pt x="129076" y="209615"/>
                    <a:pt x="130099" y="209615"/>
                  </a:cubicBezTo>
                  <a:cubicBezTo>
                    <a:pt x="138214" y="209615"/>
                    <a:pt x="170931" y="208338"/>
                    <a:pt x="193615" y="189123"/>
                  </a:cubicBezTo>
                  <a:cubicBezTo>
                    <a:pt x="196299" y="186824"/>
                    <a:pt x="196618" y="182802"/>
                    <a:pt x="194382" y="180121"/>
                  </a:cubicBezTo>
                  <a:cubicBezTo>
                    <a:pt x="192082" y="177440"/>
                    <a:pt x="188056" y="177121"/>
                    <a:pt x="185372" y="179355"/>
                  </a:cubicBezTo>
                  <a:cubicBezTo>
                    <a:pt x="163646" y="197741"/>
                    <a:pt x="129076" y="196783"/>
                    <a:pt x="128502" y="196783"/>
                  </a:cubicBezTo>
                  <a:lnTo>
                    <a:pt x="93677" y="196783"/>
                  </a:lnTo>
                  <a:cubicBezTo>
                    <a:pt x="87990" y="196783"/>
                    <a:pt x="82622" y="190655"/>
                    <a:pt x="82622" y="184207"/>
                  </a:cubicBezTo>
                  <a:cubicBezTo>
                    <a:pt x="82622" y="178908"/>
                    <a:pt x="90226" y="174759"/>
                    <a:pt x="96744" y="174759"/>
                  </a:cubicBezTo>
                  <a:lnTo>
                    <a:pt x="100769" y="174759"/>
                  </a:lnTo>
                  <a:cubicBezTo>
                    <a:pt x="104283" y="174759"/>
                    <a:pt x="107159" y="171886"/>
                    <a:pt x="107159" y="168375"/>
                  </a:cubicBezTo>
                  <a:cubicBezTo>
                    <a:pt x="107159" y="164863"/>
                    <a:pt x="104283" y="161991"/>
                    <a:pt x="100769" y="161991"/>
                  </a:cubicBezTo>
                  <a:lnTo>
                    <a:pt x="84923" y="161991"/>
                  </a:lnTo>
                  <a:cubicBezTo>
                    <a:pt x="78852" y="161991"/>
                    <a:pt x="75657" y="156054"/>
                    <a:pt x="75657" y="150180"/>
                  </a:cubicBezTo>
                  <a:cubicBezTo>
                    <a:pt x="75657" y="144690"/>
                    <a:pt x="83580" y="139966"/>
                    <a:pt x="90034" y="139966"/>
                  </a:cubicBezTo>
                  <a:lnTo>
                    <a:pt x="100769" y="139966"/>
                  </a:lnTo>
                  <a:cubicBezTo>
                    <a:pt x="104283" y="139966"/>
                    <a:pt x="107159" y="137093"/>
                    <a:pt x="107159" y="133582"/>
                  </a:cubicBezTo>
                  <a:cubicBezTo>
                    <a:pt x="107159" y="130071"/>
                    <a:pt x="104283" y="127198"/>
                    <a:pt x="100769" y="127198"/>
                  </a:cubicBezTo>
                  <a:lnTo>
                    <a:pt x="67478" y="127198"/>
                  </a:lnTo>
                  <a:cubicBezTo>
                    <a:pt x="61407" y="127198"/>
                    <a:pt x="58212" y="121261"/>
                    <a:pt x="58212" y="115388"/>
                  </a:cubicBezTo>
                  <a:cubicBezTo>
                    <a:pt x="58212" y="109897"/>
                    <a:pt x="66136" y="105109"/>
                    <a:pt x="72590" y="105109"/>
                  </a:cubicBezTo>
                  <a:lnTo>
                    <a:pt x="100769" y="105109"/>
                  </a:lnTo>
                  <a:cubicBezTo>
                    <a:pt x="104283" y="105109"/>
                    <a:pt x="107159" y="102237"/>
                    <a:pt x="107159" y="98725"/>
                  </a:cubicBezTo>
                  <a:cubicBezTo>
                    <a:pt x="107159" y="95214"/>
                    <a:pt x="104283" y="92341"/>
                    <a:pt x="100769" y="92341"/>
                  </a:cubicBezTo>
                  <a:lnTo>
                    <a:pt x="23898" y="92341"/>
                  </a:lnTo>
                  <a:cubicBezTo>
                    <a:pt x="17828" y="92341"/>
                    <a:pt x="12844" y="87426"/>
                    <a:pt x="12844" y="81297"/>
                  </a:cubicBezTo>
                  <a:cubicBezTo>
                    <a:pt x="12844" y="75169"/>
                    <a:pt x="17764" y="70253"/>
                    <a:pt x="23898" y="70253"/>
                  </a:cubicBezTo>
                  <a:lnTo>
                    <a:pt x="128438" y="70253"/>
                  </a:lnTo>
                  <a:cubicBezTo>
                    <a:pt x="130674" y="70253"/>
                    <a:pt x="132719" y="69104"/>
                    <a:pt x="133869" y="67189"/>
                  </a:cubicBezTo>
                  <a:cubicBezTo>
                    <a:pt x="135019" y="65273"/>
                    <a:pt x="135083" y="62911"/>
                    <a:pt x="134061" y="60932"/>
                  </a:cubicBezTo>
                  <a:cubicBezTo>
                    <a:pt x="124476" y="42482"/>
                    <a:pt x="93549" y="33864"/>
                    <a:pt x="87159" y="32268"/>
                  </a:cubicBezTo>
                  <a:cubicBezTo>
                    <a:pt x="84859" y="30927"/>
                    <a:pt x="83069" y="28693"/>
                    <a:pt x="82175" y="25884"/>
                  </a:cubicBezTo>
                  <a:cubicBezTo>
                    <a:pt x="81216" y="22884"/>
                    <a:pt x="81408" y="19628"/>
                    <a:pt x="82749" y="17010"/>
                  </a:cubicBezTo>
                  <a:cubicBezTo>
                    <a:pt x="85178" y="12159"/>
                    <a:pt x="93549" y="11776"/>
                    <a:pt x="99364" y="14648"/>
                  </a:cubicBezTo>
                  <a:cubicBezTo>
                    <a:pt x="99619" y="14776"/>
                    <a:pt x="99811" y="14840"/>
                    <a:pt x="100067" y="14968"/>
                  </a:cubicBezTo>
                  <a:cubicBezTo>
                    <a:pt x="100705" y="15223"/>
                    <a:pt x="164988" y="38524"/>
                    <a:pt x="187481" y="74594"/>
                  </a:cubicBezTo>
                  <a:cubicBezTo>
                    <a:pt x="189334" y="77594"/>
                    <a:pt x="193296" y="78488"/>
                    <a:pt x="196299" y="76637"/>
                  </a:cubicBezTo>
                  <a:cubicBezTo>
                    <a:pt x="199302" y="74785"/>
                    <a:pt x="200196" y="70827"/>
                    <a:pt x="198344" y="67827"/>
                  </a:cubicBezTo>
                  <a:cubicBezTo>
                    <a:pt x="174190" y="29012"/>
                    <a:pt x="110673" y="5200"/>
                    <a:pt x="104795" y="3029"/>
                  </a:cubicBezTo>
                  <a:close/>
                </a:path>
              </a:pathLst>
            </a:custGeom>
            <a:solidFill>
              <a:srgbClr val="00A3E0"/>
            </a:solidFill>
            <a:ln w="6390" cap="flat">
              <a:noFill/>
              <a:prstDash val="solid"/>
              <a:miter/>
            </a:ln>
          </p:spPr>
          <p:txBody>
            <a:bodyPr rtlCol="0" anchor="ctr"/>
            <a:lstStyle/>
            <a:p>
              <a:endParaRPr lang="en-US"/>
            </a:p>
          </p:txBody>
        </p:sp>
      </p:grpSp>
      <p:grpSp>
        <p:nvGrpSpPr>
          <p:cNvPr id="1056" name="Graphic 4">
            <a:extLst>
              <a:ext uri="{FF2B5EF4-FFF2-40B4-BE49-F238E27FC236}">
                <a16:creationId xmlns:a16="http://schemas.microsoft.com/office/drawing/2014/main" id="{B1E46674-0828-4447-866F-E317D44332DB}"/>
              </a:ext>
            </a:extLst>
          </p:cNvPr>
          <p:cNvGrpSpPr/>
          <p:nvPr/>
        </p:nvGrpSpPr>
        <p:grpSpPr>
          <a:xfrm>
            <a:off x="9886894" y="1402404"/>
            <a:ext cx="362309" cy="361971"/>
            <a:chOff x="9886894" y="1402404"/>
            <a:chExt cx="362309" cy="361971"/>
          </a:xfrm>
          <a:solidFill>
            <a:srgbClr val="00A3E0"/>
          </a:solidFill>
        </p:grpSpPr>
        <p:sp>
          <p:nvSpPr>
            <p:cNvPr id="1057" name="Freeform 1056">
              <a:extLst>
                <a:ext uri="{FF2B5EF4-FFF2-40B4-BE49-F238E27FC236}">
                  <a16:creationId xmlns:a16="http://schemas.microsoft.com/office/drawing/2014/main" id="{73DD8875-0401-C347-B0C2-F3A43FE7984C}"/>
                </a:ext>
              </a:extLst>
            </p:cNvPr>
            <p:cNvSpPr/>
            <p:nvPr/>
          </p:nvSpPr>
          <p:spPr>
            <a:xfrm>
              <a:off x="9886894" y="1402404"/>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09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29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09" y="280959"/>
                    <a:pt x="362309" y="180986"/>
                  </a:cubicBezTo>
                  <a:cubicBezTo>
                    <a:pt x="362309" y="81013"/>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29" y="88163"/>
                    <a:pt x="349529" y="180922"/>
                  </a:cubicBezTo>
                  <a:cubicBezTo>
                    <a:pt x="349529" y="273681"/>
                    <a:pt x="273937"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1058" name="Freeform 1057">
              <a:extLst>
                <a:ext uri="{FF2B5EF4-FFF2-40B4-BE49-F238E27FC236}">
                  <a16:creationId xmlns:a16="http://schemas.microsoft.com/office/drawing/2014/main" id="{539E54D3-8F97-0A42-AFB8-FF22CF0A7436}"/>
                </a:ext>
              </a:extLst>
            </p:cNvPr>
            <p:cNvSpPr/>
            <p:nvPr/>
          </p:nvSpPr>
          <p:spPr>
            <a:xfrm>
              <a:off x="9968296" y="1478536"/>
              <a:ext cx="199243" cy="209615"/>
            </a:xfrm>
            <a:custGeom>
              <a:avLst/>
              <a:gdLst>
                <a:gd name="connsiteX0" fmla="*/ 175536 w 199243"/>
                <a:gd name="connsiteY0" fmla="*/ 57485 h 209615"/>
                <a:gd name="connsiteX1" fmla="*/ 85630 w 199243"/>
                <a:gd name="connsiteY1" fmla="*/ 57485 h 209615"/>
                <a:gd name="connsiteX2" fmla="*/ 115982 w 199243"/>
                <a:gd name="connsiteY2" fmla="*/ 44462 h 209615"/>
                <a:gd name="connsiteX3" fmla="*/ 117324 w 199243"/>
                <a:gd name="connsiteY3" fmla="*/ 43951 h 209615"/>
                <a:gd name="connsiteX4" fmla="*/ 127996 w 199243"/>
                <a:gd name="connsiteY4" fmla="*/ 11265 h 209615"/>
                <a:gd name="connsiteX5" fmla="*/ 94576 w 199243"/>
                <a:gd name="connsiteY5" fmla="*/ 3029 h 209615"/>
                <a:gd name="connsiteX6" fmla="*/ 964 w 199243"/>
                <a:gd name="connsiteY6" fmla="*/ 67827 h 209615"/>
                <a:gd name="connsiteX7" fmla="*/ 3008 w 199243"/>
                <a:gd name="connsiteY7" fmla="*/ 76637 h 209615"/>
                <a:gd name="connsiteX8" fmla="*/ 11826 w 199243"/>
                <a:gd name="connsiteY8" fmla="*/ 74594 h 209615"/>
                <a:gd name="connsiteX9" fmla="*/ 99241 w 199243"/>
                <a:gd name="connsiteY9" fmla="*/ 14968 h 209615"/>
                <a:gd name="connsiteX10" fmla="*/ 99944 w 199243"/>
                <a:gd name="connsiteY10" fmla="*/ 14648 h 209615"/>
                <a:gd name="connsiteX11" fmla="*/ 116557 w 199243"/>
                <a:gd name="connsiteY11" fmla="*/ 17010 h 209615"/>
                <a:gd name="connsiteX12" fmla="*/ 112149 w 199243"/>
                <a:gd name="connsiteY12" fmla="*/ 32268 h 209615"/>
                <a:gd name="connsiteX13" fmla="*/ 65246 w 199243"/>
                <a:gd name="connsiteY13" fmla="*/ 60932 h 209615"/>
                <a:gd name="connsiteX14" fmla="*/ 65438 w 199243"/>
                <a:gd name="connsiteY14" fmla="*/ 67189 h 209615"/>
                <a:gd name="connsiteX15" fmla="*/ 70869 w 199243"/>
                <a:gd name="connsiteY15" fmla="*/ 70253 h 209615"/>
                <a:gd name="connsiteX16" fmla="*/ 175408 w 199243"/>
                <a:gd name="connsiteY16" fmla="*/ 70253 h 209615"/>
                <a:gd name="connsiteX17" fmla="*/ 186464 w 199243"/>
                <a:gd name="connsiteY17" fmla="*/ 81297 h 209615"/>
                <a:gd name="connsiteX18" fmla="*/ 175408 w 199243"/>
                <a:gd name="connsiteY18" fmla="*/ 92341 h 209615"/>
                <a:gd name="connsiteX19" fmla="*/ 98538 w 199243"/>
                <a:gd name="connsiteY19" fmla="*/ 92341 h 209615"/>
                <a:gd name="connsiteX20" fmla="*/ 92148 w 199243"/>
                <a:gd name="connsiteY20" fmla="*/ 98725 h 209615"/>
                <a:gd name="connsiteX21" fmla="*/ 98538 w 199243"/>
                <a:gd name="connsiteY21" fmla="*/ 105109 h 209615"/>
                <a:gd name="connsiteX22" fmla="*/ 126717 w 199243"/>
                <a:gd name="connsiteY22" fmla="*/ 105109 h 209615"/>
                <a:gd name="connsiteX23" fmla="*/ 141094 w 199243"/>
                <a:gd name="connsiteY23" fmla="*/ 115388 h 209615"/>
                <a:gd name="connsiteX24" fmla="*/ 131829 w 199243"/>
                <a:gd name="connsiteY24" fmla="*/ 127198 h 209615"/>
                <a:gd name="connsiteX25" fmla="*/ 98538 w 199243"/>
                <a:gd name="connsiteY25" fmla="*/ 127198 h 209615"/>
                <a:gd name="connsiteX26" fmla="*/ 92148 w 199243"/>
                <a:gd name="connsiteY26" fmla="*/ 133582 h 209615"/>
                <a:gd name="connsiteX27" fmla="*/ 98538 w 199243"/>
                <a:gd name="connsiteY27" fmla="*/ 139966 h 209615"/>
                <a:gd name="connsiteX28" fmla="*/ 109273 w 199243"/>
                <a:gd name="connsiteY28" fmla="*/ 139966 h 209615"/>
                <a:gd name="connsiteX29" fmla="*/ 123650 w 199243"/>
                <a:gd name="connsiteY29" fmla="*/ 150180 h 209615"/>
                <a:gd name="connsiteX30" fmla="*/ 114385 w 199243"/>
                <a:gd name="connsiteY30" fmla="*/ 161991 h 209615"/>
                <a:gd name="connsiteX31" fmla="*/ 98538 w 199243"/>
                <a:gd name="connsiteY31" fmla="*/ 161991 h 209615"/>
                <a:gd name="connsiteX32" fmla="*/ 92148 w 199243"/>
                <a:gd name="connsiteY32" fmla="*/ 168375 h 209615"/>
                <a:gd name="connsiteX33" fmla="*/ 98538 w 199243"/>
                <a:gd name="connsiteY33" fmla="*/ 174759 h 209615"/>
                <a:gd name="connsiteX34" fmla="*/ 102564 w 199243"/>
                <a:gd name="connsiteY34" fmla="*/ 174759 h 209615"/>
                <a:gd name="connsiteX35" fmla="*/ 116685 w 199243"/>
                <a:gd name="connsiteY35" fmla="*/ 184207 h 209615"/>
                <a:gd name="connsiteX36" fmla="*/ 105631 w 199243"/>
                <a:gd name="connsiteY36" fmla="*/ 196783 h 209615"/>
                <a:gd name="connsiteX37" fmla="*/ 70550 w 199243"/>
                <a:gd name="connsiteY37" fmla="*/ 196783 h 209615"/>
                <a:gd name="connsiteX38" fmla="*/ 13935 w 199243"/>
                <a:gd name="connsiteY38" fmla="*/ 179355 h 209615"/>
                <a:gd name="connsiteX39" fmla="*/ 4925 w 199243"/>
                <a:gd name="connsiteY39" fmla="*/ 180121 h 209615"/>
                <a:gd name="connsiteX40" fmla="*/ 5692 w 199243"/>
                <a:gd name="connsiteY40" fmla="*/ 189123 h 209615"/>
                <a:gd name="connsiteX41" fmla="*/ 69080 w 199243"/>
                <a:gd name="connsiteY41" fmla="*/ 209615 h 209615"/>
                <a:gd name="connsiteX42" fmla="*/ 70805 w 199243"/>
                <a:gd name="connsiteY42" fmla="*/ 209615 h 209615"/>
                <a:gd name="connsiteX43" fmla="*/ 105631 w 199243"/>
                <a:gd name="connsiteY43" fmla="*/ 209615 h 209615"/>
                <a:gd name="connsiteX44" fmla="*/ 129465 w 199243"/>
                <a:gd name="connsiteY44" fmla="*/ 184271 h 209615"/>
                <a:gd name="connsiteX45" fmla="*/ 124801 w 199243"/>
                <a:gd name="connsiteY45" fmla="*/ 171950 h 209615"/>
                <a:gd name="connsiteX46" fmla="*/ 136430 w 199243"/>
                <a:gd name="connsiteY46" fmla="*/ 150244 h 209615"/>
                <a:gd name="connsiteX47" fmla="*/ 133235 w 199243"/>
                <a:gd name="connsiteY47" fmla="*/ 139838 h 209615"/>
                <a:gd name="connsiteX48" fmla="*/ 153874 w 199243"/>
                <a:gd name="connsiteY48" fmla="*/ 115388 h 209615"/>
                <a:gd name="connsiteX49" fmla="*/ 150807 w 199243"/>
                <a:gd name="connsiteY49" fmla="*/ 105109 h 209615"/>
                <a:gd name="connsiteX50" fmla="*/ 175408 w 199243"/>
                <a:gd name="connsiteY50" fmla="*/ 105109 h 209615"/>
                <a:gd name="connsiteX51" fmla="*/ 199243 w 199243"/>
                <a:gd name="connsiteY51" fmla="*/ 81297 h 209615"/>
                <a:gd name="connsiteX52" fmla="*/ 175536 w 199243"/>
                <a:gd name="connsiteY52" fmla="*/ 57485 h 209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99243" h="209615">
                  <a:moveTo>
                    <a:pt x="175536" y="57485"/>
                  </a:moveTo>
                  <a:lnTo>
                    <a:pt x="85630" y="57485"/>
                  </a:lnTo>
                  <a:cubicBezTo>
                    <a:pt x="95534" y="50590"/>
                    <a:pt x="109720" y="45994"/>
                    <a:pt x="115982" y="44462"/>
                  </a:cubicBezTo>
                  <a:cubicBezTo>
                    <a:pt x="116429" y="44334"/>
                    <a:pt x="116941" y="44206"/>
                    <a:pt x="117324" y="43951"/>
                  </a:cubicBezTo>
                  <a:cubicBezTo>
                    <a:pt x="129017" y="38078"/>
                    <a:pt x="133938" y="23139"/>
                    <a:pt x="127996" y="11265"/>
                  </a:cubicBezTo>
                  <a:cubicBezTo>
                    <a:pt x="121861" y="-929"/>
                    <a:pt x="105950" y="-2461"/>
                    <a:pt x="94576" y="3029"/>
                  </a:cubicBezTo>
                  <a:cubicBezTo>
                    <a:pt x="88697" y="5200"/>
                    <a:pt x="25181" y="29012"/>
                    <a:pt x="964" y="67827"/>
                  </a:cubicBezTo>
                  <a:cubicBezTo>
                    <a:pt x="-890" y="70827"/>
                    <a:pt x="5" y="74722"/>
                    <a:pt x="3008" y="76637"/>
                  </a:cubicBezTo>
                  <a:cubicBezTo>
                    <a:pt x="6011" y="78488"/>
                    <a:pt x="9910" y="77594"/>
                    <a:pt x="11826" y="74594"/>
                  </a:cubicBezTo>
                  <a:cubicBezTo>
                    <a:pt x="34319" y="38524"/>
                    <a:pt x="98602" y="15159"/>
                    <a:pt x="99241" y="14968"/>
                  </a:cubicBezTo>
                  <a:cubicBezTo>
                    <a:pt x="99496" y="14904"/>
                    <a:pt x="99752" y="14776"/>
                    <a:pt x="99944" y="14648"/>
                  </a:cubicBezTo>
                  <a:cubicBezTo>
                    <a:pt x="105823" y="11712"/>
                    <a:pt x="114129" y="12095"/>
                    <a:pt x="116557" y="17010"/>
                  </a:cubicBezTo>
                  <a:cubicBezTo>
                    <a:pt x="119177" y="22309"/>
                    <a:pt x="117132" y="29395"/>
                    <a:pt x="112149" y="32268"/>
                  </a:cubicBezTo>
                  <a:cubicBezTo>
                    <a:pt x="105695" y="33864"/>
                    <a:pt x="74831" y="42483"/>
                    <a:pt x="65246" y="60932"/>
                  </a:cubicBezTo>
                  <a:cubicBezTo>
                    <a:pt x="64224" y="62911"/>
                    <a:pt x="64288" y="65273"/>
                    <a:pt x="65438" y="67189"/>
                  </a:cubicBezTo>
                  <a:cubicBezTo>
                    <a:pt x="66588" y="69104"/>
                    <a:pt x="68633" y="70253"/>
                    <a:pt x="70869" y="70253"/>
                  </a:cubicBezTo>
                  <a:lnTo>
                    <a:pt x="175408" y="70253"/>
                  </a:lnTo>
                  <a:cubicBezTo>
                    <a:pt x="181479" y="70253"/>
                    <a:pt x="186464" y="75169"/>
                    <a:pt x="186464" y="81297"/>
                  </a:cubicBezTo>
                  <a:cubicBezTo>
                    <a:pt x="186464" y="87426"/>
                    <a:pt x="181543" y="92341"/>
                    <a:pt x="175408" y="92341"/>
                  </a:cubicBezTo>
                  <a:lnTo>
                    <a:pt x="98538" y="92341"/>
                  </a:lnTo>
                  <a:cubicBezTo>
                    <a:pt x="95023" y="92341"/>
                    <a:pt x="92148" y="95214"/>
                    <a:pt x="92148" y="98725"/>
                  </a:cubicBezTo>
                  <a:cubicBezTo>
                    <a:pt x="92148" y="102237"/>
                    <a:pt x="95023" y="105109"/>
                    <a:pt x="98538" y="105109"/>
                  </a:cubicBezTo>
                  <a:lnTo>
                    <a:pt x="126717" y="105109"/>
                  </a:lnTo>
                  <a:cubicBezTo>
                    <a:pt x="133171" y="105109"/>
                    <a:pt x="141094" y="109833"/>
                    <a:pt x="141094" y="115388"/>
                  </a:cubicBezTo>
                  <a:cubicBezTo>
                    <a:pt x="141094" y="121261"/>
                    <a:pt x="137899" y="127198"/>
                    <a:pt x="131829" y="127198"/>
                  </a:cubicBezTo>
                  <a:lnTo>
                    <a:pt x="98538" y="127198"/>
                  </a:lnTo>
                  <a:cubicBezTo>
                    <a:pt x="95023" y="127198"/>
                    <a:pt x="92148" y="130071"/>
                    <a:pt x="92148" y="133582"/>
                  </a:cubicBezTo>
                  <a:cubicBezTo>
                    <a:pt x="92148" y="137093"/>
                    <a:pt x="95023" y="139966"/>
                    <a:pt x="98538" y="139966"/>
                  </a:cubicBezTo>
                  <a:lnTo>
                    <a:pt x="109273" y="139966"/>
                  </a:lnTo>
                  <a:cubicBezTo>
                    <a:pt x="115727" y="139966"/>
                    <a:pt x="123650" y="144690"/>
                    <a:pt x="123650" y="150180"/>
                  </a:cubicBezTo>
                  <a:cubicBezTo>
                    <a:pt x="123650" y="156054"/>
                    <a:pt x="120455" y="161991"/>
                    <a:pt x="114385" y="161991"/>
                  </a:cubicBezTo>
                  <a:lnTo>
                    <a:pt x="98538" y="161991"/>
                  </a:lnTo>
                  <a:cubicBezTo>
                    <a:pt x="95023" y="161991"/>
                    <a:pt x="92148" y="164863"/>
                    <a:pt x="92148" y="168375"/>
                  </a:cubicBezTo>
                  <a:cubicBezTo>
                    <a:pt x="92148" y="171886"/>
                    <a:pt x="95023" y="174759"/>
                    <a:pt x="98538" y="174759"/>
                  </a:cubicBezTo>
                  <a:lnTo>
                    <a:pt x="102564" y="174759"/>
                  </a:lnTo>
                  <a:cubicBezTo>
                    <a:pt x="109081" y="174759"/>
                    <a:pt x="116685" y="178908"/>
                    <a:pt x="116685" y="184207"/>
                  </a:cubicBezTo>
                  <a:cubicBezTo>
                    <a:pt x="116685" y="190655"/>
                    <a:pt x="111318" y="196783"/>
                    <a:pt x="105631" y="196783"/>
                  </a:cubicBezTo>
                  <a:lnTo>
                    <a:pt x="70550" y="196783"/>
                  </a:lnTo>
                  <a:cubicBezTo>
                    <a:pt x="70230" y="196783"/>
                    <a:pt x="35724" y="197805"/>
                    <a:pt x="13935" y="179355"/>
                  </a:cubicBezTo>
                  <a:cubicBezTo>
                    <a:pt x="11251" y="177057"/>
                    <a:pt x="7226" y="177376"/>
                    <a:pt x="4925" y="180121"/>
                  </a:cubicBezTo>
                  <a:cubicBezTo>
                    <a:pt x="2625" y="182802"/>
                    <a:pt x="2944" y="186824"/>
                    <a:pt x="5692" y="189123"/>
                  </a:cubicBezTo>
                  <a:cubicBezTo>
                    <a:pt x="28440" y="208402"/>
                    <a:pt x="61156" y="209615"/>
                    <a:pt x="69080" y="209615"/>
                  </a:cubicBezTo>
                  <a:cubicBezTo>
                    <a:pt x="70038" y="209615"/>
                    <a:pt x="70678" y="209615"/>
                    <a:pt x="70805" y="209615"/>
                  </a:cubicBezTo>
                  <a:lnTo>
                    <a:pt x="105631" y="209615"/>
                  </a:lnTo>
                  <a:cubicBezTo>
                    <a:pt x="118347" y="209615"/>
                    <a:pt x="129465" y="197741"/>
                    <a:pt x="129465" y="184271"/>
                  </a:cubicBezTo>
                  <a:cubicBezTo>
                    <a:pt x="129465" y="179547"/>
                    <a:pt x="127612" y="175397"/>
                    <a:pt x="124801" y="171950"/>
                  </a:cubicBezTo>
                  <a:cubicBezTo>
                    <a:pt x="131765" y="167928"/>
                    <a:pt x="136430" y="159948"/>
                    <a:pt x="136430" y="150244"/>
                  </a:cubicBezTo>
                  <a:cubicBezTo>
                    <a:pt x="136430" y="146414"/>
                    <a:pt x="135216" y="142903"/>
                    <a:pt x="133235" y="139838"/>
                  </a:cubicBezTo>
                  <a:cubicBezTo>
                    <a:pt x="145056" y="139072"/>
                    <a:pt x="153874" y="128858"/>
                    <a:pt x="153874" y="115388"/>
                  </a:cubicBezTo>
                  <a:cubicBezTo>
                    <a:pt x="153874" y="111621"/>
                    <a:pt x="152661" y="108174"/>
                    <a:pt x="150807" y="105109"/>
                  </a:cubicBezTo>
                  <a:lnTo>
                    <a:pt x="175408" y="105109"/>
                  </a:lnTo>
                  <a:cubicBezTo>
                    <a:pt x="188508" y="105109"/>
                    <a:pt x="199243" y="94448"/>
                    <a:pt x="199243" y="81297"/>
                  </a:cubicBezTo>
                  <a:cubicBezTo>
                    <a:pt x="199243" y="68146"/>
                    <a:pt x="188700" y="57485"/>
                    <a:pt x="175536" y="57485"/>
                  </a:cubicBezTo>
                  <a:close/>
                </a:path>
              </a:pathLst>
            </a:custGeom>
            <a:solidFill>
              <a:srgbClr val="00A3E0"/>
            </a:solidFill>
            <a:ln w="6390" cap="flat">
              <a:noFill/>
              <a:prstDash val="solid"/>
              <a:miter/>
            </a:ln>
          </p:spPr>
          <p:txBody>
            <a:bodyPr rtlCol="0" anchor="ctr"/>
            <a:lstStyle/>
            <a:p>
              <a:endParaRPr lang="en-US"/>
            </a:p>
          </p:txBody>
        </p:sp>
      </p:grpSp>
      <p:grpSp>
        <p:nvGrpSpPr>
          <p:cNvPr id="1059" name="Graphic 4">
            <a:extLst>
              <a:ext uri="{FF2B5EF4-FFF2-40B4-BE49-F238E27FC236}">
                <a16:creationId xmlns:a16="http://schemas.microsoft.com/office/drawing/2014/main" id="{254C0EB1-A4A3-4445-A60F-B8E68C36EC22}"/>
              </a:ext>
            </a:extLst>
          </p:cNvPr>
          <p:cNvGrpSpPr/>
          <p:nvPr/>
        </p:nvGrpSpPr>
        <p:grpSpPr>
          <a:xfrm>
            <a:off x="7801666" y="4792937"/>
            <a:ext cx="362309" cy="361971"/>
            <a:chOff x="7801666" y="4792937"/>
            <a:chExt cx="362309" cy="361971"/>
          </a:xfrm>
          <a:solidFill>
            <a:srgbClr val="00A3E0"/>
          </a:solidFill>
        </p:grpSpPr>
        <p:sp>
          <p:nvSpPr>
            <p:cNvPr id="1060" name="Freeform 1059">
              <a:extLst>
                <a:ext uri="{FF2B5EF4-FFF2-40B4-BE49-F238E27FC236}">
                  <a16:creationId xmlns:a16="http://schemas.microsoft.com/office/drawing/2014/main" id="{C1BAF18A-66FE-B241-9DA7-9311F3CF9AFB}"/>
                </a:ext>
              </a:extLst>
            </p:cNvPr>
            <p:cNvSpPr/>
            <p:nvPr/>
          </p:nvSpPr>
          <p:spPr>
            <a:xfrm>
              <a:off x="7801666" y="4792937"/>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09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29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1"/>
                    <a:pt x="181155" y="361971"/>
                  </a:cubicBezTo>
                  <a:cubicBezTo>
                    <a:pt x="281220" y="361971"/>
                    <a:pt x="362309" y="280959"/>
                    <a:pt x="362309" y="180986"/>
                  </a:cubicBezTo>
                  <a:cubicBezTo>
                    <a:pt x="362309" y="81013"/>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29" y="88163"/>
                    <a:pt x="349529" y="180922"/>
                  </a:cubicBezTo>
                  <a:cubicBezTo>
                    <a:pt x="349529" y="273681"/>
                    <a:pt x="273937"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1061" name="Freeform 1060">
              <a:extLst>
                <a:ext uri="{FF2B5EF4-FFF2-40B4-BE49-F238E27FC236}">
                  <a16:creationId xmlns:a16="http://schemas.microsoft.com/office/drawing/2014/main" id="{A317E4D6-AB8F-2D44-80D2-160ADBE3339F}"/>
                </a:ext>
              </a:extLst>
            </p:cNvPr>
            <p:cNvSpPr/>
            <p:nvPr/>
          </p:nvSpPr>
          <p:spPr>
            <a:xfrm>
              <a:off x="7881731" y="4864182"/>
              <a:ext cx="202070" cy="219226"/>
            </a:xfrm>
            <a:custGeom>
              <a:avLst/>
              <a:gdLst>
                <a:gd name="connsiteX0" fmla="*/ 202050 w 202070"/>
                <a:gd name="connsiteY0" fmla="*/ 125445 h 219226"/>
                <a:gd name="connsiteX1" fmla="*/ 178343 w 202070"/>
                <a:gd name="connsiteY1" fmla="*/ 103293 h 219226"/>
                <a:gd name="connsiteX2" fmla="*/ 167800 w 202070"/>
                <a:gd name="connsiteY2" fmla="*/ 106868 h 219226"/>
                <a:gd name="connsiteX3" fmla="*/ 147608 w 202070"/>
                <a:gd name="connsiteY3" fmla="*/ 95441 h 219226"/>
                <a:gd name="connsiteX4" fmla="*/ 138662 w 202070"/>
                <a:gd name="connsiteY4" fmla="*/ 97739 h 219226"/>
                <a:gd name="connsiteX5" fmla="*/ 116041 w 202070"/>
                <a:gd name="connsiteY5" fmla="*/ 79672 h 219226"/>
                <a:gd name="connsiteX6" fmla="*/ 107415 w 202070"/>
                <a:gd name="connsiteY6" fmla="*/ 81779 h 219226"/>
                <a:gd name="connsiteX7" fmla="*/ 107415 w 202070"/>
                <a:gd name="connsiteY7" fmla="*/ 58797 h 219226"/>
                <a:gd name="connsiteX8" fmla="*/ 143710 w 202070"/>
                <a:gd name="connsiteY8" fmla="*/ 67415 h 219226"/>
                <a:gd name="connsiteX9" fmla="*/ 159238 w 202070"/>
                <a:gd name="connsiteY9" fmla="*/ 63840 h 219226"/>
                <a:gd name="connsiteX10" fmla="*/ 170484 w 202070"/>
                <a:gd name="connsiteY10" fmla="*/ 41113 h 219226"/>
                <a:gd name="connsiteX11" fmla="*/ 159238 w 202070"/>
                <a:gd name="connsiteY11" fmla="*/ 18386 h 219226"/>
                <a:gd name="connsiteX12" fmla="*/ 107415 w 202070"/>
                <a:gd name="connsiteY12" fmla="*/ 23429 h 219226"/>
                <a:gd name="connsiteX13" fmla="*/ 107415 w 202070"/>
                <a:gd name="connsiteY13" fmla="*/ 22153 h 219226"/>
                <a:gd name="connsiteX14" fmla="*/ 85242 w 202070"/>
                <a:gd name="connsiteY14" fmla="*/ 0 h 219226"/>
                <a:gd name="connsiteX15" fmla="*/ 63069 w 202070"/>
                <a:gd name="connsiteY15" fmla="*/ 22153 h 219226"/>
                <a:gd name="connsiteX16" fmla="*/ 63069 w 202070"/>
                <a:gd name="connsiteY16" fmla="*/ 23429 h 219226"/>
                <a:gd name="connsiteX17" fmla="*/ 11246 w 202070"/>
                <a:gd name="connsiteY17" fmla="*/ 18386 h 219226"/>
                <a:gd name="connsiteX18" fmla="*/ 0 w 202070"/>
                <a:gd name="connsiteY18" fmla="*/ 41113 h 219226"/>
                <a:gd name="connsiteX19" fmla="*/ 11246 w 202070"/>
                <a:gd name="connsiteY19" fmla="*/ 63840 h 219226"/>
                <a:gd name="connsiteX20" fmla="*/ 26774 w 202070"/>
                <a:gd name="connsiteY20" fmla="*/ 67415 h 219226"/>
                <a:gd name="connsiteX21" fmla="*/ 63069 w 202070"/>
                <a:gd name="connsiteY21" fmla="*/ 58797 h 219226"/>
                <a:gd name="connsiteX22" fmla="*/ 63069 w 202070"/>
                <a:gd name="connsiteY22" fmla="*/ 141022 h 219226"/>
                <a:gd name="connsiteX23" fmla="*/ 52845 w 202070"/>
                <a:gd name="connsiteY23" fmla="*/ 115359 h 219226"/>
                <a:gd name="connsiteX24" fmla="*/ 52334 w 202070"/>
                <a:gd name="connsiteY24" fmla="*/ 113890 h 219226"/>
                <a:gd name="connsiteX25" fmla="*/ 21662 w 202070"/>
                <a:gd name="connsiteY25" fmla="*/ 103931 h 219226"/>
                <a:gd name="connsiteX26" fmla="*/ 13930 w 202070"/>
                <a:gd name="connsiteY26" fmla="*/ 135021 h 219226"/>
                <a:gd name="connsiteX27" fmla="*/ 73229 w 202070"/>
                <a:gd name="connsiteY27" fmla="*/ 218268 h 219226"/>
                <a:gd name="connsiteX28" fmla="*/ 76615 w 202070"/>
                <a:gd name="connsiteY28" fmla="*/ 219226 h 219226"/>
                <a:gd name="connsiteX29" fmla="*/ 82047 w 202070"/>
                <a:gd name="connsiteY29" fmla="*/ 216225 h 219226"/>
                <a:gd name="connsiteX30" fmla="*/ 80002 w 202070"/>
                <a:gd name="connsiteY30" fmla="*/ 207416 h 219226"/>
                <a:gd name="connsiteX31" fmla="*/ 25816 w 202070"/>
                <a:gd name="connsiteY31" fmla="*/ 130297 h 219226"/>
                <a:gd name="connsiteX32" fmla="*/ 25560 w 202070"/>
                <a:gd name="connsiteY32" fmla="*/ 129659 h 219226"/>
                <a:gd name="connsiteX33" fmla="*/ 24090 w 202070"/>
                <a:gd name="connsiteY33" fmla="*/ 120657 h 219226"/>
                <a:gd name="connsiteX34" fmla="*/ 27413 w 202070"/>
                <a:gd name="connsiteY34" fmla="*/ 115423 h 219226"/>
                <a:gd name="connsiteX35" fmla="*/ 40640 w 202070"/>
                <a:gd name="connsiteY35" fmla="*/ 119061 h 219226"/>
                <a:gd name="connsiteX36" fmla="*/ 66711 w 202070"/>
                <a:gd name="connsiteY36" fmla="*/ 161898 h 219226"/>
                <a:gd name="connsiteX37" fmla="*/ 72909 w 202070"/>
                <a:gd name="connsiteY37" fmla="*/ 161642 h 219226"/>
                <a:gd name="connsiteX38" fmla="*/ 75912 w 202070"/>
                <a:gd name="connsiteY38" fmla="*/ 156216 h 219226"/>
                <a:gd name="connsiteX39" fmla="*/ 75912 w 202070"/>
                <a:gd name="connsiteY39" fmla="*/ 53243 h 219226"/>
                <a:gd name="connsiteX40" fmla="*/ 85306 w 202070"/>
                <a:gd name="connsiteY40" fmla="*/ 48518 h 219226"/>
                <a:gd name="connsiteX41" fmla="*/ 94699 w 202070"/>
                <a:gd name="connsiteY41" fmla="*/ 53243 h 219226"/>
                <a:gd name="connsiteX42" fmla="*/ 94699 w 202070"/>
                <a:gd name="connsiteY42" fmla="*/ 127871 h 219226"/>
                <a:gd name="connsiteX43" fmla="*/ 101089 w 202070"/>
                <a:gd name="connsiteY43" fmla="*/ 134255 h 219226"/>
                <a:gd name="connsiteX44" fmla="*/ 107479 w 202070"/>
                <a:gd name="connsiteY44" fmla="*/ 127871 h 219226"/>
                <a:gd name="connsiteX45" fmla="*/ 107479 w 202070"/>
                <a:gd name="connsiteY45" fmla="*/ 104251 h 219226"/>
                <a:gd name="connsiteX46" fmla="*/ 116105 w 202070"/>
                <a:gd name="connsiteY46" fmla="*/ 92504 h 219226"/>
                <a:gd name="connsiteX47" fmla="*/ 126265 w 202070"/>
                <a:gd name="connsiteY47" fmla="*/ 101059 h 219226"/>
                <a:gd name="connsiteX48" fmla="*/ 126265 w 202070"/>
                <a:gd name="connsiteY48" fmla="*/ 127871 h 219226"/>
                <a:gd name="connsiteX49" fmla="*/ 132655 w 202070"/>
                <a:gd name="connsiteY49" fmla="*/ 134255 h 219226"/>
                <a:gd name="connsiteX50" fmla="*/ 139045 w 202070"/>
                <a:gd name="connsiteY50" fmla="*/ 127871 h 219226"/>
                <a:gd name="connsiteX51" fmla="*/ 139045 w 202070"/>
                <a:gd name="connsiteY51" fmla="*/ 120019 h 219226"/>
                <a:gd name="connsiteX52" fmla="*/ 147608 w 202070"/>
                <a:gd name="connsiteY52" fmla="*/ 108272 h 219226"/>
                <a:gd name="connsiteX53" fmla="*/ 157768 w 202070"/>
                <a:gd name="connsiteY53" fmla="*/ 116827 h 219226"/>
                <a:gd name="connsiteX54" fmla="*/ 157768 w 202070"/>
                <a:gd name="connsiteY54" fmla="*/ 127871 h 219226"/>
                <a:gd name="connsiteX55" fmla="*/ 164158 w 202070"/>
                <a:gd name="connsiteY55" fmla="*/ 134255 h 219226"/>
                <a:gd name="connsiteX56" fmla="*/ 170548 w 202070"/>
                <a:gd name="connsiteY56" fmla="*/ 127871 h 219226"/>
                <a:gd name="connsiteX57" fmla="*/ 178343 w 202070"/>
                <a:gd name="connsiteY57" fmla="*/ 116125 h 219226"/>
                <a:gd name="connsiteX58" fmla="*/ 189270 w 202070"/>
                <a:gd name="connsiteY58" fmla="*/ 125509 h 219226"/>
                <a:gd name="connsiteX59" fmla="*/ 189270 w 202070"/>
                <a:gd name="connsiteY59" fmla="*/ 157301 h 219226"/>
                <a:gd name="connsiteX60" fmla="*/ 173423 w 202070"/>
                <a:gd name="connsiteY60" fmla="*/ 207990 h 219226"/>
                <a:gd name="connsiteX61" fmla="*/ 174126 w 202070"/>
                <a:gd name="connsiteY61" fmla="*/ 216992 h 219226"/>
                <a:gd name="connsiteX62" fmla="*/ 178279 w 202070"/>
                <a:gd name="connsiteY62" fmla="*/ 218524 h 219226"/>
                <a:gd name="connsiteX63" fmla="*/ 183136 w 202070"/>
                <a:gd name="connsiteY63" fmla="*/ 216289 h 219226"/>
                <a:gd name="connsiteX64" fmla="*/ 202050 w 202070"/>
                <a:gd name="connsiteY64" fmla="*/ 156982 h 219226"/>
                <a:gd name="connsiteX65" fmla="*/ 202050 w 202070"/>
                <a:gd name="connsiteY65" fmla="*/ 125445 h 219226"/>
                <a:gd name="connsiteX66" fmla="*/ 152848 w 202070"/>
                <a:gd name="connsiteY66" fmla="*/ 29494 h 219226"/>
                <a:gd name="connsiteX67" fmla="*/ 157768 w 202070"/>
                <a:gd name="connsiteY67" fmla="*/ 41177 h 219226"/>
                <a:gd name="connsiteX68" fmla="*/ 152848 w 202070"/>
                <a:gd name="connsiteY68" fmla="*/ 52860 h 219226"/>
                <a:gd name="connsiteX69" fmla="*/ 107415 w 202070"/>
                <a:gd name="connsiteY69" fmla="*/ 45007 h 219226"/>
                <a:gd name="connsiteX70" fmla="*/ 107415 w 202070"/>
                <a:gd name="connsiteY70" fmla="*/ 37410 h 219226"/>
                <a:gd name="connsiteX71" fmla="*/ 152848 w 202070"/>
                <a:gd name="connsiteY71" fmla="*/ 29494 h 219226"/>
                <a:gd name="connsiteX72" fmla="*/ 17700 w 202070"/>
                <a:gd name="connsiteY72" fmla="*/ 52796 h 219226"/>
                <a:gd name="connsiteX73" fmla="*/ 12780 w 202070"/>
                <a:gd name="connsiteY73" fmla="*/ 41113 h 219226"/>
                <a:gd name="connsiteX74" fmla="*/ 17700 w 202070"/>
                <a:gd name="connsiteY74" fmla="*/ 29430 h 219226"/>
                <a:gd name="connsiteX75" fmla="*/ 26838 w 202070"/>
                <a:gd name="connsiteY75" fmla="*/ 27451 h 219226"/>
                <a:gd name="connsiteX76" fmla="*/ 63133 w 202070"/>
                <a:gd name="connsiteY76" fmla="*/ 37283 h 219226"/>
                <a:gd name="connsiteX77" fmla="*/ 63133 w 202070"/>
                <a:gd name="connsiteY77" fmla="*/ 44880 h 219226"/>
                <a:gd name="connsiteX78" fmla="*/ 17700 w 202070"/>
                <a:gd name="connsiteY78" fmla="*/ 52796 h 219226"/>
                <a:gd name="connsiteX79" fmla="*/ 85242 w 202070"/>
                <a:gd name="connsiteY79" fmla="*/ 33835 h 219226"/>
                <a:gd name="connsiteX80" fmla="*/ 75849 w 202070"/>
                <a:gd name="connsiteY80" fmla="*/ 29111 h 219226"/>
                <a:gd name="connsiteX81" fmla="*/ 75849 w 202070"/>
                <a:gd name="connsiteY81" fmla="*/ 22216 h 219226"/>
                <a:gd name="connsiteX82" fmla="*/ 85242 w 202070"/>
                <a:gd name="connsiteY82" fmla="*/ 12832 h 219226"/>
                <a:gd name="connsiteX83" fmla="*/ 94635 w 202070"/>
                <a:gd name="connsiteY83" fmla="*/ 22216 h 219226"/>
                <a:gd name="connsiteX84" fmla="*/ 94635 w 202070"/>
                <a:gd name="connsiteY84" fmla="*/ 29111 h 219226"/>
                <a:gd name="connsiteX85" fmla="*/ 85242 w 202070"/>
                <a:gd name="connsiteY85" fmla="*/ 33835 h 219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202070" h="219226">
                  <a:moveTo>
                    <a:pt x="202050" y="125445"/>
                  </a:moveTo>
                  <a:cubicBezTo>
                    <a:pt x="202050" y="113635"/>
                    <a:pt x="190931" y="103293"/>
                    <a:pt x="178343" y="103293"/>
                  </a:cubicBezTo>
                  <a:cubicBezTo>
                    <a:pt x="174254" y="103293"/>
                    <a:pt x="170740" y="104697"/>
                    <a:pt x="167800" y="106868"/>
                  </a:cubicBezTo>
                  <a:cubicBezTo>
                    <a:pt x="163966" y="100101"/>
                    <a:pt x="156362" y="95441"/>
                    <a:pt x="147608" y="95441"/>
                  </a:cubicBezTo>
                  <a:cubicBezTo>
                    <a:pt x="144285" y="95441"/>
                    <a:pt x="141345" y="96334"/>
                    <a:pt x="138662" y="97739"/>
                  </a:cubicBezTo>
                  <a:cubicBezTo>
                    <a:pt x="136937" y="87525"/>
                    <a:pt x="127544" y="79672"/>
                    <a:pt x="116041" y="79672"/>
                  </a:cubicBezTo>
                  <a:cubicBezTo>
                    <a:pt x="112910" y="79672"/>
                    <a:pt x="110035" y="80438"/>
                    <a:pt x="107415" y="81779"/>
                  </a:cubicBezTo>
                  <a:lnTo>
                    <a:pt x="107415" y="58797"/>
                  </a:lnTo>
                  <a:cubicBezTo>
                    <a:pt x="118789" y="63329"/>
                    <a:pt x="132208" y="67415"/>
                    <a:pt x="143710" y="67415"/>
                  </a:cubicBezTo>
                  <a:cubicBezTo>
                    <a:pt x="149525" y="67415"/>
                    <a:pt x="154892" y="66394"/>
                    <a:pt x="159238" y="63840"/>
                  </a:cubicBezTo>
                  <a:cubicBezTo>
                    <a:pt x="164350" y="60840"/>
                    <a:pt x="170484" y="54519"/>
                    <a:pt x="170484" y="41113"/>
                  </a:cubicBezTo>
                  <a:cubicBezTo>
                    <a:pt x="170484" y="27770"/>
                    <a:pt x="164350" y="21386"/>
                    <a:pt x="159238" y="18386"/>
                  </a:cubicBezTo>
                  <a:cubicBezTo>
                    <a:pt x="146202" y="10789"/>
                    <a:pt x="124540" y="16598"/>
                    <a:pt x="107415" y="23429"/>
                  </a:cubicBezTo>
                  <a:lnTo>
                    <a:pt x="107415" y="22153"/>
                  </a:lnTo>
                  <a:cubicBezTo>
                    <a:pt x="107415" y="9959"/>
                    <a:pt x="97447" y="0"/>
                    <a:pt x="85242" y="0"/>
                  </a:cubicBezTo>
                  <a:cubicBezTo>
                    <a:pt x="73037" y="0"/>
                    <a:pt x="63069" y="9959"/>
                    <a:pt x="63069" y="22153"/>
                  </a:cubicBezTo>
                  <a:lnTo>
                    <a:pt x="63069" y="23429"/>
                  </a:lnTo>
                  <a:cubicBezTo>
                    <a:pt x="45880" y="16598"/>
                    <a:pt x="24218" y="10853"/>
                    <a:pt x="11246" y="18386"/>
                  </a:cubicBezTo>
                  <a:cubicBezTo>
                    <a:pt x="6135" y="21386"/>
                    <a:pt x="0" y="27707"/>
                    <a:pt x="0" y="41113"/>
                  </a:cubicBezTo>
                  <a:cubicBezTo>
                    <a:pt x="0" y="54456"/>
                    <a:pt x="6135" y="60840"/>
                    <a:pt x="11246" y="63840"/>
                  </a:cubicBezTo>
                  <a:cubicBezTo>
                    <a:pt x="15592" y="66394"/>
                    <a:pt x="20959" y="67415"/>
                    <a:pt x="26774" y="67415"/>
                  </a:cubicBezTo>
                  <a:cubicBezTo>
                    <a:pt x="38276" y="67415"/>
                    <a:pt x="51695" y="63329"/>
                    <a:pt x="63069" y="58797"/>
                  </a:cubicBezTo>
                  <a:lnTo>
                    <a:pt x="63069" y="141022"/>
                  </a:lnTo>
                  <a:cubicBezTo>
                    <a:pt x="57637" y="132340"/>
                    <a:pt x="53995" y="120721"/>
                    <a:pt x="52845" y="115359"/>
                  </a:cubicBezTo>
                  <a:cubicBezTo>
                    <a:pt x="52717" y="114848"/>
                    <a:pt x="52589" y="114401"/>
                    <a:pt x="52334" y="113890"/>
                  </a:cubicBezTo>
                  <a:cubicBezTo>
                    <a:pt x="46839" y="102910"/>
                    <a:pt x="32780" y="98377"/>
                    <a:pt x="21662" y="103931"/>
                  </a:cubicBezTo>
                  <a:cubicBezTo>
                    <a:pt x="10288" y="109613"/>
                    <a:pt x="8818" y="124424"/>
                    <a:pt x="13930" y="135021"/>
                  </a:cubicBezTo>
                  <a:cubicBezTo>
                    <a:pt x="15911" y="140320"/>
                    <a:pt x="37318" y="195988"/>
                    <a:pt x="73229" y="218268"/>
                  </a:cubicBezTo>
                  <a:cubicBezTo>
                    <a:pt x="74251" y="218907"/>
                    <a:pt x="75466" y="219226"/>
                    <a:pt x="76615" y="219226"/>
                  </a:cubicBezTo>
                  <a:cubicBezTo>
                    <a:pt x="78724" y="219226"/>
                    <a:pt x="80833" y="218141"/>
                    <a:pt x="82047" y="216225"/>
                  </a:cubicBezTo>
                  <a:cubicBezTo>
                    <a:pt x="83900" y="213225"/>
                    <a:pt x="83005" y="209267"/>
                    <a:pt x="80002" y="207416"/>
                  </a:cubicBezTo>
                  <a:cubicBezTo>
                    <a:pt x="46839" y="186795"/>
                    <a:pt x="26071" y="130808"/>
                    <a:pt x="25816" y="130297"/>
                  </a:cubicBezTo>
                  <a:cubicBezTo>
                    <a:pt x="25752" y="130042"/>
                    <a:pt x="25624" y="129850"/>
                    <a:pt x="25560" y="129659"/>
                  </a:cubicBezTo>
                  <a:cubicBezTo>
                    <a:pt x="24154" y="126850"/>
                    <a:pt x="23643" y="123530"/>
                    <a:pt x="24090" y="120657"/>
                  </a:cubicBezTo>
                  <a:cubicBezTo>
                    <a:pt x="24538" y="118040"/>
                    <a:pt x="25624" y="116316"/>
                    <a:pt x="27413" y="115423"/>
                  </a:cubicBezTo>
                  <a:cubicBezTo>
                    <a:pt x="32078" y="113060"/>
                    <a:pt x="38085" y="114848"/>
                    <a:pt x="40640" y="119061"/>
                  </a:cubicBezTo>
                  <a:cubicBezTo>
                    <a:pt x="42110" y="125254"/>
                    <a:pt x="49778" y="153407"/>
                    <a:pt x="66711" y="161898"/>
                  </a:cubicBezTo>
                  <a:cubicBezTo>
                    <a:pt x="68692" y="162855"/>
                    <a:pt x="71056" y="162792"/>
                    <a:pt x="72909" y="161642"/>
                  </a:cubicBezTo>
                  <a:cubicBezTo>
                    <a:pt x="74763" y="160493"/>
                    <a:pt x="75912" y="158450"/>
                    <a:pt x="75912" y="156216"/>
                  </a:cubicBezTo>
                  <a:lnTo>
                    <a:pt x="75912" y="53243"/>
                  </a:lnTo>
                  <a:cubicBezTo>
                    <a:pt x="79810" y="51391"/>
                    <a:pt x="83005" y="49731"/>
                    <a:pt x="85306" y="48518"/>
                  </a:cubicBezTo>
                  <a:cubicBezTo>
                    <a:pt x="87607" y="49731"/>
                    <a:pt x="90802" y="51391"/>
                    <a:pt x="94699" y="53243"/>
                  </a:cubicBezTo>
                  <a:lnTo>
                    <a:pt x="94699" y="127871"/>
                  </a:lnTo>
                  <a:cubicBezTo>
                    <a:pt x="94699" y="131382"/>
                    <a:pt x="97574" y="134255"/>
                    <a:pt x="101089" y="134255"/>
                  </a:cubicBezTo>
                  <a:cubicBezTo>
                    <a:pt x="104603" y="134255"/>
                    <a:pt x="107479" y="131382"/>
                    <a:pt x="107479" y="127871"/>
                  </a:cubicBezTo>
                  <a:lnTo>
                    <a:pt x="107479" y="104251"/>
                  </a:lnTo>
                  <a:cubicBezTo>
                    <a:pt x="107479" y="98952"/>
                    <a:pt x="111313" y="92504"/>
                    <a:pt x="116105" y="92504"/>
                  </a:cubicBezTo>
                  <a:cubicBezTo>
                    <a:pt x="121026" y="92504"/>
                    <a:pt x="126265" y="95760"/>
                    <a:pt x="126265" y="101059"/>
                  </a:cubicBezTo>
                  <a:lnTo>
                    <a:pt x="126265" y="127871"/>
                  </a:lnTo>
                  <a:cubicBezTo>
                    <a:pt x="126265" y="131382"/>
                    <a:pt x="129141" y="134255"/>
                    <a:pt x="132655" y="134255"/>
                  </a:cubicBezTo>
                  <a:cubicBezTo>
                    <a:pt x="136170" y="134255"/>
                    <a:pt x="139045" y="131382"/>
                    <a:pt x="139045" y="127871"/>
                  </a:cubicBezTo>
                  <a:lnTo>
                    <a:pt x="139045" y="120019"/>
                  </a:lnTo>
                  <a:cubicBezTo>
                    <a:pt x="139045" y="114720"/>
                    <a:pt x="142879" y="108272"/>
                    <a:pt x="147608" y="108272"/>
                  </a:cubicBezTo>
                  <a:cubicBezTo>
                    <a:pt x="152528" y="108272"/>
                    <a:pt x="157768" y="111528"/>
                    <a:pt x="157768" y="116827"/>
                  </a:cubicBezTo>
                  <a:lnTo>
                    <a:pt x="157768" y="127871"/>
                  </a:lnTo>
                  <a:cubicBezTo>
                    <a:pt x="157768" y="131382"/>
                    <a:pt x="160643" y="134255"/>
                    <a:pt x="164158" y="134255"/>
                  </a:cubicBezTo>
                  <a:cubicBezTo>
                    <a:pt x="167672" y="134255"/>
                    <a:pt x="170548" y="131382"/>
                    <a:pt x="170548" y="127871"/>
                  </a:cubicBezTo>
                  <a:cubicBezTo>
                    <a:pt x="170548" y="122317"/>
                    <a:pt x="173871" y="116125"/>
                    <a:pt x="178343" y="116125"/>
                  </a:cubicBezTo>
                  <a:cubicBezTo>
                    <a:pt x="183903" y="116125"/>
                    <a:pt x="189270" y="120785"/>
                    <a:pt x="189270" y="125509"/>
                  </a:cubicBezTo>
                  <a:lnTo>
                    <a:pt x="189270" y="157301"/>
                  </a:lnTo>
                  <a:cubicBezTo>
                    <a:pt x="189270" y="157621"/>
                    <a:pt x="190420" y="188200"/>
                    <a:pt x="173423" y="207990"/>
                  </a:cubicBezTo>
                  <a:cubicBezTo>
                    <a:pt x="171123" y="210671"/>
                    <a:pt x="171443" y="214693"/>
                    <a:pt x="174126" y="216992"/>
                  </a:cubicBezTo>
                  <a:cubicBezTo>
                    <a:pt x="175340" y="218013"/>
                    <a:pt x="176810" y="218524"/>
                    <a:pt x="178279" y="218524"/>
                  </a:cubicBezTo>
                  <a:cubicBezTo>
                    <a:pt x="180069" y="218524"/>
                    <a:pt x="181858" y="217758"/>
                    <a:pt x="183136" y="216289"/>
                  </a:cubicBezTo>
                  <a:cubicBezTo>
                    <a:pt x="203456" y="192605"/>
                    <a:pt x="202050" y="158131"/>
                    <a:pt x="202050" y="156982"/>
                  </a:cubicBezTo>
                  <a:lnTo>
                    <a:pt x="202050" y="125445"/>
                  </a:lnTo>
                  <a:close/>
                  <a:moveTo>
                    <a:pt x="152848" y="29494"/>
                  </a:moveTo>
                  <a:cubicBezTo>
                    <a:pt x="154061" y="30196"/>
                    <a:pt x="157768" y="32367"/>
                    <a:pt x="157768" y="41177"/>
                  </a:cubicBezTo>
                  <a:cubicBezTo>
                    <a:pt x="157768" y="49987"/>
                    <a:pt x="154061" y="52157"/>
                    <a:pt x="152848" y="52860"/>
                  </a:cubicBezTo>
                  <a:cubicBezTo>
                    <a:pt x="144093" y="57903"/>
                    <a:pt x="124604" y="52349"/>
                    <a:pt x="107415" y="45007"/>
                  </a:cubicBezTo>
                  <a:lnTo>
                    <a:pt x="107415" y="37410"/>
                  </a:lnTo>
                  <a:cubicBezTo>
                    <a:pt x="124604" y="29941"/>
                    <a:pt x="144093" y="24387"/>
                    <a:pt x="152848" y="29494"/>
                  </a:cubicBezTo>
                  <a:close/>
                  <a:moveTo>
                    <a:pt x="17700" y="52796"/>
                  </a:moveTo>
                  <a:cubicBezTo>
                    <a:pt x="16487" y="52093"/>
                    <a:pt x="12780" y="49923"/>
                    <a:pt x="12780" y="41113"/>
                  </a:cubicBezTo>
                  <a:cubicBezTo>
                    <a:pt x="12780" y="32303"/>
                    <a:pt x="16487" y="30133"/>
                    <a:pt x="17700" y="29430"/>
                  </a:cubicBezTo>
                  <a:cubicBezTo>
                    <a:pt x="20064" y="28090"/>
                    <a:pt x="23196" y="27451"/>
                    <a:pt x="26838" y="27451"/>
                  </a:cubicBezTo>
                  <a:cubicBezTo>
                    <a:pt x="36806" y="27451"/>
                    <a:pt x="50545" y="31856"/>
                    <a:pt x="63133" y="37283"/>
                  </a:cubicBezTo>
                  <a:lnTo>
                    <a:pt x="63133" y="44880"/>
                  </a:lnTo>
                  <a:cubicBezTo>
                    <a:pt x="45944" y="52349"/>
                    <a:pt x="26454" y="57903"/>
                    <a:pt x="17700" y="52796"/>
                  </a:cubicBezTo>
                  <a:close/>
                  <a:moveTo>
                    <a:pt x="85242" y="33835"/>
                  </a:moveTo>
                  <a:cubicBezTo>
                    <a:pt x="83005" y="32622"/>
                    <a:pt x="79746" y="30962"/>
                    <a:pt x="75849" y="29111"/>
                  </a:cubicBezTo>
                  <a:lnTo>
                    <a:pt x="75849" y="22216"/>
                  </a:lnTo>
                  <a:cubicBezTo>
                    <a:pt x="75849" y="17045"/>
                    <a:pt x="80066" y="12832"/>
                    <a:pt x="85242" y="12832"/>
                  </a:cubicBezTo>
                  <a:cubicBezTo>
                    <a:pt x="90418" y="12832"/>
                    <a:pt x="94635" y="17045"/>
                    <a:pt x="94635" y="22216"/>
                  </a:cubicBezTo>
                  <a:lnTo>
                    <a:pt x="94635" y="29111"/>
                  </a:lnTo>
                  <a:cubicBezTo>
                    <a:pt x="90738" y="30962"/>
                    <a:pt x="87543" y="32622"/>
                    <a:pt x="85242" y="33835"/>
                  </a:cubicBezTo>
                  <a:close/>
                </a:path>
              </a:pathLst>
            </a:custGeom>
            <a:solidFill>
              <a:srgbClr val="00A3E0"/>
            </a:solidFill>
            <a:ln w="6390" cap="flat">
              <a:noFill/>
              <a:prstDash val="solid"/>
              <a:miter/>
            </a:ln>
          </p:spPr>
          <p:txBody>
            <a:bodyPr rtlCol="0" anchor="ctr"/>
            <a:lstStyle/>
            <a:p>
              <a:endParaRPr lang="en-US"/>
            </a:p>
          </p:txBody>
        </p:sp>
      </p:grpSp>
      <p:grpSp>
        <p:nvGrpSpPr>
          <p:cNvPr id="1062" name="Graphic 4">
            <a:extLst>
              <a:ext uri="{FF2B5EF4-FFF2-40B4-BE49-F238E27FC236}">
                <a16:creationId xmlns:a16="http://schemas.microsoft.com/office/drawing/2014/main" id="{1C07D363-9C3C-074A-AFC9-47D8A8D453BD}"/>
              </a:ext>
            </a:extLst>
          </p:cNvPr>
          <p:cNvGrpSpPr/>
          <p:nvPr/>
        </p:nvGrpSpPr>
        <p:grpSpPr>
          <a:xfrm>
            <a:off x="9886894" y="2371109"/>
            <a:ext cx="362309" cy="361971"/>
            <a:chOff x="9886894" y="2371109"/>
            <a:chExt cx="362309" cy="361971"/>
          </a:xfrm>
          <a:solidFill>
            <a:srgbClr val="00A3E0"/>
          </a:solidFill>
        </p:grpSpPr>
        <p:sp>
          <p:nvSpPr>
            <p:cNvPr id="1063" name="Freeform 1062">
              <a:extLst>
                <a:ext uri="{FF2B5EF4-FFF2-40B4-BE49-F238E27FC236}">
                  <a16:creationId xmlns:a16="http://schemas.microsoft.com/office/drawing/2014/main" id="{3BD2021D-0E60-A249-8792-3F1B37662C8D}"/>
                </a:ext>
              </a:extLst>
            </p:cNvPr>
            <p:cNvSpPr/>
            <p:nvPr/>
          </p:nvSpPr>
          <p:spPr>
            <a:xfrm>
              <a:off x="9886894" y="2371109"/>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09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29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09" y="280959"/>
                    <a:pt x="362309" y="180986"/>
                  </a:cubicBezTo>
                  <a:cubicBezTo>
                    <a:pt x="362309" y="81013"/>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29" y="88163"/>
                    <a:pt x="349529" y="180922"/>
                  </a:cubicBezTo>
                  <a:cubicBezTo>
                    <a:pt x="349529" y="273681"/>
                    <a:pt x="273937"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1064" name="Freeform 1063">
              <a:extLst>
                <a:ext uri="{FF2B5EF4-FFF2-40B4-BE49-F238E27FC236}">
                  <a16:creationId xmlns:a16="http://schemas.microsoft.com/office/drawing/2014/main" id="{24D614B9-C4CC-7840-877C-E7720507BB27}"/>
                </a:ext>
              </a:extLst>
            </p:cNvPr>
            <p:cNvSpPr/>
            <p:nvPr/>
          </p:nvSpPr>
          <p:spPr>
            <a:xfrm>
              <a:off x="9958739" y="2449377"/>
              <a:ext cx="218543" cy="205372"/>
            </a:xfrm>
            <a:custGeom>
              <a:avLst/>
              <a:gdLst>
                <a:gd name="connsiteX0" fmla="*/ 218513 w 218543"/>
                <a:gd name="connsiteY0" fmla="*/ 97611 h 205372"/>
                <a:gd name="connsiteX1" fmla="*/ 192315 w 218543"/>
                <a:gd name="connsiteY1" fmla="*/ 73161 h 205372"/>
                <a:gd name="connsiteX2" fmla="*/ 179535 w 218543"/>
                <a:gd name="connsiteY2" fmla="*/ 78012 h 205372"/>
                <a:gd name="connsiteX3" fmla="*/ 156723 w 218543"/>
                <a:gd name="connsiteY3" fmla="*/ 64478 h 205372"/>
                <a:gd name="connsiteX4" fmla="*/ 145477 w 218543"/>
                <a:gd name="connsiteY4" fmla="*/ 67862 h 205372"/>
                <a:gd name="connsiteX5" fmla="*/ 120300 w 218543"/>
                <a:gd name="connsiteY5" fmla="*/ 46284 h 205372"/>
                <a:gd name="connsiteX6" fmla="*/ 109309 w 218543"/>
                <a:gd name="connsiteY6" fmla="*/ 49540 h 205372"/>
                <a:gd name="connsiteX7" fmla="*/ 109309 w 218543"/>
                <a:gd name="connsiteY7" fmla="*/ 24578 h 205372"/>
                <a:gd name="connsiteX8" fmla="*/ 84708 w 218543"/>
                <a:gd name="connsiteY8" fmla="*/ 0 h 205372"/>
                <a:gd name="connsiteX9" fmla="*/ 60107 w 218543"/>
                <a:gd name="connsiteY9" fmla="*/ 24578 h 205372"/>
                <a:gd name="connsiteX10" fmla="*/ 60107 w 218543"/>
                <a:gd name="connsiteY10" fmla="*/ 119317 h 205372"/>
                <a:gd name="connsiteX11" fmla="*/ 45921 w 218543"/>
                <a:gd name="connsiteY11" fmla="*/ 86758 h 205372"/>
                <a:gd name="connsiteX12" fmla="*/ 45410 w 218543"/>
                <a:gd name="connsiteY12" fmla="*/ 85418 h 205372"/>
                <a:gd name="connsiteX13" fmla="*/ 30714 w 218543"/>
                <a:gd name="connsiteY13" fmla="*/ 73097 h 205372"/>
                <a:gd name="connsiteX14" fmla="*/ 11607 w 218543"/>
                <a:gd name="connsiteY14" fmla="*/ 74437 h 205372"/>
                <a:gd name="connsiteX15" fmla="*/ 362 w 218543"/>
                <a:gd name="connsiteY15" fmla="*/ 90589 h 205372"/>
                <a:gd name="connsiteX16" fmla="*/ 3109 w 218543"/>
                <a:gd name="connsiteY16" fmla="*/ 108975 h 205372"/>
                <a:gd name="connsiteX17" fmla="*/ 70714 w 218543"/>
                <a:gd name="connsiteY17" fmla="*/ 204415 h 205372"/>
                <a:gd name="connsiteX18" fmla="*/ 74101 w 218543"/>
                <a:gd name="connsiteY18" fmla="*/ 205373 h 205372"/>
                <a:gd name="connsiteX19" fmla="*/ 79532 w 218543"/>
                <a:gd name="connsiteY19" fmla="*/ 202372 h 205372"/>
                <a:gd name="connsiteX20" fmla="*/ 77488 w 218543"/>
                <a:gd name="connsiteY20" fmla="*/ 193562 h 205372"/>
                <a:gd name="connsiteX21" fmla="*/ 14994 w 218543"/>
                <a:gd name="connsiteY21" fmla="*/ 104187 h 205372"/>
                <a:gd name="connsiteX22" fmla="*/ 14739 w 218543"/>
                <a:gd name="connsiteY22" fmla="*/ 103548 h 205372"/>
                <a:gd name="connsiteX23" fmla="*/ 13013 w 218543"/>
                <a:gd name="connsiteY23" fmla="*/ 92568 h 205372"/>
                <a:gd name="connsiteX24" fmla="*/ 17358 w 218543"/>
                <a:gd name="connsiteY24" fmla="*/ 85801 h 205372"/>
                <a:gd name="connsiteX25" fmla="*/ 26879 w 218543"/>
                <a:gd name="connsiteY25" fmla="*/ 85162 h 205372"/>
                <a:gd name="connsiteX26" fmla="*/ 33717 w 218543"/>
                <a:gd name="connsiteY26" fmla="*/ 90525 h 205372"/>
                <a:gd name="connsiteX27" fmla="*/ 63557 w 218543"/>
                <a:gd name="connsiteY27" fmla="*/ 139362 h 205372"/>
                <a:gd name="connsiteX28" fmla="*/ 69820 w 218543"/>
                <a:gd name="connsiteY28" fmla="*/ 139171 h 205372"/>
                <a:gd name="connsiteX29" fmla="*/ 72887 w 218543"/>
                <a:gd name="connsiteY29" fmla="*/ 133745 h 205372"/>
                <a:gd name="connsiteX30" fmla="*/ 72887 w 218543"/>
                <a:gd name="connsiteY30" fmla="*/ 24578 h 205372"/>
                <a:gd name="connsiteX31" fmla="*/ 84708 w 218543"/>
                <a:gd name="connsiteY31" fmla="*/ 12768 h 205372"/>
                <a:gd name="connsiteX32" fmla="*/ 96530 w 218543"/>
                <a:gd name="connsiteY32" fmla="*/ 24578 h 205372"/>
                <a:gd name="connsiteX33" fmla="*/ 96530 w 218543"/>
                <a:gd name="connsiteY33" fmla="*/ 100548 h 205372"/>
                <a:gd name="connsiteX34" fmla="*/ 102920 w 218543"/>
                <a:gd name="connsiteY34" fmla="*/ 106932 h 205372"/>
                <a:gd name="connsiteX35" fmla="*/ 109309 w 218543"/>
                <a:gd name="connsiteY35" fmla="*/ 100548 h 205372"/>
                <a:gd name="connsiteX36" fmla="*/ 109309 w 218543"/>
                <a:gd name="connsiteY36" fmla="*/ 73288 h 205372"/>
                <a:gd name="connsiteX37" fmla="*/ 120300 w 218543"/>
                <a:gd name="connsiteY37" fmla="*/ 59052 h 205372"/>
                <a:gd name="connsiteX38" fmla="*/ 132953 w 218543"/>
                <a:gd name="connsiteY38" fmla="*/ 70032 h 205372"/>
                <a:gd name="connsiteX39" fmla="*/ 132953 w 218543"/>
                <a:gd name="connsiteY39" fmla="*/ 100548 h 205372"/>
                <a:gd name="connsiteX40" fmla="*/ 139343 w 218543"/>
                <a:gd name="connsiteY40" fmla="*/ 106932 h 205372"/>
                <a:gd name="connsiteX41" fmla="*/ 145733 w 218543"/>
                <a:gd name="connsiteY41" fmla="*/ 100548 h 205372"/>
                <a:gd name="connsiteX42" fmla="*/ 145733 w 218543"/>
                <a:gd name="connsiteY42" fmla="*/ 91483 h 205372"/>
                <a:gd name="connsiteX43" fmla="*/ 156723 w 218543"/>
                <a:gd name="connsiteY43" fmla="*/ 77246 h 205372"/>
                <a:gd name="connsiteX44" fmla="*/ 169375 w 218543"/>
                <a:gd name="connsiteY44" fmla="*/ 88227 h 205372"/>
                <a:gd name="connsiteX45" fmla="*/ 169375 w 218543"/>
                <a:gd name="connsiteY45" fmla="*/ 100548 h 205372"/>
                <a:gd name="connsiteX46" fmla="*/ 169375 w 218543"/>
                <a:gd name="connsiteY46" fmla="*/ 100612 h 205372"/>
                <a:gd name="connsiteX47" fmla="*/ 169375 w 218543"/>
                <a:gd name="connsiteY47" fmla="*/ 100803 h 205372"/>
                <a:gd name="connsiteX48" fmla="*/ 175765 w 218543"/>
                <a:gd name="connsiteY48" fmla="*/ 107187 h 205372"/>
                <a:gd name="connsiteX49" fmla="*/ 182155 w 218543"/>
                <a:gd name="connsiteY49" fmla="*/ 100803 h 205372"/>
                <a:gd name="connsiteX50" fmla="*/ 192315 w 218543"/>
                <a:gd name="connsiteY50" fmla="*/ 85929 h 205372"/>
                <a:gd name="connsiteX51" fmla="*/ 205733 w 218543"/>
                <a:gd name="connsiteY51" fmla="*/ 97611 h 205372"/>
                <a:gd name="connsiteX52" fmla="*/ 205733 w 218543"/>
                <a:gd name="connsiteY52" fmla="*/ 133936 h 205372"/>
                <a:gd name="connsiteX53" fmla="*/ 187458 w 218543"/>
                <a:gd name="connsiteY53" fmla="*/ 192796 h 205372"/>
                <a:gd name="connsiteX54" fmla="*/ 188161 w 218543"/>
                <a:gd name="connsiteY54" fmla="*/ 201798 h 205372"/>
                <a:gd name="connsiteX55" fmla="*/ 192315 w 218543"/>
                <a:gd name="connsiteY55" fmla="*/ 203330 h 205372"/>
                <a:gd name="connsiteX56" fmla="*/ 197171 w 218543"/>
                <a:gd name="connsiteY56" fmla="*/ 201095 h 205372"/>
                <a:gd name="connsiteX57" fmla="*/ 218513 w 218543"/>
                <a:gd name="connsiteY57" fmla="*/ 133745 h 205372"/>
                <a:gd name="connsiteX58" fmla="*/ 218513 w 218543"/>
                <a:gd name="connsiteY58" fmla="*/ 97611 h 20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18543" h="205372">
                  <a:moveTo>
                    <a:pt x="218513" y="97611"/>
                  </a:moveTo>
                  <a:cubicBezTo>
                    <a:pt x="218513" y="84588"/>
                    <a:pt x="206245" y="73161"/>
                    <a:pt x="192315" y="73161"/>
                  </a:cubicBezTo>
                  <a:cubicBezTo>
                    <a:pt x="187394" y="73161"/>
                    <a:pt x="183114" y="75012"/>
                    <a:pt x="179535" y="78012"/>
                  </a:cubicBezTo>
                  <a:cubicBezTo>
                    <a:pt x="175445" y="70032"/>
                    <a:pt x="166755" y="64478"/>
                    <a:pt x="156723" y="64478"/>
                  </a:cubicBezTo>
                  <a:cubicBezTo>
                    <a:pt x="152506" y="64478"/>
                    <a:pt x="148736" y="65819"/>
                    <a:pt x="145477" y="67862"/>
                  </a:cubicBezTo>
                  <a:cubicBezTo>
                    <a:pt x="144262" y="55796"/>
                    <a:pt x="133528" y="46284"/>
                    <a:pt x="120300" y="46284"/>
                  </a:cubicBezTo>
                  <a:cubicBezTo>
                    <a:pt x="116210" y="46284"/>
                    <a:pt x="112504" y="47561"/>
                    <a:pt x="109309" y="49540"/>
                  </a:cubicBezTo>
                  <a:lnTo>
                    <a:pt x="109309" y="24578"/>
                  </a:lnTo>
                  <a:cubicBezTo>
                    <a:pt x="109309" y="11044"/>
                    <a:pt x="98255" y="0"/>
                    <a:pt x="84708" y="0"/>
                  </a:cubicBezTo>
                  <a:cubicBezTo>
                    <a:pt x="71162" y="0"/>
                    <a:pt x="60107" y="11044"/>
                    <a:pt x="60107" y="24578"/>
                  </a:cubicBezTo>
                  <a:lnTo>
                    <a:pt x="60107" y="119317"/>
                  </a:lnTo>
                  <a:cubicBezTo>
                    <a:pt x="52567" y="108911"/>
                    <a:pt x="47519" y="93526"/>
                    <a:pt x="45921" y="86758"/>
                  </a:cubicBezTo>
                  <a:cubicBezTo>
                    <a:pt x="45794" y="86312"/>
                    <a:pt x="45666" y="85801"/>
                    <a:pt x="45410" y="85418"/>
                  </a:cubicBezTo>
                  <a:cubicBezTo>
                    <a:pt x="42535" y="79608"/>
                    <a:pt x="37167" y="75140"/>
                    <a:pt x="30714" y="73097"/>
                  </a:cubicBezTo>
                  <a:cubicBezTo>
                    <a:pt x="24387" y="71054"/>
                    <a:pt x="17422" y="71565"/>
                    <a:pt x="11607" y="74437"/>
                  </a:cubicBezTo>
                  <a:cubicBezTo>
                    <a:pt x="5601" y="77438"/>
                    <a:pt x="1575" y="83183"/>
                    <a:pt x="362" y="90589"/>
                  </a:cubicBezTo>
                  <a:cubicBezTo>
                    <a:pt x="-597" y="96654"/>
                    <a:pt x="362" y="103357"/>
                    <a:pt x="3109" y="108975"/>
                  </a:cubicBezTo>
                  <a:cubicBezTo>
                    <a:pt x="5281" y="114720"/>
                    <a:pt x="30202" y="179198"/>
                    <a:pt x="70714" y="204415"/>
                  </a:cubicBezTo>
                  <a:cubicBezTo>
                    <a:pt x="71737" y="205054"/>
                    <a:pt x="72951" y="205373"/>
                    <a:pt x="74101" y="205373"/>
                  </a:cubicBezTo>
                  <a:cubicBezTo>
                    <a:pt x="76210" y="205373"/>
                    <a:pt x="78318" y="204287"/>
                    <a:pt x="79532" y="202372"/>
                  </a:cubicBezTo>
                  <a:cubicBezTo>
                    <a:pt x="81385" y="199372"/>
                    <a:pt x="80491" y="195478"/>
                    <a:pt x="77488" y="193562"/>
                  </a:cubicBezTo>
                  <a:cubicBezTo>
                    <a:pt x="39659" y="170005"/>
                    <a:pt x="15186" y="104889"/>
                    <a:pt x="14994" y="104187"/>
                  </a:cubicBezTo>
                  <a:cubicBezTo>
                    <a:pt x="14930" y="103995"/>
                    <a:pt x="14802" y="103740"/>
                    <a:pt x="14739" y="103548"/>
                  </a:cubicBezTo>
                  <a:cubicBezTo>
                    <a:pt x="13077" y="100229"/>
                    <a:pt x="12438" y="96143"/>
                    <a:pt x="13013" y="92568"/>
                  </a:cubicBezTo>
                  <a:cubicBezTo>
                    <a:pt x="13396" y="90270"/>
                    <a:pt x="14419" y="87205"/>
                    <a:pt x="17358" y="85801"/>
                  </a:cubicBezTo>
                  <a:cubicBezTo>
                    <a:pt x="20170" y="84396"/>
                    <a:pt x="23684" y="84141"/>
                    <a:pt x="26879" y="85162"/>
                  </a:cubicBezTo>
                  <a:cubicBezTo>
                    <a:pt x="29883" y="86120"/>
                    <a:pt x="32311" y="88035"/>
                    <a:pt x="33717" y="90525"/>
                  </a:cubicBezTo>
                  <a:cubicBezTo>
                    <a:pt x="35378" y="97101"/>
                    <a:pt x="44388" y="129340"/>
                    <a:pt x="63557" y="139362"/>
                  </a:cubicBezTo>
                  <a:cubicBezTo>
                    <a:pt x="65539" y="140384"/>
                    <a:pt x="67903" y="140320"/>
                    <a:pt x="69820" y="139171"/>
                  </a:cubicBezTo>
                  <a:cubicBezTo>
                    <a:pt x="71737" y="138022"/>
                    <a:pt x="72887" y="135979"/>
                    <a:pt x="72887" y="133745"/>
                  </a:cubicBezTo>
                  <a:lnTo>
                    <a:pt x="72887" y="24578"/>
                  </a:lnTo>
                  <a:cubicBezTo>
                    <a:pt x="72887" y="18067"/>
                    <a:pt x="78191" y="12768"/>
                    <a:pt x="84708" y="12768"/>
                  </a:cubicBezTo>
                  <a:cubicBezTo>
                    <a:pt x="91226" y="12768"/>
                    <a:pt x="96530" y="18067"/>
                    <a:pt x="96530" y="24578"/>
                  </a:cubicBezTo>
                  <a:lnTo>
                    <a:pt x="96530" y="100548"/>
                  </a:lnTo>
                  <a:cubicBezTo>
                    <a:pt x="96530" y="104059"/>
                    <a:pt x="99406" y="106932"/>
                    <a:pt x="102920" y="106932"/>
                  </a:cubicBezTo>
                  <a:cubicBezTo>
                    <a:pt x="106434" y="106932"/>
                    <a:pt x="109309" y="104059"/>
                    <a:pt x="109309" y="100548"/>
                  </a:cubicBezTo>
                  <a:lnTo>
                    <a:pt x="109309" y="73288"/>
                  </a:lnTo>
                  <a:cubicBezTo>
                    <a:pt x="109309" y="66713"/>
                    <a:pt x="114102" y="59052"/>
                    <a:pt x="120300" y="59052"/>
                  </a:cubicBezTo>
                  <a:cubicBezTo>
                    <a:pt x="126371" y="59052"/>
                    <a:pt x="132953" y="63265"/>
                    <a:pt x="132953" y="70032"/>
                  </a:cubicBezTo>
                  <a:lnTo>
                    <a:pt x="132953" y="100548"/>
                  </a:lnTo>
                  <a:cubicBezTo>
                    <a:pt x="132953" y="104059"/>
                    <a:pt x="135828" y="106932"/>
                    <a:pt x="139343" y="106932"/>
                  </a:cubicBezTo>
                  <a:cubicBezTo>
                    <a:pt x="142857" y="106932"/>
                    <a:pt x="145733" y="104059"/>
                    <a:pt x="145733" y="100548"/>
                  </a:cubicBezTo>
                  <a:lnTo>
                    <a:pt x="145733" y="91483"/>
                  </a:lnTo>
                  <a:cubicBezTo>
                    <a:pt x="145733" y="84907"/>
                    <a:pt x="150525" y="77246"/>
                    <a:pt x="156723" y="77246"/>
                  </a:cubicBezTo>
                  <a:cubicBezTo>
                    <a:pt x="162793" y="77246"/>
                    <a:pt x="169375" y="81460"/>
                    <a:pt x="169375" y="88227"/>
                  </a:cubicBezTo>
                  <a:lnTo>
                    <a:pt x="169375" y="100548"/>
                  </a:lnTo>
                  <a:cubicBezTo>
                    <a:pt x="169375" y="100548"/>
                    <a:pt x="169375" y="100612"/>
                    <a:pt x="169375" y="100612"/>
                  </a:cubicBezTo>
                  <a:cubicBezTo>
                    <a:pt x="169375" y="100676"/>
                    <a:pt x="169375" y="100739"/>
                    <a:pt x="169375" y="100803"/>
                  </a:cubicBezTo>
                  <a:cubicBezTo>
                    <a:pt x="169375" y="104314"/>
                    <a:pt x="172250" y="107187"/>
                    <a:pt x="175765" y="107187"/>
                  </a:cubicBezTo>
                  <a:cubicBezTo>
                    <a:pt x="179280" y="107187"/>
                    <a:pt x="182155" y="104314"/>
                    <a:pt x="182155" y="100803"/>
                  </a:cubicBezTo>
                  <a:cubicBezTo>
                    <a:pt x="182155" y="93781"/>
                    <a:pt x="186500" y="85929"/>
                    <a:pt x="192315" y="85929"/>
                  </a:cubicBezTo>
                  <a:cubicBezTo>
                    <a:pt x="199216" y="85929"/>
                    <a:pt x="205733" y="91610"/>
                    <a:pt x="205733" y="97611"/>
                  </a:cubicBezTo>
                  <a:lnTo>
                    <a:pt x="205733" y="133936"/>
                  </a:lnTo>
                  <a:cubicBezTo>
                    <a:pt x="205733" y="134319"/>
                    <a:pt x="206756" y="170197"/>
                    <a:pt x="187458" y="192796"/>
                  </a:cubicBezTo>
                  <a:cubicBezTo>
                    <a:pt x="185158" y="195478"/>
                    <a:pt x="185478" y="199499"/>
                    <a:pt x="188161" y="201798"/>
                  </a:cubicBezTo>
                  <a:cubicBezTo>
                    <a:pt x="189376" y="202819"/>
                    <a:pt x="190845" y="203330"/>
                    <a:pt x="192315" y="203330"/>
                  </a:cubicBezTo>
                  <a:cubicBezTo>
                    <a:pt x="194104" y="203330"/>
                    <a:pt x="195893" y="202564"/>
                    <a:pt x="197171" y="201095"/>
                  </a:cubicBezTo>
                  <a:cubicBezTo>
                    <a:pt x="219792" y="174666"/>
                    <a:pt x="218577" y="135149"/>
                    <a:pt x="218513" y="133745"/>
                  </a:cubicBezTo>
                  <a:lnTo>
                    <a:pt x="218513" y="97611"/>
                  </a:lnTo>
                  <a:close/>
                </a:path>
              </a:pathLst>
            </a:custGeom>
            <a:solidFill>
              <a:srgbClr val="00A3E0"/>
            </a:solidFill>
            <a:ln w="6390" cap="flat">
              <a:noFill/>
              <a:prstDash val="solid"/>
              <a:miter/>
            </a:ln>
          </p:spPr>
          <p:txBody>
            <a:bodyPr rtlCol="0" anchor="ctr"/>
            <a:lstStyle/>
            <a:p>
              <a:endParaRPr lang="en-US"/>
            </a:p>
          </p:txBody>
        </p:sp>
      </p:grpSp>
      <p:grpSp>
        <p:nvGrpSpPr>
          <p:cNvPr id="1065" name="Graphic 4">
            <a:extLst>
              <a:ext uri="{FF2B5EF4-FFF2-40B4-BE49-F238E27FC236}">
                <a16:creationId xmlns:a16="http://schemas.microsoft.com/office/drawing/2014/main" id="{7FC3122C-CC48-8846-BA81-04E02E8E9040}"/>
              </a:ext>
            </a:extLst>
          </p:cNvPr>
          <p:cNvGrpSpPr/>
          <p:nvPr/>
        </p:nvGrpSpPr>
        <p:grpSpPr>
          <a:xfrm>
            <a:off x="6754355" y="4792937"/>
            <a:ext cx="362309" cy="361971"/>
            <a:chOff x="6754355" y="4792937"/>
            <a:chExt cx="362309" cy="361971"/>
          </a:xfrm>
          <a:solidFill>
            <a:srgbClr val="00A3E0"/>
          </a:solidFill>
        </p:grpSpPr>
        <p:sp>
          <p:nvSpPr>
            <p:cNvPr id="1066" name="Freeform 1065">
              <a:extLst>
                <a:ext uri="{FF2B5EF4-FFF2-40B4-BE49-F238E27FC236}">
                  <a16:creationId xmlns:a16="http://schemas.microsoft.com/office/drawing/2014/main" id="{B8DD1C28-CB57-1A4E-8665-97A110995377}"/>
                </a:ext>
              </a:extLst>
            </p:cNvPr>
            <p:cNvSpPr/>
            <p:nvPr/>
          </p:nvSpPr>
          <p:spPr>
            <a:xfrm>
              <a:off x="6754355" y="4792937"/>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09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29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1"/>
                    <a:pt x="181155" y="361971"/>
                  </a:cubicBezTo>
                  <a:cubicBezTo>
                    <a:pt x="281221" y="361971"/>
                    <a:pt x="362309" y="280959"/>
                    <a:pt x="362309" y="180986"/>
                  </a:cubicBezTo>
                  <a:cubicBezTo>
                    <a:pt x="362309" y="81013"/>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29" y="88163"/>
                    <a:pt x="349529" y="180922"/>
                  </a:cubicBezTo>
                  <a:cubicBezTo>
                    <a:pt x="349529" y="273681"/>
                    <a:pt x="274001"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1067" name="Freeform 1066">
              <a:extLst>
                <a:ext uri="{FF2B5EF4-FFF2-40B4-BE49-F238E27FC236}">
                  <a16:creationId xmlns:a16="http://schemas.microsoft.com/office/drawing/2014/main" id="{DC742286-1266-1B4B-AEE5-E2C8D5D16D00}"/>
                </a:ext>
              </a:extLst>
            </p:cNvPr>
            <p:cNvSpPr/>
            <p:nvPr/>
          </p:nvSpPr>
          <p:spPr>
            <a:xfrm>
              <a:off x="6836024" y="4926411"/>
              <a:ext cx="199121" cy="164147"/>
            </a:xfrm>
            <a:custGeom>
              <a:avLst/>
              <a:gdLst>
                <a:gd name="connsiteX0" fmla="*/ 170094 w 199121"/>
                <a:gd name="connsiteY0" fmla="*/ 22678 h 164147"/>
                <a:gd name="connsiteX1" fmla="*/ 140125 w 199121"/>
                <a:gd name="connsiteY1" fmla="*/ 13613 h 164147"/>
                <a:gd name="connsiteX2" fmla="*/ 131115 w 199121"/>
                <a:gd name="connsiteY2" fmla="*/ 22614 h 164147"/>
                <a:gd name="connsiteX3" fmla="*/ 125492 w 199121"/>
                <a:gd name="connsiteY3" fmla="*/ 19869 h 164147"/>
                <a:gd name="connsiteX4" fmla="*/ 108623 w 199121"/>
                <a:gd name="connsiteY4" fmla="*/ 21529 h 164147"/>
                <a:gd name="connsiteX5" fmla="*/ 101147 w 199121"/>
                <a:gd name="connsiteY5" fmla="*/ 28232 h 164147"/>
                <a:gd name="connsiteX6" fmla="*/ 73415 w 199121"/>
                <a:gd name="connsiteY6" fmla="*/ 22487 h 164147"/>
                <a:gd name="connsiteX7" fmla="*/ 66194 w 199121"/>
                <a:gd name="connsiteY7" fmla="*/ 28807 h 164147"/>
                <a:gd name="connsiteX8" fmla="*/ 57056 w 199121"/>
                <a:gd name="connsiteY8" fmla="*/ 11698 h 164147"/>
                <a:gd name="connsiteX9" fmla="*/ 43956 w 199121"/>
                <a:gd name="connsiteY9" fmla="*/ 973 h 164147"/>
                <a:gd name="connsiteX10" fmla="*/ 27088 w 199121"/>
                <a:gd name="connsiteY10" fmla="*/ 2633 h 164147"/>
                <a:gd name="connsiteX11" fmla="*/ 18014 w 199121"/>
                <a:gd name="connsiteY11" fmla="*/ 32573 h 164147"/>
                <a:gd name="connsiteX12" fmla="*/ 52711 w 199121"/>
                <a:gd name="connsiteY12" fmla="*/ 97435 h 164147"/>
                <a:gd name="connsiteX13" fmla="*/ 34116 w 199121"/>
                <a:gd name="connsiteY13" fmla="*/ 83199 h 164147"/>
                <a:gd name="connsiteX14" fmla="*/ 3252 w 199121"/>
                <a:gd name="connsiteY14" fmla="*/ 88433 h 164147"/>
                <a:gd name="connsiteX15" fmla="*/ 1400 w 199121"/>
                <a:gd name="connsiteY15" fmla="*/ 106181 h 164147"/>
                <a:gd name="connsiteX16" fmla="*/ 11368 w 199121"/>
                <a:gd name="connsiteY16" fmla="*/ 119268 h 164147"/>
                <a:gd name="connsiteX17" fmla="*/ 100699 w 199121"/>
                <a:gd name="connsiteY17" fmla="*/ 164148 h 164147"/>
                <a:gd name="connsiteX18" fmla="*/ 101147 w 199121"/>
                <a:gd name="connsiteY18" fmla="*/ 164148 h 164147"/>
                <a:gd name="connsiteX19" fmla="*/ 107537 w 199121"/>
                <a:gd name="connsiteY19" fmla="*/ 158211 h 164147"/>
                <a:gd name="connsiteX20" fmla="*/ 101594 w 199121"/>
                <a:gd name="connsiteY20" fmla="*/ 151444 h 164147"/>
                <a:gd name="connsiteX21" fmla="*/ 19739 w 199121"/>
                <a:gd name="connsiteY21" fmla="*/ 109628 h 164147"/>
                <a:gd name="connsiteX22" fmla="*/ 19164 w 199121"/>
                <a:gd name="connsiteY22" fmla="*/ 109118 h 164147"/>
                <a:gd name="connsiteX23" fmla="*/ 13477 w 199121"/>
                <a:gd name="connsiteY23" fmla="*/ 101840 h 164147"/>
                <a:gd name="connsiteX24" fmla="*/ 13796 w 199121"/>
                <a:gd name="connsiteY24" fmla="*/ 95839 h 164147"/>
                <a:gd name="connsiteX25" fmla="*/ 19867 w 199121"/>
                <a:gd name="connsiteY25" fmla="*/ 92008 h 164147"/>
                <a:gd name="connsiteX26" fmla="*/ 26384 w 199121"/>
                <a:gd name="connsiteY26" fmla="*/ 93221 h 164147"/>
                <a:gd name="connsiteX27" fmla="*/ 66897 w 199121"/>
                <a:gd name="connsiteY27" fmla="*/ 119077 h 164147"/>
                <a:gd name="connsiteX28" fmla="*/ 73351 w 199121"/>
                <a:gd name="connsiteY28" fmla="*/ 116715 h 164147"/>
                <a:gd name="connsiteX29" fmla="*/ 73926 w 199121"/>
                <a:gd name="connsiteY29" fmla="*/ 109820 h 164147"/>
                <a:gd name="connsiteX30" fmla="*/ 29388 w 199121"/>
                <a:gd name="connsiteY30" fmla="*/ 26509 h 164147"/>
                <a:gd name="connsiteX31" fmla="*/ 33222 w 199121"/>
                <a:gd name="connsiteY31" fmla="*/ 13868 h 164147"/>
                <a:gd name="connsiteX32" fmla="*/ 40378 w 199121"/>
                <a:gd name="connsiteY32" fmla="*/ 13166 h 164147"/>
                <a:gd name="connsiteX33" fmla="*/ 45938 w 199121"/>
                <a:gd name="connsiteY33" fmla="*/ 17699 h 164147"/>
                <a:gd name="connsiteX34" fmla="*/ 75651 w 199121"/>
                <a:gd name="connsiteY34" fmla="*/ 73240 h 164147"/>
                <a:gd name="connsiteX35" fmla="*/ 84277 w 199121"/>
                <a:gd name="connsiteY35" fmla="*/ 75857 h 164147"/>
                <a:gd name="connsiteX36" fmla="*/ 86897 w 199121"/>
                <a:gd name="connsiteY36" fmla="*/ 67239 h 164147"/>
                <a:gd name="connsiteX37" fmla="*/ 75715 w 199121"/>
                <a:gd name="connsiteY37" fmla="*/ 46363 h 164147"/>
                <a:gd name="connsiteX38" fmla="*/ 79549 w 199121"/>
                <a:gd name="connsiteY38" fmla="*/ 33723 h 164147"/>
                <a:gd name="connsiteX39" fmla="*/ 92201 w 199121"/>
                <a:gd name="connsiteY39" fmla="*/ 37553 h 164147"/>
                <a:gd name="connsiteX40" fmla="*/ 103319 w 199121"/>
                <a:gd name="connsiteY40" fmla="*/ 58365 h 164147"/>
                <a:gd name="connsiteX41" fmla="*/ 108942 w 199121"/>
                <a:gd name="connsiteY41" fmla="*/ 61748 h 164147"/>
                <a:gd name="connsiteX42" fmla="*/ 111945 w 199121"/>
                <a:gd name="connsiteY42" fmla="*/ 60982 h 164147"/>
                <a:gd name="connsiteX43" fmla="*/ 114565 w 199121"/>
                <a:gd name="connsiteY43" fmla="*/ 52364 h 164147"/>
                <a:gd name="connsiteX44" fmla="*/ 110860 w 199121"/>
                <a:gd name="connsiteY44" fmla="*/ 45469 h 164147"/>
                <a:gd name="connsiteX45" fmla="*/ 110860 w 199121"/>
                <a:gd name="connsiteY45" fmla="*/ 45469 h 164147"/>
                <a:gd name="connsiteX46" fmla="*/ 114693 w 199121"/>
                <a:gd name="connsiteY46" fmla="*/ 32829 h 164147"/>
                <a:gd name="connsiteX47" fmla="*/ 121850 w 199121"/>
                <a:gd name="connsiteY47" fmla="*/ 32127 h 164147"/>
                <a:gd name="connsiteX48" fmla="*/ 127409 w 199121"/>
                <a:gd name="connsiteY48" fmla="*/ 36659 h 164147"/>
                <a:gd name="connsiteX49" fmla="*/ 131115 w 199121"/>
                <a:gd name="connsiteY49" fmla="*/ 43618 h 164147"/>
                <a:gd name="connsiteX50" fmla="*/ 134886 w 199121"/>
                <a:gd name="connsiteY50" fmla="*/ 46682 h 164147"/>
                <a:gd name="connsiteX51" fmla="*/ 138464 w 199121"/>
                <a:gd name="connsiteY51" fmla="*/ 46618 h 164147"/>
                <a:gd name="connsiteX52" fmla="*/ 139805 w 199121"/>
                <a:gd name="connsiteY52" fmla="*/ 46235 h 164147"/>
                <a:gd name="connsiteX53" fmla="*/ 142425 w 199121"/>
                <a:gd name="connsiteY53" fmla="*/ 37617 h 164147"/>
                <a:gd name="connsiteX54" fmla="*/ 142425 w 199121"/>
                <a:gd name="connsiteY54" fmla="*/ 37617 h 164147"/>
                <a:gd name="connsiteX55" fmla="*/ 146259 w 199121"/>
                <a:gd name="connsiteY55" fmla="*/ 24976 h 164147"/>
                <a:gd name="connsiteX56" fmla="*/ 158912 w 199121"/>
                <a:gd name="connsiteY56" fmla="*/ 28807 h 164147"/>
                <a:gd name="connsiteX57" fmla="*/ 173992 w 199121"/>
                <a:gd name="connsiteY57" fmla="*/ 57024 h 164147"/>
                <a:gd name="connsiteX58" fmla="*/ 185239 w 199121"/>
                <a:gd name="connsiteY58" fmla="*/ 108224 h 164147"/>
                <a:gd name="connsiteX59" fmla="*/ 190158 w 199121"/>
                <a:gd name="connsiteY59" fmla="*/ 115821 h 164147"/>
                <a:gd name="connsiteX60" fmla="*/ 191501 w 199121"/>
                <a:gd name="connsiteY60" fmla="*/ 115948 h 164147"/>
                <a:gd name="connsiteX61" fmla="*/ 197763 w 199121"/>
                <a:gd name="connsiteY61" fmla="*/ 110905 h 164147"/>
                <a:gd name="connsiteX62" fmla="*/ 185047 w 199121"/>
                <a:gd name="connsiteY62" fmla="*/ 50512 h 164147"/>
                <a:gd name="connsiteX63" fmla="*/ 170094 w 199121"/>
                <a:gd name="connsiteY63" fmla="*/ 22678 h 16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99121" h="164147">
                  <a:moveTo>
                    <a:pt x="170094" y="22678"/>
                  </a:moveTo>
                  <a:cubicBezTo>
                    <a:pt x="164343" y="11953"/>
                    <a:pt x="150861" y="7867"/>
                    <a:pt x="140125" y="13613"/>
                  </a:cubicBezTo>
                  <a:cubicBezTo>
                    <a:pt x="136163" y="15720"/>
                    <a:pt x="133096" y="18912"/>
                    <a:pt x="131115" y="22614"/>
                  </a:cubicBezTo>
                  <a:cubicBezTo>
                    <a:pt x="129391" y="21465"/>
                    <a:pt x="127537" y="20508"/>
                    <a:pt x="125492" y="19869"/>
                  </a:cubicBezTo>
                  <a:cubicBezTo>
                    <a:pt x="119869" y="18146"/>
                    <a:pt x="113863" y="18720"/>
                    <a:pt x="108623" y="21529"/>
                  </a:cubicBezTo>
                  <a:cubicBezTo>
                    <a:pt x="105491" y="23189"/>
                    <a:pt x="103063" y="25551"/>
                    <a:pt x="101147" y="28232"/>
                  </a:cubicBezTo>
                  <a:cubicBezTo>
                    <a:pt x="94629" y="20061"/>
                    <a:pt x="83000" y="17380"/>
                    <a:pt x="73415" y="22487"/>
                  </a:cubicBezTo>
                  <a:cubicBezTo>
                    <a:pt x="70475" y="24083"/>
                    <a:pt x="68047" y="26253"/>
                    <a:pt x="66194" y="28807"/>
                  </a:cubicBezTo>
                  <a:lnTo>
                    <a:pt x="57056" y="11698"/>
                  </a:lnTo>
                  <a:cubicBezTo>
                    <a:pt x="54245" y="6463"/>
                    <a:pt x="49643" y="2633"/>
                    <a:pt x="43956" y="973"/>
                  </a:cubicBezTo>
                  <a:cubicBezTo>
                    <a:pt x="38270" y="-751"/>
                    <a:pt x="32327" y="-176"/>
                    <a:pt x="27088" y="2633"/>
                  </a:cubicBezTo>
                  <a:cubicBezTo>
                    <a:pt x="16288" y="8378"/>
                    <a:pt x="12262" y="21784"/>
                    <a:pt x="18014" y="32573"/>
                  </a:cubicBezTo>
                  <a:lnTo>
                    <a:pt x="52711" y="97435"/>
                  </a:lnTo>
                  <a:cubicBezTo>
                    <a:pt x="46002" y="92838"/>
                    <a:pt x="39101" y="87412"/>
                    <a:pt x="34116" y="83199"/>
                  </a:cubicBezTo>
                  <a:cubicBezTo>
                    <a:pt x="24148" y="76112"/>
                    <a:pt x="10282" y="78474"/>
                    <a:pt x="3252" y="88433"/>
                  </a:cubicBezTo>
                  <a:cubicBezTo>
                    <a:pt x="-326" y="93477"/>
                    <a:pt x="-964" y="99733"/>
                    <a:pt x="1400" y="106181"/>
                  </a:cubicBezTo>
                  <a:cubicBezTo>
                    <a:pt x="3252" y="111224"/>
                    <a:pt x="6895" y="115948"/>
                    <a:pt x="11368" y="119268"/>
                  </a:cubicBezTo>
                  <a:cubicBezTo>
                    <a:pt x="15649" y="123099"/>
                    <a:pt x="59356" y="161403"/>
                    <a:pt x="100699" y="164148"/>
                  </a:cubicBezTo>
                  <a:cubicBezTo>
                    <a:pt x="100827" y="164148"/>
                    <a:pt x="100955" y="164148"/>
                    <a:pt x="101147" y="164148"/>
                  </a:cubicBezTo>
                  <a:cubicBezTo>
                    <a:pt x="104470" y="164148"/>
                    <a:pt x="107281" y="161530"/>
                    <a:pt x="107537" y="158211"/>
                  </a:cubicBezTo>
                  <a:cubicBezTo>
                    <a:pt x="107793" y="154699"/>
                    <a:pt x="105108" y="151635"/>
                    <a:pt x="101594" y="151444"/>
                  </a:cubicBezTo>
                  <a:cubicBezTo>
                    <a:pt x="63446" y="148890"/>
                    <a:pt x="20122" y="110011"/>
                    <a:pt x="19739" y="109628"/>
                  </a:cubicBezTo>
                  <a:cubicBezTo>
                    <a:pt x="19547" y="109437"/>
                    <a:pt x="19355" y="109309"/>
                    <a:pt x="19164" y="109118"/>
                  </a:cubicBezTo>
                  <a:cubicBezTo>
                    <a:pt x="16608" y="107330"/>
                    <a:pt x="14499" y="104585"/>
                    <a:pt x="13477" y="101840"/>
                  </a:cubicBezTo>
                  <a:cubicBezTo>
                    <a:pt x="12582" y="99414"/>
                    <a:pt x="12710" y="97371"/>
                    <a:pt x="13796" y="95839"/>
                  </a:cubicBezTo>
                  <a:cubicBezTo>
                    <a:pt x="15266" y="93796"/>
                    <a:pt x="17375" y="92455"/>
                    <a:pt x="19867" y="92008"/>
                  </a:cubicBezTo>
                  <a:cubicBezTo>
                    <a:pt x="22359" y="91625"/>
                    <a:pt x="24850" y="92136"/>
                    <a:pt x="26384" y="93221"/>
                  </a:cubicBezTo>
                  <a:cubicBezTo>
                    <a:pt x="29132" y="95584"/>
                    <a:pt x="53478" y="116076"/>
                    <a:pt x="66897" y="119077"/>
                  </a:cubicBezTo>
                  <a:cubicBezTo>
                    <a:pt x="69325" y="119651"/>
                    <a:pt x="71881" y="118694"/>
                    <a:pt x="73351" y="116715"/>
                  </a:cubicBezTo>
                  <a:cubicBezTo>
                    <a:pt x="74884" y="114736"/>
                    <a:pt x="75076" y="112054"/>
                    <a:pt x="73926" y="109820"/>
                  </a:cubicBezTo>
                  <a:lnTo>
                    <a:pt x="29388" y="26509"/>
                  </a:lnTo>
                  <a:cubicBezTo>
                    <a:pt x="26960" y="21976"/>
                    <a:pt x="28685" y="16294"/>
                    <a:pt x="33222" y="13868"/>
                  </a:cubicBezTo>
                  <a:cubicBezTo>
                    <a:pt x="35394" y="12719"/>
                    <a:pt x="37950" y="12464"/>
                    <a:pt x="40378" y="13166"/>
                  </a:cubicBezTo>
                  <a:cubicBezTo>
                    <a:pt x="42807" y="13868"/>
                    <a:pt x="44724" y="15528"/>
                    <a:pt x="45938" y="17699"/>
                  </a:cubicBezTo>
                  <a:lnTo>
                    <a:pt x="75651" y="73240"/>
                  </a:lnTo>
                  <a:cubicBezTo>
                    <a:pt x="77312" y="76368"/>
                    <a:pt x="81210" y="77517"/>
                    <a:pt x="84277" y="75857"/>
                  </a:cubicBezTo>
                  <a:cubicBezTo>
                    <a:pt x="87408" y="74197"/>
                    <a:pt x="88559" y="70303"/>
                    <a:pt x="86897" y="67239"/>
                  </a:cubicBezTo>
                  <a:lnTo>
                    <a:pt x="75715" y="46363"/>
                  </a:lnTo>
                  <a:cubicBezTo>
                    <a:pt x="73287" y="41830"/>
                    <a:pt x="75012" y="36148"/>
                    <a:pt x="79549" y="33723"/>
                  </a:cubicBezTo>
                  <a:cubicBezTo>
                    <a:pt x="84085" y="31297"/>
                    <a:pt x="89772" y="33020"/>
                    <a:pt x="92201" y="37553"/>
                  </a:cubicBezTo>
                  <a:lnTo>
                    <a:pt x="103319" y="58365"/>
                  </a:lnTo>
                  <a:cubicBezTo>
                    <a:pt x="104470" y="60535"/>
                    <a:pt x="106706" y="61748"/>
                    <a:pt x="108942" y="61748"/>
                  </a:cubicBezTo>
                  <a:cubicBezTo>
                    <a:pt x="109965" y="61748"/>
                    <a:pt x="110987" y="61493"/>
                    <a:pt x="111945" y="60982"/>
                  </a:cubicBezTo>
                  <a:cubicBezTo>
                    <a:pt x="115076" y="59322"/>
                    <a:pt x="116227" y="55428"/>
                    <a:pt x="114565" y="52364"/>
                  </a:cubicBezTo>
                  <a:lnTo>
                    <a:pt x="110860" y="45469"/>
                  </a:lnTo>
                  <a:cubicBezTo>
                    <a:pt x="110860" y="45469"/>
                    <a:pt x="110860" y="45469"/>
                    <a:pt x="110860" y="45469"/>
                  </a:cubicBezTo>
                  <a:cubicBezTo>
                    <a:pt x="108431" y="40936"/>
                    <a:pt x="110157" y="35255"/>
                    <a:pt x="114693" y="32829"/>
                  </a:cubicBezTo>
                  <a:cubicBezTo>
                    <a:pt x="116866" y="31680"/>
                    <a:pt x="119422" y="31424"/>
                    <a:pt x="121850" y="32127"/>
                  </a:cubicBezTo>
                  <a:cubicBezTo>
                    <a:pt x="124214" y="32829"/>
                    <a:pt x="126196" y="34489"/>
                    <a:pt x="127409" y="36659"/>
                  </a:cubicBezTo>
                  <a:lnTo>
                    <a:pt x="131115" y="43618"/>
                  </a:lnTo>
                  <a:cubicBezTo>
                    <a:pt x="131946" y="45150"/>
                    <a:pt x="133352" y="46235"/>
                    <a:pt x="134886" y="46682"/>
                  </a:cubicBezTo>
                  <a:cubicBezTo>
                    <a:pt x="136036" y="47001"/>
                    <a:pt x="137250" y="46937"/>
                    <a:pt x="138464" y="46618"/>
                  </a:cubicBezTo>
                  <a:cubicBezTo>
                    <a:pt x="138911" y="46491"/>
                    <a:pt x="139358" y="46427"/>
                    <a:pt x="139805" y="46235"/>
                  </a:cubicBezTo>
                  <a:cubicBezTo>
                    <a:pt x="142937" y="44575"/>
                    <a:pt x="144087" y="40681"/>
                    <a:pt x="142425" y="37617"/>
                  </a:cubicBezTo>
                  <a:lnTo>
                    <a:pt x="142425" y="37617"/>
                  </a:lnTo>
                  <a:cubicBezTo>
                    <a:pt x="139997" y="33084"/>
                    <a:pt x="141723" y="27402"/>
                    <a:pt x="146259" y="24976"/>
                  </a:cubicBezTo>
                  <a:cubicBezTo>
                    <a:pt x="150797" y="22551"/>
                    <a:pt x="156484" y="24274"/>
                    <a:pt x="158912" y="28807"/>
                  </a:cubicBezTo>
                  <a:lnTo>
                    <a:pt x="173992" y="57024"/>
                  </a:lnTo>
                  <a:cubicBezTo>
                    <a:pt x="174183" y="57280"/>
                    <a:pt x="190606" y="83518"/>
                    <a:pt x="185239" y="108224"/>
                  </a:cubicBezTo>
                  <a:cubicBezTo>
                    <a:pt x="184472" y="111671"/>
                    <a:pt x="186708" y="115055"/>
                    <a:pt x="190158" y="115821"/>
                  </a:cubicBezTo>
                  <a:cubicBezTo>
                    <a:pt x="190606" y="115948"/>
                    <a:pt x="191053" y="115948"/>
                    <a:pt x="191501" y="115948"/>
                  </a:cubicBezTo>
                  <a:cubicBezTo>
                    <a:pt x="194440" y="115948"/>
                    <a:pt x="197124" y="113906"/>
                    <a:pt x="197763" y="110905"/>
                  </a:cubicBezTo>
                  <a:cubicBezTo>
                    <a:pt x="204216" y="80964"/>
                    <a:pt x="185622" y="51342"/>
                    <a:pt x="185047" y="50512"/>
                  </a:cubicBezTo>
                  <a:lnTo>
                    <a:pt x="170094" y="22678"/>
                  </a:lnTo>
                  <a:close/>
                </a:path>
              </a:pathLst>
            </a:custGeom>
            <a:solidFill>
              <a:srgbClr val="00A3E0"/>
            </a:solidFill>
            <a:ln w="6390" cap="flat">
              <a:noFill/>
              <a:prstDash val="solid"/>
              <a:miter/>
            </a:ln>
          </p:spPr>
          <p:txBody>
            <a:bodyPr rtlCol="0" anchor="ctr"/>
            <a:lstStyle/>
            <a:p>
              <a:endParaRPr lang="en-US"/>
            </a:p>
          </p:txBody>
        </p:sp>
        <p:sp>
          <p:nvSpPr>
            <p:cNvPr id="1068" name="Freeform 1067">
              <a:extLst>
                <a:ext uri="{FF2B5EF4-FFF2-40B4-BE49-F238E27FC236}">
                  <a16:creationId xmlns:a16="http://schemas.microsoft.com/office/drawing/2014/main" id="{9D506D8D-4E09-A94F-BD56-9A816CB5FA4B}"/>
                </a:ext>
              </a:extLst>
            </p:cNvPr>
            <p:cNvSpPr/>
            <p:nvPr/>
          </p:nvSpPr>
          <p:spPr>
            <a:xfrm>
              <a:off x="6903943" y="4857287"/>
              <a:ext cx="61015" cy="67797"/>
            </a:xfrm>
            <a:custGeom>
              <a:avLst/>
              <a:gdLst>
                <a:gd name="connsiteX0" fmla="*/ 6327 w 61015"/>
                <a:gd name="connsiteY0" fmla="*/ 12832 h 67797"/>
                <a:gd name="connsiteX1" fmla="*/ 14569 w 61015"/>
                <a:gd name="connsiteY1" fmla="*/ 12832 h 67797"/>
                <a:gd name="connsiteX2" fmla="*/ 1789 w 61015"/>
                <a:gd name="connsiteY2" fmla="*/ 44943 h 67797"/>
                <a:gd name="connsiteX3" fmla="*/ 15400 w 61015"/>
                <a:gd name="connsiteY3" fmla="*/ 63457 h 67797"/>
                <a:gd name="connsiteX4" fmla="*/ 30928 w 61015"/>
                <a:gd name="connsiteY4" fmla="*/ 67798 h 67797"/>
                <a:gd name="connsiteX5" fmla="*/ 38149 w 61015"/>
                <a:gd name="connsiteY5" fmla="*/ 66904 h 67797"/>
                <a:gd name="connsiteX6" fmla="*/ 56679 w 61015"/>
                <a:gd name="connsiteY6" fmla="*/ 53306 h 67797"/>
                <a:gd name="connsiteX7" fmla="*/ 60130 w 61015"/>
                <a:gd name="connsiteY7" fmla="*/ 30643 h 67797"/>
                <a:gd name="connsiteX8" fmla="*/ 52398 w 61015"/>
                <a:gd name="connsiteY8" fmla="*/ 25983 h 67797"/>
                <a:gd name="connsiteX9" fmla="*/ 47733 w 61015"/>
                <a:gd name="connsiteY9" fmla="*/ 33708 h 67797"/>
                <a:gd name="connsiteX10" fmla="*/ 45752 w 61015"/>
                <a:gd name="connsiteY10" fmla="*/ 46731 h 67797"/>
                <a:gd name="connsiteX11" fmla="*/ 35145 w 61015"/>
                <a:gd name="connsiteY11" fmla="*/ 54519 h 67797"/>
                <a:gd name="connsiteX12" fmla="*/ 14314 w 61015"/>
                <a:gd name="connsiteY12" fmla="*/ 41879 h 67797"/>
                <a:gd name="connsiteX13" fmla="*/ 23643 w 61015"/>
                <a:gd name="connsiteY13" fmla="*/ 22217 h 67797"/>
                <a:gd name="connsiteX14" fmla="*/ 23643 w 61015"/>
                <a:gd name="connsiteY14" fmla="*/ 30005 h 67797"/>
                <a:gd name="connsiteX15" fmla="*/ 30033 w 61015"/>
                <a:gd name="connsiteY15" fmla="*/ 36389 h 67797"/>
                <a:gd name="connsiteX16" fmla="*/ 36423 w 61015"/>
                <a:gd name="connsiteY16" fmla="*/ 30005 h 67797"/>
                <a:gd name="connsiteX17" fmla="*/ 36423 w 61015"/>
                <a:gd name="connsiteY17" fmla="*/ 6384 h 67797"/>
                <a:gd name="connsiteX18" fmla="*/ 30033 w 61015"/>
                <a:gd name="connsiteY18" fmla="*/ 0 h 67797"/>
                <a:gd name="connsiteX19" fmla="*/ 6390 w 61015"/>
                <a:gd name="connsiteY19" fmla="*/ 0 h 67797"/>
                <a:gd name="connsiteX20" fmla="*/ 0 w 61015"/>
                <a:gd name="connsiteY20" fmla="*/ 6384 h 67797"/>
                <a:gd name="connsiteX21" fmla="*/ 6327 w 61015"/>
                <a:gd name="connsiteY21" fmla="*/ 12832 h 67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1015" h="67797">
                  <a:moveTo>
                    <a:pt x="6327" y="12832"/>
                  </a:moveTo>
                  <a:lnTo>
                    <a:pt x="14569" y="12832"/>
                  </a:lnTo>
                  <a:cubicBezTo>
                    <a:pt x="4218" y="19599"/>
                    <a:pt x="-1278" y="32303"/>
                    <a:pt x="1789" y="44943"/>
                  </a:cubicBezTo>
                  <a:cubicBezTo>
                    <a:pt x="3707" y="52732"/>
                    <a:pt x="8499" y="59307"/>
                    <a:pt x="15400" y="63457"/>
                  </a:cubicBezTo>
                  <a:cubicBezTo>
                    <a:pt x="20128" y="66330"/>
                    <a:pt x="25497" y="67798"/>
                    <a:pt x="30928" y="67798"/>
                  </a:cubicBezTo>
                  <a:cubicBezTo>
                    <a:pt x="33356" y="67798"/>
                    <a:pt x="35720" y="67543"/>
                    <a:pt x="38149" y="66904"/>
                  </a:cubicBezTo>
                  <a:cubicBezTo>
                    <a:pt x="45944" y="64989"/>
                    <a:pt x="52526" y="60201"/>
                    <a:pt x="56679" y="53306"/>
                  </a:cubicBezTo>
                  <a:cubicBezTo>
                    <a:pt x="60832" y="46476"/>
                    <a:pt x="62047" y="38368"/>
                    <a:pt x="60130" y="30643"/>
                  </a:cubicBezTo>
                  <a:cubicBezTo>
                    <a:pt x="59299" y="27196"/>
                    <a:pt x="55849" y="25089"/>
                    <a:pt x="52398" y="25983"/>
                  </a:cubicBezTo>
                  <a:cubicBezTo>
                    <a:pt x="48947" y="26813"/>
                    <a:pt x="46903" y="30260"/>
                    <a:pt x="47733" y="33708"/>
                  </a:cubicBezTo>
                  <a:cubicBezTo>
                    <a:pt x="48819" y="38176"/>
                    <a:pt x="48116" y="42773"/>
                    <a:pt x="45752" y="46731"/>
                  </a:cubicBezTo>
                  <a:cubicBezTo>
                    <a:pt x="43388" y="50689"/>
                    <a:pt x="39618" y="53434"/>
                    <a:pt x="35145" y="54519"/>
                  </a:cubicBezTo>
                  <a:cubicBezTo>
                    <a:pt x="25880" y="56754"/>
                    <a:pt x="16550" y="51136"/>
                    <a:pt x="14314" y="41879"/>
                  </a:cubicBezTo>
                  <a:cubicBezTo>
                    <a:pt x="12333" y="33835"/>
                    <a:pt x="16423" y="25664"/>
                    <a:pt x="23643" y="22217"/>
                  </a:cubicBezTo>
                  <a:lnTo>
                    <a:pt x="23643" y="30005"/>
                  </a:lnTo>
                  <a:cubicBezTo>
                    <a:pt x="23643" y="33516"/>
                    <a:pt x="26518" y="36389"/>
                    <a:pt x="30033" y="36389"/>
                  </a:cubicBezTo>
                  <a:cubicBezTo>
                    <a:pt x="33547" y="36389"/>
                    <a:pt x="36423" y="33516"/>
                    <a:pt x="36423" y="30005"/>
                  </a:cubicBezTo>
                  <a:lnTo>
                    <a:pt x="36423" y="6384"/>
                  </a:lnTo>
                  <a:cubicBezTo>
                    <a:pt x="36423" y="2873"/>
                    <a:pt x="33547" y="0"/>
                    <a:pt x="30033" y="0"/>
                  </a:cubicBezTo>
                  <a:lnTo>
                    <a:pt x="6390" y="0"/>
                  </a:lnTo>
                  <a:cubicBezTo>
                    <a:pt x="2876" y="0"/>
                    <a:pt x="0" y="2873"/>
                    <a:pt x="0" y="6384"/>
                  </a:cubicBezTo>
                  <a:cubicBezTo>
                    <a:pt x="0" y="9895"/>
                    <a:pt x="2812" y="12832"/>
                    <a:pt x="6327" y="12832"/>
                  </a:cubicBezTo>
                  <a:close/>
                </a:path>
              </a:pathLst>
            </a:custGeom>
            <a:solidFill>
              <a:srgbClr val="00A3E0"/>
            </a:solidFill>
            <a:ln w="6390" cap="flat">
              <a:noFill/>
              <a:prstDash val="solid"/>
              <a:miter/>
            </a:ln>
          </p:spPr>
          <p:txBody>
            <a:bodyPr rtlCol="0" anchor="ctr"/>
            <a:lstStyle/>
            <a:p>
              <a:endParaRPr lang="en-US"/>
            </a:p>
          </p:txBody>
        </p:sp>
      </p:grpSp>
      <p:grpSp>
        <p:nvGrpSpPr>
          <p:cNvPr id="1069" name="Graphic 4">
            <a:extLst>
              <a:ext uri="{FF2B5EF4-FFF2-40B4-BE49-F238E27FC236}">
                <a16:creationId xmlns:a16="http://schemas.microsoft.com/office/drawing/2014/main" id="{42978105-BB08-2544-97BD-CBF698CDA39B}"/>
              </a:ext>
            </a:extLst>
          </p:cNvPr>
          <p:cNvGrpSpPr/>
          <p:nvPr/>
        </p:nvGrpSpPr>
        <p:grpSpPr>
          <a:xfrm>
            <a:off x="8841052" y="3339815"/>
            <a:ext cx="362309" cy="361971"/>
            <a:chOff x="8841052" y="3339815"/>
            <a:chExt cx="362309" cy="361971"/>
          </a:xfrm>
          <a:solidFill>
            <a:srgbClr val="00A3E0"/>
          </a:solidFill>
        </p:grpSpPr>
        <p:sp>
          <p:nvSpPr>
            <p:cNvPr id="1070" name="Freeform 1069">
              <a:extLst>
                <a:ext uri="{FF2B5EF4-FFF2-40B4-BE49-F238E27FC236}">
                  <a16:creationId xmlns:a16="http://schemas.microsoft.com/office/drawing/2014/main" id="{9511FFED-B3FA-A44F-9EE8-15CE8FF6E509}"/>
                </a:ext>
              </a:extLst>
            </p:cNvPr>
            <p:cNvSpPr/>
            <p:nvPr/>
          </p:nvSpPr>
          <p:spPr>
            <a:xfrm>
              <a:off x="8841052" y="3339815"/>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181155 w 362309"/>
                <a:gd name="connsiteY5" fmla="*/ 349204 h 361971"/>
                <a:gd name="connsiteX6" fmla="*/ 12780 w 362309"/>
                <a:gd name="connsiteY6" fmla="*/ 180986 h 361971"/>
                <a:gd name="connsiteX7" fmla="*/ 181155 w 362309"/>
                <a:gd name="connsiteY7" fmla="*/ 12768 h 361971"/>
                <a:gd name="connsiteX8" fmla="*/ 349530 w 362309"/>
                <a:gd name="connsiteY8" fmla="*/ 180986 h 361971"/>
                <a:gd name="connsiteX9" fmla="*/ 181155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9" y="0"/>
                    <a:pt x="0" y="81012"/>
                    <a:pt x="0" y="180986"/>
                  </a:cubicBezTo>
                  <a:cubicBezTo>
                    <a:pt x="0" y="280959"/>
                    <a:pt x="81089" y="361971"/>
                    <a:pt x="181155" y="361971"/>
                  </a:cubicBezTo>
                  <a:cubicBezTo>
                    <a:pt x="281221" y="361971"/>
                    <a:pt x="362310" y="280959"/>
                    <a:pt x="362310" y="180986"/>
                  </a:cubicBezTo>
                  <a:cubicBezTo>
                    <a:pt x="362246" y="81012"/>
                    <a:pt x="281157" y="0"/>
                    <a:pt x="181155" y="0"/>
                  </a:cubicBezTo>
                  <a:close/>
                  <a:moveTo>
                    <a:pt x="181155" y="349204"/>
                  </a:moveTo>
                  <a:cubicBezTo>
                    <a:pt x="88309" y="349204"/>
                    <a:pt x="12780" y="273745"/>
                    <a:pt x="12780" y="180986"/>
                  </a:cubicBezTo>
                  <a:cubicBezTo>
                    <a:pt x="12780" y="88226"/>
                    <a:pt x="88309" y="12768"/>
                    <a:pt x="181155" y="12768"/>
                  </a:cubicBezTo>
                  <a:cubicBezTo>
                    <a:pt x="274001" y="12768"/>
                    <a:pt x="349530" y="88226"/>
                    <a:pt x="349530" y="180986"/>
                  </a:cubicBezTo>
                  <a:cubicBezTo>
                    <a:pt x="349530" y="273745"/>
                    <a:pt x="274001" y="349204"/>
                    <a:pt x="181155" y="349204"/>
                  </a:cubicBezTo>
                  <a:close/>
                </a:path>
              </a:pathLst>
            </a:custGeom>
            <a:solidFill>
              <a:srgbClr val="00A3E0"/>
            </a:solidFill>
            <a:ln w="6390" cap="flat">
              <a:noFill/>
              <a:prstDash val="solid"/>
              <a:miter/>
            </a:ln>
          </p:spPr>
          <p:txBody>
            <a:bodyPr rtlCol="0" anchor="ctr"/>
            <a:lstStyle/>
            <a:p>
              <a:endParaRPr lang="en-US"/>
            </a:p>
          </p:txBody>
        </p:sp>
        <p:sp>
          <p:nvSpPr>
            <p:cNvPr id="1071" name="Freeform 1070">
              <a:extLst>
                <a:ext uri="{FF2B5EF4-FFF2-40B4-BE49-F238E27FC236}">
                  <a16:creationId xmlns:a16="http://schemas.microsoft.com/office/drawing/2014/main" id="{8E57DCAC-BA14-B849-BC56-C04CABF5152B}"/>
                </a:ext>
              </a:extLst>
            </p:cNvPr>
            <p:cNvSpPr/>
            <p:nvPr/>
          </p:nvSpPr>
          <p:spPr>
            <a:xfrm>
              <a:off x="8933792" y="3448215"/>
              <a:ext cx="177005" cy="181943"/>
            </a:xfrm>
            <a:custGeom>
              <a:avLst/>
              <a:gdLst>
                <a:gd name="connsiteX0" fmla="*/ 176852 w 177005"/>
                <a:gd name="connsiteY0" fmla="*/ 94675 h 181943"/>
                <a:gd name="connsiteX1" fmla="*/ 155765 w 177005"/>
                <a:gd name="connsiteY1" fmla="*/ 73607 h 181943"/>
                <a:gd name="connsiteX2" fmla="*/ 144518 w 177005"/>
                <a:gd name="connsiteY2" fmla="*/ 76927 h 181943"/>
                <a:gd name="connsiteX3" fmla="*/ 126307 w 177005"/>
                <a:gd name="connsiteY3" fmla="*/ 66266 h 181943"/>
                <a:gd name="connsiteX4" fmla="*/ 118000 w 177005"/>
                <a:gd name="connsiteY4" fmla="*/ 67989 h 181943"/>
                <a:gd name="connsiteX5" fmla="*/ 118000 w 177005"/>
                <a:gd name="connsiteY5" fmla="*/ 21131 h 181943"/>
                <a:gd name="connsiteX6" fmla="*/ 96914 w 177005"/>
                <a:gd name="connsiteY6" fmla="*/ 0 h 181943"/>
                <a:gd name="connsiteX7" fmla="*/ 76274 w 177005"/>
                <a:gd name="connsiteY7" fmla="*/ 16726 h 181943"/>
                <a:gd name="connsiteX8" fmla="*/ 67456 w 177005"/>
                <a:gd name="connsiteY8" fmla="*/ 14747 h 181943"/>
                <a:gd name="connsiteX9" fmla="*/ 46369 w 177005"/>
                <a:gd name="connsiteY9" fmla="*/ 35814 h 181943"/>
                <a:gd name="connsiteX10" fmla="*/ 46369 w 177005"/>
                <a:gd name="connsiteY10" fmla="*/ 102846 h 181943"/>
                <a:gd name="connsiteX11" fmla="*/ 38126 w 177005"/>
                <a:gd name="connsiteY11" fmla="*/ 84460 h 181943"/>
                <a:gd name="connsiteX12" fmla="*/ 25922 w 177005"/>
                <a:gd name="connsiteY12" fmla="*/ 73863 h 181943"/>
                <a:gd name="connsiteX13" fmla="*/ 9819 w 177005"/>
                <a:gd name="connsiteY13" fmla="*/ 75012 h 181943"/>
                <a:gd name="connsiteX14" fmla="*/ 234 w 177005"/>
                <a:gd name="connsiteY14" fmla="*/ 89120 h 181943"/>
                <a:gd name="connsiteX15" fmla="*/ 2726 w 177005"/>
                <a:gd name="connsiteY15" fmla="*/ 104506 h 181943"/>
                <a:gd name="connsiteX16" fmla="*/ 56785 w 177005"/>
                <a:gd name="connsiteY16" fmla="*/ 180986 h 181943"/>
                <a:gd name="connsiteX17" fmla="*/ 60172 w 177005"/>
                <a:gd name="connsiteY17" fmla="*/ 181944 h 181943"/>
                <a:gd name="connsiteX18" fmla="*/ 65603 w 177005"/>
                <a:gd name="connsiteY18" fmla="*/ 178943 h 181943"/>
                <a:gd name="connsiteX19" fmla="*/ 63558 w 177005"/>
                <a:gd name="connsiteY19" fmla="*/ 170133 h 181943"/>
                <a:gd name="connsiteX20" fmla="*/ 14675 w 177005"/>
                <a:gd name="connsiteY20" fmla="*/ 99846 h 181943"/>
                <a:gd name="connsiteX21" fmla="*/ 14355 w 177005"/>
                <a:gd name="connsiteY21" fmla="*/ 99143 h 181943"/>
                <a:gd name="connsiteX22" fmla="*/ 12886 w 177005"/>
                <a:gd name="connsiteY22" fmla="*/ 90908 h 181943"/>
                <a:gd name="connsiteX23" fmla="*/ 15570 w 177005"/>
                <a:gd name="connsiteY23" fmla="*/ 86439 h 181943"/>
                <a:gd name="connsiteX24" fmla="*/ 26497 w 177005"/>
                <a:gd name="connsiteY24" fmla="*/ 89631 h 181943"/>
                <a:gd name="connsiteX25" fmla="*/ 48605 w 177005"/>
                <a:gd name="connsiteY25" fmla="*/ 128893 h 181943"/>
                <a:gd name="connsiteX26" fmla="*/ 55443 w 177005"/>
                <a:gd name="connsiteY26" fmla="*/ 129850 h 181943"/>
                <a:gd name="connsiteX27" fmla="*/ 59149 w 177005"/>
                <a:gd name="connsiteY27" fmla="*/ 124041 h 181943"/>
                <a:gd name="connsiteX28" fmla="*/ 59149 w 177005"/>
                <a:gd name="connsiteY28" fmla="*/ 35750 h 181943"/>
                <a:gd name="connsiteX29" fmla="*/ 67456 w 177005"/>
                <a:gd name="connsiteY29" fmla="*/ 27451 h 181943"/>
                <a:gd name="connsiteX30" fmla="*/ 75763 w 177005"/>
                <a:gd name="connsiteY30" fmla="*/ 35750 h 181943"/>
                <a:gd name="connsiteX31" fmla="*/ 75763 w 177005"/>
                <a:gd name="connsiteY31" fmla="*/ 94611 h 181943"/>
                <a:gd name="connsiteX32" fmla="*/ 82153 w 177005"/>
                <a:gd name="connsiteY32" fmla="*/ 100995 h 181943"/>
                <a:gd name="connsiteX33" fmla="*/ 88543 w 177005"/>
                <a:gd name="connsiteY33" fmla="*/ 94611 h 181943"/>
                <a:gd name="connsiteX34" fmla="*/ 88543 w 177005"/>
                <a:gd name="connsiteY34" fmla="*/ 35750 h 181943"/>
                <a:gd name="connsiteX35" fmla="*/ 88543 w 177005"/>
                <a:gd name="connsiteY35" fmla="*/ 21067 h 181943"/>
                <a:gd name="connsiteX36" fmla="*/ 96914 w 177005"/>
                <a:gd name="connsiteY36" fmla="*/ 12704 h 181943"/>
                <a:gd name="connsiteX37" fmla="*/ 105220 w 177005"/>
                <a:gd name="connsiteY37" fmla="*/ 21067 h 181943"/>
                <a:gd name="connsiteX38" fmla="*/ 105220 w 177005"/>
                <a:gd name="connsiteY38" fmla="*/ 94611 h 181943"/>
                <a:gd name="connsiteX39" fmla="*/ 111610 w 177005"/>
                <a:gd name="connsiteY39" fmla="*/ 100995 h 181943"/>
                <a:gd name="connsiteX40" fmla="*/ 118000 w 177005"/>
                <a:gd name="connsiteY40" fmla="*/ 94611 h 181943"/>
                <a:gd name="connsiteX41" fmla="*/ 118000 w 177005"/>
                <a:gd name="connsiteY41" fmla="*/ 87269 h 181943"/>
                <a:gd name="connsiteX42" fmla="*/ 126307 w 177005"/>
                <a:gd name="connsiteY42" fmla="*/ 78970 h 181943"/>
                <a:gd name="connsiteX43" fmla="*/ 134679 w 177005"/>
                <a:gd name="connsiteY43" fmla="*/ 87269 h 181943"/>
                <a:gd name="connsiteX44" fmla="*/ 134679 w 177005"/>
                <a:gd name="connsiteY44" fmla="*/ 94611 h 181943"/>
                <a:gd name="connsiteX45" fmla="*/ 141068 w 177005"/>
                <a:gd name="connsiteY45" fmla="*/ 100995 h 181943"/>
                <a:gd name="connsiteX46" fmla="*/ 147458 w 177005"/>
                <a:gd name="connsiteY46" fmla="*/ 94611 h 181943"/>
                <a:gd name="connsiteX47" fmla="*/ 155765 w 177005"/>
                <a:gd name="connsiteY47" fmla="*/ 86312 h 181943"/>
                <a:gd name="connsiteX48" fmla="*/ 164072 w 177005"/>
                <a:gd name="connsiteY48" fmla="*/ 94611 h 181943"/>
                <a:gd name="connsiteX49" fmla="*/ 164072 w 177005"/>
                <a:gd name="connsiteY49" fmla="*/ 124552 h 181943"/>
                <a:gd name="connsiteX50" fmla="*/ 150844 w 177005"/>
                <a:gd name="connsiteY50" fmla="*/ 171410 h 181943"/>
                <a:gd name="connsiteX51" fmla="*/ 151611 w 177005"/>
                <a:gd name="connsiteY51" fmla="*/ 180411 h 181943"/>
                <a:gd name="connsiteX52" fmla="*/ 155765 w 177005"/>
                <a:gd name="connsiteY52" fmla="*/ 181944 h 181943"/>
                <a:gd name="connsiteX53" fmla="*/ 160621 w 177005"/>
                <a:gd name="connsiteY53" fmla="*/ 179709 h 181943"/>
                <a:gd name="connsiteX54" fmla="*/ 176852 w 177005"/>
                <a:gd name="connsiteY54" fmla="*/ 124105 h 181943"/>
                <a:gd name="connsiteX55" fmla="*/ 176852 w 177005"/>
                <a:gd name="connsiteY55" fmla="*/ 94675 h 18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77005" h="181943">
                  <a:moveTo>
                    <a:pt x="176852" y="94675"/>
                  </a:moveTo>
                  <a:cubicBezTo>
                    <a:pt x="176852" y="83056"/>
                    <a:pt x="167395" y="73607"/>
                    <a:pt x="155765" y="73607"/>
                  </a:cubicBezTo>
                  <a:cubicBezTo>
                    <a:pt x="151611" y="73607"/>
                    <a:pt x="147777" y="74820"/>
                    <a:pt x="144518" y="76927"/>
                  </a:cubicBezTo>
                  <a:cubicBezTo>
                    <a:pt x="140877" y="70607"/>
                    <a:pt x="134103" y="66266"/>
                    <a:pt x="126307" y="66266"/>
                  </a:cubicBezTo>
                  <a:cubicBezTo>
                    <a:pt x="123368" y="66266"/>
                    <a:pt x="120556" y="66904"/>
                    <a:pt x="118000" y="67989"/>
                  </a:cubicBezTo>
                  <a:lnTo>
                    <a:pt x="118000" y="21131"/>
                  </a:lnTo>
                  <a:cubicBezTo>
                    <a:pt x="118000" y="9512"/>
                    <a:pt x="108543" y="0"/>
                    <a:pt x="96914" y="0"/>
                  </a:cubicBezTo>
                  <a:cubicBezTo>
                    <a:pt x="86754" y="0"/>
                    <a:pt x="78319" y="7150"/>
                    <a:pt x="76274" y="16726"/>
                  </a:cubicBezTo>
                  <a:cubicBezTo>
                    <a:pt x="73590" y="15449"/>
                    <a:pt x="70587" y="14747"/>
                    <a:pt x="67456" y="14747"/>
                  </a:cubicBezTo>
                  <a:cubicBezTo>
                    <a:pt x="55826" y="14747"/>
                    <a:pt x="46369" y="24195"/>
                    <a:pt x="46369" y="35814"/>
                  </a:cubicBezTo>
                  <a:lnTo>
                    <a:pt x="46369" y="102846"/>
                  </a:lnTo>
                  <a:cubicBezTo>
                    <a:pt x="43174" y="96526"/>
                    <a:pt x="40171" y="89695"/>
                    <a:pt x="38126" y="84460"/>
                  </a:cubicBezTo>
                  <a:cubicBezTo>
                    <a:pt x="35634" y="79417"/>
                    <a:pt x="31289" y="75650"/>
                    <a:pt x="25922" y="73863"/>
                  </a:cubicBezTo>
                  <a:cubicBezTo>
                    <a:pt x="20554" y="72075"/>
                    <a:pt x="14867" y="72522"/>
                    <a:pt x="9819" y="75012"/>
                  </a:cubicBezTo>
                  <a:cubicBezTo>
                    <a:pt x="4516" y="77629"/>
                    <a:pt x="1129" y="82673"/>
                    <a:pt x="234" y="89120"/>
                  </a:cubicBezTo>
                  <a:cubicBezTo>
                    <a:pt x="-469" y="94164"/>
                    <a:pt x="426" y="99718"/>
                    <a:pt x="2726" y="104506"/>
                  </a:cubicBezTo>
                  <a:cubicBezTo>
                    <a:pt x="4579" y="109677"/>
                    <a:pt x="23812" y="160493"/>
                    <a:pt x="56785" y="180986"/>
                  </a:cubicBezTo>
                  <a:cubicBezTo>
                    <a:pt x="57807" y="181624"/>
                    <a:pt x="59021" y="181944"/>
                    <a:pt x="60172" y="181944"/>
                  </a:cubicBezTo>
                  <a:cubicBezTo>
                    <a:pt x="62280" y="181944"/>
                    <a:pt x="64389" y="180858"/>
                    <a:pt x="65603" y="178943"/>
                  </a:cubicBezTo>
                  <a:cubicBezTo>
                    <a:pt x="67456" y="175943"/>
                    <a:pt x="66562" y="172048"/>
                    <a:pt x="63558" y="170133"/>
                  </a:cubicBezTo>
                  <a:cubicBezTo>
                    <a:pt x="33333" y="151300"/>
                    <a:pt x="14867" y="100356"/>
                    <a:pt x="14675" y="99846"/>
                  </a:cubicBezTo>
                  <a:cubicBezTo>
                    <a:pt x="14611" y="99590"/>
                    <a:pt x="14483" y="99335"/>
                    <a:pt x="14355" y="99143"/>
                  </a:cubicBezTo>
                  <a:cubicBezTo>
                    <a:pt x="13078" y="96590"/>
                    <a:pt x="12503" y="93525"/>
                    <a:pt x="12886" y="90908"/>
                  </a:cubicBezTo>
                  <a:cubicBezTo>
                    <a:pt x="13206" y="88674"/>
                    <a:pt x="14100" y="87141"/>
                    <a:pt x="15570" y="86439"/>
                  </a:cubicBezTo>
                  <a:cubicBezTo>
                    <a:pt x="19723" y="84396"/>
                    <a:pt x="24707" y="86056"/>
                    <a:pt x="26497" y="89631"/>
                  </a:cubicBezTo>
                  <a:cubicBezTo>
                    <a:pt x="27710" y="92759"/>
                    <a:pt x="38829" y="120466"/>
                    <a:pt x="48605" y="128893"/>
                  </a:cubicBezTo>
                  <a:cubicBezTo>
                    <a:pt x="50523" y="130553"/>
                    <a:pt x="53207" y="130872"/>
                    <a:pt x="55443" y="129850"/>
                  </a:cubicBezTo>
                  <a:cubicBezTo>
                    <a:pt x="57743" y="128829"/>
                    <a:pt x="59149" y="126531"/>
                    <a:pt x="59149" y="124041"/>
                  </a:cubicBezTo>
                  <a:lnTo>
                    <a:pt x="59149" y="35750"/>
                  </a:lnTo>
                  <a:cubicBezTo>
                    <a:pt x="59149" y="31154"/>
                    <a:pt x="62855" y="27451"/>
                    <a:pt x="67456" y="27451"/>
                  </a:cubicBezTo>
                  <a:cubicBezTo>
                    <a:pt x="72057" y="27451"/>
                    <a:pt x="75763" y="31154"/>
                    <a:pt x="75763" y="35750"/>
                  </a:cubicBezTo>
                  <a:lnTo>
                    <a:pt x="75763" y="94611"/>
                  </a:lnTo>
                  <a:cubicBezTo>
                    <a:pt x="75763" y="98122"/>
                    <a:pt x="78639" y="100995"/>
                    <a:pt x="82153" y="100995"/>
                  </a:cubicBezTo>
                  <a:cubicBezTo>
                    <a:pt x="85667" y="100995"/>
                    <a:pt x="88543" y="98122"/>
                    <a:pt x="88543" y="94611"/>
                  </a:cubicBezTo>
                  <a:lnTo>
                    <a:pt x="88543" y="35750"/>
                  </a:lnTo>
                  <a:lnTo>
                    <a:pt x="88543" y="21067"/>
                  </a:lnTo>
                  <a:cubicBezTo>
                    <a:pt x="88543" y="16471"/>
                    <a:pt x="92313" y="12704"/>
                    <a:pt x="96914" y="12704"/>
                  </a:cubicBezTo>
                  <a:cubicBezTo>
                    <a:pt x="101514" y="12704"/>
                    <a:pt x="105220" y="16471"/>
                    <a:pt x="105220" y="21067"/>
                  </a:cubicBezTo>
                  <a:lnTo>
                    <a:pt x="105220" y="94611"/>
                  </a:lnTo>
                  <a:cubicBezTo>
                    <a:pt x="105220" y="98122"/>
                    <a:pt x="108096" y="100995"/>
                    <a:pt x="111610" y="100995"/>
                  </a:cubicBezTo>
                  <a:cubicBezTo>
                    <a:pt x="115125" y="100995"/>
                    <a:pt x="118000" y="98122"/>
                    <a:pt x="118000" y="94611"/>
                  </a:cubicBezTo>
                  <a:lnTo>
                    <a:pt x="118000" y="87269"/>
                  </a:lnTo>
                  <a:cubicBezTo>
                    <a:pt x="118000" y="82673"/>
                    <a:pt x="121707" y="78970"/>
                    <a:pt x="126307" y="78970"/>
                  </a:cubicBezTo>
                  <a:cubicBezTo>
                    <a:pt x="130908" y="78970"/>
                    <a:pt x="134679" y="82673"/>
                    <a:pt x="134679" y="87269"/>
                  </a:cubicBezTo>
                  <a:lnTo>
                    <a:pt x="134679" y="94611"/>
                  </a:lnTo>
                  <a:cubicBezTo>
                    <a:pt x="134679" y="98122"/>
                    <a:pt x="137554" y="100995"/>
                    <a:pt x="141068" y="100995"/>
                  </a:cubicBezTo>
                  <a:cubicBezTo>
                    <a:pt x="144582" y="100995"/>
                    <a:pt x="147458" y="98122"/>
                    <a:pt x="147458" y="94611"/>
                  </a:cubicBezTo>
                  <a:cubicBezTo>
                    <a:pt x="147458" y="90014"/>
                    <a:pt x="151164" y="86312"/>
                    <a:pt x="155765" y="86312"/>
                  </a:cubicBezTo>
                  <a:cubicBezTo>
                    <a:pt x="160365" y="86312"/>
                    <a:pt x="164072" y="90014"/>
                    <a:pt x="164072" y="94611"/>
                  </a:cubicBezTo>
                  <a:lnTo>
                    <a:pt x="164072" y="124552"/>
                  </a:lnTo>
                  <a:cubicBezTo>
                    <a:pt x="164072" y="124871"/>
                    <a:pt x="166053" y="153535"/>
                    <a:pt x="150844" y="171410"/>
                  </a:cubicBezTo>
                  <a:cubicBezTo>
                    <a:pt x="148544" y="174091"/>
                    <a:pt x="148864" y="178113"/>
                    <a:pt x="151611" y="180411"/>
                  </a:cubicBezTo>
                  <a:cubicBezTo>
                    <a:pt x="152826" y="181433"/>
                    <a:pt x="154295" y="181944"/>
                    <a:pt x="155765" y="181944"/>
                  </a:cubicBezTo>
                  <a:cubicBezTo>
                    <a:pt x="157554" y="181944"/>
                    <a:pt x="159408" y="181177"/>
                    <a:pt x="160621" y="179709"/>
                  </a:cubicBezTo>
                  <a:cubicBezTo>
                    <a:pt x="179280" y="157748"/>
                    <a:pt x="176980" y="124935"/>
                    <a:pt x="176852" y="124105"/>
                  </a:cubicBezTo>
                  <a:lnTo>
                    <a:pt x="176852" y="94675"/>
                  </a:lnTo>
                  <a:close/>
                </a:path>
              </a:pathLst>
            </a:custGeom>
            <a:solidFill>
              <a:srgbClr val="00A3E0"/>
            </a:solidFill>
            <a:ln w="6390" cap="flat">
              <a:noFill/>
              <a:prstDash val="solid"/>
              <a:miter/>
            </a:ln>
          </p:spPr>
          <p:txBody>
            <a:bodyPr rtlCol="0" anchor="ctr"/>
            <a:lstStyle/>
            <a:p>
              <a:endParaRPr lang="en-US"/>
            </a:p>
          </p:txBody>
        </p:sp>
        <p:sp>
          <p:nvSpPr>
            <p:cNvPr id="1072" name="Freeform 1071">
              <a:extLst>
                <a:ext uri="{FF2B5EF4-FFF2-40B4-BE49-F238E27FC236}">
                  <a16:creationId xmlns:a16="http://schemas.microsoft.com/office/drawing/2014/main" id="{A0CD7523-A6EC-4B40-97FE-83A652A8A869}"/>
                </a:ext>
              </a:extLst>
            </p:cNvPr>
            <p:cNvSpPr/>
            <p:nvPr/>
          </p:nvSpPr>
          <p:spPr>
            <a:xfrm>
              <a:off x="8958473" y="3411315"/>
              <a:ext cx="144887" cy="42261"/>
            </a:xfrm>
            <a:custGeom>
              <a:avLst/>
              <a:gdLst>
                <a:gd name="connsiteX0" fmla="*/ 6289 w 144887"/>
                <a:gd name="connsiteY0" fmla="*/ 42262 h 42261"/>
                <a:gd name="connsiteX1" fmla="*/ 11081 w 144887"/>
                <a:gd name="connsiteY1" fmla="*/ 40155 h 42261"/>
                <a:gd name="connsiteX2" fmla="*/ 72170 w 144887"/>
                <a:gd name="connsiteY2" fmla="*/ 12832 h 42261"/>
                <a:gd name="connsiteX3" fmla="*/ 121692 w 144887"/>
                <a:gd name="connsiteY3" fmla="*/ 29494 h 42261"/>
                <a:gd name="connsiteX4" fmla="*/ 116388 w 144887"/>
                <a:gd name="connsiteY4" fmla="*/ 29494 h 42261"/>
                <a:gd name="connsiteX5" fmla="*/ 109998 w 144887"/>
                <a:gd name="connsiteY5" fmla="*/ 35878 h 42261"/>
                <a:gd name="connsiteX6" fmla="*/ 116388 w 144887"/>
                <a:gd name="connsiteY6" fmla="*/ 42262 h 42261"/>
                <a:gd name="connsiteX7" fmla="*/ 138497 w 144887"/>
                <a:gd name="connsiteY7" fmla="*/ 42262 h 42261"/>
                <a:gd name="connsiteX8" fmla="*/ 144887 w 144887"/>
                <a:gd name="connsiteY8" fmla="*/ 35878 h 42261"/>
                <a:gd name="connsiteX9" fmla="*/ 144887 w 144887"/>
                <a:gd name="connsiteY9" fmla="*/ 13790 h 42261"/>
                <a:gd name="connsiteX10" fmla="*/ 138497 w 144887"/>
                <a:gd name="connsiteY10" fmla="*/ 7406 h 42261"/>
                <a:gd name="connsiteX11" fmla="*/ 132107 w 144887"/>
                <a:gd name="connsiteY11" fmla="*/ 13790 h 42261"/>
                <a:gd name="connsiteX12" fmla="*/ 132107 w 144887"/>
                <a:gd name="connsiteY12" fmla="*/ 21450 h 42261"/>
                <a:gd name="connsiteX13" fmla="*/ 72233 w 144887"/>
                <a:gd name="connsiteY13" fmla="*/ 0 h 42261"/>
                <a:gd name="connsiteX14" fmla="*/ 1624 w 144887"/>
                <a:gd name="connsiteY14" fmla="*/ 31537 h 42261"/>
                <a:gd name="connsiteX15" fmla="*/ 2136 w 144887"/>
                <a:gd name="connsiteY15" fmla="*/ 40539 h 42261"/>
                <a:gd name="connsiteX16" fmla="*/ 6289 w 144887"/>
                <a:gd name="connsiteY16" fmla="*/ 42262 h 42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4887" h="42261">
                  <a:moveTo>
                    <a:pt x="6289" y="42262"/>
                  </a:moveTo>
                  <a:cubicBezTo>
                    <a:pt x="8014" y="42262"/>
                    <a:pt x="9804" y="41560"/>
                    <a:pt x="11081" y="40155"/>
                  </a:cubicBezTo>
                  <a:cubicBezTo>
                    <a:pt x="26609" y="22791"/>
                    <a:pt x="48910" y="12832"/>
                    <a:pt x="72170" y="12832"/>
                  </a:cubicBezTo>
                  <a:cubicBezTo>
                    <a:pt x="90125" y="12832"/>
                    <a:pt x="107442" y="18705"/>
                    <a:pt x="121692" y="29494"/>
                  </a:cubicBezTo>
                  <a:lnTo>
                    <a:pt x="116388" y="29494"/>
                  </a:lnTo>
                  <a:cubicBezTo>
                    <a:pt x="112873" y="29494"/>
                    <a:pt x="109998" y="32367"/>
                    <a:pt x="109998" y="35878"/>
                  </a:cubicBezTo>
                  <a:cubicBezTo>
                    <a:pt x="109998" y="39389"/>
                    <a:pt x="112873" y="42262"/>
                    <a:pt x="116388" y="42262"/>
                  </a:cubicBezTo>
                  <a:lnTo>
                    <a:pt x="138497" y="42262"/>
                  </a:lnTo>
                  <a:cubicBezTo>
                    <a:pt x="142011" y="42262"/>
                    <a:pt x="144887" y="39389"/>
                    <a:pt x="144887" y="35878"/>
                  </a:cubicBezTo>
                  <a:lnTo>
                    <a:pt x="144887" y="13790"/>
                  </a:lnTo>
                  <a:cubicBezTo>
                    <a:pt x="144887" y="10279"/>
                    <a:pt x="142011" y="7406"/>
                    <a:pt x="138497" y="7406"/>
                  </a:cubicBezTo>
                  <a:cubicBezTo>
                    <a:pt x="134982" y="7406"/>
                    <a:pt x="132107" y="10279"/>
                    <a:pt x="132107" y="13790"/>
                  </a:cubicBezTo>
                  <a:lnTo>
                    <a:pt x="132107" y="21450"/>
                  </a:lnTo>
                  <a:cubicBezTo>
                    <a:pt x="115238" y="7661"/>
                    <a:pt x="94151" y="0"/>
                    <a:pt x="72233" y="0"/>
                  </a:cubicBezTo>
                  <a:cubicBezTo>
                    <a:pt x="45332" y="0"/>
                    <a:pt x="19580" y="11491"/>
                    <a:pt x="1624" y="31537"/>
                  </a:cubicBezTo>
                  <a:cubicBezTo>
                    <a:pt x="-740" y="34155"/>
                    <a:pt x="-484" y="38176"/>
                    <a:pt x="2136" y="40539"/>
                  </a:cubicBezTo>
                  <a:cubicBezTo>
                    <a:pt x="3222" y="41751"/>
                    <a:pt x="4755" y="42262"/>
                    <a:pt x="6289" y="42262"/>
                  </a:cubicBezTo>
                  <a:close/>
                </a:path>
              </a:pathLst>
            </a:custGeom>
            <a:solidFill>
              <a:srgbClr val="00A3E0"/>
            </a:solidFill>
            <a:ln w="6390" cap="flat">
              <a:noFill/>
              <a:prstDash val="solid"/>
              <a:miter/>
            </a:ln>
          </p:spPr>
          <p:txBody>
            <a:bodyPr rtlCol="0" anchor="ctr"/>
            <a:lstStyle/>
            <a:p>
              <a:endParaRPr lang="en-US"/>
            </a:p>
          </p:txBody>
        </p:sp>
      </p:grpSp>
      <p:grpSp>
        <p:nvGrpSpPr>
          <p:cNvPr id="1073" name="Graphic 4">
            <a:extLst>
              <a:ext uri="{FF2B5EF4-FFF2-40B4-BE49-F238E27FC236}">
                <a16:creationId xmlns:a16="http://schemas.microsoft.com/office/drawing/2014/main" id="{5BFEB7F5-D832-BA48-8F88-223431622595}"/>
              </a:ext>
            </a:extLst>
          </p:cNvPr>
          <p:cNvGrpSpPr/>
          <p:nvPr/>
        </p:nvGrpSpPr>
        <p:grpSpPr>
          <a:xfrm>
            <a:off x="8841052" y="4308584"/>
            <a:ext cx="362309" cy="361971"/>
            <a:chOff x="8841052" y="4308584"/>
            <a:chExt cx="362309" cy="361971"/>
          </a:xfrm>
          <a:solidFill>
            <a:srgbClr val="00A3E0"/>
          </a:solidFill>
        </p:grpSpPr>
        <p:sp>
          <p:nvSpPr>
            <p:cNvPr id="1074" name="Freeform 1073">
              <a:extLst>
                <a:ext uri="{FF2B5EF4-FFF2-40B4-BE49-F238E27FC236}">
                  <a16:creationId xmlns:a16="http://schemas.microsoft.com/office/drawing/2014/main" id="{275CD745-CF56-AA4C-A76A-64D5C7F4A7C0}"/>
                </a:ext>
              </a:extLst>
            </p:cNvPr>
            <p:cNvSpPr/>
            <p:nvPr/>
          </p:nvSpPr>
          <p:spPr>
            <a:xfrm>
              <a:off x="8841052" y="4308584"/>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30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9" y="0"/>
                    <a:pt x="0" y="81012"/>
                    <a:pt x="0" y="180986"/>
                  </a:cubicBezTo>
                  <a:cubicBezTo>
                    <a:pt x="0" y="280959"/>
                    <a:pt x="81089" y="361971"/>
                    <a:pt x="181155" y="361971"/>
                  </a:cubicBezTo>
                  <a:cubicBezTo>
                    <a:pt x="281221" y="361971"/>
                    <a:pt x="362310" y="280959"/>
                    <a:pt x="362310" y="180986"/>
                  </a:cubicBezTo>
                  <a:cubicBezTo>
                    <a:pt x="362310" y="81012"/>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30" y="88163"/>
                    <a:pt x="349530" y="180922"/>
                  </a:cubicBezTo>
                  <a:cubicBezTo>
                    <a:pt x="349530" y="273681"/>
                    <a:pt x="274001"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1075" name="Freeform 1074">
              <a:extLst>
                <a:ext uri="{FF2B5EF4-FFF2-40B4-BE49-F238E27FC236}">
                  <a16:creationId xmlns:a16="http://schemas.microsoft.com/office/drawing/2014/main" id="{B9856914-B43E-FE42-A8E9-7043C87AE216}"/>
                </a:ext>
              </a:extLst>
            </p:cNvPr>
            <p:cNvSpPr/>
            <p:nvPr/>
          </p:nvSpPr>
          <p:spPr>
            <a:xfrm>
              <a:off x="8920371" y="4406195"/>
              <a:ext cx="203564" cy="166557"/>
            </a:xfrm>
            <a:custGeom>
              <a:avLst/>
              <a:gdLst>
                <a:gd name="connsiteX0" fmla="*/ 203564 w 203564"/>
                <a:gd name="connsiteY0" fmla="*/ 54009 h 166557"/>
                <a:gd name="connsiteX1" fmla="*/ 176407 w 203564"/>
                <a:gd name="connsiteY1" fmla="*/ 28728 h 166557"/>
                <a:gd name="connsiteX2" fmla="*/ 165161 w 203564"/>
                <a:gd name="connsiteY2" fmla="*/ 32367 h 166557"/>
                <a:gd name="connsiteX3" fmla="*/ 139090 w 203564"/>
                <a:gd name="connsiteY3" fmla="*/ 9576 h 166557"/>
                <a:gd name="connsiteX4" fmla="*/ 124841 w 203564"/>
                <a:gd name="connsiteY4" fmla="*/ 14747 h 166557"/>
                <a:gd name="connsiteX5" fmla="*/ 100942 w 203564"/>
                <a:gd name="connsiteY5" fmla="*/ 0 h 166557"/>
                <a:gd name="connsiteX6" fmla="*/ 79344 w 203564"/>
                <a:gd name="connsiteY6" fmla="*/ 14811 h 166557"/>
                <a:gd name="connsiteX7" fmla="*/ 63624 w 203564"/>
                <a:gd name="connsiteY7" fmla="*/ 9193 h 166557"/>
                <a:gd name="connsiteX8" fmla="*/ 38193 w 203564"/>
                <a:gd name="connsiteY8" fmla="*/ 34665 h 166557"/>
                <a:gd name="connsiteX9" fmla="*/ 38193 w 203564"/>
                <a:gd name="connsiteY9" fmla="*/ 39134 h 166557"/>
                <a:gd name="connsiteX10" fmla="*/ 18959 w 203564"/>
                <a:gd name="connsiteY10" fmla="*/ 43539 h 166557"/>
                <a:gd name="connsiteX11" fmla="*/ 45 w 203564"/>
                <a:gd name="connsiteY11" fmla="*/ 85929 h 166557"/>
                <a:gd name="connsiteX12" fmla="*/ 49247 w 203564"/>
                <a:gd name="connsiteY12" fmla="*/ 165601 h 166557"/>
                <a:gd name="connsiteX13" fmla="*/ 52634 w 203564"/>
                <a:gd name="connsiteY13" fmla="*/ 166558 h 166557"/>
                <a:gd name="connsiteX14" fmla="*/ 58065 w 203564"/>
                <a:gd name="connsiteY14" fmla="*/ 163558 h 166557"/>
                <a:gd name="connsiteX15" fmla="*/ 56021 w 203564"/>
                <a:gd name="connsiteY15" fmla="*/ 154748 h 166557"/>
                <a:gd name="connsiteX16" fmla="*/ 12825 w 203564"/>
                <a:gd name="connsiteY16" fmla="*/ 85418 h 166557"/>
                <a:gd name="connsiteX17" fmla="*/ 26052 w 203564"/>
                <a:gd name="connsiteY17" fmla="*/ 54136 h 166557"/>
                <a:gd name="connsiteX18" fmla="*/ 38193 w 203564"/>
                <a:gd name="connsiteY18" fmla="*/ 52029 h 166557"/>
                <a:gd name="connsiteX19" fmla="*/ 38193 w 203564"/>
                <a:gd name="connsiteY19" fmla="*/ 93015 h 166557"/>
                <a:gd name="connsiteX20" fmla="*/ 44583 w 203564"/>
                <a:gd name="connsiteY20" fmla="*/ 99399 h 166557"/>
                <a:gd name="connsiteX21" fmla="*/ 50973 w 203564"/>
                <a:gd name="connsiteY21" fmla="*/ 93015 h 166557"/>
                <a:gd name="connsiteX22" fmla="*/ 50973 w 203564"/>
                <a:gd name="connsiteY22" fmla="*/ 34665 h 166557"/>
                <a:gd name="connsiteX23" fmla="*/ 63624 w 203564"/>
                <a:gd name="connsiteY23" fmla="*/ 21961 h 166557"/>
                <a:gd name="connsiteX24" fmla="*/ 76276 w 203564"/>
                <a:gd name="connsiteY24" fmla="*/ 34665 h 166557"/>
                <a:gd name="connsiteX25" fmla="*/ 76276 w 203564"/>
                <a:gd name="connsiteY25" fmla="*/ 54966 h 166557"/>
                <a:gd name="connsiteX26" fmla="*/ 82666 w 203564"/>
                <a:gd name="connsiteY26" fmla="*/ 61350 h 166557"/>
                <a:gd name="connsiteX27" fmla="*/ 89056 w 203564"/>
                <a:gd name="connsiteY27" fmla="*/ 54966 h 166557"/>
                <a:gd name="connsiteX28" fmla="*/ 89056 w 203564"/>
                <a:gd name="connsiteY28" fmla="*/ 34665 h 166557"/>
                <a:gd name="connsiteX29" fmla="*/ 88545 w 203564"/>
                <a:gd name="connsiteY29" fmla="*/ 29877 h 166557"/>
                <a:gd name="connsiteX30" fmla="*/ 89056 w 203564"/>
                <a:gd name="connsiteY30" fmla="*/ 27451 h 166557"/>
                <a:gd name="connsiteX31" fmla="*/ 100878 w 203564"/>
                <a:gd name="connsiteY31" fmla="*/ 12768 h 166557"/>
                <a:gd name="connsiteX32" fmla="*/ 114425 w 203564"/>
                <a:gd name="connsiteY32" fmla="*/ 25153 h 166557"/>
                <a:gd name="connsiteX33" fmla="*/ 114425 w 203564"/>
                <a:gd name="connsiteY33" fmla="*/ 55030 h 166557"/>
                <a:gd name="connsiteX34" fmla="*/ 120815 w 203564"/>
                <a:gd name="connsiteY34" fmla="*/ 61414 h 166557"/>
                <a:gd name="connsiteX35" fmla="*/ 127205 w 203564"/>
                <a:gd name="connsiteY35" fmla="*/ 55030 h 166557"/>
                <a:gd name="connsiteX36" fmla="*/ 127205 w 203564"/>
                <a:gd name="connsiteY36" fmla="*/ 37027 h 166557"/>
                <a:gd name="connsiteX37" fmla="*/ 139026 w 203564"/>
                <a:gd name="connsiteY37" fmla="*/ 22344 h 166557"/>
                <a:gd name="connsiteX38" fmla="*/ 152573 w 203564"/>
                <a:gd name="connsiteY38" fmla="*/ 34729 h 166557"/>
                <a:gd name="connsiteX39" fmla="*/ 152573 w 203564"/>
                <a:gd name="connsiteY39" fmla="*/ 55030 h 166557"/>
                <a:gd name="connsiteX40" fmla="*/ 152701 w 203564"/>
                <a:gd name="connsiteY40" fmla="*/ 55732 h 166557"/>
                <a:gd name="connsiteX41" fmla="*/ 152573 w 203564"/>
                <a:gd name="connsiteY41" fmla="*/ 57392 h 166557"/>
                <a:gd name="connsiteX42" fmla="*/ 158963 w 203564"/>
                <a:gd name="connsiteY42" fmla="*/ 63776 h 166557"/>
                <a:gd name="connsiteX43" fmla="*/ 165353 w 203564"/>
                <a:gd name="connsiteY43" fmla="*/ 57392 h 166557"/>
                <a:gd name="connsiteX44" fmla="*/ 176343 w 203564"/>
                <a:gd name="connsiteY44" fmla="*/ 41496 h 166557"/>
                <a:gd name="connsiteX45" fmla="*/ 190720 w 203564"/>
                <a:gd name="connsiteY45" fmla="*/ 54009 h 166557"/>
                <a:gd name="connsiteX46" fmla="*/ 190720 w 203564"/>
                <a:gd name="connsiteY46" fmla="*/ 92057 h 166557"/>
                <a:gd name="connsiteX47" fmla="*/ 171487 w 203564"/>
                <a:gd name="connsiteY47" fmla="*/ 153918 h 166557"/>
                <a:gd name="connsiteX48" fmla="*/ 172189 w 203564"/>
                <a:gd name="connsiteY48" fmla="*/ 162919 h 166557"/>
                <a:gd name="connsiteX49" fmla="*/ 176343 w 203564"/>
                <a:gd name="connsiteY49" fmla="*/ 164451 h 166557"/>
                <a:gd name="connsiteX50" fmla="*/ 181199 w 203564"/>
                <a:gd name="connsiteY50" fmla="*/ 162217 h 166557"/>
                <a:gd name="connsiteX51" fmla="*/ 203500 w 203564"/>
                <a:gd name="connsiteY51" fmla="*/ 91866 h 166557"/>
                <a:gd name="connsiteX52" fmla="*/ 203500 w 203564"/>
                <a:gd name="connsiteY52" fmla="*/ 54009 h 166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03564" h="166557">
                  <a:moveTo>
                    <a:pt x="203564" y="54009"/>
                  </a:moveTo>
                  <a:cubicBezTo>
                    <a:pt x="203564" y="40538"/>
                    <a:pt x="190848" y="28728"/>
                    <a:pt x="176407" y="28728"/>
                  </a:cubicBezTo>
                  <a:cubicBezTo>
                    <a:pt x="172189" y="28728"/>
                    <a:pt x="168420" y="30132"/>
                    <a:pt x="165161" y="32367"/>
                  </a:cubicBezTo>
                  <a:cubicBezTo>
                    <a:pt x="163883" y="19599"/>
                    <a:pt x="152765" y="9576"/>
                    <a:pt x="139090" y="9576"/>
                  </a:cubicBezTo>
                  <a:cubicBezTo>
                    <a:pt x="133595" y="9576"/>
                    <a:pt x="128738" y="11555"/>
                    <a:pt x="124841" y="14747"/>
                  </a:cubicBezTo>
                  <a:cubicBezTo>
                    <a:pt x="120687" y="6065"/>
                    <a:pt x="111549" y="0"/>
                    <a:pt x="100942" y="0"/>
                  </a:cubicBezTo>
                  <a:cubicBezTo>
                    <a:pt x="90974" y="0"/>
                    <a:pt x="83370" y="6512"/>
                    <a:pt x="79344" y="14811"/>
                  </a:cubicBezTo>
                  <a:cubicBezTo>
                    <a:pt x="74999" y="11363"/>
                    <a:pt x="69567" y="9193"/>
                    <a:pt x="63624" y="9193"/>
                  </a:cubicBezTo>
                  <a:cubicBezTo>
                    <a:pt x="49567" y="9193"/>
                    <a:pt x="38193" y="20620"/>
                    <a:pt x="38193" y="34665"/>
                  </a:cubicBezTo>
                  <a:lnTo>
                    <a:pt x="38193" y="39134"/>
                  </a:lnTo>
                  <a:cubicBezTo>
                    <a:pt x="31484" y="38240"/>
                    <a:pt x="24902" y="39645"/>
                    <a:pt x="18959" y="43539"/>
                  </a:cubicBezTo>
                  <a:cubicBezTo>
                    <a:pt x="6946" y="51455"/>
                    <a:pt x="-658" y="68500"/>
                    <a:pt x="45" y="85929"/>
                  </a:cubicBezTo>
                  <a:cubicBezTo>
                    <a:pt x="1068" y="112422"/>
                    <a:pt x="5540" y="138469"/>
                    <a:pt x="49247" y="165601"/>
                  </a:cubicBezTo>
                  <a:cubicBezTo>
                    <a:pt x="50270" y="166239"/>
                    <a:pt x="51484" y="166558"/>
                    <a:pt x="52634" y="166558"/>
                  </a:cubicBezTo>
                  <a:cubicBezTo>
                    <a:pt x="54742" y="166558"/>
                    <a:pt x="56852" y="165473"/>
                    <a:pt x="58065" y="163558"/>
                  </a:cubicBezTo>
                  <a:cubicBezTo>
                    <a:pt x="59919" y="160557"/>
                    <a:pt x="59024" y="156663"/>
                    <a:pt x="56021" y="154748"/>
                  </a:cubicBezTo>
                  <a:cubicBezTo>
                    <a:pt x="17553" y="130808"/>
                    <a:pt x="13783" y="110060"/>
                    <a:pt x="12825" y="85418"/>
                  </a:cubicBezTo>
                  <a:cubicBezTo>
                    <a:pt x="12314" y="72458"/>
                    <a:pt x="17745" y="59626"/>
                    <a:pt x="26052" y="54136"/>
                  </a:cubicBezTo>
                  <a:cubicBezTo>
                    <a:pt x="29822" y="51646"/>
                    <a:pt x="33912" y="50944"/>
                    <a:pt x="38193" y="52029"/>
                  </a:cubicBezTo>
                  <a:lnTo>
                    <a:pt x="38193" y="93015"/>
                  </a:lnTo>
                  <a:cubicBezTo>
                    <a:pt x="38193" y="96526"/>
                    <a:pt x="41069" y="99399"/>
                    <a:pt x="44583" y="99399"/>
                  </a:cubicBezTo>
                  <a:cubicBezTo>
                    <a:pt x="48097" y="99399"/>
                    <a:pt x="50973" y="96526"/>
                    <a:pt x="50973" y="93015"/>
                  </a:cubicBezTo>
                  <a:lnTo>
                    <a:pt x="50973" y="34665"/>
                  </a:lnTo>
                  <a:cubicBezTo>
                    <a:pt x="50973" y="27706"/>
                    <a:pt x="56660" y="21961"/>
                    <a:pt x="63624" y="21961"/>
                  </a:cubicBezTo>
                  <a:cubicBezTo>
                    <a:pt x="70590" y="21961"/>
                    <a:pt x="76276" y="27643"/>
                    <a:pt x="76276" y="34665"/>
                  </a:cubicBezTo>
                  <a:lnTo>
                    <a:pt x="76276" y="54966"/>
                  </a:lnTo>
                  <a:cubicBezTo>
                    <a:pt x="76276" y="58477"/>
                    <a:pt x="79152" y="61350"/>
                    <a:pt x="82666" y="61350"/>
                  </a:cubicBezTo>
                  <a:cubicBezTo>
                    <a:pt x="86181" y="61350"/>
                    <a:pt x="89056" y="58477"/>
                    <a:pt x="89056" y="54966"/>
                  </a:cubicBezTo>
                  <a:lnTo>
                    <a:pt x="89056" y="34665"/>
                  </a:lnTo>
                  <a:cubicBezTo>
                    <a:pt x="89056" y="33005"/>
                    <a:pt x="88865" y="31409"/>
                    <a:pt x="88545" y="29877"/>
                  </a:cubicBezTo>
                  <a:cubicBezTo>
                    <a:pt x="88865" y="29111"/>
                    <a:pt x="89056" y="28345"/>
                    <a:pt x="89056" y="27451"/>
                  </a:cubicBezTo>
                  <a:cubicBezTo>
                    <a:pt x="89056" y="20493"/>
                    <a:pt x="93913" y="12768"/>
                    <a:pt x="100878" y="12768"/>
                  </a:cubicBezTo>
                  <a:cubicBezTo>
                    <a:pt x="108226" y="12768"/>
                    <a:pt x="114425" y="18450"/>
                    <a:pt x="114425" y="25153"/>
                  </a:cubicBezTo>
                  <a:lnTo>
                    <a:pt x="114425" y="55030"/>
                  </a:lnTo>
                  <a:cubicBezTo>
                    <a:pt x="114425" y="58541"/>
                    <a:pt x="117300" y="61414"/>
                    <a:pt x="120815" y="61414"/>
                  </a:cubicBezTo>
                  <a:cubicBezTo>
                    <a:pt x="124329" y="61414"/>
                    <a:pt x="127205" y="58541"/>
                    <a:pt x="127205" y="55030"/>
                  </a:cubicBezTo>
                  <a:lnTo>
                    <a:pt x="127205" y="37027"/>
                  </a:lnTo>
                  <a:cubicBezTo>
                    <a:pt x="127205" y="30069"/>
                    <a:pt x="132061" y="22344"/>
                    <a:pt x="139026" y="22344"/>
                  </a:cubicBezTo>
                  <a:cubicBezTo>
                    <a:pt x="146375" y="22344"/>
                    <a:pt x="152573" y="28026"/>
                    <a:pt x="152573" y="34729"/>
                  </a:cubicBezTo>
                  <a:lnTo>
                    <a:pt x="152573" y="55030"/>
                  </a:lnTo>
                  <a:cubicBezTo>
                    <a:pt x="152573" y="55285"/>
                    <a:pt x="152701" y="55477"/>
                    <a:pt x="152701" y="55732"/>
                  </a:cubicBezTo>
                  <a:cubicBezTo>
                    <a:pt x="152701" y="56307"/>
                    <a:pt x="152573" y="56881"/>
                    <a:pt x="152573" y="57392"/>
                  </a:cubicBezTo>
                  <a:cubicBezTo>
                    <a:pt x="152573" y="60903"/>
                    <a:pt x="155448" y="63776"/>
                    <a:pt x="158963" y="63776"/>
                  </a:cubicBezTo>
                  <a:cubicBezTo>
                    <a:pt x="162477" y="63776"/>
                    <a:pt x="165353" y="60903"/>
                    <a:pt x="165353" y="57392"/>
                  </a:cubicBezTo>
                  <a:cubicBezTo>
                    <a:pt x="165353" y="49859"/>
                    <a:pt x="170081" y="41496"/>
                    <a:pt x="176343" y="41496"/>
                  </a:cubicBezTo>
                  <a:cubicBezTo>
                    <a:pt x="183756" y="41496"/>
                    <a:pt x="190720" y="47561"/>
                    <a:pt x="190720" y="54009"/>
                  </a:cubicBezTo>
                  <a:lnTo>
                    <a:pt x="190720" y="92057"/>
                  </a:lnTo>
                  <a:cubicBezTo>
                    <a:pt x="190720" y="92440"/>
                    <a:pt x="191807" y="130169"/>
                    <a:pt x="171487" y="153918"/>
                  </a:cubicBezTo>
                  <a:cubicBezTo>
                    <a:pt x="169186" y="156599"/>
                    <a:pt x="169506" y="160621"/>
                    <a:pt x="172189" y="162919"/>
                  </a:cubicBezTo>
                  <a:cubicBezTo>
                    <a:pt x="173404" y="163941"/>
                    <a:pt x="174873" y="164451"/>
                    <a:pt x="176343" y="164451"/>
                  </a:cubicBezTo>
                  <a:cubicBezTo>
                    <a:pt x="178132" y="164451"/>
                    <a:pt x="179922" y="163685"/>
                    <a:pt x="181199" y="162217"/>
                  </a:cubicBezTo>
                  <a:cubicBezTo>
                    <a:pt x="204779" y="134638"/>
                    <a:pt x="203564" y="93334"/>
                    <a:pt x="203500" y="91866"/>
                  </a:cubicBezTo>
                  <a:lnTo>
                    <a:pt x="203500" y="54009"/>
                  </a:lnTo>
                  <a:close/>
                </a:path>
              </a:pathLst>
            </a:custGeom>
            <a:solidFill>
              <a:srgbClr val="00A3E0"/>
            </a:solidFill>
            <a:ln w="6390" cap="flat">
              <a:noFill/>
              <a:prstDash val="solid"/>
              <a:miter/>
            </a:ln>
          </p:spPr>
          <p:txBody>
            <a:bodyPr rtlCol="0" anchor="ctr"/>
            <a:lstStyle/>
            <a:p>
              <a:endParaRPr lang="en-US"/>
            </a:p>
          </p:txBody>
        </p:sp>
      </p:grpSp>
      <p:grpSp>
        <p:nvGrpSpPr>
          <p:cNvPr id="1076" name="Graphic 4">
            <a:extLst>
              <a:ext uri="{FF2B5EF4-FFF2-40B4-BE49-F238E27FC236}">
                <a16:creationId xmlns:a16="http://schemas.microsoft.com/office/drawing/2014/main" id="{17D2FC67-3BF2-E749-915E-245E654AE27A}"/>
              </a:ext>
            </a:extLst>
          </p:cNvPr>
          <p:cNvGrpSpPr/>
          <p:nvPr/>
        </p:nvGrpSpPr>
        <p:grpSpPr>
          <a:xfrm>
            <a:off x="9886894" y="1893013"/>
            <a:ext cx="362309" cy="361971"/>
            <a:chOff x="9886894" y="1893013"/>
            <a:chExt cx="362309" cy="361971"/>
          </a:xfrm>
          <a:solidFill>
            <a:srgbClr val="00A3E0"/>
          </a:solidFill>
        </p:grpSpPr>
        <p:sp>
          <p:nvSpPr>
            <p:cNvPr id="1077" name="Freeform 1076">
              <a:extLst>
                <a:ext uri="{FF2B5EF4-FFF2-40B4-BE49-F238E27FC236}">
                  <a16:creationId xmlns:a16="http://schemas.microsoft.com/office/drawing/2014/main" id="{F5DF37F0-33FC-4143-88D9-83B427ED6187}"/>
                </a:ext>
              </a:extLst>
            </p:cNvPr>
            <p:cNvSpPr/>
            <p:nvPr/>
          </p:nvSpPr>
          <p:spPr>
            <a:xfrm>
              <a:off x="9886894" y="1893013"/>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09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29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09" y="280959"/>
                    <a:pt x="362309" y="180986"/>
                  </a:cubicBezTo>
                  <a:cubicBezTo>
                    <a:pt x="362309" y="81013"/>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29" y="88163"/>
                    <a:pt x="349529" y="180922"/>
                  </a:cubicBezTo>
                  <a:cubicBezTo>
                    <a:pt x="349529" y="273681"/>
                    <a:pt x="273937"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1078" name="Freeform 1077">
              <a:extLst>
                <a:ext uri="{FF2B5EF4-FFF2-40B4-BE49-F238E27FC236}">
                  <a16:creationId xmlns:a16="http://schemas.microsoft.com/office/drawing/2014/main" id="{CE48ACFB-8CEA-B340-BF9C-0474E55325BA}"/>
                </a:ext>
              </a:extLst>
            </p:cNvPr>
            <p:cNvSpPr/>
            <p:nvPr/>
          </p:nvSpPr>
          <p:spPr>
            <a:xfrm>
              <a:off x="9959341" y="1971084"/>
              <a:ext cx="217409" cy="205760"/>
            </a:xfrm>
            <a:custGeom>
              <a:avLst/>
              <a:gdLst>
                <a:gd name="connsiteX0" fmla="*/ 196824 w 217409"/>
                <a:gd name="connsiteY0" fmla="*/ 4091 h 205760"/>
                <a:gd name="connsiteX1" fmla="*/ 187814 w 217409"/>
                <a:gd name="connsiteY1" fmla="*/ 3325 h 205760"/>
                <a:gd name="connsiteX2" fmla="*/ 187048 w 217409"/>
                <a:gd name="connsiteY2" fmla="*/ 12326 h 205760"/>
                <a:gd name="connsiteX3" fmla="*/ 204556 w 217409"/>
                <a:gd name="connsiteY3" fmla="*/ 71952 h 205760"/>
                <a:gd name="connsiteX4" fmla="*/ 204556 w 217409"/>
                <a:gd name="connsiteY4" fmla="*/ 108341 h 205760"/>
                <a:gd name="connsiteX5" fmla="*/ 191904 w 217409"/>
                <a:gd name="connsiteY5" fmla="*/ 120152 h 205760"/>
                <a:gd name="connsiteX6" fmla="*/ 182511 w 217409"/>
                <a:gd name="connsiteY6" fmla="*/ 105085 h 205760"/>
                <a:gd name="connsiteX7" fmla="*/ 177207 w 217409"/>
                <a:gd name="connsiteY7" fmla="*/ 98893 h 205760"/>
                <a:gd name="connsiteX8" fmla="*/ 174460 w 217409"/>
                <a:gd name="connsiteY8" fmla="*/ 98191 h 205760"/>
                <a:gd name="connsiteX9" fmla="*/ 168070 w 217409"/>
                <a:gd name="connsiteY9" fmla="*/ 104575 h 205760"/>
                <a:gd name="connsiteX10" fmla="*/ 168070 w 217409"/>
                <a:gd name="connsiteY10" fmla="*/ 117406 h 205760"/>
                <a:gd name="connsiteX11" fmla="*/ 155865 w 217409"/>
                <a:gd name="connsiteY11" fmla="*/ 128323 h 205760"/>
                <a:gd name="connsiteX12" fmla="*/ 145257 w 217409"/>
                <a:gd name="connsiteY12" fmla="*/ 113959 h 205760"/>
                <a:gd name="connsiteX13" fmla="*/ 144427 w 217409"/>
                <a:gd name="connsiteY13" fmla="*/ 110959 h 205760"/>
                <a:gd name="connsiteX14" fmla="*/ 144427 w 217409"/>
                <a:gd name="connsiteY14" fmla="*/ 104638 h 205760"/>
                <a:gd name="connsiteX15" fmla="*/ 138037 w 217409"/>
                <a:gd name="connsiteY15" fmla="*/ 98254 h 205760"/>
                <a:gd name="connsiteX16" fmla="*/ 131647 w 217409"/>
                <a:gd name="connsiteY16" fmla="*/ 104638 h 205760"/>
                <a:gd name="connsiteX17" fmla="*/ 131647 w 217409"/>
                <a:gd name="connsiteY17" fmla="*/ 135665 h 205760"/>
                <a:gd name="connsiteX18" fmla="*/ 119442 w 217409"/>
                <a:gd name="connsiteY18" fmla="*/ 146581 h 205760"/>
                <a:gd name="connsiteX19" fmla="*/ 108835 w 217409"/>
                <a:gd name="connsiteY19" fmla="*/ 132217 h 205760"/>
                <a:gd name="connsiteX20" fmla="*/ 108004 w 217409"/>
                <a:gd name="connsiteY20" fmla="*/ 129217 h 205760"/>
                <a:gd name="connsiteX21" fmla="*/ 108004 w 217409"/>
                <a:gd name="connsiteY21" fmla="*/ 104638 h 205760"/>
                <a:gd name="connsiteX22" fmla="*/ 101614 w 217409"/>
                <a:gd name="connsiteY22" fmla="*/ 98254 h 205760"/>
                <a:gd name="connsiteX23" fmla="*/ 95224 w 217409"/>
                <a:gd name="connsiteY23" fmla="*/ 104638 h 205760"/>
                <a:gd name="connsiteX24" fmla="*/ 95224 w 217409"/>
                <a:gd name="connsiteY24" fmla="*/ 181182 h 205760"/>
                <a:gd name="connsiteX25" fmla="*/ 83403 w 217409"/>
                <a:gd name="connsiteY25" fmla="*/ 192993 h 205760"/>
                <a:gd name="connsiteX26" fmla="*/ 71582 w 217409"/>
                <a:gd name="connsiteY26" fmla="*/ 181182 h 205760"/>
                <a:gd name="connsiteX27" fmla="*/ 71582 w 217409"/>
                <a:gd name="connsiteY27" fmla="*/ 71952 h 205760"/>
                <a:gd name="connsiteX28" fmla="*/ 68514 w 217409"/>
                <a:gd name="connsiteY28" fmla="*/ 66526 h 205760"/>
                <a:gd name="connsiteX29" fmla="*/ 62252 w 217409"/>
                <a:gd name="connsiteY29" fmla="*/ 66334 h 205760"/>
                <a:gd name="connsiteX30" fmla="*/ 33178 w 217409"/>
                <a:gd name="connsiteY30" fmla="*/ 115300 h 205760"/>
                <a:gd name="connsiteX31" fmla="*/ 17203 w 217409"/>
                <a:gd name="connsiteY31" fmla="*/ 119960 h 205760"/>
                <a:gd name="connsiteX32" fmla="*/ 14839 w 217409"/>
                <a:gd name="connsiteY32" fmla="*/ 102149 h 205760"/>
                <a:gd name="connsiteX33" fmla="*/ 15158 w 217409"/>
                <a:gd name="connsiteY33" fmla="*/ 101446 h 205760"/>
                <a:gd name="connsiteX34" fmla="*/ 77013 w 217409"/>
                <a:gd name="connsiteY34" fmla="*/ 11815 h 205760"/>
                <a:gd name="connsiteX35" fmla="*/ 79058 w 217409"/>
                <a:gd name="connsiteY35" fmla="*/ 3005 h 205760"/>
                <a:gd name="connsiteX36" fmla="*/ 70239 w 217409"/>
                <a:gd name="connsiteY36" fmla="*/ 962 h 205760"/>
                <a:gd name="connsiteX37" fmla="*/ 3209 w 217409"/>
                <a:gd name="connsiteY37" fmla="*/ 96786 h 205760"/>
                <a:gd name="connsiteX38" fmla="*/ 11452 w 217409"/>
                <a:gd name="connsiteY38" fmla="*/ 131324 h 205760"/>
                <a:gd name="connsiteX39" fmla="*/ 44872 w 217409"/>
                <a:gd name="connsiteY39" fmla="*/ 120343 h 205760"/>
                <a:gd name="connsiteX40" fmla="*/ 45383 w 217409"/>
                <a:gd name="connsiteY40" fmla="*/ 118811 h 205760"/>
                <a:gd name="connsiteX41" fmla="*/ 58738 w 217409"/>
                <a:gd name="connsiteY41" fmla="*/ 86508 h 205760"/>
                <a:gd name="connsiteX42" fmla="*/ 58738 w 217409"/>
                <a:gd name="connsiteY42" fmla="*/ 181182 h 205760"/>
                <a:gd name="connsiteX43" fmla="*/ 83339 w 217409"/>
                <a:gd name="connsiteY43" fmla="*/ 205761 h 205760"/>
                <a:gd name="connsiteX44" fmla="*/ 107940 w 217409"/>
                <a:gd name="connsiteY44" fmla="*/ 181182 h 205760"/>
                <a:gd name="connsiteX45" fmla="*/ 107940 w 217409"/>
                <a:gd name="connsiteY45" fmla="*/ 155646 h 205760"/>
                <a:gd name="connsiteX46" fmla="*/ 119378 w 217409"/>
                <a:gd name="connsiteY46" fmla="*/ 159349 h 205760"/>
                <a:gd name="connsiteX47" fmla="*/ 144235 w 217409"/>
                <a:gd name="connsiteY47" fmla="*/ 137324 h 205760"/>
                <a:gd name="connsiteX48" fmla="*/ 155865 w 217409"/>
                <a:gd name="connsiteY48" fmla="*/ 141155 h 205760"/>
                <a:gd name="connsiteX49" fmla="*/ 178549 w 217409"/>
                <a:gd name="connsiteY49" fmla="*/ 127493 h 205760"/>
                <a:gd name="connsiteX50" fmla="*/ 191904 w 217409"/>
                <a:gd name="connsiteY50" fmla="*/ 132983 h 205760"/>
                <a:gd name="connsiteX51" fmla="*/ 217336 w 217409"/>
                <a:gd name="connsiteY51" fmla="*/ 108405 h 205760"/>
                <a:gd name="connsiteX52" fmla="*/ 217336 w 217409"/>
                <a:gd name="connsiteY52" fmla="*/ 72335 h 205760"/>
                <a:gd name="connsiteX53" fmla="*/ 196824 w 217409"/>
                <a:gd name="connsiteY53" fmla="*/ 4091 h 20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17409" h="205760">
                  <a:moveTo>
                    <a:pt x="196824" y="4091"/>
                  </a:moveTo>
                  <a:cubicBezTo>
                    <a:pt x="194524" y="1409"/>
                    <a:pt x="190499" y="1090"/>
                    <a:pt x="187814" y="3325"/>
                  </a:cubicBezTo>
                  <a:cubicBezTo>
                    <a:pt x="185130" y="5623"/>
                    <a:pt x="184811" y="9645"/>
                    <a:pt x="187048" y="12326"/>
                  </a:cubicBezTo>
                  <a:cubicBezTo>
                    <a:pt x="206345" y="35053"/>
                    <a:pt x="204556" y="71186"/>
                    <a:pt x="204556" y="71952"/>
                  </a:cubicBezTo>
                  <a:lnTo>
                    <a:pt x="204556" y="108341"/>
                  </a:lnTo>
                  <a:cubicBezTo>
                    <a:pt x="204556" y="114661"/>
                    <a:pt x="198677" y="120152"/>
                    <a:pt x="191904" y="120152"/>
                  </a:cubicBezTo>
                  <a:cubicBezTo>
                    <a:pt x="185770" y="120152"/>
                    <a:pt x="182511" y="111405"/>
                    <a:pt x="182511" y="105085"/>
                  </a:cubicBezTo>
                  <a:cubicBezTo>
                    <a:pt x="182511" y="101957"/>
                    <a:pt x="180211" y="99467"/>
                    <a:pt x="177207" y="98893"/>
                  </a:cubicBezTo>
                  <a:cubicBezTo>
                    <a:pt x="176376" y="98510"/>
                    <a:pt x="175482" y="98191"/>
                    <a:pt x="174460" y="98191"/>
                  </a:cubicBezTo>
                  <a:cubicBezTo>
                    <a:pt x="170945" y="98191"/>
                    <a:pt x="168070" y="101063"/>
                    <a:pt x="168070" y="104575"/>
                  </a:cubicBezTo>
                  <a:lnTo>
                    <a:pt x="168070" y="117406"/>
                  </a:lnTo>
                  <a:cubicBezTo>
                    <a:pt x="168070" y="124237"/>
                    <a:pt x="161872" y="128323"/>
                    <a:pt x="155865" y="128323"/>
                  </a:cubicBezTo>
                  <a:cubicBezTo>
                    <a:pt x="149795" y="128323"/>
                    <a:pt x="145257" y="120726"/>
                    <a:pt x="145257" y="113959"/>
                  </a:cubicBezTo>
                  <a:cubicBezTo>
                    <a:pt x="145257" y="112874"/>
                    <a:pt x="144938" y="111852"/>
                    <a:pt x="144427" y="110959"/>
                  </a:cubicBezTo>
                  <a:lnTo>
                    <a:pt x="144427" y="104638"/>
                  </a:lnTo>
                  <a:cubicBezTo>
                    <a:pt x="144427" y="101127"/>
                    <a:pt x="141551" y="98254"/>
                    <a:pt x="138037" y="98254"/>
                  </a:cubicBezTo>
                  <a:cubicBezTo>
                    <a:pt x="134523" y="98254"/>
                    <a:pt x="131647" y="101127"/>
                    <a:pt x="131647" y="104638"/>
                  </a:cubicBezTo>
                  <a:lnTo>
                    <a:pt x="131647" y="135665"/>
                  </a:lnTo>
                  <a:cubicBezTo>
                    <a:pt x="131647" y="142495"/>
                    <a:pt x="125449" y="146581"/>
                    <a:pt x="119442" y="146581"/>
                  </a:cubicBezTo>
                  <a:cubicBezTo>
                    <a:pt x="113372" y="146581"/>
                    <a:pt x="108835" y="138984"/>
                    <a:pt x="108835" y="132217"/>
                  </a:cubicBezTo>
                  <a:cubicBezTo>
                    <a:pt x="108835" y="131132"/>
                    <a:pt x="108515" y="130174"/>
                    <a:pt x="108004" y="129217"/>
                  </a:cubicBezTo>
                  <a:lnTo>
                    <a:pt x="108004" y="104638"/>
                  </a:lnTo>
                  <a:cubicBezTo>
                    <a:pt x="108004" y="101127"/>
                    <a:pt x="105129" y="98254"/>
                    <a:pt x="101614" y="98254"/>
                  </a:cubicBezTo>
                  <a:cubicBezTo>
                    <a:pt x="98099" y="98254"/>
                    <a:pt x="95224" y="101127"/>
                    <a:pt x="95224" y="104638"/>
                  </a:cubicBezTo>
                  <a:lnTo>
                    <a:pt x="95224" y="181182"/>
                  </a:lnTo>
                  <a:cubicBezTo>
                    <a:pt x="95224" y="187694"/>
                    <a:pt x="89921" y="192993"/>
                    <a:pt x="83403" y="192993"/>
                  </a:cubicBezTo>
                  <a:cubicBezTo>
                    <a:pt x="76885" y="192993"/>
                    <a:pt x="71582" y="187694"/>
                    <a:pt x="71582" y="181182"/>
                  </a:cubicBezTo>
                  <a:lnTo>
                    <a:pt x="71582" y="71952"/>
                  </a:lnTo>
                  <a:cubicBezTo>
                    <a:pt x="71582" y="69718"/>
                    <a:pt x="70431" y="67675"/>
                    <a:pt x="68514" y="66526"/>
                  </a:cubicBezTo>
                  <a:cubicBezTo>
                    <a:pt x="66598" y="65377"/>
                    <a:pt x="64233" y="65249"/>
                    <a:pt x="62252" y="66334"/>
                  </a:cubicBezTo>
                  <a:cubicBezTo>
                    <a:pt x="43018" y="76357"/>
                    <a:pt x="34712" y="108469"/>
                    <a:pt x="33178" y="115300"/>
                  </a:cubicBezTo>
                  <a:cubicBezTo>
                    <a:pt x="30047" y="120662"/>
                    <a:pt x="22954" y="122833"/>
                    <a:pt x="17203" y="119960"/>
                  </a:cubicBezTo>
                  <a:cubicBezTo>
                    <a:pt x="12027" y="117406"/>
                    <a:pt x="11708" y="108469"/>
                    <a:pt x="14839" y="102149"/>
                  </a:cubicBezTo>
                  <a:cubicBezTo>
                    <a:pt x="14966" y="101893"/>
                    <a:pt x="15030" y="101702"/>
                    <a:pt x="15158" y="101446"/>
                  </a:cubicBezTo>
                  <a:cubicBezTo>
                    <a:pt x="15414" y="100808"/>
                    <a:pt x="39120" y="35372"/>
                    <a:pt x="77013" y="11815"/>
                  </a:cubicBezTo>
                  <a:cubicBezTo>
                    <a:pt x="80016" y="9964"/>
                    <a:pt x="80911" y="6006"/>
                    <a:pt x="79058" y="3005"/>
                  </a:cubicBezTo>
                  <a:cubicBezTo>
                    <a:pt x="77205" y="5"/>
                    <a:pt x="73243" y="-889"/>
                    <a:pt x="70239" y="962"/>
                  </a:cubicBezTo>
                  <a:cubicBezTo>
                    <a:pt x="29664" y="26179"/>
                    <a:pt x="5445" y="90785"/>
                    <a:pt x="3209" y="96786"/>
                  </a:cubicBezTo>
                  <a:cubicBezTo>
                    <a:pt x="-2542" y="108660"/>
                    <a:pt x="-1009" y="125067"/>
                    <a:pt x="11452" y="131324"/>
                  </a:cubicBezTo>
                  <a:cubicBezTo>
                    <a:pt x="23529" y="137388"/>
                    <a:pt x="38865" y="132345"/>
                    <a:pt x="44872" y="120343"/>
                  </a:cubicBezTo>
                  <a:cubicBezTo>
                    <a:pt x="45127" y="119832"/>
                    <a:pt x="45319" y="119385"/>
                    <a:pt x="45383" y="118811"/>
                  </a:cubicBezTo>
                  <a:cubicBezTo>
                    <a:pt x="46853" y="112108"/>
                    <a:pt x="51453" y="96914"/>
                    <a:pt x="58738" y="86508"/>
                  </a:cubicBezTo>
                  <a:lnTo>
                    <a:pt x="58738" y="181182"/>
                  </a:lnTo>
                  <a:cubicBezTo>
                    <a:pt x="58738" y="194716"/>
                    <a:pt x="69793" y="205761"/>
                    <a:pt x="83339" y="205761"/>
                  </a:cubicBezTo>
                  <a:cubicBezTo>
                    <a:pt x="96886" y="205761"/>
                    <a:pt x="107940" y="194716"/>
                    <a:pt x="107940" y="181182"/>
                  </a:cubicBezTo>
                  <a:lnTo>
                    <a:pt x="107940" y="155646"/>
                  </a:lnTo>
                  <a:cubicBezTo>
                    <a:pt x="111263" y="157881"/>
                    <a:pt x="115033" y="159349"/>
                    <a:pt x="119378" y="159349"/>
                  </a:cubicBezTo>
                  <a:cubicBezTo>
                    <a:pt x="132797" y="159349"/>
                    <a:pt x="143341" y="149773"/>
                    <a:pt x="144235" y="137324"/>
                  </a:cubicBezTo>
                  <a:cubicBezTo>
                    <a:pt x="147558" y="139623"/>
                    <a:pt x="151456" y="141155"/>
                    <a:pt x="155865" y="141155"/>
                  </a:cubicBezTo>
                  <a:cubicBezTo>
                    <a:pt x="166089" y="141155"/>
                    <a:pt x="174652" y="135601"/>
                    <a:pt x="178549" y="127493"/>
                  </a:cubicBezTo>
                  <a:cubicBezTo>
                    <a:pt x="182063" y="130877"/>
                    <a:pt x="186601" y="132983"/>
                    <a:pt x="191904" y="132983"/>
                  </a:cubicBezTo>
                  <a:cubicBezTo>
                    <a:pt x="205707" y="132983"/>
                    <a:pt x="217336" y="121748"/>
                    <a:pt x="217336" y="108405"/>
                  </a:cubicBezTo>
                  <a:lnTo>
                    <a:pt x="217336" y="72335"/>
                  </a:lnTo>
                  <a:cubicBezTo>
                    <a:pt x="217400" y="70612"/>
                    <a:pt x="219444" y="30776"/>
                    <a:pt x="196824" y="4091"/>
                  </a:cubicBezTo>
                  <a:close/>
                </a:path>
              </a:pathLst>
            </a:custGeom>
            <a:solidFill>
              <a:srgbClr val="00A3E0"/>
            </a:solidFill>
            <a:ln w="6390" cap="flat">
              <a:noFill/>
              <a:prstDash val="solid"/>
              <a:miter/>
            </a:ln>
          </p:spPr>
          <p:txBody>
            <a:bodyPr rtlCol="0" anchor="ctr"/>
            <a:lstStyle/>
            <a:p>
              <a:endParaRPr lang="en-US"/>
            </a:p>
          </p:txBody>
        </p:sp>
      </p:grpSp>
      <p:sp>
        <p:nvSpPr>
          <p:cNvPr id="1079" name="Graphic 4">
            <a:extLst>
              <a:ext uri="{FF2B5EF4-FFF2-40B4-BE49-F238E27FC236}">
                <a16:creationId xmlns:a16="http://schemas.microsoft.com/office/drawing/2014/main" id="{5D178578-5A78-B94D-B540-D85BB7EDB005}"/>
              </a:ext>
            </a:extLst>
          </p:cNvPr>
          <p:cNvSpPr/>
          <p:nvPr/>
        </p:nvSpPr>
        <p:spPr>
          <a:xfrm>
            <a:off x="8239632" y="3339815"/>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93805 w 362309"/>
              <a:gd name="connsiteY5" fmla="*/ 170261 h 361971"/>
              <a:gd name="connsiteX6" fmla="*/ 87479 w 362309"/>
              <a:gd name="connsiteY6" fmla="*/ 164962 h 361971"/>
              <a:gd name="connsiteX7" fmla="*/ 86392 w 362309"/>
              <a:gd name="connsiteY7" fmla="*/ 151620 h 361971"/>
              <a:gd name="connsiteX8" fmla="*/ 166394 w 362309"/>
              <a:gd name="connsiteY8" fmla="*/ 71756 h 361971"/>
              <a:gd name="connsiteX9" fmla="*/ 246332 w 362309"/>
              <a:gd name="connsiteY9" fmla="*/ 151620 h 361971"/>
              <a:gd name="connsiteX10" fmla="*/ 246141 w 362309"/>
              <a:gd name="connsiteY10" fmla="*/ 156918 h 361971"/>
              <a:gd name="connsiteX11" fmla="*/ 239368 w 362309"/>
              <a:gd name="connsiteY11" fmla="*/ 162855 h 361971"/>
              <a:gd name="connsiteX12" fmla="*/ 233425 w 362309"/>
              <a:gd name="connsiteY12" fmla="*/ 156088 h 361971"/>
              <a:gd name="connsiteX13" fmla="*/ 233553 w 362309"/>
              <a:gd name="connsiteY13" fmla="*/ 151620 h 361971"/>
              <a:gd name="connsiteX14" fmla="*/ 166394 w 362309"/>
              <a:gd name="connsiteY14" fmla="*/ 84524 h 361971"/>
              <a:gd name="connsiteX15" fmla="*/ 99172 w 362309"/>
              <a:gd name="connsiteY15" fmla="*/ 151620 h 361971"/>
              <a:gd name="connsiteX16" fmla="*/ 100131 w 362309"/>
              <a:gd name="connsiteY16" fmla="*/ 162855 h 361971"/>
              <a:gd name="connsiteX17" fmla="*/ 94890 w 362309"/>
              <a:gd name="connsiteY17" fmla="*/ 170197 h 361971"/>
              <a:gd name="connsiteX18" fmla="*/ 93805 w 362309"/>
              <a:gd name="connsiteY18" fmla="*/ 170261 h 361971"/>
              <a:gd name="connsiteX19" fmla="*/ 129460 w 362309"/>
              <a:gd name="connsiteY19" fmla="*/ 157876 h 361971"/>
              <a:gd name="connsiteX20" fmla="*/ 124221 w 362309"/>
              <a:gd name="connsiteY20" fmla="*/ 165217 h 361971"/>
              <a:gd name="connsiteX21" fmla="*/ 123134 w 362309"/>
              <a:gd name="connsiteY21" fmla="*/ 165281 h 361971"/>
              <a:gd name="connsiteX22" fmla="*/ 116808 w 362309"/>
              <a:gd name="connsiteY22" fmla="*/ 159983 h 361971"/>
              <a:gd name="connsiteX23" fmla="*/ 116105 w 362309"/>
              <a:gd name="connsiteY23" fmla="*/ 151556 h 361971"/>
              <a:gd name="connsiteX24" fmla="*/ 166650 w 362309"/>
              <a:gd name="connsiteY24" fmla="*/ 101058 h 361971"/>
              <a:gd name="connsiteX25" fmla="*/ 216491 w 362309"/>
              <a:gd name="connsiteY25" fmla="*/ 143129 h 361971"/>
              <a:gd name="connsiteX26" fmla="*/ 211252 w 362309"/>
              <a:gd name="connsiteY26" fmla="*/ 150470 h 361971"/>
              <a:gd name="connsiteX27" fmla="*/ 203903 w 362309"/>
              <a:gd name="connsiteY27" fmla="*/ 145236 h 361971"/>
              <a:gd name="connsiteX28" fmla="*/ 166650 w 362309"/>
              <a:gd name="connsiteY28" fmla="*/ 113826 h 361971"/>
              <a:gd name="connsiteX29" fmla="*/ 128885 w 362309"/>
              <a:gd name="connsiteY29" fmla="*/ 151556 h 361971"/>
              <a:gd name="connsiteX30" fmla="*/ 129460 w 362309"/>
              <a:gd name="connsiteY30" fmla="*/ 157876 h 361971"/>
              <a:gd name="connsiteX31" fmla="*/ 265374 w 362309"/>
              <a:gd name="connsiteY31" fmla="*/ 287088 h 361971"/>
              <a:gd name="connsiteX32" fmla="*/ 259815 w 362309"/>
              <a:gd name="connsiteY32" fmla="*/ 290280 h 361971"/>
              <a:gd name="connsiteX33" fmla="*/ 256620 w 362309"/>
              <a:gd name="connsiteY33" fmla="*/ 289386 h 361971"/>
              <a:gd name="connsiteX34" fmla="*/ 254320 w 362309"/>
              <a:gd name="connsiteY34" fmla="*/ 280640 h 361971"/>
              <a:gd name="connsiteX35" fmla="*/ 263010 w 362309"/>
              <a:gd name="connsiteY35" fmla="*/ 240229 h 361971"/>
              <a:gd name="connsiteX36" fmla="*/ 263010 w 362309"/>
              <a:gd name="connsiteY36" fmla="*/ 210352 h 361971"/>
              <a:gd name="connsiteX37" fmla="*/ 254703 w 362309"/>
              <a:gd name="connsiteY37" fmla="*/ 202053 h 361971"/>
              <a:gd name="connsiteX38" fmla="*/ 246396 w 362309"/>
              <a:gd name="connsiteY38" fmla="*/ 210352 h 361971"/>
              <a:gd name="connsiteX39" fmla="*/ 240006 w 362309"/>
              <a:gd name="connsiteY39" fmla="*/ 216736 h 361971"/>
              <a:gd name="connsiteX40" fmla="*/ 233616 w 362309"/>
              <a:gd name="connsiteY40" fmla="*/ 210352 h 361971"/>
              <a:gd name="connsiteX41" fmla="*/ 233616 w 362309"/>
              <a:gd name="connsiteY41" fmla="*/ 203011 h 361971"/>
              <a:gd name="connsiteX42" fmla="*/ 225309 w 362309"/>
              <a:gd name="connsiteY42" fmla="*/ 194711 h 361971"/>
              <a:gd name="connsiteX43" fmla="*/ 217003 w 362309"/>
              <a:gd name="connsiteY43" fmla="*/ 203011 h 361971"/>
              <a:gd name="connsiteX44" fmla="*/ 217003 w 362309"/>
              <a:gd name="connsiteY44" fmla="*/ 210352 h 361971"/>
              <a:gd name="connsiteX45" fmla="*/ 210613 w 362309"/>
              <a:gd name="connsiteY45" fmla="*/ 216736 h 361971"/>
              <a:gd name="connsiteX46" fmla="*/ 204223 w 362309"/>
              <a:gd name="connsiteY46" fmla="*/ 210352 h 361971"/>
              <a:gd name="connsiteX47" fmla="*/ 204223 w 362309"/>
              <a:gd name="connsiteY47" fmla="*/ 188327 h 361971"/>
              <a:gd name="connsiteX48" fmla="*/ 195916 w 362309"/>
              <a:gd name="connsiteY48" fmla="*/ 180028 h 361971"/>
              <a:gd name="connsiteX49" fmla="*/ 187608 w 362309"/>
              <a:gd name="connsiteY49" fmla="*/ 188327 h 361971"/>
              <a:gd name="connsiteX50" fmla="*/ 187608 w 362309"/>
              <a:gd name="connsiteY50" fmla="*/ 210352 h 361971"/>
              <a:gd name="connsiteX51" fmla="*/ 181219 w 362309"/>
              <a:gd name="connsiteY51" fmla="*/ 216736 h 361971"/>
              <a:gd name="connsiteX52" fmla="*/ 174829 w 362309"/>
              <a:gd name="connsiteY52" fmla="*/ 210352 h 361971"/>
              <a:gd name="connsiteX53" fmla="*/ 174829 w 362309"/>
              <a:gd name="connsiteY53" fmla="*/ 151556 h 361971"/>
              <a:gd name="connsiteX54" fmla="*/ 166522 w 362309"/>
              <a:gd name="connsiteY54" fmla="*/ 143256 h 361971"/>
              <a:gd name="connsiteX55" fmla="*/ 158215 w 362309"/>
              <a:gd name="connsiteY55" fmla="*/ 151556 h 361971"/>
              <a:gd name="connsiteX56" fmla="*/ 158215 w 362309"/>
              <a:gd name="connsiteY56" fmla="*/ 239782 h 361971"/>
              <a:gd name="connsiteX57" fmla="*/ 154509 w 362309"/>
              <a:gd name="connsiteY57" fmla="*/ 245592 h 361971"/>
              <a:gd name="connsiteX58" fmla="*/ 147671 w 362309"/>
              <a:gd name="connsiteY58" fmla="*/ 244634 h 361971"/>
              <a:gd name="connsiteX59" fmla="*/ 125562 w 362309"/>
              <a:gd name="connsiteY59" fmla="*/ 205373 h 361971"/>
              <a:gd name="connsiteX60" fmla="*/ 114636 w 362309"/>
              <a:gd name="connsiteY60" fmla="*/ 202181 h 361971"/>
              <a:gd name="connsiteX61" fmla="*/ 113421 w 362309"/>
              <a:gd name="connsiteY61" fmla="*/ 214885 h 361971"/>
              <a:gd name="connsiteX62" fmla="*/ 113741 w 362309"/>
              <a:gd name="connsiteY62" fmla="*/ 215587 h 361971"/>
              <a:gd name="connsiteX63" fmla="*/ 153742 w 362309"/>
              <a:gd name="connsiteY63" fmla="*/ 279171 h 361971"/>
              <a:gd name="connsiteX64" fmla="*/ 154317 w 362309"/>
              <a:gd name="connsiteY64" fmla="*/ 288173 h 361971"/>
              <a:gd name="connsiteX65" fmla="*/ 149525 w 362309"/>
              <a:gd name="connsiteY65" fmla="*/ 290343 h 361971"/>
              <a:gd name="connsiteX66" fmla="*/ 145307 w 362309"/>
              <a:gd name="connsiteY66" fmla="*/ 288747 h 361971"/>
              <a:gd name="connsiteX67" fmla="*/ 101920 w 362309"/>
              <a:gd name="connsiteY67" fmla="*/ 220247 h 361971"/>
              <a:gd name="connsiteX68" fmla="*/ 109013 w 362309"/>
              <a:gd name="connsiteY68" fmla="*/ 190753 h 361971"/>
              <a:gd name="connsiteX69" fmla="*/ 125115 w 362309"/>
              <a:gd name="connsiteY69" fmla="*/ 189604 h 361971"/>
              <a:gd name="connsiteX70" fmla="*/ 137320 w 362309"/>
              <a:gd name="connsiteY70" fmla="*/ 200202 h 361971"/>
              <a:gd name="connsiteX71" fmla="*/ 145563 w 362309"/>
              <a:gd name="connsiteY71" fmla="*/ 218524 h 361971"/>
              <a:gd name="connsiteX72" fmla="*/ 145563 w 362309"/>
              <a:gd name="connsiteY72" fmla="*/ 151556 h 361971"/>
              <a:gd name="connsiteX73" fmla="*/ 166650 w 362309"/>
              <a:gd name="connsiteY73" fmla="*/ 130488 h 361971"/>
              <a:gd name="connsiteX74" fmla="*/ 187736 w 362309"/>
              <a:gd name="connsiteY74" fmla="*/ 151556 h 361971"/>
              <a:gd name="connsiteX75" fmla="*/ 187736 w 362309"/>
              <a:gd name="connsiteY75" fmla="*/ 168920 h 361971"/>
              <a:gd name="connsiteX76" fmla="*/ 196044 w 362309"/>
              <a:gd name="connsiteY76" fmla="*/ 167196 h 361971"/>
              <a:gd name="connsiteX77" fmla="*/ 216683 w 362309"/>
              <a:gd name="connsiteY77" fmla="*/ 183859 h 361971"/>
              <a:gd name="connsiteX78" fmla="*/ 225501 w 362309"/>
              <a:gd name="connsiteY78" fmla="*/ 181880 h 361971"/>
              <a:gd name="connsiteX79" fmla="*/ 243712 w 362309"/>
              <a:gd name="connsiteY79" fmla="*/ 192541 h 361971"/>
              <a:gd name="connsiteX80" fmla="*/ 254895 w 362309"/>
              <a:gd name="connsiteY80" fmla="*/ 189221 h 361971"/>
              <a:gd name="connsiteX81" fmla="*/ 275982 w 362309"/>
              <a:gd name="connsiteY81" fmla="*/ 210288 h 361971"/>
              <a:gd name="connsiteX82" fmla="*/ 275982 w 362309"/>
              <a:gd name="connsiteY82" fmla="*/ 239718 h 361971"/>
              <a:gd name="connsiteX83" fmla="*/ 265374 w 362309"/>
              <a:gd name="connsiteY83" fmla="*/ 28708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62309" h="361971">
                <a:moveTo>
                  <a:pt x="181155" y="0"/>
                </a:moveTo>
                <a:cubicBezTo>
                  <a:pt x="81089" y="0"/>
                  <a:pt x="0" y="81012"/>
                  <a:pt x="0" y="180986"/>
                </a:cubicBezTo>
                <a:cubicBezTo>
                  <a:pt x="0" y="280959"/>
                  <a:pt x="81089" y="361971"/>
                  <a:pt x="181155" y="361971"/>
                </a:cubicBezTo>
                <a:cubicBezTo>
                  <a:pt x="281221" y="361971"/>
                  <a:pt x="362310" y="280959"/>
                  <a:pt x="362310" y="180986"/>
                </a:cubicBezTo>
                <a:cubicBezTo>
                  <a:pt x="362310" y="81012"/>
                  <a:pt x="281221" y="0"/>
                  <a:pt x="181155" y="0"/>
                </a:cubicBezTo>
                <a:close/>
                <a:moveTo>
                  <a:pt x="93805" y="170261"/>
                </a:moveTo>
                <a:cubicBezTo>
                  <a:pt x="90738" y="170261"/>
                  <a:pt x="88054" y="168026"/>
                  <a:pt x="87479" y="164962"/>
                </a:cubicBezTo>
                <a:cubicBezTo>
                  <a:pt x="86712" y="160557"/>
                  <a:pt x="86392" y="156088"/>
                  <a:pt x="86392" y="151620"/>
                </a:cubicBezTo>
                <a:cubicBezTo>
                  <a:pt x="86392" y="107570"/>
                  <a:pt x="122240" y="71756"/>
                  <a:pt x="166394" y="71756"/>
                </a:cubicBezTo>
                <a:cubicBezTo>
                  <a:pt x="210485" y="71756"/>
                  <a:pt x="246332" y="107570"/>
                  <a:pt x="246332" y="151620"/>
                </a:cubicBezTo>
                <a:cubicBezTo>
                  <a:pt x="246332" y="153407"/>
                  <a:pt x="246268" y="155195"/>
                  <a:pt x="246141" y="156918"/>
                </a:cubicBezTo>
                <a:cubicBezTo>
                  <a:pt x="245885" y="160429"/>
                  <a:pt x="242754" y="163047"/>
                  <a:pt x="239368" y="162855"/>
                </a:cubicBezTo>
                <a:cubicBezTo>
                  <a:pt x="235853" y="162600"/>
                  <a:pt x="233169" y="159600"/>
                  <a:pt x="233425" y="156088"/>
                </a:cubicBezTo>
                <a:cubicBezTo>
                  <a:pt x="233553" y="154620"/>
                  <a:pt x="233553" y="153088"/>
                  <a:pt x="233553" y="151620"/>
                </a:cubicBezTo>
                <a:cubicBezTo>
                  <a:pt x="233553" y="114592"/>
                  <a:pt x="203392" y="84524"/>
                  <a:pt x="166394" y="84524"/>
                </a:cubicBezTo>
                <a:cubicBezTo>
                  <a:pt x="129396" y="84524"/>
                  <a:pt x="99172" y="114656"/>
                  <a:pt x="99172" y="151620"/>
                </a:cubicBezTo>
                <a:cubicBezTo>
                  <a:pt x="99172" y="155386"/>
                  <a:pt x="99492" y="159153"/>
                  <a:pt x="100131" y="162855"/>
                </a:cubicBezTo>
                <a:cubicBezTo>
                  <a:pt x="100705" y="166303"/>
                  <a:pt x="98341" y="169622"/>
                  <a:pt x="94890" y="170197"/>
                </a:cubicBezTo>
                <a:cubicBezTo>
                  <a:pt x="94507" y="170197"/>
                  <a:pt x="94188" y="170261"/>
                  <a:pt x="93805" y="170261"/>
                </a:cubicBezTo>
                <a:close/>
                <a:moveTo>
                  <a:pt x="129460" y="157876"/>
                </a:moveTo>
                <a:cubicBezTo>
                  <a:pt x="130035" y="161323"/>
                  <a:pt x="127671" y="164643"/>
                  <a:pt x="124221" y="165217"/>
                </a:cubicBezTo>
                <a:cubicBezTo>
                  <a:pt x="123837" y="165281"/>
                  <a:pt x="123518" y="165281"/>
                  <a:pt x="123134" y="165281"/>
                </a:cubicBezTo>
                <a:cubicBezTo>
                  <a:pt x="120067" y="165281"/>
                  <a:pt x="117383" y="163047"/>
                  <a:pt x="116808" y="159983"/>
                </a:cubicBezTo>
                <a:cubicBezTo>
                  <a:pt x="116361" y="157237"/>
                  <a:pt x="116105" y="154365"/>
                  <a:pt x="116105" y="151556"/>
                </a:cubicBezTo>
                <a:cubicBezTo>
                  <a:pt x="116105" y="123721"/>
                  <a:pt x="138789" y="101058"/>
                  <a:pt x="166650" y="101058"/>
                </a:cubicBezTo>
                <a:cubicBezTo>
                  <a:pt x="191443" y="101058"/>
                  <a:pt x="212401" y="118742"/>
                  <a:pt x="216491" y="143129"/>
                </a:cubicBezTo>
                <a:cubicBezTo>
                  <a:pt x="217066" y="146576"/>
                  <a:pt x="214702" y="149896"/>
                  <a:pt x="211252" y="150470"/>
                </a:cubicBezTo>
                <a:cubicBezTo>
                  <a:pt x="207737" y="150981"/>
                  <a:pt x="204478" y="148683"/>
                  <a:pt x="203903" y="145236"/>
                </a:cubicBezTo>
                <a:cubicBezTo>
                  <a:pt x="200836" y="127041"/>
                  <a:pt x="185180" y="113826"/>
                  <a:pt x="166650" y="113826"/>
                </a:cubicBezTo>
                <a:cubicBezTo>
                  <a:pt x="145819" y="113826"/>
                  <a:pt x="128885" y="130744"/>
                  <a:pt x="128885" y="151556"/>
                </a:cubicBezTo>
                <a:cubicBezTo>
                  <a:pt x="128949" y="153662"/>
                  <a:pt x="129141" y="155833"/>
                  <a:pt x="129460" y="157876"/>
                </a:cubicBezTo>
                <a:close/>
                <a:moveTo>
                  <a:pt x="265374" y="287088"/>
                </a:moveTo>
                <a:cubicBezTo>
                  <a:pt x="264161" y="289130"/>
                  <a:pt x="262051" y="290280"/>
                  <a:pt x="259815" y="290280"/>
                </a:cubicBezTo>
                <a:cubicBezTo>
                  <a:pt x="258728" y="290280"/>
                  <a:pt x="257643" y="290024"/>
                  <a:pt x="256620" y="289386"/>
                </a:cubicBezTo>
                <a:cubicBezTo>
                  <a:pt x="253553" y="287598"/>
                  <a:pt x="252530" y="283704"/>
                  <a:pt x="254320" y="280640"/>
                </a:cubicBezTo>
                <a:cubicBezTo>
                  <a:pt x="264608" y="263020"/>
                  <a:pt x="263010" y="240485"/>
                  <a:pt x="263010" y="240229"/>
                </a:cubicBezTo>
                <a:lnTo>
                  <a:pt x="263010" y="210352"/>
                </a:lnTo>
                <a:cubicBezTo>
                  <a:pt x="263010" y="205756"/>
                  <a:pt x="259304" y="202053"/>
                  <a:pt x="254703" y="202053"/>
                </a:cubicBezTo>
                <a:cubicBezTo>
                  <a:pt x="250102" y="202053"/>
                  <a:pt x="246396" y="205756"/>
                  <a:pt x="246396" y="210352"/>
                </a:cubicBezTo>
                <a:cubicBezTo>
                  <a:pt x="246396" y="213863"/>
                  <a:pt x="243520" y="216736"/>
                  <a:pt x="240006" y="216736"/>
                </a:cubicBezTo>
                <a:cubicBezTo>
                  <a:pt x="236492" y="216736"/>
                  <a:pt x="233616" y="213863"/>
                  <a:pt x="233616" y="210352"/>
                </a:cubicBezTo>
                <a:lnTo>
                  <a:pt x="233616" y="203011"/>
                </a:lnTo>
                <a:cubicBezTo>
                  <a:pt x="233616" y="198414"/>
                  <a:pt x="229910" y="194711"/>
                  <a:pt x="225309" y="194711"/>
                </a:cubicBezTo>
                <a:cubicBezTo>
                  <a:pt x="220709" y="194711"/>
                  <a:pt x="217003" y="198414"/>
                  <a:pt x="217003" y="203011"/>
                </a:cubicBezTo>
                <a:lnTo>
                  <a:pt x="217003" y="210352"/>
                </a:lnTo>
                <a:cubicBezTo>
                  <a:pt x="217003" y="213863"/>
                  <a:pt x="214127" y="216736"/>
                  <a:pt x="210613" y="216736"/>
                </a:cubicBezTo>
                <a:cubicBezTo>
                  <a:pt x="207098" y="216736"/>
                  <a:pt x="204223" y="213863"/>
                  <a:pt x="204223" y="210352"/>
                </a:cubicBezTo>
                <a:lnTo>
                  <a:pt x="204223" y="188327"/>
                </a:lnTo>
                <a:cubicBezTo>
                  <a:pt x="204223" y="183731"/>
                  <a:pt x="200516" y="180028"/>
                  <a:pt x="195916" y="180028"/>
                </a:cubicBezTo>
                <a:cubicBezTo>
                  <a:pt x="191315" y="180028"/>
                  <a:pt x="187608" y="183731"/>
                  <a:pt x="187608" y="188327"/>
                </a:cubicBezTo>
                <a:lnTo>
                  <a:pt x="187608" y="210352"/>
                </a:lnTo>
                <a:cubicBezTo>
                  <a:pt x="187608" y="213863"/>
                  <a:pt x="184733" y="216736"/>
                  <a:pt x="181219" y="216736"/>
                </a:cubicBezTo>
                <a:cubicBezTo>
                  <a:pt x="177705" y="216736"/>
                  <a:pt x="174829" y="213863"/>
                  <a:pt x="174829" y="210352"/>
                </a:cubicBezTo>
                <a:lnTo>
                  <a:pt x="174829" y="151556"/>
                </a:lnTo>
                <a:cubicBezTo>
                  <a:pt x="174829" y="146959"/>
                  <a:pt x="171123" y="143256"/>
                  <a:pt x="166522" y="143256"/>
                </a:cubicBezTo>
                <a:cubicBezTo>
                  <a:pt x="161922" y="143256"/>
                  <a:pt x="158215" y="146959"/>
                  <a:pt x="158215" y="151556"/>
                </a:cubicBezTo>
                <a:lnTo>
                  <a:pt x="158215" y="239782"/>
                </a:lnTo>
                <a:cubicBezTo>
                  <a:pt x="158215" y="242272"/>
                  <a:pt x="156745" y="244570"/>
                  <a:pt x="154509" y="245592"/>
                </a:cubicBezTo>
                <a:cubicBezTo>
                  <a:pt x="152273" y="246613"/>
                  <a:pt x="149589" y="246230"/>
                  <a:pt x="147671" y="244634"/>
                </a:cubicBezTo>
                <a:cubicBezTo>
                  <a:pt x="137895" y="236207"/>
                  <a:pt x="126777" y="208501"/>
                  <a:pt x="125562" y="205373"/>
                </a:cubicBezTo>
                <a:cubicBezTo>
                  <a:pt x="123709" y="201798"/>
                  <a:pt x="118726" y="200138"/>
                  <a:pt x="114636" y="202181"/>
                </a:cubicBezTo>
                <a:cubicBezTo>
                  <a:pt x="111249" y="203904"/>
                  <a:pt x="111185" y="210416"/>
                  <a:pt x="113421" y="214885"/>
                </a:cubicBezTo>
                <a:cubicBezTo>
                  <a:pt x="113549" y="215140"/>
                  <a:pt x="113613" y="215332"/>
                  <a:pt x="113741" y="215587"/>
                </a:cubicBezTo>
                <a:cubicBezTo>
                  <a:pt x="113869" y="215970"/>
                  <a:pt x="128757" y="257083"/>
                  <a:pt x="153742" y="279171"/>
                </a:cubicBezTo>
                <a:cubicBezTo>
                  <a:pt x="156362" y="281533"/>
                  <a:pt x="156617" y="285555"/>
                  <a:pt x="154317" y="288173"/>
                </a:cubicBezTo>
                <a:cubicBezTo>
                  <a:pt x="153039" y="289577"/>
                  <a:pt x="151314" y="290343"/>
                  <a:pt x="149525" y="290343"/>
                </a:cubicBezTo>
                <a:cubicBezTo>
                  <a:pt x="147991" y="290343"/>
                  <a:pt x="146522" y="289833"/>
                  <a:pt x="145307" y="288747"/>
                </a:cubicBezTo>
                <a:cubicBezTo>
                  <a:pt x="118853" y="265382"/>
                  <a:pt x="103517" y="224780"/>
                  <a:pt x="101920" y="220247"/>
                </a:cubicBezTo>
                <a:cubicBezTo>
                  <a:pt x="97064" y="210097"/>
                  <a:pt x="98341" y="196116"/>
                  <a:pt x="109013" y="190753"/>
                </a:cubicBezTo>
                <a:cubicBezTo>
                  <a:pt x="114060" y="188200"/>
                  <a:pt x="119811" y="187817"/>
                  <a:pt x="125115" y="189604"/>
                </a:cubicBezTo>
                <a:cubicBezTo>
                  <a:pt x="130483" y="191392"/>
                  <a:pt x="134828" y="195158"/>
                  <a:pt x="137320" y="200202"/>
                </a:cubicBezTo>
                <a:cubicBezTo>
                  <a:pt x="139365" y="205437"/>
                  <a:pt x="142368" y="212204"/>
                  <a:pt x="145563" y="218524"/>
                </a:cubicBezTo>
                <a:lnTo>
                  <a:pt x="145563" y="151556"/>
                </a:lnTo>
                <a:cubicBezTo>
                  <a:pt x="145563" y="139937"/>
                  <a:pt x="155020" y="130488"/>
                  <a:pt x="166650" y="130488"/>
                </a:cubicBezTo>
                <a:cubicBezTo>
                  <a:pt x="178279" y="130488"/>
                  <a:pt x="187736" y="139937"/>
                  <a:pt x="187736" y="151556"/>
                </a:cubicBezTo>
                <a:lnTo>
                  <a:pt x="187736" y="168920"/>
                </a:lnTo>
                <a:cubicBezTo>
                  <a:pt x="190293" y="167835"/>
                  <a:pt x="193104" y="167196"/>
                  <a:pt x="196044" y="167196"/>
                </a:cubicBezTo>
                <a:cubicBezTo>
                  <a:pt x="206139" y="167196"/>
                  <a:pt x="214639" y="174347"/>
                  <a:pt x="216683" y="183859"/>
                </a:cubicBezTo>
                <a:cubicBezTo>
                  <a:pt x="219367" y="182646"/>
                  <a:pt x="222370" y="181880"/>
                  <a:pt x="225501" y="181880"/>
                </a:cubicBezTo>
                <a:cubicBezTo>
                  <a:pt x="233297" y="181880"/>
                  <a:pt x="240070" y="186221"/>
                  <a:pt x="243712" y="192541"/>
                </a:cubicBezTo>
                <a:cubicBezTo>
                  <a:pt x="246971" y="190498"/>
                  <a:pt x="250805" y="189221"/>
                  <a:pt x="254895" y="189221"/>
                </a:cubicBezTo>
                <a:cubicBezTo>
                  <a:pt x="266525" y="189221"/>
                  <a:pt x="275982" y="198670"/>
                  <a:pt x="275982" y="210288"/>
                </a:cubicBezTo>
                <a:lnTo>
                  <a:pt x="275982" y="239718"/>
                </a:lnTo>
                <a:cubicBezTo>
                  <a:pt x="275854" y="240357"/>
                  <a:pt x="277707" y="265957"/>
                  <a:pt x="265374" y="287088"/>
                </a:cubicBezTo>
                <a:close/>
              </a:path>
            </a:pathLst>
          </a:custGeom>
          <a:solidFill>
            <a:srgbClr val="00A3E0"/>
          </a:solidFill>
          <a:ln w="6390" cap="flat">
            <a:noFill/>
            <a:prstDash val="solid"/>
            <a:miter/>
          </a:ln>
        </p:spPr>
        <p:txBody>
          <a:bodyPr rtlCol="0" anchor="ctr"/>
          <a:lstStyle/>
          <a:p>
            <a:endParaRPr lang="en-US"/>
          </a:p>
        </p:txBody>
      </p:sp>
      <p:grpSp>
        <p:nvGrpSpPr>
          <p:cNvPr id="1080" name="Graphic 4">
            <a:extLst>
              <a:ext uri="{FF2B5EF4-FFF2-40B4-BE49-F238E27FC236}">
                <a16:creationId xmlns:a16="http://schemas.microsoft.com/office/drawing/2014/main" id="{498D6AB3-1FEE-6841-8FD2-D0403C60CF6B}"/>
              </a:ext>
            </a:extLst>
          </p:cNvPr>
          <p:cNvGrpSpPr/>
          <p:nvPr/>
        </p:nvGrpSpPr>
        <p:grpSpPr>
          <a:xfrm>
            <a:off x="9279019" y="3824168"/>
            <a:ext cx="362309" cy="361971"/>
            <a:chOff x="9279019" y="3824168"/>
            <a:chExt cx="362309" cy="361971"/>
          </a:xfrm>
          <a:solidFill>
            <a:srgbClr val="00A3E0"/>
          </a:solidFill>
        </p:grpSpPr>
        <p:sp>
          <p:nvSpPr>
            <p:cNvPr id="1081" name="Freeform 1080">
              <a:extLst>
                <a:ext uri="{FF2B5EF4-FFF2-40B4-BE49-F238E27FC236}">
                  <a16:creationId xmlns:a16="http://schemas.microsoft.com/office/drawing/2014/main" id="{00800B96-46A4-4442-8BDF-E092D097544A}"/>
                </a:ext>
              </a:extLst>
            </p:cNvPr>
            <p:cNvSpPr/>
            <p:nvPr/>
          </p:nvSpPr>
          <p:spPr>
            <a:xfrm>
              <a:off x="9478768" y="3908245"/>
              <a:ext cx="68499" cy="68436"/>
            </a:xfrm>
            <a:custGeom>
              <a:avLst/>
              <a:gdLst>
                <a:gd name="connsiteX0" fmla="*/ 34250 w 68499"/>
                <a:gd name="connsiteY0" fmla="*/ 0 h 68436"/>
                <a:gd name="connsiteX1" fmla="*/ 0 w 68499"/>
                <a:gd name="connsiteY1" fmla="*/ 34218 h 68436"/>
                <a:gd name="connsiteX2" fmla="*/ 34250 w 68499"/>
                <a:gd name="connsiteY2" fmla="*/ 68436 h 68436"/>
                <a:gd name="connsiteX3" fmla="*/ 68500 w 68499"/>
                <a:gd name="connsiteY3" fmla="*/ 34218 h 68436"/>
                <a:gd name="connsiteX4" fmla="*/ 34250 w 68499"/>
                <a:gd name="connsiteY4" fmla="*/ 0 h 68436"/>
                <a:gd name="connsiteX5" fmla="*/ 45304 w 68499"/>
                <a:gd name="connsiteY5" fmla="*/ 44305 h 68436"/>
                <a:gd name="connsiteX6" fmla="*/ 30544 w 68499"/>
                <a:gd name="connsiteY6" fmla="*/ 44305 h 68436"/>
                <a:gd name="connsiteX7" fmla="*/ 24154 w 68499"/>
                <a:gd name="connsiteY7" fmla="*/ 37921 h 68436"/>
                <a:gd name="connsiteX8" fmla="*/ 24154 w 68499"/>
                <a:gd name="connsiteY8" fmla="*/ 23174 h 68436"/>
                <a:gd name="connsiteX9" fmla="*/ 30544 w 68499"/>
                <a:gd name="connsiteY9" fmla="*/ 16790 h 68436"/>
                <a:gd name="connsiteX10" fmla="*/ 36934 w 68499"/>
                <a:gd name="connsiteY10" fmla="*/ 23174 h 68436"/>
                <a:gd name="connsiteX11" fmla="*/ 36934 w 68499"/>
                <a:gd name="connsiteY11" fmla="*/ 31537 h 68436"/>
                <a:gd name="connsiteX12" fmla="*/ 45304 w 68499"/>
                <a:gd name="connsiteY12" fmla="*/ 31537 h 68436"/>
                <a:gd name="connsiteX13" fmla="*/ 51694 w 68499"/>
                <a:gd name="connsiteY13" fmla="*/ 37921 h 68436"/>
                <a:gd name="connsiteX14" fmla="*/ 45304 w 68499"/>
                <a:gd name="connsiteY14" fmla="*/ 44305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8499" h="68436">
                  <a:moveTo>
                    <a:pt x="34250" y="0"/>
                  </a:moveTo>
                  <a:cubicBezTo>
                    <a:pt x="15400" y="0"/>
                    <a:pt x="0" y="15321"/>
                    <a:pt x="0" y="34218"/>
                  </a:cubicBezTo>
                  <a:cubicBezTo>
                    <a:pt x="0" y="53115"/>
                    <a:pt x="15336" y="68436"/>
                    <a:pt x="34250" y="68436"/>
                  </a:cubicBezTo>
                  <a:cubicBezTo>
                    <a:pt x="53164" y="68436"/>
                    <a:pt x="68500" y="53115"/>
                    <a:pt x="68500" y="34218"/>
                  </a:cubicBezTo>
                  <a:cubicBezTo>
                    <a:pt x="68500" y="15321"/>
                    <a:pt x="53100" y="0"/>
                    <a:pt x="34250" y="0"/>
                  </a:cubicBezTo>
                  <a:close/>
                  <a:moveTo>
                    <a:pt x="45304" y="44305"/>
                  </a:moveTo>
                  <a:lnTo>
                    <a:pt x="30544" y="44305"/>
                  </a:lnTo>
                  <a:cubicBezTo>
                    <a:pt x="27029" y="44305"/>
                    <a:pt x="24154" y="41432"/>
                    <a:pt x="24154" y="37921"/>
                  </a:cubicBezTo>
                  <a:lnTo>
                    <a:pt x="24154" y="23174"/>
                  </a:lnTo>
                  <a:cubicBezTo>
                    <a:pt x="24154" y="19663"/>
                    <a:pt x="27029" y="16790"/>
                    <a:pt x="30544" y="16790"/>
                  </a:cubicBezTo>
                  <a:cubicBezTo>
                    <a:pt x="34058" y="16790"/>
                    <a:pt x="36934" y="19663"/>
                    <a:pt x="36934" y="23174"/>
                  </a:cubicBezTo>
                  <a:lnTo>
                    <a:pt x="36934" y="31537"/>
                  </a:lnTo>
                  <a:lnTo>
                    <a:pt x="45304" y="31537"/>
                  </a:lnTo>
                  <a:cubicBezTo>
                    <a:pt x="48819" y="31537"/>
                    <a:pt x="51694" y="34410"/>
                    <a:pt x="51694" y="37921"/>
                  </a:cubicBezTo>
                  <a:cubicBezTo>
                    <a:pt x="51694" y="41432"/>
                    <a:pt x="48883" y="44305"/>
                    <a:pt x="45304" y="44305"/>
                  </a:cubicBezTo>
                  <a:close/>
                </a:path>
              </a:pathLst>
            </a:custGeom>
            <a:solidFill>
              <a:srgbClr val="00A3E0"/>
            </a:solidFill>
            <a:ln w="6390" cap="flat">
              <a:noFill/>
              <a:prstDash val="solid"/>
              <a:miter/>
            </a:ln>
          </p:spPr>
          <p:txBody>
            <a:bodyPr rtlCol="0" anchor="ctr"/>
            <a:lstStyle/>
            <a:p>
              <a:endParaRPr lang="en-US"/>
            </a:p>
          </p:txBody>
        </p:sp>
        <p:sp>
          <p:nvSpPr>
            <p:cNvPr id="1082" name="Freeform 1081">
              <a:extLst>
                <a:ext uri="{FF2B5EF4-FFF2-40B4-BE49-F238E27FC236}">
                  <a16:creationId xmlns:a16="http://schemas.microsoft.com/office/drawing/2014/main" id="{1333FF06-C693-5941-9AF6-6FC1344C40E9}"/>
                </a:ext>
              </a:extLst>
            </p:cNvPr>
            <p:cNvSpPr/>
            <p:nvPr/>
          </p:nvSpPr>
          <p:spPr>
            <a:xfrm>
              <a:off x="9279019" y="3824168"/>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09 w 362309"/>
                <a:gd name="connsiteY3" fmla="*/ 180986 h 361971"/>
                <a:gd name="connsiteX4" fmla="*/ 181155 w 362309"/>
                <a:gd name="connsiteY4" fmla="*/ 0 h 361971"/>
                <a:gd name="connsiteX5" fmla="*/ 242562 w 362309"/>
                <a:gd name="connsiteY5" fmla="*/ 288364 h 361971"/>
                <a:gd name="connsiteX6" fmla="*/ 237705 w 362309"/>
                <a:gd name="connsiteY6" fmla="*/ 290599 h 361971"/>
                <a:gd name="connsiteX7" fmla="*/ 233553 w 362309"/>
                <a:gd name="connsiteY7" fmla="*/ 289067 h 361971"/>
                <a:gd name="connsiteX8" fmla="*/ 232786 w 362309"/>
                <a:gd name="connsiteY8" fmla="*/ 280065 h 361971"/>
                <a:gd name="connsiteX9" fmla="*/ 246077 w 362309"/>
                <a:gd name="connsiteY9" fmla="*/ 233079 h 361971"/>
                <a:gd name="connsiteX10" fmla="*/ 246077 w 362309"/>
                <a:gd name="connsiteY10" fmla="*/ 203074 h 361971"/>
                <a:gd name="connsiteX11" fmla="*/ 237705 w 362309"/>
                <a:gd name="connsiteY11" fmla="*/ 194711 h 361971"/>
                <a:gd name="connsiteX12" fmla="*/ 229335 w 362309"/>
                <a:gd name="connsiteY12" fmla="*/ 203074 h 361971"/>
                <a:gd name="connsiteX13" fmla="*/ 222945 w 362309"/>
                <a:gd name="connsiteY13" fmla="*/ 209458 h 361971"/>
                <a:gd name="connsiteX14" fmla="*/ 216555 w 362309"/>
                <a:gd name="connsiteY14" fmla="*/ 203074 h 361971"/>
                <a:gd name="connsiteX15" fmla="*/ 216555 w 362309"/>
                <a:gd name="connsiteY15" fmla="*/ 195669 h 361971"/>
                <a:gd name="connsiteX16" fmla="*/ 208184 w 362309"/>
                <a:gd name="connsiteY16" fmla="*/ 187306 h 361971"/>
                <a:gd name="connsiteX17" fmla="*/ 199813 w 362309"/>
                <a:gd name="connsiteY17" fmla="*/ 195669 h 361971"/>
                <a:gd name="connsiteX18" fmla="*/ 199813 w 362309"/>
                <a:gd name="connsiteY18" fmla="*/ 203074 h 361971"/>
                <a:gd name="connsiteX19" fmla="*/ 193424 w 362309"/>
                <a:gd name="connsiteY19" fmla="*/ 209458 h 361971"/>
                <a:gd name="connsiteX20" fmla="*/ 187034 w 362309"/>
                <a:gd name="connsiteY20" fmla="*/ 203074 h 361971"/>
                <a:gd name="connsiteX21" fmla="*/ 187034 w 362309"/>
                <a:gd name="connsiteY21" fmla="*/ 180922 h 361971"/>
                <a:gd name="connsiteX22" fmla="*/ 178662 w 362309"/>
                <a:gd name="connsiteY22" fmla="*/ 172559 h 361971"/>
                <a:gd name="connsiteX23" fmla="*/ 170292 w 362309"/>
                <a:gd name="connsiteY23" fmla="*/ 180922 h 361971"/>
                <a:gd name="connsiteX24" fmla="*/ 170292 w 362309"/>
                <a:gd name="connsiteY24" fmla="*/ 203074 h 361971"/>
                <a:gd name="connsiteX25" fmla="*/ 163902 w 362309"/>
                <a:gd name="connsiteY25" fmla="*/ 209458 h 361971"/>
                <a:gd name="connsiteX26" fmla="*/ 157512 w 362309"/>
                <a:gd name="connsiteY26" fmla="*/ 203074 h 361971"/>
                <a:gd name="connsiteX27" fmla="*/ 157512 w 362309"/>
                <a:gd name="connsiteY27" fmla="*/ 144086 h 361971"/>
                <a:gd name="connsiteX28" fmla="*/ 149141 w 362309"/>
                <a:gd name="connsiteY28" fmla="*/ 135723 h 361971"/>
                <a:gd name="connsiteX29" fmla="*/ 140771 w 362309"/>
                <a:gd name="connsiteY29" fmla="*/ 144086 h 361971"/>
                <a:gd name="connsiteX30" fmla="*/ 140771 w 362309"/>
                <a:gd name="connsiteY30" fmla="*/ 232632 h 361971"/>
                <a:gd name="connsiteX31" fmla="*/ 137064 w 362309"/>
                <a:gd name="connsiteY31" fmla="*/ 238442 h 361971"/>
                <a:gd name="connsiteX32" fmla="*/ 130227 w 362309"/>
                <a:gd name="connsiteY32" fmla="*/ 237484 h 361971"/>
                <a:gd name="connsiteX33" fmla="*/ 108054 w 362309"/>
                <a:gd name="connsiteY33" fmla="*/ 198095 h 361971"/>
                <a:gd name="connsiteX34" fmla="*/ 97063 w 362309"/>
                <a:gd name="connsiteY34" fmla="*/ 194903 h 361971"/>
                <a:gd name="connsiteX35" fmla="*/ 94379 w 362309"/>
                <a:gd name="connsiteY35" fmla="*/ 199372 h 361971"/>
                <a:gd name="connsiteX36" fmla="*/ 95849 w 362309"/>
                <a:gd name="connsiteY36" fmla="*/ 207671 h 361971"/>
                <a:gd name="connsiteX37" fmla="*/ 96169 w 362309"/>
                <a:gd name="connsiteY37" fmla="*/ 208373 h 361971"/>
                <a:gd name="connsiteX38" fmla="*/ 145179 w 362309"/>
                <a:gd name="connsiteY38" fmla="*/ 278852 h 361971"/>
                <a:gd name="connsiteX39" fmla="*/ 147224 w 362309"/>
                <a:gd name="connsiteY39" fmla="*/ 287662 h 361971"/>
                <a:gd name="connsiteX40" fmla="*/ 141792 w 362309"/>
                <a:gd name="connsiteY40" fmla="*/ 290663 h 361971"/>
                <a:gd name="connsiteX41" fmla="*/ 138406 w 362309"/>
                <a:gd name="connsiteY41" fmla="*/ 289705 h 361971"/>
                <a:gd name="connsiteX42" fmla="*/ 84220 w 362309"/>
                <a:gd name="connsiteY42" fmla="*/ 213033 h 361971"/>
                <a:gd name="connsiteX43" fmla="*/ 81728 w 362309"/>
                <a:gd name="connsiteY43" fmla="*/ 197584 h 361971"/>
                <a:gd name="connsiteX44" fmla="*/ 91312 w 362309"/>
                <a:gd name="connsiteY44" fmla="*/ 183476 h 361971"/>
                <a:gd name="connsiteX45" fmla="*/ 107478 w 362309"/>
                <a:gd name="connsiteY45" fmla="*/ 182327 h 361971"/>
                <a:gd name="connsiteX46" fmla="*/ 119747 w 362309"/>
                <a:gd name="connsiteY46" fmla="*/ 192924 h 361971"/>
                <a:gd name="connsiteX47" fmla="*/ 128055 w 362309"/>
                <a:gd name="connsiteY47" fmla="*/ 211437 h 361971"/>
                <a:gd name="connsiteX48" fmla="*/ 128055 w 362309"/>
                <a:gd name="connsiteY48" fmla="*/ 144150 h 361971"/>
                <a:gd name="connsiteX49" fmla="*/ 149205 w 362309"/>
                <a:gd name="connsiteY49" fmla="*/ 123019 h 361971"/>
                <a:gd name="connsiteX50" fmla="*/ 170356 w 362309"/>
                <a:gd name="connsiteY50" fmla="*/ 144150 h 361971"/>
                <a:gd name="connsiteX51" fmla="*/ 170356 w 362309"/>
                <a:gd name="connsiteY51" fmla="*/ 161642 h 361971"/>
                <a:gd name="connsiteX52" fmla="*/ 178726 w 362309"/>
                <a:gd name="connsiteY52" fmla="*/ 159919 h 361971"/>
                <a:gd name="connsiteX53" fmla="*/ 199430 w 362309"/>
                <a:gd name="connsiteY53" fmla="*/ 176645 h 361971"/>
                <a:gd name="connsiteX54" fmla="*/ 208312 w 362309"/>
                <a:gd name="connsiteY54" fmla="*/ 174666 h 361971"/>
                <a:gd name="connsiteX55" fmla="*/ 226587 w 362309"/>
                <a:gd name="connsiteY55" fmla="*/ 185327 h 361971"/>
                <a:gd name="connsiteX56" fmla="*/ 237833 w 362309"/>
                <a:gd name="connsiteY56" fmla="*/ 182007 h 361971"/>
                <a:gd name="connsiteX57" fmla="*/ 258984 w 362309"/>
                <a:gd name="connsiteY57" fmla="*/ 203138 h 361971"/>
                <a:gd name="connsiteX58" fmla="*/ 258984 w 362309"/>
                <a:gd name="connsiteY58" fmla="*/ 232632 h 361971"/>
                <a:gd name="connsiteX59" fmla="*/ 242562 w 362309"/>
                <a:gd name="connsiteY59" fmla="*/ 288364 h 361971"/>
                <a:gd name="connsiteX60" fmla="*/ 233999 w 362309"/>
                <a:gd name="connsiteY60" fmla="*/ 165218 h 361971"/>
                <a:gd name="connsiteX61" fmla="*/ 186970 w 362309"/>
                <a:gd name="connsiteY61" fmla="*/ 118231 h 361971"/>
                <a:gd name="connsiteX62" fmla="*/ 233999 w 362309"/>
                <a:gd name="connsiteY62" fmla="*/ 71245 h 361971"/>
                <a:gd name="connsiteX63" fmla="*/ 281029 w 362309"/>
                <a:gd name="connsiteY63" fmla="*/ 118231 h 361971"/>
                <a:gd name="connsiteX64" fmla="*/ 233999 w 362309"/>
                <a:gd name="connsiteY64" fmla="*/ 16521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2309" h="361971">
                  <a:moveTo>
                    <a:pt x="181155" y="0"/>
                  </a:moveTo>
                  <a:cubicBezTo>
                    <a:pt x="81088" y="0"/>
                    <a:pt x="0" y="81013"/>
                    <a:pt x="0" y="180986"/>
                  </a:cubicBezTo>
                  <a:cubicBezTo>
                    <a:pt x="0" y="280959"/>
                    <a:pt x="81088" y="361971"/>
                    <a:pt x="181155" y="361971"/>
                  </a:cubicBezTo>
                  <a:cubicBezTo>
                    <a:pt x="281221" y="361971"/>
                    <a:pt x="362309" y="280959"/>
                    <a:pt x="362309" y="180986"/>
                  </a:cubicBezTo>
                  <a:cubicBezTo>
                    <a:pt x="362309" y="81013"/>
                    <a:pt x="281221" y="0"/>
                    <a:pt x="181155" y="0"/>
                  </a:cubicBezTo>
                  <a:close/>
                  <a:moveTo>
                    <a:pt x="242562" y="288364"/>
                  </a:moveTo>
                  <a:cubicBezTo>
                    <a:pt x="241284" y="289833"/>
                    <a:pt x="239495" y="290599"/>
                    <a:pt x="237705" y="290599"/>
                  </a:cubicBezTo>
                  <a:cubicBezTo>
                    <a:pt x="236236" y="290599"/>
                    <a:pt x="234766" y="290088"/>
                    <a:pt x="233553" y="289067"/>
                  </a:cubicBezTo>
                  <a:cubicBezTo>
                    <a:pt x="230868" y="286768"/>
                    <a:pt x="230549" y="282746"/>
                    <a:pt x="232786" y="280065"/>
                  </a:cubicBezTo>
                  <a:cubicBezTo>
                    <a:pt x="248121" y="261999"/>
                    <a:pt x="246077" y="233334"/>
                    <a:pt x="246077" y="233079"/>
                  </a:cubicBezTo>
                  <a:lnTo>
                    <a:pt x="246077" y="203074"/>
                  </a:lnTo>
                  <a:cubicBezTo>
                    <a:pt x="246077" y="198478"/>
                    <a:pt x="242307" y="194711"/>
                    <a:pt x="237705" y="194711"/>
                  </a:cubicBezTo>
                  <a:cubicBezTo>
                    <a:pt x="233105" y="194711"/>
                    <a:pt x="229335" y="198478"/>
                    <a:pt x="229335" y="203074"/>
                  </a:cubicBezTo>
                  <a:cubicBezTo>
                    <a:pt x="229335" y="206586"/>
                    <a:pt x="226459" y="209458"/>
                    <a:pt x="222945" y="209458"/>
                  </a:cubicBezTo>
                  <a:cubicBezTo>
                    <a:pt x="219430" y="209458"/>
                    <a:pt x="216555" y="206586"/>
                    <a:pt x="216555" y="203074"/>
                  </a:cubicBezTo>
                  <a:lnTo>
                    <a:pt x="216555" y="195669"/>
                  </a:lnTo>
                  <a:cubicBezTo>
                    <a:pt x="216555" y="191073"/>
                    <a:pt x="212785" y="187306"/>
                    <a:pt x="208184" y="187306"/>
                  </a:cubicBezTo>
                  <a:cubicBezTo>
                    <a:pt x="203583" y="187306"/>
                    <a:pt x="199813" y="191073"/>
                    <a:pt x="199813" y="195669"/>
                  </a:cubicBezTo>
                  <a:lnTo>
                    <a:pt x="199813" y="203074"/>
                  </a:lnTo>
                  <a:cubicBezTo>
                    <a:pt x="199813" y="206586"/>
                    <a:pt x="196938" y="209458"/>
                    <a:pt x="193424" y="209458"/>
                  </a:cubicBezTo>
                  <a:cubicBezTo>
                    <a:pt x="189909" y="209458"/>
                    <a:pt x="187034" y="206586"/>
                    <a:pt x="187034" y="203074"/>
                  </a:cubicBezTo>
                  <a:lnTo>
                    <a:pt x="187034" y="180922"/>
                  </a:lnTo>
                  <a:cubicBezTo>
                    <a:pt x="187034" y="176326"/>
                    <a:pt x="183264" y="172559"/>
                    <a:pt x="178662" y="172559"/>
                  </a:cubicBezTo>
                  <a:cubicBezTo>
                    <a:pt x="174062" y="172559"/>
                    <a:pt x="170292" y="176326"/>
                    <a:pt x="170292" y="180922"/>
                  </a:cubicBezTo>
                  <a:lnTo>
                    <a:pt x="170292" y="203074"/>
                  </a:lnTo>
                  <a:cubicBezTo>
                    <a:pt x="170292" y="206586"/>
                    <a:pt x="167416" y="209458"/>
                    <a:pt x="163902" y="209458"/>
                  </a:cubicBezTo>
                  <a:cubicBezTo>
                    <a:pt x="160387" y="209458"/>
                    <a:pt x="157512" y="206586"/>
                    <a:pt x="157512" y="203074"/>
                  </a:cubicBezTo>
                  <a:lnTo>
                    <a:pt x="157512" y="144086"/>
                  </a:lnTo>
                  <a:cubicBezTo>
                    <a:pt x="157512" y="139490"/>
                    <a:pt x="153741" y="135723"/>
                    <a:pt x="149141" y="135723"/>
                  </a:cubicBezTo>
                  <a:cubicBezTo>
                    <a:pt x="144540" y="135723"/>
                    <a:pt x="140771" y="139490"/>
                    <a:pt x="140771" y="144086"/>
                  </a:cubicBezTo>
                  <a:lnTo>
                    <a:pt x="140771" y="232632"/>
                  </a:lnTo>
                  <a:cubicBezTo>
                    <a:pt x="140771" y="235122"/>
                    <a:pt x="139301" y="237420"/>
                    <a:pt x="137064" y="238442"/>
                  </a:cubicBezTo>
                  <a:cubicBezTo>
                    <a:pt x="134764" y="239463"/>
                    <a:pt x="132144" y="239080"/>
                    <a:pt x="130227" y="237484"/>
                  </a:cubicBezTo>
                  <a:cubicBezTo>
                    <a:pt x="120386" y="228993"/>
                    <a:pt x="109268" y="201223"/>
                    <a:pt x="108054" y="198095"/>
                  </a:cubicBezTo>
                  <a:cubicBezTo>
                    <a:pt x="106201" y="194520"/>
                    <a:pt x="101216" y="192796"/>
                    <a:pt x="97063" y="194903"/>
                  </a:cubicBezTo>
                  <a:cubicBezTo>
                    <a:pt x="95593" y="195605"/>
                    <a:pt x="94699" y="197137"/>
                    <a:pt x="94379" y="199372"/>
                  </a:cubicBezTo>
                  <a:cubicBezTo>
                    <a:pt x="93996" y="201989"/>
                    <a:pt x="94571" y="205117"/>
                    <a:pt x="95849" y="207671"/>
                  </a:cubicBezTo>
                  <a:cubicBezTo>
                    <a:pt x="95977" y="207926"/>
                    <a:pt x="96041" y="208118"/>
                    <a:pt x="96169" y="208373"/>
                  </a:cubicBezTo>
                  <a:cubicBezTo>
                    <a:pt x="96360" y="208884"/>
                    <a:pt x="114891" y="260019"/>
                    <a:pt x="145179" y="278852"/>
                  </a:cubicBezTo>
                  <a:cubicBezTo>
                    <a:pt x="148182" y="280704"/>
                    <a:pt x="149077" y="284662"/>
                    <a:pt x="147224" y="287662"/>
                  </a:cubicBezTo>
                  <a:cubicBezTo>
                    <a:pt x="146010" y="289577"/>
                    <a:pt x="143902" y="290663"/>
                    <a:pt x="141792" y="290663"/>
                  </a:cubicBezTo>
                  <a:cubicBezTo>
                    <a:pt x="140643" y="290663"/>
                    <a:pt x="139492" y="290343"/>
                    <a:pt x="138406" y="289705"/>
                  </a:cubicBezTo>
                  <a:cubicBezTo>
                    <a:pt x="105370" y="269149"/>
                    <a:pt x="86072" y="218204"/>
                    <a:pt x="84220" y="213033"/>
                  </a:cubicBezTo>
                  <a:cubicBezTo>
                    <a:pt x="81919" y="208245"/>
                    <a:pt x="81025" y="202628"/>
                    <a:pt x="81728" y="197584"/>
                  </a:cubicBezTo>
                  <a:cubicBezTo>
                    <a:pt x="82622" y="191136"/>
                    <a:pt x="86072" y="186093"/>
                    <a:pt x="91312" y="183476"/>
                  </a:cubicBezTo>
                  <a:cubicBezTo>
                    <a:pt x="96360" y="180922"/>
                    <a:pt x="102111" y="180539"/>
                    <a:pt x="107478" y="182327"/>
                  </a:cubicBezTo>
                  <a:cubicBezTo>
                    <a:pt x="112847" y="184114"/>
                    <a:pt x="117191" y="187881"/>
                    <a:pt x="119747" y="192924"/>
                  </a:cubicBezTo>
                  <a:cubicBezTo>
                    <a:pt x="121856" y="198159"/>
                    <a:pt x="124860" y="205053"/>
                    <a:pt x="128055" y="211437"/>
                  </a:cubicBezTo>
                  <a:lnTo>
                    <a:pt x="128055" y="144150"/>
                  </a:lnTo>
                  <a:cubicBezTo>
                    <a:pt x="128055" y="132468"/>
                    <a:pt x="137576" y="123019"/>
                    <a:pt x="149205" y="123019"/>
                  </a:cubicBezTo>
                  <a:cubicBezTo>
                    <a:pt x="160899" y="123019"/>
                    <a:pt x="170356" y="132531"/>
                    <a:pt x="170356" y="144150"/>
                  </a:cubicBezTo>
                  <a:lnTo>
                    <a:pt x="170356" y="161642"/>
                  </a:lnTo>
                  <a:cubicBezTo>
                    <a:pt x="172911" y="160557"/>
                    <a:pt x="175787" y="159919"/>
                    <a:pt x="178726" y="159919"/>
                  </a:cubicBezTo>
                  <a:cubicBezTo>
                    <a:pt x="188886" y="159919"/>
                    <a:pt x="197385" y="167133"/>
                    <a:pt x="199430" y="176645"/>
                  </a:cubicBezTo>
                  <a:cubicBezTo>
                    <a:pt x="202114" y="175368"/>
                    <a:pt x="205117" y="174666"/>
                    <a:pt x="208312" y="174666"/>
                  </a:cubicBezTo>
                  <a:cubicBezTo>
                    <a:pt x="216171" y="174666"/>
                    <a:pt x="222945" y="179007"/>
                    <a:pt x="226587" y="185327"/>
                  </a:cubicBezTo>
                  <a:cubicBezTo>
                    <a:pt x="229846" y="183284"/>
                    <a:pt x="233680" y="182007"/>
                    <a:pt x="237833" y="182007"/>
                  </a:cubicBezTo>
                  <a:cubicBezTo>
                    <a:pt x="249527" y="182007"/>
                    <a:pt x="258984" y="191519"/>
                    <a:pt x="258984" y="203138"/>
                  </a:cubicBezTo>
                  <a:lnTo>
                    <a:pt x="258984" y="232632"/>
                  </a:lnTo>
                  <a:cubicBezTo>
                    <a:pt x="258920" y="233526"/>
                    <a:pt x="261285" y="266340"/>
                    <a:pt x="242562" y="288364"/>
                  </a:cubicBezTo>
                  <a:close/>
                  <a:moveTo>
                    <a:pt x="233999" y="165218"/>
                  </a:moveTo>
                  <a:cubicBezTo>
                    <a:pt x="208056" y="165218"/>
                    <a:pt x="186970" y="144150"/>
                    <a:pt x="186970" y="118231"/>
                  </a:cubicBezTo>
                  <a:cubicBezTo>
                    <a:pt x="186970" y="92312"/>
                    <a:pt x="208056" y="71245"/>
                    <a:pt x="233999" y="71245"/>
                  </a:cubicBezTo>
                  <a:cubicBezTo>
                    <a:pt x="259943" y="71245"/>
                    <a:pt x="281029" y="92312"/>
                    <a:pt x="281029" y="118231"/>
                  </a:cubicBezTo>
                  <a:cubicBezTo>
                    <a:pt x="281029" y="144150"/>
                    <a:pt x="259879" y="165218"/>
                    <a:pt x="233999" y="165218"/>
                  </a:cubicBezTo>
                  <a:close/>
                </a:path>
              </a:pathLst>
            </a:custGeom>
            <a:solidFill>
              <a:srgbClr val="00A3E0"/>
            </a:solidFill>
            <a:ln w="6390" cap="flat">
              <a:noFill/>
              <a:prstDash val="solid"/>
              <a:miter/>
            </a:ln>
          </p:spPr>
          <p:txBody>
            <a:bodyPr rtlCol="0" anchor="ctr"/>
            <a:lstStyle/>
            <a:p>
              <a:endParaRPr lang="en-US"/>
            </a:p>
          </p:txBody>
        </p:sp>
      </p:grpSp>
      <p:sp>
        <p:nvSpPr>
          <p:cNvPr id="1083" name="Graphic 4">
            <a:extLst>
              <a:ext uri="{FF2B5EF4-FFF2-40B4-BE49-F238E27FC236}">
                <a16:creationId xmlns:a16="http://schemas.microsoft.com/office/drawing/2014/main" id="{AD4FA148-B2CB-1F4F-87CD-1EC242902468}"/>
              </a:ext>
            </a:extLst>
          </p:cNvPr>
          <p:cNvSpPr/>
          <p:nvPr/>
        </p:nvSpPr>
        <p:spPr>
          <a:xfrm>
            <a:off x="8239632" y="3824168"/>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231571 w 362309"/>
              <a:gd name="connsiteY5" fmla="*/ 288620 h 361971"/>
              <a:gd name="connsiteX6" fmla="*/ 226715 w 362309"/>
              <a:gd name="connsiteY6" fmla="*/ 290854 h 361971"/>
              <a:gd name="connsiteX7" fmla="*/ 222562 w 362309"/>
              <a:gd name="connsiteY7" fmla="*/ 289322 h 361971"/>
              <a:gd name="connsiteX8" fmla="*/ 221795 w 362309"/>
              <a:gd name="connsiteY8" fmla="*/ 280321 h 361971"/>
              <a:gd name="connsiteX9" fmla="*/ 235086 w 362309"/>
              <a:gd name="connsiteY9" fmla="*/ 233207 h 361971"/>
              <a:gd name="connsiteX10" fmla="*/ 235086 w 362309"/>
              <a:gd name="connsiteY10" fmla="*/ 203138 h 361971"/>
              <a:gd name="connsiteX11" fmla="*/ 226651 w 362309"/>
              <a:gd name="connsiteY11" fmla="*/ 194711 h 361971"/>
              <a:gd name="connsiteX12" fmla="*/ 218217 w 362309"/>
              <a:gd name="connsiteY12" fmla="*/ 203138 h 361971"/>
              <a:gd name="connsiteX13" fmla="*/ 211827 w 362309"/>
              <a:gd name="connsiteY13" fmla="*/ 209522 h 361971"/>
              <a:gd name="connsiteX14" fmla="*/ 205437 w 362309"/>
              <a:gd name="connsiteY14" fmla="*/ 203138 h 361971"/>
              <a:gd name="connsiteX15" fmla="*/ 205437 w 362309"/>
              <a:gd name="connsiteY15" fmla="*/ 195733 h 361971"/>
              <a:gd name="connsiteX16" fmla="*/ 197002 w 362309"/>
              <a:gd name="connsiteY16" fmla="*/ 187306 h 361971"/>
              <a:gd name="connsiteX17" fmla="*/ 188567 w 362309"/>
              <a:gd name="connsiteY17" fmla="*/ 195733 h 361971"/>
              <a:gd name="connsiteX18" fmla="*/ 188567 w 362309"/>
              <a:gd name="connsiteY18" fmla="*/ 203138 h 361971"/>
              <a:gd name="connsiteX19" fmla="*/ 182177 w 362309"/>
              <a:gd name="connsiteY19" fmla="*/ 209522 h 361971"/>
              <a:gd name="connsiteX20" fmla="*/ 175787 w 362309"/>
              <a:gd name="connsiteY20" fmla="*/ 203138 h 361971"/>
              <a:gd name="connsiteX21" fmla="*/ 175787 w 362309"/>
              <a:gd name="connsiteY21" fmla="*/ 180986 h 361971"/>
              <a:gd name="connsiteX22" fmla="*/ 167353 w 362309"/>
              <a:gd name="connsiteY22" fmla="*/ 172559 h 361971"/>
              <a:gd name="connsiteX23" fmla="*/ 158918 w 362309"/>
              <a:gd name="connsiteY23" fmla="*/ 180986 h 361971"/>
              <a:gd name="connsiteX24" fmla="*/ 158918 w 362309"/>
              <a:gd name="connsiteY24" fmla="*/ 203138 h 361971"/>
              <a:gd name="connsiteX25" fmla="*/ 152528 w 362309"/>
              <a:gd name="connsiteY25" fmla="*/ 209522 h 361971"/>
              <a:gd name="connsiteX26" fmla="*/ 146138 w 362309"/>
              <a:gd name="connsiteY26" fmla="*/ 203138 h 361971"/>
              <a:gd name="connsiteX27" fmla="*/ 146138 w 362309"/>
              <a:gd name="connsiteY27" fmla="*/ 144023 h 361971"/>
              <a:gd name="connsiteX28" fmla="*/ 137703 w 362309"/>
              <a:gd name="connsiteY28" fmla="*/ 135596 h 361971"/>
              <a:gd name="connsiteX29" fmla="*/ 129268 w 362309"/>
              <a:gd name="connsiteY29" fmla="*/ 144023 h 361971"/>
              <a:gd name="connsiteX30" fmla="*/ 129268 w 362309"/>
              <a:gd name="connsiteY30" fmla="*/ 232696 h 361971"/>
              <a:gd name="connsiteX31" fmla="*/ 125562 w 362309"/>
              <a:gd name="connsiteY31" fmla="*/ 238505 h 361971"/>
              <a:gd name="connsiteX32" fmla="*/ 118726 w 362309"/>
              <a:gd name="connsiteY32" fmla="*/ 237548 h 361971"/>
              <a:gd name="connsiteX33" fmla="*/ 96488 w 362309"/>
              <a:gd name="connsiteY33" fmla="*/ 198095 h 361971"/>
              <a:gd name="connsiteX34" fmla="*/ 91887 w 362309"/>
              <a:gd name="connsiteY34" fmla="*/ 194392 h 361971"/>
              <a:gd name="connsiteX35" fmla="*/ 85497 w 362309"/>
              <a:gd name="connsiteY35" fmla="*/ 194839 h 361971"/>
              <a:gd name="connsiteX36" fmla="*/ 82814 w 362309"/>
              <a:gd name="connsiteY36" fmla="*/ 199372 h 361971"/>
              <a:gd name="connsiteX37" fmla="*/ 84284 w 362309"/>
              <a:gd name="connsiteY37" fmla="*/ 207671 h 361971"/>
              <a:gd name="connsiteX38" fmla="*/ 84603 w 362309"/>
              <a:gd name="connsiteY38" fmla="*/ 208373 h 361971"/>
              <a:gd name="connsiteX39" fmla="*/ 133742 w 362309"/>
              <a:gd name="connsiteY39" fmla="*/ 279044 h 361971"/>
              <a:gd name="connsiteX40" fmla="*/ 135786 w 362309"/>
              <a:gd name="connsiteY40" fmla="*/ 287854 h 361971"/>
              <a:gd name="connsiteX41" fmla="*/ 130355 w 362309"/>
              <a:gd name="connsiteY41" fmla="*/ 290854 h 361971"/>
              <a:gd name="connsiteX42" fmla="*/ 126968 w 362309"/>
              <a:gd name="connsiteY42" fmla="*/ 289896 h 361971"/>
              <a:gd name="connsiteX43" fmla="*/ 72654 w 362309"/>
              <a:gd name="connsiteY43" fmla="*/ 213033 h 361971"/>
              <a:gd name="connsiteX44" fmla="*/ 70161 w 362309"/>
              <a:gd name="connsiteY44" fmla="*/ 197584 h 361971"/>
              <a:gd name="connsiteX45" fmla="*/ 79810 w 362309"/>
              <a:gd name="connsiteY45" fmla="*/ 183476 h 361971"/>
              <a:gd name="connsiteX46" fmla="*/ 95977 w 362309"/>
              <a:gd name="connsiteY46" fmla="*/ 182327 h 361971"/>
              <a:gd name="connsiteX47" fmla="*/ 108246 w 362309"/>
              <a:gd name="connsiteY47" fmla="*/ 192924 h 361971"/>
              <a:gd name="connsiteX48" fmla="*/ 116616 w 362309"/>
              <a:gd name="connsiteY48" fmla="*/ 211501 h 361971"/>
              <a:gd name="connsiteX49" fmla="*/ 116616 w 362309"/>
              <a:gd name="connsiteY49" fmla="*/ 144023 h 361971"/>
              <a:gd name="connsiteX50" fmla="*/ 137831 w 362309"/>
              <a:gd name="connsiteY50" fmla="*/ 122828 h 361971"/>
              <a:gd name="connsiteX51" fmla="*/ 159046 w 362309"/>
              <a:gd name="connsiteY51" fmla="*/ 144023 h 361971"/>
              <a:gd name="connsiteX52" fmla="*/ 159046 w 362309"/>
              <a:gd name="connsiteY52" fmla="*/ 161579 h 361971"/>
              <a:gd name="connsiteX53" fmla="*/ 167481 w 362309"/>
              <a:gd name="connsiteY53" fmla="*/ 159791 h 361971"/>
              <a:gd name="connsiteX54" fmla="*/ 188184 w 362309"/>
              <a:gd name="connsiteY54" fmla="*/ 176581 h 361971"/>
              <a:gd name="connsiteX55" fmla="*/ 197066 w 362309"/>
              <a:gd name="connsiteY55" fmla="*/ 174602 h 361971"/>
              <a:gd name="connsiteX56" fmla="*/ 215405 w 362309"/>
              <a:gd name="connsiteY56" fmla="*/ 185327 h 361971"/>
              <a:gd name="connsiteX57" fmla="*/ 226715 w 362309"/>
              <a:gd name="connsiteY57" fmla="*/ 182007 h 361971"/>
              <a:gd name="connsiteX58" fmla="*/ 247930 w 362309"/>
              <a:gd name="connsiteY58" fmla="*/ 203202 h 361971"/>
              <a:gd name="connsiteX59" fmla="*/ 247930 w 362309"/>
              <a:gd name="connsiteY59" fmla="*/ 232760 h 361971"/>
              <a:gd name="connsiteX60" fmla="*/ 231571 w 362309"/>
              <a:gd name="connsiteY60" fmla="*/ 288620 h 361971"/>
              <a:gd name="connsiteX61" fmla="*/ 290359 w 362309"/>
              <a:gd name="connsiteY61" fmla="*/ 126403 h 361971"/>
              <a:gd name="connsiteX62" fmla="*/ 275598 w 362309"/>
              <a:gd name="connsiteY62" fmla="*/ 141150 h 361971"/>
              <a:gd name="connsiteX63" fmla="*/ 271061 w 362309"/>
              <a:gd name="connsiteY63" fmla="*/ 143001 h 361971"/>
              <a:gd name="connsiteX64" fmla="*/ 266525 w 362309"/>
              <a:gd name="connsiteY64" fmla="*/ 141150 h 361971"/>
              <a:gd name="connsiteX65" fmla="*/ 266525 w 362309"/>
              <a:gd name="connsiteY65" fmla="*/ 132148 h 361971"/>
              <a:gd name="connsiteX66" fmla="*/ 270423 w 362309"/>
              <a:gd name="connsiteY66" fmla="*/ 128254 h 361971"/>
              <a:gd name="connsiteX67" fmla="*/ 247866 w 362309"/>
              <a:gd name="connsiteY67" fmla="*/ 128254 h 361971"/>
              <a:gd name="connsiteX68" fmla="*/ 247866 w 362309"/>
              <a:gd name="connsiteY68" fmla="*/ 150790 h 361971"/>
              <a:gd name="connsiteX69" fmla="*/ 251764 w 362309"/>
              <a:gd name="connsiteY69" fmla="*/ 146895 h 361971"/>
              <a:gd name="connsiteX70" fmla="*/ 260774 w 362309"/>
              <a:gd name="connsiteY70" fmla="*/ 146895 h 361971"/>
              <a:gd name="connsiteX71" fmla="*/ 260774 w 362309"/>
              <a:gd name="connsiteY71" fmla="*/ 155897 h 361971"/>
              <a:gd name="connsiteX72" fmla="*/ 246013 w 362309"/>
              <a:gd name="connsiteY72" fmla="*/ 170708 h 361971"/>
              <a:gd name="connsiteX73" fmla="*/ 243904 w 362309"/>
              <a:gd name="connsiteY73" fmla="*/ 172112 h 361971"/>
              <a:gd name="connsiteX74" fmla="*/ 241476 w 362309"/>
              <a:gd name="connsiteY74" fmla="*/ 172623 h 361971"/>
              <a:gd name="connsiteX75" fmla="*/ 239048 w 362309"/>
              <a:gd name="connsiteY75" fmla="*/ 172112 h 361971"/>
              <a:gd name="connsiteX76" fmla="*/ 236939 w 362309"/>
              <a:gd name="connsiteY76" fmla="*/ 170708 h 361971"/>
              <a:gd name="connsiteX77" fmla="*/ 222178 w 362309"/>
              <a:gd name="connsiteY77" fmla="*/ 155897 h 361971"/>
              <a:gd name="connsiteX78" fmla="*/ 222178 w 362309"/>
              <a:gd name="connsiteY78" fmla="*/ 146895 h 361971"/>
              <a:gd name="connsiteX79" fmla="*/ 231188 w 362309"/>
              <a:gd name="connsiteY79" fmla="*/ 146895 h 361971"/>
              <a:gd name="connsiteX80" fmla="*/ 235086 w 362309"/>
              <a:gd name="connsiteY80" fmla="*/ 150790 h 361971"/>
              <a:gd name="connsiteX81" fmla="*/ 235086 w 362309"/>
              <a:gd name="connsiteY81" fmla="*/ 128254 h 361971"/>
              <a:gd name="connsiteX82" fmla="*/ 212529 w 362309"/>
              <a:gd name="connsiteY82" fmla="*/ 128254 h 361971"/>
              <a:gd name="connsiteX83" fmla="*/ 216427 w 362309"/>
              <a:gd name="connsiteY83" fmla="*/ 132148 h 361971"/>
              <a:gd name="connsiteX84" fmla="*/ 216427 w 362309"/>
              <a:gd name="connsiteY84" fmla="*/ 141150 h 361971"/>
              <a:gd name="connsiteX85" fmla="*/ 211891 w 362309"/>
              <a:gd name="connsiteY85" fmla="*/ 143001 h 361971"/>
              <a:gd name="connsiteX86" fmla="*/ 207354 w 362309"/>
              <a:gd name="connsiteY86" fmla="*/ 141150 h 361971"/>
              <a:gd name="connsiteX87" fmla="*/ 192529 w 362309"/>
              <a:gd name="connsiteY87" fmla="*/ 126403 h 361971"/>
              <a:gd name="connsiteX88" fmla="*/ 191123 w 362309"/>
              <a:gd name="connsiteY88" fmla="*/ 124296 h 361971"/>
              <a:gd name="connsiteX89" fmla="*/ 191123 w 362309"/>
              <a:gd name="connsiteY89" fmla="*/ 119444 h 361971"/>
              <a:gd name="connsiteX90" fmla="*/ 192529 w 362309"/>
              <a:gd name="connsiteY90" fmla="*/ 117338 h 361971"/>
              <a:gd name="connsiteX91" fmla="*/ 207354 w 362309"/>
              <a:gd name="connsiteY91" fmla="*/ 102590 h 361971"/>
              <a:gd name="connsiteX92" fmla="*/ 216363 w 362309"/>
              <a:gd name="connsiteY92" fmla="*/ 102590 h 361971"/>
              <a:gd name="connsiteX93" fmla="*/ 216363 w 362309"/>
              <a:gd name="connsiteY93" fmla="*/ 111592 h 361971"/>
              <a:gd name="connsiteX94" fmla="*/ 212465 w 362309"/>
              <a:gd name="connsiteY94" fmla="*/ 115486 h 361971"/>
              <a:gd name="connsiteX95" fmla="*/ 235022 w 362309"/>
              <a:gd name="connsiteY95" fmla="*/ 115486 h 361971"/>
              <a:gd name="connsiteX96" fmla="*/ 235022 w 362309"/>
              <a:gd name="connsiteY96" fmla="*/ 92951 h 361971"/>
              <a:gd name="connsiteX97" fmla="*/ 231124 w 362309"/>
              <a:gd name="connsiteY97" fmla="*/ 96845 h 361971"/>
              <a:gd name="connsiteX98" fmla="*/ 226588 w 362309"/>
              <a:gd name="connsiteY98" fmla="*/ 98696 h 361971"/>
              <a:gd name="connsiteX99" fmla="*/ 222050 w 362309"/>
              <a:gd name="connsiteY99" fmla="*/ 96845 h 361971"/>
              <a:gd name="connsiteX100" fmla="*/ 222050 w 362309"/>
              <a:gd name="connsiteY100" fmla="*/ 87843 h 361971"/>
              <a:gd name="connsiteX101" fmla="*/ 236811 w 362309"/>
              <a:gd name="connsiteY101" fmla="*/ 73096 h 361971"/>
              <a:gd name="connsiteX102" fmla="*/ 238920 w 362309"/>
              <a:gd name="connsiteY102" fmla="*/ 71692 h 361971"/>
              <a:gd name="connsiteX103" fmla="*/ 243776 w 362309"/>
              <a:gd name="connsiteY103" fmla="*/ 71692 h 361971"/>
              <a:gd name="connsiteX104" fmla="*/ 245885 w 362309"/>
              <a:gd name="connsiteY104" fmla="*/ 73096 h 361971"/>
              <a:gd name="connsiteX105" fmla="*/ 260646 w 362309"/>
              <a:gd name="connsiteY105" fmla="*/ 87843 h 361971"/>
              <a:gd name="connsiteX106" fmla="*/ 260646 w 362309"/>
              <a:gd name="connsiteY106" fmla="*/ 96845 h 361971"/>
              <a:gd name="connsiteX107" fmla="*/ 256109 w 362309"/>
              <a:gd name="connsiteY107" fmla="*/ 98696 h 361971"/>
              <a:gd name="connsiteX108" fmla="*/ 251572 w 362309"/>
              <a:gd name="connsiteY108" fmla="*/ 96845 h 361971"/>
              <a:gd name="connsiteX109" fmla="*/ 247674 w 362309"/>
              <a:gd name="connsiteY109" fmla="*/ 92951 h 361971"/>
              <a:gd name="connsiteX110" fmla="*/ 247674 w 362309"/>
              <a:gd name="connsiteY110" fmla="*/ 115486 h 361971"/>
              <a:gd name="connsiteX111" fmla="*/ 270231 w 362309"/>
              <a:gd name="connsiteY111" fmla="*/ 115486 h 361971"/>
              <a:gd name="connsiteX112" fmla="*/ 266333 w 362309"/>
              <a:gd name="connsiteY112" fmla="*/ 111592 h 361971"/>
              <a:gd name="connsiteX113" fmla="*/ 266333 w 362309"/>
              <a:gd name="connsiteY113" fmla="*/ 102590 h 361971"/>
              <a:gd name="connsiteX114" fmla="*/ 275343 w 362309"/>
              <a:gd name="connsiteY114" fmla="*/ 102590 h 361971"/>
              <a:gd name="connsiteX115" fmla="*/ 290103 w 362309"/>
              <a:gd name="connsiteY115" fmla="*/ 117338 h 361971"/>
              <a:gd name="connsiteX116" fmla="*/ 291509 w 362309"/>
              <a:gd name="connsiteY116" fmla="*/ 119444 h 361971"/>
              <a:gd name="connsiteX117" fmla="*/ 291509 w 362309"/>
              <a:gd name="connsiteY117" fmla="*/ 124296 h 361971"/>
              <a:gd name="connsiteX118" fmla="*/ 290359 w 362309"/>
              <a:gd name="connsiteY118" fmla="*/ 12640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62309" h="361971">
                <a:moveTo>
                  <a:pt x="181155" y="0"/>
                </a:moveTo>
                <a:cubicBezTo>
                  <a:pt x="81089" y="0"/>
                  <a:pt x="0" y="81013"/>
                  <a:pt x="0" y="180986"/>
                </a:cubicBezTo>
                <a:cubicBezTo>
                  <a:pt x="0" y="280959"/>
                  <a:pt x="81089" y="361971"/>
                  <a:pt x="181155" y="361971"/>
                </a:cubicBezTo>
                <a:cubicBezTo>
                  <a:pt x="281221" y="361971"/>
                  <a:pt x="362310" y="280959"/>
                  <a:pt x="362310" y="180986"/>
                </a:cubicBezTo>
                <a:cubicBezTo>
                  <a:pt x="362310" y="81013"/>
                  <a:pt x="281221" y="0"/>
                  <a:pt x="181155" y="0"/>
                </a:cubicBezTo>
                <a:close/>
                <a:moveTo>
                  <a:pt x="231571" y="288620"/>
                </a:moveTo>
                <a:cubicBezTo>
                  <a:pt x="230294" y="290088"/>
                  <a:pt x="228504" y="290854"/>
                  <a:pt x="226715" y="290854"/>
                </a:cubicBezTo>
                <a:cubicBezTo>
                  <a:pt x="225245" y="290854"/>
                  <a:pt x="223776" y="290343"/>
                  <a:pt x="222562" y="289322"/>
                </a:cubicBezTo>
                <a:cubicBezTo>
                  <a:pt x="219878" y="287024"/>
                  <a:pt x="219558" y="283002"/>
                  <a:pt x="221795" y="280321"/>
                </a:cubicBezTo>
                <a:cubicBezTo>
                  <a:pt x="237067" y="262318"/>
                  <a:pt x="235086" y="233462"/>
                  <a:pt x="235086" y="233207"/>
                </a:cubicBezTo>
                <a:lnTo>
                  <a:pt x="235086" y="203138"/>
                </a:lnTo>
                <a:cubicBezTo>
                  <a:pt x="235086" y="198478"/>
                  <a:pt x="231316" y="194711"/>
                  <a:pt x="226651" y="194711"/>
                </a:cubicBezTo>
                <a:cubicBezTo>
                  <a:pt x="221986" y="194711"/>
                  <a:pt x="218217" y="198478"/>
                  <a:pt x="218217" y="203138"/>
                </a:cubicBezTo>
                <a:cubicBezTo>
                  <a:pt x="218217" y="206649"/>
                  <a:pt x="215341" y="209522"/>
                  <a:pt x="211827" y="209522"/>
                </a:cubicBezTo>
                <a:cubicBezTo>
                  <a:pt x="208312" y="209522"/>
                  <a:pt x="205437" y="206649"/>
                  <a:pt x="205437" y="203138"/>
                </a:cubicBezTo>
                <a:lnTo>
                  <a:pt x="205437" y="195733"/>
                </a:lnTo>
                <a:cubicBezTo>
                  <a:pt x="205437" y="191073"/>
                  <a:pt x="201667" y="187306"/>
                  <a:pt x="197002" y="187306"/>
                </a:cubicBezTo>
                <a:cubicBezTo>
                  <a:pt x="192337" y="187306"/>
                  <a:pt x="188567" y="191073"/>
                  <a:pt x="188567" y="195733"/>
                </a:cubicBezTo>
                <a:lnTo>
                  <a:pt x="188567" y="203138"/>
                </a:lnTo>
                <a:cubicBezTo>
                  <a:pt x="188567" y="206649"/>
                  <a:pt x="185692" y="209522"/>
                  <a:pt x="182177" y="209522"/>
                </a:cubicBezTo>
                <a:cubicBezTo>
                  <a:pt x="178663" y="209522"/>
                  <a:pt x="175787" y="206649"/>
                  <a:pt x="175787" y="203138"/>
                </a:cubicBezTo>
                <a:lnTo>
                  <a:pt x="175787" y="180986"/>
                </a:lnTo>
                <a:cubicBezTo>
                  <a:pt x="175787" y="176326"/>
                  <a:pt x="172017" y="172559"/>
                  <a:pt x="167353" y="172559"/>
                </a:cubicBezTo>
                <a:cubicBezTo>
                  <a:pt x="162688" y="172559"/>
                  <a:pt x="158918" y="176326"/>
                  <a:pt x="158918" y="180986"/>
                </a:cubicBezTo>
                <a:lnTo>
                  <a:pt x="158918" y="203138"/>
                </a:lnTo>
                <a:cubicBezTo>
                  <a:pt x="158918" y="206649"/>
                  <a:pt x="156043" y="209522"/>
                  <a:pt x="152528" y="209522"/>
                </a:cubicBezTo>
                <a:cubicBezTo>
                  <a:pt x="149014" y="209522"/>
                  <a:pt x="146138" y="206649"/>
                  <a:pt x="146138" y="203138"/>
                </a:cubicBezTo>
                <a:lnTo>
                  <a:pt x="146138" y="144023"/>
                </a:lnTo>
                <a:cubicBezTo>
                  <a:pt x="146138" y="139362"/>
                  <a:pt x="142368" y="135596"/>
                  <a:pt x="137703" y="135596"/>
                </a:cubicBezTo>
                <a:cubicBezTo>
                  <a:pt x="133039" y="135596"/>
                  <a:pt x="129268" y="139362"/>
                  <a:pt x="129268" y="144023"/>
                </a:cubicBezTo>
                <a:lnTo>
                  <a:pt x="129268" y="232696"/>
                </a:lnTo>
                <a:cubicBezTo>
                  <a:pt x="129268" y="235186"/>
                  <a:pt x="127799" y="237484"/>
                  <a:pt x="125562" y="238505"/>
                </a:cubicBezTo>
                <a:cubicBezTo>
                  <a:pt x="123262" y="239527"/>
                  <a:pt x="120642" y="239144"/>
                  <a:pt x="118726" y="237548"/>
                </a:cubicBezTo>
                <a:cubicBezTo>
                  <a:pt x="108885" y="229057"/>
                  <a:pt x="97766" y="201223"/>
                  <a:pt x="96488" y="198095"/>
                </a:cubicBezTo>
                <a:cubicBezTo>
                  <a:pt x="95721" y="196627"/>
                  <a:pt x="93997" y="195094"/>
                  <a:pt x="91887" y="194392"/>
                </a:cubicBezTo>
                <a:cubicBezTo>
                  <a:pt x="89779" y="193690"/>
                  <a:pt x="87479" y="193818"/>
                  <a:pt x="85497" y="194839"/>
                </a:cubicBezTo>
                <a:cubicBezTo>
                  <a:pt x="84028" y="195541"/>
                  <a:pt x="83133" y="197074"/>
                  <a:pt x="82814" y="199372"/>
                </a:cubicBezTo>
                <a:cubicBezTo>
                  <a:pt x="82430" y="201989"/>
                  <a:pt x="83005" y="205117"/>
                  <a:pt x="84284" y="207671"/>
                </a:cubicBezTo>
                <a:cubicBezTo>
                  <a:pt x="84412" y="207926"/>
                  <a:pt x="84475" y="208118"/>
                  <a:pt x="84603" y="208373"/>
                </a:cubicBezTo>
                <a:cubicBezTo>
                  <a:pt x="84795" y="208884"/>
                  <a:pt x="103390" y="260147"/>
                  <a:pt x="133742" y="279044"/>
                </a:cubicBezTo>
                <a:cubicBezTo>
                  <a:pt x="136745" y="280895"/>
                  <a:pt x="137640" y="284853"/>
                  <a:pt x="135786" y="287854"/>
                </a:cubicBezTo>
                <a:cubicBezTo>
                  <a:pt x="134572" y="289769"/>
                  <a:pt x="132463" y="290854"/>
                  <a:pt x="130355" y="290854"/>
                </a:cubicBezTo>
                <a:cubicBezTo>
                  <a:pt x="129204" y="290854"/>
                  <a:pt x="128055" y="290535"/>
                  <a:pt x="126968" y="289896"/>
                </a:cubicBezTo>
                <a:cubicBezTo>
                  <a:pt x="93805" y="269276"/>
                  <a:pt x="74571" y="218268"/>
                  <a:pt x="72654" y="213033"/>
                </a:cubicBezTo>
                <a:cubicBezTo>
                  <a:pt x="70353" y="208245"/>
                  <a:pt x="69459" y="202628"/>
                  <a:pt x="70161" y="197584"/>
                </a:cubicBezTo>
                <a:cubicBezTo>
                  <a:pt x="71056" y="191073"/>
                  <a:pt x="74507" y="186093"/>
                  <a:pt x="79810" y="183476"/>
                </a:cubicBezTo>
                <a:cubicBezTo>
                  <a:pt x="84859" y="180922"/>
                  <a:pt x="90610" y="180539"/>
                  <a:pt x="95977" y="182327"/>
                </a:cubicBezTo>
                <a:cubicBezTo>
                  <a:pt x="101344" y="184114"/>
                  <a:pt x="105690" y="187881"/>
                  <a:pt x="108246" y="192924"/>
                </a:cubicBezTo>
                <a:cubicBezTo>
                  <a:pt x="110354" y="198223"/>
                  <a:pt x="113357" y="205117"/>
                  <a:pt x="116616" y="211501"/>
                </a:cubicBezTo>
                <a:lnTo>
                  <a:pt x="116616" y="144023"/>
                </a:lnTo>
                <a:cubicBezTo>
                  <a:pt x="116616" y="132340"/>
                  <a:pt x="126137" y="122828"/>
                  <a:pt x="137831" y="122828"/>
                </a:cubicBezTo>
                <a:cubicBezTo>
                  <a:pt x="149525" y="122828"/>
                  <a:pt x="159046" y="132340"/>
                  <a:pt x="159046" y="144023"/>
                </a:cubicBezTo>
                <a:lnTo>
                  <a:pt x="159046" y="161579"/>
                </a:lnTo>
                <a:cubicBezTo>
                  <a:pt x="161602" y="160430"/>
                  <a:pt x="164477" y="159791"/>
                  <a:pt x="167481" y="159791"/>
                </a:cubicBezTo>
                <a:cubicBezTo>
                  <a:pt x="177641" y="159791"/>
                  <a:pt x="186203" y="167005"/>
                  <a:pt x="188184" y="176581"/>
                </a:cubicBezTo>
                <a:cubicBezTo>
                  <a:pt x="190867" y="175304"/>
                  <a:pt x="193871" y="174602"/>
                  <a:pt x="197066" y="174602"/>
                </a:cubicBezTo>
                <a:cubicBezTo>
                  <a:pt x="204926" y="174602"/>
                  <a:pt x="211699" y="178943"/>
                  <a:pt x="215405" y="185327"/>
                </a:cubicBezTo>
                <a:cubicBezTo>
                  <a:pt x="218663" y="183284"/>
                  <a:pt x="222562" y="182007"/>
                  <a:pt x="226715" y="182007"/>
                </a:cubicBezTo>
                <a:cubicBezTo>
                  <a:pt x="238409" y="182007"/>
                  <a:pt x="247930" y="191519"/>
                  <a:pt x="247930" y="203202"/>
                </a:cubicBezTo>
                <a:lnTo>
                  <a:pt x="247930" y="232760"/>
                </a:lnTo>
                <a:cubicBezTo>
                  <a:pt x="247930" y="233590"/>
                  <a:pt x="250294" y="266531"/>
                  <a:pt x="231571" y="288620"/>
                </a:cubicBezTo>
                <a:close/>
                <a:moveTo>
                  <a:pt x="290359" y="126403"/>
                </a:moveTo>
                <a:lnTo>
                  <a:pt x="275598" y="141150"/>
                </a:lnTo>
                <a:cubicBezTo>
                  <a:pt x="274320" y="142427"/>
                  <a:pt x="272723" y="143001"/>
                  <a:pt x="271061" y="143001"/>
                </a:cubicBezTo>
                <a:cubicBezTo>
                  <a:pt x="269400" y="143001"/>
                  <a:pt x="267802" y="142363"/>
                  <a:pt x="266525" y="141150"/>
                </a:cubicBezTo>
                <a:cubicBezTo>
                  <a:pt x="264033" y="138660"/>
                  <a:pt x="264033" y="134638"/>
                  <a:pt x="266525" y="132148"/>
                </a:cubicBezTo>
                <a:lnTo>
                  <a:pt x="270423" y="128254"/>
                </a:lnTo>
                <a:lnTo>
                  <a:pt x="247866" y="128254"/>
                </a:lnTo>
                <a:lnTo>
                  <a:pt x="247866" y="150790"/>
                </a:lnTo>
                <a:lnTo>
                  <a:pt x="251764" y="146895"/>
                </a:lnTo>
                <a:cubicBezTo>
                  <a:pt x="254256" y="144406"/>
                  <a:pt x="258282" y="144406"/>
                  <a:pt x="260774" y="146895"/>
                </a:cubicBezTo>
                <a:cubicBezTo>
                  <a:pt x="263266" y="149385"/>
                  <a:pt x="263266" y="153407"/>
                  <a:pt x="260774" y="155897"/>
                </a:cubicBezTo>
                <a:lnTo>
                  <a:pt x="246013" y="170708"/>
                </a:lnTo>
                <a:cubicBezTo>
                  <a:pt x="245438" y="171282"/>
                  <a:pt x="244735" y="171793"/>
                  <a:pt x="243904" y="172112"/>
                </a:cubicBezTo>
                <a:cubicBezTo>
                  <a:pt x="243137" y="172431"/>
                  <a:pt x="242307" y="172623"/>
                  <a:pt x="241476" y="172623"/>
                </a:cubicBezTo>
                <a:cubicBezTo>
                  <a:pt x="240645" y="172623"/>
                  <a:pt x="239815" y="172431"/>
                  <a:pt x="239048" y="172112"/>
                </a:cubicBezTo>
                <a:cubicBezTo>
                  <a:pt x="238281" y="171793"/>
                  <a:pt x="237578" y="171346"/>
                  <a:pt x="236939" y="170708"/>
                </a:cubicBezTo>
                <a:lnTo>
                  <a:pt x="222178" y="155897"/>
                </a:lnTo>
                <a:cubicBezTo>
                  <a:pt x="219686" y="153407"/>
                  <a:pt x="219686" y="149385"/>
                  <a:pt x="222178" y="146895"/>
                </a:cubicBezTo>
                <a:cubicBezTo>
                  <a:pt x="224670" y="144406"/>
                  <a:pt x="228696" y="144406"/>
                  <a:pt x="231188" y="146895"/>
                </a:cubicBezTo>
                <a:lnTo>
                  <a:pt x="235086" y="150790"/>
                </a:lnTo>
                <a:lnTo>
                  <a:pt x="235086" y="128254"/>
                </a:lnTo>
                <a:lnTo>
                  <a:pt x="212529" y="128254"/>
                </a:lnTo>
                <a:lnTo>
                  <a:pt x="216427" y="132148"/>
                </a:lnTo>
                <a:cubicBezTo>
                  <a:pt x="218919" y="134638"/>
                  <a:pt x="218919" y="138660"/>
                  <a:pt x="216427" y="141150"/>
                </a:cubicBezTo>
                <a:cubicBezTo>
                  <a:pt x="215149" y="142427"/>
                  <a:pt x="213552" y="143001"/>
                  <a:pt x="211891" y="143001"/>
                </a:cubicBezTo>
                <a:cubicBezTo>
                  <a:pt x="210229" y="143001"/>
                  <a:pt x="208632" y="142363"/>
                  <a:pt x="207354" y="141150"/>
                </a:cubicBezTo>
                <a:lnTo>
                  <a:pt x="192529" y="126403"/>
                </a:lnTo>
                <a:cubicBezTo>
                  <a:pt x="191954" y="125828"/>
                  <a:pt x="191443" y="125126"/>
                  <a:pt x="191123" y="124296"/>
                </a:cubicBezTo>
                <a:cubicBezTo>
                  <a:pt x="190484" y="122764"/>
                  <a:pt x="190484" y="120976"/>
                  <a:pt x="191123" y="119444"/>
                </a:cubicBezTo>
                <a:cubicBezTo>
                  <a:pt x="191443" y="118678"/>
                  <a:pt x="191890" y="117976"/>
                  <a:pt x="192529" y="117338"/>
                </a:cubicBezTo>
                <a:lnTo>
                  <a:pt x="207354" y="102590"/>
                </a:lnTo>
                <a:cubicBezTo>
                  <a:pt x="209846" y="100101"/>
                  <a:pt x="213871" y="100101"/>
                  <a:pt x="216363" y="102590"/>
                </a:cubicBezTo>
                <a:cubicBezTo>
                  <a:pt x="218855" y="105080"/>
                  <a:pt x="218855" y="109102"/>
                  <a:pt x="216363" y="111592"/>
                </a:cubicBezTo>
                <a:lnTo>
                  <a:pt x="212465" y="115486"/>
                </a:lnTo>
                <a:lnTo>
                  <a:pt x="235022" y="115486"/>
                </a:lnTo>
                <a:lnTo>
                  <a:pt x="235022" y="92951"/>
                </a:lnTo>
                <a:lnTo>
                  <a:pt x="231124" y="96845"/>
                </a:lnTo>
                <a:cubicBezTo>
                  <a:pt x="229846" y="98122"/>
                  <a:pt x="228248" y="98696"/>
                  <a:pt x="226588" y="98696"/>
                </a:cubicBezTo>
                <a:cubicBezTo>
                  <a:pt x="224926" y="98696"/>
                  <a:pt x="223329" y="98058"/>
                  <a:pt x="222050" y="96845"/>
                </a:cubicBezTo>
                <a:cubicBezTo>
                  <a:pt x="219558" y="94355"/>
                  <a:pt x="219558" y="90333"/>
                  <a:pt x="222050" y="87843"/>
                </a:cubicBezTo>
                <a:lnTo>
                  <a:pt x="236811" y="73096"/>
                </a:lnTo>
                <a:cubicBezTo>
                  <a:pt x="237386" y="72522"/>
                  <a:pt x="238089" y="72011"/>
                  <a:pt x="238920" y="71692"/>
                </a:cubicBezTo>
                <a:cubicBezTo>
                  <a:pt x="240453" y="71054"/>
                  <a:pt x="242243" y="71054"/>
                  <a:pt x="243776" y="71692"/>
                </a:cubicBezTo>
                <a:cubicBezTo>
                  <a:pt x="244543" y="72011"/>
                  <a:pt x="245246" y="72458"/>
                  <a:pt x="245885" y="73096"/>
                </a:cubicBezTo>
                <a:lnTo>
                  <a:pt x="260646" y="87843"/>
                </a:lnTo>
                <a:cubicBezTo>
                  <a:pt x="263138" y="90333"/>
                  <a:pt x="263138" y="94355"/>
                  <a:pt x="260646" y="96845"/>
                </a:cubicBezTo>
                <a:cubicBezTo>
                  <a:pt x="259368" y="98122"/>
                  <a:pt x="257771" y="98696"/>
                  <a:pt x="256109" y="98696"/>
                </a:cubicBezTo>
                <a:cubicBezTo>
                  <a:pt x="254448" y="98696"/>
                  <a:pt x="252850" y="98058"/>
                  <a:pt x="251572" y="96845"/>
                </a:cubicBezTo>
                <a:lnTo>
                  <a:pt x="247674" y="92951"/>
                </a:lnTo>
                <a:lnTo>
                  <a:pt x="247674" y="115486"/>
                </a:lnTo>
                <a:lnTo>
                  <a:pt x="270231" y="115486"/>
                </a:lnTo>
                <a:lnTo>
                  <a:pt x="266333" y="111592"/>
                </a:lnTo>
                <a:cubicBezTo>
                  <a:pt x="263841" y="109102"/>
                  <a:pt x="263841" y="105080"/>
                  <a:pt x="266333" y="102590"/>
                </a:cubicBezTo>
                <a:cubicBezTo>
                  <a:pt x="268825" y="100101"/>
                  <a:pt x="272851" y="100101"/>
                  <a:pt x="275343" y="102590"/>
                </a:cubicBezTo>
                <a:lnTo>
                  <a:pt x="290103" y="117338"/>
                </a:lnTo>
                <a:cubicBezTo>
                  <a:pt x="290678" y="117912"/>
                  <a:pt x="291190" y="118614"/>
                  <a:pt x="291509" y="119444"/>
                </a:cubicBezTo>
                <a:cubicBezTo>
                  <a:pt x="292148" y="120976"/>
                  <a:pt x="292148" y="122764"/>
                  <a:pt x="291509" y="124296"/>
                </a:cubicBezTo>
                <a:cubicBezTo>
                  <a:pt x="291445" y="125062"/>
                  <a:pt x="290998" y="125764"/>
                  <a:pt x="290359" y="126403"/>
                </a:cubicBezTo>
                <a:close/>
              </a:path>
            </a:pathLst>
          </a:custGeom>
          <a:solidFill>
            <a:srgbClr val="00A3E0"/>
          </a:solidFill>
          <a:ln w="6390" cap="flat">
            <a:noFill/>
            <a:prstDash val="solid"/>
            <a:miter/>
          </a:ln>
        </p:spPr>
        <p:txBody>
          <a:bodyPr rtlCol="0" anchor="ctr"/>
          <a:lstStyle/>
          <a:p>
            <a:endParaRPr lang="en-US"/>
          </a:p>
        </p:txBody>
      </p:sp>
      <p:sp>
        <p:nvSpPr>
          <p:cNvPr id="1084" name="Graphic 4">
            <a:extLst>
              <a:ext uri="{FF2B5EF4-FFF2-40B4-BE49-F238E27FC236}">
                <a16:creationId xmlns:a16="http://schemas.microsoft.com/office/drawing/2014/main" id="{17F01D75-EC8B-F044-B76A-54A59BC964D7}"/>
              </a:ext>
            </a:extLst>
          </p:cNvPr>
          <p:cNvSpPr/>
          <p:nvPr/>
        </p:nvSpPr>
        <p:spPr>
          <a:xfrm>
            <a:off x="8239632" y="4308584"/>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86520 w 362309"/>
              <a:gd name="connsiteY5" fmla="*/ 164515 h 361971"/>
              <a:gd name="connsiteX6" fmla="*/ 83389 w 362309"/>
              <a:gd name="connsiteY6" fmla="*/ 165345 h 361971"/>
              <a:gd name="connsiteX7" fmla="*/ 81664 w 362309"/>
              <a:gd name="connsiteY7" fmla="*/ 165090 h 361971"/>
              <a:gd name="connsiteX8" fmla="*/ 77830 w 362309"/>
              <a:gd name="connsiteY8" fmla="*/ 162089 h 361971"/>
              <a:gd name="connsiteX9" fmla="*/ 66902 w 362309"/>
              <a:gd name="connsiteY9" fmla="*/ 142810 h 361971"/>
              <a:gd name="connsiteX10" fmla="*/ 69331 w 362309"/>
              <a:gd name="connsiteY10" fmla="*/ 134127 h 361971"/>
              <a:gd name="connsiteX11" fmla="*/ 78022 w 362309"/>
              <a:gd name="connsiteY11" fmla="*/ 136553 h 361971"/>
              <a:gd name="connsiteX12" fmla="*/ 81089 w 362309"/>
              <a:gd name="connsiteY12" fmla="*/ 141980 h 361971"/>
              <a:gd name="connsiteX13" fmla="*/ 122623 w 362309"/>
              <a:gd name="connsiteY13" fmla="*/ 85545 h 361971"/>
              <a:gd name="connsiteX14" fmla="*/ 116936 w 362309"/>
              <a:gd name="connsiteY14" fmla="*/ 84077 h 361971"/>
              <a:gd name="connsiteX15" fmla="*/ 112336 w 362309"/>
              <a:gd name="connsiteY15" fmla="*/ 76288 h 361971"/>
              <a:gd name="connsiteX16" fmla="*/ 120131 w 362309"/>
              <a:gd name="connsiteY16" fmla="*/ 71692 h 361971"/>
              <a:gd name="connsiteX17" fmla="*/ 141601 w 362309"/>
              <a:gd name="connsiteY17" fmla="*/ 77246 h 361971"/>
              <a:gd name="connsiteX18" fmla="*/ 146202 w 362309"/>
              <a:gd name="connsiteY18" fmla="*/ 85034 h 361971"/>
              <a:gd name="connsiteX19" fmla="*/ 140643 w 362309"/>
              <a:gd name="connsiteY19" fmla="*/ 106485 h 361971"/>
              <a:gd name="connsiteX20" fmla="*/ 134445 w 362309"/>
              <a:gd name="connsiteY20" fmla="*/ 111273 h 361971"/>
              <a:gd name="connsiteX21" fmla="*/ 132847 w 362309"/>
              <a:gd name="connsiteY21" fmla="*/ 111081 h 361971"/>
              <a:gd name="connsiteX22" fmla="*/ 128246 w 362309"/>
              <a:gd name="connsiteY22" fmla="*/ 103293 h 361971"/>
              <a:gd name="connsiteX23" fmla="*/ 130163 w 362309"/>
              <a:gd name="connsiteY23" fmla="*/ 95951 h 361971"/>
              <a:gd name="connsiteX24" fmla="*/ 93293 w 362309"/>
              <a:gd name="connsiteY24" fmla="*/ 146065 h 361971"/>
              <a:gd name="connsiteX25" fmla="*/ 99556 w 362309"/>
              <a:gd name="connsiteY25" fmla="*/ 142490 h 361971"/>
              <a:gd name="connsiteX26" fmla="*/ 108246 w 362309"/>
              <a:gd name="connsiteY26" fmla="*/ 144916 h 361971"/>
              <a:gd name="connsiteX27" fmla="*/ 105818 w 362309"/>
              <a:gd name="connsiteY27" fmla="*/ 153599 h 361971"/>
              <a:gd name="connsiteX28" fmla="*/ 86520 w 362309"/>
              <a:gd name="connsiteY28" fmla="*/ 164515 h 361971"/>
              <a:gd name="connsiteX29" fmla="*/ 278538 w 362309"/>
              <a:gd name="connsiteY29" fmla="*/ 288173 h 361971"/>
              <a:gd name="connsiteX30" fmla="*/ 273682 w 362309"/>
              <a:gd name="connsiteY30" fmla="*/ 290407 h 361971"/>
              <a:gd name="connsiteX31" fmla="*/ 269528 w 362309"/>
              <a:gd name="connsiteY31" fmla="*/ 288875 h 361971"/>
              <a:gd name="connsiteX32" fmla="*/ 268761 w 362309"/>
              <a:gd name="connsiteY32" fmla="*/ 279874 h 361971"/>
              <a:gd name="connsiteX33" fmla="*/ 283394 w 362309"/>
              <a:gd name="connsiteY33" fmla="*/ 229504 h 361971"/>
              <a:gd name="connsiteX34" fmla="*/ 283394 w 362309"/>
              <a:gd name="connsiteY34" fmla="*/ 197712 h 361971"/>
              <a:gd name="connsiteX35" fmla="*/ 273618 w 362309"/>
              <a:gd name="connsiteY35" fmla="*/ 188391 h 361971"/>
              <a:gd name="connsiteX36" fmla="*/ 264799 w 362309"/>
              <a:gd name="connsiteY36" fmla="*/ 197712 h 361971"/>
              <a:gd name="connsiteX37" fmla="*/ 258409 w 362309"/>
              <a:gd name="connsiteY37" fmla="*/ 204096 h 361971"/>
              <a:gd name="connsiteX38" fmla="*/ 252020 w 362309"/>
              <a:gd name="connsiteY38" fmla="*/ 197712 h 361971"/>
              <a:gd name="connsiteX39" fmla="*/ 252020 w 362309"/>
              <a:gd name="connsiteY39" fmla="*/ 189860 h 361971"/>
              <a:gd name="connsiteX40" fmla="*/ 242499 w 362309"/>
              <a:gd name="connsiteY40" fmla="*/ 180539 h 361971"/>
              <a:gd name="connsiteX41" fmla="*/ 233425 w 362309"/>
              <a:gd name="connsiteY41" fmla="*/ 189860 h 361971"/>
              <a:gd name="connsiteX42" fmla="*/ 233425 w 362309"/>
              <a:gd name="connsiteY42" fmla="*/ 197712 h 361971"/>
              <a:gd name="connsiteX43" fmla="*/ 227035 w 362309"/>
              <a:gd name="connsiteY43" fmla="*/ 204096 h 361971"/>
              <a:gd name="connsiteX44" fmla="*/ 220645 w 362309"/>
              <a:gd name="connsiteY44" fmla="*/ 197712 h 361971"/>
              <a:gd name="connsiteX45" fmla="*/ 220645 w 362309"/>
              <a:gd name="connsiteY45" fmla="*/ 174219 h 361971"/>
              <a:gd name="connsiteX46" fmla="*/ 211124 w 362309"/>
              <a:gd name="connsiteY46" fmla="*/ 164898 h 361971"/>
              <a:gd name="connsiteX47" fmla="*/ 202050 w 362309"/>
              <a:gd name="connsiteY47" fmla="*/ 174219 h 361971"/>
              <a:gd name="connsiteX48" fmla="*/ 202050 w 362309"/>
              <a:gd name="connsiteY48" fmla="*/ 197712 h 361971"/>
              <a:gd name="connsiteX49" fmla="*/ 195660 w 362309"/>
              <a:gd name="connsiteY49" fmla="*/ 204096 h 361971"/>
              <a:gd name="connsiteX50" fmla="*/ 189270 w 362309"/>
              <a:gd name="connsiteY50" fmla="*/ 197712 h 361971"/>
              <a:gd name="connsiteX51" fmla="*/ 189270 w 362309"/>
              <a:gd name="connsiteY51" fmla="*/ 134957 h 361971"/>
              <a:gd name="connsiteX52" fmla="*/ 179941 w 362309"/>
              <a:gd name="connsiteY52" fmla="*/ 125637 h 361971"/>
              <a:gd name="connsiteX53" fmla="*/ 170612 w 362309"/>
              <a:gd name="connsiteY53" fmla="*/ 134957 h 361971"/>
              <a:gd name="connsiteX54" fmla="*/ 170612 w 362309"/>
              <a:gd name="connsiteY54" fmla="*/ 229057 h 361971"/>
              <a:gd name="connsiteX55" fmla="*/ 166586 w 362309"/>
              <a:gd name="connsiteY55" fmla="*/ 234994 h 361971"/>
              <a:gd name="connsiteX56" fmla="*/ 159621 w 362309"/>
              <a:gd name="connsiteY56" fmla="*/ 233462 h 361971"/>
              <a:gd name="connsiteX57" fmla="*/ 136298 w 362309"/>
              <a:gd name="connsiteY57" fmla="*/ 192477 h 361971"/>
              <a:gd name="connsiteX58" fmla="*/ 123645 w 362309"/>
              <a:gd name="connsiteY58" fmla="*/ 188519 h 361971"/>
              <a:gd name="connsiteX59" fmla="*/ 120514 w 362309"/>
              <a:gd name="connsiteY59" fmla="*/ 193626 h 361971"/>
              <a:gd name="connsiteX60" fmla="*/ 122048 w 362309"/>
              <a:gd name="connsiteY60" fmla="*/ 202628 h 361971"/>
              <a:gd name="connsiteX61" fmla="*/ 122303 w 362309"/>
              <a:gd name="connsiteY61" fmla="*/ 203330 h 361971"/>
              <a:gd name="connsiteX62" fmla="*/ 175020 w 362309"/>
              <a:gd name="connsiteY62" fmla="*/ 278533 h 361971"/>
              <a:gd name="connsiteX63" fmla="*/ 177066 w 362309"/>
              <a:gd name="connsiteY63" fmla="*/ 287343 h 361971"/>
              <a:gd name="connsiteX64" fmla="*/ 171634 w 362309"/>
              <a:gd name="connsiteY64" fmla="*/ 290343 h 361971"/>
              <a:gd name="connsiteX65" fmla="*/ 168248 w 362309"/>
              <a:gd name="connsiteY65" fmla="*/ 289386 h 361971"/>
              <a:gd name="connsiteX66" fmla="*/ 110418 w 362309"/>
              <a:gd name="connsiteY66" fmla="*/ 208054 h 361971"/>
              <a:gd name="connsiteX67" fmla="*/ 107862 w 362309"/>
              <a:gd name="connsiteY67" fmla="*/ 191775 h 361971"/>
              <a:gd name="connsiteX68" fmla="*/ 117895 w 362309"/>
              <a:gd name="connsiteY68" fmla="*/ 177092 h 361971"/>
              <a:gd name="connsiteX69" fmla="*/ 134828 w 362309"/>
              <a:gd name="connsiteY69" fmla="*/ 175879 h 361971"/>
              <a:gd name="connsiteX70" fmla="*/ 147735 w 362309"/>
              <a:gd name="connsiteY70" fmla="*/ 186923 h 361971"/>
              <a:gd name="connsiteX71" fmla="*/ 157768 w 362309"/>
              <a:gd name="connsiteY71" fmla="*/ 207096 h 361971"/>
              <a:gd name="connsiteX72" fmla="*/ 157768 w 362309"/>
              <a:gd name="connsiteY72" fmla="*/ 134893 h 361971"/>
              <a:gd name="connsiteX73" fmla="*/ 179877 w 362309"/>
              <a:gd name="connsiteY73" fmla="*/ 112805 h 361971"/>
              <a:gd name="connsiteX74" fmla="*/ 201986 w 362309"/>
              <a:gd name="connsiteY74" fmla="*/ 134893 h 361971"/>
              <a:gd name="connsiteX75" fmla="*/ 201986 w 362309"/>
              <a:gd name="connsiteY75" fmla="*/ 154109 h 361971"/>
              <a:gd name="connsiteX76" fmla="*/ 211060 w 362309"/>
              <a:gd name="connsiteY76" fmla="*/ 152066 h 361971"/>
              <a:gd name="connsiteX77" fmla="*/ 232978 w 362309"/>
              <a:gd name="connsiteY77" fmla="*/ 170005 h 361971"/>
              <a:gd name="connsiteX78" fmla="*/ 242499 w 362309"/>
              <a:gd name="connsiteY78" fmla="*/ 167707 h 361971"/>
              <a:gd name="connsiteX79" fmla="*/ 261860 w 362309"/>
              <a:gd name="connsiteY79" fmla="*/ 179071 h 361971"/>
              <a:gd name="connsiteX80" fmla="*/ 273618 w 362309"/>
              <a:gd name="connsiteY80" fmla="*/ 175560 h 361971"/>
              <a:gd name="connsiteX81" fmla="*/ 296173 w 362309"/>
              <a:gd name="connsiteY81" fmla="*/ 197648 h 361971"/>
              <a:gd name="connsiteX82" fmla="*/ 296173 w 362309"/>
              <a:gd name="connsiteY82" fmla="*/ 228993 h 361971"/>
              <a:gd name="connsiteX83" fmla="*/ 278538 w 362309"/>
              <a:gd name="connsiteY83" fmla="*/ 28817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62309" h="361971">
                <a:moveTo>
                  <a:pt x="181155" y="0"/>
                </a:moveTo>
                <a:cubicBezTo>
                  <a:pt x="81089" y="0"/>
                  <a:pt x="0" y="81012"/>
                  <a:pt x="0" y="180986"/>
                </a:cubicBezTo>
                <a:cubicBezTo>
                  <a:pt x="0" y="280959"/>
                  <a:pt x="81089" y="361971"/>
                  <a:pt x="181155" y="361971"/>
                </a:cubicBezTo>
                <a:cubicBezTo>
                  <a:pt x="281221" y="361971"/>
                  <a:pt x="362310" y="280959"/>
                  <a:pt x="362310" y="180986"/>
                </a:cubicBezTo>
                <a:cubicBezTo>
                  <a:pt x="362310" y="81012"/>
                  <a:pt x="281221" y="0"/>
                  <a:pt x="181155" y="0"/>
                </a:cubicBezTo>
                <a:close/>
                <a:moveTo>
                  <a:pt x="86520" y="164515"/>
                </a:moveTo>
                <a:cubicBezTo>
                  <a:pt x="85561" y="165090"/>
                  <a:pt x="84475" y="165345"/>
                  <a:pt x="83389" y="165345"/>
                </a:cubicBezTo>
                <a:cubicBezTo>
                  <a:pt x="82814" y="165345"/>
                  <a:pt x="82238" y="165281"/>
                  <a:pt x="81664" y="165090"/>
                </a:cubicBezTo>
                <a:cubicBezTo>
                  <a:pt x="80002" y="164643"/>
                  <a:pt x="78661" y="163558"/>
                  <a:pt x="77830" y="162089"/>
                </a:cubicBezTo>
                <a:lnTo>
                  <a:pt x="66902" y="142810"/>
                </a:lnTo>
                <a:cubicBezTo>
                  <a:pt x="65178" y="139745"/>
                  <a:pt x="66264" y="135851"/>
                  <a:pt x="69331" y="134127"/>
                </a:cubicBezTo>
                <a:cubicBezTo>
                  <a:pt x="72398" y="132404"/>
                  <a:pt x="76296" y="133489"/>
                  <a:pt x="78022" y="136553"/>
                </a:cubicBezTo>
                <a:lnTo>
                  <a:pt x="81089" y="141980"/>
                </a:lnTo>
                <a:cubicBezTo>
                  <a:pt x="87670" y="118487"/>
                  <a:pt x="102942" y="97802"/>
                  <a:pt x="122623" y="85545"/>
                </a:cubicBezTo>
                <a:lnTo>
                  <a:pt x="116936" y="84077"/>
                </a:lnTo>
                <a:cubicBezTo>
                  <a:pt x="113549" y="83183"/>
                  <a:pt x="111441" y="79736"/>
                  <a:pt x="112336" y="76288"/>
                </a:cubicBezTo>
                <a:cubicBezTo>
                  <a:pt x="113230" y="72841"/>
                  <a:pt x="116744" y="70798"/>
                  <a:pt x="120131" y="71692"/>
                </a:cubicBezTo>
                <a:lnTo>
                  <a:pt x="141601" y="77246"/>
                </a:lnTo>
                <a:cubicBezTo>
                  <a:pt x="144988" y="78140"/>
                  <a:pt x="147096" y="81587"/>
                  <a:pt x="146202" y="85034"/>
                </a:cubicBezTo>
                <a:lnTo>
                  <a:pt x="140643" y="106485"/>
                </a:lnTo>
                <a:cubicBezTo>
                  <a:pt x="139876" y="109357"/>
                  <a:pt x="137320" y="111273"/>
                  <a:pt x="134445" y="111273"/>
                </a:cubicBezTo>
                <a:cubicBezTo>
                  <a:pt x="133934" y="111273"/>
                  <a:pt x="133358" y="111209"/>
                  <a:pt x="132847" y="111081"/>
                </a:cubicBezTo>
                <a:cubicBezTo>
                  <a:pt x="129460" y="110187"/>
                  <a:pt x="127352" y="106740"/>
                  <a:pt x="128246" y="103293"/>
                </a:cubicBezTo>
                <a:lnTo>
                  <a:pt x="130163" y="95951"/>
                </a:lnTo>
                <a:cubicBezTo>
                  <a:pt x="112847" y="106548"/>
                  <a:pt x="99044" y="125317"/>
                  <a:pt x="93293" y="146065"/>
                </a:cubicBezTo>
                <a:lnTo>
                  <a:pt x="99556" y="142490"/>
                </a:lnTo>
                <a:cubicBezTo>
                  <a:pt x="102623" y="140767"/>
                  <a:pt x="106521" y="141852"/>
                  <a:pt x="108246" y="144916"/>
                </a:cubicBezTo>
                <a:cubicBezTo>
                  <a:pt x="109971" y="147981"/>
                  <a:pt x="108885" y="151875"/>
                  <a:pt x="105818" y="153599"/>
                </a:cubicBezTo>
                <a:lnTo>
                  <a:pt x="86520" y="164515"/>
                </a:lnTo>
                <a:close/>
                <a:moveTo>
                  <a:pt x="278538" y="288173"/>
                </a:moveTo>
                <a:cubicBezTo>
                  <a:pt x="277259" y="289641"/>
                  <a:pt x="275470" y="290407"/>
                  <a:pt x="273682" y="290407"/>
                </a:cubicBezTo>
                <a:cubicBezTo>
                  <a:pt x="272211" y="290407"/>
                  <a:pt x="270742" y="289896"/>
                  <a:pt x="269528" y="288875"/>
                </a:cubicBezTo>
                <a:cubicBezTo>
                  <a:pt x="266844" y="286577"/>
                  <a:pt x="266525" y="282555"/>
                  <a:pt x="268761" y="279874"/>
                </a:cubicBezTo>
                <a:cubicBezTo>
                  <a:pt x="285247" y="260530"/>
                  <a:pt x="283458" y="229823"/>
                  <a:pt x="283394" y="229504"/>
                </a:cubicBezTo>
                <a:lnTo>
                  <a:pt x="283394" y="197712"/>
                </a:lnTo>
                <a:cubicBezTo>
                  <a:pt x="283394" y="192669"/>
                  <a:pt x="278921" y="188391"/>
                  <a:pt x="273618" y="188391"/>
                </a:cubicBezTo>
                <a:cubicBezTo>
                  <a:pt x="268569" y="188391"/>
                  <a:pt x="264799" y="192413"/>
                  <a:pt x="264799" y="197712"/>
                </a:cubicBezTo>
                <a:cubicBezTo>
                  <a:pt x="264799" y="201223"/>
                  <a:pt x="261923" y="204096"/>
                  <a:pt x="258409" y="204096"/>
                </a:cubicBezTo>
                <a:cubicBezTo>
                  <a:pt x="254895" y="204096"/>
                  <a:pt x="252020" y="201223"/>
                  <a:pt x="252020" y="197712"/>
                </a:cubicBezTo>
                <a:lnTo>
                  <a:pt x="252020" y="189860"/>
                </a:lnTo>
                <a:cubicBezTo>
                  <a:pt x="252020" y="184816"/>
                  <a:pt x="247674" y="180539"/>
                  <a:pt x="242499" y="180539"/>
                </a:cubicBezTo>
                <a:cubicBezTo>
                  <a:pt x="237386" y="180539"/>
                  <a:pt x="233425" y="184625"/>
                  <a:pt x="233425" y="189860"/>
                </a:cubicBezTo>
                <a:lnTo>
                  <a:pt x="233425" y="197712"/>
                </a:lnTo>
                <a:cubicBezTo>
                  <a:pt x="233425" y="201223"/>
                  <a:pt x="230549" y="204096"/>
                  <a:pt x="227035" y="204096"/>
                </a:cubicBezTo>
                <a:cubicBezTo>
                  <a:pt x="223520" y="204096"/>
                  <a:pt x="220645" y="201223"/>
                  <a:pt x="220645" y="197712"/>
                </a:cubicBezTo>
                <a:lnTo>
                  <a:pt x="220645" y="174219"/>
                </a:lnTo>
                <a:cubicBezTo>
                  <a:pt x="220645" y="169176"/>
                  <a:pt x="216299" y="164898"/>
                  <a:pt x="211124" y="164898"/>
                </a:cubicBezTo>
                <a:cubicBezTo>
                  <a:pt x="206012" y="164898"/>
                  <a:pt x="202050" y="168984"/>
                  <a:pt x="202050" y="174219"/>
                </a:cubicBezTo>
                <a:lnTo>
                  <a:pt x="202050" y="197712"/>
                </a:lnTo>
                <a:cubicBezTo>
                  <a:pt x="202050" y="201223"/>
                  <a:pt x="199175" y="204096"/>
                  <a:pt x="195660" y="204096"/>
                </a:cubicBezTo>
                <a:cubicBezTo>
                  <a:pt x="192146" y="204096"/>
                  <a:pt x="189270" y="201223"/>
                  <a:pt x="189270" y="197712"/>
                </a:cubicBezTo>
                <a:lnTo>
                  <a:pt x="189270" y="134957"/>
                </a:lnTo>
                <a:cubicBezTo>
                  <a:pt x="189270" y="129850"/>
                  <a:pt x="185116" y="125637"/>
                  <a:pt x="179941" y="125637"/>
                </a:cubicBezTo>
                <a:cubicBezTo>
                  <a:pt x="174765" y="125637"/>
                  <a:pt x="170612" y="129786"/>
                  <a:pt x="170612" y="134957"/>
                </a:cubicBezTo>
                <a:lnTo>
                  <a:pt x="170612" y="229057"/>
                </a:lnTo>
                <a:cubicBezTo>
                  <a:pt x="170612" y="231675"/>
                  <a:pt x="169014" y="234037"/>
                  <a:pt x="166586" y="234994"/>
                </a:cubicBezTo>
                <a:cubicBezTo>
                  <a:pt x="164158" y="235952"/>
                  <a:pt x="161410" y="235377"/>
                  <a:pt x="159621" y="233462"/>
                </a:cubicBezTo>
                <a:cubicBezTo>
                  <a:pt x="151250" y="224780"/>
                  <a:pt x="137767" y="195797"/>
                  <a:pt x="136298" y="192477"/>
                </a:cubicBezTo>
                <a:cubicBezTo>
                  <a:pt x="134125" y="188072"/>
                  <a:pt x="128310" y="186221"/>
                  <a:pt x="123645" y="188519"/>
                </a:cubicBezTo>
                <a:cubicBezTo>
                  <a:pt x="121984" y="189349"/>
                  <a:pt x="120898" y="191073"/>
                  <a:pt x="120514" y="193626"/>
                </a:cubicBezTo>
                <a:cubicBezTo>
                  <a:pt x="120067" y="196499"/>
                  <a:pt x="120642" y="199882"/>
                  <a:pt x="122048" y="202628"/>
                </a:cubicBezTo>
                <a:cubicBezTo>
                  <a:pt x="122176" y="202883"/>
                  <a:pt x="122240" y="203074"/>
                  <a:pt x="122303" y="203330"/>
                </a:cubicBezTo>
                <a:cubicBezTo>
                  <a:pt x="122495" y="203904"/>
                  <a:pt x="142688" y="258360"/>
                  <a:pt x="175020" y="278533"/>
                </a:cubicBezTo>
                <a:cubicBezTo>
                  <a:pt x="178024" y="280384"/>
                  <a:pt x="178918" y="284342"/>
                  <a:pt x="177066" y="287343"/>
                </a:cubicBezTo>
                <a:cubicBezTo>
                  <a:pt x="175851" y="289258"/>
                  <a:pt x="173743" y="290343"/>
                  <a:pt x="171634" y="290343"/>
                </a:cubicBezTo>
                <a:cubicBezTo>
                  <a:pt x="170484" y="290343"/>
                  <a:pt x="169333" y="290024"/>
                  <a:pt x="168248" y="289386"/>
                </a:cubicBezTo>
                <a:cubicBezTo>
                  <a:pt x="133167" y="267553"/>
                  <a:pt x="112336" y="213353"/>
                  <a:pt x="110418" y="208054"/>
                </a:cubicBezTo>
                <a:cubicBezTo>
                  <a:pt x="107990" y="203011"/>
                  <a:pt x="107031" y="197137"/>
                  <a:pt x="107862" y="191775"/>
                </a:cubicBezTo>
                <a:cubicBezTo>
                  <a:pt x="108885" y="185072"/>
                  <a:pt x="112400" y="179837"/>
                  <a:pt x="117895" y="177092"/>
                </a:cubicBezTo>
                <a:cubicBezTo>
                  <a:pt x="123198" y="174474"/>
                  <a:pt x="129204" y="174027"/>
                  <a:pt x="134828" y="175879"/>
                </a:cubicBezTo>
                <a:cubicBezTo>
                  <a:pt x="140515" y="177730"/>
                  <a:pt x="145116" y="181688"/>
                  <a:pt x="147735" y="186923"/>
                </a:cubicBezTo>
                <a:cubicBezTo>
                  <a:pt x="150355" y="192541"/>
                  <a:pt x="154061" y="200138"/>
                  <a:pt x="157768" y="207096"/>
                </a:cubicBezTo>
                <a:lnTo>
                  <a:pt x="157768" y="134893"/>
                </a:lnTo>
                <a:cubicBezTo>
                  <a:pt x="157768" y="122700"/>
                  <a:pt x="167672" y="112805"/>
                  <a:pt x="179877" y="112805"/>
                </a:cubicBezTo>
                <a:cubicBezTo>
                  <a:pt x="192082" y="112805"/>
                  <a:pt x="201986" y="122700"/>
                  <a:pt x="201986" y="134893"/>
                </a:cubicBezTo>
                <a:lnTo>
                  <a:pt x="201986" y="154109"/>
                </a:lnTo>
                <a:cubicBezTo>
                  <a:pt x="204734" y="152832"/>
                  <a:pt x="207801" y="152066"/>
                  <a:pt x="211060" y="152066"/>
                </a:cubicBezTo>
                <a:cubicBezTo>
                  <a:pt x="221922" y="152066"/>
                  <a:pt x="230996" y="159791"/>
                  <a:pt x="232978" y="170005"/>
                </a:cubicBezTo>
                <a:cubicBezTo>
                  <a:pt x="235853" y="168601"/>
                  <a:pt x="239048" y="167707"/>
                  <a:pt x="242499" y="167707"/>
                </a:cubicBezTo>
                <a:cubicBezTo>
                  <a:pt x="250869" y="167707"/>
                  <a:pt x="258026" y="172304"/>
                  <a:pt x="261860" y="179071"/>
                </a:cubicBezTo>
                <a:cubicBezTo>
                  <a:pt x="265246" y="176836"/>
                  <a:pt x="269272" y="175560"/>
                  <a:pt x="273618" y="175560"/>
                </a:cubicBezTo>
                <a:cubicBezTo>
                  <a:pt x="285822" y="175560"/>
                  <a:pt x="296173" y="185646"/>
                  <a:pt x="296173" y="197648"/>
                </a:cubicBezTo>
                <a:lnTo>
                  <a:pt x="296173" y="228993"/>
                </a:lnTo>
                <a:cubicBezTo>
                  <a:pt x="296301" y="230206"/>
                  <a:pt x="298283" y="264935"/>
                  <a:pt x="278538" y="288173"/>
                </a:cubicBezTo>
                <a:close/>
              </a:path>
            </a:pathLst>
          </a:custGeom>
          <a:solidFill>
            <a:srgbClr val="00A3E0"/>
          </a:solidFill>
          <a:ln w="6390" cap="flat">
            <a:noFill/>
            <a:prstDash val="solid"/>
            <a:miter/>
          </a:ln>
        </p:spPr>
        <p:txBody>
          <a:bodyPr rtlCol="0" anchor="ctr"/>
          <a:lstStyle/>
          <a:p>
            <a:endParaRPr lang="en-US"/>
          </a:p>
        </p:txBody>
      </p:sp>
      <p:sp>
        <p:nvSpPr>
          <p:cNvPr id="1085" name="Graphic 4">
            <a:extLst>
              <a:ext uri="{FF2B5EF4-FFF2-40B4-BE49-F238E27FC236}">
                <a16:creationId xmlns:a16="http://schemas.microsoft.com/office/drawing/2014/main" id="{D6A2B29C-97A3-814E-B632-FD126B42370E}"/>
              </a:ext>
            </a:extLst>
          </p:cNvPr>
          <p:cNvSpPr/>
          <p:nvPr/>
        </p:nvSpPr>
        <p:spPr>
          <a:xfrm>
            <a:off x="9279083" y="1402404"/>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09 w 362309"/>
              <a:gd name="connsiteY3" fmla="*/ 180986 h 361971"/>
              <a:gd name="connsiteX4" fmla="*/ 181155 w 362309"/>
              <a:gd name="connsiteY4" fmla="*/ 0 h 361971"/>
              <a:gd name="connsiteX5" fmla="*/ 116361 w 362309"/>
              <a:gd name="connsiteY5" fmla="*/ 84396 h 361971"/>
              <a:gd name="connsiteX6" fmla="*/ 122750 w 362309"/>
              <a:gd name="connsiteY6" fmla="*/ 78012 h 361971"/>
              <a:gd name="connsiteX7" fmla="*/ 129140 w 362309"/>
              <a:gd name="connsiteY7" fmla="*/ 84396 h 361971"/>
              <a:gd name="connsiteX8" fmla="*/ 129140 w 362309"/>
              <a:gd name="connsiteY8" fmla="*/ 92632 h 361971"/>
              <a:gd name="connsiteX9" fmla="*/ 190037 w 362309"/>
              <a:gd name="connsiteY9" fmla="*/ 70607 h 361971"/>
              <a:gd name="connsiteX10" fmla="*/ 261285 w 362309"/>
              <a:gd name="connsiteY10" fmla="*/ 102463 h 361971"/>
              <a:gd name="connsiteX11" fmla="*/ 260773 w 362309"/>
              <a:gd name="connsiteY11" fmla="*/ 111464 h 361971"/>
              <a:gd name="connsiteX12" fmla="*/ 256492 w 362309"/>
              <a:gd name="connsiteY12" fmla="*/ 113060 h 361971"/>
              <a:gd name="connsiteX13" fmla="*/ 251700 w 362309"/>
              <a:gd name="connsiteY13" fmla="*/ 110954 h 361971"/>
              <a:gd name="connsiteX14" fmla="*/ 189973 w 362309"/>
              <a:gd name="connsiteY14" fmla="*/ 83375 h 361971"/>
              <a:gd name="connsiteX15" fmla="*/ 139812 w 362309"/>
              <a:gd name="connsiteY15" fmla="*/ 100292 h 361971"/>
              <a:gd name="connsiteX16" fmla="*/ 144923 w 362309"/>
              <a:gd name="connsiteY16" fmla="*/ 100292 h 361971"/>
              <a:gd name="connsiteX17" fmla="*/ 151313 w 362309"/>
              <a:gd name="connsiteY17" fmla="*/ 106676 h 361971"/>
              <a:gd name="connsiteX18" fmla="*/ 144923 w 362309"/>
              <a:gd name="connsiteY18" fmla="*/ 113060 h 361971"/>
              <a:gd name="connsiteX19" fmla="*/ 122623 w 362309"/>
              <a:gd name="connsiteY19" fmla="*/ 113060 h 361971"/>
              <a:gd name="connsiteX20" fmla="*/ 116233 w 362309"/>
              <a:gd name="connsiteY20" fmla="*/ 106676 h 361971"/>
              <a:gd name="connsiteX21" fmla="*/ 116233 w 362309"/>
              <a:gd name="connsiteY21" fmla="*/ 84396 h 361971"/>
              <a:gd name="connsiteX22" fmla="*/ 253936 w 362309"/>
              <a:gd name="connsiteY22" fmla="*/ 289003 h 361971"/>
              <a:gd name="connsiteX23" fmla="*/ 249080 w 362309"/>
              <a:gd name="connsiteY23" fmla="*/ 291237 h 361971"/>
              <a:gd name="connsiteX24" fmla="*/ 244926 w 362309"/>
              <a:gd name="connsiteY24" fmla="*/ 289705 h 361971"/>
              <a:gd name="connsiteX25" fmla="*/ 244159 w 362309"/>
              <a:gd name="connsiteY25" fmla="*/ 280704 h 361971"/>
              <a:gd name="connsiteX26" fmla="*/ 257514 w 362309"/>
              <a:gd name="connsiteY26" fmla="*/ 233335 h 361971"/>
              <a:gd name="connsiteX27" fmla="*/ 257514 w 362309"/>
              <a:gd name="connsiteY27" fmla="*/ 203138 h 361971"/>
              <a:gd name="connsiteX28" fmla="*/ 249016 w 362309"/>
              <a:gd name="connsiteY28" fmla="*/ 194648 h 361971"/>
              <a:gd name="connsiteX29" fmla="*/ 240517 w 362309"/>
              <a:gd name="connsiteY29" fmla="*/ 203138 h 361971"/>
              <a:gd name="connsiteX30" fmla="*/ 234127 w 362309"/>
              <a:gd name="connsiteY30" fmla="*/ 209522 h 361971"/>
              <a:gd name="connsiteX31" fmla="*/ 227737 w 362309"/>
              <a:gd name="connsiteY31" fmla="*/ 203138 h 361971"/>
              <a:gd name="connsiteX32" fmla="*/ 227737 w 362309"/>
              <a:gd name="connsiteY32" fmla="*/ 195733 h 361971"/>
              <a:gd name="connsiteX33" fmla="*/ 219238 w 362309"/>
              <a:gd name="connsiteY33" fmla="*/ 187242 h 361971"/>
              <a:gd name="connsiteX34" fmla="*/ 210740 w 362309"/>
              <a:gd name="connsiteY34" fmla="*/ 195733 h 361971"/>
              <a:gd name="connsiteX35" fmla="*/ 210740 w 362309"/>
              <a:gd name="connsiteY35" fmla="*/ 203138 h 361971"/>
              <a:gd name="connsiteX36" fmla="*/ 204350 w 362309"/>
              <a:gd name="connsiteY36" fmla="*/ 209522 h 361971"/>
              <a:gd name="connsiteX37" fmla="*/ 197960 w 362309"/>
              <a:gd name="connsiteY37" fmla="*/ 203138 h 361971"/>
              <a:gd name="connsiteX38" fmla="*/ 197960 w 362309"/>
              <a:gd name="connsiteY38" fmla="*/ 180858 h 361971"/>
              <a:gd name="connsiteX39" fmla="*/ 189462 w 362309"/>
              <a:gd name="connsiteY39" fmla="*/ 172368 h 361971"/>
              <a:gd name="connsiteX40" fmla="*/ 180963 w 362309"/>
              <a:gd name="connsiteY40" fmla="*/ 180858 h 361971"/>
              <a:gd name="connsiteX41" fmla="*/ 180963 w 362309"/>
              <a:gd name="connsiteY41" fmla="*/ 203138 h 361971"/>
              <a:gd name="connsiteX42" fmla="*/ 174573 w 362309"/>
              <a:gd name="connsiteY42" fmla="*/ 209522 h 361971"/>
              <a:gd name="connsiteX43" fmla="*/ 168183 w 362309"/>
              <a:gd name="connsiteY43" fmla="*/ 203138 h 361971"/>
              <a:gd name="connsiteX44" fmla="*/ 168183 w 362309"/>
              <a:gd name="connsiteY44" fmla="*/ 143703 h 361971"/>
              <a:gd name="connsiteX45" fmla="*/ 159684 w 362309"/>
              <a:gd name="connsiteY45" fmla="*/ 135213 h 361971"/>
              <a:gd name="connsiteX46" fmla="*/ 151186 w 362309"/>
              <a:gd name="connsiteY46" fmla="*/ 143703 h 361971"/>
              <a:gd name="connsiteX47" fmla="*/ 151186 w 362309"/>
              <a:gd name="connsiteY47" fmla="*/ 232824 h 361971"/>
              <a:gd name="connsiteX48" fmla="*/ 147479 w 362309"/>
              <a:gd name="connsiteY48" fmla="*/ 238633 h 361971"/>
              <a:gd name="connsiteX49" fmla="*/ 140643 w 362309"/>
              <a:gd name="connsiteY49" fmla="*/ 237676 h 361971"/>
              <a:gd name="connsiteX50" fmla="*/ 118342 w 362309"/>
              <a:gd name="connsiteY50" fmla="*/ 198031 h 361971"/>
              <a:gd name="connsiteX51" fmla="*/ 107223 w 362309"/>
              <a:gd name="connsiteY51" fmla="*/ 194775 h 361971"/>
              <a:gd name="connsiteX52" fmla="*/ 105945 w 362309"/>
              <a:gd name="connsiteY52" fmla="*/ 207735 h 361971"/>
              <a:gd name="connsiteX53" fmla="*/ 106265 w 362309"/>
              <a:gd name="connsiteY53" fmla="*/ 208437 h 361971"/>
              <a:gd name="connsiteX54" fmla="*/ 155659 w 362309"/>
              <a:gd name="connsiteY54" fmla="*/ 279427 h 361971"/>
              <a:gd name="connsiteX55" fmla="*/ 157703 w 362309"/>
              <a:gd name="connsiteY55" fmla="*/ 288237 h 361971"/>
              <a:gd name="connsiteX56" fmla="*/ 152272 w 362309"/>
              <a:gd name="connsiteY56" fmla="*/ 291237 h 361971"/>
              <a:gd name="connsiteX57" fmla="*/ 148885 w 362309"/>
              <a:gd name="connsiteY57" fmla="*/ 290280 h 361971"/>
              <a:gd name="connsiteX58" fmla="*/ 94316 w 362309"/>
              <a:gd name="connsiteY58" fmla="*/ 213097 h 361971"/>
              <a:gd name="connsiteX59" fmla="*/ 101472 w 362309"/>
              <a:gd name="connsiteY59" fmla="*/ 183412 h 361971"/>
              <a:gd name="connsiteX60" fmla="*/ 129971 w 362309"/>
              <a:gd name="connsiteY60" fmla="*/ 192924 h 361971"/>
              <a:gd name="connsiteX61" fmla="*/ 138406 w 362309"/>
              <a:gd name="connsiteY61" fmla="*/ 211693 h 361971"/>
              <a:gd name="connsiteX62" fmla="*/ 138406 w 362309"/>
              <a:gd name="connsiteY62" fmla="*/ 143767 h 361971"/>
              <a:gd name="connsiteX63" fmla="*/ 159684 w 362309"/>
              <a:gd name="connsiteY63" fmla="*/ 122509 h 361971"/>
              <a:gd name="connsiteX64" fmla="*/ 180963 w 362309"/>
              <a:gd name="connsiteY64" fmla="*/ 143767 h 361971"/>
              <a:gd name="connsiteX65" fmla="*/ 180963 w 362309"/>
              <a:gd name="connsiteY65" fmla="*/ 161451 h 361971"/>
              <a:gd name="connsiteX66" fmla="*/ 189462 w 362309"/>
              <a:gd name="connsiteY66" fmla="*/ 159663 h 361971"/>
              <a:gd name="connsiteX67" fmla="*/ 210229 w 362309"/>
              <a:gd name="connsiteY67" fmla="*/ 176581 h 361971"/>
              <a:gd name="connsiteX68" fmla="*/ 219174 w 362309"/>
              <a:gd name="connsiteY68" fmla="*/ 174538 h 361971"/>
              <a:gd name="connsiteX69" fmla="*/ 237577 w 362309"/>
              <a:gd name="connsiteY69" fmla="*/ 185327 h 361971"/>
              <a:gd name="connsiteX70" fmla="*/ 248952 w 362309"/>
              <a:gd name="connsiteY70" fmla="*/ 182007 h 361971"/>
              <a:gd name="connsiteX71" fmla="*/ 270231 w 362309"/>
              <a:gd name="connsiteY71" fmla="*/ 203266 h 361971"/>
              <a:gd name="connsiteX72" fmla="*/ 270231 w 362309"/>
              <a:gd name="connsiteY72" fmla="*/ 232951 h 361971"/>
              <a:gd name="connsiteX73" fmla="*/ 253936 w 362309"/>
              <a:gd name="connsiteY73" fmla="*/ 28900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09" y="280959"/>
                  <a:pt x="362309" y="180986"/>
                </a:cubicBezTo>
                <a:cubicBezTo>
                  <a:pt x="362309" y="81013"/>
                  <a:pt x="281157" y="0"/>
                  <a:pt x="181155" y="0"/>
                </a:cubicBezTo>
                <a:close/>
                <a:moveTo>
                  <a:pt x="116361" y="84396"/>
                </a:moveTo>
                <a:cubicBezTo>
                  <a:pt x="116361" y="80885"/>
                  <a:pt x="119236" y="78012"/>
                  <a:pt x="122750" y="78012"/>
                </a:cubicBezTo>
                <a:cubicBezTo>
                  <a:pt x="126265" y="78012"/>
                  <a:pt x="129140" y="80885"/>
                  <a:pt x="129140" y="84396"/>
                </a:cubicBezTo>
                <a:lnTo>
                  <a:pt x="129140" y="92632"/>
                </a:lnTo>
                <a:cubicBezTo>
                  <a:pt x="146266" y="78459"/>
                  <a:pt x="167736" y="70607"/>
                  <a:pt x="190037" y="70607"/>
                </a:cubicBezTo>
                <a:cubicBezTo>
                  <a:pt x="217194" y="70607"/>
                  <a:pt x="243137" y="82226"/>
                  <a:pt x="261285" y="102463"/>
                </a:cubicBezTo>
                <a:cubicBezTo>
                  <a:pt x="263649" y="105080"/>
                  <a:pt x="263393" y="109102"/>
                  <a:pt x="260773" y="111464"/>
                </a:cubicBezTo>
                <a:cubicBezTo>
                  <a:pt x="259559" y="112550"/>
                  <a:pt x="258026" y="113060"/>
                  <a:pt x="256492" y="113060"/>
                </a:cubicBezTo>
                <a:cubicBezTo>
                  <a:pt x="254767" y="113060"/>
                  <a:pt x="252977" y="112358"/>
                  <a:pt x="251700" y="110954"/>
                </a:cubicBezTo>
                <a:cubicBezTo>
                  <a:pt x="235980" y="93398"/>
                  <a:pt x="213488" y="83375"/>
                  <a:pt x="189973" y="83375"/>
                </a:cubicBezTo>
                <a:cubicBezTo>
                  <a:pt x="171762" y="83375"/>
                  <a:pt x="154189" y="89376"/>
                  <a:pt x="139812" y="100292"/>
                </a:cubicBezTo>
                <a:lnTo>
                  <a:pt x="144923" y="100292"/>
                </a:lnTo>
                <a:cubicBezTo>
                  <a:pt x="148438" y="100292"/>
                  <a:pt x="151313" y="103165"/>
                  <a:pt x="151313" y="106676"/>
                </a:cubicBezTo>
                <a:cubicBezTo>
                  <a:pt x="151313" y="110188"/>
                  <a:pt x="148438" y="113060"/>
                  <a:pt x="144923" y="113060"/>
                </a:cubicBezTo>
                <a:lnTo>
                  <a:pt x="122623" y="113060"/>
                </a:lnTo>
                <a:cubicBezTo>
                  <a:pt x="119109" y="113060"/>
                  <a:pt x="116233" y="110188"/>
                  <a:pt x="116233" y="106676"/>
                </a:cubicBezTo>
                <a:lnTo>
                  <a:pt x="116233" y="84396"/>
                </a:lnTo>
                <a:close/>
                <a:moveTo>
                  <a:pt x="253936" y="289003"/>
                </a:moveTo>
                <a:cubicBezTo>
                  <a:pt x="252658" y="290471"/>
                  <a:pt x="250869" y="291237"/>
                  <a:pt x="249080" y="291237"/>
                </a:cubicBezTo>
                <a:cubicBezTo>
                  <a:pt x="247610" y="291237"/>
                  <a:pt x="246141" y="290727"/>
                  <a:pt x="244926" y="289705"/>
                </a:cubicBezTo>
                <a:cubicBezTo>
                  <a:pt x="242243" y="287407"/>
                  <a:pt x="241923" y="283385"/>
                  <a:pt x="244159" y="280704"/>
                </a:cubicBezTo>
                <a:cubicBezTo>
                  <a:pt x="259559" y="262573"/>
                  <a:pt x="257578" y="233654"/>
                  <a:pt x="257514" y="233335"/>
                </a:cubicBezTo>
                <a:lnTo>
                  <a:pt x="257514" y="203138"/>
                </a:lnTo>
                <a:cubicBezTo>
                  <a:pt x="257514" y="198478"/>
                  <a:pt x="253680" y="194648"/>
                  <a:pt x="249016" y="194648"/>
                </a:cubicBezTo>
                <a:cubicBezTo>
                  <a:pt x="244351" y="194648"/>
                  <a:pt x="240517" y="198414"/>
                  <a:pt x="240517" y="203138"/>
                </a:cubicBezTo>
                <a:cubicBezTo>
                  <a:pt x="240517" y="206649"/>
                  <a:pt x="237641" y="209522"/>
                  <a:pt x="234127" y="209522"/>
                </a:cubicBezTo>
                <a:cubicBezTo>
                  <a:pt x="230613" y="209522"/>
                  <a:pt x="227737" y="206649"/>
                  <a:pt x="227737" y="203138"/>
                </a:cubicBezTo>
                <a:lnTo>
                  <a:pt x="227737" y="195733"/>
                </a:lnTo>
                <a:cubicBezTo>
                  <a:pt x="227737" y="191073"/>
                  <a:pt x="223967" y="187242"/>
                  <a:pt x="219238" y="187242"/>
                </a:cubicBezTo>
                <a:cubicBezTo>
                  <a:pt x="214510" y="187242"/>
                  <a:pt x="210740" y="191009"/>
                  <a:pt x="210740" y="195733"/>
                </a:cubicBezTo>
                <a:lnTo>
                  <a:pt x="210740" y="203138"/>
                </a:lnTo>
                <a:cubicBezTo>
                  <a:pt x="210740" y="206649"/>
                  <a:pt x="207865" y="209522"/>
                  <a:pt x="204350" y="209522"/>
                </a:cubicBezTo>
                <a:cubicBezTo>
                  <a:pt x="200835" y="209522"/>
                  <a:pt x="197960" y="206649"/>
                  <a:pt x="197960" y="203138"/>
                </a:cubicBezTo>
                <a:lnTo>
                  <a:pt x="197960" y="180858"/>
                </a:lnTo>
                <a:cubicBezTo>
                  <a:pt x="197960" y="176198"/>
                  <a:pt x="194190" y="172368"/>
                  <a:pt x="189462" y="172368"/>
                </a:cubicBezTo>
                <a:cubicBezTo>
                  <a:pt x="184733" y="172368"/>
                  <a:pt x="180963" y="176198"/>
                  <a:pt x="180963" y="180858"/>
                </a:cubicBezTo>
                <a:lnTo>
                  <a:pt x="180963" y="203138"/>
                </a:lnTo>
                <a:cubicBezTo>
                  <a:pt x="180963" y="206649"/>
                  <a:pt x="178088" y="209522"/>
                  <a:pt x="174573" y="209522"/>
                </a:cubicBezTo>
                <a:cubicBezTo>
                  <a:pt x="171059" y="209522"/>
                  <a:pt x="168183" y="206649"/>
                  <a:pt x="168183" y="203138"/>
                </a:cubicBezTo>
                <a:lnTo>
                  <a:pt x="168183" y="143703"/>
                </a:lnTo>
                <a:cubicBezTo>
                  <a:pt x="168183" y="139043"/>
                  <a:pt x="164413" y="135213"/>
                  <a:pt x="159684" y="135213"/>
                </a:cubicBezTo>
                <a:cubicBezTo>
                  <a:pt x="154956" y="135213"/>
                  <a:pt x="151186" y="138979"/>
                  <a:pt x="151186" y="143703"/>
                </a:cubicBezTo>
                <a:lnTo>
                  <a:pt x="151186" y="232824"/>
                </a:lnTo>
                <a:cubicBezTo>
                  <a:pt x="151186" y="235314"/>
                  <a:pt x="149716" y="237612"/>
                  <a:pt x="147479" y="238633"/>
                </a:cubicBezTo>
                <a:cubicBezTo>
                  <a:pt x="145179" y="239655"/>
                  <a:pt x="142559" y="239272"/>
                  <a:pt x="140643" y="237676"/>
                </a:cubicBezTo>
                <a:cubicBezTo>
                  <a:pt x="130738" y="229185"/>
                  <a:pt x="119555" y="201223"/>
                  <a:pt x="118342" y="198031"/>
                </a:cubicBezTo>
                <a:cubicBezTo>
                  <a:pt x="116488" y="194392"/>
                  <a:pt x="111376" y="192669"/>
                  <a:pt x="107223" y="194775"/>
                </a:cubicBezTo>
                <a:cubicBezTo>
                  <a:pt x="103709" y="196563"/>
                  <a:pt x="103645" y="203074"/>
                  <a:pt x="105945" y="207735"/>
                </a:cubicBezTo>
                <a:cubicBezTo>
                  <a:pt x="106073" y="207990"/>
                  <a:pt x="106137" y="208182"/>
                  <a:pt x="106265" y="208437"/>
                </a:cubicBezTo>
                <a:cubicBezTo>
                  <a:pt x="106457" y="208948"/>
                  <a:pt x="125115" y="260467"/>
                  <a:pt x="155659" y="279427"/>
                </a:cubicBezTo>
                <a:cubicBezTo>
                  <a:pt x="158662" y="281278"/>
                  <a:pt x="159557" y="285236"/>
                  <a:pt x="157703" y="288237"/>
                </a:cubicBezTo>
                <a:cubicBezTo>
                  <a:pt x="156490" y="290152"/>
                  <a:pt x="154381" y="291237"/>
                  <a:pt x="152272" y="291237"/>
                </a:cubicBezTo>
                <a:cubicBezTo>
                  <a:pt x="151122" y="291237"/>
                  <a:pt x="149972" y="290918"/>
                  <a:pt x="148885" y="290280"/>
                </a:cubicBezTo>
                <a:cubicBezTo>
                  <a:pt x="115594" y="269596"/>
                  <a:pt x="96232" y="218268"/>
                  <a:pt x="94316" y="213097"/>
                </a:cubicBezTo>
                <a:cubicBezTo>
                  <a:pt x="89395" y="202883"/>
                  <a:pt x="90737" y="188774"/>
                  <a:pt x="101472" y="183412"/>
                </a:cubicBezTo>
                <a:cubicBezTo>
                  <a:pt x="111952" y="178177"/>
                  <a:pt x="124732" y="182454"/>
                  <a:pt x="129971" y="192924"/>
                </a:cubicBezTo>
                <a:cubicBezTo>
                  <a:pt x="132080" y="198223"/>
                  <a:pt x="135147" y="205245"/>
                  <a:pt x="138406" y="211693"/>
                </a:cubicBezTo>
                <a:lnTo>
                  <a:pt x="138406" y="143767"/>
                </a:lnTo>
                <a:cubicBezTo>
                  <a:pt x="138406" y="132085"/>
                  <a:pt x="147927" y="122509"/>
                  <a:pt x="159684" y="122509"/>
                </a:cubicBezTo>
                <a:cubicBezTo>
                  <a:pt x="171442" y="122509"/>
                  <a:pt x="180963" y="132021"/>
                  <a:pt x="180963" y="143767"/>
                </a:cubicBezTo>
                <a:lnTo>
                  <a:pt x="180963" y="161451"/>
                </a:lnTo>
                <a:cubicBezTo>
                  <a:pt x="183583" y="160302"/>
                  <a:pt x="186395" y="159663"/>
                  <a:pt x="189462" y="159663"/>
                </a:cubicBezTo>
                <a:cubicBezTo>
                  <a:pt x="199686" y="159663"/>
                  <a:pt x="208248" y="166941"/>
                  <a:pt x="210229" y="176581"/>
                </a:cubicBezTo>
                <a:cubicBezTo>
                  <a:pt x="212976" y="175304"/>
                  <a:pt x="215979" y="174538"/>
                  <a:pt x="219174" y="174538"/>
                </a:cubicBezTo>
                <a:cubicBezTo>
                  <a:pt x="227099" y="174538"/>
                  <a:pt x="233872" y="178879"/>
                  <a:pt x="237577" y="185327"/>
                </a:cubicBezTo>
                <a:cubicBezTo>
                  <a:pt x="240900" y="183220"/>
                  <a:pt x="244734" y="182007"/>
                  <a:pt x="248952" y="182007"/>
                </a:cubicBezTo>
                <a:cubicBezTo>
                  <a:pt x="260646" y="182007"/>
                  <a:pt x="270231" y="191519"/>
                  <a:pt x="270231" y="203266"/>
                </a:cubicBezTo>
                <a:lnTo>
                  <a:pt x="270231" y="232951"/>
                </a:lnTo>
                <a:cubicBezTo>
                  <a:pt x="270422" y="233781"/>
                  <a:pt x="272786" y="266850"/>
                  <a:pt x="253936" y="289003"/>
                </a:cubicBezTo>
                <a:close/>
              </a:path>
            </a:pathLst>
          </a:custGeom>
          <a:solidFill>
            <a:srgbClr val="00A3E0"/>
          </a:solidFill>
          <a:ln w="6390" cap="flat">
            <a:noFill/>
            <a:prstDash val="solid"/>
            <a:miter/>
          </a:ln>
        </p:spPr>
        <p:txBody>
          <a:bodyPr rtlCol="0" anchor="ctr"/>
          <a:lstStyle/>
          <a:p>
            <a:endParaRPr lang="en-US"/>
          </a:p>
        </p:txBody>
      </p:sp>
      <p:sp>
        <p:nvSpPr>
          <p:cNvPr id="1086" name="Graphic 4">
            <a:extLst>
              <a:ext uri="{FF2B5EF4-FFF2-40B4-BE49-F238E27FC236}">
                <a16:creationId xmlns:a16="http://schemas.microsoft.com/office/drawing/2014/main" id="{8862975C-86FE-B145-8110-4E070391AD48}"/>
              </a:ext>
            </a:extLst>
          </p:cNvPr>
          <p:cNvSpPr/>
          <p:nvPr/>
        </p:nvSpPr>
        <p:spPr>
          <a:xfrm>
            <a:off x="9279019" y="1893013"/>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09 w 362309"/>
              <a:gd name="connsiteY3" fmla="*/ 180986 h 361971"/>
              <a:gd name="connsiteX4" fmla="*/ 181155 w 362309"/>
              <a:gd name="connsiteY4" fmla="*/ 0 h 361971"/>
              <a:gd name="connsiteX5" fmla="*/ 118661 w 362309"/>
              <a:gd name="connsiteY5" fmla="*/ 102655 h 361971"/>
              <a:gd name="connsiteX6" fmla="*/ 189654 w 362309"/>
              <a:gd name="connsiteY6" fmla="*/ 70926 h 361971"/>
              <a:gd name="connsiteX7" fmla="*/ 249910 w 362309"/>
              <a:gd name="connsiteY7" fmla="*/ 92504 h 361971"/>
              <a:gd name="connsiteX8" fmla="*/ 249910 w 362309"/>
              <a:gd name="connsiteY8" fmla="*/ 84716 h 361971"/>
              <a:gd name="connsiteX9" fmla="*/ 256300 w 362309"/>
              <a:gd name="connsiteY9" fmla="*/ 78332 h 361971"/>
              <a:gd name="connsiteX10" fmla="*/ 262690 w 362309"/>
              <a:gd name="connsiteY10" fmla="*/ 84716 h 361971"/>
              <a:gd name="connsiteX11" fmla="*/ 262690 w 362309"/>
              <a:gd name="connsiteY11" fmla="*/ 106932 h 361971"/>
              <a:gd name="connsiteX12" fmla="*/ 256300 w 362309"/>
              <a:gd name="connsiteY12" fmla="*/ 113316 h 361971"/>
              <a:gd name="connsiteX13" fmla="*/ 234063 w 362309"/>
              <a:gd name="connsiteY13" fmla="*/ 113316 h 361971"/>
              <a:gd name="connsiteX14" fmla="*/ 227673 w 362309"/>
              <a:gd name="connsiteY14" fmla="*/ 106932 h 361971"/>
              <a:gd name="connsiteX15" fmla="*/ 234063 w 362309"/>
              <a:gd name="connsiteY15" fmla="*/ 100548 h 361971"/>
              <a:gd name="connsiteX16" fmla="*/ 239495 w 362309"/>
              <a:gd name="connsiteY16" fmla="*/ 100548 h 361971"/>
              <a:gd name="connsiteX17" fmla="*/ 189590 w 362309"/>
              <a:gd name="connsiteY17" fmla="*/ 83694 h 361971"/>
              <a:gd name="connsiteX18" fmla="*/ 128119 w 362309"/>
              <a:gd name="connsiteY18" fmla="*/ 111145 h 361971"/>
              <a:gd name="connsiteX19" fmla="*/ 123326 w 362309"/>
              <a:gd name="connsiteY19" fmla="*/ 113252 h 361971"/>
              <a:gd name="connsiteX20" fmla="*/ 119045 w 362309"/>
              <a:gd name="connsiteY20" fmla="*/ 111656 h 361971"/>
              <a:gd name="connsiteX21" fmla="*/ 118661 w 362309"/>
              <a:gd name="connsiteY21" fmla="*/ 102655 h 361971"/>
              <a:gd name="connsiteX22" fmla="*/ 253808 w 362309"/>
              <a:gd name="connsiteY22" fmla="*/ 288684 h 361971"/>
              <a:gd name="connsiteX23" fmla="*/ 248952 w 362309"/>
              <a:gd name="connsiteY23" fmla="*/ 290918 h 361971"/>
              <a:gd name="connsiteX24" fmla="*/ 244798 w 362309"/>
              <a:gd name="connsiteY24" fmla="*/ 289386 h 361971"/>
              <a:gd name="connsiteX25" fmla="*/ 244031 w 362309"/>
              <a:gd name="connsiteY25" fmla="*/ 280385 h 361971"/>
              <a:gd name="connsiteX26" fmla="*/ 257323 w 362309"/>
              <a:gd name="connsiteY26" fmla="*/ 233207 h 361971"/>
              <a:gd name="connsiteX27" fmla="*/ 257323 w 362309"/>
              <a:gd name="connsiteY27" fmla="*/ 203138 h 361971"/>
              <a:gd name="connsiteX28" fmla="*/ 248888 w 362309"/>
              <a:gd name="connsiteY28" fmla="*/ 194711 h 361971"/>
              <a:gd name="connsiteX29" fmla="*/ 240453 w 362309"/>
              <a:gd name="connsiteY29" fmla="*/ 203138 h 361971"/>
              <a:gd name="connsiteX30" fmla="*/ 234063 w 362309"/>
              <a:gd name="connsiteY30" fmla="*/ 209522 h 361971"/>
              <a:gd name="connsiteX31" fmla="*/ 227673 w 362309"/>
              <a:gd name="connsiteY31" fmla="*/ 203138 h 361971"/>
              <a:gd name="connsiteX32" fmla="*/ 227673 w 362309"/>
              <a:gd name="connsiteY32" fmla="*/ 195733 h 361971"/>
              <a:gd name="connsiteX33" fmla="*/ 219238 w 362309"/>
              <a:gd name="connsiteY33" fmla="*/ 187306 h 361971"/>
              <a:gd name="connsiteX34" fmla="*/ 210804 w 362309"/>
              <a:gd name="connsiteY34" fmla="*/ 195733 h 361971"/>
              <a:gd name="connsiteX35" fmla="*/ 210804 w 362309"/>
              <a:gd name="connsiteY35" fmla="*/ 203138 h 361971"/>
              <a:gd name="connsiteX36" fmla="*/ 204414 w 362309"/>
              <a:gd name="connsiteY36" fmla="*/ 209522 h 361971"/>
              <a:gd name="connsiteX37" fmla="*/ 198024 w 362309"/>
              <a:gd name="connsiteY37" fmla="*/ 203138 h 361971"/>
              <a:gd name="connsiteX38" fmla="*/ 198024 w 362309"/>
              <a:gd name="connsiteY38" fmla="*/ 180922 h 361971"/>
              <a:gd name="connsiteX39" fmla="*/ 189590 w 362309"/>
              <a:gd name="connsiteY39" fmla="*/ 172495 h 361971"/>
              <a:gd name="connsiteX40" fmla="*/ 181155 w 362309"/>
              <a:gd name="connsiteY40" fmla="*/ 180922 h 361971"/>
              <a:gd name="connsiteX41" fmla="*/ 181155 w 362309"/>
              <a:gd name="connsiteY41" fmla="*/ 203138 h 361971"/>
              <a:gd name="connsiteX42" fmla="*/ 174765 w 362309"/>
              <a:gd name="connsiteY42" fmla="*/ 209522 h 361971"/>
              <a:gd name="connsiteX43" fmla="*/ 168375 w 362309"/>
              <a:gd name="connsiteY43" fmla="*/ 203138 h 361971"/>
              <a:gd name="connsiteX44" fmla="*/ 168375 w 362309"/>
              <a:gd name="connsiteY44" fmla="*/ 143959 h 361971"/>
              <a:gd name="connsiteX45" fmla="*/ 159940 w 362309"/>
              <a:gd name="connsiteY45" fmla="*/ 135532 h 361971"/>
              <a:gd name="connsiteX46" fmla="*/ 151505 w 362309"/>
              <a:gd name="connsiteY46" fmla="*/ 143959 h 361971"/>
              <a:gd name="connsiteX47" fmla="*/ 151505 w 362309"/>
              <a:gd name="connsiteY47" fmla="*/ 232760 h 361971"/>
              <a:gd name="connsiteX48" fmla="*/ 147799 w 362309"/>
              <a:gd name="connsiteY48" fmla="*/ 238569 h 361971"/>
              <a:gd name="connsiteX49" fmla="*/ 140962 w 362309"/>
              <a:gd name="connsiteY49" fmla="*/ 237612 h 361971"/>
              <a:gd name="connsiteX50" fmla="*/ 118725 w 362309"/>
              <a:gd name="connsiteY50" fmla="*/ 198095 h 361971"/>
              <a:gd name="connsiteX51" fmla="*/ 107670 w 362309"/>
              <a:gd name="connsiteY51" fmla="*/ 194839 h 361971"/>
              <a:gd name="connsiteX52" fmla="*/ 104987 w 362309"/>
              <a:gd name="connsiteY52" fmla="*/ 199372 h 361971"/>
              <a:gd name="connsiteX53" fmla="*/ 106457 w 362309"/>
              <a:gd name="connsiteY53" fmla="*/ 207671 h 361971"/>
              <a:gd name="connsiteX54" fmla="*/ 106776 w 362309"/>
              <a:gd name="connsiteY54" fmla="*/ 208373 h 361971"/>
              <a:gd name="connsiteX55" fmla="*/ 155979 w 362309"/>
              <a:gd name="connsiteY55" fmla="*/ 279108 h 361971"/>
              <a:gd name="connsiteX56" fmla="*/ 158023 w 362309"/>
              <a:gd name="connsiteY56" fmla="*/ 287918 h 361971"/>
              <a:gd name="connsiteX57" fmla="*/ 152592 w 362309"/>
              <a:gd name="connsiteY57" fmla="*/ 290918 h 361971"/>
              <a:gd name="connsiteX58" fmla="*/ 149205 w 362309"/>
              <a:gd name="connsiteY58" fmla="*/ 289961 h 361971"/>
              <a:gd name="connsiteX59" fmla="*/ 94826 w 362309"/>
              <a:gd name="connsiteY59" fmla="*/ 213033 h 361971"/>
              <a:gd name="connsiteX60" fmla="*/ 92334 w 362309"/>
              <a:gd name="connsiteY60" fmla="*/ 197584 h 361971"/>
              <a:gd name="connsiteX61" fmla="*/ 101983 w 362309"/>
              <a:gd name="connsiteY61" fmla="*/ 183412 h 361971"/>
              <a:gd name="connsiteX62" fmla="*/ 118150 w 362309"/>
              <a:gd name="connsiteY62" fmla="*/ 182263 h 361971"/>
              <a:gd name="connsiteX63" fmla="*/ 130419 w 362309"/>
              <a:gd name="connsiteY63" fmla="*/ 192860 h 361971"/>
              <a:gd name="connsiteX64" fmla="*/ 138789 w 362309"/>
              <a:gd name="connsiteY64" fmla="*/ 211501 h 361971"/>
              <a:gd name="connsiteX65" fmla="*/ 138789 w 362309"/>
              <a:gd name="connsiteY65" fmla="*/ 143895 h 361971"/>
              <a:gd name="connsiteX66" fmla="*/ 160004 w 362309"/>
              <a:gd name="connsiteY66" fmla="*/ 122700 h 361971"/>
              <a:gd name="connsiteX67" fmla="*/ 181219 w 362309"/>
              <a:gd name="connsiteY67" fmla="*/ 143895 h 361971"/>
              <a:gd name="connsiteX68" fmla="*/ 181219 w 362309"/>
              <a:gd name="connsiteY68" fmla="*/ 161451 h 361971"/>
              <a:gd name="connsiteX69" fmla="*/ 189654 w 362309"/>
              <a:gd name="connsiteY69" fmla="*/ 159663 h 361971"/>
              <a:gd name="connsiteX70" fmla="*/ 210421 w 362309"/>
              <a:gd name="connsiteY70" fmla="*/ 176517 h 361971"/>
              <a:gd name="connsiteX71" fmla="*/ 219302 w 362309"/>
              <a:gd name="connsiteY71" fmla="*/ 174474 h 361971"/>
              <a:gd name="connsiteX72" fmla="*/ 237641 w 362309"/>
              <a:gd name="connsiteY72" fmla="*/ 185199 h 361971"/>
              <a:gd name="connsiteX73" fmla="*/ 248952 w 362309"/>
              <a:gd name="connsiteY73" fmla="*/ 181880 h 361971"/>
              <a:gd name="connsiteX74" fmla="*/ 270167 w 362309"/>
              <a:gd name="connsiteY74" fmla="*/ 203074 h 361971"/>
              <a:gd name="connsiteX75" fmla="*/ 270167 w 362309"/>
              <a:gd name="connsiteY75" fmla="*/ 232696 h 361971"/>
              <a:gd name="connsiteX76" fmla="*/ 253808 w 362309"/>
              <a:gd name="connsiteY76" fmla="*/ 28868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09" y="280959"/>
                  <a:pt x="362309" y="180986"/>
                </a:cubicBezTo>
                <a:cubicBezTo>
                  <a:pt x="362309" y="81013"/>
                  <a:pt x="281221" y="0"/>
                  <a:pt x="181155" y="0"/>
                </a:cubicBezTo>
                <a:close/>
                <a:moveTo>
                  <a:pt x="118661" y="102655"/>
                </a:moveTo>
                <a:cubicBezTo>
                  <a:pt x="136745" y="82481"/>
                  <a:pt x="162624" y="70926"/>
                  <a:pt x="189654" y="70926"/>
                </a:cubicBezTo>
                <a:cubicBezTo>
                  <a:pt x="211763" y="70926"/>
                  <a:pt x="232913" y="78587"/>
                  <a:pt x="249910" y="92504"/>
                </a:cubicBezTo>
                <a:lnTo>
                  <a:pt x="249910" y="84716"/>
                </a:lnTo>
                <a:cubicBezTo>
                  <a:pt x="249910" y="81204"/>
                  <a:pt x="252786" y="78332"/>
                  <a:pt x="256300" y="78332"/>
                </a:cubicBezTo>
                <a:cubicBezTo>
                  <a:pt x="259815" y="78332"/>
                  <a:pt x="262690" y="81204"/>
                  <a:pt x="262690" y="84716"/>
                </a:cubicBezTo>
                <a:lnTo>
                  <a:pt x="262690" y="106932"/>
                </a:lnTo>
                <a:cubicBezTo>
                  <a:pt x="262690" y="110443"/>
                  <a:pt x="259815" y="113316"/>
                  <a:pt x="256300" y="113316"/>
                </a:cubicBezTo>
                <a:lnTo>
                  <a:pt x="234063" y="113316"/>
                </a:lnTo>
                <a:cubicBezTo>
                  <a:pt x="230549" y="113316"/>
                  <a:pt x="227673" y="110443"/>
                  <a:pt x="227673" y="106932"/>
                </a:cubicBezTo>
                <a:cubicBezTo>
                  <a:pt x="227673" y="103421"/>
                  <a:pt x="230549" y="100548"/>
                  <a:pt x="234063" y="100548"/>
                </a:cubicBezTo>
                <a:lnTo>
                  <a:pt x="239495" y="100548"/>
                </a:lnTo>
                <a:cubicBezTo>
                  <a:pt x="225181" y="89695"/>
                  <a:pt x="207737" y="83694"/>
                  <a:pt x="189590" y="83694"/>
                </a:cubicBezTo>
                <a:cubicBezTo>
                  <a:pt x="166138" y="83694"/>
                  <a:pt x="143710" y="93717"/>
                  <a:pt x="128119" y="111145"/>
                </a:cubicBezTo>
                <a:cubicBezTo>
                  <a:pt x="126840" y="112550"/>
                  <a:pt x="125115" y="113252"/>
                  <a:pt x="123326" y="113252"/>
                </a:cubicBezTo>
                <a:cubicBezTo>
                  <a:pt x="121792" y="113252"/>
                  <a:pt x="120258" y="112741"/>
                  <a:pt x="119045" y="111656"/>
                </a:cubicBezTo>
                <a:cubicBezTo>
                  <a:pt x="116488" y="109358"/>
                  <a:pt x="116297" y="105336"/>
                  <a:pt x="118661" y="102655"/>
                </a:cubicBezTo>
                <a:close/>
                <a:moveTo>
                  <a:pt x="253808" y="288684"/>
                </a:moveTo>
                <a:cubicBezTo>
                  <a:pt x="252530" y="290152"/>
                  <a:pt x="250741" y="290918"/>
                  <a:pt x="248952" y="290918"/>
                </a:cubicBezTo>
                <a:cubicBezTo>
                  <a:pt x="247482" y="290918"/>
                  <a:pt x="246013" y="290408"/>
                  <a:pt x="244798" y="289386"/>
                </a:cubicBezTo>
                <a:cubicBezTo>
                  <a:pt x="242115" y="287088"/>
                  <a:pt x="241795" y="283066"/>
                  <a:pt x="244031" y="280385"/>
                </a:cubicBezTo>
                <a:cubicBezTo>
                  <a:pt x="259367" y="262318"/>
                  <a:pt x="257387" y="233462"/>
                  <a:pt x="257323" y="233207"/>
                </a:cubicBezTo>
                <a:lnTo>
                  <a:pt x="257323" y="203138"/>
                </a:lnTo>
                <a:cubicBezTo>
                  <a:pt x="257323" y="198478"/>
                  <a:pt x="253553" y="194711"/>
                  <a:pt x="248888" y="194711"/>
                </a:cubicBezTo>
                <a:cubicBezTo>
                  <a:pt x="244223" y="194711"/>
                  <a:pt x="240453" y="198478"/>
                  <a:pt x="240453" y="203138"/>
                </a:cubicBezTo>
                <a:cubicBezTo>
                  <a:pt x="240453" y="206649"/>
                  <a:pt x="237578" y="209522"/>
                  <a:pt x="234063" y="209522"/>
                </a:cubicBezTo>
                <a:cubicBezTo>
                  <a:pt x="230549" y="209522"/>
                  <a:pt x="227673" y="206649"/>
                  <a:pt x="227673" y="203138"/>
                </a:cubicBezTo>
                <a:lnTo>
                  <a:pt x="227673" y="195733"/>
                </a:lnTo>
                <a:cubicBezTo>
                  <a:pt x="227673" y="191073"/>
                  <a:pt x="223904" y="187306"/>
                  <a:pt x="219238" y="187306"/>
                </a:cubicBezTo>
                <a:cubicBezTo>
                  <a:pt x="214574" y="187306"/>
                  <a:pt x="210804" y="191073"/>
                  <a:pt x="210804" y="195733"/>
                </a:cubicBezTo>
                <a:lnTo>
                  <a:pt x="210804" y="203138"/>
                </a:lnTo>
                <a:cubicBezTo>
                  <a:pt x="210804" y="206649"/>
                  <a:pt x="207929" y="209522"/>
                  <a:pt x="204414" y="209522"/>
                </a:cubicBezTo>
                <a:cubicBezTo>
                  <a:pt x="200899" y="209522"/>
                  <a:pt x="198024" y="206649"/>
                  <a:pt x="198024" y="203138"/>
                </a:cubicBezTo>
                <a:lnTo>
                  <a:pt x="198024" y="180922"/>
                </a:lnTo>
                <a:cubicBezTo>
                  <a:pt x="198024" y="176262"/>
                  <a:pt x="194254" y="172495"/>
                  <a:pt x="189590" y="172495"/>
                </a:cubicBezTo>
                <a:cubicBezTo>
                  <a:pt x="184924" y="172495"/>
                  <a:pt x="181155" y="176262"/>
                  <a:pt x="181155" y="180922"/>
                </a:cubicBezTo>
                <a:lnTo>
                  <a:pt x="181155" y="203138"/>
                </a:lnTo>
                <a:cubicBezTo>
                  <a:pt x="181155" y="206649"/>
                  <a:pt x="178279" y="209522"/>
                  <a:pt x="174765" y="209522"/>
                </a:cubicBezTo>
                <a:cubicBezTo>
                  <a:pt x="171251" y="209522"/>
                  <a:pt x="168375" y="206649"/>
                  <a:pt x="168375" y="203138"/>
                </a:cubicBezTo>
                <a:lnTo>
                  <a:pt x="168375" y="143959"/>
                </a:lnTo>
                <a:cubicBezTo>
                  <a:pt x="168375" y="139299"/>
                  <a:pt x="164605" y="135532"/>
                  <a:pt x="159940" y="135532"/>
                </a:cubicBezTo>
                <a:cubicBezTo>
                  <a:pt x="155276" y="135532"/>
                  <a:pt x="151505" y="139299"/>
                  <a:pt x="151505" y="143959"/>
                </a:cubicBezTo>
                <a:lnTo>
                  <a:pt x="151505" y="232760"/>
                </a:lnTo>
                <a:cubicBezTo>
                  <a:pt x="151505" y="235250"/>
                  <a:pt x="150036" y="237548"/>
                  <a:pt x="147799" y="238569"/>
                </a:cubicBezTo>
                <a:cubicBezTo>
                  <a:pt x="145499" y="239591"/>
                  <a:pt x="142879" y="239208"/>
                  <a:pt x="140962" y="237612"/>
                </a:cubicBezTo>
                <a:cubicBezTo>
                  <a:pt x="131122" y="229121"/>
                  <a:pt x="119939" y="201287"/>
                  <a:pt x="118725" y="198095"/>
                </a:cubicBezTo>
                <a:cubicBezTo>
                  <a:pt x="116872" y="194456"/>
                  <a:pt x="111824" y="192796"/>
                  <a:pt x="107670" y="194839"/>
                </a:cubicBezTo>
                <a:cubicBezTo>
                  <a:pt x="106201" y="195541"/>
                  <a:pt x="105306" y="197074"/>
                  <a:pt x="104987" y="199372"/>
                </a:cubicBezTo>
                <a:cubicBezTo>
                  <a:pt x="104603" y="201989"/>
                  <a:pt x="105178" y="205117"/>
                  <a:pt x="106457" y="207671"/>
                </a:cubicBezTo>
                <a:cubicBezTo>
                  <a:pt x="106584" y="207926"/>
                  <a:pt x="106648" y="208118"/>
                  <a:pt x="106776" y="208373"/>
                </a:cubicBezTo>
                <a:cubicBezTo>
                  <a:pt x="106967" y="208884"/>
                  <a:pt x="125562" y="260211"/>
                  <a:pt x="155979" y="279108"/>
                </a:cubicBezTo>
                <a:cubicBezTo>
                  <a:pt x="158982" y="280959"/>
                  <a:pt x="159876" y="284917"/>
                  <a:pt x="158023" y="287918"/>
                </a:cubicBezTo>
                <a:cubicBezTo>
                  <a:pt x="156809" y="289833"/>
                  <a:pt x="154700" y="290918"/>
                  <a:pt x="152592" y="290918"/>
                </a:cubicBezTo>
                <a:cubicBezTo>
                  <a:pt x="151441" y="290918"/>
                  <a:pt x="150291" y="290599"/>
                  <a:pt x="149205" y="289961"/>
                </a:cubicBezTo>
                <a:cubicBezTo>
                  <a:pt x="116041" y="269340"/>
                  <a:pt x="96744" y="218204"/>
                  <a:pt x="94826" y="213033"/>
                </a:cubicBezTo>
                <a:cubicBezTo>
                  <a:pt x="92526" y="208245"/>
                  <a:pt x="91631" y="202628"/>
                  <a:pt x="92334" y="197584"/>
                </a:cubicBezTo>
                <a:cubicBezTo>
                  <a:pt x="93229" y="191073"/>
                  <a:pt x="96680" y="186093"/>
                  <a:pt x="101983" y="183412"/>
                </a:cubicBezTo>
                <a:cubicBezTo>
                  <a:pt x="107031" y="180858"/>
                  <a:pt x="112783" y="180475"/>
                  <a:pt x="118150" y="182263"/>
                </a:cubicBezTo>
                <a:cubicBezTo>
                  <a:pt x="123517" y="184050"/>
                  <a:pt x="127863" y="187817"/>
                  <a:pt x="130419" y="192860"/>
                </a:cubicBezTo>
                <a:cubicBezTo>
                  <a:pt x="132527" y="198159"/>
                  <a:pt x="135530" y="205117"/>
                  <a:pt x="138789" y="211501"/>
                </a:cubicBezTo>
                <a:lnTo>
                  <a:pt x="138789" y="143895"/>
                </a:lnTo>
                <a:cubicBezTo>
                  <a:pt x="138789" y="132212"/>
                  <a:pt x="148310" y="122700"/>
                  <a:pt x="160004" y="122700"/>
                </a:cubicBezTo>
                <a:cubicBezTo>
                  <a:pt x="171698" y="122700"/>
                  <a:pt x="181219" y="132212"/>
                  <a:pt x="181219" y="143895"/>
                </a:cubicBezTo>
                <a:lnTo>
                  <a:pt x="181219" y="161451"/>
                </a:lnTo>
                <a:cubicBezTo>
                  <a:pt x="183839" y="160302"/>
                  <a:pt x="186650" y="159663"/>
                  <a:pt x="189654" y="159663"/>
                </a:cubicBezTo>
                <a:cubicBezTo>
                  <a:pt x="199877" y="159663"/>
                  <a:pt x="208376" y="166877"/>
                  <a:pt x="210421" y="176517"/>
                </a:cubicBezTo>
                <a:cubicBezTo>
                  <a:pt x="213104" y="175240"/>
                  <a:pt x="216107" y="174474"/>
                  <a:pt x="219302" y="174474"/>
                </a:cubicBezTo>
                <a:cubicBezTo>
                  <a:pt x="227163" y="174474"/>
                  <a:pt x="233999" y="178815"/>
                  <a:pt x="237641" y="185199"/>
                </a:cubicBezTo>
                <a:cubicBezTo>
                  <a:pt x="240900" y="183093"/>
                  <a:pt x="244798" y="181880"/>
                  <a:pt x="248952" y="181880"/>
                </a:cubicBezTo>
                <a:cubicBezTo>
                  <a:pt x="260646" y="181880"/>
                  <a:pt x="270167" y="191392"/>
                  <a:pt x="270167" y="203074"/>
                </a:cubicBezTo>
                <a:lnTo>
                  <a:pt x="270167" y="232696"/>
                </a:lnTo>
                <a:cubicBezTo>
                  <a:pt x="270231" y="233654"/>
                  <a:pt x="272531" y="266595"/>
                  <a:pt x="253808" y="288684"/>
                </a:cubicBezTo>
                <a:close/>
              </a:path>
            </a:pathLst>
          </a:custGeom>
          <a:solidFill>
            <a:srgbClr val="00A3E0"/>
          </a:solidFill>
          <a:ln w="6390" cap="flat">
            <a:noFill/>
            <a:prstDash val="solid"/>
            <a:miter/>
          </a:ln>
        </p:spPr>
        <p:txBody>
          <a:bodyPr rtlCol="0" anchor="ctr"/>
          <a:lstStyle/>
          <a:p>
            <a:endParaRPr lang="en-US"/>
          </a:p>
        </p:txBody>
      </p:sp>
      <p:sp>
        <p:nvSpPr>
          <p:cNvPr id="1087" name="Graphic 4">
            <a:extLst>
              <a:ext uri="{FF2B5EF4-FFF2-40B4-BE49-F238E27FC236}">
                <a16:creationId xmlns:a16="http://schemas.microsoft.com/office/drawing/2014/main" id="{1ECF4D5B-48D8-304A-9BD7-D8B5490A2955}"/>
              </a:ext>
            </a:extLst>
          </p:cNvPr>
          <p:cNvSpPr/>
          <p:nvPr/>
        </p:nvSpPr>
        <p:spPr>
          <a:xfrm>
            <a:off x="9279019" y="2371109"/>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09 w 362309"/>
              <a:gd name="connsiteY3" fmla="*/ 180986 h 361971"/>
              <a:gd name="connsiteX4" fmla="*/ 181155 w 362309"/>
              <a:gd name="connsiteY4" fmla="*/ 0 h 361971"/>
              <a:gd name="connsiteX5" fmla="*/ 109076 w 362309"/>
              <a:gd name="connsiteY5" fmla="*/ 84524 h 361971"/>
              <a:gd name="connsiteX6" fmla="*/ 115466 w 362309"/>
              <a:gd name="connsiteY6" fmla="*/ 78140 h 361971"/>
              <a:gd name="connsiteX7" fmla="*/ 121856 w 362309"/>
              <a:gd name="connsiteY7" fmla="*/ 84524 h 361971"/>
              <a:gd name="connsiteX8" fmla="*/ 121856 w 362309"/>
              <a:gd name="connsiteY8" fmla="*/ 91291 h 361971"/>
              <a:gd name="connsiteX9" fmla="*/ 189717 w 362309"/>
              <a:gd name="connsiteY9" fmla="*/ 70734 h 361971"/>
              <a:gd name="connsiteX10" fmla="*/ 250102 w 362309"/>
              <a:gd name="connsiteY10" fmla="*/ 92376 h 361971"/>
              <a:gd name="connsiteX11" fmla="*/ 250102 w 362309"/>
              <a:gd name="connsiteY11" fmla="*/ 84524 h 361971"/>
              <a:gd name="connsiteX12" fmla="*/ 256492 w 362309"/>
              <a:gd name="connsiteY12" fmla="*/ 78140 h 361971"/>
              <a:gd name="connsiteX13" fmla="*/ 262882 w 362309"/>
              <a:gd name="connsiteY13" fmla="*/ 84524 h 361971"/>
              <a:gd name="connsiteX14" fmla="*/ 262882 w 362309"/>
              <a:gd name="connsiteY14" fmla="*/ 106804 h 361971"/>
              <a:gd name="connsiteX15" fmla="*/ 256492 w 362309"/>
              <a:gd name="connsiteY15" fmla="*/ 113188 h 361971"/>
              <a:gd name="connsiteX16" fmla="*/ 234255 w 362309"/>
              <a:gd name="connsiteY16" fmla="*/ 113188 h 361971"/>
              <a:gd name="connsiteX17" fmla="*/ 227865 w 362309"/>
              <a:gd name="connsiteY17" fmla="*/ 106804 h 361971"/>
              <a:gd name="connsiteX18" fmla="*/ 234255 w 362309"/>
              <a:gd name="connsiteY18" fmla="*/ 100420 h 361971"/>
              <a:gd name="connsiteX19" fmla="*/ 239751 w 362309"/>
              <a:gd name="connsiteY19" fmla="*/ 100420 h 361971"/>
              <a:gd name="connsiteX20" fmla="*/ 189717 w 362309"/>
              <a:gd name="connsiteY20" fmla="*/ 83502 h 361971"/>
              <a:gd name="connsiteX21" fmla="*/ 130994 w 362309"/>
              <a:gd name="connsiteY21" fmla="*/ 100420 h 361971"/>
              <a:gd name="connsiteX22" fmla="*/ 137767 w 362309"/>
              <a:gd name="connsiteY22" fmla="*/ 100420 h 361971"/>
              <a:gd name="connsiteX23" fmla="*/ 144157 w 362309"/>
              <a:gd name="connsiteY23" fmla="*/ 106804 h 361971"/>
              <a:gd name="connsiteX24" fmla="*/ 137767 w 362309"/>
              <a:gd name="connsiteY24" fmla="*/ 113188 h 361971"/>
              <a:gd name="connsiteX25" fmla="*/ 115466 w 362309"/>
              <a:gd name="connsiteY25" fmla="*/ 113188 h 361971"/>
              <a:gd name="connsiteX26" fmla="*/ 109076 w 362309"/>
              <a:gd name="connsiteY26" fmla="*/ 106804 h 361971"/>
              <a:gd name="connsiteX27" fmla="*/ 109076 w 362309"/>
              <a:gd name="connsiteY27" fmla="*/ 84524 h 361971"/>
              <a:gd name="connsiteX28" fmla="*/ 253936 w 362309"/>
              <a:gd name="connsiteY28" fmla="*/ 288875 h 361971"/>
              <a:gd name="connsiteX29" fmla="*/ 249080 w 362309"/>
              <a:gd name="connsiteY29" fmla="*/ 291110 h 361971"/>
              <a:gd name="connsiteX30" fmla="*/ 244926 w 362309"/>
              <a:gd name="connsiteY30" fmla="*/ 289577 h 361971"/>
              <a:gd name="connsiteX31" fmla="*/ 244159 w 362309"/>
              <a:gd name="connsiteY31" fmla="*/ 280576 h 361971"/>
              <a:gd name="connsiteX32" fmla="*/ 257515 w 362309"/>
              <a:gd name="connsiteY32" fmla="*/ 233271 h 361971"/>
              <a:gd name="connsiteX33" fmla="*/ 257515 w 362309"/>
              <a:gd name="connsiteY33" fmla="*/ 203138 h 361971"/>
              <a:gd name="connsiteX34" fmla="*/ 249080 w 362309"/>
              <a:gd name="connsiteY34" fmla="*/ 194711 h 361971"/>
              <a:gd name="connsiteX35" fmla="*/ 240645 w 362309"/>
              <a:gd name="connsiteY35" fmla="*/ 203138 h 361971"/>
              <a:gd name="connsiteX36" fmla="*/ 234255 w 362309"/>
              <a:gd name="connsiteY36" fmla="*/ 209522 h 361971"/>
              <a:gd name="connsiteX37" fmla="*/ 227865 w 362309"/>
              <a:gd name="connsiteY37" fmla="*/ 203138 h 361971"/>
              <a:gd name="connsiteX38" fmla="*/ 227865 w 362309"/>
              <a:gd name="connsiteY38" fmla="*/ 195733 h 361971"/>
              <a:gd name="connsiteX39" fmla="*/ 219430 w 362309"/>
              <a:gd name="connsiteY39" fmla="*/ 187306 h 361971"/>
              <a:gd name="connsiteX40" fmla="*/ 210996 w 362309"/>
              <a:gd name="connsiteY40" fmla="*/ 195733 h 361971"/>
              <a:gd name="connsiteX41" fmla="*/ 210996 w 362309"/>
              <a:gd name="connsiteY41" fmla="*/ 203138 h 361971"/>
              <a:gd name="connsiteX42" fmla="*/ 204606 w 362309"/>
              <a:gd name="connsiteY42" fmla="*/ 209522 h 361971"/>
              <a:gd name="connsiteX43" fmla="*/ 198216 w 362309"/>
              <a:gd name="connsiteY43" fmla="*/ 203138 h 361971"/>
              <a:gd name="connsiteX44" fmla="*/ 198216 w 362309"/>
              <a:gd name="connsiteY44" fmla="*/ 180922 h 361971"/>
              <a:gd name="connsiteX45" fmla="*/ 189781 w 362309"/>
              <a:gd name="connsiteY45" fmla="*/ 172495 h 361971"/>
              <a:gd name="connsiteX46" fmla="*/ 181346 w 362309"/>
              <a:gd name="connsiteY46" fmla="*/ 180922 h 361971"/>
              <a:gd name="connsiteX47" fmla="*/ 181346 w 362309"/>
              <a:gd name="connsiteY47" fmla="*/ 203138 h 361971"/>
              <a:gd name="connsiteX48" fmla="*/ 174957 w 362309"/>
              <a:gd name="connsiteY48" fmla="*/ 209522 h 361971"/>
              <a:gd name="connsiteX49" fmla="*/ 168567 w 362309"/>
              <a:gd name="connsiteY49" fmla="*/ 203138 h 361971"/>
              <a:gd name="connsiteX50" fmla="*/ 168567 w 362309"/>
              <a:gd name="connsiteY50" fmla="*/ 143831 h 361971"/>
              <a:gd name="connsiteX51" fmla="*/ 160131 w 362309"/>
              <a:gd name="connsiteY51" fmla="*/ 135404 h 361971"/>
              <a:gd name="connsiteX52" fmla="*/ 151697 w 362309"/>
              <a:gd name="connsiteY52" fmla="*/ 143831 h 361971"/>
              <a:gd name="connsiteX53" fmla="*/ 151697 w 362309"/>
              <a:gd name="connsiteY53" fmla="*/ 232824 h 361971"/>
              <a:gd name="connsiteX54" fmla="*/ 147991 w 362309"/>
              <a:gd name="connsiteY54" fmla="*/ 238633 h 361971"/>
              <a:gd name="connsiteX55" fmla="*/ 141154 w 362309"/>
              <a:gd name="connsiteY55" fmla="*/ 237676 h 361971"/>
              <a:gd name="connsiteX56" fmla="*/ 118853 w 362309"/>
              <a:gd name="connsiteY56" fmla="*/ 198095 h 361971"/>
              <a:gd name="connsiteX57" fmla="*/ 114188 w 362309"/>
              <a:gd name="connsiteY57" fmla="*/ 194392 h 361971"/>
              <a:gd name="connsiteX58" fmla="*/ 107734 w 362309"/>
              <a:gd name="connsiteY58" fmla="*/ 194839 h 361971"/>
              <a:gd name="connsiteX59" fmla="*/ 106457 w 362309"/>
              <a:gd name="connsiteY59" fmla="*/ 207735 h 361971"/>
              <a:gd name="connsiteX60" fmla="*/ 106776 w 362309"/>
              <a:gd name="connsiteY60" fmla="*/ 208437 h 361971"/>
              <a:gd name="connsiteX61" fmla="*/ 156107 w 362309"/>
              <a:gd name="connsiteY61" fmla="*/ 279299 h 361971"/>
              <a:gd name="connsiteX62" fmla="*/ 158151 w 362309"/>
              <a:gd name="connsiteY62" fmla="*/ 288109 h 361971"/>
              <a:gd name="connsiteX63" fmla="*/ 152720 w 362309"/>
              <a:gd name="connsiteY63" fmla="*/ 291110 h 361971"/>
              <a:gd name="connsiteX64" fmla="*/ 149333 w 362309"/>
              <a:gd name="connsiteY64" fmla="*/ 290152 h 361971"/>
              <a:gd name="connsiteX65" fmla="*/ 94826 w 362309"/>
              <a:gd name="connsiteY65" fmla="*/ 213097 h 361971"/>
              <a:gd name="connsiteX66" fmla="*/ 101983 w 362309"/>
              <a:gd name="connsiteY66" fmla="*/ 183412 h 361971"/>
              <a:gd name="connsiteX67" fmla="*/ 118214 w 362309"/>
              <a:gd name="connsiteY67" fmla="*/ 182263 h 361971"/>
              <a:gd name="connsiteX68" fmla="*/ 130483 w 362309"/>
              <a:gd name="connsiteY68" fmla="*/ 192924 h 361971"/>
              <a:gd name="connsiteX69" fmla="*/ 138917 w 362309"/>
              <a:gd name="connsiteY69" fmla="*/ 211629 h 361971"/>
              <a:gd name="connsiteX70" fmla="*/ 138917 w 362309"/>
              <a:gd name="connsiteY70" fmla="*/ 143831 h 361971"/>
              <a:gd name="connsiteX71" fmla="*/ 160131 w 362309"/>
              <a:gd name="connsiteY71" fmla="*/ 122636 h 361971"/>
              <a:gd name="connsiteX72" fmla="*/ 181346 w 362309"/>
              <a:gd name="connsiteY72" fmla="*/ 143831 h 361971"/>
              <a:gd name="connsiteX73" fmla="*/ 181346 w 362309"/>
              <a:gd name="connsiteY73" fmla="*/ 161451 h 361971"/>
              <a:gd name="connsiteX74" fmla="*/ 189781 w 362309"/>
              <a:gd name="connsiteY74" fmla="*/ 159663 h 361971"/>
              <a:gd name="connsiteX75" fmla="*/ 210548 w 362309"/>
              <a:gd name="connsiteY75" fmla="*/ 176517 h 361971"/>
              <a:gd name="connsiteX76" fmla="*/ 219494 w 362309"/>
              <a:gd name="connsiteY76" fmla="*/ 174474 h 361971"/>
              <a:gd name="connsiteX77" fmla="*/ 237833 w 362309"/>
              <a:gd name="connsiteY77" fmla="*/ 185199 h 361971"/>
              <a:gd name="connsiteX78" fmla="*/ 249144 w 362309"/>
              <a:gd name="connsiteY78" fmla="*/ 181880 h 361971"/>
              <a:gd name="connsiteX79" fmla="*/ 270358 w 362309"/>
              <a:gd name="connsiteY79" fmla="*/ 203074 h 361971"/>
              <a:gd name="connsiteX80" fmla="*/ 270358 w 362309"/>
              <a:gd name="connsiteY80" fmla="*/ 232760 h 361971"/>
              <a:gd name="connsiteX81" fmla="*/ 253936 w 362309"/>
              <a:gd name="connsiteY81" fmla="*/ 28887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09" y="280959"/>
                  <a:pt x="362309" y="180986"/>
                </a:cubicBezTo>
                <a:cubicBezTo>
                  <a:pt x="362309" y="81013"/>
                  <a:pt x="281221" y="0"/>
                  <a:pt x="181155" y="0"/>
                </a:cubicBezTo>
                <a:close/>
                <a:moveTo>
                  <a:pt x="109076" y="84524"/>
                </a:moveTo>
                <a:cubicBezTo>
                  <a:pt x="109076" y="81013"/>
                  <a:pt x="111952" y="78140"/>
                  <a:pt x="115466" y="78140"/>
                </a:cubicBezTo>
                <a:cubicBezTo>
                  <a:pt x="118981" y="78140"/>
                  <a:pt x="121856" y="81013"/>
                  <a:pt x="121856" y="84524"/>
                </a:cubicBezTo>
                <a:lnTo>
                  <a:pt x="121856" y="91291"/>
                </a:lnTo>
                <a:cubicBezTo>
                  <a:pt x="141090" y="73160"/>
                  <a:pt x="167992" y="70734"/>
                  <a:pt x="189717" y="70734"/>
                </a:cubicBezTo>
                <a:cubicBezTo>
                  <a:pt x="211827" y="70734"/>
                  <a:pt x="233105" y="78459"/>
                  <a:pt x="250102" y="92376"/>
                </a:cubicBezTo>
                <a:lnTo>
                  <a:pt x="250102" y="84524"/>
                </a:lnTo>
                <a:cubicBezTo>
                  <a:pt x="250102" y="81013"/>
                  <a:pt x="252977" y="78140"/>
                  <a:pt x="256492" y="78140"/>
                </a:cubicBezTo>
                <a:cubicBezTo>
                  <a:pt x="260006" y="78140"/>
                  <a:pt x="262882" y="81013"/>
                  <a:pt x="262882" y="84524"/>
                </a:cubicBezTo>
                <a:lnTo>
                  <a:pt x="262882" y="106804"/>
                </a:lnTo>
                <a:cubicBezTo>
                  <a:pt x="262882" y="110315"/>
                  <a:pt x="260006" y="113188"/>
                  <a:pt x="256492" y="113188"/>
                </a:cubicBezTo>
                <a:lnTo>
                  <a:pt x="234255" y="113188"/>
                </a:lnTo>
                <a:cubicBezTo>
                  <a:pt x="230741" y="113188"/>
                  <a:pt x="227865" y="110315"/>
                  <a:pt x="227865" y="106804"/>
                </a:cubicBezTo>
                <a:cubicBezTo>
                  <a:pt x="227865" y="103293"/>
                  <a:pt x="230741" y="100420"/>
                  <a:pt x="234255" y="100420"/>
                </a:cubicBezTo>
                <a:lnTo>
                  <a:pt x="239751" y="100420"/>
                </a:lnTo>
                <a:cubicBezTo>
                  <a:pt x="225437" y="89503"/>
                  <a:pt x="207865" y="83502"/>
                  <a:pt x="189717" y="83502"/>
                </a:cubicBezTo>
                <a:cubicBezTo>
                  <a:pt x="161410" y="83502"/>
                  <a:pt x="143518" y="88673"/>
                  <a:pt x="130994" y="100420"/>
                </a:cubicBezTo>
                <a:lnTo>
                  <a:pt x="137767" y="100420"/>
                </a:lnTo>
                <a:cubicBezTo>
                  <a:pt x="141281" y="100420"/>
                  <a:pt x="144157" y="103293"/>
                  <a:pt x="144157" y="106804"/>
                </a:cubicBezTo>
                <a:cubicBezTo>
                  <a:pt x="144157" y="110315"/>
                  <a:pt x="141281" y="113188"/>
                  <a:pt x="137767" y="113188"/>
                </a:cubicBezTo>
                <a:lnTo>
                  <a:pt x="115466" y="113188"/>
                </a:lnTo>
                <a:cubicBezTo>
                  <a:pt x="111952" y="113188"/>
                  <a:pt x="109076" y="110315"/>
                  <a:pt x="109076" y="106804"/>
                </a:cubicBezTo>
                <a:lnTo>
                  <a:pt x="109076" y="84524"/>
                </a:lnTo>
                <a:close/>
                <a:moveTo>
                  <a:pt x="253936" y="288875"/>
                </a:moveTo>
                <a:cubicBezTo>
                  <a:pt x="252658" y="290343"/>
                  <a:pt x="250869" y="291110"/>
                  <a:pt x="249080" y="291110"/>
                </a:cubicBezTo>
                <a:cubicBezTo>
                  <a:pt x="247610" y="291110"/>
                  <a:pt x="246141" y="290599"/>
                  <a:pt x="244926" y="289577"/>
                </a:cubicBezTo>
                <a:cubicBezTo>
                  <a:pt x="242243" y="287279"/>
                  <a:pt x="241923" y="283257"/>
                  <a:pt x="244159" y="280576"/>
                </a:cubicBezTo>
                <a:cubicBezTo>
                  <a:pt x="259495" y="262509"/>
                  <a:pt x="257515" y="233590"/>
                  <a:pt x="257515" y="233271"/>
                </a:cubicBezTo>
                <a:lnTo>
                  <a:pt x="257515" y="203138"/>
                </a:lnTo>
                <a:cubicBezTo>
                  <a:pt x="257515" y="198478"/>
                  <a:pt x="253744" y="194711"/>
                  <a:pt x="249080" y="194711"/>
                </a:cubicBezTo>
                <a:cubicBezTo>
                  <a:pt x="244415" y="194711"/>
                  <a:pt x="240645" y="198478"/>
                  <a:pt x="240645" y="203138"/>
                </a:cubicBezTo>
                <a:cubicBezTo>
                  <a:pt x="240645" y="206649"/>
                  <a:pt x="237769" y="209522"/>
                  <a:pt x="234255" y="209522"/>
                </a:cubicBezTo>
                <a:cubicBezTo>
                  <a:pt x="230741" y="209522"/>
                  <a:pt x="227865" y="206649"/>
                  <a:pt x="227865" y="203138"/>
                </a:cubicBezTo>
                <a:lnTo>
                  <a:pt x="227865" y="195733"/>
                </a:lnTo>
                <a:cubicBezTo>
                  <a:pt x="227865" y="191073"/>
                  <a:pt x="224095" y="187306"/>
                  <a:pt x="219430" y="187306"/>
                </a:cubicBezTo>
                <a:cubicBezTo>
                  <a:pt x="214766" y="187306"/>
                  <a:pt x="210996" y="191073"/>
                  <a:pt x="210996" y="195733"/>
                </a:cubicBezTo>
                <a:lnTo>
                  <a:pt x="210996" y="203138"/>
                </a:lnTo>
                <a:cubicBezTo>
                  <a:pt x="210996" y="206649"/>
                  <a:pt x="208120" y="209522"/>
                  <a:pt x="204606" y="209522"/>
                </a:cubicBezTo>
                <a:cubicBezTo>
                  <a:pt x="201091" y="209522"/>
                  <a:pt x="198216" y="206649"/>
                  <a:pt x="198216" y="203138"/>
                </a:cubicBezTo>
                <a:lnTo>
                  <a:pt x="198216" y="180922"/>
                </a:lnTo>
                <a:cubicBezTo>
                  <a:pt x="198216" y="176262"/>
                  <a:pt x="194446" y="172495"/>
                  <a:pt x="189781" y="172495"/>
                </a:cubicBezTo>
                <a:cubicBezTo>
                  <a:pt x="185116" y="172495"/>
                  <a:pt x="181346" y="176262"/>
                  <a:pt x="181346" y="180922"/>
                </a:cubicBezTo>
                <a:lnTo>
                  <a:pt x="181346" y="203138"/>
                </a:lnTo>
                <a:cubicBezTo>
                  <a:pt x="181346" y="206649"/>
                  <a:pt x="178471" y="209522"/>
                  <a:pt x="174957" y="209522"/>
                </a:cubicBezTo>
                <a:cubicBezTo>
                  <a:pt x="171442" y="209522"/>
                  <a:pt x="168567" y="206649"/>
                  <a:pt x="168567" y="203138"/>
                </a:cubicBezTo>
                <a:lnTo>
                  <a:pt x="168567" y="143831"/>
                </a:lnTo>
                <a:cubicBezTo>
                  <a:pt x="168567" y="139171"/>
                  <a:pt x="164797" y="135404"/>
                  <a:pt x="160131" y="135404"/>
                </a:cubicBezTo>
                <a:cubicBezTo>
                  <a:pt x="155467" y="135404"/>
                  <a:pt x="151697" y="139171"/>
                  <a:pt x="151697" y="143831"/>
                </a:cubicBezTo>
                <a:lnTo>
                  <a:pt x="151697" y="232824"/>
                </a:lnTo>
                <a:cubicBezTo>
                  <a:pt x="151697" y="235314"/>
                  <a:pt x="150227" y="237612"/>
                  <a:pt x="147991" y="238633"/>
                </a:cubicBezTo>
                <a:cubicBezTo>
                  <a:pt x="145691" y="239655"/>
                  <a:pt x="143071" y="239272"/>
                  <a:pt x="141154" y="237676"/>
                </a:cubicBezTo>
                <a:cubicBezTo>
                  <a:pt x="131250" y="229185"/>
                  <a:pt x="120131" y="201223"/>
                  <a:pt x="118853" y="198095"/>
                </a:cubicBezTo>
                <a:cubicBezTo>
                  <a:pt x="118086" y="196563"/>
                  <a:pt x="116361" y="195094"/>
                  <a:pt x="114188" y="194392"/>
                </a:cubicBezTo>
                <a:cubicBezTo>
                  <a:pt x="112080" y="193690"/>
                  <a:pt x="109779" y="193818"/>
                  <a:pt x="107734" y="194839"/>
                </a:cubicBezTo>
                <a:cubicBezTo>
                  <a:pt x="104283" y="196563"/>
                  <a:pt x="104219" y="203202"/>
                  <a:pt x="106457" y="207735"/>
                </a:cubicBezTo>
                <a:cubicBezTo>
                  <a:pt x="106584" y="207990"/>
                  <a:pt x="106648" y="208182"/>
                  <a:pt x="106776" y="208437"/>
                </a:cubicBezTo>
                <a:cubicBezTo>
                  <a:pt x="106967" y="208948"/>
                  <a:pt x="125626" y="260339"/>
                  <a:pt x="156107" y="279299"/>
                </a:cubicBezTo>
                <a:cubicBezTo>
                  <a:pt x="159110" y="281150"/>
                  <a:pt x="160004" y="285109"/>
                  <a:pt x="158151" y="288109"/>
                </a:cubicBezTo>
                <a:cubicBezTo>
                  <a:pt x="156936" y="290024"/>
                  <a:pt x="154828" y="291110"/>
                  <a:pt x="152720" y="291110"/>
                </a:cubicBezTo>
                <a:cubicBezTo>
                  <a:pt x="151569" y="291110"/>
                  <a:pt x="150419" y="290790"/>
                  <a:pt x="149333" y="290152"/>
                </a:cubicBezTo>
                <a:cubicBezTo>
                  <a:pt x="116105" y="269468"/>
                  <a:pt x="96744" y="218268"/>
                  <a:pt x="94826" y="213097"/>
                </a:cubicBezTo>
                <a:cubicBezTo>
                  <a:pt x="89906" y="202883"/>
                  <a:pt x="91248" y="188774"/>
                  <a:pt x="101983" y="183412"/>
                </a:cubicBezTo>
                <a:cubicBezTo>
                  <a:pt x="107031" y="180858"/>
                  <a:pt x="112783" y="180475"/>
                  <a:pt x="118214" y="182263"/>
                </a:cubicBezTo>
                <a:cubicBezTo>
                  <a:pt x="123581" y="184050"/>
                  <a:pt x="127927" y="187817"/>
                  <a:pt x="130483" y="192924"/>
                </a:cubicBezTo>
                <a:cubicBezTo>
                  <a:pt x="132591" y="198223"/>
                  <a:pt x="135658" y="205181"/>
                  <a:pt x="138917" y="211629"/>
                </a:cubicBezTo>
                <a:lnTo>
                  <a:pt x="138917" y="143831"/>
                </a:lnTo>
                <a:cubicBezTo>
                  <a:pt x="138917" y="132148"/>
                  <a:pt x="148438" y="122636"/>
                  <a:pt x="160131" y="122636"/>
                </a:cubicBezTo>
                <a:cubicBezTo>
                  <a:pt x="171826" y="122636"/>
                  <a:pt x="181346" y="132148"/>
                  <a:pt x="181346" y="143831"/>
                </a:cubicBezTo>
                <a:lnTo>
                  <a:pt x="181346" y="161451"/>
                </a:lnTo>
                <a:cubicBezTo>
                  <a:pt x="183967" y="160302"/>
                  <a:pt x="186778" y="159663"/>
                  <a:pt x="189781" y="159663"/>
                </a:cubicBezTo>
                <a:cubicBezTo>
                  <a:pt x="200005" y="159663"/>
                  <a:pt x="208568" y="166941"/>
                  <a:pt x="210548" y="176517"/>
                </a:cubicBezTo>
                <a:cubicBezTo>
                  <a:pt x="213296" y="175240"/>
                  <a:pt x="216299" y="174474"/>
                  <a:pt x="219494" y="174474"/>
                </a:cubicBezTo>
                <a:cubicBezTo>
                  <a:pt x="227354" y="174474"/>
                  <a:pt x="234191" y="178815"/>
                  <a:pt x="237833" y="185199"/>
                </a:cubicBezTo>
                <a:cubicBezTo>
                  <a:pt x="241092" y="183093"/>
                  <a:pt x="244990" y="181880"/>
                  <a:pt x="249144" y="181880"/>
                </a:cubicBezTo>
                <a:cubicBezTo>
                  <a:pt x="260837" y="181880"/>
                  <a:pt x="270358" y="191392"/>
                  <a:pt x="270358" y="203074"/>
                </a:cubicBezTo>
                <a:lnTo>
                  <a:pt x="270358" y="232760"/>
                </a:lnTo>
                <a:cubicBezTo>
                  <a:pt x="270358" y="233781"/>
                  <a:pt x="272723" y="266786"/>
                  <a:pt x="253936" y="288875"/>
                </a:cubicBezTo>
                <a:close/>
              </a:path>
            </a:pathLst>
          </a:custGeom>
          <a:solidFill>
            <a:srgbClr val="00A3E0"/>
          </a:solidFill>
          <a:ln w="6390" cap="flat">
            <a:noFill/>
            <a:prstDash val="solid"/>
            <a:miter/>
          </a:ln>
        </p:spPr>
        <p:txBody>
          <a:bodyPr rtlCol="0" anchor="ctr"/>
          <a:lstStyle/>
          <a:p>
            <a:endParaRPr lang="en-US"/>
          </a:p>
        </p:txBody>
      </p:sp>
      <p:sp>
        <p:nvSpPr>
          <p:cNvPr id="1088" name="Graphic 4">
            <a:extLst>
              <a:ext uri="{FF2B5EF4-FFF2-40B4-BE49-F238E27FC236}">
                <a16:creationId xmlns:a16="http://schemas.microsoft.com/office/drawing/2014/main" id="{E63ED63C-7BDE-EA4B-BDF1-137373C32FF3}"/>
              </a:ext>
            </a:extLst>
          </p:cNvPr>
          <p:cNvSpPr/>
          <p:nvPr/>
        </p:nvSpPr>
        <p:spPr>
          <a:xfrm>
            <a:off x="8239632" y="2371109"/>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57448 w 362309"/>
              <a:gd name="connsiteY5" fmla="*/ 70734 h 361971"/>
              <a:gd name="connsiteX6" fmla="*/ 213744 w 362309"/>
              <a:gd name="connsiteY6" fmla="*/ 126977 h 361971"/>
              <a:gd name="connsiteX7" fmla="*/ 207354 w 362309"/>
              <a:gd name="connsiteY7" fmla="*/ 133361 h 361971"/>
              <a:gd name="connsiteX8" fmla="*/ 200964 w 362309"/>
              <a:gd name="connsiteY8" fmla="*/ 126977 h 361971"/>
              <a:gd name="connsiteX9" fmla="*/ 157448 w 362309"/>
              <a:gd name="connsiteY9" fmla="*/ 83502 h 361971"/>
              <a:gd name="connsiteX10" fmla="*/ 113933 w 362309"/>
              <a:gd name="connsiteY10" fmla="*/ 126977 h 361971"/>
              <a:gd name="connsiteX11" fmla="*/ 119747 w 362309"/>
              <a:gd name="connsiteY11" fmla="*/ 148683 h 361971"/>
              <a:gd name="connsiteX12" fmla="*/ 117447 w 362309"/>
              <a:gd name="connsiteY12" fmla="*/ 157429 h 361971"/>
              <a:gd name="connsiteX13" fmla="*/ 114252 w 362309"/>
              <a:gd name="connsiteY13" fmla="*/ 158259 h 361971"/>
              <a:gd name="connsiteX14" fmla="*/ 108693 w 362309"/>
              <a:gd name="connsiteY14" fmla="*/ 155067 h 361971"/>
              <a:gd name="connsiteX15" fmla="*/ 101153 w 362309"/>
              <a:gd name="connsiteY15" fmla="*/ 126914 h 361971"/>
              <a:gd name="connsiteX16" fmla="*/ 157448 w 362309"/>
              <a:gd name="connsiteY16" fmla="*/ 70734 h 361971"/>
              <a:gd name="connsiteX17" fmla="*/ 262051 w 362309"/>
              <a:gd name="connsiteY17" fmla="*/ 288939 h 361971"/>
              <a:gd name="connsiteX18" fmla="*/ 257195 w 362309"/>
              <a:gd name="connsiteY18" fmla="*/ 291173 h 361971"/>
              <a:gd name="connsiteX19" fmla="*/ 253041 w 362309"/>
              <a:gd name="connsiteY19" fmla="*/ 289641 h 361971"/>
              <a:gd name="connsiteX20" fmla="*/ 252275 w 362309"/>
              <a:gd name="connsiteY20" fmla="*/ 280640 h 361971"/>
              <a:gd name="connsiteX21" fmla="*/ 267419 w 362309"/>
              <a:gd name="connsiteY21" fmla="*/ 227142 h 361971"/>
              <a:gd name="connsiteX22" fmla="*/ 267419 w 362309"/>
              <a:gd name="connsiteY22" fmla="*/ 193435 h 361971"/>
              <a:gd name="connsiteX23" fmla="*/ 257195 w 362309"/>
              <a:gd name="connsiteY23" fmla="*/ 183220 h 361971"/>
              <a:gd name="connsiteX24" fmla="*/ 246971 w 362309"/>
              <a:gd name="connsiteY24" fmla="*/ 193435 h 361971"/>
              <a:gd name="connsiteX25" fmla="*/ 240581 w 362309"/>
              <a:gd name="connsiteY25" fmla="*/ 199819 h 361971"/>
              <a:gd name="connsiteX26" fmla="*/ 234191 w 362309"/>
              <a:gd name="connsiteY26" fmla="*/ 193435 h 361971"/>
              <a:gd name="connsiteX27" fmla="*/ 234191 w 362309"/>
              <a:gd name="connsiteY27" fmla="*/ 185135 h 361971"/>
              <a:gd name="connsiteX28" fmla="*/ 223968 w 362309"/>
              <a:gd name="connsiteY28" fmla="*/ 174921 h 361971"/>
              <a:gd name="connsiteX29" fmla="*/ 213744 w 362309"/>
              <a:gd name="connsiteY29" fmla="*/ 185135 h 361971"/>
              <a:gd name="connsiteX30" fmla="*/ 213744 w 362309"/>
              <a:gd name="connsiteY30" fmla="*/ 193435 h 361971"/>
              <a:gd name="connsiteX31" fmla="*/ 207354 w 362309"/>
              <a:gd name="connsiteY31" fmla="*/ 199819 h 361971"/>
              <a:gd name="connsiteX32" fmla="*/ 200964 w 362309"/>
              <a:gd name="connsiteY32" fmla="*/ 193435 h 361971"/>
              <a:gd name="connsiteX33" fmla="*/ 200964 w 362309"/>
              <a:gd name="connsiteY33" fmla="*/ 168537 h 361971"/>
              <a:gd name="connsiteX34" fmla="*/ 190739 w 362309"/>
              <a:gd name="connsiteY34" fmla="*/ 158323 h 361971"/>
              <a:gd name="connsiteX35" fmla="*/ 180516 w 362309"/>
              <a:gd name="connsiteY35" fmla="*/ 168537 h 361971"/>
              <a:gd name="connsiteX36" fmla="*/ 180516 w 362309"/>
              <a:gd name="connsiteY36" fmla="*/ 193435 h 361971"/>
              <a:gd name="connsiteX37" fmla="*/ 174126 w 362309"/>
              <a:gd name="connsiteY37" fmla="*/ 199819 h 361971"/>
              <a:gd name="connsiteX38" fmla="*/ 167736 w 362309"/>
              <a:gd name="connsiteY38" fmla="*/ 193435 h 361971"/>
              <a:gd name="connsiteX39" fmla="*/ 167736 w 362309"/>
              <a:gd name="connsiteY39" fmla="*/ 126977 h 361971"/>
              <a:gd name="connsiteX40" fmla="*/ 157512 w 362309"/>
              <a:gd name="connsiteY40" fmla="*/ 116763 h 361971"/>
              <a:gd name="connsiteX41" fmla="*/ 147288 w 362309"/>
              <a:gd name="connsiteY41" fmla="*/ 126977 h 361971"/>
              <a:gd name="connsiteX42" fmla="*/ 147288 w 362309"/>
              <a:gd name="connsiteY42" fmla="*/ 226631 h 361971"/>
              <a:gd name="connsiteX43" fmla="*/ 143582 w 362309"/>
              <a:gd name="connsiteY43" fmla="*/ 232441 h 361971"/>
              <a:gd name="connsiteX44" fmla="*/ 136745 w 362309"/>
              <a:gd name="connsiteY44" fmla="*/ 231483 h 361971"/>
              <a:gd name="connsiteX45" fmla="*/ 112016 w 362309"/>
              <a:gd name="connsiteY45" fmla="*/ 187434 h 361971"/>
              <a:gd name="connsiteX46" fmla="*/ 106329 w 362309"/>
              <a:gd name="connsiteY46" fmla="*/ 182837 h 361971"/>
              <a:gd name="connsiteX47" fmla="*/ 98533 w 362309"/>
              <a:gd name="connsiteY47" fmla="*/ 183412 h 361971"/>
              <a:gd name="connsiteX48" fmla="*/ 96808 w 362309"/>
              <a:gd name="connsiteY48" fmla="*/ 198861 h 361971"/>
              <a:gd name="connsiteX49" fmla="*/ 97128 w 362309"/>
              <a:gd name="connsiteY49" fmla="*/ 199563 h 361971"/>
              <a:gd name="connsiteX50" fmla="*/ 152656 w 362309"/>
              <a:gd name="connsiteY50" fmla="*/ 279363 h 361971"/>
              <a:gd name="connsiteX51" fmla="*/ 154701 w 362309"/>
              <a:gd name="connsiteY51" fmla="*/ 288173 h 361971"/>
              <a:gd name="connsiteX52" fmla="*/ 149269 w 362309"/>
              <a:gd name="connsiteY52" fmla="*/ 291173 h 361971"/>
              <a:gd name="connsiteX53" fmla="*/ 145883 w 362309"/>
              <a:gd name="connsiteY53" fmla="*/ 290216 h 361971"/>
              <a:gd name="connsiteX54" fmla="*/ 85178 w 362309"/>
              <a:gd name="connsiteY54" fmla="*/ 204224 h 361971"/>
              <a:gd name="connsiteX55" fmla="*/ 92782 w 362309"/>
              <a:gd name="connsiteY55" fmla="*/ 171985 h 361971"/>
              <a:gd name="connsiteX56" fmla="*/ 110354 w 362309"/>
              <a:gd name="connsiteY56" fmla="*/ 170708 h 361971"/>
              <a:gd name="connsiteX57" fmla="*/ 123645 w 362309"/>
              <a:gd name="connsiteY57" fmla="*/ 182263 h 361971"/>
              <a:gd name="connsiteX58" fmla="*/ 134508 w 362309"/>
              <a:gd name="connsiteY58" fmla="*/ 206011 h 361971"/>
              <a:gd name="connsiteX59" fmla="*/ 134508 w 362309"/>
              <a:gd name="connsiteY59" fmla="*/ 126977 h 361971"/>
              <a:gd name="connsiteX60" fmla="*/ 157512 w 362309"/>
              <a:gd name="connsiteY60" fmla="*/ 103995 h 361971"/>
              <a:gd name="connsiteX61" fmla="*/ 180516 w 362309"/>
              <a:gd name="connsiteY61" fmla="*/ 126977 h 361971"/>
              <a:gd name="connsiteX62" fmla="*/ 180516 w 362309"/>
              <a:gd name="connsiteY62" fmla="*/ 148045 h 361971"/>
              <a:gd name="connsiteX63" fmla="*/ 190739 w 362309"/>
              <a:gd name="connsiteY63" fmla="*/ 145555 h 361971"/>
              <a:gd name="connsiteX64" fmla="*/ 213360 w 362309"/>
              <a:gd name="connsiteY64" fmla="*/ 164898 h 361971"/>
              <a:gd name="connsiteX65" fmla="*/ 223968 w 362309"/>
              <a:gd name="connsiteY65" fmla="*/ 162217 h 361971"/>
              <a:gd name="connsiteX66" fmla="*/ 244223 w 362309"/>
              <a:gd name="connsiteY66" fmla="*/ 174538 h 361971"/>
              <a:gd name="connsiteX67" fmla="*/ 257195 w 362309"/>
              <a:gd name="connsiteY67" fmla="*/ 170516 h 361971"/>
              <a:gd name="connsiteX68" fmla="*/ 280199 w 362309"/>
              <a:gd name="connsiteY68" fmla="*/ 193498 h 361971"/>
              <a:gd name="connsiteX69" fmla="*/ 280199 w 362309"/>
              <a:gd name="connsiteY69" fmla="*/ 226695 h 361971"/>
              <a:gd name="connsiteX70" fmla="*/ 262051 w 362309"/>
              <a:gd name="connsiteY70" fmla="*/ 28893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62309" h="361971">
                <a:moveTo>
                  <a:pt x="181155" y="0"/>
                </a:moveTo>
                <a:cubicBezTo>
                  <a:pt x="81089" y="0"/>
                  <a:pt x="0" y="81013"/>
                  <a:pt x="0" y="180986"/>
                </a:cubicBezTo>
                <a:cubicBezTo>
                  <a:pt x="0" y="280959"/>
                  <a:pt x="81089" y="361972"/>
                  <a:pt x="181155" y="361972"/>
                </a:cubicBezTo>
                <a:cubicBezTo>
                  <a:pt x="281221" y="361972"/>
                  <a:pt x="362310" y="280959"/>
                  <a:pt x="362310" y="180986"/>
                </a:cubicBezTo>
                <a:cubicBezTo>
                  <a:pt x="362310" y="81013"/>
                  <a:pt x="281221" y="0"/>
                  <a:pt x="181155" y="0"/>
                </a:cubicBezTo>
                <a:close/>
                <a:moveTo>
                  <a:pt x="157448" y="70734"/>
                </a:moveTo>
                <a:cubicBezTo>
                  <a:pt x="188503" y="70734"/>
                  <a:pt x="213744" y="95951"/>
                  <a:pt x="213744" y="126977"/>
                </a:cubicBezTo>
                <a:cubicBezTo>
                  <a:pt x="213744" y="130489"/>
                  <a:pt x="210868" y="133361"/>
                  <a:pt x="207354" y="133361"/>
                </a:cubicBezTo>
                <a:cubicBezTo>
                  <a:pt x="203839" y="133361"/>
                  <a:pt x="200964" y="130489"/>
                  <a:pt x="200964" y="126977"/>
                </a:cubicBezTo>
                <a:cubicBezTo>
                  <a:pt x="200964" y="103037"/>
                  <a:pt x="181474" y="83502"/>
                  <a:pt x="157448" y="83502"/>
                </a:cubicBezTo>
                <a:cubicBezTo>
                  <a:pt x="133422" y="83502"/>
                  <a:pt x="113933" y="102974"/>
                  <a:pt x="113933" y="126977"/>
                </a:cubicBezTo>
                <a:cubicBezTo>
                  <a:pt x="113933" y="134638"/>
                  <a:pt x="115978" y="142171"/>
                  <a:pt x="119747" y="148683"/>
                </a:cubicBezTo>
                <a:cubicBezTo>
                  <a:pt x="121537" y="151747"/>
                  <a:pt x="120450" y="155642"/>
                  <a:pt x="117447" y="157429"/>
                </a:cubicBezTo>
                <a:cubicBezTo>
                  <a:pt x="116424" y="158004"/>
                  <a:pt x="115339" y="158259"/>
                  <a:pt x="114252" y="158259"/>
                </a:cubicBezTo>
                <a:cubicBezTo>
                  <a:pt x="112080" y="158259"/>
                  <a:pt x="109907" y="157110"/>
                  <a:pt x="108693" y="155067"/>
                </a:cubicBezTo>
                <a:cubicBezTo>
                  <a:pt x="103773" y="146576"/>
                  <a:pt x="101153" y="136809"/>
                  <a:pt x="101153" y="126914"/>
                </a:cubicBezTo>
                <a:cubicBezTo>
                  <a:pt x="101153" y="95951"/>
                  <a:pt x="126393" y="70734"/>
                  <a:pt x="157448" y="70734"/>
                </a:cubicBezTo>
                <a:close/>
                <a:moveTo>
                  <a:pt x="262051" y="288939"/>
                </a:moveTo>
                <a:cubicBezTo>
                  <a:pt x="260774" y="290407"/>
                  <a:pt x="258984" y="291173"/>
                  <a:pt x="257195" y="291173"/>
                </a:cubicBezTo>
                <a:cubicBezTo>
                  <a:pt x="255725" y="291173"/>
                  <a:pt x="254256" y="290663"/>
                  <a:pt x="253041" y="289641"/>
                </a:cubicBezTo>
                <a:cubicBezTo>
                  <a:pt x="250358" y="287343"/>
                  <a:pt x="250038" y="283321"/>
                  <a:pt x="252275" y="280640"/>
                </a:cubicBezTo>
                <a:cubicBezTo>
                  <a:pt x="269783" y="260019"/>
                  <a:pt x="267419" y="227461"/>
                  <a:pt x="267419" y="227142"/>
                </a:cubicBezTo>
                <a:lnTo>
                  <a:pt x="267419" y="193435"/>
                </a:lnTo>
                <a:cubicBezTo>
                  <a:pt x="267419" y="187817"/>
                  <a:pt x="262818" y="183220"/>
                  <a:pt x="257195" y="183220"/>
                </a:cubicBezTo>
                <a:cubicBezTo>
                  <a:pt x="251572" y="183220"/>
                  <a:pt x="246971" y="187817"/>
                  <a:pt x="246971" y="193435"/>
                </a:cubicBezTo>
                <a:cubicBezTo>
                  <a:pt x="246971" y="196946"/>
                  <a:pt x="244096" y="199819"/>
                  <a:pt x="240581" y="199819"/>
                </a:cubicBezTo>
                <a:cubicBezTo>
                  <a:pt x="237067" y="199819"/>
                  <a:pt x="234191" y="196946"/>
                  <a:pt x="234191" y="193435"/>
                </a:cubicBezTo>
                <a:lnTo>
                  <a:pt x="234191" y="185135"/>
                </a:lnTo>
                <a:cubicBezTo>
                  <a:pt x="234191" y="179518"/>
                  <a:pt x="229591" y="174921"/>
                  <a:pt x="223968" y="174921"/>
                </a:cubicBezTo>
                <a:cubicBezTo>
                  <a:pt x="218344" y="174921"/>
                  <a:pt x="213744" y="179518"/>
                  <a:pt x="213744" y="185135"/>
                </a:cubicBezTo>
                <a:lnTo>
                  <a:pt x="213744" y="193435"/>
                </a:lnTo>
                <a:cubicBezTo>
                  <a:pt x="213744" y="196946"/>
                  <a:pt x="210868" y="199819"/>
                  <a:pt x="207354" y="199819"/>
                </a:cubicBezTo>
                <a:cubicBezTo>
                  <a:pt x="203839" y="199819"/>
                  <a:pt x="200964" y="196946"/>
                  <a:pt x="200964" y="193435"/>
                </a:cubicBezTo>
                <a:lnTo>
                  <a:pt x="200964" y="168537"/>
                </a:lnTo>
                <a:cubicBezTo>
                  <a:pt x="200964" y="162919"/>
                  <a:pt x="196363" y="158323"/>
                  <a:pt x="190739" y="158323"/>
                </a:cubicBezTo>
                <a:cubicBezTo>
                  <a:pt x="185116" y="158323"/>
                  <a:pt x="180516" y="162919"/>
                  <a:pt x="180516" y="168537"/>
                </a:cubicBezTo>
                <a:lnTo>
                  <a:pt x="180516" y="193435"/>
                </a:lnTo>
                <a:cubicBezTo>
                  <a:pt x="180516" y="196946"/>
                  <a:pt x="177641" y="199819"/>
                  <a:pt x="174126" y="199819"/>
                </a:cubicBezTo>
                <a:cubicBezTo>
                  <a:pt x="170612" y="199819"/>
                  <a:pt x="167736" y="196946"/>
                  <a:pt x="167736" y="193435"/>
                </a:cubicBezTo>
                <a:lnTo>
                  <a:pt x="167736" y="126977"/>
                </a:lnTo>
                <a:cubicBezTo>
                  <a:pt x="167736" y="121359"/>
                  <a:pt x="163135" y="116763"/>
                  <a:pt x="157512" y="116763"/>
                </a:cubicBezTo>
                <a:cubicBezTo>
                  <a:pt x="151889" y="116763"/>
                  <a:pt x="147288" y="121359"/>
                  <a:pt x="147288" y="126977"/>
                </a:cubicBezTo>
                <a:lnTo>
                  <a:pt x="147288" y="226631"/>
                </a:lnTo>
                <a:cubicBezTo>
                  <a:pt x="147288" y="229121"/>
                  <a:pt x="145819" y="231419"/>
                  <a:pt x="143582" y="232441"/>
                </a:cubicBezTo>
                <a:cubicBezTo>
                  <a:pt x="141345" y="233462"/>
                  <a:pt x="138662" y="233079"/>
                  <a:pt x="136745" y="231483"/>
                </a:cubicBezTo>
                <a:cubicBezTo>
                  <a:pt x="125818" y="222099"/>
                  <a:pt x="113357" y="190945"/>
                  <a:pt x="112016" y="187434"/>
                </a:cubicBezTo>
                <a:cubicBezTo>
                  <a:pt x="110993" y="185519"/>
                  <a:pt x="108949" y="183667"/>
                  <a:pt x="106329" y="182837"/>
                </a:cubicBezTo>
                <a:cubicBezTo>
                  <a:pt x="103709" y="181944"/>
                  <a:pt x="100961" y="182135"/>
                  <a:pt x="98533" y="183412"/>
                </a:cubicBezTo>
                <a:cubicBezTo>
                  <a:pt x="94188" y="185582"/>
                  <a:pt x="94060" y="193371"/>
                  <a:pt x="96808" y="198861"/>
                </a:cubicBezTo>
                <a:cubicBezTo>
                  <a:pt x="96936" y="199116"/>
                  <a:pt x="97000" y="199308"/>
                  <a:pt x="97128" y="199563"/>
                </a:cubicBezTo>
                <a:cubicBezTo>
                  <a:pt x="97319" y="200138"/>
                  <a:pt x="118342" y="257977"/>
                  <a:pt x="152656" y="279363"/>
                </a:cubicBezTo>
                <a:cubicBezTo>
                  <a:pt x="155659" y="281214"/>
                  <a:pt x="156553" y="285172"/>
                  <a:pt x="154701" y="288173"/>
                </a:cubicBezTo>
                <a:cubicBezTo>
                  <a:pt x="153486" y="290088"/>
                  <a:pt x="151378" y="291173"/>
                  <a:pt x="149269" y="291173"/>
                </a:cubicBezTo>
                <a:cubicBezTo>
                  <a:pt x="148119" y="291173"/>
                  <a:pt x="146969" y="290854"/>
                  <a:pt x="145883" y="290216"/>
                </a:cubicBezTo>
                <a:cubicBezTo>
                  <a:pt x="108821" y="267170"/>
                  <a:pt x="87223" y="209841"/>
                  <a:pt x="85178" y="204224"/>
                </a:cubicBezTo>
                <a:cubicBezTo>
                  <a:pt x="79810" y="193115"/>
                  <a:pt x="81217" y="177794"/>
                  <a:pt x="92782" y="171985"/>
                </a:cubicBezTo>
                <a:cubicBezTo>
                  <a:pt x="98277" y="169239"/>
                  <a:pt x="104539" y="168793"/>
                  <a:pt x="110354" y="170708"/>
                </a:cubicBezTo>
                <a:cubicBezTo>
                  <a:pt x="116169" y="172623"/>
                  <a:pt x="120898" y="176772"/>
                  <a:pt x="123645" y="182263"/>
                </a:cubicBezTo>
                <a:cubicBezTo>
                  <a:pt x="126329" y="188966"/>
                  <a:pt x="130355" y="198095"/>
                  <a:pt x="134508" y="206011"/>
                </a:cubicBezTo>
                <a:lnTo>
                  <a:pt x="134508" y="126977"/>
                </a:lnTo>
                <a:cubicBezTo>
                  <a:pt x="134508" y="114273"/>
                  <a:pt x="144860" y="103995"/>
                  <a:pt x="157512" y="103995"/>
                </a:cubicBezTo>
                <a:cubicBezTo>
                  <a:pt x="170164" y="103995"/>
                  <a:pt x="180516" y="114337"/>
                  <a:pt x="180516" y="126977"/>
                </a:cubicBezTo>
                <a:lnTo>
                  <a:pt x="180516" y="148045"/>
                </a:lnTo>
                <a:cubicBezTo>
                  <a:pt x="183583" y="146512"/>
                  <a:pt x="187034" y="145555"/>
                  <a:pt x="190739" y="145555"/>
                </a:cubicBezTo>
                <a:cubicBezTo>
                  <a:pt x="202178" y="145555"/>
                  <a:pt x="211635" y="153918"/>
                  <a:pt x="213360" y="164898"/>
                </a:cubicBezTo>
                <a:cubicBezTo>
                  <a:pt x="216555" y="163238"/>
                  <a:pt x="220134" y="162217"/>
                  <a:pt x="223968" y="162217"/>
                </a:cubicBezTo>
                <a:cubicBezTo>
                  <a:pt x="232786" y="162217"/>
                  <a:pt x="240389" y="167260"/>
                  <a:pt x="244223" y="174538"/>
                </a:cubicBezTo>
                <a:cubicBezTo>
                  <a:pt x="247930" y="171985"/>
                  <a:pt x="252403" y="170516"/>
                  <a:pt x="257195" y="170516"/>
                </a:cubicBezTo>
                <a:cubicBezTo>
                  <a:pt x="269911" y="170516"/>
                  <a:pt x="280199" y="180858"/>
                  <a:pt x="280199" y="193498"/>
                </a:cubicBezTo>
                <a:lnTo>
                  <a:pt x="280199" y="226695"/>
                </a:lnTo>
                <a:cubicBezTo>
                  <a:pt x="280327" y="227653"/>
                  <a:pt x="282883" y="264361"/>
                  <a:pt x="262051" y="288939"/>
                </a:cubicBezTo>
                <a:close/>
              </a:path>
            </a:pathLst>
          </a:custGeom>
          <a:solidFill>
            <a:srgbClr val="00A3E0"/>
          </a:solidFill>
          <a:ln w="6390" cap="flat">
            <a:noFill/>
            <a:prstDash val="solid"/>
            <a:miter/>
          </a:ln>
        </p:spPr>
        <p:txBody>
          <a:bodyPr rtlCol="0" anchor="ctr"/>
          <a:lstStyle/>
          <a:p>
            <a:endParaRPr lang="en-US"/>
          </a:p>
        </p:txBody>
      </p:sp>
      <p:sp>
        <p:nvSpPr>
          <p:cNvPr id="1089" name="Graphic 4">
            <a:extLst>
              <a:ext uri="{FF2B5EF4-FFF2-40B4-BE49-F238E27FC236}">
                <a16:creationId xmlns:a16="http://schemas.microsoft.com/office/drawing/2014/main" id="{87384417-C7DB-2B4C-B728-3AE238DFE0AF}"/>
              </a:ext>
            </a:extLst>
          </p:cNvPr>
          <p:cNvSpPr/>
          <p:nvPr/>
        </p:nvSpPr>
        <p:spPr>
          <a:xfrm>
            <a:off x="8239632" y="917987"/>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219686 w 362309"/>
              <a:gd name="connsiteY5" fmla="*/ 126722 h 361971"/>
              <a:gd name="connsiteX6" fmla="*/ 213296 w 362309"/>
              <a:gd name="connsiteY6" fmla="*/ 133106 h 361971"/>
              <a:gd name="connsiteX7" fmla="*/ 197769 w 362309"/>
              <a:gd name="connsiteY7" fmla="*/ 133106 h 361971"/>
              <a:gd name="connsiteX8" fmla="*/ 191379 w 362309"/>
              <a:gd name="connsiteY8" fmla="*/ 126722 h 361971"/>
              <a:gd name="connsiteX9" fmla="*/ 197769 w 362309"/>
              <a:gd name="connsiteY9" fmla="*/ 120338 h 361971"/>
              <a:gd name="connsiteX10" fmla="*/ 213296 w 362309"/>
              <a:gd name="connsiteY10" fmla="*/ 120338 h 361971"/>
              <a:gd name="connsiteX11" fmla="*/ 219686 w 362309"/>
              <a:gd name="connsiteY11" fmla="*/ 126722 h 361971"/>
              <a:gd name="connsiteX12" fmla="*/ 177768 w 362309"/>
              <a:gd name="connsiteY12" fmla="*/ 98952 h 361971"/>
              <a:gd name="connsiteX13" fmla="*/ 193296 w 362309"/>
              <a:gd name="connsiteY13" fmla="*/ 83439 h 361971"/>
              <a:gd name="connsiteX14" fmla="*/ 202306 w 362309"/>
              <a:gd name="connsiteY14" fmla="*/ 83439 h 361971"/>
              <a:gd name="connsiteX15" fmla="*/ 202306 w 362309"/>
              <a:gd name="connsiteY15" fmla="*/ 92440 h 361971"/>
              <a:gd name="connsiteX16" fmla="*/ 186778 w 362309"/>
              <a:gd name="connsiteY16" fmla="*/ 107953 h 361971"/>
              <a:gd name="connsiteX17" fmla="*/ 182241 w 362309"/>
              <a:gd name="connsiteY17" fmla="*/ 109804 h 361971"/>
              <a:gd name="connsiteX18" fmla="*/ 177705 w 362309"/>
              <a:gd name="connsiteY18" fmla="*/ 107953 h 361971"/>
              <a:gd name="connsiteX19" fmla="*/ 177768 w 362309"/>
              <a:gd name="connsiteY19" fmla="*/ 98952 h 361971"/>
              <a:gd name="connsiteX20" fmla="*/ 152592 w 362309"/>
              <a:gd name="connsiteY20" fmla="*/ 72458 h 361971"/>
              <a:gd name="connsiteX21" fmla="*/ 158982 w 362309"/>
              <a:gd name="connsiteY21" fmla="*/ 66074 h 361971"/>
              <a:gd name="connsiteX22" fmla="*/ 165372 w 362309"/>
              <a:gd name="connsiteY22" fmla="*/ 72458 h 361971"/>
              <a:gd name="connsiteX23" fmla="*/ 165372 w 362309"/>
              <a:gd name="connsiteY23" fmla="*/ 95696 h 361971"/>
              <a:gd name="connsiteX24" fmla="*/ 158982 w 362309"/>
              <a:gd name="connsiteY24" fmla="*/ 102080 h 361971"/>
              <a:gd name="connsiteX25" fmla="*/ 152592 w 362309"/>
              <a:gd name="connsiteY25" fmla="*/ 95696 h 361971"/>
              <a:gd name="connsiteX26" fmla="*/ 152592 w 362309"/>
              <a:gd name="connsiteY26" fmla="*/ 72458 h 361971"/>
              <a:gd name="connsiteX27" fmla="*/ 115722 w 362309"/>
              <a:gd name="connsiteY27" fmla="*/ 83439 h 361971"/>
              <a:gd name="connsiteX28" fmla="*/ 124732 w 362309"/>
              <a:gd name="connsiteY28" fmla="*/ 83439 h 361971"/>
              <a:gd name="connsiteX29" fmla="*/ 140260 w 362309"/>
              <a:gd name="connsiteY29" fmla="*/ 98952 h 361971"/>
              <a:gd name="connsiteX30" fmla="*/ 140260 w 362309"/>
              <a:gd name="connsiteY30" fmla="*/ 107953 h 361971"/>
              <a:gd name="connsiteX31" fmla="*/ 135722 w 362309"/>
              <a:gd name="connsiteY31" fmla="*/ 109804 h 361971"/>
              <a:gd name="connsiteX32" fmla="*/ 131186 w 362309"/>
              <a:gd name="connsiteY32" fmla="*/ 107953 h 361971"/>
              <a:gd name="connsiteX33" fmla="*/ 115658 w 362309"/>
              <a:gd name="connsiteY33" fmla="*/ 92440 h 361971"/>
              <a:gd name="connsiteX34" fmla="*/ 115722 w 362309"/>
              <a:gd name="connsiteY34" fmla="*/ 83439 h 361971"/>
              <a:gd name="connsiteX35" fmla="*/ 104667 w 362309"/>
              <a:gd name="connsiteY35" fmla="*/ 120338 h 361971"/>
              <a:gd name="connsiteX36" fmla="*/ 120195 w 362309"/>
              <a:gd name="connsiteY36" fmla="*/ 120338 h 361971"/>
              <a:gd name="connsiteX37" fmla="*/ 126585 w 362309"/>
              <a:gd name="connsiteY37" fmla="*/ 126722 h 361971"/>
              <a:gd name="connsiteX38" fmla="*/ 120195 w 362309"/>
              <a:gd name="connsiteY38" fmla="*/ 133106 h 361971"/>
              <a:gd name="connsiteX39" fmla="*/ 104667 w 362309"/>
              <a:gd name="connsiteY39" fmla="*/ 133106 h 361971"/>
              <a:gd name="connsiteX40" fmla="*/ 98277 w 362309"/>
              <a:gd name="connsiteY40" fmla="*/ 126722 h 361971"/>
              <a:gd name="connsiteX41" fmla="*/ 104667 w 362309"/>
              <a:gd name="connsiteY41" fmla="*/ 120338 h 361971"/>
              <a:gd name="connsiteX42" fmla="*/ 257003 w 362309"/>
              <a:gd name="connsiteY42" fmla="*/ 293663 h 361971"/>
              <a:gd name="connsiteX43" fmla="*/ 252147 w 362309"/>
              <a:gd name="connsiteY43" fmla="*/ 295898 h 361971"/>
              <a:gd name="connsiteX44" fmla="*/ 247994 w 362309"/>
              <a:gd name="connsiteY44" fmla="*/ 294365 h 361971"/>
              <a:gd name="connsiteX45" fmla="*/ 247227 w 362309"/>
              <a:gd name="connsiteY45" fmla="*/ 285364 h 361971"/>
              <a:gd name="connsiteX46" fmla="*/ 261221 w 362309"/>
              <a:gd name="connsiteY46" fmla="*/ 235761 h 361971"/>
              <a:gd name="connsiteX47" fmla="*/ 261221 w 362309"/>
              <a:gd name="connsiteY47" fmla="*/ 204287 h 361971"/>
              <a:gd name="connsiteX48" fmla="*/ 252083 w 362309"/>
              <a:gd name="connsiteY48" fmla="*/ 195158 h 361971"/>
              <a:gd name="connsiteX49" fmla="*/ 242946 w 362309"/>
              <a:gd name="connsiteY49" fmla="*/ 204287 h 361971"/>
              <a:gd name="connsiteX50" fmla="*/ 236556 w 362309"/>
              <a:gd name="connsiteY50" fmla="*/ 210671 h 361971"/>
              <a:gd name="connsiteX51" fmla="*/ 230166 w 362309"/>
              <a:gd name="connsiteY51" fmla="*/ 204287 h 361971"/>
              <a:gd name="connsiteX52" fmla="*/ 230166 w 362309"/>
              <a:gd name="connsiteY52" fmla="*/ 196563 h 361971"/>
              <a:gd name="connsiteX53" fmla="*/ 221028 w 362309"/>
              <a:gd name="connsiteY53" fmla="*/ 187434 h 361971"/>
              <a:gd name="connsiteX54" fmla="*/ 211891 w 362309"/>
              <a:gd name="connsiteY54" fmla="*/ 196563 h 361971"/>
              <a:gd name="connsiteX55" fmla="*/ 211891 w 362309"/>
              <a:gd name="connsiteY55" fmla="*/ 204287 h 361971"/>
              <a:gd name="connsiteX56" fmla="*/ 205501 w 362309"/>
              <a:gd name="connsiteY56" fmla="*/ 210671 h 361971"/>
              <a:gd name="connsiteX57" fmla="*/ 199111 w 362309"/>
              <a:gd name="connsiteY57" fmla="*/ 204287 h 361971"/>
              <a:gd name="connsiteX58" fmla="*/ 199111 w 362309"/>
              <a:gd name="connsiteY58" fmla="*/ 181050 h 361971"/>
              <a:gd name="connsiteX59" fmla="*/ 189973 w 362309"/>
              <a:gd name="connsiteY59" fmla="*/ 171921 h 361971"/>
              <a:gd name="connsiteX60" fmla="*/ 180836 w 362309"/>
              <a:gd name="connsiteY60" fmla="*/ 181050 h 361971"/>
              <a:gd name="connsiteX61" fmla="*/ 180836 w 362309"/>
              <a:gd name="connsiteY61" fmla="*/ 204287 h 361971"/>
              <a:gd name="connsiteX62" fmla="*/ 174446 w 362309"/>
              <a:gd name="connsiteY62" fmla="*/ 210671 h 361971"/>
              <a:gd name="connsiteX63" fmla="*/ 168056 w 362309"/>
              <a:gd name="connsiteY63" fmla="*/ 204287 h 361971"/>
              <a:gd name="connsiteX64" fmla="*/ 168056 w 362309"/>
              <a:gd name="connsiteY64" fmla="*/ 142299 h 361971"/>
              <a:gd name="connsiteX65" fmla="*/ 158918 w 362309"/>
              <a:gd name="connsiteY65" fmla="*/ 133170 h 361971"/>
              <a:gd name="connsiteX66" fmla="*/ 149781 w 362309"/>
              <a:gd name="connsiteY66" fmla="*/ 142299 h 361971"/>
              <a:gd name="connsiteX67" fmla="*/ 149781 w 362309"/>
              <a:gd name="connsiteY67" fmla="*/ 235314 h 361971"/>
              <a:gd name="connsiteX68" fmla="*/ 146074 w 362309"/>
              <a:gd name="connsiteY68" fmla="*/ 241123 h 361971"/>
              <a:gd name="connsiteX69" fmla="*/ 139237 w 362309"/>
              <a:gd name="connsiteY69" fmla="*/ 240165 h 361971"/>
              <a:gd name="connsiteX70" fmla="*/ 116041 w 362309"/>
              <a:gd name="connsiteY70" fmla="*/ 198925 h 361971"/>
              <a:gd name="connsiteX71" fmla="*/ 104028 w 362309"/>
              <a:gd name="connsiteY71" fmla="*/ 195350 h 361971"/>
              <a:gd name="connsiteX72" fmla="*/ 102623 w 362309"/>
              <a:gd name="connsiteY72" fmla="*/ 209203 h 361971"/>
              <a:gd name="connsiteX73" fmla="*/ 102942 w 362309"/>
              <a:gd name="connsiteY73" fmla="*/ 209905 h 361971"/>
              <a:gd name="connsiteX74" fmla="*/ 154637 w 362309"/>
              <a:gd name="connsiteY74" fmla="*/ 284151 h 361971"/>
              <a:gd name="connsiteX75" fmla="*/ 156681 w 362309"/>
              <a:gd name="connsiteY75" fmla="*/ 292961 h 361971"/>
              <a:gd name="connsiteX76" fmla="*/ 151250 w 362309"/>
              <a:gd name="connsiteY76" fmla="*/ 295961 h 361971"/>
              <a:gd name="connsiteX77" fmla="*/ 147863 w 362309"/>
              <a:gd name="connsiteY77" fmla="*/ 295004 h 361971"/>
              <a:gd name="connsiteX78" fmla="*/ 91057 w 362309"/>
              <a:gd name="connsiteY78" fmla="*/ 214566 h 361971"/>
              <a:gd name="connsiteX79" fmla="*/ 98405 w 362309"/>
              <a:gd name="connsiteY79" fmla="*/ 183923 h 361971"/>
              <a:gd name="connsiteX80" fmla="*/ 127799 w 362309"/>
              <a:gd name="connsiteY80" fmla="*/ 193690 h 361971"/>
              <a:gd name="connsiteX81" fmla="*/ 137129 w 362309"/>
              <a:gd name="connsiteY81" fmla="*/ 214310 h 361971"/>
              <a:gd name="connsiteX82" fmla="*/ 137129 w 362309"/>
              <a:gd name="connsiteY82" fmla="*/ 142235 h 361971"/>
              <a:gd name="connsiteX83" fmla="*/ 159046 w 362309"/>
              <a:gd name="connsiteY83" fmla="*/ 120338 h 361971"/>
              <a:gd name="connsiteX84" fmla="*/ 180963 w 362309"/>
              <a:gd name="connsiteY84" fmla="*/ 142235 h 361971"/>
              <a:gd name="connsiteX85" fmla="*/ 180963 w 362309"/>
              <a:gd name="connsiteY85" fmla="*/ 161132 h 361971"/>
              <a:gd name="connsiteX86" fmla="*/ 190101 w 362309"/>
              <a:gd name="connsiteY86" fmla="*/ 159089 h 361971"/>
              <a:gd name="connsiteX87" fmla="*/ 211571 w 362309"/>
              <a:gd name="connsiteY87" fmla="*/ 176900 h 361971"/>
              <a:gd name="connsiteX88" fmla="*/ 221092 w 362309"/>
              <a:gd name="connsiteY88" fmla="*/ 174602 h 361971"/>
              <a:gd name="connsiteX89" fmla="*/ 240134 w 362309"/>
              <a:gd name="connsiteY89" fmla="*/ 185965 h 361971"/>
              <a:gd name="connsiteX90" fmla="*/ 252083 w 362309"/>
              <a:gd name="connsiteY90" fmla="*/ 182390 h 361971"/>
              <a:gd name="connsiteX91" fmla="*/ 274001 w 362309"/>
              <a:gd name="connsiteY91" fmla="*/ 204287 h 361971"/>
              <a:gd name="connsiteX92" fmla="*/ 274001 w 362309"/>
              <a:gd name="connsiteY92" fmla="*/ 235314 h 361971"/>
              <a:gd name="connsiteX93" fmla="*/ 257003 w 362309"/>
              <a:gd name="connsiteY93" fmla="*/ 29366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362309" h="361971">
                <a:moveTo>
                  <a:pt x="181155" y="0"/>
                </a:moveTo>
                <a:cubicBezTo>
                  <a:pt x="81089" y="0"/>
                  <a:pt x="0" y="81013"/>
                  <a:pt x="0" y="180986"/>
                </a:cubicBezTo>
                <a:cubicBezTo>
                  <a:pt x="0" y="280959"/>
                  <a:pt x="81089" y="361972"/>
                  <a:pt x="181155" y="361972"/>
                </a:cubicBezTo>
                <a:cubicBezTo>
                  <a:pt x="281221" y="361972"/>
                  <a:pt x="362310" y="280959"/>
                  <a:pt x="362310" y="180986"/>
                </a:cubicBezTo>
                <a:cubicBezTo>
                  <a:pt x="362310" y="81013"/>
                  <a:pt x="281221" y="0"/>
                  <a:pt x="181155" y="0"/>
                </a:cubicBezTo>
                <a:close/>
                <a:moveTo>
                  <a:pt x="219686" y="126722"/>
                </a:moveTo>
                <a:cubicBezTo>
                  <a:pt x="219686" y="130233"/>
                  <a:pt x="216811" y="133106"/>
                  <a:pt x="213296" y="133106"/>
                </a:cubicBezTo>
                <a:lnTo>
                  <a:pt x="197769" y="133106"/>
                </a:lnTo>
                <a:cubicBezTo>
                  <a:pt x="194254" y="133106"/>
                  <a:pt x="191379" y="130233"/>
                  <a:pt x="191379" y="126722"/>
                </a:cubicBezTo>
                <a:cubicBezTo>
                  <a:pt x="191379" y="123211"/>
                  <a:pt x="194254" y="120338"/>
                  <a:pt x="197769" y="120338"/>
                </a:cubicBezTo>
                <a:lnTo>
                  <a:pt x="213296" y="120338"/>
                </a:lnTo>
                <a:cubicBezTo>
                  <a:pt x="216875" y="120338"/>
                  <a:pt x="219686" y="123211"/>
                  <a:pt x="219686" y="126722"/>
                </a:cubicBezTo>
                <a:close/>
                <a:moveTo>
                  <a:pt x="177768" y="98952"/>
                </a:moveTo>
                <a:lnTo>
                  <a:pt x="193296" y="83439"/>
                </a:lnTo>
                <a:cubicBezTo>
                  <a:pt x="195788" y="80949"/>
                  <a:pt x="199813" y="80949"/>
                  <a:pt x="202306" y="83439"/>
                </a:cubicBezTo>
                <a:cubicBezTo>
                  <a:pt x="204798" y="85928"/>
                  <a:pt x="204798" y="89950"/>
                  <a:pt x="202306" y="92440"/>
                </a:cubicBezTo>
                <a:lnTo>
                  <a:pt x="186778" y="107953"/>
                </a:lnTo>
                <a:cubicBezTo>
                  <a:pt x="185500" y="109230"/>
                  <a:pt x="183903" y="109804"/>
                  <a:pt x="182241" y="109804"/>
                </a:cubicBezTo>
                <a:cubicBezTo>
                  <a:pt x="180580" y="109804"/>
                  <a:pt x="178982" y="109166"/>
                  <a:pt x="177705" y="107953"/>
                </a:cubicBezTo>
                <a:cubicBezTo>
                  <a:pt x="175276" y="105527"/>
                  <a:pt x="175276" y="101441"/>
                  <a:pt x="177768" y="98952"/>
                </a:cubicBezTo>
                <a:close/>
                <a:moveTo>
                  <a:pt x="152592" y="72458"/>
                </a:moveTo>
                <a:cubicBezTo>
                  <a:pt x="152592" y="68947"/>
                  <a:pt x="155468" y="66074"/>
                  <a:pt x="158982" y="66074"/>
                </a:cubicBezTo>
                <a:cubicBezTo>
                  <a:pt x="162496" y="66074"/>
                  <a:pt x="165372" y="68947"/>
                  <a:pt x="165372" y="72458"/>
                </a:cubicBezTo>
                <a:lnTo>
                  <a:pt x="165372" y="95696"/>
                </a:lnTo>
                <a:cubicBezTo>
                  <a:pt x="165372" y="99207"/>
                  <a:pt x="162496" y="102080"/>
                  <a:pt x="158982" y="102080"/>
                </a:cubicBezTo>
                <a:cubicBezTo>
                  <a:pt x="155468" y="102080"/>
                  <a:pt x="152592" y="99207"/>
                  <a:pt x="152592" y="95696"/>
                </a:cubicBezTo>
                <a:lnTo>
                  <a:pt x="152592" y="72458"/>
                </a:lnTo>
                <a:close/>
                <a:moveTo>
                  <a:pt x="115722" y="83439"/>
                </a:moveTo>
                <a:cubicBezTo>
                  <a:pt x="118214" y="80949"/>
                  <a:pt x="122240" y="80949"/>
                  <a:pt x="124732" y="83439"/>
                </a:cubicBezTo>
                <a:lnTo>
                  <a:pt x="140260" y="98952"/>
                </a:lnTo>
                <a:cubicBezTo>
                  <a:pt x="142752" y="101441"/>
                  <a:pt x="142752" y="105463"/>
                  <a:pt x="140260" y="107953"/>
                </a:cubicBezTo>
                <a:cubicBezTo>
                  <a:pt x="138981" y="109230"/>
                  <a:pt x="137384" y="109804"/>
                  <a:pt x="135722" y="109804"/>
                </a:cubicBezTo>
                <a:cubicBezTo>
                  <a:pt x="134061" y="109804"/>
                  <a:pt x="132463" y="109166"/>
                  <a:pt x="131186" y="107953"/>
                </a:cubicBezTo>
                <a:lnTo>
                  <a:pt x="115658" y="92440"/>
                </a:lnTo>
                <a:cubicBezTo>
                  <a:pt x="113230" y="90014"/>
                  <a:pt x="113230" y="85928"/>
                  <a:pt x="115722" y="83439"/>
                </a:cubicBezTo>
                <a:close/>
                <a:moveTo>
                  <a:pt x="104667" y="120338"/>
                </a:moveTo>
                <a:lnTo>
                  <a:pt x="120195" y="120338"/>
                </a:lnTo>
                <a:cubicBezTo>
                  <a:pt x="123709" y="120338"/>
                  <a:pt x="126585" y="123211"/>
                  <a:pt x="126585" y="126722"/>
                </a:cubicBezTo>
                <a:cubicBezTo>
                  <a:pt x="126585" y="130233"/>
                  <a:pt x="123709" y="133106"/>
                  <a:pt x="120195" y="133106"/>
                </a:cubicBezTo>
                <a:lnTo>
                  <a:pt x="104667" y="133106"/>
                </a:lnTo>
                <a:cubicBezTo>
                  <a:pt x="101153" y="133106"/>
                  <a:pt x="98277" y="130233"/>
                  <a:pt x="98277" y="126722"/>
                </a:cubicBezTo>
                <a:cubicBezTo>
                  <a:pt x="98277" y="123211"/>
                  <a:pt x="101153" y="120338"/>
                  <a:pt x="104667" y="120338"/>
                </a:cubicBezTo>
                <a:close/>
                <a:moveTo>
                  <a:pt x="257003" y="293663"/>
                </a:moveTo>
                <a:cubicBezTo>
                  <a:pt x="255725" y="295131"/>
                  <a:pt x="253936" y="295898"/>
                  <a:pt x="252147" y="295898"/>
                </a:cubicBezTo>
                <a:cubicBezTo>
                  <a:pt x="250677" y="295898"/>
                  <a:pt x="249208" y="295387"/>
                  <a:pt x="247994" y="294365"/>
                </a:cubicBezTo>
                <a:cubicBezTo>
                  <a:pt x="245310" y="292067"/>
                  <a:pt x="244991" y="288045"/>
                  <a:pt x="247227" y="285364"/>
                </a:cubicBezTo>
                <a:cubicBezTo>
                  <a:pt x="263330" y="266404"/>
                  <a:pt x="261285" y="236016"/>
                  <a:pt x="261221" y="235761"/>
                </a:cubicBezTo>
                <a:lnTo>
                  <a:pt x="261221" y="204287"/>
                </a:lnTo>
                <a:cubicBezTo>
                  <a:pt x="261221" y="199244"/>
                  <a:pt x="257131" y="195158"/>
                  <a:pt x="252083" y="195158"/>
                </a:cubicBezTo>
                <a:cubicBezTo>
                  <a:pt x="247035" y="195158"/>
                  <a:pt x="242946" y="199244"/>
                  <a:pt x="242946" y="204287"/>
                </a:cubicBezTo>
                <a:cubicBezTo>
                  <a:pt x="242946" y="207799"/>
                  <a:pt x="240070" y="210671"/>
                  <a:pt x="236556" y="210671"/>
                </a:cubicBezTo>
                <a:cubicBezTo>
                  <a:pt x="233041" y="210671"/>
                  <a:pt x="230166" y="207799"/>
                  <a:pt x="230166" y="204287"/>
                </a:cubicBezTo>
                <a:lnTo>
                  <a:pt x="230166" y="196563"/>
                </a:lnTo>
                <a:cubicBezTo>
                  <a:pt x="230166" y="191519"/>
                  <a:pt x="226076" y="187434"/>
                  <a:pt x="221028" y="187434"/>
                </a:cubicBezTo>
                <a:cubicBezTo>
                  <a:pt x="215980" y="187434"/>
                  <a:pt x="211891" y="191519"/>
                  <a:pt x="211891" y="196563"/>
                </a:cubicBezTo>
                <a:lnTo>
                  <a:pt x="211891" y="204287"/>
                </a:lnTo>
                <a:cubicBezTo>
                  <a:pt x="211891" y="207799"/>
                  <a:pt x="209015" y="210671"/>
                  <a:pt x="205501" y="210671"/>
                </a:cubicBezTo>
                <a:cubicBezTo>
                  <a:pt x="201986" y="210671"/>
                  <a:pt x="199111" y="207799"/>
                  <a:pt x="199111" y="204287"/>
                </a:cubicBezTo>
                <a:lnTo>
                  <a:pt x="199111" y="181050"/>
                </a:lnTo>
                <a:cubicBezTo>
                  <a:pt x="199111" y="176006"/>
                  <a:pt x="195021" y="171921"/>
                  <a:pt x="189973" y="171921"/>
                </a:cubicBezTo>
                <a:cubicBezTo>
                  <a:pt x="184925" y="171921"/>
                  <a:pt x="180836" y="176006"/>
                  <a:pt x="180836" y="181050"/>
                </a:cubicBezTo>
                <a:lnTo>
                  <a:pt x="180836" y="204287"/>
                </a:lnTo>
                <a:cubicBezTo>
                  <a:pt x="180836" y="207799"/>
                  <a:pt x="177960" y="210671"/>
                  <a:pt x="174446" y="210671"/>
                </a:cubicBezTo>
                <a:cubicBezTo>
                  <a:pt x="170931" y="210671"/>
                  <a:pt x="168056" y="207799"/>
                  <a:pt x="168056" y="204287"/>
                </a:cubicBezTo>
                <a:lnTo>
                  <a:pt x="168056" y="142299"/>
                </a:lnTo>
                <a:cubicBezTo>
                  <a:pt x="168056" y="137256"/>
                  <a:pt x="163966" y="133170"/>
                  <a:pt x="158918" y="133170"/>
                </a:cubicBezTo>
                <a:cubicBezTo>
                  <a:pt x="153870" y="133170"/>
                  <a:pt x="149781" y="137256"/>
                  <a:pt x="149781" y="142299"/>
                </a:cubicBezTo>
                <a:lnTo>
                  <a:pt x="149781" y="235314"/>
                </a:lnTo>
                <a:cubicBezTo>
                  <a:pt x="149781" y="237803"/>
                  <a:pt x="148311" y="240102"/>
                  <a:pt x="146074" y="241123"/>
                </a:cubicBezTo>
                <a:cubicBezTo>
                  <a:pt x="143774" y="242145"/>
                  <a:pt x="141154" y="241761"/>
                  <a:pt x="139237" y="240165"/>
                </a:cubicBezTo>
                <a:cubicBezTo>
                  <a:pt x="128949" y="231292"/>
                  <a:pt x="117319" y="202181"/>
                  <a:pt x="116041" y="198925"/>
                </a:cubicBezTo>
                <a:cubicBezTo>
                  <a:pt x="113997" y="194967"/>
                  <a:pt x="108501" y="193115"/>
                  <a:pt x="104028" y="195350"/>
                </a:cubicBezTo>
                <a:cubicBezTo>
                  <a:pt x="100195" y="197265"/>
                  <a:pt x="100131" y="204224"/>
                  <a:pt x="102623" y="209203"/>
                </a:cubicBezTo>
                <a:cubicBezTo>
                  <a:pt x="102751" y="209458"/>
                  <a:pt x="102815" y="209650"/>
                  <a:pt x="102942" y="209905"/>
                </a:cubicBezTo>
                <a:cubicBezTo>
                  <a:pt x="103134" y="210416"/>
                  <a:pt x="122687" y="264297"/>
                  <a:pt x="154637" y="284151"/>
                </a:cubicBezTo>
                <a:cubicBezTo>
                  <a:pt x="157640" y="286002"/>
                  <a:pt x="158535" y="289960"/>
                  <a:pt x="156681" y="292961"/>
                </a:cubicBezTo>
                <a:cubicBezTo>
                  <a:pt x="155468" y="294876"/>
                  <a:pt x="153358" y="295961"/>
                  <a:pt x="151250" y="295961"/>
                </a:cubicBezTo>
                <a:cubicBezTo>
                  <a:pt x="150100" y="295961"/>
                  <a:pt x="148950" y="295642"/>
                  <a:pt x="147863" y="295004"/>
                </a:cubicBezTo>
                <a:cubicBezTo>
                  <a:pt x="113166" y="273426"/>
                  <a:pt x="92974" y="219928"/>
                  <a:pt x="91057" y="214566"/>
                </a:cubicBezTo>
                <a:cubicBezTo>
                  <a:pt x="86009" y="204032"/>
                  <a:pt x="87287" y="189477"/>
                  <a:pt x="98405" y="183923"/>
                </a:cubicBezTo>
                <a:cubicBezTo>
                  <a:pt x="109205" y="178496"/>
                  <a:pt x="122367" y="182901"/>
                  <a:pt x="127799" y="193690"/>
                </a:cubicBezTo>
                <a:cubicBezTo>
                  <a:pt x="130099" y="199499"/>
                  <a:pt x="133550" y="207288"/>
                  <a:pt x="137129" y="214310"/>
                </a:cubicBezTo>
                <a:lnTo>
                  <a:pt x="137129" y="142235"/>
                </a:lnTo>
                <a:cubicBezTo>
                  <a:pt x="137129" y="130169"/>
                  <a:pt x="146969" y="120338"/>
                  <a:pt x="159046" y="120338"/>
                </a:cubicBezTo>
                <a:cubicBezTo>
                  <a:pt x="171123" y="120338"/>
                  <a:pt x="180963" y="130169"/>
                  <a:pt x="180963" y="142235"/>
                </a:cubicBezTo>
                <a:lnTo>
                  <a:pt x="180963" y="161132"/>
                </a:lnTo>
                <a:cubicBezTo>
                  <a:pt x="183775" y="159855"/>
                  <a:pt x="186842" y="159089"/>
                  <a:pt x="190101" y="159089"/>
                </a:cubicBezTo>
                <a:cubicBezTo>
                  <a:pt x="200772" y="159089"/>
                  <a:pt x="209654" y="166750"/>
                  <a:pt x="211571" y="176900"/>
                </a:cubicBezTo>
                <a:cubicBezTo>
                  <a:pt x="214447" y="175496"/>
                  <a:pt x="217706" y="174602"/>
                  <a:pt x="221092" y="174602"/>
                </a:cubicBezTo>
                <a:cubicBezTo>
                  <a:pt x="229335" y="174602"/>
                  <a:pt x="236428" y="179198"/>
                  <a:pt x="240134" y="185965"/>
                </a:cubicBezTo>
                <a:cubicBezTo>
                  <a:pt x="243584" y="183731"/>
                  <a:pt x="247674" y="182390"/>
                  <a:pt x="252083" y="182390"/>
                </a:cubicBezTo>
                <a:cubicBezTo>
                  <a:pt x="264161" y="182390"/>
                  <a:pt x="274001" y="192222"/>
                  <a:pt x="274001" y="204287"/>
                </a:cubicBezTo>
                <a:lnTo>
                  <a:pt x="274001" y="235314"/>
                </a:lnTo>
                <a:cubicBezTo>
                  <a:pt x="274128" y="236207"/>
                  <a:pt x="276557" y="270553"/>
                  <a:pt x="257003" y="293663"/>
                </a:cubicBezTo>
                <a:close/>
              </a:path>
            </a:pathLst>
          </a:custGeom>
          <a:solidFill>
            <a:srgbClr val="00A3E0"/>
          </a:solidFill>
          <a:ln w="6390" cap="flat">
            <a:noFill/>
            <a:prstDash val="solid"/>
            <a:miter/>
          </a:ln>
        </p:spPr>
        <p:txBody>
          <a:bodyPr rtlCol="0" anchor="ctr"/>
          <a:lstStyle/>
          <a:p>
            <a:endParaRPr lang="en-US"/>
          </a:p>
        </p:txBody>
      </p:sp>
      <p:sp>
        <p:nvSpPr>
          <p:cNvPr id="1090" name="Graphic 4">
            <a:extLst>
              <a:ext uri="{FF2B5EF4-FFF2-40B4-BE49-F238E27FC236}">
                <a16:creationId xmlns:a16="http://schemas.microsoft.com/office/drawing/2014/main" id="{70D15437-791A-B649-88FA-FA56E0AB717F}"/>
              </a:ext>
            </a:extLst>
          </p:cNvPr>
          <p:cNvSpPr/>
          <p:nvPr/>
        </p:nvSpPr>
        <p:spPr>
          <a:xfrm>
            <a:off x="9279019" y="917987"/>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09 w 362309"/>
              <a:gd name="connsiteY3" fmla="*/ 180986 h 361971"/>
              <a:gd name="connsiteX4" fmla="*/ 181155 w 362309"/>
              <a:gd name="connsiteY4" fmla="*/ 0 h 361971"/>
              <a:gd name="connsiteX5" fmla="*/ 232849 w 362309"/>
              <a:gd name="connsiteY5" fmla="*/ 291429 h 361971"/>
              <a:gd name="connsiteX6" fmla="*/ 227929 w 362309"/>
              <a:gd name="connsiteY6" fmla="*/ 293727 h 361971"/>
              <a:gd name="connsiteX7" fmla="*/ 223840 w 362309"/>
              <a:gd name="connsiteY7" fmla="*/ 292259 h 361971"/>
              <a:gd name="connsiteX8" fmla="*/ 223073 w 362309"/>
              <a:gd name="connsiteY8" fmla="*/ 283257 h 361971"/>
              <a:gd name="connsiteX9" fmla="*/ 236747 w 362309"/>
              <a:gd name="connsiteY9" fmla="*/ 234675 h 361971"/>
              <a:gd name="connsiteX10" fmla="*/ 236747 w 362309"/>
              <a:gd name="connsiteY10" fmla="*/ 203841 h 361971"/>
              <a:gd name="connsiteX11" fmla="*/ 227929 w 362309"/>
              <a:gd name="connsiteY11" fmla="*/ 195031 h 361971"/>
              <a:gd name="connsiteX12" fmla="*/ 219111 w 362309"/>
              <a:gd name="connsiteY12" fmla="*/ 203841 h 361971"/>
              <a:gd name="connsiteX13" fmla="*/ 212721 w 362309"/>
              <a:gd name="connsiteY13" fmla="*/ 210225 h 361971"/>
              <a:gd name="connsiteX14" fmla="*/ 212721 w 362309"/>
              <a:gd name="connsiteY14" fmla="*/ 210225 h 361971"/>
              <a:gd name="connsiteX15" fmla="*/ 212721 w 362309"/>
              <a:gd name="connsiteY15" fmla="*/ 210225 h 361971"/>
              <a:gd name="connsiteX16" fmla="*/ 206331 w 362309"/>
              <a:gd name="connsiteY16" fmla="*/ 203841 h 361971"/>
              <a:gd name="connsiteX17" fmla="*/ 206331 w 362309"/>
              <a:gd name="connsiteY17" fmla="*/ 196244 h 361971"/>
              <a:gd name="connsiteX18" fmla="*/ 197513 w 362309"/>
              <a:gd name="connsiteY18" fmla="*/ 187434 h 361971"/>
              <a:gd name="connsiteX19" fmla="*/ 188695 w 362309"/>
              <a:gd name="connsiteY19" fmla="*/ 196244 h 361971"/>
              <a:gd name="connsiteX20" fmla="*/ 188695 w 362309"/>
              <a:gd name="connsiteY20" fmla="*/ 203841 h 361971"/>
              <a:gd name="connsiteX21" fmla="*/ 182305 w 362309"/>
              <a:gd name="connsiteY21" fmla="*/ 210225 h 361971"/>
              <a:gd name="connsiteX22" fmla="*/ 175915 w 362309"/>
              <a:gd name="connsiteY22" fmla="*/ 203841 h 361971"/>
              <a:gd name="connsiteX23" fmla="*/ 175915 w 362309"/>
              <a:gd name="connsiteY23" fmla="*/ 135468 h 361971"/>
              <a:gd name="connsiteX24" fmla="*/ 167097 w 362309"/>
              <a:gd name="connsiteY24" fmla="*/ 126658 h 361971"/>
              <a:gd name="connsiteX25" fmla="*/ 158279 w 362309"/>
              <a:gd name="connsiteY25" fmla="*/ 135468 h 361971"/>
              <a:gd name="connsiteX26" fmla="*/ 158279 w 362309"/>
              <a:gd name="connsiteY26" fmla="*/ 143065 h 361971"/>
              <a:gd name="connsiteX27" fmla="*/ 158279 w 362309"/>
              <a:gd name="connsiteY27" fmla="*/ 150662 h 361971"/>
              <a:gd name="connsiteX28" fmla="*/ 158279 w 362309"/>
              <a:gd name="connsiteY28" fmla="*/ 203841 h 361971"/>
              <a:gd name="connsiteX29" fmla="*/ 151889 w 362309"/>
              <a:gd name="connsiteY29" fmla="*/ 210225 h 361971"/>
              <a:gd name="connsiteX30" fmla="*/ 145499 w 362309"/>
              <a:gd name="connsiteY30" fmla="*/ 203841 h 361971"/>
              <a:gd name="connsiteX31" fmla="*/ 145499 w 362309"/>
              <a:gd name="connsiteY31" fmla="*/ 150662 h 361971"/>
              <a:gd name="connsiteX32" fmla="*/ 145499 w 362309"/>
              <a:gd name="connsiteY32" fmla="*/ 143065 h 361971"/>
              <a:gd name="connsiteX33" fmla="*/ 136681 w 362309"/>
              <a:gd name="connsiteY33" fmla="*/ 134255 h 361971"/>
              <a:gd name="connsiteX34" fmla="*/ 127863 w 362309"/>
              <a:gd name="connsiteY34" fmla="*/ 143065 h 361971"/>
              <a:gd name="connsiteX35" fmla="*/ 127863 w 362309"/>
              <a:gd name="connsiteY35" fmla="*/ 234165 h 361971"/>
              <a:gd name="connsiteX36" fmla="*/ 124157 w 362309"/>
              <a:gd name="connsiteY36" fmla="*/ 239974 h 361971"/>
              <a:gd name="connsiteX37" fmla="*/ 117319 w 362309"/>
              <a:gd name="connsiteY37" fmla="*/ 239016 h 361971"/>
              <a:gd name="connsiteX38" fmla="*/ 94507 w 362309"/>
              <a:gd name="connsiteY38" fmla="*/ 198542 h 361971"/>
              <a:gd name="connsiteX39" fmla="*/ 82941 w 362309"/>
              <a:gd name="connsiteY39" fmla="*/ 195094 h 361971"/>
              <a:gd name="connsiteX40" fmla="*/ 81600 w 362309"/>
              <a:gd name="connsiteY40" fmla="*/ 208501 h 361971"/>
              <a:gd name="connsiteX41" fmla="*/ 81919 w 362309"/>
              <a:gd name="connsiteY41" fmla="*/ 209203 h 361971"/>
              <a:gd name="connsiteX42" fmla="*/ 132463 w 362309"/>
              <a:gd name="connsiteY42" fmla="*/ 281853 h 361971"/>
              <a:gd name="connsiteX43" fmla="*/ 134508 w 362309"/>
              <a:gd name="connsiteY43" fmla="*/ 290663 h 361971"/>
              <a:gd name="connsiteX44" fmla="*/ 129076 w 362309"/>
              <a:gd name="connsiteY44" fmla="*/ 293663 h 361971"/>
              <a:gd name="connsiteX45" fmla="*/ 125690 w 362309"/>
              <a:gd name="connsiteY45" fmla="*/ 292706 h 361971"/>
              <a:gd name="connsiteX46" fmla="*/ 69970 w 362309"/>
              <a:gd name="connsiteY46" fmla="*/ 213863 h 361971"/>
              <a:gd name="connsiteX47" fmla="*/ 77190 w 362309"/>
              <a:gd name="connsiteY47" fmla="*/ 183667 h 361971"/>
              <a:gd name="connsiteX48" fmla="*/ 106137 w 362309"/>
              <a:gd name="connsiteY48" fmla="*/ 193307 h 361971"/>
              <a:gd name="connsiteX49" fmla="*/ 115019 w 362309"/>
              <a:gd name="connsiteY49" fmla="*/ 213033 h 361971"/>
              <a:gd name="connsiteX50" fmla="*/ 115019 w 362309"/>
              <a:gd name="connsiteY50" fmla="*/ 143001 h 361971"/>
              <a:gd name="connsiteX51" fmla="*/ 136617 w 362309"/>
              <a:gd name="connsiteY51" fmla="*/ 121423 h 361971"/>
              <a:gd name="connsiteX52" fmla="*/ 148310 w 362309"/>
              <a:gd name="connsiteY52" fmla="*/ 124871 h 361971"/>
              <a:gd name="connsiteX53" fmla="*/ 167033 w 362309"/>
              <a:gd name="connsiteY53" fmla="*/ 113826 h 361971"/>
              <a:gd name="connsiteX54" fmla="*/ 188631 w 362309"/>
              <a:gd name="connsiteY54" fmla="*/ 135404 h 361971"/>
              <a:gd name="connsiteX55" fmla="*/ 188631 w 362309"/>
              <a:gd name="connsiteY55" fmla="*/ 176517 h 361971"/>
              <a:gd name="connsiteX56" fmla="*/ 197449 w 362309"/>
              <a:gd name="connsiteY56" fmla="*/ 174602 h 361971"/>
              <a:gd name="connsiteX57" fmla="*/ 216171 w 362309"/>
              <a:gd name="connsiteY57" fmla="*/ 185710 h 361971"/>
              <a:gd name="connsiteX58" fmla="*/ 227865 w 362309"/>
              <a:gd name="connsiteY58" fmla="*/ 182199 h 361971"/>
              <a:gd name="connsiteX59" fmla="*/ 249463 w 362309"/>
              <a:gd name="connsiteY59" fmla="*/ 203777 h 361971"/>
              <a:gd name="connsiteX60" fmla="*/ 249463 w 362309"/>
              <a:gd name="connsiteY60" fmla="*/ 234165 h 361971"/>
              <a:gd name="connsiteX61" fmla="*/ 232849 w 362309"/>
              <a:gd name="connsiteY61" fmla="*/ 291429 h 361971"/>
              <a:gd name="connsiteX62" fmla="*/ 293234 w 362309"/>
              <a:gd name="connsiteY62" fmla="*/ 124743 h 361971"/>
              <a:gd name="connsiteX63" fmla="*/ 278026 w 362309"/>
              <a:gd name="connsiteY63" fmla="*/ 139937 h 361971"/>
              <a:gd name="connsiteX64" fmla="*/ 273490 w 362309"/>
              <a:gd name="connsiteY64" fmla="*/ 141788 h 361971"/>
              <a:gd name="connsiteX65" fmla="*/ 268952 w 362309"/>
              <a:gd name="connsiteY65" fmla="*/ 139937 h 361971"/>
              <a:gd name="connsiteX66" fmla="*/ 268952 w 362309"/>
              <a:gd name="connsiteY66" fmla="*/ 130935 h 361971"/>
              <a:gd name="connsiteX67" fmla="*/ 273234 w 362309"/>
              <a:gd name="connsiteY67" fmla="*/ 126658 h 361971"/>
              <a:gd name="connsiteX68" fmla="*/ 249463 w 362309"/>
              <a:gd name="connsiteY68" fmla="*/ 126658 h 361971"/>
              <a:gd name="connsiteX69" fmla="*/ 249463 w 362309"/>
              <a:gd name="connsiteY69" fmla="*/ 150407 h 361971"/>
              <a:gd name="connsiteX70" fmla="*/ 253744 w 362309"/>
              <a:gd name="connsiteY70" fmla="*/ 146129 h 361971"/>
              <a:gd name="connsiteX71" fmla="*/ 262754 w 362309"/>
              <a:gd name="connsiteY71" fmla="*/ 146129 h 361971"/>
              <a:gd name="connsiteX72" fmla="*/ 262754 w 362309"/>
              <a:gd name="connsiteY72" fmla="*/ 155131 h 361971"/>
              <a:gd name="connsiteX73" fmla="*/ 247546 w 362309"/>
              <a:gd name="connsiteY73" fmla="*/ 170325 h 361971"/>
              <a:gd name="connsiteX74" fmla="*/ 245438 w 362309"/>
              <a:gd name="connsiteY74" fmla="*/ 171729 h 361971"/>
              <a:gd name="connsiteX75" fmla="*/ 243010 w 362309"/>
              <a:gd name="connsiteY75" fmla="*/ 172240 h 361971"/>
              <a:gd name="connsiteX76" fmla="*/ 240581 w 362309"/>
              <a:gd name="connsiteY76" fmla="*/ 171729 h 361971"/>
              <a:gd name="connsiteX77" fmla="*/ 238472 w 362309"/>
              <a:gd name="connsiteY77" fmla="*/ 170325 h 361971"/>
              <a:gd name="connsiteX78" fmla="*/ 223264 w 362309"/>
              <a:gd name="connsiteY78" fmla="*/ 155131 h 361971"/>
              <a:gd name="connsiteX79" fmla="*/ 223264 w 362309"/>
              <a:gd name="connsiteY79" fmla="*/ 146129 h 361971"/>
              <a:gd name="connsiteX80" fmla="*/ 232274 w 362309"/>
              <a:gd name="connsiteY80" fmla="*/ 146129 h 361971"/>
              <a:gd name="connsiteX81" fmla="*/ 236556 w 362309"/>
              <a:gd name="connsiteY81" fmla="*/ 150407 h 361971"/>
              <a:gd name="connsiteX82" fmla="*/ 236556 w 362309"/>
              <a:gd name="connsiteY82" fmla="*/ 126594 h 361971"/>
              <a:gd name="connsiteX83" fmla="*/ 212785 w 362309"/>
              <a:gd name="connsiteY83" fmla="*/ 126594 h 361971"/>
              <a:gd name="connsiteX84" fmla="*/ 217066 w 362309"/>
              <a:gd name="connsiteY84" fmla="*/ 130872 h 361971"/>
              <a:gd name="connsiteX85" fmla="*/ 217066 w 362309"/>
              <a:gd name="connsiteY85" fmla="*/ 139873 h 361971"/>
              <a:gd name="connsiteX86" fmla="*/ 212529 w 362309"/>
              <a:gd name="connsiteY86" fmla="*/ 141724 h 361971"/>
              <a:gd name="connsiteX87" fmla="*/ 207993 w 362309"/>
              <a:gd name="connsiteY87" fmla="*/ 139873 h 361971"/>
              <a:gd name="connsiteX88" fmla="*/ 192785 w 362309"/>
              <a:gd name="connsiteY88" fmla="*/ 124679 h 361971"/>
              <a:gd name="connsiteX89" fmla="*/ 191378 w 362309"/>
              <a:gd name="connsiteY89" fmla="*/ 122572 h 361971"/>
              <a:gd name="connsiteX90" fmla="*/ 191378 w 362309"/>
              <a:gd name="connsiteY90" fmla="*/ 117721 h 361971"/>
              <a:gd name="connsiteX91" fmla="*/ 192785 w 362309"/>
              <a:gd name="connsiteY91" fmla="*/ 115614 h 361971"/>
              <a:gd name="connsiteX92" fmla="*/ 207993 w 362309"/>
              <a:gd name="connsiteY92" fmla="*/ 100420 h 361971"/>
              <a:gd name="connsiteX93" fmla="*/ 217002 w 362309"/>
              <a:gd name="connsiteY93" fmla="*/ 100420 h 361971"/>
              <a:gd name="connsiteX94" fmla="*/ 217002 w 362309"/>
              <a:gd name="connsiteY94" fmla="*/ 109421 h 361971"/>
              <a:gd name="connsiteX95" fmla="*/ 212721 w 362309"/>
              <a:gd name="connsiteY95" fmla="*/ 113699 h 361971"/>
              <a:gd name="connsiteX96" fmla="*/ 236492 w 362309"/>
              <a:gd name="connsiteY96" fmla="*/ 113699 h 361971"/>
              <a:gd name="connsiteX97" fmla="*/ 236492 w 362309"/>
              <a:gd name="connsiteY97" fmla="*/ 89950 h 361971"/>
              <a:gd name="connsiteX98" fmla="*/ 232210 w 362309"/>
              <a:gd name="connsiteY98" fmla="*/ 94228 h 361971"/>
              <a:gd name="connsiteX99" fmla="*/ 227673 w 362309"/>
              <a:gd name="connsiteY99" fmla="*/ 96079 h 361971"/>
              <a:gd name="connsiteX100" fmla="*/ 223137 w 362309"/>
              <a:gd name="connsiteY100" fmla="*/ 94228 h 361971"/>
              <a:gd name="connsiteX101" fmla="*/ 223137 w 362309"/>
              <a:gd name="connsiteY101" fmla="*/ 85226 h 361971"/>
              <a:gd name="connsiteX102" fmla="*/ 238345 w 362309"/>
              <a:gd name="connsiteY102" fmla="*/ 70032 h 361971"/>
              <a:gd name="connsiteX103" fmla="*/ 240453 w 362309"/>
              <a:gd name="connsiteY103" fmla="*/ 68628 h 361971"/>
              <a:gd name="connsiteX104" fmla="*/ 245310 w 362309"/>
              <a:gd name="connsiteY104" fmla="*/ 68628 h 361971"/>
              <a:gd name="connsiteX105" fmla="*/ 247418 w 362309"/>
              <a:gd name="connsiteY105" fmla="*/ 70032 h 361971"/>
              <a:gd name="connsiteX106" fmla="*/ 262626 w 362309"/>
              <a:gd name="connsiteY106" fmla="*/ 85226 h 361971"/>
              <a:gd name="connsiteX107" fmla="*/ 262626 w 362309"/>
              <a:gd name="connsiteY107" fmla="*/ 94228 h 361971"/>
              <a:gd name="connsiteX108" fmla="*/ 258090 w 362309"/>
              <a:gd name="connsiteY108" fmla="*/ 96079 h 361971"/>
              <a:gd name="connsiteX109" fmla="*/ 253553 w 362309"/>
              <a:gd name="connsiteY109" fmla="*/ 94228 h 361971"/>
              <a:gd name="connsiteX110" fmla="*/ 249272 w 362309"/>
              <a:gd name="connsiteY110" fmla="*/ 89950 h 361971"/>
              <a:gd name="connsiteX111" fmla="*/ 249272 w 362309"/>
              <a:gd name="connsiteY111" fmla="*/ 113826 h 361971"/>
              <a:gd name="connsiteX112" fmla="*/ 273042 w 362309"/>
              <a:gd name="connsiteY112" fmla="*/ 113826 h 361971"/>
              <a:gd name="connsiteX113" fmla="*/ 268760 w 362309"/>
              <a:gd name="connsiteY113" fmla="*/ 109549 h 361971"/>
              <a:gd name="connsiteX114" fmla="*/ 268760 w 362309"/>
              <a:gd name="connsiteY114" fmla="*/ 100548 h 361971"/>
              <a:gd name="connsiteX115" fmla="*/ 277770 w 362309"/>
              <a:gd name="connsiteY115" fmla="*/ 100548 h 361971"/>
              <a:gd name="connsiteX116" fmla="*/ 292978 w 362309"/>
              <a:gd name="connsiteY116" fmla="*/ 115742 h 361971"/>
              <a:gd name="connsiteX117" fmla="*/ 294384 w 362309"/>
              <a:gd name="connsiteY117" fmla="*/ 117848 h 361971"/>
              <a:gd name="connsiteX118" fmla="*/ 294384 w 362309"/>
              <a:gd name="connsiteY118" fmla="*/ 122700 h 361971"/>
              <a:gd name="connsiteX119" fmla="*/ 293234 w 362309"/>
              <a:gd name="connsiteY119" fmla="*/ 12474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09" y="280959"/>
                  <a:pt x="362309" y="180986"/>
                </a:cubicBezTo>
                <a:cubicBezTo>
                  <a:pt x="362309" y="81013"/>
                  <a:pt x="281221" y="0"/>
                  <a:pt x="181155" y="0"/>
                </a:cubicBezTo>
                <a:close/>
                <a:moveTo>
                  <a:pt x="232849" y="291429"/>
                </a:moveTo>
                <a:cubicBezTo>
                  <a:pt x="231571" y="292961"/>
                  <a:pt x="229782" y="293727"/>
                  <a:pt x="227929" y="293727"/>
                </a:cubicBezTo>
                <a:cubicBezTo>
                  <a:pt x="226459" y="293727"/>
                  <a:pt x="224989" y="293216"/>
                  <a:pt x="223840" y="292259"/>
                </a:cubicBezTo>
                <a:cubicBezTo>
                  <a:pt x="221156" y="289960"/>
                  <a:pt x="220773" y="285939"/>
                  <a:pt x="223073" y="283257"/>
                </a:cubicBezTo>
                <a:cubicBezTo>
                  <a:pt x="238728" y="264680"/>
                  <a:pt x="236811" y="234994"/>
                  <a:pt x="236747" y="234675"/>
                </a:cubicBezTo>
                <a:lnTo>
                  <a:pt x="236747" y="203841"/>
                </a:lnTo>
                <a:cubicBezTo>
                  <a:pt x="236747" y="198989"/>
                  <a:pt x="232786" y="195031"/>
                  <a:pt x="227929" y="195031"/>
                </a:cubicBezTo>
                <a:cubicBezTo>
                  <a:pt x="223073" y="195031"/>
                  <a:pt x="219111" y="198989"/>
                  <a:pt x="219111" y="203841"/>
                </a:cubicBezTo>
                <a:cubicBezTo>
                  <a:pt x="219111" y="207352"/>
                  <a:pt x="216235" y="210225"/>
                  <a:pt x="212721" y="210225"/>
                </a:cubicBezTo>
                <a:cubicBezTo>
                  <a:pt x="212721" y="210225"/>
                  <a:pt x="212721" y="210225"/>
                  <a:pt x="212721" y="210225"/>
                </a:cubicBezTo>
                <a:cubicBezTo>
                  <a:pt x="212721" y="210225"/>
                  <a:pt x="212721" y="210225"/>
                  <a:pt x="212721" y="210225"/>
                </a:cubicBezTo>
                <a:cubicBezTo>
                  <a:pt x="209206" y="210225"/>
                  <a:pt x="206331" y="207352"/>
                  <a:pt x="206331" y="203841"/>
                </a:cubicBezTo>
                <a:lnTo>
                  <a:pt x="206331" y="196244"/>
                </a:lnTo>
                <a:cubicBezTo>
                  <a:pt x="206331" y="191392"/>
                  <a:pt x="202370" y="187434"/>
                  <a:pt x="197513" y="187434"/>
                </a:cubicBezTo>
                <a:cubicBezTo>
                  <a:pt x="192657" y="187434"/>
                  <a:pt x="188695" y="191392"/>
                  <a:pt x="188695" y="196244"/>
                </a:cubicBezTo>
                <a:lnTo>
                  <a:pt x="188695" y="203841"/>
                </a:lnTo>
                <a:cubicBezTo>
                  <a:pt x="188695" y="207352"/>
                  <a:pt x="185819" y="210225"/>
                  <a:pt x="182305" y="210225"/>
                </a:cubicBezTo>
                <a:cubicBezTo>
                  <a:pt x="178790" y="210225"/>
                  <a:pt x="175915" y="207352"/>
                  <a:pt x="175915" y="203841"/>
                </a:cubicBezTo>
                <a:lnTo>
                  <a:pt x="175915" y="135468"/>
                </a:lnTo>
                <a:cubicBezTo>
                  <a:pt x="175915" y="130616"/>
                  <a:pt x="171953" y="126658"/>
                  <a:pt x="167097" y="126658"/>
                </a:cubicBezTo>
                <a:cubicBezTo>
                  <a:pt x="162241" y="126658"/>
                  <a:pt x="158279" y="130616"/>
                  <a:pt x="158279" y="135468"/>
                </a:cubicBezTo>
                <a:lnTo>
                  <a:pt x="158279" y="143065"/>
                </a:lnTo>
                <a:lnTo>
                  <a:pt x="158279" y="150662"/>
                </a:lnTo>
                <a:lnTo>
                  <a:pt x="158279" y="203841"/>
                </a:lnTo>
                <a:cubicBezTo>
                  <a:pt x="158279" y="207352"/>
                  <a:pt x="155403" y="210225"/>
                  <a:pt x="151889" y="210225"/>
                </a:cubicBezTo>
                <a:cubicBezTo>
                  <a:pt x="148374" y="210225"/>
                  <a:pt x="145499" y="207352"/>
                  <a:pt x="145499" y="203841"/>
                </a:cubicBezTo>
                <a:lnTo>
                  <a:pt x="145499" y="150662"/>
                </a:lnTo>
                <a:lnTo>
                  <a:pt x="145499" y="143065"/>
                </a:lnTo>
                <a:cubicBezTo>
                  <a:pt x="145499" y="138213"/>
                  <a:pt x="141537" y="134255"/>
                  <a:pt x="136681" y="134255"/>
                </a:cubicBezTo>
                <a:cubicBezTo>
                  <a:pt x="131824" y="134255"/>
                  <a:pt x="127863" y="138213"/>
                  <a:pt x="127863" y="143065"/>
                </a:cubicBezTo>
                <a:lnTo>
                  <a:pt x="127863" y="234165"/>
                </a:lnTo>
                <a:cubicBezTo>
                  <a:pt x="127863" y="236654"/>
                  <a:pt x="126393" y="238953"/>
                  <a:pt x="124157" y="239974"/>
                </a:cubicBezTo>
                <a:cubicBezTo>
                  <a:pt x="121856" y="240995"/>
                  <a:pt x="119236" y="240612"/>
                  <a:pt x="117319" y="239016"/>
                </a:cubicBezTo>
                <a:cubicBezTo>
                  <a:pt x="107223" y="230334"/>
                  <a:pt x="95785" y="201798"/>
                  <a:pt x="94507" y="198542"/>
                </a:cubicBezTo>
                <a:cubicBezTo>
                  <a:pt x="92590" y="194711"/>
                  <a:pt x="87287" y="192988"/>
                  <a:pt x="82941" y="195094"/>
                </a:cubicBezTo>
                <a:cubicBezTo>
                  <a:pt x="79235" y="196946"/>
                  <a:pt x="79171" y="203713"/>
                  <a:pt x="81600" y="208501"/>
                </a:cubicBezTo>
                <a:cubicBezTo>
                  <a:pt x="81728" y="208756"/>
                  <a:pt x="81792" y="208948"/>
                  <a:pt x="81919" y="209203"/>
                </a:cubicBezTo>
                <a:cubicBezTo>
                  <a:pt x="82111" y="209714"/>
                  <a:pt x="101216" y="262446"/>
                  <a:pt x="132463" y="281853"/>
                </a:cubicBezTo>
                <a:cubicBezTo>
                  <a:pt x="135466" y="283704"/>
                  <a:pt x="136361" y="287662"/>
                  <a:pt x="134508" y="290663"/>
                </a:cubicBezTo>
                <a:cubicBezTo>
                  <a:pt x="133294" y="292578"/>
                  <a:pt x="131186" y="293663"/>
                  <a:pt x="129076" y="293663"/>
                </a:cubicBezTo>
                <a:cubicBezTo>
                  <a:pt x="127927" y="293663"/>
                  <a:pt x="126776" y="293344"/>
                  <a:pt x="125690" y="292706"/>
                </a:cubicBezTo>
                <a:cubicBezTo>
                  <a:pt x="91695" y="271575"/>
                  <a:pt x="71887" y="219098"/>
                  <a:pt x="69970" y="213863"/>
                </a:cubicBezTo>
                <a:cubicBezTo>
                  <a:pt x="64986" y="203521"/>
                  <a:pt x="66264" y="189157"/>
                  <a:pt x="77190" y="183667"/>
                </a:cubicBezTo>
                <a:cubicBezTo>
                  <a:pt x="87862" y="178368"/>
                  <a:pt x="100833" y="182710"/>
                  <a:pt x="106137" y="193307"/>
                </a:cubicBezTo>
                <a:cubicBezTo>
                  <a:pt x="108373" y="198925"/>
                  <a:pt x="111632" y="206330"/>
                  <a:pt x="115019" y="213033"/>
                </a:cubicBezTo>
                <a:lnTo>
                  <a:pt x="115019" y="143001"/>
                </a:lnTo>
                <a:cubicBezTo>
                  <a:pt x="115019" y="131127"/>
                  <a:pt x="124732" y="121423"/>
                  <a:pt x="136617" y="121423"/>
                </a:cubicBezTo>
                <a:cubicBezTo>
                  <a:pt x="140898" y="121423"/>
                  <a:pt x="144924" y="122700"/>
                  <a:pt x="148310" y="124871"/>
                </a:cubicBezTo>
                <a:cubicBezTo>
                  <a:pt x="152017" y="118295"/>
                  <a:pt x="158982" y="113826"/>
                  <a:pt x="167033" y="113826"/>
                </a:cubicBezTo>
                <a:cubicBezTo>
                  <a:pt x="178918" y="113826"/>
                  <a:pt x="188631" y="123530"/>
                  <a:pt x="188631" y="135404"/>
                </a:cubicBezTo>
                <a:lnTo>
                  <a:pt x="188631" y="176517"/>
                </a:lnTo>
                <a:cubicBezTo>
                  <a:pt x="191314" y="175304"/>
                  <a:pt x="194318" y="174602"/>
                  <a:pt x="197449" y="174602"/>
                </a:cubicBezTo>
                <a:cubicBezTo>
                  <a:pt x="205501" y="174602"/>
                  <a:pt x="212465" y="179135"/>
                  <a:pt x="216171" y="185710"/>
                </a:cubicBezTo>
                <a:cubicBezTo>
                  <a:pt x="219558" y="183539"/>
                  <a:pt x="223520" y="182199"/>
                  <a:pt x="227865" y="182199"/>
                </a:cubicBezTo>
                <a:cubicBezTo>
                  <a:pt x="239751" y="182199"/>
                  <a:pt x="249463" y="191902"/>
                  <a:pt x="249463" y="203777"/>
                </a:cubicBezTo>
                <a:lnTo>
                  <a:pt x="249463" y="234165"/>
                </a:lnTo>
                <a:cubicBezTo>
                  <a:pt x="249655" y="235122"/>
                  <a:pt x="251892" y="268830"/>
                  <a:pt x="232849" y="291429"/>
                </a:cubicBezTo>
                <a:close/>
                <a:moveTo>
                  <a:pt x="293234" y="124743"/>
                </a:moveTo>
                <a:lnTo>
                  <a:pt x="278026" y="139937"/>
                </a:lnTo>
                <a:cubicBezTo>
                  <a:pt x="276748" y="141214"/>
                  <a:pt x="275150" y="141788"/>
                  <a:pt x="273490" y="141788"/>
                </a:cubicBezTo>
                <a:cubicBezTo>
                  <a:pt x="271828" y="141788"/>
                  <a:pt x="270231" y="141150"/>
                  <a:pt x="268952" y="139937"/>
                </a:cubicBezTo>
                <a:cubicBezTo>
                  <a:pt x="266460" y="137447"/>
                  <a:pt x="266460" y="133425"/>
                  <a:pt x="268952" y="130935"/>
                </a:cubicBezTo>
                <a:lnTo>
                  <a:pt x="273234" y="126658"/>
                </a:lnTo>
                <a:lnTo>
                  <a:pt x="249463" y="126658"/>
                </a:lnTo>
                <a:lnTo>
                  <a:pt x="249463" y="150407"/>
                </a:lnTo>
                <a:lnTo>
                  <a:pt x="253744" y="146129"/>
                </a:lnTo>
                <a:cubicBezTo>
                  <a:pt x="256236" y="143640"/>
                  <a:pt x="260262" y="143640"/>
                  <a:pt x="262754" y="146129"/>
                </a:cubicBezTo>
                <a:cubicBezTo>
                  <a:pt x="265246" y="148619"/>
                  <a:pt x="265246" y="152641"/>
                  <a:pt x="262754" y="155131"/>
                </a:cubicBezTo>
                <a:lnTo>
                  <a:pt x="247546" y="170325"/>
                </a:lnTo>
                <a:cubicBezTo>
                  <a:pt x="246971" y="170899"/>
                  <a:pt x="246268" y="171410"/>
                  <a:pt x="245438" y="171729"/>
                </a:cubicBezTo>
                <a:cubicBezTo>
                  <a:pt x="244671" y="172048"/>
                  <a:pt x="243840" y="172240"/>
                  <a:pt x="243010" y="172240"/>
                </a:cubicBezTo>
                <a:cubicBezTo>
                  <a:pt x="242179" y="172240"/>
                  <a:pt x="241348" y="172048"/>
                  <a:pt x="240581" y="171729"/>
                </a:cubicBezTo>
                <a:cubicBezTo>
                  <a:pt x="239815" y="171410"/>
                  <a:pt x="239112" y="170963"/>
                  <a:pt x="238472" y="170325"/>
                </a:cubicBezTo>
                <a:lnTo>
                  <a:pt x="223264" y="155131"/>
                </a:lnTo>
                <a:cubicBezTo>
                  <a:pt x="220773" y="152641"/>
                  <a:pt x="220773" y="148619"/>
                  <a:pt x="223264" y="146129"/>
                </a:cubicBezTo>
                <a:cubicBezTo>
                  <a:pt x="225756" y="143640"/>
                  <a:pt x="229782" y="143640"/>
                  <a:pt x="232274" y="146129"/>
                </a:cubicBezTo>
                <a:lnTo>
                  <a:pt x="236556" y="150407"/>
                </a:lnTo>
                <a:lnTo>
                  <a:pt x="236556" y="126594"/>
                </a:lnTo>
                <a:lnTo>
                  <a:pt x="212785" y="126594"/>
                </a:lnTo>
                <a:lnTo>
                  <a:pt x="217066" y="130872"/>
                </a:lnTo>
                <a:cubicBezTo>
                  <a:pt x="219558" y="133361"/>
                  <a:pt x="219558" y="137383"/>
                  <a:pt x="217066" y="139873"/>
                </a:cubicBezTo>
                <a:cubicBezTo>
                  <a:pt x="215788" y="141150"/>
                  <a:pt x="214191" y="141724"/>
                  <a:pt x="212529" y="141724"/>
                </a:cubicBezTo>
                <a:cubicBezTo>
                  <a:pt x="210868" y="141724"/>
                  <a:pt x="209270" y="141086"/>
                  <a:pt x="207993" y="139873"/>
                </a:cubicBezTo>
                <a:lnTo>
                  <a:pt x="192785" y="124679"/>
                </a:lnTo>
                <a:cubicBezTo>
                  <a:pt x="192209" y="124105"/>
                  <a:pt x="191698" y="123402"/>
                  <a:pt x="191378" y="122572"/>
                </a:cubicBezTo>
                <a:cubicBezTo>
                  <a:pt x="190739" y="121040"/>
                  <a:pt x="190739" y="119253"/>
                  <a:pt x="191378" y="117721"/>
                </a:cubicBezTo>
                <a:cubicBezTo>
                  <a:pt x="191698" y="116955"/>
                  <a:pt x="192145" y="116252"/>
                  <a:pt x="192785" y="115614"/>
                </a:cubicBezTo>
                <a:lnTo>
                  <a:pt x="207993" y="100420"/>
                </a:lnTo>
                <a:cubicBezTo>
                  <a:pt x="210484" y="97930"/>
                  <a:pt x="214510" y="97930"/>
                  <a:pt x="217002" y="100420"/>
                </a:cubicBezTo>
                <a:cubicBezTo>
                  <a:pt x="219494" y="102910"/>
                  <a:pt x="219494" y="106932"/>
                  <a:pt x="217002" y="109421"/>
                </a:cubicBezTo>
                <a:lnTo>
                  <a:pt x="212721" y="113699"/>
                </a:lnTo>
                <a:lnTo>
                  <a:pt x="236492" y="113699"/>
                </a:lnTo>
                <a:lnTo>
                  <a:pt x="236492" y="89950"/>
                </a:lnTo>
                <a:lnTo>
                  <a:pt x="232210" y="94228"/>
                </a:lnTo>
                <a:cubicBezTo>
                  <a:pt x="230932" y="95504"/>
                  <a:pt x="229335" y="96079"/>
                  <a:pt x="227673" y="96079"/>
                </a:cubicBezTo>
                <a:cubicBezTo>
                  <a:pt x="226012" y="96079"/>
                  <a:pt x="224415" y="95441"/>
                  <a:pt x="223137" y="94228"/>
                </a:cubicBezTo>
                <a:cubicBezTo>
                  <a:pt x="220645" y="91738"/>
                  <a:pt x="220645" y="87716"/>
                  <a:pt x="223137" y="85226"/>
                </a:cubicBezTo>
                <a:lnTo>
                  <a:pt x="238345" y="70032"/>
                </a:lnTo>
                <a:cubicBezTo>
                  <a:pt x="238920" y="69458"/>
                  <a:pt x="239623" y="68947"/>
                  <a:pt x="240453" y="68628"/>
                </a:cubicBezTo>
                <a:cubicBezTo>
                  <a:pt x="241987" y="67989"/>
                  <a:pt x="243776" y="67989"/>
                  <a:pt x="245310" y="68628"/>
                </a:cubicBezTo>
                <a:cubicBezTo>
                  <a:pt x="246077" y="68947"/>
                  <a:pt x="246779" y="69394"/>
                  <a:pt x="247418" y="70032"/>
                </a:cubicBezTo>
                <a:lnTo>
                  <a:pt x="262626" y="85226"/>
                </a:lnTo>
                <a:cubicBezTo>
                  <a:pt x="265118" y="87716"/>
                  <a:pt x="265118" y="91738"/>
                  <a:pt x="262626" y="94228"/>
                </a:cubicBezTo>
                <a:cubicBezTo>
                  <a:pt x="261349" y="95504"/>
                  <a:pt x="259751" y="96079"/>
                  <a:pt x="258090" y="96079"/>
                </a:cubicBezTo>
                <a:cubicBezTo>
                  <a:pt x="256428" y="96079"/>
                  <a:pt x="254831" y="95441"/>
                  <a:pt x="253553" y="94228"/>
                </a:cubicBezTo>
                <a:lnTo>
                  <a:pt x="249272" y="89950"/>
                </a:lnTo>
                <a:lnTo>
                  <a:pt x="249272" y="113826"/>
                </a:lnTo>
                <a:lnTo>
                  <a:pt x="273042" y="113826"/>
                </a:lnTo>
                <a:lnTo>
                  <a:pt x="268760" y="109549"/>
                </a:lnTo>
                <a:cubicBezTo>
                  <a:pt x="266269" y="107059"/>
                  <a:pt x="266269" y="103037"/>
                  <a:pt x="268760" y="100548"/>
                </a:cubicBezTo>
                <a:cubicBezTo>
                  <a:pt x="271253" y="98058"/>
                  <a:pt x="275278" y="98058"/>
                  <a:pt x="277770" y="100548"/>
                </a:cubicBezTo>
                <a:lnTo>
                  <a:pt x="292978" y="115742"/>
                </a:lnTo>
                <a:cubicBezTo>
                  <a:pt x="293553" y="116316"/>
                  <a:pt x="294065" y="117018"/>
                  <a:pt x="294384" y="117848"/>
                </a:cubicBezTo>
                <a:cubicBezTo>
                  <a:pt x="295024" y="119380"/>
                  <a:pt x="295024" y="121168"/>
                  <a:pt x="294384" y="122700"/>
                </a:cubicBezTo>
                <a:cubicBezTo>
                  <a:pt x="294320" y="123466"/>
                  <a:pt x="293873" y="124168"/>
                  <a:pt x="293234" y="124743"/>
                </a:cubicBezTo>
                <a:close/>
              </a:path>
            </a:pathLst>
          </a:custGeom>
          <a:solidFill>
            <a:srgbClr val="00A3E0"/>
          </a:solidFill>
          <a:ln w="6390" cap="flat">
            <a:noFill/>
            <a:prstDash val="solid"/>
            <a:miter/>
          </a:ln>
        </p:spPr>
        <p:txBody>
          <a:bodyPr rtlCol="0" anchor="ctr"/>
          <a:lstStyle/>
          <a:p>
            <a:endParaRPr lang="en-US"/>
          </a:p>
        </p:txBody>
      </p:sp>
      <p:sp>
        <p:nvSpPr>
          <p:cNvPr id="1091" name="Graphic 4">
            <a:extLst>
              <a:ext uri="{FF2B5EF4-FFF2-40B4-BE49-F238E27FC236}">
                <a16:creationId xmlns:a16="http://schemas.microsoft.com/office/drawing/2014/main" id="{9BEF69C0-AF64-5B43-B448-1505B7587203}"/>
              </a:ext>
            </a:extLst>
          </p:cNvPr>
          <p:cNvSpPr/>
          <p:nvPr/>
        </p:nvSpPr>
        <p:spPr>
          <a:xfrm>
            <a:off x="9279019" y="2855462"/>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09 w 362309"/>
              <a:gd name="connsiteY3" fmla="*/ 180986 h 361971"/>
              <a:gd name="connsiteX4" fmla="*/ 181155 w 362309"/>
              <a:gd name="connsiteY4" fmla="*/ 0 h 361971"/>
              <a:gd name="connsiteX5" fmla="*/ 117127 w 362309"/>
              <a:gd name="connsiteY5" fmla="*/ 85609 h 361971"/>
              <a:gd name="connsiteX6" fmla="*/ 123517 w 362309"/>
              <a:gd name="connsiteY6" fmla="*/ 79225 h 361971"/>
              <a:gd name="connsiteX7" fmla="*/ 129907 w 362309"/>
              <a:gd name="connsiteY7" fmla="*/ 85609 h 361971"/>
              <a:gd name="connsiteX8" fmla="*/ 129907 w 362309"/>
              <a:gd name="connsiteY8" fmla="*/ 93589 h 361971"/>
              <a:gd name="connsiteX9" fmla="*/ 190037 w 362309"/>
              <a:gd name="connsiteY9" fmla="*/ 71884 h 361971"/>
              <a:gd name="connsiteX10" fmla="*/ 260518 w 362309"/>
              <a:gd name="connsiteY10" fmla="*/ 103357 h 361971"/>
              <a:gd name="connsiteX11" fmla="*/ 260006 w 362309"/>
              <a:gd name="connsiteY11" fmla="*/ 112358 h 361971"/>
              <a:gd name="connsiteX12" fmla="*/ 255725 w 362309"/>
              <a:gd name="connsiteY12" fmla="*/ 113954 h 361971"/>
              <a:gd name="connsiteX13" fmla="*/ 250933 w 362309"/>
              <a:gd name="connsiteY13" fmla="*/ 111847 h 361971"/>
              <a:gd name="connsiteX14" fmla="*/ 189973 w 362309"/>
              <a:gd name="connsiteY14" fmla="*/ 84652 h 361971"/>
              <a:gd name="connsiteX15" fmla="*/ 140643 w 362309"/>
              <a:gd name="connsiteY15" fmla="*/ 101250 h 361971"/>
              <a:gd name="connsiteX16" fmla="*/ 145499 w 362309"/>
              <a:gd name="connsiteY16" fmla="*/ 101250 h 361971"/>
              <a:gd name="connsiteX17" fmla="*/ 151889 w 362309"/>
              <a:gd name="connsiteY17" fmla="*/ 107634 h 361971"/>
              <a:gd name="connsiteX18" fmla="*/ 145499 w 362309"/>
              <a:gd name="connsiteY18" fmla="*/ 114018 h 361971"/>
              <a:gd name="connsiteX19" fmla="*/ 123453 w 362309"/>
              <a:gd name="connsiteY19" fmla="*/ 114018 h 361971"/>
              <a:gd name="connsiteX20" fmla="*/ 117063 w 362309"/>
              <a:gd name="connsiteY20" fmla="*/ 107634 h 361971"/>
              <a:gd name="connsiteX21" fmla="*/ 117063 w 362309"/>
              <a:gd name="connsiteY21" fmla="*/ 85609 h 361971"/>
              <a:gd name="connsiteX22" fmla="*/ 253169 w 362309"/>
              <a:gd name="connsiteY22" fmla="*/ 287790 h 361971"/>
              <a:gd name="connsiteX23" fmla="*/ 248313 w 362309"/>
              <a:gd name="connsiteY23" fmla="*/ 290024 h 361971"/>
              <a:gd name="connsiteX24" fmla="*/ 244223 w 362309"/>
              <a:gd name="connsiteY24" fmla="*/ 288492 h 361971"/>
              <a:gd name="connsiteX25" fmla="*/ 243456 w 362309"/>
              <a:gd name="connsiteY25" fmla="*/ 279491 h 361971"/>
              <a:gd name="connsiteX26" fmla="*/ 256684 w 362309"/>
              <a:gd name="connsiteY26" fmla="*/ 232696 h 361971"/>
              <a:gd name="connsiteX27" fmla="*/ 256684 w 362309"/>
              <a:gd name="connsiteY27" fmla="*/ 202883 h 361971"/>
              <a:gd name="connsiteX28" fmla="*/ 248377 w 362309"/>
              <a:gd name="connsiteY28" fmla="*/ 194584 h 361971"/>
              <a:gd name="connsiteX29" fmla="*/ 240134 w 362309"/>
              <a:gd name="connsiteY29" fmla="*/ 202564 h 361971"/>
              <a:gd name="connsiteX30" fmla="*/ 240134 w 362309"/>
              <a:gd name="connsiteY30" fmla="*/ 202883 h 361971"/>
              <a:gd name="connsiteX31" fmla="*/ 233744 w 362309"/>
              <a:gd name="connsiteY31" fmla="*/ 209267 h 361971"/>
              <a:gd name="connsiteX32" fmla="*/ 233680 w 362309"/>
              <a:gd name="connsiteY32" fmla="*/ 209267 h 361971"/>
              <a:gd name="connsiteX33" fmla="*/ 233616 w 362309"/>
              <a:gd name="connsiteY33" fmla="*/ 209267 h 361971"/>
              <a:gd name="connsiteX34" fmla="*/ 227226 w 362309"/>
              <a:gd name="connsiteY34" fmla="*/ 202883 h 361971"/>
              <a:gd name="connsiteX35" fmla="*/ 227290 w 362309"/>
              <a:gd name="connsiteY35" fmla="*/ 202181 h 361971"/>
              <a:gd name="connsiteX36" fmla="*/ 227290 w 362309"/>
              <a:gd name="connsiteY36" fmla="*/ 195541 h 361971"/>
              <a:gd name="connsiteX37" fmla="*/ 218983 w 362309"/>
              <a:gd name="connsiteY37" fmla="*/ 187242 h 361971"/>
              <a:gd name="connsiteX38" fmla="*/ 210676 w 362309"/>
              <a:gd name="connsiteY38" fmla="*/ 195541 h 361971"/>
              <a:gd name="connsiteX39" fmla="*/ 210676 w 362309"/>
              <a:gd name="connsiteY39" fmla="*/ 202883 h 361971"/>
              <a:gd name="connsiteX40" fmla="*/ 204286 w 362309"/>
              <a:gd name="connsiteY40" fmla="*/ 209267 h 361971"/>
              <a:gd name="connsiteX41" fmla="*/ 197896 w 362309"/>
              <a:gd name="connsiteY41" fmla="*/ 202883 h 361971"/>
              <a:gd name="connsiteX42" fmla="*/ 197896 w 362309"/>
              <a:gd name="connsiteY42" fmla="*/ 129531 h 361971"/>
              <a:gd name="connsiteX43" fmla="*/ 189590 w 362309"/>
              <a:gd name="connsiteY43" fmla="*/ 121232 h 361971"/>
              <a:gd name="connsiteX44" fmla="*/ 181282 w 362309"/>
              <a:gd name="connsiteY44" fmla="*/ 129531 h 361971"/>
              <a:gd name="connsiteX45" fmla="*/ 181282 w 362309"/>
              <a:gd name="connsiteY45" fmla="*/ 144214 h 361971"/>
              <a:gd name="connsiteX46" fmla="*/ 181282 w 362309"/>
              <a:gd name="connsiteY46" fmla="*/ 202883 h 361971"/>
              <a:gd name="connsiteX47" fmla="*/ 174893 w 362309"/>
              <a:gd name="connsiteY47" fmla="*/ 209267 h 361971"/>
              <a:gd name="connsiteX48" fmla="*/ 168503 w 362309"/>
              <a:gd name="connsiteY48" fmla="*/ 202883 h 361971"/>
              <a:gd name="connsiteX49" fmla="*/ 168503 w 362309"/>
              <a:gd name="connsiteY49" fmla="*/ 144214 h 361971"/>
              <a:gd name="connsiteX50" fmla="*/ 160195 w 362309"/>
              <a:gd name="connsiteY50" fmla="*/ 135915 h 361971"/>
              <a:gd name="connsiteX51" fmla="*/ 151889 w 362309"/>
              <a:gd name="connsiteY51" fmla="*/ 144214 h 361971"/>
              <a:gd name="connsiteX52" fmla="*/ 151889 w 362309"/>
              <a:gd name="connsiteY52" fmla="*/ 232249 h 361971"/>
              <a:gd name="connsiteX53" fmla="*/ 147863 w 362309"/>
              <a:gd name="connsiteY53" fmla="*/ 238186 h 361971"/>
              <a:gd name="connsiteX54" fmla="*/ 140898 w 362309"/>
              <a:gd name="connsiteY54" fmla="*/ 236654 h 361971"/>
              <a:gd name="connsiteX55" fmla="*/ 119364 w 362309"/>
              <a:gd name="connsiteY55" fmla="*/ 198159 h 361971"/>
              <a:gd name="connsiteX56" fmla="*/ 114699 w 362309"/>
              <a:gd name="connsiteY56" fmla="*/ 194265 h 361971"/>
              <a:gd name="connsiteX57" fmla="*/ 108373 w 362309"/>
              <a:gd name="connsiteY57" fmla="*/ 194711 h 361971"/>
              <a:gd name="connsiteX58" fmla="*/ 105690 w 362309"/>
              <a:gd name="connsiteY58" fmla="*/ 199180 h 361971"/>
              <a:gd name="connsiteX59" fmla="*/ 107159 w 362309"/>
              <a:gd name="connsiteY59" fmla="*/ 207416 h 361971"/>
              <a:gd name="connsiteX60" fmla="*/ 107478 w 362309"/>
              <a:gd name="connsiteY60" fmla="*/ 208118 h 361971"/>
              <a:gd name="connsiteX61" fmla="*/ 156234 w 362309"/>
              <a:gd name="connsiteY61" fmla="*/ 278214 h 361971"/>
              <a:gd name="connsiteX62" fmla="*/ 158279 w 362309"/>
              <a:gd name="connsiteY62" fmla="*/ 287024 h 361971"/>
              <a:gd name="connsiteX63" fmla="*/ 152848 w 362309"/>
              <a:gd name="connsiteY63" fmla="*/ 290024 h 361971"/>
              <a:gd name="connsiteX64" fmla="*/ 149461 w 362309"/>
              <a:gd name="connsiteY64" fmla="*/ 289067 h 361971"/>
              <a:gd name="connsiteX65" fmla="*/ 95529 w 362309"/>
              <a:gd name="connsiteY65" fmla="*/ 212778 h 361971"/>
              <a:gd name="connsiteX66" fmla="*/ 93037 w 362309"/>
              <a:gd name="connsiteY66" fmla="*/ 197393 h 361971"/>
              <a:gd name="connsiteX67" fmla="*/ 102622 w 362309"/>
              <a:gd name="connsiteY67" fmla="*/ 183348 h 361971"/>
              <a:gd name="connsiteX68" fmla="*/ 118725 w 362309"/>
              <a:gd name="connsiteY68" fmla="*/ 182199 h 361971"/>
              <a:gd name="connsiteX69" fmla="*/ 130930 w 362309"/>
              <a:gd name="connsiteY69" fmla="*/ 192732 h 361971"/>
              <a:gd name="connsiteX70" fmla="*/ 139109 w 362309"/>
              <a:gd name="connsiteY70" fmla="*/ 209778 h 361971"/>
              <a:gd name="connsiteX71" fmla="*/ 139109 w 362309"/>
              <a:gd name="connsiteY71" fmla="*/ 144214 h 361971"/>
              <a:gd name="connsiteX72" fmla="*/ 160195 w 362309"/>
              <a:gd name="connsiteY72" fmla="*/ 123147 h 361971"/>
              <a:gd name="connsiteX73" fmla="*/ 168950 w 362309"/>
              <a:gd name="connsiteY73" fmla="*/ 125126 h 361971"/>
              <a:gd name="connsiteX74" fmla="*/ 189526 w 362309"/>
              <a:gd name="connsiteY74" fmla="*/ 108464 h 361971"/>
              <a:gd name="connsiteX75" fmla="*/ 210612 w 362309"/>
              <a:gd name="connsiteY75" fmla="*/ 129531 h 361971"/>
              <a:gd name="connsiteX76" fmla="*/ 210612 w 362309"/>
              <a:gd name="connsiteY76" fmla="*/ 176198 h 361971"/>
              <a:gd name="connsiteX77" fmla="*/ 218919 w 362309"/>
              <a:gd name="connsiteY77" fmla="*/ 174474 h 361971"/>
              <a:gd name="connsiteX78" fmla="*/ 237130 w 362309"/>
              <a:gd name="connsiteY78" fmla="*/ 185072 h 361971"/>
              <a:gd name="connsiteX79" fmla="*/ 248313 w 362309"/>
              <a:gd name="connsiteY79" fmla="*/ 181816 h 361971"/>
              <a:gd name="connsiteX80" fmla="*/ 269400 w 362309"/>
              <a:gd name="connsiteY80" fmla="*/ 202883 h 361971"/>
              <a:gd name="connsiteX81" fmla="*/ 269400 w 362309"/>
              <a:gd name="connsiteY81" fmla="*/ 232249 h 361971"/>
              <a:gd name="connsiteX82" fmla="*/ 253169 w 362309"/>
              <a:gd name="connsiteY82" fmla="*/ 28779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09" y="280959"/>
                  <a:pt x="362309" y="180986"/>
                </a:cubicBezTo>
                <a:cubicBezTo>
                  <a:pt x="362309" y="81013"/>
                  <a:pt x="281221" y="0"/>
                  <a:pt x="181155" y="0"/>
                </a:cubicBezTo>
                <a:close/>
                <a:moveTo>
                  <a:pt x="117127" y="85609"/>
                </a:moveTo>
                <a:cubicBezTo>
                  <a:pt x="117127" y="82098"/>
                  <a:pt x="120003" y="79225"/>
                  <a:pt x="123517" y="79225"/>
                </a:cubicBezTo>
                <a:cubicBezTo>
                  <a:pt x="127032" y="79225"/>
                  <a:pt x="129907" y="82098"/>
                  <a:pt x="129907" y="85609"/>
                </a:cubicBezTo>
                <a:lnTo>
                  <a:pt x="129907" y="93589"/>
                </a:lnTo>
                <a:cubicBezTo>
                  <a:pt x="146841" y="79608"/>
                  <a:pt x="167992" y="71884"/>
                  <a:pt x="190037" y="71884"/>
                </a:cubicBezTo>
                <a:cubicBezTo>
                  <a:pt x="216874" y="71884"/>
                  <a:pt x="242562" y="83375"/>
                  <a:pt x="260518" y="103357"/>
                </a:cubicBezTo>
                <a:cubicBezTo>
                  <a:pt x="262882" y="105974"/>
                  <a:pt x="262626" y="109996"/>
                  <a:pt x="260006" y="112358"/>
                </a:cubicBezTo>
                <a:cubicBezTo>
                  <a:pt x="258792" y="113443"/>
                  <a:pt x="257259" y="113954"/>
                  <a:pt x="255725" y="113954"/>
                </a:cubicBezTo>
                <a:cubicBezTo>
                  <a:pt x="254000" y="113954"/>
                  <a:pt x="252211" y="113252"/>
                  <a:pt x="250933" y="111847"/>
                </a:cubicBezTo>
                <a:cubicBezTo>
                  <a:pt x="235405" y="94547"/>
                  <a:pt x="213232" y="84652"/>
                  <a:pt x="189973" y="84652"/>
                </a:cubicBezTo>
                <a:cubicBezTo>
                  <a:pt x="172081" y="84652"/>
                  <a:pt x="154828" y="90525"/>
                  <a:pt x="140643" y="101250"/>
                </a:cubicBezTo>
                <a:lnTo>
                  <a:pt x="145499" y="101250"/>
                </a:lnTo>
                <a:cubicBezTo>
                  <a:pt x="149013" y="101250"/>
                  <a:pt x="151889" y="104123"/>
                  <a:pt x="151889" y="107634"/>
                </a:cubicBezTo>
                <a:cubicBezTo>
                  <a:pt x="151889" y="111145"/>
                  <a:pt x="149013" y="114018"/>
                  <a:pt x="145499" y="114018"/>
                </a:cubicBezTo>
                <a:lnTo>
                  <a:pt x="123453" y="114018"/>
                </a:lnTo>
                <a:cubicBezTo>
                  <a:pt x="119939" y="114018"/>
                  <a:pt x="117063" y="111145"/>
                  <a:pt x="117063" y="107634"/>
                </a:cubicBezTo>
                <a:lnTo>
                  <a:pt x="117063" y="85609"/>
                </a:lnTo>
                <a:close/>
                <a:moveTo>
                  <a:pt x="253169" y="287790"/>
                </a:moveTo>
                <a:cubicBezTo>
                  <a:pt x="251892" y="289258"/>
                  <a:pt x="250102" y="290024"/>
                  <a:pt x="248313" y="290024"/>
                </a:cubicBezTo>
                <a:cubicBezTo>
                  <a:pt x="246843" y="290024"/>
                  <a:pt x="245374" y="289514"/>
                  <a:pt x="244223" y="288492"/>
                </a:cubicBezTo>
                <a:cubicBezTo>
                  <a:pt x="241540" y="286194"/>
                  <a:pt x="241220" y="282172"/>
                  <a:pt x="243456" y="279491"/>
                </a:cubicBezTo>
                <a:cubicBezTo>
                  <a:pt x="258665" y="261488"/>
                  <a:pt x="256684" y="233015"/>
                  <a:pt x="256684" y="232696"/>
                </a:cubicBezTo>
                <a:lnTo>
                  <a:pt x="256684" y="202883"/>
                </a:lnTo>
                <a:cubicBezTo>
                  <a:pt x="256684" y="198286"/>
                  <a:pt x="252977" y="194584"/>
                  <a:pt x="248377" y="194584"/>
                </a:cubicBezTo>
                <a:cubicBezTo>
                  <a:pt x="243904" y="194584"/>
                  <a:pt x="240325" y="198159"/>
                  <a:pt x="240134" y="202564"/>
                </a:cubicBezTo>
                <a:lnTo>
                  <a:pt x="240134" y="202883"/>
                </a:lnTo>
                <a:cubicBezTo>
                  <a:pt x="240134" y="206394"/>
                  <a:pt x="237258" y="209267"/>
                  <a:pt x="233744" y="209267"/>
                </a:cubicBezTo>
                <a:cubicBezTo>
                  <a:pt x="233744" y="209267"/>
                  <a:pt x="233744" y="209267"/>
                  <a:pt x="233680" y="209267"/>
                </a:cubicBezTo>
                <a:cubicBezTo>
                  <a:pt x="233616" y="209267"/>
                  <a:pt x="233680" y="209267"/>
                  <a:pt x="233616" y="209267"/>
                </a:cubicBezTo>
                <a:cubicBezTo>
                  <a:pt x="230102" y="209267"/>
                  <a:pt x="227226" y="206394"/>
                  <a:pt x="227226" y="202883"/>
                </a:cubicBezTo>
                <a:cubicBezTo>
                  <a:pt x="227226" y="202628"/>
                  <a:pt x="227290" y="202436"/>
                  <a:pt x="227290" y="202181"/>
                </a:cubicBezTo>
                <a:lnTo>
                  <a:pt x="227290" y="195541"/>
                </a:lnTo>
                <a:cubicBezTo>
                  <a:pt x="227290" y="190945"/>
                  <a:pt x="223584" y="187242"/>
                  <a:pt x="218983" y="187242"/>
                </a:cubicBezTo>
                <a:cubicBezTo>
                  <a:pt x="214383" y="187242"/>
                  <a:pt x="210676" y="190945"/>
                  <a:pt x="210676" y="195541"/>
                </a:cubicBezTo>
                <a:lnTo>
                  <a:pt x="210676" y="202883"/>
                </a:lnTo>
                <a:cubicBezTo>
                  <a:pt x="210676" y="206394"/>
                  <a:pt x="207801" y="209267"/>
                  <a:pt x="204286" y="209267"/>
                </a:cubicBezTo>
                <a:cubicBezTo>
                  <a:pt x="200772" y="209267"/>
                  <a:pt x="197896" y="206394"/>
                  <a:pt x="197896" y="202883"/>
                </a:cubicBezTo>
                <a:lnTo>
                  <a:pt x="197896" y="129531"/>
                </a:lnTo>
                <a:cubicBezTo>
                  <a:pt x="197896" y="124935"/>
                  <a:pt x="194190" y="121232"/>
                  <a:pt x="189590" y="121232"/>
                </a:cubicBezTo>
                <a:cubicBezTo>
                  <a:pt x="184988" y="121232"/>
                  <a:pt x="181282" y="124935"/>
                  <a:pt x="181282" y="129531"/>
                </a:cubicBezTo>
                <a:lnTo>
                  <a:pt x="181282" y="144214"/>
                </a:lnTo>
                <a:lnTo>
                  <a:pt x="181282" y="202883"/>
                </a:lnTo>
                <a:cubicBezTo>
                  <a:pt x="181282" y="206394"/>
                  <a:pt x="178407" y="209267"/>
                  <a:pt x="174893" y="209267"/>
                </a:cubicBezTo>
                <a:cubicBezTo>
                  <a:pt x="171378" y="209267"/>
                  <a:pt x="168503" y="206394"/>
                  <a:pt x="168503" y="202883"/>
                </a:cubicBezTo>
                <a:lnTo>
                  <a:pt x="168503" y="144214"/>
                </a:lnTo>
                <a:cubicBezTo>
                  <a:pt x="168503" y="139618"/>
                  <a:pt x="164797" y="135915"/>
                  <a:pt x="160195" y="135915"/>
                </a:cubicBezTo>
                <a:cubicBezTo>
                  <a:pt x="155595" y="135915"/>
                  <a:pt x="151889" y="139618"/>
                  <a:pt x="151889" y="144214"/>
                </a:cubicBezTo>
                <a:lnTo>
                  <a:pt x="151889" y="232249"/>
                </a:lnTo>
                <a:cubicBezTo>
                  <a:pt x="151889" y="234867"/>
                  <a:pt x="150291" y="237229"/>
                  <a:pt x="147863" y="238186"/>
                </a:cubicBezTo>
                <a:cubicBezTo>
                  <a:pt x="145435" y="239144"/>
                  <a:pt x="142687" y="238569"/>
                  <a:pt x="140898" y="236654"/>
                </a:cubicBezTo>
                <a:cubicBezTo>
                  <a:pt x="133038" y="228419"/>
                  <a:pt x="120770" y="201223"/>
                  <a:pt x="119364" y="198159"/>
                </a:cubicBezTo>
                <a:cubicBezTo>
                  <a:pt x="118470" y="196435"/>
                  <a:pt x="116808" y="194967"/>
                  <a:pt x="114699" y="194265"/>
                </a:cubicBezTo>
                <a:cubicBezTo>
                  <a:pt x="112591" y="193562"/>
                  <a:pt x="110354" y="193754"/>
                  <a:pt x="108373" y="194711"/>
                </a:cubicBezTo>
                <a:cubicBezTo>
                  <a:pt x="106904" y="195414"/>
                  <a:pt x="106009" y="196946"/>
                  <a:pt x="105690" y="199180"/>
                </a:cubicBezTo>
                <a:cubicBezTo>
                  <a:pt x="105306" y="201798"/>
                  <a:pt x="105881" y="204862"/>
                  <a:pt x="107159" y="207416"/>
                </a:cubicBezTo>
                <a:cubicBezTo>
                  <a:pt x="107287" y="207671"/>
                  <a:pt x="107351" y="207862"/>
                  <a:pt x="107478" y="208118"/>
                </a:cubicBezTo>
                <a:cubicBezTo>
                  <a:pt x="107670" y="208629"/>
                  <a:pt x="126137" y="259445"/>
                  <a:pt x="156234" y="278214"/>
                </a:cubicBezTo>
                <a:cubicBezTo>
                  <a:pt x="159238" y="280065"/>
                  <a:pt x="160131" y="284023"/>
                  <a:pt x="158279" y="287024"/>
                </a:cubicBezTo>
                <a:cubicBezTo>
                  <a:pt x="157064" y="288939"/>
                  <a:pt x="154956" y="290024"/>
                  <a:pt x="152848" y="290024"/>
                </a:cubicBezTo>
                <a:cubicBezTo>
                  <a:pt x="151697" y="290024"/>
                  <a:pt x="150547" y="289705"/>
                  <a:pt x="149461" y="289067"/>
                </a:cubicBezTo>
                <a:cubicBezTo>
                  <a:pt x="116552" y="268574"/>
                  <a:pt x="97447" y="217949"/>
                  <a:pt x="95529" y="212778"/>
                </a:cubicBezTo>
                <a:cubicBezTo>
                  <a:pt x="93229" y="207990"/>
                  <a:pt x="92334" y="202436"/>
                  <a:pt x="93037" y="197393"/>
                </a:cubicBezTo>
                <a:cubicBezTo>
                  <a:pt x="93932" y="190945"/>
                  <a:pt x="97383" y="185965"/>
                  <a:pt x="102622" y="183348"/>
                </a:cubicBezTo>
                <a:cubicBezTo>
                  <a:pt x="107670" y="180858"/>
                  <a:pt x="113357" y="180411"/>
                  <a:pt x="118725" y="182199"/>
                </a:cubicBezTo>
                <a:cubicBezTo>
                  <a:pt x="124093" y="183986"/>
                  <a:pt x="128374" y="187753"/>
                  <a:pt x="130930" y="192732"/>
                </a:cubicBezTo>
                <a:cubicBezTo>
                  <a:pt x="133038" y="197520"/>
                  <a:pt x="136042" y="203777"/>
                  <a:pt x="139109" y="209778"/>
                </a:cubicBezTo>
                <a:lnTo>
                  <a:pt x="139109" y="144214"/>
                </a:lnTo>
                <a:cubicBezTo>
                  <a:pt x="139109" y="132595"/>
                  <a:pt x="148566" y="123147"/>
                  <a:pt x="160195" y="123147"/>
                </a:cubicBezTo>
                <a:cubicBezTo>
                  <a:pt x="163326" y="123147"/>
                  <a:pt x="166266" y="123913"/>
                  <a:pt x="168950" y="125126"/>
                </a:cubicBezTo>
                <a:cubicBezTo>
                  <a:pt x="170995" y="115614"/>
                  <a:pt x="179429" y="108464"/>
                  <a:pt x="189526" y="108464"/>
                </a:cubicBezTo>
                <a:cubicBezTo>
                  <a:pt x="201155" y="108464"/>
                  <a:pt x="210612" y="117912"/>
                  <a:pt x="210612" y="129531"/>
                </a:cubicBezTo>
                <a:lnTo>
                  <a:pt x="210612" y="176198"/>
                </a:lnTo>
                <a:cubicBezTo>
                  <a:pt x="213168" y="175113"/>
                  <a:pt x="215980" y="174474"/>
                  <a:pt x="218919" y="174474"/>
                </a:cubicBezTo>
                <a:cubicBezTo>
                  <a:pt x="226715" y="174474"/>
                  <a:pt x="233425" y="178752"/>
                  <a:pt x="237130" y="185072"/>
                </a:cubicBezTo>
                <a:cubicBezTo>
                  <a:pt x="240389" y="183029"/>
                  <a:pt x="244159" y="181816"/>
                  <a:pt x="248313" y="181816"/>
                </a:cubicBezTo>
                <a:cubicBezTo>
                  <a:pt x="259943" y="181816"/>
                  <a:pt x="269400" y="191264"/>
                  <a:pt x="269400" y="202883"/>
                </a:cubicBezTo>
                <a:lnTo>
                  <a:pt x="269400" y="232249"/>
                </a:lnTo>
                <a:cubicBezTo>
                  <a:pt x="269528" y="233207"/>
                  <a:pt x="271700" y="265893"/>
                  <a:pt x="253169" y="287790"/>
                </a:cubicBezTo>
                <a:close/>
              </a:path>
            </a:pathLst>
          </a:custGeom>
          <a:solidFill>
            <a:srgbClr val="00A3E0"/>
          </a:solidFill>
          <a:ln w="6390" cap="flat">
            <a:noFill/>
            <a:prstDash val="solid"/>
            <a:miter/>
          </a:ln>
        </p:spPr>
        <p:txBody>
          <a:bodyPr rtlCol="0" anchor="ctr"/>
          <a:lstStyle/>
          <a:p>
            <a:endParaRPr lang="en-US"/>
          </a:p>
        </p:txBody>
      </p:sp>
      <p:sp>
        <p:nvSpPr>
          <p:cNvPr id="1092" name="Graphic 4">
            <a:extLst>
              <a:ext uri="{FF2B5EF4-FFF2-40B4-BE49-F238E27FC236}">
                <a16:creationId xmlns:a16="http://schemas.microsoft.com/office/drawing/2014/main" id="{CA4F02CB-BC1C-D34E-A157-6EE9C8DD264D}"/>
              </a:ext>
            </a:extLst>
          </p:cNvPr>
          <p:cNvSpPr/>
          <p:nvPr/>
        </p:nvSpPr>
        <p:spPr>
          <a:xfrm>
            <a:off x="8239632" y="2855462"/>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82305 w 362309"/>
              <a:gd name="connsiteY5" fmla="*/ 71628 h 361971"/>
              <a:gd name="connsiteX6" fmla="*/ 257387 w 362309"/>
              <a:gd name="connsiteY6" fmla="*/ 146640 h 361971"/>
              <a:gd name="connsiteX7" fmla="*/ 256940 w 362309"/>
              <a:gd name="connsiteY7" fmla="*/ 154939 h 361971"/>
              <a:gd name="connsiteX8" fmla="*/ 250613 w 362309"/>
              <a:gd name="connsiteY8" fmla="*/ 160621 h 361971"/>
              <a:gd name="connsiteX9" fmla="*/ 249910 w 362309"/>
              <a:gd name="connsiteY9" fmla="*/ 160557 h 361971"/>
              <a:gd name="connsiteX10" fmla="*/ 244223 w 362309"/>
              <a:gd name="connsiteY10" fmla="*/ 153535 h 361971"/>
              <a:gd name="connsiteX11" fmla="*/ 244607 w 362309"/>
              <a:gd name="connsiteY11" fmla="*/ 146576 h 361971"/>
              <a:gd name="connsiteX12" fmla="*/ 182305 w 362309"/>
              <a:gd name="connsiteY12" fmla="*/ 84332 h 361971"/>
              <a:gd name="connsiteX13" fmla="*/ 120003 w 362309"/>
              <a:gd name="connsiteY13" fmla="*/ 146576 h 361971"/>
              <a:gd name="connsiteX14" fmla="*/ 120387 w 362309"/>
              <a:gd name="connsiteY14" fmla="*/ 153535 h 361971"/>
              <a:gd name="connsiteX15" fmla="*/ 114700 w 362309"/>
              <a:gd name="connsiteY15" fmla="*/ 160557 h 361971"/>
              <a:gd name="connsiteX16" fmla="*/ 107670 w 362309"/>
              <a:gd name="connsiteY16" fmla="*/ 154875 h 361971"/>
              <a:gd name="connsiteX17" fmla="*/ 107223 w 362309"/>
              <a:gd name="connsiteY17" fmla="*/ 146576 h 361971"/>
              <a:gd name="connsiteX18" fmla="*/ 182305 w 362309"/>
              <a:gd name="connsiteY18" fmla="*/ 71628 h 361971"/>
              <a:gd name="connsiteX19" fmla="*/ 255789 w 362309"/>
              <a:gd name="connsiteY19" fmla="*/ 287981 h 361971"/>
              <a:gd name="connsiteX20" fmla="*/ 250869 w 362309"/>
              <a:gd name="connsiteY20" fmla="*/ 290280 h 361971"/>
              <a:gd name="connsiteX21" fmla="*/ 246779 w 362309"/>
              <a:gd name="connsiteY21" fmla="*/ 288811 h 361971"/>
              <a:gd name="connsiteX22" fmla="*/ 245949 w 362309"/>
              <a:gd name="connsiteY22" fmla="*/ 279810 h 361971"/>
              <a:gd name="connsiteX23" fmla="*/ 259879 w 362309"/>
              <a:gd name="connsiteY23" fmla="*/ 230909 h 361971"/>
              <a:gd name="connsiteX24" fmla="*/ 259879 w 362309"/>
              <a:gd name="connsiteY24" fmla="*/ 200010 h 361971"/>
              <a:gd name="connsiteX25" fmla="*/ 250869 w 362309"/>
              <a:gd name="connsiteY25" fmla="*/ 191136 h 361971"/>
              <a:gd name="connsiteX26" fmla="*/ 242115 w 362309"/>
              <a:gd name="connsiteY26" fmla="*/ 198095 h 361971"/>
              <a:gd name="connsiteX27" fmla="*/ 242115 w 362309"/>
              <a:gd name="connsiteY27" fmla="*/ 200010 h 361971"/>
              <a:gd name="connsiteX28" fmla="*/ 235725 w 362309"/>
              <a:gd name="connsiteY28" fmla="*/ 206394 h 361971"/>
              <a:gd name="connsiteX29" fmla="*/ 235597 w 362309"/>
              <a:gd name="connsiteY29" fmla="*/ 206394 h 361971"/>
              <a:gd name="connsiteX30" fmla="*/ 235469 w 362309"/>
              <a:gd name="connsiteY30" fmla="*/ 206394 h 361971"/>
              <a:gd name="connsiteX31" fmla="*/ 229079 w 362309"/>
              <a:gd name="connsiteY31" fmla="*/ 200010 h 361971"/>
              <a:gd name="connsiteX32" fmla="*/ 229335 w 362309"/>
              <a:gd name="connsiteY32" fmla="*/ 197648 h 361971"/>
              <a:gd name="connsiteX33" fmla="*/ 229335 w 362309"/>
              <a:gd name="connsiteY33" fmla="*/ 192413 h 361971"/>
              <a:gd name="connsiteX34" fmla="*/ 220453 w 362309"/>
              <a:gd name="connsiteY34" fmla="*/ 183539 h 361971"/>
              <a:gd name="connsiteX35" fmla="*/ 211571 w 362309"/>
              <a:gd name="connsiteY35" fmla="*/ 192413 h 361971"/>
              <a:gd name="connsiteX36" fmla="*/ 211571 w 362309"/>
              <a:gd name="connsiteY36" fmla="*/ 200010 h 361971"/>
              <a:gd name="connsiteX37" fmla="*/ 205181 w 362309"/>
              <a:gd name="connsiteY37" fmla="*/ 206394 h 361971"/>
              <a:gd name="connsiteX38" fmla="*/ 198791 w 362309"/>
              <a:gd name="connsiteY38" fmla="*/ 200010 h 361971"/>
              <a:gd name="connsiteX39" fmla="*/ 198791 w 362309"/>
              <a:gd name="connsiteY39" fmla="*/ 123722 h 361971"/>
              <a:gd name="connsiteX40" fmla="*/ 189909 w 362309"/>
              <a:gd name="connsiteY40" fmla="*/ 114848 h 361971"/>
              <a:gd name="connsiteX41" fmla="*/ 181027 w 362309"/>
              <a:gd name="connsiteY41" fmla="*/ 123722 h 361971"/>
              <a:gd name="connsiteX42" fmla="*/ 181027 w 362309"/>
              <a:gd name="connsiteY42" fmla="*/ 138979 h 361971"/>
              <a:gd name="connsiteX43" fmla="*/ 181027 w 362309"/>
              <a:gd name="connsiteY43" fmla="*/ 154237 h 361971"/>
              <a:gd name="connsiteX44" fmla="*/ 181027 w 362309"/>
              <a:gd name="connsiteY44" fmla="*/ 200010 h 361971"/>
              <a:gd name="connsiteX45" fmla="*/ 174637 w 362309"/>
              <a:gd name="connsiteY45" fmla="*/ 206394 h 361971"/>
              <a:gd name="connsiteX46" fmla="*/ 168248 w 362309"/>
              <a:gd name="connsiteY46" fmla="*/ 200010 h 361971"/>
              <a:gd name="connsiteX47" fmla="*/ 168248 w 362309"/>
              <a:gd name="connsiteY47" fmla="*/ 154237 h 361971"/>
              <a:gd name="connsiteX48" fmla="*/ 168248 w 362309"/>
              <a:gd name="connsiteY48" fmla="*/ 138979 h 361971"/>
              <a:gd name="connsiteX49" fmla="*/ 159365 w 362309"/>
              <a:gd name="connsiteY49" fmla="*/ 130106 h 361971"/>
              <a:gd name="connsiteX50" fmla="*/ 150483 w 362309"/>
              <a:gd name="connsiteY50" fmla="*/ 138979 h 361971"/>
              <a:gd name="connsiteX51" fmla="*/ 150483 w 362309"/>
              <a:gd name="connsiteY51" fmla="*/ 230526 h 361971"/>
              <a:gd name="connsiteX52" fmla="*/ 146777 w 362309"/>
              <a:gd name="connsiteY52" fmla="*/ 236335 h 361971"/>
              <a:gd name="connsiteX53" fmla="*/ 139940 w 362309"/>
              <a:gd name="connsiteY53" fmla="*/ 235377 h 361971"/>
              <a:gd name="connsiteX54" fmla="*/ 117064 w 362309"/>
              <a:gd name="connsiteY54" fmla="*/ 194711 h 361971"/>
              <a:gd name="connsiteX55" fmla="*/ 112144 w 362309"/>
              <a:gd name="connsiteY55" fmla="*/ 190753 h 361971"/>
              <a:gd name="connsiteX56" fmla="*/ 105370 w 362309"/>
              <a:gd name="connsiteY56" fmla="*/ 191264 h 361971"/>
              <a:gd name="connsiteX57" fmla="*/ 102495 w 362309"/>
              <a:gd name="connsiteY57" fmla="*/ 196052 h 361971"/>
              <a:gd name="connsiteX58" fmla="*/ 104028 w 362309"/>
              <a:gd name="connsiteY58" fmla="*/ 204734 h 361971"/>
              <a:gd name="connsiteX59" fmla="*/ 104348 w 362309"/>
              <a:gd name="connsiteY59" fmla="*/ 205437 h 361971"/>
              <a:gd name="connsiteX60" fmla="*/ 155148 w 362309"/>
              <a:gd name="connsiteY60" fmla="*/ 278405 h 361971"/>
              <a:gd name="connsiteX61" fmla="*/ 157192 w 362309"/>
              <a:gd name="connsiteY61" fmla="*/ 287215 h 361971"/>
              <a:gd name="connsiteX62" fmla="*/ 151761 w 362309"/>
              <a:gd name="connsiteY62" fmla="*/ 290216 h 361971"/>
              <a:gd name="connsiteX63" fmla="*/ 148374 w 362309"/>
              <a:gd name="connsiteY63" fmla="*/ 289258 h 361971"/>
              <a:gd name="connsiteX64" fmla="*/ 92399 w 362309"/>
              <a:gd name="connsiteY64" fmla="*/ 210033 h 361971"/>
              <a:gd name="connsiteX65" fmla="*/ 89843 w 362309"/>
              <a:gd name="connsiteY65" fmla="*/ 194201 h 361971"/>
              <a:gd name="connsiteX66" fmla="*/ 99683 w 362309"/>
              <a:gd name="connsiteY66" fmla="*/ 179773 h 361971"/>
              <a:gd name="connsiteX67" fmla="*/ 116233 w 362309"/>
              <a:gd name="connsiteY67" fmla="*/ 178624 h 361971"/>
              <a:gd name="connsiteX68" fmla="*/ 128757 w 362309"/>
              <a:gd name="connsiteY68" fmla="*/ 189477 h 361971"/>
              <a:gd name="connsiteX69" fmla="*/ 137767 w 362309"/>
              <a:gd name="connsiteY69" fmla="*/ 209395 h 361971"/>
              <a:gd name="connsiteX70" fmla="*/ 137767 w 362309"/>
              <a:gd name="connsiteY70" fmla="*/ 138916 h 361971"/>
              <a:gd name="connsiteX71" fmla="*/ 159429 w 362309"/>
              <a:gd name="connsiteY71" fmla="*/ 117274 h 361971"/>
              <a:gd name="connsiteX72" fmla="*/ 168758 w 362309"/>
              <a:gd name="connsiteY72" fmla="*/ 119444 h 361971"/>
              <a:gd name="connsiteX73" fmla="*/ 189973 w 362309"/>
              <a:gd name="connsiteY73" fmla="*/ 102016 h 361971"/>
              <a:gd name="connsiteX74" fmla="*/ 211635 w 362309"/>
              <a:gd name="connsiteY74" fmla="*/ 123658 h 361971"/>
              <a:gd name="connsiteX75" fmla="*/ 211635 w 362309"/>
              <a:gd name="connsiteY75" fmla="*/ 172623 h 361971"/>
              <a:gd name="connsiteX76" fmla="*/ 220517 w 362309"/>
              <a:gd name="connsiteY76" fmla="*/ 170644 h 361971"/>
              <a:gd name="connsiteX77" fmla="*/ 239304 w 362309"/>
              <a:gd name="connsiteY77" fmla="*/ 181688 h 361971"/>
              <a:gd name="connsiteX78" fmla="*/ 250933 w 362309"/>
              <a:gd name="connsiteY78" fmla="*/ 178241 h 361971"/>
              <a:gd name="connsiteX79" fmla="*/ 272723 w 362309"/>
              <a:gd name="connsiteY79" fmla="*/ 199882 h 361971"/>
              <a:gd name="connsiteX80" fmla="*/ 272723 w 362309"/>
              <a:gd name="connsiteY80" fmla="*/ 230398 h 361971"/>
              <a:gd name="connsiteX81" fmla="*/ 255789 w 362309"/>
              <a:gd name="connsiteY81" fmla="*/ 28798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62309" h="361971">
                <a:moveTo>
                  <a:pt x="181155" y="0"/>
                </a:moveTo>
                <a:cubicBezTo>
                  <a:pt x="81089" y="0"/>
                  <a:pt x="0" y="81013"/>
                  <a:pt x="0" y="180986"/>
                </a:cubicBezTo>
                <a:cubicBezTo>
                  <a:pt x="0" y="280959"/>
                  <a:pt x="81089" y="361972"/>
                  <a:pt x="181155" y="361972"/>
                </a:cubicBezTo>
                <a:cubicBezTo>
                  <a:pt x="281221" y="361972"/>
                  <a:pt x="362310" y="280959"/>
                  <a:pt x="362310" y="180986"/>
                </a:cubicBezTo>
                <a:cubicBezTo>
                  <a:pt x="362310" y="81013"/>
                  <a:pt x="281221" y="0"/>
                  <a:pt x="181155" y="0"/>
                </a:cubicBezTo>
                <a:close/>
                <a:moveTo>
                  <a:pt x="182305" y="71628"/>
                </a:moveTo>
                <a:cubicBezTo>
                  <a:pt x="223712" y="71628"/>
                  <a:pt x="257387" y="105272"/>
                  <a:pt x="257387" y="146640"/>
                </a:cubicBezTo>
                <a:cubicBezTo>
                  <a:pt x="257387" y="149385"/>
                  <a:pt x="257259" y="152194"/>
                  <a:pt x="256940" y="154939"/>
                </a:cubicBezTo>
                <a:cubicBezTo>
                  <a:pt x="256556" y="158195"/>
                  <a:pt x="253808" y="160621"/>
                  <a:pt x="250613" y="160621"/>
                </a:cubicBezTo>
                <a:cubicBezTo>
                  <a:pt x="250358" y="160621"/>
                  <a:pt x="250166" y="160621"/>
                  <a:pt x="249910" y="160557"/>
                </a:cubicBezTo>
                <a:cubicBezTo>
                  <a:pt x="246396" y="160174"/>
                  <a:pt x="243840" y="157046"/>
                  <a:pt x="244223" y="153535"/>
                </a:cubicBezTo>
                <a:cubicBezTo>
                  <a:pt x="244479" y="151237"/>
                  <a:pt x="244607" y="148938"/>
                  <a:pt x="244607" y="146576"/>
                </a:cubicBezTo>
                <a:cubicBezTo>
                  <a:pt x="244607" y="112230"/>
                  <a:pt x="216619" y="84332"/>
                  <a:pt x="182305" y="84332"/>
                </a:cubicBezTo>
                <a:cubicBezTo>
                  <a:pt x="147927" y="84332"/>
                  <a:pt x="120003" y="112294"/>
                  <a:pt x="120003" y="146576"/>
                </a:cubicBezTo>
                <a:cubicBezTo>
                  <a:pt x="120003" y="148938"/>
                  <a:pt x="120131" y="151237"/>
                  <a:pt x="120387" y="153535"/>
                </a:cubicBezTo>
                <a:cubicBezTo>
                  <a:pt x="120770" y="157046"/>
                  <a:pt x="118214" y="160174"/>
                  <a:pt x="114700" y="160557"/>
                </a:cubicBezTo>
                <a:cubicBezTo>
                  <a:pt x="111249" y="160876"/>
                  <a:pt x="108054" y="158387"/>
                  <a:pt x="107670" y="154875"/>
                </a:cubicBezTo>
                <a:cubicBezTo>
                  <a:pt x="107351" y="152130"/>
                  <a:pt x="107223" y="149321"/>
                  <a:pt x="107223" y="146576"/>
                </a:cubicBezTo>
                <a:cubicBezTo>
                  <a:pt x="107159" y="105272"/>
                  <a:pt x="140898" y="71628"/>
                  <a:pt x="182305" y="71628"/>
                </a:cubicBezTo>
                <a:close/>
                <a:moveTo>
                  <a:pt x="255789" y="287981"/>
                </a:moveTo>
                <a:cubicBezTo>
                  <a:pt x="254512" y="289514"/>
                  <a:pt x="252722" y="290280"/>
                  <a:pt x="250869" y="290280"/>
                </a:cubicBezTo>
                <a:cubicBezTo>
                  <a:pt x="249463" y="290280"/>
                  <a:pt x="247994" y="289769"/>
                  <a:pt x="246779" y="288811"/>
                </a:cubicBezTo>
                <a:cubicBezTo>
                  <a:pt x="244096" y="286577"/>
                  <a:pt x="243712" y="282555"/>
                  <a:pt x="245949" y="279810"/>
                </a:cubicBezTo>
                <a:cubicBezTo>
                  <a:pt x="261540" y="261105"/>
                  <a:pt x="259879" y="231164"/>
                  <a:pt x="259879" y="230909"/>
                </a:cubicBezTo>
                <a:lnTo>
                  <a:pt x="259879" y="200010"/>
                </a:lnTo>
                <a:cubicBezTo>
                  <a:pt x="259879" y="195222"/>
                  <a:pt x="255725" y="191136"/>
                  <a:pt x="250869" y="191136"/>
                </a:cubicBezTo>
                <a:cubicBezTo>
                  <a:pt x="246651" y="191136"/>
                  <a:pt x="243010" y="194137"/>
                  <a:pt x="242115" y="198095"/>
                </a:cubicBezTo>
                <a:lnTo>
                  <a:pt x="242115" y="200010"/>
                </a:lnTo>
                <a:cubicBezTo>
                  <a:pt x="242115" y="203521"/>
                  <a:pt x="239240" y="206394"/>
                  <a:pt x="235725" y="206394"/>
                </a:cubicBezTo>
                <a:cubicBezTo>
                  <a:pt x="235661" y="206394"/>
                  <a:pt x="235661" y="206394"/>
                  <a:pt x="235597" y="206394"/>
                </a:cubicBezTo>
                <a:cubicBezTo>
                  <a:pt x="235533" y="206394"/>
                  <a:pt x="235533" y="206394"/>
                  <a:pt x="235469" y="206394"/>
                </a:cubicBezTo>
                <a:cubicBezTo>
                  <a:pt x="231955" y="206394"/>
                  <a:pt x="229079" y="203521"/>
                  <a:pt x="229079" y="200010"/>
                </a:cubicBezTo>
                <a:cubicBezTo>
                  <a:pt x="229079" y="199180"/>
                  <a:pt x="229207" y="198414"/>
                  <a:pt x="229335" y="197648"/>
                </a:cubicBezTo>
                <a:lnTo>
                  <a:pt x="229335" y="192413"/>
                </a:lnTo>
                <a:cubicBezTo>
                  <a:pt x="229335" y="187498"/>
                  <a:pt x="225373" y="183539"/>
                  <a:pt x="220453" y="183539"/>
                </a:cubicBezTo>
                <a:cubicBezTo>
                  <a:pt x="215532" y="183539"/>
                  <a:pt x="211571" y="187498"/>
                  <a:pt x="211571" y="192413"/>
                </a:cubicBezTo>
                <a:lnTo>
                  <a:pt x="211571" y="200010"/>
                </a:lnTo>
                <a:cubicBezTo>
                  <a:pt x="211571" y="203521"/>
                  <a:pt x="208696" y="206394"/>
                  <a:pt x="205181" y="206394"/>
                </a:cubicBezTo>
                <a:cubicBezTo>
                  <a:pt x="201667" y="206394"/>
                  <a:pt x="198791" y="203521"/>
                  <a:pt x="198791" y="200010"/>
                </a:cubicBezTo>
                <a:lnTo>
                  <a:pt x="198791" y="123722"/>
                </a:lnTo>
                <a:cubicBezTo>
                  <a:pt x="198791" y="118806"/>
                  <a:pt x="194829" y="114848"/>
                  <a:pt x="189909" y="114848"/>
                </a:cubicBezTo>
                <a:cubicBezTo>
                  <a:pt x="184989" y="114848"/>
                  <a:pt x="181027" y="118806"/>
                  <a:pt x="181027" y="123722"/>
                </a:cubicBezTo>
                <a:lnTo>
                  <a:pt x="181027" y="138979"/>
                </a:lnTo>
                <a:lnTo>
                  <a:pt x="181027" y="154237"/>
                </a:lnTo>
                <a:lnTo>
                  <a:pt x="181027" y="200010"/>
                </a:lnTo>
                <a:cubicBezTo>
                  <a:pt x="181027" y="203521"/>
                  <a:pt x="178151" y="206394"/>
                  <a:pt x="174637" y="206394"/>
                </a:cubicBezTo>
                <a:cubicBezTo>
                  <a:pt x="171123" y="206394"/>
                  <a:pt x="168248" y="203521"/>
                  <a:pt x="168248" y="200010"/>
                </a:cubicBezTo>
                <a:lnTo>
                  <a:pt x="168248" y="154237"/>
                </a:lnTo>
                <a:lnTo>
                  <a:pt x="168248" y="138979"/>
                </a:lnTo>
                <a:cubicBezTo>
                  <a:pt x="168248" y="134064"/>
                  <a:pt x="164286" y="130106"/>
                  <a:pt x="159365" y="130106"/>
                </a:cubicBezTo>
                <a:cubicBezTo>
                  <a:pt x="154445" y="130106"/>
                  <a:pt x="150483" y="134064"/>
                  <a:pt x="150483" y="138979"/>
                </a:cubicBezTo>
                <a:lnTo>
                  <a:pt x="150483" y="230526"/>
                </a:lnTo>
                <a:cubicBezTo>
                  <a:pt x="150483" y="233015"/>
                  <a:pt x="149014" y="235314"/>
                  <a:pt x="146777" y="236335"/>
                </a:cubicBezTo>
                <a:cubicBezTo>
                  <a:pt x="144476" y="237356"/>
                  <a:pt x="141857" y="236973"/>
                  <a:pt x="139940" y="235377"/>
                </a:cubicBezTo>
                <a:cubicBezTo>
                  <a:pt x="129844" y="226631"/>
                  <a:pt x="118342" y="197967"/>
                  <a:pt x="117064" y="194711"/>
                </a:cubicBezTo>
                <a:cubicBezTo>
                  <a:pt x="116233" y="193115"/>
                  <a:pt x="114380" y="191519"/>
                  <a:pt x="112144" y="190753"/>
                </a:cubicBezTo>
                <a:cubicBezTo>
                  <a:pt x="109907" y="189987"/>
                  <a:pt x="107479" y="190179"/>
                  <a:pt x="105370" y="191264"/>
                </a:cubicBezTo>
                <a:cubicBezTo>
                  <a:pt x="103773" y="192030"/>
                  <a:pt x="102815" y="193690"/>
                  <a:pt x="102495" y="196052"/>
                </a:cubicBezTo>
                <a:cubicBezTo>
                  <a:pt x="102111" y="198797"/>
                  <a:pt x="102687" y="202053"/>
                  <a:pt x="104028" y="204734"/>
                </a:cubicBezTo>
                <a:cubicBezTo>
                  <a:pt x="104156" y="204990"/>
                  <a:pt x="104220" y="205181"/>
                  <a:pt x="104348" y="205437"/>
                </a:cubicBezTo>
                <a:cubicBezTo>
                  <a:pt x="104539" y="205947"/>
                  <a:pt x="123773" y="258870"/>
                  <a:pt x="155148" y="278405"/>
                </a:cubicBezTo>
                <a:cubicBezTo>
                  <a:pt x="158151" y="280257"/>
                  <a:pt x="159046" y="284215"/>
                  <a:pt x="157192" y="287215"/>
                </a:cubicBezTo>
                <a:cubicBezTo>
                  <a:pt x="155979" y="289131"/>
                  <a:pt x="153870" y="290216"/>
                  <a:pt x="151761" y="290216"/>
                </a:cubicBezTo>
                <a:cubicBezTo>
                  <a:pt x="150611" y="290216"/>
                  <a:pt x="149461" y="289897"/>
                  <a:pt x="148374" y="289258"/>
                </a:cubicBezTo>
                <a:cubicBezTo>
                  <a:pt x="114252" y="268000"/>
                  <a:pt x="94379" y="215332"/>
                  <a:pt x="92399" y="210033"/>
                </a:cubicBezTo>
                <a:cubicBezTo>
                  <a:pt x="90035" y="205117"/>
                  <a:pt x="89076" y="199372"/>
                  <a:pt x="89843" y="194201"/>
                </a:cubicBezTo>
                <a:cubicBezTo>
                  <a:pt x="90802" y="187561"/>
                  <a:pt x="94252" y="182454"/>
                  <a:pt x="99683" y="179773"/>
                </a:cubicBezTo>
                <a:cubicBezTo>
                  <a:pt x="104859" y="177156"/>
                  <a:pt x="110738" y="176772"/>
                  <a:pt x="116233" y="178624"/>
                </a:cubicBezTo>
                <a:cubicBezTo>
                  <a:pt x="121729" y="180475"/>
                  <a:pt x="126201" y="184306"/>
                  <a:pt x="128757" y="189477"/>
                </a:cubicBezTo>
                <a:cubicBezTo>
                  <a:pt x="130994" y="195094"/>
                  <a:pt x="134317" y="202628"/>
                  <a:pt x="137767" y="209395"/>
                </a:cubicBezTo>
                <a:lnTo>
                  <a:pt x="137767" y="138916"/>
                </a:lnTo>
                <a:cubicBezTo>
                  <a:pt x="137767" y="126977"/>
                  <a:pt x="147480" y="117274"/>
                  <a:pt x="159429" y="117274"/>
                </a:cubicBezTo>
                <a:cubicBezTo>
                  <a:pt x="162752" y="117274"/>
                  <a:pt x="165883" y="118104"/>
                  <a:pt x="168758" y="119444"/>
                </a:cubicBezTo>
                <a:cubicBezTo>
                  <a:pt x="170739" y="109549"/>
                  <a:pt x="179494" y="102016"/>
                  <a:pt x="189973" y="102016"/>
                </a:cubicBezTo>
                <a:cubicBezTo>
                  <a:pt x="201922" y="102016"/>
                  <a:pt x="211635" y="111720"/>
                  <a:pt x="211635" y="123658"/>
                </a:cubicBezTo>
                <a:lnTo>
                  <a:pt x="211635" y="172623"/>
                </a:lnTo>
                <a:cubicBezTo>
                  <a:pt x="214383" y="171410"/>
                  <a:pt x="217322" y="170644"/>
                  <a:pt x="220517" y="170644"/>
                </a:cubicBezTo>
                <a:cubicBezTo>
                  <a:pt x="228568" y="170644"/>
                  <a:pt x="235533" y="175113"/>
                  <a:pt x="239304" y="181688"/>
                </a:cubicBezTo>
                <a:cubicBezTo>
                  <a:pt x="242690" y="179581"/>
                  <a:pt x="246651" y="178241"/>
                  <a:pt x="250933" y="178241"/>
                </a:cubicBezTo>
                <a:cubicBezTo>
                  <a:pt x="262754" y="178241"/>
                  <a:pt x="272723" y="188136"/>
                  <a:pt x="272723" y="199882"/>
                </a:cubicBezTo>
                <a:lnTo>
                  <a:pt x="272723" y="230398"/>
                </a:lnTo>
                <a:cubicBezTo>
                  <a:pt x="272723" y="231547"/>
                  <a:pt x="274639" y="265318"/>
                  <a:pt x="255789" y="287981"/>
                </a:cubicBezTo>
                <a:close/>
              </a:path>
            </a:pathLst>
          </a:custGeom>
          <a:solidFill>
            <a:srgbClr val="00A3E0"/>
          </a:solidFill>
          <a:ln w="6390" cap="flat">
            <a:noFill/>
            <a:prstDash val="solid"/>
            <a:miter/>
          </a:ln>
        </p:spPr>
        <p:txBody>
          <a:bodyPr rtlCol="0" anchor="ctr"/>
          <a:lstStyle/>
          <a:p>
            <a:endParaRPr lang="en-US"/>
          </a:p>
        </p:txBody>
      </p:sp>
      <p:sp>
        <p:nvSpPr>
          <p:cNvPr id="1093" name="Graphic 4">
            <a:extLst>
              <a:ext uri="{FF2B5EF4-FFF2-40B4-BE49-F238E27FC236}">
                <a16:creationId xmlns:a16="http://schemas.microsoft.com/office/drawing/2014/main" id="{DA2FC3DE-FA19-9742-A2C8-5896920D67C7}"/>
              </a:ext>
            </a:extLst>
          </p:cNvPr>
          <p:cNvSpPr/>
          <p:nvPr/>
        </p:nvSpPr>
        <p:spPr>
          <a:xfrm>
            <a:off x="8239632" y="1893013"/>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22048 w 362309"/>
              <a:gd name="connsiteY5" fmla="*/ 76672 h 361971"/>
              <a:gd name="connsiteX6" fmla="*/ 143135 w 362309"/>
              <a:gd name="connsiteY6" fmla="*/ 72394 h 361971"/>
              <a:gd name="connsiteX7" fmla="*/ 147927 w 362309"/>
              <a:gd name="connsiteY7" fmla="*/ 73352 h 361971"/>
              <a:gd name="connsiteX8" fmla="*/ 150675 w 362309"/>
              <a:gd name="connsiteY8" fmla="*/ 77374 h 361971"/>
              <a:gd name="connsiteX9" fmla="*/ 154956 w 362309"/>
              <a:gd name="connsiteY9" fmla="*/ 98441 h 361971"/>
              <a:gd name="connsiteX10" fmla="*/ 149972 w 362309"/>
              <a:gd name="connsiteY10" fmla="*/ 105974 h 361971"/>
              <a:gd name="connsiteX11" fmla="*/ 148694 w 362309"/>
              <a:gd name="connsiteY11" fmla="*/ 106102 h 361971"/>
              <a:gd name="connsiteX12" fmla="*/ 142432 w 362309"/>
              <a:gd name="connsiteY12" fmla="*/ 100995 h 361971"/>
              <a:gd name="connsiteX13" fmla="*/ 141217 w 362309"/>
              <a:gd name="connsiteY13" fmla="*/ 95058 h 361971"/>
              <a:gd name="connsiteX14" fmla="*/ 132911 w 362309"/>
              <a:gd name="connsiteY14" fmla="*/ 107506 h 361971"/>
              <a:gd name="connsiteX15" fmla="*/ 127607 w 362309"/>
              <a:gd name="connsiteY15" fmla="*/ 110379 h 361971"/>
              <a:gd name="connsiteX16" fmla="*/ 124093 w 362309"/>
              <a:gd name="connsiteY16" fmla="*/ 109294 h 361971"/>
              <a:gd name="connsiteX17" fmla="*/ 122303 w 362309"/>
              <a:gd name="connsiteY17" fmla="*/ 100420 h 361971"/>
              <a:gd name="connsiteX18" fmla="*/ 130611 w 362309"/>
              <a:gd name="connsiteY18" fmla="*/ 87971 h 361971"/>
              <a:gd name="connsiteX19" fmla="*/ 124668 w 362309"/>
              <a:gd name="connsiteY19" fmla="*/ 89184 h 361971"/>
              <a:gd name="connsiteX20" fmla="*/ 117128 w 362309"/>
              <a:gd name="connsiteY20" fmla="*/ 84205 h 361971"/>
              <a:gd name="connsiteX21" fmla="*/ 122048 w 362309"/>
              <a:gd name="connsiteY21" fmla="*/ 76672 h 361971"/>
              <a:gd name="connsiteX22" fmla="*/ 89779 w 362309"/>
              <a:gd name="connsiteY22" fmla="*/ 167388 h 361971"/>
              <a:gd name="connsiteX23" fmla="*/ 86264 w 362309"/>
              <a:gd name="connsiteY23" fmla="*/ 166303 h 361971"/>
              <a:gd name="connsiteX24" fmla="*/ 83517 w 362309"/>
              <a:gd name="connsiteY24" fmla="*/ 162281 h 361971"/>
              <a:gd name="connsiteX25" fmla="*/ 79235 w 362309"/>
              <a:gd name="connsiteY25" fmla="*/ 141214 h 361971"/>
              <a:gd name="connsiteX26" fmla="*/ 84220 w 362309"/>
              <a:gd name="connsiteY26" fmla="*/ 133681 h 361971"/>
              <a:gd name="connsiteX27" fmla="*/ 91759 w 362309"/>
              <a:gd name="connsiteY27" fmla="*/ 138660 h 361971"/>
              <a:gd name="connsiteX28" fmla="*/ 92974 w 362309"/>
              <a:gd name="connsiteY28" fmla="*/ 144597 h 361971"/>
              <a:gd name="connsiteX29" fmla="*/ 101280 w 362309"/>
              <a:gd name="connsiteY29" fmla="*/ 132149 h 361971"/>
              <a:gd name="connsiteX30" fmla="*/ 110162 w 362309"/>
              <a:gd name="connsiteY30" fmla="*/ 130361 h 361971"/>
              <a:gd name="connsiteX31" fmla="*/ 111952 w 362309"/>
              <a:gd name="connsiteY31" fmla="*/ 139235 h 361971"/>
              <a:gd name="connsiteX32" fmla="*/ 103645 w 362309"/>
              <a:gd name="connsiteY32" fmla="*/ 151683 h 361971"/>
              <a:gd name="connsiteX33" fmla="*/ 109588 w 362309"/>
              <a:gd name="connsiteY33" fmla="*/ 150471 h 361971"/>
              <a:gd name="connsiteX34" fmla="*/ 117128 w 362309"/>
              <a:gd name="connsiteY34" fmla="*/ 155450 h 361971"/>
              <a:gd name="connsiteX35" fmla="*/ 112144 w 362309"/>
              <a:gd name="connsiteY35" fmla="*/ 162983 h 361971"/>
              <a:gd name="connsiteX36" fmla="*/ 91057 w 362309"/>
              <a:gd name="connsiteY36" fmla="*/ 167260 h 361971"/>
              <a:gd name="connsiteX37" fmla="*/ 89779 w 362309"/>
              <a:gd name="connsiteY37" fmla="*/ 167388 h 361971"/>
              <a:gd name="connsiteX38" fmla="*/ 266525 w 362309"/>
              <a:gd name="connsiteY38" fmla="*/ 287216 h 361971"/>
              <a:gd name="connsiteX39" fmla="*/ 261604 w 362309"/>
              <a:gd name="connsiteY39" fmla="*/ 289578 h 361971"/>
              <a:gd name="connsiteX40" fmla="*/ 257579 w 362309"/>
              <a:gd name="connsiteY40" fmla="*/ 288109 h 361971"/>
              <a:gd name="connsiteX41" fmla="*/ 256684 w 362309"/>
              <a:gd name="connsiteY41" fmla="*/ 279108 h 361971"/>
              <a:gd name="connsiteX42" fmla="*/ 270423 w 362309"/>
              <a:gd name="connsiteY42" fmla="*/ 230334 h 361971"/>
              <a:gd name="connsiteX43" fmla="*/ 270423 w 362309"/>
              <a:gd name="connsiteY43" fmla="*/ 199563 h 361971"/>
              <a:gd name="connsiteX44" fmla="*/ 261604 w 362309"/>
              <a:gd name="connsiteY44" fmla="*/ 190753 h 361971"/>
              <a:gd name="connsiteX45" fmla="*/ 252786 w 362309"/>
              <a:gd name="connsiteY45" fmla="*/ 199563 h 361971"/>
              <a:gd name="connsiteX46" fmla="*/ 246396 w 362309"/>
              <a:gd name="connsiteY46" fmla="*/ 205947 h 361971"/>
              <a:gd name="connsiteX47" fmla="*/ 246332 w 362309"/>
              <a:gd name="connsiteY47" fmla="*/ 205947 h 361971"/>
              <a:gd name="connsiteX48" fmla="*/ 246268 w 362309"/>
              <a:gd name="connsiteY48" fmla="*/ 205947 h 361971"/>
              <a:gd name="connsiteX49" fmla="*/ 239878 w 362309"/>
              <a:gd name="connsiteY49" fmla="*/ 199563 h 361971"/>
              <a:gd name="connsiteX50" fmla="*/ 239878 w 362309"/>
              <a:gd name="connsiteY50" fmla="*/ 191966 h 361971"/>
              <a:gd name="connsiteX51" fmla="*/ 231060 w 362309"/>
              <a:gd name="connsiteY51" fmla="*/ 183156 h 361971"/>
              <a:gd name="connsiteX52" fmla="*/ 222242 w 362309"/>
              <a:gd name="connsiteY52" fmla="*/ 191966 h 361971"/>
              <a:gd name="connsiteX53" fmla="*/ 222242 w 362309"/>
              <a:gd name="connsiteY53" fmla="*/ 199563 h 361971"/>
              <a:gd name="connsiteX54" fmla="*/ 215852 w 362309"/>
              <a:gd name="connsiteY54" fmla="*/ 205947 h 361971"/>
              <a:gd name="connsiteX55" fmla="*/ 209462 w 362309"/>
              <a:gd name="connsiteY55" fmla="*/ 199563 h 361971"/>
              <a:gd name="connsiteX56" fmla="*/ 209462 w 362309"/>
              <a:gd name="connsiteY56" fmla="*/ 176772 h 361971"/>
              <a:gd name="connsiteX57" fmla="*/ 200644 w 362309"/>
              <a:gd name="connsiteY57" fmla="*/ 167963 h 361971"/>
              <a:gd name="connsiteX58" fmla="*/ 191826 w 362309"/>
              <a:gd name="connsiteY58" fmla="*/ 176772 h 361971"/>
              <a:gd name="connsiteX59" fmla="*/ 191826 w 362309"/>
              <a:gd name="connsiteY59" fmla="*/ 199563 h 361971"/>
              <a:gd name="connsiteX60" fmla="*/ 185436 w 362309"/>
              <a:gd name="connsiteY60" fmla="*/ 205947 h 361971"/>
              <a:gd name="connsiteX61" fmla="*/ 179046 w 362309"/>
              <a:gd name="connsiteY61" fmla="*/ 199563 h 361971"/>
              <a:gd name="connsiteX62" fmla="*/ 179046 w 362309"/>
              <a:gd name="connsiteY62" fmla="*/ 138788 h 361971"/>
              <a:gd name="connsiteX63" fmla="*/ 170228 w 362309"/>
              <a:gd name="connsiteY63" fmla="*/ 129978 h 361971"/>
              <a:gd name="connsiteX64" fmla="*/ 161410 w 362309"/>
              <a:gd name="connsiteY64" fmla="*/ 138788 h 361971"/>
              <a:gd name="connsiteX65" fmla="*/ 161410 w 362309"/>
              <a:gd name="connsiteY65" fmla="*/ 229951 h 361971"/>
              <a:gd name="connsiteX66" fmla="*/ 157384 w 362309"/>
              <a:gd name="connsiteY66" fmla="*/ 235888 h 361971"/>
              <a:gd name="connsiteX67" fmla="*/ 150419 w 362309"/>
              <a:gd name="connsiteY67" fmla="*/ 234356 h 361971"/>
              <a:gd name="connsiteX68" fmla="*/ 127735 w 362309"/>
              <a:gd name="connsiteY68" fmla="*/ 194648 h 361971"/>
              <a:gd name="connsiteX69" fmla="*/ 115722 w 362309"/>
              <a:gd name="connsiteY69" fmla="*/ 190881 h 361971"/>
              <a:gd name="connsiteX70" fmla="*/ 114252 w 362309"/>
              <a:gd name="connsiteY70" fmla="*/ 204287 h 361971"/>
              <a:gd name="connsiteX71" fmla="*/ 114508 w 362309"/>
              <a:gd name="connsiteY71" fmla="*/ 204926 h 361971"/>
              <a:gd name="connsiteX72" fmla="*/ 165563 w 362309"/>
              <a:gd name="connsiteY72" fmla="*/ 277703 h 361971"/>
              <a:gd name="connsiteX73" fmla="*/ 167608 w 362309"/>
              <a:gd name="connsiteY73" fmla="*/ 286513 h 361971"/>
              <a:gd name="connsiteX74" fmla="*/ 162177 w 362309"/>
              <a:gd name="connsiteY74" fmla="*/ 289514 h 361971"/>
              <a:gd name="connsiteX75" fmla="*/ 158790 w 362309"/>
              <a:gd name="connsiteY75" fmla="*/ 288556 h 361971"/>
              <a:gd name="connsiteX76" fmla="*/ 102623 w 362309"/>
              <a:gd name="connsiteY76" fmla="*/ 209650 h 361971"/>
              <a:gd name="connsiteX77" fmla="*/ 109971 w 362309"/>
              <a:gd name="connsiteY77" fmla="*/ 179454 h 361971"/>
              <a:gd name="connsiteX78" fmla="*/ 139173 w 362309"/>
              <a:gd name="connsiteY78" fmla="*/ 189094 h 361971"/>
              <a:gd name="connsiteX79" fmla="*/ 148566 w 362309"/>
              <a:gd name="connsiteY79" fmla="*/ 207926 h 361971"/>
              <a:gd name="connsiteX80" fmla="*/ 148566 w 362309"/>
              <a:gd name="connsiteY80" fmla="*/ 138724 h 361971"/>
              <a:gd name="connsiteX81" fmla="*/ 170164 w 362309"/>
              <a:gd name="connsiteY81" fmla="*/ 117146 h 361971"/>
              <a:gd name="connsiteX82" fmla="*/ 191762 w 362309"/>
              <a:gd name="connsiteY82" fmla="*/ 138724 h 361971"/>
              <a:gd name="connsiteX83" fmla="*/ 191762 w 362309"/>
              <a:gd name="connsiteY83" fmla="*/ 157046 h 361971"/>
              <a:gd name="connsiteX84" fmla="*/ 200580 w 362309"/>
              <a:gd name="connsiteY84" fmla="*/ 155131 h 361971"/>
              <a:gd name="connsiteX85" fmla="*/ 221731 w 362309"/>
              <a:gd name="connsiteY85" fmla="*/ 172495 h 361971"/>
              <a:gd name="connsiteX86" fmla="*/ 230996 w 362309"/>
              <a:gd name="connsiteY86" fmla="*/ 170325 h 361971"/>
              <a:gd name="connsiteX87" fmla="*/ 249783 w 362309"/>
              <a:gd name="connsiteY87" fmla="*/ 181497 h 361971"/>
              <a:gd name="connsiteX88" fmla="*/ 261413 w 362309"/>
              <a:gd name="connsiteY88" fmla="*/ 177922 h 361971"/>
              <a:gd name="connsiteX89" fmla="*/ 283011 w 362309"/>
              <a:gd name="connsiteY89" fmla="*/ 199499 h 361971"/>
              <a:gd name="connsiteX90" fmla="*/ 283011 w 362309"/>
              <a:gd name="connsiteY90" fmla="*/ 229887 h 361971"/>
              <a:gd name="connsiteX91" fmla="*/ 266525 w 362309"/>
              <a:gd name="connsiteY91" fmla="*/ 28721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362309" h="361971">
                <a:moveTo>
                  <a:pt x="181155" y="0"/>
                </a:moveTo>
                <a:cubicBezTo>
                  <a:pt x="81089" y="0"/>
                  <a:pt x="0" y="81013"/>
                  <a:pt x="0" y="180986"/>
                </a:cubicBezTo>
                <a:cubicBezTo>
                  <a:pt x="0" y="280959"/>
                  <a:pt x="81089" y="361972"/>
                  <a:pt x="181155" y="361972"/>
                </a:cubicBezTo>
                <a:cubicBezTo>
                  <a:pt x="281221" y="361972"/>
                  <a:pt x="362310" y="280959"/>
                  <a:pt x="362310" y="180986"/>
                </a:cubicBezTo>
                <a:cubicBezTo>
                  <a:pt x="362310" y="81013"/>
                  <a:pt x="281221" y="0"/>
                  <a:pt x="181155" y="0"/>
                </a:cubicBezTo>
                <a:close/>
                <a:moveTo>
                  <a:pt x="122048" y="76672"/>
                </a:moveTo>
                <a:lnTo>
                  <a:pt x="143135" y="72394"/>
                </a:lnTo>
                <a:cubicBezTo>
                  <a:pt x="144796" y="72075"/>
                  <a:pt x="146522" y="72394"/>
                  <a:pt x="147927" y="73352"/>
                </a:cubicBezTo>
                <a:cubicBezTo>
                  <a:pt x="149333" y="74310"/>
                  <a:pt x="150355" y="75778"/>
                  <a:pt x="150675" y="77374"/>
                </a:cubicBezTo>
                <a:lnTo>
                  <a:pt x="154956" y="98441"/>
                </a:lnTo>
                <a:cubicBezTo>
                  <a:pt x="155659" y="101888"/>
                  <a:pt x="153422" y="105272"/>
                  <a:pt x="149972" y="105974"/>
                </a:cubicBezTo>
                <a:cubicBezTo>
                  <a:pt x="149525" y="106038"/>
                  <a:pt x="149142" y="106102"/>
                  <a:pt x="148694" y="106102"/>
                </a:cubicBezTo>
                <a:cubicBezTo>
                  <a:pt x="145691" y="106102"/>
                  <a:pt x="143071" y="103995"/>
                  <a:pt x="142432" y="100995"/>
                </a:cubicBezTo>
                <a:lnTo>
                  <a:pt x="141217" y="95058"/>
                </a:lnTo>
                <a:lnTo>
                  <a:pt x="132911" y="107506"/>
                </a:lnTo>
                <a:cubicBezTo>
                  <a:pt x="131697" y="109358"/>
                  <a:pt x="129652" y="110379"/>
                  <a:pt x="127607" y="110379"/>
                </a:cubicBezTo>
                <a:cubicBezTo>
                  <a:pt x="126393" y="110379"/>
                  <a:pt x="125179" y="110060"/>
                  <a:pt x="124093" y="109294"/>
                </a:cubicBezTo>
                <a:cubicBezTo>
                  <a:pt x="121154" y="107315"/>
                  <a:pt x="120323" y="103357"/>
                  <a:pt x="122303" y="100420"/>
                </a:cubicBezTo>
                <a:lnTo>
                  <a:pt x="130611" y="87971"/>
                </a:lnTo>
                <a:lnTo>
                  <a:pt x="124668" y="89184"/>
                </a:lnTo>
                <a:cubicBezTo>
                  <a:pt x="121217" y="89950"/>
                  <a:pt x="117831" y="87652"/>
                  <a:pt x="117128" y="84205"/>
                </a:cubicBezTo>
                <a:cubicBezTo>
                  <a:pt x="116361" y="80757"/>
                  <a:pt x="118598" y="77374"/>
                  <a:pt x="122048" y="76672"/>
                </a:cubicBezTo>
                <a:close/>
                <a:moveTo>
                  <a:pt x="89779" y="167388"/>
                </a:moveTo>
                <a:cubicBezTo>
                  <a:pt x="88500" y="167388"/>
                  <a:pt x="87287" y="167005"/>
                  <a:pt x="86264" y="166303"/>
                </a:cubicBezTo>
                <a:cubicBezTo>
                  <a:pt x="84859" y="165345"/>
                  <a:pt x="83836" y="163877"/>
                  <a:pt x="83517" y="162281"/>
                </a:cubicBezTo>
                <a:lnTo>
                  <a:pt x="79235" y="141214"/>
                </a:lnTo>
                <a:cubicBezTo>
                  <a:pt x="78533" y="137766"/>
                  <a:pt x="80769" y="134383"/>
                  <a:pt x="84220" y="133681"/>
                </a:cubicBezTo>
                <a:cubicBezTo>
                  <a:pt x="87734" y="132978"/>
                  <a:pt x="91057" y="135213"/>
                  <a:pt x="91759" y="138660"/>
                </a:cubicBezTo>
                <a:lnTo>
                  <a:pt x="92974" y="144597"/>
                </a:lnTo>
                <a:lnTo>
                  <a:pt x="101280" y="132149"/>
                </a:lnTo>
                <a:cubicBezTo>
                  <a:pt x="103198" y="129212"/>
                  <a:pt x="107159" y="128382"/>
                  <a:pt x="110162" y="130361"/>
                </a:cubicBezTo>
                <a:cubicBezTo>
                  <a:pt x="113102" y="132340"/>
                  <a:pt x="113933" y="136298"/>
                  <a:pt x="111952" y="139235"/>
                </a:cubicBezTo>
                <a:lnTo>
                  <a:pt x="103645" y="151683"/>
                </a:lnTo>
                <a:lnTo>
                  <a:pt x="109588" y="150471"/>
                </a:lnTo>
                <a:cubicBezTo>
                  <a:pt x="113038" y="149768"/>
                  <a:pt x="116424" y="152003"/>
                  <a:pt x="117128" y="155450"/>
                </a:cubicBezTo>
                <a:cubicBezTo>
                  <a:pt x="117831" y="158897"/>
                  <a:pt x="115595" y="162281"/>
                  <a:pt x="112144" y="162983"/>
                </a:cubicBezTo>
                <a:lnTo>
                  <a:pt x="91057" y="167260"/>
                </a:lnTo>
                <a:cubicBezTo>
                  <a:pt x="90610" y="167324"/>
                  <a:pt x="90162" y="167388"/>
                  <a:pt x="89779" y="167388"/>
                </a:cubicBezTo>
                <a:close/>
                <a:moveTo>
                  <a:pt x="266525" y="287216"/>
                </a:moveTo>
                <a:cubicBezTo>
                  <a:pt x="265246" y="288748"/>
                  <a:pt x="263393" y="289578"/>
                  <a:pt x="261604" y="289578"/>
                </a:cubicBezTo>
                <a:cubicBezTo>
                  <a:pt x="260198" y="289578"/>
                  <a:pt x="258728" y="289131"/>
                  <a:pt x="257579" y="288109"/>
                </a:cubicBezTo>
                <a:cubicBezTo>
                  <a:pt x="254831" y="285875"/>
                  <a:pt x="254448" y="281853"/>
                  <a:pt x="256684" y="279108"/>
                </a:cubicBezTo>
                <a:cubicBezTo>
                  <a:pt x="272020" y="260467"/>
                  <a:pt x="270423" y="230653"/>
                  <a:pt x="270423" y="230334"/>
                </a:cubicBezTo>
                <a:lnTo>
                  <a:pt x="270423" y="199563"/>
                </a:lnTo>
                <a:cubicBezTo>
                  <a:pt x="270423" y="194775"/>
                  <a:pt x="266397" y="190753"/>
                  <a:pt x="261604" y="190753"/>
                </a:cubicBezTo>
                <a:cubicBezTo>
                  <a:pt x="256812" y="190753"/>
                  <a:pt x="252786" y="194775"/>
                  <a:pt x="252786" y="199563"/>
                </a:cubicBezTo>
                <a:cubicBezTo>
                  <a:pt x="252786" y="203074"/>
                  <a:pt x="249910" y="205947"/>
                  <a:pt x="246396" y="205947"/>
                </a:cubicBezTo>
                <a:cubicBezTo>
                  <a:pt x="246396" y="205947"/>
                  <a:pt x="246396" y="205947"/>
                  <a:pt x="246332" y="205947"/>
                </a:cubicBezTo>
                <a:cubicBezTo>
                  <a:pt x="246268" y="205947"/>
                  <a:pt x="246332" y="205947"/>
                  <a:pt x="246268" y="205947"/>
                </a:cubicBezTo>
                <a:cubicBezTo>
                  <a:pt x="242754" y="205947"/>
                  <a:pt x="239878" y="203074"/>
                  <a:pt x="239878" y="199563"/>
                </a:cubicBezTo>
                <a:lnTo>
                  <a:pt x="239878" y="191966"/>
                </a:lnTo>
                <a:cubicBezTo>
                  <a:pt x="239878" y="187178"/>
                  <a:pt x="235853" y="183156"/>
                  <a:pt x="231060" y="183156"/>
                </a:cubicBezTo>
                <a:cubicBezTo>
                  <a:pt x="226268" y="183156"/>
                  <a:pt x="222242" y="187178"/>
                  <a:pt x="222242" y="191966"/>
                </a:cubicBezTo>
                <a:lnTo>
                  <a:pt x="222242" y="199563"/>
                </a:lnTo>
                <a:cubicBezTo>
                  <a:pt x="222242" y="203074"/>
                  <a:pt x="219367" y="205947"/>
                  <a:pt x="215852" y="205947"/>
                </a:cubicBezTo>
                <a:cubicBezTo>
                  <a:pt x="212337" y="205947"/>
                  <a:pt x="209462" y="203074"/>
                  <a:pt x="209462" y="199563"/>
                </a:cubicBezTo>
                <a:lnTo>
                  <a:pt x="209462" y="176772"/>
                </a:lnTo>
                <a:cubicBezTo>
                  <a:pt x="209462" y="171985"/>
                  <a:pt x="205437" y="167963"/>
                  <a:pt x="200644" y="167963"/>
                </a:cubicBezTo>
                <a:cubicBezTo>
                  <a:pt x="195852" y="167963"/>
                  <a:pt x="191826" y="171985"/>
                  <a:pt x="191826" y="176772"/>
                </a:cubicBezTo>
                <a:lnTo>
                  <a:pt x="191826" y="199563"/>
                </a:lnTo>
                <a:cubicBezTo>
                  <a:pt x="191826" y="203074"/>
                  <a:pt x="188951" y="205947"/>
                  <a:pt x="185436" y="205947"/>
                </a:cubicBezTo>
                <a:cubicBezTo>
                  <a:pt x="181921" y="205947"/>
                  <a:pt x="179046" y="203074"/>
                  <a:pt x="179046" y="199563"/>
                </a:cubicBezTo>
                <a:lnTo>
                  <a:pt x="179046" y="138788"/>
                </a:lnTo>
                <a:cubicBezTo>
                  <a:pt x="179046" y="133936"/>
                  <a:pt x="175084" y="129978"/>
                  <a:pt x="170228" y="129978"/>
                </a:cubicBezTo>
                <a:cubicBezTo>
                  <a:pt x="165372" y="129978"/>
                  <a:pt x="161410" y="133936"/>
                  <a:pt x="161410" y="138788"/>
                </a:cubicBezTo>
                <a:lnTo>
                  <a:pt x="161410" y="229951"/>
                </a:lnTo>
                <a:cubicBezTo>
                  <a:pt x="161410" y="232568"/>
                  <a:pt x="159812" y="234931"/>
                  <a:pt x="157384" y="235888"/>
                </a:cubicBezTo>
                <a:cubicBezTo>
                  <a:pt x="154956" y="236846"/>
                  <a:pt x="152209" y="236271"/>
                  <a:pt x="150419" y="234356"/>
                </a:cubicBezTo>
                <a:cubicBezTo>
                  <a:pt x="142304" y="225929"/>
                  <a:pt x="129204" y="197776"/>
                  <a:pt x="127735" y="194648"/>
                </a:cubicBezTo>
                <a:cubicBezTo>
                  <a:pt x="125626" y="190498"/>
                  <a:pt x="120131" y="188711"/>
                  <a:pt x="115722" y="190881"/>
                </a:cubicBezTo>
                <a:cubicBezTo>
                  <a:pt x="111952" y="192732"/>
                  <a:pt x="111888" y="199499"/>
                  <a:pt x="114252" y="204287"/>
                </a:cubicBezTo>
                <a:cubicBezTo>
                  <a:pt x="114380" y="204479"/>
                  <a:pt x="114444" y="204734"/>
                  <a:pt x="114508" y="204926"/>
                </a:cubicBezTo>
                <a:cubicBezTo>
                  <a:pt x="114700" y="205437"/>
                  <a:pt x="134253" y="258232"/>
                  <a:pt x="165563" y="277703"/>
                </a:cubicBezTo>
                <a:cubicBezTo>
                  <a:pt x="168567" y="279555"/>
                  <a:pt x="169461" y="283513"/>
                  <a:pt x="167608" y="286513"/>
                </a:cubicBezTo>
                <a:cubicBezTo>
                  <a:pt x="166394" y="288428"/>
                  <a:pt x="164286" y="289514"/>
                  <a:pt x="162177" y="289514"/>
                </a:cubicBezTo>
                <a:cubicBezTo>
                  <a:pt x="161027" y="289514"/>
                  <a:pt x="159876" y="289195"/>
                  <a:pt x="158790" y="288556"/>
                </a:cubicBezTo>
                <a:cubicBezTo>
                  <a:pt x="124732" y="267361"/>
                  <a:pt x="104539" y="214821"/>
                  <a:pt x="102623" y="209650"/>
                </a:cubicBezTo>
                <a:cubicBezTo>
                  <a:pt x="97638" y="199308"/>
                  <a:pt x="98980" y="184944"/>
                  <a:pt x="109971" y="179454"/>
                </a:cubicBezTo>
                <a:cubicBezTo>
                  <a:pt x="120706" y="174091"/>
                  <a:pt x="133870" y="178432"/>
                  <a:pt x="139173" y="189094"/>
                </a:cubicBezTo>
                <a:cubicBezTo>
                  <a:pt x="141601" y="194328"/>
                  <a:pt x="145052" y="201351"/>
                  <a:pt x="148566" y="207926"/>
                </a:cubicBezTo>
                <a:lnTo>
                  <a:pt x="148566" y="138724"/>
                </a:lnTo>
                <a:cubicBezTo>
                  <a:pt x="148566" y="126850"/>
                  <a:pt x="158279" y="117146"/>
                  <a:pt x="170164" y="117146"/>
                </a:cubicBezTo>
                <a:cubicBezTo>
                  <a:pt x="182049" y="117146"/>
                  <a:pt x="191762" y="126850"/>
                  <a:pt x="191762" y="138724"/>
                </a:cubicBezTo>
                <a:lnTo>
                  <a:pt x="191762" y="157046"/>
                </a:lnTo>
                <a:cubicBezTo>
                  <a:pt x="194446" y="155833"/>
                  <a:pt x="197449" y="155131"/>
                  <a:pt x="200580" y="155131"/>
                </a:cubicBezTo>
                <a:cubicBezTo>
                  <a:pt x="211060" y="155131"/>
                  <a:pt x="219750" y="162600"/>
                  <a:pt x="221731" y="172495"/>
                </a:cubicBezTo>
                <a:cubicBezTo>
                  <a:pt x="224542" y="171155"/>
                  <a:pt x="227673" y="170325"/>
                  <a:pt x="230996" y="170325"/>
                </a:cubicBezTo>
                <a:cubicBezTo>
                  <a:pt x="239112" y="170325"/>
                  <a:pt x="246141" y="174857"/>
                  <a:pt x="249783" y="181497"/>
                </a:cubicBezTo>
                <a:cubicBezTo>
                  <a:pt x="253169" y="179262"/>
                  <a:pt x="257195" y="177922"/>
                  <a:pt x="261413" y="177922"/>
                </a:cubicBezTo>
                <a:cubicBezTo>
                  <a:pt x="273106" y="177922"/>
                  <a:pt x="283011" y="187817"/>
                  <a:pt x="283011" y="199499"/>
                </a:cubicBezTo>
                <a:lnTo>
                  <a:pt x="283011" y="229887"/>
                </a:lnTo>
                <a:cubicBezTo>
                  <a:pt x="283266" y="231036"/>
                  <a:pt x="285055" y="264680"/>
                  <a:pt x="266525" y="287216"/>
                </a:cubicBezTo>
                <a:close/>
              </a:path>
            </a:pathLst>
          </a:custGeom>
          <a:solidFill>
            <a:srgbClr val="00A3E0"/>
          </a:solidFill>
          <a:ln w="6390" cap="flat">
            <a:noFill/>
            <a:prstDash val="solid"/>
            <a:miter/>
          </a:ln>
        </p:spPr>
        <p:txBody>
          <a:bodyPr rtlCol="0" anchor="ctr"/>
          <a:lstStyle/>
          <a:p>
            <a:endParaRPr lang="en-US"/>
          </a:p>
        </p:txBody>
      </p:sp>
      <p:sp>
        <p:nvSpPr>
          <p:cNvPr id="1094" name="Graphic 4">
            <a:extLst>
              <a:ext uri="{FF2B5EF4-FFF2-40B4-BE49-F238E27FC236}">
                <a16:creationId xmlns:a16="http://schemas.microsoft.com/office/drawing/2014/main" id="{4F90DEAF-55A1-8342-9FBF-D1A20A9EF565}"/>
              </a:ext>
            </a:extLst>
          </p:cNvPr>
          <p:cNvSpPr/>
          <p:nvPr/>
        </p:nvSpPr>
        <p:spPr>
          <a:xfrm>
            <a:off x="8239632" y="1402404"/>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10 w 362309"/>
              <a:gd name="connsiteY3" fmla="*/ 180986 h 361971"/>
              <a:gd name="connsiteX4" fmla="*/ 181155 w 362309"/>
              <a:gd name="connsiteY4" fmla="*/ 0 h 361971"/>
              <a:gd name="connsiteX5" fmla="*/ 121345 w 362309"/>
              <a:gd name="connsiteY5" fmla="*/ 75523 h 361971"/>
              <a:gd name="connsiteX6" fmla="*/ 128885 w 362309"/>
              <a:gd name="connsiteY6" fmla="*/ 80502 h 361971"/>
              <a:gd name="connsiteX7" fmla="*/ 130163 w 362309"/>
              <a:gd name="connsiteY7" fmla="*/ 86694 h 361971"/>
              <a:gd name="connsiteX8" fmla="*/ 138662 w 362309"/>
              <a:gd name="connsiteY8" fmla="*/ 73927 h 361971"/>
              <a:gd name="connsiteX9" fmla="*/ 147544 w 362309"/>
              <a:gd name="connsiteY9" fmla="*/ 72139 h 361971"/>
              <a:gd name="connsiteX10" fmla="*/ 149333 w 362309"/>
              <a:gd name="connsiteY10" fmla="*/ 81013 h 361971"/>
              <a:gd name="connsiteX11" fmla="*/ 140834 w 362309"/>
              <a:gd name="connsiteY11" fmla="*/ 93781 h 361971"/>
              <a:gd name="connsiteX12" fmla="*/ 147033 w 362309"/>
              <a:gd name="connsiteY12" fmla="*/ 92504 h 361971"/>
              <a:gd name="connsiteX13" fmla="*/ 154573 w 362309"/>
              <a:gd name="connsiteY13" fmla="*/ 97483 h 361971"/>
              <a:gd name="connsiteX14" fmla="*/ 149589 w 362309"/>
              <a:gd name="connsiteY14" fmla="*/ 105016 h 361971"/>
              <a:gd name="connsiteX15" fmla="*/ 128246 w 362309"/>
              <a:gd name="connsiteY15" fmla="*/ 109358 h 361971"/>
              <a:gd name="connsiteX16" fmla="*/ 126968 w 362309"/>
              <a:gd name="connsiteY16" fmla="*/ 109485 h 361971"/>
              <a:gd name="connsiteX17" fmla="*/ 123454 w 362309"/>
              <a:gd name="connsiteY17" fmla="*/ 108400 h 361971"/>
              <a:gd name="connsiteX18" fmla="*/ 120706 w 362309"/>
              <a:gd name="connsiteY18" fmla="*/ 104378 h 361971"/>
              <a:gd name="connsiteX19" fmla="*/ 116361 w 362309"/>
              <a:gd name="connsiteY19" fmla="*/ 83056 h 361971"/>
              <a:gd name="connsiteX20" fmla="*/ 121345 w 362309"/>
              <a:gd name="connsiteY20" fmla="*/ 75523 h 361971"/>
              <a:gd name="connsiteX21" fmla="*/ 88692 w 362309"/>
              <a:gd name="connsiteY21" fmla="*/ 167133 h 361971"/>
              <a:gd name="connsiteX22" fmla="*/ 85178 w 362309"/>
              <a:gd name="connsiteY22" fmla="*/ 166047 h 361971"/>
              <a:gd name="connsiteX23" fmla="*/ 83389 w 362309"/>
              <a:gd name="connsiteY23" fmla="*/ 157174 h 361971"/>
              <a:gd name="connsiteX24" fmla="*/ 91887 w 362309"/>
              <a:gd name="connsiteY24" fmla="*/ 144406 h 361971"/>
              <a:gd name="connsiteX25" fmla="*/ 85689 w 362309"/>
              <a:gd name="connsiteY25" fmla="*/ 145682 h 361971"/>
              <a:gd name="connsiteX26" fmla="*/ 78149 w 362309"/>
              <a:gd name="connsiteY26" fmla="*/ 140703 h 361971"/>
              <a:gd name="connsiteX27" fmla="*/ 83133 w 362309"/>
              <a:gd name="connsiteY27" fmla="*/ 133170 h 361971"/>
              <a:gd name="connsiteX28" fmla="*/ 104475 w 362309"/>
              <a:gd name="connsiteY28" fmla="*/ 128829 h 361971"/>
              <a:gd name="connsiteX29" fmla="*/ 109268 w 362309"/>
              <a:gd name="connsiteY29" fmla="*/ 129786 h 361971"/>
              <a:gd name="connsiteX30" fmla="*/ 112016 w 362309"/>
              <a:gd name="connsiteY30" fmla="*/ 133808 h 361971"/>
              <a:gd name="connsiteX31" fmla="*/ 116297 w 362309"/>
              <a:gd name="connsiteY31" fmla="*/ 155131 h 361971"/>
              <a:gd name="connsiteX32" fmla="*/ 111313 w 362309"/>
              <a:gd name="connsiteY32" fmla="*/ 162664 h 361971"/>
              <a:gd name="connsiteX33" fmla="*/ 110035 w 362309"/>
              <a:gd name="connsiteY33" fmla="*/ 162792 h 361971"/>
              <a:gd name="connsiteX34" fmla="*/ 103773 w 362309"/>
              <a:gd name="connsiteY34" fmla="*/ 157684 h 361971"/>
              <a:gd name="connsiteX35" fmla="*/ 102495 w 362309"/>
              <a:gd name="connsiteY35" fmla="*/ 151492 h 361971"/>
              <a:gd name="connsiteX36" fmla="*/ 93997 w 362309"/>
              <a:gd name="connsiteY36" fmla="*/ 164260 h 361971"/>
              <a:gd name="connsiteX37" fmla="*/ 88692 w 362309"/>
              <a:gd name="connsiteY37" fmla="*/ 167133 h 361971"/>
              <a:gd name="connsiteX38" fmla="*/ 267483 w 362309"/>
              <a:gd name="connsiteY38" fmla="*/ 288428 h 361971"/>
              <a:gd name="connsiteX39" fmla="*/ 262563 w 362309"/>
              <a:gd name="connsiteY39" fmla="*/ 290790 h 361971"/>
              <a:gd name="connsiteX40" fmla="*/ 258537 w 362309"/>
              <a:gd name="connsiteY40" fmla="*/ 289322 h 361971"/>
              <a:gd name="connsiteX41" fmla="*/ 257643 w 362309"/>
              <a:gd name="connsiteY41" fmla="*/ 280321 h 361971"/>
              <a:gd name="connsiteX42" fmla="*/ 271572 w 362309"/>
              <a:gd name="connsiteY42" fmla="*/ 230909 h 361971"/>
              <a:gd name="connsiteX43" fmla="*/ 271572 w 362309"/>
              <a:gd name="connsiteY43" fmla="*/ 199755 h 361971"/>
              <a:gd name="connsiteX44" fmla="*/ 262626 w 362309"/>
              <a:gd name="connsiteY44" fmla="*/ 190753 h 361971"/>
              <a:gd name="connsiteX45" fmla="*/ 253681 w 362309"/>
              <a:gd name="connsiteY45" fmla="*/ 199755 h 361971"/>
              <a:gd name="connsiteX46" fmla="*/ 247291 w 362309"/>
              <a:gd name="connsiteY46" fmla="*/ 206139 h 361971"/>
              <a:gd name="connsiteX47" fmla="*/ 247227 w 362309"/>
              <a:gd name="connsiteY47" fmla="*/ 206139 h 361971"/>
              <a:gd name="connsiteX48" fmla="*/ 247163 w 362309"/>
              <a:gd name="connsiteY48" fmla="*/ 206139 h 361971"/>
              <a:gd name="connsiteX49" fmla="*/ 240773 w 362309"/>
              <a:gd name="connsiteY49" fmla="*/ 199755 h 361971"/>
              <a:gd name="connsiteX50" fmla="*/ 240773 w 362309"/>
              <a:gd name="connsiteY50" fmla="*/ 192094 h 361971"/>
              <a:gd name="connsiteX51" fmla="*/ 231763 w 362309"/>
              <a:gd name="connsiteY51" fmla="*/ 183093 h 361971"/>
              <a:gd name="connsiteX52" fmla="*/ 222753 w 362309"/>
              <a:gd name="connsiteY52" fmla="*/ 192094 h 361971"/>
              <a:gd name="connsiteX53" fmla="*/ 222753 w 362309"/>
              <a:gd name="connsiteY53" fmla="*/ 199755 h 361971"/>
              <a:gd name="connsiteX54" fmla="*/ 216363 w 362309"/>
              <a:gd name="connsiteY54" fmla="*/ 206139 h 361971"/>
              <a:gd name="connsiteX55" fmla="*/ 209973 w 362309"/>
              <a:gd name="connsiteY55" fmla="*/ 199755 h 361971"/>
              <a:gd name="connsiteX56" fmla="*/ 209973 w 362309"/>
              <a:gd name="connsiteY56" fmla="*/ 176709 h 361971"/>
              <a:gd name="connsiteX57" fmla="*/ 200964 w 362309"/>
              <a:gd name="connsiteY57" fmla="*/ 167707 h 361971"/>
              <a:gd name="connsiteX58" fmla="*/ 191954 w 362309"/>
              <a:gd name="connsiteY58" fmla="*/ 176709 h 361971"/>
              <a:gd name="connsiteX59" fmla="*/ 191954 w 362309"/>
              <a:gd name="connsiteY59" fmla="*/ 199755 h 361971"/>
              <a:gd name="connsiteX60" fmla="*/ 185564 w 362309"/>
              <a:gd name="connsiteY60" fmla="*/ 206139 h 361971"/>
              <a:gd name="connsiteX61" fmla="*/ 179174 w 362309"/>
              <a:gd name="connsiteY61" fmla="*/ 199755 h 361971"/>
              <a:gd name="connsiteX62" fmla="*/ 179174 w 362309"/>
              <a:gd name="connsiteY62" fmla="*/ 138277 h 361971"/>
              <a:gd name="connsiteX63" fmla="*/ 170164 w 362309"/>
              <a:gd name="connsiteY63" fmla="*/ 129276 h 361971"/>
              <a:gd name="connsiteX64" fmla="*/ 161154 w 362309"/>
              <a:gd name="connsiteY64" fmla="*/ 138277 h 361971"/>
              <a:gd name="connsiteX65" fmla="*/ 161154 w 362309"/>
              <a:gd name="connsiteY65" fmla="*/ 230526 h 361971"/>
              <a:gd name="connsiteX66" fmla="*/ 157129 w 362309"/>
              <a:gd name="connsiteY66" fmla="*/ 236463 h 361971"/>
              <a:gd name="connsiteX67" fmla="*/ 150164 w 362309"/>
              <a:gd name="connsiteY67" fmla="*/ 234931 h 361971"/>
              <a:gd name="connsiteX68" fmla="*/ 127224 w 362309"/>
              <a:gd name="connsiteY68" fmla="*/ 194775 h 361971"/>
              <a:gd name="connsiteX69" fmla="*/ 114955 w 362309"/>
              <a:gd name="connsiteY69" fmla="*/ 190945 h 361971"/>
              <a:gd name="connsiteX70" fmla="*/ 113421 w 362309"/>
              <a:gd name="connsiteY70" fmla="*/ 204607 h 361971"/>
              <a:gd name="connsiteX71" fmla="*/ 113677 w 362309"/>
              <a:gd name="connsiteY71" fmla="*/ 205245 h 361971"/>
              <a:gd name="connsiteX72" fmla="*/ 165372 w 362309"/>
              <a:gd name="connsiteY72" fmla="*/ 278916 h 361971"/>
              <a:gd name="connsiteX73" fmla="*/ 167417 w 362309"/>
              <a:gd name="connsiteY73" fmla="*/ 287726 h 361971"/>
              <a:gd name="connsiteX74" fmla="*/ 161985 w 362309"/>
              <a:gd name="connsiteY74" fmla="*/ 290727 h 361971"/>
              <a:gd name="connsiteX75" fmla="*/ 158599 w 362309"/>
              <a:gd name="connsiteY75" fmla="*/ 289769 h 361971"/>
              <a:gd name="connsiteX76" fmla="*/ 101792 w 362309"/>
              <a:gd name="connsiteY76" fmla="*/ 209969 h 361971"/>
              <a:gd name="connsiteX77" fmla="*/ 109205 w 362309"/>
              <a:gd name="connsiteY77" fmla="*/ 179518 h 361971"/>
              <a:gd name="connsiteX78" fmla="*/ 138662 w 362309"/>
              <a:gd name="connsiteY78" fmla="*/ 189221 h 361971"/>
              <a:gd name="connsiteX79" fmla="*/ 148311 w 362309"/>
              <a:gd name="connsiteY79" fmla="*/ 208565 h 361971"/>
              <a:gd name="connsiteX80" fmla="*/ 148311 w 362309"/>
              <a:gd name="connsiteY80" fmla="*/ 138277 h 361971"/>
              <a:gd name="connsiteX81" fmla="*/ 170100 w 362309"/>
              <a:gd name="connsiteY81" fmla="*/ 116508 h 361971"/>
              <a:gd name="connsiteX82" fmla="*/ 191890 w 362309"/>
              <a:gd name="connsiteY82" fmla="*/ 138277 h 361971"/>
              <a:gd name="connsiteX83" fmla="*/ 191890 w 362309"/>
              <a:gd name="connsiteY83" fmla="*/ 156982 h 361971"/>
              <a:gd name="connsiteX84" fmla="*/ 200900 w 362309"/>
              <a:gd name="connsiteY84" fmla="*/ 155003 h 361971"/>
              <a:gd name="connsiteX85" fmla="*/ 222242 w 362309"/>
              <a:gd name="connsiteY85" fmla="*/ 172623 h 361971"/>
              <a:gd name="connsiteX86" fmla="*/ 231635 w 362309"/>
              <a:gd name="connsiteY86" fmla="*/ 170389 h 361971"/>
              <a:gd name="connsiteX87" fmla="*/ 250613 w 362309"/>
              <a:gd name="connsiteY87" fmla="*/ 181688 h 361971"/>
              <a:gd name="connsiteX88" fmla="*/ 262435 w 362309"/>
              <a:gd name="connsiteY88" fmla="*/ 178049 h 361971"/>
              <a:gd name="connsiteX89" fmla="*/ 284160 w 362309"/>
              <a:gd name="connsiteY89" fmla="*/ 199819 h 361971"/>
              <a:gd name="connsiteX90" fmla="*/ 284160 w 362309"/>
              <a:gd name="connsiteY90" fmla="*/ 230589 h 361971"/>
              <a:gd name="connsiteX91" fmla="*/ 267483 w 362309"/>
              <a:gd name="connsiteY91" fmla="*/ 28842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362309" h="361971">
                <a:moveTo>
                  <a:pt x="181155" y="0"/>
                </a:moveTo>
                <a:cubicBezTo>
                  <a:pt x="81089" y="0"/>
                  <a:pt x="0" y="81013"/>
                  <a:pt x="0" y="180986"/>
                </a:cubicBezTo>
                <a:cubicBezTo>
                  <a:pt x="0" y="280959"/>
                  <a:pt x="81089" y="361972"/>
                  <a:pt x="181155" y="361972"/>
                </a:cubicBezTo>
                <a:cubicBezTo>
                  <a:pt x="281221" y="361972"/>
                  <a:pt x="362310" y="280959"/>
                  <a:pt x="362310" y="180986"/>
                </a:cubicBezTo>
                <a:cubicBezTo>
                  <a:pt x="362310" y="81013"/>
                  <a:pt x="281221" y="0"/>
                  <a:pt x="181155" y="0"/>
                </a:cubicBezTo>
                <a:close/>
                <a:moveTo>
                  <a:pt x="121345" y="75523"/>
                </a:moveTo>
                <a:cubicBezTo>
                  <a:pt x="124796" y="74884"/>
                  <a:pt x="128183" y="77055"/>
                  <a:pt x="128885" y="80502"/>
                </a:cubicBezTo>
                <a:lnTo>
                  <a:pt x="130163" y="86694"/>
                </a:lnTo>
                <a:lnTo>
                  <a:pt x="138662" y="73927"/>
                </a:lnTo>
                <a:cubicBezTo>
                  <a:pt x="140579" y="70990"/>
                  <a:pt x="144540" y="70160"/>
                  <a:pt x="147544" y="72139"/>
                </a:cubicBezTo>
                <a:cubicBezTo>
                  <a:pt x="150483" y="74118"/>
                  <a:pt x="151314" y="78076"/>
                  <a:pt x="149333" y="81013"/>
                </a:cubicBezTo>
                <a:lnTo>
                  <a:pt x="140834" y="93781"/>
                </a:lnTo>
                <a:lnTo>
                  <a:pt x="147033" y="92504"/>
                </a:lnTo>
                <a:cubicBezTo>
                  <a:pt x="150483" y="91802"/>
                  <a:pt x="153870" y="94036"/>
                  <a:pt x="154573" y="97483"/>
                </a:cubicBezTo>
                <a:cubicBezTo>
                  <a:pt x="155276" y="100931"/>
                  <a:pt x="153039" y="104314"/>
                  <a:pt x="149589" y="105016"/>
                </a:cubicBezTo>
                <a:lnTo>
                  <a:pt x="128246" y="109358"/>
                </a:lnTo>
                <a:cubicBezTo>
                  <a:pt x="127799" y="109421"/>
                  <a:pt x="127416" y="109485"/>
                  <a:pt x="126968" y="109485"/>
                </a:cubicBezTo>
                <a:cubicBezTo>
                  <a:pt x="125690" y="109485"/>
                  <a:pt x="124476" y="109102"/>
                  <a:pt x="123454" y="108400"/>
                </a:cubicBezTo>
                <a:cubicBezTo>
                  <a:pt x="122048" y="107442"/>
                  <a:pt x="121026" y="105974"/>
                  <a:pt x="120706" y="104378"/>
                </a:cubicBezTo>
                <a:lnTo>
                  <a:pt x="116361" y="83056"/>
                </a:lnTo>
                <a:cubicBezTo>
                  <a:pt x="115658" y="79608"/>
                  <a:pt x="117895" y="76225"/>
                  <a:pt x="121345" y="75523"/>
                </a:cubicBezTo>
                <a:close/>
                <a:moveTo>
                  <a:pt x="88692" y="167133"/>
                </a:moveTo>
                <a:cubicBezTo>
                  <a:pt x="87479" y="167133"/>
                  <a:pt x="86264" y="166813"/>
                  <a:pt x="85178" y="166047"/>
                </a:cubicBezTo>
                <a:cubicBezTo>
                  <a:pt x="82238" y="164132"/>
                  <a:pt x="81408" y="160110"/>
                  <a:pt x="83389" y="157174"/>
                </a:cubicBezTo>
                <a:lnTo>
                  <a:pt x="91887" y="144406"/>
                </a:lnTo>
                <a:lnTo>
                  <a:pt x="85689" y="145682"/>
                </a:lnTo>
                <a:cubicBezTo>
                  <a:pt x="82238" y="146449"/>
                  <a:pt x="78852" y="144150"/>
                  <a:pt x="78149" y="140703"/>
                </a:cubicBezTo>
                <a:cubicBezTo>
                  <a:pt x="77446" y="137256"/>
                  <a:pt x="79682" y="133872"/>
                  <a:pt x="83133" y="133170"/>
                </a:cubicBezTo>
                <a:lnTo>
                  <a:pt x="104475" y="128829"/>
                </a:lnTo>
                <a:cubicBezTo>
                  <a:pt x="106137" y="128510"/>
                  <a:pt x="107862" y="128829"/>
                  <a:pt x="109268" y="129786"/>
                </a:cubicBezTo>
                <a:cubicBezTo>
                  <a:pt x="110674" y="130744"/>
                  <a:pt x="111696" y="132212"/>
                  <a:pt x="112016" y="133808"/>
                </a:cubicBezTo>
                <a:lnTo>
                  <a:pt x="116297" y="155131"/>
                </a:lnTo>
                <a:cubicBezTo>
                  <a:pt x="117000" y="158578"/>
                  <a:pt x="114764" y="161962"/>
                  <a:pt x="111313" y="162664"/>
                </a:cubicBezTo>
                <a:cubicBezTo>
                  <a:pt x="110865" y="162728"/>
                  <a:pt x="110482" y="162792"/>
                  <a:pt x="110035" y="162792"/>
                </a:cubicBezTo>
                <a:cubicBezTo>
                  <a:pt x="107031" y="162792"/>
                  <a:pt x="104412" y="160685"/>
                  <a:pt x="103773" y="157684"/>
                </a:cubicBezTo>
                <a:lnTo>
                  <a:pt x="102495" y="151492"/>
                </a:lnTo>
                <a:lnTo>
                  <a:pt x="93997" y="164260"/>
                </a:lnTo>
                <a:cubicBezTo>
                  <a:pt x="92782" y="166111"/>
                  <a:pt x="90738" y="167133"/>
                  <a:pt x="88692" y="167133"/>
                </a:cubicBezTo>
                <a:close/>
                <a:moveTo>
                  <a:pt x="267483" y="288428"/>
                </a:moveTo>
                <a:cubicBezTo>
                  <a:pt x="266205" y="289960"/>
                  <a:pt x="264416" y="290790"/>
                  <a:pt x="262563" y="290790"/>
                </a:cubicBezTo>
                <a:cubicBezTo>
                  <a:pt x="261157" y="290790"/>
                  <a:pt x="259687" y="290344"/>
                  <a:pt x="258537" y="289322"/>
                </a:cubicBezTo>
                <a:cubicBezTo>
                  <a:pt x="255789" y="287088"/>
                  <a:pt x="255406" y="283066"/>
                  <a:pt x="257643" y="280321"/>
                </a:cubicBezTo>
                <a:cubicBezTo>
                  <a:pt x="273170" y="261424"/>
                  <a:pt x="271572" y="231228"/>
                  <a:pt x="271572" y="230909"/>
                </a:cubicBezTo>
                <a:lnTo>
                  <a:pt x="271572" y="199755"/>
                </a:lnTo>
                <a:cubicBezTo>
                  <a:pt x="271572" y="194903"/>
                  <a:pt x="267483" y="190753"/>
                  <a:pt x="262626" y="190753"/>
                </a:cubicBezTo>
                <a:cubicBezTo>
                  <a:pt x="257771" y="190753"/>
                  <a:pt x="253681" y="194839"/>
                  <a:pt x="253681" y="199755"/>
                </a:cubicBezTo>
                <a:cubicBezTo>
                  <a:pt x="253681" y="203266"/>
                  <a:pt x="250805" y="206139"/>
                  <a:pt x="247291" y="206139"/>
                </a:cubicBezTo>
                <a:cubicBezTo>
                  <a:pt x="247291" y="206139"/>
                  <a:pt x="247291" y="206139"/>
                  <a:pt x="247227" y="206139"/>
                </a:cubicBezTo>
                <a:cubicBezTo>
                  <a:pt x="247163" y="206139"/>
                  <a:pt x="247227" y="206139"/>
                  <a:pt x="247163" y="206139"/>
                </a:cubicBezTo>
                <a:cubicBezTo>
                  <a:pt x="243648" y="206139"/>
                  <a:pt x="240773" y="203266"/>
                  <a:pt x="240773" y="199755"/>
                </a:cubicBezTo>
                <a:lnTo>
                  <a:pt x="240773" y="192094"/>
                </a:lnTo>
                <a:cubicBezTo>
                  <a:pt x="240773" y="187242"/>
                  <a:pt x="236684" y="183093"/>
                  <a:pt x="231763" y="183093"/>
                </a:cubicBezTo>
                <a:cubicBezTo>
                  <a:pt x="226843" y="183093"/>
                  <a:pt x="222753" y="187178"/>
                  <a:pt x="222753" y="192094"/>
                </a:cubicBezTo>
                <a:lnTo>
                  <a:pt x="222753" y="199755"/>
                </a:lnTo>
                <a:cubicBezTo>
                  <a:pt x="222753" y="203266"/>
                  <a:pt x="219878" y="206139"/>
                  <a:pt x="216363" y="206139"/>
                </a:cubicBezTo>
                <a:cubicBezTo>
                  <a:pt x="212849" y="206139"/>
                  <a:pt x="209973" y="203266"/>
                  <a:pt x="209973" y="199755"/>
                </a:cubicBezTo>
                <a:lnTo>
                  <a:pt x="209973" y="176709"/>
                </a:lnTo>
                <a:cubicBezTo>
                  <a:pt x="209973" y="171857"/>
                  <a:pt x="205884" y="167707"/>
                  <a:pt x="200964" y="167707"/>
                </a:cubicBezTo>
                <a:cubicBezTo>
                  <a:pt x="196044" y="167707"/>
                  <a:pt x="191954" y="171857"/>
                  <a:pt x="191954" y="176709"/>
                </a:cubicBezTo>
                <a:lnTo>
                  <a:pt x="191954" y="199755"/>
                </a:lnTo>
                <a:cubicBezTo>
                  <a:pt x="191954" y="203266"/>
                  <a:pt x="189079" y="206139"/>
                  <a:pt x="185564" y="206139"/>
                </a:cubicBezTo>
                <a:cubicBezTo>
                  <a:pt x="182049" y="206139"/>
                  <a:pt x="179174" y="203266"/>
                  <a:pt x="179174" y="199755"/>
                </a:cubicBezTo>
                <a:lnTo>
                  <a:pt x="179174" y="138277"/>
                </a:lnTo>
                <a:cubicBezTo>
                  <a:pt x="179174" y="133297"/>
                  <a:pt x="175148" y="129276"/>
                  <a:pt x="170164" y="129276"/>
                </a:cubicBezTo>
                <a:cubicBezTo>
                  <a:pt x="165180" y="129276"/>
                  <a:pt x="161154" y="133297"/>
                  <a:pt x="161154" y="138277"/>
                </a:cubicBezTo>
                <a:lnTo>
                  <a:pt x="161154" y="230526"/>
                </a:lnTo>
                <a:cubicBezTo>
                  <a:pt x="161154" y="233143"/>
                  <a:pt x="159557" y="235505"/>
                  <a:pt x="157129" y="236463"/>
                </a:cubicBezTo>
                <a:cubicBezTo>
                  <a:pt x="154701" y="237420"/>
                  <a:pt x="151953" y="236846"/>
                  <a:pt x="150164" y="234931"/>
                </a:cubicBezTo>
                <a:cubicBezTo>
                  <a:pt x="141984" y="226376"/>
                  <a:pt x="128693" y="197967"/>
                  <a:pt x="127224" y="194775"/>
                </a:cubicBezTo>
                <a:cubicBezTo>
                  <a:pt x="125115" y="190562"/>
                  <a:pt x="119428" y="188711"/>
                  <a:pt x="114955" y="190945"/>
                </a:cubicBezTo>
                <a:cubicBezTo>
                  <a:pt x="111121" y="192860"/>
                  <a:pt x="110993" y="199755"/>
                  <a:pt x="113421" y="204607"/>
                </a:cubicBezTo>
                <a:cubicBezTo>
                  <a:pt x="113549" y="204798"/>
                  <a:pt x="113613" y="205053"/>
                  <a:pt x="113677" y="205245"/>
                </a:cubicBezTo>
                <a:cubicBezTo>
                  <a:pt x="113869" y="205756"/>
                  <a:pt x="133678" y="259190"/>
                  <a:pt x="165372" y="278916"/>
                </a:cubicBezTo>
                <a:cubicBezTo>
                  <a:pt x="168375" y="280768"/>
                  <a:pt x="169269" y="284726"/>
                  <a:pt x="167417" y="287726"/>
                </a:cubicBezTo>
                <a:cubicBezTo>
                  <a:pt x="166202" y="289641"/>
                  <a:pt x="164094" y="290727"/>
                  <a:pt x="161985" y="290727"/>
                </a:cubicBezTo>
                <a:cubicBezTo>
                  <a:pt x="160835" y="290727"/>
                  <a:pt x="159684" y="290407"/>
                  <a:pt x="158599" y="289769"/>
                </a:cubicBezTo>
                <a:cubicBezTo>
                  <a:pt x="124157" y="268319"/>
                  <a:pt x="103709" y="215204"/>
                  <a:pt x="101792" y="209969"/>
                </a:cubicBezTo>
                <a:cubicBezTo>
                  <a:pt x="96744" y="199499"/>
                  <a:pt x="98085" y="185008"/>
                  <a:pt x="109205" y="179518"/>
                </a:cubicBezTo>
                <a:cubicBezTo>
                  <a:pt x="120067" y="174091"/>
                  <a:pt x="133294" y="178496"/>
                  <a:pt x="138662" y="189221"/>
                </a:cubicBezTo>
                <a:cubicBezTo>
                  <a:pt x="141154" y="194648"/>
                  <a:pt x="144732" y="201861"/>
                  <a:pt x="148311" y="208565"/>
                </a:cubicBezTo>
                <a:lnTo>
                  <a:pt x="148311" y="138277"/>
                </a:lnTo>
                <a:cubicBezTo>
                  <a:pt x="148311" y="126275"/>
                  <a:pt x="158087" y="116508"/>
                  <a:pt x="170100" y="116508"/>
                </a:cubicBezTo>
                <a:cubicBezTo>
                  <a:pt x="182113" y="116508"/>
                  <a:pt x="191890" y="126275"/>
                  <a:pt x="191890" y="138277"/>
                </a:cubicBezTo>
                <a:lnTo>
                  <a:pt x="191890" y="156982"/>
                </a:lnTo>
                <a:cubicBezTo>
                  <a:pt x="194638" y="155705"/>
                  <a:pt x="197641" y="155003"/>
                  <a:pt x="200900" y="155003"/>
                </a:cubicBezTo>
                <a:cubicBezTo>
                  <a:pt x="211507" y="155003"/>
                  <a:pt x="220325" y="162600"/>
                  <a:pt x="222242" y="172623"/>
                </a:cubicBezTo>
                <a:cubicBezTo>
                  <a:pt x="225117" y="171218"/>
                  <a:pt x="228248" y="170389"/>
                  <a:pt x="231635" y="170389"/>
                </a:cubicBezTo>
                <a:cubicBezTo>
                  <a:pt x="239815" y="170389"/>
                  <a:pt x="246907" y="174985"/>
                  <a:pt x="250613" y="181688"/>
                </a:cubicBezTo>
                <a:cubicBezTo>
                  <a:pt x="254064" y="179390"/>
                  <a:pt x="258090" y="178049"/>
                  <a:pt x="262435" y="178049"/>
                </a:cubicBezTo>
                <a:cubicBezTo>
                  <a:pt x="274192" y="178049"/>
                  <a:pt x="284160" y="188008"/>
                  <a:pt x="284160" y="199819"/>
                </a:cubicBezTo>
                <a:lnTo>
                  <a:pt x="284160" y="230589"/>
                </a:lnTo>
                <a:cubicBezTo>
                  <a:pt x="284352" y="231611"/>
                  <a:pt x="286206" y="265638"/>
                  <a:pt x="267483" y="288428"/>
                </a:cubicBezTo>
                <a:close/>
              </a:path>
            </a:pathLst>
          </a:custGeom>
          <a:solidFill>
            <a:srgbClr val="00A3E0"/>
          </a:solidFill>
          <a:ln w="6390" cap="flat">
            <a:noFill/>
            <a:prstDash val="solid"/>
            <a:miter/>
          </a:ln>
        </p:spPr>
        <p:txBody>
          <a:bodyPr rtlCol="0" anchor="ctr"/>
          <a:lstStyle/>
          <a:p>
            <a:endParaRPr lang="en-US"/>
          </a:p>
        </p:txBody>
      </p:sp>
      <p:sp>
        <p:nvSpPr>
          <p:cNvPr id="1095" name="Graphic 4">
            <a:extLst>
              <a:ext uri="{FF2B5EF4-FFF2-40B4-BE49-F238E27FC236}">
                <a16:creationId xmlns:a16="http://schemas.microsoft.com/office/drawing/2014/main" id="{8FD2F504-7361-6C44-BDE9-682A78FC6A6F}"/>
              </a:ext>
            </a:extLst>
          </p:cNvPr>
          <p:cNvSpPr/>
          <p:nvPr/>
        </p:nvSpPr>
        <p:spPr>
          <a:xfrm>
            <a:off x="10324860" y="917987"/>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09 w 362309"/>
              <a:gd name="connsiteY3" fmla="*/ 180986 h 361971"/>
              <a:gd name="connsiteX4" fmla="*/ 181155 w 362309"/>
              <a:gd name="connsiteY4" fmla="*/ 0 h 361971"/>
              <a:gd name="connsiteX5" fmla="*/ 277834 w 362309"/>
              <a:gd name="connsiteY5" fmla="*/ 152833 h 361971"/>
              <a:gd name="connsiteX6" fmla="*/ 269016 w 362309"/>
              <a:gd name="connsiteY6" fmla="*/ 150790 h 361971"/>
              <a:gd name="connsiteX7" fmla="*/ 181602 w 362309"/>
              <a:gd name="connsiteY7" fmla="*/ 91163 h 361971"/>
              <a:gd name="connsiteX8" fmla="*/ 180899 w 362309"/>
              <a:gd name="connsiteY8" fmla="*/ 90844 h 361971"/>
              <a:gd name="connsiteX9" fmla="*/ 170547 w 362309"/>
              <a:gd name="connsiteY9" fmla="*/ 89184 h 361971"/>
              <a:gd name="connsiteX10" fmla="*/ 164221 w 362309"/>
              <a:gd name="connsiteY10" fmla="*/ 93142 h 361971"/>
              <a:gd name="connsiteX11" fmla="*/ 168630 w 362309"/>
              <a:gd name="connsiteY11" fmla="*/ 108400 h 361971"/>
              <a:gd name="connsiteX12" fmla="*/ 215532 w 362309"/>
              <a:gd name="connsiteY12" fmla="*/ 137064 h 361971"/>
              <a:gd name="connsiteX13" fmla="*/ 215341 w 362309"/>
              <a:gd name="connsiteY13" fmla="*/ 143320 h 361971"/>
              <a:gd name="connsiteX14" fmla="*/ 209845 w 362309"/>
              <a:gd name="connsiteY14" fmla="*/ 146385 h 361971"/>
              <a:gd name="connsiteX15" fmla="*/ 105306 w 362309"/>
              <a:gd name="connsiteY15" fmla="*/ 146385 h 361971"/>
              <a:gd name="connsiteX16" fmla="*/ 94252 w 362309"/>
              <a:gd name="connsiteY16" fmla="*/ 157429 h 361971"/>
              <a:gd name="connsiteX17" fmla="*/ 105306 w 362309"/>
              <a:gd name="connsiteY17" fmla="*/ 168473 h 361971"/>
              <a:gd name="connsiteX18" fmla="*/ 182177 w 362309"/>
              <a:gd name="connsiteY18" fmla="*/ 168473 h 361971"/>
              <a:gd name="connsiteX19" fmla="*/ 188567 w 362309"/>
              <a:gd name="connsiteY19" fmla="*/ 174857 h 361971"/>
              <a:gd name="connsiteX20" fmla="*/ 182177 w 362309"/>
              <a:gd name="connsiteY20" fmla="*/ 181241 h 361971"/>
              <a:gd name="connsiteX21" fmla="*/ 153997 w 362309"/>
              <a:gd name="connsiteY21" fmla="*/ 181241 h 361971"/>
              <a:gd name="connsiteX22" fmla="*/ 139620 w 362309"/>
              <a:gd name="connsiteY22" fmla="*/ 191519 h 361971"/>
              <a:gd name="connsiteX23" fmla="*/ 148885 w 362309"/>
              <a:gd name="connsiteY23" fmla="*/ 203330 h 361971"/>
              <a:gd name="connsiteX24" fmla="*/ 182177 w 362309"/>
              <a:gd name="connsiteY24" fmla="*/ 203330 h 361971"/>
              <a:gd name="connsiteX25" fmla="*/ 188567 w 362309"/>
              <a:gd name="connsiteY25" fmla="*/ 209714 h 361971"/>
              <a:gd name="connsiteX26" fmla="*/ 182177 w 362309"/>
              <a:gd name="connsiteY26" fmla="*/ 216098 h 361971"/>
              <a:gd name="connsiteX27" fmla="*/ 171442 w 362309"/>
              <a:gd name="connsiteY27" fmla="*/ 216098 h 361971"/>
              <a:gd name="connsiteX28" fmla="*/ 157064 w 362309"/>
              <a:gd name="connsiteY28" fmla="*/ 226312 h 361971"/>
              <a:gd name="connsiteX29" fmla="*/ 166329 w 362309"/>
              <a:gd name="connsiteY29" fmla="*/ 238123 h 361971"/>
              <a:gd name="connsiteX30" fmla="*/ 182177 w 362309"/>
              <a:gd name="connsiteY30" fmla="*/ 238123 h 361971"/>
              <a:gd name="connsiteX31" fmla="*/ 188567 w 362309"/>
              <a:gd name="connsiteY31" fmla="*/ 244507 h 361971"/>
              <a:gd name="connsiteX32" fmla="*/ 182177 w 362309"/>
              <a:gd name="connsiteY32" fmla="*/ 250891 h 361971"/>
              <a:gd name="connsiteX33" fmla="*/ 178151 w 362309"/>
              <a:gd name="connsiteY33" fmla="*/ 250891 h 361971"/>
              <a:gd name="connsiteX34" fmla="*/ 164029 w 362309"/>
              <a:gd name="connsiteY34" fmla="*/ 260339 h 361971"/>
              <a:gd name="connsiteX35" fmla="*/ 175084 w 362309"/>
              <a:gd name="connsiteY35" fmla="*/ 272915 h 361971"/>
              <a:gd name="connsiteX36" fmla="*/ 209909 w 362309"/>
              <a:gd name="connsiteY36" fmla="*/ 272915 h 361971"/>
              <a:gd name="connsiteX37" fmla="*/ 266780 w 362309"/>
              <a:gd name="connsiteY37" fmla="*/ 255487 h 361971"/>
              <a:gd name="connsiteX38" fmla="*/ 275789 w 362309"/>
              <a:gd name="connsiteY38" fmla="*/ 256253 h 361971"/>
              <a:gd name="connsiteX39" fmla="*/ 275022 w 362309"/>
              <a:gd name="connsiteY39" fmla="*/ 265254 h 361971"/>
              <a:gd name="connsiteX40" fmla="*/ 211507 w 362309"/>
              <a:gd name="connsiteY40" fmla="*/ 285747 h 361971"/>
              <a:gd name="connsiteX41" fmla="*/ 209653 w 362309"/>
              <a:gd name="connsiteY41" fmla="*/ 285747 h 361971"/>
              <a:gd name="connsiteX42" fmla="*/ 175020 w 362309"/>
              <a:gd name="connsiteY42" fmla="*/ 285747 h 361971"/>
              <a:gd name="connsiteX43" fmla="*/ 151185 w 362309"/>
              <a:gd name="connsiteY43" fmla="*/ 260403 h 361971"/>
              <a:gd name="connsiteX44" fmla="*/ 155850 w 362309"/>
              <a:gd name="connsiteY44" fmla="*/ 248082 h 361971"/>
              <a:gd name="connsiteX45" fmla="*/ 144221 w 362309"/>
              <a:gd name="connsiteY45" fmla="*/ 226376 h 361971"/>
              <a:gd name="connsiteX46" fmla="*/ 147416 w 362309"/>
              <a:gd name="connsiteY46" fmla="*/ 215970 h 361971"/>
              <a:gd name="connsiteX47" fmla="*/ 126776 w 362309"/>
              <a:gd name="connsiteY47" fmla="*/ 191519 h 361971"/>
              <a:gd name="connsiteX48" fmla="*/ 129843 w 362309"/>
              <a:gd name="connsiteY48" fmla="*/ 181241 h 361971"/>
              <a:gd name="connsiteX49" fmla="*/ 105242 w 362309"/>
              <a:gd name="connsiteY49" fmla="*/ 181241 h 361971"/>
              <a:gd name="connsiteX50" fmla="*/ 81408 w 362309"/>
              <a:gd name="connsiteY50" fmla="*/ 157429 h 361971"/>
              <a:gd name="connsiteX51" fmla="*/ 105242 w 362309"/>
              <a:gd name="connsiteY51" fmla="*/ 133617 h 361971"/>
              <a:gd name="connsiteX52" fmla="*/ 195148 w 362309"/>
              <a:gd name="connsiteY52" fmla="*/ 133617 h 361971"/>
              <a:gd name="connsiteX53" fmla="*/ 164732 w 362309"/>
              <a:gd name="connsiteY53" fmla="*/ 120593 h 361971"/>
              <a:gd name="connsiteX54" fmla="*/ 163390 w 362309"/>
              <a:gd name="connsiteY54" fmla="*/ 120083 h 361971"/>
              <a:gd name="connsiteX55" fmla="*/ 152719 w 362309"/>
              <a:gd name="connsiteY55" fmla="*/ 87397 h 361971"/>
              <a:gd name="connsiteX56" fmla="*/ 168375 w 362309"/>
              <a:gd name="connsiteY56" fmla="*/ 76544 h 361971"/>
              <a:gd name="connsiteX57" fmla="*/ 186139 w 362309"/>
              <a:gd name="connsiteY57" fmla="*/ 79225 h 361971"/>
              <a:gd name="connsiteX58" fmla="*/ 279751 w 362309"/>
              <a:gd name="connsiteY58" fmla="*/ 144023 h 361971"/>
              <a:gd name="connsiteX59" fmla="*/ 277834 w 362309"/>
              <a:gd name="connsiteY59" fmla="*/ 15283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09" y="280959"/>
                  <a:pt x="362309" y="180986"/>
                </a:cubicBezTo>
                <a:cubicBezTo>
                  <a:pt x="362309" y="81013"/>
                  <a:pt x="281221" y="0"/>
                  <a:pt x="181155" y="0"/>
                </a:cubicBezTo>
                <a:close/>
                <a:moveTo>
                  <a:pt x="277834" y="152833"/>
                </a:moveTo>
                <a:cubicBezTo>
                  <a:pt x="274831" y="154684"/>
                  <a:pt x="270933" y="153790"/>
                  <a:pt x="269016" y="150790"/>
                </a:cubicBezTo>
                <a:cubicBezTo>
                  <a:pt x="246524" y="114720"/>
                  <a:pt x="182240" y="91355"/>
                  <a:pt x="181602" y="91163"/>
                </a:cubicBezTo>
                <a:cubicBezTo>
                  <a:pt x="181346" y="91099"/>
                  <a:pt x="181091" y="90972"/>
                  <a:pt x="180899" y="90844"/>
                </a:cubicBezTo>
                <a:cubicBezTo>
                  <a:pt x="177768" y="89248"/>
                  <a:pt x="173870" y="88674"/>
                  <a:pt x="170547" y="89184"/>
                </a:cubicBezTo>
                <a:cubicBezTo>
                  <a:pt x="168439" y="89503"/>
                  <a:pt x="165563" y="90525"/>
                  <a:pt x="164221" y="93142"/>
                </a:cubicBezTo>
                <a:cubicBezTo>
                  <a:pt x="161537" y="98441"/>
                  <a:pt x="163646" y="105527"/>
                  <a:pt x="168630" y="108400"/>
                </a:cubicBezTo>
                <a:cubicBezTo>
                  <a:pt x="175084" y="109996"/>
                  <a:pt x="205948" y="118614"/>
                  <a:pt x="215532" y="137064"/>
                </a:cubicBezTo>
                <a:cubicBezTo>
                  <a:pt x="216554" y="139043"/>
                  <a:pt x="216491" y="141405"/>
                  <a:pt x="215341" y="143320"/>
                </a:cubicBezTo>
                <a:cubicBezTo>
                  <a:pt x="214190" y="145236"/>
                  <a:pt x="212082" y="146385"/>
                  <a:pt x="209845" y="146385"/>
                </a:cubicBezTo>
                <a:lnTo>
                  <a:pt x="105306" y="146385"/>
                </a:lnTo>
                <a:cubicBezTo>
                  <a:pt x="99235" y="146385"/>
                  <a:pt x="94252" y="151300"/>
                  <a:pt x="94252" y="157429"/>
                </a:cubicBezTo>
                <a:cubicBezTo>
                  <a:pt x="94252" y="163558"/>
                  <a:pt x="99171" y="168473"/>
                  <a:pt x="105306" y="168473"/>
                </a:cubicBezTo>
                <a:lnTo>
                  <a:pt x="182177" y="168473"/>
                </a:lnTo>
                <a:cubicBezTo>
                  <a:pt x="185691" y="168473"/>
                  <a:pt x="188567" y="171346"/>
                  <a:pt x="188567" y="174857"/>
                </a:cubicBezTo>
                <a:cubicBezTo>
                  <a:pt x="188567" y="178368"/>
                  <a:pt x="185691" y="181241"/>
                  <a:pt x="182177" y="181241"/>
                </a:cubicBezTo>
                <a:lnTo>
                  <a:pt x="153997" y="181241"/>
                </a:lnTo>
                <a:cubicBezTo>
                  <a:pt x="147543" y="181241"/>
                  <a:pt x="139620" y="185965"/>
                  <a:pt x="139620" y="191519"/>
                </a:cubicBezTo>
                <a:cubicBezTo>
                  <a:pt x="139620" y="197393"/>
                  <a:pt x="142815" y="203330"/>
                  <a:pt x="148885" y="203330"/>
                </a:cubicBezTo>
                <a:lnTo>
                  <a:pt x="182177" y="203330"/>
                </a:lnTo>
                <a:cubicBezTo>
                  <a:pt x="185691" y="203330"/>
                  <a:pt x="188567" y="206203"/>
                  <a:pt x="188567" y="209714"/>
                </a:cubicBezTo>
                <a:cubicBezTo>
                  <a:pt x="188567" y="213225"/>
                  <a:pt x="185691" y="216098"/>
                  <a:pt x="182177" y="216098"/>
                </a:cubicBezTo>
                <a:lnTo>
                  <a:pt x="171442" y="216098"/>
                </a:lnTo>
                <a:cubicBezTo>
                  <a:pt x="164988" y="216098"/>
                  <a:pt x="157064" y="220822"/>
                  <a:pt x="157064" y="226312"/>
                </a:cubicBezTo>
                <a:cubicBezTo>
                  <a:pt x="157064" y="232185"/>
                  <a:pt x="160259" y="238123"/>
                  <a:pt x="166329" y="238123"/>
                </a:cubicBezTo>
                <a:lnTo>
                  <a:pt x="182177" y="238123"/>
                </a:lnTo>
                <a:cubicBezTo>
                  <a:pt x="185691" y="238123"/>
                  <a:pt x="188567" y="240995"/>
                  <a:pt x="188567" y="244507"/>
                </a:cubicBezTo>
                <a:cubicBezTo>
                  <a:pt x="188567" y="248018"/>
                  <a:pt x="185691" y="250891"/>
                  <a:pt x="182177" y="250891"/>
                </a:cubicBezTo>
                <a:lnTo>
                  <a:pt x="178151" y="250891"/>
                </a:lnTo>
                <a:cubicBezTo>
                  <a:pt x="171634" y="250891"/>
                  <a:pt x="164029" y="255040"/>
                  <a:pt x="164029" y="260339"/>
                </a:cubicBezTo>
                <a:cubicBezTo>
                  <a:pt x="164029" y="266787"/>
                  <a:pt x="169397" y="272915"/>
                  <a:pt x="175084" y="272915"/>
                </a:cubicBezTo>
                <a:lnTo>
                  <a:pt x="209909" y="272915"/>
                </a:lnTo>
                <a:cubicBezTo>
                  <a:pt x="210484" y="272915"/>
                  <a:pt x="245054" y="273873"/>
                  <a:pt x="266780" y="255487"/>
                </a:cubicBezTo>
                <a:cubicBezTo>
                  <a:pt x="269463" y="253253"/>
                  <a:pt x="273489" y="253508"/>
                  <a:pt x="275789" y="256253"/>
                </a:cubicBezTo>
                <a:cubicBezTo>
                  <a:pt x="278089" y="258934"/>
                  <a:pt x="277770" y="262956"/>
                  <a:pt x="275022" y="265254"/>
                </a:cubicBezTo>
                <a:cubicBezTo>
                  <a:pt x="252339" y="284470"/>
                  <a:pt x="219686" y="285747"/>
                  <a:pt x="211507" y="285747"/>
                </a:cubicBezTo>
                <a:cubicBezTo>
                  <a:pt x="210484" y="285747"/>
                  <a:pt x="209845" y="285747"/>
                  <a:pt x="209653" y="285747"/>
                </a:cubicBezTo>
                <a:lnTo>
                  <a:pt x="175020" y="285747"/>
                </a:lnTo>
                <a:cubicBezTo>
                  <a:pt x="162304" y="285747"/>
                  <a:pt x="151185" y="273873"/>
                  <a:pt x="151185" y="260403"/>
                </a:cubicBezTo>
                <a:cubicBezTo>
                  <a:pt x="151185" y="255679"/>
                  <a:pt x="153039" y="251529"/>
                  <a:pt x="155850" y="248082"/>
                </a:cubicBezTo>
                <a:cubicBezTo>
                  <a:pt x="148885" y="244060"/>
                  <a:pt x="144221" y="236080"/>
                  <a:pt x="144221" y="226376"/>
                </a:cubicBezTo>
                <a:cubicBezTo>
                  <a:pt x="144221" y="222546"/>
                  <a:pt x="145498" y="219034"/>
                  <a:pt x="147416" y="215970"/>
                </a:cubicBezTo>
                <a:cubicBezTo>
                  <a:pt x="135594" y="215204"/>
                  <a:pt x="126776" y="204990"/>
                  <a:pt x="126776" y="191519"/>
                </a:cubicBezTo>
                <a:cubicBezTo>
                  <a:pt x="126776" y="187753"/>
                  <a:pt x="127990" y="184306"/>
                  <a:pt x="129843" y="181241"/>
                </a:cubicBezTo>
                <a:lnTo>
                  <a:pt x="105242" y="181241"/>
                </a:lnTo>
                <a:cubicBezTo>
                  <a:pt x="92142" y="181241"/>
                  <a:pt x="81408" y="170580"/>
                  <a:pt x="81408" y="157429"/>
                </a:cubicBezTo>
                <a:cubicBezTo>
                  <a:pt x="81408" y="144278"/>
                  <a:pt x="92078" y="133617"/>
                  <a:pt x="105242" y="133617"/>
                </a:cubicBezTo>
                <a:lnTo>
                  <a:pt x="195148" y="133617"/>
                </a:lnTo>
                <a:cubicBezTo>
                  <a:pt x="185244" y="126722"/>
                  <a:pt x="171058" y="122126"/>
                  <a:pt x="164732" y="120593"/>
                </a:cubicBezTo>
                <a:cubicBezTo>
                  <a:pt x="164285" y="120466"/>
                  <a:pt x="163774" y="120338"/>
                  <a:pt x="163390" y="120083"/>
                </a:cubicBezTo>
                <a:cubicBezTo>
                  <a:pt x="151697" y="114209"/>
                  <a:pt x="146777" y="99271"/>
                  <a:pt x="152719" y="87397"/>
                </a:cubicBezTo>
                <a:cubicBezTo>
                  <a:pt x="155659" y="81523"/>
                  <a:pt x="161218" y="77693"/>
                  <a:pt x="168375" y="76544"/>
                </a:cubicBezTo>
                <a:cubicBezTo>
                  <a:pt x="174253" y="75586"/>
                  <a:pt x="180643" y="76544"/>
                  <a:pt x="186139" y="79225"/>
                </a:cubicBezTo>
                <a:cubicBezTo>
                  <a:pt x="192017" y="81396"/>
                  <a:pt x="255534" y="105208"/>
                  <a:pt x="279751" y="144023"/>
                </a:cubicBezTo>
                <a:cubicBezTo>
                  <a:pt x="281732" y="147023"/>
                  <a:pt x="280837" y="150981"/>
                  <a:pt x="277834" y="152833"/>
                </a:cubicBezTo>
                <a:close/>
              </a:path>
            </a:pathLst>
          </a:custGeom>
          <a:solidFill>
            <a:srgbClr val="00A3E0"/>
          </a:solidFill>
          <a:ln w="6390" cap="flat">
            <a:noFill/>
            <a:prstDash val="solid"/>
            <a:miter/>
          </a:ln>
        </p:spPr>
        <p:txBody>
          <a:bodyPr rtlCol="0" anchor="ctr"/>
          <a:lstStyle/>
          <a:p>
            <a:endParaRPr lang="en-US"/>
          </a:p>
        </p:txBody>
      </p:sp>
      <p:sp>
        <p:nvSpPr>
          <p:cNvPr id="1096" name="Graphic 4">
            <a:extLst>
              <a:ext uri="{FF2B5EF4-FFF2-40B4-BE49-F238E27FC236}">
                <a16:creationId xmlns:a16="http://schemas.microsoft.com/office/drawing/2014/main" id="{2335A6AF-7AF5-8A4D-9D23-587E1360D343}"/>
              </a:ext>
            </a:extLst>
          </p:cNvPr>
          <p:cNvSpPr/>
          <p:nvPr/>
        </p:nvSpPr>
        <p:spPr>
          <a:xfrm>
            <a:off x="10324860" y="1402404"/>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09 w 362309"/>
              <a:gd name="connsiteY3" fmla="*/ 180986 h 361971"/>
              <a:gd name="connsiteX4" fmla="*/ 181155 w 362309"/>
              <a:gd name="connsiteY4" fmla="*/ 0 h 361971"/>
              <a:gd name="connsiteX5" fmla="*/ 257003 w 362309"/>
              <a:gd name="connsiteY5" fmla="*/ 181241 h 361971"/>
              <a:gd name="connsiteX6" fmla="*/ 232402 w 362309"/>
              <a:gd name="connsiteY6" fmla="*/ 181241 h 361971"/>
              <a:gd name="connsiteX7" fmla="*/ 235469 w 362309"/>
              <a:gd name="connsiteY7" fmla="*/ 191519 h 361971"/>
              <a:gd name="connsiteX8" fmla="*/ 214830 w 362309"/>
              <a:gd name="connsiteY8" fmla="*/ 215970 h 361971"/>
              <a:gd name="connsiteX9" fmla="*/ 218025 w 362309"/>
              <a:gd name="connsiteY9" fmla="*/ 226376 h 361971"/>
              <a:gd name="connsiteX10" fmla="*/ 206395 w 362309"/>
              <a:gd name="connsiteY10" fmla="*/ 248082 h 361971"/>
              <a:gd name="connsiteX11" fmla="*/ 211059 w 362309"/>
              <a:gd name="connsiteY11" fmla="*/ 260403 h 361971"/>
              <a:gd name="connsiteX12" fmla="*/ 187225 w 362309"/>
              <a:gd name="connsiteY12" fmla="*/ 285747 h 361971"/>
              <a:gd name="connsiteX13" fmla="*/ 152400 w 362309"/>
              <a:gd name="connsiteY13" fmla="*/ 285747 h 361971"/>
              <a:gd name="connsiteX14" fmla="*/ 150674 w 362309"/>
              <a:gd name="connsiteY14" fmla="*/ 285747 h 361971"/>
              <a:gd name="connsiteX15" fmla="*/ 87286 w 362309"/>
              <a:gd name="connsiteY15" fmla="*/ 265254 h 361971"/>
              <a:gd name="connsiteX16" fmla="*/ 86519 w 362309"/>
              <a:gd name="connsiteY16" fmla="*/ 256253 h 361971"/>
              <a:gd name="connsiteX17" fmla="*/ 95529 w 362309"/>
              <a:gd name="connsiteY17" fmla="*/ 255487 h 361971"/>
              <a:gd name="connsiteX18" fmla="*/ 152144 w 362309"/>
              <a:gd name="connsiteY18" fmla="*/ 272915 h 361971"/>
              <a:gd name="connsiteX19" fmla="*/ 187225 w 362309"/>
              <a:gd name="connsiteY19" fmla="*/ 272915 h 361971"/>
              <a:gd name="connsiteX20" fmla="*/ 198279 w 362309"/>
              <a:gd name="connsiteY20" fmla="*/ 260339 h 361971"/>
              <a:gd name="connsiteX21" fmla="*/ 184158 w 362309"/>
              <a:gd name="connsiteY21" fmla="*/ 250891 h 361971"/>
              <a:gd name="connsiteX22" fmla="*/ 180132 w 362309"/>
              <a:gd name="connsiteY22" fmla="*/ 250891 h 361971"/>
              <a:gd name="connsiteX23" fmla="*/ 173742 w 362309"/>
              <a:gd name="connsiteY23" fmla="*/ 244507 h 361971"/>
              <a:gd name="connsiteX24" fmla="*/ 180132 w 362309"/>
              <a:gd name="connsiteY24" fmla="*/ 238123 h 361971"/>
              <a:gd name="connsiteX25" fmla="*/ 195979 w 362309"/>
              <a:gd name="connsiteY25" fmla="*/ 238123 h 361971"/>
              <a:gd name="connsiteX26" fmla="*/ 205245 w 362309"/>
              <a:gd name="connsiteY26" fmla="*/ 226312 h 361971"/>
              <a:gd name="connsiteX27" fmla="*/ 190867 w 362309"/>
              <a:gd name="connsiteY27" fmla="*/ 216098 h 361971"/>
              <a:gd name="connsiteX28" fmla="*/ 180132 w 362309"/>
              <a:gd name="connsiteY28" fmla="*/ 216098 h 361971"/>
              <a:gd name="connsiteX29" fmla="*/ 173742 w 362309"/>
              <a:gd name="connsiteY29" fmla="*/ 209714 h 361971"/>
              <a:gd name="connsiteX30" fmla="*/ 180132 w 362309"/>
              <a:gd name="connsiteY30" fmla="*/ 203330 h 361971"/>
              <a:gd name="connsiteX31" fmla="*/ 213423 w 362309"/>
              <a:gd name="connsiteY31" fmla="*/ 203330 h 361971"/>
              <a:gd name="connsiteX32" fmla="*/ 222689 w 362309"/>
              <a:gd name="connsiteY32" fmla="*/ 191519 h 361971"/>
              <a:gd name="connsiteX33" fmla="*/ 208312 w 362309"/>
              <a:gd name="connsiteY33" fmla="*/ 181241 h 361971"/>
              <a:gd name="connsiteX34" fmla="*/ 180132 w 362309"/>
              <a:gd name="connsiteY34" fmla="*/ 181241 h 361971"/>
              <a:gd name="connsiteX35" fmla="*/ 173742 w 362309"/>
              <a:gd name="connsiteY35" fmla="*/ 174857 h 361971"/>
              <a:gd name="connsiteX36" fmla="*/ 180132 w 362309"/>
              <a:gd name="connsiteY36" fmla="*/ 168473 h 361971"/>
              <a:gd name="connsiteX37" fmla="*/ 257003 w 362309"/>
              <a:gd name="connsiteY37" fmla="*/ 168473 h 361971"/>
              <a:gd name="connsiteX38" fmla="*/ 268058 w 362309"/>
              <a:gd name="connsiteY38" fmla="*/ 157429 h 361971"/>
              <a:gd name="connsiteX39" fmla="*/ 257003 w 362309"/>
              <a:gd name="connsiteY39" fmla="*/ 146385 h 361971"/>
              <a:gd name="connsiteX40" fmla="*/ 152464 w 362309"/>
              <a:gd name="connsiteY40" fmla="*/ 146385 h 361971"/>
              <a:gd name="connsiteX41" fmla="*/ 146969 w 362309"/>
              <a:gd name="connsiteY41" fmla="*/ 143320 h 361971"/>
              <a:gd name="connsiteX42" fmla="*/ 146777 w 362309"/>
              <a:gd name="connsiteY42" fmla="*/ 137064 h 361971"/>
              <a:gd name="connsiteX43" fmla="*/ 193679 w 362309"/>
              <a:gd name="connsiteY43" fmla="*/ 108400 h 361971"/>
              <a:gd name="connsiteX44" fmla="*/ 198088 w 362309"/>
              <a:gd name="connsiteY44" fmla="*/ 93142 h 361971"/>
              <a:gd name="connsiteX45" fmla="*/ 191762 w 362309"/>
              <a:gd name="connsiteY45" fmla="*/ 89184 h 361971"/>
              <a:gd name="connsiteX46" fmla="*/ 181410 w 362309"/>
              <a:gd name="connsiteY46" fmla="*/ 90844 h 361971"/>
              <a:gd name="connsiteX47" fmla="*/ 180707 w 362309"/>
              <a:gd name="connsiteY47" fmla="*/ 91163 h 361971"/>
              <a:gd name="connsiteX48" fmla="*/ 93293 w 362309"/>
              <a:gd name="connsiteY48" fmla="*/ 150790 h 361971"/>
              <a:gd name="connsiteX49" fmla="*/ 84475 w 362309"/>
              <a:gd name="connsiteY49" fmla="*/ 152833 h 361971"/>
              <a:gd name="connsiteX50" fmla="*/ 82430 w 362309"/>
              <a:gd name="connsiteY50" fmla="*/ 144023 h 361971"/>
              <a:gd name="connsiteX51" fmla="*/ 176042 w 362309"/>
              <a:gd name="connsiteY51" fmla="*/ 79225 h 361971"/>
              <a:gd name="connsiteX52" fmla="*/ 193807 w 362309"/>
              <a:gd name="connsiteY52" fmla="*/ 76544 h 361971"/>
              <a:gd name="connsiteX53" fmla="*/ 209462 w 362309"/>
              <a:gd name="connsiteY53" fmla="*/ 87397 h 361971"/>
              <a:gd name="connsiteX54" fmla="*/ 198791 w 362309"/>
              <a:gd name="connsiteY54" fmla="*/ 120083 h 361971"/>
              <a:gd name="connsiteX55" fmla="*/ 197448 w 362309"/>
              <a:gd name="connsiteY55" fmla="*/ 120593 h 361971"/>
              <a:gd name="connsiteX56" fmla="*/ 167032 w 362309"/>
              <a:gd name="connsiteY56" fmla="*/ 133617 h 361971"/>
              <a:gd name="connsiteX57" fmla="*/ 256939 w 362309"/>
              <a:gd name="connsiteY57" fmla="*/ 133617 h 361971"/>
              <a:gd name="connsiteX58" fmla="*/ 280773 w 362309"/>
              <a:gd name="connsiteY58" fmla="*/ 157429 h 361971"/>
              <a:gd name="connsiteX59" fmla="*/ 257003 w 362309"/>
              <a:gd name="connsiteY59" fmla="*/ 18124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09" y="280959"/>
                  <a:pt x="362309" y="180986"/>
                </a:cubicBezTo>
                <a:cubicBezTo>
                  <a:pt x="362309" y="81013"/>
                  <a:pt x="281221" y="0"/>
                  <a:pt x="181155" y="0"/>
                </a:cubicBezTo>
                <a:close/>
                <a:moveTo>
                  <a:pt x="257003" y="181241"/>
                </a:moveTo>
                <a:lnTo>
                  <a:pt x="232402" y="181241"/>
                </a:lnTo>
                <a:cubicBezTo>
                  <a:pt x="234319" y="184306"/>
                  <a:pt x="235469" y="187689"/>
                  <a:pt x="235469" y="191519"/>
                </a:cubicBezTo>
                <a:cubicBezTo>
                  <a:pt x="235469" y="204990"/>
                  <a:pt x="226715" y="215140"/>
                  <a:pt x="214830" y="215970"/>
                </a:cubicBezTo>
                <a:cubicBezTo>
                  <a:pt x="216810" y="219034"/>
                  <a:pt x="218025" y="222482"/>
                  <a:pt x="218025" y="226376"/>
                </a:cubicBezTo>
                <a:cubicBezTo>
                  <a:pt x="218025" y="236080"/>
                  <a:pt x="213423" y="244060"/>
                  <a:pt x="206395" y="248082"/>
                </a:cubicBezTo>
                <a:cubicBezTo>
                  <a:pt x="209270" y="251529"/>
                  <a:pt x="211059" y="255679"/>
                  <a:pt x="211059" y="260403"/>
                </a:cubicBezTo>
                <a:cubicBezTo>
                  <a:pt x="211059" y="273873"/>
                  <a:pt x="199941" y="285747"/>
                  <a:pt x="187225" y="285747"/>
                </a:cubicBezTo>
                <a:lnTo>
                  <a:pt x="152400" y="285747"/>
                </a:lnTo>
                <a:cubicBezTo>
                  <a:pt x="152272" y="285747"/>
                  <a:pt x="151633" y="285747"/>
                  <a:pt x="150674" y="285747"/>
                </a:cubicBezTo>
                <a:cubicBezTo>
                  <a:pt x="142751" y="285747"/>
                  <a:pt x="110035" y="284534"/>
                  <a:pt x="87286" y="265254"/>
                </a:cubicBezTo>
                <a:cubicBezTo>
                  <a:pt x="84603" y="262956"/>
                  <a:pt x="84283" y="258934"/>
                  <a:pt x="86519" y="256253"/>
                </a:cubicBezTo>
                <a:cubicBezTo>
                  <a:pt x="88820" y="253572"/>
                  <a:pt x="92845" y="253253"/>
                  <a:pt x="95529" y="255487"/>
                </a:cubicBezTo>
                <a:cubicBezTo>
                  <a:pt x="117255" y="273873"/>
                  <a:pt x="151761" y="272979"/>
                  <a:pt x="152144" y="272915"/>
                </a:cubicBezTo>
                <a:lnTo>
                  <a:pt x="187225" y="272915"/>
                </a:lnTo>
                <a:cubicBezTo>
                  <a:pt x="192912" y="272915"/>
                  <a:pt x="198279" y="266787"/>
                  <a:pt x="198279" y="260339"/>
                </a:cubicBezTo>
                <a:cubicBezTo>
                  <a:pt x="198279" y="255040"/>
                  <a:pt x="190676" y="250891"/>
                  <a:pt x="184158" y="250891"/>
                </a:cubicBezTo>
                <a:lnTo>
                  <a:pt x="180132" y="250891"/>
                </a:lnTo>
                <a:cubicBezTo>
                  <a:pt x="176617" y="250891"/>
                  <a:pt x="173742" y="248018"/>
                  <a:pt x="173742" y="244507"/>
                </a:cubicBezTo>
                <a:cubicBezTo>
                  <a:pt x="173742" y="240995"/>
                  <a:pt x="176617" y="238123"/>
                  <a:pt x="180132" y="238123"/>
                </a:cubicBezTo>
                <a:lnTo>
                  <a:pt x="195979" y="238123"/>
                </a:lnTo>
                <a:cubicBezTo>
                  <a:pt x="202050" y="238123"/>
                  <a:pt x="205245" y="232185"/>
                  <a:pt x="205245" y="226312"/>
                </a:cubicBezTo>
                <a:cubicBezTo>
                  <a:pt x="205245" y="220822"/>
                  <a:pt x="197321" y="216098"/>
                  <a:pt x="190867" y="216098"/>
                </a:cubicBezTo>
                <a:lnTo>
                  <a:pt x="180132" y="216098"/>
                </a:lnTo>
                <a:cubicBezTo>
                  <a:pt x="176617" y="216098"/>
                  <a:pt x="173742" y="213225"/>
                  <a:pt x="173742" y="209714"/>
                </a:cubicBezTo>
                <a:cubicBezTo>
                  <a:pt x="173742" y="206203"/>
                  <a:pt x="176617" y="203330"/>
                  <a:pt x="180132" y="203330"/>
                </a:cubicBezTo>
                <a:lnTo>
                  <a:pt x="213423" y="203330"/>
                </a:lnTo>
                <a:cubicBezTo>
                  <a:pt x="219494" y="203330"/>
                  <a:pt x="222689" y="197393"/>
                  <a:pt x="222689" y="191519"/>
                </a:cubicBezTo>
                <a:cubicBezTo>
                  <a:pt x="222689" y="186029"/>
                  <a:pt x="214766" y="181241"/>
                  <a:pt x="208312" y="181241"/>
                </a:cubicBezTo>
                <a:lnTo>
                  <a:pt x="180132" y="181241"/>
                </a:lnTo>
                <a:cubicBezTo>
                  <a:pt x="176617" y="181241"/>
                  <a:pt x="173742" y="178368"/>
                  <a:pt x="173742" y="174857"/>
                </a:cubicBezTo>
                <a:cubicBezTo>
                  <a:pt x="173742" y="171346"/>
                  <a:pt x="176617" y="168473"/>
                  <a:pt x="180132" y="168473"/>
                </a:cubicBezTo>
                <a:lnTo>
                  <a:pt x="257003" y="168473"/>
                </a:lnTo>
                <a:cubicBezTo>
                  <a:pt x="263073" y="168473"/>
                  <a:pt x="268058" y="163558"/>
                  <a:pt x="268058" y="157429"/>
                </a:cubicBezTo>
                <a:cubicBezTo>
                  <a:pt x="268058" y="151300"/>
                  <a:pt x="263137" y="146385"/>
                  <a:pt x="257003" y="146385"/>
                </a:cubicBezTo>
                <a:lnTo>
                  <a:pt x="152464" y="146385"/>
                </a:lnTo>
                <a:cubicBezTo>
                  <a:pt x="150227" y="146385"/>
                  <a:pt x="148182" y="145236"/>
                  <a:pt x="146969" y="143320"/>
                </a:cubicBezTo>
                <a:cubicBezTo>
                  <a:pt x="145818" y="141405"/>
                  <a:pt x="145754" y="139043"/>
                  <a:pt x="146777" y="137064"/>
                </a:cubicBezTo>
                <a:cubicBezTo>
                  <a:pt x="156362" y="118614"/>
                  <a:pt x="187225" y="109996"/>
                  <a:pt x="193679" y="108400"/>
                </a:cubicBezTo>
                <a:cubicBezTo>
                  <a:pt x="198599" y="105527"/>
                  <a:pt x="200707" y="98441"/>
                  <a:pt x="198088" y="93142"/>
                </a:cubicBezTo>
                <a:cubicBezTo>
                  <a:pt x="196746" y="90461"/>
                  <a:pt x="193934" y="89503"/>
                  <a:pt x="191762" y="89184"/>
                </a:cubicBezTo>
                <a:cubicBezTo>
                  <a:pt x="188439" y="88674"/>
                  <a:pt x="184605" y="89248"/>
                  <a:pt x="181410" y="90844"/>
                </a:cubicBezTo>
                <a:cubicBezTo>
                  <a:pt x="181155" y="90972"/>
                  <a:pt x="180963" y="91036"/>
                  <a:pt x="180707" y="91163"/>
                </a:cubicBezTo>
                <a:cubicBezTo>
                  <a:pt x="180068" y="91419"/>
                  <a:pt x="115786" y="114720"/>
                  <a:pt x="93293" y="150790"/>
                </a:cubicBezTo>
                <a:cubicBezTo>
                  <a:pt x="91440" y="153790"/>
                  <a:pt x="87478" y="154684"/>
                  <a:pt x="84475" y="152833"/>
                </a:cubicBezTo>
                <a:cubicBezTo>
                  <a:pt x="81472" y="150981"/>
                  <a:pt x="80577" y="147023"/>
                  <a:pt x="82430" y="144023"/>
                </a:cubicBezTo>
                <a:cubicBezTo>
                  <a:pt x="106648" y="105208"/>
                  <a:pt x="170164" y="81396"/>
                  <a:pt x="176042" y="79225"/>
                </a:cubicBezTo>
                <a:cubicBezTo>
                  <a:pt x="181538" y="76608"/>
                  <a:pt x="187927" y="75586"/>
                  <a:pt x="193807" y="76544"/>
                </a:cubicBezTo>
                <a:cubicBezTo>
                  <a:pt x="200963" y="77693"/>
                  <a:pt x="206586" y="81587"/>
                  <a:pt x="209462" y="87397"/>
                </a:cubicBezTo>
                <a:cubicBezTo>
                  <a:pt x="215405" y="99271"/>
                  <a:pt x="210548" y="114273"/>
                  <a:pt x="198791" y="120083"/>
                </a:cubicBezTo>
                <a:cubicBezTo>
                  <a:pt x="198343" y="120274"/>
                  <a:pt x="197896" y="120466"/>
                  <a:pt x="197448" y="120593"/>
                </a:cubicBezTo>
                <a:cubicBezTo>
                  <a:pt x="191122" y="122126"/>
                  <a:pt x="176937" y="126658"/>
                  <a:pt x="167032" y="133617"/>
                </a:cubicBezTo>
                <a:lnTo>
                  <a:pt x="256939" y="133617"/>
                </a:lnTo>
                <a:cubicBezTo>
                  <a:pt x="270039" y="133617"/>
                  <a:pt x="280773" y="144278"/>
                  <a:pt x="280773" y="157429"/>
                </a:cubicBezTo>
                <a:cubicBezTo>
                  <a:pt x="280773" y="170580"/>
                  <a:pt x="270166" y="181241"/>
                  <a:pt x="257003" y="181241"/>
                </a:cubicBezTo>
                <a:close/>
              </a:path>
            </a:pathLst>
          </a:custGeom>
          <a:solidFill>
            <a:srgbClr val="00A3E0"/>
          </a:solidFill>
          <a:ln w="6390" cap="flat">
            <a:noFill/>
            <a:prstDash val="solid"/>
            <a:miter/>
          </a:ln>
        </p:spPr>
        <p:txBody>
          <a:bodyPr rtlCol="0" anchor="ctr"/>
          <a:lstStyle/>
          <a:p>
            <a:endParaRPr lang="en-US"/>
          </a:p>
        </p:txBody>
      </p:sp>
      <p:grpSp>
        <p:nvGrpSpPr>
          <p:cNvPr id="1097" name="Graphic 4">
            <a:extLst>
              <a:ext uri="{FF2B5EF4-FFF2-40B4-BE49-F238E27FC236}">
                <a16:creationId xmlns:a16="http://schemas.microsoft.com/office/drawing/2014/main" id="{23891869-1ADA-5540-8FB2-C5514CAFD12D}"/>
              </a:ext>
            </a:extLst>
          </p:cNvPr>
          <p:cNvGrpSpPr/>
          <p:nvPr/>
        </p:nvGrpSpPr>
        <p:grpSpPr>
          <a:xfrm>
            <a:off x="8239632" y="4792937"/>
            <a:ext cx="362309" cy="361971"/>
            <a:chOff x="8239632" y="4792937"/>
            <a:chExt cx="362309" cy="361971"/>
          </a:xfrm>
          <a:solidFill>
            <a:srgbClr val="00A3E0"/>
          </a:solidFill>
        </p:grpSpPr>
        <p:sp>
          <p:nvSpPr>
            <p:cNvPr id="1098" name="Freeform 1097">
              <a:extLst>
                <a:ext uri="{FF2B5EF4-FFF2-40B4-BE49-F238E27FC236}">
                  <a16:creationId xmlns:a16="http://schemas.microsoft.com/office/drawing/2014/main" id="{8746AF8A-CFD6-734E-9A81-5482F2E5D754}"/>
                </a:ext>
              </a:extLst>
            </p:cNvPr>
            <p:cNvSpPr/>
            <p:nvPr/>
          </p:nvSpPr>
          <p:spPr>
            <a:xfrm>
              <a:off x="8427176" y="4891661"/>
              <a:ext cx="50352" cy="27267"/>
            </a:xfrm>
            <a:custGeom>
              <a:avLst/>
              <a:gdLst>
                <a:gd name="connsiteX0" fmla="*/ 45433 w 50352"/>
                <a:gd name="connsiteY0" fmla="*/ 25317 h 27267"/>
                <a:gd name="connsiteX1" fmla="*/ 50353 w 50352"/>
                <a:gd name="connsiteY1" fmla="*/ 13634 h 27267"/>
                <a:gd name="connsiteX2" fmla="*/ 45433 w 50352"/>
                <a:gd name="connsiteY2" fmla="*/ 1951 h 27267"/>
                <a:gd name="connsiteX3" fmla="*/ 0 w 50352"/>
                <a:gd name="connsiteY3" fmla="*/ 9804 h 27267"/>
                <a:gd name="connsiteX4" fmla="*/ 0 w 50352"/>
                <a:gd name="connsiteY4" fmla="*/ 17464 h 27267"/>
                <a:gd name="connsiteX5" fmla="*/ 45433 w 50352"/>
                <a:gd name="connsiteY5" fmla="*/ 25317 h 27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352" h="27267">
                  <a:moveTo>
                    <a:pt x="45433" y="25317"/>
                  </a:moveTo>
                  <a:cubicBezTo>
                    <a:pt x="46647" y="24614"/>
                    <a:pt x="50353" y="22444"/>
                    <a:pt x="50353" y="13634"/>
                  </a:cubicBezTo>
                  <a:cubicBezTo>
                    <a:pt x="50353" y="4824"/>
                    <a:pt x="46647" y="2654"/>
                    <a:pt x="45433" y="1951"/>
                  </a:cubicBezTo>
                  <a:cubicBezTo>
                    <a:pt x="36679" y="-3092"/>
                    <a:pt x="17189" y="2398"/>
                    <a:pt x="0" y="9804"/>
                  </a:cubicBezTo>
                  <a:lnTo>
                    <a:pt x="0" y="17464"/>
                  </a:lnTo>
                  <a:cubicBezTo>
                    <a:pt x="17125" y="24870"/>
                    <a:pt x="36679" y="30360"/>
                    <a:pt x="45433" y="25317"/>
                  </a:cubicBezTo>
                  <a:close/>
                </a:path>
              </a:pathLst>
            </a:custGeom>
            <a:solidFill>
              <a:srgbClr val="00A3E0"/>
            </a:solidFill>
            <a:ln w="6390" cap="flat">
              <a:noFill/>
              <a:prstDash val="solid"/>
              <a:miter/>
            </a:ln>
          </p:spPr>
          <p:txBody>
            <a:bodyPr rtlCol="0" anchor="ctr"/>
            <a:lstStyle/>
            <a:p>
              <a:endParaRPr lang="en-US"/>
            </a:p>
          </p:txBody>
        </p:sp>
        <p:sp>
          <p:nvSpPr>
            <p:cNvPr id="1099" name="Freeform 1098">
              <a:extLst>
                <a:ext uri="{FF2B5EF4-FFF2-40B4-BE49-F238E27FC236}">
                  <a16:creationId xmlns:a16="http://schemas.microsoft.com/office/drawing/2014/main" id="{409B8E2F-C2BC-E447-8688-DA62418E2B75}"/>
                </a:ext>
              </a:extLst>
            </p:cNvPr>
            <p:cNvSpPr/>
            <p:nvPr/>
          </p:nvSpPr>
          <p:spPr>
            <a:xfrm>
              <a:off x="8395610" y="4877014"/>
              <a:ext cx="18786" cy="21003"/>
            </a:xfrm>
            <a:custGeom>
              <a:avLst/>
              <a:gdLst>
                <a:gd name="connsiteX0" fmla="*/ 9393 w 18786"/>
                <a:gd name="connsiteY0" fmla="*/ 0 h 21003"/>
                <a:gd name="connsiteX1" fmla="*/ 0 w 18786"/>
                <a:gd name="connsiteY1" fmla="*/ 9384 h 21003"/>
                <a:gd name="connsiteX2" fmla="*/ 0 w 18786"/>
                <a:gd name="connsiteY2" fmla="*/ 16279 h 21003"/>
                <a:gd name="connsiteX3" fmla="*/ 9393 w 18786"/>
                <a:gd name="connsiteY3" fmla="*/ 21003 h 21003"/>
                <a:gd name="connsiteX4" fmla="*/ 18786 w 18786"/>
                <a:gd name="connsiteY4" fmla="*/ 16279 h 21003"/>
                <a:gd name="connsiteX5" fmla="*/ 18786 w 18786"/>
                <a:gd name="connsiteY5" fmla="*/ 9384 h 21003"/>
                <a:gd name="connsiteX6" fmla="*/ 9393 w 18786"/>
                <a:gd name="connsiteY6" fmla="*/ 0 h 21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786" h="21003">
                  <a:moveTo>
                    <a:pt x="9393" y="0"/>
                  </a:moveTo>
                  <a:cubicBezTo>
                    <a:pt x="4218" y="0"/>
                    <a:pt x="0" y="4213"/>
                    <a:pt x="0" y="9384"/>
                  </a:cubicBezTo>
                  <a:lnTo>
                    <a:pt x="0" y="16279"/>
                  </a:lnTo>
                  <a:cubicBezTo>
                    <a:pt x="3898" y="18130"/>
                    <a:pt x="7093" y="19790"/>
                    <a:pt x="9393" y="21003"/>
                  </a:cubicBezTo>
                  <a:cubicBezTo>
                    <a:pt x="11629" y="19790"/>
                    <a:pt x="14888" y="18130"/>
                    <a:pt x="18786" y="16279"/>
                  </a:cubicBezTo>
                  <a:lnTo>
                    <a:pt x="18786" y="9384"/>
                  </a:lnTo>
                  <a:cubicBezTo>
                    <a:pt x="18786" y="4213"/>
                    <a:pt x="14569" y="0"/>
                    <a:pt x="9393" y="0"/>
                  </a:cubicBezTo>
                  <a:close/>
                </a:path>
              </a:pathLst>
            </a:custGeom>
            <a:solidFill>
              <a:srgbClr val="00A3E0"/>
            </a:solidFill>
            <a:ln w="6390" cap="flat">
              <a:noFill/>
              <a:prstDash val="solid"/>
              <a:miter/>
            </a:ln>
          </p:spPr>
          <p:txBody>
            <a:bodyPr rtlCol="0" anchor="ctr"/>
            <a:lstStyle/>
            <a:p>
              <a:endParaRPr lang="en-US"/>
            </a:p>
          </p:txBody>
        </p:sp>
        <p:sp>
          <p:nvSpPr>
            <p:cNvPr id="1100" name="Freeform 1099">
              <a:extLst>
                <a:ext uri="{FF2B5EF4-FFF2-40B4-BE49-F238E27FC236}">
                  <a16:creationId xmlns:a16="http://schemas.microsoft.com/office/drawing/2014/main" id="{4D0D764F-52FD-AB46-949E-3EBE37BB5C0B}"/>
                </a:ext>
              </a:extLst>
            </p:cNvPr>
            <p:cNvSpPr/>
            <p:nvPr/>
          </p:nvSpPr>
          <p:spPr>
            <a:xfrm>
              <a:off x="8332541" y="4891697"/>
              <a:ext cx="50352" cy="27295"/>
            </a:xfrm>
            <a:custGeom>
              <a:avLst/>
              <a:gdLst>
                <a:gd name="connsiteX0" fmla="*/ 14058 w 50352"/>
                <a:gd name="connsiteY0" fmla="*/ 0 h 27295"/>
                <a:gd name="connsiteX1" fmla="*/ 4920 w 50352"/>
                <a:gd name="connsiteY1" fmla="*/ 1979 h 27295"/>
                <a:gd name="connsiteX2" fmla="*/ 0 w 50352"/>
                <a:gd name="connsiteY2" fmla="*/ 13662 h 27295"/>
                <a:gd name="connsiteX3" fmla="*/ 4920 w 50352"/>
                <a:gd name="connsiteY3" fmla="*/ 25345 h 27295"/>
                <a:gd name="connsiteX4" fmla="*/ 50353 w 50352"/>
                <a:gd name="connsiteY4" fmla="*/ 17492 h 27295"/>
                <a:gd name="connsiteX5" fmla="*/ 50353 w 50352"/>
                <a:gd name="connsiteY5" fmla="*/ 9895 h 27295"/>
                <a:gd name="connsiteX6" fmla="*/ 14058 w 50352"/>
                <a:gd name="connsiteY6" fmla="*/ 0 h 27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352" h="27295">
                  <a:moveTo>
                    <a:pt x="14058" y="0"/>
                  </a:moveTo>
                  <a:cubicBezTo>
                    <a:pt x="10416" y="0"/>
                    <a:pt x="7285" y="575"/>
                    <a:pt x="4920" y="1979"/>
                  </a:cubicBezTo>
                  <a:cubicBezTo>
                    <a:pt x="3706" y="2681"/>
                    <a:pt x="0" y="4852"/>
                    <a:pt x="0" y="13662"/>
                  </a:cubicBezTo>
                  <a:cubicBezTo>
                    <a:pt x="0" y="22472"/>
                    <a:pt x="3706" y="24642"/>
                    <a:pt x="4920" y="25345"/>
                  </a:cubicBezTo>
                  <a:cubicBezTo>
                    <a:pt x="13675" y="30388"/>
                    <a:pt x="33163" y="24898"/>
                    <a:pt x="50353" y="17492"/>
                  </a:cubicBezTo>
                  <a:lnTo>
                    <a:pt x="50353" y="9895"/>
                  </a:lnTo>
                  <a:cubicBezTo>
                    <a:pt x="37765" y="4469"/>
                    <a:pt x="23962" y="0"/>
                    <a:pt x="14058" y="0"/>
                  </a:cubicBezTo>
                  <a:close/>
                </a:path>
              </a:pathLst>
            </a:custGeom>
            <a:solidFill>
              <a:srgbClr val="00A3E0"/>
            </a:solidFill>
            <a:ln w="6390" cap="flat">
              <a:noFill/>
              <a:prstDash val="solid"/>
              <a:miter/>
            </a:ln>
          </p:spPr>
          <p:txBody>
            <a:bodyPr rtlCol="0" anchor="ctr"/>
            <a:lstStyle/>
            <a:p>
              <a:endParaRPr lang="en-US"/>
            </a:p>
          </p:txBody>
        </p:sp>
        <p:sp>
          <p:nvSpPr>
            <p:cNvPr id="1101" name="Freeform 1100">
              <a:extLst>
                <a:ext uri="{FF2B5EF4-FFF2-40B4-BE49-F238E27FC236}">
                  <a16:creationId xmlns:a16="http://schemas.microsoft.com/office/drawing/2014/main" id="{B9625F25-62FB-4D45-83BD-A3502A564B82}"/>
                </a:ext>
              </a:extLst>
            </p:cNvPr>
            <p:cNvSpPr/>
            <p:nvPr/>
          </p:nvSpPr>
          <p:spPr>
            <a:xfrm>
              <a:off x="8239632" y="4792937"/>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263330 w 362309"/>
                <a:gd name="connsiteY5" fmla="*/ 287534 h 361971"/>
                <a:gd name="connsiteX6" fmla="*/ 258473 w 362309"/>
                <a:gd name="connsiteY6" fmla="*/ 289769 h 361971"/>
                <a:gd name="connsiteX7" fmla="*/ 254320 w 362309"/>
                <a:gd name="connsiteY7" fmla="*/ 288237 h 361971"/>
                <a:gd name="connsiteX8" fmla="*/ 253617 w 362309"/>
                <a:gd name="connsiteY8" fmla="*/ 279235 h 361971"/>
                <a:gd name="connsiteX9" fmla="*/ 269464 w 362309"/>
                <a:gd name="connsiteY9" fmla="*/ 228546 h 361971"/>
                <a:gd name="connsiteX10" fmla="*/ 269464 w 362309"/>
                <a:gd name="connsiteY10" fmla="*/ 196754 h 361971"/>
                <a:gd name="connsiteX11" fmla="*/ 258537 w 362309"/>
                <a:gd name="connsiteY11" fmla="*/ 187370 h 361971"/>
                <a:gd name="connsiteX12" fmla="*/ 250741 w 362309"/>
                <a:gd name="connsiteY12" fmla="*/ 199116 h 361971"/>
                <a:gd name="connsiteX13" fmla="*/ 244351 w 362309"/>
                <a:gd name="connsiteY13" fmla="*/ 205500 h 361971"/>
                <a:gd name="connsiteX14" fmla="*/ 237961 w 362309"/>
                <a:gd name="connsiteY14" fmla="*/ 199116 h 361971"/>
                <a:gd name="connsiteX15" fmla="*/ 237961 w 362309"/>
                <a:gd name="connsiteY15" fmla="*/ 188072 h 361971"/>
                <a:gd name="connsiteX16" fmla="*/ 227801 w 362309"/>
                <a:gd name="connsiteY16" fmla="*/ 179518 h 361971"/>
                <a:gd name="connsiteX17" fmla="*/ 219239 w 362309"/>
                <a:gd name="connsiteY17" fmla="*/ 191264 h 361971"/>
                <a:gd name="connsiteX18" fmla="*/ 219239 w 362309"/>
                <a:gd name="connsiteY18" fmla="*/ 199116 h 361971"/>
                <a:gd name="connsiteX19" fmla="*/ 212849 w 362309"/>
                <a:gd name="connsiteY19" fmla="*/ 205500 h 361971"/>
                <a:gd name="connsiteX20" fmla="*/ 206459 w 362309"/>
                <a:gd name="connsiteY20" fmla="*/ 199116 h 361971"/>
                <a:gd name="connsiteX21" fmla="*/ 206459 w 362309"/>
                <a:gd name="connsiteY21" fmla="*/ 172304 h 361971"/>
                <a:gd name="connsiteX22" fmla="*/ 196299 w 362309"/>
                <a:gd name="connsiteY22" fmla="*/ 163749 h 361971"/>
                <a:gd name="connsiteX23" fmla="*/ 187672 w 362309"/>
                <a:gd name="connsiteY23" fmla="*/ 175496 h 361971"/>
                <a:gd name="connsiteX24" fmla="*/ 187672 w 362309"/>
                <a:gd name="connsiteY24" fmla="*/ 199116 h 361971"/>
                <a:gd name="connsiteX25" fmla="*/ 181282 w 362309"/>
                <a:gd name="connsiteY25" fmla="*/ 205500 h 361971"/>
                <a:gd name="connsiteX26" fmla="*/ 174893 w 362309"/>
                <a:gd name="connsiteY26" fmla="*/ 199116 h 361971"/>
                <a:gd name="connsiteX27" fmla="*/ 174893 w 362309"/>
                <a:gd name="connsiteY27" fmla="*/ 124488 h 361971"/>
                <a:gd name="connsiteX28" fmla="*/ 165500 w 362309"/>
                <a:gd name="connsiteY28" fmla="*/ 119763 h 361971"/>
                <a:gd name="connsiteX29" fmla="*/ 156107 w 362309"/>
                <a:gd name="connsiteY29" fmla="*/ 124488 h 361971"/>
                <a:gd name="connsiteX30" fmla="*/ 156107 w 362309"/>
                <a:gd name="connsiteY30" fmla="*/ 227461 h 361971"/>
                <a:gd name="connsiteX31" fmla="*/ 153103 w 362309"/>
                <a:gd name="connsiteY31" fmla="*/ 232888 h 361971"/>
                <a:gd name="connsiteX32" fmla="*/ 146905 w 362309"/>
                <a:gd name="connsiteY32" fmla="*/ 233143 h 361971"/>
                <a:gd name="connsiteX33" fmla="*/ 120834 w 362309"/>
                <a:gd name="connsiteY33" fmla="*/ 190307 h 361971"/>
                <a:gd name="connsiteX34" fmla="*/ 107607 w 362309"/>
                <a:gd name="connsiteY34" fmla="*/ 186668 h 361971"/>
                <a:gd name="connsiteX35" fmla="*/ 104284 w 362309"/>
                <a:gd name="connsiteY35" fmla="*/ 191902 h 361971"/>
                <a:gd name="connsiteX36" fmla="*/ 105754 w 362309"/>
                <a:gd name="connsiteY36" fmla="*/ 200904 h 361971"/>
                <a:gd name="connsiteX37" fmla="*/ 106010 w 362309"/>
                <a:gd name="connsiteY37" fmla="*/ 201542 h 361971"/>
                <a:gd name="connsiteX38" fmla="*/ 160196 w 362309"/>
                <a:gd name="connsiteY38" fmla="*/ 278661 h 361971"/>
                <a:gd name="connsiteX39" fmla="*/ 162241 w 362309"/>
                <a:gd name="connsiteY39" fmla="*/ 287471 h 361971"/>
                <a:gd name="connsiteX40" fmla="*/ 156809 w 362309"/>
                <a:gd name="connsiteY40" fmla="*/ 290471 h 361971"/>
                <a:gd name="connsiteX41" fmla="*/ 153422 w 362309"/>
                <a:gd name="connsiteY41" fmla="*/ 289513 h 361971"/>
                <a:gd name="connsiteX42" fmla="*/ 94124 w 362309"/>
                <a:gd name="connsiteY42" fmla="*/ 206266 h 361971"/>
                <a:gd name="connsiteX43" fmla="*/ 101856 w 362309"/>
                <a:gd name="connsiteY43" fmla="*/ 175176 h 361971"/>
                <a:gd name="connsiteX44" fmla="*/ 132527 w 362309"/>
                <a:gd name="connsiteY44" fmla="*/ 185135 h 361971"/>
                <a:gd name="connsiteX45" fmla="*/ 133039 w 362309"/>
                <a:gd name="connsiteY45" fmla="*/ 186604 h 361971"/>
                <a:gd name="connsiteX46" fmla="*/ 143263 w 362309"/>
                <a:gd name="connsiteY46" fmla="*/ 212267 h 361971"/>
                <a:gd name="connsiteX47" fmla="*/ 143263 w 362309"/>
                <a:gd name="connsiteY47" fmla="*/ 130042 h 361971"/>
                <a:gd name="connsiteX48" fmla="*/ 106967 w 362309"/>
                <a:gd name="connsiteY48" fmla="*/ 138660 h 361971"/>
                <a:gd name="connsiteX49" fmla="*/ 91440 w 362309"/>
                <a:gd name="connsiteY49" fmla="*/ 135085 h 361971"/>
                <a:gd name="connsiteX50" fmla="*/ 80194 w 362309"/>
                <a:gd name="connsiteY50" fmla="*/ 112358 h 361971"/>
                <a:gd name="connsiteX51" fmla="*/ 91440 w 362309"/>
                <a:gd name="connsiteY51" fmla="*/ 89631 h 361971"/>
                <a:gd name="connsiteX52" fmla="*/ 143263 w 362309"/>
                <a:gd name="connsiteY52" fmla="*/ 94674 h 361971"/>
                <a:gd name="connsiteX53" fmla="*/ 143263 w 362309"/>
                <a:gd name="connsiteY53" fmla="*/ 93398 h 361971"/>
                <a:gd name="connsiteX54" fmla="*/ 165436 w 362309"/>
                <a:gd name="connsiteY54" fmla="*/ 71245 h 361971"/>
                <a:gd name="connsiteX55" fmla="*/ 187608 w 362309"/>
                <a:gd name="connsiteY55" fmla="*/ 93398 h 361971"/>
                <a:gd name="connsiteX56" fmla="*/ 187608 w 362309"/>
                <a:gd name="connsiteY56" fmla="*/ 94674 h 361971"/>
                <a:gd name="connsiteX57" fmla="*/ 239431 w 362309"/>
                <a:gd name="connsiteY57" fmla="*/ 89631 h 361971"/>
                <a:gd name="connsiteX58" fmla="*/ 250677 w 362309"/>
                <a:gd name="connsiteY58" fmla="*/ 112358 h 361971"/>
                <a:gd name="connsiteX59" fmla="*/ 239431 w 362309"/>
                <a:gd name="connsiteY59" fmla="*/ 135085 h 361971"/>
                <a:gd name="connsiteX60" fmla="*/ 223904 w 362309"/>
                <a:gd name="connsiteY60" fmla="*/ 138660 h 361971"/>
                <a:gd name="connsiteX61" fmla="*/ 187608 w 362309"/>
                <a:gd name="connsiteY61" fmla="*/ 130042 h 361971"/>
                <a:gd name="connsiteX62" fmla="*/ 187608 w 362309"/>
                <a:gd name="connsiteY62" fmla="*/ 153024 h 361971"/>
                <a:gd name="connsiteX63" fmla="*/ 196236 w 362309"/>
                <a:gd name="connsiteY63" fmla="*/ 150917 h 361971"/>
                <a:gd name="connsiteX64" fmla="*/ 218855 w 362309"/>
                <a:gd name="connsiteY64" fmla="*/ 168984 h 361971"/>
                <a:gd name="connsiteX65" fmla="*/ 227801 w 362309"/>
                <a:gd name="connsiteY65" fmla="*/ 166686 h 361971"/>
                <a:gd name="connsiteX66" fmla="*/ 247994 w 362309"/>
                <a:gd name="connsiteY66" fmla="*/ 178113 h 361971"/>
                <a:gd name="connsiteX67" fmla="*/ 258537 w 362309"/>
                <a:gd name="connsiteY67" fmla="*/ 174538 h 361971"/>
                <a:gd name="connsiteX68" fmla="*/ 282244 w 362309"/>
                <a:gd name="connsiteY68" fmla="*/ 196690 h 361971"/>
                <a:gd name="connsiteX69" fmla="*/ 282244 w 362309"/>
                <a:gd name="connsiteY69" fmla="*/ 228227 h 361971"/>
                <a:gd name="connsiteX70" fmla="*/ 263330 w 362309"/>
                <a:gd name="connsiteY70" fmla="*/ 28753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62309" h="361971">
                  <a:moveTo>
                    <a:pt x="181155" y="0"/>
                  </a:moveTo>
                  <a:cubicBezTo>
                    <a:pt x="81089" y="0"/>
                    <a:pt x="0" y="81013"/>
                    <a:pt x="0" y="180986"/>
                  </a:cubicBezTo>
                  <a:cubicBezTo>
                    <a:pt x="0" y="280959"/>
                    <a:pt x="81089" y="361971"/>
                    <a:pt x="181155" y="361971"/>
                  </a:cubicBezTo>
                  <a:cubicBezTo>
                    <a:pt x="281221" y="361971"/>
                    <a:pt x="362310" y="280959"/>
                    <a:pt x="362310" y="180986"/>
                  </a:cubicBezTo>
                  <a:cubicBezTo>
                    <a:pt x="362310" y="81013"/>
                    <a:pt x="281221" y="0"/>
                    <a:pt x="181155" y="0"/>
                  </a:cubicBezTo>
                  <a:close/>
                  <a:moveTo>
                    <a:pt x="263330" y="287534"/>
                  </a:moveTo>
                  <a:cubicBezTo>
                    <a:pt x="262051" y="289003"/>
                    <a:pt x="260262" y="289769"/>
                    <a:pt x="258473" y="289769"/>
                  </a:cubicBezTo>
                  <a:cubicBezTo>
                    <a:pt x="257003" y="289769"/>
                    <a:pt x="255534" y="289258"/>
                    <a:pt x="254320" y="288237"/>
                  </a:cubicBezTo>
                  <a:cubicBezTo>
                    <a:pt x="251636" y="285938"/>
                    <a:pt x="251317" y="281917"/>
                    <a:pt x="253617" y="279235"/>
                  </a:cubicBezTo>
                  <a:cubicBezTo>
                    <a:pt x="270614" y="259445"/>
                    <a:pt x="269464" y="228802"/>
                    <a:pt x="269464" y="228546"/>
                  </a:cubicBezTo>
                  <a:lnTo>
                    <a:pt x="269464" y="196754"/>
                  </a:lnTo>
                  <a:cubicBezTo>
                    <a:pt x="269464" y="192030"/>
                    <a:pt x="264033" y="187370"/>
                    <a:pt x="258537" y="187370"/>
                  </a:cubicBezTo>
                  <a:cubicBezTo>
                    <a:pt x="254064" y="187370"/>
                    <a:pt x="250741" y="193562"/>
                    <a:pt x="250741" y="199116"/>
                  </a:cubicBezTo>
                  <a:cubicBezTo>
                    <a:pt x="250741" y="202628"/>
                    <a:pt x="247866" y="205500"/>
                    <a:pt x="244351" y="205500"/>
                  </a:cubicBezTo>
                  <a:cubicBezTo>
                    <a:pt x="240837" y="205500"/>
                    <a:pt x="237961" y="202628"/>
                    <a:pt x="237961" y="199116"/>
                  </a:cubicBezTo>
                  <a:lnTo>
                    <a:pt x="237961" y="188072"/>
                  </a:lnTo>
                  <a:cubicBezTo>
                    <a:pt x="237961" y="182773"/>
                    <a:pt x="232658" y="179518"/>
                    <a:pt x="227801" y="179518"/>
                  </a:cubicBezTo>
                  <a:cubicBezTo>
                    <a:pt x="223009" y="179518"/>
                    <a:pt x="219239" y="185965"/>
                    <a:pt x="219239" y="191264"/>
                  </a:cubicBezTo>
                  <a:lnTo>
                    <a:pt x="219239" y="199116"/>
                  </a:lnTo>
                  <a:cubicBezTo>
                    <a:pt x="219239" y="202628"/>
                    <a:pt x="216363" y="205500"/>
                    <a:pt x="212849" y="205500"/>
                  </a:cubicBezTo>
                  <a:cubicBezTo>
                    <a:pt x="209334" y="205500"/>
                    <a:pt x="206459" y="202628"/>
                    <a:pt x="206459" y="199116"/>
                  </a:cubicBezTo>
                  <a:lnTo>
                    <a:pt x="206459" y="172304"/>
                  </a:lnTo>
                  <a:cubicBezTo>
                    <a:pt x="206459" y="167005"/>
                    <a:pt x="201155" y="163749"/>
                    <a:pt x="196299" y="163749"/>
                  </a:cubicBezTo>
                  <a:cubicBezTo>
                    <a:pt x="191506" y="163749"/>
                    <a:pt x="187672" y="170197"/>
                    <a:pt x="187672" y="175496"/>
                  </a:cubicBezTo>
                  <a:lnTo>
                    <a:pt x="187672" y="199116"/>
                  </a:lnTo>
                  <a:cubicBezTo>
                    <a:pt x="187672" y="202628"/>
                    <a:pt x="184797" y="205500"/>
                    <a:pt x="181282" y="205500"/>
                  </a:cubicBezTo>
                  <a:cubicBezTo>
                    <a:pt x="177768" y="205500"/>
                    <a:pt x="174893" y="202628"/>
                    <a:pt x="174893" y="199116"/>
                  </a:cubicBezTo>
                  <a:lnTo>
                    <a:pt x="174893" y="124488"/>
                  </a:lnTo>
                  <a:cubicBezTo>
                    <a:pt x="170995" y="122636"/>
                    <a:pt x="167800" y="120976"/>
                    <a:pt x="165500" y="119763"/>
                  </a:cubicBezTo>
                  <a:cubicBezTo>
                    <a:pt x="163263" y="120976"/>
                    <a:pt x="160004" y="122636"/>
                    <a:pt x="156107" y="124488"/>
                  </a:cubicBezTo>
                  <a:lnTo>
                    <a:pt x="156107" y="227461"/>
                  </a:lnTo>
                  <a:cubicBezTo>
                    <a:pt x="156107" y="229696"/>
                    <a:pt x="154956" y="231738"/>
                    <a:pt x="153103" y="232888"/>
                  </a:cubicBezTo>
                  <a:cubicBezTo>
                    <a:pt x="151250" y="234037"/>
                    <a:pt x="148886" y="234164"/>
                    <a:pt x="146905" y="233143"/>
                  </a:cubicBezTo>
                  <a:cubicBezTo>
                    <a:pt x="129972" y="224716"/>
                    <a:pt x="122367" y="196499"/>
                    <a:pt x="120834" y="190307"/>
                  </a:cubicBezTo>
                  <a:cubicBezTo>
                    <a:pt x="118278" y="186029"/>
                    <a:pt x="112272" y="184306"/>
                    <a:pt x="107607" y="186668"/>
                  </a:cubicBezTo>
                  <a:cubicBezTo>
                    <a:pt x="105818" y="187561"/>
                    <a:pt x="104667" y="189349"/>
                    <a:pt x="104284" y="191902"/>
                  </a:cubicBezTo>
                  <a:cubicBezTo>
                    <a:pt x="103836" y="194775"/>
                    <a:pt x="104348" y="198159"/>
                    <a:pt x="105754" y="200904"/>
                  </a:cubicBezTo>
                  <a:cubicBezTo>
                    <a:pt x="105882" y="201095"/>
                    <a:pt x="105946" y="201351"/>
                    <a:pt x="106010" y="201542"/>
                  </a:cubicBezTo>
                  <a:cubicBezTo>
                    <a:pt x="106201" y="202117"/>
                    <a:pt x="126968" y="258040"/>
                    <a:pt x="160196" y="278661"/>
                  </a:cubicBezTo>
                  <a:cubicBezTo>
                    <a:pt x="163199" y="280512"/>
                    <a:pt x="164094" y="284470"/>
                    <a:pt x="162241" y="287471"/>
                  </a:cubicBezTo>
                  <a:cubicBezTo>
                    <a:pt x="161027" y="289386"/>
                    <a:pt x="158918" y="290471"/>
                    <a:pt x="156809" y="290471"/>
                  </a:cubicBezTo>
                  <a:cubicBezTo>
                    <a:pt x="155659" y="290471"/>
                    <a:pt x="154509" y="290152"/>
                    <a:pt x="153422" y="289513"/>
                  </a:cubicBezTo>
                  <a:cubicBezTo>
                    <a:pt x="117511" y="267170"/>
                    <a:pt x="96105" y="211565"/>
                    <a:pt x="94124" y="206266"/>
                  </a:cubicBezTo>
                  <a:cubicBezTo>
                    <a:pt x="89012" y="195669"/>
                    <a:pt x="90482" y="180858"/>
                    <a:pt x="101856" y="175176"/>
                  </a:cubicBezTo>
                  <a:cubicBezTo>
                    <a:pt x="112974" y="169622"/>
                    <a:pt x="127032" y="174155"/>
                    <a:pt x="132527" y="185135"/>
                  </a:cubicBezTo>
                  <a:cubicBezTo>
                    <a:pt x="132783" y="185582"/>
                    <a:pt x="132911" y="186093"/>
                    <a:pt x="133039" y="186604"/>
                  </a:cubicBezTo>
                  <a:cubicBezTo>
                    <a:pt x="134253" y="191966"/>
                    <a:pt x="137831" y="203585"/>
                    <a:pt x="143263" y="212267"/>
                  </a:cubicBezTo>
                  <a:lnTo>
                    <a:pt x="143263" y="130042"/>
                  </a:lnTo>
                  <a:cubicBezTo>
                    <a:pt x="131888" y="134574"/>
                    <a:pt x="118470" y="138660"/>
                    <a:pt x="106967" y="138660"/>
                  </a:cubicBezTo>
                  <a:cubicBezTo>
                    <a:pt x="101153" y="138660"/>
                    <a:pt x="95785" y="137639"/>
                    <a:pt x="91440" y="135085"/>
                  </a:cubicBezTo>
                  <a:cubicBezTo>
                    <a:pt x="86328" y="132085"/>
                    <a:pt x="80194" y="125764"/>
                    <a:pt x="80194" y="112358"/>
                  </a:cubicBezTo>
                  <a:cubicBezTo>
                    <a:pt x="80194" y="99015"/>
                    <a:pt x="86328" y="92631"/>
                    <a:pt x="91440" y="89631"/>
                  </a:cubicBezTo>
                  <a:cubicBezTo>
                    <a:pt x="104412" y="82098"/>
                    <a:pt x="126073" y="87843"/>
                    <a:pt x="143263" y="94674"/>
                  </a:cubicBezTo>
                  <a:lnTo>
                    <a:pt x="143263" y="93398"/>
                  </a:lnTo>
                  <a:cubicBezTo>
                    <a:pt x="143263" y="81204"/>
                    <a:pt x="153231" y="71245"/>
                    <a:pt x="165436" y="71245"/>
                  </a:cubicBezTo>
                  <a:cubicBezTo>
                    <a:pt x="177641" y="71245"/>
                    <a:pt x="187608" y="81204"/>
                    <a:pt x="187608" y="93398"/>
                  </a:cubicBezTo>
                  <a:lnTo>
                    <a:pt x="187608" y="94674"/>
                  </a:lnTo>
                  <a:cubicBezTo>
                    <a:pt x="204798" y="87843"/>
                    <a:pt x="226460" y="82098"/>
                    <a:pt x="239431" y="89631"/>
                  </a:cubicBezTo>
                  <a:cubicBezTo>
                    <a:pt x="244543" y="92631"/>
                    <a:pt x="250677" y="98952"/>
                    <a:pt x="250677" y="112358"/>
                  </a:cubicBezTo>
                  <a:cubicBezTo>
                    <a:pt x="250677" y="125701"/>
                    <a:pt x="244543" y="132085"/>
                    <a:pt x="239431" y="135085"/>
                  </a:cubicBezTo>
                  <a:cubicBezTo>
                    <a:pt x="235086" y="137639"/>
                    <a:pt x="229719" y="138660"/>
                    <a:pt x="223904" y="138660"/>
                  </a:cubicBezTo>
                  <a:cubicBezTo>
                    <a:pt x="212401" y="138660"/>
                    <a:pt x="198983" y="134574"/>
                    <a:pt x="187608" y="130042"/>
                  </a:cubicBezTo>
                  <a:lnTo>
                    <a:pt x="187608" y="153024"/>
                  </a:lnTo>
                  <a:cubicBezTo>
                    <a:pt x="190165" y="151683"/>
                    <a:pt x="193041" y="150917"/>
                    <a:pt x="196236" y="150917"/>
                  </a:cubicBezTo>
                  <a:cubicBezTo>
                    <a:pt x="207673" y="150917"/>
                    <a:pt x="217130" y="158770"/>
                    <a:pt x="218855" y="168984"/>
                  </a:cubicBezTo>
                  <a:cubicBezTo>
                    <a:pt x="221539" y="167516"/>
                    <a:pt x="224542" y="166686"/>
                    <a:pt x="227801" y="166686"/>
                  </a:cubicBezTo>
                  <a:cubicBezTo>
                    <a:pt x="236620" y="166686"/>
                    <a:pt x="244160" y="171346"/>
                    <a:pt x="247994" y="178113"/>
                  </a:cubicBezTo>
                  <a:cubicBezTo>
                    <a:pt x="250997" y="175943"/>
                    <a:pt x="254512" y="174538"/>
                    <a:pt x="258537" y="174538"/>
                  </a:cubicBezTo>
                  <a:cubicBezTo>
                    <a:pt x="271189" y="174538"/>
                    <a:pt x="282244" y="184880"/>
                    <a:pt x="282244" y="196690"/>
                  </a:cubicBezTo>
                  <a:lnTo>
                    <a:pt x="282244" y="228227"/>
                  </a:lnTo>
                  <a:cubicBezTo>
                    <a:pt x="282244" y="229376"/>
                    <a:pt x="283649" y="263850"/>
                    <a:pt x="263330" y="287534"/>
                  </a:cubicBezTo>
                  <a:close/>
                </a:path>
              </a:pathLst>
            </a:custGeom>
            <a:solidFill>
              <a:srgbClr val="00A3E0"/>
            </a:solidFill>
            <a:ln w="6390" cap="flat">
              <a:noFill/>
              <a:prstDash val="solid"/>
              <a:miter/>
            </a:ln>
          </p:spPr>
          <p:txBody>
            <a:bodyPr rtlCol="0" anchor="ctr"/>
            <a:lstStyle/>
            <a:p>
              <a:endParaRPr lang="en-US"/>
            </a:p>
          </p:txBody>
        </p:sp>
      </p:grpSp>
      <p:sp>
        <p:nvSpPr>
          <p:cNvPr id="1102" name="Graphic 4">
            <a:extLst>
              <a:ext uri="{FF2B5EF4-FFF2-40B4-BE49-F238E27FC236}">
                <a16:creationId xmlns:a16="http://schemas.microsoft.com/office/drawing/2014/main" id="{1CDB9B82-B206-5646-8A06-FCE4C1EACE1B}"/>
              </a:ext>
            </a:extLst>
          </p:cNvPr>
          <p:cNvSpPr/>
          <p:nvPr/>
        </p:nvSpPr>
        <p:spPr>
          <a:xfrm>
            <a:off x="10324860" y="2371109"/>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09 w 362309"/>
              <a:gd name="connsiteY3" fmla="*/ 180986 h 361971"/>
              <a:gd name="connsiteX4" fmla="*/ 181155 w 362309"/>
              <a:gd name="connsiteY4" fmla="*/ 0 h 361971"/>
              <a:gd name="connsiteX5" fmla="*/ 269080 w 362309"/>
              <a:gd name="connsiteY5" fmla="*/ 279363 h 361971"/>
              <a:gd name="connsiteX6" fmla="*/ 264224 w 362309"/>
              <a:gd name="connsiteY6" fmla="*/ 281597 h 361971"/>
              <a:gd name="connsiteX7" fmla="*/ 260070 w 362309"/>
              <a:gd name="connsiteY7" fmla="*/ 280065 h 361971"/>
              <a:gd name="connsiteX8" fmla="*/ 259367 w 362309"/>
              <a:gd name="connsiteY8" fmla="*/ 271064 h 361971"/>
              <a:gd name="connsiteX9" fmla="*/ 277642 w 362309"/>
              <a:gd name="connsiteY9" fmla="*/ 212204 h 361971"/>
              <a:gd name="connsiteX10" fmla="*/ 277642 w 362309"/>
              <a:gd name="connsiteY10" fmla="*/ 175879 h 361971"/>
              <a:gd name="connsiteX11" fmla="*/ 264224 w 362309"/>
              <a:gd name="connsiteY11" fmla="*/ 164196 h 361971"/>
              <a:gd name="connsiteX12" fmla="*/ 254000 w 362309"/>
              <a:gd name="connsiteY12" fmla="*/ 179071 h 361971"/>
              <a:gd name="connsiteX13" fmla="*/ 247610 w 362309"/>
              <a:gd name="connsiteY13" fmla="*/ 185455 h 361971"/>
              <a:gd name="connsiteX14" fmla="*/ 241220 w 362309"/>
              <a:gd name="connsiteY14" fmla="*/ 179071 h 361971"/>
              <a:gd name="connsiteX15" fmla="*/ 241220 w 362309"/>
              <a:gd name="connsiteY15" fmla="*/ 178879 h 361971"/>
              <a:gd name="connsiteX16" fmla="*/ 241220 w 362309"/>
              <a:gd name="connsiteY16" fmla="*/ 178815 h 361971"/>
              <a:gd name="connsiteX17" fmla="*/ 241220 w 362309"/>
              <a:gd name="connsiteY17" fmla="*/ 166494 h 361971"/>
              <a:gd name="connsiteX18" fmla="*/ 228567 w 362309"/>
              <a:gd name="connsiteY18" fmla="*/ 155514 h 361971"/>
              <a:gd name="connsiteX19" fmla="*/ 217577 w 362309"/>
              <a:gd name="connsiteY19" fmla="*/ 169750 h 361971"/>
              <a:gd name="connsiteX20" fmla="*/ 217577 w 362309"/>
              <a:gd name="connsiteY20" fmla="*/ 178815 h 361971"/>
              <a:gd name="connsiteX21" fmla="*/ 211187 w 362309"/>
              <a:gd name="connsiteY21" fmla="*/ 185199 h 361971"/>
              <a:gd name="connsiteX22" fmla="*/ 204797 w 362309"/>
              <a:gd name="connsiteY22" fmla="*/ 178815 h 361971"/>
              <a:gd name="connsiteX23" fmla="*/ 204797 w 362309"/>
              <a:gd name="connsiteY23" fmla="*/ 148300 h 361971"/>
              <a:gd name="connsiteX24" fmla="*/ 192145 w 362309"/>
              <a:gd name="connsiteY24" fmla="*/ 137319 h 361971"/>
              <a:gd name="connsiteX25" fmla="*/ 181155 w 362309"/>
              <a:gd name="connsiteY25" fmla="*/ 151556 h 361971"/>
              <a:gd name="connsiteX26" fmla="*/ 181155 w 362309"/>
              <a:gd name="connsiteY26" fmla="*/ 178815 h 361971"/>
              <a:gd name="connsiteX27" fmla="*/ 174765 w 362309"/>
              <a:gd name="connsiteY27" fmla="*/ 185199 h 361971"/>
              <a:gd name="connsiteX28" fmla="*/ 168375 w 362309"/>
              <a:gd name="connsiteY28" fmla="*/ 178815 h 361971"/>
              <a:gd name="connsiteX29" fmla="*/ 168375 w 362309"/>
              <a:gd name="connsiteY29" fmla="*/ 102846 h 361971"/>
              <a:gd name="connsiteX30" fmla="*/ 156553 w 362309"/>
              <a:gd name="connsiteY30" fmla="*/ 91035 h 361971"/>
              <a:gd name="connsiteX31" fmla="*/ 144731 w 362309"/>
              <a:gd name="connsiteY31" fmla="*/ 102846 h 361971"/>
              <a:gd name="connsiteX32" fmla="*/ 144731 w 362309"/>
              <a:gd name="connsiteY32" fmla="*/ 211948 h 361971"/>
              <a:gd name="connsiteX33" fmla="*/ 141664 w 362309"/>
              <a:gd name="connsiteY33" fmla="*/ 217375 h 361971"/>
              <a:gd name="connsiteX34" fmla="*/ 135402 w 362309"/>
              <a:gd name="connsiteY34" fmla="*/ 217566 h 361971"/>
              <a:gd name="connsiteX35" fmla="*/ 105561 w 362309"/>
              <a:gd name="connsiteY35" fmla="*/ 168729 h 361971"/>
              <a:gd name="connsiteX36" fmla="*/ 98724 w 362309"/>
              <a:gd name="connsiteY36" fmla="*/ 163366 h 361971"/>
              <a:gd name="connsiteX37" fmla="*/ 89203 w 362309"/>
              <a:gd name="connsiteY37" fmla="*/ 164005 h 361971"/>
              <a:gd name="connsiteX38" fmla="*/ 84858 w 362309"/>
              <a:gd name="connsiteY38" fmla="*/ 170772 h 361971"/>
              <a:gd name="connsiteX39" fmla="*/ 86583 w 362309"/>
              <a:gd name="connsiteY39" fmla="*/ 181752 h 361971"/>
              <a:gd name="connsiteX40" fmla="*/ 86839 w 362309"/>
              <a:gd name="connsiteY40" fmla="*/ 182390 h 361971"/>
              <a:gd name="connsiteX41" fmla="*/ 149333 w 362309"/>
              <a:gd name="connsiteY41" fmla="*/ 271766 h 361971"/>
              <a:gd name="connsiteX42" fmla="*/ 151377 w 362309"/>
              <a:gd name="connsiteY42" fmla="*/ 280576 h 361971"/>
              <a:gd name="connsiteX43" fmla="*/ 145946 w 362309"/>
              <a:gd name="connsiteY43" fmla="*/ 283576 h 361971"/>
              <a:gd name="connsiteX44" fmla="*/ 142559 w 362309"/>
              <a:gd name="connsiteY44" fmla="*/ 282619 h 361971"/>
              <a:gd name="connsiteX45" fmla="*/ 74954 w 362309"/>
              <a:gd name="connsiteY45" fmla="*/ 187178 h 361971"/>
              <a:gd name="connsiteX46" fmla="*/ 72206 w 362309"/>
              <a:gd name="connsiteY46" fmla="*/ 168793 h 361971"/>
              <a:gd name="connsiteX47" fmla="*/ 83452 w 362309"/>
              <a:gd name="connsiteY47" fmla="*/ 152641 h 361971"/>
              <a:gd name="connsiteX48" fmla="*/ 102558 w 362309"/>
              <a:gd name="connsiteY48" fmla="*/ 151300 h 361971"/>
              <a:gd name="connsiteX49" fmla="*/ 117255 w 362309"/>
              <a:gd name="connsiteY49" fmla="*/ 163622 h 361971"/>
              <a:gd name="connsiteX50" fmla="*/ 117766 w 362309"/>
              <a:gd name="connsiteY50" fmla="*/ 164962 h 361971"/>
              <a:gd name="connsiteX51" fmla="*/ 131952 w 362309"/>
              <a:gd name="connsiteY51" fmla="*/ 197520 h 361971"/>
              <a:gd name="connsiteX52" fmla="*/ 131952 w 362309"/>
              <a:gd name="connsiteY52" fmla="*/ 102846 h 361971"/>
              <a:gd name="connsiteX53" fmla="*/ 156553 w 362309"/>
              <a:gd name="connsiteY53" fmla="*/ 78267 h 361971"/>
              <a:gd name="connsiteX54" fmla="*/ 181155 w 362309"/>
              <a:gd name="connsiteY54" fmla="*/ 102846 h 361971"/>
              <a:gd name="connsiteX55" fmla="*/ 181155 w 362309"/>
              <a:gd name="connsiteY55" fmla="*/ 127807 h 361971"/>
              <a:gd name="connsiteX56" fmla="*/ 192145 w 362309"/>
              <a:gd name="connsiteY56" fmla="*/ 124551 h 361971"/>
              <a:gd name="connsiteX57" fmla="*/ 217322 w 362309"/>
              <a:gd name="connsiteY57" fmla="*/ 146129 h 361971"/>
              <a:gd name="connsiteX58" fmla="*/ 228567 w 362309"/>
              <a:gd name="connsiteY58" fmla="*/ 142746 h 361971"/>
              <a:gd name="connsiteX59" fmla="*/ 251380 w 362309"/>
              <a:gd name="connsiteY59" fmla="*/ 156280 h 361971"/>
              <a:gd name="connsiteX60" fmla="*/ 264160 w 362309"/>
              <a:gd name="connsiteY60" fmla="*/ 151428 h 361971"/>
              <a:gd name="connsiteX61" fmla="*/ 290358 w 362309"/>
              <a:gd name="connsiteY61" fmla="*/ 175879 h 361971"/>
              <a:gd name="connsiteX62" fmla="*/ 290358 w 362309"/>
              <a:gd name="connsiteY62" fmla="*/ 212012 h 361971"/>
              <a:gd name="connsiteX63" fmla="*/ 269080 w 362309"/>
              <a:gd name="connsiteY63" fmla="*/ 27936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09" y="280959"/>
                  <a:pt x="362309" y="180986"/>
                </a:cubicBezTo>
                <a:cubicBezTo>
                  <a:pt x="362309" y="81013"/>
                  <a:pt x="281221" y="0"/>
                  <a:pt x="181155" y="0"/>
                </a:cubicBezTo>
                <a:close/>
                <a:moveTo>
                  <a:pt x="269080" y="279363"/>
                </a:moveTo>
                <a:cubicBezTo>
                  <a:pt x="267802" y="280831"/>
                  <a:pt x="266013" y="281597"/>
                  <a:pt x="264224" y="281597"/>
                </a:cubicBezTo>
                <a:cubicBezTo>
                  <a:pt x="262754" y="281597"/>
                  <a:pt x="261284" y="281087"/>
                  <a:pt x="260070" y="280065"/>
                </a:cubicBezTo>
                <a:cubicBezTo>
                  <a:pt x="257386" y="277767"/>
                  <a:pt x="257067" y="273745"/>
                  <a:pt x="259367" y="271064"/>
                </a:cubicBezTo>
                <a:cubicBezTo>
                  <a:pt x="278665" y="248464"/>
                  <a:pt x="277706" y="212587"/>
                  <a:pt x="277642" y="212204"/>
                </a:cubicBezTo>
                <a:lnTo>
                  <a:pt x="277642" y="175879"/>
                </a:lnTo>
                <a:cubicBezTo>
                  <a:pt x="277642" y="169878"/>
                  <a:pt x="271125" y="164196"/>
                  <a:pt x="264224" y="164196"/>
                </a:cubicBezTo>
                <a:cubicBezTo>
                  <a:pt x="258409" y="164196"/>
                  <a:pt x="254000" y="172048"/>
                  <a:pt x="254000" y="179071"/>
                </a:cubicBezTo>
                <a:cubicBezTo>
                  <a:pt x="254000" y="182582"/>
                  <a:pt x="251124" y="185455"/>
                  <a:pt x="247610" y="185455"/>
                </a:cubicBezTo>
                <a:cubicBezTo>
                  <a:pt x="244095" y="185455"/>
                  <a:pt x="241220" y="182582"/>
                  <a:pt x="241220" y="179071"/>
                </a:cubicBezTo>
                <a:cubicBezTo>
                  <a:pt x="241220" y="179007"/>
                  <a:pt x="241220" y="178943"/>
                  <a:pt x="241220" y="178879"/>
                </a:cubicBezTo>
                <a:cubicBezTo>
                  <a:pt x="241220" y="178879"/>
                  <a:pt x="241220" y="178815"/>
                  <a:pt x="241220" y="178815"/>
                </a:cubicBezTo>
                <a:lnTo>
                  <a:pt x="241220" y="166494"/>
                </a:lnTo>
                <a:cubicBezTo>
                  <a:pt x="241220" y="159727"/>
                  <a:pt x="234638" y="155514"/>
                  <a:pt x="228567" y="155514"/>
                </a:cubicBezTo>
                <a:cubicBezTo>
                  <a:pt x="222369" y="155514"/>
                  <a:pt x="217577" y="163175"/>
                  <a:pt x="217577" y="169750"/>
                </a:cubicBezTo>
                <a:lnTo>
                  <a:pt x="217577" y="178815"/>
                </a:lnTo>
                <a:cubicBezTo>
                  <a:pt x="217577" y="182327"/>
                  <a:pt x="214702" y="185199"/>
                  <a:pt x="211187" y="185199"/>
                </a:cubicBezTo>
                <a:cubicBezTo>
                  <a:pt x="207673" y="185199"/>
                  <a:pt x="204797" y="182327"/>
                  <a:pt x="204797" y="178815"/>
                </a:cubicBezTo>
                <a:lnTo>
                  <a:pt x="204797" y="148300"/>
                </a:lnTo>
                <a:cubicBezTo>
                  <a:pt x="204797" y="141533"/>
                  <a:pt x="198215" y="137319"/>
                  <a:pt x="192145" y="137319"/>
                </a:cubicBezTo>
                <a:cubicBezTo>
                  <a:pt x="185947" y="137319"/>
                  <a:pt x="181155" y="144980"/>
                  <a:pt x="181155" y="151556"/>
                </a:cubicBezTo>
                <a:lnTo>
                  <a:pt x="181155" y="178815"/>
                </a:lnTo>
                <a:cubicBezTo>
                  <a:pt x="181155" y="182327"/>
                  <a:pt x="178279" y="185199"/>
                  <a:pt x="174765" y="185199"/>
                </a:cubicBezTo>
                <a:cubicBezTo>
                  <a:pt x="171250" y="185199"/>
                  <a:pt x="168375" y="182327"/>
                  <a:pt x="168375" y="178815"/>
                </a:cubicBezTo>
                <a:lnTo>
                  <a:pt x="168375" y="102846"/>
                </a:lnTo>
                <a:cubicBezTo>
                  <a:pt x="168375" y="96334"/>
                  <a:pt x="163071" y="91035"/>
                  <a:pt x="156553" y="91035"/>
                </a:cubicBezTo>
                <a:cubicBezTo>
                  <a:pt x="150036" y="91035"/>
                  <a:pt x="144731" y="96334"/>
                  <a:pt x="144731" y="102846"/>
                </a:cubicBezTo>
                <a:lnTo>
                  <a:pt x="144731" y="211948"/>
                </a:lnTo>
                <a:cubicBezTo>
                  <a:pt x="144731" y="214183"/>
                  <a:pt x="143582" y="216225"/>
                  <a:pt x="141664" y="217375"/>
                </a:cubicBezTo>
                <a:cubicBezTo>
                  <a:pt x="139748" y="218524"/>
                  <a:pt x="137384" y="218587"/>
                  <a:pt x="135402" y="217566"/>
                </a:cubicBezTo>
                <a:cubicBezTo>
                  <a:pt x="116233" y="207607"/>
                  <a:pt x="107223" y="175304"/>
                  <a:pt x="105561" y="168729"/>
                </a:cubicBezTo>
                <a:cubicBezTo>
                  <a:pt x="104156" y="166239"/>
                  <a:pt x="101727" y="164324"/>
                  <a:pt x="98724" y="163366"/>
                </a:cubicBezTo>
                <a:cubicBezTo>
                  <a:pt x="95529" y="162345"/>
                  <a:pt x="92078" y="162600"/>
                  <a:pt x="89203" y="164005"/>
                </a:cubicBezTo>
                <a:cubicBezTo>
                  <a:pt x="86328" y="165473"/>
                  <a:pt x="85242" y="168473"/>
                  <a:pt x="84858" y="170772"/>
                </a:cubicBezTo>
                <a:cubicBezTo>
                  <a:pt x="84283" y="174283"/>
                  <a:pt x="84922" y="178432"/>
                  <a:pt x="86583" y="181752"/>
                </a:cubicBezTo>
                <a:cubicBezTo>
                  <a:pt x="86711" y="181944"/>
                  <a:pt x="86775" y="182199"/>
                  <a:pt x="86839" y="182390"/>
                </a:cubicBezTo>
                <a:cubicBezTo>
                  <a:pt x="87095" y="183029"/>
                  <a:pt x="111504" y="248209"/>
                  <a:pt x="149333" y="271766"/>
                </a:cubicBezTo>
                <a:cubicBezTo>
                  <a:pt x="152336" y="273617"/>
                  <a:pt x="153231" y="277575"/>
                  <a:pt x="151377" y="280576"/>
                </a:cubicBezTo>
                <a:cubicBezTo>
                  <a:pt x="150164" y="282491"/>
                  <a:pt x="148054" y="283576"/>
                  <a:pt x="145946" y="283576"/>
                </a:cubicBezTo>
                <a:cubicBezTo>
                  <a:pt x="144795" y="283576"/>
                  <a:pt x="143646" y="283257"/>
                  <a:pt x="142559" y="282619"/>
                </a:cubicBezTo>
                <a:cubicBezTo>
                  <a:pt x="101983" y="257402"/>
                  <a:pt x="77062" y="192924"/>
                  <a:pt x="74954" y="187178"/>
                </a:cubicBezTo>
                <a:cubicBezTo>
                  <a:pt x="72206" y="181497"/>
                  <a:pt x="71183" y="174857"/>
                  <a:pt x="72206" y="168793"/>
                </a:cubicBezTo>
                <a:cubicBezTo>
                  <a:pt x="73420" y="161387"/>
                  <a:pt x="77382" y="155642"/>
                  <a:pt x="83452" y="152641"/>
                </a:cubicBezTo>
                <a:cubicBezTo>
                  <a:pt x="89203" y="149768"/>
                  <a:pt x="96232" y="149258"/>
                  <a:pt x="102558" y="151300"/>
                </a:cubicBezTo>
                <a:cubicBezTo>
                  <a:pt x="109012" y="153343"/>
                  <a:pt x="114379" y="157876"/>
                  <a:pt x="117255" y="163622"/>
                </a:cubicBezTo>
                <a:cubicBezTo>
                  <a:pt x="117447" y="164068"/>
                  <a:pt x="117638" y="164515"/>
                  <a:pt x="117766" y="164962"/>
                </a:cubicBezTo>
                <a:cubicBezTo>
                  <a:pt x="119364" y="171729"/>
                  <a:pt x="124412" y="187115"/>
                  <a:pt x="131952" y="197520"/>
                </a:cubicBezTo>
                <a:lnTo>
                  <a:pt x="131952" y="102846"/>
                </a:lnTo>
                <a:cubicBezTo>
                  <a:pt x="131952" y="89312"/>
                  <a:pt x="143007" y="78267"/>
                  <a:pt x="156553" y="78267"/>
                </a:cubicBezTo>
                <a:cubicBezTo>
                  <a:pt x="170100" y="78267"/>
                  <a:pt x="181155" y="89312"/>
                  <a:pt x="181155" y="102846"/>
                </a:cubicBezTo>
                <a:lnTo>
                  <a:pt x="181155" y="127807"/>
                </a:lnTo>
                <a:cubicBezTo>
                  <a:pt x="184350" y="125828"/>
                  <a:pt x="188055" y="124551"/>
                  <a:pt x="192145" y="124551"/>
                </a:cubicBezTo>
                <a:cubicBezTo>
                  <a:pt x="205372" y="124551"/>
                  <a:pt x="216107" y="134064"/>
                  <a:pt x="217322" y="146129"/>
                </a:cubicBezTo>
                <a:cubicBezTo>
                  <a:pt x="220580" y="144086"/>
                  <a:pt x="224351" y="142746"/>
                  <a:pt x="228567" y="142746"/>
                </a:cubicBezTo>
                <a:cubicBezTo>
                  <a:pt x="238664" y="142746"/>
                  <a:pt x="247290" y="148300"/>
                  <a:pt x="251380" y="156280"/>
                </a:cubicBezTo>
                <a:cubicBezTo>
                  <a:pt x="254894" y="153343"/>
                  <a:pt x="259239" y="151428"/>
                  <a:pt x="264160" y="151428"/>
                </a:cubicBezTo>
                <a:cubicBezTo>
                  <a:pt x="278153" y="151428"/>
                  <a:pt x="290358" y="162855"/>
                  <a:pt x="290358" y="175879"/>
                </a:cubicBezTo>
                <a:lnTo>
                  <a:pt x="290358" y="212012"/>
                </a:lnTo>
                <a:cubicBezTo>
                  <a:pt x="290486" y="213416"/>
                  <a:pt x="291636" y="252933"/>
                  <a:pt x="269080" y="279363"/>
                </a:cubicBezTo>
                <a:close/>
              </a:path>
            </a:pathLst>
          </a:custGeom>
          <a:solidFill>
            <a:srgbClr val="00A3E0"/>
          </a:solidFill>
          <a:ln w="6390" cap="flat">
            <a:noFill/>
            <a:prstDash val="solid"/>
            <a:miter/>
          </a:ln>
        </p:spPr>
        <p:txBody>
          <a:bodyPr rtlCol="0" anchor="ctr"/>
          <a:lstStyle/>
          <a:p>
            <a:endParaRPr lang="en-US"/>
          </a:p>
        </p:txBody>
      </p:sp>
      <p:sp>
        <p:nvSpPr>
          <p:cNvPr id="1103" name="Graphic 4">
            <a:extLst>
              <a:ext uri="{FF2B5EF4-FFF2-40B4-BE49-F238E27FC236}">
                <a16:creationId xmlns:a16="http://schemas.microsoft.com/office/drawing/2014/main" id="{E99419C4-168A-3543-B8E4-35E2A13E7575}"/>
              </a:ext>
            </a:extLst>
          </p:cNvPr>
          <p:cNvSpPr/>
          <p:nvPr/>
        </p:nvSpPr>
        <p:spPr>
          <a:xfrm>
            <a:off x="7192385" y="4792937"/>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10 w 362309"/>
              <a:gd name="connsiteY3" fmla="*/ 180986 h 361971"/>
              <a:gd name="connsiteX4" fmla="*/ 181155 w 362309"/>
              <a:gd name="connsiteY4" fmla="*/ 0 h 361971"/>
              <a:gd name="connsiteX5" fmla="*/ 155915 w 362309"/>
              <a:gd name="connsiteY5" fmla="*/ 64414 h 361971"/>
              <a:gd name="connsiteX6" fmla="*/ 179558 w 362309"/>
              <a:gd name="connsiteY6" fmla="*/ 64414 h 361971"/>
              <a:gd name="connsiteX7" fmla="*/ 185948 w 362309"/>
              <a:gd name="connsiteY7" fmla="*/ 70798 h 361971"/>
              <a:gd name="connsiteX8" fmla="*/ 185948 w 362309"/>
              <a:gd name="connsiteY8" fmla="*/ 94419 h 361971"/>
              <a:gd name="connsiteX9" fmla="*/ 179558 w 362309"/>
              <a:gd name="connsiteY9" fmla="*/ 100803 h 361971"/>
              <a:gd name="connsiteX10" fmla="*/ 173168 w 362309"/>
              <a:gd name="connsiteY10" fmla="*/ 94419 h 361971"/>
              <a:gd name="connsiteX11" fmla="*/ 173168 w 362309"/>
              <a:gd name="connsiteY11" fmla="*/ 86630 h 361971"/>
              <a:gd name="connsiteX12" fmla="*/ 163838 w 362309"/>
              <a:gd name="connsiteY12" fmla="*/ 106293 h 361971"/>
              <a:gd name="connsiteX13" fmla="*/ 184669 w 362309"/>
              <a:gd name="connsiteY13" fmla="*/ 118934 h 361971"/>
              <a:gd name="connsiteX14" fmla="*/ 195277 w 362309"/>
              <a:gd name="connsiteY14" fmla="*/ 111145 h 361971"/>
              <a:gd name="connsiteX15" fmla="*/ 197257 w 362309"/>
              <a:gd name="connsiteY15" fmla="*/ 98122 h 361971"/>
              <a:gd name="connsiteX16" fmla="*/ 201923 w 362309"/>
              <a:gd name="connsiteY16" fmla="*/ 90397 h 361971"/>
              <a:gd name="connsiteX17" fmla="*/ 209654 w 362309"/>
              <a:gd name="connsiteY17" fmla="*/ 95057 h 361971"/>
              <a:gd name="connsiteX18" fmla="*/ 206203 w 362309"/>
              <a:gd name="connsiteY18" fmla="*/ 117721 h 361971"/>
              <a:gd name="connsiteX19" fmla="*/ 187672 w 362309"/>
              <a:gd name="connsiteY19" fmla="*/ 131318 h 361971"/>
              <a:gd name="connsiteX20" fmla="*/ 180516 w 362309"/>
              <a:gd name="connsiteY20" fmla="*/ 132212 h 361971"/>
              <a:gd name="connsiteX21" fmla="*/ 151378 w 362309"/>
              <a:gd name="connsiteY21" fmla="*/ 109358 h 361971"/>
              <a:gd name="connsiteX22" fmla="*/ 164158 w 362309"/>
              <a:gd name="connsiteY22" fmla="*/ 77246 h 361971"/>
              <a:gd name="connsiteX23" fmla="*/ 155915 w 362309"/>
              <a:gd name="connsiteY23" fmla="*/ 77246 h 361971"/>
              <a:gd name="connsiteX24" fmla="*/ 149525 w 362309"/>
              <a:gd name="connsiteY24" fmla="*/ 70862 h 361971"/>
              <a:gd name="connsiteX25" fmla="*/ 155915 w 362309"/>
              <a:gd name="connsiteY25" fmla="*/ 64414 h 361971"/>
              <a:gd name="connsiteX26" fmla="*/ 279305 w 362309"/>
              <a:gd name="connsiteY26" fmla="*/ 244251 h 361971"/>
              <a:gd name="connsiteX27" fmla="*/ 273043 w 362309"/>
              <a:gd name="connsiteY27" fmla="*/ 249294 h 361971"/>
              <a:gd name="connsiteX28" fmla="*/ 271700 w 362309"/>
              <a:gd name="connsiteY28" fmla="*/ 249167 h 361971"/>
              <a:gd name="connsiteX29" fmla="*/ 266780 w 362309"/>
              <a:gd name="connsiteY29" fmla="*/ 241570 h 361971"/>
              <a:gd name="connsiteX30" fmla="*/ 255534 w 362309"/>
              <a:gd name="connsiteY30" fmla="*/ 190370 h 361971"/>
              <a:gd name="connsiteX31" fmla="*/ 240453 w 362309"/>
              <a:gd name="connsiteY31" fmla="*/ 162153 h 361971"/>
              <a:gd name="connsiteX32" fmla="*/ 227801 w 362309"/>
              <a:gd name="connsiteY32" fmla="*/ 158323 h 361971"/>
              <a:gd name="connsiteX33" fmla="*/ 223968 w 362309"/>
              <a:gd name="connsiteY33" fmla="*/ 170963 h 361971"/>
              <a:gd name="connsiteX34" fmla="*/ 223968 w 362309"/>
              <a:gd name="connsiteY34" fmla="*/ 170963 h 361971"/>
              <a:gd name="connsiteX35" fmla="*/ 221348 w 362309"/>
              <a:gd name="connsiteY35" fmla="*/ 179581 h 361971"/>
              <a:gd name="connsiteX36" fmla="*/ 220006 w 362309"/>
              <a:gd name="connsiteY36" fmla="*/ 179964 h 361971"/>
              <a:gd name="connsiteX37" fmla="*/ 216491 w 362309"/>
              <a:gd name="connsiteY37" fmla="*/ 180028 h 361971"/>
              <a:gd name="connsiteX38" fmla="*/ 212721 w 362309"/>
              <a:gd name="connsiteY38" fmla="*/ 176964 h 361971"/>
              <a:gd name="connsiteX39" fmla="*/ 209015 w 362309"/>
              <a:gd name="connsiteY39" fmla="*/ 170005 h 361971"/>
              <a:gd name="connsiteX40" fmla="*/ 196363 w 362309"/>
              <a:gd name="connsiteY40" fmla="*/ 166175 h 361971"/>
              <a:gd name="connsiteX41" fmla="*/ 192529 w 362309"/>
              <a:gd name="connsiteY41" fmla="*/ 178815 h 361971"/>
              <a:gd name="connsiteX42" fmla="*/ 196236 w 362309"/>
              <a:gd name="connsiteY42" fmla="*/ 185774 h 361971"/>
              <a:gd name="connsiteX43" fmla="*/ 193615 w 362309"/>
              <a:gd name="connsiteY43" fmla="*/ 194392 h 361971"/>
              <a:gd name="connsiteX44" fmla="*/ 190612 w 362309"/>
              <a:gd name="connsiteY44" fmla="*/ 195158 h 361971"/>
              <a:gd name="connsiteX45" fmla="*/ 184989 w 362309"/>
              <a:gd name="connsiteY45" fmla="*/ 191775 h 361971"/>
              <a:gd name="connsiteX46" fmla="*/ 181282 w 362309"/>
              <a:gd name="connsiteY46" fmla="*/ 184880 h 361971"/>
              <a:gd name="connsiteX47" fmla="*/ 181282 w 362309"/>
              <a:gd name="connsiteY47" fmla="*/ 184880 h 361971"/>
              <a:gd name="connsiteX48" fmla="*/ 181282 w 362309"/>
              <a:gd name="connsiteY48" fmla="*/ 184880 h 361971"/>
              <a:gd name="connsiteX49" fmla="*/ 173871 w 362309"/>
              <a:gd name="connsiteY49" fmla="*/ 171027 h 361971"/>
              <a:gd name="connsiteX50" fmla="*/ 161219 w 362309"/>
              <a:gd name="connsiteY50" fmla="*/ 167197 h 361971"/>
              <a:gd name="connsiteX51" fmla="*/ 157384 w 362309"/>
              <a:gd name="connsiteY51" fmla="*/ 179837 h 361971"/>
              <a:gd name="connsiteX52" fmla="*/ 168567 w 362309"/>
              <a:gd name="connsiteY52" fmla="*/ 200712 h 361971"/>
              <a:gd name="connsiteX53" fmla="*/ 165947 w 362309"/>
              <a:gd name="connsiteY53" fmla="*/ 209331 h 361971"/>
              <a:gd name="connsiteX54" fmla="*/ 157320 w 362309"/>
              <a:gd name="connsiteY54" fmla="*/ 206713 h 361971"/>
              <a:gd name="connsiteX55" fmla="*/ 127608 w 362309"/>
              <a:gd name="connsiteY55" fmla="*/ 151173 h 361971"/>
              <a:gd name="connsiteX56" fmla="*/ 114955 w 362309"/>
              <a:gd name="connsiteY56" fmla="*/ 147342 h 361971"/>
              <a:gd name="connsiteX57" fmla="*/ 111121 w 362309"/>
              <a:gd name="connsiteY57" fmla="*/ 159983 h 361971"/>
              <a:gd name="connsiteX58" fmla="*/ 155659 w 362309"/>
              <a:gd name="connsiteY58" fmla="*/ 243293 h 361971"/>
              <a:gd name="connsiteX59" fmla="*/ 155084 w 362309"/>
              <a:gd name="connsiteY59" fmla="*/ 250188 h 361971"/>
              <a:gd name="connsiteX60" fmla="*/ 148630 w 362309"/>
              <a:gd name="connsiteY60" fmla="*/ 252550 h 361971"/>
              <a:gd name="connsiteX61" fmla="*/ 108118 w 362309"/>
              <a:gd name="connsiteY61" fmla="*/ 226695 h 361971"/>
              <a:gd name="connsiteX62" fmla="*/ 95530 w 362309"/>
              <a:gd name="connsiteY62" fmla="*/ 229249 h 361971"/>
              <a:gd name="connsiteX63" fmla="*/ 100897 w 362309"/>
              <a:gd name="connsiteY63" fmla="*/ 242464 h 361971"/>
              <a:gd name="connsiteX64" fmla="*/ 101472 w 362309"/>
              <a:gd name="connsiteY64" fmla="*/ 242974 h 361971"/>
              <a:gd name="connsiteX65" fmla="*/ 183328 w 362309"/>
              <a:gd name="connsiteY65" fmla="*/ 284789 h 361971"/>
              <a:gd name="connsiteX66" fmla="*/ 189270 w 362309"/>
              <a:gd name="connsiteY66" fmla="*/ 291556 h 361971"/>
              <a:gd name="connsiteX67" fmla="*/ 182880 w 362309"/>
              <a:gd name="connsiteY67" fmla="*/ 297493 h 361971"/>
              <a:gd name="connsiteX68" fmla="*/ 182433 w 362309"/>
              <a:gd name="connsiteY68" fmla="*/ 297493 h 361971"/>
              <a:gd name="connsiteX69" fmla="*/ 93102 w 362309"/>
              <a:gd name="connsiteY69" fmla="*/ 252614 h 361971"/>
              <a:gd name="connsiteX70" fmla="*/ 84986 w 362309"/>
              <a:gd name="connsiteY70" fmla="*/ 221779 h 361971"/>
              <a:gd name="connsiteX71" fmla="*/ 115850 w 362309"/>
              <a:gd name="connsiteY71" fmla="*/ 216545 h 361971"/>
              <a:gd name="connsiteX72" fmla="*/ 134445 w 362309"/>
              <a:gd name="connsiteY72" fmla="*/ 230781 h 361971"/>
              <a:gd name="connsiteX73" fmla="*/ 99747 w 362309"/>
              <a:gd name="connsiteY73" fmla="*/ 165920 h 361971"/>
              <a:gd name="connsiteX74" fmla="*/ 108821 w 362309"/>
              <a:gd name="connsiteY74" fmla="*/ 135979 h 361971"/>
              <a:gd name="connsiteX75" fmla="*/ 125690 w 362309"/>
              <a:gd name="connsiteY75" fmla="*/ 134319 h 361971"/>
              <a:gd name="connsiteX76" fmla="*/ 138790 w 362309"/>
              <a:gd name="connsiteY76" fmla="*/ 145044 h 361971"/>
              <a:gd name="connsiteX77" fmla="*/ 147927 w 362309"/>
              <a:gd name="connsiteY77" fmla="*/ 162153 h 361971"/>
              <a:gd name="connsiteX78" fmla="*/ 155148 w 362309"/>
              <a:gd name="connsiteY78" fmla="*/ 155833 h 361971"/>
              <a:gd name="connsiteX79" fmla="*/ 182880 w 362309"/>
              <a:gd name="connsiteY79" fmla="*/ 161579 h 361971"/>
              <a:gd name="connsiteX80" fmla="*/ 190356 w 362309"/>
              <a:gd name="connsiteY80" fmla="*/ 154875 h 361971"/>
              <a:gd name="connsiteX81" fmla="*/ 212849 w 362309"/>
              <a:gd name="connsiteY81" fmla="*/ 155961 h 361971"/>
              <a:gd name="connsiteX82" fmla="*/ 221859 w 362309"/>
              <a:gd name="connsiteY82" fmla="*/ 146959 h 361971"/>
              <a:gd name="connsiteX83" fmla="*/ 251828 w 362309"/>
              <a:gd name="connsiteY83" fmla="*/ 156025 h 361971"/>
              <a:gd name="connsiteX84" fmla="*/ 266653 w 362309"/>
              <a:gd name="connsiteY84" fmla="*/ 183795 h 361971"/>
              <a:gd name="connsiteX85" fmla="*/ 279305 w 362309"/>
              <a:gd name="connsiteY85" fmla="*/ 24425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362309" h="361971">
                <a:moveTo>
                  <a:pt x="181155" y="0"/>
                </a:moveTo>
                <a:cubicBezTo>
                  <a:pt x="81089" y="0"/>
                  <a:pt x="0" y="81013"/>
                  <a:pt x="0" y="180986"/>
                </a:cubicBezTo>
                <a:cubicBezTo>
                  <a:pt x="0" y="280959"/>
                  <a:pt x="81089" y="361971"/>
                  <a:pt x="181155" y="361971"/>
                </a:cubicBezTo>
                <a:cubicBezTo>
                  <a:pt x="281221" y="361971"/>
                  <a:pt x="362310" y="280959"/>
                  <a:pt x="362310" y="180986"/>
                </a:cubicBezTo>
                <a:cubicBezTo>
                  <a:pt x="362310" y="81013"/>
                  <a:pt x="281157" y="0"/>
                  <a:pt x="181155" y="0"/>
                </a:cubicBezTo>
                <a:close/>
                <a:moveTo>
                  <a:pt x="155915" y="64414"/>
                </a:moveTo>
                <a:lnTo>
                  <a:pt x="179558" y="64414"/>
                </a:lnTo>
                <a:cubicBezTo>
                  <a:pt x="183072" y="64414"/>
                  <a:pt x="185948" y="67287"/>
                  <a:pt x="185948" y="70798"/>
                </a:cubicBezTo>
                <a:lnTo>
                  <a:pt x="185948" y="94419"/>
                </a:lnTo>
                <a:cubicBezTo>
                  <a:pt x="185948" y="97930"/>
                  <a:pt x="183072" y="100803"/>
                  <a:pt x="179558" y="100803"/>
                </a:cubicBezTo>
                <a:cubicBezTo>
                  <a:pt x="176043" y="100803"/>
                  <a:pt x="173168" y="97930"/>
                  <a:pt x="173168" y="94419"/>
                </a:cubicBezTo>
                <a:lnTo>
                  <a:pt x="173168" y="86630"/>
                </a:lnTo>
                <a:cubicBezTo>
                  <a:pt x="165947" y="90078"/>
                  <a:pt x="161858" y="98249"/>
                  <a:pt x="163838" y="106293"/>
                </a:cubicBezTo>
                <a:cubicBezTo>
                  <a:pt x="166074" y="115550"/>
                  <a:pt x="175468" y="121168"/>
                  <a:pt x="184669" y="118934"/>
                </a:cubicBezTo>
                <a:cubicBezTo>
                  <a:pt x="189143" y="117848"/>
                  <a:pt x="192913" y="115039"/>
                  <a:pt x="195277" y="111145"/>
                </a:cubicBezTo>
                <a:cubicBezTo>
                  <a:pt x="197641" y="107251"/>
                  <a:pt x="198344" y="102590"/>
                  <a:pt x="197257" y="98122"/>
                </a:cubicBezTo>
                <a:cubicBezTo>
                  <a:pt x="196427" y="94674"/>
                  <a:pt x="198536" y="91227"/>
                  <a:pt x="201923" y="90397"/>
                </a:cubicBezTo>
                <a:cubicBezTo>
                  <a:pt x="205309" y="89567"/>
                  <a:pt x="208823" y="91674"/>
                  <a:pt x="209654" y="95057"/>
                </a:cubicBezTo>
                <a:cubicBezTo>
                  <a:pt x="211571" y="102846"/>
                  <a:pt x="210293" y="110890"/>
                  <a:pt x="206203" y="117721"/>
                </a:cubicBezTo>
                <a:cubicBezTo>
                  <a:pt x="202050" y="124551"/>
                  <a:pt x="195469" y="129403"/>
                  <a:pt x="187672" y="131318"/>
                </a:cubicBezTo>
                <a:cubicBezTo>
                  <a:pt x="185244" y="131893"/>
                  <a:pt x="182880" y="132212"/>
                  <a:pt x="180516" y="132212"/>
                </a:cubicBezTo>
                <a:cubicBezTo>
                  <a:pt x="167033" y="132212"/>
                  <a:pt x="154701" y="123019"/>
                  <a:pt x="151378" y="109358"/>
                </a:cubicBezTo>
                <a:cubicBezTo>
                  <a:pt x="148247" y="96717"/>
                  <a:pt x="153806" y="84013"/>
                  <a:pt x="164158" y="77246"/>
                </a:cubicBezTo>
                <a:lnTo>
                  <a:pt x="155915" y="77246"/>
                </a:lnTo>
                <a:cubicBezTo>
                  <a:pt x="152401" y="77246"/>
                  <a:pt x="149525" y="74373"/>
                  <a:pt x="149525" y="70862"/>
                </a:cubicBezTo>
                <a:cubicBezTo>
                  <a:pt x="149525" y="67351"/>
                  <a:pt x="152401" y="64414"/>
                  <a:pt x="155915" y="64414"/>
                </a:cubicBezTo>
                <a:close/>
                <a:moveTo>
                  <a:pt x="279305" y="244251"/>
                </a:moveTo>
                <a:cubicBezTo>
                  <a:pt x="278665" y="247252"/>
                  <a:pt x="275982" y="249294"/>
                  <a:pt x="273043" y="249294"/>
                </a:cubicBezTo>
                <a:cubicBezTo>
                  <a:pt x="272595" y="249294"/>
                  <a:pt x="272148" y="249231"/>
                  <a:pt x="271700" y="249167"/>
                </a:cubicBezTo>
                <a:cubicBezTo>
                  <a:pt x="268250" y="248401"/>
                  <a:pt x="266077" y="245017"/>
                  <a:pt x="266780" y="241570"/>
                </a:cubicBezTo>
                <a:cubicBezTo>
                  <a:pt x="272148" y="216800"/>
                  <a:pt x="255725" y="190626"/>
                  <a:pt x="255534" y="190370"/>
                </a:cubicBezTo>
                <a:lnTo>
                  <a:pt x="240453" y="162153"/>
                </a:lnTo>
                <a:cubicBezTo>
                  <a:pt x="238025" y="157621"/>
                  <a:pt x="232338" y="155897"/>
                  <a:pt x="227801" y="158323"/>
                </a:cubicBezTo>
                <a:cubicBezTo>
                  <a:pt x="223265" y="160749"/>
                  <a:pt x="221539" y="166430"/>
                  <a:pt x="223968" y="170963"/>
                </a:cubicBezTo>
                <a:lnTo>
                  <a:pt x="223968" y="170963"/>
                </a:lnTo>
                <a:cubicBezTo>
                  <a:pt x="225629" y="174091"/>
                  <a:pt x="224479" y="177922"/>
                  <a:pt x="221348" y="179581"/>
                </a:cubicBezTo>
                <a:cubicBezTo>
                  <a:pt x="220901" y="179837"/>
                  <a:pt x="220453" y="179837"/>
                  <a:pt x="220006" y="179964"/>
                </a:cubicBezTo>
                <a:cubicBezTo>
                  <a:pt x="218855" y="180284"/>
                  <a:pt x="217642" y="180348"/>
                  <a:pt x="216491" y="180028"/>
                </a:cubicBezTo>
                <a:cubicBezTo>
                  <a:pt x="214958" y="179581"/>
                  <a:pt x="213552" y="178496"/>
                  <a:pt x="212721" y="176964"/>
                </a:cubicBezTo>
                <a:lnTo>
                  <a:pt x="209015" y="170005"/>
                </a:lnTo>
                <a:cubicBezTo>
                  <a:pt x="206587" y="165473"/>
                  <a:pt x="200900" y="163685"/>
                  <a:pt x="196363" y="166175"/>
                </a:cubicBezTo>
                <a:cubicBezTo>
                  <a:pt x="191826" y="168601"/>
                  <a:pt x="190101" y="174283"/>
                  <a:pt x="192529" y="178815"/>
                </a:cubicBezTo>
                <a:lnTo>
                  <a:pt x="196236" y="185774"/>
                </a:lnTo>
                <a:cubicBezTo>
                  <a:pt x="197897" y="188902"/>
                  <a:pt x="196746" y="192732"/>
                  <a:pt x="193615" y="194392"/>
                </a:cubicBezTo>
                <a:cubicBezTo>
                  <a:pt x="192657" y="194903"/>
                  <a:pt x="191634" y="195158"/>
                  <a:pt x="190612" y="195158"/>
                </a:cubicBezTo>
                <a:cubicBezTo>
                  <a:pt x="188312" y="195158"/>
                  <a:pt x="186139" y="193945"/>
                  <a:pt x="184989" y="191775"/>
                </a:cubicBezTo>
                <a:lnTo>
                  <a:pt x="181282" y="184880"/>
                </a:lnTo>
                <a:cubicBezTo>
                  <a:pt x="181282" y="184880"/>
                  <a:pt x="181282" y="184880"/>
                  <a:pt x="181282" y="184880"/>
                </a:cubicBezTo>
                <a:cubicBezTo>
                  <a:pt x="181282" y="184880"/>
                  <a:pt x="181282" y="184880"/>
                  <a:pt x="181282" y="184880"/>
                </a:cubicBezTo>
                <a:lnTo>
                  <a:pt x="173871" y="171027"/>
                </a:lnTo>
                <a:cubicBezTo>
                  <a:pt x="171443" y="166494"/>
                  <a:pt x="165755" y="164771"/>
                  <a:pt x="161219" y="167197"/>
                </a:cubicBezTo>
                <a:cubicBezTo>
                  <a:pt x="156681" y="169622"/>
                  <a:pt x="154956" y="175304"/>
                  <a:pt x="157384" y="179837"/>
                </a:cubicBezTo>
                <a:lnTo>
                  <a:pt x="168567" y="200712"/>
                </a:lnTo>
                <a:cubicBezTo>
                  <a:pt x="170228" y="203841"/>
                  <a:pt x="169078" y="207671"/>
                  <a:pt x="165947" y="209331"/>
                </a:cubicBezTo>
                <a:cubicBezTo>
                  <a:pt x="162816" y="210991"/>
                  <a:pt x="158982" y="209841"/>
                  <a:pt x="157320" y="206713"/>
                </a:cubicBezTo>
                <a:lnTo>
                  <a:pt x="127608" y="151173"/>
                </a:lnTo>
                <a:cubicBezTo>
                  <a:pt x="125179" y="146640"/>
                  <a:pt x="119492" y="144916"/>
                  <a:pt x="114955" y="147342"/>
                </a:cubicBezTo>
                <a:cubicBezTo>
                  <a:pt x="110418" y="149768"/>
                  <a:pt x="108693" y="155450"/>
                  <a:pt x="111121" y="159983"/>
                </a:cubicBezTo>
                <a:lnTo>
                  <a:pt x="155659" y="243293"/>
                </a:lnTo>
                <a:cubicBezTo>
                  <a:pt x="156809" y="245528"/>
                  <a:pt x="156617" y="248209"/>
                  <a:pt x="155084" y="250188"/>
                </a:cubicBezTo>
                <a:cubicBezTo>
                  <a:pt x="153550" y="252167"/>
                  <a:pt x="151058" y="253125"/>
                  <a:pt x="148630" y="252550"/>
                </a:cubicBezTo>
                <a:cubicBezTo>
                  <a:pt x="135211" y="249550"/>
                  <a:pt x="110866" y="229057"/>
                  <a:pt x="108118" y="226695"/>
                </a:cubicBezTo>
                <a:cubicBezTo>
                  <a:pt x="104348" y="224078"/>
                  <a:pt x="98533" y="225099"/>
                  <a:pt x="95530" y="229249"/>
                </a:cubicBezTo>
                <a:cubicBezTo>
                  <a:pt x="92974" y="232824"/>
                  <a:pt x="96297" y="239208"/>
                  <a:pt x="100897" y="242464"/>
                </a:cubicBezTo>
                <a:cubicBezTo>
                  <a:pt x="101089" y="242591"/>
                  <a:pt x="101281" y="242783"/>
                  <a:pt x="101472" y="242974"/>
                </a:cubicBezTo>
                <a:cubicBezTo>
                  <a:pt x="101920" y="243357"/>
                  <a:pt x="145180" y="282236"/>
                  <a:pt x="183328" y="284789"/>
                </a:cubicBezTo>
                <a:cubicBezTo>
                  <a:pt x="186842" y="285045"/>
                  <a:pt x="189526" y="288045"/>
                  <a:pt x="189270" y="291556"/>
                </a:cubicBezTo>
                <a:cubicBezTo>
                  <a:pt x="189015" y="294940"/>
                  <a:pt x="186267" y="297493"/>
                  <a:pt x="182880" y="297493"/>
                </a:cubicBezTo>
                <a:cubicBezTo>
                  <a:pt x="182753" y="297493"/>
                  <a:pt x="182625" y="297493"/>
                  <a:pt x="182433" y="297493"/>
                </a:cubicBezTo>
                <a:cubicBezTo>
                  <a:pt x="141090" y="294748"/>
                  <a:pt x="97383" y="256508"/>
                  <a:pt x="93102" y="252614"/>
                </a:cubicBezTo>
                <a:cubicBezTo>
                  <a:pt x="83517" y="245656"/>
                  <a:pt x="77766" y="231994"/>
                  <a:pt x="84986" y="221779"/>
                </a:cubicBezTo>
                <a:cubicBezTo>
                  <a:pt x="92079" y="211820"/>
                  <a:pt x="105882" y="209458"/>
                  <a:pt x="115850" y="216545"/>
                </a:cubicBezTo>
                <a:cubicBezTo>
                  <a:pt x="120770" y="220758"/>
                  <a:pt x="127735" y="226184"/>
                  <a:pt x="134445" y="230781"/>
                </a:cubicBezTo>
                <a:lnTo>
                  <a:pt x="99747" y="165920"/>
                </a:lnTo>
                <a:cubicBezTo>
                  <a:pt x="93997" y="155131"/>
                  <a:pt x="98086" y="141724"/>
                  <a:pt x="108821" y="135979"/>
                </a:cubicBezTo>
                <a:cubicBezTo>
                  <a:pt x="114061" y="133170"/>
                  <a:pt x="120003" y="132595"/>
                  <a:pt x="125690" y="134319"/>
                </a:cubicBezTo>
                <a:cubicBezTo>
                  <a:pt x="131377" y="136043"/>
                  <a:pt x="135978" y="139873"/>
                  <a:pt x="138790" y="145044"/>
                </a:cubicBezTo>
                <a:lnTo>
                  <a:pt x="147927" y="162153"/>
                </a:lnTo>
                <a:cubicBezTo>
                  <a:pt x="149781" y="159600"/>
                  <a:pt x="152209" y="157429"/>
                  <a:pt x="155148" y="155833"/>
                </a:cubicBezTo>
                <a:cubicBezTo>
                  <a:pt x="164669" y="150726"/>
                  <a:pt x="176363" y="153407"/>
                  <a:pt x="182880" y="161579"/>
                </a:cubicBezTo>
                <a:cubicBezTo>
                  <a:pt x="184797" y="158897"/>
                  <a:pt x="187289" y="156535"/>
                  <a:pt x="190356" y="154875"/>
                </a:cubicBezTo>
                <a:cubicBezTo>
                  <a:pt x="197705" y="150917"/>
                  <a:pt x="206331" y="151683"/>
                  <a:pt x="212849" y="155961"/>
                </a:cubicBezTo>
                <a:cubicBezTo>
                  <a:pt x="214830" y="152258"/>
                  <a:pt x="217897" y="149130"/>
                  <a:pt x="221859" y="146959"/>
                </a:cubicBezTo>
                <a:cubicBezTo>
                  <a:pt x="232658" y="141214"/>
                  <a:pt x="246077" y="145299"/>
                  <a:pt x="251828" y="156025"/>
                </a:cubicBezTo>
                <a:lnTo>
                  <a:pt x="266653" y="183795"/>
                </a:lnTo>
                <a:cubicBezTo>
                  <a:pt x="267164" y="184689"/>
                  <a:pt x="285759" y="214310"/>
                  <a:pt x="279305" y="244251"/>
                </a:cubicBezTo>
                <a:close/>
              </a:path>
            </a:pathLst>
          </a:custGeom>
          <a:solidFill>
            <a:srgbClr val="00A3E0"/>
          </a:solidFill>
          <a:ln w="6390" cap="flat">
            <a:noFill/>
            <a:prstDash val="solid"/>
            <a:miter/>
          </a:ln>
        </p:spPr>
        <p:txBody>
          <a:bodyPr rtlCol="0" anchor="ctr"/>
          <a:lstStyle/>
          <a:p>
            <a:endParaRPr lang="en-US"/>
          </a:p>
        </p:txBody>
      </p:sp>
      <p:sp>
        <p:nvSpPr>
          <p:cNvPr id="1104" name="Graphic 4">
            <a:extLst>
              <a:ext uri="{FF2B5EF4-FFF2-40B4-BE49-F238E27FC236}">
                <a16:creationId xmlns:a16="http://schemas.microsoft.com/office/drawing/2014/main" id="{3EC1B40F-4A96-7E4E-BF75-487DF6876C52}"/>
              </a:ext>
            </a:extLst>
          </p:cNvPr>
          <p:cNvSpPr/>
          <p:nvPr/>
        </p:nvSpPr>
        <p:spPr>
          <a:xfrm>
            <a:off x="9279019" y="3339815"/>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09 w 362309"/>
              <a:gd name="connsiteY3" fmla="*/ 180986 h 361971"/>
              <a:gd name="connsiteX4" fmla="*/ 181155 w 362309"/>
              <a:gd name="connsiteY4" fmla="*/ 0 h 361971"/>
              <a:gd name="connsiteX5" fmla="*/ 118981 w 362309"/>
              <a:gd name="connsiteY5" fmla="*/ 103165 h 361971"/>
              <a:gd name="connsiteX6" fmla="*/ 189590 w 362309"/>
              <a:gd name="connsiteY6" fmla="*/ 71628 h 361971"/>
              <a:gd name="connsiteX7" fmla="*/ 249463 w 362309"/>
              <a:gd name="connsiteY7" fmla="*/ 93078 h 361971"/>
              <a:gd name="connsiteX8" fmla="*/ 249463 w 362309"/>
              <a:gd name="connsiteY8" fmla="*/ 85417 h 361971"/>
              <a:gd name="connsiteX9" fmla="*/ 255853 w 362309"/>
              <a:gd name="connsiteY9" fmla="*/ 79033 h 361971"/>
              <a:gd name="connsiteX10" fmla="*/ 262243 w 362309"/>
              <a:gd name="connsiteY10" fmla="*/ 85417 h 361971"/>
              <a:gd name="connsiteX11" fmla="*/ 262243 w 362309"/>
              <a:gd name="connsiteY11" fmla="*/ 107506 h 361971"/>
              <a:gd name="connsiteX12" fmla="*/ 255853 w 362309"/>
              <a:gd name="connsiteY12" fmla="*/ 113890 h 361971"/>
              <a:gd name="connsiteX13" fmla="*/ 233744 w 362309"/>
              <a:gd name="connsiteY13" fmla="*/ 113890 h 361971"/>
              <a:gd name="connsiteX14" fmla="*/ 227354 w 362309"/>
              <a:gd name="connsiteY14" fmla="*/ 107506 h 361971"/>
              <a:gd name="connsiteX15" fmla="*/ 233744 w 362309"/>
              <a:gd name="connsiteY15" fmla="*/ 101122 h 361971"/>
              <a:gd name="connsiteX16" fmla="*/ 239048 w 362309"/>
              <a:gd name="connsiteY16" fmla="*/ 101122 h 361971"/>
              <a:gd name="connsiteX17" fmla="*/ 189526 w 362309"/>
              <a:gd name="connsiteY17" fmla="*/ 84460 h 361971"/>
              <a:gd name="connsiteX18" fmla="*/ 128438 w 362309"/>
              <a:gd name="connsiteY18" fmla="*/ 111783 h 361971"/>
              <a:gd name="connsiteX19" fmla="*/ 123645 w 362309"/>
              <a:gd name="connsiteY19" fmla="*/ 113890 h 361971"/>
              <a:gd name="connsiteX20" fmla="*/ 119364 w 362309"/>
              <a:gd name="connsiteY20" fmla="*/ 112294 h 361971"/>
              <a:gd name="connsiteX21" fmla="*/ 118981 w 362309"/>
              <a:gd name="connsiteY21" fmla="*/ 103165 h 361971"/>
              <a:gd name="connsiteX22" fmla="*/ 253425 w 362309"/>
              <a:gd name="connsiteY22" fmla="*/ 288109 h 361971"/>
              <a:gd name="connsiteX23" fmla="*/ 248569 w 362309"/>
              <a:gd name="connsiteY23" fmla="*/ 290343 h 361971"/>
              <a:gd name="connsiteX24" fmla="*/ 244415 w 362309"/>
              <a:gd name="connsiteY24" fmla="*/ 288811 h 361971"/>
              <a:gd name="connsiteX25" fmla="*/ 243648 w 362309"/>
              <a:gd name="connsiteY25" fmla="*/ 279810 h 361971"/>
              <a:gd name="connsiteX26" fmla="*/ 256875 w 362309"/>
              <a:gd name="connsiteY26" fmla="*/ 232951 h 361971"/>
              <a:gd name="connsiteX27" fmla="*/ 256875 w 362309"/>
              <a:gd name="connsiteY27" fmla="*/ 203011 h 361971"/>
              <a:gd name="connsiteX28" fmla="*/ 248569 w 362309"/>
              <a:gd name="connsiteY28" fmla="*/ 194711 h 361971"/>
              <a:gd name="connsiteX29" fmla="*/ 240198 w 362309"/>
              <a:gd name="connsiteY29" fmla="*/ 203011 h 361971"/>
              <a:gd name="connsiteX30" fmla="*/ 233808 w 362309"/>
              <a:gd name="connsiteY30" fmla="*/ 209395 h 361971"/>
              <a:gd name="connsiteX31" fmla="*/ 227418 w 362309"/>
              <a:gd name="connsiteY31" fmla="*/ 203011 h 361971"/>
              <a:gd name="connsiteX32" fmla="*/ 227418 w 362309"/>
              <a:gd name="connsiteY32" fmla="*/ 195669 h 361971"/>
              <a:gd name="connsiteX33" fmla="*/ 219111 w 362309"/>
              <a:gd name="connsiteY33" fmla="*/ 187370 h 361971"/>
              <a:gd name="connsiteX34" fmla="*/ 210804 w 362309"/>
              <a:gd name="connsiteY34" fmla="*/ 195669 h 361971"/>
              <a:gd name="connsiteX35" fmla="*/ 210804 w 362309"/>
              <a:gd name="connsiteY35" fmla="*/ 203011 h 361971"/>
              <a:gd name="connsiteX36" fmla="*/ 204414 w 362309"/>
              <a:gd name="connsiteY36" fmla="*/ 209395 h 361971"/>
              <a:gd name="connsiteX37" fmla="*/ 198024 w 362309"/>
              <a:gd name="connsiteY37" fmla="*/ 203011 h 361971"/>
              <a:gd name="connsiteX38" fmla="*/ 198024 w 362309"/>
              <a:gd name="connsiteY38" fmla="*/ 129467 h 361971"/>
              <a:gd name="connsiteX39" fmla="*/ 189717 w 362309"/>
              <a:gd name="connsiteY39" fmla="*/ 121104 h 361971"/>
              <a:gd name="connsiteX40" fmla="*/ 181346 w 362309"/>
              <a:gd name="connsiteY40" fmla="*/ 129467 h 361971"/>
              <a:gd name="connsiteX41" fmla="*/ 181346 w 362309"/>
              <a:gd name="connsiteY41" fmla="*/ 144150 h 361971"/>
              <a:gd name="connsiteX42" fmla="*/ 181346 w 362309"/>
              <a:gd name="connsiteY42" fmla="*/ 203011 h 361971"/>
              <a:gd name="connsiteX43" fmla="*/ 174957 w 362309"/>
              <a:gd name="connsiteY43" fmla="*/ 209395 h 361971"/>
              <a:gd name="connsiteX44" fmla="*/ 168567 w 362309"/>
              <a:gd name="connsiteY44" fmla="*/ 203011 h 361971"/>
              <a:gd name="connsiteX45" fmla="*/ 168567 w 362309"/>
              <a:gd name="connsiteY45" fmla="*/ 144150 h 361971"/>
              <a:gd name="connsiteX46" fmla="*/ 160259 w 362309"/>
              <a:gd name="connsiteY46" fmla="*/ 135851 h 361971"/>
              <a:gd name="connsiteX47" fmla="*/ 151953 w 362309"/>
              <a:gd name="connsiteY47" fmla="*/ 144150 h 361971"/>
              <a:gd name="connsiteX48" fmla="*/ 151953 w 362309"/>
              <a:gd name="connsiteY48" fmla="*/ 232441 h 361971"/>
              <a:gd name="connsiteX49" fmla="*/ 148246 w 362309"/>
              <a:gd name="connsiteY49" fmla="*/ 238250 h 361971"/>
              <a:gd name="connsiteX50" fmla="*/ 141409 w 362309"/>
              <a:gd name="connsiteY50" fmla="*/ 237293 h 361971"/>
              <a:gd name="connsiteX51" fmla="*/ 119300 w 362309"/>
              <a:gd name="connsiteY51" fmla="*/ 198031 h 361971"/>
              <a:gd name="connsiteX52" fmla="*/ 108373 w 362309"/>
              <a:gd name="connsiteY52" fmla="*/ 194839 h 361971"/>
              <a:gd name="connsiteX53" fmla="*/ 105690 w 362309"/>
              <a:gd name="connsiteY53" fmla="*/ 199308 h 361971"/>
              <a:gd name="connsiteX54" fmla="*/ 107159 w 362309"/>
              <a:gd name="connsiteY54" fmla="*/ 207543 h 361971"/>
              <a:gd name="connsiteX55" fmla="*/ 107478 w 362309"/>
              <a:gd name="connsiteY55" fmla="*/ 208245 h 361971"/>
              <a:gd name="connsiteX56" fmla="*/ 156362 w 362309"/>
              <a:gd name="connsiteY56" fmla="*/ 278533 h 361971"/>
              <a:gd name="connsiteX57" fmla="*/ 158407 w 362309"/>
              <a:gd name="connsiteY57" fmla="*/ 287343 h 361971"/>
              <a:gd name="connsiteX58" fmla="*/ 152975 w 362309"/>
              <a:gd name="connsiteY58" fmla="*/ 290343 h 361971"/>
              <a:gd name="connsiteX59" fmla="*/ 149589 w 362309"/>
              <a:gd name="connsiteY59" fmla="*/ 289386 h 361971"/>
              <a:gd name="connsiteX60" fmla="*/ 95529 w 362309"/>
              <a:gd name="connsiteY60" fmla="*/ 212906 h 361971"/>
              <a:gd name="connsiteX61" fmla="*/ 93037 w 362309"/>
              <a:gd name="connsiteY61" fmla="*/ 197520 h 361971"/>
              <a:gd name="connsiteX62" fmla="*/ 102622 w 362309"/>
              <a:gd name="connsiteY62" fmla="*/ 183412 h 361971"/>
              <a:gd name="connsiteX63" fmla="*/ 118725 w 362309"/>
              <a:gd name="connsiteY63" fmla="*/ 182263 h 361971"/>
              <a:gd name="connsiteX64" fmla="*/ 130930 w 362309"/>
              <a:gd name="connsiteY64" fmla="*/ 192860 h 361971"/>
              <a:gd name="connsiteX65" fmla="*/ 139173 w 362309"/>
              <a:gd name="connsiteY65" fmla="*/ 211246 h 361971"/>
              <a:gd name="connsiteX66" fmla="*/ 139173 w 362309"/>
              <a:gd name="connsiteY66" fmla="*/ 144214 h 361971"/>
              <a:gd name="connsiteX67" fmla="*/ 160259 w 362309"/>
              <a:gd name="connsiteY67" fmla="*/ 123147 h 361971"/>
              <a:gd name="connsiteX68" fmla="*/ 169077 w 362309"/>
              <a:gd name="connsiteY68" fmla="*/ 125126 h 361971"/>
              <a:gd name="connsiteX69" fmla="*/ 189717 w 362309"/>
              <a:gd name="connsiteY69" fmla="*/ 108400 h 361971"/>
              <a:gd name="connsiteX70" fmla="*/ 210804 w 362309"/>
              <a:gd name="connsiteY70" fmla="*/ 129531 h 361971"/>
              <a:gd name="connsiteX71" fmla="*/ 210804 w 362309"/>
              <a:gd name="connsiteY71" fmla="*/ 176389 h 361971"/>
              <a:gd name="connsiteX72" fmla="*/ 219111 w 362309"/>
              <a:gd name="connsiteY72" fmla="*/ 174666 h 361971"/>
              <a:gd name="connsiteX73" fmla="*/ 237322 w 362309"/>
              <a:gd name="connsiteY73" fmla="*/ 185327 h 361971"/>
              <a:gd name="connsiteX74" fmla="*/ 248569 w 362309"/>
              <a:gd name="connsiteY74" fmla="*/ 182007 h 361971"/>
              <a:gd name="connsiteX75" fmla="*/ 269655 w 362309"/>
              <a:gd name="connsiteY75" fmla="*/ 203074 h 361971"/>
              <a:gd name="connsiteX76" fmla="*/ 269655 w 362309"/>
              <a:gd name="connsiteY76" fmla="*/ 232505 h 361971"/>
              <a:gd name="connsiteX77" fmla="*/ 253425 w 362309"/>
              <a:gd name="connsiteY77" fmla="*/ 28810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62309" h="361971">
                <a:moveTo>
                  <a:pt x="181155" y="0"/>
                </a:moveTo>
                <a:cubicBezTo>
                  <a:pt x="81088" y="0"/>
                  <a:pt x="0" y="81012"/>
                  <a:pt x="0" y="180986"/>
                </a:cubicBezTo>
                <a:cubicBezTo>
                  <a:pt x="0" y="280959"/>
                  <a:pt x="81088" y="361971"/>
                  <a:pt x="181155" y="361971"/>
                </a:cubicBezTo>
                <a:cubicBezTo>
                  <a:pt x="281221" y="361971"/>
                  <a:pt x="362309" y="280959"/>
                  <a:pt x="362309" y="180986"/>
                </a:cubicBezTo>
                <a:cubicBezTo>
                  <a:pt x="362309" y="81012"/>
                  <a:pt x="281221" y="0"/>
                  <a:pt x="181155" y="0"/>
                </a:cubicBezTo>
                <a:close/>
                <a:moveTo>
                  <a:pt x="118981" y="103165"/>
                </a:moveTo>
                <a:cubicBezTo>
                  <a:pt x="136937" y="83119"/>
                  <a:pt x="162688" y="71628"/>
                  <a:pt x="189590" y="71628"/>
                </a:cubicBezTo>
                <a:cubicBezTo>
                  <a:pt x="211507" y="71628"/>
                  <a:pt x="232594" y="79289"/>
                  <a:pt x="249463" y="93078"/>
                </a:cubicBezTo>
                <a:lnTo>
                  <a:pt x="249463" y="85417"/>
                </a:lnTo>
                <a:cubicBezTo>
                  <a:pt x="249463" y="81906"/>
                  <a:pt x="252339" y="79033"/>
                  <a:pt x="255853" y="79033"/>
                </a:cubicBezTo>
                <a:cubicBezTo>
                  <a:pt x="259367" y="79033"/>
                  <a:pt x="262243" y="81906"/>
                  <a:pt x="262243" y="85417"/>
                </a:cubicBezTo>
                <a:lnTo>
                  <a:pt x="262243" y="107506"/>
                </a:lnTo>
                <a:cubicBezTo>
                  <a:pt x="262243" y="111017"/>
                  <a:pt x="259367" y="113890"/>
                  <a:pt x="255853" y="113890"/>
                </a:cubicBezTo>
                <a:lnTo>
                  <a:pt x="233744" y="113890"/>
                </a:lnTo>
                <a:cubicBezTo>
                  <a:pt x="230230" y="113890"/>
                  <a:pt x="227354" y="111017"/>
                  <a:pt x="227354" y="107506"/>
                </a:cubicBezTo>
                <a:cubicBezTo>
                  <a:pt x="227354" y="103995"/>
                  <a:pt x="230230" y="101122"/>
                  <a:pt x="233744" y="101122"/>
                </a:cubicBezTo>
                <a:lnTo>
                  <a:pt x="239048" y="101122"/>
                </a:lnTo>
                <a:cubicBezTo>
                  <a:pt x="224862" y="90333"/>
                  <a:pt x="207545" y="84460"/>
                  <a:pt x="189526" y="84460"/>
                </a:cubicBezTo>
                <a:cubicBezTo>
                  <a:pt x="166202" y="84460"/>
                  <a:pt x="143965" y="94419"/>
                  <a:pt x="128438" y="111783"/>
                </a:cubicBezTo>
                <a:cubicBezTo>
                  <a:pt x="127160" y="113188"/>
                  <a:pt x="125435" y="113890"/>
                  <a:pt x="123645" y="113890"/>
                </a:cubicBezTo>
                <a:cubicBezTo>
                  <a:pt x="122112" y="113890"/>
                  <a:pt x="120578" y="113379"/>
                  <a:pt x="119364" y="112294"/>
                </a:cubicBezTo>
                <a:cubicBezTo>
                  <a:pt x="116872" y="109804"/>
                  <a:pt x="116616" y="105782"/>
                  <a:pt x="118981" y="103165"/>
                </a:cubicBezTo>
                <a:close/>
                <a:moveTo>
                  <a:pt x="253425" y="288109"/>
                </a:moveTo>
                <a:cubicBezTo>
                  <a:pt x="252147" y="289577"/>
                  <a:pt x="250358" y="290343"/>
                  <a:pt x="248569" y="290343"/>
                </a:cubicBezTo>
                <a:cubicBezTo>
                  <a:pt x="247099" y="290343"/>
                  <a:pt x="245629" y="289833"/>
                  <a:pt x="244415" y="288811"/>
                </a:cubicBezTo>
                <a:cubicBezTo>
                  <a:pt x="241731" y="286513"/>
                  <a:pt x="241412" y="282491"/>
                  <a:pt x="243648" y="279810"/>
                </a:cubicBezTo>
                <a:cubicBezTo>
                  <a:pt x="258856" y="261871"/>
                  <a:pt x="256875" y="233207"/>
                  <a:pt x="256875" y="232951"/>
                </a:cubicBezTo>
                <a:lnTo>
                  <a:pt x="256875" y="203011"/>
                </a:lnTo>
                <a:cubicBezTo>
                  <a:pt x="256875" y="198414"/>
                  <a:pt x="253169" y="194711"/>
                  <a:pt x="248569" y="194711"/>
                </a:cubicBezTo>
                <a:cubicBezTo>
                  <a:pt x="243968" y="194711"/>
                  <a:pt x="240198" y="198414"/>
                  <a:pt x="240198" y="203011"/>
                </a:cubicBezTo>
                <a:cubicBezTo>
                  <a:pt x="240198" y="206522"/>
                  <a:pt x="237322" y="209395"/>
                  <a:pt x="233808" y="209395"/>
                </a:cubicBezTo>
                <a:cubicBezTo>
                  <a:pt x="230294" y="209395"/>
                  <a:pt x="227418" y="206522"/>
                  <a:pt x="227418" y="203011"/>
                </a:cubicBezTo>
                <a:lnTo>
                  <a:pt x="227418" y="195669"/>
                </a:lnTo>
                <a:cubicBezTo>
                  <a:pt x="227418" y="191073"/>
                  <a:pt x="223712" y="187370"/>
                  <a:pt x="219111" y="187370"/>
                </a:cubicBezTo>
                <a:cubicBezTo>
                  <a:pt x="214510" y="187370"/>
                  <a:pt x="210804" y="191073"/>
                  <a:pt x="210804" y="195669"/>
                </a:cubicBezTo>
                <a:lnTo>
                  <a:pt x="210804" y="203011"/>
                </a:lnTo>
                <a:cubicBezTo>
                  <a:pt x="210804" y="206522"/>
                  <a:pt x="207929" y="209395"/>
                  <a:pt x="204414" y="209395"/>
                </a:cubicBezTo>
                <a:cubicBezTo>
                  <a:pt x="200899" y="209395"/>
                  <a:pt x="198024" y="206522"/>
                  <a:pt x="198024" y="203011"/>
                </a:cubicBezTo>
                <a:lnTo>
                  <a:pt x="198024" y="129467"/>
                </a:lnTo>
                <a:cubicBezTo>
                  <a:pt x="198024" y="124871"/>
                  <a:pt x="194318" y="121104"/>
                  <a:pt x="189717" y="121104"/>
                </a:cubicBezTo>
                <a:cubicBezTo>
                  <a:pt x="185116" y="121104"/>
                  <a:pt x="181346" y="124871"/>
                  <a:pt x="181346" y="129467"/>
                </a:cubicBezTo>
                <a:lnTo>
                  <a:pt x="181346" y="144150"/>
                </a:lnTo>
                <a:lnTo>
                  <a:pt x="181346" y="203011"/>
                </a:lnTo>
                <a:cubicBezTo>
                  <a:pt x="181346" y="206522"/>
                  <a:pt x="178471" y="209395"/>
                  <a:pt x="174957" y="209395"/>
                </a:cubicBezTo>
                <a:cubicBezTo>
                  <a:pt x="171442" y="209395"/>
                  <a:pt x="168567" y="206522"/>
                  <a:pt x="168567" y="203011"/>
                </a:cubicBezTo>
                <a:lnTo>
                  <a:pt x="168567" y="144150"/>
                </a:lnTo>
                <a:cubicBezTo>
                  <a:pt x="168567" y="139554"/>
                  <a:pt x="164861" y="135851"/>
                  <a:pt x="160259" y="135851"/>
                </a:cubicBezTo>
                <a:cubicBezTo>
                  <a:pt x="155659" y="135851"/>
                  <a:pt x="151953" y="139554"/>
                  <a:pt x="151953" y="144150"/>
                </a:cubicBezTo>
                <a:lnTo>
                  <a:pt x="151953" y="232441"/>
                </a:lnTo>
                <a:cubicBezTo>
                  <a:pt x="151953" y="234930"/>
                  <a:pt x="150483" y="237229"/>
                  <a:pt x="148246" y="238250"/>
                </a:cubicBezTo>
                <a:cubicBezTo>
                  <a:pt x="146010" y="239272"/>
                  <a:pt x="143327" y="238889"/>
                  <a:pt x="141409" y="237293"/>
                </a:cubicBezTo>
                <a:cubicBezTo>
                  <a:pt x="131569" y="228866"/>
                  <a:pt x="120514" y="201159"/>
                  <a:pt x="119300" y="198031"/>
                </a:cubicBezTo>
                <a:cubicBezTo>
                  <a:pt x="117447" y="194456"/>
                  <a:pt x="112463" y="192732"/>
                  <a:pt x="108373" y="194839"/>
                </a:cubicBezTo>
                <a:cubicBezTo>
                  <a:pt x="106904" y="195541"/>
                  <a:pt x="106009" y="197074"/>
                  <a:pt x="105690" y="199308"/>
                </a:cubicBezTo>
                <a:cubicBezTo>
                  <a:pt x="105306" y="201925"/>
                  <a:pt x="105881" y="204990"/>
                  <a:pt x="107159" y="207543"/>
                </a:cubicBezTo>
                <a:cubicBezTo>
                  <a:pt x="107287" y="207799"/>
                  <a:pt x="107351" y="207990"/>
                  <a:pt x="107478" y="208245"/>
                </a:cubicBezTo>
                <a:cubicBezTo>
                  <a:pt x="107670" y="208756"/>
                  <a:pt x="126201" y="259764"/>
                  <a:pt x="156362" y="278533"/>
                </a:cubicBezTo>
                <a:cubicBezTo>
                  <a:pt x="159365" y="280384"/>
                  <a:pt x="160259" y="284342"/>
                  <a:pt x="158407" y="287343"/>
                </a:cubicBezTo>
                <a:cubicBezTo>
                  <a:pt x="157192" y="289258"/>
                  <a:pt x="155084" y="290343"/>
                  <a:pt x="152975" y="290343"/>
                </a:cubicBezTo>
                <a:cubicBezTo>
                  <a:pt x="151825" y="290343"/>
                  <a:pt x="150674" y="290024"/>
                  <a:pt x="149589" y="289386"/>
                </a:cubicBezTo>
                <a:cubicBezTo>
                  <a:pt x="116616" y="268893"/>
                  <a:pt x="97383" y="218077"/>
                  <a:pt x="95529" y="212906"/>
                </a:cubicBezTo>
                <a:cubicBezTo>
                  <a:pt x="93229" y="208118"/>
                  <a:pt x="92334" y="202564"/>
                  <a:pt x="93037" y="197520"/>
                </a:cubicBezTo>
                <a:cubicBezTo>
                  <a:pt x="93932" y="191073"/>
                  <a:pt x="97383" y="186029"/>
                  <a:pt x="102622" y="183412"/>
                </a:cubicBezTo>
                <a:cubicBezTo>
                  <a:pt x="107670" y="180922"/>
                  <a:pt x="113421" y="180475"/>
                  <a:pt x="118725" y="182263"/>
                </a:cubicBezTo>
                <a:cubicBezTo>
                  <a:pt x="124093" y="184050"/>
                  <a:pt x="128438" y="187817"/>
                  <a:pt x="130930" y="192860"/>
                </a:cubicBezTo>
                <a:cubicBezTo>
                  <a:pt x="132974" y="198095"/>
                  <a:pt x="135978" y="204926"/>
                  <a:pt x="139173" y="211246"/>
                </a:cubicBezTo>
                <a:lnTo>
                  <a:pt x="139173" y="144214"/>
                </a:lnTo>
                <a:cubicBezTo>
                  <a:pt x="139173" y="132595"/>
                  <a:pt x="148630" y="123147"/>
                  <a:pt x="160259" y="123147"/>
                </a:cubicBezTo>
                <a:cubicBezTo>
                  <a:pt x="163390" y="123147"/>
                  <a:pt x="166394" y="123913"/>
                  <a:pt x="169077" y="125126"/>
                </a:cubicBezTo>
                <a:cubicBezTo>
                  <a:pt x="171123" y="115614"/>
                  <a:pt x="179621" y="108400"/>
                  <a:pt x="189717" y="108400"/>
                </a:cubicBezTo>
                <a:cubicBezTo>
                  <a:pt x="201347" y="108400"/>
                  <a:pt x="210804" y="117848"/>
                  <a:pt x="210804" y="129531"/>
                </a:cubicBezTo>
                <a:lnTo>
                  <a:pt x="210804" y="176389"/>
                </a:lnTo>
                <a:cubicBezTo>
                  <a:pt x="213360" y="175304"/>
                  <a:pt x="216171" y="174666"/>
                  <a:pt x="219111" y="174666"/>
                </a:cubicBezTo>
                <a:cubicBezTo>
                  <a:pt x="226907" y="174666"/>
                  <a:pt x="233680" y="179007"/>
                  <a:pt x="237322" y="185327"/>
                </a:cubicBezTo>
                <a:cubicBezTo>
                  <a:pt x="240581" y="183284"/>
                  <a:pt x="244415" y="182007"/>
                  <a:pt x="248569" y="182007"/>
                </a:cubicBezTo>
                <a:cubicBezTo>
                  <a:pt x="260198" y="182007"/>
                  <a:pt x="269655" y="191456"/>
                  <a:pt x="269655" y="203074"/>
                </a:cubicBezTo>
                <a:lnTo>
                  <a:pt x="269655" y="232505"/>
                </a:lnTo>
                <a:cubicBezTo>
                  <a:pt x="269719" y="233398"/>
                  <a:pt x="272083" y="266148"/>
                  <a:pt x="253425" y="288109"/>
                </a:cubicBezTo>
                <a:close/>
              </a:path>
            </a:pathLst>
          </a:custGeom>
          <a:solidFill>
            <a:srgbClr val="00A3E0"/>
          </a:solidFill>
          <a:ln w="6390" cap="flat">
            <a:noFill/>
            <a:prstDash val="solid"/>
            <a:miter/>
          </a:ln>
        </p:spPr>
        <p:txBody>
          <a:bodyPr rtlCol="0" anchor="ctr"/>
          <a:lstStyle/>
          <a:p>
            <a:endParaRPr lang="en-US"/>
          </a:p>
        </p:txBody>
      </p:sp>
      <p:sp>
        <p:nvSpPr>
          <p:cNvPr id="1105" name="Graphic 4">
            <a:extLst>
              <a:ext uri="{FF2B5EF4-FFF2-40B4-BE49-F238E27FC236}">
                <a16:creationId xmlns:a16="http://schemas.microsoft.com/office/drawing/2014/main" id="{5AC68F4C-3C0E-2C43-9BBC-5F510C412D2D}"/>
              </a:ext>
            </a:extLst>
          </p:cNvPr>
          <p:cNvSpPr/>
          <p:nvPr/>
        </p:nvSpPr>
        <p:spPr>
          <a:xfrm>
            <a:off x="9279083" y="4308584"/>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09 w 362309"/>
              <a:gd name="connsiteY3" fmla="*/ 180986 h 361971"/>
              <a:gd name="connsiteX4" fmla="*/ 181155 w 362309"/>
              <a:gd name="connsiteY4" fmla="*/ 0 h 361971"/>
              <a:gd name="connsiteX5" fmla="*/ 260582 w 362309"/>
              <a:gd name="connsiteY5" fmla="*/ 259892 h 361971"/>
              <a:gd name="connsiteX6" fmla="*/ 255725 w 362309"/>
              <a:gd name="connsiteY6" fmla="*/ 262126 h 361971"/>
              <a:gd name="connsiteX7" fmla="*/ 251572 w 362309"/>
              <a:gd name="connsiteY7" fmla="*/ 260594 h 361971"/>
              <a:gd name="connsiteX8" fmla="*/ 250869 w 362309"/>
              <a:gd name="connsiteY8" fmla="*/ 251593 h 361971"/>
              <a:gd name="connsiteX9" fmla="*/ 270103 w 362309"/>
              <a:gd name="connsiteY9" fmla="*/ 189732 h 361971"/>
              <a:gd name="connsiteX10" fmla="*/ 270103 w 362309"/>
              <a:gd name="connsiteY10" fmla="*/ 151683 h 361971"/>
              <a:gd name="connsiteX11" fmla="*/ 255725 w 362309"/>
              <a:gd name="connsiteY11" fmla="*/ 139171 h 361971"/>
              <a:gd name="connsiteX12" fmla="*/ 244734 w 362309"/>
              <a:gd name="connsiteY12" fmla="*/ 155067 h 361971"/>
              <a:gd name="connsiteX13" fmla="*/ 238344 w 362309"/>
              <a:gd name="connsiteY13" fmla="*/ 161451 h 361971"/>
              <a:gd name="connsiteX14" fmla="*/ 231954 w 362309"/>
              <a:gd name="connsiteY14" fmla="*/ 155067 h 361971"/>
              <a:gd name="connsiteX15" fmla="*/ 232082 w 362309"/>
              <a:gd name="connsiteY15" fmla="*/ 153407 h 361971"/>
              <a:gd name="connsiteX16" fmla="*/ 231954 w 362309"/>
              <a:gd name="connsiteY16" fmla="*/ 152705 h 361971"/>
              <a:gd name="connsiteX17" fmla="*/ 231954 w 362309"/>
              <a:gd name="connsiteY17" fmla="*/ 132276 h 361971"/>
              <a:gd name="connsiteX18" fmla="*/ 218408 w 362309"/>
              <a:gd name="connsiteY18" fmla="*/ 119891 h 361971"/>
              <a:gd name="connsiteX19" fmla="*/ 206586 w 362309"/>
              <a:gd name="connsiteY19" fmla="*/ 134574 h 361971"/>
              <a:gd name="connsiteX20" fmla="*/ 206586 w 362309"/>
              <a:gd name="connsiteY20" fmla="*/ 152577 h 361971"/>
              <a:gd name="connsiteX21" fmla="*/ 200196 w 362309"/>
              <a:gd name="connsiteY21" fmla="*/ 158961 h 361971"/>
              <a:gd name="connsiteX22" fmla="*/ 193807 w 362309"/>
              <a:gd name="connsiteY22" fmla="*/ 152577 h 361971"/>
              <a:gd name="connsiteX23" fmla="*/ 193807 w 362309"/>
              <a:gd name="connsiteY23" fmla="*/ 122700 h 361971"/>
              <a:gd name="connsiteX24" fmla="*/ 180260 w 362309"/>
              <a:gd name="connsiteY24" fmla="*/ 110315 h 361971"/>
              <a:gd name="connsiteX25" fmla="*/ 168439 w 362309"/>
              <a:gd name="connsiteY25" fmla="*/ 124998 h 361971"/>
              <a:gd name="connsiteX26" fmla="*/ 167928 w 362309"/>
              <a:gd name="connsiteY26" fmla="*/ 127424 h 361971"/>
              <a:gd name="connsiteX27" fmla="*/ 168439 w 362309"/>
              <a:gd name="connsiteY27" fmla="*/ 132212 h 361971"/>
              <a:gd name="connsiteX28" fmla="*/ 168439 w 362309"/>
              <a:gd name="connsiteY28" fmla="*/ 152513 h 361971"/>
              <a:gd name="connsiteX29" fmla="*/ 162049 w 362309"/>
              <a:gd name="connsiteY29" fmla="*/ 158897 h 361971"/>
              <a:gd name="connsiteX30" fmla="*/ 155659 w 362309"/>
              <a:gd name="connsiteY30" fmla="*/ 152513 h 361971"/>
              <a:gd name="connsiteX31" fmla="*/ 155659 w 362309"/>
              <a:gd name="connsiteY31" fmla="*/ 132276 h 361971"/>
              <a:gd name="connsiteX32" fmla="*/ 143007 w 362309"/>
              <a:gd name="connsiteY32" fmla="*/ 119572 h 361971"/>
              <a:gd name="connsiteX33" fmla="*/ 130291 w 362309"/>
              <a:gd name="connsiteY33" fmla="*/ 132276 h 361971"/>
              <a:gd name="connsiteX34" fmla="*/ 130291 w 362309"/>
              <a:gd name="connsiteY34" fmla="*/ 190690 h 361971"/>
              <a:gd name="connsiteX35" fmla="*/ 123901 w 362309"/>
              <a:gd name="connsiteY35" fmla="*/ 197074 h 361971"/>
              <a:gd name="connsiteX36" fmla="*/ 117511 w 362309"/>
              <a:gd name="connsiteY36" fmla="*/ 190690 h 361971"/>
              <a:gd name="connsiteX37" fmla="*/ 117511 w 362309"/>
              <a:gd name="connsiteY37" fmla="*/ 149704 h 361971"/>
              <a:gd name="connsiteX38" fmla="*/ 105370 w 362309"/>
              <a:gd name="connsiteY38" fmla="*/ 151811 h 361971"/>
              <a:gd name="connsiteX39" fmla="*/ 92143 w 362309"/>
              <a:gd name="connsiteY39" fmla="*/ 183093 h 361971"/>
              <a:gd name="connsiteX40" fmla="*/ 135338 w 362309"/>
              <a:gd name="connsiteY40" fmla="*/ 252423 h 361971"/>
              <a:gd name="connsiteX41" fmla="*/ 137384 w 362309"/>
              <a:gd name="connsiteY41" fmla="*/ 261232 h 361971"/>
              <a:gd name="connsiteX42" fmla="*/ 131952 w 362309"/>
              <a:gd name="connsiteY42" fmla="*/ 264233 h 361971"/>
              <a:gd name="connsiteX43" fmla="*/ 128566 w 362309"/>
              <a:gd name="connsiteY43" fmla="*/ 263275 h 361971"/>
              <a:gd name="connsiteX44" fmla="*/ 79363 w 362309"/>
              <a:gd name="connsiteY44" fmla="*/ 183603 h 361971"/>
              <a:gd name="connsiteX45" fmla="*/ 98277 w 362309"/>
              <a:gd name="connsiteY45" fmla="*/ 141214 h 361971"/>
              <a:gd name="connsiteX46" fmla="*/ 117447 w 362309"/>
              <a:gd name="connsiteY46" fmla="*/ 136809 h 361971"/>
              <a:gd name="connsiteX47" fmla="*/ 117447 w 362309"/>
              <a:gd name="connsiteY47" fmla="*/ 132276 h 361971"/>
              <a:gd name="connsiteX48" fmla="*/ 142943 w 362309"/>
              <a:gd name="connsiteY48" fmla="*/ 106804 h 361971"/>
              <a:gd name="connsiteX49" fmla="*/ 158662 w 362309"/>
              <a:gd name="connsiteY49" fmla="*/ 112422 h 361971"/>
              <a:gd name="connsiteX50" fmla="*/ 180260 w 362309"/>
              <a:gd name="connsiteY50" fmla="*/ 97611 h 361971"/>
              <a:gd name="connsiteX51" fmla="*/ 204158 w 362309"/>
              <a:gd name="connsiteY51" fmla="*/ 112358 h 361971"/>
              <a:gd name="connsiteX52" fmla="*/ 218408 w 362309"/>
              <a:gd name="connsiteY52" fmla="*/ 107187 h 361971"/>
              <a:gd name="connsiteX53" fmla="*/ 244479 w 362309"/>
              <a:gd name="connsiteY53" fmla="*/ 129978 h 361971"/>
              <a:gd name="connsiteX54" fmla="*/ 255725 w 362309"/>
              <a:gd name="connsiteY54" fmla="*/ 126339 h 361971"/>
              <a:gd name="connsiteX55" fmla="*/ 282883 w 362309"/>
              <a:gd name="connsiteY55" fmla="*/ 151620 h 361971"/>
              <a:gd name="connsiteX56" fmla="*/ 282883 w 362309"/>
              <a:gd name="connsiteY56" fmla="*/ 189477 h 361971"/>
              <a:gd name="connsiteX57" fmla="*/ 260582 w 362309"/>
              <a:gd name="connsiteY57" fmla="*/ 25989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62309" h="361971">
                <a:moveTo>
                  <a:pt x="181155" y="0"/>
                </a:moveTo>
                <a:cubicBezTo>
                  <a:pt x="81088" y="0"/>
                  <a:pt x="0" y="81012"/>
                  <a:pt x="0" y="180986"/>
                </a:cubicBezTo>
                <a:cubicBezTo>
                  <a:pt x="0" y="280959"/>
                  <a:pt x="81088" y="361971"/>
                  <a:pt x="181155" y="361971"/>
                </a:cubicBezTo>
                <a:cubicBezTo>
                  <a:pt x="281221" y="361971"/>
                  <a:pt x="362309" y="280959"/>
                  <a:pt x="362309" y="180986"/>
                </a:cubicBezTo>
                <a:cubicBezTo>
                  <a:pt x="362309" y="81012"/>
                  <a:pt x="281157" y="0"/>
                  <a:pt x="181155" y="0"/>
                </a:cubicBezTo>
                <a:close/>
                <a:moveTo>
                  <a:pt x="260582" y="259892"/>
                </a:moveTo>
                <a:cubicBezTo>
                  <a:pt x="259303" y="261360"/>
                  <a:pt x="257514" y="262126"/>
                  <a:pt x="255725" y="262126"/>
                </a:cubicBezTo>
                <a:cubicBezTo>
                  <a:pt x="254256" y="262126"/>
                  <a:pt x="252786" y="261615"/>
                  <a:pt x="251572" y="260594"/>
                </a:cubicBezTo>
                <a:cubicBezTo>
                  <a:pt x="248888" y="258296"/>
                  <a:pt x="248569" y="254274"/>
                  <a:pt x="250869" y="251593"/>
                </a:cubicBezTo>
                <a:cubicBezTo>
                  <a:pt x="271189" y="227844"/>
                  <a:pt x="270103" y="190115"/>
                  <a:pt x="270103" y="189732"/>
                </a:cubicBezTo>
                <a:lnTo>
                  <a:pt x="270103" y="151683"/>
                </a:lnTo>
                <a:cubicBezTo>
                  <a:pt x="270103" y="145236"/>
                  <a:pt x="263137" y="139171"/>
                  <a:pt x="255725" y="139171"/>
                </a:cubicBezTo>
                <a:cubicBezTo>
                  <a:pt x="249463" y="139171"/>
                  <a:pt x="244734" y="147598"/>
                  <a:pt x="244734" y="155067"/>
                </a:cubicBezTo>
                <a:cubicBezTo>
                  <a:pt x="244734" y="158578"/>
                  <a:pt x="241859" y="161451"/>
                  <a:pt x="238344" y="161451"/>
                </a:cubicBezTo>
                <a:cubicBezTo>
                  <a:pt x="234830" y="161451"/>
                  <a:pt x="231954" y="158578"/>
                  <a:pt x="231954" y="155067"/>
                </a:cubicBezTo>
                <a:cubicBezTo>
                  <a:pt x="231954" y="154492"/>
                  <a:pt x="232082" y="153918"/>
                  <a:pt x="232082" y="153407"/>
                </a:cubicBezTo>
                <a:cubicBezTo>
                  <a:pt x="232082" y="153152"/>
                  <a:pt x="231954" y="152960"/>
                  <a:pt x="231954" y="152705"/>
                </a:cubicBezTo>
                <a:lnTo>
                  <a:pt x="231954" y="132276"/>
                </a:lnTo>
                <a:cubicBezTo>
                  <a:pt x="231954" y="125573"/>
                  <a:pt x="225756" y="119891"/>
                  <a:pt x="218408" y="119891"/>
                </a:cubicBezTo>
                <a:cubicBezTo>
                  <a:pt x="211443" y="119891"/>
                  <a:pt x="206586" y="127616"/>
                  <a:pt x="206586" y="134574"/>
                </a:cubicBezTo>
                <a:lnTo>
                  <a:pt x="206586" y="152577"/>
                </a:lnTo>
                <a:cubicBezTo>
                  <a:pt x="206586" y="156088"/>
                  <a:pt x="203711" y="158961"/>
                  <a:pt x="200196" y="158961"/>
                </a:cubicBezTo>
                <a:cubicBezTo>
                  <a:pt x="196682" y="158961"/>
                  <a:pt x="193807" y="156088"/>
                  <a:pt x="193807" y="152577"/>
                </a:cubicBezTo>
                <a:lnTo>
                  <a:pt x="193807" y="122700"/>
                </a:lnTo>
                <a:cubicBezTo>
                  <a:pt x="193807" y="115997"/>
                  <a:pt x="187608" y="110315"/>
                  <a:pt x="180260" y="110315"/>
                </a:cubicBezTo>
                <a:cubicBezTo>
                  <a:pt x="173295" y="110315"/>
                  <a:pt x="168439" y="118040"/>
                  <a:pt x="168439" y="124998"/>
                </a:cubicBezTo>
                <a:cubicBezTo>
                  <a:pt x="168439" y="125828"/>
                  <a:pt x="168247" y="126658"/>
                  <a:pt x="167928" y="127424"/>
                </a:cubicBezTo>
                <a:cubicBezTo>
                  <a:pt x="168247" y="128956"/>
                  <a:pt x="168439" y="130552"/>
                  <a:pt x="168439" y="132212"/>
                </a:cubicBezTo>
                <a:lnTo>
                  <a:pt x="168439" y="152513"/>
                </a:lnTo>
                <a:cubicBezTo>
                  <a:pt x="168439" y="156024"/>
                  <a:pt x="165563" y="158897"/>
                  <a:pt x="162049" y="158897"/>
                </a:cubicBezTo>
                <a:cubicBezTo>
                  <a:pt x="158534" y="158897"/>
                  <a:pt x="155659" y="156024"/>
                  <a:pt x="155659" y="152513"/>
                </a:cubicBezTo>
                <a:lnTo>
                  <a:pt x="155659" y="132276"/>
                </a:lnTo>
                <a:cubicBezTo>
                  <a:pt x="155659" y="125317"/>
                  <a:pt x="149972" y="119572"/>
                  <a:pt x="143007" y="119572"/>
                </a:cubicBezTo>
                <a:cubicBezTo>
                  <a:pt x="136042" y="119572"/>
                  <a:pt x="130291" y="125254"/>
                  <a:pt x="130291" y="132276"/>
                </a:cubicBezTo>
                <a:lnTo>
                  <a:pt x="130291" y="190690"/>
                </a:lnTo>
                <a:cubicBezTo>
                  <a:pt x="130291" y="194201"/>
                  <a:pt x="127415" y="197074"/>
                  <a:pt x="123901" y="197074"/>
                </a:cubicBezTo>
                <a:cubicBezTo>
                  <a:pt x="120386" y="197074"/>
                  <a:pt x="117511" y="194201"/>
                  <a:pt x="117511" y="190690"/>
                </a:cubicBezTo>
                <a:lnTo>
                  <a:pt x="117511" y="149704"/>
                </a:lnTo>
                <a:cubicBezTo>
                  <a:pt x="113230" y="148619"/>
                  <a:pt x="109140" y="149321"/>
                  <a:pt x="105370" y="151811"/>
                </a:cubicBezTo>
                <a:cubicBezTo>
                  <a:pt x="97127" y="157301"/>
                  <a:pt x="91631" y="170133"/>
                  <a:pt x="92143" y="183093"/>
                </a:cubicBezTo>
                <a:cubicBezTo>
                  <a:pt x="93101" y="207735"/>
                  <a:pt x="96872" y="228483"/>
                  <a:pt x="135338" y="252423"/>
                </a:cubicBezTo>
                <a:cubicBezTo>
                  <a:pt x="138342" y="254274"/>
                  <a:pt x="139237" y="258232"/>
                  <a:pt x="137384" y="261232"/>
                </a:cubicBezTo>
                <a:cubicBezTo>
                  <a:pt x="136169" y="263148"/>
                  <a:pt x="134061" y="264233"/>
                  <a:pt x="131952" y="264233"/>
                </a:cubicBezTo>
                <a:cubicBezTo>
                  <a:pt x="130802" y="264233"/>
                  <a:pt x="129652" y="263914"/>
                  <a:pt x="128566" y="263275"/>
                </a:cubicBezTo>
                <a:cubicBezTo>
                  <a:pt x="84859" y="236080"/>
                  <a:pt x="80385" y="210097"/>
                  <a:pt x="79363" y="183603"/>
                </a:cubicBezTo>
                <a:cubicBezTo>
                  <a:pt x="78724" y="166175"/>
                  <a:pt x="86328" y="149130"/>
                  <a:pt x="98277" y="141214"/>
                </a:cubicBezTo>
                <a:cubicBezTo>
                  <a:pt x="104156" y="137319"/>
                  <a:pt x="110801" y="135851"/>
                  <a:pt x="117447" y="136809"/>
                </a:cubicBezTo>
                <a:lnTo>
                  <a:pt x="117447" y="132276"/>
                </a:lnTo>
                <a:cubicBezTo>
                  <a:pt x="117447" y="118231"/>
                  <a:pt x="128885" y="106804"/>
                  <a:pt x="142943" y="106804"/>
                </a:cubicBezTo>
                <a:cubicBezTo>
                  <a:pt x="148885" y="106804"/>
                  <a:pt x="154317" y="108974"/>
                  <a:pt x="158662" y="112422"/>
                </a:cubicBezTo>
                <a:cubicBezTo>
                  <a:pt x="162624" y="104123"/>
                  <a:pt x="170292" y="97611"/>
                  <a:pt x="180260" y="97611"/>
                </a:cubicBezTo>
                <a:cubicBezTo>
                  <a:pt x="190867" y="97611"/>
                  <a:pt x="200005" y="103676"/>
                  <a:pt x="204158" y="112358"/>
                </a:cubicBezTo>
                <a:cubicBezTo>
                  <a:pt x="208056" y="109166"/>
                  <a:pt x="212912" y="107187"/>
                  <a:pt x="218408" y="107187"/>
                </a:cubicBezTo>
                <a:cubicBezTo>
                  <a:pt x="232082" y="107187"/>
                  <a:pt x="243201" y="117210"/>
                  <a:pt x="244479" y="129978"/>
                </a:cubicBezTo>
                <a:cubicBezTo>
                  <a:pt x="247738" y="127807"/>
                  <a:pt x="251508" y="126339"/>
                  <a:pt x="255725" y="126339"/>
                </a:cubicBezTo>
                <a:cubicBezTo>
                  <a:pt x="270167" y="126339"/>
                  <a:pt x="282883" y="138149"/>
                  <a:pt x="282883" y="151620"/>
                </a:cubicBezTo>
                <a:lnTo>
                  <a:pt x="282883" y="189477"/>
                </a:lnTo>
                <a:cubicBezTo>
                  <a:pt x="282947" y="191009"/>
                  <a:pt x="284160" y="232249"/>
                  <a:pt x="260582" y="259892"/>
                </a:cubicBezTo>
                <a:close/>
              </a:path>
            </a:pathLst>
          </a:custGeom>
          <a:solidFill>
            <a:srgbClr val="00A3E0"/>
          </a:solidFill>
          <a:ln w="6390" cap="flat">
            <a:noFill/>
            <a:prstDash val="solid"/>
            <a:miter/>
          </a:ln>
        </p:spPr>
        <p:txBody>
          <a:bodyPr rtlCol="0" anchor="ctr"/>
          <a:lstStyle/>
          <a:p>
            <a:endParaRPr lang="en-US"/>
          </a:p>
        </p:txBody>
      </p:sp>
      <p:sp>
        <p:nvSpPr>
          <p:cNvPr id="1106" name="Graphic 4">
            <a:extLst>
              <a:ext uri="{FF2B5EF4-FFF2-40B4-BE49-F238E27FC236}">
                <a16:creationId xmlns:a16="http://schemas.microsoft.com/office/drawing/2014/main" id="{9764190C-BCA0-714D-A93B-397A4A49B0EA}"/>
              </a:ext>
            </a:extLst>
          </p:cNvPr>
          <p:cNvSpPr/>
          <p:nvPr/>
        </p:nvSpPr>
        <p:spPr>
          <a:xfrm>
            <a:off x="10324860" y="1893013"/>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09 w 362309"/>
              <a:gd name="connsiteY3" fmla="*/ 180986 h 361971"/>
              <a:gd name="connsiteX4" fmla="*/ 181155 w 362309"/>
              <a:gd name="connsiteY4" fmla="*/ 0 h 361971"/>
              <a:gd name="connsiteX5" fmla="*/ 289847 w 362309"/>
              <a:gd name="connsiteY5" fmla="*/ 186412 h 361971"/>
              <a:gd name="connsiteX6" fmla="*/ 264416 w 362309"/>
              <a:gd name="connsiteY6" fmla="*/ 210991 h 361971"/>
              <a:gd name="connsiteX7" fmla="*/ 251060 w 362309"/>
              <a:gd name="connsiteY7" fmla="*/ 205500 h 361971"/>
              <a:gd name="connsiteX8" fmla="*/ 228376 w 362309"/>
              <a:gd name="connsiteY8" fmla="*/ 219162 h 361971"/>
              <a:gd name="connsiteX9" fmla="*/ 216746 w 362309"/>
              <a:gd name="connsiteY9" fmla="*/ 215332 h 361971"/>
              <a:gd name="connsiteX10" fmla="*/ 191889 w 362309"/>
              <a:gd name="connsiteY10" fmla="*/ 237356 h 361971"/>
              <a:gd name="connsiteX11" fmla="*/ 180452 w 362309"/>
              <a:gd name="connsiteY11" fmla="*/ 233654 h 361971"/>
              <a:gd name="connsiteX12" fmla="*/ 180452 w 362309"/>
              <a:gd name="connsiteY12" fmla="*/ 259190 h 361971"/>
              <a:gd name="connsiteX13" fmla="*/ 155850 w 362309"/>
              <a:gd name="connsiteY13" fmla="*/ 283768 h 361971"/>
              <a:gd name="connsiteX14" fmla="*/ 131249 w 362309"/>
              <a:gd name="connsiteY14" fmla="*/ 259190 h 361971"/>
              <a:gd name="connsiteX15" fmla="*/ 131249 w 362309"/>
              <a:gd name="connsiteY15" fmla="*/ 164515 h 361971"/>
              <a:gd name="connsiteX16" fmla="*/ 117894 w 362309"/>
              <a:gd name="connsiteY16" fmla="*/ 196818 h 361971"/>
              <a:gd name="connsiteX17" fmla="*/ 117383 w 362309"/>
              <a:gd name="connsiteY17" fmla="*/ 198350 h 361971"/>
              <a:gd name="connsiteX18" fmla="*/ 83963 w 362309"/>
              <a:gd name="connsiteY18" fmla="*/ 209331 h 361971"/>
              <a:gd name="connsiteX19" fmla="*/ 75721 w 362309"/>
              <a:gd name="connsiteY19" fmla="*/ 174793 h 361971"/>
              <a:gd name="connsiteX20" fmla="*/ 142751 w 362309"/>
              <a:gd name="connsiteY20" fmla="*/ 78970 h 361971"/>
              <a:gd name="connsiteX21" fmla="*/ 151569 w 362309"/>
              <a:gd name="connsiteY21" fmla="*/ 81013 h 361971"/>
              <a:gd name="connsiteX22" fmla="*/ 149524 w 362309"/>
              <a:gd name="connsiteY22" fmla="*/ 89823 h 361971"/>
              <a:gd name="connsiteX23" fmla="*/ 87670 w 362309"/>
              <a:gd name="connsiteY23" fmla="*/ 179454 h 361971"/>
              <a:gd name="connsiteX24" fmla="*/ 87350 w 362309"/>
              <a:gd name="connsiteY24" fmla="*/ 180156 h 361971"/>
              <a:gd name="connsiteX25" fmla="*/ 89714 w 362309"/>
              <a:gd name="connsiteY25" fmla="*/ 197967 h 361971"/>
              <a:gd name="connsiteX26" fmla="*/ 105689 w 362309"/>
              <a:gd name="connsiteY26" fmla="*/ 193307 h 361971"/>
              <a:gd name="connsiteX27" fmla="*/ 134764 w 362309"/>
              <a:gd name="connsiteY27" fmla="*/ 144342 h 361971"/>
              <a:gd name="connsiteX28" fmla="*/ 141026 w 362309"/>
              <a:gd name="connsiteY28" fmla="*/ 144533 h 361971"/>
              <a:gd name="connsiteX29" fmla="*/ 144093 w 362309"/>
              <a:gd name="connsiteY29" fmla="*/ 149960 h 361971"/>
              <a:gd name="connsiteX30" fmla="*/ 144093 w 362309"/>
              <a:gd name="connsiteY30" fmla="*/ 259190 h 361971"/>
              <a:gd name="connsiteX31" fmla="*/ 155914 w 362309"/>
              <a:gd name="connsiteY31" fmla="*/ 271000 h 361971"/>
              <a:gd name="connsiteX32" fmla="*/ 167736 w 362309"/>
              <a:gd name="connsiteY32" fmla="*/ 259190 h 361971"/>
              <a:gd name="connsiteX33" fmla="*/ 167736 w 362309"/>
              <a:gd name="connsiteY33" fmla="*/ 182646 h 361971"/>
              <a:gd name="connsiteX34" fmla="*/ 174126 w 362309"/>
              <a:gd name="connsiteY34" fmla="*/ 176262 h 361971"/>
              <a:gd name="connsiteX35" fmla="*/ 180516 w 362309"/>
              <a:gd name="connsiteY35" fmla="*/ 182646 h 361971"/>
              <a:gd name="connsiteX36" fmla="*/ 180516 w 362309"/>
              <a:gd name="connsiteY36" fmla="*/ 207224 h 361971"/>
              <a:gd name="connsiteX37" fmla="*/ 181346 w 362309"/>
              <a:gd name="connsiteY37" fmla="*/ 210224 h 361971"/>
              <a:gd name="connsiteX38" fmla="*/ 191953 w 362309"/>
              <a:gd name="connsiteY38" fmla="*/ 224588 h 361971"/>
              <a:gd name="connsiteX39" fmla="*/ 204158 w 362309"/>
              <a:gd name="connsiteY39" fmla="*/ 213672 h 361971"/>
              <a:gd name="connsiteX40" fmla="*/ 204158 w 362309"/>
              <a:gd name="connsiteY40" fmla="*/ 182646 h 361971"/>
              <a:gd name="connsiteX41" fmla="*/ 210548 w 362309"/>
              <a:gd name="connsiteY41" fmla="*/ 176262 h 361971"/>
              <a:gd name="connsiteX42" fmla="*/ 216938 w 362309"/>
              <a:gd name="connsiteY42" fmla="*/ 182646 h 361971"/>
              <a:gd name="connsiteX43" fmla="*/ 216938 w 362309"/>
              <a:gd name="connsiteY43" fmla="*/ 188966 h 361971"/>
              <a:gd name="connsiteX44" fmla="*/ 217769 w 362309"/>
              <a:gd name="connsiteY44" fmla="*/ 191966 h 361971"/>
              <a:gd name="connsiteX45" fmla="*/ 228376 w 362309"/>
              <a:gd name="connsiteY45" fmla="*/ 206330 h 361971"/>
              <a:gd name="connsiteX46" fmla="*/ 240581 w 362309"/>
              <a:gd name="connsiteY46" fmla="*/ 195414 h 361971"/>
              <a:gd name="connsiteX47" fmla="*/ 240581 w 362309"/>
              <a:gd name="connsiteY47" fmla="*/ 182582 h 361971"/>
              <a:gd name="connsiteX48" fmla="*/ 246970 w 362309"/>
              <a:gd name="connsiteY48" fmla="*/ 176198 h 361971"/>
              <a:gd name="connsiteX49" fmla="*/ 249718 w 362309"/>
              <a:gd name="connsiteY49" fmla="*/ 176900 h 361971"/>
              <a:gd name="connsiteX50" fmla="*/ 255022 w 362309"/>
              <a:gd name="connsiteY50" fmla="*/ 183093 h 361971"/>
              <a:gd name="connsiteX51" fmla="*/ 264416 w 362309"/>
              <a:gd name="connsiteY51" fmla="*/ 198159 h 361971"/>
              <a:gd name="connsiteX52" fmla="*/ 277068 w 362309"/>
              <a:gd name="connsiteY52" fmla="*/ 186348 h 361971"/>
              <a:gd name="connsiteX53" fmla="*/ 277068 w 362309"/>
              <a:gd name="connsiteY53" fmla="*/ 149960 h 361971"/>
              <a:gd name="connsiteX54" fmla="*/ 259559 w 362309"/>
              <a:gd name="connsiteY54" fmla="*/ 90333 h 361971"/>
              <a:gd name="connsiteX55" fmla="*/ 260326 w 362309"/>
              <a:gd name="connsiteY55" fmla="*/ 81332 h 361971"/>
              <a:gd name="connsiteX56" fmla="*/ 269335 w 362309"/>
              <a:gd name="connsiteY56" fmla="*/ 82098 h 361971"/>
              <a:gd name="connsiteX57" fmla="*/ 289847 w 362309"/>
              <a:gd name="connsiteY57" fmla="*/ 150343 h 361971"/>
              <a:gd name="connsiteX58" fmla="*/ 289847 w 362309"/>
              <a:gd name="connsiteY58" fmla="*/ 18641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09" y="280959"/>
                  <a:pt x="362309" y="180986"/>
                </a:cubicBezTo>
                <a:cubicBezTo>
                  <a:pt x="362309" y="81013"/>
                  <a:pt x="281221" y="0"/>
                  <a:pt x="181155" y="0"/>
                </a:cubicBezTo>
                <a:close/>
                <a:moveTo>
                  <a:pt x="289847" y="186412"/>
                </a:moveTo>
                <a:cubicBezTo>
                  <a:pt x="289847" y="199755"/>
                  <a:pt x="278217" y="210991"/>
                  <a:pt x="264416" y="210991"/>
                </a:cubicBezTo>
                <a:cubicBezTo>
                  <a:pt x="259048" y="210991"/>
                  <a:pt x="254575" y="208884"/>
                  <a:pt x="251060" y="205500"/>
                </a:cubicBezTo>
                <a:cubicBezTo>
                  <a:pt x="247162" y="213608"/>
                  <a:pt x="238600" y="219162"/>
                  <a:pt x="228376" y="219162"/>
                </a:cubicBezTo>
                <a:cubicBezTo>
                  <a:pt x="223967" y="219162"/>
                  <a:pt x="220133" y="217694"/>
                  <a:pt x="216746" y="215332"/>
                </a:cubicBezTo>
                <a:cubicBezTo>
                  <a:pt x="215851" y="227780"/>
                  <a:pt x="205309" y="237356"/>
                  <a:pt x="191889" y="237356"/>
                </a:cubicBezTo>
                <a:cubicBezTo>
                  <a:pt x="187545" y="237356"/>
                  <a:pt x="183775" y="235888"/>
                  <a:pt x="180452" y="233654"/>
                </a:cubicBezTo>
                <a:lnTo>
                  <a:pt x="180452" y="259190"/>
                </a:lnTo>
                <a:cubicBezTo>
                  <a:pt x="180452" y="272724"/>
                  <a:pt x="169397" y="283768"/>
                  <a:pt x="155850" y="283768"/>
                </a:cubicBezTo>
                <a:cubicBezTo>
                  <a:pt x="142303" y="283768"/>
                  <a:pt x="131249" y="272724"/>
                  <a:pt x="131249" y="259190"/>
                </a:cubicBezTo>
                <a:lnTo>
                  <a:pt x="131249" y="164515"/>
                </a:lnTo>
                <a:cubicBezTo>
                  <a:pt x="123964" y="174857"/>
                  <a:pt x="119364" y="190115"/>
                  <a:pt x="117894" y="196818"/>
                </a:cubicBezTo>
                <a:cubicBezTo>
                  <a:pt x="117766" y="197329"/>
                  <a:pt x="117574" y="197840"/>
                  <a:pt x="117383" y="198350"/>
                </a:cubicBezTo>
                <a:cubicBezTo>
                  <a:pt x="111376" y="210352"/>
                  <a:pt x="96104" y="215396"/>
                  <a:pt x="83963" y="209331"/>
                </a:cubicBezTo>
                <a:cubicBezTo>
                  <a:pt x="71439" y="203074"/>
                  <a:pt x="69970" y="186604"/>
                  <a:pt x="75721" y="174793"/>
                </a:cubicBezTo>
                <a:cubicBezTo>
                  <a:pt x="77893" y="168793"/>
                  <a:pt x="102111" y="104251"/>
                  <a:pt x="142751" y="78970"/>
                </a:cubicBezTo>
                <a:cubicBezTo>
                  <a:pt x="145754" y="77119"/>
                  <a:pt x="149652" y="78012"/>
                  <a:pt x="151569" y="81013"/>
                </a:cubicBezTo>
                <a:cubicBezTo>
                  <a:pt x="153422" y="84013"/>
                  <a:pt x="152528" y="87908"/>
                  <a:pt x="149524" y="89823"/>
                </a:cubicBezTo>
                <a:cubicBezTo>
                  <a:pt x="111696" y="113380"/>
                  <a:pt x="87926" y="178815"/>
                  <a:pt x="87670" y="179454"/>
                </a:cubicBezTo>
                <a:cubicBezTo>
                  <a:pt x="87606" y="179709"/>
                  <a:pt x="87478" y="179964"/>
                  <a:pt x="87350" y="180156"/>
                </a:cubicBezTo>
                <a:cubicBezTo>
                  <a:pt x="84219" y="186412"/>
                  <a:pt x="84539" y="195350"/>
                  <a:pt x="89714" y="197967"/>
                </a:cubicBezTo>
                <a:cubicBezTo>
                  <a:pt x="95401" y="200776"/>
                  <a:pt x="102558" y="198670"/>
                  <a:pt x="105689" y="193307"/>
                </a:cubicBezTo>
                <a:cubicBezTo>
                  <a:pt x="107223" y="186540"/>
                  <a:pt x="115530" y="154365"/>
                  <a:pt x="134764" y="144342"/>
                </a:cubicBezTo>
                <a:cubicBezTo>
                  <a:pt x="136744" y="143320"/>
                  <a:pt x="139108" y="143384"/>
                  <a:pt x="141026" y="144533"/>
                </a:cubicBezTo>
                <a:cubicBezTo>
                  <a:pt x="142943" y="145683"/>
                  <a:pt x="144093" y="147725"/>
                  <a:pt x="144093" y="149960"/>
                </a:cubicBezTo>
                <a:lnTo>
                  <a:pt x="144093" y="259190"/>
                </a:lnTo>
                <a:cubicBezTo>
                  <a:pt x="144093" y="265701"/>
                  <a:pt x="149397" y="271000"/>
                  <a:pt x="155914" y="271000"/>
                </a:cubicBezTo>
                <a:cubicBezTo>
                  <a:pt x="162432" y="271000"/>
                  <a:pt x="167736" y="265701"/>
                  <a:pt x="167736" y="259190"/>
                </a:cubicBezTo>
                <a:lnTo>
                  <a:pt x="167736" y="182646"/>
                </a:lnTo>
                <a:cubicBezTo>
                  <a:pt x="167736" y="179135"/>
                  <a:pt x="170611" y="176262"/>
                  <a:pt x="174126" y="176262"/>
                </a:cubicBezTo>
                <a:cubicBezTo>
                  <a:pt x="177640" y="176262"/>
                  <a:pt x="180516" y="179135"/>
                  <a:pt x="180516" y="182646"/>
                </a:cubicBezTo>
                <a:lnTo>
                  <a:pt x="180516" y="207224"/>
                </a:lnTo>
                <a:cubicBezTo>
                  <a:pt x="181027" y="208118"/>
                  <a:pt x="181346" y="209075"/>
                  <a:pt x="181346" y="210224"/>
                </a:cubicBezTo>
                <a:cubicBezTo>
                  <a:pt x="181346" y="216992"/>
                  <a:pt x="185883" y="224588"/>
                  <a:pt x="191953" y="224588"/>
                </a:cubicBezTo>
                <a:cubicBezTo>
                  <a:pt x="197960" y="224588"/>
                  <a:pt x="204158" y="220503"/>
                  <a:pt x="204158" y="213672"/>
                </a:cubicBezTo>
                <a:lnTo>
                  <a:pt x="204158" y="182646"/>
                </a:lnTo>
                <a:cubicBezTo>
                  <a:pt x="204158" y="179135"/>
                  <a:pt x="207033" y="176262"/>
                  <a:pt x="210548" y="176262"/>
                </a:cubicBezTo>
                <a:cubicBezTo>
                  <a:pt x="214063" y="176262"/>
                  <a:pt x="216938" y="179135"/>
                  <a:pt x="216938" y="182646"/>
                </a:cubicBezTo>
                <a:lnTo>
                  <a:pt x="216938" y="188966"/>
                </a:lnTo>
                <a:cubicBezTo>
                  <a:pt x="217449" y="189860"/>
                  <a:pt x="217769" y="190881"/>
                  <a:pt x="217769" y="191966"/>
                </a:cubicBezTo>
                <a:cubicBezTo>
                  <a:pt x="217769" y="198733"/>
                  <a:pt x="222305" y="206330"/>
                  <a:pt x="228376" y="206330"/>
                </a:cubicBezTo>
                <a:cubicBezTo>
                  <a:pt x="234382" y="206330"/>
                  <a:pt x="240581" y="202245"/>
                  <a:pt x="240581" y="195414"/>
                </a:cubicBezTo>
                <a:lnTo>
                  <a:pt x="240581" y="182582"/>
                </a:lnTo>
                <a:cubicBezTo>
                  <a:pt x="240581" y="179071"/>
                  <a:pt x="243456" y="176198"/>
                  <a:pt x="246970" y="176198"/>
                </a:cubicBezTo>
                <a:cubicBezTo>
                  <a:pt x="247993" y="176198"/>
                  <a:pt x="248888" y="176453"/>
                  <a:pt x="249718" y="176900"/>
                </a:cubicBezTo>
                <a:cubicBezTo>
                  <a:pt x="252722" y="177411"/>
                  <a:pt x="255022" y="179901"/>
                  <a:pt x="255022" y="183093"/>
                </a:cubicBezTo>
                <a:cubicBezTo>
                  <a:pt x="255022" y="189413"/>
                  <a:pt x="258281" y="198159"/>
                  <a:pt x="264416" y="198159"/>
                </a:cubicBezTo>
                <a:cubicBezTo>
                  <a:pt x="271125" y="198159"/>
                  <a:pt x="277068" y="192605"/>
                  <a:pt x="277068" y="186348"/>
                </a:cubicBezTo>
                <a:lnTo>
                  <a:pt x="277068" y="149960"/>
                </a:lnTo>
                <a:cubicBezTo>
                  <a:pt x="277068" y="149258"/>
                  <a:pt x="278856" y="113060"/>
                  <a:pt x="259559" y="90333"/>
                </a:cubicBezTo>
                <a:cubicBezTo>
                  <a:pt x="257259" y="87652"/>
                  <a:pt x="257578" y="83630"/>
                  <a:pt x="260326" y="81332"/>
                </a:cubicBezTo>
                <a:cubicBezTo>
                  <a:pt x="263009" y="79034"/>
                  <a:pt x="267035" y="79417"/>
                  <a:pt x="269335" y="82098"/>
                </a:cubicBezTo>
                <a:cubicBezTo>
                  <a:pt x="291956" y="108783"/>
                  <a:pt x="289975" y="148619"/>
                  <a:pt x="289847" y="150343"/>
                </a:cubicBezTo>
                <a:lnTo>
                  <a:pt x="289847" y="186412"/>
                </a:lnTo>
                <a:close/>
              </a:path>
            </a:pathLst>
          </a:custGeom>
          <a:solidFill>
            <a:srgbClr val="00A3E0"/>
          </a:solidFill>
          <a:ln w="6390" cap="flat">
            <a:noFill/>
            <a:prstDash val="solid"/>
            <a:miter/>
          </a:ln>
        </p:spPr>
        <p:txBody>
          <a:bodyPr rtlCol="0" anchor="ctr"/>
          <a:lstStyle/>
          <a:p>
            <a:endParaRPr lang="en-US"/>
          </a:p>
        </p:txBody>
      </p:sp>
      <p:grpSp>
        <p:nvGrpSpPr>
          <p:cNvPr id="1107" name="Graphic 4">
            <a:extLst>
              <a:ext uri="{FF2B5EF4-FFF2-40B4-BE49-F238E27FC236}">
                <a16:creationId xmlns:a16="http://schemas.microsoft.com/office/drawing/2014/main" id="{5AA8D4F4-0FAA-AB46-B036-91514347259F}"/>
              </a:ext>
            </a:extLst>
          </p:cNvPr>
          <p:cNvGrpSpPr/>
          <p:nvPr/>
        </p:nvGrpSpPr>
        <p:grpSpPr>
          <a:xfrm>
            <a:off x="9886894" y="3339815"/>
            <a:ext cx="362309" cy="361971"/>
            <a:chOff x="9886894" y="3339815"/>
            <a:chExt cx="362309" cy="361971"/>
          </a:xfrm>
          <a:solidFill>
            <a:srgbClr val="00A3E0"/>
          </a:solidFill>
        </p:grpSpPr>
        <p:sp>
          <p:nvSpPr>
            <p:cNvPr id="1108" name="Freeform 1107">
              <a:extLst>
                <a:ext uri="{FF2B5EF4-FFF2-40B4-BE49-F238E27FC236}">
                  <a16:creationId xmlns:a16="http://schemas.microsoft.com/office/drawing/2014/main" id="{4A0F7064-5F20-AF43-BFAB-8CA786E4989E}"/>
                </a:ext>
              </a:extLst>
            </p:cNvPr>
            <p:cNvSpPr/>
            <p:nvPr/>
          </p:nvSpPr>
          <p:spPr>
            <a:xfrm>
              <a:off x="9886894" y="3339815"/>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09 w 362309"/>
                <a:gd name="connsiteY3" fmla="*/ 180986 h 361971"/>
                <a:gd name="connsiteX4" fmla="*/ 181155 w 362309"/>
                <a:gd name="connsiteY4" fmla="*/ 0 h 361971"/>
                <a:gd name="connsiteX5" fmla="*/ 181155 w 362309"/>
                <a:gd name="connsiteY5" fmla="*/ 349204 h 361971"/>
                <a:gd name="connsiteX6" fmla="*/ 12780 w 362309"/>
                <a:gd name="connsiteY6" fmla="*/ 180986 h 361971"/>
                <a:gd name="connsiteX7" fmla="*/ 181155 w 362309"/>
                <a:gd name="connsiteY7" fmla="*/ 12768 h 361971"/>
                <a:gd name="connsiteX8" fmla="*/ 349529 w 362309"/>
                <a:gd name="connsiteY8" fmla="*/ 180986 h 361971"/>
                <a:gd name="connsiteX9" fmla="*/ 181155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2"/>
                    <a:pt x="0" y="180986"/>
                  </a:cubicBezTo>
                  <a:cubicBezTo>
                    <a:pt x="0" y="280959"/>
                    <a:pt x="81088" y="361971"/>
                    <a:pt x="181155" y="361971"/>
                  </a:cubicBezTo>
                  <a:cubicBezTo>
                    <a:pt x="281221" y="361971"/>
                    <a:pt x="362309" y="280959"/>
                    <a:pt x="362309" y="180986"/>
                  </a:cubicBezTo>
                  <a:cubicBezTo>
                    <a:pt x="362245" y="81012"/>
                    <a:pt x="281157" y="0"/>
                    <a:pt x="181155" y="0"/>
                  </a:cubicBezTo>
                  <a:close/>
                  <a:moveTo>
                    <a:pt x="181155" y="349204"/>
                  </a:moveTo>
                  <a:cubicBezTo>
                    <a:pt x="88309" y="349204"/>
                    <a:pt x="12780" y="273745"/>
                    <a:pt x="12780" y="180986"/>
                  </a:cubicBezTo>
                  <a:cubicBezTo>
                    <a:pt x="12780" y="88226"/>
                    <a:pt x="88309" y="12768"/>
                    <a:pt x="181155" y="12768"/>
                  </a:cubicBezTo>
                  <a:cubicBezTo>
                    <a:pt x="274001" y="12768"/>
                    <a:pt x="349529" y="88226"/>
                    <a:pt x="349529" y="180986"/>
                  </a:cubicBezTo>
                  <a:cubicBezTo>
                    <a:pt x="349529" y="273745"/>
                    <a:pt x="273937" y="349204"/>
                    <a:pt x="181155" y="349204"/>
                  </a:cubicBezTo>
                  <a:close/>
                </a:path>
              </a:pathLst>
            </a:custGeom>
            <a:solidFill>
              <a:srgbClr val="00A3E0"/>
            </a:solidFill>
            <a:ln w="6390" cap="flat">
              <a:noFill/>
              <a:prstDash val="solid"/>
              <a:miter/>
            </a:ln>
          </p:spPr>
          <p:txBody>
            <a:bodyPr rtlCol="0" anchor="ctr"/>
            <a:lstStyle/>
            <a:p>
              <a:endParaRPr lang="en-US"/>
            </a:p>
          </p:txBody>
        </p:sp>
        <p:sp>
          <p:nvSpPr>
            <p:cNvPr id="1109" name="Freeform 1108">
              <a:extLst>
                <a:ext uri="{FF2B5EF4-FFF2-40B4-BE49-F238E27FC236}">
                  <a16:creationId xmlns:a16="http://schemas.microsoft.com/office/drawing/2014/main" id="{E2717548-A6E9-344C-83C3-F71260DE4AB8}"/>
                </a:ext>
              </a:extLst>
            </p:cNvPr>
            <p:cNvSpPr/>
            <p:nvPr/>
          </p:nvSpPr>
          <p:spPr>
            <a:xfrm>
              <a:off x="10002232" y="3455046"/>
              <a:ext cx="76167" cy="76096"/>
            </a:xfrm>
            <a:custGeom>
              <a:avLst/>
              <a:gdLst>
                <a:gd name="connsiteX0" fmla="*/ 69778 w 76167"/>
                <a:gd name="connsiteY0" fmla="*/ 31664 h 76096"/>
                <a:gd name="connsiteX1" fmla="*/ 44474 w 76167"/>
                <a:gd name="connsiteY1" fmla="*/ 31664 h 76096"/>
                <a:gd name="connsiteX2" fmla="*/ 44474 w 76167"/>
                <a:gd name="connsiteY2" fmla="*/ 6384 h 76096"/>
                <a:gd name="connsiteX3" fmla="*/ 38084 w 76167"/>
                <a:gd name="connsiteY3" fmla="*/ 0 h 76096"/>
                <a:gd name="connsiteX4" fmla="*/ 31694 w 76167"/>
                <a:gd name="connsiteY4" fmla="*/ 6384 h 76096"/>
                <a:gd name="connsiteX5" fmla="*/ 31694 w 76167"/>
                <a:gd name="connsiteY5" fmla="*/ 31664 h 76096"/>
                <a:gd name="connsiteX6" fmla="*/ 6390 w 76167"/>
                <a:gd name="connsiteY6" fmla="*/ 31664 h 76096"/>
                <a:gd name="connsiteX7" fmla="*/ 0 w 76167"/>
                <a:gd name="connsiteY7" fmla="*/ 38048 h 76096"/>
                <a:gd name="connsiteX8" fmla="*/ 6390 w 76167"/>
                <a:gd name="connsiteY8" fmla="*/ 44432 h 76096"/>
                <a:gd name="connsiteX9" fmla="*/ 31694 w 76167"/>
                <a:gd name="connsiteY9" fmla="*/ 44432 h 76096"/>
                <a:gd name="connsiteX10" fmla="*/ 31694 w 76167"/>
                <a:gd name="connsiteY10" fmla="*/ 69713 h 76096"/>
                <a:gd name="connsiteX11" fmla="*/ 38084 w 76167"/>
                <a:gd name="connsiteY11" fmla="*/ 76097 h 76096"/>
                <a:gd name="connsiteX12" fmla="*/ 44474 w 76167"/>
                <a:gd name="connsiteY12" fmla="*/ 69713 h 76096"/>
                <a:gd name="connsiteX13" fmla="*/ 44474 w 76167"/>
                <a:gd name="connsiteY13" fmla="*/ 44432 h 76096"/>
                <a:gd name="connsiteX14" fmla="*/ 69778 w 76167"/>
                <a:gd name="connsiteY14" fmla="*/ 44432 h 76096"/>
                <a:gd name="connsiteX15" fmla="*/ 76168 w 76167"/>
                <a:gd name="connsiteY15" fmla="*/ 38048 h 76096"/>
                <a:gd name="connsiteX16" fmla="*/ 69778 w 76167"/>
                <a:gd name="connsiteY16" fmla="*/ 31664 h 7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6167" h="76096">
                  <a:moveTo>
                    <a:pt x="69778" y="31664"/>
                  </a:moveTo>
                  <a:lnTo>
                    <a:pt x="44474" y="31664"/>
                  </a:lnTo>
                  <a:lnTo>
                    <a:pt x="44474" y="6384"/>
                  </a:lnTo>
                  <a:cubicBezTo>
                    <a:pt x="44474" y="2873"/>
                    <a:pt x="41598" y="0"/>
                    <a:pt x="38084" y="0"/>
                  </a:cubicBezTo>
                  <a:cubicBezTo>
                    <a:pt x="34569" y="0"/>
                    <a:pt x="31694" y="2873"/>
                    <a:pt x="31694" y="6384"/>
                  </a:cubicBezTo>
                  <a:lnTo>
                    <a:pt x="31694" y="31664"/>
                  </a:lnTo>
                  <a:lnTo>
                    <a:pt x="6390" y="31664"/>
                  </a:lnTo>
                  <a:cubicBezTo>
                    <a:pt x="2875" y="31664"/>
                    <a:pt x="0" y="34537"/>
                    <a:pt x="0" y="38048"/>
                  </a:cubicBezTo>
                  <a:cubicBezTo>
                    <a:pt x="0" y="41560"/>
                    <a:pt x="2875" y="44432"/>
                    <a:pt x="6390" y="44432"/>
                  </a:cubicBezTo>
                  <a:lnTo>
                    <a:pt x="31694" y="44432"/>
                  </a:lnTo>
                  <a:lnTo>
                    <a:pt x="31694" y="69713"/>
                  </a:lnTo>
                  <a:cubicBezTo>
                    <a:pt x="31694" y="73224"/>
                    <a:pt x="34569" y="76097"/>
                    <a:pt x="38084" y="76097"/>
                  </a:cubicBezTo>
                  <a:cubicBezTo>
                    <a:pt x="41598" y="76097"/>
                    <a:pt x="44474" y="73224"/>
                    <a:pt x="44474" y="69713"/>
                  </a:cubicBezTo>
                  <a:lnTo>
                    <a:pt x="44474" y="44432"/>
                  </a:lnTo>
                  <a:lnTo>
                    <a:pt x="69778" y="44432"/>
                  </a:lnTo>
                  <a:cubicBezTo>
                    <a:pt x="73292" y="44432"/>
                    <a:pt x="76168" y="41560"/>
                    <a:pt x="76168" y="38048"/>
                  </a:cubicBezTo>
                  <a:cubicBezTo>
                    <a:pt x="76168" y="34537"/>
                    <a:pt x="73292" y="31664"/>
                    <a:pt x="69778" y="31664"/>
                  </a:cubicBezTo>
                  <a:close/>
                </a:path>
              </a:pathLst>
            </a:custGeom>
            <a:solidFill>
              <a:srgbClr val="00A3E0"/>
            </a:solidFill>
            <a:ln w="6390" cap="flat">
              <a:noFill/>
              <a:prstDash val="solid"/>
              <a:miter/>
            </a:ln>
          </p:spPr>
          <p:txBody>
            <a:bodyPr rtlCol="0" anchor="ctr"/>
            <a:lstStyle/>
            <a:p>
              <a:endParaRPr lang="en-US"/>
            </a:p>
          </p:txBody>
        </p:sp>
        <p:sp>
          <p:nvSpPr>
            <p:cNvPr id="1110" name="Freeform 1109">
              <a:extLst>
                <a:ext uri="{FF2B5EF4-FFF2-40B4-BE49-F238E27FC236}">
                  <a16:creationId xmlns:a16="http://schemas.microsoft.com/office/drawing/2014/main" id="{DE378B62-51D7-D949-A73C-6B4EA73AB5FE}"/>
                </a:ext>
              </a:extLst>
            </p:cNvPr>
            <p:cNvSpPr/>
            <p:nvPr/>
          </p:nvSpPr>
          <p:spPr>
            <a:xfrm>
              <a:off x="9962614" y="3415465"/>
              <a:ext cx="210883" cy="210607"/>
            </a:xfrm>
            <a:custGeom>
              <a:avLst/>
              <a:gdLst>
                <a:gd name="connsiteX0" fmla="*/ 136937 w 210883"/>
                <a:gd name="connsiteY0" fmla="*/ 127680 h 210607"/>
                <a:gd name="connsiteX1" fmla="*/ 155404 w 210883"/>
                <a:gd name="connsiteY1" fmla="*/ 77629 h 210607"/>
                <a:gd name="connsiteX2" fmla="*/ 77702 w 210883"/>
                <a:gd name="connsiteY2" fmla="*/ 0 h 210607"/>
                <a:gd name="connsiteX3" fmla="*/ 0 w 210883"/>
                <a:gd name="connsiteY3" fmla="*/ 77629 h 210607"/>
                <a:gd name="connsiteX4" fmla="*/ 77702 w 210883"/>
                <a:gd name="connsiteY4" fmla="*/ 155259 h 210607"/>
                <a:gd name="connsiteX5" fmla="*/ 127927 w 210883"/>
                <a:gd name="connsiteY5" fmla="*/ 136745 h 210607"/>
                <a:gd name="connsiteX6" fmla="*/ 199941 w 210883"/>
                <a:gd name="connsiteY6" fmla="*/ 208756 h 210607"/>
                <a:gd name="connsiteX7" fmla="*/ 204478 w 210883"/>
                <a:gd name="connsiteY7" fmla="*/ 210608 h 210607"/>
                <a:gd name="connsiteX8" fmla="*/ 209015 w 210883"/>
                <a:gd name="connsiteY8" fmla="*/ 208756 h 210607"/>
                <a:gd name="connsiteX9" fmla="*/ 209015 w 210883"/>
                <a:gd name="connsiteY9" fmla="*/ 199755 h 210607"/>
                <a:gd name="connsiteX10" fmla="*/ 136937 w 210883"/>
                <a:gd name="connsiteY10" fmla="*/ 127680 h 210607"/>
                <a:gd name="connsiteX11" fmla="*/ 12780 w 210883"/>
                <a:gd name="connsiteY11" fmla="*/ 77629 h 210607"/>
                <a:gd name="connsiteX12" fmla="*/ 77702 w 210883"/>
                <a:gd name="connsiteY12" fmla="*/ 12768 h 210607"/>
                <a:gd name="connsiteX13" fmla="*/ 142624 w 210883"/>
                <a:gd name="connsiteY13" fmla="*/ 77629 h 210607"/>
                <a:gd name="connsiteX14" fmla="*/ 77702 w 210883"/>
                <a:gd name="connsiteY14" fmla="*/ 142491 h 210607"/>
                <a:gd name="connsiteX15" fmla="*/ 12780 w 210883"/>
                <a:gd name="connsiteY15" fmla="*/ 77629 h 210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0883" h="210607">
                  <a:moveTo>
                    <a:pt x="136937" y="127680"/>
                  </a:moveTo>
                  <a:cubicBezTo>
                    <a:pt x="148438" y="114146"/>
                    <a:pt x="155404" y="96654"/>
                    <a:pt x="155404" y="77629"/>
                  </a:cubicBezTo>
                  <a:cubicBezTo>
                    <a:pt x="155404" y="34857"/>
                    <a:pt x="120578" y="0"/>
                    <a:pt x="77702" y="0"/>
                  </a:cubicBezTo>
                  <a:cubicBezTo>
                    <a:pt x="34826" y="0"/>
                    <a:pt x="0" y="34793"/>
                    <a:pt x="0" y="77629"/>
                  </a:cubicBezTo>
                  <a:cubicBezTo>
                    <a:pt x="0" y="120466"/>
                    <a:pt x="34826" y="155259"/>
                    <a:pt x="77702" y="155259"/>
                  </a:cubicBezTo>
                  <a:cubicBezTo>
                    <a:pt x="96872" y="155259"/>
                    <a:pt x="114380" y="148300"/>
                    <a:pt x="127927" y="136745"/>
                  </a:cubicBezTo>
                  <a:lnTo>
                    <a:pt x="199941" y="208756"/>
                  </a:lnTo>
                  <a:cubicBezTo>
                    <a:pt x="201219" y="210033"/>
                    <a:pt x="202817" y="210608"/>
                    <a:pt x="204478" y="210608"/>
                  </a:cubicBezTo>
                  <a:cubicBezTo>
                    <a:pt x="206139" y="210608"/>
                    <a:pt x="207737" y="209969"/>
                    <a:pt x="209015" y="208756"/>
                  </a:cubicBezTo>
                  <a:cubicBezTo>
                    <a:pt x="211507" y="206266"/>
                    <a:pt x="211507" y="202245"/>
                    <a:pt x="209015" y="199755"/>
                  </a:cubicBezTo>
                  <a:lnTo>
                    <a:pt x="136937" y="127680"/>
                  </a:lnTo>
                  <a:close/>
                  <a:moveTo>
                    <a:pt x="12780" y="77629"/>
                  </a:moveTo>
                  <a:cubicBezTo>
                    <a:pt x="12780" y="41879"/>
                    <a:pt x="41918" y="12768"/>
                    <a:pt x="77702" y="12768"/>
                  </a:cubicBezTo>
                  <a:cubicBezTo>
                    <a:pt x="113485" y="12768"/>
                    <a:pt x="142624" y="41879"/>
                    <a:pt x="142624" y="77629"/>
                  </a:cubicBezTo>
                  <a:cubicBezTo>
                    <a:pt x="142624" y="113380"/>
                    <a:pt x="113485" y="142491"/>
                    <a:pt x="77702" y="142491"/>
                  </a:cubicBezTo>
                  <a:cubicBezTo>
                    <a:pt x="41918" y="142491"/>
                    <a:pt x="12780" y="113380"/>
                    <a:pt x="12780" y="77629"/>
                  </a:cubicBezTo>
                  <a:close/>
                </a:path>
              </a:pathLst>
            </a:custGeom>
            <a:solidFill>
              <a:srgbClr val="00A3E0"/>
            </a:solidFill>
            <a:ln w="6390" cap="flat">
              <a:noFill/>
              <a:prstDash val="solid"/>
              <a:miter/>
            </a:ln>
          </p:spPr>
          <p:txBody>
            <a:bodyPr rtlCol="0" anchor="ctr"/>
            <a:lstStyle/>
            <a:p>
              <a:endParaRPr lang="en-US"/>
            </a:p>
          </p:txBody>
        </p:sp>
      </p:grpSp>
      <p:grpSp>
        <p:nvGrpSpPr>
          <p:cNvPr id="1111" name="Graphic 4">
            <a:extLst>
              <a:ext uri="{FF2B5EF4-FFF2-40B4-BE49-F238E27FC236}">
                <a16:creationId xmlns:a16="http://schemas.microsoft.com/office/drawing/2014/main" id="{80296E91-E211-BF44-953F-1A71C86E6BD1}"/>
              </a:ext>
            </a:extLst>
          </p:cNvPr>
          <p:cNvGrpSpPr/>
          <p:nvPr/>
        </p:nvGrpSpPr>
        <p:grpSpPr>
          <a:xfrm>
            <a:off x="9886894" y="2855462"/>
            <a:ext cx="362309" cy="361971"/>
            <a:chOff x="9886894" y="2855462"/>
            <a:chExt cx="362309" cy="361971"/>
          </a:xfrm>
          <a:solidFill>
            <a:srgbClr val="00A3E0"/>
          </a:solidFill>
        </p:grpSpPr>
        <p:sp>
          <p:nvSpPr>
            <p:cNvPr id="1112" name="Freeform 1111">
              <a:extLst>
                <a:ext uri="{FF2B5EF4-FFF2-40B4-BE49-F238E27FC236}">
                  <a16:creationId xmlns:a16="http://schemas.microsoft.com/office/drawing/2014/main" id="{EF67E20B-BE41-8F4E-88D0-8EE801F9D447}"/>
                </a:ext>
              </a:extLst>
            </p:cNvPr>
            <p:cNvSpPr/>
            <p:nvPr/>
          </p:nvSpPr>
          <p:spPr>
            <a:xfrm>
              <a:off x="9886894" y="2855462"/>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09 w 362309"/>
                <a:gd name="connsiteY3" fmla="*/ 180986 h 361971"/>
                <a:gd name="connsiteX4" fmla="*/ 181155 w 362309"/>
                <a:gd name="connsiteY4" fmla="*/ 0 h 361971"/>
                <a:gd name="connsiteX5" fmla="*/ 181155 w 362309"/>
                <a:gd name="connsiteY5" fmla="*/ 349140 h 361971"/>
                <a:gd name="connsiteX6" fmla="*/ 12780 w 362309"/>
                <a:gd name="connsiteY6" fmla="*/ 180922 h 361971"/>
                <a:gd name="connsiteX7" fmla="*/ 181155 w 362309"/>
                <a:gd name="connsiteY7" fmla="*/ 12704 h 361971"/>
                <a:gd name="connsiteX8" fmla="*/ 349529 w 362309"/>
                <a:gd name="connsiteY8" fmla="*/ 180922 h 361971"/>
                <a:gd name="connsiteX9" fmla="*/ 181155 w 362309"/>
                <a:gd name="connsiteY9" fmla="*/ 3491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09" y="280959"/>
                    <a:pt x="362309" y="180986"/>
                  </a:cubicBezTo>
                  <a:cubicBezTo>
                    <a:pt x="362245" y="81013"/>
                    <a:pt x="281157" y="0"/>
                    <a:pt x="181155" y="0"/>
                  </a:cubicBezTo>
                  <a:close/>
                  <a:moveTo>
                    <a:pt x="181155" y="349140"/>
                  </a:moveTo>
                  <a:cubicBezTo>
                    <a:pt x="88309" y="349140"/>
                    <a:pt x="12780" y="273681"/>
                    <a:pt x="12780" y="180922"/>
                  </a:cubicBezTo>
                  <a:cubicBezTo>
                    <a:pt x="12780" y="88163"/>
                    <a:pt x="88309" y="12704"/>
                    <a:pt x="181155" y="12704"/>
                  </a:cubicBezTo>
                  <a:cubicBezTo>
                    <a:pt x="274001" y="12704"/>
                    <a:pt x="349529" y="88163"/>
                    <a:pt x="349529" y="180922"/>
                  </a:cubicBezTo>
                  <a:cubicBezTo>
                    <a:pt x="349529" y="273681"/>
                    <a:pt x="273937" y="349140"/>
                    <a:pt x="181155" y="349140"/>
                  </a:cubicBezTo>
                  <a:close/>
                </a:path>
              </a:pathLst>
            </a:custGeom>
            <a:solidFill>
              <a:srgbClr val="00A3E0"/>
            </a:solidFill>
            <a:ln w="6390" cap="flat">
              <a:noFill/>
              <a:prstDash val="solid"/>
              <a:miter/>
            </a:ln>
          </p:spPr>
          <p:txBody>
            <a:bodyPr rtlCol="0" anchor="ctr"/>
            <a:lstStyle/>
            <a:p>
              <a:endParaRPr lang="en-US"/>
            </a:p>
          </p:txBody>
        </p:sp>
        <p:sp>
          <p:nvSpPr>
            <p:cNvPr id="1113" name="Freeform 1112">
              <a:extLst>
                <a:ext uri="{FF2B5EF4-FFF2-40B4-BE49-F238E27FC236}">
                  <a16:creationId xmlns:a16="http://schemas.microsoft.com/office/drawing/2014/main" id="{02C427BC-F4EA-314A-8FE3-587669787CEF}"/>
                </a:ext>
              </a:extLst>
            </p:cNvPr>
            <p:cNvSpPr/>
            <p:nvPr/>
          </p:nvSpPr>
          <p:spPr>
            <a:xfrm>
              <a:off x="9962614" y="2931112"/>
              <a:ext cx="210883" cy="210607"/>
            </a:xfrm>
            <a:custGeom>
              <a:avLst/>
              <a:gdLst>
                <a:gd name="connsiteX0" fmla="*/ 136937 w 210883"/>
                <a:gd name="connsiteY0" fmla="*/ 127680 h 210607"/>
                <a:gd name="connsiteX1" fmla="*/ 155404 w 210883"/>
                <a:gd name="connsiteY1" fmla="*/ 77629 h 210607"/>
                <a:gd name="connsiteX2" fmla="*/ 77702 w 210883"/>
                <a:gd name="connsiteY2" fmla="*/ 0 h 210607"/>
                <a:gd name="connsiteX3" fmla="*/ 0 w 210883"/>
                <a:gd name="connsiteY3" fmla="*/ 77629 h 210607"/>
                <a:gd name="connsiteX4" fmla="*/ 77702 w 210883"/>
                <a:gd name="connsiteY4" fmla="*/ 155258 h 210607"/>
                <a:gd name="connsiteX5" fmla="*/ 127927 w 210883"/>
                <a:gd name="connsiteY5" fmla="*/ 136745 h 210607"/>
                <a:gd name="connsiteX6" fmla="*/ 199941 w 210883"/>
                <a:gd name="connsiteY6" fmla="*/ 208756 h 210607"/>
                <a:gd name="connsiteX7" fmla="*/ 204478 w 210883"/>
                <a:gd name="connsiteY7" fmla="*/ 210608 h 210607"/>
                <a:gd name="connsiteX8" fmla="*/ 209015 w 210883"/>
                <a:gd name="connsiteY8" fmla="*/ 208756 h 210607"/>
                <a:gd name="connsiteX9" fmla="*/ 209015 w 210883"/>
                <a:gd name="connsiteY9" fmla="*/ 199755 h 210607"/>
                <a:gd name="connsiteX10" fmla="*/ 136937 w 210883"/>
                <a:gd name="connsiteY10" fmla="*/ 127680 h 210607"/>
                <a:gd name="connsiteX11" fmla="*/ 12780 w 210883"/>
                <a:gd name="connsiteY11" fmla="*/ 77629 h 210607"/>
                <a:gd name="connsiteX12" fmla="*/ 77702 w 210883"/>
                <a:gd name="connsiteY12" fmla="*/ 12768 h 210607"/>
                <a:gd name="connsiteX13" fmla="*/ 142624 w 210883"/>
                <a:gd name="connsiteY13" fmla="*/ 77629 h 210607"/>
                <a:gd name="connsiteX14" fmla="*/ 77702 w 210883"/>
                <a:gd name="connsiteY14" fmla="*/ 142490 h 210607"/>
                <a:gd name="connsiteX15" fmla="*/ 12780 w 210883"/>
                <a:gd name="connsiteY15" fmla="*/ 77629 h 210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0883" h="210607">
                  <a:moveTo>
                    <a:pt x="136937" y="127680"/>
                  </a:moveTo>
                  <a:cubicBezTo>
                    <a:pt x="148438" y="114146"/>
                    <a:pt x="155404" y="96653"/>
                    <a:pt x="155404" y="77629"/>
                  </a:cubicBezTo>
                  <a:cubicBezTo>
                    <a:pt x="155404" y="34856"/>
                    <a:pt x="120578" y="0"/>
                    <a:pt x="77702" y="0"/>
                  </a:cubicBezTo>
                  <a:cubicBezTo>
                    <a:pt x="34826" y="0"/>
                    <a:pt x="0" y="34793"/>
                    <a:pt x="0" y="77629"/>
                  </a:cubicBezTo>
                  <a:cubicBezTo>
                    <a:pt x="0" y="120466"/>
                    <a:pt x="34826" y="155258"/>
                    <a:pt x="77702" y="155258"/>
                  </a:cubicBezTo>
                  <a:cubicBezTo>
                    <a:pt x="96872" y="155258"/>
                    <a:pt x="114380" y="148300"/>
                    <a:pt x="127927" y="136745"/>
                  </a:cubicBezTo>
                  <a:lnTo>
                    <a:pt x="199941" y="208756"/>
                  </a:lnTo>
                  <a:cubicBezTo>
                    <a:pt x="201219" y="210033"/>
                    <a:pt x="202817" y="210608"/>
                    <a:pt x="204478" y="210608"/>
                  </a:cubicBezTo>
                  <a:cubicBezTo>
                    <a:pt x="206139" y="210608"/>
                    <a:pt x="207737" y="209969"/>
                    <a:pt x="209015" y="208756"/>
                  </a:cubicBezTo>
                  <a:cubicBezTo>
                    <a:pt x="211507" y="206266"/>
                    <a:pt x="211507" y="202245"/>
                    <a:pt x="209015" y="199755"/>
                  </a:cubicBezTo>
                  <a:lnTo>
                    <a:pt x="136937" y="127680"/>
                  </a:lnTo>
                  <a:close/>
                  <a:moveTo>
                    <a:pt x="12780" y="77629"/>
                  </a:moveTo>
                  <a:cubicBezTo>
                    <a:pt x="12780" y="41879"/>
                    <a:pt x="41918" y="12768"/>
                    <a:pt x="77702" y="12768"/>
                  </a:cubicBezTo>
                  <a:cubicBezTo>
                    <a:pt x="113485" y="12768"/>
                    <a:pt x="142624" y="41879"/>
                    <a:pt x="142624" y="77629"/>
                  </a:cubicBezTo>
                  <a:cubicBezTo>
                    <a:pt x="142624" y="113379"/>
                    <a:pt x="113485" y="142490"/>
                    <a:pt x="77702" y="142490"/>
                  </a:cubicBezTo>
                  <a:cubicBezTo>
                    <a:pt x="41918" y="142490"/>
                    <a:pt x="12780" y="113379"/>
                    <a:pt x="12780" y="77629"/>
                  </a:cubicBezTo>
                  <a:close/>
                </a:path>
              </a:pathLst>
            </a:custGeom>
            <a:solidFill>
              <a:srgbClr val="00A3E0"/>
            </a:solidFill>
            <a:ln w="6390" cap="flat">
              <a:noFill/>
              <a:prstDash val="solid"/>
              <a:miter/>
            </a:ln>
          </p:spPr>
          <p:txBody>
            <a:bodyPr rtlCol="0" anchor="ctr"/>
            <a:lstStyle/>
            <a:p>
              <a:endParaRPr lang="en-US"/>
            </a:p>
          </p:txBody>
        </p:sp>
      </p:grpSp>
      <p:grpSp>
        <p:nvGrpSpPr>
          <p:cNvPr id="1114" name="Graphic 4">
            <a:extLst>
              <a:ext uri="{FF2B5EF4-FFF2-40B4-BE49-F238E27FC236}">
                <a16:creationId xmlns:a16="http://schemas.microsoft.com/office/drawing/2014/main" id="{CD3096F2-0DD2-4948-A618-59C1D0AD326C}"/>
              </a:ext>
            </a:extLst>
          </p:cNvPr>
          <p:cNvGrpSpPr/>
          <p:nvPr/>
        </p:nvGrpSpPr>
        <p:grpSpPr>
          <a:xfrm>
            <a:off x="9886894" y="3824168"/>
            <a:ext cx="362309" cy="361971"/>
            <a:chOff x="9886894" y="3824168"/>
            <a:chExt cx="362309" cy="361971"/>
          </a:xfrm>
          <a:solidFill>
            <a:srgbClr val="00A3E0"/>
          </a:solidFill>
        </p:grpSpPr>
        <p:sp>
          <p:nvSpPr>
            <p:cNvPr id="1115" name="Freeform 1114">
              <a:extLst>
                <a:ext uri="{FF2B5EF4-FFF2-40B4-BE49-F238E27FC236}">
                  <a16:creationId xmlns:a16="http://schemas.microsoft.com/office/drawing/2014/main" id="{CB85FEF0-00EC-084E-AAA0-CEC1C80815BC}"/>
                </a:ext>
              </a:extLst>
            </p:cNvPr>
            <p:cNvSpPr/>
            <p:nvPr/>
          </p:nvSpPr>
          <p:spPr>
            <a:xfrm>
              <a:off x="9886894" y="3824168"/>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09 w 362309"/>
                <a:gd name="connsiteY3" fmla="*/ 180986 h 361971"/>
                <a:gd name="connsiteX4" fmla="*/ 181155 w 362309"/>
                <a:gd name="connsiteY4" fmla="*/ 0 h 361971"/>
                <a:gd name="connsiteX5" fmla="*/ 181155 w 362309"/>
                <a:gd name="connsiteY5" fmla="*/ 349204 h 361971"/>
                <a:gd name="connsiteX6" fmla="*/ 12780 w 362309"/>
                <a:gd name="connsiteY6" fmla="*/ 180986 h 361971"/>
                <a:gd name="connsiteX7" fmla="*/ 181155 w 362309"/>
                <a:gd name="connsiteY7" fmla="*/ 12768 h 361971"/>
                <a:gd name="connsiteX8" fmla="*/ 349529 w 362309"/>
                <a:gd name="connsiteY8" fmla="*/ 180986 h 361971"/>
                <a:gd name="connsiteX9" fmla="*/ 181155 w 362309"/>
                <a:gd name="connsiteY9"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1155" y="0"/>
                  </a:moveTo>
                  <a:cubicBezTo>
                    <a:pt x="81088" y="0"/>
                    <a:pt x="0" y="81013"/>
                    <a:pt x="0" y="180986"/>
                  </a:cubicBezTo>
                  <a:cubicBezTo>
                    <a:pt x="0" y="280959"/>
                    <a:pt x="81088" y="361971"/>
                    <a:pt x="181155" y="361971"/>
                  </a:cubicBezTo>
                  <a:cubicBezTo>
                    <a:pt x="281221" y="361971"/>
                    <a:pt x="362309" y="280959"/>
                    <a:pt x="362309" y="180986"/>
                  </a:cubicBezTo>
                  <a:cubicBezTo>
                    <a:pt x="362245" y="81076"/>
                    <a:pt x="281157" y="0"/>
                    <a:pt x="181155" y="0"/>
                  </a:cubicBezTo>
                  <a:close/>
                  <a:moveTo>
                    <a:pt x="181155" y="349204"/>
                  </a:moveTo>
                  <a:cubicBezTo>
                    <a:pt x="88309" y="349204"/>
                    <a:pt x="12780" y="273745"/>
                    <a:pt x="12780" y="180986"/>
                  </a:cubicBezTo>
                  <a:cubicBezTo>
                    <a:pt x="12780" y="88226"/>
                    <a:pt x="88309" y="12768"/>
                    <a:pt x="181155" y="12768"/>
                  </a:cubicBezTo>
                  <a:cubicBezTo>
                    <a:pt x="274001" y="12768"/>
                    <a:pt x="349529" y="88226"/>
                    <a:pt x="349529" y="180986"/>
                  </a:cubicBezTo>
                  <a:cubicBezTo>
                    <a:pt x="349529" y="273745"/>
                    <a:pt x="273937" y="349204"/>
                    <a:pt x="181155" y="349204"/>
                  </a:cubicBezTo>
                  <a:close/>
                </a:path>
              </a:pathLst>
            </a:custGeom>
            <a:solidFill>
              <a:srgbClr val="00A3E0"/>
            </a:solidFill>
            <a:ln w="6390" cap="flat">
              <a:noFill/>
              <a:prstDash val="solid"/>
              <a:miter/>
            </a:ln>
          </p:spPr>
          <p:txBody>
            <a:bodyPr rtlCol="0" anchor="ctr"/>
            <a:lstStyle/>
            <a:p>
              <a:endParaRPr lang="en-US"/>
            </a:p>
          </p:txBody>
        </p:sp>
        <p:sp>
          <p:nvSpPr>
            <p:cNvPr id="1116" name="Freeform 1115">
              <a:extLst>
                <a:ext uri="{FF2B5EF4-FFF2-40B4-BE49-F238E27FC236}">
                  <a16:creationId xmlns:a16="http://schemas.microsoft.com/office/drawing/2014/main" id="{8A7FE5A1-C5D7-BF4B-B889-4627AD9794DA}"/>
                </a:ext>
              </a:extLst>
            </p:cNvPr>
            <p:cNvSpPr/>
            <p:nvPr/>
          </p:nvSpPr>
          <p:spPr>
            <a:xfrm>
              <a:off x="10002232" y="3971063"/>
              <a:ext cx="76167" cy="12767"/>
            </a:xfrm>
            <a:custGeom>
              <a:avLst/>
              <a:gdLst>
                <a:gd name="connsiteX0" fmla="*/ 69778 w 76167"/>
                <a:gd name="connsiteY0" fmla="*/ 0 h 12767"/>
                <a:gd name="connsiteX1" fmla="*/ 6390 w 76167"/>
                <a:gd name="connsiteY1" fmla="*/ 0 h 12767"/>
                <a:gd name="connsiteX2" fmla="*/ 0 w 76167"/>
                <a:gd name="connsiteY2" fmla="*/ 6384 h 12767"/>
                <a:gd name="connsiteX3" fmla="*/ 6390 w 76167"/>
                <a:gd name="connsiteY3" fmla="*/ 12768 h 12767"/>
                <a:gd name="connsiteX4" fmla="*/ 69778 w 76167"/>
                <a:gd name="connsiteY4" fmla="*/ 12768 h 12767"/>
                <a:gd name="connsiteX5" fmla="*/ 76168 w 76167"/>
                <a:gd name="connsiteY5" fmla="*/ 6384 h 12767"/>
                <a:gd name="connsiteX6" fmla="*/ 69778 w 76167"/>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167" h="12767">
                  <a:moveTo>
                    <a:pt x="69778" y="0"/>
                  </a:moveTo>
                  <a:lnTo>
                    <a:pt x="6390" y="0"/>
                  </a:lnTo>
                  <a:cubicBezTo>
                    <a:pt x="2875" y="0"/>
                    <a:pt x="0" y="2873"/>
                    <a:pt x="0" y="6384"/>
                  </a:cubicBezTo>
                  <a:cubicBezTo>
                    <a:pt x="0" y="9895"/>
                    <a:pt x="2875" y="12768"/>
                    <a:pt x="6390" y="12768"/>
                  </a:cubicBezTo>
                  <a:lnTo>
                    <a:pt x="69778" y="12768"/>
                  </a:lnTo>
                  <a:cubicBezTo>
                    <a:pt x="73292" y="12768"/>
                    <a:pt x="76168" y="9895"/>
                    <a:pt x="76168" y="6384"/>
                  </a:cubicBezTo>
                  <a:cubicBezTo>
                    <a:pt x="76168" y="2873"/>
                    <a:pt x="73292" y="0"/>
                    <a:pt x="69778" y="0"/>
                  </a:cubicBezTo>
                  <a:close/>
                </a:path>
              </a:pathLst>
            </a:custGeom>
            <a:solidFill>
              <a:srgbClr val="00A3E0"/>
            </a:solidFill>
            <a:ln w="6390" cap="flat">
              <a:noFill/>
              <a:prstDash val="solid"/>
              <a:miter/>
            </a:ln>
          </p:spPr>
          <p:txBody>
            <a:bodyPr rtlCol="0" anchor="ctr"/>
            <a:lstStyle/>
            <a:p>
              <a:endParaRPr lang="en-US"/>
            </a:p>
          </p:txBody>
        </p:sp>
        <p:sp>
          <p:nvSpPr>
            <p:cNvPr id="1117" name="Freeform 1116">
              <a:extLst>
                <a:ext uri="{FF2B5EF4-FFF2-40B4-BE49-F238E27FC236}">
                  <a16:creationId xmlns:a16="http://schemas.microsoft.com/office/drawing/2014/main" id="{DA8F966D-ABFA-2544-973E-5BD7C21C789F}"/>
                </a:ext>
              </a:extLst>
            </p:cNvPr>
            <p:cNvSpPr/>
            <p:nvPr/>
          </p:nvSpPr>
          <p:spPr>
            <a:xfrm>
              <a:off x="9962614" y="3899882"/>
              <a:ext cx="210883" cy="210607"/>
            </a:xfrm>
            <a:custGeom>
              <a:avLst/>
              <a:gdLst>
                <a:gd name="connsiteX0" fmla="*/ 136937 w 210883"/>
                <a:gd name="connsiteY0" fmla="*/ 127680 h 210607"/>
                <a:gd name="connsiteX1" fmla="*/ 155404 w 210883"/>
                <a:gd name="connsiteY1" fmla="*/ 77629 h 210607"/>
                <a:gd name="connsiteX2" fmla="*/ 77702 w 210883"/>
                <a:gd name="connsiteY2" fmla="*/ 0 h 210607"/>
                <a:gd name="connsiteX3" fmla="*/ 0 w 210883"/>
                <a:gd name="connsiteY3" fmla="*/ 77629 h 210607"/>
                <a:gd name="connsiteX4" fmla="*/ 77702 w 210883"/>
                <a:gd name="connsiteY4" fmla="*/ 155259 h 210607"/>
                <a:gd name="connsiteX5" fmla="*/ 127927 w 210883"/>
                <a:gd name="connsiteY5" fmla="*/ 136745 h 210607"/>
                <a:gd name="connsiteX6" fmla="*/ 199941 w 210883"/>
                <a:gd name="connsiteY6" fmla="*/ 208756 h 210607"/>
                <a:gd name="connsiteX7" fmla="*/ 204478 w 210883"/>
                <a:gd name="connsiteY7" fmla="*/ 210608 h 210607"/>
                <a:gd name="connsiteX8" fmla="*/ 209015 w 210883"/>
                <a:gd name="connsiteY8" fmla="*/ 208756 h 210607"/>
                <a:gd name="connsiteX9" fmla="*/ 209015 w 210883"/>
                <a:gd name="connsiteY9" fmla="*/ 199755 h 210607"/>
                <a:gd name="connsiteX10" fmla="*/ 136937 w 210883"/>
                <a:gd name="connsiteY10" fmla="*/ 127680 h 210607"/>
                <a:gd name="connsiteX11" fmla="*/ 12780 w 210883"/>
                <a:gd name="connsiteY11" fmla="*/ 77565 h 210607"/>
                <a:gd name="connsiteX12" fmla="*/ 77702 w 210883"/>
                <a:gd name="connsiteY12" fmla="*/ 12704 h 210607"/>
                <a:gd name="connsiteX13" fmla="*/ 142624 w 210883"/>
                <a:gd name="connsiteY13" fmla="*/ 77565 h 210607"/>
                <a:gd name="connsiteX14" fmla="*/ 77702 w 210883"/>
                <a:gd name="connsiteY14" fmla="*/ 142427 h 210607"/>
                <a:gd name="connsiteX15" fmla="*/ 12780 w 210883"/>
                <a:gd name="connsiteY15" fmla="*/ 77565 h 210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0883" h="210607">
                  <a:moveTo>
                    <a:pt x="136937" y="127680"/>
                  </a:moveTo>
                  <a:cubicBezTo>
                    <a:pt x="148438" y="114146"/>
                    <a:pt x="155404" y="96654"/>
                    <a:pt x="155404" y="77629"/>
                  </a:cubicBezTo>
                  <a:cubicBezTo>
                    <a:pt x="155404" y="34856"/>
                    <a:pt x="120578" y="0"/>
                    <a:pt x="77702" y="0"/>
                  </a:cubicBezTo>
                  <a:cubicBezTo>
                    <a:pt x="34826" y="0"/>
                    <a:pt x="0" y="34793"/>
                    <a:pt x="0" y="77629"/>
                  </a:cubicBezTo>
                  <a:cubicBezTo>
                    <a:pt x="0" y="120466"/>
                    <a:pt x="34826" y="155259"/>
                    <a:pt x="77702" y="155259"/>
                  </a:cubicBezTo>
                  <a:cubicBezTo>
                    <a:pt x="96872" y="155259"/>
                    <a:pt x="114380" y="148300"/>
                    <a:pt x="127927" y="136745"/>
                  </a:cubicBezTo>
                  <a:lnTo>
                    <a:pt x="199941" y="208756"/>
                  </a:lnTo>
                  <a:cubicBezTo>
                    <a:pt x="201219" y="210033"/>
                    <a:pt x="202817" y="210608"/>
                    <a:pt x="204478" y="210608"/>
                  </a:cubicBezTo>
                  <a:cubicBezTo>
                    <a:pt x="206139" y="210608"/>
                    <a:pt x="207737" y="209969"/>
                    <a:pt x="209015" y="208756"/>
                  </a:cubicBezTo>
                  <a:cubicBezTo>
                    <a:pt x="211507" y="206266"/>
                    <a:pt x="211507" y="202245"/>
                    <a:pt x="209015" y="199755"/>
                  </a:cubicBezTo>
                  <a:lnTo>
                    <a:pt x="136937" y="127680"/>
                  </a:lnTo>
                  <a:close/>
                  <a:moveTo>
                    <a:pt x="12780" y="77565"/>
                  </a:moveTo>
                  <a:cubicBezTo>
                    <a:pt x="12780" y="41815"/>
                    <a:pt x="41918" y="12704"/>
                    <a:pt x="77702" y="12704"/>
                  </a:cubicBezTo>
                  <a:cubicBezTo>
                    <a:pt x="113485" y="12704"/>
                    <a:pt x="142624" y="41815"/>
                    <a:pt x="142624" y="77565"/>
                  </a:cubicBezTo>
                  <a:cubicBezTo>
                    <a:pt x="142624" y="113316"/>
                    <a:pt x="113485" y="142427"/>
                    <a:pt x="77702" y="142427"/>
                  </a:cubicBezTo>
                  <a:cubicBezTo>
                    <a:pt x="41918" y="142427"/>
                    <a:pt x="12780" y="113316"/>
                    <a:pt x="12780" y="77565"/>
                  </a:cubicBezTo>
                  <a:close/>
                </a:path>
              </a:pathLst>
            </a:custGeom>
            <a:solidFill>
              <a:srgbClr val="00A3E0"/>
            </a:solidFill>
            <a:ln w="6390" cap="flat">
              <a:noFill/>
              <a:prstDash val="solid"/>
              <a:miter/>
            </a:ln>
          </p:spPr>
          <p:txBody>
            <a:bodyPr rtlCol="0" anchor="ctr"/>
            <a:lstStyle/>
            <a:p>
              <a:endParaRPr lang="en-US"/>
            </a:p>
          </p:txBody>
        </p:sp>
      </p:grpSp>
      <p:grpSp>
        <p:nvGrpSpPr>
          <p:cNvPr id="1118" name="Graphic 4">
            <a:extLst>
              <a:ext uri="{FF2B5EF4-FFF2-40B4-BE49-F238E27FC236}">
                <a16:creationId xmlns:a16="http://schemas.microsoft.com/office/drawing/2014/main" id="{898FCDA5-5ABA-7E48-99D2-D98E396BC33D}"/>
              </a:ext>
            </a:extLst>
          </p:cNvPr>
          <p:cNvGrpSpPr/>
          <p:nvPr/>
        </p:nvGrpSpPr>
        <p:grpSpPr>
          <a:xfrm>
            <a:off x="10324860" y="3339815"/>
            <a:ext cx="362309" cy="361971"/>
            <a:chOff x="10324860" y="3339815"/>
            <a:chExt cx="362309" cy="361971"/>
          </a:xfrm>
          <a:solidFill>
            <a:srgbClr val="00A3E0"/>
          </a:solidFill>
        </p:grpSpPr>
        <p:sp>
          <p:nvSpPr>
            <p:cNvPr id="1119" name="Freeform 1118">
              <a:extLst>
                <a:ext uri="{FF2B5EF4-FFF2-40B4-BE49-F238E27FC236}">
                  <a16:creationId xmlns:a16="http://schemas.microsoft.com/office/drawing/2014/main" id="{981EF999-622F-A64A-B7F3-AFF14222E538}"/>
                </a:ext>
              </a:extLst>
            </p:cNvPr>
            <p:cNvSpPr/>
            <p:nvPr/>
          </p:nvSpPr>
          <p:spPr>
            <a:xfrm>
              <a:off x="10324860" y="3339815"/>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09 w 362309"/>
                <a:gd name="connsiteY3" fmla="*/ 180986 h 361971"/>
                <a:gd name="connsiteX4" fmla="*/ 181155 w 362309"/>
                <a:gd name="connsiteY4" fmla="*/ 0 h 361971"/>
                <a:gd name="connsiteX5" fmla="*/ 284735 w 362309"/>
                <a:gd name="connsiteY5" fmla="*/ 284406 h 361971"/>
                <a:gd name="connsiteX6" fmla="*/ 280199 w 362309"/>
                <a:gd name="connsiteY6" fmla="*/ 286258 h 361971"/>
                <a:gd name="connsiteX7" fmla="*/ 275661 w 362309"/>
                <a:gd name="connsiteY7" fmla="*/ 284406 h 361971"/>
                <a:gd name="connsiteX8" fmla="*/ 203647 w 362309"/>
                <a:gd name="connsiteY8" fmla="*/ 212395 h 361971"/>
                <a:gd name="connsiteX9" fmla="*/ 153422 w 362309"/>
                <a:gd name="connsiteY9" fmla="*/ 230909 h 361971"/>
                <a:gd name="connsiteX10" fmla="*/ 75721 w 362309"/>
                <a:gd name="connsiteY10" fmla="*/ 153279 h 361971"/>
                <a:gd name="connsiteX11" fmla="*/ 153422 w 362309"/>
                <a:gd name="connsiteY11" fmla="*/ 75650 h 361971"/>
                <a:gd name="connsiteX12" fmla="*/ 231124 w 362309"/>
                <a:gd name="connsiteY12" fmla="*/ 153279 h 361971"/>
                <a:gd name="connsiteX13" fmla="*/ 212657 w 362309"/>
                <a:gd name="connsiteY13" fmla="*/ 203330 h 361971"/>
                <a:gd name="connsiteX14" fmla="*/ 284671 w 362309"/>
                <a:gd name="connsiteY14" fmla="*/ 275341 h 361971"/>
                <a:gd name="connsiteX15" fmla="*/ 284735 w 362309"/>
                <a:gd name="connsiteY15" fmla="*/ 28440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309" h="361971">
                  <a:moveTo>
                    <a:pt x="181155" y="0"/>
                  </a:moveTo>
                  <a:cubicBezTo>
                    <a:pt x="81088" y="0"/>
                    <a:pt x="0" y="81012"/>
                    <a:pt x="0" y="180986"/>
                  </a:cubicBezTo>
                  <a:cubicBezTo>
                    <a:pt x="0" y="280959"/>
                    <a:pt x="81088" y="361971"/>
                    <a:pt x="181155" y="361971"/>
                  </a:cubicBezTo>
                  <a:cubicBezTo>
                    <a:pt x="281221" y="361971"/>
                    <a:pt x="362309" y="280959"/>
                    <a:pt x="362309" y="180986"/>
                  </a:cubicBezTo>
                  <a:cubicBezTo>
                    <a:pt x="362309" y="81012"/>
                    <a:pt x="281221" y="0"/>
                    <a:pt x="181155" y="0"/>
                  </a:cubicBezTo>
                  <a:close/>
                  <a:moveTo>
                    <a:pt x="284735" y="284406"/>
                  </a:moveTo>
                  <a:cubicBezTo>
                    <a:pt x="283458" y="285683"/>
                    <a:pt x="281860" y="286258"/>
                    <a:pt x="280199" y="286258"/>
                  </a:cubicBezTo>
                  <a:cubicBezTo>
                    <a:pt x="278537" y="286258"/>
                    <a:pt x="276940" y="285619"/>
                    <a:pt x="275661" y="284406"/>
                  </a:cubicBezTo>
                  <a:lnTo>
                    <a:pt x="203647" y="212395"/>
                  </a:lnTo>
                  <a:cubicBezTo>
                    <a:pt x="190101" y="223886"/>
                    <a:pt x="172592" y="230909"/>
                    <a:pt x="153422" y="230909"/>
                  </a:cubicBezTo>
                  <a:cubicBezTo>
                    <a:pt x="110609" y="230909"/>
                    <a:pt x="75721" y="196116"/>
                    <a:pt x="75721" y="153279"/>
                  </a:cubicBezTo>
                  <a:cubicBezTo>
                    <a:pt x="75721" y="110443"/>
                    <a:pt x="110545" y="75650"/>
                    <a:pt x="153422" y="75650"/>
                  </a:cubicBezTo>
                  <a:cubicBezTo>
                    <a:pt x="196299" y="75650"/>
                    <a:pt x="231124" y="110443"/>
                    <a:pt x="231124" y="153279"/>
                  </a:cubicBezTo>
                  <a:cubicBezTo>
                    <a:pt x="231124" y="172368"/>
                    <a:pt x="224159" y="189860"/>
                    <a:pt x="212657" y="203330"/>
                  </a:cubicBezTo>
                  <a:lnTo>
                    <a:pt x="284671" y="275341"/>
                  </a:lnTo>
                  <a:cubicBezTo>
                    <a:pt x="287227" y="277895"/>
                    <a:pt x="287227" y="281917"/>
                    <a:pt x="284735" y="284406"/>
                  </a:cubicBezTo>
                  <a:close/>
                </a:path>
              </a:pathLst>
            </a:custGeom>
            <a:solidFill>
              <a:srgbClr val="00A3E0"/>
            </a:solidFill>
            <a:ln w="6390" cap="flat">
              <a:noFill/>
              <a:prstDash val="solid"/>
              <a:miter/>
            </a:ln>
          </p:spPr>
          <p:txBody>
            <a:bodyPr rtlCol="0" anchor="ctr"/>
            <a:lstStyle/>
            <a:p>
              <a:endParaRPr lang="en-US"/>
            </a:p>
          </p:txBody>
        </p:sp>
        <p:sp>
          <p:nvSpPr>
            <p:cNvPr id="1120" name="Freeform 1119">
              <a:extLst>
                <a:ext uri="{FF2B5EF4-FFF2-40B4-BE49-F238E27FC236}">
                  <a16:creationId xmlns:a16="http://schemas.microsoft.com/office/drawing/2014/main" id="{3AE894B4-3A7D-9346-93A9-4BC698C070C7}"/>
                </a:ext>
              </a:extLst>
            </p:cNvPr>
            <p:cNvSpPr/>
            <p:nvPr/>
          </p:nvSpPr>
          <p:spPr>
            <a:xfrm>
              <a:off x="10413361" y="3428233"/>
              <a:ext cx="129843" cy="129722"/>
            </a:xfrm>
            <a:custGeom>
              <a:avLst/>
              <a:gdLst>
                <a:gd name="connsiteX0" fmla="*/ 129843 w 129843"/>
                <a:gd name="connsiteY0" fmla="*/ 64861 h 129722"/>
                <a:gd name="connsiteX1" fmla="*/ 64922 w 129843"/>
                <a:gd name="connsiteY1" fmla="*/ 0 h 129722"/>
                <a:gd name="connsiteX2" fmla="*/ 0 w 129843"/>
                <a:gd name="connsiteY2" fmla="*/ 64861 h 129722"/>
                <a:gd name="connsiteX3" fmla="*/ 64922 w 129843"/>
                <a:gd name="connsiteY3" fmla="*/ 129723 h 129722"/>
                <a:gd name="connsiteX4" fmla="*/ 129843 w 129843"/>
                <a:gd name="connsiteY4" fmla="*/ 64861 h 129722"/>
                <a:gd name="connsiteX5" fmla="*/ 96616 w 129843"/>
                <a:gd name="connsiteY5" fmla="*/ 71245 h 129722"/>
                <a:gd name="connsiteX6" fmla="*/ 71312 w 129843"/>
                <a:gd name="connsiteY6" fmla="*/ 71245 h 129722"/>
                <a:gd name="connsiteX7" fmla="*/ 71312 w 129843"/>
                <a:gd name="connsiteY7" fmla="*/ 96526 h 129722"/>
                <a:gd name="connsiteX8" fmla="*/ 64922 w 129843"/>
                <a:gd name="connsiteY8" fmla="*/ 102910 h 129722"/>
                <a:gd name="connsiteX9" fmla="*/ 58532 w 129843"/>
                <a:gd name="connsiteY9" fmla="*/ 96526 h 129722"/>
                <a:gd name="connsiteX10" fmla="*/ 58532 w 129843"/>
                <a:gd name="connsiteY10" fmla="*/ 71245 h 129722"/>
                <a:gd name="connsiteX11" fmla="*/ 33227 w 129843"/>
                <a:gd name="connsiteY11" fmla="*/ 71245 h 129722"/>
                <a:gd name="connsiteX12" fmla="*/ 26837 w 129843"/>
                <a:gd name="connsiteY12" fmla="*/ 64861 h 129722"/>
                <a:gd name="connsiteX13" fmla="*/ 33227 w 129843"/>
                <a:gd name="connsiteY13" fmla="*/ 58477 h 129722"/>
                <a:gd name="connsiteX14" fmla="*/ 58532 w 129843"/>
                <a:gd name="connsiteY14" fmla="*/ 58477 h 129722"/>
                <a:gd name="connsiteX15" fmla="*/ 58532 w 129843"/>
                <a:gd name="connsiteY15" fmla="*/ 33197 h 129722"/>
                <a:gd name="connsiteX16" fmla="*/ 64922 w 129843"/>
                <a:gd name="connsiteY16" fmla="*/ 26813 h 129722"/>
                <a:gd name="connsiteX17" fmla="*/ 71312 w 129843"/>
                <a:gd name="connsiteY17" fmla="*/ 33197 h 129722"/>
                <a:gd name="connsiteX18" fmla="*/ 71312 w 129843"/>
                <a:gd name="connsiteY18" fmla="*/ 58477 h 129722"/>
                <a:gd name="connsiteX19" fmla="*/ 96616 w 129843"/>
                <a:gd name="connsiteY19" fmla="*/ 58477 h 129722"/>
                <a:gd name="connsiteX20" fmla="*/ 103006 w 129843"/>
                <a:gd name="connsiteY20" fmla="*/ 64861 h 129722"/>
                <a:gd name="connsiteX21" fmla="*/ 96616 w 129843"/>
                <a:gd name="connsiteY21" fmla="*/ 71245 h 129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9843" h="129722">
                  <a:moveTo>
                    <a:pt x="129843" y="64861"/>
                  </a:moveTo>
                  <a:cubicBezTo>
                    <a:pt x="129843" y="29111"/>
                    <a:pt x="100705" y="0"/>
                    <a:pt x="64922" y="0"/>
                  </a:cubicBezTo>
                  <a:cubicBezTo>
                    <a:pt x="29138" y="0"/>
                    <a:pt x="0" y="29111"/>
                    <a:pt x="0" y="64861"/>
                  </a:cubicBezTo>
                  <a:cubicBezTo>
                    <a:pt x="0" y="100612"/>
                    <a:pt x="29138" y="129723"/>
                    <a:pt x="64922" y="129723"/>
                  </a:cubicBezTo>
                  <a:cubicBezTo>
                    <a:pt x="100705" y="129723"/>
                    <a:pt x="129843" y="100612"/>
                    <a:pt x="129843" y="64861"/>
                  </a:cubicBezTo>
                  <a:close/>
                  <a:moveTo>
                    <a:pt x="96616" y="71245"/>
                  </a:moveTo>
                  <a:lnTo>
                    <a:pt x="71312" y="71245"/>
                  </a:lnTo>
                  <a:lnTo>
                    <a:pt x="71312" y="96526"/>
                  </a:lnTo>
                  <a:cubicBezTo>
                    <a:pt x="71312" y="100037"/>
                    <a:pt x="68436" y="102910"/>
                    <a:pt x="64922" y="102910"/>
                  </a:cubicBezTo>
                  <a:cubicBezTo>
                    <a:pt x="61407" y="102910"/>
                    <a:pt x="58532" y="100037"/>
                    <a:pt x="58532" y="96526"/>
                  </a:cubicBezTo>
                  <a:lnTo>
                    <a:pt x="58532" y="71245"/>
                  </a:lnTo>
                  <a:lnTo>
                    <a:pt x="33227" y="71245"/>
                  </a:lnTo>
                  <a:cubicBezTo>
                    <a:pt x="29713" y="71245"/>
                    <a:pt x="26837" y="68373"/>
                    <a:pt x="26837" y="64861"/>
                  </a:cubicBezTo>
                  <a:cubicBezTo>
                    <a:pt x="26837" y="61350"/>
                    <a:pt x="29713" y="58477"/>
                    <a:pt x="33227" y="58477"/>
                  </a:cubicBezTo>
                  <a:lnTo>
                    <a:pt x="58532" y="58477"/>
                  </a:lnTo>
                  <a:lnTo>
                    <a:pt x="58532" y="33197"/>
                  </a:lnTo>
                  <a:cubicBezTo>
                    <a:pt x="58532" y="29686"/>
                    <a:pt x="61407" y="26813"/>
                    <a:pt x="64922" y="26813"/>
                  </a:cubicBezTo>
                  <a:cubicBezTo>
                    <a:pt x="68436" y="26813"/>
                    <a:pt x="71312" y="29686"/>
                    <a:pt x="71312" y="33197"/>
                  </a:cubicBezTo>
                  <a:lnTo>
                    <a:pt x="71312" y="58477"/>
                  </a:lnTo>
                  <a:lnTo>
                    <a:pt x="96616" y="58477"/>
                  </a:lnTo>
                  <a:cubicBezTo>
                    <a:pt x="100130" y="58477"/>
                    <a:pt x="103006" y="61350"/>
                    <a:pt x="103006" y="64861"/>
                  </a:cubicBezTo>
                  <a:cubicBezTo>
                    <a:pt x="103006" y="68373"/>
                    <a:pt x="100194" y="71245"/>
                    <a:pt x="96616" y="71245"/>
                  </a:cubicBezTo>
                  <a:close/>
                </a:path>
              </a:pathLst>
            </a:custGeom>
            <a:solidFill>
              <a:srgbClr val="00A3E0"/>
            </a:solidFill>
            <a:ln w="6390" cap="flat">
              <a:noFill/>
              <a:prstDash val="solid"/>
              <a:miter/>
            </a:ln>
          </p:spPr>
          <p:txBody>
            <a:bodyPr rtlCol="0" anchor="ctr"/>
            <a:lstStyle/>
            <a:p>
              <a:endParaRPr lang="en-US"/>
            </a:p>
          </p:txBody>
        </p:sp>
      </p:grpSp>
      <p:grpSp>
        <p:nvGrpSpPr>
          <p:cNvPr id="1121" name="Graphic 4">
            <a:extLst>
              <a:ext uri="{FF2B5EF4-FFF2-40B4-BE49-F238E27FC236}">
                <a16:creationId xmlns:a16="http://schemas.microsoft.com/office/drawing/2014/main" id="{F5A324AC-1526-0C48-A508-473B6A78E1C6}"/>
              </a:ext>
            </a:extLst>
          </p:cNvPr>
          <p:cNvGrpSpPr/>
          <p:nvPr/>
        </p:nvGrpSpPr>
        <p:grpSpPr>
          <a:xfrm>
            <a:off x="10324860" y="2855462"/>
            <a:ext cx="362309" cy="361971"/>
            <a:chOff x="10324860" y="2855462"/>
            <a:chExt cx="362309" cy="361971"/>
          </a:xfrm>
          <a:solidFill>
            <a:srgbClr val="00A3E0"/>
          </a:solidFill>
        </p:grpSpPr>
        <p:sp>
          <p:nvSpPr>
            <p:cNvPr id="1122" name="Freeform 1121">
              <a:extLst>
                <a:ext uri="{FF2B5EF4-FFF2-40B4-BE49-F238E27FC236}">
                  <a16:creationId xmlns:a16="http://schemas.microsoft.com/office/drawing/2014/main" id="{0F6B31A3-9BF2-2740-B80B-5FC9B68C79A7}"/>
                </a:ext>
              </a:extLst>
            </p:cNvPr>
            <p:cNvSpPr/>
            <p:nvPr/>
          </p:nvSpPr>
          <p:spPr>
            <a:xfrm>
              <a:off x="10413361" y="2943880"/>
              <a:ext cx="129843" cy="129722"/>
            </a:xfrm>
            <a:custGeom>
              <a:avLst/>
              <a:gdLst>
                <a:gd name="connsiteX0" fmla="*/ 129843 w 129843"/>
                <a:gd name="connsiteY0" fmla="*/ 64861 h 129722"/>
                <a:gd name="connsiteX1" fmla="*/ 64921 w 129843"/>
                <a:gd name="connsiteY1" fmla="*/ 129723 h 129722"/>
                <a:gd name="connsiteX2" fmla="*/ -1 w 129843"/>
                <a:gd name="connsiteY2" fmla="*/ 64861 h 129722"/>
                <a:gd name="connsiteX3" fmla="*/ 64921 w 129843"/>
                <a:gd name="connsiteY3" fmla="*/ 0 h 129722"/>
                <a:gd name="connsiteX4" fmla="*/ 129843 w 129843"/>
                <a:gd name="connsiteY4" fmla="*/ 64861 h 1297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843" h="129722">
                  <a:moveTo>
                    <a:pt x="129843" y="64861"/>
                  </a:moveTo>
                  <a:cubicBezTo>
                    <a:pt x="129843" y="100683"/>
                    <a:pt x="100777" y="129723"/>
                    <a:pt x="64921" y="129723"/>
                  </a:cubicBezTo>
                  <a:cubicBezTo>
                    <a:pt x="29066" y="129723"/>
                    <a:pt x="-1" y="100683"/>
                    <a:pt x="-1" y="64861"/>
                  </a:cubicBezTo>
                  <a:cubicBezTo>
                    <a:pt x="-1" y="29040"/>
                    <a:pt x="29066" y="0"/>
                    <a:pt x="64921" y="0"/>
                  </a:cubicBezTo>
                  <a:cubicBezTo>
                    <a:pt x="100777" y="0"/>
                    <a:pt x="129843" y="29040"/>
                    <a:pt x="129843" y="64861"/>
                  </a:cubicBezTo>
                  <a:close/>
                </a:path>
              </a:pathLst>
            </a:custGeom>
            <a:solidFill>
              <a:srgbClr val="00A3E0"/>
            </a:solidFill>
            <a:ln w="6390" cap="flat">
              <a:noFill/>
              <a:prstDash val="solid"/>
              <a:miter/>
            </a:ln>
          </p:spPr>
          <p:txBody>
            <a:bodyPr rtlCol="0" anchor="ctr"/>
            <a:lstStyle/>
            <a:p>
              <a:endParaRPr lang="en-US"/>
            </a:p>
          </p:txBody>
        </p:sp>
        <p:sp>
          <p:nvSpPr>
            <p:cNvPr id="1123" name="Freeform 1122">
              <a:extLst>
                <a:ext uri="{FF2B5EF4-FFF2-40B4-BE49-F238E27FC236}">
                  <a16:creationId xmlns:a16="http://schemas.microsoft.com/office/drawing/2014/main" id="{C26FCE51-E380-C847-8D51-F8AE3BBFA9B0}"/>
                </a:ext>
              </a:extLst>
            </p:cNvPr>
            <p:cNvSpPr/>
            <p:nvPr/>
          </p:nvSpPr>
          <p:spPr>
            <a:xfrm>
              <a:off x="10324860" y="2855462"/>
              <a:ext cx="362309" cy="361971"/>
            </a:xfrm>
            <a:custGeom>
              <a:avLst/>
              <a:gdLst>
                <a:gd name="connsiteX0" fmla="*/ 181155 w 362309"/>
                <a:gd name="connsiteY0" fmla="*/ 0 h 361971"/>
                <a:gd name="connsiteX1" fmla="*/ 0 w 362309"/>
                <a:gd name="connsiteY1" fmla="*/ 180986 h 361971"/>
                <a:gd name="connsiteX2" fmla="*/ 181155 w 362309"/>
                <a:gd name="connsiteY2" fmla="*/ 361972 h 361971"/>
                <a:gd name="connsiteX3" fmla="*/ 362309 w 362309"/>
                <a:gd name="connsiteY3" fmla="*/ 180986 h 361971"/>
                <a:gd name="connsiteX4" fmla="*/ 181155 w 362309"/>
                <a:gd name="connsiteY4" fmla="*/ 0 h 361971"/>
                <a:gd name="connsiteX5" fmla="*/ 284735 w 362309"/>
                <a:gd name="connsiteY5" fmla="*/ 284406 h 361971"/>
                <a:gd name="connsiteX6" fmla="*/ 280199 w 362309"/>
                <a:gd name="connsiteY6" fmla="*/ 286258 h 361971"/>
                <a:gd name="connsiteX7" fmla="*/ 275661 w 362309"/>
                <a:gd name="connsiteY7" fmla="*/ 284406 h 361971"/>
                <a:gd name="connsiteX8" fmla="*/ 203647 w 362309"/>
                <a:gd name="connsiteY8" fmla="*/ 212395 h 361971"/>
                <a:gd name="connsiteX9" fmla="*/ 153422 w 362309"/>
                <a:gd name="connsiteY9" fmla="*/ 230909 h 361971"/>
                <a:gd name="connsiteX10" fmla="*/ 75721 w 362309"/>
                <a:gd name="connsiteY10" fmla="*/ 153279 h 361971"/>
                <a:gd name="connsiteX11" fmla="*/ 153422 w 362309"/>
                <a:gd name="connsiteY11" fmla="*/ 75650 h 361971"/>
                <a:gd name="connsiteX12" fmla="*/ 231124 w 362309"/>
                <a:gd name="connsiteY12" fmla="*/ 153279 h 361971"/>
                <a:gd name="connsiteX13" fmla="*/ 212657 w 362309"/>
                <a:gd name="connsiteY13" fmla="*/ 203330 h 361971"/>
                <a:gd name="connsiteX14" fmla="*/ 284671 w 362309"/>
                <a:gd name="connsiteY14" fmla="*/ 275341 h 361971"/>
                <a:gd name="connsiteX15" fmla="*/ 284735 w 362309"/>
                <a:gd name="connsiteY15" fmla="*/ 28440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309" h="361971">
                  <a:moveTo>
                    <a:pt x="181155" y="0"/>
                  </a:moveTo>
                  <a:cubicBezTo>
                    <a:pt x="81088" y="0"/>
                    <a:pt x="0" y="81013"/>
                    <a:pt x="0" y="180986"/>
                  </a:cubicBezTo>
                  <a:cubicBezTo>
                    <a:pt x="0" y="280959"/>
                    <a:pt x="81088" y="361972"/>
                    <a:pt x="181155" y="361972"/>
                  </a:cubicBezTo>
                  <a:cubicBezTo>
                    <a:pt x="281221" y="361972"/>
                    <a:pt x="362309" y="280959"/>
                    <a:pt x="362309" y="180986"/>
                  </a:cubicBezTo>
                  <a:cubicBezTo>
                    <a:pt x="362309" y="81013"/>
                    <a:pt x="281221" y="0"/>
                    <a:pt x="181155" y="0"/>
                  </a:cubicBezTo>
                  <a:close/>
                  <a:moveTo>
                    <a:pt x="284735" y="284406"/>
                  </a:moveTo>
                  <a:cubicBezTo>
                    <a:pt x="283458" y="285683"/>
                    <a:pt x="281860" y="286258"/>
                    <a:pt x="280199" y="286258"/>
                  </a:cubicBezTo>
                  <a:cubicBezTo>
                    <a:pt x="278537" y="286258"/>
                    <a:pt x="276940" y="285619"/>
                    <a:pt x="275661" y="284406"/>
                  </a:cubicBezTo>
                  <a:lnTo>
                    <a:pt x="203647" y="212395"/>
                  </a:lnTo>
                  <a:cubicBezTo>
                    <a:pt x="190101" y="223886"/>
                    <a:pt x="172592" y="230909"/>
                    <a:pt x="153422" y="230909"/>
                  </a:cubicBezTo>
                  <a:cubicBezTo>
                    <a:pt x="110609" y="230909"/>
                    <a:pt x="75721" y="196116"/>
                    <a:pt x="75721" y="153279"/>
                  </a:cubicBezTo>
                  <a:cubicBezTo>
                    <a:pt x="75721" y="110443"/>
                    <a:pt x="110545" y="75650"/>
                    <a:pt x="153422" y="75650"/>
                  </a:cubicBezTo>
                  <a:cubicBezTo>
                    <a:pt x="196299" y="75650"/>
                    <a:pt x="231124" y="110443"/>
                    <a:pt x="231124" y="153279"/>
                  </a:cubicBezTo>
                  <a:cubicBezTo>
                    <a:pt x="231124" y="172368"/>
                    <a:pt x="224159" y="189860"/>
                    <a:pt x="212657" y="203330"/>
                  </a:cubicBezTo>
                  <a:lnTo>
                    <a:pt x="284671" y="275341"/>
                  </a:lnTo>
                  <a:cubicBezTo>
                    <a:pt x="287227" y="277895"/>
                    <a:pt x="287227" y="281917"/>
                    <a:pt x="284735" y="284406"/>
                  </a:cubicBezTo>
                  <a:close/>
                </a:path>
              </a:pathLst>
            </a:custGeom>
            <a:solidFill>
              <a:srgbClr val="00A3E0"/>
            </a:solidFill>
            <a:ln w="6390" cap="flat">
              <a:noFill/>
              <a:prstDash val="solid"/>
              <a:miter/>
            </a:ln>
          </p:spPr>
          <p:txBody>
            <a:bodyPr rtlCol="0" anchor="ctr"/>
            <a:lstStyle/>
            <a:p>
              <a:endParaRPr lang="en-US"/>
            </a:p>
          </p:txBody>
        </p:sp>
      </p:grpSp>
      <p:grpSp>
        <p:nvGrpSpPr>
          <p:cNvPr id="1124" name="Graphic 4">
            <a:extLst>
              <a:ext uri="{FF2B5EF4-FFF2-40B4-BE49-F238E27FC236}">
                <a16:creationId xmlns:a16="http://schemas.microsoft.com/office/drawing/2014/main" id="{6188B5FD-9D0B-6F49-BC4D-021FC8641455}"/>
              </a:ext>
            </a:extLst>
          </p:cNvPr>
          <p:cNvGrpSpPr/>
          <p:nvPr/>
        </p:nvGrpSpPr>
        <p:grpSpPr>
          <a:xfrm>
            <a:off x="10324860" y="3824168"/>
            <a:ext cx="362309" cy="361971"/>
            <a:chOff x="10324860" y="3824168"/>
            <a:chExt cx="362309" cy="361971"/>
          </a:xfrm>
          <a:solidFill>
            <a:srgbClr val="00A3E0"/>
          </a:solidFill>
        </p:grpSpPr>
        <p:sp>
          <p:nvSpPr>
            <p:cNvPr id="1125" name="Freeform 1124">
              <a:extLst>
                <a:ext uri="{FF2B5EF4-FFF2-40B4-BE49-F238E27FC236}">
                  <a16:creationId xmlns:a16="http://schemas.microsoft.com/office/drawing/2014/main" id="{929CC013-92E0-BE4B-BF93-47368A232F1F}"/>
                </a:ext>
              </a:extLst>
            </p:cNvPr>
            <p:cNvSpPr/>
            <p:nvPr/>
          </p:nvSpPr>
          <p:spPr>
            <a:xfrm>
              <a:off x="10413361" y="3912586"/>
              <a:ext cx="129843" cy="129722"/>
            </a:xfrm>
            <a:custGeom>
              <a:avLst/>
              <a:gdLst>
                <a:gd name="connsiteX0" fmla="*/ 129843 w 129843"/>
                <a:gd name="connsiteY0" fmla="*/ 64861 h 129722"/>
                <a:gd name="connsiteX1" fmla="*/ 64922 w 129843"/>
                <a:gd name="connsiteY1" fmla="*/ 0 h 129722"/>
                <a:gd name="connsiteX2" fmla="*/ 0 w 129843"/>
                <a:gd name="connsiteY2" fmla="*/ 64861 h 129722"/>
                <a:gd name="connsiteX3" fmla="*/ 64922 w 129843"/>
                <a:gd name="connsiteY3" fmla="*/ 129723 h 129722"/>
                <a:gd name="connsiteX4" fmla="*/ 129843 w 129843"/>
                <a:gd name="connsiteY4" fmla="*/ 64861 h 129722"/>
                <a:gd name="connsiteX5" fmla="*/ 96616 w 129843"/>
                <a:gd name="connsiteY5" fmla="*/ 71245 h 129722"/>
                <a:gd name="connsiteX6" fmla="*/ 33227 w 129843"/>
                <a:gd name="connsiteY6" fmla="*/ 71245 h 129722"/>
                <a:gd name="connsiteX7" fmla="*/ 26837 w 129843"/>
                <a:gd name="connsiteY7" fmla="*/ 64861 h 129722"/>
                <a:gd name="connsiteX8" fmla="*/ 33227 w 129843"/>
                <a:gd name="connsiteY8" fmla="*/ 58477 h 129722"/>
                <a:gd name="connsiteX9" fmla="*/ 96616 w 129843"/>
                <a:gd name="connsiteY9" fmla="*/ 58477 h 129722"/>
                <a:gd name="connsiteX10" fmla="*/ 103006 w 129843"/>
                <a:gd name="connsiteY10" fmla="*/ 64861 h 129722"/>
                <a:gd name="connsiteX11" fmla="*/ 96616 w 129843"/>
                <a:gd name="connsiteY11" fmla="*/ 71245 h 129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843" h="129722">
                  <a:moveTo>
                    <a:pt x="129843" y="64861"/>
                  </a:moveTo>
                  <a:cubicBezTo>
                    <a:pt x="129843" y="29111"/>
                    <a:pt x="100705" y="0"/>
                    <a:pt x="64922" y="0"/>
                  </a:cubicBezTo>
                  <a:cubicBezTo>
                    <a:pt x="29138" y="0"/>
                    <a:pt x="0" y="29111"/>
                    <a:pt x="0" y="64861"/>
                  </a:cubicBezTo>
                  <a:cubicBezTo>
                    <a:pt x="0" y="100612"/>
                    <a:pt x="29138" y="129723"/>
                    <a:pt x="64922" y="129723"/>
                  </a:cubicBezTo>
                  <a:cubicBezTo>
                    <a:pt x="100705" y="129723"/>
                    <a:pt x="129843" y="100612"/>
                    <a:pt x="129843" y="64861"/>
                  </a:cubicBezTo>
                  <a:close/>
                  <a:moveTo>
                    <a:pt x="96616" y="71245"/>
                  </a:moveTo>
                  <a:lnTo>
                    <a:pt x="33227" y="71245"/>
                  </a:lnTo>
                  <a:cubicBezTo>
                    <a:pt x="29713" y="71245"/>
                    <a:pt x="26837" y="68373"/>
                    <a:pt x="26837" y="64861"/>
                  </a:cubicBezTo>
                  <a:cubicBezTo>
                    <a:pt x="26837" y="61350"/>
                    <a:pt x="29713" y="58477"/>
                    <a:pt x="33227" y="58477"/>
                  </a:cubicBezTo>
                  <a:lnTo>
                    <a:pt x="96616" y="58477"/>
                  </a:lnTo>
                  <a:cubicBezTo>
                    <a:pt x="100130" y="58477"/>
                    <a:pt x="103006" y="61350"/>
                    <a:pt x="103006" y="64861"/>
                  </a:cubicBezTo>
                  <a:cubicBezTo>
                    <a:pt x="103006" y="68373"/>
                    <a:pt x="100194" y="71245"/>
                    <a:pt x="96616" y="71245"/>
                  </a:cubicBezTo>
                  <a:close/>
                </a:path>
              </a:pathLst>
            </a:custGeom>
            <a:solidFill>
              <a:srgbClr val="00A3E0"/>
            </a:solidFill>
            <a:ln w="6390" cap="flat">
              <a:noFill/>
              <a:prstDash val="solid"/>
              <a:miter/>
            </a:ln>
          </p:spPr>
          <p:txBody>
            <a:bodyPr rtlCol="0" anchor="ctr"/>
            <a:lstStyle/>
            <a:p>
              <a:endParaRPr lang="en-US"/>
            </a:p>
          </p:txBody>
        </p:sp>
        <p:sp>
          <p:nvSpPr>
            <p:cNvPr id="1126" name="Freeform 1125">
              <a:extLst>
                <a:ext uri="{FF2B5EF4-FFF2-40B4-BE49-F238E27FC236}">
                  <a16:creationId xmlns:a16="http://schemas.microsoft.com/office/drawing/2014/main" id="{7E13D76D-0E51-A74F-AAB4-D1F4D2DF738C}"/>
                </a:ext>
              </a:extLst>
            </p:cNvPr>
            <p:cNvSpPr/>
            <p:nvPr/>
          </p:nvSpPr>
          <p:spPr>
            <a:xfrm>
              <a:off x="10324860" y="3824168"/>
              <a:ext cx="362309" cy="361971"/>
            </a:xfrm>
            <a:custGeom>
              <a:avLst/>
              <a:gdLst>
                <a:gd name="connsiteX0" fmla="*/ 181155 w 362309"/>
                <a:gd name="connsiteY0" fmla="*/ 0 h 361971"/>
                <a:gd name="connsiteX1" fmla="*/ 0 w 362309"/>
                <a:gd name="connsiteY1" fmla="*/ 180986 h 361971"/>
                <a:gd name="connsiteX2" fmla="*/ 181155 w 362309"/>
                <a:gd name="connsiteY2" fmla="*/ 361971 h 361971"/>
                <a:gd name="connsiteX3" fmla="*/ 362309 w 362309"/>
                <a:gd name="connsiteY3" fmla="*/ 180986 h 361971"/>
                <a:gd name="connsiteX4" fmla="*/ 181155 w 362309"/>
                <a:gd name="connsiteY4" fmla="*/ 0 h 361971"/>
                <a:gd name="connsiteX5" fmla="*/ 284735 w 362309"/>
                <a:gd name="connsiteY5" fmla="*/ 284406 h 361971"/>
                <a:gd name="connsiteX6" fmla="*/ 280199 w 362309"/>
                <a:gd name="connsiteY6" fmla="*/ 286258 h 361971"/>
                <a:gd name="connsiteX7" fmla="*/ 275661 w 362309"/>
                <a:gd name="connsiteY7" fmla="*/ 284406 h 361971"/>
                <a:gd name="connsiteX8" fmla="*/ 203647 w 362309"/>
                <a:gd name="connsiteY8" fmla="*/ 212395 h 361971"/>
                <a:gd name="connsiteX9" fmla="*/ 153422 w 362309"/>
                <a:gd name="connsiteY9" fmla="*/ 230909 h 361971"/>
                <a:gd name="connsiteX10" fmla="*/ 75721 w 362309"/>
                <a:gd name="connsiteY10" fmla="*/ 153279 h 361971"/>
                <a:gd name="connsiteX11" fmla="*/ 153422 w 362309"/>
                <a:gd name="connsiteY11" fmla="*/ 75650 h 361971"/>
                <a:gd name="connsiteX12" fmla="*/ 231124 w 362309"/>
                <a:gd name="connsiteY12" fmla="*/ 153279 h 361971"/>
                <a:gd name="connsiteX13" fmla="*/ 212657 w 362309"/>
                <a:gd name="connsiteY13" fmla="*/ 203330 h 361971"/>
                <a:gd name="connsiteX14" fmla="*/ 284671 w 362309"/>
                <a:gd name="connsiteY14" fmla="*/ 275341 h 361971"/>
                <a:gd name="connsiteX15" fmla="*/ 284735 w 362309"/>
                <a:gd name="connsiteY15" fmla="*/ 28440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309" h="361971">
                  <a:moveTo>
                    <a:pt x="181155" y="0"/>
                  </a:moveTo>
                  <a:cubicBezTo>
                    <a:pt x="81088" y="0"/>
                    <a:pt x="0" y="81013"/>
                    <a:pt x="0" y="180986"/>
                  </a:cubicBezTo>
                  <a:cubicBezTo>
                    <a:pt x="0" y="280959"/>
                    <a:pt x="81088" y="361971"/>
                    <a:pt x="181155" y="361971"/>
                  </a:cubicBezTo>
                  <a:cubicBezTo>
                    <a:pt x="281221" y="361971"/>
                    <a:pt x="362309" y="280959"/>
                    <a:pt x="362309" y="180986"/>
                  </a:cubicBezTo>
                  <a:cubicBezTo>
                    <a:pt x="362309" y="81076"/>
                    <a:pt x="281221" y="0"/>
                    <a:pt x="181155" y="0"/>
                  </a:cubicBezTo>
                  <a:close/>
                  <a:moveTo>
                    <a:pt x="284735" y="284406"/>
                  </a:moveTo>
                  <a:cubicBezTo>
                    <a:pt x="283458" y="285683"/>
                    <a:pt x="281860" y="286258"/>
                    <a:pt x="280199" y="286258"/>
                  </a:cubicBezTo>
                  <a:cubicBezTo>
                    <a:pt x="278537" y="286258"/>
                    <a:pt x="276940" y="285619"/>
                    <a:pt x="275661" y="284406"/>
                  </a:cubicBezTo>
                  <a:lnTo>
                    <a:pt x="203647" y="212395"/>
                  </a:lnTo>
                  <a:cubicBezTo>
                    <a:pt x="190101" y="223886"/>
                    <a:pt x="172592" y="230909"/>
                    <a:pt x="153422" y="230909"/>
                  </a:cubicBezTo>
                  <a:cubicBezTo>
                    <a:pt x="110609" y="230909"/>
                    <a:pt x="75721" y="196116"/>
                    <a:pt x="75721" y="153279"/>
                  </a:cubicBezTo>
                  <a:cubicBezTo>
                    <a:pt x="75721" y="110443"/>
                    <a:pt x="110545" y="75650"/>
                    <a:pt x="153422" y="75650"/>
                  </a:cubicBezTo>
                  <a:cubicBezTo>
                    <a:pt x="196299" y="75650"/>
                    <a:pt x="231124" y="110443"/>
                    <a:pt x="231124" y="153279"/>
                  </a:cubicBezTo>
                  <a:cubicBezTo>
                    <a:pt x="231124" y="172368"/>
                    <a:pt x="224159" y="189860"/>
                    <a:pt x="212657" y="203330"/>
                  </a:cubicBezTo>
                  <a:lnTo>
                    <a:pt x="284671" y="275341"/>
                  </a:lnTo>
                  <a:cubicBezTo>
                    <a:pt x="287227" y="277895"/>
                    <a:pt x="287227" y="281917"/>
                    <a:pt x="284735" y="284406"/>
                  </a:cubicBezTo>
                  <a:close/>
                </a:path>
              </a:pathLst>
            </a:custGeom>
            <a:solidFill>
              <a:srgbClr val="00A3E0"/>
            </a:solidFill>
            <a:ln w="6390" cap="flat">
              <a:noFill/>
              <a:prstDash val="solid"/>
              <a:miter/>
            </a:ln>
          </p:spPr>
          <p:txBody>
            <a:bodyPr rtlCol="0" anchor="ctr"/>
            <a:lstStyle/>
            <a:p>
              <a:endParaRPr lang="en-US"/>
            </a:p>
          </p:txBody>
        </p:sp>
      </p:grpSp>
      <p:sp>
        <p:nvSpPr>
          <p:cNvPr id="47" name="Freeform 46">
            <a:extLst>
              <a:ext uri="{FF2B5EF4-FFF2-40B4-BE49-F238E27FC236}">
                <a16:creationId xmlns:a16="http://schemas.microsoft.com/office/drawing/2014/main" id="{1A2BCDD0-68D5-5245-91B9-1213EBDF1EF5}"/>
              </a:ext>
            </a:extLst>
          </p:cNvPr>
          <p:cNvSpPr/>
          <p:nvPr/>
        </p:nvSpPr>
        <p:spPr>
          <a:xfrm>
            <a:off x="905454" y="1402723"/>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362309 w 362309"/>
              <a:gd name="connsiteY4" fmla="*/ 181305 h 361971"/>
              <a:gd name="connsiteX5" fmla="*/ 180835 w 362309"/>
              <a:gd name="connsiteY5" fmla="*/ 0 h 361971"/>
              <a:gd name="connsiteX6" fmla="*/ 263265 w 362309"/>
              <a:gd name="connsiteY6" fmla="*/ 225355 h 361971"/>
              <a:gd name="connsiteX7" fmla="*/ 258792 w 362309"/>
              <a:gd name="connsiteY7" fmla="*/ 227270 h 361971"/>
              <a:gd name="connsiteX8" fmla="*/ 254320 w 362309"/>
              <a:gd name="connsiteY8" fmla="*/ 225355 h 361971"/>
              <a:gd name="connsiteX9" fmla="*/ 180835 w 362309"/>
              <a:gd name="connsiteY9" fmla="*/ 149385 h 361971"/>
              <a:gd name="connsiteX10" fmla="*/ 107351 w 362309"/>
              <a:gd name="connsiteY10" fmla="*/ 224716 h 361971"/>
              <a:gd name="connsiteX11" fmla="*/ 98405 w 362309"/>
              <a:gd name="connsiteY11" fmla="*/ 225355 h 361971"/>
              <a:gd name="connsiteX12" fmla="*/ 97766 w 362309"/>
              <a:gd name="connsiteY12" fmla="*/ 216417 h 361971"/>
              <a:gd name="connsiteX13" fmla="*/ 98405 w 362309"/>
              <a:gd name="connsiteY13" fmla="*/ 215779 h 361971"/>
              <a:gd name="connsiteX14" fmla="*/ 176362 w 362309"/>
              <a:gd name="connsiteY14" fmla="*/ 135340 h 361971"/>
              <a:gd name="connsiteX15" fmla="*/ 185308 w 362309"/>
              <a:gd name="connsiteY15" fmla="*/ 135340 h 361971"/>
              <a:gd name="connsiteX16" fmla="*/ 185308 w 362309"/>
              <a:gd name="connsiteY16" fmla="*/ 135340 h 361971"/>
              <a:gd name="connsiteX17" fmla="*/ 263265 w 362309"/>
              <a:gd name="connsiteY17" fmla="*/ 215779 h 361971"/>
              <a:gd name="connsiteX18" fmla="*/ 263265 w 362309"/>
              <a:gd name="connsiteY18" fmla="*/ 225355 h 361971"/>
              <a:gd name="connsiteX19" fmla="*/ 263265 w 362309"/>
              <a:gd name="connsiteY19" fmla="*/ 22535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lnTo>
                  <a:pt x="362309" y="181305"/>
                </a:lnTo>
                <a:cubicBezTo>
                  <a:pt x="361670" y="80438"/>
                  <a:pt x="281157" y="0"/>
                  <a:pt x="180835" y="0"/>
                </a:cubicBezTo>
                <a:close/>
                <a:moveTo>
                  <a:pt x="263265" y="225355"/>
                </a:moveTo>
                <a:cubicBezTo>
                  <a:pt x="261987" y="226631"/>
                  <a:pt x="260709" y="227270"/>
                  <a:pt x="258792" y="227270"/>
                </a:cubicBezTo>
                <a:cubicBezTo>
                  <a:pt x="256875" y="227270"/>
                  <a:pt x="255597" y="226631"/>
                  <a:pt x="254320" y="225355"/>
                </a:cubicBezTo>
                <a:lnTo>
                  <a:pt x="180835" y="149385"/>
                </a:lnTo>
                <a:lnTo>
                  <a:pt x="107351" y="224716"/>
                </a:lnTo>
                <a:cubicBezTo>
                  <a:pt x="104795" y="227270"/>
                  <a:pt x="100961" y="227908"/>
                  <a:pt x="98405" y="225355"/>
                </a:cubicBezTo>
                <a:cubicBezTo>
                  <a:pt x="95849" y="222801"/>
                  <a:pt x="95210" y="218971"/>
                  <a:pt x="97766" y="216417"/>
                </a:cubicBezTo>
                <a:lnTo>
                  <a:pt x="98405" y="215779"/>
                </a:lnTo>
                <a:lnTo>
                  <a:pt x="176362" y="135340"/>
                </a:lnTo>
                <a:cubicBezTo>
                  <a:pt x="178918" y="132787"/>
                  <a:pt x="182752" y="132787"/>
                  <a:pt x="185308" y="135340"/>
                </a:cubicBezTo>
                <a:lnTo>
                  <a:pt x="185308" y="135340"/>
                </a:lnTo>
                <a:lnTo>
                  <a:pt x="263265" y="215779"/>
                </a:lnTo>
                <a:cubicBezTo>
                  <a:pt x="265821" y="218971"/>
                  <a:pt x="265821" y="222801"/>
                  <a:pt x="263265" y="225355"/>
                </a:cubicBezTo>
                <a:lnTo>
                  <a:pt x="263265" y="225355"/>
                </a:lnTo>
                <a:close/>
              </a:path>
            </a:pathLst>
          </a:custGeom>
          <a:solidFill>
            <a:srgbClr val="0076A8"/>
          </a:solidFill>
          <a:ln w="6390" cap="flat">
            <a:noFill/>
            <a:prstDash val="solid"/>
            <a:miter/>
          </a:ln>
        </p:spPr>
        <p:txBody>
          <a:bodyPr rtlCol="0" anchor="ctr"/>
          <a:lstStyle/>
          <a:p>
            <a:endParaRPr lang="en-US"/>
          </a:p>
        </p:txBody>
      </p:sp>
      <p:sp>
        <p:nvSpPr>
          <p:cNvPr id="48" name="Freeform 47">
            <a:extLst>
              <a:ext uri="{FF2B5EF4-FFF2-40B4-BE49-F238E27FC236}">
                <a16:creationId xmlns:a16="http://schemas.microsoft.com/office/drawing/2014/main" id="{D85678BE-B662-2F43-A004-389A319832DD}"/>
              </a:ext>
            </a:extLst>
          </p:cNvPr>
          <p:cNvSpPr/>
          <p:nvPr/>
        </p:nvSpPr>
        <p:spPr>
          <a:xfrm>
            <a:off x="905454" y="189301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362309 w 362309"/>
              <a:gd name="connsiteY4" fmla="*/ 181305 h 362610"/>
              <a:gd name="connsiteX5" fmla="*/ 180835 w 362309"/>
              <a:gd name="connsiteY5" fmla="*/ 0 h 362610"/>
              <a:gd name="connsiteX6" fmla="*/ 205117 w 362309"/>
              <a:gd name="connsiteY6" fmla="*/ 185774 h 362610"/>
              <a:gd name="connsiteX7" fmla="*/ 124604 w 362309"/>
              <a:gd name="connsiteY7" fmla="*/ 263659 h 362610"/>
              <a:gd name="connsiteX8" fmla="*/ 115658 w 362309"/>
              <a:gd name="connsiteY8" fmla="*/ 263659 h 362610"/>
              <a:gd name="connsiteX9" fmla="*/ 115658 w 362309"/>
              <a:gd name="connsiteY9" fmla="*/ 254721 h 362610"/>
              <a:gd name="connsiteX10" fmla="*/ 191059 w 362309"/>
              <a:gd name="connsiteY10" fmla="*/ 181305 h 362610"/>
              <a:gd name="connsiteX11" fmla="*/ 115658 w 362309"/>
              <a:gd name="connsiteY11" fmla="*/ 107889 h 362610"/>
              <a:gd name="connsiteX12" fmla="*/ 115019 w 362309"/>
              <a:gd name="connsiteY12" fmla="*/ 98952 h 362610"/>
              <a:gd name="connsiteX13" fmla="*/ 123965 w 362309"/>
              <a:gd name="connsiteY13" fmla="*/ 98313 h 362610"/>
              <a:gd name="connsiteX14" fmla="*/ 124604 w 362309"/>
              <a:gd name="connsiteY14" fmla="*/ 98952 h 362610"/>
              <a:gd name="connsiteX15" fmla="*/ 205117 w 362309"/>
              <a:gd name="connsiteY15" fmla="*/ 176836 h 362610"/>
              <a:gd name="connsiteX16" fmla="*/ 205117 w 362309"/>
              <a:gd name="connsiteY16" fmla="*/ 185774 h 362610"/>
              <a:gd name="connsiteX17" fmla="*/ 205117 w 362309"/>
              <a:gd name="connsiteY17" fmla="*/ 185774 h 362610"/>
              <a:gd name="connsiteX18" fmla="*/ 205117 w 362309"/>
              <a:gd name="connsiteY18" fmla="*/ 185774 h 362610"/>
              <a:gd name="connsiteX19" fmla="*/ 248569 w 362309"/>
              <a:gd name="connsiteY19" fmla="*/ 260467 h 362610"/>
              <a:gd name="connsiteX20" fmla="*/ 242179 w 362309"/>
              <a:gd name="connsiteY20" fmla="*/ 266851 h 362610"/>
              <a:gd name="connsiteX21" fmla="*/ 235789 w 362309"/>
              <a:gd name="connsiteY21" fmla="*/ 260467 h 362610"/>
              <a:gd name="connsiteX22" fmla="*/ 235789 w 362309"/>
              <a:gd name="connsiteY22" fmla="*/ 101505 h 362610"/>
              <a:gd name="connsiteX23" fmla="*/ 242179 w 362309"/>
              <a:gd name="connsiteY23" fmla="*/ 95121 h 362610"/>
              <a:gd name="connsiteX24" fmla="*/ 248569 w 362309"/>
              <a:gd name="connsiteY24" fmla="*/ 101505 h 362610"/>
              <a:gd name="connsiteX25" fmla="*/ 248569 w 362309"/>
              <a:gd name="connsiteY25" fmla="*/ 260467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lnTo>
                  <a:pt x="362309" y="181305"/>
                </a:lnTo>
                <a:cubicBezTo>
                  <a:pt x="361670" y="81077"/>
                  <a:pt x="281157" y="0"/>
                  <a:pt x="180835" y="0"/>
                </a:cubicBezTo>
                <a:close/>
                <a:moveTo>
                  <a:pt x="205117" y="185774"/>
                </a:moveTo>
                <a:lnTo>
                  <a:pt x="124604" y="263659"/>
                </a:lnTo>
                <a:cubicBezTo>
                  <a:pt x="122048" y="266212"/>
                  <a:pt x="118214" y="266212"/>
                  <a:pt x="115658" y="263659"/>
                </a:cubicBezTo>
                <a:cubicBezTo>
                  <a:pt x="113102" y="261105"/>
                  <a:pt x="113102" y="257275"/>
                  <a:pt x="115658" y="254721"/>
                </a:cubicBezTo>
                <a:lnTo>
                  <a:pt x="191059" y="181305"/>
                </a:lnTo>
                <a:lnTo>
                  <a:pt x="115658" y="107889"/>
                </a:lnTo>
                <a:cubicBezTo>
                  <a:pt x="113102" y="105336"/>
                  <a:pt x="112463" y="101505"/>
                  <a:pt x="115019" y="98952"/>
                </a:cubicBezTo>
                <a:cubicBezTo>
                  <a:pt x="117575" y="96398"/>
                  <a:pt x="121409" y="95760"/>
                  <a:pt x="123965" y="98313"/>
                </a:cubicBezTo>
                <a:lnTo>
                  <a:pt x="124604" y="98952"/>
                </a:lnTo>
                <a:lnTo>
                  <a:pt x="205117" y="176836"/>
                </a:lnTo>
                <a:cubicBezTo>
                  <a:pt x="207034" y="179390"/>
                  <a:pt x="207034" y="183220"/>
                  <a:pt x="205117" y="185774"/>
                </a:cubicBezTo>
                <a:cubicBezTo>
                  <a:pt x="205117" y="185774"/>
                  <a:pt x="204478" y="185774"/>
                  <a:pt x="205117" y="185774"/>
                </a:cubicBezTo>
                <a:lnTo>
                  <a:pt x="205117" y="185774"/>
                </a:lnTo>
                <a:close/>
                <a:moveTo>
                  <a:pt x="248569" y="260467"/>
                </a:moveTo>
                <a:cubicBezTo>
                  <a:pt x="248569" y="264297"/>
                  <a:pt x="246013" y="266851"/>
                  <a:pt x="242179" y="266851"/>
                </a:cubicBezTo>
                <a:cubicBezTo>
                  <a:pt x="238345" y="266851"/>
                  <a:pt x="235789" y="264297"/>
                  <a:pt x="235789" y="260467"/>
                </a:cubicBezTo>
                <a:lnTo>
                  <a:pt x="235789" y="101505"/>
                </a:lnTo>
                <a:cubicBezTo>
                  <a:pt x="235789" y="97675"/>
                  <a:pt x="238345" y="95121"/>
                  <a:pt x="242179" y="95121"/>
                </a:cubicBezTo>
                <a:cubicBezTo>
                  <a:pt x="246013" y="95121"/>
                  <a:pt x="248569" y="97675"/>
                  <a:pt x="248569" y="101505"/>
                </a:cubicBezTo>
                <a:lnTo>
                  <a:pt x="248569" y="260467"/>
                </a:lnTo>
                <a:close/>
              </a:path>
            </a:pathLst>
          </a:custGeom>
          <a:solidFill>
            <a:srgbClr val="0076A8"/>
          </a:solidFill>
          <a:ln w="6390" cap="flat">
            <a:noFill/>
            <a:prstDash val="solid"/>
            <a:miter/>
          </a:ln>
        </p:spPr>
        <p:txBody>
          <a:bodyPr rtlCol="0" anchor="ctr"/>
          <a:lstStyle/>
          <a:p>
            <a:endParaRPr lang="en-US"/>
          </a:p>
        </p:txBody>
      </p:sp>
      <p:sp>
        <p:nvSpPr>
          <p:cNvPr id="49" name="Freeform 48">
            <a:extLst>
              <a:ext uri="{FF2B5EF4-FFF2-40B4-BE49-F238E27FC236}">
                <a16:creationId xmlns:a16="http://schemas.microsoft.com/office/drawing/2014/main" id="{63AB27B3-3680-9443-954F-DCB1ECF66BFF}"/>
              </a:ext>
            </a:extLst>
          </p:cNvPr>
          <p:cNvSpPr/>
          <p:nvPr/>
        </p:nvSpPr>
        <p:spPr>
          <a:xfrm>
            <a:off x="2998797" y="4308712"/>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251125 w 362309"/>
              <a:gd name="connsiteY6" fmla="*/ 232377 h 361971"/>
              <a:gd name="connsiteX7" fmla="*/ 244735 w 362309"/>
              <a:gd name="connsiteY7" fmla="*/ 238761 h 361971"/>
              <a:gd name="connsiteX8" fmla="*/ 118853 w 362309"/>
              <a:gd name="connsiteY8" fmla="*/ 238761 h 361971"/>
              <a:gd name="connsiteX9" fmla="*/ 166138 w 362309"/>
              <a:gd name="connsiteY9" fmla="*/ 287918 h 361971"/>
              <a:gd name="connsiteX10" fmla="*/ 166138 w 362309"/>
              <a:gd name="connsiteY10" fmla="*/ 296855 h 361971"/>
              <a:gd name="connsiteX11" fmla="*/ 166138 w 362309"/>
              <a:gd name="connsiteY11" fmla="*/ 296855 h 361971"/>
              <a:gd name="connsiteX12" fmla="*/ 161666 w 362309"/>
              <a:gd name="connsiteY12" fmla="*/ 298770 h 361971"/>
              <a:gd name="connsiteX13" fmla="*/ 157192 w 362309"/>
              <a:gd name="connsiteY13" fmla="*/ 296855 h 361971"/>
              <a:gd name="connsiteX14" fmla="*/ 100322 w 362309"/>
              <a:gd name="connsiteY14" fmla="*/ 237484 h 361971"/>
              <a:gd name="connsiteX15" fmla="*/ 100322 w 362309"/>
              <a:gd name="connsiteY15" fmla="*/ 228546 h 361971"/>
              <a:gd name="connsiteX16" fmla="*/ 158471 w 362309"/>
              <a:gd name="connsiteY16" fmla="*/ 170452 h 361971"/>
              <a:gd name="connsiteX17" fmla="*/ 167416 w 362309"/>
              <a:gd name="connsiteY17" fmla="*/ 170452 h 361971"/>
              <a:gd name="connsiteX18" fmla="*/ 167416 w 362309"/>
              <a:gd name="connsiteY18" fmla="*/ 179390 h 361971"/>
              <a:gd name="connsiteX19" fmla="*/ 167416 w 362309"/>
              <a:gd name="connsiteY19" fmla="*/ 179390 h 361971"/>
              <a:gd name="connsiteX20" fmla="*/ 120770 w 362309"/>
              <a:gd name="connsiteY20" fmla="*/ 225993 h 361971"/>
              <a:gd name="connsiteX21" fmla="*/ 238984 w 362309"/>
              <a:gd name="connsiteY21" fmla="*/ 225993 h 361971"/>
              <a:gd name="connsiteX22" fmla="*/ 238984 w 362309"/>
              <a:gd name="connsiteY22" fmla="*/ 68947 h 361971"/>
              <a:gd name="connsiteX23" fmla="*/ 245374 w 362309"/>
              <a:gd name="connsiteY23" fmla="*/ 62563 h 361971"/>
              <a:gd name="connsiteX24" fmla="*/ 251764 w 362309"/>
              <a:gd name="connsiteY24" fmla="*/ 68947 h 361971"/>
              <a:gd name="connsiteX25" fmla="*/ 251125 w 362309"/>
              <a:gd name="connsiteY25" fmla="*/ 23237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0667"/>
                </a:cubicBezTo>
                <a:cubicBezTo>
                  <a:pt x="362310" y="81077"/>
                  <a:pt x="281157" y="0"/>
                  <a:pt x="180835" y="0"/>
                </a:cubicBezTo>
                <a:lnTo>
                  <a:pt x="180835" y="0"/>
                </a:lnTo>
                <a:close/>
                <a:moveTo>
                  <a:pt x="251125" y="232377"/>
                </a:moveTo>
                <a:cubicBezTo>
                  <a:pt x="251125" y="236207"/>
                  <a:pt x="248569" y="238761"/>
                  <a:pt x="244735" y="238761"/>
                </a:cubicBezTo>
                <a:lnTo>
                  <a:pt x="118853" y="238761"/>
                </a:lnTo>
                <a:lnTo>
                  <a:pt x="166138" y="287918"/>
                </a:lnTo>
                <a:cubicBezTo>
                  <a:pt x="168695" y="290471"/>
                  <a:pt x="168695" y="294302"/>
                  <a:pt x="166138" y="296855"/>
                </a:cubicBezTo>
                <a:lnTo>
                  <a:pt x="166138" y="296855"/>
                </a:lnTo>
                <a:cubicBezTo>
                  <a:pt x="164861" y="298132"/>
                  <a:pt x="163582" y="298770"/>
                  <a:pt x="161666" y="298770"/>
                </a:cubicBezTo>
                <a:cubicBezTo>
                  <a:pt x="159748" y="298770"/>
                  <a:pt x="158471" y="298132"/>
                  <a:pt x="157192" y="296855"/>
                </a:cubicBezTo>
                <a:lnTo>
                  <a:pt x="100322" y="237484"/>
                </a:lnTo>
                <a:cubicBezTo>
                  <a:pt x="97766" y="234930"/>
                  <a:pt x="97766" y="231100"/>
                  <a:pt x="100322" y="228546"/>
                </a:cubicBezTo>
                <a:lnTo>
                  <a:pt x="158471" y="170452"/>
                </a:lnTo>
                <a:cubicBezTo>
                  <a:pt x="161027" y="167899"/>
                  <a:pt x="164861" y="167899"/>
                  <a:pt x="167416" y="170452"/>
                </a:cubicBezTo>
                <a:cubicBezTo>
                  <a:pt x="169972" y="173006"/>
                  <a:pt x="169972" y="176836"/>
                  <a:pt x="167416" y="179390"/>
                </a:cubicBezTo>
                <a:lnTo>
                  <a:pt x="167416" y="179390"/>
                </a:lnTo>
                <a:lnTo>
                  <a:pt x="120770" y="225993"/>
                </a:lnTo>
                <a:lnTo>
                  <a:pt x="238984" y="225993"/>
                </a:lnTo>
                <a:lnTo>
                  <a:pt x="238984" y="68947"/>
                </a:lnTo>
                <a:cubicBezTo>
                  <a:pt x="238984" y="65117"/>
                  <a:pt x="241540" y="62563"/>
                  <a:pt x="245374" y="62563"/>
                </a:cubicBezTo>
                <a:cubicBezTo>
                  <a:pt x="249208" y="62563"/>
                  <a:pt x="251764" y="65117"/>
                  <a:pt x="251764" y="68947"/>
                </a:cubicBezTo>
                <a:lnTo>
                  <a:pt x="251125" y="232377"/>
                </a:lnTo>
                <a:close/>
              </a:path>
            </a:pathLst>
          </a:custGeom>
          <a:solidFill>
            <a:srgbClr val="0076A8"/>
          </a:solidFill>
          <a:ln w="6390" cap="flat">
            <a:noFill/>
            <a:prstDash val="solid"/>
            <a:miter/>
          </a:ln>
        </p:spPr>
        <p:txBody>
          <a:bodyPr rtlCol="0" anchor="ctr"/>
          <a:lstStyle/>
          <a:p>
            <a:endParaRPr lang="en-US"/>
          </a:p>
        </p:txBody>
      </p:sp>
      <p:sp>
        <p:nvSpPr>
          <p:cNvPr id="60" name="Freeform 59">
            <a:extLst>
              <a:ext uri="{FF2B5EF4-FFF2-40B4-BE49-F238E27FC236}">
                <a16:creationId xmlns:a16="http://schemas.microsoft.com/office/drawing/2014/main" id="{F930F0EA-1EAF-F347-8674-35D153BBE933}"/>
              </a:ext>
            </a:extLst>
          </p:cNvPr>
          <p:cNvSpPr/>
          <p:nvPr/>
        </p:nvSpPr>
        <p:spPr>
          <a:xfrm>
            <a:off x="1952125" y="14027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63904 w 362313"/>
              <a:gd name="connsiteY6" fmla="*/ 144916 h 361971"/>
              <a:gd name="connsiteX7" fmla="*/ 185947 w 362313"/>
              <a:gd name="connsiteY7" fmla="*/ 225355 h 361971"/>
              <a:gd name="connsiteX8" fmla="*/ 181474 w 362313"/>
              <a:gd name="connsiteY8" fmla="*/ 227270 h 361971"/>
              <a:gd name="connsiteX9" fmla="*/ 177001 w 362313"/>
              <a:gd name="connsiteY9" fmla="*/ 225355 h 361971"/>
              <a:gd name="connsiteX10" fmla="*/ 99044 w 362313"/>
              <a:gd name="connsiteY10" fmla="*/ 144916 h 361971"/>
              <a:gd name="connsiteX11" fmla="*/ 99044 w 362313"/>
              <a:gd name="connsiteY11" fmla="*/ 135979 h 361971"/>
              <a:gd name="connsiteX12" fmla="*/ 107990 w 362313"/>
              <a:gd name="connsiteY12" fmla="*/ 135979 h 361971"/>
              <a:gd name="connsiteX13" fmla="*/ 107990 w 362313"/>
              <a:gd name="connsiteY13" fmla="*/ 135979 h 361971"/>
              <a:gd name="connsiteX14" fmla="*/ 181474 w 362313"/>
              <a:gd name="connsiteY14" fmla="*/ 211948 h 361971"/>
              <a:gd name="connsiteX15" fmla="*/ 254958 w 362313"/>
              <a:gd name="connsiteY15" fmla="*/ 136617 h 361971"/>
              <a:gd name="connsiteX16" fmla="*/ 263904 w 362313"/>
              <a:gd name="connsiteY16" fmla="*/ 136617 h 361971"/>
              <a:gd name="connsiteX17" fmla="*/ 263904 w 362313"/>
              <a:gd name="connsiteY17" fmla="*/ 136617 h 361971"/>
              <a:gd name="connsiteX18" fmla="*/ 263904 w 362313"/>
              <a:gd name="connsiteY18" fmla="*/ 144916 h 361971"/>
              <a:gd name="connsiteX19" fmla="*/ 263904 w 362313"/>
              <a:gd name="connsiteY19" fmla="*/ 14491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lnTo>
                  <a:pt x="362310" y="181305"/>
                </a:lnTo>
                <a:cubicBezTo>
                  <a:pt x="362948" y="80438"/>
                  <a:pt x="281796" y="0"/>
                  <a:pt x="181474" y="0"/>
                </a:cubicBezTo>
                <a:close/>
                <a:moveTo>
                  <a:pt x="263904" y="144916"/>
                </a:moveTo>
                <a:lnTo>
                  <a:pt x="185947" y="225355"/>
                </a:lnTo>
                <a:cubicBezTo>
                  <a:pt x="184669" y="226631"/>
                  <a:pt x="183391" y="227270"/>
                  <a:pt x="181474" y="227270"/>
                </a:cubicBezTo>
                <a:cubicBezTo>
                  <a:pt x="179557" y="227270"/>
                  <a:pt x="178279" y="226631"/>
                  <a:pt x="177001" y="225355"/>
                </a:cubicBezTo>
                <a:lnTo>
                  <a:pt x="99044" y="144916"/>
                </a:lnTo>
                <a:cubicBezTo>
                  <a:pt x="96488" y="142363"/>
                  <a:pt x="96488" y="138532"/>
                  <a:pt x="99044" y="135979"/>
                </a:cubicBezTo>
                <a:cubicBezTo>
                  <a:pt x="101600" y="133425"/>
                  <a:pt x="105434" y="133425"/>
                  <a:pt x="107990" y="135979"/>
                </a:cubicBezTo>
                <a:lnTo>
                  <a:pt x="107990" y="135979"/>
                </a:lnTo>
                <a:lnTo>
                  <a:pt x="181474" y="211948"/>
                </a:lnTo>
                <a:lnTo>
                  <a:pt x="254958" y="136617"/>
                </a:lnTo>
                <a:cubicBezTo>
                  <a:pt x="257514" y="134064"/>
                  <a:pt x="261348" y="134064"/>
                  <a:pt x="263904" y="136617"/>
                </a:cubicBezTo>
                <a:lnTo>
                  <a:pt x="263904" y="136617"/>
                </a:lnTo>
                <a:cubicBezTo>
                  <a:pt x="266460" y="138532"/>
                  <a:pt x="266460" y="142363"/>
                  <a:pt x="263904" y="144916"/>
                </a:cubicBezTo>
                <a:lnTo>
                  <a:pt x="263904" y="144916"/>
                </a:lnTo>
                <a:close/>
              </a:path>
            </a:pathLst>
          </a:custGeom>
          <a:solidFill>
            <a:srgbClr val="0076A8"/>
          </a:solidFill>
          <a:ln w="6390" cap="flat">
            <a:noFill/>
            <a:prstDash val="solid"/>
            <a:miter/>
          </a:ln>
        </p:spPr>
        <p:txBody>
          <a:bodyPr rtlCol="0" anchor="ctr"/>
          <a:lstStyle/>
          <a:p>
            <a:endParaRPr lang="en-US"/>
          </a:p>
        </p:txBody>
      </p:sp>
      <p:sp>
        <p:nvSpPr>
          <p:cNvPr id="61" name="Freeform 60">
            <a:extLst>
              <a:ext uri="{FF2B5EF4-FFF2-40B4-BE49-F238E27FC236}">
                <a16:creationId xmlns:a16="http://schemas.microsoft.com/office/drawing/2014/main" id="{5EA1D084-CEE1-F04C-9A9C-526C9670309D}"/>
              </a:ext>
            </a:extLst>
          </p:cNvPr>
          <p:cNvSpPr/>
          <p:nvPr/>
        </p:nvSpPr>
        <p:spPr>
          <a:xfrm>
            <a:off x="1952125" y="189301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27160 w 362313"/>
              <a:gd name="connsiteY6" fmla="*/ 260467 h 361971"/>
              <a:gd name="connsiteX7" fmla="*/ 120770 w 362313"/>
              <a:gd name="connsiteY7" fmla="*/ 266851 h 361971"/>
              <a:gd name="connsiteX8" fmla="*/ 114380 w 362313"/>
              <a:gd name="connsiteY8" fmla="*/ 260467 h 361971"/>
              <a:gd name="connsiteX9" fmla="*/ 114380 w 362313"/>
              <a:gd name="connsiteY9" fmla="*/ 102144 h 361971"/>
              <a:gd name="connsiteX10" fmla="*/ 120770 w 362313"/>
              <a:gd name="connsiteY10" fmla="*/ 95760 h 361971"/>
              <a:gd name="connsiteX11" fmla="*/ 127160 w 362313"/>
              <a:gd name="connsiteY11" fmla="*/ 102144 h 361971"/>
              <a:gd name="connsiteX12" fmla="*/ 127160 w 362313"/>
              <a:gd name="connsiteY12" fmla="*/ 260467 h 361971"/>
              <a:gd name="connsiteX13" fmla="*/ 247291 w 362313"/>
              <a:gd name="connsiteY13" fmla="*/ 254083 h 361971"/>
              <a:gd name="connsiteX14" fmla="*/ 247291 w 362313"/>
              <a:gd name="connsiteY14" fmla="*/ 263020 h 361971"/>
              <a:gd name="connsiteX15" fmla="*/ 242818 w 362313"/>
              <a:gd name="connsiteY15" fmla="*/ 264935 h 361971"/>
              <a:gd name="connsiteX16" fmla="*/ 238345 w 362313"/>
              <a:gd name="connsiteY16" fmla="*/ 263020 h 361971"/>
              <a:gd name="connsiteX17" fmla="*/ 157832 w 362313"/>
              <a:gd name="connsiteY17" fmla="*/ 185774 h 361971"/>
              <a:gd name="connsiteX18" fmla="*/ 157832 w 362313"/>
              <a:gd name="connsiteY18" fmla="*/ 176836 h 361971"/>
              <a:gd name="connsiteX19" fmla="*/ 157832 w 362313"/>
              <a:gd name="connsiteY19" fmla="*/ 176836 h 361971"/>
              <a:gd name="connsiteX20" fmla="*/ 238345 w 362313"/>
              <a:gd name="connsiteY20" fmla="*/ 98952 h 361971"/>
              <a:gd name="connsiteX21" fmla="*/ 247291 w 362313"/>
              <a:gd name="connsiteY21" fmla="*/ 98952 h 361971"/>
              <a:gd name="connsiteX22" fmla="*/ 247291 w 362313"/>
              <a:gd name="connsiteY22" fmla="*/ 107889 h 361971"/>
              <a:gd name="connsiteX23" fmla="*/ 171250 w 362313"/>
              <a:gd name="connsiteY23" fmla="*/ 181305 h 361971"/>
              <a:gd name="connsiteX24" fmla="*/ 247291 w 362313"/>
              <a:gd name="connsiteY24" fmla="*/ 25408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lnTo>
                  <a:pt x="362310" y="181305"/>
                </a:lnTo>
                <a:cubicBezTo>
                  <a:pt x="362948" y="81077"/>
                  <a:pt x="281796" y="0"/>
                  <a:pt x="181474" y="0"/>
                </a:cubicBezTo>
                <a:close/>
                <a:moveTo>
                  <a:pt x="127160" y="260467"/>
                </a:moveTo>
                <a:cubicBezTo>
                  <a:pt x="127160" y="264297"/>
                  <a:pt x="124604" y="266851"/>
                  <a:pt x="120770" y="266851"/>
                </a:cubicBezTo>
                <a:cubicBezTo>
                  <a:pt x="116936" y="266851"/>
                  <a:pt x="114380" y="264297"/>
                  <a:pt x="114380" y="260467"/>
                </a:cubicBezTo>
                <a:lnTo>
                  <a:pt x="114380" y="102144"/>
                </a:lnTo>
                <a:cubicBezTo>
                  <a:pt x="114380" y="98313"/>
                  <a:pt x="116936" y="95760"/>
                  <a:pt x="120770" y="95760"/>
                </a:cubicBezTo>
                <a:cubicBezTo>
                  <a:pt x="124604" y="95760"/>
                  <a:pt x="127160" y="98313"/>
                  <a:pt x="127160" y="102144"/>
                </a:cubicBezTo>
                <a:lnTo>
                  <a:pt x="127160" y="260467"/>
                </a:lnTo>
                <a:close/>
                <a:moveTo>
                  <a:pt x="247291" y="254083"/>
                </a:moveTo>
                <a:cubicBezTo>
                  <a:pt x="249847" y="256636"/>
                  <a:pt x="249847" y="260467"/>
                  <a:pt x="247291" y="263020"/>
                </a:cubicBezTo>
                <a:cubicBezTo>
                  <a:pt x="246013" y="264297"/>
                  <a:pt x="244735" y="264935"/>
                  <a:pt x="242818" y="264935"/>
                </a:cubicBezTo>
                <a:cubicBezTo>
                  <a:pt x="240901" y="264935"/>
                  <a:pt x="239623" y="264297"/>
                  <a:pt x="238345" y="263020"/>
                </a:cubicBezTo>
                <a:lnTo>
                  <a:pt x="157832" y="185774"/>
                </a:lnTo>
                <a:cubicBezTo>
                  <a:pt x="155275" y="183220"/>
                  <a:pt x="155275" y="179390"/>
                  <a:pt x="157832" y="176836"/>
                </a:cubicBezTo>
                <a:lnTo>
                  <a:pt x="157832" y="176836"/>
                </a:lnTo>
                <a:lnTo>
                  <a:pt x="238345" y="98952"/>
                </a:lnTo>
                <a:cubicBezTo>
                  <a:pt x="240901" y="96398"/>
                  <a:pt x="244735" y="96398"/>
                  <a:pt x="247291" y="98952"/>
                </a:cubicBezTo>
                <a:cubicBezTo>
                  <a:pt x="249847" y="101505"/>
                  <a:pt x="249847" y="105336"/>
                  <a:pt x="247291" y="107889"/>
                </a:cubicBezTo>
                <a:lnTo>
                  <a:pt x="171250" y="181305"/>
                </a:lnTo>
                <a:lnTo>
                  <a:pt x="247291" y="254083"/>
                </a:lnTo>
                <a:close/>
              </a:path>
            </a:pathLst>
          </a:custGeom>
          <a:solidFill>
            <a:srgbClr val="0076A8"/>
          </a:solidFill>
          <a:ln w="6390" cap="flat">
            <a:noFill/>
            <a:prstDash val="solid"/>
            <a:miter/>
          </a:ln>
        </p:spPr>
        <p:txBody>
          <a:bodyPr rtlCol="0" anchor="ctr"/>
          <a:lstStyle/>
          <a:p>
            <a:endParaRPr lang="en-US"/>
          </a:p>
        </p:txBody>
      </p:sp>
      <p:sp>
        <p:nvSpPr>
          <p:cNvPr id="62" name="Freeform 61">
            <a:extLst>
              <a:ext uri="{FF2B5EF4-FFF2-40B4-BE49-F238E27FC236}">
                <a16:creationId xmlns:a16="http://schemas.microsoft.com/office/drawing/2014/main" id="{7B71FC4E-ADEE-A14E-954F-DAD0D74B777B}"/>
              </a:ext>
            </a:extLst>
          </p:cNvPr>
          <p:cNvSpPr/>
          <p:nvPr/>
        </p:nvSpPr>
        <p:spPr>
          <a:xfrm>
            <a:off x="2998797" y="3824168"/>
            <a:ext cx="362309" cy="361971"/>
          </a:xfrm>
          <a:custGeom>
            <a:avLst/>
            <a:gdLst>
              <a:gd name="connsiteX0" fmla="*/ 180835 w 362309"/>
              <a:gd name="connsiteY0" fmla="*/ 0 h 361971"/>
              <a:gd name="connsiteX1" fmla="*/ 0 w 362309"/>
              <a:gd name="connsiteY1" fmla="*/ 181305 h 361971"/>
              <a:gd name="connsiteX2" fmla="*/ 181474 w 362309"/>
              <a:gd name="connsiteY2" fmla="*/ 361971 h 361971"/>
              <a:gd name="connsiteX3" fmla="*/ 362310 w 362309"/>
              <a:gd name="connsiteY3" fmla="*/ 181305 h 361971"/>
              <a:gd name="connsiteX4" fmla="*/ 180835 w 362309"/>
              <a:gd name="connsiteY4" fmla="*/ 0 h 361971"/>
              <a:gd name="connsiteX5" fmla="*/ 180835 w 362309"/>
              <a:gd name="connsiteY5" fmla="*/ 0 h 361971"/>
              <a:gd name="connsiteX6" fmla="*/ 255597 w 362309"/>
              <a:gd name="connsiteY6" fmla="*/ 237484 h 361971"/>
              <a:gd name="connsiteX7" fmla="*/ 198727 w 362309"/>
              <a:gd name="connsiteY7" fmla="*/ 296855 h 361971"/>
              <a:gd name="connsiteX8" fmla="*/ 189781 w 362309"/>
              <a:gd name="connsiteY8" fmla="*/ 296855 h 361971"/>
              <a:gd name="connsiteX9" fmla="*/ 189781 w 362309"/>
              <a:gd name="connsiteY9" fmla="*/ 296855 h 361971"/>
              <a:gd name="connsiteX10" fmla="*/ 189781 w 362309"/>
              <a:gd name="connsiteY10" fmla="*/ 287917 h 361971"/>
              <a:gd name="connsiteX11" fmla="*/ 237067 w 362309"/>
              <a:gd name="connsiteY11" fmla="*/ 238761 h 361971"/>
              <a:gd name="connsiteX12" fmla="*/ 111185 w 362309"/>
              <a:gd name="connsiteY12" fmla="*/ 238761 h 361971"/>
              <a:gd name="connsiteX13" fmla="*/ 104795 w 362309"/>
              <a:gd name="connsiteY13" fmla="*/ 232377 h 361971"/>
              <a:gd name="connsiteX14" fmla="*/ 104795 w 362309"/>
              <a:gd name="connsiteY14" fmla="*/ 68947 h 361971"/>
              <a:gd name="connsiteX15" fmla="*/ 111185 w 362309"/>
              <a:gd name="connsiteY15" fmla="*/ 62563 h 361971"/>
              <a:gd name="connsiteX16" fmla="*/ 117575 w 362309"/>
              <a:gd name="connsiteY16" fmla="*/ 68947 h 361971"/>
              <a:gd name="connsiteX17" fmla="*/ 117575 w 362309"/>
              <a:gd name="connsiteY17" fmla="*/ 225993 h 361971"/>
              <a:gd name="connsiteX18" fmla="*/ 235789 w 362309"/>
              <a:gd name="connsiteY18" fmla="*/ 225993 h 361971"/>
              <a:gd name="connsiteX19" fmla="*/ 189142 w 362309"/>
              <a:gd name="connsiteY19" fmla="*/ 179390 h 361971"/>
              <a:gd name="connsiteX20" fmla="*/ 189781 w 362309"/>
              <a:gd name="connsiteY20" fmla="*/ 170452 h 361971"/>
              <a:gd name="connsiteX21" fmla="*/ 198088 w 362309"/>
              <a:gd name="connsiteY21" fmla="*/ 170452 h 361971"/>
              <a:gd name="connsiteX22" fmla="*/ 256237 w 362309"/>
              <a:gd name="connsiteY22" fmla="*/ 228546 h 361971"/>
              <a:gd name="connsiteX23" fmla="*/ 255597 w 362309"/>
              <a:gd name="connsiteY23" fmla="*/ 237484 h 361971"/>
              <a:gd name="connsiteX24" fmla="*/ 255597 w 362309"/>
              <a:gd name="connsiteY24" fmla="*/ 23748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309" h="361971">
                <a:moveTo>
                  <a:pt x="180835" y="0"/>
                </a:moveTo>
                <a:cubicBezTo>
                  <a:pt x="80513" y="0"/>
                  <a:pt x="0" y="81076"/>
                  <a:pt x="0" y="181305"/>
                </a:cubicBezTo>
                <a:cubicBezTo>
                  <a:pt x="0" y="281533"/>
                  <a:pt x="81152" y="361971"/>
                  <a:pt x="181474" y="361971"/>
                </a:cubicBezTo>
                <a:cubicBezTo>
                  <a:pt x="281157" y="361971"/>
                  <a:pt x="362310" y="280895"/>
                  <a:pt x="362310" y="181305"/>
                </a:cubicBezTo>
                <a:cubicBezTo>
                  <a:pt x="362310" y="81076"/>
                  <a:pt x="281157" y="0"/>
                  <a:pt x="180835" y="0"/>
                </a:cubicBezTo>
                <a:lnTo>
                  <a:pt x="180835" y="0"/>
                </a:lnTo>
                <a:close/>
                <a:moveTo>
                  <a:pt x="255597" y="237484"/>
                </a:moveTo>
                <a:lnTo>
                  <a:pt x="198727" y="296855"/>
                </a:lnTo>
                <a:cubicBezTo>
                  <a:pt x="196171" y="299409"/>
                  <a:pt x="192337" y="299409"/>
                  <a:pt x="189781" y="296855"/>
                </a:cubicBezTo>
                <a:lnTo>
                  <a:pt x="189781" y="296855"/>
                </a:lnTo>
                <a:cubicBezTo>
                  <a:pt x="187225" y="294301"/>
                  <a:pt x="187225" y="290471"/>
                  <a:pt x="189781" y="287917"/>
                </a:cubicBezTo>
                <a:lnTo>
                  <a:pt x="237067" y="238761"/>
                </a:lnTo>
                <a:lnTo>
                  <a:pt x="111185" y="238761"/>
                </a:lnTo>
                <a:cubicBezTo>
                  <a:pt x="107351" y="238761"/>
                  <a:pt x="104795" y="236207"/>
                  <a:pt x="104795" y="232377"/>
                </a:cubicBezTo>
                <a:lnTo>
                  <a:pt x="104795" y="68947"/>
                </a:lnTo>
                <a:cubicBezTo>
                  <a:pt x="104795" y="65116"/>
                  <a:pt x="107351" y="62563"/>
                  <a:pt x="111185" y="62563"/>
                </a:cubicBezTo>
                <a:cubicBezTo>
                  <a:pt x="115019" y="62563"/>
                  <a:pt x="117575" y="65116"/>
                  <a:pt x="117575" y="68947"/>
                </a:cubicBezTo>
                <a:lnTo>
                  <a:pt x="117575" y="225993"/>
                </a:lnTo>
                <a:lnTo>
                  <a:pt x="235789" y="225993"/>
                </a:lnTo>
                <a:lnTo>
                  <a:pt x="189142" y="179390"/>
                </a:lnTo>
                <a:cubicBezTo>
                  <a:pt x="186586" y="176836"/>
                  <a:pt x="187225" y="172368"/>
                  <a:pt x="189781" y="170452"/>
                </a:cubicBezTo>
                <a:cubicBezTo>
                  <a:pt x="192337" y="168537"/>
                  <a:pt x="195532" y="168537"/>
                  <a:pt x="198088" y="170452"/>
                </a:cubicBezTo>
                <a:lnTo>
                  <a:pt x="256237" y="228546"/>
                </a:lnTo>
                <a:cubicBezTo>
                  <a:pt x="258154" y="231100"/>
                  <a:pt x="258154" y="234930"/>
                  <a:pt x="255597" y="237484"/>
                </a:cubicBezTo>
                <a:lnTo>
                  <a:pt x="255597" y="237484"/>
                </a:lnTo>
                <a:close/>
              </a:path>
            </a:pathLst>
          </a:custGeom>
          <a:solidFill>
            <a:srgbClr val="0076A8"/>
          </a:solidFill>
          <a:ln w="6390" cap="flat">
            <a:noFill/>
            <a:prstDash val="solid"/>
            <a:miter/>
          </a:ln>
        </p:spPr>
        <p:txBody>
          <a:bodyPr rtlCol="0" anchor="ctr"/>
          <a:lstStyle/>
          <a:p>
            <a:endParaRPr lang="en-US"/>
          </a:p>
        </p:txBody>
      </p:sp>
      <p:sp>
        <p:nvSpPr>
          <p:cNvPr id="80" name="Freeform 79">
            <a:extLst>
              <a:ext uri="{FF2B5EF4-FFF2-40B4-BE49-F238E27FC236}">
                <a16:creationId xmlns:a16="http://schemas.microsoft.com/office/drawing/2014/main" id="{F173929F-E141-4F4F-97B3-5ADD03C93468}"/>
              </a:ext>
            </a:extLst>
          </p:cNvPr>
          <p:cNvSpPr/>
          <p:nvPr/>
        </p:nvSpPr>
        <p:spPr>
          <a:xfrm>
            <a:off x="1952125" y="4308712"/>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275788 h 361971"/>
              <a:gd name="connsiteX8" fmla="*/ 91376 w 362313"/>
              <a:gd name="connsiteY8" fmla="*/ 185774 h 361971"/>
              <a:gd name="connsiteX9" fmla="*/ 181474 w 362313"/>
              <a:gd name="connsiteY9" fmla="*/ 95760 h 361971"/>
              <a:gd name="connsiteX10" fmla="*/ 233233 w 362313"/>
              <a:gd name="connsiteY10" fmla="*/ 111720 h 361971"/>
              <a:gd name="connsiteX11" fmla="*/ 233233 w 362313"/>
              <a:gd name="connsiteY11" fmla="*/ 92568 h 361971"/>
              <a:gd name="connsiteX12" fmla="*/ 239623 w 362313"/>
              <a:gd name="connsiteY12" fmla="*/ 86184 h 361971"/>
              <a:gd name="connsiteX13" fmla="*/ 246013 w 362313"/>
              <a:gd name="connsiteY13" fmla="*/ 92568 h 361971"/>
              <a:gd name="connsiteX14" fmla="*/ 246013 w 362313"/>
              <a:gd name="connsiteY14" fmla="*/ 130233 h 361971"/>
              <a:gd name="connsiteX15" fmla="*/ 239623 w 362313"/>
              <a:gd name="connsiteY15" fmla="*/ 136617 h 361971"/>
              <a:gd name="connsiteX16" fmla="*/ 200644 w 362313"/>
              <a:gd name="connsiteY16" fmla="*/ 136617 h 361971"/>
              <a:gd name="connsiteX17" fmla="*/ 194254 w 362313"/>
              <a:gd name="connsiteY17" fmla="*/ 130233 h 361971"/>
              <a:gd name="connsiteX18" fmla="*/ 200644 w 362313"/>
              <a:gd name="connsiteY18" fmla="*/ 123849 h 361971"/>
              <a:gd name="connsiteX19" fmla="*/ 228121 w 362313"/>
              <a:gd name="connsiteY19" fmla="*/ 123849 h 361971"/>
              <a:gd name="connsiteX20" fmla="*/ 120131 w 362313"/>
              <a:gd name="connsiteY20" fmla="*/ 139171 h 361971"/>
              <a:gd name="connsiteX21" fmla="*/ 135467 w 362313"/>
              <a:gd name="connsiteY21" fmla="*/ 247060 h 361971"/>
              <a:gd name="connsiteX22" fmla="*/ 243457 w 362313"/>
              <a:gd name="connsiteY22" fmla="*/ 231738 h 361971"/>
              <a:gd name="connsiteX23" fmla="*/ 258792 w 362313"/>
              <a:gd name="connsiteY23" fmla="*/ 185774 h 361971"/>
              <a:gd name="connsiteX24" fmla="*/ 265182 w 362313"/>
              <a:gd name="connsiteY24" fmla="*/ 179390 h 361971"/>
              <a:gd name="connsiteX25" fmla="*/ 271572 w 362313"/>
              <a:gd name="connsiteY25" fmla="*/ 185774 h 361971"/>
              <a:gd name="connsiteX26" fmla="*/ 181474 w 362313"/>
              <a:gd name="connsiteY26" fmla="*/ 27578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lnTo>
                  <a:pt x="362310" y="181305"/>
                </a:lnTo>
                <a:cubicBezTo>
                  <a:pt x="362948" y="81077"/>
                  <a:pt x="281796" y="0"/>
                  <a:pt x="181474" y="0"/>
                </a:cubicBezTo>
                <a:lnTo>
                  <a:pt x="181474" y="0"/>
                </a:lnTo>
                <a:close/>
                <a:moveTo>
                  <a:pt x="181474" y="275788"/>
                </a:moveTo>
                <a:cubicBezTo>
                  <a:pt x="131633" y="275788"/>
                  <a:pt x="91376" y="235569"/>
                  <a:pt x="91376" y="185774"/>
                </a:cubicBezTo>
                <a:cubicBezTo>
                  <a:pt x="91376" y="135979"/>
                  <a:pt x="131633" y="95760"/>
                  <a:pt x="181474" y="95760"/>
                </a:cubicBezTo>
                <a:cubicBezTo>
                  <a:pt x="200005" y="95760"/>
                  <a:pt x="217897" y="101505"/>
                  <a:pt x="233233" y="111720"/>
                </a:cubicBezTo>
                <a:lnTo>
                  <a:pt x="233233" y="92568"/>
                </a:lnTo>
                <a:cubicBezTo>
                  <a:pt x="233233" y="88738"/>
                  <a:pt x="235789" y="86184"/>
                  <a:pt x="239623" y="86184"/>
                </a:cubicBezTo>
                <a:cubicBezTo>
                  <a:pt x="243457" y="86184"/>
                  <a:pt x="246013" y="88738"/>
                  <a:pt x="246013" y="92568"/>
                </a:cubicBezTo>
                <a:lnTo>
                  <a:pt x="246013" y="130233"/>
                </a:lnTo>
                <a:cubicBezTo>
                  <a:pt x="246013" y="134064"/>
                  <a:pt x="243457" y="136617"/>
                  <a:pt x="239623" y="136617"/>
                </a:cubicBezTo>
                <a:lnTo>
                  <a:pt x="200644" y="136617"/>
                </a:lnTo>
                <a:cubicBezTo>
                  <a:pt x="196810" y="136617"/>
                  <a:pt x="194254" y="134064"/>
                  <a:pt x="194254" y="130233"/>
                </a:cubicBezTo>
                <a:cubicBezTo>
                  <a:pt x="194254" y="126403"/>
                  <a:pt x="196810" y="123849"/>
                  <a:pt x="200644" y="123849"/>
                </a:cubicBezTo>
                <a:lnTo>
                  <a:pt x="228121" y="123849"/>
                </a:lnTo>
                <a:cubicBezTo>
                  <a:pt x="194254" y="98313"/>
                  <a:pt x="145690" y="105336"/>
                  <a:pt x="120131" y="139171"/>
                </a:cubicBezTo>
                <a:cubicBezTo>
                  <a:pt x="94571" y="173006"/>
                  <a:pt x="101600" y="221524"/>
                  <a:pt x="135467" y="247060"/>
                </a:cubicBezTo>
                <a:cubicBezTo>
                  <a:pt x="169333" y="272596"/>
                  <a:pt x="217897" y="265574"/>
                  <a:pt x="243457" y="231738"/>
                </a:cubicBezTo>
                <a:cubicBezTo>
                  <a:pt x="253681" y="218332"/>
                  <a:pt x="258792" y="202372"/>
                  <a:pt x="258792" y="185774"/>
                </a:cubicBezTo>
                <a:cubicBezTo>
                  <a:pt x="258792" y="181944"/>
                  <a:pt x="261348" y="179390"/>
                  <a:pt x="265182" y="179390"/>
                </a:cubicBezTo>
                <a:cubicBezTo>
                  <a:pt x="269016" y="179390"/>
                  <a:pt x="271572" y="181944"/>
                  <a:pt x="271572" y="185774"/>
                </a:cubicBezTo>
                <a:cubicBezTo>
                  <a:pt x="271572" y="235569"/>
                  <a:pt x="231316" y="275788"/>
                  <a:pt x="181474" y="275788"/>
                </a:cubicBezTo>
                <a:close/>
              </a:path>
            </a:pathLst>
          </a:custGeom>
          <a:solidFill>
            <a:srgbClr val="0076A8"/>
          </a:solidFill>
          <a:ln w="6390"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3D1D79EA-E151-2146-99DD-00A2D2201E7F}"/>
              </a:ext>
            </a:extLst>
          </p:cNvPr>
          <p:cNvSpPr/>
          <p:nvPr/>
        </p:nvSpPr>
        <p:spPr>
          <a:xfrm>
            <a:off x="905454" y="3339623"/>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47930 w 362309"/>
              <a:gd name="connsiteY6" fmla="*/ 264935 h 361971"/>
              <a:gd name="connsiteX7" fmla="*/ 238984 w 362309"/>
              <a:gd name="connsiteY7" fmla="*/ 264935 h 361971"/>
              <a:gd name="connsiteX8" fmla="*/ 181474 w 362309"/>
              <a:gd name="connsiteY8" fmla="*/ 205564 h 361971"/>
              <a:gd name="connsiteX9" fmla="*/ 123326 w 362309"/>
              <a:gd name="connsiteY9" fmla="*/ 264935 h 361971"/>
              <a:gd name="connsiteX10" fmla="*/ 118853 w 362309"/>
              <a:gd name="connsiteY10" fmla="*/ 266850 h 361971"/>
              <a:gd name="connsiteX11" fmla="*/ 112463 w 362309"/>
              <a:gd name="connsiteY11" fmla="*/ 260466 h 361971"/>
              <a:gd name="connsiteX12" fmla="*/ 114380 w 362309"/>
              <a:gd name="connsiteY12" fmla="*/ 255998 h 361971"/>
              <a:gd name="connsiteX13" fmla="*/ 177001 w 362309"/>
              <a:gd name="connsiteY13" fmla="*/ 191519 h 361971"/>
              <a:gd name="connsiteX14" fmla="*/ 185947 w 362309"/>
              <a:gd name="connsiteY14" fmla="*/ 191519 h 361971"/>
              <a:gd name="connsiteX15" fmla="*/ 185947 w 362309"/>
              <a:gd name="connsiteY15" fmla="*/ 191519 h 361971"/>
              <a:gd name="connsiteX16" fmla="*/ 248569 w 362309"/>
              <a:gd name="connsiteY16" fmla="*/ 255998 h 361971"/>
              <a:gd name="connsiteX17" fmla="*/ 247930 w 362309"/>
              <a:gd name="connsiteY17" fmla="*/ 264935 h 361971"/>
              <a:gd name="connsiteX18" fmla="*/ 247930 w 362309"/>
              <a:gd name="connsiteY18" fmla="*/ 105974 h 361971"/>
              <a:gd name="connsiteX19" fmla="*/ 185308 w 362309"/>
              <a:gd name="connsiteY19" fmla="*/ 170452 h 361971"/>
              <a:gd name="connsiteX20" fmla="*/ 176362 w 362309"/>
              <a:gd name="connsiteY20" fmla="*/ 170452 h 361971"/>
              <a:gd name="connsiteX21" fmla="*/ 176362 w 362309"/>
              <a:gd name="connsiteY21" fmla="*/ 170452 h 361971"/>
              <a:gd name="connsiteX22" fmla="*/ 113741 w 362309"/>
              <a:gd name="connsiteY22" fmla="*/ 105974 h 361971"/>
              <a:gd name="connsiteX23" fmla="*/ 113741 w 362309"/>
              <a:gd name="connsiteY23" fmla="*/ 97037 h 361971"/>
              <a:gd name="connsiteX24" fmla="*/ 122687 w 362309"/>
              <a:gd name="connsiteY24" fmla="*/ 97037 h 361971"/>
              <a:gd name="connsiteX25" fmla="*/ 122687 w 362309"/>
              <a:gd name="connsiteY25" fmla="*/ 97037 h 361971"/>
              <a:gd name="connsiteX26" fmla="*/ 180196 w 362309"/>
              <a:gd name="connsiteY26" fmla="*/ 156408 h 361971"/>
              <a:gd name="connsiteX27" fmla="*/ 237706 w 362309"/>
              <a:gd name="connsiteY27" fmla="*/ 97037 h 361971"/>
              <a:gd name="connsiteX28" fmla="*/ 246652 w 362309"/>
              <a:gd name="connsiteY28" fmla="*/ 96398 h 361971"/>
              <a:gd name="connsiteX29" fmla="*/ 247291 w 362309"/>
              <a:gd name="connsiteY29" fmla="*/ 105336 h 361971"/>
              <a:gd name="connsiteX30" fmla="*/ 247930 w 362309"/>
              <a:gd name="connsiteY30" fmla="*/ 105974 h 361971"/>
              <a:gd name="connsiteX31" fmla="*/ 247930 w 362309"/>
              <a:gd name="connsiteY31" fmla="*/ 10597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1157" y="0"/>
                  <a:pt x="180835" y="0"/>
                </a:cubicBezTo>
                <a:close/>
                <a:moveTo>
                  <a:pt x="247930" y="264935"/>
                </a:moveTo>
                <a:cubicBezTo>
                  <a:pt x="245374" y="267489"/>
                  <a:pt x="241540" y="267489"/>
                  <a:pt x="238984" y="264935"/>
                </a:cubicBezTo>
                <a:lnTo>
                  <a:pt x="181474" y="205564"/>
                </a:lnTo>
                <a:lnTo>
                  <a:pt x="123326" y="264935"/>
                </a:lnTo>
                <a:cubicBezTo>
                  <a:pt x="122048" y="266212"/>
                  <a:pt x="120770" y="266850"/>
                  <a:pt x="118853" y="266850"/>
                </a:cubicBezTo>
                <a:cubicBezTo>
                  <a:pt x="115019" y="266850"/>
                  <a:pt x="112463" y="264297"/>
                  <a:pt x="112463" y="260466"/>
                </a:cubicBezTo>
                <a:cubicBezTo>
                  <a:pt x="112463" y="258551"/>
                  <a:pt x="113102" y="257274"/>
                  <a:pt x="114380" y="255998"/>
                </a:cubicBezTo>
                <a:lnTo>
                  <a:pt x="177001" y="191519"/>
                </a:lnTo>
                <a:cubicBezTo>
                  <a:pt x="179557" y="188966"/>
                  <a:pt x="183391" y="188966"/>
                  <a:pt x="185947" y="191519"/>
                </a:cubicBezTo>
                <a:lnTo>
                  <a:pt x="185947" y="191519"/>
                </a:lnTo>
                <a:lnTo>
                  <a:pt x="248569" y="255998"/>
                </a:lnTo>
                <a:cubicBezTo>
                  <a:pt x="250486" y="258551"/>
                  <a:pt x="250486" y="262382"/>
                  <a:pt x="247930" y="264935"/>
                </a:cubicBezTo>
                <a:close/>
                <a:moveTo>
                  <a:pt x="247930" y="105974"/>
                </a:moveTo>
                <a:lnTo>
                  <a:pt x="185308" y="170452"/>
                </a:lnTo>
                <a:cubicBezTo>
                  <a:pt x="182752" y="173006"/>
                  <a:pt x="178918" y="173006"/>
                  <a:pt x="176362" y="170452"/>
                </a:cubicBezTo>
                <a:lnTo>
                  <a:pt x="176362" y="170452"/>
                </a:lnTo>
                <a:lnTo>
                  <a:pt x="113741" y="105974"/>
                </a:lnTo>
                <a:cubicBezTo>
                  <a:pt x="111185" y="103421"/>
                  <a:pt x="111185" y="99590"/>
                  <a:pt x="113741" y="97037"/>
                </a:cubicBezTo>
                <a:cubicBezTo>
                  <a:pt x="116297" y="94483"/>
                  <a:pt x="120131" y="94483"/>
                  <a:pt x="122687" y="97037"/>
                </a:cubicBezTo>
                <a:lnTo>
                  <a:pt x="122687" y="97037"/>
                </a:lnTo>
                <a:lnTo>
                  <a:pt x="180196" y="156408"/>
                </a:lnTo>
                <a:lnTo>
                  <a:pt x="237706" y="97037"/>
                </a:lnTo>
                <a:cubicBezTo>
                  <a:pt x="240262" y="94483"/>
                  <a:pt x="244096" y="93845"/>
                  <a:pt x="246652" y="96398"/>
                </a:cubicBezTo>
                <a:cubicBezTo>
                  <a:pt x="249208" y="98952"/>
                  <a:pt x="249847" y="102782"/>
                  <a:pt x="247291" y="105336"/>
                </a:cubicBezTo>
                <a:cubicBezTo>
                  <a:pt x="247930" y="105336"/>
                  <a:pt x="247291" y="105974"/>
                  <a:pt x="247930" y="105974"/>
                </a:cubicBezTo>
                <a:lnTo>
                  <a:pt x="247930" y="105974"/>
                </a:lnTo>
                <a:close/>
              </a:path>
            </a:pathLst>
          </a:custGeom>
          <a:solidFill>
            <a:srgbClr val="0076A8"/>
          </a:solidFill>
          <a:ln w="6390" cap="flat">
            <a:noFill/>
            <a:prstDash val="solid"/>
            <a:miter/>
          </a:ln>
        </p:spPr>
        <p:txBody>
          <a:bodyPr rtlCol="0" anchor="ctr"/>
          <a:lstStyle/>
          <a:p>
            <a:endParaRPr lang="en-US"/>
          </a:p>
        </p:txBody>
      </p:sp>
      <p:sp>
        <p:nvSpPr>
          <p:cNvPr id="179" name="Freeform 178">
            <a:extLst>
              <a:ext uri="{FF2B5EF4-FFF2-40B4-BE49-F238E27FC236}">
                <a16:creationId xmlns:a16="http://schemas.microsoft.com/office/drawing/2014/main" id="{DEF017AA-AD7B-A042-AF6A-96A9679EBA93}"/>
              </a:ext>
            </a:extLst>
          </p:cNvPr>
          <p:cNvSpPr/>
          <p:nvPr/>
        </p:nvSpPr>
        <p:spPr>
          <a:xfrm>
            <a:off x="905454" y="3824168"/>
            <a:ext cx="362309" cy="361971"/>
          </a:xfrm>
          <a:custGeom>
            <a:avLst/>
            <a:gdLst>
              <a:gd name="connsiteX0" fmla="*/ 180835 w 362309"/>
              <a:gd name="connsiteY0" fmla="*/ 0 h 361971"/>
              <a:gd name="connsiteX1" fmla="*/ 0 w 362309"/>
              <a:gd name="connsiteY1" fmla="*/ 180667 h 361971"/>
              <a:gd name="connsiteX2" fmla="*/ 180835 w 362309"/>
              <a:gd name="connsiteY2" fmla="*/ 361971 h 361971"/>
              <a:gd name="connsiteX3" fmla="*/ 362309 w 362309"/>
              <a:gd name="connsiteY3" fmla="*/ 180667 h 361971"/>
              <a:gd name="connsiteX4" fmla="*/ 362309 w 362309"/>
              <a:gd name="connsiteY4" fmla="*/ 180667 h 361971"/>
              <a:gd name="connsiteX5" fmla="*/ 180835 w 362309"/>
              <a:gd name="connsiteY5" fmla="*/ 0 h 361971"/>
              <a:gd name="connsiteX6" fmla="*/ 264543 w 362309"/>
              <a:gd name="connsiteY6" fmla="*/ 217055 h 361971"/>
              <a:gd name="connsiteX7" fmla="*/ 258792 w 362309"/>
              <a:gd name="connsiteY7" fmla="*/ 220886 h 361971"/>
              <a:gd name="connsiteX8" fmla="*/ 103517 w 362309"/>
              <a:gd name="connsiteY8" fmla="*/ 220886 h 361971"/>
              <a:gd name="connsiteX9" fmla="*/ 97127 w 362309"/>
              <a:gd name="connsiteY9" fmla="*/ 214502 h 361971"/>
              <a:gd name="connsiteX10" fmla="*/ 99044 w 362309"/>
              <a:gd name="connsiteY10" fmla="*/ 210033 h 361971"/>
              <a:gd name="connsiteX11" fmla="*/ 177001 w 362309"/>
              <a:gd name="connsiteY11" fmla="*/ 129595 h 361971"/>
              <a:gd name="connsiteX12" fmla="*/ 185947 w 362309"/>
              <a:gd name="connsiteY12" fmla="*/ 129595 h 361971"/>
              <a:gd name="connsiteX13" fmla="*/ 185947 w 362309"/>
              <a:gd name="connsiteY13" fmla="*/ 129595 h 361971"/>
              <a:gd name="connsiteX14" fmla="*/ 263904 w 362309"/>
              <a:gd name="connsiteY14" fmla="*/ 210033 h 361971"/>
              <a:gd name="connsiteX15" fmla="*/ 264543 w 362309"/>
              <a:gd name="connsiteY15" fmla="*/ 217055 h 361971"/>
              <a:gd name="connsiteX16" fmla="*/ 264543 w 362309"/>
              <a:gd name="connsiteY16" fmla="*/ 21705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2309" h="361971">
                <a:moveTo>
                  <a:pt x="180835" y="0"/>
                </a:moveTo>
                <a:cubicBezTo>
                  <a:pt x="80513" y="0"/>
                  <a:pt x="0" y="81076"/>
                  <a:pt x="0" y="180667"/>
                </a:cubicBezTo>
                <a:cubicBezTo>
                  <a:pt x="0" y="280895"/>
                  <a:pt x="81152" y="361971"/>
                  <a:pt x="180835" y="361971"/>
                </a:cubicBezTo>
                <a:cubicBezTo>
                  <a:pt x="280518" y="361971"/>
                  <a:pt x="362309" y="280895"/>
                  <a:pt x="362309" y="180667"/>
                </a:cubicBezTo>
                <a:lnTo>
                  <a:pt x="362309" y="180667"/>
                </a:lnTo>
                <a:cubicBezTo>
                  <a:pt x="361670" y="81076"/>
                  <a:pt x="281157" y="0"/>
                  <a:pt x="180835" y="0"/>
                </a:cubicBezTo>
                <a:close/>
                <a:moveTo>
                  <a:pt x="264543" y="217055"/>
                </a:moveTo>
                <a:cubicBezTo>
                  <a:pt x="263265" y="219609"/>
                  <a:pt x="261348" y="220886"/>
                  <a:pt x="258792" y="220886"/>
                </a:cubicBezTo>
                <a:lnTo>
                  <a:pt x="103517" y="220886"/>
                </a:lnTo>
                <a:cubicBezTo>
                  <a:pt x="99683" y="220886"/>
                  <a:pt x="97127" y="217694"/>
                  <a:pt x="97127" y="214502"/>
                </a:cubicBezTo>
                <a:cubicBezTo>
                  <a:pt x="97127" y="212587"/>
                  <a:pt x="97766" y="211310"/>
                  <a:pt x="99044" y="210033"/>
                </a:cubicBezTo>
                <a:lnTo>
                  <a:pt x="177001" y="129595"/>
                </a:lnTo>
                <a:cubicBezTo>
                  <a:pt x="179557" y="127041"/>
                  <a:pt x="183391" y="127041"/>
                  <a:pt x="185947" y="129595"/>
                </a:cubicBezTo>
                <a:lnTo>
                  <a:pt x="185947" y="129595"/>
                </a:lnTo>
                <a:lnTo>
                  <a:pt x="263904" y="210033"/>
                </a:lnTo>
                <a:cubicBezTo>
                  <a:pt x="265182" y="211948"/>
                  <a:pt x="265821" y="215140"/>
                  <a:pt x="264543" y="217055"/>
                </a:cubicBezTo>
                <a:lnTo>
                  <a:pt x="264543" y="217055"/>
                </a:lnTo>
                <a:close/>
              </a:path>
            </a:pathLst>
          </a:custGeom>
          <a:solidFill>
            <a:srgbClr val="0076A8"/>
          </a:solidFill>
          <a:ln w="6390" cap="flat">
            <a:noFill/>
            <a:prstDash val="solid"/>
            <a:miter/>
          </a:ln>
        </p:spPr>
        <p:txBody>
          <a:bodyPr rtlCol="0" anchor="ctr"/>
          <a:lstStyle/>
          <a:p>
            <a:endParaRPr lang="en-US"/>
          </a:p>
        </p:txBody>
      </p:sp>
      <p:sp>
        <p:nvSpPr>
          <p:cNvPr id="180" name="Freeform 179">
            <a:extLst>
              <a:ext uri="{FF2B5EF4-FFF2-40B4-BE49-F238E27FC236}">
                <a16:creationId xmlns:a16="http://schemas.microsoft.com/office/drawing/2014/main" id="{B91026AA-AB9C-9F4E-8ECD-D9FBA7D76DA8}"/>
              </a:ext>
            </a:extLst>
          </p:cNvPr>
          <p:cNvSpPr/>
          <p:nvPr/>
        </p:nvSpPr>
        <p:spPr>
          <a:xfrm>
            <a:off x="1952125" y="918179"/>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26204 w 362313"/>
              <a:gd name="connsiteY6" fmla="*/ 185135 h 361971"/>
              <a:gd name="connsiteX7" fmla="*/ 145690 w 362313"/>
              <a:gd name="connsiteY7" fmla="*/ 263020 h 361971"/>
              <a:gd name="connsiteX8" fmla="*/ 141218 w 362313"/>
              <a:gd name="connsiteY8" fmla="*/ 264935 h 361971"/>
              <a:gd name="connsiteX9" fmla="*/ 134828 w 362313"/>
              <a:gd name="connsiteY9" fmla="*/ 258551 h 361971"/>
              <a:gd name="connsiteX10" fmla="*/ 136745 w 362313"/>
              <a:gd name="connsiteY10" fmla="*/ 254083 h 361971"/>
              <a:gd name="connsiteX11" fmla="*/ 212146 w 362313"/>
              <a:gd name="connsiteY11" fmla="*/ 180667 h 361971"/>
              <a:gd name="connsiteX12" fmla="*/ 137384 w 362313"/>
              <a:gd name="connsiteY12" fmla="*/ 107889 h 361971"/>
              <a:gd name="connsiteX13" fmla="*/ 136745 w 362313"/>
              <a:gd name="connsiteY13" fmla="*/ 98952 h 361971"/>
              <a:gd name="connsiteX14" fmla="*/ 145690 w 362313"/>
              <a:gd name="connsiteY14" fmla="*/ 98313 h 361971"/>
              <a:gd name="connsiteX15" fmla="*/ 146330 w 362313"/>
              <a:gd name="connsiteY15" fmla="*/ 98952 h 361971"/>
              <a:gd name="connsiteX16" fmla="*/ 226843 w 362313"/>
              <a:gd name="connsiteY16" fmla="*/ 176836 h 361971"/>
              <a:gd name="connsiteX17" fmla="*/ 226204 w 362313"/>
              <a:gd name="connsiteY17" fmla="*/ 185135 h 361971"/>
              <a:gd name="connsiteX18" fmla="*/ 226204 w 362313"/>
              <a:gd name="connsiteY18" fmla="*/ 185135 h 361971"/>
              <a:gd name="connsiteX19" fmla="*/ 226204 w 362313"/>
              <a:gd name="connsiteY19" fmla="*/ 18513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lnTo>
                  <a:pt x="362310" y="181305"/>
                </a:lnTo>
                <a:cubicBezTo>
                  <a:pt x="362948" y="81077"/>
                  <a:pt x="281796" y="0"/>
                  <a:pt x="181474" y="0"/>
                </a:cubicBezTo>
                <a:close/>
                <a:moveTo>
                  <a:pt x="226204" y="185135"/>
                </a:moveTo>
                <a:lnTo>
                  <a:pt x="145690" y="263020"/>
                </a:lnTo>
                <a:cubicBezTo>
                  <a:pt x="144413" y="264297"/>
                  <a:pt x="143135" y="264935"/>
                  <a:pt x="141218" y="264935"/>
                </a:cubicBezTo>
                <a:cubicBezTo>
                  <a:pt x="137384" y="264935"/>
                  <a:pt x="134828" y="261743"/>
                  <a:pt x="134828" y="258551"/>
                </a:cubicBezTo>
                <a:cubicBezTo>
                  <a:pt x="134828" y="256636"/>
                  <a:pt x="135467" y="255359"/>
                  <a:pt x="136745" y="254083"/>
                </a:cubicBezTo>
                <a:lnTo>
                  <a:pt x="212146" y="180667"/>
                </a:lnTo>
                <a:lnTo>
                  <a:pt x="137384" y="107889"/>
                </a:lnTo>
                <a:cubicBezTo>
                  <a:pt x="134828" y="105336"/>
                  <a:pt x="134189" y="101505"/>
                  <a:pt x="136745" y="98952"/>
                </a:cubicBezTo>
                <a:cubicBezTo>
                  <a:pt x="139301" y="96398"/>
                  <a:pt x="143135" y="95760"/>
                  <a:pt x="145690" y="98313"/>
                </a:cubicBezTo>
                <a:lnTo>
                  <a:pt x="146330" y="98952"/>
                </a:lnTo>
                <a:lnTo>
                  <a:pt x="226843" y="176836"/>
                </a:lnTo>
                <a:cubicBezTo>
                  <a:pt x="229399" y="178752"/>
                  <a:pt x="229399" y="182582"/>
                  <a:pt x="226204" y="185135"/>
                </a:cubicBezTo>
                <a:cubicBezTo>
                  <a:pt x="226843" y="185135"/>
                  <a:pt x="226843" y="185135"/>
                  <a:pt x="226204" y="185135"/>
                </a:cubicBezTo>
                <a:lnTo>
                  <a:pt x="226204" y="185135"/>
                </a:lnTo>
                <a:close/>
              </a:path>
            </a:pathLst>
          </a:custGeom>
          <a:solidFill>
            <a:srgbClr val="0076A8"/>
          </a:solidFill>
          <a:ln w="6390" cap="flat">
            <a:noFill/>
            <a:prstDash val="solid"/>
            <a:miter/>
          </a:ln>
        </p:spPr>
        <p:txBody>
          <a:bodyPr rtlCol="0" anchor="ctr"/>
          <a:lstStyle/>
          <a:p>
            <a:endParaRPr lang="en-US"/>
          </a:p>
        </p:txBody>
      </p:sp>
      <p:sp>
        <p:nvSpPr>
          <p:cNvPr id="181" name="Freeform 180">
            <a:extLst>
              <a:ext uri="{FF2B5EF4-FFF2-40B4-BE49-F238E27FC236}">
                <a16:creationId xmlns:a16="http://schemas.microsoft.com/office/drawing/2014/main" id="{510BEEEE-A57E-F548-BA5B-E8BA544DD375}"/>
              </a:ext>
            </a:extLst>
          </p:cNvPr>
          <p:cNvSpPr/>
          <p:nvPr/>
        </p:nvSpPr>
        <p:spPr>
          <a:xfrm>
            <a:off x="2998797" y="237117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1305 h 361971"/>
              <a:gd name="connsiteX4" fmla="*/ 180835 w 362309"/>
              <a:gd name="connsiteY4" fmla="*/ 0 h 361971"/>
              <a:gd name="connsiteX5" fmla="*/ 180835 w 362309"/>
              <a:gd name="connsiteY5" fmla="*/ 0 h 361971"/>
              <a:gd name="connsiteX6" fmla="*/ 141857 w 362309"/>
              <a:gd name="connsiteY6" fmla="*/ 266212 h 361971"/>
              <a:gd name="connsiteX7" fmla="*/ 135467 w 362309"/>
              <a:gd name="connsiteY7" fmla="*/ 272596 h 361971"/>
              <a:gd name="connsiteX8" fmla="*/ 129077 w 362309"/>
              <a:gd name="connsiteY8" fmla="*/ 266212 h 361971"/>
              <a:gd name="connsiteX9" fmla="*/ 129077 w 362309"/>
              <a:gd name="connsiteY9" fmla="*/ 231739 h 361971"/>
              <a:gd name="connsiteX10" fmla="*/ 95210 w 362309"/>
              <a:gd name="connsiteY10" fmla="*/ 231739 h 361971"/>
              <a:gd name="connsiteX11" fmla="*/ 88820 w 362309"/>
              <a:gd name="connsiteY11" fmla="*/ 225355 h 361971"/>
              <a:gd name="connsiteX12" fmla="*/ 95210 w 362309"/>
              <a:gd name="connsiteY12" fmla="*/ 218971 h 361971"/>
              <a:gd name="connsiteX13" fmla="*/ 135467 w 362309"/>
              <a:gd name="connsiteY13" fmla="*/ 218971 h 361971"/>
              <a:gd name="connsiteX14" fmla="*/ 141857 w 362309"/>
              <a:gd name="connsiteY14" fmla="*/ 225355 h 361971"/>
              <a:gd name="connsiteX15" fmla="*/ 141857 w 362309"/>
              <a:gd name="connsiteY15" fmla="*/ 266212 h 361971"/>
              <a:gd name="connsiteX16" fmla="*/ 143774 w 362309"/>
              <a:gd name="connsiteY16" fmla="*/ 136617 h 361971"/>
              <a:gd name="connsiteX17" fmla="*/ 137384 w 362309"/>
              <a:gd name="connsiteY17" fmla="*/ 143001 h 361971"/>
              <a:gd name="connsiteX18" fmla="*/ 95849 w 362309"/>
              <a:gd name="connsiteY18" fmla="*/ 143001 h 361971"/>
              <a:gd name="connsiteX19" fmla="*/ 89459 w 362309"/>
              <a:gd name="connsiteY19" fmla="*/ 136617 h 361971"/>
              <a:gd name="connsiteX20" fmla="*/ 95849 w 362309"/>
              <a:gd name="connsiteY20" fmla="*/ 130233 h 361971"/>
              <a:gd name="connsiteX21" fmla="*/ 130994 w 362309"/>
              <a:gd name="connsiteY21" fmla="*/ 130233 h 361971"/>
              <a:gd name="connsiteX22" fmla="*/ 130994 w 362309"/>
              <a:gd name="connsiteY22" fmla="*/ 95760 h 361971"/>
              <a:gd name="connsiteX23" fmla="*/ 137384 w 362309"/>
              <a:gd name="connsiteY23" fmla="*/ 89376 h 361971"/>
              <a:gd name="connsiteX24" fmla="*/ 143774 w 362309"/>
              <a:gd name="connsiteY24" fmla="*/ 95760 h 361971"/>
              <a:gd name="connsiteX25" fmla="*/ 143774 w 362309"/>
              <a:gd name="connsiteY25" fmla="*/ 136617 h 361971"/>
              <a:gd name="connsiteX26" fmla="*/ 266460 w 362309"/>
              <a:gd name="connsiteY26" fmla="*/ 232377 h 361971"/>
              <a:gd name="connsiteX27" fmla="*/ 232594 w 362309"/>
              <a:gd name="connsiteY27" fmla="*/ 232377 h 361971"/>
              <a:gd name="connsiteX28" fmla="*/ 232594 w 362309"/>
              <a:gd name="connsiteY28" fmla="*/ 266212 h 361971"/>
              <a:gd name="connsiteX29" fmla="*/ 226204 w 362309"/>
              <a:gd name="connsiteY29" fmla="*/ 272596 h 361971"/>
              <a:gd name="connsiteX30" fmla="*/ 219814 w 362309"/>
              <a:gd name="connsiteY30" fmla="*/ 266212 h 361971"/>
              <a:gd name="connsiteX31" fmla="*/ 219814 w 362309"/>
              <a:gd name="connsiteY31" fmla="*/ 225993 h 361971"/>
              <a:gd name="connsiteX32" fmla="*/ 226204 w 362309"/>
              <a:gd name="connsiteY32" fmla="*/ 219609 h 361971"/>
              <a:gd name="connsiteX33" fmla="*/ 266460 w 362309"/>
              <a:gd name="connsiteY33" fmla="*/ 219609 h 361971"/>
              <a:gd name="connsiteX34" fmla="*/ 272850 w 362309"/>
              <a:gd name="connsiteY34" fmla="*/ 225993 h 361971"/>
              <a:gd name="connsiteX35" fmla="*/ 266460 w 362309"/>
              <a:gd name="connsiteY35" fmla="*/ 232377 h 361971"/>
              <a:gd name="connsiteX36" fmla="*/ 267100 w 362309"/>
              <a:gd name="connsiteY36" fmla="*/ 141724 h 361971"/>
              <a:gd name="connsiteX37" fmla="*/ 228121 w 362309"/>
              <a:gd name="connsiteY37" fmla="*/ 141724 h 361971"/>
              <a:gd name="connsiteX38" fmla="*/ 221731 w 362309"/>
              <a:gd name="connsiteY38" fmla="*/ 135341 h 361971"/>
              <a:gd name="connsiteX39" fmla="*/ 221731 w 362309"/>
              <a:gd name="connsiteY39" fmla="*/ 95121 h 361971"/>
              <a:gd name="connsiteX40" fmla="*/ 228121 w 362309"/>
              <a:gd name="connsiteY40" fmla="*/ 88738 h 361971"/>
              <a:gd name="connsiteX41" fmla="*/ 234511 w 362309"/>
              <a:gd name="connsiteY41" fmla="*/ 95121 h 361971"/>
              <a:gd name="connsiteX42" fmla="*/ 234511 w 362309"/>
              <a:gd name="connsiteY42" fmla="*/ 128957 h 361971"/>
              <a:gd name="connsiteX43" fmla="*/ 267100 w 362309"/>
              <a:gd name="connsiteY43" fmla="*/ 128957 h 361971"/>
              <a:gd name="connsiteX44" fmla="*/ 273489 w 362309"/>
              <a:gd name="connsiteY44" fmla="*/ 135341 h 361971"/>
              <a:gd name="connsiteX45" fmla="*/ 267100 w 362309"/>
              <a:gd name="connsiteY45" fmla="*/ 141724 h 361971"/>
              <a:gd name="connsiteX46" fmla="*/ 267100 w 362309"/>
              <a:gd name="connsiteY46" fmla="*/ 14172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1305"/>
                </a:cubicBezTo>
                <a:cubicBezTo>
                  <a:pt x="362310" y="81077"/>
                  <a:pt x="281157" y="0"/>
                  <a:pt x="180835" y="0"/>
                </a:cubicBezTo>
                <a:lnTo>
                  <a:pt x="180835" y="0"/>
                </a:lnTo>
                <a:close/>
                <a:moveTo>
                  <a:pt x="141857" y="266212"/>
                </a:moveTo>
                <a:cubicBezTo>
                  <a:pt x="141857" y="270043"/>
                  <a:pt x="139301" y="272596"/>
                  <a:pt x="135467" y="272596"/>
                </a:cubicBezTo>
                <a:cubicBezTo>
                  <a:pt x="131633" y="272596"/>
                  <a:pt x="129077" y="270043"/>
                  <a:pt x="129077" y="266212"/>
                </a:cubicBezTo>
                <a:lnTo>
                  <a:pt x="129077" y="231739"/>
                </a:lnTo>
                <a:lnTo>
                  <a:pt x="95210" y="231739"/>
                </a:lnTo>
                <a:cubicBezTo>
                  <a:pt x="91376" y="231739"/>
                  <a:pt x="88820" y="229185"/>
                  <a:pt x="88820" y="225355"/>
                </a:cubicBezTo>
                <a:cubicBezTo>
                  <a:pt x="88820" y="221524"/>
                  <a:pt x="91376" y="218971"/>
                  <a:pt x="95210" y="218971"/>
                </a:cubicBezTo>
                <a:lnTo>
                  <a:pt x="135467" y="218971"/>
                </a:lnTo>
                <a:cubicBezTo>
                  <a:pt x="139301" y="218971"/>
                  <a:pt x="141857" y="221524"/>
                  <a:pt x="141857" y="225355"/>
                </a:cubicBezTo>
                <a:lnTo>
                  <a:pt x="141857" y="266212"/>
                </a:lnTo>
                <a:close/>
                <a:moveTo>
                  <a:pt x="143774" y="136617"/>
                </a:moveTo>
                <a:cubicBezTo>
                  <a:pt x="143774" y="140448"/>
                  <a:pt x="141218" y="143001"/>
                  <a:pt x="137384" y="143001"/>
                </a:cubicBezTo>
                <a:lnTo>
                  <a:pt x="95849" y="143001"/>
                </a:lnTo>
                <a:cubicBezTo>
                  <a:pt x="92015" y="143001"/>
                  <a:pt x="89459" y="140448"/>
                  <a:pt x="89459" y="136617"/>
                </a:cubicBezTo>
                <a:cubicBezTo>
                  <a:pt x="89459" y="132787"/>
                  <a:pt x="92015" y="130233"/>
                  <a:pt x="95849" y="130233"/>
                </a:cubicBezTo>
                <a:lnTo>
                  <a:pt x="130994" y="130233"/>
                </a:lnTo>
                <a:lnTo>
                  <a:pt x="130994" y="95760"/>
                </a:lnTo>
                <a:cubicBezTo>
                  <a:pt x="130994" y="91930"/>
                  <a:pt x="133550" y="89376"/>
                  <a:pt x="137384" y="89376"/>
                </a:cubicBezTo>
                <a:cubicBezTo>
                  <a:pt x="141218" y="89376"/>
                  <a:pt x="143774" y="91930"/>
                  <a:pt x="143774" y="95760"/>
                </a:cubicBezTo>
                <a:lnTo>
                  <a:pt x="143774" y="136617"/>
                </a:lnTo>
                <a:close/>
                <a:moveTo>
                  <a:pt x="266460" y="232377"/>
                </a:moveTo>
                <a:lnTo>
                  <a:pt x="232594" y="232377"/>
                </a:lnTo>
                <a:lnTo>
                  <a:pt x="232594" y="266212"/>
                </a:lnTo>
                <a:cubicBezTo>
                  <a:pt x="232594" y="270043"/>
                  <a:pt x="230038" y="272596"/>
                  <a:pt x="226204" y="272596"/>
                </a:cubicBezTo>
                <a:cubicBezTo>
                  <a:pt x="222370" y="272596"/>
                  <a:pt x="219814" y="270043"/>
                  <a:pt x="219814" y="266212"/>
                </a:cubicBezTo>
                <a:lnTo>
                  <a:pt x="219814" y="225993"/>
                </a:lnTo>
                <a:cubicBezTo>
                  <a:pt x="219814" y="222163"/>
                  <a:pt x="222370" y="219609"/>
                  <a:pt x="226204" y="219609"/>
                </a:cubicBezTo>
                <a:lnTo>
                  <a:pt x="266460" y="219609"/>
                </a:lnTo>
                <a:cubicBezTo>
                  <a:pt x="270294" y="219609"/>
                  <a:pt x="272850" y="222163"/>
                  <a:pt x="272850" y="225993"/>
                </a:cubicBezTo>
                <a:cubicBezTo>
                  <a:pt x="272850" y="229823"/>
                  <a:pt x="270294" y="232377"/>
                  <a:pt x="266460" y="232377"/>
                </a:cubicBezTo>
                <a:close/>
                <a:moveTo>
                  <a:pt x="267100" y="141724"/>
                </a:moveTo>
                <a:lnTo>
                  <a:pt x="228121" y="141724"/>
                </a:lnTo>
                <a:cubicBezTo>
                  <a:pt x="224287" y="141724"/>
                  <a:pt x="221731" y="139171"/>
                  <a:pt x="221731" y="135341"/>
                </a:cubicBezTo>
                <a:lnTo>
                  <a:pt x="221731" y="95121"/>
                </a:lnTo>
                <a:cubicBezTo>
                  <a:pt x="221731" y="91291"/>
                  <a:pt x="224287" y="88738"/>
                  <a:pt x="228121" y="88738"/>
                </a:cubicBezTo>
                <a:cubicBezTo>
                  <a:pt x="231955" y="88738"/>
                  <a:pt x="234511" y="91291"/>
                  <a:pt x="234511" y="95121"/>
                </a:cubicBezTo>
                <a:lnTo>
                  <a:pt x="234511" y="128957"/>
                </a:lnTo>
                <a:lnTo>
                  <a:pt x="267100" y="128957"/>
                </a:lnTo>
                <a:cubicBezTo>
                  <a:pt x="270934" y="128957"/>
                  <a:pt x="273489" y="131510"/>
                  <a:pt x="273489" y="135341"/>
                </a:cubicBezTo>
                <a:cubicBezTo>
                  <a:pt x="273489" y="139171"/>
                  <a:pt x="270934" y="141724"/>
                  <a:pt x="267100" y="141724"/>
                </a:cubicBezTo>
                <a:lnTo>
                  <a:pt x="267100" y="141724"/>
                </a:lnTo>
                <a:close/>
              </a:path>
            </a:pathLst>
          </a:custGeom>
          <a:solidFill>
            <a:srgbClr val="0076A8"/>
          </a:solidFill>
          <a:ln w="6390" cap="flat">
            <a:noFill/>
            <a:prstDash val="solid"/>
            <a:miter/>
          </a:ln>
        </p:spPr>
        <p:txBody>
          <a:bodyPr rtlCol="0" anchor="ctr"/>
          <a:lstStyle/>
          <a:p>
            <a:endParaRPr lang="en-US"/>
          </a:p>
        </p:txBody>
      </p:sp>
      <p:sp>
        <p:nvSpPr>
          <p:cNvPr id="182" name="Freeform 181">
            <a:extLst>
              <a:ext uri="{FF2B5EF4-FFF2-40B4-BE49-F238E27FC236}">
                <a16:creationId xmlns:a16="http://schemas.microsoft.com/office/drawing/2014/main" id="{D2856989-D792-5342-89FD-30A62E71555D}"/>
              </a:ext>
            </a:extLst>
          </p:cNvPr>
          <p:cNvSpPr/>
          <p:nvPr/>
        </p:nvSpPr>
        <p:spPr>
          <a:xfrm>
            <a:off x="1952125" y="4793256"/>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78279 w 362313"/>
              <a:gd name="connsiteY7" fmla="*/ 63840 h 361971"/>
              <a:gd name="connsiteX8" fmla="*/ 184669 w 362313"/>
              <a:gd name="connsiteY8" fmla="*/ 70224 h 361971"/>
              <a:gd name="connsiteX9" fmla="*/ 184669 w 362313"/>
              <a:gd name="connsiteY9" fmla="*/ 182582 h 361971"/>
              <a:gd name="connsiteX10" fmla="*/ 204478 w 362313"/>
              <a:gd name="connsiteY10" fmla="*/ 162792 h 361971"/>
              <a:gd name="connsiteX11" fmla="*/ 213424 w 362313"/>
              <a:gd name="connsiteY11" fmla="*/ 162153 h 361971"/>
              <a:gd name="connsiteX12" fmla="*/ 214063 w 362313"/>
              <a:gd name="connsiteY12" fmla="*/ 171091 h 361971"/>
              <a:gd name="connsiteX13" fmla="*/ 213424 w 362313"/>
              <a:gd name="connsiteY13" fmla="*/ 171729 h 361971"/>
              <a:gd name="connsiteX14" fmla="*/ 183391 w 362313"/>
              <a:gd name="connsiteY14" fmla="*/ 201734 h 361971"/>
              <a:gd name="connsiteX15" fmla="*/ 174445 w 362313"/>
              <a:gd name="connsiteY15" fmla="*/ 201734 h 361971"/>
              <a:gd name="connsiteX16" fmla="*/ 174445 w 362313"/>
              <a:gd name="connsiteY16" fmla="*/ 201734 h 361971"/>
              <a:gd name="connsiteX17" fmla="*/ 143774 w 362313"/>
              <a:gd name="connsiteY17" fmla="*/ 171091 h 361971"/>
              <a:gd name="connsiteX18" fmla="*/ 144413 w 362313"/>
              <a:gd name="connsiteY18" fmla="*/ 162153 h 361971"/>
              <a:gd name="connsiteX19" fmla="*/ 152719 w 362313"/>
              <a:gd name="connsiteY19" fmla="*/ 162153 h 361971"/>
              <a:gd name="connsiteX20" fmla="*/ 171889 w 362313"/>
              <a:gd name="connsiteY20" fmla="*/ 181305 h 361971"/>
              <a:gd name="connsiteX21" fmla="*/ 171889 w 362313"/>
              <a:gd name="connsiteY21" fmla="*/ 70224 h 361971"/>
              <a:gd name="connsiteX22" fmla="*/ 178279 w 362313"/>
              <a:gd name="connsiteY22" fmla="*/ 63840 h 361971"/>
              <a:gd name="connsiteX23" fmla="*/ 178279 w 362313"/>
              <a:gd name="connsiteY23" fmla="*/ 63840 h 361971"/>
              <a:gd name="connsiteX24" fmla="*/ 181474 w 362313"/>
              <a:gd name="connsiteY24" fmla="*/ 297493 h 361971"/>
              <a:gd name="connsiteX25" fmla="*/ 63899 w 362313"/>
              <a:gd name="connsiteY25" fmla="*/ 179390 h 361971"/>
              <a:gd name="connsiteX26" fmla="*/ 149524 w 362313"/>
              <a:gd name="connsiteY26" fmla="*/ 66393 h 361971"/>
              <a:gd name="connsiteX27" fmla="*/ 157832 w 362313"/>
              <a:gd name="connsiteY27" fmla="*/ 70224 h 361971"/>
              <a:gd name="connsiteX28" fmla="*/ 153998 w 362313"/>
              <a:gd name="connsiteY28" fmla="*/ 78523 h 361971"/>
              <a:gd name="connsiteX29" fmla="*/ 153358 w 362313"/>
              <a:gd name="connsiteY29" fmla="*/ 78523 h 361971"/>
              <a:gd name="connsiteX30" fmla="*/ 80513 w 362313"/>
              <a:gd name="connsiteY30" fmla="*/ 208118 h 361971"/>
              <a:gd name="connsiteX31" fmla="*/ 210229 w 362313"/>
              <a:gd name="connsiteY31" fmla="*/ 280895 h 361971"/>
              <a:gd name="connsiteX32" fmla="*/ 283074 w 362313"/>
              <a:gd name="connsiteY32" fmla="*/ 151300 h 361971"/>
              <a:gd name="connsiteX33" fmla="*/ 203200 w 362313"/>
              <a:gd name="connsiteY33" fmla="*/ 76608 h 361971"/>
              <a:gd name="connsiteX34" fmla="*/ 198088 w 362313"/>
              <a:gd name="connsiteY34" fmla="*/ 68947 h 361971"/>
              <a:gd name="connsiteX35" fmla="*/ 205756 w 362313"/>
              <a:gd name="connsiteY35" fmla="*/ 63840 h 361971"/>
              <a:gd name="connsiteX36" fmla="*/ 297771 w 362313"/>
              <a:gd name="connsiteY36" fmla="*/ 203011 h 361971"/>
              <a:gd name="connsiteX37" fmla="*/ 181474 w 362313"/>
              <a:gd name="connsiteY37" fmla="*/ 297493 h 361971"/>
              <a:gd name="connsiteX38" fmla="*/ 181474 w 362313"/>
              <a:gd name="connsiteY38" fmla="*/ 29749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lnTo>
                  <a:pt x="362310" y="181305"/>
                </a:lnTo>
                <a:cubicBezTo>
                  <a:pt x="362948" y="80438"/>
                  <a:pt x="281796" y="0"/>
                  <a:pt x="181474" y="0"/>
                </a:cubicBezTo>
                <a:lnTo>
                  <a:pt x="181474" y="0"/>
                </a:lnTo>
                <a:close/>
                <a:moveTo>
                  <a:pt x="178279" y="63840"/>
                </a:moveTo>
                <a:cubicBezTo>
                  <a:pt x="182113" y="63840"/>
                  <a:pt x="184669" y="66393"/>
                  <a:pt x="184669" y="70224"/>
                </a:cubicBezTo>
                <a:lnTo>
                  <a:pt x="184669" y="182582"/>
                </a:lnTo>
                <a:lnTo>
                  <a:pt x="204478" y="162792"/>
                </a:lnTo>
                <a:cubicBezTo>
                  <a:pt x="207034" y="160238"/>
                  <a:pt x="210868" y="159600"/>
                  <a:pt x="213424" y="162153"/>
                </a:cubicBezTo>
                <a:cubicBezTo>
                  <a:pt x="215980" y="164707"/>
                  <a:pt x="216619" y="168537"/>
                  <a:pt x="214063" y="171091"/>
                </a:cubicBezTo>
                <a:lnTo>
                  <a:pt x="213424" y="171729"/>
                </a:lnTo>
                <a:lnTo>
                  <a:pt x="183391" y="201734"/>
                </a:lnTo>
                <a:cubicBezTo>
                  <a:pt x="180835" y="204287"/>
                  <a:pt x="177001" y="204287"/>
                  <a:pt x="174445" y="201734"/>
                </a:cubicBezTo>
                <a:lnTo>
                  <a:pt x="174445" y="201734"/>
                </a:lnTo>
                <a:lnTo>
                  <a:pt x="143774" y="171091"/>
                </a:lnTo>
                <a:cubicBezTo>
                  <a:pt x="141218" y="168537"/>
                  <a:pt x="141857" y="164068"/>
                  <a:pt x="144413" y="162153"/>
                </a:cubicBezTo>
                <a:cubicBezTo>
                  <a:pt x="146969" y="160238"/>
                  <a:pt x="150164" y="160238"/>
                  <a:pt x="152719" y="162153"/>
                </a:cubicBezTo>
                <a:lnTo>
                  <a:pt x="171889" y="181305"/>
                </a:lnTo>
                <a:lnTo>
                  <a:pt x="171889" y="70224"/>
                </a:lnTo>
                <a:cubicBezTo>
                  <a:pt x="171889" y="66393"/>
                  <a:pt x="174445" y="63840"/>
                  <a:pt x="178279" y="63840"/>
                </a:cubicBezTo>
                <a:lnTo>
                  <a:pt x="178279" y="63840"/>
                </a:lnTo>
                <a:close/>
                <a:moveTo>
                  <a:pt x="181474" y="297493"/>
                </a:moveTo>
                <a:cubicBezTo>
                  <a:pt x="116297" y="297493"/>
                  <a:pt x="63899" y="244506"/>
                  <a:pt x="63899" y="179390"/>
                </a:cubicBezTo>
                <a:cubicBezTo>
                  <a:pt x="63899" y="127041"/>
                  <a:pt x="99044" y="80438"/>
                  <a:pt x="149524" y="66393"/>
                </a:cubicBezTo>
                <a:cubicBezTo>
                  <a:pt x="152719" y="65117"/>
                  <a:pt x="156553" y="67032"/>
                  <a:pt x="157832" y="70224"/>
                </a:cubicBezTo>
                <a:cubicBezTo>
                  <a:pt x="159109" y="73416"/>
                  <a:pt x="157192" y="77246"/>
                  <a:pt x="153998" y="78523"/>
                </a:cubicBezTo>
                <a:lnTo>
                  <a:pt x="153358" y="78523"/>
                </a:lnTo>
                <a:cubicBezTo>
                  <a:pt x="97127" y="94483"/>
                  <a:pt x="64538" y="152577"/>
                  <a:pt x="80513" y="208118"/>
                </a:cubicBezTo>
                <a:cubicBezTo>
                  <a:pt x="96488" y="264297"/>
                  <a:pt x="154637" y="296855"/>
                  <a:pt x="210229" y="280895"/>
                </a:cubicBezTo>
                <a:cubicBezTo>
                  <a:pt x="266460" y="264935"/>
                  <a:pt x="299049" y="206841"/>
                  <a:pt x="283074" y="151300"/>
                </a:cubicBezTo>
                <a:cubicBezTo>
                  <a:pt x="272211" y="113635"/>
                  <a:pt x="241540" y="84907"/>
                  <a:pt x="203200" y="76608"/>
                </a:cubicBezTo>
                <a:cubicBezTo>
                  <a:pt x="199366" y="75969"/>
                  <a:pt x="197449" y="72777"/>
                  <a:pt x="198088" y="68947"/>
                </a:cubicBezTo>
                <a:cubicBezTo>
                  <a:pt x="198727" y="65117"/>
                  <a:pt x="201922" y="63201"/>
                  <a:pt x="205756" y="63840"/>
                </a:cubicBezTo>
                <a:cubicBezTo>
                  <a:pt x="269655" y="77246"/>
                  <a:pt x="310551" y="139171"/>
                  <a:pt x="297771" y="203011"/>
                </a:cubicBezTo>
                <a:cubicBezTo>
                  <a:pt x="286269" y="257913"/>
                  <a:pt x="237706" y="296855"/>
                  <a:pt x="181474" y="297493"/>
                </a:cubicBezTo>
                <a:lnTo>
                  <a:pt x="181474" y="297493"/>
                </a:lnTo>
                <a:close/>
              </a:path>
            </a:pathLst>
          </a:custGeom>
          <a:solidFill>
            <a:srgbClr val="0076A8"/>
          </a:solidFill>
          <a:ln w="6390" cap="flat">
            <a:noFill/>
            <a:prstDash val="solid"/>
            <a:miter/>
          </a:ln>
        </p:spPr>
        <p:txBody>
          <a:bodyPr rtlCol="0" anchor="ctr"/>
          <a:lstStyle/>
          <a:p>
            <a:endParaRPr lang="en-US"/>
          </a:p>
        </p:txBody>
      </p:sp>
      <p:sp>
        <p:nvSpPr>
          <p:cNvPr id="186" name="Freeform 185">
            <a:extLst>
              <a:ext uri="{FF2B5EF4-FFF2-40B4-BE49-F238E27FC236}">
                <a16:creationId xmlns:a16="http://schemas.microsoft.com/office/drawing/2014/main" id="{C0ACD6AE-AE33-0443-99D5-1C424324D666}"/>
              </a:ext>
            </a:extLst>
          </p:cNvPr>
          <p:cNvSpPr/>
          <p:nvPr/>
        </p:nvSpPr>
        <p:spPr>
          <a:xfrm>
            <a:off x="1952125" y="3824168"/>
            <a:ext cx="362313" cy="361971"/>
          </a:xfrm>
          <a:custGeom>
            <a:avLst/>
            <a:gdLst>
              <a:gd name="connsiteX0" fmla="*/ 181474 w 362313"/>
              <a:gd name="connsiteY0" fmla="*/ 0 h 361971"/>
              <a:gd name="connsiteX1" fmla="*/ 0 w 362313"/>
              <a:gd name="connsiteY1" fmla="*/ 180667 h 361971"/>
              <a:gd name="connsiteX2" fmla="*/ 180835 w 362313"/>
              <a:gd name="connsiteY2" fmla="*/ 361971 h 361971"/>
              <a:gd name="connsiteX3" fmla="*/ 362310 w 362313"/>
              <a:gd name="connsiteY3" fmla="*/ 181305 h 361971"/>
              <a:gd name="connsiteX4" fmla="*/ 362310 w 362313"/>
              <a:gd name="connsiteY4" fmla="*/ 181305 h 361971"/>
              <a:gd name="connsiteX5" fmla="*/ 181474 w 362313"/>
              <a:gd name="connsiteY5" fmla="*/ 0 h 361971"/>
              <a:gd name="connsiteX6" fmla="*/ 263904 w 362313"/>
              <a:gd name="connsiteY6" fmla="*/ 145555 h 361971"/>
              <a:gd name="connsiteX7" fmla="*/ 185947 w 362313"/>
              <a:gd name="connsiteY7" fmla="*/ 225993 h 361971"/>
              <a:gd name="connsiteX8" fmla="*/ 181474 w 362313"/>
              <a:gd name="connsiteY8" fmla="*/ 227908 h 361971"/>
              <a:gd name="connsiteX9" fmla="*/ 177001 w 362313"/>
              <a:gd name="connsiteY9" fmla="*/ 225993 h 361971"/>
              <a:gd name="connsiteX10" fmla="*/ 99044 w 362313"/>
              <a:gd name="connsiteY10" fmla="*/ 145555 h 361971"/>
              <a:gd name="connsiteX11" fmla="*/ 97766 w 362313"/>
              <a:gd name="connsiteY11" fmla="*/ 138532 h 361971"/>
              <a:gd name="connsiteX12" fmla="*/ 103517 w 362313"/>
              <a:gd name="connsiteY12" fmla="*/ 134702 h 361971"/>
              <a:gd name="connsiteX13" fmla="*/ 259431 w 362313"/>
              <a:gd name="connsiteY13" fmla="*/ 134702 h 361971"/>
              <a:gd name="connsiteX14" fmla="*/ 265182 w 362313"/>
              <a:gd name="connsiteY14" fmla="*/ 138532 h 361971"/>
              <a:gd name="connsiteX15" fmla="*/ 263904 w 362313"/>
              <a:gd name="connsiteY15" fmla="*/ 14555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313" h="361971">
                <a:moveTo>
                  <a:pt x="181474" y="0"/>
                </a:moveTo>
                <a:cubicBezTo>
                  <a:pt x="81152" y="0"/>
                  <a:pt x="0" y="81076"/>
                  <a:pt x="0" y="180667"/>
                </a:cubicBezTo>
                <a:cubicBezTo>
                  <a:pt x="0" y="280895"/>
                  <a:pt x="81152" y="361971"/>
                  <a:pt x="180835" y="361971"/>
                </a:cubicBezTo>
                <a:cubicBezTo>
                  <a:pt x="281157" y="361971"/>
                  <a:pt x="362310" y="280895"/>
                  <a:pt x="362310" y="181305"/>
                </a:cubicBezTo>
                <a:lnTo>
                  <a:pt x="362310" y="181305"/>
                </a:lnTo>
                <a:cubicBezTo>
                  <a:pt x="362948" y="81076"/>
                  <a:pt x="281796" y="0"/>
                  <a:pt x="181474" y="0"/>
                </a:cubicBezTo>
                <a:close/>
                <a:moveTo>
                  <a:pt x="263904" y="145555"/>
                </a:moveTo>
                <a:lnTo>
                  <a:pt x="185947" y="225993"/>
                </a:lnTo>
                <a:cubicBezTo>
                  <a:pt x="184669" y="227270"/>
                  <a:pt x="183391" y="227908"/>
                  <a:pt x="181474" y="227908"/>
                </a:cubicBezTo>
                <a:cubicBezTo>
                  <a:pt x="179557" y="227908"/>
                  <a:pt x="178279" y="227270"/>
                  <a:pt x="177001" y="225993"/>
                </a:cubicBezTo>
                <a:lnTo>
                  <a:pt x="99044" y="145555"/>
                </a:lnTo>
                <a:cubicBezTo>
                  <a:pt x="97127" y="143640"/>
                  <a:pt x="96488" y="141086"/>
                  <a:pt x="97766" y="138532"/>
                </a:cubicBezTo>
                <a:cubicBezTo>
                  <a:pt x="99044" y="135979"/>
                  <a:pt x="100961" y="134702"/>
                  <a:pt x="103517" y="134702"/>
                </a:cubicBezTo>
                <a:lnTo>
                  <a:pt x="259431" y="134702"/>
                </a:lnTo>
                <a:cubicBezTo>
                  <a:pt x="261987" y="134702"/>
                  <a:pt x="264543" y="135979"/>
                  <a:pt x="265182" y="138532"/>
                </a:cubicBezTo>
                <a:cubicBezTo>
                  <a:pt x="266460" y="140448"/>
                  <a:pt x="265821" y="143640"/>
                  <a:pt x="263904" y="145555"/>
                </a:cubicBezTo>
                <a:close/>
              </a:path>
            </a:pathLst>
          </a:custGeom>
          <a:solidFill>
            <a:srgbClr val="0076A8"/>
          </a:solidFill>
          <a:ln w="6390" cap="flat">
            <a:noFill/>
            <a:prstDash val="solid"/>
            <a:miter/>
          </a:ln>
        </p:spPr>
        <p:txBody>
          <a:bodyPr rtlCol="0" anchor="ctr"/>
          <a:lstStyle/>
          <a:p>
            <a:endParaRPr lang="en-US"/>
          </a:p>
        </p:txBody>
      </p:sp>
      <p:sp>
        <p:nvSpPr>
          <p:cNvPr id="187" name="Freeform 186">
            <a:extLst>
              <a:ext uri="{FF2B5EF4-FFF2-40B4-BE49-F238E27FC236}">
                <a16:creationId xmlns:a16="http://schemas.microsoft.com/office/drawing/2014/main" id="{D19CFA9F-F60E-4344-BA56-BE4112677D4D}"/>
              </a:ext>
            </a:extLst>
          </p:cNvPr>
          <p:cNvSpPr/>
          <p:nvPr/>
        </p:nvSpPr>
        <p:spPr>
          <a:xfrm>
            <a:off x="905454" y="918179"/>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225565 w 362309"/>
              <a:gd name="connsiteY6" fmla="*/ 254083 h 361971"/>
              <a:gd name="connsiteX7" fmla="*/ 225565 w 362309"/>
              <a:gd name="connsiteY7" fmla="*/ 263020 h 361971"/>
              <a:gd name="connsiteX8" fmla="*/ 221092 w 362309"/>
              <a:gd name="connsiteY8" fmla="*/ 264935 h 361971"/>
              <a:gd name="connsiteX9" fmla="*/ 216619 w 362309"/>
              <a:gd name="connsiteY9" fmla="*/ 263020 h 361971"/>
              <a:gd name="connsiteX10" fmla="*/ 136106 w 362309"/>
              <a:gd name="connsiteY10" fmla="*/ 185135 h 361971"/>
              <a:gd name="connsiteX11" fmla="*/ 136106 w 362309"/>
              <a:gd name="connsiteY11" fmla="*/ 176198 h 361971"/>
              <a:gd name="connsiteX12" fmla="*/ 136106 w 362309"/>
              <a:gd name="connsiteY12" fmla="*/ 176198 h 361971"/>
              <a:gd name="connsiteX13" fmla="*/ 216619 w 362309"/>
              <a:gd name="connsiteY13" fmla="*/ 98313 h 361971"/>
              <a:gd name="connsiteX14" fmla="*/ 225565 w 362309"/>
              <a:gd name="connsiteY14" fmla="*/ 98313 h 361971"/>
              <a:gd name="connsiteX15" fmla="*/ 225565 w 362309"/>
              <a:gd name="connsiteY15" fmla="*/ 107251 h 361971"/>
              <a:gd name="connsiteX16" fmla="*/ 150164 w 362309"/>
              <a:gd name="connsiteY16" fmla="*/ 180667 h 361971"/>
              <a:gd name="connsiteX17" fmla="*/ 225565 w 362309"/>
              <a:gd name="connsiteY17" fmla="*/ 25408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1157" y="0"/>
                  <a:pt x="180835" y="0"/>
                </a:cubicBezTo>
                <a:lnTo>
                  <a:pt x="180835" y="0"/>
                </a:lnTo>
                <a:close/>
                <a:moveTo>
                  <a:pt x="225565" y="254083"/>
                </a:moveTo>
                <a:cubicBezTo>
                  <a:pt x="228121" y="256636"/>
                  <a:pt x="228121" y="260467"/>
                  <a:pt x="225565" y="263020"/>
                </a:cubicBezTo>
                <a:cubicBezTo>
                  <a:pt x="224287" y="264297"/>
                  <a:pt x="223009" y="264935"/>
                  <a:pt x="221092" y="264935"/>
                </a:cubicBezTo>
                <a:cubicBezTo>
                  <a:pt x="219175" y="264935"/>
                  <a:pt x="217897" y="264297"/>
                  <a:pt x="216619" y="263020"/>
                </a:cubicBezTo>
                <a:lnTo>
                  <a:pt x="136106" y="185135"/>
                </a:lnTo>
                <a:cubicBezTo>
                  <a:pt x="133550" y="182582"/>
                  <a:pt x="133550" y="178752"/>
                  <a:pt x="136106" y="176198"/>
                </a:cubicBezTo>
                <a:lnTo>
                  <a:pt x="136106" y="176198"/>
                </a:lnTo>
                <a:lnTo>
                  <a:pt x="216619" y="98313"/>
                </a:lnTo>
                <a:cubicBezTo>
                  <a:pt x="219175" y="95760"/>
                  <a:pt x="223009" y="95760"/>
                  <a:pt x="225565" y="98313"/>
                </a:cubicBezTo>
                <a:cubicBezTo>
                  <a:pt x="228121" y="100867"/>
                  <a:pt x="228121" y="104697"/>
                  <a:pt x="225565" y="107251"/>
                </a:cubicBezTo>
                <a:lnTo>
                  <a:pt x="150164" y="180667"/>
                </a:lnTo>
                <a:lnTo>
                  <a:pt x="225565" y="254083"/>
                </a:lnTo>
                <a:close/>
              </a:path>
            </a:pathLst>
          </a:custGeom>
          <a:solidFill>
            <a:srgbClr val="0076A8"/>
          </a:solidFill>
          <a:ln w="6390" cap="flat">
            <a:noFill/>
            <a:prstDash val="solid"/>
            <a:miter/>
          </a:ln>
        </p:spPr>
        <p:txBody>
          <a:bodyPr rtlCol="0" anchor="ctr"/>
          <a:lstStyle/>
          <a:p>
            <a:endParaRPr lang="en-US"/>
          </a:p>
        </p:txBody>
      </p:sp>
      <p:sp>
        <p:nvSpPr>
          <p:cNvPr id="188" name="Freeform 187">
            <a:extLst>
              <a:ext uri="{FF2B5EF4-FFF2-40B4-BE49-F238E27FC236}">
                <a16:creationId xmlns:a16="http://schemas.microsoft.com/office/drawing/2014/main" id="{8BA07A26-02FD-BD41-9092-9F0DC6EB92BA}"/>
              </a:ext>
            </a:extLst>
          </p:cNvPr>
          <p:cNvSpPr/>
          <p:nvPr/>
        </p:nvSpPr>
        <p:spPr>
          <a:xfrm>
            <a:off x="2998797" y="189301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136106 w 362309"/>
              <a:gd name="connsiteY6" fmla="*/ 270681 h 361971"/>
              <a:gd name="connsiteX7" fmla="*/ 96488 w 362309"/>
              <a:gd name="connsiteY7" fmla="*/ 270681 h 361971"/>
              <a:gd name="connsiteX8" fmla="*/ 90098 w 362309"/>
              <a:gd name="connsiteY8" fmla="*/ 264297 h 361971"/>
              <a:gd name="connsiteX9" fmla="*/ 90098 w 362309"/>
              <a:gd name="connsiteY9" fmla="*/ 224078 h 361971"/>
              <a:gd name="connsiteX10" fmla="*/ 96488 w 362309"/>
              <a:gd name="connsiteY10" fmla="*/ 217694 h 361971"/>
              <a:gd name="connsiteX11" fmla="*/ 102878 w 362309"/>
              <a:gd name="connsiteY11" fmla="*/ 224078 h 361971"/>
              <a:gd name="connsiteX12" fmla="*/ 102878 w 362309"/>
              <a:gd name="connsiteY12" fmla="*/ 257275 h 361971"/>
              <a:gd name="connsiteX13" fmla="*/ 136106 w 362309"/>
              <a:gd name="connsiteY13" fmla="*/ 257275 h 361971"/>
              <a:gd name="connsiteX14" fmla="*/ 142496 w 362309"/>
              <a:gd name="connsiteY14" fmla="*/ 263659 h 361971"/>
              <a:gd name="connsiteX15" fmla="*/ 136106 w 362309"/>
              <a:gd name="connsiteY15" fmla="*/ 270681 h 361971"/>
              <a:gd name="connsiteX16" fmla="*/ 136106 w 362309"/>
              <a:gd name="connsiteY16" fmla="*/ 270681 h 361971"/>
              <a:gd name="connsiteX17" fmla="*/ 138023 w 362309"/>
              <a:gd name="connsiteY17" fmla="*/ 104697 h 361971"/>
              <a:gd name="connsiteX18" fmla="*/ 104156 w 362309"/>
              <a:gd name="connsiteY18" fmla="*/ 104697 h 361971"/>
              <a:gd name="connsiteX19" fmla="*/ 104156 w 362309"/>
              <a:gd name="connsiteY19" fmla="*/ 137894 h 361971"/>
              <a:gd name="connsiteX20" fmla="*/ 97766 w 362309"/>
              <a:gd name="connsiteY20" fmla="*/ 144278 h 361971"/>
              <a:gd name="connsiteX21" fmla="*/ 91376 w 362309"/>
              <a:gd name="connsiteY21" fmla="*/ 137894 h 361971"/>
              <a:gd name="connsiteX22" fmla="*/ 91376 w 362309"/>
              <a:gd name="connsiteY22" fmla="*/ 98313 h 361971"/>
              <a:gd name="connsiteX23" fmla="*/ 97766 w 362309"/>
              <a:gd name="connsiteY23" fmla="*/ 91929 h 361971"/>
              <a:gd name="connsiteX24" fmla="*/ 138023 w 362309"/>
              <a:gd name="connsiteY24" fmla="*/ 91929 h 361971"/>
              <a:gd name="connsiteX25" fmla="*/ 144413 w 362309"/>
              <a:gd name="connsiteY25" fmla="*/ 98313 h 361971"/>
              <a:gd name="connsiteX26" fmla="*/ 138023 w 362309"/>
              <a:gd name="connsiteY26" fmla="*/ 104697 h 361971"/>
              <a:gd name="connsiteX27" fmla="*/ 270294 w 362309"/>
              <a:gd name="connsiteY27" fmla="*/ 264935 h 361971"/>
              <a:gd name="connsiteX28" fmla="*/ 263905 w 362309"/>
              <a:gd name="connsiteY28" fmla="*/ 271319 h 361971"/>
              <a:gd name="connsiteX29" fmla="*/ 224926 w 362309"/>
              <a:gd name="connsiteY29" fmla="*/ 271319 h 361971"/>
              <a:gd name="connsiteX30" fmla="*/ 218536 w 362309"/>
              <a:gd name="connsiteY30" fmla="*/ 264935 h 361971"/>
              <a:gd name="connsiteX31" fmla="*/ 224926 w 362309"/>
              <a:gd name="connsiteY31" fmla="*/ 258551 h 361971"/>
              <a:gd name="connsiteX32" fmla="*/ 257515 w 362309"/>
              <a:gd name="connsiteY32" fmla="*/ 258551 h 361971"/>
              <a:gd name="connsiteX33" fmla="*/ 257515 w 362309"/>
              <a:gd name="connsiteY33" fmla="*/ 225355 h 361971"/>
              <a:gd name="connsiteX34" fmla="*/ 263905 w 362309"/>
              <a:gd name="connsiteY34" fmla="*/ 218971 h 361971"/>
              <a:gd name="connsiteX35" fmla="*/ 270294 w 362309"/>
              <a:gd name="connsiteY35" fmla="*/ 225355 h 361971"/>
              <a:gd name="connsiteX36" fmla="*/ 270294 w 362309"/>
              <a:gd name="connsiteY36" fmla="*/ 264935 h 361971"/>
              <a:gd name="connsiteX37" fmla="*/ 270934 w 362309"/>
              <a:gd name="connsiteY37" fmla="*/ 137256 h 361971"/>
              <a:gd name="connsiteX38" fmla="*/ 264544 w 362309"/>
              <a:gd name="connsiteY38" fmla="*/ 143640 h 361971"/>
              <a:gd name="connsiteX39" fmla="*/ 258154 w 362309"/>
              <a:gd name="connsiteY39" fmla="*/ 137256 h 361971"/>
              <a:gd name="connsiteX40" fmla="*/ 258154 w 362309"/>
              <a:gd name="connsiteY40" fmla="*/ 104697 h 361971"/>
              <a:gd name="connsiteX41" fmla="*/ 226204 w 362309"/>
              <a:gd name="connsiteY41" fmla="*/ 104697 h 361971"/>
              <a:gd name="connsiteX42" fmla="*/ 219814 w 362309"/>
              <a:gd name="connsiteY42" fmla="*/ 98313 h 361971"/>
              <a:gd name="connsiteX43" fmla="*/ 226204 w 362309"/>
              <a:gd name="connsiteY43" fmla="*/ 91929 h 361971"/>
              <a:gd name="connsiteX44" fmla="*/ 264544 w 362309"/>
              <a:gd name="connsiteY44" fmla="*/ 91929 h 361971"/>
              <a:gd name="connsiteX45" fmla="*/ 270934 w 362309"/>
              <a:gd name="connsiteY45" fmla="*/ 98313 h 361971"/>
              <a:gd name="connsiteX46" fmla="*/ 270934 w 362309"/>
              <a:gd name="connsiteY46" fmla="*/ 13725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0667"/>
                </a:cubicBezTo>
                <a:cubicBezTo>
                  <a:pt x="362310" y="81077"/>
                  <a:pt x="281157" y="0"/>
                  <a:pt x="180835" y="0"/>
                </a:cubicBezTo>
                <a:lnTo>
                  <a:pt x="180835" y="0"/>
                </a:lnTo>
                <a:close/>
                <a:moveTo>
                  <a:pt x="136106" y="270681"/>
                </a:moveTo>
                <a:lnTo>
                  <a:pt x="96488" y="270681"/>
                </a:lnTo>
                <a:cubicBezTo>
                  <a:pt x="92654" y="270681"/>
                  <a:pt x="90098" y="268127"/>
                  <a:pt x="90098" y="264297"/>
                </a:cubicBezTo>
                <a:lnTo>
                  <a:pt x="90098" y="224078"/>
                </a:lnTo>
                <a:cubicBezTo>
                  <a:pt x="90098" y="220247"/>
                  <a:pt x="92654" y="217694"/>
                  <a:pt x="96488" y="217694"/>
                </a:cubicBezTo>
                <a:cubicBezTo>
                  <a:pt x="100322" y="217694"/>
                  <a:pt x="102878" y="220247"/>
                  <a:pt x="102878" y="224078"/>
                </a:cubicBezTo>
                <a:lnTo>
                  <a:pt x="102878" y="257275"/>
                </a:lnTo>
                <a:lnTo>
                  <a:pt x="136106" y="257275"/>
                </a:lnTo>
                <a:cubicBezTo>
                  <a:pt x="139940" y="257275"/>
                  <a:pt x="142496" y="259828"/>
                  <a:pt x="142496" y="263659"/>
                </a:cubicBezTo>
                <a:cubicBezTo>
                  <a:pt x="142496" y="267489"/>
                  <a:pt x="139940" y="270043"/>
                  <a:pt x="136106" y="270681"/>
                </a:cubicBezTo>
                <a:lnTo>
                  <a:pt x="136106" y="270681"/>
                </a:lnTo>
                <a:close/>
                <a:moveTo>
                  <a:pt x="138023" y="104697"/>
                </a:moveTo>
                <a:lnTo>
                  <a:pt x="104156" y="104697"/>
                </a:lnTo>
                <a:lnTo>
                  <a:pt x="104156" y="137894"/>
                </a:lnTo>
                <a:cubicBezTo>
                  <a:pt x="104156" y="141724"/>
                  <a:pt x="101600" y="144278"/>
                  <a:pt x="97766" y="144278"/>
                </a:cubicBezTo>
                <a:cubicBezTo>
                  <a:pt x="93932" y="144278"/>
                  <a:pt x="91376" y="141724"/>
                  <a:pt x="91376" y="137894"/>
                </a:cubicBezTo>
                <a:lnTo>
                  <a:pt x="91376" y="98313"/>
                </a:lnTo>
                <a:cubicBezTo>
                  <a:pt x="91376" y="94483"/>
                  <a:pt x="93932" y="91929"/>
                  <a:pt x="97766" y="91929"/>
                </a:cubicBezTo>
                <a:lnTo>
                  <a:pt x="138023" y="91929"/>
                </a:lnTo>
                <a:cubicBezTo>
                  <a:pt x="141857" y="91929"/>
                  <a:pt x="144413" y="94483"/>
                  <a:pt x="144413" y="98313"/>
                </a:cubicBezTo>
                <a:cubicBezTo>
                  <a:pt x="144413" y="102144"/>
                  <a:pt x="141218" y="104697"/>
                  <a:pt x="138023" y="104697"/>
                </a:cubicBezTo>
                <a:close/>
                <a:moveTo>
                  <a:pt x="270294" y="264935"/>
                </a:moveTo>
                <a:cubicBezTo>
                  <a:pt x="270294" y="268766"/>
                  <a:pt x="267739" y="271319"/>
                  <a:pt x="263905" y="271319"/>
                </a:cubicBezTo>
                <a:lnTo>
                  <a:pt x="224926" y="271319"/>
                </a:lnTo>
                <a:cubicBezTo>
                  <a:pt x="221092" y="271319"/>
                  <a:pt x="218536" y="268766"/>
                  <a:pt x="218536" y="264935"/>
                </a:cubicBezTo>
                <a:cubicBezTo>
                  <a:pt x="218536" y="261105"/>
                  <a:pt x="221092" y="258551"/>
                  <a:pt x="224926" y="258551"/>
                </a:cubicBezTo>
                <a:lnTo>
                  <a:pt x="257515" y="258551"/>
                </a:lnTo>
                <a:lnTo>
                  <a:pt x="257515" y="225355"/>
                </a:lnTo>
                <a:cubicBezTo>
                  <a:pt x="257515" y="221524"/>
                  <a:pt x="260071" y="218971"/>
                  <a:pt x="263905" y="218971"/>
                </a:cubicBezTo>
                <a:cubicBezTo>
                  <a:pt x="267739" y="218971"/>
                  <a:pt x="270294" y="221524"/>
                  <a:pt x="270294" y="225355"/>
                </a:cubicBezTo>
                <a:lnTo>
                  <a:pt x="270294" y="264935"/>
                </a:lnTo>
                <a:close/>
                <a:moveTo>
                  <a:pt x="270934" y="137256"/>
                </a:moveTo>
                <a:cubicBezTo>
                  <a:pt x="270934" y="141086"/>
                  <a:pt x="268377" y="143640"/>
                  <a:pt x="264544" y="143640"/>
                </a:cubicBezTo>
                <a:cubicBezTo>
                  <a:pt x="260710" y="143640"/>
                  <a:pt x="258154" y="141086"/>
                  <a:pt x="258154" y="137256"/>
                </a:cubicBezTo>
                <a:lnTo>
                  <a:pt x="258154" y="104697"/>
                </a:lnTo>
                <a:lnTo>
                  <a:pt x="226204" y="104697"/>
                </a:lnTo>
                <a:cubicBezTo>
                  <a:pt x="222370" y="104697"/>
                  <a:pt x="219814" y="102144"/>
                  <a:pt x="219814" y="98313"/>
                </a:cubicBezTo>
                <a:cubicBezTo>
                  <a:pt x="219814" y="94483"/>
                  <a:pt x="222370" y="91929"/>
                  <a:pt x="226204" y="91929"/>
                </a:cubicBezTo>
                <a:lnTo>
                  <a:pt x="264544" y="91929"/>
                </a:lnTo>
                <a:cubicBezTo>
                  <a:pt x="268377" y="91929"/>
                  <a:pt x="270934" y="94483"/>
                  <a:pt x="270934" y="98313"/>
                </a:cubicBezTo>
                <a:lnTo>
                  <a:pt x="270934" y="137256"/>
                </a:lnTo>
                <a:close/>
              </a:path>
            </a:pathLst>
          </a:custGeom>
          <a:solidFill>
            <a:srgbClr val="0076A8"/>
          </a:solidFill>
          <a:ln w="6390" cap="flat">
            <a:noFill/>
            <a:prstDash val="solid"/>
            <a:miter/>
          </a:ln>
        </p:spPr>
        <p:txBody>
          <a:bodyPr rtlCol="0" anchor="ctr"/>
          <a:lstStyle/>
          <a:p>
            <a:endParaRPr lang="en-US"/>
          </a:p>
        </p:txBody>
      </p:sp>
      <p:sp>
        <p:nvSpPr>
          <p:cNvPr id="189" name="Freeform 188">
            <a:extLst>
              <a:ext uri="{FF2B5EF4-FFF2-40B4-BE49-F238E27FC236}">
                <a16:creationId xmlns:a16="http://schemas.microsoft.com/office/drawing/2014/main" id="{6A083883-ED5A-D64D-A941-A27DB55EBA13}"/>
              </a:ext>
            </a:extLst>
          </p:cNvPr>
          <p:cNvSpPr/>
          <p:nvPr/>
        </p:nvSpPr>
        <p:spPr>
          <a:xfrm>
            <a:off x="2998797" y="333962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1305 h 361971"/>
              <a:gd name="connsiteX4" fmla="*/ 180835 w 362309"/>
              <a:gd name="connsiteY4" fmla="*/ 0 h 361971"/>
              <a:gd name="connsiteX5" fmla="*/ 180835 w 362309"/>
              <a:gd name="connsiteY5" fmla="*/ 0 h 361971"/>
              <a:gd name="connsiteX6" fmla="*/ 285630 w 362309"/>
              <a:gd name="connsiteY6" fmla="*/ 125126 h 361971"/>
              <a:gd name="connsiteX7" fmla="*/ 276684 w 362309"/>
              <a:gd name="connsiteY7" fmla="*/ 125126 h 361971"/>
              <a:gd name="connsiteX8" fmla="*/ 257515 w 362309"/>
              <a:gd name="connsiteY8" fmla="*/ 105974 h 361971"/>
              <a:gd name="connsiteX9" fmla="*/ 257515 w 362309"/>
              <a:gd name="connsiteY9" fmla="*/ 236207 h 361971"/>
              <a:gd name="connsiteX10" fmla="*/ 215980 w 362309"/>
              <a:gd name="connsiteY10" fmla="*/ 277703 h 361971"/>
              <a:gd name="connsiteX11" fmla="*/ 174445 w 362309"/>
              <a:gd name="connsiteY11" fmla="*/ 236207 h 361971"/>
              <a:gd name="connsiteX12" fmla="*/ 174445 w 362309"/>
              <a:gd name="connsiteY12" fmla="*/ 127680 h 361971"/>
              <a:gd name="connsiteX13" fmla="*/ 144413 w 362309"/>
              <a:gd name="connsiteY13" fmla="*/ 100229 h 361971"/>
              <a:gd name="connsiteX14" fmla="*/ 116936 w 362309"/>
              <a:gd name="connsiteY14" fmla="*/ 127680 h 361971"/>
              <a:gd name="connsiteX15" fmla="*/ 116936 w 362309"/>
              <a:gd name="connsiteY15" fmla="*/ 257913 h 361971"/>
              <a:gd name="connsiteX16" fmla="*/ 136745 w 362309"/>
              <a:gd name="connsiteY16" fmla="*/ 238122 h 361971"/>
              <a:gd name="connsiteX17" fmla="*/ 145691 w 362309"/>
              <a:gd name="connsiteY17" fmla="*/ 237484 h 361971"/>
              <a:gd name="connsiteX18" fmla="*/ 146330 w 362309"/>
              <a:gd name="connsiteY18" fmla="*/ 246422 h 361971"/>
              <a:gd name="connsiteX19" fmla="*/ 145691 w 362309"/>
              <a:gd name="connsiteY19" fmla="*/ 247060 h 361971"/>
              <a:gd name="connsiteX20" fmla="*/ 115658 w 362309"/>
              <a:gd name="connsiteY20" fmla="*/ 277065 h 361971"/>
              <a:gd name="connsiteX21" fmla="*/ 111185 w 362309"/>
              <a:gd name="connsiteY21" fmla="*/ 278980 h 361971"/>
              <a:gd name="connsiteX22" fmla="*/ 106712 w 362309"/>
              <a:gd name="connsiteY22" fmla="*/ 277065 h 361971"/>
              <a:gd name="connsiteX23" fmla="*/ 76040 w 362309"/>
              <a:gd name="connsiteY23" fmla="*/ 246422 h 361971"/>
              <a:gd name="connsiteX24" fmla="*/ 76679 w 362309"/>
              <a:gd name="connsiteY24" fmla="*/ 237484 h 361971"/>
              <a:gd name="connsiteX25" fmla="*/ 84986 w 362309"/>
              <a:gd name="connsiteY25" fmla="*/ 237484 h 361971"/>
              <a:gd name="connsiteX26" fmla="*/ 104156 w 362309"/>
              <a:gd name="connsiteY26" fmla="*/ 256636 h 361971"/>
              <a:gd name="connsiteX27" fmla="*/ 104156 w 362309"/>
              <a:gd name="connsiteY27" fmla="*/ 128318 h 361971"/>
              <a:gd name="connsiteX28" fmla="*/ 146969 w 362309"/>
              <a:gd name="connsiteY28" fmla="*/ 88738 h 361971"/>
              <a:gd name="connsiteX29" fmla="*/ 186586 w 362309"/>
              <a:gd name="connsiteY29" fmla="*/ 128318 h 361971"/>
              <a:gd name="connsiteX30" fmla="*/ 186586 w 362309"/>
              <a:gd name="connsiteY30" fmla="*/ 236846 h 361971"/>
              <a:gd name="connsiteX31" fmla="*/ 215341 w 362309"/>
              <a:gd name="connsiteY31" fmla="*/ 265574 h 361971"/>
              <a:gd name="connsiteX32" fmla="*/ 244096 w 362309"/>
              <a:gd name="connsiteY32" fmla="*/ 236846 h 361971"/>
              <a:gd name="connsiteX33" fmla="*/ 244096 w 362309"/>
              <a:gd name="connsiteY33" fmla="*/ 105336 h 361971"/>
              <a:gd name="connsiteX34" fmla="*/ 223648 w 362309"/>
              <a:gd name="connsiteY34" fmla="*/ 125765 h 361971"/>
              <a:gd name="connsiteX35" fmla="*/ 219175 w 362309"/>
              <a:gd name="connsiteY35" fmla="*/ 127680 h 361971"/>
              <a:gd name="connsiteX36" fmla="*/ 214702 w 362309"/>
              <a:gd name="connsiteY36" fmla="*/ 125765 h 361971"/>
              <a:gd name="connsiteX37" fmla="*/ 214702 w 362309"/>
              <a:gd name="connsiteY37" fmla="*/ 116827 h 361971"/>
              <a:gd name="connsiteX38" fmla="*/ 245374 w 362309"/>
              <a:gd name="connsiteY38" fmla="*/ 86184 h 361971"/>
              <a:gd name="connsiteX39" fmla="*/ 254320 w 362309"/>
              <a:gd name="connsiteY39" fmla="*/ 86184 h 361971"/>
              <a:gd name="connsiteX40" fmla="*/ 254320 w 362309"/>
              <a:gd name="connsiteY40" fmla="*/ 86184 h 361971"/>
              <a:gd name="connsiteX41" fmla="*/ 284352 w 362309"/>
              <a:gd name="connsiteY41" fmla="*/ 116189 h 361971"/>
              <a:gd name="connsiteX42" fmla="*/ 285630 w 362309"/>
              <a:gd name="connsiteY42" fmla="*/ 12512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2309" h="361971">
                <a:moveTo>
                  <a:pt x="180835" y="0"/>
                </a:moveTo>
                <a:cubicBezTo>
                  <a:pt x="80513" y="0"/>
                  <a:pt x="0" y="81077"/>
                  <a:pt x="0" y="181305"/>
                </a:cubicBezTo>
                <a:cubicBezTo>
                  <a:pt x="0" y="281533"/>
                  <a:pt x="81152" y="361972"/>
                  <a:pt x="181474" y="361972"/>
                </a:cubicBezTo>
                <a:cubicBezTo>
                  <a:pt x="281157" y="361972"/>
                  <a:pt x="362310" y="280895"/>
                  <a:pt x="362310" y="181305"/>
                </a:cubicBezTo>
                <a:cubicBezTo>
                  <a:pt x="362310" y="81077"/>
                  <a:pt x="281157" y="0"/>
                  <a:pt x="180835" y="0"/>
                </a:cubicBezTo>
                <a:lnTo>
                  <a:pt x="180835" y="0"/>
                </a:lnTo>
                <a:close/>
                <a:moveTo>
                  <a:pt x="285630" y="125126"/>
                </a:moveTo>
                <a:cubicBezTo>
                  <a:pt x="283074" y="127680"/>
                  <a:pt x="279240" y="127680"/>
                  <a:pt x="276684" y="125126"/>
                </a:cubicBezTo>
                <a:lnTo>
                  <a:pt x="257515" y="105974"/>
                </a:lnTo>
                <a:lnTo>
                  <a:pt x="257515" y="236207"/>
                </a:lnTo>
                <a:cubicBezTo>
                  <a:pt x="257515" y="259190"/>
                  <a:pt x="238984" y="277703"/>
                  <a:pt x="215980" y="277703"/>
                </a:cubicBezTo>
                <a:cubicBezTo>
                  <a:pt x="192976" y="277703"/>
                  <a:pt x="174445" y="259190"/>
                  <a:pt x="174445" y="236207"/>
                </a:cubicBezTo>
                <a:lnTo>
                  <a:pt x="174445" y="127680"/>
                </a:lnTo>
                <a:cubicBezTo>
                  <a:pt x="173806" y="111720"/>
                  <a:pt x="160387" y="99590"/>
                  <a:pt x="144413" y="100229"/>
                </a:cubicBezTo>
                <a:cubicBezTo>
                  <a:pt x="129716" y="100867"/>
                  <a:pt x="117575" y="112997"/>
                  <a:pt x="116936" y="127680"/>
                </a:cubicBezTo>
                <a:lnTo>
                  <a:pt x="116936" y="257913"/>
                </a:lnTo>
                <a:lnTo>
                  <a:pt x="136745" y="238122"/>
                </a:lnTo>
                <a:cubicBezTo>
                  <a:pt x="139301" y="235569"/>
                  <a:pt x="143135" y="234930"/>
                  <a:pt x="145691" y="237484"/>
                </a:cubicBezTo>
                <a:cubicBezTo>
                  <a:pt x="148247" y="240038"/>
                  <a:pt x="148886" y="243868"/>
                  <a:pt x="146330" y="246422"/>
                </a:cubicBezTo>
                <a:lnTo>
                  <a:pt x="145691" y="247060"/>
                </a:lnTo>
                <a:lnTo>
                  <a:pt x="115658" y="277065"/>
                </a:lnTo>
                <a:cubicBezTo>
                  <a:pt x="114380" y="278341"/>
                  <a:pt x="113102" y="278980"/>
                  <a:pt x="111185" y="278980"/>
                </a:cubicBezTo>
                <a:cubicBezTo>
                  <a:pt x="109268" y="278980"/>
                  <a:pt x="107990" y="278341"/>
                  <a:pt x="106712" y="277065"/>
                </a:cubicBezTo>
                <a:lnTo>
                  <a:pt x="76040" y="246422"/>
                </a:lnTo>
                <a:cubicBezTo>
                  <a:pt x="73484" y="243868"/>
                  <a:pt x="74123" y="239399"/>
                  <a:pt x="76679" y="237484"/>
                </a:cubicBezTo>
                <a:cubicBezTo>
                  <a:pt x="79235" y="235569"/>
                  <a:pt x="82430" y="235569"/>
                  <a:pt x="84986" y="237484"/>
                </a:cubicBezTo>
                <a:lnTo>
                  <a:pt x="104156" y="256636"/>
                </a:lnTo>
                <a:lnTo>
                  <a:pt x="104156" y="128318"/>
                </a:lnTo>
                <a:cubicBezTo>
                  <a:pt x="104795" y="105336"/>
                  <a:pt x="124604" y="87461"/>
                  <a:pt x="146969" y="88738"/>
                </a:cubicBezTo>
                <a:cubicBezTo>
                  <a:pt x="168695" y="89376"/>
                  <a:pt x="185947" y="106613"/>
                  <a:pt x="186586" y="128318"/>
                </a:cubicBezTo>
                <a:lnTo>
                  <a:pt x="186586" y="236846"/>
                </a:lnTo>
                <a:cubicBezTo>
                  <a:pt x="186586" y="252806"/>
                  <a:pt x="199366" y="265574"/>
                  <a:pt x="215341" y="265574"/>
                </a:cubicBezTo>
                <a:cubicBezTo>
                  <a:pt x="231316" y="265574"/>
                  <a:pt x="244096" y="252806"/>
                  <a:pt x="244096" y="236846"/>
                </a:cubicBezTo>
                <a:lnTo>
                  <a:pt x="244096" y="105336"/>
                </a:lnTo>
                <a:lnTo>
                  <a:pt x="223648" y="125765"/>
                </a:lnTo>
                <a:cubicBezTo>
                  <a:pt x="222370" y="127041"/>
                  <a:pt x="221092" y="127680"/>
                  <a:pt x="219175" y="127680"/>
                </a:cubicBezTo>
                <a:cubicBezTo>
                  <a:pt x="217258" y="127680"/>
                  <a:pt x="215980" y="127041"/>
                  <a:pt x="214702" y="125765"/>
                </a:cubicBezTo>
                <a:cubicBezTo>
                  <a:pt x="212146" y="123211"/>
                  <a:pt x="212146" y="119381"/>
                  <a:pt x="214702" y="116827"/>
                </a:cubicBezTo>
                <a:lnTo>
                  <a:pt x="245374" y="86184"/>
                </a:lnTo>
                <a:cubicBezTo>
                  <a:pt x="247930" y="83630"/>
                  <a:pt x="251764" y="83630"/>
                  <a:pt x="254320" y="86184"/>
                </a:cubicBezTo>
                <a:lnTo>
                  <a:pt x="254320" y="86184"/>
                </a:lnTo>
                <a:lnTo>
                  <a:pt x="284352" y="116189"/>
                </a:lnTo>
                <a:cubicBezTo>
                  <a:pt x="288186" y="118104"/>
                  <a:pt x="288186" y="122573"/>
                  <a:pt x="285630" y="125126"/>
                </a:cubicBezTo>
                <a:close/>
              </a:path>
            </a:pathLst>
          </a:custGeom>
          <a:solidFill>
            <a:srgbClr val="0076A8"/>
          </a:solidFill>
          <a:ln w="6390" cap="flat">
            <a:noFill/>
            <a:prstDash val="solid"/>
            <a:miter/>
          </a:ln>
        </p:spPr>
        <p:txBody>
          <a:bodyPr rtlCol="0" anchor="ctr"/>
          <a:lstStyle/>
          <a:p>
            <a:endParaRPr lang="en-US"/>
          </a:p>
        </p:txBody>
      </p:sp>
      <p:sp>
        <p:nvSpPr>
          <p:cNvPr id="391" name="Freeform 390">
            <a:extLst>
              <a:ext uri="{FF2B5EF4-FFF2-40B4-BE49-F238E27FC236}">
                <a16:creationId xmlns:a16="http://schemas.microsoft.com/office/drawing/2014/main" id="{D1CFF6DC-03E5-8344-A2B8-3A3163367C80}"/>
              </a:ext>
            </a:extLst>
          </p:cNvPr>
          <p:cNvSpPr/>
          <p:nvPr/>
        </p:nvSpPr>
        <p:spPr>
          <a:xfrm>
            <a:off x="2998797" y="918179"/>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1305 h 361971"/>
              <a:gd name="connsiteX4" fmla="*/ 180835 w 362309"/>
              <a:gd name="connsiteY4" fmla="*/ 0 h 361971"/>
              <a:gd name="connsiteX5" fmla="*/ 180835 w 362309"/>
              <a:gd name="connsiteY5" fmla="*/ 0 h 361971"/>
              <a:gd name="connsiteX6" fmla="*/ 263905 w 362309"/>
              <a:gd name="connsiteY6" fmla="*/ 239399 h 361971"/>
              <a:gd name="connsiteX7" fmla="*/ 97766 w 362309"/>
              <a:gd name="connsiteY7" fmla="*/ 239399 h 361971"/>
              <a:gd name="connsiteX8" fmla="*/ 91376 w 362309"/>
              <a:gd name="connsiteY8" fmla="*/ 233015 h 361971"/>
              <a:gd name="connsiteX9" fmla="*/ 97766 w 362309"/>
              <a:gd name="connsiteY9" fmla="*/ 226631 h 361971"/>
              <a:gd name="connsiteX10" fmla="*/ 263905 w 362309"/>
              <a:gd name="connsiteY10" fmla="*/ 226631 h 361971"/>
              <a:gd name="connsiteX11" fmla="*/ 270294 w 362309"/>
              <a:gd name="connsiteY11" fmla="*/ 233015 h 361971"/>
              <a:gd name="connsiteX12" fmla="*/ 263905 w 362309"/>
              <a:gd name="connsiteY12" fmla="*/ 239399 h 361971"/>
              <a:gd name="connsiteX13" fmla="*/ 263905 w 362309"/>
              <a:gd name="connsiteY13" fmla="*/ 239399 h 361971"/>
              <a:gd name="connsiteX14" fmla="*/ 263905 w 362309"/>
              <a:gd name="connsiteY14" fmla="*/ 187051 h 361971"/>
              <a:gd name="connsiteX15" fmla="*/ 97766 w 362309"/>
              <a:gd name="connsiteY15" fmla="*/ 187051 h 361971"/>
              <a:gd name="connsiteX16" fmla="*/ 91376 w 362309"/>
              <a:gd name="connsiteY16" fmla="*/ 180667 h 361971"/>
              <a:gd name="connsiteX17" fmla="*/ 97766 w 362309"/>
              <a:gd name="connsiteY17" fmla="*/ 174283 h 361971"/>
              <a:gd name="connsiteX18" fmla="*/ 263905 w 362309"/>
              <a:gd name="connsiteY18" fmla="*/ 174283 h 361971"/>
              <a:gd name="connsiteX19" fmla="*/ 270294 w 362309"/>
              <a:gd name="connsiteY19" fmla="*/ 180667 h 361971"/>
              <a:gd name="connsiteX20" fmla="*/ 263905 w 362309"/>
              <a:gd name="connsiteY20" fmla="*/ 187051 h 361971"/>
              <a:gd name="connsiteX21" fmla="*/ 263905 w 362309"/>
              <a:gd name="connsiteY21" fmla="*/ 187051 h 361971"/>
              <a:gd name="connsiteX22" fmla="*/ 263905 w 362309"/>
              <a:gd name="connsiteY22" fmla="*/ 134702 h 361971"/>
              <a:gd name="connsiteX23" fmla="*/ 97766 w 362309"/>
              <a:gd name="connsiteY23" fmla="*/ 134702 h 361971"/>
              <a:gd name="connsiteX24" fmla="*/ 91376 w 362309"/>
              <a:gd name="connsiteY24" fmla="*/ 128318 h 361971"/>
              <a:gd name="connsiteX25" fmla="*/ 97766 w 362309"/>
              <a:gd name="connsiteY25" fmla="*/ 121934 h 361971"/>
              <a:gd name="connsiteX26" fmla="*/ 263905 w 362309"/>
              <a:gd name="connsiteY26" fmla="*/ 121934 h 361971"/>
              <a:gd name="connsiteX27" fmla="*/ 270294 w 362309"/>
              <a:gd name="connsiteY27" fmla="*/ 128318 h 361971"/>
              <a:gd name="connsiteX28" fmla="*/ 263905 w 362309"/>
              <a:gd name="connsiteY28" fmla="*/ 134702 h 361971"/>
              <a:gd name="connsiteX29" fmla="*/ 263905 w 362309"/>
              <a:gd name="connsiteY29" fmla="*/ 13470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1305"/>
                </a:cubicBezTo>
                <a:cubicBezTo>
                  <a:pt x="362310" y="81077"/>
                  <a:pt x="281157" y="0"/>
                  <a:pt x="180835" y="0"/>
                </a:cubicBezTo>
                <a:lnTo>
                  <a:pt x="180835" y="0"/>
                </a:lnTo>
                <a:close/>
                <a:moveTo>
                  <a:pt x="263905" y="239399"/>
                </a:moveTo>
                <a:lnTo>
                  <a:pt x="97766" y="239399"/>
                </a:lnTo>
                <a:cubicBezTo>
                  <a:pt x="93932" y="239399"/>
                  <a:pt x="91376" y="236846"/>
                  <a:pt x="91376" y="233015"/>
                </a:cubicBezTo>
                <a:cubicBezTo>
                  <a:pt x="91376" y="229185"/>
                  <a:pt x="93932" y="226631"/>
                  <a:pt x="97766" y="226631"/>
                </a:cubicBezTo>
                <a:lnTo>
                  <a:pt x="263905" y="226631"/>
                </a:lnTo>
                <a:cubicBezTo>
                  <a:pt x="267739" y="226631"/>
                  <a:pt x="270294" y="229185"/>
                  <a:pt x="270294" y="233015"/>
                </a:cubicBezTo>
                <a:cubicBezTo>
                  <a:pt x="270294" y="236846"/>
                  <a:pt x="267739" y="239399"/>
                  <a:pt x="263905" y="239399"/>
                </a:cubicBezTo>
                <a:lnTo>
                  <a:pt x="263905" y="239399"/>
                </a:lnTo>
                <a:close/>
                <a:moveTo>
                  <a:pt x="263905" y="187051"/>
                </a:moveTo>
                <a:lnTo>
                  <a:pt x="97766" y="187051"/>
                </a:lnTo>
                <a:cubicBezTo>
                  <a:pt x="93932" y="187051"/>
                  <a:pt x="91376" y="184497"/>
                  <a:pt x="91376" y="180667"/>
                </a:cubicBezTo>
                <a:cubicBezTo>
                  <a:pt x="91376" y="176836"/>
                  <a:pt x="93932" y="174283"/>
                  <a:pt x="97766" y="174283"/>
                </a:cubicBezTo>
                <a:lnTo>
                  <a:pt x="263905" y="174283"/>
                </a:lnTo>
                <a:cubicBezTo>
                  <a:pt x="267739" y="174283"/>
                  <a:pt x="270294" y="176836"/>
                  <a:pt x="270294" y="180667"/>
                </a:cubicBezTo>
                <a:cubicBezTo>
                  <a:pt x="270294" y="184497"/>
                  <a:pt x="267739" y="187051"/>
                  <a:pt x="263905" y="187051"/>
                </a:cubicBezTo>
                <a:lnTo>
                  <a:pt x="263905" y="187051"/>
                </a:lnTo>
                <a:close/>
                <a:moveTo>
                  <a:pt x="263905" y="134702"/>
                </a:moveTo>
                <a:lnTo>
                  <a:pt x="97766" y="134702"/>
                </a:lnTo>
                <a:cubicBezTo>
                  <a:pt x="93932" y="134702"/>
                  <a:pt x="91376" y="132148"/>
                  <a:pt x="91376" y="128318"/>
                </a:cubicBezTo>
                <a:cubicBezTo>
                  <a:pt x="91376" y="124488"/>
                  <a:pt x="93932" y="121934"/>
                  <a:pt x="97766" y="121934"/>
                </a:cubicBezTo>
                <a:lnTo>
                  <a:pt x="263905" y="121934"/>
                </a:lnTo>
                <a:cubicBezTo>
                  <a:pt x="267739" y="121934"/>
                  <a:pt x="270294" y="124488"/>
                  <a:pt x="270294" y="128318"/>
                </a:cubicBezTo>
                <a:cubicBezTo>
                  <a:pt x="270294" y="132148"/>
                  <a:pt x="267739" y="134702"/>
                  <a:pt x="263905" y="134702"/>
                </a:cubicBezTo>
                <a:lnTo>
                  <a:pt x="263905" y="134702"/>
                </a:lnTo>
                <a:close/>
              </a:path>
            </a:pathLst>
          </a:custGeom>
          <a:solidFill>
            <a:srgbClr val="0076A8"/>
          </a:solidFill>
          <a:ln w="6390" cap="flat">
            <a:noFill/>
            <a:prstDash val="solid"/>
            <a:miter/>
          </a:ln>
        </p:spPr>
        <p:txBody>
          <a:bodyPr rtlCol="0" anchor="ctr"/>
          <a:lstStyle/>
          <a:p>
            <a:endParaRPr lang="en-US"/>
          </a:p>
        </p:txBody>
      </p:sp>
      <p:sp>
        <p:nvSpPr>
          <p:cNvPr id="392" name="Freeform 391">
            <a:extLst>
              <a:ext uri="{FF2B5EF4-FFF2-40B4-BE49-F238E27FC236}">
                <a16:creationId xmlns:a16="http://schemas.microsoft.com/office/drawing/2014/main" id="{59F7784E-1860-694C-A697-B8D708E6C628}"/>
              </a:ext>
            </a:extLst>
          </p:cNvPr>
          <p:cNvSpPr/>
          <p:nvPr/>
        </p:nvSpPr>
        <p:spPr>
          <a:xfrm>
            <a:off x="2998797" y="1402244"/>
            <a:ext cx="362309" cy="362450"/>
          </a:xfrm>
          <a:custGeom>
            <a:avLst/>
            <a:gdLst>
              <a:gd name="connsiteX0" fmla="*/ 180835 w 362309"/>
              <a:gd name="connsiteY0" fmla="*/ 479 h 362450"/>
              <a:gd name="connsiteX1" fmla="*/ 0 w 362309"/>
              <a:gd name="connsiteY1" fmla="*/ 181784 h 362450"/>
              <a:gd name="connsiteX2" fmla="*/ 181474 w 362309"/>
              <a:gd name="connsiteY2" fmla="*/ 362451 h 362450"/>
              <a:gd name="connsiteX3" fmla="*/ 362310 w 362309"/>
              <a:gd name="connsiteY3" fmla="*/ 181145 h 362450"/>
              <a:gd name="connsiteX4" fmla="*/ 180835 w 362309"/>
              <a:gd name="connsiteY4" fmla="*/ 479 h 362450"/>
              <a:gd name="connsiteX5" fmla="*/ 180835 w 362309"/>
              <a:gd name="connsiteY5" fmla="*/ 479 h 362450"/>
              <a:gd name="connsiteX6" fmla="*/ 286908 w 362309"/>
              <a:gd name="connsiteY6" fmla="*/ 184976 h 362450"/>
              <a:gd name="connsiteX7" fmla="*/ 254959 w 362309"/>
              <a:gd name="connsiteY7" fmla="*/ 216896 h 362450"/>
              <a:gd name="connsiteX8" fmla="*/ 246013 w 362309"/>
              <a:gd name="connsiteY8" fmla="*/ 216896 h 362450"/>
              <a:gd name="connsiteX9" fmla="*/ 246013 w 362309"/>
              <a:gd name="connsiteY9" fmla="*/ 207958 h 362450"/>
              <a:gd name="connsiteX10" fmla="*/ 266460 w 362309"/>
              <a:gd name="connsiteY10" fmla="*/ 187529 h 362450"/>
              <a:gd name="connsiteX11" fmla="*/ 187864 w 362309"/>
              <a:gd name="connsiteY11" fmla="*/ 187529 h 362450"/>
              <a:gd name="connsiteX12" fmla="*/ 187864 w 362309"/>
              <a:gd name="connsiteY12" fmla="*/ 267968 h 362450"/>
              <a:gd name="connsiteX13" fmla="*/ 207673 w 362309"/>
              <a:gd name="connsiteY13" fmla="*/ 248177 h 362450"/>
              <a:gd name="connsiteX14" fmla="*/ 216619 w 362309"/>
              <a:gd name="connsiteY14" fmla="*/ 248177 h 362450"/>
              <a:gd name="connsiteX15" fmla="*/ 216619 w 362309"/>
              <a:gd name="connsiteY15" fmla="*/ 257115 h 362450"/>
              <a:gd name="connsiteX16" fmla="*/ 216619 w 362309"/>
              <a:gd name="connsiteY16" fmla="*/ 257115 h 362450"/>
              <a:gd name="connsiteX17" fmla="*/ 186586 w 362309"/>
              <a:gd name="connsiteY17" fmla="*/ 287120 h 362450"/>
              <a:gd name="connsiteX18" fmla="*/ 182113 w 362309"/>
              <a:gd name="connsiteY18" fmla="*/ 289035 h 362450"/>
              <a:gd name="connsiteX19" fmla="*/ 177640 w 362309"/>
              <a:gd name="connsiteY19" fmla="*/ 287120 h 362450"/>
              <a:gd name="connsiteX20" fmla="*/ 146969 w 362309"/>
              <a:gd name="connsiteY20" fmla="*/ 256477 h 362450"/>
              <a:gd name="connsiteX21" fmla="*/ 146969 w 362309"/>
              <a:gd name="connsiteY21" fmla="*/ 247539 h 362450"/>
              <a:gd name="connsiteX22" fmla="*/ 146969 w 362309"/>
              <a:gd name="connsiteY22" fmla="*/ 247539 h 362450"/>
              <a:gd name="connsiteX23" fmla="*/ 155915 w 362309"/>
              <a:gd name="connsiteY23" fmla="*/ 247539 h 362450"/>
              <a:gd name="connsiteX24" fmla="*/ 175084 w 362309"/>
              <a:gd name="connsiteY24" fmla="*/ 266691 h 362450"/>
              <a:gd name="connsiteX25" fmla="*/ 175084 w 362309"/>
              <a:gd name="connsiteY25" fmla="*/ 186891 h 362450"/>
              <a:gd name="connsiteX26" fmla="*/ 95210 w 362309"/>
              <a:gd name="connsiteY26" fmla="*/ 186891 h 362450"/>
              <a:gd name="connsiteX27" fmla="*/ 115658 w 362309"/>
              <a:gd name="connsiteY27" fmla="*/ 207320 h 362450"/>
              <a:gd name="connsiteX28" fmla="*/ 115658 w 362309"/>
              <a:gd name="connsiteY28" fmla="*/ 216257 h 362450"/>
              <a:gd name="connsiteX29" fmla="*/ 106712 w 362309"/>
              <a:gd name="connsiteY29" fmla="*/ 216257 h 362450"/>
              <a:gd name="connsiteX30" fmla="*/ 106712 w 362309"/>
              <a:gd name="connsiteY30" fmla="*/ 216257 h 362450"/>
              <a:gd name="connsiteX31" fmla="*/ 74762 w 362309"/>
              <a:gd name="connsiteY31" fmla="*/ 184337 h 362450"/>
              <a:gd name="connsiteX32" fmla="*/ 74762 w 362309"/>
              <a:gd name="connsiteY32" fmla="*/ 175400 h 362450"/>
              <a:gd name="connsiteX33" fmla="*/ 104795 w 362309"/>
              <a:gd name="connsiteY33" fmla="*/ 145395 h 362450"/>
              <a:gd name="connsiteX34" fmla="*/ 113741 w 362309"/>
              <a:gd name="connsiteY34" fmla="*/ 146034 h 362450"/>
              <a:gd name="connsiteX35" fmla="*/ 113741 w 362309"/>
              <a:gd name="connsiteY35" fmla="*/ 154333 h 362450"/>
              <a:gd name="connsiteX36" fmla="*/ 93932 w 362309"/>
              <a:gd name="connsiteY36" fmla="*/ 174123 h 362450"/>
              <a:gd name="connsiteX37" fmla="*/ 174445 w 362309"/>
              <a:gd name="connsiteY37" fmla="*/ 174123 h 362450"/>
              <a:gd name="connsiteX38" fmla="*/ 174445 w 362309"/>
              <a:gd name="connsiteY38" fmla="*/ 95600 h 362450"/>
              <a:gd name="connsiteX39" fmla="*/ 154637 w 362309"/>
              <a:gd name="connsiteY39" fmla="*/ 115391 h 362450"/>
              <a:gd name="connsiteX40" fmla="*/ 145691 w 362309"/>
              <a:gd name="connsiteY40" fmla="*/ 115391 h 362450"/>
              <a:gd name="connsiteX41" fmla="*/ 145691 w 362309"/>
              <a:gd name="connsiteY41" fmla="*/ 106453 h 362450"/>
              <a:gd name="connsiteX42" fmla="*/ 177001 w 362309"/>
              <a:gd name="connsiteY42" fmla="*/ 75171 h 362450"/>
              <a:gd name="connsiteX43" fmla="*/ 185947 w 362309"/>
              <a:gd name="connsiteY43" fmla="*/ 75171 h 362450"/>
              <a:gd name="connsiteX44" fmla="*/ 185947 w 362309"/>
              <a:gd name="connsiteY44" fmla="*/ 75171 h 362450"/>
              <a:gd name="connsiteX45" fmla="*/ 215980 w 362309"/>
              <a:gd name="connsiteY45" fmla="*/ 105176 h 362450"/>
              <a:gd name="connsiteX46" fmla="*/ 216619 w 362309"/>
              <a:gd name="connsiteY46" fmla="*/ 114114 h 362450"/>
              <a:gd name="connsiteX47" fmla="*/ 207673 w 362309"/>
              <a:gd name="connsiteY47" fmla="*/ 114752 h 362450"/>
              <a:gd name="connsiteX48" fmla="*/ 207034 w 362309"/>
              <a:gd name="connsiteY48" fmla="*/ 114114 h 362450"/>
              <a:gd name="connsiteX49" fmla="*/ 187225 w 362309"/>
              <a:gd name="connsiteY49" fmla="*/ 94323 h 362450"/>
              <a:gd name="connsiteX50" fmla="*/ 187225 w 362309"/>
              <a:gd name="connsiteY50" fmla="*/ 174123 h 362450"/>
              <a:gd name="connsiteX51" fmla="*/ 267100 w 362309"/>
              <a:gd name="connsiteY51" fmla="*/ 174123 h 362450"/>
              <a:gd name="connsiteX52" fmla="*/ 247291 w 362309"/>
              <a:gd name="connsiteY52" fmla="*/ 154333 h 362450"/>
              <a:gd name="connsiteX53" fmla="*/ 246652 w 362309"/>
              <a:gd name="connsiteY53" fmla="*/ 145395 h 362450"/>
              <a:gd name="connsiteX54" fmla="*/ 255597 w 362309"/>
              <a:gd name="connsiteY54" fmla="*/ 144757 h 362450"/>
              <a:gd name="connsiteX55" fmla="*/ 256237 w 362309"/>
              <a:gd name="connsiteY55" fmla="*/ 145395 h 362450"/>
              <a:gd name="connsiteX56" fmla="*/ 286269 w 362309"/>
              <a:gd name="connsiteY56" fmla="*/ 175400 h 362450"/>
              <a:gd name="connsiteX57" fmla="*/ 286908 w 362309"/>
              <a:gd name="connsiteY57" fmla="*/ 184976 h 362450"/>
              <a:gd name="connsiteX58" fmla="*/ 286908 w 362309"/>
              <a:gd name="connsiteY58" fmla="*/ 184976 h 36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62309" h="362450">
                <a:moveTo>
                  <a:pt x="180835" y="479"/>
                </a:moveTo>
                <a:cubicBezTo>
                  <a:pt x="80513" y="479"/>
                  <a:pt x="0" y="81555"/>
                  <a:pt x="0" y="181784"/>
                </a:cubicBezTo>
                <a:cubicBezTo>
                  <a:pt x="0" y="282013"/>
                  <a:pt x="81152" y="362451"/>
                  <a:pt x="181474" y="362451"/>
                </a:cubicBezTo>
                <a:cubicBezTo>
                  <a:pt x="281157" y="362451"/>
                  <a:pt x="362310" y="281374"/>
                  <a:pt x="362310" y="181145"/>
                </a:cubicBezTo>
                <a:cubicBezTo>
                  <a:pt x="362310" y="80917"/>
                  <a:pt x="281157" y="-160"/>
                  <a:pt x="180835" y="479"/>
                </a:cubicBezTo>
                <a:cubicBezTo>
                  <a:pt x="180835" y="-160"/>
                  <a:pt x="180835" y="-160"/>
                  <a:pt x="180835" y="479"/>
                </a:cubicBezTo>
                <a:close/>
                <a:moveTo>
                  <a:pt x="286908" y="184976"/>
                </a:moveTo>
                <a:lnTo>
                  <a:pt x="254959" y="216896"/>
                </a:lnTo>
                <a:cubicBezTo>
                  <a:pt x="252403" y="219449"/>
                  <a:pt x="248569" y="219449"/>
                  <a:pt x="246013" y="216896"/>
                </a:cubicBezTo>
                <a:cubicBezTo>
                  <a:pt x="243457" y="214342"/>
                  <a:pt x="243457" y="210512"/>
                  <a:pt x="246013" y="207958"/>
                </a:cubicBezTo>
                <a:lnTo>
                  <a:pt x="266460" y="187529"/>
                </a:lnTo>
                <a:lnTo>
                  <a:pt x="187864" y="187529"/>
                </a:lnTo>
                <a:lnTo>
                  <a:pt x="187864" y="267968"/>
                </a:lnTo>
                <a:lnTo>
                  <a:pt x="207673" y="248177"/>
                </a:lnTo>
                <a:cubicBezTo>
                  <a:pt x="210229" y="245624"/>
                  <a:pt x="214063" y="245624"/>
                  <a:pt x="216619" y="248177"/>
                </a:cubicBezTo>
                <a:cubicBezTo>
                  <a:pt x="219175" y="250731"/>
                  <a:pt x="219175" y="254561"/>
                  <a:pt x="216619" y="257115"/>
                </a:cubicBezTo>
                <a:lnTo>
                  <a:pt x="216619" y="257115"/>
                </a:lnTo>
                <a:lnTo>
                  <a:pt x="186586" y="287120"/>
                </a:lnTo>
                <a:cubicBezTo>
                  <a:pt x="185308" y="288396"/>
                  <a:pt x="184030" y="289035"/>
                  <a:pt x="182113" y="289035"/>
                </a:cubicBezTo>
                <a:cubicBezTo>
                  <a:pt x="180196" y="289035"/>
                  <a:pt x="178918" y="288396"/>
                  <a:pt x="177640" y="287120"/>
                </a:cubicBezTo>
                <a:lnTo>
                  <a:pt x="146969" y="256477"/>
                </a:lnTo>
                <a:cubicBezTo>
                  <a:pt x="144413" y="253923"/>
                  <a:pt x="144413" y="250093"/>
                  <a:pt x="146969" y="247539"/>
                </a:cubicBezTo>
                <a:lnTo>
                  <a:pt x="146969" y="247539"/>
                </a:lnTo>
                <a:cubicBezTo>
                  <a:pt x="149525" y="244985"/>
                  <a:pt x="153358" y="244985"/>
                  <a:pt x="155915" y="247539"/>
                </a:cubicBezTo>
                <a:lnTo>
                  <a:pt x="175084" y="266691"/>
                </a:lnTo>
                <a:lnTo>
                  <a:pt x="175084" y="186891"/>
                </a:lnTo>
                <a:lnTo>
                  <a:pt x="95210" y="186891"/>
                </a:lnTo>
                <a:lnTo>
                  <a:pt x="115658" y="207320"/>
                </a:lnTo>
                <a:cubicBezTo>
                  <a:pt x="118214" y="209873"/>
                  <a:pt x="118214" y="213704"/>
                  <a:pt x="115658" y="216257"/>
                </a:cubicBezTo>
                <a:cubicBezTo>
                  <a:pt x="113102" y="218811"/>
                  <a:pt x="109268" y="218811"/>
                  <a:pt x="106712" y="216257"/>
                </a:cubicBezTo>
                <a:lnTo>
                  <a:pt x="106712" y="216257"/>
                </a:lnTo>
                <a:lnTo>
                  <a:pt x="74762" y="184337"/>
                </a:lnTo>
                <a:cubicBezTo>
                  <a:pt x="72206" y="181784"/>
                  <a:pt x="72206" y="177953"/>
                  <a:pt x="74762" y="175400"/>
                </a:cubicBezTo>
                <a:lnTo>
                  <a:pt x="104795" y="145395"/>
                </a:lnTo>
                <a:cubicBezTo>
                  <a:pt x="107351" y="142842"/>
                  <a:pt x="111824" y="143480"/>
                  <a:pt x="113741" y="146034"/>
                </a:cubicBezTo>
                <a:cubicBezTo>
                  <a:pt x="115658" y="148587"/>
                  <a:pt x="115658" y="151779"/>
                  <a:pt x="113741" y="154333"/>
                </a:cubicBezTo>
                <a:lnTo>
                  <a:pt x="93932" y="174123"/>
                </a:lnTo>
                <a:lnTo>
                  <a:pt x="174445" y="174123"/>
                </a:lnTo>
                <a:lnTo>
                  <a:pt x="174445" y="95600"/>
                </a:lnTo>
                <a:lnTo>
                  <a:pt x="154637" y="115391"/>
                </a:lnTo>
                <a:cubicBezTo>
                  <a:pt x="152081" y="117944"/>
                  <a:pt x="148247" y="117944"/>
                  <a:pt x="145691" y="115391"/>
                </a:cubicBezTo>
                <a:cubicBezTo>
                  <a:pt x="143135" y="112837"/>
                  <a:pt x="143135" y="109007"/>
                  <a:pt x="145691" y="106453"/>
                </a:cubicBezTo>
                <a:lnTo>
                  <a:pt x="177001" y="75171"/>
                </a:lnTo>
                <a:cubicBezTo>
                  <a:pt x="179557" y="72618"/>
                  <a:pt x="183391" y="72618"/>
                  <a:pt x="185947" y="75171"/>
                </a:cubicBezTo>
                <a:lnTo>
                  <a:pt x="185947" y="75171"/>
                </a:lnTo>
                <a:lnTo>
                  <a:pt x="215980" y="105176"/>
                </a:lnTo>
                <a:cubicBezTo>
                  <a:pt x="218536" y="107730"/>
                  <a:pt x="219175" y="111560"/>
                  <a:pt x="216619" y="114114"/>
                </a:cubicBezTo>
                <a:cubicBezTo>
                  <a:pt x="214063" y="116667"/>
                  <a:pt x="210229" y="117306"/>
                  <a:pt x="207673" y="114752"/>
                </a:cubicBezTo>
                <a:lnTo>
                  <a:pt x="207034" y="114114"/>
                </a:lnTo>
                <a:lnTo>
                  <a:pt x="187225" y="94323"/>
                </a:lnTo>
                <a:lnTo>
                  <a:pt x="187225" y="174123"/>
                </a:lnTo>
                <a:lnTo>
                  <a:pt x="267100" y="174123"/>
                </a:lnTo>
                <a:lnTo>
                  <a:pt x="247291" y="154333"/>
                </a:lnTo>
                <a:cubicBezTo>
                  <a:pt x="244735" y="151779"/>
                  <a:pt x="244096" y="147949"/>
                  <a:pt x="246652" y="145395"/>
                </a:cubicBezTo>
                <a:cubicBezTo>
                  <a:pt x="249208" y="142842"/>
                  <a:pt x="253042" y="142203"/>
                  <a:pt x="255597" y="144757"/>
                </a:cubicBezTo>
                <a:lnTo>
                  <a:pt x="256237" y="145395"/>
                </a:lnTo>
                <a:lnTo>
                  <a:pt x="286269" y="175400"/>
                </a:lnTo>
                <a:cubicBezTo>
                  <a:pt x="289464" y="178592"/>
                  <a:pt x="289464" y="182422"/>
                  <a:pt x="286908" y="184976"/>
                </a:cubicBezTo>
                <a:lnTo>
                  <a:pt x="286908" y="184976"/>
                </a:lnTo>
                <a:close/>
              </a:path>
            </a:pathLst>
          </a:custGeom>
          <a:solidFill>
            <a:srgbClr val="0076A8"/>
          </a:solidFill>
          <a:ln w="6390" cap="flat">
            <a:noFill/>
            <a:prstDash val="solid"/>
            <a:miter/>
          </a:ln>
        </p:spPr>
        <p:txBody>
          <a:bodyPr rtlCol="0" anchor="ctr"/>
          <a:lstStyle/>
          <a:p>
            <a:endParaRPr lang="en-US"/>
          </a:p>
        </p:txBody>
      </p:sp>
      <p:sp>
        <p:nvSpPr>
          <p:cNvPr id="393" name="Freeform 392">
            <a:extLst>
              <a:ext uri="{FF2B5EF4-FFF2-40B4-BE49-F238E27FC236}">
                <a16:creationId xmlns:a16="http://schemas.microsoft.com/office/drawing/2014/main" id="{EA9176BE-CEB5-2349-ADAF-62B438A8018B}"/>
              </a:ext>
            </a:extLst>
          </p:cNvPr>
          <p:cNvSpPr/>
          <p:nvPr/>
        </p:nvSpPr>
        <p:spPr>
          <a:xfrm>
            <a:off x="905454" y="4793256"/>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86269 w 362309"/>
              <a:gd name="connsiteY6" fmla="*/ 109805 h 361971"/>
              <a:gd name="connsiteX7" fmla="*/ 141218 w 362309"/>
              <a:gd name="connsiteY7" fmla="*/ 260466 h 361971"/>
              <a:gd name="connsiteX8" fmla="*/ 136745 w 362309"/>
              <a:gd name="connsiteY8" fmla="*/ 262382 h 361971"/>
              <a:gd name="connsiteX9" fmla="*/ 136745 w 362309"/>
              <a:gd name="connsiteY9" fmla="*/ 262382 h 361971"/>
              <a:gd name="connsiteX10" fmla="*/ 132272 w 362309"/>
              <a:gd name="connsiteY10" fmla="*/ 260466 h 361971"/>
              <a:gd name="connsiteX11" fmla="*/ 76040 w 362309"/>
              <a:gd name="connsiteY11" fmla="*/ 203011 h 361971"/>
              <a:gd name="connsiteX12" fmla="*/ 76040 w 362309"/>
              <a:gd name="connsiteY12" fmla="*/ 194073 h 361971"/>
              <a:gd name="connsiteX13" fmla="*/ 84986 w 362309"/>
              <a:gd name="connsiteY13" fmla="*/ 194073 h 361971"/>
              <a:gd name="connsiteX14" fmla="*/ 84986 w 362309"/>
              <a:gd name="connsiteY14" fmla="*/ 194073 h 361971"/>
              <a:gd name="connsiteX15" fmla="*/ 136745 w 362309"/>
              <a:gd name="connsiteY15" fmla="*/ 246422 h 361971"/>
              <a:gd name="connsiteX16" fmla="*/ 276684 w 362309"/>
              <a:gd name="connsiteY16" fmla="*/ 100867 h 361971"/>
              <a:gd name="connsiteX17" fmla="*/ 285630 w 362309"/>
              <a:gd name="connsiteY17" fmla="*/ 100867 h 361971"/>
              <a:gd name="connsiteX18" fmla="*/ 286269 w 362309"/>
              <a:gd name="connsiteY18" fmla="*/ 109805 h 361971"/>
              <a:gd name="connsiteX19" fmla="*/ 286269 w 362309"/>
              <a:gd name="connsiteY19" fmla="*/ 10980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0438"/>
                  <a:pt x="281157" y="0"/>
                  <a:pt x="180835" y="0"/>
                </a:cubicBezTo>
                <a:close/>
                <a:moveTo>
                  <a:pt x="286269" y="109805"/>
                </a:moveTo>
                <a:lnTo>
                  <a:pt x="141218" y="260466"/>
                </a:lnTo>
                <a:cubicBezTo>
                  <a:pt x="139940" y="261743"/>
                  <a:pt x="138662" y="262382"/>
                  <a:pt x="136745" y="262382"/>
                </a:cubicBezTo>
                <a:lnTo>
                  <a:pt x="136745" y="262382"/>
                </a:lnTo>
                <a:cubicBezTo>
                  <a:pt x="134828" y="262382"/>
                  <a:pt x="133550" y="261743"/>
                  <a:pt x="132272" y="260466"/>
                </a:cubicBezTo>
                <a:lnTo>
                  <a:pt x="76040" y="203011"/>
                </a:lnTo>
                <a:cubicBezTo>
                  <a:pt x="73484" y="200457"/>
                  <a:pt x="73484" y="196627"/>
                  <a:pt x="76040" y="194073"/>
                </a:cubicBezTo>
                <a:cubicBezTo>
                  <a:pt x="78596" y="191519"/>
                  <a:pt x="82430" y="191519"/>
                  <a:pt x="84986" y="194073"/>
                </a:cubicBezTo>
                <a:lnTo>
                  <a:pt x="84986" y="194073"/>
                </a:lnTo>
                <a:lnTo>
                  <a:pt x="136745" y="246422"/>
                </a:lnTo>
                <a:lnTo>
                  <a:pt x="276684" y="100867"/>
                </a:lnTo>
                <a:cubicBezTo>
                  <a:pt x="279240" y="98313"/>
                  <a:pt x="283074" y="98313"/>
                  <a:pt x="285630" y="100867"/>
                </a:cubicBezTo>
                <a:cubicBezTo>
                  <a:pt x="288825" y="103421"/>
                  <a:pt x="288825" y="107251"/>
                  <a:pt x="286269" y="109805"/>
                </a:cubicBezTo>
                <a:lnTo>
                  <a:pt x="286269" y="109805"/>
                </a:lnTo>
                <a:close/>
              </a:path>
            </a:pathLst>
          </a:custGeom>
          <a:solidFill>
            <a:srgbClr val="0076A8"/>
          </a:solidFill>
          <a:ln w="6390" cap="flat">
            <a:noFill/>
            <a:prstDash val="solid"/>
            <a:miter/>
          </a:ln>
        </p:spPr>
        <p:txBody>
          <a:bodyPr rtlCol="0" anchor="ctr"/>
          <a:lstStyle/>
          <a:p>
            <a:endParaRPr lang="en-US"/>
          </a:p>
        </p:txBody>
      </p:sp>
      <p:sp>
        <p:nvSpPr>
          <p:cNvPr id="415" name="Freeform 414">
            <a:extLst>
              <a:ext uri="{FF2B5EF4-FFF2-40B4-BE49-F238E27FC236}">
                <a16:creationId xmlns:a16="http://schemas.microsoft.com/office/drawing/2014/main" id="{5EEE2FB6-2E7E-834C-9695-9A790E6F3E6A}"/>
              </a:ext>
            </a:extLst>
          </p:cNvPr>
          <p:cNvSpPr/>
          <p:nvPr/>
        </p:nvSpPr>
        <p:spPr>
          <a:xfrm>
            <a:off x="905454" y="28557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269655 w 362309"/>
              <a:gd name="connsiteY6" fmla="*/ 259828 h 361971"/>
              <a:gd name="connsiteX7" fmla="*/ 269655 w 362309"/>
              <a:gd name="connsiteY7" fmla="*/ 268766 h 361971"/>
              <a:gd name="connsiteX8" fmla="*/ 265182 w 362309"/>
              <a:gd name="connsiteY8" fmla="*/ 270681 h 361971"/>
              <a:gd name="connsiteX9" fmla="*/ 260709 w 362309"/>
              <a:gd name="connsiteY9" fmla="*/ 268766 h 361971"/>
              <a:gd name="connsiteX10" fmla="*/ 180835 w 362309"/>
              <a:gd name="connsiteY10" fmla="*/ 189604 h 361971"/>
              <a:gd name="connsiteX11" fmla="*/ 100961 w 362309"/>
              <a:gd name="connsiteY11" fmla="*/ 268766 h 361971"/>
              <a:gd name="connsiteX12" fmla="*/ 92015 w 362309"/>
              <a:gd name="connsiteY12" fmla="*/ 268766 h 361971"/>
              <a:gd name="connsiteX13" fmla="*/ 92015 w 362309"/>
              <a:gd name="connsiteY13" fmla="*/ 259828 h 361971"/>
              <a:gd name="connsiteX14" fmla="*/ 92015 w 362309"/>
              <a:gd name="connsiteY14" fmla="*/ 259828 h 361971"/>
              <a:gd name="connsiteX15" fmla="*/ 171889 w 362309"/>
              <a:gd name="connsiteY15" fmla="*/ 180667 h 361971"/>
              <a:gd name="connsiteX16" fmla="*/ 92654 w 362309"/>
              <a:gd name="connsiteY16" fmla="*/ 101505 h 361971"/>
              <a:gd name="connsiteX17" fmla="*/ 92654 w 362309"/>
              <a:gd name="connsiteY17" fmla="*/ 92568 h 361971"/>
              <a:gd name="connsiteX18" fmla="*/ 101600 w 362309"/>
              <a:gd name="connsiteY18" fmla="*/ 92568 h 361971"/>
              <a:gd name="connsiteX19" fmla="*/ 101600 w 362309"/>
              <a:gd name="connsiteY19" fmla="*/ 92568 h 361971"/>
              <a:gd name="connsiteX20" fmla="*/ 180835 w 362309"/>
              <a:gd name="connsiteY20" fmla="*/ 171729 h 361971"/>
              <a:gd name="connsiteX21" fmla="*/ 260709 w 362309"/>
              <a:gd name="connsiteY21" fmla="*/ 92568 h 361971"/>
              <a:gd name="connsiteX22" fmla="*/ 269655 w 362309"/>
              <a:gd name="connsiteY22" fmla="*/ 92568 h 361971"/>
              <a:gd name="connsiteX23" fmla="*/ 269655 w 362309"/>
              <a:gd name="connsiteY23" fmla="*/ 101505 h 361971"/>
              <a:gd name="connsiteX24" fmla="*/ 190420 w 362309"/>
              <a:gd name="connsiteY24" fmla="*/ 180667 h 361971"/>
              <a:gd name="connsiteX25" fmla="*/ 269655 w 362309"/>
              <a:gd name="connsiteY25" fmla="*/ 25982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2309" h="361971">
                <a:moveTo>
                  <a:pt x="180835" y="0"/>
                </a:moveTo>
                <a:cubicBezTo>
                  <a:pt x="80513" y="0"/>
                  <a:pt x="0" y="81076"/>
                  <a:pt x="0" y="181305"/>
                </a:cubicBezTo>
                <a:cubicBezTo>
                  <a:pt x="0" y="281533"/>
                  <a:pt x="81152" y="361972"/>
                  <a:pt x="181474" y="361972"/>
                </a:cubicBezTo>
                <a:cubicBezTo>
                  <a:pt x="281157" y="361972"/>
                  <a:pt x="362309" y="280895"/>
                  <a:pt x="362309" y="180667"/>
                </a:cubicBezTo>
                <a:cubicBezTo>
                  <a:pt x="362309" y="80438"/>
                  <a:pt x="281157" y="0"/>
                  <a:pt x="180835" y="0"/>
                </a:cubicBezTo>
                <a:lnTo>
                  <a:pt x="180835" y="0"/>
                </a:lnTo>
                <a:close/>
                <a:moveTo>
                  <a:pt x="269655" y="259828"/>
                </a:moveTo>
                <a:cubicBezTo>
                  <a:pt x="272211" y="262382"/>
                  <a:pt x="272211" y="266212"/>
                  <a:pt x="269655" y="268766"/>
                </a:cubicBezTo>
                <a:cubicBezTo>
                  <a:pt x="268377" y="270042"/>
                  <a:pt x="267099" y="270681"/>
                  <a:pt x="265182" y="270681"/>
                </a:cubicBezTo>
                <a:cubicBezTo>
                  <a:pt x="263265" y="270681"/>
                  <a:pt x="261987" y="270042"/>
                  <a:pt x="260709" y="268766"/>
                </a:cubicBezTo>
                <a:lnTo>
                  <a:pt x="180835" y="189604"/>
                </a:lnTo>
                <a:lnTo>
                  <a:pt x="100961" y="268766"/>
                </a:lnTo>
                <a:cubicBezTo>
                  <a:pt x="98405" y="271319"/>
                  <a:pt x="94571" y="271319"/>
                  <a:pt x="92015" y="268766"/>
                </a:cubicBezTo>
                <a:cubicBezTo>
                  <a:pt x="89459" y="266212"/>
                  <a:pt x="89459" y="262382"/>
                  <a:pt x="92015" y="259828"/>
                </a:cubicBezTo>
                <a:lnTo>
                  <a:pt x="92015" y="259828"/>
                </a:lnTo>
                <a:lnTo>
                  <a:pt x="171889" y="180667"/>
                </a:lnTo>
                <a:lnTo>
                  <a:pt x="92654" y="101505"/>
                </a:lnTo>
                <a:cubicBezTo>
                  <a:pt x="90098" y="98952"/>
                  <a:pt x="90098" y="95121"/>
                  <a:pt x="92654" y="92568"/>
                </a:cubicBezTo>
                <a:cubicBezTo>
                  <a:pt x="95210" y="90014"/>
                  <a:pt x="99044" y="90014"/>
                  <a:pt x="101600" y="92568"/>
                </a:cubicBezTo>
                <a:lnTo>
                  <a:pt x="101600" y="92568"/>
                </a:lnTo>
                <a:lnTo>
                  <a:pt x="180835" y="171729"/>
                </a:lnTo>
                <a:lnTo>
                  <a:pt x="260709" y="92568"/>
                </a:lnTo>
                <a:cubicBezTo>
                  <a:pt x="263265" y="90014"/>
                  <a:pt x="267099" y="90014"/>
                  <a:pt x="269655" y="92568"/>
                </a:cubicBezTo>
                <a:cubicBezTo>
                  <a:pt x="272211" y="95121"/>
                  <a:pt x="272211" y="98952"/>
                  <a:pt x="269655" y="101505"/>
                </a:cubicBezTo>
                <a:lnTo>
                  <a:pt x="190420" y="180667"/>
                </a:lnTo>
                <a:lnTo>
                  <a:pt x="269655" y="259828"/>
                </a:lnTo>
                <a:close/>
              </a:path>
            </a:pathLst>
          </a:custGeom>
          <a:solidFill>
            <a:srgbClr val="0076A8"/>
          </a:solidFill>
          <a:ln w="6390" cap="flat">
            <a:noFill/>
            <a:prstDash val="solid"/>
            <a:miter/>
          </a:ln>
        </p:spPr>
        <p:txBody>
          <a:bodyPr rtlCol="0" anchor="ctr"/>
          <a:lstStyle/>
          <a:p>
            <a:endParaRPr lang="en-US"/>
          </a:p>
        </p:txBody>
      </p:sp>
      <p:sp>
        <p:nvSpPr>
          <p:cNvPr id="416" name="Freeform 415">
            <a:extLst>
              <a:ext uri="{FF2B5EF4-FFF2-40B4-BE49-F238E27FC236}">
                <a16:creationId xmlns:a16="http://schemas.microsoft.com/office/drawing/2014/main" id="{613AA1A7-7975-BC40-AA44-990480F2EE00}"/>
              </a:ext>
            </a:extLst>
          </p:cNvPr>
          <p:cNvSpPr/>
          <p:nvPr/>
        </p:nvSpPr>
        <p:spPr>
          <a:xfrm>
            <a:off x="1952125" y="33396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48569 w 362313"/>
              <a:gd name="connsiteY6" fmla="*/ 218332 h 361971"/>
              <a:gd name="connsiteX7" fmla="*/ 185947 w 362313"/>
              <a:gd name="connsiteY7" fmla="*/ 282810 h 361971"/>
              <a:gd name="connsiteX8" fmla="*/ 181474 w 362313"/>
              <a:gd name="connsiteY8" fmla="*/ 284725 h 361971"/>
              <a:gd name="connsiteX9" fmla="*/ 177001 w 362313"/>
              <a:gd name="connsiteY9" fmla="*/ 282810 h 361971"/>
              <a:gd name="connsiteX10" fmla="*/ 114380 w 362313"/>
              <a:gd name="connsiteY10" fmla="*/ 218332 h 361971"/>
              <a:gd name="connsiteX11" fmla="*/ 114380 w 362313"/>
              <a:gd name="connsiteY11" fmla="*/ 209395 h 361971"/>
              <a:gd name="connsiteX12" fmla="*/ 123326 w 362313"/>
              <a:gd name="connsiteY12" fmla="*/ 209395 h 361971"/>
              <a:gd name="connsiteX13" fmla="*/ 180835 w 362313"/>
              <a:gd name="connsiteY13" fmla="*/ 268766 h 361971"/>
              <a:gd name="connsiteX14" fmla="*/ 238345 w 362313"/>
              <a:gd name="connsiteY14" fmla="*/ 209395 h 361971"/>
              <a:gd name="connsiteX15" fmla="*/ 247291 w 362313"/>
              <a:gd name="connsiteY15" fmla="*/ 209395 h 361971"/>
              <a:gd name="connsiteX16" fmla="*/ 248569 w 362313"/>
              <a:gd name="connsiteY16" fmla="*/ 218332 h 361971"/>
              <a:gd name="connsiteX17" fmla="*/ 248569 w 362313"/>
              <a:gd name="connsiteY17" fmla="*/ 218332 h 361971"/>
              <a:gd name="connsiteX18" fmla="*/ 248569 w 362313"/>
              <a:gd name="connsiteY18" fmla="*/ 153216 h 361971"/>
              <a:gd name="connsiteX19" fmla="*/ 239623 w 362313"/>
              <a:gd name="connsiteY19" fmla="*/ 153216 h 361971"/>
              <a:gd name="connsiteX20" fmla="*/ 239623 w 362313"/>
              <a:gd name="connsiteY20" fmla="*/ 153216 h 361971"/>
              <a:gd name="connsiteX21" fmla="*/ 182113 w 362313"/>
              <a:gd name="connsiteY21" fmla="*/ 93845 h 361971"/>
              <a:gd name="connsiteX22" fmla="*/ 124604 w 362313"/>
              <a:gd name="connsiteY22" fmla="*/ 153216 h 361971"/>
              <a:gd name="connsiteX23" fmla="*/ 115658 w 362313"/>
              <a:gd name="connsiteY23" fmla="*/ 153216 h 361971"/>
              <a:gd name="connsiteX24" fmla="*/ 115658 w 362313"/>
              <a:gd name="connsiteY24" fmla="*/ 144278 h 361971"/>
              <a:gd name="connsiteX25" fmla="*/ 177640 w 362313"/>
              <a:gd name="connsiteY25" fmla="*/ 79800 h 361971"/>
              <a:gd name="connsiteX26" fmla="*/ 186586 w 362313"/>
              <a:gd name="connsiteY26" fmla="*/ 79800 h 361971"/>
              <a:gd name="connsiteX27" fmla="*/ 186586 w 362313"/>
              <a:gd name="connsiteY27" fmla="*/ 79800 h 361971"/>
              <a:gd name="connsiteX28" fmla="*/ 249208 w 362313"/>
              <a:gd name="connsiteY28" fmla="*/ 144278 h 361971"/>
              <a:gd name="connsiteX29" fmla="*/ 248569 w 362313"/>
              <a:gd name="connsiteY29" fmla="*/ 153216 h 361971"/>
              <a:gd name="connsiteX30" fmla="*/ 248569 w 362313"/>
              <a:gd name="connsiteY30" fmla="*/ 153216 h 361971"/>
              <a:gd name="connsiteX31" fmla="*/ 248569 w 362313"/>
              <a:gd name="connsiteY31" fmla="*/ 15321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lnTo>
                  <a:pt x="362310" y="181305"/>
                </a:lnTo>
                <a:cubicBezTo>
                  <a:pt x="362948" y="81077"/>
                  <a:pt x="281796" y="0"/>
                  <a:pt x="181474" y="0"/>
                </a:cubicBezTo>
                <a:close/>
                <a:moveTo>
                  <a:pt x="248569" y="218332"/>
                </a:moveTo>
                <a:lnTo>
                  <a:pt x="185947" y="282810"/>
                </a:lnTo>
                <a:cubicBezTo>
                  <a:pt x="184669" y="284087"/>
                  <a:pt x="183391" y="284725"/>
                  <a:pt x="181474" y="284725"/>
                </a:cubicBezTo>
                <a:cubicBezTo>
                  <a:pt x="179557" y="284725"/>
                  <a:pt x="178279" y="284087"/>
                  <a:pt x="177001" y="282810"/>
                </a:cubicBezTo>
                <a:lnTo>
                  <a:pt x="114380" y="218332"/>
                </a:lnTo>
                <a:cubicBezTo>
                  <a:pt x="111824" y="215779"/>
                  <a:pt x="111824" y="211948"/>
                  <a:pt x="114380" y="209395"/>
                </a:cubicBezTo>
                <a:cubicBezTo>
                  <a:pt x="116936" y="206841"/>
                  <a:pt x="120770" y="206841"/>
                  <a:pt x="123326" y="209395"/>
                </a:cubicBezTo>
                <a:lnTo>
                  <a:pt x="180835" y="268766"/>
                </a:lnTo>
                <a:lnTo>
                  <a:pt x="238345" y="209395"/>
                </a:lnTo>
                <a:cubicBezTo>
                  <a:pt x="240901" y="206841"/>
                  <a:pt x="244735" y="206841"/>
                  <a:pt x="247291" y="209395"/>
                </a:cubicBezTo>
                <a:cubicBezTo>
                  <a:pt x="250486" y="211310"/>
                  <a:pt x="250486" y="215779"/>
                  <a:pt x="248569" y="218332"/>
                </a:cubicBezTo>
                <a:lnTo>
                  <a:pt x="248569" y="218332"/>
                </a:lnTo>
                <a:close/>
                <a:moveTo>
                  <a:pt x="248569" y="153216"/>
                </a:moveTo>
                <a:cubicBezTo>
                  <a:pt x="246013" y="155769"/>
                  <a:pt x="242179" y="155769"/>
                  <a:pt x="239623" y="153216"/>
                </a:cubicBezTo>
                <a:lnTo>
                  <a:pt x="239623" y="153216"/>
                </a:lnTo>
                <a:lnTo>
                  <a:pt x="182113" y="93845"/>
                </a:lnTo>
                <a:lnTo>
                  <a:pt x="124604" y="153216"/>
                </a:lnTo>
                <a:cubicBezTo>
                  <a:pt x="122048" y="155769"/>
                  <a:pt x="118214" y="155769"/>
                  <a:pt x="115658" y="153216"/>
                </a:cubicBezTo>
                <a:cubicBezTo>
                  <a:pt x="113102" y="150662"/>
                  <a:pt x="113102" y="146832"/>
                  <a:pt x="115658" y="144278"/>
                </a:cubicBezTo>
                <a:lnTo>
                  <a:pt x="177640" y="79800"/>
                </a:lnTo>
                <a:cubicBezTo>
                  <a:pt x="180196" y="77246"/>
                  <a:pt x="184030" y="77246"/>
                  <a:pt x="186586" y="79800"/>
                </a:cubicBezTo>
                <a:lnTo>
                  <a:pt x="186586" y="79800"/>
                </a:lnTo>
                <a:lnTo>
                  <a:pt x="249208" y="144278"/>
                </a:lnTo>
                <a:cubicBezTo>
                  <a:pt x="251124" y="146832"/>
                  <a:pt x="251124" y="150662"/>
                  <a:pt x="248569" y="153216"/>
                </a:cubicBezTo>
                <a:lnTo>
                  <a:pt x="248569" y="153216"/>
                </a:lnTo>
                <a:lnTo>
                  <a:pt x="248569" y="153216"/>
                </a:lnTo>
                <a:close/>
              </a:path>
            </a:pathLst>
          </a:custGeom>
          <a:solidFill>
            <a:srgbClr val="0076A8"/>
          </a:solidFill>
          <a:ln w="6390" cap="flat">
            <a:noFill/>
            <a:prstDash val="solid"/>
            <a:miter/>
          </a:ln>
        </p:spPr>
        <p:txBody>
          <a:bodyPr rtlCol="0" anchor="ctr"/>
          <a:lstStyle/>
          <a:p>
            <a:endParaRPr lang="en-US"/>
          </a:p>
        </p:txBody>
      </p:sp>
    </p:spTree>
    <p:extLst>
      <p:ext uri="{BB962C8B-B14F-4D97-AF65-F5344CB8AC3E}">
        <p14:creationId xmlns:p14="http://schemas.microsoft.com/office/powerpoint/2010/main" val="282003879"/>
      </p:ext>
    </p:extLst>
  </p:cSld>
  <p:clrMapOvr>
    <a:masterClrMapping/>
  </p:clrMapOvr>
  <p:transition>
    <p:fade/>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0AB181-1E9F-2244-B53A-BC8E2F101DA6}"/>
              </a:ext>
            </a:extLst>
          </p:cNvPr>
          <p:cNvSpPr>
            <a:spLocks noGrp="1"/>
          </p:cNvSpPr>
          <p:nvPr>
            <p:ph type="title"/>
          </p:nvPr>
        </p:nvSpPr>
        <p:spPr/>
        <p:txBody>
          <a:bodyPr/>
          <a:lstStyle/>
          <a:p>
            <a:r>
              <a:rPr lang="en-US" dirty="0"/>
              <a:t>TECHNOLOGY &amp; DIGITAL</a:t>
            </a:r>
          </a:p>
        </p:txBody>
      </p:sp>
      <p:sp>
        <p:nvSpPr>
          <p:cNvPr id="4" name="Content Placeholder 3">
            <a:extLst>
              <a:ext uri="{FF2B5EF4-FFF2-40B4-BE49-F238E27FC236}">
                <a16:creationId xmlns:a16="http://schemas.microsoft.com/office/drawing/2014/main" id="{DB57E314-8EE4-694B-B268-A9071E1D395E}"/>
              </a:ext>
            </a:extLst>
          </p:cNvPr>
          <p:cNvSpPr>
            <a:spLocks noGrp="1"/>
          </p:cNvSpPr>
          <p:nvPr>
            <p:ph idx="10"/>
          </p:nvPr>
        </p:nvSpPr>
        <p:spPr>
          <a:xfrm>
            <a:off x="463298" y="5473209"/>
            <a:ext cx="3016750" cy="1114021"/>
          </a:xfrm>
        </p:spPr>
        <p:txBody>
          <a:bodyPr/>
          <a:lstStyle/>
          <a:p>
            <a:r>
              <a:rPr lang="en-US" dirty="0"/>
              <a:t>Devices</a:t>
            </a:r>
          </a:p>
          <a:p>
            <a:r>
              <a:rPr lang="en-US" sz="900" dirty="0"/>
              <a:t>Keywords:</a:t>
            </a:r>
            <a:br>
              <a:rPr lang="en-US" sz="900" dirty="0"/>
            </a:br>
            <a:r>
              <a:rPr lang="en-US" sz="850" b="0" dirty="0"/>
              <a:t>Camera, TV, Television, Shredder, Laptop, Game Controller, Speaker, </a:t>
            </a:r>
            <a:r>
              <a:rPr lang="en-US" sz="850" b="0" dirty="0" err="1"/>
              <a:t>Harddisk</a:t>
            </a:r>
            <a:r>
              <a:rPr lang="en-US" sz="850" b="0" dirty="0"/>
              <a:t>, HDD, Printer, Headphones, Compact disk, CD, Monitor, Keyboard, Server, Fax Machine, Microphone, Mic, Radar, Phone, Headset, Mouse, Server, Phone, USB Drive, Desktop, 7 Pin Socket</a:t>
            </a:r>
          </a:p>
        </p:txBody>
      </p:sp>
      <p:sp>
        <p:nvSpPr>
          <p:cNvPr id="440" name="Content Placeholder 3">
            <a:extLst>
              <a:ext uri="{FF2B5EF4-FFF2-40B4-BE49-F238E27FC236}">
                <a16:creationId xmlns:a16="http://schemas.microsoft.com/office/drawing/2014/main" id="{D6DF7EF9-9567-3C47-85D2-0BC561F96251}"/>
              </a:ext>
            </a:extLst>
          </p:cNvPr>
          <p:cNvSpPr txBox="1">
            <a:spLocks/>
          </p:cNvSpPr>
          <p:nvPr/>
        </p:nvSpPr>
        <p:spPr>
          <a:xfrm>
            <a:off x="4705165" y="5473209"/>
            <a:ext cx="6924582"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File Types</a:t>
            </a:r>
          </a:p>
          <a:p>
            <a:r>
              <a:rPr lang="en-US" sz="900" dirty="0"/>
              <a:t>Keywords:</a:t>
            </a:r>
            <a:br>
              <a:rPr lang="en-US" sz="900" dirty="0"/>
            </a:br>
            <a:r>
              <a:rPr lang="en-US" sz="850" b="0" dirty="0"/>
              <a:t>PDF File, Image File, Hidden Folder, Processing, Loading, Download, Click, Cursor, </a:t>
            </a:r>
            <a:r>
              <a:rPr lang="en-US" sz="850" b="0" dirty="0" err="1"/>
              <a:t>Powerpoint</a:t>
            </a:r>
            <a:r>
              <a:rPr lang="en-US" sz="850" b="0" dirty="0"/>
              <a:t> PPT, Files, Folder, Attachment, Edit employee details, Upload, Invalid link, Excel Spreadsheet, Media file, Paragraph Marks, Formatting, Send, Link, Zip file, Compressed file, Music file, Search folder, Code, Coding, Settings, HTML, Refresher </a:t>
            </a:r>
            <a:r>
              <a:rPr lang="en-US" sz="850" b="0" dirty="0" err="1"/>
              <a:t>brower</a:t>
            </a:r>
            <a:r>
              <a:rPr lang="en-US" sz="850" b="0" dirty="0"/>
              <a:t>, Photograph, Graphic, Ungrouped objects, Crop, Verified Document, Cloud folder, Tray, Expand, Cursor, Edit File, Clipboard, File backup, Folder Open, Shared folder, Sync, Save, Floppy disk</a:t>
            </a:r>
          </a:p>
        </p:txBody>
      </p:sp>
      <p:grpSp>
        <p:nvGrpSpPr>
          <p:cNvPr id="1102" name="Graphic 1100">
            <a:extLst>
              <a:ext uri="{FF2B5EF4-FFF2-40B4-BE49-F238E27FC236}">
                <a16:creationId xmlns:a16="http://schemas.microsoft.com/office/drawing/2014/main" id="{4FAA2B32-BF15-B34E-92A3-9D69470E62BE}"/>
              </a:ext>
            </a:extLst>
          </p:cNvPr>
          <p:cNvGrpSpPr/>
          <p:nvPr/>
        </p:nvGrpSpPr>
        <p:grpSpPr>
          <a:xfrm>
            <a:off x="467104" y="922173"/>
            <a:ext cx="362309" cy="361971"/>
            <a:chOff x="467104" y="922173"/>
            <a:chExt cx="362309" cy="361971"/>
          </a:xfrm>
          <a:solidFill>
            <a:srgbClr val="007680"/>
          </a:solidFill>
        </p:grpSpPr>
        <p:sp>
          <p:nvSpPr>
            <p:cNvPr id="1103" name="Graphic 1100">
              <a:extLst>
                <a:ext uri="{FF2B5EF4-FFF2-40B4-BE49-F238E27FC236}">
                  <a16:creationId xmlns:a16="http://schemas.microsoft.com/office/drawing/2014/main" id="{81468A31-7B72-524F-9511-5A27B2E62658}"/>
                </a:ext>
              </a:extLst>
            </p:cNvPr>
            <p:cNvSpPr/>
            <p:nvPr/>
          </p:nvSpPr>
          <p:spPr>
            <a:xfrm>
              <a:off x="467104" y="922173"/>
              <a:ext cx="362309" cy="361971"/>
            </a:xfrm>
            <a:custGeom>
              <a:avLst/>
              <a:gdLst>
                <a:gd name="connsiteX0" fmla="*/ 181474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1474 w 362309"/>
                <a:gd name="connsiteY4" fmla="*/ 0 h 361971"/>
                <a:gd name="connsiteX5" fmla="*/ 181474 w 362309"/>
                <a:gd name="connsiteY5" fmla="*/ 0 h 361971"/>
                <a:gd name="connsiteX6" fmla="*/ 181474 w 362309"/>
                <a:gd name="connsiteY6" fmla="*/ 349204 h 361971"/>
                <a:gd name="connsiteX7" fmla="*/ 13419 w 362309"/>
                <a:gd name="connsiteY7" fmla="*/ 180667 h 361971"/>
                <a:gd name="connsiteX8" fmla="*/ 181474 w 362309"/>
                <a:gd name="connsiteY8" fmla="*/ 12768 h 361971"/>
                <a:gd name="connsiteX9" fmla="*/ 349530 w 362309"/>
                <a:gd name="connsiteY9" fmla="*/ 180667 h 361971"/>
                <a:gd name="connsiteX10" fmla="*/ 181474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1474" y="0"/>
                  </a:moveTo>
                  <a:cubicBezTo>
                    <a:pt x="81152" y="0"/>
                    <a:pt x="0" y="81077"/>
                    <a:pt x="0" y="181305"/>
                  </a:cubicBezTo>
                  <a:cubicBezTo>
                    <a:pt x="0" y="281534"/>
                    <a:pt x="81152" y="361972"/>
                    <a:pt x="181474" y="361972"/>
                  </a:cubicBezTo>
                  <a:cubicBezTo>
                    <a:pt x="281796" y="361972"/>
                    <a:pt x="362309" y="280895"/>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768"/>
                    <a:pt x="181474" y="12768"/>
                  </a:cubicBezTo>
                  <a:cubicBezTo>
                    <a:pt x="274128" y="12768"/>
                    <a:pt x="349530" y="88099"/>
                    <a:pt x="349530" y="180667"/>
                  </a:cubicBezTo>
                  <a:cubicBezTo>
                    <a:pt x="349530" y="273873"/>
                    <a:pt x="274128"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1104" name="Graphic 1100">
              <a:extLst>
                <a:ext uri="{FF2B5EF4-FFF2-40B4-BE49-F238E27FC236}">
                  <a16:creationId xmlns:a16="http://schemas.microsoft.com/office/drawing/2014/main" id="{ECC86F0C-8763-4242-9D34-36FE158DB7E2}"/>
                </a:ext>
              </a:extLst>
            </p:cNvPr>
            <p:cNvSpPr/>
            <p:nvPr/>
          </p:nvSpPr>
          <p:spPr>
            <a:xfrm>
              <a:off x="546978" y="1028147"/>
              <a:ext cx="203839" cy="148746"/>
            </a:xfrm>
            <a:custGeom>
              <a:avLst/>
              <a:gdLst>
                <a:gd name="connsiteX0" fmla="*/ 200005 w 203839"/>
                <a:gd name="connsiteY0" fmla="*/ 14683 h 148746"/>
                <a:gd name="connsiteX1" fmla="*/ 193615 w 203839"/>
                <a:gd name="connsiteY1" fmla="*/ 14683 h 148746"/>
                <a:gd name="connsiteX2" fmla="*/ 148247 w 203839"/>
                <a:gd name="connsiteY2" fmla="*/ 37027 h 148746"/>
                <a:gd name="connsiteX3" fmla="*/ 148247 w 203839"/>
                <a:gd name="connsiteY3" fmla="*/ 6384 h 148746"/>
                <a:gd name="connsiteX4" fmla="*/ 141857 w 203839"/>
                <a:gd name="connsiteY4" fmla="*/ 0 h 148746"/>
                <a:gd name="connsiteX5" fmla="*/ 6390 w 203839"/>
                <a:gd name="connsiteY5" fmla="*/ 0 h 148746"/>
                <a:gd name="connsiteX6" fmla="*/ 0 w 203839"/>
                <a:gd name="connsiteY6" fmla="*/ 6384 h 148746"/>
                <a:gd name="connsiteX7" fmla="*/ 0 w 203839"/>
                <a:gd name="connsiteY7" fmla="*/ 142363 h 148746"/>
                <a:gd name="connsiteX8" fmla="*/ 6390 w 203839"/>
                <a:gd name="connsiteY8" fmla="*/ 148747 h 148746"/>
                <a:gd name="connsiteX9" fmla="*/ 142496 w 203839"/>
                <a:gd name="connsiteY9" fmla="*/ 148747 h 148746"/>
                <a:gd name="connsiteX10" fmla="*/ 148886 w 203839"/>
                <a:gd name="connsiteY10" fmla="*/ 142363 h 148746"/>
                <a:gd name="connsiteX11" fmla="*/ 148886 w 203839"/>
                <a:gd name="connsiteY11" fmla="*/ 111720 h 148746"/>
                <a:gd name="connsiteX12" fmla="*/ 194254 w 203839"/>
                <a:gd name="connsiteY12" fmla="*/ 134064 h 148746"/>
                <a:gd name="connsiteX13" fmla="*/ 200644 w 203839"/>
                <a:gd name="connsiteY13" fmla="*/ 134064 h 148746"/>
                <a:gd name="connsiteX14" fmla="*/ 203839 w 203839"/>
                <a:gd name="connsiteY14" fmla="*/ 128318 h 148746"/>
                <a:gd name="connsiteX15" fmla="*/ 203839 w 203839"/>
                <a:gd name="connsiteY15" fmla="*/ 20429 h 148746"/>
                <a:gd name="connsiteX16" fmla="*/ 200005 w 203839"/>
                <a:gd name="connsiteY16" fmla="*/ 14683 h 148746"/>
                <a:gd name="connsiteX17" fmla="*/ 190420 w 203839"/>
                <a:gd name="connsiteY17" fmla="*/ 118742 h 148746"/>
                <a:gd name="connsiteX18" fmla="*/ 145052 w 203839"/>
                <a:gd name="connsiteY18" fmla="*/ 96398 h 148746"/>
                <a:gd name="connsiteX19" fmla="*/ 136745 w 203839"/>
                <a:gd name="connsiteY19" fmla="*/ 98952 h 148746"/>
                <a:gd name="connsiteX20" fmla="*/ 136106 w 203839"/>
                <a:gd name="connsiteY20" fmla="*/ 101505 h 148746"/>
                <a:gd name="connsiteX21" fmla="*/ 136106 w 203839"/>
                <a:gd name="connsiteY21" fmla="*/ 135979 h 148746"/>
                <a:gd name="connsiteX22" fmla="*/ 12780 w 203839"/>
                <a:gd name="connsiteY22" fmla="*/ 135979 h 148746"/>
                <a:gd name="connsiteX23" fmla="*/ 12780 w 203839"/>
                <a:gd name="connsiteY23" fmla="*/ 12768 h 148746"/>
                <a:gd name="connsiteX24" fmla="*/ 136106 w 203839"/>
                <a:gd name="connsiteY24" fmla="*/ 12768 h 148746"/>
                <a:gd name="connsiteX25" fmla="*/ 136106 w 203839"/>
                <a:gd name="connsiteY25" fmla="*/ 47241 h 148746"/>
                <a:gd name="connsiteX26" fmla="*/ 142496 w 203839"/>
                <a:gd name="connsiteY26" fmla="*/ 53625 h 148746"/>
                <a:gd name="connsiteX27" fmla="*/ 145052 w 203839"/>
                <a:gd name="connsiteY27" fmla="*/ 52987 h 148746"/>
                <a:gd name="connsiteX28" fmla="*/ 190420 w 203839"/>
                <a:gd name="connsiteY28" fmla="*/ 30643 h 148746"/>
                <a:gd name="connsiteX29" fmla="*/ 190420 w 203839"/>
                <a:gd name="connsiteY29" fmla="*/ 118742 h 148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03839" h="148746">
                  <a:moveTo>
                    <a:pt x="200005" y="14683"/>
                  </a:moveTo>
                  <a:cubicBezTo>
                    <a:pt x="198088" y="13406"/>
                    <a:pt x="195532" y="13406"/>
                    <a:pt x="193615" y="14683"/>
                  </a:cubicBezTo>
                  <a:lnTo>
                    <a:pt x="148247" y="37027"/>
                  </a:lnTo>
                  <a:lnTo>
                    <a:pt x="148247" y="6384"/>
                  </a:lnTo>
                  <a:cubicBezTo>
                    <a:pt x="148247" y="2554"/>
                    <a:pt x="145691" y="0"/>
                    <a:pt x="141857" y="0"/>
                  </a:cubicBezTo>
                  <a:lnTo>
                    <a:pt x="6390" y="0"/>
                  </a:lnTo>
                  <a:cubicBezTo>
                    <a:pt x="2556" y="0"/>
                    <a:pt x="0" y="2554"/>
                    <a:pt x="0" y="6384"/>
                  </a:cubicBezTo>
                  <a:lnTo>
                    <a:pt x="0" y="142363"/>
                  </a:lnTo>
                  <a:cubicBezTo>
                    <a:pt x="0" y="146193"/>
                    <a:pt x="2556" y="148747"/>
                    <a:pt x="6390" y="148747"/>
                  </a:cubicBezTo>
                  <a:lnTo>
                    <a:pt x="142496" y="148747"/>
                  </a:lnTo>
                  <a:cubicBezTo>
                    <a:pt x="146330" y="148747"/>
                    <a:pt x="148886" y="146193"/>
                    <a:pt x="148886" y="142363"/>
                  </a:cubicBezTo>
                  <a:lnTo>
                    <a:pt x="148886" y="111720"/>
                  </a:lnTo>
                  <a:lnTo>
                    <a:pt x="194254" y="134064"/>
                  </a:lnTo>
                  <a:cubicBezTo>
                    <a:pt x="196171" y="135340"/>
                    <a:pt x="198727" y="135340"/>
                    <a:pt x="200644" y="134064"/>
                  </a:cubicBezTo>
                  <a:cubicBezTo>
                    <a:pt x="202561" y="132787"/>
                    <a:pt x="203839" y="130872"/>
                    <a:pt x="203839" y="128318"/>
                  </a:cubicBezTo>
                  <a:lnTo>
                    <a:pt x="203839" y="20429"/>
                  </a:lnTo>
                  <a:cubicBezTo>
                    <a:pt x="203200" y="17875"/>
                    <a:pt x="201922" y="15960"/>
                    <a:pt x="200005" y="14683"/>
                  </a:cubicBezTo>
                  <a:close/>
                  <a:moveTo>
                    <a:pt x="190420" y="118742"/>
                  </a:moveTo>
                  <a:lnTo>
                    <a:pt x="145052" y="96398"/>
                  </a:lnTo>
                  <a:cubicBezTo>
                    <a:pt x="141857" y="95121"/>
                    <a:pt x="138023" y="95760"/>
                    <a:pt x="136745" y="98952"/>
                  </a:cubicBezTo>
                  <a:cubicBezTo>
                    <a:pt x="136106" y="99590"/>
                    <a:pt x="136106" y="100867"/>
                    <a:pt x="136106" y="101505"/>
                  </a:cubicBezTo>
                  <a:lnTo>
                    <a:pt x="136106" y="135979"/>
                  </a:lnTo>
                  <a:lnTo>
                    <a:pt x="12780" y="135979"/>
                  </a:lnTo>
                  <a:lnTo>
                    <a:pt x="12780" y="12768"/>
                  </a:lnTo>
                  <a:lnTo>
                    <a:pt x="136106" y="12768"/>
                  </a:lnTo>
                  <a:lnTo>
                    <a:pt x="136106" y="47241"/>
                  </a:lnTo>
                  <a:cubicBezTo>
                    <a:pt x="136106" y="51072"/>
                    <a:pt x="139301" y="53625"/>
                    <a:pt x="142496" y="53625"/>
                  </a:cubicBezTo>
                  <a:cubicBezTo>
                    <a:pt x="143774" y="53625"/>
                    <a:pt x="144413" y="53625"/>
                    <a:pt x="145052" y="52987"/>
                  </a:cubicBezTo>
                  <a:lnTo>
                    <a:pt x="190420" y="30643"/>
                  </a:lnTo>
                  <a:lnTo>
                    <a:pt x="190420" y="118742"/>
                  </a:lnTo>
                  <a:close/>
                </a:path>
              </a:pathLst>
            </a:custGeom>
            <a:solidFill>
              <a:srgbClr val="007680"/>
            </a:solidFill>
            <a:ln w="6390" cap="flat">
              <a:noFill/>
              <a:prstDash val="solid"/>
              <a:miter/>
            </a:ln>
          </p:spPr>
          <p:txBody>
            <a:bodyPr rtlCol="0" anchor="ctr"/>
            <a:lstStyle/>
            <a:p>
              <a:endParaRPr lang="en-US"/>
            </a:p>
          </p:txBody>
        </p:sp>
      </p:grpSp>
      <p:grpSp>
        <p:nvGrpSpPr>
          <p:cNvPr id="1105" name="Graphic 1100">
            <a:extLst>
              <a:ext uri="{FF2B5EF4-FFF2-40B4-BE49-F238E27FC236}">
                <a16:creationId xmlns:a16="http://schemas.microsoft.com/office/drawing/2014/main" id="{5D805C5D-0C88-0C43-8191-318DA71BD0E0}"/>
              </a:ext>
            </a:extLst>
          </p:cNvPr>
          <p:cNvGrpSpPr/>
          <p:nvPr/>
        </p:nvGrpSpPr>
        <p:grpSpPr>
          <a:xfrm>
            <a:off x="905454" y="922173"/>
            <a:ext cx="362309" cy="361971"/>
            <a:chOff x="905454" y="922173"/>
            <a:chExt cx="362309" cy="361971"/>
          </a:xfrm>
          <a:solidFill>
            <a:srgbClr val="007680"/>
          </a:solidFill>
        </p:grpSpPr>
        <p:sp>
          <p:nvSpPr>
            <p:cNvPr id="1106" name="Graphic 1100">
              <a:extLst>
                <a:ext uri="{FF2B5EF4-FFF2-40B4-BE49-F238E27FC236}">
                  <a16:creationId xmlns:a16="http://schemas.microsoft.com/office/drawing/2014/main" id="{293C99E6-162D-8D49-B719-362A940BFED3}"/>
                </a:ext>
              </a:extLst>
            </p:cNvPr>
            <p:cNvSpPr/>
            <p:nvPr/>
          </p:nvSpPr>
          <p:spPr>
            <a:xfrm>
              <a:off x="905454" y="922173"/>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283074 w 362309"/>
                <a:gd name="connsiteY6" fmla="*/ 235569 h 361971"/>
                <a:gd name="connsiteX7" fmla="*/ 276684 w 362309"/>
                <a:gd name="connsiteY7" fmla="*/ 241953 h 361971"/>
                <a:gd name="connsiteX8" fmla="*/ 274128 w 362309"/>
                <a:gd name="connsiteY8" fmla="*/ 241315 h 361971"/>
                <a:gd name="connsiteX9" fmla="*/ 228760 w 362309"/>
                <a:gd name="connsiteY9" fmla="*/ 218971 h 361971"/>
                <a:gd name="connsiteX10" fmla="*/ 228760 w 362309"/>
                <a:gd name="connsiteY10" fmla="*/ 249614 h 361971"/>
                <a:gd name="connsiteX11" fmla="*/ 222370 w 362309"/>
                <a:gd name="connsiteY11" fmla="*/ 255998 h 361971"/>
                <a:gd name="connsiteX12" fmla="*/ 85625 w 362309"/>
                <a:gd name="connsiteY12" fmla="*/ 255998 h 361971"/>
                <a:gd name="connsiteX13" fmla="*/ 79235 w 362309"/>
                <a:gd name="connsiteY13" fmla="*/ 249614 h 361971"/>
                <a:gd name="connsiteX14" fmla="*/ 79235 w 362309"/>
                <a:gd name="connsiteY14" fmla="*/ 113635 h 361971"/>
                <a:gd name="connsiteX15" fmla="*/ 85625 w 362309"/>
                <a:gd name="connsiteY15" fmla="*/ 107251 h 361971"/>
                <a:gd name="connsiteX16" fmla="*/ 221731 w 362309"/>
                <a:gd name="connsiteY16" fmla="*/ 107251 h 361971"/>
                <a:gd name="connsiteX17" fmla="*/ 228121 w 362309"/>
                <a:gd name="connsiteY17" fmla="*/ 113635 h 361971"/>
                <a:gd name="connsiteX18" fmla="*/ 228121 w 362309"/>
                <a:gd name="connsiteY18" fmla="*/ 144278 h 361971"/>
                <a:gd name="connsiteX19" fmla="*/ 273489 w 362309"/>
                <a:gd name="connsiteY19" fmla="*/ 121934 h 361971"/>
                <a:gd name="connsiteX20" fmla="*/ 282435 w 362309"/>
                <a:gd name="connsiteY20" fmla="*/ 124488 h 361971"/>
                <a:gd name="connsiteX21" fmla="*/ 283074 w 362309"/>
                <a:gd name="connsiteY21" fmla="*/ 127680 h 361971"/>
                <a:gd name="connsiteX22" fmla="*/ 283074 w 362309"/>
                <a:gd name="connsiteY22" fmla="*/ 23556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1157" y="0"/>
                    <a:pt x="180835" y="0"/>
                  </a:cubicBezTo>
                  <a:cubicBezTo>
                    <a:pt x="180835" y="0"/>
                    <a:pt x="180835" y="0"/>
                    <a:pt x="180835" y="0"/>
                  </a:cubicBezTo>
                  <a:close/>
                  <a:moveTo>
                    <a:pt x="283074" y="235569"/>
                  </a:moveTo>
                  <a:cubicBezTo>
                    <a:pt x="283074" y="239399"/>
                    <a:pt x="279879" y="241953"/>
                    <a:pt x="276684" y="241953"/>
                  </a:cubicBezTo>
                  <a:cubicBezTo>
                    <a:pt x="275406" y="241953"/>
                    <a:pt x="274767" y="241953"/>
                    <a:pt x="274128" y="241315"/>
                  </a:cubicBezTo>
                  <a:lnTo>
                    <a:pt x="228760" y="218971"/>
                  </a:lnTo>
                  <a:lnTo>
                    <a:pt x="228760" y="249614"/>
                  </a:lnTo>
                  <a:cubicBezTo>
                    <a:pt x="228760" y="253444"/>
                    <a:pt x="226204" y="255998"/>
                    <a:pt x="222370" y="255998"/>
                  </a:cubicBezTo>
                  <a:lnTo>
                    <a:pt x="85625" y="255998"/>
                  </a:lnTo>
                  <a:cubicBezTo>
                    <a:pt x="81791" y="255998"/>
                    <a:pt x="79235" y="253444"/>
                    <a:pt x="79235" y="249614"/>
                  </a:cubicBezTo>
                  <a:lnTo>
                    <a:pt x="79235" y="113635"/>
                  </a:lnTo>
                  <a:cubicBezTo>
                    <a:pt x="79235" y="109804"/>
                    <a:pt x="81791" y="107251"/>
                    <a:pt x="85625" y="107251"/>
                  </a:cubicBezTo>
                  <a:lnTo>
                    <a:pt x="221731" y="107251"/>
                  </a:lnTo>
                  <a:cubicBezTo>
                    <a:pt x="225565" y="107251"/>
                    <a:pt x="228121" y="109804"/>
                    <a:pt x="228121" y="113635"/>
                  </a:cubicBezTo>
                  <a:lnTo>
                    <a:pt x="228121" y="144278"/>
                  </a:lnTo>
                  <a:lnTo>
                    <a:pt x="273489" y="121934"/>
                  </a:lnTo>
                  <a:cubicBezTo>
                    <a:pt x="276684" y="120019"/>
                    <a:pt x="280518" y="121296"/>
                    <a:pt x="282435" y="124488"/>
                  </a:cubicBezTo>
                  <a:cubicBezTo>
                    <a:pt x="283074" y="125764"/>
                    <a:pt x="283074" y="126403"/>
                    <a:pt x="283074" y="127680"/>
                  </a:cubicBezTo>
                  <a:lnTo>
                    <a:pt x="283074" y="235569"/>
                  </a:lnTo>
                  <a:close/>
                </a:path>
              </a:pathLst>
            </a:custGeom>
            <a:solidFill>
              <a:srgbClr val="007680"/>
            </a:solidFill>
            <a:ln w="6390" cap="flat">
              <a:noFill/>
              <a:prstDash val="solid"/>
              <a:miter/>
            </a:ln>
          </p:spPr>
          <p:txBody>
            <a:bodyPr rtlCol="0" anchor="ctr"/>
            <a:lstStyle/>
            <a:p>
              <a:endParaRPr lang="en-US"/>
            </a:p>
          </p:txBody>
        </p:sp>
        <p:sp>
          <p:nvSpPr>
            <p:cNvPr id="1107" name="Graphic 1100">
              <a:extLst>
                <a:ext uri="{FF2B5EF4-FFF2-40B4-BE49-F238E27FC236}">
                  <a16:creationId xmlns:a16="http://schemas.microsoft.com/office/drawing/2014/main" id="{921F2A8B-94C9-9E42-8415-0D13D1CD2645}"/>
                </a:ext>
              </a:extLst>
            </p:cNvPr>
            <p:cNvSpPr/>
            <p:nvPr/>
          </p:nvSpPr>
          <p:spPr>
            <a:xfrm>
              <a:off x="997469" y="1040915"/>
              <a:ext cx="178279" cy="123210"/>
            </a:xfrm>
            <a:custGeom>
              <a:avLst/>
              <a:gdLst>
                <a:gd name="connsiteX0" fmla="*/ 126521 w 178279"/>
                <a:gd name="connsiteY0" fmla="*/ 40219 h 123210"/>
                <a:gd name="connsiteX1" fmla="*/ 123326 w 178279"/>
                <a:gd name="connsiteY1" fmla="*/ 34473 h 123210"/>
                <a:gd name="connsiteX2" fmla="*/ 123326 w 178279"/>
                <a:gd name="connsiteY2" fmla="*/ 0 h 123210"/>
                <a:gd name="connsiteX3" fmla="*/ 0 w 178279"/>
                <a:gd name="connsiteY3" fmla="*/ 0 h 123210"/>
                <a:gd name="connsiteX4" fmla="*/ 0 w 178279"/>
                <a:gd name="connsiteY4" fmla="*/ 123211 h 123210"/>
                <a:gd name="connsiteX5" fmla="*/ 123326 w 178279"/>
                <a:gd name="connsiteY5" fmla="*/ 123211 h 123210"/>
                <a:gd name="connsiteX6" fmla="*/ 123326 w 178279"/>
                <a:gd name="connsiteY6" fmla="*/ 88737 h 123210"/>
                <a:gd name="connsiteX7" fmla="*/ 126521 w 178279"/>
                <a:gd name="connsiteY7" fmla="*/ 82992 h 123210"/>
                <a:gd name="connsiteX8" fmla="*/ 132911 w 178279"/>
                <a:gd name="connsiteY8" fmla="*/ 82992 h 123210"/>
                <a:gd name="connsiteX9" fmla="*/ 178279 w 178279"/>
                <a:gd name="connsiteY9" fmla="*/ 105336 h 123210"/>
                <a:gd name="connsiteX10" fmla="*/ 178279 w 178279"/>
                <a:gd name="connsiteY10" fmla="*/ 16598 h 123210"/>
                <a:gd name="connsiteX11" fmla="*/ 132911 w 178279"/>
                <a:gd name="connsiteY11" fmla="*/ 38942 h 123210"/>
                <a:gd name="connsiteX12" fmla="*/ 126521 w 178279"/>
                <a:gd name="connsiteY12" fmla="*/ 40219 h 12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8279" h="123210">
                  <a:moveTo>
                    <a:pt x="126521" y="40219"/>
                  </a:moveTo>
                  <a:cubicBezTo>
                    <a:pt x="124604" y="38942"/>
                    <a:pt x="123326" y="37027"/>
                    <a:pt x="123326" y="34473"/>
                  </a:cubicBezTo>
                  <a:lnTo>
                    <a:pt x="123326" y="0"/>
                  </a:lnTo>
                  <a:lnTo>
                    <a:pt x="0" y="0"/>
                  </a:lnTo>
                  <a:lnTo>
                    <a:pt x="0" y="123211"/>
                  </a:lnTo>
                  <a:lnTo>
                    <a:pt x="123326" y="123211"/>
                  </a:lnTo>
                  <a:lnTo>
                    <a:pt x="123326" y="88737"/>
                  </a:lnTo>
                  <a:cubicBezTo>
                    <a:pt x="123326" y="86822"/>
                    <a:pt x="124604" y="84269"/>
                    <a:pt x="126521" y="82992"/>
                  </a:cubicBezTo>
                  <a:cubicBezTo>
                    <a:pt x="128438" y="81715"/>
                    <a:pt x="130994" y="81715"/>
                    <a:pt x="132911" y="82992"/>
                  </a:cubicBezTo>
                  <a:lnTo>
                    <a:pt x="178279" y="105336"/>
                  </a:lnTo>
                  <a:lnTo>
                    <a:pt x="178279" y="16598"/>
                  </a:lnTo>
                  <a:lnTo>
                    <a:pt x="132911" y="38942"/>
                  </a:lnTo>
                  <a:cubicBezTo>
                    <a:pt x="130994" y="41496"/>
                    <a:pt x="128438" y="41496"/>
                    <a:pt x="126521" y="40219"/>
                  </a:cubicBezTo>
                  <a:close/>
                </a:path>
              </a:pathLst>
            </a:custGeom>
            <a:solidFill>
              <a:srgbClr val="007680"/>
            </a:solidFill>
            <a:ln w="6390" cap="flat">
              <a:noFill/>
              <a:prstDash val="solid"/>
              <a:miter/>
            </a:ln>
          </p:spPr>
          <p:txBody>
            <a:bodyPr rtlCol="0" anchor="ctr"/>
            <a:lstStyle/>
            <a:p>
              <a:endParaRPr lang="en-US"/>
            </a:p>
          </p:txBody>
        </p:sp>
      </p:grpSp>
      <p:grpSp>
        <p:nvGrpSpPr>
          <p:cNvPr id="1108" name="Graphic 1100">
            <a:extLst>
              <a:ext uri="{FF2B5EF4-FFF2-40B4-BE49-F238E27FC236}">
                <a16:creationId xmlns:a16="http://schemas.microsoft.com/office/drawing/2014/main" id="{EB6029B0-125A-6243-8671-52D1D78D7F97}"/>
              </a:ext>
            </a:extLst>
          </p:cNvPr>
          <p:cNvGrpSpPr/>
          <p:nvPr/>
        </p:nvGrpSpPr>
        <p:grpSpPr>
          <a:xfrm>
            <a:off x="1515054" y="922173"/>
            <a:ext cx="362309" cy="361971"/>
            <a:chOff x="1515054" y="922173"/>
            <a:chExt cx="362309" cy="361971"/>
          </a:xfrm>
          <a:solidFill>
            <a:srgbClr val="007680"/>
          </a:solidFill>
        </p:grpSpPr>
        <p:sp>
          <p:nvSpPr>
            <p:cNvPr id="1109" name="Graphic 1100">
              <a:extLst>
                <a:ext uri="{FF2B5EF4-FFF2-40B4-BE49-F238E27FC236}">
                  <a16:creationId xmlns:a16="http://schemas.microsoft.com/office/drawing/2014/main" id="{C3AD4C54-FF59-DB47-814D-232ABB1803E3}"/>
                </a:ext>
              </a:extLst>
            </p:cNvPr>
            <p:cNvSpPr/>
            <p:nvPr/>
          </p:nvSpPr>
          <p:spPr>
            <a:xfrm>
              <a:off x="1515054" y="922173"/>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0667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0518" y="0"/>
                    <a:pt x="180835" y="0"/>
                  </a:cubicBezTo>
                  <a:lnTo>
                    <a:pt x="180835" y="0"/>
                  </a:lnTo>
                  <a:close/>
                  <a:moveTo>
                    <a:pt x="180835" y="349204"/>
                  </a:moveTo>
                  <a:cubicBezTo>
                    <a:pt x="87542" y="349204"/>
                    <a:pt x="12780" y="273873"/>
                    <a:pt x="12780" y="180667"/>
                  </a:cubicBezTo>
                  <a:cubicBezTo>
                    <a:pt x="12780" y="87461"/>
                    <a:pt x="88181" y="12768"/>
                    <a:pt x="180835" y="12768"/>
                  </a:cubicBezTo>
                  <a:cubicBezTo>
                    <a:pt x="274128" y="12768"/>
                    <a:pt x="349529" y="88099"/>
                    <a:pt x="349529" y="180667"/>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1110" name="Graphic 1100">
              <a:extLst>
                <a:ext uri="{FF2B5EF4-FFF2-40B4-BE49-F238E27FC236}">
                  <a16:creationId xmlns:a16="http://schemas.microsoft.com/office/drawing/2014/main" id="{6265B8E6-6DE9-7E41-A850-E3C6FF3E8B7D}"/>
                </a:ext>
              </a:extLst>
            </p:cNvPr>
            <p:cNvSpPr/>
            <p:nvPr/>
          </p:nvSpPr>
          <p:spPr>
            <a:xfrm>
              <a:off x="1582148" y="1022401"/>
              <a:ext cx="226842" cy="160876"/>
            </a:xfrm>
            <a:custGeom>
              <a:avLst/>
              <a:gdLst>
                <a:gd name="connsiteX0" fmla="*/ 220453 w 226842"/>
                <a:gd name="connsiteY0" fmla="*/ 0 h 160876"/>
                <a:gd name="connsiteX1" fmla="*/ 6390 w 226842"/>
                <a:gd name="connsiteY1" fmla="*/ 0 h 160876"/>
                <a:gd name="connsiteX2" fmla="*/ 0 w 226842"/>
                <a:gd name="connsiteY2" fmla="*/ 6384 h 160876"/>
                <a:gd name="connsiteX3" fmla="*/ 0 w 226842"/>
                <a:gd name="connsiteY3" fmla="*/ 143640 h 160876"/>
                <a:gd name="connsiteX4" fmla="*/ 6390 w 226842"/>
                <a:gd name="connsiteY4" fmla="*/ 150024 h 160876"/>
                <a:gd name="connsiteX5" fmla="*/ 63260 w 226842"/>
                <a:gd name="connsiteY5" fmla="*/ 150024 h 160876"/>
                <a:gd name="connsiteX6" fmla="*/ 61343 w 226842"/>
                <a:gd name="connsiteY6" fmla="*/ 154492 h 160876"/>
                <a:gd name="connsiteX7" fmla="*/ 67733 w 226842"/>
                <a:gd name="connsiteY7" fmla="*/ 160876 h 160876"/>
                <a:gd name="connsiteX8" fmla="*/ 159109 w 226842"/>
                <a:gd name="connsiteY8" fmla="*/ 160876 h 160876"/>
                <a:gd name="connsiteX9" fmla="*/ 165499 w 226842"/>
                <a:gd name="connsiteY9" fmla="*/ 154492 h 160876"/>
                <a:gd name="connsiteX10" fmla="*/ 163582 w 226842"/>
                <a:gd name="connsiteY10" fmla="*/ 150024 h 160876"/>
                <a:gd name="connsiteX11" fmla="*/ 220453 w 226842"/>
                <a:gd name="connsiteY11" fmla="*/ 150024 h 160876"/>
                <a:gd name="connsiteX12" fmla="*/ 226843 w 226842"/>
                <a:gd name="connsiteY12" fmla="*/ 143640 h 160876"/>
                <a:gd name="connsiteX13" fmla="*/ 226843 w 226842"/>
                <a:gd name="connsiteY13" fmla="*/ 6384 h 160876"/>
                <a:gd name="connsiteX14" fmla="*/ 220453 w 226842"/>
                <a:gd name="connsiteY14" fmla="*/ 0 h 160876"/>
                <a:gd name="connsiteX15" fmla="*/ 220453 w 226842"/>
                <a:gd name="connsiteY15" fmla="*/ 0 h 160876"/>
                <a:gd name="connsiteX16" fmla="*/ 214063 w 226842"/>
                <a:gd name="connsiteY16" fmla="*/ 137256 h 160876"/>
                <a:gd name="connsiteX17" fmla="*/ 12780 w 226842"/>
                <a:gd name="connsiteY17" fmla="*/ 137256 h 160876"/>
                <a:gd name="connsiteX18" fmla="*/ 12780 w 226842"/>
                <a:gd name="connsiteY18" fmla="*/ 12768 h 160876"/>
                <a:gd name="connsiteX19" fmla="*/ 214063 w 226842"/>
                <a:gd name="connsiteY19" fmla="*/ 12768 h 160876"/>
                <a:gd name="connsiteX20" fmla="*/ 214063 w 226842"/>
                <a:gd name="connsiteY20" fmla="*/ 137256 h 16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6842" h="160876">
                  <a:moveTo>
                    <a:pt x="220453" y="0"/>
                  </a:moveTo>
                  <a:lnTo>
                    <a:pt x="6390" y="0"/>
                  </a:lnTo>
                  <a:cubicBezTo>
                    <a:pt x="2556" y="0"/>
                    <a:pt x="0" y="2554"/>
                    <a:pt x="0" y="6384"/>
                  </a:cubicBezTo>
                  <a:lnTo>
                    <a:pt x="0" y="143640"/>
                  </a:lnTo>
                  <a:cubicBezTo>
                    <a:pt x="0" y="147470"/>
                    <a:pt x="2556" y="150024"/>
                    <a:pt x="6390" y="150024"/>
                  </a:cubicBezTo>
                  <a:lnTo>
                    <a:pt x="63260" y="150024"/>
                  </a:lnTo>
                  <a:cubicBezTo>
                    <a:pt x="61982" y="151300"/>
                    <a:pt x="61343" y="153216"/>
                    <a:pt x="61343" y="154492"/>
                  </a:cubicBezTo>
                  <a:cubicBezTo>
                    <a:pt x="61343" y="158323"/>
                    <a:pt x="63899" y="160876"/>
                    <a:pt x="67733" y="160876"/>
                  </a:cubicBezTo>
                  <a:lnTo>
                    <a:pt x="159109" y="160876"/>
                  </a:lnTo>
                  <a:cubicBezTo>
                    <a:pt x="162943" y="160876"/>
                    <a:pt x="165499" y="158323"/>
                    <a:pt x="165499" y="154492"/>
                  </a:cubicBezTo>
                  <a:cubicBezTo>
                    <a:pt x="165499" y="152577"/>
                    <a:pt x="164860" y="151300"/>
                    <a:pt x="163582" y="150024"/>
                  </a:cubicBezTo>
                  <a:lnTo>
                    <a:pt x="220453" y="150024"/>
                  </a:lnTo>
                  <a:cubicBezTo>
                    <a:pt x="224287" y="150024"/>
                    <a:pt x="226843" y="147470"/>
                    <a:pt x="226843" y="143640"/>
                  </a:cubicBezTo>
                  <a:lnTo>
                    <a:pt x="226843" y="6384"/>
                  </a:lnTo>
                  <a:cubicBezTo>
                    <a:pt x="226843" y="2554"/>
                    <a:pt x="224287" y="0"/>
                    <a:pt x="220453" y="0"/>
                  </a:cubicBezTo>
                  <a:cubicBezTo>
                    <a:pt x="220453" y="0"/>
                    <a:pt x="220453" y="0"/>
                    <a:pt x="220453" y="0"/>
                  </a:cubicBezTo>
                  <a:close/>
                  <a:moveTo>
                    <a:pt x="214063" y="137256"/>
                  </a:moveTo>
                  <a:lnTo>
                    <a:pt x="12780" y="137256"/>
                  </a:lnTo>
                  <a:lnTo>
                    <a:pt x="12780" y="12768"/>
                  </a:lnTo>
                  <a:lnTo>
                    <a:pt x="214063" y="12768"/>
                  </a:lnTo>
                  <a:lnTo>
                    <a:pt x="214063" y="137256"/>
                  </a:lnTo>
                  <a:close/>
                </a:path>
              </a:pathLst>
            </a:custGeom>
            <a:solidFill>
              <a:srgbClr val="007680"/>
            </a:solidFill>
            <a:ln w="6390" cap="flat">
              <a:noFill/>
              <a:prstDash val="solid"/>
              <a:miter/>
            </a:ln>
          </p:spPr>
          <p:txBody>
            <a:bodyPr rtlCol="0" anchor="ctr"/>
            <a:lstStyle/>
            <a:p>
              <a:endParaRPr lang="en-US"/>
            </a:p>
          </p:txBody>
        </p:sp>
      </p:grpSp>
      <p:grpSp>
        <p:nvGrpSpPr>
          <p:cNvPr id="1111" name="Graphic 1100">
            <a:extLst>
              <a:ext uri="{FF2B5EF4-FFF2-40B4-BE49-F238E27FC236}">
                <a16:creationId xmlns:a16="http://schemas.microsoft.com/office/drawing/2014/main" id="{E95C6735-624B-794F-A308-E15CDDAE2CA1}"/>
              </a:ext>
            </a:extLst>
          </p:cNvPr>
          <p:cNvGrpSpPr/>
          <p:nvPr/>
        </p:nvGrpSpPr>
        <p:grpSpPr>
          <a:xfrm>
            <a:off x="1952125" y="922173"/>
            <a:ext cx="362313" cy="361971"/>
            <a:chOff x="1952125" y="922173"/>
            <a:chExt cx="362313" cy="361971"/>
          </a:xfrm>
          <a:solidFill>
            <a:srgbClr val="007680"/>
          </a:solidFill>
        </p:grpSpPr>
        <p:sp>
          <p:nvSpPr>
            <p:cNvPr id="1112" name="Graphic 1100">
              <a:extLst>
                <a:ext uri="{FF2B5EF4-FFF2-40B4-BE49-F238E27FC236}">
                  <a16:creationId xmlns:a16="http://schemas.microsoft.com/office/drawing/2014/main" id="{C810AE43-D562-B441-8E00-2C350678EEDD}"/>
                </a:ext>
              </a:extLst>
            </p:cNvPr>
            <p:cNvSpPr/>
            <p:nvPr/>
          </p:nvSpPr>
          <p:spPr>
            <a:xfrm>
              <a:off x="2033277" y="1035169"/>
              <a:ext cx="201283" cy="124487"/>
            </a:xfrm>
            <a:custGeom>
              <a:avLst/>
              <a:gdLst>
                <a:gd name="connsiteX0" fmla="*/ 0 w 201283"/>
                <a:gd name="connsiteY0" fmla="*/ 0 h 124487"/>
                <a:gd name="connsiteX1" fmla="*/ 201283 w 201283"/>
                <a:gd name="connsiteY1" fmla="*/ 0 h 124487"/>
                <a:gd name="connsiteX2" fmla="*/ 201283 w 201283"/>
                <a:gd name="connsiteY2" fmla="*/ 124488 h 124487"/>
                <a:gd name="connsiteX3" fmla="*/ 0 w 201283"/>
                <a:gd name="connsiteY3" fmla="*/ 124488 h 124487"/>
              </a:gdLst>
              <a:ahLst/>
              <a:cxnLst>
                <a:cxn ang="0">
                  <a:pos x="connsiteX0" y="connsiteY0"/>
                </a:cxn>
                <a:cxn ang="0">
                  <a:pos x="connsiteX1" y="connsiteY1"/>
                </a:cxn>
                <a:cxn ang="0">
                  <a:pos x="connsiteX2" y="connsiteY2"/>
                </a:cxn>
                <a:cxn ang="0">
                  <a:pos x="connsiteX3" y="connsiteY3"/>
                </a:cxn>
              </a:cxnLst>
              <a:rect l="l" t="t" r="r" b="b"/>
              <a:pathLst>
                <a:path w="201283" h="124487">
                  <a:moveTo>
                    <a:pt x="0" y="0"/>
                  </a:moveTo>
                  <a:lnTo>
                    <a:pt x="201283" y="0"/>
                  </a:lnTo>
                  <a:lnTo>
                    <a:pt x="201283" y="124488"/>
                  </a:lnTo>
                  <a:lnTo>
                    <a:pt x="0" y="124488"/>
                  </a:lnTo>
                  <a:close/>
                </a:path>
              </a:pathLst>
            </a:custGeom>
            <a:solidFill>
              <a:srgbClr val="007680"/>
            </a:solidFill>
            <a:ln w="6390" cap="flat">
              <a:noFill/>
              <a:prstDash val="solid"/>
              <a:miter/>
            </a:ln>
          </p:spPr>
          <p:txBody>
            <a:bodyPr rtlCol="0" anchor="ctr"/>
            <a:lstStyle/>
            <a:p>
              <a:endParaRPr lang="en-US"/>
            </a:p>
          </p:txBody>
        </p:sp>
        <p:sp>
          <p:nvSpPr>
            <p:cNvPr id="1113" name="Graphic 1100">
              <a:extLst>
                <a:ext uri="{FF2B5EF4-FFF2-40B4-BE49-F238E27FC236}">
                  <a16:creationId xmlns:a16="http://schemas.microsoft.com/office/drawing/2014/main" id="{E39B02CC-10BC-E64B-AF96-DAD4D419DA8D}"/>
                </a:ext>
              </a:extLst>
            </p:cNvPr>
            <p:cNvSpPr/>
            <p:nvPr/>
          </p:nvSpPr>
          <p:spPr>
            <a:xfrm>
              <a:off x="1952125" y="92217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95215 w 362313"/>
                <a:gd name="connsiteY6" fmla="*/ 243868 h 361971"/>
                <a:gd name="connsiteX7" fmla="*/ 288825 w 362313"/>
                <a:gd name="connsiteY7" fmla="*/ 250252 h 361971"/>
                <a:gd name="connsiteX8" fmla="*/ 231955 w 362313"/>
                <a:gd name="connsiteY8" fmla="*/ 250252 h 361971"/>
                <a:gd name="connsiteX9" fmla="*/ 233872 w 362313"/>
                <a:gd name="connsiteY9" fmla="*/ 254721 h 361971"/>
                <a:gd name="connsiteX10" fmla="*/ 227482 w 362313"/>
                <a:gd name="connsiteY10" fmla="*/ 261105 h 361971"/>
                <a:gd name="connsiteX11" fmla="*/ 136106 w 362313"/>
                <a:gd name="connsiteY11" fmla="*/ 261105 h 361971"/>
                <a:gd name="connsiteX12" fmla="*/ 129716 w 362313"/>
                <a:gd name="connsiteY12" fmla="*/ 254721 h 361971"/>
                <a:gd name="connsiteX13" fmla="*/ 131633 w 362313"/>
                <a:gd name="connsiteY13" fmla="*/ 250252 h 361971"/>
                <a:gd name="connsiteX14" fmla="*/ 74762 w 362313"/>
                <a:gd name="connsiteY14" fmla="*/ 250252 h 361971"/>
                <a:gd name="connsiteX15" fmla="*/ 68372 w 362313"/>
                <a:gd name="connsiteY15" fmla="*/ 243868 h 361971"/>
                <a:gd name="connsiteX16" fmla="*/ 68372 w 362313"/>
                <a:gd name="connsiteY16" fmla="*/ 106612 h 361971"/>
                <a:gd name="connsiteX17" fmla="*/ 74762 w 362313"/>
                <a:gd name="connsiteY17" fmla="*/ 100229 h 361971"/>
                <a:gd name="connsiteX18" fmla="*/ 288825 w 362313"/>
                <a:gd name="connsiteY18" fmla="*/ 100229 h 361971"/>
                <a:gd name="connsiteX19" fmla="*/ 295215 w 362313"/>
                <a:gd name="connsiteY19" fmla="*/ 106612 h 361971"/>
                <a:gd name="connsiteX20" fmla="*/ 295215 w 362313"/>
                <a:gd name="connsiteY20" fmla="*/ 24386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295215" y="243868"/>
                  </a:moveTo>
                  <a:cubicBezTo>
                    <a:pt x="295215" y="247699"/>
                    <a:pt x="292659" y="250252"/>
                    <a:pt x="288825" y="250252"/>
                  </a:cubicBezTo>
                  <a:lnTo>
                    <a:pt x="231955" y="250252"/>
                  </a:lnTo>
                  <a:cubicBezTo>
                    <a:pt x="233233" y="251529"/>
                    <a:pt x="233872" y="253444"/>
                    <a:pt x="233872" y="254721"/>
                  </a:cubicBezTo>
                  <a:cubicBezTo>
                    <a:pt x="233872" y="258551"/>
                    <a:pt x="231316" y="261105"/>
                    <a:pt x="227482" y="261105"/>
                  </a:cubicBezTo>
                  <a:lnTo>
                    <a:pt x="136106" y="261105"/>
                  </a:lnTo>
                  <a:cubicBezTo>
                    <a:pt x="132272" y="261105"/>
                    <a:pt x="129716" y="258551"/>
                    <a:pt x="129716" y="254721"/>
                  </a:cubicBezTo>
                  <a:cubicBezTo>
                    <a:pt x="129716" y="252806"/>
                    <a:pt x="130355" y="251529"/>
                    <a:pt x="131633" y="250252"/>
                  </a:cubicBezTo>
                  <a:lnTo>
                    <a:pt x="74762" y="250252"/>
                  </a:lnTo>
                  <a:cubicBezTo>
                    <a:pt x="70928" y="250252"/>
                    <a:pt x="68372" y="247699"/>
                    <a:pt x="68372" y="243868"/>
                  </a:cubicBezTo>
                  <a:lnTo>
                    <a:pt x="68372" y="106612"/>
                  </a:lnTo>
                  <a:cubicBezTo>
                    <a:pt x="68372" y="102782"/>
                    <a:pt x="70928" y="100229"/>
                    <a:pt x="74762" y="100229"/>
                  </a:cubicBezTo>
                  <a:lnTo>
                    <a:pt x="288825" y="100229"/>
                  </a:lnTo>
                  <a:cubicBezTo>
                    <a:pt x="292659" y="100229"/>
                    <a:pt x="295215" y="102782"/>
                    <a:pt x="295215" y="106612"/>
                  </a:cubicBezTo>
                  <a:lnTo>
                    <a:pt x="295215" y="243868"/>
                  </a:lnTo>
                  <a:close/>
                </a:path>
              </a:pathLst>
            </a:custGeom>
            <a:solidFill>
              <a:srgbClr val="007680"/>
            </a:solidFill>
            <a:ln w="6390" cap="flat">
              <a:noFill/>
              <a:prstDash val="solid"/>
              <a:miter/>
            </a:ln>
          </p:spPr>
          <p:txBody>
            <a:bodyPr rtlCol="0" anchor="ctr"/>
            <a:lstStyle/>
            <a:p>
              <a:endParaRPr lang="en-US"/>
            </a:p>
          </p:txBody>
        </p:sp>
      </p:grpSp>
      <p:grpSp>
        <p:nvGrpSpPr>
          <p:cNvPr id="1114" name="Graphic 1100">
            <a:extLst>
              <a:ext uri="{FF2B5EF4-FFF2-40B4-BE49-F238E27FC236}">
                <a16:creationId xmlns:a16="http://schemas.microsoft.com/office/drawing/2014/main" id="{C3C2D248-5C2E-DB4B-B53C-ECB0FB68366C}"/>
              </a:ext>
            </a:extLst>
          </p:cNvPr>
          <p:cNvGrpSpPr/>
          <p:nvPr/>
        </p:nvGrpSpPr>
        <p:grpSpPr>
          <a:xfrm>
            <a:off x="1515054" y="1406717"/>
            <a:ext cx="362309" cy="361971"/>
            <a:chOff x="1515054" y="1406717"/>
            <a:chExt cx="362309" cy="361971"/>
          </a:xfrm>
          <a:solidFill>
            <a:srgbClr val="007680"/>
          </a:solidFill>
        </p:grpSpPr>
        <p:sp>
          <p:nvSpPr>
            <p:cNvPr id="1115" name="Graphic 1100">
              <a:extLst>
                <a:ext uri="{FF2B5EF4-FFF2-40B4-BE49-F238E27FC236}">
                  <a16:creationId xmlns:a16="http://schemas.microsoft.com/office/drawing/2014/main" id="{A2D99C34-ECEA-804A-AAF1-193BF9E48BA2}"/>
                </a:ext>
              </a:extLst>
            </p:cNvPr>
            <p:cNvSpPr/>
            <p:nvPr/>
          </p:nvSpPr>
          <p:spPr>
            <a:xfrm>
              <a:off x="1515054" y="1406717"/>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362309 w 362309"/>
                <a:gd name="connsiteY4" fmla="*/ 181305 h 361971"/>
                <a:gd name="connsiteX5" fmla="*/ 180835 w 362309"/>
                <a:gd name="connsiteY5" fmla="*/ 0 h 361971"/>
                <a:gd name="connsiteX6" fmla="*/ 180835 w 362309"/>
                <a:gd name="connsiteY6" fmla="*/ 0 h 361971"/>
                <a:gd name="connsiteX7" fmla="*/ 180835 w 362309"/>
                <a:gd name="connsiteY7" fmla="*/ 348565 h 361971"/>
                <a:gd name="connsiteX8" fmla="*/ 12780 w 362309"/>
                <a:gd name="connsiteY8" fmla="*/ 180028 h 361971"/>
                <a:gd name="connsiteX9" fmla="*/ 180835 w 362309"/>
                <a:gd name="connsiteY9" fmla="*/ 12130 h 361971"/>
                <a:gd name="connsiteX10" fmla="*/ 349529 w 362309"/>
                <a:gd name="connsiteY10" fmla="*/ 180028 h 361971"/>
                <a:gd name="connsiteX11" fmla="*/ 180835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181305"/>
                    <a:pt x="362309" y="181305"/>
                    <a:pt x="362309" y="181305"/>
                  </a:cubicBezTo>
                  <a:cubicBezTo>
                    <a:pt x="361670" y="80438"/>
                    <a:pt x="281157" y="0"/>
                    <a:pt x="180835" y="0"/>
                  </a:cubicBezTo>
                  <a:cubicBezTo>
                    <a:pt x="180835" y="0"/>
                    <a:pt x="180835" y="0"/>
                    <a:pt x="180835" y="0"/>
                  </a:cubicBezTo>
                  <a:close/>
                  <a:moveTo>
                    <a:pt x="180835" y="348565"/>
                  </a:moveTo>
                  <a:cubicBezTo>
                    <a:pt x="87542" y="348565"/>
                    <a:pt x="12780" y="273234"/>
                    <a:pt x="12780" y="180028"/>
                  </a:cubicBezTo>
                  <a:cubicBezTo>
                    <a:pt x="12780" y="86822"/>
                    <a:pt x="88181" y="12130"/>
                    <a:pt x="180835" y="12130"/>
                  </a:cubicBezTo>
                  <a:cubicBezTo>
                    <a:pt x="274128" y="12130"/>
                    <a:pt x="349529" y="87461"/>
                    <a:pt x="349529" y="180028"/>
                  </a:cubicBezTo>
                  <a:cubicBezTo>
                    <a:pt x="348891" y="273234"/>
                    <a:pt x="273489" y="348565"/>
                    <a:pt x="180835" y="348565"/>
                  </a:cubicBezTo>
                  <a:close/>
                </a:path>
              </a:pathLst>
            </a:custGeom>
            <a:solidFill>
              <a:srgbClr val="007680"/>
            </a:solidFill>
            <a:ln w="6390" cap="flat">
              <a:noFill/>
              <a:prstDash val="solid"/>
              <a:miter/>
            </a:ln>
          </p:spPr>
          <p:txBody>
            <a:bodyPr rtlCol="0" anchor="ctr"/>
            <a:lstStyle/>
            <a:p>
              <a:endParaRPr lang="en-US"/>
            </a:p>
          </p:txBody>
        </p:sp>
        <p:sp>
          <p:nvSpPr>
            <p:cNvPr id="1116" name="Graphic 1100">
              <a:extLst>
                <a:ext uri="{FF2B5EF4-FFF2-40B4-BE49-F238E27FC236}">
                  <a16:creationId xmlns:a16="http://schemas.microsoft.com/office/drawing/2014/main" id="{70D776DD-CA8E-3E42-8CAC-6B86C85CB220}"/>
                </a:ext>
              </a:extLst>
            </p:cNvPr>
            <p:cNvSpPr/>
            <p:nvPr/>
          </p:nvSpPr>
          <p:spPr>
            <a:xfrm>
              <a:off x="1581175" y="1503693"/>
              <a:ext cx="228803" cy="166953"/>
            </a:xfrm>
            <a:custGeom>
              <a:avLst/>
              <a:gdLst>
                <a:gd name="connsiteX0" fmla="*/ 208646 w 228803"/>
                <a:gd name="connsiteY0" fmla="*/ 12190 h 166953"/>
                <a:gd name="connsiteX1" fmla="*/ 178613 w 228803"/>
                <a:gd name="connsiteY1" fmla="*/ 60 h 166953"/>
                <a:gd name="connsiteX2" fmla="*/ 50815 w 228803"/>
                <a:gd name="connsiteY2" fmla="*/ 60 h 166953"/>
                <a:gd name="connsiteX3" fmla="*/ 20782 w 228803"/>
                <a:gd name="connsiteY3" fmla="*/ 12190 h 166953"/>
                <a:gd name="connsiteX4" fmla="*/ 334 w 228803"/>
                <a:gd name="connsiteY4" fmla="*/ 76030 h 166953"/>
                <a:gd name="connsiteX5" fmla="*/ 15670 w 228803"/>
                <a:gd name="connsiteY5" fmla="*/ 163490 h 166953"/>
                <a:gd name="connsiteX6" fmla="*/ 49537 w 228803"/>
                <a:gd name="connsiteY6" fmla="*/ 162213 h 166953"/>
                <a:gd name="connsiteX7" fmla="*/ 77653 w 228803"/>
                <a:gd name="connsiteY7" fmla="*/ 124548 h 166953"/>
                <a:gd name="connsiteX8" fmla="*/ 150498 w 228803"/>
                <a:gd name="connsiteY8" fmla="*/ 124548 h 166953"/>
                <a:gd name="connsiteX9" fmla="*/ 178613 w 228803"/>
                <a:gd name="connsiteY9" fmla="*/ 162213 h 166953"/>
                <a:gd name="connsiteX10" fmla="*/ 197783 w 228803"/>
                <a:gd name="connsiteY10" fmla="*/ 166682 h 166953"/>
                <a:gd name="connsiteX11" fmla="*/ 213119 w 228803"/>
                <a:gd name="connsiteY11" fmla="*/ 163490 h 166953"/>
                <a:gd name="connsiteX12" fmla="*/ 228455 w 228803"/>
                <a:gd name="connsiteY12" fmla="*/ 76668 h 166953"/>
                <a:gd name="connsiteX13" fmla="*/ 208646 w 228803"/>
                <a:gd name="connsiteY13" fmla="*/ 12190 h 166953"/>
                <a:gd name="connsiteX14" fmla="*/ 208007 w 228803"/>
                <a:gd name="connsiteY14" fmla="*/ 152637 h 166953"/>
                <a:gd name="connsiteX15" fmla="*/ 185642 w 228803"/>
                <a:gd name="connsiteY15" fmla="*/ 151361 h 166953"/>
                <a:gd name="connsiteX16" fmla="*/ 163278 w 228803"/>
                <a:gd name="connsiteY16" fmla="*/ 117525 h 166953"/>
                <a:gd name="connsiteX17" fmla="*/ 156888 w 228803"/>
                <a:gd name="connsiteY17" fmla="*/ 112418 h 166953"/>
                <a:gd name="connsiteX18" fmla="*/ 73819 w 228803"/>
                <a:gd name="connsiteY18" fmla="*/ 112418 h 166953"/>
                <a:gd name="connsiteX19" fmla="*/ 67429 w 228803"/>
                <a:gd name="connsiteY19" fmla="*/ 117525 h 166953"/>
                <a:gd name="connsiteX20" fmla="*/ 45064 w 228803"/>
                <a:gd name="connsiteY20" fmla="*/ 151361 h 166953"/>
                <a:gd name="connsiteX21" fmla="*/ 22699 w 228803"/>
                <a:gd name="connsiteY21" fmla="*/ 152637 h 166953"/>
                <a:gd name="connsiteX22" fmla="*/ 14392 w 228803"/>
                <a:gd name="connsiteY22" fmla="*/ 76668 h 166953"/>
                <a:gd name="connsiteX23" fmla="*/ 31006 w 228803"/>
                <a:gd name="connsiteY23" fmla="*/ 21766 h 166953"/>
                <a:gd name="connsiteX24" fmla="*/ 52093 w 228803"/>
                <a:gd name="connsiteY24" fmla="*/ 13466 h 166953"/>
                <a:gd name="connsiteX25" fmla="*/ 179892 w 228803"/>
                <a:gd name="connsiteY25" fmla="*/ 13466 h 166953"/>
                <a:gd name="connsiteX26" fmla="*/ 200978 w 228803"/>
                <a:gd name="connsiteY26" fmla="*/ 21766 h 166953"/>
                <a:gd name="connsiteX27" fmla="*/ 217592 w 228803"/>
                <a:gd name="connsiteY27" fmla="*/ 77306 h 166953"/>
                <a:gd name="connsiteX28" fmla="*/ 208007 w 228803"/>
                <a:gd name="connsiteY28" fmla="*/ 152637 h 16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28803" h="166953">
                  <a:moveTo>
                    <a:pt x="208646" y="12190"/>
                  </a:moveTo>
                  <a:cubicBezTo>
                    <a:pt x="200978" y="3891"/>
                    <a:pt x="190115" y="-578"/>
                    <a:pt x="178613" y="60"/>
                  </a:cubicBezTo>
                  <a:lnTo>
                    <a:pt x="50815" y="60"/>
                  </a:lnTo>
                  <a:cubicBezTo>
                    <a:pt x="39313" y="60"/>
                    <a:pt x="28450" y="4529"/>
                    <a:pt x="20782" y="12190"/>
                  </a:cubicBezTo>
                  <a:cubicBezTo>
                    <a:pt x="-305" y="33257"/>
                    <a:pt x="334" y="74753"/>
                    <a:pt x="334" y="76030"/>
                  </a:cubicBezTo>
                  <a:cubicBezTo>
                    <a:pt x="-2222" y="146892"/>
                    <a:pt x="10558" y="160937"/>
                    <a:pt x="15670" y="163490"/>
                  </a:cubicBezTo>
                  <a:cubicBezTo>
                    <a:pt x="26533" y="168597"/>
                    <a:pt x="39313" y="167959"/>
                    <a:pt x="49537" y="162213"/>
                  </a:cubicBezTo>
                  <a:cubicBezTo>
                    <a:pt x="64234" y="154553"/>
                    <a:pt x="74458" y="140508"/>
                    <a:pt x="77653" y="124548"/>
                  </a:cubicBezTo>
                  <a:lnTo>
                    <a:pt x="150498" y="124548"/>
                  </a:lnTo>
                  <a:cubicBezTo>
                    <a:pt x="153693" y="140508"/>
                    <a:pt x="164556" y="154553"/>
                    <a:pt x="178613" y="162213"/>
                  </a:cubicBezTo>
                  <a:cubicBezTo>
                    <a:pt x="184364" y="165405"/>
                    <a:pt x="191393" y="166682"/>
                    <a:pt x="197783" y="166682"/>
                  </a:cubicBezTo>
                  <a:cubicBezTo>
                    <a:pt x="202895" y="166682"/>
                    <a:pt x="208007" y="165405"/>
                    <a:pt x="213119" y="163490"/>
                  </a:cubicBezTo>
                  <a:cubicBezTo>
                    <a:pt x="218870" y="160937"/>
                    <a:pt x="231011" y="146892"/>
                    <a:pt x="228455" y="76668"/>
                  </a:cubicBezTo>
                  <a:cubicBezTo>
                    <a:pt x="229094" y="74753"/>
                    <a:pt x="229733" y="33895"/>
                    <a:pt x="208646" y="12190"/>
                  </a:cubicBezTo>
                  <a:close/>
                  <a:moveTo>
                    <a:pt x="208007" y="152637"/>
                  </a:moveTo>
                  <a:cubicBezTo>
                    <a:pt x="200978" y="155829"/>
                    <a:pt x="192032" y="155191"/>
                    <a:pt x="185642" y="151361"/>
                  </a:cubicBezTo>
                  <a:cubicBezTo>
                    <a:pt x="172863" y="144338"/>
                    <a:pt x="164556" y="131570"/>
                    <a:pt x="163278" y="117525"/>
                  </a:cubicBezTo>
                  <a:cubicBezTo>
                    <a:pt x="162639" y="114333"/>
                    <a:pt x="160083" y="112418"/>
                    <a:pt x="156888" y="112418"/>
                  </a:cubicBezTo>
                  <a:lnTo>
                    <a:pt x="73819" y="112418"/>
                  </a:lnTo>
                  <a:cubicBezTo>
                    <a:pt x="70624" y="112418"/>
                    <a:pt x="68068" y="114333"/>
                    <a:pt x="67429" y="117525"/>
                  </a:cubicBezTo>
                  <a:cubicBezTo>
                    <a:pt x="63595" y="139231"/>
                    <a:pt x="51454" y="148169"/>
                    <a:pt x="45064" y="151361"/>
                  </a:cubicBezTo>
                  <a:cubicBezTo>
                    <a:pt x="38035" y="155191"/>
                    <a:pt x="29728" y="155829"/>
                    <a:pt x="22699" y="152637"/>
                  </a:cubicBezTo>
                  <a:cubicBezTo>
                    <a:pt x="16948" y="149445"/>
                    <a:pt x="13114" y="113695"/>
                    <a:pt x="14392" y="76668"/>
                  </a:cubicBezTo>
                  <a:cubicBezTo>
                    <a:pt x="14392" y="76030"/>
                    <a:pt x="13753" y="39002"/>
                    <a:pt x="31006" y="21766"/>
                  </a:cubicBezTo>
                  <a:cubicBezTo>
                    <a:pt x="36757" y="16020"/>
                    <a:pt x="43786" y="12828"/>
                    <a:pt x="52093" y="13466"/>
                  </a:cubicBezTo>
                  <a:lnTo>
                    <a:pt x="179892" y="13466"/>
                  </a:lnTo>
                  <a:cubicBezTo>
                    <a:pt x="187559" y="13466"/>
                    <a:pt x="195227" y="16020"/>
                    <a:pt x="200978" y="21766"/>
                  </a:cubicBezTo>
                  <a:cubicBezTo>
                    <a:pt x="218231" y="39002"/>
                    <a:pt x="217592" y="76668"/>
                    <a:pt x="217592" y="77306"/>
                  </a:cubicBezTo>
                  <a:cubicBezTo>
                    <a:pt x="217592" y="113695"/>
                    <a:pt x="213758" y="148807"/>
                    <a:pt x="208007" y="152637"/>
                  </a:cubicBezTo>
                  <a:close/>
                </a:path>
              </a:pathLst>
            </a:custGeom>
            <a:solidFill>
              <a:srgbClr val="007680"/>
            </a:solidFill>
            <a:ln w="6390" cap="flat">
              <a:noFill/>
              <a:prstDash val="solid"/>
              <a:miter/>
            </a:ln>
          </p:spPr>
          <p:txBody>
            <a:bodyPr rtlCol="0" anchor="ctr"/>
            <a:lstStyle/>
            <a:p>
              <a:endParaRPr lang="en-US"/>
            </a:p>
          </p:txBody>
        </p:sp>
        <p:sp>
          <p:nvSpPr>
            <p:cNvPr id="1117" name="Graphic 1100">
              <a:extLst>
                <a:ext uri="{FF2B5EF4-FFF2-40B4-BE49-F238E27FC236}">
                  <a16:creationId xmlns:a16="http://schemas.microsoft.com/office/drawing/2014/main" id="{F60203FA-A801-5D43-9BC0-3FC650CA2115}"/>
                </a:ext>
              </a:extLst>
            </p:cNvPr>
            <p:cNvSpPr/>
            <p:nvPr/>
          </p:nvSpPr>
          <p:spPr>
            <a:xfrm>
              <a:off x="1617293" y="1543973"/>
              <a:ext cx="44729" cy="44687"/>
            </a:xfrm>
            <a:custGeom>
              <a:avLst/>
              <a:gdLst>
                <a:gd name="connsiteX0" fmla="*/ 38340 w 44729"/>
                <a:gd name="connsiteY0" fmla="*/ 15960 h 44687"/>
                <a:gd name="connsiteX1" fmla="*/ 28755 w 44729"/>
                <a:gd name="connsiteY1" fmla="*/ 15960 h 44687"/>
                <a:gd name="connsiteX2" fmla="*/ 28755 w 44729"/>
                <a:gd name="connsiteY2" fmla="*/ 6384 h 44687"/>
                <a:gd name="connsiteX3" fmla="*/ 22365 w 44729"/>
                <a:gd name="connsiteY3" fmla="*/ 0 h 44687"/>
                <a:gd name="connsiteX4" fmla="*/ 15975 w 44729"/>
                <a:gd name="connsiteY4" fmla="*/ 6384 h 44687"/>
                <a:gd name="connsiteX5" fmla="*/ 15975 w 44729"/>
                <a:gd name="connsiteY5" fmla="*/ 15960 h 44687"/>
                <a:gd name="connsiteX6" fmla="*/ 6390 w 44729"/>
                <a:gd name="connsiteY6" fmla="*/ 15960 h 44687"/>
                <a:gd name="connsiteX7" fmla="*/ 0 w 44729"/>
                <a:gd name="connsiteY7" fmla="*/ 22344 h 44687"/>
                <a:gd name="connsiteX8" fmla="*/ 6390 w 44729"/>
                <a:gd name="connsiteY8" fmla="*/ 28728 h 44687"/>
                <a:gd name="connsiteX9" fmla="*/ 15975 w 44729"/>
                <a:gd name="connsiteY9" fmla="*/ 28728 h 44687"/>
                <a:gd name="connsiteX10" fmla="*/ 15975 w 44729"/>
                <a:gd name="connsiteY10" fmla="*/ 38304 h 44687"/>
                <a:gd name="connsiteX11" fmla="*/ 22365 w 44729"/>
                <a:gd name="connsiteY11" fmla="*/ 44688 h 44687"/>
                <a:gd name="connsiteX12" fmla="*/ 28755 w 44729"/>
                <a:gd name="connsiteY12" fmla="*/ 38304 h 44687"/>
                <a:gd name="connsiteX13" fmla="*/ 28755 w 44729"/>
                <a:gd name="connsiteY13" fmla="*/ 28728 h 44687"/>
                <a:gd name="connsiteX14" fmla="*/ 38340 w 44729"/>
                <a:gd name="connsiteY14" fmla="*/ 28728 h 44687"/>
                <a:gd name="connsiteX15" fmla="*/ 44730 w 44729"/>
                <a:gd name="connsiteY15" fmla="*/ 22344 h 44687"/>
                <a:gd name="connsiteX16" fmla="*/ 38340 w 44729"/>
                <a:gd name="connsiteY16" fmla="*/ 15960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729" h="44687">
                  <a:moveTo>
                    <a:pt x="38340" y="15960"/>
                  </a:moveTo>
                  <a:lnTo>
                    <a:pt x="28755" y="15960"/>
                  </a:lnTo>
                  <a:lnTo>
                    <a:pt x="28755" y="6384"/>
                  </a:lnTo>
                  <a:cubicBezTo>
                    <a:pt x="28755" y="2554"/>
                    <a:pt x="26199" y="0"/>
                    <a:pt x="22365" y="0"/>
                  </a:cubicBezTo>
                  <a:cubicBezTo>
                    <a:pt x="18531" y="0"/>
                    <a:pt x="15975" y="2554"/>
                    <a:pt x="15975" y="6384"/>
                  </a:cubicBezTo>
                  <a:lnTo>
                    <a:pt x="15975" y="15960"/>
                  </a:lnTo>
                  <a:lnTo>
                    <a:pt x="6390" y="15960"/>
                  </a:lnTo>
                  <a:cubicBezTo>
                    <a:pt x="2556" y="15960"/>
                    <a:pt x="0" y="18514"/>
                    <a:pt x="0" y="22344"/>
                  </a:cubicBezTo>
                  <a:cubicBezTo>
                    <a:pt x="0" y="26174"/>
                    <a:pt x="2556" y="28728"/>
                    <a:pt x="6390" y="28728"/>
                  </a:cubicBezTo>
                  <a:lnTo>
                    <a:pt x="15975" y="28728"/>
                  </a:lnTo>
                  <a:lnTo>
                    <a:pt x="15975" y="38304"/>
                  </a:lnTo>
                  <a:cubicBezTo>
                    <a:pt x="15975" y="42134"/>
                    <a:pt x="18531" y="44688"/>
                    <a:pt x="22365" y="44688"/>
                  </a:cubicBezTo>
                  <a:cubicBezTo>
                    <a:pt x="26199" y="44688"/>
                    <a:pt x="28755" y="42134"/>
                    <a:pt x="28755" y="38304"/>
                  </a:cubicBezTo>
                  <a:lnTo>
                    <a:pt x="28755" y="28728"/>
                  </a:lnTo>
                  <a:lnTo>
                    <a:pt x="38340" y="28728"/>
                  </a:lnTo>
                  <a:cubicBezTo>
                    <a:pt x="42174" y="28728"/>
                    <a:pt x="44730" y="26174"/>
                    <a:pt x="44730" y="22344"/>
                  </a:cubicBezTo>
                  <a:cubicBezTo>
                    <a:pt x="44730" y="18514"/>
                    <a:pt x="42174" y="15960"/>
                    <a:pt x="38340" y="15960"/>
                  </a:cubicBezTo>
                  <a:close/>
                </a:path>
              </a:pathLst>
            </a:custGeom>
            <a:solidFill>
              <a:srgbClr val="007680"/>
            </a:solidFill>
            <a:ln w="6390" cap="flat">
              <a:noFill/>
              <a:prstDash val="solid"/>
              <a:miter/>
            </a:ln>
          </p:spPr>
          <p:txBody>
            <a:bodyPr rtlCol="0" anchor="ctr"/>
            <a:lstStyle/>
            <a:p>
              <a:endParaRPr lang="en-US"/>
            </a:p>
          </p:txBody>
        </p:sp>
        <p:sp>
          <p:nvSpPr>
            <p:cNvPr id="1118" name="Graphic 1100">
              <a:extLst>
                <a:ext uri="{FF2B5EF4-FFF2-40B4-BE49-F238E27FC236}">
                  <a16:creationId xmlns:a16="http://schemas.microsoft.com/office/drawing/2014/main" id="{3B5EAC86-9C99-4548-8D82-254EB8BB165D}"/>
                </a:ext>
              </a:extLst>
            </p:cNvPr>
            <p:cNvSpPr/>
            <p:nvPr/>
          </p:nvSpPr>
          <p:spPr>
            <a:xfrm>
              <a:off x="1711225" y="1558017"/>
              <a:ext cx="16613" cy="16598"/>
            </a:xfrm>
            <a:custGeom>
              <a:avLst/>
              <a:gdLst>
                <a:gd name="connsiteX0" fmla="*/ 16614 w 16613"/>
                <a:gd name="connsiteY0" fmla="*/ 8299 h 16598"/>
                <a:gd name="connsiteX1" fmla="*/ 8307 w 16613"/>
                <a:gd name="connsiteY1" fmla="*/ 16598 h 16598"/>
                <a:gd name="connsiteX2" fmla="*/ 0 w 16613"/>
                <a:gd name="connsiteY2" fmla="*/ 8299 h 16598"/>
                <a:gd name="connsiteX3" fmla="*/ 8307 w 16613"/>
                <a:gd name="connsiteY3" fmla="*/ 0 h 16598"/>
                <a:gd name="connsiteX4" fmla="*/ 16614 w 16613"/>
                <a:gd name="connsiteY4" fmla="*/ 8299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16598">
                  <a:moveTo>
                    <a:pt x="16614" y="8299"/>
                  </a:moveTo>
                  <a:cubicBezTo>
                    <a:pt x="16614" y="12883"/>
                    <a:pt x="12895" y="16598"/>
                    <a:pt x="8307" y="16598"/>
                  </a:cubicBezTo>
                  <a:cubicBezTo>
                    <a:pt x="3719" y="16598"/>
                    <a:pt x="0" y="12883"/>
                    <a:pt x="0" y="8299"/>
                  </a:cubicBezTo>
                  <a:cubicBezTo>
                    <a:pt x="0" y="3716"/>
                    <a:pt x="3719" y="0"/>
                    <a:pt x="8307" y="0"/>
                  </a:cubicBezTo>
                  <a:cubicBezTo>
                    <a:pt x="12895" y="0"/>
                    <a:pt x="16614" y="3716"/>
                    <a:pt x="16614" y="8299"/>
                  </a:cubicBezTo>
                  <a:close/>
                </a:path>
              </a:pathLst>
            </a:custGeom>
            <a:solidFill>
              <a:srgbClr val="007680"/>
            </a:solidFill>
            <a:ln w="6390" cap="flat">
              <a:noFill/>
              <a:prstDash val="solid"/>
              <a:miter/>
            </a:ln>
          </p:spPr>
          <p:txBody>
            <a:bodyPr rtlCol="0" anchor="ctr"/>
            <a:lstStyle/>
            <a:p>
              <a:endParaRPr lang="en-US"/>
            </a:p>
          </p:txBody>
        </p:sp>
        <p:sp>
          <p:nvSpPr>
            <p:cNvPr id="1119" name="Graphic 1100">
              <a:extLst>
                <a:ext uri="{FF2B5EF4-FFF2-40B4-BE49-F238E27FC236}">
                  <a16:creationId xmlns:a16="http://schemas.microsoft.com/office/drawing/2014/main" id="{DF929FA3-8674-4843-AC3D-C052F0B567BE}"/>
                </a:ext>
              </a:extLst>
            </p:cNvPr>
            <p:cNvSpPr/>
            <p:nvPr/>
          </p:nvSpPr>
          <p:spPr>
            <a:xfrm>
              <a:off x="1759149" y="1558017"/>
              <a:ext cx="16613" cy="16598"/>
            </a:xfrm>
            <a:custGeom>
              <a:avLst/>
              <a:gdLst>
                <a:gd name="connsiteX0" fmla="*/ 16614 w 16613"/>
                <a:gd name="connsiteY0" fmla="*/ 8299 h 16598"/>
                <a:gd name="connsiteX1" fmla="*/ 8307 w 16613"/>
                <a:gd name="connsiteY1" fmla="*/ 16598 h 16598"/>
                <a:gd name="connsiteX2" fmla="*/ 0 w 16613"/>
                <a:gd name="connsiteY2" fmla="*/ 8299 h 16598"/>
                <a:gd name="connsiteX3" fmla="*/ 8307 w 16613"/>
                <a:gd name="connsiteY3" fmla="*/ 0 h 16598"/>
                <a:gd name="connsiteX4" fmla="*/ 16614 w 16613"/>
                <a:gd name="connsiteY4" fmla="*/ 8299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16598">
                  <a:moveTo>
                    <a:pt x="16614" y="8299"/>
                  </a:moveTo>
                  <a:cubicBezTo>
                    <a:pt x="16614" y="12883"/>
                    <a:pt x="12895" y="16598"/>
                    <a:pt x="8307" y="16598"/>
                  </a:cubicBezTo>
                  <a:cubicBezTo>
                    <a:pt x="3719" y="16598"/>
                    <a:pt x="0" y="12883"/>
                    <a:pt x="0" y="8299"/>
                  </a:cubicBezTo>
                  <a:cubicBezTo>
                    <a:pt x="0" y="3716"/>
                    <a:pt x="3719" y="0"/>
                    <a:pt x="8307" y="0"/>
                  </a:cubicBezTo>
                  <a:cubicBezTo>
                    <a:pt x="12895" y="0"/>
                    <a:pt x="16614" y="3716"/>
                    <a:pt x="16614" y="8299"/>
                  </a:cubicBezTo>
                  <a:close/>
                </a:path>
              </a:pathLst>
            </a:custGeom>
            <a:solidFill>
              <a:srgbClr val="007680"/>
            </a:solidFill>
            <a:ln w="6390" cap="flat">
              <a:noFill/>
              <a:prstDash val="solid"/>
              <a:miter/>
            </a:ln>
          </p:spPr>
          <p:txBody>
            <a:bodyPr rtlCol="0" anchor="ctr"/>
            <a:lstStyle/>
            <a:p>
              <a:endParaRPr lang="en-US"/>
            </a:p>
          </p:txBody>
        </p:sp>
        <p:sp>
          <p:nvSpPr>
            <p:cNvPr id="1120" name="Graphic 1100">
              <a:extLst>
                <a:ext uri="{FF2B5EF4-FFF2-40B4-BE49-F238E27FC236}">
                  <a16:creationId xmlns:a16="http://schemas.microsoft.com/office/drawing/2014/main" id="{EFEB0665-B996-1142-A23D-6A388F279A41}"/>
                </a:ext>
              </a:extLst>
            </p:cNvPr>
            <p:cNvSpPr/>
            <p:nvPr/>
          </p:nvSpPr>
          <p:spPr>
            <a:xfrm>
              <a:off x="1735506" y="1533758"/>
              <a:ext cx="16613" cy="16598"/>
            </a:xfrm>
            <a:custGeom>
              <a:avLst/>
              <a:gdLst>
                <a:gd name="connsiteX0" fmla="*/ 8307 w 16613"/>
                <a:gd name="connsiteY0" fmla="*/ 0 h 16598"/>
                <a:gd name="connsiteX1" fmla="*/ 0 w 16613"/>
                <a:gd name="connsiteY1" fmla="*/ 8299 h 16598"/>
                <a:gd name="connsiteX2" fmla="*/ 8307 w 16613"/>
                <a:gd name="connsiteY2" fmla="*/ 16598 h 16598"/>
                <a:gd name="connsiteX3" fmla="*/ 16614 w 16613"/>
                <a:gd name="connsiteY3" fmla="*/ 8299 h 16598"/>
                <a:gd name="connsiteX4" fmla="*/ 8307 w 16613"/>
                <a:gd name="connsiteY4" fmla="*/ 0 h 16598"/>
                <a:gd name="connsiteX5" fmla="*/ 8307 w 16613"/>
                <a:gd name="connsiteY5" fmla="*/ 0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3" h="16598">
                  <a:moveTo>
                    <a:pt x="8307" y="0"/>
                  </a:moveTo>
                  <a:cubicBezTo>
                    <a:pt x="3834" y="0"/>
                    <a:pt x="0" y="3830"/>
                    <a:pt x="0" y="8299"/>
                  </a:cubicBezTo>
                  <a:cubicBezTo>
                    <a:pt x="0" y="12768"/>
                    <a:pt x="3834" y="16598"/>
                    <a:pt x="8307" y="16598"/>
                  </a:cubicBezTo>
                  <a:cubicBezTo>
                    <a:pt x="12780" y="16598"/>
                    <a:pt x="16614" y="12768"/>
                    <a:pt x="16614" y="8299"/>
                  </a:cubicBezTo>
                  <a:cubicBezTo>
                    <a:pt x="16614" y="3830"/>
                    <a:pt x="12780" y="0"/>
                    <a:pt x="8307" y="0"/>
                  </a:cubicBezTo>
                  <a:cubicBezTo>
                    <a:pt x="8307" y="0"/>
                    <a:pt x="8307" y="0"/>
                    <a:pt x="8307" y="0"/>
                  </a:cubicBezTo>
                  <a:close/>
                </a:path>
              </a:pathLst>
            </a:custGeom>
            <a:solidFill>
              <a:srgbClr val="007680"/>
            </a:solidFill>
            <a:ln w="6390" cap="flat">
              <a:noFill/>
              <a:prstDash val="solid"/>
              <a:miter/>
            </a:ln>
          </p:spPr>
          <p:txBody>
            <a:bodyPr rtlCol="0" anchor="ctr"/>
            <a:lstStyle/>
            <a:p>
              <a:endParaRPr lang="en-US"/>
            </a:p>
          </p:txBody>
        </p:sp>
        <p:sp>
          <p:nvSpPr>
            <p:cNvPr id="1121" name="Graphic 1100">
              <a:extLst>
                <a:ext uri="{FF2B5EF4-FFF2-40B4-BE49-F238E27FC236}">
                  <a16:creationId xmlns:a16="http://schemas.microsoft.com/office/drawing/2014/main" id="{6A18EC6B-7072-D14B-8BC4-5E3E86D33673}"/>
                </a:ext>
              </a:extLst>
            </p:cNvPr>
            <p:cNvSpPr/>
            <p:nvPr/>
          </p:nvSpPr>
          <p:spPr>
            <a:xfrm>
              <a:off x="1735506" y="1581638"/>
              <a:ext cx="16613" cy="16598"/>
            </a:xfrm>
            <a:custGeom>
              <a:avLst/>
              <a:gdLst>
                <a:gd name="connsiteX0" fmla="*/ 8307 w 16613"/>
                <a:gd name="connsiteY0" fmla="*/ 0 h 16598"/>
                <a:gd name="connsiteX1" fmla="*/ 0 w 16613"/>
                <a:gd name="connsiteY1" fmla="*/ 8299 h 16598"/>
                <a:gd name="connsiteX2" fmla="*/ 8307 w 16613"/>
                <a:gd name="connsiteY2" fmla="*/ 16598 h 16598"/>
                <a:gd name="connsiteX3" fmla="*/ 16614 w 16613"/>
                <a:gd name="connsiteY3" fmla="*/ 8299 h 16598"/>
                <a:gd name="connsiteX4" fmla="*/ 16614 w 16613"/>
                <a:gd name="connsiteY4" fmla="*/ 8299 h 16598"/>
                <a:gd name="connsiteX5" fmla="*/ 8307 w 16613"/>
                <a:gd name="connsiteY5" fmla="*/ 0 h 16598"/>
                <a:gd name="connsiteX6" fmla="*/ 8307 w 16613"/>
                <a:gd name="connsiteY6" fmla="*/ 0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13" h="16598">
                  <a:moveTo>
                    <a:pt x="8307" y="0"/>
                  </a:moveTo>
                  <a:cubicBezTo>
                    <a:pt x="3834" y="0"/>
                    <a:pt x="0" y="3830"/>
                    <a:pt x="0" y="8299"/>
                  </a:cubicBezTo>
                  <a:cubicBezTo>
                    <a:pt x="0" y="12768"/>
                    <a:pt x="3834" y="16598"/>
                    <a:pt x="8307" y="16598"/>
                  </a:cubicBezTo>
                  <a:cubicBezTo>
                    <a:pt x="12780" y="16598"/>
                    <a:pt x="16614" y="12768"/>
                    <a:pt x="16614" y="8299"/>
                  </a:cubicBezTo>
                  <a:cubicBezTo>
                    <a:pt x="16614" y="8299"/>
                    <a:pt x="16614" y="8299"/>
                    <a:pt x="16614" y="8299"/>
                  </a:cubicBezTo>
                  <a:cubicBezTo>
                    <a:pt x="16614" y="3830"/>
                    <a:pt x="12780" y="0"/>
                    <a:pt x="8307" y="0"/>
                  </a:cubicBezTo>
                  <a:cubicBezTo>
                    <a:pt x="8307" y="0"/>
                    <a:pt x="8307" y="0"/>
                    <a:pt x="8307" y="0"/>
                  </a:cubicBezTo>
                  <a:close/>
                </a:path>
              </a:pathLst>
            </a:custGeom>
            <a:solidFill>
              <a:srgbClr val="007680"/>
            </a:solidFill>
            <a:ln w="6390" cap="flat">
              <a:noFill/>
              <a:prstDash val="solid"/>
              <a:miter/>
            </a:ln>
          </p:spPr>
          <p:txBody>
            <a:bodyPr rtlCol="0" anchor="ctr"/>
            <a:lstStyle/>
            <a:p>
              <a:endParaRPr lang="en-US"/>
            </a:p>
          </p:txBody>
        </p:sp>
      </p:grpSp>
      <p:grpSp>
        <p:nvGrpSpPr>
          <p:cNvPr id="1122" name="Graphic 1100">
            <a:extLst>
              <a:ext uri="{FF2B5EF4-FFF2-40B4-BE49-F238E27FC236}">
                <a16:creationId xmlns:a16="http://schemas.microsoft.com/office/drawing/2014/main" id="{7F87D4BC-9968-DA4C-89E7-50A73E253162}"/>
              </a:ext>
            </a:extLst>
          </p:cNvPr>
          <p:cNvGrpSpPr/>
          <p:nvPr/>
        </p:nvGrpSpPr>
        <p:grpSpPr>
          <a:xfrm>
            <a:off x="1952125" y="1406717"/>
            <a:ext cx="362313" cy="361971"/>
            <a:chOff x="1952125" y="1406717"/>
            <a:chExt cx="362313" cy="361971"/>
          </a:xfrm>
          <a:solidFill>
            <a:srgbClr val="007680"/>
          </a:solidFill>
        </p:grpSpPr>
        <p:sp>
          <p:nvSpPr>
            <p:cNvPr id="1123" name="Graphic 1100">
              <a:extLst>
                <a:ext uri="{FF2B5EF4-FFF2-40B4-BE49-F238E27FC236}">
                  <a16:creationId xmlns:a16="http://schemas.microsoft.com/office/drawing/2014/main" id="{D6D0CCBE-EE04-2245-9FA0-F832648148D6}"/>
                </a:ext>
              </a:extLst>
            </p:cNvPr>
            <p:cNvSpPr/>
            <p:nvPr/>
          </p:nvSpPr>
          <p:spPr>
            <a:xfrm>
              <a:off x="2031753" y="1516441"/>
              <a:ext cx="202739" cy="141933"/>
            </a:xfrm>
            <a:custGeom>
              <a:avLst/>
              <a:gdLst>
                <a:gd name="connsiteX0" fmla="*/ 186833 w 202739"/>
                <a:gd name="connsiteY0" fmla="*/ 8380 h 141933"/>
                <a:gd name="connsiteX1" fmla="*/ 165746 w 202739"/>
                <a:gd name="connsiteY1" fmla="*/ 81 h 141933"/>
                <a:gd name="connsiteX2" fmla="*/ 37947 w 202739"/>
                <a:gd name="connsiteY2" fmla="*/ 81 h 141933"/>
                <a:gd name="connsiteX3" fmla="*/ 16860 w 202739"/>
                <a:gd name="connsiteY3" fmla="*/ 8380 h 141933"/>
                <a:gd name="connsiteX4" fmla="*/ 246 w 202739"/>
                <a:gd name="connsiteY4" fmla="*/ 63282 h 141933"/>
                <a:gd name="connsiteX5" fmla="*/ 8553 w 202739"/>
                <a:gd name="connsiteY5" fmla="*/ 139251 h 141933"/>
                <a:gd name="connsiteX6" fmla="*/ 30918 w 202739"/>
                <a:gd name="connsiteY6" fmla="*/ 137975 h 141933"/>
                <a:gd name="connsiteX7" fmla="*/ 53283 w 202739"/>
                <a:gd name="connsiteY7" fmla="*/ 104139 h 141933"/>
                <a:gd name="connsiteX8" fmla="*/ 59673 w 202739"/>
                <a:gd name="connsiteY8" fmla="*/ 99032 h 141933"/>
                <a:gd name="connsiteX9" fmla="*/ 142742 w 202739"/>
                <a:gd name="connsiteY9" fmla="*/ 99032 h 141933"/>
                <a:gd name="connsiteX10" fmla="*/ 149132 w 202739"/>
                <a:gd name="connsiteY10" fmla="*/ 104139 h 141933"/>
                <a:gd name="connsiteX11" fmla="*/ 171497 w 202739"/>
                <a:gd name="connsiteY11" fmla="*/ 138613 h 141933"/>
                <a:gd name="connsiteX12" fmla="*/ 193861 w 202739"/>
                <a:gd name="connsiteY12" fmla="*/ 139890 h 141933"/>
                <a:gd name="connsiteX13" fmla="*/ 202168 w 202739"/>
                <a:gd name="connsiteY13" fmla="*/ 64559 h 141933"/>
                <a:gd name="connsiteX14" fmla="*/ 186833 w 202739"/>
                <a:gd name="connsiteY14" fmla="*/ 8380 h 141933"/>
                <a:gd name="connsiteX15" fmla="*/ 62229 w 202739"/>
                <a:gd name="connsiteY15" fmla="*/ 56260 h 141933"/>
                <a:gd name="connsiteX16" fmla="*/ 52644 w 202739"/>
                <a:gd name="connsiteY16" fmla="*/ 56260 h 141933"/>
                <a:gd name="connsiteX17" fmla="*/ 52644 w 202739"/>
                <a:gd name="connsiteY17" fmla="*/ 65836 h 141933"/>
                <a:gd name="connsiteX18" fmla="*/ 46254 w 202739"/>
                <a:gd name="connsiteY18" fmla="*/ 72220 h 141933"/>
                <a:gd name="connsiteX19" fmla="*/ 39864 w 202739"/>
                <a:gd name="connsiteY19" fmla="*/ 65836 h 141933"/>
                <a:gd name="connsiteX20" fmla="*/ 39864 w 202739"/>
                <a:gd name="connsiteY20" fmla="*/ 56260 h 141933"/>
                <a:gd name="connsiteX21" fmla="*/ 30279 w 202739"/>
                <a:gd name="connsiteY21" fmla="*/ 56260 h 141933"/>
                <a:gd name="connsiteX22" fmla="*/ 23889 w 202739"/>
                <a:gd name="connsiteY22" fmla="*/ 49876 h 141933"/>
                <a:gd name="connsiteX23" fmla="*/ 30279 w 202739"/>
                <a:gd name="connsiteY23" fmla="*/ 43492 h 141933"/>
                <a:gd name="connsiteX24" fmla="*/ 39864 w 202739"/>
                <a:gd name="connsiteY24" fmla="*/ 43492 h 141933"/>
                <a:gd name="connsiteX25" fmla="*/ 39864 w 202739"/>
                <a:gd name="connsiteY25" fmla="*/ 33916 h 141933"/>
                <a:gd name="connsiteX26" fmla="*/ 46254 w 202739"/>
                <a:gd name="connsiteY26" fmla="*/ 27532 h 141933"/>
                <a:gd name="connsiteX27" fmla="*/ 52644 w 202739"/>
                <a:gd name="connsiteY27" fmla="*/ 33916 h 141933"/>
                <a:gd name="connsiteX28" fmla="*/ 52644 w 202739"/>
                <a:gd name="connsiteY28" fmla="*/ 43492 h 141933"/>
                <a:gd name="connsiteX29" fmla="*/ 62229 w 202739"/>
                <a:gd name="connsiteY29" fmla="*/ 43492 h 141933"/>
                <a:gd name="connsiteX30" fmla="*/ 68619 w 202739"/>
                <a:gd name="connsiteY30" fmla="*/ 49876 h 141933"/>
                <a:gd name="connsiteX31" fmla="*/ 62229 w 202739"/>
                <a:gd name="connsiteY31" fmla="*/ 56260 h 141933"/>
                <a:gd name="connsiteX32" fmla="*/ 126128 w 202739"/>
                <a:gd name="connsiteY32" fmla="*/ 57536 h 141933"/>
                <a:gd name="connsiteX33" fmla="*/ 117821 w 202739"/>
                <a:gd name="connsiteY33" fmla="*/ 49237 h 141933"/>
                <a:gd name="connsiteX34" fmla="*/ 126128 w 202739"/>
                <a:gd name="connsiteY34" fmla="*/ 40938 h 141933"/>
                <a:gd name="connsiteX35" fmla="*/ 134435 w 202739"/>
                <a:gd name="connsiteY35" fmla="*/ 49237 h 141933"/>
                <a:gd name="connsiteX36" fmla="*/ 134435 w 202739"/>
                <a:gd name="connsiteY36" fmla="*/ 49237 h 141933"/>
                <a:gd name="connsiteX37" fmla="*/ 126128 w 202739"/>
                <a:gd name="connsiteY37" fmla="*/ 57536 h 141933"/>
                <a:gd name="connsiteX38" fmla="*/ 126128 w 202739"/>
                <a:gd name="connsiteY38" fmla="*/ 57536 h 141933"/>
                <a:gd name="connsiteX39" fmla="*/ 149771 w 202739"/>
                <a:gd name="connsiteY39" fmla="*/ 81796 h 141933"/>
                <a:gd name="connsiteX40" fmla="*/ 141464 w 202739"/>
                <a:gd name="connsiteY40" fmla="*/ 73496 h 141933"/>
                <a:gd name="connsiteX41" fmla="*/ 149771 w 202739"/>
                <a:gd name="connsiteY41" fmla="*/ 65197 h 141933"/>
                <a:gd name="connsiteX42" fmla="*/ 158078 w 202739"/>
                <a:gd name="connsiteY42" fmla="*/ 73496 h 141933"/>
                <a:gd name="connsiteX43" fmla="*/ 158078 w 202739"/>
                <a:gd name="connsiteY43" fmla="*/ 73496 h 141933"/>
                <a:gd name="connsiteX44" fmla="*/ 149771 w 202739"/>
                <a:gd name="connsiteY44" fmla="*/ 81796 h 141933"/>
                <a:gd name="connsiteX45" fmla="*/ 149771 w 202739"/>
                <a:gd name="connsiteY45" fmla="*/ 81796 h 141933"/>
                <a:gd name="connsiteX46" fmla="*/ 149771 w 202739"/>
                <a:gd name="connsiteY46" fmla="*/ 33916 h 141933"/>
                <a:gd name="connsiteX47" fmla="*/ 141464 w 202739"/>
                <a:gd name="connsiteY47" fmla="*/ 25616 h 141933"/>
                <a:gd name="connsiteX48" fmla="*/ 149771 w 202739"/>
                <a:gd name="connsiteY48" fmla="*/ 17317 h 141933"/>
                <a:gd name="connsiteX49" fmla="*/ 158078 w 202739"/>
                <a:gd name="connsiteY49" fmla="*/ 25616 h 141933"/>
                <a:gd name="connsiteX50" fmla="*/ 158078 w 202739"/>
                <a:gd name="connsiteY50" fmla="*/ 25616 h 141933"/>
                <a:gd name="connsiteX51" fmla="*/ 149771 w 202739"/>
                <a:gd name="connsiteY51" fmla="*/ 33916 h 141933"/>
                <a:gd name="connsiteX52" fmla="*/ 149771 w 202739"/>
                <a:gd name="connsiteY52" fmla="*/ 33916 h 141933"/>
                <a:gd name="connsiteX53" fmla="*/ 174053 w 202739"/>
                <a:gd name="connsiteY53" fmla="*/ 57536 h 141933"/>
                <a:gd name="connsiteX54" fmla="*/ 165746 w 202739"/>
                <a:gd name="connsiteY54" fmla="*/ 49237 h 141933"/>
                <a:gd name="connsiteX55" fmla="*/ 174053 w 202739"/>
                <a:gd name="connsiteY55" fmla="*/ 40938 h 141933"/>
                <a:gd name="connsiteX56" fmla="*/ 182360 w 202739"/>
                <a:gd name="connsiteY56" fmla="*/ 49237 h 141933"/>
                <a:gd name="connsiteX57" fmla="*/ 182360 w 202739"/>
                <a:gd name="connsiteY57" fmla="*/ 49237 h 141933"/>
                <a:gd name="connsiteX58" fmla="*/ 174053 w 202739"/>
                <a:gd name="connsiteY58" fmla="*/ 57536 h 141933"/>
                <a:gd name="connsiteX59" fmla="*/ 174053 w 202739"/>
                <a:gd name="connsiteY59" fmla="*/ 57536 h 141933"/>
                <a:gd name="connsiteX60" fmla="*/ 174053 w 202739"/>
                <a:gd name="connsiteY60" fmla="*/ 57536 h 14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02739" h="141933">
                  <a:moveTo>
                    <a:pt x="186833" y="8380"/>
                  </a:moveTo>
                  <a:cubicBezTo>
                    <a:pt x="181081" y="2634"/>
                    <a:pt x="174053" y="-558"/>
                    <a:pt x="165746" y="81"/>
                  </a:cubicBezTo>
                  <a:lnTo>
                    <a:pt x="37947" y="81"/>
                  </a:lnTo>
                  <a:cubicBezTo>
                    <a:pt x="30279" y="81"/>
                    <a:pt x="22611" y="2634"/>
                    <a:pt x="16860" y="8380"/>
                  </a:cubicBezTo>
                  <a:cubicBezTo>
                    <a:pt x="-393" y="25616"/>
                    <a:pt x="246" y="63282"/>
                    <a:pt x="246" y="63282"/>
                  </a:cubicBezTo>
                  <a:cubicBezTo>
                    <a:pt x="-1032" y="100309"/>
                    <a:pt x="2802" y="136059"/>
                    <a:pt x="8553" y="139251"/>
                  </a:cubicBezTo>
                  <a:cubicBezTo>
                    <a:pt x="15582" y="142443"/>
                    <a:pt x="24528" y="141805"/>
                    <a:pt x="30918" y="137975"/>
                  </a:cubicBezTo>
                  <a:cubicBezTo>
                    <a:pt x="37947" y="134783"/>
                    <a:pt x="49449" y="125845"/>
                    <a:pt x="53283" y="104139"/>
                  </a:cubicBezTo>
                  <a:cubicBezTo>
                    <a:pt x="53922" y="100948"/>
                    <a:pt x="56478" y="99032"/>
                    <a:pt x="59673" y="99032"/>
                  </a:cubicBezTo>
                  <a:lnTo>
                    <a:pt x="142742" y="99032"/>
                  </a:lnTo>
                  <a:cubicBezTo>
                    <a:pt x="145937" y="99032"/>
                    <a:pt x="148493" y="100948"/>
                    <a:pt x="149132" y="104139"/>
                  </a:cubicBezTo>
                  <a:cubicBezTo>
                    <a:pt x="150410" y="118823"/>
                    <a:pt x="159356" y="131591"/>
                    <a:pt x="171497" y="138613"/>
                  </a:cubicBezTo>
                  <a:cubicBezTo>
                    <a:pt x="178525" y="142443"/>
                    <a:pt x="186833" y="143082"/>
                    <a:pt x="193861" y="139890"/>
                  </a:cubicBezTo>
                  <a:cubicBezTo>
                    <a:pt x="199612" y="136698"/>
                    <a:pt x="203446" y="100948"/>
                    <a:pt x="202168" y="64559"/>
                  </a:cubicBezTo>
                  <a:cubicBezTo>
                    <a:pt x="203446" y="63282"/>
                    <a:pt x="204085" y="26255"/>
                    <a:pt x="186833" y="8380"/>
                  </a:cubicBezTo>
                  <a:close/>
                  <a:moveTo>
                    <a:pt x="62229" y="56260"/>
                  </a:moveTo>
                  <a:lnTo>
                    <a:pt x="52644" y="56260"/>
                  </a:lnTo>
                  <a:lnTo>
                    <a:pt x="52644" y="65836"/>
                  </a:lnTo>
                  <a:cubicBezTo>
                    <a:pt x="52644" y="69666"/>
                    <a:pt x="50088" y="72220"/>
                    <a:pt x="46254" y="72220"/>
                  </a:cubicBezTo>
                  <a:cubicBezTo>
                    <a:pt x="42420" y="72220"/>
                    <a:pt x="39864" y="69666"/>
                    <a:pt x="39864" y="65836"/>
                  </a:cubicBezTo>
                  <a:lnTo>
                    <a:pt x="39864" y="56260"/>
                  </a:lnTo>
                  <a:lnTo>
                    <a:pt x="30279" y="56260"/>
                  </a:lnTo>
                  <a:cubicBezTo>
                    <a:pt x="26445" y="56260"/>
                    <a:pt x="23889" y="53706"/>
                    <a:pt x="23889" y="49876"/>
                  </a:cubicBezTo>
                  <a:cubicBezTo>
                    <a:pt x="23889" y="46045"/>
                    <a:pt x="26445" y="43492"/>
                    <a:pt x="30279" y="43492"/>
                  </a:cubicBezTo>
                  <a:lnTo>
                    <a:pt x="39864" y="43492"/>
                  </a:lnTo>
                  <a:lnTo>
                    <a:pt x="39864" y="33916"/>
                  </a:lnTo>
                  <a:cubicBezTo>
                    <a:pt x="39864" y="30085"/>
                    <a:pt x="42420" y="27532"/>
                    <a:pt x="46254" y="27532"/>
                  </a:cubicBezTo>
                  <a:cubicBezTo>
                    <a:pt x="50088" y="27532"/>
                    <a:pt x="52644" y="30085"/>
                    <a:pt x="52644" y="33916"/>
                  </a:cubicBezTo>
                  <a:lnTo>
                    <a:pt x="52644" y="43492"/>
                  </a:lnTo>
                  <a:lnTo>
                    <a:pt x="62229" y="43492"/>
                  </a:lnTo>
                  <a:cubicBezTo>
                    <a:pt x="66063" y="43492"/>
                    <a:pt x="68619" y="46045"/>
                    <a:pt x="68619" y="49876"/>
                  </a:cubicBezTo>
                  <a:cubicBezTo>
                    <a:pt x="68619" y="53706"/>
                    <a:pt x="65424" y="56260"/>
                    <a:pt x="62229" y="56260"/>
                  </a:cubicBezTo>
                  <a:close/>
                  <a:moveTo>
                    <a:pt x="126128" y="57536"/>
                  </a:moveTo>
                  <a:cubicBezTo>
                    <a:pt x="121655" y="57536"/>
                    <a:pt x="117821" y="53706"/>
                    <a:pt x="117821" y="49237"/>
                  </a:cubicBezTo>
                  <a:cubicBezTo>
                    <a:pt x="117821" y="44768"/>
                    <a:pt x="121655" y="40938"/>
                    <a:pt x="126128" y="40938"/>
                  </a:cubicBezTo>
                  <a:cubicBezTo>
                    <a:pt x="130601" y="40938"/>
                    <a:pt x="134435" y="44768"/>
                    <a:pt x="134435" y="49237"/>
                  </a:cubicBezTo>
                  <a:cubicBezTo>
                    <a:pt x="134435" y="49237"/>
                    <a:pt x="134435" y="49237"/>
                    <a:pt x="134435" y="49237"/>
                  </a:cubicBezTo>
                  <a:cubicBezTo>
                    <a:pt x="134435" y="53706"/>
                    <a:pt x="130601" y="57536"/>
                    <a:pt x="126128" y="57536"/>
                  </a:cubicBezTo>
                  <a:lnTo>
                    <a:pt x="126128" y="57536"/>
                  </a:lnTo>
                  <a:close/>
                  <a:moveTo>
                    <a:pt x="149771" y="81796"/>
                  </a:moveTo>
                  <a:cubicBezTo>
                    <a:pt x="145298" y="81796"/>
                    <a:pt x="141464" y="77965"/>
                    <a:pt x="141464" y="73496"/>
                  </a:cubicBezTo>
                  <a:cubicBezTo>
                    <a:pt x="141464" y="69028"/>
                    <a:pt x="145298" y="65197"/>
                    <a:pt x="149771" y="65197"/>
                  </a:cubicBezTo>
                  <a:cubicBezTo>
                    <a:pt x="154244" y="65197"/>
                    <a:pt x="158078" y="69028"/>
                    <a:pt x="158078" y="73496"/>
                  </a:cubicBezTo>
                  <a:cubicBezTo>
                    <a:pt x="158078" y="73496"/>
                    <a:pt x="158078" y="73496"/>
                    <a:pt x="158078" y="73496"/>
                  </a:cubicBezTo>
                  <a:cubicBezTo>
                    <a:pt x="158078" y="77965"/>
                    <a:pt x="154244" y="81796"/>
                    <a:pt x="149771" y="81796"/>
                  </a:cubicBezTo>
                  <a:lnTo>
                    <a:pt x="149771" y="81796"/>
                  </a:lnTo>
                  <a:close/>
                  <a:moveTo>
                    <a:pt x="149771" y="33916"/>
                  </a:moveTo>
                  <a:cubicBezTo>
                    <a:pt x="145298" y="33916"/>
                    <a:pt x="141464" y="30085"/>
                    <a:pt x="141464" y="25616"/>
                  </a:cubicBezTo>
                  <a:cubicBezTo>
                    <a:pt x="141464" y="21148"/>
                    <a:pt x="145298" y="17317"/>
                    <a:pt x="149771" y="17317"/>
                  </a:cubicBezTo>
                  <a:cubicBezTo>
                    <a:pt x="154244" y="17317"/>
                    <a:pt x="158078" y="21148"/>
                    <a:pt x="158078" y="25616"/>
                  </a:cubicBezTo>
                  <a:lnTo>
                    <a:pt x="158078" y="25616"/>
                  </a:lnTo>
                  <a:cubicBezTo>
                    <a:pt x="158078" y="30085"/>
                    <a:pt x="154244" y="33916"/>
                    <a:pt x="149771" y="33916"/>
                  </a:cubicBezTo>
                  <a:lnTo>
                    <a:pt x="149771" y="33916"/>
                  </a:lnTo>
                  <a:close/>
                  <a:moveTo>
                    <a:pt x="174053" y="57536"/>
                  </a:moveTo>
                  <a:cubicBezTo>
                    <a:pt x="169580" y="57536"/>
                    <a:pt x="165746" y="53706"/>
                    <a:pt x="165746" y="49237"/>
                  </a:cubicBezTo>
                  <a:cubicBezTo>
                    <a:pt x="165746" y="44768"/>
                    <a:pt x="169580" y="40938"/>
                    <a:pt x="174053" y="40938"/>
                  </a:cubicBezTo>
                  <a:cubicBezTo>
                    <a:pt x="178525" y="40938"/>
                    <a:pt x="182360" y="44768"/>
                    <a:pt x="182360" y="49237"/>
                  </a:cubicBezTo>
                  <a:cubicBezTo>
                    <a:pt x="182360" y="49237"/>
                    <a:pt x="182360" y="49237"/>
                    <a:pt x="182360" y="49237"/>
                  </a:cubicBezTo>
                  <a:cubicBezTo>
                    <a:pt x="182360" y="54344"/>
                    <a:pt x="178525" y="57536"/>
                    <a:pt x="174053" y="57536"/>
                  </a:cubicBezTo>
                  <a:cubicBezTo>
                    <a:pt x="174053" y="57536"/>
                    <a:pt x="174053" y="57536"/>
                    <a:pt x="174053" y="57536"/>
                  </a:cubicBezTo>
                  <a:lnTo>
                    <a:pt x="174053" y="57536"/>
                  </a:lnTo>
                  <a:close/>
                </a:path>
              </a:pathLst>
            </a:custGeom>
            <a:solidFill>
              <a:srgbClr val="007680"/>
            </a:solidFill>
            <a:ln w="6390" cap="flat">
              <a:noFill/>
              <a:prstDash val="solid"/>
              <a:miter/>
            </a:ln>
          </p:spPr>
          <p:txBody>
            <a:bodyPr rtlCol="0" anchor="ctr"/>
            <a:lstStyle/>
            <a:p>
              <a:endParaRPr lang="en-US"/>
            </a:p>
          </p:txBody>
        </p:sp>
        <p:sp>
          <p:nvSpPr>
            <p:cNvPr id="1124" name="Graphic 1100">
              <a:extLst>
                <a:ext uri="{FF2B5EF4-FFF2-40B4-BE49-F238E27FC236}">
                  <a16:creationId xmlns:a16="http://schemas.microsoft.com/office/drawing/2014/main" id="{906B7C6F-9DEF-624C-B2F4-1C38F27DEF7C}"/>
                </a:ext>
              </a:extLst>
            </p:cNvPr>
            <p:cNvSpPr/>
            <p:nvPr/>
          </p:nvSpPr>
          <p:spPr>
            <a:xfrm>
              <a:off x="1952125" y="140671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80518 w 362313"/>
                <a:gd name="connsiteY6" fmla="*/ 261105 h 361971"/>
                <a:gd name="connsiteX7" fmla="*/ 265182 w 362313"/>
                <a:gd name="connsiteY7" fmla="*/ 264297 h 361971"/>
                <a:gd name="connsiteX8" fmla="*/ 246013 w 362313"/>
                <a:gd name="connsiteY8" fmla="*/ 259828 h 361971"/>
                <a:gd name="connsiteX9" fmla="*/ 217897 w 362313"/>
                <a:gd name="connsiteY9" fmla="*/ 222163 h 361971"/>
                <a:gd name="connsiteX10" fmla="*/ 145052 w 362313"/>
                <a:gd name="connsiteY10" fmla="*/ 222163 h 361971"/>
                <a:gd name="connsiteX11" fmla="*/ 116936 w 362313"/>
                <a:gd name="connsiteY11" fmla="*/ 259828 h 361971"/>
                <a:gd name="connsiteX12" fmla="*/ 83069 w 362313"/>
                <a:gd name="connsiteY12" fmla="*/ 261105 h 361971"/>
                <a:gd name="connsiteX13" fmla="*/ 67733 w 362313"/>
                <a:gd name="connsiteY13" fmla="*/ 173644 h 361971"/>
                <a:gd name="connsiteX14" fmla="*/ 88181 w 362313"/>
                <a:gd name="connsiteY14" fmla="*/ 109804 h 361971"/>
                <a:gd name="connsiteX15" fmla="*/ 118214 w 362313"/>
                <a:gd name="connsiteY15" fmla="*/ 97675 h 361971"/>
                <a:gd name="connsiteX16" fmla="*/ 246013 w 362313"/>
                <a:gd name="connsiteY16" fmla="*/ 97675 h 361971"/>
                <a:gd name="connsiteX17" fmla="*/ 276045 w 362313"/>
                <a:gd name="connsiteY17" fmla="*/ 109804 h 361971"/>
                <a:gd name="connsiteX18" fmla="*/ 296493 w 362313"/>
                <a:gd name="connsiteY18" fmla="*/ 174283 h 361971"/>
                <a:gd name="connsiteX19" fmla="*/ 280518 w 362313"/>
                <a:gd name="connsiteY19" fmla="*/ 26110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280518" y="261105"/>
                  </a:moveTo>
                  <a:cubicBezTo>
                    <a:pt x="276045" y="263658"/>
                    <a:pt x="270933" y="264297"/>
                    <a:pt x="265182" y="264297"/>
                  </a:cubicBezTo>
                  <a:cubicBezTo>
                    <a:pt x="258792" y="264297"/>
                    <a:pt x="251763" y="262382"/>
                    <a:pt x="246013" y="259828"/>
                  </a:cubicBezTo>
                  <a:cubicBezTo>
                    <a:pt x="231316" y="252167"/>
                    <a:pt x="221092" y="238122"/>
                    <a:pt x="217897" y="222163"/>
                  </a:cubicBezTo>
                  <a:lnTo>
                    <a:pt x="145052" y="222163"/>
                  </a:lnTo>
                  <a:cubicBezTo>
                    <a:pt x="141857" y="238122"/>
                    <a:pt x="130994" y="252167"/>
                    <a:pt x="116936" y="259828"/>
                  </a:cubicBezTo>
                  <a:cubicBezTo>
                    <a:pt x="106712" y="265574"/>
                    <a:pt x="93932" y="266212"/>
                    <a:pt x="83069" y="261105"/>
                  </a:cubicBezTo>
                  <a:cubicBezTo>
                    <a:pt x="77318" y="258551"/>
                    <a:pt x="65177" y="244506"/>
                    <a:pt x="67733" y="173644"/>
                  </a:cubicBezTo>
                  <a:cubicBezTo>
                    <a:pt x="67733" y="172368"/>
                    <a:pt x="67094" y="130872"/>
                    <a:pt x="88181" y="109804"/>
                  </a:cubicBezTo>
                  <a:cubicBezTo>
                    <a:pt x="95849" y="101505"/>
                    <a:pt x="106712" y="97037"/>
                    <a:pt x="118214" y="97675"/>
                  </a:cubicBezTo>
                  <a:lnTo>
                    <a:pt x="246013" y="97675"/>
                  </a:lnTo>
                  <a:cubicBezTo>
                    <a:pt x="257514" y="97675"/>
                    <a:pt x="268377" y="102144"/>
                    <a:pt x="276045" y="109804"/>
                  </a:cubicBezTo>
                  <a:cubicBezTo>
                    <a:pt x="297132" y="130872"/>
                    <a:pt x="296493" y="172368"/>
                    <a:pt x="296493" y="174283"/>
                  </a:cubicBezTo>
                  <a:cubicBezTo>
                    <a:pt x="298410" y="243868"/>
                    <a:pt x="285630" y="257913"/>
                    <a:pt x="280518" y="261105"/>
                  </a:cubicBezTo>
                  <a:close/>
                </a:path>
              </a:pathLst>
            </a:custGeom>
            <a:solidFill>
              <a:srgbClr val="007680"/>
            </a:solidFill>
            <a:ln w="6390" cap="flat">
              <a:noFill/>
              <a:prstDash val="solid"/>
              <a:miter/>
            </a:ln>
          </p:spPr>
          <p:txBody>
            <a:bodyPr rtlCol="0" anchor="ctr"/>
            <a:lstStyle/>
            <a:p>
              <a:endParaRPr lang="en-US"/>
            </a:p>
          </p:txBody>
        </p:sp>
      </p:grpSp>
      <p:grpSp>
        <p:nvGrpSpPr>
          <p:cNvPr id="1125" name="Graphic 1100">
            <a:extLst>
              <a:ext uri="{FF2B5EF4-FFF2-40B4-BE49-F238E27FC236}">
                <a16:creationId xmlns:a16="http://schemas.microsoft.com/office/drawing/2014/main" id="{217E4AE1-7967-4141-822A-35BE320DDB05}"/>
              </a:ext>
            </a:extLst>
          </p:cNvPr>
          <p:cNvGrpSpPr/>
          <p:nvPr/>
        </p:nvGrpSpPr>
        <p:grpSpPr>
          <a:xfrm>
            <a:off x="1515054" y="1897007"/>
            <a:ext cx="362309" cy="362610"/>
            <a:chOff x="1515054" y="1897007"/>
            <a:chExt cx="362309" cy="362610"/>
          </a:xfrm>
          <a:solidFill>
            <a:srgbClr val="007680"/>
          </a:solidFill>
        </p:grpSpPr>
        <p:sp>
          <p:nvSpPr>
            <p:cNvPr id="1126" name="Graphic 1100">
              <a:extLst>
                <a:ext uri="{FF2B5EF4-FFF2-40B4-BE49-F238E27FC236}">
                  <a16:creationId xmlns:a16="http://schemas.microsoft.com/office/drawing/2014/main" id="{9BFF1299-314D-8E41-ABCE-8C9D2B33F9FB}"/>
                </a:ext>
              </a:extLst>
            </p:cNvPr>
            <p:cNvSpPr/>
            <p:nvPr/>
          </p:nvSpPr>
          <p:spPr>
            <a:xfrm>
              <a:off x="1515054" y="1897007"/>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362309 w 362309"/>
                <a:gd name="connsiteY4" fmla="*/ 181305 h 362610"/>
                <a:gd name="connsiteX5" fmla="*/ 180835 w 362309"/>
                <a:gd name="connsiteY5" fmla="*/ 0 h 362610"/>
                <a:gd name="connsiteX6" fmla="*/ 180835 w 362309"/>
                <a:gd name="connsiteY6" fmla="*/ 0 h 362610"/>
                <a:gd name="connsiteX7" fmla="*/ 180835 w 362309"/>
                <a:gd name="connsiteY7" fmla="*/ 349204 h 362610"/>
                <a:gd name="connsiteX8" fmla="*/ 12780 w 362309"/>
                <a:gd name="connsiteY8" fmla="*/ 180667 h 362610"/>
                <a:gd name="connsiteX9" fmla="*/ 180835 w 362309"/>
                <a:gd name="connsiteY9" fmla="*/ 12130 h 362610"/>
                <a:gd name="connsiteX10" fmla="*/ 349529 w 362309"/>
                <a:gd name="connsiteY10" fmla="*/ 180667 h 362610"/>
                <a:gd name="connsiteX11" fmla="*/ 180835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181305"/>
                    <a:pt x="362309" y="181305"/>
                    <a:pt x="362309" y="181305"/>
                  </a:cubicBezTo>
                  <a:cubicBezTo>
                    <a:pt x="361670"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130"/>
                    <a:pt x="180835" y="12130"/>
                  </a:cubicBezTo>
                  <a:cubicBezTo>
                    <a:pt x="274128" y="12130"/>
                    <a:pt x="349529" y="87461"/>
                    <a:pt x="349529" y="180667"/>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1127" name="Graphic 1100">
              <a:extLst>
                <a:ext uri="{FF2B5EF4-FFF2-40B4-BE49-F238E27FC236}">
                  <a16:creationId xmlns:a16="http://schemas.microsoft.com/office/drawing/2014/main" id="{1397CF62-A70F-1D4E-8214-71F367F14E48}"/>
                </a:ext>
              </a:extLst>
            </p:cNvPr>
            <p:cNvSpPr/>
            <p:nvPr/>
          </p:nvSpPr>
          <p:spPr>
            <a:xfrm>
              <a:off x="1590455" y="1990213"/>
              <a:ext cx="208951" cy="175559"/>
            </a:xfrm>
            <a:custGeom>
              <a:avLst/>
              <a:gdLst>
                <a:gd name="connsiteX0" fmla="*/ 177001 w 208951"/>
                <a:gd name="connsiteY0" fmla="*/ 3830 h 175559"/>
                <a:gd name="connsiteX1" fmla="*/ 177001 w 208951"/>
                <a:gd name="connsiteY1" fmla="*/ 3830 h 175559"/>
                <a:gd name="connsiteX2" fmla="*/ 176362 w 208951"/>
                <a:gd name="connsiteY2" fmla="*/ 3192 h 175559"/>
                <a:gd name="connsiteX3" fmla="*/ 175084 w 208951"/>
                <a:gd name="connsiteY3" fmla="*/ 1915 h 175559"/>
                <a:gd name="connsiteX4" fmla="*/ 175084 w 208951"/>
                <a:gd name="connsiteY4" fmla="*/ 1915 h 175559"/>
                <a:gd name="connsiteX5" fmla="*/ 170611 w 208951"/>
                <a:gd name="connsiteY5" fmla="*/ 0 h 175559"/>
                <a:gd name="connsiteX6" fmla="*/ 39618 w 208951"/>
                <a:gd name="connsiteY6" fmla="*/ 0 h 175559"/>
                <a:gd name="connsiteX7" fmla="*/ 35145 w 208951"/>
                <a:gd name="connsiteY7" fmla="*/ 1915 h 175559"/>
                <a:gd name="connsiteX8" fmla="*/ 35145 w 208951"/>
                <a:gd name="connsiteY8" fmla="*/ 1915 h 175559"/>
                <a:gd name="connsiteX9" fmla="*/ 33867 w 208951"/>
                <a:gd name="connsiteY9" fmla="*/ 3192 h 175559"/>
                <a:gd name="connsiteX10" fmla="*/ 33228 w 208951"/>
                <a:gd name="connsiteY10" fmla="*/ 3830 h 175559"/>
                <a:gd name="connsiteX11" fmla="*/ 33228 w 208951"/>
                <a:gd name="connsiteY11" fmla="*/ 3830 h 175559"/>
                <a:gd name="connsiteX12" fmla="*/ 639 w 208951"/>
                <a:gd name="connsiteY12" fmla="*/ 102144 h 175559"/>
                <a:gd name="connsiteX13" fmla="*/ 0 w 208951"/>
                <a:gd name="connsiteY13" fmla="*/ 104059 h 175559"/>
                <a:gd name="connsiteX14" fmla="*/ 0 w 208951"/>
                <a:gd name="connsiteY14" fmla="*/ 156408 h 175559"/>
                <a:gd name="connsiteX15" fmla="*/ 19170 w 208951"/>
                <a:gd name="connsiteY15" fmla="*/ 175560 h 175559"/>
                <a:gd name="connsiteX16" fmla="*/ 189781 w 208951"/>
                <a:gd name="connsiteY16" fmla="*/ 175560 h 175559"/>
                <a:gd name="connsiteX17" fmla="*/ 208951 w 208951"/>
                <a:gd name="connsiteY17" fmla="*/ 156408 h 175559"/>
                <a:gd name="connsiteX18" fmla="*/ 208951 w 208951"/>
                <a:gd name="connsiteY18" fmla="*/ 104059 h 175559"/>
                <a:gd name="connsiteX19" fmla="*/ 208951 w 208951"/>
                <a:gd name="connsiteY19" fmla="*/ 102144 h 175559"/>
                <a:gd name="connsiteX20" fmla="*/ 177001 w 208951"/>
                <a:gd name="connsiteY20" fmla="*/ 3830 h 175559"/>
                <a:gd name="connsiteX21" fmla="*/ 44730 w 208951"/>
                <a:gd name="connsiteY21" fmla="*/ 12130 h 175559"/>
                <a:gd name="connsiteX22" fmla="*/ 166138 w 208951"/>
                <a:gd name="connsiteY22" fmla="*/ 12130 h 175559"/>
                <a:gd name="connsiteX23" fmla="*/ 194893 w 208951"/>
                <a:gd name="connsiteY23" fmla="*/ 97675 h 175559"/>
                <a:gd name="connsiteX24" fmla="*/ 190420 w 208951"/>
                <a:gd name="connsiteY24" fmla="*/ 97037 h 175559"/>
                <a:gd name="connsiteX25" fmla="*/ 20448 w 208951"/>
                <a:gd name="connsiteY25" fmla="*/ 97037 h 175559"/>
                <a:gd name="connsiteX26" fmla="*/ 15975 w 208951"/>
                <a:gd name="connsiteY26" fmla="*/ 97675 h 175559"/>
                <a:gd name="connsiteX27" fmla="*/ 44730 w 208951"/>
                <a:gd name="connsiteY27" fmla="*/ 12130 h 175559"/>
                <a:gd name="connsiteX28" fmla="*/ 197449 w 208951"/>
                <a:gd name="connsiteY28" fmla="*/ 156408 h 175559"/>
                <a:gd name="connsiteX29" fmla="*/ 191059 w 208951"/>
                <a:gd name="connsiteY29" fmla="*/ 162792 h 175559"/>
                <a:gd name="connsiteX30" fmla="*/ 20448 w 208951"/>
                <a:gd name="connsiteY30" fmla="*/ 162792 h 175559"/>
                <a:gd name="connsiteX31" fmla="*/ 14058 w 208951"/>
                <a:gd name="connsiteY31" fmla="*/ 156408 h 175559"/>
                <a:gd name="connsiteX32" fmla="*/ 14058 w 208951"/>
                <a:gd name="connsiteY32" fmla="*/ 116827 h 175559"/>
                <a:gd name="connsiteX33" fmla="*/ 20448 w 208951"/>
                <a:gd name="connsiteY33" fmla="*/ 110443 h 175559"/>
                <a:gd name="connsiteX34" fmla="*/ 191059 w 208951"/>
                <a:gd name="connsiteY34" fmla="*/ 110443 h 175559"/>
                <a:gd name="connsiteX35" fmla="*/ 197449 w 208951"/>
                <a:gd name="connsiteY35" fmla="*/ 116827 h 175559"/>
                <a:gd name="connsiteX36" fmla="*/ 197449 w 208951"/>
                <a:gd name="connsiteY36" fmla="*/ 156408 h 175559"/>
                <a:gd name="connsiteX37" fmla="*/ 197449 w 208951"/>
                <a:gd name="connsiteY37" fmla="*/ 156408 h 1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08951" h="175559">
                  <a:moveTo>
                    <a:pt x="177001" y="3830"/>
                  </a:moveTo>
                  <a:lnTo>
                    <a:pt x="177001" y="3830"/>
                  </a:lnTo>
                  <a:lnTo>
                    <a:pt x="176362" y="3192"/>
                  </a:lnTo>
                  <a:cubicBezTo>
                    <a:pt x="176362" y="2554"/>
                    <a:pt x="175723" y="1915"/>
                    <a:pt x="175084" y="1915"/>
                  </a:cubicBezTo>
                  <a:lnTo>
                    <a:pt x="175084" y="1915"/>
                  </a:lnTo>
                  <a:cubicBezTo>
                    <a:pt x="173806" y="638"/>
                    <a:pt x="172528" y="0"/>
                    <a:pt x="170611" y="0"/>
                  </a:cubicBezTo>
                  <a:lnTo>
                    <a:pt x="39618" y="0"/>
                  </a:lnTo>
                  <a:cubicBezTo>
                    <a:pt x="37701" y="0"/>
                    <a:pt x="36423" y="638"/>
                    <a:pt x="35145" y="1915"/>
                  </a:cubicBezTo>
                  <a:lnTo>
                    <a:pt x="35145" y="1915"/>
                  </a:lnTo>
                  <a:cubicBezTo>
                    <a:pt x="34506" y="2554"/>
                    <a:pt x="34506" y="3192"/>
                    <a:pt x="33867" y="3192"/>
                  </a:cubicBezTo>
                  <a:lnTo>
                    <a:pt x="33228" y="3830"/>
                  </a:lnTo>
                  <a:lnTo>
                    <a:pt x="33228" y="3830"/>
                  </a:lnTo>
                  <a:lnTo>
                    <a:pt x="639" y="102144"/>
                  </a:lnTo>
                  <a:cubicBezTo>
                    <a:pt x="639" y="102782"/>
                    <a:pt x="639" y="103421"/>
                    <a:pt x="0" y="104059"/>
                  </a:cubicBezTo>
                  <a:lnTo>
                    <a:pt x="0" y="156408"/>
                  </a:lnTo>
                  <a:cubicBezTo>
                    <a:pt x="0" y="167260"/>
                    <a:pt x="8307" y="175560"/>
                    <a:pt x="19170" y="175560"/>
                  </a:cubicBezTo>
                  <a:lnTo>
                    <a:pt x="189781" y="175560"/>
                  </a:lnTo>
                  <a:cubicBezTo>
                    <a:pt x="200644" y="175560"/>
                    <a:pt x="208951" y="167260"/>
                    <a:pt x="208951" y="156408"/>
                  </a:cubicBezTo>
                  <a:lnTo>
                    <a:pt x="208951" y="104059"/>
                  </a:lnTo>
                  <a:cubicBezTo>
                    <a:pt x="208951" y="103421"/>
                    <a:pt x="208951" y="102782"/>
                    <a:pt x="208951" y="102144"/>
                  </a:cubicBezTo>
                  <a:lnTo>
                    <a:pt x="177001" y="3830"/>
                  </a:lnTo>
                  <a:close/>
                  <a:moveTo>
                    <a:pt x="44730" y="12130"/>
                  </a:moveTo>
                  <a:lnTo>
                    <a:pt x="166138" y="12130"/>
                  </a:lnTo>
                  <a:lnTo>
                    <a:pt x="194893" y="97675"/>
                  </a:lnTo>
                  <a:cubicBezTo>
                    <a:pt x="193615" y="97037"/>
                    <a:pt x="192337" y="97037"/>
                    <a:pt x="190420" y="97037"/>
                  </a:cubicBezTo>
                  <a:lnTo>
                    <a:pt x="20448" y="97037"/>
                  </a:lnTo>
                  <a:cubicBezTo>
                    <a:pt x="19170" y="97037"/>
                    <a:pt x="17892" y="97037"/>
                    <a:pt x="15975" y="97675"/>
                  </a:cubicBezTo>
                  <a:lnTo>
                    <a:pt x="44730" y="12130"/>
                  </a:lnTo>
                  <a:close/>
                  <a:moveTo>
                    <a:pt x="197449" y="156408"/>
                  </a:moveTo>
                  <a:cubicBezTo>
                    <a:pt x="197449" y="160238"/>
                    <a:pt x="194893" y="162792"/>
                    <a:pt x="191059" y="162792"/>
                  </a:cubicBezTo>
                  <a:lnTo>
                    <a:pt x="20448" y="162792"/>
                  </a:lnTo>
                  <a:cubicBezTo>
                    <a:pt x="16614" y="162792"/>
                    <a:pt x="14058" y="160238"/>
                    <a:pt x="14058" y="156408"/>
                  </a:cubicBezTo>
                  <a:lnTo>
                    <a:pt x="14058" y="116827"/>
                  </a:lnTo>
                  <a:cubicBezTo>
                    <a:pt x="14058" y="112997"/>
                    <a:pt x="16614" y="110443"/>
                    <a:pt x="20448" y="110443"/>
                  </a:cubicBezTo>
                  <a:lnTo>
                    <a:pt x="191059" y="110443"/>
                  </a:lnTo>
                  <a:cubicBezTo>
                    <a:pt x="194893" y="110443"/>
                    <a:pt x="197449" y="112997"/>
                    <a:pt x="197449" y="116827"/>
                  </a:cubicBezTo>
                  <a:lnTo>
                    <a:pt x="197449" y="156408"/>
                  </a:lnTo>
                  <a:lnTo>
                    <a:pt x="197449" y="156408"/>
                  </a:lnTo>
                  <a:close/>
                </a:path>
              </a:pathLst>
            </a:custGeom>
            <a:solidFill>
              <a:srgbClr val="007680"/>
            </a:solidFill>
            <a:ln w="6390" cap="flat">
              <a:noFill/>
              <a:prstDash val="solid"/>
              <a:miter/>
            </a:ln>
          </p:spPr>
          <p:txBody>
            <a:bodyPr rtlCol="0" anchor="ctr"/>
            <a:lstStyle/>
            <a:p>
              <a:endParaRPr lang="en-US"/>
            </a:p>
          </p:txBody>
        </p:sp>
        <p:sp>
          <p:nvSpPr>
            <p:cNvPr id="1128" name="Graphic 1100">
              <a:extLst>
                <a:ext uri="{FF2B5EF4-FFF2-40B4-BE49-F238E27FC236}">
                  <a16:creationId xmlns:a16="http://schemas.microsoft.com/office/drawing/2014/main" id="{90A6BDF0-EAC2-B34F-AD4E-4BD67DA4F0F6}"/>
                </a:ext>
              </a:extLst>
            </p:cNvPr>
            <p:cNvSpPr/>
            <p:nvPr/>
          </p:nvSpPr>
          <p:spPr>
            <a:xfrm>
              <a:off x="1720171" y="2118531"/>
              <a:ext cx="16613" cy="16598"/>
            </a:xfrm>
            <a:custGeom>
              <a:avLst/>
              <a:gdLst>
                <a:gd name="connsiteX0" fmla="*/ 16614 w 16613"/>
                <a:gd name="connsiteY0" fmla="*/ 8299 h 16598"/>
                <a:gd name="connsiteX1" fmla="*/ 8307 w 16613"/>
                <a:gd name="connsiteY1" fmla="*/ 16598 h 16598"/>
                <a:gd name="connsiteX2" fmla="*/ 0 w 16613"/>
                <a:gd name="connsiteY2" fmla="*/ 8299 h 16598"/>
                <a:gd name="connsiteX3" fmla="*/ 8307 w 16613"/>
                <a:gd name="connsiteY3" fmla="*/ 0 h 16598"/>
                <a:gd name="connsiteX4" fmla="*/ 16614 w 16613"/>
                <a:gd name="connsiteY4" fmla="*/ 8299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16598">
                  <a:moveTo>
                    <a:pt x="16614" y="8299"/>
                  </a:moveTo>
                  <a:cubicBezTo>
                    <a:pt x="16614" y="12883"/>
                    <a:pt x="12895" y="16598"/>
                    <a:pt x="8307" y="16598"/>
                  </a:cubicBezTo>
                  <a:cubicBezTo>
                    <a:pt x="3719" y="16598"/>
                    <a:pt x="0" y="12883"/>
                    <a:pt x="0" y="8299"/>
                  </a:cubicBezTo>
                  <a:cubicBezTo>
                    <a:pt x="0" y="3716"/>
                    <a:pt x="3719" y="0"/>
                    <a:pt x="8307" y="0"/>
                  </a:cubicBezTo>
                  <a:cubicBezTo>
                    <a:pt x="12895" y="0"/>
                    <a:pt x="16614" y="3716"/>
                    <a:pt x="16614" y="8299"/>
                  </a:cubicBezTo>
                  <a:close/>
                </a:path>
              </a:pathLst>
            </a:custGeom>
            <a:solidFill>
              <a:srgbClr val="007680"/>
            </a:solidFill>
            <a:ln w="6390" cap="flat">
              <a:noFill/>
              <a:prstDash val="solid"/>
              <a:miter/>
            </a:ln>
          </p:spPr>
          <p:txBody>
            <a:bodyPr rtlCol="0" anchor="ctr"/>
            <a:lstStyle/>
            <a:p>
              <a:endParaRPr lang="en-US"/>
            </a:p>
          </p:txBody>
        </p:sp>
        <p:sp>
          <p:nvSpPr>
            <p:cNvPr id="1129" name="Graphic 1100">
              <a:extLst>
                <a:ext uri="{FF2B5EF4-FFF2-40B4-BE49-F238E27FC236}">
                  <a16:creationId xmlns:a16="http://schemas.microsoft.com/office/drawing/2014/main" id="{4BF0674A-C9F9-DD44-9B48-EB63ABA15E4F}"/>
                </a:ext>
              </a:extLst>
            </p:cNvPr>
            <p:cNvSpPr/>
            <p:nvPr/>
          </p:nvSpPr>
          <p:spPr>
            <a:xfrm>
              <a:off x="1752759" y="2118531"/>
              <a:ext cx="16613" cy="16598"/>
            </a:xfrm>
            <a:custGeom>
              <a:avLst/>
              <a:gdLst>
                <a:gd name="connsiteX0" fmla="*/ 16614 w 16613"/>
                <a:gd name="connsiteY0" fmla="*/ 8299 h 16598"/>
                <a:gd name="connsiteX1" fmla="*/ 8307 w 16613"/>
                <a:gd name="connsiteY1" fmla="*/ 16598 h 16598"/>
                <a:gd name="connsiteX2" fmla="*/ 0 w 16613"/>
                <a:gd name="connsiteY2" fmla="*/ 8299 h 16598"/>
                <a:gd name="connsiteX3" fmla="*/ 8307 w 16613"/>
                <a:gd name="connsiteY3" fmla="*/ 0 h 16598"/>
                <a:gd name="connsiteX4" fmla="*/ 16614 w 16613"/>
                <a:gd name="connsiteY4" fmla="*/ 8299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16598">
                  <a:moveTo>
                    <a:pt x="16614" y="8299"/>
                  </a:moveTo>
                  <a:cubicBezTo>
                    <a:pt x="16614" y="12883"/>
                    <a:pt x="12895" y="16598"/>
                    <a:pt x="8307" y="16598"/>
                  </a:cubicBezTo>
                  <a:cubicBezTo>
                    <a:pt x="3719" y="16598"/>
                    <a:pt x="0" y="12883"/>
                    <a:pt x="0" y="8299"/>
                  </a:cubicBezTo>
                  <a:cubicBezTo>
                    <a:pt x="0" y="3716"/>
                    <a:pt x="3719" y="0"/>
                    <a:pt x="8307" y="0"/>
                  </a:cubicBezTo>
                  <a:cubicBezTo>
                    <a:pt x="12895" y="0"/>
                    <a:pt x="16614" y="3716"/>
                    <a:pt x="16614" y="8299"/>
                  </a:cubicBezTo>
                  <a:close/>
                </a:path>
              </a:pathLst>
            </a:custGeom>
            <a:solidFill>
              <a:srgbClr val="007680"/>
            </a:solidFill>
            <a:ln w="6390" cap="flat">
              <a:noFill/>
              <a:prstDash val="solid"/>
              <a:miter/>
            </a:ln>
          </p:spPr>
          <p:txBody>
            <a:bodyPr rtlCol="0" anchor="ctr"/>
            <a:lstStyle/>
            <a:p>
              <a:endParaRPr lang="en-US"/>
            </a:p>
          </p:txBody>
        </p:sp>
      </p:grpSp>
      <p:grpSp>
        <p:nvGrpSpPr>
          <p:cNvPr id="1130" name="Graphic 1100">
            <a:extLst>
              <a:ext uri="{FF2B5EF4-FFF2-40B4-BE49-F238E27FC236}">
                <a16:creationId xmlns:a16="http://schemas.microsoft.com/office/drawing/2014/main" id="{74EDDA26-6BA1-8448-A8FF-76BD27A6B516}"/>
              </a:ext>
            </a:extLst>
          </p:cNvPr>
          <p:cNvGrpSpPr/>
          <p:nvPr/>
        </p:nvGrpSpPr>
        <p:grpSpPr>
          <a:xfrm>
            <a:off x="1952125" y="1897007"/>
            <a:ext cx="362313" cy="361971"/>
            <a:chOff x="1952125" y="1897007"/>
            <a:chExt cx="362313" cy="361971"/>
          </a:xfrm>
          <a:solidFill>
            <a:srgbClr val="007680"/>
          </a:solidFill>
        </p:grpSpPr>
        <p:sp>
          <p:nvSpPr>
            <p:cNvPr id="1131" name="Graphic 1100">
              <a:extLst>
                <a:ext uri="{FF2B5EF4-FFF2-40B4-BE49-F238E27FC236}">
                  <a16:creationId xmlns:a16="http://schemas.microsoft.com/office/drawing/2014/main" id="{22973478-3751-E447-9EE1-6A94D51FA3B5}"/>
                </a:ext>
              </a:extLst>
            </p:cNvPr>
            <p:cNvSpPr/>
            <p:nvPr/>
          </p:nvSpPr>
          <p:spPr>
            <a:xfrm>
              <a:off x="2042223" y="2100656"/>
              <a:ext cx="183391" cy="52348"/>
            </a:xfrm>
            <a:custGeom>
              <a:avLst/>
              <a:gdLst>
                <a:gd name="connsiteX0" fmla="*/ 177001 w 183391"/>
                <a:gd name="connsiteY0" fmla="*/ 0 h 52348"/>
                <a:gd name="connsiteX1" fmla="*/ 6390 w 183391"/>
                <a:gd name="connsiteY1" fmla="*/ 0 h 52348"/>
                <a:gd name="connsiteX2" fmla="*/ 0 w 183391"/>
                <a:gd name="connsiteY2" fmla="*/ 6384 h 52348"/>
                <a:gd name="connsiteX3" fmla="*/ 0 w 183391"/>
                <a:gd name="connsiteY3" fmla="*/ 45965 h 52348"/>
                <a:gd name="connsiteX4" fmla="*/ 6390 w 183391"/>
                <a:gd name="connsiteY4" fmla="*/ 52349 h 52348"/>
                <a:gd name="connsiteX5" fmla="*/ 177001 w 183391"/>
                <a:gd name="connsiteY5" fmla="*/ 52349 h 52348"/>
                <a:gd name="connsiteX6" fmla="*/ 183391 w 183391"/>
                <a:gd name="connsiteY6" fmla="*/ 45965 h 52348"/>
                <a:gd name="connsiteX7" fmla="*/ 183391 w 183391"/>
                <a:gd name="connsiteY7" fmla="*/ 6384 h 52348"/>
                <a:gd name="connsiteX8" fmla="*/ 177001 w 183391"/>
                <a:gd name="connsiteY8" fmla="*/ 0 h 52348"/>
                <a:gd name="connsiteX9" fmla="*/ 124604 w 183391"/>
                <a:gd name="connsiteY9" fmla="*/ 35112 h 52348"/>
                <a:gd name="connsiteX10" fmla="*/ 116297 w 183391"/>
                <a:gd name="connsiteY10" fmla="*/ 26813 h 52348"/>
                <a:gd name="connsiteX11" fmla="*/ 124604 w 183391"/>
                <a:gd name="connsiteY11" fmla="*/ 18514 h 52348"/>
                <a:gd name="connsiteX12" fmla="*/ 132911 w 183391"/>
                <a:gd name="connsiteY12" fmla="*/ 26813 h 52348"/>
                <a:gd name="connsiteX13" fmla="*/ 132911 w 183391"/>
                <a:gd name="connsiteY13" fmla="*/ 26813 h 52348"/>
                <a:gd name="connsiteX14" fmla="*/ 124604 w 183391"/>
                <a:gd name="connsiteY14" fmla="*/ 35112 h 52348"/>
                <a:gd name="connsiteX15" fmla="*/ 157192 w 183391"/>
                <a:gd name="connsiteY15" fmla="*/ 35112 h 52348"/>
                <a:gd name="connsiteX16" fmla="*/ 148885 w 183391"/>
                <a:gd name="connsiteY16" fmla="*/ 26813 h 52348"/>
                <a:gd name="connsiteX17" fmla="*/ 157192 w 183391"/>
                <a:gd name="connsiteY17" fmla="*/ 18514 h 52348"/>
                <a:gd name="connsiteX18" fmla="*/ 165499 w 183391"/>
                <a:gd name="connsiteY18" fmla="*/ 26813 h 52348"/>
                <a:gd name="connsiteX19" fmla="*/ 165499 w 183391"/>
                <a:gd name="connsiteY19" fmla="*/ 26813 h 52348"/>
                <a:gd name="connsiteX20" fmla="*/ 157192 w 183391"/>
                <a:gd name="connsiteY20" fmla="*/ 35112 h 5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3391" h="52348">
                  <a:moveTo>
                    <a:pt x="177001" y="0"/>
                  </a:moveTo>
                  <a:lnTo>
                    <a:pt x="6390" y="0"/>
                  </a:lnTo>
                  <a:cubicBezTo>
                    <a:pt x="2556" y="0"/>
                    <a:pt x="0" y="2554"/>
                    <a:pt x="0" y="6384"/>
                  </a:cubicBezTo>
                  <a:lnTo>
                    <a:pt x="0" y="45965"/>
                  </a:lnTo>
                  <a:cubicBezTo>
                    <a:pt x="0" y="49795"/>
                    <a:pt x="2556" y="52349"/>
                    <a:pt x="6390" y="52349"/>
                  </a:cubicBezTo>
                  <a:lnTo>
                    <a:pt x="177001" y="52349"/>
                  </a:lnTo>
                  <a:cubicBezTo>
                    <a:pt x="180835" y="52349"/>
                    <a:pt x="183391" y="49795"/>
                    <a:pt x="183391" y="45965"/>
                  </a:cubicBezTo>
                  <a:lnTo>
                    <a:pt x="183391" y="6384"/>
                  </a:lnTo>
                  <a:cubicBezTo>
                    <a:pt x="183391" y="3192"/>
                    <a:pt x="180196" y="0"/>
                    <a:pt x="177001" y="0"/>
                  </a:cubicBezTo>
                  <a:close/>
                  <a:moveTo>
                    <a:pt x="124604" y="35112"/>
                  </a:moveTo>
                  <a:cubicBezTo>
                    <a:pt x="120131" y="35112"/>
                    <a:pt x="116297" y="31282"/>
                    <a:pt x="116297" y="26813"/>
                  </a:cubicBezTo>
                  <a:cubicBezTo>
                    <a:pt x="116297" y="22344"/>
                    <a:pt x="120131" y="18514"/>
                    <a:pt x="124604" y="18514"/>
                  </a:cubicBezTo>
                  <a:cubicBezTo>
                    <a:pt x="129077" y="18514"/>
                    <a:pt x="132911" y="22344"/>
                    <a:pt x="132911" y="26813"/>
                  </a:cubicBezTo>
                  <a:lnTo>
                    <a:pt x="132911" y="26813"/>
                  </a:lnTo>
                  <a:cubicBezTo>
                    <a:pt x="132911" y="31282"/>
                    <a:pt x="129077" y="35112"/>
                    <a:pt x="124604" y="35112"/>
                  </a:cubicBezTo>
                  <a:close/>
                  <a:moveTo>
                    <a:pt x="157192" y="35112"/>
                  </a:moveTo>
                  <a:cubicBezTo>
                    <a:pt x="152719" y="35112"/>
                    <a:pt x="148885" y="31282"/>
                    <a:pt x="148885" y="26813"/>
                  </a:cubicBezTo>
                  <a:cubicBezTo>
                    <a:pt x="148885" y="22344"/>
                    <a:pt x="152719" y="18514"/>
                    <a:pt x="157192" y="18514"/>
                  </a:cubicBezTo>
                  <a:cubicBezTo>
                    <a:pt x="161665" y="18514"/>
                    <a:pt x="165499" y="22344"/>
                    <a:pt x="165499" y="26813"/>
                  </a:cubicBezTo>
                  <a:lnTo>
                    <a:pt x="165499" y="26813"/>
                  </a:lnTo>
                  <a:cubicBezTo>
                    <a:pt x="165499" y="31282"/>
                    <a:pt x="161665" y="35112"/>
                    <a:pt x="157192" y="35112"/>
                  </a:cubicBezTo>
                  <a:close/>
                </a:path>
              </a:pathLst>
            </a:custGeom>
            <a:solidFill>
              <a:srgbClr val="007680"/>
            </a:solidFill>
            <a:ln w="6390" cap="flat">
              <a:noFill/>
              <a:prstDash val="solid"/>
              <a:miter/>
            </a:ln>
          </p:spPr>
          <p:txBody>
            <a:bodyPr rtlCol="0" anchor="ctr"/>
            <a:lstStyle/>
            <a:p>
              <a:endParaRPr lang="en-US"/>
            </a:p>
          </p:txBody>
        </p:sp>
        <p:sp>
          <p:nvSpPr>
            <p:cNvPr id="1132" name="Graphic 1100">
              <a:extLst>
                <a:ext uri="{FF2B5EF4-FFF2-40B4-BE49-F238E27FC236}">
                  <a16:creationId xmlns:a16="http://schemas.microsoft.com/office/drawing/2014/main" id="{3104F139-415D-1F4A-B437-A143C6621A5D}"/>
                </a:ext>
              </a:extLst>
            </p:cNvPr>
            <p:cNvSpPr/>
            <p:nvPr/>
          </p:nvSpPr>
          <p:spPr>
            <a:xfrm>
              <a:off x="2044779" y="2002981"/>
              <a:ext cx="178918" cy="85545"/>
            </a:xfrm>
            <a:custGeom>
              <a:avLst/>
              <a:gdLst>
                <a:gd name="connsiteX0" fmla="*/ 3834 w 178918"/>
                <a:gd name="connsiteY0" fmla="*/ 84907 h 85545"/>
                <a:gd name="connsiteX1" fmla="*/ 174445 w 178918"/>
                <a:gd name="connsiteY1" fmla="*/ 84907 h 85545"/>
                <a:gd name="connsiteX2" fmla="*/ 178918 w 178918"/>
                <a:gd name="connsiteY2" fmla="*/ 85545 h 85545"/>
                <a:gd name="connsiteX3" fmla="*/ 150164 w 178918"/>
                <a:gd name="connsiteY3" fmla="*/ 0 h 85545"/>
                <a:gd name="connsiteX4" fmla="*/ 28755 w 178918"/>
                <a:gd name="connsiteY4" fmla="*/ 0 h 85545"/>
                <a:gd name="connsiteX5" fmla="*/ 0 w 178918"/>
                <a:gd name="connsiteY5" fmla="*/ 85545 h 85545"/>
                <a:gd name="connsiteX6" fmla="*/ 3834 w 178918"/>
                <a:gd name="connsiteY6" fmla="*/ 84907 h 85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918" h="85545">
                  <a:moveTo>
                    <a:pt x="3834" y="84907"/>
                  </a:moveTo>
                  <a:lnTo>
                    <a:pt x="174445" y="84907"/>
                  </a:lnTo>
                  <a:cubicBezTo>
                    <a:pt x="175723" y="84907"/>
                    <a:pt x="177001" y="84907"/>
                    <a:pt x="178918" y="85545"/>
                  </a:cubicBezTo>
                  <a:lnTo>
                    <a:pt x="150164" y="0"/>
                  </a:lnTo>
                  <a:lnTo>
                    <a:pt x="28755" y="0"/>
                  </a:lnTo>
                  <a:lnTo>
                    <a:pt x="0" y="85545"/>
                  </a:lnTo>
                  <a:cubicBezTo>
                    <a:pt x="1278" y="84907"/>
                    <a:pt x="2556" y="84907"/>
                    <a:pt x="3834" y="84907"/>
                  </a:cubicBezTo>
                  <a:close/>
                </a:path>
              </a:pathLst>
            </a:custGeom>
            <a:solidFill>
              <a:srgbClr val="007680"/>
            </a:solidFill>
            <a:ln w="6390" cap="flat">
              <a:noFill/>
              <a:prstDash val="solid"/>
              <a:miter/>
            </a:ln>
          </p:spPr>
          <p:txBody>
            <a:bodyPr rtlCol="0" anchor="ctr"/>
            <a:lstStyle/>
            <a:p>
              <a:endParaRPr lang="en-US"/>
            </a:p>
          </p:txBody>
        </p:sp>
        <p:sp>
          <p:nvSpPr>
            <p:cNvPr id="1133" name="Graphic 1100">
              <a:extLst>
                <a:ext uri="{FF2B5EF4-FFF2-40B4-BE49-F238E27FC236}">
                  <a16:creationId xmlns:a16="http://schemas.microsoft.com/office/drawing/2014/main" id="{115178B4-3307-8545-9480-F73348A2F08F}"/>
                </a:ext>
              </a:extLst>
            </p:cNvPr>
            <p:cNvSpPr/>
            <p:nvPr/>
          </p:nvSpPr>
          <p:spPr>
            <a:xfrm>
              <a:off x="1952125" y="189700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86269 w 362313"/>
                <a:gd name="connsiteY6" fmla="*/ 210033 h 361971"/>
                <a:gd name="connsiteX7" fmla="*/ 286269 w 362313"/>
                <a:gd name="connsiteY7" fmla="*/ 249614 h 361971"/>
                <a:gd name="connsiteX8" fmla="*/ 267099 w 362313"/>
                <a:gd name="connsiteY8" fmla="*/ 268766 h 361971"/>
                <a:gd name="connsiteX9" fmla="*/ 96488 w 362313"/>
                <a:gd name="connsiteY9" fmla="*/ 268766 h 361971"/>
                <a:gd name="connsiteX10" fmla="*/ 77318 w 362313"/>
                <a:gd name="connsiteY10" fmla="*/ 249614 h 361971"/>
                <a:gd name="connsiteX11" fmla="*/ 77318 w 362313"/>
                <a:gd name="connsiteY11" fmla="*/ 197265 h 361971"/>
                <a:gd name="connsiteX12" fmla="*/ 77318 w 362313"/>
                <a:gd name="connsiteY12" fmla="*/ 195350 h 361971"/>
                <a:gd name="connsiteX13" fmla="*/ 109907 w 362313"/>
                <a:gd name="connsiteY13" fmla="*/ 97037 h 361971"/>
                <a:gd name="connsiteX14" fmla="*/ 109907 w 362313"/>
                <a:gd name="connsiteY14" fmla="*/ 97037 h 361971"/>
                <a:gd name="connsiteX15" fmla="*/ 109907 w 362313"/>
                <a:gd name="connsiteY15" fmla="*/ 96398 h 361971"/>
                <a:gd name="connsiteX16" fmla="*/ 111185 w 362313"/>
                <a:gd name="connsiteY16" fmla="*/ 95121 h 361971"/>
                <a:gd name="connsiteX17" fmla="*/ 111185 w 362313"/>
                <a:gd name="connsiteY17" fmla="*/ 95121 h 361971"/>
                <a:gd name="connsiteX18" fmla="*/ 113102 w 362313"/>
                <a:gd name="connsiteY18" fmla="*/ 93845 h 361971"/>
                <a:gd name="connsiteX19" fmla="*/ 113102 w 362313"/>
                <a:gd name="connsiteY19" fmla="*/ 93845 h 361971"/>
                <a:gd name="connsiteX20" fmla="*/ 115658 w 362313"/>
                <a:gd name="connsiteY20" fmla="*/ 93206 h 361971"/>
                <a:gd name="connsiteX21" fmla="*/ 246652 w 362313"/>
                <a:gd name="connsiteY21" fmla="*/ 93206 h 361971"/>
                <a:gd name="connsiteX22" fmla="*/ 249208 w 362313"/>
                <a:gd name="connsiteY22" fmla="*/ 93845 h 361971"/>
                <a:gd name="connsiteX23" fmla="*/ 249208 w 362313"/>
                <a:gd name="connsiteY23" fmla="*/ 93845 h 361971"/>
                <a:gd name="connsiteX24" fmla="*/ 251124 w 362313"/>
                <a:gd name="connsiteY24" fmla="*/ 95121 h 361971"/>
                <a:gd name="connsiteX25" fmla="*/ 251124 w 362313"/>
                <a:gd name="connsiteY25" fmla="*/ 95121 h 361971"/>
                <a:gd name="connsiteX26" fmla="*/ 252403 w 362313"/>
                <a:gd name="connsiteY26" fmla="*/ 96398 h 361971"/>
                <a:gd name="connsiteX27" fmla="*/ 252403 w 362313"/>
                <a:gd name="connsiteY27" fmla="*/ 97037 h 361971"/>
                <a:gd name="connsiteX28" fmla="*/ 252403 w 362313"/>
                <a:gd name="connsiteY28" fmla="*/ 97037 h 361971"/>
                <a:gd name="connsiteX29" fmla="*/ 284991 w 362313"/>
                <a:gd name="connsiteY29" fmla="*/ 195350 h 361971"/>
                <a:gd name="connsiteX30" fmla="*/ 284991 w 362313"/>
                <a:gd name="connsiteY30" fmla="*/ 197265 h 361971"/>
                <a:gd name="connsiteX31" fmla="*/ 286269 w 362313"/>
                <a:gd name="connsiteY31" fmla="*/ 21003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286269" y="210033"/>
                  </a:moveTo>
                  <a:lnTo>
                    <a:pt x="286269" y="249614"/>
                  </a:lnTo>
                  <a:cubicBezTo>
                    <a:pt x="286269" y="260467"/>
                    <a:pt x="277962" y="268766"/>
                    <a:pt x="267099" y="268766"/>
                  </a:cubicBezTo>
                  <a:lnTo>
                    <a:pt x="96488" y="268766"/>
                  </a:lnTo>
                  <a:cubicBezTo>
                    <a:pt x="85625" y="268766"/>
                    <a:pt x="77318" y="260467"/>
                    <a:pt x="77318" y="249614"/>
                  </a:cubicBezTo>
                  <a:lnTo>
                    <a:pt x="77318" y="197265"/>
                  </a:lnTo>
                  <a:cubicBezTo>
                    <a:pt x="77318" y="196627"/>
                    <a:pt x="77318" y="195988"/>
                    <a:pt x="77318" y="195350"/>
                  </a:cubicBezTo>
                  <a:lnTo>
                    <a:pt x="109907" y="97037"/>
                  </a:lnTo>
                  <a:lnTo>
                    <a:pt x="109907" y="97037"/>
                  </a:lnTo>
                  <a:cubicBezTo>
                    <a:pt x="109907" y="97037"/>
                    <a:pt x="109907" y="96398"/>
                    <a:pt x="109907" y="96398"/>
                  </a:cubicBezTo>
                  <a:cubicBezTo>
                    <a:pt x="109907" y="95760"/>
                    <a:pt x="110546" y="95121"/>
                    <a:pt x="111185" y="95121"/>
                  </a:cubicBezTo>
                  <a:lnTo>
                    <a:pt x="111185" y="95121"/>
                  </a:lnTo>
                  <a:cubicBezTo>
                    <a:pt x="111824" y="94483"/>
                    <a:pt x="112463" y="93845"/>
                    <a:pt x="113102" y="93845"/>
                  </a:cubicBezTo>
                  <a:lnTo>
                    <a:pt x="113102" y="93845"/>
                  </a:lnTo>
                  <a:cubicBezTo>
                    <a:pt x="113741" y="93206"/>
                    <a:pt x="114380" y="93206"/>
                    <a:pt x="115658" y="93206"/>
                  </a:cubicBezTo>
                  <a:lnTo>
                    <a:pt x="246652" y="93206"/>
                  </a:lnTo>
                  <a:cubicBezTo>
                    <a:pt x="247291" y="93206"/>
                    <a:pt x="248569" y="93206"/>
                    <a:pt x="249208" y="93845"/>
                  </a:cubicBezTo>
                  <a:lnTo>
                    <a:pt x="249208" y="93845"/>
                  </a:lnTo>
                  <a:cubicBezTo>
                    <a:pt x="249847" y="94483"/>
                    <a:pt x="250486" y="94483"/>
                    <a:pt x="251124" y="95121"/>
                  </a:cubicBezTo>
                  <a:lnTo>
                    <a:pt x="251124" y="95121"/>
                  </a:lnTo>
                  <a:cubicBezTo>
                    <a:pt x="251763" y="95760"/>
                    <a:pt x="251763" y="96398"/>
                    <a:pt x="252403" y="96398"/>
                  </a:cubicBezTo>
                  <a:cubicBezTo>
                    <a:pt x="252403" y="96398"/>
                    <a:pt x="252403" y="97037"/>
                    <a:pt x="252403" y="97037"/>
                  </a:cubicBezTo>
                  <a:lnTo>
                    <a:pt x="252403" y="97037"/>
                  </a:lnTo>
                  <a:lnTo>
                    <a:pt x="284991" y="195350"/>
                  </a:lnTo>
                  <a:cubicBezTo>
                    <a:pt x="284991" y="195988"/>
                    <a:pt x="284991" y="196627"/>
                    <a:pt x="284991" y="197265"/>
                  </a:cubicBezTo>
                  <a:lnTo>
                    <a:pt x="286269" y="210033"/>
                  </a:lnTo>
                  <a:close/>
                </a:path>
              </a:pathLst>
            </a:custGeom>
            <a:solidFill>
              <a:srgbClr val="007680"/>
            </a:solidFill>
            <a:ln w="6390" cap="flat">
              <a:noFill/>
              <a:prstDash val="solid"/>
              <a:miter/>
            </a:ln>
          </p:spPr>
          <p:txBody>
            <a:bodyPr rtlCol="0" anchor="ctr"/>
            <a:lstStyle/>
            <a:p>
              <a:endParaRPr lang="en-US"/>
            </a:p>
          </p:txBody>
        </p:sp>
      </p:grpSp>
      <p:grpSp>
        <p:nvGrpSpPr>
          <p:cNvPr id="1134" name="Graphic 1100">
            <a:extLst>
              <a:ext uri="{FF2B5EF4-FFF2-40B4-BE49-F238E27FC236}">
                <a16:creationId xmlns:a16="http://schemas.microsoft.com/office/drawing/2014/main" id="{A61B66E5-BB82-9545-8607-6D8DD2FA1EDB}"/>
              </a:ext>
            </a:extLst>
          </p:cNvPr>
          <p:cNvGrpSpPr/>
          <p:nvPr/>
        </p:nvGrpSpPr>
        <p:grpSpPr>
          <a:xfrm>
            <a:off x="467104" y="2375167"/>
            <a:ext cx="362309" cy="362610"/>
            <a:chOff x="467104" y="2375167"/>
            <a:chExt cx="362309" cy="362610"/>
          </a:xfrm>
          <a:solidFill>
            <a:srgbClr val="007680"/>
          </a:solidFill>
        </p:grpSpPr>
        <p:sp>
          <p:nvSpPr>
            <p:cNvPr id="1135" name="Graphic 1100">
              <a:extLst>
                <a:ext uri="{FF2B5EF4-FFF2-40B4-BE49-F238E27FC236}">
                  <a16:creationId xmlns:a16="http://schemas.microsoft.com/office/drawing/2014/main" id="{D4C84B26-6245-DE4F-908B-87FB4E861BDC}"/>
                </a:ext>
              </a:extLst>
            </p:cNvPr>
            <p:cNvSpPr/>
            <p:nvPr/>
          </p:nvSpPr>
          <p:spPr>
            <a:xfrm>
              <a:off x="467104" y="2375167"/>
              <a:ext cx="362309" cy="362610"/>
            </a:xfrm>
            <a:custGeom>
              <a:avLst/>
              <a:gdLst>
                <a:gd name="connsiteX0" fmla="*/ 181474 w 362309"/>
                <a:gd name="connsiteY0" fmla="*/ 0 h 362610"/>
                <a:gd name="connsiteX1" fmla="*/ 0 w 362309"/>
                <a:gd name="connsiteY1" fmla="*/ 181305 h 362610"/>
                <a:gd name="connsiteX2" fmla="*/ 181474 w 362309"/>
                <a:gd name="connsiteY2" fmla="*/ 362610 h 362610"/>
                <a:gd name="connsiteX3" fmla="*/ 362309 w 362309"/>
                <a:gd name="connsiteY3" fmla="*/ 181305 h 362610"/>
                <a:gd name="connsiteX4" fmla="*/ 181474 w 362309"/>
                <a:gd name="connsiteY4" fmla="*/ 0 h 362610"/>
                <a:gd name="connsiteX5" fmla="*/ 181474 w 362309"/>
                <a:gd name="connsiteY5" fmla="*/ 0 h 362610"/>
                <a:gd name="connsiteX6" fmla="*/ 181474 w 362309"/>
                <a:gd name="connsiteY6" fmla="*/ 349204 h 362610"/>
                <a:gd name="connsiteX7" fmla="*/ 13419 w 362309"/>
                <a:gd name="connsiteY7" fmla="*/ 180667 h 362610"/>
                <a:gd name="connsiteX8" fmla="*/ 181474 w 362309"/>
                <a:gd name="connsiteY8" fmla="*/ 12130 h 362610"/>
                <a:gd name="connsiteX9" fmla="*/ 349530 w 362309"/>
                <a:gd name="connsiteY9" fmla="*/ 180667 h 362610"/>
                <a:gd name="connsiteX10" fmla="*/ 349530 w 362309"/>
                <a:gd name="connsiteY10" fmla="*/ 180667 h 362610"/>
                <a:gd name="connsiteX11" fmla="*/ 181474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1474" y="0"/>
                  </a:moveTo>
                  <a:cubicBezTo>
                    <a:pt x="81152" y="0"/>
                    <a:pt x="0" y="81077"/>
                    <a:pt x="0" y="181305"/>
                  </a:cubicBezTo>
                  <a:cubicBezTo>
                    <a:pt x="0" y="281534"/>
                    <a:pt x="81152" y="362610"/>
                    <a:pt x="181474" y="362610"/>
                  </a:cubicBezTo>
                  <a:cubicBezTo>
                    <a:pt x="281796" y="362610"/>
                    <a:pt x="362309" y="281534"/>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130"/>
                    <a:pt x="181474" y="12130"/>
                  </a:cubicBezTo>
                  <a:cubicBezTo>
                    <a:pt x="274128" y="12130"/>
                    <a:pt x="349530" y="87461"/>
                    <a:pt x="349530" y="180667"/>
                  </a:cubicBezTo>
                  <a:cubicBezTo>
                    <a:pt x="349530" y="180667"/>
                    <a:pt x="349530" y="180667"/>
                    <a:pt x="349530" y="180667"/>
                  </a:cubicBezTo>
                  <a:cubicBezTo>
                    <a:pt x="349530" y="273873"/>
                    <a:pt x="274128"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1136" name="Graphic 1100">
              <a:extLst>
                <a:ext uri="{FF2B5EF4-FFF2-40B4-BE49-F238E27FC236}">
                  <a16:creationId xmlns:a16="http://schemas.microsoft.com/office/drawing/2014/main" id="{26DAFBBA-469D-F247-A22A-EBE9FD576483}"/>
                </a:ext>
              </a:extLst>
            </p:cNvPr>
            <p:cNvSpPr/>
            <p:nvPr/>
          </p:nvSpPr>
          <p:spPr>
            <a:xfrm>
              <a:off x="548895" y="2431346"/>
              <a:ext cx="198727" cy="250251"/>
            </a:xfrm>
            <a:custGeom>
              <a:avLst/>
              <a:gdLst>
                <a:gd name="connsiteX0" fmla="*/ 99683 w 198727"/>
                <a:gd name="connsiteY0" fmla="*/ 0 h 250251"/>
                <a:gd name="connsiteX1" fmla="*/ 0 w 198727"/>
                <a:gd name="connsiteY1" fmla="*/ 99590 h 250251"/>
                <a:gd name="connsiteX2" fmla="*/ 0 w 198727"/>
                <a:gd name="connsiteY2" fmla="*/ 171729 h 250251"/>
                <a:gd name="connsiteX3" fmla="*/ 19170 w 198727"/>
                <a:gd name="connsiteY3" fmla="*/ 190881 h 250251"/>
                <a:gd name="connsiteX4" fmla="*/ 27477 w 198727"/>
                <a:gd name="connsiteY4" fmla="*/ 190881 h 250251"/>
                <a:gd name="connsiteX5" fmla="*/ 46647 w 198727"/>
                <a:gd name="connsiteY5" fmla="*/ 171729 h 250251"/>
                <a:gd name="connsiteX6" fmla="*/ 46647 w 198727"/>
                <a:gd name="connsiteY6" fmla="*/ 112358 h 250251"/>
                <a:gd name="connsiteX7" fmla="*/ 27477 w 198727"/>
                <a:gd name="connsiteY7" fmla="*/ 93206 h 250251"/>
                <a:gd name="connsiteX8" fmla="*/ 19170 w 198727"/>
                <a:gd name="connsiteY8" fmla="*/ 93206 h 250251"/>
                <a:gd name="connsiteX9" fmla="*/ 12780 w 198727"/>
                <a:gd name="connsiteY9" fmla="*/ 94483 h 250251"/>
                <a:gd name="connsiteX10" fmla="*/ 104795 w 198727"/>
                <a:gd name="connsiteY10" fmla="*/ 13406 h 250251"/>
                <a:gd name="connsiteX11" fmla="*/ 185947 w 198727"/>
                <a:gd name="connsiteY11" fmla="*/ 94483 h 250251"/>
                <a:gd name="connsiteX12" fmla="*/ 179557 w 198727"/>
                <a:gd name="connsiteY12" fmla="*/ 93206 h 250251"/>
                <a:gd name="connsiteX13" fmla="*/ 171250 w 198727"/>
                <a:gd name="connsiteY13" fmla="*/ 93206 h 250251"/>
                <a:gd name="connsiteX14" fmla="*/ 152080 w 198727"/>
                <a:gd name="connsiteY14" fmla="*/ 112358 h 250251"/>
                <a:gd name="connsiteX15" fmla="*/ 152080 w 198727"/>
                <a:gd name="connsiteY15" fmla="*/ 171729 h 250251"/>
                <a:gd name="connsiteX16" fmla="*/ 171250 w 198727"/>
                <a:gd name="connsiteY16" fmla="*/ 190881 h 250251"/>
                <a:gd name="connsiteX17" fmla="*/ 179557 w 198727"/>
                <a:gd name="connsiteY17" fmla="*/ 190881 h 250251"/>
                <a:gd name="connsiteX18" fmla="*/ 184669 w 198727"/>
                <a:gd name="connsiteY18" fmla="*/ 190243 h 250251"/>
                <a:gd name="connsiteX19" fmla="*/ 123326 w 198727"/>
                <a:gd name="connsiteY19" fmla="*/ 236207 h 250251"/>
                <a:gd name="connsiteX20" fmla="*/ 99044 w 198727"/>
                <a:gd name="connsiteY20" fmla="*/ 227270 h 250251"/>
                <a:gd name="connsiteX21" fmla="*/ 74123 w 198727"/>
                <a:gd name="connsiteY21" fmla="*/ 238761 h 250251"/>
                <a:gd name="connsiteX22" fmla="*/ 99044 w 198727"/>
                <a:gd name="connsiteY22" fmla="*/ 250252 h 250251"/>
                <a:gd name="connsiteX23" fmla="*/ 102878 w 198727"/>
                <a:gd name="connsiteY23" fmla="*/ 250252 h 250251"/>
                <a:gd name="connsiteX24" fmla="*/ 198727 w 198727"/>
                <a:gd name="connsiteY24" fmla="*/ 176198 h 250251"/>
                <a:gd name="connsiteX25" fmla="*/ 198727 w 198727"/>
                <a:gd name="connsiteY25" fmla="*/ 99590 h 250251"/>
                <a:gd name="connsiteX26" fmla="*/ 99683 w 198727"/>
                <a:gd name="connsiteY26" fmla="*/ 0 h 250251"/>
                <a:gd name="connsiteX27" fmla="*/ 19170 w 198727"/>
                <a:gd name="connsiteY27" fmla="*/ 105336 h 250251"/>
                <a:gd name="connsiteX28" fmla="*/ 27477 w 198727"/>
                <a:gd name="connsiteY28" fmla="*/ 105336 h 250251"/>
                <a:gd name="connsiteX29" fmla="*/ 33867 w 198727"/>
                <a:gd name="connsiteY29" fmla="*/ 111720 h 250251"/>
                <a:gd name="connsiteX30" fmla="*/ 33867 w 198727"/>
                <a:gd name="connsiteY30" fmla="*/ 171091 h 250251"/>
                <a:gd name="connsiteX31" fmla="*/ 27477 w 198727"/>
                <a:gd name="connsiteY31" fmla="*/ 177475 h 250251"/>
                <a:gd name="connsiteX32" fmla="*/ 19170 w 198727"/>
                <a:gd name="connsiteY32" fmla="*/ 177475 h 250251"/>
                <a:gd name="connsiteX33" fmla="*/ 12780 w 198727"/>
                <a:gd name="connsiteY33" fmla="*/ 171091 h 250251"/>
                <a:gd name="connsiteX34" fmla="*/ 12780 w 198727"/>
                <a:gd name="connsiteY34" fmla="*/ 111720 h 250251"/>
                <a:gd name="connsiteX35" fmla="*/ 19170 w 198727"/>
                <a:gd name="connsiteY35" fmla="*/ 105336 h 250251"/>
                <a:gd name="connsiteX36" fmla="*/ 186586 w 198727"/>
                <a:gd name="connsiteY36" fmla="*/ 124488 h 250251"/>
                <a:gd name="connsiteX37" fmla="*/ 186586 w 198727"/>
                <a:gd name="connsiteY37" fmla="*/ 171091 h 250251"/>
                <a:gd name="connsiteX38" fmla="*/ 180196 w 198727"/>
                <a:gd name="connsiteY38" fmla="*/ 177475 h 250251"/>
                <a:gd name="connsiteX39" fmla="*/ 171889 w 198727"/>
                <a:gd name="connsiteY39" fmla="*/ 177475 h 250251"/>
                <a:gd name="connsiteX40" fmla="*/ 165499 w 198727"/>
                <a:gd name="connsiteY40" fmla="*/ 171091 h 250251"/>
                <a:gd name="connsiteX41" fmla="*/ 165499 w 198727"/>
                <a:gd name="connsiteY41" fmla="*/ 111720 h 250251"/>
                <a:gd name="connsiteX42" fmla="*/ 171889 w 198727"/>
                <a:gd name="connsiteY42" fmla="*/ 105336 h 250251"/>
                <a:gd name="connsiteX43" fmla="*/ 180196 w 198727"/>
                <a:gd name="connsiteY43" fmla="*/ 105336 h 250251"/>
                <a:gd name="connsiteX44" fmla="*/ 186586 w 198727"/>
                <a:gd name="connsiteY44" fmla="*/ 111720 h 250251"/>
                <a:gd name="connsiteX45" fmla="*/ 186586 w 198727"/>
                <a:gd name="connsiteY45" fmla="*/ 124488 h 250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98727" h="250251">
                  <a:moveTo>
                    <a:pt x="99683" y="0"/>
                  </a:moveTo>
                  <a:cubicBezTo>
                    <a:pt x="44730" y="0"/>
                    <a:pt x="0" y="44688"/>
                    <a:pt x="0" y="99590"/>
                  </a:cubicBezTo>
                  <a:lnTo>
                    <a:pt x="0" y="171729"/>
                  </a:lnTo>
                  <a:cubicBezTo>
                    <a:pt x="0" y="182582"/>
                    <a:pt x="8307" y="190881"/>
                    <a:pt x="19170" y="190881"/>
                  </a:cubicBezTo>
                  <a:lnTo>
                    <a:pt x="27477" y="190881"/>
                  </a:lnTo>
                  <a:cubicBezTo>
                    <a:pt x="38340" y="190881"/>
                    <a:pt x="46647" y="182582"/>
                    <a:pt x="46647" y="171729"/>
                  </a:cubicBezTo>
                  <a:lnTo>
                    <a:pt x="46647" y="112358"/>
                  </a:lnTo>
                  <a:cubicBezTo>
                    <a:pt x="46647" y="101505"/>
                    <a:pt x="38340" y="93206"/>
                    <a:pt x="27477" y="93206"/>
                  </a:cubicBezTo>
                  <a:lnTo>
                    <a:pt x="19170" y="93206"/>
                  </a:lnTo>
                  <a:cubicBezTo>
                    <a:pt x="17253" y="93206"/>
                    <a:pt x="14697" y="93844"/>
                    <a:pt x="12780" y="94483"/>
                  </a:cubicBezTo>
                  <a:cubicBezTo>
                    <a:pt x="15975" y="46603"/>
                    <a:pt x="56870" y="10214"/>
                    <a:pt x="104795" y="13406"/>
                  </a:cubicBezTo>
                  <a:cubicBezTo>
                    <a:pt x="148886" y="15960"/>
                    <a:pt x="183391" y="51072"/>
                    <a:pt x="185947" y="94483"/>
                  </a:cubicBezTo>
                  <a:cubicBezTo>
                    <a:pt x="184030" y="93844"/>
                    <a:pt x="181474" y="93206"/>
                    <a:pt x="179557" y="93206"/>
                  </a:cubicBezTo>
                  <a:lnTo>
                    <a:pt x="171250" y="93206"/>
                  </a:lnTo>
                  <a:cubicBezTo>
                    <a:pt x="160387" y="93206"/>
                    <a:pt x="152080" y="101505"/>
                    <a:pt x="152080" y="112358"/>
                  </a:cubicBezTo>
                  <a:lnTo>
                    <a:pt x="152080" y="171729"/>
                  </a:lnTo>
                  <a:cubicBezTo>
                    <a:pt x="152080" y="182582"/>
                    <a:pt x="160387" y="190881"/>
                    <a:pt x="171250" y="190881"/>
                  </a:cubicBezTo>
                  <a:lnTo>
                    <a:pt x="179557" y="190881"/>
                  </a:lnTo>
                  <a:cubicBezTo>
                    <a:pt x="181474" y="190881"/>
                    <a:pt x="182752" y="190881"/>
                    <a:pt x="184669" y="190243"/>
                  </a:cubicBezTo>
                  <a:cubicBezTo>
                    <a:pt x="178279" y="220247"/>
                    <a:pt x="152080" y="232377"/>
                    <a:pt x="123326" y="236207"/>
                  </a:cubicBezTo>
                  <a:cubicBezTo>
                    <a:pt x="120770" y="228546"/>
                    <a:pt x="106073" y="227270"/>
                    <a:pt x="99044" y="227270"/>
                  </a:cubicBezTo>
                  <a:cubicBezTo>
                    <a:pt x="92015" y="227270"/>
                    <a:pt x="74123" y="228546"/>
                    <a:pt x="74123" y="238761"/>
                  </a:cubicBezTo>
                  <a:cubicBezTo>
                    <a:pt x="74123" y="248975"/>
                    <a:pt x="91376" y="250252"/>
                    <a:pt x="99044" y="250252"/>
                  </a:cubicBezTo>
                  <a:lnTo>
                    <a:pt x="102878" y="250252"/>
                  </a:lnTo>
                  <a:cubicBezTo>
                    <a:pt x="164860" y="248975"/>
                    <a:pt x="198727" y="222801"/>
                    <a:pt x="198727" y="176198"/>
                  </a:cubicBezTo>
                  <a:lnTo>
                    <a:pt x="198727" y="99590"/>
                  </a:lnTo>
                  <a:cubicBezTo>
                    <a:pt x="198727" y="44688"/>
                    <a:pt x="153997" y="0"/>
                    <a:pt x="99683" y="0"/>
                  </a:cubicBezTo>
                  <a:close/>
                  <a:moveTo>
                    <a:pt x="19170" y="105336"/>
                  </a:moveTo>
                  <a:lnTo>
                    <a:pt x="27477" y="105336"/>
                  </a:lnTo>
                  <a:cubicBezTo>
                    <a:pt x="31311" y="105336"/>
                    <a:pt x="33867" y="107889"/>
                    <a:pt x="33867" y="111720"/>
                  </a:cubicBezTo>
                  <a:lnTo>
                    <a:pt x="33867" y="171091"/>
                  </a:lnTo>
                  <a:cubicBezTo>
                    <a:pt x="33867" y="174921"/>
                    <a:pt x="31311" y="177475"/>
                    <a:pt x="27477" y="177475"/>
                  </a:cubicBezTo>
                  <a:lnTo>
                    <a:pt x="19170" y="177475"/>
                  </a:lnTo>
                  <a:cubicBezTo>
                    <a:pt x="15336" y="177475"/>
                    <a:pt x="12780" y="174921"/>
                    <a:pt x="12780" y="171091"/>
                  </a:cubicBezTo>
                  <a:lnTo>
                    <a:pt x="12780" y="111720"/>
                  </a:lnTo>
                  <a:cubicBezTo>
                    <a:pt x="12780" y="108528"/>
                    <a:pt x="15336" y="105336"/>
                    <a:pt x="19170" y="105336"/>
                  </a:cubicBezTo>
                  <a:close/>
                  <a:moveTo>
                    <a:pt x="186586" y="124488"/>
                  </a:moveTo>
                  <a:lnTo>
                    <a:pt x="186586" y="171091"/>
                  </a:lnTo>
                  <a:cubicBezTo>
                    <a:pt x="186586" y="174921"/>
                    <a:pt x="184030" y="177475"/>
                    <a:pt x="180196" y="177475"/>
                  </a:cubicBezTo>
                  <a:lnTo>
                    <a:pt x="171889" y="177475"/>
                  </a:lnTo>
                  <a:cubicBezTo>
                    <a:pt x="168055" y="177475"/>
                    <a:pt x="165499" y="174921"/>
                    <a:pt x="165499" y="171091"/>
                  </a:cubicBezTo>
                  <a:lnTo>
                    <a:pt x="165499" y="111720"/>
                  </a:lnTo>
                  <a:cubicBezTo>
                    <a:pt x="165499" y="107889"/>
                    <a:pt x="168055" y="105336"/>
                    <a:pt x="171889" y="105336"/>
                  </a:cubicBezTo>
                  <a:lnTo>
                    <a:pt x="180196" y="105336"/>
                  </a:lnTo>
                  <a:cubicBezTo>
                    <a:pt x="184030" y="105336"/>
                    <a:pt x="186586" y="107889"/>
                    <a:pt x="186586" y="111720"/>
                  </a:cubicBezTo>
                  <a:lnTo>
                    <a:pt x="186586" y="124488"/>
                  </a:lnTo>
                  <a:close/>
                </a:path>
              </a:pathLst>
            </a:custGeom>
            <a:solidFill>
              <a:srgbClr val="007680"/>
            </a:solidFill>
            <a:ln w="6390" cap="flat">
              <a:noFill/>
              <a:prstDash val="solid"/>
              <a:miter/>
            </a:ln>
          </p:spPr>
          <p:txBody>
            <a:bodyPr rtlCol="0" anchor="ctr"/>
            <a:lstStyle/>
            <a:p>
              <a:endParaRPr lang="en-US"/>
            </a:p>
          </p:txBody>
        </p:sp>
      </p:grpSp>
      <p:grpSp>
        <p:nvGrpSpPr>
          <p:cNvPr id="1137" name="Graphic 1100">
            <a:extLst>
              <a:ext uri="{FF2B5EF4-FFF2-40B4-BE49-F238E27FC236}">
                <a16:creationId xmlns:a16="http://schemas.microsoft.com/office/drawing/2014/main" id="{6D6D6749-533F-4749-967E-226FDA2E1F36}"/>
              </a:ext>
            </a:extLst>
          </p:cNvPr>
          <p:cNvGrpSpPr/>
          <p:nvPr/>
        </p:nvGrpSpPr>
        <p:grpSpPr>
          <a:xfrm>
            <a:off x="905454" y="2375167"/>
            <a:ext cx="362309" cy="362610"/>
            <a:chOff x="905454" y="2375167"/>
            <a:chExt cx="362309" cy="362610"/>
          </a:xfrm>
          <a:solidFill>
            <a:srgbClr val="007680"/>
          </a:solidFill>
        </p:grpSpPr>
        <p:sp>
          <p:nvSpPr>
            <p:cNvPr id="1138" name="Graphic 1100">
              <a:extLst>
                <a:ext uri="{FF2B5EF4-FFF2-40B4-BE49-F238E27FC236}">
                  <a16:creationId xmlns:a16="http://schemas.microsoft.com/office/drawing/2014/main" id="{88269122-AF44-924C-8764-06A1A58B350D}"/>
                </a:ext>
              </a:extLst>
            </p:cNvPr>
            <p:cNvSpPr/>
            <p:nvPr/>
          </p:nvSpPr>
          <p:spPr>
            <a:xfrm>
              <a:off x="1152105" y="2536682"/>
              <a:ext cx="21086" cy="72138"/>
            </a:xfrm>
            <a:custGeom>
              <a:avLst/>
              <a:gdLst>
                <a:gd name="connsiteX0" fmla="*/ 21087 w 21086"/>
                <a:gd name="connsiteY0" fmla="*/ 19152 h 72138"/>
                <a:gd name="connsiteX1" fmla="*/ 21087 w 21086"/>
                <a:gd name="connsiteY1" fmla="*/ 6384 h 72138"/>
                <a:gd name="connsiteX2" fmla="*/ 14697 w 21086"/>
                <a:gd name="connsiteY2" fmla="*/ 0 h 72138"/>
                <a:gd name="connsiteX3" fmla="*/ 6390 w 21086"/>
                <a:gd name="connsiteY3" fmla="*/ 0 h 72138"/>
                <a:gd name="connsiteX4" fmla="*/ 0 w 21086"/>
                <a:gd name="connsiteY4" fmla="*/ 6384 h 72138"/>
                <a:gd name="connsiteX5" fmla="*/ 0 w 21086"/>
                <a:gd name="connsiteY5" fmla="*/ 65755 h 72138"/>
                <a:gd name="connsiteX6" fmla="*/ 6390 w 21086"/>
                <a:gd name="connsiteY6" fmla="*/ 72139 h 72138"/>
                <a:gd name="connsiteX7" fmla="*/ 14697 w 21086"/>
                <a:gd name="connsiteY7" fmla="*/ 72139 h 72138"/>
                <a:gd name="connsiteX8" fmla="*/ 21087 w 21086"/>
                <a:gd name="connsiteY8" fmla="*/ 65755 h 72138"/>
                <a:gd name="connsiteX9" fmla="*/ 21087 w 21086"/>
                <a:gd name="connsiteY9" fmla="*/ 19152 h 7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86" h="72138">
                  <a:moveTo>
                    <a:pt x="21087" y="19152"/>
                  </a:moveTo>
                  <a:lnTo>
                    <a:pt x="21087" y="6384"/>
                  </a:lnTo>
                  <a:cubicBezTo>
                    <a:pt x="21087" y="2554"/>
                    <a:pt x="18531" y="0"/>
                    <a:pt x="14697" y="0"/>
                  </a:cubicBezTo>
                  <a:lnTo>
                    <a:pt x="6390" y="0"/>
                  </a:lnTo>
                  <a:cubicBezTo>
                    <a:pt x="2556" y="0"/>
                    <a:pt x="0" y="2554"/>
                    <a:pt x="0" y="6384"/>
                  </a:cubicBezTo>
                  <a:lnTo>
                    <a:pt x="0" y="65755"/>
                  </a:lnTo>
                  <a:cubicBezTo>
                    <a:pt x="0" y="69585"/>
                    <a:pt x="2556" y="72139"/>
                    <a:pt x="6390" y="72139"/>
                  </a:cubicBezTo>
                  <a:lnTo>
                    <a:pt x="14697" y="72139"/>
                  </a:lnTo>
                  <a:cubicBezTo>
                    <a:pt x="18531" y="72139"/>
                    <a:pt x="21087" y="69585"/>
                    <a:pt x="21087" y="65755"/>
                  </a:cubicBezTo>
                  <a:lnTo>
                    <a:pt x="21087" y="19152"/>
                  </a:lnTo>
                  <a:close/>
                </a:path>
              </a:pathLst>
            </a:custGeom>
            <a:solidFill>
              <a:srgbClr val="007680"/>
            </a:solidFill>
            <a:ln w="6390" cap="flat">
              <a:noFill/>
              <a:prstDash val="solid"/>
              <a:miter/>
            </a:ln>
          </p:spPr>
          <p:txBody>
            <a:bodyPr rtlCol="0" anchor="ctr"/>
            <a:lstStyle/>
            <a:p>
              <a:endParaRPr lang="en-US"/>
            </a:p>
          </p:txBody>
        </p:sp>
        <p:sp>
          <p:nvSpPr>
            <p:cNvPr id="1139" name="Graphic 1100">
              <a:extLst>
                <a:ext uri="{FF2B5EF4-FFF2-40B4-BE49-F238E27FC236}">
                  <a16:creationId xmlns:a16="http://schemas.microsoft.com/office/drawing/2014/main" id="{DAB70C36-5E46-D74C-8346-7F8BB7BC2B7F}"/>
                </a:ext>
              </a:extLst>
            </p:cNvPr>
            <p:cNvSpPr/>
            <p:nvPr/>
          </p:nvSpPr>
          <p:spPr>
            <a:xfrm>
              <a:off x="999386" y="2536682"/>
              <a:ext cx="21086" cy="72138"/>
            </a:xfrm>
            <a:custGeom>
              <a:avLst/>
              <a:gdLst>
                <a:gd name="connsiteX0" fmla="*/ 0 w 21086"/>
                <a:gd name="connsiteY0" fmla="*/ 19152 h 72138"/>
                <a:gd name="connsiteX1" fmla="*/ 0 w 21086"/>
                <a:gd name="connsiteY1" fmla="*/ 65755 h 72138"/>
                <a:gd name="connsiteX2" fmla="*/ 6390 w 21086"/>
                <a:gd name="connsiteY2" fmla="*/ 72139 h 72138"/>
                <a:gd name="connsiteX3" fmla="*/ 14697 w 21086"/>
                <a:gd name="connsiteY3" fmla="*/ 72139 h 72138"/>
                <a:gd name="connsiteX4" fmla="*/ 21087 w 21086"/>
                <a:gd name="connsiteY4" fmla="*/ 65755 h 72138"/>
                <a:gd name="connsiteX5" fmla="*/ 21087 w 21086"/>
                <a:gd name="connsiteY5" fmla="*/ 6384 h 72138"/>
                <a:gd name="connsiteX6" fmla="*/ 14697 w 21086"/>
                <a:gd name="connsiteY6" fmla="*/ 0 h 72138"/>
                <a:gd name="connsiteX7" fmla="*/ 6390 w 21086"/>
                <a:gd name="connsiteY7" fmla="*/ 0 h 72138"/>
                <a:gd name="connsiteX8" fmla="*/ 0 w 21086"/>
                <a:gd name="connsiteY8" fmla="*/ 6384 h 72138"/>
                <a:gd name="connsiteX9" fmla="*/ 0 w 21086"/>
                <a:gd name="connsiteY9" fmla="*/ 19152 h 7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86" h="72138">
                  <a:moveTo>
                    <a:pt x="0" y="19152"/>
                  </a:moveTo>
                  <a:lnTo>
                    <a:pt x="0" y="65755"/>
                  </a:lnTo>
                  <a:cubicBezTo>
                    <a:pt x="0" y="69585"/>
                    <a:pt x="2556" y="72139"/>
                    <a:pt x="6390" y="72139"/>
                  </a:cubicBezTo>
                  <a:lnTo>
                    <a:pt x="14697" y="72139"/>
                  </a:lnTo>
                  <a:cubicBezTo>
                    <a:pt x="18531" y="72139"/>
                    <a:pt x="21087" y="69585"/>
                    <a:pt x="21087" y="65755"/>
                  </a:cubicBezTo>
                  <a:lnTo>
                    <a:pt x="21087" y="6384"/>
                  </a:lnTo>
                  <a:cubicBezTo>
                    <a:pt x="21087" y="2554"/>
                    <a:pt x="18531" y="0"/>
                    <a:pt x="14697" y="0"/>
                  </a:cubicBezTo>
                  <a:lnTo>
                    <a:pt x="6390" y="0"/>
                  </a:lnTo>
                  <a:cubicBezTo>
                    <a:pt x="2556" y="0"/>
                    <a:pt x="0" y="2554"/>
                    <a:pt x="0" y="6384"/>
                  </a:cubicBezTo>
                  <a:lnTo>
                    <a:pt x="0" y="19152"/>
                  </a:lnTo>
                  <a:close/>
                </a:path>
              </a:pathLst>
            </a:custGeom>
            <a:solidFill>
              <a:srgbClr val="007680"/>
            </a:solidFill>
            <a:ln w="6390" cap="flat">
              <a:noFill/>
              <a:prstDash val="solid"/>
              <a:miter/>
            </a:ln>
          </p:spPr>
          <p:txBody>
            <a:bodyPr rtlCol="0" anchor="ctr"/>
            <a:lstStyle/>
            <a:p>
              <a:endParaRPr lang="en-US"/>
            </a:p>
          </p:txBody>
        </p:sp>
        <p:sp>
          <p:nvSpPr>
            <p:cNvPr id="1140" name="Graphic 1100">
              <a:extLst>
                <a:ext uri="{FF2B5EF4-FFF2-40B4-BE49-F238E27FC236}">
                  <a16:creationId xmlns:a16="http://schemas.microsoft.com/office/drawing/2014/main" id="{B1DF3278-9B35-1F4C-AFC9-0012D7C80EDE}"/>
                </a:ext>
              </a:extLst>
            </p:cNvPr>
            <p:cNvSpPr/>
            <p:nvPr/>
          </p:nvSpPr>
          <p:spPr>
            <a:xfrm>
              <a:off x="905454" y="2375167"/>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280518 w 362309"/>
                <a:gd name="connsiteY6" fmla="*/ 164068 h 362610"/>
                <a:gd name="connsiteX7" fmla="*/ 280518 w 362309"/>
                <a:gd name="connsiteY7" fmla="*/ 231739 h 362610"/>
                <a:gd name="connsiteX8" fmla="*/ 184669 w 362309"/>
                <a:gd name="connsiteY8" fmla="*/ 305793 h 362610"/>
                <a:gd name="connsiteX9" fmla="*/ 180835 w 362309"/>
                <a:gd name="connsiteY9" fmla="*/ 305793 h 362610"/>
                <a:gd name="connsiteX10" fmla="*/ 155915 w 362309"/>
                <a:gd name="connsiteY10" fmla="*/ 294302 h 362610"/>
                <a:gd name="connsiteX11" fmla="*/ 180835 w 362309"/>
                <a:gd name="connsiteY11" fmla="*/ 282811 h 362610"/>
                <a:gd name="connsiteX12" fmla="*/ 205117 w 362309"/>
                <a:gd name="connsiteY12" fmla="*/ 291110 h 362610"/>
                <a:gd name="connsiteX13" fmla="*/ 266460 w 362309"/>
                <a:gd name="connsiteY13" fmla="*/ 245145 h 362610"/>
                <a:gd name="connsiteX14" fmla="*/ 261348 w 362309"/>
                <a:gd name="connsiteY14" fmla="*/ 245783 h 362610"/>
                <a:gd name="connsiteX15" fmla="*/ 253042 w 362309"/>
                <a:gd name="connsiteY15" fmla="*/ 245783 h 362610"/>
                <a:gd name="connsiteX16" fmla="*/ 233872 w 362309"/>
                <a:gd name="connsiteY16" fmla="*/ 226631 h 362610"/>
                <a:gd name="connsiteX17" fmla="*/ 233872 w 362309"/>
                <a:gd name="connsiteY17" fmla="*/ 167260 h 362610"/>
                <a:gd name="connsiteX18" fmla="*/ 253042 w 362309"/>
                <a:gd name="connsiteY18" fmla="*/ 148108 h 362610"/>
                <a:gd name="connsiteX19" fmla="*/ 261348 w 362309"/>
                <a:gd name="connsiteY19" fmla="*/ 148108 h 362610"/>
                <a:gd name="connsiteX20" fmla="*/ 267738 w 362309"/>
                <a:gd name="connsiteY20" fmla="*/ 149385 h 362610"/>
                <a:gd name="connsiteX21" fmla="*/ 176362 w 362309"/>
                <a:gd name="connsiteY21" fmla="*/ 67670 h 362610"/>
                <a:gd name="connsiteX22" fmla="*/ 94571 w 362309"/>
                <a:gd name="connsiteY22" fmla="*/ 149385 h 362610"/>
                <a:gd name="connsiteX23" fmla="*/ 100961 w 362309"/>
                <a:gd name="connsiteY23" fmla="*/ 148108 h 362610"/>
                <a:gd name="connsiteX24" fmla="*/ 109268 w 362309"/>
                <a:gd name="connsiteY24" fmla="*/ 148108 h 362610"/>
                <a:gd name="connsiteX25" fmla="*/ 128438 w 362309"/>
                <a:gd name="connsiteY25" fmla="*/ 167260 h 362610"/>
                <a:gd name="connsiteX26" fmla="*/ 128438 w 362309"/>
                <a:gd name="connsiteY26" fmla="*/ 226631 h 362610"/>
                <a:gd name="connsiteX27" fmla="*/ 109268 w 362309"/>
                <a:gd name="connsiteY27" fmla="*/ 245783 h 362610"/>
                <a:gd name="connsiteX28" fmla="*/ 100961 w 362309"/>
                <a:gd name="connsiteY28" fmla="*/ 245783 h 362610"/>
                <a:gd name="connsiteX29" fmla="*/ 81791 w 362309"/>
                <a:gd name="connsiteY29" fmla="*/ 226631 h 362610"/>
                <a:gd name="connsiteX30" fmla="*/ 81791 w 362309"/>
                <a:gd name="connsiteY30" fmla="*/ 154492 h 362610"/>
                <a:gd name="connsiteX31" fmla="*/ 181474 w 362309"/>
                <a:gd name="connsiteY31" fmla="*/ 54902 h 362610"/>
                <a:gd name="connsiteX32" fmla="*/ 281157 w 362309"/>
                <a:gd name="connsiteY32" fmla="*/ 154492 h 362610"/>
                <a:gd name="connsiteX33" fmla="*/ 280518 w 362309"/>
                <a:gd name="connsiteY33" fmla="*/ 164068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81077"/>
                    <a:pt x="281157" y="0"/>
                    <a:pt x="180835" y="0"/>
                  </a:cubicBezTo>
                  <a:cubicBezTo>
                    <a:pt x="180835" y="0"/>
                    <a:pt x="180835" y="0"/>
                    <a:pt x="180835" y="0"/>
                  </a:cubicBezTo>
                  <a:close/>
                  <a:moveTo>
                    <a:pt x="280518" y="164068"/>
                  </a:moveTo>
                  <a:lnTo>
                    <a:pt x="280518" y="231739"/>
                  </a:lnTo>
                  <a:cubicBezTo>
                    <a:pt x="280518" y="278342"/>
                    <a:pt x="246652" y="304516"/>
                    <a:pt x="184669" y="305793"/>
                  </a:cubicBezTo>
                  <a:lnTo>
                    <a:pt x="180835" y="305793"/>
                  </a:lnTo>
                  <a:cubicBezTo>
                    <a:pt x="173167" y="305793"/>
                    <a:pt x="155915" y="304516"/>
                    <a:pt x="155915" y="294302"/>
                  </a:cubicBezTo>
                  <a:cubicBezTo>
                    <a:pt x="155915" y="284087"/>
                    <a:pt x="173167" y="282811"/>
                    <a:pt x="180835" y="282811"/>
                  </a:cubicBezTo>
                  <a:cubicBezTo>
                    <a:pt x="188503" y="282811"/>
                    <a:pt x="201922" y="283449"/>
                    <a:pt x="205117" y="291110"/>
                  </a:cubicBezTo>
                  <a:cubicBezTo>
                    <a:pt x="233233" y="287279"/>
                    <a:pt x="260070" y="275150"/>
                    <a:pt x="266460" y="245145"/>
                  </a:cubicBezTo>
                  <a:cubicBezTo>
                    <a:pt x="265182" y="245783"/>
                    <a:pt x="263265" y="245783"/>
                    <a:pt x="261348" y="245783"/>
                  </a:cubicBezTo>
                  <a:lnTo>
                    <a:pt x="253042" y="245783"/>
                  </a:lnTo>
                  <a:cubicBezTo>
                    <a:pt x="242179" y="245783"/>
                    <a:pt x="233872" y="237484"/>
                    <a:pt x="233872" y="226631"/>
                  </a:cubicBezTo>
                  <a:lnTo>
                    <a:pt x="233872" y="167260"/>
                  </a:lnTo>
                  <a:cubicBezTo>
                    <a:pt x="233872" y="156408"/>
                    <a:pt x="242179" y="148108"/>
                    <a:pt x="253042" y="148108"/>
                  </a:cubicBezTo>
                  <a:lnTo>
                    <a:pt x="261348" y="148108"/>
                  </a:lnTo>
                  <a:cubicBezTo>
                    <a:pt x="263265" y="148108"/>
                    <a:pt x="265821" y="148747"/>
                    <a:pt x="267738" y="149385"/>
                  </a:cubicBezTo>
                  <a:cubicBezTo>
                    <a:pt x="265182" y="101505"/>
                    <a:pt x="224287" y="65117"/>
                    <a:pt x="176362" y="67670"/>
                  </a:cubicBezTo>
                  <a:cubicBezTo>
                    <a:pt x="132272" y="70224"/>
                    <a:pt x="97127" y="105336"/>
                    <a:pt x="94571" y="149385"/>
                  </a:cubicBezTo>
                  <a:cubicBezTo>
                    <a:pt x="96488" y="148747"/>
                    <a:pt x="99044" y="148108"/>
                    <a:pt x="100961" y="148108"/>
                  </a:cubicBezTo>
                  <a:lnTo>
                    <a:pt x="109268" y="148108"/>
                  </a:lnTo>
                  <a:cubicBezTo>
                    <a:pt x="120131" y="148108"/>
                    <a:pt x="128438" y="156408"/>
                    <a:pt x="128438" y="167260"/>
                  </a:cubicBezTo>
                  <a:lnTo>
                    <a:pt x="128438" y="226631"/>
                  </a:lnTo>
                  <a:cubicBezTo>
                    <a:pt x="128438" y="237484"/>
                    <a:pt x="120131" y="245783"/>
                    <a:pt x="109268" y="245783"/>
                  </a:cubicBezTo>
                  <a:lnTo>
                    <a:pt x="100961" y="245783"/>
                  </a:lnTo>
                  <a:cubicBezTo>
                    <a:pt x="90098" y="245783"/>
                    <a:pt x="81791" y="237484"/>
                    <a:pt x="81791" y="226631"/>
                  </a:cubicBezTo>
                  <a:lnTo>
                    <a:pt x="81791" y="154492"/>
                  </a:lnTo>
                  <a:cubicBezTo>
                    <a:pt x="81791" y="99590"/>
                    <a:pt x="126521" y="54902"/>
                    <a:pt x="181474" y="54902"/>
                  </a:cubicBezTo>
                  <a:cubicBezTo>
                    <a:pt x="236428" y="54902"/>
                    <a:pt x="281157" y="99590"/>
                    <a:pt x="281157" y="154492"/>
                  </a:cubicBezTo>
                  <a:lnTo>
                    <a:pt x="280518" y="164068"/>
                  </a:lnTo>
                  <a:close/>
                </a:path>
              </a:pathLst>
            </a:custGeom>
            <a:solidFill>
              <a:srgbClr val="007680"/>
            </a:solidFill>
            <a:ln w="6390" cap="flat">
              <a:noFill/>
              <a:prstDash val="solid"/>
              <a:miter/>
            </a:ln>
          </p:spPr>
          <p:txBody>
            <a:bodyPr rtlCol="0" anchor="ctr"/>
            <a:lstStyle/>
            <a:p>
              <a:endParaRPr lang="en-US"/>
            </a:p>
          </p:txBody>
        </p:sp>
      </p:grpSp>
      <p:grpSp>
        <p:nvGrpSpPr>
          <p:cNvPr id="1141" name="Graphic 1100">
            <a:extLst>
              <a:ext uri="{FF2B5EF4-FFF2-40B4-BE49-F238E27FC236}">
                <a16:creationId xmlns:a16="http://schemas.microsoft.com/office/drawing/2014/main" id="{639D1603-228E-8846-ADEC-98D9B5615C0D}"/>
              </a:ext>
            </a:extLst>
          </p:cNvPr>
          <p:cNvGrpSpPr/>
          <p:nvPr/>
        </p:nvGrpSpPr>
        <p:grpSpPr>
          <a:xfrm>
            <a:off x="467104" y="3343617"/>
            <a:ext cx="362309" cy="361971"/>
            <a:chOff x="467104" y="3343617"/>
            <a:chExt cx="362309" cy="361971"/>
          </a:xfrm>
          <a:solidFill>
            <a:srgbClr val="007680"/>
          </a:solidFill>
        </p:grpSpPr>
        <p:sp>
          <p:nvSpPr>
            <p:cNvPr id="1142" name="Graphic 1100">
              <a:extLst>
                <a:ext uri="{FF2B5EF4-FFF2-40B4-BE49-F238E27FC236}">
                  <a16:creationId xmlns:a16="http://schemas.microsoft.com/office/drawing/2014/main" id="{37655B8B-841C-F94E-B5EF-7CF5A35ECDBB}"/>
                </a:ext>
              </a:extLst>
            </p:cNvPr>
            <p:cNvSpPr/>
            <p:nvPr/>
          </p:nvSpPr>
          <p:spPr>
            <a:xfrm>
              <a:off x="467104" y="3343617"/>
              <a:ext cx="362309" cy="361971"/>
            </a:xfrm>
            <a:custGeom>
              <a:avLst/>
              <a:gdLst>
                <a:gd name="connsiteX0" fmla="*/ 181474 w 362309"/>
                <a:gd name="connsiteY0" fmla="*/ 0 h 361971"/>
                <a:gd name="connsiteX1" fmla="*/ 0 w 362309"/>
                <a:gd name="connsiteY1" fmla="*/ 180667 h 361971"/>
                <a:gd name="connsiteX2" fmla="*/ 181474 w 362309"/>
                <a:gd name="connsiteY2" fmla="*/ 361972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0 h 361971"/>
                <a:gd name="connsiteX7" fmla="*/ 181474 w 362309"/>
                <a:gd name="connsiteY7" fmla="*/ 349204 h 361971"/>
                <a:gd name="connsiteX8" fmla="*/ 13419 w 362309"/>
                <a:gd name="connsiteY8" fmla="*/ 181305 h 361971"/>
                <a:gd name="connsiteX9" fmla="*/ 181474 w 362309"/>
                <a:gd name="connsiteY9" fmla="*/ 12768 h 361971"/>
                <a:gd name="connsiteX10" fmla="*/ 349530 w 362309"/>
                <a:gd name="connsiteY10" fmla="*/ 181305 h 361971"/>
                <a:gd name="connsiteX11" fmla="*/ 349530 w 362309"/>
                <a:gd name="connsiteY11" fmla="*/ 181305 h 361971"/>
                <a:gd name="connsiteX12" fmla="*/ 181474 w 362309"/>
                <a:gd name="connsiteY12" fmla="*/ 349204 h 361971"/>
                <a:gd name="connsiteX13" fmla="*/ 181474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1474" y="0"/>
                  </a:moveTo>
                  <a:cubicBezTo>
                    <a:pt x="81152" y="0"/>
                    <a:pt x="0" y="81077"/>
                    <a:pt x="0" y="180667"/>
                  </a:cubicBezTo>
                  <a:cubicBezTo>
                    <a:pt x="0" y="280895"/>
                    <a:pt x="81152" y="361972"/>
                    <a:pt x="181474" y="361972"/>
                  </a:cubicBezTo>
                  <a:cubicBezTo>
                    <a:pt x="281796" y="361972"/>
                    <a:pt x="362309" y="280895"/>
                    <a:pt x="362309" y="180667"/>
                  </a:cubicBezTo>
                  <a:lnTo>
                    <a:pt x="362309" y="180667"/>
                  </a:lnTo>
                  <a:cubicBezTo>
                    <a:pt x="362309" y="81077"/>
                    <a:pt x="281796" y="0"/>
                    <a:pt x="181474" y="0"/>
                  </a:cubicBezTo>
                  <a:cubicBezTo>
                    <a:pt x="181474" y="0"/>
                    <a:pt x="181474"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1143" name="Graphic 1100">
              <a:extLst>
                <a:ext uri="{FF2B5EF4-FFF2-40B4-BE49-F238E27FC236}">
                  <a16:creationId xmlns:a16="http://schemas.microsoft.com/office/drawing/2014/main" id="{9F853828-F7C6-CE42-9310-38106B8137D2}"/>
                </a:ext>
              </a:extLst>
            </p:cNvPr>
            <p:cNvSpPr/>
            <p:nvPr/>
          </p:nvSpPr>
          <p:spPr>
            <a:xfrm>
              <a:off x="543144" y="3419587"/>
              <a:ext cx="210867" cy="210032"/>
            </a:xfrm>
            <a:custGeom>
              <a:avLst/>
              <a:gdLst>
                <a:gd name="connsiteX0" fmla="*/ 105434 w 210867"/>
                <a:gd name="connsiteY0" fmla="*/ 0 h 210032"/>
                <a:gd name="connsiteX1" fmla="*/ 0 w 210867"/>
                <a:gd name="connsiteY1" fmla="*/ 100867 h 210032"/>
                <a:gd name="connsiteX2" fmla="*/ 0 w 210867"/>
                <a:gd name="connsiteY2" fmla="*/ 187689 h 210032"/>
                <a:gd name="connsiteX3" fmla="*/ 22365 w 210867"/>
                <a:gd name="connsiteY3" fmla="*/ 210033 h 210032"/>
                <a:gd name="connsiteX4" fmla="*/ 31950 w 210867"/>
                <a:gd name="connsiteY4" fmla="*/ 210033 h 210032"/>
                <a:gd name="connsiteX5" fmla="*/ 54314 w 210867"/>
                <a:gd name="connsiteY5" fmla="*/ 187689 h 210032"/>
                <a:gd name="connsiteX6" fmla="*/ 54314 w 210867"/>
                <a:gd name="connsiteY6" fmla="*/ 120657 h 210032"/>
                <a:gd name="connsiteX7" fmla="*/ 31950 w 210867"/>
                <a:gd name="connsiteY7" fmla="*/ 98313 h 210032"/>
                <a:gd name="connsiteX8" fmla="*/ 22365 w 210867"/>
                <a:gd name="connsiteY8" fmla="*/ 98313 h 210032"/>
                <a:gd name="connsiteX9" fmla="*/ 12780 w 210867"/>
                <a:gd name="connsiteY9" fmla="*/ 100228 h 210032"/>
                <a:gd name="connsiteX10" fmla="*/ 105434 w 210867"/>
                <a:gd name="connsiteY10" fmla="*/ 12129 h 210032"/>
                <a:gd name="connsiteX11" fmla="*/ 198088 w 210867"/>
                <a:gd name="connsiteY11" fmla="*/ 100228 h 210032"/>
                <a:gd name="connsiteX12" fmla="*/ 188503 w 210867"/>
                <a:gd name="connsiteY12" fmla="*/ 98313 h 210032"/>
                <a:gd name="connsiteX13" fmla="*/ 178918 w 210867"/>
                <a:gd name="connsiteY13" fmla="*/ 98313 h 210032"/>
                <a:gd name="connsiteX14" fmla="*/ 156553 w 210867"/>
                <a:gd name="connsiteY14" fmla="*/ 120657 h 210032"/>
                <a:gd name="connsiteX15" fmla="*/ 156553 w 210867"/>
                <a:gd name="connsiteY15" fmla="*/ 187689 h 210032"/>
                <a:gd name="connsiteX16" fmla="*/ 178918 w 210867"/>
                <a:gd name="connsiteY16" fmla="*/ 210033 h 210032"/>
                <a:gd name="connsiteX17" fmla="*/ 188503 w 210867"/>
                <a:gd name="connsiteY17" fmla="*/ 210033 h 210032"/>
                <a:gd name="connsiteX18" fmla="*/ 210868 w 210867"/>
                <a:gd name="connsiteY18" fmla="*/ 187689 h 210032"/>
                <a:gd name="connsiteX19" fmla="*/ 210868 w 210867"/>
                <a:gd name="connsiteY19" fmla="*/ 100867 h 210032"/>
                <a:gd name="connsiteX20" fmla="*/ 105434 w 210867"/>
                <a:gd name="connsiteY20" fmla="*/ 0 h 210032"/>
                <a:gd name="connsiteX21" fmla="*/ 22365 w 210867"/>
                <a:gd name="connsiteY21" fmla="*/ 111720 h 210032"/>
                <a:gd name="connsiteX22" fmla="*/ 31950 w 210867"/>
                <a:gd name="connsiteY22" fmla="*/ 111720 h 210032"/>
                <a:gd name="connsiteX23" fmla="*/ 41535 w 210867"/>
                <a:gd name="connsiteY23" fmla="*/ 121296 h 210032"/>
                <a:gd name="connsiteX24" fmla="*/ 41535 w 210867"/>
                <a:gd name="connsiteY24" fmla="*/ 188327 h 210032"/>
                <a:gd name="connsiteX25" fmla="*/ 31950 w 210867"/>
                <a:gd name="connsiteY25" fmla="*/ 197903 h 210032"/>
                <a:gd name="connsiteX26" fmla="*/ 22365 w 210867"/>
                <a:gd name="connsiteY26" fmla="*/ 197903 h 210032"/>
                <a:gd name="connsiteX27" fmla="*/ 12780 w 210867"/>
                <a:gd name="connsiteY27" fmla="*/ 188327 h 210032"/>
                <a:gd name="connsiteX28" fmla="*/ 12780 w 210867"/>
                <a:gd name="connsiteY28" fmla="*/ 121296 h 210032"/>
                <a:gd name="connsiteX29" fmla="*/ 22365 w 210867"/>
                <a:gd name="connsiteY29" fmla="*/ 111720 h 210032"/>
                <a:gd name="connsiteX30" fmla="*/ 22365 w 210867"/>
                <a:gd name="connsiteY30" fmla="*/ 111720 h 210032"/>
                <a:gd name="connsiteX31" fmla="*/ 198088 w 210867"/>
                <a:gd name="connsiteY31" fmla="*/ 188327 h 210032"/>
                <a:gd name="connsiteX32" fmla="*/ 188503 w 210867"/>
                <a:gd name="connsiteY32" fmla="*/ 197903 h 210032"/>
                <a:gd name="connsiteX33" fmla="*/ 178918 w 210867"/>
                <a:gd name="connsiteY33" fmla="*/ 197903 h 210032"/>
                <a:gd name="connsiteX34" fmla="*/ 169333 w 210867"/>
                <a:gd name="connsiteY34" fmla="*/ 188327 h 210032"/>
                <a:gd name="connsiteX35" fmla="*/ 169333 w 210867"/>
                <a:gd name="connsiteY35" fmla="*/ 121296 h 210032"/>
                <a:gd name="connsiteX36" fmla="*/ 178918 w 210867"/>
                <a:gd name="connsiteY36" fmla="*/ 111720 h 210032"/>
                <a:gd name="connsiteX37" fmla="*/ 188503 w 210867"/>
                <a:gd name="connsiteY37" fmla="*/ 111720 h 210032"/>
                <a:gd name="connsiteX38" fmla="*/ 198088 w 210867"/>
                <a:gd name="connsiteY38" fmla="*/ 121296 h 210032"/>
                <a:gd name="connsiteX39" fmla="*/ 198088 w 210867"/>
                <a:gd name="connsiteY39" fmla="*/ 188327 h 210032"/>
                <a:gd name="connsiteX40" fmla="*/ 198088 w 210867"/>
                <a:gd name="connsiteY40" fmla="*/ 188327 h 210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10867" h="210032">
                  <a:moveTo>
                    <a:pt x="105434" y="0"/>
                  </a:moveTo>
                  <a:cubicBezTo>
                    <a:pt x="47286" y="0"/>
                    <a:pt x="0" y="45326"/>
                    <a:pt x="0" y="100867"/>
                  </a:cubicBezTo>
                  <a:lnTo>
                    <a:pt x="0" y="187689"/>
                  </a:lnTo>
                  <a:cubicBezTo>
                    <a:pt x="0" y="199819"/>
                    <a:pt x="10224" y="210033"/>
                    <a:pt x="22365" y="210033"/>
                  </a:cubicBezTo>
                  <a:lnTo>
                    <a:pt x="31950" y="210033"/>
                  </a:lnTo>
                  <a:cubicBezTo>
                    <a:pt x="44091" y="210033"/>
                    <a:pt x="54314" y="199819"/>
                    <a:pt x="54314" y="187689"/>
                  </a:cubicBezTo>
                  <a:lnTo>
                    <a:pt x="54314" y="120657"/>
                  </a:lnTo>
                  <a:cubicBezTo>
                    <a:pt x="54314" y="108528"/>
                    <a:pt x="44091" y="98313"/>
                    <a:pt x="31950" y="98313"/>
                  </a:cubicBezTo>
                  <a:lnTo>
                    <a:pt x="22365" y="98313"/>
                  </a:lnTo>
                  <a:cubicBezTo>
                    <a:pt x="19170" y="98313"/>
                    <a:pt x="15975" y="98952"/>
                    <a:pt x="12780" y="100228"/>
                  </a:cubicBezTo>
                  <a:cubicBezTo>
                    <a:pt x="12780" y="51710"/>
                    <a:pt x="54314" y="12129"/>
                    <a:pt x="105434" y="12129"/>
                  </a:cubicBezTo>
                  <a:cubicBezTo>
                    <a:pt x="156553" y="12129"/>
                    <a:pt x="198088" y="51710"/>
                    <a:pt x="198088" y="100228"/>
                  </a:cubicBezTo>
                  <a:cubicBezTo>
                    <a:pt x="194893" y="98952"/>
                    <a:pt x="191698" y="98313"/>
                    <a:pt x="188503" y="98313"/>
                  </a:cubicBezTo>
                  <a:lnTo>
                    <a:pt x="178918" y="98313"/>
                  </a:lnTo>
                  <a:cubicBezTo>
                    <a:pt x="166777" y="98313"/>
                    <a:pt x="156553" y="108528"/>
                    <a:pt x="156553" y="120657"/>
                  </a:cubicBezTo>
                  <a:lnTo>
                    <a:pt x="156553" y="187689"/>
                  </a:lnTo>
                  <a:cubicBezTo>
                    <a:pt x="156553" y="199819"/>
                    <a:pt x="166777" y="210033"/>
                    <a:pt x="178918" y="210033"/>
                  </a:cubicBezTo>
                  <a:lnTo>
                    <a:pt x="188503" y="210033"/>
                  </a:lnTo>
                  <a:cubicBezTo>
                    <a:pt x="200644" y="210033"/>
                    <a:pt x="210868" y="199819"/>
                    <a:pt x="210868" y="187689"/>
                  </a:cubicBezTo>
                  <a:lnTo>
                    <a:pt x="210868" y="100867"/>
                  </a:lnTo>
                  <a:cubicBezTo>
                    <a:pt x="210868" y="45326"/>
                    <a:pt x="163582" y="0"/>
                    <a:pt x="105434" y="0"/>
                  </a:cubicBezTo>
                  <a:close/>
                  <a:moveTo>
                    <a:pt x="22365" y="111720"/>
                  </a:moveTo>
                  <a:lnTo>
                    <a:pt x="31950" y="111720"/>
                  </a:lnTo>
                  <a:cubicBezTo>
                    <a:pt x="37062" y="111720"/>
                    <a:pt x="41535" y="116188"/>
                    <a:pt x="41535" y="121296"/>
                  </a:cubicBezTo>
                  <a:lnTo>
                    <a:pt x="41535" y="188327"/>
                  </a:lnTo>
                  <a:cubicBezTo>
                    <a:pt x="41535" y="193435"/>
                    <a:pt x="37062" y="197903"/>
                    <a:pt x="31950" y="197903"/>
                  </a:cubicBezTo>
                  <a:lnTo>
                    <a:pt x="22365" y="197903"/>
                  </a:lnTo>
                  <a:cubicBezTo>
                    <a:pt x="17253" y="197903"/>
                    <a:pt x="12780" y="193435"/>
                    <a:pt x="12780" y="188327"/>
                  </a:cubicBezTo>
                  <a:lnTo>
                    <a:pt x="12780" y="121296"/>
                  </a:lnTo>
                  <a:cubicBezTo>
                    <a:pt x="12780" y="116188"/>
                    <a:pt x="17253" y="111720"/>
                    <a:pt x="22365" y="111720"/>
                  </a:cubicBezTo>
                  <a:lnTo>
                    <a:pt x="22365" y="111720"/>
                  </a:lnTo>
                  <a:close/>
                  <a:moveTo>
                    <a:pt x="198088" y="188327"/>
                  </a:moveTo>
                  <a:cubicBezTo>
                    <a:pt x="198088" y="193435"/>
                    <a:pt x="193615" y="197903"/>
                    <a:pt x="188503" y="197903"/>
                  </a:cubicBezTo>
                  <a:lnTo>
                    <a:pt x="178918" y="197903"/>
                  </a:lnTo>
                  <a:cubicBezTo>
                    <a:pt x="173806" y="197903"/>
                    <a:pt x="169333" y="193435"/>
                    <a:pt x="169333" y="188327"/>
                  </a:cubicBezTo>
                  <a:lnTo>
                    <a:pt x="169333" y="121296"/>
                  </a:lnTo>
                  <a:cubicBezTo>
                    <a:pt x="169333" y="116188"/>
                    <a:pt x="173806" y="111720"/>
                    <a:pt x="178918" y="111720"/>
                  </a:cubicBezTo>
                  <a:lnTo>
                    <a:pt x="188503" y="111720"/>
                  </a:lnTo>
                  <a:cubicBezTo>
                    <a:pt x="193615" y="111720"/>
                    <a:pt x="198088" y="116188"/>
                    <a:pt x="198088" y="121296"/>
                  </a:cubicBezTo>
                  <a:lnTo>
                    <a:pt x="198088" y="188327"/>
                  </a:lnTo>
                  <a:lnTo>
                    <a:pt x="198088" y="188327"/>
                  </a:lnTo>
                  <a:close/>
                </a:path>
              </a:pathLst>
            </a:custGeom>
            <a:solidFill>
              <a:srgbClr val="007680"/>
            </a:solidFill>
            <a:ln w="6390" cap="flat">
              <a:noFill/>
              <a:prstDash val="solid"/>
              <a:miter/>
            </a:ln>
          </p:spPr>
          <p:txBody>
            <a:bodyPr rtlCol="0" anchor="ctr"/>
            <a:lstStyle/>
            <a:p>
              <a:endParaRPr lang="en-US"/>
            </a:p>
          </p:txBody>
        </p:sp>
      </p:grpSp>
      <p:grpSp>
        <p:nvGrpSpPr>
          <p:cNvPr id="1144" name="Graphic 1100">
            <a:extLst>
              <a:ext uri="{FF2B5EF4-FFF2-40B4-BE49-F238E27FC236}">
                <a16:creationId xmlns:a16="http://schemas.microsoft.com/office/drawing/2014/main" id="{37203203-7AD1-014B-85C5-3E6654630147}"/>
              </a:ext>
            </a:extLst>
          </p:cNvPr>
          <p:cNvGrpSpPr/>
          <p:nvPr/>
        </p:nvGrpSpPr>
        <p:grpSpPr>
          <a:xfrm>
            <a:off x="905454" y="3343617"/>
            <a:ext cx="362309" cy="361971"/>
            <a:chOff x="905454" y="3343617"/>
            <a:chExt cx="362309" cy="361971"/>
          </a:xfrm>
          <a:solidFill>
            <a:srgbClr val="007680"/>
          </a:solidFill>
        </p:grpSpPr>
        <p:sp>
          <p:nvSpPr>
            <p:cNvPr id="1145" name="Graphic 1100">
              <a:extLst>
                <a:ext uri="{FF2B5EF4-FFF2-40B4-BE49-F238E27FC236}">
                  <a16:creationId xmlns:a16="http://schemas.microsoft.com/office/drawing/2014/main" id="{B95E13C8-09CB-2D4C-9FDC-B62772F5DCA8}"/>
                </a:ext>
              </a:extLst>
            </p:cNvPr>
            <p:cNvSpPr/>
            <p:nvPr/>
          </p:nvSpPr>
          <p:spPr>
            <a:xfrm>
              <a:off x="1150827" y="3531306"/>
              <a:ext cx="28115" cy="86183"/>
            </a:xfrm>
            <a:custGeom>
              <a:avLst/>
              <a:gdLst>
                <a:gd name="connsiteX0" fmla="*/ 18531 w 28115"/>
                <a:gd name="connsiteY0" fmla="*/ 0 h 86183"/>
                <a:gd name="connsiteX1" fmla="*/ 9585 w 28115"/>
                <a:gd name="connsiteY1" fmla="*/ 0 h 86183"/>
                <a:gd name="connsiteX2" fmla="*/ 0 w 28115"/>
                <a:gd name="connsiteY2" fmla="*/ 9576 h 86183"/>
                <a:gd name="connsiteX3" fmla="*/ 0 w 28115"/>
                <a:gd name="connsiteY3" fmla="*/ 76608 h 86183"/>
                <a:gd name="connsiteX4" fmla="*/ 9585 w 28115"/>
                <a:gd name="connsiteY4" fmla="*/ 86184 h 86183"/>
                <a:gd name="connsiteX5" fmla="*/ 18531 w 28115"/>
                <a:gd name="connsiteY5" fmla="*/ 86184 h 86183"/>
                <a:gd name="connsiteX6" fmla="*/ 28116 w 28115"/>
                <a:gd name="connsiteY6" fmla="*/ 76608 h 86183"/>
                <a:gd name="connsiteX7" fmla="*/ 28116 w 28115"/>
                <a:gd name="connsiteY7" fmla="*/ 9576 h 86183"/>
                <a:gd name="connsiteX8" fmla="*/ 18531 w 28115"/>
                <a:gd name="connsiteY8" fmla="*/ 0 h 86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15" h="86183">
                  <a:moveTo>
                    <a:pt x="18531" y="0"/>
                  </a:moveTo>
                  <a:lnTo>
                    <a:pt x="9585" y="0"/>
                  </a:lnTo>
                  <a:cubicBezTo>
                    <a:pt x="4473" y="0"/>
                    <a:pt x="0" y="4468"/>
                    <a:pt x="0" y="9576"/>
                  </a:cubicBezTo>
                  <a:lnTo>
                    <a:pt x="0" y="76608"/>
                  </a:lnTo>
                  <a:cubicBezTo>
                    <a:pt x="0" y="81715"/>
                    <a:pt x="4473" y="86184"/>
                    <a:pt x="9585" y="86184"/>
                  </a:cubicBezTo>
                  <a:lnTo>
                    <a:pt x="18531" y="86184"/>
                  </a:lnTo>
                  <a:cubicBezTo>
                    <a:pt x="23643" y="86184"/>
                    <a:pt x="28116" y="81715"/>
                    <a:pt x="28116" y="76608"/>
                  </a:cubicBezTo>
                  <a:lnTo>
                    <a:pt x="28116" y="9576"/>
                  </a:lnTo>
                  <a:cubicBezTo>
                    <a:pt x="28116" y="4468"/>
                    <a:pt x="23643" y="0"/>
                    <a:pt x="18531" y="0"/>
                  </a:cubicBezTo>
                  <a:close/>
                </a:path>
              </a:pathLst>
            </a:custGeom>
            <a:solidFill>
              <a:srgbClr val="007680"/>
            </a:solidFill>
            <a:ln w="6390" cap="flat">
              <a:noFill/>
              <a:prstDash val="solid"/>
              <a:miter/>
            </a:ln>
          </p:spPr>
          <p:txBody>
            <a:bodyPr rtlCol="0" anchor="ctr"/>
            <a:lstStyle/>
            <a:p>
              <a:endParaRPr lang="en-US"/>
            </a:p>
          </p:txBody>
        </p:sp>
        <p:sp>
          <p:nvSpPr>
            <p:cNvPr id="1146" name="Graphic 1100">
              <a:extLst>
                <a:ext uri="{FF2B5EF4-FFF2-40B4-BE49-F238E27FC236}">
                  <a16:creationId xmlns:a16="http://schemas.microsoft.com/office/drawing/2014/main" id="{F7DB4D40-0BAF-B94C-87A6-FB7EE8C570B8}"/>
                </a:ext>
              </a:extLst>
            </p:cNvPr>
            <p:cNvSpPr/>
            <p:nvPr/>
          </p:nvSpPr>
          <p:spPr>
            <a:xfrm>
              <a:off x="994274" y="3530668"/>
              <a:ext cx="28115" cy="86183"/>
            </a:xfrm>
            <a:custGeom>
              <a:avLst/>
              <a:gdLst>
                <a:gd name="connsiteX0" fmla="*/ 0 w 28115"/>
                <a:gd name="connsiteY0" fmla="*/ 35112 h 86183"/>
                <a:gd name="connsiteX1" fmla="*/ 0 w 28115"/>
                <a:gd name="connsiteY1" fmla="*/ 76608 h 86183"/>
                <a:gd name="connsiteX2" fmla="*/ 9585 w 28115"/>
                <a:gd name="connsiteY2" fmla="*/ 86184 h 86183"/>
                <a:gd name="connsiteX3" fmla="*/ 18531 w 28115"/>
                <a:gd name="connsiteY3" fmla="*/ 86184 h 86183"/>
                <a:gd name="connsiteX4" fmla="*/ 28116 w 28115"/>
                <a:gd name="connsiteY4" fmla="*/ 76608 h 86183"/>
                <a:gd name="connsiteX5" fmla="*/ 28116 w 28115"/>
                <a:gd name="connsiteY5" fmla="*/ 9576 h 86183"/>
                <a:gd name="connsiteX6" fmla="*/ 18531 w 28115"/>
                <a:gd name="connsiteY6" fmla="*/ 0 h 86183"/>
                <a:gd name="connsiteX7" fmla="*/ 9585 w 28115"/>
                <a:gd name="connsiteY7" fmla="*/ 0 h 86183"/>
                <a:gd name="connsiteX8" fmla="*/ 0 w 28115"/>
                <a:gd name="connsiteY8" fmla="*/ 9576 h 86183"/>
                <a:gd name="connsiteX9" fmla="*/ 0 w 28115"/>
                <a:gd name="connsiteY9" fmla="*/ 35112 h 86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115" h="86183">
                  <a:moveTo>
                    <a:pt x="0" y="35112"/>
                  </a:moveTo>
                  <a:lnTo>
                    <a:pt x="0" y="76608"/>
                  </a:lnTo>
                  <a:cubicBezTo>
                    <a:pt x="0" y="81715"/>
                    <a:pt x="4473" y="86184"/>
                    <a:pt x="9585" y="86184"/>
                  </a:cubicBezTo>
                  <a:lnTo>
                    <a:pt x="18531" y="86184"/>
                  </a:lnTo>
                  <a:cubicBezTo>
                    <a:pt x="23643" y="86184"/>
                    <a:pt x="28116" y="81715"/>
                    <a:pt x="28116" y="76608"/>
                  </a:cubicBezTo>
                  <a:lnTo>
                    <a:pt x="28116" y="9576"/>
                  </a:lnTo>
                  <a:cubicBezTo>
                    <a:pt x="28116" y="4469"/>
                    <a:pt x="23643" y="0"/>
                    <a:pt x="18531" y="0"/>
                  </a:cubicBezTo>
                  <a:lnTo>
                    <a:pt x="9585" y="0"/>
                  </a:lnTo>
                  <a:cubicBezTo>
                    <a:pt x="4473" y="0"/>
                    <a:pt x="0" y="4469"/>
                    <a:pt x="0" y="9576"/>
                  </a:cubicBezTo>
                  <a:lnTo>
                    <a:pt x="0" y="35112"/>
                  </a:lnTo>
                  <a:close/>
                </a:path>
              </a:pathLst>
            </a:custGeom>
            <a:solidFill>
              <a:srgbClr val="007680"/>
            </a:solidFill>
            <a:ln w="6390" cap="flat">
              <a:noFill/>
              <a:prstDash val="solid"/>
              <a:miter/>
            </a:ln>
          </p:spPr>
          <p:txBody>
            <a:bodyPr rtlCol="0" anchor="ctr"/>
            <a:lstStyle/>
            <a:p>
              <a:endParaRPr lang="en-US"/>
            </a:p>
          </p:txBody>
        </p:sp>
        <p:sp>
          <p:nvSpPr>
            <p:cNvPr id="1147" name="Graphic 1100">
              <a:extLst>
                <a:ext uri="{FF2B5EF4-FFF2-40B4-BE49-F238E27FC236}">
                  <a16:creationId xmlns:a16="http://schemas.microsoft.com/office/drawing/2014/main" id="{FB281186-EA4B-E941-B268-264C772DC5D5}"/>
                </a:ext>
              </a:extLst>
            </p:cNvPr>
            <p:cNvSpPr/>
            <p:nvPr/>
          </p:nvSpPr>
          <p:spPr>
            <a:xfrm>
              <a:off x="905454" y="3343617"/>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86269 w 362309"/>
                <a:gd name="connsiteY6" fmla="*/ 197265 h 361971"/>
                <a:gd name="connsiteX7" fmla="*/ 286269 w 362309"/>
                <a:gd name="connsiteY7" fmla="*/ 264297 h 361971"/>
                <a:gd name="connsiteX8" fmla="*/ 263904 w 362309"/>
                <a:gd name="connsiteY8" fmla="*/ 286641 h 361971"/>
                <a:gd name="connsiteX9" fmla="*/ 254959 w 362309"/>
                <a:gd name="connsiteY9" fmla="*/ 286641 h 361971"/>
                <a:gd name="connsiteX10" fmla="*/ 232594 w 362309"/>
                <a:gd name="connsiteY10" fmla="*/ 264297 h 361971"/>
                <a:gd name="connsiteX11" fmla="*/ 232594 w 362309"/>
                <a:gd name="connsiteY11" fmla="*/ 197265 h 361971"/>
                <a:gd name="connsiteX12" fmla="*/ 254959 w 362309"/>
                <a:gd name="connsiteY12" fmla="*/ 174921 h 361971"/>
                <a:gd name="connsiteX13" fmla="*/ 264543 w 362309"/>
                <a:gd name="connsiteY13" fmla="*/ 174921 h 361971"/>
                <a:gd name="connsiteX14" fmla="*/ 274128 w 362309"/>
                <a:gd name="connsiteY14" fmla="*/ 176836 h 361971"/>
                <a:gd name="connsiteX15" fmla="*/ 181474 w 362309"/>
                <a:gd name="connsiteY15" fmla="*/ 88738 h 361971"/>
                <a:gd name="connsiteX16" fmla="*/ 88820 w 362309"/>
                <a:gd name="connsiteY16" fmla="*/ 176836 h 361971"/>
                <a:gd name="connsiteX17" fmla="*/ 98405 w 362309"/>
                <a:gd name="connsiteY17" fmla="*/ 174921 h 361971"/>
                <a:gd name="connsiteX18" fmla="*/ 107351 w 362309"/>
                <a:gd name="connsiteY18" fmla="*/ 174921 h 361971"/>
                <a:gd name="connsiteX19" fmla="*/ 129716 w 362309"/>
                <a:gd name="connsiteY19" fmla="*/ 197265 h 361971"/>
                <a:gd name="connsiteX20" fmla="*/ 129716 w 362309"/>
                <a:gd name="connsiteY20" fmla="*/ 264297 h 361971"/>
                <a:gd name="connsiteX21" fmla="*/ 107351 w 362309"/>
                <a:gd name="connsiteY21" fmla="*/ 286641 h 361971"/>
                <a:gd name="connsiteX22" fmla="*/ 97766 w 362309"/>
                <a:gd name="connsiteY22" fmla="*/ 286641 h 361971"/>
                <a:gd name="connsiteX23" fmla="*/ 75401 w 362309"/>
                <a:gd name="connsiteY23" fmla="*/ 264297 h 361971"/>
                <a:gd name="connsiteX24" fmla="*/ 75401 w 362309"/>
                <a:gd name="connsiteY24" fmla="*/ 177475 h 361971"/>
                <a:gd name="connsiteX25" fmla="*/ 180835 w 362309"/>
                <a:gd name="connsiteY25" fmla="*/ 76608 h 361971"/>
                <a:gd name="connsiteX26" fmla="*/ 286269 w 362309"/>
                <a:gd name="connsiteY26" fmla="*/ 177475 h 361971"/>
                <a:gd name="connsiteX27" fmla="*/ 286269 w 362309"/>
                <a:gd name="connsiteY27" fmla="*/ 1972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1157" y="0"/>
                    <a:pt x="180835" y="0"/>
                  </a:cubicBezTo>
                  <a:close/>
                  <a:moveTo>
                    <a:pt x="286269" y="197265"/>
                  </a:moveTo>
                  <a:lnTo>
                    <a:pt x="286269" y="264297"/>
                  </a:lnTo>
                  <a:cubicBezTo>
                    <a:pt x="286269" y="276426"/>
                    <a:pt x="276045" y="286641"/>
                    <a:pt x="263904" y="286641"/>
                  </a:cubicBezTo>
                  <a:lnTo>
                    <a:pt x="254959" y="286641"/>
                  </a:lnTo>
                  <a:cubicBezTo>
                    <a:pt x="242818" y="286641"/>
                    <a:pt x="232594" y="276426"/>
                    <a:pt x="232594" y="264297"/>
                  </a:cubicBezTo>
                  <a:lnTo>
                    <a:pt x="232594" y="197265"/>
                  </a:lnTo>
                  <a:cubicBezTo>
                    <a:pt x="232594" y="185135"/>
                    <a:pt x="242818" y="174921"/>
                    <a:pt x="254959" y="174921"/>
                  </a:cubicBezTo>
                  <a:lnTo>
                    <a:pt x="264543" y="174921"/>
                  </a:lnTo>
                  <a:cubicBezTo>
                    <a:pt x="267738" y="174921"/>
                    <a:pt x="270933" y="175560"/>
                    <a:pt x="274128" y="176836"/>
                  </a:cubicBezTo>
                  <a:cubicBezTo>
                    <a:pt x="274128" y="128318"/>
                    <a:pt x="232594" y="88738"/>
                    <a:pt x="181474" y="88738"/>
                  </a:cubicBezTo>
                  <a:cubicBezTo>
                    <a:pt x="130355" y="88738"/>
                    <a:pt x="88820" y="128318"/>
                    <a:pt x="88820" y="176836"/>
                  </a:cubicBezTo>
                  <a:cubicBezTo>
                    <a:pt x="92015" y="175560"/>
                    <a:pt x="95210" y="174921"/>
                    <a:pt x="98405" y="174921"/>
                  </a:cubicBezTo>
                  <a:lnTo>
                    <a:pt x="107351" y="174921"/>
                  </a:lnTo>
                  <a:cubicBezTo>
                    <a:pt x="119492" y="174921"/>
                    <a:pt x="129716" y="185135"/>
                    <a:pt x="129716" y="197265"/>
                  </a:cubicBezTo>
                  <a:lnTo>
                    <a:pt x="129716" y="264297"/>
                  </a:lnTo>
                  <a:cubicBezTo>
                    <a:pt x="129716" y="276426"/>
                    <a:pt x="119492" y="286641"/>
                    <a:pt x="107351" y="286641"/>
                  </a:cubicBezTo>
                  <a:lnTo>
                    <a:pt x="97766" y="286641"/>
                  </a:lnTo>
                  <a:cubicBezTo>
                    <a:pt x="85625" y="286641"/>
                    <a:pt x="75401" y="276426"/>
                    <a:pt x="75401" y="264297"/>
                  </a:cubicBezTo>
                  <a:lnTo>
                    <a:pt x="75401" y="177475"/>
                  </a:lnTo>
                  <a:cubicBezTo>
                    <a:pt x="75401" y="121934"/>
                    <a:pt x="122687" y="76608"/>
                    <a:pt x="180835" y="76608"/>
                  </a:cubicBezTo>
                  <a:cubicBezTo>
                    <a:pt x="238984" y="76608"/>
                    <a:pt x="286269" y="121934"/>
                    <a:pt x="286269" y="177475"/>
                  </a:cubicBezTo>
                  <a:lnTo>
                    <a:pt x="286269" y="197265"/>
                  </a:lnTo>
                  <a:close/>
                </a:path>
              </a:pathLst>
            </a:custGeom>
            <a:solidFill>
              <a:srgbClr val="007680"/>
            </a:solidFill>
            <a:ln w="6390" cap="flat">
              <a:noFill/>
              <a:prstDash val="solid"/>
              <a:miter/>
            </a:ln>
          </p:spPr>
          <p:txBody>
            <a:bodyPr rtlCol="0" anchor="ctr"/>
            <a:lstStyle/>
            <a:p>
              <a:endParaRPr lang="en-US"/>
            </a:p>
          </p:txBody>
        </p:sp>
      </p:grpSp>
      <p:grpSp>
        <p:nvGrpSpPr>
          <p:cNvPr id="1148" name="Graphic 1100">
            <a:extLst>
              <a:ext uri="{FF2B5EF4-FFF2-40B4-BE49-F238E27FC236}">
                <a16:creationId xmlns:a16="http://schemas.microsoft.com/office/drawing/2014/main" id="{87B17C1C-94C5-BB46-BD9A-1F9D19E764F0}"/>
              </a:ext>
            </a:extLst>
          </p:cNvPr>
          <p:cNvGrpSpPr/>
          <p:nvPr/>
        </p:nvGrpSpPr>
        <p:grpSpPr>
          <a:xfrm>
            <a:off x="1514415" y="2859711"/>
            <a:ext cx="362309" cy="361971"/>
            <a:chOff x="1514415" y="2859711"/>
            <a:chExt cx="362309" cy="361971"/>
          </a:xfrm>
          <a:solidFill>
            <a:srgbClr val="007680"/>
          </a:solidFill>
        </p:grpSpPr>
        <p:sp>
          <p:nvSpPr>
            <p:cNvPr id="1149" name="Graphic 1100">
              <a:extLst>
                <a:ext uri="{FF2B5EF4-FFF2-40B4-BE49-F238E27FC236}">
                  <a16:creationId xmlns:a16="http://schemas.microsoft.com/office/drawing/2014/main" id="{2234A8F1-AB7D-464E-8177-FDA0FE280276}"/>
                </a:ext>
              </a:extLst>
            </p:cNvPr>
            <p:cNvSpPr/>
            <p:nvPr/>
          </p:nvSpPr>
          <p:spPr>
            <a:xfrm>
              <a:off x="1514415" y="2859711"/>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0438"/>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49530" y="273234"/>
                    <a:pt x="274128" y="348565"/>
                    <a:pt x="181474" y="349204"/>
                  </a:cubicBezTo>
                  <a:close/>
                </a:path>
              </a:pathLst>
            </a:custGeom>
            <a:solidFill>
              <a:srgbClr val="007680"/>
            </a:solidFill>
            <a:ln w="6390" cap="flat">
              <a:noFill/>
              <a:prstDash val="solid"/>
              <a:miter/>
            </a:ln>
          </p:spPr>
          <p:txBody>
            <a:bodyPr rtlCol="0" anchor="ctr"/>
            <a:lstStyle/>
            <a:p>
              <a:endParaRPr lang="en-US"/>
            </a:p>
          </p:txBody>
        </p:sp>
        <p:sp>
          <p:nvSpPr>
            <p:cNvPr id="1150" name="Graphic 1100">
              <a:extLst>
                <a:ext uri="{FF2B5EF4-FFF2-40B4-BE49-F238E27FC236}">
                  <a16:creationId xmlns:a16="http://schemas.microsoft.com/office/drawing/2014/main" id="{2FA71DC8-732E-7742-A2AF-A850277CC8B5}"/>
                </a:ext>
              </a:extLst>
            </p:cNvPr>
            <p:cNvSpPr/>
            <p:nvPr/>
          </p:nvSpPr>
          <p:spPr>
            <a:xfrm>
              <a:off x="1573202" y="2938234"/>
              <a:ext cx="244816" cy="178751"/>
            </a:xfrm>
            <a:custGeom>
              <a:avLst/>
              <a:gdLst>
                <a:gd name="connsiteX0" fmla="*/ 238984 w 244816"/>
                <a:gd name="connsiteY0" fmla="*/ 66393 h 178751"/>
                <a:gd name="connsiteX1" fmla="*/ 126521 w 244816"/>
                <a:gd name="connsiteY1" fmla="*/ 66393 h 178751"/>
                <a:gd name="connsiteX2" fmla="*/ 119492 w 244816"/>
                <a:gd name="connsiteY2" fmla="*/ 52349 h 178751"/>
                <a:gd name="connsiteX3" fmla="*/ 119492 w 244816"/>
                <a:gd name="connsiteY3" fmla="*/ 26813 h 178751"/>
                <a:gd name="connsiteX4" fmla="*/ 127160 w 244816"/>
                <a:gd name="connsiteY4" fmla="*/ 6384 h 178751"/>
                <a:gd name="connsiteX5" fmla="*/ 120770 w 244816"/>
                <a:gd name="connsiteY5" fmla="*/ 0 h 178751"/>
                <a:gd name="connsiteX6" fmla="*/ 114380 w 244816"/>
                <a:gd name="connsiteY6" fmla="*/ 6384 h 178751"/>
                <a:gd name="connsiteX7" fmla="*/ 109268 w 244816"/>
                <a:gd name="connsiteY7" fmla="*/ 19152 h 178751"/>
                <a:gd name="connsiteX8" fmla="*/ 109268 w 244816"/>
                <a:gd name="connsiteY8" fmla="*/ 60009 h 178751"/>
                <a:gd name="connsiteX9" fmla="*/ 113102 w 244816"/>
                <a:gd name="connsiteY9" fmla="*/ 66393 h 178751"/>
                <a:gd name="connsiteX10" fmla="*/ 6390 w 244816"/>
                <a:gd name="connsiteY10" fmla="*/ 66393 h 178751"/>
                <a:gd name="connsiteX11" fmla="*/ 0 w 244816"/>
                <a:gd name="connsiteY11" fmla="*/ 72777 h 178751"/>
                <a:gd name="connsiteX12" fmla="*/ 0 w 244816"/>
                <a:gd name="connsiteY12" fmla="*/ 172368 h 178751"/>
                <a:gd name="connsiteX13" fmla="*/ 6390 w 244816"/>
                <a:gd name="connsiteY13" fmla="*/ 178752 h 178751"/>
                <a:gd name="connsiteX14" fmla="*/ 238345 w 244816"/>
                <a:gd name="connsiteY14" fmla="*/ 178752 h 178751"/>
                <a:gd name="connsiteX15" fmla="*/ 244735 w 244816"/>
                <a:gd name="connsiteY15" fmla="*/ 172368 h 178751"/>
                <a:gd name="connsiteX16" fmla="*/ 244735 w 244816"/>
                <a:gd name="connsiteY16" fmla="*/ 72777 h 178751"/>
                <a:gd name="connsiteX17" fmla="*/ 238984 w 244816"/>
                <a:gd name="connsiteY17" fmla="*/ 66393 h 178751"/>
                <a:gd name="connsiteX18" fmla="*/ 232594 w 244816"/>
                <a:gd name="connsiteY18" fmla="*/ 165984 h 178751"/>
                <a:gd name="connsiteX19" fmla="*/ 13419 w 244816"/>
                <a:gd name="connsiteY19" fmla="*/ 165984 h 178751"/>
                <a:gd name="connsiteX20" fmla="*/ 13419 w 244816"/>
                <a:gd name="connsiteY20" fmla="*/ 79161 h 178751"/>
                <a:gd name="connsiteX21" fmla="*/ 232594 w 244816"/>
                <a:gd name="connsiteY21" fmla="*/ 79161 h 178751"/>
                <a:gd name="connsiteX22" fmla="*/ 232594 w 244816"/>
                <a:gd name="connsiteY22" fmla="*/ 165984 h 178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4816" h="178751">
                  <a:moveTo>
                    <a:pt x="238984" y="66393"/>
                  </a:moveTo>
                  <a:lnTo>
                    <a:pt x="126521" y="66393"/>
                  </a:lnTo>
                  <a:cubicBezTo>
                    <a:pt x="125243" y="61286"/>
                    <a:pt x="122687" y="56179"/>
                    <a:pt x="119492" y="52349"/>
                  </a:cubicBezTo>
                  <a:cubicBezTo>
                    <a:pt x="112463" y="45326"/>
                    <a:pt x="112463" y="33835"/>
                    <a:pt x="119492" y="26813"/>
                  </a:cubicBezTo>
                  <a:cubicBezTo>
                    <a:pt x="124604" y="21067"/>
                    <a:pt x="127160" y="14045"/>
                    <a:pt x="127160" y="6384"/>
                  </a:cubicBezTo>
                  <a:cubicBezTo>
                    <a:pt x="127160" y="2554"/>
                    <a:pt x="124604" y="0"/>
                    <a:pt x="120770" y="0"/>
                  </a:cubicBezTo>
                  <a:cubicBezTo>
                    <a:pt x="116936" y="0"/>
                    <a:pt x="114380" y="2554"/>
                    <a:pt x="114380" y="6384"/>
                  </a:cubicBezTo>
                  <a:cubicBezTo>
                    <a:pt x="114380" y="10853"/>
                    <a:pt x="112463" y="15960"/>
                    <a:pt x="109268" y="19152"/>
                  </a:cubicBezTo>
                  <a:cubicBezTo>
                    <a:pt x="99044" y="30643"/>
                    <a:pt x="99044" y="48518"/>
                    <a:pt x="109268" y="60009"/>
                  </a:cubicBezTo>
                  <a:cubicBezTo>
                    <a:pt x="111185" y="61925"/>
                    <a:pt x="112463" y="63840"/>
                    <a:pt x="113102" y="66393"/>
                  </a:cubicBezTo>
                  <a:lnTo>
                    <a:pt x="6390" y="66393"/>
                  </a:lnTo>
                  <a:cubicBezTo>
                    <a:pt x="2556" y="66393"/>
                    <a:pt x="0" y="68947"/>
                    <a:pt x="0" y="72777"/>
                  </a:cubicBezTo>
                  <a:lnTo>
                    <a:pt x="0" y="172368"/>
                  </a:lnTo>
                  <a:cubicBezTo>
                    <a:pt x="0" y="176198"/>
                    <a:pt x="2556" y="178752"/>
                    <a:pt x="6390" y="178752"/>
                  </a:cubicBezTo>
                  <a:lnTo>
                    <a:pt x="238345" y="178752"/>
                  </a:lnTo>
                  <a:cubicBezTo>
                    <a:pt x="242179" y="178752"/>
                    <a:pt x="244735" y="176198"/>
                    <a:pt x="244735" y="172368"/>
                  </a:cubicBezTo>
                  <a:lnTo>
                    <a:pt x="244735" y="72777"/>
                  </a:lnTo>
                  <a:cubicBezTo>
                    <a:pt x="245374" y="69585"/>
                    <a:pt x="242179" y="66393"/>
                    <a:pt x="238984" y="66393"/>
                  </a:cubicBezTo>
                  <a:close/>
                  <a:moveTo>
                    <a:pt x="232594" y="165984"/>
                  </a:moveTo>
                  <a:lnTo>
                    <a:pt x="13419" y="165984"/>
                  </a:lnTo>
                  <a:lnTo>
                    <a:pt x="13419" y="79161"/>
                  </a:lnTo>
                  <a:lnTo>
                    <a:pt x="232594" y="79161"/>
                  </a:lnTo>
                  <a:lnTo>
                    <a:pt x="232594" y="165984"/>
                  </a:lnTo>
                  <a:close/>
                </a:path>
              </a:pathLst>
            </a:custGeom>
            <a:solidFill>
              <a:srgbClr val="007680"/>
            </a:solidFill>
            <a:ln w="6390" cap="flat">
              <a:noFill/>
              <a:prstDash val="solid"/>
              <a:miter/>
            </a:ln>
          </p:spPr>
          <p:txBody>
            <a:bodyPr rtlCol="0" anchor="ctr"/>
            <a:lstStyle/>
            <a:p>
              <a:endParaRPr lang="en-US"/>
            </a:p>
          </p:txBody>
        </p:sp>
        <p:sp>
          <p:nvSpPr>
            <p:cNvPr id="1151" name="Graphic 1100">
              <a:extLst>
                <a:ext uri="{FF2B5EF4-FFF2-40B4-BE49-F238E27FC236}">
                  <a16:creationId xmlns:a16="http://schemas.microsoft.com/office/drawing/2014/main" id="{E9A0256F-C405-8D40-9CEA-8FE0C2C5AFFD}"/>
                </a:ext>
              </a:extLst>
            </p:cNvPr>
            <p:cNvSpPr/>
            <p:nvPr/>
          </p:nvSpPr>
          <p:spPr>
            <a:xfrm>
              <a:off x="1639657" y="3079320"/>
              <a:ext cx="104155" cy="12767"/>
            </a:xfrm>
            <a:custGeom>
              <a:avLst/>
              <a:gdLst>
                <a:gd name="connsiteX0" fmla="*/ 0 w 104155"/>
                <a:gd name="connsiteY0" fmla="*/ 6384 h 12767"/>
                <a:gd name="connsiteX1" fmla="*/ 6390 w 104155"/>
                <a:gd name="connsiteY1" fmla="*/ 12768 h 12767"/>
                <a:gd name="connsiteX2" fmla="*/ 97766 w 104155"/>
                <a:gd name="connsiteY2" fmla="*/ 12768 h 12767"/>
                <a:gd name="connsiteX3" fmla="*/ 104156 w 104155"/>
                <a:gd name="connsiteY3" fmla="*/ 6384 h 12767"/>
                <a:gd name="connsiteX4" fmla="*/ 97766 w 104155"/>
                <a:gd name="connsiteY4" fmla="*/ 0 h 12767"/>
                <a:gd name="connsiteX5" fmla="*/ 6390 w 104155"/>
                <a:gd name="connsiteY5" fmla="*/ 0 h 12767"/>
                <a:gd name="connsiteX6" fmla="*/ 0 w 104155"/>
                <a:gd name="connsiteY6" fmla="*/ 638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55" h="12767">
                  <a:moveTo>
                    <a:pt x="0" y="6384"/>
                  </a:moveTo>
                  <a:cubicBezTo>
                    <a:pt x="0" y="10214"/>
                    <a:pt x="2556" y="12768"/>
                    <a:pt x="6390" y="12768"/>
                  </a:cubicBezTo>
                  <a:lnTo>
                    <a:pt x="97766" y="12768"/>
                  </a:lnTo>
                  <a:cubicBezTo>
                    <a:pt x="101600" y="12768"/>
                    <a:pt x="104156" y="10214"/>
                    <a:pt x="104156" y="6384"/>
                  </a:cubicBezTo>
                  <a:cubicBezTo>
                    <a:pt x="104156" y="2554"/>
                    <a:pt x="101600" y="0"/>
                    <a:pt x="97766" y="0"/>
                  </a:cubicBezTo>
                  <a:lnTo>
                    <a:pt x="6390" y="0"/>
                  </a:lnTo>
                  <a:cubicBezTo>
                    <a:pt x="2556" y="0"/>
                    <a:pt x="0" y="2554"/>
                    <a:pt x="0" y="6384"/>
                  </a:cubicBezTo>
                  <a:close/>
                </a:path>
              </a:pathLst>
            </a:custGeom>
            <a:solidFill>
              <a:srgbClr val="007680"/>
            </a:solidFill>
            <a:ln w="6390" cap="flat">
              <a:noFill/>
              <a:prstDash val="solid"/>
              <a:miter/>
            </a:ln>
          </p:spPr>
          <p:txBody>
            <a:bodyPr rtlCol="0" anchor="ctr"/>
            <a:lstStyle/>
            <a:p>
              <a:endParaRPr lang="en-US"/>
            </a:p>
          </p:txBody>
        </p:sp>
        <p:sp>
          <p:nvSpPr>
            <p:cNvPr id="1152" name="Graphic 1100">
              <a:extLst>
                <a:ext uri="{FF2B5EF4-FFF2-40B4-BE49-F238E27FC236}">
                  <a16:creationId xmlns:a16="http://schemas.microsoft.com/office/drawing/2014/main" id="{CB6297F6-D8B7-0842-9422-DC12C6B7DFA9}"/>
                </a:ext>
              </a:extLst>
            </p:cNvPr>
            <p:cNvSpPr/>
            <p:nvPr/>
          </p:nvSpPr>
          <p:spPr>
            <a:xfrm>
              <a:off x="1603874" y="3026972"/>
              <a:ext cx="17891" cy="17875"/>
            </a:xfrm>
            <a:custGeom>
              <a:avLst/>
              <a:gdLst>
                <a:gd name="connsiteX0" fmla="*/ 8946 w 17891"/>
                <a:gd name="connsiteY0" fmla="*/ 0 h 17875"/>
                <a:gd name="connsiteX1" fmla="*/ 0 w 17891"/>
                <a:gd name="connsiteY1" fmla="*/ 8938 h 17875"/>
                <a:gd name="connsiteX2" fmla="*/ 8946 w 17891"/>
                <a:gd name="connsiteY2" fmla="*/ 17875 h 17875"/>
                <a:gd name="connsiteX3" fmla="*/ 17892 w 17891"/>
                <a:gd name="connsiteY3" fmla="*/ 8938 h 17875"/>
                <a:gd name="connsiteX4" fmla="*/ 17892 w 17891"/>
                <a:gd name="connsiteY4" fmla="*/ 8938 h 17875"/>
                <a:gd name="connsiteX5" fmla="*/ 8946 w 17891"/>
                <a:gd name="connsiteY5" fmla="*/ 0 h 17875"/>
                <a:gd name="connsiteX6" fmla="*/ 8946 w 17891"/>
                <a:gd name="connsiteY6" fmla="*/ 0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91" h="17875">
                  <a:moveTo>
                    <a:pt x="8946" y="0"/>
                  </a:moveTo>
                  <a:cubicBezTo>
                    <a:pt x="3834" y="0"/>
                    <a:pt x="0" y="3830"/>
                    <a:pt x="0" y="8938"/>
                  </a:cubicBezTo>
                  <a:cubicBezTo>
                    <a:pt x="0" y="14045"/>
                    <a:pt x="3834" y="17875"/>
                    <a:pt x="8946" y="17875"/>
                  </a:cubicBezTo>
                  <a:cubicBezTo>
                    <a:pt x="14058" y="17875"/>
                    <a:pt x="17892" y="14045"/>
                    <a:pt x="17892" y="8938"/>
                  </a:cubicBezTo>
                  <a:cubicBezTo>
                    <a:pt x="17892" y="8938"/>
                    <a:pt x="17892" y="8938"/>
                    <a:pt x="17892" y="8938"/>
                  </a:cubicBezTo>
                  <a:cubicBezTo>
                    <a:pt x="17892" y="3830"/>
                    <a:pt x="14058" y="0"/>
                    <a:pt x="8946" y="0"/>
                  </a:cubicBezTo>
                  <a:lnTo>
                    <a:pt x="8946" y="0"/>
                  </a:lnTo>
                  <a:close/>
                </a:path>
              </a:pathLst>
            </a:custGeom>
            <a:solidFill>
              <a:srgbClr val="007680"/>
            </a:solidFill>
            <a:ln w="6390" cap="flat">
              <a:noFill/>
              <a:prstDash val="solid"/>
              <a:miter/>
            </a:ln>
          </p:spPr>
          <p:txBody>
            <a:bodyPr rtlCol="0" anchor="ctr"/>
            <a:lstStyle/>
            <a:p>
              <a:endParaRPr lang="en-US"/>
            </a:p>
          </p:txBody>
        </p:sp>
        <p:sp>
          <p:nvSpPr>
            <p:cNvPr id="1153" name="Graphic 1100">
              <a:extLst>
                <a:ext uri="{FF2B5EF4-FFF2-40B4-BE49-F238E27FC236}">
                  <a16:creationId xmlns:a16="http://schemas.microsoft.com/office/drawing/2014/main" id="{8575FF28-2A49-DD42-A302-E54AEF949279}"/>
                </a:ext>
              </a:extLst>
            </p:cNvPr>
            <p:cNvSpPr/>
            <p:nvPr/>
          </p:nvSpPr>
          <p:spPr>
            <a:xfrm>
              <a:off x="1631350" y="3026972"/>
              <a:ext cx="17891" cy="17875"/>
            </a:xfrm>
            <a:custGeom>
              <a:avLst/>
              <a:gdLst>
                <a:gd name="connsiteX0" fmla="*/ 8946 w 17891"/>
                <a:gd name="connsiteY0" fmla="*/ 17875 h 17875"/>
                <a:gd name="connsiteX1" fmla="*/ 17892 w 17891"/>
                <a:gd name="connsiteY1" fmla="*/ 8938 h 17875"/>
                <a:gd name="connsiteX2" fmla="*/ 8946 w 17891"/>
                <a:gd name="connsiteY2" fmla="*/ 0 h 17875"/>
                <a:gd name="connsiteX3" fmla="*/ 0 w 17891"/>
                <a:gd name="connsiteY3" fmla="*/ 8938 h 17875"/>
                <a:gd name="connsiteX4" fmla="*/ 8946 w 17891"/>
                <a:gd name="connsiteY4" fmla="*/ 17875 h 17875"/>
                <a:gd name="connsiteX5" fmla="*/ 8946 w 17891"/>
                <a:gd name="connsiteY5" fmla="*/ 17875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1" h="17875">
                  <a:moveTo>
                    <a:pt x="8946" y="17875"/>
                  </a:moveTo>
                  <a:cubicBezTo>
                    <a:pt x="14058" y="17875"/>
                    <a:pt x="17892" y="14045"/>
                    <a:pt x="17892" y="8938"/>
                  </a:cubicBezTo>
                  <a:cubicBezTo>
                    <a:pt x="17892" y="3830"/>
                    <a:pt x="14058" y="0"/>
                    <a:pt x="8946" y="0"/>
                  </a:cubicBezTo>
                  <a:cubicBezTo>
                    <a:pt x="3834" y="0"/>
                    <a:pt x="0" y="3830"/>
                    <a:pt x="0" y="8938"/>
                  </a:cubicBezTo>
                  <a:cubicBezTo>
                    <a:pt x="0" y="14045"/>
                    <a:pt x="4473" y="17875"/>
                    <a:pt x="8946" y="17875"/>
                  </a:cubicBezTo>
                  <a:lnTo>
                    <a:pt x="8946" y="17875"/>
                  </a:lnTo>
                  <a:close/>
                </a:path>
              </a:pathLst>
            </a:custGeom>
            <a:solidFill>
              <a:srgbClr val="007680"/>
            </a:solidFill>
            <a:ln w="6390" cap="flat">
              <a:noFill/>
              <a:prstDash val="solid"/>
              <a:miter/>
            </a:ln>
          </p:spPr>
          <p:txBody>
            <a:bodyPr rtlCol="0" anchor="ctr"/>
            <a:lstStyle/>
            <a:p>
              <a:endParaRPr lang="en-US"/>
            </a:p>
          </p:txBody>
        </p:sp>
        <p:sp>
          <p:nvSpPr>
            <p:cNvPr id="1154" name="Graphic 1100">
              <a:extLst>
                <a:ext uri="{FF2B5EF4-FFF2-40B4-BE49-F238E27FC236}">
                  <a16:creationId xmlns:a16="http://schemas.microsoft.com/office/drawing/2014/main" id="{6F60CD67-4223-014B-AE43-A133DC9ED9EC}"/>
                </a:ext>
              </a:extLst>
            </p:cNvPr>
            <p:cNvSpPr/>
            <p:nvPr/>
          </p:nvSpPr>
          <p:spPr>
            <a:xfrm>
              <a:off x="1659466" y="3026972"/>
              <a:ext cx="17891" cy="17875"/>
            </a:xfrm>
            <a:custGeom>
              <a:avLst/>
              <a:gdLst>
                <a:gd name="connsiteX0" fmla="*/ 8946 w 17891"/>
                <a:gd name="connsiteY0" fmla="*/ 17875 h 17875"/>
                <a:gd name="connsiteX1" fmla="*/ 17892 w 17891"/>
                <a:gd name="connsiteY1" fmla="*/ 8938 h 17875"/>
                <a:gd name="connsiteX2" fmla="*/ 8946 w 17891"/>
                <a:gd name="connsiteY2" fmla="*/ 0 h 17875"/>
                <a:gd name="connsiteX3" fmla="*/ 0 w 17891"/>
                <a:gd name="connsiteY3" fmla="*/ 8938 h 17875"/>
                <a:gd name="connsiteX4" fmla="*/ 0 w 17891"/>
                <a:gd name="connsiteY4" fmla="*/ 8938 h 17875"/>
                <a:gd name="connsiteX5" fmla="*/ 8946 w 17891"/>
                <a:gd name="connsiteY5" fmla="*/ 17875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1" h="17875">
                  <a:moveTo>
                    <a:pt x="8946" y="17875"/>
                  </a:moveTo>
                  <a:cubicBezTo>
                    <a:pt x="14058" y="17875"/>
                    <a:pt x="17892" y="14045"/>
                    <a:pt x="17892" y="8938"/>
                  </a:cubicBezTo>
                  <a:cubicBezTo>
                    <a:pt x="17892" y="3830"/>
                    <a:pt x="14058" y="0"/>
                    <a:pt x="8946" y="0"/>
                  </a:cubicBezTo>
                  <a:cubicBezTo>
                    <a:pt x="3834" y="0"/>
                    <a:pt x="0" y="3830"/>
                    <a:pt x="0" y="8938"/>
                  </a:cubicBezTo>
                  <a:cubicBezTo>
                    <a:pt x="0" y="8938"/>
                    <a:pt x="0" y="8938"/>
                    <a:pt x="0" y="8938"/>
                  </a:cubicBezTo>
                  <a:cubicBezTo>
                    <a:pt x="0" y="14045"/>
                    <a:pt x="3834" y="17875"/>
                    <a:pt x="8946" y="17875"/>
                  </a:cubicBezTo>
                  <a:close/>
                </a:path>
              </a:pathLst>
            </a:custGeom>
            <a:solidFill>
              <a:srgbClr val="007680"/>
            </a:solidFill>
            <a:ln w="6390" cap="flat">
              <a:noFill/>
              <a:prstDash val="solid"/>
              <a:miter/>
            </a:ln>
          </p:spPr>
          <p:txBody>
            <a:bodyPr rtlCol="0" anchor="ctr"/>
            <a:lstStyle/>
            <a:p>
              <a:endParaRPr lang="en-US"/>
            </a:p>
          </p:txBody>
        </p:sp>
        <p:sp>
          <p:nvSpPr>
            <p:cNvPr id="1155" name="Graphic 1100">
              <a:extLst>
                <a:ext uri="{FF2B5EF4-FFF2-40B4-BE49-F238E27FC236}">
                  <a16:creationId xmlns:a16="http://schemas.microsoft.com/office/drawing/2014/main" id="{76969F74-2ECE-4E4D-A21A-EB1DA55AF745}"/>
                </a:ext>
              </a:extLst>
            </p:cNvPr>
            <p:cNvSpPr/>
            <p:nvPr/>
          </p:nvSpPr>
          <p:spPr>
            <a:xfrm>
              <a:off x="1741896" y="3026972"/>
              <a:ext cx="17891" cy="17875"/>
            </a:xfrm>
            <a:custGeom>
              <a:avLst/>
              <a:gdLst>
                <a:gd name="connsiteX0" fmla="*/ 8946 w 17891"/>
                <a:gd name="connsiteY0" fmla="*/ 17875 h 17875"/>
                <a:gd name="connsiteX1" fmla="*/ 17892 w 17891"/>
                <a:gd name="connsiteY1" fmla="*/ 8938 h 17875"/>
                <a:gd name="connsiteX2" fmla="*/ 8946 w 17891"/>
                <a:gd name="connsiteY2" fmla="*/ 0 h 17875"/>
                <a:gd name="connsiteX3" fmla="*/ 0 w 17891"/>
                <a:gd name="connsiteY3" fmla="*/ 8938 h 17875"/>
                <a:gd name="connsiteX4" fmla="*/ 0 w 17891"/>
                <a:gd name="connsiteY4" fmla="*/ 8938 h 17875"/>
                <a:gd name="connsiteX5" fmla="*/ 8946 w 17891"/>
                <a:gd name="connsiteY5" fmla="*/ 17875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1" h="17875">
                  <a:moveTo>
                    <a:pt x="8946" y="17875"/>
                  </a:moveTo>
                  <a:cubicBezTo>
                    <a:pt x="14058" y="17875"/>
                    <a:pt x="17892" y="14045"/>
                    <a:pt x="17892" y="8938"/>
                  </a:cubicBezTo>
                  <a:cubicBezTo>
                    <a:pt x="17892" y="3830"/>
                    <a:pt x="14058" y="0"/>
                    <a:pt x="8946" y="0"/>
                  </a:cubicBezTo>
                  <a:cubicBezTo>
                    <a:pt x="3834" y="0"/>
                    <a:pt x="0" y="3830"/>
                    <a:pt x="0" y="8938"/>
                  </a:cubicBezTo>
                  <a:cubicBezTo>
                    <a:pt x="0" y="8938"/>
                    <a:pt x="0" y="8938"/>
                    <a:pt x="0" y="8938"/>
                  </a:cubicBezTo>
                  <a:cubicBezTo>
                    <a:pt x="0" y="14045"/>
                    <a:pt x="3834" y="17875"/>
                    <a:pt x="8946" y="17875"/>
                  </a:cubicBezTo>
                  <a:close/>
                </a:path>
              </a:pathLst>
            </a:custGeom>
            <a:solidFill>
              <a:srgbClr val="007680"/>
            </a:solidFill>
            <a:ln w="6390" cap="flat">
              <a:noFill/>
              <a:prstDash val="solid"/>
              <a:miter/>
            </a:ln>
          </p:spPr>
          <p:txBody>
            <a:bodyPr rtlCol="0" anchor="ctr"/>
            <a:lstStyle/>
            <a:p>
              <a:endParaRPr lang="en-US"/>
            </a:p>
          </p:txBody>
        </p:sp>
        <p:sp>
          <p:nvSpPr>
            <p:cNvPr id="1156" name="Graphic 1100">
              <a:extLst>
                <a:ext uri="{FF2B5EF4-FFF2-40B4-BE49-F238E27FC236}">
                  <a16:creationId xmlns:a16="http://schemas.microsoft.com/office/drawing/2014/main" id="{7004501B-B641-284D-AE84-4419501E8216}"/>
                </a:ext>
              </a:extLst>
            </p:cNvPr>
            <p:cNvSpPr/>
            <p:nvPr/>
          </p:nvSpPr>
          <p:spPr>
            <a:xfrm>
              <a:off x="1686943" y="3026972"/>
              <a:ext cx="17891" cy="17875"/>
            </a:xfrm>
            <a:custGeom>
              <a:avLst/>
              <a:gdLst>
                <a:gd name="connsiteX0" fmla="*/ 0 w 17891"/>
                <a:gd name="connsiteY0" fmla="*/ 8938 h 17875"/>
                <a:gd name="connsiteX1" fmla="*/ 8946 w 17891"/>
                <a:gd name="connsiteY1" fmla="*/ 17875 h 17875"/>
                <a:gd name="connsiteX2" fmla="*/ 17892 w 17891"/>
                <a:gd name="connsiteY2" fmla="*/ 8938 h 17875"/>
                <a:gd name="connsiteX3" fmla="*/ 8946 w 17891"/>
                <a:gd name="connsiteY3" fmla="*/ 0 h 17875"/>
                <a:gd name="connsiteX4" fmla="*/ 0 w 17891"/>
                <a:gd name="connsiteY4" fmla="*/ 8938 h 17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91" h="17875">
                  <a:moveTo>
                    <a:pt x="0" y="8938"/>
                  </a:moveTo>
                  <a:cubicBezTo>
                    <a:pt x="0" y="14045"/>
                    <a:pt x="3834" y="17875"/>
                    <a:pt x="8946" y="17875"/>
                  </a:cubicBezTo>
                  <a:cubicBezTo>
                    <a:pt x="14058" y="17875"/>
                    <a:pt x="17892" y="14045"/>
                    <a:pt x="17892" y="8938"/>
                  </a:cubicBezTo>
                  <a:cubicBezTo>
                    <a:pt x="17892" y="3830"/>
                    <a:pt x="14058" y="0"/>
                    <a:pt x="8946" y="0"/>
                  </a:cubicBezTo>
                  <a:cubicBezTo>
                    <a:pt x="3834" y="0"/>
                    <a:pt x="0" y="3830"/>
                    <a:pt x="0" y="8938"/>
                  </a:cubicBezTo>
                  <a:close/>
                </a:path>
              </a:pathLst>
            </a:custGeom>
            <a:solidFill>
              <a:srgbClr val="007680"/>
            </a:solidFill>
            <a:ln w="6390" cap="flat">
              <a:noFill/>
              <a:prstDash val="solid"/>
              <a:miter/>
            </a:ln>
          </p:spPr>
          <p:txBody>
            <a:bodyPr rtlCol="0" anchor="ctr"/>
            <a:lstStyle/>
            <a:p>
              <a:endParaRPr lang="en-US"/>
            </a:p>
          </p:txBody>
        </p:sp>
        <p:sp>
          <p:nvSpPr>
            <p:cNvPr id="1157" name="Graphic 1100">
              <a:extLst>
                <a:ext uri="{FF2B5EF4-FFF2-40B4-BE49-F238E27FC236}">
                  <a16:creationId xmlns:a16="http://schemas.microsoft.com/office/drawing/2014/main" id="{7160A093-17CF-B34E-BE8E-E06322018EF7}"/>
                </a:ext>
              </a:extLst>
            </p:cNvPr>
            <p:cNvSpPr/>
            <p:nvPr/>
          </p:nvSpPr>
          <p:spPr>
            <a:xfrm>
              <a:off x="1714420" y="3026972"/>
              <a:ext cx="17891" cy="17875"/>
            </a:xfrm>
            <a:custGeom>
              <a:avLst/>
              <a:gdLst>
                <a:gd name="connsiteX0" fmla="*/ 8946 w 17891"/>
                <a:gd name="connsiteY0" fmla="*/ 17875 h 17875"/>
                <a:gd name="connsiteX1" fmla="*/ 17892 w 17891"/>
                <a:gd name="connsiteY1" fmla="*/ 8938 h 17875"/>
                <a:gd name="connsiteX2" fmla="*/ 8946 w 17891"/>
                <a:gd name="connsiteY2" fmla="*/ 0 h 17875"/>
                <a:gd name="connsiteX3" fmla="*/ 0 w 17891"/>
                <a:gd name="connsiteY3" fmla="*/ 8938 h 17875"/>
                <a:gd name="connsiteX4" fmla="*/ 8946 w 17891"/>
                <a:gd name="connsiteY4" fmla="*/ 17875 h 17875"/>
                <a:gd name="connsiteX5" fmla="*/ 8946 w 17891"/>
                <a:gd name="connsiteY5" fmla="*/ 17875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1" h="17875">
                  <a:moveTo>
                    <a:pt x="8946" y="17875"/>
                  </a:moveTo>
                  <a:cubicBezTo>
                    <a:pt x="14058" y="17875"/>
                    <a:pt x="17892" y="14045"/>
                    <a:pt x="17892" y="8938"/>
                  </a:cubicBezTo>
                  <a:cubicBezTo>
                    <a:pt x="17892" y="3830"/>
                    <a:pt x="14058" y="0"/>
                    <a:pt x="8946" y="0"/>
                  </a:cubicBezTo>
                  <a:cubicBezTo>
                    <a:pt x="3834" y="0"/>
                    <a:pt x="0" y="3830"/>
                    <a:pt x="0" y="8938"/>
                  </a:cubicBezTo>
                  <a:cubicBezTo>
                    <a:pt x="0" y="14045"/>
                    <a:pt x="3834" y="17875"/>
                    <a:pt x="8946" y="17875"/>
                  </a:cubicBezTo>
                  <a:lnTo>
                    <a:pt x="8946" y="17875"/>
                  </a:lnTo>
                  <a:close/>
                </a:path>
              </a:pathLst>
            </a:custGeom>
            <a:solidFill>
              <a:srgbClr val="007680"/>
            </a:solidFill>
            <a:ln w="6390" cap="flat">
              <a:noFill/>
              <a:prstDash val="solid"/>
              <a:miter/>
            </a:ln>
          </p:spPr>
          <p:txBody>
            <a:bodyPr rtlCol="0" anchor="ctr"/>
            <a:lstStyle/>
            <a:p>
              <a:endParaRPr lang="en-US"/>
            </a:p>
          </p:txBody>
        </p:sp>
        <p:sp>
          <p:nvSpPr>
            <p:cNvPr id="1158" name="Graphic 1100">
              <a:extLst>
                <a:ext uri="{FF2B5EF4-FFF2-40B4-BE49-F238E27FC236}">
                  <a16:creationId xmlns:a16="http://schemas.microsoft.com/office/drawing/2014/main" id="{9C78A434-3470-BC49-B919-2C0B27B207A5}"/>
                </a:ext>
              </a:extLst>
            </p:cNvPr>
            <p:cNvSpPr/>
            <p:nvPr/>
          </p:nvSpPr>
          <p:spPr>
            <a:xfrm>
              <a:off x="1770012" y="3026272"/>
              <a:ext cx="18591" cy="18574"/>
            </a:xfrm>
            <a:custGeom>
              <a:avLst/>
              <a:gdLst>
                <a:gd name="connsiteX0" fmla="*/ 8946 w 18591"/>
                <a:gd name="connsiteY0" fmla="*/ 18575 h 18574"/>
                <a:gd name="connsiteX1" fmla="*/ 18531 w 18591"/>
                <a:gd name="connsiteY1" fmla="*/ 9637 h 18574"/>
                <a:gd name="connsiteX2" fmla="*/ 9585 w 18591"/>
                <a:gd name="connsiteY2" fmla="*/ 61 h 18574"/>
                <a:gd name="connsiteX3" fmla="*/ 0 w 18591"/>
                <a:gd name="connsiteY3" fmla="*/ 8999 h 18574"/>
                <a:gd name="connsiteX4" fmla="*/ 0 w 18591"/>
                <a:gd name="connsiteY4" fmla="*/ 8999 h 18574"/>
                <a:gd name="connsiteX5" fmla="*/ 8946 w 18591"/>
                <a:gd name="connsiteY5" fmla="*/ 18575 h 18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591" h="18574">
                  <a:moveTo>
                    <a:pt x="8946" y="18575"/>
                  </a:moveTo>
                  <a:cubicBezTo>
                    <a:pt x="14058" y="18575"/>
                    <a:pt x="17892" y="14744"/>
                    <a:pt x="18531" y="9637"/>
                  </a:cubicBezTo>
                  <a:cubicBezTo>
                    <a:pt x="19170" y="4530"/>
                    <a:pt x="14697" y="699"/>
                    <a:pt x="9585" y="61"/>
                  </a:cubicBezTo>
                  <a:cubicBezTo>
                    <a:pt x="4473" y="-577"/>
                    <a:pt x="639" y="3891"/>
                    <a:pt x="0" y="8999"/>
                  </a:cubicBezTo>
                  <a:cubicBezTo>
                    <a:pt x="0" y="8999"/>
                    <a:pt x="0" y="8999"/>
                    <a:pt x="0" y="8999"/>
                  </a:cubicBezTo>
                  <a:cubicBezTo>
                    <a:pt x="0" y="14744"/>
                    <a:pt x="3834" y="18575"/>
                    <a:pt x="8946" y="18575"/>
                  </a:cubicBezTo>
                  <a:close/>
                </a:path>
              </a:pathLst>
            </a:custGeom>
            <a:solidFill>
              <a:srgbClr val="007680"/>
            </a:solidFill>
            <a:ln w="6390" cap="flat">
              <a:noFill/>
              <a:prstDash val="solid"/>
              <a:miter/>
            </a:ln>
          </p:spPr>
          <p:txBody>
            <a:bodyPr rtlCol="0" anchor="ctr"/>
            <a:lstStyle/>
            <a:p>
              <a:endParaRPr lang="en-US"/>
            </a:p>
          </p:txBody>
        </p:sp>
        <p:sp>
          <p:nvSpPr>
            <p:cNvPr id="1159" name="Graphic 1100">
              <a:extLst>
                <a:ext uri="{FF2B5EF4-FFF2-40B4-BE49-F238E27FC236}">
                  <a16:creationId xmlns:a16="http://schemas.microsoft.com/office/drawing/2014/main" id="{246D3D96-F2AC-6E4F-80DB-E25E8EFEC762}"/>
                </a:ext>
              </a:extLst>
            </p:cNvPr>
            <p:cNvSpPr/>
            <p:nvPr/>
          </p:nvSpPr>
          <p:spPr>
            <a:xfrm>
              <a:off x="1603874" y="3051869"/>
              <a:ext cx="17891" cy="17875"/>
            </a:xfrm>
            <a:custGeom>
              <a:avLst/>
              <a:gdLst>
                <a:gd name="connsiteX0" fmla="*/ 8946 w 17891"/>
                <a:gd name="connsiteY0" fmla="*/ 0 h 17875"/>
                <a:gd name="connsiteX1" fmla="*/ 0 w 17891"/>
                <a:gd name="connsiteY1" fmla="*/ 8938 h 17875"/>
                <a:gd name="connsiteX2" fmla="*/ 8946 w 17891"/>
                <a:gd name="connsiteY2" fmla="*/ 17875 h 17875"/>
                <a:gd name="connsiteX3" fmla="*/ 17892 w 17891"/>
                <a:gd name="connsiteY3" fmla="*/ 8938 h 17875"/>
                <a:gd name="connsiteX4" fmla="*/ 8946 w 17891"/>
                <a:gd name="connsiteY4" fmla="*/ 0 h 17875"/>
                <a:gd name="connsiteX5" fmla="*/ 8946 w 17891"/>
                <a:gd name="connsiteY5" fmla="*/ 0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1" h="17875">
                  <a:moveTo>
                    <a:pt x="8946" y="0"/>
                  </a:moveTo>
                  <a:cubicBezTo>
                    <a:pt x="3834" y="0"/>
                    <a:pt x="0" y="3830"/>
                    <a:pt x="0" y="8938"/>
                  </a:cubicBezTo>
                  <a:cubicBezTo>
                    <a:pt x="0" y="14045"/>
                    <a:pt x="3834" y="17875"/>
                    <a:pt x="8946" y="17875"/>
                  </a:cubicBezTo>
                  <a:cubicBezTo>
                    <a:pt x="14058" y="17875"/>
                    <a:pt x="17892" y="14045"/>
                    <a:pt x="17892" y="8938"/>
                  </a:cubicBezTo>
                  <a:cubicBezTo>
                    <a:pt x="17892" y="3830"/>
                    <a:pt x="14058" y="0"/>
                    <a:pt x="8946" y="0"/>
                  </a:cubicBezTo>
                  <a:lnTo>
                    <a:pt x="8946" y="0"/>
                  </a:lnTo>
                  <a:close/>
                </a:path>
              </a:pathLst>
            </a:custGeom>
            <a:solidFill>
              <a:srgbClr val="007680"/>
            </a:solidFill>
            <a:ln w="6390" cap="flat">
              <a:noFill/>
              <a:prstDash val="solid"/>
              <a:miter/>
            </a:ln>
          </p:spPr>
          <p:txBody>
            <a:bodyPr rtlCol="0" anchor="ctr"/>
            <a:lstStyle/>
            <a:p>
              <a:endParaRPr lang="en-US"/>
            </a:p>
          </p:txBody>
        </p:sp>
        <p:sp>
          <p:nvSpPr>
            <p:cNvPr id="1160" name="Graphic 1100">
              <a:extLst>
                <a:ext uri="{FF2B5EF4-FFF2-40B4-BE49-F238E27FC236}">
                  <a16:creationId xmlns:a16="http://schemas.microsoft.com/office/drawing/2014/main" id="{F648A8F4-46DB-EF47-B73A-215AF1D48B07}"/>
                </a:ext>
              </a:extLst>
            </p:cNvPr>
            <p:cNvSpPr/>
            <p:nvPr/>
          </p:nvSpPr>
          <p:spPr>
            <a:xfrm>
              <a:off x="1603874" y="3076767"/>
              <a:ext cx="17891" cy="17875"/>
            </a:xfrm>
            <a:custGeom>
              <a:avLst/>
              <a:gdLst>
                <a:gd name="connsiteX0" fmla="*/ 8946 w 17891"/>
                <a:gd name="connsiteY0" fmla="*/ 0 h 17875"/>
                <a:gd name="connsiteX1" fmla="*/ 0 w 17891"/>
                <a:gd name="connsiteY1" fmla="*/ 8938 h 17875"/>
                <a:gd name="connsiteX2" fmla="*/ 8946 w 17891"/>
                <a:gd name="connsiteY2" fmla="*/ 17875 h 17875"/>
                <a:gd name="connsiteX3" fmla="*/ 17892 w 17891"/>
                <a:gd name="connsiteY3" fmla="*/ 8938 h 17875"/>
                <a:gd name="connsiteX4" fmla="*/ 17892 w 17891"/>
                <a:gd name="connsiteY4" fmla="*/ 8938 h 17875"/>
                <a:gd name="connsiteX5" fmla="*/ 8946 w 17891"/>
                <a:gd name="connsiteY5" fmla="*/ 0 h 17875"/>
                <a:gd name="connsiteX6" fmla="*/ 8946 w 17891"/>
                <a:gd name="connsiteY6" fmla="*/ 0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91" h="17875">
                  <a:moveTo>
                    <a:pt x="8946" y="0"/>
                  </a:moveTo>
                  <a:cubicBezTo>
                    <a:pt x="3834" y="0"/>
                    <a:pt x="0" y="3830"/>
                    <a:pt x="0" y="8938"/>
                  </a:cubicBezTo>
                  <a:cubicBezTo>
                    <a:pt x="0" y="14045"/>
                    <a:pt x="3834" y="17875"/>
                    <a:pt x="8946" y="17875"/>
                  </a:cubicBezTo>
                  <a:cubicBezTo>
                    <a:pt x="14058" y="17875"/>
                    <a:pt x="17892" y="14045"/>
                    <a:pt x="17892" y="8938"/>
                  </a:cubicBezTo>
                  <a:cubicBezTo>
                    <a:pt x="17892" y="8938"/>
                    <a:pt x="17892" y="8938"/>
                    <a:pt x="17892" y="8938"/>
                  </a:cubicBezTo>
                  <a:cubicBezTo>
                    <a:pt x="17892" y="3830"/>
                    <a:pt x="14058" y="0"/>
                    <a:pt x="8946" y="0"/>
                  </a:cubicBezTo>
                  <a:lnTo>
                    <a:pt x="8946" y="0"/>
                  </a:lnTo>
                  <a:close/>
                </a:path>
              </a:pathLst>
            </a:custGeom>
            <a:solidFill>
              <a:srgbClr val="007680"/>
            </a:solidFill>
            <a:ln w="6390" cap="flat">
              <a:noFill/>
              <a:prstDash val="solid"/>
              <a:miter/>
            </a:ln>
          </p:spPr>
          <p:txBody>
            <a:bodyPr rtlCol="0" anchor="ctr"/>
            <a:lstStyle/>
            <a:p>
              <a:endParaRPr lang="en-US"/>
            </a:p>
          </p:txBody>
        </p:sp>
        <p:sp>
          <p:nvSpPr>
            <p:cNvPr id="1161" name="Graphic 1100">
              <a:extLst>
                <a:ext uri="{FF2B5EF4-FFF2-40B4-BE49-F238E27FC236}">
                  <a16:creationId xmlns:a16="http://schemas.microsoft.com/office/drawing/2014/main" id="{2415BBFF-7F04-D44C-ABE6-C7FEC9DDD382}"/>
                </a:ext>
              </a:extLst>
            </p:cNvPr>
            <p:cNvSpPr/>
            <p:nvPr/>
          </p:nvSpPr>
          <p:spPr>
            <a:xfrm>
              <a:off x="1631350" y="3051869"/>
              <a:ext cx="17891" cy="17875"/>
            </a:xfrm>
            <a:custGeom>
              <a:avLst/>
              <a:gdLst>
                <a:gd name="connsiteX0" fmla="*/ 17892 w 17891"/>
                <a:gd name="connsiteY0" fmla="*/ 8938 h 17875"/>
                <a:gd name="connsiteX1" fmla="*/ 8946 w 17891"/>
                <a:gd name="connsiteY1" fmla="*/ 0 h 17875"/>
                <a:gd name="connsiteX2" fmla="*/ 0 w 17891"/>
                <a:gd name="connsiteY2" fmla="*/ 8938 h 17875"/>
                <a:gd name="connsiteX3" fmla="*/ 8946 w 17891"/>
                <a:gd name="connsiteY3" fmla="*/ 17875 h 17875"/>
                <a:gd name="connsiteX4" fmla="*/ 8946 w 17891"/>
                <a:gd name="connsiteY4" fmla="*/ 17875 h 17875"/>
                <a:gd name="connsiteX5" fmla="*/ 17892 w 17891"/>
                <a:gd name="connsiteY5" fmla="*/ 8938 h 17875"/>
                <a:gd name="connsiteX6" fmla="*/ 17892 w 17891"/>
                <a:gd name="connsiteY6" fmla="*/ 8938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91" h="17875">
                  <a:moveTo>
                    <a:pt x="17892" y="8938"/>
                  </a:moveTo>
                  <a:cubicBezTo>
                    <a:pt x="17892" y="3830"/>
                    <a:pt x="14058" y="0"/>
                    <a:pt x="8946" y="0"/>
                  </a:cubicBezTo>
                  <a:cubicBezTo>
                    <a:pt x="3834" y="0"/>
                    <a:pt x="0" y="3830"/>
                    <a:pt x="0" y="8938"/>
                  </a:cubicBezTo>
                  <a:cubicBezTo>
                    <a:pt x="0" y="14045"/>
                    <a:pt x="3834" y="17875"/>
                    <a:pt x="8946" y="17875"/>
                  </a:cubicBezTo>
                  <a:cubicBezTo>
                    <a:pt x="8946" y="17875"/>
                    <a:pt x="8946" y="17875"/>
                    <a:pt x="8946" y="17875"/>
                  </a:cubicBezTo>
                  <a:cubicBezTo>
                    <a:pt x="14058" y="17875"/>
                    <a:pt x="17892" y="14045"/>
                    <a:pt x="17892" y="8938"/>
                  </a:cubicBezTo>
                  <a:lnTo>
                    <a:pt x="17892" y="8938"/>
                  </a:lnTo>
                  <a:close/>
                </a:path>
              </a:pathLst>
            </a:custGeom>
            <a:solidFill>
              <a:srgbClr val="007680"/>
            </a:solidFill>
            <a:ln w="6390" cap="flat">
              <a:noFill/>
              <a:prstDash val="solid"/>
              <a:miter/>
            </a:ln>
          </p:spPr>
          <p:txBody>
            <a:bodyPr rtlCol="0" anchor="ctr"/>
            <a:lstStyle/>
            <a:p>
              <a:endParaRPr lang="en-US"/>
            </a:p>
          </p:txBody>
        </p:sp>
        <p:sp>
          <p:nvSpPr>
            <p:cNvPr id="1162" name="Graphic 1100">
              <a:extLst>
                <a:ext uri="{FF2B5EF4-FFF2-40B4-BE49-F238E27FC236}">
                  <a16:creationId xmlns:a16="http://schemas.microsoft.com/office/drawing/2014/main" id="{FA258698-80AB-D04C-9D41-0263AC85F086}"/>
                </a:ext>
              </a:extLst>
            </p:cNvPr>
            <p:cNvSpPr/>
            <p:nvPr/>
          </p:nvSpPr>
          <p:spPr>
            <a:xfrm>
              <a:off x="1659466" y="3051869"/>
              <a:ext cx="17891" cy="17875"/>
            </a:xfrm>
            <a:custGeom>
              <a:avLst/>
              <a:gdLst>
                <a:gd name="connsiteX0" fmla="*/ 8946 w 17891"/>
                <a:gd name="connsiteY0" fmla="*/ 17875 h 17875"/>
                <a:gd name="connsiteX1" fmla="*/ 17892 w 17891"/>
                <a:gd name="connsiteY1" fmla="*/ 8938 h 17875"/>
                <a:gd name="connsiteX2" fmla="*/ 8946 w 17891"/>
                <a:gd name="connsiteY2" fmla="*/ 0 h 17875"/>
                <a:gd name="connsiteX3" fmla="*/ 0 w 17891"/>
                <a:gd name="connsiteY3" fmla="*/ 8938 h 17875"/>
                <a:gd name="connsiteX4" fmla="*/ 8946 w 17891"/>
                <a:gd name="connsiteY4" fmla="*/ 17875 h 17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91" h="17875">
                  <a:moveTo>
                    <a:pt x="8946" y="17875"/>
                  </a:moveTo>
                  <a:cubicBezTo>
                    <a:pt x="14058" y="17875"/>
                    <a:pt x="17892" y="14045"/>
                    <a:pt x="17892" y="8938"/>
                  </a:cubicBezTo>
                  <a:cubicBezTo>
                    <a:pt x="17892" y="3830"/>
                    <a:pt x="14058" y="0"/>
                    <a:pt x="8946" y="0"/>
                  </a:cubicBezTo>
                  <a:cubicBezTo>
                    <a:pt x="3834" y="0"/>
                    <a:pt x="0" y="3830"/>
                    <a:pt x="0" y="8938"/>
                  </a:cubicBezTo>
                  <a:cubicBezTo>
                    <a:pt x="0" y="14045"/>
                    <a:pt x="3834" y="17875"/>
                    <a:pt x="8946" y="17875"/>
                  </a:cubicBezTo>
                  <a:close/>
                </a:path>
              </a:pathLst>
            </a:custGeom>
            <a:solidFill>
              <a:srgbClr val="007680"/>
            </a:solidFill>
            <a:ln w="6390" cap="flat">
              <a:noFill/>
              <a:prstDash val="solid"/>
              <a:miter/>
            </a:ln>
          </p:spPr>
          <p:txBody>
            <a:bodyPr rtlCol="0" anchor="ctr"/>
            <a:lstStyle/>
            <a:p>
              <a:endParaRPr lang="en-US"/>
            </a:p>
          </p:txBody>
        </p:sp>
        <p:sp>
          <p:nvSpPr>
            <p:cNvPr id="1163" name="Graphic 1100">
              <a:extLst>
                <a:ext uri="{FF2B5EF4-FFF2-40B4-BE49-F238E27FC236}">
                  <a16:creationId xmlns:a16="http://schemas.microsoft.com/office/drawing/2014/main" id="{F048F726-620F-174A-82A3-5B50EA055292}"/>
                </a:ext>
              </a:extLst>
            </p:cNvPr>
            <p:cNvSpPr/>
            <p:nvPr/>
          </p:nvSpPr>
          <p:spPr>
            <a:xfrm>
              <a:off x="1741896" y="3051869"/>
              <a:ext cx="17891" cy="17875"/>
            </a:xfrm>
            <a:custGeom>
              <a:avLst/>
              <a:gdLst>
                <a:gd name="connsiteX0" fmla="*/ 8946 w 17891"/>
                <a:gd name="connsiteY0" fmla="*/ 17875 h 17875"/>
                <a:gd name="connsiteX1" fmla="*/ 17892 w 17891"/>
                <a:gd name="connsiteY1" fmla="*/ 8938 h 17875"/>
                <a:gd name="connsiteX2" fmla="*/ 8946 w 17891"/>
                <a:gd name="connsiteY2" fmla="*/ 0 h 17875"/>
                <a:gd name="connsiteX3" fmla="*/ 0 w 17891"/>
                <a:gd name="connsiteY3" fmla="*/ 8938 h 17875"/>
                <a:gd name="connsiteX4" fmla="*/ 8946 w 17891"/>
                <a:gd name="connsiteY4" fmla="*/ 17875 h 17875"/>
                <a:gd name="connsiteX5" fmla="*/ 8946 w 17891"/>
                <a:gd name="connsiteY5" fmla="*/ 17875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1" h="17875">
                  <a:moveTo>
                    <a:pt x="8946" y="17875"/>
                  </a:moveTo>
                  <a:cubicBezTo>
                    <a:pt x="14058" y="17875"/>
                    <a:pt x="17892" y="14045"/>
                    <a:pt x="17892" y="8938"/>
                  </a:cubicBezTo>
                  <a:cubicBezTo>
                    <a:pt x="17892" y="3830"/>
                    <a:pt x="14058" y="0"/>
                    <a:pt x="8946" y="0"/>
                  </a:cubicBezTo>
                  <a:cubicBezTo>
                    <a:pt x="3834" y="0"/>
                    <a:pt x="0" y="3830"/>
                    <a:pt x="0" y="8938"/>
                  </a:cubicBezTo>
                  <a:cubicBezTo>
                    <a:pt x="0" y="14045"/>
                    <a:pt x="3834" y="17875"/>
                    <a:pt x="8946" y="17875"/>
                  </a:cubicBezTo>
                  <a:lnTo>
                    <a:pt x="8946" y="17875"/>
                  </a:lnTo>
                  <a:close/>
                </a:path>
              </a:pathLst>
            </a:custGeom>
            <a:solidFill>
              <a:srgbClr val="007680"/>
            </a:solidFill>
            <a:ln w="6390" cap="flat">
              <a:noFill/>
              <a:prstDash val="solid"/>
              <a:miter/>
            </a:ln>
          </p:spPr>
          <p:txBody>
            <a:bodyPr rtlCol="0" anchor="ctr"/>
            <a:lstStyle/>
            <a:p>
              <a:endParaRPr lang="en-US"/>
            </a:p>
          </p:txBody>
        </p:sp>
        <p:sp>
          <p:nvSpPr>
            <p:cNvPr id="1164" name="Graphic 1100">
              <a:extLst>
                <a:ext uri="{FF2B5EF4-FFF2-40B4-BE49-F238E27FC236}">
                  <a16:creationId xmlns:a16="http://schemas.microsoft.com/office/drawing/2014/main" id="{7A01AF92-FEFF-5A46-B5FD-A57DDDDA1A67}"/>
                </a:ext>
              </a:extLst>
            </p:cNvPr>
            <p:cNvSpPr/>
            <p:nvPr/>
          </p:nvSpPr>
          <p:spPr>
            <a:xfrm>
              <a:off x="1686943" y="3051869"/>
              <a:ext cx="17891" cy="17875"/>
            </a:xfrm>
            <a:custGeom>
              <a:avLst/>
              <a:gdLst>
                <a:gd name="connsiteX0" fmla="*/ 17892 w 17891"/>
                <a:gd name="connsiteY0" fmla="*/ 8938 h 17875"/>
                <a:gd name="connsiteX1" fmla="*/ 8946 w 17891"/>
                <a:gd name="connsiteY1" fmla="*/ 0 h 17875"/>
                <a:gd name="connsiteX2" fmla="*/ 0 w 17891"/>
                <a:gd name="connsiteY2" fmla="*/ 8938 h 17875"/>
                <a:gd name="connsiteX3" fmla="*/ 8946 w 17891"/>
                <a:gd name="connsiteY3" fmla="*/ 17875 h 17875"/>
                <a:gd name="connsiteX4" fmla="*/ 17892 w 17891"/>
                <a:gd name="connsiteY4" fmla="*/ 8938 h 17875"/>
                <a:gd name="connsiteX5" fmla="*/ 17892 w 17891"/>
                <a:gd name="connsiteY5" fmla="*/ 8938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1" h="17875">
                  <a:moveTo>
                    <a:pt x="17892" y="8938"/>
                  </a:moveTo>
                  <a:cubicBezTo>
                    <a:pt x="17892" y="3830"/>
                    <a:pt x="14058" y="0"/>
                    <a:pt x="8946" y="0"/>
                  </a:cubicBezTo>
                  <a:cubicBezTo>
                    <a:pt x="3834" y="0"/>
                    <a:pt x="0" y="3830"/>
                    <a:pt x="0" y="8938"/>
                  </a:cubicBezTo>
                  <a:cubicBezTo>
                    <a:pt x="0" y="14045"/>
                    <a:pt x="3834" y="17875"/>
                    <a:pt x="8946" y="17875"/>
                  </a:cubicBezTo>
                  <a:cubicBezTo>
                    <a:pt x="14058" y="17875"/>
                    <a:pt x="17892" y="14045"/>
                    <a:pt x="17892" y="8938"/>
                  </a:cubicBezTo>
                  <a:lnTo>
                    <a:pt x="17892" y="8938"/>
                  </a:lnTo>
                  <a:close/>
                </a:path>
              </a:pathLst>
            </a:custGeom>
            <a:solidFill>
              <a:srgbClr val="007680"/>
            </a:solidFill>
            <a:ln w="6390" cap="flat">
              <a:noFill/>
              <a:prstDash val="solid"/>
              <a:miter/>
            </a:ln>
          </p:spPr>
          <p:txBody>
            <a:bodyPr rtlCol="0" anchor="ctr"/>
            <a:lstStyle/>
            <a:p>
              <a:endParaRPr lang="en-US"/>
            </a:p>
          </p:txBody>
        </p:sp>
        <p:sp>
          <p:nvSpPr>
            <p:cNvPr id="1165" name="Graphic 1100">
              <a:extLst>
                <a:ext uri="{FF2B5EF4-FFF2-40B4-BE49-F238E27FC236}">
                  <a16:creationId xmlns:a16="http://schemas.microsoft.com/office/drawing/2014/main" id="{B15253CF-6301-5147-B8F4-39FCD04A2C51}"/>
                </a:ext>
              </a:extLst>
            </p:cNvPr>
            <p:cNvSpPr/>
            <p:nvPr/>
          </p:nvSpPr>
          <p:spPr>
            <a:xfrm>
              <a:off x="1714420" y="3051869"/>
              <a:ext cx="17891" cy="17875"/>
            </a:xfrm>
            <a:custGeom>
              <a:avLst/>
              <a:gdLst>
                <a:gd name="connsiteX0" fmla="*/ 8946 w 17891"/>
                <a:gd name="connsiteY0" fmla="*/ 17875 h 17875"/>
                <a:gd name="connsiteX1" fmla="*/ 17892 w 17891"/>
                <a:gd name="connsiteY1" fmla="*/ 8938 h 17875"/>
                <a:gd name="connsiteX2" fmla="*/ 8946 w 17891"/>
                <a:gd name="connsiteY2" fmla="*/ 0 h 17875"/>
                <a:gd name="connsiteX3" fmla="*/ 0 w 17891"/>
                <a:gd name="connsiteY3" fmla="*/ 8938 h 17875"/>
                <a:gd name="connsiteX4" fmla="*/ 8946 w 17891"/>
                <a:gd name="connsiteY4" fmla="*/ 17875 h 17875"/>
                <a:gd name="connsiteX5" fmla="*/ 8946 w 17891"/>
                <a:gd name="connsiteY5" fmla="*/ 17875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1" h="17875">
                  <a:moveTo>
                    <a:pt x="8946" y="17875"/>
                  </a:moveTo>
                  <a:cubicBezTo>
                    <a:pt x="14058" y="17875"/>
                    <a:pt x="17892" y="14045"/>
                    <a:pt x="17892" y="8938"/>
                  </a:cubicBezTo>
                  <a:cubicBezTo>
                    <a:pt x="17892" y="3830"/>
                    <a:pt x="14058" y="0"/>
                    <a:pt x="8946" y="0"/>
                  </a:cubicBezTo>
                  <a:cubicBezTo>
                    <a:pt x="3834" y="0"/>
                    <a:pt x="0" y="3830"/>
                    <a:pt x="0" y="8938"/>
                  </a:cubicBezTo>
                  <a:cubicBezTo>
                    <a:pt x="0" y="14045"/>
                    <a:pt x="3834" y="17875"/>
                    <a:pt x="8946" y="17875"/>
                  </a:cubicBezTo>
                  <a:cubicBezTo>
                    <a:pt x="8946" y="17875"/>
                    <a:pt x="8946" y="17875"/>
                    <a:pt x="8946" y="17875"/>
                  </a:cubicBezTo>
                  <a:close/>
                </a:path>
              </a:pathLst>
            </a:custGeom>
            <a:solidFill>
              <a:srgbClr val="007680"/>
            </a:solidFill>
            <a:ln w="6390" cap="flat">
              <a:noFill/>
              <a:prstDash val="solid"/>
              <a:miter/>
            </a:ln>
          </p:spPr>
          <p:txBody>
            <a:bodyPr rtlCol="0" anchor="ctr"/>
            <a:lstStyle/>
            <a:p>
              <a:endParaRPr lang="en-US"/>
            </a:p>
          </p:txBody>
        </p:sp>
        <p:sp>
          <p:nvSpPr>
            <p:cNvPr id="1166" name="Graphic 1100">
              <a:extLst>
                <a:ext uri="{FF2B5EF4-FFF2-40B4-BE49-F238E27FC236}">
                  <a16:creationId xmlns:a16="http://schemas.microsoft.com/office/drawing/2014/main" id="{195DD5AC-5E50-F544-AB1F-6A60A7DFCFE9}"/>
                </a:ext>
              </a:extLst>
            </p:cNvPr>
            <p:cNvSpPr/>
            <p:nvPr/>
          </p:nvSpPr>
          <p:spPr>
            <a:xfrm>
              <a:off x="1770012" y="3051869"/>
              <a:ext cx="17891" cy="17875"/>
            </a:xfrm>
            <a:custGeom>
              <a:avLst/>
              <a:gdLst>
                <a:gd name="connsiteX0" fmla="*/ 8946 w 17891"/>
                <a:gd name="connsiteY0" fmla="*/ 17875 h 17875"/>
                <a:gd name="connsiteX1" fmla="*/ 17892 w 17891"/>
                <a:gd name="connsiteY1" fmla="*/ 8938 h 17875"/>
                <a:gd name="connsiteX2" fmla="*/ 8946 w 17891"/>
                <a:gd name="connsiteY2" fmla="*/ 0 h 17875"/>
                <a:gd name="connsiteX3" fmla="*/ 0 w 17891"/>
                <a:gd name="connsiteY3" fmla="*/ 8938 h 17875"/>
                <a:gd name="connsiteX4" fmla="*/ 0 w 17891"/>
                <a:gd name="connsiteY4" fmla="*/ 8938 h 17875"/>
                <a:gd name="connsiteX5" fmla="*/ 8946 w 17891"/>
                <a:gd name="connsiteY5" fmla="*/ 17875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1" h="17875">
                  <a:moveTo>
                    <a:pt x="8946" y="17875"/>
                  </a:moveTo>
                  <a:cubicBezTo>
                    <a:pt x="14058" y="17875"/>
                    <a:pt x="17892" y="14045"/>
                    <a:pt x="17892" y="8938"/>
                  </a:cubicBezTo>
                  <a:cubicBezTo>
                    <a:pt x="17892" y="3830"/>
                    <a:pt x="14058" y="0"/>
                    <a:pt x="8946" y="0"/>
                  </a:cubicBezTo>
                  <a:cubicBezTo>
                    <a:pt x="3834" y="0"/>
                    <a:pt x="0" y="3830"/>
                    <a:pt x="0" y="8938"/>
                  </a:cubicBezTo>
                  <a:cubicBezTo>
                    <a:pt x="0" y="8938"/>
                    <a:pt x="0" y="8938"/>
                    <a:pt x="0" y="8938"/>
                  </a:cubicBezTo>
                  <a:cubicBezTo>
                    <a:pt x="0" y="14045"/>
                    <a:pt x="3834" y="17875"/>
                    <a:pt x="8946" y="17875"/>
                  </a:cubicBezTo>
                  <a:close/>
                </a:path>
              </a:pathLst>
            </a:custGeom>
            <a:solidFill>
              <a:srgbClr val="007680"/>
            </a:solidFill>
            <a:ln w="6390" cap="flat">
              <a:noFill/>
              <a:prstDash val="solid"/>
              <a:miter/>
            </a:ln>
          </p:spPr>
          <p:txBody>
            <a:bodyPr rtlCol="0" anchor="ctr"/>
            <a:lstStyle/>
            <a:p>
              <a:endParaRPr lang="en-US"/>
            </a:p>
          </p:txBody>
        </p:sp>
        <p:sp>
          <p:nvSpPr>
            <p:cNvPr id="1167" name="Graphic 1100">
              <a:extLst>
                <a:ext uri="{FF2B5EF4-FFF2-40B4-BE49-F238E27FC236}">
                  <a16:creationId xmlns:a16="http://schemas.microsoft.com/office/drawing/2014/main" id="{89E8F7E7-EAA0-6344-A58E-C221DBAB26F1}"/>
                </a:ext>
              </a:extLst>
            </p:cNvPr>
            <p:cNvSpPr/>
            <p:nvPr/>
          </p:nvSpPr>
          <p:spPr>
            <a:xfrm>
              <a:off x="1770012" y="3076767"/>
              <a:ext cx="17891" cy="17875"/>
            </a:xfrm>
            <a:custGeom>
              <a:avLst/>
              <a:gdLst>
                <a:gd name="connsiteX0" fmla="*/ 8946 w 17891"/>
                <a:gd name="connsiteY0" fmla="*/ 17875 h 17875"/>
                <a:gd name="connsiteX1" fmla="*/ 17892 w 17891"/>
                <a:gd name="connsiteY1" fmla="*/ 8938 h 17875"/>
                <a:gd name="connsiteX2" fmla="*/ 8946 w 17891"/>
                <a:gd name="connsiteY2" fmla="*/ 0 h 17875"/>
                <a:gd name="connsiteX3" fmla="*/ 0 w 17891"/>
                <a:gd name="connsiteY3" fmla="*/ 8938 h 17875"/>
                <a:gd name="connsiteX4" fmla="*/ 0 w 17891"/>
                <a:gd name="connsiteY4" fmla="*/ 8938 h 17875"/>
                <a:gd name="connsiteX5" fmla="*/ 8946 w 17891"/>
                <a:gd name="connsiteY5" fmla="*/ 17875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1" h="17875">
                  <a:moveTo>
                    <a:pt x="8946" y="17875"/>
                  </a:moveTo>
                  <a:cubicBezTo>
                    <a:pt x="14058" y="17875"/>
                    <a:pt x="17892" y="14045"/>
                    <a:pt x="17892" y="8938"/>
                  </a:cubicBezTo>
                  <a:cubicBezTo>
                    <a:pt x="17892" y="3830"/>
                    <a:pt x="14058" y="0"/>
                    <a:pt x="8946" y="0"/>
                  </a:cubicBezTo>
                  <a:cubicBezTo>
                    <a:pt x="3834" y="0"/>
                    <a:pt x="0" y="3830"/>
                    <a:pt x="0" y="8938"/>
                  </a:cubicBezTo>
                  <a:cubicBezTo>
                    <a:pt x="0" y="8938"/>
                    <a:pt x="0" y="8938"/>
                    <a:pt x="0" y="8938"/>
                  </a:cubicBezTo>
                  <a:cubicBezTo>
                    <a:pt x="0" y="14045"/>
                    <a:pt x="3834" y="17875"/>
                    <a:pt x="8946" y="17875"/>
                  </a:cubicBezTo>
                  <a:close/>
                </a:path>
              </a:pathLst>
            </a:custGeom>
            <a:solidFill>
              <a:srgbClr val="007680"/>
            </a:solidFill>
            <a:ln w="6390" cap="flat">
              <a:noFill/>
              <a:prstDash val="solid"/>
              <a:miter/>
            </a:ln>
          </p:spPr>
          <p:txBody>
            <a:bodyPr rtlCol="0" anchor="ctr"/>
            <a:lstStyle/>
            <a:p>
              <a:endParaRPr lang="en-US"/>
            </a:p>
          </p:txBody>
        </p:sp>
      </p:grpSp>
      <p:grpSp>
        <p:nvGrpSpPr>
          <p:cNvPr id="1168" name="Graphic 1100">
            <a:extLst>
              <a:ext uri="{FF2B5EF4-FFF2-40B4-BE49-F238E27FC236}">
                <a16:creationId xmlns:a16="http://schemas.microsoft.com/office/drawing/2014/main" id="{61BAF01A-EAF0-6E43-B386-E62ACD080D1E}"/>
              </a:ext>
            </a:extLst>
          </p:cNvPr>
          <p:cNvGrpSpPr/>
          <p:nvPr/>
        </p:nvGrpSpPr>
        <p:grpSpPr>
          <a:xfrm>
            <a:off x="1952125" y="2859711"/>
            <a:ext cx="362313" cy="361971"/>
            <a:chOff x="1952125" y="2859711"/>
            <a:chExt cx="362313" cy="361971"/>
          </a:xfrm>
          <a:solidFill>
            <a:srgbClr val="007680"/>
          </a:solidFill>
        </p:grpSpPr>
        <p:sp>
          <p:nvSpPr>
            <p:cNvPr id="1169" name="Graphic 1100">
              <a:extLst>
                <a:ext uri="{FF2B5EF4-FFF2-40B4-BE49-F238E27FC236}">
                  <a16:creationId xmlns:a16="http://schemas.microsoft.com/office/drawing/2014/main" id="{FBF9F651-1626-7E43-B7B8-93DDA33606C7}"/>
                </a:ext>
              </a:extLst>
            </p:cNvPr>
            <p:cNvSpPr/>
            <p:nvPr/>
          </p:nvSpPr>
          <p:spPr>
            <a:xfrm>
              <a:off x="2024331" y="3017396"/>
              <a:ext cx="219813" cy="86822"/>
            </a:xfrm>
            <a:custGeom>
              <a:avLst/>
              <a:gdLst>
                <a:gd name="connsiteX0" fmla="*/ 0 w 219813"/>
                <a:gd name="connsiteY0" fmla="*/ 0 h 86822"/>
                <a:gd name="connsiteX1" fmla="*/ 0 w 219813"/>
                <a:gd name="connsiteY1" fmla="*/ 86822 h 86822"/>
                <a:gd name="connsiteX2" fmla="*/ 219814 w 219813"/>
                <a:gd name="connsiteY2" fmla="*/ 86822 h 86822"/>
                <a:gd name="connsiteX3" fmla="*/ 219814 w 219813"/>
                <a:gd name="connsiteY3" fmla="*/ 0 h 86822"/>
                <a:gd name="connsiteX4" fmla="*/ 0 w 219813"/>
                <a:gd name="connsiteY4" fmla="*/ 0 h 86822"/>
                <a:gd name="connsiteX5" fmla="*/ 81791 w 219813"/>
                <a:gd name="connsiteY5" fmla="*/ 9576 h 86822"/>
                <a:gd name="connsiteX6" fmla="*/ 90737 w 219813"/>
                <a:gd name="connsiteY6" fmla="*/ 18514 h 86822"/>
                <a:gd name="connsiteX7" fmla="*/ 81791 w 219813"/>
                <a:gd name="connsiteY7" fmla="*/ 27451 h 86822"/>
                <a:gd name="connsiteX8" fmla="*/ 72845 w 219813"/>
                <a:gd name="connsiteY8" fmla="*/ 18514 h 86822"/>
                <a:gd name="connsiteX9" fmla="*/ 72845 w 219813"/>
                <a:gd name="connsiteY9" fmla="*/ 18514 h 86822"/>
                <a:gd name="connsiteX10" fmla="*/ 81791 w 219813"/>
                <a:gd name="connsiteY10" fmla="*/ 9576 h 86822"/>
                <a:gd name="connsiteX11" fmla="*/ 81791 w 219813"/>
                <a:gd name="connsiteY11" fmla="*/ 9576 h 86822"/>
                <a:gd name="connsiteX12" fmla="*/ 81791 w 219813"/>
                <a:gd name="connsiteY12" fmla="*/ 34473 h 86822"/>
                <a:gd name="connsiteX13" fmla="*/ 90737 w 219813"/>
                <a:gd name="connsiteY13" fmla="*/ 43411 h 86822"/>
                <a:gd name="connsiteX14" fmla="*/ 81791 w 219813"/>
                <a:gd name="connsiteY14" fmla="*/ 52349 h 86822"/>
                <a:gd name="connsiteX15" fmla="*/ 72845 w 219813"/>
                <a:gd name="connsiteY15" fmla="*/ 43411 h 86822"/>
                <a:gd name="connsiteX16" fmla="*/ 81791 w 219813"/>
                <a:gd name="connsiteY16" fmla="*/ 34473 h 86822"/>
                <a:gd name="connsiteX17" fmla="*/ 81791 w 219813"/>
                <a:gd name="connsiteY17" fmla="*/ 34473 h 86822"/>
                <a:gd name="connsiteX18" fmla="*/ 54314 w 219813"/>
                <a:gd name="connsiteY18" fmla="*/ 9576 h 86822"/>
                <a:gd name="connsiteX19" fmla="*/ 63261 w 219813"/>
                <a:gd name="connsiteY19" fmla="*/ 18514 h 86822"/>
                <a:gd name="connsiteX20" fmla="*/ 54314 w 219813"/>
                <a:gd name="connsiteY20" fmla="*/ 27451 h 86822"/>
                <a:gd name="connsiteX21" fmla="*/ 45369 w 219813"/>
                <a:gd name="connsiteY21" fmla="*/ 18514 h 86822"/>
                <a:gd name="connsiteX22" fmla="*/ 45369 w 219813"/>
                <a:gd name="connsiteY22" fmla="*/ 18514 h 86822"/>
                <a:gd name="connsiteX23" fmla="*/ 54314 w 219813"/>
                <a:gd name="connsiteY23" fmla="*/ 9576 h 86822"/>
                <a:gd name="connsiteX24" fmla="*/ 54314 w 219813"/>
                <a:gd name="connsiteY24" fmla="*/ 9576 h 86822"/>
                <a:gd name="connsiteX25" fmla="*/ 26838 w 219813"/>
                <a:gd name="connsiteY25" fmla="*/ 77246 h 86822"/>
                <a:gd name="connsiteX26" fmla="*/ 17253 w 219813"/>
                <a:gd name="connsiteY26" fmla="*/ 68947 h 86822"/>
                <a:gd name="connsiteX27" fmla="*/ 25560 w 219813"/>
                <a:gd name="connsiteY27" fmla="*/ 59371 h 86822"/>
                <a:gd name="connsiteX28" fmla="*/ 26838 w 219813"/>
                <a:gd name="connsiteY28" fmla="*/ 59371 h 86822"/>
                <a:gd name="connsiteX29" fmla="*/ 35145 w 219813"/>
                <a:gd name="connsiteY29" fmla="*/ 68947 h 86822"/>
                <a:gd name="connsiteX30" fmla="*/ 26838 w 219813"/>
                <a:gd name="connsiteY30" fmla="*/ 77246 h 86822"/>
                <a:gd name="connsiteX31" fmla="*/ 26838 w 219813"/>
                <a:gd name="connsiteY31" fmla="*/ 52349 h 86822"/>
                <a:gd name="connsiteX32" fmla="*/ 17892 w 219813"/>
                <a:gd name="connsiteY32" fmla="*/ 43411 h 86822"/>
                <a:gd name="connsiteX33" fmla="*/ 26838 w 219813"/>
                <a:gd name="connsiteY33" fmla="*/ 34473 h 86822"/>
                <a:gd name="connsiteX34" fmla="*/ 35784 w 219813"/>
                <a:gd name="connsiteY34" fmla="*/ 43411 h 86822"/>
                <a:gd name="connsiteX35" fmla="*/ 26838 w 219813"/>
                <a:gd name="connsiteY35" fmla="*/ 52349 h 86822"/>
                <a:gd name="connsiteX36" fmla="*/ 26838 w 219813"/>
                <a:gd name="connsiteY36" fmla="*/ 52349 h 86822"/>
                <a:gd name="connsiteX37" fmla="*/ 26838 w 219813"/>
                <a:gd name="connsiteY37" fmla="*/ 27451 h 86822"/>
                <a:gd name="connsiteX38" fmla="*/ 17892 w 219813"/>
                <a:gd name="connsiteY38" fmla="*/ 18514 h 86822"/>
                <a:gd name="connsiteX39" fmla="*/ 26838 w 219813"/>
                <a:gd name="connsiteY39" fmla="*/ 9576 h 86822"/>
                <a:gd name="connsiteX40" fmla="*/ 35784 w 219813"/>
                <a:gd name="connsiteY40" fmla="*/ 18514 h 86822"/>
                <a:gd name="connsiteX41" fmla="*/ 35784 w 219813"/>
                <a:gd name="connsiteY41" fmla="*/ 18514 h 86822"/>
                <a:gd name="connsiteX42" fmla="*/ 26838 w 219813"/>
                <a:gd name="connsiteY42" fmla="*/ 27451 h 86822"/>
                <a:gd name="connsiteX43" fmla="*/ 45369 w 219813"/>
                <a:gd name="connsiteY43" fmla="*/ 43411 h 86822"/>
                <a:gd name="connsiteX44" fmla="*/ 54314 w 219813"/>
                <a:gd name="connsiteY44" fmla="*/ 34473 h 86822"/>
                <a:gd name="connsiteX45" fmla="*/ 63261 w 219813"/>
                <a:gd name="connsiteY45" fmla="*/ 43411 h 86822"/>
                <a:gd name="connsiteX46" fmla="*/ 54314 w 219813"/>
                <a:gd name="connsiteY46" fmla="*/ 52349 h 86822"/>
                <a:gd name="connsiteX47" fmla="*/ 54314 w 219813"/>
                <a:gd name="connsiteY47" fmla="*/ 52349 h 86822"/>
                <a:gd name="connsiteX48" fmla="*/ 45369 w 219813"/>
                <a:gd name="connsiteY48" fmla="*/ 43411 h 86822"/>
                <a:gd name="connsiteX49" fmla="*/ 45369 w 219813"/>
                <a:gd name="connsiteY49" fmla="*/ 43411 h 86822"/>
                <a:gd name="connsiteX50" fmla="*/ 45369 w 219813"/>
                <a:gd name="connsiteY50" fmla="*/ 43411 h 86822"/>
                <a:gd name="connsiteX51" fmla="*/ 192976 w 219813"/>
                <a:gd name="connsiteY51" fmla="*/ 9576 h 86822"/>
                <a:gd name="connsiteX52" fmla="*/ 201922 w 219813"/>
                <a:gd name="connsiteY52" fmla="*/ 18514 h 86822"/>
                <a:gd name="connsiteX53" fmla="*/ 192976 w 219813"/>
                <a:gd name="connsiteY53" fmla="*/ 27451 h 86822"/>
                <a:gd name="connsiteX54" fmla="*/ 184030 w 219813"/>
                <a:gd name="connsiteY54" fmla="*/ 18514 h 86822"/>
                <a:gd name="connsiteX55" fmla="*/ 184030 w 219813"/>
                <a:gd name="connsiteY55" fmla="*/ 18514 h 86822"/>
                <a:gd name="connsiteX56" fmla="*/ 192976 w 219813"/>
                <a:gd name="connsiteY56" fmla="*/ 9576 h 86822"/>
                <a:gd name="connsiteX57" fmla="*/ 192976 w 219813"/>
                <a:gd name="connsiteY57" fmla="*/ 9576 h 86822"/>
                <a:gd name="connsiteX58" fmla="*/ 192976 w 219813"/>
                <a:gd name="connsiteY58" fmla="*/ 34473 h 86822"/>
                <a:gd name="connsiteX59" fmla="*/ 201922 w 219813"/>
                <a:gd name="connsiteY59" fmla="*/ 43411 h 86822"/>
                <a:gd name="connsiteX60" fmla="*/ 192976 w 219813"/>
                <a:gd name="connsiteY60" fmla="*/ 52349 h 86822"/>
                <a:gd name="connsiteX61" fmla="*/ 184030 w 219813"/>
                <a:gd name="connsiteY61" fmla="*/ 43411 h 86822"/>
                <a:gd name="connsiteX62" fmla="*/ 192976 w 219813"/>
                <a:gd name="connsiteY62" fmla="*/ 34473 h 86822"/>
                <a:gd name="connsiteX63" fmla="*/ 192976 w 219813"/>
                <a:gd name="connsiteY63" fmla="*/ 34473 h 86822"/>
                <a:gd name="connsiteX64" fmla="*/ 192976 w 219813"/>
                <a:gd name="connsiteY64" fmla="*/ 59371 h 86822"/>
                <a:gd name="connsiteX65" fmla="*/ 201922 w 219813"/>
                <a:gd name="connsiteY65" fmla="*/ 68309 h 86822"/>
                <a:gd name="connsiteX66" fmla="*/ 192976 w 219813"/>
                <a:gd name="connsiteY66" fmla="*/ 77246 h 86822"/>
                <a:gd name="connsiteX67" fmla="*/ 184030 w 219813"/>
                <a:gd name="connsiteY67" fmla="*/ 68309 h 86822"/>
                <a:gd name="connsiteX68" fmla="*/ 184030 w 219813"/>
                <a:gd name="connsiteY68" fmla="*/ 68309 h 86822"/>
                <a:gd name="connsiteX69" fmla="*/ 192976 w 219813"/>
                <a:gd name="connsiteY69" fmla="*/ 59371 h 86822"/>
                <a:gd name="connsiteX70" fmla="*/ 192976 w 219813"/>
                <a:gd name="connsiteY70" fmla="*/ 59371 h 86822"/>
                <a:gd name="connsiteX71" fmla="*/ 164861 w 219813"/>
                <a:gd name="connsiteY71" fmla="*/ 9576 h 86822"/>
                <a:gd name="connsiteX72" fmla="*/ 173806 w 219813"/>
                <a:gd name="connsiteY72" fmla="*/ 18514 h 86822"/>
                <a:gd name="connsiteX73" fmla="*/ 164861 w 219813"/>
                <a:gd name="connsiteY73" fmla="*/ 27451 h 86822"/>
                <a:gd name="connsiteX74" fmla="*/ 155915 w 219813"/>
                <a:gd name="connsiteY74" fmla="*/ 18514 h 86822"/>
                <a:gd name="connsiteX75" fmla="*/ 155915 w 219813"/>
                <a:gd name="connsiteY75" fmla="*/ 18514 h 86822"/>
                <a:gd name="connsiteX76" fmla="*/ 164861 w 219813"/>
                <a:gd name="connsiteY76" fmla="*/ 9576 h 86822"/>
                <a:gd name="connsiteX77" fmla="*/ 164861 w 219813"/>
                <a:gd name="connsiteY77" fmla="*/ 9576 h 86822"/>
                <a:gd name="connsiteX78" fmla="*/ 164861 w 219813"/>
                <a:gd name="connsiteY78" fmla="*/ 34473 h 86822"/>
                <a:gd name="connsiteX79" fmla="*/ 173806 w 219813"/>
                <a:gd name="connsiteY79" fmla="*/ 43411 h 86822"/>
                <a:gd name="connsiteX80" fmla="*/ 164861 w 219813"/>
                <a:gd name="connsiteY80" fmla="*/ 52349 h 86822"/>
                <a:gd name="connsiteX81" fmla="*/ 155915 w 219813"/>
                <a:gd name="connsiteY81" fmla="*/ 43411 h 86822"/>
                <a:gd name="connsiteX82" fmla="*/ 164861 w 219813"/>
                <a:gd name="connsiteY82" fmla="*/ 34473 h 86822"/>
                <a:gd name="connsiteX83" fmla="*/ 164861 w 219813"/>
                <a:gd name="connsiteY83" fmla="*/ 34473 h 86822"/>
                <a:gd name="connsiteX84" fmla="*/ 157832 w 219813"/>
                <a:gd name="connsiteY84" fmla="*/ 68309 h 86822"/>
                <a:gd name="connsiteX85" fmla="*/ 151442 w 219813"/>
                <a:gd name="connsiteY85" fmla="*/ 74693 h 86822"/>
                <a:gd name="connsiteX86" fmla="*/ 60066 w 219813"/>
                <a:gd name="connsiteY86" fmla="*/ 74693 h 86822"/>
                <a:gd name="connsiteX87" fmla="*/ 53676 w 219813"/>
                <a:gd name="connsiteY87" fmla="*/ 68309 h 86822"/>
                <a:gd name="connsiteX88" fmla="*/ 60066 w 219813"/>
                <a:gd name="connsiteY88" fmla="*/ 61925 h 86822"/>
                <a:gd name="connsiteX89" fmla="*/ 151442 w 219813"/>
                <a:gd name="connsiteY89" fmla="*/ 61925 h 86822"/>
                <a:gd name="connsiteX90" fmla="*/ 157832 w 219813"/>
                <a:gd name="connsiteY90" fmla="*/ 68309 h 86822"/>
                <a:gd name="connsiteX91" fmla="*/ 157832 w 219813"/>
                <a:gd name="connsiteY91" fmla="*/ 68309 h 86822"/>
                <a:gd name="connsiteX92" fmla="*/ 100961 w 219813"/>
                <a:gd name="connsiteY92" fmla="*/ 43411 h 86822"/>
                <a:gd name="connsiteX93" fmla="*/ 109907 w 219813"/>
                <a:gd name="connsiteY93" fmla="*/ 34473 h 86822"/>
                <a:gd name="connsiteX94" fmla="*/ 118853 w 219813"/>
                <a:gd name="connsiteY94" fmla="*/ 43411 h 86822"/>
                <a:gd name="connsiteX95" fmla="*/ 109907 w 219813"/>
                <a:gd name="connsiteY95" fmla="*/ 52349 h 86822"/>
                <a:gd name="connsiteX96" fmla="*/ 109907 w 219813"/>
                <a:gd name="connsiteY96" fmla="*/ 52349 h 86822"/>
                <a:gd name="connsiteX97" fmla="*/ 100961 w 219813"/>
                <a:gd name="connsiteY97" fmla="*/ 43411 h 86822"/>
                <a:gd name="connsiteX98" fmla="*/ 100961 w 219813"/>
                <a:gd name="connsiteY98" fmla="*/ 43411 h 86822"/>
                <a:gd name="connsiteX99" fmla="*/ 100961 w 219813"/>
                <a:gd name="connsiteY99" fmla="*/ 43411 h 86822"/>
                <a:gd name="connsiteX100" fmla="*/ 137384 w 219813"/>
                <a:gd name="connsiteY100" fmla="*/ 9576 h 86822"/>
                <a:gd name="connsiteX101" fmla="*/ 146330 w 219813"/>
                <a:gd name="connsiteY101" fmla="*/ 18514 h 86822"/>
                <a:gd name="connsiteX102" fmla="*/ 137384 w 219813"/>
                <a:gd name="connsiteY102" fmla="*/ 27451 h 86822"/>
                <a:gd name="connsiteX103" fmla="*/ 128438 w 219813"/>
                <a:gd name="connsiteY103" fmla="*/ 18514 h 86822"/>
                <a:gd name="connsiteX104" fmla="*/ 128438 w 219813"/>
                <a:gd name="connsiteY104" fmla="*/ 18514 h 86822"/>
                <a:gd name="connsiteX105" fmla="*/ 137384 w 219813"/>
                <a:gd name="connsiteY105" fmla="*/ 9576 h 86822"/>
                <a:gd name="connsiteX106" fmla="*/ 137384 w 219813"/>
                <a:gd name="connsiteY106" fmla="*/ 9576 h 86822"/>
                <a:gd name="connsiteX107" fmla="*/ 137384 w 219813"/>
                <a:gd name="connsiteY107" fmla="*/ 34473 h 86822"/>
                <a:gd name="connsiteX108" fmla="*/ 146330 w 219813"/>
                <a:gd name="connsiteY108" fmla="*/ 43411 h 86822"/>
                <a:gd name="connsiteX109" fmla="*/ 137384 w 219813"/>
                <a:gd name="connsiteY109" fmla="*/ 52349 h 86822"/>
                <a:gd name="connsiteX110" fmla="*/ 128438 w 219813"/>
                <a:gd name="connsiteY110" fmla="*/ 43411 h 86822"/>
                <a:gd name="connsiteX111" fmla="*/ 137384 w 219813"/>
                <a:gd name="connsiteY111" fmla="*/ 34473 h 86822"/>
                <a:gd name="connsiteX112" fmla="*/ 137384 w 219813"/>
                <a:gd name="connsiteY112" fmla="*/ 34473 h 86822"/>
                <a:gd name="connsiteX113" fmla="*/ 118853 w 219813"/>
                <a:gd name="connsiteY113" fmla="*/ 18514 h 86822"/>
                <a:gd name="connsiteX114" fmla="*/ 109907 w 219813"/>
                <a:gd name="connsiteY114" fmla="*/ 27451 h 86822"/>
                <a:gd name="connsiteX115" fmla="*/ 100961 w 219813"/>
                <a:gd name="connsiteY115" fmla="*/ 18514 h 86822"/>
                <a:gd name="connsiteX116" fmla="*/ 109907 w 219813"/>
                <a:gd name="connsiteY116" fmla="*/ 9576 h 86822"/>
                <a:gd name="connsiteX117" fmla="*/ 109907 w 219813"/>
                <a:gd name="connsiteY117" fmla="*/ 9576 h 86822"/>
                <a:gd name="connsiteX118" fmla="*/ 118853 w 219813"/>
                <a:gd name="connsiteY118" fmla="*/ 18514 h 86822"/>
                <a:gd name="connsiteX119" fmla="*/ 118853 w 219813"/>
                <a:gd name="connsiteY119" fmla="*/ 18514 h 86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219813" h="86822">
                  <a:moveTo>
                    <a:pt x="0" y="0"/>
                  </a:moveTo>
                  <a:lnTo>
                    <a:pt x="0" y="86822"/>
                  </a:lnTo>
                  <a:lnTo>
                    <a:pt x="219814" y="86822"/>
                  </a:lnTo>
                  <a:lnTo>
                    <a:pt x="219814" y="0"/>
                  </a:lnTo>
                  <a:lnTo>
                    <a:pt x="0" y="0"/>
                  </a:lnTo>
                  <a:close/>
                  <a:moveTo>
                    <a:pt x="81791" y="9576"/>
                  </a:moveTo>
                  <a:cubicBezTo>
                    <a:pt x="86903" y="9576"/>
                    <a:pt x="90737" y="13406"/>
                    <a:pt x="90737" y="18514"/>
                  </a:cubicBezTo>
                  <a:cubicBezTo>
                    <a:pt x="90737" y="23621"/>
                    <a:pt x="86903" y="27451"/>
                    <a:pt x="81791" y="27451"/>
                  </a:cubicBezTo>
                  <a:cubicBezTo>
                    <a:pt x="76679" y="27451"/>
                    <a:pt x="72845" y="23621"/>
                    <a:pt x="72845" y="18514"/>
                  </a:cubicBezTo>
                  <a:cubicBezTo>
                    <a:pt x="72845" y="18514"/>
                    <a:pt x="72845" y="18514"/>
                    <a:pt x="72845" y="18514"/>
                  </a:cubicBezTo>
                  <a:cubicBezTo>
                    <a:pt x="72845" y="13406"/>
                    <a:pt x="76679" y="9576"/>
                    <a:pt x="81791" y="9576"/>
                  </a:cubicBezTo>
                  <a:lnTo>
                    <a:pt x="81791" y="9576"/>
                  </a:lnTo>
                  <a:close/>
                  <a:moveTo>
                    <a:pt x="81791" y="34473"/>
                  </a:moveTo>
                  <a:cubicBezTo>
                    <a:pt x="86903" y="34473"/>
                    <a:pt x="90737" y="38304"/>
                    <a:pt x="90737" y="43411"/>
                  </a:cubicBezTo>
                  <a:cubicBezTo>
                    <a:pt x="90737" y="48518"/>
                    <a:pt x="86903" y="52349"/>
                    <a:pt x="81791" y="52349"/>
                  </a:cubicBezTo>
                  <a:cubicBezTo>
                    <a:pt x="76679" y="52349"/>
                    <a:pt x="72845" y="48518"/>
                    <a:pt x="72845" y="43411"/>
                  </a:cubicBezTo>
                  <a:cubicBezTo>
                    <a:pt x="72845" y="38304"/>
                    <a:pt x="76679" y="34473"/>
                    <a:pt x="81791" y="34473"/>
                  </a:cubicBezTo>
                  <a:lnTo>
                    <a:pt x="81791" y="34473"/>
                  </a:lnTo>
                  <a:close/>
                  <a:moveTo>
                    <a:pt x="54314" y="9576"/>
                  </a:moveTo>
                  <a:cubicBezTo>
                    <a:pt x="59427" y="9576"/>
                    <a:pt x="63261" y="13406"/>
                    <a:pt x="63261" y="18514"/>
                  </a:cubicBezTo>
                  <a:cubicBezTo>
                    <a:pt x="63261" y="23621"/>
                    <a:pt x="59427" y="27451"/>
                    <a:pt x="54314" y="27451"/>
                  </a:cubicBezTo>
                  <a:cubicBezTo>
                    <a:pt x="49203" y="27451"/>
                    <a:pt x="45369" y="23621"/>
                    <a:pt x="45369" y="18514"/>
                  </a:cubicBezTo>
                  <a:cubicBezTo>
                    <a:pt x="45369" y="18514"/>
                    <a:pt x="45369" y="18514"/>
                    <a:pt x="45369" y="18514"/>
                  </a:cubicBezTo>
                  <a:cubicBezTo>
                    <a:pt x="45369" y="13406"/>
                    <a:pt x="49203" y="9576"/>
                    <a:pt x="54314" y="9576"/>
                  </a:cubicBezTo>
                  <a:lnTo>
                    <a:pt x="54314" y="9576"/>
                  </a:lnTo>
                  <a:close/>
                  <a:moveTo>
                    <a:pt x="26838" y="77246"/>
                  </a:moveTo>
                  <a:cubicBezTo>
                    <a:pt x="21726" y="77885"/>
                    <a:pt x="17253" y="74054"/>
                    <a:pt x="17253" y="68947"/>
                  </a:cubicBezTo>
                  <a:cubicBezTo>
                    <a:pt x="16614" y="63840"/>
                    <a:pt x="20448" y="59371"/>
                    <a:pt x="25560" y="59371"/>
                  </a:cubicBezTo>
                  <a:cubicBezTo>
                    <a:pt x="26199" y="59371"/>
                    <a:pt x="26838" y="59371"/>
                    <a:pt x="26838" y="59371"/>
                  </a:cubicBezTo>
                  <a:cubicBezTo>
                    <a:pt x="31950" y="60009"/>
                    <a:pt x="35784" y="64478"/>
                    <a:pt x="35145" y="68947"/>
                  </a:cubicBezTo>
                  <a:cubicBezTo>
                    <a:pt x="34506" y="73416"/>
                    <a:pt x="31311" y="77246"/>
                    <a:pt x="26838" y="77246"/>
                  </a:cubicBezTo>
                  <a:close/>
                  <a:moveTo>
                    <a:pt x="26838" y="52349"/>
                  </a:moveTo>
                  <a:cubicBezTo>
                    <a:pt x="21726" y="52349"/>
                    <a:pt x="17892" y="48518"/>
                    <a:pt x="17892" y="43411"/>
                  </a:cubicBezTo>
                  <a:cubicBezTo>
                    <a:pt x="17892" y="38304"/>
                    <a:pt x="21726" y="34473"/>
                    <a:pt x="26838" y="34473"/>
                  </a:cubicBezTo>
                  <a:cubicBezTo>
                    <a:pt x="31950" y="34473"/>
                    <a:pt x="35784" y="38304"/>
                    <a:pt x="35784" y="43411"/>
                  </a:cubicBezTo>
                  <a:cubicBezTo>
                    <a:pt x="35784" y="48518"/>
                    <a:pt x="31950" y="52349"/>
                    <a:pt x="26838" y="52349"/>
                  </a:cubicBezTo>
                  <a:lnTo>
                    <a:pt x="26838" y="52349"/>
                  </a:lnTo>
                  <a:close/>
                  <a:moveTo>
                    <a:pt x="26838" y="27451"/>
                  </a:moveTo>
                  <a:cubicBezTo>
                    <a:pt x="21726" y="27451"/>
                    <a:pt x="17892" y="23621"/>
                    <a:pt x="17892" y="18514"/>
                  </a:cubicBezTo>
                  <a:cubicBezTo>
                    <a:pt x="17892" y="13406"/>
                    <a:pt x="21726" y="9576"/>
                    <a:pt x="26838" y="9576"/>
                  </a:cubicBezTo>
                  <a:cubicBezTo>
                    <a:pt x="31950" y="9576"/>
                    <a:pt x="35784" y="13406"/>
                    <a:pt x="35784" y="18514"/>
                  </a:cubicBezTo>
                  <a:cubicBezTo>
                    <a:pt x="35784" y="18514"/>
                    <a:pt x="35784" y="18514"/>
                    <a:pt x="35784" y="18514"/>
                  </a:cubicBezTo>
                  <a:cubicBezTo>
                    <a:pt x="35784" y="23621"/>
                    <a:pt x="31950" y="27451"/>
                    <a:pt x="26838" y="27451"/>
                  </a:cubicBezTo>
                  <a:close/>
                  <a:moveTo>
                    <a:pt x="45369" y="43411"/>
                  </a:moveTo>
                  <a:cubicBezTo>
                    <a:pt x="45369" y="38304"/>
                    <a:pt x="49203" y="34473"/>
                    <a:pt x="54314" y="34473"/>
                  </a:cubicBezTo>
                  <a:cubicBezTo>
                    <a:pt x="59427" y="34473"/>
                    <a:pt x="63261" y="38304"/>
                    <a:pt x="63261" y="43411"/>
                  </a:cubicBezTo>
                  <a:cubicBezTo>
                    <a:pt x="63261" y="48518"/>
                    <a:pt x="59427" y="52349"/>
                    <a:pt x="54314" y="52349"/>
                  </a:cubicBezTo>
                  <a:cubicBezTo>
                    <a:pt x="54314" y="52349"/>
                    <a:pt x="54314" y="52349"/>
                    <a:pt x="54314" y="52349"/>
                  </a:cubicBezTo>
                  <a:cubicBezTo>
                    <a:pt x="49203" y="52349"/>
                    <a:pt x="45369" y="48518"/>
                    <a:pt x="45369" y="43411"/>
                  </a:cubicBezTo>
                  <a:cubicBezTo>
                    <a:pt x="45369" y="43411"/>
                    <a:pt x="45369" y="43411"/>
                    <a:pt x="45369" y="43411"/>
                  </a:cubicBezTo>
                  <a:lnTo>
                    <a:pt x="45369" y="43411"/>
                  </a:lnTo>
                  <a:close/>
                  <a:moveTo>
                    <a:pt x="192976" y="9576"/>
                  </a:moveTo>
                  <a:cubicBezTo>
                    <a:pt x="198088" y="9576"/>
                    <a:pt x="201922" y="13406"/>
                    <a:pt x="201922" y="18514"/>
                  </a:cubicBezTo>
                  <a:cubicBezTo>
                    <a:pt x="201922" y="23621"/>
                    <a:pt x="198088" y="27451"/>
                    <a:pt x="192976" y="27451"/>
                  </a:cubicBezTo>
                  <a:cubicBezTo>
                    <a:pt x="187864" y="27451"/>
                    <a:pt x="184030" y="23621"/>
                    <a:pt x="184030" y="18514"/>
                  </a:cubicBezTo>
                  <a:cubicBezTo>
                    <a:pt x="184030" y="18514"/>
                    <a:pt x="184030" y="18514"/>
                    <a:pt x="184030" y="18514"/>
                  </a:cubicBezTo>
                  <a:cubicBezTo>
                    <a:pt x="183391" y="13406"/>
                    <a:pt x="187864" y="9576"/>
                    <a:pt x="192976" y="9576"/>
                  </a:cubicBezTo>
                  <a:lnTo>
                    <a:pt x="192976" y="9576"/>
                  </a:lnTo>
                  <a:close/>
                  <a:moveTo>
                    <a:pt x="192976" y="34473"/>
                  </a:moveTo>
                  <a:cubicBezTo>
                    <a:pt x="198088" y="34473"/>
                    <a:pt x="201922" y="38304"/>
                    <a:pt x="201922" y="43411"/>
                  </a:cubicBezTo>
                  <a:cubicBezTo>
                    <a:pt x="201922" y="48518"/>
                    <a:pt x="198088" y="52349"/>
                    <a:pt x="192976" y="52349"/>
                  </a:cubicBezTo>
                  <a:cubicBezTo>
                    <a:pt x="187864" y="52349"/>
                    <a:pt x="184030" y="48518"/>
                    <a:pt x="184030" y="43411"/>
                  </a:cubicBezTo>
                  <a:cubicBezTo>
                    <a:pt x="183391" y="38304"/>
                    <a:pt x="187864" y="34473"/>
                    <a:pt x="192976" y="34473"/>
                  </a:cubicBezTo>
                  <a:lnTo>
                    <a:pt x="192976" y="34473"/>
                  </a:lnTo>
                  <a:close/>
                  <a:moveTo>
                    <a:pt x="192976" y="59371"/>
                  </a:moveTo>
                  <a:cubicBezTo>
                    <a:pt x="198088" y="59371"/>
                    <a:pt x="201922" y="63201"/>
                    <a:pt x="201922" y="68309"/>
                  </a:cubicBezTo>
                  <a:cubicBezTo>
                    <a:pt x="201922" y="73416"/>
                    <a:pt x="198088" y="77246"/>
                    <a:pt x="192976" y="77246"/>
                  </a:cubicBezTo>
                  <a:cubicBezTo>
                    <a:pt x="187864" y="77246"/>
                    <a:pt x="184030" y="73416"/>
                    <a:pt x="184030" y="68309"/>
                  </a:cubicBezTo>
                  <a:cubicBezTo>
                    <a:pt x="184030" y="68309"/>
                    <a:pt x="184030" y="68309"/>
                    <a:pt x="184030" y="68309"/>
                  </a:cubicBezTo>
                  <a:cubicBezTo>
                    <a:pt x="183391" y="63201"/>
                    <a:pt x="187864" y="59371"/>
                    <a:pt x="192976" y="59371"/>
                  </a:cubicBezTo>
                  <a:lnTo>
                    <a:pt x="192976" y="59371"/>
                  </a:lnTo>
                  <a:close/>
                  <a:moveTo>
                    <a:pt x="164861" y="9576"/>
                  </a:moveTo>
                  <a:cubicBezTo>
                    <a:pt x="169972" y="9576"/>
                    <a:pt x="173806" y="13406"/>
                    <a:pt x="173806" y="18514"/>
                  </a:cubicBezTo>
                  <a:cubicBezTo>
                    <a:pt x="173806" y="23621"/>
                    <a:pt x="169972" y="27451"/>
                    <a:pt x="164861" y="27451"/>
                  </a:cubicBezTo>
                  <a:cubicBezTo>
                    <a:pt x="159748" y="27451"/>
                    <a:pt x="155915" y="23621"/>
                    <a:pt x="155915" y="18514"/>
                  </a:cubicBezTo>
                  <a:cubicBezTo>
                    <a:pt x="155915" y="18514"/>
                    <a:pt x="155915" y="18514"/>
                    <a:pt x="155915" y="18514"/>
                  </a:cubicBezTo>
                  <a:cubicBezTo>
                    <a:pt x="155915" y="13406"/>
                    <a:pt x="159748" y="9576"/>
                    <a:pt x="164861" y="9576"/>
                  </a:cubicBezTo>
                  <a:lnTo>
                    <a:pt x="164861" y="9576"/>
                  </a:lnTo>
                  <a:close/>
                  <a:moveTo>
                    <a:pt x="164861" y="34473"/>
                  </a:moveTo>
                  <a:cubicBezTo>
                    <a:pt x="169972" y="34473"/>
                    <a:pt x="173806" y="38304"/>
                    <a:pt x="173806" y="43411"/>
                  </a:cubicBezTo>
                  <a:cubicBezTo>
                    <a:pt x="173806" y="48518"/>
                    <a:pt x="169972" y="52349"/>
                    <a:pt x="164861" y="52349"/>
                  </a:cubicBezTo>
                  <a:cubicBezTo>
                    <a:pt x="159748" y="52349"/>
                    <a:pt x="155915" y="48518"/>
                    <a:pt x="155915" y="43411"/>
                  </a:cubicBezTo>
                  <a:cubicBezTo>
                    <a:pt x="155915" y="38304"/>
                    <a:pt x="159748" y="34473"/>
                    <a:pt x="164861" y="34473"/>
                  </a:cubicBezTo>
                  <a:lnTo>
                    <a:pt x="164861" y="34473"/>
                  </a:lnTo>
                  <a:close/>
                  <a:moveTo>
                    <a:pt x="157832" y="68309"/>
                  </a:moveTo>
                  <a:cubicBezTo>
                    <a:pt x="157832" y="72139"/>
                    <a:pt x="155276" y="74693"/>
                    <a:pt x="151442" y="74693"/>
                  </a:cubicBezTo>
                  <a:lnTo>
                    <a:pt x="60066" y="74693"/>
                  </a:lnTo>
                  <a:cubicBezTo>
                    <a:pt x="56232" y="74693"/>
                    <a:pt x="53676" y="72139"/>
                    <a:pt x="53676" y="68309"/>
                  </a:cubicBezTo>
                  <a:cubicBezTo>
                    <a:pt x="53676" y="64478"/>
                    <a:pt x="56232" y="61925"/>
                    <a:pt x="60066" y="61925"/>
                  </a:cubicBezTo>
                  <a:lnTo>
                    <a:pt x="151442" y="61925"/>
                  </a:lnTo>
                  <a:cubicBezTo>
                    <a:pt x="154637" y="61925"/>
                    <a:pt x="157192" y="64478"/>
                    <a:pt x="157832" y="68309"/>
                  </a:cubicBezTo>
                  <a:lnTo>
                    <a:pt x="157832" y="68309"/>
                  </a:lnTo>
                  <a:close/>
                  <a:moveTo>
                    <a:pt x="100961" y="43411"/>
                  </a:moveTo>
                  <a:cubicBezTo>
                    <a:pt x="100961" y="38304"/>
                    <a:pt x="104795" y="34473"/>
                    <a:pt x="109907" y="34473"/>
                  </a:cubicBezTo>
                  <a:cubicBezTo>
                    <a:pt x="115019" y="34473"/>
                    <a:pt x="118853" y="38304"/>
                    <a:pt x="118853" y="43411"/>
                  </a:cubicBezTo>
                  <a:cubicBezTo>
                    <a:pt x="118853" y="48518"/>
                    <a:pt x="115019" y="52349"/>
                    <a:pt x="109907" y="52349"/>
                  </a:cubicBezTo>
                  <a:cubicBezTo>
                    <a:pt x="109907" y="52349"/>
                    <a:pt x="109907" y="52349"/>
                    <a:pt x="109907" y="52349"/>
                  </a:cubicBezTo>
                  <a:cubicBezTo>
                    <a:pt x="104795" y="52349"/>
                    <a:pt x="100322" y="48518"/>
                    <a:pt x="100961" y="43411"/>
                  </a:cubicBezTo>
                  <a:cubicBezTo>
                    <a:pt x="100322" y="43411"/>
                    <a:pt x="100322" y="43411"/>
                    <a:pt x="100961" y="43411"/>
                  </a:cubicBezTo>
                  <a:lnTo>
                    <a:pt x="100961" y="43411"/>
                  </a:lnTo>
                  <a:close/>
                  <a:moveTo>
                    <a:pt x="137384" y="9576"/>
                  </a:moveTo>
                  <a:cubicBezTo>
                    <a:pt x="142496" y="9576"/>
                    <a:pt x="146330" y="13406"/>
                    <a:pt x="146330" y="18514"/>
                  </a:cubicBezTo>
                  <a:cubicBezTo>
                    <a:pt x="146330" y="23621"/>
                    <a:pt x="142496" y="27451"/>
                    <a:pt x="137384" y="27451"/>
                  </a:cubicBezTo>
                  <a:cubicBezTo>
                    <a:pt x="132272" y="27451"/>
                    <a:pt x="128438" y="23621"/>
                    <a:pt x="128438" y="18514"/>
                  </a:cubicBezTo>
                  <a:cubicBezTo>
                    <a:pt x="128438" y="18514"/>
                    <a:pt x="128438" y="18514"/>
                    <a:pt x="128438" y="18514"/>
                  </a:cubicBezTo>
                  <a:cubicBezTo>
                    <a:pt x="128438" y="13406"/>
                    <a:pt x="132272" y="9576"/>
                    <a:pt x="137384" y="9576"/>
                  </a:cubicBezTo>
                  <a:lnTo>
                    <a:pt x="137384" y="9576"/>
                  </a:lnTo>
                  <a:close/>
                  <a:moveTo>
                    <a:pt x="137384" y="34473"/>
                  </a:moveTo>
                  <a:cubicBezTo>
                    <a:pt x="142496" y="34473"/>
                    <a:pt x="146330" y="38304"/>
                    <a:pt x="146330" y="43411"/>
                  </a:cubicBezTo>
                  <a:cubicBezTo>
                    <a:pt x="146330" y="48518"/>
                    <a:pt x="142496" y="52349"/>
                    <a:pt x="137384" y="52349"/>
                  </a:cubicBezTo>
                  <a:cubicBezTo>
                    <a:pt x="132272" y="52349"/>
                    <a:pt x="128438" y="48518"/>
                    <a:pt x="128438" y="43411"/>
                  </a:cubicBezTo>
                  <a:cubicBezTo>
                    <a:pt x="128438" y="38304"/>
                    <a:pt x="132272" y="34473"/>
                    <a:pt x="137384" y="34473"/>
                  </a:cubicBezTo>
                  <a:lnTo>
                    <a:pt x="137384" y="34473"/>
                  </a:lnTo>
                  <a:close/>
                  <a:moveTo>
                    <a:pt x="118853" y="18514"/>
                  </a:moveTo>
                  <a:cubicBezTo>
                    <a:pt x="118853" y="23621"/>
                    <a:pt x="115019" y="27451"/>
                    <a:pt x="109907" y="27451"/>
                  </a:cubicBezTo>
                  <a:cubicBezTo>
                    <a:pt x="104795" y="27451"/>
                    <a:pt x="100961" y="23621"/>
                    <a:pt x="100961" y="18514"/>
                  </a:cubicBezTo>
                  <a:cubicBezTo>
                    <a:pt x="100961" y="13406"/>
                    <a:pt x="104795" y="9576"/>
                    <a:pt x="109907" y="9576"/>
                  </a:cubicBezTo>
                  <a:cubicBezTo>
                    <a:pt x="109907" y="9576"/>
                    <a:pt x="109907" y="9576"/>
                    <a:pt x="109907" y="9576"/>
                  </a:cubicBezTo>
                  <a:cubicBezTo>
                    <a:pt x="114380" y="9576"/>
                    <a:pt x="118214" y="13406"/>
                    <a:pt x="118853" y="18514"/>
                  </a:cubicBezTo>
                  <a:lnTo>
                    <a:pt x="118853" y="18514"/>
                  </a:lnTo>
                  <a:close/>
                </a:path>
              </a:pathLst>
            </a:custGeom>
            <a:solidFill>
              <a:srgbClr val="007680"/>
            </a:solidFill>
            <a:ln w="6390" cap="flat">
              <a:noFill/>
              <a:prstDash val="solid"/>
              <a:miter/>
            </a:ln>
          </p:spPr>
          <p:txBody>
            <a:bodyPr rtlCol="0" anchor="ctr"/>
            <a:lstStyle/>
            <a:p>
              <a:endParaRPr lang="en-US"/>
            </a:p>
          </p:txBody>
        </p:sp>
        <p:sp>
          <p:nvSpPr>
            <p:cNvPr id="1170" name="Graphic 1100">
              <a:extLst>
                <a:ext uri="{FF2B5EF4-FFF2-40B4-BE49-F238E27FC236}">
                  <a16:creationId xmlns:a16="http://schemas.microsoft.com/office/drawing/2014/main" id="{096FDA48-BDF5-2C47-AE4C-FEFD852F065D}"/>
                </a:ext>
              </a:extLst>
            </p:cNvPr>
            <p:cNvSpPr/>
            <p:nvPr/>
          </p:nvSpPr>
          <p:spPr>
            <a:xfrm>
              <a:off x="1952125" y="2859711"/>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304161 w 362313"/>
                <a:gd name="connsiteY6" fmla="*/ 250890 h 361971"/>
                <a:gd name="connsiteX7" fmla="*/ 297771 w 362313"/>
                <a:gd name="connsiteY7" fmla="*/ 257274 h 361971"/>
                <a:gd name="connsiteX8" fmla="*/ 65816 w 362313"/>
                <a:gd name="connsiteY8" fmla="*/ 257274 h 361971"/>
                <a:gd name="connsiteX9" fmla="*/ 59426 w 362313"/>
                <a:gd name="connsiteY9" fmla="*/ 250890 h 361971"/>
                <a:gd name="connsiteX10" fmla="*/ 59426 w 362313"/>
                <a:gd name="connsiteY10" fmla="*/ 151300 h 361971"/>
                <a:gd name="connsiteX11" fmla="*/ 65816 w 362313"/>
                <a:gd name="connsiteY11" fmla="*/ 144916 h 361971"/>
                <a:gd name="connsiteX12" fmla="*/ 172528 w 362313"/>
                <a:gd name="connsiteY12" fmla="*/ 144916 h 361971"/>
                <a:gd name="connsiteX13" fmla="*/ 168694 w 362313"/>
                <a:gd name="connsiteY13" fmla="*/ 138532 h 361971"/>
                <a:gd name="connsiteX14" fmla="*/ 168694 w 362313"/>
                <a:gd name="connsiteY14" fmla="*/ 97675 h 361971"/>
                <a:gd name="connsiteX15" fmla="*/ 173806 w 362313"/>
                <a:gd name="connsiteY15" fmla="*/ 84907 h 361971"/>
                <a:gd name="connsiteX16" fmla="*/ 180196 w 362313"/>
                <a:gd name="connsiteY16" fmla="*/ 78523 h 361971"/>
                <a:gd name="connsiteX17" fmla="*/ 186586 w 362313"/>
                <a:gd name="connsiteY17" fmla="*/ 84907 h 361971"/>
                <a:gd name="connsiteX18" fmla="*/ 178918 w 362313"/>
                <a:gd name="connsiteY18" fmla="*/ 105336 h 361971"/>
                <a:gd name="connsiteX19" fmla="*/ 178918 w 362313"/>
                <a:gd name="connsiteY19" fmla="*/ 130872 h 361971"/>
                <a:gd name="connsiteX20" fmla="*/ 185947 w 362313"/>
                <a:gd name="connsiteY20" fmla="*/ 144916 h 361971"/>
                <a:gd name="connsiteX21" fmla="*/ 298410 w 362313"/>
                <a:gd name="connsiteY21" fmla="*/ 144916 h 361971"/>
                <a:gd name="connsiteX22" fmla="*/ 304800 w 362313"/>
                <a:gd name="connsiteY22" fmla="*/ 151300 h 361971"/>
                <a:gd name="connsiteX23" fmla="*/ 304161 w 362313"/>
                <a:gd name="connsiteY23" fmla="*/ 25089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2313"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6"/>
                    <a:pt x="281796" y="0"/>
                    <a:pt x="181474" y="0"/>
                  </a:cubicBezTo>
                  <a:close/>
                  <a:moveTo>
                    <a:pt x="304161" y="250890"/>
                  </a:moveTo>
                  <a:cubicBezTo>
                    <a:pt x="304161" y="254721"/>
                    <a:pt x="301605" y="257274"/>
                    <a:pt x="297771" y="257274"/>
                  </a:cubicBezTo>
                  <a:lnTo>
                    <a:pt x="65816" y="257274"/>
                  </a:lnTo>
                  <a:cubicBezTo>
                    <a:pt x="61982" y="257274"/>
                    <a:pt x="59426" y="254721"/>
                    <a:pt x="59426" y="250890"/>
                  </a:cubicBezTo>
                  <a:lnTo>
                    <a:pt x="59426" y="151300"/>
                  </a:lnTo>
                  <a:cubicBezTo>
                    <a:pt x="59426" y="147470"/>
                    <a:pt x="61982" y="144916"/>
                    <a:pt x="65816" y="144916"/>
                  </a:cubicBezTo>
                  <a:lnTo>
                    <a:pt x="172528" y="144916"/>
                  </a:lnTo>
                  <a:cubicBezTo>
                    <a:pt x="171250" y="142363"/>
                    <a:pt x="169972" y="140448"/>
                    <a:pt x="168694" y="138532"/>
                  </a:cubicBezTo>
                  <a:cubicBezTo>
                    <a:pt x="158470" y="127041"/>
                    <a:pt x="158470" y="109166"/>
                    <a:pt x="168694" y="97675"/>
                  </a:cubicBezTo>
                  <a:cubicBezTo>
                    <a:pt x="171889" y="94483"/>
                    <a:pt x="173806" y="89376"/>
                    <a:pt x="173806" y="84907"/>
                  </a:cubicBezTo>
                  <a:cubicBezTo>
                    <a:pt x="173806" y="81076"/>
                    <a:pt x="176362" y="78523"/>
                    <a:pt x="180196" y="78523"/>
                  </a:cubicBezTo>
                  <a:cubicBezTo>
                    <a:pt x="184030" y="78523"/>
                    <a:pt x="186586" y="81076"/>
                    <a:pt x="186586" y="84907"/>
                  </a:cubicBezTo>
                  <a:cubicBezTo>
                    <a:pt x="186586" y="92568"/>
                    <a:pt x="184030" y="99590"/>
                    <a:pt x="178918" y="105336"/>
                  </a:cubicBezTo>
                  <a:cubicBezTo>
                    <a:pt x="171889" y="112358"/>
                    <a:pt x="171889" y="123849"/>
                    <a:pt x="178918" y="130872"/>
                  </a:cubicBezTo>
                  <a:cubicBezTo>
                    <a:pt x="182752" y="134702"/>
                    <a:pt x="184669" y="139809"/>
                    <a:pt x="185947" y="144916"/>
                  </a:cubicBezTo>
                  <a:lnTo>
                    <a:pt x="298410" y="144916"/>
                  </a:lnTo>
                  <a:cubicBezTo>
                    <a:pt x="302244" y="144916"/>
                    <a:pt x="304800" y="147470"/>
                    <a:pt x="304800" y="151300"/>
                  </a:cubicBezTo>
                  <a:lnTo>
                    <a:pt x="304161" y="250890"/>
                  </a:lnTo>
                  <a:close/>
                </a:path>
              </a:pathLst>
            </a:custGeom>
            <a:solidFill>
              <a:srgbClr val="007680"/>
            </a:solidFill>
            <a:ln w="6390" cap="flat">
              <a:noFill/>
              <a:prstDash val="solid"/>
              <a:miter/>
            </a:ln>
          </p:spPr>
          <p:txBody>
            <a:bodyPr rtlCol="0" anchor="ctr"/>
            <a:lstStyle/>
            <a:p>
              <a:endParaRPr lang="en-US"/>
            </a:p>
          </p:txBody>
        </p:sp>
      </p:grpSp>
      <p:grpSp>
        <p:nvGrpSpPr>
          <p:cNvPr id="1171" name="Graphic 1100">
            <a:extLst>
              <a:ext uri="{FF2B5EF4-FFF2-40B4-BE49-F238E27FC236}">
                <a16:creationId xmlns:a16="http://schemas.microsoft.com/office/drawing/2014/main" id="{9BF62B7E-1526-8B42-9E0D-C866672B5325}"/>
              </a:ext>
            </a:extLst>
          </p:cNvPr>
          <p:cNvGrpSpPr/>
          <p:nvPr/>
        </p:nvGrpSpPr>
        <p:grpSpPr>
          <a:xfrm>
            <a:off x="467743" y="1406717"/>
            <a:ext cx="361670" cy="361971"/>
            <a:chOff x="467743" y="1406717"/>
            <a:chExt cx="361670" cy="361971"/>
          </a:xfrm>
          <a:solidFill>
            <a:srgbClr val="007680"/>
          </a:solidFill>
        </p:grpSpPr>
        <p:sp>
          <p:nvSpPr>
            <p:cNvPr id="1172" name="Graphic 1100">
              <a:extLst>
                <a:ext uri="{FF2B5EF4-FFF2-40B4-BE49-F238E27FC236}">
                  <a16:creationId xmlns:a16="http://schemas.microsoft.com/office/drawing/2014/main" id="{184148C5-3AE5-AE40-AD6D-DA8D8CAC55B0}"/>
                </a:ext>
              </a:extLst>
            </p:cNvPr>
            <p:cNvSpPr/>
            <p:nvPr/>
          </p:nvSpPr>
          <p:spPr>
            <a:xfrm>
              <a:off x="467743" y="1406717"/>
              <a:ext cx="361670" cy="361971"/>
            </a:xfrm>
            <a:custGeom>
              <a:avLst/>
              <a:gdLst>
                <a:gd name="connsiteX0" fmla="*/ 180835 w 361670"/>
                <a:gd name="connsiteY0" fmla="*/ 0 h 361971"/>
                <a:gd name="connsiteX1" fmla="*/ 0 w 361670"/>
                <a:gd name="connsiteY1" fmla="*/ 181305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028 h 361971"/>
                <a:gd name="connsiteX9" fmla="*/ 180835 w 361670"/>
                <a:gd name="connsiteY9" fmla="*/ 12130 h 361971"/>
                <a:gd name="connsiteX10" fmla="*/ 348891 w 361670"/>
                <a:gd name="connsiteY10" fmla="*/ 180028 h 361971"/>
                <a:gd name="connsiteX11" fmla="*/ 180835 w 361670"/>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1971">
                  <a:moveTo>
                    <a:pt x="180835" y="0"/>
                  </a:moveTo>
                  <a:cubicBezTo>
                    <a:pt x="80513" y="0"/>
                    <a:pt x="0" y="81077"/>
                    <a:pt x="0" y="181305"/>
                  </a:cubicBezTo>
                  <a:cubicBezTo>
                    <a:pt x="0" y="281534"/>
                    <a:pt x="81152" y="361972"/>
                    <a:pt x="180835" y="361972"/>
                  </a:cubicBezTo>
                  <a:cubicBezTo>
                    <a:pt x="280518" y="361972"/>
                    <a:pt x="361670" y="280895"/>
                    <a:pt x="361670" y="181305"/>
                  </a:cubicBezTo>
                  <a:cubicBezTo>
                    <a:pt x="361670" y="181305"/>
                    <a:pt x="361670" y="181305"/>
                    <a:pt x="361670" y="181305"/>
                  </a:cubicBezTo>
                  <a:cubicBezTo>
                    <a:pt x="361670" y="80438"/>
                    <a:pt x="281157" y="0"/>
                    <a:pt x="180835" y="0"/>
                  </a:cubicBezTo>
                  <a:cubicBezTo>
                    <a:pt x="180835" y="0"/>
                    <a:pt x="180835" y="0"/>
                    <a:pt x="180835" y="0"/>
                  </a:cubicBezTo>
                  <a:close/>
                  <a:moveTo>
                    <a:pt x="180835" y="348565"/>
                  </a:moveTo>
                  <a:cubicBezTo>
                    <a:pt x="87542" y="348565"/>
                    <a:pt x="12780" y="273234"/>
                    <a:pt x="12780" y="180028"/>
                  </a:cubicBezTo>
                  <a:cubicBezTo>
                    <a:pt x="12780" y="86822"/>
                    <a:pt x="87542" y="12130"/>
                    <a:pt x="180835" y="12130"/>
                  </a:cubicBezTo>
                  <a:cubicBezTo>
                    <a:pt x="274128" y="12130"/>
                    <a:pt x="348891" y="87461"/>
                    <a:pt x="348891" y="180028"/>
                  </a:cubicBezTo>
                  <a:cubicBezTo>
                    <a:pt x="348891" y="273234"/>
                    <a:pt x="273489" y="348565"/>
                    <a:pt x="180835" y="348565"/>
                  </a:cubicBezTo>
                  <a:close/>
                </a:path>
              </a:pathLst>
            </a:custGeom>
            <a:solidFill>
              <a:srgbClr val="007680"/>
            </a:solidFill>
            <a:ln w="6390" cap="flat">
              <a:noFill/>
              <a:prstDash val="solid"/>
              <a:miter/>
            </a:ln>
          </p:spPr>
          <p:txBody>
            <a:bodyPr rtlCol="0" anchor="ctr"/>
            <a:lstStyle/>
            <a:p>
              <a:endParaRPr lang="en-US"/>
            </a:p>
          </p:txBody>
        </p:sp>
        <p:sp>
          <p:nvSpPr>
            <p:cNvPr id="1173" name="Graphic 1100">
              <a:extLst>
                <a:ext uri="{FF2B5EF4-FFF2-40B4-BE49-F238E27FC236}">
                  <a16:creationId xmlns:a16="http://schemas.microsoft.com/office/drawing/2014/main" id="{186D2292-9865-A04E-9035-81F6167E6C0A}"/>
                </a:ext>
              </a:extLst>
            </p:cNvPr>
            <p:cNvSpPr/>
            <p:nvPr/>
          </p:nvSpPr>
          <p:spPr>
            <a:xfrm>
              <a:off x="552090" y="1513330"/>
              <a:ext cx="192337" cy="117465"/>
            </a:xfrm>
            <a:custGeom>
              <a:avLst/>
              <a:gdLst>
                <a:gd name="connsiteX0" fmla="*/ 6390 w 192337"/>
                <a:gd name="connsiteY0" fmla="*/ 117465 h 117465"/>
                <a:gd name="connsiteX1" fmla="*/ 185947 w 192337"/>
                <a:gd name="connsiteY1" fmla="*/ 117465 h 117465"/>
                <a:gd name="connsiteX2" fmla="*/ 192337 w 192337"/>
                <a:gd name="connsiteY2" fmla="*/ 111081 h 117465"/>
                <a:gd name="connsiteX3" fmla="*/ 192337 w 192337"/>
                <a:gd name="connsiteY3" fmla="*/ 6384 h 117465"/>
                <a:gd name="connsiteX4" fmla="*/ 185947 w 192337"/>
                <a:gd name="connsiteY4" fmla="*/ 0 h 117465"/>
                <a:gd name="connsiteX5" fmla="*/ 6390 w 192337"/>
                <a:gd name="connsiteY5" fmla="*/ 0 h 117465"/>
                <a:gd name="connsiteX6" fmla="*/ 0 w 192337"/>
                <a:gd name="connsiteY6" fmla="*/ 6384 h 117465"/>
                <a:gd name="connsiteX7" fmla="*/ 0 w 192337"/>
                <a:gd name="connsiteY7" fmla="*/ 111081 h 117465"/>
                <a:gd name="connsiteX8" fmla="*/ 6390 w 192337"/>
                <a:gd name="connsiteY8" fmla="*/ 117465 h 117465"/>
                <a:gd name="connsiteX9" fmla="*/ 12780 w 192337"/>
                <a:gd name="connsiteY9" fmla="*/ 12768 h 117465"/>
                <a:gd name="connsiteX10" fmla="*/ 179557 w 192337"/>
                <a:gd name="connsiteY10" fmla="*/ 12768 h 117465"/>
                <a:gd name="connsiteX11" fmla="*/ 179557 w 192337"/>
                <a:gd name="connsiteY11" fmla="*/ 104697 h 117465"/>
                <a:gd name="connsiteX12" fmla="*/ 12780 w 192337"/>
                <a:gd name="connsiteY12" fmla="*/ 104697 h 117465"/>
                <a:gd name="connsiteX13" fmla="*/ 12780 w 192337"/>
                <a:gd name="connsiteY13" fmla="*/ 12768 h 11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2337" h="117465">
                  <a:moveTo>
                    <a:pt x="6390" y="117465"/>
                  </a:moveTo>
                  <a:lnTo>
                    <a:pt x="185947" y="117465"/>
                  </a:lnTo>
                  <a:cubicBezTo>
                    <a:pt x="189781" y="117465"/>
                    <a:pt x="192337" y="114912"/>
                    <a:pt x="192337" y="111081"/>
                  </a:cubicBezTo>
                  <a:lnTo>
                    <a:pt x="192337" y="6384"/>
                  </a:lnTo>
                  <a:cubicBezTo>
                    <a:pt x="192337" y="2554"/>
                    <a:pt x="189781" y="0"/>
                    <a:pt x="185947" y="0"/>
                  </a:cubicBezTo>
                  <a:lnTo>
                    <a:pt x="6390" y="0"/>
                  </a:lnTo>
                  <a:cubicBezTo>
                    <a:pt x="2556" y="0"/>
                    <a:pt x="0" y="2554"/>
                    <a:pt x="0" y="6384"/>
                  </a:cubicBezTo>
                  <a:lnTo>
                    <a:pt x="0" y="111081"/>
                  </a:lnTo>
                  <a:cubicBezTo>
                    <a:pt x="0" y="114912"/>
                    <a:pt x="3195" y="117465"/>
                    <a:pt x="6390" y="117465"/>
                  </a:cubicBezTo>
                  <a:close/>
                  <a:moveTo>
                    <a:pt x="12780" y="12768"/>
                  </a:moveTo>
                  <a:lnTo>
                    <a:pt x="179557" y="12768"/>
                  </a:lnTo>
                  <a:lnTo>
                    <a:pt x="179557" y="104697"/>
                  </a:lnTo>
                  <a:lnTo>
                    <a:pt x="12780" y="104697"/>
                  </a:lnTo>
                  <a:lnTo>
                    <a:pt x="12780" y="12768"/>
                  </a:lnTo>
                  <a:close/>
                </a:path>
              </a:pathLst>
            </a:custGeom>
            <a:solidFill>
              <a:srgbClr val="007680"/>
            </a:solidFill>
            <a:ln w="6390" cap="flat">
              <a:noFill/>
              <a:prstDash val="solid"/>
              <a:miter/>
            </a:ln>
          </p:spPr>
          <p:txBody>
            <a:bodyPr rtlCol="0" anchor="ctr"/>
            <a:lstStyle/>
            <a:p>
              <a:endParaRPr lang="en-US"/>
            </a:p>
          </p:txBody>
        </p:sp>
        <p:sp>
          <p:nvSpPr>
            <p:cNvPr id="1174" name="Graphic 1100">
              <a:extLst>
                <a:ext uri="{FF2B5EF4-FFF2-40B4-BE49-F238E27FC236}">
                  <a16:creationId xmlns:a16="http://schemas.microsoft.com/office/drawing/2014/main" id="{77622B82-2B49-7646-A184-403353EACA18}"/>
                </a:ext>
              </a:extLst>
            </p:cNvPr>
            <p:cNvSpPr/>
            <p:nvPr/>
          </p:nvSpPr>
          <p:spPr>
            <a:xfrm>
              <a:off x="537393" y="1648032"/>
              <a:ext cx="222369" cy="12767"/>
            </a:xfrm>
            <a:custGeom>
              <a:avLst/>
              <a:gdLst>
                <a:gd name="connsiteX0" fmla="*/ 215980 w 222369"/>
                <a:gd name="connsiteY0" fmla="*/ 0 h 12767"/>
                <a:gd name="connsiteX1" fmla="*/ 6390 w 222369"/>
                <a:gd name="connsiteY1" fmla="*/ 0 h 12767"/>
                <a:gd name="connsiteX2" fmla="*/ 0 w 222369"/>
                <a:gd name="connsiteY2" fmla="*/ 6384 h 12767"/>
                <a:gd name="connsiteX3" fmla="*/ 6390 w 222369"/>
                <a:gd name="connsiteY3" fmla="*/ 12768 h 12767"/>
                <a:gd name="connsiteX4" fmla="*/ 215980 w 222369"/>
                <a:gd name="connsiteY4" fmla="*/ 12768 h 12767"/>
                <a:gd name="connsiteX5" fmla="*/ 222370 w 222369"/>
                <a:gd name="connsiteY5" fmla="*/ 6384 h 12767"/>
                <a:gd name="connsiteX6" fmla="*/ 215980 w 22236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369" h="12767">
                  <a:moveTo>
                    <a:pt x="215980" y="0"/>
                  </a:moveTo>
                  <a:lnTo>
                    <a:pt x="6390" y="0"/>
                  </a:lnTo>
                  <a:cubicBezTo>
                    <a:pt x="2556" y="0"/>
                    <a:pt x="0" y="2554"/>
                    <a:pt x="0" y="6384"/>
                  </a:cubicBezTo>
                  <a:cubicBezTo>
                    <a:pt x="0" y="10214"/>
                    <a:pt x="2556" y="12768"/>
                    <a:pt x="6390" y="12768"/>
                  </a:cubicBezTo>
                  <a:lnTo>
                    <a:pt x="215980" y="12768"/>
                  </a:lnTo>
                  <a:cubicBezTo>
                    <a:pt x="219814" y="12768"/>
                    <a:pt x="222370" y="10214"/>
                    <a:pt x="222370" y="6384"/>
                  </a:cubicBezTo>
                  <a:cubicBezTo>
                    <a:pt x="222370" y="2554"/>
                    <a:pt x="219814" y="0"/>
                    <a:pt x="215980" y="0"/>
                  </a:cubicBezTo>
                  <a:close/>
                </a:path>
              </a:pathLst>
            </a:custGeom>
            <a:solidFill>
              <a:srgbClr val="007680"/>
            </a:solidFill>
            <a:ln w="6390" cap="flat">
              <a:noFill/>
              <a:prstDash val="solid"/>
              <a:miter/>
            </a:ln>
          </p:spPr>
          <p:txBody>
            <a:bodyPr rtlCol="0" anchor="ctr"/>
            <a:lstStyle/>
            <a:p>
              <a:endParaRPr lang="en-US"/>
            </a:p>
          </p:txBody>
        </p:sp>
      </p:grpSp>
      <p:grpSp>
        <p:nvGrpSpPr>
          <p:cNvPr id="1175" name="Graphic 1100">
            <a:extLst>
              <a:ext uri="{FF2B5EF4-FFF2-40B4-BE49-F238E27FC236}">
                <a16:creationId xmlns:a16="http://schemas.microsoft.com/office/drawing/2014/main" id="{1CD425CA-9646-FE46-8E07-D172056FDBC8}"/>
              </a:ext>
            </a:extLst>
          </p:cNvPr>
          <p:cNvGrpSpPr/>
          <p:nvPr/>
        </p:nvGrpSpPr>
        <p:grpSpPr>
          <a:xfrm>
            <a:off x="905454" y="1406717"/>
            <a:ext cx="362309" cy="361971"/>
            <a:chOff x="905454" y="1406717"/>
            <a:chExt cx="362309" cy="361971"/>
          </a:xfrm>
          <a:solidFill>
            <a:srgbClr val="007680"/>
          </a:solidFill>
        </p:grpSpPr>
        <p:sp>
          <p:nvSpPr>
            <p:cNvPr id="1176" name="Graphic 1100">
              <a:extLst>
                <a:ext uri="{FF2B5EF4-FFF2-40B4-BE49-F238E27FC236}">
                  <a16:creationId xmlns:a16="http://schemas.microsoft.com/office/drawing/2014/main" id="{9794EF8F-7EE2-9D4A-971F-832D02192BF2}"/>
                </a:ext>
              </a:extLst>
            </p:cNvPr>
            <p:cNvSpPr/>
            <p:nvPr/>
          </p:nvSpPr>
          <p:spPr>
            <a:xfrm>
              <a:off x="905454" y="1406717"/>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362309 w 362309"/>
                <a:gd name="connsiteY4" fmla="*/ 181305 h 361971"/>
                <a:gd name="connsiteX5" fmla="*/ 180835 w 362309"/>
                <a:gd name="connsiteY5" fmla="*/ 0 h 361971"/>
                <a:gd name="connsiteX6" fmla="*/ 84986 w 362309"/>
                <a:gd name="connsiteY6" fmla="*/ 112996 h 361971"/>
                <a:gd name="connsiteX7" fmla="*/ 91376 w 362309"/>
                <a:gd name="connsiteY7" fmla="*/ 106612 h 361971"/>
                <a:gd name="connsiteX8" fmla="*/ 270933 w 362309"/>
                <a:gd name="connsiteY8" fmla="*/ 106612 h 361971"/>
                <a:gd name="connsiteX9" fmla="*/ 277323 w 362309"/>
                <a:gd name="connsiteY9" fmla="*/ 112996 h 361971"/>
                <a:gd name="connsiteX10" fmla="*/ 277323 w 362309"/>
                <a:gd name="connsiteY10" fmla="*/ 217694 h 361971"/>
                <a:gd name="connsiteX11" fmla="*/ 270933 w 362309"/>
                <a:gd name="connsiteY11" fmla="*/ 224078 h 361971"/>
                <a:gd name="connsiteX12" fmla="*/ 91376 w 362309"/>
                <a:gd name="connsiteY12" fmla="*/ 224078 h 361971"/>
                <a:gd name="connsiteX13" fmla="*/ 84986 w 362309"/>
                <a:gd name="connsiteY13" fmla="*/ 217694 h 361971"/>
                <a:gd name="connsiteX14" fmla="*/ 84986 w 362309"/>
                <a:gd name="connsiteY14" fmla="*/ 112996 h 361971"/>
                <a:gd name="connsiteX15" fmla="*/ 286269 w 362309"/>
                <a:gd name="connsiteY15" fmla="*/ 254082 h 361971"/>
                <a:gd name="connsiteX16" fmla="*/ 76679 w 362309"/>
                <a:gd name="connsiteY16" fmla="*/ 254082 h 361971"/>
                <a:gd name="connsiteX17" fmla="*/ 70289 w 362309"/>
                <a:gd name="connsiteY17" fmla="*/ 247698 h 361971"/>
                <a:gd name="connsiteX18" fmla="*/ 76679 w 362309"/>
                <a:gd name="connsiteY18" fmla="*/ 241314 h 361971"/>
                <a:gd name="connsiteX19" fmla="*/ 286269 w 362309"/>
                <a:gd name="connsiteY19" fmla="*/ 241314 h 361971"/>
                <a:gd name="connsiteX20" fmla="*/ 292659 w 362309"/>
                <a:gd name="connsiteY20" fmla="*/ 247698 h 361971"/>
                <a:gd name="connsiteX21" fmla="*/ 286269 w 362309"/>
                <a:gd name="connsiteY21" fmla="*/ 254082 h 361971"/>
                <a:gd name="connsiteX22" fmla="*/ 286269 w 362309"/>
                <a:gd name="connsiteY22" fmla="*/ 25408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181305"/>
                    <a:pt x="362309" y="181305"/>
                    <a:pt x="362309" y="181305"/>
                  </a:cubicBezTo>
                  <a:cubicBezTo>
                    <a:pt x="361670" y="80438"/>
                    <a:pt x="281157" y="0"/>
                    <a:pt x="180835" y="0"/>
                  </a:cubicBezTo>
                  <a:close/>
                  <a:moveTo>
                    <a:pt x="84986" y="112996"/>
                  </a:moveTo>
                  <a:cubicBezTo>
                    <a:pt x="84986" y="109166"/>
                    <a:pt x="87542" y="106612"/>
                    <a:pt x="91376" y="106612"/>
                  </a:cubicBezTo>
                  <a:lnTo>
                    <a:pt x="270933" y="106612"/>
                  </a:lnTo>
                  <a:cubicBezTo>
                    <a:pt x="274767" y="106612"/>
                    <a:pt x="277323" y="109166"/>
                    <a:pt x="277323" y="112996"/>
                  </a:cubicBezTo>
                  <a:lnTo>
                    <a:pt x="277323" y="217694"/>
                  </a:lnTo>
                  <a:cubicBezTo>
                    <a:pt x="277323" y="221524"/>
                    <a:pt x="274767" y="224078"/>
                    <a:pt x="270933" y="224078"/>
                  </a:cubicBezTo>
                  <a:lnTo>
                    <a:pt x="91376" y="224078"/>
                  </a:lnTo>
                  <a:cubicBezTo>
                    <a:pt x="87542" y="224078"/>
                    <a:pt x="84986" y="221524"/>
                    <a:pt x="84986" y="217694"/>
                  </a:cubicBezTo>
                  <a:lnTo>
                    <a:pt x="84986" y="112996"/>
                  </a:lnTo>
                  <a:close/>
                  <a:moveTo>
                    <a:pt x="286269" y="254082"/>
                  </a:moveTo>
                  <a:lnTo>
                    <a:pt x="76679" y="254082"/>
                  </a:lnTo>
                  <a:cubicBezTo>
                    <a:pt x="72845" y="254082"/>
                    <a:pt x="70289" y="251529"/>
                    <a:pt x="70289" y="247698"/>
                  </a:cubicBezTo>
                  <a:cubicBezTo>
                    <a:pt x="70289" y="243868"/>
                    <a:pt x="72845" y="241314"/>
                    <a:pt x="76679" y="241314"/>
                  </a:cubicBezTo>
                  <a:lnTo>
                    <a:pt x="286269" y="241314"/>
                  </a:lnTo>
                  <a:cubicBezTo>
                    <a:pt x="290103" y="241314"/>
                    <a:pt x="292659" y="243868"/>
                    <a:pt x="292659" y="247698"/>
                  </a:cubicBezTo>
                  <a:cubicBezTo>
                    <a:pt x="292659" y="251529"/>
                    <a:pt x="289464" y="254082"/>
                    <a:pt x="286269" y="254082"/>
                  </a:cubicBezTo>
                  <a:lnTo>
                    <a:pt x="286269" y="254082"/>
                  </a:lnTo>
                  <a:close/>
                </a:path>
              </a:pathLst>
            </a:custGeom>
            <a:solidFill>
              <a:srgbClr val="007680"/>
            </a:solidFill>
            <a:ln w="6390" cap="flat">
              <a:noFill/>
              <a:prstDash val="solid"/>
              <a:miter/>
            </a:ln>
          </p:spPr>
          <p:txBody>
            <a:bodyPr rtlCol="0" anchor="ctr"/>
            <a:lstStyle/>
            <a:p>
              <a:endParaRPr lang="en-US"/>
            </a:p>
          </p:txBody>
        </p:sp>
        <p:sp>
          <p:nvSpPr>
            <p:cNvPr id="1177" name="Graphic 1100">
              <a:extLst>
                <a:ext uri="{FF2B5EF4-FFF2-40B4-BE49-F238E27FC236}">
                  <a16:creationId xmlns:a16="http://schemas.microsoft.com/office/drawing/2014/main" id="{0A7306DB-A17B-0840-AD20-2D3ADD4ABA44}"/>
                </a:ext>
              </a:extLst>
            </p:cNvPr>
            <p:cNvSpPr/>
            <p:nvPr/>
          </p:nvSpPr>
          <p:spPr>
            <a:xfrm>
              <a:off x="1003220" y="1526097"/>
              <a:ext cx="166777" cy="91929"/>
            </a:xfrm>
            <a:custGeom>
              <a:avLst/>
              <a:gdLst>
                <a:gd name="connsiteX0" fmla="*/ 0 w 166777"/>
                <a:gd name="connsiteY0" fmla="*/ 0 h 91929"/>
                <a:gd name="connsiteX1" fmla="*/ 166777 w 166777"/>
                <a:gd name="connsiteY1" fmla="*/ 0 h 91929"/>
                <a:gd name="connsiteX2" fmla="*/ 166777 w 166777"/>
                <a:gd name="connsiteY2" fmla="*/ 91929 h 91929"/>
                <a:gd name="connsiteX3" fmla="*/ 0 w 166777"/>
                <a:gd name="connsiteY3" fmla="*/ 91929 h 91929"/>
              </a:gdLst>
              <a:ahLst/>
              <a:cxnLst>
                <a:cxn ang="0">
                  <a:pos x="connsiteX0" y="connsiteY0"/>
                </a:cxn>
                <a:cxn ang="0">
                  <a:pos x="connsiteX1" y="connsiteY1"/>
                </a:cxn>
                <a:cxn ang="0">
                  <a:pos x="connsiteX2" y="connsiteY2"/>
                </a:cxn>
                <a:cxn ang="0">
                  <a:pos x="connsiteX3" y="connsiteY3"/>
                </a:cxn>
              </a:cxnLst>
              <a:rect l="l" t="t" r="r" b="b"/>
              <a:pathLst>
                <a:path w="166777" h="91929">
                  <a:moveTo>
                    <a:pt x="0" y="0"/>
                  </a:moveTo>
                  <a:lnTo>
                    <a:pt x="166777" y="0"/>
                  </a:lnTo>
                  <a:lnTo>
                    <a:pt x="166777" y="91929"/>
                  </a:lnTo>
                  <a:lnTo>
                    <a:pt x="0" y="91929"/>
                  </a:lnTo>
                  <a:close/>
                </a:path>
              </a:pathLst>
            </a:custGeom>
            <a:solidFill>
              <a:srgbClr val="007680"/>
            </a:solidFill>
            <a:ln w="6390" cap="flat">
              <a:noFill/>
              <a:prstDash val="solid"/>
              <a:miter/>
            </a:ln>
          </p:spPr>
          <p:txBody>
            <a:bodyPr rtlCol="0" anchor="ctr"/>
            <a:lstStyle/>
            <a:p>
              <a:endParaRPr lang="en-US"/>
            </a:p>
          </p:txBody>
        </p:sp>
      </p:grpSp>
      <p:grpSp>
        <p:nvGrpSpPr>
          <p:cNvPr id="1178" name="Graphic 1100">
            <a:extLst>
              <a:ext uri="{FF2B5EF4-FFF2-40B4-BE49-F238E27FC236}">
                <a16:creationId xmlns:a16="http://schemas.microsoft.com/office/drawing/2014/main" id="{7AC31370-4F82-554E-987B-B67687EA5E34}"/>
              </a:ext>
            </a:extLst>
          </p:cNvPr>
          <p:cNvGrpSpPr/>
          <p:nvPr/>
        </p:nvGrpSpPr>
        <p:grpSpPr>
          <a:xfrm>
            <a:off x="1515054" y="3828162"/>
            <a:ext cx="362309" cy="361971"/>
            <a:chOff x="1515054" y="3828162"/>
            <a:chExt cx="362309" cy="361971"/>
          </a:xfrm>
          <a:solidFill>
            <a:srgbClr val="007680"/>
          </a:solidFill>
        </p:grpSpPr>
        <p:sp>
          <p:nvSpPr>
            <p:cNvPr id="1179" name="Graphic 1100">
              <a:extLst>
                <a:ext uri="{FF2B5EF4-FFF2-40B4-BE49-F238E27FC236}">
                  <a16:creationId xmlns:a16="http://schemas.microsoft.com/office/drawing/2014/main" id="{48E3BB30-1596-FD40-BB75-D2673CBECEB2}"/>
                </a:ext>
              </a:extLst>
            </p:cNvPr>
            <p:cNvSpPr/>
            <p:nvPr/>
          </p:nvSpPr>
          <p:spPr>
            <a:xfrm>
              <a:off x="1515054" y="3828162"/>
              <a:ext cx="362309" cy="361971"/>
            </a:xfrm>
            <a:custGeom>
              <a:avLst/>
              <a:gdLst>
                <a:gd name="connsiteX0" fmla="*/ 180835 w 362309"/>
                <a:gd name="connsiteY0" fmla="*/ 0 h 361971"/>
                <a:gd name="connsiteX1" fmla="*/ 0 w 362309"/>
                <a:gd name="connsiteY1" fmla="*/ 180667 h 361971"/>
                <a:gd name="connsiteX2" fmla="*/ 180835 w 362309"/>
                <a:gd name="connsiteY2" fmla="*/ 361971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1305 h 361971"/>
                <a:gd name="connsiteX10" fmla="*/ 349529 w 362309"/>
                <a:gd name="connsiteY10" fmla="*/ 181305 h 361971"/>
                <a:gd name="connsiteX11" fmla="*/ 180835 w 362309"/>
                <a:gd name="connsiteY11" fmla="*/ 349204 h 361971"/>
                <a:gd name="connsiteX12" fmla="*/ 180835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6"/>
                    <a:pt x="0" y="180667"/>
                  </a:cubicBezTo>
                  <a:cubicBezTo>
                    <a:pt x="0" y="280895"/>
                    <a:pt x="81152" y="361971"/>
                    <a:pt x="180835" y="361971"/>
                  </a:cubicBezTo>
                  <a:cubicBezTo>
                    <a:pt x="280518" y="361971"/>
                    <a:pt x="362309" y="280895"/>
                    <a:pt x="362309" y="180667"/>
                  </a:cubicBezTo>
                  <a:lnTo>
                    <a:pt x="362309" y="180667"/>
                  </a:lnTo>
                  <a:cubicBezTo>
                    <a:pt x="361670" y="81076"/>
                    <a:pt x="280518" y="0"/>
                    <a:pt x="180835" y="0"/>
                  </a:cubicBezTo>
                  <a:close/>
                  <a:moveTo>
                    <a:pt x="180835" y="349204"/>
                  </a:moveTo>
                  <a:cubicBezTo>
                    <a:pt x="87542" y="349204"/>
                    <a:pt x="12780" y="273873"/>
                    <a:pt x="12780" y="180667"/>
                  </a:cubicBezTo>
                  <a:cubicBezTo>
                    <a:pt x="12780" y="87460"/>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007680"/>
            </a:solidFill>
            <a:ln w="6390" cap="flat">
              <a:noFill/>
              <a:prstDash val="solid"/>
              <a:miter/>
            </a:ln>
          </p:spPr>
          <p:txBody>
            <a:bodyPr rtlCol="0" anchor="ctr"/>
            <a:lstStyle/>
            <a:p>
              <a:endParaRPr lang="en-US"/>
            </a:p>
          </p:txBody>
        </p:sp>
        <p:sp>
          <p:nvSpPr>
            <p:cNvPr id="1180" name="Graphic 1100">
              <a:extLst>
                <a:ext uri="{FF2B5EF4-FFF2-40B4-BE49-F238E27FC236}">
                  <a16:creationId xmlns:a16="http://schemas.microsoft.com/office/drawing/2014/main" id="{98846CC5-6EA6-EA4C-A100-2AF6311DD822}"/>
                </a:ext>
              </a:extLst>
            </p:cNvPr>
            <p:cNvSpPr/>
            <p:nvPr/>
          </p:nvSpPr>
          <p:spPr>
            <a:xfrm>
              <a:off x="1596845" y="3909741"/>
              <a:ext cx="196946" cy="197401"/>
            </a:xfrm>
            <a:custGeom>
              <a:avLst/>
              <a:gdLst>
                <a:gd name="connsiteX0" fmla="*/ 123326 w 196946"/>
                <a:gd name="connsiteY0" fmla="*/ 13542 h 197401"/>
                <a:gd name="connsiteX1" fmla="*/ 111185 w 196946"/>
                <a:gd name="connsiteY1" fmla="*/ 35886 h 197401"/>
                <a:gd name="connsiteX2" fmla="*/ 23004 w 196946"/>
                <a:gd name="connsiteY2" fmla="*/ 134200 h 197401"/>
                <a:gd name="connsiteX3" fmla="*/ 1917 w 196946"/>
                <a:gd name="connsiteY3" fmla="*/ 155267 h 197401"/>
                <a:gd name="connsiteX4" fmla="*/ 1917 w 196946"/>
                <a:gd name="connsiteY4" fmla="*/ 164204 h 197401"/>
                <a:gd name="connsiteX5" fmla="*/ 33228 w 196946"/>
                <a:gd name="connsiteY5" fmla="*/ 195486 h 197401"/>
                <a:gd name="connsiteX6" fmla="*/ 42174 w 196946"/>
                <a:gd name="connsiteY6" fmla="*/ 195486 h 197401"/>
                <a:gd name="connsiteX7" fmla="*/ 63260 w 196946"/>
                <a:gd name="connsiteY7" fmla="*/ 174419 h 197401"/>
                <a:gd name="connsiteX8" fmla="*/ 161665 w 196946"/>
                <a:gd name="connsiteY8" fmla="*/ 86320 h 197401"/>
                <a:gd name="connsiteX9" fmla="*/ 196171 w 196946"/>
                <a:gd name="connsiteY9" fmla="*/ 35248 h 197401"/>
                <a:gd name="connsiteX10" fmla="*/ 145052 w 196946"/>
                <a:gd name="connsiteY10" fmla="*/ 774 h 197401"/>
                <a:gd name="connsiteX11" fmla="*/ 123326 w 196946"/>
                <a:gd name="connsiteY11" fmla="*/ 13542 h 197401"/>
                <a:gd name="connsiteX12" fmla="*/ 123326 w 196946"/>
                <a:gd name="connsiteY12" fmla="*/ 13542 h 197401"/>
                <a:gd name="connsiteX13" fmla="*/ 153997 w 196946"/>
                <a:gd name="connsiteY13" fmla="*/ 13542 h 197401"/>
                <a:gd name="connsiteX14" fmla="*/ 184669 w 196946"/>
                <a:gd name="connsiteY14" fmla="*/ 44824 h 197401"/>
                <a:gd name="connsiteX15" fmla="*/ 179557 w 196946"/>
                <a:gd name="connsiteY15" fmla="*/ 61422 h 197401"/>
                <a:gd name="connsiteX16" fmla="*/ 136745 w 196946"/>
                <a:gd name="connsiteY16" fmla="*/ 18649 h 197401"/>
                <a:gd name="connsiteX17" fmla="*/ 153997 w 196946"/>
                <a:gd name="connsiteY17" fmla="*/ 13542 h 197401"/>
                <a:gd name="connsiteX18" fmla="*/ 153997 w 196946"/>
                <a:gd name="connsiteY18" fmla="*/ 13542 h 197401"/>
                <a:gd name="connsiteX19" fmla="*/ 132272 w 196946"/>
                <a:gd name="connsiteY19" fmla="*/ 65891 h 197401"/>
                <a:gd name="connsiteX20" fmla="*/ 128438 w 196946"/>
                <a:gd name="connsiteY20" fmla="*/ 27587 h 197401"/>
                <a:gd name="connsiteX21" fmla="*/ 171250 w 196946"/>
                <a:gd name="connsiteY21" fmla="*/ 70360 h 197401"/>
                <a:gd name="connsiteX22" fmla="*/ 132272 w 196946"/>
                <a:gd name="connsiteY22" fmla="*/ 65891 h 197401"/>
                <a:gd name="connsiteX23" fmla="*/ 132272 w 196946"/>
                <a:gd name="connsiteY23" fmla="*/ 65891 h 197401"/>
                <a:gd name="connsiteX24" fmla="*/ 111824 w 196946"/>
                <a:gd name="connsiteY24" fmla="*/ 54400 h 197401"/>
                <a:gd name="connsiteX25" fmla="*/ 143774 w 196946"/>
                <a:gd name="connsiteY25" fmla="*/ 86320 h 197401"/>
                <a:gd name="connsiteX26" fmla="*/ 59426 w 196946"/>
                <a:gd name="connsiteY26" fmla="*/ 161651 h 197401"/>
                <a:gd name="connsiteX27" fmla="*/ 36423 w 196946"/>
                <a:gd name="connsiteY27" fmla="*/ 138668 h 197401"/>
                <a:gd name="connsiteX28" fmla="*/ 111824 w 196946"/>
                <a:gd name="connsiteY28" fmla="*/ 54400 h 197401"/>
                <a:gd name="connsiteX29" fmla="*/ 38340 w 196946"/>
                <a:gd name="connsiteY29" fmla="*/ 182079 h 197401"/>
                <a:gd name="connsiteX30" fmla="*/ 15975 w 196946"/>
                <a:gd name="connsiteY30" fmla="*/ 159736 h 197401"/>
                <a:gd name="connsiteX31" fmla="*/ 28116 w 196946"/>
                <a:gd name="connsiteY31" fmla="*/ 147606 h 197401"/>
                <a:gd name="connsiteX32" fmla="*/ 50480 w 196946"/>
                <a:gd name="connsiteY32" fmla="*/ 169950 h 197401"/>
                <a:gd name="connsiteX33" fmla="*/ 38340 w 196946"/>
                <a:gd name="connsiteY33" fmla="*/ 182079 h 197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96946" h="197401">
                  <a:moveTo>
                    <a:pt x="123326" y="13542"/>
                  </a:moveTo>
                  <a:cubicBezTo>
                    <a:pt x="116936" y="19926"/>
                    <a:pt x="113102" y="27587"/>
                    <a:pt x="111185" y="35886"/>
                  </a:cubicBezTo>
                  <a:lnTo>
                    <a:pt x="23004" y="134200"/>
                  </a:lnTo>
                  <a:lnTo>
                    <a:pt x="1917" y="155267"/>
                  </a:lnTo>
                  <a:cubicBezTo>
                    <a:pt x="-639" y="157820"/>
                    <a:pt x="-639" y="161651"/>
                    <a:pt x="1917" y="164204"/>
                  </a:cubicBezTo>
                  <a:lnTo>
                    <a:pt x="33228" y="195486"/>
                  </a:lnTo>
                  <a:cubicBezTo>
                    <a:pt x="35784" y="198039"/>
                    <a:pt x="39618" y="198039"/>
                    <a:pt x="42174" y="195486"/>
                  </a:cubicBezTo>
                  <a:lnTo>
                    <a:pt x="63260" y="174419"/>
                  </a:lnTo>
                  <a:lnTo>
                    <a:pt x="161665" y="86320"/>
                  </a:lnTo>
                  <a:cubicBezTo>
                    <a:pt x="185308" y="81851"/>
                    <a:pt x="200644" y="58869"/>
                    <a:pt x="196171" y="35248"/>
                  </a:cubicBezTo>
                  <a:cubicBezTo>
                    <a:pt x="191698" y="11627"/>
                    <a:pt x="168694" y="-3695"/>
                    <a:pt x="145052" y="774"/>
                  </a:cubicBezTo>
                  <a:cubicBezTo>
                    <a:pt x="137384" y="3328"/>
                    <a:pt x="129716" y="7158"/>
                    <a:pt x="123326" y="13542"/>
                  </a:cubicBezTo>
                  <a:lnTo>
                    <a:pt x="123326" y="13542"/>
                  </a:lnTo>
                  <a:close/>
                  <a:moveTo>
                    <a:pt x="153997" y="13542"/>
                  </a:moveTo>
                  <a:cubicBezTo>
                    <a:pt x="171250" y="13542"/>
                    <a:pt x="184669" y="27587"/>
                    <a:pt x="184669" y="44824"/>
                  </a:cubicBezTo>
                  <a:cubicBezTo>
                    <a:pt x="184669" y="50569"/>
                    <a:pt x="182752" y="56315"/>
                    <a:pt x="179557" y="61422"/>
                  </a:cubicBezTo>
                  <a:lnTo>
                    <a:pt x="136745" y="18649"/>
                  </a:lnTo>
                  <a:cubicBezTo>
                    <a:pt x="141857" y="15457"/>
                    <a:pt x="148247" y="13542"/>
                    <a:pt x="153997" y="13542"/>
                  </a:cubicBezTo>
                  <a:lnTo>
                    <a:pt x="153997" y="13542"/>
                  </a:lnTo>
                  <a:close/>
                  <a:moveTo>
                    <a:pt x="132272" y="65891"/>
                  </a:moveTo>
                  <a:cubicBezTo>
                    <a:pt x="122048" y="55677"/>
                    <a:pt x="120131" y="39717"/>
                    <a:pt x="128438" y="27587"/>
                  </a:cubicBezTo>
                  <a:lnTo>
                    <a:pt x="171250" y="70360"/>
                  </a:lnTo>
                  <a:cubicBezTo>
                    <a:pt x="158471" y="78021"/>
                    <a:pt x="142496" y="76744"/>
                    <a:pt x="132272" y="65891"/>
                  </a:cubicBezTo>
                  <a:lnTo>
                    <a:pt x="132272" y="65891"/>
                  </a:lnTo>
                  <a:close/>
                  <a:moveTo>
                    <a:pt x="111824" y="54400"/>
                  </a:moveTo>
                  <a:cubicBezTo>
                    <a:pt x="115658" y="70360"/>
                    <a:pt x="127799" y="82489"/>
                    <a:pt x="143774" y="86320"/>
                  </a:cubicBezTo>
                  <a:lnTo>
                    <a:pt x="59426" y="161651"/>
                  </a:lnTo>
                  <a:lnTo>
                    <a:pt x="36423" y="138668"/>
                  </a:lnTo>
                  <a:lnTo>
                    <a:pt x="111824" y="54400"/>
                  </a:lnTo>
                  <a:close/>
                  <a:moveTo>
                    <a:pt x="38340" y="182079"/>
                  </a:moveTo>
                  <a:lnTo>
                    <a:pt x="15975" y="159736"/>
                  </a:lnTo>
                  <a:lnTo>
                    <a:pt x="28116" y="147606"/>
                  </a:lnTo>
                  <a:lnTo>
                    <a:pt x="50480" y="169950"/>
                  </a:lnTo>
                  <a:lnTo>
                    <a:pt x="38340" y="182079"/>
                  </a:lnTo>
                  <a:close/>
                </a:path>
              </a:pathLst>
            </a:custGeom>
            <a:solidFill>
              <a:srgbClr val="007680"/>
            </a:solidFill>
            <a:ln w="6390" cap="flat">
              <a:noFill/>
              <a:prstDash val="solid"/>
              <a:miter/>
            </a:ln>
          </p:spPr>
          <p:txBody>
            <a:bodyPr rtlCol="0" anchor="ctr"/>
            <a:lstStyle/>
            <a:p>
              <a:endParaRPr lang="en-US"/>
            </a:p>
          </p:txBody>
        </p:sp>
        <p:sp>
          <p:nvSpPr>
            <p:cNvPr id="1181" name="Graphic 1100">
              <a:extLst>
                <a:ext uri="{FF2B5EF4-FFF2-40B4-BE49-F238E27FC236}">
                  <a16:creationId xmlns:a16="http://schemas.microsoft.com/office/drawing/2014/main" id="{D7271A4D-8825-E14B-9422-EC5BF45C80A8}"/>
                </a:ext>
              </a:extLst>
            </p:cNvPr>
            <p:cNvSpPr/>
            <p:nvPr/>
          </p:nvSpPr>
          <p:spPr>
            <a:xfrm>
              <a:off x="1686783" y="3995262"/>
              <a:ext cx="23323" cy="23141"/>
            </a:xfrm>
            <a:custGeom>
              <a:avLst/>
              <a:gdLst>
                <a:gd name="connsiteX0" fmla="*/ 11662 w 23323"/>
                <a:gd name="connsiteY0" fmla="*/ 23142 h 23141"/>
                <a:gd name="connsiteX1" fmla="*/ 19969 w 23323"/>
                <a:gd name="connsiteY1" fmla="*/ 19950 h 23141"/>
                <a:gd name="connsiteX2" fmla="*/ 19969 w 23323"/>
                <a:gd name="connsiteY2" fmla="*/ 19950 h 23141"/>
                <a:gd name="connsiteX3" fmla="*/ 19969 w 23323"/>
                <a:gd name="connsiteY3" fmla="*/ 3351 h 23141"/>
                <a:gd name="connsiteX4" fmla="*/ 19969 w 23323"/>
                <a:gd name="connsiteY4" fmla="*/ 3351 h 23141"/>
                <a:gd name="connsiteX5" fmla="*/ 3355 w 23323"/>
                <a:gd name="connsiteY5" fmla="*/ 3351 h 23141"/>
                <a:gd name="connsiteX6" fmla="*/ 3355 w 23323"/>
                <a:gd name="connsiteY6" fmla="*/ 19950 h 23141"/>
                <a:gd name="connsiteX7" fmla="*/ 11662 w 23323"/>
                <a:gd name="connsiteY7" fmla="*/ 23142 h 23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23" h="23141">
                  <a:moveTo>
                    <a:pt x="11662" y="23142"/>
                  </a:moveTo>
                  <a:cubicBezTo>
                    <a:pt x="14857" y="23142"/>
                    <a:pt x="18052" y="21865"/>
                    <a:pt x="19969" y="19950"/>
                  </a:cubicBezTo>
                  <a:lnTo>
                    <a:pt x="19969" y="19950"/>
                  </a:lnTo>
                  <a:cubicBezTo>
                    <a:pt x="24441" y="15481"/>
                    <a:pt x="24441" y="7820"/>
                    <a:pt x="19969" y="3351"/>
                  </a:cubicBezTo>
                  <a:cubicBezTo>
                    <a:pt x="19969" y="3351"/>
                    <a:pt x="19969" y="3351"/>
                    <a:pt x="19969" y="3351"/>
                  </a:cubicBezTo>
                  <a:cubicBezTo>
                    <a:pt x="15496" y="-1117"/>
                    <a:pt x="7828" y="-1117"/>
                    <a:pt x="3355" y="3351"/>
                  </a:cubicBezTo>
                  <a:cubicBezTo>
                    <a:pt x="-1118" y="7820"/>
                    <a:pt x="-1118" y="15481"/>
                    <a:pt x="3355" y="19950"/>
                  </a:cubicBezTo>
                  <a:cubicBezTo>
                    <a:pt x="5272" y="21865"/>
                    <a:pt x="8467" y="23142"/>
                    <a:pt x="11662" y="23142"/>
                  </a:cubicBezTo>
                  <a:close/>
                </a:path>
              </a:pathLst>
            </a:custGeom>
            <a:solidFill>
              <a:srgbClr val="007680"/>
            </a:solidFill>
            <a:ln w="6390" cap="flat">
              <a:noFill/>
              <a:prstDash val="solid"/>
              <a:miter/>
            </a:ln>
          </p:spPr>
          <p:txBody>
            <a:bodyPr rtlCol="0" anchor="ctr"/>
            <a:lstStyle/>
            <a:p>
              <a:endParaRPr lang="en-US"/>
            </a:p>
          </p:txBody>
        </p:sp>
      </p:grpSp>
      <p:grpSp>
        <p:nvGrpSpPr>
          <p:cNvPr id="1182" name="Graphic 1100">
            <a:extLst>
              <a:ext uri="{FF2B5EF4-FFF2-40B4-BE49-F238E27FC236}">
                <a16:creationId xmlns:a16="http://schemas.microsoft.com/office/drawing/2014/main" id="{47C7877F-E341-F640-B726-86048E84C2F0}"/>
              </a:ext>
            </a:extLst>
          </p:cNvPr>
          <p:cNvGrpSpPr/>
          <p:nvPr/>
        </p:nvGrpSpPr>
        <p:grpSpPr>
          <a:xfrm>
            <a:off x="1952125" y="3828162"/>
            <a:ext cx="362313" cy="361971"/>
            <a:chOff x="1952125" y="3828162"/>
            <a:chExt cx="362313" cy="361971"/>
          </a:xfrm>
          <a:solidFill>
            <a:srgbClr val="007680"/>
          </a:solidFill>
        </p:grpSpPr>
        <p:sp>
          <p:nvSpPr>
            <p:cNvPr id="1183" name="Graphic 1100">
              <a:extLst>
                <a:ext uri="{FF2B5EF4-FFF2-40B4-BE49-F238E27FC236}">
                  <a16:creationId xmlns:a16="http://schemas.microsoft.com/office/drawing/2014/main" id="{B3C2061C-C2AA-B046-8728-582D4024CF2A}"/>
                </a:ext>
              </a:extLst>
            </p:cNvPr>
            <p:cNvSpPr/>
            <p:nvPr/>
          </p:nvSpPr>
          <p:spPr>
            <a:xfrm>
              <a:off x="2171939" y="3923602"/>
              <a:ext cx="47907" cy="47560"/>
            </a:xfrm>
            <a:custGeom>
              <a:avLst/>
              <a:gdLst>
                <a:gd name="connsiteX0" fmla="*/ 42813 w 47907"/>
                <a:gd name="connsiteY0" fmla="*/ 47561 h 47560"/>
                <a:gd name="connsiteX1" fmla="*/ 33867 w 47907"/>
                <a:gd name="connsiteY1" fmla="*/ 4788 h 47560"/>
                <a:gd name="connsiteX2" fmla="*/ 0 w 47907"/>
                <a:gd name="connsiteY2" fmla="*/ 4788 h 47560"/>
                <a:gd name="connsiteX3" fmla="*/ 42813 w 47907"/>
                <a:gd name="connsiteY3" fmla="*/ 47561 h 47560"/>
              </a:gdLst>
              <a:ahLst/>
              <a:cxnLst>
                <a:cxn ang="0">
                  <a:pos x="connsiteX0" y="connsiteY0"/>
                </a:cxn>
                <a:cxn ang="0">
                  <a:pos x="connsiteX1" y="connsiteY1"/>
                </a:cxn>
                <a:cxn ang="0">
                  <a:pos x="connsiteX2" y="connsiteY2"/>
                </a:cxn>
                <a:cxn ang="0">
                  <a:pos x="connsiteX3" y="connsiteY3"/>
                </a:cxn>
              </a:cxnLst>
              <a:rect l="l" t="t" r="r" b="b"/>
              <a:pathLst>
                <a:path w="47907" h="47560">
                  <a:moveTo>
                    <a:pt x="42813" y="47561"/>
                  </a:moveTo>
                  <a:cubicBezTo>
                    <a:pt x="52398" y="33516"/>
                    <a:pt x="47925" y="14364"/>
                    <a:pt x="33867" y="4788"/>
                  </a:cubicBezTo>
                  <a:cubicBezTo>
                    <a:pt x="23643" y="-1596"/>
                    <a:pt x="10224" y="-1596"/>
                    <a:pt x="0" y="4788"/>
                  </a:cubicBezTo>
                  <a:lnTo>
                    <a:pt x="42813" y="47561"/>
                  </a:lnTo>
                  <a:close/>
                </a:path>
              </a:pathLst>
            </a:custGeom>
            <a:solidFill>
              <a:srgbClr val="007680"/>
            </a:solidFill>
            <a:ln w="6390" cap="flat">
              <a:noFill/>
              <a:prstDash val="solid"/>
              <a:miter/>
            </a:ln>
          </p:spPr>
          <p:txBody>
            <a:bodyPr rtlCol="0" anchor="ctr"/>
            <a:lstStyle/>
            <a:p>
              <a:endParaRPr lang="en-US"/>
            </a:p>
          </p:txBody>
        </p:sp>
        <p:sp>
          <p:nvSpPr>
            <p:cNvPr id="1184" name="Graphic 1100">
              <a:extLst>
                <a:ext uri="{FF2B5EF4-FFF2-40B4-BE49-F238E27FC236}">
                  <a16:creationId xmlns:a16="http://schemas.microsoft.com/office/drawing/2014/main" id="{88E0EF5B-0A91-ED4B-8DAA-4F946900304A}"/>
                </a:ext>
              </a:extLst>
            </p:cNvPr>
            <p:cNvSpPr/>
            <p:nvPr/>
          </p:nvSpPr>
          <p:spPr>
            <a:xfrm>
              <a:off x="2157898" y="3937328"/>
              <a:ext cx="47907" cy="48039"/>
            </a:xfrm>
            <a:custGeom>
              <a:avLst/>
              <a:gdLst>
                <a:gd name="connsiteX0" fmla="*/ 5095 w 47907"/>
                <a:gd name="connsiteY0" fmla="*/ 0 h 48039"/>
                <a:gd name="connsiteX1" fmla="*/ 14041 w 47907"/>
                <a:gd name="connsiteY1" fmla="*/ 42773 h 48039"/>
                <a:gd name="connsiteX2" fmla="*/ 47907 w 47907"/>
                <a:gd name="connsiteY2" fmla="*/ 42773 h 48039"/>
                <a:gd name="connsiteX3" fmla="*/ 5095 w 47907"/>
                <a:gd name="connsiteY3" fmla="*/ 0 h 48039"/>
              </a:gdLst>
              <a:ahLst/>
              <a:cxnLst>
                <a:cxn ang="0">
                  <a:pos x="connsiteX0" y="connsiteY0"/>
                </a:cxn>
                <a:cxn ang="0">
                  <a:pos x="connsiteX1" y="connsiteY1"/>
                </a:cxn>
                <a:cxn ang="0">
                  <a:pos x="connsiteX2" y="connsiteY2"/>
                </a:cxn>
                <a:cxn ang="0">
                  <a:pos x="connsiteX3" y="connsiteY3"/>
                </a:cxn>
              </a:cxnLst>
              <a:rect l="l" t="t" r="r" b="b"/>
              <a:pathLst>
                <a:path w="47907" h="48039">
                  <a:moveTo>
                    <a:pt x="5095" y="0"/>
                  </a:moveTo>
                  <a:cubicBezTo>
                    <a:pt x="-4490" y="14045"/>
                    <a:pt x="-17" y="33197"/>
                    <a:pt x="14041" y="42773"/>
                  </a:cubicBezTo>
                  <a:cubicBezTo>
                    <a:pt x="24265" y="49795"/>
                    <a:pt x="37684" y="49795"/>
                    <a:pt x="47907" y="42773"/>
                  </a:cubicBezTo>
                  <a:lnTo>
                    <a:pt x="5095" y="0"/>
                  </a:lnTo>
                  <a:close/>
                </a:path>
              </a:pathLst>
            </a:custGeom>
            <a:solidFill>
              <a:srgbClr val="007680"/>
            </a:solidFill>
            <a:ln w="6390" cap="flat">
              <a:noFill/>
              <a:prstDash val="solid"/>
              <a:miter/>
            </a:ln>
          </p:spPr>
          <p:txBody>
            <a:bodyPr rtlCol="0" anchor="ctr"/>
            <a:lstStyle/>
            <a:p>
              <a:endParaRPr lang="en-US"/>
            </a:p>
          </p:txBody>
        </p:sp>
        <p:sp>
          <p:nvSpPr>
            <p:cNvPr id="1185" name="Graphic 1100">
              <a:extLst>
                <a:ext uri="{FF2B5EF4-FFF2-40B4-BE49-F238E27FC236}">
                  <a16:creationId xmlns:a16="http://schemas.microsoft.com/office/drawing/2014/main" id="{9CAD6C67-F8E6-A24A-B15E-1FD69A0B3797}"/>
                </a:ext>
              </a:extLst>
            </p:cNvPr>
            <p:cNvSpPr/>
            <p:nvPr/>
          </p:nvSpPr>
          <p:spPr>
            <a:xfrm>
              <a:off x="1952125" y="3828162"/>
              <a:ext cx="362313" cy="361971"/>
            </a:xfrm>
            <a:custGeom>
              <a:avLst/>
              <a:gdLst>
                <a:gd name="connsiteX0" fmla="*/ 181474 w 362313"/>
                <a:gd name="connsiteY0" fmla="*/ 0 h 361971"/>
                <a:gd name="connsiteX1" fmla="*/ 0 w 362313"/>
                <a:gd name="connsiteY1" fmla="*/ 180667 h 361971"/>
                <a:gd name="connsiteX2" fmla="*/ 180835 w 362313"/>
                <a:gd name="connsiteY2" fmla="*/ 361971 h 361971"/>
                <a:gd name="connsiteX3" fmla="*/ 362310 w 362313"/>
                <a:gd name="connsiteY3" fmla="*/ 181305 h 361971"/>
                <a:gd name="connsiteX4" fmla="*/ 362310 w 362313"/>
                <a:gd name="connsiteY4" fmla="*/ 181305 h 361971"/>
                <a:gd name="connsiteX5" fmla="*/ 181474 w 362313"/>
                <a:gd name="connsiteY5" fmla="*/ 0 h 361971"/>
                <a:gd name="connsiteX6" fmla="*/ 267738 w 362313"/>
                <a:gd name="connsiteY6" fmla="*/ 157046 h 361971"/>
                <a:gd name="connsiteX7" fmla="*/ 245374 w 362313"/>
                <a:gd name="connsiteY7" fmla="*/ 169176 h 361971"/>
                <a:gd name="connsiteX8" fmla="*/ 146969 w 362313"/>
                <a:gd name="connsiteY8" fmla="*/ 257274 h 361971"/>
                <a:gd name="connsiteX9" fmla="*/ 125882 w 362313"/>
                <a:gd name="connsiteY9" fmla="*/ 278341 h 361971"/>
                <a:gd name="connsiteX10" fmla="*/ 116936 w 362313"/>
                <a:gd name="connsiteY10" fmla="*/ 278341 h 361971"/>
                <a:gd name="connsiteX11" fmla="*/ 84986 w 362313"/>
                <a:gd name="connsiteY11" fmla="*/ 247060 h 361971"/>
                <a:gd name="connsiteX12" fmla="*/ 84986 w 362313"/>
                <a:gd name="connsiteY12" fmla="*/ 238122 h 361971"/>
                <a:gd name="connsiteX13" fmla="*/ 106073 w 362313"/>
                <a:gd name="connsiteY13" fmla="*/ 217055 h 361971"/>
                <a:gd name="connsiteX14" fmla="*/ 194254 w 362313"/>
                <a:gd name="connsiteY14" fmla="*/ 118742 h 361971"/>
                <a:gd name="connsiteX15" fmla="*/ 245374 w 362313"/>
                <a:gd name="connsiteY15" fmla="*/ 84907 h 361971"/>
                <a:gd name="connsiteX16" fmla="*/ 279240 w 362313"/>
                <a:gd name="connsiteY16" fmla="*/ 135979 h 361971"/>
                <a:gd name="connsiteX17" fmla="*/ 267738 w 362313"/>
                <a:gd name="connsiteY17" fmla="*/ 15704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2313" h="361971">
                  <a:moveTo>
                    <a:pt x="181474" y="0"/>
                  </a:moveTo>
                  <a:cubicBezTo>
                    <a:pt x="81152" y="0"/>
                    <a:pt x="0" y="81076"/>
                    <a:pt x="0" y="180667"/>
                  </a:cubicBezTo>
                  <a:cubicBezTo>
                    <a:pt x="0" y="280895"/>
                    <a:pt x="81152" y="361971"/>
                    <a:pt x="180835" y="361971"/>
                  </a:cubicBezTo>
                  <a:cubicBezTo>
                    <a:pt x="281157" y="361971"/>
                    <a:pt x="362310" y="280895"/>
                    <a:pt x="362310" y="181305"/>
                  </a:cubicBezTo>
                  <a:cubicBezTo>
                    <a:pt x="362310" y="181305"/>
                    <a:pt x="362310" y="181305"/>
                    <a:pt x="362310" y="181305"/>
                  </a:cubicBezTo>
                  <a:cubicBezTo>
                    <a:pt x="362948" y="81076"/>
                    <a:pt x="281796" y="0"/>
                    <a:pt x="181474" y="0"/>
                  </a:cubicBezTo>
                  <a:close/>
                  <a:moveTo>
                    <a:pt x="267738" y="157046"/>
                  </a:moveTo>
                  <a:cubicBezTo>
                    <a:pt x="261348" y="163430"/>
                    <a:pt x="253681" y="167260"/>
                    <a:pt x="245374" y="169176"/>
                  </a:cubicBezTo>
                  <a:lnTo>
                    <a:pt x="146969" y="257274"/>
                  </a:lnTo>
                  <a:lnTo>
                    <a:pt x="125882" y="278341"/>
                  </a:lnTo>
                  <a:cubicBezTo>
                    <a:pt x="123326" y="280895"/>
                    <a:pt x="119492" y="280895"/>
                    <a:pt x="116936" y="278341"/>
                  </a:cubicBezTo>
                  <a:lnTo>
                    <a:pt x="84986" y="247060"/>
                  </a:lnTo>
                  <a:cubicBezTo>
                    <a:pt x="82430" y="244506"/>
                    <a:pt x="82430" y="240676"/>
                    <a:pt x="84986" y="238122"/>
                  </a:cubicBezTo>
                  <a:lnTo>
                    <a:pt x="106073" y="217055"/>
                  </a:lnTo>
                  <a:lnTo>
                    <a:pt x="194254" y="118742"/>
                  </a:lnTo>
                  <a:cubicBezTo>
                    <a:pt x="198727" y="95121"/>
                    <a:pt x="221731" y="79800"/>
                    <a:pt x="245374" y="84907"/>
                  </a:cubicBezTo>
                  <a:cubicBezTo>
                    <a:pt x="269016" y="89376"/>
                    <a:pt x="284352" y="112358"/>
                    <a:pt x="279240" y="135979"/>
                  </a:cubicBezTo>
                  <a:cubicBezTo>
                    <a:pt x="277323" y="143640"/>
                    <a:pt x="273489" y="151300"/>
                    <a:pt x="267738" y="157046"/>
                  </a:cubicBezTo>
                  <a:close/>
                </a:path>
              </a:pathLst>
            </a:custGeom>
            <a:solidFill>
              <a:srgbClr val="007680"/>
            </a:solidFill>
            <a:ln w="6390" cap="flat">
              <a:noFill/>
              <a:prstDash val="solid"/>
              <a:miter/>
            </a:ln>
          </p:spPr>
          <p:txBody>
            <a:bodyPr rtlCol="0" anchor="ctr"/>
            <a:lstStyle/>
            <a:p>
              <a:endParaRPr lang="en-US"/>
            </a:p>
          </p:txBody>
        </p:sp>
        <p:sp>
          <p:nvSpPr>
            <p:cNvPr id="1186" name="Graphic 1100">
              <a:extLst>
                <a:ext uri="{FF2B5EF4-FFF2-40B4-BE49-F238E27FC236}">
                  <a16:creationId xmlns:a16="http://schemas.microsoft.com/office/drawing/2014/main" id="{F1A9A749-B7FF-D74A-8F94-B1FA2363A59E}"/>
                </a:ext>
              </a:extLst>
            </p:cNvPr>
            <p:cNvSpPr/>
            <p:nvPr/>
          </p:nvSpPr>
          <p:spPr>
            <a:xfrm rot="-2700486">
              <a:off x="2059263" y="4059156"/>
              <a:ext cx="17252" cy="31919"/>
            </a:xfrm>
            <a:custGeom>
              <a:avLst/>
              <a:gdLst>
                <a:gd name="connsiteX0" fmla="*/ 0 w 17252"/>
                <a:gd name="connsiteY0" fmla="*/ 0 h 31919"/>
                <a:gd name="connsiteX1" fmla="*/ 17253 w 17252"/>
                <a:gd name="connsiteY1" fmla="*/ 0 h 31919"/>
                <a:gd name="connsiteX2" fmla="*/ 17253 w 17252"/>
                <a:gd name="connsiteY2" fmla="*/ 31919 h 31919"/>
                <a:gd name="connsiteX3" fmla="*/ 0 w 17252"/>
                <a:gd name="connsiteY3" fmla="*/ 31919 h 31919"/>
              </a:gdLst>
              <a:ahLst/>
              <a:cxnLst>
                <a:cxn ang="0">
                  <a:pos x="connsiteX0" y="connsiteY0"/>
                </a:cxn>
                <a:cxn ang="0">
                  <a:pos x="connsiteX1" y="connsiteY1"/>
                </a:cxn>
                <a:cxn ang="0">
                  <a:pos x="connsiteX2" y="connsiteY2"/>
                </a:cxn>
                <a:cxn ang="0">
                  <a:pos x="connsiteX3" y="connsiteY3"/>
                </a:cxn>
              </a:cxnLst>
              <a:rect l="l" t="t" r="r" b="b"/>
              <a:pathLst>
                <a:path w="17252" h="31919">
                  <a:moveTo>
                    <a:pt x="0" y="0"/>
                  </a:moveTo>
                  <a:lnTo>
                    <a:pt x="17253" y="0"/>
                  </a:lnTo>
                  <a:lnTo>
                    <a:pt x="17253" y="31919"/>
                  </a:lnTo>
                  <a:lnTo>
                    <a:pt x="0" y="31919"/>
                  </a:lnTo>
                  <a:close/>
                </a:path>
              </a:pathLst>
            </a:custGeom>
            <a:solidFill>
              <a:srgbClr val="007680"/>
            </a:solidFill>
            <a:ln w="6390" cap="flat">
              <a:noFill/>
              <a:prstDash val="solid"/>
              <a:miter/>
            </a:ln>
          </p:spPr>
          <p:txBody>
            <a:bodyPr rtlCol="0" anchor="ctr"/>
            <a:lstStyle/>
            <a:p>
              <a:endParaRPr lang="en-US"/>
            </a:p>
          </p:txBody>
        </p:sp>
        <p:sp>
          <p:nvSpPr>
            <p:cNvPr id="1187" name="Graphic 1100">
              <a:extLst>
                <a:ext uri="{FF2B5EF4-FFF2-40B4-BE49-F238E27FC236}">
                  <a16:creationId xmlns:a16="http://schemas.microsoft.com/office/drawing/2014/main" id="{8F242955-ACDC-4A42-B376-8F6D4511CD50}"/>
                </a:ext>
              </a:extLst>
            </p:cNvPr>
            <p:cNvSpPr/>
            <p:nvPr/>
          </p:nvSpPr>
          <p:spPr>
            <a:xfrm>
              <a:off x="2070978" y="3964779"/>
              <a:ext cx="107350" cy="107250"/>
            </a:xfrm>
            <a:custGeom>
              <a:avLst/>
              <a:gdLst>
                <a:gd name="connsiteX0" fmla="*/ 107351 w 107350"/>
                <a:gd name="connsiteY0" fmla="*/ 31920 h 107250"/>
                <a:gd name="connsiteX1" fmla="*/ 75401 w 107350"/>
                <a:gd name="connsiteY1" fmla="*/ 0 h 107250"/>
                <a:gd name="connsiteX2" fmla="*/ 0 w 107350"/>
                <a:gd name="connsiteY2" fmla="*/ 84269 h 107250"/>
                <a:gd name="connsiteX3" fmla="*/ 23004 w 107350"/>
                <a:gd name="connsiteY3" fmla="*/ 107251 h 107250"/>
                <a:gd name="connsiteX4" fmla="*/ 107351 w 107350"/>
                <a:gd name="connsiteY4" fmla="*/ 31920 h 107250"/>
                <a:gd name="connsiteX5" fmla="*/ 56870 w 107350"/>
                <a:gd name="connsiteY5" fmla="*/ 33835 h 107250"/>
                <a:gd name="connsiteX6" fmla="*/ 73484 w 107350"/>
                <a:gd name="connsiteY6" fmla="*/ 33835 h 107250"/>
                <a:gd name="connsiteX7" fmla="*/ 73484 w 107350"/>
                <a:gd name="connsiteY7" fmla="*/ 50434 h 107250"/>
                <a:gd name="connsiteX8" fmla="*/ 73484 w 107350"/>
                <a:gd name="connsiteY8" fmla="*/ 50434 h 107250"/>
                <a:gd name="connsiteX9" fmla="*/ 56870 w 107350"/>
                <a:gd name="connsiteY9" fmla="*/ 50434 h 107250"/>
                <a:gd name="connsiteX10" fmla="*/ 56870 w 107350"/>
                <a:gd name="connsiteY10" fmla="*/ 33835 h 1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350" h="107250">
                  <a:moveTo>
                    <a:pt x="107351" y="31920"/>
                  </a:moveTo>
                  <a:cubicBezTo>
                    <a:pt x="91376" y="28090"/>
                    <a:pt x="79235" y="15960"/>
                    <a:pt x="75401" y="0"/>
                  </a:cubicBezTo>
                  <a:lnTo>
                    <a:pt x="0" y="84269"/>
                  </a:lnTo>
                  <a:lnTo>
                    <a:pt x="23004" y="107251"/>
                  </a:lnTo>
                  <a:lnTo>
                    <a:pt x="107351" y="31920"/>
                  </a:lnTo>
                  <a:close/>
                  <a:moveTo>
                    <a:pt x="56870" y="33835"/>
                  </a:moveTo>
                  <a:cubicBezTo>
                    <a:pt x="61343" y="29367"/>
                    <a:pt x="69011" y="29367"/>
                    <a:pt x="73484" y="33835"/>
                  </a:cubicBezTo>
                  <a:cubicBezTo>
                    <a:pt x="77957" y="38304"/>
                    <a:pt x="77957" y="45965"/>
                    <a:pt x="73484" y="50434"/>
                  </a:cubicBezTo>
                  <a:lnTo>
                    <a:pt x="73484" y="50434"/>
                  </a:lnTo>
                  <a:cubicBezTo>
                    <a:pt x="69011" y="54902"/>
                    <a:pt x="61343" y="54902"/>
                    <a:pt x="56870" y="50434"/>
                  </a:cubicBezTo>
                  <a:cubicBezTo>
                    <a:pt x="52397" y="45965"/>
                    <a:pt x="52397" y="38304"/>
                    <a:pt x="56870" y="33835"/>
                  </a:cubicBezTo>
                  <a:close/>
                </a:path>
              </a:pathLst>
            </a:custGeom>
            <a:solidFill>
              <a:srgbClr val="007680"/>
            </a:solidFill>
            <a:ln w="6390" cap="flat">
              <a:noFill/>
              <a:prstDash val="solid"/>
              <a:miter/>
            </a:ln>
          </p:spPr>
          <p:txBody>
            <a:bodyPr rtlCol="0" anchor="ctr"/>
            <a:lstStyle/>
            <a:p>
              <a:endParaRPr lang="en-US"/>
            </a:p>
          </p:txBody>
        </p:sp>
      </p:grpSp>
      <p:grpSp>
        <p:nvGrpSpPr>
          <p:cNvPr id="1188" name="Graphic 1100">
            <a:extLst>
              <a:ext uri="{FF2B5EF4-FFF2-40B4-BE49-F238E27FC236}">
                <a16:creationId xmlns:a16="http://schemas.microsoft.com/office/drawing/2014/main" id="{F105AEF7-52D5-F940-A57E-BB0B955B267E}"/>
              </a:ext>
            </a:extLst>
          </p:cNvPr>
          <p:cNvGrpSpPr/>
          <p:nvPr/>
        </p:nvGrpSpPr>
        <p:grpSpPr>
          <a:xfrm>
            <a:off x="1515054" y="3343617"/>
            <a:ext cx="362309" cy="361971"/>
            <a:chOff x="1515054" y="3343617"/>
            <a:chExt cx="362309" cy="361971"/>
          </a:xfrm>
          <a:solidFill>
            <a:srgbClr val="007680"/>
          </a:solidFill>
        </p:grpSpPr>
        <p:sp>
          <p:nvSpPr>
            <p:cNvPr id="1189" name="Graphic 1100">
              <a:extLst>
                <a:ext uri="{FF2B5EF4-FFF2-40B4-BE49-F238E27FC236}">
                  <a16:creationId xmlns:a16="http://schemas.microsoft.com/office/drawing/2014/main" id="{35927C8E-3A9E-DD41-BEF0-CD156DA46811}"/>
                </a:ext>
              </a:extLst>
            </p:cNvPr>
            <p:cNvSpPr/>
            <p:nvPr/>
          </p:nvSpPr>
          <p:spPr>
            <a:xfrm>
              <a:off x="1515054" y="3343617"/>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1305 h 361971"/>
                <a:gd name="connsiteX10" fmla="*/ 349529 w 362309"/>
                <a:gd name="connsiteY10" fmla="*/ 181305 h 361971"/>
                <a:gd name="connsiteX11" fmla="*/ 180835 w 362309"/>
                <a:gd name="connsiteY11" fmla="*/ 349204 h 361971"/>
                <a:gd name="connsiteX12" fmla="*/ 180835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0518" y="0"/>
                    <a:pt x="180835" y="0"/>
                  </a:cubicBezTo>
                  <a:close/>
                  <a:moveTo>
                    <a:pt x="180835" y="349204"/>
                  </a:moveTo>
                  <a:cubicBezTo>
                    <a:pt x="87542" y="349204"/>
                    <a:pt x="12780" y="273873"/>
                    <a:pt x="12780" y="180667"/>
                  </a:cubicBezTo>
                  <a:cubicBezTo>
                    <a:pt x="12780" y="87461"/>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007680"/>
            </a:solidFill>
            <a:ln w="6390" cap="flat">
              <a:noFill/>
              <a:prstDash val="solid"/>
              <a:miter/>
            </a:ln>
          </p:spPr>
          <p:txBody>
            <a:bodyPr rtlCol="0" anchor="ctr"/>
            <a:lstStyle/>
            <a:p>
              <a:endParaRPr lang="en-US"/>
            </a:p>
          </p:txBody>
        </p:sp>
        <p:sp>
          <p:nvSpPr>
            <p:cNvPr id="1190" name="Graphic 1100">
              <a:extLst>
                <a:ext uri="{FF2B5EF4-FFF2-40B4-BE49-F238E27FC236}">
                  <a16:creationId xmlns:a16="http://schemas.microsoft.com/office/drawing/2014/main" id="{9CF275D2-12CF-6843-8B35-B916BF53D45E}"/>
                </a:ext>
              </a:extLst>
            </p:cNvPr>
            <p:cNvSpPr/>
            <p:nvPr/>
          </p:nvSpPr>
          <p:spPr>
            <a:xfrm>
              <a:off x="1633895" y="3400435"/>
              <a:ext cx="123337" cy="250295"/>
            </a:xfrm>
            <a:custGeom>
              <a:avLst/>
              <a:gdLst>
                <a:gd name="connsiteX0" fmla="*/ 94583 w 123337"/>
                <a:gd name="connsiteY0" fmla="*/ 59371 h 250295"/>
                <a:gd name="connsiteX1" fmla="*/ 67745 w 123337"/>
                <a:gd name="connsiteY1" fmla="*/ 59371 h 250295"/>
                <a:gd name="connsiteX2" fmla="*/ 67745 w 123337"/>
                <a:gd name="connsiteY2" fmla="*/ 54902 h 250295"/>
                <a:gd name="connsiteX3" fmla="*/ 59438 w 123337"/>
                <a:gd name="connsiteY3" fmla="*/ 27451 h 250295"/>
                <a:gd name="connsiteX4" fmla="*/ 53048 w 123337"/>
                <a:gd name="connsiteY4" fmla="*/ 6384 h 250295"/>
                <a:gd name="connsiteX5" fmla="*/ 46658 w 123337"/>
                <a:gd name="connsiteY5" fmla="*/ 0 h 250295"/>
                <a:gd name="connsiteX6" fmla="*/ 40268 w 123337"/>
                <a:gd name="connsiteY6" fmla="*/ 6384 h 250295"/>
                <a:gd name="connsiteX7" fmla="*/ 48575 w 123337"/>
                <a:gd name="connsiteY7" fmla="*/ 33835 h 250295"/>
                <a:gd name="connsiteX8" fmla="*/ 54965 w 123337"/>
                <a:gd name="connsiteY8" fmla="*/ 54902 h 250295"/>
                <a:gd name="connsiteX9" fmla="*/ 54965 w 123337"/>
                <a:gd name="connsiteY9" fmla="*/ 58732 h 250295"/>
                <a:gd name="connsiteX10" fmla="*/ 28127 w 123337"/>
                <a:gd name="connsiteY10" fmla="*/ 58732 h 250295"/>
                <a:gd name="connsiteX11" fmla="*/ 10874 w 123337"/>
                <a:gd name="connsiteY11" fmla="*/ 75969 h 250295"/>
                <a:gd name="connsiteX12" fmla="*/ 11 w 123337"/>
                <a:gd name="connsiteY12" fmla="*/ 186412 h 250295"/>
                <a:gd name="connsiteX13" fmla="*/ 11 w 123337"/>
                <a:gd name="connsiteY13" fmla="*/ 187051 h 250295"/>
                <a:gd name="connsiteX14" fmla="*/ 60077 w 123337"/>
                <a:gd name="connsiteY14" fmla="*/ 250252 h 250295"/>
                <a:gd name="connsiteX15" fmla="*/ 123337 w 123337"/>
                <a:gd name="connsiteY15" fmla="*/ 190243 h 250295"/>
                <a:gd name="connsiteX16" fmla="*/ 123337 w 123337"/>
                <a:gd name="connsiteY16" fmla="*/ 186412 h 250295"/>
                <a:gd name="connsiteX17" fmla="*/ 112474 w 123337"/>
                <a:gd name="connsiteY17" fmla="*/ 76608 h 250295"/>
                <a:gd name="connsiteX18" fmla="*/ 94583 w 123337"/>
                <a:gd name="connsiteY18" fmla="*/ 59371 h 250295"/>
                <a:gd name="connsiteX19" fmla="*/ 99694 w 123337"/>
                <a:gd name="connsiteY19" fmla="*/ 77246 h 250295"/>
                <a:gd name="connsiteX20" fmla="*/ 102889 w 123337"/>
                <a:gd name="connsiteY20" fmla="*/ 109166 h 250295"/>
                <a:gd name="connsiteX21" fmla="*/ 68384 w 123337"/>
                <a:gd name="connsiteY21" fmla="*/ 109166 h 250295"/>
                <a:gd name="connsiteX22" fmla="*/ 68384 w 123337"/>
                <a:gd name="connsiteY22" fmla="*/ 71500 h 250295"/>
                <a:gd name="connsiteX23" fmla="*/ 95222 w 123337"/>
                <a:gd name="connsiteY23" fmla="*/ 71500 h 250295"/>
                <a:gd name="connsiteX24" fmla="*/ 99694 w 123337"/>
                <a:gd name="connsiteY24" fmla="*/ 77246 h 250295"/>
                <a:gd name="connsiteX25" fmla="*/ 99694 w 123337"/>
                <a:gd name="connsiteY25" fmla="*/ 77246 h 250295"/>
                <a:gd name="connsiteX26" fmla="*/ 99694 w 123337"/>
                <a:gd name="connsiteY26" fmla="*/ 77246 h 250295"/>
                <a:gd name="connsiteX27" fmla="*/ 28766 w 123337"/>
                <a:gd name="connsiteY27" fmla="*/ 72139 h 250295"/>
                <a:gd name="connsiteX28" fmla="*/ 55604 w 123337"/>
                <a:gd name="connsiteY28" fmla="*/ 72139 h 250295"/>
                <a:gd name="connsiteX29" fmla="*/ 55604 w 123337"/>
                <a:gd name="connsiteY29" fmla="*/ 109804 h 250295"/>
                <a:gd name="connsiteX30" fmla="*/ 21098 w 123337"/>
                <a:gd name="connsiteY30" fmla="*/ 109804 h 250295"/>
                <a:gd name="connsiteX31" fmla="*/ 24293 w 123337"/>
                <a:gd name="connsiteY31" fmla="*/ 77246 h 250295"/>
                <a:gd name="connsiteX32" fmla="*/ 28766 w 123337"/>
                <a:gd name="connsiteY32" fmla="*/ 72139 h 250295"/>
                <a:gd name="connsiteX33" fmla="*/ 61994 w 123337"/>
                <a:gd name="connsiteY33" fmla="*/ 235569 h 250295"/>
                <a:gd name="connsiteX34" fmla="*/ 13430 w 123337"/>
                <a:gd name="connsiteY34" fmla="*/ 187051 h 250295"/>
                <a:gd name="connsiteX35" fmla="*/ 19820 w 123337"/>
                <a:gd name="connsiteY35" fmla="*/ 121934 h 250295"/>
                <a:gd name="connsiteX36" fmla="*/ 104167 w 123337"/>
                <a:gd name="connsiteY36" fmla="*/ 121934 h 250295"/>
                <a:gd name="connsiteX37" fmla="*/ 110557 w 123337"/>
                <a:gd name="connsiteY37" fmla="*/ 186412 h 250295"/>
                <a:gd name="connsiteX38" fmla="*/ 61994 w 123337"/>
                <a:gd name="connsiteY38" fmla="*/ 235569 h 2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3337" h="250295">
                  <a:moveTo>
                    <a:pt x="94583" y="59371"/>
                  </a:moveTo>
                  <a:lnTo>
                    <a:pt x="67745" y="59371"/>
                  </a:lnTo>
                  <a:lnTo>
                    <a:pt x="67745" y="54902"/>
                  </a:lnTo>
                  <a:cubicBezTo>
                    <a:pt x="67745" y="45326"/>
                    <a:pt x="65189" y="35750"/>
                    <a:pt x="59438" y="27451"/>
                  </a:cubicBezTo>
                  <a:cubicBezTo>
                    <a:pt x="54965" y="21067"/>
                    <a:pt x="53048" y="14044"/>
                    <a:pt x="53048" y="6384"/>
                  </a:cubicBezTo>
                  <a:cubicBezTo>
                    <a:pt x="53048" y="2553"/>
                    <a:pt x="50492" y="0"/>
                    <a:pt x="46658" y="0"/>
                  </a:cubicBezTo>
                  <a:cubicBezTo>
                    <a:pt x="42824" y="0"/>
                    <a:pt x="40268" y="2553"/>
                    <a:pt x="40268" y="6384"/>
                  </a:cubicBezTo>
                  <a:cubicBezTo>
                    <a:pt x="40268" y="15960"/>
                    <a:pt x="42824" y="25536"/>
                    <a:pt x="48575" y="33835"/>
                  </a:cubicBezTo>
                  <a:cubicBezTo>
                    <a:pt x="53048" y="40219"/>
                    <a:pt x="54965" y="47241"/>
                    <a:pt x="54965" y="54902"/>
                  </a:cubicBezTo>
                  <a:lnTo>
                    <a:pt x="54965" y="58732"/>
                  </a:lnTo>
                  <a:lnTo>
                    <a:pt x="28127" y="58732"/>
                  </a:lnTo>
                  <a:cubicBezTo>
                    <a:pt x="18542" y="58732"/>
                    <a:pt x="10874" y="66393"/>
                    <a:pt x="10874" y="75969"/>
                  </a:cubicBezTo>
                  <a:lnTo>
                    <a:pt x="11" y="186412"/>
                  </a:lnTo>
                  <a:cubicBezTo>
                    <a:pt x="11" y="186412"/>
                    <a:pt x="11" y="187051"/>
                    <a:pt x="11" y="187051"/>
                  </a:cubicBezTo>
                  <a:cubicBezTo>
                    <a:pt x="-627" y="220886"/>
                    <a:pt x="25571" y="248975"/>
                    <a:pt x="60077" y="250252"/>
                  </a:cubicBezTo>
                  <a:cubicBezTo>
                    <a:pt x="94583" y="251529"/>
                    <a:pt x="122059" y="224716"/>
                    <a:pt x="123337" y="190243"/>
                  </a:cubicBezTo>
                  <a:cubicBezTo>
                    <a:pt x="123337" y="188966"/>
                    <a:pt x="123337" y="187689"/>
                    <a:pt x="123337" y="186412"/>
                  </a:cubicBezTo>
                  <a:lnTo>
                    <a:pt x="112474" y="76608"/>
                  </a:lnTo>
                  <a:cubicBezTo>
                    <a:pt x="112474" y="67032"/>
                    <a:pt x="104806" y="59371"/>
                    <a:pt x="94583" y="59371"/>
                  </a:cubicBezTo>
                  <a:close/>
                  <a:moveTo>
                    <a:pt x="99694" y="77246"/>
                  </a:moveTo>
                  <a:lnTo>
                    <a:pt x="102889" y="109166"/>
                  </a:lnTo>
                  <a:lnTo>
                    <a:pt x="68384" y="109166"/>
                  </a:lnTo>
                  <a:lnTo>
                    <a:pt x="68384" y="71500"/>
                  </a:lnTo>
                  <a:lnTo>
                    <a:pt x="95222" y="71500"/>
                  </a:lnTo>
                  <a:cubicBezTo>
                    <a:pt x="97778" y="72139"/>
                    <a:pt x="99694" y="74692"/>
                    <a:pt x="99694" y="77246"/>
                  </a:cubicBezTo>
                  <a:cubicBezTo>
                    <a:pt x="99694" y="77246"/>
                    <a:pt x="99694" y="77246"/>
                    <a:pt x="99694" y="77246"/>
                  </a:cubicBezTo>
                  <a:lnTo>
                    <a:pt x="99694" y="77246"/>
                  </a:lnTo>
                  <a:close/>
                  <a:moveTo>
                    <a:pt x="28766" y="72139"/>
                  </a:moveTo>
                  <a:lnTo>
                    <a:pt x="55604" y="72139"/>
                  </a:lnTo>
                  <a:lnTo>
                    <a:pt x="55604" y="109804"/>
                  </a:lnTo>
                  <a:lnTo>
                    <a:pt x="21098" y="109804"/>
                  </a:lnTo>
                  <a:lnTo>
                    <a:pt x="24293" y="77246"/>
                  </a:lnTo>
                  <a:cubicBezTo>
                    <a:pt x="24293" y="74054"/>
                    <a:pt x="26210" y="72139"/>
                    <a:pt x="28766" y="72139"/>
                  </a:cubicBezTo>
                  <a:close/>
                  <a:moveTo>
                    <a:pt x="61994" y="235569"/>
                  </a:moveTo>
                  <a:cubicBezTo>
                    <a:pt x="35156" y="235569"/>
                    <a:pt x="13430" y="213863"/>
                    <a:pt x="13430" y="187051"/>
                  </a:cubicBezTo>
                  <a:lnTo>
                    <a:pt x="19820" y="121934"/>
                  </a:lnTo>
                  <a:lnTo>
                    <a:pt x="104167" y="121934"/>
                  </a:lnTo>
                  <a:lnTo>
                    <a:pt x="110557" y="186412"/>
                  </a:lnTo>
                  <a:cubicBezTo>
                    <a:pt x="110557" y="213863"/>
                    <a:pt x="88832" y="235569"/>
                    <a:pt x="61994" y="235569"/>
                  </a:cubicBezTo>
                  <a:close/>
                </a:path>
              </a:pathLst>
            </a:custGeom>
            <a:solidFill>
              <a:srgbClr val="007680"/>
            </a:solidFill>
            <a:ln w="6390" cap="flat">
              <a:noFill/>
              <a:prstDash val="solid"/>
              <a:miter/>
            </a:ln>
          </p:spPr>
          <p:txBody>
            <a:bodyPr rtlCol="0" anchor="ctr"/>
            <a:lstStyle/>
            <a:p>
              <a:endParaRPr lang="en-US"/>
            </a:p>
          </p:txBody>
        </p:sp>
      </p:grpSp>
      <p:grpSp>
        <p:nvGrpSpPr>
          <p:cNvPr id="1191" name="Graphic 1100">
            <a:extLst>
              <a:ext uri="{FF2B5EF4-FFF2-40B4-BE49-F238E27FC236}">
                <a16:creationId xmlns:a16="http://schemas.microsoft.com/office/drawing/2014/main" id="{E5C6716D-23C0-6044-99A3-0688055F710A}"/>
              </a:ext>
            </a:extLst>
          </p:cNvPr>
          <p:cNvGrpSpPr/>
          <p:nvPr/>
        </p:nvGrpSpPr>
        <p:grpSpPr>
          <a:xfrm>
            <a:off x="1952125" y="3343617"/>
            <a:ext cx="362313" cy="361971"/>
            <a:chOff x="1952125" y="3343617"/>
            <a:chExt cx="362313" cy="361971"/>
          </a:xfrm>
          <a:solidFill>
            <a:srgbClr val="007680"/>
          </a:solidFill>
        </p:grpSpPr>
        <p:sp>
          <p:nvSpPr>
            <p:cNvPr id="1192" name="Graphic 1100">
              <a:extLst>
                <a:ext uri="{FF2B5EF4-FFF2-40B4-BE49-F238E27FC236}">
                  <a16:creationId xmlns:a16="http://schemas.microsoft.com/office/drawing/2014/main" id="{C548DF05-AAE5-0249-A52A-9B3A0C7FCC9D}"/>
                </a:ext>
              </a:extLst>
            </p:cNvPr>
            <p:cNvSpPr/>
            <p:nvPr/>
          </p:nvSpPr>
          <p:spPr>
            <a:xfrm>
              <a:off x="2085036" y="3523007"/>
              <a:ext cx="97127" cy="111774"/>
            </a:xfrm>
            <a:custGeom>
              <a:avLst/>
              <a:gdLst>
                <a:gd name="connsiteX0" fmla="*/ 90737 w 97127"/>
                <a:gd name="connsiteY0" fmla="*/ 0 h 111774"/>
                <a:gd name="connsiteX1" fmla="*/ 6390 w 97127"/>
                <a:gd name="connsiteY1" fmla="*/ 0 h 111774"/>
                <a:gd name="connsiteX2" fmla="*/ 0 w 97127"/>
                <a:gd name="connsiteY2" fmla="*/ 65117 h 111774"/>
                <a:gd name="connsiteX3" fmla="*/ 50481 w 97127"/>
                <a:gd name="connsiteY3" fmla="*/ 111720 h 111774"/>
                <a:gd name="connsiteX4" fmla="*/ 97127 w 97127"/>
                <a:gd name="connsiteY4" fmla="*/ 65117 h 111774"/>
                <a:gd name="connsiteX5" fmla="*/ 90737 w 97127"/>
                <a:gd name="connsiteY5" fmla="*/ 0 h 111774"/>
                <a:gd name="connsiteX6" fmla="*/ 90737 w 97127"/>
                <a:gd name="connsiteY6" fmla="*/ 0 h 111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127" h="111774">
                  <a:moveTo>
                    <a:pt x="90737" y="0"/>
                  </a:moveTo>
                  <a:lnTo>
                    <a:pt x="6390" y="0"/>
                  </a:lnTo>
                  <a:lnTo>
                    <a:pt x="0" y="65117"/>
                  </a:lnTo>
                  <a:cubicBezTo>
                    <a:pt x="1278" y="91930"/>
                    <a:pt x="23643" y="112997"/>
                    <a:pt x="50481" y="111720"/>
                  </a:cubicBezTo>
                  <a:cubicBezTo>
                    <a:pt x="76040" y="111081"/>
                    <a:pt x="96488" y="90653"/>
                    <a:pt x="97127" y="65117"/>
                  </a:cubicBezTo>
                  <a:lnTo>
                    <a:pt x="90737" y="0"/>
                  </a:lnTo>
                  <a:lnTo>
                    <a:pt x="90737" y="0"/>
                  </a:lnTo>
                  <a:close/>
                </a:path>
              </a:pathLst>
            </a:custGeom>
            <a:solidFill>
              <a:srgbClr val="007680"/>
            </a:solidFill>
            <a:ln w="6390" cap="flat">
              <a:noFill/>
              <a:prstDash val="solid"/>
              <a:miter/>
            </a:ln>
          </p:spPr>
          <p:txBody>
            <a:bodyPr rtlCol="0" anchor="ctr"/>
            <a:lstStyle/>
            <a:p>
              <a:endParaRPr lang="en-US"/>
            </a:p>
          </p:txBody>
        </p:sp>
        <p:sp>
          <p:nvSpPr>
            <p:cNvPr id="1193" name="Graphic 1100">
              <a:extLst>
                <a:ext uri="{FF2B5EF4-FFF2-40B4-BE49-F238E27FC236}">
                  <a16:creationId xmlns:a16="http://schemas.microsoft.com/office/drawing/2014/main" id="{D069E3A4-FE78-534A-AA99-050B18BF1212}"/>
                </a:ext>
              </a:extLst>
            </p:cNvPr>
            <p:cNvSpPr/>
            <p:nvPr/>
          </p:nvSpPr>
          <p:spPr>
            <a:xfrm>
              <a:off x="2092704" y="3472574"/>
              <a:ext cx="34505" cy="37665"/>
            </a:xfrm>
            <a:custGeom>
              <a:avLst/>
              <a:gdLst>
                <a:gd name="connsiteX0" fmla="*/ 34506 w 34505"/>
                <a:gd name="connsiteY0" fmla="*/ 37665 h 37665"/>
                <a:gd name="connsiteX1" fmla="*/ 34506 w 34505"/>
                <a:gd name="connsiteY1" fmla="*/ 0 h 37665"/>
                <a:gd name="connsiteX2" fmla="*/ 7668 w 34505"/>
                <a:gd name="connsiteY2" fmla="*/ 0 h 37665"/>
                <a:gd name="connsiteX3" fmla="*/ 3195 w 34505"/>
                <a:gd name="connsiteY3" fmla="*/ 5107 h 37665"/>
                <a:gd name="connsiteX4" fmla="*/ 0 w 34505"/>
                <a:gd name="connsiteY4" fmla="*/ 37665 h 37665"/>
                <a:gd name="connsiteX5" fmla="*/ 34506 w 34505"/>
                <a:gd name="connsiteY5" fmla="*/ 37665 h 3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05" h="37665">
                  <a:moveTo>
                    <a:pt x="34506" y="37665"/>
                  </a:moveTo>
                  <a:lnTo>
                    <a:pt x="34506" y="0"/>
                  </a:lnTo>
                  <a:lnTo>
                    <a:pt x="7668" y="0"/>
                  </a:lnTo>
                  <a:cubicBezTo>
                    <a:pt x="5112" y="0"/>
                    <a:pt x="3195" y="2553"/>
                    <a:pt x="3195" y="5107"/>
                  </a:cubicBezTo>
                  <a:lnTo>
                    <a:pt x="0" y="37665"/>
                  </a:lnTo>
                  <a:lnTo>
                    <a:pt x="34506" y="37665"/>
                  </a:lnTo>
                  <a:close/>
                </a:path>
              </a:pathLst>
            </a:custGeom>
            <a:solidFill>
              <a:srgbClr val="007680"/>
            </a:solidFill>
            <a:ln w="6390" cap="flat">
              <a:noFill/>
              <a:prstDash val="solid"/>
              <a:miter/>
            </a:ln>
          </p:spPr>
          <p:txBody>
            <a:bodyPr rtlCol="0" anchor="ctr"/>
            <a:lstStyle/>
            <a:p>
              <a:endParaRPr lang="en-US"/>
            </a:p>
          </p:txBody>
        </p:sp>
        <p:sp>
          <p:nvSpPr>
            <p:cNvPr id="1194" name="Graphic 1100">
              <a:extLst>
                <a:ext uri="{FF2B5EF4-FFF2-40B4-BE49-F238E27FC236}">
                  <a16:creationId xmlns:a16="http://schemas.microsoft.com/office/drawing/2014/main" id="{F225D5E9-26A9-8D49-B28D-6C9313F2469D}"/>
                </a:ext>
              </a:extLst>
            </p:cNvPr>
            <p:cNvSpPr/>
            <p:nvPr/>
          </p:nvSpPr>
          <p:spPr>
            <a:xfrm>
              <a:off x="2139989" y="3472574"/>
              <a:ext cx="34505" cy="37665"/>
            </a:xfrm>
            <a:custGeom>
              <a:avLst/>
              <a:gdLst>
                <a:gd name="connsiteX0" fmla="*/ 0 w 34505"/>
                <a:gd name="connsiteY0" fmla="*/ 37665 h 37665"/>
                <a:gd name="connsiteX1" fmla="*/ 34506 w 34505"/>
                <a:gd name="connsiteY1" fmla="*/ 37665 h 37665"/>
                <a:gd name="connsiteX2" fmla="*/ 31311 w 34505"/>
                <a:gd name="connsiteY2" fmla="*/ 5745 h 37665"/>
                <a:gd name="connsiteX3" fmla="*/ 26838 w 34505"/>
                <a:gd name="connsiteY3" fmla="*/ 0 h 37665"/>
                <a:gd name="connsiteX4" fmla="*/ 0 w 34505"/>
                <a:gd name="connsiteY4" fmla="*/ 0 h 37665"/>
                <a:gd name="connsiteX5" fmla="*/ 0 w 34505"/>
                <a:gd name="connsiteY5" fmla="*/ 37665 h 3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05" h="37665">
                  <a:moveTo>
                    <a:pt x="0" y="37665"/>
                  </a:moveTo>
                  <a:lnTo>
                    <a:pt x="34506" y="37665"/>
                  </a:lnTo>
                  <a:lnTo>
                    <a:pt x="31311" y="5745"/>
                  </a:lnTo>
                  <a:cubicBezTo>
                    <a:pt x="31311" y="3192"/>
                    <a:pt x="29394" y="638"/>
                    <a:pt x="26838" y="0"/>
                  </a:cubicBezTo>
                  <a:lnTo>
                    <a:pt x="0" y="0"/>
                  </a:lnTo>
                  <a:lnTo>
                    <a:pt x="0" y="37665"/>
                  </a:lnTo>
                  <a:close/>
                </a:path>
              </a:pathLst>
            </a:custGeom>
            <a:solidFill>
              <a:srgbClr val="007680"/>
            </a:solidFill>
            <a:ln w="6390" cap="flat">
              <a:noFill/>
              <a:prstDash val="solid"/>
              <a:miter/>
            </a:ln>
          </p:spPr>
          <p:txBody>
            <a:bodyPr rtlCol="0" anchor="ctr"/>
            <a:lstStyle/>
            <a:p>
              <a:endParaRPr lang="en-US"/>
            </a:p>
          </p:txBody>
        </p:sp>
        <p:sp>
          <p:nvSpPr>
            <p:cNvPr id="1195" name="Graphic 1100">
              <a:extLst>
                <a:ext uri="{FF2B5EF4-FFF2-40B4-BE49-F238E27FC236}">
                  <a16:creationId xmlns:a16="http://schemas.microsoft.com/office/drawing/2014/main" id="{551AC87A-ECD6-2B49-9BF6-C7F12C3DA05C}"/>
                </a:ext>
              </a:extLst>
            </p:cNvPr>
            <p:cNvSpPr/>
            <p:nvPr/>
          </p:nvSpPr>
          <p:spPr>
            <a:xfrm>
              <a:off x="1952125" y="334361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05154 h 361971"/>
                <a:gd name="connsiteX7" fmla="*/ 120131 w 362313"/>
                <a:gd name="connsiteY7" fmla="*/ 243868 h 361971"/>
                <a:gd name="connsiteX8" fmla="*/ 120131 w 362313"/>
                <a:gd name="connsiteY8" fmla="*/ 243230 h 361971"/>
                <a:gd name="connsiteX9" fmla="*/ 130994 w 362313"/>
                <a:gd name="connsiteY9" fmla="*/ 132787 h 361971"/>
                <a:gd name="connsiteX10" fmla="*/ 148247 w 362313"/>
                <a:gd name="connsiteY10" fmla="*/ 115550 h 361971"/>
                <a:gd name="connsiteX11" fmla="*/ 175084 w 362313"/>
                <a:gd name="connsiteY11" fmla="*/ 115550 h 361971"/>
                <a:gd name="connsiteX12" fmla="*/ 175084 w 362313"/>
                <a:gd name="connsiteY12" fmla="*/ 111720 h 361971"/>
                <a:gd name="connsiteX13" fmla="*/ 168694 w 362313"/>
                <a:gd name="connsiteY13" fmla="*/ 90653 h 361971"/>
                <a:gd name="connsiteX14" fmla="*/ 161027 w 362313"/>
                <a:gd name="connsiteY14" fmla="*/ 63202 h 361971"/>
                <a:gd name="connsiteX15" fmla="*/ 167416 w 362313"/>
                <a:gd name="connsiteY15" fmla="*/ 56818 h 361971"/>
                <a:gd name="connsiteX16" fmla="*/ 173806 w 362313"/>
                <a:gd name="connsiteY16" fmla="*/ 63202 h 361971"/>
                <a:gd name="connsiteX17" fmla="*/ 180196 w 362313"/>
                <a:gd name="connsiteY17" fmla="*/ 84269 h 361971"/>
                <a:gd name="connsiteX18" fmla="*/ 188503 w 362313"/>
                <a:gd name="connsiteY18" fmla="*/ 111720 h 361971"/>
                <a:gd name="connsiteX19" fmla="*/ 188503 w 362313"/>
                <a:gd name="connsiteY19" fmla="*/ 115550 h 361971"/>
                <a:gd name="connsiteX20" fmla="*/ 215341 w 362313"/>
                <a:gd name="connsiteY20" fmla="*/ 115550 h 361971"/>
                <a:gd name="connsiteX21" fmla="*/ 232594 w 362313"/>
                <a:gd name="connsiteY21" fmla="*/ 133425 h 361971"/>
                <a:gd name="connsiteX22" fmla="*/ 243457 w 362313"/>
                <a:gd name="connsiteY22" fmla="*/ 243230 h 361971"/>
                <a:gd name="connsiteX23" fmla="*/ 181474 w 362313"/>
                <a:gd name="connsiteY23" fmla="*/ 305154 h 361971"/>
                <a:gd name="connsiteX24" fmla="*/ 181474 w 362313"/>
                <a:gd name="connsiteY24" fmla="*/ 305154 h 361971"/>
                <a:gd name="connsiteX25" fmla="*/ 181474 w 362313"/>
                <a:gd name="connsiteY25" fmla="*/ 30515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181474" y="305154"/>
                  </a:moveTo>
                  <a:cubicBezTo>
                    <a:pt x="147608" y="305154"/>
                    <a:pt x="120131" y="277703"/>
                    <a:pt x="120131" y="243868"/>
                  </a:cubicBezTo>
                  <a:lnTo>
                    <a:pt x="120131" y="243230"/>
                  </a:lnTo>
                  <a:lnTo>
                    <a:pt x="130994" y="132787"/>
                  </a:lnTo>
                  <a:cubicBezTo>
                    <a:pt x="130994" y="123211"/>
                    <a:pt x="138662" y="115550"/>
                    <a:pt x="148247" y="115550"/>
                  </a:cubicBezTo>
                  <a:lnTo>
                    <a:pt x="175084" y="115550"/>
                  </a:lnTo>
                  <a:lnTo>
                    <a:pt x="175084" y="111720"/>
                  </a:lnTo>
                  <a:cubicBezTo>
                    <a:pt x="175084" y="104059"/>
                    <a:pt x="173167" y="97037"/>
                    <a:pt x="168694" y="90653"/>
                  </a:cubicBezTo>
                  <a:cubicBezTo>
                    <a:pt x="163582" y="82354"/>
                    <a:pt x="160387" y="72778"/>
                    <a:pt x="161027" y="63202"/>
                  </a:cubicBezTo>
                  <a:cubicBezTo>
                    <a:pt x="161027" y="59371"/>
                    <a:pt x="163582" y="56818"/>
                    <a:pt x="167416" y="56818"/>
                  </a:cubicBezTo>
                  <a:cubicBezTo>
                    <a:pt x="171250" y="56818"/>
                    <a:pt x="173806" y="59371"/>
                    <a:pt x="173806" y="63202"/>
                  </a:cubicBezTo>
                  <a:cubicBezTo>
                    <a:pt x="173806" y="70862"/>
                    <a:pt x="175723" y="77885"/>
                    <a:pt x="180196" y="84269"/>
                  </a:cubicBezTo>
                  <a:cubicBezTo>
                    <a:pt x="185947" y="92568"/>
                    <a:pt x="188503" y="102144"/>
                    <a:pt x="188503" y="111720"/>
                  </a:cubicBezTo>
                  <a:lnTo>
                    <a:pt x="188503" y="115550"/>
                  </a:lnTo>
                  <a:lnTo>
                    <a:pt x="215341" y="115550"/>
                  </a:lnTo>
                  <a:cubicBezTo>
                    <a:pt x="224926" y="115550"/>
                    <a:pt x="232594" y="123849"/>
                    <a:pt x="232594" y="133425"/>
                  </a:cubicBezTo>
                  <a:lnTo>
                    <a:pt x="243457" y="243230"/>
                  </a:lnTo>
                  <a:cubicBezTo>
                    <a:pt x="243457" y="277065"/>
                    <a:pt x="215980" y="304516"/>
                    <a:pt x="181474" y="305154"/>
                  </a:cubicBezTo>
                  <a:cubicBezTo>
                    <a:pt x="182113" y="305154"/>
                    <a:pt x="182113" y="305154"/>
                    <a:pt x="181474" y="305154"/>
                  </a:cubicBezTo>
                  <a:lnTo>
                    <a:pt x="181474" y="305154"/>
                  </a:lnTo>
                  <a:close/>
                </a:path>
              </a:pathLst>
            </a:custGeom>
            <a:solidFill>
              <a:srgbClr val="007680"/>
            </a:solidFill>
            <a:ln w="6390" cap="flat">
              <a:noFill/>
              <a:prstDash val="solid"/>
              <a:miter/>
            </a:ln>
          </p:spPr>
          <p:txBody>
            <a:bodyPr rtlCol="0" anchor="ctr"/>
            <a:lstStyle/>
            <a:p>
              <a:endParaRPr lang="en-US"/>
            </a:p>
          </p:txBody>
        </p:sp>
      </p:grpSp>
      <p:grpSp>
        <p:nvGrpSpPr>
          <p:cNvPr id="1196" name="Graphic 1100">
            <a:extLst>
              <a:ext uri="{FF2B5EF4-FFF2-40B4-BE49-F238E27FC236}">
                <a16:creationId xmlns:a16="http://schemas.microsoft.com/office/drawing/2014/main" id="{32EE6B37-FC88-974C-9E24-26B1B53E6904}"/>
              </a:ext>
            </a:extLst>
          </p:cNvPr>
          <p:cNvGrpSpPr/>
          <p:nvPr/>
        </p:nvGrpSpPr>
        <p:grpSpPr>
          <a:xfrm>
            <a:off x="467743" y="4312706"/>
            <a:ext cx="361670" cy="361971"/>
            <a:chOff x="467743" y="4312706"/>
            <a:chExt cx="361670" cy="361971"/>
          </a:xfrm>
          <a:solidFill>
            <a:srgbClr val="007680"/>
          </a:solidFill>
        </p:grpSpPr>
        <p:sp>
          <p:nvSpPr>
            <p:cNvPr id="1197" name="Graphic 1100">
              <a:extLst>
                <a:ext uri="{FF2B5EF4-FFF2-40B4-BE49-F238E27FC236}">
                  <a16:creationId xmlns:a16="http://schemas.microsoft.com/office/drawing/2014/main" id="{F84AC65F-8AD6-2C4B-A336-0D1B0E662E5B}"/>
                </a:ext>
              </a:extLst>
            </p:cNvPr>
            <p:cNvSpPr/>
            <p:nvPr/>
          </p:nvSpPr>
          <p:spPr>
            <a:xfrm>
              <a:off x="467743" y="4312706"/>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0667 h 361971"/>
                <a:gd name="connsiteX4" fmla="*/ 361670 w 361670"/>
                <a:gd name="connsiteY4" fmla="*/ 180667 h 361971"/>
                <a:gd name="connsiteX5" fmla="*/ 180835 w 361670"/>
                <a:gd name="connsiteY5" fmla="*/ 0 h 361971"/>
                <a:gd name="connsiteX6" fmla="*/ 180835 w 361670"/>
                <a:gd name="connsiteY6" fmla="*/ 0 h 361971"/>
                <a:gd name="connsiteX7" fmla="*/ 180835 w 361670"/>
                <a:gd name="connsiteY7" fmla="*/ 349204 h 361971"/>
                <a:gd name="connsiteX8" fmla="*/ 12780 w 361670"/>
                <a:gd name="connsiteY8" fmla="*/ 181305 h 361971"/>
                <a:gd name="connsiteX9" fmla="*/ 180835 w 361670"/>
                <a:gd name="connsiteY9" fmla="*/ 12768 h 361971"/>
                <a:gd name="connsiteX10" fmla="*/ 348891 w 361670"/>
                <a:gd name="connsiteY10" fmla="*/ 181305 h 361971"/>
                <a:gd name="connsiteX11" fmla="*/ 348891 w 361670"/>
                <a:gd name="connsiteY11" fmla="*/ 181305 h 361971"/>
                <a:gd name="connsiteX12" fmla="*/ 180835 w 361670"/>
                <a:gd name="connsiteY12" fmla="*/ 349204 h 361971"/>
                <a:gd name="connsiteX13" fmla="*/ 180835 w 361670"/>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0" h="361971">
                  <a:moveTo>
                    <a:pt x="180835" y="0"/>
                  </a:moveTo>
                  <a:cubicBezTo>
                    <a:pt x="80513" y="0"/>
                    <a:pt x="0" y="81077"/>
                    <a:pt x="0" y="180667"/>
                  </a:cubicBezTo>
                  <a:cubicBezTo>
                    <a:pt x="0" y="280895"/>
                    <a:pt x="81152" y="361972"/>
                    <a:pt x="180835" y="361972"/>
                  </a:cubicBezTo>
                  <a:cubicBezTo>
                    <a:pt x="280518" y="361972"/>
                    <a:pt x="361670" y="280895"/>
                    <a:pt x="361670" y="180667"/>
                  </a:cubicBezTo>
                  <a:cubicBezTo>
                    <a:pt x="361670" y="180667"/>
                    <a:pt x="361670" y="180667"/>
                    <a:pt x="361670" y="180667"/>
                  </a:cubicBezTo>
                  <a:cubicBezTo>
                    <a:pt x="361670" y="81077"/>
                    <a:pt x="281157" y="0"/>
                    <a:pt x="180835" y="0"/>
                  </a:cubicBezTo>
                  <a:cubicBezTo>
                    <a:pt x="180835" y="0"/>
                    <a:pt x="180835" y="0"/>
                    <a:pt x="180835" y="0"/>
                  </a:cubicBezTo>
                  <a:close/>
                  <a:moveTo>
                    <a:pt x="180835" y="349204"/>
                  </a:moveTo>
                  <a:cubicBezTo>
                    <a:pt x="87542" y="349204"/>
                    <a:pt x="12780" y="273873"/>
                    <a:pt x="12780" y="181305"/>
                  </a:cubicBezTo>
                  <a:cubicBezTo>
                    <a:pt x="12780" y="88099"/>
                    <a:pt x="88181" y="12768"/>
                    <a:pt x="180835" y="12768"/>
                  </a:cubicBezTo>
                  <a:cubicBezTo>
                    <a:pt x="273489" y="12768"/>
                    <a:pt x="348891" y="88099"/>
                    <a:pt x="348891" y="181305"/>
                  </a:cubicBezTo>
                  <a:lnTo>
                    <a:pt x="348891" y="181305"/>
                  </a:lnTo>
                  <a:cubicBezTo>
                    <a:pt x="348891" y="273873"/>
                    <a:pt x="273489" y="349204"/>
                    <a:pt x="180835" y="349204"/>
                  </a:cubicBezTo>
                  <a:lnTo>
                    <a:pt x="180835" y="349204"/>
                  </a:lnTo>
                  <a:close/>
                </a:path>
              </a:pathLst>
            </a:custGeom>
            <a:solidFill>
              <a:srgbClr val="007680"/>
            </a:solidFill>
            <a:ln w="6390" cap="flat">
              <a:noFill/>
              <a:prstDash val="solid"/>
              <a:miter/>
            </a:ln>
          </p:spPr>
          <p:txBody>
            <a:bodyPr rtlCol="0" anchor="ctr"/>
            <a:lstStyle/>
            <a:p>
              <a:endParaRPr lang="en-US"/>
            </a:p>
          </p:txBody>
        </p:sp>
        <p:sp>
          <p:nvSpPr>
            <p:cNvPr id="1198" name="Graphic 1100">
              <a:extLst>
                <a:ext uri="{FF2B5EF4-FFF2-40B4-BE49-F238E27FC236}">
                  <a16:creationId xmlns:a16="http://schemas.microsoft.com/office/drawing/2014/main" id="{11ECA64E-694E-AE48-B056-943BD443FB95}"/>
                </a:ext>
              </a:extLst>
            </p:cNvPr>
            <p:cNvSpPr/>
            <p:nvPr/>
          </p:nvSpPr>
          <p:spPr>
            <a:xfrm>
              <a:off x="546125" y="4391229"/>
              <a:ext cx="203535" cy="203649"/>
            </a:xfrm>
            <a:custGeom>
              <a:avLst/>
              <a:gdLst>
                <a:gd name="connsiteX0" fmla="*/ 198302 w 203535"/>
                <a:gd name="connsiteY0" fmla="*/ 153854 h 203649"/>
                <a:gd name="connsiteX1" fmla="*/ 154851 w 203535"/>
                <a:gd name="connsiteY1" fmla="*/ 119381 h 203649"/>
                <a:gd name="connsiteX2" fmla="*/ 149100 w 203535"/>
                <a:gd name="connsiteY2" fmla="*/ 121296 h 203649"/>
                <a:gd name="connsiteX3" fmla="*/ 131208 w 203535"/>
                <a:gd name="connsiteY3" fmla="*/ 139171 h 203649"/>
                <a:gd name="connsiteX4" fmla="*/ 121623 w 203535"/>
                <a:gd name="connsiteY4" fmla="*/ 133425 h 203649"/>
                <a:gd name="connsiteX5" fmla="*/ 70503 w 203535"/>
                <a:gd name="connsiteY5" fmla="*/ 82354 h 203649"/>
                <a:gd name="connsiteX6" fmla="*/ 64752 w 203535"/>
                <a:gd name="connsiteY6" fmla="*/ 72778 h 203649"/>
                <a:gd name="connsiteX7" fmla="*/ 82644 w 203535"/>
                <a:gd name="connsiteY7" fmla="*/ 54902 h 203649"/>
                <a:gd name="connsiteX8" fmla="*/ 84561 w 203535"/>
                <a:gd name="connsiteY8" fmla="*/ 49157 h 203649"/>
                <a:gd name="connsiteX9" fmla="*/ 50056 w 203535"/>
                <a:gd name="connsiteY9" fmla="*/ 5746 h 203649"/>
                <a:gd name="connsiteX10" fmla="*/ 30886 w 203535"/>
                <a:gd name="connsiteY10" fmla="*/ 0 h 203649"/>
                <a:gd name="connsiteX11" fmla="*/ 30886 w 203535"/>
                <a:gd name="connsiteY11" fmla="*/ 0 h 203649"/>
                <a:gd name="connsiteX12" fmla="*/ 11716 w 203535"/>
                <a:gd name="connsiteY12" fmla="*/ 15960 h 203649"/>
                <a:gd name="connsiteX13" fmla="*/ 9799 w 203535"/>
                <a:gd name="connsiteY13" fmla="*/ 17875 h 203649"/>
                <a:gd name="connsiteX14" fmla="*/ 1492 w 203535"/>
                <a:gd name="connsiteY14" fmla="*/ 46603 h 203649"/>
                <a:gd name="connsiteX15" fmla="*/ 55806 w 203535"/>
                <a:gd name="connsiteY15" fmla="*/ 148108 h 203649"/>
                <a:gd name="connsiteX16" fmla="*/ 158045 w 203535"/>
                <a:gd name="connsiteY16" fmla="*/ 202372 h 203649"/>
                <a:gd name="connsiteX17" fmla="*/ 166991 w 203535"/>
                <a:gd name="connsiteY17" fmla="*/ 203649 h 203649"/>
                <a:gd name="connsiteX18" fmla="*/ 186161 w 203535"/>
                <a:gd name="connsiteY18" fmla="*/ 194073 h 203649"/>
                <a:gd name="connsiteX19" fmla="*/ 188078 w 203535"/>
                <a:gd name="connsiteY19" fmla="*/ 192158 h 203649"/>
                <a:gd name="connsiteX20" fmla="*/ 203414 w 203535"/>
                <a:gd name="connsiteY20" fmla="*/ 173006 h 203649"/>
                <a:gd name="connsiteX21" fmla="*/ 203414 w 203535"/>
                <a:gd name="connsiteY21" fmla="*/ 173006 h 203649"/>
                <a:gd name="connsiteX22" fmla="*/ 198302 w 203535"/>
                <a:gd name="connsiteY22" fmla="*/ 153854 h 203649"/>
                <a:gd name="connsiteX23" fmla="*/ 179132 w 203535"/>
                <a:gd name="connsiteY23" fmla="*/ 183220 h 203649"/>
                <a:gd name="connsiteX24" fmla="*/ 176576 w 203535"/>
                <a:gd name="connsiteY24" fmla="*/ 185135 h 203649"/>
                <a:gd name="connsiteX25" fmla="*/ 159323 w 203535"/>
                <a:gd name="connsiteY25" fmla="*/ 190243 h 203649"/>
                <a:gd name="connsiteX26" fmla="*/ 158685 w 203535"/>
                <a:gd name="connsiteY26" fmla="*/ 190243 h 203649"/>
                <a:gd name="connsiteX27" fmla="*/ 13633 w 203535"/>
                <a:gd name="connsiteY27" fmla="*/ 45327 h 203649"/>
                <a:gd name="connsiteX28" fmla="*/ 13633 w 203535"/>
                <a:gd name="connsiteY28" fmla="*/ 44688 h 203649"/>
                <a:gd name="connsiteX29" fmla="*/ 18745 w 203535"/>
                <a:gd name="connsiteY29" fmla="*/ 27451 h 203649"/>
                <a:gd name="connsiteX30" fmla="*/ 20662 w 203535"/>
                <a:gd name="connsiteY30" fmla="*/ 24898 h 203649"/>
                <a:gd name="connsiteX31" fmla="*/ 33442 w 203535"/>
                <a:gd name="connsiteY31" fmla="*/ 13407 h 203649"/>
                <a:gd name="connsiteX32" fmla="*/ 71781 w 203535"/>
                <a:gd name="connsiteY32" fmla="*/ 48519 h 203649"/>
                <a:gd name="connsiteX33" fmla="*/ 52612 w 203535"/>
                <a:gd name="connsiteY33" fmla="*/ 67670 h 203649"/>
                <a:gd name="connsiteX34" fmla="*/ 51973 w 203535"/>
                <a:gd name="connsiteY34" fmla="*/ 75970 h 203649"/>
                <a:gd name="connsiteX35" fmla="*/ 60279 w 203535"/>
                <a:gd name="connsiteY35" fmla="*/ 88738 h 203649"/>
                <a:gd name="connsiteX36" fmla="*/ 115233 w 203535"/>
                <a:gd name="connsiteY36" fmla="*/ 143640 h 203649"/>
                <a:gd name="connsiteX37" fmla="*/ 128652 w 203535"/>
                <a:gd name="connsiteY37" fmla="*/ 151939 h 203649"/>
                <a:gd name="connsiteX38" fmla="*/ 136959 w 203535"/>
                <a:gd name="connsiteY38" fmla="*/ 151300 h 203649"/>
                <a:gd name="connsiteX39" fmla="*/ 156129 w 203535"/>
                <a:gd name="connsiteY39" fmla="*/ 132149 h 203649"/>
                <a:gd name="connsiteX40" fmla="*/ 191273 w 203535"/>
                <a:gd name="connsiteY40" fmla="*/ 170452 h 203649"/>
                <a:gd name="connsiteX41" fmla="*/ 179132 w 203535"/>
                <a:gd name="connsiteY41" fmla="*/ 183220 h 203649"/>
                <a:gd name="connsiteX42" fmla="*/ 179132 w 203535"/>
                <a:gd name="connsiteY42" fmla="*/ 183220 h 20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03535" h="203649">
                  <a:moveTo>
                    <a:pt x="198302" y="153854"/>
                  </a:moveTo>
                  <a:cubicBezTo>
                    <a:pt x="192551" y="142363"/>
                    <a:pt x="179771" y="123211"/>
                    <a:pt x="154851" y="119381"/>
                  </a:cubicBezTo>
                  <a:cubicBezTo>
                    <a:pt x="152934" y="119381"/>
                    <a:pt x="151017" y="120019"/>
                    <a:pt x="149100" y="121296"/>
                  </a:cubicBezTo>
                  <a:lnTo>
                    <a:pt x="131208" y="139171"/>
                  </a:lnTo>
                  <a:cubicBezTo>
                    <a:pt x="127374" y="136617"/>
                    <a:pt x="124818" y="134702"/>
                    <a:pt x="121623" y="133425"/>
                  </a:cubicBezTo>
                  <a:cubicBezTo>
                    <a:pt x="101175" y="120657"/>
                    <a:pt x="83283" y="102782"/>
                    <a:pt x="70503" y="82354"/>
                  </a:cubicBezTo>
                  <a:cubicBezTo>
                    <a:pt x="68586" y="79800"/>
                    <a:pt x="66669" y="76608"/>
                    <a:pt x="64752" y="72778"/>
                  </a:cubicBezTo>
                  <a:lnTo>
                    <a:pt x="82644" y="54902"/>
                  </a:lnTo>
                  <a:cubicBezTo>
                    <a:pt x="83922" y="53626"/>
                    <a:pt x="84561" y="51710"/>
                    <a:pt x="84561" y="49157"/>
                  </a:cubicBezTo>
                  <a:cubicBezTo>
                    <a:pt x="80727" y="24898"/>
                    <a:pt x="61557" y="11491"/>
                    <a:pt x="50056" y="5746"/>
                  </a:cubicBezTo>
                  <a:cubicBezTo>
                    <a:pt x="44305" y="2554"/>
                    <a:pt x="37915" y="639"/>
                    <a:pt x="30886" y="0"/>
                  </a:cubicBezTo>
                  <a:lnTo>
                    <a:pt x="30886" y="0"/>
                  </a:lnTo>
                  <a:cubicBezTo>
                    <a:pt x="23218" y="3831"/>
                    <a:pt x="16828" y="8938"/>
                    <a:pt x="11716" y="15960"/>
                  </a:cubicBezTo>
                  <a:lnTo>
                    <a:pt x="9799" y="17875"/>
                  </a:lnTo>
                  <a:cubicBezTo>
                    <a:pt x="1492" y="24898"/>
                    <a:pt x="-2342" y="35751"/>
                    <a:pt x="1492" y="46603"/>
                  </a:cubicBezTo>
                  <a:cubicBezTo>
                    <a:pt x="7882" y="85546"/>
                    <a:pt x="27052" y="121296"/>
                    <a:pt x="55806" y="148108"/>
                  </a:cubicBezTo>
                  <a:cubicBezTo>
                    <a:pt x="82644" y="176836"/>
                    <a:pt x="119067" y="195988"/>
                    <a:pt x="158045" y="202372"/>
                  </a:cubicBezTo>
                  <a:cubicBezTo>
                    <a:pt x="161240" y="203011"/>
                    <a:pt x="164435" y="203649"/>
                    <a:pt x="166991" y="203649"/>
                  </a:cubicBezTo>
                  <a:cubicBezTo>
                    <a:pt x="174659" y="203649"/>
                    <a:pt x="181688" y="199819"/>
                    <a:pt x="186161" y="194073"/>
                  </a:cubicBezTo>
                  <a:lnTo>
                    <a:pt x="188078" y="192158"/>
                  </a:lnTo>
                  <a:cubicBezTo>
                    <a:pt x="194468" y="187051"/>
                    <a:pt x="200219" y="180667"/>
                    <a:pt x="203414" y="173006"/>
                  </a:cubicBezTo>
                  <a:lnTo>
                    <a:pt x="203414" y="173006"/>
                  </a:lnTo>
                  <a:cubicBezTo>
                    <a:pt x="204053" y="166622"/>
                    <a:pt x="202136" y="159600"/>
                    <a:pt x="198302" y="153854"/>
                  </a:cubicBezTo>
                  <a:close/>
                  <a:moveTo>
                    <a:pt x="179132" y="183220"/>
                  </a:moveTo>
                  <a:lnTo>
                    <a:pt x="176576" y="185135"/>
                  </a:lnTo>
                  <a:cubicBezTo>
                    <a:pt x="172742" y="190881"/>
                    <a:pt x="165713" y="192796"/>
                    <a:pt x="159323" y="190243"/>
                  </a:cubicBezTo>
                  <a:lnTo>
                    <a:pt x="158685" y="190243"/>
                  </a:lnTo>
                  <a:cubicBezTo>
                    <a:pt x="85200" y="175560"/>
                    <a:pt x="28330" y="118104"/>
                    <a:pt x="13633" y="45327"/>
                  </a:cubicBezTo>
                  <a:cubicBezTo>
                    <a:pt x="13633" y="45327"/>
                    <a:pt x="13633" y="44688"/>
                    <a:pt x="13633" y="44688"/>
                  </a:cubicBezTo>
                  <a:cubicBezTo>
                    <a:pt x="11077" y="38304"/>
                    <a:pt x="12994" y="31282"/>
                    <a:pt x="18745" y="27451"/>
                  </a:cubicBezTo>
                  <a:lnTo>
                    <a:pt x="20662" y="24898"/>
                  </a:lnTo>
                  <a:cubicBezTo>
                    <a:pt x="24496" y="20429"/>
                    <a:pt x="28969" y="16599"/>
                    <a:pt x="33442" y="13407"/>
                  </a:cubicBezTo>
                  <a:cubicBezTo>
                    <a:pt x="39832" y="15322"/>
                    <a:pt x="66030" y="24259"/>
                    <a:pt x="71781" y="48519"/>
                  </a:cubicBezTo>
                  <a:lnTo>
                    <a:pt x="52612" y="67670"/>
                  </a:lnTo>
                  <a:cubicBezTo>
                    <a:pt x="50695" y="69586"/>
                    <a:pt x="50056" y="73416"/>
                    <a:pt x="51973" y="75970"/>
                  </a:cubicBezTo>
                  <a:cubicBezTo>
                    <a:pt x="55806" y="81077"/>
                    <a:pt x="58362" y="84907"/>
                    <a:pt x="60279" y="88738"/>
                  </a:cubicBezTo>
                  <a:cubicBezTo>
                    <a:pt x="74337" y="111081"/>
                    <a:pt x="92868" y="129595"/>
                    <a:pt x="115233" y="143640"/>
                  </a:cubicBezTo>
                  <a:cubicBezTo>
                    <a:pt x="119067" y="146193"/>
                    <a:pt x="122901" y="148747"/>
                    <a:pt x="128652" y="151939"/>
                  </a:cubicBezTo>
                  <a:cubicBezTo>
                    <a:pt x="131208" y="153854"/>
                    <a:pt x="134403" y="153216"/>
                    <a:pt x="136959" y="151300"/>
                  </a:cubicBezTo>
                  <a:lnTo>
                    <a:pt x="156129" y="132149"/>
                  </a:lnTo>
                  <a:cubicBezTo>
                    <a:pt x="180410" y="137894"/>
                    <a:pt x="189356" y="164068"/>
                    <a:pt x="191273" y="170452"/>
                  </a:cubicBezTo>
                  <a:cubicBezTo>
                    <a:pt x="188078" y="175560"/>
                    <a:pt x="184244" y="179390"/>
                    <a:pt x="179132" y="183220"/>
                  </a:cubicBezTo>
                  <a:lnTo>
                    <a:pt x="179132" y="183220"/>
                  </a:lnTo>
                  <a:close/>
                </a:path>
              </a:pathLst>
            </a:custGeom>
            <a:solidFill>
              <a:srgbClr val="007680"/>
            </a:solidFill>
            <a:ln w="6390" cap="flat">
              <a:noFill/>
              <a:prstDash val="solid"/>
              <a:miter/>
            </a:ln>
          </p:spPr>
          <p:txBody>
            <a:bodyPr rtlCol="0" anchor="ctr"/>
            <a:lstStyle/>
            <a:p>
              <a:endParaRPr lang="en-US"/>
            </a:p>
          </p:txBody>
        </p:sp>
      </p:grpSp>
      <p:grpSp>
        <p:nvGrpSpPr>
          <p:cNvPr id="1199" name="Graphic 1100">
            <a:extLst>
              <a:ext uri="{FF2B5EF4-FFF2-40B4-BE49-F238E27FC236}">
                <a16:creationId xmlns:a16="http://schemas.microsoft.com/office/drawing/2014/main" id="{443D1897-C9E5-8C4C-ABDC-A63FEE5F8389}"/>
              </a:ext>
            </a:extLst>
          </p:cNvPr>
          <p:cNvGrpSpPr/>
          <p:nvPr/>
        </p:nvGrpSpPr>
        <p:grpSpPr>
          <a:xfrm>
            <a:off x="905454" y="4312706"/>
            <a:ext cx="362309" cy="361971"/>
            <a:chOff x="905454" y="4312706"/>
            <a:chExt cx="362309" cy="361971"/>
          </a:xfrm>
          <a:solidFill>
            <a:srgbClr val="007680"/>
          </a:solidFill>
        </p:grpSpPr>
        <p:sp>
          <p:nvSpPr>
            <p:cNvPr id="1200" name="Graphic 1100">
              <a:extLst>
                <a:ext uri="{FF2B5EF4-FFF2-40B4-BE49-F238E27FC236}">
                  <a16:creationId xmlns:a16="http://schemas.microsoft.com/office/drawing/2014/main" id="{2470681A-62DA-F742-9D93-A4ABC75916CD}"/>
                </a:ext>
              </a:extLst>
            </p:cNvPr>
            <p:cNvSpPr/>
            <p:nvPr/>
          </p:nvSpPr>
          <p:spPr>
            <a:xfrm>
              <a:off x="996358" y="4405273"/>
              <a:ext cx="178751" cy="177946"/>
            </a:xfrm>
            <a:custGeom>
              <a:avLst/>
              <a:gdLst>
                <a:gd name="connsiteX0" fmla="*/ 144245 w 178751"/>
                <a:gd name="connsiteY0" fmla="*/ 118742 h 177946"/>
                <a:gd name="connsiteX1" fmla="*/ 125076 w 178751"/>
                <a:gd name="connsiteY1" fmla="*/ 137894 h 177946"/>
                <a:gd name="connsiteX2" fmla="*/ 116769 w 178751"/>
                <a:gd name="connsiteY2" fmla="*/ 138533 h 177946"/>
                <a:gd name="connsiteX3" fmla="*/ 103350 w 178751"/>
                <a:gd name="connsiteY3" fmla="*/ 130233 h 177946"/>
                <a:gd name="connsiteX4" fmla="*/ 48396 w 178751"/>
                <a:gd name="connsiteY4" fmla="*/ 75331 h 177946"/>
                <a:gd name="connsiteX5" fmla="*/ 40089 w 178751"/>
                <a:gd name="connsiteY5" fmla="*/ 62563 h 177946"/>
                <a:gd name="connsiteX6" fmla="*/ 40728 w 178751"/>
                <a:gd name="connsiteY6" fmla="*/ 54264 h 177946"/>
                <a:gd name="connsiteX7" fmla="*/ 59898 w 178751"/>
                <a:gd name="connsiteY7" fmla="*/ 35112 h 177946"/>
                <a:gd name="connsiteX8" fmla="*/ 21559 w 178751"/>
                <a:gd name="connsiteY8" fmla="*/ 0 h 177946"/>
                <a:gd name="connsiteX9" fmla="*/ 8779 w 178751"/>
                <a:gd name="connsiteY9" fmla="*/ 11491 h 177946"/>
                <a:gd name="connsiteX10" fmla="*/ 6223 w 178751"/>
                <a:gd name="connsiteY10" fmla="*/ 14045 h 177946"/>
                <a:gd name="connsiteX11" fmla="*/ 1111 w 178751"/>
                <a:gd name="connsiteY11" fmla="*/ 31282 h 177946"/>
                <a:gd name="connsiteX12" fmla="*/ 1111 w 178751"/>
                <a:gd name="connsiteY12" fmla="*/ 31920 h 177946"/>
                <a:gd name="connsiteX13" fmla="*/ 146801 w 178751"/>
                <a:gd name="connsiteY13" fmla="*/ 176836 h 177946"/>
                <a:gd name="connsiteX14" fmla="*/ 147440 w 178751"/>
                <a:gd name="connsiteY14" fmla="*/ 176836 h 177946"/>
                <a:gd name="connsiteX15" fmla="*/ 164693 w 178751"/>
                <a:gd name="connsiteY15" fmla="*/ 171729 h 177946"/>
                <a:gd name="connsiteX16" fmla="*/ 167249 w 178751"/>
                <a:gd name="connsiteY16" fmla="*/ 169814 h 177946"/>
                <a:gd name="connsiteX17" fmla="*/ 178751 w 178751"/>
                <a:gd name="connsiteY17" fmla="*/ 157046 h 177946"/>
                <a:gd name="connsiteX18" fmla="*/ 144245 w 178751"/>
                <a:gd name="connsiteY18" fmla="*/ 118742 h 177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8751" h="177946">
                  <a:moveTo>
                    <a:pt x="144245" y="118742"/>
                  </a:moveTo>
                  <a:lnTo>
                    <a:pt x="125076" y="137894"/>
                  </a:lnTo>
                  <a:cubicBezTo>
                    <a:pt x="123159" y="139809"/>
                    <a:pt x="119325" y="140448"/>
                    <a:pt x="116769" y="138533"/>
                  </a:cubicBezTo>
                  <a:cubicBezTo>
                    <a:pt x="111657" y="134702"/>
                    <a:pt x="107823" y="132149"/>
                    <a:pt x="103350" y="130233"/>
                  </a:cubicBezTo>
                  <a:cubicBezTo>
                    <a:pt x="80985" y="116189"/>
                    <a:pt x="62454" y="97675"/>
                    <a:pt x="48396" y="75331"/>
                  </a:cubicBezTo>
                  <a:cubicBezTo>
                    <a:pt x="45840" y="71501"/>
                    <a:pt x="43284" y="67670"/>
                    <a:pt x="40089" y="62563"/>
                  </a:cubicBezTo>
                  <a:cubicBezTo>
                    <a:pt x="38172" y="60010"/>
                    <a:pt x="38811" y="56818"/>
                    <a:pt x="40728" y="54264"/>
                  </a:cubicBezTo>
                  <a:lnTo>
                    <a:pt x="59898" y="35112"/>
                  </a:lnTo>
                  <a:cubicBezTo>
                    <a:pt x="54147" y="10853"/>
                    <a:pt x="27949" y="1915"/>
                    <a:pt x="21559" y="0"/>
                  </a:cubicBezTo>
                  <a:cubicBezTo>
                    <a:pt x="17086" y="3192"/>
                    <a:pt x="12613" y="7661"/>
                    <a:pt x="8779" y="11491"/>
                  </a:cubicBezTo>
                  <a:lnTo>
                    <a:pt x="6223" y="14045"/>
                  </a:lnTo>
                  <a:cubicBezTo>
                    <a:pt x="472" y="17875"/>
                    <a:pt x="-1445" y="24898"/>
                    <a:pt x="1111" y="31282"/>
                  </a:cubicBezTo>
                  <a:lnTo>
                    <a:pt x="1111" y="31920"/>
                  </a:lnTo>
                  <a:cubicBezTo>
                    <a:pt x="15808" y="105336"/>
                    <a:pt x="73317" y="162153"/>
                    <a:pt x="146801" y="176836"/>
                  </a:cubicBezTo>
                  <a:lnTo>
                    <a:pt x="147440" y="176836"/>
                  </a:lnTo>
                  <a:cubicBezTo>
                    <a:pt x="153830" y="179390"/>
                    <a:pt x="160859" y="177475"/>
                    <a:pt x="164693" y="171729"/>
                  </a:cubicBezTo>
                  <a:lnTo>
                    <a:pt x="167249" y="169814"/>
                  </a:lnTo>
                  <a:cubicBezTo>
                    <a:pt x="171722" y="165984"/>
                    <a:pt x="175556" y="161515"/>
                    <a:pt x="178751" y="157046"/>
                  </a:cubicBezTo>
                  <a:cubicBezTo>
                    <a:pt x="177473" y="150662"/>
                    <a:pt x="167888" y="124488"/>
                    <a:pt x="144245" y="118742"/>
                  </a:cubicBezTo>
                  <a:close/>
                </a:path>
              </a:pathLst>
            </a:custGeom>
            <a:solidFill>
              <a:srgbClr val="007680"/>
            </a:solidFill>
            <a:ln w="6390" cap="flat">
              <a:noFill/>
              <a:prstDash val="solid"/>
              <a:miter/>
            </a:ln>
          </p:spPr>
          <p:txBody>
            <a:bodyPr rtlCol="0" anchor="ctr"/>
            <a:lstStyle/>
            <a:p>
              <a:endParaRPr lang="en-US"/>
            </a:p>
          </p:txBody>
        </p:sp>
        <p:sp>
          <p:nvSpPr>
            <p:cNvPr id="1201" name="Graphic 1100">
              <a:extLst>
                <a:ext uri="{FF2B5EF4-FFF2-40B4-BE49-F238E27FC236}">
                  <a16:creationId xmlns:a16="http://schemas.microsoft.com/office/drawing/2014/main" id="{CBF6185B-D293-5042-9E58-9DBD4AFA1543}"/>
                </a:ext>
              </a:extLst>
            </p:cNvPr>
            <p:cNvSpPr/>
            <p:nvPr/>
          </p:nvSpPr>
          <p:spPr>
            <a:xfrm>
              <a:off x="905454" y="4312706"/>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82435 w 362309"/>
                <a:gd name="connsiteY6" fmla="*/ 252167 h 361971"/>
                <a:gd name="connsiteX7" fmla="*/ 267099 w 362309"/>
                <a:gd name="connsiteY7" fmla="*/ 271319 h 361971"/>
                <a:gd name="connsiteX8" fmla="*/ 265182 w 362309"/>
                <a:gd name="connsiteY8" fmla="*/ 273234 h 361971"/>
                <a:gd name="connsiteX9" fmla="*/ 246013 w 362309"/>
                <a:gd name="connsiteY9" fmla="*/ 282810 h 361971"/>
                <a:gd name="connsiteX10" fmla="*/ 237067 w 362309"/>
                <a:gd name="connsiteY10" fmla="*/ 281534 h 361971"/>
                <a:gd name="connsiteX11" fmla="*/ 81152 w 362309"/>
                <a:gd name="connsiteY11" fmla="*/ 125765 h 361971"/>
                <a:gd name="connsiteX12" fmla="*/ 89459 w 362309"/>
                <a:gd name="connsiteY12" fmla="*/ 97037 h 361971"/>
                <a:gd name="connsiteX13" fmla="*/ 91376 w 362309"/>
                <a:gd name="connsiteY13" fmla="*/ 95121 h 361971"/>
                <a:gd name="connsiteX14" fmla="*/ 110546 w 362309"/>
                <a:gd name="connsiteY14" fmla="*/ 79162 h 361971"/>
                <a:gd name="connsiteX15" fmla="*/ 110546 w 362309"/>
                <a:gd name="connsiteY15" fmla="*/ 79162 h 361971"/>
                <a:gd name="connsiteX16" fmla="*/ 129716 w 362309"/>
                <a:gd name="connsiteY16" fmla="*/ 84907 h 361971"/>
                <a:gd name="connsiteX17" fmla="*/ 164221 w 362309"/>
                <a:gd name="connsiteY17" fmla="*/ 128318 h 361971"/>
                <a:gd name="connsiteX18" fmla="*/ 162304 w 362309"/>
                <a:gd name="connsiteY18" fmla="*/ 134064 h 361971"/>
                <a:gd name="connsiteX19" fmla="*/ 144413 w 362309"/>
                <a:gd name="connsiteY19" fmla="*/ 151939 h 361971"/>
                <a:gd name="connsiteX20" fmla="*/ 150164 w 362309"/>
                <a:gd name="connsiteY20" fmla="*/ 161515 h 361971"/>
                <a:gd name="connsiteX21" fmla="*/ 172528 w 362309"/>
                <a:gd name="connsiteY21" fmla="*/ 189604 h 361971"/>
                <a:gd name="connsiteX22" fmla="*/ 200644 w 362309"/>
                <a:gd name="connsiteY22" fmla="*/ 211948 h 361971"/>
                <a:gd name="connsiteX23" fmla="*/ 210229 w 362309"/>
                <a:gd name="connsiteY23" fmla="*/ 217694 h 361971"/>
                <a:gd name="connsiteX24" fmla="*/ 228121 w 362309"/>
                <a:gd name="connsiteY24" fmla="*/ 199819 h 361971"/>
                <a:gd name="connsiteX25" fmla="*/ 233872 w 362309"/>
                <a:gd name="connsiteY25" fmla="*/ 197903 h 361971"/>
                <a:gd name="connsiteX26" fmla="*/ 277323 w 362309"/>
                <a:gd name="connsiteY26" fmla="*/ 232377 h 361971"/>
                <a:gd name="connsiteX27" fmla="*/ 282435 w 362309"/>
                <a:gd name="connsiteY27" fmla="*/ 252167 h 361971"/>
                <a:gd name="connsiteX28" fmla="*/ 282435 w 362309"/>
                <a:gd name="connsiteY28" fmla="*/ 25216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1077"/>
                    <a:pt x="281157" y="0"/>
                    <a:pt x="180835" y="0"/>
                  </a:cubicBezTo>
                  <a:close/>
                  <a:moveTo>
                    <a:pt x="282435" y="252167"/>
                  </a:moveTo>
                  <a:cubicBezTo>
                    <a:pt x="278601" y="259828"/>
                    <a:pt x="273489" y="266212"/>
                    <a:pt x="267099" y="271319"/>
                  </a:cubicBezTo>
                  <a:lnTo>
                    <a:pt x="265182" y="273234"/>
                  </a:lnTo>
                  <a:cubicBezTo>
                    <a:pt x="260709" y="278980"/>
                    <a:pt x="253680" y="282810"/>
                    <a:pt x="246013" y="282810"/>
                  </a:cubicBezTo>
                  <a:cubicBezTo>
                    <a:pt x="242818" y="282810"/>
                    <a:pt x="239623" y="282172"/>
                    <a:pt x="237067" y="281534"/>
                  </a:cubicBezTo>
                  <a:cubicBezTo>
                    <a:pt x="158470" y="266212"/>
                    <a:pt x="96488" y="204926"/>
                    <a:pt x="81152" y="125765"/>
                  </a:cubicBezTo>
                  <a:cubicBezTo>
                    <a:pt x="77318" y="115550"/>
                    <a:pt x="81152" y="104059"/>
                    <a:pt x="89459" y="97037"/>
                  </a:cubicBezTo>
                  <a:lnTo>
                    <a:pt x="91376" y="95121"/>
                  </a:lnTo>
                  <a:cubicBezTo>
                    <a:pt x="96488" y="88738"/>
                    <a:pt x="102878" y="82992"/>
                    <a:pt x="110546" y="79162"/>
                  </a:cubicBezTo>
                  <a:lnTo>
                    <a:pt x="110546" y="79162"/>
                  </a:lnTo>
                  <a:cubicBezTo>
                    <a:pt x="117575" y="79162"/>
                    <a:pt x="123965" y="81077"/>
                    <a:pt x="129716" y="84907"/>
                  </a:cubicBezTo>
                  <a:cubicBezTo>
                    <a:pt x="141218" y="90653"/>
                    <a:pt x="160387" y="103421"/>
                    <a:pt x="164221" y="128318"/>
                  </a:cubicBezTo>
                  <a:cubicBezTo>
                    <a:pt x="164221" y="130233"/>
                    <a:pt x="163582" y="132149"/>
                    <a:pt x="162304" y="134064"/>
                  </a:cubicBezTo>
                  <a:lnTo>
                    <a:pt x="144413" y="151939"/>
                  </a:lnTo>
                  <a:cubicBezTo>
                    <a:pt x="146969" y="155769"/>
                    <a:pt x="148886" y="158323"/>
                    <a:pt x="150164" y="161515"/>
                  </a:cubicBezTo>
                  <a:cubicBezTo>
                    <a:pt x="156553" y="171729"/>
                    <a:pt x="163582" y="181305"/>
                    <a:pt x="172528" y="189604"/>
                  </a:cubicBezTo>
                  <a:cubicBezTo>
                    <a:pt x="180835" y="198542"/>
                    <a:pt x="190420" y="206203"/>
                    <a:pt x="200644" y="211948"/>
                  </a:cubicBezTo>
                  <a:cubicBezTo>
                    <a:pt x="203200" y="213863"/>
                    <a:pt x="206395" y="215140"/>
                    <a:pt x="210229" y="217694"/>
                  </a:cubicBezTo>
                  <a:lnTo>
                    <a:pt x="228121" y="199819"/>
                  </a:lnTo>
                  <a:cubicBezTo>
                    <a:pt x="229399" y="198542"/>
                    <a:pt x="231316" y="197903"/>
                    <a:pt x="233872" y="197903"/>
                  </a:cubicBezTo>
                  <a:cubicBezTo>
                    <a:pt x="258154" y="201734"/>
                    <a:pt x="271572" y="221524"/>
                    <a:pt x="277323" y="232377"/>
                  </a:cubicBezTo>
                  <a:cubicBezTo>
                    <a:pt x="280518" y="238761"/>
                    <a:pt x="282435" y="245145"/>
                    <a:pt x="282435" y="252167"/>
                  </a:cubicBezTo>
                  <a:lnTo>
                    <a:pt x="282435" y="252167"/>
                  </a:lnTo>
                  <a:close/>
                </a:path>
              </a:pathLst>
            </a:custGeom>
            <a:solidFill>
              <a:srgbClr val="007680"/>
            </a:solidFill>
            <a:ln w="6390" cap="flat">
              <a:noFill/>
              <a:prstDash val="solid"/>
              <a:miter/>
            </a:ln>
          </p:spPr>
          <p:txBody>
            <a:bodyPr rtlCol="0" anchor="ctr"/>
            <a:lstStyle/>
            <a:p>
              <a:endParaRPr lang="en-US"/>
            </a:p>
          </p:txBody>
        </p:sp>
      </p:grpSp>
      <p:grpSp>
        <p:nvGrpSpPr>
          <p:cNvPr id="1202" name="Graphic 1100">
            <a:extLst>
              <a:ext uri="{FF2B5EF4-FFF2-40B4-BE49-F238E27FC236}">
                <a16:creationId xmlns:a16="http://schemas.microsoft.com/office/drawing/2014/main" id="{2E9BCFE6-9B10-1240-85FC-5619FEBE0D78}"/>
              </a:ext>
            </a:extLst>
          </p:cNvPr>
          <p:cNvGrpSpPr/>
          <p:nvPr/>
        </p:nvGrpSpPr>
        <p:grpSpPr>
          <a:xfrm>
            <a:off x="467743" y="4797250"/>
            <a:ext cx="361670" cy="361971"/>
            <a:chOff x="467743" y="4797250"/>
            <a:chExt cx="361670" cy="361971"/>
          </a:xfrm>
          <a:solidFill>
            <a:srgbClr val="007680"/>
          </a:solidFill>
        </p:grpSpPr>
        <p:sp>
          <p:nvSpPr>
            <p:cNvPr id="1203" name="Graphic 1100">
              <a:extLst>
                <a:ext uri="{FF2B5EF4-FFF2-40B4-BE49-F238E27FC236}">
                  <a16:creationId xmlns:a16="http://schemas.microsoft.com/office/drawing/2014/main" id="{A9FD0E37-2826-C349-B662-7A4660BCF355}"/>
                </a:ext>
              </a:extLst>
            </p:cNvPr>
            <p:cNvSpPr/>
            <p:nvPr/>
          </p:nvSpPr>
          <p:spPr>
            <a:xfrm>
              <a:off x="467743" y="4797250"/>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0667 h 361971"/>
                <a:gd name="connsiteX4" fmla="*/ 361670 w 361670"/>
                <a:gd name="connsiteY4" fmla="*/ 180667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667 h 361971"/>
                <a:gd name="connsiteX9" fmla="*/ 180835 w 361670"/>
                <a:gd name="connsiteY9" fmla="*/ 12129 h 361971"/>
                <a:gd name="connsiteX10" fmla="*/ 348891 w 361670"/>
                <a:gd name="connsiteY10" fmla="*/ 180667 h 361971"/>
                <a:gd name="connsiteX11" fmla="*/ 348891 w 361670"/>
                <a:gd name="connsiteY11" fmla="*/ 180667 h 361971"/>
                <a:gd name="connsiteX12" fmla="*/ 180835 w 361670"/>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5" y="0"/>
                  </a:moveTo>
                  <a:cubicBezTo>
                    <a:pt x="80513" y="0"/>
                    <a:pt x="0" y="81077"/>
                    <a:pt x="0" y="180667"/>
                  </a:cubicBezTo>
                  <a:cubicBezTo>
                    <a:pt x="0" y="280895"/>
                    <a:pt x="81152" y="361972"/>
                    <a:pt x="180835" y="361972"/>
                  </a:cubicBezTo>
                  <a:cubicBezTo>
                    <a:pt x="280518" y="361972"/>
                    <a:pt x="361670" y="280895"/>
                    <a:pt x="361670" y="180667"/>
                  </a:cubicBezTo>
                  <a:cubicBezTo>
                    <a:pt x="361670" y="180667"/>
                    <a:pt x="361670" y="180667"/>
                    <a:pt x="361670" y="180667"/>
                  </a:cubicBezTo>
                  <a:cubicBezTo>
                    <a:pt x="361670" y="80438"/>
                    <a:pt x="281157" y="0"/>
                    <a:pt x="180835" y="0"/>
                  </a:cubicBezTo>
                  <a:cubicBezTo>
                    <a:pt x="180835" y="0"/>
                    <a:pt x="180835" y="0"/>
                    <a:pt x="180835" y="0"/>
                  </a:cubicBezTo>
                  <a:close/>
                  <a:moveTo>
                    <a:pt x="180835" y="348565"/>
                  </a:moveTo>
                  <a:cubicBezTo>
                    <a:pt x="87542" y="348565"/>
                    <a:pt x="12780" y="273234"/>
                    <a:pt x="12780" y="180667"/>
                  </a:cubicBezTo>
                  <a:cubicBezTo>
                    <a:pt x="12780" y="87461"/>
                    <a:pt x="88181" y="12129"/>
                    <a:pt x="180835" y="12129"/>
                  </a:cubicBezTo>
                  <a:cubicBezTo>
                    <a:pt x="273489" y="12129"/>
                    <a:pt x="348891" y="87461"/>
                    <a:pt x="348891" y="180667"/>
                  </a:cubicBezTo>
                  <a:lnTo>
                    <a:pt x="348891" y="180667"/>
                  </a:lnTo>
                  <a:cubicBezTo>
                    <a:pt x="348891" y="273234"/>
                    <a:pt x="273489" y="348565"/>
                    <a:pt x="180835" y="348565"/>
                  </a:cubicBezTo>
                  <a:close/>
                </a:path>
              </a:pathLst>
            </a:custGeom>
            <a:solidFill>
              <a:srgbClr val="007680"/>
            </a:solidFill>
            <a:ln w="6390" cap="flat">
              <a:noFill/>
              <a:prstDash val="solid"/>
              <a:miter/>
            </a:ln>
          </p:spPr>
          <p:txBody>
            <a:bodyPr rtlCol="0" anchor="ctr"/>
            <a:lstStyle/>
            <a:p>
              <a:endParaRPr lang="en-US"/>
            </a:p>
          </p:txBody>
        </p:sp>
        <p:sp>
          <p:nvSpPr>
            <p:cNvPr id="1204" name="Graphic 1100">
              <a:extLst>
                <a:ext uri="{FF2B5EF4-FFF2-40B4-BE49-F238E27FC236}">
                  <a16:creationId xmlns:a16="http://schemas.microsoft.com/office/drawing/2014/main" id="{7FFF6FC5-267D-6A41-BA3C-10A9D312EB0A}"/>
                </a:ext>
              </a:extLst>
            </p:cNvPr>
            <p:cNvSpPr/>
            <p:nvPr/>
          </p:nvSpPr>
          <p:spPr>
            <a:xfrm>
              <a:off x="543144" y="4897479"/>
              <a:ext cx="210867" cy="160876"/>
            </a:xfrm>
            <a:custGeom>
              <a:avLst/>
              <a:gdLst>
                <a:gd name="connsiteX0" fmla="*/ 204478 w 210867"/>
                <a:gd name="connsiteY0" fmla="*/ 21067 h 160876"/>
                <a:gd name="connsiteX1" fmla="*/ 170611 w 210867"/>
                <a:gd name="connsiteY1" fmla="*/ 21067 h 160876"/>
                <a:gd name="connsiteX2" fmla="*/ 160387 w 210867"/>
                <a:gd name="connsiteY2" fmla="*/ 3192 h 160876"/>
                <a:gd name="connsiteX3" fmla="*/ 154636 w 210867"/>
                <a:gd name="connsiteY3" fmla="*/ 0 h 160876"/>
                <a:gd name="connsiteX4" fmla="*/ 56231 w 210867"/>
                <a:gd name="connsiteY4" fmla="*/ 0 h 160876"/>
                <a:gd name="connsiteX5" fmla="*/ 51119 w 210867"/>
                <a:gd name="connsiteY5" fmla="*/ 2553 h 160876"/>
                <a:gd name="connsiteX6" fmla="*/ 37062 w 210867"/>
                <a:gd name="connsiteY6" fmla="*/ 21067 h 160876"/>
                <a:gd name="connsiteX7" fmla="*/ 6390 w 210867"/>
                <a:gd name="connsiteY7" fmla="*/ 21067 h 160876"/>
                <a:gd name="connsiteX8" fmla="*/ 0 w 210867"/>
                <a:gd name="connsiteY8" fmla="*/ 27451 h 160876"/>
                <a:gd name="connsiteX9" fmla="*/ 0 w 210867"/>
                <a:gd name="connsiteY9" fmla="*/ 154492 h 160876"/>
                <a:gd name="connsiteX10" fmla="*/ 6390 w 210867"/>
                <a:gd name="connsiteY10" fmla="*/ 160876 h 160876"/>
                <a:gd name="connsiteX11" fmla="*/ 204478 w 210867"/>
                <a:gd name="connsiteY11" fmla="*/ 160876 h 160876"/>
                <a:gd name="connsiteX12" fmla="*/ 210868 w 210867"/>
                <a:gd name="connsiteY12" fmla="*/ 154492 h 160876"/>
                <a:gd name="connsiteX13" fmla="*/ 210868 w 210867"/>
                <a:gd name="connsiteY13" fmla="*/ 27451 h 160876"/>
                <a:gd name="connsiteX14" fmla="*/ 204478 w 210867"/>
                <a:gd name="connsiteY14" fmla="*/ 21067 h 160876"/>
                <a:gd name="connsiteX15" fmla="*/ 198088 w 210867"/>
                <a:gd name="connsiteY15" fmla="*/ 148108 h 160876"/>
                <a:gd name="connsiteX16" fmla="*/ 12780 w 210867"/>
                <a:gd name="connsiteY16" fmla="*/ 148108 h 160876"/>
                <a:gd name="connsiteX17" fmla="*/ 12780 w 210867"/>
                <a:gd name="connsiteY17" fmla="*/ 33835 h 160876"/>
                <a:gd name="connsiteX18" fmla="*/ 39618 w 210867"/>
                <a:gd name="connsiteY18" fmla="*/ 33835 h 160876"/>
                <a:gd name="connsiteX19" fmla="*/ 44730 w 210867"/>
                <a:gd name="connsiteY19" fmla="*/ 31281 h 160876"/>
                <a:gd name="connsiteX20" fmla="*/ 58787 w 210867"/>
                <a:gd name="connsiteY20" fmla="*/ 12768 h 160876"/>
                <a:gd name="connsiteX21" fmla="*/ 150803 w 210867"/>
                <a:gd name="connsiteY21" fmla="*/ 12768 h 160876"/>
                <a:gd name="connsiteX22" fmla="*/ 161026 w 210867"/>
                <a:gd name="connsiteY22" fmla="*/ 30643 h 160876"/>
                <a:gd name="connsiteX23" fmla="*/ 166777 w 210867"/>
                <a:gd name="connsiteY23" fmla="*/ 33835 h 160876"/>
                <a:gd name="connsiteX24" fmla="*/ 198088 w 210867"/>
                <a:gd name="connsiteY24" fmla="*/ 33835 h 160876"/>
                <a:gd name="connsiteX25" fmla="*/ 198088 w 210867"/>
                <a:gd name="connsiteY25" fmla="*/ 148108 h 16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10867" h="160876">
                  <a:moveTo>
                    <a:pt x="204478" y="21067"/>
                  </a:moveTo>
                  <a:lnTo>
                    <a:pt x="170611" y="21067"/>
                  </a:lnTo>
                  <a:lnTo>
                    <a:pt x="160387" y="3192"/>
                  </a:lnTo>
                  <a:cubicBezTo>
                    <a:pt x="159109" y="1276"/>
                    <a:pt x="157192" y="0"/>
                    <a:pt x="154636" y="0"/>
                  </a:cubicBezTo>
                  <a:lnTo>
                    <a:pt x="56231" y="0"/>
                  </a:lnTo>
                  <a:cubicBezTo>
                    <a:pt x="54314" y="0"/>
                    <a:pt x="52397" y="638"/>
                    <a:pt x="51119" y="2553"/>
                  </a:cubicBezTo>
                  <a:lnTo>
                    <a:pt x="37062" y="21067"/>
                  </a:lnTo>
                  <a:lnTo>
                    <a:pt x="6390" y="21067"/>
                  </a:lnTo>
                  <a:cubicBezTo>
                    <a:pt x="2556" y="21067"/>
                    <a:pt x="0" y="23620"/>
                    <a:pt x="0" y="27451"/>
                  </a:cubicBezTo>
                  <a:lnTo>
                    <a:pt x="0" y="154492"/>
                  </a:lnTo>
                  <a:cubicBezTo>
                    <a:pt x="0" y="158323"/>
                    <a:pt x="2556" y="160876"/>
                    <a:pt x="6390" y="160876"/>
                  </a:cubicBezTo>
                  <a:lnTo>
                    <a:pt x="204478" y="160876"/>
                  </a:lnTo>
                  <a:cubicBezTo>
                    <a:pt x="208312" y="160876"/>
                    <a:pt x="210868" y="158323"/>
                    <a:pt x="210868" y="154492"/>
                  </a:cubicBezTo>
                  <a:lnTo>
                    <a:pt x="210868" y="27451"/>
                  </a:lnTo>
                  <a:cubicBezTo>
                    <a:pt x="210868" y="23620"/>
                    <a:pt x="208312" y="21067"/>
                    <a:pt x="204478" y="21067"/>
                  </a:cubicBezTo>
                  <a:close/>
                  <a:moveTo>
                    <a:pt x="198088" y="148108"/>
                  </a:moveTo>
                  <a:lnTo>
                    <a:pt x="12780" y="148108"/>
                  </a:lnTo>
                  <a:lnTo>
                    <a:pt x="12780" y="33835"/>
                  </a:lnTo>
                  <a:lnTo>
                    <a:pt x="39618" y="33835"/>
                  </a:lnTo>
                  <a:cubicBezTo>
                    <a:pt x="41535" y="33835"/>
                    <a:pt x="43452" y="32558"/>
                    <a:pt x="44730" y="31281"/>
                  </a:cubicBezTo>
                  <a:lnTo>
                    <a:pt x="58787" y="12768"/>
                  </a:lnTo>
                  <a:lnTo>
                    <a:pt x="150803" y="12768"/>
                  </a:lnTo>
                  <a:lnTo>
                    <a:pt x="161026" y="30643"/>
                  </a:lnTo>
                  <a:cubicBezTo>
                    <a:pt x="162304" y="32558"/>
                    <a:pt x="164221" y="33835"/>
                    <a:pt x="166777" y="33835"/>
                  </a:cubicBezTo>
                  <a:lnTo>
                    <a:pt x="198088" y="33835"/>
                  </a:lnTo>
                  <a:lnTo>
                    <a:pt x="198088" y="148108"/>
                  </a:lnTo>
                  <a:close/>
                </a:path>
              </a:pathLst>
            </a:custGeom>
            <a:solidFill>
              <a:srgbClr val="007680"/>
            </a:solidFill>
            <a:ln w="6390" cap="flat">
              <a:noFill/>
              <a:prstDash val="solid"/>
              <a:miter/>
            </a:ln>
          </p:spPr>
          <p:txBody>
            <a:bodyPr rtlCol="0" anchor="ctr"/>
            <a:lstStyle/>
            <a:p>
              <a:endParaRPr lang="en-US"/>
            </a:p>
          </p:txBody>
        </p:sp>
        <p:sp>
          <p:nvSpPr>
            <p:cNvPr id="1205" name="Graphic 1100">
              <a:extLst>
                <a:ext uri="{FF2B5EF4-FFF2-40B4-BE49-F238E27FC236}">
                  <a16:creationId xmlns:a16="http://schemas.microsoft.com/office/drawing/2014/main" id="{1F5DBD9A-1BF2-5746-85C3-65CCAFAC405C}"/>
                </a:ext>
              </a:extLst>
            </p:cNvPr>
            <p:cNvSpPr/>
            <p:nvPr/>
          </p:nvSpPr>
          <p:spPr>
            <a:xfrm>
              <a:off x="600015" y="4932591"/>
              <a:ext cx="97127" cy="97036"/>
            </a:xfrm>
            <a:custGeom>
              <a:avLst/>
              <a:gdLst>
                <a:gd name="connsiteX0" fmla="*/ 48564 w 97127"/>
                <a:gd name="connsiteY0" fmla="*/ 0 h 97036"/>
                <a:gd name="connsiteX1" fmla="*/ 0 w 97127"/>
                <a:gd name="connsiteY1" fmla="*/ 48518 h 97036"/>
                <a:gd name="connsiteX2" fmla="*/ 48564 w 97127"/>
                <a:gd name="connsiteY2" fmla="*/ 97036 h 97036"/>
                <a:gd name="connsiteX3" fmla="*/ 97127 w 97127"/>
                <a:gd name="connsiteY3" fmla="*/ 48518 h 97036"/>
                <a:gd name="connsiteX4" fmla="*/ 48564 w 97127"/>
                <a:gd name="connsiteY4" fmla="*/ 0 h 97036"/>
                <a:gd name="connsiteX5" fmla="*/ 48564 w 97127"/>
                <a:gd name="connsiteY5" fmla="*/ 84907 h 97036"/>
                <a:gd name="connsiteX6" fmla="*/ 12780 w 97127"/>
                <a:gd name="connsiteY6" fmla="*/ 49156 h 97036"/>
                <a:gd name="connsiteX7" fmla="*/ 48564 w 97127"/>
                <a:gd name="connsiteY7" fmla="*/ 13406 h 97036"/>
                <a:gd name="connsiteX8" fmla="*/ 84347 w 97127"/>
                <a:gd name="connsiteY8" fmla="*/ 49156 h 97036"/>
                <a:gd name="connsiteX9" fmla="*/ 48564 w 97127"/>
                <a:gd name="connsiteY9" fmla="*/ 84907 h 97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127" h="97036">
                  <a:moveTo>
                    <a:pt x="48564" y="0"/>
                  </a:moveTo>
                  <a:cubicBezTo>
                    <a:pt x="21726" y="0"/>
                    <a:pt x="0" y="21705"/>
                    <a:pt x="0" y="48518"/>
                  </a:cubicBezTo>
                  <a:cubicBezTo>
                    <a:pt x="0" y="75331"/>
                    <a:pt x="21726" y="97036"/>
                    <a:pt x="48564" y="97036"/>
                  </a:cubicBezTo>
                  <a:cubicBezTo>
                    <a:pt x="75401" y="97036"/>
                    <a:pt x="97127" y="75331"/>
                    <a:pt x="97127" y="48518"/>
                  </a:cubicBezTo>
                  <a:cubicBezTo>
                    <a:pt x="97127" y="21705"/>
                    <a:pt x="75401" y="0"/>
                    <a:pt x="48564" y="0"/>
                  </a:cubicBezTo>
                  <a:close/>
                  <a:moveTo>
                    <a:pt x="48564" y="84907"/>
                  </a:moveTo>
                  <a:cubicBezTo>
                    <a:pt x="28755" y="84907"/>
                    <a:pt x="12780" y="68947"/>
                    <a:pt x="12780" y="49156"/>
                  </a:cubicBezTo>
                  <a:cubicBezTo>
                    <a:pt x="12780" y="29366"/>
                    <a:pt x="28755" y="13406"/>
                    <a:pt x="48564" y="13406"/>
                  </a:cubicBezTo>
                  <a:cubicBezTo>
                    <a:pt x="68372" y="13406"/>
                    <a:pt x="84347" y="29366"/>
                    <a:pt x="84347" y="49156"/>
                  </a:cubicBezTo>
                  <a:cubicBezTo>
                    <a:pt x="84347" y="68947"/>
                    <a:pt x="68372" y="84907"/>
                    <a:pt x="48564" y="84907"/>
                  </a:cubicBezTo>
                  <a:close/>
                </a:path>
              </a:pathLst>
            </a:custGeom>
            <a:solidFill>
              <a:srgbClr val="007680"/>
            </a:solidFill>
            <a:ln w="6390" cap="flat">
              <a:noFill/>
              <a:prstDash val="solid"/>
              <a:miter/>
            </a:ln>
          </p:spPr>
          <p:txBody>
            <a:bodyPr rtlCol="0" anchor="ctr"/>
            <a:lstStyle/>
            <a:p>
              <a:endParaRPr lang="en-US"/>
            </a:p>
          </p:txBody>
        </p:sp>
      </p:grpSp>
      <p:grpSp>
        <p:nvGrpSpPr>
          <p:cNvPr id="1206" name="Graphic 1100">
            <a:extLst>
              <a:ext uri="{FF2B5EF4-FFF2-40B4-BE49-F238E27FC236}">
                <a16:creationId xmlns:a16="http://schemas.microsoft.com/office/drawing/2014/main" id="{4B1FE316-E4B3-EA4B-81D3-872476A0A137}"/>
              </a:ext>
            </a:extLst>
          </p:cNvPr>
          <p:cNvGrpSpPr/>
          <p:nvPr/>
        </p:nvGrpSpPr>
        <p:grpSpPr>
          <a:xfrm>
            <a:off x="905454" y="4797250"/>
            <a:ext cx="362309" cy="361971"/>
            <a:chOff x="905454" y="4797250"/>
            <a:chExt cx="362309" cy="361971"/>
          </a:xfrm>
          <a:solidFill>
            <a:srgbClr val="007680"/>
          </a:solidFill>
        </p:grpSpPr>
        <p:sp>
          <p:nvSpPr>
            <p:cNvPr id="1207" name="Graphic 1100">
              <a:extLst>
                <a:ext uri="{FF2B5EF4-FFF2-40B4-BE49-F238E27FC236}">
                  <a16:creationId xmlns:a16="http://schemas.microsoft.com/office/drawing/2014/main" id="{059AE58F-6F20-674C-B487-F3777EB03BC7}"/>
                </a:ext>
              </a:extLst>
            </p:cNvPr>
            <p:cNvSpPr/>
            <p:nvPr/>
          </p:nvSpPr>
          <p:spPr>
            <a:xfrm>
              <a:off x="1050505" y="4945359"/>
              <a:ext cx="71567" cy="71500"/>
            </a:xfrm>
            <a:custGeom>
              <a:avLst/>
              <a:gdLst>
                <a:gd name="connsiteX0" fmla="*/ 35784 w 71567"/>
                <a:gd name="connsiteY0" fmla="*/ 0 h 71500"/>
                <a:gd name="connsiteX1" fmla="*/ 0 w 71567"/>
                <a:gd name="connsiteY1" fmla="*/ 35750 h 71500"/>
                <a:gd name="connsiteX2" fmla="*/ 35784 w 71567"/>
                <a:gd name="connsiteY2" fmla="*/ 71500 h 71500"/>
                <a:gd name="connsiteX3" fmla="*/ 71567 w 71567"/>
                <a:gd name="connsiteY3" fmla="*/ 35750 h 71500"/>
                <a:gd name="connsiteX4" fmla="*/ 35784 w 71567"/>
                <a:gd name="connsiteY4" fmla="*/ 0 h 71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567" h="71500">
                  <a:moveTo>
                    <a:pt x="35784" y="0"/>
                  </a:moveTo>
                  <a:cubicBezTo>
                    <a:pt x="15975" y="0"/>
                    <a:pt x="0" y="15960"/>
                    <a:pt x="0" y="35750"/>
                  </a:cubicBezTo>
                  <a:cubicBezTo>
                    <a:pt x="0" y="55540"/>
                    <a:pt x="15975" y="71500"/>
                    <a:pt x="35784" y="71500"/>
                  </a:cubicBezTo>
                  <a:cubicBezTo>
                    <a:pt x="55593" y="71500"/>
                    <a:pt x="71567" y="55540"/>
                    <a:pt x="71567" y="35750"/>
                  </a:cubicBezTo>
                  <a:cubicBezTo>
                    <a:pt x="71567" y="15960"/>
                    <a:pt x="55593" y="0"/>
                    <a:pt x="35784" y="0"/>
                  </a:cubicBezTo>
                  <a:close/>
                </a:path>
              </a:pathLst>
            </a:custGeom>
            <a:solidFill>
              <a:srgbClr val="007680"/>
            </a:solidFill>
            <a:ln w="6390" cap="flat">
              <a:noFill/>
              <a:prstDash val="solid"/>
              <a:miter/>
            </a:ln>
          </p:spPr>
          <p:txBody>
            <a:bodyPr rtlCol="0" anchor="ctr"/>
            <a:lstStyle/>
            <a:p>
              <a:endParaRPr lang="en-US"/>
            </a:p>
          </p:txBody>
        </p:sp>
        <p:sp>
          <p:nvSpPr>
            <p:cNvPr id="1208" name="Graphic 1100">
              <a:extLst>
                <a:ext uri="{FF2B5EF4-FFF2-40B4-BE49-F238E27FC236}">
                  <a16:creationId xmlns:a16="http://schemas.microsoft.com/office/drawing/2014/main" id="{52E2E869-F269-0A4E-A681-BAFEB13A045E}"/>
                </a:ext>
              </a:extLst>
            </p:cNvPr>
            <p:cNvSpPr/>
            <p:nvPr/>
          </p:nvSpPr>
          <p:spPr>
            <a:xfrm>
              <a:off x="994274" y="4910247"/>
              <a:ext cx="185308" cy="135340"/>
            </a:xfrm>
            <a:custGeom>
              <a:avLst/>
              <a:gdLst>
                <a:gd name="connsiteX0" fmla="*/ 148247 w 185308"/>
                <a:gd name="connsiteY0" fmla="*/ 17875 h 135340"/>
                <a:gd name="connsiteX1" fmla="*/ 138023 w 185308"/>
                <a:gd name="connsiteY1" fmla="*/ 0 h 135340"/>
                <a:gd name="connsiteX2" fmla="*/ 46008 w 185308"/>
                <a:gd name="connsiteY2" fmla="*/ 0 h 135340"/>
                <a:gd name="connsiteX3" fmla="*/ 31950 w 185308"/>
                <a:gd name="connsiteY3" fmla="*/ 18513 h 135340"/>
                <a:gd name="connsiteX4" fmla="*/ 26838 w 185308"/>
                <a:gd name="connsiteY4" fmla="*/ 21067 h 135340"/>
                <a:gd name="connsiteX5" fmla="*/ 0 w 185308"/>
                <a:gd name="connsiteY5" fmla="*/ 21067 h 135340"/>
                <a:gd name="connsiteX6" fmla="*/ 0 w 185308"/>
                <a:gd name="connsiteY6" fmla="*/ 135340 h 135340"/>
                <a:gd name="connsiteX7" fmla="*/ 185308 w 185308"/>
                <a:gd name="connsiteY7" fmla="*/ 135340 h 135340"/>
                <a:gd name="connsiteX8" fmla="*/ 185308 w 185308"/>
                <a:gd name="connsiteY8" fmla="*/ 21067 h 135340"/>
                <a:gd name="connsiteX9" fmla="*/ 153997 w 185308"/>
                <a:gd name="connsiteY9" fmla="*/ 21067 h 135340"/>
                <a:gd name="connsiteX10" fmla="*/ 148247 w 185308"/>
                <a:gd name="connsiteY10" fmla="*/ 17875 h 135340"/>
                <a:gd name="connsiteX11" fmla="*/ 92015 w 185308"/>
                <a:gd name="connsiteY11" fmla="*/ 120019 h 135340"/>
                <a:gd name="connsiteX12" fmla="*/ 43451 w 185308"/>
                <a:gd name="connsiteY12" fmla="*/ 71500 h 135340"/>
                <a:gd name="connsiteX13" fmla="*/ 92015 w 185308"/>
                <a:gd name="connsiteY13" fmla="*/ 22982 h 135340"/>
                <a:gd name="connsiteX14" fmla="*/ 140579 w 185308"/>
                <a:gd name="connsiteY14" fmla="*/ 71500 h 135340"/>
                <a:gd name="connsiteX15" fmla="*/ 92015 w 185308"/>
                <a:gd name="connsiteY15" fmla="*/ 120019 h 135340"/>
                <a:gd name="connsiteX16" fmla="*/ 92015 w 185308"/>
                <a:gd name="connsiteY16" fmla="*/ 120019 h 135340"/>
                <a:gd name="connsiteX17" fmla="*/ 92015 w 185308"/>
                <a:gd name="connsiteY17" fmla="*/ 120019 h 135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5308" h="135340">
                  <a:moveTo>
                    <a:pt x="148247" y="17875"/>
                  </a:moveTo>
                  <a:lnTo>
                    <a:pt x="138023" y="0"/>
                  </a:lnTo>
                  <a:lnTo>
                    <a:pt x="46008" y="0"/>
                  </a:lnTo>
                  <a:lnTo>
                    <a:pt x="31950" y="18513"/>
                  </a:lnTo>
                  <a:cubicBezTo>
                    <a:pt x="30672" y="19790"/>
                    <a:pt x="28755" y="21067"/>
                    <a:pt x="26838" y="21067"/>
                  </a:cubicBezTo>
                  <a:lnTo>
                    <a:pt x="0" y="21067"/>
                  </a:lnTo>
                  <a:lnTo>
                    <a:pt x="0" y="135340"/>
                  </a:lnTo>
                  <a:lnTo>
                    <a:pt x="185308" y="135340"/>
                  </a:lnTo>
                  <a:lnTo>
                    <a:pt x="185308" y="21067"/>
                  </a:lnTo>
                  <a:lnTo>
                    <a:pt x="153997" y="21067"/>
                  </a:lnTo>
                  <a:cubicBezTo>
                    <a:pt x="151441" y="21067"/>
                    <a:pt x="149524" y="19790"/>
                    <a:pt x="148247" y="17875"/>
                  </a:cubicBezTo>
                  <a:close/>
                  <a:moveTo>
                    <a:pt x="92015" y="120019"/>
                  </a:moveTo>
                  <a:cubicBezTo>
                    <a:pt x="65177" y="120019"/>
                    <a:pt x="43451" y="98313"/>
                    <a:pt x="43451" y="71500"/>
                  </a:cubicBezTo>
                  <a:cubicBezTo>
                    <a:pt x="43451" y="44688"/>
                    <a:pt x="65177" y="22982"/>
                    <a:pt x="92015" y="22982"/>
                  </a:cubicBezTo>
                  <a:cubicBezTo>
                    <a:pt x="118853" y="22982"/>
                    <a:pt x="140579" y="44688"/>
                    <a:pt x="140579" y="71500"/>
                  </a:cubicBezTo>
                  <a:cubicBezTo>
                    <a:pt x="141218" y="98313"/>
                    <a:pt x="118853" y="120019"/>
                    <a:pt x="92015" y="120019"/>
                  </a:cubicBezTo>
                  <a:cubicBezTo>
                    <a:pt x="92015" y="120019"/>
                    <a:pt x="92015" y="120019"/>
                    <a:pt x="92015" y="120019"/>
                  </a:cubicBezTo>
                  <a:lnTo>
                    <a:pt x="92015" y="120019"/>
                  </a:lnTo>
                  <a:close/>
                </a:path>
              </a:pathLst>
            </a:custGeom>
            <a:solidFill>
              <a:srgbClr val="007680"/>
            </a:solidFill>
            <a:ln w="6390" cap="flat">
              <a:noFill/>
              <a:prstDash val="solid"/>
              <a:miter/>
            </a:ln>
          </p:spPr>
          <p:txBody>
            <a:bodyPr rtlCol="0" anchor="ctr"/>
            <a:lstStyle/>
            <a:p>
              <a:endParaRPr lang="en-US"/>
            </a:p>
          </p:txBody>
        </p:sp>
        <p:sp>
          <p:nvSpPr>
            <p:cNvPr id="1209" name="Graphic 1100">
              <a:extLst>
                <a:ext uri="{FF2B5EF4-FFF2-40B4-BE49-F238E27FC236}">
                  <a16:creationId xmlns:a16="http://schemas.microsoft.com/office/drawing/2014/main" id="{A9749BEE-0917-4541-910F-C4A3CF63D1AF}"/>
                </a:ext>
              </a:extLst>
            </p:cNvPr>
            <p:cNvSpPr/>
            <p:nvPr/>
          </p:nvSpPr>
          <p:spPr>
            <a:xfrm>
              <a:off x="905454" y="4797250"/>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86269 w 362309"/>
                <a:gd name="connsiteY6" fmla="*/ 255359 h 361971"/>
                <a:gd name="connsiteX7" fmla="*/ 279879 w 362309"/>
                <a:gd name="connsiteY7" fmla="*/ 261743 h 361971"/>
                <a:gd name="connsiteX8" fmla="*/ 81791 w 362309"/>
                <a:gd name="connsiteY8" fmla="*/ 261743 h 361971"/>
                <a:gd name="connsiteX9" fmla="*/ 75401 w 362309"/>
                <a:gd name="connsiteY9" fmla="*/ 255359 h 361971"/>
                <a:gd name="connsiteX10" fmla="*/ 75401 w 362309"/>
                <a:gd name="connsiteY10" fmla="*/ 127680 h 361971"/>
                <a:gd name="connsiteX11" fmla="*/ 81791 w 362309"/>
                <a:gd name="connsiteY11" fmla="*/ 121296 h 361971"/>
                <a:gd name="connsiteX12" fmla="*/ 111824 w 362309"/>
                <a:gd name="connsiteY12" fmla="*/ 121296 h 361971"/>
                <a:gd name="connsiteX13" fmla="*/ 125882 w 362309"/>
                <a:gd name="connsiteY13" fmla="*/ 102782 h 361971"/>
                <a:gd name="connsiteX14" fmla="*/ 130994 w 362309"/>
                <a:gd name="connsiteY14" fmla="*/ 100229 h 361971"/>
                <a:gd name="connsiteX15" fmla="*/ 230038 w 362309"/>
                <a:gd name="connsiteY15" fmla="*/ 100229 h 361971"/>
                <a:gd name="connsiteX16" fmla="*/ 235789 w 362309"/>
                <a:gd name="connsiteY16" fmla="*/ 103421 h 361971"/>
                <a:gd name="connsiteX17" fmla="*/ 246013 w 362309"/>
                <a:gd name="connsiteY17" fmla="*/ 121296 h 361971"/>
                <a:gd name="connsiteX18" fmla="*/ 279879 w 362309"/>
                <a:gd name="connsiteY18" fmla="*/ 121296 h 361971"/>
                <a:gd name="connsiteX19" fmla="*/ 286269 w 362309"/>
                <a:gd name="connsiteY19" fmla="*/ 127680 h 361971"/>
                <a:gd name="connsiteX20" fmla="*/ 286269 w 362309"/>
                <a:gd name="connsiteY20" fmla="*/ 25535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0438"/>
                    <a:pt x="281157" y="0"/>
                    <a:pt x="180835" y="0"/>
                  </a:cubicBezTo>
                  <a:close/>
                  <a:moveTo>
                    <a:pt x="286269" y="255359"/>
                  </a:moveTo>
                  <a:cubicBezTo>
                    <a:pt x="286269" y="259190"/>
                    <a:pt x="283713" y="261743"/>
                    <a:pt x="279879" y="261743"/>
                  </a:cubicBezTo>
                  <a:lnTo>
                    <a:pt x="81791" y="261743"/>
                  </a:lnTo>
                  <a:cubicBezTo>
                    <a:pt x="77957" y="261743"/>
                    <a:pt x="75401" y="259190"/>
                    <a:pt x="75401" y="255359"/>
                  </a:cubicBezTo>
                  <a:lnTo>
                    <a:pt x="75401" y="127680"/>
                  </a:lnTo>
                  <a:cubicBezTo>
                    <a:pt x="75401" y="123849"/>
                    <a:pt x="77957" y="121296"/>
                    <a:pt x="81791" y="121296"/>
                  </a:cubicBezTo>
                  <a:lnTo>
                    <a:pt x="111824" y="121296"/>
                  </a:lnTo>
                  <a:lnTo>
                    <a:pt x="125882" y="102782"/>
                  </a:lnTo>
                  <a:cubicBezTo>
                    <a:pt x="127160" y="101505"/>
                    <a:pt x="129077" y="100229"/>
                    <a:pt x="130994" y="100229"/>
                  </a:cubicBezTo>
                  <a:lnTo>
                    <a:pt x="230038" y="100229"/>
                  </a:lnTo>
                  <a:cubicBezTo>
                    <a:pt x="232594" y="100229"/>
                    <a:pt x="234511" y="101505"/>
                    <a:pt x="235789" y="103421"/>
                  </a:cubicBezTo>
                  <a:lnTo>
                    <a:pt x="246013" y="121296"/>
                  </a:lnTo>
                  <a:lnTo>
                    <a:pt x="279879" y="121296"/>
                  </a:lnTo>
                  <a:cubicBezTo>
                    <a:pt x="283713" y="121296"/>
                    <a:pt x="286269" y="123849"/>
                    <a:pt x="286269" y="127680"/>
                  </a:cubicBezTo>
                  <a:lnTo>
                    <a:pt x="286269" y="255359"/>
                  </a:lnTo>
                  <a:close/>
                </a:path>
              </a:pathLst>
            </a:custGeom>
            <a:solidFill>
              <a:srgbClr val="007680"/>
            </a:solidFill>
            <a:ln w="6390" cap="flat">
              <a:noFill/>
              <a:prstDash val="solid"/>
              <a:miter/>
            </a:ln>
          </p:spPr>
          <p:txBody>
            <a:bodyPr rtlCol="0" anchor="ctr"/>
            <a:lstStyle/>
            <a:p>
              <a:endParaRPr lang="en-US"/>
            </a:p>
          </p:txBody>
        </p:sp>
      </p:grpSp>
      <p:grpSp>
        <p:nvGrpSpPr>
          <p:cNvPr id="1210" name="Graphic 1100">
            <a:extLst>
              <a:ext uri="{FF2B5EF4-FFF2-40B4-BE49-F238E27FC236}">
                <a16:creationId xmlns:a16="http://schemas.microsoft.com/office/drawing/2014/main" id="{2AF1052E-8230-5C4C-BEC2-CFE81C972539}"/>
              </a:ext>
            </a:extLst>
          </p:cNvPr>
          <p:cNvGrpSpPr/>
          <p:nvPr/>
        </p:nvGrpSpPr>
        <p:grpSpPr>
          <a:xfrm>
            <a:off x="467743" y="1897007"/>
            <a:ext cx="361670" cy="362610"/>
            <a:chOff x="467743" y="1897007"/>
            <a:chExt cx="361670" cy="362610"/>
          </a:xfrm>
          <a:solidFill>
            <a:srgbClr val="007680"/>
          </a:solidFill>
        </p:grpSpPr>
        <p:sp>
          <p:nvSpPr>
            <p:cNvPr id="1211" name="Graphic 1100">
              <a:extLst>
                <a:ext uri="{FF2B5EF4-FFF2-40B4-BE49-F238E27FC236}">
                  <a16:creationId xmlns:a16="http://schemas.microsoft.com/office/drawing/2014/main" id="{7FA32F20-5BBB-1A42-8DFD-39B5D7F60E17}"/>
                </a:ext>
              </a:extLst>
            </p:cNvPr>
            <p:cNvSpPr/>
            <p:nvPr/>
          </p:nvSpPr>
          <p:spPr>
            <a:xfrm>
              <a:off x="467743" y="1897007"/>
              <a:ext cx="361670" cy="362610"/>
            </a:xfrm>
            <a:custGeom>
              <a:avLst/>
              <a:gdLst>
                <a:gd name="connsiteX0" fmla="*/ 180835 w 361670"/>
                <a:gd name="connsiteY0" fmla="*/ 12768 h 362610"/>
                <a:gd name="connsiteX1" fmla="*/ 349530 w 361670"/>
                <a:gd name="connsiteY1" fmla="*/ 180667 h 362610"/>
                <a:gd name="connsiteX2" fmla="*/ 181474 w 361670"/>
                <a:gd name="connsiteY2" fmla="*/ 349204 h 362610"/>
                <a:gd name="connsiteX3" fmla="*/ 12780 w 361670"/>
                <a:gd name="connsiteY3" fmla="*/ 181305 h 362610"/>
                <a:gd name="connsiteX4" fmla="*/ 12780 w 361670"/>
                <a:gd name="connsiteY4" fmla="*/ 181305 h 362610"/>
                <a:gd name="connsiteX5" fmla="*/ 180835 w 361670"/>
                <a:gd name="connsiteY5" fmla="*/ 12768 h 362610"/>
                <a:gd name="connsiteX6" fmla="*/ 180835 w 361670"/>
                <a:gd name="connsiteY6" fmla="*/ 0 h 362610"/>
                <a:gd name="connsiteX7" fmla="*/ 0 w 361670"/>
                <a:gd name="connsiteY7" fmla="*/ 181305 h 362610"/>
                <a:gd name="connsiteX8" fmla="*/ 180835 w 361670"/>
                <a:gd name="connsiteY8" fmla="*/ 362610 h 362610"/>
                <a:gd name="connsiteX9" fmla="*/ 361670 w 361670"/>
                <a:gd name="connsiteY9" fmla="*/ 181305 h 362610"/>
                <a:gd name="connsiteX10" fmla="*/ 361670 w 361670"/>
                <a:gd name="connsiteY10" fmla="*/ 181305 h 362610"/>
                <a:gd name="connsiteX11" fmla="*/ 180835 w 361670"/>
                <a:gd name="connsiteY11" fmla="*/ 0 h 362610"/>
                <a:gd name="connsiteX12" fmla="*/ 180835 w 361670"/>
                <a:gd name="connsiteY12" fmla="*/ 0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2610">
                  <a:moveTo>
                    <a:pt x="180835" y="12768"/>
                  </a:moveTo>
                  <a:cubicBezTo>
                    <a:pt x="274128" y="12768"/>
                    <a:pt x="349530" y="88099"/>
                    <a:pt x="349530" y="180667"/>
                  </a:cubicBezTo>
                  <a:cubicBezTo>
                    <a:pt x="349530" y="273873"/>
                    <a:pt x="274128" y="349204"/>
                    <a:pt x="181474" y="349204"/>
                  </a:cubicBezTo>
                  <a:cubicBezTo>
                    <a:pt x="88181" y="349204"/>
                    <a:pt x="12780" y="273873"/>
                    <a:pt x="12780" y="181305"/>
                  </a:cubicBezTo>
                  <a:cubicBezTo>
                    <a:pt x="12780" y="181305"/>
                    <a:pt x="12780" y="181305"/>
                    <a:pt x="12780" y="181305"/>
                  </a:cubicBezTo>
                  <a:cubicBezTo>
                    <a:pt x="12780" y="88099"/>
                    <a:pt x="88181" y="12768"/>
                    <a:pt x="180835" y="12768"/>
                  </a:cubicBezTo>
                  <a:moveTo>
                    <a:pt x="180835" y="0"/>
                  </a:moveTo>
                  <a:cubicBezTo>
                    <a:pt x="80513" y="0"/>
                    <a:pt x="0" y="81077"/>
                    <a:pt x="0" y="181305"/>
                  </a:cubicBezTo>
                  <a:cubicBezTo>
                    <a:pt x="0" y="281534"/>
                    <a:pt x="81152" y="362610"/>
                    <a:pt x="180835" y="362610"/>
                  </a:cubicBezTo>
                  <a:cubicBezTo>
                    <a:pt x="280518" y="362610"/>
                    <a:pt x="361670" y="281534"/>
                    <a:pt x="361670" y="181305"/>
                  </a:cubicBezTo>
                  <a:cubicBezTo>
                    <a:pt x="361670" y="181305"/>
                    <a:pt x="361670" y="181305"/>
                    <a:pt x="361670" y="181305"/>
                  </a:cubicBezTo>
                  <a:cubicBezTo>
                    <a:pt x="361670" y="81077"/>
                    <a:pt x="281157" y="0"/>
                    <a:pt x="180835" y="0"/>
                  </a:cubicBezTo>
                  <a:cubicBezTo>
                    <a:pt x="180835" y="0"/>
                    <a:pt x="180835" y="0"/>
                    <a:pt x="180835" y="0"/>
                  </a:cubicBezTo>
                  <a:close/>
                </a:path>
              </a:pathLst>
            </a:custGeom>
            <a:solidFill>
              <a:srgbClr val="007680"/>
            </a:solidFill>
            <a:ln w="6390" cap="flat">
              <a:noFill/>
              <a:prstDash val="solid"/>
              <a:miter/>
            </a:ln>
          </p:spPr>
          <p:txBody>
            <a:bodyPr rtlCol="0" anchor="ctr"/>
            <a:lstStyle/>
            <a:p>
              <a:endParaRPr lang="en-US"/>
            </a:p>
          </p:txBody>
        </p:sp>
        <p:sp>
          <p:nvSpPr>
            <p:cNvPr id="1212" name="Graphic 1100">
              <a:extLst>
                <a:ext uri="{FF2B5EF4-FFF2-40B4-BE49-F238E27FC236}">
                  <a16:creationId xmlns:a16="http://schemas.microsoft.com/office/drawing/2014/main" id="{CCC04E1E-0C87-5B4A-8CA9-BB3101F3D703}"/>
                </a:ext>
              </a:extLst>
            </p:cNvPr>
            <p:cNvSpPr/>
            <p:nvPr/>
          </p:nvSpPr>
          <p:spPr>
            <a:xfrm>
              <a:off x="570621" y="1971699"/>
              <a:ext cx="155914" cy="213224"/>
            </a:xfrm>
            <a:custGeom>
              <a:avLst/>
              <a:gdLst>
                <a:gd name="connsiteX0" fmla="*/ 128438 w 155914"/>
                <a:gd name="connsiteY0" fmla="*/ 213225 h 213224"/>
                <a:gd name="connsiteX1" fmla="*/ 27477 w 155914"/>
                <a:gd name="connsiteY1" fmla="*/ 213225 h 213224"/>
                <a:gd name="connsiteX2" fmla="*/ 0 w 155914"/>
                <a:gd name="connsiteY2" fmla="*/ 185774 h 213224"/>
                <a:gd name="connsiteX3" fmla="*/ 0 w 155914"/>
                <a:gd name="connsiteY3" fmla="*/ 27451 h 213224"/>
                <a:gd name="connsiteX4" fmla="*/ 27477 w 155914"/>
                <a:gd name="connsiteY4" fmla="*/ 0 h 213224"/>
                <a:gd name="connsiteX5" fmla="*/ 128438 w 155914"/>
                <a:gd name="connsiteY5" fmla="*/ 0 h 213224"/>
                <a:gd name="connsiteX6" fmla="*/ 155914 w 155914"/>
                <a:gd name="connsiteY6" fmla="*/ 27451 h 213224"/>
                <a:gd name="connsiteX7" fmla="*/ 155914 w 155914"/>
                <a:gd name="connsiteY7" fmla="*/ 27451 h 213224"/>
                <a:gd name="connsiteX8" fmla="*/ 155914 w 155914"/>
                <a:gd name="connsiteY8" fmla="*/ 185774 h 213224"/>
                <a:gd name="connsiteX9" fmla="*/ 128438 w 155914"/>
                <a:gd name="connsiteY9" fmla="*/ 213225 h 213224"/>
                <a:gd name="connsiteX10" fmla="*/ 27477 w 155914"/>
                <a:gd name="connsiteY10" fmla="*/ 12130 h 213224"/>
                <a:gd name="connsiteX11" fmla="*/ 12780 w 155914"/>
                <a:gd name="connsiteY11" fmla="*/ 26813 h 213224"/>
                <a:gd name="connsiteX12" fmla="*/ 12780 w 155914"/>
                <a:gd name="connsiteY12" fmla="*/ 185135 h 213224"/>
                <a:gd name="connsiteX13" fmla="*/ 27477 w 155914"/>
                <a:gd name="connsiteY13" fmla="*/ 199819 h 213224"/>
                <a:gd name="connsiteX14" fmla="*/ 27477 w 155914"/>
                <a:gd name="connsiteY14" fmla="*/ 199819 h 213224"/>
                <a:gd name="connsiteX15" fmla="*/ 128438 w 155914"/>
                <a:gd name="connsiteY15" fmla="*/ 199819 h 213224"/>
                <a:gd name="connsiteX16" fmla="*/ 143135 w 155914"/>
                <a:gd name="connsiteY16" fmla="*/ 185135 h 213224"/>
                <a:gd name="connsiteX17" fmla="*/ 143135 w 155914"/>
                <a:gd name="connsiteY17" fmla="*/ 26813 h 213224"/>
                <a:gd name="connsiteX18" fmla="*/ 128438 w 155914"/>
                <a:gd name="connsiteY18" fmla="*/ 12130 h 213224"/>
                <a:gd name="connsiteX19" fmla="*/ 27477 w 155914"/>
                <a:gd name="connsiteY19" fmla="*/ 12130 h 213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5914" h="213224">
                  <a:moveTo>
                    <a:pt x="128438" y="213225"/>
                  </a:moveTo>
                  <a:lnTo>
                    <a:pt x="27477" y="213225"/>
                  </a:lnTo>
                  <a:cubicBezTo>
                    <a:pt x="12141" y="213225"/>
                    <a:pt x="0" y="201095"/>
                    <a:pt x="0" y="185774"/>
                  </a:cubicBezTo>
                  <a:lnTo>
                    <a:pt x="0" y="27451"/>
                  </a:lnTo>
                  <a:cubicBezTo>
                    <a:pt x="0" y="12130"/>
                    <a:pt x="12141" y="0"/>
                    <a:pt x="27477" y="0"/>
                  </a:cubicBezTo>
                  <a:lnTo>
                    <a:pt x="128438" y="0"/>
                  </a:lnTo>
                  <a:cubicBezTo>
                    <a:pt x="143774" y="0"/>
                    <a:pt x="155914" y="12130"/>
                    <a:pt x="155914" y="27451"/>
                  </a:cubicBezTo>
                  <a:cubicBezTo>
                    <a:pt x="155914" y="27451"/>
                    <a:pt x="155914" y="27451"/>
                    <a:pt x="155914" y="27451"/>
                  </a:cubicBezTo>
                  <a:lnTo>
                    <a:pt x="155914" y="185774"/>
                  </a:lnTo>
                  <a:cubicBezTo>
                    <a:pt x="155914" y="201095"/>
                    <a:pt x="143774" y="213225"/>
                    <a:pt x="128438" y="213225"/>
                  </a:cubicBezTo>
                  <a:close/>
                  <a:moveTo>
                    <a:pt x="27477" y="12130"/>
                  </a:moveTo>
                  <a:cubicBezTo>
                    <a:pt x="19170" y="12130"/>
                    <a:pt x="12780" y="18514"/>
                    <a:pt x="12780" y="26813"/>
                  </a:cubicBezTo>
                  <a:lnTo>
                    <a:pt x="12780" y="185135"/>
                  </a:lnTo>
                  <a:cubicBezTo>
                    <a:pt x="12780" y="193435"/>
                    <a:pt x="19170" y="199819"/>
                    <a:pt x="27477" y="199819"/>
                  </a:cubicBezTo>
                  <a:cubicBezTo>
                    <a:pt x="27477" y="199819"/>
                    <a:pt x="27477" y="199819"/>
                    <a:pt x="27477" y="199819"/>
                  </a:cubicBezTo>
                  <a:lnTo>
                    <a:pt x="128438" y="199819"/>
                  </a:lnTo>
                  <a:cubicBezTo>
                    <a:pt x="136745" y="199819"/>
                    <a:pt x="143135" y="192796"/>
                    <a:pt x="143135" y="185135"/>
                  </a:cubicBezTo>
                  <a:lnTo>
                    <a:pt x="143135" y="26813"/>
                  </a:lnTo>
                  <a:cubicBezTo>
                    <a:pt x="143135" y="18514"/>
                    <a:pt x="136745" y="12130"/>
                    <a:pt x="128438" y="12130"/>
                  </a:cubicBezTo>
                  <a:lnTo>
                    <a:pt x="27477" y="12130"/>
                  </a:lnTo>
                  <a:close/>
                </a:path>
              </a:pathLst>
            </a:custGeom>
            <a:solidFill>
              <a:srgbClr val="007680"/>
            </a:solidFill>
            <a:ln w="6390" cap="flat">
              <a:noFill/>
              <a:prstDash val="solid"/>
              <a:miter/>
            </a:ln>
          </p:spPr>
          <p:txBody>
            <a:bodyPr rtlCol="0" anchor="ctr"/>
            <a:lstStyle/>
            <a:p>
              <a:endParaRPr lang="en-US"/>
            </a:p>
          </p:txBody>
        </p:sp>
        <p:sp>
          <p:nvSpPr>
            <p:cNvPr id="1213" name="Graphic 1100">
              <a:extLst>
                <a:ext uri="{FF2B5EF4-FFF2-40B4-BE49-F238E27FC236}">
                  <a16:creationId xmlns:a16="http://schemas.microsoft.com/office/drawing/2014/main" id="{ADD2E263-C3AD-3C4D-83A9-0B1C3A1CEF8C}"/>
                </a:ext>
              </a:extLst>
            </p:cNvPr>
            <p:cNvSpPr/>
            <p:nvPr/>
          </p:nvSpPr>
          <p:spPr>
            <a:xfrm>
              <a:off x="598737" y="2057245"/>
              <a:ext cx="99683" cy="99590"/>
            </a:xfrm>
            <a:custGeom>
              <a:avLst/>
              <a:gdLst>
                <a:gd name="connsiteX0" fmla="*/ 49842 w 99683"/>
                <a:gd name="connsiteY0" fmla="*/ 99590 h 99590"/>
                <a:gd name="connsiteX1" fmla="*/ 0 w 99683"/>
                <a:gd name="connsiteY1" fmla="*/ 49795 h 99590"/>
                <a:gd name="connsiteX2" fmla="*/ 49842 w 99683"/>
                <a:gd name="connsiteY2" fmla="*/ 0 h 99590"/>
                <a:gd name="connsiteX3" fmla="*/ 99683 w 99683"/>
                <a:gd name="connsiteY3" fmla="*/ 49795 h 99590"/>
                <a:gd name="connsiteX4" fmla="*/ 49842 w 99683"/>
                <a:gd name="connsiteY4" fmla="*/ 99590 h 99590"/>
                <a:gd name="connsiteX5" fmla="*/ 49842 w 99683"/>
                <a:gd name="connsiteY5" fmla="*/ 12768 h 99590"/>
                <a:gd name="connsiteX6" fmla="*/ 12780 w 99683"/>
                <a:gd name="connsiteY6" fmla="*/ 49795 h 99590"/>
                <a:gd name="connsiteX7" fmla="*/ 49842 w 99683"/>
                <a:gd name="connsiteY7" fmla="*/ 86822 h 99590"/>
                <a:gd name="connsiteX8" fmla="*/ 86903 w 99683"/>
                <a:gd name="connsiteY8" fmla="*/ 49795 h 99590"/>
                <a:gd name="connsiteX9" fmla="*/ 49842 w 99683"/>
                <a:gd name="connsiteY9" fmla="*/ 12768 h 99590"/>
                <a:gd name="connsiteX10" fmla="*/ 49842 w 99683"/>
                <a:gd name="connsiteY10" fmla="*/ 12768 h 99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683" h="99590">
                  <a:moveTo>
                    <a:pt x="49842" y="99590"/>
                  </a:moveTo>
                  <a:cubicBezTo>
                    <a:pt x="22365" y="99590"/>
                    <a:pt x="0" y="77246"/>
                    <a:pt x="0" y="49795"/>
                  </a:cubicBezTo>
                  <a:cubicBezTo>
                    <a:pt x="0" y="22344"/>
                    <a:pt x="22365" y="0"/>
                    <a:pt x="49842" y="0"/>
                  </a:cubicBezTo>
                  <a:cubicBezTo>
                    <a:pt x="77318" y="0"/>
                    <a:pt x="99683" y="22344"/>
                    <a:pt x="99683" y="49795"/>
                  </a:cubicBezTo>
                  <a:cubicBezTo>
                    <a:pt x="99683" y="77246"/>
                    <a:pt x="77318" y="99590"/>
                    <a:pt x="49842" y="99590"/>
                  </a:cubicBezTo>
                  <a:close/>
                  <a:moveTo>
                    <a:pt x="49842" y="12768"/>
                  </a:moveTo>
                  <a:cubicBezTo>
                    <a:pt x="29394" y="12768"/>
                    <a:pt x="12780" y="29366"/>
                    <a:pt x="12780" y="49795"/>
                  </a:cubicBezTo>
                  <a:cubicBezTo>
                    <a:pt x="12780" y="70224"/>
                    <a:pt x="29394" y="86822"/>
                    <a:pt x="49842" y="86822"/>
                  </a:cubicBezTo>
                  <a:cubicBezTo>
                    <a:pt x="70289" y="86822"/>
                    <a:pt x="86903" y="70224"/>
                    <a:pt x="86903" y="49795"/>
                  </a:cubicBezTo>
                  <a:cubicBezTo>
                    <a:pt x="86903" y="29366"/>
                    <a:pt x="70289" y="12768"/>
                    <a:pt x="49842" y="12768"/>
                  </a:cubicBezTo>
                  <a:lnTo>
                    <a:pt x="49842" y="12768"/>
                  </a:lnTo>
                  <a:close/>
                </a:path>
              </a:pathLst>
            </a:custGeom>
            <a:solidFill>
              <a:srgbClr val="007680"/>
            </a:solidFill>
            <a:ln w="6390" cap="flat">
              <a:noFill/>
              <a:prstDash val="solid"/>
              <a:miter/>
            </a:ln>
          </p:spPr>
          <p:txBody>
            <a:bodyPr rtlCol="0" anchor="ctr"/>
            <a:lstStyle/>
            <a:p>
              <a:endParaRPr lang="en-US"/>
            </a:p>
          </p:txBody>
        </p:sp>
        <p:sp>
          <p:nvSpPr>
            <p:cNvPr id="1214" name="Graphic 1100">
              <a:extLst>
                <a:ext uri="{FF2B5EF4-FFF2-40B4-BE49-F238E27FC236}">
                  <a16:creationId xmlns:a16="http://schemas.microsoft.com/office/drawing/2014/main" id="{ACF87E21-2186-3A49-836B-2D6754408FDC}"/>
                </a:ext>
              </a:extLst>
            </p:cNvPr>
            <p:cNvSpPr/>
            <p:nvPr/>
          </p:nvSpPr>
          <p:spPr>
            <a:xfrm>
              <a:off x="627491" y="1998512"/>
              <a:ext cx="42173" cy="43411"/>
            </a:xfrm>
            <a:custGeom>
              <a:avLst/>
              <a:gdLst>
                <a:gd name="connsiteX0" fmla="*/ 21087 w 42173"/>
                <a:gd name="connsiteY0" fmla="*/ 43411 h 43411"/>
                <a:gd name="connsiteX1" fmla="*/ 0 w 42173"/>
                <a:gd name="connsiteY1" fmla="*/ 21706 h 43411"/>
                <a:gd name="connsiteX2" fmla="*/ 21087 w 42173"/>
                <a:gd name="connsiteY2" fmla="*/ 0 h 43411"/>
                <a:gd name="connsiteX3" fmla="*/ 42174 w 42173"/>
                <a:gd name="connsiteY3" fmla="*/ 21706 h 43411"/>
                <a:gd name="connsiteX4" fmla="*/ 21087 w 42173"/>
                <a:gd name="connsiteY4" fmla="*/ 43411 h 43411"/>
                <a:gd name="connsiteX5" fmla="*/ 21087 w 42173"/>
                <a:gd name="connsiteY5" fmla="*/ 13406 h 43411"/>
                <a:gd name="connsiteX6" fmla="*/ 12780 w 42173"/>
                <a:gd name="connsiteY6" fmla="*/ 22344 h 43411"/>
                <a:gd name="connsiteX7" fmla="*/ 21087 w 42173"/>
                <a:gd name="connsiteY7" fmla="*/ 31282 h 43411"/>
                <a:gd name="connsiteX8" fmla="*/ 29394 w 42173"/>
                <a:gd name="connsiteY8" fmla="*/ 22344 h 43411"/>
                <a:gd name="connsiteX9" fmla="*/ 21087 w 42173"/>
                <a:gd name="connsiteY9" fmla="*/ 13406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173" h="43411">
                  <a:moveTo>
                    <a:pt x="21087" y="43411"/>
                  </a:moveTo>
                  <a:cubicBezTo>
                    <a:pt x="8946" y="43411"/>
                    <a:pt x="0" y="33835"/>
                    <a:pt x="0" y="21706"/>
                  </a:cubicBezTo>
                  <a:cubicBezTo>
                    <a:pt x="0" y="9576"/>
                    <a:pt x="9585" y="0"/>
                    <a:pt x="21087" y="0"/>
                  </a:cubicBezTo>
                  <a:cubicBezTo>
                    <a:pt x="33228" y="0"/>
                    <a:pt x="42174" y="9576"/>
                    <a:pt x="42174" y="21706"/>
                  </a:cubicBezTo>
                  <a:cubicBezTo>
                    <a:pt x="42174" y="33835"/>
                    <a:pt x="32589" y="43411"/>
                    <a:pt x="21087" y="43411"/>
                  </a:cubicBezTo>
                  <a:close/>
                  <a:moveTo>
                    <a:pt x="21087" y="13406"/>
                  </a:moveTo>
                  <a:cubicBezTo>
                    <a:pt x="16614" y="13406"/>
                    <a:pt x="12780" y="17237"/>
                    <a:pt x="12780" y="22344"/>
                  </a:cubicBezTo>
                  <a:cubicBezTo>
                    <a:pt x="12780" y="26813"/>
                    <a:pt x="16614" y="31282"/>
                    <a:pt x="21087" y="31282"/>
                  </a:cubicBezTo>
                  <a:cubicBezTo>
                    <a:pt x="25560" y="31282"/>
                    <a:pt x="29394" y="27451"/>
                    <a:pt x="29394" y="22344"/>
                  </a:cubicBezTo>
                  <a:cubicBezTo>
                    <a:pt x="29394" y="17237"/>
                    <a:pt x="25560" y="13406"/>
                    <a:pt x="21087" y="13406"/>
                  </a:cubicBezTo>
                  <a:close/>
                </a:path>
              </a:pathLst>
            </a:custGeom>
            <a:solidFill>
              <a:srgbClr val="007680"/>
            </a:solidFill>
            <a:ln w="6390" cap="flat">
              <a:noFill/>
              <a:prstDash val="solid"/>
              <a:miter/>
            </a:ln>
          </p:spPr>
          <p:txBody>
            <a:bodyPr rtlCol="0" anchor="ctr"/>
            <a:lstStyle/>
            <a:p>
              <a:endParaRPr lang="en-US"/>
            </a:p>
          </p:txBody>
        </p:sp>
        <p:sp>
          <p:nvSpPr>
            <p:cNvPr id="1215" name="Graphic 1100">
              <a:extLst>
                <a:ext uri="{FF2B5EF4-FFF2-40B4-BE49-F238E27FC236}">
                  <a16:creationId xmlns:a16="http://schemas.microsoft.com/office/drawing/2014/main" id="{6B72788F-4456-AD42-84CE-5F27271175F6}"/>
                </a:ext>
              </a:extLst>
            </p:cNvPr>
            <p:cNvSpPr/>
            <p:nvPr/>
          </p:nvSpPr>
          <p:spPr>
            <a:xfrm>
              <a:off x="640910" y="2099379"/>
              <a:ext cx="15335" cy="15321"/>
            </a:xfrm>
            <a:custGeom>
              <a:avLst/>
              <a:gdLst>
                <a:gd name="connsiteX0" fmla="*/ 7668 w 15335"/>
                <a:gd name="connsiteY0" fmla="*/ 15322 h 15321"/>
                <a:gd name="connsiteX1" fmla="*/ 0 w 15335"/>
                <a:gd name="connsiteY1" fmla="*/ 7661 h 15321"/>
                <a:gd name="connsiteX2" fmla="*/ 7668 w 15335"/>
                <a:gd name="connsiteY2" fmla="*/ 0 h 15321"/>
                <a:gd name="connsiteX3" fmla="*/ 15336 w 15335"/>
                <a:gd name="connsiteY3" fmla="*/ 7661 h 15321"/>
                <a:gd name="connsiteX4" fmla="*/ 15336 w 15335"/>
                <a:gd name="connsiteY4" fmla="*/ 7661 h 15321"/>
                <a:gd name="connsiteX5" fmla="*/ 7668 w 15335"/>
                <a:gd name="connsiteY5" fmla="*/ 15322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5" h="15321">
                  <a:moveTo>
                    <a:pt x="7668" y="15322"/>
                  </a:moveTo>
                  <a:cubicBezTo>
                    <a:pt x="3195" y="15322"/>
                    <a:pt x="0" y="11491"/>
                    <a:pt x="0" y="7661"/>
                  </a:cubicBezTo>
                  <a:cubicBezTo>
                    <a:pt x="0" y="3192"/>
                    <a:pt x="3834" y="0"/>
                    <a:pt x="7668" y="0"/>
                  </a:cubicBezTo>
                  <a:cubicBezTo>
                    <a:pt x="12141" y="0"/>
                    <a:pt x="15336" y="3830"/>
                    <a:pt x="15336" y="7661"/>
                  </a:cubicBezTo>
                  <a:lnTo>
                    <a:pt x="15336" y="7661"/>
                  </a:lnTo>
                  <a:cubicBezTo>
                    <a:pt x="15336" y="11491"/>
                    <a:pt x="12141" y="15322"/>
                    <a:pt x="7668" y="15322"/>
                  </a:cubicBezTo>
                  <a:close/>
                </a:path>
              </a:pathLst>
            </a:custGeom>
            <a:solidFill>
              <a:srgbClr val="007680"/>
            </a:solidFill>
            <a:ln w="6390" cap="flat">
              <a:noFill/>
              <a:prstDash val="solid"/>
              <a:miter/>
            </a:ln>
          </p:spPr>
          <p:txBody>
            <a:bodyPr rtlCol="0" anchor="ctr"/>
            <a:lstStyle/>
            <a:p>
              <a:endParaRPr lang="en-US"/>
            </a:p>
          </p:txBody>
        </p:sp>
      </p:grpSp>
      <p:grpSp>
        <p:nvGrpSpPr>
          <p:cNvPr id="1216" name="Graphic 1100">
            <a:extLst>
              <a:ext uri="{FF2B5EF4-FFF2-40B4-BE49-F238E27FC236}">
                <a16:creationId xmlns:a16="http://schemas.microsoft.com/office/drawing/2014/main" id="{1D6AE2E2-2C80-2B4E-96B7-CC90AE7F4F4C}"/>
              </a:ext>
            </a:extLst>
          </p:cNvPr>
          <p:cNvGrpSpPr/>
          <p:nvPr/>
        </p:nvGrpSpPr>
        <p:grpSpPr>
          <a:xfrm>
            <a:off x="905454" y="1897007"/>
            <a:ext cx="362309" cy="362610"/>
            <a:chOff x="905454" y="1897007"/>
            <a:chExt cx="362309" cy="362610"/>
          </a:xfrm>
          <a:solidFill>
            <a:srgbClr val="007680"/>
          </a:solidFill>
        </p:grpSpPr>
        <p:sp>
          <p:nvSpPr>
            <p:cNvPr id="1217" name="Graphic 1100">
              <a:extLst>
                <a:ext uri="{FF2B5EF4-FFF2-40B4-BE49-F238E27FC236}">
                  <a16:creationId xmlns:a16="http://schemas.microsoft.com/office/drawing/2014/main" id="{925EB4B8-6243-7D40-BC98-AA1727F11D90}"/>
                </a:ext>
              </a:extLst>
            </p:cNvPr>
            <p:cNvSpPr/>
            <p:nvPr/>
          </p:nvSpPr>
          <p:spPr>
            <a:xfrm>
              <a:off x="1049227" y="2070013"/>
              <a:ext cx="74123" cy="74054"/>
            </a:xfrm>
            <a:custGeom>
              <a:avLst/>
              <a:gdLst>
                <a:gd name="connsiteX0" fmla="*/ 37062 w 74123"/>
                <a:gd name="connsiteY0" fmla="*/ 0 h 74054"/>
                <a:gd name="connsiteX1" fmla="*/ 0 w 74123"/>
                <a:gd name="connsiteY1" fmla="*/ 37027 h 74054"/>
                <a:gd name="connsiteX2" fmla="*/ 37062 w 74123"/>
                <a:gd name="connsiteY2" fmla="*/ 74054 h 74054"/>
                <a:gd name="connsiteX3" fmla="*/ 74123 w 74123"/>
                <a:gd name="connsiteY3" fmla="*/ 37027 h 74054"/>
                <a:gd name="connsiteX4" fmla="*/ 37062 w 74123"/>
                <a:gd name="connsiteY4" fmla="*/ 0 h 74054"/>
                <a:gd name="connsiteX5" fmla="*/ 37062 w 74123"/>
                <a:gd name="connsiteY5" fmla="*/ 44688 h 74054"/>
                <a:gd name="connsiteX6" fmla="*/ 29394 w 74123"/>
                <a:gd name="connsiteY6" fmla="*/ 37027 h 74054"/>
                <a:gd name="connsiteX7" fmla="*/ 37062 w 74123"/>
                <a:gd name="connsiteY7" fmla="*/ 29366 h 74054"/>
                <a:gd name="connsiteX8" fmla="*/ 44730 w 74123"/>
                <a:gd name="connsiteY8" fmla="*/ 37027 h 74054"/>
                <a:gd name="connsiteX9" fmla="*/ 44730 w 74123"/>
                <a:gd name="connsiteY9" fmla="*/ 37027 h 74054"/>
                <a:gd name="connsiteX10" fmla="*/ 37062 w 74123"/>
                <a:gd name="connsiteY10" fmla="*/ 44688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123" h="74054">
                  <a:moveTo>
                    <a:pt x="37062" y="0"/>
                  </a:moveTo>
                  <a:cubicBezTo>
                    <a:pt x="16614" y="0"/>
                    <a:pt x="0" y="16598"/>
                    <a:pt x="0" y="37027"/>
                  </a:cubicBezTo>
                  <a:cubicBezTo>
                    <a:pt x="0" y="57456"/>
                    <a:pt x="16614" y="74054"/>
                    <a:pt x="37062" y="74054"/>
                  </a:cubicBezTo>
                  <a:cubicBezTo>
                    <a:pt x="57509" y="74054"/>
                    <a:pt x="74123" y="57456"/>
                    <a:pt x="74123" y="37027"/>
                  </a:cubicBezTo>
                  <a:cubicBezTo>
                    <a:pt x="74123" y="16598"/>
                    <a:pt x="57509" y="0"/>
                    <a:pt x="37062" y="0"/>
                  </a:cubicBezTo>
                  <a:close/>
                  <a:moveTo>
                    <a:pt x="37062" y="44688"/>
                  </a:moveTo>
                  <a:cubicBezTo>
                    <a:pt x="32589" y="44688"/>
                    <a:pt x="29394" y="40857"/>
                    <a:pt x="29394" y="37027"/>
                  </a:cubicBezTo>
                  <a:cubicBezTo>
                    <a:pt x="29394" y="32558"/>
                    <a:pt x="33228" y="29366"/>
                    <a:pt x="37062" y="29366"/>
                  </a:cubicBezTo>
                  <a:cubicBezTo>
                    <a:pt x="41535" y="29366"/>
                    <a:pt x="44730" y="33197"/>
                    <a:pt x="44730" y="37027"/>
                  </a:cubicBezTo>
                  <a:lnTo>
                    <a:pt x="44730" y="37027"/>
                  </a:lnTo>
                  <a:cubicBezTo>
                    <a:pt x="44730" y="40857"/>
                    <a:pt x="41535" y="44688"/>
                    <a:pt x="37062" y="44688"/>
                  </a:cubicBezTo>
                  <a:close/>
                </a:path>
              </a:pathLst>
            </a:custGeom>
            <a:solidFill>
              <a:srgbClr val="007680"/>
            </a:solidFill>
            <a:ln w="6390" cap="flat">
              <a:noFill/>
              <a:prstDash val="solid"/>
              <a:miter/>
            </a:ln>
          </p:spPr>
          <p:txBody>
            <a:bodyPr rtlCol="0" anchor="ctr"/>
            <a:lstStyle/>
            <a:p>
              <a:endParaRPr lang="en-US"/>
            </a:p>
          </p:txBody>
        </p:sp>
        <p:sp>
          <p:nvSpPr>
            <p:cNvPr id="1218" name="Graphic 1100">
              <a:extLst>
                <a:ext uri="{FF2B5EF4-FFF2-40B4-BE49-F238E27FC236}">
                  <a16:creationId xmlns:a16="http://schemas.microsoft.com/office/drawing/2014/main" id="{B42CD66C-CBBB-E247-9DBF-8487A2127CF9}"/>
                </a:ext>
              </a:extLst>
            </p:cNvPr>
            <p:cNvSpPr/>
            <p:nvPr/>
          </p:nvSpPr>
          <p:spPr>
            <a:xfrm>
              <a:off x="1077343" y="2011280"/>
              <a:ext cx="17891" cy="17875"/>
            </a:xfrm>
            <a:custGeom>
              <a:avLst/>
              <a:gdLst>
                <a:gd name="connsiteX0" fmla="*/ 17892 w 17891"/>
                <a:gd name="connsiteY0" fmla="*/ 8938 h 17875"/>
                <a:gd name="connsiteX1" fmla="*/ 8946 w 17891"/>
                <a:gd name="connsiteY1" fmla="*/ 17875 h 17875"/>
                <a:gd name="connsiteX2" fmla="*/ 0 w 17891"/>
                <a:gd name="connsiteY2" fmla="*/ 8938 h 17875"/>
                <a:gd name="connsiteX3" fmla="*/ 8946 w 17891"/>
                <a:gd name="connsiteY3" fmla="*/ 0 h 17875"/>
                <a:gd name="connsiteX4" fmla="*/ 17892 w 17891"/>
                <a:gd name="connsiteY4" fmla="*/ 8938 h 17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91" h="17875">
                  <a:moveTo>
                    <a:pt x="17892" y="8938"/>
                  </a:moveTo>
                  <a:cubicBezTo>
                    <a:pt x="17892" y="13874"/>
                    <a:pt x="13887" y="17875"/>
                    <a:pt x="8946" y="17875"/>
                  </a:cubicBezTo>
                  <a:cubicBezTo>
                    <a:pt x="4005" y="17875"/>
                    <a:pt x="0" y="13874"/>
                    <a:pt x="0" y="8938"/>
                  </a:cubicBezTo>
                  <a:cubicBezTo>
                    <a:pt x="0" y="4002"/>
                    <a:pt x="4005" y="0"/>
                    <a:pt x="8946" y="0"/>
                  </a:cubicBezTo>
                  <a:cubicBezTo>
                    <a:pt x="13887" y="0"/>
                    <a:pt x="17892" y="4002"/>
                    <a:pt x="17892" y="8938"/>
                  </a:cubicBezTo>
                  <a:close/>
                </a:path>
              </a:pathLst>
            </a:custGeom>
            <a:solidFill>
              <a:srgbClr val="007680"/>
            </a:solidFill>
            <a:ln w="6390" cap="flat">
              <a:noFill/>
              <a:prstDash val="solid"/>
              <a:miter/>
            </a:ln>
          </p:spPr>
          <p:txBody>
            <a:bodyPr rtlCol="0" anchor="ctr"/>
            <a:lstStyle/>
            <a:p>
              <a:endParaRPr lang="en-US"/>
            </a:p>
          </p:txBody>
        </p:sp>
        <p:sp>
          <p:nvSpPr>
            <p:cNvPr id="1219" name="Graphic 1100">
              <a:extLst>
                <a:ext uri="{FF2B5EF4-FFF2-40B4-BE49-F238E27FC236}">
                  <a16:creationId xmlns:a16="http://schemas.microsoft.com/office/drawing/2014/main" id="{99D6F8D5-0C69-B243-BB2B-24575A641F5F}"/>
                </a:ext>
              </a:extLst>
            </p:cNvPr>
            <p:cNvSpPr/>
            <p:nvPr/>
          </p:nvSpPr>
          <p:spPr>
            <a:xfrm>
              <a:off x="1021111" y="1983829"/>
              <a:ext cx="130395" cy="187689"/>
            </a:xfrm>
            <a:custGeom>
              <a:avLst/>
              <a:gdLst>
                <a:gd name="connsiteX0" fmla="*/ 115658 w 130395"/>
                <a:gd name="connsiteY0" fmla="*/ 0 h 187689"/>
                <a:gd name="connsiteX1" fmla="*/ 14697 w 130395"/>
                <a:gd name="connsiteY1" fmla="*/ 0 h 187689"/>
                <a:gd name="connsiteX2" fmla="*/ 0 w 130395"/>
                <a:gd name="connsiteY2" fmla="*/ 14683 h 187689"/>
                <a:gd name="connsiteX3" fmla="*/ 0 w 130395"/>
                <a:gd name="connsiteY3" fmla="*/ 173006 h 187689"/>
                <a:gd name="connsiteX4" fmla="*/ 14697 w 130395"/>
                <a:gd name="connsiteY4" fmla="*/ 187689 h 187689"/>
                <a:gd name="connsiteX5" fmla="*/ 115658 w 130395"/>
                <a:gd name="connsiteY5" fmla="*/ 187689 h 187689"/>
                <a:gd name="connsiteX6" fmla="*/ 130355 w 130395"/>
                <a:gd name="connsiteY6" fmla="*/ 173006 h 187689"/>
                <a:gd name="connsiteX7" fmla="*/ 130355 w 130395"/>
                <a:gd name="connsiteY7" fmla="*/ 14683 h 187689"/>
                <a:gd name="connsiteX8" fmla="*/ 115658 w 130395"/>
                <a:gd name="connsiteY8" fmla="*/ 0 h 187689"/>
                <a:gd name="connsiteX9" fmla="*/ 65177 w 130395"/>
                <a:gd name="connsiteY9" fmla="*/ 15322 h 187689"/>
                <a:gd name="connsiteX10" fmla="*/ 86264 w 130395"/>
                <a:gd name="connsiteY10" fmla="*/ 37027 h 187689"/>
                <a:gd name="connsiteX11" fmla="*/ 64538 w 130395"/>
                <a:gd name="connsiteY11" fmla="*/ 58733 h 187689"/>
                <a:gd name="connsiteX12" fmla="*/ 43452 w 130395"/>
                <a:gd name="connsiteY12" fmla="*/ 37027 h 187689"/>
                <a:gd name="connsiteX13" fmla="*/ 65177 w 130395"/>
                <a:gd name="connsiteY13" fmla="*/ 15322 h 187689"/>
                <a:gd name="connsiteX14" fmla="*/ 65177 w 130395"/>
                <a:gd name="connsiteY14" fmla="*/ 15322 h 187689"/>
                <a:gd name="connsiteX15" fmla="*/ 65177 w 130395"/>
                <a:gd name="connsiteY15" fmla="*/ 173006 h 187689"/>
                <a:gd name="connsiteX16" fmla="*/ 15336 w 130395"/>
                <a:gd name="connsiteY16" fmla="*/ 123211 h 187689"/>
                <a:gd name="connsiteX17" fmla="*/ 65177 w 130395"/>
                <a:gd name="connsiteY17" fmla="*/ 73416 h 187689"/>
                <a:gd name="connsiteX18" fmla="*/ 115019 w 130395"/>
                <a:gd name="connsiteY18" fmla="*/ 123211 h 187689"/>
                <a:gd name="connsiteX19" fmla="*/ 65177 w 130395"/>
                <a:gd name="connsiteY19" fmla="*/ 173006 h 187689"/>
                <a:gd name="connsiteX20" fmla="*/ 65177 w 130395"/>
                <a:gd name="connsiteY20" fmla="*/ 173006 h 187689"/>
                <a:gd name="connsiteX21" fmla="*/ 65177 w 130395"/>
                <a:gd name="connsiteY21" fmla="*/ 173006 h 18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0395" h="187689">
                  <a:moveTo>
                    <a:pt x="115658" y="0"/>
                  </a:moveTo>
                  <a:lnTo>
                    <a:pt x="14697" y="0"/>
                  </a:lnTo>
                  <a:cubicBezTo>
                    <a:pt x="6390" y="0"/>
                    <a:pt x="0" y="6384"/>
                    <a:pt x="0" y="14683"/>
                  </a:cubicBezTo>
                  <a:lnTo>
                    <a:pt x="0" y="173006"/>
                  </a:lnTo>
                  <a:cubicBezTo>
                    <a:pt x="0" y="181305"/>
                    <a:pt x="6390" y="187689"/>
                    <a:pt x="14697" y="187689"/>
                  </a:cubicBezTo>
                  <a:lnTo>
                    <a:pt x="115658" y="187689"/>
                  </a:lnTo>
                  <a:cubicBezTo>
                    <a:pt x="123965" y="187689"/>
                    <a:pt x="130355" y="180667"/>
                    <a:pt x="130355" y="173006"/>
                  </a:cubicBezTo>
                  <a:lnTo>
                    <a:pt x="130355" y="14683"/>
                  </a:lnTo>
                  <a:cubicBezTo>
                    <a:pt x="130994" y="6384"/>
                    <a:pt x="123965" y="0"/>
                    <a:pt x="115658" y="0"/>
                  </a:cubicBezTo>
                  <a:close/>
                  <a:moveTo>
                    <a:pt x="65177" y="15322"/>
                  </a:moveTo>
                  <a:cubicBezTo>
                    <a:pt x="77318" y="15322"/>
                    <a:pt x="86264" y="24897"/>
                    <a:pt x="86264" y="37027"/>
                  </a:cubicBezTo>
                  <a:cubicBezTo>
                    <a:pt x="86264" y="49157"/>
                    <a:pt x="76679" y="58733"/>
                    <a:pt x="64538" y="58733"/>
                  </a:cubicBezTo>
                  <a:cubicBezTo>
                    <a:pt x="52397" y="58733"/>
                    <a:pt x="43452" y="49157"/>
                    <a:pt x="43452" y="37027"/>
                  </a:cubicBezTo>
                  <a:cubicBezTo>
                    <a:pt x="44091" y="24897"/>
                    <a:pt x="53675" y="15322"/>
                    <a:pt x="65177" y="15322"/>
                  </a:cubicBezTo>
                  <a:lnTo>
                    <a:pt x="65177" y="15322"/>
                  </a:lnTo>
                  <a:close/>
                  <a:moveTo>
                    <a:pt x="65177" y="173006"/>
                  </a:moveTo>
                  <a:cubicBezTo>
                    <a:pt x="37701" y="173006"/>
                    <a:pt x="15336" y="150662"/>
                    <a:pt x="15336" y="123211"/>
                  </a:cubicBezTo>
                  <a:cubicBezTo>
                    <a:pt x="15336" y="95760"/>
                    <a:pt x="37701" y="73416"/>
                    <a:pt x="65177" y="73416"/>
                  </a:cubicBezTo>
                  <a:cubicBezTo>
                    <a:pt x="92654" y="73416"/>
                    <a:pt x="115019" y="95760"/>
                    <a:pt x="115019" y="123211"/>
                  </a:cubicBezTo>
                  <a:cubicBezTo>
                    <a:pt x="115019" y="150662"/>
                    <a:pt x="92654" y="173006"/>
                    <a:pt x="65177" y="173006"/>
                  </a:cubicBezTo>
                  <a:cubicBezTo>
                    <a:pt x="65177" y="173006"/>
                    <a:pt x="65177" y="173006"/>
                    <a:pt x="65177" y="173006"/>
                  </a:cubicBezTo>
                  <a:lnTo>
                    <a:pt x="65177" y="173006"/>
                  </a:lnTo>
                  <a:close/>
                </a:path>
              </a:pathLst>
            </a:custGeom>
            <a:solidFill>
              <a:srgbClr val="007680"/>
            </a:solidFill>
            <a:ln w="6390" cap="flat">
              <a:noFill/>
              <a:prstDash val="solid"/>
              <a:miter/>
            </a:ln>
          </p:spPr>
          <p:txBody>
            <a:bodyPr rtlCol="0" anchor="ctr"/>
            <a:lstStyle/>
            <a:p>
              <a:endParaRPr lang="en-US"/>
            </a:p>
          </p:txBody>
        </p:sp>
        <p:sp>
          <p:nvSpPr>
            <p:cNvPr id="1220" name="Graphic 1100">
              <a:extLst>
                <a:ext uri="{FF2B5EF4-FFF2-40B4-BE49-F238E27FC236}">
                  <a16:creationId xmlns:a16="http://schemas.microsoft.com/office/drawing/2014/main" id="{3B68C964-CB7A-704B-835A-69D4E9F28289}"/>
                </a:ext>
              </a:extLst>
            </p:cNvPr>
            <p:cNvSpPr/>
            <p:nvPr/>
          </p:nvSpPr>
          <p:spPr>
            <a:xfrm>
              <a:off x="905454" y="1897007"/>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362309 w 362309"/>
                <a:gd name="connsiteY4" fmla="*/ 181305 h 362610"/>
                <a:gd name="connsiteX5" fmla="*/ 180835 w 362309"/>
                <a:gd name="connsiteY5" fmla="*/ 0 h 362610"/>
                <a:gd name="connsiteX6" fmla="*/ 258792 w 362309"/>
                <a:gd name="connsiteY6" fmla="*/ 260467 h 362610"/>
                <a:gd name="connsiteX7" fmla="*/ 231316 w 362309"/>
                <a:gd name="connsiteY7" fmla="*/ 287918 h 362610"/>
                <a:gd name="connsiteX8" fmla="*/ 130355 w 362309"/>
                <a:gd name="connsiteY8" fmla="*/ 287918 h 362610"/>
                <a:gd name="connsiteX9" fmla="*/ 102878 w 362309"/>
                <a:gd name="connsiteY9" fmla="*/ 260467 h 362610"/>
                <a:gd name="connsiteX10" fmla="*/ 102878 w 362309"/>
                <a:gd name="connsiteY10" fmla="*/ 102144 h 362610"/>
                <a:gd name="connsiteX11" fmla="*/ 130355 w 362309"/>
                <a:gd name="connsiteY11" fmla="*/ 74693 h 362610"/>
                <a:gd name="connsiteX12" fmla="*/ 231316 w 362309"/>
                <a:gd name="connsiteY12" fmla="*/ 74693 h 362610"/>
                <a:gd name="connsiteX13" fmla="*/ 258792 w 362309"/>
                <a:gd name="connsiteY13" fmla="*/ 102144 h 362610"/>
                <a:gd name="connsiteX14" fmla="*/ 258792 w 362309"/>
                <a:gd name="connsiteY14" fmla="*/ 102144 h 362610"/>
                <a:gd name="connsiteX15" fmla="*/ 258792 w 362309"/>
                <a:gd name="connsiteY15" fmla="*/ 260467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181305"/>
                    <a:pt x="362309" y="181305"/>
                    <a:pt x="362309" y="181305"/>
                  </a:cubicBezTo>
                  <a:cubicBezTo>
                    <a:pt x="361670" y="81077"/>
                    <a:pt x="281157" y="0"/>
                    <a:pt x="180835" y="0"/>
                  </a:cubicBezTo>
                  <a:close/>
                  <a:moveTo>
                    <a:pt x="258792" y="260467"/>
                  </a:moveTo>
                  <a:cubicBezTo>
                    <a:pt x="258792" y="275788"/>
                    <a:pt x="246652" y="287918"/>
                    <a:pt x="231316" y="287918"/>
                  </a:cubicBezTo>
                  <a:lnTo>
                    <a:pt x="130355" y="287918"/>
                  </a:lnTo>
                  <a:cubicBezTo>
                    <a:pt x="115019" y="287918"/>
                    <a:pt x="102878" y="275788"/>
                    <a:pt x="102878" y="260467"/>
                  </a:cubicBezTo>
                  <a:lnTo>
                    <a:pt x="102878" y="102144"/>
                  </a:lnTo>
                  <a:cubicBezTo>
                    <a:pt x="102878" y="86822"/>
                    <a:pt x="115019" y="74693"/>
                    <a:pt x="130355" y="74693"/>
                  </a:cubicBezTo>
                  <a:lnTo>
                    <a:pt x="231316" y="74693"/>
                  </a:lnTo>
                  <a:cubicBezTo>
                    <a:pt x="246652" y="74693"/>
                    <a:pt x="258792" y="86822"/>
                    <a:pt x="258792" y="102144"/>
                  </a:cubicBezTo>
                  <a:cubicBezTo>
                    <a:pt x="258792" y="102144"/>
                    <a:pt x="258792" y="102144"/>
                    <a:pt x="258792" y="102144"/>
                  </a:cubicBezTo>
                  <a:lnTo>
                    <a:pt x="258792" y="260467"/>
                  </a:lnTo>
                  <a:close/>
                </a:path>
              </a:pathLst>
            </a:custGeom>
            <a:solidFill>
              <a:srgbClr val="007680"/>
            </a:solidFill>
            <a:ln w="6390" cap="flat">
              <a:noFill/>
              <a:prstDash val="solid"/>
              <a:miter/>
            </a:ln>
          </p:spPr>
          <p:txBody>
            <a:bodyPr rtlCol="0" anchor="ctr"/>
            <a:lstStyle/>
            <a:p>
              <a:endParaRPr lang="en-US"/>
            </a:p>
          </p:txBody>
        </p:sp>
      </p:grpSp>
      <p:grpSp>
        <p:nvGrpSpPr>
          <p:cNvPr id="1221" name="Graphic 1100">
            <a:extLst>
              <a:ext uri="{FF2B5EF4-FFF2-40B4-BE49-F238E27FC236}">
                <a16:creationId xmlns:a16="http://schemas.microsoft.com/office/drawing/2014/main" id="{7FCFAA9A-8EF7-5241-AC70-F7DA44716FBA}"/>
              </a:ext>
            </a:extLst>
          </p:cNvPr>
          <p:cNvGrpSpPr/>
          <p:nvPr/>
        </p:nvGrpSpPr>
        <p:grpSpPr>
          <a:xfrm>
            <a:off x="2560447" y="3828162"/>
            <a:ext cx="362309" cy="361971"/>
            <a:chOff x="2560447" y="3828162"/>
            <a:chExt cx="362309" cy="361971"/>
          </a:xfrm>
          <a:solidFill>
            <a:srgbClr val="007680"/>
          </a:solidFill>
        </p:grpSpPr>
        <p:sp>
          <p:nvSpPr>
            <p:cNvPr id="1222" name="Graphic 1100">
              <a:extLst>
                <a:ext uri="{FF2B5EF4-FFF2-40B4-BE49-F238E27FC236}">
                  <a16:creationId xmlns:a16="http://schemas.microsoft.com/office/drawing/2014/main" id="{D85F7153-5FCA-6C47-8659-184CB58F308D}"/>
                </a:ext>
              </a:extLst>
            </p:cNvPr>
            <p:cNvSpPr/>
            <p:nvPr/>
          </p:nvSpPr>
          <p:spPr>
            <a:xfrm>
              <a:off x="2560447" y="3828162"/>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895"/>
                    <a:pt x="81152" y="361971"/>
                    <a:pt x="180835" y="361971"/>
                  </a:cubicBezTo>
                  <a:cubicBezTo>
                    <a:pt x="281157" y="361971"/>
                    <a:pt x="362309" y="280895"/>
                    <a:pt x="362309" y="181305"/>
                  </a:cubicBezTo>
                  <a:cubicBezTo>
                    <a:pt x="362309" y="181305"/>
                    <a:pt x="362309" y="181305"/>
                    <a:pt x="362309" y="181305"/>
                  </a:cubicBezTo>
                  <a:cubicBezTo>
                    <a:pt x="362309" y="81076"/>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1223" name="Graphic 1100">
              <a:extLst>
                <a:ext uri="{FF2B5EF4-FFF2-40B4-BE49-F238E27FC236}">
                  <a16:creationId xmlns:a16="http://schemas.microsoft.com/office/drawing/2014/main" id="{CF59E9E1-95DD-A941-B65A-667AFBDBC6A5}"/>
                </a:ext>
              </a:extLst>
            </p:cNvPr>
            <p:cNvSpPr/>
            <p:nvPr/>
          </p:nvSpPr>
          <p:spPr>
            <a:xfrm>
              <a:off x="2659491" y="3897109"/>
              <a:ext cx="164860" cy="224077"/>
            </a:xfrm>
            <a:custGeom>
              <a:avLst/>
              <a:gdLst>
                <a:gd name="connsiteX0" fmla="*/ 158470 w 164860"/>
                <a:gd name="connsiteY0" fmla="*/ 0 h 224077"/>
                <a:gd name="connsiteX1" fmla="*/ 6390 w 164860"/>
                <a:gd name="connsiteY1" fmla="*/ 0 h 224077"/>
                <a:gd name="connsiteX2" fmla="*/ 0 w 164860"/>
                <a:gd name="connsiteY2" fmla="*/ 6384 h 224077"/>
                <a:gd name="connsiteX3" fmla="*/ 0 w 164860"/>
                <a:gd name="connsiteY3" fmla="*/ 217694 h 224077"/>
                <a:gd name="connsiteX4" fmla="*/ 6390 w 164860"/>
                <a:gd name="connsiteY4" fmla="*/ 224078 h 224077"/>
                <a:gd name="connsiteX5" fmla="*/ 158470 w 164860"/>
                <a:gd name="connsiteY5" fmla="*/ 224078 h 224077"/>
                <a:gd name="connsiteX6" fmla="*/ 164860 w 164860"/>
                <a:gd name="connsiteY6" fmla="*/ 217694 h 224077"/>
                <a:gd name="connsiteX7" fmla="*/ 164860 w 164860"/>
                <a:gd name="connsiteY7" fmla="*/ 6384 h 224077"/>
                <a:gd name="connsiteX8" fmla="*/ 158470 w 164860"/>
                <a:gd name="connsiteY8" fmla="*/ 0 h 224077"/>
                <a:gd name="connsiteX9" fmla="*/ 152080 w 164860"/>
                <a:gd name="connsiteY9" fmla="*/ 12768 h 224077"/>
                <a:gd name="connsiteX10" fmla="*/ 152080 w 164860"/>
                <a:gd name="connsiteY10" fmla="*/ 150662 h 224077"/>
                <a:gd name="connsiteX11" fmla="*/ 12780 w 164860"/>
                <a:gd name="connsiteY11" fmla="*/ 150662 h 224077"/>
                <a:gd name="connsiteX12" fmla="*/ 12780 w 164860"/>
                <a:gd name="connsiteY12" fmla="*/ 12768 h 224077"/>
                <a:gd name="connsiteX13" fmla="*/ 152080 w 164860"/>
                <a:gd name="connsiteY13" fmla="*/ 12768 h 224077"/>
                <a:gd name="connsiteX14" fmla="*/ 12780 w 164860"/>
                <a:gd name="connsiteY14" fmla="*/ 211310 h 224077"/>
                <a:gd name="connsiteX15" fmla="*/ 12780 w 164860"/>
                <a:gd name="connsiteY15" fmla="*/ 164068 h 224077"/>
                <a:gd name="connsiteX16" fmla="*/ 152080 w 164860"/>
                <a:gd name="connsiteY16" fmla="*/ 164068 h 224077"/>
                <a:gd name="connsiteX17" fmla="*/ 152080 w 164860"/>
                <a:gd name="connsiteY17" fmla="*/ 211310 h 224077"/>
                <a:gd name="connsiteX18" fmla="*/ 12780 w 164860"/>
                <a:gd name="connsiteY18" fmla="*/ 211310 h 224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4860" h="224077">
                  <a:moveTo>
                    <a:pt x="158470" y="0"/>
                  </a:moveTo>
                  <a:lnTo>
                    <a:pt x="6390" y="0"/>
                  </a:lnTo>
                  <a:cubicBezTo>
                    <a:pt x="2556" y="0"/>
                    <a:pt x="0" y="2553"/>
                    <a:pt x="0" y="6384"/>
                  </a:cubicBezTo>
                  <a:lnTo>
                    <a:pt x="0" y="217694"/>
                  </a:lnTo>
                  <a:cubicBezTo>
                    <a:pt x="0" y="221524"/>
                    <a:pt x="2556" y="224078"/>
                    <a:pt x="6390" y="224078"/>
                  </a:cubicBezTo>
                  <a:lnTo>
                    <a:pt x="158470" y="224078"/>
                  </a:lnTo>
                  <a:cubicBezTo>
                    <a:pt x="162304" y="224078"/>
                    <a:pt x="164860" y="221524"/>
                    <a:pt x="164860" y="217694"/>
                  </a:cubicBezTo>
                  <a:lnTo>
                    <a:pt x="164860" y="6384"/>
                  </a:lnTo>
                  <a:cubicBezTo>
                    <a:pt x="164860" y="3192"/>
                    <a:pt x="162304" y="0"/>
                    <a:pt x="158470" y="0"/>
                  </a:cubicBezTo>
                  <a:close/>
                  <a:moveTo>
                    <a:pt x="152080" y="12768"/>
                  </a:moveTo>
                  <a:lnTo>
                    <a:pt x="152080" y="150662"/>
                  </a:lnTo>
                  <a:lnTo>
                    <a:pt x="12780" y="150662"/>
                  </a:lnTo>
                  <a:lnTo>
                    <a:pt x="12780" y="12768"/>
                  </a:lnTo>
                  <a:lnTo>
                    <a:pt x="152080" y="12768"/>
                  </a:lnTo>
                  <a:close/>
                  <a:moveTo>
                    <a:pt x="12780" y="211310"/>
                  </a:moveTo>
                  <a:lnTo>
                    <a:pt x="12780" y="164068"/>
                  </a:lnTo>
                  <a:lnTo>
                    <a:pt x="152080" y="164068"/>
                  </a:lnTo>
                  <a:lnTo>
                    <a:pt x="152080" y="211310"/>
                  </a:lnTo>
                  <a:lnTo>
                    <a:pt x="12780" y="211310"/>
                  </a:lnTo>
                  <a:close/>
                </a:path>
              </a:pathLst>
            </a:custGeom>
            <a:solidFill>
              <a:srgbClr val="007680"/>
            </a:solidFill>
            <a:ln w="6390" cap="flat">
              <a:noFill/>
              <a:prstDash val="solid"/>
              <a:miter/>
            </a:ln>
          </p:spPr>
          <p:txBody>
            <a:bodyPr rtlCol="0" anchor="ctr"/>
            <a:lstStyle/>
            <a:p>
              <a:endParaRPr lang="en-US"/>
            </a:p>
          </p:txBody>
        </p:sp>
        <p:sp>
          <p:nvSpPr>
            <p:cNvPr id="1224" name="Graphic 1100">
              <a:extLst>
                <a:ext uri="{FF2B5EF4-FFF2-40B4-BE49-F238E27FC236}">
                  <a16:creationId xmlns:a16="http://schemas.microsoft.com/office/drawing/2014/main" id="{485FE5A0-3BA1-C841-9388-0DDE02E8DB5F}"/>
                </a:ext>
              </a:extLst>
            </p:cNvPr>
            <p:cNvSpPr/>
            <p:nvPr/>
          </p:nvSpPr>
          <p:spPr>
            <a:xfrm>
              <a:off x="2690163" y="3926462"/>
              <a:ext cx="104155" cy="104071"/>
            </a:xfrm>
            <a:custGeom>
              <a:avLst/>
              <a:gdLst>
                <a:gd name="connsiteX0" fmla="*/ 51759 w 104155"/>
                <a:gd name="connsiteY0" fmla="*/ 104071 h 104071"/>
                <a:gd name="connsiteX1" fmla="*/ 104156 w 104155"/>
                <a:gd name="connsiteY1" fmla="*/ 52361 h 104071"/>
                <a:gd name="connsiteX2" fmla="*/ 52398 w 104155"/>
                <a:gd name="connsiteY2" fmla="*/ 13 h 104071"/>
                <a:gd name="connsiteX3" fmla="*/ 0 w 104155"/>
                <a:gd name="connsiteY3" fmla="*/ 51723 h 104071"/>
                <a:gd name="connsiteX4" fmla="*/ 0 w 104155"/>
                <a:gd name="connsiteY4" fmla="*/ 51723 h 104071"/>
                <a:gd name="connsiteX5" fmla="*/ 51759 w 104155"/>
                <a:gd name="connsiteY5" fmla="*/ 104071 h 104071"/>
                <a:gd name="connsiteX6" fmla="*/ 51759 w 104155"/>
                <a:gd name="connsiteY6" fmla="*/ 13419 h 104071"/>
                <a:gd name="connsiteX7" fmla="*/ 91376 w 104155"/>
                <a:gd name="connsiteY7" fmla="*/ 52361 h 104071"/>
                <a:gd name="connsiteX8" fmla="*/ 52398 w 104155"/>
                <a:gd name="connsiteY8" fmla="*/ 91942 h 104071"/>
                <a:gd name="connsiteX9" fmla="*/ 29394 w 104155"/>
                <a:gd name="connsiteY9" fmla="*/ 84281 h 104071"/>
                <a:gd name="connsiteX10" fmla="*/ 34506 w 104155"/>
                <a:gd name="connsiteY10" fmla="*/ 79812 h 104071"/>
                <a:gd name="connsiteX11" fmla="*/ 34506 w 104155"/>
                <a:gd name="connsiteY11" fmla="*/ 70875 h 104071"/>
                <a:gd name="connsiteX12" fmla="*/ 25560 w 104155"/>
                <a:gd name="connsiteY12" fmla="*/ 70875 h 104071"/>
                <a:gd name="connsiteX13" fmla="*/ 20448 w 104155"/>
                <a:gd name="connsiteY13" fmla="*/ 75982 h 104071"/>
                <a:gd name="connsiteX14" fmla="*/ 29394 w 104155"/>
                <a:gd name="connsiteY14" fmla="*/ 21718 h 104071"/>
                <a:gd name="connsiteX15" fmla="*/ 51759 w 104155"/>
                <a:gd name="connsiteY15" fmla="*/ 13419 h 104071"/>
                <a:gd name="connsiteX16" fmla="*/ 51759 w 104155"/>
                <a:gd name="connsiteY16" fmla="*/ 13419 h 104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55" h="104071">
                  <a:moveTo>
                    <a:pt x="51759" y="104071"/>
                  </a:moveTo>
                  <a:cubicBezTo>
                    <a:pt x="80513" y="104071"/>
                    <a:pt x="103517" y="81089"/>
                    <a:pt x="104156" y="52361"/>
                  </a:cubicBezTo>
                  <a:cubicBezTo>
                    <a:pt x="104156" y="23633"/>
                    <a:pt x="81152" y="651"/>
                    <a:pt x="52398" y="13"/>
                  </a:cubicBezTo>
                  <a:cubicBezTo>
                    <a:pt x="23643" y="-626"/>
                    <a:pt x="639" y="22995"/>
                    <a:pt x="0" y="51723"/>
                  </a:cubicBezTo>
                  <a:cubicBezTo>
                    <a:pt x="0" y="51723"/>
                    <a:pt x="0" y="51723"/>
                    <a:pt x="0" y="51723"/>
                  </a:cubicBezTo>
                  <a:cubicBezTo>
                    <a:pt x="0" y="81089"/>
                    <a:pt x="23004" y="104071"/>
                    <a:pt x="51759" y="104071"/>
                  </a:cubicBezTo>
                  <a:close/>
                  <a:moveTo>
                    <a:pt x="51759" y="13419"/>
                  </a:moveTo>
                  <a:cubicBezTo>
                    <a:pt x="73484" y="13419"/>
                    <a:pt x="90737" y="30656"/>
                    <a:pt x="91376" y="52361"/>
                  </a:cubicBezTo>
                  <a:cubicBezTo>
                    <a:pt x="91376" y="74067"/>
                    <a:pt x="74123" y="91304"/>
                    <a:pt x="52398" y="91942"/>
                  </a:cubicBezTo>
                  <a:cubicBezTo>
                    <a:pt x="44091" y="91942"/>
                    <a:pt x="35784" y="89388"/>
                    <a:pt x="29394" y="84281"/>
                  </a:cubicBezTo>
                  <a:lnTo>
                    <a:pt x="34506" y="79812"/>
                  </a:lnTo>
                  <a:cubicBezTo>
                    <a:pt x="37062" y="77259"/>
                    <a:pt x="37062" y="73428"/>
                    <a:pt x="34506" y="70875"/>
                  </a:cubicBezTo>
                  <a:cubicBezTo>
                    <a:pt x="31950" y="68321"/>
                    <a:pt x="28116" y="68321"/>
                    <a:pt x="25560" y="70875"/>
                  </a:cubicBezTo>
                  <a:lnTo>
                    <a:pt x="20448" y="75982"/>
                  </a:lnTo>
                  <a:cubicBezTo>
                    <a:pt x="7668" y="58745"/>
                    <a:pt x="12141" y="33848"/>
                    <a:pt x="29394" y="21718"/>
                  </a:cubicBezTo>
                  <a:cubicBezTo>
                    <a:pt x="35784" y="15973"/>
                    <a:pt x="43451" y="13419"/>
                    <a:pt x="51759" y="13419"/>
                  </a:cubicBezTo>
                  <a:lnTo>
                    <a:pt x="51759" y="13419"/>
                  </a:lnTo>
                  <a:close/>
                </a:path>
              </a:pathLst>
            </a:custGeom>
            <a:solidFill>
              <a:srgbClr val="007680"/>
            </a:solidFill>
            <a:ln w="6390" cap="flat">
              <a:noFill/>
              <a:prstDash val="solid"/>
              <a:miter/>
            </a:ln>
          </p:spPr>
          <p:txBody>
            <a:bodyPr rtlCol="0" anchor="ctr"/>
            <a:lstStyle/>
            <a:p>
              <a:endParaRPr lang="en-US"/>
            </a:p>
          </p:txBody>
        </p:sp>
        <p:sp>
          <p:nvSpPr>
            <p:cNvPr id="1225" name="Graphic 1100">
              <a:extLst>
                <a:ext uri="{FF2B5EF4-FFF2-40B4-BE49-F238E27FC236}">
                  <a16:creationId xmlns:a16="http://schemas.microsoft.com/office/drawing/2014/main" id="{D9F7D2C4-062E-6442-AA7A-FCF10047C3B5}"/>
                </a:ext>
              </a:extLst>
            </p:cNvPr>
            <p:cNvSpPr/>
            <p:nvPr/>
          </p:nvSpPr>
          <p:spPr>
            <a:xfrm>
              <a:off x="2780261" y="4077775"/>
              <a:ext cx="14057" cy="14044"/>
            </a:xfrm>
            <a:custGeom>
              <a:avLst/>
              <a:gdLst>
                <a:gd name="connsiteX0" fmla="*/ 7029 w 14057"/>
                <a:gd name="connsiteY0" fmla="*/ 0 h 14044"/>
                <a:gd name="connsiteX1" fmla="*/ 0 w 14057"/>
                <a:gd name="connsiteY1" fmla="*/ 7022 h 14044"/>
                <a:gd name="connsiteX2" fmla="*/ 7029 w 14057"/>
                <a:gd name="connsiteY2" fmla="*/ 14045 h 14044"/>
                <a:gd name="connsiteX3" fmla="*/ 14058 w 14057"/>
                <a:gd name="connsiteY3" fmla="*/ 7022 h 14044"/>
                <a:gd name="connsiteX4" fmla="*/ 14058 w 14057"/>
                <a:gd name="connsiteY4" fmla="*/ 7022 h 14044"/>
                <a:gd name="connsiteX5" fmla="*/ 7029 w 14057"/>
                <a:gd name="connsiteY5"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57" h="14044">
                  <a:moveTo>
                    <a:pt x="7029" y="0"/>
                  </a:moveTo>
                  <a:cubicBezTo>
                    <a:pt x="3195" y="0"/>
                    <a:pt x="0" y="3192"/>
                    <a:pt x="0" y="7022"/>
                  </a:cubicBezTo>
                  <a:cubicBezTo>
                    <a:pt x="0" y="10853"/>
                    <a:pt x="3195" y="14045"/>
                    <a:pt x="7029" y="14045"/>
                  </a:cubicBezTo>
                  <a:cubicBezTo>
                    <a:pt x="10863" y="14045"/>
                    <a:pt x="14058" y="10853"/>
                    <a:pt x="14058" y="7022"/>
                  </a:cubicBezTo>
                  <a:cubicBezTo>
                    <a:pt x="14058" y="7022"/>
                    <a:pt x="14058" y="7022"/>
                    <a:pt x="14058" y="7022"/>
                  </a:cubicBezTo>
                  <a:cubicBezTo>
                    <a:pt x="14058" y="3192"/>
                    <a:pt x="10863" y="0"/>
                    <a:pt x="7029" y="0"/>
                  </a:cubicBezTo>
                  <a:close/>
                </a:path>
              </a:pathLst>
            </a:custGeom>
            <a:solidFill>
              <a:srgbClr val="007680"/>
            </a:solidFill>
            <a:ln w="6390" cap="flat">
              <a:noFill/>
              <a:prstDash val="solid"/>
              <a:miter/>
            </a:ln>
          </p:spPr>
          <p:txBody>
            <a:bodyPr rtlCol="0" anchor="ctr"/>
            <a:lstStyle/>
            <a:p>
              <a:endParaRPr lang="en-US"/>
            </a:p>
          </p:txBody>
        </p:sp>
        <p:sp>
          <p:nvSpPr>
            <p:cNvPr id="1226" name="Graphic 1100">
              <a:extLst>
                <a:ext uri="{FF2B5EF4-FFF2-40B4-BE49-F238E27FC236}">
                  <a16:creationId xmlns:a16="http://schemas.microsoft.com/office/drawing/2014/main" id="{F2442120-2FDC-C840-9862-B0E1419D4DA0}"/>
                </a:ext>
              </a:extLst>
            </p:cNvPr>
            <p:cNvSpPr/>
            <p:nvPr/>
          </p:nvSpPr>
          <p:spPr>
            <a:xfrm>
              <a:off x="2734893" y="3971801"/>
              <a:ext cx="14057" cy="14044"/>
            </a:xfrm>
            <a:custGeom>
              <a:avLst/>
              <a:gdLst>
                <a:gd name="connsiteX0" fmla="*/ 7029 w 14057"/>
                <a:gd name="connsiteY0" fmla="*/ 14044 h 14044"/>
                <a:gd name="connsiteX1" fmla="*/ 14058 w 14057"/>
                <a:gd name="connsiteY1" fmla="*/ 7022 h 14044"/>
                <a:gd name="connsiteX2" fmla="*/ 7029 w 14057"/>
                <a:gd name="connsiteY2" fmla="*/ 0 h 14044"/>
                <a:gd name="connsiteX3" fmla="*/ 0 w 14057"/>
                <a:gd name="connsiteY3" fmla="*/ 7022 h 14044"/>
                <a:gd name="connsiteX4" fmla="*/ 0 w 14057"/>
                <a:gd name="connsiteY4" fmla="*/ 7022 h 14044"/>
                <a:gd name="connsiteX5" fmla="*/ 7029 w 14057"/>
                <a:gd name="connsiteY5" fmla="*/ 14044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57" h="14044">
                  <a:moveTo>
                    <a:pt x="7029" y="14044"/>
                  </a:moveTo>
                  <a:cubicBezTo>
                    <a:pt x="10863" y="14044"/>
                    <a:pt x="14058" y="10852"/>
                    <a:pt x="14058" y="7022"/>
                  </a:cubicBezTo>
                  <a:cubicBezTo>
                    <a:pt x="14058" y="3192"/>
                    <a:pt x="10863" y="0"/>
                    <a:pt x="7029" y="0"/>
                  </a:cubicBezTo>
                  <a:cubicBezTo>
                    <a:pt x="3195" y="0"/>
                    <a:pt x="0" y="3192"/>
                    <a:pt x="0" y="7022"/>
                  </a:cubicBezTo>
                  <a:cubicBezTo>
                    <a:pt x="0" y="7022"/>
                    <a:pt x="0" y="7022"/>
                    <a:pt x="0" y="7022"/>
                  </a:cubicBezTo>
                  <a:cubicBezTo>
                    <a:pt x="0" y="10852"/>
                    <a:pt x="3195" y="14044"/>
                    <a:pt x="7029" y="14044"/>
                  </a:cubicBezTo>
                  <a:close/>
                </a:path>
              </a:pathLst>
            </a:custGeom>
            <a:solidFill>
              <a:srgbClr val="007680"/>
            </a:solidFill>
            <a:ln w="6390" cap="flat">
              <a:noFill/>
              <a:prstDash val="solid"/>
              <a:miter/>
            </a:ln>
          </p:spPr>
          <p:txBody>
            <a:bodyPr rtlCol="0" anchor="ctr"/>
            <a:lstStyle/>
            <a:p>
              <a:endParaRPr lang="en-US"/>
            </a:p>
          </p:txBody>
        </p:sp>
      </p:grpSp>
      <p:grpSp>
        <p:nvGrpSpPr>
          <p:cNvPr id="1227" name="Graphic 1100">
            <a:extLst>
              <a:ext uri="{FF2B5EF4-FFF2-40B4-BE49-F238E27FC236}">
                <a16:creationId xmlns:a16="http://schemas.microsoft.com/office/drawing/2014/main" id="{B3CC578E-B918-2E41-A948-1E2CB5563A76}"/>
              </a:ext>
            </a:extLst>
          </p:cNvPr>
          <p:cNvGrpSpPr/>
          <p:nvPr/>
        </p:nvGrpSpPr>
        <p:grpSpPr>
          <a:xfrm>
            <a:off x="2560447" y="2859711"/>
            <a:ext cx="362309" cy="361971"/>
            <a:chOff x="2560447" y="2859711"/>
            <a:chExt cx="362309" cy="361971"/>
          </a:xfrm>
          <a:solidFill>
            <a:srgbClr val="007680"/>
          </a:solidFill>
        </p:grpSpPr>
        <p:sp>
          <p:nvSpPr>
            <p:cNvPr id="1228" name="Graphic 1100">
              <a:extLst>
                <a:ext uri="{FF2B5EF4-FFF2-40B4-BE49-F238E27FC236}">
                  <a16:creationId xmlns:a16="http://schemas.microsoft.com/office/drawing/2014/main" id="{C7CBDC8A-B82D-1248-A51F-9BD96EF043C7}"/>
                </a:ext>
              </a:extLst>
            </p:cNvPr>
            <p:cNvSpPr/>
            <p:nvPr/>
          </p:nvSpPr>
          <p:spPr>
            <a:xfrm>
              <a:off x="2560447" y="2859711"/>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6"/>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234"/>
                    <a:pt x="274128" y="348565"/>
                    <a:pt x="181474" y="349204"/>
                  </a:cubicBezTo>
                  <a:close/>
                </a:path>
              </a:pathLst>
            </a:custGeom>
            <a:solidFill>
              <a:srgbClr val="007680"/>
            </a:solidFill>
            <a:ln w="6390" cap="flat">
              <a:noFill/>
              <a:prstDash val="solid"/>
              <a:miter/>
            </a:ln>
          </p:spPr>
          <p:txBody>
            <a:bodyPr rtlCol="0" anchor="ctr"/>
            <a:lstStyle/>
            <a:p>
              <a:endParaRPr lang="en-US"/>
            </a:p>
          </p:txBody>
        </p:sp>
        <p:sp>
          <p:nvSpPr>
            <p:cNvPr id="1229" name="Graphic 1100">
              <a:extLst>
                <a:ext uri="{FF2B5EF4-FFF2-40B4-BE49-F238E27FC236}">
                  <a16:creationId xmlns:a16="http://schemas.microsoft.com/office/drawing/2014/main" id="{4F8E0EE2-FEEA-584A-8A37-6C164AD864BC}"/>
                </a:ext>
              </a:extLst>
            </p:cNvPr>
            <p:cNvSpPr/>
            <p:nvPr/>
          </p:nvSpPr>
          <p:spPr>
            <a:xfrm>
              <a:off x="2647350" y="2931850"/>
              <a:ext cx="188503" cy="217055"/>
            </a:xfrm>
            <a:custGeom>
              <a:avLst/>
              <a:gdLst>
                <a:gd name="connsiteX0" fmla="*/ 182113 w 188503"/>
                <a:gd name="connsiteY0" fmla="*/ 638 h 217055"/>
                <a:gd name="connsiteX1" fmla="*/ 6390 w 188503"/>
                <a:gd name="connsiteY1" fmla="*/ 0 h 217055"/>
                <a:gd name="connsiteX2" fmla="*/ 6390 w 188503"/>
                <a:gd name="connsiteY2" fmla="*/ 0 h 217055"/>
                <a:gd name="connsiteX3" fmla="*/ 0 w 188503"/>
                <a:gd name="connsiteY3" fmla="*/ 6384 h 217055"/>
                <a:gd name="connsiteX4" fmla="*/ 0 w 188503"/>
                <a:gd name="connsiteY4" fmla="*/ 210671 h 217055"/>
                <a:gd name="connsiteX5" fmla="*/ 6390 w 188503"/>
                <a:gd name="connsiteY5" fmla="*/ 217055 h 217055"/>
                <a:gd name="connsiteX6" fmla="*/ 182113 w 188503"/>
                <a:gd name="connsiteY6" fmla="*/ 217055 h 217055"/>
                <a:gd name="connsiteX7" fmla="*/ 188503 w 188503"/>
                <a:gd name="connsiteY7" fmla="*/ 210671 h 217055"/>
                <a:gd name="connsiteX8" fmla="*/ 188503 w 188503"/>
                <a:gd name="connsiteY8" fmla="*/ 7022 h 217055"/>
                <a:gd name="connsiteX9" fmla="*/ 182113 w 188503"/>
                <a:gd name="connsiteY9" fmla="*/ 638 h 217055"/>
                <a:gd name="connsiteX10" fmla="*/ 12780 w 188503"/>
                <a:gd name="connsiteY10" fmla="*/ 81077 h 217055"/>
                <a:gd name="connsiteX11" fmla="*/ 175723 w 188503"/>
                <a:gd name="connsiteY11" fmla="*/ 81077 h 217055"/>
                <a:gd name="connsiteX12" fmla="*/ 175723 w 188503"/>
                <a:gd name="connsiteY12" fmla="*/ 136617 h 217055"/>
                <a:gd name="connsiteX13" fmla="*/ 12780 w 188503"/>
                <a:gd name="connsiteY13" fmla="*/ 136617 h 217055"/>
                <a:gd name="connsiteX14" fmla="*/ 12780 w 188503"/>
                <a:gd name="connsiteY14" fmla="*/ 81077 h 217055"/>
                <a:gd name="connsiteX15" fmla="*/ 33867 w 188503"/>
                <a:gd name="connsiteY15" fmla="*/ 12768 h 217055"/>
                <a:gd name="connsiteX16" fmla="*/ 175723 w 188503"/>
                <a:gd name="connsiteY16" fmla="*/ 13406 h 217055"/>
                <a:gd name="connsiteX17" fmla="*/ 175723 w 188503"/>
                <a:gd name="connsiteY17" fmla="*/ 68309 h 217055"/>
                <a:gd name="connsiteX18" fmla="*/ 12780 w 188503"/>
                <a:gd name="connsiteY18" fmla="*/ 68309 h 217055"/>
                <a:gd name="connsiteX19" fmla="*/ 12780 w 188503"/>
                <a:gd name="connsiteY19" fmla="*/ 12768 h 217055"/>
                <a:gd name="connsiteX20" fmla="*/ 33867 w 188503"/>
                <a:gd name="connsiteY20" fmla="*/ 12768 h 217055"/>
                <a:gd name="connsiteX21" fmla="*/ 12780 w 188503"/>
                <a:gd name="connsiteY21" fmla="*/ 204287 h 217055"/>
                <a:gd name="connsiteX22" fmla="*/ 12780 w 188503"/>
                <a:gd name="connsiteY22" fmla="*/ 148747 h 217055"/>
                <a:gd name="connsiteX23" fmla="*/ 175723 w 188503"/>
                <a:gd name="connsiteY23" fmla="*/ 148747 h 217055"/>
                <a:gd name="connsiteX24" fmla="*/ 175723 w 188503"/>
                <a:gd name="connsiteY24" fmla="*/ 204287 h 217055"/>
                <a:gd name="connsiteX25" fmla="*/ 12780 w 188503"/>
                <a:gd name="connsiteY25" fmla="*/ 204287 h 217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8503" h="217055">
                  <a:moveTo>
                    <a:pt x="182113" y="638"/>
                  </a:moveTo>
                  <a:lnTo>
                    <a:pt x="6390" y="0"/>
                  </a:lnTo>
                  <a:lnTo>
                    <a:pt x="6390" y="0"/>
                  </a:lnTo>
                  <a:cubicBezTo>
                    <a:pt x="2556" y="0"/>
                    <a:pt x="0" y="2554"/>
                    <a:pt x="0" y="6384"/>
                  </a:cubicBezTo>
                  <a:lnTo>
                    <a:pt x="0" y="210671"/>
                  </a:lnTo>
                  <a:cubicBezTo>
                    <a:pt x="0" y="214502"/>
                    <a:pt x="2556" y="217055"/>
                    <a:pt x="6390" y="217055"/>
                  </a:cubicBezTo>
                  <a:lnTo>
                    <a:pt x="182113" y="217055"/>
                  </a:lnTo>
                  <a:cubicBezTo>
                    <a:pt x="185947" y="217055"/>
                    <a:pt x="188503" y="214502"/>
                    <a:pt x="188503" y="210671"/>
                  </a:cubicBezTo>
                  <a:lnTo>
                    <a:pt x="188503" y="7022"/>
                  </a:lnTo>
                  <a:cubicBezTo>
                    <a:pt x="188503" y="3830"/>
                    <a:pt x="185947" y="638"/>
                    <a:pt x="182113" y="638"/>
                  </a:cubicBezTo>
                  <a:close/>
                  <a:moveTo>
                    <a:pt x="12780" y="81077"/>
                  </a:moveTo>
                  <a:lnTo>
                    <a:pt x="175723" y="81077"/>
                  </a:lnTo>
                  <a:lnTo>
                    <a:pt x="175723" y="136617"/>
                  </a:lnTo>
                  <a:lnTo>
                    <a:pt x="12780" y="136617"/>
                  </a:lnTo>
                  <a:lnTo>
                    <a:pt x="12780" y="81077"/>
                  </a:lnTo>
                  <a:close/>
                  <a:moveTo>
                    <a:pt x="33867" y="12768"/>
                  </a:moveTo>
                  <a:lnTo>
                    <a:pt x="175723" y="13406"/>
                  </a:lnTo>
                  <a:lnTo>
                    <a:pt x="175723" y="68309"/>
                  </a:lnTo>
                  <a:lnTo>
                    <a:pt x="12780" y="68309"/>
                  </a:lnTo>
                  <a:lnTo>
                    <a:pt x="12780" y="12768"/>
                  </a:lnTo>
                  <a:cubicBezTo>
                    <a:pt x="17892" y="12768"/>
                    <a:pt x="24282" y="12768"/>
                    <a:pt x="33867" y="12768"/>
                  </a:cubicBezTo>
                  <a:close/>
                  <a:moveTo>
                    <a:pt x="12780" y="204287"/>
                  </a:moveTo>
                  <a:lnTo>
                    <a:pt x="12780" y="148747"/>
                  </a:lnTo>
                  <a:lnTo>
                    <a:pt x="175723" y="148747"/>
                  </a:lnTo>
                  <a:lnTo>
                    <a:pt x="175723" y="204287"/>
                  </a:lnTo>
                  <a:lnTo>
                    <a:pt x="12780" y="204287"/>
                  </a:lnTo>
                  <a:close/>
                </a:path>
              </a:pathLst>
            </a:custGeom>
            <a:solidFill>
              <a:srgbClr val="007680"/>
            </a:solidFill>
            <a:ln w="6390" cap="flat">
              <a:noFill/>
              <a:prstDash val="solid"/>
              <a:miter/>
            </a:ln>
          </p:spPr>
          <p:txBody>
            <a:bodyPr rtlCol="0" anchor="ctr"/>
            <a:lstStyle/>
            <a:p>
              <a:endParaRPr lang="en-US"/>
            </a:p>
          </p:txBody>
        </p:sp>
        <p:sp>
          <p:nvSpPr>
            <p:cNvPr id="1230" name="Graphic 1100">
              <a:extLst>
                <a:ext uri="{FF2B5EF4-FFF2-40B4-BE49-F238E27FC236}">
                  <a16:creationId xmlns:a16="http://schemas.microsoft.com/office/drawing/2014/main" id="{1CAE76E9-6391-FB43-B46C-FD6D1C3D9944}"/>
                </a:ext>
              </a:extLst>
            </p:cNvPr>
            <p:cNvSpPr/>
            <p:nvPr/>
          </p:nvSpPr>
          <p:spPr>
            <a:xfrm>
              <a:off x="2789846" y="3032079"/>
              <a:ext cx="16613" cy="16598"/>
            </a:xfrm>
            <a:custGeom>
              <a:avLst/>
              <a:gdLst>
                <a:gd name="connsiteX0" fmla="*/ 8307 w 16613"/>
                <a:gd name="connsiteY0" fmla="*/ 0 h 16598"/>
                <a:gd name="connsiteX1" fmla="*/ 0 w 16613"/>
                <a:gd name="connsiteY1" fmla="*/ 8299 h 16598"/>
                <a:gd name="connsiteX2" fmla="*/ 8307 w 16613"/>
                <a:gd name="connsiteY2" fmla="*/ 16598 h 16598"/>
                <a:gd name="connsiteX3" fmla="*/ 16614 w 16613"/>
                <a:gd name="connsiteY3" fmla="*/ 8299 h 16598"/>
                <a:gd name="connsiteX4" fmla="*/ 16614 w 16613"/>
                <a:gd name="connsiteY4" fmla="*/ 8299 h 16598"/>
                <a:gd name="connsiteX5" fmla="*/ 8307 w 16613"/>
                <a:gd name="connsiteY5" fmla="*/ 0 h 16598"/>
                <a:gd name="connsiteX6" fmla="*/ 8307 w 16613"/>
                <a:gd name="connsiteY6" fmla="*/ 0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13" h="16598">
                  <a:moveTo>
                    <a:pt x="8307" y="0"/>
                  </a:moveTo>
                  <a:cubicBezTo>
                    <a:pt x="3834" y="0"/>
                    <a:pt x="0" y="3830"/>
                    <a:pt x="0" y="8299"/>
                  </a:cubicBezTo>
                  <a:cubicBezTo>
                    <a:pt x="0" y="12768"/>
                    <a:pt x="3834" y="16598"/>
                    <a:pt x="8307" y="16598"/>
                  </a:cubicBezTo>
                  <a:cubicBezTo>
                    <a:pt x="12780" y="16598"/>
                    <a:pt x="16614" y="12768"/>
                    <a:pt x="16614" y="8299"/>
                  </a:cubicBezTo>
                  <a:cubicBezTo>
                    <a:pt x="16614" y="8299"/>
                    <a:pt x="16614" y="8299"/>
                    <a:pt x="16614" y="8299"/>
                  </a:cubicBezTo>
                  <a:cubicBezTo>
                    <a:pt x="16614" y="3830"/>
                    <a:pt x="12780" y="0"/>
                    <a:pt x="8307" y="0"/>
                  </a:cubicBezTo>
                  <a:cubicBezTo>
                    <a:pt x="8307" y="0"/>
                    <a:pt x="8307" y="0"/>
                    <a:pt x="8307" y="0"/>
                  </a:cubicBezTo>
                  <a:close/>
                </a:path>
              </a:pathLst>
            </a:custGeom>
            <a:solidFill>
              <a:srgbClr val="007680"/>
            </a:solidFill>
            <a:ln w="6390" cap="flat">
              <a:noFill/>
              <a:prstDash val="solid"/>
              <a:miter/>
            </a:ln>
          </p:spPr>
          <p:txBody>
            <a:bodyPr rtlCol="0" anchor="ctr"/>
            <a:lstStyle/>
            <a:p>
              <a:endParaRPr lang="en-US"/>
            </a:p>
          </p:txBody>
        </p:sp>
        <p:sp>
          <p:nvSpPr>
            <p:cNvPr id="1231" name="Graphic 1100">
              <a:extLst>
                <a:ext uri="{FF2B5EF4-FFF2-40B4-BE49-F238E27FC236}">
                  <a16:creationId xmlns:a16="http://schemas.microsoft.com/office/drawing/2014/main" id="{D6147CD6-3D3E-4E48-A057-457160B457A7}"/>
                </a:ext>
              </a:extLst>
            </p:cNvPr>
            <p:cNvSpPr/>
            <p:nvPr/>
          </p:nvSpPr>
          <p:spPr>
            <a:xfrm>
              <a:off x="2759813" y="3032079"/>
              <a:ext cx="16613" cy="16598"/>
            </a:xfrm>
            <a:custGeom>
              <a:avLst/>
              <a:gdLst>
                <a:gd name="connsiteX0" fmla="*/ 8307 w 16613"/>
                <a:gd name="connsiteY0" fmla="*/ 0 h 16598"/>
                <a:gd name="connsiteX1" fmla="*/ 0 w 16613"/>
                <a:gd name="connsiteY1" fmla="*/ 8299 h 16598"/>
                <a:gd name="connsiteX2" fmla="*/ 8307 w 16613"/>
                <a:gd name="connsiteY2" fmla="*/ 16598 h 16598"/>
                <a:gd name="connsiteX3" fmla="*/ 16614 w 16613"/>
                <a:gd name="connsiteY3" fmla="*/ 8299 h 16598"/>
                <a:gd name="connsiteX4" fmla="*/ 16614 w 16613"/>
                <a:gd name="connsiteY4" fmla="*/ 8299 h 16598"/>
                <a:gd name="connsiteX5" fmla="*/ 8307 w 16613"/>
                <a:gd name="connsiteY5" fmla="*/ 0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3" h="16598">
                  <a:moveTo>
                    <a:pt x="8307" y="0"/>
                  </a:moveTo>
                  <a:cubicBezTo>
                    <a:pt x="3834" y="0"/>
                    <a:pt x="0" y="3830"/>
                    <a:pt x="0" y="8299"/>
                  </a:cubicBezTo>
                  <a:cubicBezTo>
                    <a:pt x="0" y="12768"/>
                    <a:pt x="3834" y="16598"/>
                    <a:pt x="8307" y="16598"/>
                  </a:cubicBezTo>
                  <a:cubicBezTo>
                    <a:pt x="12780" y="16598"/>
                    <a:pt x="16614" y="12768"/>
                    <a:pt x="16614" y="8299"/>
                  </a:cubicBezTo>
                  <a:cubicBezTo>
                    <a:pt x="16614" y="8299"/>
                    <a:pt x="16614" y="8299"/>
                    <a:pt x="16614" y="8299"/>
                  </a:cubicBezTo>
                  <a:cubicBezTo>
                    <a:pt x="16614" y="3830"/>
                    <a:pt x="12780" y="0"/>
                    <a:pt x="8307" y="0"/>
                  </a:cubicBezTo>
                  <a:close/>
                </a:path>
              </a:pathLst>
            </a:custGeom>
            <a:solidFill>
              <a:srgbClr val="007680"/>
            </a:solidFill>
            <a:ln w="6390" cap="flat">
              <a:noFill/>
              <a:prstDash val="solid"/>
              <a:miter/>
            </a:ln>
          </p:spPr>
          <p:txBody>
            <a:bodyPr rtlCol="0" anchor="ctr"/>
            <a:lstStyle/>
            <a:p>
              <a:endParaRPr lang="en-US"/>
            </a:p>
          </p:txBody>
        </p:sp>
        <p:sp>
          <p:nvSpPr>
            <p:cNvPr id="1232" name="Graphic 1100">
              <a:extLst>
                <a:ext uri="{FF2B5EF4-FFF2-40B4-BE49-F238E27FC236}">
                  <a16:creationId xmlns:a16="http://schemas.microsoft.com/office/drawing/2014/main" id="{650CF72E-871F-1B48-95E3-0364B52B220C}"/>
                </a:ext>
              </a:extLst>
            </p:cNvPr>
            <p:cNvSpPr/>
            <p:nvPr/>
          </p:nvSpPr>
          <p:spPr>
            <a:xfrm>
              <a:off x="2674827" y="3033994"/>
              <a:ext cx="71567" cy="12767"/>
            </a:xfrm>
            <a:custGeom>
              <a:avLst/>
              <a:gdLst>
                <a:gd name="connsiteX0" fmla="*/ 65177 w 71567"/>
                <a:gd name="connsiteY0" fmla="*/ 0 h 12767"/>
                <a:gd name="connsiteX1" fmla="*/ 6390 w 71567"/>
                <a:gd name="connsiteY1" fmla="*/ 0 h 12767"/>
                <a:gd name="connsiteX2" fmla="*/ 0 w 71567"/>
                <a:gd name="connsiteY2" fmla="*/ 6384 h 12767"/>
                <a:gd name="connsiteX3" fmla="*/ 6390 w 71567"/>
                <a:gd name="connsiteY3" fmla="*/ 12768 h 12767"/>
                <a:gd name="connsiteX4" fmla="*/ 65177 w 71567"/>
                <a:gd name="connsiteY4" fmla="*/ 12768 h 12767"/>
                <a:gd name="connsiteX5" fmla="*/ 71567 w 71567"/>
                <a:gd name="connsiteY5" fmla="*/ 6384 h 12767"/>
                <a:gd name="connsiteX6" fmla="*/ 65177 w 71567"/>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567" h="12767">
                  <a:moveTo>
                    <a:pt x="65177" y="0"/>
                  </a:moveTo>
                  <a:lnTo>
                    <a:pt x="6390" y="0"/>
                  </a:lnTo>
                  <a:cubicBezTo>
                    <a:pt x="2556" y="0"/>
                    <a:pt x="0" y="2554"/>
                    <a:pt x="0" y="6384"/>
                  </a:cubicBezTo>
                  <a:cubicBezTo>
                    <a:pt x="0" y="10214"/>
                    <a:pt x="2556" y="12768"/>
                    <a:pt x="6390" y="12768"/>
                  </a:cubicBezTo>
                  <a:lnTo>
                    <a:pt x="65177" y="12768"/>
                  </a:lnTo>
                  <a:cubicBezTo>
                    <a:pt x="69011" y="12768"/>
                    <a:pt x="71567" y="10214"/>
                    <a:pt x="71567" y="6384"/>
                  </a:cubicBezTo>
                  <a:cubicBezTo>
                    <a:pt x="71567" y="2554"/>
                    <a:pt x="68372" y="0"/>
                    <a:pt x="65177" y="0"/>
                  </a:cubicBezTo>
                  <a:close/>
                </a:path>
              </a:pathLst>
            </a:custGeom>
            <a:solidFill>
              <a:srgbClr val="007680"/>
            </a:solidFill>
            <a:ln w="6390" cap="flat">
              <a:noFill/>
              <a:prstDash val="solid"/>
              <a:miter/>
            </a:ln>
          </p:spPr>
          <p:txBody>
            <a:bodyPr rtlCol="0" anchor="ctr"/>
            <a:lstStyle/>
            <a:p>
              <a:endParaRPr lang="en-US"/>
            </a:p>
          </p:txBody>
        </p:sp>
        <p:sp>
          <p:nvSpPr>
            <p:cNvPr id="1233" name="Graphic 1100">
              <a:extLst>
                <a:ext uri="{FF2B5EF4-FFF2-40B4-BE49-F238E27FC236}">
                  <a16:creationId xmlns:a16="http://schemas.microsoft.com/office/drawing/2014/main" id="{90668D24-CE92-3F4E-920E-453D65F4C9BC}"/>
                </a:ext>
              </a:extLst>
            </p:cNvPr>
            <p:cNvSpPr/>
            <p:nvPr/>
          </p:nvSpPr>
          <p:spPr>
            <a:xfrm>
              <a:off x="2789846" y="3102303"/>
              <a:ext cx="16613" cy="16598"/>
            </a:xfrm>
            <a:custGeom>
              <a:avLst/>
              <a:gdLst>
                <a:gd name="connsiteX0" fmla="*/ 8307 w 16613"/>
                <a:gd name="connsiteY0" fmla="*/ 0 h 16598"/>
                <a:gd name="connsiteX1" fmla="*/ 0 w 16613"/>
                <a:gd name="connsiteY1" fmla="*/ 8299 h 16598"/>
                <a:gd name="connsiteX2" fmla="*/ 8307 w 16613"/>
                <a:gd name="connsiteY2" fmla="*/ 16598 h 16598"/>
                <a:gd name="connsiteX3" fmla="*/ 16614 w 16613"/>
                <a:gd name="connsiteY3" fmla="*/ 8299 h 16598"/>
                <a:gd name="connsiteX4" fmla="*/ 8307 w 16613"/>
                <a:gd name="connsiteY4" fmla="*/ 0 h 16598"/>
                <a:gd name="connsiteX5" fmla="*/ 8307 w 16613"/>
                <a:gd name="connsiteY5" fmla="*/ 0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3" h="16598">
                  <a:moveTo>
                    <a:pt x="8307" y="0"/>
                  </a:moveTo>
                  <a:cubicBezTo>
                    <a:pt x="3834" y="0"/>
                    <a:pt x="0" y="3830"/>
                    <a:pt x="0" y="8299"/>
                  </a:cubicBezTo>
                  <a:cubicBezTo>
                    <a:pt x="0" y="12768"/>
                    <a:pt x="3834" y="16598"/>
                    <a:pt x="8307" y="16598"/>
                  </a:cubicBezTo>
                  <a:cubicBezTo>
                    <a:pt x="12780" y="16598"/>
                    <a:pt x="16614" y="12768"/>
                    <a:pt x="16614" y="8299"/>
                  </a:cubicBezTo>
                  <a:cubicBezTo>
                    <a:pt x="16614" y="3192"/>
                    <a:pt x="12780" y="0"/>
                    <a:pt x="8307" y="0"/>
                  </a:cubicBezTo>
                  <a:cubicBezTo>
                    <a:pt x="8307" y="0"/>
                    <a:pt x="8307" y="0"/>
                    <a:pt x="8307" y="0"/>
                  </a:cubicBezTo>
                  <a:close/>
                </a:path>
              </a:pathLst>
            </a:custGeom>
            <a:solidFill>
              <a:srgbClr val="007680"/>
            </a:solidFill>
            <a:ln w="6390" cap="flat">
              <a:noFill/>
              <a:prstDash val="solid"/>
              <a:miter/>
            </a:ln>
          </p:spPr>
          <p:txBody>
            <a:bodyPr rtlCol="0" anchor="ctr"/>
            <a:lstStyle/>
            <a:p>
              <a:endParaRPr lang="en-US"/>
            </a:p>
          </p:txBody>
        </p:sp>
        <p:sp>
          <p:nvSpPr>
            <p:cNvPr id="1234" name="Graphic 1100">
              <a:extLst>
                <a:ext uri="{FF2B5EF4-FFF2-40B4-BE49-F238E27FC236}">
                  <a16:creationId xmlns:a16="http://schemas.microsoft.com/office/drawing/2014/main" id="{217CBD1C-6A6B-B14F-9261-1BAA42CEF2FD}"/>
                </a:ext>
              </a:extLst>
            </p:cNvPr>
            <p:cNvSpPr/>
            <p:nvPr/>
          </p:nvSpPr>
          <p:spPr>
            <a:xfrm>
              <a:off x="2760382" y="3102303"/>
              <a:ext cx="16044" cy="16029"/>
            </a:xfrm>
            <a:custGeom>
              <a:avLst/>
              <a:gdLst>
                <a:gd name="connsiteX0" fmla="*/ 7738 w 16044"/>
                <a:gd name="connsiteY0" fmla="*/ 0 h 16029"/>
                <a:gd name="connsiteX1" fmla="*/ 70 w 16044"/>
                <a:gd name="connsiteY1" fmla="*/ 8299 h 16029"/>
                <a:gd name="connsiteX2" fmla="*/ 8377 w 16044"/>
                <a:gd name="connsiteY2" fmla="*/ 15960 h 16029"/>
                <a:gd name="connsiteX3" fmla="*/ 16045 w 16044"/>
                <a:gd name="connsiteY3" fmla="*/ 7661 h 16029"/>
                <a:gd name="connsiteX4" fmla="*/ 7738 w 16044"/>
                <a:gd name="connsiteY4" fmla="*/ 0 h 16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44" h="16029">
                  <a:moveTo>
                    <a:pt x="7738" y="0"/>
                  </a:moveTo>
                  <a:cubicBezTo>
                    <a:pt x="3265" y="0"/>
                    <a:pt x="-569" y="3830"/>
                    <a:pt x="70" y="8299"/>
                  </a:cubicBezTo>
                  <a:cubicBezTo>
                    <a:pt x="709" y="12768"/>
                    <a:pt x="3904" y="16598"/>
                    <a:pt x="8377" y="15960"/>
                  </a:cubicBezTo>
                  <a:cubicBezTo>
                    <a:pt x="12850" y="15960"/>
                    <a:pt x="16045" y="12130"/>
                    <a:pt x="16045" y="7661"/>
                  </a:cubicBezTo>
                  <a:cubicBezTo>
                    <a:pt x="16045" y="3192"/>
                    <a:pt x="12211" y="0"/>
                    <a:pt x="7738" y="0"/>
                  </a:cubicBezTo>
                  <a:close/>
                </a:path>
              </a:pathLst>
            </a:custGeom>
            <a:solidFill>
              <a:srgbClr val="007680"/>
            </a:solidFill>
            <a:ln w="6390" cap="flat">
              <a:noFill/>
              <a:prstDash val="solid"/>
              <a:miter/>
            </a:ln>
          </p:spPr>
          <p:txBody>
            <a:bodyPr rtlCol="0" anchor="ctr"/>
            <a:lstStyle/>
            <a:p>
              <a:endParaRPr lang="en-US"/>
            </a:p>
          </p:txBody>
        </p:sp>
        <p:sp>
          <p:nvSpPr>
            <p:cNvPr id="1235" name="Graphic 1100">
              <a:extLst>
                <a:ext uri="{FF2B5EF4-FFF2-40B4-BE49-F238E27FC236}">
                  <a16:creationId xmlns:a16="http://schemas.microsoft.com/office/drawing/2014/main" id="{E577C3F4-FBB9-6842-8C25-6E4D9789A9F2}"/>
                </a:ext>
              </a:extLst>
            </p:cNvPr>
            <p:cNvSpPr/>
            <p:nvPr/>
          </p:nvSpPr>
          <p:spPr>
            <a:xfrm>
              <a:off x="2674827" y="3103579"/>
              <a:ext cx="71567" cy="12767"/>
            </a:xfrm>
            <a:custGeom>
              <a:avLst/>
              <a:gdLst>
                <a:gd name="connsiteX0" fmla="*/ 65177 w 71567"/>
                <a:gd name="connsiteY0" fmla="*/ 0 h 12767"/>
                <a:gd name="connsiteX1" fmla="*/ 6390 w 71567"/>
                <a:gd name="connsiteY1" fmla="*/ 0 h 12767"/>
                <a:gd name="connsiteX2" fmla="*/ 0 w 71567"/>
                <a:gd name="connsiteY2" fmla="*/ 6384 h 12767"/>
                <a:gd name="connsiteX3" fmla="*/ 6390 w 71567"/>
                <a:gd name="connsiteY3" fmla="*/ 12768 h 12767"/>
                <a:gd name="connsiteX4" fmla="*/ 65177 w 71567"/>
                <a:gd name="connsiteY4" fmla="*/ 12768 h 12767"/>
                <a:gd name="connsiteX5" fmla="*/ 71567 w 71567"/>
                <a:gd name="connsiteY5" fmla="*/ 6384 h 12767"/>
                <a:gd name="connsiteX6" fmla="*/ 65177 w 71567"/>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567" h="12767">
                  <a:moveTo>
                    <a:pt x="65177" y="0"/>
                  </a:moveTo>
                  <a:lnTo>
                    <a:pt x="6390" y="0"/>
                  </a:lnTo>
                  <a:cubicBezTo>
                    <a:pt x="2556" y="0"/>
                    <a:pt x="0" y="2554"/>
                    <a:pt x="0" y="6384"/>
                  </a:cubicBezTo>
                  <a:cubicBezTo>
                    <a:pt x="0" y="10214"/>
                    <a:pt x="2556" y="12768"/>
                    <a:pt x="6390" y="12768"/>
                  </a:cubicBezTo>
                  <a:lnTo>
                    <a:pt x="65177" y="12768"/>
                  </a:lnTo>
                  <a:cubicBezTo>
                    <a:pt x="69011" y="12768"/>
                    <a:pt x="71567" y="10214"/>
                    <a:pt x="71567" y="6384"/>
                  </a:cubicBezTo>
                  <a:cubicBezTo>
                    <a:pt x="71567" y="2554"/>
                    <a:pt x="68372" y="0"/>
                    <a:pt x="65177" y="0"/>
                  </a:cubicBezTo>
                  <a:close/>
                </a:path>
              </a:pathLst>
            </a:custGeom>
            <a:solidFill>
              <a:srgbClr val="007680"/>
            </a:solidFill>
            <a:ln w="6390" cap="flat">
              <a:noFill/>
              <a:prstDash val="solid"/>
              <a:miter/>
            </a:ln>
          </p:spPr>
          <p:txBody>
            <a:bodyPr rtlCol="0" anchor="ctr"/>
            <a:lstStyle/>
            <a:p>
              <a:endParaRPr lang="en-US"/>
            </a:p>
          </p:txBody>
        </p:sp>
        <p:sp>
          <p:nvSpPr>
            <p:cNvPr id="1236" name="Graphic 1100">
              <a:extLst>
                <a:ext uri="{FF2B5EF4-FFF2-40B4-BE49-F238E27FC236}">
                  <a16:creationId xmlns:a16="http://schemas.microsoft.com/office/drawing/2014/main" id="{0AA28262-F272-5047-A646-8A7A87E471D9}"/>
                </a:ext>
              </a:extLst>
            </p:cNvPr>
            <p:cNvSpPr/>
            <p:nvPr/>
          </p:nvSpPr>
          <p:spPr>
            <a:xfrm>
              <a:off x="2789846" y="2963770"/>
              <a:ext cx="16613" cy="16598"/>
            </a:xfrm>
            <a:custGeom>
              <a:avLst/>
              <a:gdLst>
                <a:gd name="connsiteX0" fmla="*/ 8307 w 16613"/>
                <a:gd name="connsiteY0" fmla="*/ 16598 h 16598"/>
                <a:gd name="connsiteX1" fmla="*/ 16614 w 16613"/>
                <a:gd name="connsiteY1" fmla="*/ 8299 h 16598"/>
                <a:gd name="connsiteX2" fmla="*/ 8307 w 16613"/>
                <a:gd name="connsiteY2" fmla="*/ 0 h 16598"/>
                <a:gd name="connsiteX3" fmla="*/ 0 w 16613"/>
                <a:gd name="connsiteY3" fmla="*/ 8299 h 16598"/>
                <a:gd name="connsiteX4" fmla="*/ 8307 w 16613"/>
                <a:gd name="connsiteY4" fmla="*/ 16598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16598">
                  <a:moveTo>
                    <a:pt x="8307" y="16598"/>
                  </a:moveTo>
                  <a:cubicBezTo>
                    <a:pt x="12780" y="16598"/>
                    <a:pt x="16614" y="12768"/>
                    <a:pt x="16614" y="8299"/>
                  </a:cubicBezTo>
                  <a:cubicBezTo>
                    <a:pt x="16614" y="3830"/>
                    <a:pt x="12780" y="0"/>
                    <a:pt x="8307" y="0"/>
                  </a:cubicBezTo>
                  <a:cubicBezTo>
                    <a:pt x="3834" y="0"/>
                    <a:pt x="0" y="3830"/>
                    <a:pt x="0" y="8299"/>
                  </a:cubicBezTo>
                  <a:cubicBezTo>
                    <a:pt x="639" y="13406"/>
                    <a:pt x="3834" y="16598"/>
                    <a:pt x="8307" y="16598"/>
                  </a:cubicBezTo>
                  <a:close/>
                </a:path>
              </a:pathLst>
            </a:custGeom>
            <a:solidFill>
              <a:srgbClr val="007680"/>
            </a:solidFill>
            <a:ln w="6390" cap="flat">
              <a:noFill/>
              <a:prstDash val="solid"/>
              <a:miter/>
            </a:ln>
          </p:spPr>
          <p:txBody>
            <a:bodyPr rtlCol="0" anchor="ctr"/>
            <a:lstStyle/>
            <a:p>
              <a:endParaRPr lang="en-US"/>
            </a:p>
          </p:txBody>
        </p:sp>
        <p:sp>
          <p:nvSpPr>
            <p:cNvPr id="1237" name="Graphic 1100">
              <a:extLst>
                <a:ext uri="{FF2B5EF4-FFF2-40B4-BE49-F238E27FC236}">
                  <a16:creationId xmlns:a16="http://schemas.microsoft.com/office/drawing/2014/main" id="{04979435-2410-C142-BA1F-34AA24ED004C}"/>
                </a:ext>
              </a:extLst>
            </p:cNvPr>
            <p:cNvSpPr/>
            <p:nvPr/>
          </p:nvSpPr>
          <p:spPr>
            <a:xfrm>
              <a:off x="2759813" y="2963770"/>
              <a:ext cx="16613" cy="16598"/>
            </a:xfrm>
            <a:custGeom>
              <a:avLst/>
              <a:gdLst>
                <a:gd name="connsiteX0" fmla="*/ 8307 w 16613"/>
                <a:gd name="connsiteY0" fmla="*/ 16598 h 16598"/>
                <a:gd name="connsiteX1" fmla="*/ 16614 w 16613"/>
                <a:gd name="connsiteY1" fmla="*/ 8299 h 16598"/>
                <a:gd name="connsiteX2" fmla="*/ 8307 w 16613"/>
                <a:gd name="connsiteY2" fmla="*/ 0 h 16598"/>
                <a:gd name="connsiteX3" fmla="*/ 0 w 16613"/>
                <a:gd name="connsiteY3" fmla="*/ 8299 h 16598"/>
                <a:gd name="connsiteX4" fmla="*/ 8307 w 16613"/>
                <a:gd name="connsiteY4" fmla="*/ 16598 h 16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 h="16598">
                  <a:moveTo>
                    <a:pt x="8307" y="16598"/>
                  </a:moveTo>
                  <a:cubicBezTo>
                    <a:pt x="12780" y="16598"/>
                    <a:pt x="16614" y="12768"/>
                    <a:pt x="16614" y="8299"/>
                  </a:cubicBezTo>
                  <a:cubicBezTo>
                    <a:pt x="16614" y="3830"/>
                    <a:pt x="12780" y="0"/>
                    <a:pt x="8307" y="0"/>
                  </a:cubicBezTo>
                  <a:cubicBezTo>
                    <a:pt x="3834" y="0"/>
                    <a:pt x="0" y="3830"/>
                    <a:pt x="0" y="8299"/>
                  </a:cubicBezTo>
                  <a:cubicBezTo>
                    <a:pt x="0" y="13406"/>
                    <a:pt x="3834" y="16598"/>
                    <a:pt x="8307" y="16598"/>
                  </a:cubicBezTo>
                  <a:close/>
                </a:path>
              </a:pathLst>
            </a:custGeom>
            <a:solidFill>
              <a:srgbClr val="007680"/>
            </a:solidFill>
            <a:ln w="6390" cap="flat">
              <a:noFill/>
              <a:prstDash val="solid"/>
              <a:miter/>
            </a:ln>
          </p:spPr>
          <p:txBody>
            <a:bodyPr rtlCol="0" anchor="ctr"/>
            <a:lstStyle/>
            <a:p>
              <a:endParaRPr lang="en-US"/>
            </a:p>
          </p:txBody>
        </p:sp>
        <p:sp>
          <p:nvSpPr>
            <p:cNvPr id="1238" name="Graphic 1100">
              <a:extLst>
                <a:ext uri="{FF2B5EF4-FFF2-40B4-BE49-F238E27FC236}">
                  <a16:creationId xmlns:a16="http://schemas.microsoft.com/office/drawing/2014/main" id="{5CEF5BFA-7B65-5F44-8901-68C7548E8517}"/>
                </a:ext>
              </a:extLst>
            </p:cNvPr>
            <p:cNvSpPr/>
            <p:nvPr/>
          </p:nvSpPr>
          <p:spPr>
            <a:xfrm>
              <a:off x="2674188" y="2966324"/>
              <a:ext cx="71567" cy="12767"/>
            </a:xfrm>
            <a:custGeom>
              <a:avLst/>
              <a:gdLst>
                <a:gd name="connsiteX0" fmla="*/ 6390 w 71567"/>
                <a:gd name="connsiteY0" fmla="*/ 12768 h 12767"/>
                <a:gd name="connsiteX1" fmla="*/ 65177 w 71567"/>
                <a:gd name="connsiteY1" fmla="*/ 12768 h 12767"/>
                <a:gd name="connsiteX2" fmla="*/ 71567 w 71567"/>
                <a:gd name="connsiteY2" fmla="*/ 6384 h 12767"/>
                <a:gd name="connsiteX3" fmla="*/ 65177 w 71567"/>
                <a:gd name="connsiteY3" fmla="*/ 0 h 12767"/>
                <a:gd name="connsiteX4" fmla="*/ 6390 w 71567"/>
                <a:gd name="connsiteY4" fmla="*/ 0 h 12767"/>
                <a:gd name="connsiteX5" fmla="*/ 0 w 71567"/>
                <a:gd name="connsiteY5" fmla="*/ 6384 h 12767"/>
                <a:gd name="connsiteX6" fmla="*/ 6390 w 71567"/>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567" h="12767">
                  <a:moveTo>
                    <a:pt x="6390" y="12768"/>
                  </a:moveTo>
                  <a:lnTo>
                    <a:pt x="65177" y="12768"/>
                  </a:lnTo>
                  <a:cubicBezTo>
                    <a:pt x="69011" y="12768"/>
                    <a:pt x="71567" y="10214"/>
                    <a:pt x="71567" y="6384"/>
                  </a:cubicBezTo>
                  <a:cubicBezTo>
                    <a:pt x="71567" y="2554"/>
                    <a:pt x="69011" y="0"/>
                    <a:pt x="65177" y="0"/>
                  </a:cubicBezTo>
                  <a:lnTo>
                    <a:pt x="6390" y="0"/>
                  </a:lnTo>
                  <a:cubicBezTo>
                    <a:pt x="2556" y="0"/>
                    <a:pt x="0" y="2554"/>
                    <a:pt x="0" y="6384"/>
                  </a:cubicBezTo>
                  <a:cubicBezTo>
                    <a:pt x="0" y="10214"/>
                    <a:pt x="3195" y="12768"/>
                    <a:pt x="6390" y="12768"/>
                  </a:cubicBezTo>
                  <a:close/>
                </a:path>
              </a:pathLst>
            </a:custGeom>
            <a:solidFill>
              <a:srgbClr val="007680"/>
            </a:solidFill>
            <a:ln w="6390" cap="flat">
              <a:noFill/>
              <a:prstDash val="solid"/>
              <a:miter/>
            </a:ln>
          </p:spPr>
          <p:txBody>
            <a:bodyPr rtlCol="0" anchor="ctr"/>
            <a:lstStyle/>
            <a:p>
              <a:endParaRPr lang="en-US"/>
            </a:p>
          </p:txBody>
        </p:sp>
      </p:grpSp>
      <p:grpSp>
        <p:nvGrpSpPr>
          <p:cNvPr id="1239" name="Graphic 1100">
            <a:extLst>
              <a:ext uri="{FF2B5EF4-FFF2-40B4-BE49-F238E27FC236}">
                <a16:creationId xmlns:a16="http://schemas.microsoft.com/office/drawing/2014/main" id="{4D1269D1-ED9E-D741-8088-8EEF85CFF073}"/>
              </a:ext>
            </a:extLst>
          </p:cNvPr>
          <p:cNvGrpSpPr/>
          <p:nvPr/>
        </p:nvGrpSpPr>
        <p:grpSpPr>
          <a:xfrm>
            <a:off x="2998797" y="2859711"/>
            <a:ext cx="362309" cy="361971"/>
            <a:chOff x="2998797" y="2859711"/>
            <a:chExt cx="362309" cy="361971"/>
          </a:xfrm>
          <a:solidFill>
            <a:srgbClr val="007680"/>
          </a:solidFill>
        </p:grpSpPr>
        <p:sp>
          <p:nvSpPr>
            <p:cNvPr id="1240" name="Graphic 1100">
              <a:extLst>
                <a:ext uri="{FF2B5EF4-FFF2-40B4-BE49-F238E27FC236}">
                  <a16:creationId xmlns:a16="http://schemas.microsoft.com/office/drawing/2014/main" id="{1ED8FCC1-87E9-964C-8CD3-0BAE654E59C1}"/>
                </a:ext>
              </a:extLst>
            </p:cNvPr>
            <p:cNvSpPr/>
            <p:nvPr/>
          </p:nvSpPr>
          <p:spPr>
            <a:xfrm>
              <a:off x="3098480" y="2944618"/>
              <a:ext cx="162943" cy="55540"/>
            </a:xfrm>
            <a:custGeom>
              <a:avLst/>
              <a:gdLst>
                <a:gd name="connsiteX0" fmla="*/ 162943 w 162943"/>
                <a:gd name="connsiteY0" fmla="*/ 55541 h 55540"/>
                <a:gd name="connsiteX1" fmla="*/ 162943 w 162943"/>
                <a:gd name="connsiteY1" fmla="*/ 638 h 55540"/>
                <a:gd name="connsiteX2" fmla="*/ 21087 w 162943"/>
                <a:gd name="connsiteY2" fmla="*/ 0 h 55540"/>
                <a:gd name="connsiteX3" fmla="*/ 0 w 162943"/>
                <a:gd name="connsiteY3" fmla="*/ 0 h 55540"/>
                <a:gd name="connsiteX4" fmla="*/ 0 w 162943"/>
                <a:gd name="connsiteY4" fmla="*/ 55541 h 55540"/>
                <a:gd name="connsiteX5" fmla="*/ 162943 w 162943"/>
                <a:gd name="connsiteY5" fmla="*/ 55541 h 55540"/>
                <a:gd name="connsiteX6" fmla="*/ 138023 w 162943"/>
                <a:gd name="connsiteY6" fmla="*/ 19790 h 55540"/>
                <a:gd name="connsiteX7" fmla="*/ 145691 w 162943"/>
                <a:gd name="connsiteY7" fmla="*/ 28089 h 55540"/>
                <a:gd name="connsiteX8" fmla="*/ 137384 w 162943"/>
                <a:gd name="connsiteY8" fmla="*/ 35750 h 55540"/>
                <a:gd name="connsiteX9" fmla="*/ 129716 w 162943"/>
                <a:gd name="connsiteY9" fmla="*/ 27451 h 55540"/>
                <a:gd name="connsiteX10" fmla="*/ 138023 w 162943"/>
                <a:gd name="connsiteY10" fmla="*/ 19790 h 55540"/>
                <a:gd name="connsiteX11" fmla="*/ 138023 w 162943"/>
                <a:gd name="connsiteY11" fmla="*/ 19790 h 55540"/>
                <a:gd name="connsiteX12" fmla="*/ 107351 w 162943"/>
                <a:gd name="connsiteY12" fmla="*/ 19790 h 55540"/>
                <a:gd name="connsiteX13" fmla="*/ 115658 w 162943"/>
                <a:gd name="connsiteY13" fmla="*/ 28089 h 55540"/>
                <a:gd name="connsiteX14" fmla="*/ 107351 w 162943"/>
                <a:gd name="connsiteY14" fmla="*/ 36389 h 55540"/>
                <a:gd name="connsiteX15" fmla="*/ 99044 w 162943"/>
                <a:gd name="connsiteY15" fmla="*/ 28089 h 55540"/>
                <a:gd name="connsiteX16" fmla="*/ 107351 w 162943"/>
                <a:gd name="connsiteY16" fmla="*/ 19790 h 55540"/>
                <a:gd name="connsiteX17" fmla="*/ 107351 w 162943"/>
                <a:gd name="connsiteY17" fmla="*/ 19790 h 55540"/>
                <a:gd name="connsiteX18" fmla="*/ 20448 w 162943"/>
                <a:gd name="connsiteY18" fmla="*/ 21706 h 55540"/>
                <a:gd name="connsiteX19" fmla="*/ 79235 w 162943"/>
                <a:gd name="connsiteY19" fmla="*/ 21706 h 55540"/>
                <a:gd name="connsiteX20" fmla="*/ 85625 w 162943"/>
                <a:gd name="connsiteY20" fmla="*/ 28089 h 55540"/>
                <a:gd name="connsiteX21" fmla="*/ 79235 w 162943"/>
                <a:gd name="connsiteY21" fmla="*/ 34473 h 55540"/>
                <a:gd name="connsiteX22" fmla="*/ 20448 w 162943"/>
                <a:gd name="connsiteY22" fmla="*/ 34473 h 55540"/>
                <a:gd name="connsiteX23" fmla="*/ 14058 w 162943"/>
                <a:gd name="connsiteY23" fmla="*/ 28089 h 55540"/>
                <a:gd name="connsiteX24" fmla="*/ 20448 w 162943"/>
                <a:gd name="connsiteY24" fmla="*/ 21706 h 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2943" h="55540">
                  <a:moveTo>
                    <a:pt x="162943" y="55541"/>
                  </a:moveTo>
                  <a:lnTo>
                    <a:pt x="162943" y="638"/>
                  </a:lnTo>
                  <a:lnTo>
                    <a:pt x="21087" y="0"/>
                  </a:lnTo>
                  <a:cubicBezTo>
                    <a:pt x="11502" y="0"/>
                    <a:pt x="5112" y="0"/>
                    <a:pt x="0" y="0"/>
                  </a:cubicBezTo>
                  <a:lnTo>
                    <a:pt x="0" y="55541"/>
                  </a:lnTo>
                  <a:lnTo>
                    <a:pt x="162943" y="55541"/>
                  </a:lnTo>
                  <a:close/>
                  <a:moveTo>
                    <a:pt x="138023" y="19790"/>
                  </a:moveTo>
                  <a:cubicBezTo>
                    <a:pt x="142496" y="19790"/>
                    <a:pt x="146330" y="23621"/>
                    <a:pt x="145691" y="28089"/>
                  </a:cubicBezTo>
                  <a:cubicBezTo>
                    <a:pt x="145052" y="32558"/>
                    <a:pt x="141857" y="36389"/>
                    <a:pt x="137384" y="35750"/>
                  </a:cubicBezTo>
                  <a:cubicBezTo>
                    <a:pt x="132911" y="35750"/>
                    <a:pt x="129716" y="31920"/>
                    <a:pt x="129716" y="27451"/>
                  </a:cubicBezTo>
                  <a:cubicBezTo>
                    <a:pt x="129716" y="23621"/>
                    <a:pt x="133550" y="19790"/>
                    <a:pt x="138023" y="19790"/>
                  </a:cubicBezTo>
                  <a:cubicBezTo>
                    <a:pt x="138023" y="19790"/>
                    <a:pt x="138023" y="19790"/>
                    <a:pt x="138023" y="19790"/>
                  </a:cubicBezTo>
                  <a:close/>
                  <a:moveTo>
                    <a:pt x="107351" y="19790"/>
                  </a:moveTo>
                  <a:cubicBezTo>
                    <a:pt x="111824" y="19790"/>
                    <a:pt x="115658" y="23621"/>
                    <a:pt x="115658" y="28089"/>
                  </a:cubicBezTo>
                  <a:cubicBezTo>
                    <a:pt x="115658" y="32558"/>
                    <a:pt x="111824" y="36389"/>
                    <a:pt x="107351" y="36389"/>
                  </a:cubicBezTo>
                  <a:cubicBezTo>
                    <a:pt x="102878" y="36389"/>
                    <a:pt x="99044" y="32558"/>
                    <a:pt x="99044" y="28089"/>
                  </a:cubicBezTo>
                  <a:cubicBezTo>
                    <a:pt x="99683" y="23621"/>
                    <a:pt x="102878" y="19790"/>
                    <a:pt x="107351" y="19790"/>
                  </a:cubicBezTo>
                  <a:cubicBezTo>
                    <a:pt x="107351" y="19790"/>
                    <a:pt x="107351" y="19790"/>
                    <a:pt x="107351" y="19790"/>
                  </a:cubicBezTo>
                  <a:close/>
                  <a:moveTo>
                    <a:pt x="20448" y="21706"/>
                  </a:moveTo>
                  <a:lnTo>
                    <a:pt x="79235" y="21706"/>
                  </a:lnTo>
                  <a:cubicBezTo>
                    <a:pt x="83069" y="21706"/>
                    <a:pt x="85625" y="24259"/>
                    <a:pt x="85625" y="28089"/>
                  </a:cubicBezTo>
                  <a:cubicBezTo>
                    <a:pt x="85625" y="31920"/>
                    <a:pt x="83069" y="34473"/>
                    <a:pt x="79235" y="34473"/>
                  </a:cubicBezTo>
                  <a:lnTo>
                    <a:pt x="20448" y="34473"/>
                  </a:lnTo>
                  <a:cubicBezTo>
                    <a:pt x="16614" y="34473"/>
                    <a:pt x="14058" y="31920"/>
                    <a:pt x="14058" y="28089"/>
                  </a:cubicBezTo>
                  <a:cubicBezTo>
                    <a:pt x="14058" y="24259"/>
                    <a:pt x="16614" y="21706"/>
                    <a:pt x="20448" y="21706"/>
                  </a:cubicBezTo>
                  <a:close/>
                </a:path>
              </a:pathLst>
            </a:custGeom>
            <a:solidFill>
              <a:srgbClr val="007680"/>
            </a:solidFill>
            <a:ln w="6390" cap="flat">
              <a:noFill/>
              <a:prstDash val="solid"/>
              <a:miter/>
            </a:ln>
          </p:spPr>
          <p:txBody>
            <a:bodyPr rtlCol="0" anchor="ctr"/>
            <a:lstStyle/>
            <a:p>
              <a:endParaRPr lang="en-US"/>
            </a:p>
          </p:txBody>
        </p:sp>
        <p:sp>
          <p:nvSpPr>
            <p:cNvPr id="1241" name="Graphic 1100">
              <a:extLst>
                <a:ext uri="{FF2B5EF4-FFF2-40B4-BE49-F238E27FC236}">
                  <a16:creationId xmlns:a16="http://schemas.microsoft.com/office/drawing/2014/main" id="{76E1A8AB-49A3-A141-8749-13335E6F6AB8}"/>
                </a:ext>
              </a:extLst>
            </p:cNvPr>
            <p:cNvSpPr/>
            <p:nvPr/>
          </p:nvSpPr>
          <p:spPr>
            <a:xfrm>
              <a:off x="3098480" y="3012927"/>
              <a:ext cx="162943" cy="55540"/>
            </a:xfrm>
            <a:custGeom>
              <a:avLst/>
              <a:gdLst>
                <a:gd name="connsiteX0" fmla="*/ 162943 w 162943"/>
                <a:gd name="connsiteY0" fmla="*/ 0 h 55540"/>
                <a:gd name="connsiteX1" fmla="*/ 0 w 162943"/>
                <a:gd name="connsiteY1" fmla="*/ 0 h 55540"/>
                <a:gd name="connsiteX2" fmla="*/ 0 w 162943"/>
                <a:gd name="connsiteY2" fmla="*/ 55541 h 55540"/>
                <a:gd name="connsiteX3" fmla="*/ 162943 w 162943"/>
                <a:gd name="connsiteY3" fmla="*/ 55541 h 55540"/>
                <a:gd name="connsiteX4" fmla="*/ 162943 w 162943"/>
                <a:gd name="connsiteY4" fmla="*/ 0 h 55540"/>
                <a:gd name="connsiteX5" fmla="*/ 79874 w 162943"/>
                <a:gd name="connsiteY5" fmla="*/ 33835 h 55540"/>
                <a:gd name="connsiteX6" fmla="*/ 21087 w 162943"/>
                <a:gd name="connsiteY6" fmla="*/ 33835 h 55540"/>
                <a:gd name="connsiteX7" fmla="*/ 14697 w 162943"/>
                <a:gd name="connsiteY7" fmla="*/ 27451 h 55540"/>
                <a:gd name="connsiteX8" fmla="*/ 21087 w 162943"/>
                <a:gd name="connsiteY8" fmla="*/ 21067 h 55540"/>
                <a:gd name="connsiteX9" fmla="*/ 79874 w 162943"/>
                <a:gd name="connsiteY9" fmla="*/ 21067 h 55540"/>
                <a:gd name="connsiteX10" fmla="*/ 86264 w 162943"/>
                <a:gd name="connsiteY10" fmla="*/ 27451 h 55540"/>
                <a:gd name="connsiteX11" fmla="*/ 79874 w 162943"/>
                <a:gd name="connsiteY11" fmla="*/ 33835 h 55540"/>
                <a:gd name="connsiteX12" fmla="*/ 107990 w 162943"/>
                <a:gd name="connsiteY12" fmla="*/ 35750 h 55540"/>
                <a:gd name="connsiteX13" fmla="*/ 99683 w 162943"/>
                <a:gd name="connsiteY13" fmla="*/ 28089 h 55540"/>
                <a:gd name="connsiteX14" fmla="*/ 107351 w 162943"/>
                <a:gd name="connsiteY14" fmla="*/ 19790 h 55540"/>
                <a:gd name="connsiteX15" fmla="*/ 115658 w 162943"/>
                <a:gd name="connsiteY15" fmla="*/ 27451 h 55540"/>
                <a:gd name="connsiteX16" fmla="*/ 115658 w 162943"/>
                <a:gd name="connsiteY16" fmla="*/ 28089 h 55540"/>
                <a:gd name="connsiteX17" fmla="*/ 107990 w 162943"/>
                <a:gd name="connsiteY17" fmla="*/ 35750 h 55540"/>
                <a:gd name="connsiteX18" fmla="*/ 107990 w 162943"/>
                <a:gd name="connsiteY18" fmla="*/ 35750 h 55540"/>
                <a:gd name="connsiteX19" fmla="*/ 107990 w 162943"/>
                <a:gd name="connsiteY19" fmla="*/ 35750 h 55540"/>
                <a:gd name="connsiteX20" fmla="*/ 138023 w 162943"/>
                <a:gd name="connsiteY20" fmla="*/ 35750 h 55540"/>
                <a:gd name="connsiteX21" fmla="*/ 129716 w 162943"/>
                <a:gd name="connsiteY21" fmla="*/ 27451 h 55540"/>
                <a:gd name="connsiteX22" fmla="*/ 138023 w 162943"/>
                <a:gd name="connsiteY22" fmla="*/ 19152 h 55540"/>
                <a:gd name="connsiteX23" fmla="*/ 146330 w 162943"/>
                <a:gd name="connsiteY23" fmla="*/ 27451 h 55540"/>
                <a:gd name="connsiteX24" fmla="*/ 146330 w 162943"/>
                <a:gd name="connsiteY24" fmla="*/ 27451 h 55540"/>
                <a:gd name="connsiteX25" fmla="*/ 138023 w 162943"/>
                <a:gd name="connsiteY25" fmla="*/ 35750 h 55540"/>
                <a:gd name="connsiteX26" fmla="*/ 138023 w 162943"/>
                <a:gd name="connsiteY26" fmla="*/ 35750 h 55540"/>
                <a:gd name="connsiteX27" fmla="*/ 138023 w 162943"/>
                <a:gd name="connsiteY27" fmla="*/ 35750 h 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2943" h="55540">
                  <a:moveTo>
                    <a:pt x="162943" y="0"/>
                  </a:moveTo>
                  <a:lnTo>
                    <a:pt x="0" y="0"/>
                  </a:lnTo>
                  <a:lnTo>
                    <a:pt x="0" y="55541"/>
                  </a:lnTo>
                  <a:lnTo>
                    <a:pt x="162943" y="55541"/>
                  </a:lnTo>
                  <a:lnTo>
                    <a:pt x="162943" y="0"/>
                  </a:lnTo>
                  <a:close/>
                  <a:moveTo>
                    <a:pt x="79874" y="33835"/>
                  </a:moveTo>
                  <a:lnTo>
                    <a:pt x="21087" y="33835"/>
                  </a:lnTo>
                  <a:cubicBezTo>
                    <a:pt x="17253" y="33835"/>
                    <a:pt x="14697" y="31281"/>
                    <a:pt x="14697" y="27451"/>
                  </a:cubicBezTo>
                  <a:cubicBezTo>
                    <a:pt x="14697" y="23621"/>
                    <a:pt x="17253" y="21067"/>
                    <a:pt x="21087" y="21067"/>
                  </a:cubicBezTo>
                  <a:lnTo>
                    <a:pt x="79874" y="21067"/>
                  </a:lnTo>
                  <a:cubicBezTo>
                    <a:pt x="83708" y="21067"/>
                    <a:pt x="86264" y="23621"/>
                    <a:pt x="86264" y="27451"/>
                  </a:cubicBezTo>
                  <a:cubicBezTo>
                    <a:pt x="86264" y="31281"/>
                    <a:pt x="83069" y="33835"/>
                    <a:pt x="79874" y="33835"/>
                  </a:cubicBezTo>
                  <a:close/>
                  <a:moveTo>
                    <a:pt x="107990" y="35750"/>
                  </a:moveTo>
                  <a:cubicBezTo>
                    <a:pt x="103517" y="35750"/>
                    <a:pt x="99683" y="32558"/>
                    <a:pt x="99683" y="28089"/>
                  </a:cubicBezTo>
                  <a:cubicBezTo>
                    <a:pt x="99683" y="23621"/>
                    <a:pt x="102878" y="19790"/>
                    <a:pt x="107351" y="19790"/>
                  </a:cubicBezTo>
                  <a:cubicBezTo>
                    <a:pt x="111824" y="19790"/>
                    <a:pt x="115658" y="22982"/>
                    <a:pt x="115658" y="27451"/>
                  </a:cubicBezTo>
                  <a:cubicBezTo>
                    <a:pt x="115658" y="27451"/>
                    <a:pt x="115658" y="27451"/>
                    <a:pt x="115658" y="28089"/>
                  </a:cubicBezTo>
                  <a:cubicBezTo>
                    <a:pt x="115658" y="31920"/>
                    <a:pt x="111824" y="35750"/>
                    <a:pt x="107990" y="35750"/>
                  </a:cubicBezTo>
                  <a:cubicBezTo>
                    <a:pt x="107351" y="35750"/>
                    <a:pt x="107351" y="35750"/>
                    <a:pt x="107990" y="35750"/>
                  </a:cubicBezTo>
                  <a:lnTo>
                    <a:pt x="107990" y="35750"/>
                  </a:lnTo>
                  <a:close/>
                  <a:moveTo>
                    <a:pt x="138023" y="35750"/>
                  </a:moveTo>
                  <a:cubicBezTo>
                    <a:pt x="133550" y="35750"/>
                    <a:pt x="129716" y="31920"/>
                    <a:pt x="129716" y="27451"/>
                  </a:cubicBezTo>
                  <a:cubicBezTo>
                    <a:pt x="129716" y="22982"/>
                    <a:pt x="133550" y="19152"/>
                    <a:pt x="138023" y="19152"/>
                  </a:cubicBezTo>
                  <a:cubicBezTo>
                    <a:pt x="142496" y="19152"/>
                    <a:pt x="146330" y="22982"/>
                    <a:pt x="146330" y="27451"/>
                  </a:cubicBezTo>
                  <a:cubicBezTo>
                    <a:pt x="146330" y="27451"/>
                    <a:pt x="146330" y="27451"/>
                    <a:pt x="146330" y="27451"/>
                  </a:cubicBezTo>
                  <a:cubicBezTo>
                    <a:pt x="146330" y="31920"/>
                    <a:pt x="142496" y="35750"/>
                    <a:pt x="138023" y="35750"/>
                  </a:cubicBezTo>
                  <a:cubicBezTo>
                    <a:pt x="138023" y="35750"/>
                    <a:pt x="138023" y="35750"/>
                    <a:pt x="138023" y="35750"/>
                  </a:cubicBezTo>
                  <a:lnTo>
                    <a:pt x="138023" y="35750"/>
                  </a:lnTo>
                  <a:close/>
                </a:path>
              </a:pathLst>
            </a:custGeom>
            <a:solidFill>
              <a:srgbClr val="007680"/>
            </a:solidFill>
            <a:ln w="6390" cap="flat">
              <a:noFill/>
              <a:prstDash val="solid"/>
              <a:miter/>
            </a:ln>
          </p:spPr>
          <p:txBody>
            <a:bodyPr rtlCol="0" anchor="ctr"/>
            <a:lstStyle/>
            <a:p>
              <a:endParaRPr lang="en-US"/>
            </a:p>
          </p:txBody>
        </p:sp>
        <p:sp>
          <p:nvSpPr>
            <p:cNvPr id="1242" name="Graphic 1100">
              <a:extLst>
                <a:ext uri="{FF2B5EF4-FFF2-40B4-BE49-F238E27FC236}">
                  <a16:creationId xmlns:a16="http://schemas.microsoft.com/office/drawing/2014/main" id="{FD3DB81C-071A-6643-AB66-5BB0E61B808E}"/>
                </a:ext>
              </a:extLst>
            </p:cNvPr>
            <p:cNvSpPr/>
            <p:nvPr/>
          </p:nvSpPr>
          <p:spPr>
            <a:xfrm>
              <a:off x="3098480" y="3080597"/>
              <a:ext cx="162943" cy="55540"/>
            </a:xfrm>
            <a:custGeom>
              <a:avLst/>
              <a:gdLst>
                <a:gd name="connsiteX0" fmla="*/ 0 w 162943"/>
                <a:gd name="connsiteY0" fmla="*/ 0 h 55540"/>
                <a:gd name="connsiteX1" fmla="*/ 0 w 162943"/>
                <a:gd name="connsiteY1" fmla="*/ 55541 h 55540"/>
                <a:gd name="connsiteX2" fmla="*/ 162943 w 162943"/>
                <a:gd name="connsiteY2" fmla="*/ 55541 h 55540"/>
                <a:gd name="connsiteX3" fmla="*/ 162943 w 162943"/>
                <a:gd name="connsiteY3" fmla="*/ 0 h 55540"/>
                <a:gd name="connsiteX4" fmla="*/ 0 w 162943"/>
                <a:gd name="connsiteY4" fmla="*/ 0 h 55540"/>
                <a:gd name="connsiteX5" fmla="*/ 79235 w 162943"/>
                <a:gd name="connsiteY5" fmla="*/ 35750 h 55540"/>
                <a:gd name="connsiteX6" fmla="*/ 20448 w 162943"/>
                <a:gd name="connsiteY6" fmla="*/ 35750 h 55540"/>
                <a:gd name="connsiteX7" fmla="*/ 14058 w 162943"/>
                <a:gd name="connsiteY7" fmla="*/ 29366 h 55540"/>
                <a:gd name="connsiteX8" fmla="*/ 20448 w 162943"/>
                <a:gd name="connsiteY8" fmla="*/ 22982 h 55540"/>
                <a:gd name="connsiteX9" fmla="*/ 79235 w 162943"/>
                <a:gd name="connsiteY9" fmla="*/ 22982 h 55540"/>
                <a:gd name="connsiteX10" fmla="*/ 85625 w 162943"/>
                <a:gd name="connsiteY10" fmla="*/ 29366 h 55540"/>
                <a:gd name="connsiteX11" fmla="*/ 79235 w 162943"/>
                <a:gd name="connsiteY11" fmla="*/ 35750 h 55540"/>
                <a:gd name="connsiteX12" fmla="*/ 107351 w 162943"/>
                <a:gd name="connsiteY12" fmla="*/ 37666 h 55540"/>
                <a:gd name="connsiteX13" fmla="*/ 99044 w 162943"/>
                <a:gd name="connsiteY13" fmla="*/ 29366 h 55540"/>
                <a:gd name="connsiteX14" fmla="*/ 107351 w 162943"/>
                <a:gd name="connsiteY14" fmla="*/ 21067 h 55540"/>
                <a:gd name="connsiteX15" fmla="*/ 115658 w 162943"/>
                <a:gd name="connsiteY15" fmla="*/ 29366 h 55540"/>
                <a:gd name="connsiteX16" fmla="*/ 107351 w 162943"/>
                <a:gd name="connsiteY16" fmla="*/ 37666 h 55540"/>
                <a:gd name="connsiteX17" fmla="*/ 107351 w 162943"/>
                <a:gd name="connsiteY17" fmla="*/ 37666 h 55540"/>
                <a:gd name="connsiteX18" fmla="*/ 138023 w 162943"/>
                <a:gd name="connsiteY18" fmla="*/ 37666 h 55540"/>
                <a:gd name="connsiteX19" fmla="*/ 129716 w 162943"/>
                <a:gd name="connsiteY19" fmla="*/ 29366 h 55540"/>
                <a:gd name="connsiteX20" fmla="*/ 138023 w 162943"/>
                <a:gd name="connsiteY20" fmla="*/ 21067 h 55540"/>
                <a:gd name="connsiteX21" fmla="*/ 146330 w 162943"/>
                <a:gd name="connsiteY21" fmla="*/ 29366 h 55540"/>
                <a:gd name="connsiteX22" fmla="*/ 138023 w 162943"/>
                <a:gd name="connsiteY22" fmla="*/ 37666 h 55540"/>
                <a:gd name="connsiteX23" fmla="*/ 138023 w 162943"/>
                <a:gd name="connsiteY23" fmla="*/ 37666 h 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62943" h="55540">
                  <a:moveTo>
                    <a:pt x="0" y="0"/>
                  </a:moveTo>
                  <a:lnTo>
                    <a:pt x="0" y="55541"/>
                  </a:lnTo>
                  <a:lnTo>
                    <a:pt x="162943" y="55541"/>
                  </a:lnTo>
                  <a:lnTo>
                    <a:pt x="162943" y="0"/>
                  </a:lnTo>
                  <a:lnTo>
                    <a:pt x="0" y="0"/>
                  </a:lnTo>
                  <a:close/>
                  <a:moveTo>
                    <a:pt x="79235" y="35750"/>
                  </a:moveTo>
                  <a:lnTo>
                    <a:pt x="20448" y="35750"/>
                  </a:lnTo>
                  <a:cubicBezTo>
                    <a:pt x="16614" y="35750"/>
                    <a:pt x="14058" y="33197"/>
                    <a:pt x="14058" y="29366"/>
                  </a:cubicBezTo>
                  <a:cubicBezTo>
                    <a:pt x="14058" y="25536"/>
                    <a:pt x="16614" y="22982"/>
                    <a:pt x="20448" y="22982"/>
                  </a:cubicBezTo>
                  <a:lnTo>
                    <a:pt x="79235" y="22982"/>
                  </a:lnTo>
                  <a:cubicBezTo>
                    <a:pt x="83069" y="22982"/>
                    <a:pt x="85625" y="25536"/>
                    <a:pt x="85625" y="29366"/>
                  </a:cubicBezTo>
                  <a:cubicBezTo>
                    <a:pt x="85625" y="33197"/>
                    <a:pt x="83069" y="35750"/>
                    <a:pt x="79235" y="35750"/>
                  </a:cubicBezTo>
                  <a:close/>
                  <a:moveTo>
                    <a:pt x="107351" y="37666"/>
                  </a:moveTo>
                  <a:cubicBezTo>
                    <a:pt x="102878" y="37666"/>
                    <a:pt x="99044" y="33835"/>
                    <a:pt x="99044" y="29366"/>
                  </a:cubicBezTo>
                  <a:cubicBezTo>
                    <a:pt x="99044" y="24898"/>
                    <a:pt x="102878" y="21067"/>
                    <a:pt x="107351" y="21067"/>
                  </a:cubicBezTo>
                  <a:cubicBezTo>
                    <a:pt x="111824" y="21067"/>
                    <a:pt x="115658" y="24898"/>
                    <a:pt x="115658" y="29366"/>
                  </a:cubicBezTo>
                  <a:cubicBezTo>
                    <a:pt x="115658" y="33835"/>
                    <a:pt x="112463" y="37666"/>
                    <a:pt x="107351" y="37666"/>
                  </a:cubicBezTo>
                  <a:cubicBezTo>
                    <a:pt x="107990" y="37666"/>
                    <a:pt x="107351" y="37666"/>
                    <a:pt x="107351" y="37666"/>
                  </a:cubicBezTo>
                  <a:close/>
                  <a:moveTo>
                    <a:pt x="138023" y="37666"/>
                  </a:moveTo>
                  <a:cubicBezTo>
                    <a:pt x="133550" y="37666"/>
                    <a:pt x="129716" y="33835"/>
                    <a:pt x="129716" y="29366"/>
                  </a:cubicBezTo>
                  <a:cubicBezTo>
                    <a:pt x="129716" y="24898"/>
                    <a:pt x="133550" y="21067"/>
                    <a:pt x="138023" y="21067"/>
                  </a:cubicBezTo>
                  <a:cubicBezTo>
                    <a:pt x="142496" y="21067"/>
                    <a:pt x="146330" y="24898"/>
                    <a:pt x="146330" y="29366"/>
                  </a:cubicBezTo>
                  <a:cubicBezTo>
                    <a:pt x="145691" y="33835"/>
                    <a:pt x="142496" y="37666"/>
                    <a:pt x="138023" y="37666"/>
                  </a:cubicBezTo>
                  <a:cubicBezTo>
                    <a:pt x="138023" y="37666"/>
                    <a:pt x="138023" y="37666"/>
                    <a:pt x="138023" y="37666"/>
                  </a:cubicBezTo>
                  <a:close/>
                </a:path>
              </a:pathLst>
            </a:custGeom>
            <a:solidFill>
              <a:srgbClr val="007680"/>
            </a:solidFill>
            <a:ln w="6390" cap="flat">
              <a:noFill/>
              <a:prstDash val="solid"/>
              <a:miter/>
            </a:ln>
          </p:spPr>
          <p:txBody>
            <a:bodyPr rtlCol="0" anchor="ctr"/>
            <a:lstStyle/>
            <a:p>
              <a:endParaRPr lang="en-US"/>
            </a:p>
          </p:txBody>
        </p:sp>
        <p:sp>
          <p:nvSpPr>
            <p:cNvPr id="1243" name="Graphic 1100">
              <a:extLst>
                <a:ext uri="{FF2B5EF4-FFF2-40B4-BE49-F238E27FC236}">
                  <a16:creationId xmlns:a16="http://schemas.microsoft.com/office/drawing/2014/main" id="{5BC3EF09-3A82-B942-BDBF-E99913DE2EE1}"/>
                </a:ext>
              </a:extLst>
            </p:cNvPr>
            <p:cNvSpPr/>
            <p:nvPr/>
          </p:nvSpPr>
          <p:spPr>
            <a:xfrm>
              <a:off x="2998797" y="2859711"/>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274767 w 362309"/>
                <a:gd name="connsiteY6" fmla="*/ 282810 h 361971"/>
                <a:gd name="connsiteX7" fmla="*/ 268377 w 362309"/>
                <a:gd name="connsiteY7" fmla="*/ 289194 h 361971"/>
                <a:gd name="connsiteX8" fmla="*/ 92654 w 362309"/>
                <a:gd name="connsiteY8" fmla="*/ 289194 h 361971"/>
                <a:gd name="connsiteX9" fmla="*/ 86264 w 362309"/>
                <a:gd name="connsiteY9" fmla="*/ 282810 h 361971"/>
                <a:gd name="connsiteX10" fmla="*/ 86264 w 362309"/>
                <a:gd name="connsiteY10" fmla="*/ 78523 h 361971"/>
                <a:gd name="connsiteX11" fmla="*/ 92654 w 362309"/>
                <a:gd name="connsiteY11" fmla="*/ 72139 h 361971"/>
                <a:gd name="connsiteX12" fmla="*/ 92654 w 362309"/>
                <a:gd name="connsiteY12" fmla="*/ 72139 h 361971"/>
                <a:gd name="connsiteX13" fmla="*/ 268377 w 362309"/>
                <a:gd name="connsiteY13" fmla="*/ 72777 h 361971"/>
                <a:gd name="connsiteX14" fmla="*/ 274767 w 362309"/>
                <a:gd name="connsiteY14" fmla="*/ 79161 h 361971"/>
                <a:gd name="connsiteX15" fmla="*/ 274767 w 362309"/>
                <a:gd name="connsiteY15" fmla="*/ 28281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309" h="361971">
                  <a:moveTo>
                    <a:pt x="180835" y="0"/>
                  </a:moveTo>
                  <a:cubicBezTo>
                    <a:pt x="80513" y="0"/>
                    <a:pt x="0" y="81076"/>
                    <a:pt x="0" y="181305"/>
                  </a:cubicBezTo>
                  <a:cubicBezTo>
                    <a:pt x="0" y="281533"/>
                    <a:pt x="81152" y="361972"/>
                    <a:pt x="181474" y="361972"/>
                  </a:cubicBezTo>
                  <a:cubicBezTo>
                    <a:pt x="281157" y="361972"/>
                    <a:pt x="362310" y="280895"/>
                    <a:pt x="362310" y="180667"/>
                  </a:cubicBezTo>
                  <a:cubicBezTo>
                    <a:pt x="362310" y="80438"/>
                    <a:pt x="281157" y="0"/>
                    <a:pt x="180835" y="0"/>
                  </a:cubicBezTo>
                  <a:cubicBezTo>
                    <a:pt x="180835" y="0"/>
                    <a:pt x="180835" y="0"/>
                    <a:pt x="180835" y="0"/>
                  </a:cubicBezTo>
                  <a:close/>
                  <a:moveTo>
                    <a:pt x="274767" y="282810"/>
                  </a:moveTo>
                  <a:cubicBezTo>
                    <a:pt x="274767" y="286641"/>
                    <a:pt x="272211" y="289194"/>
                    <a:pt x="268377" y="289194"/>
                  </a:cubicBezTo>
                  <a:lnTo>
                    <a:pt x="92654" y="289194"/>
                  </a:lnTo>
                  <a:cubicBezTo>
                    <a:pt x="88820" y="289194"/>
                    <a:pt x="86264" y="286641"/>
                    <a:pt x="86264" y="282810"/>
                  </a:cubicBezTo>
                  <a:lnTo>
                    <a:pt x="86264" y="78523"/>
                  </a:lnTo>
                  <a:cubicBezTo>
                    <a:pt x="86264" y="74692"/>
                    <a:pt x="88820" y="72139"/>
                    <a:pt x="92654" y="72139"/>
                  </a:cubicBezTo>
                  <a:lnTo>
                    <a:pt x="92654" y="72139"/>
                  </a:lnTo>
                  <a:lnTo>
                    <a:pt x="268377" y="72777"/>
                  </a:lnTo>
                  <a:cubicBezTo>
                    <a:pt x="272211" y="72777"/>
                    <a:pt x="274767" y="75331"/>
                    <a:pt x="274767" y="79161"/>
                  </a:cubicBezTo>
                  <a:lnTo>
                    <a:pt x="274767" y="282810"/>
                  </a:lnTo>
                  <a:close/>
                </a:path>
              </a:pathLst>
            </a:custGeom>
            <a:solidFill>
              <a:srgbClr val="007680"/>
            </a:solidFill>
            <a:ln w="6390" cap="flat">
              <a:noFill/>
              <a:prstDash val="solid"/>
              <a:miter/>
            </a:ln>
          </p:spPr>
          <p:txBody>
            <a:bodyPr rtlCol="0" anchor="ctr"/>
            <a:lstStyle/>
            <a:p>
              <a:endParaRPr lang="en-US"/>
            </a:p>
          </p:txBody>
        </p:sp>
      </p:grpSp>
      <p:grpSp>
        <p:nvGrpSpPr>
          <p:cNvPr id="1244" name="Graphic 1100">
            <a:extLst>
              <a:ext uri="{FF2B5EF4-FFF2-40B4-BE49-F238E27FC236}">
                <a16:creationId xmlns:a16="http://schemas.microsoft.com/office/drawing/2014/main" id="{E72993FB-A148-6145-973C-8918F44E82FF}"/>
              </a:ext>
            </a:extLst>
          </p:cNvPr>
          <p:cNvGrpSpPr/>
          <p:nvPr/>
        </p:nvGrpSpPr>
        <p:grpSpPr>
          <a:xfrm>
            <a:off x="467743" y="2859711"/>
            <a:ext cx="361670" cy="362610"/>
            <a:chOff x="467743" y="2859711"/>
            <a:chExt cx="361670" cy="362610"/>
          </a:xfrm>
          <a:solidFill>
            <a:srgbClr val="007680"/>
          </a:solidFill>
        </p:grpSpPr>
        <p:sp>
          <p:nvSpPr>
            <p:cNvPr id="1245" name="Graphic 1100">
              <a:extLst>
                <a:ext uri="{FF2B5EF4-FFF2-40B4-BE49-F238E27FC236}">
                  <a16:creationId xmlns:a16="http://schemas.microsoft.com/office/drawing/2014/main" id="{57A07880-7EC6-3148-A1EC-CB13ED24CF81}"/>
                </a:ext>
              </a:extLst>
            </p:cNvPr>
            <p:cNvSpPr/>
            <p:nvPr/>
          </p:nvSpPr>
          <p:spPr>
            <a:xfrm>
              <a:off x="467743" y="2859711"/>
              <a:ext cx="361670" cy="362610"/>
            </a:xfrm>
            <a:custGeom>
              <a:avLst/>
              <a:gdLst>
                <a:gd name="connsiteX0" fmla="*/ 180835 w 361670"/>
                <a:gd name="connsiteY0" fmla="*/ 0 h 362610"/>
                <a:gd name="connsiteX1" fmla="*/ 0 w 361670"/>
                <a:gd name="connsiteY1" fmla="*/ 181305 h 362610"/>
                <a:gd name="connsiteX2" fmla="*/ 180835 w 361670"/>
                <a:gd name="connsiteY2" fmla="*/ 362610 h 362610"/>
                <a:gd name="connsiteX3" fmla="*/ 361670 w 361670"/>
                <a:gd name="connsiteY3" fmla="*/ 181305 h 362610"/>
                <a:gd name="connsiteX4" fmla="*/ 361670 w 361670"/>
                <a:gd name="connsiteY4" fmla="*/ 181305 h 362610"/>
                <a:gd name="connsiteX5" fmla="*/ 180835 w 361670"/>
                <a:gd name="connsiteY5" fmla="*/ 0 h 362610"/>
                <a:gd name="connsiteX6" fmla="*/ 180835 w 361670"/>
                <a:gd name="connsiteY6" fmla="*/ 0 h 362610"/>
                <a:gd name="connsiteX7" fmla="*/ 180835 w 361670"/>
                <a:gd name="connsiteY7" fmla="*/ 349204 h 362610"/>
                <a:gd name="connsiteX8" fmla="*/ 12780 w 361670"/>
                <a:gd name="connsiteY8" fmla="*/ 180667 h 362610"/>
                <a:gd name="connsiteX9" fmla="*/ 180835 w 361670"/>
                <a:gd name="connsiteY9" fmla="*/ 12130 h 362610"/>
                <a:gd name="connsiteX10" fmla="*/ 348891 w 361670"/>
                <a:gd name="connsiteY10" fmla="*/ 180667 h 362610"/>
                <a:gd name="connsiteX11" fmla="*/ 180835 w 361670"/>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2610">
                  <a:moveTo>
                    <a:pt x="180835" y="0"/>
                  </a:moveTo>
                  <a:cubicBezTo>
                    <a:pt x="80513" y="0"/>
                    <a:pt x="0" y="81076"/>
                    <a:pt x="0" y="181305"/>
                  </a:cubicBezTo>
                  <a:cubicBezTo>
                    <a:pt x="0" y="281533"/>
                    <a:pt x="81152" y="362610"/>
                    <a:pt x="180835" y="362610"/>
                  </a:cubicBezTo>
                  <a:cubicBezTo>
                    <a:pt x="280518" y="362610"/>
                    <a:pt x="361670" y="281533"/>
                    <a:pt x="361670" y="181305"/>
                  </a:cubicBezTo>
                  <a:cubicBezTo>
                    <a:pt x="361670" y="181305"/>
                    <a:pt x="361670" y="181305"/>
                    <a:pt x="361670" y="181305"/>
                  </a:cubicBezTo>
                  <a:cubicBezTo>
                    <a:pt x="361670" y="80438"/>
                    <a:pt x="281157" y="0"/>
                    <a:pt x="180835" y="0"/>
                  </a:cubicBezTo>
                  <a:cubicBezTo>
                    <a:pt x="180835" y="0"/>
                    <a:pt x="180835" y="0"/>
                    <a:pt x="180835" y="0"/>
                  </a:cubicBezTo>
                  <a:close/>
                  <a:moveTo>
                    <a:pt x="180835" y="349204"/>
                  </a:moveTo>
                  <a:cubicBezTo>
                    <a:pt x="87542" y="349204"/>
                    <a:pt x="12780" y="273873"/>
                    <a:pt x="12780" y="180667"/>
                  </a:cubicBezTo>
                  <a:cubicBezTo>
                    <a:pt x="12780" y="87460"/>
                    <a:pt x="88181" y="12130"/>
                    <a:pt x="180835" y="12130"/>
                  </a:cubicBezTo>
                  <a:cubicBezTo>
                    <a:pt x="273489" y="12130"/>
                    <a:pt x="348891" y="87460"/>
                    <a:pt x="348891" y="180667"/>
                  </a:cubicBezTo>
                  <a:cubicBezTo>
                    <a:pt x="348891" y="273234"/>
                    <a:pt x="273489" y="348565"/>
                    <a:pt x="180835" y="349204"/>
                  </a:cubicBezTo>
                  <a:close/>
                </a:path>
              </a:pathLst>
            </a:custGeom>
            <a:solidFill>
              <a:srgbClr val="007680"/>
            </a:solidFill>
            <a:ln w="6390" cap="flat">
              <a:noFill/>
              <a:prstDash val="solid"/>
              <a:miter/>
            </a:ln>
          </p:spPr>
          <p:txBody>
            <a:bodyPr rtlCol="0" anchor="ctr"/>
            <a:lstStyle/>
            <a:p>
              <a:endParaRPr lang="en-US"/>
            </a:p>
          </p:txBody>
        </p:sp>
        <p:sp>
          <p:nvSpPr>
            <p:cNvPr id="1246" name="Graphic 1100">
              <a:extLst>
                <a:ext uri="{FF2B5EF4-FFF2-40B4-BE49-F238E27FC236}">
                  <a16:creationId xmlns:a16="http://schemas.microsoft.com/office/drawing/2014/main" id="{BF32A50B-78AF-8847-9C11-38D77BA312AA}"/>
                </a:ext>
              </a:extLst>
            </p:cNvPr>
            <p:cNvSpPr/>
            <p:nvPr/>
          </p:nvSpPr>
          <p:spPr>
            <a:xfrm>
              <a:off x="540588" y="2932489"/>
              <a:ext cx="215979" cy="216416"/>
            </a:xfrm>
            <a:custGeom>
              <a:avLst/>
              <a:gdLst>
                <a:gd name="connsiteX0" fmla="*/ 209590 w 215979"/>
                <a:gd name="connsiteY0" fmla="*/ 58094 h 216416"/>
                <a:gd name="connsiteX1" fmla="*/ 172528 w 215979"/>
                <a:gd name="connsiteY1" fmla="*/ 58094 h 216416"/>
                <a:gd name="connsiteX2" fmla="*/ 172528 w 215979"/>
                <a:gd name="connsiteY2" fmla="*/ 6384 h 216416"/>
                <a:gd name="connsiteX3" fmla="*/ 166138 w 215979"/>
                <a:gd name="connsiteY3" fmla="*/ 0 h 216416"/>
                <a:gd name="connsiteX4" fmla="*/ 49842 w 215979"/>
                <a:gd name="connsiteY4" fmla="*/ 0 h 216416"/>
                <a:gd name="connsiteX5" fmla="*/ 43452 w 215979"/>
                <a:gd name="connsiteY5" fmla="*/ 6384 h 216416"/>
                <a:gd name="connsiteX6" fmla="*/ 43452 w 215979"/>
                <a:gd name="connsiteY6" fmla="*/ 58094 h 216416"/>
                <a:gd name="connsiteX7" fmla="*/ 6390 w 215979"/>
                <a:gd name="connsiteY7" fmla="*/ 58094 h 216416"/>
                <a:gd name="connsiteX8" fmla="*/ 0 w 215979"/>
                <a:gd name="connsiteY8" fmla="*/ 64478 h 216416"/>
                <a:gd name="connsiteX9" fmla="*/ 0 w 215979"/>
                <a:gd name="connsiteY9" fmla="*/ 180667 h 216416"/>
                <a:gd name="connsiteX10" fmla="*/ 6390 w 215979"/>
                <a:gd name="connsiteY10" fmla="*/ 187051 h 216416"/>
                <a:gd name="connsiteX11" fmla="*/ 42813 w 215979"/>
                <a:gd name="connsiteY11" fmla="*/ 187051 h 216416"/>
                <a:gd name="connsiteX12" fmla="*/ 43452 w 215979"/>
                <a:gd name="connsiteY12" fmla="*/ 187051 h 216416"/>
                <a:gd name="connsiteX13" fmla="*/ 43452 w 215979"/>
                <a:gd name="connsiteY13" fmla="*/ 210033 h 216416"/>
                <a:gd name="connsiteX14" fmla="*/ 49842 w 215979"/>
                <a:gd name="connsiteY14" fmla="*/ 216417 h 216416"/>
                <a:gd name="connsiteX15" fmla="*/ 166138 w 215979"/>
                <a:gd name="connsiteY15" fmla="*/ 216417 h 216416"/>
                <a:gd name="connsiteX16" fmla="*/ 172528 w 215979"/>
                <a:gd name="connsiteY16" fmla="*/ 210033 h 216416"/>
                <a:gd name="connsiteX17" fmla="*/ 172528 w 215979"/>
                <a:gd name="connsiteY17" fmla="*/ 187051 h 216416"/>
                <a:gd name="connsiteX18" fmla="*/ 173167 w 215979"/>
                <a:gd name="connsiteY18" fmla="*/ 187051 h 216416"/>
                <a:gd name="connsiteX19" fmla="*/ 209590 w 215979"/>
                <a:gd name="connsiteY19" fmla="*/ 187051 h 216416"/>
                <a:gd name="connsiteX20" fmla="*/ 215980 w 215979"/>
                <a:gd name="connsiteY20" fmla="*/ 180667 h 216416"/>
                <a:gd name="connsiteX21" fmla="*/ 215980 w 215979"/>
                <a:gd name="connsiteY21" fmla="*/ 64478 h 216416"/>
                <a:gd name="connsiteX22" fmla="*/ 209590 w 215979"/>
                <a:gd name="connsiteY22" fmla="*/ 58094 h 216416"/>
                <a:gd name="connsiteX23" fmla="*/ 56231 w 215979"/>
                <a:gd name="connsiteY23" fmla="*/ 12768 h 216416"/>
                <a:gd name="connsiteX24" fmla="*/ 159748 w 215979"/>
                <a:gd name="connsiteY24" fmla="*/ 12768 h 216416"/>
                <a:gd name="connsiteX25" fmla="*/ 159748 w 215979"/>
                <a:gd name="connsiteY25" fmla="*/ 58094 h 216416"/>
                <a:gd name="connsiteX26" fmla="*/ 56231 w 215979"/>
                <a:gd name="connsiteY26" fmla="*/ 58094 h 216416"/>
                <a:gd name="connsiteX27" fmla="*/ 56231 w 215979"/>
                <a:gd name="connsiteY27" fmla="*/ 12768 h 216416"/>
                <a:gd name="connsiteX28" fmla="*/ 159748 w 215979"/>
                <a:gd name="connsiteY28" fmla="*/ 203011 h 216416"/>
                <a:gd name="connsiteX29" fmla="*/ 56231 w 215979"/>
                <a:gd name="connsiteY29" fmla="*/ 203011 h 216416"/>
                <a:gd name="connsiteX30" fmla="*/ 56231 w 215979"/>
                <a:gd name="connsiteY30" fmla="*/ 143001 h 216416"/>
                <a:gd name="connsiteX31" fmla="*/ 159748 w 215979"/>
                <a:gd name="connsiteY31" fmla="*/ 143001 h 216416"/>
                <a:gd name="connsiteX32" fmla="*/ 159748 w 215979"/>
                <a:gd name="connsiteY32" fmla="*/ 203011 h 216416"/>
                <a:gd name="connsiteX33" fmla="*/ 203200 w 215979"/>
                <a:gd name="connsiteY33" fmla="*/ 174283 h 216416"/>
                <a:gd name="connsiteX34" fmla="*/ 173167 w 215979"/>
                <a:gd name="connsiteY34" fmla="*/ 174283 h 216416"/>
                <a:gd name="connsiteX35" fmla="*/ 172528 w 215979"/>
                <a:gd name="connsiteY35" fmla="*/ 174283 h 216416"/>
                <a:gd name="connsiteX36" fmla="*/ 172528 w 215979"/>
                <a:gd name="connsiteY36" fmla="*/ 137256 h 216416"/>
                <a:gd name="connsiteX37" fmla="*/ 166138 w 215979"/>
                <a:gd name="connsiteY37" fmla="*/ 130872 h 216416"/>
                <a:gd name="connsiteX38" fmla="*/ 49842 w 215979"/>
                <a:gd name="connsiteY38" fmla="*/ 130872 h 216416"/>
                <a:gd name="connsiteX39" fmla="*/ 43452 w 215979"/>
                <a:gd name="connsiteY39" fmla="*/ 137256 h 216416"/>
                <a:gd name="connsiteX40" fmla="*/ 43452 w 215979"/>
                <a:gd name="connsiteY40" fmla="*/ 174283 h 216416"/>
                <a:gd name="connsiteX41" fmla="*/ 42813 w 215979"/>
                <a:gd name="connsiteY41" fmla="*/ 174283 h 216416"/>
                <a:gd name="connsiteX42" fmla="*/ 12780 w 215979"/>
                <a:gd name="connsiteY42" fmla="*/ 174283 h 216416"/>
                <a:gd name="connsiteX43" fmla="*/ 12780 w 215979"/>
                <a:gd name="connsiteY43" fmla="*/ 70862 h 216416"/>
                <a:gd name="connsiteX44" fmla="*/ 203200 w 215979"/>
                <a:gd name="connsiteY44" fmla="*/ 70862 h 216416"/>
                <a:gd name="connsiteX45" fmla="*/ 203200 w 215979"/>
                <a:gd name="connsiteY45" fmla="*/ 174283 h 21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5979" h="216416">
                  <a:moveTo>
                    <a:pt x="209590" y="58094"/>
                  </a:moveTo>
                  <a:lnTo>
                    <a:pt x="172528" y="58094"/>
                  </a:lnTo>
                  <a:lnTo>
                    <a:pt x="172528" y="6384"/>
                  </a:lnTo>
                  <a:cubicBezTo>
                    <a:pt x="172528" y="2554"/>
                    <a:pt x="169972" y="0"/>
                    <a:pt x="166138" y="0"/>
                  </a:cubicBezTo>
                  <a:lnTo>
                    <a:pt x="49842" y="0"/>
                  </a:lnTo>
                  <a:cubicBezTo>
                    <a:pt x="46008" y="0"/>
                    <a:pt x="43452" y="2554"/>
                    <a:pt x="43452" y="6384"/>
                  </a:cubicBezTo>
                  <a:lnTo>
                    <a:pt x="43452" y="58094"/>
                  </a:lnTo>
                  <a:lnTo>
                    <a:pt x="6390" y="58094"/>
                  </a:lnTo>
                  <a:cubicBezTo>
                    <a:pt x="2556" y="58094"/>
                    <a:pt x="0" y="60648"/>
                    <a:pt x="0" y="64478"/>
                  </a:cubicBezTo>
                  <a:lnTo>
                    <a:pt x="0" y="180667"/>
                  </a:lnTo>
                  <a:cubicBezTo>
                    <a:pt x="0" y="184497"/>
                    <a:pt x="2556" y="187051"/>
                    <a:pt x="6390" y="187051"/>
                  </a:cubicBezTo>
                  <a:lnTo>
                    <a:pt x="42813" y="187051"/>
                  </a:lnTo>
                  <a:cubicBezTo>
                    <a:pt x="42813" y="187051"/>
                    <a:pt x="43452" y="187051"/>
                    <a:pt x="43452" y="187051"/>
                  </a:cubicBezTo>
                  <a:lnTo>
                    <a:pt x="43452" y="210033"/>
                  </a:lnTo>
                  <a:cubicBezTo>
                    <a:pt x="43452" y="213863"/>
                    <a:pt x="46008" y="216417"/>
                    <a:pt x="49842" y="216417"/>
                  </a:cubicBezTo>
                  <a:lnTo>
                    <a:pt x="166138" y="216417"/>
                  </a:lnTo>
                  <a:cubicBezTo>
                    <a:pt x="169972" y="216417"/>
                    <a:pt x="172528" y="213863"/>
                    <a:pt x="172528" y="210033"/>
                  </a:cubicBezTo>
                  <a:lnTo>
                    <a:pt x="172528" y="187051"/>
                  </a:lnTo>
                  <a:cubicBezTo>
                    <a:pt x="172528" y="187051"/>
                    <a:pt x="173167" y="187051"/>
                    <a:pt x="173167" y="187051"/>
                  </a:cubicBezTo>
                  <a:lnTo>
                    <a:pt x="209590" y="187051"/>
                  </a:lnTo>
                  <a:cubicBezTo>
                    <a:pt x="213424" y="187051"/>
                    <a:pt x="215980" y="184497"/>
                    <a:pt x="215980" y="180667"/>
                  </a:cubicBezTo>
                  <a:lnTo>
                    <a:pt x="215980" y="64478"/>
                  </a:lnTo>
                  <a:cubicBezTo>
                    <a:pt x="215980" y="60648"/>
                    <a:pt x="212785" y="58094"/>
                    <a:pt x="209590" y="58094"/>
                  </a:cubicBezTo>
                  <a:close/>
                  <a:moveTo>
                    <a:pt x="56231" y="12768"/>
                  </a:moveTo>
                  <a:lnTo>
                    <a:pt x="159748" y="12768"/>
                  </a:lnTo>
                  <a:lnTo>
                    <a:pt x="159748" y="58094"/>
                  </a:lnTo>
                  <a:lnTo>
                    <a:pt x="56231" y="58094"/>
                  </a:lnTo>
                  <a:lnTo>
                    <a:pt x="56231" y="12768"/>
                  </a:lnTo>
                  <a:close/>
                  <a:moveTo>
                    <a:pt x="159748" y="203011"/>
                  </a:moveTo>
                  <a:lnTo>
                    <a:pt x="56231" y="203011"/>
                  </a:lnTo>
                  <a:lnTo>
                    <a:pt x="56231" y="143001"/>
                  </a:lnTo>
                  <a:lnTo>
                    <a:pt x="159748" y="143001"/>
                  </a:lnTo>
                  <a:lnTo>
                    <a:pt x="159748" y="203011"/>
                  </a:lnTo>
                  <a:close/>
                  <a:moveTo>
                    <a:pt x="203200" y="174283"/>
                  </a:moveTo>
                  <a:lnTo>
                    <a:pt x="173167" y="174283"/>
                  </a:lnTo>
                  <a:cubicBezTo>
                    <a:pt x="173167" y="174283"/>
                    <a:pt x="172528" y="174283"/>
                    <a:pt x="172528" y="174283"/>
                  </a:cubicBezTo>
                  <a:lnTo>
                    <a:pt x="172528" y="137256"/>
                  </a:lnTo>
                  <a:cubicBezTo>
                    <a:pt x="172528" y="133425"/>
                    <a:pt x="169972" y="130872"/>
                    <a:pt x="166138" y="130872"/>
                  </a:cubicBezTo>
                  <a:lnTo>
                    <a:pt x="49842" y="130872"/>
                  </a:lnTo>
                  <a:cubicBezTo>
                    <a:pt x="46008" y="130872"/>
                    <a:pt x="43452" y="133425"/>
                    <a:pt x="43452" y="137256"/>
                  </a:cubicBezTo>
                  <a:lnTo>
                    <a:pt x="43452" y="174283"/>
                  </a:lnTo>
                  <a:cubicBezTo>
                    <a:pt x="43452" y="174283"/>
                    <a:pt x="42813" y="174283"/>
                    <a:pt x="42813" y="174283"/>
                  </a:cubicBezTo>
                  <a:lnTo>
                    <a:pt x="12780" y="174283"/>
                  </a:lnTo>
                  <a:lnTo>
                    <a:pt x="12780" y="70862"/>
                  </a:lnTo>
                  <a:lnTo>
                    <a:pt x="203200" y="70862"/>
                  </a:lnTo>
                  <a:lnTo>
                    <a:pt x="203200" y="174283"/>
                  </a:lnTo>
                  <a:close/>
                </a:path>
              </a:pathLst>
            </a:custGeom>
            <a:solidFill>
              <a:srgbClr val="007680"/>
            </a:solidFill>
            <a:ln w="6390" cap="flat">
              <a:noFill/>
              <a:prstDash val="solid"/>
              <a:miter/>
            </a:ln>
          </p:spPr>
          <p:txBody>
            <a:bodyPr rtlCol="0" anchor="ctr"/>
            <a:lstStyle/>
            <a:p>
              <a:endParaRPr lang="en-US"/>
            </a:p>
          </p:txBody>
        </p:sp>
        <p:sp>
          <p:nvSpPr>
            <p:cNvPr id="1247" name="Graphic 1100">
              <a:extLst>
                <a:ext uri="{FF2B5EF4-FFF2-40B4-BE49-F238E27FC236}">
                  <a16:creationId xmlns:a16="http://schemas.microsoft.com/office/drawing/2014/main" id="{BA96BD7D-5895-714E-8E39-6AD7617C0319}"/>
                </a:ext>
              </a:extLst>
            </p:cNvPr>
            <p:cNvSpPr/>
            <p:nvPr/>
          </p:nvSpPr>
          <p:spPr>
            <a:xfrm>
              <a:off x="700337" y="3019311"/>
              <a:ext cx="27476" cy="12767"/>
            </a:xfrm>
            <a:custGeom>
              <a:avLst/>
              <a:gdLst>
                <a:gd name="connsiteX0" fmla="*/ 0 w 27476"/>
                <a:gd name="connsiteY0" fmla="*/ 6384 h 12767"/>
                <a:gd name="connsiteX1" fmla="*/ 6390 w 27476"/>
                <a:gd name="connsiteY1" fmla="*/ 12768 h 12767"/>
                <a:gd name="connsiteX2" fmla="*/ 21087 w 27476"/>
                <a:gd name="connsiteY2" fmla="*/ 12768 h 12767"/>
                <a:gd name="connsiteX3" fmla="*/ 27477 w 27476"/>
                <a:gd name="connsiteY3" fmla="*/ 6384 h 12767"/>
                <a:gd name="connsiteX4" fmla="*/ 21087 w 27476"/>
                <a:gd name="connsiteY4" fmla="*/ 0 h 12767"/>
                <a:gd name="connsiteX5" fmla="*/ 6390 w 27476"/>
                <a:gd name="connsiteY5" fmla="*/ 0 h 12767"/>
                <a:gd name="connsiteX6" fmla="*/ 0 w 27476"/>
                <a:gd name="connsiteY6" fmla="*/ 638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76" h="12767">
                  <a:moveTo>
                    <a:pt x="0" y="6384"/>
                  </a:moveTo>
                  <a:cubicBezTo>
                    <a:pt x="0" y="10214"/>
                    <a:pt x="2556" y="12768"/>
                    <a:pt x="6390" y="12768"/>
                  </a:cubicBezTo>
                  <a:lnTo>
                    <a:pt x="21087" y="12768"/>
                  </a:lnTo>
                  <a:cubicBezTo>
                    <a:pt x="24921" y="12768"/>
                    <a:pt x="27477" y="10214"/>
                    <a:pt x="27477" y="6384"/>
                  </a:cubicBezTo>
                  <a:cubicBezTo>
                    <a:pt x="27477" y="2554"/>
                    <a:pt x="24921" y="0"/>
                    <a:pt x="21087" y="0"/>
                  </a:cubicBezTo>
                  <a:lnTo>
                    <a:pt x="6390" y="0"/>
                  </a:lnTo>
                  <a:cubicBezTo>
                    <a:pt x="2556" y="0"/>
                    <a:pt x="0" y="3192"/>
                    <a:pt x="0" y="6384"/>
                  </a:cubicBezTo>
                  <a:close/>
                </a:path>
              </a:pathLst>
            </a:custGeom>
            <a:solidFill>
              <a:srgbClr val="007680"/>
            </a:solidFill>
            <a:ln w="6390" cap="flat">
              <a:noFill/>
              <a:prstDash val="solid"/>
              <a:miter/>
            </a:ln>
          </p:spPr>
          <p:txBody>
            <a:bodyPr rtlCol="0" anchor="ctr"/>
            <a:lstStyle/>
            <a:p>
              <a:endParaRPr lang="en-US"/>
            </a:p>
          </p:txBody>
        </p:sp>
      </p:grpSp>
      <p:grpSp>
        <p:nvGrpSpPr>
          <p:cNvPr id="1248" name="Graphic 1100">
            <a:extLst>
              <a:ext uri="{FF2B5EF4-FFF2-40B4-BE49-F238E27FC236}">
                <a16:creationId xmlns:a16="http://schemas.microsoft.com/office/drawing/2014/main" id="{00E7EF78-F659-AF49-A249-52072CC5ED5A}"/>
              </a:ext>
            </a:extLst>
          </p:cNvPr>
          <p:cNvGrpSpPr/>
          <p:nvPr/>
        </p:nvGrpSpPr>
        <p:grpSpPr>
          <a:xfrm>
            <a:off x="905454" y="2859711"/>
            <a:ext cx="362309" cy="361971"/>
            <a:chOff x="905454" y="2859711"/>
            <a:chExt cx="362309" cy="361971"/>
          </a:xfrm>
          <a:solidFill>
            <a:srgbClr val="007680"/>
          </a:solidFill>
        </p:grpSpPr>
        <p:sp>
          <p:nvSpPr>
            <p:cNvPr id="1249" name="Graphic 1100">
              <a:extLst>
                <a:ext uri="{FF2B5EF4-FFF2-40B4-BE49-F238E27FC236}">
                  <a16:creationId xmlns:a16="http://schemas.microsoft.com/office/drawing/2014/main" id="{FB3D4FA1-3CC5-F34D-B591-F4841677B5E6}"/>
                </a:ext>
              </a:extLst>
            </p:cNvPr>
            <p:cNvSpPr/>
            <p:nvPr/>
          </p:nvSpPr>
          <p:spPr>
            <a:xfrm>
              <a:off x="1035169" y="3075490"/>
              <a:ext cx="103516" cy="60009"/>
            </a:xfrm>
            <a:custGeom>
              <a:avLst/>
              <a:gdLst>
                <a:gd name="connsiteX0" fmla="*/ 0 w 103516"/>
                <a:gd name="connsiteY0" fmla="*/ 0 h 60009"/>
                <a:gd name="connsiteX1" fmla="*/ 103517 w 103516"/>
                <a:gd name="connsiteY1" fmla="*/ 0 h 60009"/>
                <a:gd name="connsiteX2" fmla="*/ 103517 w 103516"/>
                <a:gd name="connsiteY2" fmla="*/ 60009 h 60009"/>
                <a:gd name="connsiteX3" fmla="*/ 0 w 103516"/>
                <a:gd name="connsiteY3" fmla="*/ 60009 h 60009"/>
              </a:gdLst>
              <a:ahLst/>
              <a:cxnLst>
                <a:cxn ang="0">
                  <a:pos x="connsiteX0" y="connsiteY0"/>
                </a:cxn>
                <a:cxn ang="0">
                  <a:pos x="connsiteX1" y="connsiteY1"/>
                </a:cxn>
                <a:cxn ang="0">
                  <a:pos x="connsiteX2" y="connsiteY2"/>
                </a:cxn>
                <a:cxn ang="0">
                  <a:pos x="connsiteX3" y="connsiteY3"/>
                </a:cxn>
              </a:cxnLst>
              <a:rect l="l" t="t" r="r" b="b"/>
              <a:pathLst>
                <a:path w="103516" h="60009">
                  <a:moveTo>
                    <a:pt x="0" y="0"/>
                  </a:moveTo>
                  <a:lnTo>
                    <a:pt x="103517" y="0"/>
                  </a:lnTo>
                  <a:lnTo>
                    <a:pt x="103517" y="60009"/>
                  </a:lnTo>
                  <a:lnTo>
                    <a:pt x="0" y="60009"/>
                  </a:lnTo>
                  <a:close/>
                </a:path>
              </a:pathLst>
            </a:custGeom>
            <a:solidFill>
              <a:srgbClr val="007680"/>
            </a:solidFill>
            <a:ln w="6390" cap="flat">
              <a:noFill/>
              <a:prstDash val="solid"/>
              <a:miter/>
            </a:ln>
          </p:spPr>
          <p:txBody>
            <a:bodyPr rtlCol="0" anchor="ctr"/>
            <a:lstStyle/>
            <a:p>
              <a:endParaRPr lang="en-US"/>
            </a:p>
          </p:txBody>
        </p:sp>
        <p:sp>
          <p:nvSpPr>
            <p:cNvPr id="1250" name="Graphic 1100">
              <a:extLst>
                <a:ext uri="{FF2B5EF4-FFF2-40B4-BE49-F238E27FC236}">
                  <a16:creationId xmlns:a16="http://schemas.microsoft.com/office/drawing/2014/main" id="{DF817BB7-08B7-8649-89EC-96B44BBB274A}"/>
                </a:ext>
              </a:extLst>
            </p:cNvPr>
            <p:cNvSpPr/>
            <p:nvPr/>
          </p:nvSpPr>
          <p:spPr>
            <a:xfrm>
              <a:off x="1035169" y="2945257"/>
              <a:ext cx="103516" cy="45326"/>
            </a:xfrm>
            <a:custGeom>
              <a:avLst/>
              <a:gdLst>
                <a:gd name="connsiteX0" fmla="*/ 0 w 103516"/>
                <a:gd name="connsiteY0" fmla="*/ 0 h 45326"/>
                <a:gd name="connsiteX1" fmla="*/ 103517 w 103516"/>
                <a:gd name="connsiteY1" fmla="*/ 0 h 45326"/>
                <a:gd name="connsiteX2" fmla="*/ 103517 w 103516"/>
                <a:gd name="connsiteY2" fmla="*/ 45326 h 45326"/>
                <a:gd name="connsiteX3" fmla="*/ 0 w 103516"/>
                <a:gd name="connsiteY3" fmla="*/ 45326 h 45326"/>
              </a:gdLst>
              <a:ahLst/>
              <a:cxnLst>
                <a:cxn ang="0">
                  <a:pos x="connsiteX0" y="connsiteY0"/>
                </a:cxn>
                <a:cxn ang="0">
                  <a:pos x="connsiteX1" y="connsiteY1"/>
                </a:cxn>
                <a:cxn ang="0">
                  <a:pos x="connsiteX2" y="connsiteY2"/>
                </a:cxn>
                <a:cxn ang="0">
                  <a:pos x="connsiteX3" y="connsiteY3"/>
                </a:cxn>
              </a:cxnLst>
              <a:rect l="l" t="t" r="r" b="b"/>
              <a:pathLst>
                <a:path w="103516" h="45326">
                  <a:moveTo>
                    <a:pt x="0" y="0"/>
                  </a:moveTo>
                  <a:lnTo>
                    <a:pt x="103517" y="0"/>
                  </a:lnTo>
                  <a:lnTo>
                    <a:pt x="103517" y="45326"/>
                  </a:lnTo>
                  <a:lnTo>
                    <a:pt x="0" y="45326"/>
                  </a:lnTo>
                  <a:close/>
                </a:path>
              </a:pathLst>
            </a:custGeom>
            <a:solidFill>
              <a:srgbClr val="007680"/>
            </a:solidFill>
            <a:ln w="6390" cap="flat">
              <a:noFill/>
              <a:prstDash val="solid"/>
              <a:miter/>
            </a:ln>
          </p:spPr>
          <p:txBody>
            <a:bodyPr rtlCol="0" anchor="ctr"/>
            <a:lstStyle/>
            <a:p>
              <a:endParaRPr lang="en-US"/>
            </a:p>
          </p:txBody>
        </p:sp>
        <p:sp>
          <p:nvSpPr>
            <p:cNvPr id="1251" name="Graphic 1100">
              <a:extLst>
                <a:ext uri="{FF2B5EF4-FFF2-40B4-BE49-F238E27FC236}">
                  <a16:creationId xmlns:a16="http://schemas.microsoft.com/office/drawing/2014/main" id="{B50258BF-DA53-A445-9005-2F38F5017716}"/>
                </a:ext>
              </a:extLst>
            </p:cNvPr>
            <p:cNvSpPr/>
            <p:nvPr/>
          </p:nvSpPr>
          <p:spPr>
            <a:xfrm>
              <a:off x="991718" y="3003351"/>
              <a:ext cx="190420" cy="103420"/>
            </a:xfrm>
            <a:custGeom>
              <a:avLst/>
              <a:gdLst>
                <a:gd name="connsiteX0" fmla="*/ 37062 w 190420"/>
                <a:gd name="connsiteY0" fmla="*/ 0 h 103420"/>
                <a:gd name="connsiteX1" fmla="*/ 0 w 190420"/>
                <a:gd name="connsiteY1" fmla="*/ 0 h 103420"/>
                <a:gd name="connsiteX2" fmla="*/ 0 w 190420"/>
                <a:gd name="connsiteY2" fmla="*/ 103420 h 103420"/>
                <a:gd name="connsiteX3" fmla="*/ 30033 w 190420"/>
                <a:gd name="connsiteY3" fmla="*/ 103420 h 103420"/>
                <a:gd name="connsiteX4" fmla="*/ 30672 w 190420"/>
                <a:gd name="connsiteY4" fmla="*/ 103420 h 103420"/>
                <a:gd name="connsiteX5" fmla="*/ 30672 w 190420"/>
                <a:gd name="connsiteY5" fmla="*/ 66393 h 103420"/>
                <a:gd name="connsiteX6" fmla="*/ 37062 w 190420"/>
                <a:gd name="connsiteY6" fmla="*/ 60009 h 103420"/>
                <a:gd name="connsiteX7" fmla="*/ 153358 w 190420"/>
                <a:gd name="connsiteY7" fmla="*/ 60009 h 103420"/>
                <a:gd name="connsiteX8" fmla="*/ 159748 w 190420"/>
                <a:gd name="connsiteY8" fmla="*/ 66393 h 103420"/>
                <a:gd name="connsiteX9" fmla="*/ 159748 w 190420"/>
                <a:gd name="connsiteY9" fmla="*/ 103420 h 103420"/>
                <a:gd name="connsiteX10" fmla="*/ 160387 w 190420"/>
                <a:gd name="connsiteY10" fmla="*/ 103420 h 103420"/>
                <a:gd name="connsiteX11" fmla="*/ 190420 w 190420"/>
                <a:gd name="connsiteY11" fmla="*/ 103420 h 103420"/>
                <a:gd name="connsiteX12" fmla="*/ 190420 w 190420"/>
                <a:gd name="connsiteY12" fmla="*/ 0 h 103420"/>
                <a:gd name="connsiteX13" fmla="*/ 37062 w 190420"/>
                <a:gd name="connsiteY13" fmla="*/ 0 h 103420"/>
                <a:gd name="connsiteX14" fmla="*/ 173806 w 190420"/>
                <a:gd name="connsiteY14" fmla="*/ 22344 h 103420"/>
                <a:gd name="connsiteX15" fmla="*/ 167416 w 190420"/>
                <a:gd name="connsiteY15" fmla="*/ 28728 h 103420"/>
                <a:gd name="connsiteX16" fmla="*/ 152720 w 190420"/>
                <a:gd name="connsiteY16" fmla="*/ 28728 h 103420"/>
                <a:gd name="connsiteX17" fmla="*/ 146330 w 190420"/>
                <a:gd name="connsiteY17" fmla="*/ 22344 h 103420"/>
                <a:gd name="connsiteX18" fmla="*/ 152720 w 190420"/>
                <a:gd name="connsiteY18" fmla="*/ 15960 h 103420"/>
                <a:gd name="connsiteX19" fmla="*/ 167416 w 190420"/>
                <a:gd name="connsiteY19" fmla="*/ 15960 h 103420"/>
                <a:gd name="connsiteX20" fmla="*/ 173806 w 190420"/>
                <a:gd name="connsiteY20" fmla="*/ 22344 h 103420"/>
                <a:gd name="connsiteX21" fmla="*/ 173806 w 190420"/>
                <a:gd name="connsiteY21" fmla="*/ 22344 h 103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0420" h="103420">
                  <a:moveTo>
                    <a:pt x="37062" y="0"/>
                  </a:moveTo>
                  <a:lnTo>
                    <a:pt x="0" y="0"/>
                  </a:lnTo>
                  <a:lnTo>
                    <a:pt x="0" y="103420"/>
                  </a:lnTo>
                  <a:lnTo>
                    <a:pt x="30033" y="103420"/>
                  </a:lnTo>
                  <a:cubicBezTo>
                    <a:pt x="30033" y="103420"/>
                    <a:pt x="30672" y="103420"/>
                    <a:pt x="30672" y="103420"/>
                  </a:cubicBezTo>
                  <a:lnTo>
                    <a:pt x="30672" y="66393"/>
                  </a:lnTo>
                  <a:cubicBezTo>
                    <a:pt x="30672" y="62563"/>
                    <a:pt x="33228" y="60009"/>
                    <a:pt x="37062" y="60009"/>
                  </a:cubicBezTo>
                  <a:lnTo>
                    <a:pt x="153358" y="60009"/>
                  </a:lnTo>
                  <a:cubicBezTo>
                    <a:pt x="157192" y="60009"/>
                    <a:pt x="159748" y="62563"/>
                    <a:pt x="159748" y="66393"/>
                  </a:cubicBezTo>
                  <a:lnTo>
                    <a:pt x="159748" y="103420"/>
                  </a:lnTo>
                  <a:cubicBezTo>
                    <a:pt x="159748" y="103420"/>
                    <a:pt x="160387" y="103420"/>
                    <a:pt x="160387" y="103420"/>
                  </a:cubicBezTo>
                  <a:lnTo>
                    <a:pt x="190420" y="103420"/>
                  </a:lnTo>
                  <a:lnTo>
                    <a:pt x="190420" y="0"/>
                  </a:lnTo>
                  <a:lnTo>
                    <a:pt x="37062" y="0"/>
                  </a:lnTo>
                  <a:close/>
                  <a:moveTo>
                    <a:pt x="173806" y="22344"/>
                  </a:moveTo>
                  <a:cubicBezTo>
                    <a:pt x="173806" y="26174"/>
                    <a:pt x="171250" y="28728"/>
                    <a:pt x="167416" y="28728"/>
                  </a:cubicBezTo>
                  <a:lnTo>
                    <a:pt x="152720" y="28728"/>
                  </a:lnTo>
                  <a:cubicBezTo>
                    <a:pt x="148886" y="28728"/>
                    <a:pt x="146330" y="26174"/>
                    <a:pt x="146330" y="22344"/>
                  </a:cubicBezTo>
                  <a:cubicBezTo>
                    <a:pt x="146330" y="18514"/>
                    <a:pt x="148886" y="15960"/>
                    <a:pt x="152720" y="15960"/>
                  </a:cubicBezTo>
                  <a:lnTo>
                    <a:pt x="167416" y="15960"/>
                  </a:lnTo>
                  <a:cubicBezTo>
                    <a:pt x="171250" y="16598"/>
                    <a:pt x="173806" y="19152"/>
                    <a:pt x="173806" y="22344"/>
                  </a:cubicBezTo>
                  <a:lnTo>
                    <a:pt x="173806" y="22344"/>
                  </a:lnTo>
                  <a:close/>
                </a:path>
              </a:pathLst>
            </a:custGeom>
            <a:solidFill>
              <a:srgbClr val="007680"/>
            </a:solidFill>
            <a:ln w="6390" cap="flat">
              <a:noFill/>
              <a:prstDash val="solid"/>
              <a:miter/>
            </a:ln>
          </p:spPr>
          <p:txBody>
            <a:bodyPr rtlCol="0" anchor="ctr"/>
            <a:lstStyle/>
            <a:p>
              <a:endParaRPr lang="en-US"/>
            </a:p>
          </p:txBody>
        </p:sp>
        <p:sp>
          <p:nvSpPr>
            <p:cNvPr id="1252" name="Graphic 1100">
              <a:extLst>
                <a:ext uri="{FF2B5EF4-FFF2-40B4-BE49-F238E27FC236}">
                  <a16:creationId xmlns:a16="http://schemas.microsoft.com/office/drawing/2014/main" id="{83244C34-8AFA-2649-BB35-E59FB31431BB}"/>
                </a:ext>
              </a:extLst>
            </p:cNvPr>
            <p:cNvSpPr/>
            <p:nvPr/>
          </p:nvSpPr>
          <p:spPr>
            <a:xfrm>
              <a:off x="905454" y="2859711"/>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288825 w 362309"/>
                <a:gd name="connsiteY6" fmla="*/ 253444 h 361971"/>
                <a:gd name="connsiteX7" fmla="*/ 282435 w 362309"/>
                <a:gd name="connsiteY7" fmla="*/ 259828 h 361971"/>
                <a:gd name="connsiteX8" fmla="*/ 246013 w 362309"/>
                <a:gd name="connsiteY8" fmla="*/ 259828 h 361971"/>
                <a:gd name="connsiteX9" fmla="*/ 245374 w 362309"/>
                <a:gd name="connsiteY9" fmla="*/ 259828 h 361971"/>
                <a:gd name="connsiteX10" fmla="*/ 245374 w 362309"/>
                <a:gd name="connsiteY10" fmla="*/ 282810 h 361971"/>
                <a:gd name="connsiteX11" fmla="*/ 238984 w 362309"/>
                <a:gd name="connsiteY11" fmla="*/ 289194 h 361971"/>
                <a:gd name="connsiteX12" fmla="*/ 123326 w 362309"/>
                <a:gd name="connsiteY12" fmla="*/ 289194 h 361971"/>
                <a:gd name="connsiteX13" fmla="*/ 116936 w 362309"/>
                <a:gd name="connsiteY13" fmla="*/ 282810 h 361971"/>
                <a:gd name="connsiteX14" fmla="*/ 116936 w 362309"/>
                <a:gd name="connsiteY14" fmla="*/ 259828 h 361971"/>
                <a:gd name="connsiteX15" fmla="*/ 116297 w 362309"/>
                <a:gd name="connsiteY15" fmla="*/ 259828 h 361971"/>
                <a:gd name="connsiteX16" fmla="*/ 79874 w 362309"/>
                <a:gd name="connsiteY16" fmla="*/ 259828 h 361971"/>
                <a:gd name="connsiteX17" fmla="*/ 73484 w 362309"/>
                <a:gd name="connsiteY17" fmla="*/ 253444 h 361971"/>
                <a:gd name="connsiteX18" fmla="*/ 73484 w 362309"/>
                <a:gd name="connsiteY18" fmla="*/ 137256 h 361971"/>
                <a:gd name="connsiteX19" fmla="*/ 79874 w 362309"/>
                <a:gd name="connsiteY19" fmla="*/ 130872 h 361971"/>
                <a:gd name="connsiteX20" fmla="*/ 116936 w 362309"/>
                <a:gd name="connsiteY20" fmla="*/ 130872 h 361971"/>
                <a:gd name="connsiteX21" fmla="*/ 116936 w 362309"/>
                <a:gd name="connsiteY21" fmla="*/ 79161 h 361971"/>
                <a:gd name="connsiteX22" fmla="*/ 123326 w 362309"/>
                <a:gd name="connsiteY22" fmla="*/ 72777 h 361971"/>
                <a:gd name="connsiteX23" fmla="*/ 239623 w 362309"/>
                <a:gd name="connsiteY23" fmla="*/ 72777 h 361971"/>
                <a:gd name="connsiteX24" fmla="*/ 246013 w 362309"/>
                <a:gd name="connsiteY24" fmla="*/ 79161 h 361971"/>
                <a:gd name="connsiteX25" fmla="*/ 246013 w 362309"/>
                <a:gd name="connsiteY25" fmla="*/ 130872 h 361971"/>
                <a:gd name="connsiteX26" fmla="*/ 283074 w 362309"/>
                <a:gd name="connsiteY26" fmla="*/ 130872 h 361971"/>
                <a:gd name="connsiteX27" fmla="*/ 289464 w 362309"/>
                <a:gd name="connsiteY27" fmla="*/ 137256 h 361971"/>
                <a:gd name="connsiteX28" fmla="*/ 288825 w 362309"/>
                <a:gd name="connsiteY28" fmla="*/ 25344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2309" h="361971">
                  <a:moveTo>
                    <a:pt x="180835" y="0"/>
                  </a:moveTo>
                  <a:cubicBezTo>
                    <a:pt x="80513" y="0"/>
                    <a:pt x="0" y="81076"/>
                    <a:pt x="0" y="181305"/>
                  </a:cubicBezTo>
                  <a:cubicBezTo>
                    <a:pt x="0" y="281533"/>
                    <a:pt x="81152" y="361972"/>
                    <a:pt x="181474" y="361972"/>
                  </a:cubicBezTo>
                  <a:cubicBezTo>
                    <a:pt x="281157" y="361972"/>
                    <a:pt x="362309" y="280895"/>
                    <a:pt x="362309" y="180667"/>
                  </a:cubicBezTo>
                  <a:cubicBezTo>
                    <a:pt x="362309" y="80438"/>
                    <a:pt x="281157" y="0"/>
                    <a:pt x="180835" y="0"/>
                  </a:cubicBezTo>
                  <a:cubicBezTo>
                    <a:pt x="180835" y="0"/>
                    <a:pt x="180835" y="0"/>
                    <a:pt x="180835" y="0"/>
                  </a:cubicBezTo>
                  <a:close/>
                  <a:moveTo>
                    <a:pt x="288825" y="253444"/>
                  </a:moveTo>
                  <a:cubicBezTo>
                    <a:pt x="288825" y="257274"/>
                    <a:pt x="286269" y="259828"/>
                    <a:pt x="282435" y="259828"/>
                  </a:cubicBezTo>
                  <a:lnTo>
                    <a:pt x="246013" y="259828"/>
                  </a:lnTo>
                  <a:cubicBezTo>
                    <a:pt x="246013" y="259828"/>
                    <a:pt x="245374" y="259828"/>
                    <a:pt x="245374" y="259828"/>
                  </a:cubicBezTo>
                  <a:lnTo>
                    <a:pt x="245374" y="282810"/>
                  </a:lnTo>
                  <a:cubicBezTo>
                    <a:pt x="245374" y="286641"/>
                    <a:pt x="242818" y="289194"/>
                    <a:pt x="238984" y="289194"/>
                  </a:cubicBezTo>
                  <a:lnTo>
                    <a:pt x="123326" y="289194"/>
                  </a:lnTo>
                  <a:cubicBezTo>
                    <a:pt x="119492" y="289194"/>
                    <a:pt x="116936" y="286641"/>
                    <a:pt x="116936" y="282810"/>
                  </a:cubicBezTo>
                  <a:lnTo>
                    <a:pt x="116936" y="259828"/>
                  </a:lnTo>
                  <a:cubicBezTo>
                    <a:pt x="116936" y="259828"/>
                    <a:pt x="116297" y="259828"/>
                    <a:pt x="116297" y="259828"/>
                  </a:cubicBezTo>
                  <a:lnTo>
                    <a:pt x="79874" y="259828"/>
                  </a:lnTo>
                  <a:cubicBezTo>
                    <a:pt x="76040" y="259828"/>
                    <a:pt x="73484" y="257274"/>
                    <a:pt x="73484" y="253444"/>
                  </a:cubicBezTo>
                  <a:lnTo>
                    <a:pt x="73484" y="137256"/>
                  </a:lnTo>
                  <a:cubicBezTo>
                    <a:pt x="73484" y="133425"/>
                    <a:pt x="76040" y="130872"/>
                    <a:pt x="79874" y="130872"/>
                  </a:cubicBezTo>
                  <a:lnTo>
                    <a:pt x="116936" y="130872"/>
                  </a:lnTo>
                  <a:lnTo>
                    <a:pt x="116936" y="79161"/>
                  </a:lnTo>
                  <a:cubicBezTo>
                    <a:pt x="116936" y="75331"/>
                    <a:pt x="119492" y="72777"/>
                    <a:pt x="123326" y="72777"/>
                  </a:cubicBezTo>
                  <a:lnTo>
                    <a:pt x="239623" y="72777"/>
                  </a:lnTo>
                  <a:cubicBezTo>
                    <a:pt x="243457" y="72777"/>
                    <a:pt x="246013" y="75331"/>
                    <a:pt x="246013" y="79161"/>
                  </a:cubicBezTo>
                  <a:lnTo>
                    <a:pt x="246013" y="130872"/>
                  </a:lnTo>
                  <a:lnTo>
                    <a:pt x="283074" y="130872"/>
                  </a:lnTo>
                  <a:cubicBezTo>
                    <a:pt x="286908" y="130872"/>
                    <a:pt x="289464" y="133425"/>
                    <a:pt x="289464" y="137256"/>
                  </a:cubicBezTo>
                  <a:lnTo>
                    <a:pt x="288825" y="253444"/>
                  </a:lnTo>
                  <a:close/>
                </a:path>
              </a:pathLst>
            </a:custGeom>
            <a:solidFill>
              <a:srgbClr val="007680"/>
            </a:solidFill>
            <a:ln w="6390" cap="flat">
              <a:noFill/>
              <a:prstDash val="solid"/>
              <a:miter/>
            </a:ln>
          </p:spPr>
          <p:txBody>
            <a:bodyPr rtlCol="0" anchor="ctr"/>
            <a:lstStyle/>
            <a:p>
              <a:endParaRPr lang="en-US"/>
            </a:p>
          </p:txBody>
        </p:sp>
      </p:grpSp>
      <p:grpSp>
        <p:nvGrpSpPr>
          <p:cNvPr id="1253" name="Graphic 1100">
            <a:extLst>
              <a:ext uri="{FF2B5EF4-FFF2-40B4-BE49-F238E27FC236}">
                <a16:creationId xmlns:a16="http://schemas.microsoft.com/office/drawing/2014/main" id="{48EF63C7-0325-4742-A1E9-BD777750F104}"/>
              </a:ext>
            </a:extLst>
          </p:cNvPr>
          <p:cNvGrpSpPr/>
          <p:nvPr/>
        </p:nvGrpSpPr>
        <p:grpSpPr>
          <a:xfrm>
            <a:off x="2998797" y="3828162"/>
            <a:ext cx="362309" cy="361971"/>
            <a:chOff x="2998797" y="3828162"/>
            <a:chExt cx="362309" cy="361971"/>
          </a:xfrm>
          <a:solidFill>
            <a:srgbClr val="007680"/>
          </a:solidFill>
        </p:grpSpPr>
        <p:sp>
          <p:nvSpPr>
            <p:cNvPr id="1254" name="Graphic 1100">
              <a:extLst>
                <a:ext uri="{FF2B5EF4-FFF2-40B4-BE49-F238E27FC236}">
                  <a16:creationId xmlns:a16="http://schemas.microsoft.com/office/drawing/2014/main" id="{14B9124D-F243-8F4D-A2FF-727C5DCE04EA}"/>
                </a:ext>
              </a:extLst>
            </p:cNvPr>
            <p:cNvSpPr/>
            <p:nvPr/>
          </p:nvSpPr>
          <p:spPr>
            <a:xfrm>
              <a:off x="3109982" y="3909877"/>
              <a:ext cx="139300" cy="137893"/>
            </a:xfrm>
            <a:custGeom>
              <a:avLst/>
              <a:gdLst>
                <a:gd name="connsiteX0" fmla="*/ 139301 w 139300"/>
                <a:gd name="connsiteY0" fmla="*/ 137894 h 137893"/>
                <a:gd name="connsiteX1" fmla="*/ 139301 w 139300"/>
                <a:gd name="connsiteY1" fmla="*/ 0 h 137893"/>
                <a:gd name="connsiteX2" fmla="*/ 0 w 139300"/>
                <a:gd name="connsiteY2" fmla="*/ 0 h 137893"/>
                <a:gd name="connsiteX3" fmla="*/ 0 w 139300"/>
                <a:gd name="connsiteY3" fmla="*/ 137894 h 137893"/>
                <a:gd name="connsiteX4" fmla="*/ 139301 w 139300"/>
                <a:gd name="connsiteY4" fmla="*/ 137894 h 137893"/>
                <a:gd name="connsiteX5" fmla="*/ 69650 w 139300"/>
                <a:gd name="connsiteY5" fmla="*/ 16598 h 137893"/>
                <a:gd name="connsiteX6" fmla="*/ 121409 w 139300"/>
                <a:gd name="connsiteY6" fmla="*/ 68309 h 137893"/>
                <a:gd name="connsiteX7" fmla="*/ 69650 w 139300"/>
                <a:gd name="connsiteY7" fmla="*/ 120019 h 137893"/>
                <a:gd name="connsiteX8" fmla="*/ 17892 w 139300"/>
                <a:gd name="connsiteY8" fmla="*/ 68309 h 137893"/>
                <a:gd name="connsiteX9" fmla="*/ 69650 w 139300"/>
                <a:gd name="connsiteY9" fmla="*/ 16598 h 137893"/>
                <a:gd name="connsiteX10" fmla="*/ 69650 w 139300"/>
                <a:gd name="connsiteY10" fmla="*/ 16598 h 137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300" h="137893">
                  <a:moveTo>
                    <a:pt x="139301" y="137894"/>
                  </a:moveTo>
                  <a:lnTo>
                    <a:pt x="139301" y="0"/>
                  </a:lnTo>
                  <a:lnTo>
                    <a:pt x="0" y="0"/>
                  </a:lnTo>
                  <a:lnTo>
                    <a:pt x="0" y="137894"/>
                  </a:lnTo>
                  <a:lnTo>
                    <a:pt x="139301" y="137894"/>
                  </a:lnTo>
                  <a:close/>
                  <a:moveTo>
                    <a:pt x="69650" y="16598"/>
                  </a:moveTo>
                  <a:cubicBezTo>
                    <a:pt x="98405" y="16598"/>
                    <a:pt x="121409" y="39581"/>
                    <a:pt x="121409" y="68309"/>
                  </a:cubicBezTo>
                  <a:cubicBezTo>
                    <a:pt x="121409" y="97037"/>
                    <a:pt x="98405" y="120019"/>
                    <a:pt x="69650" y="120019"/>
                  </a:cubicBezTo>
                  <a:cubicBezTo>
                    <a:pt x="40896" y="120019"/>
                    <a:pt x="17892" y="97037"/>
                    <a:pt x="17892" y="68309"/>
                  </a:cubicBezTo>
                  <a:cubicBezTo>
                    <a:pt x="17892" y="40219"/>
                    <a:pt x="41535" y="17237"/>
                    <a:pt x="69650" y="16598"/>
                  </a:cubicBezTo>
                  <a:lnTo>
                    <a:pt x="69650" y="16598"/>
                  </a:lnTo>
                  <a:close/>
                </a:path>
              </a:pathLst>
            </a:custGeom>
            <a:solidFill>
              <a:srgbClr val="007680"/>
            </a:solidFill>
            <a:ln w="6390" cap="flat">
              <a:noFill/>
              <a:prstDash val="solid"/>
              <a:miter/>
            </a:ln>
          </p:spPr>
          <p:txBody>
            <a:bodyPr rtlCol="0" anchor="ctr"/>
            <a:lstStyle/>
            <a:p>
              <a:endParaRPr lang="en-US"/>
            </a:p>
          </p:txBody>
        </p:sp>
        <p:sp>
          <p:nvSpPr>
            <p:cNvPr id="1255" name="Graphic 1100">
              <a:extLst>
                <a:ext uri="{FF2B5EF4-FFF2-40B4-BE49-F238E27FC236}">
                  <a16:creationId xmlns:a16="http://schemas.microsoft.com/office/drawing/2014/main" id="{53C0C9E3-5C82-984C-92C2-5D064D96C444}"/>
                </a:ext>
              </a:extLst>
            </p:cNvPr>
            <p:cNvSpPr/>
            <p:nvPr/>
          </p:nvSpPr>
          <p:spPr>
            <a:xfrm>
              <a:off x="3140494" y="3938927"/>
              <a:ext cx="78433" cy="78516"/>
            </a:xfrm>
            <a:custGeom>
              <a:avLst/>
              <a:gdLst>
                <a:gd name="connsiteX0" fmla="*/ 12301 w 78433"/>
                <a:gd name="connsiteY0" fmla="*/ 57772 h 78516"/>
                <a:gd name="connsiteX1" fmla="*/ 21246 w 78433"/>
                <a:gd name="connsiteY1" fmla="*/ 57772 h 78516"/>
                <a:gd name="connsiteX2" fmla="*/ 21246 w 78433"/>
                <a:gd name="connsiteY2" fmla="*/ 57772 h 78516"/>
                <a:gd name="connsiteX3" fmla="*/ 21246 w 78433"/>
                <a:gd name="connsiteY3" fmla="*/ 66710 h 78516"/>
                <a:gd name="connsiteX4" fmla="*/ 16135 w 78433"/>
                <a:gd name="connsiteY4" fmla="*/ 71178 h 78516"/>
                <a:gd name="connsiteX5" fmla="*/ 71088 w 78433"/>
                <a:gd name="connsiteY5" fmla="*/ 62241 h 78516"/>
                <a:gd name="connsiteX6" fmla="*/ 62142 w 78433"/>
                <a:gd name="connsiteY6" fmla="*/ 7339 h 78516"/>
                <a:gd name="connsiteX7" fmla="*/ 7189 w 78433"/>
                <a:gd name="connsiteY7" fmla="*/ 16276 h 78516"/>
                <a:gd name="connsiteX8" fmla="*/ 7189 w 78433"/>
                <a:gd name="connsiteY8" fmla="*/ 62241 h 78516"/>
                <a:gd name="connsiteX9" fmla="*/ 12301 w 78433"/>
                <a:gd name="connsiteY9" fmla="*/ 57772 h 78516"/>
                <a:gd name="connsiteX10" fmla="*/ 39138 w 78433"/>
                <a:gd name="connsiteY10" fmla="*/ 32875 h 78516"/>
                <a:gd name="connsiteX11" fmla="*/ 46167 w 78433"/>
                <a:gd name="connsiteY11" fmla="*/ 39897 h 78516"/>
                <a:gd name="connsiteX12" fmla="*/ 39138 w 78433"/>
                <a:gd name="connsiteY12" fmla="*/ 46919 h 78516"/>
                <a:gd name="connsiteX13" fmla="*/ 32109 w 78433"/>
                <a:gd name="connsiteY13" fmla="*/ 39897 h 78516"/>
                <a:gd name="connsiteX14" fmla="*/ 32109 w 78433"/>
                <a:gd name="connsiteY14" fmla="*/ 39897 h 78516"/>
                <a:gd name="connsiteX15" fmla="*/ 39138 w 78433"/>
                <a:gd name="connsiteY15" fmla="*/ 32875 h 78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8433" h="78516">
                  <a:moveTo>
                    <a:pt x="12301" y="57772"/>
                  </a:moveTo>
                  <a:cubicBezTo>
                    <a:pt x="14856" y="55218"/>
                    <a:pt x="18690" y="55218"/>
                    <a:pt x="21246" y="57772"/>
                  </a:cubicBezTo>
                  <a:cubicBezTo>
                    <a:pt x="21246" y="57772"/>
                    <a:pt x="21246" y="57772"/>
                    <a:pt x="21246" y="57772"/>
                  </a:cubicBezTo>
                  <a:cubicBezTo>
                    <a:pt x="23803" y="60326"/>
                    <a:pt x="23803" y="64156"/>
                    <a:pt x="21246" y="66710"/>
                  </a:cubicBezTo>
                  <a:lnTo>
                    <a:pt x="16135" y="71178"/>
                  </a:lnTo>
                  <a:cubicBezTo>
                    <a:pt x="34026" y="83946"/>
                    <a:pt x="58308" y="79477"/>
                    <a:pt x="71088" y="62241"/>
                  </a:cubicBezTo>
                  <a:cubicBezTo>
                    <a:pt x="83868" y="44366"/>
                    <a:pt x="79395" y="20107"/>
                    <a:pt x="62142" y="7339"/>
                  </a:cubicBezTo>
                  <a:cubicBezTo>
                    <a:pt x="44889" y="-5429"/>
                    <a:pt x="19969" y="-961"/>
                    <a:pt x="7189" y="16276"/>
                  </a:cubicBezTo>
                  <a:cubicBezTo>
                    <a:pt x="-2396" y="29683"/>
                    <a:pt x="-2396" y="48196"/>
                    <a:pt x="7189" y="62241"/>
                  </a:cubicBezTo>
                  <a:lnTo>
                    <a:pt x="12301" y="57772"/>
                  </a:lnTo>
                  <a:close/>
                  <a:moveTo>
                    <a:pt x="39138" y="32875"/>
                  </a:moveTo>
                  <a:cubicBezTo>
                    <a:pt x="42972" y="32875"/>
                    <a:pt x="46167" y="36066"/>
                    <a:pt x="46167" y="39897"/>
                  </a:cubicBezTo>
                  <a:cubicBezTo>
                    <a:pt x="46167" y="43727"/>
                    <a:pt x="42972" y="46919"/>
                    <a:pt x="39138" y="46919"/>
                  </a:cubicBezTo>
                  <a:cubicBezTo>
                    <a:pt x="35304" y="46919"/>
                    <a:pt x="32109" y="43727"/>
                    <a:pt x="32109" y="39897"/>
                  </a:cubicBezTo>
                  <a:lnTo>
                    <a:pt x="32109" y="39897"/>
                  </a:lnTo>
                  <a:cubicBezTo>
                    <a:pt x="32109" y="36066"/>
                    <a:pt x="35304" y="32875"/>
                    <a:pt x="39138" y="32875"/>
                  </a:cubicBezTo>
                  <a:close/>
                </a:path>
              </a:pathLst>
            </a:custGeom>
            <a:solidFill>
              <a:srgbClr val="007680"/>
            </a:solidFill>
            <a:ln w="6390" cap="flat">
              <a:noFill/>
              <a:prstDash val="solid"/>
              <a:miter/>
            </a:ln>
          </p:spPr>
          <p:txBody>
            <a:bodyPr rtlCol="0" anchor="ctr"/>
            <a:lstStyle/>
            <a:p>
              <a:endParaRPr lang="en-US"/>
            </a:p>
          </p:txBody>
        </p:sp>
        <p:sp>
          <p:nvSpPr>
            <p:cNvPr id="1256" name="Graphic 1100">
              <a:extLst>
                <a:ext uri="{FF2B5EF4-FFF2-40B4-BE49-F238E27FC236}">
                  <a16:creationId xmlns:a16="http://schemas.microsoft.com/office/drawing/2014/main" id="{EF715E50-41DE-9542-B89A-562627F2AF04}"/>
                </a:ext>
              </a:extLst>
            </p:cNvPr>
            <p:cNvSpPr/>
            <p:nvPr/>
          </p:nvSpPr>
          <p:spPr>
            <a:xfrm>
              <a:off x="3109982" y="4060538"/>
              <a:ext cx="139300" cy="47241"/>
            </a:xfrm>
            <a:custGeom>
              <a:avLst/>
              <a:gdLst>
                <a:gd name="connsiteX0" fmla="*/ 0 w 139300"/>
                <a:gd name="connsiteY0" fmla="*/ 0 h 47241"/>
                <a:gd name="connsiteX1" fmla="*/ 0 w 139300"/>
                <a:gd name="connsiteY1" fmla="*/ 47242 h 47241"/>
                <a:gd name="connsiteX2" fmla="*/ 139301 w 139300"/>
                <a:gd name="connsiteY2" fmla="*/ 47242 h 47241"/>
                <a:gd name="connsiteX3" fmla="*/ 139301 w 139300"/>
                <a:gd name="connsiteY3" fmla="*/ 0 h 47241"/>
                <a:gd name="connsiteX4" fmla="*/ 0 w 139300"/>
                <a:gd name="connsiteY4" fmla="*/ 0 h 47241"/>
                <a:gd name="connsiteX5" fmla="*/ 115019 w 139300"/>
                <a:gd name="connsiteY5" fmla="*/ 31282 h 47241"/>
                <a:gd name="connsiteX6" fmla="*/ 107990 w 139300"/>
                <a:gd name="connsiteY6" fmla="*/ 24259 h 47241"/>
                <a:gd name="connsiteX7" fmla="*/ 115019 w 139300"/>
                <a:gd name="connsiteY7" fmla="*/ 17237 h 47241"/>
                <a:gd name="connsiteX8" fmla="*/ 122048 w 139300"/>
                <a:gd name="connsiteY8" fmla="*/ 24259 h 47241"/>
                <a:gd name="connsiteX9" fmla="*/ 122048 w 139300"/>
                <a:gd name="connsiteY9" fmla="*/ 24259 h 47241"/>
                <a:gd name="connsiteX10" fmla="*/ 115019 w 139300"/>
                <a:gd name="connsiteY10" fmla="*/ 31282 h 47241"/>
                <a:gd name="connsiteX11" fmla="*/ 115019 w 139300"/>
                <a:gd name="connsiteY11" fmla="*/ 31282 h 4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300" h="47241">
                  <a:moveTo>
                    <a:pt x="0" y="0"/>
                  </a:moveTo>
                  <a:lnTo>
                    <a:pt x="0" y="47242"/>
                  </a:lnTo>
                  <a:lnTo>
                    <a:pt x="139301" y="47242"/>
                  </a:lnTo>
                  <a:lnTo>
                    <a:pt x="139301" y="0"/>
                  </a:lnTo>
                  <a:lnTo>
                    <a:pt x="0" y="0"/>
                  </a:lnTo>
                  <a:close/>
                  <a:moveTo>
                    <a:pt x="115019" y="31282"/>
                  </a:moveTo>
                  <a:cubicBezTo>
                    <a:pt x="111185" y="31282"/>
                    <a:pt x="107990" y="28090"/>
                    <a:pt x="107990" y="24259"/>
                  </a:cubicBezTo>
                  <a:cubicBezTo>
                    <a:pt x="107990" y="20429"/>
                    <a:pt x="111185" y="17237"/>
                    <a:pt x="115019" y="17237"/>
                  </a:cubicBezTo>
                  <a:cubicBezTo>
                    <a:pt x="118853" y="17237"/>
                    <a:pt x="122048" y="20429"/>
                    <a:pt x="122048" y="24259"/>
                  </a:cubicBezTo>
                  <a:lnTo>
                    <a:pt x="122048" y="24259"/>
                  </a:lnTo>
                  <a:cubicBezTo>
                    <a:pt x="122048" y="28090"/>
                    <a:pt x="118853" y="31282"/>
                    <a:pt x="115019" y="31282"/>
                  </a:cubicBezTo>
                  <a:lnTo>
                    <a:pt x="115019" y="31282"/>
                  </a:lnTo>
                  <a:close/>
                </a:path>
              </a:pathLst>
            </a:custGeom>
            <a:solidFill>
              <a:srgbClr val="007680"/>
            </a:solidFill>
            <a:ln w="6390" cap="flat">
              <a:noFill/>
              <a:prstDash val="solid"/>
              <a:miter/>
            </a:ln>
          </p:spPr>
          <p:txBody>
            <a:bodyPr rtlCol="0" anchor="ctr"/>
            <a:lstStyle/>
            <a:p>
              <a:endParaRPr lang="en-US"/>
            </a:p>
          </p:txBody>
        </p:sp>
        <p:sp>
          <p:nvSpPr>
            <p:cNvPr id="1257" name="Graphic 1100">
              <a:extLst>
                <a:ext uri="{FF2B5EF4-FFF2-40B4-BE49-F238E27FC236}">
                  <a16:creationId xmlns:a16="http://schemas.microsoft.com/office/drawing/2014/main" id="{4C23AF28-75F9-5742-A1D4-B883A1B263CC}"/>
                </a:ext>
              </a:extLst>
            </p:cNvPr>
            <p:cNvSpPr/>
            <p:nvPr/>
          </p:nvSpPr>
          <p:spPr>
            <a:xfrm>
              <a:off x="2998797" y="3828162"/>
              <a:ext cx="362309" cy="361971"/>
            </a:xfrm>
            <a:custGeom>
              <a:avLst/>
              <a:gdLst>
                <a:gd name="connsiteX0" fmla="*/ 180835 w 362309"/>
                <a:gd name="connsiteY0" fmla="*/ 0 h 361971"/>
                <a:gd name="connsiteX1" fmla="*/ 0 w 362309"/>
                <a:gd name="connsiteY1" fmla="*/ 181305 h 361971"/>
                <a:gd name="connsiteX2" fmla="*/ 181474 w 362309"/>
                <a:gd name="connsiteY2" fmla="*/ 361971 h 361971"/>
                <a:gd name="connsiteX3" fmla="*/ 362310 w 362309"/>
                <a:gd name="connsiteY3" fmla="*/ 181305 h 361971"/>
                <a:gd name="connsiteX4" fmla="*/ 180835 w 362309"/>
                <a:gd name="connsiteY4" fmla="*/ 0 h 361971"/>
                <a:gd name="connsiteX5" fmla="*/ 180835 w 362309"/>
                <a:gd name="connsiteY5" fmla="*/ 0 h 361971"/>
                <a:gd name="connsiteX6" fmla="*/ 263266 w 362309"/>
                <a:gd name="connsiteY6" fmla="*/ 286641 h 361971"/>
                <a:gd name="connsiteX7" fmla="*/ 256876 w 362309"/>
                <a:gd name="connsiteY7" fmla="*/ 293025 h 361971"/>
                <a:gd name="connsiteX8" fmla="*/ 104795 w 362309"/>
                <a:gd name="connsiteY8" fmla="*/ 293025 h 361971"/>
                <a:gd name="connsiteX9" fmla="*/ 98405 w 362309"/>
                <a:gd name="connsiteY9" fmla="*/ 286641 h 361971"/>
                <a:gd name="connsiteX10" fmla="*/ 98405 w 362309"/>
                <a:gd name="connsiteY10" fmla="*/ 75331 h 361971"/>
                <a:gd name="connsiteX11" fmla="*/ 104795 w 362309"/>
                <a:gd name="connsiteY11" fmla="*/ 68947 h 361971"/>
                <a:gd name="connsiteX12" fmla="*/ 256876 w 362309"/>
                <a:gd name="connsiteY12" fmla="*/ 68947 h 361971"/>
                <a:gd name="connsiteX13" fmla="*/ 263266 w 362309"/>
                <a:gd name="connsiteY13" fmla="*/ 75331 h 361971"/>
                <a:gd name="connsiteX14" fmla="*/ 263266 w 362309"/>
                <a:gd name="connsiteY14" fmla="*/ 28664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2309" h="361971">
                  <a:moveTo>
                    <a:pt x="180835" y="0"/>
                  </a:moveTo>
                  <a:cubicBezTo>
                    <a:pt x="80513" y="0"/>
                    <a:pt x="0" y="81076"/>
                    <a:pt x="0" y="181305"/>
                  </a:cubicBezTo>
                  <a:cubicBezTo>
                    <a:pt x="0" y="281533"/>
                    <a:pt x="81152" y="361971"/>
                    <a:pt x="181474" y="361971"/>
                  </a:cubicBezTo>
                  <a:cubicBezTo>
                    <a:pt x="281157" y="361971"/>
                    <a:pt x="362310" y="280895"/>
                    <a:pt x="362310" y="181305"/>
                  </a:cubicBezTo>
                  <a:cubicBezTo>
                    <a:pt x="362310" y="81076"/>
                    <a:pt x="281157" y="0"/>
                    <a:pt x="180835" y="0"/>
                  </a:cubicBezTo>
                  <a:cubicBezTo>
                    <a:pt x="180835" y="0"/>
                    <a:pt x="180835" y="0"/>
                    <a:pt x="180835" y="0"/>
                  </a:cubicBezTo>
                  <a:close/>
                  <a:moveTo>
                    <a:pt x="263266" y="286641"/>
                  </a:moveTo>
                  <a:cubicBezTo>
                    <a:pt x="263266" y="290471"/>
                    <a:pt x="260710" y="293025"/>
                    <a:pt x="256876" y="293025"/>
                  </a:cubicBezTo>
                  <a:lnTo>
                    <a:pt x="104795" y="293025"/>
                  </a:lnTo>
                  <a:cubicBezTo>
                    <a:pt x="100961" y="293025"/>
                    <a:pt x="98405" y="290471"/>
                    <a:pt x="98405" y="286641"/>
                  </a:cubicBezTo>
                  <a:lnTo>
                    <a:pt x="98405" y="75331"/>
                  </a:lnTo>
                  <a:cubicBezTo>
                    <a:pt x="98405" y="71500"/>
                    <a:pt x="100961" y="68947"/>
                    <a:pt x="104795" y="68947"/>
                  </a:cubicBezTo>
                  <a:lnTo>
                    <a:pt x="256876" y="68947"/>
                  </a:lnTo>
                  <a:cubicBezTo>
                    <a:pt x="260710" y="68947"/>
                    <a:pt x="263266" y="71500"/>
                    <a:pt x="263266" y="75331"/>
                  </a:cubicBezTo>
                  <a:lnTo>
                    <a:pt x="263266" y="286641"/>
                  </a:lnTo>
                  <a:close/>
                </a:path>
              </a:pathLst>
            </a:custGeom>
            <a:solidFill>
              <a:srgbClr val="007680"/>
            </a:solidFill>
            <a:ln w="6390" cap="flat">
              <a:noFill/>
              <a:prstDash val="solid"/>
              <a:miter/>
            </a:ln>
          </p:spPr>
          <p:txBody>
            <a:bodyPr rtlCol="0" anchor="ctr"/>
            <a:lstStyle/>
            <a:p>
              <a:endParaRPr lang="en-US"/>
            </a:p>
          </p:txBody>
        </p:sp>
      </p:grpSp>
      <p:grpSp>
        <p:nvGrpSpPr>
          <p:cNvPr id="1258" name="Graphic 1100">
            <a:extLst>
              <a:ext uri="{FF2B5EF4-FFF2-40B4-BE49-F238E27FC236}">
                <a16:creationId xmlns:a16="http://schemas.microsoft.com/office/drawing/2014/main" id="{F5B88C15-FE42-8E43-9FDD-2804D6F4A3C7}"/>
              </a:ext>
            </a:extLst>
          </p:cNvPr>
          <p:cNvGrpSpPr/>
          <p:nvPr/>
        </p:nvGrpSpPr>
        <p:grpSpPr>
          <a:xfrm>
            <a:off x="2560447" y="4312706"/>
            <a:ext cx="362309" cy="361971"/>
            <a:chOff x="2560447" y="4312706"/>
            <a:chExt cx="362309" cy="361971"/>
          </a:xfrm>
          <a:solidFill>
            <a:srgbClr val="007680"/>
          </a:solidFill>
        </p:grpSpPr>
        <p:sp>
          <p:nvSpPr>
            <p:cNvPr id="1259" name="Graphic 1100">
              <a:extLst>
                <a:ext uri="{FF2B5EF4-FFF2-40B4-BE49-F238E27FC236}">
                  <a16:creationId xmlns:a16="http://schemas.microsoft.com/office/drawing/2014/main" id="{5EE6E231-4B96-3C4E-9FE8-1D2C90B09E17}"/>
                </a:ext>
              </a:extLst>
            </p:cNvPr>
            <p:cNvSpPr/>
            <p:nvPr/>
          </p:nvSpPr>
          <p:spPr>
            <a:xfrm>
              <a:off x="2560447" y="431270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181474 w 362309"/>
                <a:gd name="connsiteY7" fmla="*/ 349204 h 361971"/>
                <a:gd name="connsiteX8" fmla="*/ 12780 w 362309"/>
                <a:gd name="connsiteY8" fmla="*/ 181305 h 361971"/>
                <a:gd name="connsiteX9" fmla="*/ 180835 w 362309"/>
                <a:gd name="connsiteY9" fmla="*/ 12768 h 361971"/>
                <a:gd name="connsiteX10" fmla="*/ 349529 w 362309"/>
                <a:gd name="connsiteY10" fmla="*/ 180667 h 361971"/>
                <a:gd name="connsiteX11" fmla="*/ 349529 w 362309"/>
                <a:gd name="connsiteY11" fmla="*/ 180667 h 361971"/>
                <a:gd name="connsiteX12" fmla="*/ 181474 w 362309"/>
                <a:gd name="connsiteY12" fmla="*/ 349204 h 361971"/>
                <a:gd name="connsiteX13" fmla="*/ 181474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lnTo>
                    <a:pt x="181474" y="0"/>
                  </a:ln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1260" name="Graphic 1100">
              <a:extLst>
                <a:ext uri="{FF2B5EF4-FFF2-40B4-BE49-F238E27FC236}">
                  <a16:creationId xmlns:a16="http://schemas.microsoft.com/office/drawing/2014/main" id="{0C184714-F10C-F148-AA7E-E6B2BE821167}"/>
                </a:ext>
              </a:extLst>
            </p:cNvPr>
            <p:cNvSpPr/>
            <p:nvPr/>
          </p:nvSpPr>
          <p:spPr>
            <a:xfrm>
              <a:off x="2644794" y="4389313"/>
              <a:ext cx="193615" cy="208756"/>
            </a:xfrm>
            <a:custGeom>
              <a:avLst/>
              <a:gdLst>
                <a:gd name="connsiteX0" fmla="*/ 187225 w 193615"/>
                <a:gd name="connsiteY0" fmla="*/ 0 h 208756"/>
                <a:gd name="connsiteX1" fmla="*/ 6390 w 193615"/>
                <a:gd name="connsiteY1" fmla="*/ 0 h 208756"/>
                <a:gd name="connsiteX2" fmla="*/ 0 w 193615"/>
                <a:gd name="connsiteY2" fmla="*/ 6384 h 208756"/>
                <a:gd name="connsiteX3" fmla="*/ 0 w 193615"/>
                <a:gd name="connsiteY3" fmla="*/ 142363 h 208756"/>
                <a:gd name="connsiteX4" fmla="*/ 6390 w 193615"/>
                <a:gd name="connsiteY4" fmla="*/ 148747 h 208756"/>
                <a:gd name="connsiteX5" fmla="*/ 15336 w 193615"/>
                <a:gd name="connsiteY5" fmla="*/ 148747 h 208756"/>
                <a:gd name="connsiteX6" fmla="*/ 15336 w 193615"/>
                <a:gd name="connsiteY6" fmla="*/ 202372 h 208756"/>
                <a:gd name="connsiteX7" fmla="*/ 21726 w 193615"/>
                <a:gd name="connsiteY7" fmla="*/ 208756 h 208756"/>
                <a:gd name="connsiteX8" fmla="*/ 171889 w 193615"/>
                <a:gd name="connsiteY8" fmla="*/ 208756 h 208756"/>
                <a:gd name="connsiteX9" fmla="*/ 178279 w 193615"/>
                <a:gd name="connsiteY9" fmla="*/ 202372 h 208756"/>
                <a:gd name="connsiteX10" fmla="*/ 178279 w 193615"/>
                <a:gd name="connsiteY10" fmla="*/ 148747 h 208756"/>
                <a:gd name="connsiteX11" fmla="*/ 187225 w 193615"/>
                <a:gd name="connsiteY11" fmla="*/ 148747 h 208756"/>
                <a:gd name="connsiteX12" fmla="*/ 193615 w 193615"/>
                <a:gd name="connsiteY12" fmla="*/ 142363 h 208756"/>
                <a:gd name="connsiteX13" fmla="*/ 193615 w 193615"/>
                <a:gd name="connsiteY13" fmla="*/ 6384 h 208756"/>
                <a:gd name="connsiteX14" fmla="*/ 187225 w 193615"/>
                <a:gd name="connsiteY14" fmla="*/ 0 h 208756"/>
                <a:gd name="connsiteX15" fmla="*/ 187225 w 193615"/>
                <a:gd name="connsiteY15" fmla="*/ 0 h 208756"/>
                <a:gd name="connsiteX16" fmla="*/ 165499 w 193615"/>
                <a:gd name="connsiteY16" fmla="*/ 195988 h 208756"/>
                <a:gd name="connsiteX17" fmla="*/ 28116 w 193615"/>
                <a:gd name="connsiteY17" fmla="*/ 195988 h 208756"/>
                <a:gd name="connsiteX18" fmla="*/ 28116 w 193615"/>
                <a:gd name="connsiteY18" fmla="*/ 148747 h 208756"/>
                <a:gd name="connsiteX19" fmla="*/ 165499 w 193615"/>
                <a:gd name="connsiteY19" fmla="*/ 148747 h 208756"/>
                <a:gd name="connsiteX20" fmla="*/ 165499 w 193615"/>
                <a:gd name="connsiteY20" fmla="*/ 195988 h 208756"/>
                <a:gd name="connsiteX21" fmla="*/ 180835 w 193615"/>
                <a:gd name="connsiteY21" fmla="*/ 135979 h 208756"/>
                <a:gd name="connsiteX22" fmla="*/ 12780 w 193615"/>
                <a:gd name="connsiteY22" fmla="*/ 135979 h 208756"/>
                <a:gd name="connsiteX23" fmla="*/ 12780 w 193615"/>
                <a:gd name="connsiteY23" fmla="*/ 12768 h 208756"/>
                <a:gd name="connsiteX24" fmla="*/ 180835 w 193615"/>
                <a:gd name="connsiteY24" fmla="*/ 12768 h 208756"/>
                <a:gd name="connsiteX25" fmla="*/ 180835 w 193615"/>
                <a:gd name="connsiteY25" fmla="*/ 135979 h 20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93615" h="208756">
                  <a:moveTo>
                    <a:pt x="187225" y="0"/>
                  </a:moveTo>
                  <a:lnTo>
                    <a:pt x="6390" y="0"/>
                  </a:lnTo>
                  <a:cubicBezTo>
                    <a:pt x="2556" y="0"/>
                    <a:pt x="0" y="2554"/>
                    <a:pt x="0" y="6384"/>
                  </a:cubicBezTo>
                  <a:lnTo>
                    <a:pt x="0" y="142363"/>
                  </a:lnTo>
                  <a:cubicBezTo>
                    <a:pt x="0" y="146193"/>
                    <a:pt x="2556" y="148747"/>
                    <a:pt x="6390" y="148747"/>
                  </a:cubicBezTo>
                  <a:lnTo>
                    <a:pt x="15336" y="148747"/>
                  </a:lnTo>
                  <a:lnTo>
                    <a:pt x="15336" y="202372"/>
                  </a:lnTo>
                  <a:cubicBezTo>
                    <a:pt x="15336" y="206203"/>
                    <a:pt x="17892" y="208756"/>
                    <a:pt x="21726" y="208756"/>
                  </a:cubicBezTo>
                  <a:lnTo>
                    <a:pt x="171889" y="208756"/>
                  </a:lnTo>
                  <a:cubicBezTo>
                    <a:pt x="175723" y="208756"/>
                    <a:pt x="178279" y="206203"/>
                    <a:pt x="178279" y="202372"/>
                  </a:cubicBezTo>
                  <a:lnTo>
                    <a:pt x="178279" y="148747"/>
                  </a:lnTo>
                  <a:lnTo>
                    <a:pt x="187225" y="148747"/>
                  </a:lnTo>
                  <a:cubicBezTo>
                    <a:pt x="191059" y="148747"/>
                    <a:pt x="193615" y="146193"/>
                    <a:pt x="193615" y="142363"/>
                  </a:cubicBezTo>
                  <a:lnTo>
                    <a:pt x="193615" y="6384"/>
                  </a:lnTo>
                  <a:cubicBezTo>
                    <a:pt x="193615" y="2554"/>
                    <a:pt x="191059" y="0"/>
                    <a:pt x="187225" y="0"/>
                  </a:cubicBezTo>
                  <a:lnTo>
                    <a:pt x="187225" y="0"/>
                  </a:lnTo>
                  <a:close/>
                  <a:moveTo>
                    <a:pt x="165499" y="195988"/>
                  </a:moveTo>
                  <a:lnTo>
                    <a:pt x="28116" y="195988"/>
                  </a:lnTo>
                  <a:lnTo>
                    <a:pt x="28116" y="148747"/>
                  </a:lnTo>
                  <a:lnTo>
                    <a:pt x="165499" y="148747"/>
                  </a:lnTo>
                  <a:lnTo>
                    <a:pt x="165499" y="195988"/>
                  </a:lnTo>
                  <a:close/>
                  <a:moveTo>
                    <a:pt x="180835" y="135979"/>
                  </a:moveTo>
                  <a:lnTo>
                    <a:pt x="12780" y="135979"/>
                  </a:lnTo>
                  <a:lnTo>
                    <a:pt x="12780" y="12768"/>
                  </a:lnTo>
                  <a:lnTo>
                    <a:pt x="180835" y="12768"/>
                  </a:lnTo>
                  <a:lnTo>
                    <a:pt x="180835" y="135979"/>
                  </a:lnTo>
                  <a:close/>
                </a:path>
              </a:pathLst>
            </a:custGeom>
            <a:solidFill>
              <a:srgbClr val="007680"/>
            </a:solidFill>
            <a:ln w="6390" cap="flat">
              <a:noFill/>
              <a:prstDash val="solid"/>
              <a:miter/>
            </a:ln>
          </p:spPr>
          <p:txBody>
            <a:bodyPr rtlCol="0" anchor="ctr"/>
            <a:lstStyle/>
            <a:p>
              <a:endParaRPr lang="en-US"/>
            </a:p>
          </p:txBody>
        </p:sp>
        <p:sp>
          <p:nvSpPr>
            <p:cNvPr id="1261" name="Graphic 1100">
              <a:extLst>
                <a:ext uri="{FF2B5EF4-FFF2-40B4-BE49-F238E27FC236}">
                  <a16:creationId xmlns:a16="http://schemas.microsoft.com/office/drawing/2014/main" id="{1894F918-B3AB-7C48-AC97-DF840FB8496A}"/>
                </a:ext>
              </a:extLst>
            </p:cNvPr>
            <p:cNvSpPr/>
            <p:nvPr/>
          </p:nvSpPr>
          <p:spPr>
            <a:xfrm>
              <a:off x="2674827" y="4419318"/>
              <a:ext cx="133549" cy="88098"/>
            </a:xfrm>
            <a:custGeom>
              <a:avLst/>
              <a:gdLst>
                <a:gd name="connsiteX0" fmla="*/ 6390 w 133549"/>
                <a:gd name="connsiteY0" fmla="*/ 88099 h 88098"/>
                <a:gd name="connsiteX1" fmla="*/ 127160 w 133549"/>
                <a:gd name="connsiteY1" fmla="*/ 88099 h 88098"/>
                <a:gd name="connsiteX2" fmla="*/ 133550 w 133549"/>
                <a:gd name="connsiteY2" fmla="*/ 81715 h 88098"/>
                <a:gd name="connsiteX3" fmla="*/ 133550 w 133549"/>
                <a:gd name="connsiteY3" fmla="*/ 6384 h 88098"/>
                <a:gd name="connsiteX4" fmla="*/ 127160 w 133549"/>
                <a:gd name="connsiteY4" fmla="*/ 0 h 88098"/>
                <a:gd name="connsiteX5" fmla="*/ 6390 w 133549"/>
                <a:gd name="connsiteY5" fmla="*/ 0 h 88098"/>
                <a:gd name="connsiteX6" fmla="*/ 0 w 133549"/>
                <a:gd name="connsiteY6" fmla="*/ 6384 h 88098"/>
                <a:gd name="connsiteX7" fmla="*/ 0 w 133549"/>
                <a:gd name="connsiteY7" fmla="*/ 81077 h 88098"/>
                <a:gd name="connsiteX8" fmla="*/ 6390 w 133549"/>
                <a:gd name="connsiteY8" fmla="*/ 88099 h 88098"/>
                <a:gd name="connsiteX9" fmla="*/ 12780 w 133549"/>
                <a:gd name="connsiteY9" fmla="*/ 12768 h 88098"/>
                <a:gd name="connsiteX10" fmla="*/ 120770 w 133549"/>
                <a:gd name="connsiteY10" fmla="*/ 12768 h 88098"/>
                <a:gd name="connsiteX11" fmla="*/ 120770 w 133549"/>
                <a:gd name="connsiteY11" fmla="*/ 74693 h 88098"/>
                <a:gd name="connsiteX12" fmla="*/ 12780 w 133549"/>
                <a:gd name="connsiteY12" fmla="*/ 74693 h 88098"/>
                <a:gd name="connsiteX13" fmla="*/ 12780 w 133549"/>
                <a:gd name="connsiteY13" fmla="*/ 12768 h 8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3549" h="88098">
                  <a:moveTo>
                    <a:pt x="6390" y="88099"/>
                  </a:moveTo>
                  <a:lnTo>
                    <a:pt x="127160" y="88099"/>
                  </a:lnTo>
                  <a:cubicBezTo>
                    <a:pt x="130994" y="88099"/>
                    <a:pt x="133550" y="85546"/>
                    <a:pt x="133550" y="81715"/>
                  </a:cubicBezTo>
                  <a:lnTo>
                    <a:pt x="133550" y="6384"/>
                  </a:lnTo>
                  <a:cubicBezTo>
                    <a:pt x="133550" y="2554"/>
                    <a:pt x="130994" y="0"/>
                    <a:pt x="127160" y="0"/>
                  </a:cubicBezTo>
                  <a:lnTo>
                    <a:pt x="6390" y="0"/>
                  </a:lnTo>
                  <a:cubicBezTo>
                    <a:pt x="2556" y="0"/>
                    <a:pt x="0" y="2554"/>
                    <a:pt x="0" y="6384"/>
                  </a:cubicBezTo>
                  <a:lnTo>
                    <a:pt x="0" y="81077"/>
                  </a:lnTo>
                  <a:cubicBezTo>
                    <a:pt x="0" y="84907"/>
                    <a:pt x="2556" y="88099"/>
                    <a:pt x="6390" y="88099"/>
                  </a:cubicBezTo>
                  <a:close/>
                  <a:moveTo>
                    <a:pt x="12780" y="12768"/>
                  </a:moveTo>
                  <a:lnTo>
                    <a:pt x="120770" y="12768"/>
                  </a:lnTo>
                  <a:lnTo>
                    <a:pt x="120770" y="74693"/>
                  </a:lnTo>
                  <a:lnTo>
                    <a:pt x="12780" y="74693"/>
                  </a:lnTo>
                  <a:lnTo>
                    <a:pt x="12780" y="12768"/>
                  </a:lnTo>
                  <a:close/>
                </a:path>
              </a:pathLst>
            </a:custGeom>
            <a:solidFill>
              <a:srgbClr val="007680"/>
            </a:solidFill>
            <a:ln w="6390" cap="flat">
              <a:noFill/>
              <a:prstDash val="solid"/>
              <a:miter/>
            </a:ln>
          </p:spPr>
          <p:txBody>
            <a:bodyPr rtlCol="0" anchor="ctr"/>
            <a:lstStyle/>
            <a:p>
              <a:endParaRPr lang="en-US"/>
            </a:p>
          </p:txBody>
        </p:sp>
        <p:sp>
          <p:nvSpPr>
            <p:cNvPr id="1262" name="Graphic 1100">
              <a:extLst>
                <a:ext uri="{FF2B5EF4-FFF2-40B4-BE49-F238E27FC236}">
                  <a16:creationId xmlns:a16="http://schemas.microsoft.com/office/drawing/2014/main" id="{5F2E44CC-3633-EB41-B96A-9887F5A7108B}"/>
                </a:ext>
              </a:extLst>
            </p:cNvPr>
            <p:cNvSpPr/>
            <p:nvPr/>
          </p:nvSpPr>
          <p:spPr>
            <a:xfrm>
              <a:off x="2780261" y="4554659"/>
              <a:ext cx="14057" cy="14044"/>
            </a:xfrm>
            <a:custGeom>
              <a:avLst/>
              <a:gdLst>
                <a:gd name="connsiteX0" fmla="*/ 7029 w 14057"/>
                <a:gd name="connsiteY0" fmla="*/ 14045 h 14044"/>
                <a:gd name="connsiteX1" fmla="*/ 14058 w 14057"/>
                <a:gd name="connsiteY1" fmla="*/ 7022 h 14044"/>
                <a:gd name="connsiteX2" fmla="*/ 7029 w 14057"/>
                <a:gd name="connsiteY2" fmla="*/ 0 h 14044"/>
                <a:gd name="connsiteX3" fmla="*/ 0 w 14057"/>
                <a:gd name="connsiteY3" fmla="*/ 7022 h 14044"/>
                <a:gd name="connsiteX4" fmla="*/ 0 w 14057"/>
                <a:gd name="connsiteY4" fmla="*/ 7022 h 14044"/>
                <a:gd name="connsiteX5" fmla="*/ 7029 w 14057"/>
                <a:gd name="connsiteY5" fmla="*/ 14045 h 14044"/>
                <a:gd name="connsiteX6" fmla="*/ 7029 w 14057"/>
                <a:gd name="connsiteY6" fmla="*/ 14045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57" h="14044">
                  <a:moveTo>
                    <a:pt x="7029" y="14045"/>
                  </a:moveTo>
                  <a:cubicBezTo>
                    <a:pt x="10863" y="14045"/>
                    <a:pt x="14058" y="10853"/>
                    <a:pt x="14058" y="7022"/>
                  </a:cubicBezTo>
                  <a:cubicBezTo>
                    <a:pt x="14058" y="3192"/>
                    <a:pt x="10863" y="0"/>
                    <a:pt x="7029" y="0"/>
                  </a:cubicBezTo>
                  <a:cubicBezTo>
                    <a:pt x="3195" y="0"/>
                    <a:pt x="0" y="3192"/>
                    <a:pt x="0" y="7022"/>
                  </a:cubicBezTo>
                  <a:cubicBezTo>
                    <a:pt x="0" y="7022"/>
                    <a:pt x="0" y="7022"/>
                    <a:pt x="0" y="7022"/>
                  </a:cubicBezTo>
                  <a:cubicBezTo>
                    <a:pt x="0" y="10853"/>
                    <a:pt x="3195" y="14045"/>
                    <a:pt x="7029" y="14045"/>
                  </a:cubicBezTo>
                  <a:cubicBezTo>
                    <a:pt x="7029" y="14045"/>
                    <a:pt x="7029" y="14045"/>
                    <a:pt x="7029" y="14045"/>
                  </a:cubicBezTo>
                  <a:close/>
                </a:path>
              </a:pathLst>
            </a:custGeom>
            <a:solidFill>
              <a:srgbClr val="007680"/>
            </a:solidFill>
            <a:ln w="6390" cap="flat">
              <a:noFill/>
              <a:prstDash val="solid"/>
              <a:miter/>
            </a:ln>
          </p:spPr>
          <p:txBody>
            <a:bodyPr rtlCol="0" anchor="ctr"/>
            <a:lstStyle/>
            <a:p>
              <a:endParaRPr lang="en-US"/>
            </a:p>
          </p:txBody>
        </p:sp>
        <p:sp>
          <p:nvSpPr>
            <p:cNvPr id="1263" name="Graphic 1100">
              <a:extLst>
                <a:ext uri="{FF2B5EF4-FFF2-40B4-BE49-F238E27FC236}">
                  <a16:creationId xmlns:a16="http://schemas.microsoft.com/office/drawing/2014/main" id="{B249EEA5-79C1-194A-B495-CEDF35241A39}"/>
                </a:ext>
              </a:extLst>
            </p:cNvPr>
            <p:cNvSpPr/>
            <p:nvPr/>
          </p:nvSpPr>
          <p:spPr>
            <a:xfrm>
              <a:off x="2686968" y="4555297"/>
              <a:ext cx="54314" cy="12767"/>
            </a:xfrm>
            <a:custGeom>
              <a:avLst/>
              <a:gdLst>
                <a:gd name="connsiteX0" fmla="*/ 6390 w 54314"/>
                <a:gd name="connsiteY0" fmla="*/ 12768 h 12767"/>
                <a:gd name="connsiteX1" fmla="*/ 47925 w 54314"/>
                <a:gd name="connsiteY1" fmla="*/ 12768 h 12767"/>
                <a:gd name="connsiteX2" fmla="*/ 54314 w 54314"/>
                <a:gd name="connsiteY2" fmla="*/ 6384 h 12767"/>
                <a:gd name="connsiteX3" fmla="*/ 47925 w 54314"/>
                <a:gd name="connsiteY3" fmla="*/ 0 h 12767"/>
                <a:gd name="connsiteX4" fmla="*/ 6390 w 54314"/>
                <a:gd name="connsiteY4" fmla="*/ 0 h 12767"/>
                <a:gd name="connsiteX5" fmla="*/ 0 w 54314"/>
                <a:gd name="connsiteY5" fmla="*/ 6384 h 12767"/>
                <a:gd name="connsiteX6" fmla="*/ 6390 w 54314"/>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314" h="12767">
                  <a:moveTo>
                    <a:pt x="6390" y="12768"/>
                  </a:moveTo>
                  <a:lnTo>
                    <a:pt x="47925" y="12768"/>
                  </a:lnTo>
                  <a:cubicBezTo>
                    <a:pt x="51759" y="12768"/>
                    <a:pt x="54314" y="10215"/>
                    <a:pt x="54314" y="6384"/>
                  </a:cubicBezTo>
                  <a:cubicBezTo>
                    <a:pt x="54314" y="2554"/>
                    <a:pt x="51759" y="0"/>
                    <a:pt x="47925" y="0"/>
                  </a:cubicBezTo>
                  <a:lnTo>
                    <a:pt x="6390" y="0"/>
                  </a:lnTo>
                  <a:cubicBezTo>
                    <a:pt x="2556" y="0"/>
                    <a:pt x="0" y="2554"/>
                    <a:pt x="0" y="6384"/>
                  </a:cubicBezTo>
                  <a:cubicBezTo>
                    <a:pt x="0" y="10215"/>
                    <a:pt x="2556" y="12768"/>
                    <a:pt x="6390" y="12768"/>
                  </a:cubicBezTo>
                  <a:close/>
                </a:path>
              </a:pathLst>
            </a:custGeom>
            <a:solidFill>
              <a:srgbClr val="007680"/>
            </a:solidFill>
            <a:ln w="6390" cap="flat">
              <a:noFill/>
              <a:prstDash val="solid"/>
              <a:miter/>
            </a:ln>
          </p:spPr>
          <p:txBody>
            <a:bodyPr rtlCol="0" anchor="ctr"/>
            <a:lstStyle/>
            <a:p>
              <a:endParaRPr lang="en-US"/>
            </a:p>
          </p:txBody>
        </p:sp>
      </p:grpSp>
      <p:grpSp>
        <p:nvGrpSpPr>
          <p:cNvPr id="1264" name="Graphic 1100">
            <a:extLst>
              <a:ext uri="{FF2B5EF4-FFF2-40B4-BE49-F238E27FC236}">
                <a16:creationId xmlns:a16="http://schemas.microsoft.com/office/drawing/2014/main" id="{C9FE601E-CD05-FF46-8B71-4578BA8BA101}"/>
              </a:ext>
            </a:extLst>
          </p:cNvPr>
          <p:cNvGrpSpPr/>
          <p:nvPr/>
        </p:nvGrpSpPr>
        <p:grpSpPr>
          <a:xfrm>
            <a:off x="2998797" y="4312706"/>
            <a:ext cx="362309" cy="361971"/>
            <a:chOff x="2998797" y="4312706"/>
            <a:chExt cx="362309" cy="361971"/>
          </a:xfrm>
          <a:solidFill>
            <a:srgbClr val="007680"/>
          </a:solidFill>
        </p:grpSpPr>
        <p:sp>
          <p:nvSpPr>
            <p:cNvPr id="1265" name="Graphic 1100">
              <a:extLst>
                <a:ext uri="{FF2B5EF4-FFF2-40B4-BE49-F238E27FC236}">
                  <a16:creationId xmlns:a16="http://schemas.microsoft.com/office/drawing/2014/main" id="{8978C9EA-EBD3-B54A-A913-29D912D7C7C5}"/>
                </a:ext>
              </a:extLst>
            </p:cNvPr>
            <p:cNvSpPr/>
            <p:nvPr/>
          </p:nvSpPr>
          <p:spPr>
            <a:xfrm>
              <a:off x="3125318" y="4432086"/>
              <a:ext cx="107989" cy="61924"/>
            </a:xfrm>
            <a:custGeom>
              <a:avLst/>
              <a:gdLst>
                <a:gd name="connsiteX0" fmla="*/ 0 w 107989"/>
                <a:gd name="connsiteY0" fmla="*/ 0 h 61924"/>
                <a:gd name="connsiteX1" fmla="*/ 107990 w 107989"/>
                <a:gd name="connsiteY1" fmla="*/ 0 h 61924"/>
                <a:gd name="connsiteX2" fmla="*/ 107990 w 107989"/>
                <a:gd name="connsiteY2" fmla="*/ 61925 h 61924"/>
                <a:gd name="connsiteX3" fmla="*/ 0 w 107989"/>
                <a:gd name="connsiteY3" fmla="*/ 61925 h 61924"/>
              </a:gdLst>
              <a:ahLst/>
              <a:cxnLst>
                <a:cxn ang="0">
                  <a:pos x="connsiteX0" y="connsiteY0"/>
                </a:cxn>
                <a:cxn ang="0">
                  <a:pos x="connsiteX1" y="connsiteY1"/>
                </a:cxn>
                <a:cxn ang="0">
                  <a:pos x="connsiteX2" y="connsiteY2"/>
                </a:cxn>
                <a:cxn ang="0">
                  <a:pos x="connsiteX3" y="connsiteY3"/>
                </a:cxn>
              </a:cxnLst>
              <a:rect l="l" t="t" r="r" b="b"/>
              <a:pathLst>
                <a:path w="107989" h="61924">
                  <a:moveTo>
                    <a:pt x="0" y="0"/>
                  </a:moveTo>
                  <a:lnTo>
                    <a:pt x="107990" y="0"/>
                  </a:lnTo>
                  <a:lnTo>
                    <a:pt x="107990" y="61925"/>
                  </a:lnTo>
                  <a:lnTo>
                    <a:pt x="0" y="61925"/>
                  </a:lnTo>
                  <a:close/>
                </a:path>
              </a:pathLst>
            </a:custGeom>
            <a:solidFill>
              <a:srgbClr val="007680"/>
            </a:solidFill>
            <a:ln w="6390" cap="flat">
              <a:noFill/>
              <a:prstDash val="solid"/>
              <a:miter/>
            </a:ln>
          </p:spPr>
          <p:txBody>
            <a:bodyPr rtlCol="0" anchor="ctr"/>
            <a:lstStyle/>
            <a:p>
              <a:endParaRPr lang="en-US"/>
            </a:p>
          </p:txBody>
        </p:sp>
        <p:sp>
          <p:nvSpPr>
            <p:cNvPr id="1266" name="Graphic 1100">
              <a:extLst>
                <a:ext uri="{FF2B5EF4-FFF2-40B4-BE49-F238E27FC236}">
                  <a16:creationId xmlns:a16="http://schemas.microsoft.com/office/drawing/2014/main" id="{68BE070A-F453-044B-AAD0-9AB1BCAFA6B5}"/>
                </a:ext>
              </a:extLst>
            </p:cNvPr>
            <p:cNvSpPr/>
            <p:nvPr/>
          </p:nvSpPr>
          <p:spPr>
            <a:xfrm>
              <a:off x="3095285" y="4402081"/>
              <a:ext cx="168055" cy="123210"/>
            </a:xfrm>
            <a:custGeom>
              <a:avLst/>
              <a:gdLst>
                <a:gd name="connsiteX0" fmla="*/ 0 w 168055"/>
                <a:gd name="connsiteY0" fmla="*/ 123211 h 123210"/>
                <a:gd name="connsiteX1" fmla="*/ 168055 w 168055"/>
                <a:gd name="connsiteY1" fmla="*/ 123211 h 123210"/>
                <a:gd name="connsiteX2" fmla="*/ 168055 w 168055"/>
                <a:gd name="connsiteY2" fmla="*/ 0 h 123210"/>
                <a:gd name="connsiteX3" fmla="*/ 0 w 168055"/>
                <a:gd name="connsiteY3" fmla="*/ 0 h 123210"/>
                <a:gd name="connsiteX4" fmla="*/ 0 w 168055"/>
                <a:gd name="connsiteY4" fmla="*/ 123211 h 123210"/>
                <a:gd name="connsiteX5" fmla="*/ 17253 w 168055"/>
                <a:gd name="connsiteY5" fmla="*/ 23621 h 123210"/>
                <a:gd name="connsiteX6" fmla="*/ 23643 w 168055"/>
                <a:gd name="connsiteY6" fmla="*/ 17237 h 123210"/>
                <a:gd name="connsiteX7" fmla="*/ 144413 w 168055"/>
                <a:gd name="connsiteY7" fmla="*/ 17237 h 123210"/>
                <a:gd name="connsiteX8" fmla="*/ 150803 w 168055"/>
                <a:gd name="connsiteY8" fmla="*/ 23621 h 123210"/>
                <a:gd name="connsiteX9" fmla="*/ 150803 w 168055"/>
                <a:gd name="connsiteY9" fmla="*/ 98313 h 123210"/>
                <a:gd name="connsiteX10" fmla="*/ 144413 w 168055"/>
                <a:gd name="connsiteY10" fmla="*/ 104697 h 123210"/>
                <a:gd name="connsiteX11" fmla="*/ 23643 w 168055"/>
                <a:gd name="connsiteY11" fmla="*/ 104697 h 123210"/>
                <a:gd name="connsiteX12" fmla="*/ 17253 w 168055"/>
                <a:gd name="connsiteY12" fmla="*/ 98313 h 123210"/>
                <a:gd name="connsiteX13" fmla="*/ 17253 w 168055"/>
                <a:gd name="connsiteY13" fmla="*/ 23621 h 12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055" h="123210">
                  <a:moveTo>
                    <a:pt x="0" y="123211"/>
                  </a:moveTo>
                  <a:lnTo>
                    <a:pt x="168055" y="123211"/>
                  </a:lnTo>
                  <a:lnTo>
                    <a:pt x="168055" y="0"/>
                  </a:lnTo>
                  <a:lnTo>
                    <a:pt x="0" y="0"/>
                  </a:lnTo>
                  <a:lnTo>
                    <a:pt x="0" y="123211"/>
                  </a:lnTo>
                  <a:close/>
                  <a:moveTo>
                    <a:pt x="17253" y="23621"/>
                  </a:moveTo>
                  <a:cubicBezTo>
                    <a:pt x="17253" y="19791"/>
                    <a:pt x="19809" y="17237"/>
                    <a:pt x="23643" y="17237"/>
                  </a:cubicBezTo>
                  <a:lnTo>
                    <a:pt x="144413" y="17237"/>
                  </a:lnTo>
                  <a:cubicBezTo>
                    <a:pt x="148247" y="17237"/>
                    <a:pt x="150803" y="19791"/>
                    <a:pt x="150803" y="23621"/>
                  </a:cubicBezTo>
                  <a:lnTo>
                    <a:pt x="150803" y="98313"/>
                  </a:lnTo>
                  <a:cubicBezTo>
                    <a:pt x="150803" y="102144"/>
                    <a:pt x="148247" y="104697"/>
                    <a:pt x="144413" y="104697"/>
                  </a:cubicBezTo>
                  <a:lnTo>
                    <a:pt x="23643" y="104697"/>
                  </a:lnTo>
                  <a:cubicBezTo>
                    <a:pt x="19809" y="104697"/>
                    <a:pt x="17253" y="102144"/>
                    <a:pt x="17253" y="98313"/>
                  </a:cubicBezTo>
                  <a:lnTo>
                    <a:pt x="17253" y="23621"/>
                  </a:lnTo>
                  <a:close/>
                </a:path>
              </a:pathLst>
            </a:custGeom>
            <a:solidFill>
              <a:srgbClr val="007680"/>
            </a:solidFill>
            <a:ln w="6390" cap="flat">
              <a:noFill/>
              <a:prstDash val="solid"/>
              <a:miter/>
            </a:ln>
          </p:spPr>
          <p:txBody>
            <a:bodyPr rtlCol="0" anchor="ctr"/>
            <a:lstStyle/>
            <a:p>
              <a:endParaRPr lang="en-US"/>
            </a:p>
          </p:txBody>
        </p:sp>
        <p:sp>
          <p:nvSpPr>
            <p:cNvPr id="1267" name="Graphic 1100">
              <a:extLst>
                <a:ext uri="{FF2B5EF4-FFF2-40B4-BE49-F238E27FC236}">
                  <a16:creationId xmlns:a16="http://schemas.microsoft.com/office/drawing/2014/main" id="{3A1DD814-02B4-9144-8CA4-296570FFCE93}"/>
                </a:ext>
              </a:extLst>
            </p:cNvPr>
            <p:cNvSpPr/>
            <p:nvPr/>
          </p:nvSpPr>
          <p:spPr>
            <a:xfrm>
              <a:off x="2998797" y="4312706"/>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277962 w 362309"/>
                <a:gd name="connsiteY6" fmla="*/ 218971 h 361971"/>
                <a:gd name="connsiteX7" fmla="*/ 271572 w 362309"/>
                <a:gd name="connsiteY7" fmla="*/ 225355 h 361971"/>
                <a:gd name="connsiteX8" fmla="*/ 262626 w 362309"/>
                <a:gd name="connsiteY8" fmla="*/ 225355 h 361971"/>
                <a:gd name="connsiteX9" fmla="*/ 262626 w 362309"/>
                <a:gd name="connsiteY9" fmla="*/ 278980 h 361971"/>
                <a:gd name="connsiteX10" fmla="*/ 256237 w 362309"/>
                <a:gd name="connsiteY10" fmla="*/ 285364 h 361971"/>
                <a:gd name="connsiteX11" fmla="*/ 106073 w 362309"/>
                <a:gd name="connsiteY11" fmla="*/ 285364 h 361971"/>
                <a:gd name="connsiteX12" fmla="*/ 99683 w 362309"/>
                <a:gd name="connsiteY12" fmla="*/ 278980 h 361971"/>
                <a:gd name="connsiteX13" fmla="*/ 99683 w 362309"/>
                <a:gd name="connsiteY13" fmla="*/ 225355 h 361971"/>
                <a:gd name="connsiteX14" fmla="*/ 90737 w 362309"/>
                <a:gd name="connsiteY14" fmla="*/ 225355 h 361971"/>
                <a:gd name="connsiteX15" fmla="*/ 84347 w 362309"/>
                <a:gd name="connsiteY15" fmla="*/ 218971 h 361971"/>
                <a:gd name="connsiteX16" fmla="*/ 84347 w 362309"/>
                <a:gd name="connsiteY16" fmla="*/ 82992 h 361971"/>
                <a:gd name="connsiteX17" fmla="*/ 90737 w 362309"/>
                <a:gd name="connsiteY17" fmla="*/ 76608 h 361971"/>
                <a:gd name="connsiteX18" fmla="*/ 271572 w 362309"/>
                <a:gd name="connsiteY18" fmla="*/ 76608 h 361971"/>
                <a:gd name="connsiteX19" fmla="*/ 277962 w 362309"/>
                <a:gd name="connsiteY19" fmla="*/ 82992 h 361971"/>
                <a:gd name="connsiteX20" fmla="*/ 277962 w 362309"/>
                <a:gd name="connsiteY20" fmla="*/ 82992 h 361971"/>
                <a:gd name="connsiteX21" fmla="*/ 277962 w 362309"/>
                <a:gd name="connsiteY21" fmla="*/ 21897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0667"/>
                  </a:cubicBezTo>
                  <a:cubicBezTo>
                    <a:pt x="362310" y="81077"/>
                    <a:pt x="281157" y="0"/>
                    <a:pt x="180835" y="0"/>
                  </a:cubicBezTo>
                  <a:cubicBezTo>
                    <a:pt x="180835" y="0"/>
                    <a:pt x="180835" y="0"/>
                    <a:pt x="180835" y="0"/>
                  </a:cubicBezTo>
                  <a:close/>
                  <a:moveTo>
                    <a:pt x="277962" y="218971"/>
                  </a:moveTo>
                  <a:cubicBezTo>
                    <a:pt x="277962" y="222801"/>
                    <a:pt x="275407" y="225355"/>
                    <a:pt x="271572" y="225355"/>
                  </a:cubicBezTo>
                  <a:lnTo>
                    <a:pt x="262626" y="225355"/>
                  </a:lnTo>
                  <a:lnTo>
                    <a:pt x="262626" y="278980"/>
                  </a:lnTo>
                  <a:cubicBezTo>
                    <a:pt x="262626" y="282810"/>
                    <a:pt x="260071" y="285364"/>
                    <a:pt x="256237" y="285364"/>
                  </a:cubicBezTo>
                  <a:lnTo>
                    <a:pt x="106073" y="285364"/>
                  </a:lnTo>
                  <a:cubicBezTo>
                    <a:pt x="102239" y="285364"/>
                    <a:pt x="99683" y="282810"/>
                    <a:pt x="99683" y="278980"/>
                  </a:cubicBezTo>
                  <a:lnTo>
                    <a:pt x="99683" y="225355"/>
                  </a:lnTo>
                  <a:lnTo>
                    <a:pt x="90737" y="225355"/>
                  </a:lnTo>
                  <a:cubicBezTo>
                    <a:pt x="86903" y="225355"/>
                    <a:pt x="84347" y="222801"/>
                    <a:pt x="84347" y="218971"/>
                  </a:cubicBezTo>
                  <a:lnTo>
                    <a:pt x="84347" y="82992"/>
                  </a:lnTo>
                  <a:cubicBezTo>
                    <a:pt x="84347" y="79162"/>
                    <a:pt x="86903" y="76608"/>
                    <a:pt x="90737" y="76608"/>
                  </a:cubicBezTo>
                  <a:lnTo>
                    <a:pt x="271572" y="76608"/>
                  </a:lnTo>
                  <a:cubicBezTo>
                    <a:pt x="275407" y="76608"/>
                    <a:pt x="277962" y="79162"/>
                    <a:pt x="277962" y="82992"/>
                  </a:cubicBezTo>
                  <a:cubicBezTo>
                    <a:pt x="277962" y="82992"/>
                    <a:pt x="277962" y="82992"/>
                    <a:pt x="277962" y="82992"/>
                  </a:cubicBezTo>
                  <a:lnTo>
                    <a:pt x="277962" y="218971"/>
                  </a:lnTo>
                  <a:close/>
                </a:path>
              </a:pathLst>
            </a:custGeom>
            <a:solidFill>
              <a:srgbClr val="007680"/>
            </a:solidFill>
            <a:ln w="6390" cap="flat">
              <a:noFill/>
              <a:prstDash val="solid"/>
              <a:miter/>
            </a:ln>
          </p:spPr>
          <p:txBody>
            <a:bodyPr rtlCol="0" anchor="ctr"/>
            <a:lstStyle/>
            <a:p>
              <a:endParaRPr lang="en-US"/>
            </a:p>
          </p:txBody>
        </p:sp>
        <p:sp>
          <p:nvSpPr>
            <p:cNvPr id="1268" name="Graphic 1100">
              <a:extLst>
                <a:ext uri="{FF2B5EF4-FFF2-40B4-BE49-F238E27FC236}">
                  <a16:creationId xmlns:a16="http://schemas.microsoft.com/office/drawing/2014/main" id="{7A938D7D-E141-F645-9A55-893EFEA06B66}"/>
                </a:ext>
              </a:extLst>
            </p:cNvPr>
            <p:cNvSpPr/>
            <p:nvPr/>
          </p:nvSpPr>
          <p:spPr>
            <a:xfrm>
              <a:off x="3110621" y="4538060"/>
              <a:ext cx="137383" cy="47241"/>
            </a:xfrm>
            <a:custGeom>
              <a:avLst/>
              <a:gdLst>
                <a:gd name="connsiteX0" fmla="*/ 0 w 137383"/>
                <a:gd name="connsiteY0" fmla="*/ 47242 h 47241"/>
                <a:gd name="connsiteX1" fmla="*/ 137384 w 137383"/>
                <a:gd name="connsiteY1" fmla="*/ 47242 h 47241"/>
                <a:gd name="connsiteX2" fmla="*/ 137384 w 137383"/>
                <a:gd name="connsiteY2" fmla="*/ 0 h 47241"/>
                <a:gd name="connsiteX3" fmla="*/ 0 w 137383"/>
                <a:gd name="connsiteY3" fmla="*/ 0 h 47241"/>
                <a:gd name="connsiteX4" fmla="*/ 0 w 137383"/>
                <a:gd name="connsiteY4" fmla="*/ 47242 h 47241"/>
                <a:gd name="connsiteX5" fmla="*/ 114380 w 137383"/>
                <a:gd name="connsiteY5" fmla="*/ 16599 h 47241"/>
                <a:gd name="connsiteX6" fmla="*/ 121409 w 137383"/>
                <a:gd name="connsiteY6" fmla="*/ 23621 h 47241"/>
                <a:gd name="connsiteX7" fmla="*/ 114380 w 137383"/>
                <a:gd name="connsiteY7" fmla="*/ 30643 h 47241"/>
                <a:gd name="connsiteX8" fmla="*/ 107351 w 137383"/>
                <a:gd name="connsiteY8" fmla="*/ 23621 h 47241"/>
                <a:gd name="connsiteX9" fmla="*/ 107351 w 137383"/>
                <a:gd name="connsiteY9" fmla="*/ 23621 h 47241"/>
                <a:gd name="connsiteX10" fmla="*/ 114380 w 137383"/>
                <a:gd name="connsiteY10" fmla="*/ 16599 h 47241"/>
                <a:gd name="connsiteX11" fmla="*/ 114380 w 137383"/>
                <a:gd name="connsiteY11" fmla="*/ 16599 h 47241"/>
                <a:gd name="connsiteX12" fmla="*/ 114380 w 137383"/>
                <a:gd name="connsiteY12" fmla="*/ 16599 h 47241"/>
                <a:gd name="connsiteX13" fmla="*/ 20448 w 137383"/>
                <a:gd name="connsiteY13" fmla="*/ 17237 h 47241"/>
                <a:gd name="connsiteX14" fmla="*/ 61982 w 137383"/>
                <a:gd name="connsiteY14" fmla="*/ 17237 h 47241"/>
                <a:gd name="connsiteX15" fmla="*/ 68372 w 137383"/>
                <a:gd name="connsiteY15" fmla="*/ 23621 h 47241"/>
                <a:gd name="connsiteX16" fmla="*/ 61982 w 137383"/>
                <a:gd name="connsiteY16" fmla="*/ 30005 h 47241"/>
                <a:gd name="connsiteX17" fmla="*/ 20448 w 137383"/>
                <a:gd name="connsiteY17" fmla="*/ 30005 h 47241"/>
                <a:gd name="connsiteX18" fmla="*/ 14058 w 137383"/>
                <a:gd name="connsiteY18" fmla="*/ 23621 h 47241"/>
                <a:gd name="connsiteX19" fmla="*/ 20448 w 137383"/>
                <a:gd name="connsiteY19" fmla="*/ 17237 h 4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7383" h="47241">
                  <a:moveTo>
                    <a:pt x="0" y="47242"/>
                  </a:moveTo>
                  <a:lnTo>
                    <a:pt x="137384" y="47242"/>
                  </a:lnTo>
                  <a:lnTo>
                    <a:pt x="137384" y="0"/>
                  </a:lnTo>
                  <a:lnTo>
                    <a:pt x="0" y="0"/>
                  </a:lnTo>
                  <a:lnTo>
                    <a:pt x="0" y="47242"/>
                  </a:lnTo>
                  <a:close/>
                  <a:moveTo>
                    <a:pt x="114380" y="16599"/>
                  </a:moveTo>
                  <a:cubicBezTo>
                    <a:pt x="118214" y="16599"/>
                    <a:pt x="121409" y="19791"/>
                    <a:pt x="121409" y="23621"/>
                  </a:cubicBezTo>
                  <a:cubicBezTo>
                    <a:pt x="121409" y="27451"/>
                    <a:pt x="118214" y="30643"/>
                    <a:pt x="114380" y="30643"/>
                  </a:cubicBezTo>
                  <a:cubicBezTo>
                    <a:pt x="110546" y="30643"/>
                    <a:pt x="107351" y="27451"/>
                    <a:pt x="107351" y="23621"/>
                  </a:cubicBezTo>
                  <a:lnTo>
                    <a:pt x="107351" y="23621"/>
                  </a:lnTo>
                  <a:cubicBezTo>
                    <a:pt x="107351" y="19791"/>
                    <a:pt x="110546" y="16599"/>
                    <a:pt x="114380" y="16599"/>
                  </a:cubicBezTo>
                  <a:cubicBezTo>
                    <a:pt x="114380" y="16599"/>
                    <a:pt x="114380" y="16599"/>
                    <a:pt x="114380" y="16599"/>
                  </a:cubicBezTo>
                  <a:lnTo>
                    <a:pt x="114380" y="16599"/>
                  </a:lnTo>
                  <a:close/>
                  <a:moveTo>
                    <a:pt x="20448" y="17237"/>
                  </a:moveTo>
                  <a:lnTo>
                    <a:pt x="61982" y="17237"/>
                  </a:lnTo>
                  <a:cubicBezTo>
                    <a:pt x="65816" y="17237"/>
                    <a:pt x="68372" y="19791"/>
                    <a:pt x="68372" y="23621"/>
                  </a:cubicBezTo>
                  <a:cubicBezTo>
                    <a:pt x="68372" y="27451"/>
                    <a:pt x="65816" y="30005"/>
                    <a:pt x="61982" y="30005"/>
                  </a:cubicBezTo>
                  <a:lnTo>
                    <a:pt x="20448" y="30005"/>
                  </a:lnTo>
                  <a:cubicBezTo>
                    <a:pt x="16614" y="30005"/>
                    <a:pt x="14058" y="27451"/>
                    <a:pt x="14058" y="23621"/>
                  </a:cubicBezTo>
                  <a:cubicBezTo>
                    <a:pt x="14058" y="19791"/>
                    <a:pt x="16614" y="17237"/>
                    <a:pt x="20448" y="17237"/>
                  </a:cubicBezTo>
                  <a:close/>
                </a:path>
              </a:pathLst>
            </a:custGeom>
            <a:solidFill>
              <a:srgbClr val="007680"/>
            </a:solidFill>
            <a:ln w="6390" cap="flat">
              <a:noFill/>
              <a:prstDash val="solid"/>
              <a:miter/>
            </a:ln>
          </p:spPr>
          <p:txBody>
            <a:bodyPr rtlCol="0" anchor="ctr"/>
            <a:lstStyle/>
            <a:p>
              <a:endParaRPr lang="en-US"/>
            </a:p>
          </p:txBody>
        </p:sp>
      </p:grpSp>
      <p:grpSp>
        <p:nvGrpSpPr>
          <p:cNvPr id="1269" name="Graphic 1100">
            <a:extLst>
              <a:ext uri="{FF2B5EF4-FFF2-40B4-BE49-F238E27FC236}">
                <a16:creationId xmlns:a16="http://schemas.microsoft.com/office/drawing/2014/main" id="{0F907DE6-D3A7-9540-8118-46A09536EFF9}"/>
              </a:ext>
            </a:extLst>
          </p:cNvPr>
          <p:cNvGrpSpPr/>
          <p:nvPr/>
        </p:nvGrpSpPr>
        <p:grpSpPr>
          <a:xfrm>
            <a:off x="467104" y="3828162"/>
            <a:ext cx="362309" cy="361971"/>
            <a:chOff x="467104" y="3828162"/>
            <a:chExt cx="362309" cy="361971"/>
          </a:xfrm>
          <a:solidFill>
            <a:srgbClr val="007680"/>
          </a:solidFill>
        </p:grpSpPr>
        <p:sp>
          <p:nvSpPr>
            <p:cNvPr id="1270" name="Graphic 1100">
              <a:extLst>
                <a:ext uri="{FF2B5EF4-FFF2-40B4-BE49-F238E27FC236}">
                  <a16:creationId xmlns:a16="http://schemas.microsoft.com/office/drawing/2014/main" id="{E2F3B2E7-CB00-414C-80D5-281BFBFAF139}"/>
                </a:ext>
              </a:extLst>
            </p:cNvPr>
            <p:cNvSpPr/>
            <p:nvPr/>
          </p:nvSpPr>
          <p:spPr>
            <a:xfrm>
              <a:off x="467104" y="3828162"/>
              <a:ext cx="362309" cy="361971"/>
            </a:xfrm>
            <a:custGeom>
              <a:avLst/>
              <a:gdLst>
                <a:gd name="connsiteX0" fmla="*/ 181474 w 362309"/>
                <a:gd name="connsiteY0" fmla="*/ 0 h 361971"/>
                <a:gd name="connsiteX1" fmla="*/ 0 w 362309"/>
                <a:gd name="connsiteY1" fmla="*/ 180667 h 361971"/>
                <a:gd name="connsiteX2" fmla="*/ 181474 w 362309"/>
                <a:gd name="connsiteY2" fmla="*/ 361971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349204 h 361971"/>
                <a:gd name="connsiteX7" fmla="*/ 13419 w 362309"/>
                <a:gd name="connsiteY7" fmla="*/ 181305 h 361971"/>
                <a:gd name="connsiteX8" fmla="*/ 181474 w 362309"/>
                <a:gd name="connsiteY8" fmla="*/ 12768 h 361971"/>
                <a:gd name="connsiteX9" fmla="*/ 349530 w 362309"/>
                <a:gd name="connsiteY9" fmla="*/ 181305 h 361971"/>
                <a:gd name="connsiteX10" fmla="*/ 349530 w 362309"/>
                <a:gd name="connsiteY10" fmla="*/ 181305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895"/>
                    <a:pt x="81152" y="361971"/>
                    <a:pt x="181474" y="361971"/>
                  </a:cubicBezTo>
                  <a:cubicBezTo>
                    <a:pt x="281796" y="361971"/>
                    <a:pt x="362309" y="280895"/>
                    <a:pt x="362309" y="180667"/>
                  </a:cubicBezTo>
                  <a:lnTo>
                    <a:pt x="362309" y="180667"/>
                  </a:lnTo>
                  <a:cubicBezTo>
                    <a:pt x="362309" y="81076"/>
                    <a:pt x="281157"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1271" name="Graphic 1100">
              <a:extLst>
                <a:ext uri="{FF2B5EF4-FFF2-40B4-BE49-F238E27FC236}">
                  <a16:creationId xmlns:a16="http://schemas.microsoft.com/office/drawing/2014/main" id="{27601CF6-D22E-914D-A8DA-AA71793945B0}"/>
                </a:ext>
              </a:extLst>
            </p:cNvPr>
            <p:cNvSpPr/>
            <p:nvPr/>
          </p:nvSpPr>
          <p:spPr>
            <a:xfrm>
              <a:off x="550173" y="3984569"/>
              <a:ext cx="196810" cy="143639"/>
            </a:xfrm>
            <a:custGeom>
              <a:avLst/>
              <a:gdLst>
                <a:gd name="connsiteX0" fmla="*/ 190420 w 196810"/>
                <a:gd name="connsiteY0" fmla="*/ 0 h 143639"/>
                <a:gd name="connsiteX1" fmla="*/ 6390 w 196810"/>
                <a:gd name="connsiteY1" fmla="*/ 0 h 143639"/>
                <a:gd name="connsiteX2" fmla="*/ 0 w 196810"/>
                <a:gd name="connsiteY2" fmla="*/ 6384 h 143639"/>
                <a:gd name="connsiteX3" fmla="*/ 0 w 196810"/>
                <a:gd name="connsiteY3" fmla="*/ 111081 h 143639"/>
                <a:gd name="connsiteX4" fmla="*/ 6390 w 196810"/>
                <a:gd name="connsiteY4" fmla="*/ 117465 h 143639"/>
                <a:gd name="connsiteX5" fmla="*/ 39618 w 196810"/>
                <a:gd name="connsiteY5" fmla="*/ 117465 h 143639"/>
                <a:gd name="connsiteX6" fmla="*/ 39618 w 196810"/>
                <a:gd name="connsiteY6" fmla="*/ 137256 h 143639"/>
                <a:gd name="connsiteX7" fmla="*/ 46008 w 196810"/>
                <a:gd name="connsiteY7" fmla="*/ 143640 h 143639"/>
                <a:gd name="connsiteX8" fmla="*/ 150803 w 196810"/>
                <a:gd name="connsiteY8" fmla="*/ 143640 h 143639"/>
                <a:gd name="connsiteX9" fmla="*/ 157192 w 196810"/>
                <a:gd name="connsiteY9" fmla="*/ 137256 h 143639"/>
                <a:gd name="connsiteX10" fmla="*/ 157192 w 196810"/>
                <a:gd name="connsiteY10" fmla="*/ 117465 h 143639"/>
                <a:gd name="connsiteX11" fmla="*/ 190420 w 196810"/>
                <a:gd name="connsiteY11" fmla="*/ 117465 h 143639"/>
                <a:gd name="connsiteX12" fmla="*/ 196810 w 196810"/>
                <a:gd name="connsiteY12" fmla="*/ 111081 h 143639"/>
                <a:gd name="connsiteX13" fmla="*/ 196810 w 196810"/>
                <a:gd name="connsiteY13" fmla="*/ 6384 h 143639"/>
                <a:gd name="connsiteX14" fmla="*/ 190420 w 196810"/>
                <a:gd name="connsiteY14" fmla="*/ 0 h 143639"/>
                <a:gd name="connsiteX15" fmla="*/ 144413 w 196810"/>
                <a:gd name="connsiteY15" fmla="*/ 130872 h 143639"/>
                <a:gd name="connsiteX16" fmla="*/ 52398 w 196810"/>
                <a:gd name="connsiteY16" fmla="*/ 130872 h 143639"/>
                <a:gd name="connsiteX17" fmla="*/ 52398 w 196810"/>
                <a:gd name="connsiteY17" fmla="*/ 77884 h 143639"/>
                <a:gd name="connsiteX18" fmla="*/ 144413 w 196810"/>
                <a:gd name="connsiteY18" fmla="*/ 77884 h 143639"/>
                <a:gd name="connsiteX19" fmla="*/ 144413 w 196810"/>
                <a:gd name="connsiteY19" fmla="*/ 130872 h 143639"/>
                <a:gd name="connsiteX20" fmla="*/ 184030 w 196810"/>
                <a:gd name="connsiteY20" fmla="*/ 104697 h 143639"/>
                <a:gd name="connsiteX21" fmla="*/ 157192 w 196810"/>
                <a:gd name="connsiteY21" fmla="*/ 104697 h 143639"/>
                <a:gd name="connsiteX22" fmla="*/ 157192 w 196810"/>
                <a:gd name="connsiteY22" fmla="*/ 71500 h 143639"/>
                <a:gd name="connsiteX23" fmla="*/ 150803 w 196810"/>
                <a:gd name="connsiteY23" fmla="*/ 65116 h 143639"/>
                <a:gd name="connsiteX24" fmla="*/ 46008 w 196810"/>
                <a:gd name="connsiteY24" fmla="*/ 65116 h 143639"/>
                <a:gd name="connsiteX25" fmla="*/ 39618 w 196810"/>
                <a:gd name="connsiteY25" fmla="*/ 71500 h 143639"/>
                <a:gd name="connsiteX26" fmla="*/ 39618 w 196810"/>
                <a:gd name="connsiteY26" fmla="*/ 104697 h 143639"/>
                <a:gd name="connsiteX27" fmla="*/ 12780 w 196810"/>
                <a:gd name="connsiteY27" fmla="*/ 104697 h 143639"/>
                <a:gd name="connsiteX28" fmla="*/ 12780 w 196810"/>
                <a:gd name="connsiteY28" fmla="*/ 12768 h 143639"/>
                <a:gd name="connsiteX29" fmla="*/ 184030 w 196810"/>
                <a:gd name="connsiteY29" fmla="*/ 12768 h 143639"/>
                <a:gd name="connsiteX30" fmla="*/ 184030 w 196810"/>
                <a:gd name="connsiteY30" fmla="*/ 104697 h 143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810" h="143639">
                  <a:moveTo>
                    <a:pt x="190420" y="0"/>
                  </a:moveTo>
                  <a:lnTo>
                    <a:pt x="6390" y="0"/>
                  </a:lnTo>
                  <a:cubicBezTo>
                    <a:pt x="2556" y="0"/>
                    <a:pt x="0" y="2553"/>
                    <a:pt x="0" y="6384"/>
                  </a:cubicBezTo>
                  <a:lnTo>
                    <a:pt x="0" y="111081"/>
                  </a:lnTo>
                  <a:cubicBezTo>
                    <a:pt x="0" y="114912"/>
                    <a:pt x="2556" y="117465"/>
                    <a:pt x="6390" y="117465"/>
                  </a:cubicBezTo>
                  <a:lnTo>
                    <a:pt x="39618" y="117465"/>
                  </a:lnTo>
                  <a:lnTo>
                    <a:pt x="39618" y="137256"/>
                  </a:lnTo>
                  <a:cubicBezTo>
                    <a:pt x="39618" y="141086"/>
                    <a:pt x="42174" y="143640"/>
                    <a:pt x="46008" y="143640"/>
                  </a:cubicBezTo>
                  <a:lnTo>
                    <a:pt x="150803" y="143640"/>
                  </a:lnTo>
                  <a:cubicBezTo>
                    <a:pt x="154637" y="143640"/>
                    <a:pt x="157192" y="141086"/>
                    <a:pt x="157192" y="137256"/>
                  </a:cubicBezTo>
                  <a:lnTo>
                    <a:pt x="157192" y="117465"/>
                  </a:lnTo>
                  <a:lnTo>
                    <a:pt x="190420" y="117465"/>
                  </a:lnTo>
                  <a:cubicBezTo>
                    <a:pt x="194254" y="117465"/>
                    <a:pt x="196810" y="114912"/>
                    <a:pt x="196810" y="111081"/>
                  </a:cubicBezTo>
                  <a:lnTo>
                    <a:pt x="196810" y="6384"/>
                  </a:lnTo>
                  <a:cubicBezTo>
                    <a:pt x="196810" y="2553"/>
                    <a:pt x="193615" y="0"/>
                    <a:pt x="190420" y="0"/>
                  </a:cubicBezTo>
                  <a:close/>
                  <a:moveTo>
                    <a:pt x="144413" y="130872"/>
                  </a:moveTo>
                  <a:lnTo>
                    <a:pt x="52398" y="130872"/>
                  </a:lnTo>
                  <a:lnTo>
                    <a:pt x="52398" y="77884"/>
                  </a:lnTo>
                  <a:lnTo>
                    <a:pt x="144413" y="77884"/>
                  </a:lnTo>
                  <a:lnTo>
                    <a:pt x="144413" y="130872"/>
                  </a:lnTo>
                  <a:close/>
                  <a:moveTo>
                    <a:pt x="184030" y="104697"/>
                  </a:moveTo>
                  <a:lnTo>
                    <a:pt x="157192" y="104697"/>
                  </a:lnTo>
                  <a:lnTo>
                    <a:pt x="157192" y="71500"/>
                  </a:lnTo>
                  <a:cubicBezTo>
                    <a:pt x="157192" y="67670"/>
                    <a:pt x="154637" y="65116"/>
                    <a:pt x="150803" y="65116"/>
                  </a:cubicBezTo>
                  <a:lnTo>
                    <a:pt x="46008" y="65116"/>
                  </a:lnTo>
                  <a:cubicBezTo>
                    <a:pt x="42174" y="65116"/>
                    <a:pt x="39618" y="67670"/>
                    <a:pt x="39618" y="71500"/>
                  </a:cubicBezTo>
                  <a:lnTo>
                    <a:pt x="39618" y="104697"/>
                  </a:lnTo>
                  <a:lnTo>
                    <a:pt x="12780" y="104697"/>
                  </a:lnTo>
                  <a:lnTo>
                    <a:pt x="12780" y="12768"/>
                  </a:lnTo>
                  <a:lnTo>
                    <a:pt x="184030" y="12768"/>
                  </a:lnTo>
                  <a:lnTo>
                    <a:pt x="184030" y="104697"/>
                  </a:lnTo>
                  <a:close/>
                </a:path>
              </a:pathLst>
            </a:custGeom>
            <a:solidFill>
              <a:srgbClr val="007680"/>
            </a:solidFill>
            <a:ln w="6390" cap="flat">
              <a:noFill/>
              <a:prstDash val="solid"/>
              <a:miter/>
            </a:ln>
          </p:spPr>
          <p:txBody>
            <a:bodyPr rtlCol="0" anchor="ctr"/>
            <a:lstStyle/>
            <a:p>
              <a:endParaRPr lang="en-US"/>
            </a:p>
          </p:txBody>
        </p:sp>
        <p:sp>
          <p:nvSpPr>
            <p:cNvPr id="1272" name="Graphic 1100">
              <a:extLst>
                <a:ext uri="{FF2B5EF4-FFF2-40B4-BE49-F238E27FC236}">
                  <a16:creationId xmlns:a16="http://schemas.microsoft.com/office/drawing/2014/main" id="{EFBB9835-476D-0945-B3C9-EDD7F445A79E}"/>
                </a:ext>
              </a:extLst>
            </p:cNvPr>
            <p:cNvSpPr/>
            <p:nvPr/>
          </p:nvSpPr>
          <p:spPr>
            <a:xfrm>
              <a:off x="675416" y="4015212"/>
              <a:ext cx="29393" cy="12767"/>
            </a:xfrm>
            <a:custGeom>
              <a:avLst/>
              <a:gdLst>
                <a:gd name="connsiteX0" fmla="*/ 6390 w 29393"/>
                <a:gd name="connsiteY0" fmla="*/ 12768 h 12767"/>
                <a:gd name="connsiteX1" fmla="*/ 23004 w 29393"/>
                <a:gd name="connsiteY1" fmla="*/ 12768 h 12767"/>
                <a:gd name="connsiteX2" fmla="*/ 29394 w 29393"/>
                <a:gd name="connsiteY2" fmla="*/ 6384 h 12767"/>
                <a:gd name="connsiteX3" fmla="*/ 23004 w 29393"/>
                <a:gd name="connsiteY3" fmla="*/ 0 h 12767"/>
                <a:gd name="connsiteX4" fmla="*/ 6390 w 29393"/>
                <a:gd name="connsiteY4" fmla="*/ 0 h 12767"/>
                <a:gd name="connsiteX5" fmla="*/ 0 w 29393"/>
                <a:gd name="connsiteY5" fmla="*/ 6384 h 12767"/>
                <a:gd name="connsiteX6" fmla="*/ 6390 w 29393"/>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93" h="12767">
                  <a:moveTo>
                    <a:pt x="6390" y="12768"/>
                  </a:moveTo>
                  <a:lnTo>
                    <a:pt x="23004" y="12768"/>
                  </a:lnTo>
                  <a:cubicBezTo>
                    <a:pt x="26838" y="12768"/>
                    <a:pt x="29394" y="10214"/>
                    <a:pt x="29394" y="6384"/>
                  </a:cubicBezTo>
                  <a:cubicBezTo>
                    <a:pt x="29394" y="2553"/>
                    <a:pt x="26838" y="0"/>
                    <a:pt x="23004" y="0"/>
                  </a:cubicBezTo>
                  <a:lnTo>
                    <a:pt x="6390" y="0"/>
                  </a:lnTo>
                  <a:cubicBezTo>
                    <a:pt x="2556" y="0"/>
                    <a:pt x="0" y="2553"/>
                    <a:pt x="0" y="6384"/>
                  </a:cubicBezTo>
                  <a:cubicBezTo>
                    <a:pt x="0" y="10214"/>
                    <a:pt x="3195" y="12768"/>
                    <a:pt x="6390" y="12768"/>
                  </a:cubicBezTo>
                  <a:close/>
                </a:path>
              </a:pathLst>
            </a:custGeom>
            <a:solidFill>
              <a:srgbClr val="007680"/>
            </a:solidFill>
            <a:ln w="6390" cap="flat">
              <a:noFill/>
              <a:prstDash val="solid"/>
              <a:miter/>
            </a:ln>
          </p:spPr>
          <p:txBody>
            <a:bodyPr rtlCol="0" anchor="ctr"/>
            <a:lstStyle/>
            <a:p>
              <a:endParaRPr lang="en-US"/>
            </a:p>
          </p:txBody>
        </p:sp>
        <p:sp>
          <p:nvSpPr>
            <p:cNvPr id="1273" name="Graphic 1100">
              <a:extLst>
                <a:ext uri="{FF2B5EF4-FFF2-40B4-BE49-F238E27FC236}">
                  <a16:creationId xmlns:a16="http://schemas.microsoft.com/office/drawing/2014/main" id="{CA431D34-0338-324E-87EE-591EFC746625}"/>
                </a:ext>
              </a:extLst>
            </p:cNvPr>
            <p:cNvSpPr/>
            <p:nvPr/>
          </p:nvSpPr>
          <p:spPr>
            <a:xfrm>
              <a:off x="549294" y="3890597"/>
              <a:ext cx="196650" cy="78133"/>
            </a:xfrm>
            <a:custGeom>
              <a:avLst/>
              <a:gdLst>
                <a:gd name="connsiteX0" fmla="*/ 4713 w 196650"/>
                <a:gd name="connsiteY0" fmla="*/ 68437 h 78133"/>
                <a:gd name="connsiteX1" fmla="*/ 5991 w 196650"/>
                <a:gd name="connsiteY1" fmla="*/ 69713 h 78133"/>
                <a:gd name="connsiteX2" fmla="*/ 5991 w 196650"/>
                <a:gd name="connsiteY2" fmla="*/ 69713 h 78133"/>
                <a:gd name="connsiteX3" fmla="*/ 60305 w 196650"/>
                <a:gd name="connsiteY3" fmla="*/ 69713 h 78133"/>
                <a:gd name="connsiteX4" fmla="*/ 62222 w 196650"/>
                <a:gd name="connsiteY4" fmla="*/ 64606 h 78133"/>
                <a:gd name="connsiteX5" fmla="*/ 62222 w 196650"/>
                <a:gd name="connsiteY5" fmla="*/ 46731 h 78133"/>
                <a:gd name="connsiteX6" fmla="*/ 69890 w 196650"/>
                <a:gd name="connsiteY6" fmla="*/ 45454 h 78133"/>
                <a:gd name="connsiteX7" fmla="*/ 97367 w 196650"/>
                <a:gd name="connsiteY7" fmla="*/ 42262 h 78133"/>
                <a:gd name="connsiteX8" fmla="*/ 100562 w 196650"/>
                <a:gd name="connsiteY8" fmla="*/ 42262 h 78133"/>
                <a:gd name="connsiteX9" fmla="*/ 128038 w 196650"/>
                <a:gd name="connsiteY9" fmla="*/ 45454 h 78133"/>
                <a:gd name="connsiteX10" fmla="*/ 135706 w 196650"/>
                <a:gd name="connsiteY10" fmla="*/ 46731 h 78133"/>
                <a:gd name="connsiteX11" fmla="*/ 135706 w 196650"/>
                <a:gd name="connsiteY11" fmla="*/ 64606 h 78133"/>
                <a:gd name="connsiteX12" fmla="*/ 137623 w 196650"/>
                <a:gd name="connsiteY12" fmla="*/ 69713 h 78133"/>
                <a:gd name="connsiteX13" fmla="*/ 161905 w 196650"/>
                <a:gd name="connsiteY13" fmla="*/ 78013 h 78133"/>
                <a:gd name="connsiteX14" fmla="*/ 191938 w 196650"/>
                <a:gd name="connsiteY14" fmla="*/ 69713 h 78133"/>
                <a:gd name="connsiteX15" fmla="*/ 191938 w 196650"/>
                <a:gd name="connsiteY15" fmla="*/ 69713 h 78133"/>
                <a:gd name="connsiteX16" fmla="*/ 193216 w 196650"/>
                <a:gd name="connsiteY16" fmla="*/ 68437 h 78133"/>
                <a:gd name="connsiteX17" fmla="*/ 194494 w 196650"/>
                <a:gd name="connsiteY17" fmla="*/ 66521 h 78133"/>
                <a:gd name="connsiteX18" fmla="*/ 196411 w 196650"/>
                <a:gd name="connsiteY18" fmla="*/ 48008 h 78133"/>
                <a:gd name="connsiteX19" fmla="*/ 196411 w 196650"/>
                <a:gd name="connsiteY19" fmla="*/ 44816 h 78133"/>
                <a:gd name="connsiteX20" fmla="*/ 184909 w 196650"/>
                <a:gd name="connsiteY20" fmla="*/ 23749 h 78133"/>
                <a:gd name="connsiteX21" fmla="*/ 99923 w 196650"/>
                <a:gd name="connsiteY21" fmla="*/ 128 h 78133"/>
                <a:gd name="connsiteX22" fmla="*/ 97367 w 196650"/>
                <a:gd name="connsiteY22" fmla="*/ 128 h 78133"/>
                <a:gd name="connsiteX23" fmla="*/ 12381 w 196650"/>
                <a:gd name="connsiteY23" fmla="*/ 23749 h 78133"/>
                <a:gd name="connsiteX24" fmla="*/ 240 w 196650"/>
                <a:gd name="connsiteY24" fmla="*/ 45454 h 78133"/>
                <a:gd name="connsiteX25" fmla="*/ 240 w 196650"/>
                <a:gd name="connsiteY25" fmla="*/ 48646 h 78133"/>
                <a:gd name="connsiteX26" fmla="*/ 2157 w 196650"/>
                <a:gd name="connsiteY26" fmla="*/ 67160 h 78133"/>
                <a:gd name="connsiteX27" fmla="*/ 4713 w 196650"/>
                <a:gd name="connsiteY27" fmla="*/ 68437 h 78133"/>
                <a:gd name="connsiteX28" fmla="*/ 13658 w 196650"/>
                <a:gd name="connsiteY28" fmla="*/ 48008 h 78133"/>
                <a:gd name="connsiteX29" fmla="*/ 13658 w 196650"/>
                <a:gd name="connsiteY29" fmla="*/ 44816 h 78133"/>
                <a:gd name="connsiteX30" fmla="*/ 20048 w 196650"/>
                <a:gd name="connsiteY30" fmla="*/ 33963 h 78133"/>
                <a:gd name="connsiteX31" fmla="*/ 97367 w 196650"/>
                <a:gd name="connsiteY31" fmla="*/ 12896 h 78133"/>
                <a:gd name="connsiteX32" fmla="*/ 99923 w 196650"/>
                <a:gd name="connsiteY32" fmla="*/ 12896 h 78133"/>
                <a:gd name="connsiteX33" fmla="*/ 177880 w 196650"/>
                <a:gd name="connsiteY33" fmla="*/ 34601 h 78133"/>
                <a:gd name="connsiteX34" fmla="*/ 183631 w 196650"/>
                <a:gd name="connsiteY34" fmla="*/ 45454 h 78133"/>
                <a:gd name="connsiteX35" fmla="*/ 183631 w 196650"/>
                <a:gd name="connsiteY35" fmla="*/ 49285 h 78133"/>
                <a:gd name="connsiteX36" fmla="*/ 183631 w 196650"/>
                <a:gd name="connsiteY36" fmla="*/ 60137 h 78133"/>
                <a:gd name="connsiteX37" fmla="*/ 147847 w 196650"/>
                <a:gd name="connsiteY37" fmla="*/ 62053 h 78133"/>
                <a:gd name="connsiteX38" fmla="*/ 147847 w 196650"/>
                <a:gd name="connsiteY38" fmla="*/ 41624 h 78133"/>
                <a:gd name="connsiteX39" fmla="*/ 142735 w 196650"/>
                <a:gd name="connsiteY39" fmla="*/ 35240 h 78133"/>
                <a:gd name="connsiteX40" fmla="*/ 129955 w 196650"/>
                <a:gd name="connsiteY40" fmla="*/ 33325 h 78133"/>
                <a:gd name="connsiteX41" fmla="*/ 99923 w 196650"/>
                <a:gd name="connsiteY41" fmla="*/ 29494 h 78133"/>
                <a:gd name="connsiteX42" fmla="*/ 96728 w 196650"/>
                <a:gd name="connsiteY42" fmla="*/ 29494 h 78133"/>
                <a:gd name="connsiteX43" fmla="*/ 66695 w 196650"/>
                <a:gd name="connsiteY43" fmla="*/ 33325 h 78133"/>
                <a:gd name="connsiteX44" fmla="*/ 53915 w 196650"/>
                <a:gd name="connsiteY44" fmla="*/ 35240 h 78133"/>
                <a:gd name="connsiteX45" fmla="*/ 48803 w 196650"/>
                <a:gd name="connsiteY45" fmla="*/ 41624 h 78133"/>
                <a:gd name="connsiteX46" fmla="*/ 48803 w 196650"/>
                <a:gd name="connsiteY46" fmla="*/ 62053 h 78133"/>
                <a:gd name="connsiteX47" fmla="*/ 13019 w 196650"/>
                <a:gd name="connsiteY47" fmla="*/ 60137 h 78133"/>
                <a:gd name="connsiteX48" fmla="*/ 13658 w 196650"/>
                <a:gd name="connsiteY48" fmla="*/ 48008 h 78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96650" h="78133">
                  <a:moveTo>
                    <a:pt x="4713" y="68437"/>
                  </a:moveTo>
                  <a:lnTo>
                    <a:pt x="5991" y="69713"/>
                  </a:lnTo>
                  <a:lnTo>
                    <a:pt x="5991" y="69713"/>
                  </a:lnTo>
                  <a:cubicBezTo>
                    <a:pt x="11102" y="72905"/>
                    <a:pt x="40496" y="86950"/>
                    <a:pt x="60305" y="69713"/>
                  </a:cubicBezTo>
                  <a:cubicBezTo>
                    <a:pt x="61583" y="68437"/>
                    <a:pt x="62222" y="66521"/>
                    <a:pt x="62222" y="64606"/>
                  </a:cubicBezTo>
                  <a:lnTo>
                    <a:pt x="62222" y="46731"/>
                  </a:lnTo>
                  <a:lnTo>
                    <a:pt x="69890" y="45454"/>
                  </a:lnTo>
                  <a:cubicBezTo>
                    <a:pt x="78836" y="43539"/>
                    <a:pt x="88421" y="42262"/>
                    <a:pt x="97367" y="42262"/>
                  </a:cubicBezTo>
                  <a:lnTo>
                    <a:pt x="100562" y="42262"/>
                  </a:lnTo>
                  <a:cubicBezTo>
                    <a:pt x="109508" y="42901"/>
                    <a:pt x="119092" y="44177"/>
                    <a:pt x="128038" y="45454"/>
                  </a:cubicBezTo>
                  <a:lnTo>
                    <a:pt x="135706" y="46731"/>
                  </a:lnTo>
                  <a:lnTo>
                    <a:pt x="135706" y="64606"/>
                  </a:lnTo>
                  <a:cubicBezTo>
                    <a:pt x="135706" y="66521"/>
                    <a:pt x="136345" y="68437"/>
                    <a:pt x="137623" y="69713"/>
                  </a:cubicBezTo>
                  <a:cubicBezTo>
                    <a:pt x="144013" y="75459"/>
                    <a:pt x="152959" y="78651"/>
                    <a:pt x="161905" y="78013"/>
                  </a:cubicBezTo>
                  <a:cubicBezTo>
                    <a:pt x="172768" y="78013"/>
                    <a:pt x="182992" y="74821"/>
                    <a:pt x="191938" y="69713"/>
                  </a:cubicBezTo>
                  <a:lnTo>
                    <a:pt x="191938" y="69713"/>
                  </a:lnTo>
                  <a:lnTo>
                    <a:pt x="193216" y="68437"/>
                  </a:lnTo>
                  <a:cubicBezTo>
                    <a:pt x="193855" y="67798"/>
                    <a:pt x="194494" y="67160"/>
                    <a:pt x="194494" y="66521"/>
                  </a:cubicBezTo>
                  <a:cubicBezTo>
                    <a:pt x="196411" y="60776"/>
                    <a:pt x="197050" y="54392"/>
                    <a:pt x="196411" y="48008"/>
                  </a:cubicBezTo>
                  <a:lnTo>
                    <a:pt x="196411" y="44816"/>
                  </a:lnTo>
                  <a:cubicBezTo>
                    <a:pt x="197689" y="35878"/>
                    <a:pt x="192577" y="27579"/>
                    <a:pt x="184909" y="23749"/>
                  </a:cubicBezTo>
                  <a:cubicBezTo>
                    <a:pt x="159988" y="7150"/>
                    <a:pt x="129955" y="-1149"/>
                    <a:pt x="99923" y="128"/>
                  </a:cubicBezTo>
                  <a:lnTo>
                    <a:pt x="97367" y="128"/>
                  </a:lnTo>
                  <a:cubicBezTo>
                    <a:pt x="67334" y="-1149"/>
                    <a:pt x="37301" y="7150"/>
                    <a:pt x="12381" y="23749"/>
                  </a:cubicBezTo>
                  <a:cubicBezTo>
                    <a:pt x="4074" y="27579"/>
                    <a:pt x="-399" y="36517"/>
                    <a:pt x="240" y="45454"/>
                  </a:cubicBezTo>
                  <a:lnTo>
                    <a:pt x="240" y="48646"/>
                  </a:lnTo>
                  <a:cubicBezTo>
                    <a:pt x="-399" y="55030"/>
                    <a:pt x="240" y="61414"/>
                    <a:pt x="2157" y="67160"/>
                  </a:cubicBezTo>
                  <a:cubicBezTo>
                    <a:pt x="3435" y="67160"/>
                    <a:pt x="4074" y="67798"/>
                    <a:pt x="4713" y="68437"/>
                  </a:cubicBezTo>
                  <a:close/>
                  <a:moveTo>
                    <a:pt x="13658" y="48008"/>
                  </a:moveTo>
                  <a:lnTo>
                    <a:pt x="13658" y="44816"/>
                  </a:lnTo>
                  <a:cubicBezTo>
                    <a:pt x="13658" y="39070"/>
                    <a:pt x="13658" y="37793"/>
                    <a:pt x="20048" y="33963"/>
                  </a:cubicBezTo>
                  <a:cubicBezTo>
                    <a:pt x="43052" y="19280"/>
                    <a:pt x="69890" y="11619"/>
                    <a:pt x="97367" y="12896"/>
                  </a:cubicBezTo>
                  <a:lnTo>
                    <a:pt x="99923" y="12896"/>
                  </a:lnTo>
                  <a:cubicBezTo>
                    <a:pt x="127399" y="12257"/>
                    <a:pt x="154876" y="19280"/>
                    <a:pt x="177880" y="34601"/>
                  </a:cubicBezTo>
                  <a:cubicBezTo>
                    <a:pt x="183631" y="38432"/>
                    <a:pt x="183631" y="39709"/>
                    <a:pt x="183631" y="45454"/>
                  </a:cubicBezTo>
                  <a:lnTo>
                    <a:pt x="183631" y="49285"/>
                  </a:lnTo>
                  <a:cubicBezTo>
                    <a:pt x="183631" y="53115"/>
                    <a:pt x="183631" y="56307"/>
                    <a:pt x="183631" y="60137"/>
                  </a:cubicBezTo>
                  <a:cubicBezTo>
                    <a:pt x="179797" y="62053"/>
                    <a:pt x="160627" y="70352"/>
                    <a:pt x="147847" y="62053"/>
                  </a:cubicBezTo>
                  <a:lnTo>
                    <a:pt x="147847" y="41624"/>
                  </a:lnTo>
                  <a:cubicBezTo>
                    <a:pt x="147847" y="38432"/>
                    <a:pt x="145291" y="35878"/>
                    <a:pt x="142735" y="35240"/>
                  </a:cubicBezTo>
                  <a:lnTo>
                    <a:pt x="129955" y="33325"/>
                  </a:lnTo>
                  <a:cubicBezTo>
                    <a:pt x="120370" y="31409"/>
                    <a:pt x="110147" y="30133"/>
                    <a:pt x="99923" y="29494"/>
                  </a:cubicBezTo>
                  <a:lnTo>
                    <a:pt x="96728" y="29494"/>
                  </a:lnTo>
                  <a:cubicBezTo>
                    <a:pt x="86504" y="30133"/>
                    <a:pt x="76919" y="31409"/>
                    <a:pt x="66695" y="33325"/>
                  </a:cubicBezTo>
                  <a:lnTo>
                    <a:pt x="53915" y="35240"/>
                  </a:lnTo>
                  <a:cubicBezTo>
                    <a:pt x="50720" y="35878"/>
                    <a:pt x="48803" y="38432"/>
                    <a:pt x="48803" y="41624"/>
                  </a:cubicBezTo>
                  <a:lnTo>
                    <a:pt x="48803" y="62053"/>
                  </a:lnTo>
                  <a:cubicBezTo>
                    <a:pt x="36023" y="70352"/>
                    <a:pt x="17492" y="62053"/>
                    <a:pt x="13019" y="60137"/>
                  </a:cubicBezTo>
                  <a:cubicBezTo>
                    <a:pt x="14297" y="55669"/>
                    <a:pt x="13658" y="51838"/>
                    <a:pt x="13658" y="48008"/>
                  </a:cubicBezTo>
                  <a:close/>
                </a:path>
              </a:pathLst>
            </a:custGeom>
            <a:solidFill>
              <a:srgbClr val="007680"/>
            </a:solidFill>
            <a:ln w="6390" cap="flat">
              <a:noFill/>
              <a:prstDash val="solid"/>
              <a:miter/>
            </a:ln>
          </p:spPr>
          <p:txBody>
            <a:bodyPr rtlCol="0" anchor="ctr"/>
            <a:lstStyle/>
            <a:p>
              <a:endParaRPr lang="en-US"/>
            </a:p>
          </p:txBody>
        </p:sp>
      </p:grpSp>
      <p:grpSp>
        <p:nvGrpSpPr>
          <p:cNvPr id="1274" name="Graphic 1100">
            <a:extLst>
              <a:ext uri="{FF2B5EF4-FFF2-40B4-BE49-F238E27FC236}">
                <a16:creationId xmlns:a16="http://schemas.microsoft.com/office/drawing/2014/main" id="{9DD19FA4-5138-8244-B7C6-A44C1005131A}"/>
              </a:ext>
            </a:extLst>
          </p:cNvPr>
          <p:cNvGrpSpPr/>
          <p:nvPr/>
        </p:nvGrpSpPr>
        <p:grpSpPr>
          <a:xfrm>
            <a:off x="905454" y="3828162"/>
            <a:ext cx="362309" cy="361971"/>
            <a:chOff x="905454" y="3828162"/>
            <a:chExt cx="362309" cy="361971"/>
          </a:xfrm>
          <a:solidFill>
            <a:srgbClr val="007680"/>
          </a:solidFill>
        </p:grpSpPr>
        <p:sp>
          <p:nvSpPr>
            <p:cNvPr id="1275" name="Graphic 1100">
              <a:extLst>
                <a:ext uri="{FF2B5EF4-FFF2-40B4-BE49-F238E27FC236}">
                  <a16:creationId xmlns:a16="http://schemas.microsoft.com/office/drawing/2014/main" id="{B9F0062B-BF9D-2540-B40E-82C1ED534101}"/>
                </a:ext>
              </a:extLst>
            </p:cNvPr>
            <p:cNvSpPr/>
            <p:nvPr/>
          </p:nvSpPr>
          <p:spPr>
            <a:xfrm>
              <a:off x="1000184" y="3902716"/>
              <a:ext cx="170930" cy="52915"/>
            </a:xfrm>
            <a:custGeom>
              <a:avLst/>
              <a:gdLst>
                <a:gd name="connsiteX0" fmla="*/ 36902 w 170930"/>
                <a:gd name="connsiteY0" fmla="*/ 49294 h 52915"/>
                <a:gd name="connsiteX1" fmla="*/ 36902 w 170930"/>
                <a:gd name="connsiteY1" fmla="*/ 28865 h 52915"/>
                <a:gd name="connsiteX2" fmla="*/ 42014 w 170930"/>
                <a:gd name="connsiteY2" fmla="*/ 22481 h 52915"/>
                <a:gd name="connsiteX3" fmla="*/ 54794 w 170930"/>
                <a:gd name="connsiteY3" fmla="*/ 20566 h 52915"/>
                <a:gd name="connsiteX4" fmla="*/ 84187 w 170930"/>
                <a:gd name="connsiteY4" fmla="*/ 16736 h 52915"/>
                <a:gd name="connsiteX5" fmla="*/ 87382 w 170930"/>
                <a:gd name="connsiteY5" fmla="*/ 16736 h 52915"/>
                <a:gd name="connsiteX6" fmla="*/ 116776 w 170930"/>
                <a:gd name="connsiteY6" fmla="*/ 20566 h 52915"/>
                <a:gd name="connsiteX7" fmla="*/ 129556 w 170930"/>
                <a:gd name="connsiteY7" fmla="*/ 22481 h 52915"/>
                <a:gd name="connsiteX8" fmla="*/ 134668 w 170930"/>
                <a:gd name="connsiteY8" fmla="*/ 28865 h 52915"/>
                <a:gd name="connsiteX9" fmla="*/ 134668 w 170930"/>
                <a:gd name="connsiteY9" fmla="*/ 49294 h 52915"/>
                <a:gd name="connsiteX10" fmla="*/ 170452 w 170930"/>
                <a:gd name="connsiteY10" fmla="*/ 47379 h 52915"/>
                <a:gd name="connsiteX11" fmla="*/ 170452 w 170930"/>
                <a:gd name="connsiteY11" fmla="*/ 36526 h 52915"/>
                <a:gd name="connsiteX12" fmla="*/ 170452 w 170930"/>
                <a:gd name="connsiteY12" fmla="*/ 32696 h 52915"/>
                <a:gd name="connsiteX13" fmla="*/ 164701 w 170930"/>
                <a:gd name="connsiteY13" fmla="*/ 21843 h 52915"/>
                <a:gd name="connsiteX14" fmla="*/ 86743 w 170930"/>
                <a:gd name="connsiteY14" fmla="*/ 137 h 52915"/>
                <a:gd name="connsiteX15" fmla="*/ 84187 w 170930"/>
                <a:gd name="connsiteY15" fmla="*/ 137 h 52915"/>
                <a:gd name="connsiteX16" fmla="*/ 6869 w 170930"/>
                <a:gd name="connsiteY16" fmla="*/ 21205 h 52915"/>
                <a:gd name="connsiteX17" fmla="*/ 479 w 170930"/>
                <a:gd name="connsiteY17" fmla="*/ 32057 h 52915"/>
                <a:gd name="connsiteX18" fmla="*/ 479 w 170930"/>
                <a:gd name="connsiteY18" fmla="*/ 35888 h 52915"/>
                <a:gd name="connsiteX19" fmla="*/ 479 w 170930"/>
                <a:gd name="connsiteY19" fmla="*/ 46741 h 52915"/>
                <a:gd name="connsiteX20" fmla="*/ 36902 w 170930"/>
                <a:gd name="connsiteY20" fmla="*/ 49294 h 52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0930" h="52915">
                  <a:moveTo>
                    <a:pt x="36902" y="49294"/>
                  </a:moveTo>
                  <a:lnTo>
                    <a:pt x="36902" y="28865"/>
                  </a:lnTo>
                  <a:cubicBezTo>
                    <a:pt x="36902" y="25673"/>
                    <a:pt x="39458" y="23120"/>
                    <a:pt x="42014" y="22481"/>
                  </a:cubicBezTo>
                  <a:lnTo>
                    <a:pt x="54794" y="20566"/>
                  </a:lnTo>
                  <a:cubicBezTo>
                    <a:pt x="64379" y="18651"/>
                    <a:pt x="74602" y="17374"/>
                    <a:pt x="84187" y="16736"/>
                  </a:cubicBezTo>
                  <a:lnTo>
                    <a:pt x="87382" y="16736"/>
                  </a:lnTo>
                  <a:cubicBezTo>
                    <a:pt x="97606" y="17374"/>
                    <a:pt x="107191" y="18651"/>
                    <a:pt x="116776" y="20566"/>
                  </a:cubicBezTo>
                  <a:lnTo>
                    <a:pt x="129556" y="22481"/>
                  </a:lnTo>
                  <a:cubicBezTo>
                    <a:pt x="132751" y="23120"/>
                    <a:pt x="134668" y="25673"/>
                    <a:pt x="134668" y="28865"/>
                  </a:cubicBezTo>
                  <a:lnTo>
                    <a:pt x="134668" y="49294"/>
                  </a:lnTo>
                  <a:cubicBezTo>
                    <a:pt x="147448" y="57593"/>
                    <a:pt x="165979" y="49294"/>
                    <a:pt x="170452" y="47379"/>
                  </a:cubicBezTo>
                  <a:cubicBezTo>
                    <a:pt x="171091" y="43549"/>
                    <a:pt x="171091" y="40357"/>
                    <a:pt x="170452" y="36526"/>
                  </a:cubicBezTo>
                  <a:lnTo>
                    <a:pt x="170452" y="32696"/>
                  </a:lnTo>
                  <a:cubicBezTo>
                    <a:pt x="170452" y="26950"/>
                    <a:pt x="170452" y="25673"/>
                    <a:pt x="164701" y="21843"/>
                  </a:cubicBezTo>
                  <a:cubicBezTo>
                    <a:pt x="141697" y="7160"/>
                    <a:pt x="114220" y="-501"/>
                    <a:pt x="86743" y="137"/>
                  </a:cubicBezTo>
                  <a:lnTo>
                    <a:pt x="84187" y="137"/>
                  </a:lnTo>
                  <a:cubicBezTo>
                    <a:pt x="56711" y="-1139"/>
                    <a:pt x="29873" y="6521"/>
                    <a:pt x="6869" y="21205"/>
                  </a:cubicBezTo>
                  <a:cubicBezTo>
                    <a:pt x="479" y="25035"/>
                    <a:pt x="479" y="26312"/>
                    <a:pt x="479" y="32057"/>
                  </a:cubicBezTo>
                  <a:lnTo>
                    <a:pt x="479" y="35888"/>
                  </a:lnTo>
                  <a:cubicBezTo>
                    <a:pt x="-160" y="39718"/>
                    <a:pt x="-160" y="42910"/>
                    <a:pt x="479" y="46741"/>
                  </a:cubicBezTo>
                  <a:cubicBezTo>
                    <a:pt x="5591" y="49294"/>
                    <a:pt x="24122" y="57593"/>
                    <a:pt x="36902" y="49294"/>
                  </a:cubicBezTo>
                  <a:close/>
                </a:path>
              </a:pathLst>
            </a:custGeom>
            <a:solidFill>
              <a:srgbClr val="007680"/>
            </a:solidFill>
            <a:ln w="6390" cap="flat">
              <a:noFill/>
              <a:prstDash val="solid"/>
              <a:miter/>
            </a:ln>
          </p:spPr>
          <p:txBody>
            <a:bodyPr rtlCol="0" anchor="ctr"/>
            <a:lstStyle/>
            <a:p>
              <a:endParaRPr lang="en-US"/>
            </a:p>
          </p:txBody>
        </p:sp>
        <p:sp>
          <p:nvSpPr>
            <p:cNvPr id="1276" name="Graphic 1100">
              <a:extLst>
                <a:ext uri="{FF2B5EF4-FFF2-40B4-BE49-F238E27FC236}">
                  <a16:creationId xmlns:a16="http://schemas.microsoft.com/office/drawing/2014/main" id="{A72935B8-92F1-A346-97D6-E9EDB9FDE9FA}"/>
                </a:ext>
              </a:extLst>
            </p:cNvPr>
            <p:cNvSpPr/>
            <p:nvPr/>
          </p:nvSpPr>
          <p:spPr>
            <a:xfrm>
              <a:off x="1040281" y="4062454"/>
              <a:ext cx="92015" cy="52987"/>
            </a:xfrm>
            <a:custGeom>
              <a:avLst/>
              <a:gdLst>
                <a:gd name="connsiteX0" fmla="*/ 0 w 92015"/>
                <a:gd name="connsiteY0" fmla="*/ 0 h 52987"/>
                <a:gd name="connsiteX1" fmla="*/ 92015 w 92015"/>
                <a:gd name="connsiteY1" fmla="*/ 0 h 52987"/>
                <a:gd name="connsiteX2" fmla="*/ 92015 w 92015"/>
                <a:gd name="connsiteY2" fmla="*/ 52987 h 52987"/>
                <a:gd name="connsiteX3" fmla="*/ 0 w 92015"/>
                <a:gd name="connsiteY3" fmla="*/ 52987 h 52987"/>
              </a:gdLst>
              <a:ahLst/>
              <a:cxnLst>
                <a:cxn ang="0">
                  <a:pos x="connsiteX0" y="connsiteY0"/>
                </a:cxn>
                <a:cxn ang="0">
                  <a:pos x="connsiteX1" y="connsiteY1"/>
                </a:cxn>
                <a:cxn ang="0">
                  <a:pos x="connsiteX2" y="connsiteY2"/>
                </a:cxn>
                <a:cxn ang="0">
                  <a:pos x="connsiteX3" y="connsiteY3"/>
                </a:cxn>
              </a:cxnLst>
              <a:rect l="l" t="t" r="r" b="b"/>
              <a:pathLst>
                <a:path w="92015" h="52987">
                  <a:moveTo>
                    <a:pt x="0" y="0"/>
                  </a:moveTo>
                  <a:lnTo>
                    <a:pt x="92015" y="0"/>
                  </a:lnTo>
                  <a:lnTo>
                    <a:pt x="92015" y="52987"/>
                  </a:lnTo>
                  <a:lnTo>
                    <a:pt x="0" y="52987"/>
                  </a:lnTo>
                  <a:close/>
                </a:path>
              </a:pathLst>
            </a:custGeom>
            <a:solidFill>
              <a:srgbClr val="007680"/>
            </a:solidFill>
            <a:ln w="6390" cap="flat">
              <a:noFill/>
              <a:prstDash val="solid"/>
              <a:miter/>
            </a:ln>
          </p:spPr>
          <p:txBody>
            <a:bodyPr rtlCol="0" anchor="ctr"/>
            <a:lstStyle/>
            <a:p>
              <a:endParaRPr lang="en-US"/>
            </a:p>
          </p:txBody>
        </p:sp>
        <p:sp>
          <p:nvSpPr>
            <p:cNvPr id="1277" name="Graphic 1100">
              <a:extLst>
                <a:ext uri="{FF2B5EF4-FFF2-40B4-BE49-F238E27FC236}">
                  <a16:creationId xmlns:a16="http://schemas.microsoft.com/office/drawing/2014/main" id="{827E5508-50C4-9B46-9120-77448ECA6908}"/>
                </a:ext>
              </a:extLst>
            </p:cNvPr>
            <p:cNvSpPr/>
            <p:nvPr/>
          </p:nvSpPr>
          <p:spPr>
            <a:xfrm>
              <a:off x="905454" y="3828162"/>
              <a:ext cx="362309" cy="361971"/>
            </a:xfrm>
            <a:custGeom>
              <a:avLst/>
              <a:gdLst>
                <a:gd name="connsiteX0" fmla="*/ 180835 w 362309"/>
                <a:gd name="connsiteY0" fmla="*/ 0 h 361971"/>
                <a:gd name="connsiteX1" fmla="*/ 0 w 362309"/>
                <a:gd name="connsiteY1" fmla="*/ 180667 h 361971"/>
                <a:gd name="connsiteX2" fmla="*/ 180835 w 362309"/>
                <a:gd name="connsiteY2" fmla="*/ 361971 h 361971"/>
                <a:gd name="connsiteX3" fmla="*/ 362309 w 362309"/>
                <a:gd name="connsiteY3" fmla="*/ 180667 h 361971"/>
                <a:gd name="connsiteX4" fmla="*/ 362309 w 362309"/>
                <a:gd name="connsiteY4" fmla="*/ 180667 h 361971"/>
                <a:gd name="connsiteX5" fmla="*/ 180835 w 362309"/>
                <a:gd name="connsiteY5" fmla="*/ 0 h 361971"/>
                <a:gd name="connsiteX6" fmla="*/ 82430 w 362309"/>
                <a:gd name="connsiteY6" fmla="*/ 110443 h 361971"/>
                <a:gd name="connsiteX7" fmla="*/ 82430 w 362309"/>
                <a:gd name="connsiteY7" fmla="*/ 107251 h 361971"/>
                <a:gd name="connsiteX8" fmla="*/ 94571 w 362309"/>
                <a:gd name="connsiteY8" fmla="*/ 85545 h 361971"/>
                <a:gd name="connsiteX9" fmla="*/ 179557 w 362309"/>
                <a:gd name="connsiteY9" fmla="*/ 61924 h 361971"/>
                <a:gd name="connsiteX10" fmla="*/ 182113 w 362309"/>
                <a:gd name="connsiteY10" fmla="*/ 61924 h 361971"/>
                <a:gd name="connsiteX11" fmla="*/ 267738 w 362309"/>
                <a:gd name="connsiteY11" fmla="*/ 85545 h 361971"/>
                <a:gd name="connsiteX12" fmla="*/ 279240 w 362309"/>
                <a:gd name="connsiteY12" fmla="*/ 106612 h 361971"/>
                <a:gd name="connsiteX13" fmla="*/ 279240 w 362309"/>
                <a:gd name="connsiteY13" fmla="*/ 109804 h 361971"/>
                <a:gd name="connsiteX14" fmla="*/ 277323 w 362309"/>
                <a:gd name="connsiteY14" fmla="*/ 128318 h 361971"/>
                <a:gd name="connsiteX15" fmla="*/ 276045 w 362309"/>
                <a:gd name="connsiteY15" fmla="*/ 130233 h 361971"/>
                <a:gd name="connsiteX16" fmla="*/ 274767 w 362309"/>
                <a:gd name="connsiteY16" fmla="*/ 131510 h 361971"/>
                <a:gd name="connsiteX17" fmla="*/ 274767 w 362309"/>
                <a:gd name="connsiteY17" fmla="*/ 131510 h 361971"/>
                <a:gd name="connsiteX18" fmla="*/ 244735 w 362309"/>
                <a:gd name="connsiteY18" fmla="*/ 139809 h 361971"/>
                <a:gd name="connsiteX19" fmla="*/ 220453 w 362309"/>
                <a:gd name="connsiteY19" fmla="*/ 131510 h 361971"/>
                <a:gd name="connsiteX20" fmla="*/ 218536 w 362309"/>
                <a:gd name="connsiteY20" fmla="*/ 126403 h 361971"/>
                <a:gd name="connsiteX21" fmla="*/ 218536 w 362309"/>
                <a:gd name="connsiteY21" fmla="*/ 108528 h 361971"/>
                <a:gd name="connsiteX22" fmla="*/ 210868 w 362309"/>
                <a:gd name="connsiteY22" fmla="*/ 107251 h 361971"/>
                <a:gd name="connsiteX23" fmla="*/ 183391 w 362309"/>
                <a:gd name="connsiteY23" fmla="*/ 104059 h 361971"/>
                <a:gd name="connsiteX24" fmla="*/ 180196 w 362309"/>
                <a:gd name="connsiteY24" fmla="*/ 104059 h 361971"/>
                <a:gd name="connsiteX25" fmla="*/ 152720 w 362309"/>
                <a:gd name="connsiteY25" fmla="*/ 107251 h 361971"/>
                <a:gd name="connsiteX26" fmla="*/ 145052 w 362309"/>
                <a:gd name="connsiteY26" fmla="*/ 108528 h 361971"/>
                <a:gd name="connsiteX27" fmla="*/ 145052 w 362309"/>
                <a:gd name="connsiteY27" fmla="*/ 126403 h 361971"/>
                <a:gd name="connsiteX28" fmla="*/ 143135 w 362309"/>
                <a:gd name="connsiteY28" fmla="*/ 131510 h 361971"/>
                <a:gd name="connsiteX29" fmla="*/ 88820 w 362309"/>
                <a:gd name="connsiteY29" fmla="*/ 131510 h 361971"/>
                <a:gd name="connsiteX30" fmla="*/ 88820 w 362309"/>
                <a:gd name="connsiteY30" fmla="*/ 131510 h 361971"/>
                <a:gd name="connsiteX31" fmla="*/ 87542 w 362309"/>
                <a:gd name="connsiteY31" fmla="*/ 130233 h 361971"/>
                <a:gd name="connsiteX32" fmla="*/ 86264 w 362309"/>
                <a:gd name="connsiteY32" fmla="*/ 128318 h 361971"/>
                <a:gd name="connsiteX33" fmla="*/ 82430 w 362309"/>
                <a:gd name="connsiteY33" fmla="*/ 110443 h 361971"/>
                <a:gd name="connsiteX34" fmla="*/ 82430 w 362309"/>
                <a:gd name="connsiteY34" fmla="*/ 110443 h 361971"/>
                <a:gd name="connsiteX35" fmla="*/ 279240 w 362309"/>
                <a:gd name="connsiteY35" fmla="*/ 267489 h 361971"/>
                <a:gd name="connsiteX36" fmla="*/ 272850 w 362309"/>
                <a:gd name="connsiteY36" fmla="*/ 273873 h 361971"/>
                <a:gd name="connsiteX37" fmla="*/ 239623 w 362309"/>
                <a:gd name="connsiteY37" fmla="*/ 273873 h 361971"/>
                <a:gd name="connsiteX38" fmla="*/ 239623 w 362309"/>
                <a:gd name="connsiteY38" fmla="*/ 293663 h 361971"/>
                <a:gd name="connsiteX39" fmla="*/ 233233 w 362309"/>
                <a:gd name="connsiteY39" fmla="*/ 300047 h 361971"/>
                <a:gd name="connsiteX40" fmla="*/ 128438 w 362309"/>
                <a:gd name="connsiteY40" fmla="*/ 300047 h 361971"/>
                <a:gd name="connsiteX41" fmla="*/ 122048 w 362309"/>
                <a:gd name="connsiteY41" fmla="*/ 293663 h 361971"/>
                <a:gd name="connsiteX42" fmla="*/ 122048 w 362309"/>
                <a:gd name="connsiteY42" fmla="*/ 273873 h 361971"/>
                <a:gd name="connsiteX43" fmla="*/ 88820 w 362309"/>
                <a:gd name="connsiteY43" fmla="*/ 273873 h 361971"/>
                <a:gd name="connsiteX44" fmla="*/ 82430 w 362309"/>
                <a:gd name="connsiteY44" fmla="*/ 267489 h 361971"/>
                <a:gd name="connsiteX45" fmla="*/ 82430 w 362309"/>
                <a:gd name="connsiteY45" fmla="*/ 162792 h 361971"/>
                <a:gd name="connsiteX46" fmla="*/ 88820 w 362309"/>
                <a:gd name="connsiteY46" fmla="*/ 156408 h 361971"/>
                <a:gd name="connsiteX47" fmla="*/ 272211 w 362309"/>
                <a:gd name="connsiteY47" fmla="*/ 156408 h 361971"/>
                <a:gd name="connsiteX48" fmla="*/ 278601 w 362309"/>
                <a:gd name="connsiteY48" fmla="*/ 162792 h 361971"/>
                <a:gd name="connsiteX49" fmla="*/ 279240 w 362309"/>
                <a:gd name="connsiteY49" fmla="*/ 26748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2309" h="361971">
                  <a:moveTo>
                    <a:pt x="180835" y="0"/>
                  </a:moveTo>
                  <a:cubicBezTo>
                    <a:pt x="80513" y="0"/>
                    <a:pt x="0" y="81076"/>
                    <a:pt x="0" y="180667"/>
                  </a:cubicBezTo>
                  <a:cubicBezTo>
                    <a:pt x="0" y="280895"/>
                    <a:pt x="81152" y="361971"/>
                    <a:pt x="180835" y="361971"/>
                  </a:cubicBezTo>
                  <a:cubicBezTo>
                    <a:pt x="280518" y="361971"/>
                    <a:pt x="362309" y="280895"/>
                    <a:pt x="362309" y="180667"/>
                  </a:cubicBezTo>
                  <a:lnTo>
                    <a:pt x="362309" y="180667"/>
                  </a:lnTo>
                  <a:cubicBezTo>
                    <a:pt x="361670" y="81076"/>
                    <a:pt x="281157" y="0"/>
                    <a:pt x="180835" y="0"/>
                  </a:cubicBezTo>
                  <a:close/>
                  <a:moveTo>
                    <a:pt x="82430" y="110443"/>
                  </a:moveTo>
                  <a:lnTo>
                    <a:pt x="82430" y="107251"/>
                  </a:lnTo>
                  <a:cubicBezTo>
                    <a:pt x="81791" y="98313"/>
                    <a:pt x="86264" y="90014"/>
                    <a:pt x="94571" y="85545"/>
                  </a:cubicBezTo>
                  <a:cubicBezTo>
                    <a:pt x="119492" y="68947"/>
                    <a:pt x="149525" y="60648"/>
                    <a:pt x="179557" y="61924"/>
                  </a:cubicBezTo>
                  <a:lnTo>
                    <a:pt x="182113" y="61924"/>
                  </a:lnTo>
                  <a:cubicBezTo>
                    <a:pt x="212146" y="60648"/>
                    <a:pt x="242179" y="68947"/>
                    <a:pt x="267738" y="85545"/>
                  </a:cubicBezTo>
                  <a:cubicBezTo>
                    <a:pt x="275406" y="89376"/>
                    <a:pt x="280518" y="97675"/>
                    <a:pt x="279240" y="106612"/>
                  </a:cubicBezTo>
                  <a:lnTo>
                    <a:pt x="279240" y="109804"/>
                  </a:lnTo>
                  <a:cubicBezTo>
                    <a:pt x="279879" y="116188"/>
                    <a:pt x="279240" y="122572"/>
                    <a:pt x="277323" y="128318"/>
                  </a:cubicBezTo>
                  <a:cubicBezTo>
                    <a:pt x="276684" y="128956"/>
                    <a:pt x="276684" y="129595"/>
                    <a:pt x="276045" y="130233"/>
                  </a:cubicBezTo>
                  <a:lnTo>
                    <a:pt x="274767" y="131510"/>
                  </a:lnTo>
                  <a:lnTo>
                    <a:pt x="274767" y="131510"/>
                  </a:lnTo>
                  <a:cubicBezTo>
                    <a:pt x="265821" y="136617"/>
                    <a:pt x="254959" y="139809"/>
                    <a:pt x="244735" y="139809"/>
                  </a:cubicBezTo>
                  <a:cubicBezTo>
                    <a:pt x="235789" y="139809"/>
                    <a:pt x="227482" y="137256"/>
                    <a:pt x="220453" y="131510"/>
                  </a:cubicBezTo>
                  <a:cubicBezTo>
                    <a:pt x="219175" y="130233"/>
                    <a:pt x="218536" y="128318"/>
                    <a:pt x="218536" y="126403"/>
                  </a:cubicBezTo>
                  <a:lnTo>
                    <a:pt x="218536" y="108528"/>
                  </a:lnTo>
                  <a:lnTo>
                    <a:pt x="210868" y="107251"/>
                  </a:lnTo>
                  <a:cubicBezTo>
                    <a:pt x="201922" y="105336"/>
                    <a:pt x="192337" y="104059"/>
                    <a:pt x="183391" y="104059"/>
                  </a:cubicBezTo>
                  <a:lnTo>
                    <a:pt x="180196" y="104059"/>
                  </a:lnTo>
                  <a:cubicBezTo>
                    <a:pt x="171250" y="104697"/>
                    <a:pt x="161665" y="105974"/>
                    <a:pt x="152720" y="107251"/>
                  </a:cubicBezTo>
                  <a:lnTo>
                    <a:pt x="145052" y="108528"/>
                  </a:lnTo>
                  <a:lnTo>
                    <a:pt x="145052" y="126403"/>
                  </a:lnTo>
                  <a:cubicBezTo>
                    <a:pt x="145052" y="128318"/>
                    <a:pt x="144413" y="130233"/>
                    <a:pt x="143135" y="131510"/>
                  </a:cubicBezTo>
                  <a:cubicBezTo>
                    <a:pt x="123965" y="148747"/>
                    <a:pt x="93932" y="134702"/>
                    <a:pt x="88820" y="131510"/>
                  </a:cubicBezTo>
                  <a:lnTo>
                    <a:pt x="88820" y="131510"/>
                  </a:lnTo>
                  <a:lnTo>
                    <a:pt x="87542" y="130233"/>
                  </a:lnTo>
                  <a:cubicBezTo>
                    <a:pt x="86903" y="129595"/>
                    <a:pt x="86264" y="128956"/>
                    <a:pt x="86264" y="128318"/>
                  </a:cubicBezTo>
                  <a:cubicBezTo>
                    <a:pt x="82430" y="122572"/>
                    <a:pt x="81791" y="116188"/>
                    <a:pt x="82430" y="110443"/>
                  </a:cubicBezTo>
                  <a:lnTo>
                    <a:pt x="82430" y="110443"/>
                  </a:lnTo>
                  <a:close/>
                  <a:moveTo>
                    <a:pt x="279240" y="267489"/>
                  </a:moveTo>
                  <a:cubicBezTo>
                    <a:pt x="279240" y="271319"/>
                    <a:pt x="276684" y="273873"/>
                    <a:pt x="272850" y="273873"/>
                  </a:cubicBezTo>
                  <a:lnTo>
                    <a:pt x="239623" y="273873"/>
                  </a:lnTo>
                  <a:lnTo>
                    <a:pt x="239623" y="293663"/>
                  </a:lnTo>
                  <a:cubicBezTo>
                    <a:pt x="239623" y="297493"/>
                    <a:pt x="237067" y="300047"/>
                    <a:pt x="233233" y="300047"/>
                  </a:cubicBezTo>
                  <a:lnTo>
                    <a:pt x="128438" y="300047"/>
                  </a:lnTo>
                  <a:cubicBezTo>
                    <a:pt x="124604" y="300047"/>
                    <a:pt x="122048" y="297493"/>
                    <a:pt x="122048" y="293663"/>
                  </a:cubicBezTo>
                  <a:lnTo>
                    <a:pt x="122048" y="273873"/>
                  </a:lnTo>
                  <a:lnTo>
                    <a:pt x="88820" y="273873"/>
                  </a:lnTo>
                  <a:cubicBezTo>
                    <a:pt x="84986" y="273873"/>
                    <a:pt x="82430" y="271319"/>
                    <a:pt x="82430" y="267489"/>
                  </a:cubicBezTo>
                  <a:lnTo>
                    <a:pt x="82430" y="162792"/>
                  </a:lnTo>
                  <a:cubicBezTo>
                    <a:pt x="82430" y="158961"/>
                    <a:pt x="84986" y="156408"/>
                    <a:pt x="88820" y="156408"/>
                  </a:cubicBezTo>
                  <a:lnTo>
                    <a:pt x="272211" y="156408"/>
                  </a:lnTo>
                  <a:cubicBezTo>
                    <a:pt x="276045" y="156408"/>
                    <a:pt x="278601" y="158961"/>
                    <a:pt x="278601" y="162792"/>
                  </a:cubicBezTo>
                  <a:lnTo>
                    <a:pt x="279240" y="267489"/>
                  </a:lnTo>
                  <a:close/>
                </a:path>
              </a:pathLst>
            </a:custGeom>
            <a:solidFill>
              <a:srgbClr val="007680"/>
            </a:solidFill>
            <a:ln w="6390" cap="flat">
              <a:noFill/>
              <a:prstDash val="solid"/>
              <a:miter/>
            </a:ln>
          </p:spPr>
          <p:txBody>
            <a:bodyPr rtlCol="0" anchor="ctr"/>
            <a:lstStyle/>
            <a:p>
              <a:endParaRPr lang="en-US"/>
            </a:p>
          </p:txBody>
        </p:sp>
        <p:sp>
          <p:nvSpPr>
            <p:cNvPr id="1278" name="Graphic 1100">
              <a:extLst>
                <a:ext uri="{FF2B5EF4-FFF2-40B4-BE49-F238E27FC236}">
                  <a16:creationId xmlns:a16="http://schemas.microsoft.com/office/drawing/2014/main" id="{FC408E3D-766D-8D42-9937-CEA9BB879D8F}"/>
                </a:ext>
              </a:extLst>
            </p:cNvPr>
            <p:cNvSpPr/>
            <p:nvPr/>
          </p:nvSpPr>
          <p:spPr>
            <a:xfrm>
              <a:off x="1001303" y="3997337"/>
              <a:ext cx="171250" cy="91929"/>
            </a:xfrm>
            <a:custGeom>
              <a:avLst/>
              <a:gdLst>
                <a:gd name="connsiteX0" fmla="*/ 0 w 171250"/>
                <a:gd name="connsiteY0" fmla="*/ 91929 h 91929"/>
                <a:gd name="connsiteX1" fmla="*/ 26838 w 171250"/>
                <a:gd name="connsiteY1" fmla="*/ 91929 h 91929"/>
                <a:gd name="connsiteX2" fmla="*/ 26838 w 171250"/>
                <a:gd name="connsiteY2" fmla="*/ 58732 h 91929"/>
                <a:gd name="connsiteX3" fmla="*/ 33228 w 171250"/>
                <a:gd name="connsiteY3" fmla="*/ 52348 h 91929"/>
                <a:gd name="connsiteX4" fmla="*/ 138023 w 171250"/>
                <a:gd name="connsiteY4" fmla="*/ 52348 h 91929"/>
                <a:gd name="connsiteX5" fmla="*/ 144413 w 171250"/>
                <a:gd name="connsiteY5" fmla="*/ 58732 h 91929"/>
                <a:gd name="connsiteX6" fmla="*/ 144413 w 171250"/>
                <a:gd name="connsiteY6" fmla="*/ 91929 h 91929"/>
                <a:gd name="connsiteX7" fmla="*/ 171250 w 171250"/>
                <a:gd name="connsiteY7" fmla="*/ 91929 h 91929"/>
                <a:gd name="connsiteX8" fmla="*/ 171250 w 171250"/>
                <a:gd name="connsiteY8" fmla="*/ 0 h 91929"/>
                <a:gd name="connsiteX9" fmla="*/ 639 w 171250"/>
                <a:gd name="connsiteY9" fmla="*/ 0 h 91929"/>
                <a:gd name="connsiteX10" fmla="*/ 639 w 171250"/>
                <a:gd name="connsiteY10" fmla="*/ 91929 h 91929"/>
                <a:gd name="connsiteX11" fmla="*/ 118853 w 171250"/>
                <a:gd name="connsiteY11" fmla="*/ 17875 h 91929"/>
                <a:gd name="connsiteX12" fmla="*/ 135467 w 171250"/>
                <a:gd name="connsiteY12" fmla="*/ 17875 h 91929"/>
                <a:gd name="connsiteX13" fmla="*/ 141857 w 171250"/>
                <a:gd name="connsiteY13" fmla="*/ 24259 h 91929"/>
                <a:gd name="connsiteX14" fmla="*/ 135467 w 171250"/>
                <a:gd name="connsiteY14" fmla="*/ 30643 h 91929"/>
                <a:gd name="connsiteX15" fmla="*/ 118853 w 171250"/>
                <a:gd name="connsiteY15" fmla="*/ 30643 h 91929"/>
                <a:gd name="connsiteX16" fmla="*/ 112463 w 171250"/>
                <a:gd name="connsiteY16" fmla="*/ 24259 h 91929"/>
                <a:gd name="connsiteX17" fmla="*/ 118853 w 171250"/>
                <a:gd name="connsiteY17" fmla="*/ 17875 h 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1250" h="91929">
                  <a:moveTo>
                    <a:pt x="0" y="91929"/>
                  </a:moveTo>
                  <a:lnTo>
                    <a:pt x="26838" y="91929"/>
                  </a:lnTo>
                  <a:lnTo>
                    <a:pt x="26838" y="58732"/>
                  </a:lnTo>
                  <a:cubicBezTo>
                    <a:pt x="26838" y="54902"/>
                    <a:pt x="29394" y="52348"/>
                    <a:pt x="33228" y="52348"/>
                  </a:cubicBezTo>
                  <a:lnTo>
                    <a:pt x="138023" y="52348"/>
                  </a:lnTo>
                  <a:cubicBezTo>
                    <a:pt x="141857" y="52348"/>
                    <a:pt x="144413" y="54902"/>
                    <a:pt x="144413" y="58732"/>
                  </a:cubicBezTo>
                  <a:lnTo>
                    <a:pt x="144413" y="91929"/>
                  </a:lnTo>
                  <a:lnTo>
                    <a:pt x="171250" y="91929"/>
                  </a:lnTo>
                  <a:lnTo>
                    <a:pt x="171250" y="0"/>
                  </a:lnTo>
                  <a:lnTo>
                    <a:pt x="639" y="0"/>
                  </a:lnTo>
                  <a:lnTo>
                    <a:pt x="639" y="91929"/>
                  </a:lnTo>
                  <a:close/>
                  <a:moveTo>
                    <a:pt x="118853" y="17875"/>
                  </a:moveTo>
                  <a:lnTo>
                    <a:pt x="135467" y="17875"/>
                  </a:lnTo>
                  <a:cubicBezTo>
                    <a:pt x="139301" y="17875"/>
                    <a:pt x="141857" y="20428"/>
                    <a:pt x="141857" y="24259"/>
                  </a:cubicBezTo>
                  <a:cubicBezTo>
                    <a:pt x="141857" y="28089"/>
                    <a:pt x="139301" y="30643"/>
                    <a:pt x="135467" y="30643"/>
                  </a:cubicBezTo>
                  <a:lnTo>
                    <a:pt x="118853" y="30643"/>
                  </a:lnTo>
                  <a:cubicBezTo>
                    <a:pt x="115019" y="30643"/>
                    <a:pt x="112463" y="28089"/>
                    <a:pt x="112463" y="24259"/>
                  </a:cubicBezTo>
                  <a:cubicBezTo>
                    <a:pt x="112463" y="20428"/>
                    <a:pt x="115019" y="17875"/>
                    <a:pt x="118853" y="17875"/>
                  </a:cubicBezTo>
                  <a:close/>
                </a:path>
              </a:pathLst>
            </a:custGeom>
            <a:solidFill>
              <a:srgbClr val="007680"/>
            </a:solidFill>
            <a:ln w="6390" cap="flat">
              <a:noFill/>
              <a:prstDash val="solid"/>
              <a:miter/>
            </a:ln>
          </p:spPr>
          <p:txBody>
            <a:bodyPr rtlCol="0" anchor="ctr"/>
            <a:lstStyle/>
            <a:p>
              <a:endParaRPr lang="en-US"/>
            </a:p>
          </p:txBody>
        </p:sp>
      </p:grpSp>
      <p:grpSp>
        <p:nvGrpSpPr>
          <p:cNvPr id="1279" name="Graphic 1100">
            <a:extLst>
              <a:ext uri="{FF2B5EF4-FFF2-40B4-BE49-F238E27FC236}">
                <a16:creationId xmlns:a16="http://schemas.microsoft.com/office/drawing/2014/main" id="{1A90BEB7-E639-8C41-B1A1-F28D27DB4BBE}"/>
              </a:ext>
            </a:extLst>
          </p:cNvPr>
          <p:cNvGrpSpPr/>
          <p:nvPr/>
        </p:nvGrpSpPr>
        <p:grpSpPr>
          <a:xfrm>
            <a:off x="1515054" y="4312706"/>
            <a:ext cx="362309" cy="361971"/>
            <a:chOff x="1515054" y="4312706"/>
            <a:chExt cx="362309" cy="361971"/>
          </a:xfrm>
          <a:solidFill>
            <a:srgbClr val="007680"/>
          </a:solidFill>
        </p:grpSpPr>
        <p:sp>
          <p:nvSpPr>
            <p:cNvPr id="1280" name="Graphic 1100">
              <a:extLst>
                <a:ext uri="{FF2B5EF4-FFF2-40B4-BE49-F238E27FC236}">
                  <a16:creationId xmlns:a16="http://schemas.microsoft.com/office/drawing/2014/main" id="{450752C6-A687-394D-B297-10DDFBD59C6B}"/>
                </a:ext>
              </a:extLst>
            </p:cNvPr>
            <p:cNvSpPr/>
            <p:nvPr/>
          </p:nvSpPr>
          <p:spPr>
            <a:xfrm>
              <a:off x="1515054" y="4312706"/>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0 h 361971"/>
                <a:gd name="connsiteX7" fmla="*/ 180835 w 362309"/>
                <a:gd name="connsiteY7" fmla="*/ 349204 h 361971"/>
                <a:gd name="connsiteX8" fmla="*/ 12780 w 362309"/>
                <a:gd name="connsiteY8" fmla="*/ 180667 h 361971"/>
                <a:gd name="connsiteX9" fmla="*/ 180835 w 362309"/>
                <a:gd name="connsiteY9" fmla="*/ 12768 h 361971"/>
                <a:gd name="connsiteX10" fmla="*/ 349529 w 362309"/>
                <a:gd name="connsiteY10" fmla="*/ 181305 h 361971"/>
                <a:gd name="connsiteX11" fmla="*/ 349529 w 362309"/>
                <a:gd name="connsiteY11" fmla="*/ 181305 h 361971"/>
                <a:gd name="connsiteX12" fmla="*/ 180835 w 362309"/>
                <a:gd name="connsiteY12" fmla="*/ 349204 h 361971"/>
                <a:gd name="connsiteX13" fmla="*/ 180835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007680"/>
            </a:solidFill>
            <a:ln w="6390" cap="flat">
              <a:noFill/>
              <a:prstDash val="solid"/>
              <a:miter/>
            </a:ln>
          </p:spPr>
          <p:txBody>
            <a:bodyPr rtlCol="0" anchor="ctr"/>
            <a:lstStyle/>
            <a:p>
              <a:endParaRPr lang="en-US"/>
            </a:p>
          </p:txBody>
        </p:sp>
        <p:sp>
          <p:nvSpPr>
            <p:cNvPr id="1281" name="Graphic 1100">
              <a:extLst>
                <a:ext uri="{FF2B5EF4-FFF2-40B4-BE49-F238E27FC236}">
                  <a16:creationId xmlns:a16="http://schemas.microsoft.com/office/drawing/2014/main" id="{9A93EC18-AF7F-B24C-94B4-1C1D0FC7B12C}"/>
                </a:ext>
              </a:extLst>
            </p:cNvPr>
            <p:cNvSpPr/>
            <p:nvPr/>
          </p:nvSpPr>
          <p:spPr>
            <a:xfrm>
              <a:off x="1567962" y="4417914"/>
              <a:ext cx="254617" cy="151427"/>
            </a:xfrm>
            <a:custGeom>
              <a:avLst/>
              <a:gdLst>
                <a:gd name="connsiteX0" fmla="*/ 252530 w 254617"/>
                <a:gd name="connsiteY0" fmla="*/ 70351 h 151427"/>
                <a:gd name="connsiteX1" fmla="*/ 218025 w 254617"/>
                <a:gd name="connsiteY1" fmla="*/ 44815 h 151427"/>
                <a:gd name="connsiteX2" fmla="*/ 209079 w 254617"/>
                <a:gd name="connsiteY2" fmla="*/ 46092 h 151427"/>
                <a:gd name="connsiteX3" fmla="*/ 207801 w 254617"/>
                <a:gd name="connsiteY3" fmla="*/ 49922 h 151427"/>
                <a:gd name="connsiteX4" fmla="*/ 207801 w 254617"/>
                <a:gd name="connsiteY4" fmla="*/ 69074 h 151427"/>
                <a:gd name="connsiteX5" fmla="*/ 74251 w 254617"/>
                <a:gd name="connsiteY5" fmla="*/ 69074 h 151427"/>
                <a:gd name="connsiteX6" fmla="*/ 106201 w 254617"/>
                <a:gd name="connsiteY6" fmla="*/ 37155 h 151427"/>
                <a:gd name="connsiteX7" fmla="*/ 127288 w 254617"/>
                <a:gd name="connsiteY7" fmla="*/ 30132 h 151427"/>
                <a:gd name="connsiteX8" fmla="*/ 130482 w 254617"/>
                <a:gd name="connsiteY8" fmla="*/ 30132 h 151427"/>
                <a:gd name="connsiteX9" fmla="*/ 159876 w 254617"/>
                <a:gd name="connsiteY9" fmla="*/ 46730 h 151427"/>
                <a:gd name="connsiteX10" fmla="*/ 176490 w 254617"/>
                <a:gd name="connsiteY10" fmla="*/ 17364 h 151427"/>
                <a:gd name="connsiteX11" fmla="*/ 147096 w 254617"/>
                <a:gd name="connsiteY11" fmla="*/ 766 h 151427"/>
                <a:gd name="connsiteX12" fmla="*/ 130482 w 254617"/>
                <a:gd name="connsiteY12" fmla="*/ 17364 h 151427"/>
                <a:gd name="connsiteX13" fmla="*/ 127288 w 254617"/>
                <a:gd name="connsiteY13" fmla="*/ 17364 h 151427"/>
                <a:gd name="connsiteX14" fmla="*/ 96616 w 254617"/>
                <a:gd name="connsiteY14" fmla="*/ 27579 h 151427"/>
                <a:gd name="connsiteX15" fmla="*/ 55720 w 254617"/>
                <a:gd name="connsiteY15" fmla="*/ 69074 h 151427"/>
                <a:gd name="connsiteX16" fmla="*/ 46774 w 254617"/>
                <a:gd name="connsiteY16" fmla="*/ 69074 h 151427"/>
                <a:gd name="connsiteX17" fmla="*/ 17381 w 254617"/>
                <a:gd name="connsiteY17" fmla="*/ 52476 h 151427"/>
                <a:gd name="connsiteX18" fmla="*/ 767 w 254617"/>
                <a:gd name="connsiteY18" fmla="*/ 81842 h 151427"/>
                <a:gd name="connsiteX19" fmla="*/ 30161 w 254617"/>
                <a:gd name="connsiteY19" fmla="*/ 98441 h 151427"/>
                <a:gd name="connsiteX20" fmla="*/ 46774 w 254617"/>
                <a:gd name="connsiteY20" fmla="*/ 81842 h 151427"/>
                <a:gd name="connsiteX21" fmla="*/ 64666 w 254617"/>
                <a:gd name="connsiteY21" fmla="*/ 81842 h 151427"/>
                <a:gd name="connsiteX22" fmla="*/ 106201 w 254617"/>
                <a:gd name="connsiteY22" fmla="*/ 123338 h 151427"/>
                <a:gd name="connsiteX23" fmla="*/ 136234 w 254617"/>
                <a:gd name="connsiteY23" fmla="*/ 134191 h 151427"/>
                <a:gd name="connsiteX24" fmla="*/ 138790 w 254617"/>
                <a:gd name="connsiteY24" fmla="*/ 134191 h 151427"/>
                <a:gd name="connsiteX25" fmla="*/ 138790 w 254617"/>
                <a:gd name="connsiteY25" fmla="*/ 145044 h 151427"/>
                <a:gd name="connsiteX26" fmla="*/ 145179 w 254617"/>
                <a:gd name="connsiteY26" fmla="*/ 151428 h 151427"/>
                <a:gd name="connsiteX27" fmla="*/ 179685 w 254617"/>
                <a:gd name="connsiteY27" fmla="*/ 151428 h 151427"/>
                <a:gd name="connsiteX28" fmla="*/ 186075 w 254617"/>
                <a:gd name="connsiteY28" fmla="*/ 145044 h 151427"/>
                <a:gd name="connsiteX29" fmla="*/ 186075 w 254617"/>
                <a:gd name="connsiteY29" fmla="*/ 109932 h 151427"/>
                <a:gd name="connsiteX30" fmla="*/ 179685 w 254617"/>
                <a:gd name="connsiteY30" fmla="*/ 103548 h 151427"/>
                <a:gd name="connsiteX31" fmla="*/ 144540 w 254617"/>
                <a:gd name="connsiteY31" fmla="*/ 103548 h 151427"/>
                <a:gd name="connsiteX32" fmla="*/ 138150 w 254617"/>
                <a:gd name="connsiteY32" fmla="*/ 109932 h 151427"/>
                <a:gd name="connsiteX33" fmla="*/ 138150 w 254617"/>
                <a:gd name="connsiteY33" fmla="*/ 120785 h 151427"/>
                <a:gd name="connsiteX34" fmla="*/ 135595 w 254617"/>
                <a:gd name="connsiteY34" fmla="*/ 120785 h 151427"/>
                <a:gd name="connsiteX35" fmla="*/ 114508 w 254617"/>
                <a:gd name="connsiteY35" fmla="*/ 114401 h 151427"/>
                <a:gd name="connsiteX36" fmla="*/ 82558 w 254617"/>
                <a:gd name="connsiteY36" fmla="*/ 82481 h 151427"/>
                <a:gd name="connsiteX37" fmla="*/ 207162 w 254617"/>
                <a:gd name="connsiteY37" fmla="*/ 82481 h 151427"/>
                <a:gd name="connsiteX38" fmla="*/ 207162 w 254617"/>
                <a:gd name="connsiteY38" fmla="*/ 101633 h 151427"/>
                <a:gd name="connsiteX39" fmla="*/ 213552 w 254617"/>
                <a:gd name="connsiteY39" fmla="*/ 108017 h 151427"/>
                <a:gd name="connsiteX40" fmla="*/ 217386 w 254617"/>
                <a:gd name="connsiteY40" fmla="*/ 106740 h 151427"/>
                <a:gd name="connsiteX41" fmla="*/ 251891 w 254617"/>
                <a:gd name="connsiteY41" fmla="*/ 81204 h 151427"/>
                <a:gd name="connsiteX42" fmla="*/ 254447 w 254617"/>
                <a:gd name="connsiteY42" fmla="*/ 76097 h 151427"/>
                <a:gd name="connsiteX43" fmla="*/ 252530 w 254617"/>
                <a:gd name="connsiteY43" fmla="*/ 70351 h 151427"/>
                <a:gd name="connsiteX44" fmla="*/ 153486 w 254617"/>
                <a:gd name="connsiteY44" fmla="*/ 12895 h 151427"/>
                <a:gd name="connsiteX45" fmla="*/ 164349 w 254617"/>
                <a:gd name="connsiteY45" fmla="*/ 23748 h 151427"/>
                <a:gd name="connsiteX46" fmla="*/ 153486 w 254617"/>
                <a:gd name="connsiteY46" fmla="*/ 34601 h 151427"/>
                <a:gd name="connsiteX47" fmla="*/ 142624 w 254617"/>
                <a:gd name="connsiteY47" fmla="*/ 23748 h 151427"/>
                <a:gd name="connsiteX48" fmla="*/ 153486 w 254617"/>
                <a:gd name="connsiteY48" fmla="*/ 12895 h 151427"/>
                <a:gd name="connsiteX49" fmla="*/ 153486 w 254617"/>
                <a:gd name="connsiteY49" fmla="*/ 12895 h 151427"/>
                <a:gd name="connsiteX50" fmla="*/ 151569 w 254617"/>
                <a:gd name="connsiteY50" fmla="*/ 116316 h 151427"/>
                <a:gd name="connsiteX51" fmla="*/ 173295 w 254617"/>
                <a:gd name="connsiteY51" fmla="*/ 116316 h 151427"/>
                <a:gd name="connsiteX52" fmla="*/ 173295 w 254617"/>
                <a:gd name="connsiteY52" fmla="*/ 138022 h 151427"/>
                <a:gd name="connsiteX53" fmla="*/ 151569 w 254617"/>
                <a:gd name="connsiteY53" fmla="*/ 138022 h 151427"/>
                <a:gd name="connsiteX54" fmla="*/ 151569 w 254617"/>
                <a:gd name="connsiteY54" fmla="*/ 116316 h 151427"/>
                <a:gd name="connsiteX55" fmla="*/ 24410 w 254617"/>
                <a:gd name="connsiteY55" fmla="*/ 86311 h 151427"/>
                <a:gd name="connsiteX56" fmla="*/ 13547 w 254617"/>
                <a:gd name="connsiteY56" fmla="*/ 75458 h 151427"/>
                <a:gd name="connsiteX57" fmla="*/ 24410 w 254617"/>
                <a:gd name="connsiteY57" fmla="*/ 64606 h 151427"/>
                <a:gd name="connsiteX58" fmla="*/ 35272 w 254617"/>
                <a:gd name="connsiteY58" fmla="*/ 75458 h 151427"/>
                <a:gd name="connsiteX59" fmla="*/ 35272 w 254617"/>
                <a:gd name="connsiteY59" fmla="*/ 75458 h 151427"/>
                <a:gd name="connsiteX60" fmla="*/ 24410 w 254617"/>
                <a:gd name="connsiteY60" fmla="*/ 86311 h 151427"/>
                <a:gd name="connsiteX61" fmla="*/ 24410 w 254617"/>
                <a:gd name="connsiteY61" fmla="*/ 86311 h 151427"/>
                <a:gd name="connsiteX62" fmla="*/ 24410 w 254617"/>
                <a:gd name="connsiteY62" fmla="*/ 86311 h 151427"/>
                <a:gd name="connsiteX63" fmla="*/ 220581 w 254617"/>
                <a:gd name="connsiteY63" fmla="*/ 88226 h 151427"/>
                <a:gd name="connsiteX64" fmla="*/ 220581 w 254617"/>
                <a:gd name="connsiteY64" fmla="*/ 62052 h 151427"/>
                <a:gd name="connsiteX65" fmla="*/ 237834 w 254617"/>
                <a:gd name="connsiteY65" fmla="*/ 74820 h 151427"/>
                <a:gd name="connsiteX66" fmla="*/ 220581 w 254617"/>
                <a:gd name="connsiteY66" fmla="*/ 88226 h 151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54617" h="151427">
                  <a:moveTo>
                    <a:pt x="252530" y="70351"/>
                  </a:moveTo>
                  <a:lnTo>
                    <a:pt x="218025" y="44815"/>
                  </a:lnTo>
                  <a:cubicBezTo>
                    <a:pt x="215469" y="42900"/>
                    <a:pt x="210996" y="43538"/>
                    <a:pt x="209079" y="46092"/>
                  </a:cubicBezTo>
                  <a:cubicBezTo>
                    <a:pt x="208440" y="47369"/>
                    <a:pt x="207801" y="48646"/>
                    <a:pt x="207801" y="49922"/>
                  </a:cubicBezTo>
                  <a:lnTo>
                    <a:pt x="207801" y="69074"/>
                  </a:lnTo>
                  <a:lnTo>
                    <a:pt x="74251" y="69074"/>
                  </a:lnTo>
                  <a:lnTo>
                    <a:pt x="106201" y="37155"/>
                  </a:lnTo>
                  <a:cubicBezTo>
                    <a:pt x="112591" y="32686"/>
                    <a:pt x="119620" y="30132"/>
                    <a:pt x="127288" y="30132"/>
                  </a:cubicBezTo>
                  <a:lnTo>
                    <a:pt x="130482" y="30132"/>
                  </a:lnTo>
                  <a:cubicBezTo>
                    <a:pt x="134316" y="42900"/>
                    <a:pt x="147096" y="49922"/>
                    <a:pt x="159876" y="46730"/>
                  </a:cubicBezTo>
                  <a:cubicBezTo>
                    <a:pt x="172656" y="42900"/>
                    <a:pt x="179685" y="30132"/>
                    <a:pt x="176490" y="17364"/>
                  </a:cubicBezTo>
                  <a:cubicBezTo>
                    <a:pt x="173295" y="4596"/>
                    <a:pt x="159876" y="-2426"/>
                    <a:pt x="147096" y="766"/>
                  </a:cubicBezTo>
                  <a:cubicBezTo>
                    <a:pt x="139429" y="2681"/>
                    <a:pt x="133039" y="9065"/>
                    <a:pt x="130482" y="17364"/>
                  </a:cubicBezTo>
                  <a:lnTo>
                    <a:pt x="127288" y="17364"/>
                  </a:lnTo>
                  <a:cubicBezTo>
                    <a:pt x="126649" y="17364"/>
                    <a:pt x="107479" y="16726"/>
                    <a:pt x="96616" y="27579"/>
                  </a:cubicBezTo>
                  <a:lnTo>
                    <a:pt x="55720" y="69074"/>
                  </a:lnTo>
                  <a:lnTo>
                    <a:pt x="46774" y="69074"/>
                  </a:lnTo>
                  <a:cubicBezTo>
                    <a:pt x="42940" y="56306"/>
                    <a:pt x="30161" y="49284"/>
                    <a:pt x="17381" y="52476"/>
                  </a:cubicBezTo>
                  <a:cubicBezTo>
                    <a:pt x="4601" y="56306"/>
                    <a:pt x="-2428" y="69074"/>
                    <a:pt x="767" y="81842"/>
                  </a:cubicBezTo>
                  <a:cubicBezTo>
                    <a:pt x="4601" y="94610"/>
                    <a:pt x="17381" y="101633"/>
                    <a:pt x="30161" y="98441"/>
                  </a:cubicBezTo>
                  <a:cubicBezTo>
                    <a:pt x="37828" y="96526"/>
                    <a:pt x="44218" y="90142"/>
                    <a:pt x="46774" y="81842"/>
                  </a:cubicBezTo>
                  <a:lnTo>
                    <a:pt x="64666" y="81842"/>
                  </a:lnTo>
                  <a:lnTo>
                    <a:pt x="106201" y="123338"/>
                  </a:lnTo>
                  <a:cubicBezTo>
                    <a:pt x="114508" y="130361"/>
                    <a:pt x="125371" y="134191"/>
                    <a:pt x="136234" y="134191"/>
                  </a:cubicBezTo>
                  <a:lnTo>
                    <a:pt x="138790" y="134191"/>
                  </a:lnTo>
                  <a:lnTo>
                    <a:pt x="138790" y="145044"/>
                  </a:lnTo>
                  <a:cubicBezTo>
                    <a:pt x="138790" y="148874"/>
                    <a:pt x="141345" y="151428"/>
                    <a:pt x="145179" y="151428"/>
                  </a:cubicBezTo>
                  <a:lnTo>
                    <a:pt x="179685" y="151428"/>
                  </a:lnTo>
                  <a:cubicBezTo>
                    <a:pt x="183519" y="151428"/>
                    <a:pt x="186075" y="148874"/>
                    <a:pt x="186075" y="145044"/>
                  </a:cubicBezTo>
                  <a:lnTo>
                    <a:pt x="186075" y="109932"/>
                  </a:lnTo>
                  <a:cubicBezTo>
                    <a:pt x="186075" y="106102"/>
                    <a:pt x="183519" y="103548"/>
                    <a:pt x="179685" y="103548"/>
                  </a:cubicBezTo>
                  <a:lnTo>
                    <a:pt x="144540" y="103548"/>
                  </a:lnTo>
                  <a:cubicBezTo>
                    <a:pt x="140706" y="103548"/>
                    <a:pt x="138150" y="106102"/>
                    <a:pt x="138150" y="109932"/>
                  </a:cubicBezTo>
                  <a:lnTo>
                    <a:pt x="138150" y="120785"/>
                  </a:lnTo>
                  <a:lnTo>
                    <a:pt x="135595" y="120785"/>
                  </a:lnTo>
                  <a:cubicBezTo>
                    <a:pt x="127927" y="121423"/>
                    <a:pt x="120259" y="118870"/>
                    <a:pt x="114508" y="114401"/>
                  </a:cubicBezTo>
                  <a:lnTo>
                    <a:pt x="82558" y="82481"/>
                  </a:lnTo>
                  <a:lnTo>
                    <a:pt x="207162" y="82481"/>
                  </a:lnTo>
                  <a:lnTo>
                    <a:pt x="207162" y="101633"/>
                  </a:lnTo>
                  <a:cubicBezTo>
                    <a:pt x="207162" y="105463"/>
                    <a:pt x="209718" y="108017"/>
                    <a:pt x="213552" y="108017"/>
                  </a:cubicBezTo>
                  <a:cubicBezTo>
                    <a:pt x="214830" y="108017"/>
                    <a:pt x="216108" y="107378"/>
                    <a:pt x="217386" y="106740"/>
                  </a:cubicBezTo>
                  <a:lnTo>
                    <a:pt x="251891" y="81204"/>
                  </a:lnTo>
                  <a:cubicBezTo>
                    <a:pt x="253808" y="79927"/>
                    <a:pt x="254447" y="78012"/>
                    <a:pt x="254447" y="76097"/>
                  </a:cubicBezTo>
                  <a:cubicBezTo>
                    <a:pt x="255086" y="73543"/>
                    <a:pt x="253808" y="71628"/>
                    <a:pt x="252530" y="70351"/>
                  </a:cubicBezTo>
                  <a:close/>
                  <a:moveTo>
                    <a:pt x="153486" y="12895"/>
                  </a:moveTo>
                  <a:cubicBezTo>
                    <a:pt x="159237" y="12895"/>
                    <a:pt x="164349" y="18003"/>
                    <a:pt x="164349" y="23748"/>
                  </a:cubicBezTo>
                  <a:cubicBezTo>
                    <a:pt x="164349" y="29494"/>
                    <a:pt x="159237" y="34601"/>
                    <a:pt x="153486" y="34601"/>
                  </a:cubicBezTo>
                  <a:cubicBezTo>
                    <a:pt x="147735" y="34601"/>
                    <a:pt x="142624" y="29494"/>
                    <a:pt x="142624" y="23748"/>
                  </a:cubicBezTo>
                  <a:cubicBezTo>
                    <a:pt x="142624" y="18003"/>
                    <a:pt x="147735" y="12895"/>
                    <a:pt x="153486" y="12895"/>
                  </a:cubicBezTo>
                  <a:lnTo>
                    <a:pt x="153486" y="12895"/>
                  </a:lnTo>
                  <a:close/>
                  <a:moveTo>
                    <a:pt x="151569" y="116316"/>
                  </a:moveTo>
                  <a:lnTo>
                    <a:pt x="173295" y="116316"/>
                  </a:lnTo>
                  <a:lnTo>
                    <a:pt x="173295" y="138022"/>
                  </a:lnTo>
                  <a:lnTo>
                    <a:pt x="151569" y="138022"/>
                  </a:lnTo>
                  <a:lnTo>
                    <a:pt x="151569" y="116316"/>
                  </a:lnTo>
                  <a:close/>
                  <a:moveTo>
                    <a:pt x="24410" y="86311"/>
                  </a:moveTo>
                  <a:cubicBezTo>
                    <a:pt x="18659" y="86311"/>
                    <a:pt x="13547" y="81204"/>
                    <a:pt x="13547" y="75458"/>
                  </a:cubicBezTo>
                  <a:cubicBezTo>
                    <a:pt x="13547" y="69713"/>
                    <a:pt x="18659" y="64606"/>
                    <a:pt x="24410" y="64606"/>
                  </a:cubicBezTo>
                  <a:cubicBezTo>
                    <a:pt x="30161" y="64606"/>
                    <a:pt x="35272" y="69713"/>
                    <a:pt x="35272" y="75458"/>
                  </a:cubicBezTo>
                  <a:cubicBezTo>
                    <a:pt x="35272" y="75458"/>
                    <a:pt x="35272" y="75458"/>
                    <a:pt x="35272" y="75458"/>
                  </a:cubicBezTo>
                  <a:cubicBezTo>
                    <a:pt x="35272" y="81204"/>
                    <a:pt x="30800" y="86311"/>
                    <a:pt x="24410" y="86311"/>
                  </a:cubicBezTo>
                  <a:cubicBezTo>
                    <a:pt x="24410" y="86311"/>
                    <a:pt x="24410" y="86311"/>
                    <a:pt x="24410" y="86311"/>
                  </a:cubicBezTo>
                  <a:lnTo>
                    <a:pt x="24410" y="86311"/>
                  </a:lnTo>
                  <a:close/>
                  <a:moveTo>
                    <a:pt x="220581" y="88226"/>
                  </a:moveTo>
                  <a:lnTo>
                    <a:pt x="220581" y="62052"/>
                  </a:lnTo>
                  <a:lnTo>
                    <a:pt x="237834" y="74820"/>
                  </a:lnTo>
                  <a:lnTo>
                    <a:pt x="220581" y="88226"/>
                  </a:lnTo>
                  <a:close/>
                </a:path>
              </a:pathLst>
            </a:custGeom>
            <a:solidFill>
              <a:srgbClr val="007680"/>
            </a:solidFill>
            <a:ln w="6390" cap="flat">
              <a:noFill/>
              <a:prstDash val="solid"/>
              <a:miter/>
            </a:ln>
          </p:spPr>
          <p:txBody>
            <a:bodyPr rtlCol="0" anchor="ctr"/>
            <a:lstStyle/>
            <a:p>
              <a:endParaRPr lang="en-US"/>
            </a:p>
          </p:txBody>
        </p:sp>
      </p:grpSp>
      <p:grpSp>
        <p:nvGrpSpPr>
          <p:cNvPr id="1282" name="Graphic 1100">
            <a:extLst>
              <a:ext uri="{FF2B5EF4-FFF2-40B4-BE49-F238E27FC236}">
                <a16:creationId xmlns:a16="http://schemas.microsoft.com/office/drawing/2014/main" id="{19F50F87-F4FA-A941-BB4E-3BDBB878C359}"/>
              </a:ext>
            </a:extLst>
          </p:cNvPr>
          <p:cNvGrpSpPr/>
          <p:nvPr/>
        </p:nvGrpSpPr>
        <p:grpSpPr>
          <a:xfrm>
            <a:off x="1952125" y="4312706"/>
            <a:ext cx="362313" cy="361971"/>
            <a:chOff x="1952125" y="4312706"/>
            <a:chExt cx="362313" cy="361971"/>
          </a:xfrm>
          <a:solidFill>
            <a:srgbClr val="007680"/>
          </a:solidFill>
        </p:grpSpPr>
        <p:sp>
          <p:nvSpPr>
            <p:cNvPr id="1283" name="Graphic 1100">
              <a:extLst>
                <a:ext uri="{FF2B5EF4-FFF2-40B4-BE49-F238E27FC236}">
                  <a16:creationId xmlns:a16="http://schemas.microsoft.com/office/drawing/2014/main" id="{A5E58DD7-3380-5345-B845-D044B110FA2B}"/>
                </a:ext>
              </a:extLst>
            </p:cNvPr>
            <p:cNvSpPr/>
            <p:nvPr/>
          </p:nvSpPr>
          <p:spPr>
            <a:xfrm>
              <a:off x="2019859" y="4482520"/>
              <a:ext cx="21725" cy="21705"/>
            </a:xfrm>
            <a:custGeom>
              <a:avLst/>
              <a:gdLst>
                <a:gd name="connsiteX0" fmla="*/ 21726 w 21725"/>
                <a:gd name="connsiteY0" fmla="*/ 10853 h 21705"/>
                <a:gd name="connsiteX1" fmla="*/ 10863 w 21725"/>
                <a:gd name="connsiteY1" fmla="*/ 21705 h 21705"/>
                <a:gd name="connsiteX2" fmla="*/ 0 w 21725"/>
                <a:gd name="connsiteY2" fmla="*/ 10853 h 21705"/>
                <a:gd name="connsiteX3" fmla="*/ 10863 w 21725"/>
                <a:gd name="connsiteY3" fmla="*/ 0 h 21705"/>
                <a:gd name="connsiteX4" fmla="*/ 21726 w 21725"/>
                <a:gd name="connsiteY4" fmla="*/ 10853 h 21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25" h="21705">
                  <a:moveTo>
                    <a:pt x="21726" y="10853"/>
                  </a:moveTo>
                  <a:cubicBezTo>
                    <a:pt x="21726" y="16847"/>
                    <a:pt x="16862" y="21705"/>
                    <a:pt x="10863" y="21705"/>
                  </a:cubicBezTo>
                  <a:cubicBezTo>
                    <a:pt x="4863" y="21705"/>
                    <a:pt x="0" y="16847"/>
                    <a:pt x="0" y="10853"/>
                  </a:cubicBezTo>
                  <a:cubicBezTo>
                    <a:pt x="0" y="4859"/>
                    <a:pt x="4863" y="0"/>
                    <a:pt x="10863" y="0"/>
                  </a:cubicBezTo>
                  <a:cubicBezTo>
                    <a:pt x="16862" y="0"/>
                    <a:pt x="21726" y="4859"/>
                    <a:pt x="21726" y="10853"/>
                  </a:cubicBezTo>
                  <a:close/>
                </a:path>
              </a:pathLst>
            </a:custGeom>
            <a:solidFill>
              <a:srgbClr val="007680"/>
            </a:solidFill>
            <a:ln w="6390" cap="flat">
              <a:noFill/>
              <a:prstDash val="solid"/>
              <a:miter/>
            </a:ln>
          </p:spPr>
          <p:txBody>
            <a:bodyPr rtlCol="0" anchor="ctr"/>
            <a:lstStyle/>
            <a:p>
              <a:endParaRPr lang="en-US"/>
            </a:p>
          </p:txBody>
        </p:sp>
        <p:sp>
          <p:nvSpPr>
            <p:cNvPr id="1284" name="Graphic 1100">
              <a:extLst>
                <a:ext uri="{FF2B5EF4-FFF2-40B4-BE49-F238E27FC236}">
                  <a16:creationId xmlns:a16="http://schemas.microsoft.com/office/drawing/2014/main" id="{58B6FC9B-4A82-9841-A6E8-ECBC24D2606D}"/>
                </a:ext>
              </a:extLst>
            </p:cNvPr>
            <p:cNvSpPr/>
            <p:nvPr/>
          </p:nvSpPr>
          <p:spPr>
            <a:xfrm>
              <a:off x="2157242" y="4534230"/>
              <a:ext cx="21725" cy="21705"/>
            </a:xfrm>
            <a:custGeom>
              <a:avLst/>
              <a:gdLst>
                <a:gd name="connsiteX0" fmla="*/ 0 w 21725"/>
                <a:gd name="connsiteY0" fmla="*/ 0 h 21705"/>
                <a:gd name="connsiteX1" fmla="*/ 21726 w 21725"/>
                <a:gd name="connsiteY1" fmla="*/ 0 h 21705"/>
                <a:gd name="connsiteX2" fmla="*/ 21726 w 21725"/>
                <a:gd name="connsiteY2" fmla="*/ 21706 h 21705"/>
                <a:gd name="connsiteX3" fmla="*/ 0 w 21725"/>
                <a:gd name="connsiteY3" fmla="*/ 21706 h 21705"/>
              </a:gdLst>
              <a:ahLst/>
              <a:cxnLst>
                <a:cxn ang="0">
                  <a:pos x="connsiteX0" y="connsiteY0"/>
                </a:cxn>
                <a:cxn ang="0">
                  <a:pos x="connsiteX1" y="connsiteY1"/>
                </a:cxn>
                <a:cxn ang="0">
                  <a:pos x="connsiteX2" y="connsiteY2"/>
                </a:cxn>
                <a:cxn ang="0">
                  <a:pos x="connsiteX3" y="connsiteY3"/>
                </a:cxn>
              </a:cxnLst>
              <a:rect l="l" t="t" r="r" b="b"/>
              <a:pathLst>
                <a:path w="21725" h="21705">
                  <a:moveTo>
                    <a:pt x="0" y="0"/>
                  </a:moveTo>
                  <a:lnTo>
                    <a:pt x="21726" y="0"/>
                  </a:lnTo>
                  <a:lnTo>
                    <a:pt x="21726" y="21706"/>
                  </a:lnTo>
                  <a:lnTo>
                    <a:pt x="0" y="21706"/>
                  </a:lnTo>
                  <a:close/>
                </a:path>
              </a:pathLst>
            </a:custGeom>
            <a:solidFill>
              <a:srgbClr val="007680"/>
            </a:solidFill>
            <a:ln w="6390" cap="flat">
              <a:noFill/>
              <a:prstDash val="solid"/>
              <a:miter/>
            </a:ln>
          </p:spPr>
          <p:txBody>
            <a:bodyPr rtlCol="0" anchor="ctr"/>
            <a:lstStyle/>
            <a:p>
              <a:endParaRPr lang="en-US"/>
            </a:p>
          </p:txBody>
        </p:sp>
        <p:sp>
          <p:nvSpPr>
            <p:cNvPr id="1285" name="Graphic 1100">
              <a:extLst>
                <a:ext uri="{FF2B5EF4-FFF2-40B4-BE49-F238E27FC236}">
                  <a16:creationId xmlns:a16="http://schemas.microsoft.com/office/drawing/2014/main" id="{D7FB8DE3-0B1F-8E46-8D7F-A80A0D91FD1E}"/>
                </a:ext>
              </a:extLst>
            </p:cNvPr>
            <p:cNvSpPr/>
            <p:nvPr/>
          </p:nvSpPr>
          <p:spPr>
            <a:xfrm>
              <a:off x="2226254" y="4480604"/>
              <a:ext cx="17252" cy="26174"/>
            </a:xfrm>
            <a:custGeom>
              <a:avLst/>
              <a:gdLst>
                <a:gd name="connsiteX0" fmla="*/ 0 w 17252"/>
                <a:gd name="connsiteY0" fmla="*/ 26175 h 26174"/>
                <a:gd name="connsiteX1" fmla="*/ 17253 w 17252"/>
                <a:gd name="connsiteY1" fmla="*/ 12768 h 26174"/>
                <a:gd name="connsiteX2" fmla="*/ 0 w 17252"/>
                <a:gd name="connsiteY2" fmla="*/ 0 h 26174"/>
              </a:gdLst>
              <a:ahLst/>
              <a:cxnLst>
                <a:cxn ang="0">
                  <a:pos x="connsiteX0" y="connsiteY0"/>
                </a:cxn>
                <a:cxn ang="0">
                  <a:pos x="connsiteX1" y="connsiteY1"/>
                </a:cxn>
                <a:cxn ang="0">
                  <a:pos x="connsiteX2" y="connsiteY2"/>
                </a:cxn>
              </a:cxnLst>
              <a:rect l="l" t="t" r="r" b="b"/>
              <a:pathLst>
                <a:path w="17252" h="26174">
                  <a:moveTo>
                    <a:pt x="0" y="26175"/>
                  </a:moveTo>
                  <a:lnTo>
                    <a:pt x="17253" y="12768"/>
                  </a:lnTo>
                  <a:lnTo>
                    <a:pt x="0" y="0"/>
                  </a:lnTo>
                  <a:close/>
                </a:path>
              </a:pathLst>
            </a:custGeom>
            <a:solidFill>
              <a:srgbClr val="007680"/>
            </a:solidFill>
            <a:ln w="6390" cap="flat">
              <a:noFill/>
              <a:prstDash val="solid"/>
              <a:miter/>
            </a:ln>
          </p:spPr>
          <p:txBody>
            <a:bodyPr rtlCol="0" anchor="ctr"/>
            <a:lstStyle/>
            <a:p>
              <a:endParaRPr lang="en-US"/>
            </a:p>
          </p:txBody>
        </p:sp>
        <p:sp>
          <p:nvSpPr>
            <p:cNvPr id="1286" name="Graphic 1100">
              <a:extLst>
                <a:ext uri="{FF2B5EF4-FFF2-40B4-BE49-F238E27FC236}">
                  <a16:creationId xmlns:a16="http://schemas.microsoft.com/office/drawing/2014/main" id="{9695FCEF-CD2F-6D4C-945F-6863EFB97536}"/>
                </a:ext>
              </a:extLst>
            </p:cNvPr>
            <p:cNvSpPr/>
            <p:nvPr/>
          </p:nvSpPr>
          <p:spPr>
            <a:xfrm>
              <a:off x="2148935" y="4430809"/>
              <a:ext cx="21725" cy="21705"/>
            </a:xfrm>
            <a:custGeom>
              <a:avLst/>
              <a:gdLst>
                <a:gd name="connsiteX0" fmla="*/ 21726 w 21725"/>
                <a:gd name="connsiteY0" fmla="*/ 10853 h 21705"/>
                <a:gd name="connsiteX1" fmla="*/ 10863 w 21725"/>
                <a:gd name="connsiteY1" fmla="*/ 21706 h 21705"/>
                <a:gd name="connsiteX2" fmla="*/ 0 w 21725"/>
                <a:gd name="connsiteY2" fmla="*/ 10853 h 21705"/>
                <a:gd name="connsiteX3" fmla="*/ 10863 w 21725"/>
                <a:gd name="connsiteY3" fmla="*/ 0 h 21705"/>
                <a:gd name="connsiteX4" fmla="*/ 21726 w 21725"/>
                <a:gd name="connsiteY4" fmla="*/ 10853 h 21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25" h="21705">
                  <a:moveTo>
                    <a:pt x="21726" y="10853"/>
                  </a:moveTo>
                  <a:cubicBezTo>
                    <a:pt x="21726" y="16847"/>
                    <a:pt x="16862" y="21706"/>
                    <a:pt x="10863" y="21706"/>
                  </a:cubicBezTo>
                  <a:cubicBezTo>
                    <a:pt x="4864" y="21706"/>
                    <a:pt x="0" y="16847"/>
                    <a:pt x="0" y="10853"/>
                  </a:cubicBezTo>
                  <a:cubicBezTo>
                    <a:pt x="0" y="4859"/>
                    <a:pt x="4863" y="0"/>
                    <a:pt x="10863" y="0"/>
                  </a:cubicBezTo>
                  <a:cubicBezTo>
                    <a:pt x="16862" y="0"/>
                    <a:pt x="21726" y="4859"/>
                    <a:pt x="21726" y="10853"/>
                  </a:cubicBezTo>
                  <a:close/>
                </a:path>
              </a:pathLst>
            </a:custGeom>
            <a:solidFill>
              <a:srgbClr val="007680"/>
            </a:solidFill>
            <a:ln w="6390" cap="flat">
              <a:noFill/>
              <a:prstDash val="solid"/>
              <a:miter/>
            </a:ln>
          </p:spPr>
          <p:txBody>
            <a:bodyPr rtlCol="0" anchor="ctr"/>
            <a:lstStyle/>
            <a:p>
              <a:endParaRPr lang="en-US"/>
            </a:p>
          </p:txBody>
        </p:sp>
        <p:sp>
          <p:nvSpPr>
            <p:cNvPr id="1287" name="Graphic 1100">
              <a:extLst>
                <a:ext uri="{FF2B5EF4-FFF2-40B4-BE49-F238E27FC236}">
                  <a16:creationId xmlns:a16="http://schemas.microsoft.com/office/drawing/2014/main" id="{A1EC8B90-645B-A144-846A-AAF7ED440C88}"/>
                </a:ext>
              </a:extLst>
            </p:cNvPr>
            <p:cNvSpPr/>
            <p:nvPr/>
          </p:nvSpPr>
          <p:spPr>
            <a:xfrm>
              <a:off x="1952125" y="4312706"/>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306078 w 362313"/>
                <a:gd name="connsiteY7" fmla="*/ 185774 h 361971"/>
                <a:gd name="connsiteX8" fmla="*/ 271572 w 362313"/>
                <a:gd name="connsiteY8" fmla="*/ 211310 h 361971"/>
                <a:gd name="connsiteX9" fmla="*/ 265182 w 362313"/>
                <a:gd name="connsiteY9" fmla="*/ 211948 h 361971"/>
                <a:gd name="connsiteX10" fmla="*/ 261348 w 362313"/>
                <a:gd name="connsiteY10" fmla="*/ 206203 h 361971"/>
                <a:gd name="connsiteX11" fmla="*/ 261348 w 362313"/>
                <a:gd name="connsiteY11" fmla="*/ 187051 h 361971"/>
                <a:gd name="connsiteX12" fmla="*/ 136106 w 362313"/>
                <a:gd name="connsiteY12" fmla="*/ 187051 h 361971"/>
                <a:gd name="connsiteX13" fmla="*/ 168055 w 362313"/>
                <a:gd name="connsiteY13" fmla="*/ 218971 h 361971"/>
                <a:gd name="connsiteX14" fmla="*/ 189142 w 362313"/>
                <a:gd name="connsiteY14" fmla="*/ 225355 h 361971"/>
                <a:gd name="connsiteX15" fmla="*/ 191698 w 362313"/>
                <a:gd name="connsiteY15" fmla="*/ 225355 h 361971"/>
                <a:gd name="connsiteX16" fmla="*/ 191698 w 362313"/>
                <a:gd name="connsiteY16" fmla="*/ 215140 h 361971"/>
                <a:gd name="connsiteX17" fmla="*/ 198088 w 362313"/>
                <a:gd name="connsiteY17" fmla="*/ 208756 h 361971"/>
                <a:gd name="connsiteX18" fmla="*/ 232594 w 362313"/>
                <a:gd name="connsiteY18" fmla="*/ 208756 h 361971"/>
                <a:gd name="connsiteX19" fmla="*/ 238984 w 362313"/>
                <a:gd name="connsiteY19" fmla="*/ 215140 h 361971"/>
                <a:gd name="connsiteX20" fmla="*/ 238984 w 362313"/>
                <a:gd name="connsiteY20" fmla="*/ 249614 h 361971"/>
                <a:gd name="connsiteX21" fmla="*/ 232594 w 362313"/>
                <a:gd name="connsiteY21" fmla="*/ 255998 h 361971"/>
                <a:gd name="connsiteX22" fmla="*/ 198088 w 362313"/>
                <a:gd name="connsiteY22" fmla="*/ 255998 h 361971"/>
                <a:gd name="connsiteX23" fmla="*/ 191698 w 362313"/>
                <a:gd name="connsiteY23" fmla="*/ 249614 h 361971"/>
                <a:gd name="connsiteX24" fmla="*/ 191698 w 362313"/>
                <a:gd name="connsiteY24" fmla="*/ 238761 h 361971"/>
                <a:gd name="connsiteX25" fmla="*/ 189142 w 362313"/>
                <a:gd name="connsiteY25" fmla="*/ 238761 h 361971"/>
                <a:gd name="connsiteX26" fmla="*/ 159109 w 362313"/>
                <a:gd name="connsiteY26" fmla="*/ 227908 h 361971"/>
                <a:gd name="connsiteX27" fmla="*/ 117575 w 362313"/>
                <a:gd name="connsiteY27" fmla="*/ 186412 h 361971"/>
                <a:gd name="connsiteX28" fmla="*/ 99683 w 362313"/>
                <a:gd name="connsiteY28" fmla="*/ 186412 h 361971"/>
                <a:gd name="connsiteX29" fmla="*/ 70289 w 362313"/>
                <a:gd name="connsiteY29" fmla="*/ 203011 h 361971"/>
                <a:gd name="connsiteX30" fmla="*/ 53675 w 362313"/>
                <a:gd name="connsiteY30" fmla="*/ 173644 h 361971"/>
                <a:gd name="connsiteX31" fmla="*/ 83069 w 362313"/>
                <a:gd name="connsiteY31" fmla="*/ 157046 h 361971"/>
                <a:gd name="connsiteX32" fmla="*/ 99683 w 362313"/>
                <a:gd name="connsiteY32" fmla="*/ 173644 h 361971"/>
                <a:gd name="connsiteX33" fmla="*/ 108629 w 362313"/>
                <a:gd name="connsiteY33" fmla="*/ 173644 h 361971"/>
                <a:gd name="connsiteX34" fmla="*/ 150164 w 362313"/>
                <a:gd name="connsiteY34" fmla="*/ 132149 h 361971"/>
                <a:gd name="connsiteX35" fmla="*/ 180835 w 362313"/>
                <a:gd name="connsiteY35" fmla="*/ 121934 h 361971"/>
                <a:gd name="connsiteX36" fmla="*/ 184030 w 362313"/>
                <a:gd name="connsiteY36" fmla="*/ 121934 h 361971"/>
                <a:gd name="connsiteX37" fmla="*/ 213424 w 362313"/>
                <a:gd name="connsiteY37" fmla="*/ 105336 h 361971"/>
                <a:gd name="connsiteX38" fmla="*/ 230038 w 362313"/>
                <a:gd name="connsiteY38" fmla="*/ 134702 h 361971"/>
                <a:gd name="connsiteX39" fmla="*/ 200644 w 362313"/>
                <a:gd name="connsiteY39" fmla="*/ 151300 h 361971"/>
                <a:gd name="connsiteX40" fmla="*/ 184030 w 362313"/>
                <a:gd name="connsiteY40" fmla="*/ 134702 h 361971"/>
                <a:gd name="connsiteX41" fmla="*/ 180835 w 362313"/>
                <a:gd name="connsiteY41" fmla="*/ 134702 h 361971"/>
                <a:gd name="connsiteX42" fmla="*/ 159748 w 362313"/>
                <a:gd name="connsiteY42" fmla="*/ 141724 h 361971"/>
                <a:gd name="connsiteX43" fmla="*/ 127799 w 362313"/>
                <a:gd name="connsiteY43" fmla="*/ 173644 h 361971"/>
                <a:gd name="connsiteX44" fmla="*/ 261348 w 362313"/>
                <a:gd name="connsiteY44" fmla="*/ 173644 h 361971"/>
                <a:gd name="connsiteX45" fmla="*/ 261348 w 362313"/>
                <a:gd name="connsiteY45" fmla="*/ 154492 h 361971"/>
                <a:gd name="connsiteX46" fmla="*/ 265182 w 362313"/>
                <a:gd name="connsiteY46" fmla="*/ 148747 h 361971"/>
                <a:gd name="connsiteX47" fmla="*/ 271572 w 362313"/>
                <a:gd name="connsiteY47" fmla="*/ 149385 h 361971"/>
                <a:gd name="connsiteX48" fmla="*/ 306078 w 362313"/>
                <a:gd name="connsiteY48" fmla="*/ 174921 h 361971"/>
                <a:gd name="connsiteX49" fmla="*/ 308634 w 362313"/>
                <a:gd name="connsiteY49" fmla="*/ 180028 h 361971"/>
                <a:gd name="connsiteX50" fmla="*/ 306078 w 362313"/>
                <a:gd name="connsiteY50" fmla="*/ 185774 h 361971"/>
                <a:gd name="connsiteX51" fmla="*/ 306078 w 362313"/>
                <a:gd name="connsiteY51" fmla="*/ 18577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lnTo>
                    <a:pt x="181474" y="0"/>
                  </a:lnTo>
                  <a:close/>
                  <a:moveTo>
                    <a:pt x="306078" y="185774"/>
                  </a:moveTo>
                  <a:lnTo>
                    <a:pt x="271572" y="211310"/>
                  </a:lnTo>
                  <a:cubicBezTo>
                    <a:pt x="269655" y="212587"/>
                    <a:pt x="267099" y="212587"/>
                    <a:pt x="265182" y="211948"/>
                  </a:cubicBezTo>
                  <a:cubicBezTo>
                    <a:pt x="263266" y="210671"/>
                    <a:pt x="261348" y="208756"/>
                    <a:pt x="261348" y="206203"/>
                  </a:cubicBezTo>
                  <a:lnTo>
                    <a:pt x="261348" y="187051"/>
                  </a:lnTo>
                  <a:lnTo>
                    <a:pt x="136106" y="187051"/>
                  </a:lnTo>
                  <a:lnTo>
                    <a:pt x="168055" y="218971"/>
                  </a:lnTo>
                  <a:cubicBezTo>
                    <a:pt x="174445" y="223439"/>
                    <a:pt x="181474" y="225993"/>
                    <a:pt x="189142" y="225355"/>
                  </a:cubicBezTo>
                  <a:lnTo>
                    <a:pt x="191698" y="225355"/>
                  </a:lnTo>
                  <a:lnTo>
                    <a:pt x="191698" y="215140"/>
                  </a:lnTo>
                  <a:cubicBezTo>
                    <a:pt x="191698" y="211310"/>
                    <a:pt x="194254" y="208756"/>
                    <a:pt x="198088" y="208756"/>
                  </a:cubicBezTo>
                  <a:lnTo>
                    <a:pt x="232594" y="208756"/>
                  </a:lnTo>
                  <a:cubicBezTo>
                    <a:pt x="236428" y="208756"/>
                    <a:pt x="238984" y="211310"/>
                    <a:pt x="238984" y="215140"/>
                  </a:cubicBezTo>
                  <a:lnTo>
                    <a:pt x="238984" y="249614"/>
                  </a:lnTo>
                  <a:cubicBezTo>
                    <a:pt x="238984" y="253444"/>
                    <a:pt x="236428" y="255998"/>
                    <a:pt x="232594" y="255998"/>
                  </a:cubicBezTo>
                  <a:lnTo>
                    <a:pt x="198088" y="255998"/>
                  </a:lnTo>
                  <a:cubicBezTo>
                    <a:pt x="194254" y="255998"/>
                    <a:pt x="191698" y="253444"/>
                    <a:pt x="191698" y="249614"/>
                  </a:cubicBezTo>
                  <a:lnTo>
                    <a:pt x="191698" y="238761"/>
                  </a:lnTo>
                  <a:lnTo>
                    <a:pt x="189142" y="238761"/>
                  </a:lnTo>
                  <a:cubicBezTo>
                    <a:pt x="178279" y="238761"/>
                    <a:pt x="167416" y="234930"/>
                    <a:pt x="159109" y="227908"/>
                  </a:cubicBezTo>
                  <a:lnTo>
                    <a:pt x="117575" y="186412"/>
                  </a:lnTo>
                  <a:lnTo>
                    <a:pt x="99683" y="186412"/>
                  </a:lnTo>
                  <a:cubicBezTo>
                    <a:pt x="95849" y="199180"/>
                    <a:pt x="83069" y="206203"/>
                    <a:pt x="70289" y="203011"/>
                  </a:cubicBezTo>
                  <a:cubicBezTo>
                    <a:pt x="57509" y="199180"/>
                    <a:pt x="50480" y="186412"/>
                    <a:pt x="53675" y="173644"/>
                  </a:cubicBezTo>
                  <a:cubicBezTo>
                    <a:pt x="56870" y="160876"/>
                    <a:pt x="70289" y="153854"/>
                    <a:pt x="83069" y="157046"/>
                  </a:cubicBezTo>
                  <a:cubicBezTo>
                    <a:pt x="90737" y="158961"/>
                    <a:pt x="97127" y="165345"/>
                    <a:pt x="99683" y="173644"/>
                  </a:cubicBezTo>
                  <a:lnTo>
                    <a:pt x="108629" y="173644"/>
                  </a:lnTo>
                  <a:lnTo>
                    <a:pt x="150164" y="132149"/>
                  </a:lnTo>
                  <a:cubicBezTo>
                    <a:pt x="161027" y="121296"/>
                    <a:pt x="180196" y="121934"/>
                    <a:pt x="180835" y="121934"/>
                  </a:cubicBezTo>
                  <a:lnTo>
                    <a:pt x="184030" y="121934"/>
                  </a:lnTo>
                  <a:cubicBezTo>
                    <a:pt x="187864" y="109166"/>
                    <a:pt x="200644" y="102144"/>
                    <a:pt x="213424" y="105336"/>
                  </a:cubicBezTo>
                  <a:cubicBezTo>
                    <a:pt x="226204" y="109166"/>
                    <a:pt x="233233" y="121934"/>
                    <a:pt x="230038" y="134702"/>
                  </a:cubicBezTo>
                  <a:cubicBezTo>
                    <a:pt x="226843" y="147470"/>
                    <a:pt x="213424" y="154492"/>
                    <a:pt x="200644" y="151300"/>
                  </a:cubicBezTo>
                  <a:cubicBezTo>
                    <a:pt x="192976" y="149385"/>
                    <a:pt x="186586" y="143001"/>
                    <a:pt x="184030" y="134702"/>
                  </a:cubicBezTo>
                  <a:lnTo>
                    <a:pt x="180835" y="134702"/>
                  </a:lnTo>
                  <a:cubicBezTo>
                    <a:pt x="173167" y="134064"/>
                    <a:pt x="165499" y="136617"/>
                    <a:pt x="159748" y="141724"/>
                  </a:cubicBezTo>
                  <a:lnTo>
                    <a:pt x="127799" y="173644"/>
                  </a:lnTo>
                  <a:lnTo>
                    <a:pt x="261348" y="173644"/>
                  </a:lnTo>
                  <a:lnTo>
                    <a:pt x="261348" y="154492"/>
                  </a:lnTo>
                  <a:cubicBezTo>
                    <a:pt x="261348" y="151939"/>
                    <a:pt x="262626" y="150024"/>
                    <a:pt x="265182" y="148747"/>
                  </a:cubicBezTo>
                  <a:cubicBezTo>
                    <a:pt x="267099" y="148108"/>
                    <a:pt x="269655" y="148108"/>
                    <a:pt x="271572" y="149385"/>
                  </a:cubicBezTo>
                  <a:lnTo>
                    <a:pt x="306078" y="174921"/>
                  </a:lnTo>
                  <a:cubicBezTo>
                    <a:pt x="307995" y="176198"/>
                    <a:pt x="308634" y="178113"/>
                    <a:pt x="308634" y="180028"/>
                  </a:cubicBezTo>
                  <a:cubicBezTo>
                    <a:pt x="308634" y="182582"/>
                    <a:pt x="307995" y="184497"/>
                    <a:pt x="306078" y="185774"/>
                  </a:cubicBezTo>
                  <a:lnTo>
                    <a:pt x="306078" y="185774"/>
                  </a:lnTo>
                  <a:close/>
                </a:path>
              </a:pathLst>
            </a:custGeom>
            <a:solidFill>
              <a:srgbClr val="007680"/>
            </a:solidFill>
            <a:ln w="6390" cap="flat">
              <a:noFill/>
              <a:prstDash val="solid"/>
              <a:miter/>
            </a:ln>
          </p:spPr>
          <p:txBody>
            <a:bodyPr rtlCol="0" anchor="ctr"/>
            <a:lstStyle/>
            <a:p>
              <a:endParaRPr lang="en-US"/>
            </a:p>
          </p:txBody>
        </p:sp>
      </p:grpSp>
      <p:grpSp>
        <p:nvGrpSpPr>
          <p:cNvPr id="1288" name="Graphic 1100">
            <a:extLst>
              <a:ext uri="{FF2B5EF4-FFF2-40B4-BE49-F238E27FC236}">
                <a16:creationId xmlns:a16="http://schemas.microsoft.com/office/drawing/2014/main" id="{959C4D1C-64C8-4445-B8AD-118AD7FE6FC6}"/>
              </a:ext>
            </a:extLst>
          </p:cNvPr>
          <p:cNvGrpSpPr/>
          <p:nvPr/>
        </p:nvGrpSpPr>
        <p:grpSpPr>
          <a:xfrm>
            <a:off x="10935099" y="4797250"/>
            <a:ext cx="362309" cy="361971"/>
            <a:chOff x="10935099" y="4797250"/>
            <a:chExt cx="362309" cy="361971"/>
          </a:xfrm>
          <a:solidFill>
            <a:srgbClr val="00ABAB"/>
          </a:solidFill>
        </p:grpSpPr>
        <p:sp>
          <p:nvSpPr>
            <p:cNvPr id="1289" name="Graphic 1100">
              <a:extLst>
                <a:ext uri="{FF2B5EF4-FFF2-40B4-BE49-F238E27FC236}">
                  <a16:creationId xmlns:a16="http://schemas.microsoft.com/office/drawing/2014/main" id="{7B744BC4-1B91-2544-8023-486193B57BCA}"/>
                </a:ext>
              </a:extLst>
            </p:cNvPr>
            <p:cNvSpPr/>
            <p:nvPr/>
          </p:nvSpPr>
          <p:spPr>
            <a:xfrm>
              <a:off x="10935099" y="4797250"/>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180835 w 362309"/>
                <a:gd name="connsiteY6" fmla="*/ 348565 h 361971"/>
                <a:gd name="connsiteX7" fmla="*/ 12780 w 362309"/>
                <a:gd name="connsiteY7" fmla="*/ 180028 h 361971"/>
                <a:gd name="connsiteX8" fmla="*/ 181474 w 362309"/>
                <a:gd name="connsiteY8" fmla="*/ 12129 h 361971"/>
                <a:gd name="connsiteX9" fmla="*/ 349529 w 362309"/>
                <a:gd name="connsiteY9" fmla="*/ 180028 h 361971"/>
                <a:gd name="connsiteX10" fmla="*/ 180835 w 362309"/>
                <a:gd name="connsiteY10"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1305"/>
                  </a:cubicBezTo>
                  <a:cubicBezTo>
                    <a:pt x="0" y="281533"/>
                    <a:pt x="81152" y="361972"/>
                    <a:pt x="181474" y="361972"/>
                  </a:cubicBezTo>
                  <a:cubicBezTo>
                    <a:pt x="281796" y="361972"/>
                    <a:pt x="362309" y="280895"/>
                    <a:pt x="362309" y="180667"/>
                  </a:cubicBezTo>
                  <a:cubicBezTo>
                    <a:pt x="362309" y="80438"/>
                    <a:pt x="281157" y="0"/>
                    <a:pt x="180835" y="0"/>
                  </a:cubicBezTo>
                  <a:cubicBezTo>
                    <a:pt x="181474" y="0"/>
                    <a:pt x="180835" y="0"/>
                    <a:pt x="180835" y="0"/>
                  </a:cubicBezTo>
                  <a:close/>
                  <a:moveTo>
                    <a:pt x="180835" y="348565"/>
                  </a:moveTo>
                  <a:cubicBezTo>
                    <a:pt x="87542" y="348565"/>
                    <a:pt x="12780" y="273234"/>
                    <a:pt x="12780" y="180028"/>
                  </a:cubicBezTo>
                  <a:cubicBezTo>
                    <a:pt x="12780" y="86822"/>
                    <a:pt x="88181" y="12129"/>
                    <a:pt x="181474" y="12129"/>
                  </a:cubicBezTo>
                  <a:cubicBezTo>
                    <a:pt x="274128" y="12129"/>
                    <a:pt x="349529" y="87461"/>
                    <a:pt x="349529" y="180028"/>
                  </a:cubicBezTo>
                  <a:cubicBezTo>
                    <a:pt x="349529" y="273234"/>
                    <a:pt x="274128" y="348565"/>
                    <a:pt x="180835" y="348565"/>
                  </a:cubicBezTo>
                  <a:close/>
                </a:path>
              </a:pathLst>
            </a:custGeom>
            <a:solidFill>
              <a:srgbClr val="00ABAB"/>
            </a:solidFill>
            <a:ln w="6390" cap="flat">
              <a:noFill/>
              <a:prstDash val="solid"/>
              <a:miter/>
            </a:ln>
          </p:spPr>
          <p:txBody>
            <a:bodyPr rtlCol="0" anchor="ctr"/>
            <a:lstStyle/>
            <a:p>
              <a:endParaRPr lang="en-US"/>
            </a:p>
          </p:txBody>
        </p:sp>
        <p:sp>
          <p:nvSpPr>
            <p:cNvPr id="1290" name="Graphic 1100">
              <a:extLst>
                <a:ext uri="{FF2B5EF4-FFF2-40B4-BE49-F238E27FC236}">
                  <a16:creationId xmlns:a16="http://schemas.microsoft.com/office/drawing/2014/main" id="{4DCA5CEA-9598-0F40-B68A-0B13E7E3421C}"/>
                </a:ext>
              </a:extLst>
            </p:cNvPr>
            <p:cNvSpPr/>
            <p:nvPr/>
          </p:nvSpPr>
          <p:spPr>
            <a:xfrm>
              <a:off x="11014334" y="4970894"/>
              <a:ext cx="177640" cy="116826"/>
            </a:xfrm>
            <a:custGeom>
              <a:avLst/>
              <a:gdLst>
                <a:gd name="connsiteX0" fmla="*/ 171251 w 177640"/>
                <a:gd name="connsiteY0" fmla="*/ 61286 h 116826"/>
                <a:gd name="connsiteX1" fmla="*/ 127799 w 177640"/>
                <a:gd name="connsiteY1" fmla="*/ 61286 h 116826"/>
                <a:gd name="connsiteX2" fmla="*/ 121409 w 177640"/>
                <a:gd name="connsiteY2" fmla="*/ 67670 h 116826"/>
                <a:gd name="connsiteX3" fmla="*/ 127799 w 177640"/>
                <a:gd name="connsiteY3" fmla="*/ 74054 h 116826"/>
                <a:gd name="connsiteX4" fmla="*/ 160388 w 177640"/>
                <a:gd name="connsiteY4" fmla="*/ 74054 h 116826"/>
                <a:gd name="connsiteX5" fmla="*/ 34506 w 177640"/>
                <a:gd name="connsiteY5" fmla="*/ 65116 h 116826"/>
                <a:gd name="connsiteX6" fmla="*/ 12780 w 177640"/>
                <a:gd name="connsiteY6" fmla="*/ 6384 h 116826"/>
                <a:gd name="connsiteX7" fmla="*/ 6390 w 177640"/>
                <a:gd name="connsiteY7" fmla="*/ 0 h 116826"/>
                <a:gd name="connsiteX8" fmla="*/ 0 w 177640"/>
                <a:gd name="connsiteY8" fmla="*/ 6384 h 116826"/>
                <a:gd name="connsiteX9" fmla="*/ 101600 w 177640"/>
                <a:gd name="connsiteY9" fmla="*/ 107889 h 116826"/>
                <a:gd name="connsiteX10" fmla="*/ 164861 w 177640"/>
                <a:gd name="connsiteY10" fmla="*/ 86184 h 116826"/>
                <a:gd name="connsiteX11" fmla="*/ 164861 w 177640"/>
                <a:gd name="connsiteY11" fmla="*/ 110443 h 116826"/>
                <a:gd name="connsiteX12" fmla="*/ 171251 w 177640"/>
                <a:gd name="connsiteY12" fmla="*/ 116827 h 116826"/>
                <a:gd name="connsiteX13" fmla="*/ 177641 w 177640"/>
                <a:gd name="connsiteY13" fmla="*/ 110443 h 116826"/>
                <a:gd name="connsiteX14" fmla="*/ 177641 w 177640"/>
                <a:gd name="connsiteY14" fmla="*/ 67670 h 116826"/>
                <a:gd name="connsiteX15" fmla="*/ 171251 w 177640"/>
                <a:gd name="connsiteY15" fmla="*/ 61286 h 116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7640" h="116826">
                  <a:moveTo>
                    <a:pt x="171251" y="61286"/>
                  </a:moveTo>
                  <a:lnTo>
                    <a:pt x="127799" y="61286"/>
                  </a:lnTo>
                  <a:cubicBezTo>
                    <a:pt x="123965" y="61286"/>
                    <a:pt x="121409" y="63840"/>
                    <a:pt x="121409" y="67670"/>
                  </a:cubicBezTo>
                  <a:cubicBezTo>
                    <a:pt x="121409" y="71500"/>
                    <a:pt x="123965" y="74054"/>
                    <a:pt x="127799" y="74054"/>
                  </a:cubicBezTo>
                  <a:lnTo>
                    <a:pt x="160388" y="74054"/>
                  </a:lnTo>
                  <a:cubicBezTo>
                    <a:pt x="123326" y="106612"/>
                    <a:pt x="67094" y="102144"/>
                    <a:pt x="34506" y="65116"/>
                  </a:cubicBezTo>
                  <a:cubicBezTo>
                    <a:pt x="20448" y="49156"/>
                    <a:pt x="12780" y="28089"/>
                    <a:pt x="12780" y="6384"/>
                  </a:cubicBezTo>
                  <a:cubicBezTo>
                    <a:pt x="12780" y="2553"/>
                    <a:pt x="10225" y="0"/>
                    <a:pt x="6390" y="0"/>
                  </a:cubicBezTo>
                  <a:cubicBezTo>
                    <a:pt x="2556" y="0"/>
                    <a:pt x="0" y="2553"/>
                    <a:pt x="0" y="6384"/>
                  </a:cubicBezTo>
                  <a:cubicBezTo>
                    <a:pt x="0" y="62563"/>
                    <a:pt x="45369" y="107889"/>
                    <a:pt x="101600" y="107889"/>
                  </a:cubicBezTo>
                  <a:cubicBezTo>
                    <a:pt x="124604" y="107889"/>
                    <a:pt x="146969" y="100228"/>
                    <a:pt x="164861" y="86184"/>
                  </a:cubicBezTo>
                  <a:lnTo>
                    <a:pt x="164861" y="110443"/>
                  </a:lnTo>
                  <a:cubicBezTo>
                    <a:pt x="164861" y="114273"/>
                    <a:pt x="167417" y="116827"/>
                    <a:pt x="171251" y="116827"/>
                  </a:cubicBezTo>
                  <a:cubicBezTo>
                    <a:pt x="175084" y="116827"/>
                    <a:pt x="177641" y="114273"/>
                    <a:pt x="177641" y="110443"/>
                  </a:cubicBezTo>
                  <a:lnTo>
                    <a:pt x="177641" y="67670"/>
                  </a:lnTo>
                  <a:cubicBezTo>
                    <a:pt x="177641" y="63840"/>
                    <a:pt x="175084" y="61286"/>
                    <a:pt x="171251" y="61286"/>
                  </a:cubicBezTo>
                  <a:close/>
                </a:path>
              </a:pathLst>
            </a:custGeom>
            <a:solidFill>
              <a:srgbClr val="00ABAB"/>
            </a:solidFill>
            <a:ln w="6390" cap="flat">
              <a:noFill/>
              <a:prstDash val="solid"/>
              <a:miter/>
            </a:ln>
          </p:spPr>
          <p:txBody>
            <a:bodyPr rtlCol="0" anchor="ctr"/>
            <a:lstStyle/>
            <a:p>
              <a:endParaRPr lang="en-US"/>
            </a:p>
          </p:txBody>
        </p:sp>
        <p:sp>
          <p:nvSpPr>
            <p:cNvPr id="1291" name="Graphic 1100">
              <a:extLst>
                <a:ext uri="{FF2B5EF4-FFF2-40B4-BE49-F238E27FC236}">
                  <a16:creationId xmlns:a16="http://schemas.microsoft.com/office/drawing/2014/main" id="{2282CF35-DA95-B846-A9C1-26C42CC1E069}"/>
                </a:ext>
              </a:extLst>
            </p:cNvPr>
            <p:cNvSpPr/>
            <p:nvPr/>
          </p:nvSpPr>
          <p:spPr>
            <a:xfrm>
              <a:off x="11039894" y="4866835"/>
              <a:ext cx="177008" cy="116827"/>
            </a:xfrm>
            <a:custGeom>
              <a:avLst/>
              <a:gdLst>
                <a:gd name="connsiteX0" fmla="*/ 76040 w 177008"/>
                <a:gd name="connsiteY0" fmla="*/ 8938 h 116827"/>
                <a:gd name="connsiteX1" fmla="*/ 12780 w 177008"/>
                <a:gd name="connsiteY1" fmla="*/ 30643 h 116827"/>
                <a:gd name="connsiteX2" fmla="*/ 12780 w 177008"/>
                <a:gd name="connsiteY2" fmla="*/ 6384 h 116827"/>
                <a:gd name="connsiteX3" fmla="*/ 6390 w 177008"/>
                <a:gd name="connsiteY3" fmla="*/ 0 h 116827"/>
                <a:gd name="connsiteX4" fmla="*/ 0 w 177008"/>
                <a:gd name="connsiteY4" fmla="*/ 6384 h 116827"/>
                <a:gd name="connsiteX5" fmla="*/ 0 w 177008"/>
                <a:gd name="connsiteY5" fmla="*/ 49795 h 116827"/>
                <a:gd name="connsiteX6" fmla="*/ 6390 w 177008"/>
                <a:gd name="connsiteY6" fmla="*/ 56179 h 116827"/>
                <a:gd name="connsiteX7" fmla="*/ 49842 w 177008"/>
                <a:gd name="connsiteY7" fmla="*/ 56179 h 116827"/>
                <a:gd name="connsiteX8" fmla="*/ 56232 w 177008"/>
                <a:gd name="connsiteY8" fmla="*/ 49795 h 116827"/>
                <a:gd name="connsiteX9" fmla="*/ 49842 w 177008"/>
                <a:gd name="connsiteY9" fmla="*/ 43411 h 116827"/>
                <a:gd name="connsiteX10" fmla="*/ 17253 w 177008"/>
                <a:gd name="connsiteY10" fmla="*/ 43411 h 116827"/>
                <a:gd name="connsiteX11" fmla="*/ 142496 w 177008"/>
                <a:gd name="connsiteY11" fmla="*/ 51710 h 116827"/>
                <a:gd name="connsiteX12" fmla="*/ 164222 w 177008"/>
                <a:gd name="connsiteY12" fmla="*/ 110443 h 116827"/>
                <a:gd name="connsiteX13" fmla="*/ 170612 w 177008"/>
                <a:gd name="connsiteY13" fmla="*/ 116827 h 116827"/>
                <a:gd name="connsiteX14" fmla="*/ 177002 w 177008"/>
                <a:gd name="connsiteY14" fmla="*/ 110443 h 116827"/>
                <a:gd name="connsiteX15" fmla="*/ 76040 w 177008"/>
                <a:gd name="connsiteY15" fmla="*/ 8938 h 116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7008" h="116827">
                  <a:moveTo>
                    <a:pt x="76040" y="8938"/>
                  </a:moveTo>
                  <a:cubicBezTo>
                    <a:pt x="53037" y="8938"/>
                    <a:pt x="30672" y="16599"/>
                    <a:pt x="12780" y="30643"/>
                  </a:cubicBezTo>
                  <a:lnTo>
                    <a:pt x="12780" y="6384"/>
                  </a:lnTo>
                  <a:cubicBezTo>
                    <a:pt x="12780" y="2554"/>
                    <a:pt x="10225" y="0"/>
                    <a:pt x="6390" y="0"/>
                  </a:cubicBezTo>
                  <a:cubicBezTo>
                    <a:pt x="2556" y="0"/>
                    <a:pt x="0" y="2554"/>
                    <a:pt x="0" y="6384"/>
                  </a:cubicBezTo>
                  <a:lnTo>
                    <a:pt x="0" y="49795"/>
                  </a:lnTo>
                  <a:cubicBezTo>
                    <a:pt x="0" y="53626"/>
                    <a:pt x="2556" y="56179"/>
                    <a:pt x="6390" y="56179"/>
                  </a:cubicBezTo>
                  <a:lnTo>
                    <a:pt x="49842" y="56179"/>
                  </a:lnTo>
                  <a:cubicBezTo>
                    <a:pt x="53676" y="56179"/>
                    <a:pt x="56232" y="53626"/>
                    <a:pt x="56232" y="49795"/>
                  </a:cubicBezTo>
                  <a:cubicBezTo>
                    <a:pt x="56232" y="45965"/>
                    <a:pt x="53676" y="43411"/>
                    <a:pt x="49842" y="43411"/>
                  </a:cubicBezTo>
                  <a:lnTo>
                    <a:pt x="17253" y="43411"/>
                  </a:lnTo>
                  <a:cubicBezTo>
                    <a:pt x="54314" y="10853"/>
                    <a:pt x="110546" y="14683"/>
                    <a:pt x="142496" y="51710"/>
                  </a:cubicBezTo>
                  <a:cubicBezTo>
                    <a:pt x="156553" y="67670"/>
                    <a:pt x="164222" y="88738"/>
                    <a:pt x="164222" y="110443"/>
                  </a:cubicBezTo>
                  <a:cubicBezTo>
                    <a:pt x="164222" y="114273"/>
                    <a:pt x="166778" y="116827"/>
                    <a:pt x="170612" y="116827"/>
                  </a:cubicBezTo>
                  <a:cubicBezTo>
                    <a:pt x="174446" y="116827"/>
                    <a:pt x="177002" y="114273"/>
                    <a:pt x="177002" y="110443"/>
                  </a:cubicBezTo>
                  <a:cubicBezTo>
                    <a:pt x="177641" y="54902"/>
                    <a:pt x="132272" y="9576"/>
                    <a:pt x="76040" y="8938"/>
                  </a:cubicBezTo>
                  <a:close/>
                </a:path>
              </a:pathLst>
            </a:custGeom>
            <a:solidFill>
              <a:srgbClr val="00ABAB"/>
            </a:solidFill>
            <a:ln w="6390" cap="flat">
              <a:noFill/>
              <a:prstDash val="solid"/>
              <a:miter/>
            </a:ln>
          </p:spPr>
          <p:txBody>
            <a:bodyPr rtlCol="0" anchor="ctr"/>
            <a:lstStyle/>
            <a:p>
              <a:endParaRPr lang="en-US"/>
            </a:p>
          </p:txBody>
        </p:sp>
        <p:sp>
          <p:nvSpPr>
            <p:cNvPr id="1292" name="Graphic 1100">
              <a:extLst>
                <a:ext uri="{FF2B5EF4-FFF2-40B4-BE49-F238E27FC236}">
                  <a16:creationId xmlns:a16="http://schemas.microsoft.com/office/drawing/2014/main" id="{8671A3A3-139E-654B-AF18-469F6D253635}"/>
                </a:ext>
              </a:extLst>
            </p:cNvPr>
            <p:cNvSpPr/>
            <p:nvPr/>
          </p:nvSpPr>
          <p:spPr>
            <a:xfrm>
              <a:off x="11076157" y="4945358"/>
              <a:ext cx="90257" cy="65116"/>
            </a:xfrm>
            <a:custGeom>
              <a:avLst/>
              <a:gdLst>
                <a:gd name="connsiteX0" fmla="*/ 31471 w 90257"/>
                <a:gd name="connsiteY0" fmla="*/ 65117 h 65116"/>
                <a:gd name="connsiteX1" fmla="*/ 35943 w 90257"/>
                <a:gd name="connsiteY1" fmla="*/ 63201 h 65116"/>
                <a:gd name="connsiteX2" fmla="*/ 88340 w 90257"/>
                <a:gd name="connsiteY2" fmla="*/ 10853 h 65116"/>
                <a:gd name="connsiteX3" fmla="*/ 88340 w 90257"/>
                <a:gd name="connsiteY3" fmla="*/ 1915 h 65116"/>
                <a:gd name="connsiteX4" fmla="*/ 79395 w 90257"/>
                <a:gd name="connsiteY4" fmla="*/ 1915 h 65116"/>
                <a:gd name="connsiteX5" fmla="*/ 32109 w 90257"/>
                <a:gd name="connsiteY5" fmla="*/ 49157 h 65116"/>
                <a:gd name="connsiteX6" fmla="*/ 10383 w 90257"/>
                <a:gd name="connsiteY6" fmla="*/ 27451 h 65116"/>
                <a:gd name="connsiteX7" fmla="*/ 1437 w 90257"/>
                <a:gd name="connsiteY7" fmla="*/ 28089 h 65116"/>
                <a:gd name="connsiteX8" fmla="*/ 1437 w 90257"/>
                <a:gd name="connsiteY8" fmla="*/ 36389 h 65116"/>
                <a:gd name="connsiteX9" fmla="*/ 27636 w 90257"/>
                <a:gd name="connsiteY9" fmla="*/ 62563 h 65116"/>
                <a:gd name="connsiteX10" fmla="*/ 31471 w 90257"/>
                <a:gd name="connsiteY10" fmla="*/ 65117 h 65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257" h="65116">
                  <a:moveTo>
                    <a:pt x="31471" y="65117"/>
                  </a:moveTo>
                  <a:cubicBezTo>
                    <a:pt x="33387" y="65117"/>
                    <a:pt x="34666" y="64478"/>
                    <a:pt x="35943" y="63201"/>
                  </a:cubicBezTo>
                  <a:lnTo>
                    <a:pt x="88340" y="10853"/>
                  </a:lnTo>
                  <a:cubicBezTo>
                    <a:pt x="90897" y="8299"/>
                    <a:pt x="90897" y="4469"/>
                    <a:pt x="88340" y="1915"/>
                  </a:cubicBezTo>
                  <a:cubicBezTo>
                    <a:pt x="85785" y="-638"/>
                    <a:pt x="81950" y="-638"/>
                    <a:pt x="79395" y="1915"/>
                  </a:cubicBezTo>
                  <a:lnTo>
                    <a:pt x="32109" y="49157"/>
                  </a:lnTo>
                  <a:lnTo>
                    <a:pt x="10383" y="27451"/>
                  </a:lnTo>
                  <a:cubicBezTo>
                    <a:pt x="7827" y="24897"/>
                    <a:pt x="3355" y="25536"/>
                    <a:pt x="1437" y="28089"/>
                  </a:cubicBezTo>
                  <a:cubicBezTo>
                    <a:pt x="-479" y="30643"/>
                    <a:pt x="-479" y="33835"/>
                    <a:pt x="1437" y="36389"/>
                  </a:cubicBezTo>
                  <a:lnTo>
                    <a:pt x="27636" y="62563"/>
                  </a:lnTo>
                  <a:cubicBezTo>
                    <a:pt x="27636" y="64478"/>
                    <a:pt x="29553" y="65117"/>
                    <a:pt x="31471" y="65117"/>
                  </a:cubicBezTo>
                  <a:close/>
                </a:path>
              </a:pathLst>
            </a:custGeom>
            <a:solidFill>
              <a:srgbClr val="00ABAB"/>
            </a:solidFill>
            <a:ln w="6390" cap="flat">
              <a:noFill/>
              <a:prstDash val="solid"/>
              <a:miter/>
            </a:ln>
          </p:spPr>
          <p:txBody>
            <a:bodyPr rtlCol="0" anchor="ctr"/>
            <a:lstStyle/>
            <a:p>
              <a:endParaRPr lang="en-US"/>
            </a:p>
          </p:txBody>
        </p:sp>
      </p:grpSp>
      <p:grpSp>
        <p:nvGrpSpPr>
          <p:cNvPr id="1293" name="Graphic 1100">
            <a:extLst>
              <a:ext uri="{FF2B5EF4-FFF2-40B4-BE49-F238E27FC236}">
                <a16:creationId xmlns:a16="http://schemas.microsoft.com/office/drawing/2014/main" id="{46B6F915-E45D-1B42-B196-9F81E77C4D65}"/>
              </a:ext>
            </a:extLst>
          </p:cNvPr>
          <p:cNvGrpSpPr/>
          <p:nvPr/>
        </p:nvGrpSpPr>
        <p:grpSpPr>
          <a:xfrm>
            <a:off x="10935099" y="4312706"/>
            <a:ext cx="362309" cy="361971"/>
            <a:chOff x="10935099" y="4312706"/>
            <a:chExt cx="362309" cy="361971"/>
          </a:xfrm>
          <a:solidFill>
            <a:srgbClr val="00ABAB"/>
          </a:solidFill>
        </p:grpSpPr>
        <p:sp>
          <p:nvSpPr>
            <p:cNvPr id="1294" name="Graphic 1100">
              <a:extLst>
                <a:ext uri="{FF2B5EF4-FFF2-40B4-BE49-F238E27FC236}">
                  <a16:creationId xmlns:a16="http://schemas.microsoft.com/office/drawing/2014/main" id="{ED8E3CBD-DC9F-1D45-B2C7-848B2479ADCD}"/>
                </a:ext>
              </a:extLst>
            </p:cNvPr>
            <p:cNvSpPr/>
            <p:nvPr/>
          </p:nvSpPr>
          <p:spPr>
            <a:xfrm>
              <a:off x="10935099" y="4312706"/>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 name="connsiteX11" fmla="*/ 180835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7"/>
                    <a:pt x="0" y="181305"/>
                  </a:cubicBezTo>
                  <a:cubicBezTo>
                    <a:pt x="0" y="281534"/>
                    <a:pt x="81152" y="361972"/>
                    <a:pt x="181474" y="361972"/>
                  </a:cubicBezTo>
                  <a:cubicBezTo>
                    <a:pt x="281796" y="361972"/>
                    <a:pt x="362309" y="280895"/>
                    <a:pt x="362309" y="180667"/>
                  </a:cubicBezTo>
                  <a:cubicBezTo>
                    <a:pt x="362309" y="81077"/>
                    <a:pt x="281157" y="0"/>
                    <a:pt x="180835" y="0"/>
                  </a:cubicBezTo>
                  <a:cubicBezTo>
                    <a:pt x="181474" y="0"/>
                    <a:pt x="180835" y="0"/>
                    <a:pt x="180835" y="0"/>
                  </a:cubicBezTo>
                  <a:close/>
                  <a:moveTo>
                    <a:pt x="180835" y="349204"/>
                  </a:moveTo>
                  <a:cubicBezTo>
                    <a:pt x="87542" y="349204"/>
                    <a:pt x="12780" y="273873"/>
                    <a:pt x="12780" y="180667"/>
                  </a:cubicBezTo>
                  <a:cubicBezTo>
                    <a:pt x="12780" y="87461"/>
                    <a:pt x="88181" y="12768"/>
                    <a:pt x="181474" y="12768"/>
                  </a:cubicBezTo>
                  <a:cubicBezTo>
                    <a:pt x="274128" y="12768"/>
                    <a:pt x="349529" y="88099"/>
                    <a:pt x="349529" y="180667"/>
                  </a:cubicBezTo>
                  <a:cubicBezTo>
                    <a:pt x="349529" y="273873"/>
                    <a:pt x="274128" y="349204"/>
                    <a:pt x="180835" y="349204"/>
                  </a:cubicBezTo>
                  <a:lnTo>
                    <a:pt x="180835" y="349204"/>
                  </a:lnTo>
                  <a:close/>
                </a:path>
              </a:pathLst>
            </a:custGeom>
            <a:solidFill>
              <a:srgbClr val="00ABAB"/>
            </a:solidFill>
            <a:ln w="6390" cap="flat">
              <a:noFill/>
              <a:prstDash val="solid"/>
              <a:miter/>
            </a:ln>
          </p:spPr>
          <p:txBody>
            <a:bodyPr rtlCol="0" anchor="ctr"/>
            <a:lstStyle/>
            <a:p>
              <a:endParaRPr lang="en-US"/>
            </a:p>
          </p:txBody>
        </p:sp>
        <p:sp>
          <p:nvSpPr>
            <p:cNvPr id="1295" name="Graphic 1100">
              <a:extLst>
                <a:ext uri="{FF2B5EF4-FFF2-40B4-BE49-F238E27FC236}">
                  <a16:creationId xmlns:a16="http://schemas.microsoft.com/office/drawing/2014/main" id="{D40D780D-BF2E-0F4E-830C-B77CDD34404A}"/>
                </a:ext>
              </a:extLst>
            </p:cNvPr>
            <p:cNvSpPr/>
            <p:nvPr/>
          </p:nvSpPr>
          <p:spPr>
            <a:xfrm>
              <a:off x="11002832" y="4384206"/>
              <a:ext cx="230063" cy="218357"/>
            </a:xfrm>
            <a:custGeom>
              <a:avLst/>
              <a:gdLst>
                <a:gd name="connsiteX0" fmla="*/ 118214 w 230063"/>
                <a:gd name="connsiteY0" fmla="*/ 0 h 218357"/>
                <a:gd name="connsiteX1" fmla="*/ 8946 w 230063"/>
                <a:gd name="connsiteY1" fmla="*/ 109166 h 218357"/>
                <a:gd name="connsiteX2" fmla="*/ 33227 w 230063"/>
                <a:gd name="connsiteY2" fmla="*/ 177475 h 218357"/>
                <a:gd name="connsiteX3" fmla="*/ 6390 w 230063"/>
                <a:gd name="connsiteY3" fmla="*/ 177475 h 218357"/>
                <a:gd name="connsiteX4" fmla="*/ 0 w 230063"/>
                <a:gd name="connsiteY4" fmla="*/ 183859 h 218357"/>
                <a:gd name="connsiteX5" fmla="*/ 6390 w 230063"/>
                <a:gd name="connsiteY5" fmla="*/ 190243 h 218357"/>
                <a:gd name="connsiteX6" fmla="*/ 53036 w 230063"/>
                <a:gd name="connsiteY6" fmla="*/ 190243 h 218357"/>
                <a:gd name="connsiteX7" fmla="*/ 59426 w 230063"/>
                <a:gd name="connsiteY7" fmla="*/ 183859 h 218357"/>
                <a:gd name="connsiteX8" fmla="*/ 59426 w 230063"/>
                <a:gd name="connsiteY8" fmla="*/ 137256 h 218357"/>
                <a:gd name="connsiteX9" fmla="*/ 53036 w 230063"/>
                <a:gd name="connsiteY9" fmla="*/ 130872 h 218357"/>
                <a:gd name="connsiteX10" fmla="*/ 46646 w 230063"/>
                <a:gd name="connsiteY10" fmla="*/ 137256 h 218357"/>
                <a:gd name="connsiteX11" fmla="*/ 46646 w 230063"/>
                <a:gd name="connsiteY11" fmla="*/ 173644 h 218357"/>
                <a:gd name="connsiteX12" fmla="*/ 53676 w 230063"/>
                <a:gd name="connsiteY12" fmla="*/ 37666 h 218357"/>
                <a:gd name="connsiteX13" fmla="*/ 189781 w 230063"/>
                <a:gd name="connsiteY13" fmla="*/ 44688 h 218357"/>
                <a:gd name="connsiteX14" fmla="*/ 182752 w 230063"/>
                <a:gd name="connsiteY14" fmla="*/ 180667 h 218357"/>
                <a:gd name="connsiteX15" fmla="*/ 118214 w 230063"/>
                <a:gd name="connsiteY15" fmla="*/ 205564 h 218357"/>
                <a:gd name="connsiteX16" fmla="*/ 111824 w 230063"/>
                <a:gd name="connsiteY16" fmla="*/ 211948 h 218357"/>
                <a:gd name="connsiteX17" fmla="*/ 118214 w 230063"/>
                <a:gd name="connsiteY17" fmla="*/ 218332 h 218357"/>
                <a:gd name="connsiteX18" fmla="*/ 230038 w 230063"/>
                <a:gd name="connsiteY18" fmla="*/ 111720 h 218357"/>
                <a:gd name="connsiteX19" fmla="*/ 123325 w 230063"/>
                <a:gd name="connsiteY19" fmla="*/ 0 h 218357"/>
                <a:gd name="connsiteX20" fmla="*/ 118214 w 230063"/>
                <a:gd name="connsiteY20" fmla="*/ 0 h 218357"/>
                <a:gd name="connsiteX21" fmla="*/ 118214 w 230063"/>
                <a:gd name="connsiteY21" fmla="*/ 0 h 21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063" h="218357">
                  <a:moveTo>
                    <a:pt x="118214" y="0"/>
                  </a:moveTo>
                  <a:cubicBezTo>
                    <a:pt x="58148" y="0"/>
                    <a:pt x="8946" y="48518"/>
                    <a:pt x="8946" y="109166"/>
                  </a:cubicBezTo>
                  <a:cubicBezTo>
                    <a:pt x="8946" y="134064"/>
                    <a:pt x="17253" y="158323"/>
                    <a:pt x="33227" y="177475"/>
                  </a:cubicBezTo>
                  <a:lnTo>
                    <a:pt x="6390" y="177475"/>
                  </a:lnTo>
                  <a:cubicBezTo>
                    <a:pt x="2556" y="177475"/>
                    <a:pt x="0" y="180028"/>
                    <a:pt x="0" y="183859"/>
                  </a:cubicBezTo>
                  <a:cubicBezTo>
                    <a:pt x="0" y="187689"/>
                    <a:pt x="2556" y="190243"/>
                    <a:pt x="6390" y="190243"/>
                  </a:cubicBezTo>
                  <a:lnTo>
                    <a:pt x="53036" y="190243"/>
                  </a:lnTo>
                  <a:cubicBezTo>
                    <a:pt x="56871" y="190243"/>
                    <a:pt x="59426" y="187689"/>
                    <a:pt x="59426" y="183859"/>
                  </a:cubicBezTo>
                  <a:lnTo>
                    <a:pt x="59426" y="137256"/>
                  </a:lnTo>
                  <a:cubicBezTo>
                    <a:pt x="59426" y="133425"/>
                    <a:pt x="56871" y="130872"/>
                    <a:pt x="53036" y="130872"/>
                  </a:cubicBezTo>
                  <a:cubicBezTo>
                    <a:pt x="49202" y="130872"/>
                    <a:pt x="46646" y="133425"/>
                    <a:pt x="46646" y="137256"/>
                  </a:cubicBezTo>
                  <a:lnTo>
                    <a:pt x="46646" y="173644"/>
                  </a:lnTo>
                  <a:cubicBezTo>
                    <a:pt x="10863" y="134064"/>
                    <a:pt x="14058" y="73416"/>
                    <a:pt x="53676" y="37666"/>
                  </a:cubicBezTo>
                  <a:cubicBezTo>
                    <a:pt x="93293" y="1915"/>
                    <a:pt x="153997" y="5107"/>
                    <a:pt x="189781" y="44688"/>
                  </a:cubicBezTo>
                  <a:cubicBezTo>
                    <a:pt x="225564" y="84269"/>
                    <a:pt x="222369" y="144916"/>
                    <a:pt x="182752" y="180667"/>
                  </a:cubicBezTo>
                  <a:cubicBezTo>
                    <a:pt x="164860" y="196627"/>
                    <a:pt x="142495" y="205564"/>
                    <a:pt x="118214" y="205564"/>
                  </a:cubicBezTo>
                  <a:cubicBezTo>
                    <a:pt x="114380" y="205564"/>
                    <a:pt x="111824" y="208118"/>
                    <a:pt x="111824" y="211948"/>
                  </a:cubicBezTo>
                  <a:cubicBezTo>
                    <a:pt x="111824" y="215779"/>
                    <a:pt x="114380" y="218332"/>
                    <a:pt x="118214" y="218332"/>
                  </a:cubicBezTo>
                  <a:cubicBezTo>
                    <a:pt x="178279" y="219609"/>
                    <a:pt x="228759" y="172368"/>
                    <a:pt x="230038" y="111720"/>
                  </a:cubicBezTo>
                  <a:cubicBezTo>
                    <a:pt x="231315" y="51072"/>
                    <a:pt x="184030" y="1277"/>
                    <a:pt x="123325" y="0"/>
                  </a:cubicBezTo>
                  <a:cubicBezTo>
                    <a:pt x="121409" y="0"/>
                    <a:pt x="119492" y="0"/>
                    <a:pt x="118214" y="0"/>
                  </a:cubicBezTo>
                  <a:lnTo>
                    <a:pt x="118214" y="0"/>
                  </a:lnTo>
                  <a:close/>
                </a:path>
              </a:pathLst>
            </a:custGeom>
            <a:solidFill>
              <a:srgbClr val="00ABAB"/>
            </a:solidFill>
            <a:ln w="6390" cap="flat">
              <a:noFill/>
              <a:prstDash val="solid"/>
              <a:miter/>
            </a:ln>
          </p:spPr>
          <p:txBody>
            <a:bodyPr rtlCol="0" anchor="ctr"/>
            <a:lstStyle/>
            <a:p>
              <a:endParaRPr lang="en-US"/>
            </a:p>
          </p:txBody>
        </p:sp>
        <p:sp>
          <p:nvSpPr>
            <p:cNvPr id="1296" name="Graphic 1100">
              <a:extLst>
                <a:ext uri="{FF2B5EF4-FFF2-40B4-BE49-F238E27FC236}">
                  <a16:creationId xmlns:a16="http://schemas.microsoft.com/office/drawing/2014/main" id="{E51F0B99-B662-3145-BDCA-1A73DA3B95F2}"/>
                </a:ext>
              </a:extLst>
            </p:cNvPr>
            <p:cNvSpPr/>
            <p:nvPr/>
          </p:nvSpPr>
          <p:spPr>
            <a:xfrm>
              <a:off x="11070566" y="4452515"/>
              <a:ext cx="84986" cy="56817"/>
            </a:xfrm>
            <a:custGeom>
              <a:avLst/>
              <a:gdLst>
                <a:gd name="connsiteX0" fmla="*/ 50480 w 84986"/>
                <a:gd name="connsiteY0" fmla="*/ 56817 h 56817"/>
                <a:gd name="connsiteX1" fmla="*/ 54953 w 84986"/>
                <a:gd name="connsiteY1" fmla="*/ 54902 h 56817"/>
                <a:gd name="connsiteX2" fmla="*/ 83069 w 84986"/>
                <a:gd name="connsiteY2" fmla="*/ 26813 h 56817"/>
                <a:gd name="connsiteX3" fmla="*/ 83069 w 84986"/>
                <a:gd name="connsiteY3" fmla="*/ 17875 h 56817"/>
                <a:gd name="connsiteX4" fmla="*/ 74123 w 84986"/>
                <a:gd name="connsiteY4" fmla="*/ 17875 h 56817"/>
                <a:gd name="connsiteX5" fmla="*/ 74123 w 84986"/>
                <a:gd name="connsiteY5" fmla="*/ 17875 h 56817"/>
                <a:gd name="connsiteX6" fmla="*/ 50480 w 84986"/>
                <a:gd name="connsiteY6" fmla="*/ 41496 h 56817"/>
                <a:gd name="connsiteX7" fmla="*/ 10862 w 84986"/>
                <a:gd name="connsiteY7" fmla="*/ 1915 h 56817"/>
                <a:gd name="connsiteX8" fmla="*/ 1917 w 84986"/>
                <a:gd name="connsiteY8" fmla="*/ 1915 h 56817"/>
                <a:gd name="connsiteX9" fmla="*/ 1917 w 84986"/>
                <a:gd name="connsiteY9" fmla="*/ 10853 h 56817"/>
                <a:gd name="connsiteX10" fmla="*/ 1917 w 84986"/>
                <a:gd name="connsiteY10" fmla="*/ 10853 h 56817"/>
                <a:gd name="connsiteX11" fmla="*/ 46007 w 84986"/>
                <a:gd name="connsiteY11" fmla="*/ 54902 h 56817"/>
                <a:gd name="connsiteX12" fmla="*/ 50480 w 84986"/>
                <a:gd name="connsiteY12" fmla="*/ 56817 h 56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4986" h="56817">
                  <a:moveTo>
                    <a:pt x="50480" y="56817"/>
                  </a:moveTo>
                  <a:cubicBezTo>
                    <a:pt x="52397" y="56817"/>
                    <a:pt x="53675" y="56179"/>
                    <a:pt x="54953" y="54902"/>
                  </a:cubicBezTo>
                  <a:lnTo>
                    <a:pt x="83069" y="26813"/>
                  </a:lnTo>
                  <a:cubicBezTo>
                    <a:pt x="85625" y="24259"/>
                    <a:pt x="85625" y="20429"/>
                    <a:pt x="83069" y="17875"/>
                  </a:cubicBezTo>
                  <a:cubicBezTo>
                    <a:pt x="80513" y="15322"/>
                    <a:pt x="76679" y="15322"/>
                    <a:pt x="74123" y="17875"/>
                  </a:cubicBezTo>
                  <a:lnTo>
                    <a:pt x="74123" y="17875"/>
                  </a:lnTo>
                  <a:lnTo>
                    <a:pt x="50480" y="41496"/>
                  </a:lnTo>
                  <a:lnTo>
                    <a:pt x="10862" y="1915"/>
                  </a:lnTo>
                  <a:cubicBezTo>
                    <a:pt x="8307" y="-638"/>
                    <a:pt x="4472" y="-638"/>
                    <a:pt x="1917" y="1915"/>
                  </a:cubicBezTo>
                  <a:cubicBezTo>
                    <a:pt x="-639" y="4469"/>
                    <a:pt x="-639" y="8299"/>
                    <a:pt x="1917" y="10853"/>
                  </a:cubicBezTo>
                  <a:lnTo>
                    <a:pt x="1917" y="10853"/>
                  </a:lnTo>
                  <a:lnTo>
                    <a:pt x="46007" y="54902"/>
                  </a:lnTo>
                  <a:cubicBezTo>
                    <a:pt x="46647" y="56179"/>
                    <a:pt x="48563" y="56817"/>
                    <a:pt x="50480" y="56817"/>
                  </a:cubicBezTo>
                  <a:close/>
                </a:path>
              </a:pathLst>
            </a:custGeom>
            <a:solidFill>
              <a:srgbClr val="00ABAB"/>
            </a:solidFill>
            <a:ln w="6390" cap="flat">
              <a:noFill/>
              <a:prstDash val="solid"/>
              <a:miter/>
            </a:ln>
          </p:spPr>
          <p:txBody>
            <a:bodyPr rtlCol="0" anchor="ctr"/>
            <a:lstStyle/>
            <a:p>
              <a:endParaRPr lang="en-US"/>
            </a:p>
          </p:txBody>
        </p:sp>
      </p:grpSp>
      <p:grpSp>
        <p:nvGrpSpPr>
          <p:cNvPr id="1297" name="Graphic 1100">
            <a:extLst>
              <a:ext uri="{FF2B5EF4-FFF2-40B4-BE49-F238E27FC236}">
                <a16:creationId xmlns:a16="http://schemas.microsoft.com/office/drawing/2014/main" id="{12626C75-FB96-804D-BF58-E95F2D8F4FB4}"/>
              </a:ext>
            </a:extLst>
          </p:cNvPr>
          <p:cNvGrpSpPr/>
          <p:nvPr/>
        </p:nvGrpSpPr>
        <p:grpSpPr>
          <a:xfrm>
            <a:off x="8841755" y="922173"/>
            <a:ext cx="362309" cy="361971"/>
            <a:chOff x="8841755" y="922173"/>
            <a:chExt cx="362309" cy="361971"/>
          </a:xfrm>
          <a:solidFill>
            <a:srgbClr val="00ABAB"/>
          </a:solidFill>
        </p:grpSpPr>
        <p:sp>
          <p:nvSpPr>
            <p:cNvPr id="1298" name="Graphic 1100">
              <a:extLst>
                <a:ext uri="{FF2B5EF4-FFF2-40B4-BE49-F238E27FC236}">
                  <a16:creationId xmlns:a16="http://schemas.microsoft.com/office/drawing/2014/main" id="{8A72778B-BA6D-7748-BF4A-5225011D117C}"/>
                </a:ext>
              </a:extLst>
            </p:cNvPr>
            <p:cNvSpPr/>
            <p:nvPr/>
          </p:nvSpPr>
          <p:spPr>
            <a:xfrm>
              <a:off x="8841755" y="92217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873"/>
                    <a:pt x="274128" y="348565"/>
                    <a:pt x="181474" y="349204"/>
                  </a:cubicBezTo>
                  <a:close/>
                </a:path>
              </a:pathLst>
            </a:custGeom>
            <a:solidFill>
              <a:srgbClr val="00ABAB"/>
            </a:solidFill>
            <a:ln w="6390" cap="flat">
              <a:noFill/>
              <a:prstDash val="solid"/>
              <a:miter/>
            </a:ln>
          </p:spPr>
          <p:txBody>
            <a:bodyPr rtlCol="0" anchor="ctr"/>
            <a:lstStyle/>
            <a:p>
              <a:endParaRPr lang="en-US"/>
            </a:p>
          </p:txBody>
        </p:sp>
        <p:sp>
          <p:nvSpPr>
            <p:cNvPr id="1299" name="Graphic 1100">
              <a:extLst>
                <a:ext uri="{FF2B5EF4-FFF2-40B4-BE49-F238E27FC236}">
                  <a16:creationId xmlns:a16="http://schemas.microsoft.com/office/drawing/2014/main" id="{10E81862-6525-904A-B898-9BD600C7DCC1}"/>
                </a:ext>
              </a:extLst>
            </p:cNvPr>
            <p:cNvSpPr/>
            <p:nvPr/>
          </p:nvSpPr>
          <p:spPr>
            <a:xfrm>
              <a:off x="8906294" y="986651"/>
              <a:ext cx="233871" cy="233653"/>
            </a:xfrm>
            <a:custGeom>
              <a:avLst/>
              <a:gdLst>
                <a:gd name="connsiteX0" fmla="*/ 116935 w 233871"/>
                <a:gd name="connsiteY0" fmla="*/ 0 h 233653"/>
                <a:gd name="connsiteX1" fmla="*/ 110545 w 233871"/>
                <a:gd name="connsiteY1" fmla="*/ 6384 h 233653"/>
                <a:gd name="connsiteX2" fmla="*/ 116935 w 233871"/>
                <a:gd name="connsiteY2" fmla="*/ 12768 h 233653"/>
                <a:gd name="connsiteX3" fmla="*/ 221092 w 233871"/>
                <a:gd name="connsiteY3" fmla="*/ 116827 h 233653"/>
                <a:gd name="connsiteX4" fmla="*/ 116935 w 233871"/>
                <a:gd name="connsiteY4" fmla="*/ 220886 h 233653"/>
                <a:gd name="connsiteX5" fmla="*/ 12780 w 233871"/>
                <a:gd name="connsiteY5" fmla="*/ 116827 h 233653"/>
                <a:gd name="connsiteX6" fmla="*/ 6390 w 233871"/>
                <a:gd name="connsiteY6" fmla="*/ 110443 h 233653"/>
                <a:gd name="connsiteX7" fmla="*/ 0 w 233871"/>
                <a:gd name="connsiteY7" fmla="*/ 116827 h 233653"/>
                <a:gd name="connsiteX8" fmla="*/ 116935 w 233871"/>
                <a:gd name="connsiteY8" fmla="*/ 233654 h 233653"/>
                <a:gd name="connsiteX9" fmla="*/ 233872 w 233871"/>
                <a:gd name="connsiteY9" fmla="*/ 116827 h 233653"/>
                <a:gd name="connsiteX10" fmla="*/ 116935 w 233871"/>
                <a:gd name="connsiteY10" fmla="*/ 0 h 23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871" h="233653">
                  <a:moveTo>
                    <a:pt x="116935" y="0"/>
                  </a:moveTo>
                  <a:cubicBezTo>
                    <a:pt x="113102" y="0"/>
                    <a:pt x="110545" y="2554"/>
                    <a:pt x="110545" y="6384"/>
                  </a:cubicBezTo>
                  <a:cubicBezTo>
                    <a:pt x="110545" y="10214"/>
                    <a:pt x="113102" y="12768"/>
                    <a:pt x="116935" y="12768"/>
                  </a:cubicBezTo>
                  <a:cubicBezTo>
                    <a:pt x="174445" y="12768"/>
                    <a:pt x="221092" y="59371"/>
                    <a:pt x="221092" y="116827"/>
                  </a:cubicBezTo>
                  <a:cubicBezTo>
                    <a:pt x="221092" y="174283"/>
                    <a:pt x="174445" y="220886"/>
                    <a:pt x="116935" y="220886"/>
                  </a:cubicBezTo>
                  <a:cubicBezTo>
                    <a:pt x="59426" y="220886"/>
                    <a:pt x="12780" y="174283"/>
                    <a:pt x="12780" y="116827"/>
                  </a:cubicBezTo>
                  <a:cubicBezTo>
                    <a:pt x="12780" y="112996"/>
                    <a:pt x="10224" y="110443"/>
                    <a:pt x="6390" y="110443"/>
                  </a:cubicBezTo>
                  <a:cubicBezTo>
                    <a:pt x="2555" y="110443"/>
                    <a:pt x="0" y="112996"/>
                    <a:pt x="0" y="116827"/>
                  </a:cubicBezTo>
                  <a:cubicBezTo>
                    <a:pt x="0" y="181305"/>
                    <a:pt x="52397" y="233654"/>
                    <a:pt x="116935" y="233654"/>
                  </a:cubicBezTo>
                  <a:cubicBezTo>
                    <a:pt x="181474" y="233654"/>
                    <a:pt x="233872" y="181305"/>
                    <a:pt x="233872" y="116827"/>
                  </a:cubicBezTo>
                  <a:cubicBezTo>
                    <a:pt x="233872" y="52349"/>
                    <a:pt x="181474" y="0"/>
                    <a:pt x="116935" y="0"/>
                  </a:cubicBezTo>
                  <a:close/>
                </a:path>
              </a:pathLst>
            </a:custGeom>
            <a:solidFill>
              <a:srgbClr val="00ABAB"/>
            </a:solidFill>
            <a:ln w="6390" cap="flat">
              <a:noFill/>
              <a:prstDash val="solid"/>
              <a:miter/>
            </a:ln>
          </p:spPr>
          <p:txBody>
            <a:bodyPr rtlCol="0" anchor="ctr"/>
            <a:lstStyle/>
            <a:p>
              <a:endParaRPr lang="en-US"/>
            </a:p>
          </p:txBody>
        </p:sp>
        <p:sp>
          <p:nvSpPr>
            <p:cNvPr id="1300" name="Graphic 1100">
              <a:extLst>
                <a:ext uri="{FF2B5EF4-FFF2-40B4-BE49-F238E27FC236}">
                  <a16:creationId xmlns:a16="http://schemas.microsoft.com/office/drawing/2014/main" id="{443A3EBC-D50D-7B45-AE46-AE8B039A1B12}"/>
                </a:ext>
              </a:extLst>
            </p:cNvPr>
            <p:cNvSpPr/>
            <p:nvPr/>
          </p:nvSpPr>
          <p:spPr>
            <a:xfrm>
              <a:off x="8908850" y="1069004"/>
              <a:ext cx="13445" cy="12767"/>
            </a:xfrm>
            <a:custGeom>
              <a:avLst/>
              <a:gdLst>
                <a:gd name="connsiteX0" fmla="*/ 2556 w 13445"/>
                <a:gd name="connsiteY0" fmla="*/ 10853 h 12767"/>
                <a:gd name="connsiteX1" fmla="*/ 11502 w 13445"/>
                <a:gd name="connsiteY1" fmla="*/ 10853 h 12767"/>
                <a:gd name="connsiteX2" fmla="*/ 12780 w 13445"/>
                <a:gd name="connsiteY2" fmla="*/ 8938 h 12767"/>
                <a:gd name="connsiteX3" fmla="*/ 11502 w 13445"/>
                <a:gd name="connsiteY3" fmla="*/ 1915 h 12767"/>
                <a:gd name="connsiteX4" fmla="*/ 9585 w 13445"/>
                <a:gd name="connsiteY4" fmla="*/ 638 h 12767"/>
                <a:gd name="connsiteX5" fmla="*/ 5751 w 13445"/>
                <a:gd name="connsiteY5" fmla="*/ 0 h 12767"/>
                <a:gd name="connsiteX6" fmla="*/ 4473 w 13445"/>
                <a:gd name="connsiteY6" fmla="*/ 638 h 12767"/>
                <a:gd name="connsiteX7" fmla="*/ 3195 w 13445"/>
                <a:gd name="connsiteY7" fmla="*/ 1277 h 12767"/>
                <a:gd name="connsiteX8" fmla="*/ 1917 w 13445"/>
                <a:gd name="connsiteY8" fmla="*/ 1915 h 12767"/>
                <a:gd name="connsiteX9" fmla="*/ 0 w 13445"/>
                <a:gd name="connsiteY9" fmla="*/ 6384 h 12767"/>
                <a:gd name="connsiteX10" fmla="*/ 640 w 13445"/>
                <a:gd name="connsiteY10" fmla="*/ 8938 h 12767"/>
                <a:gd name="connsiteX11" fmla="*/ 2556 w 13445"/>
                <a:gd name="connsiteY11" fmla="*/ 10853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445" h="12767">
                  <a:moveTo>
                    <a:pt x="2556" y="10853"/>
                  </a:moveTo>
                  <a:cubicBezTo>
                    <a:pt x="5112" y="13406"/>
                    <a:pt x="8946" y="13406"/>
                    <a:pt x="11502" y="10853"/>
                  </a:cubicBezTo>
                  <a:cubicBezTo>
                    <a:pt x="12141" y="10214"/>
                    <a:pt x="12780" y="9576"/>
                    <a:pt x="12780" y="8938"/>
                  </a:cubicBezTo>
                  <a:cubicBezTo>
                    <a:pt x="14058" y="6384"/>
                    <a:pt x="13419" y="3830"/>
                    <a:pt x="11502" y="1915"/>
                  </a:cubicBezTo>
                  <a:cubicBezTo>
                    <a:pt x="10863" y="1277"/>
                    <a:pt x="10225" y="638"/>
                    <a:pt x="9585" y="638"/>
                  </a:cubicBezTo>
                  <a:cubicBezTo>
                    <a:pt x="8307" y="0"/>
                    <a:pt x="7030" y="0"/>
                    <a:pt x="5751" y="0"/>
                  </a:cubicBezTo>
                  <a:lnTo>
                    <a:pt x="4473" y="638"/>
                  </a:lnTo>
                  <a:lnTo>
                    <a:pt x="3195" y="1277"/>
                  </a:lnTo>
                  <a:cubicBezTo>
                    <a:pt x="2556" y="1277"/>
                    <a:pt x="2556" y="1915"/>
                    <a:pt x="1917" y="1915"/>
                  </a:cubicBezTo>
                  <a:cubicBezTo>
                    <a:pt x="640" y="3192"/>
                    <a:pt x="0" y="4469"/>
                    <a:pt x="0" y="6384"/>
                  </a:cubicBezTo>
                  <a:cubicBezTo>
                    <a:pt x="0" y="7022"/>
                    <a:pt x="0" y="8299"/>
                    <a:pt x="640" y="8938"/>
                  </a:cubicBezTo>
                  <a:cubicBezTo>
                    <a:pt x="1917" y="9576"/>
                    <a:pt x="1917" y="10214"/>
                    <a:pt x="2556" y="10853"/>
                  </a:cubicBezTo>
                  <a:close/>
                </a:path>
              </a:pathLst>
            </a:custGeom>
            <a:solidFill>
              <a:srgbClr val="00ABAB"/>
            </a:solidFill>
            <a:ln w="6390" cap="flat">
              <a:noFill/>
              <a:prstDash val="solid"/>
              <a:miter/>
            </a:ln>
          </p:spPr>
          <p:txBody>
            <a:bodyPr rtlCol="0" anchor="ctr"/>
            <a:lstStyle/>
            <a:p>
              <a:endParaRPr lang="en-US"/>
            </a:p>
          </p:txBody>
        </p:sp>
        <p:sp>
          <p:nvSpPr>
            <p:cNvPr id="1301" name="Graphic 1100">
              <a:extLst>
                <a:ext uri="{FF2B5EF4-FFF2-40B4-BE49-F238E27FC236}">
                  <a16:creationId xmlns:a16="http://schemas.microsoft.com/office/drawing/2014/main" id="{3BAF7053-B90A-304A-B7A9-A00ACAE3DC02}"/>
                </a:ext>
              </a:extLst>
            </p:cNvPr>
            <p:cNvSpPr/>
            <p:nvPr/>
          </p:nvSpPr>
          <p:spPr>
            <a:xfrm>
              <a:off x="8970342" y="996376"/>
              <a:ext cx="12481" cy="12618"/>
            </a:xfrm>
            <a:custGeom>
              <a:avLst/>
              <a:gdLst>
                <a:gd name="connsiteX0" fmla="*/ 6241 w 12481"/>
                <a:gd name="connsiteY0" fmla="*/ 12619 h 12618"/>
                <a:gd name="connsiteX1" fmla="*/ 8796 w 12481"/>
                <a:gd name="connsiteY1" fmla="*/ 11980 h 12618"/>
                <a:gd name="connsiteX2" fmla="*/ 11991 w 12481"/>
                <a:gd name="connsiteY2" fmla="*/ 3681 h 12618"/>
                <a:gd name="connsiteX3" fmla="*/ 3685 w 12481"/>
                <a:gd name="connsiteY3" fmla="*/ 489 h 12618"/>
                <a:gd name="connsiteX4" fmla="*/ 490 w 12481"/>
                <a:gd name="connsiteY4" fmla="*/ 8788 h 12618"/>
                <a:gd name="connsiteX5" fmla="*/ 6241 w 12481"/>
                <a:gd name="connsiteY5" fmla="*/ 12619 h 12618"/>
                <a:gd name="connsiteX6" fmla="*/ 6241 w 12481"/>
                <a:gd name="connsiteY6" fmla="*/ 12619 h 12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81" h="12618">
                  <a:moveTo>
                    <a:pt x="6241" y="12619"/>
                  </a:moveTo>
                  <a:cubicBezTo>
                    <a:pt x="6880" y="12619"/>
                    <a:pt x="8158" y="12619"/>
                    <a:pt x="8796" y="11980"/>
                  </a:cubicBezTo>
                  <a:cubicBezTo>
                    <a:pt x="11991" y="10704"/>
                    <a:pt x="13270" y="6873"/>
                    <a:pt x="11991" y="3681"/>
                  </a:cubicBezTo>
                  <a:cubicBezTo>
                    <a:pt x="10714" y="489"/>
                    <a:pt x="6880" y="-788"/>
                    <a:pt x="3685" y="489"/>
                  </a:cubicBezTo>
                  <a:cubicBezTo>
                    <a:pt x="490" y="1766"/>
                    <a:pt x="-789" y="5596"/>
                    <a:pt x="490" y="8788"/>
                  </a:cubicBezTo>
                  <a:cubicBezTo>
                    <a:pt x="1768" y="11342"/>
                    <a:pt x="4324" y="12619"/>
                    <a:pt x="6241" y="12619"/>
                  </a:cubicBezTo>
                  <a:lnTo>
                    <a:pt x="6241" y="12619"/>
                  </a:lnTo>
                  <a:close/>
                </a:path>
              </a:pathLst>
            </a:custGeom>
            <a:solidFill>
              <a:srgbClr val="00ABAB"/>
            </a:solidFill>
            <a:ln w="6390" cap="flat">
              <a:noFill/>
              <a:prstDash val="solid"/>
              <a:miter/>
            </a:ln>
          </p:spPr>
          <p:txBody>
            <a:bodyPr rtlCol="0" anchor="ctr"/>
            <a:lstStyle/>
            <a:p>
              <a:endParaRPr lang="en-US"/>
            </a:p>
          </p:txBody>
        </p:sp>
        <p:sp>
          <p:nvSpPr>
            <p:cNvPr id="1302" name="Graphic 1100">
              <a:extLst>
                <a:ext uri="{FF2B5EF4-FFF2-40B4-BE49-F238E27FC236}">
                  <a16:creationId xmlns:a16="http://schemas.microsoft.com/office/drawing/2014/main" id="{0BB47F56-AE34-0846-82C5-BBA1D27ABF2E}"/>
                </a:ext>
              </a:extLst>
            </p:cNvPr>
            <p:cNvSpPr/>
            <p:nvPr/>
          </p:nvSpPr>
          <p:spPr>
            <a:xfrm>
              <a:off x="8953464" y="1006142"/>
              <a:ext cx="13194" cy="13066"/>
            </a:xfrm>
            <a:custGeom>
              <a:avLst/>
              <a:gdLst>
                <a:gd name="connsiteX0" fmla="*/ 6505 w 13194"/>
                <a:gd name="connsiteY0" fmla="*/ 13067 h 13066"/>
                <a:gd name="connsiteX1" fmla="*/ 10340 w 13194"/>
                <a:gd name="connsiteY1" fmla="*/ 11790 h 13066"/>
                <a:gd name="connsiteX2" fmla="*/ 11617 w 13194"/>
                <a:gd name="connsiteY2" fmla="*/ 2852 h 13066"/>
                <a:gd name="connsiteX3" fmla="*/ 2671 w 13194"/>
                <a:gd name="connsiteY3" fmla="*/ 1576 h 13066"/>
                <a:gd name="connsiteX4" fmla="*/ 1393 w 13194"/>
                <a:gd name="connsiteY4" fmla="*/ 10513 h 13066"/>
                <a:gd name="connsiteX5" fmla="*/ 6505 w 13194"/>
                <a:gd name="connsiteY5" fmla="*/ 13067 h 13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94" h="13066">
                  <a:moveTo>
                    <a:pt x="6505" y="13067"/>
                  </a:moveTo>
                  <a:cubicBezTo>
                    <a:pt x="7783" y="13067"/>
                    <a:pt x="9061" y="12428"/>
                    <a:pt x="10340" y="11790"/>
                  </a:cubicBezTo>
                  <a:cubicBezTo>
                    <a:pt x="13534" y="9875"/>
                    <a:pt x="14173" y="6044"/>
                    <a:pt x="11617" y="2852"/>
                  </a:cubicBezTo>
                  <a:cubicBezTo>
                    <a:pt x="9700" y="-340"/>
                    <a:pt x="5866" y="-978"/>
                    <a:pt x="2671" y="1576"/>
                  </a:cubicBezTo>
                  <a:cubicBezTo>
                    <a:pt x="115" y="3491"/>
                    <a:pt x="-1163" y="7321"/>
                    <a:pt x="1393" y="10513"/>
                  </a:cubicBezTo>
                  <a:cubicBezTo>
                    <a:pt x="2671" y="11790"/>
                    <a:pt x="4588" y="13067"/>
                    <a:pt x="6505" y="13067"/>
                  </a:cubicBezTo>
                  <a:close/>
                </a:path>
              </a:pathLst>
            </a:custGeom>
            <a:solidFill>
              <a:srgbClr val="00ABAB"/>
            </a:solidFill>
            <a:ln w="6390" cap="flat">
              <a:noFill/>
              <a:prstDash val="solid"/>
              <a:miter/>
            </a:ln>
          </p:spPr>
          <p:txBody>
            <a:bodyPr rtlCol="0" anchor="ctr"/>
            <a:lstStyle/>
            <a:p>
              <a:endParaRPr lang="en-US"/>
            </a:p>
          </p:txBody>
        </p:sp>
        <p:sp>
          <p:nvSpPr>
            <p:cNvPr id="1303" name="Graphic 1100">
              <a:extLst>
                <a:ext uri="{FF2B5EF4-FFF2-40B4-BE49-F238E27FC236}">
                  <a16:creationId xmlns:a16="http://schemas.microsoft.com/office/drawing/2014/main" id="{7D0F36E4-583B-A140-A4C3-BB954C148225}"/>
                </a:ext>
              </a:extLst>
            </p:cNvPr>
            <p:cNvSpPr/>
            <p:nvPr/>
          </p:nvSpPr>
          <p:spPr>
            <a:xfrm>
              <a:off x="8938243" y="1018571"/>
              <a:ext cx="12780" cy="12767"/>
            </a:xfrm>
            <a:custGeom>
              <a:avLst/>
              <a:gdLst>
                <a:gd name="connsiteX0" fmla="*/ 6391 w 12780"/>
                <a:gd name="connsiteY0" fmla="*/ 12768 h 12767"/>
                <a:gd name="connsiteX1" fmla="*/ 10863 w 12780"/>
                <a:gd name="connsiteY1" fmla="*/ 10853 h 12767"/>
                <a:gd name="connsiteX2" fmla="*/ 10863 w 12780"/>
                <a:gd name="connsiteY2" fmla="*/ 10853 h 12767"/>
                <a:gd name="connsiteX3" fmla="*/ 10863 w 12780"/>
                <a:gd name="connsiteY3" fmla="*/ 1915 h 12767"/>
                <a:gd name="connsiteX4" fmla="*/ 1917 w 12780"/>
                <a:gd name="connsiteY4" fmla="*/ 1915 h 12767"/>
                <a:gd name="connsiteX5" fmla="*/ 1917 w 12780"/>
                <a:gd name="connsiteY5" fmla="*/ 10853 h 12767"/>
                <a:gd name="connsiteX6" fmla="*/ 6391 w 12780"/>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80" h="12767">
                  <a:moveTo>
                    <a:pt x="6391" y="12768"/>
                  </a:moveTo>
                  <a:cubicBezTo>
                    <a:pt x="8307" y="12768"/>
                    <a:pt x="9585" y="12130"/>
                    <a:pt x="10863" y="10853"/>
                  </a:cubicBezTo>
                  <a:lnTo>
                    <a:pt x="10863" y="10853"/>
                  </a:lnTo>
                  <a:cubicBezTo>
                    <a:pt x="13419" y="8299"/>
                    <a:pt x="13419" y="4469"/>
                    <a:pt x="10863" y="1915"/>
                  </a:cubicBezTo>
                  <a:cubicBezTo>
                    <a:pt x="8307" y="-638"/>
                    <a:pt x="4473" y="-638"/>
                    <a:pt x="1917" y="1915"/>
                  </a:cubicBezTo>
                  <a:cubicBezTo>
                    <a:pt x="-639" y="4469"/>
                    <a:pt x="-639" y="8299"/>
                    <a:pt x="1917" y="10853"/>
                  </a:cubicBezTo>
                  <a:cubicBezTo>
                    <a:pt x="3196" y="12130"/>
                    <a:pt x="5112" y="12768"/>
                    <a:pt x="6391" y="12768"/>
                  </a:cubicBezTo>
                  <a:close/>
                </a:path>
              </a:pathLst>
            </a:custGeom>
            <a:solidFill>
              <a:srgbClr val="00ABAB"/>
            </a:solidFill>
            <a:ln w="6390" cap="flat">
              <a:noFill/>
              <a:prstDash val="solid"/>
              <a:miter/>
            </a:ln>
          </p:spPr>
          <p:txBody>
            <a:bodyPr rtlCol="0" anchor="ctr"/>
            <a:lstStyle/>
            <a:p>
              <a:endParaRPr lang="en-US"/>
            </a:p>
          </p:txBody>
        </p:sp>
        <p:sp>
          <p:nvSpPr>
            <p:cNvPr id="1304" name="Graphic 1100">
              <a:extLst>
                <a:ext uri="{FF2B5EF4-FFF2-40B4-BE49-F238E27FC236}">
                  <a16:creationId xmlns:a16="http://schemas.microsoft.com/office/drawing/2014/main" id="{3E1CFED5-5857-2F4E-A572-1859B21656D5}"/>
                </a:ext>
              </a:extLst>
            </p:cNvPr>
            <p:cNvSpPr/>
            <p:nvPr/>
          </p:nvSpPr>
          <p:spPr>
            <a:xfrm>
              <a:off x="8925663" y="1034092"/>
              <a:ext cx="13019" cy="12568"/>
            </a:xfrm>
            <a:custGeom>
              <a:avLst/>
              <a:gdLst>
                <a:gd name="connsiteX0" fmla="*/ 6829 w 13019"/>
                <a:gd name="connsiteY0" fmla="*/ 12568 h 12568"/>
                <a:gd name="connsiteX1" fmla="*/ 11941 w 13019"/>
                <a:gd name="connsiteY1" fmla="*/ 10015 h 12568"/>
                <a:gd name="connsiteX2" fmla="*/ 10024 w 13019"/>
                <a:gd name="connsiteY2" fmla="*/ 1077 h 12568"/>
                <a:gd name="connsiteX3" fmla="*/ 1078 w 13019"/>
                <a:gd name="connsiteY3" fmla="*/ 2992 h 12568"/>
                <a:gd name="connsiteX4" fmla="*/ 2996 w 13019"/>
                <a:gd name="connsiteY4" fmla="*/ 11930 h 12568"/>
                <a:gd name="connsiteX5" fmla="*/ 6829 w 13019"/>
                <a:gd name="connsiteY5" fmla="*/ 12568 h 12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19" h="12568">
                  <a:moveTo>
                    <a:pt x="6829" y="12568"/>
                  </a:moveTo>
                  <a:cubicBezTo>
                    <a:pt x="8746" y="12568"/>
                    <a:pt x="10663" y="11292"/>
                    <a:pt x="11941" y="10015"/>
                  </a:cubicBezTo>
                  <a:cubicBezTo>
                    <a:pt x="13858" y="6823"/>
                    <a:pt x="13219" y="2992"/>
                    <a:pt x="10024" y="1077"/>
                  </a:cubicBezTo>
                  <a:cubicBezTo>
                    <a:pt x="6829" y="-838"/>
                    <a:pt x="2996" y="-200"/>
                    <a:pt x="1078" y="2992"/>
                  </a:cubicBezTo>
                  <a:cubicBezTo>
                    <a:pt x="-839" y="6184"/>
                    <a:pt x="-199" y="10015"/>
                    <a:pt x="2996" y="11930"/>
                  </a:cubicBezTo>
                  <a:cubicBezTo>
                    <a:pt x="4273" y="11930"/>
                    <a:pt x="5551" y="12568"/>
                    <a:pt x="6829" y="12568"/>
                  </a:cubicBezTo>
                  <a:close/>
                </a:path>
              </a:pathLst>
            </a:custGeom>
            <a:solidFill>
              <a:srgbClr val="00ABAB"/>
            </a:solidFill>
            <a:ln w="6390" cap="flat">
              <a:noFill/>
              <a:prstDash val="solid"/>
              <a:miter/>
            </a:ln>
          </p:spPr>
          <p:txBody>
            <a:bodyPr rtlCol="0" anchor="ctr"/>
            <a:lstStyle/>
            <a:p>
              <a:endParaRPr lang="en-US"/>
            </a:p>
          </p:txBody>
        </p:sp>
        <p:sp>
          <p:nvSpPr>
            <p:cNvPr id="1305" name="Graphic 1100">
              <a:extLst>
                <a:ext uri="{FF2B5EF4-FFF2-40B4-BE49-F238E27FC236}">
                  <a16:creationId xmlns:a16="http://schemas.microsoft.com/office/drawing/2014/main" id="{23D41B45-0A45-2445-87D6-955179B96836}"/>
                </a:ext>
              </a:extLst>
            </p:cNvPr>
            <p:cNvSpPr/>
            <p:nvPr/>
          </p:nvSpPr>
          <p:spPr>
            <a:xfrm>
              <a:off x="8916667" y="1050491"/>
              <a:ext cx="12630" cy="12767"/>
            </a:xfrm>
            <a:custGeom>
              <a:avLst/>
              <a:gdLst>
                <a:gd name="connsiteX0" fmla="*/ 3685 w 12630"/>
                <a:gd name="connsiteY0" fmla="*/ 12130 h 12767"/>
                <a:gd name="connsiteX1" fmla="*/ 6241 w 12630"/>
                <a:gd name="connsiteY1" fmla="*/ 12768 h 12767"/>
                <a:gd name="connsiteX2" fmla="*/ 12631 w 12630"/>
                <a:gd name="connsiteY2" fmla="*/ 6384 h 12767"/>
                <a:gd name="connsiteX3" fmla="*/ 6241 w 12630"/>
                <a:gd name="connsiteY3" fmla="*/ 0 h 12767"/>
                <a:gd name="connsiteX4" fmla="*/ 490 w 12630"/>
                <a:gd name="connsiteY4" fmla="*/ 3830 h 12767"/>
                <a:gd name="connsiteX5" fmla="*/ 3685 w 12630"/>
                <a:gd name="connsiteY5" fmla="*/ 1213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30" h="12767">
                  <a:moveTo>
                    <a:pt x="3685" y="12130"/>
                  </a:moveTo>
                  <a:cubicBezTo>
                    <a:pt x="4323" y="12768"/>
                    <a:pt x="5602" y="12768"/>
                    <a:pt x="6241" y="12768"/>
                  </a:cubicBezTo>
                  <a:cubicBezTo>
                    <a:pt x="10075" y="12768"/>
                    <a:pt x="12631" y="10214"/>
                    <a:pt x="12631" y="6384"/>
                  </a:cubicBezTo>
                  <a:cubicBezTo>
                    <a:pt x="12631" y="2554"/>
                    <a:pt x="10075" y="0"/>
                    <a:pt x="6241" y="0"/>
                  </a:cubicBezTo>
                  <a:cubicBezTo>
                    <a:pt x="3685" y="0"/>
                    <a:pt x="1128" y="1277"/>
                    <a:pt x="490" y="3830"/>
                  </a:cubicBezTo>
                  <a:cubicBezTo>
                    <a:pt x="-788" y="7022"/>
                    <a:pt x="490" y="10853"/>
                    <a:pt x="3685" y="12130"/>
                  </a:cubicBezTo>
                  <a:close/>
                </a:path>
              </a:pathLst>
            </a:custGeom>
            <a:solidFill>
              <a:srgbClr val="00ABAB"/>
            </a:solidFill>
            <a:ln w="6390" cap="flat">
              <a:noFill/>
              <a:prstDash val="solid"/>
              <a:miter/>
            </a:ln>
          </p:spPr>
          <p:txBody>
            <a:bodyPr rtlCol="0" anchor="ctr"/>
            <a:lstStyle/>
            <a:p>
              <a:endParaRPr lang="en-US"/>
            </a:p>
          </p:txBody>
        </p:sp>
        <p:sp>
          <p:nvSpPr>
            <p:cNvPr id="1306" name="Graphic 1100">
              <a:extLst>
                <a:ext uri="{FF2B5EF4-FFF2-40B4-BE49-F238E27FC236}">
                  <a16:creationId xmlns:a16="http://schemas.microsoft.com/office/drawing/2014/main" id="{719EA213-04DE-4A49-947D-3BA5BFDB98D8}"/>
                </a:ext>
              </a:extLst>
            </p:cNvPr>
            <p:cNvSpPr/>
            <p:nvPr/>
          </p:nvSpPr>
          <p:spPr>
            <a:xfrm>
              <a:off x="8988873" y="989843"/>
              <a:ext cx="13269" cy="12767"/>
            </a:xfrm>
            <a:custGeom>
              <a:avLst/>
              <a:gdLst>
                <a:gd name="connsiteX0" fmla="*/ 6880 w 13269"/>
                <a:gd name="connsiteY0" fmla="*/ 12768 h 12767"/>
                <a:gd name="connsiteX1" fmla="*/ 9435 w 13269"/>
                <a:gd name="connsiteY1" fmla="*/ 12130 h 12767"/>
                <a:gd name="connsiteX2" fmla="*/ 11353 w 13269"/>
                <a:gd name="connsiteY2" fmla="*/ 10853 h 12767"/>
                <a:gd name="connsiteX3" fmla="*/ 13270 w 13269"/>
                <a:gd name="connsiteY3" fmla="*/ 6384 h 12767"/>
                <a:gd name="connsiteX4" fmla="*/ 11353 w 13269"/>
                <a:gd name="connsiteY4" fmla="*/ 1915 h 12767"/>
                <a:gd name="connsiteX5" fmla="*/ 10075 w 13269"/>
                <a:gd name="connsiteY5" fmla="*/ 1277 h 12767"/>
                <a:gd name="connsiteX6" fmla="*/ 8796 w 13269"/>
                <a:gd name="connsiteY6" fmla="*/ 638 h 12767"/>
                <a:gd name="connsiteX7" fmla="*/ 7519 w 13269"/>
                <a:gd name="connsiteY7" fmla="*/ 0 h 12767"/>
                <a:gd name="connsiteX8" fmla="*/ 3685 w 13269"/>
                <a:gd name="connsiteY8" fmla="*/ 638 h 12767"/>
                <a:gd name="connsiteX9" fmla="*/ 1768 w 13269"/>
                <a:gd name="connsiteY9" fmla="*/ 1915 h 12767"/>
                <a:gd name="connsiteX10" fmla="*/ 490 w 13269"/>
                <a:gd name="connsiteY10" fmla="*/ 3830 h 12767"/>
                <a:gd name="connsiteX11" fmla="*/ 3685 w 13269"/>
                <a:gd name="connsiteY11" fmla="*/ 12130 h 12767"/>
                <a:gd name="connsiteX12" fmla="*/ 6880 w 13269"/>
                <a:gd name="connsiteY12" fmla="*/ 12768 h 12767"/>
                <a:gd name="connsiteX13" fmla="*/ 6880 w 13269"/>
                <a:gd name="connsiteY13"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269" h="12767">
                  <a:moveTo>
                    <a:pt x="6880" y="12768"/>
                  </a:moveTo>
                  <a:cubicBezTo>
                    <a:pt x="7519" y="12768"/>
                    <a:pt x="8796" y="12768"/>
                    <a:pt x="9435" y="12130"/>
                  </a:cubicBezTo>
                  <a:cubicBezTo>
                    <a:pt x="10075" y="11491"/>
                    <a:pt x="10714" y="11491"/>
                    <a:pt x="11353" y="10853"/>
                  </a:cubicBezTo>
                  <a:cubicBezTo>
                    <a:pt x="12630" y="9576"/>
                    <a:pt x="13270" y="8299"/>
                    <a:pt x="13270" y="6384"/>
                  </a:cubicBezTo>
                  <a:cubicBezTo>
                    <a:pt x="13270" y="4469"/>
                    <a:pt x="12630" y="3192"/>
                    <a:pt x="11353" y="1915"/>
                  </a:cubicBezTo>
                  <a:lnTo>
                    <a:pt x="10075" y="1277"/>
                  </a:lnTo>
                  <a:cubicBezTo>
                    <a:pt x="9435" y="1277"/>
                    <a:pt x="9435" y="638"/>
                    <a:pt x="8796" y="638"/>
                  </a:cubicBezTo>
                  <a:cubicBezTo>
                    <a:pt x="8158" y="638"/>
                    <a:pt x="8158" y="0"/>
                    <a:pt x="7519" y="0"/>
                  </a:cubicBezTo>
                  <a:cubicBezTo>
                    <a:pt x="6240" y="0"/>
                    <a:pt x="4963" y="0"/>
                    <a:pt x="3685" y="638"/>
                  </a:cubicBezTo>
                  <a:cubicBezTo>
                    <a:pt x="3045" y="638"/>
                    <a:pt x="2406" y="1277"/>
                    <a:pt x="1768" y="1915"/>
                  </a:cubicBezTo>
                  <a:cubicBezTo>
                    <a:pt x="1129" y="2554"/>
                    <a:pt x="490" y="3192"/>
                    <a:pt x="490" y="3830"/>
                  </a:cubicBezTo>
                  <a:cubicBezTo>
                    <a:pt x="-789" y="7022"/>
                    <a:pt x="490" y="10853"/>
                    <a:pt x="3685" y="12130"/>
                  </a:cubicBezTo>
                  <a:cubicBezTo>
                    <a:pt x="4963" y="12768"/>
                    <a:pt x="5601" y="12768"/>
                    <a:pt x="6880" y="12768"/>
                  </a:cubicBezTo>
                  <a:lnTo>
                    <a:pt x="6880" y="12768"/>
                  </a:lnTo>
                  <a:close/>
                </a:path>
              </a:pathLst>
            </a:custGeom>
            <a:solidFill>
              <a:srgbClr val="00ABAB"/>
            </a:solidFill>
            <a:ln w="6390" cap="flat">
              <a:noFill/>
              <a:prstDash val="solid"/>
              <a:miter/>
            </a:ln>
          </p:spPr>
          <p:txBody>
            <a:bodyPr rtlCol="0" anchor="ctr"/>
            <a:lstStyle/>
            <a:p>
              <a:endParaRPr lang="en-US"/>
            </a:p>
          </p:txBody>
        </p:sp>
      </p:grpSp>
      <p:grpSp>
        <p:nvGrpSpPr>
          <p:cNvPr id="1307" name="Graphic 1100">
            <a:extLst>
              <a:ext uri="{FF2B5EF4-FFF2-40B4-BE49-F238E27FC236}">
                <a16:creationId xmlns:a16="http://schemas.microsoft.com/office/drawing/2014/main" id="{3CFCAFC3-D774-8948-9BEA-E696D6BCF7B2}"/>
              </a:ext>
            </a:extLst>
          </p:cNvPr>
          <p:cNvGrpSpPr/>
          <p:nvPr/>
        </p:nvGrpSpPr>
        <p:grpSpPr>
          <a:xfrm>
            <a:off x="10935099" y="3828162"/>
            <a:ext cx="362309" cy="361971"/>
            <a:chOff x="10935099" y="3828162"/>
            <a:chExt cx="362309" cy="361971"/>
          </a:xfrm>
          <a:solidFill>
            <a:srgbClr val="00ABAB"/>
          </a:solidFill>
        </p:grpSpPr>
        <p:sp>
          <p:nvSpPr>
            <p:cNvPr id="1308" name="Graphic 1100">
              <a:extLst>
                <a:ext uri="{FF2B5EF4-FFF2-40B4-BE49-F238E27FC236}">
                  <a16:creationId xmlns:a16="http://schemas.microsoft.com/office/drawing/2014/main" id="{0C528024-DD0B-5045-87ED-C4D6D6C959B0}"/>
                </a:ext>
              </a:extLst>
            </p:cNvPr>
            <p:cNvSpPr/>
            <p:nvPr/>
          </p:nvSpPr>
          <p:spPr>
            <a:xfrm>
              <a:off x="10935099" y="3828162"/>
              <a:ext cx="362309" cy="361971"/>
            </a:xfrm>
            <a:custGeom>
              <a:avLst/>
              <a:gdLst>
                <a:gd name="connsiteX0" fmla="*/ 180835 w 362309"/>
                <a:gd name="connsiteY0" fmla="*/ 0 h 361971"/>
                <a:gd name="connsiteX1" fmla="*/ 0 w 362309"/>
                <a:gd name="connsiteY1" fmla="*/ 181305 h 361971"/>
                <a:gd name="connsiteX2" fmla="*/ 181474 w 362309"/>
                <a:gd name="connsiteY2" fmla="*/ 361971 h 361971"/>
                <a:gd name="connsiteX3" fmla="*/ 362309 w 362309"/>
                <a:gd name="connsiteY3" fmla="*/ 180667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 name="connsiteX11" fmla="*/ 180835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6"/>
                    <a:pt x="0" y="181305"/>
                  </a:cubicBezTo>
                  <a:cubicBezTo>
                    <a:pt x="0" y="281533"/>
                    <a:pt x="81152" y="361971"/>
                    <a:pt x="181474" y="361971"/>
                  </a:cubicBezTo>
                  <a:cubicBezTo>
                    <a:pt x="281157" y="361971"/>
                    <a:pt x="362309" y="280895"/>
                    <a:pt x="362309" y="180667"/>
                  </a:cubicBezTo>
                  <a:cubicBezTo>
                    <a:pt x="362309" y="81076"/>
                    <a:pt x="281157" y="0"/>
                    <a:pt x="180835" y="0"/>
                  </a:cubicBezTo>
                  <a:cubicBezTo>
                    <a:pt x="180835" y="0"/>
                    <a:pt x="180835" y="0"/>
                    <a:pt x="180835" y="0"/>
                  </a:cubicBezTo>
                  <a:close/>
                  <a:moveTo>
                    <a:pt x="180835" y="349204"/>
                  </a:moveTo>
                  <a:cubicBezTo>
                    <a:pt x="87542" y="349204"/>
                    <a:pt x="12780" y="273873"/>
                    <a:pt x="12780" y="180667"/>
                  </a:cubicBezTo>
                  <a:cubicBezTo>
                    <a:pt x="12780" y="87460"/>
                    <a:pt x="88181" y="12768"/>
                    <a:pt x="181474" y="12768"/>
                  </a:cubicBezTo>
                  <a:cubicBezTo>
                    <a:pt x="274128" y="12768"/>
                    <a:pt x="349529" y="88099"/>
                    <a:pt x="349529" y="180667"/>
                  </a:cubicBezTo>
                  <a:cubicBezTo>
                    <a:pt x="349529" y="273873"/>
                    <a:pt x="274128" y="349204"/>
                    <a:pt x="180835" y="349204"/>
                  </a:cubicBezTo>
                  <a:lnTo>
                    <a:pt x="180835" y="349204"/>
                  </a:lnTo>
                  <a:close/>
                </a:path>
              </a:pathLst>
            </a:custGeom>
            <a:solidFill>
              <a:srgbClr val="00ABAB"/>
            </a:solidFill>
            <a:ln w="6390" cap="flat">
              <a:noFill/>
              <a:prstDash val="solid"/>
              <a:miter/>
            </a:ln>
          </p:spPr>
          <p:txBody>
            <a:bodyPr rtlCol="0" anchor="ctr"/>
            <a:lstStyle/>
            <a:p>
              <a:endParaRPr lang="en-US"/>
            </a:p>
          </p:txBody>
        </p:sp>
        <p:sp>
          <p:nvSpPr>
            <p:cNvPr id="1309" name="Graphic 1100">
              <a:extLst>
                <a:ext uri="{FF2B5EF4-FFF2-40B4-BE49-F238E27FC236}">
                  <a16:creationId xmlns:a16="http://schemas.microsoft.com/office/drawing/2014/main" id="{A39ADC3D-EDAA-4D41-A840-2EA271B1694B}"/>
                </a:ext>
              </a:extLst>
            </p:cNvPr>
            <p:cNvSpPr/>
            <p:nvPr/>
          </p:nvSpPr>
          <p:spPr>
            <a:xfrm>
              <a:off x="11057147" y="3905408"/>
              <a:ext cx="144155" cy="207479"/>
            </a:xfrm>
            <a:custGeom>
              <a:avLst/>
              <a:gdLst>
                <a:gd name="connsiteX0" fmla="*/ 10863 w 144155"/>
                <a:gd name="connsiteY0" fmla="*/ 1915 h 207479"/>
                <a:gd name="connsiteX1" fmla="*/ 1917 w 144155"/>
                <a:gd name="connsiteY1" fmla="*/ 1915 h 207479"/>
                <a:gd name="connsiteX2" fmla="*/ 0 w 144155"/>
                <a:gd name="connsiteY2" fmla="*/ 6384 h 207479"/>
                <a:gd name="connsiteX3" fmla="*/ 0 w 144155"/>
                <a:gd name="connsiteY3" fmla="*/ 190243 h 207479"/>
                <a:gd name="connsiteX4" fmla="*/ 3834 w 144155"/>
                <a:gd name="connsiteY4" fmla="*/ 195988 h 207479"/>
                <a:gd name="connsiteX5" fmla="*/ 10863 w 144155"/>
                <a:gd name="connsiteY5" fmla="*/ 194711 h 207479"/>
                <a:gd name="connsiteX6" fmla="*/ 48563 w 144155"/>
                <a:gd name="connsiteY6" fmla="*/ 159599 h 207479"/>
                <a:gd name="connsiteX7" fmla="*/ 67094 w 144155"/>
                <a:gd name="connsiteY7" fmla="*/ 203649 h 207479"/>
                <a:gd name="connsiteX8" fmla="*/ 72845 w 144155"/>
                <a:gd name="connsiteY8" fmla="*/ 207479 h 207479"/>
                <a:gd name="connsiteX9" fmla="*/ 75401 w 144155"/>
                <a:gd name="connsiteY9" fmla="*/ 206841 h 207479"/>
                <a:gd name="connsiteX10" fmla="*/ 101600 w 144155"/>
                <a:gd name="connsiteY10" fmla="*/ 195988 h 207479"/>
                <a:gd name="connsiteX11" fmla="*/ 104795 w 144155"/>
                <a:gd name="connsiteY11" fmla="*/ 187689 h 207479"/>
                <a:gd name="connsiteX12" fmla="*/ 86903 w 144155"/>
                <a:gd name="connsiteY12" fmla="*/ 143640 h 207479"/>
                <a:gd name="connsiteX13" fmla="*/ 138022 w 144155"/>
                <a:gd name="connsiteY13" fmla="*/ 141724 h 207479"/>
                <a:gd name="connsiteX14" fmla="*/ 143774 w 144155"/>
                <a:gd name="connsiteY14" fmla="*/ 137894 h 207479"/>
                <a:gd name="connsiteX15" fmla="*/ 142495 w 144155"/>
                <a:gd name="connsiteY15" fmla="*/ 130872 h 207479"/>
                <a:gd name="connsiteX16" fmla="*/ 10863 w 144155"/>
                <a:gd name="connsiteY16" fmla="*/ 1915 h 207479"/>
                <a:gd name="connsiteX17" fmla="*/ 76679 w 144155"/>
                <a:gd name="connsiteY17" fmla="*/ 131510 h 207479"/>
                <a:gd name="connsiteX18" fmla="*/ 71567 w 144155"/>
                <a:gd name="connsiteY18" fmla="*/ 134702 h 207479"/>
                <a:gd name="connsiteX19" fmla="*/ 70928 w 144155"/>
                <a:gd name="connsiteY19" fmla="*/ 140448 h 207479"/>
                <a:gd name="connsiteX20" fmla="*/ 90098 w 144155"/>
                <a:gd name="connsiteY20" fmla="*/ 187051 h 207479"/>
                <a:gd name="connsiteX21" fmla="*/ 76040 w 144155"/>
                <a:gd name="connsiteY21" fmla="*/ 192796 h 207479"/>
                <a:gd name="connsiteX22" fmla="*/ 56871 w 144155"/>
                <a:gd name="connsiteY22" fmla="*/ 146193 h 207479"/>
                <a:gd name="connsiteX23" fmla="*/ 52397 w 144155"/>
                <a:gd name="connsiteY23" fmla="*/ 142363 h 207479"/>
                <a:gd name="connsiteX24" fmla="*/ 51119 w 144155"/>
                <a:gd name="connsiteY24" fmla="*/ 142363 h 207479"/>
                <a:gd name="connsiteX25" fmla="*/ 46646 w 144155"/>
                <a:gd name="connsiteY25" fmla="*/ 144278 h 207479"/>
                <a:gd name="connsiteX26" fmla="*/ 13419 w 144155"/>
                <a:gd name="connsiteY26" fmla="*/ 175559 h 207479"/>
                <a:gd name="connsiteX27" fmla="*/ 13419 w 144155"/>
                <a:gd name="connsiteY27" fmla="*/ 21706 h 207479"/>
                <a:gd name="connsiteX28" fmla="*/ 122686 w 144155"/>
                <a:gd name="connsiteY28" fmla="*/ 130233 h 207479"/>
                <a:gd name="connsiteX29" fmla="*/ 76679 w 144155"/>
                <a:gd name="connsiteY29" fmla="*/ 131510 h 207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4155" h="207479">
                  <a:moveTo>
                    <a:pt x="10863" y="1915"/>
                  </a:moveTo>
                  <a:cubicBezTo>
                    <a:pt x="8306" y="-638"/>
                    <a:pt x="4473" y="-638"/>
                    <a:pt x="1917" y="1915"/>
                  </a:cubicBezTo>
                  <a:cubicBezTo>
                    <a:pt x="639" y="3192"/>
                    <a:pt x="0" y="4469"/>
                    <a:pt x="0" y="6384"/>
                  </a:cubicBezTo>
                  <a:lnTo>
                    <a:pt x="0" y="190243"/>
                  </a:lnTo>
                  <a:cubicBezTo>
                    <a:pt x="0" y="192796"/>
                    <a:pt x="1278" y="195350"/>
                    <a:pt x="3834" y="195988"/>
                  </a:cubicBezTo>
                  <a:cubicBezTo>
                    <a:pt x="6390" y="197265"/>
                    <a:pt x="8946" y="196626"/>
                    <a:pt x="10863" y="194711"/>
                  </a:cubicBezTo>
                  <a:lnTo>
                    <a:pt x="48563" y="159599"/>
                  </a:lnTo>
                  <a:lnTo>
                    <a:pt x="67094" y="203649"/>
                  </a:lnTo>
                  <a:cubicBezTo>
                    <a:pt x="68372" y="206202"/>
                    <a:pt x="70289" y="207479"/>
                    <a:pt x="72845" y="207479"/>
                  </a:cubicBezTo>
                  <a:cubicBezTo>
                    <a:pt x="73484" y="207479"/>
                    <a:pt x="74762" y="207479"/>
                    <a:pt x="75401" y="206841"/>
                  </a:cubicBezTo>
                  <a:lnTo>
                    <a:pt x="101600" y="195988"/>
                  </a:lnTo>
                  <a:cubicBezTo>
                    <a:pt x="104795" y="194711"/>
                    <a:pt x="106073" y="190881"/>
                    <a:pt x="104795" y="187689"/>
                  </a:cubicBezTo>
                  <a:lnTo>
                    <a:pt x="86903" y="143640"/>
                  </a:lnTo>
                  <a:lnTo>
                    <a:pt x="138022" y="141724"/>
                  </a:lnTo>
                  <a:cubicBezTo>
                    <a:pt x="140579" y="141724"/>
                    <a:pt x="143135" y="139809"/>
                    <a:pt x="143774" y="137894"/>
                  </a:cubicBezTo>
                  <a:cubicBezTo>
                    <a:pt x="144412" y="135340"/>
                    <a:pt x="144412" y="132787"/>
                    <a:pt x="142495" y="130872"/>
                  </a:cubicBezTo>
                  <a:lnTo>
                    <a:pt x="10863" y="1915"/>
                  </a:lnTo>
                  <a:close/>
                  <a:moveTo>
                    <a:pt x="76679" y="131510"/>
                  </a:moveTo>
                  <a:cubicBezTo>
                    <a:pt x="74762" y="131510"/>
                    <a:pt x="72845" y="132787"/>
                    <a:pt x="71567" y="134702"/>
                  </a:cubicBezTo>
                  <a:cubicBezTo>
                    <a:pt x="70289" y="136617"/>
                    <a:pt x="70289" y="138532"/>
                    <a:pt x="70928" y="140448"/>
                  </a:cubicBezTo>
                  <a:lnTo>
                    <a:pt x="90098" y="187051"/>
                  </a:lnTo>
                  <a:lnTo>
                    <a:pt x="76040" y="192796"/>
                  </a:lnTo>
                  <a:lnTo>
                    <a:pt x="56871" y="146193"/>
                  </a:lnTo>
                  <a:cubicBezTo>
                    <a:pt x="56231" y="144278"/>
                    <a:pt x="54314" y="143001"/>
                    <a:pt x="52397" y="142363"/>
                  </a:cubicBezTo>
                  <a:cubicBezTo>
                    <a:pt x="51758" y="142363"/>
                    <a:pt x="51758" y="142363"/>
                    <a:pt x="51119" y="142363"/>
                  </a:cubicBezTo>
                  <a:cubicBezTo>
                    <a:pt x="49202" y="142363"/>
                    <a:pt x="47925" y="143001"/>
                    <a:pt x="46646" y="144278"/>
                  </a:cubicBezTo>
                  <a:lnTo>
                    <a:pt x="13419" y="175559"/>
                  </a:lnTo>
                  <a:lnTo>
                    <a:pt x="13419" y="21706"/>
                  </a:lnTo>
                  <a:lnTo>
                    <a:pt x="122686" y="130233"/>
                  </a:lnTo>
                  <a:lnTo>
                    <a:pt x="76679" y="131510"/>
                  </a:lnTo>
                  <a:close/>
                </a:path>
              </a:pathLst>
            </a:custGeom>
            <a:solidFill>
              <a:srgbClr val="00ABAB"/>
            </a:solidFill>
            <a:ln w="6390" cap="flat">
              <a:noFill/>
              <a:prstDash val="solid"/>
              <a:miter/>
            </a:ln>
          </p:spPr>
          <p:txBody>
            <a:bodyPr rtlCol="0" anchor="ctr"/>
            <a:lstStyle/>
            <a:p>
              <a:endParaRPr lang="en-US"/>
            </a:p>
          </p:txBody>
        </p:sp>
      </p:grpSp>
      <p:grpSp>
        <p:nvGrpSpPr>
          <p:cNvPr id="6" name="Group 5">
            <a:extLst>
              <a:ext uri="{FF2B5EF4-FFF2-40B4-BE49-F238E27FC236}">
                <a16:creationId xmlns:a16="http://schemas.microsoft.com/office/drawing/2014/main" id="{1B059D36-BCA8-F845-822E-3A039424E13B}"/>
              </a:ext>
            </a:extLst>
          </p:cNvPr>
          <p:cNvGrpSpPr/>
          <p:nvPr/>
        </p:nvGrpSpPr>
        <p:grpSpPr>
          <a:xfrm>
            <a:off x="9887788" y="1897007"/>
            <a:ext cx="361674" cy="361971"/>
            <a:chOff x="9887788" y="1897007"/>
            <a:chExt cx="361674" cy="361971"/>
          </a:xfrm>
        </p:grpSpPr>
        <p:sp>
          <p:nvSpPr>
            <p:cNvPr id="1310" name="Graphic 1100">
              <a:extLst>
                <a:ext uri="{FF2B5EF4-FFF2-40B4-BE49-F238E27FC236}">
                  <a16:creationId xmlns:a16="http://schemas.microsoft.com/office/drawing/2014/main" id="{E9200604-880B-B44F-A2EF-6D97EFFEE9B7}"/>
                </a:ext>
              </a:extLst>
            </p:cNvPr>
            <p:cNvSpPr/>
            <p:nvPr/>
          </p:nvSpPr>
          <p:spPr>
            <a:xfrm>
              <a:off x="9887788" y="1897007"/>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7"/>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2309" y="81077"/>
                    <a:pt x="281157" y="0"/>
                    <a:pt x="180835" y="0"/>
                  </a:cubicBezTo>
                  <a:cubicBezTo>
                    <a:pt x="180835" y="0"/>
                    <a:pt x="180835" y="0"/>
                    <a:pt x="180835" y="0"/>
                  </a:cubicBezTo>
                  <a:close/>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cubicBezTo>
                    <a:pt x="348890" y="180667"/>
                    <a:pt x="348890" y="180667"/>
                    <a:pt x="348890" y="180667"/>
                  </a:cubicBezTo>
                  <a:cubicBezTo>
                    <a:pt x="349529" y="273873"/>
                    <a:pt x="274128" y="349204"/>
                    <a:pt x="180835" y="349204"/>
                  </a:cubicBezTo>
                  <a:close/>
                </a:path>
              </a:pathLst>
            </a:custGeom>
            <a:solidFill>
              <a:srgbClr val="00ABAB"/>
            </a:solidFill>
            <a:ln w="6390" cap="flat">
              <a:noFill/>
              <a:prstDash val="solid"/>
              <a:miter/>
            </a:ln>
          </p:spPr>
          <p:txBody>
            <a:bodyPr rtlCol="0" anchor="ctr"/>
            <a:lstStyle/>
            <a:p>
              <a:endParaRPr lang="en-US"/>
            </a:p>
          </p:txBody>
        </p:sp>
        <p:sp>
          <p:nvSpPr>
            <p:cNvPr id="1311" name="Graphic 1100">
              <a:extLst>
                <a:ext uri="{FF2B5EF4-FFF2-40B4-BE49-F238E27FC236}">
                  <a16:creationId xmlns:a16="http://schemas.microsoft.com/office/drawing/2014/main" id="{C5C77E59-789A-F547-98F4-BB1CB66231D0}"/>
                </a:ext>
              </a:extLst>
            </p:cNvPr>
            <p:cNvSpPr/>
            <p:nvPr/>
          </p:nvSpPr>
          <p:spPr>
            <a:xfrm>
              <a:off x="10006002" y="1973615"/>
              <a:ext cx="125242" cy="180666"/>
            </a:xfrm>
            <a:custGeom>
              <a:avLst/>
              <a:gdLst>
                <a:gd name="connsiteX0" fmla="*/ 58148 w 125242"/>
                <a:gd name="connsiteY0" fmla="*/ 178752 h 180666"/>
                <a:gd name="connsiteX1" fmla="*/ 60066 w 125242"/>
                <a:gd name="connsiteY1" fmla="*/ 180028 h 180666"/>
                <a:gd name="connsiteX2" fmla="*/ 62621 w 125242"/>
                <a:gd name="connsiteY2" fmla="*/ 180667 h 180666"/>
                <a:gd name="connsiteX3" fmla="*/ 65177 w 125242"/>
                <a:gd name="connsiteY3" fmla="*/ 180028 h 180666"/>
                <a:gd name="connsiteX4" fmla="*/ 67094 w 125242"/>
                <a:gd name="connsiteY4" fmla="*/ 178752 h 180666"/>
                <a:gd name="connsiteX5" fmla="*/ 123325 w 125242"/>
                <a:gd name="connsiteY5" fmla="*/ 122573 h 180666"/>
                <a:gd name="connsiteX6" fmla="*/ 123325 w 125242"/>
                <a:gd name="connsiteY6" fmla="*/ 113635 h 180666"/>
                <a:gd name="connsiteX7" fmla="*/ 123325 w 125242"/>
                <a:gd name="connsiteY7" fmla="*/ 113635 h 180666"/>
                <a:gd name="connsiteX8" fmla="*/ 114380 w 125242"/>
                <a:gd name="connsiteY8" fmla="*/ 113635 h 180666"/>
                <a:gd name="connsiteX9" fmla="*/ 69011 w 125242"/>
                <a:gd name="connsiteY9" fmla="*/ 158961 h 180666"/>
                <a:gd name="connsiteX10" fmla="*/ 69011 w 125242"/>
                <a:gd name="connsiteY10" fmla="*/ 6384 h 180666"/>
                <a:gd name="connsiteX11" fmla="*/ 62621 w 125242"/>
                <a:gd name="connsiteY11" fmla="*/ 0 h 180666"/>
                <a:gd name="connsiteX12" fmla="*/ 56231 w 125242"/>
                <a:gd name="connsiteY12" fmla="*/ 6384 h 180666"/>
                <a:gd name="connsiteX13" fmla="*/ 56231 w 125242"/>
                <a:gd name="connsiteY13" fmla="*/ 158961 h 180666"/>
                <a:gd name="connsiteX14" fmla="*/ 10863 w 125242"/>
                <a:gd name="connsiteY14" fmla="*/ 113635 h 180666"/>
                <a:gd name="connsiteX15" fmla="*/ 1917 w 125242"/>
                <a:gd name="connsiteY15" fmla="*/ 113635 h 180666"/>
                <a:gd name="connsiteX16" fmla="*/ 1917 w 125242"/>
                <a:gd name="connsiteY16" fmla="*/ 122573 h 180666"/>
                <a:gd name="connsiteX17" fmla="*/ 1917 w 125242"/>
                <a:gd name="connsiteY17" fmla="*/ 122573 h 180666"/>
                <a:gd name="connsiteX18" fmla="*/ 58148 w 125242"/>
                <a:gd name="connsiteY18" fmla="*/ 178752 h 18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5242" h="180666">
                  <a:moveTo>
                    <a:pt x="58148" y="178752"/>
                  </a:moveTo>
                  <a:cubicBezTo>
                    <a:pt x="58787" y="179390"/>
                    <a:pt x="59426" y="180028"/>
                    <a:pt x="60066" y="180028"/>
                  </a:cubicBezTo>
                  <a:cubicBezTo>
                    <a:pt x="60704" y="180028"/>
                    <a:pt x="61343" y="180667"/>
                    <a:pt x="62621" y="180667"/>
                  </a:cubicBezTo>
                  <a:cubicBezTo>
                    <a:pt x="63261" y="180667"/>
                    <a:pt x="64538" y="180667"/>
                    <a:pt x="65177" y="180028"/>
                  </a:cubicBezTo>
                  <a:cubicBezTo>
                    <a:pt x="65816" y="179390"/>
                    <a:pt x="66456" y="179390"/>
                    <a:pt x="67094" y="178752"/>
                  </a:cubicBezTo>
                  <a:lnTo>
                    <a:pt x="123325" y="122573"/>
                  </a:lnTo>
                  <a:cubicBezTo>
                    <a:pt x="125881" y="120019"/>
                    <a:pt x="125881" y="116189"/>
                    <a:pt x="123325" y="113635"/>
                  </a:cubicBezTo>
                  <a:cubicBezTo>
                    <a:pt x="123325" y="113635"/>
                    <a:pt x="123325" y="113635"/>
                    <a:pt x="123325" y="113635"/>
                  </a:cubicBezTo>
                  <a:cubicBezTo>
                    <a:pt x="120770" y="111081"/>
                    <a:pt x="116935" y="111081"/>
                    <a:pt x="114380" y="113635"/>
                  </a:cubicBezTo>
                  <a:lnTo>
                    <a:pt x="69011" y="158961"/>
                  </a:lnTo>
                  <a:lnTo>
                    <a:pt x="69011" y="6384"/>
                  </a:lnTo>
                  <a:cubicBezTo>
                    <a:pt x="69011" y="2554"/>
                    <a:pt x="66456" y="0"/>
                    <a:pt x="62621" y="0"/>
                  </a:cubicBezTo>
                  <a:cubicBezTo>
                    <a:pt x="58787" y="0"/>
                    <a:pt x="56231" y="2554"/>
                    <a:pt x="56231" y="6384"/>
                  </a:cubicBezTo>
                  <a:lnTo>
                    <a:pt x="56231" y="158961"/>
                  </a:lnTo>
                  <a:lnTo>
                    <a:pt x="10863" y="113635"/>
                  </a:lnTo>
                  <a:cubicBezTo>
                    <a:pt x="8306" y="111081"/>
                    <a:pt x="4473" y="111081"/>
                    <a:pt x="1917" y="113635"/>
                  </a:cubicBezTo>
                  <a:cubicBezTo>
                    <a:pt x="-639" y="116189"/>
                    <a:pt x="-639" y="120019"/>
                    <a:pt x="1917" y="122573"/>
                  </a:cubicBezTo>
                  <a:lnTo>
                    <a:pt x="1917" y="122573"/>
                  </a:lnTo>
                  <a:lnTo>
                    <a:pt x="58148" y="178752"/>
                  </a:lnTo>
                  <a:close/>
                </a:path>
              </a:pathLst>
            </a:custGeom>
            <a:solidFill>
              <a:srgbClr val="00ABAB"/>
            </a:solidFill>
            <a:ln w="6390" cap="flat">
              <a:noFill/>
              <a:prstDash val="solid"/>
              <a:miter/>
            </a:ln>
          </p:spPr>
          <p:txBody>
            <a:bodyPr rtlCol="0" anchor="ctr"/>
            <a:lstStyle/>
            <a:p>
              <a:endParaRPr lang="en-US"/>
            </a:p>
          </p:txBody>
        </p:sp>
        <p:sp>
          <p:nvSpPr>
            <p:cNvPr id="1312" name="Graphic 1100">
              <a:extLst>
                <a:ext uri="{FF2B5EF4-FFF2-40B4-BE49-F238E27FC236}">
                  <a16:creationId xmlns:a16="http://schemas.microsoft.com/office/drawing/2014/main" id="{136BECCC-BB77-D741-9E75-28FD5DDA647B}"/>
                </a:ext>
              </a:extLst>
            </p:cNvPr>
            <p:cNvSpPr/>
            <p:nvPr/>
          </p:nvSpPr>
          <p:spPr>
            <a:xfrm>
              <a:off x="9991944" y="2141513"/>
              <a:ext cx="153358" cy="40857"/>
            </a:xfrm>
            <a:custGeom>
              <a:avLst/>
              <a:gdLst>
                <a:gd name="connsiteX0" fmla="*/ 146969 w 153358"/>
                <a:gd name="connsiteY0" fmla="*/ 0 h 40857"/>
                <a:gd name="connsiteX1" fmla="*/ 140579 w 153358"/>
                <a:gd name="connsiteY1" fmla="*/ 6384 h 40857"/>
                <a:gd name="connsiteX2" fmla="*/ 140579 w 153358"/>
                <a:gd name="connsiteY2" fmla="*/ 28089 h 40857"/>
                <a:gd name="connsiteX3" fmla="*/ 12780 w 153358"/>
                <a:gd name="connsiteY3" fmla="*/ 28089 h 40857"/>
                <a:gd name="connsiteX4" fmla="*/ 12780 w 153358"/>
                <a:gd name="connsiteY4" fmla="*/ 6384 h 40857"/>
                <a:gd name="connsiteX5" fmla="*/ 6390 w 153358"/>
                <a:gd name="connsiteY5" fmla="*/ 0 h 40857"/>
                <a:gd name="connsiteX6" fmla="*/ 0 w 153358"/>
                <a:gd name="connsiteY6" fmla="*/ 6384 h 40857"/>
                <a:gd name="connsiteX7" fmla="*/ 0 w 153358"/>
                <a:gd name="connsiteY7" fmla="*/ 34473 h 40857"/>
                <a:gd name="connsiteX8" fmla="*/ 6390 w 153358"/>
                <a:gd name="connsiteY8" fmla="*/ 40857 h 40857"/>
                <a:gd name="connsiteX9" fmla="*/ 146969 w 153358"/>
                <a:gd name="connsiteY9" fmla="*/ 40857 h 40857"/>
                <a:gd name="connsiteX10" fmla="*/ 153358 w 153358"/>
                <a:gd name="connsiteY10" fmla="*/ 34473 h 40857"/>
                <a:gd name="connsiteX11" fmla="*/ 153358 w 153358"/>
                <a:gd name="connsiteY11" fmla="*/ 6384 h 40857"/>
                <a:gd name="connsiteX12" fmla="*/ 146969 w 153358"/>
                <a:gd name="connsiteY12" fmla="*/ 0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3358" h="40857">
                  <a:moveTo>
                    <a:pt x="146969" y="0"/>
                  </a:moveTo>
                  <a:cubicBezTo>
                    <a:pt x="143135" y="0"/>
                    <a:pt x="140579" y="2554"/>
                    <a:pt x="140579" y="6384"/>
                  </a:cubicBezTo>
                  <a:lnTo>
                    <a:pt x="140579" y="28089"/>
                  </a:lnTo>
                  <a:lnTo>
                    <a:pt x="12780" y="28089"/>
                  </a:lnTo>
                  <a:lnTo>
                    <a:pt x="12780" y="6384"/>
                  </a:lnTo>
                  <a:cubicBezTo>
                    <a:pt x="12780" y="2554"/>
                    <a:pt x="10225" y="0"/>
                    <a:pt x="6390" y="0"/>
                  </a:cubicBezTo>
                  <a:cubicBezTo>
                    <a:pt x="2556" y="0"/>
                    <a:pt x="0" y="2554"/>
                    <a:pt x="0" y="6384"/>
                  </a:cubicBezTo>
                  <a:lnTo>
                    <a:pt x="0" y="34473"/>
                  </a:lnTo>
                  <a:cubicBezTo>
                    <a:pt x="0" y="38304"/>
                    <a:pt x="2556" y="40857"/>
                    <a:pt x="6390" y="40857"/>
                  </a:cubicBezTo>
                  <a:lnTo>
                    <a:pt x="146969" y="40857"/>
                  </a:lnTo>
                  <a:cubicBezTo>
                    <a:pt x="150803" y="40857"/>
                    <a:pt x="153358" y="38304"/>
                    <a:pt x="153358" y="34473"/>
                  </a:cubicBezTo>
                  <a:lnTo>
                    <a:pt x="153358" y="6384"/>
                  </a:lnTo>
                  <a:cubicBezTo>
                    <a:pt x="153358" y="3192"/>
                    <a:pt x="150803" y="0"/>
                    <a:pt x="146969" y="0"/>
                  </a:cubicBezTo>
                  <a:close/>
                </a:path>
              </a:pathLst>
            </a:custGeom>
            <a:solidFill>
              <a:srgbClr val="00ABAB"/>
            </a:solidFill>
            <a:ln w="6390" cap="flat">
              <a:noFill/>
              <a:prstDash val="solid"/>
              <a:miter/>
            </a:ln>
          </p:spPr>
          <p:txBody>
            <a:bodyPr rtlCol="0" anchor="ctr"/>
            <a:lstStyle/>
            <a:p>
              <a:endParaRPr lang="en-US"/>
            </a:p>
          </p:txBody>
        </p:sp>
      </p:grpSp>
      <p:grpSp>
        <p:nvGrpSpPr>
          <p:cNvPr id="1313" name="Graphic 1100">
            <a:extLst>
              <a:ext uri="{FF2B5EF4-FFF2-40B4-BE49-F238E27FC236}">
                <a16:creationId xmlns:a16="http://schemas.microsoft.com/office/drawing/2014/main" id="{C3937ED9-732E-354A-9CCD-AB97B0D9E673}"/>
              </a:ext>
            </a:extLst>
          </p:cNvPr>
          <p:cNvGrpSpPr/>
          <p:nvPr/>
        </p:nvGrpSpPr>
        <p:grpSpPr>
          <a:xfrm>
            <a:off x="8841755" y="1406717"/>
            <a:ext cx="362309" cy="361971"/>
            <a:chOff x="8841755" y="1406717"/>
            <a:chExt cx="362309" cy="361971"/>
          </a:xfrm>
          <a:solidFill>
            <a:srgbClr val="00ABAB"/>
          </a:solidFill>
        </p:grpSpPr>
        <p:sp>
          <p:nvSpPr>
            <p:cNvPr id="1314" name="Graphic 1100">
              <a:extLst>
                <a:ext uri="{FF2B5EF4-FFF2-40B4-BE49-F238E27FC236}">
                  <a16:creationId xmlns:a16="http://schemas.microsoft.com/office/drawing/2014/main" id="{0BE9366B-C67E-4746-BACC-7DA963F4BF17}"/>
                </a:ext>
              </a:extLst>
            </p:cNvPr>
            <p:cNvSpPr/>
            <p:nvPr/>
          </p:nvSpPr>
          <p:spPr>
            <a:xfrm>
              <a:off x="8841755" y="14067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8565 h 361971"/>
                <a:gd name="connsiteX7" fmla="*/ 12780 w 362309"/>
                <a:gd name="connsiteY7" fmla="*/ 180667 h 361971"/>
                <a:gd name="connsiteX8" fmla="*/ 180836 w 362309"/>
                <a:gd name="connsiteY8" fmla="*/ 12130 h 361971"/>
                <a:gd name="connsiteX9" fmla="*/ 349530 w 362309"/>
                <a:gd name="connsiteY9" fmla="*/ 180028 h 361971"/>
                <a:gd name="connsiteX10" fmla="*/ 349530 w 362309"/>
                <a:gd name="connsiteY10" fmla="*/ 180028 h 361971"/>
                <a:gd name="connsiteX11" fmla="*/ 181474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0438"/>
                    <a:pt x="281157" y="0"/>
                    <a:pt x="181474" y="0"/>
                  </a:cubicBezTo>
                  <a:close/>
                  <a:moveTo>
                    <a:pt x="181474" y="348565"/>
                  </a:moveTo>
                  <a:cubicBezTo>
                    <a:pt x="88181" y="348565"/>
                    <a:pt x="12780" y="273234"/>
                    <a:pt x="12780" y="180667"/>
                  </a:cubicBezTo>
                  <a:cubicBezTo>
                    <a:pt x="12780" y="87461"/>
                    <a:pt x="88181" y="12130"/>
                    <a:pt x="180836" y="12130"/>
                  </a:cubicBezTo>
                  <a:cubicBezTo>
                    <a:pt x="274128" y="12130"/>
                    <a:pt x="349530" y="87461"/>
                    <a:pt x="349530" y="180028"/>
                  </a:cubicBezTo>
                  <a:cubicBezTo>
                    <a:pt x="349530" y="180028"/>
                    <a:pt x="349530" y="180028"/>
                    <a:pt x="349530" y="180028"/>
                  </a:cubicBezTo>
                  <a:cubicBezTo>
                    <a:pt x="349530" y="273234"/>
                    <a:pt x="274128" y="348565"/>
                    <a:pt x="181474" y="348565"/>
                  </a:cubicBezTo>
                  <a:close/>
                </a:path>
              </a:pathLst>
            </a:custGeom>
            <a:solidFill>
              <a:srgbClr val="00ABAB"/>
            </a:solidFill>
            <a:ln w="6390" cap="flat">
              <a:noFill/>
              <a:prstDash val="solid"/>
              <a:miter/>
            </a:ln>
          </p:spPr>
          <p:txBody>
            <a:bodyPr rtlCol="0" anchor="ctr"/>
            <a:lstStyle/>
            <a:p>
              <a:endParaRPr lang="en-US"/>
            </a:p>
          </p:txBody>
        </p:sp>
        <p:sp>
          <p:nvSpPr>
            <p:cNvPr id="1315" name="Graphic 1100">
              <a:extLst>
                <a:ext uri="{FF2B5EF4-FFF2-40B4-BE49-F238E27FC236}">
                  <a16:creationId xmlns:a16="http://schemas.microsoft.com/office/drawing/2014/main" id="{5F9676AB-7B99-5847-AE32-6828C5D14459}"/>
                </a:ext>
              </a:extLst>
            </p:cNvPr>
            <p:cNvSpPr/>
            <p:nvPr/>
          </p:nvSpPr>
          <p:spPr>
            <a:xfrm>
              <a:off x="8904577" y="1527374"/>
              <a:ext cx="156992" cy="152577"/>
            </a:xfrm>
            <a:custGeom>
              <a:avLst/>
              <a:gdLst>
                <a:gd name="connsiteX0" fmla="*/ 123765 w 156992"/>
                <a:gd name="connsiteY0" fmla="*/ 133425 h 152577"/>
                <a:gd name="connsiteX1" fmla="*/ 112263 w 156992"/>
                <a:gd name="connsiteY1" fmla="*/ 132149 h 152577"/>
                <a:gd name="connsiteX2" fmla="*/ 103957 w 156992"/>
                <a:gd name="connsiteY2" fmla="*/ 107889 h 152577"/>
                <a:gd name="connsiteX3" fmla="*/ 120570 w 156992"/>
                <a:gd name="connsiteY3" fmla="*/ 69585 h 152577"/>
                <a:gd name="connsiteX4" fmla="*/ 114180 w 156992"/>
                <a:gd name="connsiteY4" fmla="*/ 15960 h 152577"/>
                <a:gd name="connsiteX5" fmla="*/ 78397 w 156992"/>
                <a:gd name="connsiteY5" fmla="*/ 0 h 152577"/>
                <a:gd name="connsiteX6" fmla="*/ 78397 w 156992"/>
                <a:gd name="connsiteY6" fmla="*/ 0 h 152577"/>
                <a:gd name="connsiteX7" fmla="*/ 42613 w 156992"/>
                <a:gd name="connsiteY7" fmla="*/ 15960 h 152577"/>
                <a:gd name="connsiteX8" fmla="*/ 36223 w 156992"/>
                <a:gd name="connsiteY8" fmla="*/ 69585 h 152577"/>
                <a:gd name="connsiteX9" fmla="*/ 52837 w 156992"/>
                <a:gd name="connsiteY9" fmla="*/ 107251 h 152577"/>
                <a:gd name="connsiteX10" fmla="*/ 44530 w 156992"/>
                <a:gd name="connsiteY10" fmla="*/ 132149 h 152577"/>
                <a:gd name="connsiteX11" fmla="*/ 33028 w 156992"/>
                <a:gd name="connsiteY11" fmla="*/ 133425 h 152577"/>
                <a:gd name="connsiteX12" fmla="*/ 2995 w 156992"/>
                <a:gd name="connsiteY12" fmla="*/ 140448 h 152577"/>
                <a:gd name="connsiteX13" fmla="*/ 1078 w 156992"/>
                <a:gd name="connsiteY13" fmla="*/ 149385 h 152577"/>
                <a:gd name="connsiteX14" fmla="*/ 6190 w 156992"/>
                <a:gd name="connsiteY14" fmla="*/ 152577 h 152577"/>
                <a:gd name="connsiteX15" fmla="*/ 10024 w 156992"/>
                <a:gd name="connsiteY15" fmla="*/ 151300 h 152577"/>
                <a:gd name="connsiteX16" fmla="*/ 33667 w 156992"/>
                <a:gd name="connsiteY16" fmla="*/ 146193 h 152577"/>
                <a:gd name="connsiteX17" fmla="*/ 49003 w 156992"/>
                <a:gd name="connsiteY17" fmla="*/ 143640 h 152577"/>
                <a:gd name="connsiteX18" fmla="*/ 63061 w 156992"/>
                <a:gd name="connsiteY18" fmla="*/ 122573 h 152577"/>
                <a:gd name="connsiteX19" fmla="*/ 63061 w 156992"/>
                <a:gd name="connsiteY19" fmla="*/ 100229 h 152577"/>
                <a:gd name="connsiteX20" fmla="*/ 48364 w 156992"/>
                <a:gd name="connsiteY20" fmla="*/ 66393 h 152577"/>
                <a:gd name="connsiteX21" fmla="*/ 52197 w 156992"/>
                <a:gd name="connsiteY21" fmla="*/ 23621 h 152577"/>
                <a:gd name="connsiteX22" fmla="*/ 77757 w 156992"/>
                <a:gd name="connsiteY22" fmla="*/ 12130 h 152577"/>
                <a:gd name="connsiteX23" fmla="*/ 78397 w 156992"/>
                <a:gd name="connsiteY23" fmla="*/ 12130 h 152577"/>
                <a:gd name="connsiteX24" fmla="*/ 103957 w 156992"/>
                <a:gd name="connsiteY24" fmla="*/ 23621 h 152577"/>
                <a:gd name="connsiteX25" fmla="*/ 108429 w 156992"/>
                <a:gd name="connsiteY25" fmla="*/ 66393 h 152577"/>
                <a:gd name="connsiteX26" fmla="*/ 93732 w 156992"/>
                <a:gd name="connsiteY26" fmla="*/ 100229 h 152577"/>
                <a:gd name="connsiteX27" fmla="*/ 93732 w 156992"/>
                <a:gd name="connsiteY27" fmla="*/ 122573 h 152577"/>
                <a:gd name="connsiteX28" fmla="*/ 107790 w 156992"/>
                <a:gd name="connsiteY28" fmla="*/ 143640 h 152577"/>
                <a:gd name="connsiteX29" fmla="*/ 123126 w 156992"/>
                <a:gd name="connsiteY29" fmla="*/ 146193 h 152577"/>
                <a:gd name="connsiteX30" fmla="*/ 146769 w 156992"/>
                <a:gd name="connsiteY30" fmla="*/ 151300 h 152577"/>
                <a:gd name="connsiteX31" fmla="*/ 150603 w 156992"/>
                <a:gd name="connsiteY31" fmla="*/ 152577 h 152577"/>
                <a:gd name="connsiteX32" fmla="*/ 156993 w 156992"/>
                <a:gd name="connsiteY32" fmla="*/ 146193 h 152577"/>
                <a:gd name="connsiteX33" fmla="*/ 153798 w 156992"/>
                <a:gd name="connsiteY33" fmla="*/ 141086 h 152577"/>
                <a:gd name="connsiteX34" fmla="*/ 123765 w 156992"/>
                <a:gd name="connsiteY34" fmla="*/ 133425 h 15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56992" h="152577">
                  <a:moveTo>
                    <a:pt x="123765" y="133425"/>
                  </a:moveTo>
                  <a:cubicBezTo>
                    <a:pt x="119931" y="133425"/>
                    <a:pt x="116097" y="132787"/>
                    <a:pt x="112263" y="132149"/>
                  </a:cubicBezTo>
                  <a:cubicBezTo>
                    <a:pt x="107790" y="130233"/>
                    <a:pt x="102678" y="111720"/>
                    <a:pt x="103957" y="107889"/>
                  </a:cubicBezTo>
                  <a:cubicBezTo>
                    <a:pt x="111624" y="96398"/>
                    <a:pt x="117375" y="82992"/>
                    <a:pt x="120570" y="69585"/>
                  </a:cubicBezTo>
                  <a:cubicBezTo>
                    <a:pt x="126321" y="46603"/>
                    <a:pt x="123765" y="28089"/>
                    <a:pt x="114180" y="15960"/>
                  </a:cubicBezTo>
                  <a:cubicBezTo>
                    <a:pt x="105234" y="5746"/>
                    <a:pt x="91816" y="0"/>
                    <a:pt x="78397" y="0"/>
                  </a:cubicBezTo>
                  <a:lnTo>
                    <a:pt x="78397" y="0"/>
                  </a:lnTo>
                  <a:cubicBezTo>
                    <a:pt x="64977" y="0"/>
                    <a:pt x="51559" y="5746"/>
                    <a:pt x="42613" y="15960"/>
                  </a:cubicBezTo>
                  <a:cubicBezTo>
                    <a:pt x="32389" y="28089"/>
                    <a:pt x="30472" y="46603"/>
                    <a:pt x="36223" y="69585"/>
                  </a:cubicBezTo>
                  <a:cubicBezTo>
                    <a:pt x="39418" y="82992"/>
                    <a:pt x="45169" y="95760"/>
                    <a:pt x="52837" y="107251"/>
                  </a:cubicBezTo>
                  <a:cubicBezTo>
                    <a:pt x="54115" y="111720"/>
                    <a:pt x="49003" y="129595"/>
                    <a:pt x="44530" y="132149"/>
                  </a:cubicBezTo>
                  <a:cubicBezTo>
                    <a:pt x="40696" y="132787"/>
                    <a:pt x="36862" y="133425"/>
                    <a:pt x="33028" y="133425"/>
                  </a:cubicBezTo>
                  <a:cubicBezTo>
                    <a:pt x="22804" y="133425"/>
                    <a:pt x="11941" y="135979"/>
                    <a:pt x="2995" y="140448"/>
                  </a:cubicBezTo>
                  <a:cubicBezTo>
                    <a:pt x="-200" y="142363"/>
                    <a:pt x="-839" y="146193"/>
                    <a:pt x="1078" y="149385"/>
                  </a:cubicBezTo>
                  <a:cubicBezTo>
                    <a:pt x="2356" y="151300"/>
                    <a:pt x="4273" y="152577"/>
                    <a:pt x="6190" y="152577"/>
                  </a:cubicBezTo>
                  <a:cubicBezTo>
                    <a:pt x="7468" y="152577"/>
                    <a:pt x="8746" y="151939"/>
                    <a:pt x="10024" y="151300"/>
                  </a:cubicBezTo>
                  <a:cubicBezTo>
                    <a:pt x="17692" y="147470"/>
                    <a:pt x="25360" y="146193"/>
                    <a:pt x="33667" y="146193"/>
                  </a:cubicBezTo>
                  <a:cubicBezTo>
                    <a:pt x="38779" y="146193"/>
                    <a:pt x="43891" y="145555"/>
                    <a:pt x="49003" y="143640"/>
                  </a:cubicBezTo>
                  <a:cubicBezTo>
                    <a:pt x="56671" y="140448"/>
                    <a:pt x="61144" y="128957"/>
                    <a:pt x="63061" y="122573"/>
                  </a:cubicBezTo>
                  <a:cubicBezTo>
                    <a:pt x="64977" y="116189"/>
                    <a:pt x="66895" y="105974"/>
                    <a:pt x="63061" y="100229"/>
                  </a:cubicBezTo>
                  <a:cubicBezTo>
                    <a:pt x="56671" y="90014"/>
                    <a:pt x="51559" y="78523"/>
                    <a:pt x="48364" y="66393"/>
                  </a:cubicBezTo>
                  <a:cubicBezTo>
                    <a:pt x="43891" y="47241"/>
                    <a:pt x="45169" y="32558"/>
                    <a:pt x="52197" y="23621"/>
                  </a:cubicBezTo>
                  <a:cubicBezTo>
                    <a:pt x="58587" y="16598"/>
                    <a:pt x="68172" y="12130"/>
                    <a:pt x="77757" y="12130"/>
                  </a:cubicBezTo>
                  <a:lnTo>
                    <a:pt x="78397" y="12130"/>
                  </a:lnTo>
                  <a:cubicBezTo>
                    <a:pt x="87982" y="12130"/>
                    <a:pt x="97567" y="15960"/>
                    <a:pt x="103957" y="23621"/>
                  </a:cubicBezTo>
                  <a:cubicBezTo>
                    <a:pt x="111624" y="32558"/>
                    <a:pt x="112902" y="47241"/>
                    <a:pt x="108429" y="66393"/>
                  </a:cubicBezTo>
                  <a:cubicBezTo>
                    <a:pt x="105234" y="78523"/>
                    <a:pt x="100762" y="90014"/>
                    <a:pt x="93732" y="100229"/>
                  </a:cubicBezTo>
                  <a:cubicBezTo>
                    <a:pt x="89259" y="105974"/>
                    <a:pt x="91816" y="116827"/>
                    <a:pt x="93732" y="122573"/>
                  </a:cubicBezTo>
                  <a:cubicBezTo>
                    <a:pt x="95649" y="128318"/>
                    <a:pt x="100122" y="140448"/>
                    <a:pt x="107790" y="143640"/>
                  </a:cubicBezTo>
                  <a:cubicBezTo>
                    <a:pt x="112902" y="144916"/>
                    <a:pt x="118014" y="146193"/>
                    <a:pt x="123126" y="146193"/>
                  </a:cubicBezTo>
                  <a:cubicBezTo>
                    <a:pt x="131433" y="146193"/>
                    <a:pt x="139101" y="147470"/>
                    <a:pt x="146769" y="151300"/>
                  </a:cubicBezTo>
                  <a:cubicBezTo>
                    <a:pt x="148047" y="151939"/>
                    <a:pt x="149325" y="152577"/>
                    <a:pt x="150603" y="152577"/>
                  </a:cubicBezTo>
                  <a:cubicBezTo>
                    <a:pt x="154436" y="152577"/>
                    <a:pt x="156993" y="150024"/>
                    <a:pt x="156993" y="146193"/>
                  </a:cubicBezTo>
                  <a:cubicBezTo>
                    <a:pt x="156993" y="144278"/>
                    <a:pt x="155715" y="141724"/>
                    <a:pt x="153798" y="141086"/>
                  </a:cubicBezTo>
                  <a:cubicBezTo>
                    <a:pt x="145491" y="135341"/>
                    <a:pt x="134628" y="132787"/>
                    <a:pt x="123765" y="133425"/>
                  </a:cubicBezTo>
                  <a:close/>
                </a:path>
              </a:pathLst>
            </a:custGeom>
            <a:solidFill>
              <a:srgbClr val="00ABAB"/>
            </a:solidFill>
            <a:ln w="6390" cap="flat">
              <a:noFill/>
              <a:prstDash val="solid"/>
              <a:miter/>
            </a:ln>
          </p:spPr>
          <p:txBody>
            <a:bodyPr rtlCol="0" anchor="ctr"/>
            <a:lstStyle/>
            <a:p>
              <a:endParaRPr lang="en-US"/>
            </a:p>
          </p:txBody>
        </p:sp>
        <p:sp>
          <p:nvSpPr>
            <p:cNvPr id="1316" name="Graphic 1100">
              <a:extLst>
                <a:ext uri="{FF2B5EF4-FFF2-40B4-BE49-F238E27FC236}">
                  <a16:creationId xmlns:a16="http://schemas.microsoft.com/office/drawing/2014/main" id="{EED5FDFD-34A8-D643-AE87-E826AA8C2855}"/>
                </a:ext>
              </a:extLst>
            </p:cNvPr>
            <p:cNvSpPr/>
            <p:nvPr/>
          </p:nvSpPr>
          <p:spPr>
            <a:xfrm>
              <a:off x="9048789" y="1618665"/>
              <a:ext cx="93292" cy="12767"/>
            </a:xfrm>
            <a:custGeom>
              <a:avLst/>
              <a:gdLst>
                <a:gd name="connsiteX0" fmla="*/ 86903 w 93292"/>
                <a:gd name="connsiteY0" fmla="*/ 0 h 12767"/>
                <a:gd name="connsiteX1" fmla="*/ 6390 w 93292"/>
                <a:gd name="connsiteY1" fmla="*/ 0 h 12767"/>
                <a:gd name="connsiteX2" fmla="*/ 0 w 93292"/>
                <a:gd name="connsiteY2" fmla="*/ 6384 h 12767"/>
                <a:gd name="connsiteX3" fmla="*/ 6390 w 93292"/>
                <a:gd name="connsiteY3" fmla="*/ 12768 h 12767"/>
                <a:gd name="connsiteX4" fmla="*/ 86903 w 93292"/>
                <a:gd name="connsiteY4" fmla="*/ 12768 h 12767"/>
                <a:gd name="connsiteX5" fmla="*/ 93293 w 93292"/>
                <a:gd name="connsiteY5" fmla="*/ 6384 h 12767"/>
                <a:gd name="connsiteX6" fmla="*/ 86903 w 9329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292" h="12767">
                  <a:moveTo>
                    <a:pt x="86903" y="0"/>
                  </a:moveTo>
                  <a:lnTo>
                    <a:pt x="6390" y="0"/>
                  </a:lnTo>
                  <a:cubicBezTo>
                    <a:pt x="2556" y="0"/>
                    <a:pt x="0" y="2554"/>
                    <a:pt x="0" y="6384"/>
                  </a:cubicBezTo>
                  <a:cubicBezTo>
                    <a:pt x="0" y="10214"/>
                    <a:pt x="2556" y="12768"/>
                    <a:pt x="6390" y="12768"/>
                  </a:cubicBezTo>
                  <a:lnTo>
                    <a:pt x="86903" y="12768"/>
                  </a:lnTo>
                  <a:cubicBezTo>
                    <a:pt x="90738" y="12768"/>
                    <a:pt x="93293" y="10214"/>
                    <a:pt x="93293" y="6384"/>
                  </a:cubicBezTo>
                  <a:cubicBezTo>
                    <a:pt x="93293" y="2554"/>
                    <a:pt x="90098" y="0"/>
                    <a:pt x="86903" y="0"/>
                  </a:cubicBezTo>
                  <a:close/>
                </a:path>
              </a:pathLst>
            </a:custGeom>
            <a:solidFill>
              <a:srgbClr val="00ABAB"/>
            </a:solidFill>
            <a:ln w="6390" cap="flat">
              <a:noFill/>
              <a:prstDash val="solid"/>
              <a:miter/>
            </a:ln>
          </p:spPr>
          <p:txBody>
            <a:bodyPr rtlCol="0" anchor="ctr"/>
            <a:lstStyle/>
            <a:p>
              <a:endParaRPr lang="en-US"/>
            </a:p>
          </p:txBody>
        </p:sp>
        <p:sp>
          <p:nvSpPr>
            <p:cNvPr id="1317" name="Graphic 1100">
              <a:extLst>
                <a:ext uri="{FF2B5EF4-FFF2-40B4-BE49-F238E27FC236}">
                  <a16:creationId xmlns:a16="http://schemas.microsoft.com/office/drawing/2014/main" id="{1E9DA6DD-ABEC-0849-B1E0-4FE02FBE2FF4}"/>
                </a:ext>
              </a:extLst>
            </p:cNvPr>
            <p:cNvSpPr/>
            <p:nvPr/>
          </p:nvSpPr>
          <p:spPr>
            <a:xfrm>
              <a:off x="9024507" y="1482048"/>
              <a:ext cx="117814" cy="117465"/>
            </a:xfrm>
            <a:custGeom>
              <a:avLst/>
              <a:gdLst>
                <a:gd name="connsiteX0" fmla="*/ 74763 w 117814"/>
                <a:gd name="connsiteY0" fmla="*/ 107251 h 117465"/>
                <a:gd name="connsiteX1" fmla="*/ 77958 w 117814"/>
                <a:gd name="connsiteY1" fmla="*/ 109166 h 117465"/>
                <a:gd name="connsiteX2" fmla="*/ 109907 w 117814"/>
                <a:gd name="connsiteY2" fmla="*/ 117465 h 117465"/>
                <a:gd name="connsiteX3" fmla="*/ 111185 w 117814"/>
                <a:gd name="connsiteY3" fmla="*/ 117465 h 117465"/>
                <a:gd name="connsiteX4" fmla="*/ 115658 w 117814"/>
                <a:gd name="connsiteY4" fmla="*/ 115550 h 117465"/>
                <a:gd name="connsiteX5" fmla="*/ 117575 w 117814"/>
                <a:gd name="connsiteY5" fmla="*/ 109166 h 117465"/>
                <a:gd name="connsiteX6" fmla="*/ 109268 w 117814"/>
                <a:gd name="connsiteY6" fmla="*/ 77246 h 117465"/>
                <a:gd name="connsiteX7" fmla="*/ 107351 w 117814"/>
                <a:gd name="connsiteY7" fmla="*/ 74054 h 117465"/>
                <a:gd name="connsiteX8" fmla="*/ 35145 w 117814"/>
                <a:gd name="connsiteY8" fmla="*/ 1915 h 117465"/>
                <a:gd name="connsiteX9" fmla="*/ 26199 w 117814"/>
                <a:gd name="connsiteY9" fmla="*/ 1915 h 117465"/>
                <a:gd name="connsiteX10" fmla="*/ 26199 w 117814"/>
                <a:gd name="connsiteY10" fmla="*/ 1915 h 117465"/>
                <a:gd name="connsiteX11" fmla="*/ 1917 w 117814"/>
                <a:gd name="connsiteY11" fmla="*/ 26174 h 117465"/>
                <a:gd name="connsiteX12" fmla="*/ 1917 w 117814"/>
                <a:gd name="connsiteY12" fmla="*/ 35112 h 117465"/>
                <a:gd name="connsiteX13" fmla="*/ 74763 w 117814"/>
                <a:gd name="connsiteY13" fmla="*/ 107251 h 117465"/>
                <a:gd name="connsiteX14" fmla="*/ 31311 w 117814"/>
                <a:gd name="connsiteY14" fmla="*/ 15322 h 117465"/>
                <a:gd name="connsiteX15" fmla="*/ 97766 w 117814"/>
                <a:gd name="connsiteY15" fmla="*/ 81715 h 117465"/>
                <a:gd name="connsiteX16" fmla="*/ 102878 w 117814"/>
                <a:gd name="connsiteY16" fmla="*/ 101505 h 117465"/>
                <a:gd name="connsiteX17" fmla="*/ 82430 w 117814"/>
                <a:gd name="connsiteY17" fmla="*/ 96398 h 117465"/>
                <a:gd name="connsiteX18" fmla="*/ 15975 w 117814"/>
                <a:gd name="connsiteY18" fmla="*/ 30005 h 117465"/>
                <a:gd name="connsiteX19" fmla="*/ 31311 w 117814"/>
                <a:gd name="connsiteY19" fmla="*/ 15322 h 11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7814" h="117465">
                  <a:moveTo>
                    <a:pt x="74763" y="107251"/>
                  </a:moveTo>
                  <a:cubicBezTo>
                    <a:pt x="75401" y="107889"/>
                    <a:pt x="76680" y="108528"/>
                    <a:pt x="77958" y="109166"/>
                  </a:cubicBezTo>
                  <a:lnTo>
                    <a:pt x="109907" y="117465"/>
                  </a:lnTo>
                  <a:cubicBezTo>
                    <a:pt x="110546" y="117465"/>
                    <a:pt x="111185" y="117465"/>
                    <a:pt x="111185" y="117465"/>
                  </a:cubicBezTo>
                  <a:cubicBezTo>
                    <a:pt x="113102" y="117465"/>
                    <a:pt x="114380" y="116827"/>
                    <a:pt x="115658" y="115550"/>
                  </a:cubicBezTo>
                  <a:cubicBezTo>
                    <a:pt x="117575" y="113635"/>
                    <a:pt x="118214" y="111720"/>
                    <a:pt x="117575" y="109166"/>
                  </a:cubicBezTo>
                  <a:lnTo>
                    <a:pt x="109268" y="77246"/>
                  </a:lnTo>
                  <a:cubicBezTo>
                    <a:pt x="109268" y="75969"/>
                    <a:pt x="108630" y="75331"/>
                    <a:pt x="107351" y="74054"/>
                  </a:cubicBezTo>
                  <a:lnTo>
                    <a:pt x="35145" y="1915"/>
                  </a:lnTo>
                  <a:cubicBezTo>
                    <a:pt x="32589" y="-638"/>
                    <a:pt x="28755" y="-638"/>
                    <a:pt x="26199" y="1915"/>
                  </a:cubicBezTo>
                  <a:cubicBezTo>
                    <a:pt x="26199" y="1915"/>
                    <a:pt x="26199" y="1915"/>
                    <a:pt x="26199" y="1915"/>
                  </a:cubicBezTo>
                  <a:lnTo>
                    <a:pt x="1917" y="26174"/>
                  </a:lnTo>
                  <a:cubicBezTo>
                    <a:pt x="-639" y="28728"/>
                    <a:pt x="-639" y="32558"/>
                    <a:pt x="1917" y="35112"/>
                  </a:cubicBezTo>
                  <a:lnTo>
                    <a:pt x="74763" y="107251"/>
                  </a:lnTo>
                  <a:close/>
                  <a:moveTo>
                    <a:pt x="31311" y="15322"/>
                  </a:moveTo>
                  <a:lnTo>
                    <a:pt x="97766" y="81715"/>
                  </a:lnTo>
                  <a:lnTo>
                    <a:pt x="102878" y="101505"/>
                  </a:lnTo>
                  <a:lnTo>
                    <a:pt x="82430" y="96398"/>
                  </a:lnTo>
                  <a:lnTo>
                    <a:pt x="15975" y="30005"/>
                  </a:lnTo>
                  <a:lnTo>
                    <a:pt x="31311" y="15322"/>
                  </a:lnTo>
                  <a:close/>
                </a:path>
              </a:pathLst>
            </a:custGeom>
            <a:solidFill>
              <a:srgbClr val="00ABAB"/>
            </a:solidFill>
            <a:ln w="6390" cap="flat">
              <a:noFill/>
              <a:prstDash val="solid"/>
              <a:miter/>
            </a:ln>
          </p:spPr>
          <p:txBody>
            <a:bodyPr rtlCol="0" anchor="ctr"/>
            <a:lstStyle/>
            <a:p>
              <a:endParaRPr lang="en-US"/>
            </a:p>
          </p:txBody>
        </p:sp>
      </p:grpSp>
      <p:grpSp>
        <p:nvGrpSpPr>
          <p:cNvPr id="14" name="Group 13">
            <a:extLst>
              <a:ext uri="{FF2B5EF4-FFF2-40B4-BE49-F238E27FC236}">
                <a16:creationId xmlns:a16="http://schemas.microsoft.com/office/drawing/2014/main" id="{033C80E9-ED6E-5646-8755-E20B7836B0CE}"/>
              </a:ext>
            </a:extLst>
          </p:cNvPr>
          <p:cNvGrpSpPr/>
          <p:nvPr/>
        </p:nvGrpSpPr>
        <p:grpSpPr>
          <a:xfrm>
            <a:off x="9887788" y="4797250"/>
            <a:ext cx="361674" cy="361971"/>
            <a:chOff x="9887788" y="4797250"/>
            <a:chExt cx="361674" cy="361971"/>
          </a:xfrm>
        </p:grpSpPr>
        <p:sp>
          <p:nvSpPr>
            <p:cNvPr id="1318" name="Graphic 1100">
              <a:extLst>
                <a:ext uri="{FF2B5EF4-FFF2-40B4-BE49-F238E27FC236}">
                  <a16:creationId xmlns:a16="http://schemas.microsoft.com/office/drawing/2014/main" id="{6E2B518D-2C5A-F742-962A-63960C01D41E}"/>
                </a:ext>
              </a:extLst>
            </p:cNvPr>
            <p:cNvSpPr/>
            <p:nvPr/>
          </p:nvSpPr>
          <p:spPr>
            <a:xfrm>
              <a:off x="9887788" y="4797250"/>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8565 h 361971"/>
                <a:gd name="connsiteX8" fmla="*/ 12780 w 361674"/>
                <a:gd name="connsiteY8" fmla="*/ 180667 h 361971"/>
                <a:gd name="connsiteX9" fmla="*/ 180835 w 361674"/>
                <a:gd name="connsiteY9" fmla="*/ 12129 h 361971"/>
                <a:gd name="connsiteX10" fmla="*/ 348890 w 361674"/>
                <a:gd name="connsiteY10" fmla="*/ 180028 h 361971"/>
                <a:gd name="connsiteX11" fmla="*/ 348890 w 361674"/>
                <a:gd name="connsiteY11" fmla="*/ 180028 h 361971"/>
                <a:gd name="connsiteX12" fmla="*/ 180835 w 361674"/>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2309" y="80438"/>
                    <a:pt x="281157" y="0"/>
                    <a:pt x="180835" y="0"/>
                  </a:cubicBezTo>
                  <a:cubicBezTo>
                    <a:pt x="180835" y="0"/>
                    <a:pt x="180835" y="0"/>
                    <a:pt x="180835" y="0"/>
                  </a:cubicBezTo>
                  <a:close/>
                  <a:moveTo>
                    <a:pt x="180835" y="348565"/>
                  </a:moveTo>
                  <a:cubicBezTo>
                    <a:pt x="87542" y="348565"/>
                    <a:pt x="12780" y="273234"/>
                    <a:pt x="12780" y="180667"/>
                  </a:cubicBezTo>
                  <a:cubicBezTo>
                    <a:pt x="12780" y="87461"/>
                    <a:pt x="88181" y="12129"/>
                    <a:pt x="180835" y="12129"/>
                  </a:cubicBezTo>
                  <a:cubicBezTo>
                    <a:pt x="274128" y="12129"/>
                    <a:pt x="348890" y="87461"/>
                    <a:pt x="348890" y="180028"/>
                  </a:cubicBezTo>
                  <a:lnTo>
                    <a:pt x="348890" y="180028"/>
                  </a:lnTo>
                  <a:cubicBezTo>
                    <a:pt x="349529" y="273234"/>
                    <a:pt x="274128" y="348565"/>
                    <a:pt x="180835" y="348565"/>
                  </a:cubicBezTo>
                  <a:close/>
                </a:path>
              </a:pathLst>
            </a:custGeom>
            <a:solidFill>
              <a:srgbClr val="00ABAB"/>
            </a:solidFill>
            <a:ln w="6390" cap="flat">
              <a:noFill/>
              <a:prstDash val="solid"/>
              <a:miter/>
            </a:ln>
          </p:spPr>
          <p:txBody>
            <a:bodyPr rtlCol="0" anchor="ctr"/>
            <a:lstStyle/>
            <a:p>
              <a:endParaRPr lang="en-US"/>
            </a:p>
          </p:txBody>
        </p:sp>
        <p:sp>
          <p:nvSpPr>
            <p:cNvPr id="1319" name="Graphic 1100">
              <a:extLst>
                <a:ext uri="{FF2B5EF4-FFF2-40B4-BE49-F238E27FC236}">
                  <a16:creationId xmlns:a16="http://schemas.microsoft.com/office/drawing/2014/main" id="{41F0ACFF-8497-2F44-AED7-41F2AACBBCE5}"/>
                </a:ext>
              </a:extLst>
            </p:cNvPr>
            <p:cNvSpPr/>
            <p:nvPr/>
          </p:nvSpPr>
          <p:spPr>
            <a:xfrm>
              <a:off x="9968301" y="4877688"/>
              <a:ext cx="200644" cy="200457"/>
            </a:xfrm>
            <a:custGeom>
              <a:avLst/>
              <a:gdLst>
                <a:gd name="connsiteX0" fmla="*/ 194254 w 200644"/>
                <a:gd name="connsiteY0" fmla="*/ 101505 h 200457"/>
                <a:gd name="connsiteX1" fmla="*/ 187864 w 200644"/>
                <a:gd name="connsiteY1" fmla="*/ 107889 h 200457"/>
                <a:gd name="connsiteX2" fmla="*/ 187864 w 200644"/>
                <a:gd name="connsiteY2" fmla="*/ 187689 h 200457"/>
                <a:gd name="connsiteX3" fmla="*/ 12780 w 200644"/>
                <a:gd name="connsiteY3" fmla="*/ 187689 h 200457"/>
                <a:gd name="connsiteX4" fmla="*/ 12780 w 200644"/>
                <a:gd name="connsiteY4" fmla="*/ 12768 h 200457"/>
                <a:gd name="connsiteX5" fmla="*/ 92654 w 200644"/>
                <a:gd name="connsiteY5" fmla="*/ 12768 h 200457"/>
                <a:gd name="connsiteX6" fmla="*/ 99044 w 200644"/>
                <a:gd name="connsiteY6" fmla="*/ 6384 h 200457"/>
                <a:gd name="connsiteX7" fmla="*/ 92654 w 200644"/>
                <a:gd name="connsiteY7" fmla="*/ 0 h 200457"/>
                <a:gd name="connsiteX8" fmla="*/ 6390 w 200644"/>
                <a:gd name="connsiteY8" fmla="*/ 0 h 200457"/>
                <a:gd name="connsiteX9" fmla="*/ 0 w 200644"/>
                <a:gd name="connsiteY9" fmla="*/ 6384 h 200457"/>
                <a:gd name="connsiteX10" fmla="*/ 0 w 200644"/>
                <a:gd name="connsiteY10" fmla="*/ 194073 h 200457"/>
                <a:gd name="connsiteX11" fmla="*/ 6390 w 200644"/>
                <a:gd name="connsiteY11" fmla="*/ 200457 h 200457"/>
                <a:gd name="connsiteX12" fmla="*/ 194254 w 200644"/>
                <a:gd name="connsiteY12" fmla="*/ 200457 h 200457"/>
                <a:gd name="connsiteX13" fmla="*/ 200644 w 200644"/>
                <a:gd name="connsiteY13" fmla="*/ 194073 h 200457"/>
                <a:gd name="connsiteX14" fmla="*/ 200644 w 200644"/>
                <a:gd name="connsiteY14" fmla="*/ 107889 h 200457"/>
                <a:gd name="connsiteX15" fmla="*/ 194254 w 200644"/>
                <a:gd name="connsiteY15" fmla="*/ 101505 h 200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0644" h="200457">
                  <a:moveTo>
                    <a:pt x="194254" y="101505"/>
                  </a:moveTo>
                  <a:cubicBezTo>
                    <a:pt x="190420" y="101505"/>
                    <a:pt x="187864" y="104059"/>
                    <a:pt x="187864" y="107889"/>
                  </a:cubicBezTo>
                  <a:lnTo>
                    <a:pt x="187864" y="187689"/>
                  </a:lnTo>
                  <a:lnTo>
                    <a:pt x="12780" y="187689"/>
                  </a:lnTo>
                  <a:lnTo>
                    <a:pt x="12780" y="12768"/>
                  </a:lnTo>
                  <a:lnTo>
                    <a:pt x="92654" y="12768"/>
                  </a:lnTo>
                  <a:cubicBezTo>
                    <a:pt x="96488" y="12768"/>
                    <a:pt x="99044" y="10215"/>
                    <a:pt x="99044" y="6384"/>
                  </a:cubicBezTo>
                  <a:cubicBezTo>
                    <a:pt x="99044" y="2554"/>
                    <a:pt x="96488" y="0"/>
                    <a:pt x="92654" y="0"/>
                  </a:cubicBezTo>
                  <a:lnTo>
                    <a:pt x="6390" y="0"/>
                  </a:lnTo>
                  <a:cubicBezTo>
                    <a:pt x="2556" y="0"/>
                    <a:pt x="0" y="2554"/>
                    <a:pt x="0" y="6384"/>
                  </a:cubicBezTo>
                  <a:lnTo>
                    <a:pt x="0" y="194073"/>
                  </a:lnTo>
                  <a:cubicBezTo>
                    <a:pt x="0" y="197903"/>
                    <a:pt x="2556" y="200457"/>
                    <a:pt x="6390" y="200457"/>
                  </a:cubicBezTo>
                  <a:lnTo>
                    <a:pt x="194254" y="200457"/>
                  </a:lnTo>
                  <a:cubicBezTo>
                    <a:pt x="198088" y="200457"/>
                    <a:pt x="200644" y="197903"/>
                    <a:pt x="200644" y="194073"/>
                  </a:cubicBezTo>
                  <a:lnTo>
                    <a:pt x="200644" y="107889"/>
                  </a:lnTo>
                  <a:cubicBezTo>
                    <a:pt x="200644" y="104697"/>
                    <a:pt x="198088" y="101505"/>
                    <a:pt x="194254" y="101505"/>
                  </a:cubicBezTo>
                  <a:close/>
                </a:path>
              </a:pathLst>
            </a:custGeom>
            <a:solidFill>
              <a:srgbClr val="00ABAB"/>
            </a:solidFill>
            <a:ln w="6390" cap="flat">
              <a:noFill/>
              <a:prstDash val="solid"/>
              <a:miter/>
            </a:ln>
          </p:spPr>
          <p:txBody>
            <a:bodyPr rtlCol="0" anchor="ctr"/>
            <a:lstStyle/>
            <a:p>
              <a:endParaRPr lang="en-US"/>
            </a:p>
          </p:txBody>
        </p:sp>
        <p:sp>
          <p:nvSpPr>
            <p:cNvPr id="1320" name="Graphic 1100">
              <a:extLst>
                <a:ext uri="{FF2B5EF4-FFF2-40B4-BE49-F238E27FC236}">
                  <a16:creationId xmlns:a16="http://schemas.microsoft.com/office/drawing/2014/main" id="{7E89FC76-E6BF-514B-95E0-C538AFC74257}"/>
                </a:ext>
              </a:extLst>
            </p:cNvPr>
            <p:cNvSpPr/>
            <p:nvPr/>
          </p:nvSpPr>
          <p:spPr>
            <a:xfrm>
              <a:off x="10062233" y="4877688"/>
              <a:ext cx="106712" cy="106612"/>
            </a:xfrm>
            <a:custGeom>
              <a:avLst/>
              <a:gdLst>
                <a:gd name="connsiteX0" fmla="*/ 102878 w 106712"/>
                <a:gd name="connsiteY0" fmla="*/ 639 h 106612"/>
                <a:gd name="connsiteX1" fmla="*/ 100322 w 106712"/>
                <a:gd name="connsiteY1" fmla="*/ 0 h 106612"/>
                <a:gd name="connsiteX2" fmla="*/ 37701 w 106712"/>
                <a:gd name="connsiteY2" fmla="*/ 0 h 106612"/>
                <a:gd name="connsiteX3" fmla="*/ 31311 w 106712"/>
                <a:gd name="connsiteY3" fmla="*/ 6384 h 106612"/>
                <a:gd name="connsiteX4" fmla="*/ 37701 w 106712"/>
                <a:gd name="connsiteY4" fmla="*/ 12768 h 106612"/>
                <a:gd name="connsiteX5" fmla="*/ 84986 w 106712"/>
                <a:gd name="connsiteY5" fmla="*/ 12768 h 106612"/>
                <a:gd name="connsiteX6" fmla="*/ 1917 w 106712"/>
                <a:gd name="connsiteY6" fmla="*/ 95760 h 106612"/>
                <a:gd name="connsiteX7" fmla="*/ 1917 w 106712"/>
                <a:gd name="connsiteY7" fmla="*/ 104697 h 106612"/>
                <a:gd name="connsiteX8" fmla="*/ 10863 w 106712"/>
                <a:gd name="connsiteY8" fmla="*/ 104697 h 106612"/>
                <a:gd name="connsiteX9" fmla="*/ 93932 w 106712"/>
                <a:gd name="connsiteY9" fmla="*/ 21706 h 106612"/>
                <a:gd name="connsiteX10" fmla="*/ 93932 w 106712"/>
                <a:gd name="connsiteY10" fmla="*/ 68947 h 106612"/>
                <a:gd name="connsiteX11" fmla="*/ 100322 w 106712"/>
                <a:gd name="connsiteY11" fmla="*/ 75331 h 106612"/>
                <a:gd name="connsiteX12" fmla="*/ 106712 w 106712"/>
                <a:gd name="connsiteY12" fmla="*/ 68947 h 106612"/>
                <a:gd name="connsiteX13" fmla="*/ 106712 w 106712"/>
                <a:gd name="connsiteY13" fmla="*/ 6384 h 106612"/>
                <a:gd name="connsiteX14" fmla="*/ 106073 w 106712"/>
                <a:gd name="connsiteY14" fmla="*/ 3831 h 106612"/>
                <a:gd name="connsiteX15" fmla="*/ 102878 w 106712"/>
                <a:gd name="connsiteY15" fmla="*/ 639 h 106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6712" h="106612">
                  <a:moveTo>
                    <a:pt x="102878" y="639"/>
                  </a:moveTo>
                  <a:cubicBezTo>
                    <a:pt x="102239" y="0"/>
                    <a:pt x="100961" y="0"/>
                    <a:pt x="100322" y="0"/>
                  </a:cubicBezTo>
                  <a:lnTo>
                    <a:pt x="37701" y="0"/>
                  </a:lnTo>
                  <a:cubicBezTo>
                    <a:pt x="33867" y="0"/>
                    <a:pt x="31311" y="2554"/>
                    <a:pt x="31311" y="6384"/>
                  </a:cubicBezTo>
                  <a:cubicBezTo>
                    <a:pt x="31311" y="10215"/>
                    <a:pt x="33867" y="12768"/>
                    <a:pt x="37701" y="12768"/>
                  </a:cubicBezTo>
                  <a:lnTo>
                    <a:pt x="84986" y="12768"/>
                  </a:lnTo>
                  <a:lnTo>
                    <a:pt x="1917" y="95760"/>
                  </a:lnTo>
                  <a:cubicBezTo>
                    <a:pt x="-639" y="98313"/>
                    <a:pt x="-639" y="102144"/>
                    <a:pt x="1917" y="104697"/>
                  </a:cubicBezTo>
                  <a:cubicBezTo>
                    <a:pt x="4473" y="107251"/>
                    <a:pt x="8307" y="107251"/>
                    <a:pt x="10863" y="104697"/>
                  </a:cubicBezTo>
                  <a:lnTo>
                    <a:pt x="93932" y="21706"/>
                  </a:lnTo>
                  <a:lnTo>
                    <a:pt x="93932" y="68947"/>
                  </a:lnTo>
                  <a:cubicBezTo>
                    <a:pt x="93932" y="72778"/>
                    <a:pt x="96488" y="75331"/>
                    <a:pt x="100322" y="75331"/>
                  </a:cubicBezTo>
                  <a:cubicBezTo>
                    <a:pt x="104156" y="75331"/>
                    <a:pt x="106712" y="72778"/>
                    <a:pt x="106712" y="68947"/>
                  </a:cubicBezTo>
                  <a:lnTo>
                    <a:pt x="106712" y="6384"/>
                  </a:lnTo>
                  <a:cubicBezTo>
                    <a:pt x="106712" y="5746"/>
                    <a:pt x="106712" y="4469"/>
                    <a:pt x="106073" y="3831"/>
                  </a:cubicBezTo>
                  <a:cubicBezTo>
                    <a:pt x="105434" y="2554"/>
                    <a:pt x="104795" y="1277"/>
                    <a:pt x="102878" y="639"/>
                  </a:cubicBezTo>
                  <a:close/>
                </a:path>
              </a:pathLst>
            </a:custGeom>
            <a:solidFill>
              <a:srgbClr val="00ABAB"/>
            </a:solidFill>
            <a:ln w="6390" cap="flat">
              <a:noFill/>
              <a:prstDash val="solid"/>
              <a:miter/>
            </a:ln>
          </p:spPr>
          <p:txBody>
            <a:bodyPr rtlCol="0" anchor="ctr"/>
            <a:lstStyle/>
            <a:p>
              <a:endParaRPr lang="en-US"/>
            </a:p>
          </p:txBody>
        </p:sp>
      </p:grpSp>
      <p:grpSp>
        <p:nvGrpSpPr>
          <p:cNvPr id="1321" name="Graphic 1100">
            <a:extLst>
              <a:ext uri="{FF2B5EF4-FFF2-40B4-BE49-F238E27FC236}">
                <a16:creationId xmlns:a16="http://schemas.microsoft.com/office/drawing/2014/main" id="{31F41C4C-F464-0644-819C-D95083DE1AB0}"/>
              </a:ext>
            </a:extLst>
          </p:cNvPr>
          <p:cNvGrpSpPr/>
          <p:nvPr/>
        </p:nvGrpSpPr>
        <p:grpSpPr>
          <a:xfrm>
            <a:off x="5708769" y="2375167"/>
            <a:ext cx="362312" cy="361971"/>
            <a:chOff x="5708769" y="2375167"/>
            <a:chExt cx="362312" cy="361971"/>
          </a:xfrm>
          <a:solidFill>
            <a:srgbClr val="00ABAB"/>
          </a:solidFill>
        </p:grpSpPr>
        <p:sp>
          <p:nvSpPr>
            <p:cNvPr id="1322" name="Graphic 1100">
              <a:extLst>
                <a:ext uri="{FF2B5EF4-FFF2-40B4-BE49-F238E27FC236}">
                  <a16:creationId xmlns:a16="http://schemas.microsoft.com/office/drawing/2014/main" id="{F4349443-40F6-1541-83EB-2D153D1EEAE7}"/>
                </a:ext>
              </a:extLst>
            </p:cNvPr>
            <p:cNvSpPr/>
            <p:nvPr/>
          </p:nvSpPr>
          <p:spPr>
            <a:xfrm>
              <a:off x="5708769" y="2375167"/>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1323" name="Graphic 1100">
              <a:extLst>
                <a:ext uri="{FF2B5EF4-FFF2-40B4-BE49-F238E27FC236}">
                  <a16:creationId xmlns:a16="http://schemas.microsoft.com/office/drawing/2014/main" id="{385A1853-9FD0-644B-9327-532B92EE7A56}"/>
                </a:ext>
              </a:extLst>
            </p:cNvPr>
            <p:cNvSpPr/>
            <p:nvPr/>
          </p:nvSpPr>
          <p:spPr>
            <a:xfrm>
              <a:off x="5810369" y="2447306"/>
              <a:ext cx="159748" cy="218332"/>
            </a:xfrm>
            <a:custGeom>
              <a:avLst/>
              <a:gdLst>
                <a:gd name="connsiteX0" fmla="*/ 157832 w 159748"/>
                <a:gd name="connsiteY0" fmla="*/ 52987 h 218332"/>
                <a:gd name="connsiteX1" fmla="*/ 106712 w 159748"/>
                <a:gd name="connsiteY1" fmla="*/ 1915 h 218332"/>
                <a:gd name="connsiteX2" fmla="*/ 104795 w 159748"/>
                <a:gd name="connsiteY2" fmla="*/ 638 h 218332"/>
                <a:gd name="connsiteX3" fmla="*/ 102239 w 159748"/>
                <a:gd name="connsiteY3" fmla="*/ 0 h 218332"/>
                <a:gd name="connsiteX4" fmla="*/ 6390 w 159748"/>
                <a:gd name="connsiteY4" fmla="*/ 0 h 218332"/>
                <a:gd name="connsiteX5" fmla="*/ 0 w 159748"/>
                <a:gd name="connsiteY5" fmla="*/ 6384 h 218332"/>
                <a:gd name="connsiteX6" fmla="*/ 0 w 159748"/>
                <a:gd name="connsiteY6" fmla="*/ 211948 h 218332"/>
                <a:gd name="connsiteX7" fmla="*/ 6390 w 159748"/>
                <a:gd name="connsiteY7" fmla="*/ 218332 h 218332"/>
                <a:gd name="connsiteX8" fmla="*/ 153358 w 159748"/>
                <a:gd name="connsiteY8" fmla="*/ 218332 h 218332"/>
                <a:gd name="connsiteX9" fmla="*/ 159748 w 159748"/>
                <a:gd name="connsiteY9" fmla="*/ 211948 h 218332"/>
                <a:gd name="connsiteX10" fmla="*/ 159748 w 159748"/>
                <a:gd name="connsiteY10" fmla="*/ 57456 h 218332"/>
                <a:gd name="connsiteX11" fmla="*/ 159110 w 159748"/>
                <a:gd name="connsiteY11" fmla="*/ 54902 h 218332"/>
                <a:gd name="connsiteX12" fmla="*/ 157832 w 159748"/>
                <a:gd name="connsiteY12" fmla="*/ 52987 h 218332"/>
                <a:gd name="connsiteX13" fmla="*/ 108629 w 159748"/>
                <a:gd name="connsiteY13" fmla="*/ 21067 h 218332"/>
                <a:gd name="connsiteX14" fmla="*/ 138023 w 159748"/>
                <a:gd name="connsiteY14" fmla="*/ 50433 h 218332"/>
                <a:gd name="connsiteX15" fmla="*/ 108629 w 159748"/>
                <a:gd name="connsiteY15" fmla="*/ 50433 h 218332"/>
                <a:gd name="connsiteX16" fmla="*/ 108629 w 159748"/>
                <a:gd name="connsiteY16" fmla="*/ 21067 h 218332"/>
                <a:gd name="connsiteX17" fmla="*/ 12780 w 159748"/>
                <a:gd name="connsiteY17" fmla="*/ 204926 h 218332"/>
                <a:gd name="connsiteX18" fmla="*/ 12780 w 159748"/>
                <a:gd name="connsiteY18" fmla="*/ 12130 h 218332"/>
                <a:gd name="connsiteX19" fmla="*/ 95849 w 159748"/>
                <a:gd name="connsiteY19" fmla="*/ 12130 h 218332"/>
                <a:gd name="connsiteX20" fmla="*/ 95849 w 159748"/>
                <a:gd name="connsiteY20" fmla="*/ 56817 h 218332"/>
                <a:gd name="connsiteX21" fmla="*/ 102239 w 159748"/>
                <a:gd name="connsiteY21" fmla="*/ 63201 h 218332"/>
                <a:gd name="connsiteX22" fmla="*/ 146969 w 159748"/>
                <a:gd name="connsiteY22" fmla="*/ 63201 h 218332"/>
                <a:gd name="connsiteX23" fmla="*/ 146969 w 159748"/>
                <a:gd name="connsiteY23" fmla="*/ 204926 h 218332"/>
                <a:gd name="connsiteX24" fmla="*/ 12780 w 159748"/>
                <a:gd name="connsiteY24" fmla="*/ 204926 h 21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9748" h="218332">
                  <a:moveTo>
                    <a:pt x="157832" y="52987"/>
                  </a:moveTo>
                  <a:lnTo>
                    <a:pt x="106712" y="1915"/>
                  </a:lnTo>
                  <a:cubicBezTo>
                    <a:pt x="106073" y="1277"/>
                    <a:pt x="105434" y="638"/>
                    <a:pt x="104795" y="638"/>
                  </a:cubicBezTo>
                  <a:cubicBezTo>
                    <a:pt x="104156" y="638"/>
                    <a:pt x="103517" y="0"/>
                    <a:pt x="102239" y="0"/>
                  </a:cubicBezTo>
                  <a:lnTo>
                    <a:pt x="6390" y="0"/>
                  </a:lnTo>
                  <a:cubicBezTo>
                    <a:pt x="2556" y="0"/>
                    <a:pt x="0" y="2554"/>
                    <a:pt x="0" y="6384"/>
                  </a:cubicBezTo>
                  <a:lnTo>
                    <a:pt x="0" y="211948"/>
                  </a:lnTo>
                  <a:cubicBezTo>
                    <a:pt x="0" y="215779"/>
                    <a:pt x="2556" y="218332"/>
                    <a:pt x="6390" y="218332"/>
                  </a:cubicBezTo>
                  <a:lnTo>
                    <a:pt x="153358" y="218332"/>
                  </a:lnTo>
                  <a:cubicBezTo>
                    <a:pt x="157193" y="218332"/>
                    <a:pt x="159748" y="215779"/>
                    <a:pt x="159748" y="211948"/>
                  </a:cubicBezTo>
                  <a:lnTo>
                    <a:pt x="159748" y="57456"/>
                  </a:lnTo>
                  <a:cubicBezTo>
                    <a:pt x="159748" y="56817"/>
                    <a:pt x="159748" y="55541"/>
                    <a:pt x="159110" y="54902"/>
                  </a:cubicBezTo>
                  <a:cubicBezTo>
                    <a:pt x="159110" y="54264"/>
                    <a:pt x="158470" y="53625"/>
                    <a:pt x="157832" y="52987"/>
                  </a:cubicBezTo>
                  <a:close/>
                  <a:moveTo>
                    <a:pt x="108629" y="21067"/>
                  </a:moveTo>
                  <a:lnTo>
                    <a:pt x="138023" y="50433"/>
                  </a:lnTo>
                  <a:lnTo>
                    <a:pt x="108629" y="50433"/>
                  </a:lnTo>
                  <a:lnTo>
                    <a:pt x="108629" y="21067"/>
                  </a:lnTo>
                  <a:close/>
                  <a:moveTo>
                    <a:pt x="12780" y="204926"/>
                  </a:moveTo>
                  <a:lnTo>
                    <a:pt x="12780" y="12130"/>
                  </a:lnTo>
                  <a:lnTo>
                    <a:pt x="95849" y="12130"/>
                  </a:lnTo>
                  <a:lnTo>
                    <a:pt x="95849" y="56817"/>
                  </a:lnTo>
                  <a:cubicBezTo>
                    <a:pt x="95849" y="60648"/>
                    <a:pt x="98405" y="63201"/>
                    <a:pt x="102239" y="63201"/>
                  </a:cubicBezTo>
                  <a:lnTo>
                    <a:pt x="146969" y="63201"/>
                  </a:lnTo>
                  <a:lnTo>
                    <a:pt x="146969" y="204926"/>
                  </a:lnTo>
                  <a:lnTo>
                    <a:pt x="12780" y="204926"/>
                  </a:lnTo>
                  <a:close/>
                </a:path>
              </a:pathLst>
            </a:custGeom>
            <a:solidFill>
              <a:srgbClr val="00ABAB"/>
            </a:solidFill>
            <a:ln w="6390" cap="flat">
              <a:noFill/>
              <a:prstDash val="solid"/>
              <a:miter/>
            </a:ln>
          </p:spPr>
          <p:txBody>
            <a:bodyPr rtlCol="0" anchor="ctr"/>
            <a:lstStyle/>
            <a:p>
              <a:endParaRPr lang="en-US"/>
            </a:p>
          </p:txBody>
        </p:sp>
        <p:sp>
          <p:nvSpPr>
            <p:cNvPr id="1324" name="Graphic 1100">
              <a:extLst>
                <a:ext uri="{FF2B5EF4-FFF2-40B4-BE49-F238E27FC236}">
                  <a16:creationId xmlns:a16="http://schemas.microsoft.com/office/drawing/2014/main" id="{A7B74567-455C-604A-9CC8-23E9F03BEE69}"/>
                </a:ext>
              </a:extLst>
            </p:cNvPr>
            <p:cNvSpPr/>
            <p:nvPr/>
          </p:nvSpPr>
          <p:spPr>
            <a:xfrm>
              <a:off x="5839413" y="2535405"/>
              <a:ext cx="101310" cy="100577"/>
            </a:xfrm>
            <a:custGeom>
              <a:avLst/>
              <a:gdLst>
                <a:gd name="connsiteX0" fmla="*/ 101311 w 101310"/>
                <a:gd name="connsiteY0" fmla="*/ 4469 h 100577"/>
                <a:gd name="connsiteX1" fmla="*/ 101311 w 101310"/>
                <a:gd name="connsiteY1" fmla="*/ 4469 h 100577"/>
                <a:gd name="connsiteX2" fmla="*/ 100671 w 101310"/>
                <a:gd name="connsiteY2" fmla="*/ 2554 h 100577"/>
                <a:gd name="connsiteX3" fmla="*/ 100033 w 101310"/>
                <a:gd name="connsiteY3" fmla="*/ 1915 h 100577"/>
                <a:gd name="connsiteX4" fmla="*/ 98755 w 101310"/>
                <a:gd name="connsiteY4" fmla="*/ 1277 h 100577"/>
                <a:gd name="connsiteX5" fmla="*/ 97476 w 101310"/>
                <a:gd name="connsiteY5" fmla="*/ 638 h 100577"/>
                <a:gd name="connsiteX6" fmla="*/ 96199 w 101310"/>
                <a:gd name="connsiteY6" fmla="*/ 0 h 100577"/>
                <a:gd name="connsiteX7" fmla="*/ 94921 w 101310"/>
                <a:gd name="connsiteY7" fmla="*/ 0 h 100577"/>
                <a:gd name="connsiteX8" fmla="*/ 94282 w 101310"/>
                <a:gd name="connsiteY8" fmla="*/ 0 h 100577"/>
                <a:gd name="connsiteX9" fmla="*/ 93643 w 101310"/>
                <a:gd name="connsiteY9" fmla="*/ 0 h 100577"/>
                <a:gd name="connsiteX10" fmla="*/ 93004 w 101310"/>
                <a:gd name="connsiteY10" fmla="*/ 0 h 100577"/>
                <a:gd name="connsiteX11" fmla="*/ 34216 w 101310"/>
                <a:gd name="connsiteY11" fmla="*/ 14683 h 100577"/>
                <a:gd name="connsiteX12" fmla="*/ 33577 w 101310"/>
                <a:gd name="connsiteY12" fmla="*/ 14683 h 100577"/>
                <a:gd name="connsiteX13" fmla="*/ 32299 w 101310"/>
                <a:gd name="connsiteY13" fmla="*/ 15322 h 100577"/>
                <a:gd name="connsiteX14" fmla="*/ 31021 w 101310"/>
                <a:gd name="connsiteY14" fmla="*/ 15960 h 100577"/>
                <a:gd name="connsiteX15" fmla="*/ 30382 w 101310"/>
                <a:gd name="connsiteY15" fmla="*/ 16598 h 100577"/>
                <a:gd name="connsiteX16" fmla="*/ 29743 w 101310"/>
                <a:gd name="connsiteY16" fmla="*/ 17875 h 100577"/>
                <a:gd name="connsiteX17" fmla="*/ 29104 w 101310"/>
                <a:gd name="connsiteY17" fmla="*/ 19152 h 100577"/>
                <a:gd name="connsiteX18" fmla="*/ 29104 w 101310"/>
                <a:gd name="connsiteY18" fmla="*/ 20429 h 100577"/>
                <a:gd name="connsiteX19" fmla="*/ 29104 w 101310"/>
                <a:gd name="connsiteY19" fmla="*/ 21067 h 100577"/>
                <a:gd name="connsiteX20" fmla="*/ 29104 w 101310"/>
                <a:gd name="connsiteY20" fmla="*/ 60648 h 100577"/>
                <a:gd name="connsiteX21" fmla="*/ 1627 w 101310"/>
                <a:gd name="connsiteY21" fmla="*/ 71501 h 100577"/>
                <a:gd name="connsiteX22" fmla="*/ 12490 w 101310"/>
                <a:gd name="connsiteY22" fmla="*/ 98952 h 100577"/>
                <a:gd name="connsiteX23" fmla="*/ 39967 w 101310"/>
                <a:gd name="connsiteY23" fmla="*/ 88099 h 100577"/>
                <a:gd name="connsiteX24" fmla="*/ 41884 w 101310"/>
                <a:gd name="connsiteY24" fmla="*/ 79800 h 100577"/>
                <a:gd name="connsiteX25" fmla="*/ 41884 w 101310"/>
                <a:gd name="connsiteY25" fmla="*/ 26174 h 100577"/>
                <a:gd name="connsiteX26" fmla="*/ 87892 w 101310"/>
                <a:gd name="connsiteY26" fmla="*/ 14683 h 100577"/>
                <a:gd name="connsiteX27" fmla="*/ 87892 w 101310"/>
                <a:gd name="connsiteY27" fmla="*/ 52987 h 100577"/>
                <a:gd name="connsiteX28" fmla="*/ 60415 w 101310"/>
                <a:gd name="connsiteY28" fmla="*/ 63840 h 100577"/>
                <a:gd name="connsiteX29" fmla="*/ 71278 w 101310"/>
                <a:gd name="connsiteY29" fmla="*/ 91291 h 100577"/>
                <a:gd name="connsiteX30" fmla="*/ 98755 w 101310"/>
                <a:gd name="connsiteY30" fmla="*/ 80438 h 100577"/>
                <a:gd name="connsiteX31" fmla="*/ 100671 w 101310"/>
                <a:gd name="connsiteY31" fmla="*/ 72139 h 100577"/>
                <a:gd name="connsiteX32" fmla="*/ 100671 w 101310"/>
                <a:gd name="connsiteY32" fmla="*/ 6384 h 100577"/>
                <a:gd name="connsiteX33" fmla="*/ 100671 w 101310"/>
                <a:gd name="connsiteY33" fmla="*/ 5746 h 100577"/>
                <a:gd name="connsiteX34" fmla="*/ 101311 w 101310"/>
                <a:gd name="connsiteY34" fmla="*/ 4469 h 100577"/>
                <a:gd name="connsiteX35" fmla="*/ 21436 w 101310"/>
                <a:gd name="connsiteY35" fmla="*/ 87461 h 100577"/>
                <a:gd name="connsiteX36" fmla="*/ 13130 w 101310"/>
                <a:gd name="connsiteY36" fmla="*/ 79161 h 100577"/>
                <a:gd name="connsiteX37" fmla="*/ 21436 w 101310"/>
                <a:gd name="connsiteY37" fmla="*/ 70862 h 100577"/>
                <a:gd name="connsiteX38" fmla="*/ 29743 w 101310"/>
                <a:gd name="connsiteY38" fmla="*/ 79161 h 100577"/>
                <a:gd name="connsiteX39" fmla="*/ 29743 w 101310"/>
                <a:gd name="connsiteY39" fmla="*/ 79161 h 100577"/>
                <a:gd name="connsiteX40" fmla="*/ 21436 w 101310"/>
                <a:gd name="connsiteY40" fmla="*/ 87461 h 100577"/>
                <a:gd name="connsiteX41" fmla="*/ 21436 w 101310"/>
                <a:gd name="connsiteY41" fmla="*/ 87461 h 100577"/>
                <a:gd name="connsiteX42" fmla="*/ 21436 w 101310"/>
                <a:gd name="connsiteY42" fmla="*/ 87461 h 100577"/>
                <a:gd name="connsiteX43" fmla="*/ 80224 w 101310"/>
                <a:gd name="connsiteY43" fmla="*/ 80438 h 100577"/>
                <a:gd name="connsiteX44" fmla="*/ 71917 w 101310"/>
                <a:gd name="connsiteY44" fmla="*/ 72139 h 100577"/>
                <a:gd name="connsiteX45" fmla="*/ 80224 w 101310"/>
                <a:gd name="connsiteY45" fmla="*/ 63840 h 100577"/>
                <a:gd name="connsiteX46" fmla="*/ 88531 w 101310"/>
                <a:gd name="connsiteY46" fmla="*/ 72139 h 100577"/>
                <a:gd name="connsiteX47" fmla="*/ 88531 w 101310"/>
                <a:gd name="connsiteY47" fmla="*/ 72139 h 100577"/>
                <a:gd name="connsiteX48" fmla="*/ 80224 w 101310"/>
                <a:gd name="connsiteY48" fmla="*/ 80438 h 100577"/>
                <a:gd name="connsiteX49" fmla="*/ 80224 w 101310"/>
                <a:gd name="connsiteY49" fmla="*/ 80438 h 100577"/>
                <a:gd name="connsiteX50" fmla="*/ 80224 w 101310"/>
                <a:gd name="connsiteY50" fmla="*/ 80438 h 100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01310" h="100577">
                  <a:moveTo>
                    <a:pt x="101311" y="4469"/>
                  </a:moveTo>
                  <a:cubicBezTo>
                    <a:pt x="101311" y="4469"/>
                    <a:pt x="101311" y="4469"/>
                    <a:pt x="101311" y="4469"/>
                  </a:cubicBezTo>
                  <a:cubicBezTo>
                    <a:pt x="101311" y="3830"/>
                    <a:pt x="100671" y="3192"/>
                    <a:pt x="100671" y="2554"/>
                  </a:cubicBezTo>
                  <a:cubicBezTo>
                    <a:pt x="100671" y="1915"/>
                    <a:pt x="100033" y="1915"/>
                    <a:pt x="100033" y="1915"/>
                  </a:cubicBezTo>
                  <a:cubicBezTo>
                    <a:pt x="100033" y="1277"/>
                    <a:pt x="99394" y="1277"/>
                    <a:pt x="98755" y="1277"/>
                  </a:cubicBezTo>
                  <a:lnTo>
                    <a:pt x="97476" y="638"/>
                  </a:lnTo>
                  <a:cubicBezTo>
                    <a:pt x="96838" y="638"/>
                    <a:pt x="96838" y="638"/>
                    <a:pt x="96199" y="0"/>
                  </a:cubicBezTo>
                  <a:cubicBezTo>
                    <a:pt x="95560" y="0"/>
                    <a:pt x="95560" y="0"/>
                    <a:pt x="94921" y="0"/>
                  </a:cubicBezTo>
                  <a:lnTo>
                    <a:pt x="94282" y="0"/>
                  </a:lnTo>
                  <a:lnTo>
                    <a:pt x="93643" y="0"/>
                  </a:lnTo>
                  <a:lnTo>
                    <a:pt x="93004" y="0"/>
                  </a:lnTo>
                  <a:lnTo>
                    <a:pt x="34216" y="14683"/>
                  </a:lnTo>
                  <a:lnTo>
                    <a:pt x="33577" y="14683"/>
                  </a:lnTo>
                  <a:cubicBezTo>
                    <a:pt x="32938" y="14683"/>
                    <a:pt x="32938" y="15322"/>
                    <a:pt x="32299" y="15322"/>
                  </a:cubicBezTo>
                  <a:cubicBezTo>
                    <a:pt x="31660" y="15322"/>
                    <a:pt x="31660" y="15960"/>
                    <a:pt x="31021" y="15960"/>
                  </a:cubicBezTo>
                  <a:cubicBezTo>
                    <a:pt x="31021" y="15960"/>
                    <a:pt x="30382" y="16598"/>
                    <a:pt x="30382" y="16598"/>
                  </a:cubicBezTo>
                  <a:cubicBezTo>
                    <a:pt x="30382" y="16598"/>
                    <a:pt x="29743" y="17237"/>
                    <a:pt x="29743" y="17875"/>
                  </a:cubicBezTo>
                  <a:cubicBezTo>
                    <a:pt x="29743" y="18514"/>
                    <a:pt x="29104" y="18514"/>
                    <a:pt x="29104" y="19152"/>
                  </a:cubicBezTo>
                  <a:cubicBezTo>
                    <a:pt x="29104" y="19790"/>
                    <a:pt x="29104" y="19790"/>
                    <a:pt x="29104" y="20429"/>
                  </a:cubicBezTo>
                  <a:cubicBezTo>
                    <a:pt x="29104" y="20429"/>
                    <a:pt x="29104" y="20429"/>
                    <a:pt x="29104" y="21067"/>
                  </a:cubicBezTo>
                  <a:lnTo>
                    <a:pt x="29104" y="60648"/>
                  </a:lnTo>
                  <a:cubicBezTo>
                    <a:pt x="18241" y="56179"/>
                    <a:pt x="6100" y="61286"/>
                    <a:pt x="1627" y="71501"/>
                  </a:cubicBezTo>
                  <a:cubicBezTo>
                    <a:pt x="-2845" y="82353"/>
                    <a:pt x="2267" y="94483"/>
                    <a:pt x="12490" y="98952"/>
                  </a:cubicBezTo>
                  <a:cubicBezTo>
                    <a:pt x="23353" y="103421"/>
                    <a:pt x="35494" y="98313"/>
                    <a:pt x="39967" y="88099"/>
                  </a:cubicBezTo>
                  <a:cubicBezTo>
                    <a:pt x="41245" y="85545"/>
                    <a:pt x="41884" y="82353"/>
                    <a:pt x="41884" y="79800"/>
                  </a:cubicBezTo>
                  <a:lnTo>
                    <a:pt x="41884" y="26174"/>
                  </a:lnTo>
                  <a:lnTo>
                    <a:pt x="87892" y="14683"/>
                  </a:lnTo>
                  <a:lnTo>
                    <a:pt x="87892" y="52987"/>
                  </a:lnTo>
                  <a:cubicBezTo>
                    <a:pt x="77029" y="48518"/>
                    <a:pt x="64888" y="53625"/>
                    <a:pt x="60415" y="63840"/>
                  </a:cubicBezTo>
                  <a:cubicBezTo>
                    <a:pt x="55942" y="74693"/>
                    <a:pt x="61054" y="86822"/>
                    <a:pt x="71278" y="91291"/>
                  </a:cubicBezTo>
                  <a:cubicBezTo>
                    <a:pt x="82141" y="95760"/>
                    <a:pt x="94282" y="90653"/>
                    <a:pt x="98755" y="80438"/>
                  </a:cubicBezTo>
                  <a:cubicBezTo>
                    <a:pt x="100033" y="77885"/>
                    <a:pt x="100671" y="74693"/>
                    <a:pt x="100671" y="72139"/>
                  </a:cubicBezTo>
                  <a:lnTo>
                    <a:pt x="100671" y="6384"/>
                  </a:lnTo>
                  <a:cubicBezTo>
                    <a:pt x="100671" y="6384"/>
                    <a:pt x="100671" y="5746"/>
                    <a:pt x="100671" y="5746"/>
                  </a:cubicBezTo>
                  <a:cubicBezTo>
                    <a:pt x="100671" y="5746"/>
                    <a:pt x="101311" y="4469"/>
                    <a:pt x="101311" y="4469"/>
                  </a:cubicBezTo>
                  <a:close/>
                  <a:moveTo>
                    <a:pt x="21436" y="87461"/>
                  </a:moveTo>
                  <a:cubicBezTo>
                    <a:pt x="16963" y="87461"/>
                    <a:pt x="13130" y="83630"/>
                    <a:pt x="13130" y="79161"/>
                  </a:cubicBezTo>
                  <a:cubicBezTo>
                    <a:pt x="13130" y="74693"/>
                    <a:pt x="16963" y="70862"/>
                    <a:pt x="21436" y="70862"/>
                  </a:cubicBezTo>
                  <a:cubicBezTo>
                    <a:pt x="25909" y="70862"/>
                    <a:pt x="29743" y="74693"/>
                    <a:pt x="29743" y="79161"/>
                  </a:cubicBezTo>
                  <a:lnTo>
                    <a:pt x="29743" y="79161"/>
                  </a:lnTo>
                  <a:cubicBezTo>
                    <a:pt x="29743" y="84269"/>
                    <a:pt x="26548" y="87461"/>
                    <a:pt x="21436" y="87461"/>
                  </a:cubicBezTo>
                  <a:lnTo>
                    <a:pt x="21436" y="87461"/>
                  </a:lnTo>
                  <a:lnTo>
                    <a:pt x="21436" y="87461"/>
                  </a:lnTo>
                  <a:close/>
                  <a:moveTo>
                    <a:pt x="80224" y="80438"/>
                  </a:moveTo>
                  <a:cubicBezTo>
                    <a:pt x="75751" y="80438"/>
                    <a:pt x="71917" y="76608"/>
                    <a:pt x="71917" y="72139"/>
                  </a:cubicBezTo>
                  <a:cubicBezTo>
                    <a:pt x="71917" y="67670"/>
                    <a:pt x="75751" y="63840"/>
                    <a:pt x="80224" y="63840"/>
                  </a:cubicBezTo>
                  <a:cubicBezTo>
                    <a:pt x="84697" y="63840"/>
                    <a:pt x="88531" y="67670"/>
                    <a:pt x="88531" y="72139"/>
                  </a:cubicBezTo>
                  <a:lnTo>
                    <a:pt x="88531" y="72139"/>
                  </a:lnTo>
                  <a:cubicBezTo>
                    <a:pt x="88531" y="76608"/>
                    <a:pt x="85336" y="80438"/>
                    <a:pt x="80224" y="80438"/>
                  </a:cubicBezTo>
                  <a:cubicBezTo>
                    <a:pt x="80224" y="80438"/>
                    <a:pt x="80224" y="80438"/>
                    <a:pt x="80224" y="80438"/>
                  </a:cubicBezTo>
                  <a:lnTo>
                    <a:pt x="80224" y="80438"/>
                  </a:lnTo>
                  <a:close/>
                </a:path>
              </a:pathLst>
            </a:custGeom>
            <a:solidFill>
              <a:srgbClr val="00ABAB"/>
            </a:solidFill>
            <a:ln w="6390" cap="flat">
              <a:noFill/>
              <a:prstDash val="solid"/>
              <a:miter/>
            </a:ln>
          </p:spPr>
          <p:txBody>
            <a:bodyPr rtlCol="0" anchor="ctr"/>
            <a:lstStyle/>
            <a:p>
              <a:endParaRPr lang="en-US"/>
            </a:p>
          </p:txBody>
        </p:sp>
      </p:grpSp>
      <p:grpSp>
        <p:nvGrpSpPr>
          <p:cNvPr id="1325" name="Graphic 1100">
            <a:extLst>
              <a:ext uri="{FF2B5EF4-FFF2-40B4-BE49-F238E27FC236}">
                <a16:creationId xmlns:a16="http://schemas.microsoft.com/office/drawing/2014/main" id="{B16BDD33-7B51-C444-9384-C2071F914EBE}"/>
              </a:ext>
            </a:extLst>
          </p:cNvPr>
          <p:cNvGrpSpPr/>
          <p:nvPr/>
        </p:nvGrpSpPr>
        <p:grpSpPr>
          <a:xfrm>
            <a:off x="5708769" y="3343617"/>
            <a:ext cx="362312" cy="361971"/>
            <a:chOff x="5708769" y="3343617"/>
            <a:chExt cx="362312" cy="361971"/>
          </a:xfrm>
          <a:solidFill>
            <a:srgbClr val="00ABAB"/>
          </a:solidFill>
        </p:grpSpPr>
        <p:sp>
          <p:nvSpPr>
            <p:cNvPr id="1326" name="Graphic 1100">
              <a:extLst>
                <a:ext uri="{FF2B5EF4-FFF2-40B4-BE49-F238E27FC236}">
                  <a16:creationId xmlns:a16="http://schemas.microsoft.com/office/drawing/2014/main" id="{A7DA89F1-F249-6B4B-AC88-BFD50F61B7D0}"/>
                </a:ext>
              </a:extLst>
            </p:cNvPr>
            <p:cNvSpPr/>
            <p:nvPr/>
          </p:nvSpPr>
          <p:spPr>
            <a:xfrm>
              <a:off x="5708769" y="3343617"/>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1327" name="Graphic 1100">
              <a:extLst>
                <a:ext uri="{FF2B5EF4-FFF2-40B4-BE49-F238E27FC236}">
                  <a16:creationId xmlns:a16="http://schemas.microsoft.com/office/drawing/2014/main" id="{42B739E4-A075-EB42-A4B4-A97A69A126BF}"/>
                </a:ext>
              </a:extLst>
            </p:cNvPr>
            <p:cNvSpPr/>
            <p:nvPr/>
          </p:nvSpPr>
          <p:spPr>
            <a:xfrm>
              <a:off x="5810369" y="3415118"/>
              <a:ext cx="159748" cy="218970"/>
            </a:xfrm>
            <a:custGeom>
              <a:avLst/>
              <a:gdLst>
                <a:gd name="connsiteX0" fmla="*/ 157832 w 159748"/>
                <a:gd name="connsiteY0" fmla="*/ 53625 h 218970"/>
                <a:gd name="connsiteX1" fmla="*/ 106712 w 159748"/>
                <a:gd name="connsiteY1" fmla="*/ 1915 h 218970"/>
                <a:gd name="connsiteX2" fmla="*/ 104795 w 159748"/>
                <a:gd name="connsiteY2" fmla="*/ 638 h 218970"/>
                <a:gd name="connsiteX3" fmla="*/ 102239 w 159748"/>
                <a:gd name="connsiteY3" fmla="*/ 0 h 218970"/>
                <a:gd name="connsiteX4" fmla="*/ 6390 w 159748"/>
                <a:gd name="connsiteY4" fmla="*/ 0 h 218970"/>
                <a:gd name="connsiteX5" fmla="*/ 0 w 159748"/>
                <a:gd name="connsiteY5" fmla="*/ 6384 h 218970"/>
                <a:gd name="connsiteX6" fmla="*/ 0 w 159748"/>
                <a:gd name="connsiteY6" fmla="*/ 212587 h 218970"/>
                <a:gd name="connsiteX7" fmla="*/ 6390 w 159748"/>
                <a:gd name="connsiteY7" fmla="*/ 218971 h 218970"/>
                <a:gd name="connsiteX8" fmla="*/ 153358 w 159748"/>
                <a:gd name="connsiteY8" fmla="*/ 218971 h 218970"/>
                <a:gd name="connsiteX9" fmla="*/ 159748 w 159748"/>
                <a:gd name="connsiteY9" fmla="*/ 212587 h 218970"/>
                <a:gd name="connsiteX10" fmla="*/ 159748 w 159748"/>
                <a:gd name="connsiteY10" fmla="*/ 58094 h 218970"/>
                <a:gd name="connsiteX11" fmla="*/ 159110 w 159748"/>
                <a:gd name="connsiteY11" fmla="*/ 55541 h 218970"/>
                <a:gd name="connsiteX12" fmla="*/ 157832 w 159748"/>
                <a:gd name="connsiteY12" fmla="*/ 53625 h 218970"/>
                <a:gd name="connsiteX13" fmla="*/ 108629 w 159748"/>
                <a:gd name="connsiteY13" fmla="*/ 22344 h 218970"/>
                <a:gd name="connsiteX14" fmla="*/ 138023 w 159748"/>
                <a:gd name="connsiteY14" fmla="*/ 51710 h 218970"/>
                <a:gd name="connsiteX15" fmla="*/ 108629 w 159748"/>
                <a:gd name="connsiteY15" fmla="*/ 51710 h 218970"/>
                <a:gd name="connsiteX16" fmla="*/ 108629 w 159748"/>
                <a:gd name="connsiteY16" fmla="*/ 22344 h 218970"/>
                <a:gd name="connsiteX17" fmla="*/ 12780 w 159748"/>
                <a:gd name="connsiteY17" fmla="*/ 206203 h 218970"/>
                <a:gd name="connsiteX18" fmla="*/ 12780 w 159748"/>
                <a:gd name="connsiteY18" fmla="*/ 13406 h 218970"/>
                <a:gd name="connsiteX19" fmla="*/ 95849 w 159748"/>
                <a:gd name="connsiteY19" fmla="*/ 13406 h 218970"/>
                <a:gd name="connsiteX20" fmla="*/ 95849 w 159748"/>
                <a:gd name="connsiteY20" fmla="*/ 58733 h 218970"/>
                <a:gd name="connsiteX21" fmla="*/ 102239 w 159748"/>
                <a:gd name="connsiteY21" fmla="*/ 65117 h 218970"/>
                <a:gd name="connsiteX22" fmla="*/ 146969 w 159748"/>
                <a:gd name="connsiteY22" fmla="*/ 65117 h 218970"/>
                <a:gd name="connsiteX23" fmla="*/ 146969 w 159748"/>
                <a:gd name="connsiteY23" fmla="*/ 206203 h 218970"/>
                <a:gd name="connsiteX24" fmla="*/ 12780 w 159748"/>
                <a:gd name="connsiteY24" fmla="*/ 206203 h 21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9748" h="218970">
                  <a:moveTo>
                    <a:pt x="157832" y="53625"/>
                  </a:moveTo>
                  <a:lnTo>
                    <a:pt x="106712" y="1915"/>
                  </a:lnTo>
                  <a:cubicBezTo>
                    <a:pt x="106073" y="1277"/>
                    <a:pt x="105434" y="638"/>
                    <a:pt x="104795" y="638"/>
                  </a:cubicBezTo>
                  <a:cubicBezTo>
                    <a:pt x="104156" y="0"/>
                    <a:pt x="102878" y="0"/>
                    <a:pt x="102239" y="0"/>
                  </a:cubicBezTo>
                  <a:lnTo>
                    <a:pt x="6390" y="0"/>
                  </a:lnTo>
                  <a:cubicBezTo>
                    <a:pt x="2556" y="0"/>
                    <a:pt x="0" y="2553"/>
                    <a:pt x="0" y="6384"/>
                  </a:cubicBezTo>
                  <a:lnTo>
                    <a:pt x="0" y="212587"/>
                  </a:lnTo>
                  <a:cubicBezTo>
                    <a:pt x="0" y="216417"/>
                    <a:pt x="2556" y="218971"/>
                    <a:pt x="6390" y="218971"/>
                  </a:cubicBezTo>
                  <a:lnTo>
                    <a:pt x="153358" y="218971"/>
                  </a:lnTo>
                  <a:cubicBezTo>
                    <a:pt x="157193" y="218971"/>
                    <a:pt x="159748" y="216417"/>
                    <a:pt x="159748" y="212587"/>
                  </a:cubicBezTo>
                  <a:lnTo>
                    <a:pt x="159748" y="58094"/>
                  </a:lnTo>
                  <a:cubicBezTo>
                    <a:pt x="159748" y="57456"/>
                    <a:pt x="159748" y="56179"/>
                    <a:pt x="159110" y="55541"/>
                  </a:cubicBezTo>
                  <a:cubicBezTo>
                    <a:pt x="159110" y="54902"/>
                    <a:pt x="158470" y="54264"/>
                    <a:pt x="157832" y="53625"/>
                  </a:cubicBezTo>
                  <a:close/>
                  <a:moveTo>
                    <a:pt x="108629" y="22344"/>
                  </a:moveTo>
                  <a:lnTo>
                    <a:pt x="138023" y="51710"/>
                  </a:lnTo>
                  <a:lnTo>
                    <a:pt x="108629" y="51710"/>
                  </a:lnTo>
                  <a:lnTo>
                    <a:pt x="108629" y="22344"/>
                  </a:lnTo>
                  <a:close/>
                  <a:moveTo>
                    <a:pt x="12780" y="206203"/>
                  </a:moveTo>
                  <a:lnTo>
                    <a:pt x="12780" y="13406"/>
                  </a:lnTo>
                  <a:lnTo>
                    <a:pt x="95849" y="13406"/>
                  </a:lnTo>
                  <a:lnTo>
                    <a:pt x="95849" y="58733"/>
                  </a:lnTo>
                  <a:cubicBezTo>
                    <a:pt x="95849" y="62563"/>
                    <a:pt x="98405" y="65117"/>
                    <a:pt x="102239" y="65117"/>
                  </a:cubicBezTo>
                  <a:lnTo>
                    <a:pt x="146969" y="65117"/>
                  </a:lnTo>
                  <a:lnTo>
                    <a:pt x="146969" y="206203"/>
                  </a:lnTo>
                  <a:lnTo>
                    <a:pt x="12780" y="206203"/>
                  </a:lnTo>
                  <a:close/>
                </a:path>
              </a:pathLst>
            </a:custGeom>
            <a:solidFill>
              <a:srgbClr val="00ABAB"/>
            </a:solidFill>
            <a:ln w="6390" cap="flat">
              <a:noFill/>
              <a:prstDash val="solid"/>
              <a:miter/>
            </a:ln>
          </p:spPr>
          <p:txBody>
            <a:bodyPr rtlCol="0" anchor="ctr"/>
            <a:lstStyle/>
            <a:p>
              <a:endParaRPr lang="en-US"/>
            </a:p>
          </p:txBody>
        </p:sp>
        <p:sp>
          <p:nvSpPr>
            <p:cNvPr id="1328" name="Graphic 1100">
              <a:extLst>
                <a:ext uri="{FF2B5EF4-FFF2-40B4-BE49-F238E27FC236}">
                  <a16:creationId xmlns:a16="http://schemas.microsoft.com/office/drawing/2014/main" id="{46991191-D011-064F-863C-1180CA667BB5}"/>
                </a:ext>
              </a:extLst>
            </p:cNvPr>
            <p:cNvSpPr/>
            <p:nvPr/>
          </p:nvSpPr>
          <p:spPr>
            <a:xfrm>
              <a:off x="5860410" y="3505970"/>
              <a:ext cx="60504" cy="85345"/>
            </a:xfrm>
            <a:custGeom>
              <a:avLst/>
              <a:gdLst>
                <a:gd name="connsiteX0" fmla="*/ 57949 w 60504"/>
                <a:gd name="connsiteY0" fmla="*/ 1077 h 85345"/>
                <a:gd name="connsiteX1" fmla="*/ 49003 w 60504"/>
                <a:gd name="connsiteY1" fmla="*/ 2993 h 85345"/>
                <a:gd name="connsiteX2" fmla="*/ 1078 w 60504"/>
                <a:gd name="connsiteY2" fmla="*/ 75132 h 85345"/>
                <a:gd name="connsiteX3" fmla="*/ 2995 w 60504"/>
                <a:gd name="connsiteY3" fmla="*/ 84069 h 85345"/>
                <a:gd name="connsiteX4" fmla="*/ 2995 w 60504"/>
                <a:gd name="connsiteY4" fmla="*/ 84069 h 85345"/>
                <a:gd name="connsiteX5" fmla="*/ 6829 w 60504"/>
                <a:gd name="connsiteY5" fmla="*/ 85346 h 85345"/>
                <a:gd name="connsiteX6" fmla="*/ 11941 w 60504"/>
                <a:gd name="connsiteY6" fmla="*/ 82792 h 85345"/>
                <a:gd name="connsiteX7" fmla="*/ 59866 w 60504"/>
                <a:gd name="connsiteY7" fmla="*/ 10653 h 85345"/>
                <a:gd name="connsiteX8" fmla="*/ 57949 w 60504"/>
                <a:gd name="connsiteY8" fmla="*/ 1077 h 85345"/>
                <a:gd name="connsiteX9" fmla="*/ 57949 w 60504"/>
                <a:gd name="connsiteY9" fmla="*/ 1077 h 85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504" h="85345">
                  <a:moveTo>
                    <a:pt x="57949" y="1077"/>
                  </a:moveTo>
                  <a:cubicBezTo>
                    <a:pt x="54754" y="-838"/>
                    <a:pt x="50920" y="-199"/>
                    <a:pt x="49003" y="2993"/>
                  </a:cubicBezTo>
                  <a:lnTo>
                    <a:pt x="1078" y="75132"/>
                  </a:lnTo>
                  <a:cubicBezTo>
                    <a:pt x="-839" y="78324"/>
                    <a:pt x="-200" y="82154"/>
                    <a:pt x="2995" y="84069"/>
                  </a:cubicBezTo>
                  <a:cubicBezTo>
                    <a:pt x="2995" y="84069"/>
                    <a:pt x="2995" y="84069"/>
                    <a:pt x="2995" y="84069"/>
                  </a:cubicBezTo>
                  <a:cubicBezTo>
                    <a:pt x="4273" y="84708"/>
                    <a:pt x="5551" y="85346"/>
                    <a:pt x="6829" y="85346"/>
                  </a:cubicBezTo>
                  <a:cubicBezTo>
                    <a:pt x="8746" y="85346"/>
                    <a:pt x="10663" y="84069"/>
                    <a:pt x="11941" y="82792"/>
                  </a:cubicBezTo>
                  <a:lnTo>
                    <a:pt x="59866" y="10653"/>
                  </a:lnTo>
                  <a:cubicBezTo>
                    <a:pt x="61144" y="6823"/>
                    <a:pt x="60505" y="2993"/>
                    <a:pt x="57949" y="1077"/>
                  </a:cubicBezTo>
                  <a:cubicBezTo>
                    <a:pt x="57949" y="1077"/>
                    <a:pt x="57949" y="1077"/>
                    <a:pt x="57949" y="1077"/>
                  </a:cubicBezTo>
                  <a:close/>
                </a:path>
              </a:pathLst>
            </a:custGeom>
            <a:solidFill>
              <a:srgbClr val="00ABAB"/>
            </a:solidFill>
            <a:ln w="6390" cap="flat">
              <a:noFill/>
              <a:prstDash val="solid"/>
              <a:miter/>
            </a:ln>
          </p:spPr>
          <p:txBody>
            <a:bodyPr rtlCol="0" anchor="ctr"/>
            <a:lstStyle/>
            <a:p>
              <a:endParaRPr lang="en-US"/>
            </a:p>
          </p:txBody>
        </p:sp>
        <p:sp>
          <p:nvSpPr>
            <p:cNvPr id="1329" name="Graphic 1100">
              <a:extLst>
                <a:ext uri="{FF2B5EF4-FFF2-40B4-BE49-F238E27FC236}">
                  <a16:creationId xmlns:a16="http://schemas.microsoft.com/office/drawing/2014/main" id="{978799C0-0DD7-AF47-BF94-8661491CCB44}"/>
                </a:ext>
              </a:extLst>
            </p:cNvPr>
            <p:cNvSpPr/>
            <p:nvPr/>
          </p:nvSpPr>
          <p:spPr>
            <a:xfrm>
              <a:off x="5835929" y="3497493"/>
              <a:ext cx="37039" cy="45304"/>
            </a:xfrm>
            <a:custGeom>
              <a:avLst/>
              <a:gdLst>
                <a:gd name="connsiteX0" fmla="*/ 30672 w 37039"/>
                <a:gd name="connsiteY0" fmla="*/ 45304 h 45304"/>
                <a:gd name="connsiteX1" fmla="*/ 35784 w 37039"/>
                <a:gd name="connsiteY1" fmla="*/ 42751 h 45304"/>
                <a:gd name="connsiteX2" fmla="*/ 33867 w 37039"/>
                <a:gd name="connsiteY2" fmla="*/ 33813 h 45304"/>
                <a:gd name="connsiteX3" fmla="*/ 33867 w 37039"/>
                <a:gd name="connsiteY3" fmla="*/ 33813 h 45304"/>
                <a:gd name="connsiteX4" fmla="*/ 17892 w 37039"/>
                <a:gd name="connsiteY4" fmla="*/ 22961 h 45304"/>
                <a:gd name="connsiteX5" fmla="*/ 33867 w 37039"/>
                <a:gd name="connsiteY5" fmla="*/ 12108 h 45304"/>
                <a:gd name="connsiteX6" fmla="*/ 36423 w 37039"/>
                <a:gd name="connsiteY6" fmla="*/ 3170 h 45304"/>
                <a:gd name="connsiteX7" fmla="*/ 27477 w 37039"/>
                <a:gd name="connsiteY7" fmla="*/ 617 h 45304"/>
                <a:gd name="connsiteX8" fmla="*/ 26838 w 37039"/>
                <a:gd name="connsiteY8" fmla="*/ 1255 h 45304"/>
                <a:gd name="connsiteX9" fmla="*/ 2556 w 37039"/>
                <a:gd name="connsiteY9" fmla="*/ 17215 h 45304"/>
                <a:gd name="connsiteX10" fmla="*/ 0 w 37039"/>
                <a:gd name="connsiteY10" fmla="*/ 22322 h 45304"/>
                <a:gd name="connsiteX11" fmla="*/ 2556 w 37039"/>
                <a:gd name="connsiteY11" fmla="*/ 27429 h 45304"/>
                <a:gd name="connsiteX12" fmla="*/ 26838 w 37039"/>
                <a:gd name="connsiteY12" fmla="*/ 43389 h 45304"/>
                <a:gd name="connsiteX13" fmla="*/ 30672 w 37039"/>
                <a:gd name="connsiteY13" fmla="*/ 45304 h 45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039" h="45304">
                  <a:moveTo>
                    <a:pt x="30672" y="45304"/>
                  </a:moveTo>
                  <a:cubicBezTo>
                    <a:pt x="32589" y="45304"/>
                    <a:pt x="34506" y="44028"/>
                    <a:pt x="35784" y="42751"/>
                  </a:cubicBezTo>
                  <a:cubicBezTo>
                    <a:pt x="37701" y="39559"/>
                    <a:pt x="37062" y="35729"/>
                    <a:pt x="33867" y="33813"/>
                  </a:cubicBezTo>
                  <a:cubicBezTo>
                    <a:pt x="33867" y="33813"/>
                    <a:pt x="33867" y="33813"/>
                    <a:pt x="33867" y="33813"/>
                  </a:cubicBezTo>
                  <a:lnTo>
                    <a:pt x="17892" y="22961"/>
                  </a:lnTo>
                  <a:lnTo>
                    <a:pt x="33867" y="12108"/>
                  </a:lnTo>
                  <a:cubicBezTo>
                    <a:pt x="37062" y="10193"/>
                    <a:pt x="37701" y="6362"/>
                    <a:pt x="36423" y="3170"/>
                  </a:cubicBezTo>
                  <a:cubicBezTo>
                    <a:pt x="34506" y="-22"/>
                    <a:pt x="30672" y="-660"/>
                    <a:pt x="27477" y="617"/>
                  </a:cubicBezTo>
                  <a:cubicBezTo>
                    <a:pt x="27477" y="617"/>
                    <a:pt x="26838" y="617"/>
                    <a:pt x="26838" y="1255"/>
                  </a:cubicBezTo>
                  <a:lnTo>
                    <a:pt x="2556" y="17215"/>
                  </a:lnTo>
                  <a:cubicBezTo>
                    <a:pt x="639" y="18492"/>
                    <a:pt x="0" y="20407"/>
                    <a:pt x="0" y="22322"/>
                  </a:cubicBezTo>
                  <a:cubicBezTo>
                    <a:pt x="0" y="24237"/>
                    <a:pt x="1278" y="26153"/>
                    <a:pt x="2556" y="27429"/>
                  </a:cubicBezTo>
                  <a:lnTo>
                    <a:pt x="26838" y="43389"/>
                  </a:lnTo>
                  <a:cubicBezTo>
                    <a:pt x="28116" y="45304"/>
                    <a:pt x="29394" y="45304"/>
                    <a:pt x="30672" y="45304"/>
                  </a:cubicBezTo>
                  <a:close/>
                </a:path>
              </a:pathLst>
            </a:custGeom>
            <a:solidFill>
              <a:srgbClr val="00ABAB"/>
            </a:solidFill>
            <a:ln w="6390" cap="flat">
              <a:noFill/>
              <a:prstDash val="solid"/>
              <a:miter/>
            </a:ln>
          </p:spPr>
          <p:txBody>
            <a:bodyPr rtlCol="0" anchor="ctr"/>
            <a:lstStyle/>
            <a:p>
              <a:endParaRPr lang="en-US"/>
            </a:p>
          </p:txBody>
        </p:sp>
        <p:sp>
          <p:nvSpPr>
            <p:cNvPr id="1330" name="Graphic 1100">
              <a:extLst>
                <a:ext uri="{FF2B5EF4-FFF2-40B4-BE49-F238E27FC236}">
                  <a16:creationId xmlns:a16="http://schemas.microsoft.com/office/drawing/2014/main" id="{00D43BBE-81DB-7842-AFE2-778B5FA177D9}"/>
                </a:ext>
              </a:extLst>
            </p:cNvPr>
            <p:cNvSpPr/>
            <p:nvPr/>
          </p:nvSpPr>
          <p:spPr>
            <a:xfrm>
              <a:off x="5907696" y="3554488"/>
              <a:ext cx="37028" cy="45765"/>
            </a:xfrm>
            <a:custGeom>
              <a:avLst/>
              <a:gdLst>
                <a:gd name="connsiteX0" fmla="*/ 34306 w 37028"/>
                <a:gd name="connsiteY0" fmla="*/ 17037 h 45765"/>
                <a:gd name="connsiteX1" fmla="*/ 10024 w 37028"/>
                <a:gd name="connsiteY1" fmla="*/ 1077 h 45765"/>
                <a:gd name="connsiteX2" fmla="*/ 1078 w 37028"/>
                <a:gd name="connsiteY2" fmla="*/ 2992 h 45765"/>
                <a:gd name="connsiteX3" fmla="*/ 2995 w 37028"/>
                <a:gd name="connsiteY3" fmla="*/ 11930 h 45765"/>
                <a:gd name="connsiteX4" fmla="*/ 2995 w 37028"/>
                <a:gd name="connsiteY4" fmla="*/ 11930 h 45765"/>
                <a:gd name="connsiteX5" fmla="*/ 18970 w 37028"/>
                <a:gd name="connsiteY5" fmla="*/ 22783 h 45765"/>
                <a:gd name="connsiteX6" fmla="*/ 2995 w 37028"/>
                <a:gd name="connsiteY6" fmla="*/ 33635 h 45765"/>
                <a:gd name="connsiteX7" fmla="*/ 1078 w 37028"/>
                <a:gd name="connsiteY7" fmla="*/ 42573 h 45765"/>
                <a:gd name="connsiteX8" fmla="*/ 6190 w 37028"/>
                <a:gd name="connsiteY8" fmla="*/ 45765 h 45765"/>
                <a:gd name="connsiteX9" fmla="*/ 9385 w 37028"/>
                <a:gd name="connsiteY9" fmla="*/ 44488 h 45765"/>
                <a:gd name="connsiteX10" fmla="*/ 33667 w 37028"/>
                <a:gd name="connsiteY10" fmla="*/ 28528 h 45765"/>
                <a:gd name="connsiteX11" fmla="*/ 36862 w 37028"/>
                <a:gd name="connsiteY11" fmla="*/ 23421 h 45765"/>
                <a:gd name="connsiteX12" fmla="*/ 34306 w 37028"/>
                <a:gd name="connsiteY12" fmla="*/ 17037 h 45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028" h="45765">
                  <a:moveTo>
                    <a:pt x="34306" y="17037"/>
                  </a:moveTo>
                  <a:lnTo>
                    <a:pt x="10024" y="1077"/>
                  </a:lnTo>
                  <a:cubicBezTo>
                    <a:pt x="6829" y="-838"/>
                    <a:pt x="2995" y="-200"/>
                    <a:pt x="1078" y="2992"/>
                  </a:cubicBezTo>
                  <a:cubicBezTo>
                    <a:pt x="-839" y="6184"/>
                    <a:pt x="-200" y="10015"/>
                    <a:pt x="2995" y="11930"/>
                  </a:cubicBezTo>
                  <a:cubicBezTo>
                    <a:pt x="2995" y="11930"/>
                    <a:pt x="2995" y="11930"/>
                    <a:pt x="2995" y="11930"/>
                  </a:cubicBezTo>
                  <a:lnTo>
                    <a:pt x="18970" y="22783"/>
                  </a:lnTo>
                  <a:lnTo>
                    <a:pt x="2995" y="33635"/>
                  </a:lnTo>
                  <a:cubicBezTo>
                    <a:pt x="-200" y="35551"/>
                    <a:pt x="-839" y="39381"/>
                    <a:pt x="1078" y="42573"/>
                  </a:cubicBezTo>
                  <a:cubicBezTo>
                    <a:pt x="2356" y="44488"/>
                    <a:pt x="4273" y="45127"/>
                    <a:pt x="6190" y="45765"/>
                  </a:cubicBezTo>
                  <a:cubicBezTo>
                    <a:pt x="7468" y="45765"/>
                    <a:pt x="8746" y="45127"/>
                    <a:pt x="9385" y="44488"/>
                  </a:cubicBezTo>
                  <a:lnTo>
                    <a:pt x="33667" y="28528"/>
                  </a:lnTo>
                  <a:cubicBezTo>
                    <a:pt x="35584" y="27251"/>
                    <a:pt x="36223" y="25336"/>
                    <a:pt x="36862" y="23421"/>
                  </a:cubicBezTo>
                  <a:cubicBezTo>
                    <a:pt x="37501" y="20229"/>
                    <a:pt x="36223" y="18314"/>
                    <a:pt x="34306" y="17037"/>
                  </a:cubicBezTo>
                  <a:close/>
                </a:path>
              </a:pathLst>
            </a:custGeom>
            <a:solidFill>
              <a:srgbClr val="00ABAB"/>
            </a:solidFill>
            <a:ln w="6390" cap="flat">
              <a:noFill/>
              <a:prstDash val="solid"/>
              <a:miter/>
            </a:ln>
          </p:spPr>
          <p:txBody>
            <a:bodyPr rtlCol="0" anchor="ctr"/>
            <a:lstStyle/>
            <a:p>
              <a:endParaRPr lang="en-US"/>
            </a:p>
          </p:txBody>
        </p:sp>
      </p:grpSp>
      <p:grpSp>
        <p:nvGrpSpPr>
          <p:cNvPr id="1331" name="Graphic 1100">
            <a:extLst>
              <a:ext uri="{FF2B5EF4-FFF2-40B4-BE49-F238E27FC236}">
                <a16:creationId xmlns:a16="http://schemas.microsoft.com/office/drawing/2014/main" id="{385F1B93-05D9-3344-BF30-3A618909A4F8}"/>
              </a:ext>
            </a:extLst>
          </p:cNvPr>
          <p:cNvGrpSpPr/>
          <p:nvPr/>
        </p:nvGrpSpPr>
        <p:grpSpPr>
          <a:xfrm>
            <a:off x="5708769" y="1897007"/>
            <a:ext cx="362312" cy="361971"/>
            <a:chOff x="5708769" y="1897007"/>
            <a:chExt cx="362312" cy="361971"/>
          </a:xfrm>
          <a:solidFill>
            <a:srgbClr val="00ABAB"/>
          </a:solidFill>
        </p:grpSpPr>
        <p:sp>
          <p:nvSpPr>
            <p:cNvPr id="1332" name="Graphic 1100">
              <a:extLst>
                <a:ext uri="{FF2B5EF4-FFF2-40B4-BE49-F238E27FC236}">
                  <a16:creationId xmlns:a16="http://schemas.microsoft.com/office/drawing/2014/main" id="{306A447C-CBF7-2C44-9F5F-401ED492F638}"/>
                </a:ext>
              </a:extLst>
            </p:cNvPr>
            <p:cNvSpPr/>
            <p:nvPr/>
          </p:nvSpPr>
          <p:spPr>
            <a:xfrm>
              <a:off x="5708769" y="1897007"/>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9204 h 361971"/>
                <a:gd name="connsiteX8" fmla="*/ 12780 w 362312"/>
                <a:gd name="connsiteY8" fmla="*/ 181305 h 361971"/>
                <a:gd name="connsiteX9" fmla="*/ 180835 w 362312"/>
                <a:gd name="connsiteY9" fmla="*/ 12768 h 361971"/>
                <a:gd name="connsiteX10" fmla="*/ 349529 w 362312"/>
                <a:gd name="connsiteY10" fmla="*/ 180667 h 361971"/>
                <a:gd name="connsiteX11" fmla="*/ 349529 w 362312"/>
                <a:gd name="connsiteY11" fmla="*/ 180667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lnTo>
                    <a:pt x="181474" y="0"/>
                  </a:ln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1333" name="Graphic 1100">
              <a:extLst>
                <a:ext uri="{FF2B5EF4-FFF2-40B4-BE49-F238E27FC236}">
                  <a16:creationId xmlns:a16="http://schemas.microsoft.com/office/drawing/2014/main" id="{8AC8E677-4BEB-D244-A757-E5A0744361E4}"/>
                </a:ext>
              </a:extLst>
            </p:cNvPr>
            <p:cNvSpPr/>
            <p:nvPr/>
          </p:nvSpPr>
          <p:spPr>
            <a:xfrm>
              <a:off x="5810369" y="1969146"/>
              <a:ext cx="159748" cy="218332"/>
            </a:xfrm>
            <a:custGeom>
              <a:avLst/>
              <a:gdLst>
                <a:gd name="connsiteX0" fmla="*/ 157832 w 159748"/>
                <a:gd name="connsiteY0" fmla="*/ 52987 h 218332"/>
                <a:gd name="connsiteX1" fmla="*/ 106712 w 159748"/>
                <a:gd name="connsiteY1" fmla="*/ 1915 h 218332"/>
                <a:gd name="connsiteX2" fmla="*/ 104795 w 159748"/>
                <a:gd name="connsiteY2" fmla="*/ 638 h 218332"/>
                <a:gd name="connsiteX3" fmla="*/ 102239 w 159748"/>
                <a:gd name="connsiteY3" fmla="*/ 0 h 218332"/>
                <a:gd name="connsiteX4" fmla="*/ 6390 w 159748"/>
                <a:gd name="connsiteY4" fmla="*/ 0 h 218332"/>
                <a:gd name="connsiteX5" fmla="*/ 0 w 159748"/>
                <a:gd name="connsiteY5" fmla="*/ 6384 h 218332"/>
                <a:gd name="connsiteX6" fmla="*/ 0 w 159748"/>
                <a:gd name="connsiteY6" fmla="*/ 211948 h 218332"/>
                <a:gd name="connsiteX7" fmla="*/ 6390 w 159748"/>
                <a:gd name="connsiteY7" fmla="*/ 218332 h 218332"/>
                <a:gd name="connsiteX8" fmla="*/ 153358 w 159748"/>
                <a:gd name="connsiteY8" fmla="*/ 218332 h 218332"/>
                <a:gd name="connsiteX9" fmla="*/ 159748 w 159748"/>
                <a:gd name="connsiteY9" fmla="*/ 211948 h 218332"/>
                <a:gd name="connsiteX10" fmla="*/ 159748 w 159748"/>
                <a:gd name="connsiteY10" fmla="*/ 57456 h 218332"/>
                <a:gd name="connsiteX11" fmla="*/ 159110 w 159748"/>
                <a:gd name="connsiteY11" fmla="*/ 54902 h 218332"/>
                <a:gd name="connsiteX12" fmla="*/ 157832 w 159748"/>
                <a:gd name="connsiteY12" fmla="*/ 52987 h 218332"/>
                <a:gd name="connsiteX13" fmla="*/ 108629 w 159748"/>
                <a:gd name="connsiteY13" fmla="*/ 21706 h 218332"/>
                <a:gd name="connsiteX14" fmla="*/ 138023 w 159748"/>
                <a:gd name="connsiteY14" fmla="*/ 51072 h 218332"/>
                <a:gd name="connsiteX15" fmla="*/ 108629 w 159748"/>
                <a:gd name="connsiteY15" fmla="*/ 51072 h 218332"/>
                <a:gd name="connsiteX16" fmla="*/ 108629 w 159748"/>
                <a:gd name="connsiteY16" fmla="*/ 21706 h 218332"/>
                <a:gd name="connsiteX17" fmla="*/ 12780 w 159748"/>
                <a:gd name="connsiteY17" fmla="*/ 205564 h 218332"/>
                <a:gd name="connsiteX18" fmla="*/ 12780 w 159748"/>
                <a:gd name="connsiteY18" fmla="*/ 12768 h 218332"/>
                <a:gd name="connsiteX19" fmla="*/ 95849 w 159748"/>
                <a:gd name="connsiteY19" fmla="*/ 12768 h 218332"/>
                <a:gd name="connsiteX20" fmla="*/ 95849 w 159748"/>
                <a:gd name="connsiteY20" fmla="*/ 57456 h 218332"/>
                <a:gd name="connsiteX21" fmla="*/ 102239 w 159748"/>
                <a:gd name="connsiteY21" fmla="*/ 63840 h 218332"/>
                <a:gd name="connsiteX22" fmla="*/ 146969 w 159748"/>
                <a:gd name="connsiteY22" fmla="*/ 63840 h 218332"/>
                <a:gd name="connsiteX23" fmla="*/ 146969 w 159748"/>
                <a:gd name="connsiteY23" fmla="*/ 205564 h 218332"/>
                <a:gd name="connsiteX24" fmla="*/ 12780 w 159748"/>
                <a:gd name="connsiteY24" fmla="*/ 205564 h 21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9748" h="218332">
                  <a:moveTo>
                    <a:pt x="157832" y="52987"/>
                  </a:moveTo>
                  <a:lnTo>
                    <a:pt x="106712" y="1915"/>
                  </a:lnTo>
                  <a:cubicBezTo>
                    <a:pt x="106073" y="1277"/>
                    <a:pt x="105434" y="638"/>
                    <a:pt x="104795" y="638"/>
                  </a:cubicBezTo>
                  <a:cubicBezTo>
                    <a:pt x="104156" y="638"/>
                    <a:pt x="103517" y="0"/>
                    <a:pt x="102239" y="0"/>
                  </a:cubicBezTo>
                  <a:lnTo>
                    <a:pt x="6390" y="0"/>
                  </a:lnTo>
                  <a:cubicBezTo>
                    <a:pt x="2556" y="0"/>
                    <a:pt x="0" y="2554"/>
                    <a:pt x="0" y="6384"/>
                  </a:cubicBezTo>
                  <a:lnTo>
                    <a:pt x="0" y="211948"/>
                  </a:lnTo>
                  <a:cubicBezTo>
                    <a:pt x="0" y="215779"/>
                    <a:pt x="2556" y="218332"/>
                    <a:pt x="6390" y="218332"/>
                  </a:cubicBezTo>
                  <a:lnTo>
                    <a:pt x="153358" y="218332"/>
                  </a:lnTo>
                  <a:cubicBezTo>
                    <a:pt x="157193" y="218332"/>
                    <a:pt x="159748" y="215779"/>
                    <a:pt x="159748" y="211948"/>
                  </a:cubicBezTo>
                  <a:lnTo>
                    <a:pt x="159748" y="57456"/>
                  </a:lnTo>
                  <a:cubicBezTo>
                    <a:pt x="159748" y="56817"/>
                    <a:pt x="159748" y="55541"/>
                    <a:pt x="159110" y="54902"/>
                  </a:cubicBezTo>
                  <a:cubicBezTo>
                    <a:pt x="159110" y="54264"/>
                    <a:pt x="158470" y="53625"/>
                    <a:pt x="157832" y="52987"/>
                  </a:cubicBezTo>
                  <a:close/>
                  <a:moveTo>
                    <a:pt x="108629" y="21706"/>
                  </a:moveTo>
                  <a:lnTo>
                    <a:pt x="138023" y="51072"/>
                  </a:lnTo>
                  <a:lnTo>
                    <a:pt x="108629" y="51072"/>
                  </a:lnTo>
                  <a:lnTo>
                    <a:pt x="108629" y="21706"/>
                  </a:lnTo>
                  <a:close/>
                  <a:moveTo>
                    <a:pt x="12780" y="205564"/>
                  </a:moveTo>
                  <a:lnTo>
                    <a:pt x="12780" y="12768"/>
                  </a:lnTo>
                  <a:lnTo>
                    <a:pt x="95849" y="12768"/>
                  </a:lnTo>
                  <a:lnTo>
                    <a:pt x="95849" y="57456"/>
                  </a:lnTo>
                  <a:cubicBezTo>
                    <a:pt x="95849" y="61286"/>
                    <a:pt x="98405" y="63840"/>
                    <a:pt x="102239" y="63840"/>
                  </a:cubicBezTo>
                  <a:lnTo>
                    <a:pt x="146969" y="63840"/>
                  </a:lnTo>
                  <a:lnTo>
                    <a:pt x="146969" y="205564"/>
                  </a:lnTo>
                  <a:lnTo>
                    <a:pt x="12780" y="205564"/>
                  </a:lnTo>
                  <a:close/>
                </a:path>
              </a:pathLst>
            </a:custGeom>
            <a:solidFill>
              <a:srgbClr val="00ABAB"/>
            </a:solidFill>
            <a:ln w="6390" cap="flat">
              <a:noFill/>
              <a:prstDash val="solid"/>
              <a:miter/>
            </a:ln>
          </p:spPr>
          <p:txBody>
            <a:bodyPr rtlCol="0" anchor="ctr"/>
            <a:lstStyle/>
            <a:p>
              <a:endParaRPr lang="en-US"/>
            </a:p>
          </p:txBody>
        </p:sp>
        <p:sp>
          <p:nvSpPr>
            <p:cNvPr id="1334" name="Graphic 1100">
              <a:extLst>
                <a:ext uri="{FF2B5EF4-FFF2-40B4-BE49-F238E27FC236}">
                  <a16:creationId xmlns:a16="http://schemas.microsoft.com/office/drawing/2014/main" id="{65DBCC7A-69F9-0746-9E0A-F12D7EA25317}"/>
                </a:ext>
              </a:extLst>
            </p:cNvPr>
            <p:cNvSpPr/>
            <p:nvPr/>
          </p:nvSpPr>
          <p:spPr>
            <a:xfrm>
              <a:off x="5862767" y="2053614"/>
              <a:ext cx="60504" cy="71939"/>
            </a:xfrm>
            <a:custGeom>
              <a:avLst/>
              <a:gdLst>
                <a:gd name="connsiteX0" fmla="*/ 58148 w 60504"/>
                <a:gd name="connsiteY0" fmla="*/ 31082 h 71939"/>
                <a:gd name="connsiteX1" fmla="*/ 10224 w 60504"/>
                <a:gd name="connsiteY1" fmla="*/ 1077 h 71939"/>
                <a:gd name="connsiteX2" fmla="*/ 1278 w 60504"/>
                <a:gd name="connsiteY2" fmla="*/ 2992 h 71939"/>
                <a:gd name="connsiteX3" fmla="*/ 0 w 60504"/>
                <a:gd name="connsiteY3" fmla="*/ 6184 h 71939"/>
                <a:gd name="connsiteX4" fmla="*/ 0 w 60504"/>
                <a:gd name="connsiteY4" fmla="*/ 65556 h 71939"/>
                <a:gd name="connsiteX5" fmla="*/ 3195 w 60504"/>
                <a:gd name="connsiteY5" fmla="*/ 71301 h 71939"/>
                <a:gd name="connsiteX6" fmla="*/ 6390 w 60504"/>
                <a:gd name="connsiteY6" fmla="*/ 71940 h 71939"/>
                <a:gd name="connsiteX7" fmla="*/ 9585 w 60504"/>
                <a:gd name="connsiteY7" fmla="*/ 71301 h 71939"/>
                <a:gd name="connsiteX8" fmla="*/ 57509 w 60504"/>
                <a:gd name="connsiteY8" fmla="*/ 41296 h 71939"/>
                <a:gd name="connsiteX9" fmla="*/ 59426 w 60504"/>
                <a:gd name="connsiteY9" fmla="*/ 32359 h 71939"/>
                <a:gd name="connsiteX10" fmla="*/ 58148 w 60504"/>
                <a:gd name="connsiteY10" fmla="*/ 31082 h 71939"/>
                <a:gd name="connsiteX11" fmla="*/ 58148 w 60504"/>
                <a:gd name="connsiteY11" fmla="*/ 31082 h 71939"/>
                <a:gd name="connsiteX12" fmla="*/ 13419 w 60504"/>
                <a:gd name="connsiteY12" fmla="*/ 54703 h 71939"/>
                <a:gd name="connsiteX13" fmla="*/ 13419 w 60504"/>
                <a:gd name="connsiteY13" fmla="*/ 18314 h 71939"/>
                <a:gd name="connsiteX14" fmla="*/ 42813 w 60504"/>
                <a:gd name="connsiteY14" fmla="*/ 36828 h 71939"/>
                <a:gd name="connsiteX15" fmla="*/ 13419 w 60504"/>
                <a:gd name="connsiteY15" fmla="*/ 54703 h 71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504" h="71939">
                  <a:moveTo>
                    <a:pt x="58148" y="31082"/>
                  </a:moveTo>
                  <a:lnTo>
                    <a:pt x="10224" y="1077"/>
                  </a:lnTo>
                  <a:cubicBezTo>
                    <a:pt x="7029" y="-838"/>
                    <a:pt x="3195" y="-200"/>
                    <a:pt x="1278" y="2992"/>
                  </a:cubicBezTo>
                  <a:cubicBezTo>
                    <a:pt x="639" y="4269"/>
                    <a:pt x="0" y="4908"/>
                    <a:pt x="0" y="6184"/>
                  </a:cubicBezTo>
                  <a:lnTo>
                    <a:pt x="0" y="65556"/>
                  </a:lnTo>
                  <a:cubicBezTo>
                    <a:pt x="0" y="68109"/>
                    <a:pt x="1278" y="70024"/>
                    <a:pt x="3195" y="71301"/>
                  </a:cubicBezTo>
                  <a:cubicBezTo>
                    <a:pt x="3834" y="71940"/>
                    <a:pt x="5112" y="71940"/>
                    <a:pt x="6390" y="71940"/>
                  </a:cubicBezTo>
                  <a:cubicBezTo>
                    <a:pt x="7668" y="71940"/>
                    <a:pt x="8946" y="71301"/>
                    <a:pt x="9585" y="71301"/>
                  </a:cubicBezTo>
                  <a:lnTo>
                    <a:pt x="57509" y="41296"/>
                  </a:lnTo>
                  <a:cubicBezTo>
                    <a:pt x="60704" y="39381"/>
                    <a:pt x="61343" y="35551"/>
                    <a:pt x="59426" y="32359"/>
                  </a:cubicBezTo>
                  <a:cubicBezTo>
                    <a:pt x="60066" y="32359"/>
                    <a:pt x="59426" y="31720"/>
                    <a:pt x="58148" y="31082"/>
                  </a:cubicBezTo>
                  <a:lnTo>
                    <a:pt x="58148" y="31082"/>
                  </a:lnTo>
                  <a:close/>
                  <a:moveTo>
                    <a:pt x="13419" y="54703"/>
                  </a:moveTo>
                  <a:lnTo>
                    <a:pt x="13419" y="18314"/>
                  </a:lnTo>
                  <a:lnTo>
                    <a:pt x="42813" y="36828"/>
                  </a:lnTo>
                  <a:lnTo>
                    <a:pt x="13419" y="54703"/>
                  </a:lnTo>
                  <a:close/>
                </a:path>
              </a:pathLst>
            </a:custGeom>
            <a:solidFill>
              <a:srgbClr val="00ABAB"/>
            </a:solidFill>
            <a:ln w="6390" cap="flat">
              <a:noFill/>
              <a:prstDash val="solid"/>
              <a:miter/>
            </a:ln>
          </p:spPr>
          <p:txBody>
            <a:bodyPr rtlCol="0" anchor="ctr"/>
            <a:lstStyle/>
            <a:p>
              <a:endParaRPr lang="en-US"/>
            </a:p>
          </p:txBody>
        </p:sp>
      </p:grpSp>
      <p:grpSp>
        <p:nvGrpSpPr>
          <p:cNvPr id="1335" name="Graphic 1100">
            <a:extLst>
              <a:ext uri="{FF2B5EF4-FFF2-40B4-BE49-F238E27FC236}">
                <a16:creationId xmlns:a16="http://schemas.microsoft.com/office/drawing/2014/main" id="{B62ED875-F71C-4546-8B46-E587D5E93F9D}"/>
              </a:ext>
            </a:extLst>
          </p:cNvPr>
          <p:cNvGrpSpPr/>
          <p:nvPr/>
        </p:nvGrpSpPr>
        <p:grpSpPr>
          <a:xfrm>
            <a:off x="5708769" y="2859711"/>
            <a:ext cx="362312" cy="361971"/>
            <a:chOff x="5708769" y="2859711"/>
            <a:chExt cx="362312" cy="361971"/>
          </a:xfrm>
          <a:solidFill>
            <a:srgbClr val="00ABAB"/>
          </a:solidFill>
        </p:grpSpPr>
        <p:sp>
          <p:nvSpPr>
            <p:cNvPr id="1336" name="Graphic 1100">
              <a:extLst>
                <a:ext uri="{FF2B5EF4-FFF2-40B4-BE49-F238E27FC236}">
                  <a16:creationId xmlns:a16="http://schemas.microsoft.com/office/drawing/2014/main" id="{DC13A161-CE24-BD45-A42B-F381F9F4DF72}"/>
                </a:ext>
              </a:extLst>
            </p:cNvPr>
            <p:cNvSpPr/>
            <p:nvPr/>
          </p:nvSpPr>
          <p:spPr>
            <a:xfrm>
              <a:off x="5708769" y="2859711"/>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6"/>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1076"/>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50168" y="273234"/>
                    <a:pt x="274767" y="348565"/>
                    <a:pt x="181474" y="349204"/>
                  </a:cubicBezTo>
                  <a:close/>
                </a:path>
              </a:pathLst>
            </a:custGeom>
            <a:solidFill>
              <a:srgbClr val="00ABAB"/>
            </a:solidFill>
            <a:ln w="6390" cap="flat">
              <a:noFill/>
              <a:prstDash val="solid"/>
              <a:miter/>
            </a:ln>
          </p:spPr>
          <p:txBody>
            <a:bodyPr rtlCol="0" anchor="ctr"/>
            <a:lstStyle/>
            <a:p>
              <a:endParaRPr lang="en-US"/>
            </a:p>
          </p:txBody>
        </p:sp>
        <p:sp>
          <p:nvSpPr>
            <p:cNvPr id="1337" name="Graphic 1100">
              <a:extLst>
                <a:ext uri="{FF2B5EF4-FFF2-40B4-BE49-F238E27FC236}">
                  <a16:creationId xmlns:a16="http://schemas.microsoft.com/office/drawing/2014/main" id="{F15177FB-A464-A940-8181-4C3D7D1DA257}"/>
                </a:ext>
              </a:extLst>
            </p:cNvPr>
            <p:cNvSpPr/>
            <p:nvPr/>
          </p:nvSpPr>
          <p:spPr>
            <a:xfrm>
              <a:off x="5810369" y="2931212"/>
              <a:ext cx="159748" cy="218332"/>
            </a:xfrm>
            <a:custGeom>
              <a:avLst/>
              <a:gdLst>
                <a:gd name="connsiteX0" fmla="*/ 157832 w 159748"/>
                <a:gd name="connsiteY0" fmla="*/ 52987 h 218332"/>
                <a:gd name="connsiteX1" fmla="*/ 106712 w 159748"/>
                <a:gd name="connsiteY1" fmla="*/ 1915 h 218332"/>
                <a:gd name="connsiteX2" fmla="*/ 104795 w 159748"/>
                <a:gd name="connsiteY2" fmla="*/ 638 h 218332"/>
                <a:gd name="connsiteX3" fmla="*/ 102239 w 159748"/>
                <a:gd name="connsiteY3" fmla="*/ 0 h 218332"/>
                <a:gd name="connsiteX4" fmla="*/ 6390 w 159748"/>
                <a:gd name="connsiteY4" fmla="*/ 0 h 218332"/>
                <a:gd name="connsiteX5" fmla="*/ 0 w 159748"/>
                <a:gd name="connsiteY5" fmla="*/ 6384 h 218332"/>
                <a:gd name="connsiteX6" fmla="*/ 0 w 159748"/>
                <a:gd name="connsiteY6" fmla="*/ 211948 h 218332"/>
                <a:gd name="connsiteX7" fmla="*/ 6390 w 159748"/>
                <a:gd name="connsiteY7" fmla="*/ 218332 h 218332"/>
                <a:gd name="connsiteX8" fmla="*/ 153358 w 159748"/>
                <a:gd name="connsiteY8" fmla="*/ 218332 h 218332"/>
                <a:gd name="connsiteX9" fmla="*/ 159748 w 159748"/>
                <a:gd name="connsiteY9" fmla="*/ 211948 h 218332"/>
                <a:gd name="connsiteX10" fmla="*/ 159748 w 159748"/>
                <a:gd name="connsiteY10" fmla="*/ 58094 h 218332"/>
                <a:gd name="connsiteX11" fmla="*/ 159110 w 159748"/>
                <a:gd name="connsiteY11" fmla="*/ 55541 h 218332"/>
                <a:gd name="connsiteX12" fmla="*/ 157832 w 159748"/>
                <a:gd name="connsiteY12" fmla="*/ 52987 h 218332"/>
                <a:gd name="connsiteX13" fmla="*/ 108629 w 159748"/>
                <a:gd name="connsiteY13" fmla="*/ 21706 h 218332"/>
                <a:gd name="connsiteX14" fmla="*/ 138023 w 159748"/>
                <a:gd name="connsiteY14" fmla="*/ 51072 h 218332"/>
                <a:gd name="connsiteX15" fmla="*/ 108629 w 159748"/>
                <a:gd name="connsiteY15" fmla="*/ 51072 h 218332"/>
                <a:gd name="connsiteX16" fmla="*/ 108629 w 159748"/>
                <a:gd name="connsiteY16" fmla="*/ 21706 h 218332"/>
                <a:gd name="connsiteX17" fmla="*/ 12780 w 159748"/>
                <a:gd name="connsiteY17" fmla="*/ 205564 h 218332"/>
                <a:gd name="connsiteX18" fmla="*/ 12780 w 159748"/>
                <a:gd name="connsiteY18" fmla="*/ 12768 h 218332"/>
                <a:gd name="connsiteX19" fmla="*/ 95849 w 159748"/>
                <a:gd name="connsiteY19" fmla="*/ 12768 h 218332"/>
                <a:gd name="connsiteX20" fmla="*/ 95849 w 159748"/>
                <a:gd name="connsiteY20" fmla="*/ 58094 h 218332"/>
                <a:gd name="connsiteX21" fmla="*/ 102239 w 159748"/>
                <a:gd name="connsiteY21" fmla="*/ 64478 h 218332"/>
                <a:gd name="connsiteX22" fmla="*/ 146969 w 159748"/>
                <a:gd name="connsiteY22" fmla="*/ 64478 h 218332"/>
                <a:gd name="connsiteX23" fmla="*/ 146969 w 159748"/>
                <a:gd name="connsiteY23" fmla="*/ 206203 h 218332"/>
                <a:gd name="connsiteX24" fmla="*/ 12780 w 159748"/>
                <a:gd name="connsiteY24" fmla="*/ 205564 h 21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9748" h="218332">
                  <a:moveTo>
                    <a:pt x="157832" y="52987"/>
                  </a:moveTo>
                  <a:lnTo>
                    <a:pt x="106712" y="1915"/>
                  </a:lnTo>
                  <a:cubicBezTo>
                    <a:pt x="106073" y="1277"/>
                    <a:pt x="105434" y="638"/>
                    <a:pt x="104795" y="638"/>
                  </a:cubicBezTo>
                  <a:cubicBezTo>
                    <a:pt x="104156" y="0"/>
                    <a:pt x="102878" y="0"/>
                    <a:pt x="102239" y="0"/>
                  </a:cubicBezTo>
                  <a:lnTo>
                    <a:pt x="6390" y="0"/>
                  </a:lnTo>
                  <a:cubicBezTo>
                    <a:pt x="2556" y="0"/>
                    <a:pt x="0" y="2554"/>
                    <a:pt x="0" y="6384"/>
                  </a:cubicBezTo>
                  <a:lnTo>
                    <a:pt x="0" y="211948"/>
                  </a:lnTo>
                  <a:cubicBezTo>
                    <a:pt x="0" y="215779"/>
                    <a:pt x="2556" y="218332"/>
                    <a:pt x="6390" y="218332"/>
                  </a:cubicBezTo>
                  <a:lnTo>
                    <a:pt x="153358" y="218332"/>
                  </a:lnTo>
                  <a:cubicBezTo>
                    <a:pt x="157193" y="218332"/>
                    <a:pt x="159748" y="215779"/>
                    <a:pt x="159748" y="211948"/>
                  </a:cubicBezTo>
                  <a:lnTo>
                    <a:pt x="159748" y="58094"/>
                  </a:lnTo>
                  <a:cubicBezTo>
                    <a:pt x="159748" y="57456"/>
                    <a:pt x="159748" y="56179"/>
                    <a:pt x="159110" y="55541"/>
                  </a:cubicBezTo>
                  <a:cubicBezTo>
                    <a:pt x="159110" y="54902"/>
                    <a:pt x="158470" y="54264"/>
                    <a:pt x="157832" y="52987"/>
                  </a:cubicBezTo>
                  <a:close/>
                  <a:moveTo>
                    <a:pt x="108629" y="21706"/>
                  </a:moveTo>
                  <a:lnTo>
                    <a:pt x="138023" y="51072"/>
                  </a:lnTo>
                  <a:lnTo>
                    <a:pt x="108629" y="51072"/>
                  </a:lnTo>
                  <a:lnTo>
                    <a:pt x="108629" y="21706"/>
                  </a:lnTo>
                  <a:close/>
                  <a:moveTo>
                    <a:pt x="12780" y="205564"/>
                  </a:moveTo>
                  <a:lnTo>
                    <a:pt x="12780" y="12768"/>
                  </a:lnTo>
                  <a:lnTo>
                    <a:pt x="95849" y="12768"/>
                  </a:lnTo>
                  <a:lnTo>
                    <a:pt x="95849" y="58094"/>
                  </a:lnTo>
                  <a:cubicBezTo>
                    <a:pt x="95849" y="61925"/>
                    <a:pt x="98405" y="64478"/>
                    <a:pt x="102239" y="64478"/>
                  </a:cubicBezTo>
                  <a:lnTo>
                    <a:pt x="146969" y="64478"/>
                  </a:lnTo>
                  <a:lnTo>
                    <a:pt x="146969" y="206203"/>
                  </a:lnTo>
                  <a:lnTo>
                    <a:pt x="12780" y="205564"/>
                  </a:lnTo>
                  <a:close/>
                </a:path>
              </a:pathLst>
            </a:custGeom>
            <a:solidFill>
              <a:srgbClr val="00ABAB"/>
            </a:solidFill>
            <a:ln w="6390" cap="flat">
              <a:noFill/>
              <a:prstDash val="solid"/>
              <a:miter/>
            </a:ln>
          </p:spPr>
          <p:txBody>
            <a:bodyPr rtlCol="0" anchor="ctr"/>
            <a:lstStyle/>
            <a:p>
              <a:endParaRPr lang="en-US"/>
            </a:p>
          </p:txBody>
        </p:sp>
        <p:sp>
          <p:nvSpPr>
            <p:cNvPr id="1338" name="Graphic 1100">
              <a:extLst>
                <a:ext uri="{FF2B5EF4-FFF2-40B4-BE49-F238E27FC236}">
                  <a16:creationId xmlns:a16="http://schemas.microsoft.com/office/drawing/2014/main" id="{10089B2E-82A4-B745-B7DD-BE49F5D3A0C3}"/>
                </a:ext>
              </a:extLst>
            </p:cNvPr>
            <p:cNvSpPr/>
            <p:nvPr/>
          </p:nvSpPr>
          <p:spPr>
            <a:xfrm>
              <a:off x="5846792" y="3022503"/>
              <a:ext cx="86902" cy="86822"/>
            </a:xfrm>
            <a:custGeom>
              <a:avLst/>
              <a:gdLst>
                <a:gd name="connsiteX0" fmla="*/ 81152 w 86902"/>
                <a:gd name="connsiteY0" fmla="*/ 37027 h 86822"/>
                <a:gd name="connsiteX1" fmla="*/ 50481 w 86902"/>
                <a:gd name="connsiteY1" fmla="*/ 37027 h 86822"/>
                <a:gd name="connsiteX2" fmla="*/ 50481 w 86902"/>
                <a:gd name="connsiteY2" fmla="*/ 6384 h 86822"/>
                <a:gd name="connsiteX3" fmla="*/ 44091 w 86902"/>
                <a:gd name="connsiteY3" fmla="*/ 0 h 86822"/>
                <a:gd name="connsiteX4" fmla="*/ 37701 w 86902"/>
                <a:gd name="connsiteY4" fmla="*/ 6384 h 86822"/>
                <a:gd name="connsiteX5" fmla="*/ 37701 w 86902"/>
                <a:gd name="connsiteY5" fmla="*/ 37027 h 86822"/>
                <a:gd name="connsiteX6" fmla="*/ 6390 w 86902"/>
                <a:gd name="connsiteY6" fmla="*/ 37027 h 86822"/>
                <a:gd name="connsiteX7" fmla="*/ 0 w 86902"/>
                <a:gd name="connsiteY7" fmla="*/ 43411 h 86822"/>
                <a:gd name="connsiteX8" fmla="*/ 6390 w 86902"/>
                <a:gd name="connsiteY8" fmla="*/ 49795 h 86822"/>
                <a:gd name="connsiteX9" fmla="*/ 37062 w 86902"/>
                <a:gd name="connsiteY9" fmla="*/ 49795 h 86822"/>
                <a:gd name="connsiteX10" fmla="*/ 37062 w 86902"/>
                <a:gd name="connsiteY10" fmla="*/ 80438 h 86822"/>
                <a:gd name="connsiteX11" fmla="*/ 43451 w 86902"/>
                <a:gd name="connsiteY11" fmla="*/ 86822 h 86822"/>
                <a:gd name="connsiteX12" fmla="*/ 49841 w 86902"/>
                <a:gd name="connsiteY12" fmla="*/ 80438 h 86822"/>
                <a:gd name="connsiteX13" fmla="*/ 49841 w 86902"/>
                <a:gd name="connsiteY13" fmla="*/ 49795 h 86822"/>
                <a:gd name="connsiteX14" fmla="*/ 80513 w 86902"/>
                <a:gd name="connsiteY14" fmla="*/ 49795 h 86822"/>
                <a:gd name="connsiteX15" fmla="*/ 86903 w 86902"/>
                <a:gd name="connsiteY15" fmla="*/ 43411 h 86822"/>
                <a:gd name="connsiteX16" fmla="*/ 81152 w 86902"/>
                <a:gd name="connsiteY16" fmla="*/ 37027 h 86822"/>
                <a:gd name="connsiteX17" fmla="*/ 81152 w 86902"/>
                <a:gd name="connsiteY17" fmla="*/ 37027 h 86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6902" h="86822">
                  <a:moveTo>
                    <a:pt x="81152" y="37027"/>
                  </a:moveTo>
                  <a:lnTo>
                    <a:pt x="50481" y="37027"/>
                  </a:lnTo>
                  <a:lnTo>
                    <a:pt x="50481" y="6384"/>
                  </a:lnTo>
                  <a:cubicBezTo>
                    <a:pt x="50481" y="2554"/>
                    <a:pt x="47925" y="0"/>
                    <a:pt x="44091" y="0"/>
                  </a:cubicBezTo>
                  <a:cubicBezTo>
                    <a:pt x="40257" y="0"/>
                    <a:pt x="37701" y="2554"/>
                    <a:pt x="37701" y="6384"/>
                  </a:cubicBezTo>
                  <a:lnTo>
                    <a:pt x="37701" y="37027"/>
                  </a:lnTo>
                  <a:lnTo>
                    <a:pt x="6390" y="37027"/>
                  </a:lnTo>
                  <a:cubicBezTo>
                    <a:pt x="2556" y="37027"/>
                    <a:pt x="0" y="39581"/>
                    <a:pt x="0" y="43411"/>
                  </a:cubicBezTo>
                  <a:cubicBezTo>
                    <a:pt x="0" y="47241"/>
                    <a:pt x="2556" y="49795"/>
                    <a:pt x="6390" y="49795"/>
                  </a:cubicBezTo>
                  <a:lnTo>
                    <a:pt x="37062" y="49795"/>
                  </a:lnTo>
                  <a:lnTo>
                    <a:pt x="37062" y="80438"/>
                  </a:lnTo>
                  <a:cubicBezTo>
                    <a:pt x="37062" y="84268"/>
                    <a:pt x="39618" y="86822"/>
                    <a:pt x="43451" y="86822"/>
                  </a:cubicBezTo>
                  <a:cubicBezTo>
                    <a:pt x="47286" y="86822"/>
                    <a:pt x="49841" y="84268"/>
                    <a:pt x="49841" y="80438"/>
                  </a:cubicBezTo>
                  <a:lnTo>
                    <a:pt x="49841" y="49795"/>
                  </a:lnTo>
                  <a:lnTo>
                    <a:pt x="80513" y="49795"/>
                  </a:lnTo>
                  <a:cubicBezTo>
                    <a:pt x="84347" y="49795"/>
                    <a:pt x="86903" y="47241"/>
                    <a:pt x="86903" y="43411"/>
                  </a:cubicBezTo>
                  <a:cubicBezTo>
                    <a:pt x="86903" y="39581"/>
                    <a:pt x="84347" y="37027"/>
                    <a:pt x="81152" y="37027"/>
                  </a:cubicBezTo>
                  <a:lnTo>
                    <a:pt x="81152" y="37027"/>
                  </a:lnTo>
                  <a:close/>
                </a:path>
              </a:pathLst>
            </a:custGeom>
            <a:solidFill>
              <a:srgbClr val="00ABAB"/>
            </a:solidFill>
            <a:ln w="6390" cap="flat">
              <a:noFill/>
              <a:prstDash val="solid"/>
              <a:miter/>
            </a:ln>
          </p:spPr>
          <p:txBody>
            <a:bodyPr rtlCol="0" anchor="ctr"/>
            <a:lstStyle/>
            <a:p>
              <a:endParaRPr lang="en-US"/>
            </a:p>
          </p:txBody>
        </p:sp>
      </p:grpSp>
      <p:grpSp>
        <p:nvGrpSpPr>
          <p:cNvPr id="1339" name="Graphic 1100">
            <a:extLst>
              <a:ext uri="{FF2B5EF4-FFF2-40B4-BE49-F238E27FC236}">
                <a16:creationId xmlns:a16="http://schemas.microsoft.com/office/drawing/2014/main" id="{A7D8B5A1-749C-B646-B12B-DE1E278047FB}"/>
              </a:ext>
            </a:extLst>
          </p:cNvPr>
          <p:cNvGrpSpPr/>
          <p:nvPr/>
        </p:nvGrpSpPr>
        <p:grpSpPr>
          <a:xfrm>
            <a:off x="4661459" y="2859711"/>
            <a:ext cx="362313" cy="361971"/>
            <a:chOff x="4661459" y="2859711"/>
            <a:chExt cx="362313" cy="361971"/>
          </a:xfrm>
          <a:solidFill>
            <a:srgbClr val="00ABAB"/>
          </a:solidFill>
        </p:grpSpPr>
        <p:sp>
          <p:nvSpPr>
            <p:cNvPr id="1340" name="Graphic 1100">
              <a:extLst>
                <a:ext uri="{FF2B5EF4-FFF2-40B4-BE49-F238E27FC236}">
                  <a16:creationId xmlns:a16="http://schemas.microsoft.com/office/drawing/2014/main" id="{92D4D1FD-B96E-F34D-8F97-AE7332BC973A}"/>
                </a:ext>
              </a:extLst>
            </p:cNvPr>
            <p:cNvSpPr/>
            <p:nvPr/>
          </p:nvSpPr>
          <p:spPr>
            <a:xfrm>
              <a:off x="4661459" y="2859711"/>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5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ubicBezTo>
                    <a:pt x="181474" y="0"/>
                    <a:pt x="181474"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50168" y="273234"/>
                    <a:pt x="274767" y="348565"/>
                    <a:pt x="181474" y="349204"/>
                  </a:cubicBezTo>
                  <a:close/>
                </a:path>
              </a:pathLst>
            </a:custGeom>
            <a:solidFill>
              <a:srgbClr val="00ABAB"/>
            </a:solidFill>
            <a:ln w="6390" cap="flat">
              <a:noFill/>
              <a:prstDash val="solid"/>
              <a:miter/>
            </a:ln>
          </p:spPr>
          <p:txBody>
            <a:bodyPr rtlCol="0" anchor="ctr"/>
            <a:lstStyle/>
            <a:p>
              <a:endParaRPr lang="en-US"/>
            </a:p>
          </p:txBody>
        </p:sp>
        <p:sp>
          <p:nvSpPr>
            <p:cNvPr id="1341" name="Graphic 1100">
              <a:extLst>
                <a:ext uri="{FF2B5EF4-FFF2-40B4-BE49-F238E27FC236}">
                  <a16:creationId xmlns:a16="http://schemas.microsoft.com/office/drawing/2014/main" id="{FEB46878-F295-C146-81C3-20E7C6B84E72}"/>
                </a:ext>
              </a:extLst>
            </p:cNvPr>
            <p:cNvSpPr/>
            <p:nvPr/>
          </p:nvSpPr>
          <p:spPr>
            <a:xfrm>
              <a:off x="4741333" y="2931212"/>
              <a:ext cx="204477" cy="218970"/>
            </a:xfrm>
            <a:custGeom>
              <a:avLst/>
              <a:gdLst>
                <a:gd name="connsiteX0" fmla="*/ 197449 w 204477"/>
                <a:gd name="connsiteY0" fmla="*/ 80438 h 218970"/>
                <a:gd name="connsiteX1" fmla="*/ 181474 w 204477"/>
                <a:gd name="connsiteY1" fmla="*/ 80438 h 218970"/>
                <a:gd name="connsiteX2" fmla="*/ 181474 w 204477"/>
                <a:gd name="connsiteY2" fmla="*/ 58094 h 218970"/>
                <a:gd name="connsiteX3" fmla="*/ 180835 w 204477"/>
                <a:gd name="connsiteY3" fmla="*/ 55541 h 218970"/>
                <a:gd name="connsiteX4" fmla="*/ 179557 w 204477"/>
                <a:gd name="connsiteY4" fmla="*/ 53625 h 218970"/>
                <a:gd name="connsiteX5" fmla="*/ 127799 w 204477"/>
                <a:gd name="connsiteY5" fmla="*/ 1915 h 218970"/>
                <a:gd name="connsiteX6" fmla="*/ 125882 w 204477"/>
                <a:gd name="connsiteY6" fmla="*/ 638 h 218970"/>
                <a:gd name="connsiteX7" fmla="*/ 123326 w 204477"/>
                <a:gd name="connsiteY7" fmla="*/ 0 h 218970"/>
                <a:gd name="connsiteX8" fmla="*/ 27477 w 204477"/>
                <a:gd name="connsiteY8" fmla="*/ 0 h 218970"/>
                <a:gd name="connsiteX9" fmla="*/ 21087 w 204477"/>
                <a:gd name="connsiteY9" fmla="*/ 6384 h 218970"/>
                <a:gd name="connsiteX10" fmla="*/ 21087 w 204477"/>
                <a:gd name="connsiteY10" fmla="*/ 81077 h 218970"/>
                <a:gd name="connsiteX11" fmla="*/ 6390 w 204477"/>
                <a:gd name="connsiteY11" fmla="*/ 81077 h 218970"/>
                <a:gd name="connsiteX12" fmla="*/ 0 w 204477"/>
                <a:gd name="connsiteY12" fmla="*/ 87461 h 218970"/>
                <a:gd name="connsiteX13" fmla="*/ 0 w 204477"/>
                <a:gd name="connsiteY13" fmla="*/ 183220 h 218970"/>
                <a:gd name="connsiteX14" fmla="*/ 6390 w 204477"/>
                <a:gd name="connsiteY14" fmla="*/ 189604 h 218970"/>
                <a:gd name="connsiteX15" fmla="*/ 22365 w 204477"/>
                <a:gd name="connsiteY15" fmla="*/ 189604 h 218970"/>
                <a:gd name="connsiteX16" fmla="*/ 22365 w 204477"/>
                <a:gd name="connsiteY16" fmla="*/ 212587 h 218970"/>
                <a:gd name="connsiteX17" fmla="*/ 28755 w 204477"/>
                <a:gd name="connsiteY17" fmla="*/ 218971 h 218970"/>
                <a:gd name="connsiteX18" fmla="*/ 175723 w 204477"/>
                <a:gd name="connsiteY18" fmla="*/ 218971 h 218970"/>
                <a:gd name="connsiteX19" fmla="*/ 182113 w 204477"/>
                <a:gd name="connsiteY19" fmla="*/ 212587 h 218970"/>
                <a:gd name="connsiteX20" fmla="*/ 182113 w 204477"/>
                <a:gd name="connsiteY20" fmla="*/ 189604 h 218970"/>
                <a:gd name="connsiteX21" fmla="*/ 198088 w 204477"/>
                <a:gd name="connsiteY21" fmla="*/ 189604 h 218970"/>
                <a:gd name="connsiteX22" fmla="*/ 204478 w 204477"/>
                <a:gd name="connsiteY22" fmla="*/ 183220 h 218970"/>
                <a:gd name="connsiteX23" fmla="*/ 204478 w 204477"/>
                <a:gd name="connsiteY23" fmla="*/ 87461 h 218970"/>
                <a:gd name="connsiteX24" fmla="*/ 197449 w 204477"/>
                <a:gd name="connsiteY24" fmla="*/ 80438 h 218970"/>
                <a:gd name="connsiteX25" fmla="*/ 197449 w 204477"/>
                <a:gd name="connsiteY25" fmla="*/ 80438 h 218970"/>
                <a:gd name="connsiteX26" fmla="*/ 130355 w 204477"/>
                <a:gd name="connsiteY26" fmla="*/ 21706 h 218970"/>
                <a:gd name="connsiteX27" fmla="*/ 160387 w 204477"/>
                <a:gd name="connsiteY27" fmla="*/ 51072 h 218970"/>
                <a:gd name="connsiteX28" fmla="*/ 130355 w 204477"/>
                <a:gd name="connsiteY28" fmla="*/ 51072 h 218970"/>
                <a:gd name="connsiteX29" fmla="*/ 130355 w 204477"/>
                <a:gd name="connsiteY29" fmla="*/ 21706 h 218970"/>
                <a:gd name="connsiteX30" fmla="*/ 34506 w 204477"/>
                <a:gd name="connsiteY30" fmla="*/ 12768 h 218970"/>
                <a:gd name="connsiteX31" fmla="*/ 117575 w 204477"/>
                <a:gd name="connsiteY31" fmla="*/ 12768 h 218970"/>
                <a:gd name="connsiteX32" fmla="*/ 117575 w 204477"/>
                <a:gd name="connsiteY32" fmla="*/ 58094 h 218970"/>
                <a:gd name="connsiteX33" fmla="*/ 123965 w 204477"/>
                <a:gd name="connsiteY33" fmla="*/ 64478 h 218970"/>
                <a:gd name="connsiteX34" fmla="*/ 169333 w 204477"/>
                <a:gd name="connsiteY34" fmla="*/ 64478 h 218970"/>
                <a:gd name="connsiteX35" fmla="*/ 169333 w 204477"/>
                <a:gd name="connsiteY35" fmla="*/ 81077 h 218970"/>
                <a:gd name="connsiteX36" fmla="*/ 35145 w 204477"/>
                <a:gd name="connsiteY36" fmla="*/ 81077 h 218970"/>
                <a:gd name="connsiteX37" fmla="*/ 34506 w 204477"/>
                <a:gd name="connsiteY37" fmla="*/ 12768 h 218970"/>
                <a:gd name="connsiteX38" fmla="*/ 168695 w 204477"/>
                <a:gd name="connsiteY38" fmla="*/ 205564 h 218970"/>
                <a:gd name="connsiteX39" fmla="*/ 34506 w 204477"/>
                <a:gd name="connsiteY39" fmla="*/ 205564 h 218970"/>
                <a:gd name="connsiteX40" fmla="*/ 34506 w 204477"/>
                <a:gd name="connsiteY40" fmla="*/ 188966 h 218970"/>
                <a:gd name="connsiteX41" fmla="*/ 168695 w 204477"/>
                <a:gd name="connsiteY41" fmla="*/ 188966 h 218970"/>
                <a:gd name="connsiteX42" fmla="*/ 168695 w 204477"/>
                <a:gd name="connsiteY42" fmla="*/ 205564 h 218970"/>
                <a:gd name="connsiteX43" fmla="*/ 191059 w 204477"/>
                <a:gd name="connsiteY43" fmla="*/ 176198 h 218970"/>
                <a:gd name="connsiteX44" fmla="*/ 12780 w 204477"/>
                <a:gd name="connsiteY44" fmla="*/ 176198 h 218970"/>
                <a:gd name="connsiteX45" fmla="*/ 12780 w 204477"/>
                <a:gd name="connsiteY45" fmla="*/ 93206 h 218970"/>
                <a:gd name="connsiteX46" fmla="*/ 191059 w 204477"/>
                <a:gd name="connsiteY46" fmla="*/ 93206 h 218970"/>
                <a:gd name="connsiteX47" fmla="*/ 191059 w 204477"/>
                <a:gd name="connsiteY47" fmla="*/ 176198 h 21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4477" h="218970">
                  <a:moveTo>
                    <a:pt x="197449" y="80438"/>
                  </a:moveTo>
                  <a:lnTo>
                    <a:pt x="181474" y="80438"/>
                  </a:lnTo>
                  <a:lnTo>
                    <a:pt x="181474" y="58094"/>
                  </a:lnTo>
                  <a:cubicBezTo>
                    <a:pt x="181474" y="57456"/>
                    <a:pt x="181474" y="56179"/>
                    <a:pt x="180835" y="55541"/>
                  </a:cubicBezTo>
                  <a:cubicBezTo>
                    <a:pt x="180835" y="54902"/>
                    <a:pt x="180196" y="54264"/>
                    <a:pt x="179557" y="53625"/>
                  </a:cubicBezTo>
                  <a:lnTo>
                    <a:pt x="127799" y="1915"/>
                  </a:lnTo>
                  <a:cubicBezTo>
                    <a:pt x="127160" y="1277"/>
                    <a:pt x="126521" y="638"/>
                    <a:pt x="125882" y="638"/>
                  </a:cubicBezTo>
                  <a:cubicBezTo>
                    <a:pt x="125243" y="0"/>
                    <a:pt x="124604" y="0"/>
                    <a:pt x="123326" y="0"/>
                  </a:cubicBezTo>
                  <a:lnTo>
                    <a:pt x="27477" y="0"/>
                  </a:lnTo>
                  <a:cubicBezTo>
                    <a:pt x="23643" y="0"/>
                    <a:pt x="21087" y="2554"/>
                    <a:pt x="21087" y="6384"/>
                  </a:cubicBezTo>
                  <a:lnTo>
                    <a:pt x="21087" y="81077"/>
                  </a:lnTo>
                  <a:lnTo>
                    <a:pt x="6390" y="81077"/>
                  </a:lnTo>
                  <a:cubicBezTo>
                    <a:pt x="2556" y="81077"/>
                    <a:pt x="0" y="83630"/>
                    <a:pt x="0" y="87461"/>
                  </a:cubicBezTo>
                  <a:lnTo>
                    <a:pt x="0" y="183220"/>
                  </a:lnTo>
                  <a:cubicBezTo>
                    <a:pt x="0" y="187051"/>
                    <a:pt x="2556" y="189604"/>
                    <a:pt x="6390" y="189604"/>
                  </a:cubicBezTo>
                  <a:lnTo>
                    <a:pt x="22365" y="189604"/>
                  </a:lnTo>
                  <a:lnTo>
                    <a:pt x="22365" y="212587"/>
                  </a:lnTo>
                  <a:cubicBezTo>
                    <a:pt x="22365" y="216417"/>
                    <a:pt x="24921" y="218971"/>
                    <a:pt x="28755" y="218971"/>
                  </a:cubicBezTo>
                  <a:lnTo>
                    <a:pt x="175723" y="218971"/>
                  </a:lnTo>
                  <a:cubicBezTo>
                    <a:pt x="179557" y="218971"/>
                    <a:pt x="182113" y="216417"/>
                    <a:pt x="182113" y="212587"/>
                  </a:cubicBezTo>
                  <a:lnTo>
                    <a:pt x="182113" y="189604"/>
                  </a:lnTo>
                  <a:lnTo>
                    <a:pt x="198088" y="189604"/>
                  </a:lnTo>
                  <a:cubicBezTo>
                    <a:pt x="201922" y="189604"/>
                    <a:pt x="204478" y="187051"/>
                    <a:pt x="204478" y="183220"/>
                  </a:cubicBezTo>
                  <a:lnTo>
                    <a:pt x="204478" y="87461"/>
                  </a:lnTo>
                  <a:cubicBezTo>
                    <a:pt x="203839" y="83630"/>
                    <a:pt x="201283" y="81077"/>
                    <a:pt x="197449" y="80438"/>
                  </a:cubicBezTo>
                  <a:cubicBezTo>
                    <a:pt x="197449" y="81077"/>
                    <a:pt x="197449" y="80438"/>
                    <a:pt x="197449" y="80438"/>
                  </a:cubicBezTo>
                  <a:close/>
                  <a:moveTo>
                    <a:pt x="130355" y="21706"/>
                  </a:moveTo>
                  <a:lnTo>
                    <a:pt x="160387" y="51072"/>
                  </a:lnTo>
                  <a:lnTo>
                    <a:pt x="130355" y="51072"/>
                  </a:lnTo>
                  <a:lnTo>
                    <a:pt x="130355" y="21706"/>
                  </a:lnTo>
                  <a:close/>
                  <a:moveTo>
                    <a:pt x="34506" y="12768"/>
                  </a:moveTo>
                  <a:lnTo>
                    <a:pt x="117575" y="12768"/>
                  </a:lnTo>
                  <a:lnTo>
                    <a:pt x="117575" y="58094"/>
                  </a:lnTo>
                  <a:cubicBezTo>
                    <a:pt x="117575" y="61925"/>
                    <a:pt x="120131" y="64478"/>
                    <a:pt x="123965" y="64478"/>
                  </a:cubicBezTo>
                  <a:lnTo>
                    <a:pt x="169333" y="64478"/>
                  </a:lnTo>
                  <a:lnTo>
                    <a:pt x="169333" y="81077"/>
                  </a:lnTo>
                  <a:lnTo>
                    <a:pt x="35145" y="81077"/>
                  </a:lnTo>
                  <a:lnTo>
                    <a:pt x="34506" y="12768"/>
                  </a:lnTo>
                  <a:close/>
                  <a:moveTo>
                    <a:pt x="168695" y="205564"/>
                  </a:moveTo>
                  <a:lnTo>
                    <a:pt x="34506" y="205564"/>
                  </a:lnTo>
                  <a:lnTo>
                    <a:pt x="34506" y="188966"/>
                  </a:lnTo>
                  <a:lnTo>
                    <a:pt x="168695" y="188966"/>
                  </a:lnTo>
                  <a:lnTo>
                    <a:pt x="168695" y="205564"/>
                  </a:lnTo>
                  <a:close/>
                  <a:moveTo>
                    <a:pt x="191059" y="176198"/>
                  </a:moveTo>
                  <a:lnTo>
                    <a:pt x="12780" y="176198"/>
                  </a:lnTo>
                  <a:lnTo>
                    <a:pt x="12780" y="93206"/>
                  </a:lnTo>
                  <a:lnTo>
                    <a:pt x="191059" y="93206"/>
                  </a:lnTo>
                  <a:lnTo>
                    <a:pt x="191059" y="176198"/>
                  </a:lnTo>
                  <a:close/>
                </a:path>
              </a:pathLst>
            </a:custGeom>
            <a:solidFill>
              <a:srgbClr val="00ABAB"/>
            </a:solidFill>
            <a:ln w="6390" cap="flat">
              <a:noFill/>
              <a:prstDash val="solid"/>
              <a:miter/>
            </a:ln>
          </p:spPr>
          <p:txBody>
            <a:bodyPr rtlCol="0" anchor="ctr"/>
            <a:lstStyle/>
            <a:p>
              <a:endParaRPr lang="en-US"/>
            </a:p>
          </p:txBody>
        </p:sp>
        <p:sp>
          <p:nvSpPr>
            <p:cNvPr id="1342" name="Graphic 1100">
              <a:extLst>
                <a:ext uri="{FF2B5EF4-FFF2-40B4-BE49-F238E27FC236}">
                  <a16:creationId xmlns:a16="http://schemas.microsoft.com/office/drawing/2014/main" id="{05D5C064-96C6-8C4F-8DA8-5E93D7929E59}"/>
                </a:ext>
              </a:extLst>
            </p:cNvPr>
            <p:cNvSpPr/>
            <p:nvPr/>
          </p:nvSpPr>
          <p:spPr>
            <a:xfrm>
              <a:off x="4768809" y="3039050"/>
              <a:ext cx="44810" cy="55672"/>
            </a:xfrm>
            <a:custGeom>
              <a:avLst/>
              <a:gdLst>
                <a:gd name="connsiteX0" fmla="*/ 5751 w 44810"/>
                <a:gd name="connsiteY0" fmla="*/ 51 h 55672"/>
                <a:gd name="connsiteX1" fmla="*/ 0 w 44810"/>
                <a:gd name="connsiteY1" fmla="*/ 6435 h 55672"/>
                <a:gd name="connsiteX2" fmla="*/ 0 w 44810"/>
                <a:gd name="connsiteY2" fmla="*/ 49208 h 55672"/>
                <a:gd name="connsiteX3" fmla="*/ 5751 w 44810"/>
                <a:gd name="connsiteY3" fmla="*/ 55592 h 55672"/>
                <a:gd name="connsiteX4" fmla="*/ 10224 w 44810"/>
                <a:gd name="connsiteY4" fmla="*/ 55592 h 55672"/>
                <a:gd name="connsiteX5" fmla="*/ 36423 w 44810"/>
                <a:gd name="connsiteY5" fmla="*/ 47293 h 55672"/>
                <a:gd name="connsiteX6" fmla="*/ 44730 w 44810"/>
                <a:gd name="connsiteY6" fmla="*/ 26864 h 55672"/>
                <a:gd name="connsiteX7" fmla="*/ 37062 w 44810"/>
                <a:gd name="connsiteY7" fmla="*/ 8989 h 55672"/>
                <a:gd name="connsiteX8" fmla="*/ 5751 w 44810"/>
                <a:gd name="connsiteY8" fmla="*/ 51 h 55672"/>
                <a:gd name="connsiteX9" fmla="*/ 27477 w 44810"/>
                <a:gd name="connsiteY9" fmla="*/ 37717 h 55672"/>
                <a:gd name="connsiteX10" fmla="*/ 12141 w 44810"/>
                <a:gd name="connsiteY10" fmla="*/ 42824 h 55672"/>
                <a:gd name="connsiteX11" fmla="*/ 12141 w 44810"/>
                <a:gd name="connsiteY11" fmla="*/ 12819 h 55672"/>
                <a:gd name="connsiteX12" fmla="*/ 28116 w 44810"/>
                <a:gd name="connsiteY12" fmla="*/ 17926 h 55672"/>
                <a:gd name="connsiteX13" fmla="*/ 31311 w 44810"/>
                <a:gd name="connsiteY13" fmla="*/ 26225 h 55672"/>
                <a:gd name="connsiteX14" fmla="*/ 27477 w 44810"/>
                <a:gd name="connsiteY14" fmla="*/ 37717 h 5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810" h="55672">
                  <a:moveTo>
                    <a:pt x="5751" y="51"/>
                  </a:moveTo>
                  <a:cubicBezTo>
                    <a:pt x="2556" y="51"/>
                    <a:pt x="0" y="3243"/>
                    <a:pt x="0" y="6435"/>
                  </a:cubicBezTo>
                  <a:lnTo>
                    <a:pt x="0" y="49208"/>
                  </a:lnTo>
                  <a:cubicBezTo>
                    <a:pt x="0" y="52400"/>
                    <a:pt x="2556" y="54953"/>
                    <a:pt x="5751" y="55592"/>
                  </a:cubicBezTo>
                  <a:cubicBezTo>
                    <a:pt x="5751" y="55592"/>
                    <a:pt x="7668" y="55592"/>
                    <a:pt x="10224" y="55592"/>
                  </a:cubicBezTo>
                  <a:cubicBezTo>
                    <a:pt x="19809" y="56230"/>
                    <a:pt x="28755" y="53038"/>
                    <a:pt x="36423" y="47293"/>
                  </a:cubicBezTo>
                  <a:cubicBezTo>
                    <a:pt x="42174" y="42185"/>
                    <a:pt x="45369" y="34525"/>
                    <a:pt x="44730" y="26864"/>
                  </a:cubicBezTo>
                  <a:cubicBezTo>
                    <a:pt x="44730" y="19841"/>
                    <a:pt x="42174" y="13457"/>
                    <a:pt x="37062" y="8989"/>
                  </a:cubicBezTo>
                  <a:cubicBezTo>
                    <a:pt x="26199" y="-1226"/>
                    <a:pt x="7668" y="51"/>
                    <a:pt x="5751" y="51"/>
                  </a:cubicBezTo>
                  <a:close/>
                  <a:moveTo>
                    <a:pt x="27477" y="37717"/>
                  </a:moveTo>
                  <a:cubicBezTo>
                    <a:pt x="23004" y="40909"/>
                    <a:pt x="17892" y="42824"/>
                    <a:pt x="12141" y="42824"/>
                  </a:cubicBezTo>
                  <a:lnTo>
                    <a:pt x="12141" y="12819"/>
                  </a:lnTo>
                  <a:cubicBezTo>
                    <a:pt x="17892" y="12819"/>
                    <a:pt x="23643" y="14734"/>
                    <a:pt x="28116" y="17926"/>
                  </a:cubicBezTo>
                  <a:cubicBezTo>
                    <a:pt x="30672" y="19841"/>
                    <a:pt x="31950" y="23033"/>
                    <a:pt x="31311" y="26225"/>
                  </a:cubicBezTo>
                  <a:cubicBezTo>
                    <a:pt x="31950" y="31333"/>
                    <a:pt x="30672" y="35163"/>
                    <a:pt x="27477" y="37717"/>
                  </a:cubicBezTo>
                  <a:close/>
                </a:path>
              </a:pathLst>
            </a:custGeom>
            <a:solidFill>
              <a:srgbClr val="00ABAB"/>
            </a:solidFill>
            <a:ln w="6390" cap="flat">
              <a:noFill/>
              <a:prstDash val="solid"/>
              <a:miter/>
            </a:ln>
          </p:spPr>
          <p:txBody>
            <a:bodyPr rtlCol="0" anchor="ctr"/>
            <a:lstStyle/>
            <a:p>
              <a:endParaRPr lang="en-US"/>
            </a:p>
          </p:txBody>
        </p:sp>
        <p:sp>
          <p:nvSpPr>
            <p:cNvPr id="1343" name="Graphic 1100">
              <a:extLst>
                <a:ext uri="{FF2B5EF4-FFF2-40B4-BE49-F238E27FC236}">
                  <a16:creationId xmlns:a16="http://schemas.microsoft.com/office/drawing/2014/main" id="{9CAC44F6-6CDD-1B46-9BD2-F3F33C70AE88}"/>
                </a:ext>
              </a:extLst>
            </p:cNvPr>
            <p:cNvSpPr/>
            <p:nvPr/>
          </p:nvSpPr>
          <p:spPr>
            <a:xfrm>
              <a:off x="4876765" y="3037083"/>
              <a:ext cx="40780" cy="56990"/>
            </a:xfrm>
            <a:custGeom>
              <a:avLst/>
              <a:gdLst>
                <a:gd name="connsiteX0" fmla="*/ 37096 w 40780"/>
                <a:gd name="connsiteY0" fmla="*/ 2657 h 56990"/>
                <a:gd name="connsiteX1" fmla="*/ 7702 w 40780"/>
                <a:gd name="connsiteY1" fmla="*/ 7764 h 56990"/>
                <a:gd name="connsiteX2" fmla="*/ 5785 w 40780"/>
                <a:gd name="connsiteY2" fmla="*/ 47983 h 56990"/>
                <a:gd name="connsiteX3" fmla="*/ 25594 w 40780"/>
                <a:gd name="connsiteY3" fmla="*/ 56921 h 56990"/>
                <a:gd name="connsiteX4" fmla="*/ 34540 w 40780"/>
                <a:gd name="connsiteY4" fmla="*/ 55644 h 56990"/>
                <a:gd name="connsiteX5" fmla="*/ 39652 w 40780"/>
                <a:gd name="connsiteY5" fmla="*/ 47983 h 56990"/>
                <a:gd name="connsiteX6" fmla="*/ 31984 w 40780"/>
                <a:gd name="connsiteY6" fmla="*/ 42876 h 56990"/>
                <a:gd name="connsiteX7" fmla="*/ 16009 w 40780"/>
                <a:gd name="connsiteY7" fmla="*/ 39684 h 56990"/>
                <a:gd name="connsiteX8" fmla="*/ 17287 w 40780"/>
                <a:gd name="connsiteY8" fmla="*/ 16063 h 56990"/>
                <a:gd name="connsiteX9" fmla="*/ 31984 w 40780"/>
                <a:gd name="connsiteY9" fmla="*/ 13510 h 56990"/>
                <a:gd name="connsiteX10" fmla="*/ 40291 w 40780"/>
                <a:gd name="connsiteY10" fmla="*/ 10318 h 56990"/>
                <a:gd name="connsiteX11" fmla="*/ 37096 w 40780"/>
                <a:gd name="connsiteY11" fmla="*/ 2657 h 56990"/>
                <a:gd name="connsiteX12" fmla="*/ 37096 w 40780"/>
                <a:gd name="connsiteY12" fmla="*/ 2657 h 56990"/>
                <a:gd name="connsiteX13" fmla="*/ 37096 w 40780"/>
                <a:gd name="connsiteY13" fmla="*/ 2657 h 56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780" h="56990">
                  <a:moveTo>
                    <a:pt x="37096" y="2657"/>
                  </a:moveTo>
                  <a:cubicBezTo>
                    <a:pt x="27511" y="-2450"/>
                    <a:pt x="15370" y="103"/>
                    <a:pt x="7702" y="7764"/>
                  </a:cubicBezTo>
                  <a:cubicBezTo>
                    <a:pt x="-1883" y="19255"/>
                    <a:pt x="-2522" y="35854"/>
                    <a:pt x="5785" y="47983"/>
                  </a:cubicBezTo>
                  <a:cubicBezTo>
                    <a:pt x="10258" y="53729"/>
                    <a:pt x="17926" y="57559"/>
                    <a:pt x="25594" y="56921"/>
                  </a:cubicBezTo>
                  <a:cubicBezTo>
                    <a:pt x="28789" y="56921"/>
                    <a:pt x="31345" y="56282"/>
                    <a:pt x="34540" y="55644"/>
                  </a:cubicBezTo>
                  <a:cubicBezTo>
                    <a:pt x="38374" y="55006"/>
                    <a:pt x="40291" y="51175"/>
                    <a:pt x="39652" y="47983"/>
                  </a:cubicBezTo>
                  <a:cubicBezTo>
                    <a:pt x="39013" y="44153"/>
                    <a:pt x="35179" y="42238"/>
                    <a:pt x="31984" y="42876"/>
                  </a:cubicBezTo>
                  <a:cubicBezTo>
                    <a:pt x="23038" y="44791"/>
                    <a:pt x="19204" y="42876"/>
                    <a:pt x="16009" y="39684"/>
                  </a:cubicBezTo>
                  <a:cubicBezTo>
                    <a:pt x="10897" y="32662"/>
                    <a:pt x="11536" y="23086"/>
                    <a:pt x="17287" y="16063"/>
                  </a:cubicBezTo>
                  <a:cubicBezTo>
                    <a:pt x="21121" y="12233"/>
                    <a:pt x="26872" y="11595"/>
                    <a:pt x="31984" y="13510"/>
                  </a:cubicBezTo>
                  <a:cubicBezTo>
                    <a:pt x="35179" y="14787"/>
                    <a:pt x="39013" y="13510"/>
                    <a:pt x="40291" y="10318"/>
                  </a:cubicBezTo>
                  <a:cubicBezTo>
                    <a:pt x="41569" y="7764"/>
                    <a:pt x="40291" y="3934"/>
                    <a:pt x="37096" y="2657"/>
                  </a:cubicBezTo>
                  <a:cubicBezTo>
                    <a:pt x="37096" y="2657"/>
                    <a:pt x="37096" y="2657"/>
                    <a:pt x="37096" y="2657"/>
                  </a:cubicBezTo>
                  <a:lnTo>
                    <a:pt x="37096" y="2657"/>
                  </a:lnTo>
                  <a:close/>
                </a:path>
              </a:pathLst>
            </a:custGeom>
            <a:solidFill>
              <a:srgbClr val="00ABAB"/>
            </a:solidFill>
            <a:ln w="6390" cap="flat">
              <a:noFill/>
              <a:prstDash val="solid"/>
              <a:miter/>
            </a:ln>
          </p:spPr>
          <p:txBody>
            <a:bodyPr rtlCol="0" anchor="ctr"/>
            <a:lstStyle/>
            <a:p>
              <a:endParaRPr lang="en-US"/>
            </a:p>
          </p:txBody>
        </p:sp>
        <p:sp>
          <p:nvSpPr>
            <p:cNvPr id="1344" name="Graphic 1100">
              <a:extLst>
                <a:ext uri="{FF2B5EF4-FFF2-40B4-BE49-F238E27FC236}">
                  <a16:creationId xmlns:a16="http://schemas.microsoft.com/office/drawing/2014/main" id="{C8395C9E-C319-4C4E-B458-E499CE4EE8AE}"/>
                </a:ext>
              </a:extLst>
            </p:cNvPr>
            <p:cNvSpPr/>
            <p:nvPr/>
          </p:nvSpPr>
          <p:spPr>
            <a:xfrm>
              <a:off x="4815364" y="3037094"/>
              <a:ext cx="56348" cy="56363"/>
            </a:xfrm>
            <a:custGeom>
              <a:avLst/>
              <a:gdLst>
                <a:gd name="connsiteX0" fmla="*/ 30125 w 56348"/>
                <a:gd name="connsiteY0" fmla="*/ 92 h 56363"/>
                <a:gd name="connsiteX1" fmla="*/ 92 w 56348"/>
                <a:gd name="connsiteY1" fmla="*/ 26267 h 56363"/>
                <a:gd name="connsiteX2" fmla="*/ 26291 w 56348"/>
                <a:gd name="connsiteY2" fmla="*/ 56271 h 56363"/>
                <a:gd name="connsiteX3" fmla="*/ 56324 w 56348"/>
                <a:gd name="connsiteY3" fmla="*/ 30097 h 56363"/>
                <a:gd name="connsiteX4" fmla="*/ 56324 w 56348"/>
                <a:gd name="connsiteY4" fmla="*/ 28182 h 56363"/>
                <a:gd name="connsiteX5" fmla="*/ 30125 w 56348"/>
                <a:gd name="connsiteY5" fmla="*/ 92 h 56363"/>
                <a:gd name="connsiteX6" fmla="*/ 30125 w 56348"/>
                <a:gd name="connsiteY6" fmla="*/ 43503 h 56363"/>
                <a:gd name="connsiteX7" fmla="*/ 12872 w 56348"/>
                <a:gd name="connsiteY7" fmla="*/ 30097 h 56363"/>
                <a:gd name="connsiteX8" fmla="*/ 26291 w 56348"/>
                <a:gd name="connsiteY8" fmla="*/ 12860 h 56363"/>
                <a:gd name="connsiteX9" fmla="*/ 43544 w 56348"/>
                <a:gd name="connsiteY9" fmla="*/ 26267 h 56363"/>
                <a:gd name="connsiteX10" fmla="*/ 43544 w 56348"/>
                <a:gd name="connsiteY10" fmla="*/ 28182 h 56363"/>
                <a:gd name="connsiteX11" fmla="*/ 30125 w 56348"/>
                <a:gd name="connsiteY11" fmla="*/ 43503 h 56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348" h="56363">
                  <a:moveTo>
                    <a:pt x="30125" y="92"/>
                  </a:moveTo>
                  <a:cubicBezTo>
                    <a:pt x="14790" y="-1185"/>
                    <a:pt x="1370" y="10945"/>
                    <a:pt x="92" y="26267"/>
                  </a:cubicBezTo>
                  <a:cubicBezTo>
                    <a:pt x="-1185" y="41588"/>
                    <a:pt x="10955" y="54995"/>
                    <a:pt x="26291" y="56271"/>
                  </a:cubicBezTo>
                  <a:cubicBezTo>
                    <a:pt x="41627" y="57548"/>
                    <a:pt x="55046" y="45419"/>
                    <a:pt x="56324" y="30097"/>
                  </a:cubicBezTo>
                  <a:cubicBezTo>
                    <a:pt x="56324" y="29459"/>
                    <a:pt x="56324" y="28820"/>
                    <a:pt x="56324" y="28182"/>
                  </a:cubicBezTo>
                  <a:cubicBezTo>
                    <a:pt x="56963" y="13499"/>
                    <a:pt x="44822" y="731"/>
                    <a:pt x="30125" y="92"/>
                  </a:cubicBezTo>
                  <a:close/>
                  <a:moveTo>
                    <a:pt x="30125" y="43503"/>
                  </a:moveTo>
                  <a:cubicBezTo>
                    <a:pt x="21818" y="44780"/>
                    <a:pt x="14150" y="38396"/>
                    <a:pt x="12872" y="30097"/>
                  </a:cubicBezTo>
                  <a:cubicBezTo>
                    <a:pt x="11595" y="21798"/>
                    <a:pt x="17985" y="14137"/>
                    <a:pt x="26291" y="12860"/>
                  </a:cubicBezTo>
                  <a:cubicBezTo>
                    <a:pt x="34598" y="11583"/>
                    <a:pt x="42266" y="17967"/>
                    <a:pt x="43544" y="26267"/>
                  </a:cubicBezTo>
                  <a:cubicBezTo>
                    <a:pt x="43544" y="26905"/>
                    <a:pt x="43544" y="27543"/>
                    <a:pt x="43544" y="28182"/>
                  </a:cubicBezTo>
                  <a:cubicBezTo>
                    <a:pt x="44183" y="35843"/>
                    <a:pt x="37793" y="42865"/>
                    <a:pt x="30125" y="43503"/>
                  </a:cubicBezTo>
                  <a:close/>
                </a:path>
              </a:pathLst>
            </a:custGeom>
            <a:solidFill>
              <a:srgbClr val="00ABAB"/>
            </a:solidFill>
            <a:ln w="6390" cap="flat">
              <a:noFill/>
              <a:prstDash val="solid"/>
              <a:miter/>
            </a:ln>
          </p:spPr>
          <p:txBody>
            <a:bodyPr rtlCol="0" anchor="ctr"/>
            <a:lstStyle/>
            <a:p>
              <a:endParaRPr lang="en-US"/>
            </a:p>
          </p:txBody>
        </p:sp>
      </p:grpSp>
      <p:grpSp>
        <p:nvGrpSpPr>
          <p:cNvPr id="1345" name="Graphic 1100">
            <a:extLst>
              <a:ext uri="{FF2B5EF4-FFF2-40B4-BE49-F238E27FC236}">
                <a16:creationId xmlns:a16="http://schemas.microsoft.com/office/drawing/2014/main" id="{9FE6F741-E1A4-924F-ABA5-D9CAA1DD71E2}"/>
              </a:ext>
            </a:extLst>
          </p:cNvPr>
          <p:cNvGrpSpPr/>
          <p:nvPr/>
        </p:nvGrpSpPr>
        <p:grpSpPr>
          <a:xfrm>
            <a:off x="4661459" y="922173"/>
            <a:ext cx="362313" cy="361971"/>
            <a:chOff x="4661459" y="922173"/>
            <a:chExt cx="362313" cy="361971"/>
          </a:xfrm>
          <a:solidFill>
            <a:srgbClr val="00ABAB"/>
          </a:solidFill>
        </p:grpSpPr>
        <p:sp>
          <p:nvSpPr>
            <p:cNvPr id="1346" name="Graphic 1100">
              <a:extLst>
                <a:ext uri="{FF2B5EF4-FFF2-40B4-BE49-F238E27FC236}">
                  <a16:creationId xmlns:a16="http://schemas.microsoft.com/office/drawing/2014/main" id="{AFCC146A-97F6-E641-B68D-DDE58C2D8555}"/>
                </a:ext>
              </a:extLst>
            </p:cNvPr>
            <p:cNvSpPr/>
            <p:nvPr/>
          </p:nvSpPr>
          <p:spPr>
            <a:xfrm>
              <a:off x="4661459" y="92217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5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948" y="81077"/>
                    <a:pt x="281796" y="0"/>
                    <a:pt x="181474" y="0"/>
                  </a:cubicBezTo>
                  <a:cubicBezTo>
                    <a:pt x="182113" y="0"/>
                    <a:pt x="181474"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lnTo>
                    <a:pt x="349530" y="180667"/>
                  </a:lnTo>
                  <a:cubicBezTo>
                    <a:pt x="350168" y="273873"/>
                    <a:pt x="274767"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1347" name="Graphic 1100">
              <a:extLst>
                <a:ext uri="{FF2B5EF4-FFF2-40B4-BE49-F238E27FC236}">
                  <a16:creationId xmlns:a16="http://schemas.microsoft.com/office/drawing/2014/main" id="{2BF41C2E-93BE-3948-B6B2-3757D0759095}"/>
                </a:ext>
              </a:extLst>
            </p:cNvPr>
            <p:cNvSpPr/>
            <p:nvPr/>
          </p:nvSpPr>
          <p:spPr>
            <a:xfrm>
              <a:off x="4741333" y="993673"/>
              <a:ext cx="204477" cy="218970"/>
            </a:xfrm>
            <a:custGeom>
              <a:avLst/>
              <a:gdLst>
                <a:gd name="connsiteX0" fmla="*/ 197449 w 204477"/>
                <a:gd name="connsiteY0" fmla="*/ 81077 h 218970"/>
                <a:gd name="connsiteX1" fmla="*/ 181474 w 204477"/>
                <a:gd name="connsiteY1" fmla="*/ 81077 h 218970"/>
                <a:gd name="connsiteX2" fmla="*/ 181474 w 204477"/>
                <a:gd name="connsiteY2" fmla="*/ 58094 h 218970"/>
                <a:gd name="connsiteX3" fmla="*/ 180835 w 204477"/>
                <a:gd name="connsiteY3" fmla="*/ 55541 h 218970"/>
                <a:gd name="connsiteX4" fmla="*/ 179557 w 204477"/>
                <a:gd name="connsiteY4" fmla="*/ 53626 h 218970"/>
                <a:gd name="connsiteX5" fmla="*/ 127799 w 204477"/>
                <a:gd name="connsiteY5" fmla="*/ 1915 h 218970"/>
                <a:gd name="connsiteX6" fmla="*/ 125882 w 204477"/>
                <a:gd name="connsiteY6" fmla="*/ 638 h 218970"/>
                <a:gd name="connsiteX7" fmla="*/ 123326 w 204477"/>
                <a:gd name="connsiteY7" fmla="*/ 0 h 218970"/>
                <a:gd name="connsiteX8" fmla="*/ 27477 w 204477"/>
                <a:gd name="connsiteY8" fmla="*/ 0 h 218970"/>
                <a:gd name="connsiteX9" fmla="*/ 21087 w 204477"/>
                <a:gd name="connsiteY9" fmla="*/ 6384 h 218970"/>
                <a:gd name="connsiteX10" fmla="*/ 21087 w 204477"/>
                <a:gd name="connsiteY10" fmla="*/ 81077 h 218970"/>
                <a:gd name="connsiteX11" fmla="*/ 6390 w 204477"/>
                <a:gd name="connsiteY11" fmla="*/ 81077 h 218970"/>
                <a:gd name="connsiteX12" fmla="*/ 0 w 204477"/>
                <a:gd name="connsiteY12" fmla="*/ 87461 h 218970"/>
                <a:gd name="connsiteX13" fmla="*/ 0 w 204477"/>
                <a:gd name="connsiteY13" fmla="*/ 183220 h 218970"/>
                <a:gd name="connsiteX14" fmla="*/ 6390 w 204477"/>
                <a:gd name="connsiteY14" fmla="*/ 189604 h 218970"/>
                <a:gd name="connsiteX15" fmla="*/ 22365 w 204477"/>
                <a:gd name="connsiteY15" fmla="*/ 189604 h 218970"/>
                <a:gd name="connsiteX16" fmla="*/ 22365 w 204477"/>
                <a:gd name="connsiteY16" fmla="*/ 212587 h 218970"/>
                <a:gd name="connsiteX17" fmla="*/ 28755 w 204477"/>
                <a:gd name="connsiteY17" fmla="*/ 218971 h 218970"/>
                <a:gd name="connsiteX18" fmla="*/ 175723 w 204477"/>
                <a:gd name="connsiteY18" fmla="*/ 218971 h 218970"/>
                <a:gd name="connsiteX19" fmla="*/ 182113 w 204477"/>
                <a:gd name="connsiteY19" fmla="*/ 212587 h 218970"/>
                <a:gd name="connsiteX20" fmla="*/ 182113 w 204477"/>
                <a:gd name="connsiteY20" fmla="*/ 188966 h 218970"/>
                <a:gd name="connsiteX21" fmla="*/ 198088 w 204477"/>
                <a:gd name="connsiteY21" fmla="*/ 188966 h 218970"/>
                <a:gd name="connsiteX22" fmla="*/ 204478 w 204477"/>
                <a:gd name="connsiteY22" fmla="*/ 182582 h 218970"/>
                <a:gd name="connsiteX23" fmla="*/ 204478 w 204477"/>
                <a:gd name="connsiteY23" fmla="*/ 86822 h 218970"/>
                <a:gd name="connsiteX24" fmla="*/ 197449 w 204477"/>
                <a:gd name="connsiteY24" fmla="*/ 81077 h 218970"/>
                <a:gd name="connsiteX25" fmla="*/ 130355 w 204477"/>
                <a:gd name="connsiteY25" fmla="*/ 21706 h 218970"/>
                <a:gd name="connsiteX26" fmla="*/ 160387 w 204477"/>
                <a:gd name="connsiteY26" fmla="*/ 51072 h 218970"/>
                <a:gd name="connsiteX27" fmla="*/ 130994 w 204477"/>
                <a:gd name="connsiteY27" fmla="*/ 51072 h 218970"/>
                <a:gd name="connsiteX28" fmla="*/ 130355 w 204477"/>
                <a:gd name="connsiteY28" fmla="*/ 21706 h 218970"/>
                <a:gd name="connsiteX29" fmla="*/ 34506 w 204477"/>
                <a:gd name="connsiteY29" fmla="*/ 12768 h 218970"/>
                <a:gd name="connsiteX30" fmla="*/ 117575 w 204477"/>
                <a:gd name="connsiteY30" fmla="*/ 12768 h 218970"/>
                <a:gd name="connsiteX31" fmla="*/ 117575 w 204477"/>
                <a:gd name="connsiteY31" fmla="*/ 58094 h 218970"/>
                <a:gd name="connsiteX32" fmla="*/ 123965 w 204477"/>
                <a:gd name="connsiteY32" fmla="*/ 64478 h 218970"/>
                <a:gd name="connsiteX33" fmla="*/ 169333 w 204477"/>
                <a:gd name="connsiteY33" fmla="*/ 64478 h 218970"/>
                <a:gd name="connsiteX34" fmla="*/ 169333 w 204477"/>
                <a:gd name="connsiteY34" fmla="*/ 81077 h 218970"/>
                <a:gd name="connsiteX35" fmla="*/ 35145 w 204477"/>
                <a:gd name="connsiteY35" fmla="*/ 81077 h 218970"/>
                <a:gd name="connsiteX36" fmla="*/ 34506 w 204477"/>
                <a:gd name="connsiteY36" fmla="*/ 12768 h 218970"/>
                <a:gd name="connsiteX37" fmla="*/ 168695 w 204477"/>
                <a:gd name="connsiteY37" fmla="*/ 205564 h 218970"/>
                <a:gd name="connsiteX38" fmla="*/ 34506 w 204477"/>
                <a:gd name="connsiteY38" fmla="*/ 205564 h 218970"/>
                <a:gd name="connsiteX39" fmla="*/ 34506 w 204477"/>
                <a:gd name="connsiteY39" fmla="*/ 188966 h 218970"/>
                <a:gd name="connsiteX40" fmla="*/ 168695 w 204477"/>
                <a:gd name="connsiteY40" fmla="*/ 188966 h 218970"/>
                <a:gd name="connsiteX41" fmla="*/ 168695 w 204477"/>
                <a:gd name="connsiteY41" fmla="*/ 205564 h 218970"/>
                <a:gd name="connsiteX42" fmla="*/ 190420 w 204477"/>
                <a:gd name="connsiteY42" fmla="*/ 176198 h 218970"/>
                <a:gd name="connsiteX43" fmla="*/ 12780 w 204477"/>
                <a:gd name="connsiteY43" fmla="*/ 176198 h 218970"/>
                <a:gd name="connsiteX44" fmla="*/ 12780 w 204477"/>
                <a:gd name="connsiteY44" fmla="*/ 93206 h 218970"/>
                <a:gd name="connsiteX45" fmla="*/ 191059 w 204477"/>
                <a:gd name="connsiteY45" fmla="*/ 93206 h 218970"/>
                <a:gd name="connsiteX46" fmla="*/ 190420 w 204477"/>
                <a:gd name="connsiteY46" fmla="*/ 176198 h 21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04477" h="218970">
                  <a:moveTo>
                    <a:pt x="197449" y="81077"/>
                  </a:moveTo>
                  <a:lnTo>
                    <a:pt x="181474" y="81077"/>
                  </a:lnTo>
                  <a:lnTo>
                    <a:pt x="181474" y="58094"/>
                  </a:lnTo>
                  <a:cubicBezTo>
                    <a:pt x="181474" y="57456"/>
                    <a:pt x="181474" y="56179"/>
                    <a:pt x="180835" y="55541"/>
                  </a:cubicBezTo>
                  <a:cubicBezTo>
                    <a:pt x="180835" y="54902"/>
                    <a:pt x="180196" y="54264"/>
                    <a:pt x="179557" y="53626"/>
                  </a:cubicBezTo>
                  <a:lnTo>
                    <a:pt x="127799" y="1915"/>
                  </a:lnTo>
                  <a:cubicBezTo>
                    <a:pt x="127160" y="1277"/>
                    <a:pt x="126521" y="638"/>
                    <a:pt x="125882" y="638"/>
                  </a:cubicBezTo>
                  <a:cubicBezTo>
                    <a:pt x="125243" y="638"/>
                    <a:pt x="124604" y="0"/>
                    <a:pt x="123326" y="0"/>
                  </a:cubicBezTo>
                  <a:lnTo>
                    <a:pt x="27477" y="0"/>
                  </a:lnTo>
                  <a:cubicBezTo>
                    <a:pt x="23643" y="0"/>
                    <a:pt x="21087" y="2554"/>
                    <a:pt x="21087" y="6384"/>
                  </a:cubicBezTo>
                  <a:lnTo>
                    <a:pt x="21087" y="81077"/>
                  </a:lnTo>
                  <a:lnTo>
                    <a:pt x="6390" y="81077"/>
                  </a:lnTo>
                  <a:cubicBezTo>
                    <a:pt x="2556" y="81077"/>
                    <a:pt x="0" y="83630"/>
                    <a:pt x="0" y="87461"/>
                  </a:cubicBezTo>
                  <a:lnTo>
                    <a:pt x="0" y="183220"/>
                  </a:lnTo>
                  <a:cubicBezTo>
                    <a:pt x="0" y="187051"/>
                    <a:pt x="2556" y="189604"/>
                    <a:pt x="6390" y="189604"/>
                  </a:cubicBezTo>
                  <a:lnTo>
                    <a:pt x="22365" y="189604"/>
                  </a:lnTo>
                  <a:lnTo>
                    <a:pt x="22365" y="212587"/>
                  </a:lnTo>
                  <a:cubicBezTo>
                    <a:pt x="22365" y="216417"/>
                    <a:pt x="24921" y="218971"/>
                    <a:pt x="28755" y="218971"/>
                  </a:cubicBezTo>
                  <a:lnTo>
                    <a:pt x="175723" y="218971"/>
                  </a:lnTo>
                  <a:cubicBezTo>
                    <a:pt x="179557" y="218971"/>
                    <a:pt x="182113" y="216417"/>
                    <a:pt x="182113" y="212587"/>
                  </a:cubicBezTo>
                  <a:lnTo>
                    <a:pt x="182113" y="188966"/>
                  </a:lnTo>
                  <a:lnTo>
                    <a:pt x="198088" y="188966"/>
                  </a:lnTo>
                  <a:cubicBezTo>
                    <a:pt x="201922" y="188966"/>
                    <a:pt x="204478" y="186412"/>
                    <a:pt x="204478" y="182582"/>
                  </a:cubicBezTo>
                  <a:lnTo>
                    <a:pt x="204478" y="86822"/>
                  </a:lnTo>
                  <a:cubicBezTo>
                    <a:pt x="203839" y="83630"/>
                    <a:pt x="200644" y="81077"/>
                    <a:pt x="197449" y="81077"/>
                  </a:cubicBezTo>
                  <a:close/>
                  <a:moveTo>
                    <a:pt x="130355" y="21706"/>
                  </a:moveTo>
                  <a:lnTo>
                    <a:pt x="160387" y="51072"/>
                  </a:lnTo>
                  <a:lnTo>
                    <a:pt x="130994" y="51072"/>
                  </a:lnTo>
                  <a:lnTo>
                    <a:pt x="130355" y="21706"/>
                  </a:lnTo>
                  <a:close/>
                  <a:moveTo>
                    <a:pt x="34506" y="12768"/>
                  </a:moveTo>
                  <a:lnTo>
                    <a:pt x="117575" y="12768"/>
                  </a:lnTo>
                  <a:lnTo>
                    <a:pt x="117575" y="58094"/>
                  </a:lnTo>
                  <a:cubicBezTo>
                    <a:pt x="117575" y="61925"/>
                    <a:pt x="120131" y="64478"/>
                    <a:pt x="123965" y="64478"/>
                  </a:cubicBezTo>
                  <a:lnTo>
                    <a:pt x="169333" y="64478"/>
                  </a:lnTo>
                  <a:lnTo>
                    <a:pt x="169333" y="81077"/>
                  </a:lnTo>
                  <a:lnTo>
                    <a:pt x="35145" y="81077"/>
                  </a:lnTo>
                  <a:lnTo>
                    <a:pt x="34506" y="12768"/>
                  </a:lnTo>
                  <a:close/>
                  <a:moveTo>
                    <a:pt x="168695" y="205564"/>
                  </a:moveTo>
                  <a:lnTo>
                    <a:pt x="34506" y="205564"/>
                  </a:lnTo>
                  <a:lnTo>
                    <a:pt x="34506" y="188966"/>
                  </a:lnTo>
                  <a:lnTo>
                    <a:pt x="168695" y="188966"/>
                  </a:lnTo>
                  <a:lnTo>
                    <a:pt x="168695" y="205564"/>
                  </a:lnTo>
                  <a:close/>
                  <a:moveTo>
                    <a:pt x="190420" y="176198"/>
                  </a:moveTo>
                  <a:lnTo>
                    <a:pt x="12780" y="176198"/>
                  </a:lnTo>
                  <a:lnTo>
                    <a:pt x="12780" y="93206"/>
                  </a:lnTo>
                  <a:lnTo>
                    <a:pt x="191059" y="93206"/>
                  </a:lnTo>
                  <a:lnTo>
                    <a:pt x="190420" y="176198"/>
                  </a:lnTo>
                  <a:close/>
                </a:path>
              </a:pathLst>
            </a:custGeom>
            <a:solidFill>
              <a:srgbClr val="00ABAB"/>
            </a:solidFill>
            <a:ln w="6390" cap="flat">
              <a:noFill/>
              <a:prstDash val="solid"/>
              <a:miter/>
            </a:ln>
          </p:spPr>
          <p:txBody>
            <a:bodyPr rtlCol="0" anchor="ctr"/>
            <a:lstStyle/>
            <a:p>
              <a:endParaRPr lang="en-US"/>
            </a:p>
          </p:txBody>
        </p:sp>
        <p:sp>
          <p:nvSpPr>
            <p:cNvPr id="1348" name="Graphic 1100">
              <a:extLst>
                <a:ext uri="{FF2B5EF4-FFF2-40B4-BE49-F238E27FC236}">
                  <a16:creationId xmlns:a16="http://schemas.microsoft.com/office/drawing/2014/main" id="{5FDA114D-DCC7-5741-9BB0-681AD06E0AC2}"/>
                </a:ext>
              </a:extLst>
            </p:cNvPr>
            <p:cNvSpPr/>
            <p:nvPr/>
          </p:nvSpPr>
          <p:spPr>
            <a:xfrm>
              <a:off x="4823124" y="1101253"/>
              <a:ext cx="45449" cy="56569"/>
            </a:xfrm>
            <a:custGeom>
              <a:avLst/>
              <a:gdLst>
                <a:gd name="connsiteX0" fmla="*/ 5751 w 45449"/>
                <a:gd name="connsiteY0" fmla="*/ 310 h 56569"/>
                <a:gd name="connsiteX1" fmla="*/ 0 w 45449"/>
                <a:gd name="connsiteY1" fmla="*/ 6694 h 56569"/>
                <a:gd name="connsiteX2" fmla="*/ 0 w 45449"/>
                <a:gd name="connsiteY2" fmla="*/ 50105 h 56569"/>
                <a:gd name="connsiteX3" fmla="*/ 5751 w 45449"/>
                <a:gd name="connsiteY3" fmla="*/ 56489 h 56569"/>
                <a:gd name="connsiteX4" fmla="*/ 10224 w 45449"/>
                <a:gd name="connsiteY4" fmla="*/ 56489 h 56569"/>
                <a:gd name="connsiteX5" fmla="*/ 37062 w 45449"/>
                <a:gd name="connsiteY5" fmla="*/ 48190 h 56569"/>
                <a:gd name="connsiteX6" fmla="*/ 45369 w 45449"/>
                <a:gd name="connsiteY6" fmla="*/ 27761 h 56569"/>
                <a:gd name="connsiteX7" fmla="*/ 37701 w 45449"/>
                <a:gd name="connsiteY7" fmla="*/ 9247 h 56569"/>
                <a:gd name="connsiteX8" fmla="*/ 5751 w 45449"/>
                <a:gd name="connsiteY8" fmla="*/ 310 h 56569"/>
                <a:gd name="connsiteX9" fmla="*/ 28755 w 45449"/>
                <a:gd name="connsiteY9" fmla="*/ 38614 h 56569"/>
                <a:gd name="connsiteX10" fmla="*/ 12780 w 45449"/>
                <a:gd name="connsiteY10" fmla="*/ 43721 h 56569"/>
                <a:gd name="connsiteX11" fmla="*/ 12780 w 45449"/>
                <a:gd name="connsiteY11" fmla="*/ 12439 h 56569"/>
                <a:gd name="connsiteX12" fmla="*/ 29394 w 45449"/>
                <a:gd name="connsiteY12" fmla="*/ 18185 h 56569"/>
                <a:gd name="connsiteX13" fmla="*/ 32589 w 45449"/>
                <a:gd name="connsiteY13" fmla="*/ 27122 h 56569"/>
                <a:gd name="connsiteX14" fmla="*/ 28755 w 45449"/>
                <a:gd name="connsiteY14" fmla="*/ 38614 h 56569"/>
                <a:gd name="connsiteX15" fmla="*/ 28755 w 45449"/>
                <a:gd name="connsiteY15" fmla="*/ 38614 h 56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449" h="56569">
                  <a:moveTo>
                    <a:pt x="5751" y="310"/>
                  </a:moveTo>
                  <a:cubicBezTo>
                    <a:pt x="2556" y="310"/>
                    <a:pt x="0" y="3502"/>
                    <a:pt x="0" y="6694"/>
                  </a:cubicBezTo>
                  <a:lnTo>
                    <a:pt x="0" y="50105"/>
                  </a:lnTo>
                  <a:cubicBezTo>
                    <a:pt x="0" y="53297"/>
                    <a:pt x="2556" y="55850"/>
                    <a:pt x="5751" y="56489"/>
                  </a:cubicBezTo>
                  <a:cubicBezTo>
                    <a:pt x="7029" y="56489"/>
                    <a:pt x="8946" y="56489"/>
                    <a:pt x="10224" y="56489"/>
                  </a:cubicBezTo>
                  <a:cubicBezTo>
                    <a:pt x="19809" y="57127"/>
                    <a:pt x="29394" y="53935"/>
                    <a:pt x="37062" y="48190"/>
                  </a:cubicBezTo>
                  <a:cubicBezTo>
                    <a:pt x="42813" y="43082"/>
                    <a:pt x="46008" y="35422"/>
                    <a:pt x="45369" y="27761"/>
                  </a:cubicBezTo>
                  <a:cubicBezTo>
                    <a:pt x="45369" y="20738"/>
                    <a:pt x="42813" y="14354"/>
                    <a:pt x="37701" y="9247"/>
                  </a:cubicBezTo>
                  <a:cubicBezTo>
                    <a:pt x="26838" y="-967"/>
                    <a:pt x="7668" y="-329"/>
                    <a:pt x="5751" y="310"/>
                  </a:cubicBezTo>
                  <a:close/>
                  <a:moveTo>
                    <a:pt x="28755" y="38614"/>
                  </a:moveTo>
                  <a:cubicBezTo>
                    <a:pt x="24282" y="41806"/>
                    <a:pt x="18531" y="43721"/>
                    <a:pt x="12780" y="43721"/>
                  </a:cubicBezTo>
                  <a:lnTo>
                    <a:pt x="12780" y="12439"/>
                  </a:lnTo>
                  <a:cubicBezTo>
                    <a:pt x="18531" y="12439"/>
                    <a:pt x="24282" y="14354"/>
                    <a:pt x="29394" y="18185"/>
                  </a:cubicBezTo>
                  <a:cubicBezTo>
                    <a:pt x="31950" y="20738"/>
                    <a:pt x="33228" y="23930"/>
                    <a:pt x="32589" y="27122"/>
                  </a:cubicBezTo>
                  <a:cubicBezTo>
                    <a:pt x="33228" y="31591"/>
                    <a:pt x="31311" y="35422"/>
                    <a:pt x="28755" y="38614"/>
                  </a:cubicBezTo>
                  <a:lnTo>
                    <a:pt x="28755" y="38614"/>
                  </a:lnTo>
                  <a:close/>
                </a:path>
              </a:pathLst>
            </a:custGeom>
            <a:solidFill>
              <a:srgbClr val="00ABAB"/>
            </a:solidFill>
            <a:ln w="6390" cap="flat">
              <a:noFill/>
              <a:prstDash val="solid"/>
              <a:miter/>
            </a:ln>
          </p:spPr>
          <p:txBody>
            <a:bodyPr rtlCol="0" anchor="ctr"/>
            <a:lstStyle/>
            <a:p>
              <a:endParaRPr lang="en-US"/>
            </a:p>
          </p:txBody>
        </p:sp>
        <p:sp>
          <p:nvSpPr>
            <p:cNvPr id="1349" name="Graphic 1100">
              <a:extLst>
                <a:ext uri="{FF2B5EF4-FFF2-40B4-BE49-F238E27FC236}">
                  <a16:creationId xmlns:a16="http://schemas.microsoft.com/office/drawing/2014/main" id="{D1368FB2-A334-1F4A-9D0F-1FBC245B5B91}"/>
                </a:ext>
              </a:extLst>
            </p:cNvPr>
            <p:cNvSpPr/>
            <p:nvPr/>
          </p:nvSpPr>
          <p:spPr>
            <a:xfrm>
              <a:off x="4885745" y="1102201"/>
              <a:ext cx="33227" cy="57455"/>
            </a:xfrm>
            <a:custGeom>
              <a:avLst/>
              <a:gdLst>
                <a:gd name="connsiteX0" fmla="*/ 6390 w 33227"/>
                <a:gd name="connsiteY0" fmla="*/ 0 h 57455"/>
                <a:gd name="connsiteX1" fmla="*/ 0 w 33227"/>
                <a:gd name="connsiteY1" fmla="*/ 6384 h 57455"/>
                <a:gd name="connsiteX2" fmla="*/ 0 w 33227"/>
                <a:gd name="connsiteY2" fmla="*/ 51072 h 57455"/>
                <a:gd name="connsiteX3" fmla="*/ 6390 w 33227"/>
                <a:gd name="connsiteY3" fmla="*/ 57456 h 57455"/>
                <a:gd name="connsiteX4" fmla="*/ 12780 w 33227"/>
                <a:gd name="connsiteY4" fmla="*/ 51072 h 57455"/>
                <a:gd name="connsiteX5" fmla="*/ 12780 w 33227"/>
                <a:gd name="connsiteY5" fmla="*/ 35750 h 57455"/>
                <a:gd name="connsiteX6" fmla="*/ 26838 w 33227"/>
                <a:gd name="connsiteY6" fmla="*/ 35750 h 57455"/>
                <a:gd name="connsiteX7" fmla="*/ 33228 w 33227"/>
                <a:gd name="connsiteY7" fmla="*/ 29366 h 57455"/>
                <a:gd name="connsiteX8" fmla="*/ 26838 w 33227"/>
                <a:gd name="connsiteY8" fmla="*/ 22982 h 57455"/>
                <a:gd name="connsiteX9" fmla="*/ 12780 w 33227"/>
                <a:gd name="connsiteY9" fmla="*/ 22982 h 57455"/>
                <a:gd name="connsiteX10" fmla="*/ 12780 w 33227"/>
                <a:gd name="connsiteY10" fmla="*/ 12768 h 57455"/>
                <a:gd name="connsiteX11" fmla="*/ 26838 w 33227"/>
                <a:gd name="connsiteY11" fmla="*/ 12768 h 57455"/>
                <a:gd name="connsiteX12" fmla="*/ 33228 w 33227"/>
                <a:gd name="connsiteY12" fmla="*/ 6384 h 57455"/>
                <a:gd name="connsiteX13" fmla="*/ 26838 w 33227"/>
                <a:gd name="connsiteY13" fmla="*/ 0 h 57455"/>
                <a:gd name="connsiteX14" fmla="*/ 6390 w 33227"/>
                <a:gd name="connsiteY14" fmla="*/ 0 h 5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227" h="57455">
                  <a:moveTo>
                    <a:pt x="6390" y="0"/>
                  </a:moveTo>
                  <a:cubicBezTo>
                    <a:pt x="2556" y="0"/>
                    <a:pt x="0" y="2554"/>
                    <a:pt x="0" y="6384"/>
                  </a:cubicBezTo>
                  <a:lnTo>
                    <a:pt x="0" y="51072"/>
                  </a:lnTo>
                  <a:cubicBezTo>
                    <a:pt x="0" y="54902"/>
                    <a:pt x="2556" y="57456"/>
                    <a:pt x="6390" y="57456"/>
                  </a:cubicBezTo>
                  <a:cubicBezTo>
                    <a:pt x="10224" y="57456"/>
                    <a:pt x="12780" y="54902"/>
                    <a:pt x="12780" y="51072"/>
                  </a:cubicBezTo>
                  <a:lnTo>
                    <a:pt x="12780" y="35750"/>
                  </a:lnTo>
                  <a:lnTo>
                    <a:pt x="26838" y="35750"/>
                  </a:lnTo>
                  <a:cubicBezTo>
                    <a:pt x="30672" y="35750"/>
                    <a:pt x="33228" y="33197"/>
                    <a:pt x="33228" y="29366"/>
                  </a:cubicBezTo>
                  <a:cubicBezTo>
                    <a:pt x="33228" y="25536"/>
                    <a:pt x="30672" y="22982"/>
                    <a:pt x="26838" y="22982"/>
                  </a:cubicBezTo>
                  <a:lnTo>
                    <a:pt x="12780" y="22982"/>
                  </a:lnTo>
                  <a:lnTo>
                    <a:pt x="12780" y="12768"/>
                  </a:lnTo>
                  <a:lnTo>
                    <a:pt x="26838" y="12768"/>
                  </a:lnTo>
                  <a:cubicBezTo>
                    <a:pt x="30672" y="12768"/>
                    <a:pt x="33228" y="10214"/>
                    <a:pt x="33228" y="6384"/>
                  </a:cubicBezTo>
                  <a:cubicBezTo>
                    <a:pt x="33228" y="2554"/>
                    <a:pt x="30672" y="0"/>
                    <a:pt x="26838" y="0"/>
                  </a:cubicBezTo>
                  <a:lnTo>
                    <a:pt x="6390" y="0"/>
                  </a:lnTo>
                  <a:close/>
                </a:path>
              </a:pathLst>
            </a:custGeom>
            <a:solidFill>
              <a:srgbClr val="00ABAB"/>
            </a:solidFill>
            <a:ln w="6390" cap="flat">
              <a:noFill/>
              <a:prstDash val="solid"/>
              <a:miter/>
            </a:ln>
          </p:spPr>
          <p:txBody>
            <a:bodyPr rtlCol="0" anchor="ctr"/>
            <a:lstStyle/>
            <a:p>
              <a:endParaRPr lang="en-US"/>
            </a:p>
          </p:txBody>
        </p:sp>
        <p:sp>
          <p:nvSpPr>
            <p:cNvPr id="1350" name="Graphic 1100">
              <a:extLst>
                <a:ext uri="{FF2B5EF4-FFF2-40B4-BE49-F238E27FC236}">
                  <a16:creationId xmlns:a16="http://schemas.microsoft.com/office/drawing/2014/main" id="{26E6787D-DC97-9E4C-B210-2F64ECE91AC6}"/>
                </a:ext>
              </a:extLst>
            </p:cNvPr>
            <p:cNvSpPr/>
            <p:nvPr/>
          </p:nvSpPr>
          <p:spPr>
            <a:xfrm>
              <a:off x="4769449" y="1100924"/>
              <a:ext cx="39099" cy="56817"/>
            </a:xfrm>
            <a:custGeom>
              <a:avLst/>
              <a:gdLst>
                <a:gd name="connsiteX0" fmla="*/ 21087 w 39099"/>
                <a:gd name="connsiteY0" fmla="*/ 0 h 56817"/>
                <a:gd name="connsiteX1" fmla="*/ 6390 w 39099"/>
                <a:gd name="connsiteY1" fmla="*/ 0 h 56817"/>
                <a:gd name="connsiteX2" fmla="*/ 0 w 39099"/>
                <a:gd name="connsiteY2" fmla="*/ 6384 h 56817"/>
                <a:gd name="connsiteX3" fmla="*/ 0 w 39099"/>
                <a:gd name="connsiteY3" fmla="*/ 50434 h 56817"/>
                <a:gd name="connsiteX4" fmla="*/ 6390 w 39099"/>
                <a:gd name="connsiteY4" fmla="*/ 56818 h 56817"/>
                <a:gd name="connsiteX5" fmla="*/ 12780 w 39099"/>
                <a:gd name="connsiteY5" fmla="*/ 50434 h 56817"/>
                <a:gd name="connsiteX6" fmla="*/ 12780 w 39099"/>
                <a:gd name="connsiteY6" fmla="*/ 38304 h 56817"/>
                <a:gd name="connsiteX7" fmla="*/ 21087 w 39099"/>
                <a:gd name="connsiteY7" fmla="*/ 38304 h 56817"/>
                <a:gd name="connsiteX8" fmla="*/ 33867 w 39099"/>
                <a:gd name="connsiteY8" fmla="*/ 33197 h 56817"/>
                <a:gd name="connsiteX9" fmla="*/ 38978 w 39099"/>
                <a:gd name="connsiteY9" fmla="*/ 19152 h 56817"/>
                <a:gd name="connsiteX10" fmla="*/ 22365 w 39099"/>
                <a:gd name="connsiteY10" fmla="*/ 0 h 56817"/>
                <a:gd name="connsiteX11" fmla="*/ 21087 w 39099"/>
                <a:gd name="connsiteY11" fmla="*/ 0 h 56817"/>
                <a:gd name="connsiteX12" fmla="*/ 21087 w 39099"/>
                <a:gd name="connsiteY12" fmla="*/ 0 h 56817"/>
                <a:gd name="connsiteX13" fmla="*/ 21087 w 39099"/>
                <a:gd name="connsiteY13" fmla="*/ 25536 h 56817"/>
                <a:gd name="connsiteX14" fmla="*/ 12780 w 39099"/>
                <a:gd name="connsiteY14" fmla="*/ 25536 h 56817"/>
                <a:gd name="connsiteX15" fmla="*/ 12780 w 39099"/>
                <a:gd name="connsiteY15" fmla="*/ 12768 h 56817"/>
                <a:gd name="connsiteX16" fmla="*/ 21087 w 39099"/>
                <a:gd name="connsiteY16" fmla="*/ 12768 h 56817"/>
                <a:gd name="connsiteX17" fmla="*/ 24921 w 39099"/>
                <a:gd name="connsiteY17" fmla="*/ 14045 h 56817"/>
                <a:gd name="connsiteX18" fmla="*/ 26199 w 39099"/>
                <a:gd name="connsiteY18" fmla="*/ 19152 h 56817"/>
                <a:gd name="connsiteX19" fmla="*/ 21087 w 39099"/>
                <a:gd name="connsiteY19" fmla="*/ 25536 h 56817"/>
                <a:gd name="connsiteX20" fmla="*/ 21087 w 39099"/>
                <a:gd name="connsiteY20" fmla="*/ 25536 h 56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099" h="56817">
                  <a:moveTo>
                    <a:pt x="21087" y="0"/>
                  </a:moveTo>
                  <a:lnTo>
                    <a:pt x="6390" y="0"/>
                  </a:lnTo>
                  <a:cubicBezTo>
                    <a:pt x="2556" y="0"/>
                    <a:pt x="0" y="2554"/>
                    <a:pt x="0" y="6384"/>
                  </a:cubicBezTo>
                  <a:lnTo>
                    <a:pt x="0" y="50434"/>
                  </a:lnTo>
                  <a:cubicBezTo>
                    <a:pt x="0" y="54264"/>
                    <a:pt x="2556" y="56818"/>
                    <a:pt x="6390" y="56818"/>
                  </a:cubicBezTo>
                  <a:cubicBezTo>
                    <a:pt x="10224" y="56818"/>
                    <a:pt x="12780" y="54264"/>
                    <a:pt x="12780" y="50434"/>
                  </a:cubicBezTo>
                  <a:lnTo>
                    <a:pt x="12780" y="38304"/>
                  </a:lnTo>
                  <a:lnTo>
                    <a:pt x="21087" y="38304"/>
                  </a:lnTo>
                  <a:cubicBezTo>
                    <a:pt x="25560" y="38304"/>
                    <a:pt x="30672" y="36389"/>
                    <a:pt x="33867" y="33197"/>
                  </a:cubicBezTo>
                  <a:cubicBezTo>
                    <a:pt x="37700" y="29366"/>
                    <a:pt x="39617" y="24259"/>
                    <a:pt x="38978" y="19152"/>
                  </a:cubicBezTo>
                  <a:cubicBezTo>
                    <a:pt x="39617" y="9576"/>
                    <a:pt x="32589" y="638"/>
                    <a:pt x="22365" y="0"/>
                  </a:cubicBezTo>
                  <a:cubicBezTo>
                    <a:pt x="21726" y="0"/>
                    <a:pt x="21087" y="0"/>
                    <a:pt x="21087" y="0"/>
                  </a:cubicBezTo>
                  <a:lnTo>
                    <a:pt x="21087" y="0"/>
                  </a:lnTo>
                  <a:close/>
                  <a:moveTo>
                    <a:pt x="21087" y="25536"/>
                  </a:moveTo>
                  <a:lnTo>
                    <a:pt x="12780" y="25536"/>
                  </a:lnTo>
                  <a:lnTo>
                    <a:pt x="12780" y="12768"/>
                  </a:lnTo>
                  <a:lnTo>
                    <a:pt x="21087" y="12768"/>
                  </a:lnTo>
                  <a:cubicBezTo>
                    <a:pt x="22365" y="12768"/>
                    <a:pt x="23642" y="13406"/>
                    <a:pt x="24921" y="14045"/>
                  </a:cubicBezTo>
                  <a:cubicBezTo>
                    <a:pt x="26199" y="15322"/>
                    <a:pt x="26837" y="17237"/>
                    <a:pt x="26199" y="19152"/>
                  </a:cubicBezTo>
                  <a:cubicBezTo>
                    <a:pt x="26199" y="23621"/>
                    <a:pt x="24921" y="26174"/>
                    <a:pt x="21087" y="25536"/>
                  </a:cubicBezTo>
                  <a:lnTo>
                    <a:pt x="21087" y="25536"/>
                  </a:lnTo>
                  <a:close/>
                </a:path>
              </a:pathLst>
            </a:custGeom>
            <a:solidFill>
              <a:srgbClr val="00ABAB"/>
            </a:solidFill>
            <a:ln w="6390" cap="flat">
              <a:noFill/>
              <a:prstDash val="solid"/>
              <a:miter/>
            </a:ln>
          </p:spPr>
          <p:txBody>
            <a:bodyPr rtlCol="0" anchor="ctr"/>
            <a:lstStyle/>
            <a:p>
              <a:endParaRPr lang="en-US"/>
            </a:p>
          </p:txBody>
        </p:sp>
      </p:grpSp>
      <p:grpSp>
        <p:nvGrpSpPr>
          <p:cNvPr id="1351" name="Graphic 1100">
            <a:extLst>
              <a:ext uri="{FF2B5EF4-FFF2-40B4-BE49-F238E27FC236}">
                <a16:creationId xmlns:a16="http://schemas.microsoft.com/office/drawing/2014/main" id="{94B214E9-2128-CA41-851B-87DAA242FA4D}"/>
              </a:ext>
            </a:extLst>
          </p:cNvPr>
          <p:cNvGrpSpPr/>
          <p:nvPr/>
        </p:nvGrpSpPr>
        <p:grpSpPr>
          <a:xfrm>
            <a:off x="4661459" y="1897007"/>
            <a:ext cx="362313" cy="361971"/>
            <a:chOff x="4661459" y="1897007"/>
            <a:chExt cx="362313" cy="361971"/>
          </a:xfrm>
          <a:solidFill>
            <a:srgbClr val="00ABAB"/>
          </a:solidFill>
        </p:grpSpPr>
        <p:sp>
          <p:nvSpPr>
            <p:cNvPr id="1352" name="Graphic 1100">
              <a:extLst>
                <a:ext uri="{FF2B5EF4-FFF2-40B4-BE49-F238E27FC236}">
                  <a16:creationId xmlns:a16="http://schemas.microsoft.com/office/drawing/2014/main" id="{DEA87374-DAA3-624F-8CD9-9365FD9E5211}"/>
                </a:ext>
              </a:extLst>
            </p:cNvPr>
            <p:cNvSpPr/>
            <p:nvPr/>
          </p:nvSpPr>
          <p:spPr>
            <a:xfrm>
              <a:off x="4661459" y="189700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5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ubicBezTo>
                    <a:pt x="181474" y="0"/>
                    <a:pt x="181474"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50168" y="273873"/>
                    <a:pt x="274767"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1353" name="Graphic 1100">
              <a:extLst>
                <a:ext uri="{FF2B5EF4-FFF2-40B4-BE49-F238E27FC236}">
                  <a16:creationId xmlns:a16="http://schemas.microsoft.com/office/drawing/2014/main" id="{E14F51B1-4E18-314B-A7A0-07B7E2812C93}"/>
                </a:ext>
              </a:extLst>
            </p:cNvPr>
            <p:cNvSpPr/>
            <p:nvPr/>
          </p:nvSpPr>
          <p:spPr>
            <a:xfrm>
              <a:off x="4741333" y="1968508"/>
              <a:ext cx="204477" cy="218970"/>
            </a:xfrm>
            <a:custGeom>
              <a:avLst/>
              <a:gdLst>
                <a:gd name="connsiteX0" fmla="*/ 197449 w 204477"/>
                <a:gd name="connsiteY0" fmla="*/ 81076 h 218970"/>
                <a:gd name="connsiteX1" fmla="*/ 181474 w 204477"/>
                <a:gd name="connsiteY1" fmla="*/ 81076 h 218970"/>
                <a:gd name="connsiteX2" fmla="*/ 181474 w 204477"/>
                <a:gd name="connsiteY2" fmla="*/ 58094 h 218970"/>
                <a:gd name="connsiteX3" fmla="*/ 179557 w 204477"/>
                <a:gd name="connsiteY3" fmla="*/ 53625 h 218970"/>
                <a:gd name="connsiteX4" fmla="*/ 128438 w 204477"/>
                <a:gd name="connsiteY4" fmla="*/ 1915 h 218970"/>
                <a:gd name="connsiteX5" fmla="*/ 126521 w 204477"/>
                <a:gd name="connsiteY5" fmla="*/ 638 h 218970"/>
                <a:gd name="connsiteX6" fmla="*/ 123965 w 204477"/>
                <a:gd name="connsiteY6" fmla="*/ 0 h 218970"/>
                <a:gd name="connsiteX7" fmla="*/ 28116 w 204477"/>
                <a:gd name="connsiteY7" fmla="*/ 0 h 218970"/>
                <a:gd name="connsiteX8" fmla="*/ 21726 w 204477"/>
                <a:gd name="connsiteY8" fmla="*/ 6384 h 218970"/>
                <a:gd name="connsiteX9" fmla="*/ 21726 w 204477"/>
                <a:gd name="connsiteY9" fmla="*/ 81076 h 218970"/>
                <a:gd name="connsiteX10" fmla="*/ 6390 w 204477"/>
                <a:gd name="connsiteY10" fmla="*/ 81076 h 218970"/>
                <a:gd name="connsiteX11" fmla="*/ 0 w 204477"/>
                <a:gd name="connsiteY11" fmla="*/ 87460 h 218970"/>
                <a:gd name="connsiteX12" fmla="*/ 0 w 204477"/>
                <a:gd name="connsiteY12" fmla="*/ 183220 h 218970"/>
                <a:gd name="connsiteX13" fmla="*/ 6390 w 204477"/>
                <a:gd name="connsiteY13" fmla="*/ 189604 h 218970"/>
                <a:gd name="connsiteX14" fmla="*/ 22365 w 204477"/>
                <a:gd name="connsiteY14" fmla="*/ 189604 h 218970"/>
                <a:gd name="connsiteX15" fmla="*/ 22365 w 204477"/>
                <a:gd name="connsiteY15" fmla="*/ 212587 h 218970"/>
                <a:gd name="connsiteX16" fmla="*/ 28755 w 204477"/>
                <a:gd name="connsiteY16" fmla="*/ 218971 h 218970"/>
                <a:gd name="connsiteX17" fmla="*/ 175723 w 204477"/>
                <a:gd name="connsiteY17" fmla="*/ 218971 h 218970"/>
                <a:gd name="connsiteX18" fmla="*/ 182113 w 204477"/>
                <a:gd name="connsiteY18" fmla="*/ 212587 h 218970"/>
                <a:gd name="connsiteX19" fmla="*/ 182113 w 204477"/>
                <a:gd name="connsiteY19" fmla="*/ 189604 h 218970"/>
                <a:gd name="connsiteX20" fmla="*/ 198088 w 204477"/>
                <a:gd name="connsiteY20" fmla="*/ 189604 h 218970"/>
                <a:gd name="connsiteX21" fmla="*/ 204478 w 204477"/>
                <a:gd name="connsiteY21" fmla="*/ 183220 h 218970"/>
                <a:gd name="connsiteX22" fmla="*/ 204478 w 204477"/>
                <a:gd name="connsiteY22" fmla="*/ 87460 h 218970"/>
                <a:gd name="connsiteX23" fmla="*/ 197449 w 204477"/>
                <a:gd name="connsiteY23" fmla="*/ 81076 h 218970"/>
                <a:gd name="connsiteX24" fmla="*/ 197449 w 204477"/>
                <a:gd name="connsiteY24" fmla="*/ 81076 h 218970"/>
                <a:gd name="connsiteX25" fmla="*/ 130355 w 204477"/>
                <a:gd name="connsiteY25" fmla="*/ 21706 h 218970"/>
                <a:gd name="connsiteX26" fmla="*/ 159748 w 204477"/>
                <a:gd name="connsiteY26" fmla="*/ 51072 h 218970"/>
                <a:gd name="connsiteX27" fmla="*/ 130355 w 204477"/>
                <a:gd name="connsiteY27" fmla="*/ 51072 h 218970"/>
                <a:gd name="connsiteX28" fmla="*/ 130355 w 204477"/>
                <a:gd name="connsiteY28" fmla="*/ 21706 h 218970"/>
                <a:gd name="connsiteX29" fmla="*/ 34506 w 204477"/>
                <a:gd name="connsiteY29" fmla="*/ 12768 h 218970"/>
                <a:gd name="connsiteX30" fmla="*/ 117575 w 204477"/>
                <a:gd name="connsiteY30" fmla="*/ 12768 h 218970"/>
                <a:gd name="connsiteX31" fmla="*/ 117575 w 204477"/>
                <a:gd name="connsiteY31" fmla="*/ 58094 h 218970"/>
                <a:gd name="connsiteX32" fmla="*/ 123965 w 204477"/>
                <a:gd name="connsiteY32" fmla="*/ 64478 h 218970"/>
                <a:gd name="connsiteX33" fmla="*/ 169333 w 204477"/>
                <a:gd name="connsiteY33" fmla="*/ 64478 h 218970"/>
                <a:gd name="connsiteX34" fmla="*/ 169333 w 204477"/>
                <a:gd name="connsiteY34" fmla="*/ 81076 h 218970"/>
                <a:gd name="connsiteX35" fmla="*/ 35145 w 204477"/>
                <a:gd name="connsiteY35" fmla="*/ 81076 h 218970"/>
                <a:gd name="connsiteX36" fmla="*/ 34506 w 204477"/>
                <a:gd name="connsiteY36" fmla="*/ 12768 h 218970"/>
                <a:gd name="connsiteX37" fmla="*/ 168695 w 204477"/>
                <a:gd name="connsiteY37" fmla="*/ 206203 h 218970"/>
                <a:gd name="connsiteX38" fmla="*/ 34506 w 204477"/>
                <a:gd name="connsiteY38" fmla="*/ 206203 h 218970"/>
                <a:gd name="connsiteX39" fmla="*/ 34506 w 204477"/>
                <a:gd name="connsiteY39" fmla="*/ 189604 h 218970"/>
                <a:gd name="connsiteX40" fmla="*/ 168695 w 204477"/>
                <a:gd name="connsiteY40" fmla="*/ 189604 h 218970"/>
                <a:gd name="connsiteX41" fmla="*/ 168695 w 204477"/>
                <a:gd name="connsiteY41" fmla="*/ 206203 h 218970"/>
                <a:gd name="connsiteX42" fmla="*/ 190420 w 204477"/>
                <a:gd name="connsiteY42" fmla="*/ 176836 h 218970"/>
                <a:gd name="connsiteX43" fmla="*/ 12780 w 204477"/>
                <a:gd name="connsiteY43" fmla="*/ 176836 h 218970"/>
                <a:gd name="connsiteX44" fmla="*/ 12780 w 204477"/>
                <a:gd name="connsiteY44" fmla="*/ 93844 h 218970"/>
                <a:gd name="connsiteX45" fmla="*/ 191059 w 204477"/>
                <a:gd name="connsiteY45" fmla="*/ 93844 h 218970"/>
                <a:gd name="connsiteX46" fmla="*/ 190420 w 204477"/>
                <a:gd name="connsiteY46" fmla="*/ 176836 h 21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04477" h="218970">
                  <a:moveTo>
                    <a:pt x="197449" y="81076"/>
                  </a:moveTo>
                  <a:lnTo>
                    <a:pt x="181474" y="81076"/>
                  </a:lnTo>
                  <a:lnTo>
                    <a:pt x="181474" y="58094"/>
                  </a:lnTo>
                  <a:cubicBezTo>
                    <a:pt x="181474" y="56179"/>
                    <a:pt x="180835" y="54902"/>
                    <a:pt x="179557" y="53625"/>
                  </a:cubicBezTo>
                  <a:lnTo>
                    <a:pt x="128438" y="1915"/>
                  </a:lnTo>
                  <a:cubicBezTo>
                    <a:pt x="127799" y="1277"/>
                    <a:pt x="127160" y="638"/>
                    <a:pt x="126521" y="638"/>
                  </a:cubicBezTo>
                  <a:cubicBezTo>
                    <a:pt x="125882" y="0"/>
                    <a:pt x="125243" y="0"/>
                    <a:pt x="123965" y="0"/>
                  </a:cubicBezTo>
                  <a:lnTo>
                    <a:pt x="28116" y="0"/>
                  </a:lnTo>
                  <a:cubicBezTo>
                    <a:pt x="24282" y="0"/>
                    <a:pt x="21726" y="2554"/>
                    <a:pt x="21726" y="6384"/>
                  </a:cubicBezTo>
                  <a:lnTo>
                    <a:pt x="21726" y="81076"/>
                  </a:lnTo>
                  <a:lnTo>
                    <a:pt x="6390" y="81076"/>
                  </a:lnTo>
                  <a:cubicBezTo>
                    <a:pt x="2556" y="81076"/>
                    <a:pt x="0" y="83630"/>
                    <a:pt x="0" y="87460"/>
                  </a:cubicBezTo>
                  <a:lnTo>
                    <a:pt x="0" y="183220"/>
                  </a:lnTo>
                  <a:cubicBezTo>
                    <a:pt x="0" y="187051"/>
                    <a:pt x="2556" y="189604"/>
                    <a:pt x="6390" y="189604"/>
                  </a:cubicBezTo>
                  <a:lnTo>
                    <a:pt x="22365" y="189604"/>
                  </a:lnTo>
                  <a:lnTo>
                    <a:pt x="22365" y="212587"/>
                  </a:lnTo>
                  <a:cubicBezTo>
                    <a:pt x="22365" y="216417"/>
                    <a:pt x="24921" y="218971"/>
                    <a:pt x="28755" y="218971"/>
                  </a:cubicBezTo>
                  <a:lnTo>
                    <a:pt x="175723" y="218971"/>
                  </a:lnTo>
                  <a:cubicBezTo>
                    <a:pt x="179557" y="218971"/>
                    <a:pt x="182113" y="216417"/>
                    <a:pt x="182113" y="212587"/>
                  </a:cubicBezTo>
                  <a:lnTo>
                    <a:pt x="182113" y="189604"/>
                  </a:lnTo>
                  <a:lnTo>
                    <a:pt x="198088" y="189604"/>
                  </a:lnTo>
                  <a:cubicBezTo>
                    <a:pt x="201922" y="189604"/>
                    <a:pt x="204478" y="187051"/>
                    <a:pt x="204478" y="183220"/>
                  </a:cubicBezTo>
                  <a:lnTo>
                    <a:pt x="204478" y="87460"/>
                  </a:lnTo>
                  <a:cubicBezTo>
                    <a:pt x="203839" y="83630"/>
                    <a:pt x="201283" y="81076"/>
                    <a:pt x="197449" y="81076"/>
                  </a:cubicBezTo>
                  <a:cubicBezTo>
                    <a:pt x="197449" y="81076"/>
                    <a:pt x="197449" y="81076"/>
                    <a:pt x="197449" y="81076"/>
                  </a:cubicBezTo>
                  <a:close/>
                  <a:moveTo>
                    <a:pt x="130355" y="21706"/>
                  </a:moveTo>
                  <a:lnTo>
                    <a:pt x="159748" y="51072"/>
                  </a:lnTo>
                  <a:lnTo>
                    <a:pt x="130355" y="51072"/>
                  </a:lnTo>
                  <a:lnTo>
                    <a:pt x="130355" y="21706"/>
                  </a:lnTo>
                  <a:close/>
                  <a:moveTo>
                    <a:pt x="34506" y="12768"/>
                  </a:moveTo>
                  <a:lnTo>
                    <a:pt x="117575" y="12768"/>
                  </a:lnTo>
                  <a:lnTo>
                    <a:pt x="117575" y="58094"/>
                  </a:lnTo>
                  <a:cubicBezTo>
                    <a:pt x="117575" y="61925"/>
                    <a:pt x="120131" y="64478"/>
                    <a:pt x="123965" y="64478"/>
                  </a:cubicBezTo>
                  <a:lnTo>
                    <a:pt x="169333" y="64478"/>
                  </a:lnTo>
                  <a:lnTo>
                    <a:pt x="169333" y="81076"/>
                  </a:lnTo>
                  <a:lnTo>
                    <a:pt x="35145" y="81076"/>
                  </a:lnTo>
                  <a:lnTo>
                    <a:pt x="34506" y="12768"/>
                  </a:lnTo>
                  <a:close/>
                  <a:moveTo>
                    <a:pt x="168695" y="206203"/>
                  </a:moveTo>
                  <a:lnTo>
                    <a:pt x="34506" y="206203"/>
                  </a:lnTo>
                  <a:lnTo>
                    <a:pt x="34506" y="189604"/>
                  </a:lnTo>
                  <a:lnTo>
                    <a:pt x="168695" y="189604"/>
                  </a:lnTo>
                  <a:lnTo>
                    <a:pt x="168695" y="206203"/>
                  </a:lnTo>
                  <a:close/>
                  <a:moveTo>
                    <a:pt x="190420" y="176836"/>
                  </a:moveTo>
                  <a:lnTo>
                    <a:pt x="12780" y="176836"/>
                  </a:lnTo>
                  <a:lnTo>
                    <a:pt x="12780" y="93844"/>
                  </a:lnTo>
                  <a:lnTo>
                    <a:pt x="191059" y="93844"/>
                  </a:lnTo>
                  <a:lnTo>
                    <a:pt x="190420" y="176836"/>
                  </a:lnTo>
                  <a:close/>
                </a:path>
              </a:pathLst>
            </a:custGeom>
            <a:solidFill>
              <a:srgbClr val="00ABAB"/>
            </a:solidFill>
            <a:ln w="6390" cap="flat">
              <a:noFill/>
              <a:prstDash val="solid"/>
              <a:miter/>
            </a:ln>
          </p:spPr>
          <p:txBody>
            <a:bodyPr rtlCol="0" anchor="ctr"/>
            <a:lstStyle/>
            <a:p>
              <a:endParaRPr lang="en-US"/>
            </a:p>
          </p:txBody>
        </p:sp>
        <p:sp>
          <p:nvSpPr>
            <p:cNvPr id="1354" name="Graphic 1100">
              <a:extLst>
                <a:ext uri="{FF2B5EF4-FFF2-40B4-BE49-F238E27FC236}">
                  <a16:creationId xmlns:a16="http://schemas.microsoft.com/office/drawing/2014/main" id="{981C8D17-D2D3-2343-8DCC-07BE963C272D}"/>
                </a:ext>
              </a:extLst>
            </p:cNvPr>
            <p:cNvSpPr/>
            <p:nvPr/>
          </p:nvSpPr>
          <p:spPr>
            <a:xfrm>
              <a:off x="4833987" y="2075758"/>
              <a:ext cx="34505" cy="58094"/>
            </a:xfrm>
            <a:custGeom>
              <a:avLst/>
              <a:gdLst>
                <a:gd name="connsiteX0" fmla="*/ 28116 w 34505"/>
                <a:gd name="connsiteY0" fmla="*/ 45326 h 58094"/>
                <a:gd name="connsiteX1" fmla="*/ 12780 w 34505"/>
                <a:gd name="connsiteY1" fmla="*/ 45326 h 58094"/>
                <a:gd name="connsiteX2" fmla="*/ 12780 w 34505"/>
                <a:gd name="connsiteY2" fmla="*/ 6384 h 58094"/>
                <a:gd name="connsiteX3" fmla="*/ 6390 w 34505"/>
                <a:gd name="connsiteY3" fmla="*/ 0 h 58094"/>
                <a:gd name="connsiteX4" fmla="*/ 0 w 34505"/>
                <a:gd name="connsiteY4" fmla="*/ 6384 h 58094"/>
                <a:gd name="connsiteX5" fmla="*/ 0 w 34505"/>
                <a:gd name="connsiteY5" fmla="*/ 51710 h 58094"/>
                <a:gd name="connsiteX6" fmla="*/ 6390 w 34505"/>
                <a:gd name="connsiteY6" fmla="*/ 58094 h 58094"/>
                <a:gd name="connsiteX7" fmla="*/ 28116 w 34505"/>
                <a:gd name="connsiteY7" fmla="*/ 58094 h 58094"/>
                <a:gd name="connsiteX8" fmla="*/ 34506 w 34505"/>
                <a:gd name="connsiteY8" fmla="*/ 51710 h 58094"/>
                <a:gd name="connsiteX9" fmla="*/ 28116 w 34505"/>
                <a:gd name="connsiteY9" fmla="*/ 45326 h 58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505" h="58094">
                  <a:moveTo>
                    <a:pt x="28116" y="45326"/>
                  </a:moveTo>
                  <a:lnTo>
                    <a:pt x="12780" y="45326"/>
                  </a:lnTo>
                  <a:lnTo>
                    <a:pt x="12780" y="6384"/>
                  </a:lnTo>
                  <a:cubicBezTo>
                    <a:pt x="12780" y="2554"/>
                    <a:pt x="10224" y="0"/>
                    <a:pt x="6390" y="0"/>
                  </a:cubicBezTo>
                  <a:cubicBezTo>
                    <a:pt x="2556" y="0"/>
                    <a:pt x="0" y="2554"/>
                    <a:pt x="0" y="6384"/>
                  </a:cubicBezTo>
                  <a:lnTo>
                    <a:pt x="0" y="51710"/>
                  </a:lnTo>
                  <a:cubicBezTo>
                    <a:pt x="0" y="55541"/>
                    <a:pt x="2556" y="58094"/>
                    <a:pt x="6390" y="58094"/>
                  </a:cubicBezTo>
                  <a:lnTo>
                    <a:pt x="28116" y="58094"/>
                  </a:lnTo>
                  <a:cubicBezTo>
                    <a:pt x="31950" y="58094"/>
                    <a:pt x="34506" y="55541"/>
                    <a:pt x="34506" y="51710"/>
                  </a:cubicBezTo>
                  <a:cubicBezTo>
                    <a:pt x="34506" y="47880"/>
                    <a:pt x="31311" y="45326"/>
                    <a:pt x="28116" y="45326"/>
                  </a:cubicBezTo>
                  <a:close/>
                </a:path>
              </a:pathLst>
            </a:custGeom>
            <a:solidFill>
              <a:srgbClr val="00ABAB"/>
            </a:solidFill>
            <a:ln w="6390" cap="flat">
              <a:noFill/>
              <a:prstDash val="solid"/>
              <a:miter/>
            </a:ln>
          </p:spPr>
          <p:txBody>
            <a:bodyPr rtlCol="0" anchor="ctr"/>
            <a:lstStyle/>
            <a:p>
              <a:endParaRPr lang="en-US"/>
            </a:p>
          </p:txBody>
        </p:sp>
        <p:sp>
          <p:nvSpPr>
            <p:cNvPr id="1355" name="Graphic 1100">
              <a:extLst>
                <a:ext uri="{FF2B5EF4-FFF2-40B4-BE49-F238E27FC236}">
                  <a16:creationId xmlns:a16="http://schemas.microsoft.com/office/drawing/2014/main" id="{A8636391-CC7A-DB48-B16D-FC6E8482B888}"/>
                </a:ext>
              </a:extLst>
            </p:cNvPr>
            <p:cNvSpPr/>
            <p:nvPr/>
          </p:nvSpPr>
          <p:spPr>
            <a:xfrm>
              <a:off x="4779872" y="2075319"/>
              <a:ext cx="46886" cy="58333"/>
            </a:xfrm>
            <a:custGeom>
              <a:avLst/>
              <a:gdLst>
                <a:gd name="connsiteX0" fmla="*/ 31111 w 46886"/>
                <a:gd name="connsiteY0" fmla="*/ 26613 h 58333"/>
                <a:gd name="connsiteX1" fmla="*/ 41974 w 46886"/>
                <a:gd name="connsiteY1" fmla="*/ 10015 h 58333"/>
                <a:gd name="connsiteX2" fmla="*/ 40057 w 46886"/>
                <a:gd name="connsiteY2" fmla="*/ 1077 h 58333"/>
                <a:gd name="connsiteX3" fmla="*/ 31111 w 46886"/>
                <a:gd name="connsiteY3" fmla="*/ 2992 h 58333"/>
                <a:gd name="connsiteX4" fmla="*/ 23443 w 46886"/>
                <a:gd name="connsiteY4" fmla="*/ 15122 h 58333"/>
                <a:gd name="connsiteX5" fmla="*/ 15775 w 46886"/>
                <a:gd name="connsiteY5" fmla="*/ 2992 h 58333"/>
                <a:gd name="connsiteX6" fmla="*/ 6829 w 46886"/>
                <a:gd name="connsiteY6" fmla="*/ 1077 h 58333"/>
                <a:gd name="connsiteX7" fmla="*/ 6829 w 46886"/>
                <a:gd name="connsiteY7" fmla="*/ 1077 h 58333"/>
                <a:gd name="connsiteX8" fmla="*/ 4912 w 46886"/>
                <a:gd name="connsiteY8" fmla="*/ 10015 h 58333"/>
                <a:gd name="connsiteX9" fmla="*/ 15775 w 46886"/>
                <a:gd name="connsiteY9" fmla="*/ 26613 h 58333"/>
                <a:gd name="connsiteX10" fmla="*/ 1078 w 46886"/>
                <a:gd name="connsiteY10" fmla="*/ 48319 h 58333"/>
                <a:gd name="connsiteX11" fmla="*/ 2995 w 46886"/>
                <a:gd name="connsiteY11" fmla="*/ 57256 h 58333"/>
                <a:gd name="connsiteX12" fmla="*/ 11941 w 46886"/>
                <a:gd name="connsiteY12" fmla="*/ 55341 h 58333"/>
                <a:gd name="connsiteX13" fmla="*/ 11941 w 46886"/>
                <a:gd name="connsiteY13" fmla="*/ 55341 h 58333"/>
                <a:gd name="connsiteX14" fmla="*/ 23443 w 46886"/>
                <a:gd name="connsiteY14" fmla="*/ 38104 h 58333"/>
                <a:gd name="connsiteX15" fmla="*/ 34945 w 46886"/>
                <a:gd name="connsiteY15" fmla="*/ 55341 h 58333"/>
                <a:gd name="connsiteX16" fmla="*/ 43891 w 46886"/>
                <a:gd name="connsiteY16" fmla="*/ 57256 h 58333"/>
                <a:gd name="connsiteX17" fmla="*/ 45808 w 46886"/>
                <a:gd name="connsiteY17" fmla="*/ 48319 h 58333"/>
                <a:gd name="connsiteX18" fmla="*/ 45808 w 46886"/>
                <a:gd name="connsiteY18" fmla="*/ 48319 h 58333"/>
                <a:gd name="connsiteX19" fmla="*/ 31111 w 46886"/>
                <a:gd name="connsiteY19" fmla="*/ 26613 h 58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886" h="58333">
                  <a:moveTo>
                    <a:pt x="31111" y="26613"/>
                  </a:moveTo>
                  <a:lnTo>
                    <a:pt x="41974" y="10015"/>
                  </a:lnTo>
                  <a:cubicBezTo>
                    <a:pt x="43891" y="6823"/>
                    <a:pt x="43252" y="2992"/>
                    <a:pt x="40057" y="1077"/>
                  </a:cubicBezTo>
                  <a:cubicBezTo>
                    <a:pt x="36862" y="-838"/>
                    <a:pt x="33028" y="-200"/>
                    <a:pt x="31111" y="2992"/>
                  </a:cubicBezTo>
                  <a:lnTo>
                    <a:pt x="23443" y="15122"/>
                  </a:lnTo>
                  <a:lnTo>
                    <a:pt x="15775" y="2992"/>
                  </a:lnTo>
                  <a:cubicBezTo>
                    <a:pt x="13858" y="-200"/>
                    <a:pt x="10024" y="-838"/>
                    <a:pt x="6829" y="1077"/>
                  </a:cubicBezTo>
                  <a:cubicBezTo>
                    <a:pt x="6829" y="1077"/>
                    <a:pt x="6829" y="1077"/>
                    <a:pt x="6829" y="1077"/>
                  </a:cubicBezTo>
                  <a:cubicBezTo>
                    <a:pt x="3634" y="2992"/>
                    <a:pt x="2995" y="6823"/>
                    <a:pt x="4912" y="10015"/>
                  </a:cubicBezTo>
                  <a:lnTo>
                    <a:pt x="15775" y="26613"/>
                  </a:lnTo>
                  <a:lnTo>
                    <a:pt x="1078" y="48319"/>
                  </a:lnTo>
                  <a:cubicBezTo>
                    <a:pt x="-839" y="51511"/>
                    <a:pt x="-200" y="55341"/>
                    <a:pt x="2995" y="57256"/>
                  </a:cubicBezTo>
                  <a:cubicBezTo>
                    <a:pt x="6190" y="59172"/>
                    <a:pt x="10024" y="58533"/>
                    <a:pt x="11941" y="55341"/>
                  </a:cubicBezTo>
                  <a:cubicBezTo>
                    <a:pt x="11941" y="55341"/>
                    <a:pt x="11941" y="55341"/>
                    <a:pt x="11941" y="55341"/>
                  </a:cubicBezTo>
                  <a:lnTo>
                    <a:pt x="23443" y="38104"/>
                  </a:lnTo>
                  <a:lnTo>
                    <a:pt x="34945" y="55341"/>
                  </a:lnTo>
                  <a:cubicBezTo>
                    <a:pt x="36862" y="58533"/>
                    <a:pt x="40696" y="59172"/>
                    <a:pt x="43891" y="57256"/>
                  </a:cubicBezTo>
                  <a:cubicBezTo>
                    <a:pt x="47086" y="55341"/>
                    <a:pt x="47725" y="51511"/>
                    <a:pt x="45808" y="48319"/>
                  </a:cubicBezTo>
                  <a:cubicBezTo>
                    <a:pt x="45808" y="48319"/>
                    <a:pt x="45808" y="48319"/>
                    <a:pt x="45808" y="48319"/>
                  </a:cubicBezTo>
                  <a:lnTo>
                    <a:pt x="31111" y="26613"/>
                  </a:lnTo>
                  <a:close/>
                </a:path>
              </a:pathLst>
            </a:custGeom>
            <a:solidFill>
              <a:srgbClr val="00ABAB"/>
            </a:solidFill>
            <a:ln w="6390" cap="flat">
              <a:noFill/>
              <a:prstDash val="solid"/>
              <a:miter/>
            </a:ln>
          </p:spPr>
          <p:txBody>
            <a:bodyPr rtlCol="0" anchor="ctr"/>
            <a:lstStyle/>
            <a:p>
              <a:endParaRPr lang="en-US"/>
            </a:p>
          </p:txBody>
        </p:sp>
        <p:sp>
          <p:nvSpPr>
            <p:cNvPr id="1356" name="Graphic 1100">
              <a:extLst>
                <a:ext uri="{FF2B5EF4-FFF2-40B4-BE49-F238E27FC236}">
                  <a16:creationId xmlns:a16="http://schemas.microsoft.com/office/drawing/2014/main" id="{19B4D890-B6A6-2D49-AE01-AB4C59A46C7F}"/>
                </a:ext>
              </a:extLst>
            </p:cNvPr>
            <p:cNvSpPr/>
            <p:nvPr/>
          </p:nvSpPr>
          <p:spPr>
            <a:xfrm>
              <a:off x="4872476" y="2073986"/>
              <a:ext cx="38708" cy="59288"/>
            </a:xfrm>
            <a:custGeom>
              <a:avLst/>
              <a:gdLst>
                <a:gd name="connsiteX0" fmla="*/ 23494 w 38708"/>
                <a:gd name="connsiteY0" fmla="*/ 24116 h 59288"/>
                <a:gd name="connsiteX1" fmla="*/ 15826 w 38708"/>
                <a:gd name="connsiteY1" fmla="*/ 17732 h 59288"/>
                <a:gd name="connsiteX2" fmla="*/ 17104 w 38708"/>
                <a:gd name="connsiteY2" fmla="*/ 13902 h 59288"/>
                <a:gd name="connsiteX3" fmla="*/ 29244 w 38708"/>
                <a:gd name="connsiteY3" fmla="*/ 13902 h 59288"/>
                <a:gd name="connsiteX4" fmla="*/ 36912 w 38708"/>
                <a:gd name="connsiteY4" fmla="*/ 9433 h 59288"/>
                <a:gd name="connsiteX5" fmla="*/ 32439 w 38708"/>
                <a:gd name="connsiteY5" fmla="*/ 1772 h 59288"/>
                <a:gd name="connsiteX6" fmla="*/ 6880 w 38708"/>
                <a:gd name="connsiteY6" fmla="*/ 4964 h 59288"/>
                <a:gd name="connsiteX7" fmla="*/ 2407 w 38708"/>
                <a:gd name="connsiteY7" fmla="*/ 20285 h 59288"/>
                <a:gd name="connsiteX8" fmla="*/ 17743 w 38708"/>
                <a:gd name="connsiteY8" fmla="*/ 35607 h 59288"/>
                <a:gd name="connsiteX9" fmla="*/ 24772 w 38708"/>
                <a:gd name="connsiteY9" fmla="*/ 40714 h 59288"/>
                <a:gd name="connsiteX10" fmla="*/ 24772 w 38708"/>
                <a:gd name="connsiteY10" fmla="*/ 43268 h 59288"/>
                <a:gd name="connsiteX11" fmla="*/ 8797 w 38708"/>
                <a:gd name="connsiteY11" fmla="*/ 44545 h 59288"/>
                <a:gd name="connsiteX12" fmla="*/ 490 w 38708"/>
                <a:gd name="connsiteY12" fmla="*/ 47737 h 59288"/>
                <a:gd name="connsiteX13" fmla="*/ 490 w 38708"/>
                <a:gd name="connsiteY13" fmla="*/ 47737 h 59288"/>
                <a:gd name="connsiteX14" fmla="*/ 3685 w 38708"/>
                <a:gd name="connsiteY14" fmla="*/ 56036 h 59288"/>
                <a:gd name="connsiteX15" fmla="*/ 17743 w 38708"/>
                <a:gd name="connsiteY15" fmla="*/ 59228 h 59288"/>
                <a:gd name="connsiteX16" fmla="*/ 36912 w 38708"/>
                <a:gd name="connsiteY16" fmla="*/ 49013 h 59288"/>
                <a:gd name="connsiteX17" fmla="*/ 37552 w 38708"/>
                <a:gd name="connsiteY17" fmla="*/ 36245 h 59288"/>
                <a:gd name="connsiteX18" fmla="*/ 23494 w 38708"/>
                <a:gd name="connsiteY18" fmla="*/ 24116 h 59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708" h="59288">
                  <a:moveTo>
                    <a:pt x="23494" y="24116"/>
                  </a:moveTo>
                  <a:cubicBezTo>
                    <a:pt x="19021" y="22201"/>
                    <a:pt x="16464" y="19647"/>
                    <a:pt x="15826" y="17732"/>
                  </a:cubicBezTo>
                  <a:cubicBezTo>
                    <a:pt x="15826" y="16455"/>
                    <a:pt x="15826" y="15178"/>
                    <a:pt x="17104" y="13902"/>
                  </a:cubicBezTo>
                  <a:cubicBezTo>
                    <a:pt x="18382" y="12625"/>
                    <a:pt x="24772" y="12625"/>
                    <a:pt x="29244" y="13902"/>
                  </a:cubicBezTo>
                  <a:cubicBezTo>
                    <a:pt x="32439" y="15178"/>
                    <a:pt x="36273" y="13263"/>
                    <a:pt x="36912" y="9433"/>
                  </a:cubicBezTo>
                  <a:cubicBezTo>
                    <a:pt x="38190" y="6241"/>
                    <a:pt x="36273" y="2410"/>
                    <a:pt x="32439" y="1772"/>
                  </a:cubicBezTo>
                  <a:cubicBezTo>
                    <a:pt x="29244" y="1134"/>
                    <a:pt x="14548" y="-3335"/>
                    <a:pt x="6880" y="4964"/>
                  </a:cubicBezTo>
                  <a:cubicBezTo>
                    <a:pt x="3046" y="8794"/>
                    <a:pt x="1129" y="14540"/>
                    <a:pt x="2407" y="20285"/>
                  </a:cubicBezTo>
                  <a:cubicBezTo>
                    <a:pt x="4324" y="27946"/>
                    <a:pt x="10075" y="33692"/>
                    <a:pt x="17743" y="35607"/>
                  </a:cubicBezTo>
                  <a:cubicBezTo>
                    <a:pt x="23494" y="38161"/>
                    <a:pt x="24772" y="40076"/>
                    <a:pt x="24772" y="40714"/>
                  </a:cubicBezTo>
                  <a:cubicBezTo>
                    <a:pt x="24772" y="41353"/>
                    <a:pt x="25411" y="41353"/>
                    <a:pt x="24772" y="43268"/>
                  </a:cubicBezTo>
                  <a:cubicBezTo>
                    <a:pt x="24132" y="45183"/>
                    <a:pt x="19021" y="49013"/>
                    <a:pt x="8797" y="44545"/>
                  </a:cubicBezTo>
                  <a:cubicBezTo>
                    <a:pt x="5602" y="43268"/>
                    <a:pt x="1768" y="44545"/>
                    <a:pt x="490" y="47737"/>
                  </a:cubicBezTo>
                  <a:cubicBezTo>
                    <a:pt x="490" y="47737"/>
                    <a:pt x="490" y="47737"/>
                    <a:pt x="490" y="47737"/>
                  </a:cubicBezTo>
                  <a:cubicBezTo>
                    <a:pt x="-788" y="50929"/>
                    <a:pt x="490" y="54759"/>
                    <a:pt x="3685" y="56036"/>
                  </a:cubicBezTo>
                  <a:cubicBezTo>
                    <a:pt x="8158" y="57951"/>
                    <a:pt x="12631" y="59228"/>
                    <a:pt x="17743" y="59228"/>
                  </a:cubicBezTo>
                  <a:cubicBezTo>
                    <a:pt x="25411" y="59866"/>
                    <a:pt x="33079" y="55397"/>
                    <a:pt x="36912" y="49013"/>
                  </a:cubicBezTo>
                  <a:cubicBezTo>
                    <a:pt x="38829" y="45183"/>
                    <a:pt x="39468" y="40714"/>
                    <a:pt x="37552" y="36245"/>
                  </a:cubicBezTo>
                  <a:cubicBezTo>
                    <a:pt x="34995" y="30500"/>
                    <a:pt x="29884" y="26031"/>
                    <a:pt x="23494" y="24116"/>
                  </a:cubicBezTo>
                  <a:close/>
                </a:path>
              </a:pathLst>
            </a:custGeom>
            <a:solidFill>
              <a:srgbClr val="00ABAB"/>
            </a:solidFill>
            <a:ln w="6390" cap="flat">
              <a:noFill/>
              <a:prstDash val="solid"/>
              <a:miter/>
            </a:ln>
          </p:spPr>
          <p:txBody>
            <a:bodyPr rtlCol="0" anchor="ctr"/>
            <a:lstStyle/>
            <a:p>
              <a:endParaRPr lang="en-US"/>
            </a:p>
          </p:txBody>
        </p:sp>
      </p:grpSp>
      <p:grpSp>
        <p:nvGrpSpPr>
          <p:cNvPr id="1357" name="Graphic 1100">
            <a:extLst>
              <a:ext uri="{FF2B5EF4-FFF2-40B4-BE49-F238E27FC236}">
                <a16:creationId xmlns:a16="http://schemas.microsoft.com/office/drawing/2014/main" id="{45C0774D-AC09-1147-AC18-663D6937CBF0}"/>
              </a:ext>
            </a:extLst>
          </p:cNvPr>
          <p:cNvGrpSpPr/>
          <p:nvPr/>
        </p:nvGrpSpPr>
        <p:grpSpPr>
          <a:xfrm>
            <a:off x="4661459" y="2375167"/>
            <a:ext cx="362313" cy="361971"/>
            <a:chOff x="4661459" y="2375167"/>
            <a:chExt cx="362313" cy="361971"/>
          </a:xfrm>
          <a:solidFill>
            <a:srgbClr val="00ABAB"/>
          </a:solidFill>
        </p:grpSpPr>
        <p:sp>
          <p:nvSpPr>
            <p:cNvPr id="1358" name="Graphic 1100">
              <a:extLst>
                <a:ext uri="{FF2B5EF4-FFF2-40B4-BE49-F238E27FC236}">
                  <a16:creationId xmlns:a16="http://schemas.microsoft.com/office/drawing/2014/main" id="{F65E32B0-209F-534C-ACBD-C437F1236899}"/>
                </a:ext>
              </a:extLst>
            </p:cNvPr>
            <p:cNvSpPr/>
            <p:nvPr/>
          </p:nvSpPr>
          <p:spPr>
            <a:xfrm>
              <a:off x="4661459" y="237516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5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ubicBezTo>
                    <a:pt x="182113" y="0"/>
                    <a:pt x="181474"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cubicBezTo>
                    <a:pt x="349530" y="180667"/>
                    <a:pt x="349530" y="180667"/>
                    <a:pt x="349530" y="180667"/>
                  </a:cubicBezTo>
                  <a:cubicBezTo>
                    <a:pt x="350168" y="273873"/>
                    <a:pt x="274767"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1359" name="Graphic 1100">
              <a:extLst>
                <a:ext uri="{FF2B5EF4-FFF2-40B4-BE49-F238E27FC236}">
                  <a16:creationId xmlns:a16="http://schemas.microsoft.com/office/drawing/2014/main" id="{114A537B-F61B-D546-B1A8-752B24FD5E73}"/>
                </a:ext>
              </a:extLst>
            </p:cNvPr>
            <p:cNvSpPr/>
            <p:nvPr/>
          </p:nvSpPr>
          <p:spPr>
            <a:xfrm>
              <a:off x="4741333" y="2446668"/>
              <a:ext cx="204477" cy="218970"/>
            </a:xfrm>
            <a:custGeom>
              <a:avLst/>
              <a:gdLst>
                <a:gd name="connsiteX0" fmla="*/ 197449 w 204477"/>
                <a:gd name="connsiteY0" fmla="*/ 81077 h 218970"/>
                <a:gd name="connsiteX1" fmla="*/ 181474 w 204477"/>
                <a:gd name="connsiteY1" fmla="*/ 81077 h 218970"/>
                <a:gd name="connsiteX2" fmla="*/ 181474 w 204477"/>
                <a:gd name="connsiteY2" fmla="*/ 58094 h 218970"/>
                <a:gd name="connsiteX3" fmla="*/ 180835 w 204477"/>
                <a:gd name="connsiteY3" fmla="*/ 55541 h 218970"/>
                <a:gd name="connsiteX4" fmla="*/ 179557 w 204477"/>
                <a:gd name="connsiteY4" fmla="*/ 53625 h 218970"/>
                <a:gd name="connsiteX5" fmla="*/ 128438 w 204477"/>
                <a:gd name="connsiteY5" fmla="*/ 1915 h 218970"/>
                <a:gd name="connsiteX6" fmla="*/ 123965 w 204477"/>
                <a:gd name="connsiteY6" fmla="*/ 0 h 218970"/>
                <a:gd name="connsiteX7" fmla="*/ 28116 w 204477"/>
                <a:gd name="connsiteY7" fmla="*/ 0 h 218970"/>
                <a:gd name="connsiteX8" fmla="*/ 21726 w 204477"/>
                <a:gd name="connsiteY8" fmla="*/ 6384 h 218970"/>
                <a:gd name="connsiteX9" fmla="*/ 21726 w 204477"/>
                <a:gd name="connsiteY9" fmla="*/ 81077 h 218970"/>
                <a:gd name="connsiteX10" fmla="*/ 6390 w 204477"/>
                <a:gd name="connsiteY10" fmla="*/ 81077 h 218970"/>
                <a:gd name="connsiteX11" fmla="*/ 0 w 204477"/>
                <a:gd name="connsiteY11" fmla="*/ 87461 h 218970"/>
                <a:gd name="connsiteX12" fmla="*/ 0 w 204477"/>
                <a:gd name="connsiteY12" fmla="*/ 183220 h 218970"/>
                <a:gd name="connsiteX13" fmla="*/ 6390 w 204477"/>
                <a:gd name="connsiteY13" fmla="*/ 189604 h 218970"/>
                <a:gd name="connsiteX14" fmla="*/ 22365 w 204477"/>
                <a:gd name="connsiteY14" fmla="*/ 189604 h 218970"/>
                <a:gd name="connsiteX15" fmla="*/ 22365 w 204477"/>
                <a:gd name="connsiteY15" fmla="*/ 212587 h 218970"/>
                <a:gd name="connsiteX16" fmla="*/ 28755 w 204477"/>
                <a:gd name="connsiteY16" fmla="*/ 218971 h 218970"/>
                <a:gd name="connsiteX17" fmla="*/ 175723 w 204477"/>
                <a:gd name="connsiteY17" fmla="*/ 218971 h 218970"/>
                <a:gd name="connsiteX18" fmla="*/ 182113 w 204477"/>
                <a:gd name="connsiteY18" fmla="*/ 212587 h 218970"/>
                <a:gd name="connsiteX19" fmla="*/ 182113 w 204477"/>
                <a:gd name="connsiteY19" fmla="*/ 189604 h 218970"/>
                <a:gd name="connsiteX20" fmla="*/ 198088 w 204477"/>
                <a:gd name="connsiteY20" fmla="*/ 189604 h 218970"/>
                <a:gd name="connsiteX21" fmla="*/ 204478 w 204477"/>
                <a:gd name="connsiteY21" fmla="*/ 183220 h 218970"/>
                <a:gd name="connsiteX22" fmla="*/ 204478 w 204477"/>
                <a:gd name="connsiteY22" fmla="*/ 87461 h 218970"/>
                <a:gd name="connsiteX23" fmla="*/ 197449 w 204477"/>
                <a:gd name="connsiteY23" fmla="*/ 81077 h 218970"/>
                <a:gd name="connsiteX24" fmla="*/ 197449 w 204477"/>
                <a:gd name="connsiteY24" fmla="*/ 81077 h 218970"/>
                <a:gd name="connsiteX25" fmla="*/ 130355 w 204477"/>
                <a:gd name="connsiteY25" fmla="*/ 21706 h 218970"/>
                <a:gd name="connsiteX26" fmla="*/ 159748 w 204477"/>
                <a:gd name="connsiteY26" fmla="*/ 51072 h 218970"/>
                <a:gd name="connsiteX27" fmla="*/ 130355 w 204477"/>
                <a:gd name="connsiteY27" fmla="*/ 51072 h 218970"/>
                <a:gd name="connsiteX28" fmla="*/ 130355 w 204477"/>
                <a:gd name="connsiteY28" fmla="*/ 21706 h 218970"/>
                <a:gd name="connsiteX29" fmla="*/ 34506 w 204477"/>
                <a:gd name="connsiteY29" fmla="*/ 12768 h 218970"/>
                <a:gd name="connsiteX30" fmla="*/ 117575 w 204477"/>
                <a:gd name="connsiteY30" fmla="*/ 12768 h 218970"/>
                <a:gd name="connsiteX31" fmla="*/ 117575 w 204477"/>
                <a:gd name="connsiteY31" fmla="*/ 58094 h 218970"/>
                <a:gd name="connsiteX32" fmla="*/ 123965 w 204477"/>
                <a:gd name="connsiteY32" fmla="*/ 64478 h 218970"/>
                <a:gd name="connsiteX33" fmla="*/ 169333 w 204477"/>
                <a:gd name="connsiteY33" fmla="*/ 64478 h 218970"/>
                <a:gd name="connsiteX34" fmla="*/ 169333 w 204477"/>
                <a:gd name="connsiteY34" fmla="*/ 81077 h 218970"/>
                <a:gd name="connsiteX35" fmla="*/ 35145 w 204477"/>
                <a:gd name="connsiteY35" fmla="*/ 81077 h 218970"/>
                <a:gd name="connsiteX36" fmla="*/ 34506 w 204477"/>
                <a:gd name="connsiteY36" fmla="*/ 12768 h 218970"/>
                <a:gd name="connsiteX37" fmla="*/ 168695 w 204477"/>
                <a:gd name="connsiteY37" fmla="*/ 206203 h 218970"/>
                <a:gd name="connsiteX38" fmla="*/ 34506 w 204477"/>
                <a:gd name="connsiteY38" fmla="*/ 206203 h 218970"/>
                <a:gd name="connsiteX39" fmla="*/ 34506 w 204477"/>
                <a:gd name="connsiteY39" fmla="*/ 189604 h 218970"/>
                <a:gd name="connsiteX40" fmla="*/ 168695 w 204477"/>
                <a:gd name="connsiteY40" fmla="*/ 189604 h 218970"/>
                <a:gd name="connsiteX41" fmla="*/ 168695 w 204477"/>
                <a:gd name="connsiteY41" fmla="*/ 206203 h 218970"/>
                <a:gd name="connsiteX42" fmla="*/ 190420 w 204477"/>
                <a:gd name="connsiteY42" fmla="*/ 176198 h 218970"/>
                <a:gd name="connsiteX43" fmla="*/ 12780 w 204477"/>
                <a:gd name="connsiteY43" fmla="*/ 176198 h 218970"/>
                <a:gd name="connsiteX44" fmla="*/ 12780 w 204477"/>
                <a:gd name="connsiteY44" fmla="*/ 93206 h 218970"/>
                <a:gd name="connsiteX45" fmla="*/ 191059 w 204477"/>
                <a:gd name="connsiteY45" fmla="*/ 93206 h 218970"/>
                <a:gd name="connsiteX46" fmla="*/ 190420 w 204477"/>
                <a:gd name="connsiteY46" fmla="*/ 176198 h 21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04477" h="218970">
                  <a:moveTo>
                    <a:pt x="197449" y="81077"/>
                  </a:moveTo>
                  <a:lnTo>
                    <a:pt x="181474" y="81077"/>
                  </a:lnTo>
                  <a:lnTo>
                    <a:pt x="181474" y="58094"/>
                  </a:lnTo>
                  <a:cubicBezTo>
                    <a:pt x="181474" y="57456"/>
                    <a:pt x="181474" y="56179"/>
                    <a:pt x="180835" y="55541"/>
                  </a:cubicBezTo>
                  <a:cubicBezTo>
                    <a:pt x="180835" y="54902"/>
                    <a:pt x="180196" y="54264"/>
                    <a:pt x="179557" y="53625"/>
                  </a:cubicBezTo>
                  <a:lnTo>
                    <a:pt x="128438" y="1915"/>
                  </a:lnTo>
                  <a:cubicBezTo>
                    <a:pt x="127160" y="638"/>
                    <a:pt x="125882" y="0"/>
                    <a:pt x="123965" y="0"/>
                  </a:cubicBezTo>
                  <a:lnTo>
                    <a:pt x="28116" y="0"/>
                  </a:lnTo>
                  <a:cubicBezTo>
                    <a:pt x="24282" y="0"/>
                    <a:pt x="21726" y="2554"/>
                    <a:pt x="21726" y="6384"/>
                  </a:cubicBezTo>
                  <a:lnTo>
                    <a:pt x="21726" y="81077"/>
                  </a:lnTo>
                  <a:lnTo>
                    <a:pt x="6390" y="81077"/>
                  </a:lnTo>
                  <a:cubicBezTo>
                    <a:pt x="2556" y="81077"/>
                    <a:pt x="0" y="83630"/>
                    <a:pt x="0" y="87461"/>
                  </a:cubicBezTo>
                  <a:lnTo>
                    <a:pt x="0" y="183220"/>
                  </a:lnTo>
                  <a:cubicBezTo>
                    <a:pt x="0" y="187051"/>
                    <a:pt x="2556" y="189604"/>
                    <a:pt x="6390" y="189604"/>
                  </a:cubicBezTo>
                  <a:lnTo>
                    <a:pt x="22365" y="189604"/>
                  </a:lnTo>
                  <a:lnTo>
                    <a:pt x="22365" y="212587"/>
                  </a:lnTo>
                  <a:cubicBezTo>
                    <a:pt x="22365" y="216417"/>
                    <a:pt x="24921" y="218971"/>
                    <a:pt x="28755" y="218971"/>
                  </a:cubicBezTo>
                  <a:lnTo>
                    <a:pt x="175723" y="218971"/>
                  </a:lnTo>
                  <a:cubicBezTo>
                    <a:pt x="179557" y="218971"/>
                    <a:pt x="182113" y="216417"/>
                    <a:pt x="182113" y="212587"/>
                  </a:cubicBezTo>
                  <a:lnTo>
                    <a:pt x="182113" y="189604"/>
                  </a:lnTo>
                  <a:lnTo>
                    <a:pt x="198088" y="189604"/>
                  </a:lnTo>
                  <a:cubicBezTo>
                    <a:pt x="201922" y="189604"/>
                    <a:pt x="204478" y="187051"/>
                    <a:pt x="204478" y="183220"/>
                  </a:cubicBezTo>
                  <a:lnTo>
                    <a:pt x="204478" y="87461"/>
                  </a:lnTo>
                  <a:cubicBezTo>
                    <a:pt x="203839" y="83630"/>
                    <a:pt x="201283" y="81077"/>
                    <a:pt x="197449" y="81077"/>
                  </a:cubicBezTo>
                  <a:cubicBezTo>
                    <a:pt x="197449" y="81077"/>
                    <a:pt x="197449" y="81077"/>
                    <a:pt x="197449" y="81077"/>
                  </a:cubicBezTo>
                  <a:close/>
                  <a:moveTo>
                    <a:pt x="130355" y="21706"/>
                  </a:moveTo>
                  <a:lnTo>
                    <a:pt x="159748" y="51072"/>
                  </a:lnTo>
                  <a:lnTo>
                    <a:pt x="130355" y="51072"/>
                  </a:lnTo>
                  <a:lnTo>
                    <a:pt x="130355" y="21706"/>
                  </a:lnTo>
                  <a:close/>
                  <a:moveTo>
                    <a:pt x="34506" y="12768"/>
                  </a:moveTo>
                  <a:lnTo>
                    <a:pt x="117575" y="12768"/>
                  </a:lnTo>
                  <a:lnTo>
                    <a:pt x="117575" y="58094"/>
                  </a:lnTo>
                  <a:cubicBezTo>
                    <a:pt x="117575" y="61925"/>
                    <a:pt x="120131" y="64478"/>
                    <a:pt x="123965" y="64478"/>
                  </a:cubicBezTo>
                  <a:lnTo>
                    <a:pt x="169333" y="64478"/>
                  </a:lnTo>
                  <a:lnTo>
                    <a:pt x="169333" y="81077"/>
                  </a:lnTo>
                  <a:lnTo>
                    <a:pt x="35145" y="81077"/>
                  </a:lnTo>
                  <a:lnTo>
                    <a:pt x="34506" y="12768"/>
                  </a:lnTo>
                  <a:close/>
                  <a:moveTo>
                    <a:pt x="168695" y="206203"/>
                  </a:moveTo>
                  <a:lnTo>
                    <a:pt x="34506" y="206203"/>
                  </a:lnTo>
                  <a:lnTo>
                    <a:pt x="34506" y="189604"/>
                  </a:lnTo>
                  <a:lnTo>
                    <a:pt x="168695" y="189604"/>
                  </a:lnTo>
                  <a:lnTo>
                    <a:pt x="168695" y="206203"/>
                  </a:lnTo>
                  <a:close/>
                  <a:moveTo>
                    <a:pt x="190420" y="176198"/>
                  </a:moveTo>
                  <a:lnTo>
                    <a:pt x="12780" y="176198"/>
                  </a:lnTo>
                  <a:lnTo>
                    <a:pt x="12780" y="93206"/>
                  </a:lnTo>
                  <a:lnTo>
                    <a:pt x="191059" y="93206"/>
                  </a:lnTo>
                  <a:lnTo>
                    <a:pt x="190420" y="176198"/>
                  </a:lnTo>
                  <a:close/>
                </a:path>
              </a:pathLst>
            </a:custGeom>
            <a:solidFill>
              <a:srgbClr val="00ABAB"/>
            </a:solidFill>
            <a:ln w="6390" cap="flat">
              <a:noFill/>
              <a:prstDash val="solid"/>
              <a:miter/>
            </a:ln>
          </p:spPr>
          <p:txBody>
            <a:bodyPr rtlCol="0" anchor="ctr"/>
            <a:lstStyle/>
            <a:p>
              <a:endParaRPr lang="en-US"/>
            </a:p>
          </p:txBody>
        </p:sp>
        <p:sp>
          <p:nvSpPr>
            <p:cNvPr id="1360" name="Graphic 1100">
              <a:extLst>
                <a:ext uri="{FF2B5EF4-FFF2-40B4-BE49-F238E27FC236}">
                  <a16:creationId xmlns:a16="http://schemas.microsoft.com/office/drawing/2014/main" id="{DD52F1F7-0F97-1741-9A12-F2428ED70B39}"/>
                </a:ext>
              </a:extLst>
            </p:cNvPr>
            <p:cNvSpPr/>
            <p:nvPr/>
          </p:nvSpPr>
          <p:spPr>
            <a:xfrm>
              <a:off x="4839738" y="2552642"/>
              <a:ext cx="12779" cy="58094"/>
            </a:xfrm>
            <a:custGeom>
              <a:avLst/>
              <a:gdLst>
                <a:gd name="connsiteX0" fmla="*/ 6390 w 12779"/>
                <a:gd name="connsiteY0" fmla="*/ 0 h 58094"/>
                <a:gd name="connsiteX1" fmla="*/ 0 w 12779"/>
                <a:gd name="connsiteY1" fmla="*/ 6384 h 58094"/>
                <a:gd name="connsiteX2" fmla="*/ 0 w 12779"/>
                <a:gd name="connsiteY2" fmla="*/ 51710 h 58094"/>
                <a:gd name="connsiteX3" fmla="*/ 6390 w 12779"/>
                <a:gd name="connsiteY3" fmla="*/ 58094 h 58094"/>
                <a:gd name="connsiteX4" fmla="*/ 12780 w 12779"/>
                <a:gd name="connsiteY4" fmla="*/ 51710 h 58094"/>
                <a:gd name="connsiteX5" fmla="*/ 12780 w 12779"/>
                <a:gd name="connsiteY5" fmla="*/ 6384 h 58094"/>
                <a:gd name="connsiteX6" fmla="*/ 6390 w 12779"/>
                <a:gd name="connsiteY6" fmla="*/ 0 h 58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58094">
                  <a:moveTo>
                    <a:pt x="6390" y="0"/>
                  </a:moveTo>
                  <a:cubicBezTo>
                    <a:pt x="2556" y="0"/>
                    <a:pt x="0" y="2554"/>
                    <a:pt x="0" y="6384"/>
                  </a:cubicBezTo>
                  <a:lnTo>
                    <a:pt x="0" y="51710"/>
                  </a:lnTo>
                  <a:cubicBezTo>
                    <a:pt x="0" y="55541"/>
                    <a:pt x="2556" y="58094"/>
                    <a:pt x="6390" y="58094"/>
                  </a:cubicBezTo>
                  <a:cubicBezTo>
                    <a:pt x="10224" y="58094"/>
                    <a:pt x="12780" y="55541"/>
                    <a:pt x="12780" y="51710"/>
                  </a:cubicBezTo>
                  <a:lnTo>
                    <a:pt x="12780" y="6384"/>
                  </a:lnTo>
                  <a:cubicBezTo>
                    <a:pt x="12780" y="2554"/>
                    <a:pt x="9585" y="0"/>
                    <a:pt x="6390" y="0"/>
                  </a:cubicBezTo>
                  <a:close/>
                </a:path>
              </a:pathLst>
            </a:custGeom>
            <a:solidFill>
              <a:srgbClr val="00ABAB"/>
            </a:solidFill>
            <a:ln w="6390" cap="flat">
              <a:noFill/>
              <a:prstDash val="solid"/>
              <a:miter/>
            </a:ln>
          </p:spPr>
          <p:txBody>
            <a:bodyPr rtlCol="0" anchor="ctr"/>
            <a:lstStyle/>
            <a:p>
              <a:endParaRPr lang="en-US"/>
            </a:p>
          </p:txBody>
        </p:sp>
        <p:sp>
          <p:nvSpPr>
            <p:cNvPr id="1361" name="Graphic 1100">
              <a:extLst>
                <a:ext uri="{FF2B5EF4-FFF2-40B4-BE49-F238E27FC236}">
                  <a16:creationId xmlns:a16="http://schemas.microsoft.com/office/drawing/2014/main" id="{4AE8204F-70B1-834A-9984-DE4EEC097301}"/>
                </a:ext>
              </a:extLst>
            </p:cNvPr>
            <p:cNvSpPr/>
            <p:nvPr/>
          </p:nvSpPr>
          <p:spPr>
            <a:xfrm>
              <a:off x="4783826" y="2552003"/>
              <a:ext cx="43132" cy="58094"/>
            </a:xfrm>
            <a:custGeom>
              <a:avLst/>
              <a:gdLst>
                <a:gd name="connsiteX0" fmla="*/ 36742 w 43132"/>
                <a:gd name="connsiteY0" fmla="*/ 45965 h 58094"/>
                <a:gd name="connsiteX1" fmla="*/ 18211 w 43132"/>
                <a:gd name="connsiteY1" fmla="*/ 45965 h 58094"/>
                <a:gd name="connsiteX2" fmla="*/ 41854 w 43132"/>
                <a:gd name="connsiteY2" fmla="*/ 10214 h 58094"/>
                <a:gd name="connsiteX3" fmla="*/ 39937 w 43132"/>
                <a:gd name="connsiteY3" fmla="*/ 1277 h 58094"/>
                <a:gd name="connsiteX4" fmla="*/ 36742 w 43132"/>
                <a:gd name="connsiteY4" fmla="*/ 0 h 58094"/>
                <a:gd name="connsiteX5" fmla="*/ 6710 w 43132"/>
                <a:gd name="connsiteY5" fmla="*/ 0 h 58094"/>
                <a:gd name="connsiteX6" fmla="*/ 320 w 43132"/>
                <a:gd name="connsiteY6" fmla="*/ 6384 h 58094"/>
                <a:gd name="connsiteX7" fmla="*/ 6710 w 43132"/>
                <a:gd name="connsiteY7" fmla="*/ 12768 h 58094"/>
                <a:gd name="connsiteX8" fmla="*/ 24601 w 43132"/>
                <a:gd name="connsiteY8" fmla="*/ 12768 h 58094"/>
                <a:gd name="connsiteX9" fmla="*/ 959 w 43132"/>
                <a:gd name="connsiteY9" fmla="*/ 48518 h 58094"/>
                <a:gd name="connsiteX10" fmla="*/ 959 w 43132"/>
                <a:gd name="connsiteY10" fmla="*/ 54902 h 58094"/>
                <a:gd name="connsiteX11" fmla="*/ 6710 w 43132"/>
                <a:gd name="connsiteY11" fmla="*/ 58094 h 58094"/>
                <a:gd name="connsiteX12" fmla="*/ 36742 w 43132"/>
                <a:gd name="connsiteY12" fmla="*/ 58094 h 58094"/>
                <a:gd name="connsiteX13" fmla="*/ 43132 w 43132"/>
                <a:gd name="connsiteY13" fmla="*/ 51710 h 58094"/>
                <a:gd name="connsiteX14" fmla="*/ 36742 w 43132"/>
                <a:gd name="connsiteY14" fmla="*/ 45965 h 58094"/>
                <a:gd name="connsiteX15" fmla="*/ 36742 w 43132"/>
                <a:gd name="connsiteY15" fmla="*/ 45965 h 58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132" h="58094">
                  <a:moveTo>
                    <a:pt x="36742" y="45965"/>
                  </a:moveTo>
                  <a:lnTo>
                    <a:pt x="18211" y="45965"/>
                  </a:lnTo>
                  <a:lnTo>
                    <a:pt x="41854" y="10214"/>
                  </a:lnTo>
                  <a:cubicBezTo>
                    <a:pt x="43771" y="7022"/>
                    <a:pt x="43132" y="3192"/>
                    <a:pt x="39937" y="1277"/>
                  </a:cubicBezTo>
                  <a:cubicBezTo>
                    <a:pt x="38659" y="638"/>
                    <a:pt x="37381" y="0"/>
                    <a:pt x="36742" y="0"/>
                  </a:cubicBezTo>
                  <a:lnTo>
                    <a:pt x="6710" y="0"/>
                  </a:lnTo>
                  <a:cubicBezTo>
                    <a:pt x="2875" y="0"/>
                    <a:pt x="320" y="2554"/>
                    <a:pt x="320" y="6384"/>
                  </a:cubicBezTo>
                  <a:cubicBezTo>
                    <a:pt x="320" y="10214"/>
                    <a:pt x="2875" y="12768"/>
                    <a:pt x="6710" y="12768"/>
                  </a:cubicBezTo>
                  <a:lnTo>
                    <a:pt x="24601" y="12768"/>
                  </a:lnTo>
                  <a:lnTo>
                    <a:pt x="959" y="48518"/>
                  </a:lnTo>
                  <a:cubicBezTo>
                    <a:pt x="-320" y="50433"/>
                    <a:pt x="-320" y="52987"/>
                    <a:pt x="959" y="54902"/>
                  </a:cubicBezTo>
                  <a:cubicBezTo>
                    <a:pt x="2237" y="56817"/>
                    <a:pt x="4154" y="58094"/>
                    <a:pt x="6710" y="58094"/>
                  </a:cubicBezTo>
                  <a:lnTo>
                    <a:pt x="36742" y="58094"/>
                  </a:lnTo>
                  <a:cubicBezTo>
                    <a:pt x="40576" y="58094"/>
                    <a:pt x="43132" y="55541"/>
                    <a:pt x="43132" y="51710"/>
                  </a:cubicBezTo>
                  <a:cubicBezTo>
                    <a:pt x="43132" y="47880"/>
                    <a:pt x="40576" y="45965"/>
                    <a:pt x="36742" y="45965"/>
                  </a:cubicBezTo>
                  <a:lnTo>
                    <a:pt x="36742" y="45965"/>
                  </a:lnTo>
                  <a:close/>
                </a:path>
              </a:pathLst>
            </a:custGeom>
            <a:solidFill>
              <a:srgbClr val="00ABAB"/>
            </a:solidFill>
            <a:ln w="6390" cap="flat">
              <a:noFill/>
              <a:prstDash val="solid"/>
              <a:miter/>
            </a:ln>
          </p:spPr>
          <p:txBody>
            <a:bodyPr rtlCol="0" anchor="ctr"/>
            <a:lstStyle/>
            <a:p>
              <a:endParaRPr lang="en-US"/>
            </a:p>
          </p:txBody>
        </p:sp>
        <p:sp>
          <p:nvSpPr>
            <p:cNvPr id="1362" name="Graphic 1100">
              <a:extLst>
                <a:ext uri="{FF2B5EF4-FFF2-40B4-BE49-F238E27FC236}">
                  <a16:creationId xmlns:a16="http://schemas.microsoft.com/office/drawing/2014/main" id="{DBD1A3CC-A3EA-8641-9AA5-F1A33C9AA626}"/>
                </a:ext>
              </a:extLst>
            </p:cNvPr>
            <p:cNvSpPr/>
            <p:nvPr/>
          </p:nvSpPr>
          <p:spPr>
            <a:xfrm>
              <a:off x="4866575" y="2552642"/>
              <a:ext cx="40040" cy="58094"/>
            </a:xfrm>
            <a:custGeom>
              <a:avLst/>
              <a:gdLst>
                <a:gd name="connsiteX0" fmla="*/ 21087 w 40040"/>
                <a:gd name="connsiteY0" fmla="*/ 0 h 58094"/>
                <a:gd name="connsiteX1" fmla="*/ 6390 w 40040"/>
                <a:gd name="connsiteY1" fmla="*/ 0 h 58094"/>
                <a:gd name="connsiteX2" fmla="*/ 0 w 40040"/>
                <a:gd name="connsiteY2" fmla="*/ 6384 h 58094"/>
                <a:gd name="connsiteX3" fmla="*/ 0 w 40040"/>
                <a:gd name="connsiteY3" fmla="*/ 51710 h 58094"/>
                <a:gd name="connsiteX4" fmla="*/ 6390 w 40040"/>
                <a:gd name="connsiteY4" fmla="*/ 58094 h 58094"/>
                <a:gd name="connsiteX5" fmla="*/ 12780 w 40040"/>
                <a:gd name="connsiteY5" fmla="*/ 51710 h 58094"/>
                <a:gd name="connsiteX6" fmla="*/ 12780 w 40040"/>
                <a:gd name="connsiteY6" fmla="*/ 38304 h 58094"/>
                <a:gd name="connsiteX7" fmla="*/ 21087 w 40040"/>
                <a:gd name="connsiteY7" fmla="*/ 38304 h 58094"/>
                <a:gd name="connsiteX8" fmla="*/ 33867 w 40040"/>
                <a:gd name="connsiteY8" fmla="*/ 33197 h 58094"/>
                <a:gd name="connsiteX9" fmla="*/ 35145 w 40040"/>
                <a:gd name="connsiteY9" fmla="*/ 6384 h 58094"/>
                <a:gd name="connsiteX10" fmla="*/ 21087 w 40040"/>
                <a:gd name="connsiteY10" fmla="*/ 0 h 58094"/>
                <a:gd name="connsiteX11" fmla="*/ 21087 w 40040"/>
                <a:gd name="connsiteY11" fmla="*/ 25536 h 58094"/>
                <a:gd name="connsiteX12" fmla="*/ 12780 w 40040"/>
                <a:gd name="connsiteY12" fmla="*/ 25536 h 58094"/>
                <a:gd name="connsiteX13" fmla="*/ 12780 w 40040"/>
                <a:gd name="connsiteY13" fmla="*/ 12768 h 58094"/>
                <a:gd name="connsiteX14" fmla="*/ 21087 w 40040"/>
                <a:gd name="connsiteY14" fmla="*/ 12768 h 58094"/>
                <a:gd name="connsiteX15" fmla="*/ 24921 w 40040"/>
                <a:gd name="connsiteY15" fmla="*/ 14045 h 58094"/>
                <a:gd name="connsiteX16" fmla="*/ 26199 w 40040"/>
                <a:gd name="connsiteY16" fmla="*/ 19152 h 58094"/>
                <a:gd name="connsiteX17" fmla="*/ 21087 w 40040"/>
                <a:gd name="connsiteY17" fmla="*/ 25536 h 58094"/>
                <a:gd name="connsiteX18" fmla="*/ 21087 w 40040"/>
                <a:gd name="connsiteY18" fmla="*/ 25536 h 58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040" h="58094">
                  <a:moveTo>
                    <a:pt x="21087" y="0"/>
                  </a:moveTo>
                  <a:lnTo>
                    <a:pt x="6390" y="0"/>
                  </a:lnTo>
                  <a:cubicBezTo>
                    <a:pt x="2556" y="0"/>
                    <a:pt x="0" y="2554"/>
                    <a:pt x="0" y="6384"/>
                  </a:cubicBezTo>
                  <a:lnTo>
                    <a:pt x="0" y="51710"/>
                  </a:lnTo>
                  <a:cubicBezTo>
                    <a:pt x="0" y="55541"/>
                    <a:pt x="2556" y="58094"/>
                    <a:pt x="6390" y="58094"/>
                  </a:cubicBezTo>
                  <a:cubicBezTo>
                    <a:pt x="10224" y="58094"/>
                    <a:pt x="12780" y="55541"/>
                    <a:pt x="12780" y="51710"/>
                  </a:cubicBezTo>
                  <a:lnTo>
                    <a:pt x="12780" y="38304"/>
                  </a:lnTo>
                  <a:lnTo>
                    <a:pt x="21087" y="38304"/>
                  </a:lnTo>
                  <a:cubicBezTo>
                    <a:pt x="25560" y="38304"/>
                    <a:pt x="30672" y="36389"/>
                    <a:pt x="33867" y="33197"/>
                  </a:cubicBezTo>
                  <a:cubicBezTo>
                    <a:pt x="41535" y="26174"/>
                    <a:pt x="42174" y="14045"/>
                    <a:pt x="35145" y="6384"/>
                  </a:cubicBezTo>
                  <a:cubicBezTo>
                    <a:pt x="31950" y="2554"/>
                    <a:pt x="26199" y="0"/>
                    <a:pt x="21087" y="0"/>
                  </a:cubicBezTo>
                  <a:close/>
                  <a:moveTo>
                    <a:pt x="21087" y="25536"/>
                  </a:moveTo>
                  <a:lnTo>
                    <a:pt x="12780" y="25536"/>
                  </a:lnTo>
                  <a:lnTo>
                    <a:pt x="12780" y="12768"/>
                  </a:lnTo>
                  <a:lnTo>
                    <a:pt x="21087" y="12768"/>
                  </a:lnTo>
                  <a:cubicBezTo>
                    <a:pt x="22365" y="12768"/>
                    <a:pt x="23643" y="13406"/>
                    <a:pt x="24921" y="14045"/>
                  </a:cubicBezTo>
                  <a:cubicBezTo>
                    <a:pt x="26199" y="15322"/>
                    <a:pt x="26838" y="17237"/>
                    <a:pt x="26199" y="19152"/>
                  </a:cubicBezTo>
                  <a:cubicBezTo>
                    <a:pt x="26838" y="23621"/>
                    <a:pt x="24921" y="25536"/>
                    <a:pt x="21087" y="25536"/>
                  </a:cubicBezTo>
                  <a:lnTo>
                    <a:pt x="21087" y="25536"/>
                  </a:lnTo>
                  <a:close/>
                </a:path>
              </a:pathLst>
            </a:custGeom>
            <a:solidFill>
              <a:srgbClr val="00ABAB"/>
            </a:solidFill>
            <a:ln w="6390" cap="flat">
              <a:noFill/>
              <a:prstDash val="solid"/>
              <a:miter/>
            </a:ln>
          </p:spPr>
          <p:txBody>
            <a:bodyPr rtlCol="0" anchor="ctr"/>
            <a:lstStyle/>
            <a:p>
              <a:endParaRPr lang="en-US"/>
            </a:p>
          </p:txBody>
        </p:sp>
      </p:grpSp>
      <p:grpSp>
        <p:nvGrpSpPr>
          <p:cNvPr id="1363" name="Graphic 1100">
            <a:extLst>
              <a:ext uri="{FF2B5EF4-FFF2-40B4-BE49-F238E27FC236}">
                <a16:creationId xmlns:a16="http://schemas.microsoft.com/office/drawing/2014/main" id="{03545E5C-8520-904A-896E-5F06BC80A7B1}"/>
              </a:ext>
            </a:extLst>
          </p:cNvPr>
          <p:cNvGrpSpPr/>
          <p:nvPr/>
        </p:nvGrpSpPr>
        <p:grpSpPr>
          <a:xfrm>
            <a:off x="5708769" y="922173"/>
            <a:ext cx="362312" cy="361971"/>
            <a:chOff x="5708769" y="922173"/>
            <a:chExt cx="362312" cy="361971"/>
          </a:xfrm>
          <a:solidFill>
            <a:srgbClr val="00ABAB"/>
          </a:solidFill>
        </p:grpSpPr>
        <p:sp>
          <p:nvSpPr>
            <p:cNvPr id="1364" name="Graphic 1100">
              <a:extLst>
                <a:ext uri="{FF2B5EF4-FFF2-40B4-BE49-F238E27FC236}">
                  <a16:creationId xmlns:a16="http://schemas.microsoft.com/office/drawing/2014/main" id="{2F02A66F-0091-2141-ACD5-8889448927E9}"/>
                </a:ext>
              </a:extLst>
            </p:cNvPr>
            <p:cNvSpPr/>
            <p:nvPr/>
          </p:nvSpPr>
          <p:spPr>
            <a:xfrm>
              <a:off x="5708769" y="92217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50168" y="273873"/>
                    <a:pt x="274767" y="348565"/>
                    <a:pt x="181474" y="349204"/>
                  </a:cubicBezTo>
                  <a:close/>
                </a:path>
              </a:pathLst>
            </a:custGeom>
            <a:solidFill>
              <a:srgbClr val="00ABAB"/>
            </a:solidFill>
            <a:ln w="6390" cap="flat">
              <a:noFill/>
              <a:prstDash val="solid"/>
              <a:miter/>
            </a:ln>
          </p:spPr>
          <p:txBody>
            <a:bodyPr rtlCol="0" anchor="ctr"/>
            <a:lstStyle/>
            <a:p>
              <a:endParaRPr lang="en-US"/>
            </a:p>
          </p:txBody>
        </p:sp>
        <p:sp>
          <p:nvSpPr>
            <p:cNvPr id="1365" name="Graphic 1100">
              <a:extLst>
                <a:ext uri="{FF2B5EF4-FFF2-40B4-BE49-F238E27FC236}">
                  <a16:creationId xmlns:a16="http://schemas.microsoft.com/office/drawing/2014/main" id="{4FA2DBB3-9EB0-B945-A559-2C117C1B56C0}"/>
                </a:ext>
              </a:extLst>
            </p:cNvPr>
            <p:cNvSpPr/>
            <p:nvPr/>
          </p:nvSpPr>
          <p:spPr>
            <a:xfrm>
              <a:off x="5837846" y="1081134"/>
              <a:ext cx="104795" cy="97036"/>
            </a:xfrm>
            <a:custGeom>
              <a:avLst/>
              <a:gdLst>
                <a:gd name="connsiteX0" fmla="*/ 0 w 104795"/>
                <a:gd name="connsiteY0" fmla="*/ 6384 h 97036"/>
                <a:gd name="connsiteX1" fmla="*/ 0 w 104795"/>
                <a:gd name="connsiteY1" fmla="*/ 91291 h 97036"/>
                <a:gd name="connsiteX2" fmla="*/ 0 w 104795"/>
                <a:gd name="connsiteY2" fmla="*/ 91929 h 97036"/>
                <a:gd name="connsiteX3" fmla="*/ 0 w 104795"/>
                <a:gd name="connsiteY3" fmla="*/ 93206 h 97036"/>
                <a:gd name="connsiteX4" fmla="*/ 1278 w 104795"/>
                <a:gd name="connsiteY4" fmla="*/ 95121 h 97036"/>
                <a:gd name="connsiteX5" fmla="*/ 2556 w 104795"/>
                <a:gd name="connsiteY5" fmla="*/ 95760 h 97036"/>
                <a:gd name="connsiteX6" fmla="*/ 3195 w 104795"/>
                <a:gd name="connsiteY6" fmla="*/ 96398 h 97036"/>
                <a:gd name="connsiteX7" fmla="*/ 3834 w 104795"/>
                <a:gd name="connsiteY7" fmla="*/ 96398 h 97036"/>
                <a:gd name="connsiteX8" fmla="*/ 5112 w 104795"/>
                <a:gd name="connsiteY8" fmla="*/ 97037 h 97036"/>
                <a:gd name="connsiteX9" fmla="*/ 6390 w 104795"/>
                <a:gd name="connsiteY9" fmla="*/ 97037 h 97036"/>
                <a:gd name="connsiteX10" fmla="*/ 7029 w 104795"/>
                <a:gd name="connsiteY10" fmla="*/ 97037 h 97036"/>
                <a:gd name="connsiteX11" fmla="*/ 98405 w 104795"/>
                <a:gd name="connsiteY11" fmla="*/ 97037 h 97036"/>
                <a:gd name="connsiteX12" fmla="*/ 104795 w 104795"/>
                <a:gd name="connsiteY12" fmla="*/ 90653 h 97036"/>
                <a:gd name="connsiteX13" fmla="*/ 104795 w 104795"/>
                <a:gd name="connsiteY13" fmla="*/ 6384 h 97036"/>
                <a:gd name="connsiteX14" fmla="*/ 98405 w 104795"/>
                <a:gd name="connsiteY14" fmla="*/ 0 h 97036"/>
                <a:gd name="connsiteX15" fmla="*/ 6390 w 104795"/>
                <a:gd name="connsiteY15" fmla="*/ 0 h 97036"/>
                <a:gd name="connsiteX16" fmla="*/ 0 w 104795"/>
                <a:gd name="connsiteY16" fmla="*/ 6384 h 97036"/>
                <a:gd name="connsiteX17" fmla="*/ 18531 w 104795"/>
                <a:gd name="connsiteY17" fmla="*/ 84907 h 97036"/>
                <a:gd name="connsiteX18" fmla="*/ 37701 w 104795"/>
                <a:gd name="connsiteY18" fmla="*/ 56817 h 97036"/>
                <a:gd name="connsiteX19" fmla="*/ 56871 w 104795"/>
                <a:gd name="connsiteY19" fmla="*/ 84907 h 97036"/>
                <a:gd name="connsiteX20" fmla="*/ 18531 w 104795"/>
                <a:gd name="connsiteY20" fmla="*/ 84907 h 97036"/>
                <a:gd name="connsiteX21" fmla="*/ 92654 w 104795"/>
                <a:gd name="connsiteY21" fmla="*/ 12768 h 97036"/>
                <a:gd name="connsiteX22" fmla="*/ 92654 w 104795"/>
                <a:gd name="connsiteY22" fmla="*/ 84907 h 97036"/>
                <a:gd name="connsiteX23" fmla="*/ 71567 w 104795"/>
                <a:gd name="connsiteY23" fmla="*/ 84907 h 97036"/>
                <a:gd name="connsiteX24" fmla="*/ 42813 w 104795"/>
                <a:gd name="connsiteY24" fmla="*/ 41496 h 97036"/>
                <a:gd name="connsiteX25" fmla="*/ 33867 w 104795"/>
                <a:gd name="connsiteY25" fmla="*/ 39581 h 97036"/>
                <a:gd name="connsiteX26" fmla="*/ 31950 w 104795"/>
                <a:gd name="connsiteY26" fmla="*/ 41496 h 97036"/>
                <a:gd name="connsiteX27" fmla="*/ 12780 w 104795"/>
                <a:gd name="connsiteY27" fmla="*/ 70224 h 97036"/>
                <a:gd name="connsiteX28" fmla="*/ 12780 w 104795"/>
                <a:gd name="connsiteY28" fmla="*/ 13406 h 97036"/>
                <a:gd name="connsiteX29" fmla="*/ 92654 w 104795"/>
                <a:gd name="connsiteY29" fmla="*/ 13406 h 97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795" h="97036">
                  <a:moveTo>
                    <a:pt x="0" y="6384"/>
                  </a:moveTo>
                  <a:lnTo>
                    <a:pt x="0" y="91291"/>
                  </a:lnTo>
                  <a:cubicBezTo>
                    <a:pt x="0" y="91291"/>
                    <a:pt x="0" y="91929"/>
                    <a:pt x="0" y="91929"/>
                  </a:cubicBezTo>
                  <a:cubicBezTo>
                    <a:pt x="0" y="92568"/>
                    <a:pt x="0" y="92568"/>
                    <a:pt x="0" y="93206"/>
                  </a:cubicBezTo>
                  <a:cubicBezTo>
                    <a:pt x="0" y="93845"/>
                    <a:pt x="639" y="94483"/>
                    <a:pt x="1278" y="95121"/>
                  </a:cubicBezTo>
                  <a:cubicBezTo>
                    <a:pt x="1278" y="95760"/>
                    <a:pt x="1917" y="95760"/>
                    <a:pt x="2556" y="95760"/>
                  </a:cubicBezTo>
                  <a:lnTo>
                    <a:pt x="3195" y="96398"/>
                  </a:lnTo>
                  <a:lnTo>
                    <a:pt x="3834" y="96398"/>
                  </a:lnTo>
                  <a:cubicBezTo>
                    <a:pt x="4473" y="96398"/>
                    <a:pt x="4473" y="97037"/>
                    <a:pt x="5112" y="97037"/>
                  </a:cubicBezTo>
                  <a:lnTo>
                    <a:pt x="6390" y="97037"/>
                  </a:lnTo>
                  <a:lnTo>
                    <a:pt x="7029" y="97037"/>
                  </a:lnTo>
                  <a:lnTo>
                    <a:pt x="98405" y="97037"/>
                  </a:lnTo>
                  <a:cubicBezTo>
                    <a:pt x="102239" y="97037"/>
                    <a:pt x="104795" y="94483"/>
                    <a:pt x="104795" y="90653"/>
                  </a:cubicBezTo>
                  <a:lnTo>
                    <a:pt x="104795" y="6384"/>
                  </a:lnTo>
                  <a:cubicBezTo>
                    <a:pt x="104795" y="2554"/>
                    <a:pt x="102239" y="0"/>
                    <a:pt x="98405" y="0"/>
                  </a:cubicBezTo>
                  <a:lnTo>
                    <a:pt x="6390" y="0"/>
                  </a:lnTo>
                  <a:cubicBezTo>
                    <a:pt x="3195" y="0"/>
                    <a:pt x="0" y="3192"/>
                    <a:pt x="0" y="6384"/>
                  </a:cubicBezTo>
                  <a:close/>
                  <a:moveTo>
                    <a:pt x="18531" y="84907"/>
                  </a:moveTo>
                  <a:lnTo>
                    <a:pt x="37701" y="56817"/>
                  </a:lnTo>
                  <a:lnTo>
                    <a:pt x="56871" y="84907"/>
                  </a:lnTo>
                  <a:lnTo>
                    <a:pt x="18531" y="84907"/>
                  </a:lnTo>
                  <a:close/>
                  <a:moveTo>
                    <a:pt x="92654" y="12768"/>
                  </a:moveTo>
                  <a:lnTo>
                    <a:pt x="92654" y="84907"/>
                  </a:lnTo>
                  <a:lnTo>
                    <a:pt x="71567" y="84907"/>
                  </a:lnTo>
                  <a:lnTo>
                    <a:pt x="42813" y="41496"/>
                  </a:lnTo>
                  <a:cubicBezTo>
                    <a:pt x="40896" y="38304"/>
                    <a:pt x="37062" y="37665"/>
                    <a:pt x="33867" y="39581"/>
                  </a:cubicBezTo>
                  <a:cubicBezTo>
                    <a:pt x="33228" y="40219"/>
                    <a:pt x="32589" y="40857"/>
                    <a:pt x="31950" y="41496"/>
                  </a:cubicBezTo>
                  <a:lnTo>
                    <a:pt x="12780" y="70224"/>
                  </a:lnTo>
                  <a:lnTo>
                    <a:pt x="12780" y="13406"/>
                  </a:lnTo>
                  <a:lnTo>
                    <a:pt x="92654" y="13406"/>
                  </a:lnTo>
                  <a:close/>
                </a:path>
              </a:pathLst>
            </a:custGeom>
            <a:solidFill>
              <a:srgbClr val="00ABAB"/>
            </a:solidFill>
            <a:ln w="6390" cap="flat">
              <a:noFill/>
              <a:prstDash val="solid"/>
              <a:miter/>
            </a:ln>
          </p:spPr>
          <p:txBody>
            <a:bodyPr rtlCol="0" anchor="ctr"/>
            <a:lstStyle/>
            <a:p>
              <a:endParaRPr lang="en-US"/>
            </a:p>
          </p:txBody>
        </p:sp>
        <p:sp>
          <p:nvSpPr>
            <p:cNvPr id="1366" name="Graphic 1100">
              <a:extLst>
                <a:ext uri="{FF2B5EF4-FFF2-40B4-BE49-F238E27FC236}">
                  <a16:creationId xmlns:a16="http://schemas.microsoft.com/office/drawing/2014/main" id="{B92E1ACB-FB90-C944-A01B-C47838C9DBB9}"/>
                </a:ext>
              </a:extLst>
            </p:cNvPr>
            <p:cNvSpPr/>
            <p:nvPr/>
          </p:nvSpPr>
          <p:spPr>
            <a:xfrm>
              <a:off x="5901106" y="1102201"/>
              <a:ext cx="19169" cy="19151"/>
            </a:xfrm>
            <a:custGeom>
              <a:avLst/>
              <a:gdLst>
                <a:gd name="connsiteX0" fmla="*/ 9585 w 19169"/>
                <a:gd name="connsiteY0" fmla="*/ 19152 h 19151"/>
                <a:gd name="connsiteX1" fmla="*/ 19170 w 19169"/>
                <a:gd name="connsiteY1" fmla="*/ 9576 h 19151"/>
                <a:gd name="connsiteX2" fmla="*/ 9585 w 19169"/>
                <a:gd name="connsiteY2" fmla="*/ 0 h 19151"/>
                <a:gd name="connsiteX3" fmla="*/ 0 w 19169"/>
                <a:gd name="connsiteY3" fmla="*/ 9576 h 19151"/>
                <a:gd name="connsiteX4" fmla="*/ 9585 w 19169"/>
                <a:gd name="connsiteY4" fmla="*/ 19152 h 19151"/>
                <a:gd name="connsiteX5" fmla="*/ 9585 w 19169"/>
                <a:gd name="connsiteY5" fmla="*/ 19152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9151">
                  <a:moveTo>
                    <a:pt x="9585" y="19152"/>
                  </a:moveTo>
                  <a:cubicBezTo>
                    <a:pt x="14697" y="19152"/>
                    <a:pt x="19170" y="14683"/>
                    <a:pt x="19170" y="9576"/>
                  </a:cubicBezTo>
                  <a:cubicBezTo>
                    <a:pt x="19170" y="4469"/>
                    <a:pt x="14697" y="0"/>
                    <a:pt x="9585" y="0"/>
                  </a:cubicBezTo>
                  <a:cubicBezTo>
                    <a:pt x="4473" y="0"/>
                    <a:pt x="0" y="4469"/>
                    <a:pt x="0" y="9576"/>
                  </a:cubicBezTo>
                  <a:cubicBezTo>
                    <a:pt x="0" y="14683"/>
                    <a:pt x="4473" y="19152"/>
                    <a:pt x="9585" y="19152"/>
                  </a:cubicBezTo>
                  <a:lnTo>
                    <a:pt x="9585" y="19152"/>
                  </a:lnTo>
                  <a:close/>
                </a:path>
              </a:pathLst>
            </a:custGeom>
            <a:solidFill>
              <a:srgbClr val="00ABAB"/>
            </a:solidFill>
            <a:ln w="6390" cap="flat">
              <a:noFill/>
              <a:prstDash val="solid"/>
              <a:miter/>
            </a:ln>
          </p:spPr>
          <p:txBody>
            <a:bodyPr rtlCol="0" anchor="ctr"/>
            <a:lstStyle/>
            <a:p>
              <a:endParaRPr lang="en-US"/>
            </a:p>
          </p:txBody>
        </p:sp>
        <p:sp>
          <p:nvSpPr>
            <p:cNvPr id="1367" name="Graphic 1100">
              <a:extLst>
                <a:ext uri="{FF2B5EF4-FFF2-40B4-BE49-F238E27FC236}">
                  <a16:creationId xmlns:a16="http://schemas.microsoft.com/office/drawing/2014/main" id="{10811552-CFA2-1845-BD91-CE94DC019F62}"/>
                </a:ext>
              </a:extLst>
            </p:cNvPr>
            <p:cNvSpPr/>
            <p:nvPr/>
          </p:nvSpPr>
          <p:spPr>
            <a:xfrm>
              <a:off x="5807174" y="989205"/>
              <a:ext cx="166777" cy="227908"/>
            </a:xfrm>
            <a:custGeom>
              <a:avLst/>
              <a:gdLst>
                <a:gd name="connsiteX0" fmla="*/ 166138 w 166777"/>
                <a:gd name="connsiteY0" fmla="*/ 57456 h 227908"/>
                <a:gd name="connsiteX1" fmla="*/ 164860 w 166777"/>
                <a:gd name="connsiteY1" fmla="*/ 55541 h 227908"/>
                <a:gd name="connsiteX2" fmla="*/ 111185 w 166777"/>
                <a:gd name="connsiteY2" fmla="*/ 1915 h 227908"/>
                <a:gd name="connsiteX3" fmla="*/ 106712 w 166777"/>
                <a:gd name="connsiteY3" fmla="*/ 0 h 227908"/>
                <a:gd name="connsiteX4" fmla="*/ 6390 w 166777"/>
                <a:gd name="connsiteY4" fmla="*/ 0 h 227908"/>
                <a:gd name="connsiteX5" fmla="*/ 0 w 166777"/>
                <a:gd name="connsiteY5" fmla="*/ 6384 h 227908"/>
                <a:gd name="connsiteX6" fmla="*/ 0 w 166777"/>
                <a:gd name="connsiteY6" fmla="*/ 221524 h 227908"/>
                <a:gd name="connsiteX7" fmla="*/ 6390 w 166777"/>
                <a:gd name="connsiteY7" fmla="*/ 227908 h 227908"/>
                <a:gd name="connsiteX8" fmla="*/ 160388 w 166777"/>
                <a:gd name="connsiteY8" fmla="*/ 227908 h 227908"/>
                <a:gd name="connsiteX9" fmla="*/ 166778 w 166777"/>
                <a:gd name="connsiteY9" fmla="*/ 221524 h 227908"/>
                <a:gd name="connsiteX10" fmla="*/ 166778 w 166777"/>
                <a:gd name="connsiteY10" fmla="*/ 60009 h 227908"/>
                <a:gd name="connsiteX11" fmla="*/ 166138 w 166777"/>
                <a:gd name="connsiteY11" fmla="*/ 57456 h 227908"/>
                <a:gd name="connsiteX12" fmla="*/ 113102 w 166777"/>
                <a:gd name="connsiteY12" fmla="*/ 21706 h 227908"/>
                <a:gd name="connsiteX13" fmla="*/ 145052 w 166777"/>
                <a:gd name="connsiteY13" fmla="*/ 53626 h 227908"/>
                <a:gd name="connsiteX14" fmla="*/ 113102 w 166777"/>
                <a:gd name="connsiteY14" fmla="*/ 53626 h 227908"/>
                <a:gd name="connsiteX15" fmla="*/ 113102 w 166777"/>
                <a:gd name="connsiteY15" fmla="*/ 21706 h 227908"/>
                <a:gd name="connsiteX16" fmla="*/ 153998 w 166777"/>
                <a:gd name="connsiteY16" fmla="*/ 215140 h 227908"/>
                <a:gd name="connsiteX17" fmla="*/ 12780 w 166777"/>
                <a:gd name="connsiteY17" fmla="*/ 215140 h 227908"/>
                <a:gd name="connsiteX18" fmla="*/ 12780 w 166777"/>
                <a:gd name="connsiteY18" fmla="*/ 12768 h 227908"/>
                <a:gd name="connsiteX19" fmla="*/ 100322 w 166777"/>
                <a:gd name="connsiteY19" fmla="*/ 12768 h 227908"/>
                <a:gd name="connsiteX20" fmla="*/ 100322 w 166777"/>
                <a:gd name="connsiteY20" fmla="*/ 60009 h 227908"/>
                <a:gd name="connsiteX21" fmla="*/ 106712 w 166777"/>
                <a:gd name="connsiteY21" fmla="*/ 66393 h 227908"/>
                <a:gd name="connsiteX22" fmla="*/ 153998 w 166777"/>
                <a:gd name="connsiteY22" fmla="*/ 66393 h 227908"/>
                <a:gd name="connsiteX23" fmla="*/ 153998 w 166777"/>
                <a:gd name="connsiteY23" fmla="*/ 215140 h 22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66777" h="227908">
                  <a:moveTo>
                    <a:pt x="166138" y="57456"/>
                  </a:moveTo>
                  <a:cubicBezTo>
                    <a:pt x="166138" y="56818"/>
                    <a:pt x="165500" y="56179"/>
                    <a:pt x="164860" y="55541"/>
                  </a:cubicBezTo>
                  <a:lnTo>
                    <a:pt x="111185" y="1915"/>
                  </a:lnTo>
                  <a:cubicBezTo>
                    <a:pt x="109907" y="638"/>
                    <a:pt x="108629" y="0"/>
                    <a:pt x="106712" y="0"/>
                  </a:cubicBezTo>
                  <a:lnTo>
                    <a:pt x="6390" y="0"/>
                  </a:lnTo>
                  <a:cubicBezTo>
                    <a:pt x="2556" y="0"/>
                    <a:pt x="0" y="2554"/>
                    <a:pt x="0" y="6384"/>
                  </a:cubicBezTo>
                  <a:lnTo>
                    <a:pt x="0" y="221524"/>
                  </a:lnTo>
                  <a:cubicBezTo>
                    <a:pt x="0" y="225355"/>
                    <a:pt x="2556" y="227908"/>
                    <a:pt x="6390" y="227908"/>
                  </a:cubicBezTo>
                  <a:lnTo>
                    <a:pt x="160388" y="227908"/>
                  </a:lnTo>
                  <a:cubicBezTo>
                    <a:pt x="164221" y="227908"/>
                    <a:pt x="166778" y="225355"/>
                    <a:pt x="166778" y="221524"/>
                  </a:cubicBezTo>
                  <a:lnTo>
                    <a:pt x="166778" y="60009"/>
                  </a:lnTo>
                  <a:cubicBezTo>
                    <a:pt x="166778" y="58733"/>
                    <a:pt x="166778" y="58094"/>
                    <a:pt x="166138" y="57456"/>
                  </a:cubicBezTo>
                  <a:close/>
                  <a:moveTo>
                    <a:pt x="113102" y="21706"/>
                  </a:moveTo>
                  <a:lnTo>
                    <a:pt x="145052" y="53626"/>
                  </a:lnTo>
                  <a:lnTo>
                    <a:pt x="113102" y="53626"/>
                  </a:lnTo>
                  <a:lnTo>
                    <a:pt x="113102" y="21706"/>
                  </a:lnTo>
                  <a:close/>
                  <a:moveTo>
                    <a:pt x="153998" y="215140"/>
                  </a:moveTo>
                  <a:lnTo>
                    <a:pt x="12780" y="215140"/>
                  </a:lnTo>
                  <a:lnTo>
                    <a:pt x="12780" y="12768"/>
                  </a:lnTo>
                  <a:lnTo>
                    <a:pt x="100322" y="12768"/>
                  </a:lnTo>
                  <a:lnTo>
                    <a:pt x="100322" y="60009"/>
                  </a:lnTo>
                  <a:cubicBezTo>
                    <a:pt x="100322" y="63840"/>
                    <a:pt x="102878" y="66393"/>
                    <a:pt x="106712" y="66393"/>
                  </a:cubicBezTo>
                  <a:lnTo>
                    <a:pt x="153998" y="66393"/>
                  </a:lnTo>
                  <a:lnTo>
                    <a:pt x="153998" y="215140"/>
                  </a:lnTo>
                  <a:close/>
                </a:path>
              </a:pathLst>
            </a:custGeom>
            <a:solidFill>
              <a:srgbClr val="00ABAB"/>
            </a:solidFill>
            <a:ln w="6390" cap="flat">
              <a:noFill/>
              <a:prstDash val="solid"/>
              <a:miter/>
            </a:ln>
          </p:spPr>
          <p:txBody>
            <a:bodyPr rtlCol="0" anchor="ctr"/>
            <a:lstStyle/>
            <a:p>
              <a:endParaRPr lang="en-US"/>
            </a:p>
          </p:txBody>
        </p:sp>
      </p:grpSp>
      <p:grpSp>
        <p:nvGrpSpPr>
          <p:cNvPr id="1368" name="Graphic 1100">
            <a:extLst>
              <a:ext uri="{FF2B5EF4-FFF2-40B4-BE49-F238E27FC236}">
                <a16:creationId xmlns:a16="http://schemas.microsoft.com/office/drawing/2014/main" id="{3A2C9268-E4F3-A547-B579-86450D41C635}"/>
              </a:ext>
            </a:extLst>
          </p:cNvPr>
          <p:cNvGrpSpPr/>
          <p:nvPr/>
        </p:nvGrpSpPr>
        <p:grpSpPr>
          <a:xfrm>
            <a:off x="5708769" y="4797250"/>
            <a:ext cx="362312" cy="361971"/>
            <a:chOff x="5708769" y="4797250"/>
            <a:chExt cx="362312" cy="361971"/>
          </a:xfrm>
          <a:solidFill>
            <a:srgbClr val="00ABAB"/>
          </a:solidFill>
        </p:grpSpPr>
        <p:sp>
          <p:nvSpPr>
            <p:cNvPr id="1369" name="Graphic 1100">
              <a:extLst>
                <a:ext uri="{FF2B5EF4-FFF2-40B4-BE49-F238E27FC236}">
                  <a16:creationId xmlns:a16="http://schemas.microsoft.com/office/drawing/2014/main" id="{85E65699-958A-5D42-B72D-2DB3C3110625}"/>
                </a:ext>
              </a:extLst>
            </p:cNvPr>
            <p:cNvSpPr/>
            <p:nvPr/>
          </p:nvSpPr>
          <p:spPr>
            <a:xfrm>
              <a:off x="5708769" y="4797250"/>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8565 h 361971"/>
                <a:gd name="connsiteX8" fmla="*/ 12780 w 362312"/>
                <a:gd name="connsiteY8" fmla="*/ 180667 h 361971"/>
                <a:gd name="connsiteX9" fmla="*/ 180835 w 362312"/>
                <a:gd name="connsiteY9" fmla="*/ 12129 h 361971"/>
                <a:gd name="connsiteX10" fmla="*/ 349529 w 362312"/>
                <a:gd name="connsiteY10" fmla="*/ 180028 h 361971"/>
                <a:gd name="connsiteX11" fmla="*/ 349529 w 362312"/>
                <a:gd name="connsiteY11" fmla="*/ 180028 h 361971"/>
                <a:gd name="connsiteX12" fmla="*/ 181474 w 362312"/>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0438"/>
                    <a:pt x="281796" y="0"/>
                    <a:pt x="181474" y="0"/>
                  </a:cubicBezTo>
                  <a:lnTo>
                    <a:pt x="181474" y="0"/>
                  </a:lnTo>
                  <a:close/>
                  <a:moveTo>
                    <a:pt x="181474" y="348565"/>
                  </a:moveTo>
                  <a:cubicBezTo>
                    <a:pt x="88181" y="348565"/>
                    <a:pt x="12780" y="273234"/>
                    <a:pt x="12780" y="180667"/>
                  </a:cubicBezTo>
                  <a:cubicBezTo>
                    <a:pt x="12780" y="87461"/>
                    <a:pt x="88181" y="12129"/>
                    <a:pt x="180835" y="12129"/>
                  </a:cubicBezTo>
                  <a:cubicBezTo>
                    <a:pt x="274128" y="12129"/>
                    <a:pt x="349529" y="87461"/>
                    <a:pt x="349529" y="180028"/>
                  </a:cubicBezTo>
                  <a:cubicBezTo>
                    <a:pt x="349529" y="180028"/>
                    <a:pt x="349529" y="180028"/>
                    <a:pt x="349529" y="180028"/>
                  </a:cubicBezTo>
                  <a:cubicBezTo>
                    <a:pt x="350168" y="273234"/>
                    <a:pt x="274767" y="348565"/>
                    <a:pt x="181474" y="348565"/>
                  </a:cubicBezTo>
                  <a:close/>
                </a:path>
              </a:pathLst>
            </a:custGeom>
            <a:solidFill>
              <a:srgbClr val="00ABAB"/>
            </a:solidFill>
            <a:ln w="6390" cap="flat">
              <a:noFill/>
              <a:prstDash val="solid"/>
              <a:miter/>
            </a:ln>
          </p:spPr>
          <p:txBody>
            <a:bodyPr rtlCol="0" anchor="ctr"/>
            <a:lstStyle/>
            <a:p>
              <a:endParaRPr lang="en-US"/>
            </a:p>
          </p:txBody>
        </p:sp>
        <p:sp>
          <p:nvSpPr>
            <p:cNvPr id="1370" name="Graphic 1100">
              <a:extLst>
                <a:ext uri="{FF2B5EF4-FFF2-40B4-BE49-F238E27FC236}">
                  <a16:creationId xmlns:a16="http://schemas.microsoft.com/office/drawing/2014/main" id="{CE0F7CB2-4381-4545-9836-78B42F1811B4}"/>
                </a:ext>
              </a:extLst>
            </p:cNvPr>
            <p:cNvSpPr/>
            <p:nvPr/>
          </p:nvSpPr>
          <p:spPr>
            <a:xfrm>
              <a:off x="5828900" y="4869389"/>
              <a:ext cx="158470" cy="217693"/>
            </a:xfrm>
            <a:custGeom>
              <a:avLst/>
              <a:gdLst>
                <a:gd name="connsiteX0" fmla="*/ 157832 w 158470"/>
                <a:gd name="connsiteY0" fmla="*/ 54902 h 217693"/>
                <a:gd name="connsiteX1" fmla="*/ 156553 w 158470"/>
                <a:gd name="connsiteY1" fmla="*/ 52987 h 217693"/>
                <a:gd name="connsiteX2" fmla="*/ 105434 w 158470"/>
                <a:gd name="connsiteY2" fmla="*/ 1915 h 217693"/>
                <a:gd name="connsiteX3" fmla="*/ 103517 w 158470"/>
                <a:gd name="connsiteY3" fmla="*/ 638 h 217693"/>
                <a:gd name="connsiteX4" fmla="*/ 100961 w 158470"/>
                <a:gd name="connsiteY4" fmla="*/ 0 h 217693"/>
                <a:gd name="connsiteX5" fmla="*/ 6390 w 158470"/>
                <a:gd name="connsiteY5" fmla="*/ 0 h 217693"/>
                <a:gd name="connsiteX6" fmla="*/ 0 w 158470"/>
                <a:gd name="connsiteY6" fmla="*/ 6384 h 217693"/>
                <a:gd name="connsiteX7" fmla="*/ 0 w 158470"/>
                <a:gd name="connsiteY7" fmla="*/ 44050 h 217693"/>
                <a:gd name="connsiteX8" fmla="*/ 6390 w 158470"/>
                <a:gd name="connsiteY8" fmla="*/ 50434 h 217693"/>
                <a:gd name="connsiteX9" fmla="*/ 12780 w 158470"/>
                <a:gd name="connsiteY9" fmla="*/ 44050 h 217693"/>
                <a:gd name="connsiteX10" fmla="*/ 12780 w 158470"/>
                <a:gd name="connsiteY10" fmla="*/ 12768 h 217693"/>
                <a:gd name="connsiteX11" fmla="*/ 94571 w 158470"/>
                <a:gd name="connsiteY11" fmla="*/ 12768 h 217693"/>
                <a:gd name="connsiteX12" fmla="*/ 94571 w 158470"/>
                <a:gd name="connsiteY12" fmla="*/ 57456 h 217693"/>
                <a:gd name="connsiteX13" fmla="*/ 100961 w 158470"/>
                <a:gd name="connsiteY13" fmla="*/ 63840 h 217693"/>
                <a:gd name="connsiteX14" fmla="*/ 146329 w 158470"/>
                <a:gd name="connsiteY14" fmla="*/ 63840 h 217693"/>
                <a:gd name="connsiteX15" fmla="*/ 146329 w 158470"/>
                <a:gd name="connsiteY15" fmla="*/ 205564 h 217693"/>
                <a:gd name="connsiteX16" fmla="*/ 12780 w 158470"/>
                <a:gd name="connsiteY16" fmla="*/ 205564 h 217693"/>
                <a:gd name="connsiteX17" fmla="*/ 12780 w 158470"/>
                <a:gd name="connsiteY17" fmla="*/ 156408 h 217693"/>
                <a:gd name="connsiteX18" fmla="*/ 6390 w 158470"/>
                <a:gd name="connsiteY18" fmla="*/ 150024 h 217693"/>
                <a:gd name="connsiteX19" fmla="*/ 0 w 158470"/>
                <a:gd name="connsiteY19" fmla="*/ 156408 h 217693"/>
                <a:gd name="connsiteX20" fmla="*/ 0 w 158470"/>
                <a:gd name="connsiteY20" fmla="*/ 211310 h 217693"/>
                <a:gd name="connsiteX21" fmla="*/ 6390 w 158470"/>
                <a:gd name="connsiteY21" fmla="*/ 217694 h 217693"/>
                <a:gd name="connsiteX22" fmla="*/ 152080 w 158470"/>
                <a:gd name="connsiteY22" fmla="*/ 217694 h 217693"/>
                <a:gd name="connsiteX23" fmla="*/ 158470 w 158470"/>
                <a:gd name="connsiteY23" fmla="*/ 211310 h 217693"/>
                <a:gd name="connsiteX24" fmla="*/ 158470 w 158470"/>
                <a:gd name="connsiteY24" fmla="*/ 57456 h 217693"/>
                <a:gd name="connsiteX25" fmla="*/ 158470 w 158470"/>
                <a:gd name="connsiteY25" fmla="*/ 57456 h 217693"/>
                <a:gd name="connsiteX26" fmla="*/ 157832 w 158470"/>
                <a:gd name="connsiteY26" fmla="*/ 54902 h 217693"/>
                <a:gd name="connsiteX27" fmla="*/ 106712 w 158470"/>
                <a:gd name="connsiteY27" fmla="*/ 21067 h 217693"/>
                <a:gd name="connsiteX28" fmla="*/ 136106 w 158470"/>
                <a:gd name="connsiteY28" fmla="*/ 50434 h 217693"/>
                <a:gd name="connsiteX29" fmla="*/ 106712 w 158470"/>
                <a:gd name="connsiteY29" fmla="*/ 50434 h 217693"/>
                <a:gd name="connsiteX30" fmla="*/ 106712 w 158470"/>
                <a:gd name="connsiteY30" fmla="*/ 21067 h 217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8470" h="217693">
                  <a:moveTo>
                    <a:pt x="157832" y="54902"/>
                  </a:moveTo>
                  <a:cubicBezTo>
                    <a:pt x="157192" y="54264"/>
                    <a:pt x="157192" y="53626"/>
                    <a:pt x="156553" y="52987"/>
                  </a:cubicBezTo>
                  <a:lnTo>
                    <a:pt x="105434" y="1915"/>
                  </a:lnTo>
                  <a:cubicBezTo>
                    <a:pt x="104795" y="1277"/>
                    <a:pt x="104156" y="638"/>
                    <a:pt x="103517" y="638"/>
                  </a:cubicBezTo>
                  <a:cubicBezTo>
                    <a:pt x="102878" y="638"/>
                    <a:pt x="101600" y="0"/>
                    <a:pt x="100961" y="0"/>
                  </a:cubicBezTo>
                  <a:lnTo>
                    <a:pt x="6390" y="0"/>
                  </a:lnTo>
                  <a:cubicBezTo>
                    <a:pt x="2556" y="0"/>
                    <a:pt x="0" y="2554"/>
                    <a:pt x="0" y="6384"/>
                  </a:cubicBezTo>
                  <a:lnTo>
                    <a:pt x="0" y="44050"/>
                  </a:lnTo>
                  <a:cubicBezTo>
                    <a:pt x="0" y="47880"/>
                    <a:pt x="2556" y="50434"/>
                    <a:pt x="6390" y="50434"/>
                  </a:cubicBezTo>
                  <a:cubicBezTo>
                    <a:pt x="10224" y="50434"/>
                    <a:pt x="12780" y="47880"/>
                    <a:pt x="12780" y="44050"/>
                  </a:cubicBezTo>
                  <a:lnTo>
                    <a:pt x="12780" y="12768"/>
                  </a:lnTo>
                  <a:lnTo>
                    <a:pt x="94571" y="12768"/>
                  </a:lnTo>
                  <a:lnTo>
                    <a:pt x="94571" y="57456"/>
                  </a:lnTo>
                  <a:cubicBezTo>
                    <a:pt x="94571" y="61286"/>
                    <a:pt x="97127" y="63840"/>
                    <a:pt x="100961" y="63840"/>
                  </a:cubicBezTo>
                  <a:lnTo>
                    <a:pt x="146329" y="63840"/>
                  </a:lnTo>
                  <a:lnTo>
                    <a:pt x="146329" y="205564"/>
                  </a:lnTo>
                  <a:lnTo>
                    <a:pt x="12780" y="205564"/>
                  </a:lnTo>
                  <a:lnTo>
                    <a:pt x="12780" y="156408"/>
                  </a:lnTo>
                  <a:cubicBezTo>
                    <a:pt x="12780" y="152577"/>
                    <a:pt x="10224" y="150024"/>
                    <a:pt x="6390" y="150024"/>
                  </a:cubicBezTo>
                  <a:cubicBezTo>
                    <a:pt x="2556" y="150024"/>
                    <a:pt x="0" y="152577"/>
                    <a:pt x="0" y="156408"/>
                  </a:cubicBezTo>
                  <a:lnTo>
                    <a:pt x="0" y="211310"/>
                  </a:lnTo>
                  <a:cubicBezTo>
                    <a:pt x="0" y="215140"/>
                    <a:pt x="2556" y="217694"/>
                    <a:pt x="6390" y="217694"/>
                  </a:cubicBezTo>
                  <a:lnTo>
                    <a:pt x="152080" y="217694"/>
                  </a:lnTo>
                  <a:cubicBezTo>
                    <a:pt x="155914" y="217694"/>
                    <a:pt x="158470" y="215140"/>
                    <a:pt x="158470" y="211310"/>
                  </a:cubicBezTo>
                  <a:lnTo>
                    <a:pt x="158470" y="57456"/>
                  </a:lnTo>
                  <a:lnTo>
                    <a:pt x="158470" y="57456"/>
                  </a:lnTo>
                  <a:cubicBezTo>
                    <a:pt x="158470" y="56179"/>
                    <a:pt x="157832" y="55541"/>
                    <a:pt x="157832" y="54902"/>
                  </a:cubicBezTo>
                  <a:close/>
                  <a:moveTo>
                    <a:pt x="106712" y="21067"/>
                  </a:moveTo>
                  <a:lnTo>
                    <a:pt x="136106" y="50434"/>
                  </a:lnTo>
                  <a:lnTo>
                    <a:pt x="106712" y="50434"/>
                  </a:lnTo>
                  <a:lnTo>
                    <a:pt x="106712" y="21067"/>
                  </a:lnTo>
                  <a:close/>
                </a:path>
              </a:pathLst>
            </a:custGeom>
            <a:solidFill>
              <a:srgbClr val="00ABAB"/>
            </a:solidFill>
            <a:ln w="6390" cap="flat">
              <a:noFill/>
              <a:prstDash val="solid"/>
              <a:miter/>
            </a:ln>
          </p:spPr>
          <p:txBody>
            <a:bodyPr rtlCol="0" anchor="ctr"/>
            <a:lstStyle/>
            <a:p>
              <a:endParaRPr lang="en-US"/>
            </a:p>
          </p:txBody>
        </p:sp>
        <p:sp>
          <p:nvSpPr>
            <p:cNvPr id="1371" name="Graphic 1100">
              <a:extLst>
                <a:ext uri="{FF2B5EF4-FFF2-40B4-BE49-F238E27FC236}">
                  <a16:creationId xmlns:a16="http://schemas.microsoft.com/office/drawing/2014/main" id="{0B75C9EA-432B-5E47-AA97-3F1E94E70B0B}"/>
                </a:ext>
              </a:extLst>
            </p:cNvPr>
            <p:cNvSpPr/>
            <p:nvPr/>
          </p:nvSpPr>
          <p:spPr>
            <a:xfrm>
              <a:off x="5768835" y="4902586"/>
              <a:ext cx="123964" cy="124487"/>
            </a:xfrm>
            <a:custGeom>
              <a:avLst/>
              <a:gdLst>
                <a:gd name="connsiteX0" fmla="*/ 78596 w 123964"/>
                <a:gd name="connsiteY0" fmla="*/ 114273 h 124487"/>
                <a:gd name="connsiteX1" fmla="*/ 81791 w 123964"/>
                <a:gd name="connsiteY1" fmla="*/ 116189 h 124487"/>
                <a:gd name="connsiteX2" fmla="*/ 116297 w 123964"/>
                <a:gd name="connsiteY2" fmla="*/ 124488 h 124487"/>
                <a:gd name="connsiteX3" fmla="*/ 117575 w 123964"/>
                <a:gd name="connsiteY3" fmla="*/ 124488 h 124487"/>
                <a:gd name="connsiteX4" fmla="*/ 122048 w 123964"/>
                <a:gd name="connsiteY4" fmla="*/ 122573 h 124487"/>
                <a:gd name="connsiteX5" fmla="*/ 123965 w 123964"/>
                <a:gd name="connsiteY5" fmla="*/ 116189 h 124487"/>
                <a:gd name="connsiteX6" fmla="*/ 115658 w 123964"/>
                <a:gd name="connsiteY6" fmla="*/ 81715 h 124487"/>
                <a:gd name="connsiteX7" fmla="*/ 113741 w 123964"/>
                <a:gd name="connsiteY7" fmla="*/ 78523 h 124487"/>
                <a:gd name="connsiteX8" fmla="*/ 36423 w 123964"/>
                <a:gd name="connsiteY8" fmla="*/ 1915 h 124487"/>
                <a:gd name="connsiteX9" fmla="*/ 27477 w 123964"/>
                <a:gd name="connsiteY9" fmla="*/ 1915 h 124487"/>
                <a:gd name="connsiteX10" fmla="*/ 1917 w 123964"/>
                <a:gd name="connsiteY10" fmla="*/ 27451 h 124487"/>
                <a:gd name="connsiteX11" fmla="*/ 1917 w 123964"/>
                <a:gd name="connsiteY11" fmla="*/ 36389 h 124487"/>
                <a:gd name="connsiteX12" fmla="*/ 78596 w 123964"/>
                <a:gd name="connsiteY12" fmla="*/ 114273 h 124487"/>
                <a:gd name="connsiteX13" fmla="*/ 88820 w 123964"/>
                <a:gd name="connsiteY13" fmla="*/ 104059 h 124487"/>
                <a:gd name="connsiteX14" fmla="*/ 103517 w 123964"/>
                <a:gd name="connsiteY14" fmla="*/ 89376 h 124487"/>
                <a:gd name="connsiteX15" fmla="*/ 108629 w 123964"/>
                <a:gd name="connsiteY15" fmla="*/ 109166 h 124487"/>
                <a:gd name="connsiteX16" fmla="*/ 88820 w 123964"/>
                <a:gd name="connsiteY16" fmla="*/ 104059 h 124487"/>
                <a:gd name="connsiteX17" fmla="*/ 31950 w 123964"/>
                <a:gd name="connsiteY17" fmla="*/ 15960 h 124487"/>
                <a:gd name="connsiteX18" fmla="*/ 95849 w 123964"/>
                <a:gd name="connsiteY18" fmla="*/ 79800 h 124487"/>
                <a:gd name="connsiteX19" fmla="*/ 79235 w 123964"/>
                <a:gd name="connsiteY19" fmla="*/ 96398 h 124487"/>
                <a:gd name="connsiteX20" fmla="*/ 15336 w 123964"/>
                <a:gd name="connsiteY20" fmla="*/ 32558 h 124487"/>
                <a:gd name="connsiteX21" fmla="*/ 31950 w 123964"/>
                <a:gd name="connsiteY21" fmla="*/ 15960 h 12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3964" h="124487">
                  <a:moveTo>
                    <a:pt x="78596" y="114273"/>
                  </a:moveTo>
                  <a:cubicBezTo>
                    <a:pt x="79235" y="114912"/>
                    <a:pt x="80513" y="115550"/>
                    <a:pt x="81791" y="116189"/>
                  </a:cubicBezTo>
                  <a:lnTo>
                    <a:pt x="116297" y="124488"/>
                  </a:lnTo>
                  <a:cubicBezTo>
                    <a:pt x="116936" y="124488"/>
                    <a:pt x="117575" y="124488"/>
                    <a:pt x="117575" y="124488"/>
                  </a:cubicBezTo>
                  <a:cubicBezTo>
                    <a:pt x="119492" y="124488"/>
                    <a:pt x="120770" y="123849"/>
                    <a:pt x="122048" y="122573"/>
                  </a:cubicBezTo>
                  <a:cubicBezTo>
                    <a:pt x="123326" y="121296"/>
                    <a:pt x="123965" y="118742"/>
                    <a:pt x="123965" y="116189"/>
                  </a:cubicBezTo>
                  <a:lnTo>
                    <a:pt x="115658" y="81715"/>
                  </a:lnTo>
                  <a:cubicBezTo>
                    <a:pt x="115019" y="80438"/>
                    <a:pt x="115019" y="79800"/>
                    <a:pt x="113741" y="78523"/>
                  </a:cubicBezTo>
                  <a:lnTo>
                    <a:pt x="36423" y="1915"/>
                  </a:lnTo>
                  <a:cubicBezTo>
                    <a:pt x="33866" y="-638"/>
                    <a:pt x="30033" y="-638"/>
                    <a:pt x="27477" y="1915"/>
                  </a:cubicBezTo>
                  <a:lnTo>
                    <a:pt x="1917" y="27451"/>
                  </a:lnTo>
                  <a:cubicBezTo>
                    <a:pt x="-639" y="30005"/>
                    <a:pt x="-639" y="33835"/>
                    <a:pt x="1917" y="36389"/>
                  </a:cubicBezTo>
                  <a:lnTo>
                    <a:pt x="78596" y="114273"/>
                  </a:lnTo>
                  <a:close/>
                  <a:moveTo>
                    <a:pt x="88820" y="104059"/>
                  </a:moveTo>
                  <a:lnTo>
                    <a:pt x="103517" y="89376"/>
                  </a:lnTo>
                  <a:lnTo>
                    <a:pt x="108629" y="109166"/>
                  </a:lnTo>
                  <a:lnTo>
                    <a:pt x="88820" y="104059"/>
                  </a:lnTo>
                  <a:close/>
                  <a:moveTo>
                    <a:pt x="31950" y="15960"/>
                  </a:moveTo>
                  <a:lnTo>
                    <a:pt x="95849" y="79800"/>
                  </a:lnTo>
                  <a:lnTo>
                    <a:pt x="79235" y="96398"/>
                  </a:lnTo>
                  <a:lnTo>
                    <a:pt x="15336" y="32558"/>
                  </a:lnTo>
                  <a:lnTo>
                    <a:pt x="31950" y="15960"/>
                  </a:lnTo>
                  <a:close/>
                </a:path>
              </a:pathLst>
            </a:custGeom>
            <a:solidFill>
              <a:srgbClr val="00ABAB"/>
            </a:solidFill>
            <a:ln w="6390" cap="flat">
              <a:noFill/>
              <a:prstDash val="solid"/>
              <a:miter/>
            </a:ln>
          </p:spPr>
          <p:txBody>
            <a:bodyPr rtlCol="0" anchor="ctr"/>
            <a:lstStyle/>
            <a:p>
              <a:endParaRPr lang="en-US"/>
            </a:p>
          </p:txBody>
        </p:sp>
        <p:sp>
          <p:nvSpPr>
            <p:cNvPr id="1372" name="Graphic 1100">
              <a:extLst>
                <a:ext uri="{FF2B5EF4-FFF2-40B4-BE49-F238E27FC236}">
                  <a16:creationId xmlns:a16="http://schemas.microsoft.com/office/drawing/2014/main" id="{69D10536-5FC9-F344-9364-AF3AFDC240F8}"/>
                </a:ext>
              </a:extLst>
            </p:cNvPr>
            <p:cNvSpPr/>
            <p:nvPr/>
          </p:nvSpPr>
          <p:spPr>
            <a:xfrm>
              <a:off x="5914525" y="5014305"/>
              <a:ext cx="38339" cy="12767"/>
            </a:xfrm>
            <a:custGeom>
              <a:avLst/>
              <a:gdLst>
                <a:gd name="connsiteX0" fmla="*/ 31950 w 38339"/>
                <a:gd name="connsiteY0" fmla="*/ 0 h 12767"/>
                <a:gd name="connsiteX1" fmla="*/ 6390 w 38339"/>
                <a:gd name="connsiteY1" fmla="*/ 0 h 12767"/>
                <a:gd name="connsiteX2" fmla="*/ 0 w 38339"/>
                <a:gd name="connsiteY2" fmla="*/ 6384 h 12767"/>
                <a:gd name="connsiteX3" fmla="*/ 6390 w 38339"/>
                <a:gd name="connsiteY3" fmla="*/ 12768 h 12767"/>
                <a:gd name="connsiteX4" fmla="*/ 31950 w 38339"/>
                <a:gd name="connsiteY4" fmla="*/ 12768 h 12767"/>
                <a:gd name="connsiteX5" fmla="*/ 38340 w 38339"/>
                <a:gd name="connsiteY5" fmla="*/ 6384 h 12767"/>
                <a:gd name="connsiteX6" fmla="*/ 31950 w 3833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339" h="12767">
                  <a:moveTo>
                    <a:pt x="31950" y="0"/>
                  </a:moveTo>
                  <a:lnTo>
                    <a:pt x="6390" y="0"/>
                  </a:lnTo>
                  <a:cubicBezTo>
                    <a:pt x="2556" y="0"/>
                    <a:pt x="0" y="2553"/>
                    <a:pt x="0" y="6384"/>
                  </a:cubicBezTo>
                  <a:cubicBezTo>
                    <a:pt x="0" y="10214"/>
                    <a:pt x="2556" y="12768"/>
                    <a:pt x="6390" y="12768"/>
                  </a:cubicBezTo>
                  <a:lnTo>
                    <a:pt x="31950" y="12768"/>
                  </a:lnTo>
                  <a:cubicBezTo>
                    <a:pt x="35784" y="12768"/>
                    <a:pt x="38340" y="10214"/>
                    <a:pt x="38340" y="6384"/>
                  </a:cubicBezTo>
                  <a:cubicBezTo>
                    <a:pt x="38340" y="2553"/>
                    <a:pt x="35145" y="0"/>
                    <a:pt x="31950" y="0"/>
                  </a:cubicBezTo>
                  <a:close/>
                </a:path>
              </a:pathLst>
            </a:custGeom>
            <a:solidFill>
              <a:srgbClr val="00ABAB"/>
            </a:solidFill>
            <a:ln w="6390" cap="flat">
              <a:noFill/>
              <a:prstDash val="solid"/>
              <a:miter/>
            </a:ln>
          </p:spPr>
          <p:txBody>
            <a:bodyPr rtlCol="0" anchor="ctr"/>
            <a:lstStyle/>
            <a:p>
              <a:endParaRPr lang="en-US"/>
            </a:p>
          </p:txBody>
        </p:sp>
        <p:sp>
          <p:nvSpPr>
            <p:cNvPr id="1373" name="Graphic 1100">
              <a:extLst>
                <a:ext uri="{FF2B5EF4-FFF2-40B4-BE49-F238E27FC236}">
                  <a16:creationId xmlns:a16="http://schemas.microsoft.com/office/drawing/2014/main" id="{41403125-4E31-5D42-9D1B-FF3B74D4884F}"/>
                </a:ext>
              </a:extLst>
            </p:cNvPr>
            <p:cNvSpPr/>
            <p:nvPr/>
          </p:nvSpPr>
          <p:spPr>
            <a:xfrm>
              <a:off x="5905579" y="4979832"/>
              <a:ext cx="47285" cy="12767"/>
            </a:xfrm>
            <a:custGeom>
              <a:avLst/>
              <a:gdLst>
                <a:gd name="connsiteX0" fmla="*/ 40895 w 47285"/>
                <a:gd name="connsiteY0" fmla="*/ 0 h 12767"/>
                <a:gd name="connsiteX1" fmla="*/ 6390 w 47285"/>
                <a:gd name="connsiteY1" fmla="*/ 0 h 12767"/>
                <a:gd name="connsiteX2" fmla="*/ 0 w 47285"/>
                <a:gd name="connsiteY2" fmla="*/ 6384 h 12767"/>
                <a:gd name="connsiteX3" fmla="*/ 6390 w 47285"/>
                <a:gd name="connsiteY3" fmla="*/ 12768 h 12767"/>
                <a:gd name="connsiteX4" fmla="*/ 40895 w 47285"/>
                <a:gd name="connsiteY4" fmla="*/ 12768 h 12767"/>
                <a:gd name="connsiteX5" fmla="*/ 47285 w 47285"/>
                <a:gd name="connsiteY5" fmla="*/ 6384 h 12767"/>
                <a:gd name="connsiteX6" fmla="*/ 40895 w 47285"/>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285" h="12767">
                  <a:moveTo>
                    <a:pt x="40895" y="0"/>
                  </a:moveTo>
                  <a:lnTo>
                    <a:pt x="6390" y="0"/>
                  </a:lnTo>
                  <a:cubicBezTo>
                    <a:pt x="2556" y="0"/>
                    <a:pt x="0" y="2554"/>
                    <a:pt x="0" y="6384"/>
                  </a:cubicBezTo>
                  <a:cubicBezTo>
                    <a:pt x="0" y="10215"/>
                    <a:pt x="2556" y="12768"/>
                    <a:pt x="6390" y="12768"/>
                  </a:cubicBezTo>
                  <a:lnTo>
                    <a:pt x="40895" y="12768"/>
                  </a:lnTo>
                  <a:cubicBezTo>
                    <a:pt x="44730" y="12768"/>
                    <a:pt x="47285" y="10215"/>
                    <a:pt x="47285" y="6384"/>
                  </a:cubicBezTo>
                  <a:cubicBezTo>
                    <a:pt x="47285" y="2554"/>
                    <a:pt x="44090" y="0"/>
                    <a:pt x="40895" y="0"/>
                  </a:cubicBezTo>
                  <a:close/>
                </a:path>
              </a:pathLst>
            </a:custGeom>
            <a:solidFill>
              <a:srgbClr val="00ABAB"/>
            </a:solidFill>
            <a:ln w="6390" cap="flat">
              <a:noFill/>
              <a:prstDash val="solid"/>
              <a:miter/>
            </a:ln>
          </p:spPr>
          <p:txBody>
            <a:bodyPr rtlCol="0" anchor="ctr"/>
            <a:lstStyle/>
            <a:p>
              <a:endParaRPr lang="en-US"/>
            </a:p>
          </p:txBody>
        </p:sp>
      </p:grpSp>
      <p:grpSp>
        <p:nvGrpSpPr>
          <p:cNvPr id="1374" name="Graphic 1100">
            <a:extLst>
              <a:ext uri="{FF2B5EF4-FFF2-40B4-BE49-F238E27FC236}">
                <a16:creationId xmlns:a16="http://schemas.microsoft.com/office/drawing/2014/main" id="{273B82AA-2529-7C4E-B0EC-F295E38C67F8}"/>
              </a:ext>
            </a:extLst>
          </p:cNvPr>
          <p:cNvGrpSpPr/>
          <p:nvPr/>
        </p:nvGrpSpPr>
        <p:grpSpPr>
          <a:xfrm>
            <a:off x="4661459" y="1406717"/>
            <a:ext cx="362313" cy="361971"/>
            <a:chOff x="4661459" y="1406717"/>
            <a:chExt cx="362313" cy="361971"/>
          </a:xfrm>
          <a:solidFill>
            <a:srgbClr val="00ABAB"/>
          </a:solidFill>
        </p:grpSpPr>
        <p:sp>
          <p:nvSpPr>
            <p:cNvPr id="1375" name="Graphic 1100">
              <a:extLst>
                <a:ext uri="{FF2B5EF4-FFF2-40B4-BE49-F238E27FC236}">
                  <a16:creationId xmlns:a16="http://schemas.microsoft.com/office/drawing/2014/main" id="{26C0AC17-71A4-104E-A309-285C45E4958F}"/>
                </a:ext>
              </a:extLst>
            </p:cNvPr>
            <p:cNvSpPr/>
            <p:nvPr/>
          </p:nvSpPr>
          <p:spPr>
            <a:xfrm>
              <a:off x="4661459" y="140671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8565 h 361971"/>
                <a:gd name="connsiteX8" fmla="*/ 12780 w 362313"/>
                <a:gd name="connsiteY8" fmla="*/ 180667 h 361971"/>
                <a:gd name="connsiteX9" fmla="*/ 180835 w 362313"/>
                <a:gd name="connsiteY9" fmla="*/ 12130 h 361971"/>
                <a:gd name="connsiteX10" fmla="*/ 349530 w 362313"/>
                <a:gd name="connsiteY10" fmla="*/ 180028 h 361971"/>
                <a:gd name="connsiteX11" fmla="*/ 349530 w 362313"/>
                <a:gd name="connsiteY11" fmla="*/ 180028 h 361971"/>
                <a:gd name="connsiteX12" fmla="*/ 181474 w 362313"/>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ubicBezTo>
                    <a:pt x="181474" y="0"/>
                    <a:pt x="181474" y="0"/>
                    <a:pt x="181474" y="0"/>
                  </a:cubicBezTo>
                  <a:close/>
                  <a:moveTo>
                    <a:pt x="181474" y="348565"/>
                  </a:moveTo>
                  <a:cubicBezTo>
                    <a:pt x="88181" y="348565"/>
                    <a:pt x="12780" y="273234"/>
                    <a:pt x="12780" y="180667"/>
                  </a:cubicBezTo>
                  <a:cubicBezTo>
                    <a:pt x="12780" y="88099"/>
                    <a:pt x="88181" y="12130"/>
                    <a:pt x="180835" y="12130"/>
                  </a:cubicBezTo>
                  <a:cubicBezTo>
                    <a:pt x="274128" y="12130"/>
                    <a:pt x="349530" y="87461"/>
                    <a:pt x="349530" y="180028"/>
                  </a:cubicBezTo>
                  <a:lnTo>
                    <a:pt x="349530" y="180028"/>
                  </a:lnTo>
                  <a:cubicBezTo>
                    <a:pt x="350168" y="273234"/>
                    <a:pt x="274767" y="348565"/>
                    <a:pt x="181474" y="348565"/>
                  </a:cubicBezTo>
                  <a:close/>
                </a:path>
              </a:pathLst>
            </a:custGeom>
            <a:solidFill>
              <a:srgbClr val="00ABAB"/>
            </a:solidFill>
            <a:ln w="6390" cap="flat">
              <a:noFill/>
              <a:prstDash val="solid"/>
              <a:miter/>
            </a:ln>
          </p:spPr>
          <p:txBody>
            <a:bodyPr rtlCol="0" anchor="ctr"/>
            <a:lstStyle/>
            <a:p>
              <a:endParaRPr lang="en-US"/>
            </a:p>
          </p:txBody>
        </p:sp>
        <p:sp>
          <p:nvSpPr>
            <p:cNvPr id="1376" name="Graphic 1100">
              <a:extLst>
                <a:ext uri="{FF2B5EF4-FFF2-40B4-BE49-F238E27FC236}">
                  <a16:creationId xmlns:a16="http://schemas.microsoft.com/office/drawing/2014/main" id="{6E920A10-162E-824D-9AE0-952900FE557B}"/>
                </a:ext>
              </a:extLst>
            </p:cNvPr>
            <p:cNvSpPr/>
            <p:nvPr/>
          </p:nvSpPr>
          <p:spPr>
            <a:xfrm>
              <a:off x="4741333" y="1477579"/>
              <a:ext cx="204477" cy="218970"/>
            </a:xfrm>
            <a:custGeom>
              <a:avLst/>
              <a:gdLst>
                <a:gd name="connsiteX0" fmla="*/ 197449 w 204477"/>
                <a:gd name="connsiteY0" fmla="*/ 81077 h 218970"/>
                <a:gd name="connsiteX1" fmla="*/ 181474 w 204477"/>
                <a:gd name="connsiteY1" fmla="*/ 81077 h 218970"/>
                <a:gd name="connsiteX2" fmla="*/ 181474 w 204477"/>
                <a:gd name="connsiteY2" fmla="*/ 58094 h 218970"/>
                <a:gd name="connsiteX3" fmla="*/ 180835 w 204477"/>
                <a:gd name="connsiteY3" fmla="*/ 55541 h 218970"/>
                <a:gd name="connsiteX4" fmla="*/ 179557 w 204477"/>
                <a:gd name="connsiteY4" fmla="*/ 53626 h 218970"/>
                <a:gd name="connsiteX5" fmla="*/ 128438 w 204477"/>
                <a:gd name="connsiteY5" fmla="*/ 1915 h 218970"/>
                <a:gd name="connsiteX6" fmla="*/ 126521 w 204477"/>
                <a:gd name="connsiteY6" fmla="*/ 638 h 218970"/>
                <a:gd name="connsiteX7" fmla="*/ 123965 w 204477"/>
                <a:gd name="connsiteY7" fmla="*/ 0 h 218970"/>
                <a:gd name="connsiteX8" fmla="*/ 28116 w 204477"/>
                <a:gd name="connsiteY8" fmla="*/ 0 h 218970"/>
                <a:gd name="connsiteX9" fmla="*/ 21726 w 204477"/>
                <a:gd name="connsiteY9" fmla="*/ 6384 h 218970"/>
                <a:gd name="connsiteX10" fmla="*/ 21726 w 204477"/>
                <a:gd name="connsiteY10" fmla="*/ 81077 h 218970"/>
                <a:gd name="connsiteX11" fmla="*/ 6390 w 204477"/>
                <a:gd name="connsiteY11" fmla="*/ 81077 h 218970"/>
                <a:gd name="connsiteX12" fmla="*/ 0 w 204477"/>
                <a:gd name="connsiteY12" fmla="*/ 87461 h 218970"/>
                <a:gd name="connsiteX13" fmla="*/ 0 w 204477"/>
                <a:gd name="connsiteY13" fmla="*/ 183220 h 218970"/>
                <a:gd name="connsiteX14" fmla="*/ 6390 w 204477"/>
                <a:gd name="connsiteY14" fmla="*/ 189604 h 218970"/>
                <a:gd name="connsiteX15" fmla="*/ 22365 w 204477"/>
                <a:gd name="connsiteY15" fmla="*/ 189604 h 218970"/>
                <a:gd name="connsiteX16" fmla="*/ 22365 w 204477"/>
                <a:gd name="connsiteY16" fmla="*/ 212587 h 218970"/>
                <a:gd name="connsiteX17" fmla="*/ 28755 w 204477"/>
                <a:gd name="connsiteY17" fmla="*/ 218971 h 218970"/>
                <a:gd name="connsiteX18" fmla="*/ 175723 w 204477"/>
                <a:gd name="connsiteY18" fmla="*/ 218971 h 218970"/>
                <a:gd name="connsiteX19" fmla="*/ 182113 w 204477"/>
                <a:gd name="connsiteY19" fmla="*/ 212587 h 218970"/>
                <a:gd name="connsiteX20" fmla="*/ 182113 w 204477"/>
                <a:gd name="connsiteY20" fmla="*/ 189604 h 218970"/>
                <a:gd name="connsiteX21" fmla="*/ 198088 w 204477"/>
                <a:gd name="connsiteY21" fmla="*/ 189604 h 218970"/>
                <a:gd name="connsiteX22" fmla="*/ 204478 w 204477"/>
                <a:gd name="connsiteY22" fmla="*/ 183220 h 218970"/>
                <a:gd name="connsiteX23" fmla="*/ 204478 w 204477"/>
                <a:gd name="connsiteY23" fmla="*/ 87461 h 218970"/>
                <a:gd name="connsiteX24" fmla="*/ 197449 w 204477"/>
                <a:gd name="connsiteY24" fmla="*/ 81077 h 218970"/>
                <a:gd name="connsiteX25" fmla="*/ 197449 w 204477"/>
                <a:gd name="connsiteY25" fmla="*/ 81077 h 218970"/>
                <a:gd name="connsiteX26" fmla="*/ 130355 w 204477"/>
                <a:gd name="connsiteY26" fmla="*/ 22344 h 218970"/>
                <a:gd name="connsiteX27" fmla="*/ 159748 w 204477"/>
                <a:gd name="connsiteY27" fmla="*/ 51710 h 218970"/>
                <a:gd name="connsiteX28" fmla="*/ 130355 w 204477"/>
                <a:gd name="connsiteY28" fmla="*/ 51710 h 218970"/>
                <a:gd name="connsiteX29" fmla="*/ 130355 w 204477"/>
                <a:gd name="connsiteY29" fmla="*/ 22344 h 218970"/>
                <a:gd name="connsiteX30" fmla="*/ 34506 w 204477"/>
                <a:gd name="connsiteY30" fmla="*/ 13406 h 218970"/>
                <a:gd name="connsiteX31" fmla="*/ 117575 w 204477"/>
                <a:gd name="connsiteY31" fmla="*/ 13406 h 218970"/>
                <a:gd name="connsiteX32" fmla="*/ 117575 w 204477"/>
                <a:gd name="connsiteY32" fmla="*/ 58733 h 218970"/>
                <a:gd name="connsiteX33" fmla="*/ 123965 w 204477"/>
                <a:gd name="connsiteY33" fmla="*/ 65117 h 218970"/>
                <a:gd name="connsiteX34" fmla="*/ 169333 w 204477"/>
                <a:gd name="connsiteY34" fmla="*/ 65117 h 218970"/>
                <a:gd name="connsiteX35" fmla="*/ 169333 w 204477"/>
                <a:gd name="connsiteY35" fmla="*/ 81715 h 218970"/>
                <a:gd name="connsiteX36" fmla="*/ 35145 w 204477"/>
                <a:gd name="connsiteY36" fmla="*/ 81715 h 218970"/>
                <a:gd name="connsiteX37" fmla="*/ 34506 w 204477"/>
                <a:gd name="connsiteY37" fmla="*/ 13406 h 218970"/>
                <a:gd name="connsiteX38" fmla="*/ 168695 w 204477"/>
                <a:gd name="connsiteY38" fmla="*/ 206203 h 218970"/>
                <a:gd name="connsiteX39" fmla="*/ 34506 w 204477"/>
                <a:gd name="connsiteY39" fmla="*/ 206203 h 218970"/>
                <a:gd name="connsiteX40" fmla="*/ 34506 w 204477"/>
                <a:gd name="connsiteY40" fmla="*/ 189604 h 218970"/>
                <a:gd name="connsiteX41" fmla="*/ 168695 w 204477"/>
                <a:gd name="connsiteY41" fmla="*/ 189604 h 218970"/>
                <a:gd name="connsiteX42" fmla="*/ 168695 w 204477"/>
                <a:gd name="connsiteY42" fmla="*/ 206203 h 218970"/>
                <a:gd name="connsiteX43" fmla="*/ 190420 w 204477"/>
                <a:gd name="connsiteY43" fmla="*/ 176836 h 218970"/>
                <a:gd name="connsiteX44" fmla="*/ 12780 w 204477"/>
                <a:gd name="connsiteY44" fmla="*/ 176836 h 218970"/>
                <a:gd name="connsiteX45" fmla="*/ 12780 w 204477"/>
                <a:gd name="connsiteY45" fmla="*/ 93845 h 218970"/>
                <a:gd name="connsiteX46" fmla="*/ 191059 w 204477"/>
                <a:gd name="connsiteY46" fmla="*/ 93845 h 218970"/>
                <a:gd name="connsiteX47" fmla="*/ 190420 w 204477"/>
                <a:gd name="connsiteY47" fmla="*/ 176836 h 21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4477" h="218970">
                  <a:moveTo>
                    <a:pt x="197449" y="81077"/>
                  </a:moveTo>
                  <a:lnTo>
                    <a:pt x="181474" y="81077"/>
                  </a:lnTo>
                  <a:lnTo>
                    <a:pt x="181474" y="58094"/>
                  </a:lnTo>
                  <a:cubicBezTo>
                    <a:pt x="181474" y="57456"/>
                    <a:pt x="181474" y="56179"/>
                    <a:pt x="180835" y="55541"/>
                  </a:cubicBezTo>
                  <a:cubicBezTo>
                    <a:pt x="180835" y="54902"/>
                    <a:pt x="180196" y="54264"/>
                    <a:pt x="179557" y="53626"/>
                  </a:cubicBezTo>
                  <a:lnTo>
                    <a:pt x="128438" y="1915"/>
                  </a:lnTo>
                  <a:cubicBezTo>
                    <a:pt x="127799" y="1277"/>
                    <a:pt x="127160" y="638"/>
                    <a:pt x="126521" y="638"/>
                  </a:cubicBezTo>
                  <a:cubicBezTo>
                    <a:pt x="125882" y="0"/>
                    <a:pt x="125243" y="0"/>
                    <a:pt x="123965" y="0"/>
                  </a:cubicBezTo>
                  <a:lnTo>
                    <a:pt x="28116" y="0"/>
                  </a:lnTo>
                  <a:cubicBezTo>
                    <a:pt x="24282" y="0"/>
                    <a:pt x="21726" y="2554"/>
                    <a:pt x="21726" y="6384"/>
                  </a:cubicBezTo>
                  <a:lnTo>
                    <a:pt x="21726" y="81077"/>
                  </a:lnTo>
                  <a:lnTo>
                    <a:pt x="6390" y="81077"/>
                  </a:lnTo>
                  <a:cubicBezTo>
                    <a:pt x="2556" y="81077"/>
                    <a:pt x="0" y="83630"/>
                    <a:pt x="0" y="87461"/>
                  </a:cubicBezTo>
                  <a:lnTo>
                    <a:pt x="0" y="183220"/>
                  </a:lnTo>
                  <a:cubicBezTo>
                    <a:pt x="0" y="187051"/>
                    <a:pt x="2556" y="189604"/>
                    <a:pt x="6390" y="189604"/>
                  </a:cubicBezTo>
                  <a:lnTo>
                    <a:pt x="22365" y="189604"/>
                  </a:lnTo>
                  <a:lnTo>
                    <a:pt x="22365" y="212587"/>
                  </a:lnTo>
                  <a:cubicBezTo>
                    <a:pt x="22365" y="216417"/>
                    <a:pt x="24921" y="218971"/>
                    <a:pt x="28755" y="218971"/>
                  </a:cubicBezTo>
                  <a:lnTo>
                    <a:pt x="175723" y="218971"/>
                  </a:lnTo>
                  <a:cubicBezTo>
                    <a:pt x="179557" y="218971"/>
                    <a:pt x="182113" y="216417"/>
                    <a:pt x="182113" y="212587"/>
                  </a:cubicBezTo>
                  <a:lnTo>
                    <a:pt x="182113" y="189604"/>
                  </a:lnTo>
                  <a:lnTo>
                    <a:pt x="198088" y="189604"/>
                  </a:lnTo>
                  <a:cubicBezTo>
                    <a:pt x="201922" y="189604"/>
                    <a:pt x="204478" y="187051"/>
                    <a:pt x="204478" y="183220"/>
                  </a:cubicBezTo>
                  <a:lnTo>
                    <a:pt x="204478" y="87461"/>
                  </a:lnTo>
                  <a:cubicBezTo>
                    <a:pt x="203839" y="84269"/>
                    <a:pt x="201283" y="81077"/>
                    <a:pt x="197449" y="81077"/>
                  </a:cubicBezTo>
                  <a:lnTo>
                    <a:pt x="197449" y="81077"/>
                  </a:lnTo>
                  <a:close/>
                  <a:moveTo>
                    <a:pt x="130355" y="22344"/>
                  </a:moveTo>
                  <a:lnTo>
                    <a:pt x="159748" y="51710"/>
                  </a:lnTo>
                  <a:lnTo>
                    <a:pt x="130355" y="51710"/>
                  </a:lnTo>
                  <a:lnTo>
                    <a:pt x="130355" y="22344"/>
                  </a:lnTo>
                  <a:close/>
                  <a:moveTo>
                    <a:pt x="34506" y="13406"/>
                  </a:moveTo>
                  <a:lnTo>
                    <a:pt x="117575" y="13406"/>
                  </a:lnTo>
                  <a:lnTo>
                    <a:pt x="117575" y="58733"/>
                  </a:lnTo>
                  <a:cubicBezTo>
                    <a:pt x="117575" y="62563"/>
                    <a:pt x="120131" y="65117"/>
                    <a:pt x="123965" y="65117"/>
                  </a:cubicBezTo>
                  <a:lnTo>
                    <a:pt x="169333" y="65117"/>
                  </a:lnTo>
                  <a:lnTo>
                    <a:pt x="169333" y="81715"/>
                  </a:lnTo>
                  <a:lnTo>
                    <a:pt x="35145" y="81715"/>
                  </a:lnTo>
                  <a:lnTo>
                    <a:pt x="34506" y="13406"/>
                  </a:lnTo>
                  <a:close/>
                  <a:moveTo>
                    <a:pt x="168695" y="206203"/>
                  </a:moveTo>
                  <a:lnTo>
                    <a:pt x="34506" y="206203"/>
                  </a:lnTo>
                  <a:lnTo>
                    <a:pt x="34506" y="189604"/>
                  </a:lnTo>
                  <a:lnTo>
                    <a:pt x="168695" y="189604"/>
                  </a:lnTo>
                  <a:lnTo>
                    <a:pt x="168695" y="206203"/>
                  </a:lnTo>
                  <a:close/>
                  <a:moveTo>
                    <a:pt x="190420" y="176836"/>
                  </a:moveTo>
                  <a:lnTo>
                    <a:pt x="12780" y="176836"/>
                  </a:lnTo>
                  <a:lnTo>
                    <a:pt x="12780" y="93845"/>
                  </a:lnTo>
                  <a:lnTo>
                    <a:pt x="191059" y="93845"/>
                  </a:lnTo>
                  <a:lnTo>
                    <a:pt x="190420" y="176836"/>
                  </a:lnTo>
                  <a:close/>
                </a:path>
              </a:pathLst>
            </a:custGeom>
            <a:solidFill>
              <a:srgbClr val="00ABAB"/>
            </a:solidFill>
            <a:ln w="6390" cap="flat">
              <a:noFill/>
              <a:prstDash val="solid"/>
              <a:miter/>
            </a:ln>
          </p:spPr>
          <p:txBody>
            <a:bodyPr rtlCol="0" anchor="ctr"/>
            <a:lstStyle/>
            <a:p>
              <a:endParaRPr lang="en-US"/>
            </a:p>
          </p:txBody>
        </p:sp>
        <p:sp>
          <p:nvSpPr>
            <p:cNvPr id="1377" name="Graphic 1100">
              <a:extLst>
                <a:ext uri="{FF2B5EF4-FFF2-40B4-BE49-F238E27FC236}">
                  <a16:creationId xmlns:a16="http://schemas.microsoft.com/office/drawing/2014/main" id="{EED83AA9-D4FA-9546-8A6E-51658F28E3CC}"/>
                </a:ext>
              </a:extLst>
            </p:cNvPr>
            <p:cNvSpPr/>
            <p:nvPr/>
          </p:nvSpPr>
          <p:spPr>
            <a:xfrm>
              <a:off x="4867854" y="1586107"/>
              <a:ext cx="47285" cy="57455"/>
            </a:xfrm>
            <a:custGeom>
              <a:avLst/>
              <a:gdLst>
                <a:gd name="connsiteX0" fmla="*/ 40896 w 47285"/>
                <a:gd name="connsiteY0" fmla="*/ 0 h 57455"/>
                <a:gd name="connsiteX1" fmla="*/ 6390 w 47285"/>
                <a:gd name="connsiteY1" fmla="*/ 0 h 57455"/>
                <a:gd name="connsiteX2" fmla="*/ 0 w 47285"/>
                <a:gd name="connsiteY2" fmla="*/ 6384 h 57455"/>
                <a:gd name="connsiteX3" fmla="*/ 6390 w 47285"/>
                <a:gd name="connsiteY3" fmla="*/ 12768 h 57455"/>
                <a:gd name="connsiteX4" fmla="*/ 17253 w 47285"/>
                <a:gd name="connsiteY4" fmla="*/ 12768 h 57455"/>
                <a:gd name="connsiteX5" fmla="*/ 17253 w 47285"/>
                <a:gd name="connsiteY5" fmla="*/ 51072 h 57455"/>
                <a:gd name="connsiteX6" fmla="*/ 23643 w 47285"/>
                <a:gd name="connsiteY6" fmla="*/ 57456 h 57455"/>
                <a:gd name="connsiteX7" fmla="*/ 30033 w 47285"/>
                <a:gd name="connsiteY7" fmla="*/ 51072 h 57455"/>
                <a:gd name="connsiteX8" fmla="*/ 30033 w 47285"/>
                <a:gd name="connsiteY8" fmla="*/ 12768 h 57455"/>
                <a:gd name="connsiteX9" fmla="*/ 40896 w 47285"/>
                <a:gd name="connsiteY9" fmla="*/ 12768 h 57455"/>
                <a:gd name="connsiteX10" fmla="*/ 47286 w 47285"/>
                <a:gd name="connsiteY10" fmla="*/ 6384 h 57455"/>
                <a:gd name="connsiteX11" fmla="*/ 40896 w 47285"/>
                <a:gd name="connsiteY11" fmla="*/ 0 h 57455"/>
                <a:gd name="connsiteX12" fmla="*/ 40896 w 47285"/>
                <a:gd name="connsiteY12" fmla="*/ 0 h 5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285" h="57455">
                  <a:moveTo>
                    <a:pt x="40896" y="0"/>
                  </a:moveTo>
                  <a:lnTo>
                    <a:pt x="6390" y="0"/>
                  </a:lnTo>
                  <a:cubicBezTo>
                    <a:pt x="2556" y="0"/>
                    <a:pt x="0" y="2554"/>
                    <a:pt x="0" y="6384"/>
                  </a:cubicBezTo>
                  <a:cubicBezTo>
                    <a:pt x="0" y="10214"/>
                    <a:pt x="2556" y="12768"/>
                    <a:pt x="6390" y="12768"/>
                  </a:cubicBezTo>
                  <a:lnTo>
                    <a:pt x="17253" y="12768"/>
                  </a:lnTo>
                  <a:lnTo>
                    <a:pt x="17253" y="51072"/>
                  </a:lnTo>
                  <a:cubicBezTo>
                    <a:pt x="17253" y="54902"/>
                    <a:pt x="19809" y="57456"/>
                    <a:pt x="23643" y="57456"/>
                  </a:cubicBezTo>
                  <a:cubicBezTo>
                    <a:pt x="27477" y="57456"/>
                    <a:pt x="30033" y="54902"/>
                    <a:pt x="30033" y="51072"/>
                  </a:cubicBezTo>
                  <a:lnTo>
                    <a:pt x="30033" y="12768"/>
                  </a:lnTo>
                  <a:lnTo>
                    <a:pt x="40896" y="12768"/>
                  </a:lnTo>
                  <a:cubicBezTo>
                    <a:pt x="44730" y="12768"/>
                    <a:pt x="47286" y="10214"/>
                    <a:pt x="47286" y="6384"/>
                  </a:cubicBezTo>
                  <a:cubicBezTo>
                    <a:pt x="47286" y="2554"/>
                    <a:pt x="44730" y="0"/>
                    <a:pt x="40896" y="0"/>
                  </a:cubicBezTo>
                  <a:lnTo>
                    <a:pt x="40896" y="0"/>
                  </a:lnTo>
                  <a:close/>
                </a:path>
              </a:pathLst>
            </a:custGeom>
            <a:solidFill>
              <a:srgbClr val="00ABAB"/>
            </a:solidFill>
            <a:ln w="6390" cap="flat">
              <a:noFill/>
              <a:prstDash val="solid"/>
              <a:miter/>
            </a:ln>
          </p:spPr>
          <p:txBody>
            <a:bodyPr rtlCol="0" anchor="ctr"/>
            <a:lstStyle/>
            <a:p>
              <a:endParaRPr lang="en-US"/>
            </a:p>
          </p:txBody>
        </p:sp>
        <p:sp>
          <p:nvSpPr>
            <p:cNvPr id="1378" name="Graphic 1100">
              <a:extLst>
                <a:ext uri="{FF2B5EF4-FFF2-40B4-BE49-F238E27FC236}">
                  <a16:creationId xmlns:a16="http://schemas.microsoft.com/office/drawing/2014/main" id="{87716DEB-DFB6-4C4C-8990-408F1C01BCB5}"/>
                </a:ext>
              </a:extLst>
            </p:cNvPr>
            <p:cNvSpPr/>
            <p:nvPr/>
          </p:nvSpPr>
          <p:spPr>
            <a:xfrm>
              <a:off x="4775199" y="1586107"/>
              <a:ext cx="39099" cy="56817"/>
            </a:xfrm>
            <a:custGeom>
              <a:avLst/>
              <a:gdLst>
                <a:gd name="connsiteX0" fmla="*/ 21087 w 39099"/>
                <a:gd name="connsiteY0" fmla="*/ 0 h 56817"/>
                <a:gd name="connsiteX1" fmla="*/ 6390 w 39099"/>
                <a:gd name="connsiteY1" fmla="*/ 0 h 56817"/>
                <a:gd name="connsiteX2" fmla="*/ 0 w 39099"/>
                <a:gd name="connsiteY2" fmla="*/ 6384 h 56817"/>
                <a:gd name="connsiteX3" fmla="*/ 0 w 39099"/>
                <a:gd name="connsiteY3" fmla="*/ 50434 h 56817"/>
                <a:gd name="connsiteX4" fmla="*/ 6390 w 39099"/>
                <a:gd name="connsiteY4" fmla="*/ 56818 h 56817"/>
                <a:gd name="connsiteX5" fmla="*/ 12780 w 39099"/>
                <a:gd name="connsiteY5" fmla="*/ 50434 h 56817"/>
                <a:gd name="connsiteX6" fmla="*/ 12780 w 39099"/>
                <a:gd name="connsiteY6" fmla="*/ 38304 h 56817"/>
                <a:gd name="connsiteX7" fmla="*/ 21087 w 39099"/>
                <a:gd name="connsiteY7" fmla="*/ 38304 h 56817"/>
                <a:gd name="connsiteX8" fmla="*/ 33867 w 39099"/>
                <a:gd name="connsiteY8" fmla="*/ 33197 h 56817"/>
                <a:gd name="connsiteX9" fmla="*/ 38979 w 39099"/>
                <a:gd name="connsiteY9" fmla="*/ 19152 h 56817"/>
                <a:gd name="connsiteX10" fmla="*/ 33867 w 39099"/>
                <a:gd name="connsiteY10" fmla="*/ 5107 h 56817"/>
                <a:gd name="connsiteX11" fmla="*/ 21087 w 39099"/>
                <a:gd name="connsiteY11" fmla="*/ 0 h 56817"/>
                <a:gd name="connsiteX12" fmla="*/ 21087 w 39099"/>
                <a:gd name="connsiteY12" fmla="*/ 25536 h 56817"/>
                <a:gd name="connsiteX13" fmla="*/ 12780 w 39099"/>
                <a:gd name="connsiteY13" fmla="*/ 25536 h 56817"/>
                <a:gd name="connsiteX14" fmla="*/ 12780 w 39099"/>
                <a:gd name="connsiteY14" fmla="*/ 12768 h 56817"/>
                <a:gd name="connsiteX15" fmla="*/ 21087 w 39099"/>
                <a:gd name="connsiteY15" fmla="*/ 12768 h 56817"/>
                <a:gd name="connsiteX16" fmla="*/ 24921 w 39099"/>
                <a:gd name="connsiteY16" fmla="*/ 14045 h 56817"/>
                <a:gd name="connsiteX17" fmla="*/ 26199 w 39099"/>
                <a:gd name="connsiteY17" fmla="*/ 19152 h 56817"/>
                <a:gd name="connsiteX18" fmla="*/ 21087 w 39099"/>
                <a:gd name="connsiteY18" fmla="*/ 25536 h 56817"/>
                <a:gd name="connsiteX19" fmla="*/ 21087 w 39099"/>
                <a:gd name="connsiteY19" fmla="*/ 25536 h 56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9099" h="56817">
                  <a:moveTo>
                    <a:pt x="21087" y="0"/>
                  </a:moveTo>
                  <a:lnTo>
                    <a:pt x="6390" y="0"/>
                  </a:lnTo>
                  <a:cubicBezTo>
                    <a:pt x="2556" y="0"/>
                    <a:pt x="0" y="2554"/>
                    <a:pt x="0" y="6384"/>
                  </a:cubicBezTo>
                  <a:lnTo>
                    <a:pt x="0" y="50434"/>
                  </a:lnTo>
                  <a:cubicBezTo>
                    <a:pt x="0" y="54264"/>
                    <a:pt x="2556" y="56818"/>
                    <a:pt x="6390" y="56818"/>
                  </a:cubicBezTo>
                  <a:cubicBezTo>
                    <a:pt x="10224" y="56818"/>
                    <a:pt x="12780" y="54264"/>
                    <a:pt x="12780" y="50434"/>
                  </a:cubicBezTo>
                  <a:lnTo>
                    <a:pt x="12780" y="38304"/>
                  </a:lnTo>
                  <a:lnTo>
                    <a:pt x="21087" y="38304"/>
                  </a:lnTo>
                  <a:cubicBezTo>
                    <a:pt x="25560" y="38304"/>
                    <a:pt x="30672" y="36389"/>
                    <a:pt x="33867" y="33197"/>
                  </a:cubicBezTo>
                  <a:cubicBezTo>
                    <a:pt x="37701" y="29366"/>
                    <a:pt x="39618" y="24259"/>
                    <a:pt x="38979" y="19152"/>
                  </a:cubicBezTo>
                  <a:cubicBezTo>
                    <a:pt x="38979" y="14045"/>
                    <a:pt x="37062" y="8938"/>
                    <a:pt x="33867" y="5107"/>
                  </a:cubicBezTo>
                  <a:cubicBezTo>
                    <a:pt x="30033" y="1915"/>
                    <a:pt x="25560" y="0"/>
                    <a:pt x="21087" y="0"/>
                  </a:cubicBezTo>
                  <a:close/>
                  <a:moveTo>
                    <a:pt x="21087" y="25536"/>
                  </a:moveTo>
                  <a:lnTo>
                    <a:pt x="12780" y="25536"/>
                  </a:lnTo>
                  <a:lnTo>
                    <a:pt x="12780" y="12768"/>
                  </a:lnTo>
                  <a:lnTo>
                    <a:pt x="21087" y="12768"/>
                  </a:lnTo>
                  <a:cubicBezTo>
                    <a:pt x="22365" y="12768"/>
                    <a:pt x="23643" y="13406"/>
                    <a:pt x="24921" y="14045"/>
                  </a:cubicBezTo>
                  <a:cubicBezTo>
                    <a:pt x="26199" y="15322"/>
                    <a:pt x="26838" y="17237"/>
                    <a:pt x="26199" y="19152"/>
                  </a:cubicBezTo>
                  <a:cubicBezTo>
                    <a:pt x="26199" y="23621"/>
                    <a:pt x="24921" y="25536"/>
                    <a:pt x="21087" y="25536"/>
                  </a:cubicBezTo>
                  <a:lnTo>
                    <a:pt x="21087" y="25536"/>
                  </a:lnTo>
                  <a:close/>
                </a:path>
              </a:pathLst>
            </a:custGeom>
            <a:solidFill>
              <a:srgbClr val="00ABAB"/>
            </a:solidFill>
            <a:ln w="6390" cap="flat">
              <a:noFill/>
              <a:prstDash val="solid"/>
              <a:miter/>
            </a:ln>
          </p:spPr>
          <p:txBody>
            <a:bodyPr rtlCol="0" anchor="ctr"/>
            <a:lstStyle/>
            <a:p>
              <a:endParaRPr lang="en-US"/>
            </a:p>
          </p:txBody>
        </p:sp>
        <p:sp>
          <p:nvSpPr>
            <p:cNvPr id="1379" name="Graphic 1100">
              <a:extLst>
                <a:ext uri="{FF2B5EF4-FFF2-40B4-BE49-F238E27FC236}">
                  <a16:creationId xmlns:a16="http://schemas.microsoft.com/office/drawing/2014/main" id="{0B92A6EC-B315-BD46-AB03-E9392E3730B6}"/>
                </a:ext>
              </a:extLst>
            </p:cNvPr>
            <p:cNvSpPr/>
            <p:nvPr/>
          </p:nvSpPr>
          <p:spPr>
            <a:xfrm>
              <a:off x="4823763" y="1586107"/>
              <a:ext cx="39099" cy="56817"/>
            </a:xfrm>
            <a:custGeom>
              <a:avLst/>
              <a:gdLst>
                <a:gd name="connsiteX0" fmla="*/ 21087 w 39099"/>
                <a:gd name="connsiteY0" fmla="*/ 0 h 56817"/>
                <a:gd name="connsiteX1" fmla="*/ 6390 w 39099"/>
                <a:gd name="connsiteY1" fmla="*/ 0 h 56817"/>
                <a:gd name="connsiteX2" fmla="*/ 0 w 39099"/>
                <a:gd name="connsiteY2" fmla="*/ 6384 h 56817"/>
                <a:gd name="connsiteX3" fmla="*/ 0 w 39099"/>
                <a:gd name="connsiteY3" fmla="*/ 50434 h 56817"/>
                <a:gd name="connsiteX4" fmla="*/ 6390 w 39099"/>
                <a:gd name="connsiteY4" fmla="*/ 56818 h 56817"/>
                <a:gd name="connsiteX5" fmla="*/ 12780 w 39099"/>
                <a:gd name="connsiteY5" fmla="*/ 50434 h 56817"/>
                <a:gd name="connsiteX6" fmla="*/ 12780 w 39099"/>
                <a:gd name="connsiteY6" fmla="*/ 38304 h 56817"/>
                <a:gd name="connsiteX7" fmla="*/ 21087 w 39099"/>
                <a:gd name="connsiteY7" fmla="*/ 38304 h 56817"/>
                <a:gd name="connsiteX8" fmla="*/ 33867 w 39099"/>
                <a:gd name="connsiteY8" fmla="*/ 33197 h 56817"/>
                <a:gd name="connsiteX9" fmla="*/ 38978 w 39099"/>
                <a:gd name="connsiteY9" fmla="*/ 19152 h 56817"/>
                <a:gd name="connsiteX10" fmla="*/ 33227 w 39099"/>
                <a:gd name="connsiteY10" fmla="*/ 5107 h 56817"/>
                <a:gd name="connsiteX11" fmla="*/ 21087 w 39099"/>
                <a:gd name="connsiteY11" fmla="*/ 0 h 56817"/>
                <a:gd name="connsiteX12" fmla="*/ 21087 w 39099"/>
                <a:gd name="connsiteY12" fmla="*/ 25536 h 56817"/>
                <a:gd name="connsiteX13" fmla="*/ 12780 w 39099"/>
                <a:gd name="connsiteY13" fmla="*/ 25536 h 56817"/>
                <a:gd name="connsiteX14" fmla="*/ 12780 w 39099"/>
                <a:gd name="connsiteY14" fmla="*/ 12768 h 56817"/>
                <a:gd name="connsiteX15" fmla="*/ 21087 w 39099"/>
                <a:gd name="connsiteY15" fmla="*/ 12768 h 56817"/>
                <a:gd name="connsiteX16" fmla="*/ 24921 w 39099"/>
                <a:gd name="connsiteY16" fmla="*/ 14045 h 56817"/>
                <a:gd name="connsiteX17" fmla="*/ 26199 w 39099"/>
                <a:gd name="connsiteY17" fmla="*/ 19152 h 56817"/>
                <a:gd name="connsiteX18" fmla="*/ 21087 w 39099"/>
                <a:gd name="connsiteY18" fmla="*/ 25536 h 56817"/>
                <a:gd name="connsiteX19" fmla="*/ 21087 w 39099"/>
                <a:gd name="connsiteY19" fmla="*/ 25536 h 56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9099" h="56817">
                  <a:moveTo>
                    <a:pt x="21087" y="0"/>
                  </a:moveTo>
                  <a:lnTo>
                    <a:pt x="6390" y="0"/>
                  </a:lnTo>
                  <a:cubicBezTo>
                    <a:pt x="2556" y="0"/>
                    <a:pt x="0" y="2554"/>
                    <a:pt x="0" y="6384"/>
                  </a:cubicBezTo>
                  <a:lnTo>
                    <a:pt x="0" y="50434"/>
                  </a:lnTo>
                  <a:cubicBezTo>
                    <a:pt x="0" y="54264"/>
                    <a:pt x="2556" y="56818"/>
                    <a:pt x="6390" y="56818"/>
                  </a:cubicBezTo>
                  <a:cubicBezTo>
                    <a:pt x="10224" y="56818"/>
                    <a:pt x="12780" y="54264"/>
                    <a:pt x="12780" y="50434"/>
                  </a:cubicBezTo>
                  <a:lnTo>
                    <a:pt x="12780" y="38304"/>
                  </a:lnTo>
                  <a:lnTo>
                    <a:pt x="21087" y="38304"/>
                  </a:lnTo>
                  <a:cubicBezTo>
                    <a:pt x="25560" y="38304"/>
                    <a:pt x="30672" y="36389"/>
                    <a:pt x="33867" y="33197"/>
                  </a:cubicBezTo>
                  <a:cubicBezTo>
                    <a:pt x="37700" y="29366"/>
                    <a:pt x="39617" y="24259"/>
                    <a:pt x="38978" y="19152"/>
                  </a:cubicBezTo>
                  <a:cubicBezTo>
                    <a:pt x="38978" y="14045"/>
                    <a:pt x="37062" y="8938"/>
                    <a:pt x="33227" y="5107"/>
                  </a:cubicBezTo>
                  <a:cubicBezTo>
                    <a:pt x="30032" y="1915"/>
                    <a:pt x="25560" y="0"/>
                    <a:pt x="21087" y="0"/>
                  </a:cubicBezTo>
                  <a:close/>
                  <a:moveTo>
                    <a:pt x="21087" y="25536"/>
                  </a:moveTo>
                  <a:lnTo>
                    <a:pt x="12780" y="25536"/>
                  </a:lnTo>
                  <a:lnTo>
                    <a:pt x="12780" y="12768"/>
                  </a:lnTo>
                  <a:lnTo>
                    <a:pt x="21087" y="12768"/>
                  </a:lnTo>
                  <a:cubicBezTo>
                    <a:pt x="22365" y="12768"/>
                    <a:pt x="23642" y="13406"/>
                    <a:pt x="24921" y="14045"/>
                  </a:cubicBezTo>
                  <a:cubicBezTo>
                    <a:pt x="26199" y="15322"/>
                    <a:pt x="26837" y="17237"/>
                    <a:pt x="26199" y="19152"/>
                  </a:cubicBezTo>
                  <a:cubicBezTo>
                    <a:pt x="26199" y="23621"/>
                    <a:pt x="24921" y="25536"/>
                    <a:pt x="21087" y="25536"/>
                  </a:cubicBezTo>
                  <a:lnTo>
                    <a:pt x="21087" y="25536"/>
                  </a:lnTo>
                  <a:close/>
                </a:path>
              </a:pathLst>
            </a:custGeom>
            <a:solidFill>
              <a:srgbClr val="00ABAB"/>
            </a:solidFill>
            <a:ln w="6390" cap="flat">
              <a:noFill/>
              <a:prstDash val="solid"/>
              <a:miter/>
            </a:ln>
          </p:spPr>
          <p:txBody>
            <a:bodyPr rtlCol="0" anchor="ctr"/>
            <a:lstStyle/>
            <a:p>
              <a:endParaRPr lang="en-US"/>
            </a:p>
          </p:txBody>
        </p:sp>
      </p:grpSp>
      <p:grpSp>
        <p:nvGrpSpPr>
          <p:cNvPr id="1380" name="Graphic 1100">
            <a:extLst>
              <a:ext uri="{FF2B5EF4-FFF2-40B4-BE49-F238E27FC236}">
                <a16:creationId xmlns:a16="http://schemas.microsoft.com/office/drawing/2014/main" id="{A7394458-6CAA-BD4A-90D1-1254653DFF9B}"/>
              </a:ext>
            </a:extLst>
          </p:cNvPr>
          <p:cNvGrpSpPr/>
          <p:nvPr/>
        </p:nvGrpSpPr>
        <p:grpSpPr>
          <a:xfrm>
            <a:off x="10935099" y="2375167"/>
            <a:ext cx="362309" cy="361971"/>
            <a:chOff x="10935099" y="2375167"/>
            <a:chExt cx="362309" cy="361971"/>
          </a:xfrm>
          <a:solidFill>
            <a:srgbClr val="00ABAB"/>
          </a:solidFill>
        </p:grpSpPr>
        <p:sp>
          <p:nvSpPr>
            <p:cNvPr id="1381" name="Graphic 1100">
              <a:extLst>
                <a:ext uri="{FF2B5EF4-FFF2-40B4-BE49-F238E27FC236}">
                  <a16:creationId xmlns:a16="http://schemas.microsoft.com/office/drawing/2014/main" id="{D5CB7742-8A16-B84E-A5DE-A1982C08CCFA}"/>
                </a:ext>
              </a:extLst>
            </p:cNvPr>
            <p:cNvSpPr/>
            <p:nvPr/>
          </p:nvSpPr>
          <p:spPr>
            <a:xfrm>
              <a:off x="10935099" y="237516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1305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09" y="280895"/>
                    <a:pt x="362309" y="181305"/>
                  </a:cubicBezTo>
                  <a:cubicBezTo>
                    <a:pt x="362309"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1474" y="12768"/>
                  </a:cubicBezTo>
                  <a:cubicBezTo>
                    <a:pt x="274128" y="12768"/>
                    <a:pt x="349529" y="88099"/>
                    <a:pt x="349529" y="181305"/>
                  </a:cubicBezTo>
                  <a:cubicBezTo>
                    <a:pt x="349529" y="273873"/>
                    <a:pt x="274128" y="349204"/>
                    <a:pt x="180835" y="349204"/>
                  </a:cubicBezTo>
                  <a:close/>
                </a:path>
              </a:pathLst>
            </a:custGeom>
            <a:solidFill>
              <a:srgbClr val="00ABAB"/>
            </a:solidFill>
            <a:ln w="6390" cap="flat">
              <a:noFill/>
              <a:prstDash val="solid"/>
              <a:miter/>
            </a:ln>
          </p:spPr>
          <p:txBody>
            <a:bodyPr rtlCol="0" anchor="ctr"/>
            <a:lstStyle/>
            <a:p>
              <a:endParaRPr lang="en-US"/>
            </a:p>
          </p:txBody>
        </p:sp>
        <p:sp>
          <p:nvSpPr>
            <p:cNvPr id="1382" name="Graphic 1100">
              <a:extLst>
                <a:ext uri="{FF2B5EF4-FFF2-40B4-BE49-F238E27FC236}">
                  <a16:creationId xmlns:a16="http://schemas.microsoft.com/office/drawing/2014/main" id="{DE6C073A-A9A4-5648-8A6B-5B697FE2173C}"/>
                </a:ext>
              </a:extLst>
            </p:cNvPr>
            <p:cNvSpPr/>
            <p:nvPr/>
          </p:nvSpPr>
          <p:spPr>
            <a:xfrm>
              <a:off x="11042450" y="2494548"/>
              <a:ext cx="146968" cy="146831"/>
            </a:xfrm>
            <a:custGeom>
              <a:avLst/>
              <a:gdLst>
                <a:gd name="connsiteX0" fmla="*/ 73484 w 146968"/>
                <a:gd name="connsiteY0" fmla="*/ 146832 h 146831"/>
                <a:gd name="connsiteX1" fmla="*/ 146969 w 146968"/>
                <a:gd name="connsiteY1" fmla="*/ 73416 h 146831"/>
                <a:gd name="connsiteX2" fmla="*/ 73484 w 146968"/>
                <a:gd name="connsiteY2" fmla="*/ 0 h 146831"/>
                <a:gd name="connsiteX3" fmla="*/ 0 w 146968"/>
                <a:gd name="connsiteY3" fmla="*/ 73416 h 146831"/>
                <a:gd name="connsiteX4" fmla="*/ 73484 w 146968"/>
                <a:gd name="connsiteY4" fmla="*/ 146832 h 146831"/>
                <a:gd name="connsiteX5" fmla="*/ 73484 w 146968"/>
                <a:gd name="connsiteY5" fmla="*/ 12768 h 146831"/>
                <a:gd name="connsiteX6" fmla="*/ 88820 w 146968"/>
                <a:gd name="connsiteY6" fmla="*/ 42134 h 146831"/>
                <a:gd name="connsiteX7" fmla="*/ 57509 w 146968"/>
                <a:gd name="connsiteY7" fmla="*/ 42134 h 146831"/>
                <a:gd name="connsiteX8" fmla="*/ 73484 w 146968"/>
                <a:gd name="connsiteY8" fmla="*/ 12768 h 146831"/>
                <a:gd name="connsiteX9" fmla="*/ 73484 w 146968"/>
                <a:gd name="connsiteY9" fmla="*/ 12768 h 146831"/>
                <a:gd name="connsiteX10" fmla="*/ 91376 w 146968"/>
                <a:gd name="connsiteY10" fmla="*/ 54902 h 146831"/>
                <a:gd name="connsiteX11" fmla="*/ 91376 w 146968"/>
                <a:gd name="connsiteY11" fmla="*/ 92568 h 146831"/>
                <a:gd name="connsiteX12" fmla="*/ 55593 w 146968"/>
                <a:gd name="connsiteY12" fmla="*/ 92568 h 146831"/>
                <a:gd name="connsiteX13" fmla="*/ 55593 w 146968"/>
                <a:gd name="connsiteY13" fmla="*/ 54902 h 146831"/>
                <a:gd name="connsiteX14" fmla="*/ 91376 w 146968"/>
                <a:gd name="connsiteY14" fmla="*/ 54902 h 146831"/>
                <a:gd name="connsiteX15" fmla="*/ 134189 w 146968"/>
                <a:gd name="connsiteY15" fmla="*/ 73416 h 146831"/>
                <a:gd name="connsiteX16" fmla="*/ 130994 w 146968"/>
                <a:gd name="connsiteY16" fmla="*/ 92568 h 146831"/>
                <a:gd name="connsiteX17" fmla="*/ 103517 w 146968"/>
                <a:gd name="connsiteY17" fmla="*/ 92568 h 146831"/>
                <a:gd name="connsiteX18" fmla="*/ 104795 w 146968"/>
                <a:gd name="connsiteY18" fmla="*/ 73416 h 146831"/>
                <a:gd name="connsiteX19" fmla="*/ 103517 w 146968"/>
                <a:gd name="connsiteY19" fmla="*/ 54902 h 146831"/>
                <a:gd name="connsiteX20" fmla="*/ 130994 w 146968"/>
                <a:gd name="connsiteY20" fmla="*/ 54902 h 146831"/>
                <a:gd name="connsiteX21" fmla="*/ 134189 w 146968"/>
                <a:gd name="connsiteY21" fmla="*/ 73416 h 146831"/>
                <a:gd name="connsiteX22" fmla="*/ 134189 w 146968"/>
                <a:gd name="connsiteY22" fmla="*/ 73416 h 146831"/>
                <a:gd name="connsiteX23" fmla="*/ 73484 w 146968"/>
                <a:gd name="connsiteY23" fmla="*/ 134064 h 146831"/>
                <a:gd name="connsiteX24" fmla="*/ 57509 w 146968"/>
                <a:gd name="connsiteY24" fmla="*/ 104697 h 146831"/>
                <a:gd name="connsiteX25" fmla="*/ 88820 w 146968"/>
                <a:gd name="connsiteY25" fmla="*/ 104697 h 146831"/>
                <a:gd name="connsiteX26" fmla="*/ 73484 w 146968"/>
                <a:gd name="connsiteY26" fmla="*/ 134064 h 146831"/>
                <a:gd name="connsiteX27" fmla="*/ 42813 w 146968"/>
                <a:gd name="connsiteY27" fmla="*/ 92568 h 146831"/>
                <a:gd name="connsiteX28" fmla="*/ 15336 w 146968"/>
                <a:gd name="connsiteY28" fmla="*/ 92568 h 146831"/>
                <a:gd name="connsiteX29" fmla="*/ 15336 w 146968"/>
                <a:gd name="connsiteY29" fmla="*/ 54902 h 146831"/>
                <a:gd name="connsiteX30" fmla="*/ 42813 w 146968"/>
                <a:gd name="connsiteY30" fmla="*/ 54902 h 146831"/>
                <a:gd name="connsiteX31" fmla="*/ 41535 w 146968"/>
                <a:gd name="connsiteY31" fmla="*/ 73416 h 146831"/>
                <a:gd name="connsiteX32" fmla="*/ 42813 w 146968"/>
                <a:gd name="connsiteY32" fmla="*/ 92568 h 146831"/>
                <a:gd name="connsiteX33" fmla="*/ 42813 w 146968"/>
                <a:gd name="connsiteY33" fmla="*/ 92568 h 146831"/>
                <a:gd name="connsiteX34" fmla="*/ 21726 w 146968"/>
                <a:gd name="connsiteY34" fmla="*/ 105336 h 146831"/>
                <a:gd name="connsiteX35" fmla="*/ 44730 w 146968"/>
                <a:gd name="connsiteY35" fmla="*/ 105336 h 146831"/>
                <a:gd name="connsiteX36" fmla="*/ 53037 w 146968"/>
                <a:gd name="connsiteY36" fmla="*/ 130872 h 146831"/>
                <a:gd name="connsiteX37" fmla="*/ 21726 w 146968"/>
                <a:gd name="connsiteY37" fmla="*/ 105336 h 146831"/>
                <a:gd name="connsiteX38" fmla="*/ 21726 w 146968"/>
                <a:gd name="connsiteY38" fmla="*/ 105336 h 146831"/>
                <a:gd name="connsiteX39" fmla="*/ 93933 w 146968"/>
                <a:gd name="connsiteY39" fmla="*/ 130872 h 146831"/>
                <a:gd name="connsiteX40" fmla="*/ 102239 w 146968"/>
                <a:gd name="connsiteY40" fmla="*/ 105336 h 146831"/>
                <a:gd name="connsiteX41" fmla="*/ 125243 w 146968"/>
                <a:gd name="connsiteY41" fmla="*/ 105336 h 146831"/>
                <a:gd name="connsiteX42" fmla="*/ 93933 w 146968"/>
                <a:gd name="connsiteY42" fmla="*/ 130872 h 146831"/>
                <a:gd name="connsiteX43" fmla="*/ 93933 w 146968"/>
                <a:gd name="connsiteY43" fmla="*/ 130872 h 146831"/>
                <a:gd name="connsiteX44" fmla="*/ 125243 w 146968"/>
                <a:gd name="connsiteY44" fmla="*/ 42134 h 146831"/>
                <a:gd name="connsiteX45" fmla="*/ 102239 w 146968"/>
                <a:gd name="connsiteY45" fmla="*/ 42134 h 146831"/>
                <a:gd name="connsiteX46" fmla="*/ 93933 w 146968"/>
                <a:gd name="connsiteY46" fmla="*/ 16598 h 146831"/>
                <a:gd name="connsiteX47" fmla="*/ 125243 w 146968"/>
                <a:gd name="connsiteY47" fmla="*/ 42134 h 146831"/>
                <a:gd name="connsiteX48" fmla="*/ 53037 w 146968"/>
                <a:gd name="connsiteY48" fmla="*/ 16598 h 146831"/>
                <a:gd name="connsiteX49" fmla="*/ 44730 w 146968"/>
                <a:gd name="connsiteY49" fmla="*/ 42134 h 146831"/>
                <a:gd name="connsiteX50" fmla="*/ 21726 w 146968"/>
                <a:gd name="connsiteY50" fmla="*/ 42134 h 146831"/>
                <a:gd name="connsiteX51" fmla="*/ 53037 w 146968"/>
                <a:gd name="connsiteY51" fmla="*/ 16598 h 146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6968" h="146831">
                  <a:moveTo>
                    <a:pt x="73484" y="146832"/>
                  </a:moveTo>
                  <a:cubicBezTo>
                    <a:pt x="114380" y="146832"/>
                    <a:pt x="146969" y="113635"/>
                    <a:pt x="146969" y="73416"/>
                  </a:cubicBezTo>
                  <a:cubicBezTo>
                    <a:pt x="146969" y="32558"/>
                    <a:pt x="113741" y="0"/>
                    <a:pt x="73484" y="0"/>
                  </a:cubicBezTo>
                  <a:cubicBezTo>
                    <a:pt x="32589" y="0"/>
                    <a:pt x="0" y="33197"/>
                    <a:pt x="0" y="73416"/>
                  </a:cubicBezTo>
                  <a:cubicBezTo>
                    <a:pt x="0" y="114273"/>
                    <a:pt x="32589" y="146832"/>
                    <a:pt x="73484" y="146832"/>
                  </a:cubicBezTo>
                  <a:close/>
                  <a:moveTo>
                    <a:pt x="73484" y="12768"/>
                  </a:moveTo>
                  <a:cubicBezTo>
                    <a:pt x="78597" y="12768"/>
                    <a:pt x="84986" y="23621"/>
                    <a:pt x="88820" y="42134"/>
                  </a:cubicBezTo>
                  <a:lnTo>
                    <a:pt x="57509" y="42134"/>
                  </a:lnTo>
                  <a:cubicBezTo>
                    <a:pt x="61983" y="23621"/>
                    <a:pt x="68373" y="12768"/>
                    <a:pt x="73484" y="12768"/>
                  </a:cubicBezTo>
                  <a:lnTo>
                    <a:pt x="73484" y="12768"/>
                  </a:lnTo>
                  <a:close/>
                  <a:moveTo>
                    <a:pt x="91376" y="54902"/>
                  </a:moveTo>
                  <a:cubicBezTo>
                    <a:pt x="92654" y="67670"/>
                    <a:pt x="92654" y="79800"/>
                    <a:pt x="91376" y="92568"/>
                  </a:cubicBezTo>
                  <a:lnTo>
                    <a:pt x="55593" y="92568"/>
                  </a:lnTo>
                  <a:cubicBezTo>
                    <a:pt x="54314" y="79800"/>
                    <a:pt x="54314" y="67670"/>
                    <a:pt x="55593" y="54902"/>
                  </a:cubicBezTo>
                  <a:lnTo>
                    <a:pt x="91376" y="54902"/>
                  </a:lnTo>
                  <a:close/>
                  <a:moveTo>
                    <a:pt x="134189" y="73416"/>
                  </a:moveTo>
                  <a:cubicBezTo>
                    <a:pt x="134189" y="79800"/>
                    <a:pt x="132911" y="86184"/>
                    <a:pt x="130994" y="92568"/>
                  </a:cubicBezTo>
                  <a:lnTo>
                    <a:pt x="103517" y="92568"/>
                  </a:lnTo>
                  <a:cubicBezTo>
                    <a:pt x="104156" y="86184"/>
                    <a:pt x="104795" y="79800"/>
                    <a:pt x="104795" y="73416"/>
                  </a:cubicBezTo>
                  <a:cubicBezTo>
                    <a:pt x="104795" y="67032"/>
                    <a:pt x="104795" y="60648"/>
                    <a:pt x="103517" y="54902"/>
                  </a:cubicBezTo>
                  <a:lnTo>
                    <a:pt x="130994" y="54902"/>
                  </a:lnTo>
                  <a:cubicBezTo>
                    <a:pt x="133550" y="60648"/>
                    <a:pt x="134189" y="67032"/>
                    <a:pt x="134189" y="73416"/>
                  </a:cubicBezTo>
                  <a:lnTo>
                    <a:pt x="134189" y="73416"/>
                  </a:lnTo>
                  <a:close/>
                  <a:moveTo>
                    <a:pt x="73484" y="134064"/>
                  </a:moveTo>
                  <a:cubicBezTo>
                    <a:pt x="68373" y="134064"/>
                    <a:pt x="61983" y="123211"/>
                    <a:pt x="57509" y="104697"/>
                  </a:cubicBezTo>
                  <a:lnTo>
                    <a:pt x="88820" y="104697"/>
                  </a:lnTo>
                  <a:cubicBezTo>
                    <a:pt x="84986" y="123211"/>
                    <a:pt x="78597" y="134064"/>
                    <a:pt x="73484" y="134064"/>
                  </a:cubicBezTo>
                  <a:close/>
                  <a:moveTo>
                    <a:pt x="42813" y="92568"/>
                  </a:moveTo>
                  <a:lnTo>
                    <a:pt x="15336" y="92568"/>
                  </a:lnTo>
                  <a:cubicBezTo>
                    <a:pt x="11502" y="80438"/>
                    <a:pt x="11502" y="67032"/>
                    <a:pt x="15336" y="54902"/>
                  </a:cubicBezTo>
                  <a:lnTo>
                    <a:pt x="42813" y="54902"/>
                  </a:lnTo>
                  <a:cubicBezTo>
                    <a:pt x="42173" y="61286"/>
                    <a:pt x="41535" y="67670"/>
                    <a:pt x="41535" y="73416"/>
                  </a:cubicBezTo>
                  <a:cubicBezTo>
                    <a:pt x="42173" y="79800"/>
                    <a:pt x="42173" y="86184"/>
                    <a:pt x="42813" y="92568"/>
                  </a:cubicBezTo>
                  <a:lnTo>
                    <a:pt x="42813" y="92568"/>
                  </a:lnTo>
                  <a:close/>
                  <a:moveTo>
                    <a:pt x="21726" y="105336"/>
                  </a:moveTo>
                  <a:lnTo>
                    <a:pt x="44730" y="105336"/>
                  </a:lnTo>
                  <a:cubicBezTo>
                    <a:pt x="46008" y="114273"/>
                    <a:pt x="49203" y="122573"/>
                    <a:pt x="53037" y="130872"/>
                  </a:cubicBezTo>
                  <a:cubicBezTo>
                    <a:pt x="40257" y="125765"/>
                    <a:pt x="28755" y="116827"/>
                    <a:pt x="21726" y="105336"/>
                  </a:cubicBezTo>
                  <a:lnTo>
                    <a:pt x="21726" y="105336"/>
                  </a:lnTo>
                  <a:close/>
                  <a:moveTo>
                    <a:pt x="93933" y="130872"/>
                  </a:moveTo>
                  <a:cubicBezTo>
                    <a:pt x="97766" y="122573"/>
                    <a:pt x="100322" y="114273"/>
                    <a:pt x="102239" y="105336"/>
                  </a:cubicBezTo>
                  <a:lnTo>
                    <a:pt x="125243" y="105336"/>
                  </a:lnTo>
                  <a:cubicBezTo>
                    <a:pt x="118214" y="116827"/>
                    <a:pt x="107351" y="126403"/>
                    <a:pt x="93933" y="130872"/>
                  </a:cubicBezTo>
                  <a:lnTo>
                    <a:pt x="93933" y="130872"/>
                  </a:lnTo>
                  <a:close/>
                  <a:moveTo>
                    <a:pt x="125243" y="42134"/>
                  </a:moveTo>
                  <a:lnTo>
                    <a:pt x="102239" y="42134"/>
                  </a:lnTo>
                  <a:cubicBezTo>
                    <a:pt x="100961" y="33197"/>
                    <a:pt x="97766" y="24897"/>
                    <a:pt x="93933" y="16598"/>
                  </a:cubicBezTo>
                  <a:cubicBezTo>
                    <a:pt x="107351" y="21067"/>
                    <a:pt x="118214" y="30005"/>
                    <a:pt x="125243" y="42134"/>
                  </a:cubicBezTo>
                  <a:close/>
                  <a:moveTo>
                    <a:pt x="53037" y="16598"/>
                  </a:moveTo>
                  <a:cubicBezTo>
                    <a:pt x="49203" y="24897"/>
                    <a:pt x="46647" y="33197"/>
                    <a:pt x="44730" y="42134"/>
                  </a:cubicBezTo>
                  <a:lnTo>
                    <a:pt x="21726" y="42134"/>
                  </a:lnTo>
                  <a:cubicBezTo>
                    <a:pt x="28755" y="30005"/>
                    <a:pt x="39618" y="21067"/>
                    <a:pt x="53037" y="16598"/>
                  </a:cubicBezTo>
                  <a:close/>
                </a:path>
              </a:pathLst>
            </a:custGeom>
            <a:solidFill>
              <a:srgbClr val="00ABAB"/>
            </a:solidFill>
            <a:ln w="6390" cap="flat">
              <a:noFill/>
              <a:prstDash val="solid"/>
              <a:miter/>
            </a:ln>
          </p:spPr>
          <p:txBody>
            <a:bodyPr rtlCol="0" anchor="ctr"/>
            <a:lstStyle/>
            <a:p>
              <a:endParaRPr lang="en-US"/>
            </a:p>
          </p:txBody>
        </p:sp>
        <p:sp>
          <p:nvSpPr>
            <p:cNvPr id="1383" name="Graphic 1100">
              <a:extLst>
                <a:ext uri="{FF2B5EF4-FFF2-40B4-BE49-F238E27FC236}">
                  <a16:creationId xmlns:a16="http://schemas.microsoft.com/office/drawing/2014/main" id="{87E1F53C-948C-3440-9307-85137DC1C12F}"/>
                </a:ext>
              </a:extLst>
            </p:cNvPr>
            <p:cNvSpPr/>
            <p:nvPr/>
          </p:nvSpPr>
          <p:spPr>
            <a:xfrm>
              <a:off x="10997622" y="2426239"/>
              <a:ext cx="236807" cy="262025"/>
            </a:xfrm>
            <a:custGeom>
              <a:avLst/>
              <a:gdLst>
                <a:gd name="connsiteX0" fmla="*/ 118312 w 236807"/>
                <a:gd name="connsiteY0" fmla="*/ 23621 h 262025"/>
                <a:gd name="connsiteX1" fmla="*/ 110005 w 236807"/>
                <a:gd name="connsiteY1" fmla="*/ 23621 h 262025"/>
                <a:gd name="connsiteX2" fmla="*/ 122785 w 236807"/>
                <a:gd name="connsiteY2" fmla="*/ 10853 h 262025"/>
                <a:gd name="connsiteX3" fmla="*/ 122785 w 236807"/>
                <a:gd name="connsiteY3" fmla="*/ 1915 h 262025"/>
                <a:gd name="connsiteX4" fmla="*/ 113839 w 236807"/>
                <a:gd name="connsiteY4" fmla="*/ 1915 h 262025"/>
                <a:gd name="connsiteX5" fmla="*/ 89557 w 236807"/>
                <a:gd name="connsiteY5" fmla="*/ 26174 h 262025"/>
                <a:gd name="connsiteX6" fmla="*/ 89557 w 236807"/>
                <a:gd name="connsiteY6" fmla="*/ 35112 h 262025"/>
                <a:gd name="connsiteX7" fmla="*/ 113839 w 236807"/>
                <a:gd name="connsiteY7" fmla="*/ 59371 h 262025"/>
                <a:gd name="connsiteX8" fmla="*/ 118312 w 236807"/>
                <a:gd name="connsiteY8" fmla="*/ 61286 h 262025"/>
                <a:gd name="connsiteX9" fmla="*/ 122785 w 236807"/>
                <a:gd name="connsiteY9" fmla="*/ 59371 h 262025"/>
                <a:gd name="connsiteX10" fmla="*/ 122785 w 236807"/>
                <a:gd name="connsiteY10" fmla="*/ 50433 h 262025"/>
                <a:gd name="connsiteX11" fmla="*/ 122785 w 236807"/>
                <a:gd name="connsiteY11" fmla="*/ 50433 h 262025"/>
                <a:gd name="connsiteX12" fmla="*/ 110005 w 236807"/>
                <a:gd name="connsiteY12" fmla="*/ 37666 h 262025"/>
                <a:gd name="connsiteX13" fmla="*/ 118312 w 236807"/>
                <a:gd name="connsiteY13" fmla="*/ 37666 h 262025"/>
                <a:gd name="connsiteX14" fmla="*/ 223746 w 236807"/>
                <a:gd name="connsiteY14" fmla="*/ 143001 h 262025"/>
                <a:gd name="connsiteX15" fmla="*/ 118312 w 236807"/>
                <a:gd name="connsiteY15" fmla="*/ 248337 h 262025"/>
                <a:gd name="connsiteX16" fmla="*/ 12878 w 236807"/>
                <a:gd name="connsiteY16" fmla="*/ 150662 h 262025"/>
                <a:gd name="connsiteX17" fmla="*/ 5849 w 236807"/>
                <a:gd name="connsiteY17" fmla="*/ 144916 h 262025"/>
                <a:gd name="connsiteX18" fmla="*/ 98 w 236807"/>
                <a:gd name="connsiteY18" fmla="*/ 151939 h 262025"/>
                <a:gd name="connsiteX19" fmla="*/ 126619 w 236807"/>
                <a:gd name="connsiteY19" fmla="*/ 261743 h 262025"/>
                <a:gd name="connsiteX20" fmla="*/ 236525 w 236807"/>
                <a:gd name="connsiteY20" fmla="*/ 135340 h 262025"/>
                <a:gd name="connsiteX21" fmla="*/ 118312 w 236807"/>
                <a:gd name="connsiteY21" fmla="*/ 23621 h 262025"/>
                <a:gd name="connsiteX22" fmla="*/ 118312 w 236807"/>
                <a:gd name="connsiteY22" fmla="*/ 23621 h 26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36807" h="262025">
                  <a:moveTo>
                    <a:pt x="118312" y="23621"/>
                  </a:moveTo>
                  <a:lnTo>
                    <a:pt x="110005" y="23621"/>
                  </a:lnTo>
                  <a:lnTo>
                    <a:pt x="122785" y="10853"/>
                  </a:lnTo>
                  <a:cubicBezTo>
                    <a:pt x="125340" y="8299"/>
                    <a:pt x="125340" y="4469"/>
                    <a:pt x="122785" y="1915"/>
                  </a:cubicBezTo>
                  <a:cubicBezTo>
                    <a:pt x="120229" y="-638"/>
                    <a:pt x="116395" y="-638"/>
                    <a:pt x="113839" y="1915"/>
                  </a:cubicBezTo>
                  <a:lnTo>
                    <a:pt x="89557" y="26174"/>
                  </a:lnTo>
                  <a:cubicBezTo>
                    <a:pt x="87001" y="28728"/>
                    <a:pt x="87001" y="32558"/>
                    <a:pt x="89557" y="35112"/>
                  </a:cubicBezTo>
                  <a:lnTo>
                    <a:pt x="113839" y="59371"/>
                  </a:lnTo>
                  <a:cubicBezTo>
                    <a:pt x="115117" y="60648"/>
                    <a:pt x="116395" y="61286"/>
                    <a:pt x="118312" y="61286"/>
                  </a:cubicBezTo>
                  <a:cubicBezTo>
                    <a:pt x="120229" y="61286"/>
                    <a:pt x="121507" y="60648"/>
                    <a:pt x="122785" y="59371"/>
                  </a:cubicBezTo>
                  <a:cubicBezTo>
                    <a:pt x="125340" y="56817"/>
                    <a:pt x="125340" y="52987"/>
                    <a:pt x="122785" y="50433"/>
                  </a:cubicBezTo>
                  <a:cubicBezTo>
                    <a:pt x="122785" y="50433"/>
                    <a:pt x="122785" y="50433"/>
                    <a:pt x="122785" y="50433"/>
                  </a:cubicBezTo>
                  <a:lnTo>
                    <a:pt x="110005" y="37666"/>
                  </a:lnTo>
                  <a:lnTo>
                    <a:pt x="118312" y="37666"/>
                  </a:lnTo>
                  <a:cubicBezTo>
                    <a:pt x="176460" y="37666"/>
                    <a:pt x="223746" y="84907"/>
                    <a:pt x="223746" y="143001"/>
                  </a:cubicBezTo>
                  <a:cubicBezTo>
                    <a:pt x="223746" y="201095"/>
                    <a:pt x="176460" y="248337"/>
                    <a:pt x="118312" y="248337"/>
                  </a:cubicBezTo>
                  <a:cubicBezTo>
                    <a:pt x="62720" y="248337"/>
                    <a:pt x="16711" y="205564"/>
                    <a:pt x="12878" y="150662"/>
                  </a:cubicBezTo>
                  <a:cubicBezTo>
                    <a:pt x="12878" y="146831"/>
                    <a:pt x="9683" y="144278"/>
                    <a:pt x="5849" y="144916"/>
                  </a:cubicBezTo>
                  <a:cubicBezTo>
                    <a:pt x="2015" y="144916"/>
                    <a:pt x="-541" y="148108"/>
                    <a:pt x="98" y="151939"/>
                  </a:cubicBezTo>
                  <a:cubicBezTo>
                    <a:pt x="4571" y="217055"/>
                    <a:pt x="61441" y="266212"/>
                    <a:pt x="126619" y="261743"/>
                  </a:cubicBezTo>
                  <a:cubicBezTo>
                    <a:pt x="191796" y="257274"/>
                    <a:pt x="240999" y="200457"/>
                    <a:pt x="236525" y="135340"/>
                  </a:cubicBezTo>
                  <a:cubicBezTo>
                    <a:pt x="232053" y="71501"/>
                    <a:pt x="180295" y="23621"/>
                    <a:pt x="118312" y="23621"/>
                  </a:cubicBezTo>
                  <a:lnTo>
                    <a:pt x="118312" y="23621"/>
                  </a:lnTo>
                  <a:close/>
                </a:path>
              </a:pathLst>
            </a:custGeom>
            <a:solidFill>
              <a:srgbClr val="00ABAB"/>
            </a:solidFill>
            <a:ln w="6390" cap="flat">
              <a:noFill/>
              <a:prstDash val="solid"/>
              <a:miter/>
            </a:ln>
          </p:spPr>
          <p:txBody>
            <a:bodyPr rtlCol="0" anchor="ctr"/>
            <a:lstStyle/>
            <a:p>
              <a:endParaRPr lang="en-US"/>
            </a:p>
          </p:txBody>
        </p:sp>
      </p:grpSp>
      <p:grpSp>
        <p:nvGrpSpPr>
          <p:cNvPr id="1384" name="Graphic 1100">
            <a:extLst>
              <a:ext uri="{FF2B5EF4-FFF2-40B4-BE49-F238E27FC236}">
                <a16:creationId xmlns:a16="http://schemas.microsoft.com/office/drawing/2014/main" id="{5863DE13-FF3D-AF4A-AC2E-889FB2A69FB1}"/>
              </a:ext>
            </a:extLst>
          </p:cNvPr>
          <p:cNvGrpSpPr/>
          <p:nvPr/>
        </p:nvGrpSpPr>
        <p:grpSpPr>
          <a:xfrm>
            <a:off x="8841755" y="3343617"/>
            <a:ext cx="362309" cy="361971"/>
            <a:chOff x="8841755" y="3343617"/>
            <a:chExt cx="362309" cy="361971"/>
          </a:xfrm>
          <a:solidFill>
            <a:srgbClr val="00ABAB"/>
          </a:solidFill>
        </p:grpSpPr>
        <p:sp>
          <p:nvSpPr>
            <p:cNvPr id="1385" name="Graphic 1100">
              <a:extLst>
                <a:ext uri="{FF2B5EF4-FFF2-40B4-BE49-F238E27FC236}">
                  <a16:creationId xmlns:a16="http://schemas.microsoft.com/office/drawing/2014/main" id="{4C39C3D1-3B3E-0649-8A8B-397672FB6C52}"/>
                </a:ext>
              </a:extLst>
            </p:cNvPr>
            <p:cNvSpPr/>
            <p:nvPr/>
          </p:nvSpPr>
          <p:spPr>
            <a:xfrm>
              <a:off x="8841755" y="33436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873"/>
                    <a:pt x="274128"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1386" name="Graphic 1100">
              <a:extLst>
                <a:ext uri="{FF2B5EF4-FFF2-40B4-BE49-F238E27FC236}">
                  <a16:creationId xmlns:a16="http://schemas.microsoft.com/office/drawing/2014/main" id="{1E685188-8DA0-B04B-8FFB-DF742DC26487}"/>
                </a:ext>
              </a:extLst>
            </p:cNvPr>
            <p:cNvSpPr/>
            <p:nvPr/>
          </p:nvSpPr>
          <p:spPr>
            <a:xfrm>
              <a:off x="8924824" y="3426609"/>
              <a:ext cx="196810" cy="196626"/>
            </a:xfrm>
            <a:custGeom>
              <a:avLst/>
              <a:gdLst>
                <a:gd name="connsiteX0" fmla="*/ 190420 w 196810"/>
                <a:gd name="connsiteY0" fmla="*/ 0 h 196626"/>
                <a:gd name="connsiteX1" fmla="*/ 159748 w 196810"/>
                <a:gd name="connsiteY1" fmla="*/ 0 h 196626"/>
                <a:gd name="connsiteX2" fmla="*/ 153358 w 196810"/>
                <a:gd name="connsiteY2" fmla="*/ 6384 h 196626"/>
                <a:gd name="connsiteX3" fmla="*/ 153358 w 196810"/>
                <a:gd name="connsiteY3" fmla="*/ 15322 h 196626"/>
                <a:gd name="connsiteX4" fmla="*/ 43452 w 196810"/>
                <a:gd name="connsiteY4" fmla="*/ 15322 h 196626"/>
                <a:gd name="connsiteX5" fmla="*/ 43452 w 196810"/>
                <a:gd name="connsiteY5" fmla="*/ 6384 h 196626"/>
                <a:gd name="connsiteX6" fmla="*/ 37062 w 196810"/>
                <a:gd name="connsiteY6" fmla="*/ 0 h 196626"/>
                <a:gd name="connsiteX7" fmla="*/ 6390 w 196810"/>
                <a:gd name="connsiteY7" fmla="*/ 0 h 196626"/>
                <a:gd name="connsiteX8" fmla="*/ 0 w 196810"/>
                <a:gd name="connsiteY8" fmla="*/ 6384 h 196626"/>
                <a:gd name="connsiteX9" fmla="*/ 0 w 196810"/>
                <a:gd name="connsiteY9" fmla="*/ 37027 h 196626"/>
                <a:gd name="connsiteX10" fmla="*/ 6390 w 196810"/>
                <a:gd name="connsiteY10" fmla="*/ 43411 h 196626"/>
                <a:gd name="connsiteX11" fmla="*/ 15336 w 196810"/>
                <a:gd name="connsiteY11" fmla="*/ 43411 h 196626"/>
                <a:gd name="connsiteX12" fmla="*/ 15336 w 196810"/>
                <a:gd name="connsiteY12" fmla="*/ 151939 h 196626"/>
                <a:gd name="connsiteX13" fmla="*/ 15336 w 196810"/>
                <a:gd name="connsiteY13" fmla="*/ 153216 h 196626"/>
                <a:gd name="connsiteX14" fmla="*/ 6390 w 196810"/>
                <a:gd name="connsiteY14" fmla="*/ 153216 h 196626"/>
                <a:gd name="connsiteX15" fmla="*/ 0 w 196810"/>
                <a:gd name="connsiteY15" fmla="*/ 159600 h 196626"/>
                <a:gd name="connsiteX16" fmla="*/ 0 w 196810"/>
                <a:gd name="connsiteY16" fmla="*/ 190243 h 196626"/>
                <a:gd name="connsiteX17" fmla="*/ 6390 w 196810"/>
                <a:gd name="connsiteY17" fmla="*/ 196627 h 196626"/>
                <a:gd name="connsiteX18" fmla="*/ 37062 w 196810"/>
                <a:gd name="connsiteY18" fmla="*/ 196627 h 196626"/>
                <a:gd name="connsiteX19" fmla="*/ 43452 w 196810"/>
                <a:gd name="connsiteY19" fmla="*/ 190243 h 196626"/>
                <a:gd name="connsiteX20" fmla="*/ 43452 w 196810"/>
                <a:gd name="connsiteY20" fmla="*/ 181305 h 196626"/>
                <a:gd name="connsiteX21" fmla="*/ 153358 w 196810"/>
                <a:gd name="connsiteY21" fmla="*/ 181305 h 196626"/>
                <a:gd name="connsiteX22" fmla="*/ 153358 w 196810"/>
                <a:gd name="connsiteY22" fmla="*/ 190243 h 196626"/>
                <a:gd name="connsiteX23" fmla="*/ 159748 w 196810"/>
                <a:gd name="connsiteY23" fmla="*/ 196627 h 196626"/>
                <a:gd name="connsiteX24" fmla="*/ 190420 w 196810"/>
                <a:gd name="connsiteY24" fmla="*/ 196627 h 196626"/>
                <a:gd name="connsiteX25" fmla="*/ 196810 w 196810"/>
                <a:gd name="connsiteY25" fmla="*/ 190243 h 196626"/>
                <a:gd name="connsiteX26" fmla="*/ 196810 w 196810"/>
                <a:gd name="connsiteY26" fmla="*/ 159600 h 196626"/>
                <a:gd name="connsiteX27" fmla="*/ 190420 w 196810"/>
                <a:gd name="connsiteY27" fmla="*/ 153216 h 196626"/>
                <a:gd name="connsiteX28" fmla="*/ 181474 w 196810"/>
                <a:gd name="connsiteY28" fmla="*/ 153216 h 196626"/>
                <a:gd name="connsiteX29" fmla="*/ 181474 w 196810"/>
                <a:gd name="connsiteY29" fmla="*/ 43411 h 196626"/>
                <a:gd name="connsiteX30" fmla="*/ 190420 w 196810"/>
                <a:gd name="connsiteY30" fmla="*/ 43411 h 196626"/>
                <a:gd name="connsiteX31" fmla="*/ 196810 w 196810"/>
                <a:gd name="connsiteY31" fmla="*/ 37027 h 196626"/>
                <a:gd name="connsiteX32" fmla="*/ 196810 w 196810"/>
                <a:gd name="connsiteY32" fmla="*/ 6384 h 196626"/>
                <a:gd name="connsiteX33" fmla="*/ 190420 w 196810"/>
                <a:gd name="connsiteY33" fmla="*/ 0 h 196626"/>
                <a:gd name="connsiteX34" fmla="*/ 12141 w 196810"/>
                <a:gd name="connsiteY34" fmla="*/ 12768 h 196626"/>
                <a:gd name="connsiteX35" fmla="*/ 30033 w 196810"/>
                <a:gd name="connsiteY35" fmla="*/ 12768 h 196626"/>
                <a:gd name="connsiteX36" fmla="*/ 30033 w 196810"/>
                <a:gd name="connsiteY36" fmla="*/ 30643 h 196626"/>
                <a:gd name="connsiteX37" fmla="*/ 12141 w 196810"/>
                <a:gd name="connsiteY37" fmla="*/ 30643 h 196626"/>
                <a:gd name="connsiteX38" fmla="*/ 12141 w 196810"/>
                <a:gd name="connsiteY38" fmla="*/ 12768 h 196626"/>
                <a:gd name="connsiteX39" fmla="*/ 30672 w 196810"/>
                <a:gd name="connsiteY39" fmla="*/ 183859 h 196626"/>
                <a:gd name="connsiteX40" fmla="*/ 12780 w 196810"/>
                <a:gd name="connsiteY40" fmla="*/ 183859 h 196626"/>
                <a:gd name="connsiteX41" fmla="*/ 12780 w 196810"/>
                <a:gd name="connsiteY41" fmla="*/ 165984 h 196626"/>
                <a:gd name="connsiteX42" fmla="*/ 30672 w 196810"/>
                <a:gd name="connsiteY42" fmla="*/ 165984 h 196626"/>
                <a:gd name="connsiteX43" fmla="*/ 30672 w 196810"/>
                <a:gd name="connsiteY43" fmla="*/ 183859 h 196626"/>
                <a:gd name="connsiteX44" fmla="*/ 184031 w 196810"/>
                <a:gd name="connsiteY44" fmla="*/ 183859 h 196626"/>
                <a:gd name="connsiteX45" fmla="*/ 166138 w 196810"/>
                <a:gd name="connsiteY45" fmla="*/ 183859 h 196626"/>
                <a:gd name="connsiteX46" fmla="*/ 166138 w 196810"/>
                <a:gd name="connsiteY46" fmla="*/ 165984 h 196626"/>
                <a:gd name="connsiteX47" fmla="*/ 184031 w 196810"/>
                <a:gd name="connsiteY47" fmla="*/ 165984 h 196626"/>
                <a:gd name="connsiteX48" fmla="*/ 184031 w 196810"/>
                <a:gd name="connsiteY48" fmla="*/ 183859 h 196626"/>
                <a:gd name="connsiteX49" fmla="*/ 168695 w 196810"/>
                <a:gd name="connsiteY49" fmla="*/ 153216 h 196626"/>
                <a:gd name="connsiteX50" fmla="*/ 159748 w 196810"/>
                <a:gd name="connsiteY50" fmla="*/ 153216 h 196626"/>
                <a:gd name="connsiteX51" fmla="*/ 153358 w 196810"/>
                <a:gd name="connsiteY51" fmla="*/ 159600 h 196626"/>
                <a:gd name="connsiteX52" fmla="*/ 153358 w 196810"/>
                <a:gd name="connsiteY52" fmla="*/ 168537 h 196626"/>
                <a:gd name="connsiteX53" fmla="*/ 43452 w 196810"/>
                <a:gd name="connsiteY53" fmla="*/ 168537 h 196626"/>
                <a:gd name="connsiteX54" fmla="*/ 43452 w 196810"/>
                <a:gd name="connsiteY54" fmla="*/ 159600 h 196626"/>
                <a:gd name="connsiteX55" fmla="*/ 37062 w 196810"/>
                <a:gd name="connsiteY55" fmla="*/ 153216 h 196626"/>
                <a:gd name="connsiteX56" fmla="*/ 28116 w 196810"/>
                <a:gd name="connsiteY56" fmla="*/ 153216 h 196626"/>
                <a:gd name="connsiteX57" fmla="*/ 28116 w 196810"/>
                <a:gd name="connsiteY57" fmla="*/ 151939 h 196626"/>
                <a:gd name="connsiteX58" fmla="*/ 28116 w 196810"/>
                <a:gd name="connsiteY58" fmla="*/ 43411 h 196626"/>
                <a:gd name="connsiteX59" fmla="*/ 37062 w 196810"/>
                <a:gd name="connsiteY59" fmla="*/ 43411 h 196626"/>
                <a:gd name="connsiteX60" fmla="*/ 43452 w 196810"/>
                <a:gd name="connsiteY60" fmla="*/ 37027 h 196626"/>
                <a:gd name="connsiteX61" fmla="*/ 43452 w 196810"/>
                <a:gd name="connsiteY61" fmla="*/ 28090 h 196626"/>
                <a:gd name="connsiteX62" fmla="*/ 153358 w 196810"/>
                <a:gd name="connsiteY62" fmla="*/ 28090 h 196626"/>
                <a:gd name="connsiteX63" fmla="*/ 153358 w 196810"/>
                <a:gd name="connsiteY63" fmla="*/ 37027 h 196626"/>
                <a:gd name="connsiteX64" fmla="*/ 159748 w 196810"/>
                <a:gd name="connsiteY64" fmla="*/ 43411 h 196626"/>
                <a:gd name="connsiteX65" fmla="*/ 168695 w 196810"/>
                <a:gd name="connsiteY65" fmla="*/ 43411 h 196626"/>
                <a:gd name="connsiteX66" fmla="*/ 168695 w 196810"/>
                <a:gd name="connsiteY66" fmla="*/ 153216 h 196626"/>
                <a:gd name="connsiteX67" fmla="*/ 184031 w 196810"/>
                <a:gd name="connsiteY67" fmla="*/ 30643 h 196626"/>
                <a:gd name="connsiteX68" fmla="*/ 166138 w 196810"/>
                <a:gd name="connsiteY68" fmla="*/ 30643 h 196626"/>
                <a:gd name="connsiteX69" fmla="*/ 166138 w 196810"/>
                <a:gd name="connsiteY69" fmla="*/ 12768 h 196626"/>
                <a:gd name="connsiteX70" fmla="*/ 184031 w 196810"/>
                <a:gd name="connsiteY70" fmla="*/ 12768 h 196626"/>
                <a:gd name="connsiteX71" fmla="*/ 184031 w 196810"/>
                <a:gd name="connsiteY71" fmla="*/ 30643 h 196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96810" h="196626">
                  <a:moveTo>
                    <a:pt x="190420" y="0"/>
                  </a:moveTo>
                  <a:lnTo>
                    <a:pt x="159748" y="0"/>
                  </a:lnTo>
                  <a:cubicBezTo>
                    <a:pt x="155915" y="0"/>
                    <a:pt x="153358" y="2554"/>
                    <a:pt x="153358" y="6384"/>
                  </a:cubicBezTo>
                  <a:lnTo>
                    <a:pt x="153358" y="15322"/>
                  </a:lnTo>
                  <a:lnTo>
                    <a:pt x="43452" y="15322"/>
                  </a:lnTo>
                  <a:lnTo>
                    <a:pt x="43452" y="6384"/>
                  </a:lnTo>
                  <a:cubicBezTo>
                    <a:pt x="43452" y="2554"/>
                    <a:pt x="40896" y="0"/>
                    <a:pt x="37062" y="0"/>
                  </a:cubicBezTo>
                  <a:lnTo>
                    <a:pt x="6390" y="0"/>
                  </a:lnTo>
                  <a:cubicBezTo>
                    <a:pt x="2556" y="0"/>
                    <a:pt x="0" y="2554"/>
                    <a:pt x="0" y="6384"/>
                  </a:cubicBezTo>
                  <a:lnTo>
                    <a:pt x="0" y="37027"/>
                  </a:lnTo>
                  <a:cubicBezTo>
                    <a:pt x="0" y="40858"/>
                    <a:pt x="2556" y="43411"/>
                    <a:pt x="6390" y="43411"/>
                  </a:cubicBezTo>
                  <a:lnTo>
                    <a:pt x="15336" y="43411"/>
                  </a:lnTo>
                  <a:lnTo>
                    <a:pt x="15336" y="151939"/>
                  </a:lnTo>
                  <a:cubicBezTo>
                    <a:pt x="15336" y="152577"/>
                    <a:pt x="15336" y="152577"/>
                    <a:pt x="15336" y="153216"/>
                  </a:cubicBezTo>
                  <a:lnTo>
                    <a:pt x="6390" y="153216"/>
                  </a:lnTo>
                  <a:cubicBezTo>
                    <a:pt x="2556" y="153216"/>
                    <a:pt x="0" y="155769"/>
                    <a:pt x="0" y="159600"/>
                  </a:cubicBezTo>
                  <a:lnTo>
                    <a:pt x="0" y="190243"/>
                  </a:lnTo>
                  <a:cubicBezTo>
                    <a:pt x="0" y="194073"/>
                    <a:pt x="2556" y="196627"/>
                    <a:pt x="6390" y="196627"/>
                  </a:cubicBezTo>
                  <a:lnTo>
                    <a:pt x="37062" y="196627"/>
                  </a:lnTo>
                  <a:cubicBezTo>
                    <a:pt x="40896" y="196627"/>
                    <a:pt x="43452" y="194073"/>
                    <a:pt x="43452" y="190243"/>
                  </a:cubicBezTo>
                  <a:lnTo>
                    <a:pt x="43452" y="181305"/>
                  </a:lnTo>
                  <a:lnTo>
                    <a:pt x="153358" y="181305"/>
                  </a:lnTo>
                  <a:lnTo>
                    <a:pt x="153358" y="190243"/>
                  </a:lnTo>
                  <a:cubicBezTo>
                    <a:pt x="153358" y="194073"/>
                    <a:pt x="155915" y="196627"/>
                    <a:pt x="159748" y="196627"/>
                  </a:cubicBezTo>
                  <a:lnTo>
                    <a:pt x="190420" y="196627"/>
                  </a:lnTo>
                  <a:cubicBezTo>
                    <a:pt x="194254" y="196627"/>
                    <a:pt x="196810" y="194073"/>
                    <a:pt x="196810" y="190243"/>
                  </a:cubicBezTo>
                  <a:lnTo>
                    <a:pt x="196810" y="159600"/>
                  </a:lnTo>
                  <a:cubicBezTo>
                    <a:pt x="196810" y="155769"/>
                    <a:pt x="194254" y="153216"/>
                    <a:pt x="190420" y="153216"/>
                  </a:cubicBezTo>
                  <a:lnTo>
                    <a:pt x="181474" y="153216"/>
                  </a:lnTo>
                  <a:lnTo>
                    <a:pt x="181474" y="43411"/>
                  </a:lnTo>
                  <a:lnTo>
                    <a:pt x="190420" y="43411"/>
                  </a:lnTo>
                  <a:cubicBezTo>
                    <a:pt x="194254" y="43411"/>
                    <a:pt x="196810" y="40858"/>
                    <a:pt x="196810" y="37027"/>
                  </a:cubicBezTo>
                  <a:lnTo>
                    <a:pt x="196810" y="6384"/>
                  </a:lnTo>
                  <a:cubicBezTo>
                    <a:pt x="196172" y="2554"/>
                    <a:pt x="193615" y="0"/>
                    <a:pt x="190420" y="0"/>
                  </a:cubicBezTo>
                  <a:close/>
                  <a:moveTo>
                    <a:pt x="12141" y="12768"/>
                  </a:moveTo>
                  <a:lnTo>
                    <a:pt x="30033" y="12768"/>
                  </a:lnTo>
                  <a:lnTo>
                    <a:pt x="30033" y="30643"/>
                  </a:lnTo>
                  <a:lnTo>
                    <a:pt x="12141" y="30643"/>
                  </a:lnTo>
                  <a:lnTo>
                    <a:pt x="12141" y="12768"/>
                  </a:lnTo>
                  <a:close/>
                  <a:moveTo>
                    <a:pt x="30672" y="183859"/>
                  </a:moveTo>
                  <a:lnTo>
                    <a:pt x="12780" y="183859"/>
                  </a:lnTo>
                  <a:lnTo>
                    <a:pt x="12780" y="165984"/>
                  </a:lnTo>
                  <a:lnTo>
                    <a:pt x="30672" y="165984"/>
                  </a:lnTo>
                  <a:lnTo>
                    <a:pt x="30672" y="183859"/>
                  </a:lnTo>
                  <a:close/>
                  <a:moveTo>
                    <a:pt x="184031" y="183859"/>
                  </a:moveTo>
                  <a:lnTo>
                    <a:pt x="166138" y="183859"/>
                  </a:lnTo>
                  <a:lnTo>
                    <a:pt x="166138" y="165984"/>
                  </a:lnTo>
                  <a:lnTo>
                    <a:pt x="184031" y="165984"/>
                  </a:lnTo>
                  <a:lnTo>
                    <a:pt x="184031" y="183859"/>
                  </a:lnTo>
                  <a:close/>
                  <a:moveTo>
                    <a:pt x="168695" y="153216"/>
                  </a:moveTo>
                  <a:lnTo>
                    <a:pt x="159748" y="153216"/>
                  </a:lnTo>
                  <a:cubicBezTo>
                    <a:pt x="155915" y="153216"/>
                    <a:pt x="153358" y="155769"/>
                    <a:pt x="153358" y="159600"/>
                  </a:cubicBezTo>
                  <a:lnTo>
                    <a:pt x="153358" y="168537"/>
                  </a:lnTo>
                  <a:lnTo>
                    <a:pt x="43452" y="168537"/>
                  </a:lnTo>
                  <a:lnTo>
                    <a:pt x="43452" y="159600"/>
                  </a:lnTo>
                  <a:cubicBezTo>
                    <a:pt x="43452" y="155769"/>
                    <a:pt x="40896" y="153216"/>
                    <a:pt x="37062" y="153216"/>
                  </a:cubicBezTo>
                  <a:lnTo>
                    <a:pt x="28116" y="153216"/>
                  </a:lnTo>
                  <a:cubicBezTo>
                    <a:pt x="28116" y="152577"/>
                    <a:pt x="28116" y="152577"/>
                    <a:pt x="28116" y="151939"/>
                  </a:cubicBezTo>
                  <a:lnTo>
                    <a:pt x="28116" y="43411"/>
                  </a:lnTo>
                  <a:lnTo>
                    <a:pt x="37062" y="43411"/>
                  </a:lnTo>
                  <a:cubicBezTo>
                    <a:pt x="40896" y="43411"/>
                    <a:pt x="43452" y="40858"/>
                    <a:pt x="43452" y="37027"/>
                  </a:cubicBezTo>
                  <a:lnTo>
                    <a:pt x="43452" y="28090"/>
                  </a:lnTo>
                  <a:lnTo>
                    <a:pt x="153358" y="28090"/>
                  </a:lnTo>
                  <a:lnTo>
                    <a:pt x="153358" y="37027"/>
                  </a:lnTo>
                  <a:cubicBezTo>
                    <a:pt x="153358" y="40858"/>
                    <a:pt x="155915" y="43411"/>
                    <a:pt x="159748" y="43411"/>
                  </a:cubicBezTo>
                  <a:lnTo>
                    <a:pt x="168695" y="43411"/>
                  </a:lnTo>
                  <a:lnTo>
                    <a:pt x="168695" y="153216"/>
                  </a:lnTo>
                  <a:close/>
                  <a:moveTo>
                    <a:pt x="184031" y="30643"/>
                  </a:moveTo>
                  <a:lnTo>
                    <a:pt x="166138" y="30643"/>
                  </a:lnTo>
                  <a:lnTo>
                    <a:pt x="166138" y="12768"/>
                  </a:lnTo>
                  <a:lnTo>
                    <a:pt x="184031" y="12768"/>
                  </a:lnTo>
                  <a:lnTo>
                    <a:pt x="184031" y="30643"/>
                  </a:lnTo>
                  <a:close/>
                </a:path>
              </a:pathLst>
            </a:custGeom>
            <a:solidFill>
              <a:srgbClr val="00ABAB"/>
            </a:solidFill>
            <a:ln w="6390" cap="flat">
              <a:noFill/>
              <a:prstDash val="solid"/>
              <a:miter/>
            </a:ln>
          </p:spPr>
          <p:txBody>
            <a:bodyPr rtlCol="0" anchor="ctr"/>
            <a:lstStyle/>
            <a:p>
              <a:endParaRPr lang="en-US"/>
            </a:p>
          </p:txBody>
        </p:sp>
        <p:sp>
          <p:nvSpPr>
            <p:cNvPr id="1387" name="Graphic 1100">
              <a:extLst>
                <a:ext uri="{FF2B5EF4-FFF2-40B4-BE49-F238E27FC236}">
                  <a16:creationId xmlns:a16="http://schemas.microsoft.com/office/drawing/2014/main" id="{F4549065-CD28-B842-87C0-90938CDB23DF}"/>
                </a:ext>
              </a:extLst>
            </p:cNvPr>
            <p:cNvSpPr/>
            <p:nvPr/>
          </p:nvSpPr>
          <p:spPr>
            <a:xfrm>
              <a:off x="8978500" y="3479596"/>
              <a:ext cx="90097" cy="89375"/>
            </a:xfrm>
            <a:custGeom>
              <a:avLst/>
              <a:gdLst>
                <a:gd name="connsiteX0" fmla="*/ 83069 w 90097"/>
                <a:gd name="connsiteY0" fmla="*/ 23621 h 89375"/>
                <a:gd name="connsiteX1" fmla="*/ 60066 w 90097"/>
                <a:gd name="connsiteY1" fmla="*/ 23621 h 89375"/>
                <a:gd name="connsiteX2" fmla="*/ 58788 w 90097"/>
                <a:gd name="connsiteY2" fmla="*/ 23621 h 89375"/>
                <a:gd name="connsiteX3" fmla="*/ 58788 w 90097"/>
                <a:gd name="connsiteY3" fmla="*/ 6384 h 89375"/>
                <a:gd name="connsiteX4" fmla="*/ 52398 w 90097"/>
                <a:gd name="connsiteY4" fmla="*/ 0 h 89375"/>
                <a:gd name="connsiteX5" fmla="*/ 6390 w 90097"/>
                <a:gd name="connsiteY5" fmla="*/ 0 h 89375"/>
                <a:gd name="connsiteX6" fmla="*/ 0 w 90097"/>
                <a:gd name="connsiteY6" fmla="*/ 6384 h 89375"/>
                <a:gd name="connsiteX7" fmla="*/ 0 w 90097"/>
                <a:gd name="connsiteY7" fmla="*/ 52349 h 89375"/>
                <a:gd name="connsiteX8" fmla="*/ 6390 w 90097"/>
                <a:gd name="connsiteY8" fmla="*/ 58733 h 89375"/>
                <a:gd name="connsiteX9" fmla="*/ 23643 w 90097"/>
                <a:gd name="connsiteY9" fmla="*/ 58733 h 89375"/>
                <a:gd name="connsiteX10" fmla="*/ 23643 w 90097"/>
                <a:gd name="connsiteY10" fmla="*/ 60010 h 89375"/>
                <a:gd name="connsiteX11" fmla="*/ 23643 w 90097"/>
                <a:gd name="connsiteY11" fmla="*/ 82992 h 89375"/>
                <a:gd name="connsiteX12" fmla="*/ 30033 w 90097"/>
                <a:gd name="connsiteY12" fmla="*/ 89376 h 89375"/>
                <a:gd name="connsiteX13" fmla="*/ 83708 w 90097"/>
                <a:gd name="connsiteY13" fmla="*/ 89376 h 89375"/>
                <a:gd name="connsiteX14" fmla="*/ 90098 w 90097"/>
                <a:gd name="connsiteY14" fmla="*/ 82992 h 89375"/>
                <a:gd name="connsiteX15" fmla="*/ 90098 w 90097"/>
                <a:gd name="connsiteY15" fmla="*/ 29367 h 89375"/>
                <a:gd name="connsiteX16" fmla="*/ 83069 w 90097"/>
                <a:gd name="connsiteY16" fmla="*/ 23621 h 89375"/>
                <a:gd name="connsiteX17" fmla="*/ 12780 w 90097"/>
                <a:gd name="connsiteY17" fmla="*/ 13407 h 89375"/>
                <a:gd name="connsiteX18" fmla="*/ 46008 w 90097"/>
                <a:gd name="connsiteY18" fmla="*/ 13407 h 89375"/>
                <a:gd name="connsiteX19" fmla="*/ 46008 w 90097"/>
                <a:gd name="connsiteY19" fmla="*/ 46603 h 89375"/>
                <a:gd name="connsiteX20" fmla="*/ 12780 w 90097"/>
                <a:gd name="connsiteY20" fmla="*/ 46603 h 89375"/>
                <a:gd name="connsiteX21" fmla="*/ 12780 w 90097"/>
                <a:gd name="connsiteY21" fmla="*/ 13407 h 89375"/>
                <a:gd name="connsiteX22" fmla="*/ 76679 w 90097"/>
                <a:gd name="connsiteY22" fmla="*/ 77246 h 89375"/>
                <a:gd name="connsiteX23" fmla="*/ 35783 w 90097"/>
                <a:gd name="connsiteY23" fmla="*/ 77246 h 89375"/>
                <a:gd name="connsiteX24" fmla="*/ 35783 w 90097"/>
                <a:gd name="connsiteY24" fmla="*/ 60648 h 89375"/>
                <a:gd name="connsiteX25" fmla="*/ 35783 w 90097"/>
                <a:gd name="connsiteY25" fmla="*/ 59371 h 89375"/>
                <a:gd name="connsiteX26" fmla="*/ 53037 w 90097"/>
                <a:gd name="connsiteY26" fmla="*/ 59371 h 89375"/>
                <a:gd name="connsiteX27" fmla="*/ 59427 w 90097"/>
                <a:gd name="connsiteY27" fmla="*/ 52987 h 89375"/>
                <a:gd name="connsiteX28" fmla="*/ 59427 w 90097"/>
                <a:gd name="connsiteY28" fmla="*/ 35751 h 89375"/>
                <a:gd name="connsiteX29" fmla="*/ 60704 w 90097"/>
                <a:gd name="connsiteY29" fmla="*/ 35751 h 89375"/>
                <a:gd name="connsiteX30" fmla="*/ 77318 w 90097"/>
                <a:gd name="connsiteY30" fmla="*/ 35751 h 89375"/>
                <a:gd name="connsiteX31" fmla="*/ 76679 w 90097"/>
                <a:gd name="connsiteY31" fmla="*/ 77246 h 89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0097" h="89375">
                  <a:moveTo>
                    <a:pt x="83069" y="23621"/>
                  </a:moveTo>
                  <a:lnTo>
                    <a:pt x="60066" y="23621"/>
                  </a:lnTo>
                  <a:cubicBezTo>
                    <a:pt x="59427" y="23621"/>
                    <a:pt x="59427" y="23621"/>
                    <a:pt x="58788" y="23621"/>
                  </a:cubicBezTo>
                  <a:lnTo>
                    <a:pt x="58788" y="6384"/>
                  </a:lnTo>
                  <a:cubicBezTo>
                    <a:pt x="58788" y="2554"/>
                    <a:pt x="56232" y="0"/>
                    <a:pt x="52398" y="0"/>
                  </a:cubicBezTo>
                  <a:lnTo>
                    <a:pt x="6390" y="0"/>
                  </a:lnTo>
                  <a:cubicBezTo>
                    <a:pt x="2556" y="0"/>
                    <a:pt x="0" y="2554"/>
                    <a:pt x="0" y="6384"/>
                  </a:cubicBezTo>
                  <a:lnTo>
                    <a:pt x="0" y="52349"/>
                  </a:lnTo>
                  <a:cubicBezTo>
                    <a:pt x="0" y="56179"/>
                    <a:pt x="2556" y="58733"/>
                    <a:pt x="6390" y="58733"/>
                  </a:cubicBezTo>
                  <a:lnTo>
                    <a:pt x="23643" y="58733"/>
                  </a:lnTo>
                  <a:cubicBezTo>
                    <a:pt x="23643" y="59371"/>
                    <a:pt x="23643" y="59371"/>
                    <a:pt x="23643" y="60010"/>
                  </a:cubicBezTo>
                  <a:lnTo>
                    <a:pt x="23643" y="82992"/>
                  </a:lnTo>
                  <a:cubicBezTo>
                    <a:pt x="23643" y="86822"/>
                    <a:pt x="26199" y="89376"/>
                    <a:pt x="30033" y="89376"/>
                  </a:cubicBezTo>
                  <a:lnTo>
                    <a:pt x="83708" y="89376"/>
                  </a:lnTo>
                  <a:cubicBezTo>
                    <a:pt x="87543" y="89376"/>
                    <a:pt x="90098" y="86822"/>
                    <a:pt x="90098" y="82992"/>
                  </a:cubicBezTo>
                  <a:lnTo>
                    <a:pt x="90098" y="29367"/>
                  </a:lnTo>
                  <a:cubicBezTo>
                    <a:pt x="89459" y="26175"/>
                    <a:pt x="86264" y="22983"/>
                    <a:pt x="83069" y="23621"/>
                  </a:cubicBezTo>
                  <a:close/>
                  <a:moveTo>
                    <a:pt x="12780" y="13407"/>
                  </a:moveTo>
                  <a:lnTo>
                    <a:pt x="46008" y="13407"/>
                  </a:lnTo>
                  <a:lnTo>
                    <a:pt x="46008" y="46603"/>
                  </a:lnTo>
                  <a:lnTo>
                    <a:pt x="12780" y="46603"/>
                  </a:lnTo>
                  <a:lnTo>
                    <a:pt x="12780" y="13407"/>
                  </a:lnTo>
                  <a:close/>
                  <a:moveTo>
                    <a:pt x="76679" y="77246"/>
                  </a:moveTo>
                  <a:lnTo>
                    <a:pt x="35783" y="77246"/>
                  </a:lnTo>
                  <a:lnTo>
                    <a:pt x="35783" y="60648"/>
                  </a:lnTo>
                  <a:cubicBezTo>
                    <a:pt x="35783" y="60010"/>
                    <a:pt x="35783" y="60010"/>
                    <a:pt x="35783" y="59371"/>
                  </a:cubicBezTo>
                  <a:lnTo>
                    <a:pt x="53037" y="59371"/>
                  </a:lnTo>
                  <a:cubicBezTo>
                    <a:pt x="56871" y="59371"/>
                    <a:pt x="59427" y="56818"/>
                    <a:pt x="59427" y="52987"/>
                  </a:cubicBezTo>
                  <a:lnTo>
                    <a:pt x="59427" y="35751"/>
                  </a:lnTo>
                  <a:cubicBezTo>
                    <a:pt x="60066" y="35751"/>
                    <a:pt x="60066" y="35751"/>
                    <a:pt x="60704" y="35751"/>
                  </a:cubicBezTo>
                  <a:lnTo>
                    <a:pt x="77318" y="35751"/>
                  </a:lnTo>
                  <a:lnTo>
                    <a:pt x="76679" y="77246"/>
                  </a:lnTo>
                  <a:close/>
                </a:path>
              </a:pathLst>
            </a:custGeom>
            <a:solidFill>
              <a:srgbClr val="00ABAB"/>
            </a:solidFill>
            <a:ln w="6390" cap="flat">
              <a:noFill/>
              <a:prstDash val="solid"/>
              <a:miter/>
            </a:ln>
          </p:spPr>
          <p:txBody>
            <a:bodyPr rtlCol="0" anchor="ctr"/>
            <a:lstStyle/>
            <a:p>
              <a:endParaRPr lang="en-US"/>
            </a:p>
          </p:txBody>
        </p:sp>
      </p:grpSp>
      <p:grpSp>
        <p:nvGrpSpPr>
          <p:cNvPr id="1388" name="Graphic 1100">
            <a:extLst>
              <a:ext uri="{FF2B5EF4-FFF2-40B4-BE49-F238E27FC236}">
                <a16:creationId xmlns:a16="http://schemas.microsoft.com/office/drawing/2014/main" id="{95D1E584-882E-D644-B50D-A0F2C231019C}"/>
              </a:ext>
            </a:extLst>
          </p:cNvPr>
          <p:cNvGrpSpPr/>
          <p:nvPr/>
        </p:nvGrpSpPr>
        <p:grpSpPr>
          <a:xfrm>
            <a:off x="8841755" y="2859711"/>
            <a:ext cx="362309" cy="361971"/>
            <a:chOff x="8841755" y="2859711"/>
            <a:chExt cx="362309" cy="361971"/>
          </a:xfrm>
          <a:solidFill>
            <a:srgbClr val="00ABAB"/>
          </a:solidFill>
        </p:grpSpPr>
        <p:sp>
          <p:nvSpPr>
            <p:cNvPr id="1389" name="Graphic 1100">
              <a:extLst>
                <a:ext uri="{FF2B5EF4-FFF2-40B4-BE49-F238E27FC236}">
                  <a16:creationId xmlns:a16="http://schemas.microsoft.com/office/drawing/2014/main" id="{5275411E-1BB8-DD4F-AB60-88A18E03A23E}"/>
                </a:ext>
              </a:extLst>
            </p:cNvPr>
            <p:cNvSpPr/>
            <p:nvPr/>
          </p:nvSpPr>
          <p:spPr>
            <a:xfrm>
              <a:off x="8841755" y="2859711"/>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3" y="0"/>
                    <a:pt x="0" y="81076"/>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6"/>
                    <a:pt x="281157"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234"/>
                    <a:pt x="274128" y="348565"/>
                    <a:pt x="181474" y="349204"/>
                  </a:cubicBezTo>
                  <a:close/>
                </a:path>
              </a:pathLst>
            </a:custGeom>
            <a:solidFill>
              <a:srgbClr val="00ABAB"/>
            </a:solidFill>
            <a:ln w="6390" cap="flat">
              <a:noFill/>
              <a:prstDash val="solid"/>
              <a:miter/>
            </a:ln>
          </p:spPr>
          <p:txBody>
            <a:bodyPr rtlCol="0" anchor="ctr"/>
            <a:lstStyle/>
            <a:p>
              <a:endParaRPr lang="en-US"/>
            </a:p>
          </p:txBody>
        </p:sp>
        <p:sp>
          <p:nvSpPr>
            <p:cNvPr id="1390" name="Graphic 1100">
              <a:extLst>
                <a:ext uri="{FF2B5EF4-FFF2-40B4-BE49-F238E27FC236}">
                  <a16:creationId xmlns:a16="http://schemas.microsoft.com/office/drawing/2014/main" id="{D5DD7AA1-93CB-224E-BB44-32C58DAACE0F}"/>
                </a:ext>
              </a:extLst>
            </p:cNvPr>
            <p:cNvSpPr/>
            <p:nvPr/>
          </p:nvSpPr>
          <p:spPr>
            <a:xfrm>
              <a:off x="8925464" y="2942703"/>
              <a:ext cx="196170" cy="195988"/>
            </a:xfrm>
            <a:custGeom>
              <a:avLst/>
              <a:gdLst>
                <a:gd name="connsiteX0" fmla="*/ 189781 w 196170"/>
                <a:gd name="connsiteY0" fmla="*/ 49795 h 195988"/>
                <a:gd name="connsiteX1" fmla="*/ 156553 w 196170"/>
                <a:gd name="connsiteY1" fmla="*/ 49795 h 195988"/>
                <a:gd name="connsiteX2" fmla="*/ 150164 w 196170"/>
                <a:gd name="connsiteY2" fmla="*/ 56179 h 195988"/>
                <a:gd name="connsiteX3" fmla="*/ 150164 w 196170"/>
                <a:gd name="connsiteY3" fmla="*/ 66393 h 195988"/>
                <a:gd name="connsiteX4" fmla="*/ 129715 w 196170"/>
                <a:gd name="connsiteY4" fmla="*/ 66393 h 195988"/>
                <a:gd name="connsiteX5" fmla="*/ 129715 w 196170"/>
                <a:gd name="connsiteY5" fmla="*/ 45965 h 195988"/>
                <a:gd name="connsiteX6" fmla="*/ 139939 w 196170"/>
                <a:gd name="connsiteY6" fmla="*/ 45965 h 195988"/>
                <a:gd name="connsiteX7" fmla="*/ 146329 w 196170"/>
                <a:gd name="connsiteY7" fmla="*/ 39581 h 195988"/>
                <a:gd name="connsiteX8" fmla="*/ 146329 w 196170"/>
                <a:gd name="connsiteY8" fmla="*/ 6384 h 195988"/>
                <a:gd name="connsiteX9" fmla="*/ 139939 w 196170"/>
                <a:gd name="connsiteY9" fmla="*/ 0 h 195988"/>
                <a:gd name="connsiteX10" fmla="*/ 106712 w 196170"/>
                <a:gd name="connsiteY10" fmla="*/ 0 h 195988"/>
                <a:gd name="connsiteX11" fmla="*/ 100322 w 196170"/>
                <a:gd name="connsiteY11" fmla="*/ 6384 h 195988"/>
                <a:gd name="connsiteX12" fmla="*/ 100322 w 196170"/>
                <a:gd name="connsiteY12" fmla="*/ 16598 h 195988"/>
                <a:gd name="connsiteX13" fmla="*/ 46007 w 196170"/>
                <a:gd name="connsiteY13" fmla="*/ 16598 h 195988"/>
                <a:gd name="connsiteX14" fmla="*/ 46007 w 196170"/>
                <a:gd name="connsiteY14" fmla="*/ 6384 h 195988"/>
                <a:gd name="connsiteX15" fmla="*/ 39617 w 196170"/>
                <a:gd name="connsiteY15" fmla="*/ 0 h 195988"/>
                <a:gd name="connsiteX16" fmla="*/ 6390 w 196170"/>
                <a:gd name="connsiteY16" fmla="*/ 0 h 195988"/>
                <a:gd name="connsiteX17" fmla="*/ 0 w 196170"/>
                <a:gd name="connsiteY17" fmla="*/ 6384 h 195988"/>
                <a:gd name="connsiteX18" fmla="*/ 0 w 196170"/>
                <a:gd name="connsiteY18" fmla="*/ 39581 h 195988"/>
                <a:gd name="connsiteX19" fmla="*/ 6390 w 196170"/>
                <a:gd name="connsiteY19" fmla="*/ 45965 h 195988"/>
                <a:gd name="connsiteX20" fmla="*/ 16614 w 196170"/>
                <a:gd name="connsiteY20" fmla="*/ 45965 h 195988"/>
                <a:gd name="connsiteX21" fmla="*/ 16614 w 196170"/>
                <a:gd name="connsiteY21" fmla="*/ 100228 h 195988"/>
                <a:gd name="connsiteX22" fmla="*/ 6390 w 196170"/>
                <a:gd name="connsiteY22" fmla="*/ 100228 h 195988"/>
                <a:gd name="connsiteX23" fmla="*/ 0 w 196170"/>
                <a:gd name="connsiteY23" fmla="*/ 106612 h 195988"/>
                <a:gd name="connsiteX24" fmla="*/ 0 w 196170"/>
                <a:gd name="connsiteY24" fmla="*/ 139809 h 195988"/>
                <a:gd name="connsiteX25" fmla="*/ 6390 w 196170"/>
                <a:gd name="connsiteY25" fmla="*/ 146193 h 195988"/>
                <a:gd name="connsiteX26" fmla="*/ 39617 w 196170"/>
                <a:gd name="connsiteY26" fmla="*/ 146193 h 195988"/>
                <a:gd name="connsiteX27" fmla="*/ 46007 w 196170"/>
                <a:gd name="connsiteY27" fmla="*/ 139809 h 195988"/>
                <a:gd name="connsiteX28" fmla="*/ 46007 w 196170"/>
                <a:gd name="connsiteY28" fmla="*/ 129595 h 195988"/>
                <a:gd name="connsiteX29" fmla="*/ 66455 w 196170"/>
                <a:gd name="connsiteY29" fmla="*/ 129595 h 195988"/>
                <a:gd name="connsiteX30" fmla="*/ 66455 w 196170"/>
                <a:gd name="connsiteY30" fmla="*/ 148108 h 195988"/>
                <a:gd name="connsiteX31" fmla="*/ 67094 w 196170"/>
                <a:gd name="connsiteY31" fmla="*/ 150024 h 195988"/>
                <a:gd name="connsiteX32" fmla="*/ 56231 w 196170"/>
                <a:gd name="connsiteY32" fmla="*/ 150024 h 195988"/>
                <a:gd name="connsiteX33" fmla="*/ 49841 w 196170"/>
                <a:gd name="connsiteY33" fmla="*/ 156408 h 195988"/>
                <a:gd name="connsiteX34" fmla="*/ 49841 w 196170"/>
                <a:gd name="connsiteY34" fmla="*/ 189604 h 195988"/>
                <a:gd name="connsiteX35" fmla="*/ 56231 w 196170"/>
                <a:gd name="connsiteY35" fmla="*/ 195988 h 195988"/>
                <a:gd name="connsiteX36" fmla="*/ 89459 w 196170"/>
                <a:gd name="connsiteY36" fmla="*/ 195988 h 195988"/>
                <a:gd name="connsiteX37" fmla="*/ 95849 w 196170"/>
                <a:gd name="connsiteY37" fmla="*/ 189604 h 195988"/>
                <a:gd name="connsiteX38" fmla="*/ 95849 w 196170"/>
                <a:gd name="connsiteY38" fmla="*/ 179390 h 195988"/>
                <a:gd name="connsiteX39" fmla="*/ 150164 w 196170"/>
                <a:gd name="connsiteY39" fmla="*/ 179390 h 195988"/>
                <a:gd name="connsiteX40" fmla="*/ 150164 w 196170"/>
                <a:gd name="connsiteY40" fmla="*/ 189604 h 195988"/>
                <a:gd name="connsiteX41" fmla="*/ 156553 w 196170"/>
                <a:gd name="connsiteY41" fmla="*/ 195988 h 195988"/>
                <a:gd name="connsiteX42" fmla="*/ 189781 w 196170"/>
                <a:gd name="connsiteY42" fmla="*/ 195988 h 195988"/>
                <a:gd name="connsiteX43" fmla="*/ 196171 w 196170"/>
                <a:gd name="connsiteY43" fmla="*/ 189604 h 195988"/>
                <a:gd name="connsiteX44" fmla="*/ 196171 w 196170"/>
                <a:gd name="connsiteY44" fmla="*/ 156408 h 195988"/>
                <a:gd name="connsiteX45" fmla="*/ 189781 w 196170"/>
                <a:gd name="connsiteY45" fmla="*/ 150024 h 195988"/>
                <a:gd name="connsiteX46" fmla="*/ 179557 w 196170"/>
                <a:gd name="connsiteY46" fmla="*/ 150024 h 195988"/>
                <a:gd name="connsiteX47" fmla="*/ 179557 w 196170"/>
                <a:gd name="connsiteY47" fmla="*/ 95760 h 195988"/>
                <a:gd name="connsiteX48" fmla="*/ 189781 w 196170"/>
                <a:gd name="connsiteY48" fmla="*/ 95760 h 195988"/>
                <a:gd name="connsiteX49" fmla="*/ 196171 w 196170"/>
                <a:gd name="connsiteY49" fmla="*/ 89376 h 195988"/>
                <a:gd name="connsiteX50" fmla="*/ 196171 w 196170"/>
                <a:gd name="connsiteY50" fmla="*/ 56179 h 195988"/>
                <a:gd name="connsiteX51" fmla="*/ 189781 w 196170"/>
                <a:gd name="connsiteY51" fmla="*/ 49795 h 195988"/>
                <a:gd name="connsiteX52" fmla="*/ 132910 w 196170"/>
                <a:gd name="connsiteY52" fmla="*/ 112358 h 195988"/>
                <a:gd name="connsiteX53" fmla="*/ 132910 w 196170"/>
                <a:gd name="connsiteY53" fmla="*/ 132787 h 195988"/>
                <a:gd name="connsiteX54" fmla="*/ 112463 w 196170"/>
                <a:gd name="connsiteY54" fmla="*/ 132787 h 195988"/>
                <a:gd name="connsiteX55" fmla="*/ 112463 w 196170"/>
                <a:gd name="connsiteY55" fmla="*/ 112358 h 195988"/>
                <a:gd name="connsiteX56" fmla="*/ 132910 w 196170"/>
                <a:gd name="connsiteY56" fmla="*/ 112358 h 195988"/>
                <a:gd name="connsiteX57" fmla="*/ 112463 w 196170"/>
                <a:gd name="connsiteY57" fmla="*/ 12130 h 195988"/>
                <a:gd name="connsiteX58" fmla="*/ 132910 w 196170"/>
                <a:gd name="connsiteY58" fmla="*/ 12130 h 195988"/>
                <a:gd name="connsiteX59" fmla="*/ 132910 w 196170"/>
                <a:gd name="connsiteY59" fmla="*/ 32558 h 195988"/>
                <a:gd name="connsiteX60" fmla="*/ 112463 w 196170"/>
                <a:gd name="connsiteY60" fmla="*/ 32558 h 195988"/>
                <a:gd name="connsiteX61" fmla="*/ 112463 w 196170"/>
                <a:gd name="connsiteY61" fmla="*/ 12130 h 195988"/>
                <a:gd name="connsiteX62" fmla="*/ 11501 w 196170"/>
                <a:gd name="connsiteY62" fmla="*/ 12130 h 195988"/>
                <a:gd name="connsiteX63" fmla="*/ 31950 w 196170"/>
                <a:gd name="connsiteY63" fmla="*/ 12130 h 195988"/>
                <a:gd name="connsiteX64" fmla="*/ 31950 w 196170"/>
                <a:gd name="connsiteY64" fmla="*/ 32558 h 195988"/>
                <a:gd name="connsiteX65" fmla="*/ 11501 w 196170"/>
                <a:gd name="connsiteY65" fmla="*/ 32558 h 195988"/>
                <a:gd name="connsiteX66" fmla="*/ 11501 w 196170"/>
                <a:gd name="connsiteY66" fmla="*/ 12130 h 195988"/>
                <a:gd name="connsiteX67" fmla="*/ 32589 w 196170"/>
                <a:gd name="connsiteY67" fmla="*/ 133425 h 195988"/>
                <a:gd name="connsiteX68" fmla="*/ 12140 w 196170"/>
                <a:gd name="connsiteY68" fmla="*/ 133425 h 195988"/>
                <a:gd name="connsiteX69" fmla="*/ 12140 w 196170"/>
                <a:gd name="connsiteY69" fmla="*/ 112996 h 195988"/>
                <a:gd name="connsiteX70" fmla="*/ 32589 w 196170"/>
                <a:gd name="connsiteY70" fmla="*/ 112996 h 195988"/>
                <a:gd name="connsiteX71" fmla="*/ 32589 w 196170"/>
                <a:gd name="connsiteY71" fmla="*/ 133425 h 195988"/>
                <a:gd name="connsiteX72" fmla="*/ 38978 w 196170"/>
                <a:gd name="connsiteY72" fmla="*/ 99590 h 195988"/>
                <a:gd name="connsiteX73" fmla="*/ 28755 w 196170"/>
                <a:gd name="connsiteY73" fmla="*/ 99590 h 195988"/>
                <a:gd name="connsiteX74" fmla="*/ 28755 w 196170"/>
                <a:gd name="connsiteY74" fmla="*/ 45326 h 195988"/>
                <a:gd name="connsiteX75" fmla="*/ 38978 w 196170"/>
                <a:gd name="connsiteY75" fmla="*/ 45326 h 195988"/>
                <a:gd name="connsiteX76" fmla="*/ 45368 w 196170"/>
                <a:gd name="connsiteY76" fmla="*/ 38942 h 195988"/>
                <a:gd name="connsiteX77" fmla="*/ 45368 w 196170"/>
                <a:gd name="connsiteY77" fmla="*/ 28089 h 195988"/>
                <a:gd name="connsiteX78" fmla="*/ 99683 w 196170"/>
                <a:gd name="connsiteY78" fmla="*/ 28089 h 195988"/>
                <a:gd name="connsiteX79" fmla="*/ 99683 w 196170"/>
                <a:gd name="connsiteY79" fmla="*/ 38304 h 195988"/>
                <a:gd name="connsiteX80" fmla="*/ 106073 w 196170"/>
                <a:gd name="connsiteY80" fmla="*/ 44688 h 195988"/>
                <a:gd name="connsiteX81" fmla="*/ 116297 w 196170"/>
                <a:gd name="connsiteY81" fmla="*/ 44688 h 195988"/>
                <a:gd name="connsiteX82" fmla="*/ 116297 w 196170"/>
                <a:gd name="connsiteY82" fmla="*/ 98952 h 195988"/>
                <a:gd name="connsiteX83" fmla="*/ 106073 w 196170"/>
                <a:gd name="connsiteY83" fmla="*/ 98952 h 195988"/>
                <a:gd name="connsiteX84" fmla="*/ 99683 w 196170"/>
                <a:gd name="connsiteY84" fmla="*/ 105336 h 195988"/>
                <a:gd name="connsiteX85" fmla="*/ 99683 w 196170"/>
                <a:gd name="connsiteY85" fmla="*/ 116188 h 195988"/>
                <a:gd name="connsiteX86" fmla="*/ 97766 w 196170"/>
                <a:gd name="connsiteY86" fmla="*/ 115550 h 195988"/>
                <a:gd name="connsiteX87" fmla="*/ 45368 w 196170"/>
                <a:gd name="connsiteY87" fmla="*/ 115550 h 195988"/>
                <a:gd name="connsiteX88" fmla="*/ 45368 w 196170"/>
                <a:gd name="connsiteY88" fmla="*/ 105336 h 195988"/>
                <a:gd name="connsiteX89" fmla="*/ 38978 w 196170"/>
                <a:gd name="connsiteY89" fmla="*/ 99590 h 195988"/>
                <a:gd name="connsiteX90" fmla="*/ 38978 w 196170"/>
                <a:gd name="connsiteY90" fmla="*/ 99590 h 195988"/>
                <a:gd name="connsiteX91" fmla="*/ 83069 w 196170"/>
                <a:gd name="connsiteY91" fmla="*/ 183859 h 195988"/>
                <a:gd name="connsiteX92" fmla="*/ 62621 w 196170"/>
                <a:gd name="connsiteY92" fmla="*/ 183859 h 195988"/>
                <a:gd name="connsiteX93" fmla="*/ 62621 w 196170"/>
                <a:gd name="connsiteY93" fmla="*/ 163430 h 195988"/>
                <a:gd name="connsiteX94" fmla="*/ 83069 w 196170"/>
                <a:gd name="connsiteY94" fmla="*/ 163430 h 195988"/>
                <a:gd name="connsiteX95" fmla="*/ 83069 w 196170"/>
                <a:gd name="connsiteY95" fmla="*/ 183859 h 195988"/>
                <a:gd name="connsiteX96" fmla="*/ 183391 w 196170"/>
                <a:gd name="connsiteY96" fmla="*/ 183859 h 195988"/>
                <a:gd name="connsiteX97" fmla="*/ 162943 w 196170"/>
                <a:gd name="connsiteY97" fmla="*/ 183859 h 195988"/>
                <a:gd name="connsiteX98" fmla="*/ 162943 w 196170"/>
                <a:gd name="connsiteY98" fmla="*/ 163430 h 195988"/>
                <a:gd name="connsiteX99" fmla="*/ 183391 w 196170"/>
                <a:gd name="connsiteY99" fmla="*/ 163430 h 195988"/>
                <a:gd name="connsiteX100" fmla="*/ 183391 w 196170"/>
                <a:gd name="connsiteY100" fmla="*/ 183859 h 195988"/>
                <a:gd name="connsiteX101" fmla="*/ 166777 w 196170"/>
                <a:gd name="connsiteY101" fmla="*/ 150024 h 195988"/>
                <a:gd name="connsiteX102" fmla="*/ 156553 w 196170"/>
                <a:gd name="connsiteY102" fmla="*/ 150024 h 195988"/>
                <a:gd name="connsiteX103" fmla="*/ 150164 w 196170"/>
                <a:gd name="connsiteY103" fmla="*/ 156408 h 195988"/>
                <a:gd name="connsiteX104" fmla="*/ 150164 w 196170"/>
                <a:gd name="connsiteY104" fmla="*/ 166622 h 195988"/>
                <a:gd name="connsiteX105" fmla="*/ 95849 w 196170"/>
                <a:gd name="connsiteY105" fmla="*/ 166622 h 195988"/>
                <a:gd name="connsiteX106" fmla="*/ 95849 w 196170"/>
                <a:gd name="connsiteY106" fmla="*/ 156408 h 195988"/>
                <a:gd name="connsiteX107" fmla="*/ 89459 w 196170"/>
                <a:gd name="connsiteY107" fmla="*/ 150024 h 195988"/>
                <a:gd name="connsiteX108" fmla="*/ 78596 w 196170"/>
                <a:gd name="connsiteY108" fmla="*/ 150024 h 195988"/>
                <a:gd name="connsiteX109" fmla="*/ 79235 w 196170"/>
                <a:gd name="connsiteY109" fmla="*/ 148108 h 195988"/>
                <a:gd name="connsiteX110" fmla="*/ 79235 w 196170"/>
                <a:gd name="connsiteY110" fmla="*/ 129595 h 195988"/>
                <a:gd name="connsiteX111" fmla="*/ 97766 w 196170"/>
                <a:gd name="connsiteY111" fmla="*/ 129595 h 195988"/>
                <a:gd name="connsiteX112" fmla="*/ 99683 w 196170"/>
                <a:gd name="connsiteY112" fmla="*/ 128956 h 195988"/>
                <a:gd name="connsiteX113" fmla="*/ 99683 w 196170"/>
                <a:gd name="connsiteY113" fmla="*/ 139809 h 195988"/>
                <a:gd name="connsiteX114" fmla="*/ 106073 w 196170"/>
                <a:gd name="connsiteY114" fmla="*/ 146193 h 195988"/>
                <a:gd name="connsiteX115" fmla="*/ 139300 w 196170"/>
                <a:gd name="connsiteY115" fmla="*/ 146193 h 195988"/>
                <a:gd name="connsiteX116" fmla="*/ 145690 w 196170"/>
                <a:gd name="connsiteY116" fmla="*/ 139809 h 195988"/>
                <a:gd name="connsiteX117" fmla="*/ 145690 w 196170"/>
                <a:gd name="connsiteY117" fmla="*/ 106612 h 195988"/>
                <a:gd name="connsiteX118" fmla="*/ 139300 w 196170"/>
                <a:gd name="connsiteY118" fmla="*/ 100228 h 195988"/>
                <a:gd name="connsiteX119" fmla="*/ 129076 w 196170"/>
                <a:gd name="connsiteY119" fmla="*/ 100228 h 195988"/>
                <a:gd name="connsiteX120" fmla="*/ 129076 w 196170"/>
                <a:gd name="connsiteY120" fmla="*/ 79800 h 195988"/>
                <a:gd name="connsiteX121" fmla="*/ 149524 w 196170"/>
                <a:gd name="connsiteY121" fmla="*/ 79800 h 195988"/>
                <a:gd name="connsiteX122" fmla="*/ 149524 w 196170"/>
                <a:gd name="connsiteY122" fmla="*/ 90014 h 195988"/>
                <a:gd name="connsiteX123" fmla="*/ 155914 w 196170"/>
                <a:gd name="connsiteY123" fmla="*/ 96398 h 195988"/>
                <a:gd name="connsiteX124" fmla="*/ 166138 w 196170"/>
                <a:gd name="connsiteY124" fmla="*/ 96398 h 195988"/>
                <a:gd name="connsiteX125" fmla="*/ 166138 w 196170"/>
                <a:gd name="connsiteY125" fmla="*/ 150024 h 195988"/>
                <a:gd name="connsiteX126" fmla="*/ 183391 w 196170"/>
                <a:gd name="connsiteY126" fmla="*/ 82992 h 195988"/>
                <a:gd name="connsiteX127" fmla="*/ 162943 w 196170"/>
                <a:gd name="connsiteY127" fmla="*/ 82992 h 195988"/>
                <a:gd name="connsiteX128" fmla="*/ 162943 w 196170"/>
                <a:gd name="connsiteY128" fmla="*/ 62563 h 195988"/>
                <a:gd name="connsiteX129" fmla="*/ 183391 w 196170"/>
                <a:gd name="connsiteY129" fmla="*/ 62563 h 195988"/>
                <a:gd name="connsiteX130" fmla="*/ 183391 w 196170"/>
                <a:gd name="connsiteY130" fmla="*/ 82992 h 195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96170" h="195988">
                  <a:moveTo>
                    <a:pt x="189781" y="49795"/>
                  </a:moveTo>
                  <a:lnTo>
                    <a:pt x="156553" y="49795"/>
                  </a:lnTo>
                  <a:cubicBezTo>
                    <a:pt x="152719" y="49795"/>
                    <a:pt x="150164" y="52349"/>
                    <a:pt x="150164" y="56179"/>
                  </a:cubicBezTo>
                  <a:lnTo>
                    <a:pt x="150164" y="66393"/>
                  </a:lnTo>
                  <a:lnTo>
                    <a:pt x="129715" y="66393"/>
                  </a:lnTo>
                  <a:lnTo>
                    <a:pt x="129715" y="45965"/>
                  </a:lnTo>
                  <a:lnTo>
                    <a:pt x="139939" y="45965"/>
                  </a:lnTo>
                  <a:cubicBezTo>
                    <a:pt x="143774" y="45965"/>
                    <a:pt x="146329" y="43411"/>
                    <a:pt x="146329" y="39581"/>
                  </a:cubicBezTo>
                  <a:lnTo>
                    <a:pt x="146329" y="6384"/>
                  </a:lnTo>
                  <a:cubicBezTo>
                    <a:pt x="146329" y="2554"/>
                    <a:pt x="143774" y="0"/>
                    <a:pt x="139939" y="0"/>
                  </a:cubicBezTo>
                  <a:lnTo>
                    <a:pt x="106712" y="0"/>
                  </a:lnTo>
                  <a:cubicBezTo>
                    <a:pt x="102878" y="0"/>
                    <a:pt x="100322" y="2554"/>
                    <a:pt x="100322" y="6384"/>
                  </a:cubicBezTo>
                  <a:lnTo>
                    <a:pt x="100322" y="16598"/>
                  </a:lnTo>
                  <a:lnTo>
                    <a:pt x="46007" y="16598"/>
                  </a:lnTo>
                  <a:lnTo>
                    <a:pt x="46007" y="6384"/>
                  </a:lnTo>
                  <a:cubicBezTo>
                    <a:pt x="46007" y="2554"/>
                    <a:pt x="43451" y="0"/>
                    <a:pt x="39617" y="0"/>
                  </a:cubicBezTo>
                  <a:lnTo>
                    <a:pt x="6390" y="0"/>
                  </a:lnTo>
                  <a:cubicBezTo>
                    <a:pt x="2555" y="0"/>
                    <a:pt x="0" y="2554"/>
                    <a:pt x="0" y="6384"/>
                  </a:cubicBezTo>
                  <a:lnTo>
                    <a:pt x="0" y="39581"/>
                  </a:lnTo>
                  <a:cubicBezTo>
                    <a:pt x="0" y="43411"/>
                    <a:pt x="2555" y="45965"/>
                    <a:pt x="6390" y="45965"/>
                  </a:cubicBezTo>
                  <a:lnTo>
                    <a:pt x="16614" y="45965"/>
                  </a:lnTo>
                  <a:lnTo>
                    <a:pt x="16614" y="100228"/>
                  </a:lnTo>
                  <a:lnTo>
                    <a:pt x="6390" y="100228"/>
                  </a:lnTo>
                  <a:cubicBezTo>
                    <a:pt x="2555" y="100228"/>
                    <a:pt x="0" y="102782"/>
                    <a:pt x="0" y="106612"/>
                  </a:cubicBezTo>
                  <a:lnTo>
                    <a:pt x="0" y="139809"/>
                  </a:lnTo>
                  <a:cubicBezTo>
                    <a:pt x="0" y="143640"/>
                    <a:pt x="2555" y="146193"/>
                    <a:pt x="6390" y="146193"/>
                  </a:cubicBezTo>
                  <a:lnTo>
                    <a:pt x="39617" y="146193"/>
                  </a:lnTo>
                  <a:cubicBezTo>
                    <a:pt x="43451" y="146193"/>
                    <a:pt x="46007" y="143640"/>
                    <a:pt x="46007" y="139809"/>
                  </a:cubicBezTo>
                  <a:lnTo>
                    <a:pt x="46007" y="129595"/>
                  </a:lnTo>
                  <a:lnTo>
                    <a:pt x="66455" y="129595"/>
                  </a:lnTo>
                  <a:lnTo>
                    <a:pt x="66455" y="148108"/>
                  </a:lnTo>
                  <a:cubicBezTo>
                    <a:pt x="66455" y="148747"/>
                    <a:pt x="66455" y="149385"/>
                    <a:pt x="67094" y="150024"/>
                  </a:cubicBezTo>
                  <a:lnTo>
                    <a:pt x="56231" y="150024"/>
                  </a:lnTo>
                  <a:cubicBezTo>
                    <a:pt x="52397" y="150024"/>
                    <a:pt x="49841" y="152577"/>
                    <a:pt x="49841" y="156408"/>
                  </a:cubicBezTo>
                  <a:lnTo>
                    <a:pt x="49841" y="189604"/>
                  </a:lnTo>
                  <a:cubicBezTo>
                    <a:pt x="49841" y="193435"/>
                    <a:pt x="52397" y="195988"/>
                    <a:pt x="56231" y="195988"/>
                  </a:cubicBezTo>
                  <a:lnTo>
                    <a:pt x="89459" y="195988"/>
                  </a:lnTo>
                  <a:cubicBezTo>
                    <a:pt x="93293" y="195988"/>
                    <a:pt x="95849" y="193435"/>
                    <a:pt x="95849" y="189604"/>
                  </a:cubicBezTo>
                  <a:lnTo>
                    <a:pt x="95849" y="179390"/>
                  </a:lnTo>
                  <a:lnTo>
                    <a:pt x="150164" y="179390"/>
                  </a:lnTo>
                  <a:lnTo>
                    <a:pt x="150164" y="189604"/>
                  </a:lnTo>
                  <a:cubicBezTo>
                    <a:pt x="150164" y="193435"/>
                    <a:pt x="152719" y="195988"/>
                    <a:pt x="156553" y="195988"/>
                  </a:cubicBezTo>
                  <a:lnTo>
                    <a:pt x="189781" y="195988"/>
                  </a:lnTo>
                  <a:cubicBezTo>
                    <a:pt x="193615" y="195988"/>
                    <a:pt x="196171" y="193435"/>
                    <a:pt x="196171" y="189604"/>
                  </a:cubicBezTo>
                  <a:lnTo>
                    <a:pt x="196171" y="156408"/>
                  </a:lnTo>
                  <a:cubicBezTo>
                    <a:pt x="196171" y="152577"/>
                    <a:pt x="193615" y="150024"/>
                    <a:pt x="189781" y="150024"/>
                  </a:cubicBezTo>
                  <a:lnTo>
                    <a:pt x="179557" y="150024"/>
                  </a:lnTo>
                  <a:lnTo>
                    <a:pt x="179557" y="95760"/>
                  </a:lnTo>
                  <a:lnTo>
                    <a:pt x="189781" y="95760"/>
                  </a:lnTo>
                  <a:cubicBezTo>
                    <a:pt x="193615" y="95760"/>
                    <a:pt x="196171" y="93206"/>
                    <a:pt x="196171" y="89376"/>
                  </a:cubicBezTo>
                  <a:lnTo>
                    <a:pt x="196171" y="56179"/>
                  </a:lnTo>
                  <a:cubicBezTo>
                    <a:pt x="196171" y="52349"/>
                    <a:pt x="192976" y="49795"/>
                    <a:pt x="189781" y="49795"/>
                  </a:cubicBezTo>
                  <a:close/>
                  <a:moveTo>
                    <a:pt x="132910" y="112358"/>
                  </a:moveTo>
                  <a:lnTo>
                    <a:pt x="132910" y="132787"/>
                  </a:lnTo>
                  <a:lnTo>
                    <a:pt x="112463" y="132787"/>
                  </a:lnTo>
                  <a:lnTo>
                    <a:pt x="112463" y="112358"/>
                  </a:lnTo>
                  <a:lnTo>
                    <a:pt x="132910" y="112358"/>
                  </a:lnTo>
                  <a:close/>
                  <a:moveTo>
                    <a:pt x="112463" y="12130"/>
                  </a:moveTo>
                  <a:lnTo>
                    <a:pt x="132910" y="12130"/>
                  </a:lnTo>
                  <a:lnTo>
                    <a:pt x="132910" y="32558"/>
                  </a:lnTo>
                  <a:lnTo>
                    <a:pt x="112463" y="32558"/>
                  </a:lnTo>
                  <a:lnTo>
                    <a:pt x="112463" y="12130"/>
                  </a:lnTo>
                  <a:close/>
                  <a:moveTo>
                    <a:pt x="11501" y="12130"/>
                  </a:moveTo>
                  <a:lnTo>
                    <a:pt x="31950" y="12130"/>
                  </a:lnTo>
                  <a:lnTo>
                    <a:pt x="31950" y="32558"/>
                  </a:lnTo>
                  <a:lnTo>
                    <a:pt x="11501" y="32558"/>
                  </a:lnTo>
                  <a:lnTo>
                    <a:pt x="11501" y="12130"/>
                  </a:lnTo>
                  <a:close/>
                  <a:moveTo>
                    <a:pt x="32589" y="133425"/>
                  </a:moveTo>
                  <a:lnTo>
                    <a:pt x="12140" y="133425"/>
                  </a:lnTo>
                  <a:lnTo>
                    <a:pt x="12140" y="112996"/>
                  </a:lnTo>
                  <a:lnTo>
                    <a:pt x="32589" y="112996"/>
                  </a:lnTo>
                  <a:lnTo>
                    <a:pt x="32589" y="133425"/>
                  </a:lnTo>
                  <a:close/>
                  <a:moveTo>
                    <a:pt x="38978" y="99590"/>
                  </a:moveTo>
                  <a:lnTo>
                    <a:pt x="28755" y="99590"/>
                  </a:lnTo>
                  <a:lnTo>
                    <a:pt x="28755" y="45326"/>
                  </a:lnTo>
                  <a:lnTo>
                    <a:pt x="38978" y="45326"/>
                  </a:lnTo>
                  <a:cubicBezTo>
                    <a:pt x="42812" y="45326"/>
                    <a:pt x="45368" y="42773"/>
                    <a:pt x="45368" y="38942"/>
                  </a:cubicBezTo>
                  <a:lnTo>
                    <a:pt x="45368" y="28089"/>
                  </a:lnTo>
                  <a:lnTo>
                    <a:pt x="99683" y="28089"/>
                  </a:lnTo>
                  <a:lnTo>
                    <a:pt x="99683" y="38304"/>
                  </a:lnTo>
                  <a:cubicBezTo>
                    <a:pt x="99683" y="42134"/>
                    <a:pt x="102239" y="44688"/>
                    <a:pt x="106073" y="44688"/>
                  </a:cubicBezTo>
                  <a:lnTo>
                    <a:pt x="116297" y="44688"/>
                  </a:lnTo>
                  <a:lnTo>
                    <a:pt x="116297" y="98952"/>
                  </a:lnTo>
                  <a:lnTo>
                    <a:pt x="106073" y="98952"/>
                  </a:lnTo>
                  <a:cubicBezTo>
                    <a:pt x="102239" y="98952"/>
                    <a:pt x="99683" y="101505"/>
                    <a:pt x="99683" y="105336"/>
                  </a:cubicBezTo>
                  <a:lnTo>
                    <a:pt x="99683" y="116188"/>
                  </a:lnTo>
                  <a:cubicBezTo>
                    <a:pt x="99044" y="116188"/>
                    <a:pt x="98404" y="115550"/>
                    <a:pt x="97766" y="115550"/>
                  </a:cubicBezTo>
                  <a:lnTo>
                    <a:pt x="45368" y="115550"/>
                  </a:lnTo>
                  <a:lnTo>
                    <a:pt x="45368" y="105336"/>
                  </a:lnTo>
                  <a:cubicBezTo>
                    <a:pt x="45368" y="102782"/>
                    <a:pt x="42173" y="99590"/>
                    <a:pt x="38978" y="99590"/>
                  </a:cubicBezTo>
                  <a:lnTo>
                    <a:pt x="38978" y="99590"/>
                  </a:lnTo>
                  <a:close/>
                  <a:moveTo>
                    <a:pt x="83069" y="183859"/>
                  </a:moveTo>
                  <a:lnTo>
                    <a:pt x="62621" y="183859"/>
                  </a:lnTo>
                  <a:lnTo>
                    <a:pt x="62621" y="163430"/>
                  </a:lnTo>
                  <a:lnTo>
                    <a:pt x="83069" y="163430"/>
                  </a:lnTo>
                  <a:lnTo>
                    <a:pt x="83069" y="183859"/>
                  </a:lnTo>
                  <a:close/>
                  <a:moveTo>
                    <a:pt x="183391" y="183859"/>
                  </a:moveTo>
                  <a:lnTo>
                    <a:pt x="162943" y="183859"/>
                  </a:lnTo>
                  <a:lnTo>
                    <a:pt x="162943" y="163430"/>
                  </a:lnTo>
                  <a:lnTo>
                    <a:pt x="183391" y="163430"/>
                  </a:lnTo>
                  <a:lnTo>
                    <a:pt x="183391" y="183859"/>
                  </a:lnTo>
                  <a:close/>
                  <a:moveTo>
                    <a:pt x="166777" y="150024"/>
                  </a:moveTo>
                  <a:lnTo>
                    <a:pt x="156553" y="150024"/>
                  </a:lnTo>
                  <a:cubicBezTo>
                    <a:pt x="152719" y="150024"/>
                    <a:pt x="150164" y="152577"/>
                    <a:pt x="150164" y="156408"/>
                  </a:cubicBezTo>
                  <a:lnTo>
                    <a:pt x="150164" y="166622"/>
                  </a:lnTo>
                  <a:lnTo>
                    <a:pt x="95849" y="166622"/>
                  </a:lnTo>
                  <a:lnTo>
                    <a:pt x="95849" y="156408"/>
                  </a:lnTo>
                  <a:cubicBezTo>
                    <a:pt x="95849" y="152577"/>
                    <a:pt x="93293" y="150024"/>
                    <a:pt x="89459" y="150024"/>
                  </a:cubicBezTo>
                  <a:lnTo>
                    <a:pt x="78596" y="150024"/>
                  </a:lnTo>
                  <a:cubicBezTo>
                    <a:pt x="78596" y="149385"/>
                    <a:pt x="79235" y="148747"/>
                    <a:pt x="79235" y="148108"/>
                  </a:cubicBezTo>
                  <a:lnTo>
                    <a:pt x="79235" y="129595"/>
                  </a:lnTo>
                  <a:lnTo>
                    <a:pt x="97766" y="129595"/>
                  </a:lnTo>
                  <a:cubicBezTo>
                    <a:pt x="98404" y="129595"/>
                    <a:pt x="99044" y="129595"/>
                    <a:pt x="99683" y="128956"/>
                  </a:cubicBezTo>
                  <a:lnTo>
                    <a:pt x="99683" y="139809"/>
                  </a:lnTo>
                  <a:cubicBezTo>
                    <a:pt x="99683" y="143640"/>
                    <a:pt x="102239" y="146193"/>
                    <a:pt x="106073" y="146193"/>
                  </a:cubicBezTo>
                  <a:lnTo>
                    <a:pt x="139300" y="146193"/>
                  </a:lnTo>
                  <a:cubicBezTo>
                    <a:pt x="143134" y="146193"/>
                    <a:pt x="145690" y="143640"/>
                    <a:pt x="145690" y="139809"/>
                  </a:cubicBezTo>
                  <a:lnTo>
                    <a:pt x="145690" y="106612"/>
                  </a:lnTo>
                  <a:cubicBezTo>
                    <a:pt x="145690" y="102782"/>
                    <a:pt x="143134" y="100228"/>
                    <a:pt x="139300" y="100228"/>
                  </a:cubicBezTo>
                  <a:lnTo>
                    <a:pt x="129076" y="100228"/>
                  </a:lnTo>
                  <a:lnTo>
                    <a:pt x="129076" y="79800"/>
                  </a:lnTo>
                  <a:lnTo>
                    <a:pt x="149524" y="79800"/>
                  </a:lnTo>
                  <a:lnTo>
                    <a:pt x="149524" y="90014"/>
                  </a:lnTo>
                  <a:cubicBezTo>
                    <a:pt x="149524" y="93844"/>
                    <a:pt x="152080" y="96398"/>
                    <a:pt x="155914" y="96398"/>
                  </a:cubicBezTo>
                  <a:lnTo>
                    <a:pt x="166138" y="96398"/>
                  </a:lnTo>
                  <a:lnTo>
                    <a:pt x="166138" y="150024"/>
                  </a:lnTo>
                  <a:close/>
                  <a:moveTo>
                    <a:pt x="183391" y="82992"/>
                  </a:moveTo>
                  <a:lnTo>
                    <a:pt x="162943" y="82992"/>
                  </a:lnTo>
                  <a:lnTo>
                    <a:pt x="162943" y="62563"/>
                  </a:lnTo>
                  <a:lnTo>
                    <a:pt x="183391" y="62563"/>
                  </a:lnTo>
                  <a:lnTo>
                    <a:pt x="183391" y="82992"/>
                  </a:lnTo>
                  <a:close/>
                </a:path>
              </a:pathLst>
            </a:custGeom>
            <a:solidFill>
              <a:srgbClr val="00ABAB"/>
            </a:solidFill>
            <a:ln w="6390" cap="flat">
              <a:noFill/>
              <a:prstDash val="solid"/>
              <a:miter/>
            </a:ln>
          </p:spPr>
          <p:txBody>
            <a:bodyPr rtlCol="0" anchor="ctr"/>
            <a:lstStyle/>
            <a:p>
              <a:endParaRPr lang="en-US"/>
            </a:p>
          </p:txBody>
        </p:sp>
      </p:grpSp>
      <p:grpSp>
        <p:nvGrpSpPr>
          <p:cNvPr id="1393" name="Graphic 1100">
            <a:extLst>
              <a:ext uri="{FF2B5EF4-FFF2-40B4-BE49-F238E27FC236}">
                <a16:creationId xmlns:a16="http://schemas.microsoft.com/office/drawing/2014/main" id="{D71E5427-8C00-0048-9837-19E8A68EAFFE}"/>
              </a:ext>
            </a:extLst>
          </p:cNvPr>
          <p:cNvGrpSpPr/>
          <p:nvPr/>
        </p:nvGrpSpPr>
        <p:grpSpPr>
          <a:xfrm>
            <a:off x="8841755" y="1897007"/>
            <a:ext cx="362309" cy="361971"/>
            <a:chOff x="8841755" y="1897007"/>
            <a:chExt cx="362309" cy="361971"/>
          </a:xfrm>
          <a:solidFill>
            <a:srgbClr val="00ABAB"/>
          </a:solidFill>
        </p:grpSpPr>
        <p:sp>
          <p:nvSpPr>
            <p:cNvPr id="1394" name="Graphic 1100">
              <a:extLst>
                <a:ext uri="{FF2B5EF4-FFF2-40B4-BE49-F238E27FC236}">
                  <a16:creationId xmlns:a16="http://schemas.microsoft.com/office/drawing/2014/main" id="{DAC9E0B7-EA88-8F45-BD7D-169CEED633B0}"/>
                </a:ext>
              </a:extLst>
            </p:cNvPr>
            <p:cNvSpPr/>
            <p:nvPr/>
          </p:nvSpPr>
          <p:spPr>
            <a:xfrm>
              <a:off x="8841755" y="189700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873"/>
                    <a:pt x="274128"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1395" name="Graphic 1100">
              <a:extLst>
                <a:ext uri="{FF2B5EF4-FFF2-40B4-BE49-F238E27FC236}">
                  <a16:creationId xmlns:a16="http://schemas.microsoft.com/office/drawing/2014/main" id="{24181B79-223F-AE4D-8FE8-E0511163D24B}"/>
                </a:ext>
              </a:extLst>
            </p:cNvPr>
            <p:cNvSpPr/>
            <p:nvPr/>
          </p:nvSpPr>
          <p:spPr>
            <a:xfrm>
              <a:off x="8948278" y="1969595"/>
              <a:ext cx="133739" cy="216606"/>
            </a:xfrm>
            <a:custGeom>
              <a:avLst/>
              <a:gdLst>
                <a:gd name="connsiteX0" fmla="*/ 126709 w 133739"/>
                <a:gd name="connsiteY0" fmla="*/ 189 h 216606"/>
                <a:gd name="connsiteX1" fmla="*/ 61532 w 133739"/>
                <a:gd name="connsiteY1" fmla="*/ 189 h 216606"/>
                <a:gd name="connsiteX2" fmla="*/ 189 w 133739"/>
                <a:gd name="connsiteY2" fmla="*/ 53176 h 216606"/>
                <a:gd name="connsiteX3" fmla="*/ 53225 w 133739"/>
                <a:gd name="connsiteY3" fmla="*/ 114462 h 216606"/>
                <a:gd name="connsiteX4" fmla="*/ 61532 w 133739"/>
                <a:gd name="connsiteY4" fmla="*/ 114462 h 216606"/>
                <a:gd name="connsiteX5" fmla="*/ 69840 w 133739"/>
                <a:gd name="connsiteY5" fmla="*/ 114462 h 216606"/>
                <a:gd name="connsiteX6" fmla="*/ 69840 w 133739"/>
                <a:gd name="connsiteY6" fmla="*/ 210222 h 216606"/>
                <a:gd name="connsiteX7" fmla="*/ 76230 w 133739"/>
                <a:gd name="connsiteY7" fmla="*/ 216606 h 216606"/>
                <a:gd name="connsiteX8" fmla="*/ 82620 w 133739"/>
                <a:gd name="connsiteY8" fmla="*/ 210222 h 216606"/>
                <a:gd name="connsiteX9" fmla="*/ 82620 w 133739"/>
                <a:gd name="connsiteY9" fmla="*/ 12957 h 216606"/>
                <a:gd name="connsiteX10" fmla="*/ 99233 w 133739"/>
                <a:gd name="connsiteY10" fmla="*/ 12957 h 216606"/>
                <a:gd name="connsiteX11" fmla="*/ 99233 w 133739"/>
                <a:gd name="connsiteY11" fmla="*/ 210222 h 216606"/>
                <a:gd name="connsiteX12" fmla="*/ 105623 w 133739"/>
                <a:gd name="connsiteY12" fmla="*/ 216606 h 216606"/>
                <a:gd name="connsiteX13" fmla="*/ 112013 w 133739"/>
                <a:gd name="connsiteY13" fmla="*/ 210222 h 216606"/>
                <a:gd name="connsiteX14" fmla="*/ 112013 w 133739"/>
                <a:gd name="connsiteY14" fmla="*/ 12957 h 216606"/>
                <a:gd name="connsiteX15" fmla="*/ 127349 w 133739"/>
                <a:gd name="connsiteY15" fmla="*/ 12957 h 216606"/>
                <a:gd name="connsiteX16" fmla="*/ 133739 w 133739"/>
                <a:gd name="connsiteY16" fmla="*/ 6573 h 216606"/>
                <a:gd name="connsiteX17" fmla="*/ 126709 w 133739"/>
                <a:gd name="connsiteY17" fmla="*/ 189 h 216606"/>
                <a:gd name="connsiteX18" fmla="*/ 126709 w 133739"/>
                <a:gd name="connsiteY18" fmla="*/ 189 h 216606"/>
                <a:gd name="connsiteX19" fmla="*/ 69200 w 133739"/>
                <a:gd name="connsiteY19" fmla="*/ 101694 h 216606"/>
                <a:gd name="connsiteX20" fmla="*/ 60894 w 133739"/>
                <a:gd name="connsiteY20" fmla="*/ 101694 h 216606"/>
                <a:gd name="connsiteX21" fmla="*/ 12330 w 133739"/>
                <a:gd name="connsiteY21" fmla="*/ 60837 h 216606"/>
                <a:gd name="connsiteX22" fmla="*/ 53225 w 133739"/>
                <a:gd name="connsiteY22" fmla="*/ 12319 h 216606"/>
                <a:gd name="connsiteX23" fmla="*/ 60894 w 133739"/>
                <a:gd name="connsiteY23" fmla="*/ 12319 h 216606"/>
                <a:gd name="connsiteX24" fmla="*/ 69200 w 133739"/>
                <a:gd name="connsiteY24" fmla="*/ 12319 h 216606"/>
                <a:gd name="connsiteX25" fmla="*/ 69200 w 133739"/>
                <a:gd name="connsiteY25" fmla="*/ 101694 h 216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3739" h="216606">
                  <a:moveTo>
                    <a:pt x="126709" y="189"/>
                  </a:moveTo>
                  <a:lnTo>
                    <a:pt x="61532" y="189"/>
                  </a:lnTo>
                  <a:cubicBezTo>
                    <a:pt x="29583" y="-2365"/>
                    <a:pt x="2106" y="21256"/>
                    <a:pt x="189" y="53176"/>
                  </a:cubicBezTo>
                  <a:cubicBezTo>
                    <a:pt x="-2367" y="85096"/>
                    <a:pt x="21276" y="112547"/>
                    <a:pt x="53225" y="114462"/>
                  </a:cubicBezTo>
                  <a:cubicBezTo>
                    <a:pt x="55781" y="114462"/>
                    <a:pt x="58976" y="114462"/>
                    <a:pt x="61532" y="114462"/>
                  </a:cubicBezTo>
                  <a:lnTo>
                    <a:pt x="69840" y="114462"/>
                  </a:lnTo>
                  <a:lnTo>
                    <a:pt x="69840" y="210222"/>
                  </a:lnTo>
                  <a:cubicBezTo>
                    <a:pt x="69840" y="214052"/>
                    <a:pt x="72395" y="216606"/>
                    <a:pt x="76230" y="216606"/>
                  </a:cubicBezTo>
                  <a:cubicBezTo>
                    <a:pt x="80063" y="216606"/>
                    <a:pt x="82620" y="214052"/>
                    <a:pt x="82620" y="210222"/>
                  </a:cubicBezTo>
                  <a:lnTo>
                    <a:pt x="82620" y="12957"/>
                  </a:lnTo>
                  <a:lnTo>
                    <a:pt x="99233" y="12957"/>
                  </a:lnTo>
                  <a:lnTo>
                    <a:pt x="99233" y="210222"/>
                  </a:lnTo>
                  <a:cubicBezTo>
                    <a:pt x="99233" y="214052"/>
                    <a:pt x="101789" y="216606"/>
                    <a:pt x="105623" y="216606"/>
                  </a:cubicBezTo>
                  <a:cubicBezTo>
                    <a:pt x="109457" y="216606"/>
                    <a:pt x="112013" y="214052"/>
                    <a:pt x="112013" y="210222"/>
                  </a:cubicBezTo>
                  <a:lnTo>
                    <a:pt x="112013" y="12957"/>
                  </a:lnTo>
                  <a:lnTo>
                    <a:pt x="127349" y="12957"/>
                  </a:lnTo>
                  <a:cubicBezTo>
                    <a:pt x="131183" y="12957"/>
                    <a:pt x="133739" y="10403"/>
                    <a:pt x="133739" y="6573"/>
                  </a:cubicBezTo>
                  <a:cubicBezTo>
                    <a:pt x="133739" y="2743"/>
                    <a:pt x="129904" y="189"/>
                    <a:pt x="126709" y="189"/>
                  </a:cubicBezTo>
                  <a:lnTo>
                    <a:pt x="126709" y="189"/>
                  </a:lnTo>
                  <a:close/>
                  <a:moveTo>
                    <a:pt x="69200" y="101694"/>
                  </a:moveTo>
                  <a:lnTo>
                    <a:pt x="60894" y="101694"/>
                  </a:lnTo>
                  <a:cubicBezTo>
                    <a:pt x="35973" y="103610"/>
                    <a:pt x="14886" y="85734"/>
                    <a:pt x="12330" y="60837"/>
                  </a:cubicBezTo>
                  <a:cubicBezTo>
                    <a:pt x="10413" y="35939"/>
                    <a:pt x="28305" y="14872"/>
                    <a:pt x="53225" y="12319"/>
                  </a:cubicBezTo>
                  <a:cubicBezTo>
                    <a:pt x="55781" y="12319"/>
                    <a:pt x="58337" y="12319"/>
                    <a:pt x="60894" y="12319"/>
                  </a:cubicBezTo>
                  <a:lnTo>
                    <a:pt x="69200" y="12319"/>
                  </a:lnTo>
                  <a:lnTo>
                    <a:pt x="69200" y="101694"/>
                  </a:lnTo>
                  <a:close/>
                </a:path>
              </a:pathLst>
            </a:custGeom>
            <a:solidFill>
              <a:srgbClr val="00ABAB"/>
            </a:solidFill>
            <a:ln w="6390" cap="flat">
              <a:noFill/>
              <a:prstDash val="solid"/>
              <a:miter/>
            </a:ln>
          </p:spPr>
          <p:txBody>
            <a:bodyPr rtlCol="0" anchor="ctr"/>
            <a:lstStyle/>
            <a:p>
              <a:endParaRPr lang="en-US"/>
            </a:p>
          </p:txBody>
        </p:sp>
      </p:grpSp>
      <p:grpSp>
        <p:nvGrpSpPr>
          <p:cNvPr id="1396" name="Graphic 1100">
            <a:extLst>
              <a:ext uri="{FF2B5EF4-FFF2-40B4-BE49-F238E27FC236}">
                <a16:creationId xmlns:a16="http://schemas.microsoft.com/office/drawing/2014/main" id="{A5701B40-67AA-474D-8FD7-1FA2C54EEB5C}"/>
              </a:ext>
            </a:extLst>
          </p:cNvPr>
          <p:cNvGrpSpPr/>
          <p:nvPr/>
        </p:nvGrpSpPr>
        <p:grpSpPr>
          <a:xfrm>
            <a:off x="5708769" y="1406717"/>
            <a:ext cx="362312" cy="361971"/>
            <a:chOff x="5708769" y="1406717"/>
            <a:chExt cx="362312" cy="361971"/>
          </a:xfrm>
          <a:solidFill>
            <a:srgbClr val="00ABAB"/>
          </a:solidFill>
        </p:grpSpPr>
        <p:sp>
          <p:nvSpPr>
            <p:cNvPr id="1397" name="Graphic 1100">
              <a:extLst>
                <a:ext uri="{FF2B5EF4-FFF2-40B4-BE49-F238E27FC236}">
                  <a16:creationId xmlns:a16="http://schemas.microsoft.com/office/drawing/2014/main" id="{089E22EF-1500-3543-B853-AB5940DB1520}"/>
                </a:ext>
              </a:extLst>
            </p:cNvPr>
            <p:cNvSpPr/>
            <p:nvPr/>
          </p:nvSpPr>
          <p:spPr>
            <a:xfrm>
              <a:off x="5708769" y="1406717"/>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8565 h 361971"/>
                <a:gd name="connsiteX8" fmla="*/ 12780 w 362312"/>
                <a:gd name="connsiteY8" fmla="*/ 180667 h 361971"/>
                <a:gd name="connsiteX9" fmla="*/ 180835 w 362312"/>
                <a:gd name="connsiteY9" fmla="*/ 12130 h 361971"/>
                <a:gd name="connsiteX10" fmla="*/ 349529 w 362312"/>
                <a:gd name="connsiteY10" fmla="*/ 180028 h 361971"/>
                <a:gd name="connsiteX11" fmla="*/ 349529 w 362312"/>
                <a:gd name="connsiteY11" fmla="*/ 180028 h 361971"/>
                <a:gd name="connsiteX12" fmla="*/ 181474 w 362312"/>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0438"/>
                    <a:pt x="281796" y="0"/>
                    <a:pt x="181474" y="0"/>
                  </a:cubicBezTo>
                  <a:lnTo>
                    <a:pt x="181474" y="0"/>
                  </a:lnTo>
                  <a:close/>
                  <a:moveTo>
                    <a:pt x="181474" y="348565"/>
                  </a:moveTo>
                  <a:cubicBezTo>
                    <a:pt x="88181" y="348565"/>
                    <a:pt x="12780" y="273234"/>
                    <a:pt x="12780" y="180667"/>
                  </a:cubicBezTo>
                  <a:cubicBezTo>
                    <a:pt x="12780" y="88099"/>
                    <a:pt x="88181" y="12130"/>
                    <a:pt x="180835" y="12130"/>
                  </a:cubicBezTo>
                  <a:cubicBezTo>
                    <a:pt x="274128" y="12130"/>
                    <a:pt x="349529" y="87461"/>
                    <a:pt x="349529" y="180028"/>
                  </a:cubicBezTo>
                  <a:cubicBezTo>
                    <a:pt x="349529" y="180028"/>
                    <a:pt x="349529" y="180028"/>
                    <a:pt x="349529" y="180028"/>
                  </a:cubicBezTo>
                  <a:cubicBezTo>
                    <a:pt x="350168" y="273234"/>
                    <a:pt x="274767" y="348565"/>
                    <a:pt x="181474" y="348565"/>
                  </a:cubicBezTo>
                  <a:close/>
                </a:path>
              </a:pathLst>
            </a:custGeom>
            <a:solidFill>
              <a:srgbClr val="00ABAB"/>
            </a:solidFill>
            <a:ln w="6390" cap="flat">
              <a:noFill/>
              <a:prstDash val="solid"/>
              <a:miter/>
            </a:ln>
          </p:spPr>
          <p:txBody>
            <a:bodyPr rtlCol="0" anchor="ctr"/>
            <a:lstStyle/>
            <a:p>
              <a:endParaRPr lang="en-US"/>
            </a:p>
          </p:txBody>
        </p:sp>
        <p:sp>
          <p:nvSpPr>
            <p:cNvPr id="1398" name="Graphic 1100">
              <a:extLst>
                <a:ext uri="{FF2B5EF4-FFF2-40B4-BE49-F238E27FC236}">
                  <a16:creationId xmlns:a16="http://schemas.microsoft.com/office/drawing/2014/main" id="{88E500CD-6269-424B-96F9-3BD327A810C7}"/>
                </a:ext>
              </a:extLst>
            </p:cNvPr>
            <p:cNvSpPr/>
            <p:nvPr/>
          </p:nvSpPr>
          <p:spPr>
            <a:xfrm>
              <a:off x="5810369" y="1478218"/>
              <a:ext cx="159748" cy="218332"/>
            </a:xfrm>
            <a:custGeom>
              <a:avLst/>
              <a:gdLst>
                <a:gd name="connsiteX0" fmla="*/ 153998 w 159748"/>
                <a:gd name="connsiteY0" fmla="*/ 73416 h 218332"/>
                <a:gd name="connsiteX1" fmla="*/ 145052 w 159748"/>
                <a:gd name="connsiteY1" fmla="*/ 73416 h 218332"/>
                <a:gd name="connsiteX2" fmla="*/ 145052 w 159748"/>
                <a:gd name="connsiteY2" fmla="*/ 21067 h 218332"/>
                <a:gd name="connsiteX3" fmla="*/ 138662 w 159748"/>
                <a:gd name="connsiteY3" fmla="*/ 14683 h 218332"/>
                <a:gd name="connsiteX4" fmla="*/ 115658 w 159748"/>
                <a:gd name="connsiteY4" fmla="*/ 14683 h 218332"/>
                <a:gd name="connsiteX5" fmla="*/ 115658 w 159748"/>
                <a:gd name="connsiteY5" fmla="*/ 6384 h 218332"/>
                <a:gd name="connsiteX6" fmla="*/ 109268 w 159748"/>
                <a:gd name="connsiteY6" fmla="*/ 0 h 218332"/>
                <a:gd name="connsiteX7" fmla="*/ 35784 w 159748"/>
                <a:gd name="connsiteY7" fmla="*/ 0 h 218332"/>
                <a:gd name="connsiteX8" fmla="*/ 29394 w 159748"/>
                <a:gd name="connsiteY8" fmla="*/ 6384 h 218332"/>
                <a:gd name="connsiteX9" fmla="*/ 29394 w 159748"/>
                <a:gd name="connsiteY9" fmla="*/ 14683 h 218332"/>
                <a:gd name="connsiteX10" fmla="*/ 6390 w 159748"/>
                <a:gd name="connsiteY10" fmla="*/ 14683 h 218332"/>
                <a:gd name="connsiteX11" fmla="*/ 0 w 159748"/>
                <a:gd name="connsiteY11" fmla="*/ 21067 h 218332"/>
                <a:gd name="connsiteX12" fmla="*/ 0 w 159748"/>
                <a:gd name="connsiteY12" fmla="*/ 211948 h 218332"/>
                <a:gd name="connsiteX13" fmla="*/ 6390 w 159748"/>
                <a:gd name="connsiteY13" fmla="*/ 218332 h 218332"/>
                <a:gd name="connsiteX14" fmla="*/ 153358 w 159748"/>
                <a:gd name="connsiteY14" fmla="*/ 218332 h 218332"/>
                <a:gd name="connsiteX15" fmla="*/ 159748 w 159748"/>
                <a:gd name="connsiteY15" fmla="*/ 211948 h 218332"/>
                <a:gd name="connsiteX16" fmla="*/ 159748 w 159748"/>
                <a:gd name="connsiteY16" fmla="*/ 79800 h 218332"/>
                <a:gd name="connsiteX17" fmla="*/ 153998 w 159748"/>
                <a:gd name="connsiteY17" fmla="*/ 73416 h 218332"/>
                <a:gd name="connsiteX18" fmla="*/ 42174 w 159748"/>
                <a:gd name="connsiteY18" fmla="*/ 12768 h 218332"/>
                <a:gd name="connsiteX19" fmla="*/ 102878 w 159748"/>
                <a:gd name="connsiteY19" fmla="*/ 12768 h 218332"/>
                <a:gd name="connsiteX20" fmla="*/ 102878 w 159748"/>
                <a:gd name="connsiteY20" fmla="*/ 29366 h 218332"/>
                <a:gd name="connsiteX21" fmla="*/ 42174 w 159748"/>
                <a:gd name="connsiteY21" fmla="*/ 29366 h 218332"/>
                <a:gd name="connsiteX22" fmla="*/ 42174 w 159748"/>
                <a:gd name="connsiteY22" fmla="*/ 12768 h 218332"/>
                <a:gd name="connsiteX23" fmla="*/ 12780 w 159748"/>
                <a:gd name="connsiteY23" fmla="*/ 27451 h 218332"/>
                <a:gd name="connsiteX24" fmla="*/ 29394 w 159748"/>
                <a:gd name="connsiteY24" fmla="*/ 27451 h 218332"/>
                <a:gd name="connsiteX25" fmla="*/ 29394 w 159748"/>
                <a:gd name="connsiteY25" fmla="*/ 35750 h 218332"/>
                <a:gd name="connsiteX26" fmla="*/ 35784 w 159748"/>
                <a:gd name="connsiteY26" fmla="*/ 42134 h 218332"/>
                <a:gd name="connsiteX27" fmla="*/ 109268 w 159748"/>
                <a:gd name="connsiteY27" fmla="*/ 42134 h 218332"/>
                <a:gd name="connsiteX28" fmla="*/ 115658 w 159748"/>
                <a:gd name="connsiteY28" fmla="*/ 35750 h 218332"/>
                <a:gd name="connsiteX29" fmla="*/ 115658 w 159748"/>
                <a:gd name="connsiteY29" fmla="*/ 27451 h 218332"/>
                <a:gd name="connsiteX30" fmla="*/ 132272 w 159748"/>
                <a:gd name="connsiteY30" fmla="*/ 27451 h 218332"/>
                <a:gd name="connsiteX31" fmla="*/ 132272 w 159748"/>
                <a:gd name="connsiteY31" fmla="*/ 73416 h 218332"/>
                <a:gd name="connsiteX32" fmla="*/ 50481 w 159748"/>
                <a:gd name="connsiteY32" fmla="*/ 73416 h 218332"/>
                <a:gd name="connsiteX33" fmla="*/ 44091 w 159748"/>
                <a:gd name="connsiteY33" fmla="*/ 79800 h 218332"/>
                <a:gd name="connsiteX34" fmla="*/ 44091 w 159748"/>
                <a:gd name="connsiteY34" fmla="*/ 205564 h 218332"/>
                <a:gd name="connsiteX35" fmla="*/ 12780 w 159748"/>
                <a:gd name="connsiteY35" fmla="*/ 205564 h 218332"/>
                <a:gd name="connsiteX36" fmla="*/ 12780 w 159748"/>
                <a:gd name="connsiteY36" fmla="*/ 27451 h 218332"/>
                <a:gd name="connsiteX37" fmla="*/ 146969 w 159748"/>
                <a:gd name="connsiteY37" fmla="*/ 205564 h 218332"/>
                <a:gd name="connsiteX38" fmla="*/ 56871 w 159748"/>
                <a:gd name="connsiteY38" fmla="*/ 205564 h 218332"/>
                <a:gd name="connsiteX39" fmla="*/ 56871 w 159748"/>
                <a:gd name="connsiteY39" fmla="*/ 86184 h 218332"/>
                <a:gd name="connsiteX40" fmla="*/ 146969 w 159748"/>
                <a:gd name="connsiteY40" fmla="*/ 86184 h 218332"/>
                <a:gd name="connsiteX41" fmla="*/ 146969 w 159748"/>
                <a:gd name="connsiteY41" fmla="*/ 205564 h 21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9748" h="218332">
                  <a:moveTo>
                    <a:pt x="153998" y="73416"/>
                  </a:moveTo>
                  <a:lnTo>
                    <a:pt x="145052" y="73416"/>
                  </a:lnTo>
                  <a:lnTo>
                    <a:pt x="145052" y="21067"/>
                  </a:lnTo>
                  <a:cubicBezTo>
                    <a:pt x="145052" y="17237"/>
                    <a:pt x="142496" y="14683"/>
                    <a:pt x="138662" y="14683"/>
                  </a:cubicBezTo>
                  <a:lnTo>
                    <a:pt x="115658" y="14683"/>
                  </a:lnTo>
                  <a:lnTo>
                    <a:pt x="115658" y="6384"/>
                  </a:lnTo>
                  <a:cubicBezTo>
                    <a:pt x="115658" y="2554"/>
                    <a:pt x="113102" y="0"/>
                    <a:pt x="109268" y="0"/>
                  </a:cubicBezTo>
                  <a:lnTo>
                    <a:pt x="35784" y="0"/>
                  </a:lnTo>
                  <a:cubicBezTo>
                    <a:pt x="31950" y="0"/>
                    <a:pt x="29394" y="2554"/>
                    <a:pt x="29394" y="6384"/>
                  </a:cubicBezTo>
                  <a:lnTo>
                    <a:pt x="29394" y="14683"/>
                  </a:lnTo>
                  <a:lnTo>
                    <a:pt x="6390" y="14683"/>
                  </a:lnTo>
                  <a:cubicBezTo>
                    <a:pt x="2556" y="14683"/>
                    <a:pt x="0" y="17237"/>
                    <a:pt x="0" y="21067"/>
                  </a:cubicBezTo>
                  <a:lnTo>
                    <a:pt x="0" y="211948"/>
                  </a:lnTo>
                  <a:cubicBezTo>
                    <a:pt x="0" y="215779"/>
                    <a:pt x="2556" y="218332"/>
                    <a:pt x="6390" y="218332"/>
                  </a:cubicBezTo>
                  <a:lnTo>
                    <a:pt x="153358" y="218332"/>
                  </a:lnTo>
                  <a:cubicBezTo>
                    <a:pt x="157193" y="218332"/>
                    <a:pt x="159748" y="215779"/>
                    <a:pt x="159748" y="211948"/>
                  </a:cubicBezTo>
                  <a:lnTo>
                    <a:pt x="159748" y="79800"/>
                  </a:lnTo>
                  <a:cubicBezTo>
                    <a:pt x="159748" y="76608"/>
                    <a:pt x="157193" y="73416"/>
                    <a:pt x="153998" y="73416"/>
                  </a:cubicBezTo>
                  <a:close/>
                  <a:moveTo>
                    <a:pt x="42174" y="12768"/>
                  </a:moveTo>
                  <a:lnTo>
                    <a:pt x="102878" y="12768"/>
                  </a:lnTo>
                  <a:lnTo>
                    <a:pt x="102878" y="29366"/>
                  </a:lnTo>
                  <a:lnTo>
                    <a:pt x="42174" y="29366"/>
                  </a:lnTo>
                  <a:lnTo>
                    <a:pt x="42174" y="12768"/>
                  </a:lnTo>
                  <a:close/>
                  <a:moveTo>
                    <a:pt x="12780" y="27451"/>
                  </a:moveTo>
                  <a:lnTo>
                    <a:pt x="29394" y="27451"/>
                  </a:lnTo>
                  <a:lnTo>
                    <a:pt x="29394" y="35750"/>
                  </a:lnTo>
                  <a:cubicBezTo>
                    <a:pt x="29394" y="39581"/>
                    <a:pt x="31950" y="42134"/>
                    <a:pt x="35784" y="42134"/>
                  </a:cubicBezTo>
                  <a:lnTo>
                    <a:pt x="109268" y="42134"/>
                  </a:lnTo>
                  <a:cubicBezTo>
                    <a:pt x="113102" y="42134"/>
                    <a:pt x="115658" y="39581"/>
                    <a:pt x="115658" y="35750"/>
                  </a:cubicBezTo>
                  <a:lnTo>
                    <a:pt x="115658" y="27451"/>
                  </a:lnTo>
                  <a:lnTo>
                    <a:pt x="132272" y="27451"/>
                  </a:lnTo>
                  <a:lnTo>
                    <a:pt x="132272" y="73416"/>
                  </a:lnTo>
                  <a:lnTo>
                    <a:pt x="50481" y="73416"/>
                  </a:lnTo>
                  <a:cubicBezTo>
                    <a:pt x="46646" y="73416"/>
                    <a:pt x="44091" y="75969"/>
                    <a:pt x="44091" y="79800"/>
                  </a:cubicBezTo>
                  <a:lnTo>
                    <a:pt x="44091" y="205564"/>
                  </a:lnTo>
                  <a:lnTo>
                    <a:pt x="12780" y="205564"/>
                  </a:lnTo>
                  <a:lnTo>
                    <a:pt x="12780" y="27451"/>
                  </a:lnTo>
                  <a:close/>
                  <a:moveTo>
                    <a:pt x="146969" y="205564"/>
                  </a:moveTo>
                  <a:lnTo>
                    <a:pt x="56871" y="205564"/>
                  </a:lnTo>
                  <a:lnTo>
                    <a:pt x="56871" y="86184"/>
                  </a:lnTo>
                  <a:lnTo>
                    <a:pt x="146969" y="86184"/>
                  </a:lnTo>
                  <a:lnTo>
                    <a:pt x="146969" y="205564"/>
                  </a:lnTo>
                  <a:close/>
                </a:path>
              </a:pathLst>
            </a:custGeom>
            <a:solidFill>
              <a:srgbClr val="00ABAB"/>
            </a:solidFill>
            <a:ln w="6390" cap="flat">
              <a:noFill/>
              <a:prstDash val="solid"/>
              <a:miter/>
            </a:ln>
          </p:spPr>
          <p:txBody>
            <a:bodyPr rtlCol="0" anchor="ctr"/>
            <a:lstStyle/>
            <a:p>
              <a:endParaRPr lang="en-US"/>
            </a:p>
          </p:txBody>
        </p:sp>
        <p:sp>
          <p:nvSpPr>
            <p:cNvPr id="1399" name="Graphic 1100">
              <a:extLst>
                <a:ext uri="{FF2B5EF4-FFF2-40B4-BE49-F238E27FC236}">
                  <a16:creationId xmlns:a16="http://schemas.microsoft.com/office/drawing/2014/main" id="{E763A67D-6328-6F4E-AC37-6CCEC81CD5CF}"/>
                </a:ext>
              </a:extLst>
            </p:cNvPr>
            <p:cNvSpPr/>
            <p:nvPr/>
          </p:nvSpPr>
          <p:spPr>
            <a:xfrm>
              <a:off x="5884493" y="1588022"/>
              <a:ext cx="56870" cy="12767"/>
            </a:xfrm>
            <a:custGeom>
              <a:avLst/>
              <a:gdLst>
                <a:gd name="connsiteX0" fmla="*/ 50480 w 56870"/>
                <a:gd name="connsiteY0" fmla="*/ 0 h 12767"/>
                <a:gd name="connsiteX1" fmla="*/ 6390 w 56870"/>
                <a:gd name="connsiteY1" fmla="*/ 0 h 12767"/>
                <a:gd name="connsiteX2" fmla="*/ 0 w 56870"/>
                <a:gd name="connsiteY2" fmla="*/ 6384 h 12767"/>
                <a:gd name="connsiteX3" fmla="*/ 6390 w 56870"/>
                <a:gd name="connsiteY3" fmla="*/ 12768 h 12767"/>
                <a:gd name="connsiteX4" fmla="*/ 50480 w 56870"/>
                <a:gd name="connsiteY4" fmla="*/ 12768 h 12767"/>
                <a:gd name="connsiteX5" fmla="*/ 56870 w 56870"/>
                <a:gd name="connsiteY5" fmla="*/ 6384 h 12767"/>
                <a:gd name="connsiteX6" fmla="*/ 50480 w 56870"/>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870" h="12767">
                  <a:moveTo>
                    <a:pt x="50480" y="0"/>
                  </a:moveTo>
                  <a:lnTo>
                    <a:pt x="6390" y="0"/>
                  </a:lnTo>
                  <a:cubicBezTo>
                    <a:pt x="2556" y="0"/>
                    <a:pt x="0" y="2554"/>
                    <a:pt x="0" y="6384"/>
                  </a:cubicBezTo>
                  <a:cubicBezTo>
                    <a:pt x="0" y="10214"/>
                    <a:pt x="2556" y="12768"/>
                    <a:pt x="6390" y="12768"/>
                  </a:cubicBezTo>
                  <a:lnTo>
                    <a:pt x="50480" y="12768"/>
                  </a:lnTo>
                  <a:cubicBezTo>
                    <a:pt x="54314" y="12768"/>
                    <a:pt x="56870" y="10214"/>
                    <a:pt x="56870" y="6384"/>
                  </a:cubicBezTo>
                  <a:cubicBezTo>
                    <a:pt x="56870" y="2554"/>
                    <a:pt x="53675" y="0"/>
                    <a:pt x="50480" y="0"/>
                  </a:cubicBezTo>
                  <a:close/>
                </a:path>
              </a:pathLst>
            </a:custGeom>
            <a:solidFill>
              <a:srgbClr val="00ABAB"/>
            </a:solidFill>
            <a:ln w="6390" cap="flat">
              <a:noFill/>
              <a:prstDash val="solid"/>
              <a:miter/>
            </a:ln>
          </p:spPr>
          <p:txBody>
            <a:bodyPr rtlCol="0" anchor="ctr"/>
            <a:lstStyle/>
            <a:p>
              <a:endParaRPr lang="en-US"/>
            </a:p>
          </p:txBody>
        </p:sp>
        <p:sp>
          <p:nvSpPr>
            <p:cNvPr id="1400" name="Graphic 1100">
              <a:extLst>
                <a:ext uri="{FF2B5EF4-FFF2-40B4-BE49-F238E27FC236}">
                  <a16:creationId xmlns:a16="http://schemas.microsoft.com/office/drawing/2014/main" id="{7085E7FC-2AC0-9C49-AEDD-04048BAA2389}"/>
                </a:ext>
              </a:extLst>
            </p:cNvPr>
            <p:cNvSpPr/>
            <p:nvPr/>
          </p:nvSpPr>
          <p:spPr>
            <a:xfrm>
              <a:off x="5884493" y="1617388"/>
              <a:ext cx="56870" cy="12767"/>
            </a:xfrm>
            <a:custGeom>
              <a:avLst/>
              <a:gdLst>
                <a:gd name="connsiteX0" fmla="*/ 50480 w 56870"/>
                <a:gd name="connsiteY0" fmla="*/ 0 h 12767"/>
                <a:gd name="connsiteX1" fmla="*/ 6390 w 56870"/>
                <a:gd name="connsiteY1" fmla="*/ 0 h 12767"/>
                <a:gd name="connsiteX2" fmla="*/ 0 w 56870"/>
                <a:gd name="connsiteY2" fmla="*/ 6384 h 12767"/>
                <a:gd name="connsiteX3" fmla="*/ 6390 w 56870"/>
                <a:gd name="connsiteY3" fmla="*/ 12768 h 12767"/>
                <a:gd name="connsiteX4" fmla="*/ 50480 w 56870"/>
                <a:gd name="connsiteY4" fmla="*/ 12768 h 12767"/>
                <a:gd name="connsiteX5" fmla="*/ 56870 w 56870"/>
                <a:gd name="connsiteY5" fmla="*/ 6384 h 12767"/>
                <a:gd name="connsiteX6" fmla="*/ 50480 w 56870"/>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870" h="12767">
                  <a:moveTo>
                    <a:pt x="50480" y="0"/>
                  </a:moveTo>
                  <a:lnTo>
                    <a:pt x="6390" y="0"/>
                  </a:lnTo>
                  <a:cubicBezTo>
                    <a:pt x="2556" y="0"/>
                    <a:pt x="0" y="2554"/>
                    <a:pt x="0" y="6384"/>
                  </a:cubicBezTo>
                  <a:cubicBezTo>
                    <a:pt x="0" y="10214"/>
                    <a:pt x="2556" y="12768"/>
                    <a:pt x="6390" y="12768"/>
                  </a:cubicBezTo>
                  <a:lnTo>
                    <a:pt x="50480" y="12768"/>
                  </a:lnTo>
                  <a:cubicBezTo>
                    <a:pt x="54314" y="12768"/>
                    <a:pt x="56870" y="10214"/>
                    <a:pt x="56870" y="6384"/>
                  </a:cubicBezTo>
                  <a:cubicBezTo>
                    <a:pt x="56870" y="2554"/>
                    <a:pt x="53675" y="0"/>
                    <a:pt x="50480" y="0"/>
                  </a:cubicBezTo>
                  <a:close/>
                </a:path>
              </a:pathLst>
            </a:custGeom>
            <a:solidFill>
              <a:srgbClr val="00ABAB"/>
            </a:solidFill>
            <a:ln w="6390" cap="flat">
              <a:noFill/>
              <a:prstDash val="solid"/>
              <a:miter/>
            </a:ln>
          </p:spPr>
          <p:txBody>
            <a:bodyPr rtlCol="0" anchor="ctr"/>
            <a:lstStyle/>
            <a:p>
              <a:endParaRPr lang="en-US"/>
            </a:p>
          </p:txBody>
        </p:sp>
        <p:sp>
          <p:nvSpPr>
            <p:cNvPr id="1401" name="Graphic 1100">
              <a:extLst>
                <a:ext uri="{FF2B5EF4-FFF2-40B4-BE49-F238E27FC236}">
                  <a16:creationId xmlns:a16="http://schemas.microsoft.com/office/drawing/2014/main" id="{235D268E-7D33-2B41-86CE-2F33CFFEB12E}"/>
                </a:ext>
              </a:extLst>
            </p:cNvPr>
            <p:cNvSpPr/>
            <p:nvPr/>
          </p:nvSpPr>
          <p:spPr>
            <a:xfrm>
              <a:off x="5884493" y="1647393"/>
              <a:ext cx="56870" cy="12767"/>
            </a:xfrm>
            <a:custGeom>
              <a:avLst/>
              <a:gdLst>
                <a:gd name="connsiteX0" fmla="*/ 50480 w 56870"/>
                <a:gd name="connsiteY0" fmla="*/ 0 h 12767"/>
                <a:gd name="connsiteX1" fmla="*/ 6390 w 56870"/>
                <a:gd name="connsiteY1" fmla="*/ 0 h 12767"/>
                <a:gd name="connsiteX2" fmla="*/ 0 w 56870"/>
                <a:gd name="connsiteY2" fmla="*/ 6384 h 12767"/>
                <a:gd name="connsiteX3" fmla="*/ 6390 w 56870"/>
                <a:gd name="connsiteY3" fmla="*/ 12768 h 12767"/>
                <a:gd name="connsiteX4" fmla="*/ 50480 w 56870"/>
                <a:gd name="connsiteY4" fmla="*/ 12768 h 12767"/>
                <a:gd name="connsiteX5" fmla="*/ 56870 w 56870"/>
                <a:gd name="connsiteY5" fmla="*/ 6384 h 12767"/>
                <a:gd name="connsiteX6" fmla="*/ 50480 w 56870"/>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870" h="12767">
                  <a:moveTo>
                    <a:pt x="50480" y="0"/>
                  </a:moveTo>
                  <a:lnTo>
                    <a:pt x="6390" y="0"/>
                  </a:lnTo>
                  <a:cubicBezTo>
                    <a:pt x="2556" y="0"/>
                    <a:pt x="0" y="2554"/>
                    <a:pt x="0" y="6384"/>
                  </a:cubicBezTo>
                  <a:cubicBezTo>
                    <a:pt x="0" y="10214"/>
                    <a:pt x="2556" y="12768"/>
                    <a:pt x="6390" y="12768"/>
                  </a:cubicBezTo>
                  <a:lnTo>
                    <a:pt x="50480" y="12768"/>
                  </a:lnTo>
                  <a:cubicBezTo>
                    <a:pt x="54314" y="12768"/>
                    <a:pt x="56870" y="10214"/>
                    <a:pt x="56870" y="6384"/>
                  </a:cubicBezTo>
                  <a:cubicBezTo>
                    <a:pt x="56870" y="2554"/>
                    <a:pt x="53675" y="0"/>
                    <a:pt x="50480" y="0"/>
                  </a:cubicBezTo>
                  <a:close/>
                </a:path>
              </a:pathLst>
            </a:custGeom>
            <a:solidFill>
              <a:srgbClr val="00ABAB"/>
            </a:solidFill>
            <a:ln w="6390" cap="flat">
              <a:noFill/>
              <a:prstDash val="solid"/>
              <a:miter/>
            </a:ln>
          </p:spPr>
          <p:txBody>
            <a:bodyPr rtlCol="0" anchor="ctr"/>
            <a:lstStyle/>
            <a:p>
              <a:endParaRPr lang="en-US"/>
            </a:p>
          </p:txBody>
        </p:sp>
      </p:grpSp>
      <p:grpSp>
        <p:nvGrpSpPr>
          <p:cNvPr id="1402" name="Graphic 1100">
            <a:extLst>
              <a:ext uri="{FF2B5EF4-FFF2-40B4-BE49-F238E27FC236}">
                <a16:creationId xmlns:a16="http://schemas.microsoft.com/office/drawing/2014/main" id="{AAC69600-E63E-994E-96D3-C72EAD570A2A}"/>
              </a:ext>
            </a:extLst>
          </p:cNvPr>
          <p:cNvGrpSpPr/>
          <p:nvPr/>
        </p:nvGrpSpPr>
        <p:grpSpPr>
          <a:xfrm>
            <a:off x="4661459" y="3343617"/>
            <a:ext cx="362313" cy="361971"/>
            <a:chOff x="4661459" y="3343617"/>
            <a:chExt cx="362313" cy="361971"/>
          </a:xfrm>
          <a:solidFill>
            <a:srgbClr val="00ABAB"/>
          </a:solidFill>
        </p:grpSpPr>
        <p:sp>
          <p:nvSpPr>
            <p:cNvPr id="1403" name="Graphic 1100">
              <a:extLst>
                <a:ext uri="{FF2B5EF4-FFF2-40B4-BE49-F238E27FC236}">
                  <a16:creationId xmlns:a16="http://schemas.microsoft.com/office/drawing/2014/main" id="{09224544-7D96-F848-801A-3940F8B0B8B2}"/>
                </a:ext>
              </a:extLst>
            </p:cNvPr>
            <p:cNvSpPr/>
            <p:nvPr/>
          </p:nvSpPr>
          <p:spPr>
            <a:xfrm>
              <a:off x="4661459" y="334361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5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 name="connsiteX13" fmla="*/ 181474 w 362313"/>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948" y="81077"/>
                    <a:pt x="281796" y="0"/>
                    <a:pt x="181474" y="0"/>
                  </a:cubicBezTo>
                  <a:cubicBezTo>
                    <a:pt x="182113" y="0"/>
                    <a:pt x="181474"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lnTo>
                    <a:pt x="349530" y="180667"/>
                  </a:lnTo>
                  <a:cubicBezTo>
                    <a:pt x="350168" y="273873"/>
                    <a:pt x="274767"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1404" name="Graphic 1100">
              <a:extLst>
                <a:ext uri="{FF2B5EF4-FFF2-40B4-BE49-F238E27FC236}">
                  <a16:creationId xmlns:a16="http://schemas.microsoft.com/office/drawing/2014/main" id="{2600D9E2-89F6-D541-B500-070F314CAC61}"/>
                </a:ext>
              </a:extLst>
            </p:cNvPr>
            <p:cNvSpPr/>
            <p:nvPr/>
          </p:nvSpPr>
          <p:spPr>
            <a:xfrm>
              <a:off x="4734943" y="3445761"/>
              <a:ext cx="215979" cy="157684"/>
            </a:xfrm>
            <a:custGeom>
              <a:avLst/>
              <a:gdLst>
                <a:gd name="connsiteX0" fmla="*/ 209590 w 215979"/>
                <a:gd name="connsiteY0" fmla="*/ 0 h 157684"/>
                <a:gd name="connsiteX1" fmla="*/ 6390 w 215979"/>
                <a:gd name="connsiteY1" fmla="*/ 0 h 157684"/>
                <a:gd name="connsiteX2" fmla="*/ 0 w 215979"/>
                <a:gd name="connsiteY2" fmla="*/ 6384 h 157684"/>
                <a:gd name="connsiteX3" fmla="*/ 0 w 215979"/>
                <a:gd name="connsiteY3" fmla="*/ 151300 h 157684"/>
                <a:gd name="connsiteX4" fmla="*/ 6390 w 215979"/>
                <a:gd name="connsiteY4" fmla="*/ 157684 h 157684"/>
                <a:gd name="connsiteX5" fmla="*/ 209590 w 215979"/>
                <a:gd name="connsiteY5" fmla="*/ 157684 h 157684"/>
                <a:gd name="connsiteX6" fmla="*/ 215980 w 215979"/>
                <a:gd name="connsiteY6" fmla="*/ 151300 h 157684"/>
                <a:gd name="connsiteX7" fmla="*/ 215980 w 215979"/>
                <a:gd name="connsiteY7" fmla="*/ 6384 h 157684"/>
                <a:gd name="connsiteX8" fmla="*/ 209590 w 215979"/>
                <a:gd name="connsiteY8" fmla="*/ 0 h 157684"/>
                <a:gd name="connsiteX9" fmla="*/ 203200 w 215979"/>
                <a:gd name="connsiteY9" fmla="*/ 12768 h 157684"/>
                <a:gd name="connsiteX10" fmla="*/ 203200 w 215979"/>
                <a:gd name="connsiteY10" fmla="*/ 116827 h 157684"/>
                <a:gd name="connsiteX11" fmla="*/ 178918 w 215979"/>
                <a:gd name="connsiteY11" fmla="*/ 82354 h 157684"/>
                <a:gd name="connsiteX12" fmla="*/ 174445 w 215979"/>
                <a:gd name="connsiteY12" fmla="*/ 79800 h 157684"/>
                <a:gd name="connsiteX13" fmla="*/ 169333 w 215979"/>
                <a:gd name="connsiteY13" fmla="*/ 81715 h 157684"/>
                <a:gd name="connsiteX14" fmla="*/ 141217 w 215979"/>
                <a:gd name="connsiteY14" fmla="*/ 109805 h 157684"/>
                <a:gd name="connsiteX15" fmla="*/ 80513 w 215979"/>
                <a:gd name="connsiteY15" fmla="*/ 49157 h 157684"/>
                <a:gd name="connsiteX16" fmla="*/ 71567 w 215979"/>
                <a:gd name="connsiteY16" fmla="*/ 49157 h 157684"/>
                <a:gd name="connsiteX17" fmla="*/ 71567 w 215979"/>
                <a:gd name="connsiteY17" fmla="*/ 49157 h 157684"/>
                <a:gd name="connsiteX18" fmla="*/ 13419 w 215979"/>
                <a:gd name="connsiteY18" fmla="*/ 107251 h 157684"/>
                <a:gd name="connsiteX19" fmla="*/ 13419 w 215979"/>
                <a:gd name="connsiteY19" fmla="*/ 12768 h 157684"/>
                <a:gd name="connsiteX20" fmla="*/ 203200 w 215979"/>
                <a:gd name="connsiteY20" fmla="*/ 12768 h 157684"/>
                <a:gd name="connsiteX21" fmla="*/ 12780 w 215979"/>
                <a:gd name="connsiteY21" fmla="*/ 144916 h 157684"/>
                <a:gd name="connsiteX22" fmla="*/ 12780 w 215979"/>
                <a:gd name="connsiteY22" fmla="*/ 125126 h 157684"/>
                <a:gd name="connsiteX23" fmla="*/ 75401 w 215979"/>
                <a:gd name="connsiteY23" fmla="*/ 62563 h 157684"/>
                <a:gd name="connsiteX24" fmla="*/ 136106 w 215979"/>
                <a:gd name="connsiteY24" fmla="*/ 123211 h 157684"/>
                <a:gd name="connsiteX25" fmla="*/ 145052 w 215979"/>
                <a:gd name="connsiteY25" fmla="*/ 123211 h 157684"/>
                <a:gd name="connsiteX26" fmla="*/ 172528 w 215979"/>
                <a:gd name="connsiteY26" fmla="*/ 95760 h 157684"/>
                <a:gd name="connsiteX27" fmla="*/ 203200 w 215979"/>
                <a:gd name="connsiteY27" fmla="*/ 138533 h 157684"/>
                <a:gd name="connsiteX28" fmla="*/ 203200 w 215979"/>
                <a:gd name="connsiteY28" fmla="*/ 144916 h 157684"/>
                <a:gd name="connsiteX29" fmla="*/ 12780 w 215979"/>
                <a:gd name="connsiteY29" fmla="*/ 144916 h 15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15979" h="157684">
                  <a:moveTo>
                    <a:pt x="209590" y="0"/>
                  </a:moveTo>
                  <a:lnTo>
                    <a:pt x="6390" y="0"/>
                  </a:lnTo>
                  <a:cubicBezTo>
                    <a:pt x="2556" y="0"/>
                    <a:pt x="0" y="2554"/>
                    <a:pt x="0" y="6384"/>
                  </a:cubicBezTo>
                  <a:lnTo>
                    <a:pt x="0" y="151300"/>
                  </a:lnTo>
                  <a:cubicBezTo>
                    <a:pt x="0" y="155131"/>
                    <a:pt x="2556" y="157684"/>
                    <a:pt x="6390" y="157684"/>
                  </a:cubicBezTo>
                  <a:lnTo>
                    <a:pt x="209590" y="157684"/>
                  </a:lnTo>
                  <a:cubicBezTo>
                    <a:pt x="213424" y="157684"/>
                    <a:pt x="215980" y="155131"/>
                    <a:pt x="215980" y="151300"/>
                  </a:cubicBezTo>
                  <a:lnTo>
                    <a:pt x="215980" y="6384"/>
                  </a:lnTo>
                  <a:cubicBezTo>
                    <a:pt x="215980" y="3192"/>
                    <a:pt x="213424" y="0"/>
                    <a:pt x="209590" y="0"/>
                  </a:cubicBezTo>
                  <a:close/>
                  <a:moveTo>
                    <a:pt x="203200" y="12768"/>
                  </a:moveTo>
                  <a:lnTo>
                    <a:pt x="203200" y="116827"/>
                  </a:lnTo>
                  <a:lnTo>
                    <a:pt x="178918" y="82354"/>
                  </a:lnTo>
                  <a:cubicBezTo>
                    <a:pt x="177640" y="81077"/>
                    <a:pt x="176362" y="79800"/>
                    <a:pt x="174445" y="79800"/>
                  </a:cubicBezTo>
                  <a:cubicBezTo>
                    <a:pt x="172528" y="79800"/>
                    <a:pt x="170611" y="80438"/>
                    <a:pt x="169333" y="81715"/>
                  </a:cubicBezTo>
                  <a:lnTo>
                    <a:pt x="141217" y="109805"/>
                  </a:lnTo>
                  <a:lnTo>
                    <a:pt x="80513" y="49157"/>
                  </a:lnTo>
                  <a:cubicBezTo>
                    <a:pt x="77957" y="46603"/>
                    <a:pt x="74123" y="46603"/>
                    <a:pt x="71567" y="49157"/>
                  </a:cubicBezTo>
                  <a:cubicBezTo>
                    <a:pt x="71567" y="49157"/>
                    <a:pt x="71567" y="49157"/>
                    <a:pt x="71567" y="49157"/>
                  </a:cubicBezTo>
                  <a:lnTo>
                    <a:pt x="13419" y="107251"/>
                  </a:lnTo>
                  <a:lnTo>
                    <a:pt x="13419" y="12768"/>
                  </a:lnTo>
                  <a:lnTo>
                    <a:pt x="203200" y="12768"/>
                  </a:lnTo>
                  <a:close/>
                  <a:moveTo>
                    <a:pt x="12780" y="144916"/>
                  </a:moveTo>
                  <a:lnTo>
                    <a:pt x="12780" y="125126"/>
                  </a:lnTo>
                  <a:lnTo>
                    <a:pt x="75401" y="62563"/>
                  </a:lnTo>
                  <a:lnTo>
                    <a:pt x="136106" y="123211"/>
                  </a:lnTo>
                  <a:cubicBezTo>
                    <a:pt x="138662" y="125765"/>
                    <a:pt x="142496" y="125765"/>
                    <a:pt x="145052" y="123211"/>
                  </a:cubicBezTo>
                  <a:lnTo>
                    <a:pt x="172528" y="95760"/>
                  </a:lnTo>
                  <a:lnTo>
                    <a:pt x="203200" y="138533"/>
                  </a:lnTo>
                  <a:lnTo>
                    <a:pt x="203200" y="144916"/>
                  </a:lnTo>
                  <a:lnTo>
                    <a:pt x="12780" y="144916"/>
                  </a:lnTo>
                  <a:close/>
                </a:path>
              </a:pathLst>
            </a:custGeom>
            <a:solidFill>
              <a:srgbClr val="00ABAB"/>
            </a:solidFill>
            <a:ln w="6390" cap="flat">
              <a:noFill/>
              <a:prstDash val="solid"/>
              <a:miter/>
            </a:ln>
          </p:spPr>
          <p:txBody>
            <a:bodyPr rtlCol="0" anchor="ctr"/>
            <a:lstStyle/>
            <a:p>
              <a:endParaRPr lang="en-US"/>
            </a:p>
          </p:txBody>
        </p:sp>
        <p:sp>
          <p:nvSpPr>
            <p:cNvPr id="1405" name="Graphic 1100">
              <a:extLst>
                <a:ext uri="{FF2B5EF4-FFF2-40B4-BE49-F238E27FC236}">
                  <a16:creationId xmlns:a16="http://schemas.microsoft.com/office/drawing/2014/main" id="{BFE87878-3DC7-624C-8E51-9C9F913D4349}"/>
                </a:ext>
              </a:extLst>
            </p:cNvPr>
            <p:cNvSpPr/>
            <p:nvPr/>
          </p:nvSpPr>
          <p:spPr>
            <a:xfrm>
              <a:off x="4867215" y="3483427"/>
              <a:ext cx="24281" cy="24259"/>
            </a:xfrm>
            <a:custGeom>
              <a:avLst/>
              <a:gdLst>
                <a:gd name="connsiteX0" fmla="*/ 12141 w 24281"/>
                <a:gd name="connsiteY0" fmla="*/ 24259 h 24259"/>
                <a:gd name="connsiteX1" fmla="*/ 24282 w 24281"/>
                <a:gd name="connsiteY1" fmla="*/ 12129 h 24259"/>
                <a:gd name="connsiteX2" fmla="*/ 12141 w 24281"/>
                <a:gd name="connsiteY2" fmla="*/ 0 h 24259"/>
                <a:gd name="connsiteX3" fmla="*/ 0 w 24281"/>
                <a:gd name="connsiteY3" fmla="*/ 12129 h 24259"/>
                <a:gd name="connsiteX4" fmla="*/ 0 w 24281"/>
                <a:gd name="connsiteY4" fmla="*/ 12129 h 24259"/>
                <a:gd name="connsiteX5" fmla="*/ 12141 w 24281"/>
                <a:gd name="connsiteY5" fmla="*/ 24259 h 24259"/>
                <a:gd name="connsiteX6" fmla="*/ 12141 w 24281"/>
                <a:gd name="connsiteY6" fmla="*/ 11491 h 24259"/>
                <a:gd name="connsiteX7" fmla="*/ 12780 w 24281"/>
                <a:gd name="connsiteY7" fmla="*/ 12129 h 24259"/>
                <a:gd name="connsiteX8" fmla="*/ 12780 w 24281"/>
                <a:gd name="connsiteY8" fmla="*/ 12129 h 24259"/>
                <a:gd name="connsiteX9" fmla="*/ 11502 w 24281"/>
                <a:gd name="connsiteY9" fmla="*/ 12129 h 24259"/>
                <a:gd name="connsiteX10" fmla="*/ 12141 w 24281"/>
                <a:gd name="connsiteY10" fmla="*/ 11491 h 24259"/>
                <a:gd name="connsiteX11" fmla="*/ 12141 w 24281"/>
                <a:gd name="connsiteY11" fmla="*/ 11491 h 24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281" h="24259">
                  <a:moveTo>
                    <a:pt x="12141" y="24259"/>
                  </a:moveTo>
                  <a:cubicBezTo>
                    <a:pt x="18531" y="24259"/>
                    <a:pt x="24282" y="19152"/>
                    <a:pt x="24282" y="12129"/>
                  </a:cubicBezTo>
                  <a:cubicBezTo>
                    <a:pt x="24282" y="5745"/>
                    <a:pt x="19170" y="0"/>
                    <a:pt x="12141" y="0"/>
                  </a:cubicBezTo>
                  <a:cubicBezTo>
                    <a:pt x="5112" y="0"/>
                    <a:pt x="0" y="5107"/>
                    <a:pt x="0" y="12129"/>
                  </a:cubicBezTo>
                  <a:cubicBezTo>
                    <a:pt x="0" y="12129"/>
                    <a:pt x="0" y="12129"/>
                    <a:pt x="0" y="12129"/>
                  </a:cubicBezTo>
                  <a:cubicBezTo>
                    <a:pt x="0" y="19152"/>
                    <a:pt x="5751" y="24259"/>
                    <a:pt x="12141" y="24259"/>
                  </a:cubicBezTo>
                  <a:close/>
                  <a:moveTo>
                    <a:pt x="12141" y="11491"/>
                  </a:moveTo>
                  <a:cubicBezTo>
                    <a:pt x="12780" y="11491"/>
                    <a:pt x="12780" y="12129"/>
                    <a:pt x="12780" y="12129"/>
                  </a:cubicBezTo>
                  <a:cubicBezTo>
                    <a:pt x="12780" y="12129"/>
                    <a:pt x="12780" y="12129"/>
                    <a:pt x="12780" y="12129"/>
                  </a:cubicBezTo>
                  <a:cubicBezTo>
                    <a:pt x="12780" y="12768"/>
                    <a:pt x="11502" y="12768"/>
                    <a:pt x="11502" y="12129"/>
                  </a:cubicBezTo>
                  <a:cubicBezTo>
                    <a:pt x="11502" y="12129"/>
                    <a:pt x="11502" y="11491"/>
                    <a:pt x="12141" y="11491"/>
                  </a:cubicBezTo>
                  <a:cubicBezTo>
                    <a:pt x="12141" y="11491"/>
                    <a:pt x="12141" y="11491"/>
                    <a:pt x="12141" y="11491"/>
                  </a:cubicBezTo>
                  <a:close/>
                </a:path>
              </a:pathLst>
            </a:custGeom>
            <a:solidFill>
              <a:srgbClr val="00ABAB"/>
            </a:solidFill>
            <a:ln w="6390" cap="flat">
              <a:noFill/>
              <a:prstDash val="solid"/>
              <a:miter/>
            </a:ln>
          </p:spPr>
          <p:txBody>
            <a:bodyPr rtlCol="0" anchor="ctr"/>
            <a:lstStyle/>
            <a:p>
              <a:endParaRPr lang="en-US"/>
            </a:p>
          </p:txBody>
        </p:sp>
      </p:grpSp>
      <p:grpSp>
        <p:nvGrpSpPr>
          <p:cNvPr id="12" name="Group 11">
            <a:extLst>
              <a:ext uri="{FF2B5EF4-FFF2-40B4-BE49-F238E27FC236}">
                <a16:creationId xmlns:a16="http://schemas.microsoft.com/office/drawing/2014/main" id="{394FF80F-F047-C941-9A25-EEC52B4E733D}"/>
              </a:ext>
            </a:extLst>
          </p:cNvPr>
          <p:cNvGrpSpPr/>
          <p:nvPr/>
        </p:nvGrpSpPr>
        <p:grpSpPr>
          <a:xfrm>
            <a:off x="9887788" y="3828162"/>
            <a:ext cx="361674" cy="361971"/>
            <a:chOff x="9887788" y="3828162"/>
            <a:chExt cx="361674" cy="361971"/>
          </a:xfrm>
        </p:grpSpPr>
        <p:sp>
          <p:nvSpPr>
            <p:cNvPr id="1406" name="Graphic 1100">
              <a:extLst>
                <a:ext uri="{FF2B5EF4-FFF2-40B4-BE49-F238E27FC236}">
                  <a16:creationId xmlns:a16="http://schemas.microsoft.com/office/drawing/2014/main" id="{3F86FD81-EDA9-524E-8EF5-B60742F1A4E5}"/>
                </a:ext>
              </a:extLst>
            </p:cNvPr>
            <p:cNvSpPr/>
            <p:nvPr/>
          </p:nvSpPr>
          <p:spPr>
            <a:xfrm>
              <a:off x="9887788" y="3828162"/>
              <a:ext cx="361674" cy="361971"/>
            </a:xfrm>
            <a:custGeom>
              <a:avLst/>
              <a:gdLst>
                <a:gd name="connsiteX0" fmla="*/ 180835 w 361674"/>
                <a:gd name="connsiteY0" fmla="*/ 0 h 361971"/>
                <a:gd name="connsiteX1" fmla="*/ 0 w 361674"/>
                <a:gd name="connsiteY1" fmla="*/ 180667 h 361971"/>
                <a:gd name="connsiteX2" fmla="*/ 180835 w 361674"/>
                <a:gd name="connsiteY2" fmla="*/ 361971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349204 h 361971"/>
                <a:gd name="connsiteX7" fmla="*/ 12780 w 361674"/>
                <a:gd name="connsiteY7" fmla="*/ 181305 h 361971"/>
                <a:gd name="connsiteX8" fmla="*/ 180835 w 361674"/>
                <a:gd name="connsiteY8" fmla="*/ 12768 h 361971"/>
                <a:gd name="connsiteX9" fmla="*/ 348890 w 361674"/>
                <a:gd name="connsiteY9" fmla="*/ 180667 h 361971"/>
                <a:gd name="connsiteX10" fmla="*/ 348890 w 361674"/>
                <a:gd name="connsiteY10" fmla="*/ 180667 h 361971"/>
                <a:gd name="connsiteX11" fmla="*/ 180835 w 361674"/>
                <a:gd name="connsiteY11" fmla="*/ 349204 h 361971"/>
                <a:gd name="connsiteX12" fmla="*/ 180835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6"/>
                    <a:pt x="0" y="180667"/>
                  </a:cubicBezTo>
                  <a:cubicBezTo>
                    <a:pt x="0" y="280895"/>
                    <a:pt x="81152" y="361971"/>
                    <a:pt x="180835" y="361971"/>
                  </a:cubicBezTo>
                  <a:cubicBezTo>
                    <a:pt x="281157" y="361971"/>
                    <a:pt x="361670" y="280895"/>
                    <a:pt x="361670" y="181305"/>
                  </a:cubicBezTo>
                  <a:lnTo>
                    <a:pt x="361670" y="181305"/>
                  </a:lnTo>
                  <a:cubicBezTo>
                    <a:pt x="362309" y="81076"/>
                    <a:pt x="281157" y="0"/>
                    <a:pt x="180835" y="0"/>
                  </a:cubicBezTo>
                  <a:close/>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lnTo>
                    <a:pt x="348890" y="180667"/>
                  </a:lnTo>
                  <a:cubicBezTo>
                    <a:pt x="349529" y="273873"/>
                    <a:pt x="274128" y="349204"/>
                    <a:pt x="180835" y="349204"/>
                  </a:cubicBezTo>
                  <a:lnTo>
                    <a:pt x="180835" y="349204"/>
                  </a:lnTo>
                  <a:close/>
                </a:path>
              </a:pathLst>
            </a:custGeom>
            <a:solidFill>
              <a:srgbClr val="00ABAB"/>
            </a:solidFill>
            <a:ln w="6390" cap="flat">
              <a:noFill/>
              <a:prstDash val="solid"/>
              <a:miter/>
            </a:ln>
          </p:spPr>
          <p:txBody>
            <a:bodyPr rtlCol="0" anchor="ctr"/>
            <a:lstStyle/>
            <a:p>
              <a:endParaRPr lang="en-US"/>
            </a:p>
          </p:txBody>
        </p:sp>
        <p:sp>
          <p:nvSpPr>
            <p:cNvPr id="1407" name="Graphic 1100">
              <a:extLst>
                <a:ext uri="{FF2B5EF4-FFF2-40B4-BE49-F238E27FC236}">
                  <a16:creationId xmlns:a16="http://schemas.microsoft.com/office/drawing/2014/main" id="{4FAE436C-3358-E54C-99E6-15956FF86080}"/>
                </a:ext>
              </a:extLst>
            </p:cNvPr>
            <p:cNvSpPr/>
            <p:nvPr/>
          </p:nvSpPr>
          <p:spPr>
            <a:xfrm>
              <a:off x="9956935" y="3901713"/>
              <a:ext cx="223511" cy="214366"/>
            </a:xfrm>
            <a:custGeom>
              <a:avLst/>
              <a:gdLst>
                <a:gd name="connsiteX0" fmla="*/ 217122 w 223511"/>
                <a:gd name="connsiteY0" fmla="*/ 174147 h 214366"/>
                <a:gd name="connsiteX1" fmla="*/ 190923 w 223511"/>
                <a:gd name="connsiteY1" fmla="*/ 174147 h 214366"/>
                <a:gd name="connsiteX2" fmla="*/ 174309 w 223511"/>
                <a:gd name="connsiteY2" fmla="*/ 23485 h 214366"/>
                <a:gd name="connsiteX3" fmla="*/ 23507 w 223511"/>
                <a:gd name="connsiteY3" fmla="*/ 40084 h 214366"/>
                <a:gd name="connsiteX4" fmla="*/ 40121 w 223511"/>
                <a:gd name="connsiteY4" fmla="*/ 190745 h 214366"/>
                <a:gd name="connsiteX5" fmla="*/ 107215 w 223511"/>
                <a:gd name="connsiteY5" fmla="*/ 214366 h 214366"/>
                <a:gd name="connsiteX6" fmla="*/ 113605 w 223511"/>
                <a:gd name="connsiteY6" fmla="*/ 207982 h 214366"/>
                <a:gd name="connsiteX7" fmla="*/ 107215 w 223511"/>
                <a:gd name="connsiteY7" fmla="*/ 201598 h 214366"/>
                <a:gd name="connsiteX8" fmla="*/ 12005 w 223511"/>
                <a:gd name="connsiteY8" fmla="*/ 107754 h 214366"/>
                <a:gd name="connsiteX9" fmla="*/ 105937 w 223511"/>
                <a:gd name="connsiteY9" fmla="*/ 12633 h 214366"/>
                <a:gd name="connsiteX10" fmla="*/ 201147 w 223511"/>
                <a:gd name="connsiteY10" fmla="*/ 106477 h 214366"/>
                <a:gd name="connsiteX11" fmla="*/ 177504 w 223511"/>
                <a:gd name="connsiteY11" fmla="*/ 169678 h 214366"/>
                <a:gd name="connsiteX12" fmla="*/ 177504 w 223511"/>
                <a:gd name="connsiteY12" fmla="*/ 134566 h 214366"/>
                <a:gd name="connsiteX13" fmla="*/ 171114 w 223511"/>
                <a:gd name="connsiteY13" fmla="*/ 128182 h 214366"/>
                <a:gd name="connsiteX14" fmla="*/ 164725 w 223511"/>
                <a:gd name="connsiteY14" fmla="*/ 134566 h 214366"/>
                <a:gd name="connsiteX15" fmla="*/ 164725 w 223511"/>
                <a:gd name="connsiteY15" fmla="*/ 180531 h 214366"/>
                <a:gd name="connsiteX16" fmla="*/ 171114 w 223511"/>
                <a:gd name="connsiteY16" fmla="*/ 186915 h 214366"/>
                <a:gd name="connsiteX17" fmla="*/ 217122 w 223511"/>
                <a:gd name="connsiteY17" fmla="*/ 186915 h 214366"/>
                <a:gd name="connsiteX18" fmla="*/ 223512 w 223511"/>
                <a:gd name="connsiteY18" fmla="*/ 180531 h 214366"/>
                <a:gd name="connsiteX19" fmla="*/ 217122 w 223511"/>
                <a:gd name="connsiteY19" fmla="*/ 174147 h 214366"/>
                <a:gd name="connsiteX20" fmla="*/ 217122 w 223511"/>
                <a:gd name="connsiteY20" fmla="*/ 174147 h 214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3511" h="214366">
                  <a:moveTo>
                    <a:pt x="217122" y="174147"/>
                  </a:moveTo>
                  <a:lnTo>
                    <a:pt x="190923" y="174147"/>
                  </a:lnTo>
                  <a:cubicBezTo>
                    <a:pt x="227985" y="128182"/>
                    <a:pt x="220317" y="60512"/>
                    <a:pt x="174309" y="23485"/>
                  </a:cubicBezTo>
                  <a:cubicBezTo>
                    <a:pt x="128302" y="-13542"/>
                    <a:pt x="60568" y="-5881"/>
                    <a:pt x="23507" y="40084"/>
                  </a:cubicBezTo>
                  <a:cubicBezTo>
                    <a:pt x="-13555" y="86048"/>
                    <a:pt x="-5886" y="153718"/>
                    <a:pt x="40121" y="190745"/>
                  </a:cubicBezTo>
                  <a:cubicBezTo>
                    <a:pt x="59291" y="206067"/>
                    <a:pt x="82933" y="214366"/>
                    <a:pt x="107215" y="214366"/>
                  </a:cubicBezTo>
                  <a:cubicBezTo>
                    <a:pt x="111049" y="214366"/>
                    <a:pt x="113605" y="211812"/>
                    <a:pt x="113605" y="207982"/>
                  </a:cubicBezTo>
                  <a:cubicBezTo>
                    <a:pt x="113605" y="204152"/>
                    <a:pt x="111049" y="201598"/>
                    <a:pt x="107215" y="201598"/>
                  </a:cubicBezTo>
                  <a:cubicBezTo>
                    <a:pt x="54818" y="202236"/>
                    <a:pt x="12005" y="160102"/>
                    <a:pt x="12005" y="107754"/>
                  </a:cubicBezTo>
                  <a:cubicBezTo>
                    <a:pt x="11366" y="55405"/>
                    <a:pt x="53539" y="12633"/>
                    <a:pt x="105937" y="12633"/>
                  </a:cubicBezTo>
                  <a:cubicBezTo>
                    <a:pt x="158335" y="11994"/>
                    <a:pt x="201147" y="54128"/>
                    <a:pt x="201147" y="106477"/>
                  </a:cubicBezTo>
                  <a:cubicBezTo>
                    <a:pt x="201147" y="130098"/>
                    <a:pt x="192840" y="152441"/>
                    <a:pt x="177504" y="169678"/>
                  </a:cubicBezTo>
                  <a:lnTo>
                    <a:pt x="177504" y="134566"/>
                  </a:lnTo>
                  <a:cubicBezTo>
                    <a:pt x="177504" y="130736"/>
                    <a:pt x="174948" y="128182"/>
                    <a:pt x="171114" y="128182"/>
                  </a:cubicBezTo>
                  <a:cubicBezTo>
                    <a:pt x="167281" y="128182"/>
                    <a:pt x="164725" y="130736"/>
                    <a:pt x="164725" y="134566"/>
                  </a:cubicBezTo>
                  <a:lnTo>
                    <a:pt x="164725" y="180531"/>
                  </a:lnTo>
                  <a:cubicBezTo>
                    <a:pt x="164725" y="184361"/>
                    <a:pt x="167281" y="186915"/>
                    <a:pt x="171114" y="186915"/>
                  </a:cubicBezTo>
                  <a:lnTo>
                    <a:pt x="217122" y="186915"/>
                  </a:lnTo>
                  <a:cubicBezTo>
                    <a:pt x="220956" y="186915"/>
                    <a:pt x="223512" y="184361"/>
                    <a:pt x="223512" y="180531"/>
                  </a:cubicBezTo>
                  <a:cubicBezTo>
                    <a:pt x="223512" y="176701"/>
                    <a:pt x="220317" y="174147"/>
                    <a:pt x="217122" y="174147"/>
                  </a:cubicBezTo>
                  <a:lnTo>
                    <a:pt x="217122" y="174147"/>
                  </a:lnTo>
                  <a:close/>
                </a:path>
              </a:pathLst>
            </a:custGeom>
            <a:solidFill>
              <a:srgbClr val="00ABAB"/>
            </a:solidFill>
            <a:ln w="6390" cap="flat">
              <a:noFill/>
              <a:prstDash val="solid"/>
              <a:miter/>
            </a:ln>
          </p:spPr>
          <p:txBody>
            <a:bodyPr rtlCol="0" anchor="ctr"/>
            <a:lstStyle/>
            <a:p>
              <a:endParaRPr lang="en-US"/>
            </a:p>
          </p:txBody>
        </p:sp>
      </p:grpSp>
      <p:grpSp>
        <p:nvGrpSpPr>
          <p:cNvPr id="1408" name="Graphic 1100">
            <a:extLst>
              <a:ext uri="{FF2B5EF4-FFF2-40B4-BE49-F238E27FC236}">
                <a16:creationId xmlns:a16="http://schemas.microsoft.com/office/drawing/2014/main" id="{15076BE3-1C23-2E43-8113-EE9A0532078F}"/>
              </a:ext>
            </a:extLst>
          </p:cNvPr>
          <p:cNvGrpSpPr/>
          <p:nvPr/>
        </p:nvGrpSpPr>
        <p:grpSpPr>
          <a:xfrm>
            <a:off x="10935099" y="2859711"/>
            <a:ext cx="362309" cy="361971"/>
            <a:chOff x="10935099" y="2859711"/>
            <a:chExt cx="362309" cy="361971"/>
          </a:xfrm>
          <a:solidFill>
            <a:srgbClr val="00ABAB"/>
          </a:solidFill>
        </p:grpSpPr>
        <p:sp>
          <p:nvSpPr>
            <p:cNvPr id="1409" name="Graphic 1100">
              <a:extLst>
                <a:ext uri="{FF2B5EF4-FFF2-40B4-BE49-F238E27FC236}">
                  <a16:creationId xmlns:a16="http://schemas.microsoft.com/office/drawing/2014/main" id="{3F22C562-7914-5D4C-8AB9-242FAFB416F7}"/>
                </a:ext>
              </a:extLst>
            </p:cNvPr>
            <p:cNvSpPr/>
            <p:nvPr/>
          </p:nvSpPr>
          <p:spPr>
            <a:xfrm>
              <a:off x="10935099" y="2859711"/>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6"/>
                    <a:pt x="0" y="181305"/>
                  </a:cubicBezTo>
                  <a:cubicBezTo>
                    <a:pt x="0" y="281533"/>
                    <a:pt x="81152" y="361972"/>
                    <a:pt x="181474" y="361972"/>
                  </a:cubicBezTo>
                  <a:cubicBezTo>
                    <a:pt x="281796" y="361972"/>
                    <a:pt x="362309" y="280895"/>
                    <a:pt x="362309" y="180667"/>
                  </a:cubicBezTo>
                  <a:cubicBezTo>
                    <a:pt x="362309" y="80438"/>
                    <a:pt x="281157" y="0"/>
                    <a:pt x="180835" y="0"/>
                  </a:cubicBezTo>
                  <a:cubicBezTo>
                    <a:pt x="180835" y="0"/>
                    <a:pt x="180835" y="0"/>
                    <a:pt x="180835" y="0"/>
                  </a:cubicBezTo>
                  <a:close/>
                  <a:moveTo>
                    <a:pt x="180835" y="349204"/>
                  </a:moveTo>
                  <a:cubicBezTo>
                    <a:pt x="87542" y="349204"/>
                    <a:pt x="12780" y="273873"/>
                    <a:pt x="12780" y="180667"/>
                  </a:cubicBezTo>
                  <a:cubicBezTo>
                    <a:pt x="12780" y="87460"/>
                    <a:pt x="88181" y="12768"/>
                    <a:pt x="181474" y="12768"/>
                  </a:cubicBezTo>
                  <a:cubicBezTo>
                    <a:pt x="274128" y="12768"/>
                    <a:pt x="349529" y="88099"/>
                    <a:pt x="349529" y="180667"/>
                  </a:cubicBezTo>
                  <a:cubicBezTo>
                    <a:pt x="349529" y="273873"/>
                    <a:pt x="274128" y="348565"/>
                    <a:pt x="180835" y="349204"/>
                  </a:cubicBezTo>
                  <a:close/>
                </a:path>
              </a:pathLst>
            </a:custGeom>
            <a:solidFill>
              <a:srgbClr val="00ABAB"/>
            </a:solidFill>
            <a:ln w="6390" cap="flat">
              <a:noFill/>
              <a:prstDash val="solid"/>
              <a:miter/>
            </a:ln>
          </p:spPr>
          <p:txBody>
            <a:bodyPr rtlCol="0" anchor="ctr"/>
            <a:lstStyle/>
            <a:p>
              <a:endParaRPr lang="en-US"/>
            </a:p>
          </p:txBody>
        </p:sp>
        <p:sp>
          <p:nvSpPr>
            <p:cNvPr id="1410" name="Graphic 1100">
              <a:extLst>
                <a:ext uri="{FF2B5EF4-FFF2-40B4-BE49-F238E27FC236}">
                  <a16:creationId xmlns:a16="http://schemas.microsoft.com/office/drawing/2014/main" id="{5C83645A-D4B5-DB43-9090-AB40C03B5470}"/>
                </a:ext>
              </a:extLst>
            </p:cNvPr>
            <p:cNvSpPr/>
            <p:nvPr/>
          </p:nvSpPr>
          <p:spPr>
            <a:xfrm>
              <a:off x="11014334" y="2939511"/>
              <a:ext cx="202561" cy="202372"/>
            </a:xfrm>
            <a:custGeom>
              <a:avLst/>
              <a:gdLst>
                <a:gd name="connsiteX0" fmla="*/ 169333 w 202561"/>
                <a:gd name="connsiteY0" fmla="*/ 1915 h 202372"/>
                <a:gd name="connsiteX1" fmla="*/ 164861 w 202561"/>
                <a:gd name="connsiteY1" fmla="*/ 0 h 202372"/>
                <a:gd name="connsiteX2" fmla="*/ 6390 w 202561"/>
                <a:gd name="connsiteY2" fmla="*/ 0 h 202372"/>
                <a:gd name="connsiteX3" fmla="*/ 0 w 202561"/>
                <a:gd name="connsiteY3" fmla="*/ 6384 h 202372"/>
                <a:gd name="connsiteX4" fmla="*/ 0 w 202561"/>
                <a:gd name="connsiteY4" fmla="*/ 195988 h 202372"/>
                <a:gd name="connsiteX5" fmla="*/ 6390 w 202561"/>
                <a:gd name="connsiteY5" fmla="*/ 202372 h 202372"/>
                <a:gd name="connsiteX6" fmla="*/ 196172 w 202561"/>
                <a:gd name="connsiteY6" fmla="*/ 202372 h 202372"/>
                <a:gd name="connsiteX7" fmla="*/ 202561 w 202561"/>
                <a:gd name="connsiteY7" fmla="*/ 195988 h 202372"/>
                <a:gd name="connsiteX8" fmla="*/ 202561 w 202561"/>
                <a:gd name="connsiteY8" fmla="*/ 37665 h 202372"/>
                <a:gd name="connsiteX9" fmla="*/ 200644 w 202561"/>
                <a:gd name="connsiteY9" fmla="*/ 33197 h 202372"/>
                <a:gd name="connsiteX10" fmla="*/ 169333 w 202561"/>
                <a:gd name="connsiteY10" fmla="*/ 1915 h 202372"/>
                <a:gd name="connsiteX11" fmla="*/ 60704 w 202561"/>
                <a:gd name="connsiteY11" fmla="*/ 12768 h 202372"/>
                <a:gd name="connsiteX12" fmla="*/ 143135 w 202561"/>
                <a:gd name="connsiteY12" fmla="*/ 12768 h 202372"/>
                <a:gd name="connsiteX13" fmla="*/ 143135 w 202561"/>
                <a:gd name="connsiteY13" fmla="*/ 63201 h 202372"/>
                <a:gd name="connsiteX14" fmla="*/ 60704 w 202561"/>
                <a:gd name="connsiteY14" fmla="*/ 63201 h 202372"/>
                <a:gd name="connsiteX15" fmla="*/ 60704 w 202561"/>
                <a:gd name="connsiteY15" fmla="*/ 12768 h 202372"/>
                <a:gd name="connsiteX16" fmla="*/ 159110 w 202561"/>
                <a:gd name="connsiteY16" fmla="*/ 189604 h 202372"/>
                <a:gd name="connsiteX17" fmla="*/ 45369 w 202561"/>
                <a:gd name="connsiteY17" fmla="*/ 189604 h 202372"/>
                <a:gd name="connsiteX18" fmla="*/ 45369 w 202561"/>
                <a:gd name="connsiteY18" fmla="*/ 188327 h 202372"/>
                <a:gd name="connsiteX19" fmla="*/ 45369 w 202561"/>
                <a:gd name="connsiteY19" fmla="*/ 107251 h 202372"/>
                <a:gd name="connsiteX20" fmla="*/ 159110 w 202561"/>
                <a:gd name="connsiteY20" fmla="*/ 107251 h 202372"/>
                <a:gd name="connsiteX21" fmla="*/ 159110 w 202561"/>
                <a:gd name="connsiteY21" fmla="*/ 189604 h 202372"/>
                <a:gd name="connsiteX22" fmla="*/ 191059 w 202561"/>
                <a:gd name="connsiteY22" fmla="*/ 189604 h 202372"/>
                <a:gd name="connsiteX23" fmla="*/ 171889 w 202561"/>
                <a:gd name="connsiteY23" fmla="*/ 189604 h 202372"/>
                <a:gd name="connsiteX24" fmla="*/ 171889 w 202561"/>
                <a:gd name="connsiteY24" fmla="*/ 100867 h 202372"/>
                <a:gd name="connsiteX25" fmla="*/ 165500 w 202561"/>
                <a:gd name="connsiteY25" fmla="*/ 94483 h 202372"/>
                <a:gd name="connsiteX26" fmla="*/ 38979 w 202561"/>
                <a:gd name="connsiteY26" fmla="*/ 94483 h 202372"/>
                <a:gd name="connsiteX27" fmla="*/ 32589 w 202561"/>
                <a:gd name="connsiteY27" fmla="*/ 100867 h 202372"/>
                <a:gd name="connsiteX28" fmla="*/ 32589 w 202561"/>
                <a:gd name="connsiteY28" fmla="*/ 187689 h 202372"/>
                <a:gd name="connsiteX29" fmla="*/ 32589 w 202561"/>
                <a:gd name="connsiteY29" fmla="*/ 188966 h 202372"/>
                <a:gd name="connsiteX30" fmla="*/ 13419 w 202561"/>
                <a:gd name="connsiteY30" fmla="*/ 188966 h 202372"/>
                <a:gd name="connsiteX31" fmla="*/ 13419 w 202561"/>
                <a:gd name="connsiteY31" fmla="*/ 12130 h 202372"/>
                <a:gd name="connsiteX32" fmla="*/ 47925 w 202561"/>
                <a:gd name="connsiteY32" fmla="*/ 12130 h 202372"/>
                <a:gd name="connsiteX33" fmla="*/ 47925 w 202561"/>
                <a:gd name="connsiteY33" fmla="*/ 68947 h 202372"/>
                <a:gd name="connsiteX34" fmla="*/ 54314 w 202561"/>
                <a:gd name="connsiteY34" fmla="*/ 75331 h 202372"/>
                <a:gd name="connsiteX35" fmla="*/ 149525 w 202561"/>
                <a:gd name="connsiteY35" fmla="*/ 75331 h 202372"/>
                <a:gd name="connsiteX36" fmla="*/ 155915 w 202561"/>
                <a:gd name="connsiteY36" fmla="*/ 68947 h 202372"/>
                <a:gd name="connsiteX37" fmla="*/ 155915 w 202561"/>
                <a:gd name="connsiteY37" fmla="*/ 12130 h 202372"/>
                <a:gd name="connsiteX38" fmla="*/ 162943 w 202561"/>
                <a:gd name="connsiteY38" fmla="*/ 12130 h 202372"/>
                <a:gd name="connsiteX39" fmla="*/ 191059 w 202561"/>
                <a:gd name="connsiteY39" fmla="*/ 40219 h 202372"/>
                <a:gd name="connsiteX40" fmla="*/ 191059 w 202561"/>
                <a:gd name="connsiteY40" fmla="*/ 189604 h 20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2561" h="202372">
                  <a:moveTo>
                    <a:pt x="169333" y="1915"/>
                  </a:moveTo>
                  <a:cubicBezTo>
                    <a:pt x="168056" y="638"/>
                    <a:pt x="166778" y="0"/>
                    <a:pt x="164861" y="0"/>
                  </a:cubicBezTo>
                  <a:lnTo>
                    <a:pt x="6390" y="0"/>
                  </a:lnTo>
                  <a:cubicBezTo>
                    <a:pt x="2556" y="0"/>
                    <a:pt x="0" y="2554"/>
                    <a:pt x="0" y="6384"/>
                  </a:cubicBezTo>
                  <a:lnTo>
                    <a:pt x="0" y="195988"/>
                  </a:lnTo>
                  <a:cubicBezTo>
                    <a:pt x="0" y="199819"/>
                    <a:pt x="2556" y="202372"/>
                    <a:pt x="6390" y="202372"/>
                  </a:cubicBezTo>
                  <a:lnTo>
                    <a:pt x="196172" y="202372"/>
                  </a:lnTo>
                  <a:cubicBezTo>
                    <a:pt x="200005" y="202372"/>
                    <a:pt x="202561" y="199819"/>
                    <a:pt x="202561" y="195988"/>
                  </a:cubicBezTo>
                  <a:lnTo>
                    <a:pt x="202561" y="37665"/>
                  </a:lnTo>
                  <a:cubicBezTo>
                    <a:pt x="202561" y="35750"/>
                    <a:pt x="201923" y="34473"/>
                    <a:pt x="200644" y="33197"/>
                  </a:cubicBezTo>
                  <a:lnTo>
                    <a:pt x="169333" y="1915"/>
                  </a:lnTo>
                  <a:close/>
                  <a:moveTo>
                    <a:pt x="60704" y="12768"/>
                  </a:moveTo>
                  <a:lnTo>
                    <a:pt x="143135" y="12768"/>
                  </a:lnTo>
                  <a:lnTo>
                    <a:pt x="143135" y="63201"/>
                  </a:lnTo>
                  <a:lnTo>
                    <a:pt x="60704" y="63201"/>
                  </a:lnTo>
                  <a:lnTo>
                    <a:pt x="60704" y="12768"/>
                  </a:lnTo>
                  <a:close/>
                  <a:moveTo>
                    <a:pt x="159110" y="189604"/>
                  </a:moveTo>
                  <a:lnTo>
                    <a:pt x="45369" y="189604"/>
                  </a:lnTo>
                  <a:cubicBezTo>
                    <a:pt x="45369" y="188966"/>
                    <a:pt x="45369" y="188327"/>
                    <a:pt x="45369" y="188327"/>
                  </a:cubicBezTo>
                  <a:lnTo>
                    <a:pt x="45369" y="107251"/>
                  </a:lnTo>
                  <a:lnTo>
                    <a:pt x="159110" y="107251"/>
                  </a:lnTo>
                  <a:lnTo>
                    <a:pt x="159110" y="189604"/>
                  </a:lnTo>
                  <a:close/>
                  <a:moveTo>
                    <a:pt x="191059" y="189604"/>
                  </a:moveTo>
                  <a:lnTo>
                    <a:pt x="171889" y="189604"/>
                  </a:lnTo>
                  <a:lnTo>
                    <a:pt x="171889" y="100867"/>
                  </a:lnTo>
                  <a:cubicBezTo>
                    <a:pt x="171889" y="97036"/>
                    <a:pt x="169333" y="94483"/>
                    <a:pt x="165500" y="94483"/>
                  </a:cubicBezTo>
                  <a:lnTo>
                    <a:pt x="38979" y="94483"/>
                  </a:lnTo>
                  <a:cubicBezTo>
                    <a:pt x="35145" y="94483"/>
                    <a:pt x="32589" y="97036"/>
                    <a:pt x="32589" y="100867"/>
                  </a:cubicBezTo>
                  <a:lnTo>
                    <a:pt x="32589" y="187689"/>
                  </a:lnTo>
                  <a:cubicBezTo>
                    <a:pt x="32589" y="188327"/>
                    <a:pt x="32589" y="188966"/>
                    <a:pt x="32589" y="188966"/>
                  </a:cubicBezTo>
                  <a:lnTo>
                    <a:pt x="13419" y="188966"/>
                  </a:lnTo>
                  <a:lnTo>
                    <a:pt x="13419" y="12130"/>
                  </a:lnTo>
                  <a:lnTo>
                    <a:pt x="47925" y="12130"/>
                  </a:lnTo>
                  <a:lnTo>
                    <a:pt x="47925" y="68947"/>
                  </a:lnTo>
                  <a:cubicBezTo>
                    <a:pt x="47925" y="72777"/>
                    <a:pt x="50481" y="75331"/>
                    <a:pt x="54314" y="75331"/>
                  </a:cubicBezTo>
                  <a:lnTo>
                    <a:pt x="149525" y="75331"/>
                  </a:lnTo>
                  <a:cubicBezTo>
                    <a:pt x="153358" y="75331"/>
                    <a:pt x="155915" y="72777"/>
                    <a:pt x="155915" y="68947"/>
                  </a:cubicBezTo>
                  <a:lnTo>
                    <a:pt x="155915" y="12130"/>
                  </a:lnTo>
                  <a:lnTo>
                    <a:pt x="162943" y="12130"/>
                  </a:lnTo>
                  <a:lnTo>
                    <a:pt x="191059" y="40219"/>
                  </a:lnTo>
                  <a:lnTo>
                    <a:pt x="191059" y="189604"/>
                  </a:lnTo>
                  <a:close/>
                </a:path>
              </a:pathLst>
            </a:custGeom>
            <a:solidFill>
              <a:srgbClr val="00ABAB"/>
            </a:solidFill>
            <a:ln w="6390" cap="flat">
              <a:noFill/>
              <a:prstDash val="solid"/>
              <a:miter/>
            </a:ln>
          </p:spPr>
          <p:txBody>
            <a:bodyPr rtlCol="0" anchor="ctr"/>
            <a:lstStyle/>
            <a:p>
              <a:endParaRPr lang="en-US"/>
            </a:p>
          </p:txBody>
        </p:sp>
        <p:sp>
          <p:nvSpPr>
            <p:cNvPr id="1411" name="Graphic 1100">
              <a:extLst>
                <a:ext uri="{FF2B5EF4-FFF2-40B4-BE49-F238E27FC236}">
                  <a16:creationId xmlns:a16="http://schemas.microsoft.com/office/drawing/2014/main" id="{E4C58216-7CD1-0747-8DD1-807D31650A1A}"/>
                </a:ext>
              </a:extLst>
            </p:cNvPr>
            <p:cNvSpPr/>
            <p:nvPr/>
          </p:nvSpPr>
          <p:spPr>
            <a:xfrm>
              <a:off x="11078233" y="3065914"/>
              <a:ext cx="76040" cy="12767"/>
            </a:xfrm>
            <a:custGeom>
              <a:avLst/>
              <a:gdLst>
                <a:gd name="connsiteX0" fmla="*/ 6390 w 76040"/>
                <a:gd name="connsiteY0" fmla="*/ 12768 h 12767"/>
                <a:gd name="connsiteX1" fmla="*/ 69650 w 76040"/>
                <a:gd name="connsiteY1" fmla="*/ 12768 h 12767"/>
                <a:gd name="connsiteX2" fmla="*/ 76040 w 76040"/>
                <a:gd name="connsiteY2" fmla="*/ 6384 h 12767"/>
                <a:gd name="connsiteX3" fmla="*/ 69650 w 76040"/>
                <a:gd name="connsiteY3" fmla="*/ 0 h 12767"/>
                <a:gd name="connsiteX4" fmla="*/ 6390 w 76040"/>
                <a:gd name="connsiteY4" fmla="*/ 0 h 12767"/>
                <a:gd name="connsiteX5" fmla="*/ 0 w 76040"/>
                <a:gd name="connsiteY5" fmla="*/ 6384 h 12767"/>
                <a:gd name="connsiteX6" fmla="*/ 6390 w 76040"/>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040" h="12767">
                  <a:moveTo>
                    <a:pt x="6390" y="12768"/>
                  </a:moveTo>
                  <a:lnTo>
                    <a:pt x="69650" y="12768"/>
                  </a:lnTo>
                  <a:cubicBezTo>
                    <a:pt x="73484" y="12768"/>
                    <a:pt x="76040" y="10214"/>
                    <a:pt x="76040" y="6384"/>
                  </a:cubicBezTo>
                  <a:cubicBezTo>
                    <a:pt x="76040" y="2554"/>
                    <a:pt x="73484" y="0"/>
                    <a:pt x="69650" y="0"/>
                  </a:cubicBezTo>
                  <a:lnTo>
                    <a:pt x="6390" y="0"/>
                  </a:lnTo>
                  <a:cubicBezTo>
                    <a:pt x="2556" y="0"/>
                    <a:pt x="0" y="2554"/>
                    <a:pt x="0" y="6384"/>
                  </a:cubicBezTo>
                  <a:cubicBezTo>
                    <a:pt x="0" y="10214"/>
                    <a:pt x="2556" y="12768"/>
                    <a:pt x="6390" y="12768"/>
                  </a:cubicBezTo>
                  <a:close/>
                </a:path>
              </a:pathLst>
            </a:custGeom>
            <a:solidFill>
              <a:srgbClr val="00ABAB"/>
            </a:solidFill>
            <a:ln w="6390" cap="flat">
              <a:noFill/>
              <a:prstDash val="solid"/>
              <a:miter/>
            </a:ln>
          </p:spPr>
          <p:txBody>
            <a:bodyPr rtlCol="0" anchor="ctr"/>
            <a:lstStyle/>
            <a:p>
              <a:endParaRPr lang="en-US"/>
            </a:p>
          </p:txBody>
        </p:sp>
        <p:sp>
          <p:nvSpPr>
            <p:cNvPr id="1412" name="Graphic 1100">
              <a:extLst>
                <a:ext uri="{FF2B5EF4-FFF2-40B4-BE49-F238E27FC236}">
                  <a16:creationId xmlns:a16="http://schemas.microsoft.com/office/drawing/2014/main" id="{24F15118-095A-4047-8EF8-A199F7EDC964}"/>
                </a:ext>
              </a:extLst>
            </p:cNvPr>
            <p:cNvSpPr/>
            <p:nvPr/>
          </p:nvSpPr>
          <p:spPr>
            <a:xfrm>
              <a:off x="11078233" y="3097195"/>
              <a:ext cx="76040" cy="12767"/>
            </a:xfrm>
            <a:custGeom>
              <a:avLst/>
              <a:gdLst>
                <a:gd name="connsiteX0" fmla="*/ 6390 w 76040"/>
                <a:gd name="connsiteY0" fmla="*/ 12768 h 12767"/>
                <a:gd name="connsiteX1" fmla="*/ 69650 w 76040"/>
                <a:gd name="connsiteY1" fmla="*/ 12768 h 12767"/>
                <a:gd name="connsiteX2" fmla="*/ 76040 w 76040"/>
                <a:gd name="connsiteY2" fmla="*/ 6384 h 12767"/>
                <a:gd name="connsiteX3" fmla="*/ 69650 w 76040"/>
                <a:gd name="connsiteY3" fmla="*/ 0 h 12767"/>
                <a:gd name="connsiteX4" fmla="*/ 6390 w 76040"/>
                <a:gd name="connsiteY4" fmla="*/ 0 h 12767"/>
                <a:gd name="connsiteX5" fmla="*/ 0 w 76040"/>
                <a:gd name="connsiteY5" fmla="*/ 6384 h 12767"/>
                <a:gd name="connsiteX6" fmla="*/ 6390 w 76040"/>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040" h="12767">
                  <a:moveTo>
                    <a:pt x="6390" y="12768"/>
                  </a:moveTo>
                  <a:lnTo>
                    <a:pt x="69650" y="12768"/>
                  </a:lnTo>
                  <a:cubicBezTo>
                    <a:pt x="73484" y="12768"/>
                    <a:pt x="76040" y="10214"/>
                    <a:pt x="76040" y="6384"/>
                  </a:cubicBezTo>
                  <a:cubicBezTo>
                    <a:pt x="76040" y="2554"/>
                    <a:pt x="73484" y="0"/>
                    <a:pt x="69650" y="0"/>
                  </a:cubicBezTo>
                  <a:lnTo>
                    <a:pt x="6390" y="0"/>
                  </a:lnTo>
                  <a:cubicBezTo>
                    <a:pt x="2556" y="0"/>
                    <a:pt x="0" y="2554"/>
                    <a:pt x="0" y="6384"/>
                  </a:cubicBezTo>
                  <a:cubicBezTo>
                    <a:pt x="0" y="10214"/>
                    <a:pt x="2556" y="12768"/>
                    <a:pt x="6390" y="12768"/>
                  </a:cubicBezTo>
                  <a:close/>
                </a:path>
              </a:pathLst>
            </a:custGeom>
            <a:solidFill>
              <a:srgbClr val="00ABAB"/>
            </a:solidFill>
            <a:ln w="6390" cap="flat">
              <a:noFill/>
              <a:prstDash val="solid"/>
              <a:miter/>
            </a:ln>
          </p:spPr>
          <p:txBody>
            <a:bodyPr rtlCol="0" anchor="ctr"/>
            <a:lstStyle/>
            <a:p>
              <a:endParaRPr lang="en-US"/>
            </a:p>
          </p:txBody>
        </p:sp>
      </p:grpSp>
      <p:grpSp>
        <p:nvGrpSpPr>
          <p:cNvPr id="1413" name="Graphic 1100">
            <a:extLst>
              <a:ext uri="{FF2B5EF4-FFF2-40B4-BE49-F238E27FC236}">
                <a16:creationId xmlns:a16="http://schemas.microsoft.com/office/drawing/2014/main" id="{48268EFC-8E7B-DE47-8EBA-C47B194106D1}"/>
              </a:ext>
            </a:extLst>
          </p:cNvPr>
          <p:cNvGrpSpPr/>
          <p:nvPr/>
        </p:nvGrpSpPr>
        <p:grpSpPr>
          <a:xfrm>
            <a:off x="6754802" y="922173"/>
            <a:ext cx="362309" cy="361971"/>
            <a:chOff x="6754802" y="922173"/>
            <a:chExt cx="362309" cy="361971"/>
          </a:xfrm>
          <a:solidFill>
            <a:srgbClr val="00ABAB"/>
          </a:solidFill>
        </p:grpSpPr>
        <p:sp>
          <p:nvSpPr>
            <p:cNvPr id="1414" name="Graphic 1100">
              <a:extLst>
                <a:ext uri="{FF2B5EF4-FFF2-40B4-BE49-F238E27FC236}">
                  <a16:creationId xmlns:a16="http://schemas.microsoft.com/office/drawing/2014/main" id="{9A394A52-0A93-2746-99F4-2A08B350901F}"/>
                </a:ext>
              </a:extLst>
            </p:cNvPr>
            <p:cNvSpPr/>
            <p:nvPr/>
          </p:nvSpPr>
          <p:spPr>
            <a:xfrm>
              <a:off x="6754802" y="92217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873"/>
                    <a:pt x="274767" y="348565"/>
                    <a:pt x="181474" y="349204"/>
                  </a:cubicBezTo>
                  <a:close/>
                </a:path>
              </a:pathLst>
            </a:custGeom>
            <a:solidFill>
              <a:srgbClr val="00ABAB"/>
            </a:solidFill>
            <a:ln w="6390" cap="flat">
              <a:noFill/>
              <a:prstDash val="solid"/>
              <a:miter/>
            </a:ln>
          </p:spPr>
          <p:txBody>
            <a:bodyPr rtlCol="0" anchor="ctr"/>
            <a:lstStyle/>
            <a:p>
              <a:endParaRPr lang="en-US"/>
            </a:p>
          </p:txBody>
        </p:sp>
        <p:sp>
          <p:nvSpPr>
            <p:cNvPr id="1415" name="Graphic 1100">
              <a:extLst>
                <a:ext uri="{FF2B5EF4-FFF2-40B4-BE49-F238E27FC236}">
                  <a16:creationId xmlns:a16="http://schemas.microsoft.com/office/drawing/2014/main" id="{E000850D-C322-A94F-80DC-6C3E1A387396}"/>
                </a:ext>
              </a:extLst>
            </p:cNvPr>
            <p:cNvSpPr/>
            <p:nvPr/>
          </p:nvSpPr>
          <p:spPr>
            <a:xfrm>
              <a:off x="6828286" y="1053044"/>
              <a:ext cx="186586" cy="128318"/>
            </a:xfrm>
            <a:custGeom>
              <a:avLst/>
              <a:gdLst>
                <a:gd name="connsiteX0" fmla="*/ 180197 w 186586"/>
                <a:gd name="connsiteY0" fmla="*/ 14683 h 128318"/>
                <a:gd name="connsiteX1" fmla="*/ 68373 w 186586"/>
                <a:gd name="connsiteY1" fmla="*/ 14683 h 128318"/>
                <a:gd name="connsiteX2" fmla="*/ 62622 w 186586"/>
                <a:gd name="connsiteY2" fmla="*/ 3830 h 128318"/>
                <a:gd name="connsiteX3" fmla="*/ 56871 w 186586"/>
                <a:gd name="connsiteY3" fmla="*/ 0 h 128318"/>
                <a:gd name="connsiteX4" fmla="*/ 6390 w 186586"/>
                <a:gd name="connsiteY4" fmla="*/ 0 h 128318"/>
                <a:gd name="connsiteX5" fmla="*/ 0 w 186586"/>
                <a:gd name="connsiteY5" fmla="*/ 6384 h 128318"/>
                <a:gd name="connsiteX6" fmla="*/ 0 w 186586"/>
                <a:gd name="connsiteY6" fmla="*/ 121934 h 128318"/>
                <a:gd name="connsiteX7" fmla="*/ 6390 w 186586"/>
                <a:gd name="connsiteY7" fmla="*/ 128318 h 128318"/>
                <a:gd name="connsiteX8" fmla="*/ 180197 w 186586"/>
                <a:gd name="connsiteY8" fmla="*/ 128318 h 128318"/>
                <a:gd name="connsiteX9" fmla="*/ 186587 w 186586"/>
                <a:gd name="connsiteY9" fmla="*/ 121934 h 128318"/>
                <a:gd name="connsiteX10" fmla="*/ 186587 w 186586"/>
                <a:gd name="connsiteY10" fmla="*/ 21067 h 128318"/>
                <a:gd name="connsiteX11" fmla="*/ 180197 w 186586"/>
                <a:gd name="connsiteY11" fmla="*/ 14683 h 128318"/>
                <a:gd name="connsiteX12" fmla="*/ 173807 w 186586"/>
                <a:gd name="connsiteY12" fmla="*/ 115550 h 128318"/>
                <a:gd name="connsiteX13" fmla="*/ 12780 w 186586"/>
                <a:gd name="connsiteY13" fmla="*/ 115550 h 128318"/>
                <a:gd name="connsiteX14" fmla="*/ 12780 w 186586"/>
                <a:gd name="connsiteY14" fmla="*/ 12768 h 128318"/>
                <a:gd name="connsiteX15" fmla="*/ 53037 w 186586"/>
                <a:gd name="connsiteY15" fmla="*/ 12768 h 128318"/>
                <a:gd name="connsiteX16" fmla="*/ 58148 w 186586"/>
                <a:gd name="connsiteY16" fmla="*/ 23621 h 128318"/>
                <a:gd name="connsiteX17" fmla="*/ 63899 w 186586"/>
                <a:gd name="connsiteY17" fmla="*/ 27451 h 128318"/>
                <a:gd name="connsiteX18" fmla="*/ 173167 w 186586"/>
                <a:gd name="connsiteY18" fmla="*/ 27451 h 128318"/>
                <a:gd name="connsiteX19" fmla="*/ 173167 w 186586"/>
                <a:gd name="connsiteY19" fmla="*/ 115550 h 128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6586" h="128318">
                  <a:moveTo>
                    <a:pt x="180197" y="14683"/>
                  </a:moveTo>
                  <a:lnTo>
                    <a:pt x="68373" y="14683"/>
                  </a:lnTo>
                  <a:lnTo>
                    <a:pt x="62622" y="3830"/>
                  </a:lnTo>
                  <a:cubicBezTo>
                    <a:pt x="61343" y="1915"/>
                    <a:pt x="59427" y="0"/>
                    <a:pt x="56871" y="0"/>
                  </a:cubicBezTo>
                  <a:lnTo>
                    <a:pt x="6390" y="0"/>
                  </a:lnTo>
                  <a:cubicBezTo>
                    <a:pt x="2556" y="0"/>
                    <a:pt x="0" y="2554"/>
                    <a:pt x="0" y="6384"/>
                  </a:cubicBezTo>
                  <a:lnTo>
                    <a:pt x="0" y="121934"/>
                  </a:lnTo>
                  <a:cubicBezTo>
                    <a:pt x="0" y="125764"/>
                    <a:pt x="2556" y="128318"/>
                    <a:pt x="6390" y="128318"/>
                  </a:cubicBezTo>
                  <a:lnTo>
                    <a:pt x="180197" y="128318"/>
                  </a:lnTo>
                  <a:cubicBezTo>
                    <a:pt x="184031" y="128318"/>
                    <a:pt x="186587" y="125764"/>
                    <a:pt x="186587" y="121934"/>
                  </a:cubicBezTo>
                  <a:lnTo>
                    <a:pt x="186587" y="21067"/>
                  </a:lnTo>
                  <a:cubicBezTo>
                    <a:pt x="186587" y="17237"/>
                    <a:pt x="184031" y="14683"/>
                    <a:pt x="180197" y="14683"/>
                  </a:cubicBezTo>
                  <a:close/>
                  <a:moveTo>
                    <a:pt x="173807" y="115550"/>
                  </a:moveTo>
                  <a:lnTo>
                    <a:pt x="12780" y="115550"/>
                  </a:lnTo>
                  <a:lnTo>
                    <a:pt x="12780" y="12768"/>
                  </a:lnTo>
                  <a:lnTo>
                    <a:pt x="53037" y="12768"/>
                  </a:lnTo>
                  <a:lnTo>
                    <a:pt x="58148" y="23621"/>
                  </a:lnTo>
                  <a:cubicBezTo>
                    <a:pt x="59427" y="25536"/>
                    <a:pt x="61343" y="27451"/>
                    <a:pt x="63899" y="27451"/>
                  </a:cubicBezTo>
                  <a:lnTo>
                    <a:pt x="173167" y="27451"/>
                  </a:lnTo>
                  <a:lnTo>
                    <a:pt x="173167" y="115550"/>
                  </a:lnTo>
                  <a:close/>
                </a:path>
              </a:pathLst>
            </a:custGeom>
            <a:solidFill>
              <a:srgbClr val="00ABAB"/>
            </a:solidFill>
            <a:ln w="6390" cap="flat">
              <a:noFill/>
              <a:prstDash val="solid"/>
              <a:miter/>
            </a:ln>
          </p:spPr>
          <p:txBody>
            <a:bodyPr rtlCol="0" anchor="ctr"/>
            <a:lstStyle/>
            <a:p>
              <a:endParaRPr lang="en-US"/>
            </a:p>
          </p:txBody>
        </p:sp>
        <p:sp>
          <p:nvSpPr>
            <p:cNvPr id="1416" name="Graphic 1100">
              <a:extLst>
                <a:ext uri="{FF2B5EF4-FFF2-40B4-BE49-F238E27FC236}">
                  <a16:creationId xmlns:a16="http://schemas.microsoft.com/office/drawing/2014/main" id="{90EC8BC4-1B3E-B245-87FF-ABF2EDB2A34E}"/>
                </a:ext>
              </a:extLst>
            </p:cNvPr>
            <p:cNvSpPr/>
            <p:nvPr/>
          </p:nvSpPr>
          <p:spPr>
            <a:xfrm>
              <a:off x="6857680" y="1024316"/>
              <a:ext cx="186586" cy="128318"/>
            </a:xfrm>
            <a:custGeom>
              <a:avLst/>
              <a:gdLst>
                <a:gd name="connsiteX0" fmla="*/ 179558 w 186586"/>
                <a:gd name="connsiteY0" fmla="*/ 14683 h 128318"/>
                <a:gd name="connsiteX1" fmla="*/ 67734 w 186586"/>
                <a:gd name="connsiteY1" fmla="*/ 14683 h 128318"/>
                <a:gd name="connsiteX2" fmla="*/ 62622 w 186586"/>
                <a:gd name="connsiteY2" fmla="*/ 3830 h 128318"/>
                <a:gd name="connsiteX3" fmla="*/ 56871 w 186586"/>
                <a:gd name="connsiteY3" fmla="*/ 0 h 128318"/>
                <a:gd name="connsiteX4" fmla="*/ 6390 w 186586"/>
                <a:gd name="connsiteY4" fmla="*/ 0 h 128318"/>
                <a:gd name="connsiteX5" fmla="*/ 0 w 186586"/>
                <a:gd name="connsiteY5" fmla="*/ 6384 h 128318"/>
                <a:gd name="connsiteX6" fmla="*/ 6390 w 186586"/>
                <a:gd name="connsiteY6" fmla="*/ 12768 h 128318"/>
                <a:gd name="connsiteX7" fmla="*/ 53037 w 186586"/>
                <a:gd name="connsiteY7" fmla="*/ 12768 h 128318"/>
                <a:gd name="connsiteX8" fmla="*/ 58788 w 186586"/>
                <a:gd name="connsiteY8" fmla="*/ 23621 h 128318"/>
                <a:gd name="connsiteX9" fmla="*/ 64539 w 186586"/>
                <a:gd name="connsiteY9" fmla="*/ 27451 h 128318"/>
                <a:gd name="connsiteX10" fmla="*/ 173807 w 186586"/>
                <a:gd name="connsiteY10" fmla="*/ 27451 h 128318"/>
                <a:gd name="connsiteX11" fmla="*/ 173807 w 186586"/>
                <a:gd name="connsiteY11" fmla="*/ 121934 h 128318"/>
                <a:gd name="connsiteX12" fmla="*/ 180197 w 186586"/>
                <a:gd name="connsiteY12" fmla="*/ 128318 h 128318"/>
                <a:gd name="connsiteX13" fmla="*/ 186587 w 186586"/>
                <a:gd name="connsiteY13" fmla="*/ 121934 h 128318"/>
                <a:gd name="connsiteX14" fmla="*/ 186587 w 186586"/>
                <a:gd name="connsiteY14" fmla="*/ 21067 h 128318"/>
                <a:gd name="connsiteX15" fmla="*/ 179558 w 186586"/>
                <a:gd name="connsiteY15" fmla="*/ 14683 h 128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586" h="128318">
                  <a:moveTo>
                    <a:pt x="179558" y="14683"/>
                  </a:moveTo>
                  <a:lnTo>
                    <a:pt x="67734" y="14683"/>
                  </a:lnTo>
                  <a:lnTo>
                    <a:pt x="62622" y="3830"/>
                  </a:lnTo>
                  <a:cubicBezTo>
                    <a:pt x="61344" y="1915"/>
                    <a:pt x="59427" y="0"/>
                    <a:pt x="56871" y="0"/>
                  </a:cubicBezTo>
                  <a:lnTo>
                    <a:pt x="6390" y="0"/>
                  </a:lnTo>
                  <a:cubicBezTo>
                    <a:pt x="2556" y="0"/>
                    <a:pt x="0" y="2554"/>
                    <a:pt x="0" y="6384"/>
                  </a:cubicBezTo>
                  <a:cubicBezTo>
                    <a:pt x="0" y="10214"/>
                    <a:pt x="2556" y="12768"/>
                    <a:pt x="6390" y="12768"/>
                  </a:cubicBezTo>
                  <a:lnTo>
                    <a:pt x="53037" y="12768"/>
                  </a:lnTo>
                  <a:lnTo>
                    <a:pt x="58788" y="23621"/>
                  </a:lnTo>
                  <a:cubicBezTo>
                    <a:pt x="60066" y="25536"/>
                    <a:pt x="61983" y="26813"/>
                    <a:pt x="64539" y="27451"/>
                  </a:cubicBezTo>
                  <a:lnTo>
                    <a:pt x="173807" y="27451"/>
                  </a:lnTo>
                  <a:lnTo>
                    <a:pt x="173807" y="121934"/>
                  </a:lnTo>
                  <a:cubicBezTo>
                    <a:pt x="173807" y="125764"/>
                    <a:pt x="176363" y="128318"/>
                    <a:pt x="180197" y="128318"/>
                  </a:cubicBezTo>
                  <a:cubicBezTo>
                    <a:pt x="184031" y="128318"/>
                    <a:pt x="186587" y="125764"/>
                    <a:pt x="186587" y="121934"/>
                  </a:cubicBezTo>
                  <a:lnTo>
                    <a:pt x="186587" y="21067"/>
                  </a:lnTo>
                  <a:cubicBezTo>
                    <a:pt x="185948" y="17237"/>
                    <a:pt x="183392" y="14683"/>
                    <a:pt x="179558" y="14683"/>
                  </a:cubicBezTo>
                  <a:close/>
                </a:path>
              </a:pathLst>
            </a:custGeom>
            <a:solidFill>
              <a:srgbClr val="00ABAB"/>
            </a:solidFill>
            <a:ln w="6390" cap="flat">
              <a:noFill/>
              <a:prstDash val="solid"/>
              <a:miter/>
            </a:ln>
          </p:spPr>
          <p:txBody>
            <a:bodyPr rtlCol="0" anchor="ctr"/>
            <a:lstStyle/>
            <a:p>
              <a:endParaRPr lang="en-US"/>
            </a:p>
          </p:txBody>
        </p:sp>
      </p:grpSp>
      <p:grpSp>
        <p:nvGrpSpPr>
          <p:cNvPr id="1417" name="Graphic 1100">
            <a:extLst>
              <a:ext uri="{FF2B5EF4-FFF2-40B4-BE49-F238E27FC236}">
                <a16:creationId xmlns:a16="http://schemas.microsoft.com/office/drawing/2014/main" id="{A970A75D-2A50-F84F-9D61-77035CECC06F}"/>
              </a:ext>
            </a:extLst>
          </p:cNvPr>
          <p:cNvGrpSpPr/>
          <p:nvPr/>
        </p:nvGrpSpPr>
        <p:grpSpPr>
          <a:xfrm>
            <a:off x="6754802" y="3343617"/>
            <a:ext cx="362309" cy="361971"/>
            <a:chOff x="6754802" y="3343617"/>
            <a:chExt cx="362309" cy="361971"/>
          </a:xfrm>
          <a:solidFill>
            <a:srgbClr val="00ABAB"/>
          </a:solidFill>
        </p:grpSpPr>
        <p:sp>
          <p:nvSpPr>
            <p:cNvPr id="1418" name="Graphic 1100">
              <a:extLst>
                <a:ext uri="{FF2B5EF4-FFF2-40B4-BE49-F238E27FC236}">
                  <a16:creationId xmlns:a16="http://schemas.microsoft.com/office/drawing/2014/main" id="{9C144329-6606-0F4C-868D-1CBAF6893ED2}"/>
                </a:ext>
              </a:extLst>
            </p:cNvPr>
            <p:cNvSpPr/>
            <p:nvPr/>
          </p:nvSpPr>
          <p:spPr>
            <a:xfrm>
              <a:off x="6754802" y="33436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873"/>
                    <a:pt x="274767"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1419" name="Graphic 1100">
              <a:extLst>
                <a:ext uri="{FF2B5EF4-FFF2-40B4-BE49-F238E27FC236}">
                  <a16:creationId xmlns:a16="http://schemas.microsoft.com/office/drawing/2014/main" id="{5D07985C-2FC8-8A4D-BE57-4DE4BDD30B8D}"/>
                </a:ext>
              </a:extLst>
            </p:cNvPr>
            <p:cNvSpPr/>
            <p:nvPr/>
          </p:nvSpPr>
          <p:spPr>
            <a:xfrm>
              <a:off x="6832120" y="3435499"/>
              <a:ext cx="208951" cy="177522"/>
            </a:xfrm>
            <a:custGeom>
              <a:avLst/>
              <a:gdLst>
                <a:gd name="connsiteX0" fmla="*/ 201923 w 208951"/>
                <a:gd name="connsiteY0" fmla="*/ 46651 h 177522"/>
                <a:gd name="connsiteX1" fmla="*/ 120770 w 208951"/>
                <a:gd name="connsiteY1" fmla="*/ 46651 h 177522"/>
                <a:gd name="connsiteX2" fmla="*/ 121409 w 208951"/>
                <a:gd name="connsiteY2" fmla="*/ 45374 h 177522"/>
                <a:gd name="connsiteX3" fmla="*/ 194254 w 208951"/>
                <a:gd name="connsiteY3" fmla="*/ 14092 h 177522"/>
                <a:gd name="connsiteX4" fmla="*/ 201923 w 208951"/>
                <a:gd name="connsiteY4" fmla="*/ 8985 h 177522"/>
                <a:gd name="connsiteX5" fmla="*/ 196810 w 208951"/>
                <a:gd name="connsiteY5" fmla="*/ 1324 h 177522"/>
                <a:gd name="connsiteX6" fmla="*/ 196810 w 208951"/>
                <a:gd name="connsiteY6" fmla="*/ 1324 h 177522"/>
                <a:gd name="connsiteX7" fmla="*/ 110546 w 208951"/>
                <a:gd name="connsiteY7" fmla="*/ 38352 h 177522"/>
                <a:gd name="connsiteX8" fmla="*/ 106712 w 208951"/>
                <a:gd name="connsiteY8" fmla="*/ 46012 h 177522"/>
                <a:gd name="connsiteX9" fmla="*/ 79874 w 208951"/>
                <a:gd name="connsiteY9" fmla="*/ 46012 h 177522"/>
                <a:gd name="connsiteX10" fmla="*/ 67734 w 208951"/>
                <a:gd name="connsiteY10" fmla="*/ 28137 h 177522"/>
                <a:gd name="connsiteX11" fmla="*/ 62622 w 208951"/>
                <a:gd name="connsiteY11" fmla="*/ 24945 h 177522"/>
                <a:gd name="connsiteX12" fmla="*/ 6390 w 208951"/>
                <a:gd name="connsiteY12" fmla="*/ 24945 h 177522"/>
                <a:gd name="connsiteX13" fmla="*/ 0 w 208951"/>
                <a:gd name="connsiteY13" fmla="*/ 31329 h 177522"/>
                <a:gd name="connsiteX14" fmla="*/ 0 w 208951"/>
                <a:gd name="connsiteY14" fmla="*/ 171139 h 177522"/>
                <a:gd name="connsiteX15" fmla="*/ 6390 w 208951"/>
                <a:gd name="connsiteY15" fmla="*/ 177522 h 177522"/>
                <a:gd name="connsiteX16" fmla="*/ 202561 w 208951"/>
                <a:gd name="connsiteY16" fmla="*/ 177522 h 177522"/>
                <a:gd name="connsiteX17" fmla="*/ 208951 w 208951"/>
                <a:gd name="connsiteY17" fmla="*/ 171139 h 177522"/>
                <a:gd name="connsiteX18" fmla="*/ 208951 w 208951"/>
                <a:gd name="connsiteY18" fmla="*/ 52396 h 177522"/>
                <a:gd name="connsiteX19" fmla="*/ 201923 w 208951"/>
                <a:gd name="connsiteY19" fmla="*/ 46651 h 177522"/>
                <a:gd name="connsiteX20" fmla="*/ 201923 w 208951"/>
                <a:gd name="connsiteY20" fmla="*/ 46651 h 177522"/>
                <a:gd name="connsiteX21" fmla="*/ 195533 w 208951"/>
                <a:gd name="connsiteY21" fmla="*/ 165393 h 177522"/>
                <a:gd name="connsiteX22" fmla="*/ 12141 w 208951"/>
                <a:gd name="connsiteY22" fmla="*/ 165393 h 177522"/>
                <a:gd name="connsiteX23" fmla="*/ 12141 w 208951"/>
                <a:gd name="connsiteY23" fmla="*/ 38352 h 177522"/>
                <a:gd name="connsiteX24" fmla="*/ 58149 w 208951"/>
                <a:gd name="connsiteY24" fmla="*/ 38352 h 177522"/>
                <a:gd name="connsiteX25" fmla="*/ 70289 w 208951"/>
                <a:gd name="connsiteY25" fmla="*/ 56227 h 177522"/>
                <a:gd name="connsiteX26" fmla="*/ 75402 w 208951"/>
                <a:gd name="connsiteY26" fmla="*/ 59419 h 177522"/>
                <a:gd name="connsiteX27" fmla="*/ 100961 w 208951"/>
                <a:gd name="connsiteY27" fmla="*/ 59419 h 177522"/>
                <a:gd name="connsiteX28" fmla="*/ 93933 w 208951"/>
                <a:gd name="connsiteY28" fmla="*/ 108576 h 177522"/>
                <a:gd name="connsiteX29" fmla="*/ 74763 w 208951"/>
                <a:gd name="connsiteY29" fmla="*/ 89424 h 177522"/>
                <a:gd name="connsiteX30" fmla="*/ 65817 w 208951"/>
                <a:gd name="connsiteY30" fmla="*/ 89424 h 177522"/>
                <a:gd name="connsiteX31" fmla="*/ 65817 w 208951"/>
                <a:gd name="connsiteY31" fmla="*/ 98361 h 177522"/>
                <a:gd name="connsiteX32" fmla="*/ 65817 w 208951"/>
                <a:gd name="connsiteY32" fmla="*/ 98361 h 177522"/>
                <a:gd name="connsiteX33" fmla="*/ 96489 w 208951"/>
                <a:gd name="connsiteY33" fmla="*/ 129004 h 177522"/>
                <a:gd name="connsiteX34" fmla="*/ 100961 w 208951"/>
                <a:gd name="connsiteY34" fmla="*/ 130919 h 177522"/>
                <a:gd name="connsiteX35" fmla="*/ 100961 w 208951"/>
                <a:gd name="connsiteY35" fmla="*/ 130919 h 177522"/>
                <a:gd name="connsiteX36" fmla="*/ 105434 w 208951"/>
                <a:gd name="connsiteY36" fmla="*/ 129004 h 177522"/>
                <a:gd name="connsiteX37" fmla="*/ 135467 w 208951"/>
                <a:gd name="connsiteY37" fmla="*/ 98361 h 177522"/>
                <a:gd name="connsiteX38" fmla="*/ 134828 w 208951"/>
                <a:gd name="connsiteY38" fmla="*/ 89424 h 177522"/>
                <a:gd name="connsiteX39" fmla="*/ 126521 w 208951"/>
                <a:gd name="connsiteY39" fmla="*/ 89424 h 177522"/>
                <a:gd name="connsiteX40" fmla="*/ 107351 w 208951"/>
                <a:gd name="connsiteY40" fmla="*/ 108576 h 177522"/>
                <a:gd name="connsiteX41" fmla="*/ 115019 w 208951"/>
                <a:gd name="connsiteY41" fmla="*/ 59419 h 177522"/>
                <a:gd name="connsiteX42" fmla="*/ 195533 w 208951"/>
                <a:gd name="connsiteY42" fmla="*/ 59419 h 177522"/>
                <a:gd name="connsiteX43" fmla="*/ 195533 w 208951"/>
                <a:gd name="connsiteY43" fmla="*/ 165393 h 177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8951" h="177522">
                  <a:moveTo>
                    <a:pt x="201923" y="46651"/>
                  </a:moveTo>
                  <a:lnTo>
                    <a:pt x="120770" y="46651"/>
                  </a:lnTo>
                  <a:cubicBezTo>
                    <a:pt x="120770" y="46012"/>
                    <a:pt x="121409" y="46012"/>
                    <a:pt x="121409" y="45374"/>
                  </a:cubicBezTo>
                  <a:cubicBezTo>
                    <a:pt x="145691" y="4516"/>
                    <a:pt x="191698" y="14092"/>
                    <a:pt x="194254" y="14092"/>
                  </a:cubicBezTo>
                  <a:cubicBezTo>
                    <a:pt x="198088" y="14731"/>
                    <a:pt x="201283" y="12816"/>
                    <a:pt x="201923" y="8985"/>
                  </a:cubicBezTo>
                  <a:cubicBezTo>
                    <a:pt x="202561" y="5155"/>
                    <a:pt x="200644" y="1963"/>
                    <a:pt x="196810" y="1324"/>
                  </a:cubicBezTo>
                  <a:lnTo>
                    <a:pt x="196810" y="1324"/>
                  </a:lnTo>
                  <a:cubicBezTo>
                    <a:pt x="196172" y="1324"/>
                    <a:pt x="139301" y="-10805"/>
                    <a:pt x="110546" y="38352"/>
                  </a:cubicBezTo>
                  <a:cubicBezTo>
                    <a:pt x="109269" y="40905"/>
                    <a:pt x="107990" y="43459"/>
                    <a:pt x="106712" y="46012"/>
                  </a:cubicBezTo>
                  <a:lnTo>
                    <a:pt x="79874" y="46012"/>
                  </a:lnTo>
                  <a:lnTo>
                    <a:pt x="67734" y="28137"/>
                  </a:lnTo>
                  <a:cubicBezTo>
                    <a:pt x="66456" y="26222"/>
                    <a:pt x="64539" y="24945"/>
                    <a:pt x="62622" y="24945"/>
                  </a:cubicBezTo>
                  <a:lnTo>
                    <a:pt x="6390" y="24945"/>
                  </a:lnTo>
                  <a:cubicBezTo>
                    <a:pt x="2556" y="24945"/>
                    <a:pt x="0" y="27499"/>
                    <a:pt x="0" y="31329"/>
                  </a:cubicBezTo>
                  <a:lnTo>
                    <a:pt x="0" y="171139"/>
                  </a:lnTo>
                  <a:cubicBezTo>
                    <a:pt x="0" y="174969"/>
                    <a:pt x="2556" y="177522"/>
                    <a:pt x="6390" y="177522"/>
                  </a:cubicBezTo>
                  <a:lnTo>
                    <a:pt x="202561" y="177522"/>
                  </a:lnTo>
                  <a:cubicBezTo>
                    <a:pt x="206395" y="177522"/>
                    <a:pt x="208951" y="174969"/>
                    <a:pt x="208951" y="171139"/>
                  </a:cubicBezTo>
                  <a:lnTo>
                    <a:pt x="208951" y="52396"/>
                  </a:lnTo>
                  <a:cubicBezTo>
                    <a:pt x="208951" y="49204"/>
                    <a:pt x="205756" y="46651"/>
                    <a:pt x="201923" y="46651"/>
                  </a:cubicBezTo>
                  <a:lnTo>
                    <a:pt x="201923" y="46651"/>
                  </a:lnTo>
                  <a:close/>
                  <a:moveTo>
                    <a:pt x="195533" y="165393"/>
                  </a:moveTo>
                  <a:lnTo>
                    <a:pt x="12141" y="165393"/>
                  </a:lnTo>
                  <a:lnTo>
                    <a:pt x="12141" y="38352"/>
                  </a:lnTo>
                  <a:lnTo>
                    <a:pt x="58149" y="38352"/>
                  </a:lnTo>
                  <a:lnTo>
                    <a:pt x="70289" y="56227"/>
                  </a:lnTo>
                  <a:cubicBezTo>
                    <a:pt x="71568" y="58142"/>
                    <a:pt x="73484" y="58780"/>
                    <a:pt x="75402" y="59419"/>
                  </a:cubicBezTo>
                  <a:lnTo>
                    <a:pt x="100961" y="59419"/>
                  </a:lnTo>
                  <a:cubicBezTo>
                    <a:pt x="96489" y="75379"/>
                    <a:pt x="93933" y="91977"/>
                    <a:pt x="93933" y="108576"/>
                  </a:cubicBezTo>
                  <a:lnTo>
                    <a:pt x="74763" y="89424"/>
                  </a:lnTo>
                  <a:cubicBezTo>
                    <a:pt x="72207" y="86870"/>
                    <a:pt x="68373" y="86870"/>
                    <a:pt x="65817" y="89424"/>
                  </a:cubicBezTo>
                  <a:cubicBezTo>
                    <a:pt x="63261" y="91977"/>
                    <a:pt x="63261" y="95808"/>
                    <a:pt x="65817" y="98361"/>
                  </a:cubicBezTo>
                  <a:cubicBezTo>
                    <a:pt x="65817" y="98361"/>
                    <a:pt x="65817" y="98361"/>
                    <a:pt x="65817" y="98361"/>
                  </a:cubicBezTo>
                  <a:lnTo>
                    <a:pt x="96489" y="129004"/>
                  </a:lnTo>
                  <a:cubicBezTo>
                    <a:pt x="97766" y="130281"/>
                    <a:pt x="99044" y="130919"/>
                    <a:pt x="100961" y="130919"/>
                  </a:cubicBezTo>
                  <a:lnTo>
                    <a:pt x="100961" y="130919"/>
                  </a:lnTo>
                  <a:cubicBezTo>
                    <a:pt x="102879" y="130919"/>
                    <a:pt x="104156" y="130281"/>
                    <a:pt x="105434" y="129004"/>
                  </a:cubicBezTo>
                  <a:lnTo>
                    <a:pt x="135467" y="98361"/>
                  </a:lnTo>
                  <a:cubicBezTo>
                    <a:pt x="138023" y="95808"/>
                    <a:pt x="137384" y="91339"/>
                    <a:pt x="134828" y="89424"/>
                  </a:cubicBezTo>
                  <a:cubicBezTo>
                    <a:pt x="132272" y="87508"/>
                    <a:pt x="129077" y="87508"/>
                    <a:pt x="126521" y="89424"/>
                  </a:cubicBezTo>
                  <a:lnTo>
                    <a:pt x="107351" y="108576"/>
                  </a:lnTo>
                  <a:cubicBezTo>
                    <a:pt x="107351" y="91977"/>
                    <a:pt x="109907" y="75379"/>
                    <a:pt x="115019" y="59419"/>
                  </a:cubicBezTo>
                  <a:lnTo>
                    <a:pt x="195533" y="59419"/>
                  </a:lnTo>
                  <a:lnTo>
                    <a:pt x="195533" y="165393"/>
                  </a:lnTo>
                  <a:close/>
                </a:path>
              </a:pathLst>
            </a:custGeom>
            <a:solidFill>
              <a:srgbClr val="00ABAB"/>
            </a:solidFill>
            <a:ln w="6390" cap="flat">
              <a:noFill/>
              <a:prstDash val="solid"/>
              <a:miter/>
            </a:ln>
          </p:spPr>
          <p:txBody>
            <a:bodyPr rtlCol="0" anchor="ctr"/>
            <a:lstStyle/>
            <a:p>
              <a:endParaRPr lang="en-US"/>
            </a:p>
          </p:txBody>
        </p:sp>
      </p:grpSp>
      <p:grpSp>
        <p:nvGrpSpPr>
          <p:cNvPr id="1420" name="Graphic 1100">
            <a:extLst>
              <a:ext uri="{FF2B5EF4-FFF2-40B4-BE49-F238E27FC236}">
                <a16:creationId xmlns:a16="http://schemas.microsoft.com/office/drawing/2014/main" id="{18E5F687-6A3F-E744-A884-F778D42AB096}"/>
              </a:ext>
            </a:extLst>
          </p:cNvPr>
          <p:cNvGrpSpPr/>
          <p:nvPr/>
        </p:nvGrpSpPr>
        <p:grpSpPr>
          <a:xfrm>
            <a:off x="6754802" y="2859711"/>
            <a:ext cx="362309" cy="361971"/>
            <a:chOff x="6754802" y="2859711"/>
            <a:chExt cx="362309" cy="361971"/>
          </a:xfrm>
          <a:solidFill>
            <a:srgbClr val="00ABAB"/>
          </a:solidFill>
        </p:grpSpPr>
        <p:sp>
          <p:nvSpPr>
            <p:cNvPr id="1421" name="Graphic 1100">
              <a:extLst>
                <a:ext uri="{FF2B5EF4-FFF2-40B4-BE49-F238E27FC236}">
                  <a16:creationId xmlns:a16="http://schemas.microsoft.com/office/drawing/2014/main" id="{8F9D6D95-6AD4-4247-A047-7A5C7AC8702F}"/>
                </a:ext>
              </a:extLst>
            </p:cNvPr>
            <p:cNvSpPr/>
            <p:nvPr/>
          </p:nvSpPr>
          <p:spPr>
            <a:xfrm>
              <a:off x="6754802" y="2859711"/>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3" y="0"/>
                    <a:pt x="0" y="81076"/>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6"/>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234"/>
                    <a:pt x="274767" y="348565"/>
                    <a:pt x="181474" y="349204"/>
                  </a:cubicBezTo>
                  <a:close/>
                </a:path>
              </a:pathLst>
            </a:custGeom>
            <a:solidFill>
              <a:srgbClr val="00ABAB"/>
            </a:solidFill>
            <a:ln w="6390" cap="flat">
              <a:noFill/>
              <a:prstDash val="solid"/>
              <a:miter/>
            </a:ln>
          </p:spPr>
          <p:txBody>
            <a:bodyPr rtlCol="0" anchor="ctr"/>
            <a:lstStyle/>
            <a:p>
              <a:endParaRPr lang="en-US"/>
            </a:p>
          </p:txBody>
        </p:sp>
        <p:sp>
          <p:nvSpPr>
            <p:cNvPr id="1422" name="Graphic 1100">
              <a:extLst>
                <a:ext uri="{FF2B5EF4-FFF2-40B4-BE49-F238E27FC236}">
                  <a16:creationId xmlns:a16="http://schemas.microsoft.com/office/drawing/2014/main" id="{D4C20C43-9785-8B4F-8513-691736815767}"/>
                </a:ext>
              </a:extLst>
            </p:cNvPr>
            <p:cNvSpPr/>
            <p:nvPr/>
          </p:nvSpPr>
          <p:spPr>
            <a:xfrm>
              <a:off x="6841066" y="2943696"/>
              <a:ext cx="191059" cy="193718"/>
            </a:xfrm>
            <a:custGeom>
              <a:avLst/>
              <a:gdLst>
                <a:gd name="connsiteX0" fmla="*/ 184031 w 191059"/>
                <a:gd name="connsiteY0" fmla="*/ 73061 h 193718"/>
                <a:gd name="connsiteX1" fmla="*/ 108629 w 191059"/>
                <a:gd name="connsiteY1" fmla="*/ 73061 h 193718"/>
                <a:gd name="connsiteX2" fmla="*/ 116936 w 191059"/>
                <a:gd name="connsiteY2" fmla="*/ 59655 h 193718"/>
                <a:gd name="connsiteX3" fmla="*/ 164861 w 191059"/>
                <a:gd name="connsiteY3" fmla="*/ 36672 h 193718"/>
                <a:gd name="connsiteX4" fmla="*/ 150802 w 191059"/>
                <a:gd name="connsiteY4" fmla="*/ 56463 h 193718"/>
                <a:gd name="connsiteX5" fmla="*/ 152081 w 191059"/>
                <a:gd name="connsiteY5" fmla="*/ 65400 h 193718"/>
                <a:gd name="connsiteX6" fmla="*/ 155915 w 191059"/>
                <a:gd name="connsiteY6" fmla="*/ 66677 h 193718"/>
                <a:gd name="connsiteX7" fmla="*/ 161027 w 191059"/>
                <a:gd name="connsiteY7" fmla="*/ 64123 h 193718"/>
                <a:gd name="connsiteX8" fmla="*/ 183392 w 191059"/>
                <a:gd name="connsiteY8" fmla="*/ 32204 h 193718"/>
                <a:gd name="connsiteX9" fmla="*/ 184669 w 191059"/>
                <a:gd name="connsiteY9" fmla="*/ 27096 h 193718"/>
                <a:gd name="connsiteX10" fmla="*/ 182113 w 191059"/>
                <a:gd name="connsiteY10" fmla="*/ 23266 h 193718"/>
                <a:gd name="connsiteX11" fmla="*/ 150164 w 191059"/>
                <a:gd name="connsiteY11" fmla="*/ 922 h 193718"/>
                <a:gd name="connsiteX12" fmla="*/ 141217 w 191059"/>
                <a:gd name="connsiteY12" fmla="*/ 2837 h 193718"/>
                <a:gd name="connsiteX13" fmla="*/ 142496 w 191059"/>
                <a:gd name="connsiteY13" fmla="*/ 11137 h 193718"/>
                <a:gd name="connsiteX14" fmla="*/ 161027 w 191059"/>
                <a:gd name="connsiteY14" fmla="*/ 23904 h 193718"/>
                <a:gd name="connsiteX15" fmla="*/ 106712 w 191059"/>
                <a:gd name="connsiteY15" fmla="*/ 51356 h 193718"/>
                <a:gd name="connsiteX16" fmla="*/ 95210 w 191059"/>
                <a:gd name="connsiteY16" fmla="*/ 73061 h 193718"/>
                <a:gd name="connsiteX17" fmla="*/ 73484 w 191059"/>
                <a:gd name="connsiteY17" fmla="*/ 73061 h 193718"/>
                <a:gd name="connsiteX18" fmla="*/ 62622 w 191059"/>
                <a:gd name="connsiteY18" fmla="*/ 57101 h 193718"/>
                <a:gd name="connsiteX19" fmla="*/ 57509 w 191059"/>
                <a:gd name="connsiteY19" fmla="*/ 53909 h 193718"/>
                <a:gd name="connsiteX20" fmla="*/ 6390 w 191059"/>
                <a:gd name="connsiteY20" fmla="*/ 53909 h 193718"/>
                <a:gd name="connsiteX21" fmla="*/ 0 w 191059"/>
                <a:gd name="connsiteY21" fmla="*/ 60293 h 193718"/>
                <a:gd name="connsiteX22" fmla="*/ 0 w 191059"/>
                <a:gd name="connsiteY22" fmla="*/ 187334 h 193718"/>
                <a:gd name="connsiteX23" fmla="*/ 6390 w 191059"/>
                <a:gd name="connsiteY23" fmla="*/ 193718 h 193718"/>
                <a:gd name="connsiteX24" fmla="*/ 184669 w 191059"/>
                <a:gd name="connsiteY24" fmla="*/ 193718 h 193718"/>
                <a:gd name="connsiteX25" fmla="*/ 191059 w 191059"/>
                <a:gd name="connsiteY25" fmla="*/ 187334 h 193718"/>
                <a:gd name="connsiteX26" fmla="*/ 191059 w 191059"/>
                <a:gd name="connsiteY26" fmla="*/ 79445 h 193718"/>
                <a:gd name="connsiteX27" fmla="*/ 184031 w 191059"/>
                <a:gd name="connsiteY27" fmla="*/ 73061 h 193718"/>
                <a:gd name="connsiteX28" fmla="*/ 177641 w 191059"/>
                <a:gd name="connsiteY28" fmla="*/ 180950 h 193718"/>
                <a:gd name="connsiteX29" fmla="*/ 12141 w 191059"/>
                <a:gd name="connsiteY29" fmla="*/ 180950 h 193718"/>
                <a:gd name="connsiteX30" fmla="*/ 12141 w 191059"/>
                <a:gd name="connsiteY30" fmla="*/ 66677 h 193718"/>
                <a:gd name="connsiteX31" fmla="*/ 53037 w 191059"/>
                <a:gd name="connsiteY31" fmla="*/ 66677 h 193718"/>
                <a:gd name="connsiteX32" fmla="*/ 63899 w 191059"/>
                <a:gd name="connsiteY32" fmla="*/ 82637 h 193718"/>
                <a:gd name="connsiteX33" fmla="*/ 69012 w 191059"/>
                <a:gd name="connsiteY33" fmla="*/ 85829 h 193718"/>
                <a:gd name="connsiteX34" fmla="*/ 90098 w 191059"/>
                <a:gd name="connsiteY34" fmla="*/ 85829 h 193718"/>
                <a:gd name="connsiteX35" fmla="*/ 89459 w 191059"/>
                <a:gd name="connsiteY35" fmla="*/ 129240 h 193718"/>
                <a:gd name="connsiteX36" fmla="*/ 95849 w 191059"/>
                <a:gd name="connsiteY36" fmla="*/ 134347 h 193718"/>
                <a:gd name="connsiteX37" fmla="*/ 97128 w 191059"/>
                <a:gd name="connsiteY37" fmla="*/ 134347 h 193718"/>
                <a:gd name="connsiteX38" fmla="*/ 102239 w 191059"/>
                <a:gd name="connsiteY38" fmla="*/ 126687 h 193718"/>
                <a:gd name="connsiteX39" fmla="*/ 103517 w 191059"/>
                <a:gd name="connsiteY39" fmla="*/ 85829 h 193718"/>
                <a:gd name="connsiteX40" fmla="*/ 177002 w 191059"/>
                <a:gd name="connsiteY40" fmla="*/ 85829 h 193718"/>
                <a:gd name="connsiteX41" fmla="*/ 177641 w 191059"/>
                <a:gd name="connsiteY41" fmla="*/ 180950 h 193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91059" h="193718">
                  <a:moveTo>
                    <a:pt x="184031" y="73061"/>
                  </a:moveTo>
                  <a:lnTo>
                    <a:pt x="108629" y="73061"/>
                  </a:lnTo>
                  <a:cubicBezTo>
                    <a:pt x="110546" y="67954"/>
                    <a:pt x="113102" y="63485"/>
                    <a:pt x="116936" y="59655"/>
                  </a:cubicBezTo>
                  <a:cubicBezTo>
                    <a:pt x="129077" y="44972"/>
                    <a:pt x="150802" y="38588"/>
                    <a:pt x="164861" y="36672"/>
                  </a:cubicBezTo>
                  <a:lnTo>
                    <a:pt x="150802" y="56463"/>
                  </a:lnTo>
                  <a:cubicBezTo>
                    <a:pt x="148886" y="59655"/>
                    <a:pt x="149525" y="63485"/>
                    <a:pt x="152081" y="65400"/>
                  </a:cubicBezTo>
                  <a:cubicBezTo>
                    <a:pt x="153358" y="66039"/>
                    <a:pt x="154637" y="66677"/>
                    <a:pt x="155915" y="66677"/>
                  </a:cubicBezTo>
                  <a:cubicBezTo>
                    <a:pt x="157832" y="66677"/>
                    <a:pt x="159748" y="65400"/>
                    <a:pt x="161027" y="64123"/>
                  </a:cubicBezTo>
                  <a:lnTo>
                    <a:pt x="183392" y="32204"/>
                  </a:lnTo>
                  <a:cubicBezTo>
                    <a:pt x="184031" y="30927"/>
                    <a:pt x="184669" y="29012"/>
                    <a:pt x="184669" y="27096"/>
                  </a:cubicBezTo>
                  <a:cubicBezTo>
                    <a:pt x="184669" y="25181"/>
                    <a:pt x="183392" y="23904"/>
                    <a:pt x="182113" y="23266"/>
                  </a:cubicBezTo>
                  <a:lnTo>
                    <a:pt x="150164" y="922"/>
                  </a:lnTo>
                  <a:cubicBezTo>
                    <a:pt x="146969" y="-993"/>
                    <a:pt x="143135" y="284"/>
                    <a:pt x="141217" y="2837"/>
                  </a:cubicBezTo>
                  <a:cubicBezTo>
                    <a:pt x="139301" y="5391"/>
                    <a:pt x="139940" y="9221"/>
                    <a:pt x="142496" y="11137"/>
                  </a:cubicBezTo>
                  <a:lnTo>
                    <a:pt x="161027" y="23904"/>
                  </a:lnTo>
                  <a:cubicBezTo>
                    <a:pt x="145691" y="26458"/>
                    <a:pt x="120770" y="33480"/>
                    <a:pt x="106712" y="51356"/>
                  </a:cubicBezTo>
                  <a:cubicBezTo>
                    <a:pt x="101600" y="57740"/>
                    <a:pt x="97766" y="65400"/>
                    <a:pt x="95210" y="73061"/>
                  </a:cubicBezTo>
                  <a:lnTo>
                    <a:pt x="73484" y="73061"/>
                  </a:lnTo>
                  <a:lnTo>
                    <a:pt x="62622" y="57101"/>
                  </a:lnTo>
                  <a:cubicBezTo>
                    <a:pt x="61343" y="55186"/>
                    <a:pt x="59427" y="54548"/>
                    <a:pt x="57509" y="53909"/>
                  </a:cubicBezTo>
                  <a:lnTo>
                    <a:pt x="6390" y="53909"/>
                  </a:lnTo>
                  <a:cubicBezTo>
                    <a:pt x="2556" y="53909"/>
                    <a:pt x="0" y="56463"/>
                    <a:pt x="0" y="60293"/>
                  </a:cubicBezTo>
                  <a:lnTo>
                    <a:pt x="0" y="187334"/>
                  </a:lnTo>
                  <a:cubicBezTo>
                    <a:pt x="0" y="191165"/>
                    <a:pt x="2556" y="193718"/>
                    <a:pt x="6390" y="193718"/>
                  </a:cubicBezTo>
                  <a:lnTo>
                    <a:pt x="184669" y="193718"/>
                  </a:lnTo>
                  <a:cubicBezTo>
                    <a:pt x="188503" y="193718"/>
                    <a:pt x="191059" y="191165"/>
                    <a:pt x="191059" y="187334"/>
                  </a:cubicBezTo>
                  <a:lnTo>
                    <a:pt x="191059" y="79445"/>
                  </a:lnTo>
                  <a:cubicBezTo>
                    <a:pt x="190420" y="76253"/>
                    <a:pt x="187864" y="73061"/>
                    <a:pt x="184031" y="73061"/>
                  </a:cubicBezTo>
                  <a:close/>
                  <a:moveTo>
                    <a:pt x="177641" y="180950"/>
                  </a:moveTo>
                  <a:lnTo>
                    <a:pt x="12141" y="180950"/>
                  </a:lnTo>
                  <a:lnTo>
                    <a:pt x="12141" y="66677"/>
                  </a:lnTo>
                  <a:lnTo>
                    <a:pt x="53037" y="66677"/>
                  </a:lnTo>
                  <a:lnTo>
                    <a:pt x="63899" y="82637"/>
                  </a:lnTo>
                  <a:cubicBezTo>
                    <a:pt x="65178" y="84552"/>
                    <a:pt x="67094" y="85829"/>
                    <a:pt x="69012" y="85829"/>
                  </a:cubicBezTo>
                  <a:lnTo>
                    <a:pt x="90098" y="85829"/>
                  </a:lnTo>
                  <a:cubicBezTo>
                    <a:pt x="86903" y="99874"/>
                    <a:pt x="86903" y="115195"/>
                    <a:pt x="89459" y="129240"/>
                  </a:cubicBezTo>
                  <a:cubicBezTo>
                    <a:pt x="90098" y="132432"/>
                    <a:pt x="92654" y="134347"/>
                    <a:pt x="95849" y="134347"/>
                  </a:cubicBezTo>
                  <a:cubicBezTo>
                    <a:pt x="96488" y="134347"/>
                    <a:pt x="96488" y="134347"/>
                    <a:pt x="97128" y="134347"/>
                  </a:cubicBezTo>
                  <a:cubicBezTo>
                    <a:pt x="100322" y="133709"/>
                    <a:pt x="102878" y="130517"/>
                    <a:pt x="102239" y="126687"/>
                  </a:cubicBezTo>
                  <a:cubicBezTo>
                    <a:pt x="100322" y="113280"/>
                    <a:pt x="100961" y="99235"/>
                    <a:pt x="103517" y="85829"/>
                  </a:cubicBezTo>
                  <a:lnTo>
                    <a:pt x="177002" y="85829"/>
                  </a:lnTo>
                  <a:lnTo>
                    <a:pt x="177641" y="180950"/>
                  </a:lnTo>
                  <a:close/>
                </a:path>
              </a:pathLst>
            </a:custGeom>
            <a:solidFill>
              <a:srgbClr val="00ABAB"/>
            </a:solidFill>
            <a:ln w="6390" cap="flat">
              <a:noFill/>
              <a:prstDash val="solid"/>
              <a:miter/>
            </a:ln>
          </p:spPr>
          <p:txBody>
            <a:bodyPr rtlCol="0" anchor="ctr"/>
            <a:lstStyle/>
            <a:p>
              <a:endParaRPr lang="en-US"/>
            </a:p>
          </p:txBody>
        </p:sp>
      </p:grpSp>
      <p:grpSp>
        <p:nvGrpSpPr>
          <p:cNvPr id="1423" name="Graphic 1100">
            <a:extLst>
              <a:ext uri="{FF2B5EF4-FFF2-40B4-BE49-F238E27FC236}">
                <a16:creationId xmlns:a16="http://schemas.microsoft.com/office/drawing/2014/main" id="{4ED56031-1E64-F94F-A3D6-E4C95B10D38F}"/>
              </a:ext>
            </a:extLst>
          </p:cNvPr>
          <p:cNvGrpSpPr/>
          <p:nvPr/>
        </p:nvGrpSpPr>
        <p:grpSpPr>
          <a:xfrm>
            <a:off x="6754802" y="2375167"/>
            <a:ext cx="362309" cy="361971"/>
            <a:chOff x="6754802" y="2375167"/>
            <a:chExt cx="362309" cy="361971"/>
          </a:xfrm>
          <a:solidFill>
            <a:srgbClr val="00ABAB"/>
          </a:solidFill>
        </p:grpSpPr>
        <p:sp>
          <p:nvSpPr>
            <p:cNvPr id="1424" name="Graphic 1100">
              <a:extLst>
                <a:ext uri="{FF2B5EF4-FFF2-40B4-BE49-F238E27FC236}">
                  <a16:creationId xmlns:a16="http://schemas.microsoft.com/office/drawing/2014/main" id="{5505B1C1-3279-5A47-AEFE-87925C1D88CA}"/>
                </a:ext>
              </a:extLst>
            </p:cNvPr>
            <p:cNvSpPr/>
            <p:nvPr/>
          </p:nvSpPr>
          <p:spPr>
            <a:xfrm>
              <a:off x="6754802" y="237516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873"/>
                    <a:pt x="274128"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1425" name="Graphic 1100">
              <a:extLst>
                <a:ext uri="{FF2B5EF4-FFF2-40B4-BE49-F238E27FC236}">
                  <a16:creationId xmlns:a16="http://schemas.microsoft.com/office/drawing/2014/main" id="{64CE6264-BD9E-734C-B4A7-454A0C90E1C4}"/>
                </a:ext>
              </a:extLst>
            </p:cNvPr>
            <p:cNvSpPr/>
            <p:nvPr/>
          </p:nvSpPr>
          <p:spPr>
            <a:xfrm>
              <a:off x="6824452" y="2444912"/>
              <a:ext cx="224286" cy="223279"/>
            </a:xfrm>
            <a:custGeom>
              <a:avLst/>
              <a:gdLst>
                <a:gd name="connsiteX0" fmla="*/ 221092 w 224286"/>
                <a:gd name="connsiteY0" fmla="*/ 87301 h 223279"/>
                <a:gd name="connsiteX1" fmla="*/ 214702 w 224286"/>
                <a:gd name="connsiteY1" fmla="*/ 82194 h 223279"/>
                <a:gd name="connsiteX2" fmla="*/ 196171 w 224286"/>
                <a:gd name="connsiteY2" fmla="*/ 82194 h 223279"/>
                <a:gd name="connsiteX3" fmla="*/ 191698 w 224286"/>
                <a:gd name="connsiteY3" fmla="*/ 71979 h 223279"/>
                <a:gd name="connsiteX4" fmla="*/ 204478 w 224286"/>
                <a:gd name="connsiteY4" fmla="*/ 58573 h 223279"/>
                <a:gd name="connsiteX5" fmla="*/ 205117 w 224286"/>
                <a:gd name="connsiteY5" fmla="*/ 50912 h 223279"/>
                <a:gd name="connsiteX6" fmla="*/ 201283 w 224286"/>
                <a:gd name="connsiteY6" fmla="*/ 45167 h 223279"/>
                <a:gd name="connsiteX7" fmla="*/ 201283 w 224286"/>
                <a:gd name="connsiteY7" fmla="*/ 45167 h 223279"/>
                <a:gd name="connsiteX8" fmla="*/ 200644 w 224286"/>
                <a:gd name="connsiteY8" fmla="*/ 44528 h 223279"/>
                <a:gd name="connsiteX9" fmla="*/ 200005 w 224286"/>
                <a:gd name="connsiteY9" fmla="*/ 43890 h 223279"/>
                <a:gd name="connsiteX10" fmla="*/ 179557 w 224286"/>
                <a:gd name="connsiteY10" fmla="*/ 22823 h 223279"/>
                <a:gd name="connsiteX11" fmla="*/ 178279 w 224286"/>
                <a:gd name="connsiteY11" fmla="*/ 22184 h 223279"/>
                <a:gd name="connsiteX12" fmla="*/ 177641 w 224286"/>
                <a:gd name="connsiteY12" fmla="*/ 21546 h 223279"/>
                <a:gd name="connsiteX13" fmla="*/ 177641 w 224286"/>
                <a:gd name="connsiteY13" fmla="*/ 21546 h 223279"/>
                <a:gd name="connsiteX14" fmla="*/ 171889 w 224286"/>
                <a:gd name="connsiteY14" fmla="*/ 17716 h 223279"/>
                <a:gd name="connsiteX15" fmla="*/ 164221 w 224286"/>
                <a:gd name="connsiteY15" fmla="*/ 18354 h 223279"/>
                <a:gd name="connsiteX16" fmla="*/ 151441 w 224286"/>
                <a:gd name="connsiteY16" fmla="*/ 31760 h 223279"/>
                <a:gd name="connsiteX17" fmla="*/ 141217 w 224286"/>
                <a:gd name="connsiteY17" fmla="*/ 27930 h 223279"/>
                <a:gd name="connsiteX18" fmla="*/ 141217 w 224286"/>
                <a:gd name="connsiteY18" fmla="*/ 8778 h 223279"/>
                <a:gd name="connsiteX19" fmla="*/ 136106 w 224286"/>
                <a:gd name="connsiteY19" fmla="*/ 2394 h 223279"/>
                <a:gd name="connsiteX20" fmla="*/ 120770 w 224286"/>
                <a:gd name="connsiteY20" fmla="*/ 479 h 223279"/>
                <a:gd name="connsiteX21" fmla="*/ 102878 w 224286"/>
                <a:gd name="connsiteY21" fmla="*/ 479 h 223279"/>
                <a:gd name="connsiteX22" fmla="*/ 87542 w 224286"/>
                <a:gd name="connsiteY22" fmla="*/ 2394 h 223279"/>
                <a:gd name="connsiteX23" fmla="*/ 82430 w 224286"/>
                <a:gd name="connsiteY23" fmla="*/ 8778 h 223279"/>
                <a:gd name="connsiteX24" fmla="*/ 82430 w 224286"/>
                <a:gd name="connsiteY24" fmla="*/ 27930 h 223279"/>
                <a:gd name="connsiteX25" fmla="*/ 72207 w 224286"/>
                <a:gd name="connsiteY25" fmla="*/ 32399 h 223279"/>
                <a:gd name="connsiteX26" fmla="*/ 58787 w 224286"/>
                <a:gd name="connsiteY26" fmla="*/ 18992 h 223279"/>
                <a:gd name="connsiteX27" fmla="*/ 51119 w 224286"/>
                <a:gd name="connsiteY27" fmla="*/ 18354 h 223279"/>
                <a:gd name="connsiteX28" fmla="*/ 44730 w 224286"/>
                <a:gd name="connsiteY28" fmla="*/ 22823 h 223279"/>
                <a:gd name="connsiteX29" fmla="*/ 22365 w 224286"/>
                <a:gd name="connsiteY29" fmla="*/ 45167 h 223279"/>
                <a:gd name="connsiteX30" fmla="*/ 17892 w 224286"/>
                <a:gd name="connsiteY30" fmla="*/ 51551 h 223279"/>
                <a:gd name="connsiteX31" fmla="*/ 18531 w 224286"/>
                <a:gd name="connsiteY31" fmla="*/ 59211 h 223279"/>
                <a:gd name="connsiteX32" fmla="*/ 31950 w 224286"/>
                <a:gd name="connsiteY32" fmla="*/ 71979 h 223279"/>
                <a:gd name="connsiteX33" fmla="*/ 27477 w 224286"/>
                <a:gd name="connsiteY33" fmla="*/ 82194 h 223279"/>
                <a:gd name="connsiteX34" fmla="*/ 8946 w 224286"/>
                <a:gd name="connsiteY34" fmla="*/ 82194 h 223279"/>
                <a:gd name="connsiteX35" fmla="*/ 2556 w 224286"/>
                <a:gd name="connsiteY35" fmla="*/ 87301 h 223279"/>
                <a:gd name="connsiteX36" fmla="*/ 639 w 224286"/>
                <a:gd name="connsiteY36" fmla="*/ 102622 h 223279"/>
                <a:gd name="connsiteX37" fmla="*/ 0 w 224286"/>
                <a:gd name="connsiteY37" fmla="*/ 111560 h 223279"/>
                <a:gd name="connsiteX38" fmla="*/ 639 w 224286"/>
                <a:gd name="connsiteY38" fmla="*/ 120498 h 223279"/>
                <a:gd name="connsiteX39" fmla="*/ 2556 w 224286"/>
                <a:gd name="connsiteY39" fmla="*/ 135819 h 223279"/>
                <a:gd name="connsiteX40" fmla="*/ 8946 w 224286"/>
                <a:gd name="connsiteY40" fmla="*/ 140926 h 223279"/>
                <a:gd name="connsiteX41" fmla="*/ 27477 w 224286"/>
                <a:gd name="connsiteY41" fmla="*/ 140926 h 223279"/>
                <a:gd name="connsiteX42" fmla="*/ 31950 w 224286"/>
                <a:gd name="connsiteY42" fmla="*/ 151141 h 223279"/>
                <a:gd name="connsiteX43" fmla="*/ 18531 w 224286"/>
                <a:gd name="connsiteY43" fmla="*/ 164547 h 223279"/>
                <a:gd name="connsiteX44" fmla="*/ 17892 w 224286"/>
                <a:gd name="connsiteY44" fmla="*/ 172208 h 223279"/>
                <a:gd name="connsiteX45" fmla="*/ 21726 w 224286"/>
                <a:gd name="connsiteY45" fmla="*/ 177954 h 223279"/>
                <a:gd name="connsiteX46" fmla="*/ 21726 w 224286"/>
                <a:gd name="connsiteY46" fmla="*/ 177954 h 223279"/>
                <a:gd name="connsiteX47" fmla="*/ 22365 w 224286"/>
                <a:gd name="connsiteY47" fmla="*/ 178592 h 223279"/>
                <a:gd name="connsiteX48" fmla="*/ 23004 w 224286"/>
                <a:gd name="connsiteY48" fmla="*/ 179230 h 223279"/>
                <a:gd name="connsiteX49" fmla="*/ 44091 w 224286"/>
                <a:gd name="connsiteY49" fmla="*/ 200297 h 223279"/>
                <a:gd name="connsiteX50" fmla="*/ 44730 w 224286"/>
                <a:gd name="connsiteY50" fmla="*/ 200936 h 223279"/>
                <a:gd name="connsiteX51" fmla="*/ 46007 w 224286"/>
                <a:gd name="connsiteY51" fmla="*/ 201574 h 223279"/>
                <a:gd name="connsiteX52" fmla="*/ 46007 w 224286"/>
                <a:gd name="connsiteY52" fmla="*/ 201574 h 223279"/>
                <a:gd name="connsiteX53" fmla="*/ 51758 w 224286"/>
                <a:gd name="connsiteY53" fmla="*/ 205405 h 223279"/>
                <a:gd name="connsiteX54" fmla="*/ 59427 w 224286"/>
                <a:gd name="connsiteY54" fmla="*/ 204766 h 223279"/>
                <a:gd name="connsiteX55" fmla="*/ 72845 w 224286"/>
                <a:gd name="connsiteY55" fmla="*/ 191360 h 223279"/>
                <a:gd name="connsiteX56" fmla="*/ 83069 w 224286"/>
                <a:gd name="connsiteY56" fmla="*/ 195829 h 223279"/>
                <a:gd name="connsiteX57" fmla="*/ 83069 w 224286"/>
                <a:gd name="connsiteY57" fmla="*/ 214342 h 223279"/>
                <a:gd name="connsiteX58" fmla="*/ 88181 w 224286"/>
                <a:gd name="connsiteY58" fmla="*/ 220726 h 223279"/>
                <a:gd name="connsiteX59" fmla="*/ 103517 w 224286"/>
                <a:gd name="connsiteY59" fmla="*/ 222641 h 223279"/>
                <a:gd name="connsiteX60" fmla="*/ 112463 w 224286"/>
                <a:gd name="connsiteY60" fmla="*/ 223280 h 223279"/>
                <a:gd name="connsiteX61" fmla="*/ 121409 w 224286"/>
                <a:gd name="connsiteY61" fmla="*/ 222641 h 223279"/>
                <a:gd name="connsiteX62" fmla="*/ 136745 w 224286"/>
                <a:gd name="connsiteY62" fmla="*/ 220726 h 223279"/>
                <a:gd name="connsiteX63" fmla="*/ 141856 w 224286"/>
                <a:gd name="connsiteY63" fmla="*/ 214342 h 223279"/>
                <a:gd name="connsiteX64" fmla="*/ 141856 w 224286"/>
                <a:gd name="connsiteY64" fmla="*/ 195829 h 223279"/>
                <a:gd name="connsiteX65" fmla="*/ 152081 w 224286"/>
                <a:gd name="connsiteY65" fmla="*/ 191360 h 223279"/>
                <a:gd name="connsiteX66" fmla="*/ 164861 w 224286"/>
                <a:gd name="connsiteY66" fmla="*/ 204766 h 223279"/>
                <a:gd name="connsiteX67" fmla="*/ 172528 w 224286"/>
                <a:gd name="connsiteY67" fmla="*/ 205405 h 223279"/>
                <a:gd name="connsiteX68" fmla="*/ 178918 w 224286"/>
                <a:gd name="connsiteY68" fmla="*/ 200936 h 223279"/>
                <a:gd name="connsiteX69" fmla="*/ 201283 w 224286"/>
                <a:gd name="connsiteY69" fmla="*/ 178592 h 223279"/>
                <a:gd name="connsiteX70" fmla="*/ 205756 w 224286"/>
                <a:gd name="connsiteY70" fmla="*/ 172208 h 223279"/>
                <a:gd name="connsiteX71" fmla="*/ 205117 w 224286"/>
                <a:gd name="connsiteY71" fmla="*/ 164547 h 223279"/>
                <a:gd name="connsiteX72" fmla="*/ 192337 w 224286"/>
                <a:gd name="connsiteY72" fmla="*/ 151141 h 223279"/>
                <a:gd name="connsiteX73" fmla="*/ 196810 w 224286"/>
                <a:gd name="connsiteY73" fmla="*/ 140926 h 223279"/>
                <a:gd name="connsiteX74" fmla="*/ 215341 w 224286"/>
                <a:gd name="connsiteY74" fmla="*/ 140926 h 223279"/>
                <a:gd name="connsiteX75" fmla="*/ 221731 w 224286"/>
                <a:gd name="connsiteY75" fmla="*/ 135819 h 223279"/>
                <a:gd name="connsiteX76" fmla="*/ 223648 w 224286"/>
                <a:gd name="connsiteY76" fmla="*/ 120498 h 223279"/>
                <a:gd name="connsiteX77" fmla="*/ 224287 w 224286"/>
                <a:gd name="connsiteY77" fmla="*/ 111560 h 223279"/>
                <a:gd name="connsiteX78" fmla="*/ 223648 w 224286"/>
                <a:gd name="connsiteY78" fmla="*/ 102622 h 223279"/>
                <a:gd name="connsiteX79" fmla="*/ 221092 w 224286"/>
                <a:gd name="connsiteY79" fmla="*/ 87301 h 223279"/>
                <a:gd name="connsiteX80" fmla="*/ 210229 w 224286"/>
                <a:gd name="connsiteY80" fmla="*/ 119221 h 223279"/>
                <a:gd name="connsiteX81" fmla="*/ 208951 w 224286"/>
                <a:gd name="connsiteY81" fmla="*/ 127520 h 223279"/>
                <a:gd name="connsiteX82" fmla="*/ 191059 w 224286"/>
                <a:gd name="connsiteY82" fmla="*/ 127520 h 223279"/>
                <a:gd name="connsiteX83" fmla="*/ 184669 w 224286"/>
                <a:gd name="connsiteY83" fmla="*/ 131989 h 223279"/>
                <a:gd name="connsiteX84" fmla="*/ 178279 w 224286"/>
                <a:gd name="connsiteY84" fmla="*/ 148587 h 223279"/>
                <a:gd name="connsiteX85" fmla="*/ 179557 w 224286"/>
                <a:gd name="connsiteY85" fmla="*/ 156248 h 223279"/>
                <a:gd name="connsiteX86" fmla="*/ 192337 w 224286"/>
                <a:gd name="connsiteY86" fmla="*/ 169016 h 223279"/>
                <a:gd name="connsiteX87" fmla="*/ 191059 w 224286"/>
                <a:gd name="connsiteY87" fmla="*/ 170931 h 223279"/>
                <a:gd name="connsiteX88" fmla="*/ 171251 w 224286"/>
                <a:gd name="connsiteY88" fmla="*/ 190721 h 223279"/>
                <a:gd name="connsiteX89" fmla="*/ 169333 w 224286"/>
                <a:gd name="connsiteY89" fmla="*/ 191998 h 223279"/>
                <a:gd name="connsiteX90" fmla="*/ 156553 w 224286"/>
                <a:gd name="connsiteY90" fmla="*/ 179230 h 223279"/>
                <a:gd name="connsiteX91" fmla="*/ 148886 w 224286"/>
                <a:gd name="connsiteY91" fmla="*/ 177954 h 223279"/>
                <a:gd name="connsiteX92" fmla="*/ 132271 w 224286"/>
                <a:gd name="connsiteY92" fmla="*/ 184337 h 223279"/>
                <a:gd name="connsiteX93" fmla="*/ 127799 w 224286"/>
                <a:gd name="connsiteY93" fmla="*/ 190721 h 223279"/>
                <a:gd name="connsiteX94" fmla="*/ 127799 w 224286"/>
                <a:gd name="connsiteY94" fmla="*/ 208597 h 223279"/>
                <a:gd name="connsiteX95" fmla="*/ 119492 w 224286"/>
                <a:gd name="connsiteY95" fmla="*/ 209873 h 223279"/>
                <a:gd name="connsiteX96" fmla="*/ 103517 w 224286"/>
                <a:gd name="connsiteY96" fmla="*/ 209873 h 223279"/>
                <a:gd name="connsiteX97" fmla="*/ 95210 w 224286"/>
                <a:gd name="connsiteY97" fmla="*/ 208597 h 223279"/>
                <a:gd name="connsiteX98" fmla="*/ 95210 w 224286"/>
                <a:gd name="connsiteY98" fmla="*/ 190721 h 223279"/>
                <a:gd name="connsiteX99" fmla="*/ 90737 w 224286"/>
                <a:gd name="connsiteY99" fmla="*/ 184337 h 223279"/>
                <a:gd name="connsiteX100" fmla="*/ 74123 w 224286"/>
                <a:gd name="connsiteY100" fmla="*/ 177954 h 223279"/>
                <a:gd name="connsiteX101" fmla="*/ 66456 w 224286"/>
                <a:gd name="connsiteY101" fmla="*/ 179230 h 223279"/>
                <a:gd name="connsiteX102" fmla="*/ 53676 w 224286"/>
                <a:gd name="connsiteY102" fmla="*/ 191998 h 223279"/>
                <a:gd name="connsiteX103" fmla="*/ 53037 w 224286"/>
                <a:gd name="connsiteY103" fmla="*/ 191360 h 223279"/>
                <a:gd name="connsiteX104" fmla="*/ 52397 w 224286"/>
                <a:gd name="connsiteY104" fmla="*/ 190721 h 223279"/>
                <a:gd name="connsiteX105" fmla="*/ 51758 w 224286"/>
                <a:gd name="connsiteY105" fmla="*/ 190083 h 223279"/>
                <a:gd name="connsiteX106" fmla="*/ 51758 w 224286"/>
                <a:gd name="connsiteY106" fmla="*/ 190083 h 223279"/>
                <a:gd name="connsiteX107" fmla="*/ 33227 w 224286"/>
                <a:gd name="connsiteY107" fmla="*/ 171570 h 223279"/>
                <a:gd name="connsiteX108" fmla="*/ 33227 w 224286"/>
                <a:gd name="connsiteY108" fmla="*/ 170931 h 223279"/>
                <a:gd name="connsiteX109" fmla="*/ 32589 w 224286"/>
                <a:gd name="connsiteY109" fmla="*/ 170293 h 223279"/>
                <a:gd name="connsiteX110" fmla="*/ 31950 w 224286"/>
                <a:gd name="connsiteY110" fmla="*/ 169016 h 223279"/>
                <a:gd name="connsiteX111" fmla="*/ 31311 w 224286"/>
                <a:gd name="connsiteY111" fmla="*/ 168378 h 223279"/>
                <a:gd name="connsiteX112" fmla="*/ 44091 w 224286"/>
                <a:gd name="connsiteY112" fmla="*/ 155610 h 223279"/>
                <a:gd name="connsiteX113" fmla="*/ 45368 w 224286"/>
                <a:gd name="connsiteY113" fmla="*/ 147949 h 223279"/>
                <a:gd name="connsiteX114" fmla="*/ 38340 w 224286"/>
                <a:gd name="connsiteY114" fmla="*/ 131350 h 223279"/>
                <a:gd name="connsiteX115" fmla="*/ 31950 w 224286"/>
                <a:gd name="connsiteY115" fmla="*/ 126882 h 223279"/>
                <a:gd name="connsiteX116" fmla="*/ 14058 w 224286"/>
                <a:gd name="connsiteY116" fmla="*/ 126882 h 223279"/>
                <a:gd name="connsiteX117" fmla="*/ 12780 w 224286"/>
                <a:gd name="connsiteY117" fmla="*/ 118582 h 223279"/>
                <a:gd name="connsiteX118" fmla="*/ 12141 w 224286"/>
                <a:gd name="connsiteY118" fmla="*/ 110922 h 223279"/>
                <a:gd name="connsiteX119" fmla="*/ 12780 w 224286"/>
                <a:gd name="connsiteY119" fmla="*/ 103261 h 223279"/>
                <a:gd name="connsiteX120" fmla="*/ 14058 w 224286"/>
                <a:gd name="connsiteY120" fmla="*/ 94962 h 223279"/>
                <a:gd name="connsiteX121" fmla="*/ 31950 w 224286"/>
                <a:gd name="connsiteY121" fmla="*/ 94962 h 223279"/>
                <a:gd name="connsiteX122" fmla="*/ 38340 w 224286"/>
                <a:gd name="connsiteY122" fmla="*/ 90493 h 223279"/>
                <a:gd name="connsiteX123" fmla="*/ 45368 w 224286"/>
                <a:gd name="connsiteY123" fmla="*/ 73894 h 223279"/>
                <a:gd name="connsiteX124" fmla="*/ 44091 w 224286"/>
                <a:gd name="connsiteY124" fmla="*/ 66234 h 223279"/>
                <a:gd name="connsiteX125" fmla="*/ 31311 w 224286"/>
                <a:gd name="connsiteY125" fmla="*/ 53466 h 223279"/>
                <a:gd name="connsiteX126" fmla="*/ 32589 w 224286"/>
                <a:gd name="connsiteY126" fmla="*/ 52189 h 223279"/>
                <a:gd name="connsiteX127" fmla="*/ 52397 w 224286"/>
                <a:gd name="connsiteY127" fmla="*/ 32399 h 223279"/>
                <a:gd name="connsiteX128" fmla="*/ 54314 w 224286"/>
                <a:gd name="connsiteY128" fmla="*/ 31122 h 223279"/>
                <a:gd name="connsiteX129" fmla="*/ 67094 w 224286"/>
                <a:gd name="connsiteY129" fmla="*/ 43890 h 223279"/>
                <a:gd name="connsiteX130" fmla="*/ 74762 w 224286"/>
                <a:gd name="connsiteY130" fmla="*/ 45167 h 223279"/>
                <a:gd name="connsiteX131" fmla="*/ 91376 w 224286"/>
                <a:gd name="connsiteY131" fmla="*/ 38144 h 223279"/>
                <a:gd name="connsiteX132" fmla="*/ 95849 w 224286"/>
                <a:gd name="connsiteY132" fmla="*/ 31760 h 223279"/>
                <a:gd name="connsiteX133" fmla="*/ 95849 w 224286"/>
                <a:gd name="connsiteY133" fmla="*/ 13885 h 223279"/>
                <a:gd name="connsiteX134" fmla="*/ 104156 w 224286"/>
                <a:gd name="connsiteY134" fmla="*/ 12608 h 223279"/>
                <a:gd name="connsiteX135" fmla="*/ 120131 w 224286"/>
                <a:gd name="connsiteY135" fmla="*/ 12608 h 223279"/>
                <a:gd name="connsiteX136" fmla="*/ 128438 w 224286"/>
                <a:gd name="connsiteY136" fmla="*/ 13885 h 223279"/>
                <a:gd name="connsiteX137" fmla="*/ 128438 w 224286"/>
                <a:gd name="connsiteY137" fmla="*/ 31760 h 223279"/>
                <a:gd name="connsiteX138" fmla="*/ 132911 w 224286"/>
                <a:gd name="connsiteY138" fmla="*/ 38144 h 223279"/>
                <a:gd name="connsiteX139" fmla="*/ 149525 w 224286"/>
                <a:gd name="connsiteY139" fmla="*/ 45167 h 223279"/>
                <a:gd name="connsiteX140" fmla="*/ 157192 w 224286"/>
                <a:gd name="connsiteY140" fmla="*/ 43890 h 223279"/>
                <a:gd name="connsiteX141" fmla="*/ 169972 w 224286"/>
                <a:gd name="connsiteY141" fmla="*/ 31122 h 223279"/>
                <a:gd name="connsiteX142" fmla="*/ 170611 w 224286"/>
                <a:gd name="connsiteY142" fmla="*/ 31760 h 223279"/>
                <a:gd name="connsiteX143" fmla="*/ 171889 w 224286"/>
                <a:gd name="connsiteY143" fmla="*/ 32399 h 223279"/>
                <a:gd name="connsiteX144" fmla="*/ 172528 w 224286"/>
                <a:gd name="connsiteY144" fmla="*/ 33037 h 223279"/>
                <a:gd name="connsiteX145" fmla="*/ 173167 w 224286"/>
                <a:gd name="connsiteY145" fmla="*/ 33037 h 223279"/>
                <a:gd name="connsiteX146" fmla="*/ 191698 w 224286"/>
                <a:gd name="connsiteY146" fmla="*/ 51551 h 223279"/>
                <a:gd name="connsiteX147" fmla="*/ 191698 w 224286"/>
                <a:gd name="connsiteY147" fmla="*/ 51551 h 223279"/>
                <a:gd name="connsiteX148" fmla="*/ 192337 w 224286"/>
                <a:gd name="connsiteY148" fmla="*/ 52189 h 223279"/>
                <a:gd name="connsiteX149" fmla="*/ 192976 w 224286"/>
                <a:gd name="connsiteY149" fmla="*/ 53466 h 223279"/>
                <a:gd name="connsiteX150" fmla="*/ 193615 w 224286"/>
                <a:gd name="connsiteY150" fmla="*/ 54104 h 223279"/>
                <a:gd name="connsiteX151" fmla="*/ 180836 w 224286"/>
                <a:gd name="connsiteY151" fmla="*/ 66872 h 223279"/>
                <a:gd name="connsiteX152" fmla="*/ 179557 w 224286"/>
                <a:gd name="connsiteY152" fmla="*/ 74533 h 223279"/>
                <a:gd name="connsiteX153" fmla="*/ 185947 w 224286"/>
                <a:gd name="connsiteY153" fmla="*/ 90493 h 223279"/>
                <a:gd name="connsiteX154" fmla="*/ 192337 w 224286"/>
                <a:gd name="connsiteY154" fmla="*/ 94962 h 223279"/>
                <a:gd name="connsiteX155" fmla="*/ 210229 w 224286"/>
                <a:gd name="connsiteY155" fmla="*/ 94962 h 223279"/>
                <a:gd name="connsiteX156" fmla="*/ 211507 w 224286"/>
                <a:gd name="connsiteY156" fmla="*/ 103261 h 223279"/>
                <a:gd name="connsiteX157" fmla="*/ 211507 w 224286"/>
                <a:gd name="connsiteY157" fmla="*/ 103261 h 223279"/>
                <a:gd name="connsiteX158" fmla="*/ 212146 w 224286"/>
                <a:gd name="connsiteY158" fmla="*/ 110922 h 223279"/>
                <a:gd name="connsiteX159" fmla="*/ 210229 w 224286"/>
                <a:gd name="connsiteY159" fmla="*/ 119221 h 223279"/>
                <a:gd name="connsiteX160" fmla="*/ 210229 w 224286"/>
                <a:gd name="connsiteY160" fmla="*/ 119221 h 223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224286" h="223279">
                  <a:moveTo>
                    <a:pt x="221092" y="87301"/>
                  </a:moveTo>
                  <a:cubicBezTo>
                    <a:pt x="220453" y="84109"/>
                    <a:pt x="217897" y="82194"/>
                    <a:pt x="214702" y="82194"/>
                  </a:cubicBezTo>
                  <a:lnTo>
                    <a:pt x="196171" y="82194"/>
                  </a:lnTo>
                  <a:cubicBezTo>
                    <a:pt x="194893" y="79002"/>
                    <a:pt x="193615" y="75171"/>
                    <a:pt x="191698" y="71979"/>
                  </a:cubicBezTo>
                  <a:lnTo>
                    <a:pt x="204478" y="58573"/>
                  </a:lnTo>
                  <a:cubicBezTo>
                    <a:pt x="206395" y="56658"/>
                    <a:pt x="207034" y="52827"/>
                    <a:pt x="205117" y="50912"/>
                  </a:cubicBezTo>
                  <a:cubicBezTo>
                    <a:pt x="203839" y="48997"/>
                    <a:pt x="202561" y="47082"/>
                    <a:pt x="201283" y="45167"/>
                  </a:cubicBezTo>
                  <a:lnTo>
                    <a:pt x="201283" y="45167"/>
                  </a:lnTo>
                  <a:cubicBezTo>
                    <a:pt x="201283" y="44528"/>
                    <a:pt x="200644" y="44528"/>
                    <a:pt x="200644" y="44528"/>
                  </a:cubicBezTo>
                  <a:cubicBezTo>
                    <a:pt x="200644" y="43890"/>
                    <a:pt x="200005" y="43890"/>
                    <a:pt x="200005" y="43890"/>
                  </a:cubicBezTo>
                  <a:cubicBezTo>
                    <a:pt x="194254" y="36229"/>
                    <a:pt x="187225" y="29207"/>
                    <a:pt x="179557" y="22823"/>
                  </a:cubicBezTo>
                  <a:lnTo>
                    <a:pt x="178279" y="22184"/>
                  </a:lnTo>
                  <a:lnTo>
                    <a:pt x="177641" y="21546"/>
                  </a:lnTo>
                  <a:lnTo>
                    <a:pt x="177641" y="21546"/>
                  </a:lnTo>
                  <a:cubicBezTo>
                    <a:pt x="175723" y="20269"/>
                    <a:pt x="173806" y="18992"/>
                    <a:pt x="171889" y="17716"/>
                  </a:cubicBezTo>
                  <a:cubicBezTo>
                    <a:pt x="169333" y="15800"/>
                    <a:pt x="166138" y="16439"/>
                    <a:pt x="164221" y="18354"/>
                  </a:cubicBezTo>
                  <a:lnTo>
                    <a:pt x="151441" y="31760"/>
                  </a:lnTo>
                  <a:cubicBezTo>
                    <a:pt x="148246" y="30483"/>
                    <a:pt x="144412" y="29207"/>
                    <a:pt x="141217" y="27930"/>
                  </a:cubicBezTo>
                  <a:lnTo>
                    <a:pt x="141217" y="8778"/>
                  </a:lnTo>
                  <a:cubicBezTo>
                    <a:pt x="141217" y="5586"/>
                    <a:pt x="139301" y="3032"/>
                    <a:pt x="136106" y="2394"/>
                  </a:cubicBezTo>
                  <a:cubicBezTo>
                    <a:pt x="130994" y="1117"/>
                    <a:pt x="125881" y="479"/>
                    <a:pt x="120770" y="479"/>
                  </a:cubicBezTo>
                  <a:cubicBezTo>
                    <a:pt x="115019" y="-160"/>
                    <a:pt x="109268" y="-160"/>
                    <a:pt x="102878" y="479"/>
                  </a:cubicBezTo>
                  <a:cubicBezTo>
                    <a:pt x="97766" y="1117"/>
                    <a:pt x="92654" y="1756"/>
                    <a:pt x="87542" y="2394"/>
                  </a:cubicBezTo>
                  <a:cubicBezTo>
                    <a:pt x="84347" y="3032"/>
                    <a:pt x="82430" y="5586"/>
                    <a:pt x="82430" y="8778"/>
                  </a:cubicBezTo>
                  <a:lnTo>
                    <a:pt x="82430" y="27930"/>
                  </a:lnTo>
                  <a:cubicBezTo>
                    <a:pt x="79235" y="29207"/>
                    <a:pt x="75402" y="30483"/>
                    <a:pt x="72207" y="32399"/>
                  </a:cubicBezTo>
                  <a:lnTo>
                    <a:pt x="58787" y="18992"/>
                  </a:lnTo>
                  <a:cubicBezTo>
                    <a:pt x="56871" y="17077"/>
                    <a:pt x="53676" y="16439"/>
                    <a:pt x="51119" y="18354"/>
                  </a:cubicBezTo>
                  <a:cubicBezTo>
                    <a:pt x="48563" y="19631"/>
                    <a:pt x="46647" y="21546"/>
                    <a:pt x="44730" y="22823"/>
                  </a:cubicBezTo>
                  <a:cubicBezTo>
                    <a:pt x="36422" y="29207"/>
                    <a:pt x="28755" y="36867"/>
                    <a:pt x="22365" y="45167"/>
                  </a:cubicBezTo>
                  <a:cubicBezTo>
                    <a:pt x="20447" y="47082"/>
                    <a:pt x="19170" y="49635"/>
                    <a:pt x="17892" y="51551"/>
                  </a:cubicBezTo>
                  <a:cubicBezTo>
                    <a:pt x="15975" y="54104"/>
                    <a:pt x="16614" y="57296"/>
                    <a:pt x="18531" y="59211"/>
                  </a:cubicBezTo>
                  <a:lnTo>
                    <a:pt x="31950" y="71979"/>
                  </a:lnTo>
                  <a:cubicBezTo>
                    <a:pt x="30032" y="75171"/>
                    <a:pt x="28755" y="78363"/>
                    <a:pt x="27477" y="82194"/>
                  </a:cubicBezTo>
                  <a:lnTo>
                    <a:pt x="8946" y="82194"/>
                  </a:lnTo>
                  <a:cubicBezTo>
                    <a:pt x="5751" y="82194"/>
                    <a:pt x="3195" y="84109"/>
                    <a:pt x="2556" y="87301"/>
                  </a:cubicBezTo>
                  <a:cubicBezTo>
                    <a:pt x="1278" y="92408"/>
                    <a:pt x="639" y="97515"/>
                    <a:pt x="639" y="102622"/>
                  </a:cubicBezTo>
                  <a:cubicBezTo>
                    <a:pt x="639" y="105814"/>
                    <a:pt x="0" y="108368"/>
                    <a:pt x="0" y="111560"/>
                  </a:cubicBezTo>
                  <a:cubicBezTo>
                    <a:pt x="0" y="114752"/>
                    <a:pt x="0" y="117306"/>
                    <a:pt x="639" y="120498"/>
                  </a:cubicBezTo>
                  <a:cubicBezTo>
                    <a:pt x="1278" y="125605"/>
                    <a:pt x="1917" y="130712"/>
                    <a:pt x="2556" y="135819"/>
                  </a:cubicBezTo>
                  <a:cubicBezTo>
                    <a:pt x="3195" y="139011"/>
                    <a:pt x="5751" y="140926"/>
                    <a:pt x="8946" y="140926"/>
                  </a:cubicBezTo>
                  <a:lnTo>
                    <a:pt x="27477" y="140926"/>
                  </a:lnTo>
                  <a:cubicBezTo>
                    <a:pt x="28755" y="144118"/>
                    <a:pt x="30032" y="147949"/>
                    <a:pt x="31950" y="151141"/>
                  </a:cubicBezTo>
                  <a:lnTo>
                    <a:pt x="18531" y="164547"/>
                  </a:lnTo>
                  <a:cubicBezTo>
                    <a:pt x="16614" y="166462"/>
                    <a:pt x="15975" y="170293"/>
                    <a:pt x="17892" y="172208"/>
                  </a:cubicBezTo>
                  <a:cubicBezTo>
                    <a:pt x="19170" y="174123"/>
                    <a:pt x="20447" y="176038"/>
                    <a:pt x="21726" y="177954"/>
                  </a:cubicBezTo>
                  <a:lnTo>
                    <a:pt x="21726" y="177954"/>
                  </a:lnTo>
                  <a:lnTo>
                    <a:pt x="22365" y="178592"/>
                  </a:lnTo>
                  <a:lnTo>
                    <a:pt x="23004" y="179230"/>
                  </a:lnTo>
                  <a:cubicBezTo>
                    <a:pt x="28755" y="186891"/>
                    <a:pt x="35783" y="193913"/>
                    <a:pt x="44091" y="200297"/>
                  </a:cubicBezTo>
                  <a:lnTo>
                    <a:pt x="44730" y="200936"/>
                  </a:lnTo>
                  <a:lnTo>
                    <a:pt x="46007" y="201574"/>
                  </a:lnTo>
                  <a:lnTo>
                    <a:pt x="46007" y="201574"/>
                  </a:lnTo>
                  <a:cubicBezTo>
                    <a:pt x="47925" y="202851"/>
                    <a:pt x="49842" y="204128"/>
                    <a:pt x="51758" y="205405"/>
                  </a:cubicBezTo>
                  <a:cubicBezTo>
                    <a:pt x="54314" y="207320"/>
                    <a:pt x="57509" y="206681"/>
                    <a:pt x="59427" y="204766"/>
                  </a:cubicBezTo>
                  <a:lnTo>
                    <a:pt x="72845" y="191360"/>
                  </a:lnTo>
                  <a:cubicBezTo>
                    <a:pt x="76040" y="193275"/>
                    <a:pt x="79235" y="194552"/>
                    <a:pt x="83069" y="195829"/>
                  </a:cubicBezTo>
                  <a:lnTo>
                    <a:pt x="83069" y="214342"/>
                  </a:lnTo>
                  <a:cubicBezTo>
                    <a:pt x="83069" y="217534"/>
                    <a:pt x="84986" y="220088"/>
                    <a:pt x="88181" y="220726"/>
                  </a:cubicBezTo>
                  <a:cubicBezTo>
                    <a:pt x="93293" y="222003"/>
                    <a:pt x="98405" y="222641"/>
                    <a:pt x="103517" y="222641"/>
                  </a:cubicBezTo>
                  <a:cubicBezTo>
                    <a:pt x="106712" y="222641"/>
                    <a:pt x="109268" y="223280"/>
                    <a:pt x="112463" y="223280"/>
                  </a:cubicBezTo>
                  <a:cubicBezTo>
                    <a:pt x="115658" y="223280"/>
                    <a:pt x="118214" y="223280"/>
                    <a:pt x="121409" y="222641"/>
                  </a:cubicBezTo>
                  <a:cubicBezTo>
                    <a:pt x="126521" y="222003"/>
                    <a:pt x="131633" y="221365"/>
                    <a:pt x="136745" y="220726"/>
                  </a:cubicBezTo>
                  <a:cubicBezTo>
                    <a:pt x="139940" y="220088"/>
                    <a:pt x="141856" y="217534"/>
                    <a:pt x="141856" y="214342"/>
                  </a:cubicBezTo>
                  <a:lnTo>
                    <a:pt x="141856" y="195829"/>
                  </a:lnTo>
                  <a:cubicBezTo>
                    <a:pt x="145051" y="194552"/>
                    <a:pt x="148886" y="193275"/>
                    <a:pt x="152081" y="191360"/>
                  </a:cubicBezTo>
                  <a:lnTo>
                    <a:pt x="164861" y="204766"/>
                  </a:lnTo>
                  <a:cubicBezTo>
                    <a:pt x="166777" y="206681"/>
                    <a:pt x="170611" y="207320"/>
                    <a:pt x="172528" y="205405"/>
                  </a:cubicBezTo>
                  <a:cubicBezTo>
                    <a:pt x="174446" y="204128"/>
                    <a:pt x="177001" y="202213"/>
                    <a:pt x="178918" y="200936"/>
                  </a:cubicBezTo>
                  <a:cubicBezTo>
                    <a:pt x="187225" y="194552"/>
                    <a:pt x="194893" y="186891"/>
                    <a:pt x="201283" y="178592"/>
                  </a:cubicBezTo>
                  <a:cubicBezTo>
                    <a:pt x="202561" y="176677"/>
                    <a:pt x="204478" y="174123"/>
                    <a:pt x="205756" y="172208"/>
                  </a:cubicBezTo>
                  <a:cubicBezTo>
                    <a:pt x="207673" y="169654"/>
                    <a:pt x="207034" y="166462"/>
                    <a:pt x="205117" y="164547"/>
                  </a:cubicBezTo>
                  <a:lnTo>
                    <a:pt x="192337" y="151141"/>
                  </a:lnTo>
                  <a:cubicBezTo>
                    <a:pt x="193615" y="147949"/>
                    <a:pt x="195532" y="144757"/>
                    <a:pt x="196810" y="140926"/>
                  </a:cubicBezTo>
                  <a:lnTo>
                    <a:pt x="215341" y="140926"/>
                  </a:lnTo>
                  <a:cubicBezTo>
                    <a:pt x="218536" y="140926"/>
                    <a:pt x="221092" y="139011"/>
                    <a:pt x="221731" y="135819"/>
                  </a:cubicBezTo>
                  <a:cubicBezTo>
                    <a:pt x="223009" y="130712"/>
                    <a:pt x="223648" y="125605"/>
                    <a:pt x="223648" y="120498"/>
                  </a:cubicBezTo>
                  <a:cubicBezTo>
                    <a:pt x="223648" y="117306"/>
                    <a:pt x="224287" y="114752"/>
                    <a:pt x="224287" y="111560"/>
                  </a:cubicBezTo>
                  <a:cubicBezTo>
                    <a:pt x="224287" y="108368"/>
                    <a:pt x="224287" y="105814"/>
                    <a:pt x="223648" y="102622"/>
                  </a:cubicBezTo>
                  <a:cubicBezTo>
                    <a:pt x="223009" y="97515"/>
                    <a:pt x="221731" y="92408"/>
                    <a:pt x="221092" y="87301"/>
                  </a:cubicBezTo>
                  <a:close/>
                  <a:moveTo>
                    <a:pt x="210229" y="119221"/>
                  </a:moveTo>
                  <a:cubicBezTo>
                    <a:pt x="210229" y="121774"/>
                    <a:pt x="209590" y="124966"/>
                    <a:pt x="208951" y="127520"/>
                  </a:cubicBezTo>
                  <a:lnTo>
                    <a:pt x="191059" y="127520"/>
                  </a:lnTo>
                  <a:cubicBezTo>
                    <a:pt x="187864" y="127520"/>
                    <a:pt x="185308" y="129435"/>
                    <a:pt x="184669" y="131989"/>
                  </a:cubicBezTo>
                  <a:cubicBezTo>
                    <a:pt x="183391" y="137734"/>
                    <a:pt x="180836" y="142842"/>
                    <a:pt x="178279" y="148587"/>
                  </a:cubicBezTo>
                  <a:cubicBezTo>
                    <a:pt x="177001" y="151141"/>
                    <a:pt x="177001" y="154333"/>
                    <a:pt x="179557" y="156248"/>
                  </a:cubicBezTo>
                  <a:lnTo>
                    <a:pt x="192337" y="169016"/>
                  </a:lnTo>
                  <a:lnTo>
                    <a:pt x="191059" y="170931"/>
                  </a:lnTo>
                  <a:cubicBezTo>
                    <a:pt x="185308" y="178592"/>
                    <a:pt x="178918" y="184976"/>
                    <a:pt x="171251" y="190721"/>
                  </a:cubicBezTo>
                  <a:lnTo>
                    <a:pt x="169333" y="191998"/>
                  </a:lnTo>
                  <a:lnTo>
                    <a:pt x="156553" y="179230"/>
                  </a:lnTo>
                  <a:cubicBezTo>
                    <a:pt x="154636" y="177315"/>
                    <a:pt x="151441" y="176677"/>
                    <a:pt x="148886" y="177954"/>
                  </a:cubicBezTo>
                  <a:cubicBezTo>
                    <a:pt x="143774" y="180507"/>
                    <a:pt x="138022" y="183061"/>
                    <a:pt x="132271" y="184337"/>
                  </a:cubicBezTo>
                  <a:cubicBezTo>
                    <a:pt x="129716" y="184976"/>
                    <a:pt x="127799" y="187529"/>
                    <a:pt x="127799" y="190721"/>
                  </a:cubicBezTo>
                  <a:lnTo>
                    <a:pt x="127799" y="208597"/>
                  </a:lnTo>
                  <a:cubicBezTo>
                    <a:pt x="125243" y="209235"/>
                    <a:pt x="122048" y="209235"/>
                    <a:pt x="119492" y="209873"/>
                  </a:cubicBezTo>
                  <a:cubicBezTo>
                    <a:pt x="114380" y="210512"/>
                    <a:pt x="109268" y="210512"/>
                    <a:pt x="103517" y="209873"/>
                  </a:cubicBezTo>
                  <a:cubicBezTo>
                    <a:pt x="100961" y="209873"/>
                    <a:pt x="97766" y="209235"/>
                    <a:pt x="95210" y="208597"/>
                  </a:cubicBezTo>
                  <a:lnTo>
                    <a:pt x="95210" y="190721"/>
                  </a:lnTo>
                  <a:cubicBezTo>
                    <a:pt x="95210" y="187529"/>
                    <a:pt x="93293" y="184976"/>
                    <a:pt x="90737" y="184337"/>
                  </a:cubicBezTo>
                  <a:cubicBezTo>
                    <a:pt x="84986" y="182422"/>
                    <a:pt x="79235" y="180507"/>
                    <a:pt x="74123" y="177954"/>
                  </a:cubicBezTo>
                  <a:cubicBezTo>
                    <a:pt x="71567" y="176677"/>
                    <a:pt x="68372" y="176677"/>
                    <a:pt x="66456" y="179230"/>
                  </a:cubicBezTo>
                  <a:lnTo>
                    <a:pt x="53676" y="191998"/>
                  </a:lnTo>
                  <a:lnTo>
                    <a:pt x="53037" y="191360"/>
                  </a:lnTo>
                  <a:lnTo>
                    <a:pt x="52397" y="190721"/>
                  </a:lnTo>
                  <a:lnTo>
                    <a:pt x="51758" y="190083"/>
                  </a:lnTo>
                  <a:lnTo>
                    <a:pt x="51758" y="190083"/>
                  </a:lnTo>
                  <a:cubicBezTo>
                    <a:pt x="44730" y="184976"/>
                    <a:pt x="38340" y="178592"/>
                    <a:pt x="33227" y="171570"/>
                  </a:cubicBezTo>
                  <a:lnTo>
                    <a:pt x="33227" y="170931"/>
                  </a:lnTo>
                  <a:lnTo>
                    <a:pt x="32589" y="170293"/>
                  </a:lnTo>
                  <a:lnTo>
                    <a:pt x="31950" y="169016"/>
                  </a:lnTo>
                  <a:lnTo>
                    <a:pt x="31311" y="168378"/>
                  </a:lnTo>
                  <a:lnTo>
                    <a:pt x="44091" y="155610"/>
                  </a:lnTo>
                  <a:cubicBezTo>
                    <a:pt x="46007" y="153694"/>
                    <a:pt x="46647" y="150502"/>
                    <a:pt x="45368" y="147949"/>
                  </a:cubicBezTo>
                  <a:cubicBezTo>
                    <a:pt x="42812" y="142842"/>
                    <a:pt x="40257" y="137096"/>
                    <a:pt x="38340" y="131350"/>
                  </a:cubicBezTo>
                  <a:cubicBezTo>
                    <a:pt x="37701" y="128797"/>
                    <a:pt x="35145" y="126882"/>
                    <a:pt x="31950" y="126882"/>
                  </a:cubicBezTo>
                  <a:lnTo>
                    <a:pt x="14058" y="126882"/>
                  </a:lnTo>
                  <a:cubicBezTo>
                    <a:pt x="13419" y="124328"/>
                    <a:pt x="13419" y="121136"/>
                    <a:pt x="12780" y="118582"/>
                  </a:cubicBezTo>
                  <a:cubicBezTo>
                    <a:pt x="12141" y="116029"/>
                    <a:pt x="12141" y="113475"/>
                    <a:pt x="12141" y="110922"/>
                  </a:cubicBezTo>
                  <a:cubicBezTo>
                    <a:pt x="12141" y="108368"/>
                    <a:pt x="12141" y="105814"/>
                    <a:pt x="12780" y="103261"/>
                  </a:cubicBezTo>
                  <a:cubicBezTo>
                    <a:pt x="13419" y="100707"/>
                    <a:pt x="13419" y="97515"/>
                    <a:pt x="14058" y="94962"/>
                  </a:cubicBezTo>
                  <a:lnTo>
                    <a:pt x="31950" y="94962"/>
                  </a:lnTo>
                  <a:cubicBezTo>
                    <a:pt x="35145" y="94962"/>
                    <a:pt x="37701" y="93046"/>
                    <a:pt x="38340" y="90493"/>
                  </a:cubicBezTo>
                  <a:cubicBezTo>
                    <a:pt x="40257" y="84747"/>
                    <a:pt x="42173" y="79002"/>
                    <a:pt x="45368" y="73894"/>
                  </a:cubicBezTo>
                  <a:cubicBezTo>
                    <a:pt x="46647" y="71341"/>
                    <a:pt x="46647" y="68149"/>
                    <a:pt x="44091" y="66234"/>
                  </a:cubicBezTo>
                  <a:lnTo>
                    <a:pt x="31311" y="53466"/>
                  </a:lnTo>
                  <a:lnTo>
                    <a:pt x="32589" y="52189"/>
                  </a:lnTo>
                  <a:cubicBezTo>
                    <a:pt x="38340" y="44528"/>
                    <a:pt x="44730" y="38144"/>
                    <a:pt x="52397" y="32399"/>
                  </a:cubicBezTo>
                  <a:lnTo>
                    <a:pt x="54314" y="31122"/>
                  </a:lnTo>
                  <a:lnTo>
                    <a:pt x="67094" y="43890"/>
                  </a:lnTo>
                  <a:cubicBezTo>
                    <a:pt x="69012" y="45805"/>
                    <a:pt x="72207" y="46443"/>
                    <a:pt x="74762" y="45167"/>
                  </a:cubicBezTo>
                  <a:cubicBezTo>
                    <a:pt x="79874" y="41975"/>
                    <a:pt x="85625" y="40059"/>
                    <a:pt x="91376" y="38144"/>
                  </a:cubicBezTo>
                  <a:cubicBezTo>
                    <a:pt x="93932" y="37506"/>
                    <a:pt x="95849" y="34952"/>
                    <a:pt x="95849" y="31760"/>
                  </a:cubicBezTo>
                  <a:lnTo>
                    <a:pt x="95849" y="13885"/>
                  </a:lnTo>
                  <a:cubicBezTo>
                    <a:pt x="98405" y="13247"/>
                    <a:pt x="101600" y="13247"/>
                    <a:pt x="104156" y="12608"/>
                  </a:cubicBezTo>
                  <a:cubicBezTo>
                    <a:pt x="109268" y="11970"/>
                    <a:pt x="114380" y="11970"/>
                    <a:pt x="120131" y="12608"/>
                  </a:cubicBezTo>
                  <a:cubicBezTo>
                    <a:pt x="122686" y="12608"/>
                    <a:pt x="125881" y="13247"/>
                    <a:pt x="128438" y="13885"/>
                  </a:cubicBezTo>
                  <a:lnTo>
                    <a:pt x="128438" y="31760"/>
                  </a:lnTo>
                  <a:cubicBezTo>
                    <a:pt x="128438" y="34952"/>
                    <a:pt x="130355" y="37506"/>
                    <a:pt x="132911" y="38144"/>
                  </a:cubicBezTo>
                  <a:cubicBezTo>
                    <a:pt x="138661" y="40059"/>
                    <a:pt x="144412" y="41975"/>
                    <a:pt x="149525" y="45167"/>
                  </a:cubicBezTo>
                  <a:cubicBezTo>
                    <a:pt x="152081" y="46443"/>
                    <a:pt x="155276" y="45805"/>
                    <a:pt x="157192" y="43890"/>
                  </a:cubicBezTo>
                  <a:lnTo>
                    <a:pt x="169972" y="31122"/>
                  </a:lnTo>
                  <a:lnTo>
                    <a:pt x="170611" y="31760"/>
                  </a:lnTo>
                  <a:lnTo>
                    <a:pt x="171889" y="32399"/>
                  </a:lnTo>
                  <a:lnTo>
                    <a:pt x="172528" y="33037"/>
                  </a:lnTo>
                  <a:lnTo>
                    <a:pt x="173167" y="33037"/>
                  </a:lnTo>
                  <a:cubicBezTo>
                    <a:pt x="180196" y="38144"/>
                    <a:pt x="186586" y="44528"/>
                    <a:pt x="191698" y="51551"/>
                  </a:cubicBezTo>
                  <a:lnTo>
                    <a:pt x="191698" y="51551"/>
                  </a:lnTo>
                  <a:lnTo>
                    <a:pt x="192337" y="52189"/>
                  </a:lnTo>
                  <a:lnTo>
                    <a:pt x="192976" y="53466"/>
                  </a:lnTo>
                  <a:lnTo>
                    <a:pt x="193615" y="54104"/>
                  </a:lnTo>
                  <a:lnTo>
                    <a:pt x="180836" y="66872"/>
                  </a:lnTo>
                  <a:cubicBezTo>
                    <a:pt x="178918" y="68787"/>
                    <a:pt x="178279" y="71979"/>
                    <a:pt x="179557" y="74533"/>
                  </a:cubicBezTo>
                  <a:cubicBezTo>
                    <a:pt x="182113" y="79640"/>
                    <a:pt x="184669" y="85386"/>
                    <a:pt x="185947" y="90493"/>
                  </a:cubicBezTo>
                  <a:cubicBezTo>
                    <a:pt x="186586" y="93046"/>
                    <a:pt x="189142" y="94962"/>
                    <a:pt x="192337" y="94962"/>
                  </a:cubicBezTo>
                  <a:lnTo>
                    <a:pt x="210229" y="94962"/>
                  </a:lnTo>
                  <a:cubicBezTo>
                    <a:pt x="210868" y="97515"/>
                    <a:pt x="210868" y="100707"/>
                    <a:pt x="211507" y="103261"/>
                  </a:cubicBezTo>
                  <a:lnTo>
                    <a:pt x="211507" y="103261"/>
                  </a:lnTo>
                  <a:cubicBezTo>
                    <a:pt x="211507" y="105814"/>
                    <a:pt x="212146" y="108368"/>
                    <a:pt x="212146" y="110922"/>
                  </a:cubicBezTo>
                  <a:cubicBezTo>
                    <a:pt x="212146" y="113475"/>
                    <a:pt x="210868" y="116667"/>
                    <a:pt x="210229" y="119221"/>
                  </a:cubicBezTo>
                  <a:lnTo>
                    <a:pt x="210229" y="119221"/>
                  </a:lnTo>
                  <a:close/>
                </a:path>
              </a:pathLst>
            </a:custGeom>
            <a:solidFill>
              <a:srgbClr val="00ABAB"/>
            </a:solidFill>
            <a:ln w="6390" cap="flat">
              <a:noFill/>
              <a:prstDash val="solid"/>
              <a:miter/>
            </a:ln>
          </p:spPr>
          <p:txBody>
            <a:bodyPr rtlCol="0" anchor="ctr"/>
            <a:lstStyle/>
            <a:p>
              <a:endParaRPr lang="en-US"/>
            </a:p>
          </p:txBody>
        </p:sp>
        <p:sp>
          <p:nvSpPr>
            <p:cNvPr id="1426" name="Graphic 1100">
              <a:extLst>
                <a:ext uri="{FF2B5EF4-FFF2-40B4-BE49-F238E27FC236}">
                  <a16:creationId xmlns:a16="http://schemas.microsoft.com/office/drawing/2014/main" id="{35A6A98C-8C03-D748-B578-15D8FDA74500}"/>
                </a:ext>
              </a:extLst>
            </p:cNvPr>
            <p:cNvSpPr/>
            <p:nvPr/>
          </p:nvSpPr>
          <p:spPr>
            <a:xfrm>
              <a:off x="6892186" y="2511784"/>
              <a:ext cx="88181" cy="88098"/>
            </a:xfrm>
            <a:custGeom>
              <a:avLst/>
              <a:gdLst>
                <a:gd name="connsiteX0" fmla="*/ 44091 w 88181"/>
                <a:gd name="connsiteY0" fmla="*/ 0 h 88098"/>
                <a:gd name="connsiteX1" fmla="*/ 0 w 88181"/>
                <a:gd name="connsiteY1" fmla="*/ 44049 h 88098"/>
                <a:gd name="connsiteX2" fmla="*/ 44091 w 88181"/>
                <a:gd name="connsiteY2" fmla="*/ 88099 h 88098"/>
                <a:gd name="connsiteX3" fmla="*/ 88181 w 88181"/>
                <a:gd name="connsiteY3" fmla="*/ 44049 h 88098"/>
                <a:gd name="connsiteX4" fmla="*/ 88181 w 88181"/>
                <a:gd name="connsiteY4" fmla="*/ 44049 h 88098"/>
                <a:gd name="connsiteX5" fmla="*/ 44091 w 88181"/>
                <a:gd name="connsiteY5" fmla="*/ 0 h 88098"/>
                <a:gd name="connsiteX6" fmla="*/ 44091 w 88181"/>
                <a:gd name="connsiteY6" fmla="*/ 75331 h 88098"/>
                <a:gd name="connsiteX7" fmla="*/ 12780 w 88181"/>
                <a:gd name="connsiteY7" fmla="*/ 44049 h 88098"/>
                <a:gd name="connsiteX8" fmla="*/ 44091 w 88181"/>
                <a:gd name="connsiteY8" fmla="*/ 12768 h 88098"/>
                <a:gd name="connsiteX9" fmla="*/ 75402 w 88181"/>
                <a:gd name="connsiteY9" fmla="*/ 44049 h 88098"/>
                <a:gd name="connsiteX10" fmla="*/ 75402 w 88181"/>
                <a:gd name="connsiteY10" fmla="*/ 44049 h 88098"/>
                <a:gd name="connsiteX11" fmla="*/ 44091 w 88181"/>
                <a:gd name="connsiteY11" fmla="*/ 75331 h 88098"/>
                <a:gd name="connsiteX12" fmla="*/ 44091 w 88181"/>
                <a:gd name="connsiteY12" fmla="*/ 75331 h 8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181" h="88098">
                  <a:moveTo>
                    <a:pt x="44091" y="0"/>
                  </a:moveTo>
                  <a:cubicBezTo>
                    <a:pt x="19809" y="0"/>
                    <a:pt x="0" y="19790"/>
                    <a:pt x="0" y="44049"/>
                  </a:cubicBezTo>
                  <a:cubicBezTo>
                    <a:pt x="0" y="68308"/>
                    <a:pt x="19809" y="88099"/>
                    <a:pt x="44091" y="88099"/>
                  </a:cubicBezTo>
                  <a:cubicBezTo>
                    <a:pt x="68373" y="88099"/>
                    <a:pt x="88181" y="68308"/>
                    <a:pt x="88181" y="44049"/>
                  </a:cubicBezTo>
                  <a:cubicBezTo>
                    <a:pt x="88181" y="44049"/>
                    <a:pt x="88181" y="44049"/>
                    <a:pt x="88181" y="44049"/>
                  </a:cubicBezTo>
                  <a:cubicBezTo>
                    <a:pt x="88181" y="19790"/>
                    <a:pt x="68373" y="638"/>
                    <a:pt x="44091" y="0"/>
                  </a:cubicBezTo>
                  <a:close/>
                  <a:moveTo>
                    <a:pt x="44091" y="75331"/>
                  </a:moveTo>
                  <a:cubicBezTo>
                    <a:pt x="26838" y="75331"/>
                    <a:pt x="12780" y="61286"/>
                    <a:pt x="12780" y="44049"/>
                  </a:cubicBezTo>
                  <a:cubicBezTo>
                    <a:pt x="12780" y="26813"/>
                    <a:pt x="26838" y="12768"/>
                    <a:pt x="44091" y="12768"/>
                  </a:cubicBezTo>
                  <a:cubicBezTo>
                    <a:pt x="61343" y="12768"/>
                    <a:pt x="75402" y="26813"/>
                    <a:pt x="75402" y="44049"/>
                  </a:cubicBezTo>
                  <a:cubicBezTo>
                    <a:pt x="75402" y="44049"/>
                    <a:pt x="75402" y="44049"/>
                    <a:pt x="75402" y="44049"/>
                  </a:cubicBezTo>
                  <a:cubicBezTo>
                    <a:pt x="75402" y="61286"/>
                    <a:pt x="61343" y="75331"/>
                    <a:pt x="44091" y="75331"/>
                  </a:cubicBezTo>
                  <a:lnTo>
                    <a:pt x="44091" y="75331"/>
                  </a:lnTo>
                  <a:close/>
                </a:path>
              </a:pathLst>
            </a:custGeom>
            <a:solidFill>
              <a:srgbClr val="00ABAB"/>
            </a:solidFill>
            <a:ln w="6390" cap="flat">
              <a:noFill/>
              <a:prstDash val="solid"/>
              <a:miter/>
            </a:ln>
          </p:spPr>
          <p:txBody>
            <a:bodyPr rtlCol="0" anchor="ctr"/>
            <a:lstStyle/>
            <a:p>
              <a:endParaRPr lang="en-US"/>
            </a:p>
          </p:txBody>
        </p:sp>
      </p:grpSp>
      <p:grpSp>
        <p:nvGrpSpPr>
          <p:cNvPr id="13" name="Group 12">
            <a:extLst>
              <a:ext uri="{FF2B5EF4-FFF2-40B4-BE49-F238E27FC236}">
                <a16:creationId xmlns:a16="http://schemas.microsoft.com/office/drawing/2014/main" id="{2F7F20AC-C987-9244-BBF3-DF71C66C363C}"/>
              </a:ext>
            </a:extLst>
          </p:cNvPr>
          <p:cNvGrpSpPr/>
          <p:nvPr/>
        </p:nvGrpSpPr>
        <p:grpSpPr>
          <a:xfrm>
            <a:off x="9887788" y="4312706"/>
            <a:ext cx="361674" cy="361971"/>
            <a:chOff x="9887788" y="4312706"/>
            <a:chExt cx="361674" cy="361971"/>
          </a:xfrm>
        </p:grpSpPr>
        <p:sp>
          <p:nvSpPr>
            <p:cNvPr id="1427" name="Graphic 1100">
              <a:extLst>
                <a:ext uri="{FF2B5EF4-FFF2-40B4-BE49-F238E27FC236}">
                  <a16:creationId xmlns:a16="http://schemas.microsoft.com/office/drawing/2014/main" id="{84E9F2BD-7FAC-4C42-9C01-EB0019879B78}"/>
                </a:ext>
              </a:extLst>
            </p:cNvPr>
            <p:cNvSpPr/>
            <p:nvPr/>
          </p:nvSpPr>
          <p:spPr>
            <a:xfrm>
              <a:off x="9887788" y="4312706"/>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 name="connsiteX13" fmla="*/ 180835 w 361674"/>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4"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2309" y="81077"/>
                    <a:pt x="281157" y="0"/>
                    <a:pt x="180835" y="0"/>
                  </a:cubicBezTo>
                  <a:cubicBezTo>
                    <a:pt x="180835" y="0"/>
                    <a:pt x="180835" y="0"/>
                    <a:pt x="180835" y="0"/>
                  </a:cubicBezTo>
                  <a:close/>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lnTo>
                    <a:pt x="348890" y="180667"/>
                  </a:lnTo>
                  <a:cubicBezTo>
                    <a:pt x="349529" y="273873"/>
                    <a:pt x="274128" y="349204"/>
                    <a:pt x="180835" y="349204"/>
                  </a:cubicBezTo>
                  <a:lnTo>
                    <a:pt x="180835" y="349204"/>
                  </a:lnTo>
                  <a:close/>
                </a:path>
              </a:pathLst>
            </a:custGeom>
            <a:solidFill>
              <a:srgbClr val="00ABAB"/>
            </a:solidFill>
            <a:ln w="6390" cap="flat">
              <a:noFill/>
              <a:prstDash val="solid"/>
              <a:miter/>
            </a:ln>
          </p:spPr>
          <p:txBody>
            <a:bodyPr rtlCol="0" anchor="ctr"/>
            <a:lstStyle/>
            <a:p>
              <a:endParaRPr lang="en-US"/>
            </a:p>
          </p:txBody>
        </p:sp>
        <p:sp>
          <p:nvSpPr>
            <p:cNvPr id="1428" name="Graphic 1100">
              <a:extLst>
                <a:ext uri="{FF2B5EF4-FFF2-40B4-BE49-F238E27FC236}">
                  <a16:creationId xmlns:a16="http://schemas.microsoft.com/office/drawing/2014/main" id="{F0C1CE29-F8DC-4D41-B784-4BB041C87408}"/>
                </a:ext>
              </a:extLst>
            </p:cNvPr>
            <p:cNvSpPr/>
            <p:nvPr/>
          </p:nvSpPr>
          <p:spPr>
            <a:xfrm>
              <a:off x="10025811" y="4421233"/>
              <a:ext cx="115657" cy="115550"/>
            </a:xfrm>
            <a:custGeom>
              <a:avLst/>
              <a:gdLst>
                <a:gd name="connsiteX0" fmla="*/ 6390 w 115657"/>
                <a:gd name="connsiteY0" fmla="*/ 12768 h 115550"/>
                <a:gd name="connsiteX1" fmla="*/ 102878 w 115657"/>
                <a:gd name="connsiteY1" fmla="*/ 12768 h 115550"/>
                <a:gd name="connsiteX2" fmla="*/ 102878 w 115657"/>
                <a:gd name="connsiteY2" fmla="*/ 109166 h 115550"/>
                <a:gd name="connsiteX3" fmla="*/ 109268 w 115657"/>
                <a:gd name="connsiteY3" fmla="*/ 115550 h 115550"/>
                <a:gd name="connsiteX4" fmla="*/ 115658 w 115657"/>
                <a:gd name="connsiteY4" fmla="*/ 109166 h 115550"/>
                <a:gd name="connsiteX5" fmla="*/ 115658 w 115657"/>
                <a:gd name="connsiteY5" fmla="*/ 6384 h 115550"/>
                <a:gd name="connsiteX6" fmla="*/ 109268 w 115657"/>
                <a:gd name="connsiteY6" fmla="*/ 0 h 115550"/>
                <a:gd name="connsiteX7" fmla="*/ 6390 w 115657"/>
                <a:gd name="connsiteY7" fmla="*/ 0 h 115550"/>
                <a:gd name="connsiteX8" fmla="*/ 0 w 115657"/>
                <a:gd name="connsiteY8" fmla="*/ 6384 h 115550"/>
                <a:gd name="connsiteX9" fmla="*/ 6390 w 115657"/>
                <a:gd name="connsiteY9" fmla="*/ 12768 h 11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657" h="115550">
                  <a:moveTo>
                    <a:pt x="6390" y="12768"/>
                  </a:moveTo>
                  <a:lnTo>
                    <a:pt x="102878" y="12768"/>
                  </a:lnTo>
                  <a:lnTo>
                    <a:pt x="102878" y="109166"/>
                  </a:lnTo>
                  <a:cubicBezTo>
                    <a:pt x="102878" y="112997"/>
                    <a:pt x="105434" y="115550"/>
                    <a:pt x="109268" y="115550"/>
                  </a:cubicBezTo>
                  <a:cubicBezTo>
                    <a:pt x="113102" y="115550"/>
                    <a:pt x="115658" y="112997"/>
                    <a:pt x="115658" y="109166"/>
                  </a:cubicBezTo>
                  <a:lnTo>
                    <a:pt x="115658" y="6384"/>
                  </a:lnTo>
                  <a:cubicBezTo>
                    <a:pt x="115658" y="2554"/>
                    <a:pt x="113102" y="0"/>
                    <a:pt x="109268" y="0"/>
                  </a:cubicBezTo>
                  <a:lnTo>
                    <a:pt x="6390" y="0"/>
                  </a:lnTo>
                  <a:cubicBezTo>
                    <a:pt x="2556" y="0"/>
                    <a:pt x="0" y="2554"/>
                    <a:pt x="0" y="6384"/>
                  </a:cubicBezTo>
                  <a:cubicBezTo>
                    <a:pt x="0" y="10215"/>
                    <a:pt x="2556" y="12768"/>
                    <a:pt x="6390" y="12768"/>
                  </a:cubicBezTo>
                  <a:close/>
                </a:path>
              </a:pathLst>
            </a:custGeom>
            <a:solidFill>
              <a:srgbClr val="00ABAB"/>
            </a:solidFill>
            <a:ln w="6390" cap="flat">
              <a:noFill/>
              <a:prstDash val="solid"/>
              <a:miter/>
            </a:ln>
          </p:spPr>
          <p:txBody>
            <a:bodyPr rtlCol="0" anchor="ctr"/>
            <a:lstStyle/>
            <a:p>
              <a:endParaRPr lang="en-US"/>
            </a:p>
          </p:txBody>
        </p:sp>
        <p:sp>
          <p:nvSpPr>
            <p:cNvPr id="1429" name="Graphic 1100">
              <a:extLst>
                <a:ext uri="{FF2B5EF4-FFF2-40B4-BE49-F238E27FC236}">
                  <a16:creationId xmlns:a16="http://schemas.microsoft.com/office/drawing/2014/main" id="{517AD14D-1A86-C548-8AC2-439ECEE48ECD}"/>
                </a:ext>
              </a:extLst>
            </p:cNvPr>
            <p:cNvSpPr/>
            <p:nvPr/>
          </p:nvSpPr>
          <p:spPr>
            <a:xfrm>
              <a:off x="9959355" y="4384206"/>
              <a:ext cx="219175" cy="218970"/>
            </a:xfrm>
            <a:custGeom>
              <a:avLst/>
              <a:gdLst>
                <a:gd name="connsiteX0" fmla="*/ 212146 w 219175"/>
                <a:gd name="connsiteY0" fmla="*/ 169176 h 218970"/>
                <a:gd name="connsiteX1" fmla="*/ 49842 w 219175"/>
                <a:gd name="connsiteY1" fmla="*/ 169176 h 218970"/>
                <a:gd name="connsiteX2" fmla="*/ 49842 w 219175"/>
                <a:gd name="connsiteY2" fmla="*/ 6384 h 218970"/>
                <a:gd name="connsiteX3" fmla="*/ 43452 w 219175"/>
                <a:gd name="connsiteY3" fmla="*/ 0 h 218970"/>
                <a:gd name="connsiteX4" fmla="*/ 37062 w 219175"/>
                <a:gd name="connsiteY4" fmla="*/ 6384 h 218970"/>
                <a:gd name="connsiteX5" fmla="*/ 37062 w 219175"/>
                <a:gd name="connsiteY5" fmla="*/ 37027 h 218970"/>
                <a:gd name="connsiteX6" fmla="*/ 6390 w 219175"/>
                <a:gd name="connsiteY6" fmla="*/ 37027 h 218970"/>
                <a:gd name="connsiteX7" fmla="*/ 0 w 219175"/>
                <a:gd name="connsiteY7" fmla="*/ 43411 h 218970"/>
                <a:gd name="connsiteX8" fmla="*/ 6390 w 219175"/>
                <a:gd name="connsiteY8" fmla="*/ 49795 h 218970"/>
                <a:gd name="connsiteX9" fmla="*/ 37062 w 219175"/>
                <a:gd name="connsiteY9" fmla="*/ 49795 h 218970"/>
                <a:gd name="connsiteX10" fmla="*/ 37062 w 219175"/>
                <a:gd name="connsiteY10" fmla="*/ 175560 h 218970"/>
                <a:gd name="connsiteX11" fmla="*/ 43452 w 219175"/>
                <a:gd name="connsiteY11" fmla="*/ 181944 h 218970"/>
                <a:gd name="connsiteX12" fmla="*/ 169333 w 219175"/>
                <a:gd name="connsiteY12" fmla="*/ 181944 h 218970"/>
                <a:gd name="connsiteX13" fmla="*/ 169333 w 219175"/>
                <a:gd name="connsiteY13" fmla="*/ 212587 h 218970"/>
                <a:gd name="connsiteX14" fmla="*/ 175723 w 219175"/>
                <a:gd name="connsiteY14" fmla="*/ 218971 h 218970"/>
                <a:gd name="connsiteX15" fmla="*/ 182113 w 219175"/>
                <a:gd name="connsiteY15" fmla="*/ 212587 h 218970"/>
                <a:gd name="connsiteX16" fmla="*/ 182113 w 219175"/>
                <a:gd name="connsiteY16" fmla="*/ 181944 h 218970"/>
                <a:gd name="connsiteX17" fmla="*/ 212785 w 219175"/>
                <a:gd name="connsiteY17" fmla="*/ 181944 h 218970"/>
                <a:gd name="connsiteX18" fmla="*/ 219175 w 219175"/>
                <a:gd name="connsiteY18" fmla="*/ 175560 h 218970"/>
                <a:gd name="connsiteX19" fmla="*/ 212146 w 219175"/>
                <a:gd name="connsiteY19" fmla="*/ 169176 h 21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9175" h="218970">
                  <a:moveTo>
                    <a:pt x="212146" y="169176"/>
                  </a:moveTo>
                  <a:lnTo>
                    <a:pt x="49842" y="169176"/>
                  </a:lnTo>
                  <a:lnTo>
                    <a:pt x="49842" y="6384"/>
                  </a:lnTo>
                  <a:cubicBezTo>
                    <a:pt x="49842" y="2554"/>
                    <a:pt x="47286" y="0"/>
                    <a:pt x="43452" y="0"/>
                  </a:cubicBezTo>
                  <a:cubicBezTo>
                    <a:pt x="39618" y="0"/>
                    <a:pt x="37062" y="2554"/>
                    <a:pt x="37062" y="6384"/>
                  </a:cubicBezTo>
                  <a:lnTo>
                    <a:pt x="37062" y="37027"/>
                  </a:lnTo>
                  <a:lnTo>
                    <a:pt x="6390" y="37027"/>
                  </a:lnTo>
                  <a:cubicBezTo>
                    <a:pt x="2556" y="37027"/>
                    <a:pt x="0" y="39581"/>
                    <a:pt x="0" y="43411"/>
                  </a:cubicBezTo>
                  <a:cubicBezTo>
                    <a:pt x="0" y="47242"/>
                    <a:pt x="2556" y="49795"/>
                    <a:pt x="6390" y="49795"/>
                  </a:cubicBezTo>
                  <a:lnTo>
                    <a:pt x="37062" y="49795"/>
                  </a:lnTo>
                  <a:lnTo>
                    <a:pt x="37062" y="175560"/>
                  </a:lnTo>
                  <a:cubicBezTo>
                    <a:pt x="37062" y="179390"/>
                    <a:pt x="39618" y="181944"/>
                    <a:pt x="43452" y="181944"/>
                  </a:cubicBezTo>
                  <a:lnTo>
                    <a:pt x="169333" y="181944"/>
                  </a:lnTo>
                  <a:lnTo>
                    <a:pt x="169333" y="212587"/>
                  </a:lnTo>
                  <a:cubicBezTo>
                    <a:pt x="169333" y="216417"/>
                    <a:pt x="171889" y="218971"/>
                    <a:pt x="175723" y="218971"/>
                  </a:cubicBezTo>
                  <a:cubicBezTo>
                    <a:pt x="179557" y="218971"/>
                    <a:pt x="182113" y="216417"/>
                    <a:pt x="182113" y="212587"/>
                  </a:cubicBezTo>
                  <a:lnTo>
                    <a:pt x="182113" y="181944"/>
                  </a:lnTo>
                  <a:lnTo>
                    <a:pt x="212785" y="181944"/>
                  </a:lnTo>
                  <a:cubicBezTo>
                    <a:pt x="216619" y="181944"/>
                    <a:pt x="219175" y="179390"/>
                    <a:pt x="219175" y="175560"/>
                  </a:cubicBezTo>
                  <a:cubicBezTo>
                    <a:pt x="219175" y="171729"/>
                    <a:pt x="215980" y="169176"/>
                    <a:pt x="212146" y="169176"/>
                  </a:cubicBezTo>
                  <a:close/>
                </a:path>
              </a:pathLst>
            </a:custGeom>
            <a:solidFill>
              <a:srgbClr val="00ABAB"/>
            </a:solidFill>
            <a:ln w="6390" cap="flat">
              <a:noFill/>
              <a:prstDash val="solid"/>
              <a:miter/>
            </a:ln>
          </p:spPr>
          <p:txBody>
            <a:bodyPr rtlCol="0" anchor="ctr"/>
            <a:lstStyle/>
            <a:p>
              <a:endParaRPr lang="en-US"/>
            </a:p>
          </p:txBody>
        </p:sp>
      </p:grpSp>
      <p:grpSp>
        <p:nvGrpSpPr>
          <p:cNvPr id="7" name="Group 6">
            <a:extLst>
              <a:ext uri="{FF2B5EF4-FFF2-40B4-BE49-F238E27FC236}">
                <a16:creationId xmlns:a16="http://schemas.microsoft.com/office/drawing/2014/main" id="{96585F72-D8C8-704C-AB1F-A54D2FA00D31}"/>
              </a:ext>
            </a:extLst>
          </p:cNvPr>
          <p:cNvGrpSpPr/>
          <p:nvPr/>
        </p:nvGrpSpPr>
        <p:grpSpPr>
          <a:xfrm>
            <a:off x="9887788" y="2375167"/>
            <a:ext cx="361674" cy="361971"/>
            <a:chOff x="9887788" y="2375167"/>
            <a:chExt cx="361674" cy="361971"/>
          </a:xfrm>
        </p:grpSpPr>
        <p:sp>
          <p:nvSpPr>
            <p:cNvPr id="1433" name="Graphic 1100">
              <a:extLst>
                <a:ext uri="{FF2B5EF4-FFF2-40B4-BE49-F238E27FC236}">
                  <a16:creationId xmlns:a16="http://schemas.microsoft.com/office/drawing/2014/main" id="{930DBAD5-FF59-9348-9143-6FCD34E571C3}"/>
                </a:ext>
              </a:extLst>
            </p:cNvPr>
            <p:cNvSpPr/>
            <p:nvPr/>
          </p:nvSpPr>
          <p:spPr>
            <a:xfrm>
              <a:off x="9887788" y="2375167"/>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7"/>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2309" y="81077"/>
                    <a:pt x="281157" y="0"/>
                    <a:pt x="180835" y="0"/>
                  </a:cubicBezTo>
                  <a:cubicBezTo>
                    <a:pt x="180835" y="0"/>
                    <a:pt x="180835" y="0"/>
                    <a:pt x="180835" y="0"/>
                  </a:cubicBezTo>
                  <a:close/>
                  <a:moveTo>
                    <a:pt x="180835" y="349204"/>
                  </a:moveTo>
                  <a:cubicBezTo>
                    <a:pt x="87542" y="349204"/>
                    <a:pt x="12780" y="273873"/>
                    <a:pt x="12780" y="181305"/>
                  </a:cubicBezTo>
                  <a:cubicBezTo>
                    <a:pt x="12780" y="88738"/>
                    <a:pt x="88181" y="12768"/>
                    <a:pt x="180835" y="12768"/>
                  </a:cubicBezTo>
                  <a:cubicBezTo>
                    <a:pt x="274128" y="12768"/>
                    <a:pt x="348890" y="88099"/>
                    <a:pt x="348890" y="180667"/>
                  </a:cubicBezTo>
                  <a:cubicBezTo>
                    <a:pt x="348890" y="180667"/>
                    <a:pt x="348890" y="180667"/>
                    <a:pt x="348890" y="180667"/>
                  </a:cubicBezTo>
                  <a:cubicBezTo>
                    <a:pt x="349529" y="273873"/>
                    <a:pt x="274128" y="349204"/>
                    <a:pt x="180835" y="349204"/>
                  </a:cubicBezTo>
                  <a:close/>
                </a:path>
              </a:pathLst>
            </a:custGeom>
            <a:solidFill>
              <a:srgbClr val="00ABAB"/>
            </a:solidFill>
            <a:ln w="6390" cap="flat">
              <a:noFill/>
              <a:prstDash val="solid"/>
              <a:miter/>
            </a:ln>
          </p:spPr>
          <p:txBody>
            <a:bodyPr rtlCol="0" anchor="ctr"/>
            <a:lstStyle/>
            <a:p>
              <a:endParaRPr lang="en-US"/>
            </a:p>
          </p:txBody>
        </p:sp>
        <p:sp>
          <p:nvSpPr>
            <p:cNvPr id="1434" name="Graphic 1100">
              <a:extLst>
                <a:ext uri="{FF2B5EF4-FFF2-40B4-BE49-F238E27FC236}">
                  <a16:creationId xmlns:a16="http://schemas.microsoft.com/office/drawing/2014/main" id="{8AC87906-2122-4A49-87D1-1FA4D0E581B7}"/>
                </a:ext>
              </a:extLst>
            </p:cNvPr>
            <p:cNvSpPr/>
            <p:nvPr/>
          </p:nvSpPr>
          <p:spPr>
            <a:xfrm>
              <a:off x="10005363" y="2451296"/>
              <a:ext cx="125592" cy="181145"/>
            </a:xfrm>
            <a:custGeom>
              <a:avLst/>
              <a:gdLst>
                <a:gd name="connsiteX0" fmla="*/ 7668 w 125592"/>
                <a:gd name="connsiteY0" fmla="*/ 69426 h 181145"/>
                <a:gd name="connsiteX1" fmla="*/ 12141 w 125592"/>
                <a:gd name="connsiteY1" fmla="*/ 67510 h 181145"/>
                <a:gd name="connsiteX2" fmla="*/ 56870 w 125592"/>
                <a:gd name="connsiteY2" fmla="*/ 22823 h 181145"/>
                <a:gd name="connsiteX3" fmla="*/ 56870 w 125592"/>
                <a:gd name="connsiteY3" fmla="*/ 174762 h 181145"/>
                <a:gd name="connsiteX4" fmla="*/ 63260 w 125592"/>
                <a:gd name="connsiteY4" fmla="*/ 181146 h 181145"/>
                <a:gd name="connsiteX5" fmla="*/ 69650 w 125592"/>
                <a:gd name="connsiteY5" fmla="*/ 174762 h 181145"/>
                <a:gd name="connsiteX6" fmla="*/ 69650 w 125592"/>
                <a:gd name="connsiteY6" fmla="*/ 22184 h 181145"/>
                <a:gd name="connsiteX7" fmla="*/ 114380 w 125592"/>
                <a:gd name="connsiteY7" fmla="*/ 66872 h 181145"/>
                <a:gd name="connsiteX8" fmla="*/ 123326 w 125592"/>
                <a:gd name="connsiteY8" fmla="*/ 67510 h 181145"/>
                <a:gd name="connsiteX9" fmla="*/ 123965 w 125592"/>
                <a:gd name="connsiteY9" fmla="*/ 58573 h 181145"/>
                <a:gd name="connsiteX10" fmla="*/ 123326 w 125592"/>
                <a:gd name="connsiteY10" fmla="*/ 57935 h 181145"/>
                <a:gd name="connsiteX11" fmla="*/ 67095 w 125592"/>
                <a:gd name="connsiteY11" fmla="*/ 1756 h 181145"/>
                <a:gd name="connsiteX12" fmla="*/ 65178 w 125592"/>
                <a:gd name="connsiteY12" fmla="*/ 479 h 181145"/>
                <a:gd name="connsiteX13" fmla="*/ 60065 w 125592"/>
                <a:gd name="connsiteY13" fmla="*/ 479 h 181145"/>
                <a:gd name="connsiteX14" fmla="*/ 58149 w 125592"/>
                <a:gd name="connsiteY14" fmla="*/ 1756 h 181145"/>
                <a:gd name="connsiteX15" fmla="*/ 1917 w 125592"/>
                <a:gd name="connsiteY15" fmla="*/ 57935 h 181145"/>
                <a:gd name="connsiteX16" fmla="*/ 1917 w 125592"/>
                <a:gd name="connsiteY16" fmla="*/ 66872 h 181145"/>
                <a:gd name="connsiteX17" fmla="*/ 7668 w 125592"/>
                <a:gd name="connsiteY17" fmla="*/ 69426 h 181145"/>
                <a:gd name="connsiteX18" fmla="*/ 7668 w 125592"/>
                <a:gd name="connsiteY18" fmla="*/ 69426 h 181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5592" h="181145">
                  <a:moveTo>
                    <a:pt x="7668" y="69426"/>
                  </a:moveTo>
                  <a:cubicBezTo>
                    <a:pt x="9585" y="69426"/>
                    <a:pt x="10863" y="68787"/>
                    <a:pt x="12141" y="67510"/>
                  </a:cubicBezTo>
                  <a:lnTo>
                    <a:pt x="56870" y="22823"/>
                  </a:lnTo>
                  <a:lnTo>
                    <a:pt x="56870" y="174762"/>
                  </a:lnTo>
                  <a:cubicBezTo>
                    <a:pt x="56870" y="178592"/>
                    <a:pt x="59427" y="181146"/>
                    <a:pt x="63260" y="181146"/>
                  </a:cubicBezTo>
                  <a:cubicBezTo>
                    <a:pt x="67095" y="181146"/>
                    <a:pt x="69650" y="178592"/>
                    <a:pt x="69650" y="174762"/>
                  </a:cubicBezTo>
                  <a:lnTo>
                    <a:pt x="69650" y="22184"/>
                  </a:lnTo>
                  <a:lnTo>
                    <a:pt x="114380" y="66872"/>
                  </a:lnTo>
                  <a:cubicBezTo>
                    <a:pt x="116936" y="69426"/>
                    <a:pt x="120770" y="70064"/>
                    <a:pt x="123326" y="67510"/>
                  </a:cubicBezTo>
                  <a:cubicBezTo>
                    <a:pt x="125882" y="64957"/>
                    <a:pt x="126521" y="61127"/>
                    <a:pt x="123965" y="58573"/>
                  </a:cubicBezTo>
                  <a:cubicBezTo>
                    <a:pt x="123965" y="58573"/>
                    <a:pt x="123326" y="57935"/>
                    <a:pt x="123326" y="57935"/>
                  </a:cubicBezTo>
                  <a:lnTo>
                    <a:pt x="67095" y="1756"/>
                  </a:lnTo>
                  <a:cubicBezTo>
                    <a:pt x="66455" y="1117"/>
                    <a:pt x="65816" y="479"/>
                    <a:pt x="65178" y="479"/>
                  </a:cubicBezTo>
                  <a:cubicBezTo>
                    <a:pt x="63900" y="-160"/>
                    <a:pt x="61983" y="-160"/>
                    <a:pt x="60065" y="479"/>
                  </a:cubicBezTo>
                  <a:cubicBezTo>
                    <a:pt x="59427" y="479"/>
                    <a:pt x="58788" y="1117"/>
                    <a:pt x="58149" y="1756"/>
                  </a:cubicBezTo>
                  <a:lnTo>
                    <a:pt x="1917" y="57935"/>
                  </a:lnTo>
                  <a:cubicBezTo>
                    <a:pt x="-639" y="60488"/>
                    <a:pt x="-639" y="64319"/>
                    <a:pt x="1917" y="66872"/>
                  </a:cubicBezTo>
                  <a:cubicBezTo>
                    <a:pt x="3834" y="68149"/>
                    <a:pt x="5751" y="68787"/>
                    <a:pt x="7668" y="69426"/>
                  </a:cubicBezTo>
                  <a:lnTo>
                    <a:pt x="7668" y="69426"/>
                  </a:lnTo>
                  <a:close/>
                </a:path>
              </a:pathLst>
            </a:custGeom>
            <a:solidFill>
              <a:srgbClr val="00ABAB"/>
            </a:solidFill>
            <a:ln w="6390" cap="flat">
              <a:noFill/>
              <a:prstDash val="solid"/>
              <a:miter/>
            </a:ln>
          </p:spPr>
          <p:txBody>
            <a:bodyPr rtlCol="0" anchor="ctr"/>
            <a:lstStyle/>
            <a:p>
              <a:endParaRPr lang="en-US"/>
            </a:p>
          </p:txBody>
        </p:sp>
        <p:sp>
          <p:nvSpPr>
            <p:cNvPr id="1435" name="Graphic 1100">
              <a:extLst>
                <a:ext uri="{FF2B5EF4-FFF2-40B4-BE49-F238E27FC236}">
                  <a16:creationId xmlns:a16="http://schemas.microsoft.com/office/drawing/2014/main" id="{49BE2852-4F05-A543-B649-424C302B6679}"/>
                </a:ext>
              </a:extLst>
            </p:cNvPr>
            <p:cNvSpPr/>
            <p:nvPr/>
          </p:nvSpPr>
          <p:spPr>
            <a:xfrm>
              <a:off x="9992583" y="2619674"/>
              <a:ext cx="152718" cy="40857"/>
            </a:xfrm>
            <a:custGeom>
              <a:avLst/>
              <a:gdLst>
                <a:gd name="connsiteX0" fmla="*/ 146329 w 152718"/>
                <a:gd name="connsiteY0" fmla="*/ 0 h 40857"/>
                <a:gd name="connsiteX1" fmla="*/ 139939 w 152718"/>
                <a:gd name="connsiteY1" fmla="*/ 6384 h 40857"/>
                <a:gd name="connsiteX2" fmla="*/ 139939 w 152718"/>
                <a:gd name="connsiteY2" fmla="*/ 28089 h 40857"/>
                <a:gd name="connsiteX3" fmla="*/ 12780 w 152718"/>
                <a:gd name="connsiteY3" fmla="*/ 28089 h 40857"/>
                <a:gd name="connsiteX4" fmla="*/ 12780 w 152718"/>
                <a:gd name="connsiteY4" fmla="*/ 6384 h 40857"/>
                <a:gd name="connsiteX5" fmla="*/ 6390 w 152718"/>
                <a:gd name="connsiteY5" fmla="*/ 0 h 40857"/>
                <a:gd name="connsiteX6" fmla="*/ 0 w 152718"/>
                <a:gd name="connsiteY6" fmla="*/ 6384 h 40857"/>
                <a:gd name="connsiteX7" fmla="*/ 0 w 152718"/>
                <a:gd name="connsiteY7" fmla="*/ 34473 h 40857"/>
                <a:gd name="connsiteX8" fmla="*/ 6390 w 152718"/>
                <a:gd name="connsiteY8" fmla="*/ 40857 h 40857"/>
                <a:gd name="connsiteX9" fmla="*/ 146329 w 152718"/>
                <a:gd name="connsiteY9" fmla="*/ 40857 h 40857"/>
                <a:gd name="connsiteX10" fmla="*/ 152719 w 152718"/>
                <a:gd name="connsiteY10" fmla="*/ 34473 h 40857"/>
                <a:gd name="connsiteX11" fmla="*/ 152719 w 152718"/>
                <a:gd name="connsiteY11" fmla="*/ 6384 h 40857"/>
                <a:gd name="connsiteX12" fmla="*/ 146329 w 152718"/>
                <a:gd name="connsiteY12" fmla="*/ 0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2718" h="40857">
                  <a:moveTo>
                    <a:pt x="146329" y="0"/>
                  </a:moveTo>
                  <a:cubicBezTo>
                    <a:pt x="142495" y="0"/>
                    <a:pt x="139939" y="2554"/>
                    <a:pt x="139939" y="6384"/>
                  </a:cubicBezTo>
                  <a:lnTo>
                    <a:pt x="139939" y="28089"/>
                  </a:lnTo>
                  <a:lnTo>
                    <a:pt x="12780" y="28089"/>
                  </a:lnTo>
                  <a:lnTo>
                    <a:pt x="12780" y="6384"/>
                  </a:lnTo>
                  <a:cubicBezTo>
                    <a:pt x="12780" y="2554"/>
                    <a:pt x="10224" y="0"/>
                    <a:pt x="6390" y="0"/>
                  </a:cubicBezTo>
                  <a:cubicBezTo>
                    <a:pt x="2555" y="0"/>
                    <a:pt x="0" y="2554"/>
                    <a:pt x="0" y="6384"/>
                  </a:cubicBezTo>
                  <a:lnTo>
                    <a:pt x="0" y="34473"/>
                  </a:lnTo>
                  <a:cubicBezTo>
                    <a:pt x="0" y="38304"/>
                    <a:pt x="2555" y="40857"/>
                    <a:pt x="6390" y="40857"/>
                  </a:cubicBezTo>
                  <a:lnTo>
                    <a:pt x="146329" y="40857"/>
                  </a:lnTo>
                  <a:cubicBezTo>
                    <a:pt x="150164" y="40857"/>
                    <a:pt x="152719" y="38304"/>
                    <a:pt x="152719" y="34473"/>
                  </a:cubicBezTo>
                  <a:lnTo>
                    <a:pt x="152719" y="6384"/>
                  </a:lnTo>
                  <a:cubicBezTo>
                    <a:pt x="152719" y="2554"/>
                    <a:pt x="149524" y="0"/>
                    <a:pt x="146329" y="0"/>
                  </a:cubicBezTo>
                  <a:close/>
                </a:path>
              </a:pathLst>
            </a:custGeom>
            <a:solidFill>
              <a:srgbClr val="00ABAB"/>
            </a:solidFill>
            <a:ln w="6390" cap="flat">
              <a:noFill/>
              <a:prstDash val="solid"/>
              <a:miter/>
            </a:ln>
          </p:spPr>
          <p:txBody>
            <a:bodyPr rtlCol="0" anchor="ctr"/>
            <a:lstStyle/>
            <a:p>
              <a:endParaRPr lang="en-US"/>
            </a:p>
          </p:txBody>
        </p:sp>
      </p:grpSp>
      <p:grpSp>
        <p:nvGrpSpPr>
          <p:cNvPr id="1436" name="Graphic 1100">
            <a:extLst>
              <a:ext uri="{FF2B5EF4-FFF2-40B4-BE49-F238E27FC236}">
                <a16:creationId xmlns:a16="http://schemas.microsoft.com/office/drawing/2014/main" id="{779FF507-9FDB-6F48-8159-70A5F6E7C9A1}"/>
              </a:ext>
            </a:extLst>
          </p:cNvPr>
          <p:cNvGrpSpPr/>
          <p:nvPr/>
        </p:nvGrpSpPr>
        <p:grpSpPr>
          <a:xfrm>
            <a:off x="8841755" y="3828162"/>
            <a:ext cx="362309" cy="361971"/>
            <a:chOff x="8841755" y="3828162"/>
            <a:chExt cx="362309" cy="361971"/>
          </a:xfrm>
          <a:solidFill>
            <a:srgbClr val="00ABAB"/>
          </a:solidFill>
        </p:grpSpPr>
        <p:sp>
          <p:nvSpPr>
            <p:cNvPr id="1437" name="Graphic 1100">
              <a:extLst>
                <a:ext uri="{FF2B5EF4-FFF2-40B4-BE49-F238E27FC236}">
                  <a16:creationId xmlns:a16="http://schemas.microsoft.com/office/drawing/2014/main" id="{9048A45E-677C-2E40-B775-4D9FB15FEF4C}"/>
                </a:ext>
              </a:extLst>
            </p:cNvPr>
            <p:cNvSpPr/>
            <p:nvPr/>
          </p:nvSpPr>
          <p:spPr>
            <a:xfrm>
              <a:off x="8841755" y="3828162"/>
              <a:ext cx="362309" cy="361971"/>
            </a:xfrm>
            <a:custGeom>
              <a:avLst/>
              <a:gdLst>
                <a:gd name="connsiteX0" fmla="*/ 181474 w 362309"/>
                <a:gd name="connsiteY0" fmla="*/ 0 h 361971"/>
                <a:gd name="connsiteX1" fmla="*/ 0 w 362309"/>
                <a:gd name="connsiteY1" fmla="*/ 180667 h 361971"/>
                <a:gd name="connsiteX2" fmla="*/ 180836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3" y="0"/>
                    <a:pt x="0" y="81076"/>
                    <a:pt x="0" y="180667"/>
                  </a:cubicBezTo>
                  <a:cubicBezTo>
                    <a:pt x="0" y="280895"/>
                    <a:pt x="81153" y="361971"/>
                    <a:pt x="180836" y="361971"/>
                  </a:cubicBezTo>
                  <a:cubicBezTo>
                    <a:pt x="281157" y="361971"/>
                    <a:pt x="362310" y="280895"/>
                    <a:pt x="362310" y="181305"/>
                  </a:cubicBezTo>
                  <a:cubicBezTo>
                    <a:pt x="362310" y="181305"/>
                    <a:pt x="362310" y="181305"/>
                    <a:pt x="362310" y="181305"/>
                  </a:cubicBezTo>
                  <a:cubicBezTo>
                    <a:pt x="362310" y="81076"/>
                    <a:pt x="281157"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873"/>
                    <a:pt x="274128"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1438" name="Graphic 1100">
              <a:extLst>
                <a:ext uri="{FF2B5EF4-FFF2-40B4-BE49-F238E27FC236}">
                  <a16:creationId xmlns:a16="http://schemas.microsoft.com/office/drawing/2014/main" id="{E3670B20-2829-C64A-9A58-097A8951054F}"/>
                </a:ext>
              </a:extLst>
            </p:cNvPr>
            <p:cNvSpPr/>
            <p:nvPr/>
          </p:nvSpPr>
          <p:spPr>
            <a:xfrm>
              <a:off x="8930575" y="4034364"/>
              <a:ext cx="184669" cy="64478"/>
            </a:xfrm>
            <a:custGeom>
              <a:avLst/>
              <a:gdLst>
                <a:gd name="connsiteX0" fmla="*/ 178279 w 184669"/>
                <a:gd name="connsiteY0" fmla="*/ 0 h 64478"/>
                <a:gd name="connsiteX1" fmla="*/ 171889 w 184669"/>
                <a:gd name="connsiteY1" fmla="*/ 6384 h 64478"/>
                <a:gd name="connsiteX2" fmla="*/ 171889 w 184669"/>
                <a:gd name="connsiteY2" fmla="*/ 51710 h 64478"/>
                <a:gd name="connsiteX3" fmla="*/ 12780 w 184669"/>
                <a:gd name="connsiteY3" fmla="*/ 51710 h 64478"/>
                <a:gd name="connsiteX4" fmla="*/ 12780 w 184669"/>
                <a:gd name="connsiteY4" fmla="*/ 6384 h 64478"/>
                <a:gd name="connsiteX5" fmla="*/ 6390 w 184669"/>
                <a:gd name="connsiteY5" fmla="*/ 0 h 64478"/>
                <a:gd name="connsiteX6" fmla="*/ 0 w 184669"/>
                <a:gd name="connsiteY6" fmla="*/ 6384 h 64478"/>
                <a:gd name="connsiteX7" fmla="*/ 0 w 184669"/>
                <a:gd name="connsiteY7" fmla="*/ 58094 h 64478"/>
                <a:gd name="connsiteX8" fmla="*/ 6390 w 184669"/>
                <a:gd name="connsiteY8" fmla="*/ 64478 h 64478"/>
                <a:gd name="connsiteX9" fmla="*/ 178279 w 184669"/>
                <a:gd name="connsiteY9" fmla="*/ 64478 h 64478"/>
                <a:gd name="connsiteX10" fmla="*/ 184669 w 184669"/>
                <a:gd name="connsiteY10" fmla="*/ 58094 h 64478"/>
                <a:gd name="connsiteX11" fmla="*/ 184669 w 184669"/>
                <a:gd name="connsiteY11" fmla="*/ 6384 h 64478"/>
                <a:gd name="connsiteX12" fmla="*/ 178279 w 184669"/>
                <a:gd name="connsiteY12" fmla="*/ 0 h 64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4669" h="64478">
                  <a:moveTo>
                    <a:pt x="178279" y="0"/>
                  </a:moveTo>
                  <a:cubicBezTo>
                    <a:pt x="174446" y="0"/>
                    <a:pt x="171889" y="2553"/>
                    <a:pt x="171889" y="6384"/>
                  </a:cubicBezTo>
                  <a:lnTo>
                    <a:pt x="171889" y="51710"/>
                  </a:lnTo>
                  <a:lnTo>
                    <a:pt x="12780" y="51710"/>
                  </a:lnTo>
                  <a:lnTo>
                    <a:pt x="12780" y="6384"/>
                  </a:lnTo>
                  <a:cubicBezTo>
                    <a:pt x="12780" y="2553"/>
                    <a:pt x="10224" y="0"/>
                    <a:pt x="6390" y="0"/>
                  </a:cubicBezTo>
                  <a:cubicBezTo>
                    <a:pt x="2556" y="0"/>
                    <a:pt x="0" y="2553"/>
                    <a:pt x="0" y="6384"/>
                  </a:cubicBezTo>
                  <a:lnTo>
                    <a:pt x="0" y="58094"/>
                  </a:lnTo>
                  <a:cubicBezTo>
                    <a:pt x="0" y="61925"/>
                    <a:pt x="2556" y="64478"/>
                    <a:pt x="6390" y="64478"/>
                  </a:cubicBezTo>
                  <a:lnTo>
                    <a:pt x="178279" y="64478"/>
                  </a:lnTo>
                  <a:cubicBezTo>
                    <a:pt x="182113" y="64478"/>
                    <a:pt x="184669" y="61925"/>
                    <a:pt x="184669" y="58094"/>
                  </a:cubicBezTo>
                  <a:lnTo>
                    <a:pt x="184669" y="6384"/>
                  </a:lnTo>
                  <a:cubicBezTo>
                    <a:pt x="184669" y="3192"/>
                    <a:pt x="182113" y="0"/>
                    <a:pt x="178279" y="0"/>
                  </a:cubicBezTo>
                  <a:close/>
                </a:path>
              </a:pathLst>
            </a:custGeom>
            <a:solidFill>
              <a:srgbClr val="00ABAB"/>
            </a:solidFill>
            <a:ln w="6390" cap="flat">
              <a:noFill/>
              <a:prstDash val="solid"/>
              <a:miter/>
            </a:ln>
          </p:spPr>
          <p:txBody>
            <a:bodyPr rtlCol="0" anchor="ctr"/>
            <a:lstStyle/>
            <a:p>
              <a:endParaRPr lang="en-US"/>
            </a:p>
          </p:txBody>
        </p:sp>
        <p:sp>
          <p:nvSpPr>
            <p:cNvPr id="1439" name="Graphic 1100">
              <a:extLst>
                <a:ext uri="{FF2B5EF4-FFF2-40B4-BE49-F238E27FC236}">
                  <a16:creationId xmlns:a16="http://schemas.microsoft.com/office/drawing/2014/main" id="{8ADF8954-31A1-1649-952C-7E44797D7002}"/>
                </a:ext>
              </a:extLst>
            </p:cNvPr>
            <p:cNvSpPr/>
            <p:nvPr/>
          </p:nvSpPr>
          <p:spPr>
            <a:xfrm>
              <a:off x="8965081" y="4051601"/>
              <a:ext cx="116296" cy="12767"/>
            </a:xfrm>
            <a:custGeom>
              <a:avLst/>
              <a:gdLst>
                <a:gd name="connsiteX0" fmla="*/ 6390 w 116296"/>
                <a:gd name="connsiteY0" fmla="*/ 12768 h 12767"/>
                <a:gd name="connsiteX1" fmla="*/ 109907 w 116296"/>
                <a:gd name="connsiteY1" fmla="*/ 12768 h 12767"/>
                <a:gd name="connsiteX2" fmla="*/ 116297 w 116296"/>
                <a:gd name="connsiteY2" fmla="*/ 6384 h 12767"/>
                <a:gd name="connsiteX3" fmla="*/ 109907 w 116296"/>
                <a:gd name="connsiteY3" fmla="*/ 0 h 12767"/>
                <a:gd name="connsiteX4" fmla="*/ 6390 w 116296"/>
                <a:gd name="connsiteY4" fmla="*/ 0 h 12767"/>
                <a:gd name="connsiteX5" fmla="*/ 0 w 116296"/>
                <a:gd name="connsiteY5" fmla="*/ 6384 h 12767"/>
                <a:gd name="connsiteX6" fmla="*/ 6390 w 116296"/>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296" h="12767">
                  <a:moveTo>
                    <a:pt x="6390" y="12768"/>
                  </a:moveTo>
                  <a:lnTo>
                    <a:pt x="109907" y="12768"/>
                  </a:lnTo>
                  <a:cubicBezTo>
                    <a:pt x="113741" y="12768"/>
                    <a:pt x="116297" y="10214"/>
                    <a:pt x="116297" y="6384"/>
                  </a:cubicBezTo>
                  <a:cubicBezTo>
                    <a:pt x="116297" y="2553"/>
                    <a:pt x="113741" y="0"/>
                    <a:pt x="109907" y="0"/>
                  </a:cubicBezTo>
                  <a:lnTo>
                    <a:pt x="6390" y="0"/>
                  </a:lnTo>
                  <a:cubicBezTo>
                    <a:pt x="2556" y="0"/>
                    <a:pt x="0" y="2553"/>
                    <a:pt x="0" y="6384"/>
                  </a:cubicBezTo>
                  <a:cubicBezTo>
                    <a:pt x="0" y="10214"/>
                    <a:pt x="2556" y="12768"/>
                    <a:pt x="6390" y="12768"/>
                  </a:cubicBezTo>
                  <a:close/>
                </a:path>
              </a:pathLst>
            </a:custGeom>
            <a:solidFill>
              <a:srgbClr val="00ABAB"/>
            </a:solidFill>
            <a:ln w="6390" cap="flat">
              <a:noFill/>
              <a:prstDash val="solid"/>
              <a:miter/>
            </a:ln>
          </p:spPr>
          <p:txBody>
            <a:bodyPr rtlCol="0" anchor="ctr"/>
            <a:lstStyle/>
            <a:p>
              <a:endParaRPr lang="en-US"/>
            </a:p>
          </p:txBody>
        </p:sp>
        <p:sp>
          <p:nvSpPr>
            <p:cNvPr id="1440" name="Graphic 1100">
              <a:extLst>
                <a:ext uri="{FF2B5EF4-FFF2-40B4-BE49-F238E27FC236}">
                  <a16:creationId xmlns:a16="http://schemas.microsoft.com/office/drawing/2014/main" id="{69F02C72-4297-5D46-94E6-9BFA6D89667C}"/>
                </a:ext>
              </a:extLst>
            </p:cNvPr>
            <p:cNvSpPr/>
            <p:nvPr/>
          </p:nvSpPr>
          <p:spPr>
            <a:xfrm>
              <a:off x="8965622" y="4006815"/>
              <a:ext cx="115755" cy="23080"/>
            </a:xfrm>
            <a:custGeom>
              <a:avLst/>
              <a:gdLst>
                <a:gd name="connsiteX0" fmla="*/ 5849 w 115755"/>
                <a:gd name="connsiteY0" fmla="*/ 12866 h 23080"/>
                <a:gd name="connsiteX1" fmla="*/ 108727 w 115755"/>
                <a:gd name="connsiteY1" fmla="*/ 23080 h 23080"/>
                <a:gd name="connsiteX2" fmla="*/ 109366 w 115755"/>
                <a:gd name="connsiteY2" fmla="*/ 23080 h 23080"/>
                <a:gd name="connsiteX3" fmla="*/ 115756 w 115755"/>
                <a:gd name="connsiteY3" fmla="*/ 16696 h 23080"/>
                <a:gd name="connsiteX4" fmla="*/ 110005 w 115755"/>
                <a:gd name="connsiteY4" fmla="*/ 10312 h 23080"/>
                <a:gd name="connsiteX5" fmla="*/ 7127 w 115755"/>
                <a:gd name="connsiteY5" fmla="*/ 98 h 23080"/>
                <a:gd name="connsiteX6" fmla="*/ 98 w 115755"/>
                <a:gd name="connsiteY6" fmla="*/ 5843 h 23080"/>
                <a:gd name="connsiteX7" fmla="*/ 5849 w 115755"/>
                <a:gd name="connsiteY7" fmla="*/ 12866 h 23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755" h="23080">
                  <a:moveTo>
                    <a:pt x="5849" y="12866"/>
                  </a:moveTo>
                  <a:lnTo>
                    <a:pt x="108727" y="23080"/>
                  </a:lnTo>
                  <a:lnTo>
                    <a:pt x="109366" y="23080"/>
                  </a:lnTo>
                  <a:cubicBezTo>
                    <a:pt x="113200" y="23080"/>
                    <a:pt x="115756" y="20526"/>
                    <a:pt x="115756" y="16696"/>
                  </a:cubicBezTo>
                  <a:cubicBezTo>
                    <a:pt x="115756" y="12866"/>
                    <a:pt x="113200" y="10312"/>
                    <a:pt x="110005" y="10312"/>
                  </a:cubicBezTo>
                  <a:lnTo>
                    <a:pt x="7127" y="98"/>
                  </a:lnTo>
                  <a:cubicBezTo>
                    <a:pt x="3293" y="-541"/>
                    <a:pt x="737" y="2013"/>
                    <a:pt x="98" y="5843"/>
                  </a:cubicBezTo>
                  <a:cubicBezTo>
                    <a:pt x="-541" y="9674"/>
                    <a:pt x="2015" y="12866"/>
                    <a:pt x="5849" y="12866"/>
                  </a:cubicBezTo>
                  <a:close/>
                </a:path>
              </a:pathLst>
            </a:custGeom>
            <a:solidFill>
              <a:srgbClr val="00ABAB"/>
            </a:solidFill>
            <a:ln w="6390" cap="flat">
              <a:noFill/>
              <a:prstDash val="solid"/>
              <a:miter/>
            </a:ln>
          </p:spPr>
          <p:txBody>
            <a:bodyPr rtlCol="0" anchor="ctr"/>
            <a:lstStyle/>
            <a:p>
              <a:endParaRPr lang="en-US"/>
            </a:p>
          </p:txBody>
        </p:sp>
        <p:sp>
          <p:nvSpPr>
            <p:cNvPr id="1441" name="Graphic 1100">
              <a:extLst>
                <a:ext uri="{FF2B5EF4-FFF2-40B4-BE49-F238E27FC236}">
                  <a16:creationId xmlns:a16="http://schemas.microsoft.com/office/drawing/2014/main" id="{FD1D20CF-7766-BE4D-8787-2DE4B1F98836}"/>
                </a:ext>
              </a:extLst>
            </p:cNvPr>
            <p:cNvSpPr/>
            <p:nvPr/>
          </p:nvSpPr>
          <p:spPr>
            <a:xfrm>
              <a:off x="8971373" y="3964019"/>
              <a:ext cx="113960" cy="33317"/>
            </a:xfrm>
            <a:custGeom>
              <a:avLst/>
              <a:gdLst>
                <a:gd name="connsiteX0" fmla="*/ 5211 w 113960"/>
                <a:gd name="connsiteY0" fmla="*/ 12889 h 33317"/>
                <a:gd name="connsiteX1" fmla="*/ 106171 w 113960"/>
                <a:gd name="connsiteY1" fmla="*/ 33318 h 33317"/>
                <a:gd name="connsiteX2" fmla="*/ 107450 w 113960"/>
                <a:gd name="connsiteY2" fmla="*/ 33318 h 33317"/>
                <a:gd name="connsiteX3" fmla="*/ 113840 w 113960"/>
                <a:gd name="connsiteY3" fmla="*/ 28210 h 33317"/>
                <a:gd name="connsiteX4" fmla="*/ 108727 w 113960"/>
                <a:gd name="connsiteY4" fmla="*/ 20550 h 33317"/>
                <a:gd name="connsiteX5" fmla="*/ 108727 w 113960"/>
                <a:gd name="connsiteY5" fmla="*/ 20550 h 33317"/>
                <a:gd name="connsiteX6" fmla="*/ 7766 w 113960"/>
                <a:gd name="connsiteY6" fmla="*/ 121 h 33317"/>
                <a:gd name="connsiteX7" fmla="*/ 99 w 113960"/>
                <a:gd name="connsiteY7" fmla="*/ 5228 h 33317"/>
                <a:gd name="connsiteX8" fmla="*/ 5211 w 113960"/>
                <a:gd name="connsiteY8" fmla="*/ 12889 h 33317"/>
                <a:gd name="connsiteX9" fmla="*/ 5211 w 113960"/>
                <a:gd name="connsiteY9" fmla="*/ 12889 h 33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960" h="33317">
                  <a:moveTo>
                    <a:pt x="5211" y="12889"/>
                  </a:moveTo>
                  <a:lnTo>
                    <a:pt x="106171" y="33318"/>
                  </a:lnTo>
                  <a:lnTo>
                    <a:pt x="107450" y="33318"/>
                  </a:lnTo>
                  <a:cubicBezTo>
                    <a:pt x="110645" y="33318"/>
                    <a:pt x="113200" y="31402"/>
                    <a:pt x="113840" y="28210"/>
                  </a:cubicBezTo>
                  <a:cubicBezTo>
                    <a:pt x="114479" y="25018"/>
                    <a:pt x="112561" y="21188"/>
                    <a:pt x="108727" y="20550"/>
                  </a:cubicBezTo>
                  <a:cubicBezTo>
                    <a:pt x="108727" y="20550"/>
                    <a:pt x="108727" y="20550"/>
                    <a:pt x="108727" y="20550"/>
                  </a:cubicBezTo>
                  <a:lnTo>
                    <a:pt x="7766" y="121"/>
                  </a:lnTo>
                  <a:cubicBezTo>
                    <a:pt x="3932" y="-518"/>
                    <a:pt x="737" y="1398"/>
                    <a:pt x="99" y="5228"/>
                  </a:cubicBezTo>
                  <a:cubicBezTo>
                    <a:pt x="-540" y="9058"/>
                    <a:pt x="2016" y="12250"/>
                    <a:pt x="5211" y="12889"/>
                  </a:cubicBezTo>
                  <a:lnTo>
                    <a:pt x="5211" y="12889"/>
                  </a:lnTo>
                  <a:close/>
                </a:path>
              </a:pathLst>
            </a:custGeom>
            <a:solidFill>
              <a:srgbClr val="00ABAB"/>
            </a:solidFill>
            <a:ln w="6390" cap="flat">
              <a:noFill/>
              <a:prstDash val="solid"/>
              <a:miter/>
            </a:ln>
          </p:spPr>
          <p:txBody>
            <a:bodyPr rtlCol="0" anchor="ctr"/>
            <a:lstStyle/>
            <a:p>
              <a:endParaRPr lang="en-US"/>
            </a:p>
          </p:txBody>
        </p:sp>
        <p:sp>
          <p:nvSpPr>
            <p:cNvPr id="1442" name="Graphic 1100">
              <a:extLst>
                <a:ext uri="{FF2B5EF4-FFF2-40B4-BE49-F238E27FC236}">
                  <a16:creationId xmlns:a16="http://schemas.microsoft.com/office/drawing/2014/main" id="{4F107729-A034-E949-A589-21BD1E00A978}"/>
                </a:ext>
              </a:extLst>
            </p:cNvPr>
            <p:cNvSpPr/>
            <p:nvPr/>
          </p:nvSpPr>
          <p:spPr>
            <a:xfrm>
              <a:off x="8984496" y="3919053"/>
              <a:ext cx="110301" cy="48279"/>
            </a:xfrm>
            <a:custGeom>
              <a:avLst/>
              <a:gdLst>
                <a:gd name="connsiteX0" fmla="*/ 4868 w 110301"/>
                <a:gd name="connsiteY0" fmla="*/ 12529 h 48279"/>
                <a:gd name="connsiteX1" fmla="*/ 101994 w 110301"/>
                <a:gd name="connsiteY1" fmla="*/ 47641 h 48279"/>
                <a:gd name="connsiteX2" fmla="*/ 103912 w 110301"/>
                <a:gd name="connsiteY2" fmla="*/ 48280 h 48279"/>
                <a:gd name="connsiteX3" fmla="*/ 110302 w 110301"/>
                <a:gd name="connsiteY3" fmla="*/ 41896 h 48279"/>
                <a:gd name="connsiteX4" fmla="*/ 105828 w 110301"/>
                <a:gd name="connsiteY4" fmla="*/ 35512 h 48279"/>
                <a:gd name="connsiteX5" fmla="*/ 8701 w 110301"/>
                <a:gd name="connsiteY5" fmla="*/ 400 h 48279"/>
                <a:gd name="connsiteX6" fmla="*/ 394 w 110301"/>
                <a:gd name="connsiteY6" fmla="*/ 4230 h 48279"/>
                <a:gd name="connsiteX7" fmla="*/ 4868 w 110301"/>
                <a:gd name="connsiteY7" fmla="*/ 12529 h 48279"/>
                <a:gd name="connsiteX8" fmla="*/ 4868 w 110301"/>
                <a:gd name="connsiteY8" fmla="*/ 12529 h 48279"/>
                <a:gd name="connsiteX9" fmla="*/ 4868 w 110301"/>
                <a:gd name="connsiteY9" fmla="*/ 12529 h 48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301" h="48279">
                  <a:moveTo>
                    <a:pt x="4868" y="12529"/>
                  </a:moveTo>
                  <a:lnTo>
                    <a:pt x="101994" y="47641"/>
                  </a:lnTo>
                  <a:cubicBezTo>
                    <a:pt x="102633" y="47641"/>
                    <a:pt x="103272" y="48280"/>
                    <a:pt x="103912" y="48280"/>
                  </a:cubicBezTo>
                  <a:cubicBezTo>
                    <a:pt x="107745" y="48280"/>
                    <a:pt x="110302" y="45726"/>
                    <a:pt x="110302" y="41896"/>
                  </a:cubicBezTo>
                  <a:cubicBezTo>
                    <a:pt x="110302" y="39342"/>
                    <a:pt x="108384" y="36789"/>
                    <a:pt x="105828" y="35512"/>
                  </a:cubicBezTo>
                  <a:lnTo>
                    <a:pt x="8701" y="400"/>
                  </a:lnTo>
                  <a:cubicBezTo>
                    <a:pt x="5506" y="-877"/>
                    <a:pt x="1673" y="1038"/>
                    <a:pt x="394" y="4230"/>
                  </a:cubicBezTo>
                  <a:cubicBezTo>
                    <a:pt x="-883" y="7422"/>
                    <a:pt x="1033" y="11253"/>
                    <a:pt x="4868" y="12529"/>
                  </a:cubicBezTo>
                  <a:cubicBezTo>
                    <a:pt x="4228" y="12529"/>
                    <a:pt x="4228" y="12529"/>
                    <a:pt x="4868" y="12529"/>
                  </a:cubicBezTo>
                  <a:lnTo>
                    <a:pt x="4868" y="12529"/>
                  </a:lnTo>
                  <a:close/>
                </a:path>
              </a:pathLst>
            </a:custGeom>
            <a:solidFill>
              <a:srgbClr val="00ABAB"/>
            </a:solidFill>
            <a:ln w="6390" cap="flat">
              <a:noFill/>
              <a:prstDash val="solid"/>
              <a:miter/>
            </a:ln>
          </p:spPr>
          <p:txBody>
            <a:bodyPr rtlCol="0" anchor="ctr"/>
            <a:lstStyle/>
            <a:p>
              <a:endParaRPr lang="en-US"/>
            </a:p>
          </p:txBody>
        </p:sp>
      </p:grpSp>
      <p:grpSp>
        <p:nvGrpSpPr>
          <p:cNvPr id="1443" name="Graphic 1100">
            <a:extLst>
              <a:ext uri="{FF2B5EF4-FFF2-40B4-BE49-F238E27FC236}">
                <a16:creationId xmlns:a16="http://schemas.microsoft.com/office/drawing/2014/main" id="{F8A68CB8-079C-494E-AA94-FC083938F2CF}"/>
              </a:ext>
            </a:extLst>
          </p:cNvPr>
          <p:cNvGrpSpPr/>
          <p:nvPr/>
        </p:nvGrpSpPr>
        <p:grpSpPr>
          <a:xfrm>
            <a:off x="10935099" y="3343617"/>
            <a:ext cx="362309" cy="361971"/>
            <a:chOff x="10935099" y="3343617"/>
            <a:chExt cx="362309" cy="361971"/>
          </a:xfrm>
          <a:solidFill>
            <a:srgbClr val="00ABAB"/>
          </a:solidFill>
        </p:grpSpPr>
        <p:sp>
          <p:nvSpPr>
            <p:cNvPr id="1444" name="Graphic 1100">
              <a:extLst>
                <a:ext uri="{FF2B5EF4-FFF2-40B4-BE49-F238E27FC236}">
                  <a16:creationId xmlns:a16="http://schemas.microsoft.com/office/drawing/2014/main" id="{B1717F69-C960-784B-9CB5-FF1BF210CEA2}"/>
                </a:ext>
              </a:extLst>
            </p:cNvPr>
            <p:cNvSpPr/>
            <p:nvPr/>
          </p:nvSpPr>
          <p:spPr>
            <a:xfrm>
              <a:off x="10935099" y="33436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 name="connsiteX11" fmla="*/ 180835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7"/>
                    <a:pt x="0" y="181305"/>
                  </a:cubicBezTo>
                  <a:cubicBezTo>
                    <a:pt x="0" y="281533"/>
                    <a:pt x="81152" y="361972"/>
                    <a:pt x="181474" y="361972"/>
                  </a:cubicBezTo>
                  <a:cubicBezTo>
                    <a:pt x="281157" y="361972"/>
                    <a:pt x="362309" y="280895"/>
                    <a:pt x="362309" y="180667"/>
                  </a:cubicBezTo>
                  <a:cubicBezTo>
                    <a:pt x="362309"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1474" y="12768"/>
                  </a:cubicBezTo>
                  <a:cubicBezTo>
                    <a:pt x="274128" y="12768"/>
                    <a:pt x="349529" y="88099"/>
                    <a:pt x="349529" y="180667"/>
                  </a:cubicBezTo>
                  <a:cubicBezTo>
                    <a:pt x="349529" y="273873"/>
                    <a:pt x="274128" y="349204"/>
                    <a:pt x="180835" y="349204"/>
                  </a:cubicBezTo>
                  <a:lnTo>
                    <a:pt x="180835" y="349204"/>
                  </a:lnTo>
                  <a:close/>
                </a:path>
              </a:pathLst>
            </a:custGeom>
            <a:solidFill>
              <a:srgbClr val="00ABAB"/>
            </a:solidFill>
            <a:ln w="6390" cap="flat">
              <a:noFill/>
              <a:prstDash val="solid"/>
              <a:miter/>
            </a:ln>
          </p:spPr>
          <p:txBody>
            <a:bodyPr rtlCol="0" anchor="ctr"/>
            <a:lstStyle/>
            <a:p>
              <a:endParaRPr lang="en-US"/>
            </a:p>
          </p:txBody>
        </p:sp>
        <p:sp>
          <p:nvSpPr>
            <p:cNvPr id="1445" name="Graphic 1100">
              <a:extLst>
                <a:ext uri="{FF2B5EF4-FFF2-40B4-BE49-F238E27FC236}">
                  <a16:creationId xmlns:a16="http://schemas.microsoft.com/office/drawing/2014/main" id="{B2871EBF-D939-5843-AF0A-135BC742B49C}"/>
                </a:ext>
              </a:extLst>
            </p:cNvPr>
            <p:cNvSpPr/>
            <p:nvPr/>
          </p:nvSpPr>
          <p:spPr>
            <a:xfrm>
              <a:off x="11088249" y="3418948"/>
              <a:ext cx="55370" cy="211948"/>
            </a:xfrm>
            <a:custGeom>
              <a:avLst/>
              <a:gdLst>
                <a:gd name="connsiteX0" fmla="*/ 34075 w 55370"/>
                <a:gd name="connsiteY0" fmla="*/ 128957 h 211948"/>
                <a:gd name="connsiteX1" fmla="*/ 34075 w 55370"/>
                <a:gd name="connsiteY1" fmla="*/ 6384 h 211948"/>
                <a:gd name="connsiteX2" fmla="*/ 27685 w 55370"/>
                <a:gd name="connsiteY2" fmla="*/ 0 h 211948"/>
                <a:gd name="connsiteX3" fmla="*/ 21295 w 55370"/>
                <a:gd name="connsiteY3" fmla="*/ 6384 h 211948"/>
                <a:gd name="connsiteX4" fmla="*/ 21295 w 55370"/>
                <a:gd name="connsiteY4" fmla="*/ 128957 h 211948"/>
                <a:gd name="connsiteX5" fmla="*/ 847 w 55370"/>
                <a:gd name="connsiteY5" fmla="*/ 162153 h 211948"/>
                <a:gd name="connsiteX6" fmla="*/ 21295 w 55370"/>
                <a:gd name="connsiteY6" fmla="*/ 182582 h 211948"/>
                <a:gd name="connsiteX7" fmla="*/ 21295 w 55370"/>
                <a:gd name="connsiteY7" fmla="*/ 205564 h 211948"/>
                <a:gd name="connsiteX8" fmla="*/ 27685 w 55370"/>
                <a:gd name="connsiteY8" fmla="*/ 211948 h 211948"/>
                <a:gd name="connsiteX9" fmla="*/ 34075 w 55370"/>
                <a:gd name="connsiteY9" fmla="*/ 205564 h 211948"/>
                <a:gd name="connsiteX10" fmla="*/ 34075 w 55370"/>
                <a:gd name="connsiteY10" fmla="*/ 182582 h 211948"/>
                <a:gd name="connsiteX11" fmla="*/ 54523 w 55370"/>
                <a:gd name="connsiteY11" fmla="*/ 149385 h 211948"/>
                <a:gd name="connsiteX12" fmla="*/ 34075 w 55370"/>
                <a:gd name="connsiteY12" fmla="*/ 128957 h 211948"/>
                <a:gd name="connsiteX13" fmla="*/ 27685 w 55370"/>
                <a:gd name="connsiteY13" fmla="*/ 170452 h 211948"/>
                <a:gd name="connsiteX14" fmla="*/ 12989 w 55370"/>
                <a:gd name="connsiteY14" fmla="*/ 155769 h 211948"/>
                <a:gd name="connsiteX15" fmla="*/ 27685 w 55370"/>
                <a:gd name="connsiteY15" fmla="*/ 141086 h 211948"/>
                <a:gd name="connsiteX16" fmla="*/ 42382 w 55370"/>
                <a:gd name="connsiteY16" fmla="*/ 155769 h 211948"/>
                <a:gd name="connsiteX17" fmla="*/ 42382 w 55370"/>
                <a:gd name="connsiteY17" fmla="*/ 155769 h 211948"/>
                <a:gd name="connsiteX18" fmla="*/ 27685 w 55370"/>
                <a:gd name="connsiteY18" fmla="*/ 170452 h 211948"/>
                <a:gd name="connsiteX19" fmla="*/ 27685 w 55370"/>
                <a:gd name="connsiteY19" fmla="*/ 170452 h 211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370" h="211948">
                  <a:moveTo>
                    <a:pt x="34075" y="128957"/>
                  </a:moveTo>
                  <a:lnTo>
                    <a:pt x="34075" y="6384"/>
                  </a:lnTo>
                  <a:cubicBezTo>
                    <a:pt x="34075" y="2554"/>
                    <a:pt x="31519" y="0"/>
                    <a:pt x="27685" y="0"/>
                  </a:cubicBezTo>
                  <a:cubicBezTo>
                    <a:pt x="23851" y="0"/>
                    <a:pt x="21295" y="2554"/>
                    <a:pt x="21295" y="6384"/>
                  </a:cubicBezTo>
                  <a:lnTo>
                    <a:pt x="21295" y="128957"/>
                  </a:lnTo>
                  <a:cubicBezTo>
                    <a:pt x="6599" y="132149"/>
                    <a:pt x="-2986" y="147470"/>
                    <a:pt x="847" y="162153"/>
                  </a:cubicBezTo>
                  <a:cubicBezTo>
                    <a:pt x="3404" y="172368"/>
                    <a:pt x="11071" y="180028"/>
                    <a:pt x="21295" y="182582"/>
                  </a:cubicBezTo>
                  <a:lnTo>
                    <a:pt x="21295" y="205564"/>
                  </a:lnTo>
                  <a:cubicBezTo>
                    <a:pt x="21295" y="209395"/>
                    <a:pt x="23851" y="211948"/>
                    <a:pt x="27685" y="211948"/>
                  </a:cubicBezTo>
                  <a:cubicBezTo>
                    <a:pt x="31519" y="211948"/>
                    <a:pt x="34075" y="209395"/>
                    <a:pt x="34075" y="205564"/>
                  </a:cubicBezTo>
                  <a:lnTo>
                    <a:pt x="34075" y="182582"/>
                  </a:lnTo>
                  <a:cubicBezTo>
                    <a:pt x="48772" y="179390"/>
                    <a:pt x="58357" y="164068"/>
                    <a:pt x="54523" y="149385"/>
                  </a:cubicBezTo>
                  <a:cubicBezTo>
                    <a:pt x="52606" y="139171"/>
                    <a:pt x="44299" y="130872"/>
                    <a:pt x="34075" y="128957"/>
                  </a:cubicBezTo>
                  <a:close/>
                  <a:moveTo>
                    <a:pt x="27685" y="170452"/>
                  </a:moveTo>
                  <a:cubicBezTo>
                    <a:pt x="19378" y="170452"/>
                    <a:pt x="12989" y="164068"/>
                    <a:pt x="12989" y="155769"/>
                  </a:cubicBezTo>
                  <a:cubicBezTo>
                    <a:pt x="12989" y="147470"/>
                    <a:pt x="19378" y="141086"/>
                    <a:pt x="27685" y="141086"/>
                  </a:cubicBezTo>
                  <a:cubicBezTo>
                    <a:pt x="35992" y="141086"/>
                    <a:pt x="42382" y="147470"/>
                    <a:pt x="42382" y="155769"/>
                  </a:cubicBezTo>
                  <a:lnTo>
                    <a:pt x="42382" y="155769"/>
                  </a:lnTo>
                  <a:cubicBezTo>
                    <a:pt x="43021" y="164068"/>
                    <a:pt x="35992" y="170452"/>
                    <a:pt x="27685" y="170452"/>
                  </a:cubicBezTo>
                  <a:lnTo>
                    <a:pt x="27685" y="170452"/>
                  </a:lnTo>
                  <a:close/>
                </a:path>
              </a:pathLst>
            </a:custGeom>
            <a:solidFill>
              <a:srgbClr val="00ABAB"/>
            </a:solidFill>
            <a:ln w="6390" cap="flat">
              <a:noFill/>
              <a:prstDash val="solid"/>
              <a:miter/>
            </a:ln>
          </p:spPr>
          <p:txBody>
            <a:bodyPr rtlCol="0" anchor="ctr"/>
            <a:lstStyle/>
            <a:p>
              <a:endParaRPr lang="en-US"/>
            </a:p>
          </p:txBody>
        </p:sp>
        <p:sp>
          <p:nvSpPr>
            <p:cNvPr id="1446" name="Graphic 1100">
              <a:extLst>
                <a:ext uri="{FF2B5EF4-FFF2-40B4-BE49-F238E27FC236}">
                  <a16:creationId xmlns:a16="http://schemas.microsoft.com/office/drawing/2014/main" id="{D9872206-D775-5E4A-B001-0D8EE13FA417}"/>
                </a:ext>
              </a:extLst>
            </p:cNvPr>
            <p:cNvSpPr/>
            <p:nvPr/>
          </p:nvSpPr>
          <p:spPr>
            <a:xfrm>
              <a:off x="11024350" y="3418948"/>
              <a:ext cx="55370" cy="211948"/>
            </a:xfrm>
            <a:custGeom>
              <a:avLst/>
              <a:gdLst>
                <a:gd name="connsiteX0" fmla="*/ 34075 w 55370"/>
                <a:gd name="connsiteY0" fmla="*/ 29367 h 211948"/>
                <a:gd name="connsiteX1" fmla="*/ 34075 w 55370"/>
                <a:gd name="connsiteY1" fmla="*/ 6384 h 211948"/>
                <a:gd name="connsiteX2" fmla="*/ 27685 w 55370"/>
                <a:gd name="connsiteY2" fmla="*/ 0 h 211948"/>
                <a:gd name="connsiteX3" fmla="*/ 21295 w 55370"/>
                <a:gd name="connsiteY3" fmla="*/ 6384 h 211948"/>
                <a:gd name="connsiteX4" fmla="*/ 21295 w 55370"/>
                <a:gd name="connsiteY4" fmla="*/ 29367 h 211948"/>
                <a:gd name="connsiteX5" fmla="*/ 847 w 55370"/>
                <a:gd name="connsiteY5" fmla="*/ 62563 h 211948"/>
                <a:gd name="connsiteX6" fmla="*/ 21295 w 55370"/>
                <a:gd name="connsiteY6" fmla="*/ 82992 h 211948"/>
                <a:gd name="connsiteX7" fmla="*/ 21295 w 55370"/>
                <a:gd name="connsiteY7" fmla="*/ 205564 h 211948"/>
                <a:gd name="connsiteX8" fmla="*/ 27685 w 55370"/>
                <a:gd name="connsiteY8" fmla="*/ 211948 h 211948"/>
                <a:gd name="connsiteX9" fmla="*/ 34075 w 55370"/>
                <a:gd name="connsiteY9" fmla="*/ 205564 h 211948"/>
                <a:gd name="connsiteX10" fmla="*/ 34075 w 55370"/>
                <a:gd name="connsiteY10" fmla="*/ 82992 h 211948"/>
                <a:gd name="connsiteX11" fmla="*/ 54523 w 55370"/>
                <a:gd name="connsiteY11" fmla="*/ 49795 h 211948"/>
                <a:gd name="connsiteX12" fmla="*/ 34075 w 55370"/>
                <a:gd name="connsiteY12" fmla="*/ 29367 h 211948"/>
                <a:gd name="connsiteX13" fmla="*/ 27685 w 55370"/>
                <a:gd name="connsiteY13" fmla="*/ 70862 h 211948"/>
                <a:gd name="connsiteX14" fmla="*/ 12989 w 55370"/>
                <a:gd name="connsiteY14" fmla="*/ 56179 h 211948"/>
                <a:gd name="connsiteX15" fmla="*/ 27685 w 55370"/>
                <a:gd name="connsiteY15" fmla="*/ 41496 h 211948"/>
                <a:gd name="connsiteX16" fmla="*/ 42382 w 55370"/>
                <a:gd name="connsiteY16" fmla="*/ 56179 h 211948"/>
                <a:gd name="connsiteX17" fmla="*/ 27685 w 55370"/>
                <a:gd name="connsiteY17" fmla="*/ 70862 h 211948"/>
                <a:gd name="connsiteX18" fmla="*/ 27685 w 55370"/>
                <a:gd name="connsiteY18" fmla="*/ 70862 h 211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5370" h="211948">
                  <a:moveTo>
                    <a:pt x="34075" y="29367"/>
                  </a:moveTo>
                  <a:lnTo>
                    <a:pt x="34075" y="6384"/>
                  </a:lnTo>
                  <a:cubicBezTo>
                    <a:pt x="34075" y="2554"/>
                    <a:pt x="31519" y="0"/>
                    <a:pt x="27685" y="0"/>
                  </a:cubicBezTo>
                  <a:cubicBezTo>
                    <a:pt x="23851" y="0"/>
                    <a:pt x="21295" y="2554"/>
                    <a:pt x="21295" y="6384"/>
                  </a:cubicBezTo>
                  <a:lnTo>
                    <a:pt x="21295" y="29367"/>
                  </a:lnTo>
                  <a:cubicBezTo>
                    <a:pt x="6599" y="32559"/>
                    <a:pt x="-2986" y="47880"/>
                    <a:pt x="847" y="62563"/>
                  </a:cubicBezTo>
                  <a:cubicBezTo>
                    <a:pt x="3404" y="72778"/>
                    <a:pt x="11071" y="80438"/>
                    <a:pt x="21295" y="82992"/>
                  </a:cubicBezTo>
                  <a:lnTo>
                    <a:pt x="21295" y="205564"/>
                  </a:lnTo>
                  <a:cubicBezTo>
                    <a:pt x="21295" y="209395"/>
                    <a:pt x="23851" y="211948"/>
                    <a:pt x="27685" y="211948"/>
                  </a:cubicBezTo>
                  <a:cubicBezTo>
                    <a:pt x="31519" y="211948"/>
                    <a:pt x="34075" y="209395"/>
                    <a:pt x="34075" y="205564"/>
                  </a:cubicBezTo>
                  <a:lnTo>
                    <a:pt x="34075" y="82992"/>
                  </a:lnTo>
                  <a:cubicBezTo>
                    <a:pt x="48772" y="79800"/>
                    <a:pt x="58357" y="64478"/>
                    <a:pt x="54523" y="49795"/>
                  </a:cubicBezTo>
                  <a:cubicBezTo>
                    <a:pt x="51967" y="39581"/>
                    <a:pt x="44299" y="31282"/>
                    <a:pt x="34075" y="29367"/>
                  </a:cubicBezTo>
                  <a:close/>
                  <a:moveTo>
                    <a:pt x="27685" y="70862"/>
                  </a:moveTo>
                  <a:cubicBezTo>
                    <a:pt x="19378" y="70862"/>
                    <a:pt x="12989" y="63840"/>
                    <a:pt x="12989" y="56179"/>
                  </a:cubicBezTo>
                  <a:cubicBezTo>
                    <a:pt x="12989" y="47880"/>
                    <a:pt x="20017" y="41496"/>
                    <a:pt x="27685" y="41496"/>
                  </a:cubicBezTo>
                  <a:cubicBezTo>
                    <a:pt x="35992" y="41496"/>
                    <a:pt x="42382" y="48519"/>
                    <a:pt x="42382" y="56179"/>
                  </a:cubicBezTo>
                  <a:cubicBezTo>
                    <a:pt x="42382" y="64478"/>
                    <a:pt x="35992" y="70862"/>
                    <a:pt x="27685" y="70862"/>
                  </a:cubicBezTo>
                  <a:cubicBezTo>
                    <a:pt x="27685" y="70862"/>
                    <a:pt x="27685" y="70862"/>
                    <a:pt x="27685" y="70862"/>
                  </a:cubicBezTo>
                  <a:close/>
                </a:path>
              </a:pathLst>
            </a:custGeom>
            <a:solidFill>
              <a:srgbClr val="00ABAB"/>
            </a:solidFill>
            <a:ln w="6390" cap="flat">
              <a:noFill/>
              <a:prstDash val="solid"/>
              <a:miter/>
            </a:ln>
          </p:spPr>
          <p:txBody>
            <a:bodyPr rtlCol="0" anchor="ctr"/>
            <a:lstStyle/>
            <a:p>
              <a:endParaRPr lang="en-US"/>
            </a:p>
          </p:txBody>
        </p:sp>
        <p:sp>
          <p:nvSpPr>
            <p:cNvPr id="1447" name="Graphic 1100">
              <a:extLst>
                <a:ext uri="{FF2B5EF4-FFF2-40B4-BE49-F238E27FC236}">
                  <a16:creationId xmlns:a16="http://schemas.microsoft.com/office/drawing/2014/main" id="{0ACC272D-B46A-134E-86A8-913183F8503A}"/>
                </a:ext>
              </a:extLst>
            </p:cNvPr>
            <p:cNvSpPr/>
            <p:nvPr/>
          </p:nvSpPr>
          <p:spPr>
            <a:xfrm>
              <a:off x="11152787" y="3418310"/>
              <a:ext cx="55370" cy="211948"/>
            </a:xfrm>
            <a:custGeom>
              <a:avLst/>
              <a:gdLst>
                <a:gd name="connsiteX0" fmla="*/ 34075 w 55370"/>
                <a:gd name="connsiteY0" fmla="*/ 65117 h 211948"/>
                <a:gd name="connsiteX1" fmla="*/ 34075 w 55370"/>
                <a:gd name="connsiteY1" fmla="*/ 6384 h 211948"/>
                <a:gd name="connsiteX2" fmla="*/ 27685 w 55370"/>
                <a:gd name="connsiteY2" fmla="*/ 0 h 211948"/>
                <a:gd name="connsiteX3" fmla="*/ 21295 w 55370"/>
                <a:gd name="connsiteY3" fmla="*/ 6384 h 211948"/>
                <a:gd name="connsiteX4" fmla="*/ 21295 w 55370"/>
                <a:gd name="connsiteY4" fmla="*/ 65117 h 211948"/>
                <a:gd name="connsiteX5" fmla="*/ 847 w 55370"/>
                <a:gd name="connsiteY5" fmla="*/ 98313 h 211948"/>
                <a:gd name="connsiteX6" fmla="*/ 21295 w 55370"/>
                <a:gd name="connsiteY6" fmla="*/ 118742 h 211948"/>
                <a:gd name="connsiteX7" fmla="*/ 21295 w 55370"/>
                <a:gd name="connsiteY7" fmla="*/ 205564 h 211948"/>
                <a:gd name="connsiteX8" fmla="*/ 27685 w 55370"/>
                <a:gd name="connsiteY8" fmla="*/ 211948 h 211948"/>
                <a:gd name="connsiteX9" fmla="*/ 34075 w 55370"/>
                <a:gd name="connsiteY9" fmla="*/ 205564 h 211948"/>
                <a:gd name="connsiteX10" fmla="*/ 34075 w 55370"/>
                <a:gd name="connsiteY10" fmla="*/ 118742 h 211948"/>
                <a:gd name="connsiteX11" fmla="*/ 54523 w 55370"/>
                <a:gd name="connsiteY11" fmla="*/ 85545 h 211948"/>
                <a:gd name="connsiteX12" fmla="*/ 34075 w 55370"/>
                <a:gd name="connsiteY12" fmla="*/ 65117 h 211948"/>
                <a:gd name="connsiteX13" fmla="*/ 27685 w 55370"/>
                <a:gd name="connsiteY13" fmla="*/ 107251 h 211948"/>
                <a:gd name="connsiteX14" fmla="*/ 12989 w 55370"/>
                <a:gd name="connsiteY14" fmla="*/ 92568 h 211948"/>
                <a:gd name="connsiteX15" fmla="*/ 27685 w 55370"/>
                <a:gd name="connsiteY15" fmla="*/ 77885 h 211948"/>
                <a:gd name="connsiteX16" fmla="*/ 42382 w 55370"/>
                <a:gd name="connsiteY16" fmla="*/ 92568 h 211948"/>
                <a:gd name="connsiteX17" fmla="*/ 42382 w 55370"/>
                <a:gd name="connsiteY17" fmla="*/ 92568 h 211948"/>
                <a:gd name="connsiteX18" fmla="*/ 27685 w 55370"/>
                <a:gd name="connsiteY18" fmla="*/ 107251 h 211948"/>
                <a:gd name="connsiteX19" fmla="*/ 27685 w 55370"/>
                <a:gd name="connsiteY19" fmla="*/ 107251 h 211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370" h="211948">
                  <a:moveTo>
                    <a:pt x="34075" y="65117"/>
                  </a:moveTo>
                  <a:lnTo>
                    <a:pt x="34075" y="6384"/>
                  </a:lnTo>
                  <a:cubicBezTo>
                    <a:pt x="34075" y="2553"/>
                    <a:pt x="31519" y="0"/>
                    <a:pt x="27685" y="0"/>
                  </a:cubicBezTo>
                  <a:cubicBezTo>
                    <a:pt x="23851" y="0"/>
                    <a:pt x="21295" y="2553"/>
                    <a:pt x="21295" y="6384"/>
                  </a:cubicBezTo>
                  <a:lnTo>
                    <a:pt x="21295" y="65117"/>
                  </a:lnTo>
                  <a:cubicBezTo>
                    <a:pt x="6599" y="68309"/>
                    <a:pt x="-2986" y="83630"/>
                    <a:pt x="847" y="98313"/>
                  </a:cubicBezTo>
                  <a:cubicBezTo>
                    <a:pt x="3404" y="108528"/>
                    <a:pt x="11071" y="116189"/>
                    <a:pt x="21295" y="118742"/>
                  </a:cubicBezTo>
                  <a:lnTo>
                    <a:pt x="21295" y="205564"/>
                  </a:lnTo>
                  <a:cubicBezTo>
                    <a:pt x="21295" y="209395"/>
                    <a:pt x="23851" y="211948"/>
                    <a:pt x="27685" y="211948"/>
                  </a:cubicBezTo>
                  <a:cubicBezTo>
                    <a:pt x="31519" y="211948"/>
                    <a:pt x="34075" y="209395"/>
                    <a:pt x="34075" y="205564"/>
                  </a:cubicBezTo>
                  <a:lnTo>
                    <a:pt x="34075" y="118742"/>
                  </a:lnTo>
                  <a:cubicBezTo>
                    <a:pt x="48772" y="115550"/>
                    <a:pt x="58357" y="100229"/>
                    <a:pt x="54523" y="85545"/>
                  </a:cubicBezTo>
                  <a:cubicBezTo>
                    <a:pt x="51967" y="75969"/>
                    <a:pt x="44299" y="67670"/>
                    <a:pt x="34075" y="65117"/>
                  </a:cubicBezTo>
                  <a:close/>
                  <a:moveTo>
                    <a:pt x="27685" y="107251"/>
                  </a:moveTo>
                  <a:cubicBezTo>
                    <a:pt x="19378" y="107251"/>
                    <a:pt x="12989" y="100867"/>
                    <a:pt x="12989" y="92568"/>
                  </a:cubicBezTo>
                  <a:cubicBezTo>
                    <a:pt x="12989" y="84269"/>
                    <a:pt x="19378" y="77885"/>
                    <a:pt x="27685" y="77885"/>
                  </a:cubicBezTo>
                  <a:cubicBezTo>
                    <a:pt x="35992" y="77885"/>
                    <a:pt x="42382" y="84269"/>
                    <a:pt x="42382" y="92568"/>
                  </a:cubicBezTo>
                  <a:lnTo>
                    <a:pt x="42382" y="92568"/>
                  </a:lnTo>
                  <a:cubicBezTo>
                    <a:pt x="42382" y="100229"/>
                    <a:pt x="35992" y="107251"/>
                    <a:pt x="27685" y="107251"/>
                  </a:cubicBezTo>
                  <a:lnTo>
                    <a:pt x="27685" y="107251"/>
                  </a:lnTo>
                  <a:close/>
                </a:path>
              </a:pathLst>
            </a:custGeom>
            <a:solidFill>
              <a:srgbClr val="00ABAB"/>
            </a:solidFill>
            <a:ln w="6390" cap="flat">
              <a:noFill/>
              <a:prstDash val="solid"/>
              <a:miter/>
            </a:ln>
          </p:spPr>
          <p:txBody>
            <a:bodyPr rtlCol="0" anchor="ctr"/>
            <a:lstStyle/>
            <a:p>
              <a:endParaRPr lang="en-US"/>
            </a:p>
          </p:txBody>
        </p:sp>
      </p:grpSp>
      <p:grpSp>
        <p:nvGrpSpPr>
          <p:cNvPr id="1448" name="Graphic 1100">
            <a:extLst>
              <a:ext uri="{FF2B5EF4-FFF2-40B4-BE49-F238E27FC236}">
                <a16:creationId xmlns:a16="http://schemas.microsoft.com/office/drawing/2014/main" id="{3F7AA5C3-AA82-2F4C-B6D1-9D250C203CE8}"/>
              </a:ext>
            </a:extLst>
          </p:cNvPr>
          <p:cNvGrpSpPr/>
          <p:nvPr/>
        </p:nvGrpSpPr>
        <p:grpSpPr>
          <a:xfrm>
            <a:off x="10935099" y="1406238"/>
            <a:ext cx="362309" cy="362450"/>
            <a:chOff x="10935099" y="1406238"/>
            <a:chExt cx="362309" cy="362450"/>
          </a:xfrm>
          <a:solidFill>
            <a:srgbClr val="00ABAB"/>
          </a:solidFill>
        </p:grpSpPr>
        <p:sp>
          <p:nvSpPr>
            <p:cNvPr id="1449" name="Graphic 1100">
              <a:extLst>
                <a:ext uri="{FF2B5EF4-FFF2-40B4-BE49-F238E27FC236}">
                  <a16:creationId xmlns:a16="http://schemas.microsoft.com/office/drawing/2014/main" id="{A301912D-0FA8-DD40-B955-91BF47619080}"/>
                </a:ext>
              </a:extLst>
            </p:cNvPr>
            <p:cNvSpPr/>
            <p:nvPr/>
          </p:nvSpPr>
          <p:spPr>
            <a:xfrm>
              <a:off x="10935099" y="1406238"/>
              <a:ext cx="362309" cy="362450"/>
            </a:xfrm>
            <a:custGeom>
              <a:avLst/>
              <a:gdLst>
                <a:gd name="connsiteX0" fmla="*/ 180835 w 362309"/>
                <a:gd name="connsiteY0" fmla="*/ 479 h 362450"/>
                <a:gd name="connsiteX1" fmla="*/ 0 w 362309"/>
                <a:gd name="connsiteY1" fmla="*/ 181784 h 362450"/>
                <a:gd name="connsiteX2" fmla="*/ 181474 w 362309"/>
                <a:gd name="connsiteY2" fmla="*/ 362451 h 362450"/>
                <a:gd name="connsiteX3" fmla="*/ 362309 w 362309"/>
                <a:gd name="connsiteY3" fmla="*/ 181145 h 362450"/>
                <a:gd name="connsiteX4" fmla="*/ 180835 w 362309"/>
                <a:gd name="connsiteY4" fmla="*/ 479 h 362450"/>
                <a:gd name="connsiteX5" fmla="*/ 180835 w 362309"/>
                <a:gd name="connsiteY5" fmla="*/ 479 h 362450"/>
                <a:gd name="connsiteX6" fmla="*/ 180835 w 362309"/>
                <a:gd name="connsiteY6" fmla="*/ 349044 h 362450"/>
                <a:gd name="connsiteX7" fmla="*/ 12780 w 362309"/>
                <a:gd name="connsiteY7" fmla="*/ 180507 h 362450"/>
                <a:gd name="connsiteX8" fmla="*/ 181474 w 362309"/>
                <a:gd name="connsiteY8" fmla="*/ 12608 h 362450"/>
                <a:gd name="connsiteX9" fmla="*/ 349529 w 362309"/>
                <a:gd name="connsiteY9" fmla="*/ 180507 h 362450"/>
                <a:gd name="connsiteX10" fmla="*/ 180835 w 362309"/>
                <a:gd name="connsiteY10" fmla="*/ 349044 h 36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2450">
                  <a:moveTo>
                    <a:pt x="180835" y="479"/>
                  </a:moveTo>
                  <a:cubicBezTo>
                    <a:pt x="80513" y="479"/>
                    <a:pt x="0" y="81555"/>
                    <a:pt x="0" y="181784"/>
                  </a:cubicBezTo>
                  <a:cubicBezTo>
                    <a:pt x="0" y="282013"/>
                    <a:pt x="81152" y="362451"/>
                    <a:pt x="181474" y="362451"/>
                  </a:cubicBezTo>
                  <a:cubicBezTo>
                    <a:pt x="281796" y="362451"/>
                    <a:pt x="362309" y="281374"/>
                    <a:pt x="362309" y="181145"/>
                  </a:cubicBezTo>
                  <a:cubicBezTo>
                    <a:pt x="362309" y="80917"/>
                    <a:pt x="281157" y="-160"/>
                    <a:pt x="180835" y="479"/>
                  </a:cubicBezTo>
                  <a:cubicBezTo>
                    <a:pt x="181474" y="-160"/>
                    <a:pt x="180835" y="-160"/>
                    <a:pt x="180835" y="479"/>
                  </a:cubicBezTo>
                  <a:close/>
                  <a:moveTo>
                    <a:pt x="180835" y="349044"/>
                  </a:moveTo>
                  <a:cubicBezTo>
                    <a:pt x="87542" y="349044"/>
                    <a:pt x="12780" y="273713"/>
                    <a:pt x="12780" y="180507"/>
                  </a:cubicBezTo>
                  <a:cubicBezTo>
                    <a:pt x="12780" y="87301"/>
                    <a:pt x="88181" y="12608"/>
                    <a:pt x="181474" y="12608"/>
                  </a:cubicBezTo>
                  <a:cubicBezTo>
                    <a:pt x="274128" y="12608"/>
                    <a:pt x="349529" y="87939"/>
                    <a:pt x="349529" y="180507"/>
                  </a:cubicBezTo>
                  <a:cubicBezTo>
                    <a:pt x="349529" y="273713"/>
                    <a:pt x="274128" y="349044"/>
                    <a:pt x="180835" y="349044"/>
                  </a:cubicBezTo>
                  <a:close/>
                </a:path>
              </a:pathLst>
            </a:custGeom>
            <a:solidFill>
              <a:srgbClr val="00ABAB"/>
            </a:solidFill>
            <a:ln w="6390" cap="flat">
              <a:noFill/>
              <a:prstDash val="solid"/>
              <a:miter/>
            </a:ln>
          </p:spPr>
          <p:txBody>
            <a:bodyPr rtlCol="0" anchor="ctr"/>
            <a:lstStyle/>
            <a:p>
              <a:endParaRPr lang="en-US"/>
            </a:p>
          </p:txBody>
        </p:sp>
        <p:sp>
          <p:nvSpPr>
            <p:cNvPr id="1450" name="Graphic 1100">
              <a:extLst>
                <a:ext uri="{FF2B5EF4-FFF2-40B4-BE49-F238E27FC236}">
                  <a16:creationId xmlns:a16="http://schemas.microsoft.com/office/drawing/2014/main" id="{CA211B11-4527-8641-83BB-A12F9D79D397}"/>
                </a:ext>
              </a:extLst>
            </p:cNvPr>
            <p:cNvSpPr/>
            <p:nvPr/>
          </p:nvSpPr>
          <p:spPr>
            <a:xfrm>
              <a:off x="11148523" y="1619942"/>
              <a:ext cx="60065" cy="60009"/>
            </a:xfrm>
            <a:custGeom>
              <a:avLst/>
              <a:gdLst>
                <a:gd name="connsiteX0" fmla="*/ 58149 w 60065"/>
                <a:gd name="connsiteY0" fmla="*/ 1915 h 60009"/>
                <a:gd name="connsiteX1" fmla="*/ 49203 w 60065"/>
                <a:gd name="connsiteY1" fmla="*/ 1915 h 60009"/>
                <a:gd name="connsiteX2" fmla="*/ 30033 w 60065"/>
                <a:gd name="connsiteY2" fmla="*/ 21067 h 60009"/>
                <a:gd name="connsiteX3" fmla="*/ 10863 w 60065"/>
                <a:gd name="connsiteY3" fmla="*/ 1915 h 60009"/>
                <a:gd name="connsiteX4" fmla="*/ 1917 w 60065"/>
                <a:gd name="connsiteY4" fmla="*/ 1915 h 60009"/>
                <a:gd name="connsiteX5" fmla="*/ 1917 w 60065"/>
                <a:gd name="connsiteY5" fmla="*/ 1915 h 60009"/>
                <a:gd name="connsiteX6" fmla="*/ 1917 w 60065"/>
                <a:gd name="connsiteY6" fmla="*/ 10853 h 60009"/>
                <a:gd name="connsiteX7" fmla="*/ 21087 w 60065"/>
                <a:gd name="connsiteY7" fmla="*/ 30005 h 60009"/>
                <a:gd name="connsiteX8" fmla="*/ 1917 w 60065"/>
                <a:gd name="connsiteY8" fmla="*/ 49157 h 60009"/>
                <a:gd name="connsiteX9" fmla="*/ 1917 w 60065"/>
                <a:gd name="connsiteY9" fmla="*/ 58094 h 60009"/>
                <a:gd name="connsiteX10" fmla="*/ 1917 w 60065"/>
                <a:gd name="connsiteY10" fmla="*/ 58094 h 60009"/>
                <a:gd name="connsiteX11" fmla="*/ 10863 w 60065"/>
                <a:gd name="connsiteY11" fmla="*/ 58094 h 60009"/>
                <a:gd name="connsiteX12" fmla="*/ 10863 w 60065"/>
                <a:gd name="connsiteY12" fmla="*/ 58094 h 60009"/>
                <a:gd name="connsiteX13" fmla="*/ 30033 w 60065"/>
                <a:gd name="connsiteY13" fmla="*/ 38942 h 60009"/>
                <a:gd name="connsiteX14" fmla="*/ 49203 w 60065"/>
                <a:gd name="connsiteY14" fmla="*/ 58094 h 60009"/>
                <a:gd name="connsiteX15" fmla="*/ 58149 w 60065"/>
                <a:gd name="connsiteY15" fmla="*/ 58094 h 60009"/>
                <a:gd name="connsiteX16" fmla="*/ 58149 w 60065"/>
                <a:gd name="connsiteY16" fmla="*/ 49157 h 60009"/>
                <a:gd name="connsiteX17" fmla="*/ 38979 w 60065"/>
                <a:gd name="connsiteY17" fmla="*/ 30005 h 60009"/>
                <a:gd name="connsiteX18" fmla="*/ 58149 w 60065"/>
                <a:gd name="connsiteY18" fmla="*/ 10853 h 60009"/>
                <a:gd name="connsiteX19" fmla="*/ 58149 w 60065"/>
                <a:gd name="connsiteY19" fmla="*/ 1915 h 60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0065" h="60009">
                  <a:moveTo>
                    <a:pt x="58149" y="1915"/>
                  </a:moveTo>
                  <a:cubicBezTo>
                    <a:pt x="55593" y="-638"/>
                    <a:pt x="51759" y="-638"/>
                    <a:pt x="49203" y="1915"/>
                  </a:cubicBezTo>
                  <a:lnTo>
                    <a:pt x="30033" y="21067"/>
                  </a:lnTo>
                  <a:lnTo>
                    <a:pt x="10863" y="1915"/>
                  </a:lnTo>
                  <a:cubicBezTo>
                    <a:pt x="8307" y="-638"/>
                    <a:pt x="4473" y="-638"/>
                    <a:pt x="1917" y="1915"/>
                  </a:cubicBezTo>
                  <a:cubicBezTo>
                    <a:pt x="1917" y="1915"/>
                    <a:pt x="1917" y="1915"/>
                    <a:pt x="1917" y="1915"/>
                  </a:cubicBezTo>
                  <a:cubicBezTo>
                    <a:pt x="-639" y="4469"/>
                    <a:pt x="-639" y="8299"/>
                    <a:pt x="1917" y="10853"/>
                  </a:cubicBezTo>
                  <a:lnTo>
                    <a:pt x="21087" y="30005"/>
                  </a:lnTo>
                  <a:lnTo>
                    <a:pt x="1917" y="49157"/>
                  </a:lnTo>
                  <a:cubicBezTo>
                    <a:pt x="-639" y="51710"/>
                    <a:pt x="-639" y="55541"/>
                    <a:pt x="1917" y="58094"/>
                  </a:cubicBezTo>
                  <a:cubicBezTo>
                    <a:pt x="1917" y="58094"/>
                    <a:pt x="1917" y="58094"/>
                    <a:pt x="1917" y="58094"/>
                  </a:cubicBezTo>
                  <a:cubicBezTo>
                    <a:pt x="4473" y="60648"/>
                    <a:pt x="8307" y="60648"/>
                    <a:pt x="10863" y="58094"/>
                  </a:cubicBezTo>
                  <a:cubicBezTo>
                    <a:pt x="10863" y="58094"/>
                    <a:pt x="10863" y="58094"/>
                    <a:pt x="10863" y="58094"/>
                  </a:cubicBezTo>
                  <a:lnTo>
                    <a:pt x="30033" y="38942"/>
                  </a:lnTo>
                  <a:lnTo>
                    <a:pt x="49203" y="58094"/>
                  </a:lnTo>
                  <a:cubicBezTo>
                    <a:pt x="51759" y="60648"/>
                    <a:pt x="55593" y="60648"/>
                    <a:pt x="58149" y="58094"/>
                  </a:cubicBezTo>
                  <a:cubicBezTo>
                    <a:pt x="60704" y="55541"/>
                    <a:pt x="60704" y="51710"/>
                    <a:pt x="58149" y="49157"/>
                  </a:cubicBezTo>
                  <a:lnTo>
                    <a:pt x="38979" y="30005"/>
                  </a:lnTo>
                  <a:lnTo>
                    <a:pt x="58149" y="10853"/>
                  </a:lnTo>
                  <a:cubicBezTo>
                    <a:pt x="60704" y="8299"/>
                    <a:pt x="60704" y="4469"/>
                    <a:pt x="58149" y="1915"/>
                  </a:cubicBezTo>
                  <a:close/>
                </a:path>
              </a:pathLst>
            </a:custGeom>
            <a:solidFill>
              <a:srgbClr val="00ABAB"/>
            </a:solidFill>
            <a:ln w="6390" cap="flat">
              <a:noFill/>
              <a:prstDash val="solid"/>
              <a:miter/>
            </a:ln>
          </p:spPr>
          <p:txBody>
            <a:bodyPr rtlCol="0" anchor="ctr"/>
            <a:lstStyle/>
            <a:p>
              <a:endParaRPr lang="en-US"/>
            </a:p>
          </p:txBody>
        </p:sp>
        <p:sp>
          <p:nvSpPr>
            <p:cNvPr id="1451" name="Graphic 1100">
              <a:extLst>
                <a:ext uri="{FF2B5EF4-FFF2-40B4-BE49-F238E27FC236}">
                  <a16:creationId xmlns:a16="http://schemas.microsoft.com/office/drawing/2014/main" id="{A0986A17-36D5-F541-B9E6-648B19BC7083}"/>
                </a:ext>
              </a:extLst>
            </p:cNvPr>
            <p:cNvSpPr/>
            <p:nvPr/>
          </p:nvSpPr>
          <p:spPr>
            <a:xfrm>
              <a:off x="11017597" y="1560571"/>
              <a:ext cx="116229" cy="125696"/>
            </a:xfrm>
            <a:custGeom>
              <a:avLst/>
              <a:gdLst>
                <a:gd name="connsiteX0" fmla="*/ 88752 w 116229"/>
                <a:gd name="connsiteY0" fmla="*/ 72139 h 125696"/>
                <a:gd name="connsiteX1" fmla="*/ 55525 w 116229"/>
                <a:gd name="connsiteY1" fmla="*/ 105336 h 125696"/>
                <a:gd name="connsiteX2" fmla="*/ 20380 w 116229"/>
                <a:gd name="connsiteY2" fmla="*/ 104059 h 125696"/>
                <a:gd name="connsiteX3" fmla="*/ 20380 w 116229"/>
                <a:gd name="connsiteY3" fmla="*/ 70224 h 125696"/>
                <a:gd name="connsiteX4" fmla="*/ 70221 w 116229"/>
                <a:gd name="connsiteY4" fmla="*/ 20429 h 125696"/>
                <a:gd name="connsiteX5" fmla="*/ 87475 w 116229"/>
                <a:gd name="connsiteY5" fmla="*/ 12768 h 125696"/>
                <a:gd name="connsiteX6" fmla="*/ 105366 w 116229"/>
                <a:gd name="connsiteY6" fmla="*/ 20429 h 125696"/>
                <a:gd name="connsiteX7" fmla="*/ 114312 w 116229"/>
                <a:gd name="connsiteY7" fmla="*/ 20429 h 125696"/>
                <a:gd name="connsiteX8" fmla="*/ 114312 w 116229"/>
                <a:gd name="connsiteY8" fmla="*/ 11491 h 125696"/>
                <a:gd name="connsiteX9" fmla="*/ 114312 w 116229"/>
                <a:gd name="connsiteY9" fmla="*/ 11491 h 125696"/>
                <a:gd name="connsiteX10" fmla="*/ 86836 w 116229"/>
                <a:gd name="connsiteY10" fmla="*/ 0 h 125696"/>
                <a:gd name="connsiteX11" fmla="*/ 61276 w 116229"/>
                <a:gd name="connsiteY11" fmla="*/ 11491 h 125696"/>
                <a:gd name="connsiteX12" fmla="*/ 11434 w 116229"/>
                <a:gd name="connsiteY12" fmla="*/ 61286 h 125696"/>
                <a:gd name="connsiteX13" fmla="*/ 10156 w 116229"/>
                <a:gd name="connsiteY13" fmla="*/ 112996 h 125696"/>
                <a:gd name="connsiteX14" fmla="*/ 11434 w 116229"/>
                <a:gd name="connsiteY14" fmla="*/ 114273 h 125696"/>
                <a:gd name="connsiteX15" fmla="*/ 63192 w 116229"/>
                <a:gd name="connsiteY15" fmla="*/ 115550 h 125696"/>
                <a:gd name="connsiteX16" fmla="*/ 64471 w 116229"/>
                <a:gd name="connsiteY16" fmla="*/ 114273 h 125696"/>
                <a:gd name="connsiteX17" fmla="*/ 97698 w 116229"/>
                <a:gd name="connsiteY17" fmla="*/ 81077 h 125696"/>
                <a:gd name="connsiteX18" fmla="*/ 97059 w 116229"/>
                <a:gd name="connsiteY18" fmla="*/ 72139 h 125696"/>
                <a:gd name="connsiteX19" fmla="*/ 88752 w 116229"/>
                <a:gd name="connsiteY19" fmla="*/ 72139 h 125696"/>
                <a:gd name="connsiteX20" fmla="*/ 88752 w 116229"/>
                <a:gd name="connsiteY20" fmla="*/ 72139 h 12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6229" h="125696">
                  <a:moveTo>
                    <a:pt x="88752" y="72139"/>
                  </a:moveTo>
                  <a:lnTo>
                    <a:pt x="55525" y="105336"/>
                  </a:lnTo>
                  <a:cubicBezTo>
                    <a:pt x="45301" y="114912"/>
                    <a:pt x="29326" y="113635"/>
                    <a:pt x="20380" y="104059"/>
                  </a:cubicBezTo>
                  <a:cubicBezTo>
                    <a:pt x="11434" y="94483"/>
                    <a:pt x="11434" y="79800"/>
                    <a:pt x="20380" y="70224"/>
                  </a:cubicBezTo>
                  <a:lnTo>
                    <a:pt x="70221" y="20429"/>
                  </a:lnTo>
                  <a:cubicBezTo>
                    <a:pt x="74695" y="15960"/>
                    <a:pt x="81085" y="12768"/>
                    <a:pt x="87475" y="12768"/>
                  </a:cubicBezTo>
                  <a:cubicBezTo>
                    <a:pt x="94503" y="12768"/>
                    <a:pt x="100893" y="15322"/>
                    <a:pt x="105366" y="20429"/>
                  </a:cubicBezTo>
                  <a:cubicBezTo>
                    <a:pt x="107922" y="22982"/>
                    <a:pt x="111756" y="22982"/>
                    <a:pt x="114312" y="20429"/>
                  </a:cubicBezTo>
                  <a:cubicBezTo>
                    <a:pt x="116868" y="17875"/>
                    <a:pt x="116868" y="14045"/>
                    <a:pt x="114312" y="11491"/>
                  </a:cubicBezTo>
                  <a:lnTo>
                    <a:pt x="114312" y="11491"/>
                  </a:lnTo>
                  <a:cubicBezTo>
                    <a:pt x="107283" y="3830"/>
                    <a:pt x="97059" y="0"/>
                    <a:pt x="86836" y="0"/>
                  </a:cubicBezTo>
                  <a:cubicBezTo>
                    <a:pt x="77251" y="638"/>
                    <a:pt x="68305" y="4469"/>
                    <a:pt x="61276" y="11491"/>
                  </a:cubicBezTo>
                  <a:lnTo>
                    <a:pt x="11434" y="61286"/>
                  </a:lnTo>
                  <a:cubicBezTo>
                    <a:pt x="-3263" y="75331"/>
                    <a:pt x="-3902" y="98313"/>
                    <a:pt x="10156" y="112996"/>
                  </a:cubicBezTo>
                  <a:cubicBezTo>
                    <a:pt x="10795" y="113635"/>
                    <a:pt x="10795" y="113635"/>
                    <a:pt x="11434" y="114273"/>
                  </a:cubicBezTo>
                  <a:cubicBezTo>
                    <a:pt x="25492" y="128956"/>
                    <a:pt x="48496" y="129595"/>
                    <a:pt x="63192" y="115550"/>
                  </a:cubicBezTo>
                  <a:cubicBezTo>
                    <a:pt x="63831" y="114912"/>
                    <a:pt x="63831" y="114912"/>
                    <a:pt x="64471" y="114273"/>
                  </a:cubicBezTo>
                  <a:lnTo>
                    <a:pt x="97698" y="81077"/>
                  </a:lnTo>
                  <a:cubicBezTo>
                    <a:pt x="100254" y="78523"/>
                    <a:pt x="99616" y="74054"/>
                    <a:pt x="97059" y="72139"/>
                  </a:cubicBezTo>
                  <a:cubicBezTo>
                    <a:pt x="94503" y="70224"/>
                    <a:pt x="91308" y="70224"/>
                    <a:pt x="88752" y="72139"/>
                  </a:cubicBezTo>
                  <a:lnTo>
                    <a:pt x="88752" y="72139"/>
                  </a:lnTo>
                  <a:close/>
                </a:path>
              </a:pathLst>
            </a:custGeom>
            <a:solidFill>
              <a:srgbClr val="00ABAB"/>
            </a:solidFill>
            <a:ln w="6390" cap="flat">
              <a:noFill/>
              <a:prstDash val="solid"/>
              <a:miter/>
            </a:ln>
          </p:spPr>
          <p:txBody>
            <a:bodyPr rtlCol="0" anchor="ctr"/>
            <a:lstStyle/>
            <a:p>
              <a:endParaRPr lang="en-US"/>
            </a:p>
          </p:txBody>
        </p:sp>
        <p:sp>
          <p:nvSpPr>
            <p:cNvPr id="1452" name="Graphic 1100">
              <a:extLst>
                <a:ext uri="{FF2B5EF4-FFF2-40B4-BE49-F238E27FC236}">
                  <a16:creationId xmlns:a16="http://schemas.microsoft.com/office/drawing/2014/main" id="{C36F999E-1076-8E47-8C6C-A0D29B002D12}"/>
                </a:ext>
              </a:extLst>
            </p:cNvPr>
            <p:cNvSpPr/>
            <p:nvPr/>
          </p:nvSpPr>
          <p:spPr>
            <a:xfrm>
              <a:off x="11098681" y="1489138"/>
              <a:ext cx="116935" cy="125628"/>
            </a:xfrm>
            <a:custGeom>
              <a:avLst/>
              <a:gdLst>
                <a:gd name="connsiteX0" fmla="*/ 51758 w 116935"/>
                <a:gd name="connsiteY0" fmla="*/ 10785 h 125628"/>
                <a:gd name="connsiteX1" fmla="*/ 18531 w 116935"/>
                <a:gd name="connsiteY1" fmla="*/ 43982 h 125628"/>
                <a:gd name="connsiteX2" fmla="*/ 18531 w 116935"/>
                <a:gd name="connsiteY2" fmla="*/ 52919 h 125628"/>
                <a:gd name="connsiteX3" fmla="*/ 18531 w 116935"/>
                <a:gd name="connsiteY3" fmla="*/ 52919 h 125628"/>
                <a:gd name="connsiteX4" fmla="*/ 27476 w 116935"/>
                <a:gd name="connsiteY4" fmla="*/ 52919 h 125628"/>
                <a:gd name="connsiteX5" fmla="*/ 60704 w 116935"/>
                <a:gd name="connsiteY5" fmla="*/ 19723 h 125628"/>
                <a:gd name="connsiteX6" fmla="*/ 96488 w 116935"/>
                <a:gd name="connsiteY6" fmla="*/ 20361 h 125628"/>
                <a:gd name="connsiteX7" fmla="*/ 103517 w 116935"/>
                <a:gd name="connsiteY7" fmla="*/ 38236 h 125628"/>
                <a:gd name="connsiteX8" fmla="*/ 95849 w 116935"/>
                <a:gd name="connsiteY8" fmla="*/ 55473 h 125628"/>
                <a:gd name="connsiteX9" fmla="*/ 46007 w 116935"/>
                <a:gd name="connsiteY9" fmla="*/ 105268 h 125628"/>
                <a:gd name="connsiteX10" fmla="*/ 11501 w 116935"/>
                <a:gd name="connsiteY10" fmla="*/ 105906 h 125628"/>
                <a:gd name="connsiteX11" fmla="*/ 10863 w 116935"/>
                <a:gd name="connsiteY11" fmla="*/ 105268 h 125628"/>
                <a:gd name="connsiteX12" fmla="*/ 1917 w 116935"/>
                <a:gd name="connsiteY12" fmla="*/ 105268 h 125628"/>
                <a:gd name="connsiteX13" fmla="*/ 1917 w 116935"/>
                <a:gd name="connsiteY13" fmla="*/ 105268 h 125628"/>
                <a:gd name="connsiteX14" fmla="*/ 1917 w 116935"/>
                <a:gd name="connsiteY14" fmla="*/ 114205 h 125628"/>
                <a:gd name="connsiteX15" fmla="*/ 54314 w 116935"/>
                <a:gd name="connsiteY15" fmla="*/ 115482 h 125628"/>
                <a:gd name="connsiteX16" fmla="*/ 55592 w 116935"/>
                <a:gd name="connsiteY16" fmla="*/ 114205 h 125628"/>
                <a:gd name="connsiteX17" fmla="*/ 105434 w 116935"/>
                <a:gd name="connsiteY17" fmla="*/ 64410 h 125628"/>
                <a:gd name="connsiteX18" fmla="*/ 116935 w 116935"/>
                <a:gd name="connsiteY18" fmla="*/ 38875 h 125628"/>
                <a:gd name="connsiteX19" fmla="*/ 105434 w 116935"/>
                <a:gd name="connsiteY19" fmla="*/ 11423 h 125628"/>
                <a:gd name="connsiteX20" fmla="*/ 53676 w 116935"/>
                <a:gd name="connsiteY20" fmla="*/ 10147 h 125628"/>
                <a:gd name="connsiteX21" fmla="*/ 51758 w 116935"/>
                <a:gd name="connsiteY21" fmla="*/ 10785 h 125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6935" h="125628">
                  <a:moveTo>
                    <a:pt x="51758" y="10785"/>
                  </a:moveTo>
                  <a:lnTo>
                    <a:pt x="18531" y="43982"/>
                  </a:lnTo>
                  <a:cubicBezTo>
                    <a:pt x="15975" y="46535"/>
                    <a:pt x="15975" y="50366"/>
                    <a:pt x="18531" y="52919"/>
                  </a:cubicBezTo>
                  <a:cubicBezTo>
                    <a:pt x="18531" y="52919"/>
                    <a:pt x="18531" y="52919"/>
                    <a:pt x="18531" y="52919"/>
                  </a:cubicBezTo>
                  <a:cubicBezTo>
                    <a:pt x="21086" y="55473"/>
                    <a:pt x="24921" y="55473"/>
                    <a:pt x="27476" y="52919"/>
                  </a:cubicBezTo>
                  <a:lnTo>
                    <a:pt x="60704" y="19723"/>
                  </a:lnTo>
                  <a:cubicBezTo>
                    <a:pt x="70928" y="10147"/>
                    <a:pt x="86903" y="10147"/>
                    <a:pt x="96488" y="20361"/>
                  </a:cubicBezTo>
                  <a:cubicBezTo>
                    <a:pt x="100961" y="24830"/>
                    <a:pt x="103517" y="31214"/>
                    <a:pt x="103517" y="38236"/>
                  </a:cubicBezTo>
                  <a:cubicBezTo>
                    <a:pt x="103517" y="44620"/>
                    <a:pt x="100322" y="51004"/>
                    <a:pt x="95849" y="55473"/>
                  </a:cubicBezTo>
                  <a:lnTo>
                    <a:pt x="46007" y="105268"/>
                  </a:lnTo>
                  <a:cubicBezTo>
                    <a:pt x="36422" y="114844"/>
                    <a:pt x="21086" y="115482"/>
                    <a:pt x="11501" y="105906"/>
                  </a:cubicBezTo>
                  <a:cubicBezTo>
                    <a:pt x="11501" y="105906"/>
                    <a:pt x="10863" y="105268"/>
                    <a:pt x="10863" y="105268"/>
                  </a:cubicBezTo>
                  <a:cubicBezTo>
                    <a:pt x="8306" y="102714"/>
                    <a:pt x="4473" y="102714"/>
                    <a:pt x="1917" y="105268"/>
                  </a:cubicBezTo>
                  <a:cubicBezTo>
                    <a:pt x="1917" y="105268"/>
                    <a:pt x="1917" y="105268"/>
                    <a:pt x="1917" y="105268"/>
                  </a:cubicBezTo>
                  <a:cubicBezTo>
                    <a:pt x="-639" y="107821"/>
                    <a:pt x="-639" y="111652"/>
                    <a:pt x="1917" y="114205"/>
                  </a:cubicBezTo>
                  <a:cubicBezTo>
                    <a:pt x="15975" y="128889"/>
                    <a:pt x="39617" y="129527"/>
                    <a:pt x="54314" y="115482"/>
                  </a:cubicBezTo>
                  <a:cubicBezTo>
                    <a:pt x="54953" y="114844"/>
                    <a:pt x="54953" y="114844"/>
                    <a:pt x="55592" y="114205"/>
                  </a:cubicBezTo>
                  <a:lnTo>
                    <a:pt x="105434" y="64410"/>
                  </a:lnTo>
                  <a:cubicBezTo>
                    <a:pt x="112463" y="57388"/>
                    <a:pt x="116297" y="48450"/>
                    <a:pt x="116935" y="38875"/>
                  </a:cubicBezTo>
                  <a:cubicBezTo>
                    <a:pt x="116935" y="28660"/>
                    <a:pt x="113102" y="18446"/>
                    <a:pt x="105434" y="11423"/>
                  </a:cubicBezTo>
                  <a:cubicBezTo>
                    <a:pt x="91376" y="-3260"/>
                    <a:pt x="68372" y="-3898"/>
                    <a:pt x="53676" y="10147"/>
                  </a:cubicBezTo>
                  <a:cubicBezTo>
                    <a:pt x="52397" y="10147"/>
                    <a:pt x="52397" y="10147"/>
                    <a:pt x="51758" y="10785"/>
                  </a:cubicBezTo>
                  <a:close/>
                </a:path>
              </a:pathLst>
            </a:custGeom>
            <a:solidFill>
              <a:srgbClr val="00ABAB"/>
            </a:solidFill>
            <a:ln w="6390" cap="flat">
              <a:noFill/>
              <a:prstDash val="solid"/>
              <a:miter/>
            </a:ln>
          </p:spPr>
          <p:txBody>
            <a:bodyPr rtlCol="0" anchor="ctr"/>
            <a:lstStyle/>
            <a:p>
              <a:endParaRPr lang="en-US"/>
            </a:p>
          </p:txBody>
        </p:sp>
      </p:grpSp>
      <p:grpSp>
        <p:nvGrpSpPr>
          <p:cNvPr id="1453" name="Graphic 1100">
            <a:extLst>
              <a:ext uri="{FF2B5EF4-FFF2-40B4-BE49-F238E27FC236}">
                <a16:creationId xmlns:a16="http://schemas.microsoft.com/office/drawing/2014/main" id="{53ED7072-C563-C64B-9BA8-DCFC39BBCB97}"/>
              </a:ext>
            </a:extLst>
          </p:cNvPr>
          <p:cNvGrpSpPr/>
          <p:nvPr/>
        </p:nvGrpSpPr>
        <p:grpSpPr>
          <a:xfrm>
            <a:off x="8841755" y="2375167"/>
            <a:ext cx="362309" cy="361971"/>
            <a:chOff x="8841755" y="2375167"/>
            <a:chExt cx="362309" cy="361971"/>
          </a:xfrm>
          <a:solidFill>
            <a:srgbClr val="00ABAB"/>
          </a:solidFill>
        </p:grpSpPr>
        <p:sp>
          <p:nvSpPr>
            <p:cNvPr id="1454" name="Graphic 1100">
              <a:extLst>
                <a:ext uri="{FF2B5EF4-FFF2-40B4-BE49-F238E27FC236}">
                  <a16:creationId xmlns:a16="http://schemas.microsoft.com/office/drawing/2014/main" id="{E55F90AA-79ED-9840-91F4-4415CB0BA4AA}"/>
                </a:ext>
              </a:extLst>
            </p:cNvPr>
            <p:cNvSpPr/>
            <p:nvPr/>
          </p:nvSpPr>
          <p:spPr>
            <a:xfrm>
              <a:off x="8841755" y="237516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873"/>
                    <a:pt x="274128"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1455" name="Graphic 1100">
              <a:extLst>
                <a:ext uri="{FF2B5EF4-FFF2-40B4-BE49-F238E27FC236}">
                  <a16:creationId xmlns:a16="http://schemas.microsoft.com/office/drawing/2014/main" id="{BF1B57C9-A622-A84D-B947-C64735E7EB9A}"/>
                </a:ext>
              </a:extLst>
            </p:cNvPr>
            <p:cNvSpPr/>
            <p:nvPr/>
          </p:nvSpPr>
          <p:spPr>
            <a:xfrm>
              <a:off x="8909489" y="2488164"/>
              <a:ext cx="74123" cy="135340"/>
            </a:xfrm>
            <a:custGeom>
              <a:avLst/>
              <a:gdLst>
                <a:gd name="connsiteX0" fmla="*/ 72206 w 74123"/>
                <a:gd name="connsiteY0" fmla="*/ 1915 h 135340"/>
                <a:gd name="connsiteX1" fmla="*/ 63260 w 74123"/>
                <a:gd name="connsiteY1" fmla="*/ 1915 h 135340"/>
                <a:gd name="connsiteX2" fmla="*/ 63260 w 74123"/>
                <a:gd name="connsiteY2" fmla="*/ 1915 h 135340"/>
                <a:gd name="connsiteX3" fmla="*/ 1917 w 74123"/>
                <a:gd name="connsiteY3" fmla="*/ 63201 h 135340"/>
                <a:gd name="connsiteX4" fmla="*/ 1917 w 74123"/>
                <a:gd name="connsiteY4" fmla="*/ 72139 h 135340"/>
                <a:gd name="connsiteX5" fmla="*/ 63260 w 74123"/>
                <a:gd name="connsiteY5" fmla="*/ 133425 h 135340"/>
                <a:gd name="connsiteX6" fmla="*/ 67734 w 74123"/>
                <a:gd name="connsiteY6" fmla="*/ 135341 h 135340"/>
                <a:gd name="connsiteX7" fmla="*/ 72206 w 74123"/>
                <a:gd name="connsiteY7" fmla="*/ 133425 h 135340"/>
                <a:gd name="connsiteX8" fmla="*/ 72206 w 74123"/>
                <a:gd name="connsiteY8" fmla="*/ 124488 h 135340"/>
                <a:gd name="connsiteX9" fmla="*/ 72206 w 74123"/>
                <a:gd name="connsiteY9" fmla="*/ 124488 h 135340"/>
                <a:gd name="connsiteX10" fmla="*/ 15336 w 74123"/>
                <a:gd name="connsiteY10" fmla="*/ 67670 h 135340"/>
                <a:gd name="connsiteX11" fmla="*/ 72206 w 74123"/>
                <a:gd name="connsiteY11" fmla="*/ 10853 h 135340"/>
                <a:gd name="connsiteX12" fmla="*/ 72206 w 74123"/>
                <a:gd name="connsiteY12" fmla="*/ 1915 h 135340"/>
                <a:gd name="connsiteX13" fmla="*/ 72206 w 74123"/>
                <a:gd name="connsiteY13" fmla="*/ 1915 h 135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123" h="135340">
                  <a:moveTo>
                    <a:pt x="72206" y="1915"/>
                  </a:moveTo>
                  <a:cubicBezTo>
                    <a:pt x="69650" y="-638"/>
                    <a:pt x="65816" y="-638"/>
                    <a:pt x="63260" y="1915"/>
                  </a:cubicBezTo>
                  <a:cubicBezTo>
                    <a:pt x="63260" y="1915"/>
                    <a:pt x="63260" y="1915"/>
                    <a:pt x="63260" y="1915"/>
                  </a:cubicBezTo>
                  <a:lnTo>
                    <a:pt x="1917" y="63201"/>
                  </a:lnTo>
                  <a:cubicBezTo>
                    <a:pt x="-639" y="65755"/>
                    <a:pt x="-639" y="69585"/>
                    <a:pt x="1917" y="72139"/>
                  </a:cubicBezTo>
                  <a:lnTo>
                    <a:pt x="63260" y="133425"/>
                  </a:lnTo>
                  <a:cubicBezTo>
                    <a:pt x="64539" y="134702"/>
                    <a:pt x="65816" y="135341"/>
                    <a:pt x="67734" y="135341"/>
                  </a:cubicBezTo>
                  <a:cubicBezTo>
                    <a:pt x="69650" y="135341"/>
                    <a:pt x="70929" y="134702"/>
                    <a:pt x="72206" y="133425"/>
                  </a:cubicBezTo>
                  <a:cubicBezTo>
                    <a:pt x="74763" y="130872"/>
                    <a:pt x="74763" y="127041"/>
                    <a:pt x="72206" y="124488"/>
                  </a:cubicBezTo>
                  <a:cubicBezTo>
                    <a:pt x="72206" y="124488"/>
                    <a:pt x="72206" y="124488"/>
                    <a:pt x="72206" y="124488"/>
                  </a:cubicBezTo>
                  <a:lnTo>
                    <a:pt x="15336" y="67670"/>
                  </a:lnTo>
                  <a:lnTo>
                    <a:pt x="72206" y="10853"/>
                  </a:lnTo>
                  <a:cubicBezTo>
                    <a:pt x="74124" y="8299"/>
                    <a:pt x="74124" y="4469"/>
                    <a:pt x="72206" y="1915"/>
                  </a:cubicBezTo>
                  <a:cubicBezTo>
                    <a:pt x="72206" y="1915"/>
                    <a:pt x="71568" y="1915"/>
                    <a:pt x="72206" y="1915"/>
                  </a:cubicBezTo>
                  <a:close/>
                </a:path>
              </a:pathLst>
            </a:custGeom>
            <a:solidFill>
              <a:srgbClr val="00ABAB"/>
            </a:solidFill>
            <a:ln w="6390" cap="flat">
              <a:noFill/>
              <a:prstDash val="solid"/>
              <a:miter/>
            </a:ln>
          </p:spPr>
          <p:txBody>
            <a:bodyPr rtlCol="0" anchor="ctr"/>
            <a:lstStyle/>
            <a:p>
              <a:endParaRPr lang="en-US"/>
            </a:p>
          </p:txBody>
        </p:sp>
        <p:sp>
          <p:nvSpPr>
            <p:cNvPr id="1456" name="Graphic 1100">
              <a:extLst>
                <a:ext uri="{FF2B5EF4-FFF2-40B4-BE49-F238E27FC236}">
                  <a16:creationId xmlns:a16="http://schemas.microsoft.com/office/drawing/2014/main" id="{0AA8E401-5B1F-9746-8A4E-909DB6479307}"/>
                </a:ext>
              </a:extLst>
            </p:cNvPr>
            <p:cNvSpPr/>
            <p:nvPr/>
          </p:nvSpPr>
          <p:spPr>
            <a:xfrm>
              <a:off x="9062847" y="2488164"/>
              <a:ext cx="74123" cy="135340"/>
            </a:xfrm>
            <a:custGeom>
              <a:avLst/>
              <a:gdLst>
                <a:gd name="connsiteX0" fmla="*/ 10863 w 74123"/>
                <a:gd name="connsiteY0" fmla="*/ 1915 h 135340"/>
                <a:gd name="connsiteX1" fmla="*/ 1917 w 74123"/>
                <a:gd name="connsiteY1" fmla="*/ 1915 h 135340"/>
                <a:gd name="connsiteX2" fmla="*/ 1917 w 74123"/>
                <a:gd name="connsiteY2" fmla="*/ 10853 h 135340"/>
                <a:gd name="connsiteX3" fmla="*/ 1917 w 74123"/>
                <a:gd name="connsiteY3" fmla="*/ 10853 h 135340"/>
                <a:gd name="connsiteX4" fmla="*/ 58788 w 74123"/>
                <a:gd name="connsiteY4" fmla="*/ 67670 h 135340"/>
                <a:gd name="connsiteX5" fmla="*/ 1917 w 74123"/>
                <a:gd name="connsiteY5" fmla="*/ 124488 h 135340"/>
                <a:gd name="connsiteX6" fmla="*/ 1917 w 74123"/>
                <a:gd name="connsiteY6" fmla="*/ 133425 h 135340"/>
                <a:gd name="connsiteX7" fmla="*/ 6391 w 74123"/>
                <a:gd name="connsiteY7" fmla="*/ 135341 h 135340"/>
                <a:gd name="connsiteX8" fmla="*/ 10863 w 74123"/>
                <a:gd name="connsiteY8" fmla="*/ 133425 h 135340"/>
                <a:gd name="connsiteX9" fmla="*/ 72206 w 74123"/>
                <a:gd name="connsiteY9" fmla="*/ 72139 h 135340"/>
                <a:gd name="connsiteX10" fmla="*/ 72206 w 74123"/>
                <a:gd name="connsiteY10" fmla="*/ 63201 h 135340"/>
                <a:gd name="connsiteX11" fmla="*/ 10863 w 74123"/>
                <a:gd name="connsiteY11" fmla="*/ 1915 h 135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123" h="135340">
                  <a:moveTo>
                    <a:pt x="10863" y="1915"/>
                  </a:moveTo>
                  <a:cubicBezTo>
                    <a:pt x="8307" y="-638"/>
                    <a:pt x="4473" y="-638"/>
                    <a:pt x="1917" y="1915"/>
                  </a:cubicBezTo>
                  <a:cubicBezTo>
                    <a:pt x="-639" y="4469"/>
                    <a:pt x="-639" y="8299"/>
                    <a:pt x="1917" y="10853"/>
                  </a:cubicBezTo>
                  <a:cubicBezTo>
                    <a:pt x="1917" y="10853"/>
                    <a:pt x="1917" y="10853"/>
                    <a:pt x="1917" y="10853"/>
                  </a:cubicBezTo>
                  <a:lnTo>
                    <a:pt x="58788" y="67670"/>
                  </a:lnTo>
                  <a:lnTo>
                    <a:pt x="1917" y="124488"/>
                  </a:lnTo>
                  <a:cubicBezTo>
                    <a:pt x="-639" y="127041"/>
                    <a:pt x="-639" y="130872"/>
                    <a:pt x="1917" y="133425"/>
                  </a:cubicBezTo>
                  <a:cubicBezTo>
                    <a:pt x="3196" y="134702"/>
                    <a:pt x="4473" y="135341"/>
                    <a:pt x="6391" y="135341"/>
                  </a:cubicBezTo>
                  <a:cubicBezTo>
                    <a:pt x="8307" y="135341"/>
                    <a:pt x="9585" y="134702"/>
                    <a:pt x="10863" y="133425"/>
                  </a:cubicBezTo>
                  <a:lnTo>
                    <a:pt x="72206" y="72139"/>
                  </a:lnTo>
                  <a:cubicBezTo>
                    <a:pt x="74763" y="69585"/>
                    <a:pt x="74763" y="65755"/>
                    <a:pt x="72206" y="63201"/>
                  </a:cubicBezTo>
                  <a:lnTo>
                    <a:pt x="10863" y="1915"/>
                  </a:lnTo>
                  <a:close/>
                </a:path>
              </a:pathLst>
            </a:custGeom>
            <a:solidFill>
              <a:srgbClr val="00ABAB"/>
            </a:solidFill>
            <a:ln w="6390" cap="flat">
              <a:noFill/>
              <a:prstDash val="solid"/>
              <a:miter/>
            </a:ln>
          </p:spPr>
          <p:txBody>
            <a:bodyPr rtlCol="0" anchor="ctr"/>
            <a:lstStyle/>
            <a:p>
              <a:endParaRPr lang="en-US"/>
            </a:p>
          </p:txBody>
        </p:sp>
        <p:sp>
          <p:nvSpPr>
            <p:cNvPr id="1457" name="Graphic 1100">
              <a:extLst>
                <a:ext uri="{FF2B5EF4-FFF2-40B4-BE49-F238E27FC236}">
                  <a16:creationId xmlns:a16="http://schemas.microsoft.com/office/drawing/2014/main" id="{0DEF5933-912A-0F48-80E5-B9DB32E7D383}"/>
                </a:ext>
              </a:extLst>
            </p:cNvPr>
            <p:cNvSpPr/>
            <p:nvPr/>
          </p:nvSpPr>
          <p:spPr>
            <a:xfrm>
              <a:off x="8998188" y="2457400"/>
              <a:ext cx="50061" cy="197386"/>
            </a:xfrm>
            <a:custGeom>
              <a:avLst/>
              <a:gdLst>
                <a:gd name="connsiteX0" fmla="*/ 44851 w 50061"/>
                <a:gd name="connsiteY0" fmla="*/ 121 h 197386"/>
                <a:gd name="connsiteX1" fmla="*/ 37183 w 50061"/>
                <a:gd name="connsiteY1" fmla="*/ 5228 h 197386"/>
                <a:gd name="connsiteX2" fmla="*/ 121 w 50061"/>
                <a:gd name="connsiteY2" fmla="*/ 189725 h 197386"/>
                <a:gd name="connsiteX3" fmla="*/ 5233 w 50061"/>
                <a:gd name="connsiteY3" fmla="*/ 197386 h 197386"/>
                <a:gd name="connsiteX4" fmla="*/ 5233 w 50061"/>
                <a:gd name="connsiteY4" fmla="*/ 197386 h 197386"/>
                <a:gd name="connsiteX5" fmla="*/ 6511 w 50061"/>
                <a:gd name="connsiteY5" fmla="*/ 197386 h 197386"/>
                <a:gd name="connsiteX6" fmla="*/ 12901 w 50061"/>
                <a:gd name="connsiteY6" fmla="*/ 192279 h 197386"/>
                <a:gd name="connsiteX7" fmla="*/ 49963 w 50061"/>
                <a:gd name="connsiteY7" fmla="*/ 7782 h 197386"/>
                <a:gd name="connsiteX8" fmla="*/ 44851 w 50061"/>
                <a:gd name="connsiteY8" fmla="*/ 121 h 197386"/>
                <a:gd name="connsiteX9" fmla="*/ 44851 w 50061"/>
                <a:gd name="connsiteY9" fmla="*/ 121 h 197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061" h="197386">
                  <a:moveTo>
                    <a:pt x="44851" y="121"/>
                  </a:moveTo>
                  <a:cubicBezTo>
                    <a:pt x="41656" y="-517"/>
                    <a:pt x="37822" y="1398"/>
                    <a:pt x="37183" y="5228"/>
                  </a:cubicBezTo>
                  <a:lnTo>
                    <a:pt x="121" y="189725"/>
                  </a:lnTo>
                  <a:cubicBezTo>
                    <a:pt x="-518" y="192917"/>
                    <a:pt x="1399" y="196748"/>
                    <a:pt x="5233" y="197386"/>
                  </a:cubicBezTo>
                  <a:cubicBezTo>
                    <a:pt x="5233" y="197386"/>
                    <a:pt x="5233" y="197386"/>
                    <a:pt x="5233" y="197386"/>
                  </a:cubicBezTo>
                  <a:lnTo>
                    <a:pt x="6511" y="197386"/>
                  </a:lnTo>
                  <a:cubicBezTo>
                    <a:pt x="9706" y="197386"/>
                    <a:pt x="12262" y="195471"/>
                    <a:pt x="12901" y="192279"/>
                  </a:cubicBezTo>
                  <a:lnTo>
                    <a:pt x="49963" y="7782"/>
                  </a:lnTo>
                  <a:cubicBezTo>
                    <a:pt x="50602" y="3951"/>
                    <a:pt x="48046" y="759"/>
                    <a:pt x="44851" y="121"/>
                  </a:cubicBezTo>
                  <a:cubicBezTo>
                    <a:pt x="44851" y="121"/>
                    <a:pt x="44851" y="121"/>
                    <a:pt x="44851" y="121"/>
                  </a:cubicBezTo>
                  <a:close/>
                </a:path>
              </a:pathLst>
            </a:custGeom>
            <a:solidFill>
              <a:srgbClr val="00ABAB"/>
            </a:solidFill>
            <a:ln w="6390" cap="flat">
              <a:noFill/>
              <a:prstDash val="solid"/>
              <a:miter/>
            </a:ln>
          </p:spPr>
          <p:txBody>
            <a:bodyPr rtlCol="0" anchor="ctr"/>
            <a:lstStyle/>
            <a:p>
              <a:endParaRPr lang="en-US"/>
            </a:p>
          </p:txBody>
        </p:sp>
      </p:grpSp>
      <p:grpSp>
        <p:nvGrpSpPr>
          <p:cNvPr id="1458" name="Graphic 1100">
            <a:extLst>
              <a:ext uri="{FF2B5EF4-FFF2-40B4-BE49-F238E27FC236}">
                <a16:creationId xmlns:a16="http://schemas.microsoft.com/office/drawing/2014/main" id="{C6B2EE9C-1089-CC4B-A275-1D0419DE5388}"/>
              </a:ext>
            </a:extLst>
          </p:cNvPr>
          <p:cNvGrpSpPr/>
          <p:nvPr/>
        </p:nvGrpSpPr>
        <p:grpSpPr>
          <a:xfrm>
            <a:off x="10935099" y="1897007"/>
            <a:ext cx="362309" cy="361971"/>
            <a:chOff x="10935099" y="1897007"/>
            <a:chExt cx="362309" cy="361971"/>
          </a:xfrm>
          <a:solidFill>
            <a:srgbClr val="00ABAB"/>
          </a:solidFill>
        </p:grpSpPr>
        <p:sp>
          <p:nvSpPr>
            <p:cNvPr id="1459" name="Graphic 1100">
              <a:extLst>
                <a:ext uri="{FF2B5EF4-FFF2-40B4-BE49-F238E27FC236}">
                  <a16:creationId xmlns:a16="http://schemas.microsoft.com/office/drawing/2014/main" id="{10EB66C7-702D-B442-B234-153535CB92F1}"/>
                </a:ext>
              </a:extLst>
            </p:cNvPr>
            <p:cNvSpPr/>
            <p:nvPr/>
          </p:nvSpPr>
          <p:spPr>
            <a:xfrm>
              <a:off x="10935099" y="189700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1305"/>
                  </a:cubicBezTo>
                  <a:cubicBezTo>
                    <a:pt x="0" y="281534"/>
                    <a:pt x="81152" y="361972"/>
                    <a:pt x="181474" y="361972"/>
                  </a:cubicBezTo>
                  <a:cubicBezTo>
                    <a:pt x="281796" y="361972"/>
                    <a:pt x="362309" y="280895"/>
                    <a:pt x="362309" y="180667"/>
                  </a:cubicBezTo>
                  <a:cubicBezTo>
                    <a:pt x="362309" y="81077"/>
                    <a:pt x="281157" y="0"/>
                    <a:pt x="180835" y="0"/>
                  </a:cubicBezTo>
                  <a:cubicBezTo>
                    <a:pt x="181474" y="0"/>
                    <a:pt x="180835" y="0"/>
                    <a:pt x="180835" y="0"/>
                  </a:cubicBezTo>
                  <a:close/>
                  <a:moveTo>
                    <a:pt x="180835" y="349204"/>
                  </a:moveTo>
                  <a:cubicBezTo>
                    <a:pt x="87542" y="349204"/>
                    <a:pt x="12780" y="273873"/>
                    <a:pt x="12780" y="180667"/>
                  </a:cubicBezTo>
                  <a:cubicBezTo>
                    <a:pt x="12780" y="87461"/>
                    <a:pt x="88181" y="12768"/>
                    <a:pt x="181474" y="12768"/>
                  </a:cubicBezTo>
                  <a:cubicBezTo>
                    <a:pt x="274128" y="12768"/>
                    <a:pt x="349529" y="88099"/>
                    <a:pt x="349529" y="180667"/>
                  </a:cubicBezTo>
                  <a:cubicBezTo>
                    <a:pt x="349529" y="273873"/>
                    <a:pt x="274128" y="349204"/>
                    <a:pt x="180835" y="349204"/>
                  </a:cubicBezTo>
                  <a:close/>
                </a:path>
              </a:pathLst>
            </a:custGeom>
            <a:solidFill>
              <a:srgbClr val="00ABAB"/>
            </a:solidFill>
            <a:ln w="6390" cap="flat">
              <a:noFill/>
              <a:prstDash val="solid"/>
              <a:miter/>
            </a:ln>
          </p:spPr>
          <p:txBody>
            <a:bodyPr rtlCol="0" anchor="ctr"/>
            <a:lstStyle/>
            <a:p>
              <a:endParaRPr lang="en-US"/>
            </a:p>
          </p:txBody>
        </p:sp>
        <p:sp>
          <p:nvSpPr>
            <p:cNvPr id="1460" name="Graphic 1100">
              <a:extLst>
                <a:ext uri="{FF2B5EF4-FFF2-40B4-BE49-F238E27FC236}">
                  <a16:creationId xmlns:a16="http://schemas.microsoft.com/office/drawing/2014/main" id="{F25FD795-3375-B54C-A8BF-7939BFBD2F48}"/>
                </a:ext>
              </a:extLst>
            </p:cNvPr>
            <p:cNvSpPr/>
            <p:nvPr/>
          </p:nvSpPr>
          <p:spPr>
            <a:xfrm>
              <a:off x="11013677" y="2050780"/>
              <a:ext cx="120148" cy="130374"/>
            </a:xfrm>
            <a:custGeom>
              <a:avLst/>
              <a:gdLst>
                <a:gd name="connsiteX0" fmla="*/ 97145 w 120148"/>
                <a:gd name="connsiteY0" fmla="*/ 69666 h 130374"/>
                <a:gd name="connsiteX1" fmla="*/ 57527 w 120148"/>
                <a:gd name="connsiteY1" fmla="*/ 109247 h 130374"/>
                <a:gd name="connsiteX2" fmla="*/ 20466 w 120148"/>
                <a:gd name="connsiteY2" fmla="*/ 107970 h 130374"/>
                <a:gd name="connsiteX3" fmla="*/ 20466 w 120148"/>
                <a:gd name="connsiteY3" fmla="*/ 72220 h 130374"/>
                <a:gd name="connsiteX4" fmla="*/ 72224 w 120148"/>
                <a:gd name="connsiteY4" fmla="*/ 20510 h 130374"/>
                <a:gd name="connsiteX5" fmla="*/ 90116 w 120148"/>
                <a:gd name="connsiteY5" fmla="*/ 12849 h 130374"/>
                <a:gd name="connsiteX6" fmla="*/ 109286 w 120148"/>
                <a:gd name="connsiteY6" fmla="*/ 20510 h 130374"/>
                <a:gd name="connsiteX7" fmla="*/ 118232 w 120148"/>
                <a:gd name="connsiteY7" fmla="*/ 20510 h 130374"/>
                <a:gd name="connsiteX8" fmla="*/ 118232 w 120148"/>
                <a:gd name="connsiteY8" fmla="*/ 11572 h 130374"/>
                <a:gd name="connsiteX9" fmla="*/ 63917 w 120148"/>
                <a:gd name="connsiteY9" fmla="*/ 10934 h 130374"/>
                <a:gd name="connsiteX10" fmla="*/ 63278 w 120148"/>
                <a:gd name="connsiteY10" fmla="*/ 11572 h 130374"/>
                <a:gd name="connsiteX11" fmla="*/ 11520 w 120148"/>
                <a:gd name="connsiteY11" fmla="*/ 63282 h 130374"/>
                <a:gd name="connsiteX12" fmla="*/ 18 w 120148"/>
                <a:gd name="connsiteY12" fmla="*/ 90095 h 130374"/>
                <a:gd name="connsiteX13" fmla="*/ 37719 w 120148"/>
                <a:gd name="connsiteY13" fmla="*/ 130314 h 130374"/>
                <a:gd name="connsiteX14" fmla="*/ 67112 w 120148"/>
                <a:gd name="connsiteY14" fmla="*/ 118823 h 130374"/>
                <a:gd name="connsiteX15" fmla="*/ 106730 w 120148"/>
                <a:gd name="connsiteY15" fmla="*/ 79242 h 130374"/>
                <a:gd name="connsiteX16" fmla="*/ 106730 w 120148"/>
                <a:gd name="connsiteY16" fmla="*/ 70305 h 130374"/>
                <a:gd name="connsiteX17" fmla="*/ 97145 w 120148"/>
                <a:gd name="connsiteY17" fmla="*/ 69666 h 130374"/>
                <a:gd name="connsiteX18" fmla="*/ 97145 w 120148"/>
                <a:gd name="connsiteY18" fmla="*/ 69666 h 130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0148" h="130374">
                  <a:moveTo>
                    <a:pt x="97145" y="69666"/>
                  </a:moveTo>
                  <a:lnTo>
                    <a:pt x="57527" y="109247"/>
                  </a:lnTo>
                  <a:cubicBezTo>
                    <a:pt x="46665" y="119462"/>
                    <a:pt x="30051" y="118823"/>
                    <a:pt x="20466" y="107970"/>
                  </a:cubicBezTo>
                  <a:cubicBezTo>
                    <a:pt x="10881" y="97756"/>
                    <a:pt x="10881" y="81796"/>
                    <a:pt x="20466" y="72220"/>
                  </a:cubicBezTo>
                  <a:lnTo>
                    <a:pt x="72224" y="20510"/>
                  </a:lnTo>
                  <a:cubicBezTo>
                    <a:pt x="77336" y="15403"/>
                    <a:pt x="83726" y="12849"/>
                    <a:pt x="90116" y="12849"/>
                  </a:cubicBezTo>
                  <a:cubicBezTo>
                    <a:pt x="97145" y="12849"/>
                    <a:pt x="104174" y="15403"/>
                    <a:pt x="109286" y="20510"/>
                  </a:cubicBezTo>
                  <a:cubicBezTo>
                    <a:pt x="111842" y="23063"/>
                    <a:pt x="115676" y="23063"/>
                    <a:pt x="118232" y="20510"/>
                  </a:cubicBezTo>
                  <a:cubicBezTo>
                    <a:pt x="120788" y="17956"/>
                    <a:pt x="120788" y="14126"/>
                    <a:pt x="118232" y="11572"/>
                  </a:cubicBezTo>
                  <a:cubicBezTo>
                    <a:pt x="103535" y="-3749"/>
                    <a:pt x="79253" y="-3749"/>
                    <a:pt x="63917" y="10934"/>
                  </a:cubicBezTo>
                  <a:cubicBezTo>
                    <a:pt x="63917" y="10934"/>
                    <a:pt x="63278" y="11572"/>
                    <a:pt x="63278" y="11572"/>
                  </a:cubicBezTo>
                  <a:lnTo>
                    <a:pt x="11520" y="63282"/>
                  </a:lnTo>
                  <a:cubicBezTo>
                    <a:pt x="4491" y="70305"/>
                    <a:pt x="18" y="79881"/>
                    <a:pt x="18" y="90095"/>
                  </a:cubicBezTo>
                  <a:cubicBezTo>
                    <a:pt x="-621" y="111801"/>
                    <a:pt x="15993" y="129676"/>
                    <a:pt x="37719" y="130314"/>
                  </a:cubicBezTo>
                  <a:cubicBezTo>
                    <a:pt x="48581" y="130953"/>
                    <a:pt x="59445" y="126484"/>
                    <a:pt x="67112" y="118823"/>
                  </a:cubicBezTo>
                  <a:lnTo>
                    <a:pt x="106730" y="79242"/>
                  </a:lnTo>
                  <a:cubicBezTo>
                    <a:pt x="109286" y="76689"/>
                    <a:pt x="109286" y="72858"/>
                    <a:pt x="106730" y="70305"/>
                  </a:cubicBezTo>
                  <a:cubicBezTo>
                    <a:pt x="103535" y="67113"/>
                    <a:pt x="99701" y="66474"/>
                    <a:pt x="97145" y="69666"/>
                  </a:cubicBezTo>
                  <a:cubicBezTo>
                    <a:pt x="97145" y="69028"/>
                    <a:pt x="97145" y="69666"/>
                    <a:pt x="97145" y="69666"/>
                  </a:cubicBezTo>
                  <a:close/>
                </a:path>
              </a:pathLst>
            </a:custGeom>
            <a:solidFill>
              <a:srgbClr val="00ABAB"/>
            </a:solidFill>
            <a:ln w="6390" cap="flat">
              <a:noFill/>
              <a:prstDash val="solid"/>
              <a:miter/>
            </a:ln>
          </p:spPr>
          <p:txBody>
            <a:bodyPr rtlCol="0" anchor="ctr"/>
            <a:lstStyle/>
            <a:p>
              <a:endParaRPr lang="en-US"/>
            </a:p>
          </p:txBody>
        </p:sp>
        <p:sp>
          <p:nvSpPr>
            <p:cNvPr id="1461" name="Graphic 1100">
              <a:extLst>
                <a:ext uri="{FF2B5EF4-FFF2-40B4-BE49-F238E27FC236}">
                  <a16:creationId xmlns:a16="http://schemas.microsoft.com/office/drawing/2014/main" id="{02FD5F7F-D26B-1C40-8764-70335FD9FA4C}"/>
                </a:ext>
              </a:extLst>
            </p:cNvPr>
            <p:cNvSpPr/>
            <p:nvPr/>
          </p:nvSpPr>
          <p:spPr>
            <a:xfrm>
              <a:off x="11097403" y="1975530"/>
              <a:ext cx="120541" cy="130314"/>
            </a:xfrm>
            <a:custGeom>
              <a:avLst/>
              <a:gdLst>
                <a:gd name="connsiteX0" fmla="*/ 81152 w 120541"/>
                <a:gd name="connsiteY0" fmla="*/ 0 h 130314"/>
                <a:gd name="connsiteX1" fmla="*/ 54314 w 120541"/>
                <a:gd name="connsiteY1" fmla="*/ 12130 h 130314"/>
                <a:gd name="connsiteX2" fmla="*/ 16614 w 120541"/>
                <a:gd name="connsiteY2" fmla="*/ 51710 h 130314"/>
                <a:gd name="connsiteX3" fmla="*/ 16614 w 120541"/>
                <a:gd name="connsiteY3" fmla="*/ 60648 h 130314"/>
                <a:gd name="connsiteX4" fmla="*/ 16614 w 120541"/>
                <a:gd name="connsiteY4" fmla="*/ 60648 h 130314"/>
                <a:gd name="connsiteX5" fmla="*/ 25560 w 120541"/>
                <a:gd name="connsiteY5" fmla="*/ 60648 h 130314"/>
                <a:gd name="connsiteX6" fmla="*/ 63260 w 120541"/>
                <a:gd name="connsiteY6" fmla="*/ 21067 h 130314"/>
                <a:gd name="connsiteX7" fmla="*/ 100322 w 120541"/>
                <a:gd name="connsiteY7" fmla="*/ 22344 h 130314"/>
                <a:gd name="connsiteX8" fmla="*/ 100322 w 120541"/>
                <a:gd name="connsiteY8" fmla="*/ 58094 h 130314"/>
                <a:gd name="connsiteX9" fmla="*/ 48564 w 120541"/>
                <a:gd name="connsiteY9" fmla="*/ 109804 h 130314"/>
                <a:gd name="connsiteX10" fmla="*/ 12141 w 120541"/>
                <a:gd name="connsiteY10" fmla="*/ 111081 h 130314"/>
                <a:gd name="connsiteX11" fmla="*/ 10863 w 120541"/>
                <a:gd name="connsiteY11" fmla="*/ 109804 h 130314"/>
                <a:gd name="connsiteX12" fmla="*/ 1917 w 120541"/>
                <a:gd name="connsiteY12" fmla="*/ 109804 h 130314"/>
                <a:gd name="connsiteX13" fmla="*/ 1917 w 120541"/>
                <a:gd name="connsiteY13" fmla="*/ 118742 h 130314"/>
                <a:gd name="connsiteX14" fmla="*/ 1917 w 120541"/>
                <a:gd name="connsiteY14" fmla="*/ 118742 h 130314"/>
                <a:gd name="connsiteX15" fmla="*/ 56232 w 120541"/>
                <a:gd name="connsiteY15" fmla="*/ 119380 h 130314"/>
                <a:gd name="connsiteX16" fmla="*/ 56870 w 120541"/>
                <a:gd name="connsiteY16" fmla="*/ 118742 h 130314"/>
                <a:gd name="connsiteX17" fmla="*/ 108629 w 120541"/>
                <a:gd name="connsiteY17" fmla="*/ 67032 h 130314"/>
                <a:gd name="connsiteX18" fmla="*/ 109907 w 120541"/>
                <a:gd name="connsiteY18" fmla="*/ 12768 h 130314"/>
                <a:gd name="connsiteX19" fmla="*/ 108629 w 120541"/>
                <a:gd name="connsiteY19" fmla="*/ 11491 h 130314"/>
                <a:gd name="connsiteX20" fmla="*/ 81152 w 120541"/>
                <a:gd name="connsiteY20" fmla="*/ 0 h 130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0541" h="130314">
                  <a:moveTo>
                    <a:pt x="81152" y="0"/>
                  </a:moveTo>
                  <a:cubicBezTo>
                    <a:pt x="70929" y="0"/>
                    <a:pt x="61344" y="4469"/>
                    <a:pt x="54314" y="12130"/>
                  </a:cubicBezTo>
                  <a:lnTo>
                    <a:pt x="16614" y="51710"/>
                  </a:lnTo>
                  <a:cubicBezTo>
                    <a:pt x="14058" y="54264"/>
                    <a:pt x="14058" y="58094"/>
                    <a:pt x="16614" y="60648"/>
                  </a:cubicBezTo>
                  <a:cubicBezTo>
                    <a:pt x="16614" y="60648"/>
                    <a:pt x="16614" y="60648"/>
                    <a:pt x="16614" y="60648"/>
                  </a:cubicBezTo>
                  <a:cubicBezTo>
                    <a:pt x="19170" y="63201"/>
                    <a:pt x="23004" y="63201"/>
                    <a:pt x="25560" y="60648"/>
                  </a:cubicBezTo>
                  <a:lnTo>
                    <a:pt x="63260" y="21067"/>
                  </a:lnTo>
                  <a:cubicBezTo>
                    <a:pt x="74124" y="10853"/>
                    <a:pt x="90737" y="11491"/>
                    <a:pt x="100322" y="22344"/>
                  </a:cubicBezTo>
                  <a:cubicBezTo>
                    <a:pt x="109907" y="32558"/>
                    <a:pt x="109907" y="48518"/>
                    <a:pt x="100322" y="58094"/>
                  </a:cubicBezTo>
                  <a:lnTo>
                    <a:pt x="48564" y="109804"/>
                  </a:lnTo>
                  <a:cubicBezTo>
                    <a:pt x="38979" y="120019"/>
                    <a:pt x="22365" y="120657"/>
                    <a:pt x="12141" y="111081"/>
                  </a:cubicBezTo>
                  <a:cubicBezTo>
                    <a:pt x="11502" y="110443"/>
                    <a:pt x="11502" y="110443"/>
                    <a:pt x="10863" y="109804"/>
                  </a:cubicBezTo>
                  <a:cubicBezTo>
                    <a:pt x="8307" y="107251"/>
                    <a:pt x="4473" y="107251"/>
                    <a:pt x="1917" y="109804"/>
                  </a:cubicBezTo>
                  <a:cubicBezTo>
                    <a:pt x="-639" y="112358"/>
                    <a:pt x="-639" y="116188"/>
                    <a:pt x="1917" y="118742"/>
                  </a:cubicBezTo>
                  <a:cubicBezTo>
                    <a:pt x="1917" y="118742"/>
                    <a:pt x="1917" y="118742"/>
                    <a:pt x="1917" y="118742"/>
                  </a:cubicBezTo>
                  <a:cubicBezTo>
                    <a:pt x="16614" y="134064"/>
                    <a:pt x="40896" y="134064"/>
                    <a:pt x="56232" y="119380"/>
                  </a:cubicBezTo>
                  <a:cubicBezTo>
                    <a:pt x="56232" y="119380"/>
                    <a:pt x="56870" y="118742"/>
                    <a:pt x="56870" y="118742"/>
                  </a:cubicBezTo>
                  <a:lnTo>
                    <a:pt x="108629" y="67032"/>
                  </a:lnTo>
                  <a:cubicBezTo>
                    <a:pt x="123965" y="52349"/>
                    <a:pt x="124604" y="28089"/>
                    <a:pt x="109907" y="12768"/>
                  </a:cubicBezTo>
                  <a:cubicBezTo>
                    <a:pt x="109268" y="12130"/>
                    <a:pt x="109268" y="12130"/>
                    <a:pt x="108629" y="11491"/>
                  </a:cubicBezTo>
                  <a:cubicBezTo>
                    <a:pt x="102239" y="3830"/>
                    <a:pt x="92015" y="0"/>
                    <a:pt x="81152" y="0"/>
                  </a:cubicBezTo>
                  <a:close/>
                </a:path>
              </a:pathLst>
            </a:custGeom>
            <a:solidFill>
              <a:srgbClr val="00ABAB"/>
            </a:solidFill>
            <a:ln w="6390" cap="flat">
              <a:noFill/>
              <a:prstDash val="solid"/>
              <a:miter/>
            </a:ln>
          </p:spPr>
          <p:txBody>
            <a:bodyPr rtlCol="0" anchor="ctr"/>
            <a:lstStyle/>
            <a:p>
              <a:endParaRPr lang="en-US"/>
            </a:p>
          </p:txBody>
        </p:sp>
      </p:grpSp>
      <p:sp>
        <p:nvSpPr>
          <p:cNvPr id="1462" name="Graphic 1100">
            <a:extLst>
              <a:ext uri="{FF2B5EF4-FFF2-40B4-BE49-F238E27FC236}">
                <a16:creationId xmlns:a16="http://schemas.microsoft.com/office/drawing/2014/main" id="{E5F4BB00-3D96-C64C-B260-7006C4BD8295}"/>
              </a:ext>
            </a:extLst>
          </p:cNvPr>
          <p:cNvSpPr/>
          <p:nvPr/>
        </p:nvSpPr>
        <p:spPr>
          <a:xfrm>
            <a:off x="11372810" y="4797250"/>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56875 w 362309"/>
              <a:gd name="connsiteY6" fmla="*/ 284725 h 361971"/>
              <a:gd name="connsiteX7" fmla="*/ 250485 w 362309"/>
              <a:gd name="connsiteY7" fmla="*/ 291109 h 361971"/>
              <a:gd name="connsiteX8" fmla="*/ 244095 w 362309"/>
              <a:gd name="connsiteY8" fmla="*/ 284725 h 361971"/>
              <a:gd name="connsiteX9" fmla="*/ 244095 w 362309"/>
              <a:gd name="connsiteY9" fmla="*/ 260466 h 361971"/>
              <a:gd name="connsiteX10" fmla="*/ 100961 w 362309"/>
              <a:gd name="connsiteY10" fmla="*/ 243230 h 361971"/>
              <a:gd name="connsiteX11" fmla="*/ 79235 w 362309"/>
              <a:gd name="connsiteY11" fmla="*/ 180028 h 361971"/>
              <a:gd name="connsiteX12" fmla="*/ 85625 w 362309"/>
              <a:gd name="connsiteY12" fmla="*/ 173644 h 361971"/>
              <a:gd name="connsiteX13" fmla="*/ 92014 w 362309"/>
              <a:gd name="connsiteY13" fmla="*/ 180028 h 361971"/>
              <a:gd name="connsiteX14" fmla="*/ 180835 w 362309"/>
              <a:gd name="connsiteY14" fmla="*/ 269404 h 361971"/>
              <a:gd name="connsiteX15" fmla="*/ 240261 w 362309"/>
              <a:gd name="connsiteY15" fmla="*/ 247060 h 361971"/>
              <a:gd name="connsiteX16" fmla="*/ 207673 w 362309"/>
              <a:gd name="connsiteY16" fmla="*/ 247060 h 361971"/>
              <a:gd name="connsiteX17" fmla="*/ 201283 w 362309"/>
              <a:gd name="connsiteY17" fmla="*/ 240676 h 361971"/>
              <a:gd name="connsiteX18" fmla="*/ 207673 w 362309"/>
              <a:gd name="connsiteY18" fmla="*/ 234292 h 361971"/>
              <a:gd name="connsiteX19" fmla="*/ 251124 w 362309"/>
              <a:gd name="connsiteY19" fmla="*/ 234292 h 361971"/>
              <a:gd name="connsiteX20" fmla="*/ 257514 w 362309"/>
              <a:gd name="connsiteY20" fmla="*/ 240676 h 361971"/>
              <a:gd name="connsiteX21" fmla="*/ 257514 w 362309"/>
              <a:gd name="connsiteY21" fmla="*/ 284725 h 361971"/>
              <a:gd name="connsiteX22" fmla="*/ 141856 w 362309"/>
              <a:gd name="connsiteY22" fmla="*/ 176198 h 361971"/>
              <a:gd name="connsiteX23" fmla="*/ 150802 w 362309"/>
              <a:gd name="connsiteY23" fmla="*/ 176198 h 361971"/>
              <a:gd name="connsiteX24" fmla="*/ 172528 w 362309"/>
              <a:gd name="connsiteY24" fmla="*/ 197903 h 361971"/>
              <a:gd name="connsiteX25" fmla="*/ 219813 w 362309"/>
              <a:gd name="connsiteY25" fmla="*/ 150662 h 361971"/>
              <a:gd name="connsiteX26" fmla="*/ 228759 w 362309"/>
              <a:gd name="connsiteY26" fmla="*/ 150662 h 361971"/>
              <a:gd name="connsiteX27" fmla="*/ 228759 w 362309"/>
              <a:gd name="connsiteY27" fmla="*/ 159600 h 361971"/>
              <a:gd name="connsiteX28" fmla="*/ 228759 w 362309"/>
              <a:gd name="connsiteY28" fmla="*/ 159600 h 361971"/>
              <a:gd name="connsiteX29" fmla="*/ 176362 w 362309"/>
              <a:gd name="connsiteY29" fmla="*/ 211948 h 361971"/>
              <a:gd name="connsiteX30" fmla="*/ 171889 w 362309"/>
              <a:gd name="connsiteY30" fmla="*/ 213863 h 361971"/>
              <a:gd name="connsiteX31" fmla="*/ 167416 w 362309"/>
              <a:gd name="connsiteY31" fmla="*/ 211948 h 361971"/>
              <a:gd name="connsiteX32" fmla="*/ 141217 w 362309"/>
              <a:gd name="connsiteY32" fmla="*/ 185774 h 361971"/>
              <a:gd name="connsiteX33" fmla="*/ 141856 w 362309"/>
              <a:gd name="connsiteY33" fmla="*/ 176198 h 361971"/>
              <a:gd name="connsiteX34" fmla="*/ 276684 w 362309"/>
              <a:gd name="connsiteY34" fmla="*/ 187051 h 361971"/>
              <a:gd name="connsiteX35" fmla="*/ 270294 w 362309"/>
              <a:gd name="connsiteY35" fmla="*/ 180667 h 361971"/>
              <a:gd name="connsiteX36" fmla="*/ 181474 w 362309"/>
              <a:gd name="connsiteY36" fmla="*/ 91929 h 361971"/>
              <a:gd name="connsiteX37" fmla="*/ 122686 w 362309"/>
              <a:gd name="connsiteY37" fmla="*/ 113635 h 361971"/>
              <a:gd name="connsiteX38" fmla="*/ 155275 w 362309"/>
              <a:gd name="connsiteY38" fmla="*/ 113635 h 361971"/>
              <a:gd name="connsiteX39" fmla="*/ 161665 w 362309"/>
              <a:gd name="connsiteY39" fmla="*/ 120019 h 361971"/>
              <a:gd name="connsiteX40" fmla="*/ 155275 w 362309"/>
              <a:gd name="connsiteY40" fmla="*/ 126403 h 361971"/>
              <a:gd name="connsiteX41" fmla="*/ 111824 w 362309"/>
              <a:gd name="connsiteY41" fmla="*/ 126403 h 361971"/>
              <a:gd name="connsiteX42" fmla="*/ 105434 w 362309"/>
              <a:gd name="connsiteY42" fmla="*/ 120019 h 361971"/>
              <a:gd name="connsiteX43" fmla="*/ 105434 w 362309"/>
              <a:gd name="connsiteY43" fmla="*/ 76608 h 361971"/>
              <a:gd name="connsiteX44" fmla="*/ 111824 w 362309"/>
              <a:gd name="connsiteY44" fmla="*/ 70224 h 361971"/>
              <a:gd name="connsiteX45" fmla="*/ 118214 w 362309"/>
              <a:gd name="connsiteY45" fmla="*/ 76608 h 361971"/>
              <a:gd name="connsiteX46" fmla="*/ 118214 w 362309"/>
              <a:gd name="connsiteY46" fmla="*/ 100867 h 361971"/>
              <a:gd name="connsiteX47" fmla="*/ 261348 w 362309"/>
              <a:gd name="connsiteY47" fmla="*/ 117465 h 361971"/>
              <a:gd name="connsiteX48" fmla="*/ 283074 w 362309"/>
              <a:gd name="connsiteY48" fmla="*/ 180667 h 361971"/>
              <a:gd name="connsiteX49" fmla="*/ 276684 w 362309"/>
              <a:gd name="connsiteY49" fmla="*/ 187051 h 361971"/>
              <a:gd name="connsiteX50" fmla="*/ 276684 w 362309"/>
              <a:gd name="connsiteY50" fmla="*/ 18705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0438"/>
                  <a:pt x="281157" y="0"/>
                  <a:pt x="181474" y="0"/>
                </a:cubicBezTo>
                <a:close/>
                <a:moveTo>
                  <a:pt x="256875" y="284725"/>
                </a:moveTo>
                <a:cubicBezTo>
                  <a:pt x="256875" y="288556"/>
                  <a:pt x="254319" y="291109"/>
                  <a:pt x="250485" y="291109"/>
                </a:cubicBezTo>
                <a:cubicBezTo>
                  <a:pt x="246651" y="291109"/>
                  <a:pt x="244095" y="288556"/>
                  <a:pt x="244095" y="284725"/>
                </a:cubicBezTo>
                <a:lnTo>
                  <a:pt x="244095" y="260466"/>
                </a:lnTo>
                <a:cubicBezTo>
                  <a:pt x="200005" y="294940"/>
                  <a:pt x="136105" y="287917"/>
                  <a:pt x="100961" y="243230"/>
                </a:cubicBezTo>
                <a:cubicBezTo>
                  <a:pt x="86903" y="225355"/>
                  <a:pt x="79235" y="203011"/>
                  <a:pt x="79235" y="180028"/>
                </a:cubicBezTo>
                <a:cubicBezTo>
                  <a:pt x="79235" y="176198"/>
                  <a:pt x="81791" y="173644"/>
                  <a:pt x="85625" y="173644"/>
                </a:cubicBezTo>
                <a:cubicBezTo>
                  <a:pt x="89459" y="173644"/>
                  <a:pt x="92014" y="176198"/>
                  <a:pt x="92014" y="180028"/>
                </a:cubicBezTo>
                <a:cubicBezTo>
                  <a:pt x="92014" y="229185"/>
                  <a:pt x="131633" y="268766"/>
                  <a:pt x="180835" y="269404"/>
                </a:cubicBezTo>
                <a:cubicBezTo>
                  <a:pt x="202561" y="269404"/>
                  <a:pt x="223648" y="261743"/>
                  <a:pt x="240261" y="247060"/>
                </a:cubicBezTo>
                <a:lnTo>
                  <a:pt x="207673" y="247060"/>
                </a:lnTo>
                <a:cubicBezTo>
                  <a:pt x="203838" y="247060"/>
                  <a:pt x="201283" y="244506"/>
                  <a:pt x="201283" y="240676"/>
                </a:cubicBezTo>
                <a:cubicBezTo>
                  <a:pt x="201283" y="236846"/>
                  <a:pt x="203838" y="234292"/>
                  <a:pt x="207673" y="234292"/>
                </a:cubicBezTo>
                <a:lnTo>
                  <a:pt x="251124" y="234292"/>
                </a:lnTo>
                <a:cubicBezTo>
                  <a:pt x="254958" y="234292"/>
                  <a:pt x="257514" y="236846"/>
                  <a:pt x="257514" y="240676"/>
                </a:cubicBezTo>
                <a:lnTo>
                  <a:pt x="257514" y="284725"/>
                </a:lnTo>
                <a:close/>
                <a:moveTo>
                  <a:pt x="141856" y="176198"/>
                </a:moveTo>
                <a:cubicBezTo>
                  <a:pt x="144412" y="173644"/>
                  <a:pt x="148246" y="173644"/>
                  <a:pt x="150802" y="176198"/>
                </a:cubicBezTo>
                <a:lnTo>
                  <a:pt x="172528" y="197903"/>
                </a:lnTo>
                <a:lnTo>
                  <a:pt x="219813" y="150662"/>
                </a:lnTo>
                <a:cubicBezTo>
                  <a:pt x="222369" y="148108"/>
                  <a:pt x="226203" y="148108"/>
                  <a:pt x="228759" y="150662"/>
                </a:cubicBezTo>
                <a:cubicBezTo>
                  <a:pt x="231315" y="153216"/>
                  <a:pt x="231315" y="157046"/>
                  <a:pt x="228759" y="159600"/>
                </a:cubicBezTo>
                <a:lnTo>
                  <a:pt x="228759" y="159600"/>
                </a:lnTo>
                <a:lnTo>
                  <a:pt x="176362" y="211948"/>
                </a:lnTo>
                <a:cubicBezTo>
                  <a:pt x="175084" y="213225"/>
                  <a:pt x="173806" y="213863"/>
                  <a:pt x="171889" y="213863"/>
                </a:cubicBezTo>
                <a:cubicBezTo>
                  <a:pt x="169972" y="213863"/>
                  <a:pt x="168694" y="213225"/>
                  <a:pt x="167416" y="211948"/>
                </a:cubicBezTo>
                <a:lnTo>
                  <a:pt x="141217" y="185774"/>
                </a:lnTo>
                <a:cubicBezTo>
                  <a:pt x="139300" y="182582"/>
                  <a:pt x="139300" y="178752"/>
                  <a:pt x="141856" y="176198"/>
                </a:cubicBezTo>
                <a:close/>
                <a:moveTo>
                  <a:pt x="276684" y="187051"/>
                </a:moveTo>
                <a:cubicBezTo>
                  <a:pt x="272850" y="187051"/>
                  <a:pt x="270294" y="184497"/>
                  <a:pt x="270294" y="180667"/>
                </a:cubicBezTo>
                <a:cubicBezTo>
                  <a:pt x="270294" y="131510"/>
                  <a:pt x="230677" y="91929"/>
                  <a:pt x="181474" y="91929"/>
                </a:cubicBezTo>
                <a:cubicBezTo>
                  <a:pt x="159748" y="91929"/>
                  <a:pt x="139300" y="99590"/>
                  <a:pt x="122686" y="113635"/>
                </a:cubicBezTo>
                <a:lnTo>
                  <a:pt x="155275" y="113635"/>
                </a:lnTo>
                <a:cubicBezTo>
                  <a:pt x="159109" y="113635"/>
                  <a:pt x="161665" y="116189"/>
                  <a:pt x="161665" y="120019"/>
                </a:cubicBezTo>
                <a:cubicBezTo>
                  <a:pt x="161665" y="123849"/>
                  <a:pt x="159109" y="126403"/>
                  <a:pt x="155275" y="126403"/>
                </a:cubicBezTo>
                <a:lnTo>
                  <a:pt x="111824" y="126403"/>
                </a:lnTo>
                <a:cubicBezTo>
                  <a:pt x="107989" y="126403"/>
                  <a:pt x="105434" y="123849"/>
                  <a:pt x="105434" y="120019"/>
                </a:cubicBezTo>
                <a:lnTo>
                  <a:pt x="105434" y="76608"/>
                </a:lnTo>
                <a:cubicBezTo>
                  <a:pt x="105434" y="72777"/>
                  <a:pt x="107989" y="70224"/>
                  <a:pt x="111824" y="70224"/>
                </a:cubicBezTo>
                <a:cubicBezTo>
                  <a:pt x="115658" y="70224"/>
                  <a:pt x="118214" y="72777"/>
                  <a:pt x="118214" y="76608"/>
                </a:cubicBezTo>
                <a:lnTo>
                  <a:pt x="118214" y="100867"/>
                </a:lnTo>
                <a:cubicBezTo>
                  <a:pt x="162304" y="65755"/>
                  <a:pt x="226203" y="73416"/>
                  <a:pt x="261348" y="117465"/>
                </a:cubicBezTo>
                <a:cubicBezTo>
                  <a:pt x="275406" y="135341"/>
                  <a:pt x="283074" y="157684"/>
                  <a:pt x="283074" y="180667"/>
                </a:cubicBezTo>
                <a:cubicBezTo>
                  <a:pt x="283074" y="183859"/>
                  <a:pt x="279879" y="187051"/>
                  <a:pt x="276684" y="187051"/>
                </a:cubicBezTo>
                <a:lnTo>
                  <a:pt x="276684" y="187051"/>
                </a:lnTo>
                <a:close/>
              </a:path>
            </a:pathLst>
          </a:custGeom>
          <a:solidFill>
            <a:srgbClr val="00ABAB"/>
          </a:solidFill>
          <a:ln w="6390" cap="flat">
            <a:noFill/>
            <a:prstDash val="solid"/>
            <a:miter/>
          </a:ln>
        </p:spPr>
        <p:txBody>
          <a:bodyPr rtlCol="0" anchor="ctr"/>
          <a:lstStyle/>
          <a:p>
            <a:endParaRPr lang="en-US"/>
          </a:p>
        </p:txBody>
      </p:sp>
      <p:sp>
        <p:nvSpPr>
          <p:cNvPr id="1463" name="Graphic 1100">
            <a:extLst>
              <a:ext uri="{FF2B5EF4-FFF2-40B4-BE49-F238E27FC236}">
                <a16:creationId xmlns:a16="http://schemas.microsoft.com/office/drawing/2014/main" id="{5B6DDA77-05C9-BE44-A5FF-81367019F6B8}"/>
              </a:ext>
            </a:extLst>
          </p:cNvPr>
          <p:cNvSpPr/>
          <p:nvPr/>
        </p:nvSpPr>
        <p:spPr>
          <a:xfrm>
            <a:off x="11372810" y="431270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37384 w 362309"/>
              <a:gd name="connsiteY6" fmla="*/ 141086 h 361971"/>
              <a:gd name="connsiteX7" fmla="*/ 146329 w 362309"/>
              <a:gd name="connsiteY7" fmla="*/ 141086 h 361971"/>
              <a:gd name="connsiteX8" fmla="*/ 185947 w 362309"/>
              <a:gd name="connsiteY8" fmla="*/ 180667 h 361971"/>
              <a:gd name="connsiteX9" fmla="*/ 209589 w 362309"/>
              <a:gd name="connsiteY9" fmla="*/ 157046 h 361971"/>
              <a:gd name="connsiteX10" fmla="*/ 218536 w 362309"/>
              <a:gd name="connsiteY10" fmla="*/ 157046 h 361971"/>
              <a:gd name="connsiteX11" fmla="*/ 218536 w 362309"/>
              <a:gd name="connsiteY11" fmla="*/ 165984 h 361971"/>
              <a:gd name="connsiteX12" fmla="*/ 218536 w 362309"/>
              <a:gd name="connsiteY12" fmla="*/ 165984 h 361971"/>
              <a:gd name="connsiteX13" fmla="*/ 190420 w 362309"/>
              <a:gd name="connsiteY13" fmla="*/ 194073 h 361971"/>
              <a:gd name="connsiteX14" fmla="*/ 185947 w 362309"/>
              <a:gd name="connsiteY14" fmla="*/ 195988 h 361971"/>
              <a:gd name="connsiteX15" fmla="*/ 181474 w 362309"/>
              <a:gd name="connsiteY15" fmla="*/ 194073 h 361971"/>
              <a:gd name="connsiteX16" fmla="*/ 137384 w 362309"/>
              <a:gd name="connsiteY16" fmla="*/ 150024 h 361971"/>
              <a:gd name="connsiteX17" fmla="*/ 137384 w 362309"/>
              <a:gd name="connsiteY17" fmla="*/ 141086 h 361971"/>
              <a:gd name="connsiteX18" fmla="*/ 137384 w 362309"/>
              <a:gd name="connsiteY18" fmla="*/ 141086 h 361971"/>
              <a:gd name="connsiteX19" fmla="*/ 137384 w 362309"/>
              <a:gd name="connsiteY19" fmla="*/ 141086 h 361971"/>
              <a:gd name="connsiteX20" fmla="*/ 185947 w 362309"/>
              <a:gd name="connsiteY20" fmla="*/ 289833 h 361971"/>
              <a:gd name="connsiteX21" fmla="*/ 179557 w 362309"/>
              <a:gd name="connsiteY21" fmla="*/ 283449 h 361971"/>
              <a:gd name="connsiteX22" fmla="*/ 185947 w 362309"/>
              <a:gd name="connsiteY22" fmla="*/ 277065 h 361971"/>
              <a:gd name="connsiteX23" fmla="*/ 282435 w 362309"/>
              <a:gd name="connsiteY23" fmla="*/ 180667 h 361971"/>
              <a:gd name="connsiteX24" fmla="*/ 185947 w 362309"/>
              <a:gd name="connsiteY24" fmla="*/ 84269 h 361971"/>
              <a:gd name="connsiteX25" fmla="*/ 89459 w 362309"/>
              <a:gd name="connsiteY25" fmla="*/ 180667 h 361971"/>
              <a:gd name="connsiteX26" fmla="*/ 114379 w 362309"/>
              <a:gd name="connsiteY26" fmla="*/ 245145 h 361971"/>
              <a:gd name="connsiteX27" fmla="*/ 114379 w 362309"/>
              <a:gd name="connsiteY27" fmla="*/ 208756 h 361971"/>
              <a:gd name="connsiteX28" fmla="*/ 120769 w 362309"/>
              <a:gd name="connsiteY28" fmla="*/ 202372 h 361971"/>
              <a:gd name="connsiteX29" fmla="*/ 127159 w 362309"/>
              <a:gd name="connsiteY29" fmla="*/ 208756 h 361971"/>
              <a:gd name="connsiteX30" fmla="*/ 127159 w 362309"/>
              <a:gd name="connsiteY30" fmla="*/ 255359 h 361971"/>
              <a:gd name="connsiteX31" fmla="*/ 120769 w 362309"/>
              <a:gd name="connsiteY31" fmla="*/ 261743 h 361971"/>
              <a:gd name="connsiteX32" fmla="*/ 74123 w 362309"/>
              <a:gd name="connsiteY32" fmla="*/ 261743 h 361971"/>
              <a:gd name="connsiteX33" fmla="*/ 67733 w 362309"/>
              <a:gd name="connsiteY33" fmla="*/ 255359 h 361971"/>
              <a:gd name="connsiteX34" fmla="*/ 74123 w 362309"/>
              <a:gd name="connsiteY34" fmla="*/ 248975 h 361971"/>
              <a:gd name="connsiteX35" fmla="*/ 100961 w 362309"/>
              <a:gd name="connsiteY35" fmla="*/ 248975 h 361971"/>
              <a:gd name="connsiteX36" fmla="*/ 117574 w 362309"/>
              <a:gd name="connsiteY36" fmla="*/ 95760 h 361971"/>
              <a:gd name="connsiteX37" fmla="*/ 270933 w 362309"/>
              <a:gd name="connsiteY37" fmla="*/ 112358 h 361971"/>
              <a:gd name="connsiteX38" fmla="*/ 254319 w 362309"/>
              <a:gd name="connsiteY38" fmla="*/ 265574 h 361971"/>
              <a:gd name="connsiteX39" fmla="*/ 185947 w 362309"/>
              <a:gd name="connsiteY39" fmla="*/ 289833 h 361971"/>
              <a:gd name="connsiteX40" fmla="*/ 185947 w 362309"/>
              <a:gd name="connsiteY40" fmla="*/ 28983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37384" y="141086"/>
                </a:moveTo>
                <a:cubicBezTo>
                  <a:pt x="139939" y="138533"/>
                  <a:pt x="143774" y="138533"/>
                  <a:pt x="146329" y="141086"/>
                </a:cubicBezTo>
                <a:lnTo>
                  <a:pt x="185947" y="180667"/>
                </a:lnTo>
                <a:lnTo>
                  <a:pt x="209589" y="157046"/>
                </a:lnTo>
                <a:cubicBezTo>
                  <a:pt x="212146" y="154492"/>
                  <a:pt x="215979" y="154492"/>
                  <a:pt x="218536" y="157046"/>
                </a:cubicBezTo>
                <a:cubicBezTo>
                  <a:pt x="221092" y="159600"/>
                  <a:pt x="221092" y="163430"/>
                  <a:pt x="218536" y="165984"/>
                </a:cubicBezTo>
                <a:cubicBezTo>
                  <a:pt x="218536" y="165984"/>
                  <a:pt x="218536" y="165984"/>
                  <a:pt x="218536" y="165984"/>
                </a:cubicBezTo>
                <a:lnTo>
                  <a:pt x="190420" y="194073"/>
                </a:lnTo>
                <a:cubicBezTo>
                  <a:pt x="189142" y="195350"/>
                  <a:pt x="187864" y="195988"/>
                  <a:pt x="185947" y="195988"/>
                </a:cubicBezTo>
                <a:cubicBezTo>
                  <a:pt x="184030" y="195988"/>
                  <a:pt x="182752" y="195350"/>
                  <a:pt x="181474" y="194073"/>
                </a:cubicBezTo>
                <a:lnTo>
                  <a:pt x="137384" y="150024"/>
                </a:lnTo>
                <a:cubicBezTo>
                  <a:pt x="134828" y="148108"/>
                  <a:pt x="134828" y="143640"/>
                  <a:pt x="137384" y="141086"/>
                </a:cubicBezTo>
                <a:cubicBezTo>
                  <a:pt x="137384" y="141086"/>
                  <a:pt x="137384" y="141086"/>
                  <a:pt x="137384" y="141086"/>
                </a:cubicBezTo>
                <a:lnTo>
                  <a:pt x="137384" y="141086"/>
                </a:lnTo>
                <a:close/>
                <a:moveTo>
                  <a:pt x="185947" y="289833"/>
                </a:moveTo>
                <a:cubicBezTo>
                  <a:pt x="182113" y="289833"/>
                  <a:pt x="179557" y="287279"/>
                  <a:pt x="179557" y="283449"/>
                </a:cubicBezTo>
                <a:cubicBezTo>
                  <a:pt x="179557" y="279618"/>
                  <a:pt x="182113" y="277065"/>
                  <a:pt x="185947" y="277065"/>
                </a:cubicBezTo>
                <a:cubicBezTo>
                  <a:pt x="239623" y="277065"/>
                  <a:pt x="282435" y="233654"/>
                  <a:pt x="282435" y="180667"/>
                </a:cubicBezTo>
                <a:cubicBezTo>
                  <a:pt x="282435" y="127041"/>
                  <a:pt x="238983" y="84269"/>
                  <a:pt x="185947" y="84269"/>
                </a:cubicBezTo>
                <a:cubicBezTo>
                  <a:pt x="132910" y="84269"/>
                  <a:pt x="89459" y="127680"/>
                  <a:pt x="89459" y="180667"/>
                </a:cubicBezTo>
                <a:cubicBezTo>
                  <a:pt x="89459" y="204287"/>
                  <a:pt x="98404" y="227270"/>
                  <a:pt x="114379" y="245145"/>
                </a:cubicBezTo>
                <a:lnTo>
                  <a:pt x="114379" y="208756"/>
                </a:lnTo>
                <a:cubicBezTo>
                  <a:pt x="114379" y="204926"/>
                  <a:pt x="116935" y="202372"/>
                  <a:pt x="120769" y="202372"/>
                </a:cubicBezTo>
                <a:cubicBezTo>
                  <a:pt x="124604" y="202372"/>
                  <a:pt x="127159" y="204926"/>
                  <a:pt x="127159" y="208756"/>
                </a:cubicBezTo>
                <a:lnTo>
                  <a:pt x="127159" y="255359"/>
                </a:lnTo>
                <a:cubicBezTo>
                  <a:pt x="127159" y="259190"/>
                  <a:pt x="124604" y="261743"/>
                  <a:pt x="120769" y="261743"/>
                </a:cubicBezTo>
                <a:lnTo>
                  <a:pt x="74123" y="261743"/>
                </a:lnTo>
                <a:cubicBezTo>
                  <a:pt x="70289" y="261743"/>
                  <a:pt x="67733" y="259190"/>
                  <a:pt x="67733" y="255359"/>
                </a:cubicBezTo>
                <a:cubicBezTo>
                  <a:pt x="67733" y="251529"/>
                  <a:pt x="70289" y="248975"/>
                  <a:pt x="74123" y="248975"/>
                </a:cubicBezTo>
                <a:lnTo>
                  <a:pt x="100961" y="248975"/>
                </a:lnTo>
                <a:cubicBezTo>
                  <a:pt x="63260" y="201734"/>
                  <a:pt x="70928" y="133425"/>
                  <a:pt x="117574" y="95760"/>
                </a:cubicBezTo>
                <a:cubicBezTo>
                  <a:pt x="164860" y="58094"/>
                  <a:pt x="233233" y="65755"/>
                  <a:pt x="270933" y="112358"/>
                </a:cubicBezTo>
                <a:cubicBezTo>
                  <a:pt x="308634" y="159600"/>
                  <a:pt x="300966" y="227908"/>
                  <a:pt x="254319" y="265574"/>
                </a:cubicBezTo>
                <a:cubicBezTo>
                  <a:pt x="235149" y="281534"/>
                  <a:pt x="210868" y="289833"/>
                  <a:pt x="185947" y="289833"/>
                </a:cubicBezTo>
                <a:lnTo>
                  <a:pt x="185947" y="289833"/>
                </a:lnTo>
                <a:close/>
              </a:path>
            </a:pathLst>
          </a:custGeom>
          <a:solidFill>
            <a:srgbClr val="00ABAB"/>
          </a:solidFill>
          <a:ln w="6390" cap="flat">
            <a:noFill/>
            <a:prstDash val="solid"/>
            <a:miter/>
          </a:ln>
        </p:spPr>
        <p:txBody>
          <a:bodyPr rtlCol="0" anchor="ctr"/>
          <a:lstStyle/>
          <a:p>
            <a:endParaRPr lang="en-US"/>
          </a:p>
        </p:txBody>
      </p:sp>
      <p:sp>
        <p:nvSpPr>
          <p:cNvPr id="1464" name="Graphic 1100">
            <a:extLst>
              <a:ext uri="{FF2B5EF4-FFF2-40B4-BE49-F238E27FC236}">
                <a16:creationId xmlns:a16="http://schemas.microsoft.com/office/drawing/2014/main" id="{69B48A5D-21CB-914E-9678-52431793342F}"/>
              </a:ext>
            </a:extLst>
          </p:cNvPr>
          <p:cNvSpPr/>
          <p:nvPr/>
        </p:nvSpPr>
        <p:spPr>
          <a:xfrm>
            <a:off x="9280105" y="92217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48885 w 362309"/>
              <a:gd name="connsiteY6" fmla="*/ 69585 h 361971"/>
              <a:gd name="connsiteX7" fmla="*/ 157831 w 362309"/>
              <a:gd name="connsiteY7" fmla="*/ 69585 h 361971"/>
              <a:gd name="connsiteX8" fmla="*/ 159748 w 362309"/>
              <a:gd name="connsiteY8" fmla="*/ 74054 h 361971"/>
              <a:gd name="connsiteX9" fmla="*/ 157831 w 362309"/>
              <a:gd name="connsiteY9" fmla="*/ 78523 h 361971"/>
              <a:gd name="connsiteX10" fmla="*/ 155914 w 362309"/>
              <a:gd name="connsiteY10" fmla="*/ 79800 h 361971"/>
              <a:gd name="connsiteX11" fmla="*/ 153358 w 362309"/>
              <a:gd name="connsiteY11" fmla="*/ 80438 h 361971"/>
              <a:gd name="connsiteX12" fmla="*/ 148885 w 362309"/>
              <a:gd name="connsiteY12" fmla="*/ 78523 h 361971"/>
              <a:gd name="connsiteX13" fmla="*/ 146969 w 362309"/>
              <a:gd name="connsiteY13" fmla="*/ 74054 h 361971"/>
              <a:gd name="connsiteX14" fmla="*/ 148885 w 362309"/>
              <a:gd name="connsiteY14" fmla="*/ 69585 h 361971"/>
              <a:gd name="connsiteX15" fmla="*/ 148885 w 362309"/>
              <a:gd name="connsiteY15" fmla="*/ 69585 h 361971"/>
              <a:gd name="connsiteX16" fmla="*/ 132271 w 362309"/>
              <a:gd name="connsiteY16" fmla="*/ 74693 h 361971"/>
              <a:gd name="connsiteX17" fmla="*/ 141217 w 362309"/>
              <a:gd name="connsiteY17" fmla="*/ 77246 h 361971"/>
              <a:gd name="connsiteX18" fmla="*/ 138661 w 362309"/>
              <a:gd name="connsiteY18" fmla="*/ 86184 h 361971"/>
              <a:gd name="connsiteX19" fmla="*/ 138022 w 362309"/>
              <a:gd name="connsiteY19" fmla="*/ 86822 h 361971"/>
              <a:gd name="connsiteX20" fmla="*/ 135466 w 362309"/>
              <a:gd name="connsiteY20" fmla="*/ 87461 h 361971"/>
              <a:gd name="connsiteX21" fmla="*/ 129076 w 362309"/>
              <a:gd name="connsiteY21" fmla="*/ 81077 h 361971"/>
              <a:gd name="connsiteX22" fmla="*/ 132271 w 362309"/>
              <a:gd name="connsiteY22" fmla="*/ 74693 h 361971"/>
              <a:gd name="connsiteX23" fmla="*/ 132271 w 362309"/>
              <a:gd name="connsiteY23" fmla="*/ 74693 h 361971"/>
              <a:gd name="connsiteX24" fmla="*/ 114379 w 362309"/>
              <a:gd name="connsiteY24" fmla="*/ 84907 h 361971"/>
              <a:gd name="connsiteX25" fmla="*/ 114379 w 362309"/>
              <a:gd name="connsiteY25" fmla="*/ 84907 h 361971"/>
              <a:gd name="connsiteX26" fmla="*/ 123325 w 362309"/>
              <a:gd name="connsiteY26" fmla="*/ 86184 h 361971"/>
              <a:gd name="connsiteX27" fmla="*/ 122048 w 362309"/>
              <a:gd name="connsiteY27" fmla="*/ 95121 h 361971"/>
              <a:gd name="connsiteX28" fmla="*/ 121409 w 362309"/>
              <a:gd name="connsiteY28" fmla="*/ 95760 h 361971"/>
              <a:gd name="connsiteX29" fmla="*/ 117574 w 362309"/>
              <a:gd name="connsiteY29" fmla="*/ 97037 h 361971"/>
              <a:gd name="connsiteX30" fmla="*/ 112463 w 362309"/>
              <a:gd name="connsiteY30" fmla="*/ 94483 h 361971"/>
              <a:gd name="connsiteX31" fmla="*/ 114379 w 362309"/>
              <a:gd name="connsiteY31" fmla="*/ 84907 h 361971"/>
              <a:gd name="connsiteX32" fmla="*/ 114379 w 362309"/>
              <a:gd name="connsiteY32" fmla="*/ 84907 h 361971"/>
              <a:gd name="connsiteX33" fmla="*/ 98404 w 362309"/>
              <a:gd name="connsiteY33" fmla="*/ 98313 h 361971"/>
              <a:gd name="connsiteX34" fmla="*/ 107350 w 362309"/>
              <a:gd name="connsiteY34" fmla="*/ 98313 h 361971"/>
              <a:gd name="connsiteX35" fmla="*/ 107350 w 362309"/>
              <a:gd name="connsiteY35" fmla="*/ 107251 h 361971"/>
              <a:gd name="connsiteX36" fmla="*/ 107350 w 362309"/>
              <a:gd name="connsiteY36" fmla="*/ 107251 h 361971"/>
              <a:gd name="connsiteX37" fmla="*/ 102878 w 362309"/>
              <a:gd name="connsiteY37" fmla="*/ 109166 h 361971"/>
              <a:gd name="connsiteX38" fmla="*/ 96488 w 362309"/>
              <a:gd name="connsiteY38" fmla="*/ 102782 h 361971"/>
              <a:gd name="connsiteX39" fmla="*/ 98404 w 362309"/>
              <a:gd name="connsiteY39" fmla="*/ 98313 h 361971"/>
              <a:gd name="connsiteX40" fmla="*/ 98404 w 362309"/>
              <a:gd name="connsiteY40" fmla="*/ 98313 h 361971"/>
              <a:gd name="connsiteX41" fmla="*/ 84986 w 362309"/>
              <a:gd name="connsiteY41" fmla="*/ 114273 h 361971"/>
              <a:gd name="connsiteX42" fmla="*/ 93932 w 362309"/>
              <a:gd name="connsiteY42" fmla="*/ 112996 h 361971"/>
              <a:gd name="connsiteX43" fmla="*/ 95209 w 362309"/>
              <a:gd name="connsiteY43" fmla="*/ 121296 h 361971"/>
              <a:gd name="connsiteX44" fmla="*/ 90098 w 362309"/>
              <a:gd name="connsiteY44" fmla="*/ 123849 h 361971"/>
              <a:gd name="connsiteX45" fmla="*/ 86264 w 362309"/>
              <a:gd name="connsiteY45" fmla="*/ 122572 h 361971"/>
              <a:gd name="connsiteX46" fmla="*/ 84986 w 362309"/>
              <a:gd name="connsiteY46" fmla="*/ 114273 h 361971"/>
              <a:gd name="connsiteX47" fmla="*/ 84986 w 362309"/>
              <a:gd name="connsiteY47" fmla="*/ 114273 h 361971"/>
              <a:gd name="connsiteX48" fmla="*/ 84986 w 362309"/>
              <a:gd name="connsiteY48" fmla="*/ 114273 h 361971"/>
              <a:gd name="connsiteX49" fmla="*/ 74762 w 362309"/>
              <a:gd name="connsiteY49" fmla="*/ 132148 h 361971"/>
              <a:gd name="connsiteX50" fmla="*/ 83069 w 362309"/>
              <a:gd name="connsiteY50" fmla="*/ 128956 h 361971"/>
              <a:gd name="connsiteX51" fmla="*/ 83069 w 362309"/>
              <a:gd name="connsiteY51" fmla="*/ 128956 h 361971"/>
              <a:gd name="connsiteX52" fmla="*/ 86264 w 362309"/>
              <a:gd name="connsiteY52" fmla="*/ 137256 h 361971"/>
              <a:gd name="connsiteX53" fmla="*/ 80513 w 362309"/>
              <a:gd name="connsiteY53" fmla="*/ 141086 h 361971"/>
              <a:gd name="connsiteX54" fmla="*/ 77957 w 362309"/>
              <a:gd name="connsiteY54" fmla="*/ 140448 h 361971"/>
              <a:gd name="connsiteX55" fmla="*/ 74762 w 362309"/>
              <a:gd name="connsiteY55" fmla="*/ 132148 h 361971"/>
              <a:gd name="connsiteX56" fmla="*/ 74762 w 362309"/>
              <a:gd name="connsiteY56" fmla="*/ 132148 h 361971"/>
              <a:gd name="connsiteX57" fmla="*/ 74762 w 362309"/>
              <a:gd name="connsiteY57" fmla="*/ 132148 h 361971"/>
              <a:gd name="connsiteX58" fmla="*/ 68372 w 362309"/>
              <a:gd name="connsiteY58" fmla="*/ 150662 h 361971"/>
              <a:gd name="connsiteX59" fmla="*/ 69650 w 362309"/>
              <a:gd name="connsiteY59" fmla="*/ 148747 h 361971"/>
              <a:gd name="connsiteX60" fmla="*/ 78596 w 362309"/>
              <a:gd name="connsiteY60" fmla="*/ 148747 h 361971"/>
              <a:gd name="connsiteX61" fmla="*/ 79874 w 362309"/>
              <a:gd name="connsiteY61" fmla="*/ 150662 h 361971"/>
              <a:gd name="connsiteX62" fmla="*/ 79874 w 362309"/>
              <a:gd name="connsiteY62" fmla="*/ 155769 h 361971"/>
              <a:gd name="connsiteX63" fmla="*/ 78596 w 362309"/>
              <a:gd name="connsiteY63" fmla="*/ 157684 h 361971"/>
              <a:gd name="connsiteX64" fmla="*/ 76679 w 362309"/>
              <a:gd name="connsiteY64" fmla="*/ 158961 h 361971"/>
              <a:gd name="connsiteX65" fmla="*/ 74123 w 362309"/>
              <a:gd name="connsiteY65" fmla="*/ 159600 h 361971"/>
              <a:gd name="connsiteX66" fmla="*/ 71567 w 362309"/>
              <a:gd name="connsiteY66" fmla="*/ 158961 h 361971"/>
              <a:gd name="connsiteX67" fmla="*/ 69650 w 362309"/>
              <a:gd name="connsiteY67" fmla="*/ 157684 h 361971"/>
              <a:gd name="connsiteX68" fmla="*/ 67733 w 362309"/>
              <a:gd name="connsiteY68" fmla="*/ 153216 h 361971"/>
              <a:gd name="connsiteX69" fmla="*/ 68372 w 362309"/>
              <a:gd name="connsiteY69" fmla="*/ 150662 h 361971"/>
              <a:gd name="connsiteX70" fmla="*/ 68372 w 362309"/>
              <a:gd name="connsiteY70" fmla="*/ 150662 h 361971"/>
              <a:gd name="connsiteX71" fmla="*/ 181474 w 362309"/>
              <a:gd name="connsiteY71" fmla="*/ 297494 h 361971"/>
              <a:gd name="connsiteX72" fmla="*/ 64538 w 362309"/>
              <a:gd name="connsiteY72" fmla="*/ 180667 h 361971"/>
              <a:gd name="connsiteX73" fmla="*/ 70928 w 362309"/>
              <a:gd name="connsiteY73" fmla="*/ 174283 h 361971"/>
              <a:gd name="connsiteX74" fmla="*/ 77318 w 362309"/>
              <a:gd name="connsiteY74" fmla="*/ 180667 h 361971"/>
              <a:gd name="connsiteX75" fmla="*/ 181474 w 362309"/>
              <a:gd name="connsiteY75" fmla="*/ 284726 h 361971"/>
              <a:gd name="connsiteX76" fmla="*/ 285630 w 362309"/>
              <a:gd name="connsiteY76" fmla="*/ 180667 h 361971"/>
              <a:gd name="connsiteX77" fmla="*/ 181474 w 362309"/>
              <a:gd name="connsiteY77" fmla="*/ 76608 h 361971"/>
              <a:gd name="connsiteX78" fmla="*/ 175084 w 362309"/>
              <a:gd name="connsiteY78" fmla="*/ 70224 h 361971"/>
              <a:gd name="connsiteX79" fmla="*/ 181474 w 362309"/>
              <a:gd name="connsiteY79" fmla="*/ 63840 h 361971"/>
              <a:gd name="connsiteX80" fmla="*/ 298410 w 362309"/>
              <a:gd name="connsiteY80" fmla="*/ 180667 h 361971"/>
              <a:gd name="connsiteX81" fmla="*/ 181474 w 362309"/>
              <a:gd name="connsiteY81" fmla="*/ 297494 h 361971"/>
              <a:gd name="connsiteX82" fmla="*/ 181474 w 362309"/>
              <a:gd name="connsiteY82" fmla="*/ 29749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09" y="280895"/>
                  <a:pt x="362309" y="181305"/>
                </a:cubicBezTo>
                <a:cubicBezTo>
                  <a:pt x="362309" y="81077"/>
                  <a:pt x="281157" y="0"/>
                  <a:pt x="180835" y="0"/>
                </a:cubicBezTo>
                <a:cubicBezTo>
                  <a:pt x="181474" y="0"/>
                  <a:pt x="180835" y="0"/>
                  <a:pt x="180835" y="0"/>
                </a:cubicBezTo>
                <a:close/>
                <a:moveTo>
                  <a:pt x="148885" y="69585"/>
                </a:moveTo>
                <a:cubicBezTo>
                  <a:pt x="151441" y="67032"/>
                  <a:pt x="155275" y="67032"/>
                  <a:pt x="157831" y="69585"/>
                </a:cubicBezTo>
                <a:cubicBezTo>
                  <a:pt x="159109" y="70862"/>
                  <a:pt x="159748" y="72139"/>
                  <a:pt x="159748" y="74054"/>
                </a:cubicBezTo>
                <a:cubicBezTo>
                  <a:pt x="159748" y="75969"/>
                  <a:pt x="159109" y="77246"/>
                  <a:pt x="157831" y="78523"/>
                </a:cubicBezTo>
                <a:cubicBezTo>
                  <a:pt x="157192" y="79161"/>
                  <a:pt x="156553" y="79800"/>
                  <a:pt x="155914" y="79800"/>
                </a:cubicBezTo>
                <a:cubicBezTo>
                  <a:pt x="155275" y="79800"/>
                  <a:pt x="153997" y="80438"/>
                  <a:pt x="153358" y="80438"/>
                </a:cubicBezTo>
                <a:cubicBezTo>
                  <a:pt x="151441" y="80438"/>
                  <a:pt x="150164" y="79800"/>
                  <a:pt x="148885" y="78523"/>
                </a:cubicBezTo>
                <a:cubicBezTo>
                  <a:pt x="147607" y="77246"/>
                  <a:pt x="146969" y="75969"/>
                  <a:pt x="146969" y="74054"/>
                </a:cubicBezTo>
                <a:cubicBezTo>
                  <a:pt x="146969" y="72139"/>
                  <a:pt x="147607" y="70862"/>
                  <a:pt x="148885" y="69585"/>
                </a:cubicBezTo>
                <a:lnTo>
                  <a:pt x="148885" y="69585"/>
                </a:lnTo>
                <a:close/>
                <a:moveTo>
                  <a:pt x="132271" y="74693"/>
                </a:moveTo>
                <a:cubicBezTo>
                  <a:pt x="135466" y="72777"/>
                  <a:pt x="139300" y="74054"/>
                  <a:pt x="141217" y="77246"/>
                </a:cubicBezTo>
                <a:cubicBezTo>
                  <a:pt x="143134" y="80438"/>
                  <a:pt x="141856" y="84269"/>
                  <a:pt x="138661" y="86184"/>
                </a:cubicBezTo>
                <a:cubicBezTo>
                  <a:pt x="138661" y="86184"/>
                  <a:pt x="138022" y="86184"/>
                  <a:pt x="138022" y="86822"/>
                </a:cubicBezTo>
                <a:cubicBezTo>
                  <a:pt x="137384" y="87461"/>
                  <a:pt x="136105" y="87461"/>
                  <a:pt x="135466" y="87461"/>
                </a:cubicBezTo>
                <a:cubicBezTo>
                  <a:pt x="131633" y="87461"/>
                  <a:pt x="129076" y="84907"/>
                  <a:pt x="129076" y="81077"/>
                </a:cubicBezTo>
                <a:cubicBezTo>
                  <a:pt x="128438" y="78523"/>
                  <a:pt x="130354" y="75969"/>
                  <a:pt x="132271" y="74693"/>
                </a:cubicBezTo>
                <a:lnTo>
                  <a:pt x="132271" y="74693"/>
                </a:lnTo>
                <a:close/>
                <a:moveTo>
                  <a:pt x="114379" y="84907"/>
                </a:moveTo>
                <a:lnTo>
                  <a:pt x="114379" y="84907"/>
                </a:lnTo>
                <a:cubicBezTo>
                  <a:pt x="116935" y="82992"/>
                  <a:pt x="121409" y="82992"/>
                  <a:pt x="123325" y="86184"/>
                </a:cubicBezTo>
                <a:cubicBezTo>
                  <a:pt x="125243" y="88737"/>
                  <a:pt x="125243" y="93206"/>
                  <a:pt x="122048" y="95121"/>
                </a:cubicBezTo>
                <a:cubicBezTo>
                  <a:pt x="122048" y="95121"/>
                  <a:pt x="121409" y="95121"/>
                  <a:pt x="121409" y="95760"/>
                </a:cubicBezTo>
                <a:cubicBezTo>
                  <a:pt x="120130" y="96398"/>
                  <a:pt x="118853" y="97037"/>
                  <a:pt x="117574" y="97037"/>
                </a:cubicBezTo>
                <a:cubicBezTo>
                  <a:pt x="115658" y="97037"/>
                  <a:pt x="113740" y="95760"/>
                  <a:pt x="112463" y="94483"/>
                </a:cubicBezTo>
                <a:cubicBezTo>
                  <a:pt x="110545" y="91291"/>
                  <a:pt x="111184" y="87461"/>
                  <a:pt x="114379" y="84907"/>
                </a:cubicBezTo>
                <a:lnTo>
                  <a:pt x="114379" y="84907"/>
                </a:lnTo>
                <a:close/>
                <a:moveTo>
                  <a:pt x="98404" y="98313"/>
                </a:moveTo>
                <a:cubicBezTo>
                  <a:pt x="100961" y="95760"/>
                  <a:pt x="104794" y="95760"/>
                  <a:pt x="107350" y="98313"/>
                </a:cubicBezTo>
                <a:cubicBezTo>
                  <a:pt x="109907" y="100867"/>
                  <a:pt x="109907" y="104697"/>
                  <a:pt x="107350" y="107251"/>
                </a:cubicBezTo>
                <a:cubicBezTo>
                  <a:pt x="107350" y="107251"/>
                  <a:pt x="107350" y="107251"/>
                  <a:pt x="107350" y="107251"/>
                </a:cubicBezTo>
                <a:cubicBezTo>
                  <a:pt x="106073" y="108528"/>
                  <a:pt x="104794" y="109166"/>
                  <a:pt x="102878" y="109166"/>
                </a:cubicBezTo>
                <a:cubicBezTo>
                  <a:pt x="99044" y="109166"/>
                  <a:pt x="96488" y="106612"/>
                  <a:pt x="96488" y="102782"/>
                </a:cubicBezTo>
                <a:cubicBezTo>
                  <a:pt x="96488" y="101505"/>
                  <a:pt x="97127" y="99590"/>
                  <a:pt x="98404" y="98313"/>
                </a:cubicBezTo>
                <a:lnTo>
                  <a:pt x="98404" y="98313"/>
                </a:lnTo>
                <a:close/>
                <a:moveTo>
                  <a:pt x="84986" y="114273"/>
                </a:moveTo>
                <a:cubicBezTo>
                  <a:pt x="86903" y="111720"/>
                  <a:pt x="91376" y="111081"/>
                  <a:pt x="93932" y="112996"/>
                </a:cubicBezTo>
                <a:cubicBezTo>
                  <a:pt x="96488" y="114912"/>
                  <a:pt x="97127" y="118742"/>
                  <a:pt x="95209" y="121296"/>
                </a:cubicBezTo>
                <a:cubicBezTo>
                  <a:pt x="93932" y="123211"/>
                  <a:pt x="92014" y="123849"/>
                  <a:pt x="90098" y="123849"/>
                </a:cubicBezTo>
                <a:cubicBezTo>
                  <a:pt x="88820" y="123849"/>
                  <a:pt x="87542" y="123211"/>
                  <a:pt x="86264" y="122572"/>
                </a:cubicBezTo>
                <a:cubicBezTo>
                  <a:pt x="83708" y="121296"/>
                  <a:pt x="83069" y="117465"/>
                  <a:pt x="84986" y="114273"/>
                </a:cubicBezTo>
                <a:cubicBezTo>
                  <a:pt x="84986" y="114273"/>
                  <a:pt x="84986" y="114273"/>
                  <a:pt x="84986" y="114273"/>
                </a:cubicBezTo>
                <a:lnTo>
                  <a:pt x="84986" y="114273"/>
                </a:lnTo>
                <a:close/>
                <a:moveTo>
                  <a:pt x="74762" y="132148"/>
                </a:moveTo>
                <a:cubicBezTo>
                  <a:pt x="76040" y="128956"/>
                  <a:pt x="79874" y="127680"/>
                  <a:pt x="83069" y="128956"/>
                </a:cubicBezTo>
                <a:cubicBezTo>
                  <a:pt x="83069" y="128956"/>
                  <a:pt x="83069" y="128956"/>
                  <a:pt x="83069" y="128956"/>
                </a:cubicBezTo>
                <a:cubicBezTo>
                  <a:pt x="86264" y="130233"/>
                  <a:pt x="87542" y="134064"/>
                  <a:pt x="86264" y="137256"/>
                </a:cubicBezTo>
                <a:cubicBezTo>
                  <a:pt x="84986" y="139809"/>
                  <a:pt x="83069" y="141086"/>
                  <a:pt x="80513" y="141086"/>
                </a:cubicBezTo>
                <a:cubicBezTo>
                  <a:pt x="79874" y="141086"/>
                  <a:pt x="78596" y="141086"/>
                  <a:pt x="77957" y="140448"/>
                </a:cubicBezTo>
                <a:cubicBezTo>
                  <a:pt x="74762" y="139171"/>
                  <a:pt x="73484" y="135340"/>
                  <a:pt x="74762" y="132148"/>
                </a:cubicBezTo>
                <a:cubicBezTo>
                  <a:pt x="74762" y="132148"/>
                  <a:pt x="74762" y="132148"/>
                  <a:pt x="74762" y="132148"/>
                </a:cubicBezTo>
                <a:lnTo>
                  <a:pt x="74762" y="132148"/>
                </a:lnTo>
                <a:close/>
                <a:moveTo>
                  <a:pt x="68372" y="150662"/>
                </a:moveTo>
                <a:cubicBezTo>
                  <a:pt x="69011" y="150024"/>
                  <a:pt x="69011" y="149385"/>
                  <a:pt x="69650" y="148747"/>
                </a:cubicBezTo>
                <a:cubicBezTo>
                  <a:pt x="72206" y="146193"/>
                  <a:pt x="76040" y="146193"/>
                  <a:pt x="78596" y="148747"/>
                </a:cubicBezTo>
                <a:cubicBezTo>
                  <a:pt x="79235" y="149385"/>
                  <a:pt x="79874" y="150024"/>
                  <a:pt x="79874" y="150662"/>
                </a:cubicBezTo>
                <a:cubicBezTo>
                  <a:pt x="80513" y="151939"/>
                  <a:pt x="80513" y="153854"/>
                  <a:pt x="79874" y="155769"/>
                </a:cubicBezTo>
                <a:cubicBezTo>
                  <a:pt x="79235" y="156408"/>
                  <a:pt x="79235" y="157046"/>
                  <a:pt x="78596" y="157684"/>
                </a:cubicBezTo>
                <a:cubicBezTo>
                  <a:pt x="77957" y="158323"/>
                  <a:pt x="77318" y="158961"/>
                  <a:pt x="76679" y="158961"/>
                </a:cubicBezTo>
                <a:cubicBezTo>
                  <a:pt x="76040" y="159600"/>
                  <a:pt x="75401" y="159600"/>
                  <a:pt x="74123" y="159600"/>
                </a:cubicBezTo>
                <a:cubicBezTo>
                  <a:pt x="73484" y="159600"/>
                  <a:pt x="72206" y="159600"/>
                  <a:pt x="71567" y="158961"/>
                </a:cubicBezTo>
                <a:cubicBezTo>
                  <a:pt x="70928" y="158961"/>
                  <a:pt x="70289" y="158323"/>
                  <a:pt x="69650" y="157684"/>
                </a:cubicBezTo>
                <a:cubicBezTo>
                  <a:pt x="68372" y="156408"/>
                  <a:pt x="67733" y="155131"/>
                  <a:pt x="67733" y="153216"/>
                </a:cubicBezTo>
                <a:cubicBezTo>
                  <a:pt x="67733" y="152577"/>
                  <a:pt x="68372" y="151939"/>
                  <a:pt x="68372" y="150662"/>
                </a:cubicBezTo>
                <a:lnTo>
                  <a:pt x="68372" y="150662"/>
                </a:lnTo>
                <a:close/>
                <a:moveTo>
                  <a:pt x="181474" y="297494"/>
                </a:moveTo>
                <a:cubicBezTo>
                  <a:pt x="116935" y="297494"/>
                  <a:pt x="65177" y="245145"/>
                  <a:pt x="64538" y="180667"/>
                </a:cubicBezTo>
                <a:cubicBezTo>
                  <a:pt x="64538" y="176836"/>
                  <a:pt x="67094" y="174283"/>
                  <a:pt x="70928" y="174283"/>
                </a:cubicBezTo>
                <a:cubicBezTo>
                  <a:pt x="74762" y="174283"/>
                  <a:pt x="77318" y="176836"/>
                  <a:pt x="77318" y="180667"/>
                </a:cubicBezTo>
                <a:cubicBezTo>
                  <a:pt x="77318" y="238123"/>
                  <a:pt x="123964" y="284726"/>
                  <a:pt x="181474" y="284726"/>
                </a:cubicBezTo>
                <a:cubicBezTo>
                  <a:pt x="238983" y="284726"/>
                  <a:pt x="285630" y="238123"/>
                  <a:pt x="285630" y="180667"/>
                </a:cubicBezTo>
                <a:cubicBezTo>
                  <a:pt x="285630" y="123211"/>
                  <a:pt x="238983" y="76608"/>
                  <a:pt x="181474" y="76608"/>
                </a:cubicBezTo>
                <a:cubicBezTo>
                  <a:pt x="177640" y="76608"/>
                  <a:pt x="175084" y="74054"/>
                  <a:pt x="175084" y="70224"/>
                </a:cubicBezTo>
                <a:cubicBezTo>
                  <a:pt x="175084" y="66393"/>
                  <a:pt x="177640" y="63840"/>
                  <a:pt x="181474" y="63840"/>
                </a:cubicBezTo>
                <a:cubicBezTo>
                  <a:pt x="246013" y="63840"/>
                  <a:pt x="298410" y="116188"/>
                  <a:pt x="298410" y="180667"/>
                </a:cubicBezTo>
                <a:cubicBezTo>
                  <a:pt x="297771" y="245145"/>
                  <a:pt x="246013" y="297494"/>
                  <a:pt x="181474" y="297494"/>
                </a:cubicBezTo>
                <a:lnTo>
                  <a:pt x="181474" y="297494"/>
                </a:lnTo>
                <a:close/>
              </a:path>
            </a:pathLst>
          </a:custGeom>
          <a:solidFill>
            <a:srgbClr val="00ABAB"/>
          </a:solidFill>
          <a:ln w="6390" cap="flat">
            <a:noFill/>
            <a:prstDash val="solid"/>
            <a:miter/>
          </a:ln>
        </p:spPr>
        <p:txBody>
          <a:bodyPr rtlCol="0" anchor="ctr"/>
          <a:lstStyle/>
          <a:p>
            <a:endParaRPr lang="en-US"/>
          </a:p>
        </p:txBody>
      </p:sp>
      <p:grpSp>
        <p:nvGrpSpPr>
          <p:cNvPr id="1465" name="Graphic 1100">
            <a:extLst>
              <a:ext uri="{FF2B5EF4-FFF2-40B4-BE49-F238E27FC236}">
                <a16:creationId xmlns:a16="http://schemas.microsoft.com/office/drawing/2014/main" id="{0E5C1F02-A75B-344C-84FE-FCC630AD8247}"/>
              </a:ext>
            </a:extLst>
          </p:cNvPr>
          <p:cNvGrpSpPr/>
          <p:nvPr/>
        </p:nvGrpSpPr>
        <p:grpSpPr>
          <a:xfrm>
            <a:off x="11372810" y="3828162"/>
            <a:ext cx="362309" cy="361971"/>
            <a:chOff x="11372810" y="3828162"/>
            <a:chExt cx="362309" cy="361971"/>
          </a:xfrm>
          <a:solidFill>
            <a:srgbClr val="00ABAB"/>
          </a:solidFill>
        </p:grpSpPr>
        <p:sp>
          <p:nvSpPr>
            <p:cNvPr id="1466" name="Graphic 1100">
              <a:extLst>
                <a:ext uri="{FF2B5EF4-FFF2-40B4-BE49-F238E27FC236}">
                  <a16:creationId xmlns:a16="http://schemas.microsoft.com/office/drawing/2014/main" id="{79F66174-AE16-FE44-A721-F81ADF781117}"/>
                </a:ext>
              </a:extLst>
            </p:cNvPr>
            <p:cNvSpPr/>
            <p:nvPr/>
          </p:nvSpPr>
          <p:spPr>
            <a:xfrm>
              <a:off x="11372810" y="3828162"/>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09 w 362309"/>
                <a:gd name="connsiteY3" fmla="*/ 181305 h 361971"/>
                <a:gd name="connsiteX4" fmla="*/ 362309 w 362309"/>
                <a:gd name="connsiteY4" fmla="*/ 181305 h 361971"/>
                <a:gd name="connsiteX5" fmla="*/ 181474 w 362309"/>
                <a:gd name="connsiteY5" fmla="*/ 0 h 361971"/>
                <a:gd name="connsiteX6" fmla="*/ 265821 w 362309"/>
                <a:gd name="connsiteY6" fmla="*/ 215779 h 361971"/>
                <a:gd name="connsiteX7" fmla="*/ 260070 w 362309"/>
                <a:gd name="connsiteY7" fmla="*/ 219609 h 361971"/>
                <a:gd name="connsiteX8" fmla="*/ 208951 w 362309"/>
                <a:gd name="connsiteY8" fmla="*/ 221524 h 361971"/>
                <a:gd name="connsiteX9" fmla="*/ 226843 w 362309"/>
                <a:gd name="connsiteY9" fmla="*/ 265574 h 361971"/>
                <a:gd name="connsiteX10" fmla="*/ 223648 w 362309"/>
                <a:gd name="connsiteY10" fmla="*/ 273873 h 361971"/>
                <a:gd name="connsiteX11" fmla="*/ 197448 w 362309"/>
                <a:gd name="connsiteY11" fmla="*/ 284725 h 361971"/>
                <a:gd name="connsiteX12" fmla="*/ 194893 w 362309"/>
                <a:gd name="connsiteY12" fmla="*/ 285364 h 361971"/>
                <a:gd name="connsiteX13" fmla="*/ 189142 w 362309"/>
                <a:gd name="connsiteY13" fmla="*/ 281533 h 361971"/>
                <a:gd name="connsiteX14" fmla="*/ 171250 w 362309"/>
                <a:gd name="connsiteY14" fmla="*/ 237484 h 361971"/>
                <a:gd name="connsiteX15" fmla="*/ 133549 w 362309"/>
                <a:gd name="connsiteY15" fmla="*/ 272596 h 361971"/>
                <a:gd name="connsiteX16" fmla="*/ 126520 w 362309"/>
                <a:gd name="connsiteY16" fmla="*/ 273873 h 361971"/>
                <a:gd name="connsiteX17" fmla="*/ 122686 w 362309"/>
                <a:gd name="connsiteY17" fmla="*/ 268127 h 361971"/>
                <a:gd name="connsiteX18" fmla="*/ 122686 w 362309"/>
                <a:gd name="connsiteY18" fmla="*/ 84268 h 361971"/>
                <a:gd name="connsiteX19" fmla="*/ 129076 w 362309"/>
                <a:gd name="connsiteY19" fmla="*/ 77884 h 361971"/>
                <a:gd name="connsiteX20" fmla="*/ 133549 w 362309"/>
                <a:gd name="connsiteY20" fmla="*/ 79800 h 361971"/>
                <a:gd name="connsiteX21" fmla="*/ 264543 w 362309"/>
                <a:gd name="connsiteY21" fmla="*/ 209395 h 361971"/>
                <a:gd name="connsiteX22" fmla="*/ 265821 w 362309"/>
                <a:gd name="connsiteY22" fmla="*/ 215779 h 361971"/>
                <a:gd name="connsiteX23" fmla="*/ 265821 w 362309"/>
                <a:gd name="connsiteY23" fmla="*/ 21577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2309" h="361971">
                  <a:moveTo>
                    <a:pt x="181474" y="0"/>
                  </a:moveTo>
                  <a:cubicBezTo>
                    <a:pt x="81152" y="0"/>
                    <a:pt x="0" y="81076"/>
                    <a:pt x="0" y="180667"/>
                  </a:cubicBezTo>
                  <a:cubicBezTo>
                    <a:pt x="0" y="280895"/>
                    <a:pt x="81152" y="361971"/>
                    <a:pt x="180835" y="361971"/>
                  </a:cubicBezTo>
                  <a:cubicBezTo>
                    <a:pt x="281157" y="361971"/>
                    <a:pt x="362309" y="280895"/>
                    <a:pt x="362309" y="181305"/>
                  </a:cubicBezTo>
                  <a:cubicBezTo>
                    <a:pt x="362309" y="181305"/>
                    <a:pt x="362309" y="181305"/>
                    <a:pt x="362309" y="181305"/>
                  </a:cubicBezTo>
                  <a:cubicBezTo>
                    <a:pt x="362309" y="81076"/>
                    <a:pt x="281157" y="0"/>
                    <a:pt x="181474" y="0"/>
                  </a:cubicBezTo>
                  <a:close/>
                  <a:moveTo>
                    <a:pt x="265821" y="215779"/>
                  </a:moveTo>
                  <a:cubicBezTo>
                    <a:pt x="265182" y="218332"/>
                    <a:pt x="262626" y="219609"/>
                    <a:pt x="260070" y="219609"/>
                  </a:cubicBezTo>
                  <a:lnTo>
                    <a:pt x="208951" y="221524"/>
                  </a:lnTo>
                  <a:lnTo>
                    <a:pt x="226843" y="265574"/>
                  </a:lnTo>
                  <a:cubicBezTo>
                    <a:pt x="228120" y="268766"/>
                    <a:pt x="226843" y="272596"/>
                    <a:pt x="223648" y="273873"/>
                  </a:cubicBezTo>
                  <a:lnTo>
                    <a:pt x="197448" y="284725"/>
                  </a:lnTo>
                  <a:cubicBezTo>
                    <a:pt x="196810" y="284725"/>
                    <a:pt x="195532" y="285364"/>
                    <a:pt x="194893" y="285364"/>
                  </a:cubicBezTo>
                  <a:cubicBezTo>
                    <a:pt x="192337" y="285364"/>
                    <a:pt x="189781" y="284087"/>
                    <a:pt x="189142" y="281533"/>
                  </a:cubicBezTo>
                  <a:lnTo>
                    <a:pt x="171250" y="237484"/>
                  </a:lnTo>
                  <a:lnTo>
                    <a:pt x="133549" y="272596"/>
                  </a:lnTo>
                  <a:cubicBezTo>
                    <a:pt x="131633" y="274511"/>
                    <a:pt x="129076" y="275149"/>
                    <a:pt x="126520" y="273873"/>
                  </a:cubicBezTo>
                  <a:cubicBezTo>
                    <a:pt x="123964" y="272596"/>
                    <a:pt x="122686" y="270681"/>
                    <a:pt x="122686" y="268127"/>
                  </a:cubicBezTo>
                  <a:lnTo>
                    <a:pt x="122686" y="84268"/>
                  </a:lnTo>
                  <a:cubicBezTo>
                    <a:pt x="122686" y="80438"/>
                    <a:pt x="125243" y="77884"/>
                    <a:pt x="129076" y="77884"/>
                  </a:cubicBezTo>
                  <a:cubicBezTo>
                    <a:pt x="130994" y="77884"/>
                    <a:pt x="132271" y="78523"/>
                    <a:pt x="133549" y="79800"/>
                  </a:cubicBezTo>
                  <a:lnTo>
                    <a:pt x="264543" y="209395"/>
                  </a:lnTo>
                  <a:cubicBezTo>
                    <a:pt x="265821" y="210671"/>
                    <a:pt x="266460" y="213225"/>
                    <a:pt x="265821" y="215779"/>
                  </a:cubicBezTo>
                  <a:lnTo>
                    <a:pt x="265821" y="215779"/>
                  </a:lnTo>
                  <a:close/>
                </a:path>
              </a:pathLst>
            </a:custGeom>
            <a:solidFill>
              <a:srgbClr val="00ABAB"/>
            </a:solidFill>
            <a:ln w="6390" cap="flat">
              <a:noFill/>
              <a:prstDash val="solid"/>
              <a:miter/>
            </a:ln>
          </p:spPr>
          <p:txBody>
            <a:bodyPr rtlCol="0" anchor="ctr"/>
            <a:lstStyle/>
            <a:p>
              <a:endParaRPr lang="en-US"/>
            </a:p>
          </p:txBody>
        </p:sp>
        <p:sp>
          <p:nvSpPr>
            <p:cNvPr id="1467" name="Graphic 1100">
              <a:extLst>
                <a:ext uri="{FF2B5EF4-FFF2-40B4-BE49-F238E27FC236}">
                  <a16:creationId xmlns:a16="http://schemas.microsoft.com/office/drawing/2014/main" id="{6B99DC8B-5E21-5E4C-B9D2-9E149303520E}"/>
                </a:ext>
              </a:extLst>
            </p:cNvPr>
            <p:cNvSpPr/>
            <p:nvPr/>
          </p:nvSpPr>
          <p:spPr>
            <a:xfrm>
              <a:off x="11507637" y="3927113"/>
              <a:ext cx="109267" cy="171090"/>
            </a:xfrm>
            <a:custGeom>
              <a:avLst/>
              <a:gdLst>
                <a:gd name="connsiteX0" fmla="*/ 0 w 109267"/>
                <a:gd name="connsiteY0" fmla="*/ 153854 h 171090"/>
                <a:gd name="connsiteX1" fmla="*/ 33227 w 109267"/>
                <a:gd name="connsiteY1" fmla="*/ 122572 h 171090"/>
                <a:gd name="connsiteX2" fmla="*/ 37701 w 109267"/>
                <a:gd name="connsiteY2" fmla="*/ 120657 h 171090"/>
                <a:gd name="connsiteX3" fmla="*/ 38978 w 109267"/>
                <a:gd name="connsiteY3" fmla="*/ 120657 h 171090"/>
                <a:gd name="connsiteX4" fmla="*/ 43451 w 109267"/>
                <a:gd name="connsiteY4" fmla="*/ 124488 h 171090"/>
                <a:gd name="connsiteX5" fmla="*/ 62621 w 109267"/>
                <a:gd name="connsiteY5" fmla="*/ 171091 h 171090"/>
                <a:gd name="connsiteX6" fmla="*/ 76679 w 109267"/>
                <a:gd name="connsiteY6" fmla="*/ 165345 h 171090"/>
                <a:gd name="connsiteX7" fmla="*/ 57509 w 109267"/>
                <a:gd name="connsiteY7" fmla="*/ 118742 h 171090"/>
                <a:gd name="connsiteX8" fmla="*/ 58148 w 109267"/>
                <a:gd name="connsiteY8" fmla="*/ 112996 h 171090"/>
                <a:gd name="connsiteX9" fmla="*/ 63261 w 109267"/>
                <a:gd name="connsiteY9" fmla="*/ 109804 h 171090"/>
                <a:gd name="connsiteX10" fmla="*/ 109268 w 109267"/>
                <a:gd name="connsiteY10" fmla="*/ 108528 h 171090"/>
                <a:gd name="connsiteX11" fmla="*/ 0 w 109267"/>
                <a:gd name="connsiteY11" fmla="*/ 0 h 171090"/>
                <a:gd name="connsiteX12" fmla="*/ 0 w 109267"/>
                <a:gd name="connsiteY12" fmla="*/ 153854 h 171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267" h="171090">
                  <a:moveTo>
                    <a:pt x="0" y="153854"/>
                  </a:moveTo>
                  <a:lnTo>
                    <a:pt x="33227" y="122572"/>
                  </a:lnTo>
                  <a:cubicBezTo>
                    <a:pt x="34506" y="121296"/>
                    <a:pt x="35783" y="120657"/>
                    <a:pt x="37701" y="120657"/>
                  </a:cubicBezTo>
                  <a:cubicBezTo>
                    <a:pt x="38340" y="120657"/>
                    <a:pt x="38340" y="120657"/>
                    <a:pt x="38978" y="120657"/>
                  </a:cubicBezTo>
                  <a:cubicBezTo>
                    <a:pt x="40896" y="121296"/>
                    <a:pt x="42812" y="122572"/>
                    <a:pt x="43451" y="124488"/>
                  </a:cubicBezTo>
                  <a:lnTo>
                    <a:pt x="62621" y="171091"/>
                  </a:lnTo>
                  <a:lnTo>
                    <a:pt x="76679" y="165345"/>
                  </a:lnTo>
                  <a:lnTo>
                    <a:pt x="57509" y="118742"/>
                  </a:lnTo>
                  <a:cubicBezTo>
                    <a:pt x="56871" y="116827"/>
                    <a:pt x="56871" y="114273"/>
                    <a:pt x="58148" y="112996"/>
                  </a:cubicBezTo>
                  <a:cubicBezTo>
                    <a:pt x="59426" y="111081"/>
                    <a:pt x="61343" y="110443"/>
                    <a:pt x="63261" y="109804"/>
                  </a:cubicBezTo>
                  <a:lnTo>
                    <a:pt x="109268" y="108528"/>
                  </a:lnTo>
                  <a:lnTo>
                    <a:pt x="0" y="0"/>
                  </a:lnTo>
                  <a:lnTo>
                    <a:pt x="0" y="153854"/>
                  </a:lnTo>
                  <a:close/>
                </a:path>
              </a:pathLst>
            </a:custGeom>
            <a:solidFill>
              <a:srgbClr val="00ABAB"/>
            </a:solidFill>
            <a:ln w="6390" cap="flat">
              <a:noFill/>
              <a:prstDash val="solid"/>
              <a:miter/>
            </a:ln>
          </p:spPr>
          <p:txBody>
            <a:bodyPr rtlCol="0" anchor="ctr"/>
            <a:lstStyle/>
            <a:p>
              <a:endParaRPr lang="en-US"/>
            </a:p>
          </p:txBody>
        </p:sp>
      </p:grpSp>
      <p:sp>
        <p:nvSpPr>
          <p:cNvPr id="1468" name="Graphic 1100">
            <a:extLst>
              <a:ext uri="{FF2B5EF4-FFF2-40B4-BE49-F238E27FC236}">
                <a16:creationId xmlns:a16="http://schemas.microsoft.com/office/drawing/2014/main" id="{5B4BC247-CC2D-2F4C-A03F-196EEBE46C7F}"/>
              </a:ext>
            </a:extLst>
          </p:cNvPr>
          <p:cNvSpPr/>
          <p:nvPr/>
        </p:nvSpPr>
        <p:spPr>
          <a:xfrm>
            <a:off x="10326138" y="1897007"/>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20131 w 361670"/>
              <a:gd name="connsiteY6" fmla="*/ 190243 h 361971"/>
              <a:gd name="connsiteX7" fmla="*/ 129076 w 361670"/>
              <a:gd name="connsiteY7" fmla="*/ 190243 h 361971"/>
              <a:gd name="connsiteX8" fmla="*/ 129076 w 361670"/>
              <a:gd name="connsiteY8" fmla="*/ 190243 h 361971"/>
              <a:gd name="connsiteX9" fmla="*/ 174446 w 361670"/>
              <a:gd name="connsiteY9" fmla="*/ 235569 h 361971"/>
              <a:gd name="connsiteX10" fmla="*/ 174446 w 361670"/>
              <a:gd name="connsiteY10" fmla="*/ 82992 h 361971"/>
              <a:gd name="connsiteX11" fmla="*/ 180836 w 361670"/>
              <a:gd name="connsiteY11" fmla="*/ 76608 h 361971"/>
              <a:gd name="connsiteX12" fmla="*/ 187225 w 361670"/>
              <a:gd name="connsiteY12" fmla="*/ 82992 h 361971"/>
              <a:gd name="connsiteX13" fmla="*/ 187225 w 361670"/>
              <a:gd name="connsiteY13" fmla="*/ 235569 h 361971"/>
              <a:gd name="connsiteX14" fmla="*/ 232594 w 361670"/>
              <a:gd name="connsiteY14" fmla="*/ 190243 h 361971"/>
              <a:gd name="connsiteX15" fmla="*/ 241540 w 361670"/>
              <a:gd name="connsiteY15" fmla="*/ 190243 h 361971"/>
              <a:gd name="connsiteX16" fmla="*/ 241540 w 361670"/>
              <a:gd name="connsiteY16" fmla="*/ 199180 h 361971"/>
              <a:gd name="connsiteX17" fmla="*/ 241540 w 361670"/>
              <a:gd name="connsiteY17" fmla="*/ 199180 h 361971"/>
              <a:gd name="connsiteX18" fmla="*/ 185308 w 361670"/>
              <a:gd name="connsiteY18" fmla="*/ 255359 h 361971"/>
              <a:gd name="connsiteX19" fmla="*/ 183391 w 361670"/>
              <a:gd name="connsiteY19" fmla="*/ 256636 h 361971"/>
              <a:gd name="connsiteX20" fmla="*/ 178279 w 361670"/>
              <a:gd name="connsiteY20" fmla="*/ 256636 h 361971"/>
              <a:gd name="connsiteX21" fmla="*/ 176362 w 361670"/>
              <a:gd name="connsiteY21" fmla="*/ 255359 h 361971"/>
              <a:gd name="connsiteX22" fmla="*/ 120131 w 361670"/>
              <a:gd name="connsiteY22" fmla="*/ 199180 h 361971"/>
              <a:gd name="connsiteX23" fmla="*/ 120131 w 361670"/>
              <a:gd name="connsiteY23" fmla="*/ 190243 h 361971"/>
              <a:gd name="connsiteX24" fmla="*/ 120131 w 361670"/>
              <a:gd name="connsiteY24" fmla="*/ 190243 h 361971"/>
              <a:gd name="connsiteX25" fmla="*/ 120131 w 361670"/>
              <a:gd name="connsiteY25" fmla="*/ 190243 h 361971"/>
              <a:gd name="connsiteX26" fmla="*/ 257515 w 361670"/>
              <a:gd name="connsiteY26" fmla="*/ 278980 h 361971"/>
              <a:gd name="connsiteX27" fmla="*/ 251125 w 361670"/>
              <a:gd name="connsiteY27" fmla="*/ 285364 h 361971"/>
              <a:gd name="connsiteX28" fmla="*/ 110546 w 361670"/>
              <a:gd name="connsiteY28" fmla="*/ 285364 h 361971"/>
              <a:gd name="connsiteX29" fmla="*/ 104156 w 361670"/>
              <a:gd name="connsiteY29" fmla="*/ 278980 h 361971"/>
              <a:gd name="connsiteX30" fmla="*/ 104156 w 361670"/>
              <a:gd name="connsiteY30" fmla="*/ 250891 h 361971"/>
              <a:gd name="connsiteX31" fmla="*/ 110546 w 361670"/>
              <a:gd name="connsiteY31" fmla="*/ 244507 h 361971"/>
              <a:gd name="connsiteX32" fmla="*/ 116936 w 361670"/>
              <a:gd name="connsiteY32" fmla="*/ 250891 h 361971"/>
              <a:gd name="connsiteX33" fmla="*/ 116936 w 361670"/>
              <a:gd name="connsiteY33" fmla="*/ 272596 h 361971"/>
              <a:gd name="connsiteX34" fmla="*/ 244735 w 361670"/>
              <a:gd name="connsiteY34" fmla="*/ 272596 h 361971"/>
              <a:gd name="connsiteX35" fmla="*/ 244735 w 361670"/>
              <a:gd name="connsiteY35" fmla="*/ 250891 h 361971"/>
              <a:gd name="connsiteX36" fmla="*/ 251125 w 361670"/>
              <a:gd name="connsiteY36" fmla="*/ 244507 h 361971"/>
              <a:gd name="connsiteX37" fmla="*/ 257515 w 361670"/>
              <a:gd name="connsiteY37" fmla="*/ 250891 h 361971"/>
              <a:gd name="connsiteX38" fmla="*/ 257515 w 361670"/>
              <a:gd name="connsiteY38" fmla="*/ 27898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1670" h="361971">
                <a:moveTo>
                  <a:pt x="180836" y="0"/>
                </a:moveTo>
                <a:cubicBezTo>
                  <a:pt x="80513" y="0"/>
                  <a:pt x="0" y="81077"/>
                  <a:pt x="0" y="180667"/>
                </a:cubicBezTo>
                <a:cubicBezTo>
                  <a:pt x="0" y="280895"/>
                  <a:pt x="81152" y="361972"/>
                  <a:pt x="180836" y="361972"/>
                </a:cubicBezTo>
                <a:cubicBezTo>
                  <a:pt x="281157" y="361972"/>
                  <a:pt x="361670" y="280895"/>
                  <a:pt x="361670" y="181305"/>
                </a:cubicBezTo>
                <a:cubicBezTo>
                  <a:pt x="361670" y="181305"/>
                  <a:pt x="361670" y="181305"/>
                  <a:pt x="361670" y="181305"/>
                </a:cubicBezTo>
                <a:cubicBezTo>
                  <a:pt x="361670" y="81077"/>
                  <a:pt x="280518" y="0"/>
                  <a:pt x="180836" y="0"/>
                </a:cubicBezTo>
                <a:close/>
                <a:moveTo>
                  <a:pt x="120131" y="190243"/>
                </a:moveTo>
                <a:cubicBezTo>
                  <a:pt x="122686" y="187689"/>
                  <a:pt x="126521" y="187689"/>
                  <a:pt x="129076" y="190243"/>
                </a:cubicBezTo>
                <a:cubicBezTo>
                  <a:pt x="129076" y="190243"/>
                  <a:pt x="129076" y="190243"/>
                  <a:pt x="129076" y="190243"/>
                </a:cubicBezTo>
                <a:lnTo>
                  <a:pt x="174446" y="235569"/>
                </a:lnTo>
                <a:lnTo>
                  <a:pt x="174446" y="82992"/>
                </a:lnTo>
                <a:cubicBezTo>
                  <a:pt x="174446" y="79161"/>
                  <a:pt x="177001" y="76608"/>
                  <a:pt x="180836" y="76608"/>
                </a:cubicBezTo>
                <a:cubicBezTo>
                  <a:pt x="184669" y="76608"/>
                  <a:pt x="187225" y="79161"/>
                  <a:pt x="187225" y="82992"/>
                </a:cubicBezTo>
                <a:lnTo>
                  <a:pt x="187225" y="235569"/>
                </a:lnTo>
                <a:lnTo>
                  <a:pt x="232594" y="190243"/>
                </a:lnTo>
                <a:cubicBezTo>
                  <a:pt x="235150" y="187689"/>
                  <a:pt x="238984" y="187689"/>
                  <a:pt x="241540" y="190243"/>
                </a:cubicBezTo>
                <a:cubicBezTo>
                  <a:pt x="244095" y="192796"/>
                  <a:pt x="244095" y="196627"/>
                  <a:pt x="241540" y="199180"/>
                </a:cubicBezTo>
                <a:cubicBezTo>
                  <a:pt x="241540" y="199180"/>
                  <a:pt x="241540" y="199180"/>
                  <a:pt x="241540" y="199180"/>
                </a:cubicBezTo>
                <a:lnTo>
                  <a:pt x="185308" y="255359"/>
                </a:lnTo>
                <a:cubicBezTo>
                  <a:pt x="184669" y="255998"/>
                  <a:pt x="184031" y="256636"/>
                  <a:pt x="183391" y="256636"/>
                </a:cubicBezTo>
                <a:cubicBezTo>
                  <a:pt x="182113" y="257275"/>
                  <a:pt x="180196" y="257275"/>
                  <a:pt x="178279" y="256636"/>
                </a:cubicBezTo>
                <a:cubicBezTo>
                  <a:pt x="177641" y="255998"/>
                  <a:pt x="177001" y="255998"/>
                  <a:pt x="176362" y="255359"/>
                </a:cubicBezTo>
                <a:lnTo>
                  <a:pt x="120131" y="199180"/>
                </a:lnTo>
                <a:cubicBezTo>
                  <a:pt x="117575" y="197265"/>
                  <a:pt x="117575" y="192796"/>
                  <a:pt x="120131" y="190243"/>
                </a:cubicBezTo>
                <a:cubicBezTo>
                  <a:pt x="120131" y="190243"/>
                  <a:pt x="120131" y="190243"/>
                  <a:pt x="120131" y="190243"/>
                </a:cubicBezTo>
                <a:lnTo>
                  <a:pt x="120131" y="190243"/>
                </a:lnTo>
                <a:close/>
                <a:moveTo>
                  <a:pt x="257515" y="278980"/>
                </a:moveTo>
                <a:cubicBezTo>
                  <a:pt x="257515" y="282811"/>
                  <a:pt x="254959" y="285364"/>
                  <a:pt x="251125" y="285364"/>
                </a:cubicBezTo>
                <a:lnTo>
                  <a:pt x="110546" y="285364"/>
                </a:lnTo>
                <a:cubicBezTo>
                  <a:pt x="106712" y="285364"/>
                  <a:pt x="104156" y="282811"/>
                  <a:pt x="104156" y="278980"/>
                </a:cubicBezTo>
                <a:lnTo>
                  <a:pt x="104156" y="250891"/>
                </a:lnTo>
                <a:cubicBezTo>
                  <a:pt x="104156" y="247060"/>
                  <a:pt x="106712" y="244507"/>
                  <a:pt x="110546" y="244507"/>
                </a:cubicBezTo>
                <a:cubicBezTo>
                  <a:pt x="114380" y="244507"/>
                  <a:pt x="116936" y="247060"/>
                  <a:pt x="116936" y="250891"/>
                </a:cubicBezTo>
                <a:lnTo>
                  <a:pt x="116936" y="272596"/>
                </a:lnTo>
                <a:lnTo>
                  <a:pt x="244735" y="272596"/>
                </a:lnTo>
                <a:lnTo>
                  <a:pt x="244735" y="250891"/>
                </a:lnTo>
                <a:cubicBezTo>
                  <a:pt x="244735" y="247060"/>
                  <a:pt x="247290" y="244507"/>
                  <a:pt x="251125" y="244507"/>
                </a:cubicBezTo>
                <a:cubicBezTo>
                  <a:pt x="254959" y="244507"/>
                  <a:pt x="257515" y="247060"/>
                  <a:pt x="257515" y="250891"/>
                </a:cubicBezTo>
                <a:lnTo>
                  <a:pt x="257515" y="278980"/>
                </a:lnTo>
                <a:close/>
              </a:path>
            </a:pathLst>
          </a:custGeom>
          <a:solidFill>
            <a:srgbClr val="00ABAB"/>
          </a:solidFill>
          <a:ln w="6390" cap="flat">
            <a:noFill/>
            <a:prstDash val="solid"/>
            <a:miter/>
          </a:ln>
        </p:spPr>
        <p:txBody>
          <a:bodyPr rtlCol="0" anchor="ctr"/>
          <a:lstStyle/>
          <a:p>
            <a:endParaRPr lang="en-US"/>
          </a:p>
        </p:txBody>
      </p:sp>
      <p:grpSp>
        <p:nvGrpSpPr>
          <p:cNvPr id="1469" name="Graphic 1100">
            <a:extLst>
              <a:ext uri="{FF2B5EF4-FFF2-40B4-BE49-F238E27FC236}">
                <a16:creationId xmlns:a16="http://schemas.microsoft.com/office/drawing/2014/main" id="{62E6BABE-9CBD-6A46-A18A-E509B5C3F141}"/>
              </a:ext>
            </a:extLst>
          </p:cNvPr>
          <p:cNvGrpSpPr/>
          <p:nvPr/>
        </p:nvGrpSpPr>
        <p:grpSpPr>
          <a:xfrm>
            <a:off x="9280105" y="1406238"/>
            <a:ext cx="362309" cy="362450"/>
            <a:chOff x="9280105" y="1406238"/>
            <a:chExt cx="362309" cy="362450"/>
          </a:xfrm>
          <a:solidFill>
            <a:srgbClr val="00ABAB"/>
          </a:solidFill>
        </p:grpSpPr>
        <p:sp>
          <p:nvSpPr>
            <p:cNvPr id="1470" name="Graphic 1100">
              <a:extLst>
                <a:ext uri="{FF2B5EF4-FFF2-40B4-BE49-F238E27FC236}">
                  <a16:creationId xmlns:a16="http://schemas.microsoft.com/office/drawing/2014/main" id="{23BD836A-1720-4840-B089-2766EEC9A6BC}"/>
                </a:ext>
              </a:extLst>
            </p:cNvPr>
            <p:cNvSpPr/>
            <p:nvPr/>
          </p:nvSpPr>
          <p:spPr>
            <a:xfrm>
              <a:off x="9478194" y="1497370"/>
              <a:ext cx="86902" cy="86822"/>
            </a:xfrm>
            <a:custGeom>
              <a:avLst/>
              <a:gdLst>
                <a:gd name="connsiteX0" fmla="*/ 86903 w 86902"/>
                <a:gd name="connsiteY0" fmla="*/ 86822 h 86822"/>
                <a:gd name="connsiteX1" fmla="*/ 81791 w 86902"/>
                <a:gd name="connsiteY1" fmla="*/ 67032 h 86822"/>
                <a:gd name="connsiteX2" fmla="*/ 15335 w 86902"/>
                <a:gd name="connsiteY2" fmla="*/ 0 h 86822"/>
                <a:gd name="connsiteX3" fmla="*/ 0 w 86902"/>
                <a:gd name="connsiteY3" fmla="*/ 15322 h 86822"/>
                <a:gd name="connsiteX4" fmla="*/ 66455 w 86902"/>
                <a:gd name="connsiteY4" fmla="*/ 81715 h 86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02" h="86822">
                  <a:moveTo>
                    <a:pt x="86903" y="86822"/>
                  </a:moveTo>
                  <a:lnTo>
                    <a:pt x="81791" y="67032"/>
                  </a:lnTo>
                  <a:lnTo>
                    <a:pt x="15335" y="0"/>
                  </a:lnTo>
                  <a:lnTo>
                    <a:pt x="0" y="15322"/>
                  </a:lnTo>
                  <a:lnTo>
                    <a:pt x="66455" y="81715"/>
                  </a:lnTo>
                  <a:close/>
                </a:path>
              </a:pathLst>
            </a:custGeom>
            <a:solidFill>
              <a:srgbClr val="00ABAB"/>
            </a:solidFill>
            <a:ln w="6390" cap="flat">
              <a:noFill/>
              <a:prstDash val="solid"/>
              <a:miter/>
            </a:ln>
          </p:spPr>
          <p:txBody>
            <a:bodyPr rtlCol="0" anchor="ctr"/>
            <a:lstStyle/>
            <a:p>
              <a:endParaRPr lang="en-US"/>
            </a:p>
          </p:txBody>
        </p:sp>
        <p:sp>
          <p:nvSpPr>
            <p:cNvPr id="1471" name="Graphic 1100">
              <a:extLst>
                <a:ext uri="{FF2B5EF4-FFF2-40B4-BE49-F238E27FC236}">
                  <a16:creationId xmlns:a16="http://schemas.microsoft.com/office/drawing/2014/main" id="{52D05EA0-A95C-1546-9B63-0F786DA815E4}"/>
                </a:ext>
              </a:extLst>
            </p:cNvPr>
            <p:cNvSpPr/>
            <p:nvPr/>
          </p:nvSpPr>
          <p:spPr>
            <a:xfrm>
              <a:off x="9280105" y="1406238"/>
              <a:ext cx="362309" cy="362450"/>
            </a:xfrm>
            <a:custGeom>
              <a:avLst/>
              <a:gdLst>
                <a:gd name="connsiteX0" fmla="*/ 180835 w 362309"/>
                <a:gd name="connsiteY0" fmla="*/ 479 h 362450"/>
                <a:gd name="connsiteX1" fmla="*/ 0 w 362309"/>
                <a:gd name="connsiteY1" fmla="*/ 181784 h 362450"/>
                <a:gd name="connsiteX2" fmla="*/ 181474 w 362309"/>
                <a:gd name="connsiteY2" fmla="*/ 362451 h 362450"/>
                <a:gd name="connsiteX3" fmla="*/ 362309 w 362309"/>
                <a:gd name="connsiteY3" fmla="*/ 181145 h 362450"/>
                <a:gd name="connsiteX4" fmla="*/ 180835 w 362309"/>
                <a:gd name="connsiteY4" fmla="*/ 479 h 362450"/>
                <a:gd name="connsiteX5" fmla="*/ 180835 w 362309"/>
                <a:gd name="connsiteY5" fmla="*/ 479 h 362450"/>
                <a:gd name="connsiteX6" fmla="*/ 184669 w 362309"/>
                <a:gd name="connsiteY6" fmla="*/ 101984 h 362450"/>
                <a:gd name="connsiteX7" fmla="*/ 208951 w 362309"/>
                <a:gd name="connsiteY7" fmla="*/ 77725 h 362450"/>
                <a:gd name="connsiteX8" fmla="*/ 217897 w 362309"/>
                <a:gd name="connsiteY8" fmla="*/ 77725 h 362450"/>
                <a:gd name="connsiteX9" fmla="*/ 290103 w 362309"/>
                <a:gd name="connsiteY9" fmla="*/ 149864 h 362450"/>
                <a:gd name="connsiteX10" fmla="*/ 292020 w 362309"/>
                <a:gd name="connsiteY10" fmla="*/ 153056 h 362450"/>
                <a:gd name="connsiteX11" fmla="*/ 299687 w 362309"/>
                <a:gd name="connsiteY11" fmla="*/ 184976 h 362450"/>
                <a:gd name="connsiteX12" fmla="*/ 295215 w 362309"/>
                <a:gd name="connsiteY12" fmla="*/ 192637 h 362450"/>
                <a:gd name="connsiteX13" fmla="*/ 293298 w 362309"/>
                <a:gd name="connsiteY13" fmla="*/ 192637 h 362450"/>
                <a:gd name="connsiteX14" fmla="*/ 292020 w 362309"/>
                <a:gd name="connsiteY14" fmla="*/ 192637 h 362450"/>
                <a:gd name="connsiteX15" fmla="*/ 260070 w 362309"/>
                <a:gd name="connsiteY15" fmla="*/ 184337 h 362450"/>
                <a:gd name="connsiteX16" fmla="*/ 256875 w 362309"/>
                <a:gd name="connsiteY16" fmla="*/ 182422 h 362450"/>
                <a:gd name="connsiteX17" fmla="*/ 184669 w 362309"/>
                <a:gd name="connsiteY17" fmla="*/ 110283 h 362450"/>
                <a:gd name="connsiteX18" fmla="*/ 182752 w 362309"/>
                <a:gd name="connsiteY18" fmla="*/ 105815 h 362450"/>
                <a:gd name="connsiteX19" fmla="*/ 184669 w 362309"/>
                <a:gd name="connsiteY19" fmla="*/ 101984 h 362450"/>
                <a:gd name="connsiteX20" fmla="*/ 184669 w 362309"/>
                <a:gd name="connsiteY20" fmla="*/ 101984 h 362450"/>
                <a:gd name="connsiteX21" fmla="*/ 218536 w 362309"/>
                <a:gd name="connsiteY21" fmla="*/ 270521 h 362450"/>
                <a:gd name="connsiteX22" fmla="*/ 213423 w 362309"/>
                <a:gd name="connsiteY22" fmla="*/ 273713 h 362450"/>
                <a:gd name="connsiteX23" fmla="*/ 209589 w 362309"/>
                <a:gd name="connsiteY23" fmla="*/ 272437 h 362450"/>
                <a:gd name="connsiteX24" fmla="*/ 185947 w 362309"/>
                <a:gd name="connsiteY24" fmla="*/ 267329 h 362450"/>
                <a:gd name="connsiteX25" fmla="*/ 170611 w 362309"/>
                <a:gd name="connsiteY25" fmla="*/ 264776 h 362450"/>
                <a:gd name="connsiteX26" fmla="*/ 156553 w 362309"/>
                <a:gd name="connsiteY26" fmla="*/ 243709 h 362450"/>
                <a:gd name="connsiteX27" fmla="*/ 156553 w 362309"/>
                <a:gd name="connsiteY27" fmla="*/ 221365 h 362450"/>
                <a:gd name="connsiteX28" fmla="*/ 171250 w 362309"/>
                <a:gd name="connsiteY28" fmla="*/ 187529 h 362450"/>
                <a:gd name="connsiteX29" fmla="*/ 166777 w 362309"/>
                <a:gd name="connsiteY29" fmla="*/ 144757 h 362450"/>
                <a:gd name="connsiteX30" fmla="*/ 141217 w 362309"/>
                <a:gd name="connsiteY30" fmla="*/ 133266 h 362450"/>
                <a:gd name="connsiteX31" fmla="*/ 140579 w 362309"/>
                <a:gd name="connsiteY31" fmla="*/ 133266 h 362450"/>
                <a:gd name="connsiteX32" fmla="*/ 115019 w 362309"/>
                <a:gd name="connsiteY32" fmla="*/ 144757 h 362450"/>
                <a:gd name="connsiteX33" fmla="*/ 110545 w 362309"/>
                <a:gd name="connsiteY33" fmla="*/ 187529 h 362450"/>
                <a:gd name="connsiteX34" fmla="*/ 125243 w 362309"/>
                <a:gd name="connsiteY34" fmla="*/ 221365 h 362450"/>
                <a:gd name="connsiteX35" fmla="*/ 125243 w 362309"/>
                <a:gd name="connsiteY35" fmla="*/ 243709 h 362450"/>
                <a:gd name="connsiteX36" fmla="*/ 111184 w 362309"/>
                <a:gd name="connsiteY36" fmla="*/ 264776 h 362450"/>
                <a:gd name="connsiteX37" fmla="*/ 95849 w 362309"/>
                <a:gd name="connsiteY37" fmla="*/ 267329 h 362450"/>
                <a:gd name="connsiteX38" fmla="*/ 72206 w 362309"/>
                <a:gd name="connsiteY38" fmla="*/ 272437 h 362450"/>
                <a:gd name="connsiteX39" fmla="*/ 68372 w 362309"/>
                <a:gd name="connsiteY39" fmla="*/ 273713 h 362450"/>
                <a:gd name="connsiteX40" fmla="*/ 61982 w 362309"/>
                <a:gd name="connsiteY40" fmla="*/ 267329 h 362450"/>
                <a:gd name="connsiteX41" fmla="*/ 65177 w 362309"/>
                <a:gd name="connsiteY41" fmla="*/ 262222 h 362450"/>
                <a:gd name="connsiteX42" fmla="*/ 95209 w 362309"/>
                <a:gd name="connsiteY42" fmla="*/ 255200 h 362450"/>
                <a:gd name="connsiteX43" fmla="*/ 106712 w 362309"/>
                <a:gd name="connsiteY43" fmla="*/ 253923 h 362450"/>
                <a:gd name="connsiteX44" fmla="*/ 115019 w 362309"/>
                <a:gd name="connsiteY44" fmla="*/ 229025 h 362450"/>
                <a:gd name="connsiteX45" fmla="*/ 99044 w 362309"/>
                <a:gd name="connsiteY45" fmla="*/ 191360 h 362450"/>
                <a:gd name="connsiteX46" fmla="*/ 105434 w 362309"/>
                <a:gd name="connsiteY46" fmla="*/ 137734 h 362450"/>
                <a:gd name="connsiteX47" fmla="*/ 141217 w 362309"/>
                <a:gd name="connsiteY47" fmla="*/ 121774 h 362450"/>
                <a:gd name="connsiteX48" fmla="*/ 141217 w 362309"/>
                <a:gd name="connsiteY48" fmla="*/ 121774 h 362450"/>
                <a:gd name="connsiteX49" fmla="*/ 177001 w 362309"/>
                <a:gd name="connsiteY49" fmla="*/ 137734 h 362450"/>
                <a:gd name="connsiteX50" fmla="*/ 183391 w 362309"/>
                <a:gd name="connsiteY50" fmla="*/ 191360 h 362450"/>
                <a:gd name="connsiteX51" fmla="*/ 166777 w 362309"/>
                <a:gd name="connsiteY51" fmla="*/ 229664 h 362450"/>
                <a:gd name="connsiteX52" fmla="*/ 175084 w 362309"/>
                <a:gd name="connsiteY52" fmla="*/ 253923 h 362450"/>
                <a:gd name="connsiteX53" fmla="*/ 186586 w 362309"/>
                <a:gd name="connsiteY53" fmla="*/ 255200 h 362450"/>
                <a:gd name="connsiteX54" fmla="*/ 216618 w 362309"/>
                <a:gd name="connsiteY54" fmla="*/ 262222 h 362450"/>
                <a:gd name="connsiteX55" fmla="*/ 218536 w 362309"/>
                <a:gd name="connsiteY55" fmla="*/ 270521 h 362450"/>
                <a:gd name="connsiteX56" fmla="*/ 218536 w 362309"/>
                <a:gd name="connsiteY56" fmla="*/ 270521 h 362450"/>
                <a:gd name="connsiteX57" fmla="*/ 218536 w 362309"/>
                <a:gd name="connsiteY57" fmla="*/ 270521 h 362450"/>
                <a:gd name="connsiteX58" fmla="*/ 293298 w 362309"/>
                <a:gd name="connsiteY58" fmla="*/ 225195 h 362450"/>
                <a:gd name="connsiteX59" fmla="*/ 212784 w 362309"/>
                <a:gd name="connsiteY59" fmla="*/ 225195 h 362450"/>
                <a:gd name="connsiteX60" fmla="*/ 206395 w 362309"/>
                <a:gd name="connsiteY60" fmla="*/ 218811 h 362450"/>
                <a:gd name="connsiteX61" fmla="*/ 212784 w 362309"/>
                <a:gd name="connsiteY61" fmla="*/ 212427 h 362450"/>
                <a:gd name="connsiteX62" fmla="*/ 293298 w 362309"/>
                <a:gd name="connsiteY62" fmla="*/ 212427 h 362450"/>
                <a:gd name="connsiteX63" fmla="*/ 299687 w 362309"/>
                <a:gd name="connsiteY63" fmla="*/ 218811 h 362450"/>
                <a:gd name="connsiteX64" fmla="*/ 293298 w 362309"/>
                <a:gd name="connsiteY64" fmla="*/ 225195 h 36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2309" h="362450">
                  <a:moveTo>
                    <a:pt x="180835" y="479"/>
                  </a:moveTo>
                  <a:cubicBezTo>
                    <a:pt x="80513" y="479"/>
                    <a:pt x="0" y="81555"/>
                    <a:pt x="0" y="181784"/>
                  </a:cubicBezTo>
                  <a:cubicBezTo>
                    <a:pt x="0" y="282013"/>
                    <a:pt x="81152" y="362451"/>
                    <a:pt x="181474" y="362451"/>
                  </a:cubicBezTo>
                  <a:cubicBezTo>
                    <a:pt x="281157" y="362451"/>
                    <a:pt x="362309" y="281374"/>
                    <a:pt x="362309" y="181145"/>
                  </a:cubicBezTo>
                  <a:cubicBezTo>
                    <a:pt x="362309" y="80917"/>
                    <a:pt x="281157" y="-160"/>
                    <a:pt x="180835" y="479"/>
                  </a:cubicBezTo>
                  <a:cubicBezTo>
                    <a:pt x="180835" y="-160"/>
                    <a:pt x="180835" y="-160"/>
                    <a:pt x="180835" y="479"/>
                  </a:cubicBezTo>
                  <a:close/>
                  <a:moveTo>
                    <a:pt x="184669" y="101984"/>
                  </a:moveTo>
                  <a:lnTo>
                    <a:pt x="208951" y="77725"/>
                  </a:lnTo>
                  <a:cubicBezTo>
                    <a:pt x="211507" y="75171"/>
                    <a:pt x="215341" y="75171"/>
                    <a:pt x="217897" y="77725"/>
                  </a:cubicBezTo>
                  <a:lnTo>
                    <a:pt x="290103" y="149864"/>
                  </a:lnTo>
                  <a:cubicBezTo>
                    <a:pt x="290742" y="150502"/>
                    <a:pt x="291381" y="151779"/>
                    <a:pt x="292020" y="153056"/>
                  </a:cubicBezTo>
                  <a:lnTo>
                    <a:pt x="299687" y="184976"/>
                  </a:lnTo>
                  <a:cubicBezTo>
                    <a:pt x="300327" y="188168"/>
                    <a:pt x="298410" y="191998"/>
                    <a:pt x="295215" y="192637"/>
                  </a:cubicBezTo>
                  <a:cubicBezTo>
                    <a:pt x="294576" y="192637"/>
                    <a:pt x="293937" y="192637"/>
                    <a:pt x="293298" y="192637"/>
                  </a:cubicBezTo>
                  <a:cubicBezTo>
                    <a:pt x="292659" y="192637"/>
                    <a:pt x="292020" y="192637"/>
                    <a:pt x="292020" y="192637"/>
                  </a:cubicBezTo>
                  <a:lnTo>
                    <a:pt x="260070" y="184337"/>
                  </a:lnTo>
                  <a:cubicBezTo>
                    <a:pt x="258792" y="184337"/>
                    <a:pt x="258153" y="183699"/>
                    <a:pt x="256875" y="182422"/>
                  </a:cubicBezTo>
                  <a:lnTo>
                    <a:pt x="184669" y="110283"/>
                  </a:lnTo>
                  <a:cubicBezTo>
                    <a:pt x="183391" y="109007"/>
                    <a:pt x="182752" y="107730"/>
                    <a:pt x="182752" y="105815"/>
                  </a:cubicBezTo>
                  <a:cubicBezTo>
                    <a:pt x="182752" y="104538"/>
                    <a:pt x="183391" y="103261"/>
                    <a:pt x="184669" y="101984"/>
                  </a:cubicBezTo>
                  <a:lnTo>
                    <a:pt x="184669" y="101984"/>
                  </a:lnTo>
                  <a:close/>
                  <a:moveTo>
                    <a:pt x="218536" y="270521"/>
                  </a:moveTo>
                  <a:cubicBezTo>
                    <a:pt x="217258" y="272437"/>
                    <a:pt x="215341" y="273075"/>
                    <a:pt x="213423" y="273713"/>
                  </a:cubicBezTo>
                  <a:cubicBezTo>
                    <a:pt x="212146" y="273713"/>
                    <a:pt x="210868" y="273075"/>
                    <a:pt x="209589" y="272437"/>
                  </a:cubicBezTo>
                  <a:cubicBezTo>
                    <a:pt x="201922" y="268606"/>
                    <a:pt x="194253" y="267329"/>
                    <a:pt x="185947" y="267329"/>
                  </a:cubicBezTo>
                  <a:cubicBezTo>
                    <a:pt x="180835" y="267329"/>
                    <a:pt x="175723" y="266691"/>
                    <a:pt x="170611" y="264776"/>
                  </a:cubicBezTo>
                  <a:cubicBezTo>
                    <a:pt x="162943" y="261584"/>
                    <a:pt x="157831" y="250093"/>
                    <a:pt x="156553" y="243709"/>
                  </a:cubicBezTo>
                  <a:cubicBezTo>
                    <a:pt x="155275" y="237325"/>
                    <a:pt x="152080" y="227110"/>
                    <a:pt x="156553" y="221365"/>
                  </a:cubicBezTo>
                  <a:cubicBezTo>
                    <a:pt x="162943" y="211150"/>
                    <a:pt x="168055" y="199659"/>
                    <a:pt x="171250" y="187529"/>
                  </a:cubicBezTo>
                  <a:cubicBezTo>
                    <a:pt x="175723" y="168377"/>
                    <a:pt x="174445" y="153694"/>
                    <a:pt x="166777" y="144757"/>
                  </a:cubicBezTo>
                  <a:cubicBezTo>
                    <a:pt x="160387" y="137734"/>
                    <a:pt x="150802" y="133266"/>
                    <a:pt x="141217" y="133266"/>
                  </a:cubicBezTo>
                  <a:lnTo>
                    <a:pt x="140579" y="133266"/>
                  </a:lnTo>
                  <a:cubicBezTo>
                    <a:pt x="130994" y="133266"/>
                    <a:pt x="121409" y="137734"/>
                    <a:pt x="115019" y="144757"/>
                  </a:cubicBezTo>
                  <a:cubicBezTo>
                    <a:pt x="107350" y="153694"/>
                    <a:pt x="106073" y="168377"/>
                    <a:pt x="110545" y="187529"/>
                  </a:cubicBezTo>
                  <a:cubicBezTo>
                    <a:pt x="113740" y="199659"/>
                    <a:pt x="118214" y="211150"/>
                    <a:pt x="125243" y="221365"/>
                  </a:cubicBezTo>
                  <a:cubicBezTo>
                    <a:pt x="129715" y="227110"/>
                    <a:pt x="127159" y="237963"/>
                    <a:pt x="125243" y="243709"/>
                  </a:cubicBezTo>
                  <a:cubicBezTo>
                    <a:pt x="123325" y="249454"/>
                    <a:pt x="118853" y="261584"/>
                    <a:pt x="111184" y="264776"/>
                  </a:cubicBezTo>
                  <a:cubicBezTo>
                    <a:pt x="106073" y="266053"/>
                    <a:pt x="100961" y="267329"/>
                    <a:pt x="95849" y="267329"/>
                  </a:cubicBezTo>
                  <a:cubicBezTo>
                    <a:pt x="87542" y="267329"/>
                    <a:pt x="79235" y="268606"/>
                    <a:pt x="72206" y="272437"/>
                  </a:cubicBezTo>
                  <a:cubicBezTo>
                    <a:pt x="70928" y="273075"/>
                    <a:pt x="69650" y="273713"/>
                    <a:pt x="68372" y="273713"/>
                  </a:cubicBezTo>
                  <a:cubicBezTo>
                    <a:pt x="64538" y="273713"/>
                    <a:pt x="61982" y="271160"/>
                    <a:pt x="61982" y="267329"/>
                  </a:cubicBezTo>
                  <a:cubicBezTo>
                    <a:pt x="61982" y="265414"/>
                    <a:pt x="63260" y="262861"/>
                    <a:pt x="65177" y="262222"/>
                  </a:cubicBezTo>
                  <a:cubicBezTo>
                    <a:pt x="74123" y="257115"/>
                    <a:pt x="84986" y="254561"/>
                    <a:pt x="95209" y="255200"/>
                  </a:cubicBezTo>
                  <a:cubicBezTo>
                    <a:pt x="99044" y="255200"/>
                    <a:pt x="102878" y="254561"/>
                    <a:pt x="106712" y="253923"/>
                  </a:cubicBezTo>
                  <a:cubicBezTo>
                    <a:pt x="111184" y="252008"/>
                    <a:pt x="116297" y="233494"/>
                    <a:pt x="115019" y="229025"/>
                  </a:cubicBezTo>
                  <a:cubicBezTo>
                    <a:pt x="107350" y="217534"/>
                    <a:pt x="102239" y="204766"/>
                    <a:pt x="99044" y="191360"/>
                  </a:cubicBezTo>
                  <a:cubicBezTo>
                    <a:pt x="93293" y="168377"/>
                    <a:pt x="95849" y="149864"/>
                    <a:pt x="105434" y="137734"/>
                  </a:cubicBezTo>
                  <a:cubicBezTo>
                    <a:pt x="114379" y="127520"/>
                    <a:pt x="127159" y="121774"/>
                    <a:pt x="141217" y="121774"/>
                  </a:cubicBezTo>
                  <a:lnTo>
                    <a:pt x="141217" y="121774"/>
                  </a:lnTo>
                  <a:cubicBezTo>
                    <a:pt x="154636" y="121774"/>
                    <a:pt x="168055" y="127520"/>
                    <a:pt x="177001" y="137734"/>
                  </a:cubicBezTo>
                  <a:cubicBezTo>
                    <a:pt x="187225" y="149864"/>
                    <a:pt x="189142" y="168377"/>
                    <a:pt x="183391" y="191360"/>
                  </a:cubicBezTo>
                  <a:cubicBezTo>
                    <a:pt x="180196" y="204766"/>
                    <a:pt x="174445" y="218173"/>
                    <a:pt x="166777" y="229664"/>
                  </a:cubicBezTo>
                  <a:cubicBezTo>
                    <a:pt x="165499" y="233494"/>
                    <a:pt x="171250" y="252008"/>
                    <a:pt x="175084" y="253923"/>
                  </a:cubicBezTo>
                  <a:cubicBezTo>
                    <a:pt x="178918" y="254561"/>
                    <a:pt x="182752" y="255200"/>
                    <a:pt x="186586" y="255200"/>
                  </a:cubicBezTo>
                  <a:cubicBezTo>
                    <a:pt x="196810" y="255200"/>
                    <a:pt x="207673" y="257753"/>
                    <a:pt x="216618" y="262222"/>
                  </a:cubicBezTo>
                  <a:cubicBezTo>
                    <a:pt x="219174" y="263499"/>
                    <a:pt x="219813" y="267329"/>
                    <a:pt x="218536" y="270521"/>
                  </a:cubicBezTo>
                  <a:cubicBezTo>
                    <a:pt x="218536" y="270521"/>
                    <a:pt x="218536" y="270521"/>
                    <a:pt x="218536" y="270521"/>
                  </a:cubicBezTo>
                  <a:lnTo>
                    <a:pt x="218536" y="270521"/>
                  </a:lnTo>
                  <a:close/>
                  <a:moveTo>
                    <a:pt x="293298" y="225195"/>
                  </a:moveTo>
                  <a:lnTo>
                    <a:pt x="212784" y="225195"/>
                  </a:lnTo>
                  <a:cubicBezTo>
                    <a:pt x="208951" y="225195"/>
                    <a:pt x="206395" y="222641"/>
                    <a:pt x="206395" y="218811"/>
                  </a:cubicBezTo>
                  <a:cubicBezTo>
                    <a:pt x="206395" y="214981"/>
                    <a:pt x="208951" y="212427"/>
                    <a:pt x="212784" y="212427"/>
                  </a:cubicBezTo>
                  <a:lnTo>
                    <a:pt x="293298" y="212427"/>
                  </a:lnTo>
                  <a:cubicBezTo>
                    <a:pt x="297132" y="212427"/>
                    <a:pt x="299687" y="214981"/>
                    <a:pt x="299687" y="218811"/>
                  </a:cubicBezTo>
                  <a:cubicBezTo>
                    <a:pt x="299687" y="222641"/>
                    <a:pt x="297132" y="225195"/>
                    <a:pt x="293298" y="225195"/>
                  </a:cubicBezTo>
                  <a:close/>
                </a:path>
              </a:pathLst>
            </a:custGeom>
            <a:solidFill>
              <a:srgbClr val="00ABAB"/>
            </a:solidFill>
            <a:ln w="6390" cap="flat">
              <a:noFill/>
              <a:prstDash val="solid"/>
              <a:miter/>
            </a:ln>
          </p:spPr>
          <p:txBody>
            <a:bodyPr rtlCol="0" anchor="ctr"/>
            <a:lstStyle/>
            <a:p>
              <a:endParaRPr lang="en-US"/>
            </a:p>
          </p:txBody>
        </p:sp>
      </p:grpSp>
      <p:sp>
        <p:nvSpPr>
          <p:cNvPr id="1472" name="Graphic 1100">
            <a:extLst>
              <a:ext uri="{FF2B5EF4-FFF2-40B4-BE49-F238E27FC236}">
                <a16:creationId xmlns:a16="http://schemas.microsoft.com/office/drawing/2014/main" id="{7C2557EF-F205-B74E-8310-A641B9C3BD0B}"/>
              </a:ext>
            </a:extLst>
          </p:cNvPr>
          <p:cNvSpPr/>
          <p:nvPr/>
        </p:nvSpPr>
        <p:spPr>
          <a:xfrm>
            <a:off x="10326138" y="4797250"/>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281157 w 361670"/>
              <a:gd name="connsiteY6" fmla="*/ 274511 h 361971"/>
              <a:gd name="connsiteX7" fmla="*/ 274767 w 361670"/>
              <a:gd name="connsiteY7" fmla="*/ 280895 h 361971"/>
              <a:gd name="connsiteX8" fmla="*/ 86903 w 361670"/>
              <a:gd name="connsiteY8" fmla="*/ 280895 h 361971"/>
              <a:gd name="connsiteX9" fmla="*/ 80513 w 361670"/>
              <a:gd name="connsiteY9" fmla="*/ 274511 h 361971"/>
              <a:gd name="connsiteX10" fmla="*/ 80513 w 361670"/>
              <a:gd name="connsiteY10" fmla="*/ 86822 h 361971"/>
              <a:gd name="connsiteX11" fmla="*/ 86903 w 361670"/>
              <a:gd name="connsiteY11" fmla="*/ 80438 h 361971"/>
              <a:gd name="connsiteX12" fmla="*/ 173167 w 361670"/>
              <a:gd name="connsiteY12" fmla="*/ 80438 h 361971"/>
              <a:gd name="connsiteX13" fmla="*/ 179557 w 361670"/>
              <a:gd name="connsiteY13" fmla="*/ 86822 h 361971"/>
              <a:gd name="connsiteX14" fmla="*/ 173167 w 361670"/>
              <a:gd name="connsiteY14" fmla="*/ 93206 h 361971"/>
              <a:gd name="connsiteX15" fmla="*/ 93293 w 361670"/>
              <a:gd name="connsiteY15" fmla="*/ 93206 h 361971"/>
              <a:gd name="connsiteX16" fmla="*/ 93293 w 361670"/>
              <a:gd name="connsiteY16" fmla="*/ 268127 h 361971"/>
              <a:gd name="connsiteX17" fmla="*/ 268377 w 361670"/>
              <a:gd name="connsiteY17" fmla="*/ 268127 h 361971"/>
              <a:gd name="connsiteX18" fmla="*/ 268377 w 361670"/>
              <a:gd name="connsiteY18" fmla="*/ 188327 h 361971"/>
              <a:gd name="connsiteX19" fmla="*/ 274767 w 361670"/>
              <a:gd name="connsiteY19" fmla="*/ 181944 h 361971"/>
              <a:gd name="connsiteX20" fmla="*/ 281157 w 361670"/>
              <a:gd name="connsiteY20" fmla="*/ 188327 h 361971"/>
              <a:gd name="connsiteX21" fmla="*/ 281157 w 361670"/>
              <a:gd name="connsiteY21" fmla="*/ 274511 h 361971"/>
              <a:gd name="connsiteX22" fmla="*/ 281157 w 361670"/>
              <a:gd name="connsiteY22" fmla="*/ 149385 h 361971"/>
              <a:gd name="connsiteX23" fmla="*/ 274767 w 361670"/>
              <a:gd name="connsiteY23" fmla="*/ 155769 h 361971"/>
              <a:gd name="connsiteX24" fmla="*/ 268377 w 361670"/>
              <a:gd name="connsiteY24" fmla="*/ 149385 h 361971"/>
              <a:gd name="connsiteX25" fmla="*/ 268377 w 361670"/>
              <a:gd name="connsiteY25" fmla="*/ 102144 h 361971"/>
              <a:gd name="connsiteX26" fmla="*/ 185308 w 361670"/>
              <a:gd name="connsiteY26" fmla="*/ 185135 h 361971"/>
              <a:gd name="connsiteX27" fmla="*/ 180836 w 361670"/>
              <a:gd name="connsiteY27" fmla="*/ 187051 h 361971"/>
              <a:gd name="connsiteX28" fmla="*/ 174446 w 361670"/>
              <a:gd name="connsiteY28" fmla="*/ 180667 h 361971"/>
              <a:gd name="connsiteX29" fmla="*/ 176362 w 361670"/>
              <a:gd name="connsiteY29" fmla="*/ 176198 h 361971"/>
              <a:gd name="connsiteX30" fmla="*/ 259431 w 361670"/>
              <a:gd name="connsiteY30" fmla="*/ 93206 h 361971"/>
              <a:gd name="connsiteX31" fmla="*/ 212146 w 361670"/>
              <a:gd name="connsiteY31" fmla="*/ 93206 h 361971"/>
              <a:gd name="connsiteX32" fmla="*/ 205756 w 361670"/>
              <a:gd name="connsiteY32" fmla="*/ 86822 h 361971"/>
              <a:gd name="connsiteX33" fmla="*/ 212146 w 361670"/>
              <a:gd name="connsiteY33" fmla="*/ 80438 h 361971"/>
              <a:gd name="connsiteX34" fmla="*/ 274767 w 361670"/>
              <a:gd name="connsiteY34" fmla="*/ 80438 h 361971"/>
              <a:gd name="connsiteX35" fmla="*/ 277323 w 361670"/>
              <a:gd name="connsiteY35" fmla="*/ 81077 h 361971"/>
              <a:gd name="connsiteX36" fmla="*/ 281157 w 361670"/>
              <a:gd name="connsiteY36" fmla="*/ 84269 h 361971"/>
              <a:gd name="connsiteX37" fmla="*/ 281796 w 361670"/>
              <a:gd name="connsiteY37" fmla="*/ 86822 h 361971"/>
              <a:gd name="connsiteX38" fmla="*/ 281796 w 361670"/>
              <a:gd name="connsiteY38" fmla="*/ 14938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1670" h="361971">
                <a:moveTo>
                  <a:pt x="180836" y="0"/>
                </a:moveTo>
                <a:cubicBezTo>
                  <a:pt x="80513" y="0"/>
                  <a:pt x="0" y="81077"/>
                  <a:pt x="0" y="180667"/>
                </a:cubicBezTo>
                <a:cubicBezTo>
                  <a:pt x="0" y="280257"/>
                  <a:pt x="81152" y="361972"/>
                  <a:pt x="180836" y="361972"/>
                </a:cubicBezTo>
                <a:cubicBezTo>
                  <a:pt x="281157" y="361972"/>
                  <a:pt x="361670" y="280895"/>
                  <a:pt x="361670" y="181305"/>
                </a:cubicBezTo>
                <a:cubicBezTo>
                  <a:pt x="361670" y="181305"/>
                  <a:pt x="361670" y="181305"/>
                  <a:pt x="361670" y="181305"/>
                </a:cubicBezTo>
                <a:cubicBezTo>
                  <a:pt x="361670" y="80438"/>
                  <a:pt x="280518" y="0"/>
                  <a:pt x="180836" y="0"/>
                </a:cubicBezTo>
                <a:close/>
                <a:moveTo>
                  <a:pt x="281157" y="274511"/>
                </a:moveTo>
                <a:cubicBezTo>
                  <a:pt x="281157" y="278341"/>
                  <a:pt x="278601" y="280895"/>
                  <a:pt x="274767" y="280895"/>
                </a:cubicBezTo>
                <a:lnTo>
                  <a:pt x="86903" y="280895"/>
                </a:lnTo>
                <a:cubicBezTo>
                  <a:pt x="83069" y="280895"/>
                  <a:pt x="80513" y="278341"/>
                  <a:pt x="80513" y="274511"/>
                </a:cubicBezTo>
                <a:lnTo>
                  <a:pt x="80513" y="86822"/>
                </a:lnTo>
                <a:cubicBezTo>
                  <a:pt x="80513" y="82992"/>
                  <a:pt x="83069" y="80438"/>
                  <a:pt x="86903" y="80438"/>
                </a:cubicBezTo>
                <a:lnTo>
                  <a:pt x="173167" y="80438"/>
                </a:lnTo>
                <a:cubicBezTo>
                  <a:pt x="177001" y="80438"/>
                  <a:pt x="179557" y="82992"/>
                  <a:pt x="179557" y="86822"/>
                </a:cubicBezTo>
                <a:cubicBezTo>
                  <a:pt x="179557" y="90653"/>
                  <a:pt x="177001" y="93206"/>
                  <a:pt x="173167" y="93206"/>
                </a:cubicBezTo>
                <a:lnTo>
                  <a:pt x="93293" y="93206"/>
                </a:lnTo>
                <a:lnTo>
                  <a:pt x="93293" y="268127"/>
                </a:lnTo>
                <a:lnTo>
                  <a:pt x="268377" y="268127"/>
                </a:lnTo>
                <a:lnTo>
                  <a:pt x="268377" y="188327"/>
                </a:lnTo>
                <a:cubicBezTo>
                  <a:pt x="268377" y="184497"/>
                  <a:pt x="270934" y="181944"/>
                  <a:pt x="274767" y="181944"/>
                </a:cubicBezTo>
                <a:cubicBezTo>
                  <a:pt x="278601" y="181944"/>
                  <a:pt x="281157" y="184497"/>
                  <a:pt x="281157" y="188327"/>
                </a:cubicBezTo>
                <a:lnTo>
                  <a:pt x="281157" y="274511"/>
                </a:lnTo>
                <a:close/>
                <a:moveTo>
                  <a:pt x="281157" y="149385"/>
                </a:moveTo>
                <a:cubicBezTo>
                  <a:pt x="281157" y="153216"/>
                  <a:pt x="278601" y="155769"/>
                  <a:pt x="274767" y="155769"/>
                </a:cubicBezTo>
                <a:cubicBezTo>
                  <a:pt x="270934" y="155769"/>
                  <a:pt x="268377" y="153216"/>
                  <a:pt x="268377" y="149385"/>
                </a:cubicBezTo>
                <a:lnTo>
                  <a:pt x="268377" y="102144"/>
                </a:lnTo>
                <a:lnTo>
                  <a:pt x="185308" y="185135"/>
                </a:lnTo>
                <a:cubicBezTo>
                  <a:pt x="184031" y="186412"/>
                  <a:pt x="182752" y="187051"/>
                  <a:pt x="180836" y="187051"/>
                </a:cubicBezTo>
                <a:cubicBezTo>
                  <a:pt x="177001" y="187051"/>
                  <a:pt x="174446" y="183859"/>
                  <a:pt x="174446" y="180667"/>
                </a:cubicBezTo>
                <a:cubicBezTo>
                  <a:pt x="174446" y="178752"/>
                  <a:pt x="175084" y="177475"/>
                  <a:pt x="176362" y="176198"/>
                </a:cubicBezTo>
                <a:lnTo>
                  <a:pt x="259431" y="93206"/>
                </a:lnTo>
                <a:lnTo>
                  <a:pt x="212146" y="93206"/>
                </a:lnTo>
                <a:cubicBezTo>
                  <a:pt x="208312" y="93206"/>
                  <a:pt x="205756" y="90653"/>
                  <a:pt x="205756" y="86822"/>
                </a:cubicBezTo>
                <a:cubicBezTo>
                  <a:pt x="205756" y="82992"/>
                  <a:pt x="208312" y="80438"/>
                  <a:pt x="212146" y="80438"/>
                </a:cubicBezTo>
                <a:lnTo>
                  <a:pt x="274767" y="80438"/>
                </a:lnTo>
                <a:cubicBezTo>
                  <a:pt x="275406" y="80438"/>
                  <a:pt x="276685" y="80438"/>
                  <a:pt x="277323" y="81077"/>
                </a:cubicBezTo>
                <a:cubicBezTo>
                  <a:pt x="278601" y="81715"/>
                  <a:pt x="279880" y="82992"/>
                  <a:pt x="281157" y="84269"/>
                </a:cubicBezTo>
                <a:cubicBezTo>
                  <a:pt x="281157" y="84907"/>
                  <a:pt x="281796" y="85545"/>
                  <a:pt x="281796" y="86822"/>
                </a:cubicBezTo>
                <a:lnTo>
                  <a:pt x="281796" y="149385"/>
                </a:lnTo>
                <a:close/>
              </a:path>
            </a:pathLst>
          </a:custGeom>
          <a:solidFill>
            <a:srgbClr val="00ABAB"/>
          </a:solidFill>
          <a:ln w="6390" cap="flat">
            <a:noFill/>
            <a:prstDash val="solid"/>
            <a:miter/>
          </a:ln>
        </p:spPr>
        <p:txBody>
          <a:bodyPr rtlCol="0" anchor="ctr"/>
          <a:lstStyle/>
          <a:p>
            <a:endParaRPr lang="en-US"/>
          </a:p>
        </p:txBody>
      </p:sp>
      <p:grpSp>
        <p:nvGrpSpPr>
          <p:cNvPr id="1473" name="Graphic 1100">
            <a:extLst>
              <a:ext uri="{FF2B5EF4-FFF2-40B4-BE49-F238E27FC236}">
                <a16:creationId xmlns:a16="http://schemas.microsoft.com/office/drawing/2014/main" id="{79161E60-8E20-E24E-8EEA-C34E530464B4}"/>
              </a:ext>
            </a:extLst>
          </p:cNvPr>
          <p:cNvGrpSpPr/>
          <p:nvPr/>
        </p:nvGrpSpPr>
        <p:grpSpPr>
          <a:xfrm>
            <a:off x="6147119" y="2375167"/>
            <a:ext cx="362309" cy="361971"/>
            <a:chOff x="6147119" y="2375167"/>
            <a:chExt cx="362309" cy="361971"/>
          </a:xfrm>
          <a:solidFill>
            <a:srgbClr val="00ABAB"/>
          </a:solidFill>
        </p:grpSpPr>
        <p:sp>
          <p:nvSpPr>
            <p:cNvPr id="1474" name="Graphic 1100">
              <a:extLst>
                <a:ext uri="{FF2B5EF4-FFF2-40B4-BE49-F238E27FC236}">
                  <a16:creationId xmlns:a16="http://schemas.microsoft.com/office/drawing/2014/main" id="{9A6D9B74-FEC0-4041-9AC4-5136183B1B4E}"/>
                </a:ext>
              </a:extLst>
            </p:cNvPr>
            <p:cNvSpPr/>
            <p:nvPr/>
          </p:nvSpPr>
          <p:spPr>
            <a:xfrm>
              <a:off x="6349680" y="2599245"/>
              <a:ext cx="16613" cy="16598"/>
            </a:xfrm>
            <a:custGeom>
              <a:avLst/>
              <a:gdLst>
                <a:gd name="connsiteX0" fmla="*/ 8307 w 16613"/>
                <a:gd name="connsiteY0" fmla="*/ 0 h 16598"/>
                <a:gd name="connsiteX1" fmla="*/ 0 w 16613"/>
                <a:gd name="connsiteY1" fmla="*/ 8299 h 16598"/>
                <a:gd name="connsiteX2" fmla="*/ 8307 w 16613"/>
                <a:gd name="connsiteY2" fmla="*/ 16598 h 16598"/>
                <a:gd name="connsiteX3" fmla="*/ 16614 w 16613"/>
                <a:gd name="connsiteY3" fmla="*/ 8299 h 16598"/>
                <a:gd name="connsiteX4" fmla="*/ 16614 w 16613"/>
                <a:gd name="connsiteY4" fmla="*/ 8299 h 16598"/>
                <a:gd name="connsiteX5" fmla="*/ 8307 w 16613"/>
                <a:gd name="connsiteY5" fmla="*/ 0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3" h="16598">
                  <a:moveTo>
                    <a:pt x="8307" y="0"/>
                  </a:moveTo>
                  <a:cubicBezTo>
                    <a:pt x="3834" y="0"/>
                    <a:pt x="0" y="3830"/>
                    <a:pt x="0" y="8299"/>
                  </a:cubicBezTo>
                  <a:cubicBezTo>
                    <a:pt x="0" y="12768"/>
                    <a:pt x="3834" y="16598"/>
                    <a:pt x="8307" y="16598"/>
                  </a:cubicBezTo>
                  <a:cubicBezTo>
                    <a:pt x="12780" y="16598"/>
                    <a:pt x="16614" y="12768"/>
                    <a:pt x="16614" y="8299"/>
                  </a:cubicBezTo>
                  <a:lnTo>
                    <a:pt x="16614" y="8299"/>
                  </a:lnTo>
                  <a:cubicBezTo>
                    <a:pt x="16614" y="3830"/>
                    <a:pt x="12780" y="0"/>
                    <a:pt x="8307" y="0"/>
                  </a:cubicBezTo>
                  <a:close/>
                </a:path>
              </a:pathLst>
            </a:custGeom>
            <a:solidFill>
              <a:srgbClr val="00ABAB"/>
            </a:solidFill>
            <a:ln w="6390" cap="flat">
              <a:noFill/>
              <a:prstDash val="solid"/>
              <a:miter/>
            </a:ln>
          </p:spPr>
          <p:txBody>
            <a:bodyPr rtlCol="0" anchor="ctr"/>
            <a:lstStyle/>
            <a:p>
              <a:endParaRPr lang="en-US"/>
            </a:p>
          </p:txBody>
        </p:sp>
        <p:sp>
          <p:nvSpPr>
            <p:cNvPr id="1475" name="Graphic 1100">
              <a:extLst>
                <a:ext uri="{FF2B5EF4-FFF2-40B4-BE49-F238E27FC236}">
                  <a16:creationId xmlns:a16="http://schemas.microsoft.com/office/drawing/2014/main" id="{B96B7946-1D77-7546-BEFC-2E7F51FEB6F0}"/>
                </a:ext>
              </a:extLst>
            </p:cNvPr>
            <p:cNvSpPr/>
            <p:nvPr/>
          </p:nvSpPr>
          <p:spPr>
            <a:xfrm>
              <a:off x="6290893" y="2606267"/>
              <a:ext cx="16613" cy="16598"/>
            </a:xfrm>
            <a:custGeom>
              <a:avLst/>
              <a:gdLst>
                <a:gd name="connsiteX0" fmla="*/ 8307 w 16613"/>
                <a:gd name="connsiteY0" fmla="*/ 0 h 16598"/>
                <a:gd name="connsiteX1" fmla="*/ 0 w 16613"/>
                <a:gd name="connsiteY1" fmla="*/ 8299 h 16598"/>
                <a:gd name="connsiteX2" fmla="*/ 8307 w 16613"/>
                <a:gd name="connsiteY2" fmla="*/ 16598 h 16598"/>
                <a:gd name="connsiteX3" fmla="*/ 16614 w 16613"/>
                <a:gd name="connsiteY3" fmla="*/ 8299 h 16598"/>
                <a:gd name="connsiteX4" fmla="*/ 16614 w 16613"/>
                <a:gd name="connsiteY4" fmla="*/ 8299 h 16598"/>
                <a:gd name="connsiteX5" fmla="*/ 8307 w 16613"/>
                <a:gd name="connsiteY5" fmla="*/ 0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3" h="16598">
                  <a:moveTo>
                    <a:pt x="8307" y="0"/>
                  </a:moveTo>
                  <a:cubicBezTo>
                    <a:pt x="3834" y="0"/>
                    <a:pt x="0" y="3830"/>
                    <a:pt x="0" y="8299"/>
                  </a:cubicBezTo>
                  <a:cubicBezTo>
                    <a:pt x="0" y="12768"/>
                    <a:pt x="3834" y="16598"/>
                    <a:pt x="8307" y="16598"/>
                  </a:cubicBezTo>
                  <a:cubicBezTo>
                    <a:pt x="12780" y="16598"/>
                    <a:pt x="16614" y="12768"/>
                    <a:pt x="16614" y="8299"/>
                  </a:cubicBezTo>
                  <a:lnTo>
                    <a:pt x="16614" y="8299"/>
                  </a:lnTo>
                  <a:cubicBezTo>
                    <a:pt x="16614" y="3830"/>
                    <a:pt x="12780" y="0"/>
                    <a:pt x="8307" y="0"/>
                  </a:cubicBezTo>
                  <a:close/>
                </a:path>
              </a:pathLst>
            </a:custGeom>
            <a:solidFill>
              <a:srgbClr val="00ABAB"/>
            </a:solidFill>
            <a:ln w="6390" cap="flat">
              <a:noFill/>
              <a:prstDash val="solid"/>
              <a:miter/>
            </a:ln>
          </p:spPr>
          <p:txBody>
            <a:bodyPr rtlCol="0" anchor="ctr"/>
            <a:lstStyle/>
            <a:p>
              <a:endParaRPr lang="en-US"/>
            </a:p>
          </p:txBody>
        </p:sp>
        <p:sp>
          <p:nvSpPr>
            <p:cNvPr id="1476" name="Graphic 1100">
              <a:extLst>
                <a:ext uri="{FF2B5EF4-FFF2-40B4-BE49-F238E27FC236}">
                  <a16:creationId xmlns:a16="http://schemas.microsoft.com/office/drawing/2014/main" id="{6E3C4345-4385-0444-A481-EEB4701FD598}"/>
                </a:ext>
              </a:extLst>
            </p:cNvPr>
            <p:cNvSpPr/>
            <p:nvPr/>
          </p:nvSpPr>
          <p:spPr>
            <a:xfrm>
              <a:off x="6147119" y="237516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61349 w 362309"/>
                <a:gd name="connsiteY6" fmla="*/ 283449 h 361971"/>
                <a:gd name="connsiteX7" fmla="*/ 254959 w 362309"/>
                <a:gd name="connsiteY7" fmla="*/ 289833 h 361971"/>
                <a:gd name="connsiteX8" fmla="*/ 107990 w 362309"/>
                <a:gd name="connsiteY8" fmla="*/ 289833 h 361971"/>
                <a:gd name="connsiteX9" fmla="*/ 101600 w 362309"/>
                <a:gd name="connsiteY9" fmla="*/ 283449 h 361971"/>
                <a:gd name="connsiteX10" fmla="*/ 101600 w 362309"/>
                <a:gd name="connsiteY10" fmla="*/ 77885 h 361971"/>
                <a:gd name="connsiteX11" fmla="*/ 107990 w 362309"/>
                <a:gd name="connsiteY11" fmla="*/ 71501 h 361971"/>
                <a:gd name="connsiteX12" fmla="*/ 203839 w 362309"/>
                <a:gd name="connsiteY12" fmla="*/ 71501 h 361971"/>
                <a:gd name="connsiteX13" fmla="*/ 206395 w 362309"/>
                <a:gd name="connsiteY13" fmla="*/ 72139 h 361971"/>
                <a:gd name="connsiteX14" fmla="*/ 208312 w 362309"/>
                <a:gd name="connsiteY14" fmla="*/ 73416 h 361971"/>
                <a:gd name="connsiteX15" fmla="*/ 259431 w 362309"/>
                <a:gd name="connsiteY15" fmla="*/ 124488 h 361971"/>
                <a:gd name="connsiteX16" fmla="*/ 260709 w 362309"/>
                <a:gd name="connsiteY16" fmla="*/ 126403 h 361971"/>
                <a:gd name="connsiteX17" fmla="*/ 261349 w 362309"/>
                <a:gd name="connsiteY17" fmla="*/ 128957 h 361971"/>
                <a:gd name="connsiteX18" fmla="*/ 261349 w 362309"/>
                <a:gd name="connsiteY18" fmla="*/ 28344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261349" y="283449"/>
                  </a:moveTo>
                  <a:cubicBezTo>
                    <a:pt x="261349" y="287279"/>
                    <a:pt x="258792" y="289833"/>
                    <a:pt x="254959" y="289833"/>
                  </a:cubicBezTo>
                  <a:lnTo>
                    <a:pt x="107990" y="289833"/>
                  </a:lnTo>
                  <a:cubicBezTo>
                    <a:pt x="104156" y="289833"/>
                    <a:pt x="101600" y="287279"/>
                    <a:pt x="101600" y="283449"/>
                  </a:cubicBezTo>
                  <a:lnTo>
                    <a:pt x="101600" y="77885"/>
                  </a:lnTo>
                  <a:cubicBezTo>
                    <a:pt x="101600" y="74054"/>
                    <a:pt x="104156" y="71501"/>
                    <a:pt x="107990" y="71501"/>
                  </a:cubicBezTo>
                  <a:lnTo>
                    <a:pt x="203839" y="71501"/>
                  </a:lnTo>
                  <a:cubicBezTo>
                    <a:pt x="204478" y="71501"/>
                    <a:pt x="205756" y="71501"/>
                    <a:pt x="206395" y="72139"/>
                  </a:cubicBezTo>
                  <a:cubicBezTo>
                    <a:pt x="207034" y="72778"/>
                    <a:pt x="207673" y="72778"/>
                    <a:pt x="208312" y="73416"/>
                  </a:cubicBezTo>
                  <a:lnTo>
                    <a:pt x="259431" y="124488"/>
                  </a:lnTo>
                  <a:cubicBezTo>
                    <a:pt x="260071" y="125126"/>
                    <a:pt x="260709" y="125765"/>
                    <a:pt x="260709" y="126403"/>
                  </a:cubicBezTo>
                  <a:cubicBezTo>
                    <a:pt x="261349" y="127041"/>
                    <a:pt x="261349" y="127680"/>
                    <a:pt x="261349" y="128957"/>
                  </a:cubicBezTo>
                  <a:lnTo>
                    <a:pt x="261349" y="283449"/>
                  </a:lnTo>
                  <a:close/>
                </a:path>
              </a:pathLst>
            </a:custGeom>
            <a:solidFill>
              <a:srgbClr val="00ABAB"/>
            </a:solidFill>
            <a:ln w="6390" cap="flat">
              <a:noFill/>
              <a:prstDash val="solid"/>
              <a:miter/>
            </a:ln>
          </p:spPr>
          <p:txBody>
            <a:bodyPr rtlCol="0" anchor="ctr"/>
            <a:lstStyle/>
            <a:p>
              <a:endParaRPr lang="en-US"/>
            </a:p>
          </p:txBody>
        </p:sp>
        <p:sp>
          <p:nvSpPr>
            <p:cNvPr id="1477" name="Graphic 1100">
              <a:extLst>
                <a:ext uri="{FF2B5EF4-FFF2-40B4-BE49-F238E27FC236}">
                  <a16:creationId xmlns:a16="http://schemas.microsoft.com/office/drawing/2014/main" id="{0797FF84-2FF2-EB47-8B01-A0E57131AD15}"/>
                </a:ext>
              </a:extLst>
            </p:cNvPr>
            <p:cNvSpPr/>
            <p:nvPr/>
          </p:nvSpPr>
          <p:spPr>
            <a:xfrm>
              <a:off x="6260860" y="2459436"/>
              <a:ext cx="134188" cy="192796"/>
            </a:xfrm>
            <a:custGeom>
              <a:avLst/>
              <a:gdLst>
                <a:gd name="connsiteX0" fmla="*/ 89459 w 134188"/>
                <a:gd name="connsiteY0" fmla="*/ 51710 h 192796"/>
                <a:gd name="connsiteX1" fmla="*/ 83069 w 134188"/>
                <a:gd name="connsiteY1" fmla="*/ 45326 h 192796"/>
                <a:gd name="connsiteX2" fmla="*/ 83069 w 134188"/>
                <a:gd name="connsiteY2" fmla="*/ 0 h 192796"/>
                <a:gd name="connsiteX3" fmla="*/ 0 w 134188"/>
                <a:gd name="connsiteY3" fmla="*/ 0 h 192796"/>
                <a:gd name="connsiteX4" fmla="*/ 0 w 134188"/>
                <a:gd name="connsiteY4" fmla="*/ 192796 h 192796"/>
                <a:gd name="connsiteX5" fmla="*/ 134189 w 134188"/>
                <a:gd name="connsiteY5" fmla="*/ 192796 h 192796"/>
                <a:gd name="connsiteX6" fmla="*/ 134189 w 134188"/>
                <a:gd name="connsiteY6" fmla="*/ 51710 h 192796"/>
                <a:gd name="connsiteX7" fmla="*/ 89459 w 134188"/>
                <a:gd name="connsiteY7" fmla="*/ 51710 h 192796"/>
                <a:gd name="connsiteX8" fmla="*/ 118214 w 134188"/>
                <a:gd name="connsiteY8" fmla="*/ 148108 h 192796"/>
                <a:gd name="connsiteX9" fmla="*/ 97127 w 134188"/>
                <a:gd name="connsiteY9" fmla="*/ 169176 h 192796"/>
                <a:gd name="connsiteX10" fmla="*/ 76040 w 134188"/>
                <a:gd name="connsiteY10" fmla="*/ 148108 h 192796"/>
                <a:gd name="connsiteX11" fmla="*/ 97127 w 134188"/>
                <a:gd name="connsiteY11" fmla="*/ 127041 h 192796"/>
                <a:gd name="connsiteX12" fmla="*/ 105434 w 134188"/>
                <a:gd name="connsiteY12" fmla="*/ 128957 h 192796"/>
                <a:gd name="connsiteX13" fmla="*/ 105434 w 134188"/>
                <a:gd name="connsiteY13" fmla="*/ 90653 h 192796"/>
                <a:gd name="connsiteX14" fmla="*/ 59426 w 134188"/>
                <a:gd name="connsiteY14" fmla="*/ 102144 h 192796"/>
                <a:gd name="connsiteX15" fmla="*/ 59426 w 134188"/>
                <a:gd name="connsiteY15" fmla="*/ 155769 h 192796"/>
                <a:gd name="connsiteX16" fmla="*/ 38340 w 134188"/>
                <a:gd name="connsiteY16" fmla="*/ 176836 h 192796"/>
                <a:gd name="connsiteX17" fmla="*/ 17253 w 134188"/>
                <a:gd name="connsiteY17" fmla="*/ 155769 h 192796"/>
                <a:gd name="connsiteX18" fmla="*/ 38340 w 134188"/>
                <a:gd name="connsiteY18" fmla="*/ 134702 h 192796"/>
                <a:gd name="connsiteX19" fmla="*/ 46646 w 134188"/>
                <a:gd name="connsiteY19" fmla="*/ 136617 h 192796"/>
                <a:gd name="connsiteX20" fmla="*/ 46646 w 134188"/>
                <a:gd name="connsiteY20" fmla="*/ 97037 h 192796"/>
                <a:gd name="connsiteX21" fmla="*/ 46646 w 134188"/>
                <a:gd name="connsiteY21" fmla="*/ 96398 h 192796"/>
                <a:gd name="connsiteX22" fmla="*/ 46646 w 134188"/>
                <a:gd name="connsiteY22" fmla="*/ 95121 h 192796"/>
                <a:gd name="connsiteX23" fmla="*/ 47286 w 134188"/>
                <a:gd name="connsiteY23" fmla="*/ 93845 h 192796"/>
                <a:gd name="connsiteX24" fmla="*/ 47925 w 134188"/>
                <a:gd name="connsiteY24" fmla="*/ 92568 h 192796"/>
                <a:gd name="connsiteX25" fmla="*/ 48564 w 134188"/>
                <a:gd name="connsiteY25" fmla="*/ 91929 h 192796"/>
                <a:gd name="connsiteX26" fmla="*/ 49841 w 134188"/>
                <a:gd name="connsiteY26" fmla="*/ 91291 h 192796"/>
                <a:gd name="connsiteX27" fmla="*/ 51119 w 134188"/>
                <a:gd name="connsiteY27" fmla="*/ 90653 h 192796"/>
                <a:gd name="connsiteX28" fmla="*/ 51759 w 134188"/>
                <a:gd name="connsiteY28" fmla="*/ 90653 h 192796"/>
                <a:gd name="connsiteX29" fmla="*/ 110546 w 134188"/>
                <a:gd name="connsiteY29" fmla="*/ 75969 h 192796"/>
                <a:gd name="connsiteX30" fmla="*/ 111185 w 134188"/>
                <a:gd name="connsiteY30" fmla="*/ 75969 h 192796"/>
                <a:gd name="connsiteX31" fmla="*/ 111824 w 134188"/>
                <a:gd name="connsiteY31" fmla="*/ 75969 h 192796"/>
                <a:gd name="connsiteX32" fmla="*/ 112463 w 134188"/>
                <a:gd name="connsiteY32" fmla="*/ 75969 h 192796"/>
                <a:gd name="connsiteX33" fmla="*/ 113741 w 134188"/>
                <a:gd name="connsiteY33" fmla="*/ 75969 h 192796"/>
                <a:gd name="connsiteX34" fmla="*/ 115019 w 134188"/>
                <a:gd name="connsiteY34" fmla="*/ 76608 h 192796"/>
                <a:gd name="connsiteX35" fmla="*/ 116297 w 134188"/>
                <a:gd name="connsiteY35" fmla="*/ 77246 h 192796"/>
                <a:gd name="connsiteX36" fmla="*/ 116936 w 134188"/>
                <a:gd name="connsiteY36" fmla="*/ 77885 h 192796"/>
                <a:gd name="connsiteX37" fmla="*/ 117575 w 134188"/>
                <a:gd name="connsiteY37" fmla="*/ 79161 h 192796"/>
                <a:gd name="connsiteX38" fmla="*/ 118214 w 134188"/>
                <a:gd name="connsiteY38" fmla="*/ 80438 h 192796"/>
                <a:gd name="connsiteX39" fmla="*/ 118214 w 134188"/>
                <a:gd name="connsiteY39" fmla="*/ 81077 h 192796"/>
                <a:gd name="connsiteX40" fmla="*/ 118214 w 134188"/>
                <a:gd name="connsiteY40" fmla="*/ 81715 h 192796"/>
                <a:gd name="connsiteX41" fmla="*/ 118214 w 134188"/>
                <a:gd name="connsiteY41" fmla="*/ 82353 h 192796"/>
                <a:gd name="connsiteX42" fmla="*/ 118214 w 134188"/>
                <a:gd name="connsiteY42" fmla="*/ 148108 h 19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34188" h="192796">
                  <a:moveTo>
                    <a:pt x="89459" y="51710"/>
                  </a:moveTo>
                  <a:cubicBezTo>
                    <a:pt x="85625" y="51710"/>
                    <a:pt x="83069" y="49157"/>
                    <a:pt x="83069" y="45326"/>
                  </a:cubicBezTo>
                  <a:lnTo>
                    <a:pt x="83069" y="0"/>
                  </a:lnTo>
                  <a:lnTo>
                    <a:pt x="0" y="0"/>
                  </a:lnTo>
                  <a:lnTo>
                    <a:pt x="0" y="192796"/>
                  </a:lnTo>
                  <a:lnTo>
                    <a:pt x="134189" y="192796"/>
                  </a:lnTo>
                  <a:lnTo>
                    <a:pt x="134189" y="51710"/>
                  </a:lnTo>
                  <a:lnTo>
                    <a:pt x="89459" y="51710"/>
                  </a:lnTo>
                  <a:close/>
                  <a:moveTo>
                    <a:pt x="118214" y="148108"/>
                  </a:moveTo>
                  <a:cubicBezTo>
                    <a:pt x="118214" y="159600"/>
                    <a:pt x="109268" y="169176"/>
                    <a:pt x="97127" y="169176"/>
                  </a:cubicBezTo>
                  <a:cubicBezTo>
                    <a:pt x="85625" y="169176"/>
                    <a:pt x="76040" y="160238"/>
                    <a:pt x="76040" y="148108"/>
                  </a:cubicBezTo>
                  <a:cubicBezTo>
                    <a:pt x="76040" y="136617"/>
                    <a:pt x="84986" y="127041"/>
                    <a:pt x="97127" y="127041"/>
                  </a:cubicBezTo>
                  <a:cubicBezTo>
                    <a:pt x="100322" y="127041"/>
                    <a:pt x="102878" y="127680"/>
                    <a:pt x="105434" y="128957"/>
                  </a:cubicBezTo>
                  <a:lnTo>
                    <a:pt x="105434" y="90653"/>
                  </a:lnTo>
                  <a:lnTo>
                    <a:pt x="59426" y="102144"/>
                  </a:lnTo>
                  <a:lnTo>
                    <a:pt x="59426" y="155769"/>
                  </a:lnTo>
                  <a:cubicBezTo>
                    <a:pt x="59426" y="167260"/>
                    <a:pt x="50481" y="176836"/>
                    <a:pt x="38340" y="176836"/>
                  </a:cubicBezTo>
                  <a:cubicBezTo>
                    <a:pt x="26838" y="176836"/>
                    <a:pt x="17253" y="167899"/>
                    <a:pt x="17253" y="155769"/>
                  </a:cubicBezTo>
                  <a:cubicBezTo>
                    <a:pt x="17253" y="144278"/>
                    <a:pt x="26199" y="134702"/>
                    <a:pt x="38340" y="134702"/>
                  </a:cubicBezTo>
                  <a:cubicBezTo>
                    <a:pt x="41535" y="134702"/>
                    <a:pt x="44091" y="135341"/>
                    <a:pt x="46646" y="136617"/>
                  </a:cubicBezTo>
                  <a:lnTo>
                    <a:pt x="46646" y="97037"/>
                  </a:lnTo>
                  <a:cubicBezTo>
                    <a:pt x="46646" y="97037"/>
                    <a:pt x="46646" y="97037"/>
                    <a:pt x="46646" y="96398"/>
                  </a:cubicBezTo>
                  <a:cubicBezTo>
                    <a:pt x="46646" y="95760"/>
                    <a:pt x="46646" y="95760"/>
                    <a:pt x="46646" y="95121"/>
                  </a:cubicBezTo>
                  <a:cubicBezTo>
                    <a:pt x="46646" y="94483"/>
                    <a:pt x="46646" y="94483"/>
                    <a:pt x="47286" y="93845"/>
                  </a:cubicBezTo>
                  <a:cubicBezTo>
                    <a:pt x="47286" y="93206"/>
                    <a:pt x="47925" y="93206"/>
                    <a:pt x="47925" y="92568"/>
                  </a:cubicBezTo>
                  <a:cubicBezTo>
                    <a:pt x="47925" y="91929"/>
                    <a:pt x="48564" y="91929"/>
                    <a:pt x="48564" y="91929"/>
                  </a:cubicBezTo>
                  <a:cubicBezTo>
                    <a:pt x="48564" y="91929"/>
                    <a:pt x="49203" y="91291"/>
                    <a:pt x="49841" y="91291"/>
                  </a:cubicBezTo>
                  <a:cubicBezTo>
                    <a:pt x="50481" y="91291"/>
                    <a:pt x="50481" y="90653"/>
                    <a:pt x="51119" y="90653"/>
                  </a:cubicBezTo>
                  <a:lnTo>
                    <a:pt x="51759" y="90653"/>
                  </a:lnTo>
                  <a:lnTo>
                    <a:pt x="110546" y="75969"/>
                  </a:lnTo>
                  <a:lnTo>
                    <a:pt x="111185" y="75969"/>
                  </a:lnTo>
                  <a:lnTo>
                    <a:pt x="111824" y="75969"/>
                  </a:lnTo>
                  <a:lnTo>
                    <a:pt x="112463" y="75969"/>
                  </a:lnTo>
                  <a:cubicBezTo>
                    <a:pt x="113102" y="75969"/>
                    <a:pt x="113102" y="75969"/>
                    <a:pt x="113741" y="75969"/>
                  </a:cubicBezTo>
                  <a:lnTo>
                    <a:pt x="115019" y="76608"/>
                  </a:lnTo>
                  <a:cubicBezTo>
                    <a:pt x="115658" y="76608"/>
                    <a:pt x="115658" y="77246"/>
                    <a:pt x="116297" y="77246"/>
                  </a:cubicBezTo>
                  <a:lnTo>
                    <a:pt x="116936" y="77885"/>
                  </a:lnTo>
                  <a:cubicBezTo>
                    <a:pt x="116936" y="77885"/>
                    <a:pt x="117575" y="78523"/>
                    <a:pt x="117575" y="79161"/>
                  </a:cubicBezTo>
                  <a:lnTo>
                    <a:pt x="118214" y="80438"/>
                  </a:lnTo>
                  <a:cubicBezTo>
                    <a:pt x="118214" y="80438"/>
                    <a:pt x="118214" y="80438"/>
                    <a:pt x="118214" y="81077"/>
                  </a:cubicBezTo>
                  <a:cubicBezTo>
                    <a:pt x="118214" y="81077"/>
                    <a:pt x="118214" y="81715"/>
                    <a:pt x="118214" y="81715"/>
                  </a:cubicBezTo>
                  <a:cubicBezTo>
                    <a:pt x="118214" y="81715"/>
                    <a:pt x="118214" y="82353"/>
                    <a:pt x="118214" y="82353"/>
                  </a:cubicBezTo>
                  <a:lnTo>
                    <a:pt x="118214" y="148108"/>
                  </a:lnTo>
                  <a:close/>
                </a:path>
              </a:pathLst>
            </a:custGeom>
            <a:solidFill>
              <a:srgbClr val="00ABAB"/>
            </a:solidFill>
            <a:ln w="6390" cap="flat">
              <a:noFill/>
              <a:prstDash val="solid"/>
              <a:miter/>
            </a:ln>
          </p:spPr>
          <p:txBody>
            <a:bodyPr rtlCol="0" anchor="ctr"/>
            <a:lstStyle/>
            <a:p>
              <a:endParaRPr lang="en-US"/>
            </a:p>
          </p:txBody>
        </p:sp>
        <p:sp>
          <p:nvSpPr>
            <p:cNvPr id="1478" name="Graphic 1100">
              <a:extLst>
                <a:ext uri="{FF2B5EF4-FFF2-40B4-BE49-F238E27FC236}">
                  <a16:creationId xmlns:a16="http://schemas.microsoft.com/office/drawing/2014/main" id="{64357F6A-B858-1441-8DB8-643D4A45FC4F}"/>
                </a:ext>
              </a:extLst>
            </p:cNvPr>
            <p:cNvSpPr/>
            <p:nvPr/>
          </p:nvSpPr>
          <p:spPr>
            <a:xfrm>
              <a:off x="6356709" y="2468373"/>
              <a:ext cx="30032" cy="30004"/>
            </a:xfrm>
            <a:custGeom>
              <a:avLst/>
              <a:gdLst>
                <a:gd name="connsiteX0" fmla="*/ 0 w 30032"/>
                <a:gd name="connsiteY0" fmla="*/ 0 h 30004"/>
                <a:gd name="connsiteX1" fmla="*/ 0 w 30032"/>
                <a:gd name="connsiteY1" fmla="*/ 30005 h 30004"/>
                <a:gd name="connsiteX2" fmla="*/ 30033 w 30032"/>
                <a:gd name="connsiteY2" fmla="*/ 30005 h 30004"/>
              </a:gdLst>
              <a:ahLst/>
              <a:cxnLst>
                <a:cxn ang="0">
                  <a:pos x="connsiteX0" y="connsiteY0"/>
                </a:cxn>
                <a:cxn ang="0">
                  <a:pos x="connsiteX1" y="connsiteY1"/>
                </a:cxn>
                <a:cxn ang="0">
                  <a:pos x="connsiteX2" y="connsiteY2"/>
                </a:cxn>
              </a:cxnLst>
              <a:rect l="l" t="t" r="r" b="b"/>
              <a:pathLst>
                <a:path w="30032" h="30004">
                  <a:moveTo>
                    <a:pt x="0" y="0"/>
                  </a:moveTo>
                  <a:lnTo>
                    <a:pt x="0" y="30005"/>
                  </a:lnTo>
                  <a:lnTo>
                    <a:pt x="30033" y="30005"/>
                  </a:lnTo>
                  <a:close/>
                </a:path>
              </a:pathLst>
            </a:custGeom>
            <a:solidFill>
              <a:srgbClr val="00ABAB"/>
            </a:solidFill>
            <a:ln w="6390" cap="flat">
              <a:noFill/>
              <a:prstDash val="solid"/>
              <a:miter/>
            </a:ln>
          </p:spPr>
          <p:txBody>
            <a:bodyPr rtlCol="0" anchor="ctr"/>
            <a:lstStyle/>
            <a:p>
              <a:endParaRPr lang="en-US"/>
            </a:p>
          </p:txBody>
        </p:sp>
      </p:grpSp>
      <p:grpSp>
        <p:nvGrpSpPr>
          <p:cNvPr id="1479" name="Graphic 1100">
            <a:extLst>
              <a:ext uri="{FF2B5EF4-FFF2-40B4-BE49-F238E27FC236}">
                <a16:creationId xmlns:a16="http://schemas.microsoft.com/office/drawing/2014/main" id="{C52C83B4-6E43-8345-A397-928A13E9202E}"/>
              </a:ext>
            </a:extLst>
          </p:cNvPr>
          <p:cNvGrpSpPr/>
          <p:nvPr/>
        </p:nvGrpSpPr>
        <p:grpSpPr>
          <a:xfrm>
            <a:off x="6147119" y="3343617"/>
            <a:ext cx="362309" cy="361971"/>
            <a:chOff x="6147119" y="3343617"/>
            <a:chExt cx="362309" cy="361971"/>
          </a:xfrm>
          <a:solidFill>
            <a:srgbClr val="00ABAB"/>
          </a:solidFill>
        </p:grpSpPr>
        <p:sp>
          <p:nvSpPr>
            <p:cNvPr id="1480" name="Graphic 1100">
              <a:extLst>
                <a:ext uri="{FF2B5EF4-FFF2-40B4-BE49-F238E27FC236}">
                  <a16:creationId xmlns:a16="http://schemas.microsoft.com/office/drawing/2014/main" id="{C81B980E-E7DD-6749-999F-77AEB5C4B330}"/>
                </a:ext>
              </a:extLst>
            </p:cNvPr>
            <p:cNvSpPr/>
            <p:nvPr/>
          </p:nvSpPr>
          <p:spPr>
            <a:xfrm>
              <a:off x="6356709" y="3437462"/>
              <a:ext cx="30032" cy="29366"/>
            </a:xfrm>
            <a:custGeom>
              <a:avLst/>
              <a:gdLst>
                <a:gd name="connsiteX0" fmla="*/ 0 w 30032"/>
                <a:gd name="connsiteY0" fmla="*/ 0 h 29366"/>
                <a:gd name="connsiteX1" fmla="*/ 0 w 30032"/>
                <a:gd name="connsiteY1" fmla="*/ 29366 h 29366"/>
                <a:gd name="connsiteX2" fmla="*/ 30033 w 30032"/>
                <a:gd name="connsiteY2" fmla="*/ 29366 h 29366"/>
              </a:gdLst>
              <a:ahLst/>
              <a:cxnLst>
                <a:cxn ang="0">
                  <a:pos x="connsiteX0" y="connsiteY0"/>
                </a:cxn>
                <a:cxn ang="0">
                  <a:pos x="connsiteX1" y="connsiteY1"/>
                </a:cxn>
                <a:cxn ang="0">
                  <a:pos x="connsiteX2" y="connsiteY2"/>
                </a:cxn>
              </a:cxnLst>
              <a:rect l="l" t="t" r="r" b="b"/>
              <a:pathLst>
                <a:path w="30032" h="29366">
                  <a:moveTo>
                    <a:pt x="0" y="0"/>
                  </a:moveTo>
                  <a:lnTo>
                    <a:pt x="0" y="29366"/>
                  </a:lnTo>
                  <a:lnTo>
                    <a:pt x="30033" y="29366"/>
                  </a:lnTo>
                  <a:close/>
                </a:path>
              </a:pathLst>
            </a:custGeom>
            <a:solidFill>
              <a:srgbClr val="00ABAB"/>
            </a:solidFill>
            <a:ln w="6390" cap="flat">
              <a:noFill/>
              <a:prstDash val="solid"/>
              <a:miter/>
            </a:ln>
          </p:spPr>
          <p:txBody>
            <a:bodyPr rtlCol="0" anchor="ctr"/>
            <a:lstStyle/>
            <a:p>
              <a:endParaRPr lang="en-US"/>
            </a:p>
          </p:txBody>
        </p:sp>
        <p:sp>
          <p:nvSpPr>
            <p:cNvPr id="1481" name="Graphic 1100">
              <a:extLst>
                <a:ext uri="{FF2B5EF4-FFF2-40B4-BE49-F238E27FC236}">
                  <a16:creationId xmlns:a16="http://schemas.microsoft.com/office/drawing/2014/main" id="{0D6B3A75-51BF-AE45-8FF2-3D2BE2C3ABED}"/>
                </a:ext>
              </a:extLst>
            </p:cNvPr>
            <p:cNvSpPr/>
            <p:nvPr/>
          </p:nvSpPr>
          <p:spPr>
            <a:xfrm>
              <a:off x="6260860" y="3427886"/>
              <a:ext cx="134188" cy="193434"/>
            </a:xfrm>
            <a:custGeom>
              <a:avLst/>
              <a:gdLst>
                <a:gd name="connsiteX0" fmla="*/ 89459 w 134188"/>
                <a:gd name="connsiteY0" fmla="*/ 51710 h 193434"/>
                <a:gd name="connsiteX1" fmla="*/ 83069 w 134188"/>
                <a:gd name="connsiteY1" fmla="*/ 45326 h 193434"/>
                <a:gd name="connsiteX2" fmla="*/ 83069 w 134188"/>
                <a:gd name="connsiteY2" fmla="*/ 0 h 193434"/>
                <a:gd name="connsiteX3" fmla="*/ 0 w 134188"/>
                <a:gd name="connsiteY3" fmla="*/ 0 h 193434"/>
                <a:gd name="connsiteX4" fmla="*/ 0 w 134188"/>
                <a:gd name="connsiteY4" fmla="*/ 193435 h 193434"/>
                <a:gd name="connsiteX5" fmla="*/ 134189 w 134188"/>
                <a:gd name="connsiteY5" fmla="*/ 193435 h 193434"/>
                <a:gd name="connsiteX6" fmla="*/ 134189 w 134188"/>
                <a:gd name="connsiteY6" fmla="*/ 51710 h 193434"/>
                <a:gd name="connsiteX7" fmla="*/ 89459 w 134188"/>
                <a:gd name="connsiteY7" fmla="*/ 51710 h 193434"/>
                <a:gd name="connsiteX8" fmla="*/ 12780 w 134188"/>
                <a:gd name="connsiteY8" fmla="*/ 92568 h 193434"/>
                <a:gd name="connsiteX9" fmla="*/ 15336 w 134188"/>
                <a:gd name="connsiteY9" fmla="*/ 87461 h 193434"/>
                <a:gd name="connsiteX10" fmla="*/ 39618 w 134188"/>
                <a:gd name="connsiteY10" fmla="*/ 71501 h 193434"/>
                <a:gd name="connsiteX11" fmla="*/ 48564 w 134188"/>
                <a:gd name="connsiteY11" fmla="*/ 73416 h 193434"/>
                <a:gd name="connsiteX12" fmla="*/ 48564 w 134188"/>
                <a:gd name="connsiteY12" fmla="*/ 73416 h 193434"/>
                <a:gd name="connsiteX13" fmla="*/ 46646 w 134188"/>
                <a:gd name="connsiteY13" fmla="*/ 82353 h 193434"/>
                <a:gd name="connsiteX14" fmla="*/ 46646 w 134188"/>
                <a:gd name="connsiteY14" fmla="*/ 82353 h 193434"/>
                <a:gd name="connsiteX15" fmla="*/ 30672 w 134188"/>
                <a:gd name="connsiteY15" fmla="*/ 93206 h 193434"/>
                <a:gd name="connsiteX16" fmla="*/ 46646 w 134188"/>
                <a:gd name="connsiteY16" fmla="*/ 104059 h 193434"/>
                <a:gd name="connsiteX17" fmla="*/ 48564 w 134188"/>
                <a:gd name="connsiteY17" fmla="*/ 112997 h 193434"/>
                <a:gd name="connsiteX18" fmla="*/ 48564 w 134188"/>
                <a:gd name="connsiteY18" fmla="*/ 112997 h 193434"/>
                <a:gd name="connsiteX19" fmla="*/ 43451 w 134188"/>
                <a:gd name="connsiteY19" fmla="*/ 115550 h 193434"/>
                <a:gd name="connsiteX20" fmla="*/ 40257 w 134188"/>
                <a:gd name="connsiteY20" fmla="*/ 114273 h 193434"/>
                <a:gd name="connsiteX21" fmla="*/ 15975 w 134188"/>
                <a:gd name="connsiteY21" fmla="*/ 97675 h 193434"/>
                <a:gd name="connsiteX22" fmla="*/ 12780 w 134188"/>
                <a:gd name="connsiteY22" fmla="*/ 92568 h 193434"/>
                <a:gd name="connsiteX23" fmla="*/ 12780 w 134188"/>
                <a:gd name="connsiteY23" fmla="*/ 92568 h 193434"/>
                <a:gd name="connsiteX24" fmla="*/ 43451 w 134188"/>
                <a:gd name="connsiteY24" fmla="*/ 162792 h 193434"/>
                <a:gd name="connsiteX25" fmla="*/ 37062 w 134188"/>
                <a:gd name="connsiteY25" fmla="*/ 156408 h 193434"/>
                <a:gd name="connsiteX26" fmla="*/ 38340 w 134188"/>
                <a:gd name="connsiteY26" fmla="*/ 153216 h 193434"/>
                <a:gd name="connsiteX27" fmla="*/ 86264 w 134188"/>
                <a:gd name="connsiteY27" fmla="*/ 81077 h 193434"/>
                <a:gd name="connsiteX28" fmla="*/ 95210 w 134188"/>
                <a:gd name="connsiteY28" fmla="*/ 79161 h 193434"/>
                <a:gd name="connsiteX29" fmla="*/ 97127 w 134188"/>
                <a:gd name="connsiteY29" fmla="*/ 88099 h 193434"/>
                <a:gd name="connsiteX30" fmla="*/ 97127 w 134188"/>
                <a:gd name="connsiteY30" fmla="*/ 88099 h 193434"/>
                <a:gd name="connsiteX31" fmla="*/ 49203 w 134188"/>
                <a:gd name="connsiteY31" fmla="*/ 160238 h 193434"/>
                <a:gd name="connsiteX32" fmla="*/ 43451 w 134188"/>
                <a:gd name="connsiteY32" fmla="*/ 162792 h 193434"/>
                <a:gd name="connsiteX33" fmla="*/ 43451 w 134188"/>
                <a:gd name="connsiteY33" fmla="*/ 162792 h 193434"/>
                <a:gd name="connsiteX34" fmla="*/ 119492 w 134188"/>
                <a:gd name="connsiteY34" fmla="*/ 153854 h 193434"/>
                <a:gd name="connsiteX35" fmla="*/ 95210 w 134188"/>
                <a:gd name="connsiteY35" fmla="*/ 169814 h 193434"/>
                <a:gd name="connsiteX36" fmla="*/ 92015 w 134188"/>
                <a:gd name="connsiteY36" fmla="*/ 171091 h 193434"/>
                <a:gd name="connsiteX37" fmla="*/ 86903 w 134188"/>
                <a:gd name="connsiteY37" fmla="*/ 167899 h 193434"/>
                <a:gd name="connsiteX38" fmla="*/ 88820 w 134188"/>
                <a:gd name="connsiteY38" fmla="*/ 158961 h 193434"/>
                <a:gd name="connsiteX39" fmla="*/ 104795 w 134188"/>
                <a:gd name="connsiteY39" fmla="*/ 148108 h 193434"/>
                <a:gd name="connsiteX40" fmla="*/ 88820 w 134188"/>
                <a:gd name="connsiteY40" fmla="*/ 137256 h 193434"/>
                <a:gd name="connsiteX41" fmla="*/ 86903 w 134188"/>
                <a:gd name="connsiteY41" fmla="*/ 128318 h 193434"/>
                <a:gd name="connsiteX42" fmla="*/ 95849 w 134188"/>
                <a:gd name="connsiteY42" fmla="*/ 126403 h 193434"/>
                <a:gd name="connsiteX43" fmla="*/ 120131 w 134188"/>
                <a:gd name="connsiteY43" fmla="*/ 142363 h 193434"/>
                <a:gd name="connsiteX44" fmla="*/ 122687 w 134188"/>
                <a:gd name="connsiteY44" fmla="*/ 147470 h 193434"/>
                <a:gd name="connsiteX45" fmla="*/ 119492 w 134188"/>
                <a:gd name="connsiteY45" fmla="*/ 153854 h 193434"/>
                <a:gd name="connsiteX46" fmla="*/ 119492 w 134188"/>
                <a:gd name="connsiteY46" fmla="*/ 153854 h 19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34188" h="193434">
                  <a:moveTo>
                    <a:pt x="89459" y="51710"/>
                  </a:moveTo>
                  <a:cubicBezTo>
                    <a:pt x="85625" y="51710"/>
                    <a:pt x="83069" y="49157"/>
                    <a:pt x="83069" y="45326"/>
                  </a:cubicBezTo>
                  <a:lnTo>
                    <a:pt x="83069" y="0"/>
                  </a:lnTo>
                  <a:lnTo>
                    <a:pt x="0" y="0"/>
                  </a:lnTo>
                  <a:lnTo>
                    <a:pt x="0" y="193435"/>
                  </a:lnTo>
                  <a:lnTo>
                    <a:pt x="134189" y="193435"/>
                  </a:lnTo>
                  <a:lnTo>
                    <a:pt x="134189" y="51710"/>
                  </a:lnTo>
                  <a:lnTo>
                    <a:pt x="89459" y="51710"/>
                  </a:lnTo>
                  <a:close/>
                  <a:moveTo>
                    <a:pt x="12780" y="92568"/>
                  </a:moveTo>
                  <a:cubicBezTo>
                    <a:pt x="12780" y="90653"/>
                    <a:pt x="14058" y="88737"/>
                    <a:pt x="15336" y="87461"/>
                  </a:cubicBezTo>
                  <a:lnTo>
                    <a:pt x="39618" y="71501"/>
                  </a:lnTo>
                  <a:cubicBezTo>
                    <a:pt x="42813" y="69585"/>
                    <a:pt x="46646" y="70224"/>
                    <a:pt x="48564" y="73416"/>
                  </a:cubicBezTo>
                  <a:cubicBezTo>
                    <a:pt x="48564" y="73416"/>
                    <a:pt x="48564" y="73416"/>
                    <a:pt x="48564" y="73416"/>
                  </a:cubicBezTo>
                  <a:cubicBezTo>
                    <a:pt x="50481" y="76608"/>
                    <a:pt x="49841" y="80438"/>
                    <a:pt x="46646" y="82353"/>
                  </a:cubicBezTo>
                  <a:cubicBezTo>
                    <a:pt x="46646" y="82353"/>
                    <a:pt x="46646" y="82353"/>
                    <a:pt x="46646" y="82353"/>
                  </a:cubicBezTo>
                  <a:lnTo>
                    <a:pt x="30672" y="93206"/>
                  </a:lnTo>
                  <a:lnTo>
                    <a:pt x="46646" y="104059"/>
                  </a:lnTo>
                  <a:cubicBezTo>
                    <a:pt x="49841" y="105974"/>
                    <a:pt x="50481" y="109805"/>
                    <a:pt x="48564" y="112997"/>
                  </a:cubicBezTo>
                  <a:cubicBezTo>
                    <a:pt x="48564" y="112997"/>
                    <a:pt x="48564" y="112997"/>
                    <a:pt x="48564" y="112997"/>
                  </a:cubicBezTo>
                  <a:cubicBezTo>
                    <a:pt x="47286" y="114912"/>
                    <a:pt x="45369" y="115550"/>
                    <a:pt x="43451" y="115550"/>
                  </a:cubicBezTo>
                  <a:cubicBezTo>
                    <a:pt x="42174" y="115550"/>
                    <a:pt x="40896" y="114912"/>
                    <a:pt x="40257" y="114273"/>
                  </a:cubicBezTo>
                  <a:lnTo>
                    <a:pt x="15975" y="97675"/>
                  </a:lnTo>
                  <a:cubicBezTo>
                    <a:pt x="14058" y="96398"/>
                    <a:pt x="13419" y="94483"/>
                    <a:pt x="12780" y="92568"/>
                  </a:cubicBezTo>
                  <a:lnTo>
                    <a:pt x="12780" y="92568"/>
                  </a:lnTo>
                  <a:close/>
                  <a:moveTo>
                    <a:pt x="43451" y="162792"/>
                  </a:moveTo>
                  <a:cubicBezTo>
                    <a:pt x="39618" y="162792"/>
                    <a:pt x="37062" y="159600"/>
                    <a:pt x="37062" y="156408"/>
                  </a:cubicBezTo>
                  <a:cubicBezTo>
                    <a:pt x="37062" y="155131"/>
                    <a:pt x="37701" y="153854"/>
                    <a:pt x="38340" y="153216"/>
                  </a:cubicBezTo>
                  <a:lnTo>
                    <a:pt x="86264" y="81077"/>
                  </a:lnTo>
                  <a:cubicBezTo>
                    <a:pt x="88181" y="77885"/>
                    <a:pt x="92654" y="77246"/>
                    <a:pt x="95210" y="79161"/>
                  </a:cubicBezTo>
                  <a:cubicBezTo>
                    <a:pt x="97766" y="81077"/>
                    <a:pt x="99044" y="85545"/>
                    <a:pt x="97127" y="88099"/>
                  </a:cubicBezTo>
                  <a:lnTo>
                    <a:pt x="97127" y="88099"/>
                  </a:lnTo>
                  <a:lnTo>
                    <a:pt x="49203" y="160238"/>
                  </a:lnTo>
                  <a:cubicBezTo>
                    <a:pt x="47925" y="162153"/>
                    <a:pt x="45369" y="163430"/>
                    <a:pt x="43451" y="162792"/>
                  </a:cubicBezTo>
                  <a:lnTo>
                    <a:pt x="43451" y="162792"/>
                  </a:lnTo>
                  <a:close/>
                  <a:moveTo>
                    <a:pt x="119492" y="153854"/>
                  </a:moveTo>
                  <a:lnTo>
                    <a:pt x="95210" y="169814"/>
                  </a:lnTo>
                  <a:cubicBezTo>
                    <a:pt x="93932" y="170452"/>
                    <a:pt x="92654" y="171091"/>
                    <a:pt x="92015" y="171091"/>
                  </a:cubicBezTo>
                  <a:cubicBezTo>
                    <a:pt x="90098" y="171091"/>
                    <a:pt x="87542" y="169814"/>
                    <a:pt x="86903" y="167899"/>
                  </a:cubicBezTo>
                  <a:cubicBezTo>
                    <a:pt x="84986" y="164707"/>
                    <a:pt x="85625" y="160876"/>
                    <a:pt x="88820" y="158961"/>
                  </a:cubicBezTo>
                  <a:lnTo>
                    <a:pt x="104795" y="148108"/>
                  </a:lnTo>
                  <a:lnTo>
                    <a:pt x="88820" y="137256"/>
                  </a:lnTo>
                  <a:cubicBezTo>
                    <a:pt x="85625" y="135341"/>
                    <a:pt x="84986" y="131510"/>
                    <a:pt x="86903" y="128318"/>
                  </a:cubicBezTo>
                  <a:cubicBezTo>
                    <a:pt x="88820" y="125126"/>
                    <a:pt x="92654" y="124488"/>
                    <a:pt x="95849" y="126403"/>
                  </a:cubicBezTo>
                  <a:lnTo>
                    <a:pt x="120131" y="142363"/>
                  </a:lnTo>
                  <a:cubicBezTo>
                    <a:pt x="122048" y="143640"/>
                    <a:pt x="122687" y="145555"/>
                    <a:pt x="122687" y="147470"/>
                  </a:cubicBezTo>
                  <a:cubicBezTo>
                    <a:pt x="122048" y="150662"/>
                    <a:pt x="121409" y="152577"/>
                    <a:pt x="119492" y="153854"/>
                  </a:cubicBezTo>
                  <a:lnTo>
                    <a:pt x="119492" y="153854"/>
                  </a:lnTo>
                  <a:close/>
                </a:path>
              </a:pathLst>
            </a:custGeom>
            <a:solidFill>
              <a:srgbClr val="00ABAB"/>
            </a:solidFill>
            <a:ln w="6390" cap="flat">
              <a:noFill/>
              <a:prstDash val="solid"/>
              <a:miter/>
            </a:ln>
          </p:spPr>
          <p:txBody>
            <a:bodyPr rtlCol="0" anchor="ctr"/>
            <a:lstStyle/>
            <a:p>
              <a:endParaRPr lang="en-US"/>
            </a:p>
          </p:txBody>
        </p:sp>
        <p:sp>
          <p:nvSpPr>
            <p:cNvPr id="1482" name="Graphic 1100">
              <a:extLst>
                <a:ext uri="{FF2B5EF4-FFF2-40B4-BE49-F238E27FC236}">
                  <a16:creationId xmlns:a16="http://schemas.microsoft.com/office/drawing/2014/main" id="{960734BE-A22F-764A-84DE-99BDC61E333A}"/>
                </a:ext>
              </a:extLst>
            </p:cNvPr>
            <p:cNvSpPr/>
            <p:nvPr/>
          </p:nvSpPr>
          <p:spPr>
            <a:xfrm>
              <a:off x="6147119" y="33436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61349 w 362309"/>
                <a:gd name="connsiteY6" fmla="*/ 284087 h 361971"/>
                <a:gd name="connsiteX7" fmla="*/ 254959 w 362309"/>
                <a:gd name="connsiteY7" fmla="*/ 290471 h 361971"/>
                <a:gd name="connsiteX8" fmla="*/ 107990 w 362309"/>
                <a:gd name="connsiteY8" fmla="*/ 290471 h 361971"/>
                <a:gd name="connsiteX9" fmla="*/ 101600 w 362309"/>
                <a:gd name="connsiteY9" fmla="*/ 284087 h 361971"/>
                <a:gd name="connsiteX10" fmla="*/ 101600 w 362309"/>
                <a:gd name="connsiteY10" fmla="*/ 78523 h 361971"/>
                <a:gd name="connsiteX11" fmla="*/ 107990 w 362309"/>
                <a:gd name="connsiteY11" fmla="*/ 72139 h 361971"/>
                <a:gd name="connsiteX12" fmla="*/ 203839 w 362309"/>
                <a:gd name="connsiteY12" fmla="*/ 72139 h 361971"/>
                <a:gd name="connsiteX13" fmla="*/ 206395 w 362309"/>
                <a:gd name="connsiteY13" fmla="*/ 72778 h 361971"/>
                <a:gd name="connsiteX14" fmla="*/ 208312 w 362309"/>
                <a:gd name="connsiteY14" fmla="*/ 74054 h 361971"/>
                <a:gd name="connsiteX15" fmla="*/ 259431 w 362309"/>
                <a:gd name="connsiteY15" fmla="*/ 125765 h 361971"/>
                <a:gd name="connsiteX16" fmla="*/ 260709 w 362309"/>
                <a:gd name="connsiteY16" fmla="*/ 127680 h 361971"/>
                <a:gd name="connsiteX17" fmla="*/ 261349 w 362309"/>
                <a:gd name="connsiteY17" fmla="*/ 130233 h 361971"/>
                <a:gd name="connsiteX18" fmla="*/ 261349 w 362309"/>
                <a:gd name="connsiteY18" fmla="*/ 28408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1077"/>
                    <a:pt x="281157" y="0"/>
                    <a:pt x="181474" y="0"/>
                  </a:cubicBezTo>
                  <a:close/>
                  <a:moveTo>
                    <a:pt x="261349" y="284087"/>
                  </a:moveTo>
                  <a:cubicBezTo>
                    <a:pt x="261349" y="287917"/>
                    <a:pt x="258792" y="290471"/>
                    <a:pt x="254959" y="290471"/>
                  </a:cubicBezTo>
                  <a:lnTo>
                    <a:pt x="107990" y="290471"/>
                  </a:lnTo>
                  <a:cubicBezTo>
                    <a:pt x="104156" y="290471"/>
                    <a:pt x="101600" y="287917"/>
                    <a:pt x="101600" y="284087"/>
                  </a:cubicBezTo>
                  <a:lnTo>
                    <a:pt x="101600" y="78523"/>
                  </a:lnTo>
                  <a:cubicBezTo>
                    <a:pt x="101600" y="74693"/>
                    <a:pt x="104156" y="72139"/>
                    <a:pt x="107990" y="72139"/>
                  </a:cubicBezTo>
                  <a:lnTo>
                    <a:pt x="203839" y="72139"/>
                  </a:lnTo>
                  <a:cubicBezTo>
                    <a:pt x="204478" y="72139"/>
                    <a:pt x="205756" y="72139"/>
                    <a:pt x="206395" y="72778"/>
                  </a:cubicBezTo>
                  <a:cubicBezTo>
                    <a:pt x="207034" y="73416"/>
                    <a:pt x="207673" y="73416"/>
                    <a:pt x="208312" y="74054"/>
                  </a:cubicBezTo>
                  <a:lnTo>
                    <a:pt x="259431" y="125765"/>
                  </a:lnTo>
                  <a:cubicBezTo>
                    <a:pt x="260071" y="126403"/>
                    <a:pt x="260709" y="127041"/>
                    <a:pt x="260709" y="127680"/>
                  </a:cubicBezTo>
                  <a:cubicBezTo>
                    <a:pt x="261349" y="128318"/>
                    <a:pt x="261349" y="129595"/>
                    <a:pt x="261349" y="130233"/>
                  </a:cubicBezTo>
                  <a:lnTo>
                    <a:pt x="261349" y="284087"/>
                  </a:lnTo>
                  <a:close/>
                </a:path>
              </a:pathLst>
            </a:custGeom>
            <a:solidFill>
              <a:srgbClr val="00ABAB"/>
            </a:solidFill>
            <a:ln w="6390" cap="flat">
              <a:noFill/>
              <a:prstDash val="solid"/>
              <a:miter/>
            </a:ln>
          </p:spPr>
          <p:txBody>
            <a:bodyPr rtlCol="0" anchor="ctr"/>
            <a:lstStyle/>
            <a:p>
              <a:endParaRPr lang="en-US"/>
            </a:p>
          </p:txBody>
        </p:sp>
      </p:grpSp>
      <p:grpSp>
        <p:nvGrpSpPr>
          <p:cNvPr id="1483" name="Graphic 1100">
            <a:extLst>
              <a:ext uri="{FF2B5EF4-FFF2-40B4-BE49-F238E27FC236}">
                <a16:creationId xmlns:a16="http://schemas.microsoft.com/office/drawing/2014/main" id="{0DA805E7-C0C7-5E47-BF2F-DC952550A66F}"/>
              </a:ext>
            </a:extLst>
          </p:cNvPr>
          <p:cNvGrpSpPr/>
          <p:nvPr/>
        </p:nvGrpSpPr>
        <p:grpSpPr>
          <a:xfrm>
            <a:off x="6147119" y="1897007"/>
            <a:ext cx="362309" cy="361971"/>
            <a:chOff x="6147119" y="1897007"/>
            <a:chExt cx="362309" cy="361971"/>
          </a:xfrm>
          <a:solidFill>
            <a:srgbClr val="00ABAB"/>
          </a:solidFill>
        </p:grpSpPr>
        <p:sp>
          <p:nvSpPr>
            <p:cNvPr id="1484" name="Graphic 1100">
              <a:extLst>
                <a:ext uri="{FF2B5EF4-FFF2-40B4-BE49-F238E27FC236}">
                  <a16:creationId xmlns:a16="http://schemas.microsoft.com/office/drawing/2014/main" id="{3EB171EB-D4DC-8646-B701-EC45D4506A7A}"/>
                </a:ext>
              </a:extLst>
            </p:cNvPr>
            <p:cNvSpPr/>
            <p:nvPr/>
          </p:nvSpPr>
          <p:spPr>
            <a:xfrm>
              <a:off x="6356709" y="1990213"/>
              <a:ext cx="30032" cy="30004"/>
            </a:xfrm>
            <a:custGeom>
              <a:avLst/>
              <a:gdLst>
                <a:gd name="connsiteX0" fmla="*/ 0 w 30032"/>
                <a:gd name="connsiteY0" fmla="*/ 0 h 30004"/>
                <a:gd name="connsiteX1" fmla="*/ 0 w 30032"/>
                <a:gd name="connsiteY1" fmla="*/ 30005 h 30004"/>
                <a:gd name="connsiteX2" fmla="*/ 30033 w 30032"/>
                <a:gd name="connsiteY2" fmla="*/ 30005 h 30004"/>
              </a:gdLst>
              <a:ahLst/>
              <a:cxnLst>
                <a:cxn ang="0">
                  <a:pos x="connsiteX0" y="connsiteY0"/>
                </a:cxn>
                <a:cxn ang="0">
                  <a:pos x="connsiteX1" y="connsiteY1"/>
                </a:cxn>
                <a:cxn ang="0">
                  <a:pos x="connsiteX2" y="connsiteY2"/>
                </a:cxn>
              </a:cxnLst>
              <a:rect l="l" t="t" r="r" b="b"/>
              <a:pathLst>
                <a:path w="30032" h="30004">
                  <a:moveTo>
                    <a:pt x="0" y="0"/>
                  </a:moveTo>
                  <a:lnTo>
                    <a:pt x="0" y="30005"/>
                  </a:lnTo>
                  <a:lnTo>
                    <a:pt x="30033" y="30005"/>
                  </a:lnTo>
                  <a:close/>
                </a:path>
              </a:pathLst>
            </a:custGeom>
            <a:solidFill>
              <a:srgbClr val="00ABAB"/>
            </a:solidFill>
            <a:ln w="6390" cap="flat">
              <a:noFill/>
              <a:prstDash val="solid"/>
              <a:miter/>
            </a:ln>
          </p:spPr>
          <p:txBody>
            <a:bodyPr rtlCol="0" anchor="ctr"/>
            <a:lstStyle/>
            <a:p>
              <a:endParaRPr lang="en-US"/>
            </a:p>
          </p:txBody>
        </p:sp>
        <p:sp>
          <p:nvSpPr>
            <p:cNvPr id="1485" name="Graphic 1100">
              <a:extLst>
                <a:ext uri="{FF2B5EF4-FFF2-40B4-BE49-F238E27FC236}">
                  <a16:creationId xmlns:a16="http://schemas.microsoft.com/office/drawing/2014/main" id="{E69166A5-87F6-5348-BD2D-8B1376D8F328}"/>
                </a:ext>
              </a:extLst>
            </p:cNvPr>
            <p:cNvSpPr/>
            <p:nvPr/>
          </p:nvSpPr>
          <p:spPr>
            <a:xfrm>
              <a:off x="6314535" y="2071928"/>
              <a:ext cx="29393" cy="36388"/>
            </a:xfrm>
            <a:custGeom>
              <a:avLst/>
              <a:gdLst>
                <a:gd name="connsiteX0" fmla="*/ 0 w 29393"/>
                <a:gd name="connsiteY0" fmla="*/ 36389 h 36388"/>
                <a:gd name="connsiteX1" fmla="*/ 29394 w 29393"/>
                <a:gd name="connsiteY1" fmla="*/ 18514 h 36388"/>
                <a:gd name="connsiteX2" fmla="*/ 0 w 29393"/>
                <a:gd name="connsiteY2" fmla="*/ 0 h 36388"/>
              </a:gdLst>
              <a:ahLst/>
              <a:cxnLst>
                <a:cxn ang="0">
                  <a:pos x="connsiteX0" y="connsiteY0"/>
                </a:cxn>
                <a:cxn ang="0">
                  <a:pos x="connsiteX1" y="connsiteY1"/>
                </a:cxn>
                <a:cxn ang="0">
                  <a:pos x="connsiteX2" y="connsiteY2"/>
                </a:cxn>
              </a:cxnLst>
              <a:rect l="l" t="t" r="r" b="b"/>
              <a:pathLst>
                <a:path w="29393" h="36388">
                  <a:moveTo>
                    <a:pt x="0" y="36389"/>
                  </a:moveTo>
                  <a:lnTo>
                    <a:pt x="29394" y="18514"/>
                  </a:lnTo>
                  <a:lnTo>
                    <a:pt x="0" y="0"/>
                  </a:lnTo>
                  <a:close/>
                </a:path>
              </a:pathLst>
            </a:custGeom>
            <a:solidFill>
              <a:srgbClr val="00ABAB"/>
            </a:solidFill>
            <a:ln w="6390" cap="flat">
              <a:noFill/>
              <a:prstDash val="solid"/>
              <a:miter/>
            </a:ln>
          </p:spPr>
          <p:txBody>
            <a:bodyPr rtlCol="0" anchor="ctr"/>
            <a:lstStyle/>
            <a:p>
              <a:endParaRPr lang="en-US"/>
            </a:p>
          </p:txBody>
        </p:sp>
        <p:sp>
          <p:nvSpPr>
            <p:cNvPr id="1486" name="Graphic 1100">
              <a:extLst>
                <a:ext uri="{FF2B5EF4-FFF2-40B4-BE49-F238E27FC236}">
                  <a16:creationId xmlns:a16="http://schemas.microsoft.com/office/drawing/2014/main" id="{D8E58FE9-2F39-8045-AF08-985CD63BAFA1}"/>
                </a:ext>
              </a:extLst>
            </p:cNvPr>
            <p:cNvSpPr/>
            <p:nvPr/>
          </p:nvSpPr>
          <p:spPr>
            <a:xfrm>
              <a:off x="6260860" y="1981914"/>
              <a:ext cx="134188" cy="192796"/>
            </a:xfrm>
            <a:custGeom>
              <a:avLst/>
              <a:gdLst>
                <a:gd name="connsiteX0" fmla="*/ 89459 w 134188"/>
                <a:gd name="connsiteY0" fmla="*/ 51072 h 192796"/>
                <a:gd name="connsiteX1" fmla="*/ 83069 w 134188"/>
                <a:gd name="connsiteY1" fmla="*/ 44688 h 192796"/>
                <a:gd name="connsiteX2" fmla="*/ 83069 w 134188"/>
                <a:gd name="connsiteY2" fmla="*/ 0 h 192796"/>
                <a:gd name="connsiteX3" fmla="*/ 0 w 134188"/>
                <a:gd name="connsiteY3" fmla="*/ 0 h 192796"/>
                <a:gd name="connsiteX4" fmla="*/ 0 w 134188"/>
                <a:gd name="connsiteY4" fmla="*/ 192796 h 192796"/>
                <a:gd name="connsiteX5" fmla="*/ 134189 w 134188"/>
                <a:gd name="connsiteY5" fmla="*/ 192796 h 192796"/>
                <a:gd name="connsiteX6" fmla="*/ 134189 w 134188"/>
                <a:gd name="connsiteY6" fmla="*/ 51072 h 192796"/>
                <a:gd name="connsiteX7" fmla="*/ 89459 w 134188"/>
                <a:gd name="connsiteY7" fmla="*/ 51072 h 192796"/>
                <a:gd name="connsiteX8" fmla="*/ 98405 w 134188"/>
                <a:gd name="connsiteY8" fmla="*/ 113635 h 192796"/>
                <a:gd name="connsiteX9" fmla="*/ 50481 w 134188"/>
                <a:gd name="connsiteY9" fmla="*/ 143640 h 192796"/>
                <a:gd name="connsiteX10" fmla="*/ 47286 w 134188"/>
                <a:gd name="connsiteY10" fmla="*/ 144278 h 192796"/>
                <a:gd name="connsiteX11" fmla="*/ 44091 w 134188"/>
                <a:gd name="connsiteY11" fmla="*/ 143640 h 192796"/>
                <a:gd name="connsiteX12" fmla="*/ 40896 w 134188"/>
                <a:gd name="connsiteY12" fmla="*/ 137894 h 192796"/>
                <a:gd name="connsiteX13" fmla="*/ 40896 w 134188"/>
                <a:gd name="connsiteY13" fmla="*/ 78523 h 192796"/>
                <a:gd name="connsiteX14" fmla="*/ 44091 w 134188"/>
                <a:gd name="connsiteY14" fmla="*/ 72777 h 192796"/>
                <a:gd name="connsiteX15" fmla="*/ 50481 w 134188"/>
                <a:gd name="connsiteY15" fmla="*/ 72777 h 192796"/>
                <a:gd name="connsiteX16" fmla="*/ 98405 w 134188"/>
                <a:gd name="connsiteY16" fmla="*/ 102782 h 192796"/>
                <a:gd name="connsiteX17" fmla="*/ 100322 w 134188"/>
                <a:gd name="connsiteY17" fmla="*/ 111720 h 192796"/>
                <a:gd name="connsiteX18" fmla="*/ 98405 w 134188"/>
                <a:gd name="connsiteY18" fmla="*/ 113635 h 192796"/>
                <a:gd name="connsiteX19" fmla="*/ 98405 w 134188"/>
                <a:gd name="connsiteY19" fmla="*/ 113635 h 19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4188" h="192796">
                  <a:moveTo>
                    <a:pt x="89459" y="51072"/>
                  </a:moveTo>
                  <a:cubicBezTo>
                    <a:pt x="85625" y="51072"/>
                    <a:pt x="83069" y="48518"/>
                    <a:pt x="83069" y="44688"/>
                  </a:cubicBezTo>
                  <a:lnTo>
                    <a:pt x="83069" y="0"/>
                  </a:lnTo>
                  <a:lnTo>
                    <a:pt x="0" y="0"/>
                  </a:lnTo>
                  <a:lnTo>
                    <a:pt x="0" y="192796"/>
                  </a:lnTo>
                  <a:lnTo>
                    <a:pt x="134189" y="192796"/>
                  </a:lnTo>
                  <a:lnTo>
                    <a:pt x="134189" y="51072"/>
                  </a:lnTo>
                  <a:lnTo>
                    <a:pt x="89459" y="51072"/>
                  </a:lnTo>
                  <a:close/>
                  <a:moveTo>
                    <a:pt x="98405" y="113635"/>
                  </a:moveTo>
                  <a:lnTo>
                    <a:pt x="50481" y="143640"/>
                  </a:lnTo>
                  <a:cubicBezTo>
                    <a:pt x="49203" y="144278"/>
                    <a:pt x="48564" y="144916"/>
                    <a:pt x="47286" y="144278"/>
                  </a:cubicBezTo>
                  <a:cubicBezTo>
                    <a:pt x="46008" y="144278"/>
                    <a:pt x="45369" y="144278"/>
                    <a:pt x="44091" y="143640"/>
                  </a:cubicBezTo>
                  <a:cubicBezTo>
                    <a:pt x="42174" y="142363"/>
                    <a:pt x="40896" y="140448"/>
                    <a:pt x="40896" y="137894"/>
                  </a:cubicBezTo>
                  <a:lnTo>
                    <a:pt x="40896" y="78523"/>
                  </a:lnTo>
                  <a:cubicBezTo>
                    <a:pt x="40896" y="75969"/>
                    <a:pt x="42174" y="74054"/>
                    <a:pt x="44091" y="72777"/>
                  </a:cubicBezTo>
                  <a:cubicBezTo>
                    <a:pt x="46008" y="71500"/>
                    <a:pt x="48564" y="71500"/>
                    <a:pt x="50481" y="72777"/>
                  </a:cubicBezTo>
                  <a:lnTo>
                    <a:pt x="98405" y="102782"/>
                  </a:lnTo>
                  <a:cubicBezTo>
                    <a:pt x="101600" y="104697"/>
                    <a:pt x="102239" y="108528"/>
                    <a:pt x="100322" y="111720"/>
                  </a:cubicBezTo>
                  <a:cubicBezTo>
                    <a:pt x="99683" y="112358"/>
                    <a:pt x="99044" y="112996"/>
                    <a:pt x="98405" y="113635"/>
                  </a:cubicBezTo>
                  <a:lnTo>
                    <a:pt x="98405" y="113635"/>
                  </a:lnTo>
                  <a:close/>
                </a:path>
              </a:pathLst>
            </a:custGeom>
            <a:solidFill>
              <a:srgbClr val="00ABAB"/>
            </a:solidFill>
            <a:ln w="6390" cap="flat">
              <a:noFill/>
              <a:prstDash val="solid"/>
              <a:miter/>
            </a:ln>
          </p:spPr>
          <p:txBody>
            <a:bodyPr rtlCol="0" anchor="ctr"/>
            <a:lstStyle/>
            <a:p>
              <a:endParaRPr lang="en-US"/>
            </a:p>
          </p:txBody>
        </p:sp>
        <p:sp>
          <p:nvSpPr>
            <p:cNvPr id="1487" name="Graphic 1100">
              <a:extLst>
                <a:ext uri="{FF2B5EF4-FFF2-40B4-BE49-F238E27FC236}">
                  <a16:creationId xmlns:a16="http://schemas.microsoft.com/office/drawing/2014/main" id="{A30C11F0-D894-B94E-B5A6-D180CA4B96BA}"/>
                </a:ext>
              </a:extLst>
            </p:cNvPr>
            <p:cNvSpPr/>
            <p:nvPr/>
          </p:nvSpPr>
          <p:spPr>
            <a:xfrm>
              <a:off x="6147119" y="189700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61349 w 362309"/>
                <a:gd name="connsiteY7" fmla="*/ 284087 h 361971"/>
                <a:gd name="connsiteX8" fmla="*/ 254959 w 362309"/>
                <a:gd name="connsiteY8" fmla="*/ 290471 h 361971"/>
                <a:gd name="connsiteX9" fmla="*/ 107990 w 362309"/>
                <a:gd name="connsiteY9" fmla="*/ 290471 h 361971"/>
                <a:gd name="connsiteX10" fmla="*/ 101600 w 362309"/>
                <a:gd name="connsiteY10" fmla="*/ 284087 h 361971"/>
                <a:gd name="connsiteX11" fmla="*/ 101600 w 362309"/>
                <a:gd name="connsiteY11" fmla="*/ 78523 h 361971"/>
                <a:gd name="connsiteX12" fmla="*/ 107990 w 362309"/>
                <a:gd name="connsiteY12" fmla="*/ 72139 h 361971"/>
                <a:gd name="connsiteX13" fmla="*/ 203839 w 362309"/>
                <a:gd name="connsiteY13" fmla="*/ 72139 h 361971"/>
                <a:gd name="connsiteX14" fmla="*/ 206395 w 362309"/>
                <a:gd name="connsiteY14" fmla="*/ 72777 h 361971"/>
                <a:gd name="connsiteX15" fmla="*/ 208312 w 362309"/>
                <a:gd name="connsiteY15" fmla="*/ 74054 h 361971"/>
                <a:gd name="connsiteX16" fmla="*/ 259431 w 362309"/>
                <a:gd name="connsiteY16" fmla="*/ 125126 h 361971"/>
                <a:gd name="connsiteX17" fmla="*/ 260709 w 362309"/>
                <a:gd name="connsiteY17" fmla="*/ 127041 h 361971"/>
                <a:gd name="connsiteX18" fmla="*/ 261349 w 362309"/>
                <a:gd name="connsiteY18" fmla="*/ 129595 h 361971"/>
                <a:gd name="connsiteX19" fmla="*/ 261349 w 362309"/>
                <a:gd name="connsiteY19" fmla="*/ 28408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lnTo>
                    <a:pt x="181474" y="0"/>
                  </a:lnTo>
                  <a:close/>
                  <a:moveTo>
                    <a:pt x="261349" y="284087"/>
                  </a:moveTo>
                  <a:cubicBezTo>
                    <a:pt x="261349" y="287918"/>
                    <a:pt x="258792" y="290471"/>
                    <a:pt x="254959" y="290471"/>
                  </a:cubicBezTo>
                  <a:lnTo>
                    <a:pt x="107990" y="290471"/>
                  </a:lnTo>
                  <a:cubicBezTo>
                    <a:pt x="104156" y="290471"/>
                    <a:pt x="101600" y="287918"/>
                    <a:pt x="101600" y="284087"/>
                  </a:cubicBezTo>
                  <a:lnTo>
                    <a:pt x="101600" y="78523"/>
                  </a:lnTo>
                  <a:cubicBezTo>
                    <a:pt x="101600" y="74693"/>
                    <a:pt x="104156" y="72139"/>
                    <a:pt x="107990" y="72139"/>
                  </a:cubicBezTo>
                  <a:lnTo>
                    <a:pt x="203839" y="72139"/>
                  </a:lnTo>
                  <a:cubicBezTo>
                    <a:pt x="204478" y="72139"/>
                    <a:pt x="205756" y="72139"/>
                    <a:pt x="206395" y="72777"/>
                  </a:cubicBezTo>
                  <a:cubicBezTo>
                    <a:pt x="207034" y="73416"/>
                    <a:pt x="207673" y="73416"/>
                    <a:pt x="208312" y="74054"/>
                  </a:cubicBezTo>
                  <a:lnTo>
                    <a:pt x="259431" y="125126"/>
                  </a:lnTo>
                  <a:cubicBezTo>
                    <a:pt x="260071" y="125765"/>
                    <a:pt x="260709" y="126403"/>
                    <a:pt x="260709" y="127041"/>
                  </a:cubicBezTo>
                  <a:cubicBezTo>
                    <a:pt x="261349" y="127680"/>
                    <a:pt x="261349" y="128957"/>
                    <a:pt x="261349" y="129595"/>
                  </a:cubicBezTo>
                  <a:lnTo>
                    <a:pt x="261349" y="284087"/>
                  </a:lnTo>
                  <a:close/>
                </a:path>
              </a:pathLst>
            </a:custGeom>
            <a:solidFill>
              <a:srgbClr val="00ABAB"/>
            </a:solidFill>
            <a:ln w="6390" cap="flat">
              <a:noFill/>
              <a:prstDash val="solid"/>
              <a:miter/>
            </a:ln>
          </p:spPr>
          <p:txBody>
            <a:bodyPr rtlCol="0" anchor="ctr"/>
            <a:lstStyle/>
            <a:p>
              <a:endParaRPr lang="en-US"/>
            </a:p>
          </p:txBody>
        </p:sp>
      </p:grpSp>
      <p:grpSp>
        <p:nvGrpSpPr>
          <p:cNvPr id="1488" name="Graphic 1100">
            <a:extLst>
              <a:ext uri="{FF2B5EF4-FFF2-40B4-BE49-F238E27FC236}">
                <a16:creationId xmlns:a16="http://schemas.microsoft.com/office/drawing/2014/main" id="{9428A0C4-A475-8E4E-8BCA-B59E51792C22}"/>
              </a:ext>
            </a:extLst>
          </p:cNvPr>
          <p:cNvGrpSpPr/>
          <p:nvPr/>
        </p:nvGrpSpPr>
        <p:grpSpPr>
          <a:xfrm>
            <a:off x="6147119" y="2859711"/>
            <a:ext cx="362309" cy="361971"/>
            <a:chOff x="6147119" y="2859711"/>
            <a:chExt cx="362309" cy="361971"/>
          </a:xfrm>
          <a:solidFill>
            <a:srgbClr val="00ABAB"/>
          </a:solidFill>
        </p:grpSpPr>
        <p:sp>
          <p:nvSpPr>
            <p:cNvPr id="1489" name="Graphic 1100">
              <a:extLst>
                <a:ext uri="{FF2B5EF4-FFF2-40B4-BE49-F238E27FC236}">
                  <a16:creationId xmlns:a16="http://schemas.microsoft.com/office/drawing/2014/main" id="{EABE0A3B-FD72-AA48-8386-55A4EC569023}"/>
                </a:ext>
              </a:extLst>
            </p:cNvPr>
            <p:cNvSpPr/>
            <p:nvPr/>
          </p:nvSpPr>
          <p:spPr>
            <a:xfrm>
              <a:off x="6356709" y="2952917"/>
              <a:ext cx="30032" cy="30004"/>
            </a:xfrm>
            <a:custGeom>
              <a:avLst/>
              <a:gdLst>
                <a:gd name="connsiteX0" fmla="*/ 0 w 30032"/>
                <a:gd name="connsiteY0" fmla="*/ 0 h 30004"/>
                <a:gd name="connsiteX1" fmla="*/ 0 w 30032"/>
                <a:gd name="connsiteY1" fmla="*/ 30005 h 30004"/>
                <a:gd name="connsiteX2" fmla="*/ 30033 w 30032"/>
                <a:gd name="connsiteY2" fmla="*/ 30005 h 30004"/>
              </a:gdLst>
              <a:ahLst/>
              <a:cxnLst>
                <a:cxn ang="0">
                  <a:pos x="connsiteX0" y="connsiteY0"/>
                </a:cxn>
                <a:cxn ang="0">
                  <a:pos x="connsiteX1" y="connsiteY1"/>
                </a:cxn>
                <a:cxn ang="0">
                  <a:pos x="connsiteX2" y="connsiteY2"/>
                </a:cxn>
              </a:cxnLst>
              <a:rect l="l" t="t" r="r" b="b"/>
              <a:pathLst>
                <a:path w="30032" h="30004">
                  <a:moveTo>
                    <a:pt x="0" y="0"/>
                  </a:moveTo>
                  <a:lnTo>
                    <a:pt x="0" y="30005"/>
                  </a:lnTo>
                  <a:lnTo>
                    <a:pt x="30033" y="30005"/>
                  </a:lnTo>
                  <a:close/>
                </a:path>
              </a:pathLst>
            </a:custGeom>
            <a:solidFill>
              <a:srgbClr val="00ABAB"/>
            </a:solidFill>
            <a:ln w="6390" cap="flat">
              <a:noFill/>
              <a:prstDash val="solid"/>
              <a:miter/>
            </a:ln>
          </p:spPr>
          <p:txBody>
            <a:bodyPr rtlCol="0" anchor="ctr"/>
            <a:lstStyle/>
            <a:p>
              <a:endParaRPr lang="en-US"/>
            </a:p>
          </p:txBody>
        </p:sp>
        <p:sp>
          <p:nvSpPr>
            <p:cNvPr id="1490" name="Graphic 1100">
              <a:extLst>
                <a:ext uri="{FF2B5EF4-FFF2-40B4-BE49-F238E27FC236}">
                  <a16:creationId xmlns:a16="http://schemas.microsoft.com/office/drawing/2014/main" id="{A2924E57-B892-984C-A9BA-303466E7107F}"/>
                </a:ext>
              </a:extLst>
            </p:cNvPr>
            <p:cNvSpPr/>
            <p:nvPr/>
          </p:nvSpPr>
          <p:spPr>
            <a:xfrm>
              <a:off x="6260860" y="2943980"/>
              <a:ext cx="134188" cy="192796"/>
            </a:xfrm>
            <a:custGeom>
              <a:avLst/>
              <a:gdLst>
                <a:gd name="connsiteX0" fmla="*/ 89459 w 134188"/>
                <a:gd name="connsiteY0" fmla="*/ 51710 h 192796"/>
                <a:gd name="connsiteX1" fmla="*/ 83069 w 134188"/>
                <a:gd name="connsiteY1" fmla="*/ 45326 h 192796"/>
                <a:gd name="connsiteX2" fmla="*/ 83069 w 134188"/>
                <a:gd name="connsiteY2" fmla="*/ 0 h 192796"/>
                <a:gd name="connsiteX3" fmla="*/ 0 w 134188"/>
                <a:gd name="connsiteY3" fmla="*/ 0 h 192796"/>
                <a:gd name="connsiteX4" fmla="*/ 0 w 134188"/>
                <a:gd name="connsiteY4" fmla="*/ 192796 h 192796"/>
                <a:gd name="connsiteX5" fmla="*/ 134189 w 134188"/>
                <a:gd name="connsiteY5" fmla="*/ 192796 h 192796"/>
                <a:gd name="connsiteX6" fmla="*/ 134189 w 134188"/>
                <a:gd name="connsiteY6" fmla="*/ 51710 h 192796"/>
                <a:gd name="connsiteX7" fmla="*/ 89459 w 134188"/>
                <a:gd name="connsiteY7" fmla="*/ 51710 h 192796"/>
                <a:gd name="connsiteX8" fmla="*/ 104795 w 134188"/>
                <a:gd name="connsiteY8" fmla="*/ 128318 h 192796"/>
                <a:gd name="connsiteX9" fmla="*/ 74124 w 134188"/>
                <a:gd name="connsiteY9" fmla="*/ 128318 h 192796"/>
                <a:gd name="connsiteX10" fmla="*/ 74124 w 134188"/>
                <a:gd name="connsiteY10" fmla="*/ 158961 h 192796"/>
                <a:gd name="connsiteX11" fmla="*/ 67734 w 134188"/>
                <a:gd name="connsiteY11" fmla="*/ 165345 h 192796"/>
                <a:gd name="connsiteX12" fmla="*/ 61344 w 134188"/>
                <a:gd name="connsiteY12" fmla="*/ 158961 h 192796"/>
                <a:gd name="connsiteX13" fmla="*/ 61344 w 134188"/>
                <a:gd name="connsiteY13" fmla="*/ 128318 h 192796"/>
                <a:gd name="connsiteX14" fmla="*/ 30672 w 134188"/>
                <a:gd name="connsiteY14" fmla="*/ 128318 h 192796"/>
                <a:gd name="connsiteX15" fmla="*/ 24282 w 134188"/>
                <a:gd name="connsiteY15" fmla="*/ 121934 h 192796"/>
                <a:gd name="connsiteX16" fmla="*/ 30672 w 134188"/>
                <a:gd name="connsiteY16" fmla="*/ 115550 h 192796"/>
                <a:gd name="connsiteX17" fmla="*/ 61344 w 134188"/>
                <a:gd name="connsiteY17" fmla="*/ 115550 h 192796"/>
                <a:gd name="connsiteX18" fmla="*/ 61344 w 134188"/>
                <a:gd name="connsiteY18" fmla="*/ 84907 h 192796"/>
                <a:gd name="connsiteX19" fmla="*/ 67734 w 134188"/>
                <a:gd name="connsiteY19" fmla="*/ 78523 h 192796"/>
                <a:gd name="connsiteX20" fmla="*/ 74124 w 134188"/>
                <a:gd name="connsiteY20" fmla="*/ 84907 h 192796"/>
                <a:gd name="connsiteX21" fmla="*/ 74124 w 134188"/>
                <a:gd name="connsiteY21" fmla="*/ 115550 h 192796"/>
                <a:gd name="connsiteX22" fmla="*/ 104795 w 134188"/>
                <a:gd name="connsiteY22" fmla="*/ 115550 h 192796"/>
                <a:gd name="connsiteX23" fmla="*/ 111185 w 134188"/>
                <a:gd name="connsiteY23" fmla="*/ 121934 h 192796"/>
                <a:gd name="connsiteX24" fmla="*/ 104795 w 134188"/>
                <a:gd name="connsiteY24" fmla="*/ 128318 h 19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4188" h="192796">
                  <a:moveTo>
                    <a:pt x="89459" y="51710"/>
                  </a:moveTo>
                  <a:cubicBezTo>
                    <a:pt x="85625" y="51710"/>
                    <a:pt x="83069" y="49157"/>
                    <a:pt x="83069" y="45326"/>
                  </a:cubicBezTo>
                  <a:lnTo>
                    <a:pt x="83069" y="0"/>
                  </a:lnTo>
                  <a:lnTo>
                    <a:pt x="0" y="0"/>
                  </a:lnTo>
                  <a:lnTo>
                    <a:pt x="0" y="192796"/>
                  </a:lnTo>
                  <a:lnTo>
                    <a:pt x="134189" y="192796"/>
                  </a:lnTo>
                  <a:lnTo>
                    <a:pt x="134189" y="51710"/>
                  </a:lnTo>
                  <a:lnTo>
                    <a:pt x="89459" y="51710"/>
                  </a:lnTo>
                  <a:close/>
                  <a:moveTo>
                    <a:pt x="104795" y="128318"/>
                  </a:moveTo>
                  <a:lnTo>
                    <a:pt x="74124" y="128318"/>
                  </a:lnTo>
                  <a:lnTo>
                    <a:pt x="74124" y="158961"/>
                  </a:lnTo>
                  <a:cubicBezTo>
                    <a:pt x="74124" y="162792"/>
                    <a:pt x="71567" y="165345"/>
                    <a:pt x="67734" y="165345"/>
                  </a:cubicBezTo>
                  <a:cubicBezTo>
                    <a:pt x="63899" y="165345"/>
                    <a:pt x="61344" y="162792"/>
                    <a:pt x="61344" y="158961"/>
                  </a:cubicBezTo>
                  <a:lnTo>
                    <a:pt x="61344" y="128318"/>
                  </a:lnTo>
                  <a:lnTo>
                    <a:pt x="30672" y="128318"/>
                  </a:lnTo>
                  <a:cubicBezTo>
                    <a:pt x="26838" y="128318"/>
                    <a:pt x="24282" y="125765"/>
                    <a:pt x="24282" y="121934"/>
                  </a:cubicBezTo>
                  <a:cubicBezTo>
                    <a:pt x="24282" y="118104"/>
                    <a:pt x="26838" y="115550"/>
                    <a:pt x="30672" y="115550"/>
                  </a:cubicBezTo>
                  <a:lnTo>
                    <a:pt x="61344" y="115550"/>
                  </a:lnTo>
                  <a:lnTo>
                    <a:pt x="61344" y="84907"/>
                  </a:lnTo>
                  <a:cubicBezTo>
                    <a:pt x="61344" y="81077"/>
                    <a:pt x="63899" y="78523"/>
                    <a:pt x="67734" y="78523"/>
                  </a:cubicBezTo>
                  <a:cubicBezTo>
                    <a:pt x="71567" y="78523"/>
                    <a:pt x="74124" y="81077"/>
                    <a:pt x="74124" y="84907"/>
                  </a:cubicBezTo>
                  <a:lnTo>
                    <a:pt x="74124" y="115550"/>
                  </a:lnTo>
                  <a:lnTo>
                    <a:pt x="104795" y="115550"/>
                  </a:lnTo>
                  <a:cubicBezTo>
                    <a:pt x="108629" y="115550"/>
                    <a:pt x="111185" y="118104"/>
                    <a:pt x="111185" y="121934"/>
                  </a:cubicBezTo>
                  <a:cubicBezTo>
                    <a:pt x="111185" y="125765"/>
                    <a:pt x="108629" y="128318"/>
                    <a:pt x="104795" y="128318"/>
                  </a:cubicBezTo>
                  <a:close/>
                </a:path>
              </a:pathLst>
            </a:custGeom>
            <a:solidFill>
              <a:srgbClr val="00ABAB"/>
            </a:solidFill>
            <a:ln w="6390" cap="flat">
              <a:noFill/>
              <a:prstDash val="solid"/>
              <a:miter/>
            </a:ln>
          </p:spPr>
          <p:txBody>
            <a:bodyPr rtlCol="0" anchor="ctr"/>
            <a:lstStyle/>
            <a:p>
              <a:endParaRPr lang="en-US"/>
            </a:p>
          </p:txBody>
        </p:sp>
        <p:sp>
          <p:nvSpPr>
            <p:cNvPr id="1491" name="Graphic 1100">
              <a:extLst>
                <a:ext uri="{FF2B5EF4-FFF2-40B4-BE49-F238E27FC236}">
                  <a16:creationId xmlns:a16="http://schemas.microsoft.com/office/drawing/2014/main" id="{D1D0A449-6286-D249-AFEB-F51421A4D838}"/>
                </a:ext>
              </a:extLst>
            </p:cNvPr>
            <p:cNvSpPr/>
            <p:nvPr/>
          </p:nvSpPr>
          <p:spPr>
            <a:xfrm>
              <a:off x="6147119" y="2859711"/>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61349 w 362309"/>
                <a:gd name="connsiteY6" fmla="*/ 283449 h 361971"/>
                <a:gd name="connsiteX7" fmla="*/ 254959 w 362309"/>
                <a:gd name="connsiteY7" fmla="*/ 289833 h 361971"/>
                <a:gd name="connsiteX8" fmla="*/ 107990 w 362309"/>
                <a:gd name="connsiteY8" fmla="*/ 289833 h 361971"/>
                <a:gd name="connsiteX9" fmla="*/ 101600 w 362309"/>
                <a:gd name="connsiteY9" fmla="*/ 283449 h 361971"/>
                <a:gd name="connsiteX10" fmla="*/ 101600 w 362309"/>
                <a:gd name="connsiteY10" fmla="*/ 77884 h 361971"/>
                <a:gd name="connsiteX11" fmla="*/ 107990 w 362309"/>
                <a:gd name="connsiteY11" fmla="*/ 71500 h 361971"/>
                <a:gd name="connsiteX12" fmla="*/ 203839 w 362309"/>
                <a:gd name="connsiteY12" fmla="*/ 71500 h 361971"/>
                <a:gd name="connsiteX13" fmla="*/ 206395 w 362309"/>
                <a:gd name="connsiteY13" fmla="*/ 72139 h 361971"/>
                <a:gd name="connsiteX14" fmla="*/ 208312 w 362309"/>
                <a:gd name="connsiteY14" fmla="*/ 73416 h 361971"/>
                <a:gd name="connsiteX15" fmla="*/ 259431 w 362309"/>
                <a:gd name="connsiteY15" fmla="*/ 124488 h 361971"/>
                <a:gd name="connsiteX16" fmla="*/ 260709 w 362309"/>
                <a:gd name="connsiteY16" fmla="*/ 126403 h 361971"/>
                <a:gd name="connsiteX17" fmla="*/ 261349 w 362309"/>
                <a:gd name="connsiteY17" fmla="*/ 128956 h 361971"/>
                <a:gd name="connsiteX18" fmla="*/ 261349 w 362309"/>
                <a:gd name="connsiteY18" fmla="*/ 28344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2309" h="361971">
                  <a:moveTo>
                    <a:pt x="181474" y="0"/>
                  </a:moveTo>
                  <a:cubicBezTo>
                    <a:pt x="81152" y="0"/>
                    <a:pt x="0" y="81076"/>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1076"/>
                    <a:pt x="281157" y="0"/>
                    <a:pt x="181474" y="0"/>
                  </a:cubicBezTo>
                  <a:close/>
                  <a:moveTo>
                    <a:pt x="261349" y="283449"/>
                  </a:moveTo>
                  <a:cubicBezTo>
                    <a:pt x="261349" y="287279"/>
                    <a:pt x="258792" y="289833"/>
                    <a:pt x="254959" y="289833"/>
                  </a:cubicBezTo>
                  <a:lnTo>
                    <a:pt x="107990" y="289833"/>
                  </a:lnTo>
                  <a:cubicBezTo>
                    <a:pt x="104156" y="289833"/>
                    <a:pt x="101600" y="287279"/>
                    <a:pt x="101600" y="283449"/>
                  </a:cubicBezTo>
                  <a:lnTo>
                    <a:pt x="101600" y="77884"/>
                  </a:lnTo>
                  <a:cubicBezTo>
                    <a:pt x="101600" y="74054"/>
                    <a:pt x="104156" y="71500"/>
                    <a:pt x="107990" y="71500"/>
                  </a:cubicBezTo>
                  <a:lnTo>
                    <a:pt x="203839" y="71500"/>
                  </a:lnTo>
                  <a:cubicBezTo>
                    <a:pt x="204478" y="71500"/>
                    <a:pt x="205756" y="71500"/>
                    <a:pt x="206395" y="72139"/>
                  </a:cubicBezTo>
                  <a:cubicBezTo>
                    <a:pt x="207034" y="72777"/>
                    <a:pt x="207673" y="72777"/>
                    <a:pt x="208312" y="73416"/>
                  </a:cubicBezTo>
                  <a:lnTo>
                    <a:pt x="259431" y="124488"/>
                  </a:lnTo>
                  <a:cubicBezTo>
                    <a:pt x="260071" y="125126"/>
                    <a:pt x="260709" y="125764"/>
                    <a:pt x="260709" y="126403"/>
                  </a:cubicBezTo>
                  <a:cubicBezTo>
                    <a:pt x="261349" y="127041"/>
                    <a:pt x="261349" y="127680"/>
                    <a:pt x="261349" y="128956"/>
                  </a:cubicBezTo>
                  <a:lnTo>
                    <a:pt x="261349" y="283449"/>
                  </a:lnTo>
                  <a:close/>
                </a:path>
              </a:pathLst>
            </a:custGeom>
            <a:solidFill>
              <a:srgbClr val="00ABAB"/>
            </a:solidFill>
            <a:ln w="6390" cap="flat">
              <a:noFill/>
              <a:prstDash val="solid"/>
              <a:miter/>
            </a:ln>
          </p:spPr>
          <p:txBody>
            <a:bodyPr rtlCol="0" anchor="ctr"/>
            <a:lstStyle/>
            <a:p>
              <a:endParaRPr lang="en-US"/>
            </a:p>
          </p:txBody>
        </p:sp>
      </p:grpSp>
      <p:grpSp>
        <p:nvGrpSpPr>
          <p:cNvPr id="1492" name="Graphic 1100">
            <a:extLst>
              <a:ext uri="{FF2B5EF4-FFF2-40B4-BE49-F238E27FC236}">
                <a16:creationId xmlns:a16="http://schemas.microsoft.com/office/drawing/2014/main" id="{7D9D8C02-3720-5146-9F0B-34FFF35359AF}"/>
              </a:ext>
            </a:extLst>
          </p:cNvPr>
          <p:cNvGrpSpPr/>
          <p:nvPr/>
        </p:nvGrpSpPr>
        <p:grpSpPr>
          <a:xfrm>
            <a:off x="5100447" y="2859711"/>
            <a:ext cx="362309" cy="361971"/>
            <a:chOff x="5100447" y="2859711"/>
            <a:chExt cx="362309" cy="361971"/>
          </a:xfrm>
          <a:solidFill>
            <a:srgbClr val="00ABAB"/>
          </a:solidFill>
        </p:grpSpPr>
        <p:sp>
          <p:nvSpPr>
            <p:cNvPr id="1493" name="Graphic 1100">
              <a:extLst>
                <a:ext uri="{FF2B5EF4-FFF2-40B4-BE49-F238E27FC236}">
                  <a16:creationId xmlns:a16="http://schemas.microsoft.com/office/drawing/2014/main" id="{B0A17561-1412-0D4B-A0EF-68A7F1A1F3A4}"/>
                </a:ext>
              </a:extLst>
            </p:cNvPr>
            <p:cNvSpPr/>
            <p:nvPr/>
          </p:nvSpPr>
          <p:spPr>
            <a:xfrm>
              <a:off x="5269781" y="3049954"/>
              <a:ext cx="26837" cy="30643"/>
            </a:xfrm>
            <a:custGeom>
              <a:avLst/>
              <a:gdLst>
                <a:gd name="connsiteX0" fmla="*/ 26838 w 26837"/>
                <a:gd name="connsiteY0" fmla="*/ 15322 h 30643"/>
                <a:gd name="connsiteX1" fmla="*/ 13419 w 26837"/>
                <a:gd name="connsiteY1" fmla="*/ 30643 h 30643"/>
                <a:gd name="connsiteX2" fmla="*/ 0 w 26837"/>
                <a:gd name="connsiteY2" fmla="*/ 15322 h 30643"/>
                <a:gd name="connsiteX3" fmla="*/ 13419 w 26837"/>
                <a:gd name="connsiteY3" fmla="*/ 0 h 30643"/>
                <a:gd name="connsiteX4" fmla="*/ 26838 w 26837"/>
                <a:gd name="connsiteY4" fmla="*/ 15322 h 3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7" h="30643">
                  <a:moveTo>
                    <a:pt x="26838" y="15322"/>
                  </a:moveTo>
                  <a:cubicBezTo>
                    <a:pt x="26838" y="23783"/>
                    <a:pt x="20830" y="30643"/>
                    <a:pt x="13419" y="30643"/>
                  </a:cubicBezTo>
                  <a:cubicBezTo>
                    <a:pt x="6008" y="30643"/>
                    <a:pt x="0" y="23783"/>
                    <a:pt x="0" y="15322"/>
                  </a:cubicBezTo>
                  <a:cubicBezTo>
                    <a:pt x="0" y="6860"/>
                    <a:pt x="6008" y="0"/>
                    <a:pt x="13419" y="0"/>
                  </a:cubicBezTo>
                  <a:cubicBezTo>
                    <a:pt x="20830" y="0"/>
                    <a:pt x="26838" y="6860"/>
                    <a:pt x="26838" y="15322"/>
                  </a:cubicBezTo>
                  <a:close/>
                </a:path>
              </a:pathLst>
            </a:custGeom>
            <a:solidFill>
              <a:srgbClr val="00ABAB"/>
            </a:solidFill>
            <a:ln w="6390" cap="flat">
              <a:noFill/>
              <a:prstDash val="solid"/>
              <a:miter/>
            </a:ln>
          </p:spPr>
          <p:txBody>
            <a:bodyPr rtlCol="0" anchor="ctr"/>
            <a:lstStyle/>
            <a:p>
              <a:endParaRPr lang="en-US"/>
            </a:p>
          </p:txBody>
        </p:sp>
        <p:sp>
          <p:nvSpPr>
            <p:cNvPr id="1494" name="Graphic 1100">
              <a:extLst>
                <a:ext uri="{FF2B5EF4-FFF2-40B4-BE49-F238E27FC236}">
                  <a16:creationId xmlns:a16="http://schemas.microsoft.com/office/drawing/2014/main" id="{AC3F7675-0532-CE4B-A64E-83FC14E30F6B}"/>
                </a:ext>
              </a:extLst>
            </p:cNvPr>
            <p:cNvSpPr/>
            <p:nvPr/>
          </p:nvSpPr>
          <p:spPr>
            <a:xfrm>
              <a:off x="5219300" y="3052508"/>
              <a:ext cx="19809" cy="30004"/>
            </a:xfrm>
            <a:custGeom>
              <a:avLst/>
              <a:gdLst>
                <a:gd name="connsiteX0" fmla="*/ 0 w 19809"/>
                <a:gd name="connsiteY0" fmla="*/ 0 h 30004"/>
                <a:gd name="connsiteX1" fmla="*/ 0 w 19809"/>
                <a:gd name="connsiteY1" fmla="*/ 30005 h 30004"/>
                <a:gd name="connsiteX2" fmla="*/ 15336 w 19809"/>
                <a:gd name="connsiteY2" fmla="*/ 24897 h 30004"/>
                <a:gd name="connsiteX3" fmla="*/ 19809 w 19809"/>
                <a:gd name="connsiteY3" fmla="*/ 14045 h 30004"/>
                <a:gd name="connsiteX4" fmla="*/ 16614 w 19809"/>
                <a:gd name="connsiteY4" fmla="*/ 5746 h 30004"/>
                <a:gd name="connsiteX5" fmla="*/ 0 w 19809"/>
                <a:gd name="connsiteY5" fmla="*/ 0 h 30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09" h="30004">
                  <a:moveTo>
                    <a:pt x="0" y="0"/>
                  </a:moveTo>
                  <a:lnTo>
                    <a:pt x="0" y="30005"/>
                  </a:lnTo>
                  <a:cubicBezTo>
                    <a:pt x="5112" y="30005"/>
                    <a:pt x="10863" y="28089"/>
                    <a:pt x="15336" y="24897"/>
                  </a:cubicBezTo>
                  <a:cubicBezTo>
                    <a:pt x="18531" y="22344"/>
                    <a:pt x="19809" y="17875"/>
                    <a:pt x="19809" y="14045"/>
                  </a:cubicBezTo>
                  <a:cubicBezTo>
                    <a:pt x="19809" y="10853"/>
                    <a:pt x="18531" y="7661"/>
                    <a:pt x="16614" y="5746"/>
                  </a:cubicBezTo>
                  <a:cubicBezTo>
                    <a:pt x="11502" y="1915"/>
                    <a:pt x="5751" y="0"/>
                    <a:pt x="0" y="0"/>
                  </a:cubicBezTo>
                  <a:close/>
                </a:path>
              </a:pathLst>
            </a:custGeom>
            <a:solidFill>
              <a:srgbClr val="00ABAB"/>
            </a:solidFill>
            <a:ln w="6390" cap="flat">
              <a:noFill/>
              <a:prstDash val="solid"/>
              <a:miter/>
            </a:ln>
          </p:spPr>
          <p:txBody>
            <a:bodyPr rtlCol="0" anchor="ctr"/>
            <a:lstStyle/>
            <a:p>
              <a:endParaRPr lang="en-US"/>
            </a:p>
          </p:txBody>
        </p:sp>
        <p:sp>
          <p:nvSpPr>
            <p:cNvPr id="1495" name="Graphic 1100">
              <a:extLst>
                <a:ext uri="{FF2B5EF4-FFF2-40B4-BE49-F238E27FC236}">
                  <a16:creationId xmlns:a16="http://schemas.microsoft.com/office/drawing/2014/main" id="{4B2FD009-4A5E-CD4D-8060-BC9E56707E1F}"/>
                </a:ext>
              </a:extLst>
            </p:cNvPr>
            <p:cNvSpPr/>
            <p:nvPr/>
          </p:nvSpPr>
          <p:spPr>
            <a:xfrm>
              <a:off x="5214188" y="2943980"/>
              <a:ext cx="134188" cy="68308"/>
            </a:xfrm>
            <a:custGeom>
              <a:avLst/>
              <a:gdLst>
                <a:gd name="connsiteX0" fmla="*/ 134189 w 134188"/>
                <a:gd name="connsiteY0" fmla="*/ 51710 h 68308"/>
                <a:gd name="connsiteX1" fmla="*/ 89459 w 134188"/>
                <a:gd name="connsiteY1" fmla="*/ 51710 h 68308"/>
                <a:gd name="connsiteX2" fmla="*/ 83069 w 134188"/>
                <a:gd name="connsiteY2" fmla="*/ 45326 h 68308"/>
                <a:gd name="connsiteX3" fmla="*/ 83069 w 134188"/>
                <a:gd name="connsiteY3" fmla="*/ 0 h 68308"/>
                <a:gd name="connsiteX4" fmla="*/ 0 w 134188"/>
                <a:gd name="connsiteY4" fmla="*/ 0 h 68308"/>
                <a:gd name="connsiteX5" fmla="*/ 0 w 134188"/>
                <a:gd name="connsiteY5" fmla="*/ 68309 h 68308"/>
                <a:gd name="connsiteX6" fmla="*/ 134189 w 134188"/>
                <a:gd name="connsiteY6" fmla="*/ 68309 h 68308"/>
                <a:gd name="connsiteX7" fmla="*/ 134189 w 134188"/>
                <a:gd name="connsiteY7" fmla="*/ 51710 h 6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188" h="68308">
                  <a:moveTo>
                    <a:pt x="134189" y="51710"/>
                  </a:moveTo>
                  <a:lnTo>
                    <a:pt x="89459" y="51710"/>
                  </a:lnTo>
                  <a:cubicBezTo>
                    <a:pt x="85625" y="51710"/>
                    <a:pt x="83069" y="49157"/>
                    <a:pt x="83069" y="45326"/>
                  </a:cubicBezTo>
                  <a:lnTo>
                    <a:pt x="83069" y="0"/>
                  </a:lnTo>
                  <a:lnTo>
                    <a:pt x="0" y="0"/>
                  </a:lnTo>
                  <a:lnTo>
                    <a:pt x="0" y="68309"/>
                  </a:lnTo>
                  <a:lnTo>
                    <a:pt x="134189" y="68309"/>
                  </a:lnTo>
                  <a:lnTo>
                    <a:pt x="134189" y="51710"/>
                  </a:lnTo>
                  <a:close/>
                </a:path>
              </a:pathLst>
            </a:custGeom>
            <a:solidFill>
              <a:srgbClr val="00ABAB"/>
            </a:solidFill>
            <a:ln w="6390" cap="flat">
              <a:noFill/>
              <a:prstDash val="solid"/>
              <a:miter/>
            </a:ln>
          </p:spPr>
          <p:txBody>
            <a:bodyPr rtlCol="0" anchor="ctr"/>
            <a:lstStyle/>
            <a:p>
              <a:endParaRPr lang="en-US"/>
            </a:p>
          </p:txBody>
        </p:sp>
        <p:sp>
          <p:nvSpPr>
            <p:cNvPr id="1496" name="Graphic 1100">
              <a:extLst>
                <a:ext uri="{FF2B5EF4-FFF2-40B4-BE49-F238E27FC236}">
                  <a16:creationId xmlns:a16="http://schemas.microsoft.com/office/drawing/2014/main" id="{0C130394-4553-244A-A2E0-03FDBA23F150}"/>
                </a:ext>
              </a:extLst>
            </p:cNvPr>
            <p:cNvSpPr/>
            <p:nvPr/>
          </p:nvSpPr>
          <p:spPr>
            <a:xfrm>
              <a:off x="5310037" y="2952917"/>
              <a:ext cx="29393" cy="30004"/>
            </a:xfrm>
            <a:custGeom>
              <a:avLst/>
              <a:gdLst>
                <a:gd name="connsiteX0" fmla="*/ 0 w 29393"/>
                <a:gd name="connsiteY0" fmla="*/ 0 h 30004"/>
                <a:gd name="connsiteX1" fmla="*/ 0 w 29393"/>
                <a:gd name="connsiteY1" fmla="*/ 30005 h 30004"/>
                <a:gd name="connsiteX2" fmla="*/ 29394 w 29393"/>
                <a:gd name="connsiteY2" fmla="*/ 30005 h 30004"/>
              </a:gdLst>
              <a:ahLst/>
              <a:cxnLst>
                <a:cxn ang="0">
                  <a:pos x="connsiteX0" y="connsiteY0"/>
                </a:cxn>
                <a:cxn ang="0">
                  <a:pos x="connsiteX1" y="connsiteY1"/>
                </a:cxn>
                <a:cxn ang="0">
                  <a:pos x="connsiteX2" y="connsiteY2"/>
                </a:cxn>
              </a:cxnLst>
              <a:rect l="l" t="t" r="r" b="b"/>
              <a:pathLst>
                <a:path w="29393" h="30004">
                  <a:moveTo>
                    <a:pt x="0" y="0"/>
                  </a:moveTo>
                  <a:lnTo>
                    <a:pt x="0" y="30005"/>
                  </a:lnTo>
                  <a:lnTo>
                    <a:pt x="29394" y="30005"/>
                  </a:lnTo>
                  <a:close/>
                </a:path>
              </a:pathLst>
            </a:custGeom>
            <a:solidFill>
              <a:srgbClr val="00ABAB"/>
            </a:solidFill>
            <a:ln w="6390" cap="flat">
              <a:noFill/>
              <a:prstDash val="solid"/>
              <a:miter/>
            </a:ln>
          </p:spPr>
          <p:txBody>
            <a:bodyPr rtlCol="0" anchor="ctr"/>
            <a:lstStyle/>
            <a:p>
              <a:endParaRPr lang="en-US"/>
            </a:p>
          </p:txBody>
        </p:sp>
        <p:sp>
          <p:nvSpPr>
            <p:cNvPr id="1497" name="Graphic 1100">
              <a:extLst>
                <a:ext uri="{FF2B5EF4-FFF2-40B4-BE49-F238E27FC236}">
                  <a16:creationId xmlns:a16="http://schemas.microsoft.com/office/drawing/2014/main" id="{30A8BB96-4C0A-3D46-B080-6025C18A1556}"/>
                </a:ext>
              </a:extLst>
            </p:cNvPr>
            <p:cNvSpPr/>
            <p:nvPr/>
          </p:nvSpPr>
          <p:spPr>
            <a:xfrm>
              <a:off x="5214188" y="3120178"/>
              <a:ext cx="134188" cy="16598"/>
            </a:xfrm>
            <a:custGeom>
              <a:avLst/>
              <a:gdLst>
                <a:gd name="connsiteX0" fmla="*/ 0 w 134188"/>
                <a:gd name="connsiteY0" fmla="*/ 0 h 16598"/>
                <a:gd name="connsiteX1" fmla="*/ 134189 w 134188"/>
                <a:gd name="connsiteY1" fmla="*/ 0 h 16598"/>
                <a:gd name="connsiteX2" fmla="*/ 134189 w 134188"/>
                <a:gd name="connsiteY2" fmla="*/ 16598 h 16598"/>
                <a:gd name="connsiteX3" fmla="*/ 0 w 134188"/>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34188" h="16598">
                  <a:moveTo>
                    <a:pt x="0" y="0"/>
                  </a:moveTo>
                  <a:lnTo>
                    <a:pt x="134189" y="0"/>
                  </a:lnTo>
                  <a:lnTo>
                    <a:pt x="134189" y="16598"/>
                  </a:lnTo>
                  <a:lnTo>
                    <a:pt x="0" y="16598"/>
                  </a:lnTo>
                  <a:close/>
                </a:path>
              </a:pathLst>
            </a:custGeom>
            <a:solidFill>
              <a:srgbClr val="00ABAB"/>
            </a:solidFill>
            <a:ln w="6390" cap="flat">
              <a:noFill/>
              <a:prstDash val="solid"/>
              <a:miter/>
            </a:ln>
          </p:spPr>
          <p:txBody>
            <a:bodyPr rtlCol="0" anchor="ctr"/>
            <a:lstStyle/>
            <a:p>
              <a:endParaRPr lang="en-US"/>
            </a:p>
          </p:txBody>
        </p:sp>
        <p:sp>
          <p:nvSpPr>
            <p:cNvPr id="1498" name="Graphic 1100">
              <a:extLst>
                <a:ext uri="{FF2B5EF4-FFF2-40B4-BE49-F238E27FC236}">
                  <a16:creationId xmlns:a16="http://schemas.microsoft.com/office/drawing/2014/main" id="{6AD7DF6D-72E2-EF49-8128-49E0E5F0CC3E}"/>
                </a:ext>
              </a:extLst>
            </p:cNvPr>
            <p:cNvSpPr/>
            <p:nvPr/>
          </p:nvSpPr>
          <p:spPr>
            <a:xfrm>
              <a:off x="5191823" y="3024418"/>
              <a:ext cx="178279" cy="82991"/>
            </a:xfrm>
            <a:custGeom>
              <a:avLst/>
              <a:gdLst>
                <a:gd name="connsiteX0" fmla="*/ 0 w 178279"/>
                <a:gd name="connsiteY0" fmla="*/ 0 h 82991"/>
                <a:gd name="connsiteX1" fmla="*/ 0 w 178279"/>
                <a:gd name="connsiteY1" fmla="*/ 82992 h 82991"/>
                <a:gd name="connsiteX2" fmla="*/ 178279 w 178279"/>
                <a:gd name="connsiteY2" fmla="*/ 82992 h 82991"/>
                <a:gd name="connsiteX3" fmla="*/ 178279 w 178279"/>
                <a:gd name="connsiteY3" fmla="*/ 0 h 82991"/>
                <a:gd name="connsiteX4" fmla="*/ 0 w 178279"/>
                <a:gd name="connsiteY4" fmla="*/ 0 h 82991"/>
                <a:gd name="connsiteX5" fmla="*/ 51119 w 178279"/>
                <a:gd name="connsiteY5" fmla="*/ 61925 h 82991"/>
                <a:gd name="connsiteX6" fmla="*/ 24921 w 178279"/>
                <a:gd name="connsiteY6" fmla="*/ 70224 h 82991"/>
                <a:gd name="connsiteX7" fmla="*/ 20448 w 178279"/>
                <a:gd name="connsiteY7" fmla="*/ 70224 h 82991"/>
                <a:gd name="connsiteX8" fmla="*/ 14697 w 178279"/>
                <a:gd name="connsiteY8" fmla="*/ 63840 h 82991"/>
                <a:gd name="connsiteX9" fmla="*/ 14697 w 178279"/>
                <a:gd name="connsiteY9" fmla="*/ 21067 h 82991"/>
                <a:gd name="connsiteX10" fmla="*/ 20448 w 178279"/>
                <a:gd name="connsiteY10" fmla="*/ 14683 h 82991"/>
                <a:gd name="connsiteX11" fmla="*/ 51758 w 178279"/>
                <a:gd name="connsiteY11" fmla="*/ 23621 h 82991"/>
                <a:gd name="connsiteX12" fmla="*/ 59426 w 178279"/>
                <a:gd name="connsiteY12" fmla="*/ 41496 h 82991"/>
                <a:gd name="connsiteX13" fmla="*/ 51119 w 178279"/>
                <a:gd name="connsiteY13" fmla="*/ 61925 h 82991"/>
                <a:gd name="connsiteX14" fmla="*/ 51119 w 178279"/>
                <a:gd name="connsiteY14" fmla="*/ 61925 h 82991"/>
                <a:gd name="connsiteX15" fmla="*/ 92015 w 178279"/>
                <a:gd name="connsiteY15" fmla="*/ 68947 h 82991"/>
                <a:gd name="connsiteX16" fmla="*/ 61982 w 178279"/>
                <a:gd name="connsiteY16" fmla="*/ 42773 h 82991"/>
                <a:gd name="connsiteX17" fmla="*/ 88181 w 178279"/>
                <a:gd name="connsiteY17" fmla="*/ 12768 h 82991"/>
                <a:gd name="connsiteX18" fmla="*/ 118214 w 178279"/>
                <a:gd name="connsiteY18" fmla="*/ 38942 h 82991"/>
                <a:gd name="connsiteX19" fmla="*/ 118214 w 178279"/>
                <a:gd name="connsiteY19" fmla="*/ 40857 h 82991"/>
                <a:gd name="connsiteX20" fmla="*/ 92015 w 178279"/>
                <a:gd name="connsiteY20" fmla="*/ 68947 h 82991"/>
                <a:gd name="connsiteX21" fmla="*/ 92015 w 178279"/>
                <a:gd name="connsiteY21" fmla="*/ 68947 h 82991"/>
                <a:gd name="connsiteX22" fmla="*/ 92015 w 178279"/>
                <a:gd name="connsiteY22" fmla="*/ 68947 h 82991"/>
                <a:gd name="connsiteX23" fmla="*/ 163582 w 178279"/>
                <a:gd name="connsiteY23" fmla="*/ 24259 h 82991"/>
                <a:gd name="connsiteX24" fmla="*/ 155275 w 178279"/>
                <a:gd name="connsiteY24" fmla="*/ 27451 h 82991"/>
                <a:gd name="connsiteX25" fmla="*/ 140579 w 178279"/>
                <a:gd name="connsiteY25" fmla="*/ 30005 h 82991"/>
                <a:gd name="connsiteX26" fmla="*/ 139301 w 178279"/>
                <a:gd name="connsiteY26" fmla="*/ 53625 h 82991"/>
                <a:gd name="connsiteX27" fmla="*/ 155275 w 178279"/>
                <a:gd name="connsiteY27" fmla="*/ 56817 h 82991"/>
                <a:gd name="connsiteX28" fmla="*/ 162943 w 178279"/>
                <a:gd name="connsiteY28" fmla="*/ 61925 h 82991"/>
                <a:gd name="connsiteX29" fmla="*/ 157832 w 178279"/>
                <a:gd name="connsiteY29" fmla="*/ 69585 h 82991"/>
                <a:gd name="connsiteX30" fmla="*/ 148885 w 178279"/>
                <a:gd name="connsiteY30" fmla="*/ 70862 h 82991"/>
                <a:gd name="connsiteX31" fmla="*/ 129077 w 178279"/>
                <a:gd name="connsiteY31" fmla="*/ 61925 h 82991"/>
                <a:gd name="connsiteX32" fmla="*/ 130994 w 178279"/>
                <a:gd name="connsiteY32" fmla="*/ 21706 h 82991"/>
                <a:gd name="connsiteX33" fmla="*/ 160387 w 178279"/>
                <a:gd name="connsiteY33" fmla="*/ 16598 h 82991"/>
                <a:gd name="connsiteX34" fmla="*/ 163582 w 178279"/>
                <a:gd name="connsiteY34" fmla="*/ 24259 h 82991"/>
                <a:gd name="connsiteX35" fmla="*/ 163582 w 178279"/>
                <a:gd name="connsiteY35" fmla="*/ 24259 h 82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78279" h="82991">
                  <a:moveTo>
                    <a:pt x="0" y="0"/>
                  </a:moveTo>
                  <a:lnTo>
                    <a:pt x="0" y="82992"/>
                  </a:lnTo>
                  <a:lnTo>
                    <a:pt x="178279" y="82992"/>
                  </a:lnTo>
                  <a:lnTo>
                    <a:pt x="178279" y="0"/>
                  </a:lnTo>
                  <a:lnTo>
                    <a:pt x="0" y="0"/>
                  </a:lnTo>
                  <a:close/>
                  <a:moveTo>
                    <a:pt x="51119" y="61925"/>
                  </a:moveTo>
                  <a:cubicBezTo>
                    <a:pt x="43451" y="67670"/>
                    <a:pt x="34506" y="70862"/>
                    <a:pt x="24921" y="70224"/>
                  </a:cubicBezTo>
                  <a:cubicBezTo>
                    <a:pt x="22365" y="70224"/>
                    <a:pt x="20448" y="70224"/>
                    <a:pt x="20448" y="70224"/>
                  </a:cubicBezTo>
                  <a:cubicBezTo>
                    <a:pt x="17253" y="69585"/>
                    <a:pt x="14697" y="67032"/>
                    <a:pt x="14697" y="63840"/>
                  </a:cubicBezTo>
                  <a:lnTo>
                    <a:pt x="14697" y="21067"/>
                  </a:lnTo>
                  <a:cubicBezTo>
                    <a:pt x="14697" y="17875"/>
                    <a:pt x="17253" y="14683"/>
                    <a:pt x="20448" y="14683"/>
                  </a:cubicBezTo>
                  <a:cubicBezTo>
                    <a:pt x="22365" y="14683"/>
                    <a:pt x="40896" y="13406"/>
                    <a:pt x="51758" y="23621"/>
                  </a:cubicBezTo>
                  <a:cubicBezTo>
                    <a:pt x="56871" y="28089"/>
                    <a:pt x="59426" y="35112"/>
                    <a:pt x="59426" y="41496"/>
                  </a:cubicBezTo>
                  <a:cubicBezTo>
                    <a:pt x="60066" y="49795"/>
                    <a:pt x="56871" y="56817"/>
                    <a:pt x="51119" y="61925"/>
                  </a:cubicBezTo>
                  <a:lnTo>
                    <a:pt x="51119" y="61925"/>
                  </a:lnTo>
                  <a:close/>
                  <a:moveTo>
                    <a:pt x="92015" y="68947"/>
                  </a:moveTo>
                  <a:cubicBezTo>
                    <a:pt x="76679" y="70224"/>
                    <a:pt x="63261" y="58094"/>
                    <a:pt x="61982" y="42773"/>
                  </a:cubicBezTo>
                  <a:cubicBezTo>
                    <a:pt x="60704" y="27451"/>
                    <a:pt x="72845" y="14045"/>
                    <a:pt x="88181" y="12768"/>
                  </a:cubicBezTo>
                  <a:cubicBezTo>
                    <a:pt x="103517" y="11491"/>
                    <a:pt x="116936" y="23621"/>
                    <a:pt x="118214" y="38942"/>
                  </a:cubicBezTo>
                  <a:cubicBezTo>
                    <a:pt x="118214" y="39581"/>
                    <a:pt x="118214" y="40219"/>
                    <a:pt x="118214" y="40857"/>
                  </a:cubicBezTo>
                  <a:cubicBezTo>
                    <a:pt x="118214" y="56179"/>
                    <a:pt x="106712" y="68309"/>
                    <a:pt x="92015" y="68947"/>
                  </a:cubicBezTo>
                  <a:cubicBezTo>
                    <a:pt x="92015" y="68947"/>
                    <a:pt x="92015" y="68947"/>
                    <a:pt x="92015" y="68947"/>
                  </a:cubicBezTo>
                  <a:lnTo>
                    <a:pt x="92015" y="68947"/>
                  </a:lnTo>
                  <a:close/>
                  <a:moveTo>
                    <a:pt x="163582" y="24259"/>
                  </a:moveTo>
                  <a:cubicBezTo>
                    <a:pt x="162305" y="27451"/>
                    <a:pt x="158470" y="28728"/>
                    <a:pt x="155275" y="27451"/>
                  </a:cubicBezTo>
                  <a:cubicBezTo>
                    <a:pt x="150164" y="24897"/>
                    <a:pt x="144412" y="26174"/>
                    <a:pt x="140579" y="30005"/>
                  </a:cubicBezTo>
                  <a:cubicBezTo>
                    <a:pt x="134828" y="37027"/>
                    <a:pt x="134828" y="46603"/>
                    <a:pt x="139301" y="53625"/>
                  </a:cubicBezTo>
                  <a:cubicBezTo>
                    <a:pt x="141857" y="56817"/>
                    <a:pt x="145690" y="59371"/>
                    <a:pt x="155275" y="56817"/>
                  </a:cubicBezTo>
                  <a:cubicBezTo>
                    <a:pt x="159110" y="56179"/>
                    <a:pt x="162305" y="58094"/>
                    <a:pt x="162943" y="61925"/>
                  </a:cubicBezTo>
                  <a:cubicBezTo>
                    <a:pt x="163582" y="65755"/>
                    <a:pt x="161665" y="68947"/>
                    <a:pt x="157832" y="69585"/>
                  </a:cubicBezTo>
                  <a:cubicBezTo>
                    <a:pt x="154637" y="70224"/>
                    <a:pt x="152080" y="70862"/>
                    <a:pt x="148885" y="70862"/>
                  </a:cubicBezTo>
                  <a:cubicBezTo>
                    <a:pt x="141217" y="70862"/>
                    <a:pt x="134189" y="67670"/>
                    <a:pt x="129077" y="61925"/>
                  </a:cubicBezTo>
                  <a:cubicBezTo>
                    <a:pt x="120131" y="49795"/>
                    <a:pt x="120770" y="33197"/>
                    <a:pt x="130994" y="21706"/>
                  </a:cubicBezTo>
                  <a:cubicBezTo>
                    <a:pt x="138662" y="14045"/>
                    <a:pt x="150164" y="11491"/>
                    <a:pt x="160387" y="16598"/>
                  </a:cubicBezTo>
                  <a:cubicBezTo>
                    <a:pt x="163582" y="17237"/>
                    <a:pt x="164860" y="21067"/>
                    <a:pt x="163582" y="24259"/>
                  </a:cubicBezTo>
                  <a:lnTo>
                    <a:pt x="163582" y="24259"/>
                  </a:lnTo>
                  <a:close/>
                </a:path>
              </a:pathLst>
            </a:custGeom>
            <a:solidFill>
              <a:srgbClr val="00ABAB"/>
            </a:solidFill>
            <a:ln w="6390" cap="flat">
              <a:noFill/>
              <a:prstDash val="solid"/>
              <a:miter/>
            </a:ln>
          </p:spPr>
          <p:txBody>
            <a:bodyPr rtlCol="0" anchor="ctr"/>
            <a:lstStyle/>
            <a:p>
              <a:endParaRPr lang="en-US"/>
            </a:p>
          </p:txBody>
        </p:sp>
        <p:sp>
          <p:nvSpPr>
            <p:cNvPr id="1499" name="Graphic 1100">
              <a:extLst>
                <a:ext uri="{FF2B5EF4-FFF2-40B4-BE49-F238E27FC236}">
                  <a16:creationId xmlns:a16="http://schemas.microsoft.com/office/drawing/2014/main" id="{4B5B511F-665F-224F-8901-8AEF13ABB256}"/>
                </a:ext>
              </a:extLst>
            </p:cNvPr>
            <p:cNvSpPr/>
            <p:nvPr/>
          </p:nvSpPr>
          <p:spPr>
            <a:xfrm>
              <a:off x="5100447" y="2859711"/>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362310 w 362309"/>
                <a:gd name="connsiteY4" fmla="*/ 180667 h 361971"/>
                <a:gd name="connsiteX5" fmla="*/ 180835 w 362309"/>
                <a:gd name="connsiteY5" fmla="*/ 0 h 361971"/>
                <a:gd name="connsiteX6" fmla="*/ 283074 w 362309"/>
                <a:gd name="connsiteY6" fmla="*/ 254082 h 361971"/>
                <a:gd name="connsiteX7" fmla="*/ 276684 w 362309"/>
                <a:gd name="connsiteY7" fmla="*/ 260466 h 361971"/>
                <a:gd name="connsiteX8" fmla="*/ 260709 w 362309"/>
                <a:gd name="connsiteY8" fmla="*/ 260466 h 361971"/>
                <a:gd name="connsiteX9" fmla="*/ 260709 w 362309"/>
                <a:gd name="connsiteY9" fmla="*/ 283449 h 361971"/>
                <a:gd name="connsiteX10" fmla="*/ 254319 w 362309"/>
                <a:gd name="connsiteY10" fmla="*/ 289833 h 361971"/>
                <a:gd name="connsiteX11" fmla="*/ 107351 w 362309"/>
                <a:gd name="connsiteY11" fmla="*/ 289833 h 361971"/>
                <a:gd name="connsiteX12" fmla="*/ 100961 w 362309"/>
                <a:gd name="connsiteY12" fmla="*/ 283449 h 361971"/>
                <a:gd name="connsiteX13" fmla="*/ 100961 w 362309"/>
                <a:gd name="connsiteY13" fmla="*/ 260466 h 361971"/>
                <a:gd name="connsiteX14" fmla="*/ 84986 w 362309"/>
                <a:gd name="connsiteY14" fmla="*/ 260466 h 361971"/>
                <a:gd name="connsiteX15" fmla="*/ 78596 w 362309"/>
                <a:gd name="connsiteY15" fmla="*/ 254082 h 361971"/>
                <a:gd name="connsiteX16" fmla="*/ 78596 w 362309"/>
                <a:gd name="connsiteY16" fmla="*/ 158323 h 361971"/>
                <a:gd name="connsiteX17" fmla="*/ 84986 w 362309"/>
                <a:gd name="connsiteY17" fmla="*/ 151939 h 361971"/>
                <a:gd name="connsiteX18" fmla="*/ 100961 w 362309"/>
                <a:gd name="connsiteY18" fmla="*/ 151939 h 361971"/>
                <a:gd name="connsiteX19" fmla="*/ 100961 w 362309"/>
                <a:gd name="connsiteY19" fmla="*/ 77884 h 361971"/>
                <a:gd name="connsiteX20" fmla="*/ 107351 w 362309"/>
                <a:gd name="connsiteY20" fmla="*/ 71500 h 361971"/>
                <a:gd name="connsiteX21" fmla="*/ 203200 w 362309"/>
                <a:gd name="connsiteY21" fmla="*/ 71500 h 361971"/>
                <a:gd name="connsiteX22" fmla="*/ 205756 w 362309"/>
                <a:gd name="connsiteY22" fmla="*/ 72139 h 361971"/>
                <a:gd name="connsiteX23" fmla="*/ 207673 w 362309"/>
                <a:gd name="connsiteY23" fmla="*/ 73416 h 361971"/>
                <a:gd name="connsiteX24" fmla="*/ 259431 w 362309"/>
                <a:gd name="connsiteY24" fmla="*/ 125126 h 361971"/>
                <a:gd name="connsiteX25" fmla="*/ 261348 w 362309"/>
                <a:gd name="connsiteY25" fmla="*/ 129595 h 361971"/>
                <a:gd name="connsiteX26" fmla="*/ 261348 w 362309"/>
                <a:gd name="connsiteY26" fmla="*/ 152577 h 361971"/>
                <a:gd name="connsiteX27" fmla="*/ 277323 w 362309"/>
                <a:gd name="connsiteY27" fmla="*/ 152577 h 361971"/>
                <a:gd name="connsiteX28" fmla="*/ 283713 w 362309"/>
                <a:gd name="connsiteY28" fmla="*/ 158961 h 361971"/>
                <a:gd name="connsiteX29" fmla="*/ 283074 w 362309"/>
                <a:gd name="connsiteY29" fmla="*/ 25408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2309" h="361971">
                  <a:moveTo>
                    <a:pt x="180835" y="0"/>
                  </a:moveTo>
                  <a:cubicBezTo>
                    <a:pt x="80513" y="0"/>
                    <a:pt x="0" y="81076"/>
                    <a:pt x="0" y="181305"/>
                  </a:cubicBezTo>
                  <a:cubicBezTo>
                    <a:pt x="0" y="281533"/>
                    <a:pt x="81152" y="361972"/>
                    <a:pt x="181474" y="361972"/>
                  </a:cubicBezTo>
                  <a:cubicBezTo>
                    <a:pt x="281796" y="361972"/>
                    <a:pt x="362310" y="280895"/>
                    <a:pt x="362310" y="180667"/>
                  </a:cubicBezTo>
                  <a:cubicBezTo>
                    <a:pt x="362310" y="180667"/>
                    <a:pt x="362310" y="180667"/>
                    <a:pt x="362310" y="180667"/>
                  </a:cubicBezTo>
                  <a:cubicBezTo>
                    <a:pt x="361670" y="80438"/>
                    <a:pt x="280518" y="0"/>
                    <a:pt x="180835" y="0"/>
                  </a:cubicBezTo>
                  <a:close/>
                  <a:moveTo>
                    <a:pt x="283074" y="254082"/>
                  </a:moveTo>
                  <a:cubicBezTo>
                    <a:pt x="283074" y="257913"/>
                    <a:pt x="280518" y="260466"/>
                    <a:pt x="276684" y="260466"/>
                  </a:cubicBezTo>
                  <a:lnTo>
                    <a:pt x="260709" y="260466"/>
                  </a:lnTo>
                  <a:lnTo>
                    <a:pt x="260709" y="283449"/>
                  </a:lnTo>
                  <a:cubicBezTo>
                    <a:pt x="260709" y="287279"/>
                    <a:pt x="258153" y="289833"/>
                    <a:pt x="254319" y="289833"/>
                  </a:cubicBezTo>
                  <a:lnTo>
                    <a:pt x="107351" y="289833"/>
                  </a:lnTo>
                  <a:cubicBezTo>
                    <a:pt x="103517" y="289833"/>
                    <a:pt x="100961" y="287279"/>
                    <a:pt x="100961" y="283449"/>
                  </a:cubicBezTo>
                  <a:lnTo>
                    <a:pt x="100961" y="260466"/>
                  </a:lnTo>
                  <a:lnTo>
                    <a:pt x="84986" y="260466"/>
                  </a:lnTo>
                  <a:cubicBezTo>
                    <a:pt x="81152" y="260466"/>
                    <a:pt x="78596" y="257913"/>
                    <a:pt x="78596" y="254082"/>
                  </a:cubicBezTo>
                  <a:lnTo>
                    <a:pt x="78596" y="158323"/>
                  </a:lnTo>
                  <a:cubicBezTo>
                    <a:pt x="78596" y="154492"/>
                    <a:pt x="81152" y="151939"/>
                    <a:pt x="84986" y="151939"/>
                  </a:cubicBezTo>
                  <a:lnTo>
                    <a:pt x="100961" y="151939"/>
                  </a:lnTo>
                  <a:lnTo>
                    <a:pt x="100961" y="77884"/>
                  </a:lnTo>
                  <a:cubicBezTo>
                    <a:pt x="100961" y="74054"/>
                    <a:pt x="103517" y="71500"/>
                    <a:pt x="107351" y="71500"/>
                  </a:cubicBezTo>
                  <a:lnTo>
                    <a:pt x="203200" y="71500"/>
                  </a:lnTo>
                  <a:cubicBezTo>
                    <a:pt x="203839" y="71500"/>
                    <a:pt x="205117" y="71500"/>
                    <a:pt x="205756" y="72139"/>
                  </a:cubicBezTo>
                  <a:cubicBezTo>
                    <a:pt x="206395" y="72777"/>
                    <a:pt x="207034" y="72777"/>
                    <a:pt x="207673" y="73416"/>
                  </a:cubicBezTo>
                  <a:lnTo>
                    <a:pt x="259431" y="125126"/>
                  </a:lnTo>
                  <a:cubicBezTo>
                    <a:pt x="260709" y="126403"/>
                    <a:pt x="261348" y="127680"/>
                    <a:pt x="261348" y="129595"/>
                  </a:cubicBezTo>
                  <a:lnTo>
                    <a:pt x="261348" y="152577"/>
                  </a:lnTo>
                  <a:lnTo>
                    <a:pt x="277323" y="152577"/>
                  </a:lnTo>
                  <a:cubicBezTo>
                    <a:pt x="281157" y="152577"/>
                    <a:pt x="283713" y="155131"/>
                    <a:pt x="283713" y="158961"/>
                  </a:cubicBezTo>
                  <a:lnTo>
                    <a:pt x="283074" y="254082"/>
                  </a:lnTo>
                  <a:close/>
                </a:path>
              </a:pathLst>
            </a:custGeom>
            <a:solidFill>
              <a:srgbClr val="00ABAB"/>
            </a:solidFill>
            <a:ln w="6390" cap="flat">
              <a:noFill/>
              <a:prstDash val="solid"/>
              <a:miter/>
            </a:ln>
          </p:spPr>
          <p:txBody>
            <a:bodyPr rtlCol="0" anchor="ctr"/>
            <a:lstStyle/>
            <a:p>
              <a:endParaRPr lang="en-US"/>
            </a:p>
          </p:txBody>
        </p:sp>
      </p:grpSp>
      <p:grpSp>
        <p:nvGrpSpPr>
          <p:cNvPr id="1500" name="Graphic 1100">
            <a:extLst>
              <a:ext uri="{FF2B5EF4-FFF2-40B4-BE49-F238E27FC236}">
                <a16:creationId xmlns:a16="http://schemas.microsoft.com/office/drawing/2014/main" id="{E4A44E54-1907-8943-9DF6-2337657C7840}"/>
              </a:ext>
            </a:extLst>
          </p:cNvPr>
          <p:cNvGrpSpPr/>
          <p:nvPr/>
        </p:nvGrpSpPr>
        <p:grpSpPr>
          <a:xfrm>
            <a:off x="5099808" y="922173"/>
            <a:ext cx="362309" cy="361971"/>
            <a:chOff x="5099808" y="922173"/>
            <a:chExt cx="362309" cy="361971"/>
          </a:xfrm>
          <a:solidFill>
            <a:srgbClr val="00ABAB"/>
          </a:solidFill>
        </p:grpSpPr>
        <p:sp>
          <p:nvSpPr>
            <p:cNvPr id="1501" name="Graphic 1100">
              <a:extLst>
                <a:ext uri="{FF2B5EF4-FFF2-40B4-BE49-F238E27FC236}">
                  <a16:creationId xmlns:a16="http://schemas.microsoft.com/office/drawing/2014/main" id="{4DBEF794-5F37-244B-A4D7-DAFB7C6DE102}"/>
                </a:ext>
              </a:extLst>
            </p:cNvPr>
            <p:cNvSpPr/>
            <p:nvPr/>
          </p:nvSpPr>
          <p:spPr>
            <a:xfrm>
              <a:off x="5273615" y="1114331"/>
              <a:ext cx="20447" cy="31281"/>
            </a:xfrm>
            <a:custGeom>
              <a:avLst/>
              <a:gdLst>
                <a:gd name="connsiteX0" fmla="*/ 0 w 20447"/>
                <a:gd name="connsiteY0" fmla="*/ 0 h 31281"/>
                <a:gd name="connsiteX1" fmla="*/ 0 w 20447"/>
                <a:gd name="connsiteY1" fmla="*/ 31281 h 31281"/>
                <a:gd name="connsiteX2" fmla="*/ 15975 w 20447"/>
                <a:gd name="connsiteY2" fmla="*/ 26174 h 31281"/>
                <a:gd name="connsiteX3" fmla="*/ 20448 w 20447"/>
                <a:gd name="connsiteY3" fmla="*/ 14683 h 31281"/>
                <a:gd name="connsiteX4" fmla="*/ 17253 w 20447"/>
                <a:gd name="connsiteY4" fmla="*/ 5746 h 31281"/>
                <a:gd name="connsiteX5" fmla="*/ 0 w 20447"/>
                <a:gd name="connsiteY5" fmla="*/ 0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47" h="31281">
                  <a:moveTo>
                    <a:pt x="0" y="0"/>
                  </a:moveTo>
                  <a:lnTo>
                    <a:pt x="0" y="31281"/>
                  </a:lnTo>
                  <a:cubicBezTo>
                    <a:pt x="5751" y="31281"/>
                    <a:pt x="11502" y="29366"/>
                    <a:pt x="15975" y="26174"/>
                  </a:cubicBezTo>
                  <a:cubicBezTo>
                    <a:pt x="19170" y="22982"/>
                    <a:pt x="20448" y="19152"/>
                    <a:pt x="20448" y="14683"/>
                  </a:cubicBezTo>
                  <a:cubicBezTo>
                    <a:pt x="20448" y="11491"/>
                    <a:pt x="19170" y="8299"/>
                    <a:pt x="17253" y="5746"/>
                  </a:cubicBezTo>
                  <a:cubicBezTo>
                    <a:pt x="12141" y="1915"/>
                    <a:pt x="6390" y="0"/>
                    <a:pt x="0" y="0"/>
                  </a:cubicBezTo>
                  <a:close/>
                </a:path>
              </a:pathLst>
            </a:custGeom>
            <a:solidFill>
              <a:srgbClr val="00ABAB"/>
            </a:solidFill>
            <a:ln w="6390" cap="flat">
              <a:noFill/>
              <a:prstDash val="solid"/>
              <a:miter/>
            </a:ln>
          </p:spPr>
          <p:txBody>
            <a:bodyPr rtlCol="0" anchor="ctr"/>
            <a:lstStyle/>
            <a:p>
              <a:endParaRPr lang="en-US"/>
            </a:p>
          </p:txBody>
        </p:sp>
        <p:sp>
          <p:nvSpPr>
            <p:cNvPr id="1502" name="Graphic 1100">
              <a:extLst>
                <a:ext uri="{FF2B5EF4-FFF2-40B4-BE49-F238E27FC236}">
                  <a16:creationId xmlns:a16="http://schemas.microsoft.com/office/drawing/2014/main" id="{7607E0E6-E6F3-374D-A20C-23C329B109A0}"/>
                </a:ext>
              </a:extLst>
            </p:cNvPr>
            <p:cNvSpPr/>
            <p:nvPr/>
          </p:nvSpPr>
          <p:spPr>
            <a:xfrm>
              <a:off x="5214188" y="1182639"/>
              <a:ext cx="134188" cy="16598"/>
            </a:xfrm>
            <a:custGeom>
              <a:avLst/>
              <a:gdLst>
                <a:gd name="connsiteX0" fmla="*/ 0 w 134188"/>
                <a:gd name="connsiteY0" fmla="*/ 0 h 16598"/>
                <a:gd name="connsiteX1" fmla="*/ 134189 w 134188"/>
                <a:gd name="connsiteY1" fmla="*/ 0 h 16598"/>
                <a:gd name="connsiteX2" fmla="*/ 134189 w 134188"/>
                <a:gd name="connsiteY2" fmla="*/ 16598 h 16598"/>
                <a:gd name="connsiteX3" fmla="*/ 0 w 134188"/>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34188" h="16598">
                  <a:moveTo>
                    <a:pt x="0" y="0"/>
                  </a:moveTo>
                  <a:lnTo>
                    <a:pt x="134189" y="0"/>
                  </a:lnTo>
                  <a:lnTo>
                    <a:pt x="134189" y="16598"/>
                  </a:lnTo>
                  <a:lnTo>
                    <a:pt x="0" y="16598"/>
                  </a:lnTo>
                  <a:close/>
                </a:path>
              </a:pathLst>
            </a:custGeom>
            <a:solidFill>
              <a:srgbClr val="00ABAB"/>
            </a:solidFill>
            <a:ln w="6390" cap="flat">
              <a:noFill/>
              <a:prstDash val="solid"/>
              <a:miter/>
            </a:ln>
          </p:spPr>
          <p:txBody>
            <a:bodyPr rtlCol="0" anchor="ctr"/>
            <a:lstStyle/>
            <a:p>
              <a:endParaRPr lang="en-US"/>
            </a:p>
          </p:txBody>
        </p:sp>
        <p:sp>
          <p:nvSpPr>
            <p:cNvPr id="1503" name="Graphic 1100">
              <a:extLst>
                <a:ext uri="{FF2B5EF4-FFF2-40B4-BE49-F238E27FC236}">
                  <a16:creationId xmlns:a16="http://schemas.microsoft.com/office/drawing/2014/main" id="{8BD768BA-AADD-4440-983D-365D7FEC6288}"/>
                </a:ext>
              </a:extLst>
            </p:cNvPr>
            <p:cNvSpPr/>
            <p:nvPr/>
          </p:nvSpPr>
          <p:spPr>
            <a:xfrm>
              <a:off x="5219939" y="1113692"/>
              <a:ext cx="13418" cy="12767"/>
            </a:xfrm>
            <a:custGeom>
              <a:avLst/>
              <a:gdLst>
                <a:gd name="connsiteX0" fmla="*/ 8307 w 13418"/>
                <a:gd name="connsiteY0" fmla="*/ 0 h 12767"/>
                <a:gd name="connsiteX1" fmla="*/ 0 w 13418"/>
                <a:gd name="connsiteY1" fmla="*/ 0 h 12767"/>
                <a:gd name="connsiteX2" fmla="*/ 0 w 13418"/>
                <a:gd name="connsiteY2" fmla="*/ 12768 h 12767"/>
                <a:gd name="connsiteX3" fmla="*/ 8307 w 13418"/>
                <a:gd name="connsiteY3" fmla="*/ 12768 h 12767"/>
                <a:gd name="connsiteX4" fmla="*/ 13419 w 13418"/>
                <a:gd name="connsiteY4" fmla="*/ 6384 h 12767"/>
                <a:gd name="connsiteX5" fmla="*/ 12141 w 13418"/>
                <a:gd name="connsiteY5" fmla="*/ 1277 h 12767"/>
                <a:gd name="connsiteX6" fmla="*/ 8307 w 13418"/>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18" h="12767">
                  <a:moveTo>
                    <a:pt x="8307" y="0"/>
                  </a:moveTo>
                  <a:lnTo>
                    <a:pt x="0" y="0"/>
                  </a:lnTo>
                  <a:lnTo>
                    <a:pt x="0" y="12768"/>
                  </a:lnTo>
                  <a:lnTo>
                    <a:pt x="8307" y="12768"/>
                  </a:lnTo>
                  <a:cubicBezTo>
                    <a:pt x="12141" y="12768"/>
                    <a:pt x="13419" y="10853"/>
                    <a:pt x="13419" y="6384"/>
                  </a:cubicBezTo>
                  <a:cubicBezTo>
                    <a:pt x="13419" y="4469"/>
                    <a:pt x="13419" y="2554"/>
                    <a:pt x="12141" y="1277"/>
                  </a:cubicBezTo>
                  <a:cubicBezTo>
                    <a:pt x="11502" y="638"/>
                    <a:pt x="10224" y="638"/>
                    <a:pt x="8307" y="0"/>
                  </a:cubicBezTo>
                  <a:close/>
                </a:path>
              </a:pathLst>
            </a:custGeom>
            <a:solidFill>
              <a:srgbClr val="00ABAB"/>
            </a:solidFill>
            <a:ln w="6390" cap="flat">
              <a:noFill/>
              <a:prstDash val="solid"/>
              <a:miter/>
            </a:ln>
          </p:spPr>
          <p:txBody>
            <a:bodyPr rtlCol="0" anchor="ctr"/>
            <a:lstStyle/>
            <a:p>
              <a:endParaRPr lang="en-US"/>
            </a:p>
          </p:txBody>
        </p:sp>
        <p:sp>
          <p:nvSpPr>
            <p:cNvPr id="1504" name="Graphic 1100">
              <a:extLst>
                <a:ext uri="{FF2B5EF4-FFF2-40B4-BE49-F238E27FC236}">
                  <a16:creationId xmlns:a16="http://schemas.microsoft.com/office/drawing/2014/main" id="{65F6536D-AD92-AF41-BDBF-1B491EB93800}"/>
                </a:ext>
              </a:extLst>
            </p:cNvPr>
            <p:cNvSpPr/>
            <p:nvPr/>
          </p:nvSpPr>
          <p:spPr>
            <a:xfrm>
              <a:off x="5214188" y="1006441"/>
              <a:ext cx="134188" cy="68308"/>
            </a:xfrm>
            <a:custGeom>
              <a:avLst/>
              <a:gdLst>
                <a:gd name="connsiteX0" fmla="*/ 134189 w 134188"/>
                <a:gd name="connsiteY0" fmla="*/ 51710 h 68308"/>
                <a:gd name="connsiteX1" fmla="*/ 89459 w 134188"/>
                <a:gd name="connsiteY1" fmla="*/ 51710 h 68308"/>
                <a:gd name="connsiteX2" fmla="*/ 83069 w 134188"/>
                <a:gd name="connsiteY2" fmla="*/ 45326 h 68308"/>
                <a:gd name="connsiteX3" fmla="*/ 83069 w 134188"/>
                <a:gd name="connsiteY3" fmla="*/ 0 h 68308"/>
                <a:gd name="connsiteX4" fmla="*/ 0 w 134188"/>
                <a:gd name="connsiteY4" fmla="*/ 0 h 68308"/>
                <a:gd name="connsiteX5" fmla="*/ 0 w 134188"/>
                <a:gd name="connsiteY5" fmla="*/ 68309 h 68308"/>
                <a:gd name="connsiteX6" fmla="*/ 134189 w 134188"/>
                <a:gd name="connsiteY6" fmla="*/ 68309 h 68308"/>
                <a:gd name="connsiteX7" fmla="*/ 134189 w 134188"/>
                <a:gd name="connsiteY7" fmla="*/ 51710 h 6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188" h="68308">
                  <a:moveTo>
                    <a:pt x="134189" y="51710"/>
                  </a:moveTo>
                  <a:lnTo>
                    <a:pt x="89459" y="51710"/>
                  </a:lnTo>
                  <a:cubicBezTo>
                    <a:pt x="85625" y="51710"/>
                    <a:pt x="83069" y="49157"/>
                    <a:pt x="83069" y="45326"/>
                  </a:cubicBezTo>
                  <a:lnTo>
                    <a:pt x="83069" y="0"/>
                  </a:lnTo>
                  <a:lnTo>
                    <a:pt x="0" y="0"/>
                  </a:lnTo>
                  <a:lnTo>
                    <a:pt x="0" y="68309"/>
                  </a:lnTo>
                  <a:lnTo>
                    <a:pt x="134189" y="68309"/>
                  </a:lnTo>
                  <a:lnTo>
                    <a:pt x="134189" y="51710"/>
                  </a:lnTo>
                  <a:close/>
                </a:path>
              </a:pathLst>
            </a:custGeom>
            <a:solidFill>
              <a:srgbClr val="00ABAB"/>
            </a:solidFill>
            <a:ln w="6390" cap="flat">
              <a:noFill/>
              <a:prstDash val="solid"/>
              <a:miter/>
            </a:ln>
          </p:spPr>
          <p:txBody>
            <a:bodyPr rtlCol="0" anchor="ctr"/>
            <a:lstStyle/>
            <a:p>
              <a:endParaRPr lang="en-US"/>
            </a:p>
          </p:txBody>
        </p:sp>
        <p:sp>
          <p:nvSpPr>
            <p:cNvPr id="1505" name="Graphic 1100">
              <a:extLst>
                <a:ext uri="{FF2B5EF4-FFF2-40B4-BE49-F238E27FC236}">
                  <a16:creationId xmlns:a16="http://schemas.microsoft.com/office/drawing/2014/main" id="{5876D735-C459-A641-9D77-808AC18FD7B1}"/>
                </a:ext>
              </a:extLst>
            </p:cNvPr>
            <p:cNvSpPr/>
            <p:nvPr/>
          </p:nvSpPr>
          <p:spPr>
            <a:xfrm>
              <a:off x="5099808" y="92217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83713 w 362309"/>
                <a:gd name="connsiteY6" fmla="*/ 254083 h 361971"/>
                <a:gd name="connsiteX7" fmla="*/ 277323 w 362309"/>
                <a:gd name="connsiteY7" fmla="*/ 260467 h 361971"/>
                <a:gd name="connsiteX8" fmla="*/ 261349 w 362309"/>
                <a:gd name="connsiteY8" fmla="*/ 260467 h 361971"/>
                <a:gd name="connsiteX9" fmla="*/ 261349 w 362309"/>
                <a:gd name="connsiteY9" fmla="*/ 283449 h 361971"/>
                <a:gd name="connsiteX10" fmla="*/ 254959 w 362309"/>
                <a:gd name="connsiteY10" fmla="*/ 289833 h 361971"/>
                <a:gd name="connsiteX11" fmla="*/ 107990 w 362309"/>
                <a:gd name="connsiteY11" fmla="*/ 289833 h 361971"/>
                <a:gd name="connsiteX12" fmla="*/ 101600 w 362309"/>
                <a:gd name="connsiteY12" fmla="*/ 283449 h 361971"/>
                <a:gd name="connsiteX13" fmla="*/ 101600 w 362309"/>
                <a:gd name="connsiteY13" fmla="*/ 260467 h 361971"/>
                <a:gd name="connsiteX14" fmla="*/ 85625 w 362309"/>
                <a:gd name="connsiteY14" fmla="*/ 260467 h 361971"/>
                <a:gd name="connsiteX15" fmla="*/ 79235 w 362309"/>
                <a:gd name="connsiteY15" fmla="*/ 254083 h 361971"/>
                <a:gd name="connsiteX16" fmla="*/ 79235 w 362309"/>
                <a:gd name="connsiteY16" fmla="*/ 158323 h 361971"/>
                <a:gd name="connsiteX17" fmla="*/ 85625 w 362309"/>
                <a:gd name="connsiteY17" fmla="*/ 151939 h 361971"/>
                <a:gd name="connsiteX18" fmla="*/ 101600 w 362309"/>
                <a:gd name="connsiteY18" fmla="*/ 151939 h 361971"/>
                <a:gd name="connsiteX19" fmla="*/ 101600 w 362309"/>
                <a:gd name="connsiteY19" fmla="*/ 77885 h 361971"/>
                <a:gd name="connsiteX20" fmla="*/ 107990 w 362309"/>
                <a:gd name="connsiteY20" fmla="*/ 71501 h 361971"/>
                <a:gd name="connsiteX21" fmla="*/ 203839 w 362309"/>
                <a:gd name="connsiteY21" fmla="*/ 71501 h 361971"/>
                <a:gd name="connsiteX22" fmla="*/ 206395 w 362309"/>
                <a:gd name="connsiteY22" fmla="*/ 72139 h 361971"/>
                <a:gd name="connsiteX23" fmla="*/ 208312 w 362309"/>
                <a:gd name="connsiteY23" fmla="*/ 73416 h 361971"/>
                <a:gd name="connsiteX24" fmla="*/ 260071 w 362309"/>
                <a:gd name="connsiteY24" fmla="*/ 125126 h 361971"/>
                <a:gd name="connsiteX25" fmla="*/ 261349 w 362309"/>
                <a:gd name="connsiteY25" fmla="*/ 127041 h 361971"/>
                <a:gd name="connsiteX26" fmla="*/ 261987 w 362309"/>
                <a:gd name="connsiteY26" fmla="*/ 129595 h 361971"/>
                <a:gd name="connsiteX27" fmla="*/ 261987 w 362309"/>
                <a:gd name="connsiteY27" fmla="*/ 152577 h 361971"/>
                <a:gd name="connsiteX28" fmla="*/ 277962 w 362309"/>
                <a:gd name="connsiteY28" fmla="*/ 152577 h 361971"/>
                <a:gd name="connsiteX29" fmla="*/ 284352 w 362309"/>
                <a:gd name="connsiteY29" fmla="*/ 158961 h 361971"/>
                <a:gd name="connsiteX30" fmla="*/ 283713 w 362309"/>
                <a:gd name="connsiteY30" fmla="*/ 25408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310" y="81077"/>
                    <a:pt x="281157" y="0"/>
                    <a:pt x="181474" y="0"/>
                  </a:cubicBezTo>
                  <a:close/>
                  <a:moveTo>
                    <a:pt x="283713" y="254083"/>
                  </a:moveTo>
                  <a:cubicBezTo>
                    <a:pt x="283713" y="257913"/>
                    <a:pt x="281157" y="260467"/>
                    <a:pt x="277323" y="260467"/>
                  </a:cubicBezTo>
                  <a:lnTo>
                    <a:pt x="261349" y="260467"/>
                  </a:lnTo>
                  <a:lnTo>
                    <a:pt x="261349" y="283449"/>
                  </a:lnTo>
                  <a:cubicBezTo>
                    <a:pt x="261349" y="287279"/>
                    <a:pt x="258792" y="289833"/>
                    <a:pt x="254959" y="289833"/>
                  </a:cubicBezTo>
                  <a:lnTo>
                    <a:pt x="107990" y="289833"/>
                  </a:lnTo>
                  <a:cubicBezTo>
                    <a:pt x="104156" y="289833"/>
                    <a:pt x="101600" y="287279"/>
                    <a:pt x="101600" y="283449"/>
                  </a:cubicBezTo>
                  <a:lnTo>
                    <a:pt x="101600" y="260467"/>
                  </a:lnTo>
                  <a:lnTo>
                    <a:pt x="85625" y="260467"/>
                  </a:lnTo>
                  <a:cubicBezTo>
                    <a:pt x="81792" y="260467"/>
                    <a:pt x="79235" y="257913"/>
                    <a:pt x="79235" y="254083"/>
                  </a:cubicBezTo>
                  <a:lnTo>
                    <a:pt x="79235" y="158323"/>
                  </a:lnTo>
                  <a:cubicBezTo>
                    <a:pt x="79235" y="154492"/>
                    <a:pt x="81792" y="151939"/>
                    <a:pt x="85625" y="151939"/>
                  </a:cubicBezTo>
                  <a:lnTo>
                    <a:pt x="101600" y="151939"/>
                  </a:lnTo>
                  <a:lnTo>
                    <a:pt x="101600" y="77885"/>
                  </a:lnTo>
                  <a:cubicBezTo>
                    <a:pt x="101600" y="74054"/>
                    <a:pt x="104156" y="71501"/>
                    <a:pt x="107990" y="71501"/>
                  </a:cubicBezTo>
                  <a:lnTo>
                    <a:pt x="203839" y="71501"/>
                  </a:lnTo>
                  <a:cubicBezTo>
                    <a:pt x="204478" y="71501"/>
                    <a:pt x="205756" y="71501"/>
                    <a:pt x="206395" y="72139"/>
                  </a:cubicBezTo>
                  <a:cubicBezTo>
                    <a:pt x="207034" y="72777"/>
                    <a:pt x="207673" y="72777"/>
                    <a:pt x="208312" y="73416"/>
                  </a:cubicBezTo>
                  <a:lnTo>
                    <a:pt x="260071" y="125126"/>
                  </a:lnTo>
                  <a:cubicBezTo>
                    <a:pt x="260710" y="125764"/>
                    <a:pt x="261349" y="126403"/>
                    <a:pt x="261349" y="127041"/>
                  </a:cubicBezTo>
                  <a:cubicBezTo>
                    <a:pt x="261987" y="127680"/>
                    <a:pt x="261987" y="128956"/>
                    <a:pt x="261987" y="129595"/>
                  </a:cubicBezTo>
                  <a:lnTo>
                    <a:pt x="261987" y="152577"/>
                  </a:lnTo>
                  <a:lnTo>
                    <a:pt x="277962" y="152577"/>
                  </a:lnTo>
                  <a:cubicBezTo>
                    <a:pt x="281796" y="152577"/>
                    <a:pt x="284352" y="155131"/>
                    <a:pt x="284352" y="158961"/>
                  </a:cubicBezTo>
                  <a:lnTo>
                    <a:pt x="283713" y="254083"/>
                  </a:lnTo>
                  <a:close/>
                </a:path>
              </a:pathLst>
            </a:custGeom>
            <a:solidFill>
              <a:srgbClr val="00ABAB"/>
            </a:solidFill>
            <a:ln w="6390" cap="flat">
              <a:noFill/>
              <a:prstDash val="solid"/>
              <a:miter/>
            </a:ln>
          </p:spPr>
          <p:txBody>
            <a:bodyPr rtlCol="0" anchor="ctr"/>
            <a:lstStyle/>
            <a:p>
              <a:endParaRPr lang="en-US"/>
            </a:p>
          </p:txBody>
        </p:sp>
        <p:sp>
          <p:nvSpPr>
            <p:cNvPr id="1506" name="Graphic 1100">
              <a:extLst>
                <a:ext uri="{FF2B5EF4-FFF2-40B4-BE49-F238E27FC236}">
                  <a16:creationId xmlns:a16="http://schemas.microsoft.com/office/drawing/2014/main" id="{DBC63680-0035-6F4A-879C-44638312FFA0}"/>
                </a:ext>
              </a:extLst>
            </p:cNvPr>
            <p:cNvSpPr/>
            <p:nvPr/>
          </p:nvSpPr>
          <p:spPr>
            <a:xfrm>
              <a:off x="5310037" y="1015379"/>
              <a:ext cx="29393" cy="30004"/>
            </a:xfrm>
            <a:custGeom>
              <a:avLst/>
              <a:gdLst>
                <a:gd name="connsiteX0" fmla="*/ 0 w 29393"/>
                <a:gd name="connsiteY0" fmla="*/ 0 h 30004"/>
                <a:gd name="connsiteX1" fmla="*/ 0 w 29393"/>
                <a:gd name="connsiteY1" fmla="*/ 30005 h 30004"/>
                <a:gd name="connsiteX2" fmla="*/ 29394 w 29393"/>
                <a:gd name="connsiteY2" fmla="*/ 30005 h 30004"/>
              </a:gdLst>
              <a:ahLst/>
              <a:cxnLst>
                <a:cxn ang="0">
                  <a:pos x="connsiteX0" y="connsiteY0"/>
                </a:cxn>
                <a:cxn ang="0">
                  <a:pos x="connsiteX1" y="connsiteY1"/>
                </a:cxn>
                <a:cxn ang="0">
                  <a:pos x="connsiteX2" y="connsiteY2"/>
                </a:cxn>
              </a:cxnLst>
              <a:rect l="l" t="t" r="r" b="b"/>
              <a:pathLst>
                <a:path w="29393" h="30004">
                  <a:moveTo>
                    <a:pt x="0" y="0"/>
                  </a:moveTo>
                  <a:lnTo>
                    <a:pt x="0" y="30005"/>
                  </a:lnTo>
                  <a:lnTo>
                    <a:pt x="29394" y="30005"/>
                  </a:lnTo>
                  <a:close/>
                </a:path>
              </a:pathLst>
            </a:custGeom>
            <a:solidFill>
              <a:srgbClr val="00ABAB"/>
            </a:solidFill>
            <a:ln w="6390" cap="flat">
              <a:noFill/>
              <a:prstDash val="solid"/>
              <a:miter/>
            </a:ln>
          </p:spPr>
          <p:txBody>
            <a:bodyPr rtlCol="0" anchor="ctr"/>
            <a:lstStyle/>
            <a:p>
              <a:endParaRPr lang="en-US"/>
            </a:p>
          </p:txBody>
        </p:sp>
        <p:sp>
          <p:nvSpPr>
            <p:cNvPr id="1507" name="Graphic 1100">
              <a:extLst>
                <a:ext uri="{FF2B5EF4-FFF2-40B4-BE49-F238E27FC236}">
                  <a16:creationId xmlns:a16="http://schemas.microsoft.com/office/drawing/2014/main" id="{131BB45E-5876-B34E-A731-943C89DC42C2}"/>
                </a:ext>
              </a:extLst>
            </p:cNvPr>
            <p:cNvSpPr/>
            <p:nvPr/>
          </p:nvSpPr>
          <p:spPr>
            <a:xfrm>
              <a:off x="5191823" y="1087518"/>
              <a:ext cx="178279" cy="82991"/>
            </a:xfrm>
            <a:custGeom>
              <a:avLst/>
              <a:gdLst>
                <a:gd name="connsiteX0" fmla="*/ 0 w 178279"/>
                <a:gd name="connsiteY0" fmla="*/ 0 h 82991"/>
                <a:gd name="connsiteX1" fmla="*/ 0 w 178279"/>
                <a:gd name="connsiteY1" fmla="*/ 82992 h 82991"/>
                <a:gd name="connsiteX2" fmla="*/ 178279 w 178279"/>
                <a:gd name="connsiteY2" fmla="*/ 82992 h 82991"/>
                <a:gd name="connsiteX3" fmla="*/ 178279 w 178279"/>
                <a:gd name="connsiteY3" fmla="*/ 0 h 82991"/>
                <a:gd name="connsiteX4" fmla="*/ 0 w 178279"/>
                <a:gd name="connsiteY4" fmla="*/ 0 h 82991"/>
                <a:gd name="connsiteX5" fmla="*/ 49203 w 178279"/>
                <a:gd name="connsiteY5" fmla="*/ 47241 h 82991"/>
                <a:gd name="connsiteX6" fmla="*/ 36423 w 178279"/>
                <a:gd name="connsiteY6" fmla="*/ 52349 h 82991"/>
                <a:gd name="connsiteX7" fmla="*/ 28116 w 178279"/>
                <a:gd name="connsiteY7" fmla="*/ 52349 h 82991"/>
                <a:gd name="connsiteX8" fmla="*/ 28116 w 178279"/>
                <a:gd name="connsiteY8" fmla="*/ 64478 h 82991"/>
                <a:gd name="connsiteX9" fmla="*/ 21726 w 178279"/>
                <a:gd name="connsiteY9" fmla="*/ 70862 h 82991"/>
                <a:gd name="connsiteX10" fmla="*/ 15336 w 178279"/>
                <a:gd name="connsiteY10" fmla="*/ 64478 h 82991"/>
                <a:gd name="connsiteX11" fmla="*/ 15336 w 178279"/>
                <a:gd name="connsiteY11" fmla="*/ 20429 h 82991"/>
                <a:gd name="connsiteX12" fmla="*/ 21726 w 178279"/>
                <a:gd name="connsiteY12" fmla="*/ 14045 h 82991"/>
                <a:gd name="connsiteX13" fmla="*/ 36423 w 178279"/>
                <a:gd name="connsiteY13" fmla="*/ 14045 h 82991"/>
                <a:gd name="connsiteX14" fmla="*/ 54314 w 178279"/>
                <a:gd name="connsiteY14" fmla="*/ 35112 h 82991"/>
                <a:gd name="connsiteX15" fmla="*/ 49203 w 178279"/>
                <a:gd name="connsiteY15" fmla="*/ 47241 h 82991"/>
                <a:gd name="connsiteX16" fmla="*/ 49203 w 178279"/>
                <a:gd name="connsiteY16" fmla="*/ 47241 h 82991"/>
                <a:gd name="connsiteX17" fmla="*/ 106073 w 178279"/>
                <a:gd name="connsiteY17" fmla="*/ 61925 h 82991"/>
                <a:gd name="connsiteX18" fmla="*/ 79235 w 178279"/>
                <a:gd name="connsiteY18" fmla="*/ 70224 h 82991"/>
                <a:gd name="connsiteX19" fmla="*/ 74762 w 178279"/>
                <a:gd name="connsiteY19" fmla="*/ 70224 h 82991"/>
                <a:gd name="connsiteX20" fmla="*/ 69011 w 178279"/>
                <a:gd name="connsiteY20" fmla="*/ 63840 h 82991"/>
                <a:gd name="connsiteX21" fmla="*/ 69011 w 178279"/>
                <a:gd name="connsiteY21" fmla="*/ 20429 h 82991"/>
                <a:gd name="connsiteX22" fmla="*/ 74762 w 178279"/>
                <a:gd name="connsiteY22" fmla="*/ 14045 h 82991"/>
                <a:gd name="connsiteX23" fmla="*/ 106712 w 178279"/>
                <a:gd name="connsiteY23" fmla="*/ 22982 h 82991"/>
                <a:gd name="connsiteX24" fmla="*/ 114380 w 178279"/>
                <a:gd name="connsiteY24" fmla="*/ 41496 h 82991"/>
                <a:gd name="connsiteX25" fmla="*/ 106073 w 178279"/>
                <a:gd name="connsiteY25" fmla="*/ 61925 h 82991"/>
                <a:gd name="connsiteX26" fmla="*/ 106073 w 178279"/>
                <a:gd name="connsiteY26" fmla="*/ 61925 h 82991"/>
                <a:gd name="connsiteX27" fmla="*/ 165500 w 178279"/>
                <a:gd name="connsiteY27" fmla="*/ 21067 h 82991"/>
                <a:gd name="connsiteX28" fmla="*/ 159110 w 178279"/>
                <a:gd name="connsiteY28" fmla="*/ 27451 h 82991"/>
                <a:gd name="connsiteX29" fmla="*/ 145052 w 178279"/>
                <a:gd name="connsiteY29" fmla="*/ 27451 h 82991"/>
                <a:gd name="connsiteX30" fmla="*/ 145052 w 178279"/>
                <a:gd name="connsiteY30" fmla="*/ 37665 h 82991"/>
                <a:gd name="connsiteX31" fmla="*/ 159110 w 178279"/>
                <a:gd name="connsiteY31" fmla="*/ 37665 h 82991"/>
                <a:gd name="connsiteX32" fmla="*/ 165500 w 178279"/>
                <a:gd name="connsiteY32" fmla="*/ 44049 h 82991"/>
                <a:gd name="connsiteX33" fmla="*/ 159110 w 178279"/>
                <a:gd name="connsiteY33" fmla="*/ 50433 h 82991"/>
                <a:gd name="connsiteX34" fmla="*/ 145052 w 178279"/>
                <a:gd name="connsiteY34" fmla="*/ 50433 h 82991"/>
                <a:gd name="connsiteX35" fmla="*/ 145052 w 178279"/>
                <a:gd name="connsiteY35" fmla="*/ 65755 h 82991"/>
                <a:gd name="connsiteX36" fmla="*/ 138662 w 178279"/>
                <a:gd name="connsiteY36" fmla="*/ 72139 h 82991"/>
                <a:gd name="connsiteX37" fmla="*/ 132272 w 178279"/>
                <a:gd name="connsiteY37" fmla="*/ 65755 h 82991"/>
                <a:gd name="connsiteX38" fmla="*/ 132272 w 178279"/>
                <a:gd name="connsiteY38" fmla="*/ 21067 h 82991"/>
                <a:gd name="connsiteX39" fmla="*/ 138662 w 178279"/>
                <a:gd name="connsiteY39" fmla="*/ 14683 h 82991"/>
                <a:gd name="connsiteX40" fmla="*/ 159110 w 178279"/>
                <a:gd name="connsiteY40" fmla="*/ 14683 h 82991"/>
                <a:gd name="connsiteX41" fmla="*/ 165500 w 178279"/>
                <a:gd name="connsiteY41" fmla="*/ 21067 h 82991"/>
                <a:gd name="connsiteX42" fmla="*/ 165500 w 178279"/>
                <a:gd name="connsiteY42" fmla="*/ 21067 h 82991"/>
                <a:gd name="connsiteX43" fmla="*/ 165500 w 178279"/>
                <a:gd name="connsiteY43" fmla="*/ 21067 h 82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78279" h="82991">
                  <a:moveTo>
                    <a:pt x="0" y="0"/>
                  </a:moveTo>
                  <a:lnTo>
                    <a:pt x="0" y="82992"/>
                  </a:lnTo>
                  <a:lnTo>
                    <a:pt x="178279" y="82992"/>
                  </a:lnTo>
                  <a:lnTo>
                    <a:pt x="178279" y="0"/>
                  </a:lnTo>
                  <a:lnTo>
                    <a:pt x="0" y="0"/>
                  </a:lnTo>
                  <a:close/>
                  <a:moveTo>
                    <a:pt x="49203" y="47241"/>
                  </a:moveTo>
                  <a:cubicBezTo>
                    <a:pt x="46008" y="50433"/>
                    <a:pt x="40896" y="52349"/>
                    <a:pt x="36423" y="52349"/>
                  </a:cubicBezTo>
                  <a:lnTo>
                    <a:pt x="28116" y="52349"/>
                  </a:lnTo>
                  <a:lnTo>
                    <a:pt x="28116" y="64478"/>
                  </a:lnTo>
                  <a:cubicBezTo>
                    <a:pt x="28116" y="68309"/>
                    <a:pt x="25560" y="70862"/>
                    <a:pt x="21726" y="70862"/>
                  </a:cubicBezTo>
                  <a:cubicBezTo>
                    <a:pt x="17892" y="70862"/>
                    <a:pt x="15336" y="68309"/>
                    <a:pt x="15336" y="64478"/>
                  </a:cubicBezTo>
                  <a:lnTo>
                    <a:pt x="15336" y="20429"/>
                  </a:lnTo>
                  <a:cubicBezTo>
                    <a:pt x="15336" y="16598"/>
                    <a:pt x="17892" y="14045"/>
                    <a:pt x="21726" y="14045"/>
                  </a:cubicBezTo>
                  <a:lnTo>
                    <a:pt x="36423" y="14045"/>
                  </a:lnTo>
                  <a:cubicBezTo>
                    <a:pt x="47286" y="14683"/>
                    <a:pt x="55593" y="24259"/>
                    <a:pt x="54314" y="35112"/>
                  </a:cubicBezTo>
                  <a:cubicBezTo>
                    <a:pt x="54314" y="39581"/>
                    <a:pt x="52398" y="44049"/>
                    <a:pt x="49203" y="47241"/>
                  </a:cubicBezTo>
                  <a:lnTo>
                    <a:pt x="49203" y="47241"/>
                  </a:lnTo>
                  <a:close/>
                  <a:moveTo>
                    <a:pt x="106073" y="61925"/>
                  </a:moveTo>
                  <a:cubicBezTo>
                    <a:pt x="98405" y="67670"/>
                    <a:pt x="88820" y="70862"/>
                    <a:pt x="79235" y="70224"/>
                  </a:cubicBezTo>
                  <a:cubicBezTo>
                    <a:pt x="77957" y="70224"/>
                    <a:pt x="76040" y="70224"/>
                    <a:pt x="74762" y="70224"/>
                  </a:cubicBezTo>
                  <a:cubicBezTo>
                    <a:pt x="71567" y="69585"/>
                    <a:pt x="69011" y="67032"/>
                    <a:pt x="69011" y="63840"/>
                  </a:cubicBezTo>
                  <a:lnTo>
                    <a:pt x="69011" y="20429"/>
                  </a:lnTo>
                  <a:cubicBezTo>
                    <a:pt x="69011" y="17237"/>
                    <a:pt x="71567" y="14045"/>
                    <a:pt x="74762" y="14045"/>
                  </a:cubicBezTo>
                  <a:cubicBezTo>
                    <a:pt x="76679" y="14045"/>
                    <a:pt x="95849" y="12768"/>
                    <a:pt x="106712" y="22982"/>
                  </a:cubicBezTo>
                  <a:cubicBezTo>
                    <a:pt x="111824" y="27451"/>
                    <a:pt x="114380" y="34473"/>
                    <a:pt x="114380" y="41496"/>
                  </a:cubicBezTo>
                  <a:cubicBezTo>
                    <a:pt x="115019" y="49157"/>
                    <a:pt x="111824" y="56817"/>
                    <a:pt x="106073" y="61925"/>
                  </a:cubicBezTo>
                  <a:lnTo>
                    <a:pt x="106073" y="61925"/>
                  </a:lnTo>
                  <a:close/>
                  <a:moveTo>
                    <a:pt x="165500" y="21067"/>
                  </a:moveTo>
                  <a:cubicBezTo>
                    <a:pt x="165500" y="24897"/>
                    <a:pt x="162943" y="27451"/>
                    <a:pt x="159110" y="27451"/>
                  </a:cubicBezTo>
                  <a:lnTo>
                    <a:pt x="145052" y="27451"/>
                  </a:lnTo>
                  <a:lnTo>
                    <a:pt x="145052" y="37665"/>
                  </a:lnTo>
                  <a:lnTo>
                    <a:pt x="159110" y="37665"/>
                  </a:lnTo>
                  <a:cubicBezTo>
                    <a:pt x="162943" y="37665"/>
                    <a:pt x="165500" y="40219"/>
                    <a:pt x="165500" y="44049"/>
                  </a:cubicBezTo>
                  <a:cubicBezTo>
                    <a:pt x="165500" y="47880"/>
                    <a:pt x="162943" y="50433"/>
                    <a:pt x="159110" y="50433"/>
                  </a:cubicBezTo>
                  <a:lnTo>
                    <a:pt x="145052" y="50433"/>
                  </a:lnTo>
                  <a:lnTo>
                    <a:pt x="145052" y="65755"/>
                  </a:lnTo>
                  <a:cubicBezTo>
                    <a:pt x="145052" y="69585"/>
                    <a:pt x="142496" y="72139"/>
                    <a:pt x="138662" y="72139"/>
                  </a:cubicBezTo>
                  <a:cubicBezTo>
                    <a:pt x="134828" y="72139"/>
                    <a:pt x="132272" y="69585"/>
                    <a:pt x="132272" y="65755"/>
                  </a:cubicBezTo>
                  <a:lnTo>
                    <a:pt x="132272" y="21067"/>
                  </a:lnTo>
                  <a:cubicBezTo>
                    <a:pt x="132272" y="17237"/>
                    <a:pt x="134828" y="14683"/>
                    <a:pt x="138662" y="14683"/>
                  </a:cubicBezTo>
                  <a:lnTo>
                    <a:pt x="159110" y="14683"/>
                  </a:lnTo>
                  <a:cubicBezTo>
                    <a:pt x="162305" y="14683"/>
                    <a:pt x="165500" y="17237"/>
                    <a:pt x="165500" y="21067"/>
                  </a:cubicBezTo>
                  <a:cubicBezTo>
                    <a:pt x="165500" y="21067"/>
                    <a:pt x="165500" y="21067"/>
                    <a:pt x="165500" y="21067"/>
                  </a:cubicBezTo>
                  <a:lnTo>
                    <a:pt x="165500" y="21067"/>
                  </a:lnTo>
                  <a:close/>
                </a:path>
              </a:pathLst>
            </a:custGeom>
            <a:solidFill>
              <a:srgbClr val="00ABAB"/>
            </a:solidFill>
            <a:ln w="6390" cap="flat">
              <a:noFill/>
              <a:prstDash val="solid"/>
              <a:miter/>
            </a:ln>
          </p:spPr>
          <p:txBody>
            <a:bodyPr rtlCol="0" anchor="ctr"/>
            <a:lstStyle/>
            <a:p>
              <a:endParaRPr lang="en-US"/>
            </a:p>
          </p:txBody>
        </p:sp>
      </p:grpSp>
      <p:grpSp>
        <p:nvGrpSpPr>
          <p:cNvPr id="1508" name="Graphic 1100">
            <a:extLst>
              <a:ext uri="{FF2B5EF4-FFF2-40B4-BE49-F238E27FC236}">
                <a16:creationId xmlns:a16="http://schemas.microsoft.com/office/drawing/2014/main" id="{EC580EBA-9890-C841-93F9-27A5053C5361}"/>
              </a:ext>
            </a:extLst>
          </p:cNvPr>
          <p:cNvGrpSpPr/>
          <p:nvPr/>
        </p:nvGrpSpPr>
        <p:grpSpPr>
          <a:xfrm>
            <a:off x="5099808" y="1897007"/>
            <a:ext cx="362309" cy="361971"/>
            <a:chOff x="5099808" y="1897007"/>
            <a:chExt cx="362309" cy="361971"/>
          </a:xfrm>
          <a:solidFill>
            <a:srgbClr val="00ABAB"/>
          </a:solidFill>
        </p:grpSpPr>
        <p:sp>
          <p:nvSpPr>
            <p:cNvPr id="1509" name="Graphic 1100">
              <a:extLst>
                <a:ext uri="{FF2B5EF4-FFF2-40B4-BE49-F238E27FC236}">
                  <a16:creationId xmlns:a16="http://schemas.microsoft.com/office/drawing/2014/main" id="{0E54D10A-9236-E64E-A3EB-6F308DB76F83}"/>
                </a:ext>
              </a:extLst>
            </p:cNvPr>
            <p:cNvSpPr/>
            <p:nvPr/>
          </p:nvSpPr>
          <p:spPr>
            <a:xfrm>
              <a:off x="5214188" y="2158112"/>
              <a:ext cx="134188" cy="16598"/>
            </a:xfrm>
            <a:custGeom>
              <a:avLst/>
              <a:gdLst>
                <a:gd name="connsiteX0" fmla="*/ 0 w 134188"/>
                <a:gd name="connsiteY0" fmla="*/ 0 h 16598"/>
                <a:gd name="connsiteX1" fmla="*/ 134189 w 134188"/>
                <a:gd name="connsiteY1" fmla="*/ 0 h 16598"/>
                <a:gd name="connsiteX2" fmla="*/ 134189 w 134188"/>
                <a:gd name="connsiteY2" fmla="*/ 16598 h 16598"/>
                <a:gd name="connsiteX3" fmla="*/ 0 w 134188"/>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34188" h="16598">
                  <a:moveTo>
                    <a:pt x="0" y="0"/>
                  </a:moveTo>
                  <a:lnTo>
                    <a:pt x="134189" y="0"/>
                  </a:lnTo>
                  <a:lnTo>
                    <a:pt x="134189" y="16598"/>
                  </a:lnTo>
                  <a:lnTo>
                    <a:pt x="0" y="16598"/>
                  </a:lnTo>
                  <a:close/>
                </a:path>
              </a:pathLst>
            </a:custGeom>
            <a:solidFill>
              <a:srgbClr val="00ABAB"/>
            </a:solidFill>
            <a:ln w="6390" cap="flat">
              <a:noFill/>
              <a:prstDash val="solid"/>
              <a:miter/>
            </a:ln>
          </p:spPr>
          <p:txBody>
            <a:bodyPr rtlCol="0" anchor="ctr"/>
            <a:lstStyle/>
            <a:p>
              <a:endParaRPr lang="en-US"/>
            </a:p>
          </p:txBody>
        </p:sp>
        <p:sp>
          <p:nvSpPr>
            <p:cNvPr id="1510" name="Graphic 1100">
              <a:extLst>
                <a:ext uri="{FF2B5EF4-FFF2-40B4-BE49-F238E27FC236}">
                  <a16:creationId xmlns:a16="http://schemas.microsoft.com/office/drawing/2014/main" id="{07C1B67D-60B9-4C4B-ADE3-0F1B95388A44}"/>
                </a:ext>
              </a:extLst>
            </p:cNvPr>
            <p:cNvSpPr/>
            <p:nvPr/>
          </p:nvSpPr>
          <p:spPr>
            <a:xfrm>
              <a:off x="5309398" y="1990213"/>
              <a:ext cx="30032" cy="30004"/>
            </a:xfrm>
            <a:custGeom>
              <a:avLst/>
              <a:gdLst>
                <a:gd name="connsiteX0" fmla="*/ 0 w 30032"/>
                <a:gd name="connsiteY0" fmla="*/ 0 h 30004"/>
                <a:gd name="connsiteX1" fmla="*/ 0 w 30032"/>
                <a:gd name="connsiteY1" fmla="*/ 30005 h 30004"/>
                <a:gd name="connsiteX2" fmla="*/ 30032 w 30032"/>
                <a:gd name="connsiteY2" fmla="*/ 30005 h 30004"/>
              </a:gdLst>
              <a:ahLst/>
              <a:cxnLst>
                <a:cxn ang="0">
                  <a:pos x="connsiteX0" y="connsiteY0"/>
                </a:cxn>
                <a:cxn ang="0">
                  <a:pos x="connsiteX1" y="connsiteY1"/>
                </a:cxn>
                <a:cxn ang="0">
                  <a:pos x="connsiteX2" y="connsiteY2"/>
                </a:cxn>
              </a:cxnLst>
              <a:rect l="l" t="t" r="r" b="b"/>
              <a:pathLst>
                <a:path w="30032" h="30004">
                  <a:moveTo>
                    <a:pt x="0" y="0"/>
                  </a:moveTo>
                  <a:lnTo>
                    <a:pt x="0" y="30005"/>
                  </a:lnTo>
                  <a:lnTo>
                    <a:pt x="30032" y="30005"/>
                  </a:lnTo>
                  <a:close/>
                </a:path>
              </a:pathLst>
            </a:custGeom>
            <a:solidFill>
              <a:srgbClr val="00ABAB"/>
            </a:solidFill>
            <a:ln w="6390" cap="flat">
              <a:noFill/>
              <a:prstDash val="solid"/>
              <a:miter/>
            </a:ln>
          </p:spPr>
          <p:txBody>
            <a:bodyPr rtlCol="0" anchor="ctr"/>
            <a:lstStyle/>
            <a:p>
              <a:endParaRPr lang="en-US"/>
            </a:p>
          </p:txBody>
        </p:sp>
        <p:sp>
          <p:nvSpPr>
            <p:cNvPr id="1511" name="Graphic 1100">
              <a:extLst>
                <a:ext uri="{FF2B5EF4-FFF2-40B4-BE49-F238E27FC236}">
                  <a16:creationId xmlns:a16="http://schemas.microsoft.com/office/drawing/2014/main" id="{68C6929A-FBE4-8045-A830-8BD293047499}"/>
                </a:ext>
              </a:extLst>
            </p:cNvPr>
            <p:cNvSpPr/>
            <p:nvPr/>
          </p:nvSpPr>
          <p:spPr>
            <a:xfrm>
              <a:off x="5214188" y="1981275"/>
              <a:ext cx="134188" cy="68308"/>
            </a:xfrm>
            <a:custGeom>
              <a:avLst/>
              <a:gdLst>
                <a:gd name="connsiteX0" fmla="*/ 134189 w 134188"/>
                <a:gd name="connsiteY0" fmla="*/ 51710 h 68308"/>
                <a:gd name="connsiteX1" fmla="*/ 88820 w 134188"/>
                <a:gd name="connsiteY1" fmla="*/ 51710 h 68308"/>
                <a:gd name="connsiteX2" fmla="*/ 82430 w 134188"/>
                <a:gd name="connsiteY2" fmla="*/ 45326 h 68308"/>
                <a:gd name="connsiteX3" fmla="*/ 82430 w 134188"/>
                <a:gd name="connsiteY3" fmla="*/ 0 h 68308"/>
                <a:gd name="connsiteX4" fmla="*/ 0 w 134188"/>
                <a:gd name="connsiteY4" fmla="*/ 0 h 68308"/>
                <a:gd name="connsiteX5" fmla="*/ 0 w 134188"/>
                <a:gd name="connsiteY5" fmla="*/ 68308 h 68308"/>
                <a:gd name="connsiteX6" fmla="*/ 134189 w 134188"/>
                <a:gd name="connsiteY6" fmla="*/ 68308 h 68308"/>
                <a:gd name="connsiteX7" fmla="*/ 134189 w 134188"/>
                <a:gd name="connsiteY7" fmla="*/ 51710 h 6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188" h="68308">
                  <a:moveTo>
                    <a:pt x="134189" y="51710"/>
                  </a:moveTo>
                  <a:lnTo>
                    <a:pt x="88820" y="51710"/>
                  </a:lnTo>
                  <a:cubicBezTo>
                    <a:pt x="84986" y="51710"/>
                    <a:pt x="82430" y="49157"/>
                    <a:pt x="82430" y="45326"/>
                  </a:cubicBezTo>
                  <a:lnTo>
                    <a:pt x="82430" y="0"/>
                  </a:lnTo>
                  <a:lnTo>
                    <a:pt x="0" y="0"/>
                  </a:lnTo>
                  <a:lnTo>
                    <a:pt x="0" y="68308"/>
                  </a:lnTo>
                  <a:lnTo>
                    <a:pt x="134189" y="68308"/>
                  </a:lnTo>
                  <a:lnTo>
                    <a:pt x="134189" y="51710"/>
                  </a:lnTo>
                  <a:close/>
                </a:path>
              </a:pathLst>
            </a:custGeom>
            <a:solidFill>
              <a:srgbClr val="00ABAB"/>
            </a:solidFill>
            <a:ln w="6390" cap="flat">
              <a:noFill/>
              <a:prstDash val="solid"/>
              <a:miter/>
            </a:ln>
          </p:spPr>
          <p:txBody>
            <a:bodyPr rtlCol="0" anchor="ctr"/>
            <a:lstStyle/>
            <a:p>
              <a:endParaRPr lang="en-US"/>
            </a:p>
          </p:txBody>
        </p:sp>
        <p:sp>
          <p:nvSpPr>
            <p:cNvPr id="1512" name="Graphic 1100">
              <a:extLst>
                <a:ext uri="{FF2B5EF4-FFF2-40B4-BE49-F238E27FC236}">
                  <a16:creationId xmlns:a16="http://schemas.microsoft.com/office/drawing/2014/main" id="{045FD608-BEF3-8D4D-A9F9-6EEF19593BB3}"/>
                </a:ext>
              </a:extLst>
            </p:cNvPr>
            <p:cNvSpPr/>
            <p:nvPr/>
          </p:nvSpPr>
          <p:spPr>
            <a:xfrm>
              <a:off x="5099808" y="189700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83713 w 362309"/>
                <a:gd name="connsiteY7" fmla="*/ 254721 h 361971"/>
                <a:gd name="connsiteX8" fmla="*/ 277323 w 362309"/>
                <a:gd name="connsiteY8" fmla="*/ 261105 h 361971"/>
                <a:gd name="connsiteX9" fmla="*/ 261349 w 362309"/>
                <a:gd name="connsiteY9" fmla="*/ 261105 h 361971"/>
                <a:gd name="connsiteX10" fmla="*/ 261349 w 362309"/>
                <a:gd name="connsiteY10" fmla="*/ 284087 h 361971"/>
                <a:gd name="connsiteX11" fmla="*/ 254959 w 362309"/>
                <a:gd name="connsiteY11" fmla="*/ 290471 h 361971"/>
                <a:gd name="connsiteX12" fmla="*/ 107990 w 362309"/>
                <a:gd name="connsiteY12" fmla="*/ 290471 h 361971"/>
                <a:gd name="connsiteX13" fmla="*/ 101600 w 362309"/>
                <a:gd name="connsiteY13" fmla="*/ 284087 h 361971"/>
                <a:gd name="connsiteX14" fmla="*/ 101600 w 362309"/>
                <a:gd name="connsiteY14" fmla="*/ 261105 h 361971"/>
                <a:gd name="connsiteX15" fmla="*/ 85625 w 362309"/>
                <a:gd name="connsiteY15" fmla="*/ 261105 h 361971"/>
                <a:gd name="connsiteX16" fmla="*/ 79235 w 362309"/>
                <a:gd name="connsiteY16" fmla="*/ 254721 h 361971"/>
                <a:gd name="connsiteX17" fmla="*/ 79235 w 362309"/>
                <a:gd name="connsiteY17" fmla="*/ 158961 h 361971"/>
                <a:gd name="connsiteX18" fmla="*/ 85625 w 362309"/>
                <a:gd name="connsiteY18" fmla="*/ 152577 h 361971"/>
                <a:gd name="connsiteX19" fmla="*/ 101600 w 362309"/>
                <a:gd name="connsiteY19" fmla="*/ 152577 h 361971"/>
                <a:gd name="connsiteX20" fmla="*/ 101600 w 362309"/>
                <a:gd name="connsiteY20" fmla="*/ 78523 h 361971"/>
                <a:gd name="connsiteX21" fmla="*/ 107990 w 362309"/>
                <a:gd name="connsiteY21" fmla="*/ 72139 h 361971"/>
                <a:gd name="connsiteX22" fmla="*/ 203839 w 362309"/>
                <a:gd name="connsiteY22" fmla="*/ 72139 h 361971"/>
                <a:gd name="connsiteX23" fmla="*/ 206395 w 362309"/>
                <a:gd name="connsiteY23" fmla="*/ 72777 h 361971"/>
                <a:gd name="connsiteX24" fmla="*/ 208312 w 362309"/>
                <a:gd name="connsiteY24" fmla="*/ 74054 h 361971"/>
                <a:gd name="connsiteX25" fmla="*/ 260071 w 362309"/>
                <a:gd name="connsiteY25" fmla="*/ 125765 h 361971"/>
                <a:gd name="connsiteX26" fmla="*/ 261349 w 362309"/>
                <a:gd name="connsiteY26" fmla="*/ 127680 h 361971"/>
                <a:gd name="connsiteX27" fmla="*/ 261987 w 362309"/>
                <a:gd name="connsiteY27" fmla="*/ 130233 h 361971"/>
                <a:gd name="connsiteX28" fmla="*/ 261987 w 362309"/>
                <a:gd name="connsiteY28" fmla="*/ 153216 h 361971"/>
                <a:gd name="connsiteX29" fmla="*/ 277962 w 362309"/>
                <a:gd name="connsiteY29" fmla="*/ 153216 h 361971"/>
                <a:gd name="connsiteX30" fmla="*/ 284352 w 362309"/>
                <a:gd name="connsiteY30" fmla="*/ 159600 h 361971"/>
                <a:gd name="connsiteX31" fmla="*/ 283713 w 362309"/>
                <a:gd name="connsiteY31" fmla="*/ 25472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2309" h="361971">
                  <a:moveTo>
                    <a:pt x="181474" y="0"/>
                  </a:moveTo>
                  <a:cubicBezTo>
                    <a:pt x="81152" y="0"/>
                    <a:pt x="0" y="81077"/>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ubicBezTo>
                    <a:pt x="181474" y="0"/>
                    <a:pt x="181474" y="0"/>
                    <a:pt x="181474" y="0"/>
                  </a:cubicBezTo>
                  <a:close/>
                  <a:moveTo>
                    <a:pt x="283713" y="254721"/>
                  </a:moveTo>
                  <a:cubicBezTo>
                    <a:pt x="283713" y="258551"/>
                    <a:pt x="281157" y="261105"/>
                    <a:pt x="277323" y="261105"/>
                  </a:cubicBezTo>
                  <a:lnTo>
                    <a:pt x="261349" y="261105"/>
                  </a:lnTo>
                  <a:lnTo>
                    <a:pt x="261349" y="284087"/>
                  </a:lnTo>
                  <a:cubicBezTo>
                    <a:pt x="261349" y="287918"/>
                    <a:pt x="258792" y="290471"/>
                    <a:pt x="254959" y="290471"/>
                  </a:cubicBezTo>
                  <a:lnTo>
                    <a:pt x="107990" y="290471"/>
                  </a:lnTo>
                  <a:cubicBezTo>
                    <a:pt x="104156" y="290471"/>
                    <a:pt x="101600" y="287918"/>
                    <a:pt x="101600" y="284087"/>
                  </a:cubicBezTo>
                  <a:lnTo>
                    <a:pt x="101600" y="261105"/>
                  </a:lnTo>
                  <a:lnTo>
                    <a:pt x="85625" y="261105"/>
                  </a:lnTo>
                  <a:cubicBezTo>
                    <a:pt x="81792" y="261105"/>
                    <a:pt x="79235" y="258551"/>
                    <a:pt x="79235" y="254721"/>
                  </a:cubicBezTo>
                  <a:lnTo>
                    <a:pt x="79235" y="158961"/>
                  </a:lnTo>
                  <a:cubicBezTo>
                    <a:pt x="79235" y="155131"/>
                    <a:pt x="81792" y="152577"/>
                    <a:pt x="85625" y="152577"/>
                  </a:cubicBezTo>
                  <a:lnTo>
                    <a:pt x="101600" y="152577"/>
                  </a:lnTo>
                  <a:lnTo>
                    <a:pt x="101600" y="78523"/>
                  </a:lnTo>
                  <a:cubicBezTo>
                    <a:pt x="101600" y="74693"/>
                    <a:pt x="104156" y="72139"/>
                    <a:pt x="107990" y="72139"/>
                  </a:cubicBezTo>
                  <a:lnTo>
                    <a:pt x="203839" y="72139"/>
                  </a:lnTo>
                  <a:cubicBezTo>
                    <a:pt x="204478" y="72139"/>
                    <a:pt x="205756" y="72139"/>
                    <a:pt x="206395" y="72777"/>
                  </a:cubicBezTo>
                  <a:cubicBezTo>
                    <a:pt x="207034" y="72777"/>
                    <a:pt x="207673" y="73416"/>
                    <a:pt x="208312" y="74054"/>
                  </a:cubicBezTo>
                  <a:lnTo>
                    <a:pt x="260071" y="125765"/>
                  </a:lnTo>
                  <a:cubicBezTo>
                    <a:pt x="260710" y="126403"/>
                    <a:pt x="261349" y="127041"/>
                    <a:pt x="261349" y="127680"/>
                  </a:cubicBezTo>
                  <a:cubicBezTo>
                    <a:pt x="261987" y="128318"/>
                    <a:pt x="261987" y="128957"/>
                    <a:pt x="261987" y="130233"/>
                  </a:cubicBezTo>
                  <a:lnTo>
                    <a:pt x="261987" y="153216"/>
                  </a:lnTo>
                  <a:lnTo>
                    <a:pt x="277962" y="153216"/>
                  </a:lnTo>
                  <a:cubicBezTo>
                    <a:pt x="281796" y="153216"/>
                    <a:pt x="284352" y="155769"/>
                    <a:pt x="284352" y="159600"/>
                  </a:cubicBezTo>
                  <a:lnTo>
                    <a:pt x="283713" y="254721"/>
                  </a:lnTo>
                  <a:close/>
                </a:path>
              </a:pathLst>
            </a:custGeom>
            <a:solidFill>
              <a:srgbClr val="00ABAB"/>
            </a:solidFill>
            <a:ln w="6390" cap="flat">
              <a:noFill/>
              <a:prstDash val="solid"/>
              <a:miter/>
            </a:ln>
          </p:spPr>
          <p:txBody>
            <a:bodyPr rtlCol="0" anchor="ctr"/>
            <a:lstStyle/>
            <a:p>
              <a:endParaRPr lang="en-US"/>
            </a:p>
          </p:txBody>
        </p:sp>
        <p:sp>
          <p:nvSpPr>
            <p:cNvPr id="1513" name="Graphic 1100">
              <a:extLst>
                <a:ext uri="{FF2B5EF4-FFF2-40B4-BE49-F238E27FC236}">
                  <a16:creationId xmlns:a16="http://schemas.microsoft.com/office/drawing/2014/main" id="{8F92E0C5-2DB1-8A40-9D69-1BA6FB36060E}"/>
                </a:ext>
              </a:extLst>
            </p:cNvPr>
            <p:cNvSpPr/>
            <p:nvPr/>
          </p:nvSpPr>
          <p:spPr>
            <a:xfrm>
              <a:off x="5191823" y="2062352"/>
              <a:ext cx="178279" cy="82991"/>
            </a:xfrm>
            <a:custGeom>
              <a:avLst/>
              <a:gdLst>
                <a:gd name="connsiteX0" fmla="*/ 0 w 178279"/>
                <a:gd name="connsiteY0" fmla="*/ 0 h 82991"/>
                <a:gd name="connsiteX1" fmla="*/ 0 w 178279"/>
                <a:gd name="connsiteY1" fmla="*/ 82992 h 82991"/>
                <a:gd name="connsiteX2" fmla="*/ 178279 w 178279"/>
                <a:gd name="connsiteY2" fmla="*/ 82992 h 82991"/>
                <a:gd name="connsiteX3" fmla="*/ 178279 w 178279"/>
                <a:gd name="connsiteY3" fmla="*/ 0 h 82991"/>
                <a:gd name="connsiteX4" fmla="*/ 0 w 178279"/>
                <a:gd name="connsiteY4" fmla="*/ 0 h 82991"/>
                <a:gd name="connsiteX5" fmla="*/ 69650 w 178279"/>
                <a:gd name="connsiteY5" fmla="*/ 70862 h 82991"/>
                <a:gd name="connsiteX6" fmla="*/ 60704 w 178279"/>
                <a:gd name="connsiteY6" fmla="*/ 68947 h 82991"/>
                <a:gd name="connsiteX7" fmla="*/ 60704 w 178279"/>
                <a:gd name="connsiteY7" fmla="*/ 68947 h 82991"/>
                <a:gd name="connsiteX8" fmla="*/ 49203 w 178279"/>
                <a:gd name="connsiteY8" fmla="*/ 51710 h 82991"/>
                <a:gd name="connsiteX9" fmla="*/ 37701 w 178279"/>
                <a:gd name="connsiteY9" fmla="*/ 68947 h 82991"/>
                <a:gd name="connsiteX10" fmla="*/ 28755 w 178279"/>
                <a:gd name="connsiteY10" fmla="*/ 70862 h 82991"/>
                <a:gd name="connsiteX11" fmla="*/ 28755 w 178279"/>
                <a:gd name="connsiteY11" fmla="*/ 70862 h 82991"/>
                <a:gd name="connsiteX12" fmla="*/ 26838 w 178279"/>
                <a:gd name="connsiteY12" fmla="*/ 61925 h 82991"/>
                <a:gd name="connsiteX13" fmla="*/ 26838 w 178279"/>
                <a:gd name="connsiteY13" fmla="*/ 61925 h 82991"/>
                <a:gd name="connsiteX14" fmla="*/ 41535 w 178279"/>
                <a:gd name="connsiteY14" fmla="*/ 40219 h 82991"/>
                <a:gd name="connsiteX15" fmla="*/ 30672 w 178279"/>
                <a:gd name="connsiteY15" fmla="*/ 23621 h 82991"/>
                <a:gd name="connsiteX16" fmla="*/ 32589 w 178279"/>
                <a:gd name="connsiteY16" fmla="*/ 14683 h 82991"/>
                <a:gd name="connsiteX17" fmla="*/ 41535 w 178279"/>
                <a:gd name="connsiteY17" fmla="*/ 16598 h 82991"/>
                <a:gd name="connsiteX18" fmla="*/ 49203 w 178279"/>
                <a:gd name="connsiteY18" fmla="*/ 28728 h 82991"/>
                <a:gd name="connsiteX19" fmla="*/ 56871 w 178279"/>
                <a:gd name="connsiteY19" fmla="*/ 16598 h 82991"/>
                <a:gd name="connsiteX20" fmla="*/ 65816 w 178279"/>
                <a:gd name="connsiteY20" fmla="*/ 14683 h 82991"/>
                <a:gd name="connsiteX21" fmla="*/ 65816 w 178279"/>
                <a:gd name="connsiteY21" fmla="*/ 14683 h 82991"/>
                <a:gd name="connsiteX22" fmla="*/ 67733 w 178279"/>
                <a:gd name="connsiteY22" fmla="*/ 23621 h 82991"/>
                <a:gd name="connsiteX23" fmla="*/ 56871 w 178279"/>
                <a:gd name="connsiteY23" fmla="*/ 40219 h 82991"/>
                <a:gd name="connsiteX24" fmla="*/ 71567 w 178279"/>
                <a:gd name="connsiteY24" fmla="*/ 61925 h 82991"/>
                <a:gd name="connsiteX25" fmla="*/ 69650 w 178279"/>
                <a:gd name="connsiteY25" fmla="*/ 70862 h 82991"/>
                <a:gd name="connsiteX26" fmla="*/ 69650 w 178279"/>
                <a:gd name="connsiteY26" fmla="*/ 70862 h 82991"/>
                <a:gd name="connsiteX27" fmla="*/ 107990 w 178279"/>
                <a:gd name="connsiteY27" fmla="*/ 71501 h 82991"/>
                <a:gd name="connsiteX28" fmla="*/ 86264 w 178279"/>
                <a:gd name="connsiteY28" fmla="*/ 71501 h 82991"/>
                <a:gd name="connsiteX29" fmla="*/ 79874 w 178279"/>
                <a:gd name="connsiteY29" fmla="*/ 65117 h 82991"/>
                <a:gd name="connsiteX30" fmla="*/ 79874 w 178279"/>
                <a:gd name="connsiteY30" fmla="*/ 19790 h 82991"/>
                <a:gd name="connsiteX31" fmla="*/ 86264 w 178279"/>
                <a:gd name="connsiteY31" fmla="*/ 13406 h 82991"/>
                <a:gd name="connsiteX32" fmla="*/ 92654 w 178279"/>
                <a:gd name="connsiteY32" fmla="*/ 19790 h 82991"/>
                <a:gd name="connsiteX33" fmla="*/ 92654 w 178279"/>
                <a:gd name="connsiteY33" fmla="*/ 58733 h 82991"/>
                <a:gd name="connsiteX34" fmla="*/ 107990 w 178279"/>
                <a:gd name="connsiteY34" fmla="*/ 58733 h 82991"/>
                <a:gd name="connsiteX35" fmla="*/ 114380 w 178279"/>
                <a:gd name="connsiteY35" fmla="*/ 65117 h 82991"/>
                <a:gd name="connsiteX36" fmla="*/ 107990 w 178279"/>
                <a:gd name="connsiteY36" fmla="*/ 71501 h 82991"/>
                <a:gd name="connsiteX37" fmla="*/ 107990 w 178279"/>
                <a:gd name="connsiteY37" fmla="*/ 71501 h 82991"/>
                <a:gd name="connsiteX38" fmla="*/ 155275 w 178279"/>
                <a:gd name="connsiteY38" fmla="*/ 60648 h 82991"/>
                <a:gd name="connsiteX39" fmla="*/ 136106 w 178279"/>
                <a:gd name="connsiteY39" fmla="*/ 70862 h 82991"/>
                <a:gd name="connsiteX40" fmla="*/ 122048 w 178279"/>
                <a:gd name="connsiteY40" fmla="*/ 67670 h 82991"/>
                <a:gd name="connsiteX41" fmla="*/ 118853 w 178279"/>
                <a:gd name="connsiteY41" fmla="*/ 59371 h 82991"/>
                <a:gd name="connsiteX42" fmla="*/ 127160 w 178279"/>
                <a:gd name="connsiteY42" fmla="*/ 56179 h 82991"/>
                <a:gd name="connsiteX43" fmla="*/ 143135 w 178279"/>
                <a:gd name="connsiteY43" fmla="*/ 54902 h 82991"/>
                <a:gd name="connsiteX44" fmla="*/ 143774 w 178279"/>
                <a:gd name="connsiteY44" fmla="*/ 52349 h 82991"/>
                <a:gd name="connsiteX45" fmla="*/ 136745 w 178279"/>
                <a:gd name="connsiteY45" fmla="*/ 47242 h 82991"/>
                <a:gd name="connsiteX46" fmla="*/ 121409 w 178279"/>
                <a:gd name="connsiteY46" fmla="*/ 31920 h 82991"/>
                <a:gd name="connsiteX47" fmla="*/ 125882 w 178279"/>
                <a:gd name="connsiteY47" fmla="*/ 16598 h 82991"/>
                <a:gd name="connsiteX48" fmla="*/ 151442 w 178279"/>
                <a:gd name="connsiteY48" fmla="*/ 13406 h 82991"/>
                <a:gd name="connsiteX49" fmla="*/ 155915 w 178279"/>
                <a:gd name="connsiteY49" fmla="*/ 21067 h 82991"/>
                <a:gd name="connsiteX50" fmla="*/ 148247 w 178279"/>
                <a:gd name="connsiteY50" fmla="*/ 25536 h 82991"/>
                <a:gd name="connsiteX51" fmla="*/ 136106 w 178279"/>
                <a:gd name="connsiteY51" fmla="*/ 25536 h 82991"/>
                <a:gd name="connsiteX52" fmla="*/ 134828 w 178279"/>
                <a:gd name="connsiteY52" fmla="*/ 29366 h 82991"/>
                <a:gd name="connsiteX53" fmla="*/ 142496 w 178279"/>
                <a:gd name="connsiteY53" fmla="*/ 35750 h 82991"/>
                <a:gd name="connsiteX54" fmla="*/ 156553 w 178279"/>
                <a:gd name="connsiteY54" fmla="*/ 47880 h 82991"/>
                <a:gd name="connsiteX55" fmla="*/ 155275 w 178279"/>
                <a:gd name="connsiteY55" fmla="*/ 60648 h 82991"/>
                <a:gd name="connsiteX56" fmla="*/ 155275 w 178279"/>
                <a:gd name="connsiteY56" fmla="*/ 60648 h 82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78279" h="82991">
                  <a:moveTo>
                    <a:pt x="0" y="0"/>
                  </a:moveTo>
                  <a:lnTo>
                    <a:pt x="0" y="82992"/>
                  </a:lnTo>
                  <a:lnTo>
                    <a:pt x="178279" y="82992"/>
                  </a:lnTo>
                  <a:lnTo>
                    <a:pt x="178279" y="0"/>
                  </a:lnTo>
                  <a:lnTo>
                    <a:pt x="0" y="0"/>
                  </a:lnTo>
                  <a:close/>
                  <a:moveTo>
                    <a:pt x="69650" y="70862"/>
                  </a:moveTo>
                  <a:cubicBezTo>
                    <a:pt x="66456" y="72778"/>
                    <a:pt x="62621" y="72139"/>
                    <a:pt x="60704" y="68947"/>
                  </a:cubicBezTo>
                  <a:cubicBezTo>
                    <a:pt x="60704" y="68947"/>
                    <a:pt x="60704" y="68947"/>
                    <a:pt x="60704" y="68947"/>
                  </a:cubicBezTo>
                  <a:lnTo>
                    <a:pt x="49203" y="51710"/>
                  </a:lnTo>
                  <a:lnTo>
                    <a:pt x="37701" y="68947"/>
                  </a:lnTo>
                  <a:cubicBezTo>
                    <a:pt x="35783" y="72139"/>
                    <a:pt x="31950" y="72778"/>
                    <a:pt x="28755" y="70862"/>
                  </a:cubicBezTo>
                  <a:cubicBezTo>
                    <a:pt x="28755" y="70862"/>
                    <a:pt x="28755" y="70862"/>
                    <a:pt x="28755" y="70862"/>
                  </a:cubicBezTo>
                  <a:cubicBezTo>
                    <a:pt x="25560" y="68947"/>
                    <a:pt x="24921" y="65117"/>
                    <a:pt x="26838" y="61925"/>
                  </a:cubicBezTo>
                  <a:cubicBezTo>
                    <a:pt x="26838" y="61925"/>
                    <a:pt x="26838" y="61925"/>
                    <a:pt x="26838" y="61925"/>
                  </a:cubicBezTo>
                  <a:lnTo>
                    <a:pt x="41535" y="40219"/>
                  </a:lnTo>
                  <a:lnTo>
                    <a:pt x="30672" y="23621"/>
                  </a:lnTo>
                  <a:cubicBezTo>
                    <a:pt x="28755" y="20429"/>
                    <a:pt x="29394" y="16598"/>
                    <a:pt x="32589" y="14683"/>
                  </a:cubicBezTo>
                  <a:cubicBezTo>
                    <a:pt x="35783" y="12768"/>
                    <a:pt x="39618" y="13406"/>
                    <a:pt x="41535" y="16598"/>
                  </a:cubicBezTo>
                  <a:lnTo>
                    <a:pt x="49203" y="28728"/>
                  </a:lnTo>
                  <a:lnTo>
                    <a:pt x="56871" y="16598"/>
                  </a:lnTo>
                  <a:cubicBezTo>
                    <a:pt x="58788" y="13406"/>
                    <a:pt x="62621" y="12768"/>
                    <a:pt x="65816" y="14683"/>
                  </a:cubicBezTo>
                  <a:cubicBezTo>
                    <a:pt x="65816" y="14683"/>
                    <a:pt x="65816" y="14683"/>
                    <a:pt x="65816" y="14683"/>
                  </a:cubicBezTo>
                  <a:cubicBezTo>
                    <a:pt x="69011" y="16598"/>
                    <a:pt x="69650" y="20429"/>
                    <a:pt x="67733" y="23621"/>
                  </a:cubicBezTo>
                  <a:lnTo>
                    <a:pt x="56871" y="40219"/>
                  </a:lnTo>
                  <a:lnTo>
                    <a:pt x="71567" y="61925"/>
                  </a:lnTo>
                  <a:cubicBezTo>
                    <a:pt x="73484" y="64478"/>
                    <a:pt x="72845" y="68309"/>
                    <a:pt x="69650" y="70862"/>
                  </a:cubicBezTo>
                  <a:cubicBezTo>
                    <a:pt x="69650" y="70224"/>
                    <a:pt x="69650" y="70224"/>
                    <a:pt x="69650" y="70862"/>
                  </a:cubicBezTo>
                  <a:close/>
                  <a:moveTo>
                    <a:pt x="107990" y="71501"/>
                  </a:moveTo>
                  <a:lnTo>
                    <a:pt x="86264" y="71501"/>
                  </a:lnTo>
                  <a:cubicBezTo>
                    <a:pt x="82430" y="71501"/>
                    <a:pt x="79874" y="68947"/>
                    <a:pt x="79874" y="65117"/>
                  </a:cubicBezTo>
                  <a:lnTo>
                    <a:pt x="79874" y="19790"/>
                  </a:lnTo>
                  <a:cubicBezTo>
                    <a:pt x="79874" y="15960"/>
                    <a:pt x="82430" y="13406"/>
                    <a:pt x="86264" y="13406"/>
                  </a:cubicBezTo>
                  <a:cubicBezTo>
                    <a:pt x="90098" y="13406"/>
                    <a:pt x="92654" y="15960"/>
                    <a:pt x="92654" y="19790"/>
                  </a:cubicBezTo>
                  <a:lnTo>
                    <a:pt x="92654" y="58733"/>
                  </a:lnTo>
                  <a:lnTo>
                    <a:pt x="107990" y="58733"/>
                  </a:lnTo>
                  <a:cubicBezTo>
                    <a:pt x="111824" y="58733"/>
                    <a:pt x="114380" y="61286"/>
                    <a:pt x="114380" y="65117"/>
                  </a:cubicBezTo>
                  <a:cubicBezTo>
                    <a:pt x="114380" y="68947"/>
                    <a:pt x="111824" y="71501"/>
                    <a:pt x="107990" y="71501"/>
                  </a:cubicBezTo>
                  <a:lnTo>
                    <a:pt x="107990" y="71501"/>
                  </a:lnTo>
                  <a:close/>
                  <a:moveTo>
                    <a:pt x="155275" y="60648"/>
                  </a:moveTo>
                  <a:cubicBezTo>
                    <a:pt x="151442" y="67670"/>
                    <a:pt x="143774" y="71501"/>
                    <a:pt x="136106" y="70862"/>
                  </a:cubicBezTo>
                  <a:cubicBezTo>
                    <a:pt x="131633" y="70862"/>
                    <a:pt x="126521" y="69586"/>
                    <a:pt x="122048" y="67670"/>
                  </a:cubicBezTo>
                  <a:cubicBezTo>
                    <a:pt x="118853" y="66394"/>
                    <a:pt x="117575" y="62563"/>
                    <a:pt x="118853" y="59371"/>
                  </a:cubicBezTo>
                  <a:cubicBezTo>
                    <a:pt x="120131" y="56179"/>
                    <a:pt x="123965" y="54902"/>
                    <a:pt x="127160" y="56179"/>
                  </a:cubicBezTo>
                  <a:cubicBezTo>
                    <a:pt x="137384" y="60648"/>
                    <a:pt x="142496" y="56179"/>
                    <a:pt x="143135" y="54902"/>
                  </a:cubicBezTo>
                  <a:cubicBezTo>
                    <a:pt x="143774" y="54264"/>
                    <a:pt x="143774" y="53626"/>
                    <a:pt x="143774" y="52349"/>
                  </a:cubicBezTo>
                  <a:cubicBezTo>
                    <a:pt x="143774" y="51710"/>
                    <a:pt x="142496" y="49795"/>
                    <a:pt x="136745" y="47242"/>
                  </a:cubicBezTo>
                  <a:cubicBezTo>
                    <a:pt x="129077" y="44688"/>
                    <a:pt x="123326" y="38942"/>
                    <a:pt x="121409" y="31920"/>
                  </a:cubicBezTo>
                  <a:cubicBezTo>
                    <a:pt x="120131" y="26813"/>
                    <a:pt x="122048" y="21067"/>
                    <a:pt x="125882" y="16598"/>
                  </a:cubicBezTo>
                  <a:cubicBezTo>
                    <a:pt x="133550" y="8299"/>
                    <a:pt x="148247" y="12130"/>
                    <a:pt x="151442" y="13406"/>
                  </a:cubicBezTo>
                  <a:cubicBezTo>
                    <a:pt x="154637" y="14683"/>
                    <a:pt x="156553" y="17875"/>
                    <a:pt x="155915" y="21067"/>
                  </a:cubicBezTo>
                  <a:cubicBezTo>
                    <a:pt x="154637" y="24259"/>
                    <a:pt x="151442" y="26174"/>
                    <a:pt x="148247" y="25536"/>
                  </a:cubicBezTo>
                  <a:cubicBezTo>
                    <a:pt x="143774" y="24259"/>
                    <a:pt x="137384" y="23621"/>
                    <a:pt x="136106" y="25536"/>
                  </a:cubicBezTo>
                  <a:cubicBezTo>
                    <a:pt x="134828" y="26174"/>
                    <a:pt x="134828" y="28090"/>
                    <a:pt x="134828" y="29366"/>
                  </a:cubicBezTo>
                  <a:cubicBezTo>
                    <a:pt x="135467" y="31920"/>
                    <a:pt x="138022" y="33835"/>
                    <a:pt x="142496" y="35750"/>
                  </a:cubicBezTo>
                  <a:cubicBezTo>
                    <a:pt x="148885" y="37666"/>
                    <a:pt x="153997" y="42134"/>
                    <a:pt x="156553" y="47880"/>
                  </a:cubicBezTo>
                  <a:cubicBezTo>
                    <a:pt x="157832" y="52349"/>
                    <a:pt x="157192" y="56818"/>
                    <a:pt x="155275" y="60648"/>
                  </a:cubicBezTo>
                  <a:lnTo>
                    <a:pt x="155275" y="60648"/>
                  </a:lnTo>
                  <a:close/>
                </a:path>
              </a:pathLst>
            </a:custGeom>
            <a:solidFill>
              <a:srgbClr val="00ABAB"/>
            </a:solidFill>
            <a:ln w="6390" cap="flat">
              <a:noFill/>
              <a:prstDash val="solid"/>
              <a:miter/>
            </a:ln>
          </p:spPr>
          <p:txBody>
            <a:bodyPr rtlCol="0" anchor="ctr"/>
            <a:lstStyle/>
            <a:p>
              <a:endParaRPr lang="en-US"/>
            </a:p>
          </p:txBody>
        </p:sp>
      </p:grpSp>
      <p:grpSp>
        <p:nvGrpSpPr>
          <p:cNvPr id="1514" name="Graphic 1100">
            <a:extLst>
              <a:ext uri="{FF2B5EF4-FFF2-40B4-BE49-F238E27FC236}">
                <a16:creationId xmlns:a16="http://schemas.microsoft.com/office/drawing/2014/main" id="{01D7C9F2-F374-9248-BC1F-7095F2AD26E6}"/>
              </a:ext>
            </a:extLst>
          </p:cNvPr>
          <p:cNvGrpSpPr/>
          <p:nvPr/>
        </p:nvGrpSpPr>
        <p:grpSpPr>
          <a:xfrm>
            <a:off x="5099808" y="2375167"/>
            <a:ext cx="362309" cy="361971"/>
            <a:chOff x="5099808" y="2375167"/>
            <a:chExt cx="362309" cy="361971"/>
          </a:xfrm>
          <a:solidFill>
            <a:srgbClr val="00ABAB"/>
          </a:solidFill>
        </p:grpSpPr>
        <p:sp>
          <p:nvSpPr>
            <p:cNvPr id="1515" name="Graphic 1100">
              <a:extLst>
                <a:ext uri="{FF2B5EF4-FFF2-40B4-BE49-F238E27FC236}">
                  <a16:creationId xmlns:a16="http://schemas.microsoft.com/office/drawing/2014/main" id="{4B4258AB-57DA-B648-964B-26F91B77AACE}"/>
                </a:ext>
              </a:extLst>
            </p:cNvPr>
            <p:cNvSpPr/>
            <p:nvPr/>
          </p:nvSpPr>
          <p:spPr>
            <a:xfrm>
              <a:off x="5310037" y="2468373"/>
              <a:ext cx="29393" cy="30004"/>
            </a:xfrm>
            <a:custGeom>
              <a:avLst/>
              <a:gdLst>
                <a:gd name="connsiteX0" fmla="*/ 0 w 29393"/>
                <a:gd name="connsiteY0" fmla="*/ 0 h 30004"/>
                <a:gd name="connsiteX1" fmla="*/ 0 w 29393"/>
                <a:gd name="connsiteY1" fmla="*/ 30005 h 30004"/>
                <a:gd name="connsiteX2" fmla="*/ 29394 w 29393"/>
                <a:gd name="connsiteY2" fmla="*/ 30005 h 30004"/>
              </a:gdLst>
              <a:ahLst/>
              <a:cxnLst>
                <a:cxn ang="0">
                  <a:pos x="connsiteX0" y="connsiteY0"/>
                </a:cxn>
                <a:cxn ang="0">
                  <a:pos x="connsiteX1" y="connsiteY1"/>
                </a:cxn>
                <a:cxn ang="0">
                  <a:pos x="connsiteX2" y="connsiteY2"/>
                </a:cxn>
              </a:cxnLst>
              <a:rect l="l" t="t" r="r" b="b"/>
              <a:pathLst>
                <a:path w="29393" h="30004">
                  <a:moveTo>
                    <a:pt x="0" y="0"/>
                  </a:moveTo>
                  <a:lnTo>
                    <a:pt x="0" y="30005"/>
                  </a:lnTo>
                  <a:lnTo>
                    <a:pt x="29394" y="30005"/>
                  </a:lnTo>
                  <a:close/>
                </a:path>
              </a:pathLst>
            </a:custGeom>
            <a:solidFill>
              <a:srgbClr val="00ABAB"/>
            </a:solidFill>
            <a:ln w="6390" cap="flat">
              <a:noFill/>
              <a:prstDash val="solid"/>
              <a:miter/>
            </a:ln>
          </p:spPr>
          <p:txBody>
            <a:bodyPr rtlCol="0" anchor="ctr"/>
            <a:lstStyle/>
            <a:p>
              <a:endParaRPr lang="en-US"/>
            </a:p>
          </p:txBody>
        </p:sp>
        <p:sp>
          <p:nvSpPr>
            <p:cNvPr id="1516" name="Graphic 1100">
              <a:extLst>
                <a:ext uri="{FF2B5EF4-FFF2-40B4-BE49-F238E27FC236}">
                  <a16:creationId xmlns:a16="http://schemas.microsoft.com/office/drawing/2014/main" id="{C27CD3C6-F648-9244-A988-4FB1762E99FC}"/>
                </a:ext>
              </a:extLst>
            </p:cNvPr>
            <p:cNvSpPr/>
            <p:nvPr/>
          </p:nvSpPr>
          <p:spPr>
            <a:xfrm>
              <a:off x="5317066" y="2565410"/>
              <a:ext cx="13419" cy="12767"/>
            </a:xfrm>
            <a:custGeom>
              <a:avLst/>
              <a:gdLst>
                <a:gd name="connsiteX0" fmla="*/ 8946 w 13419"/>
                <a:gd name="connsiteY0" fmla="*/ 0 h 12767"/>
                <a:gd name="connsiteX1" fmla="*/ 0 w 13419"/>
                <a:gd name="connsiteY1" fmla="*/ 0 h 12767"/>
                <a:gd name="connsiteX2" fmla="*/ 0 w 13419"/>
                <a:gd name="connsiteY2" fmla="*/ 12768 h 12767"/>
                <a:gd name="connsiteX3" fmla="*/ 8307 w 13419"/>
                <a:gd name="connsiteY3" fmla="*/ 12768 h 12767"/>
                <a:gd name="connsiteX4" fmla="*/ 13419 w 13419"/>
                <a:gd name="connsiteY4" fmla="*/ 6384 h 12767"/>
                <a:gd name="connsiteX5" fmla="*/ 12141 w 13419"/>
                <a:gd name="connsiteY5" fmla="*/ 1277 h 12767"/>
                <a:gd name="connsiteX6" fmla="*/ 8946 w 1341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19" h="12767">
                  <a:moveTo>
                    <a:pt x="8946" y="0"/>
                  </a:moveTo>
                  <a:lnTo>
                    <a:pt x="0" y="0"/>
                  </a:lnTo>
                  <a:lnTo>
                    <a:pt x="0" y="12768"/>
                  </a:lnTo>
                  <a:lnTo>
                    <a:pt x="8307" y="12768"/>
                  </a:lnTo>
                  <a:cubicBezTo>
                    <a:pt x="12141" y="12768"/>
                    <a:pt x="13419" y="10853"/>
                    <a:pt x="13419" y="6384"/>
                  </a:cubicBezTo>
                  <a:cubicBezTo>
                    <a:pt x="13419" y="4469"/>
                    <a:pt x="12780" y="2554"/>
                    <a:pt x="12141" y="1277"/>
                  </a:cubicBezTo>
                  <a:cubicBezTo>
                    <a:pt x="11502" y="638"/>
                    <a:pt x="10224" y="0"/>
                    <a:pt x="8946" y="0"/>
                  </a:cubicBezTo>
                  <a:close/>
                </a:path>
              </a:pathLst>
            </a:custGeom>
            <a:solidFill>
              <a:srgbClr val="00ABAB"/>
            </a:solidFill>
            <a:ln w="6390" cap="flat">
              <a:noFill/>
              <a:prstDash val="solid"/>
              <a:miter/>
            </a:ln>
          </p:spPr>
          <p:txBody>
            <a:bodyPr rtlCol="0" anchor="ctr"/>
            <a:lstStyle/>
            <a:p>
              <a:endParaRPr lang="en-US"/>
            </a:p>
          </p:txBody>
        </p:sp>
        <p:sp>
          <p:nvSpPr>
            <p:cNvPr id="1517" name="Graphic 1100">
              <a:extLst>
                <a:ext uri="{FF2B5EF4-FFF2-40B4-BE49-F238E27FC236}">
                  <a16:creationId xmlns:a16="http://schemas.microsoft.com/office/drawing/2014/main" id="{2FBE3F8F-9582-3D4A-8948-EDD975D7AE3A}"/>
                </a:ext>
              </a:extLst>
            </p:cNvPr>
            <p:cNvSpPr/>
            <p:nvPr/>
          </p:nvSpPr>
          <p:spPr>
            <a:xfrm>
              <a:off x="5214188" y="2459436"/>
              <a:ext cx="134188" cy="68308"/>
            </a:xfrm>
            <a:custGeom>
              <a:avLst/>
              <a:gdLst>
                <a:gd name="connsiteX0" fmla="*/ 134189 w 134188"/>
                <a:gd name="connsiteY0" fmla="*/ 51710 h 68308"/>
                <a:gd name="connsiteX1" fmla="*/ 88820 w 134188"/>
                <a:gd name="connsiteY1" fmla="*/ 51710 h 68308"/>
                <a:gd name="connsiteX2" fmla="*/ 82430 w 134188"/>
                <a:gd name="connsiteY2" fmla="*/ 45326 h 68308"/>
                <a:gd name="connsiteX3" fmla="*/ 82430 w 134188"/>
                <a:gd name="connsiteY3" fmla="*/ 0 h 68308"/>
                <a:gd name="connsiteX4" fmla="*/ 0 w 134188"/>
                <a:gd name="connsiteY4" fmla="*/ 0 h 68308"/>
                <a:gd name="connsiteX5" fmla="*/ 0 w 134188"/>
                <a:gd name="connsiteY5" fmla="*/ 68309 h 68308"/>
                <a:gd name="connsiteX6" fmla="*/ 134189 w 134188"/>
                <a:gd name="connsiteY6" fmla="*/ 68309 h 68308"/>
                <a:gd name="connsiteX7" fmla="*/ 134189 w 134188"/>
                <a:gd name="connsiteY7" fmla="*/ 51710 h 6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188" h="68308">
                  <a:moveTo>
                    <a:pt x="134189" y="51710"/>
                  </a:moveTo>
                  <a:lnTo>
                    <a:pt x="88820" y="51710"/>
                  </a:lnTo>
                  <a:cubicBezTo>
                    <a:pt x="84986" y="51710"/>
                    <a:pt x="82430" y="49157"/>
                    <a:pt x="82430" y="45326"/>
                  </a:cubicBezTo>
                  <a:lnTo>
                    <a:pt x="82430" y="0"/>
                  </a:lnTo>
                  <a:lnTo>
                    <a:pt x="0" y="0"/>
                  </a:lnTo>
                  <a:lnTo>
                    <a:pt x="0" y="68309"/>
                  </a:lnTo>
                  <a:lnTo>
                    <a:pt x="134189" y="68309"/>
                  </a:lnTo>
                  <a:lnTo>
                    <a:pt x="134189" y="51710"/>
                  </a:lnTo>
                  <a:close/>
                </a:path>
              </a:pathLst>
            </a:custGeom>
            <a:solidFill>
              <a:srgbClr val="00ABAB"/>
            </a:solidFill>
            <a:ln w="6390" cap="flat">
              <a:noFill/>
              <a:prstDash val="solid"/>
              <a:miter/>
            </a:ln>
          </p:spPr>
          <p:txBody>
            <a:bodyPr rtlCol="0" anchor="ctr"/>
            <a:lstStyle/>
            <a:p>
              <a:endParaRPr lang="en-US"/>
            </a:p>
          </p:txBody>
        </p:sp>
        <p:sp>
          <p:nvSpPr>
            <p:cNvPr id="1518" name="Graphic 1100">
              <a:extLst>
                <a:ext uri="{FF2B5EF4-FFF2-40B4-BE49-F238E27FC236}">
                  <a16:creationId xmlns:a16="http://schemas.microsoft.com/office/drawing/2014/main" id="{2949841D-6864-1545-B083-D0E244FB7603}"/>
                </a:ext>
              </a:extLst>
            </p:cNvPr>
            <p:cNvSpPr/>
            <p:nvPr/>
          </p:nvSpPr>
          <p:spPr>
            <a:xfrm>
              <a:off x="5099808" y="237516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83713 w 362309"/>
                <a:gd name="connsiteY6" fmla="*/ 254721 h 361971"/>
                <a:gd name="connsiteX7" fmla="*/ 277323 w 362309"/>
                <a:gd name="connsiteY7" fmla="*/ 261105 h 361971"/>
                <a:gd name="connsiteX8" fmla="*/ 261349 w 362309"/>
                <a:gd name="connsiteY8" fmla="*/ 261105 h 361971"/>
                <a:gd name="connsiteX9" fmla="*/ 261349 w 362309"/>
                <a:gd name="connsiteY9" fmla="*/ 284087 h 361971"/>
                <a:gd name="connsiteX10" fmla="*/ 254959 w 362309"/>
                <a:gd name="connsiteY10" fmla="*/ 290471 h 361971"/>
                <a:gd name="connsiteX11" fmla="*/ 107990 w 362309"/>
                <a:gd name="connsiteY11" fmla="*/ 290471 h 361971"/>
                <a:gd name="connsiteX12" fmla="*/ 101600 w 362309"/>
                <a:gd name="connsiteY12" fmla="*/ 284087 h 361971"/>
                <a:gd name="connsiteX13" fmla="*/ 101600 w 362309"/>
                <a:gd name="connsiteY13" fmla="*/ 261105 h 361971"/>
                <a:gd name="connsiteX14" fmla="*/ 85625 w 362309"/>
                <a:gd name="connsiteY14" fmla="*/ 261105 h 361971"/>
                <a:gd name="connsiteX15" fmla="*/ 79235 w 362309"/>
                <a:gd name="connsiteY15" fmla="*/ 254721 h 361971"/>
                <a:gd name="connsiteX16" fmla="*/ 79235 w 362309"/>
                <a:gd name="connsiteY16" fmla="*/ 158961 h 361971"/>
                <a:gd name="connsiteX17" fmla="*/ 85625 w 362309"/>
                <a:gd name="connsiteY17" fmla="*/ 152577 h 361971"/>
                <a:gd name="connsiteX18" fmla="*/ 101600 w 362309"/>
                <a:gd name="connsiteY18" fmla="*/ 152577 h 361971"/>
                <a:gd name="connsiteX19" fmla="*/ 101600 w 362309"/>
                <a:gd name="connsiteY19" fmla="*/ 77885 h 361971"/>
                <a:gd name="connsiteX20" fmla="*/ 107990 w 362309"/>
                <a:gd name="connsiteY20" fmla="*/ 71501 h 361971"/>
                <a:gd name="connsiteX21" fmla="*/ 203839 w 362309"/>
                <a:gd name="connsiteY21" fmla="*/ 71501 h 361971"/>
                <a:gd name="connsiteX22" fmla="*/ 206395 w 362309"/>
                <a:gd name="connsiteY22" fmla="*/ 72139 h 361971"/>
                <a:gd name="connsiteX23" fmla="*/ 208312 w 362309"/>
                <a:gd name="connsiteY23" fmla="*/ 73416 h 361971"/>
                <a:gd name="connsiteX24" fmla="*/ 260071 w 362309"/>
                <a:gd name="connsiteY24" fmla="*/ 125126 h 361971"/>
                <a:gd name="connsiteX25" fmla="*/ 261349 w 362309"/>
                <a:gd name="connsiteY25" fmla="*/ 127041 h 361971"/>
                <a:gd name="connsiteX26" fmla="*/ 261987 w 362309"/>
                <a:gd name="connsiteY26" fmla="*/ 129595 h 361971"/>
                <a:gd name="connsiteX27" fmla="*/ 261987 w 362309"/>
                <a:gd name="connsiteY27" fmla="*/ 152577 h 361971"/>
                <a:gd name="connsiteX28" fmla="*/ 277962 w 362309"/>
                <a:gd name="connsiteY28" fmla="*/ 152577 h 361971"/>
                <a:gd name="connsiteX29" fmla="*/ 284352 w 362309"/>
                <a:gd name="connsiteY29" fmla="*/ 158961 h 361971"/>
                <a:gd name="connsiteX30" fmla="*/ 283713 w 362309"/>
                <a:gd name="connsiteY30" fmla="*/ 25472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283713" y="254721"/>
                  </a:moveTo>
                  <a:cubicBezTo>
                    <a:pt x="283713" y="258551"/>
                    <a:pt x="281157" y="261105"/>
                    <a:pt x="277323" y="261105"/>
                  </a:cubicBezTo>
                  <a:lnTo>
                    <a:pt x="261349" y="261105"/>
                  </a:lnTo>
                  <a:lnTo>
                    <a:pt x="261349" y="284087"/>
                  </a:lnTo>
                  <a:cubicBezTo>
                    <a:pt x="261349" y="287918"/>
                    <a:pt x="258792" y="290471"/>
                    <a:pt x="254959" y="290471"/>
                  </a:cubicBezTo>
                  <a:lnTo>
                    <a:pt x="107990" y="290471"/>
                  </a:lnTo>
                  <a:cubicBezTo>
                    <a:pt x="104156" y="290471"/>
                    <a:pt x="101600" y="287918"/>
                    <a:pt x="101600" y="284087"/>
                  </a:cubicBezTo>
                  <a:lnTo>
                    <a:pt x="101600" y="261105"/>
                  </a:lnTo>
                  <a:lnTo>
                    <a:pt x="85625" y="261105"/>
                  </a:lnTo>
                  <a:cubicBezTo>
                    <a:pt x="81792" y="261105"/>
                    <a:pt x="79235" y="258551"/>
                    <a:pt x="79235" y="254721"/>
                  </a:cubicBezTo>
                  <a:lnTo>
                    <a:pt x="79235" y="158961"/>
                  </a:lnTo>
                  <a:cubicBezTo>
                    <a:pt x="79235" y="155131"/>
                    <a:pt x="81792" y="152577"/>
                    <a:pt x="85625" y="152577"/>
                  </a:cubicBezTo>
                  <a:lnTo>
                    <a:pt x="101600" y="152577"/>
                  </a:lnTo>
                  <a:lnTo>
                    <a:pt x="101600" y="77885"/>
                  </a:lnTo>
                  <a:cubicBezTo>
                    <a:pt x="101600" y="74054"/>
                    <a:pt x="104156" y="71501"/>
                    <a:pt x="107990" y="71501"/>
                  </a:cubicBezTo>
                  <a:lnTo>
                    <a:pt x="203839" y="71501"/>
                  </a:lnTo>
                  <a:cubicBezTo>
                    <a:pt x="204478" y="71501"/>
                    <a:pt x="205756" y="71501"/>
                    <a:pt x="206395" y="72139"/>
                  </a:cubicBezTo>
                  <a:cubicBezTo>
                    <a:pt x="207034" y="72139"/>
                    <a:pt x="207673" y="72778"/>
                    <a:pt x="208312" y="73416"/>
                  </a:cubicBezTo>
                  <a:lnTo>
                    <a:pt x="260071" y="125126"/>
                  </a:lnTo>
                  <a:cubicBezTo>
                    <a:pt x="260710" y="125765"/>
                    <a:pt x="261349" y="126403"/>
                    <a:pt x="261349" y="127041"/>
                  </a:cubicBezTo>
                  <a:cubicBezTo>
                    <a:pt x="261987" y="127680"/>
                    <a:pt x="261987" y="128318"/>
                    <a:pt x="261987" y="129595"/>
                  </a:cubicBezTo>
                  <a:lnTo>
                    <a:pt x="261987" y="152577"/>
                  </a:lnTo>
                  <a:lnTo>
                    <a:pt x="277962" y="152577"/>
                  </a:lnTo>
                  <a:cubicBezTo>
                    <a:pt x="281796" y="152577"/>
                    <a:pt x="284352" y="155131"/>
                    <a:pt x="284352" y="158961"/>
                  </a:cubicBezTo>
                  <a:lnTo>
                    <a:pt x="283713" y="254721"/>
                  </a:lnTo>
                  <a:close/>
                </a:path>
              </a:pathLst>
            </a:custGeom>
            <a:solidFill>
              <a:srgbClr val="00ABAB"/>
            </a:solidFill>
            <a:ln w="6390" cap="flat">
              <a:noFill/>
              <a:prstDash val="solid"/>
              <a:miter/>
            </a:ln>
          </p:spPr>
          <p:txBody>
            <a:bodyPr rtlCol="0" anchor="ctr"/>
            <a:lstStyle/>
            <a:p>
              <a:endParaRPr lang="en-US"/>
            </a:p>
          </p:txBody>
        </p:sp>
        <p:sp>
          <p:nvSpPr>
            <p:cNvPr id="1519" name="Graphic 1100">
              <a:extLst>
                <a:ext uri="{FF2B5EF4-FFF2-40B4-BE49-F238E27FC236}">
                  <a16:creationId xmlns:a16="http://schemas.microsoft.com/office/drawing/2014/main" id="{CA0AF285-7910-ED46-8582-947C9E17E1A2}"/>
                </a:ext>
              </a:extLst>
            </p:cNvPr>
            <p:cNvSpPr/>
            <p:nvPr/>
          </p:nvSpPr>
          <p:spPr>
            <a:xfrm>
              <a:off x="5191823" y="2540512"/>
              <a:ext cx="178279" cy="82991"/>
            </a:xfrm>
            <a:custGeom>
              <a:avLst/>
              <a:gdLst>
                <a:gd name="connsiteX0" fmla="*/ 0 w 178279"/>
                <a:gd name="connsiteY0" fmla="*/ 0 h 82991"/>
                <a:gd name="connsiteX1" fmla="*/ 0 w 178279"/>
                <a:gd name="connsiteY1" fmla="*/ 82992 h 82991"/>
                <a:gd name="connsiteX2" fmla="*/ 178279 w 178279"/>
                <a:gd name="connsiteY2" fmla="*/ 82992 h 82991"/>
                <a:gd name="connsiteX3" fmla="*/ 178279 w 178279"/>
                <a:gd name="connsiteY3" fmla="*/ 0 h 82991"/>
                <a:gd name="connsiteX4" fmla="*/ 0 w 178279"/>
                <a:gd name="connsiteY4" fmla="*/ 0 h 82991"/>
                <a:gd name="connsiteX5" fmla="*/ 66456 w 178279"/>
                <a:gd name="connsiteY5" fmla="*/ 70224 h 82991"/>
                <a:gd name="connsiteX6" fmla="*/ 36423 w 178279"/>
                <a:gd name="connsiteY6" fmla="*/ 70224 h 82991"/>
                <a:gd name="connsiteX7" fmla="*/ 30672 w 178279"/>
                <a:gd name="connsiteY7" fmla="*/ 67032 h 82991"/>
                <a:gd name="connsiteX8" fmla="*/ 30672 w 178279"/>
                <a:gd name="connsiteY8" fmla="*/ 60648 h 82991"/>
                <a:gd name="connsiteX9" fmla="*/ 54314 w 178279"/>
                <a:gd name="connsiteY9" fmla="*/ 24897 h 82991"/>
                <a:gd name="connsiteX10" fmla="*/ 36423 w 178279"/>
                <a:gd name="connsiteY10" fmla="*/ 24897 h 82991"/>
                <a:gd name="connsiteX11" fmla="*/ 30033 w 178279"/>
                <a:gd name="connsiteY11" fmla="*/ 18514 h 82991"/>
                <a:gd name="connsiteX12" fmla="*/ 36423 w 178279"/>
                <a:gd name="connsiteY12" fmla="*/ 12130 h 82991"/>
                <a:gd name="connsiteX13" fmla="*/ 66456 w 178279"/>
                <a:gd name="connsiteY13" fmla="*/ 12130 h 82991"/>
                <a:gd name="connsiteX14" fmla="*/ 72845 w 178279"/>
                <a:gd name="connsiteY14" fmla="*/ 18514 h 82991"/>
                <a:gd name="connsiteX15" fmla="*/ 71567 w 178279"/>
                <a:gd name="connsiteY15" fmla="*/ 22344 h 82991"/>
                <a:gd name="connsiteX16" fmla="*/ 47925 w 178279"/>
                <a:gd name="connsiteY16" fmla="*/ 58094 h 82991"/>
                <a:gd name="connsiteX17" fmla="*/ 65816 w 178279"/>
                <a:gd name="connsiteY17" fmla="*/ 58094 h 82991"/>
                <a:gd name="connsiteX18" fmla="*/ 72206 w 178279"/>
                <a:gd name="connsiteY18" fmla="*/ 64478 h 82991"/>
                <a:gd name="connsiteX19" fmla="*/ 66456 w 178279"/>
                <a:gd name="connsiteY19" fmla="*/ 70224 h 82991"/>
                <a:gd name="connsiteX20" fmla="*/ 66456 w 178279"/>
                <a:gd name="connsiteY20" fmla="*/ 70224 h 82991"/>
                <a:gd name="connsiteX21" fmla="*/ 98405 w 178279"/>
                <a:gd name="connsiteY21" fmla="*/ 63840 h 82991"/>
                <a:gd name="connsiteX22" fmla="*/ 92015 w 178279"/>
                <a:gd name="connsiteY22" fmla="*/ 70224 h 82991"/>
                <a:gd name="connsiteX23" fmla="*/ 85625 w 178279"/>
                <a:gd name="connsiteY23" fmla="*/ 63840 h 82991"/>
                <a:gd name="connsiteX24" fmla="*/ 85625 w 178279"/>
                <a:gd name="connsiteY24" fmla="*/ 18514 h 82991"/>
                <a:gd name="connsiteX25" fmla="*/ 92015 w 178279"/>
                <a:gd name="connsiteY25" fmla="*/ 12130 h 82991"/>
                <a:gd name="connsiteX26" fmla="*/ 98405 w 178279"/>
                <a:gd name="connsiteY26" fmla="*/ 18514 h 82991"/>
                <a:gd name="connsiteX27" fmla="*/ 98405 w 178279"/>
                <a:gd name="connsiteY27" fmla="*/ 63840 h 82991"/>
                <a:gd name="connsiteX28" fmla="*/ 146330 w 178279"/>
                <a:gd name="connsiteY28" fmla="*/ 45326 h 82991"/>
                <a:gd name="connsiteX29" fmla="*/ 133550 w 178279"/>
                <a:gd name="connsiteY29" fmla="*/ 50433 h 82991"/>
                <a:gd name="connsiteX30" fmla="*/ 125243 w 178279"/>
                <a:gd name="connsiteY30" fmla="*/ 50433 h 82991"/>
                <a:gd name="connsiteX31" fmla="*/ 125243 w 178279"/>
                <a:gd name="connsiteY31" fmla="*/ 63840 h 82991"/>
                <a:gd name="connsiteX32" fmla="*/ 118853 w 178279"/>
                <a:gd name="connsiteY32" fmla="*/ 70224 h 82991"/>
                <a:gd name="connsiteX33" fmla="*/ 112463 w 178279"/>
                <a:gd name="connsiteY33" fmla="*/ 63840 h 82991"/>
                <a:gd name="connsiteX34" fmla="*/ 112463 w 178279"/>
                <a:gd name="connsiteY34" fmla="*/ 18514 h 82991"/>
                <a:gd name="connsiteX35" fmla="*/ 118853 w 178279"/>
                <a:gd name="connsiteY35" fmla="*/ 12130 h 82991"/>
                <a:gd name="connsiteX36" fmla="*/ 133550 w 178279"/>
                <a:gd name="connsiteY36" fmla="*/ 12130 h 82991"/>
                <a:gd name="connsiteX37" fmla="*/ 151442 w 178279"/>
                <a:gd name="connsiteY37" fmla="*/ 33197 h 82991"/>
                <a:gd name="connsiteX38" fmla="*/ 146330 w 178279"/>
                <a:gd name="connsiteY38" fmla="*/ 45326 h 82991"/>
                <a:gd name="connsiteX39" fmla="*/ 146330 w 178279"/>
                <a:gd name="connsiteY39" fmla="*/ 45326 h 82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78279" h="82991">
                  <a:moveTo>
                    <a:pt x="0" y="0"/>
                  </a:moveTo>
                  <a:lnTo>
                    <a:pt x="0" y="82992"/>
                  </a:lnTo>
                  <a:lnTo>
                    <a:pt x="178279" y="82992"/>
                  </a:lnTo>
                  <a:lnTo>
                    <a:pt x="178279" y="0"/>
                  </a:lnTo>
                  <a:lnTo>
                    <a:pt x="0" y="0"/>
                  </a:lnTo>
                  <a:close/>
                  <a:moveTo>
                    <a:pt x="66456" y="70224"/>
                  </a:moveTo>
                  <a:lnTo>
                    <a:pt x="36423" y="70224"/>
                  </a:lnTo>
                  <a:cubicBezTo>
                    <a:pt x="33867" y="70224"/>
                    <a:pt x="31950" y="68947"/>
                    <a:pt x="30672" y="67032"/>
                  </a:cubicBezTo>
                  <a:cubicBezTo>
                    <a:pt x="29394" y="65117"/>
                    <a:pt x="29394" y="62563"/>
                    <a:pt x="30672" y="60648"/>
                  </a:cubicBezTo>
                  <a:lnTo>
                    <a:pt x="54314" y="24897"/>
                  </a:lnTo>
                  <a:lnTo>
                    <a:pt x="36423" y="24897"/>
                  </a:lnTo>
                  <a:cubicBezTo>
                    <a:pt x="32589" y="24897"/>
                    <a:pt x="30033" y="22344"/>
                    <a:pt x="30033" y="18514"/>
                  </a:cubicBezTo>
                  <a:cubicBezTo>
                    <a:pt x="30033" y="14683"/>
                    <a:pt x="32589" y="12130"/>
                    <a:pt x="36423" y="12130"/>
                  </a:cubicBezTo>
                  <a:lnTo>
                    <a:pt x="66456" y="12130"/>
                  </a:lnTo>
                  <a:cubicBezTo>
                    <a:pt x="70289" y="12130"/>
                    <a:pt x="72845" y="14683"/>
                    <a:pt x="72845" y="18514"/>
                  </a:cubicBezTo>
                  <a:cubicBezTo>
                    <a:pt x="72845" y="19790"/>
                    <a:pt x="72206" y="21067"/>
                    <a:pt x="71567" y="22344"/>
                  </a:cubicBezTo>
                  <a:lnTo>
                    <a:pt x="47925" y="58094"/>
                  </a:lnTo>
                  <a:lnTo>
                    <a:pt x="65816" y="58094"/>
                  </a:lnTo>
                  <a:cubicBezTo>
                    <a:pt x="69650" y="58094"/>
                    <a:pt x="72206" y="60648"/>
                    <a:pt x="72206" y="64478"/>
                  </a:cubicBezTo>
                  <a:cubicBezTo>
                    <a:pt x="72206" y="68308"/>
                    <a:pt x="70289" y="70862"/>
                    <a:pt x="66456" y="70224"/>
                  </a:cubicBezTo>
                  <a:lnTo>
                    <a:pt x="66456" y="70224"/>
                  </a:lnTo>
                  <a:close/>
                  <a:moveTo>
                    <a:pt x="98405" y="63840"/>
                  </a:moveTo>
                  <a:cubicBezTo>
                    <a:pt x="98405" y="67670"/>
                    <a:pt x="95849" y="70224"/>
                    <a:pt x="92015" y="70224"/>
                  </a:cubicBezTo>
                  <a:cubicBezTo>
                    <a:pt x="88181" y="70224"/>
                    <a:pt x="85625" y="67670"/>
                    <a:pt x="85625" y="63840"/>
                  </a:cubicBezTo>
                  <a:lnTo>
                    <a:pt x="85625" y="18514"/>
                  </a:lnTo>
                  <a:cubicBezTo>
                    <a:pt x="85625" y="14683"/>
                    <a:pt x="88181" y="12130"/>
                    <a:pt x="92015" y="12130"/>
                  </a:cubicBezTo>
                  <a:cubicBezTo>
                    <a:pt x="95849" y="12130"/>
                    <a:pt x="98405" y="14683"/>
                    <a:pt x="98405" y="18514"/>
                  </a:cubicBezTo>
                  <a:lnTo>
                    <a:pt x="98405" y="63840"/>
                  </a:lnTo>
                  <a:close/>
                  <a:moveTo>
                    <a:pt x="146330" y="45326"/>
                  </a:moveTo>
                  <a:cubicBezTo>
                    <a:pt x="143135" y="48518"/>
                    <a:pt x="138022" y="50433"/>
                    <a:pt x="133550" y="50433"/>
                  </a:cubicBezTo>
                  <a:lnTo>
                    <a:pt x="125243" y="50433"/>
                  </a:lnTo>
                  <a:lnTo>
                    <a:pt x="125243" y="63840"/>
                  </a:lnTo>
                  <a:cubicBezTo>
                    <a:pt x="125243" y="67670"/>
                    <a:pt x="122687" y="70224"/>
                    <a:pt x="118853" y="70224"/>
                  </a:cubicBezTo>
                  <a:cubicBezTo>
                    <a:pt x="115019" y="70224"/>
                    <a:pt x="112463" y="67670"/>
                    <a:pt x="112463" y="63840"/>
                  </a:cubicBezTo>
                  <a:lnTo>
                    <a:pt x="112463" y="18514"/>
                  </a:lnTo>
                  <a:cubicBezTo>
                    <a:pt x="112463" y="14683"/>
                    <a:pt x="115019" y="12130"/>
                    <a:pt x="118853" y="12130"/>
                  </a:cubicBezTo>
                  <a:lnTo>
                    <a:pt x="133550" y="12130"/>
                  </a:lnTo>
                  <a:cubicBezTo>
                    <a:pt x="144412" y="12768"/>
                    <a:pt x="152720" y="22344"/>
                    <a:pt x="151442" y="33197"/>
                  </a:cubicBezTo>
                  <a:cubicBezTo>
                    <a:pt x="151442" y="37665"/>
                    <a:pt x="149525" y="42134"/>
                    <a:pt x="146330" y="45326"/>
                  </a:cubicBezTo>
                  <a:lnTo>
                    <a:pt x="146330" y="45326"/>
                  </a:lnTo>
                  <a:close/>
                </a:path>
              </a:pathLst>
            </a:custGeom>
            <a:solidFill>
              <a:srgbClr val="00ABAB"/>
            </a:solidFill>
            <a:ln w="6390" cap="flat">
              <a:noFill/>
              <a:prstDash val="solid"/>
              <a:miter/>
            </a:ln>
          </p:spPr>
          <p:txBody>
            <a:bodyPr rtlCol="0" anchor="ctr"/>
            <a:lstStyle/>
            <a:p>
              <a:endParaRPr lang="en-US"/>
            </a:p>
          </p:txBody>
        </p:sp>
        <p:sp>
          <p:nvSpPr>
            <p:cNvPr id="1520" name="Graphic 1100">
              <a:extLst>
                <a:ext uri="{FF2B5EF4-FFF2-40B4-BE49-F238E27FC236}">
                  <a16:creationId xmlns:a16="http://schemas.microsoft.com/office/drawing/2014/main" id="{B59AED0A-441F-BA41-991C-00D4E424EA7D}"/>
                </a:ext>
              </a:extLst>
            </p:cNvPr>
            <p:cNvSpPr/>
            <p:nvPr/>
          </p:nvSpPr>
          <p:spPr>
            <a:xfrm>
              <a:off x="5214188" y="2635634"/>
              <a:ext cx="134188" cy="16598"/>
            </a:xfrm>
            <a:custGeom>
              <a:avLst/>
              <a:gdLst>
                <a:gd name="connsiteX0" fmla="*/ 0 w 134188"/>
                <a:gd name="connsiteY0" fmla="*/ 0 h 16598"/>
                <a:gd name="connsiteX1" fmla="*/ 134189 w 134188"/>
                <a:gd name="connsiteY1" fmla="*/ 0 h 16598"/>
                <a:gd name="connsiteX2" fmla="*/ 134189 w 134188"/>
                <a:gd name="connsiteY2" fmla="*/ 16598 h 16598"/>
                <a:gd name="connsiteX3" fmla="*/ 0 w 134188"/>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34188" h="16598">
                  <a:moveTo>
                    <a:pt x="0" y="0"/>
                  </a:moveTo>
                  <a:lnTo>
                    <a:pt x="134189" y="0"/>
                  </a:lnTo>
                  <a:lnTo>
                    <a:pt x="134189" y="16598"/>
                  </a:lnTo>
                  <a:lnTo>
                    <a:pt x="0" y="16598"/>
                  </a:lnTo>
                  <a:close/>
                </a:path>
              </a:pathLst>
            </a:custGeom>
            <a:solidFill>
              <a:srgbClr val="00ABAB"/>
            </a:solidFill>
            <a:ln w="6390" cap="flat">
              <a:noFill/>
              <a:prstDash val="solid"/>
              <a:miter/>
            </a:ln>
          </p:spPr>
          <p:txBody>
            <a:bodyPr rtlCol="0" anchor="ctr"/>
            <a:lstStyle/>
            <a:p>
              <a:endParaRPr lang="en-US"/>
            </a:p>
          </p:txBody>
        </p:sp>
      </p:grpSp>
      <p:grpSp>
        <p:nvGrpSpPr>
          <p:cNvPr id="1521" name="Graphic 1100">
            <a:extLst>
              <a:ext uri="{FF2B5EF4-FFF2-40B4-BE49-F238E27FC236}">
                <a16:creationId xmlns:a16="http://schemas.microsoft.com/office/drawing/2014/main" id="{D7A066F0-E9D1-EA4D-9539-F83C8972CFA0}"/>
              </a:ext>
            </a:extLst>
          </p:cNvPr>
          <p:cNvGrpSpPr/>
          <p:nvPr/>
        </p:nvGrpSpPr>
        <p:grpSpPr>
          <a:xfrm>
            <a:off x="6147119" y="922173"/>
            <a:ext cx="362309" cy="361971"/>
            <a:chOff x="6147119" y="922173"/>
            <a:chExt cx="362309" cy="361971"/>
          </a:xfrm>
          <a:solidFill>
            <a:srgbClr val="00ABAB"/>
          </a:solidFill>
        </p:grpSpPr>
        <p:sp>
          <p:nvSpPr>
            <p:cNvPr id="1522" name="Graphic 1100">
              <a:extLst>
                <a:ext uri="{FF2B5EF4-FFF2-40B4-BE49-F238E27FC236}">
                  <a16:creationId xmlns:a16="http://schemas.microsoft.com/office/drawing/2014/main" id="{C355E9FB-E231-604A-B02F-9A29889F1505}"/>
                </a:ext>
              </a:extLst>
            </p:cNvPr>
            <p:cNvSpPr/>
            <p:nvPr/>
          </p:nvSpPr>
          <p:spPr>
            <a:xfrm>
              <a:off x="6294088" y="1137313"/>
              <a:ext cx="37700" cy="28727"/>
            </a:xfrm>
            <a:custGeom>
              <a:avLst/>
              <a:gdLst>
                <a:gd name="connsiteX0" fmla="*/ 0 w 37700"/>
                <a:gd name="connsiteY0" fmla="*/ 28728 h 28727"/>
                <a:gd name="connsiteX1" fmla="*/ 37701 w 37700"/>
                <a:gd name="connsiteY1" fmla="*/ 28728 h 28727"/>
                <a:gd name="connsiteX2" fmla="*/ 19170 w 37700"/>
                <a:gd name="connsiteY2" fmla="*/ 0 h 28727"/>
              </a:gdLst>
              <a:ahLst/>
              <a:cxnLst>
                <a:cxn ang="0">
                  <a:pos x="connsiteX0" y="connsiteY0"/>
                </a:cxn>
                <a:cxn ang="0">
                  <a:pos x="connsiteX1" y="connsiteY1"/>
                </a:cxn>
                <a:cxn ang="0">
                  <a:pos x="connsiteX2" y="connsiteY2"/>
                </a:cxn>
              </a:cxnLst>
              <a:rect l="l" t="t" r="r" b="b"/>
              <a:pathLst>
                <a:path w="37700" h="28727">
                  <a:moveTo>
                    <a:pt x="0" y="28728"/>
                  </a:moveTo>
                  <a:lnTo>
                    <a:pt x="37701" y="28728"/>
                  </a:lnTo>
                  <a:lnTo>
                    <a:pt x="19170" y="0"/>
                  </a:lnTo>
                  <a:close/>
                </a:path>
              </a:pathLst>
            </a:custGeom>
            <a:solidFill>
              <a:srgbClr val="00ABAB"/>
            </a:solidFill>
            <a:ln w="6390" cap="flat">
              <a:noFill/>
              <a:prstDash val="solid"/>
              <a:miter/>
            </a:ln>
          </p:spPr>
          <p:txBody>
            <a:bodyPr rtlCol="0" anchor="ctr"/>
            <a:lstStyle/>
            <a:p>
              <a:endParaRPr lang="en-US"/>
            </a:p>
          </p:txBody>
        </p:sp>
        <p:sp>
          <p:nvSpPr>
            <p:cNvPr id="1523" name="Graphic 1100">
              <a:extLst>
                <a:ext uri="{FF2B5EF4-FFF2-40B4-BE49-F238E27FC236}">
                  <a16:creationId xmlns:a16="http://schemas.microsoft.com/office/drawing/2014/main" id="{8D1BB4E3-BB45-F64F-9717-96C23ED32D6F}"/>
                </a:ext>
              </a:extLst>
            </p:cNvPr>
            <p:cNvSpPr/>
            <p:nvPr/>
          </p:nvSpPr>
          <p:spPr>
            <a:xfrm>
              <a:off x="6288336" y="1093902"/>
              <a:ext cx="79874" cy="72138"/>
            </a:xfrm>
            <a:custGeom>
              <a:avLst/>
              <a:gdLst>
                <a:gd name="connsiteX0" fmla="*/ 19170 w 79874"/>
                <a:gd name="connsiteY0" fmla="*/ 28728 h 72138"/>
                <a:gd name="connsiteX1" fmla="*/ 28116 w 79874"/>
                <a:gd name="connsiteY1" fmla="*/ 26813 h 72138"/>
                <a:gd name="connsiteX2" fmla="*/ 30033 w 79874"/>
                <a:gd name="connsiteY2" fmla="*/ 28728 h 72138"/>
                <a:gd name="connsiteX3" fmla="*/ 58788 w 79874"/>
                <a:gd name="connsiteY3" fmla="*/ 72139 h 72138"/>
                <a:gd name="connsiteX4" fmla="*/ 79874 w 79874"/>
                <a:gd name="connsiteY4" fmla="*/ 72139 h 72138"/>
                <a:gd name="connsiteX5" fmla="*/ 79874 w 79874"/>
                <a:gd name="connsiteY5" fmla="*/ 0 h 72138"/>
                <a:gd name="connsiteX6" fmla="*/ 0 w 79874"/>
                <a:gd name="connsiteY6" fmla="*/ 0 h 72138"/>
                <a:gd name="connsiteX7" fmla="*/ 0 w 79874"/>
                <a:gd name="connsiteY7" fmla="*/ 56817 h 72138"/>
                <a:gd name="connsiteX8" fmla="*/ 19170 w 79874"/>
                <a:gd name="connsiteY8" fmla="*/ 28728 h 72138"/>
                <a:gd name="connsiteX9" fmla="*/ 60066 w 79874"/>
                <a:gd name="connsiteY9" fmla="*/ 8938 h 72138"/>
                <a:gd name="connsiteX10" fmla="*/ 69650 w 79874"/>
                <a:gd name="connsiteY10" fmla="*/ 18514 h 72138"/>
                <a:gd name="connsiteX11" fmla="*/ 60066 w 79874"/>
                <a:gd name="connsiteY11" fmla="*/ 28089 h 72138"/>
                <a:gd name="connsiteX12" fmla="*/ 50481 w 79874"/>
                <a:gd name="connsiteY12" fmla="*/ 18514 h 72138"/>
                <a:gd name="connsiteX13" fmla="*/ 60066 w 79874"/>
                <a:gd name="connsiteY13" fmla="*/ 8938 h 7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874" h="72138">
                  <a:moveTo>
                    <a:pt x="19170" y="28728"/>
                  </a:moveTo>
                  <a:cubicBezTo>
                    <a:pt x="21087" y="25536"/>
                    <a:pt x="24921" y="24897"/>
                    <a:pt x="28116" y="26813"/>
                  </a:cubicBezTo>
                  <a:cubicBezTo>
                    <a:pt x="28755" y="27451"/>
                    <a:pt x="29394" y="28089"/>
                    <a:pt x="30033" y="28728"/>
                  </a:cubicBezTo>
                  <a:lnTo>
                    <a:pt x="58788" y="72139"/>
                  </a:lnTo>
                  <a:lnTo>
                    <a:pt x="79874" y="72139"/>
                  </a:lnTo>
                  <a:lnTo>
                    <a:pt x="79874" y="0"/>
                  </a:lnTo>
                  <a:lnTo>
                    <a:pt x="0" y="0"/>
                  </a:lnTo>
                  <a:lnTo>
                    <a:pt x="0" y="56817"/>
                  </a:lnTo>
                  <a:lnTo>
                    <a:pt x="19170" y="28728"/>
                  </a:lnTo>
                  <a:close/>
                  <a:moveTo>
                    <a:pt x="60066" y="8938"/>
                  </a:moveTo>
                  <a:cubicBezTo>
                    <a:pt x="65177" y="8938"/>
                    <a:pt x="69650" y="13406"/>
                    <a:pt x="69650" y="18514"/>
                  </a:cubicBezTo>
                  <a:cubicBezTo>
                    <a:pt x="69650" y="23621"/>
                    <a:pt x="65177" y="28089"/>
                    <a:pt x="60066" y="28089"/>
                  </a:cubicBezTo>
                  <a:cubicBezTo>
                    <a:pt x="54954" y="28089"/>
                    <a:pt x="50481" y="23621"/>
                    <a:pt x="50481" y="18514"/>
                  </a:cubicBezTo>
                  <a:cubicBezTo>
                    <a:pt x="50481" y="12768"/>
                    <a:pt x="54954" y="8938"/>
                    <a:pt x="60066" y="8938"/>
                  </a:cubicBezTo>
                  <a:close/>
                </a:path>
              </a:pathLst>
            </a:custGeom>
            <a:solidFill>
              <a:srgbClr val="00ABAB"/>
            </a:solidFill>
            <a:ln w="6390" cap="flat">
              <a:noFill/>
              <a:prstDash val="solid"/>
              <a:miter/>
            </a:ln>
          </p:spPr>
          <p:txBody>
            <a:bodyPr rtlCol="0" anchor="ctr"/>
            <a:lstStyle/>
            <a:p>
              <a:endParaRPr lang="en-US"/>
            </a:p>
          </p:txBody>
        </p:sp>
        <p:sp>
          <p:nvSpPr>
            <p:cNvPr id="1524" name="Graphic 1100">
              <a:extLst>
                <a:ext uri="{FF2B5EF4-FFF2-40B4-BE49-F238E27FC236}">
                  <a16:creationId xmlns:a16="http://schemas.microsoft.com/office/drawing/2014/main" id="{5E9BAB89-34DD-EF45-A167-291EE5A6E517}"/>
                </a:ext>
              </a:extLst>
            </p:cNvPr>
            <p:cNvSpPr/>
            <p:nvPr/>
          </p:nvSpPr>
          <p:spPr>
            <a:xfrm>
              <a:off x="6357987" y="1010910"/>
              <a:ext cx="31949" cy="31919"/>
            </a:xfrm>
            <a:custGeom>
              <a:avLst/>
              <a:gdLst>
                <a:gd name="connsiteX0" fmla="*/ 0 w 31949"/>
                <a:gd name="connsiteY0" fmla="*/ 0 h 31919"/>
                <a:gd name="connsiteX1" fmla="*/ 0 w 31949"/>
                <a:gd name="connsiteY1" fmla="*/ 31920 h 31919"/>
                <a:gd name="connsiteX2" fmla="*/ 31950 w 31949"/>
                <a:gd name="connsiteY2" fmla="*/ 31920 h 31919"/>
              </a:gdLst>
              <a:ahLst/>
              <a:cxnLst>
                <a:cxn ang="0">
                  <a:pos x="connsiteX0" y="connsiteY0"/>
                </a:cxn>
                <a:cxn ang="0">
                  <a:pos x="connsiteX1" y="connsiteY1"/>
                </a:cxn>
                <a:cxn ang="0">
                  <a:pos x="connsiteX2" y="connsiteY2"/>
                </a:cxn>
              </a:cxnLst>
              <a:rect l="l" t="t" r="r" b="b"/>
              <a:pathLst>
                <a:path w="31949" h="31919">
                  <a:moveTo>
                    <a:pt x="0" y="0"/>
                  </a:moveTo>
                  <a:lnTo>
                    <a:pt x="0" y="31920"/>
                  </a:lnTo>
                  <a:lnTo>
                    <a:pt x="31950" y="31920"/>
                  </a:lnTo>
                  <a:close/>
                </a:path>
              </a:pathLst>
            </a:custGeom>
            <a:solidFill>
              <a:srgbClr val="00ABAB"/>
            </a:solidFill>
            <a:ln w="6390" cap="flat">
              <a:noFill/>
              <a:prstDash val="solid"/>
              <a:miter/>
            </a:ln>
          </p:spPr>
          <p:txBody>
            <a:bodyPr rtlCol="0" anchor="ctr"/>
            <a:lstStyle/>
            <a:p>
              <a:endParaRPr lang="en-US"/>
            </a:p>
          </p:txBody>
        </p:sp>
        <p:sp>
          <p:nvSpPr>
            <p:cNvPr id="1525" name="Graphic 1100">
              <a:extLst>
                <a:ext uri="{FF2B5EF4-FFF2-40B4-BE49-F238E27FC236}">
                  <a16:creationId xmlns:a16="http://schemas.microsoft.com/office/drawing/2014/main" id="{9A43C27B-54D3-6949-A6B5-A6402EEC56AF}"/>
                </a:ext>
              </a:extLst>
            </p:cNvPr>
            <p:cNvSpPr/>
            <p:nvPr/>
          </p:nvSpPr>
          <p:spPr>
            <a:xfrm>
              <a:off x="6147119" y="922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64544 w 362309"/>
                <a:gd name="connsiteY6" fmla="*/ 288556 h 361971"/>
                <a:gd name="connsiteX7" fmla="*/ 258154 w 362309"/>
                <a:gd name="connsiteY7" fmla="*/ 294940 h 361971"/>
                <a:gd name="connsiteX8" fmla="*/ 104156 w 362309"/>
                <a:gd name="connsiteY8" fmla="*/ 294940 h 361971"/>
                <a:gd name="connsiteX9" fmla="*/ 97766 w 362309"/>
                <a:gd name="connsiteY9" fmla="*/ 288556 h 361971"/>
                <a:gd name="connsiteX10" fmla="*/ 97766 w 362309"/>
                <a:gd name="connsiteY10" fmla="*/ 73416 h 361971"/>
                <a:gd name="connsiteX11" fmla="*/ 104156 w 362309"/>
                <a:gd name="connsiteY11" fmla="*/ 67032 h 361971"/>
                <a:gd name="connsiteX12" fmla="*/ 204478 w 362309"/>
                <a:gd name="connsiteY12" fmla="*/ 67032 h 361971"/>
                <a:gd name="connsiteX13" fmla="*/ 208951 w 362309"/>
                <a:gd name="connsiteY13" fmla="*/ 68947 h 361971"/>
                <a:gd name="connsiteX14" fmla="*/ 262626 w 362309"/>
                <a:gd name="connsiteY14" fmla="*/ 122572 h 361971"/>
                <a:gd name="connsiteX15" fmla="*/ 263904 w 362309"/>
                <a:gd name="connsiteY15" fmla="*/ 124488 h 361971"/>
                <a:gd name="connsiteX16" fmla="*/ 264544 w 362309"/>
                <a:gd name="connsiteY16" fmla="*/ 126403 h 361971"/>
                <a:gd name="connsiteX17" fmla="*/ 264544 w 362309"/>
                <a:gd name="connsiteY17" fmla="*/ 288556 h 361971"/>
                <a:gd name="connsiteX18" fmla="*/ 264544 w 362309"/>
                <a:gd name="connsiteY18" fmla="*/ 28855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1077"/>
                    <a:pt x="281157" y="0"/>
                    <a:pt x="181474" y="0"/>
                  </a:cubicBezTo>
                  <a:close/>
                  <a:moveTo>
                    <a:pt x="264544" y="288556"/>
                  </a:moveTo>
                  <a:cubicBezTo>
                    <a:pt x="264544" y="292386"/>
                    <a:pt x="261987" y="294940"/>
                    <a:pt x="258154" y="294940"/>
                  </a:cubicBezTo>
                  <a:lnTo>
                    <a:pt x="104156" y="294940"/>
                  </a:lnTo>
                  <a:cubicBezTo>
                    <a:pt x="100322" y="294940"/>
                    <a:pt x="97766" y="292386"/>
                    <a:pt x="97766" y="288556"/>
                  </a:cubicBezTo>
                  <a:lnTo>
                    <a:pt x="97766" y="73416"/>
                  </a:lnTo>
                  <a:cubicBezTo>
                    <a:pt x="97766" y="69585"/>
                    <a:pt x="100322" y="67032"/>
                    <a:pt x="104156" y="67032"/>
                  </a:cubicBezTo>
                  <a:lnTo>
                    <a:pt x="204478" y="67032"/>
                  </a:lnTo>
                  <a:cubicBezTo>
                    <a:pt x="206395" y="67032"/>
                    <a:pt x="207673" y="67670"/>
                    <a:pt x="208951" y="68947"/>
                  </a:cubicBezTo>
                  <a:lnTo>
                    <a:pt x="262626" y="122572"/>
                  </a:lnTo>
                  <a:cubicBezTo>
                    <a:pt x="263266" y="123211"/>
                    <a:pt x="263904" y="123849"/>
                    <a:pt x="263904" y="124488"/>
                  </a:cubicBezTo>
                  <a:cubicBezTo>
                    <a:pt x="263904" y="125126"/>
                    <a:pt x="264544" y="125764"/>
                    <a:pt x="264544" y="126403"/>
                  </a:cubicBezTo>
                  <a:lnTo>
                    <a:pt x="264544" y="288556"/>
                  </a:lnTo>
                  <a:lnTo>
                    <a:pt x="264544" y="288556"/>
                  </a:lnTo>
                  <a:close/>
                </a:path>
              </a:pathLst>
            </a:custGeom>
            <a:solidFill>
              <a:srgbClr val="00ABAB"/>
            </a:solidFill>
            <a:ln w="6390" cap="flat">
              <a:noFill/>
              <a:prstDash val="solid"/>
              <a:miter/>
            </a:ln>
          </p:spPr>
          <p:txBody>
            <a:bodyPr rtlCol="0" anchor="ctr"/>
            <a:lstStyle/>
            <a:p>
              <a:endParaRPr lang="en-US"/>
            </a:p>
          </p:txBody>
        </p:sp>
        <p:sp>
          <p:nvSpPr>
            <p:cNvPr id="1526" name="Graphic 1100">
              <a:extLst>
                <a:ext uri="{FF2B5EF4-FFF2-40B4-BE49-F238E27FC236}">
                  <a16:creationId xmlns:a16="http://schemas.microsoft.com/office/drawing/2014/main" id="{BAC5B22A-9697-BD43-BBF2-1031EE22544B}"/>
                </a:ext>
              </a:extLst>
            </p:cNvPr>
            <p:cNvSpPr/>
            <p:nvPr/>
          </p:nvSpPr>
          <p:spPr>
            <a:xfrm>
              <a:off x="6257665" y="1001973"/>
              <a:ext cx="141217" cy="202372"/>
            </a:xfrm>
            <a:custGeom>
              <a:avLst/>
              <a:gdLst>
                <a:gd name="connsiteX0" fmla="*/ 87542 w 141217"/>
                <a:gd name="connsiteY0" fmla="*/ 47242 h 202372"/>
                <a:gd name="connsiteX1" fmla="*/ 87542 w 141217"/>
                <a:gd name="connsiteY1" fmla="*/ 0 h 202372"/>
                <a:gd name="connsiteX2" fmla="*/ 0 w 141217"/>
                <a:gd name="connsiteY2" fmla="*/ 0 h 202372"/>
                <a:gd name="connsiteX3" fmla="*/ 0 w 141217"/>
                <a:gd name="connsiteY3" fmla="*/ 202372 h 202372"/>
                <a:gd name="connsiteX4" fmla="*/ 141218 w 141217"/>
                <a:gd name="connsiteY4" fmla="*/ 202372 h 202372"/>
                <a:gd name="connsiteX5" fmla="*/ 141218 w 141217"/>
                <a:gd name="connsiteY5" fmla="*/ 53626 h 202372"/>
                <a:gd name="connsiteX6" fmla="*/ 93932 w 141217"/>
                <a:gd name="connsiteY6" fmla="*/ 53626 h 202372"/>
                <a:gd name="connsiteX7" fmla="*/ 87542 w 141217"/>
                <a:gd name="connsiteY7" fmla="*/ 47242 h 202372"/>
                <a:gd name="connsiteX8" fmla="*/ 123326 w 141217"/>
                <a:gd name="connsiteY8" fmla="*/ 85545 h 202372"/>
                <a:gd name="connsiteX9" fmla="*/ 123326 w 141217"/>
                <a:gd name="connsiteY9" fmla="*/ 170452 h 202372"/>
                <a:gd name="connsiteX10" fmla="*/ 116936 w 141217"/>
                <a:gd name="connsiteY10" fmla="*/ 176836 h 202372"/>
                <a:gd name="connsiteX11" fmla="*/ 24282 w 141217"/>
                <a:gd name="connsiteY11" fmla="*/ 176836 h 202372"/>
                <a:gd name="connsiteX12" fmla="*/ 23643 w 141217"/>
                <a:gd name="connsiteY12" fmla="*/ 176836 h 202372"/>
                <a:gd name="connsiteX13" fmla="*/ 22365 w 141217"/>
                <a:gd name="connsiteY13" fmla="*/ 176836 h 202372"/>
                <a:gd name="connsiteX14" fmla="*/ 21087 w 141217"/>
                <a:gd name="connsiteY14" fmla="*/ 176198 h 202372"/>
                <a:gd name="connsiteX15" fmla="*/ 20448 w 141217"/>
                <a:gd name="connsiteY15" fmla="*/ 176198 h 202372"/>
                <a:gd name="connsiteX16" fmla="*/ 19809 w 141217"/>
                <a:gd name="connsiteY16" fmla="*/ 175560 h 202372"/>
                <a:gd name="connsiteX17" fmla="*/ 19170 w 141217"/>
                <a:gd name="connsiteY17" fmla="*/ 174921 h 202372"/>
                <a:gd name="connsiteX18" fmla="*/ 18531 w 141217"/>
                <a:gd name="connsiteY18" fmla="*/ 173644 h 202372"/>
                <a:gd name="connsiteX19" fmla="*/ 17892 w 141217"/>
                <a:gd name="connsiteY19" fmla="*/ 172368 h 202372"/>
                <a:gd name="connsiteX20" fmla="*/ 17892 w 141217"/>
                <a:gd name="connsiteY20" fmla="*/ 171091 h 202372"/>
                <a:gd name="connsiteX21" fmla="*/ 17892 w 141217"/>
                <a:gd name="connsiteY21" fmla="*/ 170452 h 202372"/>
                <a:gd name="connsiteX22" fmla="*/ 17892 w 141217"/>
                <a:gd name="connsiteY22" fmla="*/ 85545 h 202372"/>
                <a:gd name="connsiteX23" fmla="*/ 24282 w 141217"/>
                <a:gd name="connsiteY23" fmla="*/ 79161 h 202372"/>
                <a:gd name="connsiteX24" fmla="*/ 116936 w 141217"/>
                <a:gd name="connsiteY24" fmla="*/ 79161 h 202372"/>
                <a:gd name="connsiteX25" fmla="*/ 123326 w 141217"/>
                <a:gd name="connsiteY25" fmla="*/ 85545 h 202372"/>
                <a:gd name="connsiteX26" fmla="*/ 123326 w 141217"/>
                <a:gd name="connsiteY26" fmla="*/ 85545 h 20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1217" h="202372">
                  <a:moveTo>
                    <a:pt x="87542" y="47242"/>
                  </a:moveTo>
                  <a:lnTo>
                    <a:pt x="87542" y="0"/>
                  </a:lnTo>
                  <a:lnTo>
                    <a:pt x="0" y="0"/>
                  </a:lnTo>
                  <a:lnTo>
                    <a:pt x="0" y="202372"/>
                  </a:lnTo>
                  <a:lnTo>
                    <a:pt x="141218" y="202372"/>
                  </a:lnTo>
                  <a:lnTo>
                    <a:pt x="141218" y="53626"/>
                  </a:lnTo>
                  <a:lnTo>
                    <a:pt x="93932" y="53626"/>
                  </a:lnTo>
                  <a:cubicBezTo>
                    <a:pt x="90098" y="53626"/>
                    <a:pt x="87542" y="50434"/>
                    <a:pt x="87542" y="47242"/>
                  </a:cubicBezTo>
                  <a:close/>
                  <a:moveTo>
                    <a:pt x="123326" y="85545"/>
                  </a:moveTo>
                  <a:lnTo>
                    <a:pt x="123326" y="170452"/>
                  </a:lnTo>
                  <a:cubicBezTo>
                    <a:pt x="123326" y="174283"/>
                    <a:pt x="120770" y="176836"/>
                    <a:pt x="116936" y="176836"/>
                  </a:cubicBezTo>
                  <a:lnTo>
                    <a:pt x="24282" y="176836"/>
                  </a:lnTo>
                  <a:lnTo>
                    <a:pt x="23643" y="176836"/>
                  </a:lnTo>
                  <a:lnTo>
                    <a:pt x="22365" y="176836"/>
                  </a:lnTo>
                  <a:cubicBezTo>
                    <a:pt x="21726" y="176836"/>
                    <a:pt x="21726" y="176836"/>
                    <a:pt x="21087" y="176198"/>
                  </a:cubicBezTo>
                  <a:cubicBezTo>
                    <a:pt x="21087" y="176198"/>
                    <a:pt x="20448" y="176198"/>
                    <a:pt x="20448" y="176198"/>
                  </a:cubicBezTo>
                  <a:lnTo>
                    <a:pt x="19809" y="175560"/>
                  </a:lnTo>
                  <a:cubicBezTo>
                    <a:pt x="19170" y="175560"/>
                    <a:pt x="19170" y="174921"/>
                    <a:pt x="19170" y="174921"/>
                  </a:cubicBezTo>
                  <a:cubicBezTo>
                    <a:pt x="19170" y="174921"/>
                    <a:pt x="18531" y="174283"/>
                    <a:pt x="18531" y="173644"/>
                  </a:cubicBezTo>
                  <a:cubicBezTo>
                    <a:pt x="18531" y="173006"/>
                    <a:pt x="17892" y="173006"/>
                    <a:pt x="17892" y="172368"/>
                  </a:cubicBezTo>
                  <a:cubicBezTo>
                    <a:pt x="17892" y="171729"/>
                    <a:pt x="17892" y="171729"/>
                    <a:pt x="17892" y="171091"/>
                  </a:cubicBezTo>
                  <a:cubicBezTo>
                    <a:pt x="17892" y="171091"/>
                    <a:pt x="17892" y="170452"/>
                    <a:pt x="17892" y="170452"/>
                  </a:cubicBezTo>
                  <a:lnTo>
                    <a:pt x="17892" y="85545"/>
                  </a:lnTo>
                  <a:cubicBezTo>
                    <a:pt x="17892" y="81715"/>
                    <a:pt x="20448" y="79161"/>
                    <a:pt x="24282" y="79161"/>
                  </a:cubicBezTo>
                  <a:lnTo>
                    <a:pt x="116936" y="79161"/>
                  </a:lnTo>
                  <a:cubicBezTo>
                    <a:pt x="120770" y="79161"/>
                    <a:pt x="123326" y="82353"/>
                    <a:pt x="123326" y="85545"/>
                  </a:cubicBezTo>
                  <a:lnTo>
                    <a:pt x="123326" y="85545"/>
                  </a:lnTo>
                  <a:close/>
                </a:path>
              </a:pathLst>
            </a:custGeom>
            <a:solidFill>
              <a:srgbClr val="00ABAB"/>
            </a:solidFill>
            <a:ln w="6390" cap="flat">
              <a:noFill/>
              <a:prstDash val="solid"/>
              <a:miter/>
            </a:ln>
          </p:spPr>
          <p:txBody>
            <a:bodyPr rtlCol="0" anchor="ctr"/>
            <a:lstStyle/>
            <a:p>
              <a:endParaRPr lang="en-US"/>
            </a:p>
          </p:txBody>
        </p:sp>
      </p:grpSp>
      <p:grpSp>
        <p:nvGrpSpPr>
          <p:cNvPr id="1527" name="Graphic 1100">
            <a:extLst>
              <a:ext uri="{FF2B5EF4-FFF2-40B4-BE49-F238E27FC236}">
                <a16:creationId xmlns:a16="http://schemas.microsoft.com/office/drawing/2014/main" id="{4E210F0F-1AFA-B749-B9E2-2927F9828836}"/>
              </a:ext>
            </a:extLst>
          </p:cNvPr>
          <p:cNvGrpSpPr/>
          <p:nvPr/>
        </p:nvGrpSpPr>
        <p:grpSpPr>
          <a:xfrm>
            <a:off x="6147119" y="4797250"/>
            <a:ext cx="362309" cy="361971"/>
            <a:chOff x="6147119" y="4797250"/>
            <a:chExt cx="362309" cy="361971"/>
          </a:xfrm>
          <a:solidFill>
            <a:srgbClr val="00ABAB"/>
          </a:solidFill>
        </p:grpSpPr>
        <p:sp>
          <p:nvSpPr>
            <p:cNvPr id="1528" name="Graphic 1100">
              <a:extLst>
                <a:ext uri="{FF2B5EF4-FFF2-40B4-BE49-F238E27FC236}">
                  <a16:creationId xmlns:a16="http://schemas.microsoft.com/office/drawing/2014/main" id="{EBD54706-2B27-8B40-A7BE-8D6B2F8FF1E2}"/>
                </a:ext>
              </a:extLst>
            </p:cNvPr>
            <p:cNvSpPr/>
            <p:nvPr/>
          </p:nvSpPr>
          <p:spPr>
            <a:xfrm rot="-2700000">
              <a:off x="6249694" y="4913103"/>
              <a:ext cx="23642" cy="90013"/>
            </a:xfrm>
            <a:custGeom>
              <a:avLst/>
              <a:gdLst>
                <a:gd name="connsiteX0" fmla="*/ 0 w 23642"/>
                <a:gd name="connsiteY0" fmla="*/ 0 h 90013"/>
                <a:gd name="connsiteX1" fmla="*/ 23642 w 23642"/>
                <a:gd name="connsiteY1" fmla="*/ 0 h 90013"/>
                <a:gd name="connsiteX2" fmla="*/ 23642 w 23642"/>
                <a:gd name="connsiteY2" fmla="*/ 90013 h 90013"/>
                <a:gd name="connsiteX3" fmla="*/ 0 w 23642"/>
                <a:gd name="connsiteY3" fmla="*/ 90013 h 90013"/>
              </a:gdLst>
              <a:ahLst/>
              <a:cxnLst>
                <a:cxn ang="0">
                  <a:pos x="connsiteX0" y="connsiteY0"/>
                </a:cxn>
                <a:cxn ang="0">
                  <a:pos x="connsiteX1" y="connsiteY1"/>
                </a:cxn>
                <a:cxn ang="0">
                  <a:pos x="connsiteX2" y="connsiteY2"/>
                </a:cxn>
                <a:cxn ang="0">
                  <a:pos x="connsiteX3" y="connsiteY3"/>
                </a:cxn>
              </a:cxnLst>
              <a:rect l="l" t="t" r="r" b="b"/>
              <a:pathLst>
                <a:path w="23642" h="90013">
                  <a:moveTo>
                    <a:pt x="0" y="0"/>
                  </a:moveTo>
                  <a:lnTo>
                    <a:pt x="23642" y="0"/>
                  </a:lnTo>
                  <a:lnTo>
                    <a:pt x="23642" y="90013"/>
                  </a:lnTo>
                  <a:lnTo>
                    <a:pt x="0" y="90013"/>
                  </a:lnTo>
                  <a:close/>
                </a:path>
              </a:pathLst>
            </a:custGeom>
            <a:solidFill>
              <a:srgbClr val="00ABAB"/>
            </a:solidFill>
            <a:ln w="6390" cap="flat">
              <a:noFill/>
              <a:prstDash val="solid"/>
              <a:miter/>
            </a:ln>
          </p:spPr>
          <p:txBody>
            <a:bodyPr rtlCol="0" anchor="ctr"/>
            <a:lstStyle/>
            <a:p>
              <a:endParaRPr lang="en-US"/>
            </a:p>
          </p:txBody>
        </p:sp>
        <p:sp>
          <p:nvSpPr>
            <p:cNvPr id="1529" name="Graphic 1100">
              <a:extLst>
                <a:ext uri="{FF2B5EF4-FFF2-40B4-BE49-F238E27FC236}">
                  <a16:creationId xmlns:a16="http://schemas.microsoft.com/office/drawing/2014/main" id="{43C01AF5-6720-5E44-930E-488A20496E42}"/>
                </a:ext>
              </a:extLst>
            </p:cNvPr>
            <p:cNvSpPr/>
            <p:nvPr/>
          </p:nvSpPr>
          <p:spPr>
            <a:xfrm>
              <a:off x="6295366" y="4991962"/>
              <a:ext cx="19808" cy="19790"/>
            </a:xfrm>
            <a:custGeom>
              <a:avLst/>
              <a:gdLst>
                <a:gd name="connsiteX0" fmla="*/ 0 w 19808"/>
                <a:gd name="connsiteY0" fmla="*/ 14683 h 19790"/>
                <a:gd name="connsiteX1" fmla="*/ 19809 w 19808"/>
                <a:gd name="connsiteY1" fmla="*/ 19790 h 19790"/>
                <a:gd name="connsiteX2" fmla="*/ 15336 w 19808"/>
                <a:gd name="connsiteY2" fmla="*/ 0 h 19790"/>
              </a:gdLst>
              <a:ahLst/>
              <a:cxnLst>
                <a:cxn ang="0">
                  <a:pos x="connsiteX0" y="connsiteY0"/>
                </a:cxn>
                <a:cxn ang="0">
                  <a:pos x="connsiteX1" y="connsiteY1"/>
                </a:cxn>
                <a:cxn ang="0">
                  <a:pos x="connsiteX2" y="connsiteY2"/>
                </a:cxn>
              </a:cxnLst>
              <a:rect l="l" t="t" r="r" b="b"/>
              <a:pathLst>
                <a:path w="19808" h="19790">
                  <a:moveTo>
                    <a:pt x="0" y="14683"/>
                  </a:moveTo>
                  <a:lnTo>
                    <a:pt x="19809" y="19790"/>
                  </a:lnTo>
                  <a:lnTo>
                    <a:pt x="15336" y="0"/>
                  </a:lnTo>
                  <a:close/>
                </a:path>
              </a:pathLst>
            </a:custGeom>
            <a:solidFill>
              <a:srgbClr val="00ABAB"/>
            </a:solidFill>
            <a:ln w="6390" cap="flat">
              <a:noFill/>
              <a:prstDash val="solid"/>
              <a:miter/>
            </a:ln>
          </p:spPr>
          <p:txBody>
            <a:bodyPr rtlCol="0" anchor="ctr"/>
            <a:lstStyle/>
            <a:p>
              <a:endParaRPr lang="en-US"/>
            </a:p>
          </p:txBody>
        </p:sp>
        <p:sp>
          <p:nvSpPr>
            <p:cNvPr id="1530" name="Graphic 1100">
              <a:extLst>
                <a:ext uri="{FF2B5EF4-FFF2-40B4-BE49-F238E27FC236}">
                  <a16:creationId xmlns:a16="http://schemas.microsoft.com/office/drawing/2014/main" id="{CE638C1E-DB2A-7143-B050-650A4A215EDB}"/>
                </a:ext>
              </a:extLst>
            </p:cNvPr>
            <p:cNvSpPr/>
            <p:nvPr/>
          </p:nvSpPr>
          <p:spPr>
            <a:xfrm>
              <a:off x="6373323" y="4890456"/>
              <a:ext cx="30032" cy="29366"/>
            </a:xfrm>
            <a:custGeom>
              <a:avLst/>
              <a:gdLst>
                <a:gd name="connsiteX0" fmla="*/ 0 w 30032"/>
                <a:gd name="connsiteY0" fmla="*/ 0 h 29366"/>
                <a:gd name="connsiteX1" fmla="*/ 0 w 30032"/>
                <a:gd name="connsiteY1" fmla="*/ 29367 h 29366"/>
                <a:gd name="connsiteX2" fmla="*/ 30032 w 30032"/>
                <a:gd name="connsiteY2" fmla="*/ 29367 h 29366"/>
              </a:gdLst>
              <a:ahLst/>
              <a:cxnLst>
                <a:cxn ang="0">
                  <a:pos x="connsiteX0" y="connsiteY0"/>
                </a:cxn>
                <a:cxn ang="0">
                  <a:pos x="connsiteX1" y="connsiteY1"/>
                </a:cxn>
                <a:cxn ang="0">
                  <a:pos x="connsiteX2" y="connsiteY2"/>
                </a:cxn>
              </a:cxnLst>
              <a:rect l="l" t="t" r="r" b="b"/>
              <a:pathLst>
                <a:path w="30032" h="29366">
                  <a:moveTo>
                    <a:pt x="0" y="0"/>
                  </a:moveTo>
                  <a:lnTo>
                    <a:pt x="0" y="29367"/>
                  </a:lnTo>
                  <a:lnTo>
                    <a:pt x="30032" y="29367"/>
                  </a:lnTo>
                  <a:close/>
                </a:path>
              </a:pathLst>
            </a:custGeom>
            <a:solidFill>
              <a:srgbClr val="00ABAB"/>
            </a:solidFill>
            <a:ln w="6390" cap="flat">
              <a:noFill/>
              <a:prstDash val="solid"/>
              <a:miter/>
            </a:ln>
          </p:spPr>
          <p:txBody>
            <a:bodyPr rtlCol="0" anchor="ctr"/>
            <a:lstStyle/>
            <a:p>
              <a:endParaRPr lang="en-US"/>
            </a:p>
          </p:txBody>
        </p:sp>
        <p:sp>
          <p:nvSpPr>
            <p:cNvPr id="1531" name="Graphic 1100">
              <a:extLst>
                <a:ext uri="{FF2B5EF4-FFF2-40B4-BE49-F238E27FC236}">
                  <a16:creationId xmlns:a16="http://schemas.microsoft.com/office/drawing/2014/main" id="{7987E7D7-AFC7-674E-8ECB-2A89DB733EE3}"/>
                </a:ext>
              </a:extLst>
            </p:cNvPr>
            <p:cNvSpPr/>
            <p:nvPr/>
          </p:nvSpPr>
          <p:spPr>
            <a:xfrm>
              <a:off x="6147119" y="4797250"/>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61343 w 362309"/>
                <a:gd name="connsiteY7" fmla="*/ 133425 h 361971"/>
                <a:gd name="connsiteX8" fmla="*/ 86903 w 362309"/>
                <a:gd name="connsiteY8" fmla="*/ 107889 h 361971"/>
                <a:gd name="connsiteX9" fmla="*/ 95849 w 362309"/>
                <a:gd name="connsiteY9" fmla="*/ 107889 h 361971"/>
                <a:gd name="connsiteX10" fmla="*/ 173167 w 362309"/>
                <a:gd name="connsiteY10" fmla="*/ 185135 h 361971"/>
                <a:gd name="connsiteX11" fmla="*/ 175084 w 362309"/>
                <a:gd name="connsiteY11" fmla="*/ 188327 h 361971"/>
                <a:gd name="connsiteX12" fmla="*/ 184030 w 362309"/>
                <a:gd name="connsiteY12" fmla="*/ 222801 h 361971"/>
                <a:gd name="connsiteX13" fmla="*/ 182113 w 362309"/>
                <a:gd name="connsiteY13" fmla="*/ 229185 h 361971"/>
                <a:gd name="connsiteX14" fmla="*/ 176362 w 362309"/>
                <a:gd name="connsiteY14" fmla="*/ 231100 h 361971"/>
                <a:gd name="connsiteX15" fmla="*/ 141857 w 362309"/>
                <a:gd name="connsiteY15" fmla="*/ 222801 h 361971"/>
                <a:gd name="connsiteX16" fmla="*/ 138662 w 362309"/>
                <a:gd name="connsiteY16" fmla="*/ 220886 h 361971"/>
                <a:gd name="connsiteX17" fmla="*/ 134189 w 362309"/>
                <a:gd name="connsiteY17" fmla="*/ 216417 h 361971"/>
                <a:gd name="connsiteX18" fmla="*/ 134189 w 362309"/>
                <a:gd name="connsiteY18" fmla="*/ 216417 h 361971"/>
                <a:gd name="connsiteX19" fmla="*/ 61343 w 362309"/>
                <a:gd name="connsiteY19" fmla="*/ 143640 h 361971"/>
                <a:gd name="connsiteX20" fmla="*/ 60704 w 362309"/>
                <a:gd name="connsiteY20" fmla="*/ 134702 h 361971"/>
                <a:gd name="connsiteX21" fmla="*/ 61343 w 362309"/>
                <a:gd name="connsiteY21" fmla="*/ 133425 h 361971"/>
                <a:gd name="connsiteX22" fmla="*/ 277962 w 362309"/>
                <a:gd name="connsiteY22" fmla="*/ 283449 h 361971"/>
                <a:gd name="connsiteX23" fmla="*/ 271572 w 362309"/>
                <a:gd name="connsiteY23" fmla="*/ 289833 h 361971"/>
                <a:gd name="connsiteX24" fmla="*/ 125882 w 362309"/>
                <a:gd name="connsiteY24" fmla="*/ 289833 h 361971"/>
                <a:gd name="connsiteX25" fmla="*/ 119492 w 362309"/>
                <a:gd name="connsiteY25" fmla="*/ 283449 h 361971"/>
                <a:gd name="connsiteX26" fmla="*/ 119492 w 362309"/>
                <a:gd name="connsiteY26" fmla="*/ 228546 h 361971"/>
                <a:gd name="connsiteX27" fmla="*/ 125882 w 362309"/>
                <a:gd name="connsiteY27" fmla="*/ 222163 h 361971"/>
                <a:gd name="connsiteX28" fmla="*/ 132272 w 362309"/>
                <a:gd name="connsiteY28" fmla="*/ 228546 h 361971"/>
                <a:gd name="connsiteX29" fmla="*/ 132272 w 362309"/>
                <a:gd name="connsiteY29" fmla="*/ 277065 h 361971"/>
                <a:gd name="connsiteX30" fmla="*/ 265182 w 362309"/>
                <a:gd name="connsiteY30" fmla="*/ 277065 h 361971"/>
                <a:gd name="connsiteX31" fmla="*/ 265182 w 362309"/>
                <a:gd name="connsiteY31" fmla="*/ 135979 h 361971"/>
                <a:gd name="connsiteX32" fmla="*/ 220453 w 362309"/>
                <a:gd name="connsiteY32" fmla="*/ 135979 h 361971"/>
                <a:gd name="connsiteX33" fmla="*/ 214063 w 362309"/>
                <a:gd name="connsiteY33" fmla="*/ 129595 h 361971"/>
                <a:gd name="connsiteX34" fmla="*/ 214063 w 362309"/>
                <a:gd name="connsiteY34" fmla="*/ 84907 h 361971"/>
                <a:gd name="connsiteX35" fmla="*/ 132272 w 362309"/>
                <a:gd name="connsiteY35" fmla="*/ 84907 h 361971"/>
                <a:gd name="connsiteX36" fmla="*/ 132272 w 362309"/>
                <a:gd name="connsiteY36" fmla="*/ 116189 h 361971"/>
                <a:gd name="connsiteX37" fmla="*/ 125882 w 362309"/>
                <a:gd name="connsiteY37" fmla="*/ 122573 h 361971"/>
                <a:gd name="connsiteX38" fmla="*/ 119492 w 362309"/>
                <a:gd name="connsiteY38" fmla="*/ 116189 h 361971"/>
                <a:gd name="connsiteX39" fmla="*/ 119492 w 362309"/>
                <a:gd name="connsiteY39" fmla="*/ 78523 h 361971"/>
                <a:gd name="connsiteX40" fmla="*/ 125882 w 362309"/>
                <a:gd name="connsiteY40" fmla="*/ 72139 h 361971"/>
                <a:gd name="connsiteX41" fmla="*/ 220453 w 362309"/>
                <a:gd name="connsiteY41" fmla="*/ 72139 h 361971"/>
                <a:gd name="connsiteX42" fmla="*/ 223009 w 362309"/>
                <a:gd name="connsiteY42" fmla="*/ 72777 h 361971"/>
                <a:gd name="connsiteX43" fmla="*/ 224926 w 362309"/>
                <a:gd name="connsiteY43" fmla="*/ 74054 h 361971"/>
                <a:gd name="connsiteX44" fmla="*/ 276045 w 362309"/>
                <a:gd name="connsiteY44" fmla="*/ 125126 h 361971"/>
                <a:gd name="connsiteX45" fmla="*/ 277323 w 362309"/>
                <a:gd name="connsiteY45" fmla="*/ 127041 h 361971"/>
                <a:gd name="connsiteX46" fmla="*/ 277962 w 362309"/>
                <a:gd name="connsiteY46" fmla="*/ 128957 h 361971"/>
                <a:gd name="connsiteX47" fmla="*/ 277962 w 362309"/>
                <a:gd name="connsiteY47" fmla="*/ 283449 h 361971"/>
                <a:gd name="connsiteX48" fmla="*/ 277962 w 362309"/>
                <a:gd name="connsiteY48" fmla="*/ 283449 h 361971"/>
                <a:gd name="connsiteX49" fmla="*/ 237067 w 362309"/>
                <a:gd name="connsiteY49" fmla="*/ 195350 h 361971"/>
                <a:gd name="connsiteX50" fmla="*/ 202561 w 362309"/>
                <a:gd name="connsiteY50" fmla="*/ 195350 h 361971"/>
                <a:gd name="connsiteX51" fmla="*/ 196171 w 362309"/>
                <a:gd name="connsiteY51" fmla="*/ 188966 h 361971"/>
                <a:gd name="connsiteX52" fmla="*/ 202561 w 362309"/>
                <a:gd name="connsiteY52" fmla="*/ 182582 h 361971"/>
                <a:gd name="connsiteX53" fmla="*/ 237067 w 362309"/>
                <a:gd name="connsiteY53" fmla="*/ 182582 h 361971"/>
                <a:gd name="connsiteX54" fmla="*/ 243456 w 362309"/>
                <a:gd name="connsiteY54" fmla="*/ 188966 h 361971"/>
                <a:gd name="connsiteX55" fmla="*/ 237067 w 362309"/>
                <a:gd name="connsiteY55" fmla="*/ 195350 h 361971"/>
                <a:gd name="connsiteX56" fmla="*/ 243456 w 362309"/>
                <a:gd name="connsiteY56" fmla="*/ 223439 h 361971"/>
                <a:gd name="connsiteX57" fmla="*/ 237067 w 362309"/>
                <a:gd name="connsiteY57" fmla="*/ 229823 h 361971"/>
                <a:gd name="connsiteX58" fmla="*/ 211507 w 362309"/>
                <a:gd name="connsiteY58" fmla="*/ 229823 h 361971"/>
                <a:gd name="connsiteX59" fmla="*/ 205117 w 362309"/>
                <a:gd name="connsiteY59" fmla="*/ 223439 h 361971"/>
                <a:gd name="connsiteX60" fmla="*/ 211507 w 362309"/>
                <a:gd name="connsiteY60" fmla="*/ 217055 h 361971"/>
                <a:gd name="connsiteX61" fmla="*/ 237067 w 362309"/>
                <a:gd name="connsiteY61" fmla="*/ 217055 h 361971"/>
                <a:gd name="connsiteX62" fmla="*/ 243456 w 362309"/>
                <a:gd name="connsiteY62" fmla="*/ 22343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0438"/>
                    <a:pt x="281157" y="0"/>
                    <a:pt x="181474" y="0"/>
                  </a:cubicBezTo>
                  <a:lnTo>
                    <a:pt x="181474" y="0"/>
                  </a:lnTo>
                  <a:close/>
                  <a:moveTo>
                    <a:pt x="61343" y="133425"/>
                  </a:moveTo>
                  <a:lnTo>
                    <a:pt x="86903" y="107889"/>
                  </a:lnTo>
                  <a:cubicBezTo>
                    <a:pt x="89459" y="105336"/>
                    <a:pt x="93293" y="105336"/>
                    <a:pt x="95849" y="107889"/>
                  </a:cubicBezTo>
                  <a:lnTo>
                    <a:pt x="173167" y="185135"/>
                  </a:lnTo>
                  <a:cubicBezTo>
                    <a:pt x="173806" y="185774"/>
                    <a:pt x="174445" y="187051"/>
                    <a:pt x="175084" y="188327"/>
                  </a:cubicBezTo>
                  <a:lnTo>
                    <a:pt x="184030" y="222801"/>
                  </a:lnTo>
                  <a:cubicBezTo>
                    <a:pt x="184669" y="224716"/>
                    <a:pt x="184030" y="227270"/>
                    <a:pt x="182113" y="229185"/>
                  </a:cubicBezTo>
                  <a:cubicBezTo>
                    <a:pt x="180835" y="230462"/>
                    <a:pt x="178279" y="231100"/>
                    <a:pt x="176362" y="231100"/>
                  </a:cubicBezTo>
                  <a:lnTo>
                    <a:pt x="141857" y="222801"/>
                  </a:lnTo>
                  <a:cubicBezTo>
                    <a:pt x="140579" y="222801"/>
                    <a:pt x="139940" y="222163"/>
                    <a:pt x="138662" y="220886"/>
                  </a:cubicBezTo>
                  <a:lnTo>
                    <a:pt x="134189" y="216417"/>
                  </a:lnTo>
                  <a:lnTo>
                    <a:pt x="134189" y="216417"/>
                  </a:lnTo>
                  <a:lnTo>
                    <a:pt x="61343" y="143640"/>
                  </a:lnTo>
                  <a:cubicBezTo>
                    <a:pt x="58788" y="141086"/>
                    <a:pt x="58148" y="137256"/>
                    <a:pt x="60704" y="134702"/>
                  </a:cubicBezTo>
                  <a:cubicBezTo>
                    <a:pt x="60704" y="133425"/>
                    <a:pt x="60704" y="133425"/>
                    <a:pt x="61343" y="133425"/>
                  </a:cubicBezTo>
                  <a:close/>
                  <a:moveTo>
                    <a:pt x="277962" y="283449"/>
                  </a:moveTo>
                  <a:cubicBezTo>
                    <a:pt x="277962" y="287279"/>
                    <a:pt x="275406" y="289833"/>
                    <a:pt x="271572" y="289833"/>
                  </a:cubicBezTo>
                  <a:lnTo>
                    <a:pt x="125882" y="289833"/>
                  </a:lnTo>
                  <a:cubicBezTo>
                    <a:pt x="122048" y="289833"/>
                    <a:pt x="119492" y="287279"/>
                    <a:pt x="119492" y="283449"/>
                  </a:cubicBezTo>
                  <a:lnTo>
                    <a:pt x="119492" y="228546"/>
                  </a:lnTo>
                  <a:cubicBezTo>
                    <a:pt x="119492" y="224716"/>
                    <a:pt x="122048" y="222163"/>
                    <a:pt x="125882" y="222163"/>
                  </a:cubicBezTo>
                  <a:cubicBezTo>
                    <a:pt x="129716" y="222163"/>
                    <a:pt x="132272" y="224716"/>
                    <a:pt x="132272" y="228546"/>
                  </a:cubicBezTo>
                  <a:lnTo>
                    <a:pt x="132272" y="277065"/>
                  </a:lnTo>
                  <a:lnTo>
                    <a:pt x="265182" y="277065"/>
                  </a:lnTo>
                  <a:lnTo>
                    <a:pt x="265182" y="135979"/>
                  </a:lnTo>
                  <a:lnTo>
                    <a:pt x="220453" y="135979"/>
                  </a:lnTo>
                  <a:cubicBezTo>
                    <a:pt x="216619" y="135979"/>
                    <a:pt x="214063" y="133425"/>
                    <a:pt x="214063" y="129595"/>
                  </a:cubicBezTo>
                  <a:lnTo>
                    <a:pt x="214063" y="84907"/>
                  </a:lnTo>
                  <a:lnTo>
                    <a:pt x="132272" y="84907"/>
                  </a:lnTo>
                  <a:lnTo>
                    <a:pt x="132272" y="116189"/>
                  </a:lnTo>
                  <a:cubicBezTo>
                    <a:pt x="132272" y="120019"/>
                    <a:pt x="129716" y="122573"/>
                    <a:pt x="125882" y="122573"/>
                  </a:cubicBezTo>
                  <a:cubicBezTo>
                    <a:pt x="122048" y="122573"/>
                    <a:pt x="119492" y="120019"/>
                    <a:pt x="119492" y="116189"/>
                  </a:cubicBezTo>
                  <a:lnTo>
                    <a:pt x="119492" y="78523"/>
                  </a:lnTo>
                  <a:cubicBezTo>
                    <a:pt x="119492" y="74693"/>
                    <a:pt x="122048" y="72139"/>
                    <a:pt x="125882" y="72139"/>
                  </a:cubicBezTo>
                  <a:lnTo>
                    <a:pt x="220453" y="72139"/>
                  </a:lnTo>
                  <a:cubicBezTo>
                    <a:pt x="221092" y="72139"/>
                    <a:pt x="222370" y="72139"/>
                    <a:pt x="223009" y="72777"/>
                  </a:cubicBezTo>
                  <a:cubicBezTo>
                    <a:pt x="223648" y="73416"/>
                    <a:pt x="224287" y="73416"/>
                    <a:pt x="224926" y="74054"/>
                  </a:cubicBezTo>
                  <a:lnTo>
                    <a:pt x="276045" y="125126"/>
                  </a:lnTo>
                  <a:cubicBezTo>
                    <a:pt x="276684" y="125765"/>
                    <a:pt x="277323" y="126403"/>
                    <a:pt x="277323" y="127041"/>
                  </a:cubicBezTo>
                  <a:cubicBezTo>
                    <a:pt x="277323" y="127680"/>
                    <a:pt x="277962" y="128318"/>
                    <a:pt x="277962" y="128957"/>
                  </a:cubicBezTo>
                  <a:lnTo>
                    <a:pt x="277962" y="283449"/>
                  </a:lnTo>
                  <a:lnTo>
                    <a:pt x="277962" y="283449"/>
                  </a:lnTo>
                  <a:close/>
                  <a:moveTo>
                    <a:pt x="237067" y="195350"/>
                  </a:moveTo>
                  <a:lnTo>
                    <a:pt x="202561" y="195350"/>
                  </a:lnTo>
                  <a:cubicBezTo>
                    <a:pt x="198727" y="195350"/>
                    <a:pt x="196171" y="192796"/>
                    <a:pt x="196171" y="188966"/>
                  </a:cubicBezTo>
                  <a:cubicBezTo>
                    <a:pt x="196171" y="185135"/>
                    <a:pt x="198727" y="182582"/>
                    <a:pt x="202561" y="182582"/>
                  </a:cubicBezTo>
                  <a:lnTo>
                    <a:pt x="237067" y="182582"/>
                  </a:lnTo>
                  <a:cubicBezTo>
                    <a:pt x="240901" y="182582"/>
                    <a:pt x="243456" y="185135"/>
                    <a:pt x="243456" y="188966"/>
                  </a:cubicBezTo>
                  <a:cubicBezTo>
                    <a:pt x="243456" y="192796"/>
                    <a:pt x="240901" y="195350"/>
                    <a:pt x="237067" y="195350"/>
                  </a:cubicBezTo>
                  <a:close/>
                  <a:moveTo>
                    <a:pt x="243456" y="223439"/>
                  </a:moveTo>
                  <a:cubicBezTo>
                    <a:pt x="243456" y="227270"/>
                    <a:pt x="240901" y="229823"/>
                    <a:pt x="237067" y="229823"/>
                  </a:cubicBezTo>
                  <a:lnTo>
                    <a:pt x="211507" y="229823"/>
                  </a:lnTo>
                  <a:cubicBezTo>
                    <a:pt x="207673" y="229823"/>
                    <a:pt x="205117" y="227270"/>
                    <a:pt x="205117" y="223439"/>
                  </a:cubicBezTo>
                  <a:cubicBezTo>
                    <a:pt x="205117" y="219609"/>
                    <a:pt x="207673" y="217055"/>
                    <a:pt x="211507" y="217055"/>
                  </a:cubicBezTo>
                  <a:lnTo>
                    <a:pt x="237067" y="217055"/>
                  </a:lnTo>
                  <a:cubicBezTo>
                    <a:pt x="240901" y="217055"/>
                    <a:pt x="243456" y="220247"/>
                    <a:pt x="243456" y="223439"/>
                  </a:cubicBezTo>
                  <a:close/>
                </a:path>
              </a:pathLst>
            </a:custGeom>
            <a:solidFill>
              <a:srgbClr val="00ABAB"/>
            </a:solidFill>
            <a:ln w="6390" cap="flat">
              <a:noFill/>
              <a:prstDash val="solid"/>
              <a:miter/>
            </a:ln>
          </p:spPr>
          <p:txBody>
            <a:bodyPr rtlCol="0" anchor="ctr"/>
            <a:lstStyle/>
            <a:p>
              <a:endParaRPr lang="en-US"/>
            </a:p>
          </p:txBody>
        </p:sp>
      </p:grpSp>
      <p:grpSp>
        <p:nvGrpSpPr>
          <p:cNvPr id="1532" name="Graphic 1100">
            <a:extLst>
              <a:ext uri="{FF2B5EF4-FFF2-40B4-BE49-F238E27FC236}">
                <a16:creationId xmlns:a16="http://schemas.microsoft.com/office/drawing/2014/main" id="{41DADE66-D2AE-184B-9838-6CA5DD2E963D}"/>
              </a:ext>
            </a:extLst>
          </p:cNvPr>
          <p:cNvGrpSpPr/>
          <p:nvPr/>
        </p:nvGrpSpPr>
        <p:grpSpPr>
          <a:xfrm>
            <a:off x="5099808" y="1406717"/>
            <a:ext cx="362309" cy="361971"/>
            <a:chOff x="5099808" y="1406717"/>
            <a:chExt cx="362309" cy="361971"/>
          </a:xfrm>
          <a:solidFill>
            <a:srgbClr val="00ABAB"/>
          </a:solidFill>
        </p:grpSpPr>
        <p:sp>
          <p:nvSpPr>
            <p:cNvPr id="1533" name="Graphic 1100">
              <a:extLst>
                <a:ext uri="{FF2B5EF4-FFF2-40B4-BE49-F238E27FC236}">
                  <a16:creationId xmlns:a16="http://schemas.microsoft.com/office/drawing/2014/main" id="{89B51252-A395-DD4E-99D0-2F45EF11AC3E}"/>
                </a:ext>
              </a:extLst>
            </p:cNvPr>
            <p:cNvSpPr/>
            <p:nvPr/>
          </p:nvSpPr>
          <p:spPr>
            <a:xfrm>
              <a:off x="5225690" y="1598875"/>
              <a:ext cx="13419" cy="12767"/>
            </a:xfrm>
            <a:custGeom>
              <a:avLst/>
              <a:gdLst>
                <a:gd name="connsiteX0" fmla="*/ 8307 w 13419"/>
                <a:gd name="connsiteY0" fmla="*/ 0 h 12767"/>
                <a:gd name="connsiteX1" fmla="*/ 0 w 13419"/>
                <a:gd name="connsiteY1" fmla="*/ 0 h 12767"/>
                <a:gd name="connsiteX2" fmla="*/ 0 w 13419"/>
                <a:gd name="connsiteY2" fmla="*/ 12768 h 12767"/>
                <a:gd name="connsiteX3" fmla="*/ 8307 w 13419"/>
                <a:gd name="connsiteY3" fmla="*/ 12768 h 12767"/>
                <a:gd name="connsiteX4" fmla="*/ 13419 w 13419"/>
                <a:gd name="connsiteY4" fmla="*/ 6384 h 12767"/>
                <a:gd name="connsiteX5" fmla="*/ 12141 w 13419"/>
                <a:gd name="connsiteY5" fmla="*/ 1277 h 12767"/>
                <a:gd name="connsiteX6" fmla="*/ 8307 w 1341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19" h="12767">
                  <a:moveTo>
                    <a:pt x="8307" y="0"/>
                  </a:moveTo>
                  <a:lnTo>
                    <a:pt x="0" y="0"/>
                  </a:lnTo>
                  <a:lnTo>
                    <a:pt x="0" y="12768"/>
                  </a:lnTo>
                  <a:lnTo>
                    <a:pt x="8307" y="12768"/>
                  </a:lnTo>
                  <a:cubicBezTo>
                    <a:pt x="12141" y="12768"/>
                    <a:pt x="13419" y="10214"/>
                    <a:pt x="13419" y="6384"/>
                  </a:cubicBezTo>
                  <a:cubicBezTo>
                    <a:pt x="13419" y="4469"/>
                    <a:pt x="12780" y="2554"/>
                    <a:pt x="12141" y="1277"/>
                  </a:cubicBezTo>
                  <a:cubicBezTo>
                    <a:pt x="11502" y="638"/>
                    <a:pt x="10224" y="0"/>
                    <a:pt x="8307" y="0"/>
                  </a:cubicBezTo>
                  <a:close/>
                </a:path>
              </a:pathLst>
            </a:custGeom>
            <a:solidFill>
              <a:srgbClr val="00ABAB"/>
            </a:solidFill>
            <a:ln w="6390" cap="flat">
              <a:noFill/>
              <a:prstDash val="solid"/>
              <a:miter/>
            </a:ln>
          </p:spPr>
          <p:txBody>
            <a:bodyPr rtlCol="0" anchor="ctr"/>
            <a:lstStyle/>
            <a:p>
              <a:endParaRPr lang="en-US"/>
            </a:p>
          </p:txBody>
        </p:sp>
        <p:sp>
          <p:nvSpPr>
            <p:cNvPr id="1534" name="Graphic 1100">
              <a:extLst>
                <a:ext uri="{FF2B5EF4-FFF2-40B4-BE49-F238E27FC236}">
                  <a16:creationId xmlns:a16="http://schemas.microsoft.com/office/drawing/2014/main" id="{89E32C1C-5971-1245-8DFE-24F487CB37BB}"/>
                </a:ext>
              </a:extLst>
            </p:cNvPr>
            <p:cNvSpPr/>
            <p:nvPr/>
          </p:nvSpPr>
          <p:spPr>
            <a:xfrm>
              <a:off x="5214188" y="1667183"/>
              <a:ext cx="134188" cy="16598"/>
            </a:xfrm>
            <a:custGeom>
              <a:avLst/>
              <a:gdLst>
                <a:gd name="connsiteX0" fmla="*/ 0 w 134188"/>
                <a:gd name="connsiteY0" fmla="*/ 0 h 16598"/>
                <a:gd name="connsiteX1" fmla="*/ 134189 w 134188"/>
                <a:gd name="connsiteY1" fmla="*/ 0 h 16598"/>
                <a:gd name="connsiteX2" fmla="*/ 134189 w 134188"/>
                <a:gd name="connsiteY2" fmla="*/ 16598 h 16598"/>
                <a:gd name="connsiteX3" fmla="*/ 0 w 134188"/>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34188" h="16598">
                  <a:moveTo>
                    <a:pt x="0" y="0"/>
                  </a:moveTo>
                  <a:lnTo>
                    <a:pt x="134189" y="0"/>
                  </a:lnTo>
                  <a:lnTo>
                    <a:pt x="134189" y="16598"/>
                  </a:lnTo>
                  <a:lnTo>
                    <a:pt x="0" y="16598"/>
                  </a:lnTo>
                  <a:close/>
                </a:path>
              </a:pathLst>
            </a:custGeom>
            <a:solidFill>
              <a:srgbClr val="00ABAB"/>
            </a:solidFill>
            <a:ln w="6390" cap="flat">
              <a:noFill/>
              <a:prstDash val="solid"/>
              <a:miter/>
            </a:ln>
          </p:spPr>
          <p:txBody>
            <a:bodyPr rtlCol="0" anchor="ctr"/>
            <a:lstStyle/>
            <a:p>
              <a:endParaRPr lang="en-US"/>
            </a:p>
          </p:txBody>
        </p:sp>
        <p:sp>
          <p:nvSpPr>
            <p:cNvPr id="1535" name="Graphic 1100">
              <a:extLst>
                <a:ext uri="{FF2B5EF4-FFF2-40B4-BE49-F238E27FC236}">
                  <a16:creationId xmlns:a16="http://schemas.microsoft.com/office/drawing/2014/main" id="{8A53E43F-B3F7-EA4B-94C6-20E34EC71496}"/>
                </a:ext>
              </a:extLst>
            </p:cNvPr>
            <p:cNvSpPr/>
            <p:nvPr/>
          </p:nvSpPr>
          <p:spPr>
            <a:xfrm>
              <a:off x="5214188" y="1490347"/>
              <a:ext cx="134188" cy="68308"/>
            </a:xfrm>
            <a:custGeom>
              <a:avLst/>
              <a:gdLst>
                <a:gd name="connsiteX0" fmla="*/ 134189 w 134188"/>
                <a:gd name="connsiteY0" fmla="*/ 51710 h 68308"/>
                <a:gd name="connsiteX1" fmla="*/ 88820 w 134188"/>
                <a:gd name="connsiteY1" fmla="*/ 51710 h 68308"/>
                <a:gd name="connsiteX2" fmla="*/ 82430 w 134188"/>
                <a:gd name="connsiteY2" fmla="*/ 45326 h 68308"/>
                <a:gd name="connsiteX3" fmla="*/ 82430 w 134188"/>
                <a:gd name="connsiteY3" fmla="*/ 0 h 68308"/>
                <a:gd name="connsiteX4" fmla="*/ 0 w 134188"/>
                <a:gd name="connsiteY4" fmla="*/ 0 h 68308"/>
                <a:gd name="connsiteX5" fmla="*/ 0 w 134188"/>
                <a:gd name="connsiteY5" fmla="*/ 68309 h 68308"/>
                <a:gd name="connsiteX6" fmla="*/ 134189 w 134188"/>
                <a:gd name="connsiteY6" fmla="*/ 68309 h 68308"/>
                <a:gd name="connsiteX7" fmla="*/ 134189 w 134188"/>
                <a:gd name="connsiteY7" fmla="*/ 51710 h 6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188" h="68308">
                  <a:moveTo>
                    <a:pt x="134189" y="51710"/>
                  </a:moveTo>
                  <a:lnTo>
                    <a:pt x="88820" y="51710"/>
                  </a:lnTo>
                  <a:cubicBezTo>
                    <a:pt x="84986" y="51710"/>
                    <a:pt x="82430" y="49157"/>
                    <a:pt x="82430" y="45326"/>
                  </a:cubicBezTo>
                  <a:lnTo>
                    <a:pt x="82430" y="0"/>
                  </a:lnTo>
                  <a:lnTo>
                    <a:pt x="0" y="0"/>
                  </a:lnTo>
                  <a:lnTo>
                    <a:pt x="0" y="68309"/>
                  </a:lnTo>
                  <a:lnTo>
                    <a:pt x="134189" y="68309"/>
                  </a:lnTo>
                  <a:lnTo>
                    <a:pt x="134189" y="51710"/>
                  </a:lnTo>
                  <a:close/>
                </a:path>
              </a:pathLst>
            </a:custGeom>
            <a:solidFill>
              <a:srgbClr val="00ABAB"/>
            </a:solidFill>
            <a:ln w="6390" cap="flat">
              <a:noFill/>
              <a:prstDash val="solid"/>
              <a:miter/>
            </a:ln>
          </p:spPr>
          <p:txBody>
            <a:bodyPr rtlCol="0" anchor="ctr"/>
            <a:lstStyle/>
            <a:p>
              <a:endParaRPr lang="en-US"/>
            </a:p>
          </p:txBody>
        </p:sp>
        <p:sp>
          <p:nvSpPr>
            <p:cNvPr id="1536" name="Graphic 1100">
              <a:extLst>
                <a:ext uri="{FF2B5EF4-FFF2-40B4-BE49-F238E27FC236}">
                  <a16:creationId xmlns:a16="http://schemas.microsoft.com/office/drawing/2014/main" id="{939D8989-FEDD-6146-8887-215B9879B6CA}"/>
                </a:ext>
              </a:extLst>
            </p:cNvPr>
            <p:cNvSpPr/>
            <p:nvPr/>
          </p:nvSpPr>
          <p:spPr>
            <a:xfrm>
              <a:off x="5274254" y="1598875"/>
              <a:ext cx="13418" cy="12767"/>
            </a:xfrm>
            <a:custGeom>
              <a:avLst/>
              <a:gdLst>
                <a:gd name="connsiteX0" fmla="*/ 8307 w 13418"/>
                <a:gd name="connsiteY0" fmla="*/ 0 h 12767"/>
                <a:gd name="connsiteX1" fmla="*/ 0 w 13418"/>
                <a:gd name="connsiteY1" fmla="*/ 0 h 12767"/>
                <a:gd name="connsiteX2" fmla="*/ 0 w 13418"/>
                <a:gd name="connsiteY2" fmla="*/ 12768 h 12767"/>
                <a:gd name="connsiteX3" fmla="*/ 8307 w 13418"/>
                <a:gd name="connsiteY3" fmla="*/ 12768 h 12767"/>
                <a:gd name="connsiteX4" fmla="*/ 13419 w 13418"/>
                <a:gd name="connsiteY4" fmla="*/ 6384 h 12767"/>
                <a:gd name="connsiteX5" fmla="*/ 12141 w 13418"/>
                <a:gd name="connsiteY5" fmla="*/ 1277 h 12767"/>
                <a:gd name="connsiteX6" fmla="*/ 8307 w 13418"/>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18" h="12767">
                  <a:moveTo>
                    <a:pt x="8307" y="0"/>
                  </a:moveTo>
                  <a:lnTo>
                    <a:pt x="0" y="0"/>
                  </a:lnTo>
                  <a:lnTo>
                    <a:pt x="0" y="12768"/>
                  </a:lnTo>
                  <a:lnTo>
                    <a:pt x="8307" y="12768"/>
                  </a:lnTo>
                  <a:cubicBezTo>
                    <a:pt x="12141" y="12768"/>
                    <a:pt x="13419" y="10214"/>
                    <a:pt x="13419" y="6384"/>
                  </a:cubicBezTo>
                  <a:cubicBezTo>
                    <a:pt x="13419" y="4469"/>
                    <a:pt x="13419" y="2554"/>
                    <a:pt x="12141" y="1277"/>
                  </a:cubicBezTo>
                  <a:cubicBezTo>
                    <a:pt x="11502" y="638"/>
                    <a:pt x="10224" y="0"/>
                    <a:pt x="8307" y="0"/>
                  </a:cubicBezTo>
                  <a:close/>
                </a:path>
              </a:pathLst>
            </a:custGeom>
            <a:solidFill>
              <a:srgbClr val="00ABAB"/>
            </a:solidFill>
            <a:ln w="6390" cap="flat">
              <a:noFill/>
              <a:prstDash val="solid"/>
              <a:miter/>
            </a:ln>
          </p:spPr>
          <p:txBody>
            <a:bodyPr rtlCol="0" anchor="ctr"/>
            <a:lstStyle/>
            <a:p>
              <a:endParaRPr lang="en-US"/>
            </a:p>
          </p:txBody>
        </p:sp>
        <p:sp>
          <p:nvSpPr>
            <p:cNvPr id="1537" name="Graphic 1100">
              <a:extLst>
                <a:ext uri="{FF2B5EF4-FFF2-40B4-BE49-F238E27FC236}">
                  <a16:creationId xmlns:a16="http://schemas.microsoft.com/office/drawing/2014/main" id="{9C55AD0F-62F1-E049-8E55-F0BD2F2A0D12}"/>
                </a:ext>
              </a:extLst>
            </p:cNvPr>
            <p:cNvSpPr/>
            <p:nvPr/>
          </p:nvSpPr>
          <p:spPr>
            <a:xfrm>
              <a:off x="5310037" y="1499923"/>
              <a:ext cx="29393" cy="29366"/>
            </a:xfrm>
            <a:custGeom>
              <a:avLst/>
              <a:gdLst>
                <a:gd name="connsiteX0" fmla="*/ 0 w 29393"/>
                <a:gd name="connsiteY0" fmla="*/ 0 h 29366"/>
                <a:gd name="connsiteX1" fmla="*/ 0 w 29393"/>
                <a:gd name="connsiteY1" fmla="*/ 29366 h 29366"/>
                <a:gd name="connsiteX2" fmla="*/ 29394 w 29393"/>
                <a:gd name="connsiteY2" fmla="*/ 29366 h 29366"/>
              </a:gdLst>
              <a:ahLst/>
              <a:cxnLst>
                <a:cxn ang="0">
                  <a:pos x="connsiteX0" y="connsiteY0"/>
                </a:cxn>
                <a:cxn ang="0">
                  <a:pos x="connsiteX1" y="connsiteY1"/>
                </a:cxn>
                <a:cxn ang="0">
                  <a:pos x="connsiteX2" y="connsiteY2"/>
                </a:cxn>
              </a:cxnLst>
              <a:rect l="l" t="t" r="r" b="b"/>
              <a:pathLst>
                <a:path w="29393" h="29366">
                  <a:moveTo>
                    <a:pt x="0" y="0"/>
                  </a:moveTo>
                  <a:lnTo>
                    <a:pt x="0" y="29366"/>
                  </a:lnTo>
                  <a:lnTo>
                    <a:pt x="29394" y="29366"/>
                  </a:lnTo>
                  <a:close/>
                </a:path>
              </a:pathLst>
            </a:custGeom>
            <a:solidFill>
              <a:srgbClr val="00ABAB"/>
            </a:solidFill>
            <a:ln w="6390" cap="flat">
              <a:noFill/>
              <a:prstDash val="solid"/>
              <a:miter/>
            </a:ln>
          </p:spPr>
          <p:txBody>
            <a:bodyPr rtlCol="0" anchor="ctr"/>
            <a:lstStyle/>
            <a:p>
              <a:endParaRPr lang="en-US"/>
            </a:p>
          </p:txBody>
        </p:sp>
        <p:sp>
          <p:nvSpPr>
            <p:cNvPr id="1538" name="Graphic 1100">
              <a:extLst>
                <a:ext uri="{FF2B5EF4-FFF2-40B4-BE49-F238E27FC236}">
                  <a16:creationId xmlns:a16="http://schemas.microsoft.com/office/drawing/2014/main" id="{CAFDDACF-85B1-544E-A8BD-6370821C43B4}"/>
                </a:ext>
              </a:extLst>
            </p:cNvPr>
            <p:cNvSpPr/>
            <p:nvPr/>
          </p:nvSpPr>
          <p:spPr>
            <a:xfrm>
              <a:off x="5099808" y="14067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83713 w 362309"/>
                <a:gd name="connsiteY7" fmla="*/ 254082 h 361971"/>
                <a:gd name="connsiteX8" fmla="*/ 277323 w 362309"/>
                <a:gd name="connsiteY8" fmla="*/ 260466 h 361971"/>
                <a:gd name="connsiteX9" fmla="*/ 261349 w 362309"/>
                <a:gd name="connsiteY9" fmla="*/ 260466 h 361971"/>
                <a:gd name="connsiteX10" fmla="*/ 261349 w 362309"/>
                <a:gd name="connsiteY10" fmla="*/ 283449 h 361971"/>
                <a:gd name="connsiteX11" fmla="*/ 254959 w 362309"/>
                <a:gd name="connsiteY11" fmla="*/ 289833 h 361971"/>
                <a:gd name="connsiteX12" fmla="*/ 107990 w 362309"/>
                <a:gd name="connsiteY12" fmla="*/ 289833 h 361971"/>
                <a:gd name="connsiteX13" fmla="*/ 101600 w 362309"/>
                <a:gd name="connsiteY13" fmla="*/ 283449 h 361971"/>
                <a:gd name="connsiteX14" fmla="*/ 101600 w 362309"/>
                <a:gd name="connsiteY14" fmla="*/ 260466 h 361971"/>
                <a:gd name="connsiteX15" fmla="*/ 85625 w 362309"/>
                <a:gd name="connsiteY15" fmla="*/ 260466 h 361971"/>
                <a:gd name="connsiteX16" fmla="*/ 79235 w 362309"/>
                <a:gd name="connsiteY16" fmla="*/ 254082 h 361971"/>
                <a:gd name="connsiteX17" fmla="*/ 79235 w 362309"/>
                <a:gd name="connsiteY17" fmla="*/ 158323 h 361971"/>
                <a:gd name="connsiteX18" fmla="*/ 85625 w 362309"/>
                <a:gd name="connsiteY18" fmla="*/ 151939 h 361971"/>
                <a:gd name="connsiteX19" fmla="*/ 101600 w 362309"/>
                <a:gd name="connsiteY19" fmla="*/ 151939 h 361971"/>
                <a:gd name="connsiteX20" fmla="*/ 101600 w 362309"/>
                <a:gd name="connsiteY20" fmla="*/ 77885 h 361971"/>
                <a:gd name="connsiteX21" fmla="*/ 107990 w 362309"/>
                <a:gd name="connsiteY21" fmla="*/ 71501 h 361971"/>
                <a:gd name="connsiteX22" fmla="*/ 203839 w 362309"/>
                <a:gd name="connsiteY22" fmla="*/ 71501 h 361971"/>
                <a:gd name="connsiteX23" fmla="*/ 206395 w 362309"/>
                <a:gd name="connsiteY23" fmla="*/ 72139 h 361971"/>
                <a:gd name="connsiteX24" fmla="*/ 208312 w 362309"/>
                <a:gd name="connsiteY24" fmla="*/ 73416 h 361971"/>
                <a:gd name="connsiteX25" fmla="*/ 260071 w 362309"/>
                <a:gd name="connsiteY25" fmla="*/ 125126 h 361971"/>
                <a:gd name="connsiteX26" fmla="*/ 261349 w 362309"/>
                <a:gd name="connsiteY26" fmla="*/ 127041 h 361971"/>
                <a:gd name="connsiteX27" fmla="*/ 261987 w 362309"/>
                <a:gd name="connsiteY27" fmla="*/ 129595 h 361971"/>
                <a:gd name="connsiteX28" fmla="*/ 261987 w 362309"/>
                <a:gd name="connsiteY28" fmla="*/ 152577 h 361971"/>
                <a:gd name="connsiteX29" fmla="*/ 277962 w 362309"/>
                <a:gd name="connsiteY29" fmla="*/ 152577 h 361971"/>
                <a:gd name="connsiteX30" fmla="*/ 284352 w 362309"/>
                <a:gd name="connsiteY30" fmla="*/ 158961 h 361971"/>
                <a:gd name="connsiteX31" fmla="*/ 283713 w 362309"/>
                <a:gd name="connsiteY31" fmla="*/ 25408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ubicBezTo>
                    <a:pt x="181474" y="0"/>
                    <a:pt x="181474" y="0"/>
                    <a:pt x="181474" y="0"/>
                  </a:cubicBezTo>
                  <a:close/>
                  <a:moveTo>
                    <a:pt x="283713" y="254082"/>
                  </a:moveTo>
                  <a:cubicBezTo>
                    <a:pt x="283713" y="257913"/>
                    <a:pt x="281157" y="260466"/>
                    <a:pt x="277323" y="260466"/>
                  </a:cubicBezTo>
                  <a:lnTo>
                    <a:pt x="261349" y="260466"/>
                  </a:lnTo>
                  <a:lnTo>
                    <a:pt x="261349" y="283449"/>
                  </a:lnTo>
                  <a:cubicBezTo>
                    <a:pt x="261349" y="287279"/>
                    <a:pt x="258792" y="289833"/>
                    <a:pt x="254959" y="289833"/>
                  </a:cubicBezTo>
                  <a:lnTo>
                    <a:pt x="107990" y="289833"/>
                  </a:lnTo>
                  <a:cubicBezTo>
                    <a:pt x="104156" y="289833"/>
                    <a:pt x="101600" y="287279"/>
                    <a:pt x="101600" y="283449"/>
                  </a:cubicBezTo>
                  <a:lnTo>
                    <a:pt x="101600" y="260466"/>
                  </a:lnTo>
                  <a:lnTo>
                    <a:pt x="85625" y="260466"/>
                  </a:lnTo>
                  <a:cubicBezTo>
                    <a:pt x="81792" y="260466"/>
                    <a:pt x="79235" y="257913"/>
                    <a:pt x="79235" y="254082"/>
                  </a:cubicBezTo>
                  <a:lnTo>
                    <a:pt x="79235" y="158323"/>
                  </a:lnTo>
                  <a:cubicBezTo>
                    <a:pt x="79235" y="154492"/>
                    <a:pt x="81792" y="151939"/>
                    <a:pt x="85625" y="151939"/>
                  </a:cubicBezTo>
                  <a:lnTo>
                    <a:pt x="101600" y="151939"/>
                  </a:lnTo>
                  <a:lnTo>
                    <a:pt x="101600" y="77885"/>
                  </a:lnTo>
                  <a:cubicBezTo>
                    <a:pt x="101600" y="74054"/>
                    <a:pt x="104156" y="71501"/>
                    <a:pt x="107990" y="71501"/>
                  </a:cubicBezTo>
                  <a:lnTo>
                    <a:pt x="203839" y="71501"/>
                  </a:lnTo>
                  <a:cubicBezTo>
                    <a:pt x="204478" y="71501"/>
                    <a:pt x="205756" y="71501"/>
                    <a:pt x="206395" y="72139"/>
                  </a:cubicBezTo>
                  <a:cubicBezTo>
                    <a:pt x="207034" y="72139"/>
                    <a:pt x="207673" y="72777"/>
                    <a:pt x="208312" y="73416"/>
                  </a:cubicBezTo>
                  <a:lnTo>
                    <a:pt x="260071" y="125126"/>
                  </a:lnTo>
                  <a:cubicBezTo>
                    <a:pt x="260710" y="125764"/>
                    <a:pt x="261349" y="126403"/>
                    <a:pt x="261349" y="127041"/>
                  </a:cubicBezTo>
                  <a:cubicBezTo>
                    <a:pt x="261987" y="127680"/>
                    <a:pt x="261987" y="128318"/>
                    <a:pt x="261987" y="129595"/>
                  </a:cubicBezTo>
                  <a:lnTo>
                    <a:pt x="261987" y="152577"/>
                  </a:lnTo>
                  <a:lnTo>
                    <a:pt x="277962" y="152577"/>
                  </a:lnTo>
                  <a:cubicBezTo>
                    <a:pt x="281796" y="152577"/>
                    <a:pt x="284352" y="155131"/>
                    <a:pt x="284352" y="158961"/>
                  </a:cubicBezTo>
                  <a:lnTo>
                    <a:pt x="283713" y="254082"/>
                  </a:lnTo>
                  <a:close/>
                </a:path>
              </a:pathLst>
            </a:custGeom>
            <a:solidFill>
              <a:srgbClr val="00ABAB"/>
            </a:solidFill>
            <a:ln w="6390" cap="flat">
              <a:noFill/>
              <a:prstDash val="solid"/>
              <a:miter/>
            </a:ln>
          </p:spPr>
          <p:txBody>
            <a:bodyPr rtlCol="0" anchor="ctr"/>
            <a:lstStyle/>
            <a:p>
              <a:endParaRPr lang="en-US"/>
            </a:p>
          </p:txBody>
        </p:sp>
        <p:sp>
          <p:nvSpPr>
            <p:cNvPr id="1539" name="Graphic 1100">
              <a:extLst>
                <a:ext uri="{FF2B5EF4-FFF2-40B4-BE49-F238E27FC236}">
                  <a16:creationId xmlns:a16="http://schemas.microsoft.com/office/drawing/2014/main" id="{231E8CD2-3317-E744-BF69-C841791F2C48}"/>
                </a:ext>
              </a:extLst>
            </p:cNvPr>
            <p:cNvSpPr/>
            <p:nvPr/>
          </p:nvSpPr>
          <p:spPr>
            <a:xfrm>
              <a:off x="5191823" y="1571424"/>
              <a:ext cx="178279" cy="82991"/>
            </a:xfrm>
            <a:custGeom>
              <a:avLst/>
              <a:gdLst>
                <a:gd name="connsiteX0" fmla="*/ 0 w 178279"/>
                <a:gd name="connsiteY0" fmla="*/ 0 h 82991"/>
                <a:gd name="connsiteX1" fmla="*/ 0 w 178279"/>
                <a:gd name="connsiteY1" fmla="*/ 82992 h 82991"/>
                <a:gd name="connsiteX2" fmla="*/ 178279 w 178279"/>
                <a:gd name="connsiteY2" fmla="*/ 82992 h 82991"/>
                <a:gd name="connsiteX3" fmla="*/ 178279 w 178279"/>
                <a:gd name="connsiteY3" fmla="*/ 0 h 82991"/>
                <a:gd name="connsiteX4" fmla="*/ 0 w 178279"/>
                <a:gd name="connsiteY4" fmla="*/ 0 h 82991"/>
                <a:gd name="connsiteX5" fmla="*/ 54953 w 178279"/>
                <a:gd name="connsiteY5" fmla="*/ 47880 h 82991"/>
                <a:gd name="connsiteX6" fmla="*/ 42173 w 178279"/>
                <a:gd name="connsiteY6" fmla="*/ 52987 h 82991"/>
                <a:gd name="connsiteX7" fmla="*/ 33867 w 178279"/>
                <a:gd name="connsiteY7" fmla="*/ 52987 h 82991"/>
                <a:gd name="connsiteX8" fmla="*/ 33867 w 178279"/>
                <a:gd name="connsiteY8" fmla="*/ 65117 h 82991"/>
                <a:gd name="connsiteX9" fmla="*/ 27477 w 178279"/>
                <a:gd name="connsiteY9" fmla="*/ 71501 h 82991"/>
                <a:gd name="connsiteX10" fmla="*/ 21087 w 178279"/>
                <a:gd name="connsiteY10" fmla="*/ 65117 h 82991"/>
                <a:gd name="connsiteX11" fmla="*/ 21087 w 178279"/>
                <a:gd name="connsiteY11" fmla="*/ 21067 h 82991"/>
                <a:gd name="connsiteX12" fmla="*/ 27477 w 178279"/>
                <a:gd name="connsiteY12" fmla="*/ 14683 h 82991"/>
                <a:gd name="connsiteX13" fmla="*/ 42173 w 178279"/>
                <a:gd name="connsiteY13" fmla="*/ 14683 h 82991"/>
                <a:gd name="connsiteX14" fmla="*/ 54953 w 178279"/>
                <a:gd name="connsiteY14" fmla="*/ 19790 h 82991"/>
                <a:gd name="connsiteX15" fmla="*/ 60066 w 178279"/>
                <a:gd name="connsiteY15" fmla="*/ 33835 h 82991"/>
                <a:gd name="connsiteX16" fmla="*/ 54953 w 178279"/>
                <a:gd name="connsiteY16" fmla="*/ 47880 h 82991"/>
                <a:gd name="connsiteX17" fmla="*/ 103517 w 178279"/>
                <a:gd name="connsiteY17" fmla="*/ 47880 h 82991"/>
                <a:gd name="connsiteX18" fmla="*/ 90737 w 178279"/>
                <a:gd name="connsiteY18" fmla="*/ 52987 h 82991"/>
                <a:gd name="connsiteX19" fmla="*/ 82430 w 178279"/>
                <a:gd name="connsiteY19" fmla="*/ 52987 h 82991"/>
                <a:gd name="connsiteX20" fmla="*/ 82430 w 178279"/>
                <a:gd name="connsiteY20" fmla="*/ 65117 h 82991"/>
                <a:gd name="connsiteX21" fmla="*/ 76040 w 178279"/>
                <a:gd name="connsiteY21" fmla="*/ 71501 h 82991"/>
                <a:gd name="connsiteX22" fmla="*/ 69650 w 178279"/>
                <a:gd name="connsiteY22" fmla="*/ 65117 h 82991"/>
                <a:gd name="connsiteX23" fmla="*/ 69650 w 178279"/>
                <a:gd name="connsiteY23" fmla="*/ 21067 h 82991"/>
                <a:gd name="connsiteX24" fmla="*/ 76040 w 178279"/>
                <a:gd name="connsiteY24" fmla="*/ 14683 h 82991"/>
                <a:gd name="connsiteX25" fmla="*/ 90737 w 178279"/>
                <a:gd name="connsiteY25" fmla="*/ 14683 h 82991"/>
                <a:gd name="connsiteX26" fmla="*/ 103517 w 178279"/>
                <a:gd name="connsiteY26" fmla="*/ 19790 h 82991"/>
                <a:gd name="connsiteX27" fmla="*/ 108629 w 178279"/>
                <a:gd name="connsiteY27" fmla="*/ 33835 h 82991"/>
                <a:gd name="connsiteX28" fmla="*/ 103517 w 178279"/>
                <a:gd name="connsiteY28" fmla="*/ 47880 h 82991"/>
                <a:gd name="connsiteX29" fmla="*/ 154637 w 178279"/>
                <a:gd name="connsiteY29" fmla="*/ 27451 h 82991"/>
                <a:gd name="connsiteX30" fmla="*/ 143774 w 178279"/>
                <a:gd name="connsiteY30" fmla="*/ 27451 h 82991"/>
                <a:gd name="connsiteX31" fmla="*/ 143774 w 178279"/>
                <a:gd name="connsiteY31" fmla="*/ 65755 h 82991"/>
                <a:gd name="connsiteX32" fmla="*/ 137384 w 178279"/>
                <a:gd name="connsiteY32" fmla="*/ 72139 h 82991"/>
                <a:gd name="connsiteX33" fmla="*/ 130994 w 178279"/>
                <a:gd name="connsiteY33" fmla="*/ 65755 h 82991"/>
                <a:gd name="connsiteX34" fmla="*/ 130994 w 178279"/>
                <a:gd name="connsiteY34" fmla="*/ 27451 h 82991"/>
                <a:gd name="connsiteX35" fmla="*/ 120131 w 178279"/>
                <a:gd name="connsiteY35" fmla="*/ 27451 h 82991"/>
                <a:gd name="connsiteX36" fmla="*/ 113741 w 178279"/>
                <a:gd name="connsiteY36" fmla="*/ 21067 h 82991"/>
                <a:gd name="connsiteX37" fmla="*/ 120131 w 178279"/>
                <a:gd name="connsiteY37" fmla="*/ 14683 h 82991"/>
                <a:gd name="connsiteX38" fmla="*/ 154637 w 178279"/>
                <a:gd name="connsiteY38" fmla="*/ 14683 h 82991"/>
                <a:gd name="connsiteX39" fmla="*/ 161027 w 178279"/>
                <a:gd name="connsiteY39" fmla="*/ 21067 h 82991"/>
                <a:gd name="connsiteX40" fmla="*/ 154637 w 178279"/>
                <a:gd name="connsiteY40" fmla="*/ 27451 h 82991"/>
                <a:gd name="connsiteX41" fmla="*/ 154637 w 178279"/>
                <a:gd name="connsiteY41" fmla="*/ 27451 h 82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78279" h="82991">
                  <a:moveTo>
                    <a:pt x="0" y="0"/>
                  </a:moveTo>
                  <a:lnTo>
                    <a:pt x="0" y="82992"/>
                  </a:lnTo>
                  <a:lnTo>
                    <a:pt x="178279" y="82992"/>
                  </a:lnTo>
                  <a:lnTo>
                    <a:pt x="178279" y="0"/>
                  </a:lnTo>
                  <a:lnTo>
                    <a:pt x="0" y="0"/>
                  </a:lnTo>
                  <a:close/>
                  <a:moveTo>
                    <a:pt x="54953" y="47880"/>
                  </a:moveTo>
                  <a:cubicBezTo>
                    <a:pt x="51758" y="51072"/>
                    <a:pt x="46646" y="52987"/>
                    <a:pt x="42173" y="52987"/>
                  </a:cubicBezTo>
                  <a:lnTo>
                    <a:pt x="33867" y="52987"/>
                  </a:lnTo>
                  <a:lnTo>
                    <a:pt x="33867" y="65117"/>
                  </a:lnTo>
                  <a:cubicBezTo>
                    <a:pt x="33867" y="68947"/>
                    <a:pt x="31311" y="71501"/>
                    <a:pt x="27477" y="71501"/>
                  </a:cubicBezTo>
                  <a:cubicBezTo>
                    <a:pt x="23643" y="71501"/>
                    <a:pt x="21087" y="68947"/>
                    <a:pt x="21087" y="65117"/>
                  </a:cubicBezTo>
                  <a:lnTo>
                    <a:pt x="21087" y="21067"/>
                  </a:lnTo>
                  <a:cubicBezTo>
                    <a:pt x="21087" y="17237"/>
                    <a:pt x="23643" y="14683"/>
                    <a:pt x="27477" y="14683"/>
                  </a:cubicBezTo>
                  <a:lnTo>
                    <a:pt x="42173" y="14683"/>
                  </a:lnTo>
                  <a:cubicBezTo>
                    <a:pt x="46646" y="14683"/>
                    <a:pt x="51758" y="16598"/>
                    <a:pt x="54953" y="19790"/>
                  </a:cubicBezTo>
                  <a:cubicBezTo>
                    <a:pt x="58788" y="23621"/>
                    <a:pt x="60704" y="28728"/>
                    <a:pt x="60066" y="33835"/>
                  </a:cubicBezTo>
                  <a:cubicBezTo>
                    <a:pt x="60704" y="38942"/>
                    <a:pt x="58788" y="44050"/>
                    <a:pt x="54953" y="47880"/>
                  </a:cubicBezTo>
                  <a:close/>
                  <a:moveTo>
                    <a:pt x="103517" y="47880"/>
                  </a:moveTo>
                  <a:cubicBezTo>
                    <a:pt x="100322" y="51072"/>
                    <a:pt x="95210" y="52987"/>
                    <a:pt x="90737" y="52987"/>
                  </a:cubicBezTo>
                  <a:lnTo>
                    <a:pt x="82430" y="52987"/>
                  </a:lnTo>
                  <a:lnTo>
                    <a:pt x="82430" y="65117"/>
                  </a:lnTo>
                  <a:cubicBezTo>
                    <a:pt x="82430" y="68947"/>
                    <a:pt x="79874" y="71501"/>
                    <a:pt x="76040" y="71501"/>
                  </a:cubicBezTo>
                  <a:cubicBezTo>
                    <a:pt x="72206" y="71501"/>
                    <a:pt x="69650" y="68947"/>
                    <a:pt x="69650" y="65117"/>
                  </a:cubicBezTo>
                  <a:lnTo>
                    <a:pt x="69650" y="21067"/>
                  </a:lnTo>
                  <a:cubicBezTo>
                    <a:pt x="69650" y="17237"/>
                    <a:pt x="72206" y="14683"/>
                    <a:pt x="76040" y="14683"/>
                  </a:cubicBezTo>
                  <a:lnTo>
                    <a:pt x="90737" y="14683"/>
                  </a:lnTo>
                  <a:cubicBezTo>
                    <a:pt x="95210" y="14683"/>
                    <a:pt x="100322" y="16598"/>
                    <a:pt x="103517" y="19790"/>
                  </a:cubicBezTo>
                  <a:cubicBezTo>
                    <a:pt x="107351" y="23621"/>
                    <a:pt x="109268" y="28728"/>
                    <a:pt x="108629" y="33835"/>
                  </a:cubicBezTo>
                  <a:cubicBezTo>
                    <a:pt x="109268" y="38942"/>
                    <a:pt x="107351" y="44050"/>
                    <a:pt x="103517" y="47880"/>
                  </a:cubicBezTo>
                  <a:close/>
                  <a:moveTo>
                    <a:pt x="154637" y="27451"/>
                  </a:moveTo>
                  <a:lnTo>
                    <a:pt x="143774" y="27451"/>
                  </a:lnTo>
                  <a:lnTo>
                    <a:pt x="143774" y="65755"/>
                  </a:lnTo>
                  <a:cubicBezTo>
                    <a:pt x="143774" y="69585"/>
                    <a:pt x="141217" y="72139"/>
                    <a:pt x="137384" y="72139"/>
                  </a:cubicBezTo>
                  <a:cubicBezTo>
                    <a:pt x="133550" y="72139"/>
                    <a:pt x="130994" y="69585"/>
                    <a:pt x="130994" y="65755"/>
                  </a:cubicBezTo>
                  <a:lnTo>
                    <a:pt x="130994" y="27451"/>
                  </a:lnTo>
                  <a:lnTo>
                    <a:pt x="120131" y="27451"/>
                  </a:lnTo>
                  <a:cubicBezTo>
                    <a:pt x="116297" y="27451"/>
                    <a:pt x="113741" y="24898"/>
                    <a:pt x="113741" y="21067"/>
                  </a:cubicBezTo>
                  <a:cubicBezTo>
                    <a:pt x="113741" y="17237"/>
                    <a:pt x="116297" y="14683"/>
                    <a:pt x="120131" y="14683"/>
                  </a:cubicBezTo>
                  <a:lnTo>
                    <a:pt x="154637" y="14683"/>
                  </a:lnTo>
                  <a:cubicBezTo>
                    <a:pt x="158470" y="14683"/>
                    <a:pt x="161027" y="17237"/>
                    <a:pt x="161027" y="21067"/>
                  </a:cubicBezTo>
                  <a:cubicBezTo>
                    <a:pt x="161027" y="24898"/>
                    <a:pt x="158470" y="27451"/>
                    <a:pt x="154637" y="27451"/>
                  </a:cubicBezTo>
                  <a:lnTo>
                    <a:pt x="154637" y="27451"/>
                  </a:lnTo>
                  <a:close/>
                </a:path>
              </a:pathLst>
            </a:custGeom>
            <a:solidFill>
              <a:srgbClr val="00ABAB"/>
            </a:solidFill>
            <a:ln w="6390" cap="flat">
              <a:noFill/>
              <a:prstDash val="solid"/>
              <a:miter/>
            </a:ln>
          </p:spPr>
          <p:txBody>
            <a:bodyPr rtlCol="0" anchor="ctr"/>
            <a:lstStyle/>
            <a:p>
              <a:endParaRPr lang="en-US"/>
            </a:p>
          </p:txBody>
        </p:sp>
      </p:grpSp>
      <p:grpSp>
        <p:nvGrpSpPr>
          <p:cNvPr id="1540" name="Graphic 1100">
            <a:extLst>
              <a:ext uri="{FF2B5EF4-FFF2-40B4-BE49-F238E27FC236}">
                <a16:creationId xmlns:a16="http://schemas.microsoft.com/office/drawing/2014/main" id="{A6C9B039-30FF-3643-85B5-EB0692DE4BDF}"/>
              </a:ext>
            </a:extLst>
          </p:cNvPr>
          <p:cNvGrpSpPr/>
          <p:nvPr/>
        </p:nvGrpSpPr>
        <p:grpSpPr>
          <a:xfrm>
            <a:off x="11372810" y="2375167"/>
            <a:ext cx="362309" cy="361971"/>
            <a:chOff x="11372810" y="2375167"/>
            <a:chExt cx="362309" cy="361971"/>
          </a:xfrm>
          <a:solidFill>
            <a:srgbClr val="00ABAB"/>
          </a:solidFill>
        </p:grpSpPr>
        <p:sp>
          <p:nvSpPr>
            <p:cNvPr id="1541" name="Graphic 1100">
              <a:extLst>
                <a:ext uri="{FF2B5EF4-FFF2-40B4-BE49-F238E27FC236}">
                  <a16:creationId xmlns:a16="http://schemas.microsoft.com/office/drawing/2014/main" id="{2DE48313-BF0A-524C-B024-59C8B2845CB0}"/>
                </a:ext>
              </a:extLst>
            </p:cNvPr>
            <p:cNvSpPr/>
            <p:nvPr/>
          </p:nvSpPr>
          <p:spPr>
            <a:xfrm>
              <a:off x="11538309" y="2599883"/>
              <a:ext cx="31310" cy="29366"/>
            </a:xfrm>
            <a:custGeom>
              <a:avLst/>
              <a:gdLst>
                <a:gd name="connsiteX0" fmla="*/ 0 w 31310"/>
                <a:gd name="connsiteY0" fmla="*/ 0 h 29366"/>
                <a:gd name="connsiteX1" fmla="*/ 15336 w 31310"/>
                <a:gd name="connsiteY1" fmla="*/ 29366 h 29366"/>
                <a:gd name="connsiteX2" fmla="*/ 31311 w 31310"/>
                <a:gd name="connsiteY2" fmla="*/ 0 h 29366"/>
                <a:gd name="connsiteX3" fmla="*/ 0 w 31310"/>
                <a:gd name="connsiteY3" fmla="*/ 0 h 29366"/>
              </a:gdLst>
              <a:ahLst/>
              <a:cxnLst>
                <a:cxn ang="0">
                  <a:pos x="connsiteX0" y="connsiteY0"/>
                </a:cxn>
                <a:cxn ang="0">
                  <a:pos x="connsiteX1" y="connsiteY1"/>
                </a:cxn>
                <a:cxn ang="0">
                  <a:pos x="connsiteX2" y="connsiteY2"/>
                </a:cxn>
                <a:cxn ang="0">
                  <a:pos x="connsiteX3" y="connsiteY3"/>
                </a:cxn>
              </a:cxnLst>
              <a:rect l="l" t="t" r="r" b="b"/>
              <a:pathLst>
                <a:path w="31310" h="29366">
                  <a:moveTo>
                    <a:pt x="0" y="0"/>
                  </a:moveTo>
                  <a:cubicBezTo>
                    <a:pt x="3835" y="18514"/>
                    <a:pt x="10863" y="29366"/>
                    <a:pt x="15336" y="29366"/>
                  </a:cubicBezTo>
                  <a:cubicBezTo>
                    <a:pt x="19809" y="29366"/>
                    <a:pt x="26838" y="18514"/>
                    <a:pt x="31311" y="0"/>
                  </a:cubicBezTo>
                  <a:lnTo>
                    <a:pt x="0" y="0"/>
                  </a:lnTo>
                  <a:close/>
                </a:path>
              </a:pathLst>
            </a:custGeom>
            <a:solidFill>
              <a:srgbClr val="00ABAB"/>
            </a:solidFill>
            <a:ln w="6390" cap="flat">
              <a:noFill/>
              <a:prstDash val="solid"/>
              <a:miter/>
            </a:ln>
          </p:spPr>
          <p:txBody>
            <a:bodyPr rtlCol="0" anchor="ctr"/>
            <a:lstStyle/>
            <a:p>
              <a:endParaRPr lang="en-US"/>
            </a:p>
          </p:txBody>
        </p:sp>
        <p:sp>
          <p:nvSpPr>
            <p:cNvPr id="1542" name="Graphic 1100">
              <a:extLst>
                <a:ext uri="{FF2B5EF4-FFF2-40B4-BE49-F238E27FC236}">
                  <a16:creationId xmlns:a16="http://schemas.microsoft.com/office/drawing/2014/main" id="{610002B2-C95C-A549-B0ED-B69B2412B110}"/>
                </a:ext>
              </a:extLst>
            </p:cNvPr>
            <p:cNvSpPr/>
            <p:nvPr/>
          </p:nvSpPr>
          <p:spPr>
            <a:xfrm>
              <a:off x="11493260" y="2549450"/>
              <a:ext cx="30352" cy="37665"/>
            </a:xfrm>
            <a:custGeom>
              <a:avLst/>
              <a:gdLst>
                <a:gd name="connsiteX0" fmla="*/ 2875 w 30352"/>
                <a:gd name="connsiteY0" fmla="*/ 0 h 37665"/>
                <a:gd name="connsiteX1" fmla="*/ 2875 w 30352"/>
                <a:gd name="connsiteY1" fmla="*/ 37665 h 37665"/>
                <a:gd name="connsiteX2" fmla="*/ 30352 w 30352"/>
                <a:gd name="connsiteY2" fmla="*/ 37665 h 37665"/>
                <a:gd name="connsiteX3" fmla="*/ 29074 w 30352"/>
                <a:gd name="connsiteY3" fmla="*/ 18514 h 37665"/>
                <a:gd name="connsiteX4" fmla="*/ 30352 w 30352"/>
                <a:gd name="connsiteY4" fmla="*/ 0 h 37665"/>
                <a:gd name="connsiteX5" fmla="*/ 2875 w 30352"/>
                <a:gd name="connsiteY5" fmla="*/ 0 h 3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352" h="37665">
                  <a:moveTo>
                    <a:pt x="2875" y="0"/>
                  </a:moveTo>
                  <a:cubicBezTo>
                    <a:pt x="-958" y="12130"/>
                    <a:pt x="-958" y="25536"/>
                    <a:pt x="2875" y="37665"/>
                  </a:cubicBezTo>
                  <a:lnTo>
                    <a:pt x="30352" y="37665"/>
                  </a:lnTo>
                  <a:cubicBezTo>
                    <a:pt x="29714" y="31281"/>
                    <a:pt x="29074" y="24897"/>
                    <a:pt x="29074" y="18514"/>
                  </a:cubicBezTo>
                  <a:cubicBezTo>
                    <a:pt x="29074" y="12130"/>
                    <a:pt x="29074" y="5746"/>
                    <a:pt x="30352" y="0"/>
                  </a:cubicBezTo>
                  <a:lnTo>
                    <a:pt x="2875" y="0"/>
                  </a:lnTo>
                  <a:close/>
                </a:path>
              </a:pathLst>
            </a:custGeom>
            <a:solidFill>
              <a:srgbClr val="00ABAB"/>
            </a:solidFill>
            <a:ln w="6390" cap="flat">
              <a:noFill/>
              <a:prstDash val="solid"/>
              <a:miter/>
            </a:ln>
          </p:spPr>
          <p:txBody>
            <a:bodyPr rtlCol="0" anchor="ctr"/>
            <a:lstStyle/>
            <a:p>
              <a:endParaRPr lang="en-US"/>
            </a:p>
          </p:txBody>
        </p:sp>
        <p:sp>
          <p:nvSpPr>
            <p:cNvPr id="1543" name="Graphic 1100">
              <a:extLst>
                <a:ext uri="{FF2B5EF4-FFF2-40B4-BE49-F238E27FC236}">
                  <a16:creationId xmlns:a16="http://schemas.microsoft.com/office/drawing/2014/main" id="{97548D75-3AF5-4645-9110-A6BD4746F19C}"/>
                </a:ext>
              </a:extLst>
            </p:cNvPr>
            <p:cNvSpPr/>
            <p:nvPr/>
          </p:nvSpPr>
          <p:spPr>
            <a:xfrm>
              <a:off x="11538309" y="2507316"/>
              <a:ext cx="31310" cy="29366"/>
            </a:xfrm>
            <a:custGeom>
              <a:avLst/>
              <a:gdLst>
                <a:gd name="connsiteX0" fmla="*/ 31311 w 31310"/>
                <a:gd name="connsiteY0" fmla="*/ 29366 h 29366"/>
                <a:gd name="connsiteX1" fmla="*/ 15336 w 31310"/>
                <a:gd name="connsiteY1" fmla="*/ 0 h 29366"/>
                <a:gd name="connsiteX2" fmla="*/ 0 w 31310"/>
                <a:gd name="connsiteY2" fmla="*/ 29366 h 29366"/>
                <a:gd name="connsiteX3" fmla="*/ 31311 w 31310"/>
                <a:gd name="connsiteY3" fmla="*/ 29366 h 29366"/>
              </a:gdLst>
              <a:ahLst/>
              <a:cxnLst>
                <a:cxn ang="0">
                  <a:pos x="connsiteX0" y="connsiteY0"/>
                </a:cxn>
                <a:cxn ang="0">
                  <a:pos x="connsiteX1" y="connsiteY1"/>
                </a:cxn>
                <a:cxn ang="0">
                  <a:pos x="connsiteX2" y="connsiteY2"/>
                </a:cxn>
                <a:cxn ang="0">
                  <a:pos x="connsiteX3" y="connsiteY3"/>
                </a:cxn>
              </a:cxnLst>
              <a:rect l="l" t="t" r="r" b="b"/>
              <a:pathLst>
                <a:path w="31310" h="29366">
                  <a:moveTo>
                    <a:pt x="31311" y="29366"/>
                  </a:moveTo>
                  <a:cubicBezTo>
                    <a:pt x="27477" y="10853"/>
                    <a:pt x="20448" y="0"/>
                    <a:pt x="15336" y="0"/>
                  </a:cubicBezTo>
                  <a:cubicBezTo>
                    <a:pt x="10225" y="0"/>
                    <a:pt x="3835" y="10853"/>
                    <a:pt x="0" y="29366"/>
                  </a:cubicBezTo>
                  <a:lnTo>
                    <a:pt x="31311" y="29366"/>
                  </a:lnTo>
                  <a:close/>
                </a:path>
              </a:pathLst>
            </a:custGeom>
            <a:solidFill>
              <a:srgbClr val="00ABAB"/>
            </a:solidFill>
            <a:ln w="6390" cap="flat">
              <a:noFill/>
              <a:prstDash val="solid"/>
              <a:miter/>
            </a:ln>
          </p:spPr>
          <p:txBody>
            <a:bodyPr rtlCol="0" anchor="ctr"/>
            <a:lstStyle/>
            <a:p>
              <a:endParaRPr lang="en-US"/>
            </a:p>
          </p:txBody>
        </p:sp>
        <p:sp>
          <p:nvSpPr>
            <p:cNvPr id="1544" name="Graphic 1100">
              <a:extLst>
                <a:ext uri="{FF2B5EF4-FFF2-40B4-BE49-F238E27FC236}">
                  <a16:creationId xmlns:a16="http://schemas.microsoft.com/office/drawing/2014/main" id="{78487825-4941-F248-B5E9-603AD958B627}"/>
                </a:ext>
              </a:extLst>
            </p:cNvPr>
            <p:cNvSpPr/>
            <p:nvPr/>
          </p:nvSpPr>
          <p:spPr>
            <a:xfrm>
              <a:off x="11501886" y="2599883"/>
              <a:ext cx="31310" cy="25535"/>
            </a:xfrm>
            <a:custGeom>
              <a:avLst/>
              <a:gdLst>
                <a:gd name="connsiteX0" fmla="*/ 23642 w 31310"/>
                <a:gd name="connsiteY0" fmla="*/ 0 h 25535"/>
                <a:gd name="connsiteX1" fmla="*/ 0 w 31310"/>
                <a:gd name="connsiteY1" fmla="*/ 0 h 25535"/>
                <a:gd name="connsiteX2" fmla="*/ 31311 w 31310"/>
                <a:gd name="connsiteY2" fmla="*/ 25536 h 25535"/>
                <a:gd name="connsiteX3" fmla="*/ 23642 w 31310"/>
                <a:gd name="connsiteY3" fmla="*/ 0 h 25535"/>
              </a:gdLst>
              <a:ahLst/>
              <a:cxnLst>
                <a:cxn ang="0">
                  <a:pos x="connsiteX0" y="connsiteY0"/>
                </a:cxn>
                <a:cxn ang="0">
                  <a:pos x="connsiteX1" y="connsiteY1"/>
                </a:cxn>
                <a:cxn ang="0">
                  <a:pos x="connsiteX2" y="connsiteY2"/>
                </a:cxn>
                <a:cxn ang="0">
                  <a:pos x="connsiteX3" y="connsiteY3"/>
                </a:cxn>
              </a:cxnLst>
              <a:rect l="l" t="t" r="r" b="b"/>
              <a:pathLst>
                <a:path w="31310" h="25535">
                  <a:moveTo>
                    <a:pt x="23642" y="0"/>
                  </a:moveTo>
                  <a:lnTo>
                    <a:pt x="0" y="0"/>
                  </a:lnTo>
                  <a:cubicBezTo>
                    <a:pt x="7029" y="12130"/>
                    <a:pt x="18531" y="21067"/>
                    <a:pt x="31311" y="25536"/>
                  </a:cubicBezTo>
                  <a:cubicBezTo>
                    <a:pt x="27477" y="17237"/>
                    <a:pt x="24921" y="8938"/>
                    <a:pt x="23642" y="0"/>
                  </a:cubicBezTo>
                  <a:close/>
                </a:path>
              </a:pathLst>
            </a:custGeom>
            <a:solidFill>
              <a:srgbClr val="00ABAB"/>
            </a:solidFill>
            <a:ln w="6390" cap="flat">
              <a:noFill/>
              <a:prstDash val="solid"/>
              <a:miter/>
            </a:ln>
          </p:spPr>
          <p:txBody>
            <a:bodyPr rtlCol="0" anchor="ctr"/>
            <a:lstStyle/>
            <a:p>
              <a:endParaRPr lang="en-US"/>
            </a:p>
          </p:txBody>
        </p:sp>
        <p:sp>
          <p:nvSpPr>
            <p:cNvPr id="1545" name="Graphic 1100">
              <a:extLst>
                <a:ext uri="{FF2B5EF4-FFF2-40B4-BE49-F238E27FC236}">
                  <a16:creationId xmlns:a16="http://schemas.microsoft.com/office/drawing/2014/main" id="{A1E2A47A-D190-AF4C-9980-99CD24D67D1E}"/>
                </a:ext>
              </a:extLst>
            </p:cNvPr>
            <p:cNvSpPr/>
            <p:nvPr/>
          </p:nvSpPr>
          <p:spPr>
            <a:xfrm>
              <a:off x="11584955" y="2549450"/>
              <a:ext cx="30352" cy="37665"/>
            </a:xfrm>
            <a:custGeom>
              <a:avLst/>
              <a:gdLst>
                <a:gd name="connsiteX0" fmla="*/ 639 w 30352"/>
                <a:gd name="connsiteY0" fmla="*/ 18514 h 37665"/>
                <a:gd name="connsiteX1" fmla="*/ 0 w 30352"/>
                <a:gd name="connsiteY1" fmla="*/ 37665 h 37665"/>
                <a:gd name="connsiteX2" fmla="*/ 27477 w 30352"/>
                <a:gd name="connsiteY2" fmla="*/ 37665 h 37665"/>
                <a:gd name="connsiteX3" fmla="*/ 27477 w 30352"/>
                <a:gd name="connsiteY3" fmla="*/ 0 h 37665"/>
                <a:gd name="connsiteX4" fmla="*/ 0 w 30352"/>
                <a:gd name="connsiteY4" fmla="*/ 0 h 37665"/>
                <a:gd name="connsiteX5" fmla="*/ 639 w 30352"/>
                <a:gd name="connsiteY5" fmla="*/ 18514 h 3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352" h="37665">
                  <a:moveTo>
                    <a:pt x="639" y="18514"/>
                  </a:moveTo>
                  <a:cubicBezTo>
                    <a:pt x="639" y="24897"/>
                    <a:pt x="639" y="31281"/>
                    <a:pt x="0" y="37665"/>
                  </a:cubicBezTo>
                  <a:lnTo>
                    <a:pt x="27477" y="37665"/>
                  </a:lnTo>
                  <a:cubicBezTo>
                    <a:pt x="31311" y="25536"/>
                    <a:pt x="31311" y="12130"/>
                    <a:pt x="27477" y="0"/>
                  </a:cubicBezTo>
                  <a:lnTo>
                    <a:pt x="0" y="0"/>
                  </a:lnTo>
                  <a:cubicBezTo>
                    <a:pt x="639" y="6384"/>
                    <a:pt x="639" y="12130"/>
                    <a:pt x="639" y="18514"/>
                  </a:cubicBezTo>
                  <a:close/>
                </a:path>
              </a:pathLst>
            </a:custGeom>
            <a:solidFill>
              <a:srgbClr val="00ABAB"/>
            </a:solidFill>
            <a:ln w="6390" cap="flat">
              <a:noFill/>
              <a:prstDash val="solid"/>
              <a:miter/>
            </a:ln>
          </p:spPr>
          <p:txBody>
            <a:bodyPr rtlCol="0" anchor="ctr"/>
            <a:lstStyle/>
            <a:p>
              <a:endParaRPr lang="en-US"/>
            </a:p>
          </p:txBody>
        </p:sp>
        <p:sp>
          <p:nvSpPr>
            <p:cNvPr id="1546" name="Graphic 1100">
              <a:extLst>
                <a:ext uri="{FF2B5EF4-FFF2-40B4-BE49-F238E27FC236}">
                  <a16:creationId xmlns:a16="http://schemas.microsoft.com/office/drawing/2014/main" id="{810EAC7F-3553-D143-8F8E-E9B40D7DCA27}"/>
                </a:ext>
              </a:extLst>
            </p:cNvPr>
            <p:cNvSpPr/>
            <p:nvPr/>
          </p:nvSpPr>
          <p:spPr>
            <a:xfrm>
              <a:off x="11535433" y="2549450"/>
              <a:ext cx="37700" cy="37665"/>
            </a:xfrm>
            <a:custGeom>
              <a:avLst/>
              <a:gdLst>
                <a:gd name="connsiteX0" fmla="*/ 959 w 37700"/>
                <a:gd name="connsiteY0" fmla="*/ 37665 h 37665"/>
                <a:gd name="connsiteX1" fmla="*/ 36742 w 37700"/>
                <a:gd name="connsiteY1" fmla="*/ 37665 h 37665"/>
                <a:gd name="connsiteX2" fmla="*/ 36742 w 37700"/>
                <a:gd name="connsiteY2" fmla="*/ 0 h 37665"/>
                <a:gd name="connsiteX3" fmla="*/ 959 w 37700"/>
                <a:gd name="connsiteY3" fmla="*/ 0 h 37665"/>
                <a:gd name="connsiteX4" fmla="*/ 959 w 37700"/>
                <a:gd name="connsiteY4" fmla="*/ 37665 h 37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00" h="37665">
                  <a:moveTo>
                    <a:pt x="959" y="37665"/>
                  </a:moveTo>
                  <a:lnTo>
                    <a:pt x="36742" y="37665"/>
                  </a:lnTo>
                  <a:cubicBezTo>
                    <a:pt x="38020" y="24897"/>
                    <a:pt x="38020" y="12768"/>
                    <a:pt x="36742" y="0"/>
                  </a:cubicBezTo>
                  <a:lnTo>
                    <a:pt x="959" y="0"/>
                  </a:lnTo>
                  <a:cubicBezTo>
                    <a:pt x="-320" y="12768"/>
                    <a:pt x="-320" y="24897"/>
                    <a:pt x="959" y="37665"/>
                  </a:cubicBezTo>
                  <a:close/>
                </a:path>
              </a:pathLst>
            </a:custGeom>
            <a:solidFill>
              <a:srgbClr val="00ABAB"/>
            </a:solidFill>
            <a:ln w="6390" cap="flat">
              <a:noFill/>
              <a:prstDash val="solid"/>
              <a:miter/>
            </a:ln>
          </p:spPr>
          <p:txBody>
            <a:bodyPr rtlCol="0" anchor="ctr"/>
            <a:lstStyle/>
            <a:p>
              <a:endParaRPr lang="en-US"/>
            </a:p>
          </p:txBody>
        </p:sp>
        <p:sp>
          <p:nvSpPr>
            <p:cNvPr id="1547" name="Graphic 1100">
              <a:extLst>
                <a:ext uri="{FF2B5EF4-FFF2-40B4-BE49-F238E27FC236}">
                  <a16:creationId xmlns:a16="http://schemas.microsoft.com/office/drawing/2014/main" id="{B0B3D62F-B266-7A4F-B4BC-2E65B6548DFB}"/>
                </a:ext>
              </a:extLst>
            </p:cNvPr>
            <p:cNvSpPr/>
            <p:nvPr/>
          </p:nvSpPr>
          <p:spPr>
            <a:xfrm>
              <a:off x="11502525" y="2511146"/>
              <a:ext cx="31310" cy="25535"/>
            </a:xfrm>
            <a:custGeom>
              <a:avLst/>
              <a:gdLst>
                <a:gd name="connsiteX0" fmla="*/ 23004 w 31310"/>
                <a:gd name="connsiteY0" fmla="*/ 25536 h 25535"/>
                <a:gd name="connsiteX1" fmla="*/ 31311 w 31310"/>
                <a:gd name="connsiteY1" fmla="*/ 0 h 25535"/>
                <a:gd name="connsiteX2" fmla="*/ 0 w 31310"/>
                <a:gd name="connsiteY2" fmla="*/ 25536 h 25535"/>
                <a:gd name="connsiteX3" fmla="*/ 23004 w 31310"/>
                <a:gd name="connsiteY3" fmla="*/ 25536 h 25535"/>
              </a:gdLst>
              <a:ahLst/>
              <a:cxnLst>
                <a:cxn ang="0">
                  <a:pos x="connsiteX0" y="connsiteY0"/>
                </a:cxn>
                <a:cxn ang="0">
                  <a:pos x="connsiteX1" y="connsiteY1"/>
                </a:cxn>
                <a:cxn ang="0">
                  <a:pos x="connsiteX2" y="connsiteY2"/>
                </a:cxn>
                <a:cxn ang="0">
                  <a:pos x="connsiteX3" y="connsiteY3"/>
                </a:cxn>
              </a:cxnLst>
              <a:rect l="l" t="t" r="r" b="b"/>
              <a:pathLst>
                <a:path w="31310" h="25535">
                  <a:moveTo>
                    <a:pt x="23004" y="25536"/>
                  </a:moveTo>
                  <a:cubicBezTo>
                    <a:pt x="24282" y="16598"/>
                    <a:pt x="27477" y="8299"/>
                    <a:pt x="31311" y="0"/>
                  </a:cubicBezTo>
                  <a:cubicBezTo>
                    <a:pt x="18531" y="4469"/>
                    <a:pt x="7029" y="13406"/>
                    <a:pt x="0" y="25536"/>
                  </a:cubicBezTo>
                  <a:lnTo>
                    <a:pt x="23004" y="25536"/>
                  </a:lnTo>
                  <a:close/>
                </a:path>
              </a:pathLst>
            </a:custGeom>
            <a:solidFill>
              <a:srgbClr val="00ABAB"/>
            </a:solidFill>
            <a:ln w="6390" cap="flat">
              <a:noFill/>
              <a:prstDash val="solid"/>
              <a:miter/>
            </a:ln>
          </p:spPr>
          <p:txBody>
            <a:bodyPr rtlCol="0" anchor="ctr"/>
            <a:lstStyle/>
            <a:p>
              <a:endParaRPr lang="en-US"/>
            </a:p>
          </p:txBody>
        </p:sp>
        <p:sp>
          <p:nvSpPr>
            <p:cNvPr id="1548" name="Graphic 1100">
              <a:extLst>
                <a:ext uri="{FF2B5EF4-FFF2-40B4-BE49-F238E27FC236}">
                  <a16:creationId xmlns:a16="http://schemas.microsoft.com/office/drawing/2014/main" id="{E61E4D5B-3049-C347-B2CD-6508BCED1D3B}"/>
                </a:ext>
              </a:extLst>
            </p:cNvPr>
            <p:cNvSpPr/>
            <p:nvPr/>
          </p:nvSpPr>
          <p:spPr>
            <a:xfrm>
              <a:off x="11372810" y="237516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119381 h 361971"/>
                <a:gd name="connsiteX7" fmla="*/ 254958 w 362309"/>
                <a:gd name="connsiteY7" fmla="*/ 193435 h 361971"/>
                <a:gd name="connsiteX8" fmla="*/ 180835 w 362309"/>
                <a:gd name="connsiteY8" fmla="*/ 266851 h 361971"/>
                <a:gd name="connsiteX9" fmla="*/ 107350 w 362309"/>
                <a:gd name="connsiteY9" fmla="*/ 193435 h 361971"/>
                <a:gd name="connsiteX10" fmla="*/ 181474 w 362309"/>
                <a:gd name="connsiteY10" fmla="*/ 119381 h 361971"/>
                <a:gd name="connsiteX11" fmla="*/ 181474 w 362309"/>
                <a:gd name="connsiteY11" fmla="*/ 119381 h 361971"/>
                <a:gd name="connsiteX12" fmla="*/ 181474 w 362309"/>
                <a:gd name="connsiteY12" fmla="*/ 310900 h 361971"/>
                <a:gd name="connsiteX13" fmla="*/ 63260 w 362309"/>
                <a:gd name="connsiteY13" fmla="*/ 201095 h 361971"/>
                <a:gd name="connsiteX14" fmla="*/ 69011 w 362309"/>
                <a:gd name="connsiteY14" fmla="*/ 194073 h 361971"/>
                <a:gd name="connsiteX15" fmla="*/ 69011 w 362309"/>
                <a:gd name="connsiteY15" fmla="*/ 194073 h 361971"/>
                <a:gd name="connsiteX16" fmla="*/ 76040 w 362309"/>
                <a:gd name="connsiteY16" fmla="*/ 199819 h 361971"/>
                <a:gd name="connsiteX17" fmla="*/ 76040 w 362309"/>
                <a:gd name="connsiteY17" fmla="*/ 199819 h 361971"/>
                <a:gd name="connsiteX18" fmla="*/ 189142 w 362309"/>
                <a:gd name="connsiteY18" fmla="*/ 297494 h 361971"/>
                <a:gd name="connsiteX19" fmla="*/ 286908 w 362309"/>
                <a:gd name="connsiteY19" fmla="*/ 184497 h 361971"/>
                <a:gd name="connsiteX20" fmla="*/ 181474 w 362309"/>
                <a:gd name="connsiteY20" fmla="*/ 86822 h 361971"/>
                <a:gd name="connsiteX21" fmla="*/ 173167 w 362309"/>
                <a:gd name="connsiteY21" fmla="*/ 86822 h 361971"/>
                <a:gd name="connsiteX22" fmla="*/ 185947 w 362309"/>
                <a:gd name="connsiteY22" fmla="*/ 99590 h 361971"/>
                <a:gd name="connsiteX23" fmla="*/ 185947 w 362309"/>
                <a:gd name="connsiteY23" fmla="*/ 108528 h 361971"/>
                <a:gd name="connsiteX24" fmla="*/ 177001 w 362309"/>
                <a:gd name="connsiteY24" fmla="*/ 108528 h 361971"/>
                <a:gd name="connsiteX25" fmla="*/ 152719 w 362309"/>
                <a:gd name="connsiteY25" fmla="*/ 84269 h 361971"/>
                <a:gd name="connsiteX26" fmla="*/ 152719 w 362309"/>
                <a:gd name="connsiteY26" fmla="*/ 75331 h 361971"/>
                <a:gd name="connsiteX27" fmla="*/ 177001 w 362309"/>
                <a:gd name="connsiteY27" fmla="*/ 51072 h 361971"/>
                <a:gd name="connsiteX28" fmla="*/ 185947 w 362309"/>
                <a:gd name="connsiteY28" fmla="*/ 51710 h 361971"/>
                <a:gd name="connsiteX29" fmla="*/ 185947 w 362309"/>
                <a:gd name="connsiteY29" fmla="*/ 60010 h 361971"/>
                <a:gd name="connsiteX30" fmla="*/ 173167 w 362309"/>
                <a:gd name="connsiteY30" fmla="*/ 72778 h 361971"/>
                <a:gd name="connsiteX31" fmla="*/ 181474 w 362309"/>
                <a:gd name="connsiteY31" fmla="*/ 72778 h 361971"/>
                <a:gd name="connsiteX32" fmla="*/ 299687 w 362309"/>
                <a:gd name="connsiteY32" fmla="*/ 190881 h 361971"/>
                <a:gd name="connsiteX33" fmla="*/ 181474 w 362309"/>
                <a:gd name="connsiteY33" fmla="*/ 310900 h 361971"/>
                <a:gd name="connsiteX34" fmla="*/ 181474 w 362309"/>
                <a:gd name="connsiteY34" fmla="*/ 310900 h 361971"/>
                <a:gd name="connsiteX35" fmla="*/ 181474 w 362309"/>
                <a:gd name="connsiteY35" fmla="*/ 31090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119381"/>
                  </a:moveTo>
                  <a:cubicBezTo>
                    <a:pt x="222369" y="119381"/>
                    <a:pt x="254958" y="152577"/>
                    <a:pt x="254958" y="193435"/>
                  </a:cubicBezTo>
                  <a:cubicBezTo>
                    <a:pt x="254958" y="234292"/>
                    <a:pt x="221731" y="266851"/>
                    <a:pt x="180835" y="266851"/>
                  </a:cubicBezTo>
                  <a:cubicBezTo>
                    <a:pt x="139939" y="266851"/>
                    <a:pt x="107350" y="233654"/>
                    <a:pt x="107350" y="193435"/>
                  </a:cubicBezTo>
                  <a:cubicBezTo>
                    <a:pt x="107350" y="151939"/>
                    <a:pt x="140579" y="119381"/>
                    <a:pt x="181474" y="119381"/>
                  </a:cubicBezTo>
                  <a:lnTo>
                    <a:pt x="181474" y="119381"/>
                  </a:lnTo>
                  <a:close/>
                  <a:moveTo>
                    <a:pt x="181474" y="310900"/>
                  </a:moveTo>
                  <a:cubicBezTo>
                    <a:pt x="119492" y="310900"/>
                    <a:pt x="67733" y="263020"/>
                    <a:pt x="63260" y="201095"/>
                  </a:cubicBezTo>
                  <a:cubicBezTo>
                    <a:pt x="63260" y="197265"/>
                    <a:pt x="65816" y="194711"/>
                    <a:pt x="69011" y="194073"/>
                  </a:cubicBezTo>
                  <a:cubicBezTo>
                    <a:pt x="69011" y="194073"/>
                    <a:pt x="69011" y="194073"/>
                    <a:pt x="69011" y="194073"/>
                  </a:cubicBezTo>
                  <a:cubicBezTo>
                    <a:pt x="72845" y="194073"/>
                    <a:pt x="75401" y="196627"/>
                    <a:pt x="76040" y="199819"/>
                  </a:cubicBezTo>
                  <a:cubicBezTo>
                    <a:pt x="76040" y="199819"/>
                    <a:pt x="76040" y="199819"/>
                    <a:pt x="76040" y="199819"/>
                  </a:cubicBezTo>
                  <a:cubicBezTo>
                    <a:pt x="80513" y="257913"/>
                    <a:pt x="130994" y="301962"/>
                    <a:pt x="189142" y="297494"/>
                  </a:cubicBezTo>
                  <a:cubicBezTo>
                    <a:pt x="247290" y="293025"/>
                    <a:pt x="291381" y="242591"/>
                    <a:pt x="286908" y="184497"/>
                  </a:cubicBezTo>
                  <a:cubicBezTo>
                    <a:pt x="283074" y="129595"/>
                    <a:pt x="237067" y="86822"/>
                    <a:pt x="181474" y="86822"/>
                  </a:cubicBezTo>
                  <a:lnTo>
                    <a:pt x="173167" y="86822"/>
                  </a:lnTo>
                  <a:lnTo>
                    <a:pt x="185947" y="99590"/>
                  </a:lnTo>
                  <a:cubicBezTo>
                    <a:pt x="188503" y="102144"/>
                    <a:pt x="188503" y="105974"/>
                    <a:pt x="185947" y="108528"/>
                  </a:cubicBezTo>
                  <a:cubicBezTo>
                    <a:pt x="183391" y="111081"/>
                    <a:pt x="179557" y="111081"/>
                    <a:pt x="177001" y="108528"/>
                  </a:cubicBezTo>
                  <a:lnTo>
                    <a:pt x="152719" y="84269"/>
                  </a:lnTo>
                  <a:cubicBezTo>
                    <a:pt x="150164" y="81715"/>
                    <a:pt x="150164" y="77885"/>
                    <a:pt x="152719" y="75331"/>
                  </a:cubicBezTo>
                  <a:lnTo>
                    <a:pt x="177001" y="51072"/>
                  </a:lnTo>
                  <a:cubicBezTo>
                    <a:pt x="179557" y="48518"/>
                    <a:pt x="184030" y="49157"/>
                    <a:pt x="185947" y="51710"/>
                  </a:cubicBezTo>
                  <a:cubicBezTo>
                    <a:pt x="187864" y="54264"/>
                    <a:pt x="187864" y="57456"/>
                    <a:pt x="185947" y="60010"/>
                  </a:cubicBezTo>
                  <a:lnTo>
                    <a:pt x="173167" y="72778"/>
                  </a:lnTo>
                  <a:lnTo>
                    <a:pt x="181474" y="72778"/>
                  </a:lnTo>
                  <a:cubicBezTo>
                    <a:pt x="246651" y="72778"/>
                    <a:pt x="299687" y="125765"/>
                    <a:pt x="299687" y="190881"/>
                  </a:cubicBezTo>
                  <a:cubicBezTo>
                    <a:pt x="299687" y="257913"/>
                    <a:pt x="246651" y="310900"/>
                    <a:pt x="181474" y="310900"/>
                  </a:cubicBezTo>
                  <a:cubicBezTo>
                    <a:pt x="181474" y="310900"/>
                    <a:pt x="181474" y="310900"/>
                    <a:pt x="181474" y="310900"/>
                  </a:cubicBezTo>
                  <a:lnTo>
                    <a:pt x="181474" y="310900"/>
                  </a:lnTo>
                  <a:close/>
                </a:path>
              </a:pathLst>
            </a:custGeom>
            <a:solidFill>
              <a:srgbClr val="00ABAB"/>
            </a:solidFill>
            <a:ln w="6390" cap="flat">
              <a:noFill/>
              <a:prstDash val="solid"/>
              <a:miter/>
            </a:ln>
          </p:spPr>
          <p:txBody>
            <a:bodyPr rtlCol="0" anchor="ctr"/>
            <a:lstStyle/>
            <a:p>
              <a:endParaRPr lang="en-US"/>
            </a:p>
          </p:txBody>
        </p:sp>
        <p:sp>
          <p:nvSpPr>
            <p:cNvPr id="1549" name="Graphic 1100">
              <a:extLst>
                <a:ext uri="{FF2B5EF4-FFF2-40B4-BE49-F238E27FC236}">
                  <a16:creationId xmlns:a16="http://schemas.microsoft.com/office/drawing/2014/main" id="{1B1A7EDA-C4F9-D14F-884A-E8D8BF0CECF6}"/>
                </a:ext>
              </a:extLst>
            </p:cNvPr>
            <p:cNvSpPr/>
            <p:nvPr/>
          </p:nvSpPr>
          <p:spPr>
            <a:xfrm>
              <a:off x="11574732" y="2511146"/>
              <a:ext cx="31310" cy="25535"/>
            </a:xfrm>
            <a:custGeom>
              <a:avLst/>
              <a:gdLst>
                <a:gd name="connsiteX0" fmla="*/ 8306 w 31310"/>
                <a:gd name="connsiteY0" fmla="*/ 25536 h 25535"/>
                <a:gd name="connsiteX1" fmla="*/ 31311 w 31310"/>
                <a:gd name="connsiteY1" fmla="*/ 25536 h 25535"/>
                <a:gd name="connsiteX2" fmla="*/ 0 w 31310"/>
                <a:gd name="connsiteY2" fmla="*/ 0 h 25535"/>
                <a:gd name="connsiteX3" fmla="*/ 8306 w 31310"/>
                <a:gd name="connsiteY3" fmla="*/ 25536 h 25535"/>
              </a:gdLst>
              <a:ahLst/>
              <a:cxnLst>
                <a:cxn ang="0">
                  <a:pos x="connsiteX0" y="connsiteY0"/>
                </a:cxn>
                <a:cxn ang="0">
                  <a:pos x="connsiteX1" y="connsiteY1"/>
                </a:cxn>
                <a:cxn ang="0">
                  <a:pos x="connsiteX2" y="connsiteY2"/>
                </a:cxn>
                <a:cxn ang="0">
                  <a:pos x="connsiteX3" y="connsiteY3"/>
                </a:cxn>
              </a:cxnLst>
              <a:rect l="l" t="t" r="r" b="b"/>
              <a:pathLst>
                <a:path w="31310" h="25535">
                  <a:moveTo>
                    <a:pt x="8306" y="25536"/>
                  </a:moveTo>
                  <a:lnTo>
                    <a:pt x="31311" y="25536"/>
                  </a:lnTo>
                  <a:cubicBezTo>
                    <a:pt x="24281" y="13406"/>
                    <a:pt x="12780" y="4469"/>
                    <a:pt x="0" y="0"/>
                  </a:cubicBezTo>
                  <a:cubicBezTo>
                    <a:pt x="3834" y="7661"/>
                    <a:pt x="6390" y="16598"/>
                    <a:pt x="8306" y="25536"/>
                  </a:cubicBezTo>
                  <a:close/>
                </a:path>
              </a:pathLst>
            </a:custGeom>
            <a:solidFill>
              <a:srgbClr val="00ABAB"/>
            </a:solidFill>
            <a:ln w="6390" cap="flat">
              <a:noFill/>
              <a:prstDash val="solid"/>
              <a:miter/>
            </a:ln>
          </p:spPr>
          <p:txBody>
            <a:bodyPr rtlCol="0" anchor="ctr"/>
            <a:lstStyle/>
            <a:p>
              <a:endParaRPr lang="en-US"/>
            </a:p>
          </p:txBody>
        </p:sp>
        <p:sp>
          <p:nvSpPr>
            <p:cNvPr id="1550" name="Graphic 1100">
              <a:extLst>
                <a:ext uri="{FF2B5EF4-FFF2-40B4-BE49-F238E27FC236}">
                  <a16:creationId xmlns:a16="http://schemas.microsoft.com/office/drawing/2014/main" id="{CE680EF1-3FA1-6446-A070-6F0E9E07E119}"/>
                </a:ext>
              </a:extLst>
            </p:cNvPr>
            <p:cNvSpPr/>
            <p:nvPr/>
          </p:nvSpPr>
          <p:spPr>
            <a:xfrm>
              <a:off x="11574732" y="2599883"/>
              <a:ext cx="31310" cy="25535"/>
            </a:xfrm>
            <a:custGeom>
              <a:avLst/>
              <a:gdLst>
                <a:gd name="connsiteX0" fmla="*/ 8306 w 31310"/>
                <a:gd name="connsiteY0" fmla="*/ 0 h 25535"/>
                <a:gd name="connsiteX1" fmla="*/ 0 w 31310"/>
                <a:gd name="connsiteY1" fmla="*/ 25536 h 25535"/>
                <a:gd name="connsiteX2" fmla="*/ 31311 w 31310"/>
                <a:gd name="connsiteY2" fmla="*/ 0 h 25535"/>
                <a:gd name="connsiteX3" fmla="*/ 8306 w 31310"/>
                <a:gd name="connsiteY3" fmla="*/ 0 h 25535"/>
              </a:gdLst>
              <a:ahLst/>
              <a:cxnLst>
                <a:cxn ang="0">
                  <a:pos x="connsiteX0" y="connsiteY0"/>
                </a:cxn>
                <a:cxn ang="0">
                  <a:pos x="connsiteX1" y="connsiteY1"/>
                </a:cxn>
                <a:cxn ang="0">
                  <a:pos x="connsiteX2" y="connsiteY2"/>
                </a:cxn>
                <a:cxn ang="0">
                  <a:pos x="connsiteX3" y="connsiteY3"/>
                </a:cxn>
              </a:cxnLst>
              <a:rect l="l" t="t" r="r" b="b"/>
              <a:pathLst>
                <a:path w="31310" h="25535">
                  <a:moveTo>
                    <a:pt x="8306" y="0"/>
                  </a:moveTo>
                  <a:cubicBezTo>
                    <a:pt x="7029" y="8938"/>
                    <a:pt x="3834" y="17237"/>
                    <a:pt x="0" y="25536"/>
                  </a:cubicBezTo>
                  <a:cubicBezTo>
                    <a:pt x="12780" y="21067"/>
                    <a:pt x="24281" y="12130"/>
                    <a:pt x="31311" y="0"/>
                  </a:cubicBezTo>
                  <a:lnTo>
                    <a:pt x="8306" y="0"/>
                  </a:lnTo>
                  <a:close/>
                </a:path>
              </a:pathLst>
            </a:custGeom>
            <a:solidFill>
              <a:srgbClr val="00ABAB"/>
            </a:solidFill>
            <a:ln w="6390" cap="flat">
              <a:noFill/>
              <a:prstDash val="solid"/>
              <a:miter/>
            </a:ln>
          </p:spPr>
          <p:txBody>
            <a:bodyPr rtlCol="0" anchor="ctr"/>
            <a:lstStyle/>
            <a:p>
              <a:endParaRPr lang="en-US"/>
            </a:p>
          </p:txBody>
        </p:sp>
      </p:grpSp>
      <p:grpSp>
        <p:nvGrpSpPr>
          <p:cNvPr id="1551" name="Graphic 1100">
            <a:extLst>
              <a:ext uri="{FF2B5EF4-FFF2-40B4-BE49-F238E27FC236}">
                <a16:creationId xmlns:a16="http://schemas.microsoft.com/office/drawing/2014/main" id="{1FCECD65-5DF1-5747-B391-8A2F28AB578E}"/>
              </a:ext>
            </a:extLst>
          </p:cNvPr>
          <p:cNvGrpSpPr/>
          <p:nvPr/>
        </p:nvGrpSpPr>
        <p:grpSpPr>
          <a:xfrm>
            <a:off x="9280105" y="3343617"/>
            <a:ext cx="362309" cy="361971"/>
            <a:chOff x="9280105" y="3343617"/>
            <a:chExt cx="362309" cy="361971"/>
          </a:xfrm>
          <a:solidFill>
            <a:srgbClr val="00ABAB"/>
          </a:solidFill>
        </p:grpSpPr>
        <p:sp>
          <p:nvSpPr>
            <p:cNvPr id="1552" name="Graphic 1100">
              <a:extLst>
                <a:ext uri="{FF2B5EF4-FFF2-40B4-BE49-F238E27FC236}">
                  <a16:creationId xmlns:a16="http://schemas.microsoft.com/office/drawing/2014/main" id="{158053B1-728A-0243-B2B3-76ED4BE61B73}"/>
                </a:ext>
              </a:extLst>
            </p:cNvPr>
            <p:cNvSpPr/>
            <p:nvPr/>
          </p:nvSpPr>
          <p:spPr>
            <a:xfrm>
              <a:off x="9451994" y="3515347"/>
              <a:ext cx="40895" cy="41495"/>
            </a:xfrm>
            <a:custGeom>
              <a:avLst/>
              <a:gdLst>
                <a:gd name="connsiteX0" fmla="*/ 23004 w 40895"/>
                <a:gd name="connsiteY0" fmla="*/ 0 h 41495"/>
                <a:gd name="connsiteX1" fmla="*/ 23004 w 40895"/>
                <a:gd name="connsiteY1" fmla="*/ 17236 h 41495"/>
                <a:gd name="connsiteX2" fmla="*/ 16614 w 40895"/>
                <a:gd name="connsiteY2" fmla="*/ 23620 h 41495"/>
                <a:gd name="connsiteX3" fmla="*/ 0 w 40895"/>
                <a:gd name="connsiteY3" fmla="*/ 23620 h 41495"/>
                <a:gd name="connsiteX4" fmla="*/ 0 w 40895"/>
                <a:gd name="connsiteY4" fmla="*/ 24897 h 41495"/>
                <a:gd name="connsiteX5" fmla="*/ 0 w 40895"/>
                <a:gd name="connsiteY5" fmla="*/ 41496 h 41495"/>
                <a:gd name="connsiteX6" fmla="*/ 40896 w 40895"/>
                <a:gd name="connsiteY6" fmla="*/ 41496 h 41495"/>
                <a:gd name="connsiteX7" fmla="*/ 40896 w 40895"/>
                <a:gd name="connsiteY7" fmla="*/ 638 h 41495"/>
                <a:gd name="connsiteX8" fmla="*/ 24282 w 40895"/>
                <a:gd name="connsiteY8" fmla="*/ 638 h 41495"/>
                <a:gd name="connsiteX9" fmla="*/ 23004 w 40895"/>
                <a:gd name="connsiteY9" fmla="*/ 0 h 41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95" h="41495">
                  <a:moveTo>
                    <a:pt x="23004" y="0"/>
                  </a:moveTo>
                  <a:lnTo>
                    <a:pt x="23004" y="17236"/>
                  </a:lnTo>
                  <a:cubicBezTo>
                    <a:pt x="23004" y="21067"/>
                    <a:pt x="20448" y="23620"/>
                    <a:pt x="16614" y="23620"/>
                  </a:cubicBezTo>
                  <a:lnTo>
                    <a:pt x="0" y="23620"/>
                  </a:lnTo>
                  <a:cubicBezTo>
                    <a:pt x="0" y="24259"/>
                    <a:pt x="0" y="24259"/>
                    <a:pt x="0" y="24897"/>
                  </a:cubicBezTo>
                  <a:lnTo>
                    <a:pt x="0" y="41496"/>
                  </a:lnTo>
                  <a:lnTo>
                    <a:pt x="40896" y="41496"/>
                  </a:lnTo>
                  <a:lnTo>
                    <a:pt x="40896" y="638"/>
                  </a:lnTo>
                  <a:lnTo>
                    <a:pt x="24282" y="638"/>
                  </a:lnTo>
                  <a:cubicBezTo>
                    <a:pt x="23643" y="638"/>
                    <a:pt x="23643" y="638"/>
                    <a:pt x="23004" y="0"/>
                  </a:cubicBezTo>
                  <a:close/>
                </a:path>
              </a:pathLst>
            </a:custGeom>
            <a:solidFill>
              <a:srgbClr val="00ABAB"/>
            </a:solidFill>
            <a:ln w="6390" cap="flat">
              <a:noFill/>
              <a:prstDash val="solid"/>
              <a:miter/>
            </a:ln>
          </p:spPr>
          <p:txBody>
            <a:bodyPr rtlCol="0" anchor="ctr"/>
            <a:lstStyle/>
            <a:p>
              <a:endParaRPr lang="en-US"/>
            </a:p>
          </p:txBody>
        </p:sp>
        <p:sp>
          <p:nvSpPr>
            <p:cNvPr id="1553" name="Graphic 1100">
              <a:extLst>
                <a:ext uri="{FF2B5EF4-FFF2-40B4-BE49-F238E27FC236}">
                  <a16:creationId xmlns:a16="http://schemas.microsoft.com/office/drawing/2014/main" id="{3466FA68-C671-664B-99A8-9A0200461719}"/>
                </a:ext>
              </a:extLst>
            </p:cNvPr>
            <p:cNvSpPr/>
            <p:nvPr/>
          </p:nvSpPr>
          <p:spPr>
            <a:xfrm>
              <a:off x="9428991" y="3493002"/>
              <a:ext cx="33227" cy="33196"/>
            </a:xfrm>
            <a:custGeom>
              <a:avLst/>
              <a:gdLst>
                <a:gd name="connsiteX0" fmla="*/ 0 w 33227"/>
                <a:gd name="connsiteY0" fmla="*/ 0 h 33196"/>
                <a:gd name="connsiteX1" fmla="*/ 33227 w 33227"/>
                <a:gd name="connsiteY1" fmla="*/ 0 h 33196"/>
                <a:gd name="connsiteX2" fmla="*/ 33227 w 33227"/>
                <a:gd name="connsiteY2" fmla="*/ 33197 h 33196"/>
                <a:gd name="connsiteX3" fmla="*/ 0 w 33227"/>
                <a:gd name="connsiteY3" fmla="*/ 33197 h 33196"/>
              </a:gdLst>
              <a:ahLst/>
              <a:cxnLst>
                <a:cxn ang="0">
                  <a:pos x="connsiteX0" y="connsiteY0"/>
                </a:cxn>
                <a:cxn ang="0">
                  <a:pos x="connsiteX1" y="connsiteY1"/>
                </a:cxn>
                <a:cxn ang="0">
                  <a:pos x="connsiteX2" y="connsiteY2"/>
                </a:cxn>
                <a:cxn ang="0">
                  <a:pos x="connsiteX3" y="connsiteY3"/>
                </a:cxn>
              </a:cxnLst>
              <a:rect l="l" t="t" r="r" b="b"/>
              <a:pathLst>
                <a:path w="33227" h="33196">
                  <a:moveTo>
                    <a:pt x="0" y="0"/>
                  </a:moveTo>
                  <a:lnTo>
                    <a:pt x="33227" y="0"/>
                  </a:lnTo>
                  <a:lnTo>
                    <a:pt x="33227" y="33197"/>
                  </a:lnTo>
                  <a:lnTo>
                    <a:pt x="0" y="33197"/>
                  </a:lnTo>
                  <a:close/>
                </a:path>
              </a:pathLst>
            </a:custGeom>
            <a:solidFill>
              <a:srgbClr val="00ABAB"/>
            </a:solidFill>
            <a:ln w="6390" cap="flat">
              <a:noFill/>
              <a:prstDash val="solid"/>
              <a:miter/>
            </a:ln>
          </p:spPr>
          <p:txBody>
            <a:bodyPr rtlCol="0" anchor="ctr"/>
            <a:lstStyle/>
            <a:p>
              <a:endParaRPr lang="en-US"/>
            </a:p>
          </p:txBody>
        </p:sp>
        <p:sp>
          <p:nvSpPr>
            <p:cNvPr id="1554" name="Graphic 1100">
              <a:extLst>
                <a:ext uri="{FF2B5EF4-FFF2-40B4-BE49-F238E27FC236}">
                  <a16:creationId xmlns:a16="http://schemas.microsoft.com/office/drawing/2014/main" id="{ED1356E9-6781-1348-AAC3-32F079DF5B46}"/>
                </a:ext>
              </a:extLst>
            </p:cNvPr>
            <p:cNvSpPr/>
            <p:nvPr/>
          </p:nvSpPr>
          <p:spPr>
            <a:xfrm>
              <a:off x="9528674" y="3592593"/>
              <a:ext cx="17891" cy="17875"/>
            </a:xfrm>
            <a:custGeom>
              <a:avLst/>
              <a:gdLst>
                <a:gd name="connsiteX0" fmla="*/ 0 w 17891"/>
                <a:gd name="connsiteY0" fmla="*/ 0 h 17875"/>
                <a:gd name="connsiteX1" fmla="*/ 17892 w 17891"/>
                <a:gd name="connsiteY1" fmla="*/ 0 h 17875"/>
                <a:gd name="connsiteX2" fmla="*/ 17892 w 17891"/>
                <a:gd name="connsiteY2" fmla="*/ 17875 h 17875"/>
                <a:gd name="connsiteX3" fmla="*/ 0 w 17891"/>
                <a:gd name="connsiteY3" fmla="*/ 17875 h 17875"/>
              </a:gdLst>
              <a:ahLst/>
              <a:cxnLst>
                <a:cxn ang="0">
                  <a:pos x="connsiteX0" y="connsiteY0"/>
                </a:cxn>
                <a:cxn ang="0">
                  <a:pos x="connsiteX1" y="connsiteY1"/>
                </a:cxn>
                <a:cxn ang="0">
                  <a:pos x="connsiteX2" y="connsiteY2"/>
                </a:cxn>
                <a:cxn ang="0">
                  <a:pos x="connsiteX3" y="connsiteY3"/>
                </a:cxn>
              </a:cxnLst>
              <a:rect l="l" t="t" r="r" b="b"/>
              <a:pathLst>
                <a:path w="17891" h="17875">
                  <a:moveTo>
                    <a:pt x="0" y="0"/>
                  </a:moveTo>
                  <a:lnTo>
                    <a:pt x="17892" y="0"/>
                  </a:lnTo>
                  <a:lnTo>
                    <a:pt x="17892" y="17875"/>
                  </a:lnTo>
                  <a:lnTo>
                    <a:pt x="0" y="17875"/>
                  </a:lnTo>
                  <a:close/>
                </a:path>
              </a:pathLst>
            </a:custGeom>
            <a:solidFill>
              <a:srgbClr val="00ABAB"/>
            </a:solidFill>
            <a:ln w="6390" cap="flat">
              <a:noFill/>
              <a:prstDash val="solid"/>
              <a:miter/>
            </a:ln>
          </p:spPr>
          <p:txBody>
            <a:bodyPr rtlCol="0" anchor="ctr"/>
            <a:lstStyle/>
            <a:p>
              <a:endParaRPr lang="en-US"/>
            </a:p>
          </p:txBody>
        </p:sp>
        <p:sp>
          <p:nvSpPr>
            <p:cNvPr id="1555" name="Graphic 1100">
              <a:extLst>
                <a:ext uri="{FF2B5EF4-FFF2-40B4-BE49-F238E27FC236}">
                  <a16:creationId xmlns:a16="http://schemas.microsoft.com/office/drawing/2014/main" id="{7E4A49D6-B994-2841-B298-2BD61FCA65CE}"/>
                </a:ext>
              </a:extLst>
            </p:cNvPr>
            <p:cNvSpPr/>
            <p:nvPr/>
          </p:nvSpPr>
          <p:spPr>
            <a:xfrm>
              <a:off x="9375315" y="3592593"/>
              <a:ext cx="17891" cy="17875"/>
            </a:xfrm>
            <a:custGeom>
              <a:avLst/>
              <a:gdLst>
                <a:gd name="connsiteX0" fmla="*/ 0 w 17891"/>
                <a:gd name="connsiteY0" fmla="*/ 0 h 17875"/>
                <a:gd name="connsiteX1" fmla="*/ 17892 w 17891"/>
                <a:gd name="connsiteY1" fmla="*/ 0 h 17875"/>
                <a:gd name="connsiteX2" fmla="*/ 17892 w 17891"/>
                <a:gd name="connsiteY2" fmla="*/ 17875 h 17875"/>
                <a:gd name="connsiteX3" fmla="*/ 0 w 17891"/>
                <a:gd name="connsiteY3" fmla="*/ 17875 h 17875"/>
              </a:gdLst>
              <a:ahLst/>
              <a:cxnLst>
                <a:cxn ang="0">
                  <a:pos x="connsiteX0" y="connsiteY0"/>
                </a:cxn>
                <a:cxn ang="0">
                  <a:pos x="connsiteX1" y="connsiteY1"/>
                </a:cxn>
                <a:cxn ang="0">
                  <a:pos x="connsiteX2" y="connsiteY2"/>
                </a:cxn>
                <a:cxn ang="0">
                  <a:pos x="connsiteX3" y="connsiteY3"/>
                </a:cxn>
              </a:cxnLst>
              <a:rect l="l" t="t" r="r" b="b"/>
              <a:pathLst>
                <a:path w="17891" h="17875">
                  <a:moveTo>
                    <a:pt x="0" y="0"/>
                  </a:moveTo>
                  <a:lnTo>
                    <a:pt x="17892" y="0"/>
                  </a:lnTo>
                  <a:lnTo>
                    <a:pt x="17892" y="17875"/>
                  </a:lnTo>
                  <a:lnTo>
                    <a:pt x="0" y="17875"/>
                  </a:lnTo>
                  <a:close/>
                </a:path>
              </a:pathLst>
            </a:custGeom>
            <a:solidFill>
              <a:srgbClr val="00ABAB"/>
            </a:solidFill>
            <a:ln w="6390" cap="flat">
              <a:noFill/>
              <a:prstDash val="solid"/>
              <a:miter/>
            </a:ln>
          </p:spPr>
          <p:txBody>
            <a:bodyPr rtlCol="0" anchor="ctr"/>
            <a:lstStyle/>
            <a:p>
              <a:endParaRPr lang="en-US"/>
            </a:p>
          </p:txBody>
        </p:sp>
        <p:sp>
          <p:nvSpPr>
            <p:cNvPr id="1556" name="Graphic 1100">
              <a:extLst>
                <a:ext uri="{FF2B5EF4-FFF2-40B4-BE49-F238E27FC236}">
                  <a16:creationId xmlns:a16="http://schemas.microsoft.com/office/drawing/2014/main" id="{37625009-CB75-7841-B9DA-B06AA3A2236F}"/>
                </a:ext>
              </a:extLst>
            </p:cNvPr>
            <p:cNvSpPr/>
            <p:nvPr/>
          </p:nvSpPr>
          <p:spPr>
            <a:xfrm>
              <a:off x="9375315" y="3439377"/>
              <a:ext cx="17891" cy="17875"/>
            </a:xfrm>
            <a:custGeom>
              <a:avLst/>
              <a:gdLst>
                <a:gd name="connsiteX0" fmla="*/ 0 w 17891"/>
                <a:gd name="connsiteY0" fmla="*/ 0 h 17875"/>
                <a:gd name="connsiteX1" fmla="*/ 17892 w 17891"/>
                <a:gd name="connsiteY1" fmla="*/ 0 h 17875"/>
                <a:gd name="connsiteX2" fmla="*/ 17892 w 17891"/>
                <a:gd name="connsiteY2" fmla="*/ 17875 h 17875"/>
                <a:gd name="connsiteX3" fmla="*/ 0 w 17891"/>
                <a:gd name="connsiteY3" fmla="*/ 17875 h 17875"/>
              </a:gdLst>
              <a:ahLst/>
              <a:cxnLst>
                <a:cxn ang="0">
                  <a:pos x="connsiteX0" y="connsiteY0"/>
                </a:cxn>
                <a:cxn ang="0">
                  <a:pos x="connsiteX1" y="connsiteY1"/>
                </a:cxn>
                <a:cxn ang="0">
                  <a:pos x="connsiteX2" y="connsiteY2"/>
                </a:cxn>
                <a:cxn ang="0">
                  <a:pos x="connsiteX3" y="connsiteY3"/>
                </a:cxn>
              </a:cxnLst>
              <a:rect l="l" t="t" r="r" b="b"/>
              <a:pathLst>
                <a:path w="17891" h="17875">
                  <a:moveTo>
                    <a:pt x="0" y="0"/>
                  </a:moveTo>
                  <a:lnTo>
                    <a:pt x="17892" y="0"/>
                  </a:lnTo>
                  <a:lnTo>
                    <a:pt x="17892" y="17875"/>
                  </a:lnTo>
                  <a:lnTo>
                    <a:pt x="0" y="17875"/>
                  </a:lnTo>
                  <a:close/>
                </a:path>
              </a:pathLst>
            </a:custGeom>
            <a:solidFill>
              <a:srgbClr val="00ABAB"/>
            </a:solidFill>
            <a:ln w="6390" cap="flat">
              <a:noFill/>
              <a:prstDash val="solid"/>
              <a:miter/>
            </a:ln>
          </p:spPr>
          <p:txBody>
            <a:bodyPr rtlCol="0" anchor="ctr"/>
            <a:lstStyle/>
            <a:p>
              <a:endParaRPr lang="en-US"/>
            </a:p>
          </p:txBody>
        </p:sp>
        <p:sp>
          <p:nvSpPr>
            <p:cNvPr id="1557" name="Graphic 1100">
              <a:extLst>
                <a:ext uri="{FF2B5EF4-FFF2-40B4-BE49-F238E27FC236}">
                  <a16:creationId xmlns:a16="http://schemas.microsoft.com/office/drawing/2014/main" id="{D297E41F-BCA8-3349-84FE-1FBE73ABD556}"/>
                </a:ext>
              </a:extLst>
            </p:cNvPr>
            <p:cNvSpPr/>
            <p:nvPr/>
          </p:nvSpPr>
          <p:spPr>
            <a:xfrm>
              <a:off x="9528674" y="3439377"/>
              <a:ext cx="17891" cy="17875"/>
            </a:xfrm>
            <a:custGeom>
              <a:avLst/>
              <a:gdLst>
                <a:gd name="connsiteX0" fmla="*/ 0 w 17891"/>
                <a:gd name="connsiteY0" fmla="*/ 0 h 17875"/>
                <a:gd name="connsiteX1" fmla="*/ 17892 w 17891"/>
                <a:gd name="connsiteY1" fmla="*/ 0 h 17875"/>
                <a:gd name="connsiteX2" fmla="*/ 17892 w 17891"/>
                <a:gd name="connsiteY2" fmla="*/ 17875 h 17875"/>
                <a:gd name="connsiteX3" fmla="*/ 0 w 17891"/>
                <a:gd name="connsiteY3" fmla="*/ 17875 h 17875"/>
              </a:gdLst>
              <a:ahLst/>
              <a:cxnLst>
                <a:cxn ang="0">
                  <a:pos x="connsiteX0" y="connsiteY0"/>
                </a:cxn>
                <a:cxn ang="0">
                  <a:pos x="connsiteX1" y="connsiteY1"/>
                </a:cxn>
                <a:cxn ang="0">
                  <a:pos x="connsiteX2" y="connsiteY2"/>
                </a:cxn>
                <a:cxn ang="0">
                  <a:pos x="connsiteX3" y="connsiteY3"/>
                </a:cxn>
              </a:cxnLst>
              <a:rect l="l" t="t" r="r" b="b"/>
              <a:pathLst>
                <a:path w="17891" h="17875">
                  <a:moveTo>
                    <a:pt x="0" y="0"/>
                  </a:moveTo>
                  <a:lnTo>
                    <a:pt x="17892" y="0"/>
                  </a:lnTo>
                  <a:lnTo>
                    <a:pt x="17892" y="17875"/>
                  </a:lnTo>
                  <a:lnTo>
                    <a:pt x="0" y="17875"/>
                  </a:lnTo>
                  <a:close/>
                </a:path>
              </a:pathLst>
            </a:custGeom>
            <a:solidFill>
              <a:srgbClr val="00ABAB"/>
            </a:solidFill>
            <a:ln w="6390" cap="flat">
              <a:noFill/>
              <a:prstDash val="solid"/>
              <a:miter/>
            </a:ln>
          </p:spPr>
          <p:txBody>
            <a:bodyPr rtlCol="0" anchor="ctr"/>
            <a:lstStyle/>
            <a:p>
              <a:endParaRPr lang="en-US"/>
            </a:p>
          </p:txBody>
        </p:sp>
        <p:sp>
          <p:nvSpPr>
            <p:cNvPr id="1558" name="Graphic 1100">
              <a:extLst>
                <a:ext uri="{FF2B5EF4-FFF2-40B4-BE49-F238E27FC236}">
                  <a16:creationId xmlns:a16="http://schemas.microsoft.com/office/drawing/2014/main" id="{DE0AFC0E-E4E0-3F40-9167-DC11F6DEC525}"/>
                </a:ext>
              </a:extLst>
            </p:cNvPr>
            <p:cNvSpPr/>
            <p:nvPr/>
          </p:nvSpPr>
          <p:spPr>
            <a:xfrm>
              <a:off x="9390651" y="3454699"/>
              <a:ext cx="140578" cy="140447"/>
            </a:xfrm>
            <a:custGeom>
              <a:avLst/>
              <a:gdLst>
                <a:gd name="connsiteX0" fmla="*/ 125243 w 140578"/>
                <a:gd name="connsiteY0" fmla="*/ 8937 h 140447"/>
                <a:gd name="connsiteX1" fmla="*/ 125243 w 140578"/>
                <a:gd name="connsiteY1" fmla="*/ 0 h 140447"/>
                <a:gd name="connsiteX2" fmla="*/ 15336 w 140578"/>
                <a:gd name="connsiteY2" fmla="*/ 0 h 140447"/>
                <a:gd name="connsiteX3" fmla="*/ 15336 w 140578"/>
                <a:gd name="connsiteY3" fmla="*/ 8937 h 140447"/>
                <a:gd name="connsiteX4" fmla="*/ 8946 w 140578"/>
                <a:gd name="connsiteY4" fmla="*/ 15321 h 140447"/>
                <a:gd name="connsiteX5" fmla="*/ 0 w 140578"/>
                <a:gd name="connsiteY5" fmla="*/ 15321 h 140447"/>
                <a:gd name="connsiteX6" fmla="*/ 0 w 140578"/>
                <a:gd name="connsiteY6" fmla="*/ 123849 h 140447"/>
                <a:gd name="connsiteX7" fmla="*/ 0 w 140578"/>
                <a:gd name="connsiteY7" fmla="*/ 125126 h 140447"/>
                <a:gd name="connsiteX8" fmla="*/ 8946 w 140578"/>
                <a:gd name="connsiteY8" fmla="*/ 125126 h 140447"/>
                <a:gd name="connsiteX9" fmla="*/ 15336 w 140578"/>
                <a:gd name="connsiteY9" fmla="*/ 131510 h 140447"/>
                <a:gd name="connsiteX10" fmla="*/ 15336 w 140578"/>
                <a:gd name="connsiteY10" fmla="*/ 140448 h 140447"/>
                <a:gd name="connsiteX11" fmla="*/ 125243 w 140578"/>
                <a:gd name="connsiteY11" fmla="*/ 140448 h 140447"/>
                <a:gd name="connsiteX12" fmla="*/ 125243 w 140578"/>
                <a:gd name="connsiteY12" fmla="*/ 131510 h 140447"/>
                <a:gd name="connsiteX13" fmla="*/ 131633 w 140578"/>
                <a:gd name="connsiteY13" fmla="*/ 125126 h 140447"/>
                <a:gd name="connsiteX14" fmla="*/ 140579 w 140578"/>
                <a:gd name="connsiteY14" fmla="*/ 125126 h 140447"/>
                <a:gd name="connsiteX15" fmla="*/ 140579 w 140578"/>
                <a:gd name="connsiteY15" fmla="*/ 15321 h 140447"/>
                <a:gd name="connsiteX16" fmla="*/ 131633 w 140578"/>
                <a:gd name="connsiteY16" fmla="*/ 15321 h 140447"/>
                <a:gd name="connsiteX17" fmla="*/ 125243 w 140578"/>
                <a:gd name="connsiteY17" fmla="*/ 8937 h 140447"/>
                <a:gd name="connsiteX18" fmla="*/ 115019 w 140578"/>
                <a:gd name="connsiteY18" fmla="*/ 108528 h 140447"/>
                <a:gd name="connsiteX19" fmla="*/ 108629 w 140578"/>
                <a:gd name="connsiteY19" fmla="*/ 114912 h 140447"/>
                <a:gd name="connsiteX20" fmla="*/ 54953 w 140578"/>
                <a:gd name="connsiteY20" fmla="*/ 114912 h 140447"/>
                <a:gd name="connsiteX21" fmla="*/ 48563 w 140578"/>
                <a:gd name="connsiteY21" fmla="*/ 108528 h 140447"/>
                <a:gd name="connsiteX22" fmla="*/ 48563 w 140578"/>
                <a:gd name="connsiteY22" fmla="*/ 85545 h 140447"/>
                <a:gd name="connsiteX23" fmla="*/ 48563 w 140578"/>
                <a:gd name="connsiteY23" fmla="*/ 84268 h 140447"/>
                <a:gd name="connsiteX24" fmla="*/ 31311 w 140578"/>
                <a:gd name="connsiteY24" fmla="*/ 84268 h 140447"/>
                <a:gd name="connsiteX25" fmla="*/ 24921 w 140578"/>
                <a:gd name="connsiteY25" fmla="*/ 77884 h 140447"/>
                <a:gd name="connsiteX26" fmla="*/ 24921 w 140578"/>
                <a:gd name="connsiteY26" fmla="*/ 31920 h 140447"/>
                <a:gd name="connsiteX27" fmla="*/ 31311 w 140578"/>
                <a:gd name="connsiteY27" fmla="*/ 25536 h 140447"/>
                <a:gd name="connsiteX28" fmla="*/ 77318 w 140578"/>
                <a:gd name="connsiteY28" fmla="*/ 25536 h 140447"/>
                <a:gd name="connsiteX29" fmla="*/ 83708 w 140578"/>
                <a:gd name="connsiteY29" fmla="*/ 31920 h 140447"/>
                <a:gd name="connsiteX30" fmla="*/ 83708 w 140578"/>
                <a:gd name="connsiteY30" fmla="*/ 49156 h 140447"/>
                <a:gd name="connsiteX31" fmla="*/ 84986 w 140578"/>
                <a:gd name="connsiteY31" fmla="*/ 49156 h 140447"/>
                <a:gd name="connsiteX32" fmla="*/ 107990 w 140578"/>
                <a:gd name="connsiteY32" fmla="*/ 49156 h 140447"/>
                <a:gd name="connsiteX33" fmla="*/ 114380 w 140578"/>
                <a:gd name="connsiteY33" fmla="*/ 55540 h 140447"/>
                <a:gd name="connsiteX34" fmla="*/ 115019 w 140578"/>
                <a:gd name="connsiteY34" fmla="*/ 108528 h 140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0578" h="140447">
                  <a:moveTo>
                    <a:pt x="125243" y="8937"/>
                  </a:moveTo>
                  <a:lnTo>
                    <a:pt x="125243" y="0"/>
                  </a:lnTo>
                  <a:lnTo>
                    <a:pt x="15336" y="0"/>
                  </a:lnTo>
                  <a:lnTo>
                    <a:pt x="15336" y="8937"/>
                  </a:lnTo>
                  <a:cubicBezTo>
                    <a:pt x="15336" y="12768"/>
                    <a:pt x="12780" y="15321"/>
                    <a:pt x="8946" y="15321"/>
                  </a:cubicBezTo>
                  <a:lnTo>
                    <a:pt x="0" y="15321"/>
                  </a:lnTo>
                  <a:lnTo>
                    <a:pt x="0" y="123849"/>
                  </a:lnTo>
                  <a:cubicBezTo>
                    <a:pt x="0" y="124488"/>
                    <a:pt x="0" y="124488"/>
                    <a:pt x="0" y="125126"/>
                  </a:cubicBezTo>
                  <a:lnTo>
                    <a:pt x="8946" y="125126"/>
                  </a:lnTo>
                  <a:cubicBezTo>
                    <a:pt x="12780" y="125126"/>
                    <a:pt x="15336" y="127680"/>
                    <a:pt x="15336" y="131510"/>
                  </a:cubicBezTo>
                  <a:lnTo>
                    <a:pt x="15336" y="140448"/>
                  </a:lnTo>
                  <a:lnTo>
                    <a:pt x="125243" y="140448"/>
                  </a:lnTo>
                  <a:lnTo>
                    <a:pt x="125243" y="131510"/>
                  </a:lnTo>
                  <a:cubicBezTo>
                    <a:pt x="125243" y="127680"/>
                    <a:pt x="127799" y="125126"/>
                    <a:pt x="131633" y="125126"/>
                  </a:cubicBezTo>
                  <a:lnTo>
                    <a:pt x="140579" y="125126"/>
                  </a:lnTo>
                  <a:lnTo>
                    <a:pt x="140579" y="15321"/>
                  </a:lnTo>
                  <a:lnTo>
                    <a:pt x="131633" y="15321"/>
                  </a:lnTo>
                  <a:cubicBezTo>
                    <a:pt x="128438" y="15321"/>
                    <a:pt x="125243" y="12129"/>
                    <a:pt x="125243" y="8937"/>
                  </a:cubicBezTo>
                  <a:close/>
                  <a:moveTo>
                    <a:pt x="115019" y="108528"/>
                  </a:moveTo>
                  <a:cubicBezTo>
                    <a:pt x="115019" y="112358"/>
                    <a:pt x="112463" y="114912"/>
                    <a:pt x="108629" y="114912"/>
                  </a:cubicBezTo>
                  <a:lnTo>
                    <a:pt x="54953" y="114912"/>
                  </a:lnTo>
                  <a:cubicBezTo>
                    <a:pt x="51119" y="114912"/>
                    <a:pt x="48563" y="112358"/>
                    <a:pt x="48563" y="108528"/>
                  </a:cubicBezTo>
                  <a:lnTo>
                    <a:pt x="48563" y="85545"/>
                  </a:lnTo>
                  <a:cubicBezTo>
                    <a:pt x="48563" y="84907"/>
                    <a:pt x="48563" y="84907"/>
                    <a:pt x="48563" y="84268"/>
                  </a:cubicBezTo>
                  <a:lnTo>
                    <a:pt x="31311" y="84268"/>
                  </a:lnTo>
                  <a:cubicBezTo>
                    <a:pt x="27477" y="84268"/>
                    <a:pt x="24921" y="81715"/>
                    <a:pt x="24921" y="77884"/>
                  </a:cubicBezTo>
                  <a:lnTo>
                    <a:pt x="24921" y="31920"/>
                  </a:lnTo>
                  <a:cubicBezTo>
                    <a:pt x="24921" y="28089"/>
                    <a:pt x="27477" y="25536"/>
                    <a:pt x="31311" y="25536"/>
                  </a:cubicBezTo>
                  <a:lnTo>
                    <a:pt x="77318" y="25536"/>
                  </a:lnTo>
                  <a:cubicBezTo>
                    <a:pt x="81153" y="25536"/>
                    <a:pt x="83708" y="28089"/>
                    <a:pt x="83708" y="31920"/>
                  </a:cubicBezTo>
                  <a:lnTo>
                    <a:pt x="83708" y="49156"/>
                  </a:lnTo>
                  <a:cubicBezTo>
                    <a:pt x="84348" y="49156"/>
                    <a:pt x="84348" y="49156"/>
                    <a:pt x="84986" y="49156"/>
                  </a:cubicBezTo>
                  <a:lnTo>
                    <a:pt x="107990" y="49156"/>
                  </a:lnTo>
                  <a:cubicBezTo>
                    <a:pt x="111824" y="49156"/>
                    <a:pt x="114380" y="51710"/>
                    <a:pt x="114380" y="55540"/>
                  </a:cubicBezTo>
                  <a:lnTo>
                    <a:pt x="115019" y="108528"/>
                  </a:lnTo>
                  <a:close/>
                </a:path>
              </a:pathLst>
            </a:custGeom>
            <a:solidFill>
              <a:srgbClr val="00ABAB"/>
            </a:solidFill>
            <a:ln w="6390" cap="flat">
              <a:noFill/>
              <a:prstDash val="solid"/>
              <a:miter/>
            </a:ln>
          </p:spPr>
          <p:txBody>
            <a:bodyPr rtlCol="0" anchor="ctr"/>
            <a:lstStyle/>
            <a:p>
              <a:endParaRPr lang="en-US"/>
            </a:p>
          </p:txBody>
        </p:sp>
        <p:sp>
          <p:nvSpPr>
            <p:cNvPr id="1559" name="Graphic 1100">
              <a:extLst>
                <a:ext uri="{FF2B5EF4-FFF2-40B4-BE49-F238E27FC236}">
                  <a16:creationId xmlns:a16="http://schemas.microsoft.com/office/drawing/2014/main" id="{80CB0B5B-7555-B94F-BF5E-9F5A0F1C1486}"/>
                </a:ext>
              </a:extLst>
            </p:cNvPr>
            <p:cNvSpPr/>
            <p:nvPr/>
          </p:nvSpPr>
          <p:spPr>
            <a:xfrm>
              <a:off x="9280105" y="33436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279240 w 362309"/>
                <a:gd name="connsiteY6" fmla="*/ 120019 h 361971"/>
                <a:gd name="connsiteX7" fmla="*/ 272850 w 362309"/>
                <a:gd name="connsiteY7" fmla="*/ 126403 h 361971"/>
                <a:gd name="connsiteX8" fmla="*/ 263904 w 362309"/>
                <a:gd name="connsiteY8" fmla="*/ 126403 h 361971"/>
                <a:gd name="connsiteX9" fmla="*/ 263904 w 362309"/>
                <a:gd name="connsiteY9" fmla="*/ 236207 h 361971"/>
                <a:gd name="connsiteX10" fmla="*/ 272850 w 362309"/>
                <a:gd name="connsiteY10" fmla="*/ 236207 h 361971"/>
                <a:gd name="connsiteX11" fmla="*/ 279240 w 362309"/>
                <a:gd name="connsiteY11" fmla="*/ 242591 h 361971"/>
                <a:gd name="connsiteX12" fmla="*/ 279240 w 362309"/>
                <a:gd name="connsiteY12" fmla="*/ 273234 h 361971"/>
                <a:gd name="connsiteX13" fmla="*/ 272850 w 362309"/>
                <a:gd name="connsiteY13" fmla="*/ 279618 h 361971"/>
                <a:gd name="connsiteX14" fmla="*/ 242178 w 362309"/>
                <a:gd name="connsiteY14" fmla="*/ 279618 h 361971"/>
                <a:gd name="connsiteX15" fmla="*/ 235788 w 362309"/>
                <a:gd name="connsiteY15" fmla="*/ 273234 h 361971"/>
                <a:gd name="connsiteX16" fmla="*/ 235788 w 362309"/>
                <a:gd name="connsiteY16" fmla="*/ 264297 h 361971"/>
                <a:gd name="connsiteX17" fmla="*/ 125881 w 362309"/>
                <a:gd name="connsiteY17" fmla="*/ 264297 h 361971"/>
                <a:gd name="connsiteX18" fmla="*/ 125881 w 362309"/>
                <a:gd name="connsiteY18" fmla="*/ 273234 h 361971"/>
                <a:gd name="connsiteX19" fmla="*/ 119492 w 362309"/>
                <a:gd name="connsiteY19" fmla="*/ 279618 h 361971"/>
                <a:gd name="connsiteX20" fmla="*/ 88820 w 362309"/>
                <a:gd name="connsiteY20" fmla="*/ 279618 h 361971"/>
                <a:gd name="connsiteX21" fmla="*/ 82430 w 362309"/>
                <a:gd name="connsiteY21" fmla="*/ 273234 h 361971"/>
                <a:gd name="connsiteX22" fmla="*/ 82430 w 362309"/>
                <a:gd name="connsiteY22" fmla="*/ 242591 h 361971"/>
                <a:gd name="connsiteX23" fmla="*/ 88820 w 362309"/>
                <a:gd name="connsiteY23" fmla="*/ 236207 h 361971"/>
                <a:gd name="connsiteX24" fmla="*/ 97766 w 362309"/>
                <a:gd name="connsiteY24" fmla="*/ 236207 h 361971"/>
                <a:gd name="connsiteX25" fmla="*/ 97766 w 362309"/>
                <a:gd name="connsiteY25" fmla="*/ 234930 h 361971"/>
                <a:gd name="connsiteX26" fmla="*/ 97766 w 362309"/>
                <a:gd name="connsiteY26" fmla="*/ 126403 h 361971"/>
                <a:gd name="connsiteX27" fmla="*/ 88820 w 362309"/>
                <a:gd name="connsiteY27" fmla="*/ 126403 h 361971"/>
                <a:gd name="connsiteX28" fmla="*/ 82430 w 362309"/>
                <a:gd name="connsiteY28" fmla="*/ 120019 h 361971"/>
                <a:gd name="connsiteX29" fmla="*/ 82430 w 362309"/>
                <a:gd name="connsiteY29" fmla="*/ 89376 h 361971"/>
                <a:gd name="connsiteX30" fmla="*/ 88820 w 362309"/>
                <a:gd name="connsiteY30" fmla="*/ 82992 h 361971"/>
                <a:gd name="connsiteX31" fmla="*/ 119492 w 362309"/>
                <a:gd name="connsiteY31" fmla="*/ 82992 h 361971"/>
                <a:gd name="connsiteX32" fmla="*/ 125881 w 362309"/>
                <a:gd name="connsiteY32" fmla="*/ 89376 h 361971"/>
                <a:gd name="connsiteX33" fmla="*/ 125881 w 362309"/>
                <a:gd name="connsiteY33" fmla="*/ 98313 h 361971"/>
                <a:gd name="connsiteX34" fmla="*/ 235788 w 362309"/>
                <a:gd name="connsiteY34" fmla="*/ 98313 h 361971"/>
                <a:gd name="connsiteX35" fmla="*/ 235788 w 362309"/>
                <a:gd name="connsiteY35" fmla="*/ 89376 h 361971"/>
                <a:gd name="connsiteX36" fmla="*/ 242178 w 362309"/>
                <a:gd name="connsiteY36" fmla="*/ 82992 h 361971"/>
                <a:gd name="connsiteX37" fmla="*/ 272850 w 362309"/>
                <a:gd name="connsiteY37" fmla="*/ 82992 h 361971"/>
                <a:gd name="connsiteX38" fmla="*/ 279240 w 362309"/>
                <a:gd name="connsiteY38" fmla="*/ 89376 h 361971"/>
                <a:gd name="connsiteX39" fmla="*/ 279240 w 362309"/>
                <a:gd name="connsiteY39" fmla="*/ 12001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2309" h="361971">
                  <a:moveTo>
                    <a:pt x="180835" y="0"/>
                  </a:moveTo>
                  <a:cubicBezTo>
                    <a:pt x="80513" y="0"/>
                    <a:pt x="0" y="81077"/>
                    <a:pt x="0" y="181305"/>
                  </a:cubicBezTo>
                  <a:cubicBezTo>
                    <a:pt x="0" y="281533"/>
                    <a:pt x="81152" y="361972"/>
                    <a:pt x="181474" y="361972"/>
                  </a:cubicBezTo>
                  <a:cubicBezTo>
                    <a:pt x="281157" y="361972"/>
                    <a:pt x="362309" y="280895"/>
                    <a:pt x="362309" y="181305"/>
                  </a:cubicBezTo>
                  <a:cubicBezTo>
                    <a:pt x="362309" y="81077"/>
                    <a:pt x="281157" y="0"/>
                    <a:pt x="180835" y="0"/>
                  </a:cubicBezTo>
                  <a:cubicBezTo>
                    <a:pt x="181474" y="0"/>
                    <a:pt x="180835" y="0"/>
                    <a:pt x="180835" y="0"/>
                  </a:cubicBezTo>
                  <a:close/>
                  <a:moveTo>
                    <a:pt x="279240" y="120019"/>
                  </a:moveTo>
                  <a:cubicBezTo>
                    <a:pt x="279240" y="123849"/>
                    <a:pt x="276684" y="126403"/>
                    <a:pt x="272850" y="126403"/>
                  </a:cubicBezTo>
                  <a:lnTo>
                    <a:pt x="263904" y="126403"/>
                  </a:lnTo>
                  <a:lnTo>
                    <a:pt x="263904" y="236207"/>
                  </a:lnTo>
                  <a:lnTo>
                    <a:pt x="272850" y="236207"/>
                  </a:lnTo>
                  <a:cubicBezTo>
                    <a:pt x="276684" y="236207"/>
                    <a:pt x="279240" y="238761"/>
                    <a:pt x="279240" y="242591"/>
                  </a:cubicBezTo>
                  <a:lnTo>
                    <a:pt x="279240" y="273234"/>
                  </a:lnTo>
                  <a:cubicBezTo>
                    <a:pt x="279240" y="277065"/>
                    <a:pt x="276684" y="279618"/>
                    <a:pt x="272850" y="279618"/>
                  </a:cubicBezTo>
                  <a:lnTo>
                    <a:pt x="242178" y="279618"/>
                  </a:lnTo>
                  <a:cubicBezTo>
                    <a:pt x="238344" y="279618"/>
                    <a:pt x="235788" y="277065"/>
                    <a:pt x="235788" y="273234"/>
                  </a:cubicBezTo>
                  <a:lnTo>
                    <a:pt x="235788" y="264297"/>
                  </a:lnTo>
                  <a:lnTo>
                    <a:pt x="125881" y="264297"/>
                  </a:lnTo>
                  <a:lnTo>
                    <a:pt x="125881" y="273234"/>
                  </a:lnTo>
                  <a:cubicBezTo>
                    <a:pt x="125881" y="277065"/>
                    <a:pt x="123325" y="279618"/>
                    <a:pt x="119492" y="279618"/>
                  </a:cubicBezTo>
                  <a:lnTo>
                    <a:pt x="88820" y="279618"/>
                  </a:lnTo>
                  <a:cubicBezTo>
                    <a:pt x="84986" y="279618"/>
                    <a:pt x="82430" y="277065"/>
                    <a:pt x="82430" y="273234"/>
                  </a:cubicBezTo>
                  <a:lnTo>
                    <a:pt x="82430" y="242591"/>
                  </a:lnTo>
                  <a:cubicBezTo>
                    <a:pt x="82430" y="238761"/>
                    <a:pt x="84986" y="236207"/>
                    <a:pt x="88820" y="236207"/>
                  </a:cubicBezTo>
                  <a:lnTo>
                    <a:pt x="97766" y="236207"/>
                  </a:lnTo>
                  <a:cubicBezTo>
                    <a:pt x="97766" y="235569"/>
                    <a:pt x="97766" y="235569"/>
                    <a:pt x="97766" y="234930"/>
                  </a:cubicBezTo>
                  <a:lnTo>
                    <a:pt x="97766" y="126403"/>
                  </a:lnTo>
                  <a:lnTo>
                    <a:pt x="88820" y="126403"/>
                  </a:lnTo>
                  <a:cubicBezTo>
                    <a:pt x="84986" y="126403"/>
                    <a:pt x="82430" y="123849"/>
                    <a:pt x="82430" y="120019"/>
                  </a:cubicBezTo>
                  <a:lnTo>
                    <a:pt x="82430" y="89376"/>
                  </a:lnTo>
                  <a:cubicBezTo>
                    <a:pt x="82430" y="85546"/>
                    <a:pt x="84986" y="82992"/>
                    <a:pt x="88820" y="82992"/>
                  </a:cubicBezTo>
                  <a:lnTo>
                    <a:pt x="119492" y="82992"/>
                  </a:lnTo>
                  <a:cubicBezTo>
                    <a:pt x="123325" y="82992"/>
                    <a:pt x="125881" y="85546"/>
                    <a:pt x="125881" y="89376"/>
                  </a:cubicBezTo>
                  <a:lnTo>
                    <a:pt x="125881" y="98313"/>
                  </a:lnTo>
                  <a:lnTo>
                    <a:pt x="235788" y="98313"/>
                  </a:lnTo>
                  <a:lnTo>
                    <a:pt x="235788" y="89376"/>
                  </a:lnTo>
                  <a:cubicBezTo>
                    <a:pt x="235788" y="85546"/>
                    <a:pt x="238344" y="82992"/>
                    <a:pt x="242178" y="82992"/>
                  </a:cubicBezTo>
                  <a:lnTo>
                    <a:pt x="272850" y="82992"/>
                  </a:lnTo>
                  <a:cubicBezTo>
                    <a:pt x="276684" y="82992"/>
                    <a:pt x="279240" y="85546"/>
                    <a:pt x="279240" y="89376"/>
                  </a:cubicBezTo>
                  <a:lnTo>
                    <a:pt x="279240" y="120019"/>
                  </a:lnTo>
                  <a:close/>
                </a:path>
              </a:pathLst>
            </a:custGeom>
            <a:solidFill>
              <a:srgbClr val="00ABAB"/>
            </a:solidFill>
            <a:ln w="6390" cap="flat">
              <a:noFill/>
              <a:prstDash val="solid"/>
              <a:miter/>
            </a:ln>
          </p:spPr>
          <p:txBody>
            <a:bodyPr rtlCol="0" anchor="ctr"/>
            <a:lstStyle/>
            <a:p>
              <a:endParaRPr lang="en-US"/>
            </a:p>
          </p:txBody>
        </p:sp>
      </p:grpSp>
      <p:grpSp>
        <p:nvGrpSpPr>
          <p:cNvPr id="1560" name="Graphic 1100">
            <a:extLst>
              <a:ext uri="{FF2B5EF4-FFF2-40B4-BE49-F238E27FC236}">
                <a16:creationId xmlns:a16="http://schemas.microsoft.com/office/drawing/2014/main" id="{630528D3-22AC-4742-B916-717AAD519938}"/>
              </a:ext>
            </a:extLst>
          </p:cNvPr>
          <p:cNvGrpSpPr/>
          <p:nvPr/>
        </p:nvGrpSpPr>
        <p:grpSpPr>
          <a:xfrm>
            <a:off x="9280105" y="2859711"/>
            <a:ext cx="362309" cy="361971"/>
            <a:chOff x="9280105" y="2859711"/>
            <a:chExt cx="362309" cy="361971"/>
          </a:xfrm>
          <a:solidFill>
            <a:srgbClr val="00ABAB"/>
          </a:solidFill>
        </p:grpSpPr>
        <p:sp>
          <p:nvSpPr>
            <p:cNvPr id="1561" name="Graphic 1100">
              <a:extLst>
                <a:ext uri="{FF2B5EF4-FFF2-40B4-BE49-F238E27FC236}">
                  <a16:creationId xmlns:a16="http://schemas.microsoft.com/office/drawing/2014/main" id="{8DD4B870-461C-E34C-A104-F4DC8230E693}"/>
                </a:ext>
              </a:extLst>
            </p:cNvPr>
            <p:cNvSpPr/>
            <p:nvPr/>
          </p:nvSpPr>
          <p:spPr>
            <a:xfrm>
              <a:off x="9375315" y="3055061"/>
              <a:ext cx="20447" cy="20428"/>
            </a:xfrm>
            <a:custGeom>
              <a:avLst/>
              <a:gdLst>
                <a:gd name="connsiteX0" fmla="*/ 0 w 20447"/>
                <a:gd name="connsiteY0" fmla="*/ 0 h 20428"/>
                <a:gd name="connsiteX1" fmla="*/ 20447 w 20447"/>
                <a:gd name="connsiteY1" fmla="*/ 0 h 20428"/>
                <a:gd name="connsiteX2" fmla="*/ 20447 w 20447"/>
                <a:gd name="connsiteY2" fmla="*/ 20429 h 20428"/>
                <a:gd name="connsiteX3" fmla="*/ 0 w 20447"/>
                <a:gd name="connsiteY3" fmla="*/ 20429 h 20428"/>
              </a:gdLst>
              <a:ahLst/>
              <a:cxnLst>
                <a:cxn ang="0">
                  <a:pos x="connsiteX0" y="connsiteY0"/>
                </a:cxn>
                <a:cxn ang="0">
                  <a:pos x="connsiteX1" y="connsiteY1"/>
                </a:cxn>
                <a:cxn ang="0">
                  <a:pos x="connsiteX2" y="connsiteY2"/>
                </a:cxn>
                <a:cxn ang="0">
                  <a:pos x="connsiteX3" y="connsiteY3"/>
                </a:cxn>
              </a:cxnLst>
              <a:rect l="l" t="t" r="r" b="b"/>
              <a:pathLst>
                <a:path w="20447" h="20428">
                  <a:moveTo>
                    <a:pt x="0" y="0"/>
                  </a:moveTo>
                  <a:lnTo>
                    <a:pt x="20447" y="0"/>
                  </a:lnTo>
                  <a:lnTo>
                    <a:pt x="20447" y="20429"/>
                  </a:lnTo>
                  <a:lnTo>
                    <a:pt x="0" y="20429"/>
                  </a:lnTo>
                  <a:close/>
                </a:path>
              </a:pathLst>
            </a:custGeom>
            <a:solidFill>
              <a:srgbClr val="00ABAB"/>
            </a:solidFill>
            <a:ln w="6390" cap="flat">
              <a:noFill/>
              <a:prstDash val="solid"/>
              <a:miter/>
            </a:ln>
          </p:spPr>
          <p:txBody>
            <a:bodyPr rtlCol="0" anchor="ctr"/>
            <a:lstStyle/>
            <a:p>
              <a:endParaRPr lang="en-US"/>
            </a:p>
          </p:txBody>
        </p:sp>
        <p:sp>
          <p:nvSpPr>
            <p:cNvPr id="1562" name="Graphic 1100">
              <a:extLst>
                <a:ext uri="{FF2B5EF4-FFF2-40B4-BE49-F238E27FC236}">
                  <a16:creationId xmlns:a16="http://schemas.microsoft.com/office/drawing/2014/main" id="{4BE166D6-E6E4-E149-9304-EADE88F3459C}"/>
                </a:ext>
              </a:extLst>
            </p:cNvPr>
            <p:cNvSpPr/>
            <p:nvPr/>
          </p:nvSpPr>
          <p:spPr>
            <a:xfrm>
              <a:off x="9391929" y="2971431"/>
              <a:ext cx="87541" cy="88098"/>
            </a:xfrm>
            <a:custGeom>
              <a:avLst/>
              <a:gdLst>
                <a:gd name="connsiteX0" fmla="*/ 69011 w 87541"/>
                <a:gd name="connsiteY0" fmla="*/ 87460 h 88098"/>
                <a:gd name="connsiteX1" fmla="*/ 70928 w 87541"/>
                <a:gd name="connsiteY1" fmla="*/ 88099 h 88098"/>
                <a:gd name="connsiteX2" fmla="*/ 70928 w 87541"/>
                <a:gd name="connsiteY2" fmla="*/ 77246 h 88098"/>
                <a:gd name="connsiteX3" fmla="*/ 77318 w 87541"/>
                <a:gd name="connsiteY3" fmla="*/ 70862 h 88098"/>
                <a:gd name="connsiteX4" fmla="*/ 87542 w 87541"/>
                <a:gd name="connsiteY4" fmla="*/ 70862 h 88098"/>
                <a:gd name="connsiteX5" fmla="*/ 87542 w 87541"/>
                <a:gd name="connsiteY5" fmla="*/ 16598 h 88098"/>
                <a:gd name="connsiteX6" fmla="*/ 77318 w 87541"/>
                <a:gd name="connsiteY6" fmla="*/ 16598 h 88098"/>
                <a:gd name="connsiteX7" fmla="*/ 70928 w 87541"/>
                <a:gd name="connsiteY7" fmla="*/ 10214 h 88098"/>
                <a:gd name="connsiteX8" fmla="*/ 70928 w 87541"/>
                <a:gd name="connsiteY8" fmla="*/ 0 h 88098"/>
                <a:gd name="connsiteX9" fmla="*/ 16614 w 87541"/>
                <a:gd name="connsiteY9" fmla="*/ 0 h 88098"/>
                <a:gd name="connsiteX10" fmla="*/ 16614 w 87541"/>
                <a:gd name="connsiteY10" fmla="*/ 10214 h 88098"/>
                <a:gd name="connsiteX11" fmla="*/ 10224 w 87541"/>
                <a:gd name="connsiteY11" fmla="*/ 16598 h 88098"/>
                <a:gd name="connsiteX12" fmla="*/ 0 w 87541"/>
                <a:gd name="connsiteY12" fmla="*/ 16598 h 88098"/>
                <a:gd name="connsiteX13" fmla="*/ 0 w 87541"/>
                <a:gd name="connsiteY13" fmla="*/ 70862 h 88098"/>
                <a:gd name="connsiteX14" fmla="*/ 10224 w 87541"/>
                <a:gd name="connsiteY14" fmla="*/ 70862 h 88098"/>
                <a:gd name="connsiteX15" fmla="*/ 16614 w 87541"/>
                <a:gd name="connsiteY15" fmla="*/ 77246 h 88098"/>
                <a:gd name="connsiteX16" fmla="*/ 16614 w 87541"/>
                <a:gd name="connsiteY16" fmla="*/ 87460 h 88098"/>
                <a:gd name="connsiteX17" fmla="*/ 69011 w 87541"/>
                <a:gd name="connsiteY17" fmla="*/ 87460 h 8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7541" h="88098">
                  <a:moveTo>
                    <a:pt x="69011" y="87460"/>
                  </a:moveTo>
                  <a:cubicBezTo>
                    <a:pt x="69650" y="87460"/>
                    <a:pt x="70289" y="87460"/>
                    <a:pt x="70928" y="88099"/>
                  </a:cubicBezTo>
                  <a:lnTo>
                    <a:pt x="70928" y="77246"/>
                  </a:lnTo>
                  <a:cubicBezTo>
                    <a:pt x="70928" y="73416"/>
                    <a:pt x="73484" y="70862"/>
                    <a:pt x="77318" y="70862"/>
                  </a:cubicBezTo>
                  <a:lnTo>
                    <a:pt x="87542" y="70862"/>
                  </a:lnTo>
                  <a:lnTo>
                    <a:pt x="87542" y="16598"/>
                  </a:lnTo>
                  <a:lnTo>
                    <a:pt x="77318" y="16598"/>
                  </a:lnTo>
                  <a:cubicBezTo>
                    <a:pt x="73484" y="16598"/>
                    <a:pt x="70928" y="14045"/>
                    <a:pt x="70928" y="10214"/>
                  </a:cubicBezTo>
                  <a:lnTo>
                    <a:pt x="70928" y="0"/>
                  </a:lnTo>
                  <a:lnTo>
                    <a:pt x="16614" y="0"/>
                  </a:lnTo>
                  <a:lnTo>
                    <a:pt x="16614" y="10214"/>
                  </a:lnTo>
                  <a:cubicBezTo>
                    <a:pt x="16614" y="14045"/>
                    <a:pt x="14058" y="16598"/>
                    <a:pt x="10224" y="16598"/>
                  </a:cubicBezTo>
                  <a:lnTo>
                    <a:pt x="0" y="16598"/>
                  </a:lnTo>
                  <a:lnTo>
                    <a:pt x="0" y="70862"/>
                  </a:lnTo>
                  <a:lnTo>
                    <a:pt x="10224" y="70862"/>
                  </a:lnTo>
                  <a:cubicBezTo>
                    <a:pt x="14058" y="70862"/>
                    <a:pt x="16614" y="73416"/>
                    <a:pt x="16614" y="77246"/>
                  </a:cubicBezTo>
                  <a:lnTo>
                    <a:pt x="16614" y="87460"/>
                  </a:lnTo>
                  <a:lnTo>
                    <a:pt x="69011" y="87460"/>
                  </a:lnTo>
                  <a:close/>
                </a:path>
              </a:pathLst>
            </a:custGeom>
            <a:solidFill>
              <a:srgbClr val="00ABAB"/>
            </a:solidFill>
            <a:ln w="6390" cap="flat">
              <a:noFill/>
              <a:prstDash val="solid"/>
              <a:miter/>
            </a:ln>
          </p:spPr>
          <p:txBody>
            <a:bodyPr rtlCol="0" anchor="ctr"/>
            <a:lstStyle/>
            <a:p>
              <a:endParaRPr lang="en-US"/>
            </a:p>
          </p:txBody>
        </p:sp>
        <p:sp>
          <p:nvSpPr>
            <p:cNvPr id="1563" name="Graphic 1100">
              <a:extLst>
                <a:ext uri="{FF2B5EF4-FFF2-40B4-BE49-F238E27FC236}">
                  <a16:creationId xmlns:a16="http://schemas.microsoft.com/office/drawing/2014/main" id="{115E5739-9DFC-9549-84F6-0B6BFB22B294}"/>
                </a:ext>
              </a:extLst>
            </p:cNvPr>
            <p:cNvSpPr/>
            <p:nvPr/>
          </p:nvSpPr>
          <p:spPr>
            <a:xfrm>
              <a:off x="9425796" y="3105495"/>
              <a:ext cx="20447" cy="20428"/>
            </a:xfrm>
            <a:custGeom>
              <a:avLst/>
              <a:gdLst>
                <a:gd name="connsiteX0" fmla="*/ 0 w 20447"/>
                <a:gd name="connsiteY0" fmla="*/ 0 h 20428"/>
                <a:gd name="connsiteX1" fmla="*/ 20447 w 20447"/>
                <a:gd name="connsiteY1" fmla="*/ 0 h 20428"/>
                <a:gd name="connsiteX2" fmla="*/ 20447 w 20447"/>
                <a:gd name="connsiteY2" fmla="*/ 20429 h 20428"/>
                <a:gd name="connsiteX3" fmla="*/ 0 w 20447"/>
                <a:gd name="connsiteY3" fmla="*/ 20429 h 20428"/>
              </a:gdLst>
              <a:ahLst/>
              <a:cxnLst>
                <a:cxn ang="0">
                  <a:pos x="connsiteX0" y="connsiteY0"/>
                </a:cxn>
                <a:cxn ang="0">
                  <a:pos x="connsiteX1" y="connsiteY1"/>
                </a:cxn>
                <a:cxn ang="0">
                  <a:pos x="connsiteX2" y="connsiteY2"/>
                </a:cxn>
                <a:cxn ang="0">
                  <a:pos x="connsiteX3" y="connsiteY3"/>
                </a:cxn>
              </a:cxnLst>
              <a:rect l="l" t="t" r="r" b="b"/>
              <a:pathLst>
                <a:path w="20447" h="20428">
                  <a:moveTo>
                    <a:pt x="0" y="0"/>
                  </a:moveTo>
                  <a:lnTo>
                    <a:pt x="20447" y="0"/>
                  </a:lnTo>
                  <a:lnTo>
                    <a:pt x="20447" y="20429"/>
                  </a:lnTo>
                  <a:lnTo>
                    <a:pt x="0" y="20429"/>
                  </a:lnTo>
                  <a:close/>
                </a:path>
              </a:pathLst>
            </a:custGeom>
            <a:solidFill>
              <a:srgbClr val="00ABAB"/>
            </a:solidFill>
            <a:ln w="6390" cap="flat">
              <a:noFill/>
              <a:prstDash val="solid"/>
              <a:miter/>
            </a:ln>
          </p:spPr>
          <p:txBody>
            <a:bodyPr rtlCol="0" anchor="ctr"/>
            <a:lstStyle/>
            <a:p>
              <a:endParaRPr lang="en-US"/>
            </a:p>
          </p:txBody>
        </p:sp>
        <p:sp>
          <p:nvSpPr>
            <p:cNvPr id="1564" name="Graphic 1100">
              <a:extLst>
                <a:ext uri="{FF2B5EF4-FFF2-40B4-BE49-F238E27FC236}">
                  <a16:creationId xmlns:a16="http://schemas.microsoft.com/office/drawing/2014/main" id="{6F09CC2A-BA24-7C40-B000-9CBF9F2137F4}"/>
                </a:ext>
              </a:extLst>
            </p:cNvPr>
            <p:cNvSpPr/>
            <p:nvPr/>
          </p:nvSpPr>
          <p:spPr>
            <a:xfrm>
              <a:off x="9475637" y="3055061"/>
              <a:ext cx="20447" cy="20428"/>
            </a:xfrm>
            <a:custGeom>
              <a:avLst/>
              <a:gdLst>
                <a:gd name="connsiteX0" fmla="*/ 0 w 20447"/>
                <a:gd name="connsiteY0" fmla="*/ 0 h 20428"/>
                <a:gd name="connsiteX1" fmla="*/ 20448 w 20447"/>
                <a:gd name="connsiteY1" fmla="*/ 0 h 20428"/>
                <a:gd name="connsiteX2" fmla="*/ 20448 w 20447"/>
                <a:gd name="connsiteY2" fmla="*/ 20429 h 20428"/>
                <a:gd name="connsiteX3" fmla="*/ 0 w 20447"/>
                <a:gd name="connsiteY3" fmla="*/ 20429 h 20428"/>
              </a:gdLst>
              <a:ahLst/>
              <a:cxnLst>
                <a:cxn ang="0">
                  <a:pos x="connsiteX0" y="connsiteY0"/>
                </a:cxn>
                <a:cxn ang="0">
                  <a:pos x="connsiteX1" y="connsiteY1"/>
                </a:cxn>
                <a:cxn ang="0">
                  <a:pos x="connsiteX2" y="connsiteY2"/>
                </a:cxn>
                <a:cxn ang="0">
                  <a:pos x="connsiteX3" y="connsiteY3"/>
                </a:cxn>
              </a:cxnLst>
              <a:rect l="l" t="t" r="r" b="b"/>
              <a:pathLst>
                <a:path w="20447" h="20428">
                  <a:moveTo>
                    <a:pt x="0" y="0"/>
                  </a:moveTo>
                  <a:lnTo>
                    <a:pt x="20448" y="0"/>
                  </a:lnTo>
                  <a:lnTo>
                    <a:pt x="20448" y="20429"/>
                  </a:lnTo>
                  <a:lnTo>
                    <a:pt x="0" y="20429"/>
                  </a:lnTo>
                  <a:close/>
                </a:path>
              </a:pathLst>
            </a:custGeom>
            <a:solidFill>
              <a:srgbClr val="00ABAB"/>
            </a:solidFill>
            <a:ln w="6390" cap="flat">
              <a:noFill/>
              <a:prstDash val="solid"/>
              <a:miter/>
            </a:ln>
          </p:spPr>
          <p:txBody>
            <a:bodyPr rtlCol="0" anchor="ctr"/>
            <a:lstStyle/>
            <a:p>
              <a:endParaRPr lang="en-US"/>
            </a:p>
          </p:txBody>
        </p:sp>
        <p:sp>
          <p:nvSpPr>
            <p:cNvPr id="1565" name="Graphic 1100">
              <a:extLst>
                <a:ext uri="{FF2B5EF4-FFF2-40B4-BE49-F238E27FC236}">
                  <a16:creationId xmlns:a16="http://schemas.microsoft.com/office/drawing/2014/main" id="{24D07D2D-7F4E-994B-8073-7A506D8494FE}"/>
                </a:ext>
              </a:extLst>
            </p:cNvPr>
            <p:cNvSpPr/>
            <p:nvPr/>
          </p:nvSpPr>
          <p:spPr>
            <a:xfrm>
              <a:off x="9475637" y="2954833"/>
              <a:ext cx="20447" cy="20428"/>
            </a:xfrm>
            <a:custGeom>
              <a:avLst/>
              <a:gdLst>
                <a:gd name="connsiteX0" fmla="*/ 0 w 20447"/>
                <a:gd name="connsiteY0" fmla="*/ 0 h 20428"/>
                <a:gd name="connsiteX1" fmla="*/ 20448 w 20447"/>
                <a:gd name="connsiteY1" fmla="*/ 0 h 20428"/>
                <a:gd name="connsiteX2" fmla="*/ 20448 w 20447"/>
                <a:gd name="connsiteY2" fmla="*/ 20429 h 20428"/>
                <a:gd name="connsiteX3" fmla="*/ 0 w 20447"/>
                <a:gd name="connsiteY3" fmla="*/ 20429 h 20428"/>
              </a:gdLst>
              <a:ahLst/>
              <a:cxnLst>
                <a:cxn ang="0">
                  <a:pos x="connsiteX0" y="connsiteY0"/>
                </a:cxn>
                <a:cxn ang="0">
                  <a:pos x="connsiteX1" y="connsiteY1"/>
                </a:cxn>
                <a:cxn ang="0">
                  <a:pos x="connsiteX2" y="connsiteY2"/>
                </a:cxn>
                <a:cxn ang="0">
                  <a:pos x="connsiteX3" y="connsiteY3"/>
                </a:cxn>
              </a:cxnLst>
              <a:rect l="l" t="t" r="r" b="b"/>
              <a:pathLst>
                <a:path w="20447" h="20428">
                  <a:moveTo>
                    <a:pt x="0" y="0"/>
                  </a:moveTo>
                  <a:lnTo>
                    <a:pt x="20448" y="0"/>
                  </a:lnTo>
                  <a:lnTo>
                    <a:pt x="20448" y="20429"/>
                  </a:lnTo>
                  <a:lnTo>
                    <a:pt x="0" y="20429"/>
                  </a:lnTo>
                  <a:close/>
                </a:path>
              </a:pathLst>
            </a:custGeom>
            <a:solidFill>
              <a:srgbClr val="00ABAB"/>
            </a:solidFill>
            <a:ln w="6390" cap="flat">
              <a:noFill/>
              <a:prstDash val="solid"/>
              <a:miter/>
            </a:ln>
          </p:spPr>
          <p:txBody>
            <a:bodyPr rtlCol="0" anchor="ctr"/>
            <a:lstStyle/>
            <a:p>
              <a:endParaRPr lang="en-US"/>
            </a:p>
          </p:txBody>
        </p:sp>
        <p:sp>
          <p:nvSpPr>
            <p:cNvPr id="1566" name="Graphic 1100">
              <a:extLst>
                <a:ext uri="{FF2B5EF4-FFF2-40B4-BE49-F238E27FC236}">
                  <a16:creationId xmlns:a16="http://schemas.microsoft.com/office/drawing/2014/main" id="{1D6EDECE-4FB1-CE42-9B07-BC30B60D25A7}"/>
                </a:ext>
              </a:extLst>
            </p:cNvPr>
            <p:cNvSpPr/>
            <p:nvPr/>
          </p:nvSpPr>
          <p:spPr>
            <a:xfrm>
              <a:off x="9375315" y="2954833"/>
              <a:ext cx="20447" cy="20428"/>
            </a:xfrm>
            <a:custGeom>
              <a:avLst/>
              <a:gdLst>
                <a:gd name="connsiteX0" fmla="*/ 0 w 20447"/>
                <a:gd name="connsiteY0" fmla="*/ 0 h 20428"/>
                <a:gd name="connsiteX1" fmla="*/ 20447 w 20447"/>
                <a:gd name="connsiteY1" fmla="*/ 0 h 20428"/>
                <a:gd name="connsiteX2" fmla="*/ 20447 w 20447"/>
                <a:gd name="connsiteY2" fmla="*/ 20429 h 20428"/>
                <a:gd name="connsiteX3" fmla="*/ 0 w 20447"/>
                <a:gd name="connsiteY3" fmla="*/ 20429 h 20428"/>
              </a:gdLst>
              <a:ahLst/>
              <a:cxnLst>
                <a:cxn ang="0">
                  <a:pos x="connsiteX0" y="connsiteY0"/>
                </a:cxn>
                <a:cxn ang="0">
                  <a:pos x="connsiteX1" y="connsiteY1"/>
                </a:cxn>
                <a:cxn ang="0">
                  <a:pos x="connsiteX2" y="connsiteY2"/>
                </a:cxn>
                <a:cxn ang="0">
                  <a:pos x="connsiteX3" y="connsiteY3"/>
                </a:cxn>
              </a:cxnLst>
              <a:rect l="l" t="t" r="r" b="b"/>
              <a:pathLst>
                <a:path w="20447" h="20428">
                  <a:moveTo>
                    <a:pt x="0" y="0"/>
                  </a:moveTo>
                  <a:lnTo>
                    <a:pt x="20447" y="0"/>
                  </a:lnTo>
                  <a:lnTo>
                    <a:pt x="20447" y="20429"/>
                  </a:lnTo>
                  <a:lnTo>
                    <a:pt x="0" y="20429"/>
                  </a:lnTo>
                  <a:close/>
                </a:path>
              </a:pathLst>
            </a:custGeom>
            <a:solidFill>
              <a:srgbClr val="00ABAB"/>
            </a:solidFill>
            <a:ln w="6390" cap="flat">
              <a:noFill/>
              <a:prstDash val="solid"/>
              <a:miter/>
            </a:ln>
          </p:spPr>
          <p:txBody>
            <a:bodyPr rtlCol="0" anchor="ctr"/>
            <a:lstStyle/>
            <a:p>
              <a:endParaRPr lang="en-US"/>
            </a:p>
          </p:txBody>
        </p:sp>
        <p:sp>
          <p:nvSpPr>
            <p:cNvPr id="1567" name="Graphic 1100">
              <a:extLst>
                <a:ext uri="{FF2B5EF4-FFF2-40B4-BE49-F238E27FC236}">
                  <a16:creationId xmlns:a16="http://schemas.microsoft.com/office/drawing/2014/main" id="{F3F6B829-A427-D24A-B7D3-C221E0515D12}"/>
                </a:ext>
              </a:extLst>
            </p:cNvPr>
            <p:cNvSpPr/>
            <p:nvPr/>
          </p:nvSpPr>
          <p:spPr>
            <a:xfrm>
              <a:off x="9526118" y="3005266"/>
              <a:ext cx="20447" cy="20428"/>
            </a:xfrm>
            <a:custGeom>
              <a:avLst/>
              <a:gdLst>
                <a:gd name="connsiteX0" fmla="*/ 0 w 20447"/>
                <a:gd name="connsiteY0" fmla="*/ 0 h 20428"/>
                <a:gd name="connsiteX1" fmla="*/ 20448 w 20447"/>
                <a:gd name="connsiteY1" fmla="*/ 0 h 20428"/>
                <a:gd name="connsiteX2" fmla="*/ 20448 w 20447"/>
                <a:gd name="connsiteY2" fmla="*/ 20429 h 20428"/>
                <a:gd name="connsiteX3" fmla="*/ 0 w 20447"/>
                <a:gd name="connsiteY3" fmla="*/ 20429 h 20428"/>
              </a:gdLst>
              <a:ahLst/>
              <a:cxnLst>
                <a:cxn ang="0">
                  <a:pos x="connsiteX0" y="connsiteY0"/>
                </a:cxn>
                <a:cxn ang="0">
                  <a:pos x="connsiteX1" y="connsiteY1"/>
                </a:cxn>
                <a:cxn ang="0">
                  <a:pos x="connsiteX2" y="connsiteY2"/>
                </a:cxn>
                <a:cxn ang="0">
                  <a:pos x="connsiteX3" y="connsiteY3"/>
                </a:cxn>
              </a:cxnLst>
              <a:rect l="l" t="t" r="r" b="b"/>
              <a:pathLst>
                <a:path w="20447" h="20428">
                  <a:moveTo>
                    <a:pt x="0" y="0"/>
                  </a:moveTo>
                  <a:lnTo>
                    <a:pt x="20448" y="0"/>
                  </a:lnTo>
                  <a:lnTo>
                    <a:pt x="20448" y="20429"/>
                  </a:lnTo>
                  <a:lnTo>
                    <a:pt x="0" y="20429"/>
                  </a:lnTo>
                  <a:close/>
                </a:path>
              </a:pathLst>
            </a:custGeom>
            <a:solidFill>
              <a:srgbClr val="00ABAB"/>
            </a:solidFill>
            <a:ln w="6390" cap="flat">
              <a:noFill/>
              <a:prstDash val="solid"/>
              <a:miter/>
            </a:ln>
          </p:spPr>
          <p:txBody>
            <a:bodyPr rtlCol="0" anchor="ctr"/>
            <a:lstStyle/>
            <a:p>
              <a:endParaRPr lang="en-US"/>
            </a:p>
          </p:txBody>
        </p:sp>
        <p:sp>
          <p:nvSpPr>
            <p:cNvPr id="1568" name="Graphic 1100">
              <a:extLst>
                <a:ext uri="{FF2B5EF4-FFF2-40B4-BE49-F238E27FC236}">
                  <a16:creationId xmlns:a16="http://schemas.microsoft.com/office/drawing/2014/main" id="{8D9A785F-BAF3-2840-97E6-CC2CE0AD0894}"/>
                </a:ext>
              </a:extLst>
            </p:cNvPr>
            <p:cNvSpPr/>
            <p:nvPr/>
          </p:nvSpPr>
          <p:spPr>
            <a:xfrm>
              <a:off x="9526118" y="3105495"/>
              <a:ext cx="20447" cy="20428"/>
            </a:xfrm>
            <a:custGeom>
              <a:avLst/>
              <a:gdLst>
                <a:gd name="connsiteX0" fmla="*/ 0 w 20447"/>
                <a:gd name="connsiteY0" fmla="*/ 0 h 20428"/>
                <a:gd name="connsiteX1" fmla="*/ 20448 w 20447"/>
                <a:gd name="connsiteY1" fmla="*/ 0 h 20428"/>
                <a:gd name="connsiteX2" fmla="*/ 20448 w 20447"/>
                <a:gd name="connsiteY2" fmla="*/ 20429 h 20428"/>
                <a:gd name="connsiteX3" fmla="*/ 0 w 20447"/>
                <a:gd name="connsiteY3" fmla="*/ 20429 h 20428"/>
              </a:gdLst>
              <a:ahLst/>
              <a:cxnLst>
                <a:cxn ang="0">
                  <a:pos x="connsiteX0" y="connsiteY0"/>
                </a:cxn>
                <a:cxn ang="0">
                  <a:pos x="connsiteX1" y="connsiteY1"/>
                </a:cxn>
                <a:cxn ang="0">
                  <a:pos x="connsiteX2" y="connsiteY2"/>
                </a:cxn>
                <a:cxn ang="0">
                  <a:pos x="connsiteX3" y="connsiteY3"/>
                </a:cxn>
              </a:cxnLst>
              <a:rect l="l" t="t" r="r" b="b"/>
              <a:pathLst>
                <a:path w="20447" h="20428">
                  <a:moveTo>
                    <a:pt x="0" y="0"/>
                  </a:moveTo>
                  <a:lnTo>
                    <a:pt x="20448" y="0"/>
                  </a:lnTo>
                  <a:lnTo>
                    <a:pt x="20448" y="20429"/>
                  </a:lnTo>
                  <a:lnTo>
                    <a:pt x="0" y="20429"/>
                  </a:lnTo>
                  <a:close/>
                </a:path>
              </a:pathLst>
            </a:custGeom>
            <a:solidFill>
              <a:srgbClr val="00ABAB"/>
            </a:solidFill>
            <a:ln w="6390" cap="flat">
              <a:noFill/>
              <a:prstDash val="solid"/>
              <a:miter/>
            </a:ln>
          </p:spPr>
          <p:txBody>
            <a:bodyPr rtlCol="0" anchor="ctr"/>
            <a:lstStyle/>
            <a:p>
              <a:endParaRPr lang="en-US"/>
            </a:p>
          </p:txBody>
        </p:sp>
        <p:sp>
          <p:nvSpPr>
            <p:cNvPr id="1569" name="Graphic 1100">
              <a:extLst>
                <a:ext uri="{FF2B5EF4-FFF2-40B4-BE49-F238E27FC236}">
                  <a16:creationId xmlns:a16="http://schemas.microsoft.com/office/drawing/2014/main" id="{9E8C3927-E91B-3942-9D20-1B66DA9FCFCD}"/>
                </a:ext>
              </a:extLst>
            </p:cNvPr>
            <p:cNvSpPr/>
            <p:nvPr/>
          </p:nvSpPr>
          <p:spPr>
            <a:xfrm>
              <a:off x="9280105" y="2859711"/>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279240 w 362309"/>
                <a:gd name="connsiteY6" fmla="*/ 172368 h 361971"/>
                <a:gd name="connsiteX7" fmla="*/ 272850 w 362309"/>
                <a:gd name="connsiteY7" fmla="*/ 178752 h 361971"/>
                <a:gd name="connsiteX8" fmla="*/ 262626 w 362309"/>
                <a:gd name="connsiteY8" fmla="*/ 178752 h 361971"/>
                <a:gd name="connsiteX9" fmla="*/ 262626 w 362309"/>
                <a:gd name="connsiteY9" fmla="*/ 233015 h 361971"/>
                <a:gd name="connsiteX10" fmla="*/ 272850 w 362309"/>
                <a:gd name="connsiteY10" fmla="*/ 233015 h 361971"/>
                <a:gd name="connsiteX11" fmla="*/ 279240 w 362309"/>
                <a:gd name="connsiteY11" fmla="*/ 239399 h 361971"/>
                <a:gd name="connsiteX12" fmla="*/ 279240 w 362309"/>
                <a:gd name="connsiteY12" fmla="*/ 272596 h 361971"/>
                <a:gd name="connsiteX13" fmla="*/ 272850 w 362309"/>
                <a:gd name="connsiteY13" fmla="*/ 278980 h 361971"/>
                <a:gd name="connsiteX14" fmla="*/ 239623 w 362309"/>
                <a:gd name="connsiteY14" fmla="*/ 278980 h 361971"/>
                <a:gd name="connsiteX15" fmla="*/ 233233 w 362309"/>
                <a:gd name="connsiteY15" fmla="*/ 272596 h 361971"/>
                <a:gd name="connsiteX16" fmla="*/ 233233 w 362309"/>
                <a:gd name="connsiteY16" fmla="*/ 262382 h 361971"/>
                <a:gd name="connsiteX17" fmla="*/ 178918 w 362309"/>
                <a:gd name="connsiteY17" fmla="*/ 262382 h 361971"/>
                <a:gd name="connsiteX18" fmla="*/ 178918 w 362309"/>
                <a:gd name="connsiteY18" fmla="*/ 272596 h 361971"/>
                <a:gd name="connsiteX19" fmla="*/ 172528 w 362309"/>
                <a:gd name="connsiteY19" fmla="*/ 278980 h 361971"/>
                <a:gd name="connsiteX20" fmla="*/ 139300 w 362309"/>
                <a:gd name="connsiteY20" fmla="*/ 278980 h 361971"/>
                <a:gd name="connsiteX21" fmla="*/ 132910 w 362309"/>
                <a:gd name="connsiteY21" fmla="*/ 272596 h 361971"/>
                <a:gd name="connsiteX22" fmla="*/ 132910 w 362309"/>
                <a:gd name="connsiteY22" fmla="*/ 239399 h 361971"/>
                <a:gd name="connsiteX23" fmla="*/ 139300 w 362309"/>
                <a:gd name="connsiteY23" fmla="*/ 233015 h 361971"/>
                <a:gd name="connsiteX24" fmla="*/ 150164 w 362309"/>
                <a:gd name="connsiteY24" fmla="*/ 233015 h 361971"/>
                <a:gd name="connsiteX25" fmla="*/ 149524 w 362309"/>
                <a:gd name="connsiteY25" fmla="*/ 231100 h 361971"/>
                <a:gd name="connsiteX26" fmla="*/ 149524 w 362309"/>
                <a:gd name="connsiteY26" fmla="*/ 212587 h 361971"/>
                <a:gd name="connsiteX27" fmla="*/ 129076 w 362309"/>
                <a:gd name="connsiteY27" fmla="*/ 212587 h 361971"/>
                <a:gd name="connsiteX28" fmla="*/ 129076 w 362309"/>
                <a:gd name="connsiteY28" fmla="*/ 222801 h 361971"/>
                <a:gd name="connsiteX29" fmla="*/ 122686 w 362309"/>
                <a:gd name="connsiteY29" fmla="*/ 229185 h 361971"/>
                <a:gd name="connsiteX30" fmla="*/ 89459 w 362309"/>
                <a:gd name="connsiteY30" fmla="*/ 229185 h 361971"/>
                <a:gd name="connsiteX31" fmla="*/ 83069 w 362309"/>
                <a:gd name="connsiteY31" fmla="*/ 222801 h 361971"/>
                <a:gd name="connsiteX32" fmla="*/ 83069 w 362309"/>
                <a:gd name="connsiteY32" fmla="*/ 189604 h 361971"/>
                <a:gd name="connsiteX33" fmla="*/ 89459 w 362309"/>
                <a:gd name="connsiteY33" fmla="*/ 183220 h 361971"/>
                <a:gd name="connsiteX34" fmla="*/ 99683 w 362309"/>
                <a:gd name="connsiteY34" fmla="*/ 183220 h 361971"/>
                <a:gd name="connsiteX35" fmla="*/ 99683 w 362309"/>
                <a:gd name="connsiteY35" fmla="*/ 128956 h 361971"/>
                <a:gd name="connsiteX36" fmla="*/ 89459 w 362309"/>
                <a:gd name="connsiteY36" fmla="*/ 128956 h 361971"/>
                <a:gd name="connsiteX37" fmla="*/ 83069 w 362309"/>
                <a:gd name="connsiteY37" fmla="*/ 122572 h 361971"/>
                <a:gd name="connsiteX38" fmla="*/ 83069 w 362309"/>
                <a:gd name="connsiteY38" fmla="*/ 89376 h 361971"/>
                <a:gd name="connsiteX39" fmla="*/ 89459 w 362309"/>
                <a:gd name="connsiteY39" fmla="*/ 82992 h 361971"/>
                <a:gd name="connsiteX40" fmla="*/ 122686 w 362309"/>
                <a:gd name="connsiteY40" fmla="*/ 82992 h 361971"/>
                <a:gd name="connsiteX41" fmla="*/ 129076 w 362309"/>
                <a:gd name="connsiteY41" fmla="*/ 89376 h 361971"/>
                <a:gd name="connsiteX42" fmla="*/ 129076 w 362309"/>
                <a:gd name="connsiteY42" fmla="*/ 99590 h 361971"/>
                <a:gd name="connsiteX43" fmla="*/ 183391 w 362309"/>
                <a:gd name="connsiteY43" fmla="*/ 99590 h 361971"/>
                <a:gd name="connsiteX44" fmla="*/ 183391 w 362309"/>
                <a:gd name="connsiteY44" fmla="*/ 89376 h 361971"/>
                <a:gd name="connsiteX45" fmla="*/ 189781 w 362309"/>
                <a:gd name="connsiteY45" fmla="*/ 82992 h 361971"/>
                <a:gd name="connsiteX46" fmla="*/ 223008 w 362309"/>
                <a:gd name="connsiteY46" fmla="*/ 82992 h 361971"/>
                <a:gd name="connsiteX47" fmla="*/ 229398 w 362309"/>
                <a:gd name="connsiteY47" fmla="*/ 89376 h 361971"/>
                <a:gd name="connsiteX48" fmla="*/ 229398 w 362309"/>
                <a:gd name="connsiteY48" fmla="*/ 122572 h 361971"/>
                <a:gd name="connsiteX49" fmla="*/ 223008 w 362309"/>
                <a:gd name="connsiteY49" fmla="*/ 128956 h 361971"/>
                <a:gd name="connsiteX50" fmla="*/ 212784 w 362309"/>
                <a:gd name="connsiteY50" fmla="*/ 128956 h 361971"/>
                <a:gd name="connsiteX51" fmla="*/ 212784 w 362309"/>
                <a:gd name="connsiteY51" fmla="*/ 149385 h 361971"/>
                <a:gd name="connsiteX52" fmla="*/ 233233 w 362309"/>
                <a:gd name="connsiteY52" fmla="*/ 149385 h 361971"/>
                <a:gd name="connsiteX53" fmla="*/ 233233 w 362309"/>
                <a:gd name="connsiteY53" fmla="*/ 139171 h 361971"/>
                <a:gd name="connsiteX54" fmla="*/ 239623 w 362309"/>
                <a:gd name="connsiteY54" fmla="*/ 132787 h 361971"/>
                <a:gd name="connsiteX55" fmla="*/ 272850 w 362309"/>
                <a:gd name="connsiteY55" fmla="*/ 132787 h 361971"/>
                <a:gd name="connsiteX56" fmla="*/ 279240 w 362309"/>
                <a:gd name="connsiteY56" fmla="*/ 139171 h 361971"/>
                <a:gd name="connsiteX57" fmla="*/ 279240 w 362309"/>
                <a:gd name="connsiteY57" fmla="*/ 17236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62309" h="361971">
                  <a:moveTo>
                    <a:pt x="180835" y="0"/>
                  </a:moveTo>
                  <a:cubicBezTo>
                    <a:pt x="80513" y="0"/>
                    <a:pt x="0" y="81076"/>
                    <a:pt x="0" y="181305"/>
                  </a:cubicBezTo>
                  <a:cubicBezTo>
                    <a:pt x="0" y="281533"/>
                    <a:pt x="81152" y="361972"/>
                    <a:pt x="181474" y="361972"/>
                  </a:cubicBezTo>
                  <a:cubicBezTo>
                    <a:pt x="281157" y="361972"/>
                    <a:pt x="362309" y="280895"/>
                    <a:pt x="362309" y="180667"/>
                  </a:cubicBezTo>
                  <a:cubicBezTo>
                    <a:pt x="362309" y="80438"/>
                    <a:pt x="281157" y="0"/>
                    <a:pt x="180835" y="0"/>
                  </a:cubicBezTo>
                  <a:cubicBezTo>
                    <a:pt x="180835" y="0"/>
                    <a:pt x="180835" y="0"/>
                    <a:pt x="180835" y="0"/>
                  </a:cubicBezTo>
                  <a:close/>
                  <a:moveTo>
                    <a:pt x="279240" y="172368"/>
                  </a:moveTo>
                  <a:cubicBezTo>
                    <a:pt x="279240" y="176198"/>
                    <a:pt x="276684" y="178752"/>
                    <a:pt x="272850" y="178752"/>
                  </a:cubicBezTo>
                  <a:lnTo>
                    <a:pt x="262626" y="178752"/>
                  </a:lnTo>
                  <a:lnTo>
                    <a:pt x="262626" y="233015"/>
                  </a:lnTo>
                  <a:lnTo>
                    <a:pt x="272850" y="233015"/>
                  </a:lnTo>
                  <a:cubicBezTo>
                    <a:pt x="276684" y="233015"/>
                    <a:pt x="279240" y="235569"/>
                    <a:pt x="279240" y="239399"/>
                  </a:cubicBezTo>
                  <a:lnTo>
                    <a:pt x="279240" y="272596"/>
                  </a:lnTo>
                  <a:cubicBezTo>
                    <a:pt x="279240" y="276426"/>
                    <a:pt x="276684" y="278980"/>
                    <a:pt x="272850" y="278980"/>
                  </a:cubicBezTo>
                  <a:lnTo>
                    <a:pt x="239623" y="278980"/>
                  </a:lnTo>
                  <a:cubicBezTo>
                    <a:pt x="235788" y="278980"/>
                    <a:pt x="233233" y="276426"/>
                    <a:pt x="233233" y="272596"/>
                  </a:cubicBezTo>
                  <a:lnTo>
                    <a:pt x="233233" y="262382"/>
                  </a:lnTo>
                  <a:lnTo>
                    <a:pt x="178918" y="262382"/>
                  </a:lnTo>
                  <a:lnTo>
                    <a:pt x="178918" y="272596"/>
                  </a:lnTo>
                  <a:cubicBezTo>
                    <a:pt x="178918" y="276426"/>
                    <a:pt x="176362" y="278980"/>
                    <a:pt x="172528" y="278980"/>
                  </a:cubicBezTo>
                  <a:lnTo>
                    <a:pt x="139300" y="278980"/>
                  </a:lnTo>
                  <a:cubicBezTo>
                    <a:pt x="135466" y="278980"/>
                    <a:pt x="132910" y="276426"/>
                    <a:pt x="132910" y="272596"/>
                  </a:cubicBezTo>
                  <a:lnTo>
                    <a:pt x="132910" y="239399"/>
                  </a:lnTo>
                  <a:cubicBezTo>
                    <a:pt x="132910" y="235569"/>
                    <a:pt x="135466" y="233015"/>
                    <a:pt x="139300" y="233015"/>
                  </a:cubicBezTo>
                  <a:lnTo>
                    <a:pt x="150164" y="233015"/>
                  </a:lnTo>
                  <a:cubicBezTo>
                    <a:pt x="150164" y="232377"/>
                    <a:pt x="149524" y="231738"/>
                    <a:pt x="149524" y="231100"/>
                  </a:cubicBezTo>
                  <a:lnTo>
                    <a:pt x="149524" y="212587"/>
                  </a:lnTo>
                  <a:lnTo>
                    <a:pt x="129076" y="212587"/>
                  </a:lnTo>
                  <a:lnTo>
                    <a:pt x="129076" y="222801"/>
                  </a:lnTo>
                  <a:cubicBezTo>
                    <a:pt x="129076" y="226631"/>
                    <a:pt x="126520" y="229185"/>
                    <a:pt x="122686" y="229185"/>
                  </a:cubicBezTo>
                  <a:lnTo>
                    <a:pt x="89459" y="229185"/>
                  </a:lnTo>
                  <a:cubicBezTo>
                    <a:pt x="85625" y="229185"/>
                    <a:pt x="83069" y="226631"/>
                    <a:pt x="83069" y="222801"/>
                  </a:cubicBezTo>
                  <a:lnTo>
                    <a:pt x="83069" y="189604"/>
                  </a:lnTo>
                  <a:cubicBezTo>
                    <a:pt x="83069" y="185774"/>
                    <a:pt x="85625" y="183220"/>
                    <a:pt x="89459" y="183220"/>
                  </a:cubicBezTo>
                  <a:lnTo>
                    <a:pt x="99683" y="183220"/>
                  </a:lnTo>
                  <a:lnTo>
                    <a:pt x="99683" y="128956"/>
                  </a:lnTo>
                  <a:lnTo>
                    <a:pt x="89459" y="128956"/>
                  </a:lnTo>
                  <a:cubicBezTo>
                    <a:pt x="85625" y="128956"/>
                    <a:pt x="83069" y="126403"/>
                    <a:pt x="83069" y="122572"/>
                  </a:cubicBezTo>
                  <a:lnTo>
                    <a:pt x="83069" y="89376"/>
                  </a:lnTo>
                  <a:cubicBezTo>
                    <a:pt x="83069" y="85545"/>
                    <a:pt x="85625" y="82992"/>
                    <a:pt x="89459" y="82992"/>
                  </a:cubicBezTo>
                  <a:lnTo>
                    <a:pt x="122686" y="82992"/>
                  </a:lnTo>
                  <a:cubicBezTo>
                    <a:pt x="126520" y="82992"/>
                    <a:pt x="129076" y="85545"/>
                    <a:pt x="129076" y="89376"/>
                  </a:cubicBezTo>
                  <a:lnTo>
                    <a:pt x="129076" y="99590"/>
                  </a:lnTo>
                  <a:lnTo>
                    <a:pt x="183391" y="99590"/>
                  </a:lnTo>
                  <a:lnTo>
                    <a:pt x="183391" y="89376"/>
                  </a:lnTo>
                  <a:cubicBezTo>
                    <a:pt x="183391" y="85545"/>
                    <a:pt x="185947" y="82992"/>
                    <a:pt x="189781" y="82992"/>
                  </a:cubicBezTo>
                  <a:lnTo>
                    <a:pt x="223008" y="82992"/>
                  </a:lnTo>
                  <a:cubicBezTo>
                    <a:pt x="226843" y="82992"/>
                    <a:pt x="229398" y="85545"/>
                    <a:pt x="229398" y="89376"/>
                  </a:cubicBezTo>
                  <a:lnTo>
                    <a:pt x="229398" y="122572"/>
                  </a:lnTo>
                  <a:cubicBezTo>
                    <a:pt x="229398" y="126403"/>
                    <a:pt x="226843" y="128956"/>
                    <a:pt x="223008" y="128956"/>
                  </a:cubicBezTo>
                  <a:lnTo>
                    <a:pt x="212784" y="128956"/>
                  </a:lnTo>
                  <a:lnTo>
                    <a:pt x="212784" y="149385"/>
                  </a:lnTo>
                  <a:lnTo>
                    <a:pt x="233233" y="149385"/>
                  </a:lnTo>
                  <a:lnTo>
                    <a:pt x="233233" y="139171"/>
                  </a:lnTo>
                  <a:cubicBezTo>
                    <a:pt x="233233" y="135340"/>
                    <a:pt x="235788" y="132787"/>
                    <a:pt x="239623" y="132787"/>
                  </a:cubicBezTo>
                  <a:lnTo>
                    <a:pt x="272850" y="132787"/>
                  </a:lnTo>
                  <a:cubicBezTo>
                    <a:pt x="276684" y="132787"/>
                    <a:pt x="279240" y="135340"/>
                    <a:pt x="279240" y="139171"/>
                  </a:cubicBezTo>
                  <a:lnTo>
                    <a:pt x="279240" y="172368"/>
                  </a:lnTo>
                  <a:close/>
                </a:path>
              </a:pathLst>
            </a:custGeom>
            <a:solidFill>
              <a:srgbClr val="00ABAB"/>
            </a:solidFill>
            <a:ln w="6390" cap="flat">
              <a:noFill/>
              <a:prstDash val="solid"/>
              <a:miter/>
            </a:ln>
          </p:spPr>
          <p:txBody>
            <a:bodyPr rtlCol="0" anchor="ctr"/>
            <a:lstStyle/>
            <a:p>
              <a:endParaRPr lang="en-US"/>
            </a:p>
          </p:txBody>
        </p:sp>
        <p:sp>
          <p:nvSpPr>
            <p:cNvPr id="1570" name="Graphic 1100">
              <a:extLst>
                <a:ext uri="{FF2B5EF4-FFF2-40B4-BE49-F238E27FC236}">
                  <a16:creationId xmlns:a16="http://schemas.microsoft.com/office/drawing/2014/main" id="{536C6525-ACB4-EE4D-9D8E-07C06A176B45}"/>
                </a:ext>
              </a:extLst>
            </p:cNvPr>
            <p:cNvSpPr/>
            <p:nvPr/>
          </p:nvSpPr>
          <p:spPr>
            <a:xfrm>
              <a:off x="9442409" y="3021865"/>
              <a:ext cx="88181" cy="86822"/>
            </a:xfrm>
            <a:custGeom>
              <a:avLst/>
              <a:gdLst>
                <a:gd name="connsiteX0" fmla="*/ 70929 w 88181"/>
                <a:gd name="connsiteY0" fmla="*/ 10214 h 86822"/>
                <a:gd name="connsiteX1" fmla="*/ 70929 w 88181"/>
                <a:gd name="connsiteY1" fmla="*/ 0 h 86822"/>
                <a:gd name="connsiteX2" fmla="*/ 50481 w 88181"/>
                <a:gd name="connsiteY2" fmla="*/ 0 h 86822"/>
                <a:gd name="connsiteX3" fmla="*/ 50481 w 88181"/>
                <a:gd name="connsiteY3" fmla="*/ 20429 h 86822"/>
                <a:gd name="connsiteX4" fmla="*/ 60704 w 88181"/>
                <a:gd name="connsiteY4" fmla="*/ 20429 h 86822"/>
                <a:gd name="connsiteX5" fmla="*/ 67094 w 88181"/>
                <a:gd name="connsiteY5" fmla="*/ 26813 h 86822"/>
                <a:gd name="connsiteX6" fmla="*/ 67094 w 88181"/>
                <a:gd name="connsiteY6" fmla="*/ 60009 h 86822"/>
                <a:gd name="connsiteX7" fmla="*/ 60704 w 88181"/>
                <a:gd name="connsiteY7" fmla="*/ 66393 h 86822"/>
                <a:gd name="connsiteX8" fmla="*/ 27477 w 88181"/>
                <a:gd name="connsiteY8" fmla="*/ 66393 h 86822"/>
                <a:gd name="connsiteX9" fmla="*/ 21087 w 88181"/>
                <a:gd name="connsiteY9" fmla="*/ 60009 h 86822"/>
                <a:gd name="connsiteX10" fmla="*/ 21087 w 88181"/>
                <a:gd name="connsiteY10" fmla="*/ 49157 h 86822"/>
                <a:gd name="connsiteX11" fmla="*/ 19170 w 88181"/>
                <a:gd name="connsiteY11" fmla="*/ 49795 h 86822"/>
                <a:gd name="connsiteX12" fmla="*/ 640 w 88181"/>
                <a:gd name="connsiteY12" fmla="*/ 49795 h 86822"/>
                <a:gd name="connsiteX13" fmla="*/ 640 w 88181"/>
                <a:gd name="connsiteY13" fmla="*/ 68308 h 86822"/>
                <a:gd name="connsiteX14" fmla="*/ 0 w 88181"/>
                <a:gd name="connsiteY14" fmla="*/ 70224 h 86822"/>
                <a:gd name="connsiteX15" fmla="*/ 10863 w 88181"/>
                <a:gd name="connsiteY15" fmla="*/ 70224 h 86822"/>
                <a:gd name="connsiteX16" fmla="*/ 17253 w 88181"/>
                <a:gd name="connsiteY16" fmla="*/ 76608 h 86822"/>
                <a:gd name="connsiteX17" fmla="*/ 17253 w 88181"/>
                <a:gd name="connsiteY17" fmla="*/ 86822 h 86822"/>
                <a:gd name="connsiteX18" fmla="*/ 71568 w 88181"/>
                <a:gd name="connsiteY18" fmla="*/ 86822 h 86822"/>
                <a:gd name="connsiteX19" fmla="*/ 71568 w 88181"/>
                <a:gd name="connsiteY19" fmla="*/ 76608 h 86822"/>
                <a:gd name="connsiteX20" fmla="*/ 77958 w 88181"/>
                <a:gd name="connsiteY20" fmla="*/ 70224 h 86822"/>
                <a:gd name="connsiteX21" fmla="*/ 88181 w 88181"/>
                <a:gd name="connsiteY21" fmla="*/ 70224 h 86822"/>
                <a:gd name="connsiteX22" fmla="*/ 88181 w 88181"/>
                <a:gd name="connsiteY22" fmla="*/ 15960 h 86822"/>
                <a:gd name="connsiteX23" fmla="*/ 77958 w 88181"/>
                <a:gd name="connsiteY23" fmla="*/ 15960 h 86822"/>
                <a:gd name="connsiteX24" fmla="*/ 70929 w 88181"/>
                <a:gd name="connsiteY24" fmla="*/ 10214 h 86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181" h="86822">
                  <a:moveTo>
                    <a:pt x="70929" y="10214"/>
                  </a:moveTo>
                  <a:lnTo>
                    <a:pt x="70929" y="0"/>
                  </a:lnTo>
                  <a:lnTo>
                    <a:pt x="50481" y="0"/>
                  </a:lnTo>
                  <a:lnTo>
                    <a:pt x="50481" y="20429"/>
                  </a:lnTo>
                  <a:lnTo>
                    <a:pt x="60704" y="20429"/>
                  </a:lnTo>
                  <a:cubicBezTo>
                    <a:pt x="64539" y="20429"/>
                    <a:pt x="67094" y="22982"/>
                    <a:pt x="67094" y="26813"/>
                  </a:cubicBezTo>
                  <a:lnTo>
                    <a:pt x="67094" y="60009"/>
                  </a:lnTo>
                  <a:cubicBezTo>
                    <a:pt x="67094" y="63840"/>
                    <a:pt x="64539" y="66393"/>
                    <a:pt x="60704" y="66393"/>
                  </a:cubicBezTo>
                  <a:lnTo>
                    <a:pt x="27477" y="66393"/>
                  </a:lnTo>
                  <a:cubicBezTo>
                    <a:pt x="23643" y="66393"/>
                    <a:pt x="21087" y="63840"/>
                    <a:pt x="21087" y="60009"/>
                  </a:cubicBezTo>
                  <a:lnTo>
                    <a:pt x="21087" y="49157"/>
                  </a:lnTo>
                  <a:cubicBezTo>
                    <a:pt x="20448" y="49157"/>
                    <a:pt x="19809" y="49795"/>
                    <a:pt x="19170" y="49795"/>
                  </a:cubicBezTo>
                  <a:lnTo>
                    <a:pt x="640" y="49795"/>
                  </a:lnTo>
                  <a:lnTo>
                    <a:pt x="640" y="68308"/>
                  </a:lnTo>
                  <a:cubicBezTo>
                    <a:pt x="640" y="68947"/>
                    <a:pt x="640" y="69585"/>
                    <a:pt x="0" y="70224"/>
                  </a:cubicBezTo>
                  <a:lnTo>
                    <a:pt x="10863" y="70224"/>
                  </a:lnTo>
                  <a:cubicBezTo>
                    <a:pt x="14697" y="70224"/>
                    <a:pt x="17253" y="72777"/>
                    <a:pt x="17253" y="76608"/>
                  </a:cubicBezTo>
                  <a:lnTo>
                    <a:pt x="17253" y="86822"/>
                  </a:lnTo>
                  <a:lnTo>
                    <a:pt x="71568" y="86822"/>
                  </a:lnTo>
                  <a:lnTo>
                    <a:pt x="71568" y="76608"/>
                  </a:lnTo>
                  <a:cubicBezTo>
                    <a:pt x="71568" y="72777"/>
                    <a:pt x="74124" y="70224"/>
                    <a:pt x="77958" y="70224"/>
                  </a:cubicBezTo>
                  <a:lnTo>
                    <a:pt x="88181" y="70224"/>
                  </a:lnTo>
                  <a:lnTo>
                    <a:pt x="88181" y="15960"/>
                  </a:lnTo>
                  <a:lnTo>
                    <a:pt x="77958" y="15960"/>
                  </a:lnTo>
                  <a:cubicBezTo>
                    <a:pt x="73484" y="16598"/>
                    <a:pt x="70929" y="14045"/>
                    <a:pt x="70929" y="10214"/>
                  </a:cubicBezTo>
                  <a:close/>
                </a:path>
              </a:pathLst>
            </a:custGeom>
            <a:solidFill>
              <a:srgbClr val="00ABAB"/>
            </a:solidFill>
            <a:ln w="6390" cap="flat">
              <a:noFill/>
              <a:prstDash val="solid"/>
              <a:miter/>
            </a:ln>
          </p:spPr>
          <p:txBody>
            <a:bodyPr rtlCol="0" anchor="ctr"/>
            <a:lstStyle/>
            <a:p>
              <a:endParaRPr lang="en-US"/>
            </a:p>
          </p:txBody>
        </p:sp>
      </p:grpSp>
      <p:grpSp>
        <p:nvGrpSpPr>
          <p:cNvPr id="1575" name="Graphic 1100">
            <a:extLst>
              <a:ext uri="{FF2B5EF4-FFF2-40B4-BE49-F238E27FC236}">
                <a16:creationId xmlns:a16="http://schemas.microsoft.com/office/drawing/2014/main" id="{72F9FCEE-46C6-1B4A-916D-A5FCB7B2047C}"/>
              </a:ext>
            </a:extLst>
          </p:cNvPr>
          <p:cNvGrpSpPr/>
          <p:nvPr/>
        </p:nvGrpSpPr>
        <p:grpSpPr>
          <a:xfrm>
            <a:off x="9280105" y="1897007"/>
            <a:ext cx="362309" cy="361971"/>
            <a:chOff x="9280105" y="1897007"/>
            <a:chExt cx="362309" cy="361971"/>
          </a:xfrm>
          <a:solidFill>
            <a:srgbClr val="00ABAB"/>
          </a:solidFill>
        </p:grpSpPr>
        <p:sp>
          <p:nvSpPr>
            <p:cNvPr id="1576" name="Graphic 1100">
              <a:extLst>
                <a:ext uri="{FF2B5EF4-FFF2-40B4-BE49-F238E27FC236}">
                  <a16:creationId xmlns:a16="http://schemas.microsoft.com/office/drawing/2014/main" id="{B98384B7-8444-1B41-87F6-7A6F11C86478}"/>
                </a:ext>
              </a:extLst>
            </p:cNvPr>
            <p:cNvSpPr/>
            <p:nvPr/>
          </p:nvSpPr>
          <p:spPr>
            <a:xfrm>
              <a:off x="9402792" y="1982552"/>
              <a:ext cx="53036" cy="89375"/>
            </a:xfrm>
            <a:custGeom>
              <a:avLst/>
              <a:gdLst>
                <a:gd name="connsiteX0" fmla="*/ 0 w 53036"/>
                <a:gd name="connsiteY0" fmla="*/ 44688 h 89375"/>
                <a:gd name="connsiteX1" fmla="*/ 44730 w 53036"/>
                <a:gd name="connsiteY1" fmla="*/ 89376 h 89375"/>
                <a:gd name="connsiteX2" fmla="*/ 53037 w 53036"/>
                <a:gd name="connsiteY2" fmla="*/ 89376 h 89375"/>
                <a:gd name="connsiteX3" fmla="*/ 53037 w 53036"/>
                <a:gd name="connsiteY3" fmla="*/ 0 h 89375"/>
                <a:gd name="connsiteX4" fmla="*/ 44730 w 53036"/>
                <a:gd name="connsiteY4" fmla="*/ 0 h 89375"/>
                <a:gd name="connsiteX5" fmla="*/ 0 w 53036"/>
                <a:gd name="connsiteY5" fmla="*/ 44688 h 89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036" h="89375">
                  <a:moveTo>
                    <a:pt x="0" y="44688"/>
                  </a:moveTo>
                  <a:cubicBezTo>
                    <a:pt x="0" y="69586"/>
                    <a:pt x="19809" y="89376"/>
                    <a:pt x="44730" y="89376"/>
                  </a:cubicBezTo>
                  <a:lnTo>
                    <a:pt x="53037" y="89376"/>
                  </a:lnTo>
                  <a:lnTo>
                    <a:pt x="53037" y="0"/>
                  </a:lnTo>
                  <a:lnTo>
                    <a:pt x="44730" y="0"/>
                  </a:lnTo>
                  <a:cubicBezTo>
                    <a:pt x="19809" y="0"/>
                    <a:pt x="0" y="19790"/>
                    <a:pt x="0" y="44688"/>
                  </a:cubicBezTo>
                  <a:close/>
                </a:path>
              </a:pathLst>
            </a:custGeom>
            <a:solidFill>
              <a:srgbClr val="00ABAB"/>
            </a:solidFill>
            <a:ln w="6390" cap="flat">
              <a:noFill/>
              <a:prstDash val="solid"/>
              <a:miter/>
            </a:ln>
          </p:spPr>
          <p:txBody>
            <a:bodyPr rtlCol="0" anchor="ctr"/>
            <a:lstStyle/>
            <a:p>
              <a:endParaRPr lang="en-US"/>
            </a:p>
          </p:txBody>
        </p:sp>
        <p:sp>
          <p:nvSpPr>
            <p:cNvPr id="1577" name="Graphic 1100">
              <a:extLst>
                <a:ext uri="{FF2B5EF4-FFF2-40B4-BE49-F238E27FC236}">
                  <a16:creationId xmlns:a16="http://schemas.microsoft.com/office/drawing/2014/main" id="{55C27CC0-13A6-3B48-81B4-EB22FF1DB928}"/>
                </a:ext>
              </a:extLst>
            </p:cNvPr>
            <p:cNvSpPr/>
            <p:nvPr/>
          </p:nvSpPr>
          <p:spPr>
            <a:xfrm>
              <a:off x="9280105" y="189700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232593 w 362309"/>
                <a:gd name="connsiteY6" fmla="*/ 85545 h 361971"/>
                <a:gd name="connsiteX7" fmla="*/ 217258 w 362309"/>
                <a:gd name="connsiteY7" fmla="*/ 85545 h 361971"/>
                <a:gd name="connsiteX8" fmla="*/ 217258 w 362309"/>
                <a:gd name="connsiteY8" fmla="*/ 282811 h 361971"/>
                <a:gd name="connsiteX9" fmla="*/ 210868 w 362309"/>
                <a:gd name="connsiteY9" fmla="*/ 289195 h 361971"/>
                <a:gd name="connsiteX10" fmla="*/ 204478 w 362309"/>
                <a:gd name="connsiteY10" fmla="*/ 282811 h 361971"/>
                <a:gd name="connsiteX11" fmla="*/ 204478 w 362309"/>
                <a:gd name="connsiteY11" fmla="*/ 85545 h 361971"/>
                <a:gd name="connsiteX12" fmla="*/ 187864 w 362309"/>
                <a:gd name="connsiteY12" fmla="*/ 85545 h 361971"/>
                <a:gd name="connsiteX13" fmla="*/ 187864 w 362309"/>
                <a:gd name="connsiteY13" fmla="*/ 282811 h 361971"/>
                <a:gd name="connsiteX14" fmla="*/ 181474 w 362309"/>
                <a:gd name="connsiteY14" fmla="*/ 289195 h 361971"/>
                <a:gd name="connsiteX15" fmla="*/ 175084 w 362309"/>
                <a:gd name="connsiteY15" fmla="*/ 282811 h 361971"/>
                <a:gd name="connsiteX16" fmla="*/ 175084 w 362309"/>
                <a:gd name="connsiteY16" fmla="*/ 187051 h 361971"/>
                <a:gd name="connsiteX17" fmla="*/ 166777 w 362309"/>
                <a:gd name="connsiteY17" fmla="*/ 187051 h 361971"/>
                <a:gd name="connsiteX18" fmla="*/ 113740 w 362309"/>
                <a:gd name="connsiteY18" fmla="*/ 125765 h 361971"/>
                <a:gd name="connsiteX19" fmla="*/ 166777 w 362309"/>
                <a:gd name="connsiteY19" fmla="*/ 72777 h 361971"/>
                <a:gd name="connsiteX20" fmla="*/ 232593 w 362309"/>
                <a:gd name="connsiteY20" fmla="*/ 72777 h 361971"/>
                <a:gd name="connsiteX21" fmla="*/ 238983 w 362309"/>
                <a:gd name="connsiteY21" fmla="*/ 79161 h 361971"/>
                <a:gd name="connsiteX22" fmla="*/ 232593 w 362309"/>
                <a:gd name="connsiteY22" fmla="*/ 85545 h 361971"/>
                <a:gd name="connsiteX23" fmla="*/ 232593 w 362309"/>
                <a:gd name="connsiteY23" fmla="*/ 8554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09" y="280895"/>
                    <a:pt x="362309" y="180667"/>
                  </a:cubicBezTo>
                  <a:cubicBezTo>
                    <a:pt x="362309" y="81077"/>
                    <a:pt x="281157" y="0"/>
                    <a:pt x="180835" y="0"/>
                  </a:cubicBezTo>
                  <a:cubicBezTo>
                    <a:pt x="180835" y="0"/>
                    <a:pt x="180835" y="0"/>
                    <a:pt x="180835" y="0"/>
                  </a:cubicBezTo>
                  <a:close/>
                  <a:moveTo>
                    <a:pt x="232593" y="85545"/>
                  </a:moveTo>
                  <a:lnTo>
                    <a:pt x="217258" y="85545"/>
                  </a:lnTo>
                  <a:lnTo>
                    <a:pt x="217258" y="282811"/>
                  </a:lnTo>
                  <a:cubicBezTo>
                    <a:pt x="217258" y="286641"/>
                    <a:pt x="214702" y="289195"/>
                    <a:pt x="210868" y="289195"/>
                  </a:cubicBezTo>
                  <a:cubicBezTo>
                    <a:pt x="207033" y="289195"/>
                    <a:pt x="204478" y="286641"/>
                    <a:pt x="204478" y="282811"/>
                  </a:cubicBezTo>
                  <a:lnTo>
                    <a:pt x="204478" y="85545"/>
                  </a:lnTo>
                  <a:lnTo>
                    <a:pt x="187864" y="85545"/>
                  </a:lnTo>
                  <a:lnTo>
                    <a:pt x="187864" y="282811"/>
                  </a:lnTo>
                  <a:cubicBezTo>
                    <a:pt x="187864" y="286641"/>
                    <a:pt x="185308" y="289195"/>
                    <a:pt x="181474" y="289195"/>
                  </a:cubicBezTo>
                  <a:cubicBezTo>
                    <a:pt x="177640" y="289195"/>
                    <a:pt x="175084" y="286641"/>
                    <a:pt x="175084" y="282811"/>
                  </a:cubicBezTo>
                  <a:lnTo>
                    <a:pt x="175084" y="187051"/>
                  </a:lnTo>
                  <a:lnTo>
                    <a:pt x="166777" y="187051"/>
                  </a:lnTo>
                  <a:cubicBezTo>
                    <a:pt x="134828" y="184497"/>
                    <a:pt x="111184" y="157046"/>
                    <a:pt x="113740" y="125765"/>
                  </a:cubicBezTo>
                  <a:cubicBezTo>
                    <a:pt x="115658" y="97675"/>
                    <a:pt x="138661" y="74693"/>
                    <a:pt x="166777" y="72777"/>
                  </a:cubicBezTo>
                  <a:lnTo>
                    <a:pt x="232593" y="72777"/>
                  </a:lnTo>
                  <a:cubicBezTo>
                    <a:pt x="236428" y="72777"/>
                    <a:pt x="238983" y="75331"/>
                    <a:pt x="238983" y="79161"/>
                  </a:cubicBezTo>
                  <a:cubicBezTo>
                    <a:pt x="238983" y="82992"/>
                    <a:pt x="236428" y="85545"/>
                    <a:pt x="232593" y="85545"/>
                  </a:cubicBezTo>
                  <a:lnTo>
                    <a:pt x="232593" y="85545"/>
                  </a:lnTo>
                  <a:close/>
                </a:path>
              </a:pathLst>
            </a:custGeom>
            <a:solidFill>
              <a:srgbClr val="00ABAB"/>
            </a:solidFill>
            <a:ln w="6390" cap="flat">
              <a:noFill/>
              <a:prstDash val="solid"/>
              <a:miter/>
            </a:ln>
          </p:spPr>
          <p:txBody>
            <a:bodyPr rtlCol="0" anchor="ctr"/>
            <a:lstStyle/>
            <a:p>
              <a:endParaRPr lang="en-US"/>
            </a:p>
          </p:txBody>
        </p:sp>
      </p:grpSp>
      <p:grpSp>
        <p:nvGrpSpPr>
          <p:cNvPr id="1578" name="Graphic 1100">
            <a:extLst>
              <a:ext uri="{FF2B5EF4-FFF2-40B4-BE49-F238E27FC236}">
                <a16:creationId xmlns:a16="http://schemas.microsoft.com/office/drawing/2014/main" id="{E3A572D0-28E6-FD41-A3DC-3E3CA5BAAFE3}"/>
              </a:ext>
            </a:extLst>
          </p:cNvPr>
          <p:cNvGrpSpPr/>
          <p:nvPr/>
        </p:nvGrpSpPr>
        <p:grpSpPr>
          <a:xfrm>
            <a:off x="6147119" y="1406717"/>
            <a:ext cx="362309" cy="361971"/>
            <a:chOff x="6147119" y="1406717"/>
            <a:chExt cx="362309" cy="361971"/>
          </a:xfrm>
          <a:solidFill>
            <a:srgbClr val="00ABAB"/>
          </a:solidFill>
        </p:grpSpPr>
        <p:sp>
          <p:nvSpPr>
            <p:cNvPr id="1579" name="Graphic 1100">
              <a:extLst>
                <a:ext uri="{FF2B5EF4-FFF2-40B4-BE49-F238E27FC236}">
                  <a16:creationId xmlns:a16="http://schemas.microsoft.com/office/drawing/2014/main" id="{073E1111-F338-F842-8D88-61C3CA1D64AE}"/>
                </a:ext>
              </a:extLst>
            </p:cNvPr>
            <p:cNvSpPr/>
            <p:nvPr/>
          </p:nvSpPr>
          <p:spPr>
            <a:xfrm>
              <a:off x="6261499" y="1505669"/>
              <a:ext cx="119491" cy="178113"/>
            </a:xfrm>
            <a:custGeom>
              <a:avLst/>
              <a:gdLst>
                <a:gd name="connsiteX0" fmla="*/ 31310 w 119491"/>
                <a:gd name="connsiteY0" fmla="*/ 52349 h 178113"/>
                <a:gd name="connsiteX1" fmla="*/ 37700 w 119491"/>
                <a:gd name="connsiteY1" fmla="*/ 45965 h 178113"/>
                <a:gd name="connsiteX2" fmla="*/ 119492 w 119491"/>
                <a:gd name="connsiteY2" fmla="*/ 45965 h 178113"/>
                <a:gd name="connsiteX3" fmla="*/ 119492 w 119491"/>
                <a:gd name="connsiteY3" fmla="*/ 0 h 178113"/>
                <a:gd name="connsiteX4" fmla="*/ 102878 w 119491"/>
                <a:gd name="connsiteY4" fmla="*/ 0 h 178113"/>
                <a:gd name="connsiteX5" fmla="*/ 102878 w 119491"/>
                <a:gd name="connsiteY5" fmla="*/ 8299 h 178113"/>
                <a:gd name="connsiteX6" fmla="*/ 96488 w 119491"/>
                <a:gd name="connsiteY6" fmla="*/ 14683 h 178113"/>
                <a:gd name="connsiteX7" fmla="*/ 23004 w 119491"/>
                <a:gd name="connsiteY7" fmla="*/ 14683 h 178113"/>
                <a:gd name="connsiteX8" fmla="*/ 16614 w 119491"/>
                <a:gd name="connsiteY8" fmla="*/ 8299 h 178113"/>
                <a:gd name="connsiteX9" fmla="*/ 16614 w 119491"/>
                <a:gd name="connsiteY9" fmla="*/ 0 h 178113"/>
                <a:gd name="connsiteX10" fmla="*/ 0 w 119491"/>
                <a:gd name="connsiteY10" fmla="*/ 0 h 178113"/>
                <a:gd name="connsiteX11" fmla="*/ 0 w 119491"/>
                <a:gd name="connsiteY11" fmla="*/ 178113 h 178113"/>
                <a:gd name="connsiteX12" fmla="*/ 31310 w 119491"/>
                <a:gd name="connsiteY12" fmla="*/ 178113 h 178113"/>
                <a:gd name="connsiteX13" fmla="*/ 31310 w 119491"/>
                <a:gd name="connsiteY13" fmla="*/ 52349 h 178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491" h="178113">
                  <a:moveTo>
                    <a:pt x="31310" y="52349"/>
                  </a:moveTo>
                  <a:cubicBezTo>
                    <a:pt x="31310" y="48518"/>
                    <a:pt x="33867" y="45965"/>
                    <a:pt x="37700" y="45965"/>
                  </a:cubicBezTo>
                  <a:lnTo>
                    <a:pt x="119492" y="45965"/>
                  </a:lnTo>
                  <a:lnTo>
                    <a:pt x="119492" y="0"/>
                  </a:lnTo>
                  <a:lnTo>
                    <a:pt x="102878" y="0"/>
                  </a:lnTo>
                  <a:lnTo>
                    <a:pt x="102878" y="8299"/>
                  </a:lnTo>
                  <a:cubicBezTo>
                    <a:pt x="102878" y="12130"/>
                    <a:pt x="100322" y="14683"/>
                    <a:pt x="96488" y="14683"/>
                  </a:cubicBezTo>
                  <a:lnTo>
                    <a:pt x="23004" y="14683"/>
                  </a:lnTo>
                  <a:cubicBezTo>
                    <a:pt x="19170" y="14683"/>
                    <a:pt x="16614" y="12130"/>
                    <a:pt x="16614" y="8299"/>
                  </a:cubicBezTo>
                  <a:lnTo>
                    <a:pt x="16614" y="0"/>
                  </a:lnTo>
                  <a:lnTo>
                    <a:pt x="0" y="0"/>
                  </a:lnTo>
                  <a:lnTo>
                    <a:pt x="0" y="178113"/>
                  </a:lnTo>
                  <a:lnTo>
                    <a:pt x="31310" y="178113"/>
                  </a:lnTo>
                  <a:lnTo>
                    <a:pt x="31310" y="52349"/>
                  </a:lnTo>
                  <a:close/>
                </a:path>
              </a:pathLst>
            </a:custGeom>
            <a:solidFill>
              <a:srgbClr val="00ABAB"/>
            </a:solidFill>
            <a:ln w="6390" cap="flat">
              <a:noFill/>
              <a:prstDash val="solid"/>
              <a:miter/>
            </a:ln>
          </p:spPr>
          <p:txBody>
            <a:bodyPr rtlCol="0" anchor="ctr"/>
            <a:lstStyle/>
            <a:p>
              <a:endParaRPr lang="en-US"/>
            </a:p>
          </p:txBody>
        </p:sp>
        <p:sp>
          <p:nvSpPr>
            <p:cNvPr id="1580" name="Graphic 1100">
              <a:extLst>
                <a:ext uri="{FF2B5EF4-FFF2-40B4-BE49-F238E27FC236}">
                  <a16:creationId xmlns:a16="http://schemas.microsoft.com/office/drawing/2014/main" id="{D5678BC4-620B-074D-A3B2-258EAB1FE4A8}"/>
                </a:ext>
              </a:extLst>
            </p:cNvPr>
            <p:cNvSpPr/>
            <p:nvPr/>
          </p:nvSpPr>
          <p:spPr>
            <a:xfrm>
              <a:off x="6305589" y="1564401"/>
              <a:ext cx="90098" cy="119380"/>
            </a:xfrm>
            <a:custGeom>
              <a:avLst/>
              <a:gdLst>
                <a:gd name="connsiteX0" fmla="*/ 0 w 90098"/>
                <a:gd name="connsiteY0" fmla="*/ 0 h 119380"/>
                <a:gd name="connsiteX1" fmla="*/ 0 w 90098"/>
                <a:gd name="connsiteY1" fmla="*/ 119380 h 119380"/>
                <a:gd name="connsiteX2" fmla="*/ 90098 w 90098"/>
                <a:gd name="connsiteY2" fmla="*/ 119380 h 119380"/>
                <a:gd name="connsiteX3" fmla="*/ 90098 w 90098"/>
                <a:gd name="connsiteY3" fmla="*/ 0 h 119380"/>
                <a:gd name="connsiteX4" fmla="*/ 0 w 90098"/>
                <a:gd name="connsiteY4" fmla="*/ 0 h 119380"/>
                <a:gd name="connsiteX5" fmla="*/ 67094 w 90098"/>
                <a:gd name="connsiteY5" fmla="*/ 95760 h 119380"/>
                <a:gd name="connsiteX6" fmla="*/ 23004 w 90098"/>
                <a:gd name="connsiteY6" fmla="*/ 95760 h 119380"/>
                <a:gd name="connsiteX7" fmla="*/ 16614 w 90098"/>
                <a:gd name="connsiteY7" fmla="*/ 89376 h 119380"/>
                <a:gd name="connsiteX8" fmla="*/ 23004 w 90098"/>
                <a:gd name="connsiteY8" fmla="*/ 82992 h 119380"/>
                <a:gd name="connsiteX9" fmla="*/ 67094 w 90098"/>
                <a:gd name="connsiteY9" fmla="*/ 82992 h 119380"/>
                <a:gd name="connsiteX10" fmla="*/ 73484 w 90098"/>
                <a:gd name="connsiteY10" fmla="*/ 89376 h 119380"/>
                <a:gd name="connsiteX11" fmla="*/ 67094 w 90098"/>
                <a:gd name="connsiteY11" fmla="*/ 95760 h 119380"/>
                <a:gd name="connsiteX12" fmla="*/ 67094 w 90098"/>
                <a:gd name="connsiteY12" fmla="*/ 66393 h 119380"/>
                <a:gd name="connsiteX13" fmla="*/ 23004 w 90098"/>
                <a:gd name="connsiteY13" fmla="*/ 66393 h 119380"/>
                <a:gd name="connsiteX14" fmla="*/ 16614 w 90098"/>
                <a:gd name="connsiteY14" fmla="*/ 60009 h 119380"/>
                <a:gd name="connsiteX15" fmla="*/ 23004 w 90098"/>
                <a:gd name="connsiteY15" fmla="*/ 53625 h 119380"/>
                <a:gd name="connsiteX16" fmla="*/ 67094 w 90098"/>
                <a:gd name="connsiteY16" fmla="*/ 53625 h 119380"/>
                <a:gd name="connsiteX17" fmla="*/ 73484 w 90098"/>
                <a:gd name="connsiteY17" fmla="*/ 60009 h 119380"/>
                <a:gd name="connsiteX18" fmla="*/ 67094 w 90098"/>
                <a:gd name="connsiteY18" fmla="*/ 66393 h 119380"/>
                <a:gd name="connsiteX19" fmla="*/ 67094 w 90098"/>
                <a:gd name="connsiteY19" fmla="*/ 37027 h 119380"/>
                <a:gd name="connsiteX20" fmla="*/ 23004 w 90098"/>
                <a:gd name="connsiteY20" fmla="*/ 37027 h 119380"/>
                <a:gd name="connsiteX21" fmla="*/ 16614 w 90098"/>
                <a:gd name="connsiteY21" fmla="*/ 30643 h 119380"/>
                <a:gd name="connsiteX22" fmla="*/ 23004 w 90098"/>
                <a:gd name="connsiteY22" fmla="*/ 24259 h 119380"/>
                <a:gd name="connsiteX23" fmla="*/ 67094 w 90098"/>
                <a:gd name="connsiteY23" fmla="*/ 24259 h 119380"/>
                <a:gd name="connsiteX24" fmla="*/ 73484 w 90098"/>
                <a:gd name="connsiteY24" fmla="*/ 30643 h 119380"/>
                <a:gd name="connsiteX25" fmla="*/ 67094 w 90098"/>
                <a:gd name="connsiteY25" fmla="*/ 37027 h 119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0098" h="119380">
                  <a:moveTo>
                    <a:pt x="0" y="0"/>
                  </a:moveTo>
                  <a:lnTo>
                    <a:pt x="0" y="119380"/>
                  </a:lnTo>
                  <a:lnTo>
                    <a:pt x="90098" y="119380"/>
                  </a:lnTo>
                  <a:lnTo>
                    <a:pt x="90098" y="0"/>
                  </a:lnTo>
                  <a:lnTo>
                    <a:pt x="0" y="0"/>
                  </a:lnTo>
                  <a:close/>
                  <a:moveTo>
                    <a:pt x="67094" y="95760"/>
                  </a:moveTo>
                  <a:lnTo>
                    <a:pt x="23004" y="95760"/>
                  </a:lnTo>
                  <a:cubicBezTo>
                    <a:pt x="19170" y="95760"/>
                    <a:pt x="16614" y="93206"/>
                    <a:pt x="16614" y="89376"/>
                  </a:cubicBezTo>
                  <a:cubicBezTo>
                    <a:pt x="16614" y="85545"/>
                    <a:pt x="19170" y="82992"/>
                    <a:pt x="23004" y="82992"/>
                  </a:cubicBezTo>
                  <a:lnTo>
                    <a:pt x="67094" y="82992"/>
                  </a:lnTo>
                  <a:cubicBezTo>
                    <a:pt x="70929" y="82992"/>
                    <a:pt x="73484" y="85545"/>
                    <a:pt x="73484" y="89376"/>
                  </a:cubicBezTo>
                  <a:cubicBezTo>
                    <a:pt x="73484" y="93206"/>
                    <a:pt x="70929" y="95760"/>
                    <a:pt x="67094" y="95760"/>
                  </a:cubicBezTo>
                  <a:close/>
                  <a:moveTo>
                    <a:pt x="67094" y="66393"/>
                  </a:moveTo>
                  <a:lnTo>
                    <a:pt x="23004" y="66393"/>
                  </a:lnTo>
                  <a:cubicBezTo>
                    <a:pt x="19170" y="66393"/>
                    <a:pt x="16614" y="63840"/>
                    <a:pt x="16614" y="60009"/>
                  </a:cubicBezTo>
                  <a:cubicBezTo>
                    <a:pt x="16614" y="56179"/>
                    <a:pt x="19170" y="53625"/>
                    <a:pt x="23004" y="53625"/>
                  </a:cubicBezTo>
                  <a:lnTo>
                    <a:pt x="67094" y="53625"/>
                  </a:lnTo>
                  <a:cubicBezTo>
                    <a:pt x="70929" y="53625"/>
                    <a:pt x="73484" y="56179"/>
                    <a:pt x="73484" y="60009"/>
                  </a:cubicBezTo>
                  <a:cubicBezTo>
                    <a:pt x="73484" y="63840"/>
                    <a:pt x="70929" y="66393"/>
                    <a:pt x="67094" y="66393"/>
                  </a:cubicBezTo>
                  <a:close/>
                  <a:moveTo>
                    <a:pt x="67094" y="37027"/>
                  </a:moveTo>
                  <a:lnTo>
                    <a:pt x="23004" y="37027"/>
                  </a:lnTo>
                  <a:cubicBezTo>
                    <a:pt x="19170" y="37027"/>
                    <a:pt x="16614" y="34473"/>
                    <a:pt x="16614" y="30643"/>
                  </a:cubicBezTo>
                  <a:cubicBezTo>
                    <a:pt x="16614" y="26813"/>
                    <a:pt x="19170" y="24259"/>
                    <a:pt x="23004" y="24259"/>
                  </a:cubicBezTo>
                  <a:lnTo>
                    <a:pt x="67094" y="24259"/>
                  </a:lnTo>
                  <a:cubicBezTo>
                    <a:pt x="70929" y="24259"/>
                    <a:pt x="73484" y="26813"/>
                    <a:pt x="73484" y="30643"/>
                  </a:cubicBezTo>
                  <a:cubicBezTo>
                    <a:pt x="73484" y="34473"/>
                    <a:pt x="70929" y="37027"/>
                    <a:pt x="67094" y="37027"/>
                  </a:cubicBezTo>
                  <a:close/>
                </a:path>
              </a:pathLst>
            </a:custGeom>
            <a:solidFill>
              <a:srgbClr val="00ABAB"/>
            </a:solidFill>
            <a:ln w="6390" cap="flat">
              <a:noFill/>
              <a:prstDash val="solid"/>
              <a:miter/>
            </a:ln>
          </p:spPr>
          <p:txBody>
            <a:bodyPr rtlCol="0" anchor="ctr"/>
            <a:lstStyle/>
            <a:p>
              <a:endParaRPr lang="en-US"/>
            </a:p>
          </p:txBody>
        </p:sp>
        <p:sp>
          <p:nvSpPr>
            <p:cNvPr id="1581" name="Graphic 1100">
              <a:extLst>
                <a:ext uri="{FF2B5EF4-FFF2-40B4-BE49-F238E27FC236}">
                  <a16:creationId xmlns:a16="http://schemas.microsoft.com/office/drawing/2014/main" id="{FAEEC119-7E2A-6D45-8128-09D97D5A87EB}"/>
                </a:ext>
              </a:extLst>
            </p:cNvPr>
            <p:cNvSpPr/>
            <p:nvPr/>
          </p:nvSpPr>
          <p:spPr>
            <a:xfrm>
              <a:off x="6147119" y="1406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61349 w 362309"/>
                <a:gd name="connsiteY7" fmla="*/ 283449 h 361971"/>
                <a:gd name="connsiteX8" fmla="*/ 254959 w 362309"/>
                <a:gd name="connsiteY8" fmla="*/ 289833 h 361971"/>
                <a:gd name="connsiteX9" fmla="*/ 107990 w 362309"/>
                <a:gd name="connsiteY9" fmla="*/ 289833 h 361971"/>
                <a:gd name="connsiteX10" fmla="*/ 101600 w 362309"/>
                <a:gd name="connsiteY10" fmla="*/ 283449 h 361971"/>
                <a:gd name="connsiteX11" fmla="*/ 101600 w 362309"/>
                <a:gd name="connsiteY11" fmla="*/ 91929 h 361971"/>
                <a:gd name="connsiteX12" fmla="*/ 107990 w 362309"/>
                <a:gd name="connsiteY12" fmla="*/ 85545 h 361971"/>
                <a:gd name="connsiteX13" fmla="*/ 130994 w 362309"/>
                <a:gd name="connsiteY13" fmla="*/ 85545 h 361971"/>
                <a:gd name="connsiteX14" fmla="*/ 130994 w 362309"/>
                <a:gd name="connsiteY14" fmla="*/ 77246 h 361971"/>
                <a:gd name="connsiteX15" fmla="*/ 137384 w 362309"/>
                <a:gd name="connsiteY15" fmla="*/ 70862 h 361971"/>
                <a:gd name="connsiteX16" fmla="*/ 210868 w 362309"/>
                <a:gd name="connsiteY16" fmla="*/ 70862 h 361971"/>
                <a:gd name="connsiteX17" fmla="*/ 217258 w 362309"/>
                <a:gd name="connsiteY17" fmla="*/ 77246 h 361971"/>
                <a:gd name="connsiteX18" fmla="*/ 217258 w 362309"/>
                <a:gd name="connsiteY18" fmla="*/ 85545 h 361971"/>
                <a:gd name="connsiteX19" fmla="*/ 240261 w 362309"/>
                <a:gd name="connsiteY19" fmla="*/ 85545 h 361971"/>
                <a:gd name="connsiteX20" fmla="*/ 246651 w 362309"/>
                <a:gd name="connsiteY20" fmla="*/ 91929 h 361971"/>
                <a:gd name="connsiteX21" fmla="*/ 246651 w 362309"/>
                <a:gd name="connsiteY21" fmla="*/ 144278 h 361971"/>
                <a:gd name="connsiteX22" fmla="*/ 254959 w 362309"/>
                <a:gd name="connsiteY22" fmla="*/ 144278 h 361971"/>
                <a:gd name="connsiteX23" fmla="*/ 261349 w 362309"/>
                <a:gd name="connsiteY23" fmla="*/ 150662 h 361971"/>
                <a:gd name="connsiteX24" fmla="*/ 261349 w 362309"/>
                <a:gd name="connsiteY24" fmla="*/ 28344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0438"/>
                    <a:pt x="281157" y="0"/>
                    <a:pt x="181474" y="0"/>
                  </a:cubicBezTo>
                  <a:lnTo>
                    <a:pt x="181474" y="0"/>
                  </a:lnTo>
                  <a:close/>
                  <a:moveTo>
                    <a:pt x="261349" y="283449"/>
                  </a:moveTo>
                  <a:cubicBezTo>
                    <a:pt x="261349" y="287279"/>
                    <a:pt x="258792" y="289833"/>
                    <a:pt x="254959" y="289833"/>
                  </a:cubicBezTo>
                  <a:lnTo>
                    <a:pt x="107990" y="289833"/>
                  </a:lnTo>
                  <a:cubicBezTo>
                    <a:pt x="104156" y="289833"/>
                    <a:pt x="101600" y="287279"/>
                    <a:pt x="101600" y="283449"/>
                  </a:cubicBezTo>
                  <a:lnTo>
                    <a:pt x="101600" y="91929"/>
                  </a:lnTo>
                  <a:cubicBezTo>
                    <a:pt x="101600" y="88099"/>
                    <a:pt x="104156" y="85545"/>
                    <a:pt x="107990" y="85545"/>
                  </a:cubicBezTo>
                  <a:lnTo>
                    <a:pt x="130994" y="85545"/>
                  </a:lnTo>
                  <a:lnTo>
                    <a:pt x="130994" y="77246"/>
                  </a:lnTo>
                  <a:cubicBezTo>
                    <a:pt x="130994" y="73416"/>
                    <a:pt x="133550" y="70862"/>
                    <a:pt x="137384" y="70862"/>
                  </a:cubicBezTo>
                  <a:lnTo>
                    <a:pt x="210868" y="70862"/>
                  </a:lnTo>
                  <a:cubicBezTo>
                    <a:pt x="214702" y="70862"/>
                    <a:pt x="217258" y="73416"/>
                    <a:pt x="217258" y="77246"/>
                  </a:cubicBezTo>
                  <a:lnTo>
                    <a:pt x="217258" y="85545"/>
                  </a:lnTo>
                  <a:lnTo>
                    <a:pt x="240261" y="85545"/>
                  </a:lnTo>
                  <a:cubicBezTo>
                    <a:pt x="244096" y="85545"/>
                    <a:pt x="246651" y="88099"/>
                    <a:pt x="246651" y="91929"/>
                  </a:cubicBezTo>
                  <a:lnTo>
                    <a:pt x="246651" y="144278"/>
                  </a:lnTo>
                  <a:lnTo>
                    <a:pt x="254959" y="144278"/>
                  </a:lnTo>
                  <a:cubicBezTo>
                    <a:pt x="258792" y="144278"/>
                    <a:pt x="261349" y="146832"/>
                    <a:pt x="261349" y="150662"/>
                  </a:cubicBezTo>
                  <a:lnTo>
                    <a:pt x="261349" y="283449"/>
                  </a:lnTo>
                  <a:close/>
                </a:path>
              </a:pathLst>
            </a:custGeom>
            <a:solidFill>
              <a:srgbClr val="00ABAB"/>
            </a:solidFill>
            <a:ln w="6390" cap="flat">
              <a:noFill/>
              <a:prstDash val="solid"/>
              <a:miter/>
            </a:ln>
          </p:spPr>
          <p:txBody>
            <a:bodyPr rtlCol="0" anchor="ctr"/>
            <a:lstStyle/>
            <a:p>
              <a:endParaRPr lang="en-US"/>
            </a:p>
          </p:txBody>
        </p:sp>
        <p:sp>
          <p:nvSpPr>
            <p:cNvPr id="1582" name="Graphic 1100">
              <a:extLst>
                <a:ext uri="{FF2B5EF4-FFF2-40B4-BE49-F238E27FC236}">
                  <a16:creationId xmlns:a16="http://schemas.microsoft.com/office/drawing/2014/main" id="{EBE2C7E5-B1DD-C54A-BB22-BE772ACFB559}"/>
                </a:ext>
              </a:extLst>
            </p:cNvPr>
            <p:cNvSpPr/>
            <p:nvPr/>
          </p:nvSpPr>
          <p:spPr>
            <a:xfrm>
              <a:off x="6290893" y="1490986"/>
              <a:ext cx="60704" cy="16598"/>
            </a:xfrm>
            <a:custGeom>
              <a:avLst/>
              <a:gdLst>
                <a:gd name="connsiteX0" fmla="*/ 0 w 60704"/>
                <a:gd name="connsiteY0" fmla="*/ 0 h 16598"/>
                <a:gd name="connsiteX1" fmla="*/ 60704 w 60704"/>
                <a:gd name="connsiteY1" fmla="*/ 0 h 16598"/>
                <a:gd name="connsiteX2" fmla="*/ 60704 w 60704"/>
                <a:gd name="connsiteY2" fmla="*/ 16598 h 16598"/>
                <a:gd name="connsiteX3" fmla="*/ 0 w 60704"/>
                <a:gd name="connsiteY3" fmla="*/ 16598 h 16598"/>
              </a:gdLst>
              <a:ahLst/>
              <a:cxnLst>
                <a:cxn ang="0">
                  <a:pos x="connsiteX0" y="connsiteY0"/>
                </a:cxn>
                <a:cxn ang="0">
                  <a:pos x="connsiteX1" y="connsiteY1"/>
                </a:cxn>
                <a:cxn ang="0">
                  <a:pos x="connsiteX2" y="connsiteY2"/>
                </a:cxn>
                <a:cxn ang="0">
                  <a:pos x="connsiteX3" y="connsiteY3"/>
                </a:cxn>
              </a:cxnLst>
              <a:rect l="l" t="t" r="r" b="b"/>
              <a:pathLst>
                <a:path w="60704" h="16598">
                  <a:moveTo>
                    <a:pt x="0" y="0"/>
                  </a:moveTo>
                  <a:lnTo>
                    <a:pt x="60704" y="0"/>
                  </a:lnTo>
                  <a:lnTo>
                    <a:pt x="60704" y="16598"/>
                  </a:lnTo>
                  <a:lnTo>
                    <a:pt x="0" y="16598"/>
                  </a:lnTo>
                  <a:close/>
                </a:path>
              </a:pathLst>
            </a:custGeom>
            <a:solidFill>
              <a:srgbClr val="00ABAB"/>
            </a:solidFill>
            <a:ln w="6390" cap="flat">
              <a:noFill/>
              <a:prstDash val="solid"/>
              <a:miter/>
            </a:ln>
          </p:spPr>
          <p:txBody>
            <a:bodyPr rtlCol="0" anchor="ctr"/>
            <a:lstStyle/>
            <a:p>
              <a:endParaRPr lang="en-US"/>
            </a:p>
          </p:txBody>
        </p:sp>
      </p:grpSp>
      <p:grpSp>
        <p:nvGrpSpPr>
          <p:cNvPr id="1583" name="Graphic 1100">
            <a:extLst>
              <a:ext uri="{FF2B5EF4-FFF2-40B4-BE49-F238E27FC236}">
                <a16:creationId xmlns:a16="http://schemas.microsoft.com/office/drawing/2014/main" id="{EF31BD53-892B-B347-9DE3-9CF116581EF0}"/>
              </a:ext>
            </a:extLst>
          </p:cNvPr>
          <p:cNvGrpSpPr/>
          <p:nvPr/>
        </p:nvGrpSpPr>
        <p:grpSpPr>
          <a:xfrm>
            <a:off x="5099808" y="3343617"/>
            <a:ext cx="362309" cy="361971"/>
            <a:chOff x="5099808" y="3343617"/>
            <a:chExt cx="362309" cy="361971"/>
          </a:xfrm>
          <a:solidFill>
            <a:srgbClr val="00ABAB"/>
          </a:solidFill>
        </p:grpSpPr>
        <p:sp>
          <p:nvSpPr>
            <p:cNvPr id="1584" name="Graphic 1100">
              <a:extLst>
                <a:ext uri="{FF2B5EF4-FFF2-40B4-BE49-F238E27FC236}">
                  <a16:creationId xmlns:a16="http://schemas.microsoft.com/office/drawing/2014/main" id="{9463317D-B94A-F14F-8AF3-306147EB2C87}"/>
                </a:ext>
              </a:extLst>
            </p:cNvPr>
            <p:cNvSpPr/>
            <p:nvPr/>
          </p:nvSpPr>
          <p:spPr>
            <a:xfrm>
              <a:off x="5316936" y="3494918"/>
              <a:ext cx="1408" cy="1595"/>
            </a:xfrm>
            <a:custGeom>
              <a:avLst/>
              <a:gdLst>
                <a:gd name="connsiteX0" fmla="*/ 1408 w 1408"/>
                <a:gd name="connsiteY0" fmla="*/ 638 h 1595"/>
                <a:gd name="connsiteX1" fmla="*/ 770 w 1408"/>
                <a:gd name="connsiteY1" fmla="*/ 0 h 1595"/>
                <a:gd name="connsiteX2" fmla="*/ 130 w 1408"/>
                <a:gd name="connsiteY2" fmla="*/ 638 h 1595"/>
                <a:gd name="connsiteX3" fmla="*/ 130 w 1408"/>
                <a:gd name="connsiteY3" fmla="*/ 638 h 1595"/>
                <a:gd name="connsiteX4" fmla="*/ 1408 w 1408"/>
                <a:gd name="connsiteY4" fmla="*/ 638 h 1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8" h="1595">
                  <a:moveTo>
                    <a:pt x="1408" y="638"/>
                  </a:moveTo>
                  <a:cubicBezTo>
                    <a:pt x="1408" y="0"/>
                    <a:pt x="770" y="0"/>
                    <a:pt x="770" y="0"/>
                  </a:cubicBezTo>
                  <a:cubicBezTo>
                    <a:pt x="770" y="0"/>
                    <a:pt x="130" y="638"/>
                    <a:pt x="130" y="638"/>
                  </a:cubicBezTo>
                  <a:cubicBezTo>
                    <a:pt x="130" y="638"/>
                    <a:pt x="130" y="638"/>
                    <a:pt x="130" y="638"/>
                  </a:cubicBezTo>
                  <a:cubicBezTo>
                    <a:pt x="-508" y="1915"/>
                    <a:pt x="1408" y="1915"/>
                    <a:pt x="1408" y="638"/>
                  </a:cubicBezTo>
                  <a:close/>
                </a:path>
              </a:pathLst>
            </a:custGeom>
            <a:solidFill>
              <a:srgbClr val="00ABAB"/>
            </a:solidFill>
            <a:ln w="6390" cap="flat">
              <a:noFill/>
              <a:prstDash val="solid"/>
              <a:miter/>
            </a:ln>
          </p:spPr>
          <p:txBody>
            <a:bodyPr rtlCol="0" anchor="ctr"/>
            <a:lstStyle/>
            <a:p>
              <a:endParaRPr lang="en-US"/>
            </a:p>
          </p:txBody>
        </p:sp>
        <p:sp>
          <p:nvSpPr>
            <p:cNvPr id="1585" name="Graphic 1100">
              <a:extLst>
                <a:ext uri="{FF2B5EF4-FFF2-40B4-BE49-F238E27FC236}">
                  <a16:creationId xmlns:a16="http://schemas.microsoft.com/office/drawing/2014/main" id="{379E60D9-E7D2-CF44-8EB8-7BF18165C911}"/>
                </a:ext>
              </a:extLst>
            </p:cNvPr>
            <p:cNvSpPr/>
            <p:nvPr/>
          </p:nvSpPr>
          <p:spPr>
            <a:xfrm>
              <a:off x="5186072" y="3508963"/>
              <a:ext cx="190420" cy="82353"/>
            </a:xfrm>
            <a:custGeom>
              <a:avLst/>
              <a:gdLst>
                <a:gd name="connsiteX0" fmla="*/ 159748 w 190420"/>
                <a:gd name="connsiteY0" fmla="*/ 33196 h 82353"/>
                <a:gd name="connsiteX1" fmla="*/ 132272 w 190420"/>
                <a:gd name="connsiteY1" fmla="*/ 60648 h 82353"/>
                <a:gd name="connsiteX2" fmla="*/ 123326 w 190420"/>
                <a:gd name="connsiteY2" fmla="*/ 60648 h 82353"/>
                <a:gd name="connsiteX3" fmla="*/ 123326 w 190420"/>
                <a:gd name="connsiteY3" fmla="*/ 60648 h 82353"/>
                <a:gd name="connsiteX4" fmla="*/ 62622 w 190420"/>
                <a:gd name="connsiteY4" fmla="*/ 0 h 82353"/>
                <a:gd name="connsiteX5" fmla="*/ 0 w 190420"/>
                <a:gd name="connsiteY5" fmla="*/ 62563 h 82353"/>
                <a:gd name="connsiteX6" fmla="*/ 0 w 190420"/>
                <a:gd name="connsiteY6" fmla="*/ 82353 h 82353"/>
                <a:gd name="connsiteX7" fmla="*/ 190420 w 190420"/>
                <a:gd name="connsiteY7" fmla="*/ 82353 h 82353"/>
                <a:gd name="connsiteX8" fmla="*/ 190420 w 190420"/>
                <a:gd name="connsiteY8" fmla="*/ 75969 h 82353"/>
                <a:gd name="connsiteX9" fmla="*/ 159748 w 190420"/>
                <a:gd name="connsiteY9" fmla="*/ 33196 h 8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420" h="82353">
                  <a:moveTo>
                    <a:pt x="159748" y="33196"/>
                  </a:moveTo>
                  <a:lnTo>
                    <a:pt x="132272" y="60648"/>
                  </a:lnTo>
                  <a:cubicBezTo>
                    <a:pt x="129716" y="63201"/>
                    <a:pt x="125882" y="63201"/>
                    <a:pt x="123326" y="60648"/>
                  </a:cubicBezTo>
                  <a:cubicBezTo>
                    <a:pt x="123326" y="60648"/>
                    <a:pt x="123326" y="60648"/>
                    <a:pt x="123326" y="60648"/>
                  </a:cubicBezTo>
                  <a:lnTo>
                    <a:pt x="62622" y="0"/>
                  </a:lnTo>
                  <a:lnTo>
                    <a:pt x="0" y="62563"/>
                  </a:lnTo>
                  <a:lnTo>
                    <a:pt x="0" y="82353"/>
                  </a:lnTo>
                  <a:lnTo>
                    <a:pt x="190420" y="82353"/>
                  </a:lnTo>
                  <a:lnTo>
                    <a:pt x="190420" y="75969"/>
                  </a:lnTo>
                  <a:lnTo>
                    <a:pt x="159748" y="33196"/>
                  </a:lnTo>
                  <a:close/>
                </a:path>
              </a:pathLst>
            </a:custGeom>
            <a:solidFill>
              <a:srgbClr val="00ABAB"/>
            </a:solidFill>
            <a:ln w="6390" cap="flat">
              <a:noFill/>
              <a:prstDash val="solid"/>
              <a:miter/>
            </a:ln>
          </p:spPr>
          <p:txBody>
            <a:bodyPr rtlCol="0" anchor="ctr"/>
            <a:lstStyle/>
            <a:p>
              <a:endParaRPr lang="en-US"/>
            </a:p>
          </p:txBody>
        </p:sp>
        <p:sp>
          <p:nvSpPr>
            <p:cNvPr id="1586" name="Graphic 1100">
              <a:extLst>
                <a:ext uri="{FF2B5EF4-FFF2-40B4-BE49-F238E27FC236}">
                  <a16:creationId xmlns:a16="http://schemas.microsoft.com/office/drawing/2014/main" id="{4B3B2680-9D15-B44C-A651-09036EA7E2D6}"/>
                </a:ext>
              </a:extLst>
            </p:cNvPr>
            <p:cNvSpPr/>
            <p:nvPr/>
          </p:nvSpPr>
          <p:spPr>
            <a:xfrm>
              <a:off x="5186072" y="3458529"/>
              <a:ext cx="190420" cy="104058"/>
            </a:xfrm>
            <a:custGeom>
              <a:avLst/>
              <a:gdLst>
                <a:gd name="connsiteX0" fmla="*/ 58149 w 190420"/>
                <a:gd name="connsiteY0" fmla="*/ 36389 h 104058"/>
                <a:gd name="connsiteX1" fmla="*/ 67094 w 190420"/>
                <a:gd name="connsiteY1" fmla="*/ 36389 h 104058"/>
                <a:gd name="connsiteX2" fmla="*/ 67094 w 190420"/>
                <a:gd name="connsiteY2" fmla="*/ 36389 h 104058"/>
                <a:gd name="connsiteX3" fmla="*/ 127799 w 190420"/>
                <a:gd name="connsiteY3" fmla="*/ 97037 h 104058"/>
                <a:gd name="connsiteX4" fmla="*/ 155915 w 190420"/>
                <a:gd name="connsiteY4" fmla="*/ 68947 h 104058"/>
                <a:gd name="connsiteX5" fmla="*/ 161027 w 190420"/>
                <a:gd name="connsiteY5" fmla="*/ 67032 h 104058"/>
                <a:gd name="connsiteX6" fmla="*/ 165500 w 190420"/>
                <a:gd name="connsiteY6" fmla="*/ 69586 h 104058"/>
                <a:gd name="connsiteX7" fmla="*/ 190420 w 190420"/>
                <a:gd name="connsiteY7" fmla="*/ 104059 h 104058"/>
                <a:gd name="connsiteX8" fmla="*/ 190420 w 190420"/>
                <a:gd name="connsiteY8" fmla="*/ 0 h 104058"/>
                <a:gd name="connsiteX9" fmla="*/ 0 w 190420"/>
                <a:gd name="connsiteY9" fmla="*/ 0 h 104058"/>
                <a:gd name="connsiteX10" fmla="*/ 0 w 190420"/>
                <a:gd name="connsiteY10" fmla="*/ 94483 h 104058"/>
                <a:gd name="connsiteX11" fmla="*/ 58149 w 190420"/>
                <a:gd name="connsiteY11" fmla="*/ 36389 h 104058"/>
                <a:gd name="connsiteX12" fmla="*/ 131633 w 190420"/>
                <a:gd name="connsiteY12" fmla="*/ 25536 h 104058"/>
                <a:gd name="connsiteX13" fmla="*/ 143774 w 190420"/>
                <a:gd name="connsiteY13" fmla="*/ 37666 h 104058"/>
                <a:gd name="connsiteX14" fmla="*/ 131633 w 190420"/>
                <a:gd name="connsiteY14" fmla="*/ 49795 h 104058"/>
                <a:gd name="connsiteX15" fmla="*/ 119492 w 190420"/>
                <a:gd name="connsiteY15" fmla="*/ 37666 h 104058"/>
                <a:gd name="connsiteX16" fmla="*/ 131633 w 190420"/>
                <a:gd name="connsiteY16" fmla="*/ 25536 h 104058"/>
                <a:gd name="connsiteX17" fmla="*/ 131633 w 190420"/>
                <a:gd name="connsiteY17" fmla="*/ 25536 h 104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0420" h="104058">
                  <a:moveTo>
                    <a:pt x="58149" y="36389"/>
                  </a:moveTo>
                  <a:cubicBezTo>
                    <a:pt x="60704" y="33835"/>
                    <a:pt x="64539" y="33835"/>
                    <a:pt x="67094" y="36389"/>
                  </a:cubicBezTo>
                  <a:cubicBezTo>
                    <a:pt x="67094" y="36389"/>
                    <a:pt x="67094" y="36389"/>
                    <a:pt x="67094" y="36389"/>
                  </a:cubicBezTo>
                  <a:lnTo>
                    <a:pt x="127799" y="97037"/>
                  </a:lnTo>
                  <a:lnTo>
                    <a:pt x="155915" y="68947"/>
                  </a:lnTo>
                  <a:cubicBezTo>
                    <a:pt x="157193" y="67670"/>
                    <a:pt x="159110" y="67032"/>
                    <a:pt x="161027" y="67032"/>
                  </a:cubicBezTo>
                  <a:cubicBezTo>
                    <a:pt x="162943" y="67032"/>
                    <a:pt x="164861" y="68309"/>
                    <a:pt x="165500" y="69586"/>
                  </a:cubicBezTo>
                  <a:lnTo>
                    <a:pt x="190420" y="104059"/>
                  </a:lnTo>
                  <a:lnTo>
                    <a:pt x="190420" y="0"/>
                  </a:lnTo>
                  <a:lnTo>
                    <a:pt x="0" y="0"/>
                  </a:lnTo>
                  <a:lnTo>
                    <a:pt x="0" y="94483"/>
                  </a:lnTo>
                  <a:lnTo>
                    <a:pt x="58149" y="36389"/>
                  </a:lnTo>
                  <a:close/>
                  <a:moveTo>
                    <a:pt x="131633" y="25536"/>
                  </a:moveTo>
                  <a:cubicBezTo>
                    <a:pt x="138023" y="25536"/>
                    <a:pt x="143774" y="30643"/>
                    <a:pt x="143774" y="37666"/>
                  </a:cubicBezTo>
                  <a:cubicBezTo>
                    <a:pt x="143774" y="44688"/>
                    <a:pt x="138662" y="49795"/>
                    <a:pt x="131633" y="49795"/>
                  </a:cubicBezTo>
                  <a:cubicBezTo>
                    <a:pt x="125243" y="49795"/>
                    <a:pt x="119492" y="44688"/>
                    <a:pt x="119492" y="37666"/>
                  </a:cubicBezTo>
                  <a:cubicBezTo>
                    <a:pt x="119492" y="30643"/>
                    <a:pt x="124604" y="25536"/>
                    <a:pt x="131633" y="25536"/>
                  </a:cubicBezTo>
                  <a:lnTo>
                    <a:pt x="131633" y="25536"/>
                  </a:lnTo>
                  <a:close/>
                </a:path>
              </a:pathLst>
            </a:custGeom>
            <a:solidFill>
              <a:srgbClr val="00ABAB"/>
            </a:solidFill>
            <a:ln w="6390" cap="flat">
              <a:noFill/>
              <a:prstDash val="solid"/>
              <a:miter/>
            </a:ln>
          </p:spPr>
          <p:txBody>
            <a:bodyPr rtlCol="0" anchor="ctr"/>
            <a:lstStyle/>
            <a:p>
              <a:endParaRPr lang="en-US"/>
            </a:p>
          </p:txBody>
        </p:sp>
        <p:sp>
          <p:nvSpPr>
            <p:cNvPr id="1587" name="Graphic 1100">
              <a:extLst>
                <a:ext uri="{FF2B5EF4-FFF2-40B4-BE49-F238E27FC236}">
                  <a16:creationId xmlns:a16="http://schemas.microsoft.com/office/drawing/2014/main" id="{12095AF4-F8C0-7247-B2EA-4A2906B096FE}"/>
                </a:ext>
              </a:extLst>
            </p:cNvPr>
            <p:cNvSpPr/>
            <p:nvPr/>
          </p:nvSpPr>
          <p:spPr>
            <a:xfrm>
              <a:off x="5099808" y="33436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89464 w 362309"/>
                <a:gd name="connsiteY6" fmla="*/ 253444 h 361971"/>
                <a:gd name="connsiteX7" fmla="*/ 283075 w 362309"/>
                <a:gd name="connsiteY7" fmla="*/ 259828 h 361971"/>
                <a:gd name="connsiteX8" fmla="*/ 79874 w 362309"/>
                <a:gd name="connsiteY8" fmla="*/ 259828 h 361971"/>
                <a:gd name="connsiteX9" fmla="*/ 73484 w 362309"/>
                <a:gd name="connsiteY9" fmla="*/ 253444 h 361971"/>
                <a:gd name="connsiteX10" fmla="*/ 73484 w 362309"/>
                <a:gd name="connsiteY10" fmla="*/ 108528 h 361971"/>
                <a:gd name="connsiteX11" fmla="*/ 79874 w 362309"/>
                <a:gd name="connsiteY11" fmla="*/ 102144 h 361971"/>
                <a:gd name="connsiteX12" fmla="*/ 283075 w 362309"/>
                <a:gd name="connsiteY12" fmla="*/ 102144 h 361971"/>
                <a:gd name="connsiteX13" fmla="*/ 289464 w 362309"/>
                <a:gd name="connsiteY13" fmla="*/ 108528 h 361971"/>
                <a:gd name="connsiteX14" fmla="*/ 289464 w 362309"/>
                <a:gd name="connsiteY14" fmla="*/ 25344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310" y="81077"/>
                    <a:pt x="281157" y="0"/>
                    <a:pt x="181474" y="0"/>
                  </a:cubicBezTo>
                  <a:close/>
                  <a:moveTo>
                    <a:pt x="289464" y="253444"/>
                  </a:moveTo>
                  <a:cubicBezTo>
                    <a:pt x="289464" y="257274"/>
                    <a:pt x="286908" y="259828"/>
                    <a:pt x="283075" y="259828"/>
                  </a:cubicBezTo>
                  <a:lnTo>
                    <a:pt x="79874" y="259828"/>
                  </a:lnTo>
                  <a:cubicBezTo>
                    <a:pt x="76040" y="259828"/>
                    <a:pt x="73484" y="257274"/>
                    <a:pt x="73484" y="253444"/>
                  </a:cubicBezTo>
                  <a:lnTo>
                    <a:pt x="73484" y="108528"/>
                  </a:lnTo>
                  <a:cubicBezTo>
                    <a:pt x="73484" y="104697"/>
                    <a:pt x="76040" y="102144"/>
                    <a:pt x="79874" y="102144"/>
                  </a:cubicBezTo>
                  <a:lnTo>
                    <a:pt x="283075" y="102144"/>
                  </a:lnTo>
                  <a:cubicBezTo>
                    <a:pt x="286908" y="102144"/>
                    <a:pt x="289464" y="104697"/>
                    <a:pt x="289464" y="108528"/>
                  </a:cubicBezTo>
                  <a:lnTo>
                    <a:pt x="289464" y="253444"/>
                  </a:lnTo>
                  <a:close/>
                </a:path>
              </a:pathLst>
            </a:custGeom>
            <a:solidFill>
              <a:srgbClr val="00ABAB"/>
            </a:solidFill>
            <a:ln w="6390" cap="flat">
              <a:noFill/>
              <a:prstDash val="solid"/>
              <a:miter/>
            </a:ln>
          </p:spPr>
          <p:txBody>
            <a:bodyPr rtlCol="0" anchor="ctr"/>
            <a:lstStyle/>
            <a:p>
              <a:endParaRPr lang="en-US"/>
            </a:p>
          </p:txBody>
        </p:sp>
      </p:grpSp>
      <p:sp>
        <p:nvSpPr>
          <p:cNvPr id="1588" name="Graphic 1100">
            <a:extLst>
              <a:ext uri="{FF2B5EF4-FFF2-40B4-BE49-F238E27FC236}">
                <a16:creationId xmlns:a16="http://schemas.microsoft.com/office/drawing/2014/main" id="{6329574F-9C85-2843-9C0B-12075A873DC1}"/>
              </a:ext>
            </a:extLst>
          </p:cNvPr>
          <p:cNvSpPr/>
          <p:nvPr/>
        </p:nvSpPr>
        <p:spPr>
          <a:xfrm>
            <a:off x="10326138" y="3828162"/>
            <a:ext cx="361670" cy="361971"/>
          </a:xfrm>
          <a:custGeom>
            <a:avLst/>
            <a:gdLst>
              <a:gd name="connsiteX0" fmla="*/ 180836 w 361670"/>
              <a:gd name="connsiteY0" fmla="*/ 0 h 361971"/>
              <a:gd name="connsiteX1" fmla="*/ 0 w 361670"/>
              <a:gd name="connsiteY1" fmla="*/ 180667 h 361971"/>
              <a:gd name="connsiteX2" fmla="*/ 180836 w 361670"/>
              <a:gd name="connsiteY2" fmla="*/ 361971 h 361971"/>
              <a:gd name="connsiteX3" fmla="*/ 361670 w 361670"/>
              <a:gd name="connsiteY3" fmla="*/ 181305 h 361971"/>
              <a:gd name="connsiteX4" fmla="*/ 361670 w 361670"/>
              <a:gd name="connsiteY4" fmla="*/ 181305 h 361971"/>
              <a:gd name="connsiteX5" fmla="*/ 180836 w 361670"/>
              <a:gd name="connsiteY5" fmla="*/ 0 h 361971"/>
              <a:gd name="connsiteX6" fmla="*/ 286270 w 361670"/>
              <a:gd name="connsiteY6" fmla="*/ 260466 h 361971"/>
              <a:gd name="connsiteX7" fmla="*/ 240261 w 361670"/>
              <a:gd name="connsiteY7" fmla="*/ 260466 h 361971"/>
              <a:gd name="connsiteX8" fmla="*/ 233872 w 361670"/>
              <a:gd name="connsiteY8" fmla="*/ 254082 h 361971"/>
              <a:gd name="connsiteX9" fmla="*/ 233872 w 361670"/>
              <a:gd name="connsiteY9" fmla="*/ 208118 h 361971"/>
              <a:gd name="connsiteX10" fmla="*/ 240261 w 361670"/>
              <a:gd name="connsiteY10" fmla="*/ 201734 h 361971"/>
              <a:gd name="connsiteX11" fmla="*/ 246651 w 361670"/>
              <a:gd name="connsiteY11" fmla="*/ 208118 h 361971"/>
              <a:gd name="connsiteX12" fmla="*/ 246651 w 361670"/>
              <a:gd name="connsiteY12" fmla="*/ 243230 h 361971"/>
              <a:gd name="connsiteX13" fmla="*/ 238345 w 361670"/>
              <a:gd name="connsiteY13" fmla="*/ 109804 h 361971"/>
              <a:gd name="connsiteX14" fmla="*/ 104795 w 361670"/>
              <a:gd name="connsiteY14" fmla="*/ 118104 h 361971"/>
              <a:gd name="connsiteX15" fmla="*/ 113102 w 361670"/>
              <a:gd name="connsiteY15" fmla="*/ 251529 h 361971"/>
              <a:gd name="connsiteX16" fmla="*/ 176362 w 361670"/>
              <a:gd name="connsiteY16" fmla="*/ 275149 h 361971"/>
              <a:gd name="connsiteX17" fmla="*/ 182752 w 361670"/>
              <a:gd name="connsiteY17" fmla="*/ 281533 h 361971"/>
              <a:gd name="connsiteX18" fmla="*/ 176362 w 361670"/>
              <a:gd name="connsiteY18" fmla="*/ 287917 h 361971"/>
              <a:gd name="connsiteX19" fmla="*/ 69012 w 361670"/>
              <a:gd name="connsiteY19" fmla="*/ 180667 h 361971"/>
              <a:gd name="connsiteX20" fmla="*/ 176362 w 361670"/>
              <a:gd name="connsiteY20" fmla="*/ 73416 h 361971"/>
              <a:gd name="connsiteX21" fmla="*/ 283713 w 361670"/>
              <a:gd name="connsiteY21" fmla="*/ 180667 h 361971"/>
              <a:gd name="connsiteX22" fmla="*/ 260070 w 361670"/>
              <a:gd name="connsiteY22" fmla="*/ 247698 h 361971"/>
              <a:gd name="connsiteX23" fmla="*/ 286270 w 361670"/>
              <a:gd name="connsiteY23" fmla="*/ 247698 h 361971"/>
              <a:gd name="connsiteX24" fmla="*/ 292659 w 361670"/>
              <a:gd name="connsiteY24" fmla="*/ 254082 h 361971"/>
              <a:gd name="connsiteX25" fmla="*/ 286270 w 361670"/>
              <a:gd name="connsiteY25" fmla="*/ 260466 h 361971"/>
              <a:gd name="connsiteX26" fmla="*/ 286270 w 361670"/>
              <a:gd name="connsiteY26" fmla="*/ 26046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1670" h="361971">
                <a:moveTo>
                  <a:pt x="180836" y="0"/>
                </a:moveTo>
                <a:cubicBezTo>
                  <a:pt x="80513" y="0"/>
                  <a:pt x="0" y="81076"/>
                  <a:pt x="0" y="180667"/>
                </a:cubicBezTo>
                <a:cubicBezTo>
                  <a:pt x="0" y="280895"/>
                  <a:pt x="81152" y="361971"/>
                  <a:pt x="180836" y="361971"/>
                </a:cubicBezTo>
                <a:cubicBezTo>
                  <a:pt x="281157" y="361971"/>
                  <a:pt x="361670" y="280895"/>
                  <a:pt x="361670" y="181305"/>
                </a:cubicBezTo>
                <a:lnTo>
                  <a:pt x="361670" y="181305"/>
                </a:lnTo>
                <a:cubicBezTo>
                  <a:pt x="361670" y="81076"/>
                  <a:pt x="280518" y="0"/>
                  <a:pt x="180836" y="0"/>
                </a:cubicBezTo>
                <a:close/>
                <a:moveTo>
                  <a:pt x="286270" y="260466"/>
                </a:moveTo>
                <a:lnTo>
                  <a:pt x="240261" y="260466"/>
                </a:lnTo>
                <a:cubicBezTo>
                  <a:pt x="236428" y="260466"/>
                  <a:pt x="233872" y="257913"/>
                  <a:pt x="233872" y="254082"/>
                </a:cubicBezTo>
                <a:lnTo>
                  <a:pt x="233872" y="208118"/>
                </a:lnTo>
                <a:cubicBezTo>
                  <a:pt x="233872" y="204287"/>
                  <a:pt x="236428" y="201734"/>
                  <a:pt x="240261" y="201734"/>
                </a:cubicBezTo>
                <a:cubicBezTo>
                  <a:pt x="244095" y="201734"/>
                  <a:pt x="246651" y="204287"/>
                  <a:pt x="246651" y="208118"/>
                </a:cubicBezTo>
                <a:lnTo>
                  <a:pt x="246651" y="243230"/>
                </a:lnTo>
                <a:cubicBezTo>
                  <a:pt x="281157" y="204287"/>
                  <a:pt x="277323" y="144278"/>
                  <a:pt x="238345" y="109804"/>
                </a:cubicBezTo>
                <a:cubicBezTo>
                  <a:pt x="199366" y="75331"/>
                  <a:pt x="139301" y="79161"/>
                  <a:pt x="104795" y="118104"/>
                </a:cubicBezTo>
                <a:cubicBezTo>
                  <a:pt x="70289" y="157046"/>
                  <a:pt x="74123" y="217055"/>
                  <a:pt x="113102" y="251529"/>
                </a:cubicBezTo>
                <a:cubicBezTo>
                  <a:pt x="130355" y="266850"/>
                  <a:pt x="152720" y="275149"/>
                  <a:pt x="176362" y="275149"/>
                </a:cubicBezTo>
                <a:cubicBezTo>
                  <a:pt x="180196" y="275149"/>
                  <a:pt x="182752" y="277703"/>
                  <a:pt x="182752" y="281533"/>
                </a:cubicBezTo>
                <a:cubicBezTo>
                  <a:pt x="182752" y="285364"/>
                  <a:pt x="180196" y="287917"/>
                  <a:pt x="176362" y="287917"/>
                </a:cubicBezTo>
                <a:cubicBezTo>
                  <a:pt x="116936" y="287917"/>
                  <a:pt x="69012" y="240038"/>
                  <a:pt x="69012" y="180667"/>
                </a:cubicBezTo>
                <a:cubicBezTo>
                  <a:pt x="69012" y="121296"/>
                  <a:pt x="116936" y="73416"/>
                  <a:pt x="176362" y="73416"/>
                </a:cubicBezTo>
                <a:cubicBezTo>
                  <a:pt x="235789" y="73416"/>
                  <a:pt x="283713" y="121296"/>
                  <a:pt x="283713" y="180667"/>
                </a:cubicBezTo>
                <a:cubicBezTo>
                  <a:pt x="283713" y="204926"/>
                  <a:pt x="275406" y="228546"/>
                  <a:pt x="260070" y="247698"/>
                </a:cubicBezTo>
                <a:lnTo>
                  <a:pt x="286270" y="247698"/>
                </a:lnTo>
                <a:cubicBezTo>
                  <a:pt x="290103" y="247698"/>
                  <a:pt x="292659" y="250252"/>
                  <a:pt x="292659" y="254082"/>
                </a:cubicBezTo>
                <a:cubicBezTo>
                  <a:pt x="292659" y="257913"/>
                  <a:pt x="290103" y="261105"/>
                  <a:pt x="286270" y="260466"/>
                </a:cubicBezTo>
                <a:lnTo>
                  <a:pt x="286270" y="260466"/>
                </a:lnTo>
                <a:close/>
              </a:path>
            </a:pathLst>
          </a:custGeom>
          <a:solidFill>
            <a:srgbClr val="00ABAB"/>
          </a:solidFill>
          <a:ln w="6390" cap="flat">
            <a:noFill/>
            <a:prstDash val="solid"/>
            <a:miter/>
          </a:ln>
        </p:spPr>
        <p:txBody>
          <a:bodyPr rtlCol="0" anchor="ctr"/>
          <a:lstStyle/>
          <a:p>
            <a:endParaRPr lang="en-US"/>
          </a:p>
        </p:txBody>
      </p:sp>
      <p:grpSp>
        <p:nvGrpSpPr>
          <p:cNvPr id="1589" name="Graphic 1100">
            <a:extLst>
              <a:ext uri="{FF2B5EF4-FFF2-40B4-BE49-F238E27FC236}">
                <a16:creationId xmlns:a16="http://schemas.microsoft.com/office/drawing/2014/main" id="{B5A5A793-B1BD-B444-9D30-8232D2AE2F04}"/>
              </a:ext>
            </a:extLst>
          </p:cNvPr>
          <p:cNvGrpSpPr/>
          <p:nvPr/>
        </p:nvGrpSpPr>
        <p:grpSpPr>
          <a:xfrm>
            <a:off x="11372810" y="2859711"/>
            <a:ext cx="362309" cy="361971"/>
            <a:chOff x="11372810" y="2859711"/>
            <a:chExt cx="362309" cy="361971"/>
          </a:xfrm>
          <a:solidFill>
            <a:srgbClr val="00ABAB"/>
          </a:solidFill>
        </p:grpSpPr>
        <p:sp>
          <p:nvSpPr>
            <p:cNvPr id="1590" name="Graphic 1100">
              <a:extLst>
                <a:ext uri="{FF2B5EF4-FFF2-40B4-BE49-F238E27FC236}">
                  <a16:creationId xmlns:a16="http://schemas.microsoft.com/office/drawing/2014/main" id="{E7B566C2-4DC8-404A-8EE5-1B2FA413715E}"/>
                </a:ext>
              </a:extLst>
            </p:cNvPr>
            <p:cNvSpPr/>
            <p:nvPr/>
          </p:nvSpPr>
          <p:spPr>
            <a:xfrm>
              <a:off x="11513388" y="2951641"/>
              <a:ext cx="81791" cy="50433"/>
            </a:xfrm>
            <a:custGeom>
              <a:avLst/>
              <a:gdLst>
                <a:gd name="connsiteX0" fmla="*/ 0 w 81791"/>
                <a:gd name="connsiteY0" fmla="*/ 0 h 50433"/>
                <a:gd name="connsiteX1" fmla="*/ 81792 w 81791"/>
                <a:gd name="connsiteY1" fmla="*/ 0 h 50433"/>
                <a:gd name="connsiteX2" fmla="*/ 81792 w 81791"/>
                <a:gd name="connsiteY2" fmla="*/ 50433 h 50433"/>
                <a:gd name="connsiteX3" fmla="*/ 0 w 81791"/>
                <a:gd name="connsiteY3" fmla="*/ 50433 h 50433"/>
              </a:gdLst>
              <a:ahLst/>
              <a:cxnLst>
                <a:cxn ang="0">
                  <a:pos x="connsiteX0" y="connsiteY0"/>
                </a:cxn>
                <a:cxn ang="0">
                  <a:pos x="connsiteX1" y="connsiteY1"/>
                </a:cxn>
                <a:cxn ang="0">
                  <a:pos x="connsiteX2" y="connsiteY2"/>
                </a:cxn>
                <a:cxn ang="0">
                  <a:pos x="connsiteX3" y="connsiteY3"/>
                </a:cxn>
              </a:cxnLst>
              <a:rect l="l" t="t" r="r" b="b"/>
              <a:pathLst>
                <a:path w="81791" h="50433">
                  <a:moveTo>
                    <a:pt x="0" y="0"/>
                  </a:moveTo>
                  <a:lnTo>
                    <a:pt x="81792" y="0"/>
                  </a:lnTo>
                  <a:lnTo>
                    <a:pt x="81792" y="50433"/>
                  </a:lnTo>
                  <a:lnTo>
                    <a:pt x="0" y="50433"/>
                  </a:lnTo>
                  <a:close/>
                </a:path>
              </a:pathLst>
            </a:custGeom>
            <a:solidFill>
              <a:srgbClr val="00ABAB"/>
            </a:solidFill>
            <a:ln w="6390" cap="flat">
              <a:noFill/>
              <a:prstDash val="solid"/>
              <a:miter/>
            </a:ln>
          </p:spPr>
          <p:txBody>
            <a:bodyPr rtlCol="0" anchor="ctr"/>
            <a:lstStyle/>
            <a:p>
              <a:endParaRPr lang="en-US"/>
            </a:p>
          </p:txBody>
        </p:sp>
        <p:sp>
          <p:nvSpPr>
            <p:cNvPr id="1591" name="Graphic 1100">
              <a:extLst>
                <a:ext uri="{FF2B5EF4-FFF2-40B4-BE49-F238E27FC236}">
                  <a16:creationId xmlns:a16="http://schemas.microsoft.com/office/drawing/2014/main" id="{09A5A24A-F1D3-7C45-A986-6CB50C41F854}"/>
                </a:ext>
              </a:extLst>
            </p:cNvPr>
            <p:cNvSpPr/>
            <p:nvPr/>
          </p:nvSpPr>
          <p:spPr>
            <a:xfrm>
              <a:off x="11372810" y="2859711"/>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82435 w 362309"/>
                <a:gd name="connsiteY6" fmla="*/ 275788 h 361971"/>
                <a:gd name="connsiteX7" fmla="*/ 276045 w 362309"/>
                <a:gd name="connsiteY7" fmla="*/ 282172 h 361971"/>
                <a:gd name="connsiteX8" fmla="*/ 86264 w 362309"/>
                <a:gd name="connsiteY8" fmla="*/ 282172 h 361971"/>
                <a:gd name="connsiteX9" fmla="*/ 79874 w 362309"/>
                <a:gd name="connsiteY9" fmla="*/ 275788 h 361971"/>
                <a:gd name="connsiteX10" fmla="*/ 79874 w 362309"/>
                <a:gd name="connsiteY10" fmla="*/ 86184 h 361971"/>
                <a:gd name="connsiteX11" fmla="*/ 86264 w 362309"/>
                <a:gd name="connsiteY11" fmla="*/ 79800 h 361971"/>
                <a:gd name="connsiteX12" fmla="*/ 244734 w 362309"/>
                <a:gd name="connsiteY12" fmla="*/ 79800 h 361971"/>
                <a:gd name="connsiteX13" fmla="*/ 249208 w 362309"/>
                <a:gd name="connsiteY13" fmla="*/ 81715 h 361971"/>
                <a:gd name="connsiteX14" fmla="*/ 281157 w 362309"/>
                <a:gd name="connsiteY14" fmla="*/ 113635 h 361971"/>
                <a:gd name="connsiteX15" fmla="*/ 283074 w 362309"/>
                <a:gd name="connsiteY15" fmla="*/ 118104 h 361971"/>
                <a:gd name="connsiteX16" fmla="*/ 282435 w 362309"/>
                <a:gd name="connsiteY16" fmla="*/ 27578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6"/>
                    <a:pt x="281157" y="0"/>
                    <a:pt x="181474" y="0"/>
                  </a:cubicBezTo>
                  <a:close/>
                  <a:moveTo>
                    <a:pt x="282435" y="275788"/>
                  </a:moveTo>
                  <a:cubicBezTo>
                    <a:pt x="282435" y="279618"/>
                    <a:pt x="279879" y="282172"/>
                    <a:pt x="276045" y="282172"/>
                  </a:cubicBezTo>
                  <a:lnTo>
                    <a:pt x="86264" y="282172"/>
                  </a:lnTo>
                  <a:cubicBezTo>
                    <a:pt x="82430" y="282172"/>
                    <a:pt x="79874" y="279618"/>
                    <a:pt x="79874" y="275788"/>
                  </a:cubicBezTo>
                  <a:lnTo>
                    <a:pt x="79874" y="86184"/>
                  </a:lnTo>
                  <a:cubicBezTo>
                    <a:pt x="79874" y="82353"/>
                    <a:pt x="82430" y="79800"/>
                    <a:pt x="86264" y="79800"/>
                  </a:cubicBezTo>
                  <a:lnTo>
                    <a:pt x="244734" y="79800"/>
                  </a:lnTo>
                  <a:cubicBezTo>
                    <a:pt x="246651" y="79800"/>
                    <a:pt x="247929" y="80438"/>
                    <a:pt x="249208" y="81715"/>
                  </a:cubicBezTo>
                  <a:lnTo>
                    <a:pt x="281157" y="113635"/>
                  </a:lnTo>
                  <a:cubicBezTo>
                    <a:pt x="282435" y="114912"/>
                    <a:pt x="283074" y="116188"/>
                    <a:pt x="283074" y="118104"/>
                  </a:cubicBezTo>
                  <a:lnTo>
                    <a:pt x="282435" y="275788"/>
                  </a:lnTo>
                  <a:close/>
                </a:path>
              </a:pathLst>
            </a:custGeom>
            <a:solidFill>
              <a:srgbClr val="00ABAB"/>
            </a:solidFill>
            <a:ln w="6390" cap="flat">
              <a:noFill/>
              <a:prstDash val="solid"/>
              <a:miter/>
            </a:ln>
          </p:spPr>
          <p:txBody>
            <a:bodyPr rtlCol="0" anchor="ctr"/>
            <a:lstStyle/>
            <a:p>
              <a:endParaRPr lang="en-US"/>
            </a:p>
          </p:txBody>
        </p:sp>
        <p:sp>
          <p:nvSpPr>
            <p:cNvPr id="1592" name="Graphic 1100">
              <a:extLst>
                <a:ext uri="{FF2B5EF4-FFF2-40B4-BE49-F238E27FC236}">
                  <a16:creationId xmlns:a16="http://schemas.microsoft.com/office/drawing/2014/main" id="{02ACADC1-ACA2-F64A-BCCC-C3E145AE9257}"/>
                </a:ext>
              </a:extLst>
            </p:cNvPr>
            <p:cNvSpPr/>
            <p:nvPr/>
          </p:nvSpPr>
          <p:spPr>
            <a:xfrm>
              <a:off x="11497414" y="3046762"/>
              <a:ext cx="113740" cy="81714"/>
            </a:xfrm>
            <a:custGeom>
              <a:avLst/>
              <a:gdLst>
                <a:gd name="connsiteX0" fmla="*/ 0 w 113740"/>
                <a:gd name="connsiteY0" fmla="*/ 80438 h 81714"/>
                <a:gd name="connsiteX1" fmla="*/ 0 w 113740"/>
                <a:gd name="connsiteY1" fmla="*/ 81715 h 81714"/>
                <a:gd name="connsiteX2" fmla="*/ 113740 w 113740"/>
                <a:gd name="connsiteY2" fmla="*/ 81715 h 81714"/>
                <a:gd name="connsiteX3" fmla="*/ 113740 w 113740"/>
                <a:gd name="connsiteY3" fmla="*/ 0 h 81714"/>
                <a:gd name="connsiteX4" fmla="*/ 0 w 113740"/>
                <a:gd name="connsiteY4" fmla="*/ 0 h 81714"/>
                <a:gd name="connsiteX5" fmla="*/ 0 w 113740"/>
                <a:gd name="connsiteY5" fmla="*/ 80438 h 81714"/>
                <a:gd name="connsiteX6" fmla="*/ 25560 w 113740"/>
                <a:gd name="connsiteY6" fmla="*/ 19152 h 81714"/>
                <a:gd name="connsiteX7" fmla="*/ 88820 w 113740"/>
                <a:gd name="connsiteY7" fmla="*/ 19152 h 81714"/>
                <a:gd name="connsiteX8" fmla="*/ 95209 w 113740"/>
                <a:gd name="connsiteY8" fmla="*/ 25536 h 81714"/>
                <a:gd name="connsiteX9" fmla="*/ 88820 w 113740"/>
                <a:gd name="connsiteY9" fmla="*/ 31920 h 81714"/>
                <a:gd name="connsiteX10" fmla="*/ 25560 w 113740"/>
                <a:gd name="connsiteY10" fmla="*/ 31920 h 81714"/>
                <a:gd name="connsiteX11" fmla="*/ 19170 w 113740"/>
                <a:gd name="connsiteY11" fmla="*/ 25536 h 81714"/>
                <a:gd name="connsiteX12" fmla="*/ 25560 w 113740"/>
                <a:gd name="connsiteY12" fmla="*/ 19152 h 81714"/>
                <a:gd name="connsiteX13" fmla="*/ 25560 w 113740"/>
                <a:gd name="connsiteY13" fmla="*/ 51072 h 81714"/>
                <a:gd name="connsiteX14" fmla="*/ 88820 w 113740"/>
                <a:gd name="connsiteY14" fmla="*/ 51072 h 81714"/>
                <a:gd name="connsiteX15" fmla="*/ 95209 w 113740"/>
                <a:gd name="connsiteY15" fmla="*/ 57456 h 81714"/>
                <a:gd name="connsiteX16" fmla="*/ 88820 w 113740"/>
                <a:gd name="connsiteY16" fmla="*/ 63840 h 81714"/>
                <a:gd name="connsiteX17" fmla="*/ 25560 w 113740"/>
                <a:gd name="connsiteY17" fmla="*/ 63840 h 81714"/>
                <a:gd name="connsiteX18" fmla="*/ 19170 w 113740"/>
                <a:gd name="connsiteY18" fmla="*/ 57456 h 81714"/>
                <a:gd name="connsiteX19" fmla="*/ 25560 w 113740"/>
                <a:gd name="connsiteY19" fmla="*/ 51072 h 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740" h="81714">
                  <a:moveTo>
                    <a:pt x="0" y="80438"/>
                  </a:moveTo>
                  <a:cubicBezTo>
                    <a:pt x="0" y="81077"/>
                    <a:pt x="0" y="81715"/>
                    <a:pt x="0" y="81715"/>
                  </a:cubicBezTo>
                  <a:lnTo>
                    <a:pt x="113740" y="81715"/>
                  </a:lnTo>
                  <a:lnTo>
                    <a:pt x="113740" y="0"/>
                  </a:lnTo>
                  <a:lnTo>
                    <a:pt x="0" y="0"/>
                  </a:lnTo>
                  <a:lnTo>
                    <a:pt x="0" y="80438"/>
                  </a:lnTo>
                  <a:close/>
                  <a:moveTo>
                    <a:pt x="25560" y="19152"/>
                  </a:moveTo>
                  <a:lnTo>
                    <a:pt x="88820" y="19152"/>
                  </a:lnTo>
                  <a:cubicBezTo>
                    <a:pt x="92654" y="19152"/>
                    <a:pt x="95209" y="21706"/>
                    <a:pt x="95209" y="25536"/>
                  </a:cubicBezTo>
                  <a:cubicBezTo>
                    <a:pt x="95209" y="29366"/>
                    <a:pt x="92654" y="31920"/>
                    <a:pt x="88820" y="31920"/>
                  </a:cubicBezTo>
                  <a:lnTo>
                    <a:pt x="25560" y="31920"/>
                  </a:lnTo>
                  <a:cubicBezTo>
                    <a:pt x="21725" y="31920"/>
                    <a:pt x="19170" y="29366"/>
                    <a:pt x="19170" y="25536"/>
                  </a:cubicBezTo>
                  <a:cubicBezTo>
                    <a:pt x="19170" y="21706"/>
                    <a:pt x="21725" y="19152"/>
                    <a:pt x="25560" y="19152"/>
                  </a:cubicBezTo>
                  <a:close/>
                  <a:moveTo>
                    <a:pt x="25560" y="51072"/>
                  </a:moveTo>
                  <a:lnTo>
                    <a:pt x="88820" y="51072"/>
                  </a:lnTo>
                  <a:cubicBezTo>
                    <a:pt x="92654" y="51072"/>
                    <a:pt x="95209" y="53625"/>
                    <a:pt x="95209" y="57456"/>
                  </a:cubicBezTo>
                  <a:cubicBezTo>
                    <a:pt x="95209" y="61286"/>
                    <a:pt x="92654" y="63840"/>
                    <a:pt x="88820" y="63840"/>
                  </a:cubicBezTo>
                  <a:lnTo>
                    <a:pt x="25560" y="63840"/>
                  </a:lnTo>
                  <a:cubicBezTo>
                    <a:pt x="21725" y="63840"/>
                    <a:pt x="19170" y="61286"/>
                    <a:pt x="19170" y="57456"/>
                  </a:cubicBezTo>
                  <a:cubicBezTo>
                    <a:pt x="19170" y="53625"/>
                    <a:pt x="21725" y="51072"/>
                    <a:pt x="25560" y="51072"/>
                  </a:cubicBezTo>
                  <a:close/>
                </a:path>
              </a:pathLst>
            </a:custGeom>
            <a:solidFill>
              <a:srgbClr val="00ABAB"/>
            </a:solidFill>
            <a:ln w="6390" cap="flat">
              <a:noFill/>
              <a:prstDash val="solid"/>
              <a:miter/>
            </a:ln>
          </p:spPr>
          <p:txBody>
            <a:bodyPr rtlCol="0" anchor="ctr"/>
            <a:lstStyle/>
            <a:p>
              <a:endParaRPr lang="en-US"/>
            </a:p>
          </p:txBody>
        </p:sp>
        <p:sp>
          <p:nvSpPr>
            <p:cNvPr id="1593" name="Graphic 1100">
              <a:extLst>
                <a:ext uri="{FF2B5EF4-FFF2-40B4-BE49-F238E27FC236}">
                  <a16:creationId xmlns:a16="http://schemas.microsoft.com/office/drawing/2014/main" id="{C714B54F-8AFA-BB43-B6D4-FBFD46EF446D}"/>
                </a:ext>
              </a:extLst>
            </p:cNvPr>
            <p:cNvSpPr/>
            <p:nvPr/>
          </p:nvSpPr>
          <p:spPr>
            <a:xfrm>
              <a:off x="11466103" y="2951641"/>
              <a:ext cx="177639" cy="177474"/>
            </a:xfrm>
            <a:custGeom>
              <a:avLst/>
              <a:gdLst>
                <a:gd name="connsiteX0" fmla="*/ 141856 w 177639"/>
                <a:gd name="connsiteY0" fmla="*/ 0 h 177474"/>
                <a:gd name="connsiteX1" fmla="*/ 141856 w 177639"/>
                <a:gd name="connsiteY1" fmla="*/ 56817 h 177474"/>
                <a:gd name="connsiteX2" fmla="*/ 135466 w 177639"/>
                <a:gd name="connsiteY2" fmla="*/ 63201 h 177474"/>
                <a:gd name="connsiteX3" fmla="*/ 40896 w 177639"/>
                <a:gd name="connsiteY3" fmla="*/ 63201 h 177474"/>
                <a:gd name="connsiteX4" fmla="*/ 34506 w 177639"/>
                <a:gd name="connsiteY4" fmla="*/ 56817 h 177474"/>
                <a:gd name="connsiteX5" fmla="*/ 34506 w 177639"/>
                <a:gd name="connsiteY5" fmla="*/ 0 h 177474"/>
                <a:gd name="connsiteX6" fmla="*/ 0 w 177639"/>
                <a:gd name="connsiteY6" fmla="*/ 0 h 177474"/>
                <a:gd name="connsiteX7" fmla="*/ 0 w 177639"/>
                <a:gd name="connsiteY7" fmla="*/ 176836 h 177474"/>
                <a:gd name="connsiteX8" fmla="*/ 19170 w 177639"/>
                <a:gd name="connsiteY8" fmla="*/ 176836 h 177474"/>
                <a:gd name="connsiteX9" fmla="*/ 19170 w 177639"/>
                <a:gd name="connsiteY9" fmla="*/ 175560 h 177474"/>
                <a:gd name="connsiteX10" fmla="*/ 19170 w 177639"/>
                <a:gd name="connsiteY10" fmla="*/ 88737 h 177474"/>
                <a:gd name="connsiteX11" fmla="*/ 25560 w 177639"/>
                <a:gd name="connsiteY11" fmla="*/ 82353 h 177474"/>
                <a:gd name="connsiteX12" fmla="*/ 152080 w 177639"/>
                <a:gd name="connsiteY12" fmla="*/ 82353 h 177474"/>
                <a:gd name="connsiteX13" fmla="*/ 158470 w 177639"/>
                <a:gd name="connsiteY13" fmla="*/ 88737 h 177474"/>
                <a:gd name="connsiteX14" fmla="*/ 158470 w 177639"/>
                <a:gd name="connsiteY14" fmla="*/ 177475 h 177474"/>
                <a:gd name="connsiteX15" fmla="*/ 177640 w 177639"/>
                <a:gd name="connsiteY15" fmla="*/ 177475 h 177474"/>
                <a:gd name="connsiteX16" fmla="*/ 177640 w 177639"/>
                <a:gd name="connsiteY16" fmla="*/ 28728 h 177474"/>
                <a:gd name="connsiteX17" fmla="*/ 149525 w 177639"/>
                <a:gd name="connsiteY17" fmla="*/ 638 h 177474"/>
                <a:gd name="connsiteX18" fmla="*/ 141856 w 177639"/>
                <a:gd name="connsiteY18" fmla="*/ 638 h 177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7639" h="177474">
                  <a:moveTo>
                    <a:pt x="141856" y="0"/>
                  </a:moveTo>
                  <a:lnTo>
                    <a:pt x="141856" y="56817"/>
                  </a:lnTo>
                  <a:cubicBezTo>
                    <a:pt x="141856" y="60648"/>
                    <a:pt x="139300" y="63201"/>
                    <a:pt x="135466" y="63201"/>
                  </a:cubicBezTo>
                  <a:lnTo>
                    <a:pt x="40896" y="63201"/>
                  </a:lnTo>
                  <a:cubicBezTo>
                    <a:pt x="37061" y="63201"/>
                    <a:pt x="34506" y="60648"/>
                    <a:pt x="34506" y="56817"/>
                  </a:cubicBezTo>
                  <a:lnTo>
                    <a:pt x="34506" y="0"/>
                  </a:lnTo>
                  <a:lnTo>
                    <a:pt x="0" y="0"/>
                  </a:lnTo>
                  <a:lnTo>
                    <a:pt x="0" y="176836"/>
                  </a:lnTo>
                  <a:lnTo>
                    <a:pt x="19170" y="176836"/>
                  </a:lnTo>
                  <a:cubicBezTo>
                    <a:pt x="19170" y="176198"/>
                    <a:pt x="19170" y="175560"/>
                    <a:pt x="19170" y="175560"/>
                  </a:cubicBezTo>
                  <a:lnTo>
                    <a:pt x="19170" y="88737"/>
                  </a:lnTo>
                  <a:cubicBezTo>
                    <a:pt x="19170" y="84907"/>
                    <a:pt x="21726" y="82353"/>
                    <a:pt x="25560" y="82353"/>
                  </a:cubicBezTo>
                  <a:lnTo>
                    <a:pt x="152080" y="82353"/>
                  </a:lnTo>
                  <a:cubicBezTo>
                    <a:pt x="155915" y="82353"/>
                    <a:pt x="158470" y="84907"/>
                    <a:pt x="158470" y="88737"/>
                  </a:cubicBezTo>
                  <a:lnTo>
                    <a:pt x="158470" y="177475"/>
                  </a:lnTo>
                  <a:lnTo>
                    <a:pt x="177640" y="177475"/>
                  </a:lnTo>
                  <a:lnTo>
                    <a:pt x="177640" y="28728"/>
                  </a:lnTo>
                  <a:lnTo>
                    <a:pt x="149525" y="638"/>
                  </a:lnTo>
                  <a:lnTo>
                    <a:pt x="141856" y="638"/>
                  </a:lnTo>
                  <a:close/>
                </a:path>
              </a:pathLst>
            </a:custGeom>
            <a:solidFill>
              <a:srgbClr val="00ABAB"/>
            </a:solidFill>
            <a:ln w="6390" cap="flat">
              <a:noFill/>
              <a:prstDash val="solid"/>
              <a:miter/>
            </a:ln>
          </p:spPr>
          <p:txBody>
            <a:bodyPr rtlCol="0" anchor="ctr"/>
            <a:lstStyle/>
            <a:p>
              <a:endParaRPr lang="en-US"/>
            </a:p>
          </p:txBody>
        </p:sp>
      </p:grpSp>
      <p:grpSp>
        <p:nvGrpSpPr>
          <p:cNvPr id="1594" name="Graphic 1100">
            <a:extLst>
              <a:ext uri="{FF2B5EF4-FFF2-40B4-BE49-F238E27FC236}">
                <a16:creationId xmlns:a16="http://schemas.microsoft.com/office/drawing/2014/main" id="{1567A99B-E28F-654B-8E6D-0982CE7F50A9}"/>
              </a:ext>
            </a:extLst>
          </p:cNvPr>
          <p:cNvGrpSpPr/>
          <p:nvPr/>
        </p:nvGrpSpPr>
        <p:grpSpPr>
          <a:xfrm>
            <a:off x="7193791" y="922173"/>
            <a:ext cx="361670" cy="361971"/>
            <a:chOff x="7193791" y="922173"/>
            <a:chExt cx="361670" cy="361971"/>
          </a:xfrm>
          <a:solidFill>
            <a:srgbClr val="00ABAB"/>
          </a:solidFill>
        </p:grpSpPr>
        <p:sp>
          <p:nvSpPr>
            <p:cNvPr id="1595" name="Graphic 1100">
              <a:extLst>
                <a:ext uri="{FF2B5EF4-FFF2-40B4-BE49-F238E27FC236}">
                  <a16:creationId xmlns:a16="http://schemas.microsoft.com/office/drawing/2014/main" id="{44F5892A-B436-1B44-8052-AF15448ECED3}"/>
                </a:ext>
              </a:extLst>
            </p:cNvPr>
            <p:cNvSpPr/>
            <p:nvPr/>
          </p:nvSpPr>
          <p:spPr>
            <a:xfrm>
              <a:off x="7193791" y="922173"/>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59431 w 361670"/>
                <a:gd name="connsiteY7" fmla="*/ 252806 h 361971"/>
                <a:gd name="connsiteX8" fmla="*/ 253041 w 361670"/>
                <a:gd name="connsiteY8" fmla="*/ 259190 h 361971"/>
                <a:gd name="connsiteX9" fmla="*/ 79235 w 361670"/>
                <a:gd name="connsiteY9" fmla="*/ 259190 h 361971"/>
                <a:gd name="connsiteX10" fmla="*/ 72845 w 361670"/>
                <a:gd name="connsiteY10" fmla="*/ 252806 h 361971"/>
                <a:gd name="connsiteX11" fmla="*/ 72845 w 361670"/>
                <a:gd name="connsiteY11" fmla="*/ 137256 h 361971"/>
                <a:gd name="connsiteX12" fmla="*/ 79235 w 361670"/>
                <a:gd name="connsiteY12" fmla="*/ 130872 h 361971"/>
                <a:gd name="connsiteX13" fmla="*/ 129715 w 361670"/>
                <a:gd name="connsiteY13" fmla="*/ 130872 h 361971"/>
                <a:gd name="connsiteX14" fmla="*/ 135466 w 361670"/>
                <a:gd name="connsiteY14" fmla="*/ 134702 h 361971"/>
                <a:gd name="connsiteX15" fmla="*/ 140579 w 361670"/>
                <a:gd name="connsiteY15" fmla="*/ 145555 h 361971"/>
                <a:gd name="connsiteX16" fmla="*/ 252403 w 361670"/>
                <a:gd name="connsiteY16" fmla="*/ 145555 h 361971"/>
                <a:gd name="connsiteX17" fmla="*/ 258792 w 361670"/>
                <a:gd name="connsiteY17" fmla="*/ 151939 h 361971"/>
                <a:gd name="connsiteX18" fmla="*/ 258792 w 361670"/>
                <a:gd name="connsiteY18" fmla="*/ 252806 h 361971"/>
                <a:gd name="connsiteX19" fmla="*/ 288186 w 361670"/>
                <a:gd name="connsiteY19" fmla="*/ 224078 h 361971"/>
                <a:gd name="connsiteX20" fmla="*/ 281796 w 361670"/>
                <a:gd name="connsiteY20" fmla="*/ 230462 h 361971"/>
                <a:gd name="connsiteX21" fmla="*/ 275406 w 361670"/>
                <a:gd name="connsiteY21" fmla="*/ 224078 h 361971"/>
                <a:gd name="connsiteX22" fmla="*/ 275406 w 361670"/>
                <a:gd name="connsiteY22" fmla="*/ 129595 h 361971"/>
                <a:gd name="connsiteX23" fmla="*/ 166138 w 361670"/>
                <a:gd name="connsiteY23" fmla="*/ 129595 h 361971"/>
                <a:gd name="connsiteX24" fmla="*/ 160387 w 361670"/>
                <a:gd name="connsiteY24" fmla="*/ 125764 h 361971"/>
                <a:gd name="connsiteX25" fmla="*/ 154636 w 361670"/>
                <a:gd name="connsiteY25" fmla="*/ 114912 h 361971"/>
                <a:gd name="connsiteX26" fmla="*/ 107989 w 361670"/>
                <a:gd name="connsiteY26" fmla="*/ 114912 h 361971"/>
                <a:gd name="connsiteX27" fmla="*/ 101599 w 361670"/>
                <a:gd name="connsiteY27" fmla="*/ 108528 h 361971"/>
                <a:gd name="connsiteX28" fmla="*/ 107989 w 361670"/>
                <a:gd name="connsiteY28" fmla="*/ 102144 h 361971"/>
                <a:gd name="connsiteX29" fmla="*/ 158470 w 361670"/>
                <a:gd name="connsiteY29" fmla="*/ 102144 h 361971"/>
                <a:gd name="connsiteX30" fmla="*/ 164221 w 361670"/>
                <a:gd name="connsiteY30" fmla="*/ 105974 h 361971"/>
                <a:gd name="connsiteX31" fmla="*/ 169972 w 361670"/>
                <a:gd name="connsiteY31" fmla="*/ 116827 h 361971"/>
                <a:gd name="connsiteX32" fmla="*/ 281796 w 361670"/>
                <a:gd name="connsiteY32" fmla="*/ 116827 h 361971"/>
                <a:gd name="connsiteX33" fmla="*/ 288186 w 361670"/>
                <a:gd name="connsiteY33" fmla="*/ 123211 h 361971"/>
                <a:gd name="connsiteX34" fmla="*/ 288186 w 361670"/>
                <a:gd name="connsiteY34" fmla="*/ 22407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1670" h="361971">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1670" y="81077"/>
                    <a:pt x="280518" y="0"/>
                    <a:pt x="180835" y="0"/>
                  </a:cubicBezTo>
                  <a:cubicBezTo>
                    <a:pt x="180835" y="0"/>
                    <a:pt x="180835" y="0"/>
                    <a:pt x="180835" y="0"/>
                  </a:cubicBezTo>
                  <a:close/>
                  <a:moveTo>
                    <a:pt x="259431" y="252806"/>
                  </a:moveTo>
                  <a:cubicBezTo>
                    <a:pt x="259431" y="256636"/>
                    <a:pt x="256875" y="259190"/>
                    <a:pt x="253041" y="259190"/>
                  </a:cubicBezTo>
                  <a:lnTo>
                    <a:pt x="79235" y="259190"/>
                  </a:lnTo>
                  <a:cubicBezTo>
                    <a:pt x="75401" y="259190"/>
                    <a:pt x="72845" y="256636"/>
                    <a:pt x="72845" y="252806"/>
                  </a:cubicBezTo>
                  <a:lnTo>
                    <a:pt x="72845" y="137256"/>
                  </a:lnTo>
                  <a:cubicBezTo>
                    <a:pt x="72845" y="133425"/>
                    <a:pt x="75401" y="130872"/>
                    <a:pt x="79235" y="130872"/>
                  </a:cubicBezTo>
                  <a:lnTo>
                    <a:pt x="129715" y="130872"/>
                  </a:lnTo>
                  <a:cubicBezTo>
                    <a:pt x="132271" y="130872"/>
                    <a:pt x="134189" y="132148"/>
                    <a:pt x="135466" y="134702"/>
                  </a:cubicBezTo>
                  <a:lnTo>
                    <a:pt x="140579" y="145555"/>
                  </a:lnTo>
                  <a:lnTo>
                    <a:pt x="252403" y="145555"/>
                  </a:lnTo>
                  <a:cubicBezTo>
                    <a:pt x="256236" y="145555"/>
                    <a:pt x="258792" y="148108"/>
                    <a:pt x="258792" y="151939"/>
                  </a:cubicBezTo>
                  <a:lnTo>
                    <a:pt x="258792" y="252806"/>
                  </a:lnTo>
                  <a:close/>
                  <a:moveTo>
                    <a:pt x="288186" y="224078"/>
                  </a:moveTo>
                  <a:cubicBezTo>
                    <a:pt x="288186" y="227908"/>
                    <a:pt x="285630" y="230462"/>
                    <a:pt x="281796" y="230462"/>
                  </a:cubicBezTo>
                  <a:cubicBezTo>
                    <a:pt x="277962" y="230462"/>
                    <a:pt x="275406" y="227908"/>
                    <a:pt x="275406" y="224078"/>
                  </a:cubicBezTo>
                  <a:lnTo>
                    <a:pt x="275406" y="129595"/>
                  </a:lnTo>
                  <a:lnTo>
                    <a:pt x="166138" y="129595"/>
                  </a:lnTo>
                  <a:cubicBezTo>
                    <a:pt x="163582" y="129595"/>
                    <a:pt x="161665" y="128318"/>
                    <a:pt x="160387" y="125764"/>
                  </a:cubicBezTo>
                  <a:lnTo>
                    <a:pt x="154636" y="114912"/>
                  </a:lnTo>
                  <a:lnTo>
                    <a:pt x="107989" y="114912"/>
                  </a:lnTo>
                  <a:cubicBezTo>
                    <a:pt x="104156" y="114912"/>
                    <a:pt x="101599" y="112358"/>
                    <a:pt x="101599" y="108528"/>
                  </a:cubicBezTo>
                  <a:cubicBezTo>
                    <a:pt x="101599" y="104697"/>
                    <a:pt x="104156" y="102144"/>
                    <a:pt x="107989" y="102144"/>
                  </a:cubicBezTo>
                  <a:lnTo>
                    <a:pt x="158470" y="102144"/>
                  </a:lnTo>
                  <a:cubicBezTo>
                    <a:pt x="161026" y="102144"/>
                    <a:pt x="162943" y="103420"/>
                    <a:pt x="164221" y="105974"/>
                  </a:cubicBezTo>
                  <a:lnTo>
                    <a:pt x="169972" y="116827"/>
                  </a:lnTo>
                  <a:lnTo>
                    <a:pt x="281796" y="116827"/>
                  </a:lnTo>
                  <a:cubicBezTo>
                    <a:pt x="285630" y="116827"/>
                    <a:pt x="288186" y="119380"/>
                    <a:pt x="288186" y="123211"/>
                  </a:cubicBezTo>
                  <a:lnTo>
                    <a:pt x="288186" y="224078"/>
                  </a:lnTo>
                  <a:close/>
                </a:path>
              </a:pathLst>
            </a:custGeom>
            <a:solidFill>
              <a:srgbClr val="00ABAB"/>
            </a:solidFill>
            <a:ln w="6390" cap="flat">
              <a:noFill/>
              <a:prstDash val="solid"/>
              <a:miter/>
            </a:ln>
          </p:spPr>
          <p:txBody>
            <a:bodyPr rtlCol="0" anchor="ctr"/>
            <a:lstStyle/>
            <a:p>
              <a:endParaRPr lang="en-US"/>
            </a:p>
          </p:txBody>
        </p:sp>
        <p:sp>
          <p:nvSpPr>
            <p:cNvPr id="1596" name="Graphic 1100">
              <a:extLst>
                <a:ext uri="{FF2B5EF4-FFF2-40B4-BE49-F238E27FC236}">
                  <a16:creationId xmlns:a16="http://schemas.microsoft.com/office/drawing/2014/main" id="{ADD158AA-3B06-9446-9BC8-2E3B78F4BD44}"/>
                </a:ext>
              </a:extLst>
            </p:cNvPr>
            <p:cNvSpPr/>
            <p:nvPr/>
          </p:nvSpPr>
          <p:spPr>
            <a:xfrm>
              <a:off x="7280055" y="1065812"/>
              <a:ext cx="161026" cy="102782"/>
            </a:xfrm>
            <a:custGeom>
              <a:avLst/>
              <a:gdLst>
                <a:gd name="connsiteX0" fmla="*/ 45368 w 161026"/>
                <a:gd name="connsiteY0" fmla="*/ 10853 h 102782"/>
                <a:gd name="connsiteX1" fmla="*/ 40256 w 161026"/>
                <a:gd name="connsiteY1" fmla="*/ 0 h 102782"/>
                <a:gd name="connsiteX2" fmla="*/ 0 w 161026"/>
                <a:gd name="connsiteY2" fmla="*/ 0 h 102782"/>
                <a:gd name="connsiteX3" fmla="*/ 0 w 161026"/>
                <a:gd name="connsiteY3" fmla="*/ 102782 h 102782"/>
                <a:gd name="connsiteX4" fmla="*/ 161026 w 161026"/>
                <a:gd name="connsiteY4" fmla="*/ 102782 h 102782"/>
                <a:gd name="connsiteX5" fmla="*/ 161026 w 161026"/>
                <a:gd name="connsiteY5" fmla="*/ 14683 h 102782"/>
                <a:gd name="connsiteX6" fmla="*/ 51758 w 161026"/>
                <a:gd name="connsiteY6" fmla="*/ 14683 h 102782"/>
                <a:gd name="connsiteX7" fmla="*/ 45368 w 161026"/>
                <a:gd name="connsiteY7" fmla="*/ 10853 h 10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026" h="102782">
                  <a:moveTo>
                    <a:pt x="45368" y="10853"/>
                  </a:moveTo>
                  <a:lnTo>
                    <a:pt x="40256" y="0"/>
                  </a:lnTo>
                  <a:lnTo>
                    <a:pt x="0" y="0"/>
                  </a:lnTo>
                  <a:lnTo>
                    <a:pt x="0" y="102782"/>
                  </a:lnTo>
                  <a:lnTo>
                    <a:pt x="161026" y="102782"/>
                  </a:lnTo>
                  <a:lnTo>
                    <a:pt x="161026" y="14683"/>
                  </a:lnTo>
                  <a:lnTo>
                    <a:pt x="51758" y="14683"/>
                  </a:lnTo>
                  <a:cubicBezTo>
                    <a:pt x="48563" y="14683"/>
                    <a:pt x="46007" y="13406"/>
                    <a:pt x="45368" y="10853"/>
                  </a:cubicBezTo>
                  <a:close/>
                </a:path>
              </a:pathLst>
            </a:custGeom>
            <a:solidFill>
              <a:srgbClr val="00ABAB"/>
            </a:solidFill>
            <a:ln w="6390" cap="flat">
              <a:noFill/>
              <a:prstDash val="solid"/>
              <a:miter/>
            </a:ln>
          </p:spPr>
          <p:txBody>
            <a:bodyPr rtlCol="0" anchor="ctr"/>
            <a:lstStyle/>
            <a:p>
              <a:endParaRPr lang="en-US"/>
            </a:p>
          </p:txBody>
        </p:sp>
      </p:grpSp>
      <p:grpSp>
        <p:nvGrpSpPr>
          <p:cNvPr id="1597" name="Graphic 1100">
            <a:extLst>
              <a:ext uri="{FF2B5EF4-FFF2-40B4-BE49-F238E27FC236}">
                <a16:creationId xmlns:a16="http://schemas.microsoft.com/office/drawing/2014/main" id="{C5B766C2-C3B5-AF40-9BAF-F9D70789BF6C}"/>
              </a:ext>
            </a:extLst>
          </p:cNvPr>
          <p:cNvGrpSpPr/>
          <p:nvPr/>
        </p:nvGrpSpPr>
        <p:grpSpPr>
          <a:xfrm>
            <a:off x="7193791" y="3343617"/>
            <a:ext cx="361670" cy="361971"/>
            <a:chOff x="7193791" y="3343617"/>
            <a:chExt cx="361670" cy="361971"/>
          </a:xfrm>
          <a:solidFill>
            <a:srgbClr val="00ABAB"/>
          </a:solidFill>
        </p:grpSpPr>
        <p:sp>
          <p:nvSpPr>
            <p:cNvPr id="1598" name="Graphic 1100">
              <a:extLst>
                <a:ext uri="{FF2B5EF4-FFF2-40B4-BE49-F238E27FC236}">
                  <a16:creationId xmlns:a16="http://schemas.microsoft.com/office/drawing/2014/main" id="{8E522923-A2A2-7546-BD93-6C0AD9020F2C}"/>
                </a:ext>
              </a:extLst>
            </p:cNvPr>
            <p:cNvSpPr/>
            <p:nvPr/>
          </p:nvSpPr>
          <p:spPr>
            <a:xfrm>
              <a:off x="7282611" y="3473851"/>
              <a:ext cx="183391" cy="127041"/>
            </a:xfrm>
            <a:custGeom>
              <a:avLst/>
              <a:gdLst>
                <a:gd name="connsiteX0" fmla="*/ 95210 w 183391"/>
                <a:gd name="connsiteY0" fmla="*/ 70224 h 127041"/>
                <a:gd name="connsiteX1" fmla="*/ 114380 w 183391"/>
                <a:gd name="connsiteY1" fmla="*/ 51072 h 127041"/>
                <a:gd name="connsiteX2" fmla="*/ 123326 w 183391"/>
                <a:gd name="connsiteY2" fmla="*/ 51710 h 127041"/>
                <a:gd name="connsiteX3" fmla="*/ 123326 w 183391"/>
                <a:gd name="connsiteY3" fmla="*/ 60009 h 127041"/>
                <a:gd name="connsiteX4" fmla="*/ 93294 w 183391"/>
                <a:gd name="connsiteY4" fmla="*/ 90652 h 127041"/>
                <a:gd name="connsiteX5" fmla="*/ 88820 w 183391"/>
                <a:gd name="connsiteY5" fmla="*/ 92568 h 127041"/>
                <a:gd name="connsiteX6" fmla="*/ 88820 w 183391"/>
                <a:gd name="connsiteY6" fmla="*/ 92568 h 127041"/>
                <a:gd name="connsiteX7" fmla="*/ 84348 w 183391"/>
                <a:gd name="connsiteY7" fmla="*/ 90652 h 127041"/>
                <a:gd name="connsiteX8" fmla="*/ 53676 w 183391"/>
                <a:gd name="connsiteY8" fmla="*/ 60009 h 127041"/>
                <a:gd name="connsiteX9" fmla="*/ 53676 w 183391"/>
                <a:gd name="connsiteY9" fmla="*/ 51072 h 127041"/>
                <a:gd name="connsiteX10" fmla="*/ 62622 w 183391"/>
                <a:gd name="connsiteY10" fmla="*/ 51072 h 127041"/>
                <a:gd name="connsiteX11" fmla="*/ 81792 w 183391"/>
                <a:gd name="connsiteY11" fmla="*/ 70224 h 127041"/>
                <a:gd name="connsiteX12" fmla="*/ 88820 w 183391"/>
                <a:gd name="connsiteY12" fmla="*/ 21067 h 127041"/>
                <a:gd name="connsiteX13" fmla="*/ 63261 w 183391"/>
                <a:gd name="connsiteY13" fmla="*/ 21067 h 127041"/>
                <a:gd name="connsiteX14" fmla="*/ 58149 w 183391"/>
                <a:gd name="connsiteY14" fmla="*/ 17875 h 127041"/>
                <a:gd name="connsiteX15" fmla="*/ 46008 w 183391"/>
                <a:gd name="connsiteY15" fmla="*/ 0 h 127041"/>
                <a:gd name="connsiteX16" fmla="*/ 0 w 183391"/>
                <a:gd name="connsiteY16" fmla="*/ 0 h 127041"/>
                <a:gd name="connsiteX17" fmla="*/ 0 w 183391"/>
                <a:gd name="connsiteY17" fmla="*/ 127041 h 127041"/>
                <a:gd name="connsiteX18" fmla="*/ 183392 w 183391"/>
                <a:gd name="connsiteY18" fmla="*/ 127041 h 127041"/>
                <a:gd name="connsiteX19" fmla="*/ 183392 w 183391"/>
                <a:gd name="connsiteY19" fmla="*/ 21067 h 127041"/>
                <a:gd name="connsiteX20" fmla="*/ 102879 w 183391"/>
                <a:gd name="connsiteY20" fmla="*/ 21067 h 127041"/>
                <a:gd name="connsiteX21" fmla="*/ 95210 w 183391"/>
                <a:gd name="connsiteY21" fmla="*/ 70224 h 12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3391" h="127041">
                  <a:moveTo>
                    <a:pt x="95210" y="70224"/>
                  </a:moveTo>
                  <a:lnTo>
                    <a:pt x="114380" y="51072"/>
                  </a:lnTo>
                  <a:cubicBezTo>
                    <a:pt x="116936" y="48518"/>
                    <a:pt x="120770" y="49156"/>
                    <a:pt x="123326" y="51710"/>
                  </a:cubicBezTo>
                  <a:cubicBezTo>
                    <a:pt x="125243" y="54264"/>
                    <a:pt x="125243" y="57456"/>
                    <a:pt x="123326" y="60009"/>
                  </a:cubicBezTo>
                  <a:lnTo>
                    <a:pt x="93294" y="90652"/>
                  </a:lnTo>
                  <a:cubicBezTo>
                    <a:pt x="92015" y="91929"/>
                    <a:pt x="90738" y="92568"/>
                    <a:pt x="88820" y="92568"/>
                  </a:cubicBezTo>
                  <a:lnTo>
                    <a:pt x="88820" y="92568"/>
                  </a:lnTo>
                  <a:cubicBezTo>
                    <a:pt x="86904" y="92568"/>
                    <a:pt x="85625" y="91929"/>
                    <a:pt x="84348" y="90652"/>
                  </a:cubicBezTo>
                  <a:lnTo>
                    <a:pt x="53676" y="60009"/>
                  </a:lnTo>
                  <a:cubicBezTo>
                    <a:pt x="51119" y="57456"/>
                    <a:pt x="51119" y="53625"/>
                    <a:pt x="53676" y="51072"/>
                  </a:cubicBezTo>
                  <a:cubicBezTo>
                    <a:pt x="56232" y="48518"/>
                    <a:pt x="60066" y="48518"/>
                    <a:pt x="62622" y="51072"/>
                  </a:cubicBezTo>
                  <a:lnTo>
                    <a:pt x="81792" y="70224"/>
                  </a:lnTo>
                  <a:cubicBezTo>
                    <a:pt x="81792" y="53625"/>
                    <a:pt x="84348" y="37027"/>
                    <a:pt x="88820" y="21067"/>
                  </a:cubicBezTo>
                  <a:lnTo>
                    <a:pt x="63261" y="21067"/>
                  </a:lnTo>
                  <a:cubicBezTo>
                    <a:pt x="61344" y="21067"/>
                    <a:pt x="59427" y="19790"/>
                    <a:pt x="58149" y="17875"/>
                  </a:cubicBezTo>
                  <a:lnTo>
                    <a:pt x="46008" y="0"/>
                  </a:lnTo>
                  <a:lnTo>
                    <a:pt x="0" y="0"/>
                  </a:lnTo>
                  <a:lnTo>
                    <a:pt x="0" y="127041"/>
                  </a:lnTo>
                  <a:lnTo>
                    <a:pt x="183392" y="127041"/>
                  </a:lnTo>
                  <a:lnTo>
                    <a:pt x="183392" y="21067"/>
                  </a:lnTo>
                  <a:lnTo>
                    <a:pt x="102879" y="21067"/>
                  </a:lnTo>
                  <a:cubicBezTo>
                    <a:pt x="97766" y="37027"/>
                    <a:pt x="95210" y="53625"/>
                    <a:pt x="95210" y="70224"/>
                  </a:cubicBezTo>
                  <a:close/>
                </a:path>
              </a:pathLst>
            </a:custGeom>
            <a:solidFill>
              <a:srgbClr val="00ABAB"/>
            </a:solidFill>
            <a:ln w="6390" cap="flat">
              <a:noFill/>
              <a:prstDash val="solid"/>
              <a:miter/>
            </a:ln>
          </p:spPr>
          <p:txBody>
            <a:bodyPr rtlCol="0" anchor="ctr"/>
            <a:lstStyle/>
            <a:p>
              <a:endParaRPr lang="en-US"/>
            </a:p>
          </p:txBody>
        </p:sp>
        <p:sp>
          <p:nvSpPr>
            <p:cNvPr id="1599" name="Graphic 1100">
              <a:extLst>
                <a:ext uri="{FF2B5EF4-FFF2-40B4-BE49-F238E27FC236}">
                  <a16:creationId xmlns:a16="http://schemas.microsoft.com/office/drawing/2014/main" id="{BE844654-67F2-7546-8C1C-EB721FD0B913}"/>
                </a:ext>
              </a:extLst>
            </p:cNvPr>
            <p:cNvSpPr/>
            <p:nvPr/>
          </p:nvSpPr>
          <p:spPr>
            <a:xfrm>
              <a:off x="7193791" y="3343617"/>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84991 w 361670"/>
                <a:gd name="connsiteY7" fmla="*/ 263658 h 361971"/>
                <a:gd name="connsiteX8" fmla="*/ 278601 w 361670"/>
                <a:gd name="connsiteY8" fmla="*/ 270042 h 361971"/>
                <a:gd name="connsiteX9" fmla="*/ 82430 w 361670"/>
                <a:gd name="connsiteY9" fmla="*/ 270042 h 361971"/>
                <a:gd name="connsiteX10" fmla="*/ 76040 w 361670"/>
                <a:gd name="connsiteY10" fmla="*/ 263658 h 361971"/>
                <a:gd name="connsiteX11" fmla="*/ 76040 w 361670"/>
                <a:gd name="connsiteY11" fmla="*/ 123849 h 361971"/>
                <a:gd name="connsiteX12" fmla="*/ 82430 w 361670"/>
                <a:gd name="connsiteY12" fmla="*/ 117465 h 361971"/>
                <a:gd name="connsiteX13" fmla="*/ 138661 w 361670"/>
                <a:gd name="connsiteY13" fmla="*/ 117465 h 361971"/>
                <a:gd name="connsiteX14" fmla="*/ 143774 w 361670"/>
                <a:gd name="connsiteY14" fmla="*/ 120657 h 361971"/>
                <a:gd name="connsiteX15" fmla="*/ 155914 w 361670"/>
                <a:gd name="connsiteY15" fmla="*/ 138533 h 361971"/>
                <a:gd name="connsiteX16" fmla="*/ 182752 w 361670"/>
                <a:gd name="connsiteY16" fmla="*/ 138533 h 361971"/>
                <a:gd name="connsiteX17" fmla="*/ 186586 w 361670"/>
                <a:gd name="connsiteY17" fmla="*/ 130872 h 361971"/>
                <a:gd name="connsiteX18" fmla="*/ 272850 w 361670"/>
                <a:gd name="connsiteY18" fmla="*/ 93845 h 361971"/>
                <a:gd name="connsiteX19" fmla="*/ 277962 w 361670"/>
                <a:gd name="connsiteY19" fmla="*/ 101505 h 361971"/>
                <a:gd name="connsiteX20" fmla="*/ 270294 w 361670"/>
                <a:gd name="connsiteY20" fmla="*/ 106613 h 361971"/>
                <a:gd name="connsiteX21" fmla="*/ 197448 w 361670"/>
                <a:gd name="connsiteY21" fmla="*/ 137894 h 361971"/>
                <a:gd name="connsiteX22" fmla="*/ 196810 w 361670"/>
                <a:gd name="connsiteY22" fmla="*/ 139171 h 361971"/>
                <a:gd name="connsiteX23" fmla="*/ 277962 w 361670"/>
                <a:gd name="connsiteY23" fmla="*/ 139171 h 361971"/>
                <a:gd name="connsiteX24" fmla="*/ 284352 w 361670"/>
                <a:gd name="connsiteY24" fmla="*/ 145555 h 361971"/>
                <a:gd name="connsiteX25" fmla="*/ 284352 w 361670"/>
                <a:gd name="connsiteY25" fmla="*/ 26365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1670" h="361971">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1670" y="81077"/>
                    <a:pt x="280518" y="0"/>
                    <a:pt x="180835" y="0"/>
                  </a:cubicBezTo>
                  <a:cubicBezTo>
                    <a:pt x="180835" y="0"/>
                    <a:pt x="180835" y="0"/>
                    <a:pt x="180835" y="0"/>
                  </a:cubicBezTo>
                  <a:close/>
                  <a:moveTo>
                    <a:pt x="284991" y="263658"/>
                  </a:moveTo>
                  <a:cubicBezTo>
                    <a:pt x="284991" y="267489"/>
                    <a:pt x="282435" y="270042"/>
                    <a:pt x="278601" y="270042"/>
                  </a:cubicBezTo>
                  <a:lnTo>
                    <a:pt x="82430" y="270042"/>
                  </a:lnTo>
                  <a:cubicBezTo>
                    <a:pt x="78596" y="270042"/>
                    <a:pt x="76040" y="267489"/>
                    <a:pt x="76040" y="263658"/>
                  </a:cubicBezTo>
                  <a:lnTo>
                    <a:pt x="76040" y="123849"/>
                  </a:lnTo>
                  <a:cubicBezTo>
                    <a:pt x="76040" y="120019"/>
                    <a:pt x="78596" y="117465"/>
                    <a:pt x="82430" y="117465"/>
                  </a:cubicBezTo>
                  <a:lnTo>
                    <a:pt x="138661" y="117465"/>
                  </a:lnTo>
                  <a:cubicBezTo>
                    <a:pt x="140579" y="117465"/>
                    <a:pt x="142495" y="118742"/>
                    <a:pt x="143774" y="120657"/>
                  </a:cubicBezTo>
                  <a:lnTo>
                    <a:pt x="155914" y="138533"/>
                  </a:lnTo>
                  <a:lnTo>
                    <a:pt x="182752" y="138533"/>
                  </a:lnTo>
                  <a:cubicBezTo>
                    <a:pt x="184030" y="135979"/>
                    <a:pt x="185308" y="133425"/>
                    <a:pt x="186586" y="130872"/>
                  </a:cubicBezTo>
                  <a:cubicBezTo>
                    <a:pt x="215341" y="81715"/>
                    <a:pt x="272211" y="93845"/>
                    <a:pt x="272850" y="93845"/>
                  </a:cubicBezTo>
                  <a:cubicBezTo>
                    <a:pt x="276684" y="94483"/>
                    <a:pt x="278601" y="98313"/>
                    <a:pt x="277962" y="101505"/>
                  </a:cubicBezTo>
                  <a:cubicBezTo>
                    <a:pt x="277323" y="104697"/>
                    <a:pt x="273489" y="107251"/>
                    <a:pt x="270294" y="106613"/>
                  </a:cubicBezTo>
                  <a:cubicBezTo>
                    <a:pt x="268377" y="105974"/>
                    <a:pt x="221731" y="96398"/>
                    <a:pt x="197448" y="137894"/>
                  </a:cubicBezTo>
                  <a:cubicBezTo>
                    <a:pt x="197448" y="138533"/>
                    <a:pt x="196810" y="138533"/>
                    <a:pt x="196810" y="139171"/>
                  </a:cubicBezTo>
                  <a:lnTo>
                    <a:pt x="277962" y="139171"/>
                  </a:lnTo>
                  <a:cubicBezTo>
                    <a:pt x="281796" y="139171"/>
                    <a:pt x="284352" y="141724"/>
                    <a:pt x="284352" y="145555"/>
                  </a:cubicBezTo>
                  <a:lnTo>
                    <a:pt x="284352" y="263658"/>
                  </a:lnTo>
                  <a:close/>
                </a:path>
              </a:pathLst>
            </a:custGeom>
            <a:solidFill>
              <a:srgbClr val="00ABAB"/>
            </a:solidFill>
            <a:ln w="6390" cap="flat">
              <a:noFill/>
              <a:prstDash val="solid"/>
              <a:miter/>
            </a:ln>
          </p:spPr>
          <p:txBody>
            <a:bodyPr rtlCol="0" anchor="ctr"/>
            <a:lstStyle/>
            <a:p>
              <a:endParaRPr lang="en-US"/>
            </a:p>
          </p:txBody>
        </p:sp>
      </p:grpSp>
      <p:grpSp>
        <p:nvGrpSpPr>
          <p:cNvPr id="1600" name="Graphic 1100">
            <a:extLst>
              <a:ext uri="{FF2B5EF4-FFF2-40B4-BE49-F238E27FC236}">
                <a16:creationId xmlns:a16="http://schemas.microsoft.com/office/drawing/2014/main" id="{2069C420-5782-1642-8E48-F490212CEADB}"/>
              </a:ext>
            </a:extLst>
          </p:cNvPr>
          <p:cNvGrpSpPr/>
          <p:nvPr/>
        </p:nvGrpSpPr>
        <p:grpSpPr>
          <a:xfrm>
            <a:off x="7193791" y="2859711"/>
            <a:ext cx="361670" cy="361971"/>
            <a:chOff x="7193791" y="2859711"/>
            <a:chExt cx="361670" cy="361971"/>
          </a:xfrm>
          <a:solidFill>
            <a:srgbClr val="00ABAB"/>
          </a:solidFill>
        </p:grpSpPr>
        <p:sp>
          <p:nvSpPr>
            <p:cNvPr id="1601" name="Graphic 1100">
              <a:extLst>
                <a:ext uri="{FF2B5EF4-FFF2-40B4-BE49-F238E27FC236}">
                  <a16:creationId xmlns:a16="http://schemas.microsoft.com/office/drawing/2014/main" id="{9E7BCBE2-5B58-6641-8ABF-6AEB839EC769}"/>
                </a:ext>
              </a:extLst>
            </p:cNvPr>
            <p:cNvSpPr/>
            <p:nvPr/>
          </p:nvSpPr>
          <p:spPr>
            <a:xfrm>
              <a:off x="7291557" y="3011012"/>
              <a:ext cx="165499" cy="114273"/>
            </a:xfrm>
            <a:custGeom>
              <a:avLst/>
              <a:gdLst>
                <a:gd name="connsiteX0" fmla="*/ 90738 w 165499"/>
                <a:gd name="connsiteY0" fmla="*/ 60009 h 114273"/>
                <a:gd name="connsiteX1" fmla="*/ 85625 w 165499"/>
                <a:gd name="connsiteY1" fmla="*/ 67670 h 114273"/>
                <a:gd name="connsiteX2" fmla="*/ 84348 w 165499"/>
                <a:gd name="connsiteY2" fmla="*/ 67670 h 114273"/>
                <a:gd name="connsiteX3" fmla="*/ 77958 w 165499"/>
                <a:gd name="connsiteY3" fmla="*/ 62563 h 114273"/>
                <a:gd name="connsiteX4" fmla="*/ 78597 w 165499"/>
                <a:gd name="connsiteY4" fmla="*/ 19152 h 114273"/>
                <a:gd name="connsiteX5" fmla="*/ 56871 w 165499"/>
                <a:gd name="connsiteY5" fmla="*/ 19152 h 114273"/>
                <a:gd name="connsiteX6" fmla="*/ 51758 w 165499"/>
                <a:gd name="connsiteY6" fmla="*/ 15960 h 114273"/>
                <a:gd name="connsiteX7" fmla="*/ 40896 w 165499"/>
                <a:gd name="connsiteY7" fmla="*/ 0 h 114273"/>
                <a:gd name="connsiteX8" fmla="*/ 0 w 165499"/>
                <a:gd name="connsiteY8" fmla="*/ 0 h 114273"/>
                <a:gd name="connsiteX9" fmla="*/ 0 w 165499"/>
                <a:gd name="connsiteY9" fmla="*/ 114273 h 114273"/>
                <a:gd name="connsiteX10" fmla="*/ 165500 w 165499"/>
                <a:gd name="connsiteY10" fmla="*/ 114273 h 114273"/>
                <a:gd name="connsiteX11" fmla="*/ 165500 w 165499"/>
                <a:gd name="connsiteY11" fmla="*/ 19152 h 114273"/>
                <a:gd name="connsiteX12" fmla="*/ 92015 w 165499"/>
                <a:gd name="connsiteY12" fmla="*/ 19152 h 114273"/>
                <a:gd name="connsiteX13" fmla="*/ 90738 w 165499"/>
                <a:gd name="connsiteY13" fmla="*/ 60009 h 114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5499" h="114273">
                  <a:moveTo>
                    <a:pt x="90738" y="60009"/>
                  </a:moveTo>
                  <a:cubicBezTo>
                    <a:pt x="91376" y="63201"/>
                    <a:pt x="89459" y="67032"/>
                    <a:pt x="85625" y="67670"/>
                  </a:cubicBezTo>
                  <a:cubicBezTo>
                    <a:pt x="84986" y="67670"/>
                    <a:pt x="84986" y="67670"/>
                    <a:pt x="84348" y="67670"/>
                  </a:cubicBezTo>
                  <a:cubicBezTo>
                    <a:pt x="81153" y="67670"/>
                    <a:pt x="78597" y="65755"/>
                    <a:pt x="77958" y="62563"/>
                  </a:cubicBezTo>
                  <a:cubicBezTo>
                    <a:pt x="75402" y="47880"/>
                    <a:pt x="76040" y="33197"/>
                    <a:pt x="78597" y="19152"/>
                  </a:cubicBezTo>
                  <a:lnTo>
                    <a:pt x="56871" y="19152"/>
                  </a:lnTo>
                  <a:cubicBezTo>
                    <a:pt x="54953" y="19152"/>
                    <a:pt x="53037" y="17875"/>
                    <a:pt x="51758" y="15960"/>
                  </a:cubicBezTo>
                  <a:lnTo>
                    <a:pt x="40896" y="0"/>
                  </a:lnTo>
                  <a:lnTo>
                    <a:pt x="0" y="0"/>
                  </a:lnTo>
                  <a:lnTo>
                    <a:pt x="0" y="114273"/>
                  </a:lnTo>
                  <a:lnTo>
                    <a:pt x="165500" y="114273"/>
                  </a:lnTo>
                  <a:lnTo>
                    <a:pt x="165500" y="19152"/>
                  </a:lnTo>
                  <a:lnTo>
                    <a:pt x="92015" y="19152"/>
                  </a:lnTo>
                  <a:cubicBezTo>
                    <a:pt x="88820" y="31920"/>
                    <a:pt x="88181" y="45965"/>
                    <a:pt x="90738" y="60009"/>
                  </a:cubicBezTo>
                  <a:close/>
                </a:path>
              </a:pathLst>
            </a:custGeom>
            <a:solidFill>
              <a:srgbClr val="00ABAB"/>
            </a:solidFill>
            <a:ln w="6390" cap="flat">
              <a:noFill/>
              <a:prstDash val="solid"/>
              <a:miter/>
            </a:ln>
          </p:spPr>
          <p:txBody>
            <a:bodyPr rtlCol="0" anchor="ctr"/>
            <a:lstStyle/>
            <a:p>
              <a:endParaRPr lang="en-US"/>
            </a:p>
          </p:txBody>
        </p:sp>
        <p:sp>
          <p:nvSpPr>
            <p:cNvPr id="1602" name="Graphic 1100">
              <a:extLst>
                <a:ext uri="{FF2B5EF4-FFF2-40B4-BE49-F238E27FC236}">
                  <a16:creationId xmlns:a16="http://schemas.microsoft.com/office/drawing/2014/main" id="{0E272139-21A6-984A-9EE8-1E8D18A87497}"/>
                </a:ext>
              </a:extLst>
            </p:cNvPr>
            <p:cNvSpPr/>
            <p:nvPr/>
          </p:nvSpPr>
          <p:spPr>
            <a:xfrm>
              <a:off x="7193791" y="2859711"/>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76045 w 361670"/>
                <a:gd name="connsiteY7" fmla="*/ 271319 h 361971"/>
                <a:gd name="connsiteX8" fmla="*/ 269655 w 361670"/>
                <a:gd name="connsiteY8" fmla="*/ 277703 h 361971"/>
                <a:gd name="connsiteX9" fmla="*/ 91376 w 361670"/>
                <a:gd name="connsiteY9" fmla="*/ 277703 h 361971"/>
                <a:gd name="connsiteX10" fmla="*/ 84986 w 361670"/>
                <a:gd name="connsiteY10" fmla="*/ 271319 h 361971"/>
                <a:gd name="connsiteX11" fmla="*/ 84986 w 361670"/>
                <a:gd name="connsiteY11" fmla="*/ 144278 h 361971"/>
                <a:gd name="connsiteX12" fmla="*/ 91376 w 361670"/>
                <a:gd name="connsiteY12" fmla="*/ 137894 h 361971"/>
                <a:gd name="connsiteX13" fmla="*/ 142495 w 361670"/>
                <a:gd name="connsiteY13" fmla="*/ 137894 h 361971"/>
                <a:gd name="connsiteX14" fmla="*/ 147607 w 361670"/>
                <a:gd name="connsiteY14" fmla="*/ 141086 h 361971"/>
                <a:gd name="connsiteX15" fmla="*/ 158470 w 361670"/>
                <a:gd name="connsiteY15" fmla="*/ 157046 h 361971"/>
                <a:gd name="connsiteX16" fmla="*/ 179557 w 361670"/>
                <a:gd name="connsiteY16" fmla="*/ 157046 h 361971"/>
                <a:gd name="connsiteX17" fmla="*/ 191059 w 361670"/>
                <a:gd name="connsiteY17" fmla="*/ 135340 h 361971"/>
                <a:gd name="connsiteX18" fmla="*/ 245373 w 361670"/>
                <a:gd name="connsiteY18" fmla="*/ 107889 h 361971"/>
                <a:gd name="connsiteX19" fmla="*/ 226843 w 361670"/>
                <a:gd name="connsiteY19" fmla="*/ 95121 h 361971"/>
                <a:gd name="connsiteX20" fmla="*/ 225564 w 361670"/>
                <a:gd name="connsiteY20" fmla="*/ 86184 h 361971"/>
                <a:gd name="connsiteX21" fmla="*/ 233872 w 361670"/>
                <a:gd name="connsiteY21" fmla="*/ 84907 h 361971"/>
                <a:gd name="connsiteX22" fmla="*/ 265821 w 361670"/>
                <a:gd name="connsiteY22" fmla="*/ 107251 h 361971"/>
                <a:gd name="connsiteX23" fmla="*/ 268377 w 361670"/>
                <a:gd name="connsiteY23" fmla="*/ 111081 h 361971"/>
                <a:gd name="connsiteX24" fmla="*/ 267099 w 361670"/>
                <a:gd name="connsiteY24" fmla="*/ 116188 h 361971"/>
                <a:gd name="connsiteX25" fmla="*/ 244734 w 361670"/>
                <a:gd name="connsiteY25" fmla="*/ 148108 h 361971"/>
                <a:gd name="connsiteX26" fmla="*/ 239623 w 361670"/>
                <a:gd name="connsiteY26" fmla="*/ 150662 h 361971"/>
                <a:gd name="connsiteX27" fmla="*/ 235788 w 361670"/>
                <a:gd name="connsiteY27" fmla="*/ 149385 h 361971"/>
                <a:gd name="connsiteX28" fmla="*/ 234510 w 361670"/>
                <a:gd name="connsiteY28" fmla="*/ 140448 h 361971"/>
                <a:gd name="connsiteX29" fmla="*/ 248568 w 361670"/>
                <a:gd name="connsiteY29" fmla="*/ 120657 h 361971"/>
                <a:gd name="connsiteX30" fmla="*/ 200643 w 361670"/>
                <a:gd name="connsiteY30" fmla="*/ 143640 h 361971"/>
                <a:gd name="connsiteX31" fmla="*/ 192337 w 361670"/>
                <a:gd name="connsiteY31" fmla="*/ 157046 h 361971"/>
                <a:gd name="connsiteX32" fmla="*/ 268377 w 361670"/>
                <a:gd name="connsiteY32" fmla="*/ 157046 h 361971"/>
                <a:gd name="connsiteX33" fmla="*/ 274767 w 361670"/>
                <a:gd name="connsiteY33" fmla="*/ 163430 h 361971"/>
                <a:gd name="connsiteX34" fmla="*/ 274767 w 361670"/>
                <a:gd name="connsiteY34" fmla="*/ 27131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1670" h="361971">
                  <a:moveTo>
                    <a:pt x="180835" y="0"/>
                  </a:moveTo>
                  <a:cubicBezTo>
                    <a:pt x="80513" y="0"/>
                    <a:pt x="0" y="81076"/>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1670" y="80438"/>
                    <a:pt x="280518" y="0"/>
                    <a:pt x="180835" y="0"/>
                  </a:cubicBezTo>
                  <a:cubicBezTo>
                    <a:pt x="180835" y="0"/>
                    <a:pt x="180835" y="0"/>
                    <a:pt x="180835" y="0"/>
                  </a:cubicBezTo>
                  <a:close/>
                  <a:moveTo>
                    <a:pt x="276045" y="271319"/>
                  </a:moveTo>
                  <a:cubicBezTo>
                    <a:pt x="276045" y="275149"/>
                    <a:pt x="273489" y="277703"/>
                    <a:pt x="269655" y="277703"/>
                  </a:cubicBezTo>
                  <a:lnTo>
                    <a:pt x="91376" y="277703"/>
                  </a:lnTo>
                  <a:cubicBezTo>
                    <a:pt x="87542" y="277703"/>
                    <a:pt x="84986" y="275149"/>
                    <a:pt x="84986" y="271319"/>
                  </a:cubicBezTo>
                  <a:lnTo>
                    <a:pt x="84986" y="144278"/>
                  </a:lnTo>
                  <a:cubicBezTo>
                    <a:pt x="84986" y="140448"/>
                    <a:pt x="87542" y="137894"/>
                    <a:pt x="91376" y="137894"/>
                  </a:cubicBezTo>
                  <a:lnTo>
                    <a:pt x="142495" y="137894"/>
                  </a:lnTo>
                  <a:cubicBezTo>
                    <a:pt x="144412" y="137894"/>
                    <a:pt x="146969" y="139171"/>
                    <a:pt x="147607" y="141086"/>
                  </a:cubicBezTo>
                  <a:lnTo>
                    <a:pt x="158470" y="157046"/>
                  </a:lnTo>
                  <a:lnTo>
                    <a:pt x="179557" y="157046"/>
                  </a:lnTo>
                  <a:cubicBezTo>
                    <a:pt x="182113" y="149385"/>
                    <a:pt x="186586" y="141724"/>
                    <a:pt x="191059" y="135340"/>
                  </a:cubicBezTo>
                  <a:cubicBezTo>
                    <a:pt x="205117" y="117465"/>
                    <a:pt x="230038" y="110443"/>
                    <a:pt x="245373" y="107889"/>
                  </a:cubicBezTo>
                  <a:lnTo>
                    <a:pt x="226843" y="95121"/>
                  </a:lnTo>
                  <a:cubicBezTo>
                    <a:pt x="224287" y="93206"/>
                    <a:pt x="223648" y="88737"/>
                    <a:pt x="225564" y="86184"/>
                  </a:cubicBezTo>
                  <a:cubicBezTo>
                    <a:pt x="227482" y="83630"/>
                    <a:pt x="231315" y="82992"/>
                    <a:pt x="233872" y="84907"/>
                  </a:cubicBezTo>
                  <a:lnTo>
                    <a:pt x="265821" y="107251"/>
                  </a:lnTo>
                  <a:cubicBezTo>
                    <a:pt x="267099" y="108528"/>
                    <a:pt x="268377" y="109804"/>
                    <a:pt x="268377" y="111081"/>
                  </a:cubicBezTo>
                  <a:cubicBezTo>
                    <a:pt x="268377" y="112996"/>
                    <a:pt x="268377" y="114273"/>
                    <a:pt x="267099" y="116188"/>
                  </a:cubicBezTo>
                  <a:lnTo>
                    <a:pt x="244734" y="148108"/>
                  </a:lnTo>
                  <a:cubicBezTo>
                    <a:pt x="243456" y="150024"/>
                    <a:pt x="241539" y="150662"/>
                    <a:pt x="239623" y="150662"/>
                  </a:cubicBezTo>
                  <a:cubicBezTo>
                    <a:pt x="238344" y="150662"/>
                    <a:pt x="237067" y="150024"/>
                    <a:pt x="235788" y="149385"/>
                  </a:cubicBezTo>
                  <a:cubicBezTo>
                    <a:pt x="233233" y="147470"/>
                    <a:pt x="231954" y="143640"/>
                    <a:pt x="234510" y="140448"/>
                  </a:cubicBezTo>
                  <a:lnTo>
                    <a:pt x="248568" y="120657"/>
                  </a:lnTo>
                  <a:cubicBezTo>
                    <a:pt x="235149" y="123211"/>
                    <a:pt x="212784" y="128956"/>
                    <a:pt x="200643" y="143640"/>
                  </a:cubicBezTo>
                  <a:cubicBezTo>
                    <a:pt x="197448" y="148108"/>
                    <a:pt x="194893" y="152577"/>
                    <a:pt x="192337" y="157046"/>
                  </a:cubicBezTo>
                  <a:lnTo>
                    <a:pt x="268377" y="157046"/>
                  </a:lnTo>
                  <a:cubicBezTo>
                    <a:pt x="272211" y="157046"/>
                    <a:pt x="274767" y="159600"/>
                    <a:pt x="274767" y="163430"/>
                  </a:cubicBezTo>
                  <a:lnTo>
                    <a:pt x="274767" y="271319"/>
                  </a:lnTo>
                  <a:close/>
                </a:path>
              </a:pathLst>
            </a:custGeom>
            <a:solidFill>
              <a:srgbClr val="00ABAB"/>
            </a:solidFill>
            <a:ln w="6390" cap="flat">
              <a:noFill/>
              <a:prstDash val="solid"/>
              <a:miter/>
            </a:ln>
          </p:spPr>
          <p:txBody>
            <a:bodyPr rtlCol="0" anchor="ctr"/>
            <a:lstStyle/>
            <a:p>
              <a:endParaRPr lang="en-US"/>
            </a:p>
          </p:txBody>
        </p:sp>
      </p:grpSp>
      <p:grpSp>
        <p:nvGrpSpPr>
          <p:cNvPr id="1603" name="Graphic 1100">
            <a:extLst>
              <a:ext uri="{FF2B5EF4-FFF2-40B4-BE49-F238E27FC236}">
                <a16:creationId xmlns:a16="http://schemas.microsoft.com/office/drawing/2014/main" id="{FB12DD3A-593A-7847-9F13-70A7527B8554}"/>
              </a:ext>
            </a:extLst>
          </p:cNvPr>
          <p:cNvGrpSpPr/>
          <p:nvPr/>
        </p:nvGrpSpPr>
        <p:grpSpPr>
          <a:xfrm>
            <a:off x="7193791" y="2375167"/>
            <a:ext cx="361670" cy="361971"/>
            <a:chOff x="7193791" y="2375167"/>
            <a:chExt cx="361670" cy="361971"/>
          </a:xfrm>
          <a:solidFill>
            <a:srgbClr val="00ABAB"/>
          </a:solidFill>
        </p:grpSpPr>
        <p:sp>
          <p:nvSpPr>
            <p:cNvPr id="1604" name="Graphic 1100">
              <a:extLst>
                <a:ext uri="{FF2B5EF4-FFF2-40B4-BE49-F238E27FC236}">
                  <a16:creationId xmlns:a16="http://schemas.microsoft.com/office/drawing/2014/main" id="{A0B670E8-EF87-F14B-9E00-BA0BA2D9A697}"/>
                </a:ext>
              </a:extLst>
            </p:cNvPr>
            <p:cNvSpPr/>
            <p:nvPr/>
          </p:nvSpPr>
          <p:spPr>
            <a:xfrm>
              <a:off x="7343315" y="2524552"/>
              <a:ext cx="62621" cy="62562"/>
            </a:xfrm>
            <a:custGeom>
              <a:avLst/>
              <a:gdLst>
                <a:gd name="connsiteX0" fmla="*/ 31311 w 62621"/>
                <a:gd name="connsiteY0" fmla="*/ 0 h 62562"/>
                <a:gd name="connsiteX1" fmla="*/ 0 w 62621"/>
                <a:gd name="connsiteY1" fmla="*/ 31281 h 62562"/>
                <a:gd name="connsiteX2" fmla="*/ 31311 w 62621"/>
                <a:gd name="connsiteY2" fmla="*/ 62563 h 62562"/>
                <a:gd name="connsiteX3" fmla="*/ 62622 w 62621"/>
                <a:gd name="connsiteY3" fmla="*/ 31281 h 62562"/>
                <a:gd name="connsiteX4" fmla="*/ 31311 w 62621"/>
                <a:gd name="connsiteY4" fmla="*/ 0 h 62562"/>
                <a:gd name="connsiteX5" fmla="*/ 31311 w 62621"/>
                <a:gd name="connsiteY5" fmla="*/ 0 h 62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621" h="62562">
                  <a:moveTo>
                    <a:pt x="31311" y="0"/>
                  </a:moveTo>
                  <a:cubicBezTo>
                    <a:pt x="14058" y="0"/>
                    <a:pt x="0" y="14045"/>
                    <a:pt x="0" y="31281"/>
                  </a:cubicBezTo>
                  <a:cubicBezTo>
                    <a:pt x="0" y="48518"/>
                    <a:pt x="14058" y="62563"/>
                    <a:pt x="31311" y="62563"/>
                  </a:cubicBezTo>
                  <a:cubicBezTo>
                    <a:pt x="48564" y="62563"/>
                    <a:pt x="62622" y="48518"/>
                    <a:pt x="62622" y="31281"/>
                  </a:cubicBezTo>
                  <a:cubicBezTo>
                    <a:pt x="61983" y="14045"/>
                    <a:pt x="48564" y="0"/>
                    <a:pt x="31311" y="0"/>
                  </a:cubicBezTo>
                  <a:lnTo>
                    <a:pt x="31311" y="0"/>
                  </a:lnTo>
                  <a:close/>
                </a:path>
              </a:pathLst>
            </a:custGeom>
            <a:solidFill>
              <a:srgbClr val="00ABAB"/>
            </a:solidFill>
            <a:ln w="6390" cap="flat">
              <a:noFill/>
              <a:prstDash val="solid"/>
              <a:miter/>
            </a:ln>
          </p:spPr>
          <p:txBody>
            <a:bodyPr rtlCol="0" anchor="ctr"/>
            <a:lstStyle/>
            <a:p>
              <a:endParaRPr lang="en-US"/>
            </a:p>
          </p:txBody>
        </p:sp>
        <p:sp>
          <p:nvSpPr>
            <p:cNvPr id="1605" name="Graphic 1100">
              <a:extLst>
                <a:ext uri="{FF2B5EF4-FFF2-40B4-BE49-F238E27FC236}">
                  <a16:creationId xmlns:a16="http://schemas.microsoft.com/office/drawing/2014/main" id="{2274B051-6A25-8E48-BA46-EF006B06EB40}"/>
                </a:ext>
              </a:extLst>
            </p:cNvPr>
            <p:cNvSpPr/>
            <p:nvPr/>
          </p:nvSpPr>
          <p:spPr>
            <a:xfrm>
              <a:off x="7274304" y="2457042"/>
              <a:ext cx="198726" cy="197584"/>
            </a:xfrm>
            <a:custGeom>
              <a:avLst/>
              <a:gdLst>
                <a:gd name="connsiteX0" fmla="*/ 198727 w 198726"/>
                <a:gd name="connsiteY0" fmla="*/ 91131 h 197584"/>
                <a:gd name="connsiteX1" fmla="*/ 197449 w 198726"/>
                <a:gd name="connsiteY1" fmla="*/ 82832 h 197584"/>
                <a:gd name="connsiteX2" fmla="*/ 179557 w 198726"/>
                <a:gd name="connsiteY2" fmla="*/ 82832 h 197584"/>
                <a:gd name="connsiteX3" fmla="*/ 173167 w 198726"/>
                <a:gd name="connsiteY3" fmla="*/ 78363 h 197584"/>
                <a:gd name="connsiteX4" fmla="*/ 166138 w 198726"/>
                <a:gd name="connsiteY4" fmla="*/ 62403 h 197584"/>
                <a:gd name="connsiteX5" fmla="*/ 167416 w 198726"/>
                <a:gd name="connsiteY5" fmla="*/ 54743 h 197584"/>
                <a:gd name="connsiteX6" fmla="*/ 180196 w 198726"/>
                <a:gd name="connsiteY6" fmla="*/ 41975 h 197584"/>
                <a:gd name="connsiteX7" fmla="*/ 179557 w 198726"/>
                <a:gd name="connsiteY7" fmla="*/ 41336 h 197584"/>
                <a:gd name="connsiteX8" fmla="*/ 178918 w 198726"/>
                <a:gd name="connsiteY8" fmla="*/ 40059 h 197584"/>
                <a:gd name="connsiteX9" fmla="*/ 178279 w 198726"/>
                <a:gd name="connsiteY9" fmla="*/ 39421 h 197584"/>
                <a:gd name="connsiteX10" fmla="*/ 178279 w 198726"/>
                <a:gd name="connsiteY10" fmla="*/ 39421 h 197584"/>
                <a:gd name="connsiteX11" fmla="*/ 159748 w 198726"/>
                <a:gd name="connsiteY11" fmla="*/ 20907 h 197584"/>
                <a:gd name="connsiteX12" fmla="*/ 159748 w 198726"/>
                <a:gd name="connsiteY12" fmla="*/ 20907 h 197584"/>
                <a:gd name="connsiteX13" fmla="*/ 159110 w 198726"/>
                <a:gd name="connsiteY13" fmla="*/ 20269 h 197584"/>
                <a:gd name="connsiteX14" fmla="*/ 157831 w 198726"/>
                <a:gd name="connsiteY14" fmla="*/ 19631 h 197584"/>
                <a:gd name="connsiteX15" fmla="*/ 157192 w 198726"/>
                <a:gd name="connsiteY15" fmla="*/ 18992 h 197584"/>
                <a:gd name="connsiteX16" fmla="*/ 144412 w 198726"/>
                <a:gd name="connsiteY16" fmla="*/ 31760 h 197584"/>
                <a:gd name="connsiteX17" fmla="*/ 136745 w 198726"/>
                <a:gd name="connsiteY17" fmla="*/ 33037 h 197584"/>
                <a:gd name="connsiteX18" fmla="*/ 120130 w 198726"/>
                <a:gd name="connsiteY18" fmla="*/ 26015 h 197584"/>
                <a:gd name="connsiteX19" fmla="*/ 115658 w 198726"/>
                <a:gd name="connsiteY19" fmla="*/ 19631 h 197584"/>
                <a:gd name="connsiteX20" fmla="*/ 115658 w 198726"/>
                <a:gd name="connsiteY20" fmla="*/ 1756 h 197584"/>
                <a:gd name="connsiteX21" fmla="*/ 107350 w 198726"/>
                <a:gd name="connsiteY21" fmla="*/ 479 h 197584"/>
                <a:gd name="connsiteX22" fmla="*/ 91376 w 198726"/>
                <a:gd name="connsiteY22" fmla="*/ 479 h 197584"/>
                <a:gd name="connsiteX23" fmla="*/ 83069 w 198726"/>
                <a:gd name="connsiteY23" fmla="*/ 1756 h 197584"/>
                <a:gd name="connsiteX24" fmla="*/ 83069 w 198726"/>
                <a:gd name="connsiteY24" fmla="*/ 19631 h 197584"/>
                <a:gd name="connsiteX25" fmla="*/ 78596 w 198726"/>
                <a:gd name="connsiteY25" fmla="*/ 26015 h 197584"/>
                <a:gd name="connsiteX26" fmla="*/ 61982 w 198726"/>
                <a:gd name="connsiteY26" fmla="*/ 33037 h 197584"/>
                <a:gd name="connsiteX27" fmla="*/ 54314 w 198726"/>
                <a:gd name="connsiteY27" fmla="*/ 31760 h 197584"/>
                <a:gd name="connsiteX28" fmla="*/ 41535 w 198726"/>
                <a:gd name="connsiteY28" fmla="*/ 18992 h 197584"/>
                <a:gd name="connsiteX29" fmla="*/ 39617 w 198726"/>
                <a:gd name="connsiteY29" fmla="*/ 20269 h 197584"/>
                <a:gd name="connsiteX30" fmla="*/ 19809 w 198726"/>
                <a:gd name="connsiteY30" fmla="*/ 40059 h 197584"/>
                <a:gd name="connsiteX31" fmla="*/ 18531 w 198726"/>
                <a:gd name="connsiteY31" fmla="*/ 41336 h 197584"/>
                <a:gd name="connsiteX32" fmla="*/ 31311 w 198726"/>
                <a:gd name="connsiteY32" fmla="*/ 54104 h 197584"/>
                <a:gd name="connsiteX33" fmla="*/ 32589 w 198726"/>
                <a:gd name="connsiteY33" fmla="*/ 61765 h 197584"/>
                <a:gd name="connsiteX34" fmla="*/ 26199 w 198726"/>
                <a:gd name="connsiteY34" fmla="*/ 78363 h 197584"/>
                <a:gd name="connsiteX35" fmla="*/ 19809 w 198726"/>
                <a:gd name="connsiteY35" fmla="*/ 82832 h 197584"/>
                <a:gd name="connsiteX36" fmla="*/ 1917 w 198726"/>
                <a:gd name="connsiteY36" fmla="*/ 82832 h 197584"/>
                <a:gd name="connsiteX37" fmla="*/ 639 w 198726"/>
                <a:gd name="connsiteY37" fmla="*/ 91131 h 197584"/>
                <a:gd name="connsiteX38" fmla="*/ 0 w 198726"/>
                <a:gd name="connsiteY38" fmla="*/ 98792 h 197584"/>
                <a:gd name="connsiteX39" fmla="*/ 639 w 198726"/>
                <a:gd name="connsiteY39" fmla="*/ 106453 h 197584"/>
                <a:gd name="connsiteX40" fmla="*/ 1917 w 198726"/>
                <a:gd name="connsiteY40" fmla="*/ 114752 h 197584"/>
                <a:gd name="connsiteX41" fmla="*/ 19809 w 198726"/>
                <a:gd name="connsiteY41" fmla="*/ 114752 h 197584"/>
                <a:gd name="connsiteX42" fmla="*/ 26199 w 198726"/>
                <a:gd name="connsiteY42" fmla="*/ 119221 h 197584"/>
                <a:gd name="connsiteX43" fmla="*/ 32589 w 198726"/>
                <a:gd name="connsiteY43" fmla="*/ 135819 h 197584"/>
                <a:gd name="connsiteX44" fmla="*/ 31311 w 198726"/>
                <a:gd name="connsiteY44" fmla="*/ 143480 h 197584"/>
                <a:gd name="connsiteX45" fmla="*/ 18531 w 198726"/>
                <a:gd name="connsiteY45" fmla="*/ 156248 h 197584"/>
                <a:gd name="connsiteX46" fmla="*/ 19170 w 198726"/>
                <a:gd name="connsiteY46" fmla="*/ 156886 h 197584"/>
                <a:gd name="connsiteX47" fmla="*/ 19809 w 198726"/>
                <a:gd name="connsiteY47" fmla="*/ 158163 h 197584"/>
                <a:gd name="connsiteX48" fmla="*/ 20447 w 198726"/>
                <a:gd name="connsiteY48" fmla="*/ 158802 h 197584"/>
                <a:gd name="connsiteX49" fmla="*/ 20447 w 198726"/>
                <a:gd name="connsiteY49" fmla="*/ 158802 h 197584"/>
                <a:gd name="connsiteX50" fmla="*/ 38978 w 198726"/>
                <a:gd name="connsiteY50" fmla="*/ 177315 h 197584"/>
                <a:gd name="connsiteX51" fmla="*/ 38978 w 198726"/>
                <a:gd name="connsiteY51" fmla="*/ 177315 h 197584"/>
                <a:gd name="connsiteX52" fmla="*/ 39617 w 198726"/>
                <a:gd name="connsiteY52" fmla="*/ 177953 h 197584"/>
                <a:gd name="connsiteX53" fmla="*/ 40256 w 198726"/>
                <a:gd name="connsiteY53" fmla="*/ 178592 h 197584"/>
                <a:gd name="connsiteX54" fmla="*/ 40896 w 198726"/>
                <a:gd name="connsiteY54" fmla="*/ 179230 h 197584"/>
                <a:gd name="connsiteX55" fmla="*/ 53676 w 198726"/>
                <a:gd name="connsiteY55" fmla="*/ 166462 h 197584"/>
                <a:gd name="connsiteX56" fmla="*/ 61343 w 198726"/>
                <a:gd name="connsiteY56" fmla="*/ 165186 h 197584"/>
                <a:gd name="connsiteX57" fmla="*/ 77957 w 198726"/>
                <a:gd name="connsiteY57" fmla="*/ 171569 h 197584"/>
                <a:gd name="connsiteX58" fmla="*/ 82430 w 198726"/>
                <a:gd name="connsiteY58" fmla="*/ 177953 h 197584"/>
                <a:gd name="connsiteX59" fmla="*/ 82430 w 198726"/>
                <a:gd name="connsiteY59" fmla="*/ 195829 h 197584"/>
                <a:gd name="connsiteX60" fmla="*/ 90737 w 198726"/>
                <a:gd name="connsiteY60" fmla="*/ 197105 h 197584"/>
                <a:gd name="connsiteX61" fmla="*/ 106712 w 198726"/>
                <a:gd name="connsiteY61" fmla="*/ 197105 h 197584"/>
                <a:gd name="connsiteX62" fmla="*/ 115019 w 198726"/>
                <a:gd name="connsiteY62" fmla="*/ 195829 h 197584"/>
                <a:gd name="connsiteX63" fmla="*/ 115019 w 198726"/>
                <a:gd name="connsiteY63" fmla="*/ 177953 h 197584"/>
                <a:gd name="connsiteX64" fmla="*/ 119492 w 198726"/>
                <a:gd name="connsiteY64" fmla="*/ 171569 h 197584"/>
                <a:gd name="connsiteX65" fmla="*/ 136105 w 198726"/>
                <a:gd name="connsiteY65" fmla="*/ 165186 h 197584"/>
                <a:gd name="connsiteX66" fmla="*/ 143774 w 198726"/>
                <a:gd name="connsiteY66" fmla="*/ 166462 h 197584"/>
                <a:gd name="connsiteX67" fmla="*/ 156553 w 198726"/>
                <a:gd name="connsiteY67" fmla="*/ 179230 h 197584"/>
                <a:gd name="connsiteX68" fmla="*/ 158470 w 198726"/>
                <a:gd name="connsiteY68" fmla="*/ 177953 h 197584"/>
                <a:gd name="connsiteX69" fmla="*/ 178279 w 198726"/>
                <a:gd name="connsiteY69" fmla="*/ 158163 h 197584"/>
                <a:gd name="connsiteX70" fmla="*/ 179557 w 198726"/>
                <a:gd name="connsiteY70" fmla="*/ 156248 h 197584"/>
                <a:gd name="connsiteX71" fmla="*/ 166777 w 198726"/>
                <a:gd name="connsiteY71" fmla="*/ 143480 h 197584"/>
                <a:gd name="connsiteX72" fmla="*/ 165500 w 198726"/>
                <a:gd name="connsiteY72" fmla="*/ 135819 h 197584"/>
                <a:gd name="connsiteX73" fmla="*/ 172528 w 198726"/>
                <a:gd name="connsiteY73" fmla="*/ 119221 h 197584"/>
                <a:gd name="connsiteX74" fmla="*/ 178918 w 198726"/>
                <a:gd name="connsiteY74" fmla="*/ 114752 h 197584"/>
                <a:gd name="connsiteX75" fmla="*/ 196810 w 198726"/>
                <a:gd name="connsiteY75" fmla="*/ 114752 h 197584"/>
                <a:gd name="connsiteX76" fmla="*/ 198088 w 198726"/>
                <a:gd name="connsiteY76" fmla="*/ 106453 h 197584"/>
                <a:gd name="connsiteX77" fmla="*/ 198727 w 198726"/>
                <a:gd name="connsiteY77" fmla="*/ 98792 h 197584"/>
                <a:gd name="connsiteX78" fmla="*/ 198727 w 198726"/>
                <a:gd name="connsiteY78" fmla="*/ 91131 h 197584"/>
                <a:gd name="connsiteX79" fmla="*/ 198727 w 198726"/>
                <a:gd name="connsiteY79" fmla="*/ 91131 h 197584"/>
                <a:gd name="connsiteX80" fmla="*/ 100322 w 198726"/>
                <a:gd name="connsiteY80" fmla="*/ 142842 h 197584"/>
                <a:gd name="connsiteX81" fmla="*/ 56231 w 198726"/>
                <a:gd name="connsiteY81" fmla="*/ 98792 h 197584"/>
                <a:gd name="connsiteX82" fmla="*/ 100322 w 198726"/>
                <a:gd name="connsiteY82" fmla="*/ 54743 h 197584"/>
                <a:gd name="connsiteX83" fmla="*/ 144412 w 198726"/>
                <a:gd name="connsiteY83" fmla="*/ 98792 h 197584"/>
                <a:gd name="connsiteX84" fmla="*/ 144412 w 198726"/>
                <a:gd name="connsiteY84" fmla="*/ 98792 h 197584"/>
                <a:gd name="connsiteX85" fmla="*/ 100322 w 198726"/>
                <a:gd name="connsiteY85" fmla="*/ 142842 h 197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98726" h="197584">
                  <a:moveTo>
                    <a:pt x="198727" y="91131"/>
                  </a:moveTo>
                  <a:cubicBezTo>
                    <a:pt x="198727" y="88578"/>
                    <a:pt x="198088" y="85386"/>
                    <a:pt x="197449" y="82832"/>
                  </a:cubicBezTo>
                  <a:lnTo>
                    <a:pt x="179557" y="82832"/>
                  </a:lnTo>
                  <a:cubicBezTo>
                    <a:pt x="176362" y="82832"/>
                    <a:pt x="173806" y="80917"/>
                    <a:pt x="173167" y="78363"/>
                  </a:cubicBezTo>
                  <a:cubicBezTo>
                    <a:pt x="171250" y="72618"/>
                    <a:pt x="169333" y="67511"/>
                    <a:pt x="166138" y="62403"/>
                  </a:cubicBezTo>
                  <a:cubicBezTo>
                    <a:pt x="164860" y="59850"/>
                    <a:pt x="164860" y="56658"/>
                    <a:pt x="167416" y="54743"/>
                  </a:cubicBezTo>
                  <a:lnTo>
                    <a:pt x="180196" y="41975"/>
                  </a:lnTo>
                  <a:lnTo>
                    <a:pt x="179557" y="41336"/>
                  </a:lnTo>
                  <a:lnTo>
                    <a:pt x="178918" y="40059"/>
                  </a:lnTo>
                  <a:lnTo>
                    <a:pt x="178279" y="39421"/>
                  </a:lnTo>
                  <a:lnTo>
                    <a:pt x="178279" y="39421"/>
                  </a:lnTo>
                  <a:cubicBezTo>
                    <a:pt x="173167" y="32399"/>
                    <a:pt x="166777" y="26015"/>
                    <a:pt x="159748" y="20907"/>
                  </a:cubicBezTo>
                  <a:lnTo>
                    <a:pt x="159748" y="20907"/>
                  </a:lnTo>
                  <a:lnTo>
                    <a:pt x="159110" y="20269"/>
                  </a:lnTo>
                  <a:lnTo>
                    <a:pt x="157831" y="19631"/>
                  </a:lnTo>
                  <a:lnTo>
                    <a:pt x="157192" y="18992"/>
                  </a:lnTo>
                  <a:lnTo>
                    <a:pt x="144412" y="31760"/>
                  </a:lnTo>
                  <a:cubicBezTo>
                    <a:pt x="142495" y="33675"/>
                    <a:pt x="139300" y="34314"/>
                    <a:pt x="136745" y="33037"/>
                  </a:cubicBezTo>
                  <a:cubicBezTo>
                    <a:pt x="131633" y="29845"/>
                    <a:pt x="125881" y="27930"/>
                    <a:pt x="120130" y="26015"/>
                  </a:cubicBezTo>
                  <a:cubicBezTo>
                    <a:pt x="117575" y="25376"/>
                    <a:pt x="115658" y="22823"/>
                    <a:pt x="115658" y="19631"/>
                  </a:cubicBezTo>
                  <a:lnTo>
                    <a:pt x="115658" y="1756"/>
                  </a:lnTo>
                  <a:cubicBezTo>
                    <a:pt x="113102" y="1117"/>
                    <a:pt x="109907" y="1117"/>
                    <a:pt x="107350" y="479"/>
                  </a:cubicBezTo>
                  <a:cubicBezTo>
                    <a:pt x="102239" y="-160"/>
                    <a:pt x="97127" y="-160"/>
                    <a:pt x="91376" y="479"/>
                  </a:cubicBezTo>
                  <a:cubicBezTo>
                    <a:pt x="88820" y="479"/>
                    <a:pt x="85625" y="1117"/>
                    <a:pt x="83069" y="1756"/>
                  </a:cubicBezTo>
                  <a:lnTo>
                    <a:pt x="83069" y="19631"/>
                  </a:lnTo>
                  <a:cubicBezTo>
                    <a:pt x="83069" y="22823"/>
                    <a:pt x="81152" y="25376"/>
                    <a:pt x="78596" y="26015"/>
                  </a:cubicBezTo>
                  <a:cubicBezTo>
                    <a:pt x="72845" y="27930"/>
                    <a:pt x="67094" y="29845"/>
                    <a:pt x="61982" y="33037"/>
                  </a:cubicBezTo>
                  <a:cubicBezTo>
                    <a:pt x="59426" y="34314"/>
                    <a:pt x="56231" y="33675"/>
                    <a:pt x="54314" y="31760"/>
                  </a:cubicBezTo>
                  <a:lnTo>
                    <a:pt x="41535" y="18992"/>
                  </a:lnTo>
                  <a:lnTo>
                    <a:pt x="39617" y="20269"/>
                  </a:lnTo>
                  <a:cubicBezTo>
                    <a:pt x="31950" y="26015"/>
                    <a:pt x="25560" y="32399"/>
                    <a:pt x="19809" y="40059"/>
                  </a:cubicBezTo>
                  <a:cubicBezTo>
                    <a:pt x="19170" y="40698"/>
                    <a:pt x="19170" y="41336"/>
                    <a:pt x="18531" y="41336"/>
                  </a:cubicBezTo>
                  <a:lnTo>
                    <a:pt x="31311" y="54104"/>
                  </a:lnTo>
                  <a:cubicBezTo>
                    <a:pt x="33227" y="56019"/>
                    <a:pt x="33866" y="59211"/>
                    <a:pt x="32589" y="61765"/>
                  </a:cubicBezTo>
                  <a:cubicBezTo>
                    <a:pt x="30032" y="66872"/>
                    <a:pt x="27476" y="72618"/>
                    <a:pt x="26199" y="78363"/>
                  </a:cubicBezTo>
                  <a:cubicBezTo>
                    <a:pt x="25560" y="80917"/>
                    <a:pt x="23004" y="82832"/>
                    <a:pt x="19809" y="82832"/>
                  </a:cubicBezTo>
                  <a:lnTo>
                    <a:pt x="1917" y="82832"/>
                  </a:lnTo>
                  <a:cubicBezTo>
                    <a:pt x="1278" y="85386"/>
                    <a:pt x="1278" y="88578"/>
                    <a:pt x="639" y="91131"/>
                  </a:cubicBezTo>
                  <a:cubicBezTo>
                    <a:pt x="0" y="93685"/>
                    <a:pt x="0" y="96239"/>
                    <a:pt x="0" y="98792"/>
                  </a:cubicBezTo>
                  <a:cubicBezTo>
                    <a:pt x="0" y="101346"/>
                    <a:pt x="0" y="103899"/>
                    <a:pt x="639" y="106453"/>
                  </a:cubicBezTo>
                  <a:cubicBezTo>
                    <a:pt x="1278" y="109007"/>
                    <a:pt x="1278" y="112199"/>
                    <a:pt x="1917" y="114752"/>
                  </a:cubicBezTo>
                  <a:lnTo>
                    <a:pt x="19809" y="114752"/>
                  </a:lnTo>
                  <a:cubicBezTo>
                    <a:pt x="23004" y="114752"/>
                    <a:pt x="25560" y="116667"/>
                    <a:pt x="26199" y="119221"/>
                  </a:cubicBezTo>
                  <a:cubicBezTo>
                    <a:pt x="27476" y="124966"/>
                    <a:pt x="30032" y="130074"/>
                    <a:pt x="32589" y="135819"/>
                  </a:cubicBezTo>
                  <a:cubicBezTo>
                    <a:pt x="33866" y="138373"/>
                    <a:pt x="33866" y="141565"/>
                    <a:pt x="31311" y="143480"/>
                  </a:cubicBezTo>
                  <a:lnTo>
                    <a:pt x="18531" y="156248"/>
                  </a:lnTo>
                  <a:lnTo>
                    <a:pt x="19170" y="156886"/>
                  </a:lnTo>
                  <a:lnTo>
                    <a:pt x="19809" y="158163"/>
                  </a:lnTo>
                  <a:lnTo>
                    <a:pt x="20447" y="158802"/>
                  </a:lnTo>
                  <a:lnTo>
                    <a:pt x="20447" y="158802"/>
                  </a:lnTo>
                  <a:cubicBezTo>
                    <a:pt x="25560" y="165824"/>
                    <a:pt x="31950" y="172208"/>
                    <a:pt x="38978" y="177315"/>
                  </a:cubicBezTo>
                  <a:lnTo>
                    <a:pt x="38978" y="177315"/>
                  </a:lnTo>
                  <a:lnTo>
                    <a:pt x="39617" y="177953"/>
                  </a:lnTo>
                  <a:lnTo>
                    <a:pt x="40256" y="178592"/>
                  </a:lnTo>
                  <a:lnTo>
                    <a:pt x="40896" y="179230"/>
                  </a:lnTo>
                  <a:lnTo>
                    <a:pt x="53676" y="166462"/>
                  </a:lnTo>
                  <a:cubicBezTo>
                    <a:pt x="55592" y="164547"/>
                    <a:pt x="58787" y="163909"/>
                    <a:pt x="61343" y="165186"/>
                  </a:cubicBezTo>
                  <a:cubicBezTo>
                    <a:pt x="66456" y="167739"/>
                    <a:pt x="72206" y="170293"/>
                    <a:pt x="77957" y="171569"/>
                  </a:cubicBezTo>
                  <a:cubicBezTo>
                    <a:pt x="80513" y="172208"/>
                    <a:pt x="82430" y="174761"/>
                    <a:pt x="82430" y="177953"/>
                  </a:cubicBezTo>
                  <a:lnTo>
                    <a:pt x="82430" y="195829"/>
                  </a:lnTo>
                  <a:cubicBezTo>
                    <a:pt x="84986" y="196467"/>
                    <a:pt x="88181" y="196467"/>
                    <a:pt x="90737" y="197105"/>
                  </a:cubicBezTo>
                  <a:cubicBezTo>
                    <a:pt x="95849" y="197744"/>
                    <a:pt x="100961" y="197744"/>
                    <a:pt x="106712" y="197105"/>
                  </a:cubicBezTo>
                  <a:cubicBezTo>
                    <a:pt x="109268" y="197105"/>
                    <a:pt x="112463" y="196467"/>
                    <a:pt x="115019" y="195829"/>
                  </a:cubicBezTo>
                  <a:lnTo>
                    <a:pt x="115019" y="177953"/>
                  </a:lnTo>
                  <a:cubicBezTo>
                    <a:pt x="115019" y="174761"/>
                    <a:pt x="116935" y="172208"/>
                    <a:pt x="119492" y="171569"/>
                  </a:cubicBezTo>
                  <a:cubicBezTo>
                    <a:pt x="125243" y="169654"/>
                    <a:pt x="130994" y="167739"/>
                    <a:pt x="136105" y="165186"/>
                  </a:cubicBezTo>
                  <a:cubicBezTo>
                    <a:pt x="138661" y="163909"/>
                    <a:pt x="141856" y="163909"/>
                    <a:pt x="143774" y="166462"/>
                  </a:cubicBezTo>
                  <a:lnTo>
                    <a:pt x="156553" y="179230"/>
                  </a:lnTo>
                  <a:lnTo>
                    <a:pt x="158470" y="177953"/>
                  </a:lnTo>
                  <a:cubicBezTo>
                    <a:pt x="166138" y="172208"/>
                    <a:pt x="172528" y="165824"/>
                    <a:pt x="178279" y="158163"/>
                  </a:cubicBezTo>
                  <a:cubicBezTo>
                    <a:pt x="178918" y="157525"/>
                    <a:pt x="178918" y="156886"/>
                    <a:pt x="179557" y="156248"/>
                  </a:cubicBezTo>
                  <a:lnTo>
                    <a:pt x="166777" y="143480"/>
                  </a:lnTo>
                  <a:cubicBezTo>
                    <a:pt x="164860" y="141565"/>
                    <a:pt x="164221" y="138373"/>
                    <a:pt x="165500" y="135819"/>
                  </a:cubicBezTo>
                  <a:cubicBezTo>
                    <a:pt x="168695" y="130712"/>
                    <a:pt x="170611" y="124966"/>
                    <a:pt x="172528" y="119221"/>
                  </a:cubicBezTo>
                  <a:cubicBezTo>
                    <a:pt x="173167" y="116667"/>
                    <a:pt x="175723" y="114752"/>
                    <a:pt x="178918" y="114752"/>
                  </a:cubicBezTo>
                  <a:lnTo>
                    <a:pt x="196810" y="114752"/>
                  </a:lnTo>
                  <a:cubicBezTo>
                    <a:pt x="197449" y="112199"/>
                    <a:pt x="197449" y="109007"/>
                    <a:pt x="198088" y="106453"/>
                  </a:cubicBezTo>
                  <a:cubicBezTo>
                    <a:pt x="198727" y="103899"/>
                    <a:pt x="198727" y="101346"/>
                    <a:pt x="198727" y="98792"/>
                  </a:cubicBezTo>
                  <a:cubicBezTo>
                    <a:pt x="198727" y="96239"/>
                    <a:pt x="198727" y="93685"/>
                    <a:pt x="198727" y="91131"/>
                  </a:cubicBezTo>
                  <a:lnTo>
                    <a:pt x="198727" y="91131"/>
                  </a:lnTo>
                  <a:close/>
                  <a:moveTo>
                    <a:pt x="100322" y="142842"/>
                  </a:moveTo>
                  <a:cubicBezTo>
                    <a:pt x="76040" y="142842"/>
                    <a:pt x="56231" y="123051"/>
                    <a:pt x="56231" y="98792"/>
                  </a:cubicBezTo>
                  <a:cubicBezTo>
                    <a:pt x="56231" y="74533"/>
                    <a:pt x="76040" y="54743"/>
                    <a:pt x="100322" y="54743"/>
                  </a:cubicBezTo>
                  <a:cubicBezTo>
                    <a:pt x="124604" y="54743"/>
                    <a:pt x="144412" y="74533"/>
                    <a:pt x="144412" y="98792"/>
                  </a:cubicBezTo>
                  <a:cubicBezTo>
                    <a:pt x="144412" y="98792"/>
                    <a:pt x="144412" y="98792"/>
                    <a:pt x="144412" y="98792"/>
                  </a:cubicBezTo>
                  <a:cubicBezTo>
                    <a:pt x="143774" y="123051"/>
                    <a:pt x="124604" y="142842"/>
                    <a:pt x="100322" y="142842"/>
                  </a:cubicBezTo>
                  <a:close/>
                </a:path>
              </a:pathLst>
            </a:custGeom>
            <a:solidFill>
              <a:srgbClr val="00ABAB"/>
            </a:solidFill>
            <a:ln w="6390" cap="flat">
              <a:noFill/>
              <a:prstDash val="solid"/>
              <a:miter/>
            </a:ln>
          </p:spPr>
          <p:txBody>
            <a:bodyPr rtlCol="0" anchor="ctr"/>
            <a:lstStyle/>
            <a:p>
              <a:endParaRPr lang="en-US"/>
            </a:p>
          </p:txBody>
        </p:sp>
        <p:sp>
          <p:nvSpPr>
            <p:cNvPr id="1606" name="Graphic 1100">
              <a:extLst>
                <a:ext uri="{FF2B5EF4-FFF2-40B4-BE49-F238E27FC236}">
                  <a16:creationId xmlns:a16="http://schemas.microsoft.com/office/drawing/2014/main" id="{17468425-3D28-0E49-AB43-8DDD159C2AC9}"/>
                </a:ext>
              </a:extLst>
            </p:cNvPr>
            <p:cNvSpPr/>
            <p:nvPr/>
          </p:nvSpPr>
          <p:spPr>
            <a:xfrm>
              <a:off x="7193791" y="2375167"/>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92020 w 361670"/>
                <a:gd name="connsiteY7" fmla="*/ 189604 h 361971"/>
                <a:gd name="connsiteX8" fmla="*/ 290103 w 361670"/>
                <a:gd name="connsiteY8" fmla="*/ 204926 h 361971"/>
                <a:gd name="connsiteX9" fmla="*/ 283713 w 361670"/>
                <a:gd name="connsiteY9" fmla="*/ 210033 h 361971"/>
                <a:gd name="connsiteX10" fmla="*/ 265182 w 361670"/>
                <a:gd name="connsiteY10" fmla="*/ 210033 h 361971"/>
                <a:gd name="connsiteX11" fmla="*/ 260709 w 361670"/>
                <a:gd name="connsiteY11" fmla="*/ 220247 h 361971"/>
                <a:gd name="connsiteX12" fmla="*/ 274128 w 361670"/>
                <a:gd name="connsiteY12" fmla="*/ 233654 h 361971"/>
                <a:gd name="connsiteX13" fmla="*/ 274767 w 361670"/>
                <a:gd name="connsiteY13" fmla="*/ 241315 h 361971"/>
                <a:gd name="connsiteX14" fmla="*/ 270294 w 361670"/>
                <a:gd name="connsiteY14" fmla="*/ 247699 h 361971"/>
                <a:gd name="connsiteX15" fmla="*/ 247929 w 361670"/>
                <a:gd name="connsiteY15" fmla="*/ 270043 h 361971"/>
                <a:gd name="connsiteX16" fmla="*/ 241539 w 361670"/>
                <a:gd name="connsiteY16" fmla="*/ 274511 h 361971"/>
                <a:gd name="connsiteX17" fmla="*/ 233872 w 361670"/>
                <a:gd name="connsiteY17" fmla="*/ 273873 h 361971"/>
                <a:gd name="connsiteX18" fmla="*/ 220453 w 361670"/>
                <a:gd name="connsiteY18" fmla="*/ 260467 h 361971"/>
                <a:gd name="connsiteX19" fmla="*/ 210228 w 361670"/>
                <a:gd name="connsiteY19" fmla="*/ 264935 h 361971"/>
                <a:gd name="connsiteX20" fmla="*/ 210228 w 361670"/>
                <a:gd name="connsiteY20" fmla="*/ 283449 h 361971"/>
                <a:gd name="connsiteX21" fmla="*/ 205117 w 361670"/>
                <a:gd name="connsiteY21" fmla="*/ 289833 h 361971"/>
                <a:gd name="connsiteX22" fmla="*/ 189781 w 361670"/>
                <a:gd name="connsiteY22" fmla="*/ 291748 h 361971"/>
                <a:gd name="connsiteX23" fmla="*/ 180835 w 361670"/>
                <a:gd name="connsiteY23" fmla="*/ 292387 h 361971"/>
                <a:gd name="connsiteX24" fmla="*/ 171889 w 361670"/>
                <a:gd name="connsiteY24" fmla="*/ 291748 h 361971"/>
                <a:gd name="connsiteX25" fmla="*/ 156553 w 361670"/>
                <a:gd name="connsiteY25" fmla="*/ 289833 h 361971"/>
                <a:gd name="connsiteX26" fmla="*/ 151441 w 361670"/>
                <a:gd name="connsiteY26" fmla="*/ 283449 h 361971"/>
                <a:gd name="connsiteX27" fmla="*/ 151441 w 361670"/>
                <a:gd name="connsiteY27" fmla="*/ 264935 h 361971"/>
                <a:gd name="connsiteX28" fmla="*/ 141217 w 361670"/>
                <a:gd name="connsiteY28" fmla="*/ 260467 h 361971"/>
                <a:gd name="connsiteX29" fmla="*/ 127799 w 361670"/>
                <a:gd name="connsiteY29" fmla="*/ 273873 h 361971"/>
                <a:gd name="connsiteX30" fmla="*/ 120130 w 361670"/>
                <a:gd name="connsiteY30" fmla="*/ 274511 h 361971"/>
                <a:gd name="connsiteX31" fmla="*/ 114379 w 361670"/>
                <a:gd name="connsiteY31" fmla="*/ 270681 h 361971"/>
                <a:gd name="connsiteX32" fmla="*/ 114379 w 361670"/>
                <a:gd name="connsiteY32" fmla="*/ 270681 h 361971"/>
                <a:gd name="connsiteX33" fmla="*/ 113102 w 361670"/>
                <a:gd name="connsiteY33" fmla="*/ 270043 h 361971"/>
                <a:gd name="connsiteX34" fmla="*/ 112463 w 361670"/>
                <a:gd name="connsiteY34" fmla="*/ 269404 h 361971"/>
                <a:gd name="connsiteX35" fmla="*/ 91376 w 361670"/>
                <a:gd name="connsiteY35" fmla="*/ 248337 h 361971"/>
                <a:gd name="connsiteX36" fmla="*/ 90737 w 361670"/>
                <a:gd name="connsiteY36" fmla="*/ 247699 h 361971"/>
                <a:gd name="connsiteX37" fmla="*/ 90098 w 361670"/>
                <a:gd name="connsiteY37" fmla="*/ 246422 h 361971"/>
                <a:gd name="connsiteX38" fmla="*/ 90098 w 361670"/>
                <a:gd name="connsiteY38" fmla="*/ 246422 h 361971"/>
                <a:gd name="connsiteX39" fmla="*/ 86264 w 361670"/>
                <a:gd name="connsiteY39" fmla="*/ 240676 h 361971"/>
                <a:gd name="connsiteX40" fmla="*/ 86903 w 361670"/>
                <a:gd name="connsiteY40" fmla="*/ 233015 h 361971"/>
                <a:gd name="connsiteX41" fmla="*/ 99683 w 361670"/>
                <a:gd name="connsiteY41" fmla="*/ 219609 h 361971"/>
                <a:gd name="connsiteX42" fmla="*/ 95209 w 361670"/>
                <a:gd name="connsiteY42" fmla="*/ 209395 h 361971"/>
                <a:gd name="connsiteX43" fmla="*/ 76679 w 361670"/>
                <a:gd name="connsiteY43" fmla="*/ 209395 h 361971"/>
                <a:gd name="connsiteX44" fmla="*/ 70289 w 361670"/>
                <a:gd name="connsiteY44" fmla="*/ 204287 h 361971"/>
                <a:gd name="connsiteX45" fmla="*/ 68372 w 361670"/>
                <a:gd name="connsiteY45" fmla="*/ 188966 h 361971"/>
                <a:gd name="connsiteX46" fmla="*/ 67733 w 361670"/>
                <a:gd name="connsiteY46" fmla="*/ 180028 h 361971"/>
                <a:gd name="connsiteX47" fmla="*/ 68372 w 361670"/>
                <a:gd name="connsiteY47" fmla="*/ 171091 h 361971"/>
                <a:gd name="connsiteX48" fmla="*/ 70289 w 361670"/>
                <a:gd name="connsiteY48" fmla="*/ 155769 h 361971"/>
                <a:gd name="connsiteX49" fmla="*/ 76679 w 361670"/>
                <a:gd name="connsiteY49" fmla="*/ 150662 h 361971"/>
                <a:gd name="connsiteX50" fmla="*/ 95209 w 361670"/>
                <a:gd name="connsiteY50" fmla="*/ 150662 h 361971"/>
                <a:gd name="connsiteX51" fmla="*/ 99683 w 361670"/>
                <a:gd name="connsiteY51" fmla="*/ 140448 h 361971"/>
                <a:gd name="connsiteX52" fmla="*/ 86903 w 361670"/>
                <a:gd name="connsiteY52" fmla="*/ 127041 h 361971"/>
                <a:gd name="connsiteX53" fmla="*/ 86264 w 361670"/>
                <a:gd name="connsiteY53" fmla="*/ 119381 h 361971"/>
                <a:gd name="connsiteX54" fmla="*/ 90737 w 361670"/>
                <a:gd name="connsiteY54" fmla="*/ 112997 h 361971"/>
                <a:gd name="connsiteX55" fmla="*/ 113102 w 361670"/>
                <a:gd name="connsiteY55" fmla="*/ 90653 h 361971"/>
                <a:gd name="connsiteX56" fmla="*/ 120130 w 361670"/>
                <a:gd name="connsiteY56" fmla="*/ 86184 h 361971"/>
                <a:gd name="connsiteX57" fmla="*/ 127799 w 361670"/>
                <a:gd name="connsiteY57" fmla="*/ 86822 h 361971"/>
                <a:gd name="connsiteX58" fmla="*/ 141217 w 361670"/>
                <a:gd name="connsiteY58" fmla="*/ 100229 h 361971"/>
                <a:gd name="connsiteX59" fmla="*/ 151441 w 361670"/>
                <a:gd name="connsiteY59" fmla="*/ 95760 h 361971"/>
                <a:gd name="connsiteX60" fmla="*/ 151441 w 361670"/>
                <a:gd name="connsiteY60" fmla="*/ 76608 h 361971"/>
                <a:gd name="connsiteX61" fmla="*/ 156553 w 361670"/>
                <a:gd name="connsiteY61" fmla="*/ 70224 h 361971"/>
                <a:gd name="connsiteX62" fmla="*/ 171889 w 361670"/>
                <a:gd name="connsiteY62" fmla="*/ 68309 h 361971"/>
                <a:gd name="connsiteX63" fmla="*/ 189781 w 361670"/>
                <a:gd name="connsiteY63" fmla="*/ 68309 h 361971"/>
                <a:gd name="connsiteX64" fmla="*/ 205117 w 361670"/>
                <a:gd name="connsiteY64" fmla="*/ 70224 h 361971"/>
                <a:gd name="connsiteX65" fmla="*/ 210228 w 361670"/>
                <a:gd name="connsiteY65" fmla="*/ 76608 h 361971"/>
                <a:gd name="connsiteX66" fmla="*/ 210228 w 361670"/>
                <a:gd name="connsiteY66" fmla="*/ 95760 h 361971"/>
                <a:gd name="connsiteX67" fmla="*/ 220453 w 361670"/>
                <a:gd name="connsiteY67" fmla="*/ 100229 h 361971"/>
                <a:gd name="connsiteX68" fmla="*/ 233872 w 361670"/>
                <a:gd name="connsiteY68" fmla="*/ 86822 h 361971"/>
                <a:gd name="connsiteX69" fmla="*/ 241539 w 361670"/>
                <a:gd name="connsiteY69" fmla="*/ 86184 h 361971"/>
                <a:gd name="connsiteX70" fmla="*/ 247290 w 361670"/>
                <a:gd name="connsiteY70" fmla="*/ 90014 h 361971"/>
                <a:gd name="connsiteX71" fmla="*/ 247290 w 361670"/>
                <a:gd name="connsiteY71" fmla="*/ 90014 h 361971"/>
                <a:gd name="connsiteX72" fmla="*/ 248568 w 361670"/>
                <a:gd name="connsiteY72" fmla="*/ 90653 h 361971"/>
                <a:gd name="connsiteX73" fmla="*/ 249208 w 361670"/>
                <a:gd name="connsiteY73" fmla="*/ 91291 h 361971"/>
                <a:gd name="connsiteX74" fmla="*/ 270294 w 361670"/>
                <a:gd name="connsiteY74" fmla="*/ 112358 h 361971"/>
                <a:gd name="connsiteX75" fmla="*/ 270933 w 361670"/>
                <a:gd name="connsiteY75" fmla="*/ 112997 h 361971"/>
                <a:gd name="connsiteX76" fmla="*/ 271572 w 361670"/>
                <a:gd name="connsiteY76" fmla="*/ 113635 h 361971"/>
                <a:gd name="connsiteX77" fmla="*/ 271572 w 361670"/>
                <a:gd name="connsiteY77" fmla="*/ 113635 h 361971"/>
                <a:gd name="connsiteX78" fmla="*/ 275406 w 361670"/>
                <a:gd name="connsiteY78" fmla="*/ 119381 h 361971"/>
                <a:gd name="connsiteX79" fmla="*/ 274767 w 361670"/>
                <a:gd name="connsiteY79" fmla="*/ 127041 h 361971"/>
                <a:gd name="connsiteX80" fmla="*/ 261348 w 361670"/>
                <a:gd name="connsiteY80" fmla="*/ 140448 h 361971"/>
                <a:gd name="connsiteX81" fmla="*/ 265821 w 361670"/>
                <a:gd name="connsiteY81" fmla="*/ 150662 h 361971"/>
                <a:gd name="connsiteX82" fmla="*/ 284352 w 361670"/>
                <a:gd name="connsiteY82" fmla="*/ 150662 h 361971"/>
                <a:gd name="connsiteX83" fmla="*/ 290742 w 361670"/>
                <a:gd name="connsiteY83" fmla="*/ 155769 h 361971"/>
                <a:gd name="connsiteX84" fmla="*/ 292659 w 361670"/>
                <a:gd name="connsiteY84" fmla="*/ 171091 h 361971"/>
                <a:gd name="connsiteX85" fmla="*/ 293298 w 361670"/>
                <a:gd name="connsiteY85" fmla="*/ 180028 h 361971"/>
                <a:gd name="connsiteX86" fmla="*/ 292020 w 361670"/>
                <a:gd name="connsiteY86" fmla="*/ 189604 h 361971"/>
                <a:gd name="connsiteX87" fmla="*/ 292020 w 361670"/>
                <a:gd name="connsiteY87" fmla="*/ 1896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361670" h="361971">
                  <a:moveTo>
                    <a:pt x="180835" y="0"/>
                  </a:moveTo>
                  <a:cubicBezTo>
                    <a:pt x="80513" y="0"/>
                    <a:pt x="0" y="81077"/>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1670" y="81077"/>
                    <a:pt x="280518" y="0"/>
                    <a:pt x="180835" y="0"/>
                  </a:cubicBezTo>
                  <a:cubicBezTo>
                    <a:pt x="180835" y="0"/>
                    <a:pt x="180835" y="0"/>
                    <a:pt x="180835" y="0"/>
                  </a:cubicBezTo>
                  <a:close/>
                  <a:moveTo>
                    <a:pt x="292020" y="189604"/>
                  </a:moveTo>
                  <a:cubicBezTo>
                    <a:pt x="291381" y="194711"/>
                    <a:pt x="290742" y="199819"/>
                    <a:pt x="290103" y="204926"/>
                  </a:cubicBezTo>
                  <a:cubicBezTo>
                    <a:pt x="289464" y="208118"/>
                    <a:pt x="286908" y="210033"/>
                    <a:pt x="283713" y="210033"/>
                  </a:cubicBezTo>
                  <a:lnTo>
                    <a:pt x="265182" y="210033"/>
                  </a:lnTo>
                  <a:cubicBezTo>
                    <a:pt x="263904" y="213225"/>
                    <a:pt x="262626" y="217055"/>
                    <a:pt x="260709" y="220247"/>
                  </a:cubicBezTo>
                  <a:lnTo>
                    <a:pt x="274128" y="233654"/>
                  </a:lnTo>
                  <a:cubicBezTo>
                    <a:pt x="276045" y="235569"/>
                    <a:pt x="276684" y="239399"/>
                    <a:pt x="274767" y="241315"/>
                  </a:cubicBezTo>
                  <a:cubicBezTo>
                    <a:pt x="273489" y="243868"/>
                    <a:pt x="271572" y="245783"/>
                    <a:pt x="270294" y="247699"/>
                  </a:cubicBezTo>
                  <a:cubicBezTo>
                    <a:pt x="263904" y="255998"/>
                    <a:pt x="256236" y="263659"/>
                    <a:pt x="247929" y="270043"/>
                  </a:cubicBezTo>
                  <a:cubicBezTo>
                    <a:pt x="246013" y="271319"/>
                    <a:pt x="243456" y="273235"/>
                    <a:pt x="241539" y="274511"/>
                  </a:cubicBezTo>
                  <a:cubicBezTo>
                    <a:pt x="238983" y="276427"/>
                    <a:pt x="235788" y="275788"/>
                    <a:pt x="233872" y="273873"/>
                  </a:cubicBezTo>
                  <a:lnTo>
                    <a:pt x="220453" y="260467"/>
                  </a:lnTo>
                  <a:cubicBezTo>
                    <a:pt x="217258" y="262382"/>
                    <a:pt x="214063" y="263659"/>
                    <a:pt x="210228" y="264935"/>
                  </a:cubicBezTo>
                  <a:lnTo>
                    <a:pt x="210228" y="283449"/>
                  </a:lnTo>
                  <a:cubicBezTo>
                    <a:pt x="210228" y="286641"/>
                    <a:pt x="208312" y="289195"/>
                    <a:pt x="205117" y="289833"/>
                  </a:cubicBezTo>
                  <a:cubicBezTo>
                    <a:pt x="200005" y="291110"/>
                    <a:pt x="194893" y="291748"/>
                    <a:pt x="189781" y="291748"/>
                  </a:cubicBezTo>
                  <a:cubicBezTo>
                    <a:pt x="186586" y="291748"/>
                    <a:pt x="184030" y="292387"/>
                    <a:pt x="180835" y="292387"/>
                  </a:cubicBezTo>
                  <a:cubicBezTo>
                    <a:pt x="177640" y="292387"/>
                    <a:pt x="175084" y="292387"/>
                    <a:pt x="171889" y="291748"/>
                  </a:cubicBezTo>
                  <a:cubicBezTo>
                    <a:pt x="166777" y="291110"/>
                    <a:pt x="161665" y="290471"/>
                    <a:pt x="156553" y="289833"/>
                  </a:cubicBezTo>
                  <a:cubicBezTo>
                    <a:pt x="153358" y="289195"/>
                    <a:pt x="151441" y="286641"/>
                    <a:pt x="151441" y="283449"/>
                  </a:cubicBezTo>
                  <a:lnTo>
                    <a:pt x="151441" y="264935"/>
                  </a:lnTo>
                  <a:cubicBezTo>
                    <a:pt x="148246" y="263659"/>
                    <a:pt x="144412" y="262382"/>
                    <a:pt x="141217" y="260467"/>
                  </a:cubicBezTo>
                  <a:lnTo>
                    <a:pt x="127799" y="273873"/>
                  </a:lnTo>
                  <a:cubicBezTo>
                    <a:pt x="125881" y="275788"/>
                    <a:pt x="122048" y="276427"/>
                    <a:pt x="120130" y="274511"/>
                  </a:cubicBezTo>
                  <a:cubicBezTo>
                    <a:pt x="118214" y="273235"/>
                    <a:pt x="116297" y="271958"/>
                    <a:pt x="114379" y="270681"/>
                  </a:cubicBezTo>
                  <a:lnTo>
                    <a:pt x="114379" y="270681"/>
                  </a:lnTo>
                  <a:lnTo>
                    <a:pt x="113102" y="270043"/>
                  </a:lnTo>
                  <a:lnTo>
                    <a:pt x="112463" y="269404"/>
                  </a:lnTo>
                  <a:cubicBezTo>
                    <a:pt x="104794" y="263659"/>
                    <a:pt x="97766" y="256636"/>
                    <a:pt x="91376" y="248337"/>
                  </a:cubicBezTo>
                  <a:lnTo>
                    <a:pt x="90737" y="247699"/>
                  </a:lnTo>
                  <a:cubicBezTo>
                    <a:pt x="90737" y="247699"/>
                    <a:pt x="90098" y="247060"/>
                    <a:pt x="90098" y="246422"/>
                  </a:cubicBezTo>
                  <a:lnTo>
                    <a:pt x="90098" y="246422"/>
                  </a:lnTo>
                  <a:cubicBezTo>
                    <a:pt x="88820" y="244507"/>
                    <a:pt x="87542" y="242591"/>
                    <a:pt x="86264" y="240676"/>
                  </a:cubicBezTo>
                  <a:cubicBezTo>
                    <a:pt x="84347" y="238123"/>
                    <a:pt x="84986" y="234931"/>
                    <a:pt x="86903" y="233015"/>
                  </a:cubicBezTo>
                  <a:lnTo>
                    <a:pt x="99683" y="219609"/>
                  </a:lnTo>
                  <a:cubicBezTo>
                    <a:pt x="98404" y="216417"/>
                    <a:pt x="96488" y="213225"/>
                    <a:pt x="95209" y="209395"/>
                  </a:cubicBezTo>
                  <a:lnTo>
                    <a:pt x="76679" y="209395"/>
                  </a:lnTo>
                  <a:cubicBezTo>
                    <a:pt x="73484" y="209395"/>
                    <a:pt x="70928" y="207479"/>
                    <a:pt x="70289" y="204287"/>
                  </a:cubicBezTo>
                  <a:cubicBezTo>
                    <a:pt x="69011" y="199180"/>
                    <a:pt x="68372" y="194073"/>
                    <a:pt x="68372" y="188966"/>
                  </a:cubicBezTo>
                  <a:cubicBezTo>
                    <a:pt x="68372" y="185774"/>
                    <a:pt x="67733" y="183220"/>
                    <a:pt x="67733" y="180028"/>
                  </a:cubicBezTo>
                  <a:cubicBezTo>
                    <a:pt x="67733" y="176836"/>
                    <a:pt x="67733" y="174283"/>
                    <a:pt x="68372" y="171091"/>
                  </a:cubicBezTo>
                  <a:cubicBezTo>
                    <a:pt x="69011" y="165984"/>
                    <a:pt x="69650" y="160876"/>
                    <a:pt x="70289" y="155769"/>
                  </a:cubicBezTo>
                  <a:cubicBezTo>
                    <a:pt x="70928" y="152577"/>
                    <a:pt x="73484" y="150662"/>
                    <a:pt x="76679" y="150662"/>
                  </a:cubicBezTo>
                  <a:lnTo>
                    <a:pt x="95209" y="150662"/>
                  </a:lnTo>
                  <a:cubicBezTo>
                    <a:pt x="96488" y="147470"/>
                    <a:pt x="97766" y="143640"/>
                    <a:pt x="99683" y="140448"/>
                  </a:cubicBezTo>
                  <a:lnTo>
                    <a:pt x="86903" y="127041"/>
                  </a:lnTo>
                  <a:cubicBezTo>
                    <a:pt x="84986" y="125126"/>
                    <a:pt x="84347" y="121296"/>
                    <a:pt x="86264" y="119381"/>
                  </a:cubicBezTo>
                  <a:cubicBezTo>
                    <a:pt x="87542" y="116827"/>
                    <a:pt x="89459" y="114912"/>
                    <a:pt x="90737" y="112997"/>
                  </a:cubicBezTo>
                  <a:cubicBezTo>
                    <a:pt x="97127" y="104697"/>
                    <a:pt x="104794" y="97037"/>
                    <a:pt x="113102" y="90653"/>
                  </a:cubicBezTo>
                  <a:cubicBezTo>
                    <a:pt x="115019" y="89376"/>
                    <a:pt x="117574" y="87461"/>
                    <a:pt x="120130" y="86184"/>
                  </a:cubicBezTo>
                  <a:cubicBezTo>
                    <a:pt x="122686" y="84269"/>
                    <a:pt x="125881" y="84907"/>
                    <a:pt x="127799" y="86822"/>
                  </a:cubicBezTo>
                  <a:lnTo>
                    <a:pt x="141217" y="100229"/>
                  </a:lnTo>
                  <a:cubicBezTo>
                    <a:pt x="144412" y="98313"/>
                    <a:pt x="147607" y="97037"/>
                    <a:pt x="151441" y="95760"/>
                  </a:cubicBezTo>
                  <a:lnTo>
                    <a:pt x="151441" y="76608"/>
                  </a:lnTo>
                  <a:cubicBezTo>
                    <a:pt x="151441" y="73416"/>
                    <a:pt x="153358" y="70862"/>
                    <a:pt x="156553" y="70224"/>
                  </a:cubicBezTo>
                  <a:cubicBezTo>
                    <a:pt x="161665" y="68947"/>
                    <a:pt x="166777" y="68309"/>
                    <a:pt x="171889" y="68309"/>
                  </a:cubicBezTo>
                  <a:cubicBezTo>
                    <a:pt x="177640" y="67670"/>
                    <a:pt x="183391" y="67670"/>
                    <a:pt x="189781" y="68309"/>
                  </a:cubicBezTo>
                  <a:cubicBezTo>
                    <a:pt x="194893" y="68947"/>
                    <a:pt x="200005" y="69586"/>
                    <a:pt x="205117" y="70224"/>
                  </a:cubicBezTo>
                  <a:cubicBezTo>
                    <a:pt x="208312" y="70862"/>
                    <a:pt x="210228" y="73416"/>
                    <a:pt x="210228" y="76608"/>
                  </a:cubicBezTo>
                  <a:lnTo>
                    <a:pt x="210228" y="95760"/>
                  </a:lnTo>
                  <a:cubicBezTo>
                    <a:pt x="213423" y="97037"/>
                    <a:pt x="217258" y="98313"/>
                    <a:pt x="220453" y="100229"/>
                  </a:cubicBezTo>
                  <a:lnTo>
                    <a:pt x="233872" y="86822"/>
                  </a:lnTo>
                  <a:cubicBezTo>
                    <a:pt x="235788" y="84907"/>
                    <a:pt x="238983" y="84269"/>
                    <a:pt x="241539" y="86184"/>
                  </a:cubicBezTo>
                  <a:cubicBezTo>
                    <a:pt x="243456" y="87461"/>
                    <a:pt x="245373" y="88738"/>
                    <a:pt x="247290" y="90014"/>
                  </a:cubicBezTo>
                  <a:lnTo>
                    <a:pt x="247290" y="90014"/>
                  </a:lnTo>
                  <a:lnTo>
                    <a:pt x="248568" y="90653"/>
                  </a:lnTo>
                  <a:lnTo>
                    <a:pt x="249208" y="91291"/>
                  </a:lnTo>
                  <a:cubicBezTo>
                    <a:pt x="256875" y="97037"/>
                    <a:pt x="263904" y="104059"/>
                    <a:pt x="270294" y="112358"/>
                  </a:cubicBezTo>
                  <a:lnTo>
                    <a:pt x="270933" y="112997"/>
                  </a:lnTo>
                  <a:lnTo>
                    <a:pt x="271572" y="113635"/>
                  </a:lnTo>
                  <a:lnTo>
                    <a:pt x="271572" y="113635"/>
                  </a:lnTo>
                  <a:cubicBezTo>
                    <a:pt x="272850" y="115550"/>
                    <a:pt x="274128" y="117465"/>
                    <a:pt x="275406" y="119381"/>
                  </a:cubicBezTo>
                  <a:cubicBezTo>
                    <a:pt x="277323" y="121934"/>
                    <a:pt x="276684" y="125126"/>
                    <a:pt x="274767" y="127041"/>
                  </a:cubicBezTo>
                  <a:lnTo>
                    <a:pt x="261348" y="140448"/>
                  </a:lnTo>
                  <a:cubicBezTo>
                    <a:pt x="263265" y="143640"/>
                    <a:pt x="264543" y="146832"/>
                    <a:pt x="265821" y="150662"/>
                  </a:cubicBezTo>
                  <a:lnTo>
                    <a:pt x="284352" y="150662"/>
                  </a:lnTo>
                  <a:cubicBezTo>
                    <a:pt x="287547" y="150662"/>
                    <a:pt x="290103" y="152577"/>
                    <a:pt x="290742" y="155769"/>
                  </a:cubicBezTo>
                  <a:cubicBezTo>
                    <a:pt x="292020" y="160876"/>
                    <a:pt x="292659" y="165984"/>
                    <a:pt x="292659" y="171091"/>
                  </a:cubicBezTo>
                  <a:cubicBezTo>
                    <a:pt x="292659" y="174283"/>
                    <a:pt x="293298" y="176836"/>
                    <a:pt x="293298" y="180028"/>
                  </a:cubicBezTo>
                  <a:cubicBezTo>
                    <a:pt x="293298" y="183220"/>
                    <a:pt x="292020" y="187051"/>
                    <a:pt x="292020" y="189604"/>
                  </a:cubicBezTo>
                  <a:lnTo>
                    <a:pt x="292020" y="189604"/>
                  </a:lnTo>
                  <a:close/>
                </a:path>
              </a:pathLst>
            </a:custGeom>
            <a:solidFill>
              <a:srgbClr val="00ABAB"/>
            </a:solidFill>
            <a:ln w="6390" cap="flat">
              <a:noFill/>
              <a:prstDash val="solid"/>
              <a:miter/>
            </a:ln>
          </p:spPr>
          <p:txBody>
            <a:bodyPr rtlCol="0" anchor="ctr"/>
            <a:lstStyle/>
            <a:p>
              <a:endParaRPr lang="en-US"/>
            </a:p>
          </p:txBody>
        </p:sp>
      </p:grpSp>
      <p:sp>
        <p:nvSpPr>
          <p:cNvPr id="1607" name="Graphic 1100">
            <a:extLst>
              <a:ext uri="{FF2B5EF4-FFF2-40B4-BE49-F238E27FC236}">
                <a16:creationId xmlns:a16="http://schemas.microsoft.com/office/drawing/2014/main" id="{C86AEDE3-7AC2-6E4C-8EED-422CFEE35593}"/>
              </a:ext>
            </a:extLst>
          </p:cNvPr>
          <p:cNvSpPr/>
          <p:nvPr/>
        </p:nvSpPr>
        <p:spPr>
          <a:xfrm>
            <a:off x="10326138" y="4312706"/>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43774 w 361670"/>
              <a:gd name="connsiteY6" fmla="*/ 108528 h 361971"/>
              <a:gd name="connsiteX7" fmla="*/ 246651 w 361670"/>
              <a:gd name="connsiteY7" fmla="*/ 108528 h 361971"/>
              <a:gd name="connsiteX8" fmla="*/ 253041 w 361670"/>
              <a:gd name="connsiteY8" fmla="*/ 114912 h 361971"/>
              <a:gd name="connsiteX9" fmla="*/ 253041 w 361670"/>
              <a:gd name="connsiteY9" fmla="*/ 217694 h 361971"/>
              <a:gd name="connsiteX10" fmla="*/ 246651 w 361670"/>
              <a:gd name="connsiteY10" fmla="*/ 224078 h 361971"/>
              <a:gd name="connsiteX11" fmla="*/ 240261 w 361670"/>
              <a:gd name="connsiteY11" fmla="*/ 217694 h 361971"/>
              <a:gd name="connsiteX12" fmla="*/ 240261 w 361670"/>
              <a:gd name="connsiteY12" fmla="*/ 121296 h 361971"/>
              <a:gd name="connsiteX13" fmla="*/ 143774 w 361670"/>
              <a:gd name="connsiteY13" fmla="*/ 121296 h 361971"/>
              <a:gd name="connsiteX14" fmla="*/ 137384 w 361670"/>
              <a:gd name="connsiteY14" fmla="*/ 114912 h 361971"/>
              <a:gd name="connsiteX15" fmla="*/ 143774 w 361670"/>
              <a:gd name="connsiteY15" fmla="*/ 108528 h 361971"/>
              <a:gd name="connsiteX16" fmla="*/ 283713 w 361670"/>
              <a:gd name="connsiteY16" fmla="*/ 253444 h 361971"/>
              <a:gd name="connsiteX17" fmla="*/ 253041 w 361670"/>
              <a:gd name="connsiteY17" fmla="*/ 253444 h 361971"/>
              <a:gd name="connsiteX18" fmla="*/ 253041 w 361670"/>
              <a:gd name="connsiteY18" fmla="*/ 284087 h 361971"/>
              <a:gd name="connsiteX19" fmla="*/ 246651 w 361670"/>
              <a:gd name="connsiteY19" fmla="*/ 290471 h 361971"/>
              <a:gd name="connsiteX20" fmla="*/ 240261 w 361670"/>
              <a:gd name="connsiteY20" fmla="*/ 284087 h 361971"/>
              <a:gd name="connsiteX21" fmla="*/ 240261 w 361670"/>
              <a:gd name="connsiteY21" fmla="*/ 253444 h 361971"/>
              <a:gd name="connsiteX22" fmla="*/ 114380 w 361670"/>
              <a:gd name="connsiteY22" fmla="*/ 253444 h 361971"/>
              <a:gd name="connsiteX23" fmla="*/ 107990 w 361670"/>
              <a:gd name="connsiteY23" fmla="*/ 247060 h 361971"/>
              <a:gd name="connsiteX24" fmla="*/ 107990 w 361670"/>
              <a:gd name="connsiteY24" fmla="*/ 121296 h 361971"/>
              <a:gd name="connsiteX25" fmla="*/ 77318 w 361670"/>
              <a:gd name="connsiteY25" fmla="*/ 121296 h 361971"/>
              <a:gd name="connsiteX26" fmla="*/ 70928 w 361670"/>
              <a:gd name="connsiteY26" fmla="*/ 114912 h 361971"/>
              <a:gd name="connsiteX27" fmla="*/ 77318 w 361670"/>
              <a:gd name="connsiteY27" fmla="*/ 108528 h 361971"/>
              <a:gd name="connsiteX28" fmla="*/ 107990 w 361670"/>
              <a:gd name="connsiteY28" fmla="*/ 108528 h 361971"/>
              <a:gd name="connsiteX29" fmla="*/ 107990 w 361670"/>
              <a:gd name="connsiteY29" fmla="*/ 77885 h 361971"/>
              <a:gd name="connsiteX30" fmla="*/ 114380 w 361670"/>
              <a:gd name="connsiteY30" fmla="*/ 71501 h 361971"/>
              <a:gd name="connsiteX31" fmla="*/ 120770 w 361670"/>
              <a:gd name="connsiteY31" fmla="*/ 77885 h 361971"/>
              <a:gd name="connsiteX32" fmla="*/ 120770 w 361670"/>
              <a:gd name="connsiteY32" fmla="*/ 240676 h 361971"/>
              <a:gd name="connsiteX33" fmla="*/ 283075 w 361670"/>
              <a:gd name="connsiteY33" fmla="*/ 240676 h 361971"/>
              <a:gd name="connsiteX34" fmla="*/ 289464 w 361670"/>
              <a:gd name="connsiteY34" fmla="*/ 247060 h 361971"/>
              <a:gd name="connsiteX35" fmla="*/ 283713 w 361670"/>
              <a:gd name="connsiteY35" fmla="*/ 25344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1670" h="361971">
                <a:moveTo>
                  <a:pt x="180836" y="0"/>
                </a:moveTo>
                <a:cubicBezTo>
                  <a:pt x="80513" y="0"/>
                  <a:pt x="0" y="81077"/>
                  <a:pt x="0" y="180667"/>
                </a:cubicBezTo>
                <a:cubicBezTo>
                  <a:pt x="0" y="280257"/>
                  <a:pt x="81152" y="361972"/>
                  <a:pt x="180836" y="361972"/>
                </a:cubicBezTo>
                <a:cubicBezTo>
                  <a:pt x="281157" y="361972"/>
                  <a:pt x="361670" y="280895"/>
                  <a:pt x="361670" y="181305"/>
                </a:cubicBezTo>
                <a:cubicBezTo>
                  <a:pt x="361670" y="181305"/>
                  <a:pt x="361670" y="181305"/>
                  <a:pt x="361670" y="181305"/>
                </a:cubicBezTo>
                <a:cubicBezTo>
                  <a:pt x="361670" y="81077"/>
                  <a:pt x="280518" y="0"/>
                  <a:pt x="180836" y="0"/>
                </a:cubicBezTo>
                <a:close/>
                <a:moveTo>
                  <a:pt x="143774" y="108528"/>
                </a:moveTo>
                <a:lnTo>
                  <a:pt x="246651" y="108528"/>
                </a:lnTo>
                <a:cubicBezTo>
                  <a:pt x="250485" y="108528"/>
                  <a:pt x="253041" y="111081"/>
                  <a:pt x="253041" y="114912"/>
                </a:cubicBezTo>
                <a:lnTo>
                  <a:pt x="253041" y="217694"/>
                </a:lnTo>
                <a:cubicBezTo>
                  <a:pt x="253041" y="221524"/>
                  <a:pt x="250485" y="224078"/>
                  <a:pt x="246651" y="224078"/>
                </a:cubicBezTo>
                <a:cubicBezTo>
                  <a:pt x="242818" y="224078"/>
                  <a:pt x="240261" y="221524"/>
                  <a:pt x="240261" y="217694"/>
                </a:cubicBezTo>
                <a:lnTo>
                  <a:pt x="240261" y="121296"/>
                </a:lnTo>
                <a:lnTo>
                  <a:pt x="143774" y="121296"/>
                </a:lnTo>
                <a:cubicBezTo>
                  <a:pt x="139940" y="121296"/>
                  <a:pt x="137384" y="118742"/>
                  <a:pt x="137384" y="114912"/>
                </a:cubicBezTo>
                <a:cubicBezTo>
                  <a:pt x="137384" y="111081"/>
                  <a:pt x="140579" y="108528"/>
                  <a:pt x="143774" y="108528"/>
                </a:cubicBezTo>
                <a:close/>
                <a:moveTo>
                  <a:pt x="283713" y="253444"/>
                </a:moveTo>
                <a:lnTo>
                  <a:pt x="253041" y="253444"/>
                </a:lnTo>
                <a:lnTo>
                  <a:pt x="253041" y="284087"/>
                </a:lnTo>
                <a:cubicBezTo>
                  <a:pt x="253041" y="287918"/>
                  <a:pt x="250485" y="290471"/>
                  <a:pt x="246651" y="290471"/>
                </a:cubicBezTo>
                <a:cubicBezTo>
                  <a:pt x="242818" y="290471"/>
                  <a:pt x="240261" y="287918"/>
                  <a:pt x="240261" y="284087"/>
                </a:cubicBezTo>
                <a:lnTo>
                  <a:pt x="240261" y="253444"/>
                </a:lnTo>
                <a:lnTo>
                  <a:pt x="114380" y="253444"/>
                </a:lnTo>
                <a:cubicBezTo>
                  <a:pt x="110546" y="253444"/>
                  <a:pt x="107990" y="250890"/>
                  <a:pt x="107990" y="247060"/>
                </a:cubicBezTo>
                <a:lnTo>
                  <a:pt x="107990" y="121296"/>
                </a:lnTo>
                <a:lnTo>
                  <a:pt x="77318" y="121296"/>
                </a:lnTo>
                <a:cubicBezTo>
                  <a:pt x="73484" y="121296"/>
                  <a:pt x="70928" y="118742"/>
                  <a:pt x="70928" y="114912"/>
                </a:cubicBezTo>
                <a:cubicBezTo>
                  <a:pt x="70928" y="111081"/>
                  <a:pt x="73484" y="108528"/>
                  <a:pt x="77318" y="108528"/>
                </a:cubicBezTo>
                <a:lnTo>
                  <a:pt x="107990" y="108528"/>
                </a:lnTo>
                <a:lnTo>
                  <a:pt x="107990" y="77885"/>
                </a:lnTo>
                <a:cubicBezTo>
                  <a:pt x="107990" y="74054"/>
                  <a:pt x="110546" y="71501"/>
                  <a:pt x="114380" y="71501"/>
                </a:cubicBezTo>
                <a:cubicBezTo>
                  <a:pt x="118214" y="71501"/>
                  <a:pt x="120770" y="74054"/>
                  <a:pt x="120770" y="77885"/>
                </a:cubicBezTo>
                <a:lnTo>
                  <a:pt x="120770" y="240676"/>
                </a:lnTo>
                <a:lnTo>
                  <a:pt x="283075" y="240676"/>
                </a:lnTo>
                <a:cubicBezTo>
                  <a:pt x="286908" y="240676"/>
                  <a:pt x="289464" y="243230"/>
                  <a:pt x="289464" y="247060"/>
                </a:cubicBezTo>
                <a:cubicBezTo>
                  <a:pt x="289464" y="250890"/>
                  <a:pt x="286908" y="253444"/>
                  <a:pt x="283713" y="253444"/>
                </a:cubicBezTo>
                <a:close/>
              </a:path>
            </a:pathLst>
          </a:custGeom>
          <a:solidFill>
            <a:srgbClr val="00ABAB"/>
          </a:solidFill>
          <a:ln w="6390" cap="flat">
            <a:noFill/>
            <a:prstDash val="solid"/>
            <a:miter/>
          </a:ln>
        </p:spPr>
        <p:txBody>
          <a:bodyPr rtlCol="0" anchor="ctr"/>
          <a:lstStyle/>
          <a:p>
            <a:endParaRPr lang="en-US"/>
          </a:p>
        </p:txBody>
      </p:sp>
      <p:sp>
        <p:nvSpPr>
          <p:cNvPr id="1609" name="Graphic 1100">
            <a:extLst>
              <a:ext uri="{FF2B5EF4-FFF2-40B4-BE49-F238E27FC236}">
                <a16:creationId xmlns:a16="http://schemas.microsoft.com/office/drawing/2014/main" id="{8C402833-007D-9C4F-B04A-ED682D6D1FA9}"/>
              </a:ext>
            </a:extLst>
          </p:cNvPr>
          <p:cNvSpPr/>
          <p:nvPr/>
        </p:nvSpPr>
        <p:spPr>
          <a:xfrm>
            <a:off x="10326138" y="2375167"/>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20131 w 361670"/>
              <a:gd name="connsiteY6" fmla="*/ 134702 h 361971"/>
              <a:gd name="connsiteX7" fmla="*/ 176362 w 361670"/>
              <a:gd name="connsiteY7" fmla="*/ 78523 h 361971"/>
              <a:gd name="connsiteX8" fmla="*/ 183391 w 361670"/>
              <a:gd name="connsiteY8" fmla="*/ 77246 h 361971"/>
              <a:gd name="connsiteX9" fmla="*/ 185308 w 361670"/>
              <a:gd name="connsiteY9" fmla="*/ 78523 h 361971"/>
              <a:gd name="connsiteX10" fmla="*/ 241540 w 361670"/>
              <a:gd name="connsiteY10" fmla="*/ 134702 h 361971"/>
              <a:gd name="connsiteX11" fmla="*/ 241540 w 361670"/>
              <a:gd name="connsiteY11" fmla="*/ 143640 h 361971"/>
              <a:gd name="connsiteX12" fmla="*/ 237067 w 361670"/>
              <a:gd name="connsiteY12" fmla="*/ 145555 h 361971"/>
              <a:gd name="connsiteX13" fmla="*/ 232594 w 361670"/>
              <a:gd name="connsiteY13" fmla="*/ 143640 h 361971"/>
              <a:gd name="connsiteX14" fmla="*/ 187864 w 361670"/>
              <a:gd name="connsiteY14" fmla="*/ 98952 h 361971"/>
              <a:gd name="connsiteX15" fmla="*/ 187864 w 361670"/>
              <a:gd name="connsiteY15" fmla="*/ 250891 h 361971"/>
              <a:gd name="connsiteX16" fmla="*/ 181474 w 361670"/>
              <a:gd name="connsiteY16" fmla="*/ 257275 h 361971"/>
              <a:gd name="connsiteX17" fmla="*/ 175084 w 361670"/>
              <a:gd name="connsiteY17" fmla="*/ 250891 h 361971"/>
              <a:gd name="connsiteX18" fmla="*/ 175084 w 361670"/>
              <a:gd name="connsiteY18" fmla="*/ 98313 h 361971"/>
              <a:gd name="connsiteX19" fmla="*/ 130355 w 361670"/>
              <a:gd name="connsiteY19" fmla="*/ 143001 h 361971"/>
              <a:gd name="connsiteX20" fmla="*/ 121409 w 361670"/>
              <a:gd name="connsiteY20" fmla="*/ 143001 h 361971"/>
              <a:gd name="connsiteX21" fmla="*/ 121409 w 361670"/>
              <a:gd name="connsiteY21" fmla="*/ 143001 h 361971"/>
              <a:gd name="connsiteX22" fmla="*/ 120131 w 361670"/>
              <a:gd name="connsiteY22" fmla="*/ 134702 h 361971"/>
              <a:gd name="connsiteX23" fmla="*/ 120131 w 361670"/>
              <a:gd name="connsiteY23" fmla="*/ 134702 h 361971"/>
              <a:gd name="connsiteX24" fmla="*/ 256875 w 361670"/>
              <a:gd name="connsiteY24" fmla="*/ 278342 h 361971"/>
              <a:gd name="connsiteX25" fmla="*/ 250485 w 361670"/>
              <a:gd name="connsiteY25" fmla="*/ 284726 h 361971"/>
              <a:gd name="connsiteX26" fmla="*/ 110546 w 361670"/>
              <a:gd name="connsiteY26" fmla="*/ 284726 h 361971"/>
              <a:gd name="connsiteX27" fmla="*/ 104156 w 361670"/>
              <a:gd name="connsiteY27" fmla="*/ 278342 h 361971"/>
              <a:gd name="connsiteX28" fmla="*/ 104156 w 361670"/>
              <a:gd name="connsiteY28" fmla="*/ 250252 h 361971"/>
              <a:gd name="connsiteX29" fmla="*/ 110546 w 361670"/>
              <a:gd name="connsiteY29" fmla="*/ 243868 h 361971"/>
              <a:gd name="connsiteX30" fmla="*/ 116936 w 361670"/>
              <a:gd name="connsiteY30" fmla="*/ 250252 h 361971"/>
              <a:gd name="connsiteX31" fmla="*/ 116936 w 361670"/>
              <a:gd name="connsiteY31" fmla="*/ 271958 h 361971"/>
              <a:gd name="connsiteX32" fmla="*/ 244095 w 361670"/>
              <a:gd name="connsiteY32" fmla="*/ 271958 h 361971"/>
              <a:gd name="connsiteX33" fmla="*/ 244095 w 361670"/>
              <a:gd name="connsiteY33" fmla="*/ 250252 h 361971"/>
              <a:gd name="connsiteX34" fmla="*/ 250485 w 361670"/>
              <a:gd name="connsiteY34" fmla="*/ 243868 h 361971"/>
              <a:gd name="connsiteX35" fmla="*/ 256875 w 361670"/>
              <a:gd name="connsiteY35" fmla="*/ 250252 h 361971"/>
              <a:gd name="connsiteX36" fmla="*/ 256875 w 361670"/>
              <a:gd name="connsiteY36" fmla="*/ 27834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1670" h="361971">
                <a:moveTo>
                  <a:pt x="180836" y="0"/>
                </a:moveTo>
                <a:cubicBezTo>
                  <a:pt x="80513" y="0"/>
                  <a:pt x="0" y="81077"/>
                  <a:pt x="0" y="180667"/>
                </a:cubicBezTo>
                <a:cubicBezTo>
                  <a:pt x="0" y="280895"/>
                  <a:pt x="81152" y="361972"/>
                  <a:pt x="180836" y="361972"/>
                </a:cubicBezTo>
                <a:cubicBezTo>
                  <a:pt x="281157" y="361972"/>
                  <a:pt x="361670" y="280895"/>
                  <a:pt x="361670" y="181305"/>
                </a:cubicBezTo>
                <a:cubicBezTo>
                  <a:pt x="361670" y="181305"/>
                  <a:pt x="361670" y="181305"/>
                  <a:pt x="361670" y="181305"/>
                </a:cubicBezTo>
                <a:cubicBezTo>
                  <a:pt x="361670" y="81077"/>
                  <a:pt x="280518" y="0"/>
                  <a:pt x="180836" y="0"/>
                </a:cubicBezTo>
                <a:close/>
                <a:moveTo>
                  <a:pt x="120131" y="134702"/>
                </a:moveTo>
                <a:lnTo>
                  <a:pt x="176362" y="78523"/>
                </a:lnTo>
                <a:cubicBezTo>
                  <a:pt x="178279" y="76608"/>
                  <a:pt x="180836" y="75970"/>
                  <a:pt x="183391" y="77246"/>
                </a:cubicBezTo>
                <a:cubicBezTo>
                  <a:pt x="184031" y="77246"/>
                  <a:pt x="184669" y="77885"/>
                  <a:pt x="185308" y="78523"/>
                </a:cubicBezTo>
                <a:lnTo>
                  <a:pt x="241540" y="134702"/>
                </a:lnTo>
                <a:cubicBezTo>
                  <a:pt x="244095" y="137256"/>
                  <a:pt x="244095" y="141086"/>
                  <a:pt x="241540" y="143640"/>
                </a:cubicBezTo>
                <a:cubicBezTo>
                  <a:pt x="240261" y="144916"/>
                  <a:pt x="238984" y="145555"/>
                  <a:pt x="237067" y="145555"/>
                </a:cubicBezTo>
                <a:cubicBezTo>
                  <a:pt x="235150" y="145555"/>
                  <a:pt x="233872" y="144916"/>
                  <a:pt x="232594" y="143640"/>
                </a:cubicBezTo>
                <a:lnTo>
                  <a:pt x="187864" y="98952"/>
                </a:lnTo>
                <a:lnTo>
                  <a:pt x="187864" y="250891"/>
                </a:lnTo>
                <a:cubicBezTo>
                  <a:pt x="187864" y="254721"/>
                  <a:pt x="185308" y="257275"/>
                  <a:pt x="181474" y="257275"/>
                </a:cubicBezTo>
                <a:cubicBezTo>
                  <a:pt x="177641" y="257275"/>
                  <a:pt x="175084" y="254721"/>
                  <a:pt x="175084" y="250891"/>
                </a:cubicBezTo>
                <a:lnTo>
                  <a:pt x="175084" y="98313"/>
                </a:lnTo>
                <a:lnTo>
                  <a:pt x="130355" y="143001"/>
                </a:lnTo>
                <a:cubicBezTo>
                  <a:pt x="127799" y="145555"/>
                  <a:pt x="123965" y="145555"/>
                  <a:pt x="121409" y="143001"/>
                </a:cubicBezTo>
                <a:cubicBezTo>
                  <a:pt x="121409" y="143001"/>
                  <a:pt x="121409" y="143001"/>
                  <a:pt x="121409" y="143001"/>
                </a:cubicBezTo>
                <a:cubicBezTo>
                  <a:pt x="118214" y="141086"/>
                  <a:pt x="118214" y="137256"/>
                  <a:pt x="120131" y="134702"/>
                </a:cubicBezTo>
                <a:lnTo>
                  <a:pt x="120131" y="134702"/>
                </a:lnTo>
                <a:close/>
                <a:moveTo>
                  <a:pt x="256875" y="278342"/>
                </a:moveTo>
                <a:cubicBezTo>
                  <a:pt x="256875" y="282172"/>
                  <a:pt x="254320" y="284726"/>
                  <a:pt x="250485" y="284726"/>
                </a:cubicBezTo>
                <a:lnTo>
                  <a:pt x="110546" y="284726"/>
                </a:lnTo>
                <a:cubicBezTo>
                  <a:pt x="106712" y="284726"/>
                  <a:pt x="104156" y="282172"/>
                  <a:pt x="104156" y="278342"/>
                </a:cubicBezTo>
                <a:lnTo>
                  <a:pt x="104156" y="250252"/>
                </a:lnTo>
                <a:cubicBezTo>
                  <a:pt x="104156" y="246422"/>
                  <a:pt x="106712" y="243868"/>
                  <a:pt x="110546" y="243868"/>
                </a:cubicBezTo>
                <a:cubicBezTo>
                  <a:pt x="114380" y="243868"/>
                  <a:pt x="116936" y="246422"/>
                  <a:pt x="116936" y="250252"/>
                </a:cubicBezTo>
                <a:lnTo>
                  <a:pt x="116936" y="271958"/>
                </a:lnTo>
                <a:lnTo>
                  <a:pt x="244095" y="271958"/>
                </a:lnTo>
                <a:lnTo>
                  <a:pt x="244095" y="250252"/>
                </a:lnTo>
                <a:cubicBezTo>
                  <a:pt x="244095" y="246422"/>
                  <a:pt x="246651" y="243868"/>
                  <a:pt x="250485" y="243868"/>
                </a:cubicBezTo>
                <a:cubicBezTo>
                  <a:pt x="254320" y="243868"/>
                  <a:pt x="256875" y="246422"/>
                  <a:pt x="256875" y="250252"/>
                </a:cubicBezTo>
                <a:lnTo>
                  <a:pt x="256875" y="278342"/>
                </a:lnTo>
                <a:close/>
              </a:path>
            </a:pathLst>
          </a:custGeom>
          <a:solidFill>
            <a:srgbClr val="00ABAB"/>
          </a:solidFill>
          <a:ln w="6390" cap="flat">
            <a:noFill/>
            <a:prstDash val="solid"/>
            <a:miter/>
          </a:ln>
        </p:spPr>
        <p:txBody>
          <a:bodyPr rtlCol="0" anchor="ctr"/>
          <a:lstStyle/>
          <a:p>
            <a:endParaRPr lang="en-US"/>
          </a:p>
        </p:txBody>
      </p:sp>
      <p:sp>
        <p:nvSpPr>
          <p:cNvPr id="1610" name="Graphic 1100">
            <a:extLst>
              <a:ext uri="{FF2B5EF4-FFF2-40B4-BE49-F238E27FC236}">
                <a16:creationId xmlns:a16="http://schemas.microsoft.com/office/drawing/2014/main" id="{EF70EF26-5D5A-B349-85A8-835FBE2BAA03}"/>
              </a:ext>
            </a:extLst>
          </p:cNvPr>
          <p:cNvSpPr/>
          <p:nvPr/>
        </p:nvSpPr>
        <p:spPr>
          <a:xfrm>
            <a:off x="9280105" y="3828162"/>
            <a:ext cx="362309" cy="361971"/>
          </a:xfrm>
          <a:custGeom>
            <a:avLst/>
            <a:gdLst>
              <a:gd name="connsiteX0" fmla="*/ 180835 w 362309"/>
              <a:gd name="connsiteY0" fmla="*/ 0 h 361971"/>
              <a:gd name="connsiteX1" fmla="*/ 0 w 362309"/>
              <a:gd name="connsiteY1" fmla="*/ 181305 h 361971"/>
              <a:gd name="connsiteX2" fmla="*/ 181474 w 362309"/>
              <a:gd name="connsiteY2" fmla="*/ 361971 h 361971"/>
              <a:gd name="connsiteX3" fmla="*/ 362309 w 362309"/>
              <a:gd name="connsiteY3" fmla="*/ 181305 h 361971"/>
              <a:gd name="connsiteX4" fmla="*/ 180835 w 362309"/>
              <a:gd name="connsiteY4" fmla="*/ 0 h 361971"/>
              <a:gd name="connsiteX5" fmla="*/ 180835 w 362309"/>
              <a:gd name="connsiteY5" fmla="*/ 0 h 361971"/>
              <a:gd name="connsiteX6" fmla="*/ 143134 w 362309"/>
              <a:gd name="connsiteY6" fmla="*/ 95760 h 361971"/>
              <a:gd name="connsiteX7" fmla="*/ 151441 w 362309"/>
              <a:gd name="connsiteY7" fmla="*/ 91929 h 361971"/>
              <a:gd name="connsiteX8" fmla="*/ 248568 w 362309"/>
              <a:gd name="connsiteY8" fmla="*/ 127041 h 361971"/>
              <a:gd name="connsiteX9" fmla="*/ 252403 w 362309"/>
              <a:gd name="connsiteY9" fmla="*/ 135340 h 361971"/>
              <a:gd name="connsiteX10" fmla="*/ 246013 w 362309"/>
              <a:gd name="connsiteY10" fmla="*/ 139809 h 361971"/>
              <a:gd name="connsiteX11" fmla="*/ 244095 w 362309"/>
              <a:gd name="connsiteY11" fmla="*/ 139171 h 361971"/>
              <a:gd name="connsiteX12" fmla="*/ 146969 w 362309"/>
              <a:gd name="connsiteY12" fmla="*/ 104059 h 361971"/>
              <a:gd name="connsiteX13" fmla="*/ 143134 w 362309"/>
              <a:gd name="connsiteY13" fmla="*/ 95760 h 361971"/>
              <a:gd name="connsiteX14" fmla="*/ 143134 w 362309"/>
              <a:gd name="connsiteY14" fmla="*/ 95760 h 361971"/>
              <a:gd name="connsiteX15" fmla="*/ 143134 w 362309"/>
              <a:gd name="connsiteY15" fmla="*/ 95760 h 361971"/>
              <a:gd name="connsiteX16" fmla="*/ 129715 w 362309"/>
              <a:gd name="connsiteY16" fmla="*/ 141724 h 361971"/>
              <a:gd name="connsiteX17" fmla="*/ 137384 w 362309"/>
              <a:gd name="connsiteY17" fmla="*/ 136617 h 361971"/>
              <a:gd name="connsiteX18" fmla="*/ 137384 w 362309"/>
              <a:gd name="connsiteY18" fmla="*/ 136617 h 361971"/>
              <a:gd name="connsiteX19" fmla="*/ 238344 w 362309"/>
              <a:gd name="connsiteY19" fmla="*/ 157046 h 361971"/>
              <a:gd name="connsiteX20" fmla="*/ 244095 w 362309"/>
              <a:gd name="connsiteY20" fmla="*/ 164068 h 361971"/>
              <a:gd name="connsiteX21" fmla="*/ 237067 w 362309"/>
              <a:gd name="connsiteY21" fmla="*/ 169814 h 361971"/>
              <a:gd name="connsiteX22" fmla="*/ 235788 w 362309"/>
              <a:gd name="connsiteY22" fmla="*/ 169814 h 361971"/>
              <a:gd name="connsiteX23" fmla="*/ 134828 w 362309"/>
              <a:gd name="connsiteY23" fmla="*/ 149385 h 361971"/>
              <a:gd name="connsiteX24" fmla="*/ 129715 w 362309"/>
              <a:gd name="connsiteY24" fmla="*/ 141724 h 361971"/>
              <a:gd name="connsiteX25" fmla="*/ 129715 w 362309"/>
              <a:gd name="connsiteY25" fmla="*/ 141724 h 361971"/>
              <a:gd name="connsiteX26" fmla="*/ 129715 w 362309"/>
              <a:gd name="connsiteY26" fmla="*/ 141724 h 361971"/>
              <a:gd name="connsiteX27" fmla="*/ 130354 w 362309"/>
              <a:gd name="connsiteY27" fmla="*/ 179390 h 361971"/>
              <a:gd name="connsiteX28" fmla="*/ 233233 w 362309"/>
              <a:gd name="connsiteY28" fmla="*/ 189604 h 361971"/>
              <a:gd name="connsiteX29" fmla="*/ 239623 w 362309"/>
              <a:gd name="connsiteY29" fmla="*/ 195988 h 361971"/>
              <a:gd name="connsiteX30" fmla="*/ 233233 w 362309"/>
              <a:gd name="connsiteY30" fmla="*/ 202372 h 361971"/>
              <a:gd name="connsiteX31" fmla="*/ 232593 w 362309"/>
              <a:gd name="connsiteY31" fmla="*/ 202372 h 361971"/>
              <a:gd name="connsiteX32" fmla="*/ 129715 w 362309"/>
              <a:gd name="connsiteY32" fmla="*/ 192158 h 361971"/>
              <a:gd name="connsiteX33" fmla="*/ 123964 w 362309"/>
              <a:gd name="connsiteY33" fmla="*/ 185135 h 361971"/>
              <a:gd name="connsiteX34" fmla="*/ 130354 w 362309"/>
              <a:gd name="connsiteY34" fmla="*/ 179390 h 361971"/>
              <a:gd name="connsiteX35" fmla="*/ 129076 w 362309"/>
              <a:gd name="connsiteY35" fmla="*/ 224078 h 361971"/>
              <a:gd name="connsiteX36" fmla="*/ 232593 w 362309"/>
              <a:gd name="connsiteY36" fmla="*/ 224078 h 361971"/>
              <a:gd name="connsiteX37" fmla="*/ 238983 w 362309"/>
              <a:gd name="connsiteY37" fmla="*/ 230462 h 361971"/>
              <a:gd name="connsiteX38" fmla="*/ 232593 w 362309"/>
              <a:gd name="connsiteY38" fmla="*/ 236846 h 361971"/>
              <a:gd name="connsiteX39" fmla="*/ 129076 w 362309"/>
              <a:gd name="connsiteY39" fmla="*/ 236846 h 361971"/>
              <a:gd name="connsiteX40" fmla="*/ 122686 w 362309"/>
              <a:gd name="connsiteY40" fmla="*/ 230462 h 361971"/>
              <a:gd name="connsiteX41" fmla="*/ 129076 w 362309"/>
              <a:gd name="connsiteY41" fmla="*/ 224078 h 361971"/>
              <a:gd name="connsiteX42" fmla="*/ 273489 w 362309"/>
              <a:gd name="connsiteY42" fmla="*/ 264935 h 361971"/>
              <a:gd name="connsiteX43" fmla="*/ 267099 w 362309"/>
              <a:gd name="connsiteY43" fmla="*/ 271319 h 361971"/>
              <a:gd name="connsiteX44" fmla="*/ 95209 w 362309"/>
              <a:gd name="connsiteY44" fmla="*/ 271319 h 361971"/>
              <a:gd name="connsiteX45" fmla="*/ 88820 w 362309"/>
              <a:gd name="connsiteY45" fmla="*/ 264935 h 361971"/>
              <a:gd name="connsiteX46" fmla="*/ 88820 w 362309"/>
              <a:gd name="connsiteY46" fmla="*/ 213225 h 361971"/>
              <a:gd name="connsiteX47" fmla="*/ 95209 w 362309"/>
              <a:gd name="connsiteY47" fmla="*/ 206841 h 361971"/>
              <a:gd name="connsiteX48" fmla="*/ 101599 w 362309"/>
              <a:gd name="connsiteY48" fmla="*/ 213225 h 361971"/>
              <a:gd name="connsiteX49" fmla="*/ 101599 w 362309"/>
              <a:gd name="connsiteY49" fmla="*/ 258551 h 361971"/>
              <a:gd name="connsiteX50" fmla="*/ 260709 w 362309"/>
              <a:gd name="connsiteY50" fmla="*/ 258551 h 361971"/>
              <a:gd name="connsiteX51" fmla="*/ 260709 w 362309"/>
              <a:gd name="connsiteY51" fmla="*/ 213225 h 361971"/>
              <a:gd name="connsiteX52" fmla="*/ 267099 w 362309"/>
              <a:gd name="connsiteY52" fmla="*/ 206841 h 361971"/>
              <a:gd name="connsiteX53" fmla="*/ 273489 w 362309"/>
              <a:gd name="connsiteY53" fmla="*/ 213225 h 361971"/>
              <a:gd name="connsiteX54" fmla="*/ 273489 w 362309"/>
              <a:gd name="connsiteY54" fmla="*/ 26493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62309" h="361971">
                <a:moveTo>
                  <a:pt x="180835" y="0"/>
                </a:moveTo>
                <a:cubicBezTo>
                  <a:pt x="80513" y="0"/>
                  <a:pt x="0" y="81076"/>
                  <a:pt x="0" y="181305"/>
                </a:cubicBezTo>
                <a:cubicBezTo>
                  <a:pt x="0" y="281533"/>
                  <a:pt x="81152" y="361971"/>
                  <a:pt x="181474" y="361971"/>
                </a:cubicBezTo>
                <a:cubicBezTo>
                  <a:pt x="281157" y="361971"/>
                  <a:pt x="362309" y="280895"/>
                  <a:pt x="362309" y="181305"/>
                </a:cubicBezTo>
                <a:cubicBezTo>
                  <a:pt x="362309" y="81076"/>
                  <a:pt x="281157" y="0"/>
                  <a:pt x="180835" y="0"/>
                </a:cubicBezTo>
                <a:cubicBezTo>
                  <a:pt x="180835" y="0"/>
                  <a:pt x="180835" y="0"/>
                  <a:pt x="180835" y="0"/>
                </a:cubicBezTo>
                <a:close/>
                <a:moveTo>
                  <a:pt x="143134" y="95760"/>
                </a:moveTo>
                <a:cubicBezTo>
                  <a:pt x="144412" y="92568"/>
                  <a:pt x="148246" y="90652"/>
                  <a:pt x="151441" y="91929"/>
                </a:cubicBezTo>
                <a:lnTo>
                  <a:pt x="248568" y="127041"/>
                </a:lnTo>
                <a:cubicBezTo>
                  <a:pt x="251763" y="128318"/>
                  <a:pt x="253680" y="131510"/>
                  <a:pt x="252403" y="135340"/>
                </a:cubicBezTo>
                <a:cubicBezTo>
                  <a:pt x="251763" y="137894"/>
                  <a:pt x="249208" y="139809"/>
                  <a:pt x="246013" y="139809"/>
                </a:cubicBezTo>
                <a:cubicBezTo>
                  <a:pt x="245373" y="139809"/>
                  <a:pt x="244734" y="139809"/>
                  <a:pt x="244095" y="139171"/>
                </a:cubicBezTo>
                <a:lnTo>
                  <a:pt x="146969" y="104059"/>
                </a:lnTo>
                <a:cubicBezTo>
                  <a:pt x="143774" y="102782"/>
                  <a:pt x="141856" y="98952"/>
                  <a:pt x="143134" y="95760"/>
                </a:cubicBezTo>
                <a:cubicBezTo>
                  <a:pt x="143134" y="95760"/>
                  <a:pt x="143134" y="95760"/>
                  <a:pt x="143134" y="95760"/>
                </a:cubicBezTo>
                <a:lnTo>
                  <a:pt x="143134" y="95760"/>
                </a:lnTo>
                <a:close/>
                <a:moveTo>
                  <a:pt x="129715" y="141724"/>
                </a:moveTo>
                <a:cubicBezTo>
                  <a:pt x="130354" y="138532"/>
                  <a:pt x="133549" y="135979"/>
                  <a:pt x="137384" y="136617"/>
                </a:cubicBezTo>
                <a:cubicBezTo>
                  <a:pt x="137384" y="136617"/>
                  <a:pt x="137384" y="136617"/>
                  <a:pt x="137384" y="136617"/>
                </a:cubicBezTo>
                <a:lnTo>
                  <a:pt x="238344" y="157046"/>
                </a:lnTo>
                <a:cubicBezTo>
                  <a:pt x="242178" y="157684"/>
                  <a:pt x="244734" y="160238"/>
                  <a:pt x="244095" y="164068"/>
                </a:cubicBezTo>
                <a:cubicBezTo>
                  <a:pt x="243456" y="167899"/>
                  <a:pt x="240900" y="170452"/>
                  <a:pt x="237067" y="169814"/>
                </a:cubicBezTo>
                <a:lnTo>
                  <a:pt x="235788" y="169814"/>
                </a:lnTo>
                <a:lnTo>
                  <a:pt x="134828" y="149385"/>
                </a:lnTo>
                <a:cubicBezTo>
                  <a:pt x="130994" y="148747"/>
                  <a:pt x="129076" y="145555"/>
                  <a:pt x="129715" y="141724"/>
                </a:cubicBezTo>
                <a:cubicBezTo>
                  <a:pt x="129715" y="141724"/>
                  <a:pt x="129715" y="141086"/>
                  <a:pt x="129715" y="141724"/>
                </a:cubicBezTo>
                <a:lnTo>
                  <a:pt x="129715" y="141724"/>
                </a:lnTo>
                <a:close/>
                <a:moveTo>
                  <a:pt x="130354" y="179390"/>
                </a:moveTo>
                <a:lnTo>
                  <a:pt x="233233" y="189604"/>
                </a:lnTo>
                <a:cubicBezTo>
                  <a:pt x="237067" y="189604"/>
                  <a:pt x="239623" y="192796"/>
                  <a:pt x="239623" y="195988"/>
                </a:cubicBezTo>
                <a:cubicBezTo>
                  <a:pt x="239623" y="199819"/>
                  <a:pt x="236428" y="202372"/>
                  <a:pt x="233233" y="202372"/>
                </a:cubicBezTo>
                <a:lnTo>
                  <a:pt x="232593" y="202372"/>
                </a:lnTo>
                <a:lnTo>
                  <a:pt x="129715" y="192158"/>
                </a:lnTo>
                <a:cubicBezTo>
                  <a:pt x="125881" y="191519"/>
                  <a:pt x="123325" y="188966"/>
                  <a:pt x="123964" y="185135"/>
                </a:cubicBezTo>
                <a:cubicBezTo>
                  <a:pt x="124604" y="181305"/>
                  <a:pt x="127159" y="178752"/>
                  <a:pt x="130354" y="179390"/>
                </a:cubicBezTo>
                <a:close/>
                <a:moveTo>
                  <a:pt x="129076" y="224078"/>
                </a:moveTo>
                <a:lnTo>
                  <a:pt x="232593" y="224078"/>
                </a:lnTo>
                <a:cubicBezTo>
                  <a:pt x="236428" y="224078"/>
                  <a:pt x="238983" y="226631"/>
                  <a:pt x="238983" y="230462"/>
                </a:cubicBezTo>
                <a:cubicBezTo>
                  <a:pt x="238983" y="234292"/>
                  <a:pt x="236428" y="236846"/>
                  <a:pt x="232593" y="236846"/>
                </a:cubicBezTo>
                <a:lnTo>
                  <a:pt x="129076" y="236846"/>
                </a:lnTo>
                <a:cubicBezTo>
                  <a:pt x="125243" y="236846"/>
                  <a:pt x="122686" y="234292"/>
                  <a:pt x="122686" y="230462"/>
                </a:cubicBezTo>
                <a:cubicBezTo>
                  <a:pt x="122686" y="226631"/>
                  <a:pt x="125881" y="224078"/>
                  <a:pt x="129076" y="224078"/>
                </a:cubicBezTo>
                <a:close/>
                <a:moveTo>
                  <a:pt x="273489" y="264935"/>
                </a:moveTo>
                <a:cubicBezTo>
                  <a:pt x="273489" y="268766"/>
                  <a:pt x="270933" y="271319"/>
                  <a:pt x="267099" y="271319"/>
                </a:cubicBezTo>
                <a:lnTo>
                  <a:pt x="95209" y="271319"/>
                </a:lnTo>
                <a:cubicBezTo>
                  <a:pt x="91376" y="271319"/>
                  <a:pt x="88820" y="268766"/>
                  <a:pt x="88820" y="264935"/>
                </a:cubicBezTo>
                <a:lnTo>
                  <a:pt x="88820" y="213225"/>
                </a:lnTo>
                <a:cubicBezTo>
                  <a:pt x="88820" y="209395"/>
                  <a:pt x="91376" y="206841"/>
                  <a:pt x="95209" y="206841"/>
                </a:cubicBezTo>
                <a:cubicBezTo>
                  <a:pt x="99044" y="206841"/>
                  <a:pt x="101599" y="209395"/>
                  <a:pt x="101599" y="213225"/>
                </a:cubicBezTo>
                <a:lnTo>
                  <a:pt x="101599" y="258551"/>
                </a:lnTo>
                <a:lnTo>
                  <a:pt x="260709" y="258551"/>
                </a:lnTo>
                <a:lnTo>
                  <a:pt x="260709" y="213225"/>
                </a:lnTo>
                <a:cubicBezTo>
                  <a:pt x="260709" y="209395"/>
                  <a:pt x="263265" y="206841"/>
                  <a:pt x="267099" y="206841"/>
                </a:cubicBezTo>
                <a:cubicBezTo>
                  <a:pt x="270933" y="206841"/>
                  <a:pt x="273489" y="209395"/>
                  <a:pt x="273489" y="213225"/>
                </a:cubicBezTo>
                <a:lnTo>
                  <a:pt x="273489" y="264935"/>
                </a:lnTo>
                <a:close/>
              </a:path>
            </a:pathLst>
          </a:custGeom>
          <a:solidFill>
            <a:srgbClr val="00ABAB"/>
          </a:solidFill>
          <a:ln w="6390" cap="flat">
            <a:noFill/>
            <a:prstDash val="solid"/>
            <a:miter/>
          </a:ln>
        </p:spPr>
        <p:txBody>
          <a:bodyPr rtlCol="0" anchor="ctr"/>
          <a:lstStyle/>
          <a:p>
            <a:endParaRPr lang="en-US"/>
          </a:p>
        </p:txBody>
      </p:sp>
      <p:grpSp>
        <p:nvGrpSpPr>
          <p:cNvPr id="1611" name="Graphic 1100">
            <a:extLst>
              <a:ext uri="{FF2B5EF4-FFF2-40B4-BE49-F238E27FC236}">
                <a16:creationId xmlns:a16="http://schemas.microsoft.com/office/drawing/2014/main" id="{EF2E71BB-78A5-6D44-9536-4D0DE9280ED8}"/>
              </a:ext>
            </a:extLst>
          </p:cNvPr>
          <p:cNvGrpSpPr/>
          <p:nvPr/>
        </p:nvGrpSpPr>
        <p:grpSpPr>
          <a:xfrm>
            <a:off x="11372810" y="3343617"/>
            <a:ext cx="362309" cy="361971"/>
            <a:chOff x="11372810" y="3343617"/>
            <a:chExt cx="362309" cy="361971"/>
          </a:xfrm>
          <a:solidFill>
            <a:srgbClr val="00ABAB"/>
          </a:solidFill>
        </p:grpSpPr>
        <p:sp>
          <p:nvSpPr>
            <p:cNvPr id="1612" name="Graphic 1100">
              <a:extLst>
                <a:ext uri="{FF2B5EF4-FFF2-40B4-BE49-F238E27FC236}">
                  <a16:creationId xmlns:a16="http://schemas.microsoft.com/office/drawing/2014/main" id="{C0192EB6-8DEF-284B-B6BF-BE3F807A6780}"/>
                </a:ext>
              </a:extLst>
            </p:cNvPr>
            <p:cNvSpPr/>
            <p:nvPr/>
          </p:nvSpPr>
          <p:spPr>
            <a:xfrm>
              <a:off x="11475688" y="3459806"/>
              <a:ext cx="29393" cy="29366"/>
            </a:xfrm>
            <a:custGeom>
              <a:avLst/>
              <a:gdLst>
                <a:gd name="connsiteX0" fmla="*/ 14696 w 29393"/>
                <a:gd name="connsiteY0" fmla="*/ 0 h 29366"/>
                <a:gd name="connsiteX1" fmla="*/ 0 w 29393"/>
                <a:gd name="connsiteY1" fmla="*/ 14683 h 29366"/>
                <a:gd name="connsiteX2" fmla="*/ 14696 w 29393"/>
                <a:gd name="connsiteY2" fmla="*/ 29366 h 29366"/>
                <a:gd name="connsiteX3" fmla="*/ 29394 w 29393"/>
                <a:gd name="connsiteY3" fmla="*/ 14683 h 29366"/>
                <a:gd name="connsiteX4" fmla="*/ 29394 w 29393"/>
                <a:gd name="connsiteY4" fmla="*/ 14683 h 29366"/>
                <a:gd name="connsiteX5" fmla="*/ 14696 w 29393"/>
                <a:gd name="connsiteY5"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93" h="29366">
                  <a:moveTo>
                    <a:pt x="14696" y="0"/>
                  </a:moveTo>
                  <a:cubicBezTo>
                    <a:pt x="6390" y="0"/>
                    <a:pt x="0" y="6384"/>
                    <a:pt x="0" y="14683"/>
                  </a:cubicBezTo>
                  <a:cubicBezTo>
                    <a:pt x="0" y="22982"/>
                    <a:pt x="6390" y="29366"/>
                    <a:pt x="14696" y="29366"/>
                  </a:cubicBezTo>
                  <a:cubicBezTo>
                    <a:pt x="23004" y="29366"/>
                    <a:pt x="29394" y="22982"/>
                    <a:pt x="29394" y="14683"/>
                  </a:cubicBezTo>
                  <a:lnTo>
                    <a:pt x="29394" y="14683"/>
                  </a:lnTo>
                  <a:cubicBezTo>
                    <a:pt x="29394" y="7022"/>
                    <a:pt x="22365" y="0"/>
                    <a:pt x="14696" y="0"/>
                  </a:cubicBezTo>
                  <a:close/>
                </a:path>
              </a:pathLst>
            </a:custGeom>
            <a:solidFill>
              <a:srgbClr val="00ABAB"/>
            </a:solidFill>
            <a:ln w="6390" cap="flat">
              <a:noFill/>
              <a:prstDash val="solid"/>
              <a:miter/>
            </a:ln>
          </p:spPr>
          <p:txBody>
            <a:bodyPr rtlCol="0" anchor="ctr"/>
            <a:lstStyle/>
            <a:p>
              <a:endParaRPr lang="en-US"/>
            </a:p>
          </p:txBody>
        </p:sp>
        <p:sp>
          <p:nvSpPr>
            <p:cNvPr id="1613" name="Graphic 1100">
              <a:extLst>
                <a:ext uri="{FF2B5EF4-FFF2-40B4-BE49-F238E27FC236}">
                  <a16:creationId xmlns:a16="http://schemas.microsoft.com/office/drawing/2014/main" id="{FA10F321-44B8-7E4B-90D9-CFF922F79537}"/>
                </a:ext>
              </a:extLst>
            </p:cNvPr>
            <p:cNvSpPr/>
            <p:nvPr/>
          </p:nvSpPr>
          <p:spPr>
            <a:xfrm>
              <a:off x="11372810" y="33436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23964 w 362309"/>
                <a:gd name="connsiteY6" fmla="*/ 158323 h 361971"/>
                <a:gd name="connsiteX7" fmla="*/ 123964 w 362309"/>
                <a:gd name="connsiteY7" fmla="*/ 280895 h 361971"/>
                <a:gd name="connsiteX8" fmla="*/ 117574 w 362309"/>
                <a:gd name="connsiteY8" fmla="*/ 287279 h 361971"/>
                <a:gd name="connsiteX9" fmla="*/ 111184 w 362309"/>
                <a:gd name="connsiteY9" fmla="*/ 280895 h 361971"/>
                <a:gd name="connsiteX10" fmla="*/ 111184 w 362309"/>
                <a:gd name="connsiteY10" fmla="*/ 158323 h 361971"/>
                <a:gd name="connsiteX11" fmla="*/ 90737 w 362309"/>
                <a:gd name="connsiteY11" fmla="*/ 125126 h 361971"/>
                <a:gd name="connsiteX12" fmla="*/ 111184 w 362309"/>
                <a:gd name="connsiteY12" fmla="*/ 104697 h 361971"/>
                <a:gd name="connsiteX13" fmla="*/ 111184 w 362309"/>
                <a:gd name="connsiteY13" fmla="*/ 81715 h 361971"/>
                <a:gd name="connsiteX14" fmla="*/ 117574 w 362309"/>
                <a:gd name="connsiteY14" fmla="*/ 75331 h 361971"/>
                <a:gd name="connsiteX15" fmla="*/ 123964 w 362309"/>
                <a:gd name="connsiteY15" fmla="*/ 81715 h 361971"/>
                <a:gd name="connsiteX16" fmla="*/ 123964 w 362309"/>
                <a:gd name="connsiteY16" fmla="*/ 104697 h 361971"/>
                <a:gd name="connsiteX17" fmla="*/ 144412 w 362309"/>
                <a:gd name="connsiteY17" fmla="*/ 137894 h 361971"/>
                <a:gd name="connsiteX18" fmla="*/ 123964 w 362309"/>
                <a:gd name="connsiteY18" fmla="*/ 158323 h 361971"/>
                <a:gd name="connsiteX19" fmla="*/ 123964 w 362309"/>
                <a:gd name="connsiteY19" fmla="*/ 158323 h 361971"/>
                <a:gd name="connsiteX20" fmla="*/ 187864 w 362309"/>
                <a:gd name="connsiteY20" fmla="*/ 257913 h 361971"/>
                <a:gd name="connsiteX21" fmla="*/ 187864 w 362309"/>
                <a:gd name="connsiteY21" fmla="*/ 280895 h 361971"/>
                <a:gd name="connsiteX22" fmla="*/ 181474 w 362309"/>
                <a:gd name="connsiteY22" fmla="*/ 287279 h 361971"/>
                <a:gd name="connsiteX23" fmla="*/ 175084 w 362309"/>
                <a:gd name="connsiteY23" fmla="*/ 280895 h 361971"/>
                <a:gd name="connsiteX24" fmla="*/ 175084 w 362309"/>
                <a:gd name="connsiteY24" fmla="*/ 257913 h 361971"/>
                <a:gd name="connsiteX25" fmla="*/ 154636 w 362309"/>
                <a:gd name="connsiteY25" fmla="*/ 224716 h 361971"/>
                <a:gd name="connsiteX26" fmla="*/ 175084 w 362309"/>
                <a:gd name="connsiteY26" fmla="*/ 204287 h 361971"/>
                <a:gd name="connsiteX27" fmla="*/ 175084 w 362309"/>
                <a:gd name="connsiteY27" fmla="*/ 81715 h 361971"/>
                <a:gd name="connsiteX28" fmla="*/ 181474 w 362309"/>
                <a:gd name="connsiteY28" fmla="*/ 75331 h 361971"/>
                <a:gd name="connsiteX29" fmla="*/ 187864 w 362309"/>
                <a:gd name="connsiteY29" fmla="*/ 81715 h 361971"/>
                <a:gd name="connsiteX30" fmla="*/ 187864 w 362309"/>
                <a:gd name="connsiteY30" fmla="*/ 204287 h 361971"/>
                <a:gd name="connsiteX31" fmla="*/ 208312 w 362309"/>
                <a:gd name="connsiteY31" fmla="*/ 237484 h 361971"/>
                <a:gd name="connsiteX32" fmla="*/ 187864 w 362309"/>
                <a:gd name="connsiteY32" fmla="*/ 257913 h 361971"/>
                <a:gd name="connsiteX33" fmla="*/ 187864 w 362309"/>
                <a:gd name="connsiteY33" fmla="*/ 257913 h 361971"/>
                <a:gd name="connsiteX34" fmla="*/ 251763 w 362309"/>
                <a:gd name="connsiteY34" fmla="*/ 194073 h 361971"/>
                <a:gd name="connsiteX35" fmla="*/ 251763 w 362309"/>
                <a:gd name="connsiteY35" fmla="*/ 280895 h 361971"/>
                <a:gd name="connsiteX36" fmla="*/ 245373 w 362309"/>
                <a:gd name="connsiteY36" fmla="*/ 287279 h 361971"/>
                <a:gd name="connsiteX37" fmla="*/ 238983 w 362309"/>
                <a:gd name="connsiteY37" fmla="*/ 280895 h 361971"/>
                <a:gd name="connsiteX38" fmla="*/ 238983 w 362309"/>
                <a:gd name="connsiteY38" fmla="*/ 194073 h 361971"/>
                <a:gd name="connsiteX39" fmla="*/ 218536 w 362309"/>
                <a:gd name="connsiteY39" fmla="*/ 160876 h 361971"/>
                <a:gd name="connsiteX40" fmla="*/ 238983 w 362309"/>
                <a:gd name="connsiteY40" fmla="*/ 140448 h 361971"/>
                <a:gd name="connsiteX41" fmla="*/ 238983 w 362309"/>
                <a:gd name="connsiteY41" fmla="*/ 81715 h 361971"/>
                <a:gd name="connsiteX42" fmla="*/ 245373 w 362309"/>
                <a:gd name="connsiteY42" fmla="*/ 75331 h 361971"/>
                <a:gd name="connsiteX43" fmla="*/ 251763 w 362309"/>
                <a:gd name="connsiteY43" fmla="*/ 81715 h 361971"/>
                <a:gd name="connsiteX44" fmla="*/ 251763 w 362309"/>
                <a:gd name="connsiteY44" fmla="*/ 140448 h 361971"/>
                <a:gd name="connsiteX45" fmla="*/ 272211 w 362309"/>
                <a:gd name="connsiteY45" fmla="*/ 173644 h 361971"/>
                <a:gd name="connsiteX46" fmla="*/ 251763 w 362309"/>
                <a:gd name="connsiteY46" fmla="*/ 194073 h 361971"/>
                <a:gd name="connsiteX47" fmla="*/ 251763 w 362309"/>
                <a:gd name="connsiteY47" fmla="*/ 19407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23964" y="158323"/>
                  </a:moveTo>
                  <a:lnTo>
                    <a:pt x="123964" y="280895"/>
                  </a:lnTo>
                  <a:cubicBezTo>
                    <a:pt x="123964" y="284725"/>
                    <a:pt x="121409" y="287279"/>
                    <a:pt x="117574" y="287279"/>
                  </a:cubicBezTo>
                  <a:cubicBezTo>
                    <a:pt x="113740" y="287279"/>
                    <a:pt x="111184" y="284725"/>
                    <a:pt x="111184" y="280895"/>
                  </a:cubicBezTo>
                  <a:lnTo>
                    <a:pt x="111184" y="158323"/>
                  </a:lnTo>
                  <a:cubicBezTo>
                    <a:pt x="96488" y="155131"/>
                    <a:pt x="86903" y="139809"/>
                    <a:pt x="90737" y="125126"/>
                  </a:cubicBezTo>
                  <a:cubicBezTo>
                    <a:pt x="93293" y="114912"/>
                    <a:pt x="100961" y="107251"/>
                    <a:pt x="111184" y="104697"/>
                  </a:cubicBezTo>
                  <a:lnTo>
                    <a:pt x="111184" y="81715"/>
                  </a:lnTo>
                  <a:cubicBezTo>
                    <a:pt x="111184" y="77885"/>
                    <a:pt x="113740" y="75331"/>
                    <a:pt x="117574" y="75331"/>
                  </a:cubicBezTo>
                  <a:cubicBezTo>
                    <a:pt x="121409" y="75331"/>
                    <a:pt x="123964" y="77885"/>
                    <a:pt x="123964" y="81715"/>
                  </a:cubicBezTo>
                  <a:lnTo>
                    <a:pt x="123964" y="104697"/>
                  </a:lnTo>
                  <a:cubicBezTo>
                    <a:pt x="138661" y="107889"/>
                    <a:pt x="148246" y="123211"/>
                    <a:pt x="144412" y="137894"/>
                  </a:cubicBezTo>
                  <a:cubicBezTo>
                    <a:pt x="141856" y="148108"/>
                    <a:pt x="134189" y="155769"/>
                    <a:pt x="123964" y="158323"/>
                  </a:cubicBezTo>
                  <a:lnTo>
                    <a:pt x="123964" y="158323"/>
                  </a:lnTo>
                  <a:close/>
                  <a:moveTo>
                    <a:pt x="187864" y="257913"/>
                  </a:moveTo>
                  <a:lnTo>
                    <a:pt x="187864" y="280895"/>
                  </a:lnTo>
                  <a:cubicBezTo>
                    <a:pt x="187864" y="284725"/>
                    <a:pt x="185308" y="287279"/>
                    <a:pt x="181474" y="287279"/>
                  </a:cubicBezTo>
                  <a:cubicBezTo>
                    <a:pt x="177640" y="287279"/>
                    <a:pt x="175084" y="284725"/>
                    <a:pt x="175084" y="280895"/>
                  </a:cubicBezTo>
                  <a:lnTo>
                    <a:pt x="175084" y="257913"/>
                  </a:lnTo>
                  <a:cubicBezTo>
                    <a:pt x="160387" y="254721"/>
                    <a:pt x="150802" y="239399"/>
                    <a:pt x="154636" y="224716"/>
                  </a:cubicBezTo>
                  <a:cubicBezTo>
                    <a:pt x="157192" y="214502"/>
                    <a:pt x="164860" y="206841"/>
                    <a:pt x="175084" y="204287"/>
                  </a:cubicBezTo>
                  <a:lnTo>
                    <a:pt x="175084" y="81715"/>
                  </a:lnTo>
                  <a:cubicBezTo>
                    <a:pt x="175084" y="77885"/>
                    <a:pt x="177640" y="75331"/>
                    <a:pt x="181474" y="75331"/>
                  </a:cubicBezTo>
                  <a:cubicBezTo>
                    <a:pt x="185308" y="75331"/>
                    <a:pt x="187864" y="77885"/>
                    <a:pt x="187864" y="81715"/>
                  </a:cubicBezTo>
                  <a:lnTo>
                    <a:pt x="187864" y="204287"/>
                  </a:lnTo>
                  <a:cubicBezTo>
                    <a:pt x="202561" y="207479"/>
                    <a:pt x="212146" y="222801"/>
                    <a:pt x="208312" y="237484"/>
                  </a:cubicBezTo>
                  <a:cubicBezTo>
                    <a:pt x="205756" y="247698"/>
                    <a:pt x="198088" y="255359"/>
                    <a:pt x="187864" y="257913"/>
                  </a:cubicBezTo>
                  <a:lnTo>
                    <a:pt x="187864" y="257913"/>
                  </a:lnTo>
                  <a:close/>
                  <a:moveTo>
                    <a:pt x="251763" y="194073"/>
                  </a:moveTo>
                  <a:lnTo>
                    <a:pt x="251763" y="280895"/>
                  </a:lnTo>
                  <a:cubicBezTo>
                    <a:pt x="251763" y="284725"/>
                    <a:pt x="249208" y="287279"/>
                    <a:pt x="245373" y="287279"/>
                  </a:cubicBezTo>
                  <a:cubicBezTo>
                    <a:pt x="241539" y="287279"/>
                    <a:pt x="238983" y="284725"/>
                    <a:pt x="238983" y="280895"/>
                  </a:cubicBezTo>
                  <a:lnTo>
                    <a:pt x="238983" y="194073"/>
                  </a:lnTo>
                  <a:cubicBezTo>
                    <a:pt x="224287" y="190881"/>
                    <a:pt x="214702" y="175560"/>
                    <a:pt x="218536" y="160876"/>
                  </a:cubicBezTo>
                  <a:cubicBezTo>
                    <a:pt x="221092" y="150662"/>
                    <a:pt x="228759" y="143001"/>
                    <a:pt x="238983" y="140448"/>
                  </a:cubicBezTo>
                  <a:lnTo>
                    <a:pt x="238983" y="81715"/>
                  </a:lnTo>
                  <a:cubicBezTo>
                    <a:pt x="238983" y="77885"/>
                    <a:pt x="241539" y="75331"/>
                    <a:pt x="245373" y="75331"/>
                  </a:cubicBezTo>
                  <a:cubicBezTo>
                    <a:pt x="249208" y="75331"/>
                    <a:pt x="251763" y="77885"/>
                    <a:pt x="251763" y="81715"/>
                  </a:cubicBezTo>
                  <a:lnTo>
                    <a:pt x="251763" y="140448"/>
                  </a:lnTo>
                  <a:cubicBezTo>
                    <a:pt x="266460" y="143640"/>
                    <a:pt x="276045" y="158961"/>
                    <a:pt x="272211" y="173644"/>
                  </a:cubicBezTo>
                  <a:cubicBezTo>
                    <a:pt x="269655" y="183220"/>
                    <a:pt x="261987" y="191519"/>
                    <a:pt x="251763" y="194073"/>
                  </a:cubicBezTo>
                  <a:lnTo>
                    <a:pt x="251763" y="194073"/>
                  </a:lnTo>
                  <a:close/>
                </a:path>
              </a:pathLst>
            </a:custGeom>
            <a:solidFill>
              <a:srgbClr val="00ABAB"/>
            </a:solidFill>
            <a:ln w="6390" cap="flat">
              <a:noFill/>
              <a:prstDash val="solid"/>
              <a:miter/>
            </a:ln>
          </p:spPr>
          <p:txBody>
            <a:bodyPr rtlCol="0" anchor="ctr"/>
            <a:lstStyle/>
            <a:p>
              <a:endParaRPr lang="en-US"/>
            </a:p>
          </p:txBody>
        </p:sp>
        <p:sp>
          <p:nvSpPr>
            <p:cNvPr id="1614" name="Graphic 1100">
              <a:extLst>
                <a:ext uri="{FF2B5EF4-FFF2-40B4-BE49-F238E27FC236}">
                  <a16:creationId xmlns:a16="http://schemas.microsoft.com/office/drawing/2014/main" id="{7064C826-57E8-204F-990A-3C7FE24553B9}"/>
                </a:ext>
              </a:extLst>
            </p:cNvPr>
            <p:cNvSpPr/>
            <p:nvPr/>
          </p:nvSpPr>
          <p:spPr>
            <a:xfrm>
              <a:off x="11539587" y="3559396"/>
              <a:ext cx="29393" cy="29366"/>
            </a:xfrm>
            <a:custGeom>
              <a:avLst/>
              <a:gdLst>
                <a:gd name="connsiteX0" fmla="*/ 14696 w 29393"/>
                <a:gd name="connsiteY0" fmla="*/ 0 h 29366"/>
                <a:gd name="connsiteX1" fmla="*/ 0 w 29393"/>
                <a:gd name="connsiteY1" fmla="*/ 14683 h 29366"/>
                <a:gd name="connsiteX2" fmla="*/ 14696 w 29393"/>
                <a:gd name="connsiteY2" fmla="*/ 29367 h 29366"/>
                <a:gd name="connsiteX3" fmla="*/ 29394 w 29393"/>
                <a:gd name="connsiteY3" fmla="*/ 14683 h 29366"/>
                <a:gd name="connsiteX4" fmla="*/ 29394 w 29393"/>
                <a:gd name="connsiteY4" fmla="*/ 14683 h 29366"/>
                <a:gd name="connsiteX5" fmla="*/ 14696 w 29393"/>
                <a:gd name="connsiteY5"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93" h="29366">
                  <a:moveTo>
                    <a:pt x="14696" y="0"/>
                  </a:moveTo>
                  <a:cubicBezTo>
                    <a:pt x="6390" y="0"/>
                    <a:pt x="0" y="6384"/>
                    <a:pt x="0" y="14683"/>
                  </a:cubicBezTo>
                  <a:cubicBezTo>
                    <a:pt x="0" y="22983"/>
                    <a:pt x="6390" y="29367"/>
                    <a:pt x="14696" y="29367"/>
                  </a:cubicBezTo>
                  <a:cubicBezTo>
                    <a:pt x="23004" y="29367"/>
                    <a:pt x="29394" y="22983"/>
                    <a:pt x="29394" y="14683"/>
                  </a:cubicBezTo>
                  <a:lnTo>
                    <a:pt x="29394" y="14683"/>
                  </a:lnTo>
                  <a:cubicBezTo>
                    <a:pt x="29394" y="7023"/>
                    <a:pt x="23004" y="0"/>
                    <a:pt x="14696" y="0"/>
                  </a:cubicBezTo>
                  <a:close/>
                </a:path>
              </a:pathLst>
            </a:custGeom>
            <a:solidFill>
              <a:srgbClr val="00ABAB"/>
            </a:solidFill>
            <a:ln w="6390" cap="flat">
              <a:noFill/>
              <a:prstDash val="solid"/>
              <a:miter/>
            </a:ln>
          </p:spPr>
          <p:txBody>
            <a:bodyPr rtlCol="0" anchor="ctr"/>
            <a:lstStyle/>
            <a:p>
              <a:endParaRPr lang="en-US"/>
            </a:p>
          </p:txBody>
        </p:sp>
        <p:sp>
          <p:nvSpPr>
            <p:cNvPr id="1615" name="Graphic 1100">
              <a:extLst>
                <a:ext uri="{FF2B5EF4-FFF2-40B4-BE49-F238E27FC236}">
                  <a16:creationId xmlns:a16="http://schemas.microsoft.com/office/drawing/2014/main" id="{56C609CF-5257-D142-B190-E2D2941A6754}"/>
                </a:ext>
              </a:extLst>
            </p:cNvPr>
            <p:cNvSpPr/>
            <p:nvPr/>
          </p:nvSpPr>
          <p:spPr>
            <a:xfrm>
              <a:off x="11603486" y="3495556"/>
              <a:ext cx="29393" cy="29366"/>
            </a:xfrm>
            <a:custGeom>
              <a:avLst/>
              <a:gdLst>
                <a:gd name="connsiteX0" fmla="*/ 14696 w 29393"/>
                <a:gd name="connsiteY0" fmla="*/ 0 h 29366"/>
                <a:gd name="connsiteX1" fmla="*/ 0 w 29393"/>
                <a:gd name="connsiteY1" fmla="*/ 14683 h 29366"/>
                <a:gd name="connsiteX2" fmla="*/ 14696 w 29393"/>
                <a:gd name="connsiteY2" fmla="*/ 29367 h 29366"/>
                <a:gd name="connsiteX3" fmla="*/ 29394 w 29393"/>
                <a:gd name="connsiteY3" fmla="*/ 14683 h 29366"/>
                <a:gd name="connsiteX4" fmla="*/ 14696 w 29393"/>
                <a:gd name="connsiteY4" fmla="*/ 0 h 29366"/>
                <a:gd name="connsiteX5" fmla="*/ 14696 w 29393"/>
                <a:gd name="connsiteY5"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93" h="29366">
                  <a:moveTo>
                    <a:pt x="14696" y="0"/>
                  </a:moveTo>
                  <a:cubicBezTo>
                    <a:pt x="6390" y="0"/>
                    <a:pt x="0" y="7023"/>
                    <a:pt x="0" y="14683"/>
                  </a:cubicBezTo>
                  <a:cubicBezTo>
                    <a:pt x="0" y="22983"/>
                    <a:pt x="7029" y="29367"/>
                    <a:pt x="14696" y="29367"/>
                  </a:cubicBezTo>
                  <a:cubicBezTo>
                    <a:pt x="23004" y="29367"/>
                    <a:pt x="29394" y="22344"/>
                    <a:pt x="29394" y="14683"/>
                  </a:cubicBezTo>
                  <a:cubicBezTo>
                    <a:pt x="29394" y="7023"/>
                    <a:pt x="23004" y="0"/>
                    <a:pt x="14696" y="0"/>
                  </a:cubicBezTo>
                  <a:cubicBezTo>
                    <a:pt x="14696" y="0"/>
                    <a:pt x="14696" y="0"/>
                    <a:pt x="14696" y="0"/>
                  </a:cubicBezTo>
                  <a:close/>
                </a:path>
              </a:pathLst>
            </a:custGeom>
            <a:solidFill>
              <a:srgbClr val="00ABAB"/>
            </a:solidFill>
            <a:ln w="6390" cap="flat">
              <a:noFill/>
              <a:prstDash val="solid"/>
              <a:miter/>
            </a:ln>
          </p:spPr>
          <p:txBody>
            <a:bodyPr rtlCol="0" anchor="ctr"/>
            <a:lstStyle/>
            <a:p>
              <a:endParaRPr lang="en-US"/>
            </a:p>
          </p:txBody>
        </p:sp>
      </p:grpSp>
      <p:grpSp>
        <p:nvGrpSpPr>
          <p:cNvPr id="1616" name="Graphic 1100">
            <a:extLst>
              <a:ext uri="{FF2B5EF4-FFF2-40B4-BE49-F238E27FC236}">
                <a16:creationId xmlns:a16="http://schemas.microsoft.com/office/drawing/2014/main" id="{FA57E91D-C1D8-6445-A4D4-317B44B6CE31}"/>
              </a:ext>
            </a:extLst>
          </p:cNvPr>
          <p:cNvGrpSpPr/>
          <p:nvPr/>
        </p:nvGrpSpPr>
        <p:grpSpPr>
          <a:xfrm>
            <a:off x="1515054" y="2375167"/>
            <a:ext cx="362309" cy="362610"/>
            <a:chOff x="1515054" y="2375167"/>
            <a:chExt cx="362309" cy="362610"/>
          </a:xfrm>
          <a:solidFill>
            <a:srgbClr val="007680"/>
          </a:solidFill>
        </p:grpSpPr>
        <p:sp>
          <p:nvSpPr>
            <p:cNvPr id="1617" name="Graphic 1100">
              <a:extLst>
                <a:ext uri="{FF2B5EF4-FFF2-40B4-BE49-F238E27FC236}">
                  <a16:creationId xmlns:a16="http://schemas.microsoft.com/office/drawing/2014/main" id="{282F1988-F62A-A44F-8EDD-FFC6E824D07A}"/>
                </a:ext>
              </a:extLst>
            </p:cNvPr>
            <p:cNvSpPr/>
            <p:nvPr/>
          </p:nvSpPr>
          <p:spPr>
            <a:xfrm>
              <a:off x="1515054" y="2375167"/>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180835 w 362309"/>
                <a:gd name="connsiteY6" fmla="*/ 349204 h 362610"/>
                <a:gd name="connsiteX7" fmla="*/ 12780 w 362309"/>
                <a:gd name="connsiteY7" fmla="*/ 180667 h 362610"/>
                <a:gd name="connsiteX8" fmla="*/ 181474 w 362309"/>
                <a:gd name="connsiteY8" fmla="*/ 12130 h 362610"/>
                <a:gd name="connsiteX9" fmla="*/ 349529 w 362309"/>
                <a:gd name="connsiteY9" fmla="*/ 180667 h 362610"/>
                <a:gd name="connsiteX10" fmla="*/ 349529 w 362309"/>
                <a:gd name="connsiteY10" fmla="*/ 180667 h 362610"/>
                <a:gd name="connsiteX11" fmla="*/ 180835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1670" y="81077"/>
                    <a:pt x="280518" y="0"/>
                    <a:pt x="180835" y="0"/>
                  </a:cubicBezTo>
                  <a:lnTo>
                    <a:pt x="180835" y="0"/>
                  </a:lnTo>
                  <a:close/>
                  <a:moveTo>
                    <a:pt x="180835" y="349204"/>
                  </a:moveTo>
                  <a:cubicBezTo>
                    <a:pt x="87542" y="349204"/>
                    <a:pt x="12780" y="273873"/>
                    <a:pt x="12780" y="180667"/>
                  </a:cubicBezTo>
                  <a:cubicBezTo>
                    <a:pt x="12780" y="87461"/>
                    <a:pt x="88181" y="12130"/>
                    <a:pt x="181474" y="12130"/>
                  </a:cubicBezTo>
                  <a:cubicBezTo>
                    <a:pt x="274767" y="12130"/>
                    <a:pt x="349529" y="87461"/>
                    <a:pt x="349529" y="180667"/>
                  </a:cubicBezTo>
                  <a:cubicBezTo>
                    <a:pt x="349529" y="180667"/>
                    <a:pt x="349529" y="180667"/>
                    <a:pt x="349529" y="180667"/>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1618" name="Graphic 1100">
              <a:extLst>
                <a:ext uri="{FF2B5EF4-FFF2-40B4-BE49-F238E27FC236}">
                  <a16:creationId xmlns:a16="http://schemas.microsoft.com/office/drawing/2014/main" id="{9707907D-EDDD-874B-A3FD-CDF3E82714FD}"/>
                </a:ext>
              </a:extLst>
            </p:cNvPr>
            <p:cNvSpPr/>
            <p:nvPr/>
          </p:nvSpPr>
          <p:spPr>
            <a:xfrm>
              <a:off x="1580630" y="2441720"/>
              <a:ext cx="230517" cy="229903"/>
            </a:xfrm>
            <a:custGeom>
              <a:avLst/>
              <a:gdLst>
                <a:gd name="connsiteX0" fmla="*/ 34107 w 230517"/>
                <a:gd name="connsiteY0" fmla="*/ 33037 h 229903"/>
                <a:gd name="connsiteX1" fmla="*/ 33468 w 230517"/>
                <a:gd name="connsiteY1" fmla="*/ 195829 h 229903"/>
                <a:gd name="connsiteX2" fmla="*/ 196411 w 230517"/>
                <a:gd name="connsiteY2" fmla="*/ 196467 h 229903"/>
                <a:gd name="connsiteX3" fmla="*/ 197050 w 230517"/>
                <a:gd name="connsiteY3" fmla="*/ 33676 h 229903"/>
                <a:gd name="connsiteX4" fmla="*/ 196411 w 230517"/>
                <a:gd name="connsiteY4" fmla="*/ 33037 h 229903"/>
                <a:gd name="connsiteX5" fmla="*/ 34107 w 230517"/>
                <a:gd name="connsiteY5" fmla="*/ 33037 h 229903"/>
                <a:gd name="connsiteX6" fmla="*/ 43053 w 230517"/>
                <a:gd name="connsiteY6" fmla="*/ 42613 h 229903"/>
                <a:gd name="connsiteX7" fmla="*/ 62222 w 230517"/>
                <a:gd name="connsiteY7" fmla="*/ 27930 h 229903"/>
                <a:gd name="connsiteX8" fmla="*/ 85865 w 230517"/>
                <a:gd name="connsiteY8" fmla="*/ 70703 h 229903"/>
                <a:gd name="connsiteX9" fmla="*/ 71168 w 230517"/>
                <a:gd name="connsiteY9" fmla="*/ 85386 h 229903"/>
                <a:gd name="connsiteX10" fmla="*/ 28356 w 230517"/>
                <a:gd name="connsiteY10" fmla="*/ 61765 h 229903"/>
                <a:gd name="connsiteX11" fmla="*/ 43053 w 230517"/>
                <a:gd name="connsiteY11" fmla="*/ 42613 h 229903"/>
                <a:gd name="connsiteX12" fmla="*/ 43053 w 230517"/>
                <a:gd name="connsiteY12" fmla="*/ 42613 h 229903"/>
                <a:gd name="connsiteX13" fmla="*/ 115259 w 230517"/>
                <a:gd name="connsiteY13" fmla="*/ 154333 h 229903"/>
                <a:gd name="connsiteX14" fmla="*/ 75641 w 230517"/>
                <a:gd name="connsiteY14" fmla="*/ 114114 h 229903"/>
                <a:gd name="connsiteX15" fmla="*/ 115898 w 230517"/>
                <a:gd name="connsiteY15" fmla="*/ 74533 h 229903"/>
                <a:gd name="connsiteX16" fmla="*/ 155516 w 230517"/>
                <a:gd name="connsiteY16" fmla="*/ 114752 h 229903"/>
                <a:gd name="connsiteX17" fmla="*/ 144014 w 230517"/>
                <a:gd name="connsiteY17" fmla="*/ 142842 h 229903"/>
                <a:gd name="connsiteX18" fmla="*/ 115259 w 230517"/>
                <a:gd name="connsiteY18" fmla="*/ 154333 h 229903"/>
                <a:gd name="connsiteX19" fmla="*/ 115259 w 230517"/>
                <a:gd name="connsiteY19" fmla="*/ 154333 h 229903"/>
                <a:gd name="connsiteX20" fmla="*/ 43053 w 230517"/>
                <a:gd name="connsiteY20" fmla="*/ 186253 h 229903"/>
                <a:gd name="connsiteX21" fmla="*/ 22605 w 230517"/>
                <a:gd name="connsiteY21" fmla="*/ 72618 h 229903"/>
                <a:gd name="connsiteX22" fmla="*/ 66056 w 230517"/>
                <a:gd name="connsiteY22" fmla="*/ 96877 h 229903"/>
                <a:gd name="connsiteX23" fmla="*/ 98006 w 230517"/>
                <a:gd name="connsiteY23" fmla="*/ 164547 h 229903"/>
                <a:gd name="connsiteX24" fmla="*/ 115898 w 230517"/>
                <a:gd name="connsiteY24" fmla="*/ 167739 h 229903"/>
                <a:gd name="connsiteX25" fmla="*/ 133790 w 230517"/>
                <a:gd name="connsiteY25" fmla="*/ 164547 h 229903"/>
                <a:gd name="connsiteX26" fmla="*/ 158072 w 230517"/>
                <a:gd name="connsiteY26" fmla="*/ 207958 h 229903"/>
                <a:gd name="connsiteX27" fmla="*/ 43053 w 230517"/>
                <a:gd name="connsiteY27" fmla="*/ 186253 h 229903"/>
                <a:gd name="connsiteX28" fmla="*/ 43053 w 230517"/>
                <a:gd name="connsiteY28" fmla="*/ 186253 h 229903"/>
                <a:gd name="connsiteX29" fmla="*/ 187465 w 230517"/>
                <a:gd name="connsiteY29" fmla="*/ 186253 h 229903"/>
                <a:gd name="connsiteX30" fmla="*/ 168295 w 230517"/>
                <a:gd name="connsiteY30" fmla="*/ 200936 h 229903"/>
                <a:gd name="connsiteX31" fmla="*/ 144653 w 230517"/>
                <a:gd name="connsiteY31" fmla="*/ 158163 h 229903"/>
                <a:gd name="connsiteX32" fmla="*/ 159349 w 230517"/>
                <a:gd name="connsiteY32" fmla="*/ 143480 h 229903"/>
                <a:gd name="connsiteX33" fmla="*/ 202162 w 230517"/>
                <a:gd name="connsiteY33" fmla="*/ 167101 h 229903"/>
                <a:gd name="connsiteX34" fmla="*/ 187465 w 230517"/>
                <a:gd name="connsiteY34" fmla="*/ 186253 h 229903"/>
                <a:gd name="connsiteX35" fmla="*/ 187465 w 230517"/>
                <a:gd name="connsiteY35" fmla="*/ 186253 h 229903"/>
                <a:gd name="connsiteX36" fmla="*/ 207913 w 230517"/>
                <a:gd name="connsiteY36" fmla="*/ 156248 h 229903"/>
                <a:gd name="connsiteX37" fmla="*/ 164461 w 230517"/>
                <a:gd name="connsiteY37" fmla="*/ 131989 h 229903"/>
                <a:gd name="connsiteX38" fmla="*/ 132512 w 230517"/>
                <a:gd name="connsiteY38" fmla="*/ 64319 h 229903"/>
                <a:gd name="connsiteX39" fmla="*/ 96728 w 230517"/>
                <a:gd name="connsiteY39" fmla="*/ 64319 h 229903"/>
                <a:gd name="connsiteX40" fmla="*/ 72446 w 230517"/>
                <a:gd name="connsiteY40" fmla="*/ 20908 h 229903"/>
                <a:gd name="connsiteX41" fmla="*/ 186187 w 230517"/>
                <a:gd name="connsiteY41" fmla="*/ 41336 h 229903"/>
                <a:gd name="connsiteX42" fmla="*/ 207913 w 230517"/>
                <a:gd name="connsiteY42" fmla="*/ 156248 h 229903"/>
                <a:gd name="connsiteX43" fmla="*/ 207913 w 230517"/>
                <a:gd name="connsiteY43" fmla="*/ 156248 h 22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30517" h="229903">
                  <a:moveTo>
                    <a:pt x="34107" y="33037"/>
                  </a:moveTo>
                  <a:cubicBezTo>
                    <a:pt x="-11262" y="77725"/>
                    <a:pt x="-11262" y="150502"/>
                    <a:pt x="33468" y="195829"/>
                  </a:cubicBezTo>
                  <a:cubicBezTo>
                    <a:pt x="78197" y="241155"/>
                    <a:pt x="151043" y="241155"/>
                    <a:pt x="196411" y="196467"/>
                  </a:cubicBezTo>
                  <a:cubicBezTo>
                    <a:pt x="241780" y="151779"/>
                    <a:pt x="241780" y="79002"/>
                    <a:pt x="197050" y="33676"/>
                  </a:cubicBezTo>
                  <a:cubicBezTo>
                    <a:pt x="197050" y="33676"/>
                    <a:pt x="196411" y="33037"/>
                    <a:pt x="196411" y="33037"/>
                  </a:cubicBezTo>
                  <a:cubicBezTo>
                    <a:pt x="151682" y="-11012"/>
                    <a:pt x="78836" y="-11012"/>
                    <a:pt x="34107" y="33037"/>
                  </a:cubicBezTo>
                  <a:close/>
                  <a:moveTo>
                    <a:pt x="43053" y="42613"/>
                  </a:moveTo>
                  <a:cubicBezTo>
                    <a:pt x="48804" y="36868"/>
                    <a:pt x="55193" y="31760"/>
                    <a:pt x="62222" y="27930"/>
                  </a:cubicBezTo>
                  <a:lnTo>
                    <a:pt x="85865" y="70703"/>
                  </a:lnTo>
                  <a:cubicBezTo>
                    <a:pt x="80114" y="74533"/>
                    <a:pt x="75002" y="79640"/>
                    <a:pt x="71168" y="85386"/>
                  </a:cubicBezTo>
                  <a:lnTo>
                    <a:pt x="28356" y="61765"/>
                  </a:lnTo>
                  <a:cubicBezTo>
                    <a:pt x="32829" y="54104"/>
                    <a:pt x="37302" y="48359"/>
                    <a:pt x="43053" y="42613"/>
                  </a:cubicBezTo>
                  <a:lnTo>
                    <a:pt x="43053" y="42613"/>
                  </a:lnTo>
                  <a:close/>
                  <a:moveTo>
                    <a:pt x="115259" y="154333"/>
                  </a:moveTo>
                  <a:cubicBezTo>
                    <a:pt x="92894" y="154333"/>
                    <a:pt x="75641" y="136458"/>
                    <a:pt x="75641" y="114114"/>
                  </a:cubicBezTo>
                  <a:cubicBezTo>
                    <a:pt x="75641" y="91770"/>
                    <a:pt x="93533" y="74533"/>
                    <a:pt x="115898" y="74533"/>
                  </a:cubicBezTo>
                  <a:cubicBezTo>
                    <a:pt x="138263" y="74533"/>
                    <a:pt x="155516" y="92408"/>
                    <a:pt x="155516" y="114752"/>
                  </a:cubicBezTo>
                  <a:cubicBezTo>
                    <a:pt x="155516" y="125605"/>
                    <a:pt x="151043" y="135181"/>
                    <a:pt x="144014" y="142842"/>
                  </a:cubicBezTo>
                  <a:cubicBezTo>
                    <a:pt x="135707" y="149864"/>
                    <a:pt x="126122" y="154333"/>
                    <a:pt x="115259" y="154333"/>
                  </a:cubicBezTo>
                  <a:lnTo>
                    <a:pt x="115259" y="154333"/>
                  </a:lnTo>
                  <a:close/>
                  <a:moveTo>
                    <a:pt x="43053" y="186253"/>
                  </a:moveTo>
                  <a:cubicBezTo>
                    <a:pt x="13020" y="156248"/>
                    <a:pt x="4713" y="110922"/>
                    <a:pt x="22605" y="72618"/>
                  </a:cubicBezTo>
                  <a:lnTo>
                    <a:pt x="66056" y="96877"/>
                  </a:lnTo>
                  <a:cubicBezTo>
                    <a:pt x="56472" y="124328"/>
                    <a:pt x="70529" y="154333"/>
                    <a:pt x="98006" y="164547"/>
                  </a:cubicBezTo>
                  <a:cubicBezTo>
                    <a:pt x="103757" y="166462"/>
                    <a:pt x="109508" y="167739"/>
                    <a:pt x="115898" y="167739"/>
                  </a:cubicBezTo>
                  <a:cubicBezTo>
                    <a:pt x="122288" y="167739"/>
                    <a:pt x="128039" y="166462"/>
                    <a:pt x="133790" y="164547"/>
                  </a:cubicBezTo>
                  <a:lnTo>
                    <a:pt x="158072" y="207958"/>
                  </a:lnTo>
                  <a:cubicBezTo>
                    <a:pt x="118454" y="224557"/>
                    <a:pt x="73085" y="216257"/>
                    <a:pt x="43053" y="186253"/>
                  </a:cubicBezTo>
                  <a:lnTo>
                    <a:pt x="43053" y="186253"/>
                  </a:lnTo>
                  <a:close/>
                  <a:moveTo>
                    <a:pt x="187465" y="186253"/>
                  </a:moveTo>
                  <a:cubicBezTo>
                    <a:pt x="181714" y="191998"/>
                    <a:pt x="175324" y="197106"/>
                    <a:pt x="168295" y="200936"/>
                  </a:cubicBezTo>
                  <a:lnTo>
                    <a:pt x="144653" y="158163"/>
                  </a:lnTo>
                  <a:cubicBezTo>
                    <a:pt x="150404" y="154333"/>
                    <a:pt x="155516" y="149226"/>
                    <a:pt x="159349" y="143480"/>
                  </a:cubicBezTo>
                  <a:lnTo>
                    <a:pt x="202162" y="167101"/>
                  </a:lnTo>
                  <a:cubicBezTo>
                    <a:pt x="198328" y="174123"/>
                    <a:pt x="193216" y="180507"/>
                    <a:pt x="187465" y="186253"/>
                  </a:cubicBezTo>
                  <a:lnTo>
                    <a:pt x="187465" y="186253"/>
                  </a:lnTo>
                  <a:close/>
                  <a:moveTo>
                    <a:pt x="207913" y="156248"/>
                  </a:moveTo>
                  <a:lnTo>
                    <a:pt x="164461" y="131989"/>
                  </a:lnTo>
                  <a:cubicBezTo>
                    <a:pt x="174046" y="104538"/>
                    <a:pt x="159988" y="74533"/>
                    <a:pt x="132512" y="64319"/>
                  </a:cubicBezTo>
                  <a:cubicBezTo>
                    <a:pt x="121010" y="59850"/>
                    <a:pt x="108230" y="59850"/>
                    <a:pt x="96728" y="64319"/>
                  </a:cubicBezTo>
                  <a:lnTo>
                    <a:pt x="72446" y="20908"/>
                  </a:lnTo>
                  <a:cubicBezTo>
                    <a:pt x="110786" y="3671"/>
                    <a:pt x="156154" y="11970"/>
                    <a:pt x="186187" y="41336"/>
                  </a:cubicBezTo>
                  <a:cubicBezTo>
                    <a:pt x="217498" y="71979"/>
                    <a:pt x="225805" y="117306"/>
                    <a:pt x="207913" y="156248"/>
                  </a:cubicBezTo>
                  <a:lnTo>
                    <a:pt x="207913" y="156248"/>
                  </a:lnTo>
                  <a:close/>
                </a:path>
              </a:pathLst>
            </a:custGeom>
            <a:solidFill>
              <a:srgbClr val="007680"/>
            </a:solidFill>
            <a:ln w="6390" cap="flat">
              <a:noFill/>
              <a:prstDash val="solid"/>
              <a:miter/>
            </a:ln>
          </p:spPr>
          <p:txBody>
            <a:bodyPr rtlCol="0" anchor="ctr"/>
            <a:lstStyle/>
            <a:p>
              <a:endParaRPr lang="en-US"/>
            </a:p>
          </p:txBody>
        </p:sp>
        <p:sp>
          <p:nvSpPr>
            <p:cNvPr id="1619" name="Graphic 1100">
              <a:extLst>
                <a:ext uri="{FF2B5EF4-FFF2-40B4-BE49-F238E27FC236}">
                  <a16:creationId xmlns:a16="http://schemas.microsoft.com/office/drawing/2014/main" id="{3F600D38-5D68-C744-A605-524589076AAB}"/>
                </a:ext>
              </a:extLst>
            </p:cNvPr>
            <p:cNvSpPr/>
            <p:nvPr/>
          </p:nvSpPr>
          <p:spPr>
            <a:xfrm>
              <a:off x="1674323" y="2534288"/>
              <a:ext cx="43132" cy="42781"/>
            </a:xfrm>
            <a:custGeom>
              <a:avLst/>
              <a:gdLst>
                <a:gd name="connsiteX0" fmla="*/ 6230 w 43132"/>
                <a:gd name="connsiteY0" fmla="*/ 6224 h 42781"/>
                <a:gd name="connsiteX1" fmla="*/ 6230 w 43132"/>
                <a:gd name="connsiteY1" fmla="*/ 36868 h 42781"/>
                <a:gd name="connsiteX2" fmla="*/ 36902 w 43132"/>
                <a:gd name="connsiteY2" fmla="*/ 36229 h 42781"/>
                <a:gd name="connsiteX3" fmla="*/ 36902 w 43132"/>
                <a:gd name="connsiteY3" fmla="*/ 6224 h 42781"/>
                <a:gd name="connsiteX4" fmla="*/ 6230 w 43132"/>
                <a:gd name="connsiteY4" fmla="*/ 6224 h 42781"/>
                <a:gd name="connsiteX5" fmla="*/ 27956 w 43132"/>
                <a:gd name="connsiteY5" fmla="*/ 27930 h 42781"/>
                <a:gd name="connsiteX6" fmla="*/ 15176 w 43132"/>
                <a:gd name="connsiteY6" fmla="*/ 27930 h 42781"/>
                <a:gd name="connsiteX7" fmla="*/ 15176 w 43132"/>
                <a:gd name="connsiteY7" fmla="*/ 27930 h 42781"/>
                <a:gd name="connsiteX8" fmla="*/ 12620 w 43132"/>
                <a:gd name="connsiteY8" fmla="*/ 21546 h 42781"/>
                <a:gd name="connsiteX9" fmla="*/ 15176 w 43132"/>
                <a:gd name="connsiteY9" fmla="*/ 15162 h 42781"/>
                <a:gd name="connsiteX10" fmla="*/ 21566 w 43132"/>
                <a:gd name="connsiteY10" fmla="*/ 12608 h 42781"/>
                <a:gd name="connsiteX11" fmla="*/ 27956 w 43132"/>
                <a:gd name="connsiteY11" fmla="*/ 15162 h 42781"/>
                <a:gd name="connsiteX12" fmla="*/ 30512 w 43132"/>
                <a:gd name="connsiteY12" fmla="*/ 21546 h 42781"/>
                <a:gd name="connsiteX13" fmla="*/ 27956 w 43132"/>
                <a:gd name="connsiteY13" fmla="*/ 27930 h 42781"/>
                <a:gd name="connsiteX14" fmla="*/ 27956 w 43132"/>
                <a:gd name="connsiteY14" fmla="*/ 27930 h 42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132" h="42781">
                  <a:moveTo>
                    <a:pt x="6230" y="6224"/>
                  </a:moveTo>
                  <a:cubicBezTo>
                    <a:pt x="-2077" y="14524"/>
                    <a:pt x="-2077" y="28568"/>
                    <a:pt x="6230" y="36868"/>
                  </a:cubicBezTo>
                  <a:cubicBezTo>
                    <a:pt x="15176" y="45167"/>
                    <a:pt x="28595" y="44528"/>
                    <a:pt x="36902" y="36229"/>
                  </a:cubicBezTo>
                  <a:cubicBezTo>
                    <a:pt x="45209" y="27930"/>
                    <a:pt x="45209" y="14524"/>
                    <a:pt x="36902" y="6224"/>
                  </a:cubicBezTo>
                  <a:cubicBezTo>
                    <a:pt x="28595" y="-2075"/>
                    <a:pt x="15176" y="-2075"/>
                    <a:pt x="6230" y="6224"/>
                  </a:cubicBezTo>
                  <a:close/>
                  <a:moveTo>
                    <a:pt x="27956" y="27930"/>
                  </a:moveTo>
                  <a:cubicBezTo>
                    <a:pt x="24761" y="31760"/>
                    <a:pt x="19010" y="31760"/>
                    <a:pt x="15176" y="27930"/>
                  </a:cubicBezTo>
                  <a:cubicBezTo>
                    <a:pt x="15176" y="27930"/>
                    <a:pt x="15176" y="27930"/>
                    <a:pt x="15176" y="27930"/>
                  </a:cubicBezTo>
                  <a:cubicBezTo>
                    <a:pt x="13259" y="26015"/>
                    <a:pt x="12620" y="24100"/>
                    <a:pt x="12620" y="21546"/>
                  </a:cubicBezTo>
                  <a:cubicBezTo>
                    <a:pt x="12620" y="18992"/>
                    <a:pt x="13898" y="17077"/>
                    <a:pt x="15176" y="15162"/>
                  </a:cubicBezTo>
                  <a:cubicBezTo>
                    <a:pt x="17093" y="13247"/>
                    <a:pt x="19010" y="12608"/>
                    <a:pt x="21566" y="12608"/>
                  </a:cubicBezTo>
                  <a:cubicBezTo>
                    <a:pt x="24122" y="12608"/>
                    <a:pt x="26039" y="13247"/>
                    <a:pt x="27956" y="15162"/>
                  </a:cubicBezTo>
                  <a:cubicBezTo>
                    <a:pt x="29873" y="17077"/>
                    <a:pt x="30512" y="18992"/>
                    <a:pt x="30512" y="21546"/>
                  </a:cubicBezTo>
                  <a:cubicBezTo>
                    <a:pt x="30512" y="24100"/>
                    <a:pt x="29873" y="26653"/>
                    <a:pt x="27956" y="27930"/>
                  </a:cubicBezTo>
                  <a:lnTo>
                    <a:pt x="27956" y="27930"/>
                  </a:lnTo>
                  <a:close/>
                </a:path>
              </a:pathLst>
            </a:custGeom>
            <a:solidFill>
              <a:srgbClr val="007680"/>
            </a:solidFill>
            <a:ln w="6390" cap="flat">
              <a:noFill/>
              <a:prstDash val="solid"/>
              <a:miter/>
            </a:ln>
          </p:spPr>
          <p:txBody>
            <a:bodyPr rtlCol="0" anchor="ctr"/>
            <a:lstStyle/>
            <a:p>
              <a:endParaRPr lang="en-US"/>
            </a:p>
          </p:txBody>
        </p:sp>
      </p:grpSp>
      <p:grpSp>
        <p:nvGrpSpPr>
          <p:cNvPr id="1620" name="Graphic 1100">
            <a:extLst>
              <a:ext uri="{FF2B5EF4-FFF2-40B4-BE49-F238E27FC236}">
                <a16:creationId xmlns:a16="http://schemas.microsoft.com/office/drawing/2014/main" id="{F4409642-A42E-2E4E-B7E8-FECB0DD1C13B}"/>
              </a:ext>
            </a:extLst>
          </p:cNvPr>
          <p:cNvGrpSpPr/>
          <p:nvPr/>
        </p:nvGrpSpPr>
        <p:grpSpPr>
          <a:xfrm>
            <a:off x="1952125" y="2375167"/>
            <a:ext cx="362313" cy="361971"/>
            <a:chOff x="1952125" y="2375167"/>
            <a:chExt cx="362313" cy="361971"/>
          </a:xfrm>
          <a:solidFill>
            <a:srgbClr val="007680"/>
          </a:solidFill>
        </p:grpSpPr>
        <p:sp>
          <p:nvSpPr>
            <p:cNvPr id="1621" name="Graphic 1100">
              <a:extLst>
                <a:ext uri="{FF2B5EF4-FFF2-40B4-BE49-F238E27FC236}">
                  <a16:creationId xmlns:a16="http://schemas.microsoft.com/office/drawing/2014/main" id="{F63B4C1D-FEA1-9F46-A0F6-7D5CCEA21389}"/>
                </a:ext>
              </a:extLst>
            </p:cNvPr>
            <p:cNvSpPr/>
            <p:nvPr/>
          </p:nvSpPr>
          <p:spPr>
            <a:xfrm>
              <a:off x="2124654" y="2546896"/>
              <a:ext cx="17891" cy="17715"/>
            </a:xfrm>
            <a:custGeom>
              <a:avLst/>
              <a:gdLst>
                <a:gd name="connsiteX0" fmla="*/ 8946 w 17891"/>
                <a:gd name="connsiteY0" fmla="*/ 0 h 17715"/>
                <a:gd name="connsiteX1" fmla="*/ 0 w 17891"/>
                <a:gd name="connsiteY1" fmla="*/ 8938 h 17715"/>
                <a:gd name="connsiteX2" fmla="*/ 0 w 17891"/>
                <a:gd name="connsiteY2" fmla="*/ 8938 h 17715"/>
                <a:gd name="connsiteX3" fmla="*/ 2556 w 17891"/>
                <a:gd name="connsiteY3" fmla="*/ 15322 h 17715"/>
                <a:gd name="connsiteX4" fmla="*/ 15336 w 17891"/>
                <a:gd name="connsiteY4" fmla="*/ 15322 h 17715"/>
                <a:gd name="connsiteX5" fmla="*/ 17892 w 17891"/>
                <a:gd name="connsiteY5" fmla="*/ 8938 h 17715"/>
                <a:gd name="connsiteX6" fmla="*/ 15336 w 17891"/>
                <a:gd name="connsiteY6" fmla="*/ 2554 h 17715"/>
                <a:gd name="connsiteX7" fmla="*/ 8946 w 17891"/>
                <a:gd name="connsiteY7" fmla="*/ 0 h 17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91" h="17715">
                  <a:moveTo>
                    <a:pt x="8946" y="0"/>
                  </a:moveTo>
                  <a:cubicBezTo>
                    <a:pt x="3834" y="0"/>
                    <a:pt x="0" y="3830"/>
                    <a:pt x="0" y="8938"/>
                  </a:cubicBezTo>
                  <a:cubicBezTo>
                    <a:pt x="0" y="8938"/>
                    <a:pt x="0" y="8938"/>
                    <a:pt x="0" y="8938"/>
                  </a:cubicBezTo>
                  <a:cubicBezTo>
                    <a:pt x="0" y="11491"/>
                    <a:pt x="639" y="13406"/>
                    <a:pt x="2556" y="15322"/>
                  </a:cubicBezTo>
                  <a:cubicBezTo>
                    <a:pt x="6390" y="18514"/>
                    <a:pt x="11502" y="18514"/>
                    <a:pt x="15336" y="15322"/>
                  </a:cubicBezTo>
                  <a:cubicBezTo>
                    <a:pt x="17253" y="13406"/>
                    <a:pt x="17892" y="11491"/>
                    <a:pt x="17892" y="8938"/>
                  </a:cubicBezTo>
                  <a:cubicBezTo>
                    <a:pt x="17892" y="6384"/>
                    <a:pt x="16614" y="4469"/>
                    <a:pt x="15336" y="2554"/>
                  </a:cubicBezTo>
                  <a:cubicBezTo>
                    <a:pt x="14058" y="1277"/>
                    <a:pt x="11502" y="0"/>
                    <a:pt x="8946" y="0"/>
                  </a:cubicBezTo>
                  <a:close/>
                </a:path>
              </a:pathLst>
            </a:custGeom>
            <a:solidFill>
              <a:srgbClr val="007680"/>
            </a:solidFill>
            <a:ln w="6390" cap="flat">
              <a:noFill/>
              <a:prstDash val="solid"/>
              <a:miter/>
            </a:ln>
          </p:spPr>
          <p:txBody>
            <a:bodyPr rtlCol="0" anchor="ctr"/>
            <a:lstStyle/>
            <a:p>
              <a:endParaRPr lang="en-US"/>
            </a:p>
          </p:txBody>
        </p:sp>
        <p:sp>
          <p:nvSpPr>
            <p:cNvPr id="1622" name="Graphic 1100">
              <a:extLst>
                <a:ext uri="{FF2B5EF4-FFF2-40B4-BE49-F238E27FC236}">
                  <a16:creationId xmlns:a16="http://schemas.microsoft.com/office/drawing/2014/main" id="{516F1DCD-818C-2F4E-BB1A-4395A58A5A38}"/>
                </a:ext>
              </a:extLst>
            </p:cNvPr>
            <p:cNvSpPr/>
            <p:nvPr/>
          </p:nvSpPr>
          <p:spPr>
            <a:xfrm>
              <a:off x="2093503" y="2515774"/>
              <a:ext cx="80353" cy="80757"/>
            </a:xfrm>
            <a:custGeom>
              <a:avLst/>
              <a:gdLst>
                <a:gd name="connsiteX0" fmla="*/ 68852 w 80353"/>
                <a:gd name="connsiteY0" fmla="*/ 11970 h 80757"/>
                <a:gd name="connsiteX1" fmla="*/ 11981 w 80353"/>
                <a:gd name="connsiteY1" fmla="*/ 11970 h 80757"/>
                <a:gd name="connsiteX2" fmla="*/ 11981 w 80353"/>
                <a:gd name="connsiteY2" fmla="*/ 68787 h 80757"/>
                <a:gd name="connsiteX3" fmla="*/ 68852 w 80353"/>
                <a:gd name="connsiteY3" fmla="*/ 68787 h 80757"/>
                <a:gd name="connsiteX4" fmla="*/ 80354 w 80353"/>
                <a:gd name="connsiteY4" fmla="*/ 40059 h 80757"/>
                <a:gd name="connsiteX5" fmla="*/ 68852 w 80353"/>
                <a:gd name="connsiteY5" fmla="*/ 11970 h 80757"/>
                <a:gd name="connsiteX6" fmla="*/ 56072 w 80353"/>
                <a:gd name="connsiteY6" fmla="*/ 55381 h 80757"/>
                <a:gd name="connsiteX7" fmla="*/ 25400 w 80353"/>
                <a:gd name="connsiteY7" fmla="*/ 55381 h 80757"/>
                <a:gd name="connsiteX8" fmla="*/ 25400 w 80353"/>
                <a:gd name="connsiteY8" fmla="*/ 24738 h 80757"/>
                <a:gd name="connsiteX9" fmla="*/ 56072 w 80353"/>
                <a:gd name="connsiteY9" fmla="*/ 24738 h 80757"/>
                <a:gd name="connsiteX10" fmla="*/ 56072 w 80353"/>
                <a:gd name="connsiteY10" fmla="*/ 55381 h 80757"/>
                <a:gd name="connsiteX11" fmla="*/ 56072 w 80353"/>
                <a:gd name="connsiteY11" fmla="*/ 55381 h 8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353" h="80757">
                  <a:moveTo>
                    <a:pt x="68852" y="11970"/>
                  </a:moveTo>
                  <a:cubicBezTo>
                    <a:pt x="53516" y="-3990"/>
                    <a:pt x="27956" y="-3990"/>
                    <a:pt x="11981" y="11970"/>
                  </a:cubicBezTo>
                  <a:cubicBezTo>
                    <a:pt x="-3994" y="27291"/>
                    <a:pt x="-3994" y="52827"/>
                    <a:pt x="11981" y="68787"/>
                  </a:cubicBezTo>
                  <a:cubicBezTo>
                    <a:pt x="27956" y="84747"/>
                    <a:pt x="52877" y="84747"/>
                    <a:pt x="68852" y="68787"/>
                  </a:cubicBezTo>
                  <a:cubicBezTo>
                    <a:pt x="76520" y="61127"/>
                    <a:pt x="80354" y="50912"/>
                    <a:pt x="80354" y="40059"/>
                  </a:cubicBezTo>
                  <a:cubicBezTo>
                    <a:pt x="80354" y="29845"/>
                    <a:pt x="75881" y="19631"/>
                    <a:pt x="68852" y="11970"/>
                  </a:cubicBezTo>
                  <a:close/>
                  <a:moveTo>
                    <a:pt x="56072" y="55381"/>
                  </a:moveTo>
                  <a:cubicBezTo>
                    <a:pt x="47765" y="63680"/>
                    <a:pt x="33707" y="63680"/>
                    <a:pt x="25400" y="55381"/>
                  </a:cubicBezTo>
                  <a:cubicBezTo>
                    <a:pt x="17093" y="47082"/>
                    <a:pt x="17093" y="33037"/>
                    <a:pt x="25400" y="24738"/>
                  </a:cubicBezTo>
                  <a:cubicBezTo>
                    <a:pt x="34346" y="16439"/>
                    <a:pt x="47765" y="16439"/>
                    <a:pt x="56072" y="24738"/>
                  </a:cubicBezTo>
                  <a:cubicBezTo>
                    <a:pt x="64379" y="33675"/>
                    <a:pt x="64379" y="47082"/>
                    <a:pt x="56072" y="55381"/>
                  </a:cubicBezTo>
                  <a:lnTo>
                    <a:pt x="56072" y="55381"/>
                  </a:lnTo>
                  <a:close/>
                </a:path>
              </a:pathLst>
            </a:custGeom>
            <a:solidFill>
              <a:srgbClr val="007680"/>
            </a:solidFill>
            <a:ln w="6390" cap="flat">
              <a:noFill/>
              <a:prstDash val="solid"/>
              <a:miter/>
            </a:ln>
          </p:spPr>
          <p:txBody>
            <a:bodyPr rtlCol="0" anchor="ctr"/>
            <a:lstStyle/>
            <a:p>
              <a:endParaRPr lang="en-US"/>
            </a:p>
          </p:txBody>
        </p:sp>
        <p:sp>
          <p:nvSpPr>
            <p:cNvPr id="1623" name="Graphic 1100">
              <a:extLst>
                <a:ext uri="{FF2B5EF4-FFF2-40B4-BE49-F238E27FC236}">
                  <a16:creationId xmlns:a16="http://schemas.microsoft.com/office/drawing/2014/main" id="{D64A70C2-6179-EC4F-B520-BB9802ED9434}"/>
                </a:ext>
              </a:extLst>
            </p:cNvPr>
            <p:cNvSpPr/>
            <p:nvPr/>
          </p:nvSpPr>
          <p:spPr>
            <a:xfrm>
              <a:off x="2047335" y="2469012"/>
              <a:ext cx="57509" cy="57455"/>
            </a:xfrm>
            <a:custGeom>
              <a:avLst/>
              <a:gdLst>
                <a:gd name="connsiteX0" fmla="*/ 42813 w 57509"/>
                <a:gd name="connsiteY0" fmla="*/ 57456 h 57455"/>
                <a:gd name="connsiteX1" fmla="*/ 49203 w 57509"/>
                <a:gd name="connsiteY1" fmla="*/ 49157 h 57455"/>
                <a:gd name="connsiteX2" fmla="*/ 57509 w 57509"/>
                <a:gd name="connsiteY2" fmla="*/ 42773 h 57455"/>
                <a:gd name="connsiteX3" fmla="*/ 33867 w 57509"/>
                <a:gd name="connsiteY3" fmla="*/ 0 h 57455"/>
                <a:gd name="connsiteX4" fmla="*/ 0 w 57509"/>
                <a:gd name="connsiteY4" fmla="*/ 33835 h 57455"/>
                <a:gd name="connsiteX5" fmla="*/ 42813 w 57509"/>
                <a:gd name="connsiteY5" fmla="*/ 57456 h 5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509" h="57455">
                  <a:moveTo>
                    <a:pt x="42813" y="57456"/>
                  </a:moveTo>
                  <a:cubicBezTo>
                    <a:pt x="44730" y="54902"/>
                    <a:pt x="46647" y="51710"/>
                    <a:pt x="49203" y="49157"/>
                  </a:cubicBezTo>
                  <a:cubicBezTo>
                    <a:pt x="51759" y="46603"/>
                    <a:pt x="54314" y="44688"/>
                    <a:pt x="57509" y="42773"/>
                  </a:cubicBezTo>
                  <a:lnTo>
                    <a:pt x="33867" y="0"/>
                  </a:lnTo>
                  <a:cubicBezTo>
                    <a:pt x="19809" y="8299"/>
                    <a:pt x="8307" y="19790"/>
                    <a:pt x="0" y="33835"/>
                  </a:cubicBezTo>
                  <a:lnTo>
                    <a:pt x="42813" y="57456"/>
                  </a:lnTo>
                  <a:close/>
                </a:path>
              </a:pathLst>
            </a:custGeom>
            <a:solidFill>
              <a:srgbClr val="007680"/>
            </a:solidFill>
            <a:ln w="6390" cap="flat">
              <a:noFill/>
              <a:prstDash val="solid"/>
              <a:miter/>
            </a:ln>
          </p:spPr>
          <p:txBody>
            <a:bodyPr rtlCol="0" anchor="ctr"/>
            <a:lstStyle/>
            <a:p>
              <a:endParaRPr lang="en-US"/>
            </a:p>
          </p:txBody>
        </p:sp>
        <p:sp>
          <p:nvSpPr>
            <p:cNvPr id="1624" name="Graphic 1100">
              <a:extLst>
                <a:ext uri="{FF2B5EF4-FFF2-40B4-BE49-F238E27FC236}">
                  <a16:creationId xmlns:a16="http://schemas.microsoft.com/office/drawing/2014/main" id="{855BFD0F-C4D4-B048-80AF-B088FB034072}"/>
                </a:ext>
              </a:extLst>
            </p:cNvPr>
            <p:cNvSpPr/>
            <p:nvPr/>
          </p:nvSpPr>
          <p:spPr>
            <a:xfrm>
              <a:off x="2031267" y="2514338"/>
              <a:ext cx="143228" cy="143799"/>
            </a:xfrm>
            <a:custGeom>
              <a:avLst/>
              <a:gdLst>
                <a:gd name="connsiteX0" fmla="*/ 120224 w 143228"/>
                <a:gd name="connsiteY0" fmla="*/ 91291 h 143799"/>
                <a:gd name="connsiteX1" fmla="*/ 102332 w 143228"/>
                <a:gd name="connsiteY1" fmla="*/ 94483 h 143799"/>
                <a:gd name="connsiteX2" fmla="*/ 49296 w 143228"/>
                <a:gd name="connsiteY2" fmla="*/ 42134 h 143799"/>
                <a:gd name="connsiteX3" fmla="*/ 52491 w 143228"/>
                <a:gd name="connsiteY3" fmla="*/ 24259 h 143799"/>
                <a:gd name="connsiteX4" fmla="*/ 9039 w 143228"/>
                <a:gd name="connsiteY4" fmla="*/ 0 h 143799"/>
                <a:gd name="connsiteX5" fmla="*/ 59520 w 143228"/>
                <a:gd name="connsiteY5" fmla="*/ 134702 h 143799"/>
                <a:gd name="connsiteX6" fmla="*/ 143228 w 143228"/>
                <a:gd name="connsiteY6" fmla="*/ 134702 h 143799"/>
                <a:gd name="connsiteX7" fmla="*/ 120224 w 143228"/>
                <a:gd name="connsiteY7" fmla="*/ 91291 h 143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228" h="143799">
                  <a:moveTo>
                    <a:pt x="120224" y="91291"/>
                  </a:moveTo>
                  <a:cubicBezTo>
                    <a:pt x="114473" y="93206"/>
                    <a:pt x="108722" y="94483"/>
                    <a:pt x="102332" y="94483"/>
                  </a:cubicBezTo>
                  <a:cubicBezTo>
                    <a:pt x="72939" y="94483"/>
                    <a:pt x="49296" y="70862"/>
                    <a:pt x="49296" y="42134"/>
                  </a:cubicBezTo>
                  <a:cubicBezTo>
                    <a:pt x="49296" y="35750"/>
                    <a:pt x="50574" y="30005"/>
                    <a:pt x="52491" y="24259"/>
                  </a:cubicBezTo>
                  <a:lnTo>
                    <a:pt x="9039" y="0"/>
                  </a:lnTo>
                  <a:cubicBezTo>
                    <a:pt x="-13964" y="51072"/>
                    <a:pt x="8401" y="111081"/>
                    <a:pt x="59520" y="134702"/>
                  </a:cubicBezTo>
                  <a:cubicBezTo>
                    <a:pt x="86358" y="146832"/>
                    <a:pt x="117029" y="146832"/>
                    <a:pt x="143228" y="134702"/>
                  </a:cubicBezTo>
                  <a:lnTo>
                    <a:pt x="120224" y="91291"/>
                  </a:lnTo>
                  <a:close/>
                </a:path>
              </a:pathLst>
            </a:custGeom>
            <a:solidFill>
              <a:srgbClr val="007680"/>
            </a:solidFill>
            <a:ln w="6390" cap="flat">
              <a:noFill/>
              <a:prstDash val="solid"/>
              <a:miter/>
            </a:ln>
          </p:spPr>
          <p:txBody>
            <a:bodyPr rtlCol="0" anchor="ctr"/>
            <a:lstStyle/>
            <a:p>
              <a:endParaRPr lang="en-US"/>
            </a:p>
          </p:txBody>
        </p:sp>
        <p:sp>
          <p:nvSpPr>
            <p:cNvPr id="1625" name="Graphic 1100">
              <a:extLst>
                <a:ext uri="{FF2B5EF4-FFF2-40B4-BE49-F238E27FC236}">
                  <a16:creationId xmlns:a16="http://schemas.microsoft.com/office/drawing/2014/main" id="{3A7DBA7E-0885-9749-9179-84E2AF7B45A8}"/>
                </a:ext>
              </a:extLst>
            </p:cNvPr>
            <p:cNvSpPr/>
            <p:nvPr/>
          </p:nvSpPr>
          <p:spPr>
            <a:xfrm>
              <a:off x="1952125" y="237516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62626 w 362313"/>
                <a:gd name="connsiteY6" fmla="*/ 261743 h 361971"/>
                <a:gd name="connsiteX7" fmla="*/ 99683 w 362313"/>
                <a:gd name="connsiteY7" fmla="*/ 262382 h 361971"/>
                <a:gd name="connsiteX8" fmla="*/ 99044 w 362313"/>
                <a:gd name="connsiteY8" fmla="*/ 99590 h 361971"/>
                <a:gd name="connsiteX9" fmla="*/ 261987 w 362313"/>
                <a:gd name="connsiteY9" fmla="*/ 98952 h 361971"/>
                <a:gd name="connsiteX10" fmla="*/ 262626 w 362313"/>
                <a:gd name="connsiteY10" fmla="*/ 99590 h 361971"/>
                <a:gd name="connsiteX11" fmla="*/ 263266 w 362313"/>
                <a:gd name="connsiteY11" fmla="*/ 261105 h 361971"/>
                <a:gd name="connsiteX12" fmla="*/ 262626 w 362313"/>
                <a:gd name="connsiteY12" fmla="*/ 261743 h 361971"/>
                <a:gd name="connsiteX13" fmla="*/ 262626 w 362313"/>
                <a:gd name="connsiteY13" fmla="*/ 26174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262626" y="261743"/>
                  </a:moveTo>
                  <a:cubicBezTo>
                    <a:pt x="217897" y="306431"/>
                    <a:pt x="145052" y="307070"/>
                    <a:pt x="99683" y="262382"/>
                  </a:cubicBezTo>
                  <a:cubicBezTo>
                    <a:pt x="54954" y="217694"/>
                    <a:pt x="54314" y="144916"/>
                    <a:pt x="99044" y="99590"/>
                  </a:cubicBezTo>
                  <a:cubicBezTo>
                    <a:pt x="143774" y="54902"/>
                    <a:pt x="216619" y="54264"/>
                    <a:pt x="261987" y="98952"/>
                  </a:cubicBezTo>
                  <a:cubicBezTo>
                    <a:pt x="261987" y="98952"/>
                    <a:pt x="261987" y="98952"/>
                    <a:pt x="262626" y="99590"/>
                  </a:cubicBezTo>
                  <a:cubicBezTo>
                    <a:pt x="307356" y="144278"/>
                    <a:pt x="307995" y="216417"/>
                    <a:pt x="263266" y="261105"/>
                  </a:cubicBezTo>
                  <a:cubicBezTo>
                    <a:pt x="263266" y="261743"/>
                    <a:pt x="263266" y="261743"/>
                    <a:pt x="262626" y="261743"/>
                  </a:cubicBezTo>
                  <a:lnTo>
                    <a:pt x="262626" y="261743"/>
                  </a:lnTo>
                  <a:close/>
                </a:path>
              </a:pathLst>
            </a:custGeom>
            <a:solidFill>
              <a:srgbClr val="007680"/>
            </a:solidFill>
            <a:ln w="6390" cap="flat">
              <a:noFill/>
              <a:prstDash val="solid"/>
              <a:miter/>
            </a:ln>
          </p:spPr>
          <p:txBody>
            <a:bodyPr rtlCol="0" anchor="ctr"/>
            <a:lstStyle/>
            <a:p>
              <a:endParaRPr lang="en-US"/>
            </a:p>
          </p:txBody>
        </p:sp>
        <p:sp>
          <p:nvSpPr>
            <p:cNvPr id="1626" name="Graphic 1100">
              <a:extLst>
                <a:ext uri="{FF2B5EF4-FFF2-40B4-BE49-F238E27FC236}">
                  <a16:creationId xmlns:a16="http://schemas.microsoft.com/office/drawing/2014/main" id="{C4703F86-88FA-CF49-AF4D-5A22AFED0FF8}"/>
                </a:ext>
              </a:extLst>
            </p:cNvPr>
            <p:cNvSpPr/>
            <p:nvPr/>
          </p:nvSpPr>
          <p:spPr>
            <a:xfrm>
              <a:off x="2162993" y="2585200"/>
              <a:ext cx="57509" cy="57455"/>
            </a:xfrm>
            <a:custGeom>
              <a:avLst/>
              <a:gdLst>
                <a:gd name="connsiteX0" fmla="*/ 14697 w 57509"/>
                <a:gd name="connsiteY0" fmla="*/ 0 h 57455"/>
                <a:gd name="connsiteX1" fmla="*/ 8307 w 57509"/>
                <a:gd name="connsiteY1" fmla="*/ 8299 h 57455"/>
                <a:gd name="connsiteX2" fmla="*/ 0 w 57509"/>
                <a:gd name="connsiteY2" fmla="*/ 14683 h 57455"/>
                <a:gd name="connsiteX3" fmla="*/ 23643 w 57509"/>
                <a:gd name="connsiteY3" fmla="*/ 57456 h 57455"/>
                <a:gd name="connsiteX4" fmla="*/ 42813 w 57509"/>
                <a:gd name="connsiteY4" fmla="*/ 42773 h 57455"/>
                <a:gd name="connsiteX5" fmla="*/ 57509 w 57509"/>
                <a:gd name="connsiteY5" fmla="*/ 23621 h 57455"/>
                <a:gd name="connsiteX6" fmla="*/ 14697 w 57509"/>
                <a:gd name="connsiteY6" fmla="*/ 0 h 5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509" h="57455">
                  <a:moveTo>
                    <a:pt x="14697" y="0"/>
                  </a:moveTo>
                  <a:cubicBezTo>
                    <a:pt x="12780" y="3192"/>
                    <a:pt x="10863" y="5746"/>
                    <a:pt x="8307" y="8299"/>
                  </a:cubicBezTo>
                  <a:cubicBezTo>
                    <a:pt x="5751" y="10853"/>
                    <a:pt x="3195" y="12768"/>
                    <a:pt x="0" y="14683"/>
                  </a:cubicBezTo>
                  <a:lnTo>
                    <a:pt x="23643" y="57456"/>
                  </a:lnTo>
                  <a:cubicBezTo>
                    <a:pt x="30672" y="52987"/>
                    <a:pt x="37062" y="48518"/>
                    <a:pt x="42813" y="42773"/>
                  </a:cubicBezTo>
                  <a:cubicBezTo>
                    <a:pt x="48564" y="37027"/>
                    <a:pt x="53675" y="30643"/>
                    <a:pt x="57509" y="23621"/>
                  </a:cubicBezTo>
                  <a:lnTo>
                    <a:pt x="14697" y="0"/>
                  </a:lnTo>
                  <a:close/>
                </a:path>
              </a:pathLst>
            </a:custGeom>
            <a:solidFill>
              <a:srgbClr val="007680"/>
            </a:solidFill>
            <a:ln w="6390" cap="flat">
              <a:noFill/>
              <a:prstDash val="solid"/>
              <a:miter/>
            </a:ln>
          </p:spPr>
          <p:txBody>
            <a:bodyPr rtlCol="0" anchor="ctr"/>
            <a:lstStyle/>
            <a:p>
              <a:endParaRPr lang="en-US"/>
            </a:p>
          </p:txBody>
        </p:sp>
        <p:sp>
          <p:nvSpPr>
            <p:cNvPr id="1627" name="Graphic 1100">
              <a:extLst>
                <a:ext uri="{FF2B5EF4-FFF2-40B4-BE49-F238E27FC236}">
                  <a16:creationId xmlns:a16="http://schemas.microsoft.com/office/drawing/2014/main" id="{28A376C2-347C-AA4C-8FBC-54639E44F039}"/>
                </a:ext>
              </a:extLst>
            </p:cNvPr>
            <p:cNvSpPr/>
            <p:nvPr/>
          </p:nvSpPr>
          <p:spPr>
            <a:xfrm>
              <a:off x="2092065" y="2454329"/>
              <a:ext cx="144494" cy="143639"/>
            </a:xfrm>
            <a:custGeom>
              <a:avLst/>
              <a:gdLst>
                <a:gd name="connsiteX0" fmla="*/ 41535 w 144494"/>
                <a:gd name="connsiteY0" fmla="*/ 0 h 143639"/>
                <a:gd name="connsiteX1" fmla="*/ 0 w 144494"/>
                <a:gd name="connsiteY1" fmla="*/ 8938 h 143639"/>
                <a:gd name="connsiteX2" fmla="*/ 24282 w 144494"/>
                <a:gd name="connsiteY2" fmla="*/ 52349 h 143639"/>
                <a:gd name="connsiteX3" fmla="*/ 92015 w 144494"/>
                <a:gd name="connsiteY3" fmla="*/ 83630 h 143639"/>
                <a:gd name="connsiteX4" fmla="*/ 92015 w 144494"/>
                <a:gd name="connsiteY4" fmla="*/ 119380 h 143639"/>
                <a:gd name="connsiteX5" fmla="*/ 135467 w 144494"/>
                <a:gd name="connsiteY5" fmla="*/ 143640 h 143639"/>
                <a:gd name="connsiteX6" fmla="*/ 84347 w 144494"/>
                <a:gd name="connsiteY6" fmla="*/ 8938 h 143639"/>
                <a:gd name="connsiteX7" fmla="*/ 41535 w 144494"/>
                <a:gd name="connsiteY7" fmla="*/ 0 h 143639"/>
                <a:gd name="connsiteX8" fmla="*/ 41535 w 144494"/>
                <a:gd name="connsiteY8" fmla="*/ 0 h 143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494" h="143639">
                  <a:moveTo>
                    <a:pt x="41535" y="0"/>
                  </a:moveTo>
                  <a:cubicBezTo>
                    <a:pt x="26838" y="0"/>
                    <a:pt x="12780" y="3192"/>
                    <a:pt x="0" y="8938"/>
                  </a:cubicBezTo>
                  <a:lnTo>
                    <a:pt x="24282" y="52349"/>
                  </a:lnTo>
                  <a:cubicBezTo>
                    <a:pt x="51759" y="42773"/>
                    <a:pt x="81791" y="56817"/>
                    <a:pt x="92015" y="83630"/>
                  </a:cubicBezTo>
                  <a:cubicBezTo>
                    <a:pt x="96488" y="95121"/>
                    <a:pt x="96488" y="107889"/>
                    <a:pt x="92015" y="119380"/>
                  </a:cubicBezTo>
                  <a:lnTo>
                    <a:pt x="135467" y="143640"/>
                  </a:lnTo>
                  <a:cubicBezTo>
                    <a:pt x="158471" y="92568"/>
                    <a:pt x="136106" y="31920"/>
                    <a:pt x="84347" y="8938"/>
                  </a:cubicBezTo>
                  <a:cubicBezTo>
                    <a:pt x="70289" y="3192"/>
                    <a:pt x="56232" y="0"/>
                    <a:pt x="41535" y="0"/>
                  </a:cubicBezTo>
                  <a:lnTo>
                    <a:pt x="41535" y="0"/>
                  </a:lnTo>
                  <a:close/>
                </a:path>
              </a:pathLst>
            </a:custGeom>
            <a:solidFill>
              <a:srgbClr val="007680"/>
            </a:solidFill>
            <a:ln w="6390" cap="flat">
              <a:noFill/>
              <a:prstDash val="solid"/>
              <a:miter/>
            </a:ln>
          </p:spPr>
          <p:txBody>
            <a:bodyPr rtlCol="0" anchor="ctr"/>
            <a:lstStyle/>
            <a:p>
              <a:endParaRPr lang="en-US"/>
            </a:p>
          </p:txBody>
        </p:sp>
      </p:grpSp>
      <p:sp>
        <p:nvSpPr>
          <p:cNvPr id="1628" name="Graphic 1100">
            <a:extLst>
              <a:ext uri="{FF2B5EF4-FFF2-40B4-BE49-F238E27FC236}">
                <a16:creationId xmlns:a16="http://schemas.microsoft.com/office/drawing/2014/main" id="{A7696DF5-12A9-0343-A938-A0F696EF3404}"/>
              </a:ext>
            </a:extLst>
          </p:cNvPr>
          <p:cNvSpPr/>
          <p:nvPr/>
        </p:nvSpPr>
        <p:spPr>
          <a:xfrm>
            <a:off x="11372810" y="1406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0196 w 362309"/>
              <a:gd name="connsiteY6" fmla="*/ 234930 h 361971"/>
              <a:gd name="connsiteX7" fmla="*/ 146969 w 362309"/>
              <a:gd name="connsiteY7" fmla="*/ 268127 h 361971"/>
              <a:gd name="connsiteX8" fmla="*/ 95209 w 362309"/>
              <a:gd name="connsiteY8" fmla="*/ 269404 h 361971"/>
              <a:gd name="connsiteX9" fmla="*/ 93932 w 362309"/>
              <a:gd name="connsiteY9" fmla="*/ 268127 h 361971"/>
              <a:gd name="connsiteX10" fmla="*/ 92654 w 362309"/>
              <a:gd name="connsiteY10" fmla="*/ 215779 h 361971"/>
              <a:gd name="connsiteX11" fmla="*/ 93932 w 362309"/>
              <a:gd name="connsiteY11" fmla="*/ 214502 h 361971"/>
              <a:gd name="connsiteX12" fmla="*/ 143774 w 362309"/>
              <a:gd name="connsiteY12" fmla="*/ 164707 h 361971"/>
              <a:gd name="connsiteX13" fmla="*/ 169333 w 362309"/>
              <a:gd name="connsiteY13" fmla="*/ 153216 h 361971"/>
              <a:gd name="connsiteX14" fmla="*/ 196810 w 362309"/>
              <a:gd name="connsiteY14" fmla="*/ 164707 h 361971"/>
              <a:gd name="connsiteX15" fmla="*/ 196810 w 362309"/>
              <a:gd name="connsiteY15" fmla="*/ 173644 h 361971"/>
              <a:gd name="connsiteX16" fmla="*/ 187864 w 362309"/>
              <a:gd name="connsiteY16" fmla="*/ 173644 h 361971"/>
              <a:gd name="connsiteX17" fmla="*/ 187864 w 362309"/>
              <a:gd name="connsiteY17" fmla="*/ 173644 h 361971"/>
              <a:gd name="connsiteX18" fmla="*/ 169972 w 362309"/>
              <a:gd name="connsiteY18" fmla="*/ 165984 h 361971"/>
              <a:gd name="connsiteX19" fmla="*/ 152719 w 362309"/>
              <a:gd name="connsiteY19" fmla="*/ 173644 h 361971"/>
              <a:gd name="connsiteX20" fmla="*/ 102878 w 362309"/>
              <a:gd name="connsiteY20" fmla="*/ 223439 h 361971"/>
              <a:gd name="connsiteX21" fmla="*/ 104156 w 362309"/>
              <a:gd name="connsiteY21" fmla="*/ 258551 h 361971"/>
              <a:gd name="connsiteX22" fmla="*/ 138022 w 362309"/>
              <a:gd name="connsiteY22" fmla="*/ 258551 h 361971"/>
              <a:gd name="connsiteX23" fmla="*/ 171250 w 362309"/>
              <a:gd name="connsiteY23" fmla="*/ 225355 h 361971"/>
              <a:gd name="connsiteX24" fmla="*/ 180196 w 362309"/>
              <a:gd name="connsiteY24" fmla="*/ 225355 h 361971"/>
              <a:gd name="connsiteX25" fmla="*/ 180196 w 362309"/>
              <a:gd name="connsiteY25" fmla="*/ 225355 h 361971"/>
              <a:gd name="connsiteX26" fmla="*/ 180196 w 362309"/>
              <a:gd name="connsiteY26" fmla="*/ 234930 h 361971"/>
              <a:gd name="connsiteX27" fmla="*/ 180196 w 362309"/>
              <a:gd name="connsiteY27" fmla="*/ 234930 h 361971"/>
              <a:gd name="connsiteX28" fmla="*/ 271572 w 362309"/>
              <a:gd name="connsiteY28" fmla="*/ 261743 h 361971"/>
              <a:gd name="connsiteX29" fmla="*/ 271572 w 362309"/>
              <a:gd name="connsiteY29" fmla="*/ 270681 h 361971"/>
              <a:gd name="connsiteX30" fmla="*/ 262626 w 362309"/>
              <a:gd name="connsiteY30" fmla="*/ 270681 h 361971"/>
              <a:gd name="connsiteX31" fmla="*/ 243456 w 362309"/>
              <a:gd name="connsiteY31" fmla="*/ 251529 h 361971"/>
              <a:gd name="connsiteX32" fmla="*/ 224287 w 362309"/>
              <a:gd name="connsiteY32" fmla="*/ 270681 h 361971"/>
              <a:gd name="connsiteX33" fmla="*/ 219813 w 362309"/>
              <a:gd name="connsiteY33" fmla="*/ 272596 h 361971"/>
              <a:gd name="connsiteX34" fmla="*/ 215341 w 362309"/>
              <a:gd name="connsiteY34" fmla="*/ 270681 h 361971"/>
              <a:gd name="connsiteX35" fmla="*/ 215341 w 362309"/>
              <a:gd name="connsiteY35" fmla="*/ 261743 h 361971"/>
              <a:gd name="connsiteX36" fmla="*/ 215341 w 362309"/>
              <a:gd name="connsiteY36" fmla="*/ 261743 h 361971"/>
              <a:gd name="connsiteX37" fmla="*/ 234510 w 362309"/>
              <a:gd name="connsiteY37" fmla="*/ 242591 h 361971"/>
              <a:gd name="connsiteX38" fmla="*/ 215341 w 362309"/>
              <a:gd name="connsiteY38" fmla="*/ 223439 h 361971"/>
              <a:gd name="connsiteX39" fmla="*/ 215341 w 362309"/>
              <a:gd name="connsiteY39" fmla="*/ 214502 h 361971"/>
              <a:gd name="connsiteX40" fmla="*/ 224287 w 362309"/>
              <a:gd name="connsiteY40" fmla="*/ 214502 h 361971"/>
              <a:gd name="connsiteX41" fmla="*/ 224287 w 362309"/>
              <a:gd name="connsiteY41" fmla="*/ 214502 h 361971"/>
              <a:gd name="connsiteX42" fmla="*/ 243456 w 362309"/>
              <a:gd name="connsiteY42" fmla="*/ 233654 h 361971"/>
              <a:gd name="connsiteX43" fmla="*/ 262626 w 362309"/>
              <a:gd name="connsiteY43" fmla="*/ 214502 h 361971"/>
              <a:gd name="connsiteX44" fmla="*/ 271572 w 362309"/>
              <a:gd name="connsiteY44" fmla="*/ 213863 h 361971"/>
              <a:gd name="connsiteX45" fmla="*/ 272211 w 362309"/>
              <a:gd name="connsiteY45" fmla="*/ 222801 h 361971"/>
              <a:gd name="connsiteX46" fmla="*/ 271572 w 362309"/>
              <a:gd name="connsiteY46" fmla="*/ 223439 h 361971"/>
              <a:gd name="connsiteX47" fmla="*/ 252403 w 362309"/>
              <a:gd name="connsiteY47" fmla="*/ 242591 h 361971"/>
              <a:gd name="connsiteX48" fmla="*/ 271572 w 362309"/>
              <a:gd name="connsiteY48" fmla="*/ 261743 h 361971"/>
              <a:gd name="connsiteX49" fmla="*/ 269016 w 362309"/>
              <a:gd name="connsiteY49" fmla="*/ 146193 h 361971"/>
              <a:gd name="connsiteX50" fmla="*/ 219174 w 362309"/>
              <a:gd name="connsiteY50" fmla="*/ 195988 h 361971"/>
              <a:gd name="connsiteX51" fmla="*/ 166777 w 362309"/>
              <a:gd name="connsiteY51" fmla="*/ 197265 h 361971"/>
              <a:gd name="connsiteX52" fmla="*/ 165499 w 362309"/>
              <a:gd name="connsiteY52" fmla="*/ 195988 h 361971"/>
              <a:gd name="connsiteX53" fmla="*/ 166138 w 362309"/>
              <a:gd name="connsiteY53" fmla="*/ 187051 h 361971"/>
              <a:gd name="connsiteX54" fmla="*/ 174445 w 362309"/>
              <a:gd name="connsiteY54" fmla="*/ 187051 h 361971"/>
              <a:gd name="connsiteX55" fmla="*/ 208951 w 362309"/>
              <a:gd name="connsiteY55" fmla="*/ 187689 h 361971"/>
              <a:gd name="connsiteX56" fmla="*/ 209589 w 362309"/>
              <a:gd name="connsiteY56" fmla="*/ 187051 h 361971"/>
              <a:gd name="connsiteX57" fmla="*/ 259431 w 362309"/>
              <a:gd name="connsiteY57" fmla="*/ 137256 h 361971"/>
              <a:gd name="connsiteX58" fmla="*/ 267099 w 362309"/>
              <a:gd name="connsiteY58" fmla="*/ 120019 h 361971"/>
              <a:gd name="connsiteX59" fmla="*/ 242178 w 362309"/>
              <a:gd name="connsiteY59" fmla="*/ 94483 h 361971"/>
              <a:gd name="connsiteX60" fmla="*/ 224287 w 362309"/>
              <a:gd name="connsiteY60" fmla="*/ 101505 h 361971"/>
              <a:gd name="connsiteX61" fmla="*/ 191059 w 362309"/>
              <a:gd name="connsiteY61" fmla="*/ 134702 h 361971"/>
              <a:gd name="connsiteX62" fmla="*/ 182113 w 362309"/>
              <a:gd name="connsiteY62" fmla="*/ 134702 h 361971"/>
              <a:gd name="connsiteX63" fmla="*/ 182113 w 362309"/>
              <a:gd name="connsiteY63" fmla="*/ 125764 h 361971"/>
              <a:gd name="connsiteX64" fmla="*/ 215341 w 362309"/>
              <a:gd name="connsiteY64" fmla="*/ 92568 h 361971"/>
              <a:gd name="connsiteX65" fmla="*/ 267099 w 362309"/>
              <a:gd name="connsiteY65" fmla="*/ 91291 h 361971"/>
              <a:gd name="connsiteX66" fmla="*/ 268377 w 362309"/>
              <a:gd name="connsiteY66" fmla="*/ 92568 h 361971"/>
              <a:gd name="connsiteX67" fmla="*/ 279879 w 362309"/>
              <a:gd name="connsiteY67" fmla="*/ 120019 h 361971"/>
              <a:gd name="connsiteX68" fmla="*/ 269016 w 362309"/>
              <a:gd name="connsiteY68" fmla="*/ 146193 h 361971"/>
              <a:gd name="connsiteX69" fmla="*/ 269016 w 362309"/>
              <a:gd name="connsiteY69" fmla="*/ 14619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0438"/>
                  <a:pt x="281157" y="0"/>
                  <a:pt x="181474" y="0"/>
                </a:cubicBezTo>
                <a:close/>
                <a:moveTo>
                  <a:pt x="180196" y="234930"/>
                </a:moveTo>
                <a:lnTo>
                  <a:pt x="146969" y="268127"/>
                </a:lnTo>
                <a:cubicBezTo>
                  <a:pt x="132910" y="282810"/>
                  <a:pt x="109907" y="283449"/>
                  <a:pt x="95209" y="269404"/>
                </a:cubicBezTo>
                <a:cubicBezTo>
                  <a:pt x="94571" y="268766"/>
                  <a:pt x="94571" y="268766"/>
                  <a:pt x="93932" y="268127"/>
                </a:cubicBezTo>
                <a:cubicBezTo>
                  <a:pt x="79235" y="254082"/>
                  <a:pt x="78596" y="230462"/>
                  <a:pt x="92654" y="215779"/>
                </a:cubicBezTo>
                <a:cubicBezTo>
                  <a:pt x="93293" y="215140"/>
                  <a:pt x="93293" y="215140"/>
                  <a:pt x="93932" y="214502"/>
                </a:cubicBezTo>
                <a:lnTo>
                  <a:pt x="143774" y="164707"/>
                </a:lnTo>
                <a:cubicBezTo>
                  <a:pt x="150802" y="157684"/>
                  <a:pt x="159748" y="153854"/>
                  <a:pt x="169333" y="153216"/>
                </a:cubicBezTo>
                <a:cubicBezTo>
                  <a:pt x="179557" y="153216"/>
                  <a:pt x="189781" y="157046"/>
                  <a:pt x="196810" y="164707"/>
                </a:cubicBezTo>
                <a:cubicBezTo>
                  <a:pt x="199366" y="167260"/>
                  <a:pt x="199366" y="171091"/>
                  <a:pt x="196810" y="173644"/>
                </a:cubicBezTo>
                <a:cubicBezTo>
                  <a:pt x="194253" y="176198"/>
                  <a:pt x="190420" y="176198"/>
                  <a:pt x="187864" y="173644"/>
                </a:cubicBezTo>
                <a:lnTo>
                  <a:pt x="187864" y="173644"/>
                </a:lnTo>
                <a:cubicBezTo>
                  <a:pt x="183391" y="168537"/>
                  <a:pt x="176362" y="165984"/>
                  <a:pt x="169972" y="165984"/>
                </a:cubicBezTo>
                <a:cubicBezTo>
                  <a:pt x="163582" y="165984"/>
                  <a:pt x="157192" y="169176"/>
                  <a:pt x="152719" y="173644"/>
                </a:cubicBezTo>
                <a:lnTo>
                  <a:pt x="102878" y="223439"/>
                </a:lnTo>
                <a:cubicBezTo>
                  <a:pt x="93293" y="233654"/>
                  <a:pt x="94571" y="249614"/>
                  <a:pt x="104156" y="258551"/>
                </a:cubicBezTo>
                <a:cubicBezTo>
                  <a:pt x="113740" y="267489"/>
                  <a:pt x="128438" y="267489"/>
                  <a:pt x="138022" y="258551"/>
                </a:cubicBezTo>
                <a:lnTo>
                  <a:pt x="171250" y="225355"/>
                </a:lnTo>
                <a:cubicBezTo>
                  <a:pt x="173806" y="222801"/>
                  <a:pt x="177640" y="222801"/>
                  <a:pt x="180196" y="225355"/>
                </a:cubicBezTo>
                <a:cubicBezTo>
                  <a:pt x="180196" y="225355"/>
                  <a:pt x="180196" y="225355"/>
                  <a:pt x="180196" y="225355"/>
                </a:cubicBezTo>
                <a:cubicBezTo>
                  <a:pt x="182752" y="228546"/>
                  <a:pt x="182752" y="232377"/>
                  <a:pt x="180196" y="234930"/>
                </a:cubicBezTo>
                <a:lnTo>
                  <a:pt x="180196" y="234930"/>
                </a:lnTo>
                <a:close/>
                <a:moveTo>
                  <a:pt x="271572" y="261743"/>
                </a:moveTo>
                <a:cubicBezTo>
                  <a:pt x="274128" y="264297"/>
                  <a:pt x="274128" y="268127"/>
                  <a:pt x="271572" y="270681"/>
                </a:cubicBezTo>
                <a:cubicBezTo>
                  <a:pt x="269016" y="273234"/>
                  <a:pt x="265182" y="273234"/>
                  <a:pt x="262626" y="270681"/>
                </a:cubicBezTo>
                <a:lnTo>
                  <a:pt x="243456" y="251529"/>
                </a:lnTo>
                <a:lnTo>
                  <a:pt x="224287" y="270681"/>
                </a:lnTo>
                <a:cubicBezTo>
                  <a:pt x="223008" y="271958"/>
                  <a:pt x="221731" y="272596"/>
                  <a:pt x="219813" y="272596"/>
                </a:cubicBezTo>
                <a:cubicBezTo>
                  <a:pt x="217897" y="272596"/>
                  <a:pt x="216618" y="271958"/>
                  <a:pt x="215341" y="270681"/>
                </a:cubicBezTo>
                <a:cubicBezTo>
                  <a:pt x="212784" y="268127"/>
                  <a:pt x="212784" y="264297"/>
                  <a:pt x="215341" y="261743"/>
                </a:cubicBezTo>
                <a:cubicBezTo>
                  <a:pt x="215341" y="261743"/>
                  <a:pt x="215341" y="261743"/>
                  <a:pt x="215341" y="261743"/>
                </a:cubicBezTo>
                <a:lnTo>
                  <a:pt x="234510" y="242591"/>
                </a:lnTo>
                <a:lnTo>
                  <a:pt x="215341" y="223439"/>
                </a:lnTo>
                <a:cubicBezTo>
                  <a:pt x="212784" y="220886"/>
                  <a:pt x="212784" y="217055"/>
                  <a:pt x="215341" y="214502"/>
                </a:cubicBezTo>
                <a:cubicBezTo>
                  <a:pt x="217897" y="211948"/>
                  <a:pt x="221731" y="211948"/>
                  <a:pt x="224287" y="214502"/>
                </a:cubicBezTo>
                <a:cubicBezTo>
                  <a:pt x="224287" y="214502"/>
                  <a:pt x="224287" y="214502"/>
                  <a:pt x="224287" y="214502"/>
                </a:cubicBezTo>
                <a:lnTo>
                  <a:pt x="243456" y="233654"/>
                </a:lnTo>
                <a:lnTo>
                  <a:pt x="262626" y="214502"/>
                </a:lnTo>
                <a:cubicBezTo>
                  <a:pt x="265182" y="211948"/>
                  <a:pt x="269016" y="211310"/>
                  <a:pt x="271572" y="213863"/>
                </a:cubicBezTo>
                <a:cubicBezTo>
                  <a:pt x="274128" y="216417"/>
                  <a:pt x="274767" y="220247"/>
                  <a:pt x="272211" y="222801"/>
                </a:cubicBezTo>
                <a:cubicBezTo>
                  <a:pt x="272211" y="222801"/>
                  <a:pt x="271572" y="223439"/>
                  <a:pt x="271572" y="223439"/>
                </a:cubicBezTo>
                <a:lnTo>
                  <a:pt x="252403" y="242591"/>
                </a:lnTo>
                <a:lnTo>
                  <a:pt x="271572" y="261743"/>
                </a:lnTo>
                <a:close/>
                <a:moveTo>
                  <a:pt x="269016" y="146193"/>
                </a:moveTo>
                <a:lnTo>
                  <a:pt x="219174" y="195988"/>
                </a:lnTo>
                <a:cubicBezTo>
                  <a:pt x="205117" y="210671"/>
                  <a:pt x="181474" y="211310"/>
                  <a:pt x="166777" y="197265"/>
                </a:cubicBezTo>
                <a:cubicBezTo>
                  <a:pt x="166138" y="196627"/>
                  <a:pt x="166138" y="196627"/>
                  <a:pt x="165499" y="195988"/>
                </a:cubicBezTo>
                <a:cubicBezTo>
                  <a:pt x="162943" y="193435"/>
                  <a:pt x="163582" y="188966"/>
                  <a:pt x="166138" y="187051"/>
                </a:cubicBezTo>
                <a:cubicBezTo>
                  <a:pt x="168694" y="185135"/>
                  <a:pt x="171889" y="185135"/>
                  <a:pt x="174445" y="187051"/>
                </a:cubicBezTo>
                <a:cubicBezTo>
                  <a:pt x="184030" y="196627"/>
                  <a:pt x="199366" y="197265"/>
                  <a:pt x="208951" y="187689"/>
                </a:cubicBezTo>
                <a:cubicBezTo>
                  <a:pt x="208951" y="187689"/>
                  <a:pt x="209589" y="187051"/>
                  <a:pt x="209589" y="187051"/>
                </a:cubicBezTo>
                <a:lnTo>
                  <a:pt x="259431" y="137256"/>
                </a:lnTo>
                <a:cubicBezTo>
                  <a:pt x="263904" y="132787"/>
                  <a:pt x="266460" y="126403"/>
                  <a:pt x="267099" y="120019"/>
                </a:cubicBezTo>
                <a:cubicBezTo>
                  <a:pt x="267099" y="105974"/>
                  <a:pt x="256236" y="95121"/>
                  <a:pt x="242178" y="94483"/>
                </a:cubicBezTo>
                <a:cubicBezTo>
                  <a:pt x="235788" y="94483"/>
                  <a:pt x="229398" y="97037"/>
                  <a:pt x="224287" y="101505"/>
                </a:cubicBezTo>
                <a:lnTo>
                  <a:pt x="191059" y="134702"/>
                </a:lnTo>
                <a:cubicBezTo>
                  <a:pt x="188503" y="137256"/>
                  <a:pt x="184669" y="137256"/>
                  <a:pt x="182113" y="134702"/>
                </a:cubicBezTo>
                <a:cubicBezTo>
                  <a:pt x="179557" y="132148"/>
                  <a:pt x="179557" y="128318"/>
                  <a:pt x="182113" y="125764"/>
                </a:cubicBezTo>
                <a:lnTo>
                  <a:pt x="215341" y="92568"/>
                </a:lnTo>
                <a:cubicBezTo>
                  <a:pt x="229398" y="77885"/>
                  <a:pt x="252403" y="77246"/>
                  <a:pt x="267099" y="91291"/>
                </a:cubicBezTo>
                <a:cubicBezTo>
                  <a:pt x="267738" y="91929"/>
                  <a:pt x="267738" y="91929"/>
                  <a:pt x="268377" y="92568"/>
                </a:cubicBezTo>
                <a:cubicBezTo>
                  <a:pt x="276045" y="99590"/>
                  <a:pt x="279879" y="109804"/>
                  <a:pt x="279879" y="120019"/>
                </a:cubicBezTo>
                <a:cubicBezTo>
                  <a:pt x="279879" y="130233"/>
                  <a:pt x="275406" y="139171"/>
                  <a:pt x="269016" y="146193"/>
                </a:cubicBezTo>
                <a:lnTo>
                  <a:pt x="269016" y="146193"/>
                </a:lnTo>
                <a:close/>
              </a:path>
            </a:pathLst>
          </a:custGeom>
          <a:solidFill>
            <a:srgbClr val="00ABAB"/>
          </a:solidFill>
          <a:ln w="6390" cap="flat">
            <a:noFill/>
            <a:prstDash val="solid"/>
            <a:miter/>
          </a:ln>
        </p:spPr>
        <p:txBody>
          <a:bodyPr rtlCol="0" anchor="ctr"/>
          <a:lstStyle/>
          <a:p>
            <a:endParaRPr lang="en-US"/>
          </a:p>
        </p:txBody>
      </p:sp>
      <p:sp>
        <p:nvSpPr>
          <p:cNvPr id="1629" name="Graphic 1100">
            <a:extLst>
              <a:ext uri="{FF2B5EF4-FFF2-40B4-BE49-F238E27FC236}">
                <a16:creationId xmlns:a16="http://schemas.microsoft.com/office/drawing/2014/main" id="{91F7CE1A-2A75-5B45-8B09-DB0C8653B1FE}"/>
              </a:ext>
            </a:extLst>
          </p:cNvPr>
          <p:cNvSpPr/>
          <p:nvPr/>
        </p:nvSpPr>
        <p:spPr>
          <a:xfrm>
            <a:off x="9280105" y="237516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39300 w 362309"/>
              <a:gd name="connsiteY6" fmla="*/ 238123 h 361971"/>
              <a:gd name="connsiteX7" fmla="*/ 139300 w 362309"/>
              <a:gd name="connsiteY7" fmla="*/ 247060 h 361971"/>
              <a:gd name="connsiteX8" fmla="*/ 130354 w 362309"/>
              <a:gd name="connsiteY8" fmla="*/ 247060 h 361971"/>
              <a:gd name="connsiteX9" fmla="*/ 69011 w 362309"/>
              <a:gd name="connsiteY9" fmla="*/ 185774 h 361971"/>
              <a:gd name="connsiteX10" fmla="*/ 69011 w 362309"/>
              <a:gd name="connsiteY10" fmla="*/ 176836 h 361971"/>
              <a:gd name="connsiteX11" fmla="*/ 130354 w 362309"/>
              <a:gd name="connsiteY11" fmla="*/ 115550 h 361971"/>
              <a:gd name="connsiteX12" fmla="*/ 139300 w 362309"/>
              <a:gd name="connsiteY12" fmla="*/ 115550 h 361971"/>
              <a:gd name="connsiteX13" fmla="*/ 139300 w 362309"/>
              <a:gd name="connsiteY13" fmla="*/ 124488 h 361971"/>
              <a:gd name="connsiteX14" fmla="*/ 139300 w 362309"/>
              <a:gd name="connsiteY14" fmla="*/ 124488 h 361971"/>
              <a:gd name="connsiteX15" fmla="*/ 82430 w 362309"/>
              <a:gd name="connsiteY15" fmla="*/ 181305 h 361971"/>
              <a:gd name="connsiteX16" fmla="*/ 139300 w 362309"/>
              <a:gd name="connsiteY16" fmla="*/ 238123 h 361971"/>
              <a:gd name="connsiteX17" fmla="*/ 168694 w 362309"/>
              <a:gd name="connsiteY17" fmla="*/ 274511 h 361971"/>
              <a:gd name="connsiteX18" fmla="*/ 162304 w 362309"/>
              <a:gd name="connsiteY18" fmla="*/ 279619 h 361971"/>
              <a:gd name="connsiteX19" fmla="*/ 161026 w 362309"/>
              <a:gd name="connsiteY19" fmla="*/ 279619 h 361971"/>
              <a:gd name="connsiteX20" fmla="*/ 155914 w 362309"/>
              <a:gd name="connsiteY20" fmla="*/ 271958 h 361971"/>
              <a:gd name="connsiteX21" fmla="*/ 155914 w 362309"/>
              <a:gd name="connsiteY21" fmla="*/ 271958 h 361971"/>
              <a:gd name="connsiteX22" fmla="*/ 192976 w 362309"/>
              <a:gd name="connsiteY22" fmla="*/ 87461 h 361971"/>
              <a:gd name="connsiteX23" fmla="*/ 200643 w 362309"/>
              <a:gd name="connsiteY23" fmla="*/ 82354 h 361971"/>
              <a:gd name="connsiteX24" fmla="*/ 205756 w 362309"/>
              <a:gd name="connsiteY24" fmla="*/ 90014 h 361971"/>
              <a:gd name="connsiteX25" fmla="*/ 168694 w 362309"/>
              <a:gd name="connsiteY25" fmla="*/ 274511 h 361971"/>
              <a:gd name="connsiteX26" fmla="*/ 293298 w 362309"/>
              <a:gd name="connsiteY26" fmla="*/ 185135 h 361971"/>
              <a:gd name="connsiteX27" fmla="*/ 231954 w 362309"/>
              <a:gd name="connsiteY27" fmla="*/ 246422 h 361971"/>
              <a:gd name="connsiteX28" fmla="*/ 223008 w 362309"/>
              <a:gd name="connsiteY28" fmla="*/ 246422 h 361971"/>
              <a:gd name="connsiteX29" fmla="*/ 223008 w 362309"/>
              <a:gd name="connsiteY29" fmla="*/ 246422 h 361971"/>
              <a:gd name="connsiteX30" fmla="*/ 223008 w 362309"/>
              <a:gd name="connsiteY30" fmla="*/ 237484 h 361971"/>
              <a:gd name="connsiteX31" fmla="*/ 223008 w 362309"/>
              <a:gd name="connsiteY31" fmla="*/ 237484 h 361971"/>
              <a:gd name="connsiteX32" fmla="*/ 279879 w 362309"/>
              <a:gd name="connsiteY32" fmla="*/ 180667 h 361971"/>
              <a:gd name="connsiteX33" fmla="*/ 223008 w 362309"/>
              <a:gd name="connsiteY33" fmla="*/ 123849 h 361971"/>
              <a:gd name="connsiteX34" fmla="*/ 223008 w 362309"/>
              <a:gd name="connsiteY34" fmla="*/ 114912 h 361971"/>
              <a:gd name="connsiteX35" fmla="*/ 231954 w 362309"/>
              <a:gd name="connsiteY35" fmla="*/ 114912 h 361971"/>
              <a:gd name="connsiteX36" fmla="*/ 293298 w 362309"/>
              <a:gd name="connsiteY36" fmla="*/ 176198 h 361971"/>
              <a:gd name="connsiteX37" fmla="*/ 293298 w 362309"/>
              <a:gd name="connsiteY37" fmla="*/ 185135 h 361971"/>
              <a:gd name="connsiteX38" fmla="*/ 293298 w 362309"/>
              <a:gd name="connsiteY38" fmla="*/ 185135 h 361971"/>
              <a:gd name="connsiteX39" fmla="*/ 293298 w 362309"/>
              <a:gd name="connsiteY39" fmla="*/ 18513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09" y="280895"/>
                  <a:pt x="362309" y="181305"/>
                </a:cubicBezTo>
                <a:cubicBezTo>
                  <a:pt x="362309" y="81077"/>
                  <a:pt x="281157" y="0"/>
                  <a:pt x="180835" y="0"/>
                </a:cubicBezTo>
                <a:cubicBezTo>
                  <a:pt x="181474" y="0"/>
                  <a:pt x="180835" y="0"/>
                  <a:pt x="180835" y="0"/>
                </a:cubicBezTo>
                <a:close/>
                <a:moveTo>
                  <a:pt x="139300" y="238123"/>
                </a:moveTo>
                <a:cubicBezTo>
                  <a:pt x="141856" y="240676"/>
                  <a:pt x="141856" y="244507"/>
                  <a:pt x="139300" y="247060"/>
                </a:cubicBezTo>
                <a:cubicBezTo>
                  <a:pt x="136744" y="249614"/>
                  <a:pt x="132910" y="249614"/>
                  <a:pt x="130354" y="247060"/>
                </a:cubicBezTo>
                <a:lnTo>
                  <a:pt x="69011" y="185774"/>
                </a:lnTo>
                <a:cubicBezTo>
                  <a:pt x="66455" y="183220"/>
                  <a:pt x="66455" y="179390"/>
                  <a:pt x="69011" y="176836"/>
                </a:cubicBezTo>
                <a:lnTo>
                  <a:pt x="130354" y="115550"/>
                </a:lnTo>
                <a:cubicBezTo>
                  <a:pt x="132910" y="112997"/>
                  <a:pt x="136744" y="112997"/>
                  <a:pt x="139300" y="115550"/>
                </a:cubicBezTo>
                <a:cubicBezTo>
                  <a:pt x="141856" y="118104"/>
                  <a:pt x="141856" y="121934"/>
                  <a:pt x="139300" y="124488"/>
                </a:cubicBezTo>
                <a:cubicBezTo>
                  <a:pt x="139300" y="124488"/>
                  <a:pt x="139300" y="124488"/>
                  <a:pt x="139300" y="124488"/>
                </a:cubicBezTo>
                <a:lnTo>
                  <a:pt x="82430" y="181305"/>
                </a:lnTo>
                <a:lnTo>
                  <a:pt x="139300" y="238123"/>
                </a:lnTo>
                <a:close/>
                <a:moveTo>
                  <a:pt x="168694" y="274511"/>
                </a:moveTo>
                <a:cubicBezTo>
                  <a:pt x="168055" y="277703"/>
                  <a:pt x="165499" y="279619"/>
                  <a:pt x="162304" y="279619"/>
                </a:cubicBezTo>
                <a:lnTo>
                  <a:pt x="161026" y="279619"/>
                </a:lnTo>
                <a:cubicBezTo>
                  <a:pt x="157831" y="278980"/>
                  <a:pt x="155275" y="275788"/>
                  <a:pt x="155914" y="271958"/>
                </a:cubicBezTo>
                <a:cubicBezTo>
                  <a:pt x="155914" y="271958"/>
                  <a:pt x="155914" y="271958"/>
                  <a:pt x="155914" y="271958"/>
                </a:cubicBezTo>
                <a:lnTo>
                  <a:pt x="192976" y="87461"/>
                </a:lnTo>
                <a:cubicBezTo>
                  <a:pt x="193615" y="83630"/>
                  <a:pt x="196810" y="81715"/>
                  <a:pt x="200643" y="82354"/>
                </a:cubicBezTo>
                <a:cubicBezTo>
                  <a:pt x="204478" y="82992"/>
                  <a:pt x="206395" y="86184"/>
                  <a:pt x="205756" y="90014"/>
                </a:cubicBezTo>
                <a:lnTo>
                  <a:pt x="168694" y="274511"/>
                </a:lnTo>
                <a:close/>
                <a:moveTo>
                  <a:pt x="293298" y="185135"/>
                </a:moveTo>
                <a:lnTo>
                  <a:pt x="231954" y="246422"/>
                </a:lnTo>
                <a:cubicBezTo>
                  <a:pt x="229398" y="248975"/>
                  <a:pt x="225564" y="248975"/>
                  <a:pt x="223008" y="246422"/>
                </a:cubicBezTo>
                <a:cubicBezTo>
                  <a:pt x="223008" y="246422"/>
                  <a:pt x="223008" y="246422"/>
                  <a:pt x="223008" y="246422"/>
                </a:cubicBezTo>
                <a:cubicBezTo>
                  <a:pt x="220453" y="243868"/>
                  <a:pt x="220453" y="240038"/>
                  <a:pt x="223008" y="237484"/>
                </a:cubicBezTo>
                <a:cubicBezTo>
                  <a:pt x="223008" y="237484"/>
                  <a:pt x="223008" y="237484"/>
                  <a:pt x="223008" y="237484"/>
                </a:cubicBezTo>
                <a:lnTo>
                  <a:pt x="279879" y="180667"/>
                </a:lnTo>
                <a:lnTo>
                  <a:pt x="223008" y="123849"/>
                </a:lnTo>
                <a:cubicBezTo>
                  <a:pt x="220453" y="121296"/>
                  <a:pt x="220453" y="117465"/>
                  <a:pt x="223008" y="114912"/>
                </a:cubicBezTo>
                <a:cubicBezTo>
                  <a:pt x="225564" y="112358"/>
                  <a:pt x="229398" y="112358"/>
                  <a:pt x="231954" y="114912"/>
                </a:cubicBezTo>
                <a:lnTo>
                  <a:pt x="293298" y="176198"/>
                </a:lnTo>
                <a:cubicBezTo>
                  <a:pt x="295854" y="178752"/>
                  <a:pt x="295854" y="182582"/>
                  <a:pt x="293298" y="185135"/>
                </a:cubicBezTo>
                <a:cubicBezTo>
                  <a:pt x="293298" y="185135"/>
                  <a:pt x="293298" y="185135"/>
                  <a:pt x="293298" y="185135"/>
                </a:cubicBezTo>
                <a:lnTo>
                  <a:pt x="293298" y="185135"/>
                </a:lnTo>
                <a:close/>
              </a:path>
            </a:pathLst>
          </a:custGeom>
          <a:solidFill>
            <a:srgbClr val="00ABAB"/>
          </a:solidFill>
          <a:ln w="6390" cap="flat">
            <a:noFill/>
            <a:prstDash val="solid"/>
            <a:miter/>
          </a:ln>
        </p:spPr>
        <p:txBody>
          <a:bodyPr rtlCol="0" anchor="ctr"/>
          <a:lstStyle/>
          <a:p>
            <a:endParaRPr lang="en-US"/>
          </a:p>
        </p:txBody>
      </p:sp>
      <p:sp>
        <p:nvSpPr>
          <p:cNvPr id="1630" name="Graphic 1100">
            <a:extLst>
              <a:ext uri="{FF2B5EF4-FFF2-40B4-BE49-F238E27FC236}">
                <a16:creationId xmlns:a16="http://schemas.microsoft.com/office/drawing/2014/main" id="{30539F43-3E28-6B42-8DB1-10D1DE80492D}"/>
              </a:ext>
            </a:extLst>
          </p:cNvPr>
          <p:cNvSpPr/>
          <p:nvPr/>
        </p:nvSpPr>
        <p:spPr>
          <a:xfrm>
            <a:off x="11372810" y="189700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4669 w 362309"/>
              <a:gd name="connsiteY6" fmla="*/ 232377 h 361971"/>
              <a:gd name="connsiteX7" fmla="*/ 145051 w 362309"/>
              <a:gd name="connsiteY7" fmla="*/ 271958 h 361971"/>
              <a:gd name="connsiteX8" fmla="*/ 90737 w 362309"/>
              <a:gd name="connsiteY8" fmla="*/ 273235 h 361971"/>
              <a:gd name="connsiteX9" fmla="*/ 89459 w 362309"/>
              <a:gd name="connsiteY9" fmla="*/ 271958 h 361971"/>
              <a:gd name="connsiteX10" fmla="*/ 77957 w 362309"/>
              <a:gd name="connsiteY10" fmla="*/ 243868 h 361971"/>
              <a:gd name="connsiteX11" fmla="*/ 89459 w 362309"/>
              <a:gd name="connsiteY11" fmla="*/ 217055 h 361971"/>
              <a:gd name="connsiteX12" fmla="*/ 141217 w 362309"/>
              <a:gd name="connsiteY12" fmla="*/ 165345 h 361971"/>
              <a:gd name="connsiteX13" fmla="*/ 195532 w 362309"/>
              <a:gd name="connsiteY13" fmla="*/ 164068 h 361971"/>
              <a:gd name="connsiteX14" fmla="*/ 196810 w 362309"/>
              <a:gd name="connsiteY14" fmla="*/ 165345 h 361971"/>
              <a:gd name="connsiteX15" fmla="*/ 196810 w 362309"/>
              <a:gd name="connsiteY15" fmla="*/ 174283 h 361971"/>
              <a:gd name="connsiteX16" fmla="*/ 187864 w 362309"/>
              <a:gd name="connsiteY16" fmla="*/ 174283 h 361971"/>
              <a:gd name="connsiteX17" fmla="*/ 151441 w 362309"/>
              <a:gd name="connsiteY17" fmla="*/ 173006 h 361971"/>
              <a:gd name="connsiteX18" fmla="*/ 150164 w 362309"/>
              <a:gd name="connsiteY18" fmla="*/ 174283 h 361971"/>
              <a:gd name="connsiteX19" fmla="*/ 98404 w 362309"/>
              <a:gd name="connsiteY19" fmla="*/ 225993 h 361971"/>
              <a:gd name="connsiteX20" fmla="*/ 97127 w 362309"/>
              <a:gd name="connsiteY20" fmla="*/ 263020 h 361971"/>
              <a:gd name="connsiteX21" fmla="*/ 134189 w 362309"/>
              <a:gd name="connsiteY21" fmla="*/ 264297 h 361971"/>
              <a:gd name="connsiteX22" fmla="*/ 135466 w 362309"/>
              <a:gd name="connsiteY22" fmla="*/ 263020 h 361971"/>
              <a:gd name="connsiteX23" fmla="*/ 175084 w 362309"/>
              <a:gd name="connsiteY23" fmla="*/ 223439 h 361971"/>
              <a:gd name="connsiteX24" fmla="*/ 184030 w 362309"/>
              <a:gd name="connsiteY24" fmla="*/ 224078 h 361971"/>
              <a:gd name="connsiteX25" fmla="*/ 184669 w 362309"/>
              <a:gd name="connsiteY25" fmla="*/ 232377 h 361971"/>
              <a:gd name="connsiteX26" fmla="*/ 272211 w 362309"/>
              <a:gd name="connsiteY26" fmla="*/ 144916 h 361971"/>
              <a:gd name="connsiteX27" fmla="*/ 220453 w 362309"/>
              <a:gd name="connsiteY27" fmla="*/ 196627 h 361971"/>
              <a:gd name="connsiteX28" fmla="*/ 166138 w 362309"/>
              <a:gd name="connsiteY28" fmla="*/ 197903 h 361971"/>
              <a:gd name="connsiteX29" fmla="*/ 164860 w 362309"/>
              <a:gd name="connsiteY29" fmla="*/ 196627 h 361971"/>
              <a:gd name="connsiteX30" fmla="*/ 164860 w 362309"/>
              <a:gd name="connsiteY30" fmla="*/ 187689 h 361971"/>
              <a:gd name="connsiteX31" fmla="*/ 173806 w 362309"/>
              <a:gd name="connsiteY31" fmla="*/ 187689 h 361971"/>
              <a:gd name="connsiteX32" fmla="*/ 210228 w 362309"/>
              <a:gd name="connsiteY32" fmla="*/ 188966 h 361971"/>
              <a:gd name="connsiteX33" fmla="*/ 211507 w 362309"/>
              <a:gd name="connsiteY33" fmla="*/ 187689 h 361971"/>
              <a:gd name="connsiteX34" fmla="*/ 263265 w 362309"/>
              <a:gd name="connsiteY34" fmla="*/ 135979 h 361971"/>
              <a:gd name="connsiteX35" fmla="*/ 261987 w 362309"/>
              <a:gd name="connsiteY35" fmla="*/ 98952 h 361971"/>
              <a:gd name="connsiteX36" fmla="*/ 226203 w 362309"/>
              <a:gd name="connsiteY36" fmla="*/ 98952 h 361971"/>
              <a:gd name="connsiteX37" fmla="*/ 188503 w 362309"/>
              <a:gd name="connsiteY37" fmla="*/ 138533 h 361971"/>
              <a:gd name="connsiteX38" fmla="*/ 179557 w 362309"/>
              <a:gd name="connsiteY38" fmla="*/ 138533 h 361971"/>
              <a:gd name="connsiteX39" fmla="*/ 179557 w 362309"/>
              <a:gd name="connsiteY39" fmla="*/ 129595 h 361971"/>
              <a:gd name="connsiteX40" fmla="*/ 179557 w 362309"/>
              <a:gd name="connsiteY40" fmla="*/ 129595 h 361971"/>
              <a:gd name="connsiteX41" fmla="*/ 217258 w 362309"/>
              <a:gd name="connsiteY41" fmla="*/ 90014 h 361971"/>
              <a:gd name="connsiteX42" fmla="*/ 272211 w 362309"/>
              <a:gd name="connsiteY42" fmla="*/ 89376 h 361971"/>
              <a:gd name="connsiteX43" fmla="*/ 272850 w 362309"/>
              <a:gd name="connsiteY43" fmla="*/ 144278 h 361971"/>
              <a:gd name="connsiteX44" fmla="*/ 272211 w 362309"/>
              <a:gd name="connsiteY44" fmla="*/ 144916 h 361971"/>
              <a:gd name="connsiteX45" fmla="*/ 272211 w 362309"/>
              <a:gd name="connsiteY45" fmla="*/ 14491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4669" y="232377"/>
                </a:moveTo>
                <a:lnTo>
                  <a:pt x="145051" y="271958"/>
                </a:lnTo>
                <a:cubicBezTo>
                  <a:pt x="130354" y="287279"/>
                  <a:pt x="106073" y="287918"/>
                  <a:pt x="90737" y="273235"/>
                </a:cubicBezTo>
                <a:cubicBezTo>
                  <a:pt x="90098" y="272596"/>
                  <a:pt x="90098" y="272596"/>
                  <a:pt x="89459" y="271958"/>
                </a:cubicBezTo>
                <a:cubicBezTo>
                  <a:pt x="81791" y="264297"/>
                  <a:pt x="77318" y="254083"/>
                  <a:pt x="77957" y="243868"/>
                </a:cubicBezTo>
                <a:cubicBezTo>
                  <a:pt x="77957" y="233654"/>
                  <a:pt x="82430" y="224078"/>
                  <a:pt x="89459" y="217055"/>
                </a:cubicBezTo>
                <a:lnTo>
                  <a:pt x="141217" y="165345"/>
                </a:lnTo>
                <a:cubicBezTo>
                  <a:pt x="155914" y="150024"/>
                  <a:pt x="180196" y="149385"/>
                  <a:pt x="195532" y="164068"/>
                </a:cubicBezTo>
                <a:cubicBezTo>
                  <a:pt x="196171" y="164707"/>
                  <a:pt x="196171" y="164707"/>
                  <a:pt x="196810" y="165345"/>
                </a:cubicBezTo>
                <a:cubicBezTo>
                  <a:pt x="199366" y="167899"/>
                  <a:pt x="199366" y="171729"/>
                  <a:pt x="196810" y="174283"/>
                </a:cubicBezTo>
                <a:cubicBezTo>
                  <a:pt x="194253" y="176836"/>
                  <a:pt x="190420" y="176836"/>
                  <a:pt x="187864" y="174283"/>
                </a:cubicBezTo>
                <a:cubicBezTo>
                  <a:pt x="178279" y="164068"/>
                  <a:pt x="161665" y="163430"/>
                  <a:pt x="151441" y="173006"/>
                </a:cubicBezTo>
                <a:cubicBezTo>
                  <a:pt x="150802" y="173644"/>
                  <a:pt x="150802" y="173644"/>
                  <a:pt x="150164" y="174283"/>
                </a:cubicBezTo>
                <a:lnTo>
                  <a:pt x="98404" y="225993"/>
                </a:lnTo>
                <a:cubicBezTo>
                  <a:pt x="87542" y="236207"/>
                  <a:pt x="87542" y="252806"/>
                  <a:pt x="97127" y="263020"/>
                </a:cubicBezTo>
                <a:cubicBezTo>
                  <a:pt x="106712" y="273235"/>
                  <a:pt x="123964" y="273873"/>
                  <a:pt x="134189" y="264297"/>
                </a:cubicBezTo>
                <a:cubicBezTo>
                  <a:pt x="134828" y="263659"/>
                  <a:pt x="134828" y="263659"/>
                  <a:pt x="135466" y="263020"/>
                </a:cubicBezTo>
                <a:lnTo>
                  <a:pt x="175084" y="223439"/>
                </a:lnTo>
                <a:cubicBezTo>
                  <a:pt x="177640" y="220886"/>
                  <a:pt x="181474" y="221524"/>
                  <a:pt x="184030" y="224078"/>
                </a:cubicBezTo>
                <a:cubicBezTo>
                  <a:pt x="186586" y="225993"/>
                  <a:pt x="186586" y="229823"/>
                  <a:pt x="184669" y="232377"/>
                </a:cubicBezTo>
                <a:close/>
                <a:moveTo>
                  <a:pt x="272211" y="144916"/>
                </a:moveTo>
                <a:lnTo>
                  <a:pt x="220453" y="196627"/>
                </a:lnTo>
                <a:cubicBezTo>
                  <a:pt x="205756" y="211948"/>
                  <a:pt x="181474" y="212587"/>
                  <a:pt x="166138" y="197903"/>
                </a:cubicBezTo>
                <a:cubicBezTo>
                  <a:pt x="165499" y="197265"/>
                  <a:pt x="165499" y="197265"/>
                  <a:pt x="164860" y="196627"/>
                </a:cubicBezTo>
                <a:cubicBezTo>
                  <a:pt x="162304" y="194073"/>
                  <a:pt x="162304" y="190243"/>
                  <a:pt x="164860" y="187689"/>
                </a:cubicBezTo>
                <a:cubicBezTo>
                  <a:pt x="167416" y="185135"/>
                  <a:pt x="171250" y="185135"/>
                  <a:pt x="173806" y="187689"/>
                </a:cubicBezTo>
                <a:cubicBezTo>
                  <a:pt x="183391" y="197903"/>
                  <a:pt x="200005" y="198542"/>
                  <a:pt x="210228" y="188966"/>
                </a:cubicBezTo>
                <a:cubicBezTo>
                  <a:pt x="210868" y="188327"/>
                  <a:pt x="210868" y="188327"/>
                  <a:pt x="211507" y="187689"/>
                </a:cubicBezTo>
                <a:lnTo>
                  <a:pt x="263265" y="135979"/>
                </a:lnTo>
                <a:cubicBezTo>
                  <a:pt x="273489" y="125126"/>
                  <a:pt x="272850" y="108528"/>
                  <a:pt x="261987" y="98952"/>
                </a:cubicBezTo>
                <a:cubicBezTo>
                  <a:pt x="251763" y="89376"/>
                  <a:pt x="235788" y="89376"/>
                  <a:pt x="226203" y="98952"/>
                </a:cubicBezTo>
                <a:lnTo>
                  <a:pt x="188503" y="138533"/>
                </a:lnTo>
                <a:cubicBezTo>
                  <a:pt x="185947" y="141086"/>
                  <a:pt x="182113" y="141086"/>
                  <a:pt x="179557" y="138533"/>
                </a:cubicBezTo>
                <a:cubicBezTo>
                  <a:pt x="177001" y="135979"/>
                  <a:pt x="177001" y="132149"/>
                  <a:pt x="179557" y="129595"/>
                </a:cubicBezTo>
                <a:cubicBezTo>
                  <a:pt x="179557" y="129595"/>
                  <a:pt x="179557" y="129595"/>
                  <a:pt x="179557" y="129595"/>
                </a:cubicBezTo>
                <a:lnTo>
                  <a:pt x="217258" y="90014"/>
                </a:lnTo>
                <a:cubicBezTo>
                  <a:pt x="231954" y="74693"/>
                  <a:pt x="256875" y="74054"/>
                  <a:pt x="272211" y="89376"/>
                </a:cubicBezTo>
                <a:cubicBezTo>
                  <a:pt x="287547" y="104697"/>
                  <a:pt x="288186" y="128957"/>
                  <a:pt x="272850" y="144278"/>
                </a:cubicBezTo>
                <a:cubicBezTo>
                  <a:pt x="272850" y="144278"/>
                  <a:pt x="272850" y="144916"/>
                  <a:pt x="272211" y="144916"/>
                </a:cubicBezTo>
                <a:lnTo>
                  <a:pt x="272211" y="144916"/>
                </a:lnTo>
                <a:close/>
              </a:path>
            </a:pathLst>
          </a:custGeom>
          <a:solidFill>
            <a:srgbClr val="00ABAB"/>
          </a:solidFill>
          <a:ln w="6390" cap="flat">
            <a:noFill/>
            <a:prstDash val="solid"/>
            <a:miter/>
          </a:ln>
        </p:spPr>
        <p:txBody>
          <a:bodyPr rtlCol="0" anchor="ctr"/>
          <a:lstStyle/>
          <a:p>
            <a:endParaRPr lang="en-US"/>
          </a:p>
        </p:txBody>
      </p:sp>
      <p:grpSp>
        <p:nvGrpSpPr>
          <p:cNvPr id="1631" name="Graphic 1100">
            <a:extLst>
              <a:ext uri="{FF2B5EF4-FFF2-40B4-BE49-F238E27FC236}">
                <a16:creationId xmlns:a16="http://schemas.microsoft.com/office/drawing/2014/main" id="{720441FF-606F-D449-97CE-27E828B133F1}"/>
              </a:ext>
            </a:extLst>
          </p:cNvPr>
          <p:cNvGrpSpPr/>
          <p:nvPr/>
        </p:nvGrpSpPr>
        <p:grpSpPr>
          <a:xfrm>
            <a:off x="2560447" y="1406717"/>
            <a:ext cx="362309" cy="361971"/>
            <a:chOff x="2560447" y="1406717"/>
            <a:chExt cx="362309" cy="361971"/>
          </a:xfrm>
          <a:solidFill>
            <a:srgbClr val="007680"/>
          </a:solidFill>
        </p:grpSpPr>
        <p:sp>
          <p:nvSpPr>
            <p:cNvPr id="1632" name="Graphic 1100">
              <a:extLst>
                <a:ext uri="{FF2B5EF4-FFF2-40B4-BE49-F238E27FC236}">
                  <a16:creationId xmlns:a16="http://schemas.microsoft.com/office/drawing/2014/main" id="{76C48F75-DCB4-534A-97A1-552D2803DB31}"/>
                </a:ext>
              </a:extLst>
            </p:cNvPr>
            <p:cNvSpPr/>
            <p:nvPr/>
          </p:nvSpPr>
          <p:spPr>
            <a:xfrm>
              <a:off x="2560447" y="1406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8565 h 361971"/>
                <a:gd name="connsiteX7" fmla="*/ 12780 w 362309"/>
                <a:gd name="connsiteY7" fmla="*/ 180667 h 361971"/>
                <a:gd name="connsiteX8" fmla="*/ 180835 w 362309"/>
                <a:gd name="connsiteY8" fmla="*/ 12130 h 361971"/>
                <a:gd name="connsiteX9" fmla="*/ 349529 w 362309"/>
                <a:gd name="connsiteY9" fmla="*/ 180028 h 361971"/>
                <a:gd name="connsiteX10" fmla="*/ 349529 w 362309"/>
                <a:gd name="connsiteY10" fmla="*/ 180028 h 361971"/>
                <a:gd name="connsiteX11" fmla="*/ 181474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0438"/>
                    <a:pt x="281157" y="0"/>
                    <a:pt x="181474" y="0"/>
                  </a:cubicBezTo>
                  <a:close/>
                  <a:moveTo>
                    <a:pt x="181474" y="348565"/>
                  </a:moveTo>
                  <a:cubicBezTo>
                    <a:pt x="88181" y="348565"/>
                    <a:pt x="12780" y="273234"/>
                    <a:pt x="12780" y="180667"/>
                  </a:cubicBezTo>
                  <a:cubicBezTo>
                    <a:pt x="12780" y="88099"/>
                    <a:pt x="88181" y="12130"/>
                    <a:pt x="180835" y="12130"/>
                  </a:cubicBezTo>
                  <a:cubicBezTo>
                    <a:pt x="273489" y="12130"/>
                    <a:pt x="349529" y="87461"/>
                    <a:pt x="349529" y="180028"/>
                  </a:cubicBezTo>
                  <a:cubicBezTo>
                    <a:pt x="349529" y="180028"/>
                    <a:pt x="349529" y="180028"/>
                    <a:pt x="349529" y="180028"/>
                  </a:cubicBezTo>
                  <a:cubicBezTo>
                    <a:pt x="349529" y="273234"/>
                    <a:pt x="274128" y="348565"/>
                    <a:pt x="181474" y="348565"/>
                  </a:cubicBezTo>
                  <a:close/>
                </a:path>
              </a:pathLst>
            </a:custGeom>
            <a:solidFill>
              <a:srgbClr val="007680"/>
            </a:solidFill>
            <a:ln w="6390" cap="flat">
              <a:noFill/>
              <a:prstDash val="solid"/>
              <a:miter/>
            </a:ln>
          </p:spPr>
          <p:txBody>
            <a:bodyPr rtlCol="0" anchor="ctr"/>
            <a:lstStyle/>
            <a:p>
              <a:endParaRPr lang="en-US"/>
            </a:p>
          </p:txBody>
        </p:sp>
        <p:sp>
          <p:nvSpPr>
            <p:cNvPr id="1633" name="Graphic 1100">
              <a:extLst>
                <a:ext uri="{FF2B5EF4-FFF2-40B4-BE49-F238E27FC236}">
                  <a16:creationId xmlns:a16="http://schemas.microsoft.com/office/drawing/2014/main" id="{5DF9ACAB-EBB9-B94C-83A6-9C791118EA0F}"/>
                </a:ext>
              </a:extLst>
            </p:cNvPr>
            <p:cNvSpPr/>
            <p:nvPr/>
          </p:nvSpPr>
          <p:spPr>
            <a:xfrm>
              <a:off x="2629459" y="1485878"/>
              <a:ext cx="223665" cy="204925"/>
            </a:xfrm>
            <a:custGeom>
              <a:avLst/>
              <a:gdLst>
                <a:gd name="connsiteX0" fmla="*/ 187225 w 223665"/>
                <a:gd name="connsiteY0" fmla="*/ 51072 h 204925"/>
                <a:gd name="connsiteX1" fmla="*/ 169972 w 223665"/>
                <a:gd name="connsiteY1" fmla="*/ 51072 h 204925"/>
                <a:gd name="connsiteX2" fmla="*/ 169972 w 223665"/>
                <a:gd name="connsiteY2" fmla="*/ 29366 h 204925"/>
                <a:gd name="connsiteX3" fmla="*/ 139940 w 223665"/>
                <a:gd name="connsiteY3" fmla="*/ 0 h 204925"/>
                <a:gd name="connsiteX4" fmla="*/ 139940 w 223665"/>
                <a:gd name="connsiteY4" fmla="*/ 0 h 204925"/>
                <a:gd name="connsiteX5" fmla="*/ 51119 w 223665"/>
                <a:gd name="connsiteY5" fmla="*/ 0 h 204925"/>
                <a:gd name="connsiteX6" fmla="*/ 44730 w 223665"/>
                <a:gd name="connsiteY6" fmla="*/ 6384 h 204925"/>
                <a:gd name="connsiteX7" fmla="*/ 44730 w 223665"/>
                <a:gd name="connsiteY7" fmla="*/ 51710 h 204925"/>
                <a:gd name="connsiteX8" fmla="*/ 37062 w 223665"/>
                <a:gd name="connsiteY8" fmla="*/ 51710 h 204925"/>
                <a:gd name="connsiteX9" fmla="*/ 0 w 223665"/>
                <a:gd name="connsiteY9" fmla="*/ 88737 h 204925"/>
                <a:gd name="connsiteX10" fmla="*/ 0 w 223665"/>
                <a:gd name="connsiteY10" fmla="*/ 94483 h 204925"/>
                <a:gd name="connsiteX11" fmla="*/ 37062 w 223665"/>
                <a:gd name="connsiteY11" fmla="*/ 131510 h 204925"/>
                <a:gd name="connsiteX12" fmla="*/ 41535 w 223665"/>
                <a:gd name="connsiteY12" fmla="*/ 131510 h 204925"/>
                <a:gd name="connsiteX13" fmla="*/ 26199 w 223665"/>
                <a:gd name="connsiteY13" fmla="*/ 175560 h 204925"/>
                <a:gd name="connsiteX14" fmla="*/ 21726 w 223665"/>
                <a:gd name="connsiteY14" fmla="*/ 181944 h 204925"/>
                <a:gd name="connsiteX15" fmla="*/ 58148 w 223665"/>
                <a:gd name="connsiteY15" fmla="*/ 199180 h 204925"/>
                <a:gd name="connsiteX16" fmla="*/ 61343 w 223665"/>
                <a:gd name="connsiteY16" fmla="*/ 195350 h 204925"/>
                <a:gd name="connsiteX17" fmla="*/ 83708 w 223665"/>
                <a:gd name="connsiteY17" fmla="*/ 132148 h 204925"/>
                <a:gd name="connsiteX18" fmla="*/ 86903 w 223665"/>
                <a:gd name="connsiteY18" fmla="*/ 132148 h 204925"/>
                <a:gd name="connsiteX19" fmla="*/ 86903 w 223665"/>
                <a:gd name="connsiteY19" fmla="*/ 204926 h 204925"/>
                <a:gd name="connsiteX20" fmla="*/ 127799 w 223665"/>
                <a:gd name="connsiteY20" fmla="*/ 204926 h 204925"/>
                <a:gd name="connsiteX21" fmla="*/ 127799 w 223665"/>
                <a:gd name="connsiteY21" fmla="*/ 130872 h 204925"/>
                <a:gd name="connsiteX22" fmla="*/ 130994 w 223665"/>
                <a:gd name="connsiteY22" fmla="*/ 130872 h 204925"/>
                <a:gd name="connsiteX23" fmla="*/ 153358 w 223665"/>
                <a:gd name="connsiteY23" fmla="*/ 194073 h 204925"/>
                <a:gd name="connsiteX24" fmla="*/ 156553 w 223665"/>
                <a:gd name="connsiteY24" fmla="*/ 197903 h 204925"/>
                <a:gd name="connsiteX25" fmla="*/ 194893 w 223665"/>
                <a:gd name="connsiteY25" fmla="*/ 180028 h 204925"/>
                <a:gd name="connsiteX26" fmla="*/ 189781 w 223665"/>
                <a:gd name="connsiteY26" fmla="*/ 173644 h 204925"/>
                <a:gd name="connsiteX27" fmla="*/ 172528 w 223665"/>
                <a:gd name="connsiteY27" fmla="*/ 130233 h 204925"/>
                <a:gd name="connsiteX28" fmla="*/ 186586 w 223665"/>
                <a:gd name="connsiteY28" fmla="*/ 130233 h 204925"/>
                <a:gd name="connsiteX29" fmla="*/ 223648 w 223665"/>
                <a:gd name="connsiteY29" fmla="*/ 93206 h 204925"/>
                <a:gd name="connsiteX30" fmla="*/ 223648 w 223665"/>
                <a:gd name="connsiteY30" fmla="*/ 87461 h 204925"/>
                <a:gd name="connsiteX31" fmla="*/ 187225 w 223665"/>
                <a:gd name="connsiteY31" fmla="*/ 51072 h 204925"/>
                <a:gd name="connsiteX32" fmla="*/ 187225 w 223665"/>
                <a:gd name="connsiteY32" fmla="*/ 51072 h 204925"/>
                <a:gd name="connsiteX33" fmla="*/ 54314 w 223665"/>
                <a:gd name="connsiteY33" fmla="*/ 181944 h 204925"/>
                <a:gd name="connsiteX34" fmla="*/ 41535 w 223665"/>
                <a:gd name="connsiteY34" fmla="*/ 175560 h 204925"/>
                <a:gd name="connsiteX35" fmla="*/ 54954 w 223665"/>
                <a:gd name="connsiteY35" fmla="*/ 130872 h 204925"/>
                <a:gd name="connsiteX36" fmla="*/ 70928 w 223665"/>
                <a:gd name="connsiteY36" fmla="*/ 130872 h 204925"/>
                <a:gd name="connsiteX37" fmla="*/ 54314 w 223665"/>
                <a:gd name="connsiteY37" fmla="*/ 181944 h 204925"/>
                <a:gd name="connsiteX38" fmla="*/ 115658 w 223665"/>
                <a:gd name="connsiteY38" fmla="*/ 190243 h 204925"/>
                <a:gd name="connsiteX39" fmla="*/ 100322 w 223665"/>
                <a:gd name="connsiteY39" fmla="*/ 190243 h 204925"/>
                <a:gd name="connsiteX40" fmla="*/ 100322 w 223665"/>
                <a:gd name="connsiteY40" fmla="*/ 131510 h 204925"/>
                <a:gd name="connsiteX41" fmla="*/ 115658 w 223665"/>
                <a:gd name="connsiteY41" fmla="*/ 131510 h 204925"/>
                <a:gd name="connsiteX42" fmla="*/ 115658 w 223665"/>
                <a:gd name="connsiteY42" fmla="*/ 190243 h 204925"/>
                <a:gd name="connsiteX43" fmla="*/ 161027 w 223665"/>
                <a:gd name="connsiteY43" fmla="*/ 181944 h 204925"/>
                <a:gd name="connsiteX44" fmla="*/ 143774 w 223665"/>
                <a:gd name="connsiteY44" fmla="*/ 131510 h 204925"/>
                <a:gd name="connsiteX45" fmla="*/ 160387 w 223665"/>
                <a:gd name="connsiteY45" fmla="*/ 131510 h 204925"/>
                <a:gd name="connsiteX46" fmla="*/ 175723 w 223665"/>
                <a:gd name="connsiteY46" fmla="*/ 175560 h 204925"/>
                <a:gd name="connsiteX47" fmla="*/ 161027 w 223665"/>
                <a:gd name="connsiteY47" fmla="*/ 181944 h 204925"/>
                <a:gd name="connsiteX48" fmla="*/ 156553 w 223665"/>
                <a:gd name="connsiteY48" fmla="*/ 24897 h 204925"/>
                <a:gd name="connsiteX49" fmla="*/ 146330 w 223665"/>
                <a:gd name="connsiteY49" fmla="*/ 24897 h 204925"/>
                <a:gd name="connsiteX50" fmla="*/ 146330 w 223665"/>
                <a:gd name="connsiteY50" fmla="*/ 13406 h 204925"/>
                <a:gd name="connsiteX51" fmla="*/ 156553 w 223665"/>
                <a:gd name="connsiteY51" fmla="*/ 24897 h 204925"/>
                <a:gd name="connsiteX52" fmla="*/ 57509 w 223665"/>
                <a:gd name="connsiteY52" fmla="*/ 12130 h 204925"/>
                <a:gd name="connsiteX53" fmla="*/ 133550 w 223665"/>
                <a:gd name="connsiteY53" fmla="*/ 12130 h 204925"/>
                <a:gd name="connsiteX54" fmla="*/ 133550 w 223665"/>
                <a:gd name="connsiteY54" fmla="*/ 31281 h 204925"/>
                <a:gd name="connsiteX55" fmla="*/ 139940 w 223665"/>
                <a:gd name="connsiteY55" fmla="*/ 37665 h 204925"/>
                <a:gd name="connsiteX56" fmla="*/ 157192 w 223665"/>
                <a:gd name="connsiteY56" fmla="*/ 37665 h 204925"/>
                <a:gd name="connsiteX57" fmla="*/ 157192 w 223665"/>
                <a:gd name="connsiteY57" fmla="*/ 50433 h 204925"/>
                <a:gd name="connsiteX58" fmla="*/ 57509 w 223665"/>
                <a:gd name="connsiteY58" fmla="*/ 50433 h 204925"/>
                <a:gd name="connsiteX59" fmla="*/ 57509 w 223665"/>
                <a:gd name="connsiteY59" fmla="*/ 12130 h 204925"/>
                <a:gd name="connsiteX60" fmla="*/ 211507 w 223665"/>
                <a:gd name="connsiteY60" fmla="*/ 93845 h 204925"/>
                <a:gd name="connsiteX61" fmla="*/ 187225 w 223665"/>
                <a:gd name="connsiteY61" fmla="*/ 118104 h 204925"/>
                <a:gd name="connsiteX62" fmla="*/ 37701 w 223665"/>
                <a:gd name="connsiteY62" fmla="*/ 118104 h 204925"/>
                <a:gd name="connsiteX63" fmla="*/ 13419 w 223665"/>
                <a:gd name="connsiteY63" fmla="*/ 93845 h 204925"/>
                <a:gd name="connsiteX64" fmla="*/ 13419 w 223665"/>
                <a:gd name="connsiteY64" fmla="*/ 88099 h 204925"/>
                <a:gd name="connsiteX65" fmla="*/ 37701 w 223665"/>
                <a:gd name="connsiteY65" fmla="*/ 63840 h 204925"/>
                <a:gd name="connsiteX66" fmla="*/ 187225 w 223665"/>
                <a:gd name="connsiteY66" fmla="*/ 63840 h 204925"/>
                <a:gd name="connsiteX67" fmla="*/ 211507 w 223665"/>
                <a:gd name="connsiteY67" fmla="*/ 88099 h 204925"/>
                <a:gd name="connsiteX68" fmla="*/ 211507 w 223665"/>
                <a:gd name="connsiteY68" fmla="*/ 88099 h 204925"/>
                <a:gd name="connsiteX69" fmla="*/ 211507 w 223665"/>
                <a:gd name="connsiteY69" fmla="*/ 93845 h 20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23665" h="204925">
                  <a:moveTo>
                    <a:pt x="187225" y="51072"/>
                  </a:moveTo>
                  <a:lnTo>
                    <a:pt x="169972" y="51072"/>
                  </a:lnTo>
                  <a:lnTo>
                    <a:pt x="169972" y="29366"/>
                  </a:lnTo>
                  <a:cubicBezTo>
                    <a:pt x="169972" y="12768"/>
                    <a:pt x="156553" y="0"/>
                    <a:pt x="139940" y="0"/>
                  </a:cubicBezTo>
                  <a:cubicBezTo>
                    <a:pt x="139940" y="0"/>
                    <a:pt x="139940" y="0"/>
                    <a:pt x="139940" y="0"/>
                  </a:cubicBezTo>
                  <a:lnTo>
                    <a:pt x="51119" y="0"/>
                  </a:lnTo>
                  <a:cubicBezTo>
                    <a:pt x="47285" y="0"/>
                    <a:pt x="44730" y="2554"/>
                    <a:pt x="44730" y="6384"/>
                  </a:cubicBezTo>
                  <a:lnTo>
                    <a:pt x="44730" y="51710"/>
                  </a:lnTo>
                  <a:lnTo>
                    <a:pt x="37062" y="51710"/>
                  </a:lnTo>
                  <a:cubicBezTo>
                    <a:pt x="16614" y="51710"/>
                    <a:pt x="0" y="68309"/>
                    <a:pt x="0" y="88737"/>
                  </a:cubicBezTo>
                  <a:lnTo>
                    <a:pt x="0" y="94483"/>
                  </a:lnTo>
                  <a:cubicBezTo>
                    <a:pt x="0" y="114912"/>
                    <a:pt x="16614" y="131510"/>
                    <a:pt x="37062" y="131510"/>
                  </a:cubicBezTo>
                  <a:lnTo>
                    <a:pt x="41535" y="131510"/>
                  </a:lnTo>
                  <a:cubicBezTo>
                    <a:pt x="40896" y="147470"/>
                    <a:pt x="35145" y="162792"/>
                    <a:pt x="26199" y="175560"/>
                  </a:cubicBezTo>
                  <a:lnTo>
                    <a:pt x="21726" y="181944"/>
                  </a:lnTo>
                  <a:lnTo>
                    <a:pt x="58148" y="199180"/>
                  </a:lnTo>
                  <a:lnTo>
                    <a:pt x="61343" y="195350"/>
                  </a:lnTo>
                  <a:cubicBezTo>
                    <a:pt x="75401" y="177475"/>
                    <a:pt x="83708" y="155131"/>
                    <a:pt x="83708" y="132148"/>
                  </a:cubicBezTo>
                  <a:lnTo>
                    <a:pt x="86903" y="132148"/>
                  </a:lnTo>
                  <a:lnTo>
                    <a:pt x="86903" y="204926"/>
                  </a:lnTo>
                  <a:lnTo>
                    <a:pt x="127799" y="204926"/>
                  </a:lnTo>
                  <a:lnTo>
                    <a:pt x="127799" y="130872"/>
                  </a:lnTo>
                  <a:lnTo>
                    <a:pt x="130994" y="130872"/>
                  </a:lnTo>
                  <a:cubicBezTo>
                    <a:pt x="130994" y="153854"/>
                    <a:pt x="139301" y="176198"/>
                    <a:pt x="153358" y="194073"/>
                  </a:cubicBezTo>
                  <a:lnTo>
                    <a:pt x="156553" y="197903"/>
                  </a:lnTo>
                  <a:lnTo>
                    <a:pt x="194893" y="180028"/>
                  </a:lnTo>
                  <a:lnTo>
                    <a:pt x="189781" y="173644"/>
                  </a:lnTo>
                  <a:cubicBezTo>
                    <a:pt x="180835" y="160876"/>
                    <a:pt x="174445" y="145555"/>
                    <a:pt x="172528" y="130233"/>
                  </a:cubicBezTo>
                  <a:lnTo>
                    <a:pt x="186586" y="130233"/>
                  </a:lnTo>
                  <a:cubicBezTo>
                    <a:pt x="207034" y="130233"/>
                    <a:pt x="223648" y="113635"/>
                    <a:pt x="223648" y="93206"/>
                  </a:cubicBezTo>
                  <a:lnTo>
                    <a:pt x="223648" y="87461"/>
                  </a:lnTo>
                  <a:cubicBezTo>
                    <a:pt x="224287" y="67670"/>
                    <a:pt x="207673" y="51072"/>
                    <a:pt x="187225" y="51072"/>
                  </a:cubicBezTo>
                  <a:cubicBezTo>
                    <a:pt x="187225" y="51072"/>
                    <a:pt x="187225" y="51072"/>
                    <a:pt x="187225" y="51072"/>
                  </a:cubicBezTo>
                  <a:close/>
                  <a:moveTo>
                    <a:pt x="54314" y="181944"/>
                  </a:moveTo>
                  <a:lnTo>
                    <a:pt x="41535" y="175560"/>
                  </a:lnTo>
                  <a:cubicBezTo>
                    <a:pt x="49841" y="162153"/>
                    <a:pt x="54314" y="146832"/>
                    <a:pt x="54954" y="130872"/>
                  </a:cubicBezTo>
                  <a:lnTo>
                    <a:pt x="70928" y="130872"/>
                  </a:lnTo>
                  <a:cubicBezTo>
                    <a:pt x="70928" y="149385"/>
                    <a:pt x="65177" y="167260"/>
                    <a:pt x="54314" y="181944"/>
                  </a:cubicBezTo>
                  <a:close/>
                  <a:moveTo>
                    <a:pt x="115658" y="190243"/>
                  </a:moveTo>
                  <a:lnTo>
                    <a:pt x="100322" y="190243"/>
                  </a:lnTo>
                  <a:lnTo>
                    <a:pt x="100322" y="131510"/>
                  </a:lnTo>
                  <a:lnTo>
                    <a:pt x="115658" y="131510"/>
                  </a:lnTo>
                  <a:lnTo>
                    <a:pt x="115658" y="190243"/>
                  </a:lnTo>
                  <a:close/>
                  <a:moveTo>
                    <a:pt x="161027" y="181944"/>
                  </a:moveTo>
                  <a:cubicBezTo>
                    <a:pt x="150164" y="167260"/>
                    <a:pt x="144413" y="149385"/>
                    <a:pt x="143774" y="131510"/>
                  </a:cubicBezTo>
                  <a:lnTo>
                    <a:pt x="160387" y="131510"/>
                  </a:lnTo>
                  <a:cubicBezTo>
                    <a:pt x="162304" y="146832"/>
                    <a:pt x="167416" y="162153"/>
                    <a:pt x="175723" y="175560"/>
                  </a:cubicBezTo>
                  <a:lnTo>
                    <a:pt x="161027" y="181944"/>
                  </a:lnTo>
                  <a:close/>
                  <a:moveTo>
                    <a:pt x="156553" y="24897"/>
                  </a:moveTo>
                  <a:lnTo>
                    <a:pt x="146330" y="24897"/>
                  </a:lnTo>
                  <a:lnTo>
                    <a:pt x="146330" y="13406"/>
                  </a:lnTo>
                  <a:cubicBezTo>
                    <a:pt x="151442" y="15322"/>
                    <a:pt x="155275" y="19790"/>
                    <a:pt x="156553" y="24897"/>
                  </a:cubicBezTo>
                  <a:close/>
                  <a:moveTo>
                    <a:pt x="57509" y="12130"/>
                  </a:moveTo>
                  <a:lnTo>
                    <a:pt x="133550" y="12130"/>
                  </a:lnTo>
                  <a:lnTo>
                    <a:pt x="133550" y="31281"/>
                  </a:lnTo>
                  <a:cubicBezTo>
                    <a:pt x="133550" y="35112"/>
                    <a:pt x="136106" y="37665"/>
                    <a:pt x="139940" y="37665"/>
                  </a:cubicBezTo>
                  <a:lnTo>
                    <a:pt x="157192" y="37665"/>
                  </a:lnTo>
                  <a:lnTo>
                    <a:pt x="157192" y="50433"/>
                  </a:lnTo>
                  <a:lnTo>
                    <a:pt x="57509" y="50433"/>
                  </a:lnTo>
                  <a:lnTo>
                    <a:pt x="57509" y="12130"/>
                  </a:lnTo>
                  <a:close/>
                  <a:moveTo>
                    <a:pt x="211507" y="93845"/>
                  </a:moveTo>
                  <a:cubicBezTo>
                    <a:pt x="211507" y="107251"/>
                    <a:pt x="200644" y="118104"/>
                    <a:pt x="187225" y="118104"/>
                  </a:cubicBezTo>
                  <a:lnTo>
                    <a:pt x="37701" y="118104"/>
                  </a:lnTo>
                  <a:cubicBezTo>
                    <a:pt x="24282" y="118104"/>
                    <a:pt x="13419" y="107251"/>
                    <a:pt x="13419" y="93845"/>
                  </a:cubicBezTo>
                  <a:lnTo>
                    <a:pt x="13419" y="88099"/>
                  </a:lnTo>
                  <a:cubicBezTo>
                    <a:pt x="13419" y="74693"/>
                    <a:pt x="24282" y="63840"/>
                    <a:pt x="37701" y="63840"/>
                  </a:cubicBezTo>
                  <a:lnTo>
                    <a:pt x="187225" y="63840"/>
                  </a:lnTo>
                  <a:cubicBezTo>
                    <a:pt x="200644" y="63840"/>
                    <a:pt x="211507" y="74693"/>
                    <a:pt x="211507" y="88099"/>
                  </a:cubicBezTo>
                  <a:lnTo>
                    <a:pt x="211507" y="88099"/>
                  </a:lnTo>
                  <a:lnTo>
                    <a:pt x="211507" y="93845"/>
                  </a:lnTo>
                  <a:close/>
                </a:path>
              </a:pathLst>
            </a:custGeom>
            <a:solidFill>
              <a:srgbClr val="007680"/>
            </a:solidFill>
            <a:ln w="6390" cap="flat">
              <a:noFill/>
              <a:prstDash val="solid"/>
              <a:miter/>
            </a:ln>
          </p:spPr>
          <p:txBody>
            <a:bodyPr rtlCol="0" anchor="ctr"/>
            <a:lstStyle/>
            <a:p>
              <a:endParaRPr lang="en-US"/>
            </a:p>
          </p:txBody>
        </p:sp>
        <p:sp>
          <p:nvSpPr>
            <p:cNvPr id="1634" name="Graphic 1100">
              <a:extLst>
                <a:ext uri="{FF2B5EF4-FFF2-40B4-BE49-F238E27FC236}">
                  <a16:creationId xmlns:a16="http://schemas.microsoft.com/office/drawing/2014/main" id="{D61F6D25-D4CF-1145-982C-05CA90DA3735}"/>
                </a:ext>
              </a:extLst>
            </p:cNvPr>
            <p:cNvSpPr/>
            <p:nvPr/>
          </p:nvSpPr>
          <p:spPr>
            <a:xfrm>
              <a:off x="2796875" y="1559933"/>
              <a:ext cx="29393" cy="12767"/>
            </a:xfrm>
            <a:custGeom>
              <a:avLst/>
              <a:gdLst>
                <a:gd name="connsiteX0" fmla="*/ 23004 w 29393"/>
                <a:gd name="connsiteY0" fmla="*/ 0 h 12767"/>
                <a:gd name="connsiteX1" fmla="*/ 6390 w 29393"/>
                <a:gd name="connsiteY1" fmla="*/ 0 h 12767"/>
                <a:gd name="connsiteX2" fmla="*/ 0 w 29393"/>
                <a:gd name="connsiteY2" fmla="*/ 6384 h 12767"/>
                <a:gd name="connsiteX3" fmla="*/ 6390 w 29393"/>
                <a:gd name="connsiteY3" fmla="*/ 12768 h 12767"/>
                <a:gd name="connsiteX4" fmla="*/ 23004 w 29393"/>
                <a:gd name="connsiteY4" fmla="*/ 12768 h 12767"/>
                <a:gd name="connsiteX5" fmla="*/ 29394 w 29393"/>
                <a:gd name="connsiteY5" fmla="*/ 6384 h 12767"/>
                <a:gd name="connsiteX6" fmla="*/ 23004 w 29393"/>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93" h="12767">
                  <a:moveTo>
                    <a:pt x="23004" y="0"/>
                  </a:moveTo>
                  <a:lnTo>
                    <a:pt x="6390" y="0"/>
                  </a:lnTo>
                  <a:cubicBezTo>
                    <a:pt x="2556" y="0"/>
                    <a:pt x="0" y="2554"/>
                    <a:pt x="0" y="6384"/>
                  </a:cubicBezTo>
                  <a:cubicBezTo>
                    <a:pt x="0" y="10214"/>
                    <a:pt x="2556" y="12768"/>
                    <a:pt x="6390" y="12768"/>
                  </a:cubicBezTo>
                  <a:lnTo>
                    <a:pt x="23004" y="12768"/>
                  </a:lnTo>
                  <a:cubicBezTo>
                    <a:pt x="26838" y="12768"/>
                    <a:pt x="29394" y="10214"/>
                    <a:pt x="29394" y="6384"/>
                  </a:cubicBezTo>
                  <a:cubicBezTo>
                    <a:pt x="29394" y="2554"/>
                    <a:pt x="26199" y="0"/>
                    <a:pt x="23004" y="0"/>
                  </a:cubicBezTo>
                  <a:close/>
                </a:path>
              </a:pathLst>
            </a:custGeom>
            <a:solidFill>
              <a:srgbClr val="007680"/>
            </a:solidFill>
            <a:ln w="6390" cap="flat">
              <a:noFill/>
              <a:prstDash val="solid"/>
              <a:miter/>
            </a:ln>
          </p:spPr>
          <p:txBody>
            <a:bodyPr rtlCol="0" anchor="ctr"/>
            <a:lstStyle/>
            <a:p>
              <a:endParaRPr lang="en-US"/>
            </a:p>
          </p:txBody>
        </p:sp>
      </p:grpSp>
      <p:grpSp>
        <p:nvGrpSpPr>
          <p:cNvPr id="1635" name="Graphic 1100">
            <a:extLst>
              <a:ext uri="{FF2B5EF4-FFF2-40B4-BE49-F238E27FC236}">
                <a16:creationId xmlns:a16="http://schemas.microsoft.com/office/drawing/2014/main" id="{1715A4B5-8ECE-E24E-B7CE-45C68D701185}"/>
              </a:ext>
            </a:extLst>
          </p:cNvPr>
          <p:cNvGrpSpPr/>
          <p:nvPr/>
        </p:nvGrpSpPr>
        <p:grpSpPr>
          <a:xfrm>
            <a:off x="2998797" y="1406238"/>
            <a:ext cx="362309" cy="362450"/>
            <a:chOff x="2998797" y="1406238"/>
            <a:chExt cx="362309" cy="362450"/>
          </a:xfrm>
          <a:solidFill>
            <a:srgbClr val="007680"/>
          </a:solidFill>
        </p:grpSpPr>
        <p:sp>
          <p:nvSpPr>
            <p:cNvPr id="1636" name="Graphic 1100">
              <a:extLst>
                <a:ext uri="{FF2B5EF4-FFF2-40B4-BE49-F238E27FC236}">
                  <a16:creationId xmlns:a16="http://schemas.microsoft.com/office/drawing/2014/main" id="{F5E1DBD8-2A4F-0441-88B9-4A9779A66059}"/>
                </a:ext>
              </a:extLst>
            </p:cNvPr>
            <p:cNvSpPr/>
            <p:nvPr/>
          </p:nvSpPr>
          <p:spPr>
            <a:xfrm>
              <a:off x="3210943" y="1616750"/>
              <a:ext cx="31949" cy="51071"/>
            </a:xfrm>
            <a:custGeom>
              <a:avLst/>
              <a:gdLst>
                <a:gd name="connsiteX0" fmla="*/ 0 w 31949"/>
                <a:gd name="connsiteY0" fmla="*/ 638 h 51071"/>
                <a:gd name="connsiteX1" fmla="*/ 17253 w 31949"/>
                <a:gd name="connsiteY1" fmla="*/ 51072 h 51071"/>
                <a:gd name="connsiteX2" fmla="*/ 31950 w 31949"/>
                <a:gd name="connsiteY2" fmla="*/ 44049 h 51071"/>
                <a:gd name="connsiteX3" fmla="*/ 16614 w 31949"/>
                <a:gd name="connsiteY3" fmla="*/ 0 h 51071"/>
                <a:gd name="connsiteX4" fmla="*/ 0 w 31949"/>
                <a:gd name="connsiteY4" fmla="*/ 638 h 510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49" h="51071">
                  <a:moveTo>
                    <a:pt x="0" y="638"/>
                  </a:moveTo>
                  <a:cubicBezTo>
                    <a:pt x="639" y="19152"/>
                    <a:pt x="6390" y="36389"/>
                    <a:pt x="17253" y="51072"/>
                  </a:cubicBezTo>
                  <a:lnTo>
                    <a:pt x="31950" y="44049"/>
                  </a:lnTo>
                  <a:cubicBezTo>
                    <a:pt x="23643" y="30643"/>
                    <a:pt x="18531" y="15960"/>
                    <a:pt x="16614" y="0"/>
                  </a:cubicBezTo>
                  <a:lnTo>
                    <a:pt x="0" y="638"/>
                  </a:lnTo>
                  <a:close/>
                </a:path>
              </a:pathLst>
            </a:custGeom>
            <a:solidFill>
              <a:srgbClr val="007680"/>
            </a:solidFill>
            <a:ln w="6390" cap="flat">
              <a:noFill/>
              <a:prstDash val="solid"/>
              <a:miter/>
            </a:ln>
          </p:spPr>
          <p:txBody>
            <a:bodyPr rtlCol="0" anchor="ctr"/>
            <a:lstStyle/>
            <a:p>
              <a:endParaRPr lang="en-US"/>
            </a:p>
          </p:txBody>
        </p:sp>
        <p:sp>
          <p:nvSpPr>
            <p:cNvPr id="1637" name="Graphic 1100">
              <a:extLst>
                <a:ext uri="{FF2B5EF4-FFF2-40B4-BE49-F238E27FC236}">
                  <a16:creationId xmlns:a16="http://schemas.microsoft.com/office/drawing/2014/main" id="{4C626D2E-B5A7-7546-B0F7-A88A57E98A86}"/>
                </a:ext>
              </a:extLst>
            </p:cNvPr>
            <p:cNvSpPr/>
            <p:nvPr/>
          </p:nvSpPr>
          <p:spPr>
            <a:xfrm>
              <a:off x="3214138" y="1499285"/>
              <a:ext cx="10223" cy="11491"/>
            </a:xfrm>
            <a:custGeom>
              <a:avLst/>
              <a:gdLst>
                <a:gd name="connsiteX0" fmla="*/ 0 w 10223"/>
                <a:gd name="connsiteY0" fmla="*/ 11491 h 11491"/>
                <a:gd name="connsiteX1" fmla="*/ 10224 w 10223"/>
                <a:gd name="connsiteY1" fmla="*/ 11491 h 11491"/>
                <a:gd name="connsiteX2" fmla="*/ 0 w 10223"/>
                <a:gd name="connsiteY2" fmla="*/ 0 h 11491"/>
                <a:gd name="connsiteX3" fmla="*/ 0 w 10223"/>
                <a:gd name="connsiteY3" fmla="*/ 11491 h 11491"/>
              </a:gdLst>
              <a:ahLst/>
              <a:cxnLst>
                <a:cxn ang="0">
                  <a:pos x="connsiteX0" y="connsiteY0"/>
                </a:cxn>
                <a:cxn ang="0">
                  <a:pos x="connsiteX1" y="connsiteY1"/>
                </a:cxn>
                <a:cxn ang="0">
                  <a:pos x="connsiteX2" y="connsiteY2"/>
                </a:cxn>
                <a:cxn ang="0">
                  <a:pos x="connsiteX3" y="connsiteY3"/>
                </a:cxn>
              </a:cxnLst>
              <a:rect l="l" t="t" r="r" b="b"/>
              <a:pathLst>
                <a:path w="10223" h="11491">
                  <a:moveTo>
                    <a:pt x="0" y="11491"/>
                  </a:moveTo>
                  <a:lnTo>
                    <a:pt x="10224" y="11491"/>
                  </a:lnTo>
                  <a:cubicBezTo>
                    <a:pt x="8946" y="6384"/>
                    <a:pt x="5112" y="1915"/>
                    <a:pt x="0" y="0"/>
                  </a:cubicBezTo>
                  <a:lnTo>
                    <a:pt x="0" y="11491"/>
                  </a:lnTo>
                  <a:close/>
                </a:path>
              </a:pathLst>
            </a:custGeom>
            <a:solidFill>
              <a:srgbClr val="007680"/>
            </a:solidFill>
            <a:ln w="6390" cap="flat">
              <a:noFill/>
              <a:prstDash val="solid"/>
              <a:miter/>
            </a:ln>
          </p:spPr>
          <p:txBody>
            <a:bodyPr rtlCol="0" anchor="ctr"/>
            <a:lstStyle/>
            <a:p>
              <a:endParaRPr lang="en-US"/>
            </a:p>
          </p:txBody>
        </p:sp>
        <p:sp>
          <p:nvSpPr>
            <p:cNvPr id="1638" name="Graphic 1100">
              <a:extLst>
                <a:ext uri="{FF2B5EF4-FFF2-40B4-BE49-F238E27FC236}">
                  <a16:creationId xmlns:a16="http://schemas.microsoft.com/office/drawing/2014/main" id="{F4B6A5F4-2C41-6040-885B-6F0E4BF44BDF}"/>
                </a:ext>
              </a:extLst>
            </p:cNvPr>
            <p:cNvSpPr/>
            <p:nvPr/>
          </p:nvSpPr>
          <p:spPr>
            <a:xfrm>
              <a:off x="3166852" y="1617388"/>
              <a:ext cx="15335" cy="58732"/>
            </a:xfrm>
            <a:custGeom>
              <a:avLst/>
              <a:gdLst>
                <a:gd name="connsiteX0" fmla="*/ 0 w 15335"/>
                <a:gd name="connsiteY0" fmla="*/ 0 h 58732"/>
                <a:gd name="connsiteX1" fmla="*/ 15336 w 15335"/>
                <a:gd name="connsiteY1" fmla="*/ 0 h 58732"/>
                <a:gd name="connsiteX2" fmla="*/ 15336 w 15335"/>
                <a:gd name="connsiteY2" fmla="*/ 58733 h 58732"/>
                <a:gd name="connsiteX3" fmla="*/ 0 w 15335"/>
                <a:gd name="connsiteY3" fmla="*/ 58733 h 58732"/>
              </a:gdLst>
              <a:ahLst/>
              <a:cxnLst>
                <a:cxn ang="0">
                  <a:pos x="connsiteX0" y="connsiteY0"/>
                </a:cxn>
                <a:cxn ang="0">
                  <a:pos x="connsiteX1" y="connsiteY1"/>
                </a:cxn>
                <a:cxn ang="0">
                  <a:pos x="connsiteX2" y="connsiteY2"/>
                </a:cxn>
                <a:cxn ang="0">
                  <a:pos x="connsiteX3" y="connsiteY3"/>
                </a:cxn>
              </a:cxnLst>
              <a:rect l="l" t="t" r="r" b="b"/>
              <a:pathLst>
                <a:path w="15335" h="58732">
                  <a:moveTo>
                    <a:pt x="0" y="0"/>
                  </a:moveTo>
                  <a:lnTo>
                    <a:pt x="15336" y="0"/>
                  </a:lnTo>
                  <a:lnTo>
                    <a:pt x="15336" y="58733"/>
                  </a:lnTo>
                  <a:lnTo>
                    <a:pt x="0" y="58733"/>
                  </a:lnTo>
                  <a:close/>
                </a:path>
              </a:pathLst>
            </a:custGeom>
            <a:solidFill>
              <a:srgbClr val="007680"/>
            </a:solidFill>
            <a:ln w="6390" cap="flat">
              <a:noFill/>
              <a:prstDash val="solid"/>
              <a:miter/>
            </a:ln>
          </p:spPr>
          <p:txBody>
            <a:bodyPr rtlCol="0" anchor="ctr"/>
            <a:lstStyle/>
            <a:p>
              <a:endParaRPr lang="en-US"/>
            </a:p>
          </p:txBody>
        </p:sp>
        <p:sp>
          <p:nvSpPr>
            <p:cNvPr id="1639" name="Graphic 1100">
              <a:extLst>
                <a:ext uri="{FF2B5EF4-FFF2-40B4-BE49-F238E27FC236}">
                  <a16:creationId xmlns:a16="http://schemas.microsoft.com/office/drawing/2014/main" id="{6E55CD69-8EE3-A54D-BE9A-F90A191C4073}"/>
                </a:ext>
              </a:extLst>
            </p:cNvPr>
            <p:cNvSpPr/>
            <p:nvPr/>
          </p:nvSpPr>
          <p:spPr>
            <a:xfrm>
              <a:off x="3125318" y="1498008"/>
              <a:ext cx="99683" cy="38942"/>
            </a:xfrm>
            <a:custGeom>
              <a:avLst/>
              <a:gdLst>
                <a:gd name="connsiteX0" fmla="*/ 99044 w 99683"/>
                <a:gd name="connsiteY0" fmla="*/ 25536 h 38942"/>
                <a:gd name="connsiteX1" fmla="*/ 82430 w 99683"/>
                <a:gd name="connsiteY1" fmla="*/ 25536 h 38942"/>
                <a:gd name="connsiteX2" fmla="*/ 76040 w 99683"/>
                <a:gd name="connsiteY2" fmla="*/ 19152 h 38942"/>
                <a:gd name="connsiteX3" fmla="*/ 76040 w 99683"/>
                <a:gd name="connsiteY3" fmla="*/ 0 h 38942"/>
                <a:gd name="connsiteX4" fmla="*/ 0 w 99683"/>
                <a:gd name="connsiteY4" fmla="*/ 0 h 38942"/>
                <a:gd name="connsiteX5" fmla="*/ 0 w 99683"/>
                <a:gd name="connsiteY5" fmla="*/ 38942 h 38942"/>
                <a:gd name="connsiteX6" fmla="*/ 99683 w 99683"/>
                <a:gd name="connsiteY6" fmla="*/ 38942 h 38942"/>
                <a:gd name="connsiteX7" fmla="*/ 99044 w 99683"/>
                <a:gd name="connsiteY7" fmla="*/ 25536 h 3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683" h="38942">
                  <a:moveTo>
                    <a:pt x="99044" y="25536"/>
                  </a:moveTo>
                  <a:lnTo>
                    <a:pt x="82430" y="25536"/>
                  </a:lnTo>
                  <a:cubicBezTo>
                    <a:pt x="78596" y="25536"/>
                    <a:pt x="76040" y="22982"/>
                    <a:pt x="76040" y="19152"/>
                  </a:cubicBezTo>
                  <a:lnTo>
                    <a:pt x="76040" y="0"/>
                  </a:lnTo>
                  <a:lnTo>
                    <a:pt x="0" y="0"/>
                  </a:lnTo>
                  <a:lnTo>
                    <a:pt x="0" y="38942"/>
                  </a:lnTo>
                  <a:lnTo>
                    <a:pt x="99683" y="38942"/>
                  </a:lnTo>
                  <a:lnTo>
                    <a:pt x="99044" y="25536"/>
                  </a:lnTo>
                  <a:close/>
                </a:path>
              </a:pathLst>
            </a:custGeom>
            <a:solidFill>
              <a:srgbClr val="007680"/>
            </a:solidFill>
            <a:ln w="6390" cap="flat">
              <a:noFill/>
              <a:prstDash val="solid"/>
              <a:miter/>
            </a:ln>
          </p:spPr>
          <p:txBody>
            <a:bodyPr rtlCol="0" anchor="ctr"/>
            <a:lstStyle/>
            <a:p>
              <a:endParaRPr lang="en-US"/>
            </a:p>
          </p:txBody>
        </p:sp>
        <p:sp>
          <p:nvSpPr>
            <p:cNvPr id="1640" name="Graphic 1100">
              <a:extLst>
                <a:ext uri="{FF2B5EF4-FFF2-40B4-BE49-F238E27FC236}">
                  <a16:creationId xmlns:a16="http://schemas.microsoft.com/office/drawing/2014/main" id="{7DD01C8E-AC19-5944-BECC-72BA56CDD285}"/>
                </a:ext>
              </a:extLst>
            </p:cNvPr>
            <p:cNvSpPr/>
            <p:nvPr/>
          </p:nvSpPr>
          <p:spPr>
            <a:xfrm>
              <a:off x="3108704" y="1618027"/>
              <a:ext cx="29393" cy="50433"/>
            </a:xfrm>
            <a:custGeom>
              <a:avLst/>
              <a:gdLst>
                <a:gd name="connsiteX0" fmla="*/ 0 w 29393"/>
                <a:gd name="connsiteY0" fmla="*/ 44050 h 50433"/>
                <a:gd name="connsiteX1" fmla="*/ 12780 w 29393"/>
                <a:gd name="connsiteY1" fmla="*/ 50434 h 50433"/>
                <a:gd name="connsiteX2" fmla="*/ 29394 w 29393"/>
                <a:gd name="connsiteY2" fmla="*/ 0 h 50433"/>
                <a:gd name="connsiteX3" fmla="*/ 13419 w 29393"/>
                <a:gd name="connsiteY3" fmla="*/ 0 h 50433"/>
                <a:gd name="connsiteX4" fmla="*/ 0 w 29393"/>
                <a:gd name="connsiteY4" fmla="*/ 44050 h 50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93" h="50433">
                  <a:moveTo>
                    <a:pt x="0" y="44050"/>
                  </a:moveTo>
                  <a:lnTo>
                    <a:pt x="12780" y="50434"/>
                  </a:lnTo>
                  <a:cubicBezTo>
                    <a:pt x="23643" y="35750"/>
                    <a:pt x="29394" y="17875"/>
                    <a:pt x="29394" y="0"/>
                  </a:cubicBezTo>
                  <a:lnTo>
                    <a:pt x="13419" y="0"/>
                  </a:lnTo>
                  <a:cubicBezTo>
                    <a:pt x="12780" y="15322"/>
                    <a:pt x="8307" y="30643"/>
                    <a:pt x="0" y="44050"/>
                  </a:cubicBezTo>
                  <a:close/>
                </a:path>
              </a:pathLst>
            </a:custGeom>
            <a:solidFill>
              <a:srgbClr val="007680"/>
            </a:solidFill>
            <a:ln w="6390" cap="flat">
              <a:noFill/>
              <a:prstDash val="solid"/>
              <a:miter/>
            </a:ln>
          </p:spPr>
          <p:txBody>
            <a:bodyPr rtlCol="0" anchor="ctr"/>
            <a:lstStyle/>
            <a:p>
              <a:endParaRPr lang="en-US"/>
            </a:p>
          </p:txBody>
        </p:sp>
        <p:sp>
          <p:nvSpPr>
            <p:cNvPr id="1641" name="Graphic 1100">
              <a:extLst>
                <a:ext uri="{FF2B5EF4-FFF2-40B4-BE49-F238E27FC236}">
                  <a16:creationId xmlns:a16="http://schemas.microsoft.com/office/drawing/2014/main" id="{88319D34-67E9-6E42-9960-FB8CA0A59AFD}"/>
                </a:ext>
              </a:extLst>
            </p:cNvPr>
            <p:cNvSpPr/>
            <p:nvPr/>
          </p:nvSpPr>
          <p:spPr>
            <a:xfrm>
              <a:off x="3080588" y="1549718"/>
              <a:ext cx="198087" cy="54263"/>
            </a:xfrm>
            <a:custGeom>
              <a:avLst/>
              <a:gdLst>
                <a:gd name="connsiteX0" fmla="*/ 173806 w 198087"/>
                <a:gd name="connsiteY0" fmla="*/ 0 h 54263"/>
                <a:gd name="connsiteX1" fmla="*/ 24282 w 198087"/>
                <a:gd name="connsiteY1" fmla="*/ 0 h 54263"/>
                <a:gd name="connsiteX2" fmla="*/ 0 w 198087"/>
                <a:gd name="connsiteY2" fmla="*/ 24259 h 54263"/>
                <a:gd name="connsiteX3" fmla="*/ 0 w 198087"/>
                <a:gd name="connsiteY3" fmla="*/ 30005 h 54263"/>
                <a:gd name="connsiteX4" fmla="*/ 24282 w 198087"/>
                <a:gd name="connsiteY4" fmla="*/ 54264 h 54263"/>
                <a:gd name="connsiteX5" fmla="*/ 173806 w 198087"/>
                <a:gd name="connsiteY5" fmla="*/ 54264 h 54263"/>
                <a:gd name="connsiteX6" fmla="*/ 198088 w 198087"/>
                <a:gd name="connsiteY6" fmla="*/ 30005 h 54263"/>
                <a:gd name="connsiteX7" fmla="*/ 198088 w 198087"/>
                <a:gd name="connsiteY7" fmla="*/ 30005 h 54263"/>
                <a:gd name="connsiteX8" fmla="*/ 198088 w 198087"/>
                <a:gd name="connsiteY8" fmla="*/ 24259 h 54263"/>
                <a:gd name="connsiteX9" fmla="*/ 173806 w 198087"/>
                <a:gd name="connsiteY9" fmla="*/ 0 h 54263"/>
                <a:gd name="connsiteX10" fmla="*/ 177001 w 198087"/>
                <a:gd name="connsiteY10" fmla="*/ 22982 h 54263"/>
                <a:gd name="connsiteX11" fmla="*/ 160387 w 198087"/>
                <a:gd name="connsiteY11" fmla="*/ 22982 h 54263"/>
                <a:gd name="connsiteX12" fmla="*/ 153998 w 198087"/>
                <a:gd name="connsiteY12" fmla="*/ 16598 h 54263"/>
                <a:gd name="connsiteX13" fmla="*/ 160387 w 198087"/>
                <a:gd name="connsiteY13" fmla="*/ 10214 h 54263"/>
                <a:gd name="connsiteX14" fmla="*/ 177001 w 198087"/>
                <a:gd name="connsiteY14" fmla="*/ 10214 h 54263"/>
                <a:gd name="connsiteX15" fmla="*/ 183391 w 198087"/>
                <a:gd name="connsiteY15" fmla="*/ 16598 h 54263"/>
                <a:gd name="connsiteX16" fmla="*/ 177001 w 198087"/>
                <a:gd name="connsiteY16" fmla="*/ 22982 h 5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8087" h="54263">
                  <a:moveTo>
                    <a:pt x="173806" y="0"/>
                  </a:moveTo>
                  <a:lnTo>
                    <a:pt x="24282" y="0"/>
                  </a:lnTo>
                  <a:cubicBezTo>
                    <a:pt x="10863" y="0"/>
                    <a:pt x="0" y="10853"/>
                    <a:pt x="0" y="24259"/>
                  </a:cubicBezTo>
                  <a:lnTo>
                    <a:pt x="0" y="30005"/>
                  </a:lnTo>
                  <a:cubicBezTo>
                    <a:pt x="0" y="43411"/>
                    <a:pt x="10863" y="54264"/>
                    <a:pt x="24282" y="54264"/>
                  </a:cubicBezTo>
                  <a:lnTo>
                    <a:pt x="173806" y="54264"/>
                  </a:lnTo>
                  <a:cubicBezTo>
                    <a:pt x="187225" y="54264"/>
                    <a:pt x="198088" y="43411"/>
                    <a:pt x="198088" y="30005"/>
                  </a:cubicBezTo>
                  <a:cubicBezTo>
                    <a:pt x="198088" y="30005"/>
                    <a:pt x="198088" y="30005"/>
                    <a:pt x="198088" y="30005"/>
                  </a:cubicBezTo>
                  <a:lnTo>
                    <a:pt x="198088" y="24259"/>
                  </a:lnTo>
                  <a:cubicBezTo>
                    <a:pt x="198088" y="10853"/>
                    <a:pt x="187225" y="0"/>
                    <a:pt x="173806" y="0"/>
                  </a:cubicBezTo>
                  <a:close/>
                  <a:moveTo>
                    <a:pt x="177001" y="22982"/>
                  </a:moveTo>
                  <a:lnTo>
                    <a:pt x="160387" y="22982"/>
                  </a:lnTo>
                  <a:cubicBezTo>
                    <a:pt x="156553" y="22982"/>
                    <a:pt x="153998" y="20429"/>
                    <a:pt x="153998" y="16598"/>
                  </a:cubicBezTo>
                  <a:cubicBezTo>
                    <a:pt x="153998" y="12768"/>
                    <a:pt x="156553" y="10214"/>
                    <a:pt x="160387" y="10214"/>
                  </a:cubicBezTo>
                  <a:lnTo>
                    <a:pt x="177001" y="10214"/>
                  </a:lnTo>
                  <a:cubicBezTo>
                    <a:pt x="180835" y="10214"/>
                    <a:pt x="183391" y="12768"/>
                    <a:pt x="183391" y="16598"/>
                  </a:cubicBezTo>
                  <a:cubicBezTo>
                    <a:pt x="183391" y="20429"/>
                    <a:pt x="180835" y="22982"/>
                    <a:pt x="177001" y="22982"/>
                  </a:cubicBezTo>
                  <a:close/>
                </a:path>
              </a:pathLst>
            </a:custGeom>
            <a:solidFill>
              <a:srgbClr val="007680"/>
            </a:solidFill>
            <a:ln w="6390" cap="flat">
              <a:noFill/>
              <a:prstDash val="solid"/>
              <a:miter/>
            </a:ln>
          </p:spPr>
          <p:txBody>
            <a:bodyPr rtlCol="0" anchor="ctr"/>
            <a:lstStyle/>
            <a:p>
              <a:endParaRPr lang="en-US"/>
            </a:p>
          </p:txBody>
        </p:sp>
        <p:sp>
          <p:nvSpPr>
            <p:cNvPr id="1642" name="Graphic 1100">
              <a:extLst>
                <a:ext uri="{FF2B5EF4-FFF2-40B4-BE49-F238E27FC236}">
                  <a16:creationId xmlns:a16="http://schemas.microsoft.com/office/drawing/2014/main" id="{5710CD9D-F508-7045-A974-80B8BFB98B8E}"/>
                </a:ext>
              </a:extLst>
            </p:cNvPr>
            <p:cNvSpPr/>
            <p:nvPr/>
          </p:nvSpPr>
          <p:spPr>
            <a:xfrm>
              <a:off x="2998797" y="1406238"/>
              <a:ext cx="362309" cy="362450"/>
            </a:xfrm>
            <a:custGeom>
              <a:avLst/>
              <a:gdLst>
                <a:gd name="connsiteX0" fmla="*/ 180835 w 362309"/>
                <a:gd name="connsiteY0" fmla="*/ 479 h 362450"/>
                <a:gd name="connsiteX1" fmla="*/ 0 w 362309"/>
                <a:gd name="connsiteY1" fmla="*/ 181784 h 362450"/>
                <a:gd name="connsiteX2" fmla="*/ 181474 w 362309"/>
                <a:gd name="connsiteY2" fmla="*/ 362451 h 362450"/>
                <a:gd name="connsiteX3" fmla="*/ 362310 w 362309"/>
                <a:gd name="connsiteY3" fmla="*/ 181145 h 362450"/>
                <a:gd name="connsiteX4" fmla="*/ 180835 w 362309"/>
                <a:gd name="connsiteY4" fmla="*/ 479 h 362450"/>
                <a:gd name="connsiteX5" fmla="*/ 180835 w 362309"/>
                <a:gd name="connsiteY5" fmla="*/ 479 h 362450"/>
                <a:gd name="connsiteX6" fmla="*/ 292659 w 362309"/>
                <a:gd name="connsiteY6" fmla="*/ 173485 h 362450"/>
                <a:gd name="connsiteX7" fmla="*/ 255597 w 362309"/>
                <a:gd name="connsiteY7" fmla="*/ 210512 h 362450"/>
                <a:gd name="connsiteX8" fmla="*/ 241540 w 362309"/>
                <a:gd name="connsiteY8" fmla="*/ 210512 h 362450"/>
                <a:gd name="connsiteX9" fmla="*/ 258792 w 362309"/>
                <a:gd name="connsiteY9" fmla="*/ 253923 h 362450"/>
                <a:gd name="connsiteX10" fmla="*/ 263266 w 362309"/>
                <a:gd name="connsiteY10" fmla="*/ 260307 h 362450"/>
                <a:gd name="connsiteX11" fmla="*/ 224926 w 362309"/>
                <a:gd name="connsiteY11" fmla="*/ 278182 h 362450"/>
                <a:gd name="connsiteX12" fmla="*/ 221731 w 362309"/>
                <a:gd name="connsiteY12" fmla="*/ 274352 h 362450"/>
                <a:gd name="connsiteX13" fmla="*/ 199366 w 362309"/>
                <a:gd name="connsiteY13" fmla="*/ 211150 h 362450"/>
                <a:gd name="connsiteX14" fmla="*/ 196171 w 362309"/>
                <a:gd name="connsiteY14" fmla="*/ 211150 h 362450"/>
                <a:gd name="connsiteX15" fmla="*/ 196171 w 362309"/>
                <a:gd name="connsiteY15" fmla="*/ 283928 h 362450"/>
                <a:gd name="connsiteX16" fmla="*/ 155276 w 362309"/>
                <a:gd name="connsiteY16" fmla="*/ 283928 h 362450"/>
                <a:gd name="connsiteX17" fmla="*/ 155276 w 362309"/>
                <a:gd name="connsiteY17" fmla="*/ 210512 h 362450"/>
                <a:gd name="connsiteX18" fmla="*/ 152081 w 362309"/>
                <a:gd name="connsiteY18" fmla="*/ 210512 h 362450"/>
                <a:gd name="connsiteX19" fmla="*/ 129716 w 362309"/>
                <a:gd name="connsiteY19" fmla="*/ 273713 h 362450"/>
                <a:gd name="connsiteX20" fmla="*/ 126521 w 362309"/>
                <a:gd name="connsiteY20" fmla="*/ 277544 h 362450"/>
                <a:gd name="connsiteX21" fmla="*/ 90098 w 362309"/>
                <a:gd name="connsiteY21" fmla="*/ 260307 h 362450"/>
                <a:gd name="connsiteX22" fmla="*/ 94571 w 362309"/>
                <a:gd name="connsiteY22" fmla="*/ 253923 h 362450"/>
                <a:gd name="connsiteX23" fmla="*/ 109907 w 362309"/>
                <a:gd name="connsiteY23" fmla="*/ 209873 h 362450"/>
                <a:gd name="connsiteX24" fmla="*/ 105434 w 362309"/>
                <a:gd name="connsiteY24" fmla="*/ 209873 h 362450"/>
                <a:gd name="connsiteX25" fmla="*/ 68372 w 362309"/>
                <a:gd name="connsiteY25" fmla="*/ 172846 h 362450"/>
                <a:gd name="connsiteX26" fmla="*/ 68372 w 362309"/>
                <a:gd name="connsiteY26" fmla="*/ 167101 h 362450"/>
                <a:gd name="connsiteX27" fmla="*/ 105434 w 362309"/>
                <a:gd name="connsiteY27" fmla="*/ 130074 h 362450"/>
                <a:gd name="connsiteX28" fmla="*/ 113102 w 362309"/>
                <a:gd name="connsiteY28" fmla="*/ 130074 h 362450"/>
                <a:gd name="connsiteX29" fmla="*/ 113102 w 362309"/>
                <a:gd name="connsiteY29" fmla="*/ 84747 h 362450"/>
                <a:gd name="connsiteX30" fmla="*/ 119492 w 362309"/>
                <a:gd name="connsiteY30" fmla="*/ 78363 h 362450"/>
                <a:gd name="connsiteX31" fmla="*/ 208951 w 362309"/>
                <a:gd name="connsiteY31" fmla="*/ 78363 h 362450"/>
                <a:gd name="connsiteX32" fmla="*/ 238984 w 362309"/>
                <a:gd name="connsiteY32" fmla="*/ 107730 h 362450"/>
                <a:gd name="connsiteX33" fmla="*/ 238984 w 362309"/>
                <a:gd name="connsiteY33" fmla="*/ 107730 h 362450"/>
                <a:gd name="connsiteX34" fmla="*/ 238984 w 362309"/>
                <a:gd name="connsiteY34" fmla="*/ 129435 h 362450"/>
                <a:gd name="connsiteX35" fmla="*/ 256237 w 362309"/>
                <a:gd name="connsiteY35" fmla="*/ 129435 h 362450"/>
                <a:gd name="connsiteX36" fmla="*/ 293298 w 362309"/>
                <a:gd name="connsiteY36" fmla="*/ 166462 h 362450"/>
                <a:gd name="connsiteX37" fmla="*/ 292659 w 362309"/>
                <a:gd name="connsiteY37" fmla="*/ 173485 h 36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2309" h="362450">
                  <a:moveTo>
                    <a:pt x="180835" y="479"/>
                  </a:moveTo>
                  <a:cubicBezTo>
                    <a:pt x="80513" y="479"/>
                    <a:pt x="0" y="81555"/>
                    <a:pt x="0" y="181784"/>
                  </a:cubicBezTo>
                  <a:cubicBezTo>
                    <a:pt x="0" y="282013"/>
                    <a:pt x="81152" y="362451"/>
                    <a:pt x="181474" y="362451"/>
                  </a:cubicBezTo>
                  <a:cubicBezTo>
                    <a:pt x="281157" y="362451"/>
                    <a:pt x="362310" y="281374"/>
                    <a:pt x="362310" y="181145"/>
                  </a:cubicBezTo>
                  <a:cubicBezTo>
                    <a:pt x="362310" y="80917"/>
                    <a:pt x="281157" y="-160"/>
                    <a:pt x="180835" y="479"/>
                  </a:cubicBezTo>
                  <a:cubicBezTo>
                    <a:pt x="180835" y="-160"/>
                    <a:pt x="180835" y="-160"/>
                    <a:pt x="180835" y="479"/>
                  </a:cubicBezTo>
                  <a:close/>
                  <a:moveTo>
                    <a:pt x="292659" y="173485"/>
                  </a:moveTo>
                  <a:cubicBezTo>
                    <a:pt x="292659" y="193913"/>
                    <a:pt x="276045" y="210512"/>
                    <a:pt x="255597" y="210512"/>
                  </a:cubicBezTo>
                  <a:lnTo>
                    <a:pt x="241540" y="210512"/>
                  </a:lnTo>
                  <a:cubicBezTo>
                    <a:pt x="243457" y="226472"/>
                    <a:pt x="249208" y="241155"/>
                    <a:pt x="258792" y="253923"/>
                  </a:cubicBezTo>
                  <a:lnTo>
                    <a:pt x="263266" y="260307"/>
                  </a:lnTo>
                  <a:lnTo>
                    <a:pt x="224926" y="278182"/>
                  </a:lnTo>
                  <a:lnTo>
                    <a:pt x="221731" y="274352"/>
                  </a:lnTo>
                  <a:cubicBezTo>
                    <a:pt x="207673" y="256477"/>
                    <a:pt x="199366" y="234133"/>
                    <a:pt x="199366" y="211150"/>
                  </a:cubicBezTo>
                  <a:lnTo>
                    <a:pt x="196171" y="211150"/>
                  </a:lnTo>
                  <a:lnTo>
                    <a:pt x="196171" y="283928"/>
                  </a:lnTo>
                  <a:lnTo>
                    <a:pt x="155276" y="283928"/>
                  </a:lnTo>
                  <a:lnTo>
                    <a:pt x="155276" y="210512"/>
                  </a:lnTo>
                  <a:lnTo>
                    <a:pt x="152081" y="210512"/>
                  </a:lnTo>
                  <a:cubicBezTo>
                    <a:pt x="152081" y="233494"/>
                    <a:pt x="143774" y="255838"/>
                    <a:pt x="129716" y="273713"/>
                  </a:cubicBezTo>
                  <a:lnTo>
                    <a:pt x="126521" y="277544"/>
                  </a:lnTo>
                  <a:lnTo>
                    <a:pt x="90098" y="260307"/>
                  </a:lnTo>
                  <a:lnTo>
                    <a:pt x="94571" y="253923"/>
                  </a:lnTo>
                  <a:cubicBezTo>
                    <a:pt x="103517" y="241155"/>
                    <a:pt x="109268" y="225833"/>
                    <a:pt x="109907" y="209873"/>
                  </a:cubicBezTo>
                  <a:lnTo>
                    <a:pt x="105434" y="209873"/>
                  </a:lnTo>
                  <a:cubicBezTo>
                    <a:pt x="84986" y="209873"/>
                    <a:pt x="68372" y="193275"/>
                    <a:pt x="68372" y="172846"/>
                  </a:cubicBezTo>
                  <a:lnTo>
                    <a:pt x="68372" y="167101"/>
                  </a:lnTo>
                  <a:cubicBezTo>
                    <a:pt x="68372" y="146672"/>
                    <a:pt x="84986" y="130074"/>
                    <a:pt x="105434" y="130074"/>
                  </a:cubicBezTo>
                  <a:lnTo>
                    <a:pt x="113102" y="130074"/>
                  </a:lnTo>
                  <a:lnTo>
                    <a:pt x="113102" y="84747"/>
                  </a:lnTo>
                  <a:cubicBezTo>
                    <a:pt x="113102" y="80917"/>
                    <a:pt x="115658" y="78363"/>
                    <a:pt x="119492" y="78363"/>
                  </a:cubicBezTo>
                  <a:lnTo>
                    <a:pt x="208951" y="78363"/>
                  </a:lnTo>
                  <a:cubicBezTo>
                    <a:pt x="225565" y="78363"/>
                    <a:pt x="238984" y="91770"/>
                    <a:pt x="238984" y="107730"/>
                  </a:cubicBezTo>
                  <a:cubicBezTo>
                    <a:pt x="238984" y="107730"/>
                    <a:pt x="238984" y="107730"/>
                    <a:pt x="238984" y="107730"/>
                  </a:cubicBezTo>
                  <a:lnTo>
                    <a:pt x="238984" y="129435"/>
                  </a:lnTo>
                  <a:lnTo>
                    <a:pt x="256237" y="129435"/>
                  </a:lnTo>
                  <a:cubicBezTo>
                    <a:pt x="276684" y="129435"/>
                    <a:pt x="293298" y="146034"/>
                    <a:pt x="293298" y="166462"/>
                  </a:cubicBezTo>
                  <a:lnTo>
                    <a:pt x="292659" y="173485"/>
                  </a:lnTo>
                  <a:close/>
                </a:path>
              </a:pathLst>
            </a:custGeom>
            <a:solidFill>
              <a:srgbClr val="007680"/>
            </a:solidFill>
            <a:ln w="6390" cap="flat">
              <a:noFill/>
              <a:prstDash val="solid"/>
              <a:miter/>
            </a:ln>
          </p:spPr>
          <p:txBody>
            <a:bodyPr rtlCol="0" anchor="ctr"/>
            <a:lstStyle/>
            <a:p>
              <a:endParaRPr lang="en-US"/>
            </a:p>
          </p:txBody>
        </p:sp>
      </p:grpSp>
      <p:grpSp>
        <p:nvGrpSpPr>
          <p:cNvPr id="1643" name="Graphic 1100">
            <a:extLst>
              <a:ext uri="{FF2B5EF4-FFF2-40B4-BE49-F238E27FC236}">
                <a16:creationId xmlns:a16="http://schemas.microsoft.com/office/drawing/2014/main" id="{AAF8B6E8-AA64-6144-948D-94C8DD936C37}"/>
              </a:ext>
            </a:extLst>
          </p:cNvPr>
          <p:cNvGrpSpPr/>
          <p:nvPr/>
        </p:nvGrpSpPr>
        <p:grpSpPr>
          <a:xfrm>
            <a:off x="2560447" y="922173"/>
            <a:ext cx="362309" cy="361971"/>
            <a:chOff x="2560447" y="922173"/>
            <a:chExt cx="362309" cy="361971"/>
          </a:xfrm>
          <a:solidFill>
            <a:srgbClr val="007680"/>
          </a:solidFill>
        </p:grpSpPr>
        <p:sp>
          <p:nvSpPr>
            <p:cNvPr id="1644" name="Graphic 1100">
              <a:extLst>
                <a:ext uri="{FF2B5EF4-FFF2-40B4-BE49-F238E27FC236}">
                  <a16:creationId xmlns:a16="http://schemas.microsoft.com/office/drawing/2014/main" id="{E2B8DB23-7BFD-E24C-87B3-8E9C11011B92}"/>
                </a:ext>
              </a:extLst>
            </p:cNvPr>
            <p:cNvSpPr/>
            <p:nvPr/>
          </p:nvSpPr>
          <p:spPr>
            <a:xfrm>
              <a:off x="2560447" y="922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737"/>
                    <a:pt x="88181" y="12768"/>
                    <a:pt x="180835" y="12768"/>
                  </a:cubicBezTo>
                  <a:cubicBezTo>
                    <a:pt x="273489" y="12768"/>
                    <a:pt x="349529" y="88099"/>
                    <a:pt x="349529" y="180667"/>
                  </a:cubicBezTo>
                  <a:cubicBezTo>
                    <a:pt x="349529" y="180667"/>
                    <a:pt x="349529" y="180667"/>
                    <a:pt x="349529" y="180667"/>
                  </a:cubicBezTo>
                  <a:cubicBezTo>
                    <a:pt x="349529" y="273873"/>
                    <a:pt x="274128" y="348565"/>
                    <a:pt x="181474" y="349204"/>
                  </a:cubicBezTo>
                  <a:close/>
                </a:path>
              </a:pathLst>
            </a:custGeom>
            <a:solidFill>
              <a:srgbClr val="007680"/>
            </a:solidFill>
            <a:ln w="6390" cap="flat">
              <a:noFill/>
              <a:prstDash val="solid"/>
              <a:miter/>
            </a:ln>
          </p:spPr>
          <p:txBody>
            <a:bodyPr rtlCol="0" anchor="ctr"/>
            <a:lstStyle/>
            <a:p>
              <a:endParaRPr lang="en-US"/>
            </a:p>
          </p:txBody>
        </p:sp>
        <p:sp>
          <p:nvSpPr>
            <p:cNvPr id="1645" name="Graphic 1100">
              <a:extLst>
                <a:ext uri="{FF2B5EF4-FFF2-40B4-BE49-F238E27FC236}">
                  <a16:creationId xmlns:a16="http://schemas.microsoft.com/office/drawing/2014/main" id="{70D2D287-6A49-D844-8A42-495F53030A82}"/>
                </a:ext>
              </a:extLst>
            </p:cNvPr>
            <p:cNvSpPr/>
            <p:nvPr/>
          </p:nvSpPr>
          <p:spPr>
            <a:xfrm>
              <a:off x="2630098" y="1003249"/>
              <a:ext cx="223026" cy="201095"/>
            </a:xfrm>
            <a:custGeom>
              <a:avLst/>
              <a:gdLst>
                <a:gd name="connsiteX0" fmla="*/ 186586 w 223026"/>
                <a:gd name="connsiteY0" fmla="*/ 65755 h 201095"/>
                <a:gd name="connsiteX1" fmla="*/ 169972 w 223026"/>
                <a:gd name="connsiteY1" fmla="*/ 65755 h 201095"/>
                <a:gd name="connsiteX2" fmla="*/ 169972 w 223026"/>
                <a:gd name="connsiteY2" fmla="*/ 31282 h 201095"/>
                <a:gd name="connsiteX3" fmla="*/ 138662 w 223026"/>
                <a:gd name="connsiteY3" fmla="*/ 0 h 201095"/>
                <a:gd name="connsiteX4" fmla="*/ 138662 w 223026"/>
                <a:gd name="connsiteY4" fmla="*/ 0 h 201095"/>
                <a:gd name="connsiteX5" fmla="*/ 49841 w 223026"/>
                <a:gd name="connsiteY5" fmla="*/ 0 h 201095"/>
                <a:gd name="connsiteX6" fmla="*/ 43451 w 223026"/>
                <a:gd name="connsiteY6" fmla="*/ 6384 h 201095"/>
                <a:gd name="connsiteX7" fmla="*/ 43451 w 223026"/>
                <a:gd name="connsiteY7" fmla="*/ 65755 h 201095"/>
                <a:gd name="connsiteX8" fmla="*/ 37062 w 223026"/>
                <a:gd name="connsiteY8" fmla="*/ 65755 h 201095"/>
                <a:gd name="connsiteX9" fmla="*/ 0 w 223026"/>
                <a:gd name="connsiteY9" fmla="*/ 102782 h 201095"/>
                <a:gd name="connsiteX10" fmla="*/ 0 w 223026"/>
                <a:gd name="connsiteY10" fmla="*/ 112358 h 201095"/>
                <a:gd name="connsiteX11" fmla="*/ 37062 w 223026"/>
                <a:gd name="connsiteY11" fmla="*/ 149385 h 201095"/>
                <a:gd name="connsiteX12" fmla="*/ 53036 w 223026"/>
                <a:gd name="connsiteY12" fmla="*/ 149385 h 201095"/>
                <a:gd name="connsiteX13" fmla="*/ 37062 w 223026"/>
                <a:gd name="connsiteY13" fmla="*/ 188327 h 201095"/>
                <a:gd name="connsiteX14" fmla="*/ 35784 w 223026"/>
                <a:gd name="connsiteY14" fmla="*/ 197265 h 201095"/>
                <a:gd name="connsiteX15" fmla="*/ 40896 w 223026"/>
                <a:gd name="connsiteY15" fmla="*/ 199819 h 201095"/>
                <a:gd name="connsiteX16" fmla="*/ 44730 w 223026"/>
                <a:gd name="connsiteY16" fmla="*/ 198542 h 201095"/>
                <a:gd name="connsiteX17" fmla="*/ 66455 w 223026"/>
                <a:gd name="connsiteY17" fmla="*/ 149385 h 201095"/>
                <a:gd name="connsiteX18" fmla="*/ 76040 w 223026"/>
                <a:gd name="connsiteY18" fmla="*/ 149385 h 201095"/>
                <a:gd name="connsiteX19" fmla="*/ 70928 w 223026"/>
                <a:gd name="connsiteY19" fmla="*/ 191519 h 201095"/>
                <a:gd name="connsiteX20" fmla="*/ 74762 w 223026"/>
                <a:gd name="connsiteY20" fmla="*/ 199819 h 201095"/>
                <a:gd name="connsiteX21" fmla="*/ 76679 w 223026"/>
                <a:gd name="connsiteY21" fmla="*/ 200457 h 201095"/>
                <a:gd name="connsiteX22" fmla="*/ 82430 w 223026"/>
                <a:gd name="connsiteY22" fmla="*/ 196627 h 201095"/>
                <a:gd name="connsiteX23" fmla="*/ 88181 w 223026"/>
                <a:gd name="connsiteY23" fmla="*/ 150662 h 201095"/>
                <a:gd name="connsiteX24" fmla="*/ 100322 w 223026"/>
                <a:gd name="connsiteY24" fmla="*/ 150662 h 201095"/>
                <a:gd name="connsiteX25" fmla="*/ 100322 w 223026"/>
                <a:gd name="connsiteY25" fmla="*/ 194711 h 201095"/>
                <a:gd name="connsiteX26" fmla="*/ 106712 w 223026"/>
                <a:gd name="connsiteY26" fmla="*/ 201095 h 201095"/>
                <a:gd name="connsiteX27" fmla="*/ 113102 w 223026"/>
                <a:gd name="connsiteY27" fmla="*/ 194711 h 201095"/>
                <a:gd name="connsiteX28" fmla="*/ 113102 w 223026"/>
                <a:gd name="connsiteY28" fmla="*/ 150662 h 201095"/>
                <a:gd name="connsiteX29" fmla="*/ 125243 w 223026"/>
                <a:gd name="connsiteY29" fmla="*/ 150662 h 201095"/>
                <a:gd name="connsiteX30" fmla="*/ 130994 w 223026"/>
                <a:gd name="connsiteY30" fmla="*/ 196627 h 201095"/>
                <a:gd name="connsiteX31" fmla="*/ 136745 w 223026"/>
                <a:gd name="connsiteY31" fmla="*/ 200457 h 201095"/>
                <a:gd name="connsiteX32" fmla="*/ 138662 w 223026"/>
                <a:gd name="connsiteY32" fmla="*/ 199819 h 201095"/>
                <a:gd name="connsiteX33" fmla="*/ 142496 w 223026"/>
                <a:gd name="connsiteY33" fmla="*/ 191519 h 201095"/>
                <a:gd name="connsiteX34" fmla="*/ 137384 w 223026"/>
                <a:gd name="connsiteY34" fmla="*/ 149385 h 201095"/>
                <a:gd name="connsiteX35" fmla="*/ 146969 w 223026"/>
                <a:gd name="connsiteY35" fmla="*/ 149385 h 201095"/>
                <a:gd name="connsiteX36" fmla="*/ 168694 w 223026"/>
                <a:gd name="connsiteY36" fmla="*/ 198542 h 201095"/>
                <a:gd name="connsiteX37" fmla="*/ 172528 w 223026"/>
                <a:gd name="connsiteY37" fmla="*/ 199819 h 201095"/>
                <a:gd name="connsiteX38" fmla="*/ 178918 w 223026"/>
                <a:gd name="connsiteY38" fmla="*/ 193435 h 201095"/>
                <a:gd name="connsiteX39" fmla="*/ 176362 w 223026"/>
                <a:gd name="connsiteY39" fmla="*/ 188327 h 201095"/>
                <a:gd name="connsiteX40" fmla="*/ 160387 w 223026"/>
                <a:gd name="connsiteY40" fmla="*/ 149385 h 201095"/>
                <a:gd name="connsiteX41" fmla="*/ 185947 w 223026"/>
                <a:gd name="connsiteY41" fmla="*/ 149385 h 201095"/>
                <a:gd name="connsiteX42" fmla="*/ 223009 w 223026"/>
                <a:gd name="connsiteY42" fmla="*/ 112358 h 201095"/>
                <a:gd name="connsiteX43" fmla="*/ 223009 w 223026"/>
                <a:gd name="connsiteY43" fmla="*/ 102782 h 201095"/>
                <a:gd name="connsiteX44" fmla="*/ 186586 w 223026"/>
                <a:gd name="connsiteY44" fmla="*/ 65755 h 201095"/>
                <a:gd name="connsiteX45" fmla="*/ 186586 w 223026"/>
                <a:gd name="connsiteY45" fmla="*/ 65755 h 201095"/>
                <a:gd name="connsiteX46" fmla="*/ 157192 w 223026"/>
                <a:gd name="connsiteY46" fmla="*/ 30005 h 201095"/>
                <a:gd name="connsiteX47" fmla="*/ 143135 w 223026"/>
                <a:gd name="connsiteY47" fmla="*/ 30005 h 201095"/>
                <a:gd name="connsiteX48" fmla="*/ 143135 w 223026"/>
                <a:gd name="connsiteY48" fmla="*/ 13406 h 201095"/>
                <a:gd name="connsiteX49" fmla="*/ 157192 w 223026"/>
                <a:gd name="connsiteY49" fmla="*/ 30005 h 201095"/>
                <a:gd name="connsiteX50" fmla="*/ 157192 w 223026"/>
                <a:gd name="connsiteY50" fmla="*/ 30005 h 201095"/>
                <a:gd name="connsiteX51" fmla="*/ 56231 w 223026"/>
                <a:gd name="connsiteY51" fmla="*/ 12768 h 201095"/>
                <a:gd name="connsiteX52" fmla="*/ 130355 w 223026"/>
                <a:gd name="connsiteY52" fmla="*/ 12768 h 201095"/>
                <a:gd name="connsiteX53" fmla="*/ 130355 w 223026"/>
                <a:gd name="connsiteY53" fmla="*/ 36389 h 201095"/>
                <a:gd name="connsiteX54" fmla="*/ 136745 w 223026"/>
                <a:gd name="connsiteY54" fmla="*/ 42773 h 201095"/>
                <a:gd name="connsiteX55" fmla="*/ 157192 w 223026"/>
                <a:gd name="connsiteY55" fmla="*/ 42773 h 201095"/>
                <a:gd name="connsiteX56" fmla="*/ 157192 w 223026"/>
                <a:gd name="connsiteY56" fmla="*/ 65755 h 201095"/>
                <a:gd name="connsiteX57" fmla="*/ 56231 w 223026"/>
                <a:gd name="connsiteY57" fmla="*/ 65755 h 201095"/>
                <a:gd name="connsiteX58" fmla="*/ 56231 w 223026"/>
                <a:gd name="connsiteY58" fmla="*/ 12768 h 201095"/>
                <a:gd name="connsiteX59" fmla="*/ 210868 w 223026"/>
                <a:gd name="connsiteY59" fmla="*/ 112358 h 201095"/>
                <a:gd name="connsiteX60" fmla="*/ 186586 w 223026"/>
                <a:gd name="connsiteY60" fmla="*/ 136617 h 201095"/>
                <a:gd name="connsiteX61" fmla="*/ 37062 w 223026"/>
                <a:gd name="connsiteY61" fmla="*/ 136617 h 201095"/>
                <a:gd name="connsiteX62" fmla="*/ 12780 w 223026"/>
                <a:gd name="connsiteY62" fmla="*/ 112358 h 201095"/>
                <a:gd name="connsiteX63" fmla="*/ 12780 w 223026"/>
                <a:gd name="connsiteY63" fmla="*/ 102782 h 201095"/>
                <a:gd name="connsiteX64" fmla="*/ 37062 w 223026"/>
                <a:gd name="connsiteY64" fmla="*/ 78523 h 201095"/>
                <a:gd name="connsiteX65" fmla="*/ 186586 w 223026"/>
                <a:gd name="connsiteY65" fmla="*/ 78523 h 201095"/>
                <a:gd name="connsiteX66" fmla="*/ 210868 w 223026"/>
                <a:gd name="connsiteY66" fmla="*/ 102782 h 201095"/>
                <a:gd name="connsiteX67" fmla="*/ 210868 w 223026"/>
                <a:gd name="connsiteY67" fmla="*/ 102782 h 201095"/>
                <a:gd name="connsiteX68" fmla="*/ 210868 w 223026"/>
                <a:gd name="connsiteY68" fmla="*/ 112358 h 20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23026" h="201095">
                  <a:moveTo>
                    <a:pt x="186586" y="65755"/>
                  </a:moveTo>
                  <a:lnTo>
                    <a:pt x="169972" y="65755"/>
                  </a:lnTo>
                  <a:lnTo>
                    <a:pt x="169972" y="31282"/>
                  </a:lnTo>
                  <a:cubicBezTo>
                    <a:pt x="169972" y="14045"/>
                    <a:pt x="155914" y="0"/>
                    <a:pt x="138662" y="0"/>
                  </a:cubicBezTo>
                  <a:lnTo>
                    <a:pt x="138662" y="0"/>
                  </a:lnTo>
                  <a:lnTo>
                    <a:pt x="49841" y="0"/>
                  </a:lnTo>
                  <a:cubicBezTo>
                    <a:pt x="46007" y="0"/>
                    <a:pt x="43451" y="2554"/>
                    <a:pt x="43451" y="6384"/>
                  </a:cubicBezTo>
                  <a:lnTo>
                    <a:pt x="43451" y="65755"/>
                  </a:lnTo>
                  <a:lnTo>
                    <a:pt x="37062" y="65755"/>
                  </a:lnTo>
                  <a:cubicBezTo>
                    <a:pt x="16614" y="65755"/>
                    <a:pt x="0" y="82353"/>
                    <a:pt x="0" y="102782"/>
                  </a:cubicBezTo>
                  <a:lnTo>
                    <a:pt x="0" y="112358"/>
                  </a:lnTo>
                  <a:cubicBezTo>
                    <a:pt x="0" y="132787"/>
                    <a:pt x="16614" y="149385"/>
                    <a:pt x="37062" y="149385"/>
                  </a:cubicBezTo>
                  <a:lnTo>
                    <a:pt x="53036" y="149385"/>
                  </a:lnTo>
                  <a:cubicBezTo>
                    <a:pt x="52397" y="158961"/>
                    <a:pt x="48564" y="180028"/>
                    <a:pt x="37062" y="188327"/>
                  </a:cubicBezTo>
                  <a:cubicBezTo>
                    <a:pt x="34506" y="190243"/>
                    <a:pt x="33867" y="194073"/>
                    <a:pt x="35784" y="197265"/>
                  </a:cubicBezTo>
                  <a:cubicBezTo>
                    <a:pt x="37062" y="199180"/>
                    <a:pt x="38979" y="199819"/>
                    <a:pt x="40896" y="199819"/>
                  </a:cubicBezTo>
                  <a:cubicBezTo>
                    <a:pt x="42174" y="199819"/>
                    <a:pt x="43451" y="199180"/>
                    <a:pt x="44730" y="198542"/>
                  </a:cubicBezTo>
                  <a:cubicBezTo>
                    <a:pt x="62621" y="185774"/>
                    <a:pt x="65816" y="156408"/>
                    <a:pt x="66455" y="149385"/>
                  </a:cubicBezTo>
                  <a:lnTo>
                    <a:pt x="76040" y="149385"/>
                  </a:lnTo>
                  <a:cubicBezTo>
                    <a:pt x="76040" y="163430"/>
                    <a:pt x="74762" y="177475"/>
                    <a:pt x="70928" y="191519"/>
                  </a:cubicBezTo>
                  <a:cubicBezTo>
                    <a:pt x="69650" y="194711"/>
                    <a:pt x="71567" y="198542"/>
                    <a:pt x="74762" y="199819"/>
                  </a:cubicBezTo>
                  <a:cubicBezTo>
                    <a:pt x="75401" y="199819"/>
                    <a:pt x="76040" y="200457"/>
                    <a:pt x="76679" y="200457"/>
                  </a:cubicBezTo>
                  <a:cubicBezTo>
                    <a:pt x="79235" y="200457"/>
                    <a:pt x="81791" y="198542"/>
                    <a:pt x="82430" y="196627"/>
                  </a:cubicBezTo>
                  <a:cubicBezTo>
                    <a:pt x="87542" y="183220"/>
                    <a:pt x="88181" y="157684"/>
                    <a:pt x="88181" y="150662"/>
                  </a:cubicBezTo>
                  <a:lnTo>
                    <a:pt x="100322" y="150662"/>
                  </a:lnTo>
                  <a:lnTo>
                    <a:pt x="100322" y="194711"/>
                  </a:lnTo>
                  <a:cubicBezTo>
                    <a:pt x="100322" y="198542"/>
                    <a:pt x="102878" y="201095"/>
                    <a:pt x="106712" y="201095"/>
                  </a:cubicBezTo>
                  <a:cubicBezTo>
                    <a:pt x="110546" y="201095"/>
                    <a:pt x="113102" y="198542"/>
                    <a:pt x="113102" y="194711"/>
                  </a:cubicBezTo>
                  <a:lnTo>
                    <a:pt x="113102" y="150662"/>
                  </a:lnTo>
                  <a:lnTo>
                    <a:pt x="125243" y="150662"/>
                  </a:lnTo>
                  <a:cubicBezTo>
                    <a:pt x="125243" y="157684"/>
                    <a:pt x="125882" y="183859"/>
                    <a:pt x="130994" y="196627"/>
                  </a:cubicBezTo>
                  <a:cubicBezTo>
                    <a:pt x="131633" y="199180"/>
                    <a:pt x="134189" y="201095"/>
                    <a:pt x="136745" y="200457"/>
                  </a:cubicBezTo>
                  <a:cubicBezTo>
                    <a:pt x="137384" y="200457"/>
                    <a:pt x="138023" y="200457"/>
                    <a:pt x="138662" y="199819"/>
                  </a:cubicBezTo>
                  <a:cubicBezTo>
                    <a:pt x="141856" y="198542"/>
                    <a:pt x="143774" y="194711"/>
                    <a:pt x="142496" y="191519"/>
                  </a:cubicBezTo>
                  <a:cubicBezTo>
                    <a:pt x="139301" y="178113"/>
                    <a:pt x="137384" y="164068"/>
                    <a:pt x="137384" y="149385"/>
                  </a:cubicBezTo>
                  <a:lnTo>
                    <a:pt x="146969" y="149385"/>
                  </a:lnTo>
                  <a:cubicBezTo>
                    <a:pt x="147608" y="156408"/>
                    <a:pt x="150803" y="185774"/>
                    <a:pt x="168694" y="198542"/>
                  </a:cubicBezTo>
                  <a:cubicBezTo>
                    <a:pt x="169972" y="199180"/>
                    <a:pt x="171250" y="199819"/>
                    <a:pt x="172528" y="199819"/>
                  </a:cubicBezTo>
                  <a:cubicBezTo>
                    <a:pt x="176362" y="199819"/>
                    <a:pt x="178918" y="196627"/>
                    <a:pt x="178918" y="193435"/>
                  </a:cubicBezTo>
                  <a:cubicBezTo>
                    <a:pt x="178918" y="191519"/>
                    <a:pt x="177640" y="189604"/>
                    <a:pt x="176362" y="188327"/>
                  </a:cubicBezTo>
                  <a:cubicBezTo>
                    <a:pt x="164860" y="180028"/>
                    <a:pt x="161026" y="158961"/>
                    <a:pt x="160387" y="149385"/>
                  </a:cubicBezTo>
                  <a:lnTo>
                    <a:pt x="185947" y="149385"/>
                  </a:lnTo>
                  <a:cubicBezTo>
                    <a:pt x="206395" y="149385"/>
                    <a:pt x="223009" y="132787"/>
                    <a:pt x="223009" y="112358"/>
                  </a:cubicBezTo>
                  <a:lnTo>
                    <a:pt x="223009" y="102782"/>
                  </a:lnTo>
                  <a:cubicBezTo>
                    <a:pt x="223648" y="82353"/>
                    <a:pt x="207034" y="65755"/>
                    <a:pt x="186586" y="65755"/>
                  </a:cubicBezTo>
                  <a:cubicBezTo>
                    <a:pt x="186586" y="65755"/>
                    <a:pt x="186586" y="65755"/>
                    <a:pt x="186586" y="65755"/>
                  </a:cubicBezTo>
                  <a:close/>
                  <a:moveTo>
                    <a:pt x="157192" y="30005"/>
                  </a:moveTo>
                  <a:lnTo>
                    <a:pt x="143135" y="30005"/>
                  </a:lnTo>
                  <a:lnTo>
                    <a:pt x="143135" y="13406"/>
                  </a:lnTo>
                  <a:cubicBezTo>
                    <a:pt x="150803" y="15322"/>
                    <a:pt x="156553" y="22344"/>
                    <a:pt x="157192" y="30005"/>
                  </a:cubicBezTo>
                  <a:lnTo>
                    <a:pt x="157192" y="30005"/>
                  </a:lnTo>
                  <a:close/>
                  <a:moveTo>
                    <a:pt x="56231" y="12768"/>
                  </a:moveTo>
                  <a:lnTo>
                    <a:pt x="130355" y="12768"/>
                  </a:lnTo>
                  <a:lnTo>
                    <a:pt x="130355" y="36389"/>
                  </a:lnTo>
                  <a:cubicBezTo>
                    <a:pt x="130355" y="40219"/>
                    <a:pt x="132911" y="42773"/>
                    <a:pt x="136745" y="42773"/>
                  </a:cubicBezTo>
                  <a:lnTo>
                    <a:pt x="157192" y="42773"/>
                  </a:lnTo>
                  <a:lnTo>
                    <a:pt x="157192" y="65755"/>
                  </a:lnTo>
                  <a:lnTo>
                    <a:pt x="56231" y="65755"/>
                  </a:lnTo>
                  <a:lnTo>
                    <a:pt x="56231" y="12768"/>
                  </a:lnTo>
                  <a:close/>
                  <a:moveTo>
                    <a:pt x="210868" y="112358"/>
                  </a:moveTo>
                  <a:cubicBezTo>
                    <a:pt x="210868" y="125765"/>
                    <a:pt x="200005" y="136617"/>
                    <a:pt x="186586" y="136617"/>
                  </a:cubicBezTo>
                  <a:lnTo>
                    <a:pt x="37062" y="136617"/>
                  </a:lnTo>
                  <a:cubicBezTo>
                    <a:pt x="23643" y="136617"/>
                    <a:pt x="12780" y="125765"/>
                    <a:pt x="12780" y="112358"/>
                  </a:cubicBezTo>
                  <a:lnTo>
                    <a:pt x="12780" y="102782"/>
                  </a:lnTo>
                  <a:cubicBezTo>
                    <a:pt x="12780" y="89376"/>
                    <a:pt x="23643" y="78523"/>
                    <a:pt x="37062" y="78523"/>
                  </a:cubicBezTo>
                  <a:lnTo>
                    <a:pt x="186586" y="78523"/>
                  </a:lnTo>
                  <a:cubicBezTo>
                    <a:pt x="200005" y="78523"/>
                    <a:pt x="210868" y="89376"/>
                    <a:pt x="210868" y="102782"/>
                  </a:cubicBezTo>
                  <a:lnTo>
                    <a:pt x="210868" y="102782"/>
                  </a:lnTo>
                  <a:lnTo>
                    <a:pt x="210868" y="112358"/>
                  </a:lnTo>
                  <a:close/>
                </a:path>
              </a:pathLst>
            </a:custGeom>
            <a:solidFill>
              <a:srgbClr val="007680"/>
            </a:solidFill>
            <a:ln w="6390" cap="flat">
              <a:noFill/>
              <a:prstDash val="solid"/>
              <a:miter/>
            </a:ln>
          </p:spPr>
          <p:txBody>
            <a:bodyPr rtlCol="0" anchor="ctr"/>
            <a:lstStyle/>
            <a:p>
              <a:endParaRPr lang="en-US"/>
            </a:p>
          </p:txBody>
        </p:sp>
        <p:sp>
          <p:nvSpPr>
            <p:cNvPr id="1646" name="Graphic 1100">
              <a:extLst>
                <a:ext uri="{FF2B5EF4-FFF2-40B4-BE49-F238E27FC236}">
                  <a16:creationId xmlns:a16="http://schemas.microsoft.com/office/drawing/2014/main" id="{B8218E57-C7C5-4946-ADCA-17D115782A5A}"/>
                </a:ext>
              </a:extLst>
            </p:cNvPr>
            <p:cNvSpPr/>
            <p:nvPr/>
          </p:nvSpPr>
          <p:spPr>
            <a:xfrm>
              <a:off x="2796875" y="1091987"/>
              <a:ext cx="29393" cy="12767"/>
            </a:xfrm>
            <a:custGeom>
              <a:avLst/>
              <a:gdLst>
                <a:gd name="connsiteX0" fmla="*/ 23004 w 29393"/>
                <a:gd name="connsiteY0" fmla="*/ 0 h 12767"/>
                <a:gd name="connsiteX1" fmla="*/ 6390 w 29393"/>
                <a:gd name="connsiteY1" fmla="*/ 0 h 12767"/>
                <a:gd name="connsiteX2" fmla="*/ 0 w 29393"/>
                <a:gd name="connsiteY2" fmla="*/ 6384 h 12767"/>
                <a:gd name="connsiteX3" fmla="*/ 6390 w 29393"/>
                <a:gd name="connsiteY3" fmla="*/ 12768 h 12767"/>
                <a:gd name="connsiteX4" fmla="*/ 23004 w 29393"/>
                <a:gd name="connsiteY4" fmla="*/ 12768 h 12767"/>
                <a:gd name="connsiteX5" fmla="*/ 29394 w 29393"/>
                <a:gd name="connsiteY5" fmla="*/ 6384 h 12767"/>
                <a:gd name="connsiteX6" fmla="*/ 23004 w 29393"/>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93" h="12767">
                  <a:moveTo>
                    <a:pt x="23004" y="0"/>
                  </a:moveTo>
                  <a:lnTo>
                    <a:pt x="6390" y="0"/>
                  </a:lnTo>
                  <a:cubicBezTo>
                    <a:pt x="2556" y="0"/>
                    <a:pt x="0" y="2554"/>
                    <a:pt x="0" y="6384"/>
                  </a:cubicBezTo>
                  <a:cubicBezTo>
                    <a:pt x="0" y="10214"/>
                    <a:pt x="2556" y="12768"/>
                    <a:pt x="6390" y="12768"/>
                  </a:cubicBezTo>
                  <a:lnTo>
                    <a:pt x="23004" y="12768"/>
                  </a:lnTo>
                  <a:cubicBezTo>
                    <a:pt x="26838" y="12768"/>
                    <a:pt x="29394" y="10214"/>
                    <a:pt x="29394" y="6384"/>
                  </a:cubicBezTo>
                  <a:cubicBezTo>
                    <a:pt x="29394" y="2554"/>
                    <a:pt x="26199" y="0"/>
                    <a:pt x="23004" y="0"/>
                  </a:cubicBezTo>
                  <a:close/>
                </a:path>
              </a:pathLst>
            </a:custGeom>
            <a:solidFill>
              <a:srgbClr val="007680"/>
            </a:solidFill>
            <a:ln w="6390" cap="flat">
              <a:noFill/>
              <a:prstDash val="solid"/>
              <a:miter/>
            </a:ln>
          </p:spPr>
          <p:txBody>
            <a:bodyPr rtlCol="0" anchor="ctr"/>
            <a:lstStyle/>
            <a:p>
              <a:endParaRPr lang="en-US"/>
            </a:p>
          </p:txBody>
        </p:sp>
      </p:grpSp>
      <p:grpSp>
        <p:nvGrpSpPr>
          <p:cNvPr id="1647" name="Graphic 1100">
            <a:extLst>
              <a:ext uri="{FF2B5EF4-FFF2-40B4-BE49-F238E27FC236}">
                <a16:creationId xmlns:a16="http://schemas.microsoft.com/office/drawing/2014/main" id="{3B98FF8A-1B9E-AE4A-ABAE-C3BB1A097D26}"/>
              </a:ext>
            </a:extLst>
          </p:cNvPr>
          <p:cNvGrpSpPr/>
          <p:nvPr/>
        </p:nvGrpSpPr>
        <p:grpSpPr>
          <a:xfrm>
            <a:off x="2998797" y="922173"/>
            <a:ext cx="362309" cy="361971"/>
            <a:chOff x="2998797" y="922173"/>
            <a:chExt cx="362309" cy="361971"/>
          </a:xfrm>
          <a:solidFill>
            <a:srgbClr val="007680"/>
          </a:solidFill>
        </p:grpSpPr>
        <p:sp>
          <p:nvSpPr>
            <p:cNvPr id="1648" name="Graphic 1100">
              <a:extLst>
                <a:ext uri="{FF2B5EF4-FFF2-40B4-BE49-F238E27FC236}">
                  <a16:creationId xmlns:a16="http://schemas.microsoft.com/office/drawing/2014/main" id="{5FEC183E-91F9-8442-98BF-C1DA9D5482D9}"/>
                </a:ext>
              </a:extLst>
            </p:cNvPr>
            <p:cNvSpPr/>
            <p:nvPr/>
          </p:nvSpPr>
          <p:spPr>
            <a:xfrm>
              <a:off x="3080588" y="1081772"/>
              <a:ext cx="198087" cy="58094"/>
            </a:xfrm>
            <a:custGeom>
              <a:avLst/>
              <a:gdLst>
                <a:gd name="connsiteX0" fmla="*/ 173806 w 198087"/>
                <a:gd name="connsiteY0" fmla="*/ 0 h 58094"/>
                <a:gd name="connsiteX1" fmla="*/ 24282 w 198087"/>
                <a:gd name="connsiteY1" fmla="*/ 0 h 58094"/>
                <a:gd name="connsiteX2" fmla="*/ 0 w 198087"/>
                <a:gd name="connsiteY2" fmla="*/ 24259 h 58094"/>
                <a:gd name="connsiteX3" fmla="*/ 0 w 198087"/>
                <a:gd name="connsiteY3" fmla="*/ 33835 h 58094"/>
                <a:gd name="connsiteX4" fmla="*/ 24282 w 198087"/>
                <a:gd name="connsiteY4" fmla="*/ 58094 h 58094"/>
                <a:gd name="connsiteX5" fmla="*/ 173806 w 198087"/>
                <a:gd name="connsiteY5" fmla="*/ 58094 h 58094"/>
                <a:gd name="connsiteX6" fmla="*/ 198088 w 198087"/>
                <a:gd name="connsiteY6" fmla="*/ 33835 h 58094"/>
                <a:gd name="connsiteX7" fmla="*/ 198088 w 198087"/>
                <a:gd name="connsiteY7" fmla="*/ 33835 h 58094"/>
                <a:gd name="connsiteX8" fmla="*/ 198088 w 198087"/>
                <a:gd name="connsiteY8" fmla="*/ 24259 h 58094"/>
                <a:gd name="connsiteX9" fmla="*/ 173806 w 198087"/>
                <a:gd name="connsiteY9" fmla="*/ 0 h 58094"/>
                <a:gd name="connsiteX10" fmla="*/ 173806 w 198087"/>
                <a:gd name="connsiteY10" fmla="*/ 0 h 58094"/>
                <a:gd name="connsiteX11" fmla="*/ 177001 w 198087"/>
                <a:gd name="connsiteY11" fmla="*/ 22982 h 58094"/>
                <a:gd name="connsiteX12" fmla="*/ 160387 w 198087"/>
                <a:gd name="connsiteY12" fmla="*/ 22982 h 58094"/>
                <a:gd name="connsiteX13" fmla="*/ 153998 w 198087"/>
                <a:gd name="connsiteY13" fmla="*/ 16598 h 58094"/>
                <a:gd name="connsiteX14" fmla="*/ 160387 w 198087"/>
                <a:gd name="connsiteY14" fmla="*/ 10214 h 58094"/>
                <a:gd name="connsiteX15" fmla="*/ 177001 w 198087"/>
                <a:gd name="connsiteY15" fmla="*/ 10214 h 58094"/>
                <a:gd name="connsiteX16" fmla="*/ 183391 w 198087"/>
                <a:gd name="connsiteY16" fmla="*/ 16598 h 58094"/>
                <a:gd name="connsiteX17" fmla="*/ 177001 w 198087"/>
                <a:gd name="connsiteY17" fmla="*/ 22982 h 58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8087" h="58094">
                  <a:moveTo>
                    <a:pt x="173806" y="0"/>
                  </a:moveTo>
                  <a:lnTo>
                    <a:pt x="24282" y="0"/>
                  </a:lnTo>
                  <a:cubicBezTo>
                    <a:pt x="10863" y="0"/>
                    <a:pt x="0" y="10853"/>
                    <a:pt x="0" y="24259"/>
                  </a:cubicBezTo>
                  <a:lnTo>
                    <a:pt x="0" y="33835"/>
                  </a:lnTo>
                  <a:cubicBezTo>
                    <a:pt x="0" y="47242"/>
                    <a:pt x="10863" y="58094"/>
                    <a:pt x="24282" y="58094"/>
                  </a:cubicBezTo>
                  <a:lnTo>
                    <a:pt x="173806" y="58094"/>
                  </a:lnTo>
                  <a:cubicBezTo>
                    <a:pt x="187225" y="58094"/>
                    <a:pt x="198088" y="47242"/>
                    <a:pt x="198088" y="33835"/>
                  </a:cubicBezTo>
                  <a:cubicBezTo>
                    <a:pt x="198088" y="33835"/>
                    <a:pt x="198088" y="33835"/>
                    <a:pt x="198088" y="33835"/>
                  </a:cubicBezTo>
                  <a:lnTo>
                    <a:pt x="198088" y="24259"/>
                  </a:lnTo>
                  <a:cubicBezTo>
                    <a:pt x="198088" y="10853"/>
                    <a:pt x="187225" y="0"/>
                    <a:pt x="173806" y="0"/>
                  </a:cubicBezTo>
                  <a:cubicBezTo>
                    <a:pt x="173806" y="0"/>
                    <a:pt x="173806" y="0"/>
                    <a:pt x="173806" y="0"/>
                  </a:cubicBezTo>
                  <a:close/>
                  <a:moveTo>
                    <a:pt x="177001" y="22982"/>
                  </a:moveTo>
                  <a:lnTo>
                    <a:pt x="160387" y="22982"/>
                  </a:lnTo>
                  <a:cubicBezTo>
                    <a:pt x="156553" y="22982"/>
                    <a:pt x="153998" y="20429"/>
                    <a:pt x="153998" y="16598"/>
                  </a:cubicBezTo>
                  <a:cubicBezTo>
                    <a:pt x="153998" y="12768"/>
                    <a:pt x="156553" y="10214"/>
                    <a:pt x="160387" y="10214"/>
                  </a:cubicBezTo>
                  <a:lnTo>
                    <a:pt x="177001" y="10214"/>
                  </a:lnTo>
                  <a:cubicBezTo>
                    <a:pt x="180835" y="10214"/>
                    <a:pt x="183391" y="12768"/>
                    <a:pt x="183391" y="16598"/>
                  </a:cubicBezTo>
                  <a:cubicBezTo>
                    <a:pt x="183391" y="20429"/>
                    <a:pt x="180835" y="22982"/>
                    <a:pt x="177001" y="22982"/>
                  </a:cubicBezTo>
                  <a:close/>
                </a:path>
              </a:pathLst>
            </a:custGeom>
            <a:solidFill>
              <a:srgbClr val="007680"/>
            </a:solidFill>
            <a:ln w="6390" cap="flat">
              <a:noFill/>
              <a:prstDash val="solid"/>
              <a:miter/>
            </a:ln>
          </p:spPr>
          <p:txBody>
            <a:bodyPr rtlCol="0" anchor="ctr"/>
            <a:lstStyle/>
            <a:p>
              <a:endParaRPr lang="en-US"/>
            </a:p>
          </p:txBody>
        </p:sp>
        <p:sp>
          <p:nvSpPr>
            <p:cNvPr id="1649" name="Graphic 1100">
              <a:extLst>
                <a:ext uri="{FF2B5EF4-FFF2-40B4-BE49-F238E27FC236}">
                  <a16:creationId xmlns:a16="http://schemas.microsoft.com/office/drawing/2014/main" id="{C3ABE12C-527B-E040-8A9B-A4446D3EBCBB}"/>
                </a:ext>
              </a:extLst>
            </p:cNvPr>
            <p:cNvSpPr/>
            <p:nvPr/>
          </p:nvSpPr>
          <p:spPr>
            <a:xfrm>
              <a:off x="3210943" y="1016656"/>
              <a:ext cx="14057" cy="16598"/>
            </a:xfrm>
            <a:custGeom>
              <a:avLst/>
              <a:gdLst>
                <a:gd name="connsiteX0" fmla="*/ 0 w 14057"/>
                <a:gd name="connsiteY0" fmla="*/ 16598 h 16598"/>
                <a:gd name="connsiteX1" fmla="*/ 14058 w 14057"/>
                <a:gd name="connsiteY1" fmla="*/ 16598 h 16598"/>
                <a:gd name="connsiteX2" fmla="*/ 0 w 14057"/>
                <a:gd name="connsiteY2" fmla="*/ 0 h 16598"/>
                <a:gd name="connsiteX3" fmla="*/ 0 w 14057"/>
                <a:gd name="connsiteY3" fmla="*/ 16598 h 16598"/>
              </a:gdLst>
              <a:ahLst/>
              <a:cxnLst>
                <a:cxn ang="0">
                  <a:pos x="connsiteX0" y="connsiteY0"/>
                </a:cxn>
                <a:cxn ang="0">
                  <a:pos x="connsiteX1" y="connsiteY1"/>
                </a:cxn>
                <a:cxn ang="0">
                  <a:pos x="connsiteX2" y="connsiteY2"/>
                </a:cxn>
                <a:cxn ang="0">
                  <a:pos x="connsiteX3" y="connsiteY3"/>
                </a:cxn>
              </a:cxnLst>
              <a:rect l="l" t="t" r="r" b="b"/>
              <a:pathLst>
                <a:path w="14057" h="16598">
                  <a:moveTo>
                    <a:pt x="0" y="16598"/>
                  </a:moveTo>
                  <a:lnTo>
                    <a:pt x="14058" y="16598"/>
                  </a:lnTo>
                  <a:cubicBezTo>
                    <a:pt x="13419" y="8938"/>
                    <a:pt x="7668" y="1915"/>
                    <a:pt x="0" y="0"/>
                  </a:cubicBezTo>
                  <a:lnTo>
                    <a:pt x="0" y="16598"/>
                  </a:lnTo>
                  <a:close/>
                </a:path>
              </a:pathLst>
            </a:custGeom>
            <a:solidFill>
              <a:srgbClr val="007680"/>
            </a:solidFill>
            <a:ln w="6390" cap="flat">
              <a:noFill/>
              <a:prstDash val="solid"/>
              <a:miter/>
            </a:ln>
          </p:spPr>
          <p:txBody>
            <a:bodyPr rtlCol="0" anchor="ctr"/>
            <a:lstStyle/>
            <a:p>
              <a:endParaRPr lang="en-US"/>
            </a:p>
          </p:txBody>
        </p:sp>
        <p:sp>
          <p:nvSpPr>
            <p:cNvPr id="1650" name="Graphic 1100">
              <a:extLst>
                <a:ext uri="{FF2B5EF4-FFF2-40B4-BE49-F238E27FC236}">
                  <a16:creationId xmlns:a16="http://schemas.microsoft.com/office/drawing/2014/main" id="{B215E9E6-BD58-DE46-8A4D-01D3A946B4A6}"/>
                </a:ext>
              </a:extLst>
            </p:cNvPr>
            <p:cNvSpPr/>
            <p:nvPr/>
          </p:nvSpPr>
          <p:spPr>
            <a:xfrm>
              <a:off x="3124040" y="1016017"/>
              <a:ext cx="100961" cy="52987"/>
            </a:xfrm>
            <a:custGeom>
              <a:avLst/>
              <a:gdLst>
                <a:gd name="connsiteX0" fmla="*/ 100961 w 100961"/>
                <a:gd name="connsiteY0" fmla="*/ 30005 h 52987"/>
                <a:gd name="connsiteX1" fmla="*/ 80513 w 100961"/>
                <a:gd name="connsiteY1" fmla="*/ 30005 h 52987"/>
                <a:gd name="connsiteX2" fmla="*/ 74123 w 100961"/>
                <a:gd name="connsiteY2" fmla="*/ 23621 h 52987"/>
                <a:gd name="connsiteX3" fmla="*/ 74123 w 100961"/>
                <a:gd name="connsiteY3" fmla="*/ 0 h 52987"/>
                <a:gd name="connsiteX4" fmla="*/ 0 w 100961"/>
                <a:gd name="connsiteY4" fmla="*/ 0 h 52987"/>
                <a:gd name="connsiteX5" fmla="*/ 0 w 100961"/>
                <a:gd name="connsiteY5" fmla="*/ 52987 h 52987"/>
                <a:gd name="connsiteX6" fmla="*/ 100961 w 100961"/>
                <a:gd name="connsiteY6" fmla="*/ 52987 h 52987"/>
                <a:gd name="connsiteX7" fmla="*/ 100961 w 100961"/>
                <a:gd name="connsiteY7" fmla="*/ 30005 h 52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961" h="52987">
                  <a:moveTo>
                    <a:pt x="100961" y="30005"/>
                  </a:moveTo>
                  <a:lnTo>
                    <a:pt x="80513" y="30005"/>
                  </a:lnTo>
                  <a:cubicBezTo>
                    <a:pt x="76679" y="30005"/>
                    <a:pt x="74123" y="27451"/>
                    <a:pt x="74123" y="23621"/>
                  </a:cubicBezTo>
                  <a:lnTo>
                    <a:pt x="74123" y="0"/>
                  </a:lnTo>
                  <a:lnTo>
                    <a:pt x="0" y="0"/>
                  </a:lnTo>
                  <a:lnTo>
                    <a:pt x="0" y="52987"/>
                  </a:lnTo>
                  <a:lnTo>
                    <a:pt x="100961" y="52987"/>
                  </a:lnTo>
                  <a:lnTo>
                    <a:pt x="100961" y="30005"/>
                  </a:lnTo>
                  <a:close/>
                </a:path>
              </a:pathLst>
            </a:custGeom>
            <a:solidFill>
              <a:srgbClr val="007680"/>
            </a:solidFill>
            <a:ln w="6390" cap="flat">
              <a:noFill/>
              <a:prstDash val="solid"/>
              <a:miter/>
            </a:ln>
          </p:spPr>
          <p:txBody>
            <a:bodyPr rtlCol="0" anchor="ctr"/>
            <a:lstStyle/>
            <a:p>
              <a:endParaRPr lang="en-US"/>
            </a:p>
          </p:txBody>
        </p:sp>
        <p:sp>
          <p:nvSpPr>
            <p:cNvPr id="1651" name="Graphic 1100">
              <a:extLst>
                <a:ext uri="{FF2B5EF4-FFF2-40B4-BE49-F238E27FC236}">
                  <a16:creationId xmlns:a16="http://schemas.microsoft.com/office/drawing/2014/main" id="{C047D3F4-63EB-624F-A13B-0B5CB44A35DD}"/>
                </a:ext>
              </a:extLst>
            </p:cNvPr>
            <p:cNvSpPr/>
            <p:nvPr/>
          </p:nvSpPr>
          <p:spPr>
            <a:xfrm>
              <a:off x="2998797" y="92217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1305 h 361971"/>
                <a:gd name="connsiteX4" fmla="*/ 180835 w 362309"/>
                <a:gd name="connsiteY4" fmla="*/ 0 h 361971"/>
                <a:gd name="connsiteX5" fmla="*/ 180835 w 362309"/>
                <a:gd name="connsiteY5" fmla="*/ 0 h 361971"/>
                <a:gd name="connsiteX6" fmla="*/ 292659 w 362309"/>
                <a:gd name="connsiteY6" fmla="*/ 193435 h 361971"/>
                <a:gd name="connsiteX7" fmla="*/ 255597 w 362309"/>
                <a:gd name="connsiteY7" fmla="*/ 230462 h 361971"/>
                <a:gd name="connsiteX8" fmla="*/ 230038 w 362309"/>
                <a:gd name="connsiteY8" fmla="*/ 230462 h 361971"/>
                <a:gd name="connsiteX9" fmla="*/ 246013 w 362309"/>
                <a:gd name="connsiteY9" fmla="*/ 269404 h 361971"/>
                <a:gd name="connsiteX10" fmla="*/ 247291 w 362309"/>
                <a:gd name="connsiteY10" fmla="*/ 278342 h 361971"/>
                <a:gd name="connsiteX11" fmla="*/ 242179 w 362309"/>
                <a:gd name="connsiteY11" fmla="*/ 280895 h 361971"/>
                <a:gd name="connsiteX12" fmla="*/ 238345 w 362309"/>
                <a:gd name="connsiteY12" fmla="*/ 279618 h 361971"/>
                <a:gd name="connsiteX13" fmla="*/ 216619 w 362309"/>
                <a:gd name="connsiteY13" fmla="*/ 230462 h 361971"/>
                <a:gd name="connsiteX14" fmla="*/ 207034 w 362309"/>
                <a:gd name="connsiteY14" fmla="*/ 230462 h 361971"/>
                <a:gd name="connsiteX15" fmla="*/ 211507 w 362309"/>
                <a:gd name="connsiteY15" fmla="*/ 272596 h 361971"/>
                <a:gd name="connsiteX16" fmla="*/ 207673 w 362309"/>
                <a:gd name="connsiteY16" fmla="*/ 280895 h 361971"/>
                <a:gd name="connsiteX17" fmla="*/ 205117 w 362309"/>
                <a:gd name="connsiteY17" fmla="*/ 281534 h 361971"/>
                <a:gd name="connsiteX18" fmla="*/ 199366 w 362309"/>
                <a:gd name="connsiteY18" fmla="*/ 277703 h 361971"/>
                <a:gd name="connsiteX19" fmla="*/ 193615 w 362309"/>
                <a:gd name="connsiteY19" fmla="*/ 231739 h 361971"/>
                <a:gd name="connsiteX20" fmla="*/ 181474 w 362309"/>
                <a:gd name="connsiteY20" fmla="*/ 231739 h 361971"/>
                <a:gd name="connsiteX21" fmla="*/ 181474 w 362309"/>
                <a:gd name="connsiteY21" fmla="*/ 275788 h 361971"/>
                <a:gd name="connsiteX22" fmla="*/ 175084 w 362309"/>
                <a:gd name="connsiteY22" fmla="*/ 282172 h 361971"/>
                <a:gd name="connsiteX23" fmla="*/ 168695 w 362309"/>
                <a:gd name="connsiteY23" fmla="*/ 275788 h 361971"/>
                <a:gd name="connsiteX24" fmla="*/ 168695 w 362309"/>
                <a:gd name="connsiteY24" fmla="*/ 231739 h 361971"/>
                <a:gd name="connsiteX25" fmla="*/ 157832 w 362309"/>
                <a:gd name="connsiteY25" fmla="*/ 231739 h 361971"/>
                <a:gd name="connsiteX26" fmla="*/ 152081 w 362309"/>
                <a:gd name="connsiteY26" fmla="*/ 277703 h 361971"/>
                <a:gd name="connsiteX27" fmla="*/ 146330 w 362309"/>
                <a:gd name="connsiteY27" fmla="*/ 281534 h 361971"/>
                <a:gd name="connsiteX28" fmla="*/ 143774 w 362309"/>
                <a:gd name="connsiteY28" fmla="*/ 280895 h 361971"/>
                <a:gd name="connsiteX29" fmla="*/ 139940 w 362309"/>
                <a:gd name="connsiteY29" fmla="*/ 272596 h 361971"/>
                <a:gd name="connsiteX30" fmla="*/ 144413 w 362309"/>
                <a:gd name="connsiteY30" fmla="*/ 230462 h 361971"/>
                <a:gd name="connsiteX31" fmla="*/ 134828 w 362309"/>
                <a:gd name="connsiteY31" fmla="*/ 230462 h 361971"/>
                <a:gd name="connsiteX32" fmla="*/ 113102 w 362309"/>
                <a:gd name="connsiteY32" fmla="*/ 279618 h 361971"/>
                <a:gd name="connsiteX33" fmla="*/ 109268 w 362309"/>
                <a:gd name="connsiteY33" fmla="*/ 280895 h 361971"/>
                <a:gd name="connsiteX34" fmla="*/ 104156 w 362309"/>
                <a:gd name="connsiteY34" fmla="*/ 278342 h 361971"/>
                <a:gd name="connsiteX35" fmla="*/ 105434 w 362309"/>
                <a:gd name="connsiteY35" fmla="*/ 269404 h 361971"/>
                <a:gd name="connsiteX36" fmla="*/ 121409 w 362309"/>
                <a:gd name="connsiteY36" fmla="*/ 230462 h 361971"/>
                <a:gd name="connsiteX37" fmla="*/ 105434 w 362309"/>
                <a:gd name="connsiteY37" fmla="*/ 230462 h 361971"/>
                <a:gd name="connsiteX38" fmla="*/ 68372 w 362309"/>
                <a:gd name="connsiteY38" fmla="*/ 193435 h 361971"/>
                <a:gd name="connsiteX39" fmla="*/ 68372 w 362309"/>
                <a:gd name="connsiteY39" fmla="*/ 183859 h 361971"/>
                <a:gd name="connsiteX40" fmla="*/ 105434 w 362309"/>
                <a:gd name="connsiteY40" fmla="*/ 146832 h 361971"/>
                <a:gd name="connsiteX41" fmla="*/ 111824 w 362309"/>
                <a:gd name="connsiteY41" fmla="*/ 146832 h 361971"/>
                <a:gd name="connsiteX42" fmla="*/ 111824 w 362309"/>
                <a:gd name="connsiteY42" fmla="*/ 87461 h 361971"/>
                <a:gd name="connsiteX43" fmla="*/ 118214 w 362309"/>
                <a:gd name="connsiteY43" fmla="*/ 81077 h 361971"/>
                <a:gd name="connsiteX44" fmla="*/ 207034 w 362309"/>
                <a:gd name="connsiteY44" fmla="*/ 81077 h 361971"/>
                <a:gd name="connsiteX45" fmla="*/ 238345 w 362309"/>
                <a:gd name="connsiteY45" fmla="*/ 112358 h 361971"/>
                <a:gd name="connsiteX46" fmla="*/ 238345 w 362309"/>
                <a:gd name="connsiteY46" fmla="*/ 112358 h 361971"/>
                <a:gd name="connsiteX47" fmla="*/ 238345 w 362309"/>
                <a:gd name="connsiteY47" fmla="*/ 146832 h 361971"/>
                <a:gd name="connsiteX48" fmla="*/ 254959 w 362309"/>
                <a:gd name="connsiteY48" fmla="*/ 146832 h 361971"/>
                <a:gd name="connsiteX49" fmla="*/ 292020 w 362309"/>
                <a:gd name="connsiteY49" fmla="*/ 183859 h 361971"/>
                <a:gd name="connsiteX50" fmla="*/ 292020 w 362309"/>
                <a:gd name="connsiteY50" fmla="*/ 19343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1305"/>
                  </a:cubicBezTo>
                  <a:cubicBezTo>
                    <a:pt x="362310" y="81077"/>
                    <a:pt x="281157" y="0"/>
                    <a:pt x="180835" y="0"/>
                  </a:cubicBezTo>
                  <a:cubicBezTo>
                    <a:pt x="180835" y="0"/>
                    <a:pt x="180835" y="0"/>
                    <a:pt x="180835" y="0"/>
                  </a:cubicBezTo>
                  <a:close/>
                  <a:moveTo>
                    <a:pt x="292659" y="193435"/>
                  </a:moveTo>
                  <a:cubicBezTo>
                    <a:pt x="292659" y="213863"/>
                    <a:pt x="276045" y="230462"/>
                    <a:pt x="255597" y="230462"/>
                  </a:cubicBezTo>
                  <a:lnTo>
                    <a:pt x="230038" y="230462"/>
                  </a:lnTo>
                  <a:cubicBezTo>
                    <a:pt x="230677" y="240038"/>
                    <a:pt x="234511" y="261105"/>
                    <a:pt x="246013" y="269404"/>
                  </a:cubicBezTo>
                  <a:cubicBezTo>
                    <a:pt x="248569" y="271319"/>
                    <a:pt x="249208" y="275150"/>
                    <a:pt x="247291" y="278342"/>
                  </a:cubicBezTo>
                  <a:cubicBezTo>
                    <a:pt x="246013" y="280257"/>
                    <a:pt x="244096" y="280895"/>
                    <a:pt x="242179" y="280895"/>
                  </a:cubicBezTo>
                  <a:cubicBezTo>
                    <a:pt x="240901" y="280895"/>
                    <a:pt x="239623" y="280257"/>
                    <a:pt x="238345" y="279618"/>
                  </a:cubicBezTo>
                  <a:cubicBezTo>
                    <a:pt x="220453" y="266850"/>
                    <a:pt x="217258" y="237484"/>
                    <a:pt x="216619" y="230462"/>
                  </a:cubicBezTo>
                  <a:lnTo>
                    <a:pt x="207034" y="230462"/>
                  </a:lnTo>
                  <a:cubicBezTo>
                    <a:pt x="207034" y="244507"/>
                    <a:pt x="208312" y="258551"/>
                    <a:pt x="211507" y="272596"/>
                  </a:cubicBezTo>
                  <a:cubicBezTo>
                    <a:pt x="212785" y="275788"/>
                    <a:pt x="210868" y="279618"/>
                    <a:pt x="207673" y="280895"/>
                  </a:cubicBezTo>
                  <a:cubicBezTo>
                    <a:pt x="207034" y="280895"/>
                    <a:pt x="206395" y="281534"/>
                    <a:pt x="205117" y="281534"/>
                  </a:cubicBezTo>
                  <a:cubicBezTo>
                    <a:pt x="202561" y="281534"/>
                    <a:pt x="200005" y="279618"/>
                    <a:pt x="199366" y="277703"/>
                  </a:cubicBezTo>
                  <a:cubicBezTo>
                    <a:pt x="194254" y="264297"/>
                    <a:pt x="193615" y="238761"/>
                    <a:pt x="193615" y="231739"/>
                  </a:cubicBezTo>
                  <a:lnTo>
                    <a:pt x="181474" y="231739"/>
                  </a:lnTo>
                  <a:lnTo>
                    <a:pt x="181474" y="275788"/>
                  </a:lnTo>
                  <a:cubicBezTo>
                    <a:pt x="181474" y="279618"/>
                    <a:pt x="178918" y="282172"/>
                    <a:pt x="175084" y="282172"/>
                  </a:cubicBezTo>
                  <a:cubicBezTo>
                    <a:pt x="171250" y="282172"/>
                    <a:pt x="168695" y="279618"/>
                    <a:pt x="168695" y="275788"/>
                  </a:cubicBezTo>
                  <a:lnTo>
                    <a:pt x="168695" y="231739"/>
                  </a:lnTo>
                  <a:lnTo>
                    <a:pt x="157832" y="231739"/>
                  </a:lnTo>
                  <a:cubicBezTo>
                    <a:pt x="157832" y="238761"/>
                    <a:pt x="157192" y="264935"/>
                    <a:pt x="152081" y="277703"/>
                  </a:cubicBezTo>
                  <a:cubicBezTo>
                    <a:pt x="151442" y="280257"/>
                    <a:pt x="148886" y="281534"/>
                    <a:pt x="146330" y="281534"/>
                  </a:cubicBezTo>
                  <a:cubicBezTo>
                    <a:pt x="145691" y="281534"/>
                    <a:pt x="145052" y="281534"/>
                    <a:pt x="143774" y="280895"/>
                  </a:cubicBezTo>
                  <a:cubicBezTo>
                    <a:pt x="140579" y="279618"/>
                    <a:pt x="138662" y="275788"/>
                    <a:pt x="139940" y="272596"/>
                  </a:cubicBezTo>
                  <a:cubicBezTo>
                    <a:pt x="143135" y="259190"/>
                    <a:pt x="145052" y="245145"/>
                    <a:pt x="144413" y="230462"/>
                  </a:cubicBezTo>
                  <a:lnTo>
                    <a:pt x="134828" y="230462"/>
                  </a:lnTo>
                  <a:cubicBezTo>
                    <a:pt x="134189" y="237484"/>
                    <a:pt x="130994" y="266850"/>
                    <a:pt x="113102" y="279618"/>
                  </a:cubicBezTo>
                  <a:cubicBezTo>
                    <a:pt x="111824" y="280257"/>
                    <a:pt x="110546" y="280895"/>
                    <a:pt x="109268" y="280895"/>
                  </a:cubicBezTo>
                  <a:cubicBezTo>
                    <a:pt x="107351" y="280895"/>
                    <a:pt x="105434" y="279618"/>
                    <a:pt x="104156" y="278342"/>
                  </a:cubicBezTo>
                  <a:cubicBezTo>
                    <a:pt x="102239" y="275150"/>
                    <a:pt x="102878" y="271319"/>
                    <a:pt x="105434" y="269404"/>
                  </a:cubicBezTo>
                  <a:cubicBezTo>
                    <a:pt x="116936" y="261105"/>
                    <a:pt x="120770" y="240038"/>
                    <a:pt x="121409" y="230462"/>
                  </a:cubicBezTo>
                  <a:lnTo>
                    <a:pt x="105434" y="230462"/>
                  </a:lnTo>
                  <a:cubicBezTo>
                    <a:pt x="84986" y="230462"/>
                    <a:pt x="68372" y="213863"/>
                    <a:pt x="68372" y="193435"/>
                  </a:cubicBezTo>
                  <a:lnTo>
                    <a:pt x="68372" y="183859"/>
                  </a:lnTo>
                  <a:cubicBezTo>
                    <a:pt x="68372" y="163430"/>
                    <a:pt x="84986" y="146832"/>
                    <a:pt x="105434" y="146832"/>
                  </a:cubicBezTo>
                  <a:lnTo>
                    <a:pt x="111824" y="146832"/>
                  </a:lnTo>
                  <a:lnTo>
                    <a:pt x="111824" y="87461"/>
                  </a:lnTo>
                  <a:cubicBezTo>
                    <a:pt x="111824" y="83630"/>
                    <a:pt x="114380" y="81077"/>
                    <a:pt x="118214" y="81077"/>
                  </a:cubicBezTo>
                  <a:lnTo>
                    <a:pt x="207034" y="81077"/>
                  </a:lnTo>
                  <a:cubicBezTo>
                    <a:pt x="224287" y="81077"/>
                    <a:pt x="238345" y="95121"/>
                    <a:pt x="238345" y="112358"/>
                  </a:cubicBezTo>
                  <a:cubicBezTo>
                    <a:pt x="238345" y="112358"/>
                    <a:pt x="238345" y="112358"/>
                    <a:pt x="238345" y="112358"/>
                  </a:cubicBezTo>
                  <a:lnTo>
                    <a:pt x="238345" y="146832"/>
                  </a:lnTo>
                  <a:lnTo>
                    <a:pt x="254959" y="146832"/>
                  </a:lnTo>
                  <a:cubicBezTo>
                    <a:pt x="275407" y="146832"/>
                    <a:pt x="292020" y="163430"/>
                    <a:pt x="292020" y="183859"/>
                  </a:cubicBezTo>
                  <a:lnTo>
                    <a:pt x="292020" y="193435"/>
                  </a:lnTo>
                  <a:close/>
                </a:path>
              </a:pathLst>
            </a:custGeom>
            <a:solidFill>
              <a:srgbClr val="007680"/>
            </a:solidFill>
            <a:ln w="6390" cap="flat">
              <a:noFill/>
              <a:prstDash val="solid"/>
              <a:miter/>
            </a:ln>
          </p:spPr>
          <p:txBody>
            <a:bodyPr rtlCol="0" anchor="ctr"/>
            <a:lstStyle/>
            <a:p>
              <a:endParaRPr lang="en-US"/>
            </a:p>
          </p:txBody>
        </p:sp>
      </p:grpSp>
      <p:grpSp>
        <p:nvGrpSpPr>
          <p:cNvPr id="1652" name="Graphic 1100">
            <a:extLst>
              <a:ext uri="{FF2B5EF4-FFF2-40B4-BE49-F238E27FC236}">
                <a16:creationId xmlns:a16="http://schemas.microsoft.com/office/drawing/2014/main" id="{C7724A73-24DD-BB47-9014-EDF5989F9ACD}"/>
              </a:ext>
            </a:extLst>
          </p:cNvPr>
          <p:cNvGrpSpPr/>
          <p:nvPr/>
        </p:nvGrpSpPr>
        <p:grpSpPr>
          <a:xfrm>
            <a:off x="2560447" y="1897007"/>
            <a:ext cx="362309" cy="361971"/>
            <a:chOff x="2560447" y="1897007"/>
            <a:chExt cx="362309" cy="361971"/>
          </a:xfrm>
          <a:solidFill>
            <a:srgbClr val="007680"/>
          </a:solidFill>
        </p:grpSpPr>
        <p:sp>
          <p:nvSpPr>
            <p:cNvPr id="1653" name="Graphic 1100">
              <a:extLst>
                <a:ext uri="{FF2B5EF4-FFF2-40B4-BE49-F238E27FC236}">
                  <a16:creationId xmlns:a16="http://schemas.microsoft.com/office/drawing/2014/main" id="{AAED6FD9-F782-D848-8B30-A14134C70BC1}"/>
                </a:ext>
              </a:extLst>
            </p:cNvPr>
            <p:cNvSpPr/>
            <p:nvPr/>
          </p:nvSpPr>
          <p:spPr>
            <a:xfrm>
              <a:off x="2560447" y="189700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1654" name="Graphic 1100">
              <a:extLst>
                <a:ext uri="{FF2B5EF4-FFF2-40B4-BE49-F238E27FC236}">
                  <a16:creationId xmlns:a16="http://schemas.microsoft.com/office/drawing/2014/main" id="{2702E8C6-6A73-A548-9CDC-A294BB946994}"/>
                </a:ext>
              </a:extLst>
            </p:cNvPr>
            <p:cNvSpPr/>
            <p:nvPr/>
          </p:nvSpPr>
          <p:spPr>
            <a:xfrm>
              <a:off x="2637765" y="1975530"/>
              <a:ext cx="206534" cy="204925"/>
            </a:xfrm>
            <a:custGeom>
              <a:avLst/>
              <a:gdLst>
                <a:gd name="connsiteX0" fmla="*/ 190420 w 206534"/>
                <a:gd name="connsiteY0" fmla="*/ 35750 h 204925"/>
                <a:gd name="connsiteX1" fmla="*/ 165500 w 206534"/>
                <a:gd name="connsiteY1" fmla="*/ 35750 h 204925"/>
                <a:gd name="connsiteX2" fmla="*/ 109268 w 206534"/>
                <a:gd name="connsiteY2" fmla="*/ 0 h 204925"/>
                <a:gd name="connsiteX3" fmla="*/ 44730 w 206534"/>
                <a:gd name="connsiteY3" fmla="*/ 0 h 204925"/>
                <a:gd name="connsiteX4" fmla="*/ 36423 w 206534"/>
                <a:gd name="connsiteY4" fmla="*/ 8299 h 204925"/>
                <a:gd name="connsiteX5" fmla="*/ 36423 w 206534"/>
                <a:gd name="connsiteY5" fmla="*/ 35750 h 204925"/>
                <a:gd name="connsiteX6" fmla="*/ 17253 w 206534"/>
                <a:gd name="connsiteY6" fmla="*/ 35750 h 204925"/>
                <a:gd name="connsiteX7" fmla="*/ 0 w 206534"/>
                <a:gd name="connsiteY7" fmla="*/ 52987 h 204925"/>
                <a:gd name="connsiteX8" fmla="*/ 0 w 206534"/>
                <a:gd name="connsiteY8" fmla="*/ 121934 h 204925"/>
                <a:gd name="connsiteX9" fmla="*/ 17253 w 206534"/>
                <a:gd name="connsiteY9" fmla="*/ 139171 h 204925"/>
                <a:gd name="connsiteX10" fmla="*/ 17253 w 206534"/>
                <a:gd name="connsiteY10" fmla="*/ 139171 h 204925"/>
                <a:gd name="connsiteX11" fmla="*/ 36423 w 206534"/>
                <a:gd name="connsiteY11" fmla="*/ 139171 h 204925"/>
                <a:gd name="connsiteX12" fmla="*/ 36423 w 206534"/>
                <a:gd name="connsiteY12" fmla="*/ 185774 h 204925"/>
                <a:gd name="connsiteX13" fmla="*/ 56232 w 206534"/>
                <a:gd name="connsiteY13" fmla="*/ 204926 h 204925"/>
                <a:gd name="connsiteX14" fmla="*/ 150803 w 206534"/>
                <a:gd name="connsiteY14" fmla="*/ 204926 h 204925"/>
                <a:gd name="connsiteX15" fmla="*/ 169972 w 206534"/>
                <a:gd name="connsiteY15" fmla="*/ 185774 h 204925"/>
                <a:gd name="connsiteX16" fmla="*/ 169972 w 206534"/>
                <a:gd name="connsiteY16" fmla="*/ 139171 h 204925"/>
                <a:gd name="connsiteX17" fmla="*/ 189142 w 206534"/>
                <a:gd name="connsiteY17" fmla="*/ 139171 h 204925"/>
                <a:gd name="connsiteX18" fmla="*/ 206395 w 206534"/>
                <a:gd name="connsiteY18" fmla="*/ 121934 h 204925"/>
                <a:gd name="connsiteX19" fmla="*/ 206395 w 206534"/>
                <a:gd name="connsiteY19" fmla="*/ 52987 h 204925"/>
                <a:gd name="connsiteX20" fmla="*/ 190420 w 206534"/>
                <a:gd name="connsiteY20" fmla="*/ 35750 h 204925"/>
                <a:gd name="connsiteX21" fmla="*/ 49203 w 206534"/>
                <a:gd name="connsiteY21" fmla="*/ 12768 h 204925"/>
                <a:gd name="connsiteX22" fmla="*/ 109268 w 206534"/>
                <a:gd name="connsiteY22" fmla="*/ 12768 h 204925"/>
                <a:gd name="connsiteX23" fmla="*/ 158471 w 206534"/>
                <a:gd name="connsiteY23" fmla="*/ 58094 h 204925"/>
                <a:gd name="connsiteX24" fmla="*/ 49203 w 206534"/>
                <a:gd name="connsiteY24" fmla="*/ 58094 h 204925"/>
                <a:gd name="connsiteX25" fmla="*/ 49203 w 206534"/>
                <a:gd name="connsiteY25" fmla="*/ 12768 h 204925"/>
                <a:gd name="connsiteX26" fmla="*/ 157832 w 206534"/>
                <a:gd name="connsiteY26" fmla="*/ 185774 h 204925"/>
                <a:gd name="connsiteX27" fmla="*/ 151442 w 206534"/>
                <a:gd name="connsiteY27" fmla="*/ 192158 h 204925"/>
                <a:gd name="connsiteX28" fmla="*/ 56871 w 206534"/>
                <a:gd name="connsiteY28" fmla="*/ 192158 h 204925"/>
                <a:gd name="connsiteX29" fmla="*/ 49842 w 206534"/>
                <a:gd name="connsiteY29" fmla="*/ 185774 h 204925"/>
                <a:gd name="connsiteX30" fmla="*/ 49842 w 206534"/>
                <a:gd name="connsiteY30" fmla="*/ 139171 h 204925"/>
                <a:gd name="connsiteX31" fmla="*/ 158471 w 206534"/>
                <a:gd name="connsiteY31" fmla="*/ 139171 h 204925"/>
                <a:gd name="connsiteX32" fmla="*/ 157832 w 206534"/>
                <a:gd name="connsiteY32" fmla="*/ 185774 h 204925"/>
                <a:gd name="connsiteX33" fmla="*/ 194893 w 206534"/>
                <a:gd name="connsiteY33" fmla="*/ 121934 h 204925"/>
                <a:gd name="connsiteX34" fmla="*/ 190420 w 206534"/>
                <a:gd name="connsiteY34" fmla="*/ 126403 h 204925"/>
                <a:gd name="connsiteX35" fmla="*/ 190420 w 206534"/>
                <a:gd name="connsiteY35" fmla="*/ 126403 h 204925"/>
                <a:gd name="connsiteX36" fmla="*/ 17892 w 206534"/>
                <a:gd name="connsiteY36" fmla="*/ 126403 h 204925"/>
                <a:gd name="connsiteX37" fmla="*/ 13419 w 206534"/>
                <a:gd name="connsiteY37" fmla="*/ 121934 h 204925"/>
                <a:gd name="connsiteX38" fmla="*/ 13419 w 206534"/>
                <a:gd name="connsiteY38" fmla="*/ 121934 h 204925"/>
                <a:gd name="connsiteX39" fmla="*/ 13419 w 206534"/>
                <a:gd name="connsiteY39" fmla="*/ 52987 h 204925"/>
                <a:gd name="connsiteX40" fmla="*/ 17892 w 206534"/>
                <a:gd name="connsiteY40" fmla="*/ 48518 h 204925"/>
                <a:gd name="connsiteX41" fmla="*/ 37062 w 206534"/>
                <a:gd name="connsiteY41" fmla="*/ 48518 h 204925"/>
                <a:gd name="connsiteX42" fmla="*/ 37062 w 206534"/>
                <a:gd name="connsiteY42" fmla="*/ 62563 h 204925"/>
                <a:gd name="connsiteX43" fmla="*/ 45369 w 206534"/>
                <a:gd name="connsiteY43" fmla="*/ 70862 h 204925"/>
                <a:gd name="connsiteX44" fmla="*/ 163582 w 206534"/>
                <a:gd name="connsiteY44" fmla="*/ 70862 h 204925"/>
                <a:gd name="connsiteX45" fmla="*/ 171889 w 206534"/>
                <a:gd name="connsiteY45" fmla="*/ 62563 h 204925"/>
                <a:gd name="connsiteX46" fmla="*/ 171889 w 206534"/>
                <a:gd name="connsiteY46" fmla="*/ 61925 h 204925"/>
                <a:gd name="connsiteX47" fmla="*/ 170611 w 206534"/>
                <a:gd name="connsiteY47" fmla="*/ 48518 h 204925"/>
                <a:gd name="connsiteX48" fmla="*/ 191059 w 206534"/>
                <a:gd name="connsiteY48" fmla="*/ 48518 h 204925"/>
                <a:gd name="connsiteX49" fmla="*/ 195532 w 206534"/>
                <a:gd name="connsiteY49" fmla="*/ 52987 h 204925"/>
                <a:gd name="connsiteX50" fmla="*/ 194893 w 206534"/>
                <a:gd name="connsiteY50" fmla="*/ 121934 h 20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06534" h="204925">
                  <a:moveTo>
                    <a:pt x="190420" y="35750"/>
                  </a:moveTo>
                  <a:lnTo>
                    <a:pt x="165500" y="35750"/>
                  </a:lnTo>
                  <a:cubicBezTo>
                    <a:pt x="155276" y="14045"/>
                    <a:pt x="133550" y="0"/>
                    <a:pt x="109268" y="0"/>
                  </a:cubicBezTo>
                  <a:lnTo>
                    <a:pt x="44730" y="0"/>
                  </a:lnTo>
                  <a:cubicBezTo>
                    <a:pt x="40257" y="0"/>
                    <a:pt x="36423" y="3830"/>
                    <a:pt x="36423" y="8299"/>
                  </a:cubicBezTo>
                  <a:lnTo>
                    <a:pt x="36423" y="35750"/>
                  </a:lnTo>
                  <a:lnTo>
                    <a:pt x="17253" y="35750"/>
                  </a:lnTo>
                  <a:cubicBezTo>
                    <a:pt x="7668" y="35750"/>
                    <a:pt x="0" y="43411"/>
                    <a:pt x="0" y="52987"/>
                  </a:cubicBezTo>
                  <a:lnTo>
                    <a:pt x="0" y="121934"/>
                  </a:lnTo>
                  <a:cubicBezTo>
                    <a:pt x="0" y="131510"/>
                    <a:pt x="7668" y="139171"/>
                    <a:pt x="17253" y="139171"/>
                  </a:cubicBezTo>
                  <a:cubicBezTo>
                    <a:pt x="17253" y="139171"/>
                    <a:pt x="17253" y="139171"/>
                    <a:pt x="17253" y="139171"/>
                  </a:cubicBezTo>
                  <a:lnTo>
                    <a:pt x="36423" y="139171"/>
                  </a:lnTo>
                  <a:lnTo>
                    <a:pt x="36423" y="185774"/>
                  </a:lnTo>
                  <a:cubicBezTo>
                    <a:pt x="36423" y="196627"/>
                    <a:pt x="45369" y="204926"/>
                    <a:pt x="56232" y="204926"/>
                  </a:cubicBezTo>
                  <a:lnTo>
                    <a:pt x="150803" y="204926"/>
                  </a:lnTo>
                  <a:cubicBezTo>
                    <a:pt x="161666" y="204926"/>
                    <a:pt x="169972" y="196627"/>
                    <a:pt x="169972" y="185774"/>
                  </a:cubicBezTo>
                  <a:lnTo>
                    <a:pt x="169972" y="139171"/>
                  </a:lnTo>
                  <a:lnTo>
                    <a:pt x="189142" y="139171"/>
                  </a:lnTo>
                  <a:cubicBezTo>
                    <a:pt x="198727" y="139171"/>
                    <a:pt x="206395" y="131510"/>
                    <a:pt x="206395" y="121934"/>
                  </a:cubicBezTo>
                  <a:lnTo>
                    <a:pt x="206395" y="52987"/>
                  </a:lnTo>
                  <a:cubicBezTo>
                    <a:pt x="207673" y="43411"/>
                    <a:pt x="200005" y="35750"/>
                    <a:pt x="190420" y="35750"/>
                  </a:cubicBezTo>
                  <a:close/>
                  <a:moveTo>
                    <a:pt x="49203" y="12768"/>
                  </a:moveTo>
                  <a:lnTo>
                    <a:pt x="109268" y="12768"/>
                  </a:lnTo>
                  <a:cubicBezTo>
                    <a:pt x="134828" y="12768"/>
                    <a:pt x="156553" y="32558"/>
                    <a:pt x="158471" y="58094"/>
                  </a:cubicBezTo>
                  <a:lnTo>
                    <a:pt x="49203" y="58094"/>
                  </a:lnTo>
                  <a:lnTo>
                    <a:pt x="49203" y="12768"/>
                  </a:lnTo>
                  <a:close/>
                  <a:moveTo>
                    <a:pt x="157832" y="185774"/>
                  </a:moveTo>
                  <a:cubicBezTo>
                    <a:pt x="157832" y="189604"/>
                    <a:pt x="155276" y="192158"/>
                    <a:pt x="151442" y="192158"/>
                  </a:cubicBezTo>
                  <a:lnTo>
                    <a:pt x="56871" y="192158"/>
                  </a:lnTo>
                  <a:cubicBezTo>
                    <a:pt x="53037" y="192158"/>
                    <a:pt x="49842" y="189604"/>
                    <a:pt x="49842" y="185774"/>
                  </a:cubicBezTo>
                  <a:lnTo>
                    <a:pt x="49842" y="139171"/>
                  </a:lnTo>
                  <a:lnTo>
                    <a:pt x="158471" y="139171"/>
                  </a:lnTo>
                  <a:lnTo>
                    <a:pt x="157832" y="185774"/>
                  </a:lnTo>
                  <a:close/>
                  <a:moveTo>
                    <a:pt x="194893" y="121934"/>
                  </a:moveTo>
                  <a:cubicBezTo>
                    <a:pt x="194893" y="124488"/>
                    <a:pt x="192976" y="126403"/>
                    <a:pt x="190420" y="126403"/>
                  </a:cubicBezTo>
                  <a:cubicBezTo>
                    <a:pt x="190420" y="126403"/>
                    <a:pt x="190420" y="126403"/>
                    <a:pt x="190420" y="126403"/>
                  </a:cubicBezTo>
                  <a:lnTo>
                    <a:pt x="17892" y="126403"/>
                  </a:lnTo>
                  <a:cubicBezTo>
                    <a:pt x="15336" y="126403"/>
                    <a:pt x="13419" y="124488"/>
                    <a:pt x="13419" y="121934"/>
                  </a:cubicBezTo>
                  <a:cubicBezTo>
                    <a:pt x="13419" y="121934"/>
                    <a:pt x="13419" y="121934"/>
                    <a:pt x="13419" y="121934"/>
                  </a:cubicBezTo>
                  <a:lnTo>
                    <a:pt x="13419" y="52987"/>
                  </a:lnTo>
                  <a:cubicBezTo>
                    <a:pt x="13419" y="50433"/>
                    <a:pt x="15336" y="48518"/>
                    <a:pt x="17892" y="48518"/>
                  </a:cubicBezTo>
                  <a:lnTo>
                    <a:pt x="37062" y="48518"/>
                  </a:lnTo>
                  <a:lnTo>
                    <a:pt x="37062" y="62563"/>
                  </a:lnTo>
                  <a:cubicBezTo>
                    <a:pt x="37062" y="67032"/>
                    <a:pt x="40896" y="70862"/>
                    <a:pt x="45369" y="70862"/>
                  </a:cubicBezTo>
                  <a:lnTo>
                    <a:pt x="163582" y="70862"/>
                  </a:lnTo>
                  <a:cubicBezTo>
                    <a:pt x="168055" y="70862"/>
                    <a:pt x="171889" y="67032"/>
                    <a:pt x="171889" y="62563"/>
                  </a:cubicBezTo>
                  <a:lnTo>
                    <a:pt x="171889" y="61925"/>
                  </a:lnTo>
                  <a:cubicBezTo>
                    <a:pt x="171889" y="57456"/>
                    <a:pt x="171250" y="52987"/>
                    <a:pt x="170611" y="48518"/>
                  </a:cubicBezTo>
                  <a:lnTo>
                    <a:pt x="191059" y="48518"/>
                  </a:lnTo>
                  <a:cubicBezTo>
                    <a:pt x="193615" y="48518"/>
                    <a:pt x="195532" y="50433"/>
                    <a:pt x="195532" y="52987"/>
                  </a:cubicBezTo>
                  <a:lnTo>
                    <a:pt x="194893" y="121934"/>
                  </a:lnTo>
                  <a:close/>
                </a:path>
              </a:pathLst>
            </a:custGeom>
            <a:solidFill>
              <a:srgbClr val="007680"/>
            </a:solidFill>
            <a:ln w="6390" cap="flat">
              <a:noFill/>
              <a:prstDash val="solid"/>
              <a:miter/>
            </a:ln>
          </p:spPr>
          <p:txBody>
            <a:bodyPr rtlCol="0" anchor="ctr"/>
            <a:lstStyle/>
            <a:p>
              <a:endParaRPr lang="en-US"/>
            </a:p>
          </p:txBody>
        </p:sp>
        <p:sp>
          <p:nvSpPr>
            <p:cNvPr id="1655" name="Graphic 1100">
              <a:extLst>
                <a:ext uri="{FF2B5EF4-FFF2-40B4-BE49-F238E27FC236}">
                  <a16:creationId xmlns:a16="http://schemas.microsoft.com/office/drawing/2014/main" id="{4EF119C8-E76D-4940-8D48-E5CF8FCC465C}"/>
                </a:ext>
              </a:extLst>
            </p:cNvPr>
            <p:cNvSpPr/>
            <p:nvPr/>
          </p:nvSpPr>
          <p:spPr>
            <a:xfrm>
              <a:off x="2717001" y="2123000"/>
              <a:ext cx="53675" cy="12767"/>
            </a:xfrm>
            <a:custGeom>
              <a:avLst/>
              <a:gdLst>
                <a:gd name="connsiteX0" fmla="*/ 6390 w 53675"/>
                <a:gd name="connsiteY0" fmla="*/ 12768 h 12767"/>
                <a:gd name="connsiteX1" fmla="*/ 47285 w 53675"/>
                <a:gd name="connsiteY1" fmla="*/ 12768 h 12767"/>
                <a:gd name="connsiteX2" fmla="*/ 53675 w 53675"/>
                <a:gd name="connsiteY2" fmla="*/ 6384 h 12767"/>
                <a:gd name="connsiteX3" fmla="*/ 47285 w 53675"/>
                <a:gd name="connsiteY3" fmla="*/ 0 h 12767"/>
                <a:gd name="connsiteX4" fmla="*/ 6390 w 53675"/>
                <a:gd name="connsiteY4" fmla="*/ 0 h 12767"/>
                <a:gd name="connsiteX5" fmla="*/ 0 w 53675"/>
                <a:gd name="connsiteY5" fmla="*/ 6384 h 12767"/>
                <a:gd name="connsiteX6" fmla="*/ 6390 w 53675"/>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675" h="12767">
                  <a:moveTo>
                    <a:pt x="6390" y="12768"/>
                  </a:moveTo>
                  <a:lnTo>
                    <a:pt x="47285" y="12768"/>
                  </a:lnTo>
                  <a:cubicBezTo>
                    <a:pt x="51119" y="12768"/>
                    <a:pt x="53675" y="10214"/>
                    <a:pt x="53675" y="6384"/>
                  </a:cubicBezTo>
                  <a:cubicBezTo>
                    <a:pt x="53675" y="2554"/>
                    <a:pt x="51119" y="0"/>
                    <a:pt x="47285" y="0"/>
                  </a:cubicBezTo>
                  <a:lnTo>
                    <a:pt x="6390" y="0"/>
                  </a:lnTo>
                  <a:cubicBezTo>
                    <a:pt x="2556" y="0"/>
                    <a:pt x="0" y="2554"/>
                    <a:pt x="0" y="6384"/>
                  </a:cubicBezTo>
                  <a:cubicBezTo>
                    <a:pt x="0" y="10214"/>
                    <a:pt x="2556" y="12768"/>
                    <a:pt x="6390" y="12768"/>
                  </a:cubicBezTo>
                  <a:close/>
                </a:path>
              </a:pathLst>
            </a:custGeom>
            <a:solidFill>
              <a:srgbClr val="007680"/>
            </a:solidFill>
            <a:ln w="6390" cap="flat">
              <a:noFill/>
              <a:prstDash val="solid"/>
              <a:miter/>
            </a:ln>
          </p:spPr>
          <p:txBody>
            <a:bodyPr rtlCol="0" anchor="ctr"/>
            <a:lstStyle/>
            <a:p>
              <a:endParaRPr lang="en-US"/>
            </a:p>
          </p:txBody>
        </p:sp>
        <p:sp>
          <p:nvSpPr>
            <p:cNvPr id="1656" name="Graphic 1100">
              <a:extLst>
                <a:ext uri="{FF2B5EF4-FFF2-40B4-BE49-F238E27FC236}">
                  <a16:creationId xmlns:a16="http://schemas.microsoft.com/office/drawing/2014/main" id="{36C58C91-D701-4F46-8713-5EE42F78E1C2}"/>
                </a:ext>
              </a:extLst>
            </p:cNvPr>
            <p:cNvSpPr/>
            <p:nvPr/>
          </p:nvSpPr>
          <p:spPr>
            <a:xfrm>
              <a:off x="2717001" y="2145982"/>
              <a:ext cx="53675" cy="12767"/>
            </a:xfrm>
            <a:custGeom>
              <a:avLst/>
              <a:gdLst>
                <a:gd name="connsiteX0" fmla="*/ 6390 w 53675"/>
                <a:gd name="connsiteY0" fmla="*/ 12768 h 12767"/>
                <a:gd name="connsiteX1" fmla="*/ 47285 w 53675"/>
                <a:gd name="connsiteY1" fmla="*/ 12768 h 12767"/>
                <a:gd name="connsiteX2" fmla="*/ 53675 w 53675"/>
                <a:gd name="connsiteY2" fmla="*/ 6384 h 12767"/>
                <a:gd name="connsiteX3" fmla="*/ 47285 w 53675"/>
                <a:gd name="connsiteY3" fmla="*/ 0 h 12767"/>
                <a:gd name="connsiteX4" fmla="*/ 6390 w 53675"/>
                <a:gd name="connsiteY4" fmla="*/ 0 h 12767"/>
                <a:gd name="connsiteX5" fmla="*/ 0 w 53675"/>
                <a:gd name="connsiteY5" fmla="*/ 6384 h 12767"/>
                <a:gd name="connsiteX6" fmla="*/ 6390 w 53675"/>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675" h="12767">
                  <a:moveTo>
                    <a:pt x="6390" y="12768"/>
                  </a:moveTo>
                  <a:lnTo>
                    <a:pt x="47285" y="12768"/>
                  </a:lnTo>
                  <a:cubicBezTo>
                    <a:pt x="51119" y="12768"/>
                    <a:pt x="53675" y="10214"/>
                    <a:pt x="53675" y="6384"/>
                  </a:cubicBezTo>
                  <a:cubicBezTo>
                    <a:pt x="53675" y="2554"/>
                    <a:pt x="51119" y="0"/>
                    <a:pt x="47285" y="0"/>
                  </a:cubicBezTo>
                  <a:lnTo>
                    <a:pt x="6390" y="0"/>
                  </a:lnTo>
                  <a:cubicBezTo>
                    <a:pt x="2556" y="0"/>
                    <a:pt x="0" y="2554"/>
                    <a:pt x="0" y="6384"/>
                  </a:cubicBezTo>
                  <a:cubicBezTo>
                    <a:pt x="0" y="10214"/>
                    <a:pt x="2556" y="12768"/>
                    <a:pt x="6390" y="12768"/>
                  </a:cubicBezTo>
                  <a:close/>
                </a:path>
              </a:pathLst>
            </a:custGeom>
            <a:solidFill>
              <a:srgbClr val="007680"/>
            </a:solidFill>
            <a:ln w="6390" cap="flat">
              <a:noFill/>
              <a:prstDash val="solid"/>
              <a:miter/>
            </a:ln>
          </p:spPr>
          <p:txBody>
            <a:bodyPr rtlCol="0" anchor="ctr"/>
            <a:lstStyle/>
            <a:p>
              <a:endParaRPr lang="en-US"/>
            </a:p>
          </p:txBody>
        </p:sp>
        <p:sp>
          <p:nvSpPr>
            <p:cNvPr id="1657" name="Graphic 1100">
              <a:extLst>
                <a:ext uri="{FF2B5EF4-FFF2-40B4-BE49-F238E27FC236}">
                  <a16:creationId xmlns:a16="http://schemas.microsoft.com/office/drawing/2014/main" id="{408EC4BE-A940-504F-86CC-40C43BDF8F4E}"/>
                </a:ext>
              </a:extLst>
            </p:cNvPr>
            <p:cNvSpPr/>
            <p:nvPr/>
          </p:nvSpPr>
          <p:spPr>
            <a:xfrm>
              <a:off x="2800070" y="2070651"/>
              <a:ext cx="22364" cy="12767"/>
            </a:xfrm>
            <a:custGeom>
              <a:avLst/>
              <a:gdLst>
                <a:gd name="connsiteX0" fmla="*/ 15975 w 22364"/>
                <a:gd name="connsiteY0" fmla="*/ 0 h 12767"/>
                <a:gd name="connsiteX1" fmla="*/ 6390 w 22364"/>
                <a:gd name="connsiteY1" fmla="*/ 0 h 12767"/>
                <a:gd name="connsiteX2" fmla="*/ 0 w 22364"/>
                <a:gd name="connsiteY2" fmla="*/ 6384 h 12767"/>
                <a:gd name="connsiteX3" fmla="*/ 6390 w 22364"/>
                <a:gd name="connsiteY3" fmla="*/ 12768 h 12767"/>
                <a:gd name="connsiteX4" fmla="*/ 15975 w 22364"/>
                <a:gd name="connsiteY4" fmla="*/ 12768 h 12767"/>
                <a:gd name="connsiteX5" fmla="*/ 22365 w 22364"/>
                <a:gd name="connsiteY5" fmla="*/ 6384 h 12767"/>
                <a:gd name="connsiteX6" fmla="*/ 15975 w 2236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64" h="12767">
                  <a:moveTo>
                    <a:pt x="15975" y="0"/>
                  </a:moveTo>
                  <a:lnTo>
                    <a:pt x="6390" y="0"/>
                  </a:lnTo>
                  <a:cubicBezTo>
                    <a:pt x="2556" y="0"/>
                    <a:pt x="0" y="2554"/>
                    <a:pt x="0" y="6384"/>
                  </a:cubicBezTo>
                  <a:cubicBezTo>
                    <a:pt x="0" y="10214"/>
                    <a:pt x="2556" y="12768"/>
                    <a:pt x="6390" y="12768"/>
                  </a:cubicBezTo>
                  <a:lnTo>
                    <a:pt x="15975" y="12768"/>
                  </a:lnTo>
                  <a:cubicBezTo>
                    <a:pt x="19809" y="12768"/>
                    <a:pt x="22365" y="10214"/>
                    <a:pt x="22365" y="6384"/>
                  </a:cubicBezTo>
                  <a:cubicBezTo>
                    <a:pt x="22365" y="2554"/>
                    <a:pt x="19809" y="0"/>
                    <a:pt x="15975" y="0"/>
                  </a:cubicBezTo>
                  <a:close/>
                </a:path>
              </a:pathLst>
            </a:custGeom>
            <a:solidFill>
              <a:srgbClr val="007680"/>
            </a:solidFill>
            <a:ln w="6390" cap="flat">
              <a:noFill/>
              <a:prstDash val="solid"/>
              <a:miter/>
            </a:ln>
          </p:spPr>
          <p:txBody>
            <a:bodyPr rtlCol="0" anchor="ctr"/>
            <a:lstStyle/>
            <a:p>
              <a:endParaRPr lang="en-US"/>
            </a:p>
          </p:txBody>
        </p:sp>
      </p:grpSp>
      <p:grpSp>
        <p:nvGrpSpPr>
          <p:cNvPr id="1658" name="Graphic 1100">
            <a:extLst>
              <a:ext uri="{FF2B5EF4-FFF2-40B4-BE49-F238E27FC236}">
                <a16:creationId xmlns:a16="http://schemas.microsoft.com/office/drawing/2014/main" id="{95BCC91C-8148-6541-8455-13233547C8AA}"/>
              </a:ext>
            </a:extLst>
          </p:cNvPr>
          <p:cNvGrpSpPr/>
          <p:nvPr/>
        </p:nvGrpSpPr>
        <p:grpSpPr>
          <a:xfrm>
            <a:off x="2998797" y="1897007"/>
            <a:ext cx="362309" cy="361971"/>
            <a:chOff x="2998797" y="1897007"/>
            <a:chExt cx="362309" cy="361971"/>
          </a:xfrm>
          <a:solidFill>
            <a:srgbClr val="007680"/>
          </a:solidFill>
        </p:grpSpPr>
        <p:sp>
          <p:nvSpPr>
            <p:cNvPr id="1659" name="Graphic 1100">
              <a:extLst>
                <a:ext uri="{FF2B5EF4-FFF2-40B4-BE49-F238E27FC236}">
                  <a16:creationId xmlns:a16="http://schemas.microsoft.com/office/drawing/2014/main" id="{907789E1-5374-3546-906B-1EF697CAE154}"/>
                </a:ext>
              </a:extLst>
            </p:cNvPr>
            <p:cNvSpPr/>
            <p:nvPr/>
          </p:nvSpPr>
          <p:spPr>
            <a:xfrm>
              <a:off x="3124679" y="2114701"/>
              <a:ext cx="108628" cy="52986"/>
            </a:xfrm>
            <a:custGeom>
              <a:avLst/>
              <a:gdLst>
                <a:gd name="connsiteX0" fmla="*/ 639 w 108628"/>
                <a:gd name="connsiteY0" fmla="*/ 46603 h 52986"/>
                <a:gd name="connsiteX1" fmla="*/ 7668 w 108628"/>
                <a:gd name="connsiteY1" fmla="*/ 52987 h 52986"/>
                <a:gd name="connsiteX2" fmla="*/ 102239 w 108628"/>
                <a:gd name="connsiteY2" fmla="*/ 52987 h 52986"/>
                <a:gd name="connsiteX3" fmla="*/ 108629 w 108628"/>
                <a:gd name="connsiteY3" fmla="*/ 46603 h 52986"/>
                <a:gd name="connsiteX4" fmla="*/ 108629 w 108628"/>
                <a:gd name="connsiteY4" fmla="*/ 0 h 52986"/>
                <a:gd name="connsiteX5" fmla="*/ 0 w 108628"/>
                <a:gd name="connsiteY5" fmla="*/ 0 h 52986"/>
                <a:gd name="connsiteX6" fmla="*/ 0 w 108628"/>
                <a:gd name="connsiteY6" fmla="*/ 46603 h 52986"/>
                <a:gd name="connsiteX7" fmla="*/ 36423 w 108628"/>
                <a:gd name="connsiteY7" fmla="*/ 8299 h 52986"/>
                <a:gd name="connsiteX8" fmla="*/ 77957 w 108628"/>
                <a:gd name="connsiteY8" fmla="*/ 8299 h 52986"/>
                <a:gd name="connsiteX9" fmla="*/ 84347 w 108628"/>
                <a:gd name="connsiteY9" fmla="*/ 14683 h 52986"/>
                <a:gd name="connsiteX10" fmla="*/ 77957 w 108628"/>
                <a:gd name="connsiteY10" fmla="*/ 21067 h 52986"/>
                <a:gd name="connsiteX11" fmla="*/ 36423 w 108628"/>
                <a:gd name="connsiteY11" fmla="*/ 21067 h 52986"/>
                <a:gd name="connsiteX12" fmla="*/ 30033 w 108628"/>
                <a:gd name="connsiteY12" fmla="*/ 14683 h 52986"/>
                <a:gd name="connsiteX13" fmla="*/ 36423 w 108628"/>
                <a:gd name="connsiteY13" fmla="*/ 8299 h 52986"/>
                <a:gd name="connsiteX14" fmla="*/ 36423 w 108628"/>
                <a:gd name="connsiteY14" fmla="*/ 31281 h 52986"/>
                <a:gd name="connsiteX15" fmla="*/ 77957 w 108628"/>
                <a:gd name="connsiteY15" fmla="*/ 31281 h 52986"/>
                <a:gd name="connsiteX16" fmla="*/ 84347 w 108628"/>
                <a:gd name="connsiteY16" fmla="*/ 37665 h 52986"/>
                <a:gd name="connsiteX17" fmla="*/ 77957 w 108628"/>
                <a:gd name="connsiteY17" fmla="*/ 44049 h 52986"/>
                <a:gd name="connsiteX18" fmla="*/ 36423 w 108628"/>
                <a:gd name="connsiteY18" fmla="*/ 44049 h 52986"/>
                <a:gd name="connsiteX19" fmla="*/ 30033 w 108628"/>
                <a:gd name="connsiteY19" fmla="*/ 37665 h 52986"/>
                <a:gd name="connsiteX20" fmla="*/ 36423 w 108628"/>
                <a:gd name="connsiteY20" fmla="*/ 31281 h 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8628" h="52986">
                  <a:moveTo>
                    <a:pt x="639" y="46603"/>
                  </a:moveTo>
                  <a:cubicBezTo>
                    <a:pt x="639" y="50433"/>
                    <a:pt x="3834" y="52987"/>
                    <a:pt x="7668" y="52987"/>
                  </a:cubicBezTo>
                  <a:lnTo>
                    <a:pt x="102239" y="52987"/>
                  </a:lnTo>
                  <a:cubicBezTo>
                    <a:pt x="106073" y="52987"/>
                    <a:pt x="108629" y="50433"/>
                    <a:pt x="108629" y="46603"/>
                  </a:cubicBezTo>
                  <a:lnTo>
                    <a:pt x="108629" y="0"/>
                  </a:lnTo>
                  <a:lnTo>
                    <a:pt x="0" y="0"/>
                  </a:lnTo>
                  <a:lnTo>
                    <a:pt x="0" y="46603"/>
                  </a:lnTo>
                  <a:close/>
                  <a:moveTo>
                    <a:pt x="36423" y="8299"/>
                  </a:moveTo>
                  <a:lnTo>
                    <a:pt x="77957" y="8299"/>
                  </a:lnTo>
                  <a:cubicBezTo>
                    <a:pt x="81791" y="8299"/>
                    <a:pt x="84347" y="10853"/>
                    <a:pt x="84347" y="14683"/>
                  </a:cubicBezTo>
                  <a:cubicBezTo>
                    <a:pt x="84347" y="18514"/>
                    <a:pt x="81791" y="21067"/>
                    <a:pt x="77957" y="21067"/>
                  </a:cubicBezTo>
                  <a:lnTo>
                    <a:pt x="36423" y="21067"/>
                  </a:lnTo>
                  <a:cubicBezTo>
                    <a:pt x="32589" y="21067"/>
                    <a:pt x="30033" y="18514"/>
                    <a:pt x="30033" y="14683"/>
                  </a:cubicBezTo>
                  <a:cubicBezTo>
                    <a:pt x="30033" y="10853"/>
                    <a:pt x="33228" y="8299"/>
                    <a:pt x="36423" y="8299"/>
                  </a:cubicBezTo>
                  <a:close/>
                  <a:moveTo>
                    <a:pt x="36423" y="31281"/>
                  </a:moveTo>
                  <a:lnTo>
                    <a:pt x="77957" y="31281"/>
                  </a:lnTo>
                  <a:cubicBezTo>
                    <a:pt x="81791" y="31281"/>
                    <a:pt x="84347" y="33835"/>
                    <a:pt x="84347" y="37665"/>
                  </a:cubicBezTo>
                  <a:cubicBezTo>
                    <a:pt x="84347" y="41496"/>
                    <a:pt x="81791" y="44049"/>
                    <a:pt x="77957" y="44049"/>
                  </a:cubicBezTo>
                  <a:lnTo>
                    <a:pt x="36423" y="44049"/>
                  </a:lnTo>
                  <a:cubicBezTo>
                    <a:pt x="32589" y="44049"/>
                    <a:pt x="30033" y="41496"/>
                    <a:pt x="30033" y="37665"/>
                  </a:cubicBezTo>
                  <a:cubicBezTo>
                    <a:pt x="30033" y="33835"/>
                    <a:pt x="33228" y="31281"/>
                    <a:pt x="36423" y="31281"/>
                  </a:cubicBezTo>
                  <a:close/>
                </a:path>
              </a:pathLst>
            </a:custGeom>
            <a:solidFill>
              <a:srgbClr val="007680"/>
            </a:solidFill>
            <a:ln w="6390" cap="flat">
              <a:noFill/>
              <a:prstDash val="solid"/>
              <a:miter/>
            </a:ln>
          </p:spPr>
          <p:txBody>
            <a:bodyPr rtlCol="0" anchor="ctr"/>
            <a:lstStyle/>
            <a:p>
              <a:endParaRPr lang="en-US"/>
            </a:p>
          </p:txBody>
        </p:sp>
        <p:sp>
          <p:nvSpPr>
            <p:cNvPr id="1660" name="Graphic 1100">
              <a:extLst>
                <a:ext uri="{FF2B5EF4-FFF2-40B4-BE49-F238E27FC236}">
                  <a16:creationId xmlns:a16="http://schemas.microsoft.com/office/drawing/2014/main" id="{8548A521-DE22-2F47-811B-7662E1E7FC9A}"/>
                </a:ext>
              </a:extLst>
            </p:cNvPr>
            <p:cNvSpPr/>
            <p:nvPr/>
          </p:nvSpPr>
          <p:spPr>
            <a:xfrm>
              <a:off x="3124679" y="1988298"/>
              <a:ext cx="109267" cy="45326"/>
            </a:xfrm>
            <a:custGeom>
              <a:avLst/>
              <a:gdLst>
                <a:gd name="connsiteX0" fmla="*/ 60704 w 109267"/>
                <a:gd name="connsiteY0" fmla="*/ 0 h 45326"/>
                <a:gd name="connsiteX1" fmla="*/ 0 w 109267"/>
                <a:gd name="connsiteY1" fmla="*/ 0 h 45326"/>
                <a:gd name="connsiteX2" fmla="*/ 0 w 109267"/>
                <a:gd name="connsiteY2" fmla="*/ 45326 h 45326"/>
                <a:gd name="connsiteX3" fmla="*/ 109268 w 109267"/>
                <a:gd name="connsiteY3" fmla="*/ 45326 h 45326"/>
                <a:gd name="connsiteX4" fmla="*/ 60704 w 109267"/>
                <a:gd name="connsiteY4" fmla="*/ 0 h 45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67" h="45326">
                  <a:moveTo>
                    <a:pt x="60704" y="0"/>
                  </a:moveTo>
                  <a:lnTo>
                    <a:pt x="0" y="0"/>
                  </a:lnTo>
                  <a:lnTo>
                    <a:pt x="0" y="45326"/>
                  </a:lnTo>
                  <a:lnTo>
                    <a:pt x="109268" y="45326"/>
                  </a:lnTo>
                  <a:cubicBezTo>
                    <a:pt x="107351" y="19790"/>
                    <a:pt x="86264" y="0"/>
                    <a:pt x="60704" y="0"/>
                  </a:cubicBezTo>
                  <a:close/>
                </a:path>
              </a:pathLst>
            </a:custGeom>
            <a:solidFill>
              <a:srgbClr val="007680"/>
            </a:solidFill>
            <a:ln w="6390" cap="flat">
              <a:noFill/>
              <a:prstDash val="solid"/>
              <a:miter/>
            </a:ln>
          </p:spPr>
          <p:txBody>
            <a:bodyPr rtlCol="0" anchor="ctr"/>
            <a:lstStyle/>
            <a:p>
              <a:endParaRPr lang="en-US"/>
            </a:p>
          </p:txBody>
        </p:sp>
        <p:sp>
          <p:nvSpPr>
            <p:cNvPr id="1661" name="Graphic 1100">
              <a:extLst>
                <a:ext uri="{FF2B5EF4-FFF2-40B4-BE49-F238E27FC236}">
                  <a16:creationId xmlns:a16="http://schemas.microsoft.com/office/drawing/2014/main" id="{8127A9C1-83E2-934F-891E-849CF7A59BF1}"/>
                </a:ext>
              </a:extLst>
            </p:cNvPr>
            <p:cNvSpPr/>
            <p:nvPr/>
          </p:nvSpPr>
          <p:spPr>
            <a:xfrm>
              <a:off x="3088895" y="2024048"/>
              <a:ext cx="181474" cy="77884"/>
            </a:xfrm>
            <a:custGeom>
              <a:avLst/>
              <a:gdLst>
                <a:gd name="connsiteX0" fmla="*/ 177001 w 181474"/>
                <a:gd name="connsiteY0" fmla="*/ 0 h 77884"/>
                <a:gd name="connsiteX1" fmla="*/ 156553 w 181474"/>
                <a:gd name="connsiteY1" fmla="*/ 0 h 77884"/>
                <a:gd name="connsiteX2" fmla="*/ 157832 w 181474"/>
                <a:gd name="connsiteY2" fmla="*/ 13406 h 77884"/>
                <a:gd name="connsiteX3" fmla="*/ 157832 w 181474"/>
                <a:gd name="connsiteY3" fmla="*/ 14045 h 77884"/>
                <a:gd name="connsiteX4" fmla="*/ 149524 w 181474"/>
                <a:gd name="connsiteY4" fmla="*/ 22344 h 77884"/>
                <a:gd name="connsiteX5" fmla="*/ 31311 w 181474"/>
                <a:gd name="connsiteY5" fmla="*/ 22344 h 77884"/>
                <a:gd name="connsiteX6" fmla="*/ 23004 w 181474"/>
                <a:gd name="connsiteY6" fmla="*/ 14045 h 77884"/>
                <a:gd name="connsiteX7" fmla="*/ 23004 w 181474"/>
                <a:gd name="connsiteY7" fmla="*/ 14045 h 77884"/>
                <a:gd name="connsiteX8" fmla="*/ 23004 w 181474"/>
                <a:gd name="connsiteY8" fmla="*/ 0 h 77884"/>
                <a:gd name="connsiteX9" fmla="*/ 4473 w 181474"/>
                <a:gd name="connsiteY9" fmla="*/ 0 h 77884"/>
                <a:gd name="connsiteX10" fmla="*/ 0 w 181474"/>
                <a:gd name="connsiteY10" fmla="*/ 4469 h 77884"/>
                <a:gd name="connsiteX11" fmla="*/ 0 w 181474"/>
                <a:gd name="connsiteY11" fmla="*/ 4469 h 77884"/>
                <a:gd name="connsiteX12" fmla="*/ 0 w 181474"/>
                <a:gd name="connsiteY12" fmla="*/ 73416 h 77884"/>
                <a:gd name="connsiteX13" fmla="*/ 4473 w 181474"/>
                <a:gd name="connsiteY13" fmla="*/ 77885 h 77884"/>
                <a:gd name="connsiteX14" fmla="*/ 4473 w 181474"/>
                <a:gd name="connsiteY14" fmla="*/ 77885 h 77884"/>
                <a:gd name="connsiteX15" fmla="*/ 177001 w 181474"/>
                <a:gd name="connsiteY15" fmla="*/ 77885 h 77884"/>
                <a:gd name="connsiteX16" fmla="*/ 181474 w 181474"/>
                <a:gd name="connsiteY16" fmla="*/ 73416 h 77884"/>
                <a:gd name="connsiteX17" fmla="*/ 181474 w 181474"/>
                <a:gd name="connsiteY17" fmla="*/ 73416 h 77884"/>
                <a:gd name="connsiteX18" fmla="*/ 181474 w 181474"/>
                <a:gd name="connsiteY18" fmla="*/ 4469 h 77884"/>
                <a:gd name="connsiteX19" fmla="*/ 177001 w 181474"/>
                <a:gd name="connsiteY19" fmla="*/ 0 h 77884"/>
                <a:gd name="connsiteX20" fmla="*/ 165499 w 181474"/>
                <a:gd name="connsiteY20" fmla="*/ 59371 h 77884"/>
                <a:gd name="connsiteX21" fmla="*/ 155914 w 181474"/>
                <a:gd name="connsiteY21" fmla="*/ 59371 h 77884"/>
                <a:gd name="connsiteX22" fmla="*/ 149524 w 181474"/>
                <a:gd name="connsiteY22" fmla="*/ 52987 h 77884"/>
                <a:gd name="connsiteX23" fmla="*/ 155914 w 181474"/>
                <a:gd name="connsiteY23" fmla="*/ 46603 h 77884"/>
                <a:gd name="connsiteX24" fmla="*/ 165499 w 181474"/>
                <a:gd name="connsiteY24" fmla="*/ 46603 h 77884"/>
                <a:gd name="connsiteX25" fmla="*/ 171889 w 181474"/>
                <a:gd name="connsiteY25" fmla="*/ 52987 h 77884"/>
                <a:gd name="connsiteX26" fmla="*/ 165499 w 181474"/>
                <a:gd name="connsiteY26" fmla="*/ 59371 h 77884"/>
                <a:gd name="connsiteX27" fmla="*/ 165499 w 181474"/>
                <a:gd name="connsiteY27" fmla="*/ 59371 h 77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1474" h="77884">
                  <a:moveTo>
                    <a:pt x="177001" y="0"/>
                  </a:moveTo>
                  <a:lnTo>
                    <a:pt x="156553" y="0"/>
                  </a:lnTo>
                  <a:cubicBezTo>
                    <a:pt x="157832" y="4469"/>
                    <a:pt x="157832" y="8938"/>
                    <a:pt x="157832" y="13406"/>
                  </a:cubicBezTo>
                  <a:lnTo>
                    <a:pt x="157832" y="14045"/>
                  </a:lnTo>
                  <a:cubicBezTo>
                    <a:pt x="157832" y="18514"/>
                    <a:pt x="153998" y="22344"/>
                    <a:pt x="149524" y="22344"/>
                  </a:cubicBezTo>
                  <a:lnTo>
                    <a:pt x="31311" y="22344"/>
                  </a:lnTo>
                  <a:cubicBezTo>
                    <a:pt x="26838" y="22344"/>
                    <a:pt x="23004" y="18514"/>
                    <a:pt x="23004" y="14045"/>
                  </a:cubicBezTo>
                  <a:cubicBezTo>
                    <a:pt x="23004" y="14045"/>
                    <a:pt x="23004" y="14045"/>
                    <a:pt x="23004" y="14045"/>
                  </a:cubicBezTo>
                  <a:lnTo>
                    <a:pt x="23004" y="0"/>
                  </a:lnTo>
                  <a:lnTo>
                    <a:pt x="4473" y="0"/>
                  </a:lnTo>
                  <a:cubicBezTo>
                    <a:pt x="1917" y="0"/>
                    <a:pt x="0" y="1915"/>
                    <a:pt x="0" y="4469"/>
                  </a:cubicBezTo>
                  <a:cubicBezTo>
                    <a:pt x="0" y="4469"/>
                    <a:pt x="0" y="4469"/>
                    <a:pt x="0" y="4469"/>
                  </a:cubicBezTo>
                  <a:lnTo>
                    <a:pt x="0" y="73416"/>
                  </a:lnTo>
                  <a:cubicBezTo>
                    <a:pt x="0" y="75970"/>
                    <a:pt x="1917" y="77885"/>
                    <a:pt x="4473" y="77885"/>
                  </a:cubicBezTo>
                  <a:cubicBezTo>
                    <a:pt x="4473" y="77885"/>
                    <a:pt x="4473" y="77885"/>
                    <a:pt x="4473" y="77885"/>
                  </a:cubicBezTo>
                  <a:lnTo>
                    <a:pt x="177001" y="77885"/>
                  </a:lnTo>
                  <a:cubicBezTo>
                    <a:pt x="179557" y="77885"/>
                    <a:pt x="181474" y="75970"/>
                    <a:pt x="181474" y="73416"/>
                  </a:cubicBezTo>
                  <a:cubicBezTo>
                    <a:pt x="181474" y="73416"/>
                    <a:pt x="181474" y="73416"/>
                    <a:pt x="181474" y="73416"/>
                  </a:cubicBezTo>
                  <a:lnTo>
                    <a:pt x="181474" y="4469"/>
                  </a:lnTo>
                  <a:cubicBezTo>
                    <a:pt x="181474" y="1915"/>
                    <a:pt x="179557" y="0"/>
                    <a:pt x="177001" y="0"/>
                  </a:cubicBezTo>
                  <a:close/>
                  <a:moveTo>
                    <a:pt x="165499" y="59371"/>
                  </a:moveTo>
                  <a:lnTo>
                    <a:pt x="155914" y="59371"/>
                  </a:lnTo>
                  <a:cubicBezTo>
                    <a:pt x="152081" y="59371"/>
                    <a:pt x="149524" y="56818"/>
                    <a:pt x="149524" y="52987"/>
                  </a:cubicBezTo>
                  <a:cubicBezTo>
                    <a:pt x="149524" y="49157"/>
                    <a:pt x="152081" y="46603"/>
                    <a:pt x="155914" y="46603"/>
                  </a:cubicBezTo>
                  <a:lnTo>
                    <a:pt x="165499" y="46603"/>
                  </a:lnTo>
                  <a:cubicBezTo>
                    <a:pt x="169333" y="46603"/>
                    <a:pt x="171889" y="49157"/>
                    <a:pt x="171889" y="52987"/>
                  </a:cubicBezTo>
                  <a:cubicBezTo>
                    <a:pt x="171889" y="56818"/>
                    <a:pt x="168694" y="59371"/>
                    <a:pt x="165499" y="59371"/>
                  </a:cubicBezTo>
                  <a:lnTo>
                    <a:pt x="165499" y="59371"/>
                  </a:lnTo>
                  <a:close/>
                </a:path>
              </a:pathLst>
            </a:custGeom>
            <a:solidFill>
              <a:srgbClr val="007680"/>
            </a:solidFill>
            <a:ln w="6390" cap="flat">
              <a:noFill/>
              <a:prstDash val="solid"/>
              <a:miter/>
            </a:ln>
          </p:spPr>
          <p:txBody>
            <a:bodyPr rtlCol="0" anchor="ctr"/>
            <a:lstStyle/>
            <a:p>
              <a:endParaRPr lang="en-US"/>
            </a:p>
          </p:txBody>
        </p:sp>
        <p:sp>
          <p:nvSpPr>
            <p:cNvPr id="1662" name="Graphic 1100">
              <a:extLst>
                <a:ext uri="{FF2B5EF4-FFF2-40B4-BE49-F238E27FC236}">
                  <a16:creationId xmlns:a16="http://schemas.microsoft.com/office/drawing/2014/main" id="{D69C65A6-B107-9540-A0AD-F92DA8ABC310}"/>
                </a:ext>
              </a:extLst>
            </p:cNvPr>
            <p:cNvSpPr/>
            <p:nvPr/>
          </p:nvSpPr>
          <p:spPr>
            <a:xfrm>
              <a:off x="2998797" y="189700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284352 w 362309"/>
                <a:gd name="connsiteY6" fmla="*/ 200457 h 361971"/>
                <a:gd name="connsiteX7" fmla="*/ 267100 w 362309"/>
                <a:gd name="connsiteY7" fmla="*/ 217694 h 361971"/>
                <a:gd name="connsiteX8" fmla="*/ 267100 w 362309"/>
                <a:gd name="connsiteY8" fmla="*/ 217694 h 361971"/>
                <a:gd name="connsiteX9" fmla="*/ 247930 w 362309"/>
                <a:gd name="connsiteY9" fmla="*/ 217694 h 361971"/>
                <a:gd name="connsiteX10" fmla="*/ 247930 w 362309"/>
                <a:gd name="connsiteY10" fmla="*/ 264297 h 361971"/>
                <a:gd name="connsiteX11" fmla="*/ 228760 w 362309"/>
                <a:gd name="connsiteY11" fmla="*/ 283449 h 361971"/>
                <a:gd name="connsiteX12" fmla="*/ 133550 w 362309"/>
                <a:gd name="connsiteY12" fmla="*/ 283449 h 361971"/>
                <a:gd name="connsiteX13" fmla="*/ 113741 w 362309"/>
                <a:gd name="connsiteY13" fmla="*/ 264297 h 361971"/>
                <a:gd name="connsiteX14" fmla="*/ 113741 w 362309"/>
                <a:gd name="connsiteY14" fmla="*/ 264297 h 361971"/>
                <a:gd name="connsiteX15" fmla="*/ 113741 w 362309"/>
                <a:gd name="connsiteY15" fmla="*/ 217694 h 361971"/>
                <a:gd name="connsiteX16" fmla="*/ 94571 w 362309"/>
                <a:gd name="connsiteY16" fmla="*/ 217694 h 361971"/>
                <a:gd name="connsiteX17" fmla="*/ 77318 w 362309"/>
                <a:gd name="connsiteY17" fmla="*/ 200457 h 361971"/>
                <a:gd name="connsiteX18" fmla="*/ 77318 w 362309"/>
                <a:gd name="connsiteY18" fmla="*/ 200457 h 361971"/>
                <a:gd name="connsiteX19" fmla="*/ 77318 w 362309"/>
                <a:gd name="connsiteY19" fmla="*/ 131510 h 361971"/>
                <a:gd name="connsiteX20" fmla="*/ 94571 w 362309"/>
                <a:gd name="connsiteY20" fmla="*/ 114273 h 361971"/>
                <a:gd name="connsiteX21" fmla="*/ 113102 w 362309"/>
                <a:gd name="connsiteY21" fmla="*/ 114273 h 361971"/>
                <a:gd name="connsiteX22" fmla="*/ 113102 w 362309"/>
                <a:gd name="connsiteY22" fmla="*/ 86822 h 361971"/>
                <a:gd name="connsiteX23" fmla="*/ 121409 w 362309"/>
                <a:gd name="connsiteY23" fmla="*/ 78523 h 361971"/>
                <a:gd name="connsiteX24" fmla="*/ 185947 w 362309"/>
                <a:gd name="connsiteY24" fmla="*/ 78523 h 361971"/>
                <a:gd name="connsiteX25" fmla="*/ 242179 w 362309"/>
                <a:gd name="connsiteY25" fmla="*/ 114273 h 361971"/>
                <a:gd name="connsiteX26" fmla="*/ 267100 w 362309"/>
                <a:gd name="connsiteY26" fmla="*/ 114273 h 361971"/>
                <a:gd name="connsiteX27" fmla="*/ 284352 w 362309"/>
                <a:gd name="connsiteY27" fmla="*/ 131510 h 361971"/>
                <a:gd name="connsiteX28" fmla="*/ 284352 w 362309"/>
                <a:gd name="connsiteY28" fmla="*/ 20045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0667"/>
                  </a:cubicBezTo>
                  <a:cubicBezTo>
                    <a:pt x="362310" y="81077"/>
                    <a:pt x="281157" y="0"/>
                    <a:pt x="180835" y="0"/>
                  </a:cubicBezTo>
                  <a:cubicBezTo>
                    <a:pt x="180835" y="0"/>
                    <a:pt x="180835" y="0"/>
                    <a:pt x="180835" y="0"/>
                  </a:cubicBezTo>
                  <a:close/>
                  <a:moveTo>
                    <a:pt x="284352" y="200457"/>
                  </a:moveTo>
                  <a:cubicBezTo>
                    <a:pt x="284352" y="210033"/>
                    <a:pt x="276684" y="217694"/>
                    <a:pt x="267100" y="217694"/>
                  </a:cubicBezTo>
                  <a:cubicBezTo>
                    <a:pt x="267100" y="217694"/>
                    <a:pt x="267100" y="217694"/>
                    <a:pt x="267100" y="217694"/>
                  </a:cubicBezTo>
                  <a:lnTo>
                    <a:pt x="247930" y="217694"/>
                  </a:lnTo>
                  <a:lnTo>
                    <a:pt x="247930" y="264297"/>
                  </a:lnTo>
                  <a:cubicBezTo>
                    <a:pt x="247930" y="275150"/>
                    <a:pt x="239623" y="283449"/>
                    <a:pt x="228760" y="283449"/>
                  </a:cubicBezTo>
                  <a:lnTo>
                    <a:pt x="133550" y="283449"/>
                  </a:lnTo>
                  <a:cubicBezTo>
                    <a:pt x="122687" y="283449"/>
                    <a:pt x="113741" y="275150"/>
                    <a:pt x="113741" y="264297"/>
                  </a:cubicBezTo>
                  <a:cubicBezTo>
                    <a:pt x="113741" y="264297"/>
                    <a:pt x="113741" y="264297"/>
                    <a:pt x="113741" y="264297"/>
                  </a:cubicBezTo>
                  <a:lnTo>
                    <a:pt x="113741" y="217694"/>
                  </a:lnTo>
                  <a:lnTo>
                    <a:pt x="94571" y="217694"/>
                  </a:lnTo>
                  <a:cubicBezTo>
                    <a:pt x="84986" y="217694"/>
                    <a:pt x="77318" y="210033"/>
                    <a:pt x="77318" y="200457"/>
                  </a:cubicBezTo>
                  <a:cubicBezTo>
                    <a:pt x="77318" y="200457"/>
                    <a:pt x="77318" y="200457"/>
                    <a:pt x="77318" y="200457"/>
                  </a:cubicBezTo>
                  <a:lnTo>
                    <a:pt x="77318" y="131510"/>
                  </a:lnTo>
                  <a:cubicBezTo>
                    <a:pt x="77318" y="121934"/>
                    <a:pt x="84986" y="114273"/>
                    <a:pt x="94571" y="114273"/>
                  </a:cubicBezTo>
                  <a:lnTo>
                    <a:pt x="113102" y="114273"/>
                  </a:lnTo>
                  <a:lnTo>
                    <a:pt x="113102" y="86822"/>
                  </a:lnTo>
                  <a:cubicBezTo>
                    <a:pt x="113102" y="82353"/>
                    <a:pt x="116936" y="78523"/>
                    <a:pt x="121409" y="78523"/>
                  </a:cubicBezTo>
                  <a:lnTo>
                    <a:pt x="185947" y="78523"/>
                  </a:lnTo>
                  <a:cubicBezTo>
                    <a:pt x="210229" y="78523"/>
                    <a:pt x="231955" y="92568"/>
                    <a:pt x="242179" y="114273"/>
                  </a:cubicBezTo>
                  <a:lnTo>
                    <a:pt x="267100" y="114273"/>
                  </a:lnTo>
                  <a:cubicBezTo>
                    <a:pt x="276684" y="114273"/>
                    <a:pt x="284352" y="121934"/>
                    <a:pt x="284352" y="131510"/>
                  </a:cubicBezTo>
                  <a:lnTo>
                    <a:pt x="284352" y="200457"/>
                  </a:lnTo>
                  <a:close/>
                </a:path>
              </a:pathLst>
            </a:custGeom>
            <a:solidFill>
              <a:srgbClr val="007680"/>
            </a:solidFill>
            <a:ln w="6390" cap="flat">
              <a:noFill/>
              <a:prstDash val="solid"/>
              <a:miter/>
            </a:ln>
          </p:spPr>
          <p:txBody>
            <a:bodyPr rtlCol="0" anchor="ctr"/>
            <a:lstStyle/>
            <a:p>
              <a:endParaRPr lang="en-US"/>
            </a:p>
          </p:txBody>
        </p:sp>
      </p:grpSp>
      <p:grpSp>
        <p:nvGrpSpPr>
          <p:cNvPr id="1663" name="Graphic 1100">
            <a:extLst>
              <a:ext uri="{FF2B5EF4-FFF2-40B4-BE49-F238E27FC236}">
                <a16:creationId xmlns:a16="http://schemas.microsoft.com/office/drawing/2014/main" id="{FE7D997C-8EF0-F849-ADDD-8E1ED33EAE62}"/>
              </a:ext>
            </a:extLst>
          </p:cNvPr>
          <p:cNvGrpSpPr/>
          <p:nvPr/>
        </p:nvGrpSpPr>
        <p:grpSpPr>
          <a:xfrm>
            <a:off x="2560447" y="2375167"/>
            <a:ext cx="362309" cy="361971"/>
            <a:chOff x="2560447" y="2375167"/>
            <a:chExt cx="362309" cy="361971"/>
          </a:xfrm>
          <a:solidFill>
            <a:srgbClr val="007680"/>
          </a:solidFill>
        </p:grpSpPr>
        <p:sp>
          <p:nvSpPr>
            <p:cNvPr id="1664" name="Graphic 1100">
              <a:extLst>
                <a:ext uri="{FF2B5EF4-FFF2-40B4-BE49-F238E27FC236}">
                  <a16:creationId xmlns:a16="http://schemas.microsoft.com/office/drawing/2014/main" id="{4201BA84-5432-1141-A281-D98B37ACB2FA}"/>
                </a:ext>
              </a:extLst>
            </p:cNvPr>
            <p:cNvSpPr/>
            <p:nvPr/>
          </p:nvSpPr>
          <p:spPr>
            <a:xfrm>
              <a:off x="2560447" y="237516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1665" name="Graphic 1100">
              <a:extLst>
                <a:ext uri="{FF2B5EF4-FFF2-40B4-BE49-F238E27FC236}">
                  <a16:creationId xmlns:a16="http://schemas.microsoft.com/office/drawing/2014/main" id="{B871D2E8-931C-8641-B2E0-23754813148D}"/>
                </a:ext>
              </a:extLst>
            </p:cNvPr>
            <p:cNvSpPr/>
            <p:nvPr/>
          </p:nvSpPr>
          <p:spPr>
            <a:xfrm>
              <a:off x="2631376" y="2480503"/>
              <a:ext cx="219272" cy="176836"/>
            </a:xfrm>
            <a:custGeom>
              <a:avLst/>
              <a:gdLst>
                <a:gd name="connsiteX0" fmla="*/ 213424 w 219272"/>
                <a:gd name="connsiteY0" fmla="*/ 0 h 176836"/>
                <a:gd name="connsiteX1" fmla="*/ 6390 w 219272"/>
                <a:gd name="connsiteY1" fmla="*/ 0 h 176836"/>
                <a:gd name="connsiteX2" fmla="*/ 0 w 219272"/>
                <a:gd name="connsiteY2" fmla="*/ 6384 h 176836"/>
                <a:gd name="connsiteX3" fmla="*/ 0 w 219272"/>
                <a:gd name="connsiteY3" fmla="*/ 139809 h 176836"/>
                <a:gd name="connsiteX4" fmla="*/ 6390 w 219272"/>
                <a:gd name="connsiteY4" fmla="*/ 146193 h 176836"/>
                <a:gd name="connsiteX5" fmla="*/ 103517 w 219272"/>
                <a:gd name="connsiteY5" fmla="*/ 146193 h 176836"/>
                <a:gd name="connsiteX6" fmla="*/ 103517 w 219272"/>
                <a:gd name="connsiteY6" fmla="*/ 164068 h 176836"/>
                <a:gd name="connsiteX7" fmla="*/ 72206 w 219272"/>
                <a:gd name="connsiteY7" fmla="*/ 164068 h 176836"/>
                <a:gd name="connsiteX8" fmla="*/ 65816 w 219272"/>
                <a:gd name="connsiteY8" fmla="*/ 170452 h 176836"/>
                <a:gd name="connsiteX9" fmla="*/ 72206 w 219272"/>
                <a:gd name="connsiteY9" fmla="*/ 176836 h 176836"/>
                <a:gd name="connsiteX10" fmla="*/ 146969 w 219272"/>
                <a:gd name="connsiteY10" fmla="*/ 176836 h 176836"/>
                <a:gd name="connsiteX11" fmla="*/ 153358 w 219272"/>
                <a:gd name="connsiteY11" fmla="*/ 170452 h 176836"/>
                <a:gd name="connsiteX12" fmla="*/ 146969 w 219272"/>
                <a:gd name="connsiteY12" fmla="*/ 164068 h 176836"/>
                <a:gd name="connsiteX13" fmla="*/ 115658 w 219272"/>
                <a:gd name="connsiteY13" fmla="*/ 164068 h 176836"/>
                <a:gd name="connsiteX14" fmla="*/ 115658 w 219272"/>
                <a:gd name="connsiteY14" fmla="*/ 146193 h 176836"/>
                <a:gd name="connsiteX15" fmla="*/ 212785 w 219272"/>
                <a:gd name="connsiteY15" fmla="*/ 146193 h 176836"/>
                <a:gd name="connsiteX16" fmla="*/ 219175 w 219272"/>
                <a:gd name="connsiteY16" fmla="*/ 139809 h 176836"/>
                <a:gd name="connsiteX17" fmla="*/ 219175 w 219272"/>
                <a:gd name="connsiteY17" fmla="*/ 6384 h 176836"/>
                <a:gd name="connsiteX18" fmla="*/ 213424 w 219272"/>
                <a:gd name="connsiteY18" fmla="*/ 0 h 176836"/>
                <a:gd name="connsiteX19" fmla="*/ 207034 w 219272"/>
                <a:gd name="connsiteY19" fmla="*/ 133425 h 176836"/>
                <a:gd name="connsiteX20" fmla="*/ 12780 w 219272"/>
                <a:gd name="connsiteY20" fmla="*/ 133425 h 176836"/>
                <a:gd name="connsiteX21" fmla="*/ 12780 w 219272"/>
                <a:gd name="connsiteY21" fmla="*/ 12768 h 176836"/>
                <a:gd name="connsiteX22" fmla="*/ 207034 w 219272"/>
                <a:gd name="connsiteY22" fmla="*/ 12768 h 176836"/>
                <a:gd name="connsiteX23" fmla="*/ 207034 w 219272"/>
                <a:gd name="connsiteY23" fmla="*/ 133425 h 176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9272" h="176836">
                  <a:moveTo>
                    <a:pt x="213424" y="0"/>
                  </a:moveTo>
                  <a:lnTo>
                    <a:pt x="6390" y="0"/>
                  </a:lnTo>
                  <a:cubicBezTo>
                    <a:pt x="2556" y="0"/>
                    <a:pt x="0" y="2554"/>
                    <a:pt x="0" y="6384"/>
                  </a:cubicBezTo>
                  <a:lnTo>
                    <a:pt x="0" y="139809"/>
                  </a:lnTo>
                  <a:cubicBezTo>
                    <a:pt x="0" y="143640"/>
                    <a:pt x="2556" y="146193"/>
                    <a:pt x="6390" y="146193"/>
                  </a:cubicBezTo>
                  <a:lnTo>
                    <a:pt x="103517" y="146193"/>
                  </a:lnTo>
                  <a:lnTo>
                    <a:pt x="103517" y="164068"/>
                  </a:lnTo>
                  <a:lnTo>
                    <a:pt x="72206" y="164068"/>
                  </a:lnTo>
                  <a:cubicBezTo>
                    <a:pt x="68372" y="164068"/>
                    <a:pt x="65816" y="166622"/>
                    <a:pt x="65816" y="170452"/>
                  </a:cubicBezTo>
                  <a:cubicBezTo>
                    <a:pt x="65816" y="174283"/>
                    <a:pt x="68372" y="176836"/>
                    <a:pt x="72206" y="176836"/>
                  </a:cubicBezTo>
                  <a:lnTo>
                    <a:pt x="146969" y="176836"/>
                  </a:lnTo>
                  <a:cubicBezTo>
                    <a:pt x="150803" y="176836"/>
                    <a:pt x="153358" y="174283"/>
                    <a:pt x="153358" y="170452"/>
                  </a:cubicBezTo>
                  <a:cubicBezTo>
                    <a:pt x="153358" y="166622"/>
                    <a:pt x="150803" y="164068"/>
                    <a:pt x="146969" y="164068"/>
                  </a:cubicBezTo>
                  <a:lnTo>
                    <a:pt x="115658" y="164068"/>
                  </a:lnTo>
                  <a:lnTo>
                    <a:pt x="115658" y="146193"/>
                  </a:lnTo>
                  <a:lnTo>
                    <a:pt x="212785" y="146193"/>
                  </a:lnTo>
                  <a:cubicBezTo>
                    <a:pt x="216619" y="146193"/>
                    <a:pt x="219175" y="143640"/>
                    <a:pt x="219175" y="139809"/>
                  </a:cubicBezTo>
                  <a:lnTo>
                    <a:pt x="219175" y="6384"/>
                  </a:lnTo>
                  <a:cubicBezTo>
                    <a:pt x="219814" y="2554"/>
                    <a:pt x="217258" y="0"/>
                    <a:pt x="213424" y="0"/>
                  </a:cubicBezTo>
                  <a:close/>
                  <a:moveTo>
                    <a:pt x="207034" y="133425"/>
                  </a:moveTo>
                  <a:lnTo>
                    <a:pt x="12780" y="133425"/>
                  </a:lnTo>
                  <a:lnTo>
                    <a:pt x="12780" y="12768"/>
                  </a:lnTo>
                  <a:lnTo>
                    <a:pt x="207034" y="12768"/>
                  </a:lnTo>
                  <a:lnTo>
                    <a:pt x="207034" y="133425"/>
                  </a:lnTo>
                  <a:close/>
                </a:path>
              </a:pathLst>
            </a:custGeom>
            <a:solidFill>
              <a:srgbClr val="007680"/>
            </a:solidFill>
            <a:ln w="6390" cap="flat">
              <a:noFill/>
              <a:prstDash val="solid"/>
              <a:miter/>
            </a:ln>
          </p:spPr>
          <p:txBody>
            <a:bodyPr rtlCol="0" anchor="ctr"/>
            <a:lstStyle/>
            <a:p>
              <a:endParaRPr lang="en-US"/>
            </a:p>
          </p:txBody>
        </p:sp>
      </p:grpSp>
      <p:grpSp>
        <p:nvGrpSpPr>
          <p:cNvPr id="1666" name="Graphic 1100">
            <a:extLst>
              <a:ext uri="{FF2B5EF4-FFF2-40B4-BE49-F238E27FC236}">
                <a16:creationId xmlns:a16="http://schemas.microsoft.com/office/drawing/2014/main" id="{7507798F-5B04-6C4F-A0EF-72ED52DFD7FC}"/>
              </a:ext>
            </a:extLst>
          </p:cNvPr>
          <p:cNvGrpSpPr/>
          <p:nvPr/>
        </p:nvGrpSpPr>
        <p:grpSpPr>
          <a:xfrm>
            <a:off x="2998797" y="2375167"/>
            <a:ext cx="362309" cy="361971"/>
            <a:chOff x="2998797" y="2375167"/>
            <a:chExt cx="362309" cy="361971"/>
          </a:xfrm>
          <a:solidFill>
            <a:srgbClr val="007680"/>
          </a:solidFill>
        </p:grpSpPr>
        <p:sp>
          <p:nvSpPr>
            <p:cNvPr id="1667" name="Graphic 1100">
              <a:extLst>
                <a:ext uri="{FF2B5EF4-FFF2-40B4-BE49-F238E27FC236}">
                  <a16:creationId xmlns:a16="http://schemas.microsoft.com/office/drawing/2014/main" id="{B3B056C9-29A1-F141-BBE2-88A88859E195}"/>
                </a:ext>
              </a:extLst>
            </p:cNvPr>
            <p:cNvSpPr/>
            <p:nvPr/>
          </p:nvSpPr>
          <p:spPr>
            <a:xfrm>
              <a:off x="3175798" y="2589030"/>
              <a:ext cx="1542" cy="1117"/>
            </a:xfrm>
            <a:custGeom>
              <a:avLst/>
              <a:gdLst>
                <a:gd name="connsiteX0" fmla="*/ 639 w 1542"/>
                <a:gd name="connsiteY0" fmla="*/ 0 h 1117"/>
                <a:gd name="connsiteX1" fmla="*/ 0 w 1542"/>
                <a:gd name="connsiteY1" fmla="*/ 638 h 1117"/>
                <a:gd name="connsiteX2" fmla="*/ 0 w 1542"/>
                <a:gd name="connsiteY2" fmla="*/ 638 h 1117"/>
                <a:gd name="connsiteX3" fmla="*/ 1278 w 1542"/>
                <a:gd name="connsiteY3" fmla="*/ 638 h 1117"/>
                <a:gd name="connsiteX4" fmla="*/ 639 w 1542"/>
                <a:gd name="connsiteY4" fmla="*/ 0 h 1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2" h="1117">
                  <a:moveTo>
                    <a:pt x="639" y="0"/>
                  </a:moveTo>
                  <a:cubicBezTo>
                    <a:pt x="0" y="0"/>
                    <a:pt x="0" y="0"/>
                    <a:pt x="0" y="638"/>
                  </a:cubicBezTo>
                  <a:cubicBezTo>
                    <a:pt x="0" y="638"/>
                    <a:pt x="0" y="638"/>
                    <a:pt x="0" y="638"/>
                  </a:cubicBezTo>
                  <a:cubicBezTo>
                    <a:pt x="0" y="1277"/>
                    <a:pt x="1278" y="1277"/>
                    <a:pt x="1278" y="638"/>
                  </a:cubicBezTo>
                  <a:cubicBezTo>
                    <a:pt x="1917" y="638"/>
                    <a:pt x="1278" y="0"/>
                    <a:pt x="639" y="0"/>
                  </a:cubicBezTo>
                  <a:close/>
                </a:path>
              </a:pathLst>
            </a:custGeom>
            <a:solidFill>
              <a:srgbClr val="007680"/>
            </a:solidFill>
            <a:ln w="6390" cap="flat">
              <a:noFill/>
              <a:prstDash val="solid"/>
              <a:miter/>
            </a:ln>
          </p:spPr>
          <p:txBody>
            <a:bodyPr rtlCol="0" anchor="ctr"/>
            <a:lstStyle/>
            <a:p>
              <a:endParaRPr lang="en-US"/>
            </a:p>
          </p:txBody>
        </p:sp>
        <p:sp>
          <p:nvSpPr>
            <p:cNvPr id="1668" name="Graphic 1100">
              <a:extLst>
                <a:ext uri="{FF2B5EF4-FFF2-40B4-BE49-F238E27FC236}">
                  <a16:creationId xmlns:a16="http://schemas.microsoft.com/office/drawing/2014/main" id="{084E1CED-7505-FF4C-90EB-EFD07AB93AAF}"/>
                </a:ext>
              </a:extLst>
            </p:cNvPr>
            <p:cNvSpPr/>
            <p:nvPr/>
          </p:nvSpPr>
          <p:spPr>
            <a:xfrm>
              <a:off x="2998797" y="237516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1305 h 361971"/>
                <a:gd name="connsiteX4" fmla="*/ 180835 w 362309"/>
                <a:gd name="connsiteY4" fmla="*/ 0 h 361971"/>
                <a:gd name="connsiteX5" fmla="*/ 180835 w 362309"/>
                <a:gd name="connsiteY5" fmla="*/ 0 h 361971"/>
                <a:gd name="connsiteX6" fmla="*/ 290742 w 362309"/>
                <a:gd name="connsiteY6" fmla="*/ 245145 h 361971"/>
                <a:gd name="connsiteX7" fmla="*/ 284352 w 362309"/>
                <a:gd name="connsiteY7" fmla="*/ 251529 h 361971"/>
                <a:gd name="connsiteX8" fmla="*/ 187225 w 362309"/>
                <a:gd name="connsiteY8" fmla="*/ 251529 h 361971"/>
                <a:gd name="connsiteX9" fmla="*/ 187225 w 362309"/>
                <a:gd name="connsiteY9" fmla="*/ 269404 h 361971"/>
                <a:gd name="connsiteX10" fmla="*/ 218536 w 362309"/>
                <a:gd name="connsiteY10" fmla="*/ 269404 h 361971"/>
                <a:gd name="connsiteX11" fmla="*/ 224926 w 362309"/>
                <a:gd name="connsiteY11" fmla="*/ 275788 h 361971"/>
                <a:gd name="connsiteX12" fmla="*/ 218536 w 362309"/>
                <a:gd name="connsiteY12" fmla="*/ 282172 h 361971"/>
                <a:gd name="connsiteX13" fmla="*/ 143774 w 362309"/>
                <a:gd name="connsiteY13" fmla="*/ 282172 h 361971"/>
                <a:gd name="connsiteX14" fmla="*/ 137384 w 362309"/>
                <a:gd name="connsiteY14" fmla="*/ 275788 h 361971"/>
                <a:gd name="connsiteX15" fmla="*/ 143774 w 362309"/>
                <a:gd name="connsiteY15" fmla="*/ 269404 h 361971"/>
                <a:gd name="connsiteX16" fmla="*/ 174445 w 362309"/>
                <a:gd name="connsiteY16" fmla="*/ 269404 h 361971"/>
                <a:gd name="connsiteX17" fmla="*/ 174445 w 362309"/>
                <a:gd name="connsiteY17" fmla="*/ 251529 h 361971"/>
                <a:gd name="connsiteX18" fmla="*/ 77318 w 362309"/>
                <a:gd name="connsiteY18" fmla="*/ 251529 h 361971"/>
                <a:gd name="connsiteX19" fmla="*/ 70928 w 362309"/>
                <a:gd name="connsiteY19" fmla="*/ 245145 h 361971"/>
                <a:gd name="connsiteX20" fmla="*/ 70928 w 362309"/>
                <a:gd name="connsiteY20" fmla="*/ 111720 h 361971"/>
                <a:gd name="connsiteX21" fmla="*/ 77318 w 362309"/>
                <a:gd name="connsiteY21" fmla="*/ 105336 h 361971"/>
                <a:gd name="connsiteX22" fmla="*/ 284352 w 362309"/>
                <a:gd name="connsiteY22" fmla="*/ 105336 h 361971"/>
                <a:gd name="connsiteX23" fmla="*/ 290742 w 362309"/>
                <a:gd name="connsiteY23" fmla="*/ 111720 h 361971"/>
                <a:gd name="connsiteX24" fmla="*/ 290742 w 362309"/>
                <a:gd name="connsiteY24" fmla="*/ 24514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1305"/>
                  </a:cubicBezTo>
                  <a:cubicBezTo>
                    <a:pt x="362310" y="81077"/>
                    <a:pt x="281157" y="0"/>
                    <a:pt x="180835" y="0"/>
                  </a:cubicBezTo>
                  <a:cubicBezTo>
                    <a:pt x="180835" y="0"/>
                    <a:pt x="180835" y="0"/>
                    <a:pt x="180835" y="0"/>
                  </a:cubicBezTo>
                  <a:close/>
                  <a:moveTo>
                    <a:pt x="290742" y="245145"/>
                  </a:moveTo>
                  <a:cubicBezTo>
                    <a:pt x="290742" y="248975"/>
                    <a:pt x="288186" y="251529"/>
                    <a:pt x="284352" y="251529"/>
                  </a:cubicBezTo>
                  <a:lnTo>
                    <a:pt x="187225" y="251529"/>
                  </a:lnTo>
                  <a:lnTo>
                    <a:pt x="187225" y="269404"/>
                  </a:lnTo>
                  <a:lnTo>
                    <a:pt x="218536" y="269404"/>
                  </a:lnTo>
                  <a:cubicBezTo>
                    <a:pt x="222370" y="269404"/>
                    <a:pt x="224926" y="271958"/>
                    <a:pt x="224926" y="275788"/>
                  </a:cubicBezTo>
                  <a:cubicBezTo>
                    <a:pt x="224926" y="279619"/>
                    <a:pt x="222370" y="282172"/>
                    <a:pt x="218536" y="282172"/>
                  </a:cubicBezTo>
                  <a:lnTo>
                    <a:pt x="143774" y="282172"/>
                  </a:lnTo>
                  <a:cubicBezTo>
                    <a:pt x="139940" y="282172"/>
                    <a:pt x="137384" y="279619"/>
                    <a:pt x="137384" y="275788"/>
                  </a:cubicBezTo>
                  <a:cubicBezTo>
                    <a:pt x="137384" y="271958"/>
                    <a:pt x="139940" y="269404"/>
                    <a:pt x="143774" y="269404"/>
                  </a:cubicBezTo>
                  <a:lnTo>
                    <a:pt x="174445" y="269404"/>
                  </a:lnTo>
                  <a:lnTo>
                    <a:pt x="174445" y="251529"/>
                  </a:lnTo>
                  <a:lnTo>
                    <a:pt x="77318" y="251529"/>
                  </a:lnTo>
                  <a:cubicBezTo>
                    <a:pt x="73484" y="251529"/>
                    <a:pt x="70928" y="248975"/>
                    <a:pt x="70928" y="245145"/>
                  </a:cubicBezTo>
                  <a:lnTo>
                    <a:pt x="70928" y="111720"/>
                  </a:lnTo>
                  <a:cubicBezTo>
                    <a:pt x="70928" y="107889"/>
                    <a:pt x="73484" y="105336"/>
                    <a:pt x="77318" y="105336"/>
                  </a:cubicBezTo>
                  <a:lnTo>
                    <a:pt x="284352" y="105336"/>
                  </a:lnTo>
                  <a:cubicBezTo>
                    <a:pt x="288186" y="105336"/>
                    <a:pt x="290742" y="107889"/>
                    <a:pt x="290742" y="111720"/>
                  </a:cubicBezTo>
                  <a:lnTo>
                    <a:pt x="290742" y="245145"/>
                  </a:lnTo>
                  <a:close/>
                </a:path>
              </a:pathLst>
            </a:custGeom>
            <a:solidFill>
              <a:srgbClr val="007680"/>
            </a:solidFill>
            <a:ln w="6390" cap="flat">
              <a:noFill/>
              <a:prstDash val="solid"/>
              <a:miter/>
            </a:ln>
          </p:spPr>
          <p:txBody>
            <a:bodyPr rtlCol="0" anchor="ctr"/>
            <a:lstStyle/>
            <a:p>
              <a:endParaRPr lang="en-US"/>
            </a:p>
          </p:txBody>
        </p:sp>
        <p:sp>
          <p:nvSpPr>
            <p:cNvPr id="1669" name="Graphic 1100">
              <a:extLst>
                <a:ext uri="{FF2B5EF4-FFF2-40B4-BE49-F238E27FC236}">
                  <a16:creationId xmlns:a16="http://schemas.microsoft.com/office/drawing/2014/main" id="{5142FF05-EA24-B846-B24D-16FC9C2B5844}"/>
                </a:ext>
              </a:extLst>
            </p:cNvPr>
            <p:cNvSpPr/>
            <p:nvPr/>
          </p:nvSpPr>
          <p:spPr>
            <a:xfrm>
              <a:off x="3082505" y="2493271"/>
              <a:ext cx="194254" cy="120657"/>
            </a:xfrm>
            <a:custGeom>
              <a:avLst/>
              <a:gdLst>
                <a:gd name="connsiteX0" fmla="*/ 0 w 194254"/>
                <a:gd name="connsiteY0" fmla="*/ 0 h 120657"/>
                <a:gd name="connsiteX1" fmla="*/ 194254 w 194254"/>
                <a:gd name="connsiteY1" fmla="*/ 0 h 120657"/>
                <a:gd name="connsiteX2" fmla="*/ 194254 w 194254"/>
                <a:gd name="connsiteY2" fmla="*/ 120657 h 120657"/>
                <a:gd name="connsiteX3" fmla="*/ 0 w 194254"/>
                <a:gd name="connsiteY3" fmla="*/ 120657 h 120657"/>
              </a:gdLst>
              <a:ahLst/>
              <a:cxnLst>
                <a:cxn ang="0">
                  <a:pos x="connsiteX0" y="connsiteY0"/>
                </a:cxn>
                <a:cxn ang="0">
                  <a:pos x="connsiteX1" y="connsiteY1"/>
                </a:cxn>
                <a:cxn ang="0">
                  <a:pos x="connsiteX2" y="connsiteY2"/>
                </a:cxn>
                <a:cxn ang="0">
                  <a:pos x="connsiteX3" y="connsiteY3"/>
                </a:cxn>
              </a:cxnLst>
              <a:rect l="l" t="t" r="r" b="b"/>
              <a:pathLst>
                <a:path w="194254" h="120657">
                  <a:moveTo>
                    <a:pt x="0" y="0"/>
                  </a:moveTo>
                  <a:lnTo>
                    <a:pt x="194254" y="0"/>
                  </a:lnTo>
                  <a:lnTo>
                    <a:pt x="194254" y="120657"/>
                  </a:lnTo>
                  <a:lnTo>
                    <a:pt x="0" y="120657"/>
                  </a:lnTo>
                  <a:close/>
                </a:path>
              </a:pathLst>
            </a:custGeom>
            <a:solidFill>
              <a:srgbClr val="007680"/>
            </a:solidFill>
            <a:ln w="6390" cap="flat">
              <a:noFill/>
              <a:prstDash val="solid"/>
              <a:miter/>
            </a:ln>
          </p:spPr>
          <p:txBody>
            <a:bodyPr rtlCol="0" anchor="ctr"/>
            <a:lstStyle/>
            <a:p>
              <a:endParaRPr lang="en-US"/>
            </a:p>
          </p:txBody>
        </p:sp>
      </p:grpSp>
      <p:grpSp>
        <p:nvGrpSpPr>
          <p:cNvPr id="1670" name="Graphic 1100">
            <a:extLst>
              <a:ext uri="{FF2B5EF4-FFF2-40B4-BE49-F238E27FC236}">
                <a16:creationId xmlns:a16="http://schemas.microsoft.com/office/drawing/2014/main" id="{47E04321-3593-D444-ADE8-C96CF44A7826}"/>
              </a:ext>
            </a:extLst>
          </p:cNvPr>
          <p:cNvGrpSpPr/>
          <p:nvPr/>
        </p:nvGrpSpPr>
        <p:grpSpPr>
          <a:xfrm>
            <a:off x="1514415" y="4797250"/>
            <a:ext cx="362309" cy="361971"/>
            <a:chOff x="1514415" y="4797250"/>
            <a:chExt cx="362309" cy="361971"/>
          </a:xfrm>
          <a:solidFill>
            <a:srgbClr val="007680"/>
          </a:solidFill>
        </p:grpSpPr>
        <p:sp>
          <p:nvSpPr>
            <p:cNvPr id="1671" name="Graphic 1100">
              <a:extLst>
                <a:ext uri="{FF2B5EF4-FFF2-40B4-BE49-F238E27FC236}">
                  <a16:creationId xmlns:a16="http://schemas.microsoft.com/office/drawing/2014/main" id="{AE740A45-3343-824E-8412-916F5D31F4BA}"/>
                </a:ext>
              </a:extLst>
            </p:cNvPr>
            <p:cNvSpPr/>
            <p:nvPr/>
          </p:nvSpPr>
          <p:spPr>
            <a:xfrm>
              <a:off x="1514415" y="4797250"/>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8565 h 361971"/>
                <a:gd name="connsiteX8" fmla="*/ 12780 w 362309"/>
                <a:gd name="connsiteY8" fmla="*/ 180667 h 361971"/>
                <a:gd name="connsiteX9" fmla="*/ 180835 w 362309"/>
                <a:gd name="connsiteY9" fmla="*/ 12129 h 361971"/>
                <a:gd name="connsiteX10" fmla="*/ 349530 w 362309"/>
                <a:gd name="connsiteY10" fmla="*/ 180028 h 361971"/>
                <a:gd name="connsiteX11" fmla="*/ 349530 w 362309"/>
                <a:gd name="connsiteY11" fmla="*/ 180028 h 361971"/>
                <a:gd name="connsiteX12" fmla="*/ 181474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0438"/>
                    <a:pt x="281157" y="0"/>
                    <a:pt x="181474" y="0"/>
                  </a:cubicBezTo>
                  <a:lnTo>
                    <a:pt x="181474" y="0"/>
                  </a:lnTo>
                  <a:close/>
                  <a:moveTo>
                    <a:pt x="181474" y="348565"/>
                  </a:moveTo>
                  <a:cubicBezTo>
                    <a:pt x="88181" y="348565"/>
                    <a:pt x="12780" y="273234"/>
                    <a:pt x="12780" y="180667"/>
                  </a:cubicBezTo>
                  <a:cubicBezTo>
                    <a:pt x="12780" y="87461"/>
                    <a:pt x="88181" y="12129"/>
                    <a:pt x="180835" y="12129"/>
                  </a:cubicBezTo>
                  <a:cubicBezTo>
                    <a:pt x="274128" y="12129"/>
                    <a:pt x="349530" y="87461"/>
                    <a:pt x="349530" y="180028"/>
                  </a:cubicBezTo>
                  <a:cubicBezTo>
                    <a:pt x="349530" y="180028"/>
                    <a:pt x="349530" y="180028"/>
                    <a:pt x="349530" y="180028"/>
                  </a:cubicBezTo>
                  <a:cubicBezTo>
                    <a:pt x="349530" y="273234"/>
                    <a:pt x="274128" y="348565"/>
                    <a:pt x="181474" y="348565"/>
                  </a:cubicBezTo>
                  <a:close/>
                </a:path>
              </a:pathLst>
            </a:custGeom>
            <a:solidFill>
              <a:srgbClr val="007680"/>
            </a:solidFill>
            <a:ln w="6390" cap="flat">
              <a:noFill/>
              <a:prstDash val="solid"/>
              <a:miter/>
            </a:ln>
          </p:spPr>
          <p:txBody>
            <a:bodyPr rtlCol="0" anchor="ctr"/>
            <a:lstStyle/>
            <a:p>
              <a:endParaRPr lang="en-US"/>
            </a:p>
          </p:txBody>
        </p:sp>
        <p:sp>
          <p:nvSpPr>
            <p:cNvPr id="1672" name="Graphic 1100">
              <a:extLst>
                <a:ext uri="{FF2B5EF4-FFF2-40B4-BE49-F238E27FC236}">
                  <a16:creationId xmlns:a16="http://schemas.microsoft.com/office/drawing/2014/main" id="{FB09D709-1226-DC43-8628-BB05F1889622}"/>
                </a:ext>
              </a:extLst>
            </p:cNvPr>
            <p:cNvSpPr/>
            <p:nvPr/>
          </p:nvSpPr>
          <p:spPr>
            <a:xfrm>
              <a:off x="1570869" y="4889630"/>
              <a:ext cx="249970" cy="212774"/>
            </a:xfrm>
            <a:custGeom>
              <a:avLst/>
              <a:gdLst>
                <a:gd name="connsiteX0" fmla="*/ 234288 w 249970"/>
                <a:gd name="connsiteY0" fmla="*/ 27639 h 212774"/>
                <a:gd name="connsiteX1" fmla="*/ 195309 w 249970"/>
                <a:gd name="connsiteY1" fmla="*/ 188 h 212774"/>
                <a:gd name="connsiteX2" fmla="*/ 48980 w 249970"/>
                <a:gd name="connsiteY2" fmla="*/ 188 h 212774"/>
                <a:gd name="connsiteX3" fmla="*/ 2333 w 249970"/>
                <a:gd name="connsiteY3" fmla="*/ 63390 h 212774"/>
                <a:gd name="connsiteX4" fmla="*/ 15113 w 249970"/>
                <a:gd name="connsiteY4" fmla="*/ 150850 h 212774"/>
                <a:gd name="connsiteX5" fmla="*/ 84763 w 249970"/>
                <a:gd name="connsiteY5" fmla="*/ 205753 h 212774"/>
                <a:gd name="connsiteX6" fmla="*/ 126298 w 249970"/>
                <a:gd name="connsiteY6" fmla="*/ 212775 h 212774"/>
                <a:gd name="connsiteX7" fmla="*/ 174862 w 249970"/>
                <a:gd name="connsiteY7" fmla="*/ 203199 h 212774"/>
                <a:gd name="connsiteX8" fmla="*/ 246429 w 249970"/>
                <a:gd name="connsiteY8" fmla="*/ 122122 h 212774"/>
                <a:gd name="connsiteX9" fmla="*/ 234288 w 249970"/>
                <a:gd name="connsiteY9" fmla="*/ 27639 h 212774"/>
                <a:gd name="connsiteX10" fmla="*/ 234288 w 249970"/>
                <a:gd name="connsiteY10" fmla="*/ 118930 h 212774"/>
                <a:gd name="connsiteX11" fmla="*/ 170389 w 249970"/>
                <a:gd name="connsiteY11" fmla="*/ 191069 h 212774"/>
                <a:gd name="connsiteX12" fmla="*/ 88597 w 249970"/>
                <a:gd name="connsiteY12" fmla="*/ 193623 h 212774"/>
                <a:gd name="connsiteX13" fmla="*/ 25976 w 249970"/>
                <a:gd name="connsiteY13" fmla="*/ 144466 h 212774"/>
                <a:gd name="connsiteX14" fmla="*/ 14474 w 249970"/>
                <a:gd name="connsiteY14" fmla="*/ 65305 h 212774"/>
                <a:gd name="connsiteX15" fmla="*/ 48980 w 249970"/>
                <a:gd name="connsiteY15" fmla="*/ 12956 h 212774"/>
                <a:gd name="connsiteX16" fmla="*/ 195948 w 249970"/>
                <a:gd name="connsiteY16" fmla="*/ 12956 h 212774"/>
                <a:gd name="connsiteX17" fmla="*/ 222786 w 249970"/>
                <a:gd name="connsiteY17" fmla="*/ 34023 h 212774"/>
                <a:gd name="connsiteX18" fmla="*/ 234288 w 249970"/>
                <a:gd name="connsiteY18" fmla="*/ 118930 h 212774"/>
                <a:gd name="connsiteX19" fmla="*/ 234288 w 249970"/>
                <a:gd name="connsiteY19" fmla="*/ 118930 h 21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9970" h="212774">
                  <a:moveTo>
                    <a:pt x="234288" y="27639"/>
                  </a:moveTo>
                  <a:cubicBezTo>
                    <a:pt x="218313" y="-1089"/>
                    <a:pt x="195948" y="-450"/>
                    <a:pt x="195309" y="188"/>
                  </a:cubicBezTo>
                  <a:lnTo>
                    <a:pt x="48980" y="188"/>
                  </a:lnTo>
                  <a:cubicBezTo>
                    <a:pt x="22142" y="188"/>
                    <a:pt x="7445" y="32746"/>
                    <a:pt x="2333" y="63390"/>
                  </a:cubicBezTo>
                  <a:cubicBezTo>
                    <a:pt x="-3418" y="93394"/>
                    <a:pt x="1694" y="124037"/>
                    <a:pt x="15113" y="150850"/>
                  </a:cubicBezTo>
                  <a:cubicBezTo>
                    <a:pt x="30449" y="177663"/>
                    <a:pt x="55370" y="196815"/>
                    <a:pt x="84763" y="205753"/>
                  </a:cubicBezTo>
                  <a:cubicBezTo>
                    <a:pt x="98182" y="210221"/>
                    <a:pt x="112240" y="212775"/>
                    <a:pt x="126298" y="212775"/>
                  </a:cubicBezTo>
                  <a:cubicBezTo>
                    <a:pt x="142912" y="212775"/>
                    <a:pt x="159526" y="209583"/>
                    <a:pt x="174862" y="203199"/>
                  </a:cubicBezTo>
                  <a:cubicBezTo>
                    <a:pt x="210645" y="189154"/>
                    <a:pt x="239400" y="156596"/>
                    <a:pt x="246429" y="122122"/>
                  </a:cubicBezTo>
                  <a:cubicBezTo>
                    <a:pt x="254097" y="89564"/>
                    <a:pt x="248985" y="56367"/>
                    <a:pt x="234288" y="27639"/>
                  </a:cubicBezTo>
                  <a:close/>
                  <a:moveTo>
                    <a:pt x="234288" y="118930"/>
                  </a:moveTo>
                  <a:cubicBezTo>
                    <a:pt x="227898" y="148935"/>
                    <a:pt x="201699" y="178301"/>
                    <a:pt x="170389" y="191069"/>
                  </a:cubicBezTo>
                  <a:cubicBezTo>
                    <a:pt x="144190" y="201922"/>
                    <a:pt x="115435" y="203199"/>
                    <a:pt x="88597" y="193623"/>
                  </a:cubicBezTo>
                  <a:cubicBezTo>
                    <a:pt x="68789" y="187239"/>
                    <a:pt x="41312" y="173194"/>
                    <a:pt x="25976" y="144466"/>
                  </a:cubicBezTo>
                  <a:cubicBezTo>
                    <a:pt x="13835" y="120207"/>
                    <a:pt x="9362" y="92117"/>
                    <a:pt x="14474" y="65305"/>
                  </a:cubicBezTo>
                  <a:cubicBezTo>
                    <a:pt x="17669" y="46153"/>
                    <a:pt x="28532" y="12956"/>
                    <a:pt x="48980" y="12956"/>
                  </a:cubicBezTo>
                  <a:lnTo>
                    <a:pt x="195948" y="12956"/>
                  </a:lnTo>
                  <a:cubicBezTo>
                    <a:pt x="195948" y="12956"/>
                    <a:pt x="211284" y="12956"/>
                    <a:pt x="222786" y="34023"/>
                  </a:cubicBezTo>
                  <a:cubicBezTo>
                    <a:pt x="236844" y="60198"/>
                    <a:pt x="240678" y="90202"/>
                    <a:pt x="234288" y="118930"/>
                  </a:cubicBezTo>
                  <a:lnTo>
                    <a:pt x="234288" y="118930"/>
                  </a:lnTo>
                  <a:close/>
                </a:path>
              </a:pathLst>
            </a:custGeom>
            <a:solidFill>
              <a:srgbClr val="007680"/>
            </a:solidFill>
            <a:ln w="6390" cap="flat">
              <a:noFill/>
              <a:prstDash val="solid"/>
              <a:miter/>
            </a:ln>
          </p:spPr>
          <p:txBody>
            <a:bodyPr rtlCol="0" anchor="ctr"/>
            <a:lstStyle/>
            <a:p>
              <a:endParaRPr lang="en-US"/>
            </a:p>
          </p:txBody>
        </p:sp>
        <p:sp>
          <p:nvSpPr>
            <p:cNvPr id="1673" name="Graphic 1100">
              <a:extLst>
                <a:ext uri="{FF2B5EF4-FFF2-40B4-BE49-F238E27FC236}">
                  <a16:creationId xmlns:a16="http://schemas.microsoft.com/office/drawing/2014/main" id="{2D598AB6-4108-8646-8C0E-370E90D56C01}"/>
                </a:ext>
              </a:extLst>
            </p:cNvPr>
            <p:cNvSpPr/>
            <p:nvPr/>
          </p:nvSpPr>
          <p:spPr>
            <a:xfrm>
              <a:off x="1667773" y="4958765"/>
              <a:ext cx="56231" cy="56178"/>
            </a:xfrm>
            <a:custGeom>
              <a:avLst/>
              <a:gdLst>
                <a:gd name="connsiteX0" fmla="*/ 56231 w 56231"/>
                <a:gd name="connsiteY0" fmla="*/ 28090 h 56178"/>
                <a:gd name="connsiteX1" fmla="*/ 28116 w 56231"/>
                <a:gd name="connsiteY1" fmla="*/ 0 h 56178"/>
                <a:gd name="connsiteX2" fmla="*/ 0 w 56231"/>
                <a:gd name="connsiteY2" fmla="*/ 28090 h 56178"/>
                <a:gd name="connsiteX3" fmla="*/ 28116 w 56231"/>
                <a:gd name="connsiteY3" fmla="*/ 56179 h 56178"/>
                <a:gd name="connsiteX4" fmla="*/ 56231 w 56231"/>
                <a:gd name="connsiteY4" fmla="*/ 28090 h 56178"/>
                <a:gd name="connsiteX5" fmla="*/ 28116 w 56231"/>
                <a:gd name="connsiteY5" fmla="*/ 42773 h 56178"/>
                <a:gd name="connsiteX6" fmla="*/ 12780 w 56231"/>
                <a:gd name="connsiteY6" fmla="*/ 27451 h 56178"/>
                <a:gd name="connsiteX7" fmla="*/ 28116 w 56231"/>
                <a:gd name="connsiteY7" fmla="*/ 12130 h 56178"/>
                <a:gd name="connsiteX8" fmla="*/ 43451 w 56231"/>
                <a:gd name="connsiteY8" fmla="*/ 27451 h 56178"/>
                <a:gd name="connsiteX9" fmla="*/ 28116 w 56231"/>
                <a:gd name="connsiteY9" fmla="*/ 42773 h 56178"/>
                <a:gd name="connsiteX10" fmla="*/ 28116 w 56231"/>
                <a:gd name="connsiteY10" fmla="*/ 42773 h 56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231" h="56178">
                  <a:moveTo>
                    <a:pt x="56231" y="28090"/>
                  </a:moveTo>
                  <a:cubicBezTo>
                    <a:pt x="56231" y="12768"/>
                    <a:pt x="43451" y="0"/>
                    <a:pt x="28116" y="0"/>
                  </a:cubicBezTo>
                  <a:cubicBezTo>
                    <a:pt x="12780" y="0"/>
                    <a:pt x="0" y="12768"/>
                    <a:pt x="0" y="28090"/>
                  </a:cubicBezTo>
                  <a:cubicBezTo>
                    <a:pt x="0" y="43411"/>
                    <a:pt x="12780" y="56179"/>
                    <a:pt x="28116" y="56179"/>
                  </a:cubicBezTo>
                  <a:cubicBezTo>
                    <a:pt x="43451" y="55541"/>
                    <a:pt x="56231" y="43411"/>
                    <a:pt x="56231" y="28090"/>
                  </a:cubicBezTo>
                  <a:close/>
                  <a:moveTo>
                    <a:pt x="28116" y="42773"/>
                  </a:moveTo>
                  <a:cubicBezTo>
                    <a:pt x="19809" y="42773"/>
                    <a:pt x="12780" y="35750"/>
                    <a:pt x="12780" y="27451"/>
                  </a:cubicBezTo>
                  <a:cubicBezTo>
                    <a:pt x="12780" y="19152"/>
                    <a:pt x="19809" y="12130"/>
                    <a:pt x="28116" y="12130"/>
                  </a:cubicBezTo>
                  <a:cubicBezTo>
                    <a:pt x="36423" y="12130"/>
                    <a:pt x="43451" y="19152"/>
                    <a:pt x="43451" y="27451"/>
                  </a:cubicBezTo>
                  <a:cubicBezTo>
                    <a:pt x="43451" y="35750"/>
                    <a:pt x="36423" y="42773"/>
                    <a:pt x="28116" y="42773"/>
                  </a:cubicBezTo>
                  <a:lnTo>
                    <a:pt x="28116" y="42773"/>
                  </a:lnTo>
                  <a:close/>
                </a:path>
              </a:pathLst>
            </a:custGeom>
            <a:solidFill>
              <a:srgbClr val="007680"/>
            </a:solidFill>
            <a:ln w="6390" cap="flat">
              <a:noFill/>
              <a:prstDash val="solid"/>
              <a:miter/>
            </a:ln>
          </p:spPr>
          <p:txBody>
            <a:bodyPr rtlCol="0" anchor="ctr"/>
            <a:lstStyle/>
            <a:p>
              <a:endParaRPr lang="en-US"/>
            </a:p>
          </p:txBody>
        </p:sp>
        <p:sp>
          <p:nvSpPr>
            <p:cNvPr id="1674" name="Graphic 1100">
              <a:extLst>
                <a:ext uri="{FF2B5EF4-FFF2-40B4-BE49-F238E27FC236}">
                  <a16:creationId xmlns:a16="http://schemas.microsoft.com/office/drawing/2014/main" id="{30AFA96E-5A45-1F43-BD16-F2E8C00E25E9}"/>
                </a:ext>
              </a:extLst>
            </p:cNvPr>
            <p:cNvSpPr/>
            <p:nvPr/>
          </p:nvSpPr>
          <p:spPr>
            <a:xfrm>
              <a:off x="1604513" y="4958765"/>
              <a:ext cx="56231" cy="56178"/>
            </a:xfrm>
            <a:custGeom>
              <a:avLst/>
              <a:gdLst>
                <a:gd name="connsiteX0" fmla="*/ 56231 w 56231"/>
                <a:gd name="connsiteY0" fmla="*/ 28090 h 56178"/>
                <a:gd name="connsiteX1" fmla="*/ 28116 w 56231"/>
                <a:gd name="connsiteY1" fmla="*/ 0 h 56178"/>
                <a:gd name="connsiteX2" fmla="*/ 0 w 56231"/>
                <a:gd name="connsiteY2" fmla="*/ 28090 h 56178"/>
                <a:gd name="connsiteX3" fmla="*/ 28116 w 56231"/>
                <a:gd name="connsiteY3" fmla="*/ 56179 h 56178"/>
                <a:gd name="connsiteX4" fmla="*/ 28116 w 56231"/>
                <a:gd name="connsiteY4" fmla="*/ 56179 h 56178"/>
                <a:gd name="connsiteX5" fmla="*/ 56231 w 56231"/>
                <a:gd name="connsiteY5" fmla="*/ 28090 h 56178"/>
                <a:gd name="connsiteX6" fmla="*/ 28116 w 56231"/>
                <a:gd name="connsiteY6" fmla="*/ 42773 h 56178"/>
                <a:gd name="connsiteX7" fmla="*/ 12780 w 56231"/>
                <a:gd name="connsiteY7" fmla="*/ 27451 h 56178"/>
                <a:gd name="connsiteX8" fmla="*/ 28116 w 56231"/>
                <a:gd name="connsiteY8" fmla="*/ 12130 h 56178"/>
                <a:gd name="connsiteX9" fmla="*/ 43451 w 56231"/>
                <a:gd name="connsiteY9" fmla="*/ 27451 h 56178"/>
                <a:gd name="connsiteX10" fmla="*/ 28116 w 56231"/>
                <a:gd name="connsiteY10" fmla="*/ 42773 h 56178"/>
                <a:gd name="connsiteX11" fmla="*/ 28116 w 56231"/>
                <a:gd name="connsiteY11" fmla="*/ 42773 h 56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231" h="56178">
                  <a:moveTo>
                    <a:pt x="56231" y="28090"/>
                  </a:moveTo>
                  <a:cubicBezTo>
                    <a:pt x="56231" y="12768"/>
                    <a:pt x="43451" y="0"/>
                    <a:pt x="28116" y="0"/>
                  </a:cubicBezTo>
                  <a:cubicBezTo>
                    <a:pt x="12780" y="0"/>
                    <a:pt x="0" y="12768"/>
                    <a:pt x="0" y="28090"/>
                  </a:cubicBezTo>
                  <a:cubicBezTo>
                    <a:pt x="0" y="43411"/>
                    <a:pt x="12780" y="56179"/>
                    <a:pt x="28116" y="56179"/>
                  </a:cubicBezTo>
                  <a:cubicBezTo>
                    <a:pt x="28116" y="56179"/>
                    <a:pt x="28116" y="56179"/>
                    <a:pt x="28116" y="56179"/>
                  </a:cubicBezTo>
                  <a:cubicBezTo>
                    <a:pt x="44091" y="55541"/>
                    <a:pt x="56231" y="43411"/>
                    <a:pt x="56231" y="28090"/>
                  </a:cubicBezTo>
                  <a:close/>
                  <a:moveTo>
                    <a:pt x="28116" y="42773"/>
                  </a:moveTo>
                  <a:cubicBezTo>
                    <a:pt x="19809" y="42773"/>
                    <a:pt x="12780" y="35750"/>
                    <a:pt x="12780" y="27451"/>
                  </a:cubicBezTo>
                  <a:cubicBezTo>
                    <a:pt x="12780" y="19152"/>
                    <a:pt x="19809" y="12130"/>
                    <a:pt x="28116" y="12130"/>
                  </a:cubicBezTo>
                  <a:cubicBezTo>
                    <a:pt x="36423" y="12130"/>
                    <a:pt x="43451" y="19152"/>
                    <a:pt x="43451" y="27451"/>
                  </a:cubicBezTo>
                  <a:cubicBezTo>
                    <a:pt x="43451" y="36389"/>
                    <a:pt x="37062" y="42773"/>
                    <a:pt x="28116" y="42773"/>
                  </a:cubicBezTo>
                  <a:lnTo>
                    <a:pt x="28116" y="42773"/>
                  </a:lnTo>
                  <a:close/>
                </a:path>
              </a:pathLst>
            </a:custGeom>
            <a:solidFill>
              <a:srgbClr val="007680"/>
            </a:solidFill>
            <a:ln w="6390" cap="flat">
              <a:noFill/>
              <a:prstDash val="solid"/>
              <a:miter/>
            </a:ln>
          </p:spPr>
          <p:txBody>
            <a:bodyPr rtlCol="0" anchor="ctr"/>
            <a:lstStyle/>
            <a:p>
              <a:endParaRPr lang="en-US"/>
            </a:p>
          </p:txBody>
        </p:sp>
        <p:sp>
          <p:nvSpPr>
            <p:cNvPr id="1675" name="Graphic 1100">
              <a:extLst>
                <a:ext uri="{FF2B5EF4-FFF2-40B4-BE49-F238E27FC236}">
                  <a16:creationId xmlns:a16="http://schemas.microsoft.com/office/drawing/2014/main" id="{FEB436DB-7932-CD41-8A5D-7C5F5AD0BEE7}"/>
                </a:ext>
              </a:extLst>
            </p:cNvPr>
            <p:cNvSpPr/>
            <p:nvPr/>
          </p:nvSpPr>
          <p:spPr>
            <a:xfrm>
              <a:off x="1730394" y="4958765"/>
              <a:ext cx="56231" cy="56178"/>
            </a:xfrm>
            <a:custGeom>
              <a:avLst/>
              <a:gdLst>
                <a:gd name="connsiteX0" fmla="*/ 28116 w 56231"/>
                <a:gd name="connsiteY0" fmla="*/ 0 h 56178"/>
                <a:gd name="connsiteX1" fmla="*/ 0 w 56231"/>
                <a:gd name="connsiteY1" fmla="*/ 28090 h 56178"/>
                <a:gd name="connsiteX2" fmla="*/ 28116 w 56231"/>
                <a:gd name="connsiteY2" fmla="*/ 56179 h 56178"/>
                <a:gd name="connsiteX3" fmla="*/ 56232 w 56231"/>
                <a:gd name="connsiteY3" fmla="*/ 28090 h 56178"/>
                <a:gd name="connsiteX4" fmla="*/ 28116 w 56231"/>
                <a:gd name="connsiteY4" fmla="*/ 0 h 56178"/>
                <a:gd name="connsiteX5" fmla="*/ 28116 w 56231"/>
                <a:gd name="connsiteY5" fmla="*/ 42773 h 56178"/>
                <a:gd name="connsiteX6" fmla="*/ 12780 w 56231"/>
                <a:gd name="connsiteY6" fmla="*/ 27451 h 56178"/>
                <a:gd name="connsiteX7" fmla="*/ 28116 w 56231"/>
                <a:gd name="connsiteY7" fmla="*/ 12130 h 56178"/>
                <a:gd name="connsiteX8" fmla="*/ 43452 w 56231"/>
                <a:gd name="connsiteY8" fmla="*/ 27451 h 56178"/>
                <a:gd name="connsiteX9" fmla="*/ 28116 w 56231"/>
                <a:gd name="connsiteY9" fmla="*/ 42773 h 56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231" h="56178">
                  <a:moveTo>
                    <a:pt x="28116" y="0"/>
                  </a:moveTo>
                  <a:cubicBezTo>
                    <a:pt x="12780" y="0"/>
                    <a:pt x="0" y="12768"/>
                    <a:pt x="0" y="28090"/>
                  </a:cubicBezTo>
                  <a:cubicBezTo>
                    <a:pt x="0" y="43411"/>
                    <a:pt x="12780" y="56179"/>
                    <a:pt x="28116" y="56179"/>
                  </a:cubicBezTo>
                  <a:cubicBezTo>
                    <a:pt x="43452" y="56179"/>
                    <a:pt x="56232" y="43411"/>
                    <a:pt x="56232" y="28090"/>
                  </a:cubicBezTo>
                  <a:cubicBezTo>
                    <a:pt x="56232" y="12130"/>
                    <a:pt x="44091" y="0"/>
                    <a:pt x="28116" y="0"/>
                  </a:cubicBezTo>
                  <a:close/>
                  <a:moveTo>
                    <a:pt x="28116" y="42773"/>
                  </a:moveTo>
                  <a:cubicBezTo>
                    <a:pt x="19809" y="42773"/>
                    <a:pt x="12780" y="35750"/>
                    <a:pt x="12780" y="27451"/>
                  </a:cubicBezTo>
                  <a:cubicBezTo>
                    <a:pt x="12780" y="19152"/>
                    <a:pt x="19809" y="12130"/>
                    <a:pt x="28116" y="12130"/>
                  </a:cubicBezTo>
                  <a:cubicBezTo>
                    <a:pt x="36423" y="12130"/>
                    <a:pt x="43452" y="19152"/>
                    <a:pt x="43452" y="27451"/>
                  </a:cubicBezTo>
                  <a:cubicBezTo>
                    <a:pt x="43452" y="36389"/>
                    <a:pt x="37062" y="42773"/>
                    <a:pt x="28116" y="42773"/>
                  </a:cubicBezTo>
                  <a:close/>
                </a:path>
              </a:pathLst>
            </a:custGeom>
            <a:solidFill>
              <a:srgbClr val="007680"/>
            </a:solidFill>
            <a:ln w="6390" cap="flat">
              <a:noFill/>
              <a:prstDash val="solid"/>
              <a:miter/>
            </a:ln>
          </p:spPr>
          <p:txBody>
            <a:bodyPr rtlCol="0" anchor="ctr"/>
            <a:lstStyle/>
            <a:p>
              <a:endParaRPr lang="en-US"/>
            </a:p>
          </p:txBody>
        </p:sp>
        <p:sp>
          <p:nvSpPr>
            <p:cNvPr id="1676" name="Graphic 1100">
              <a:extLst>
                <a:ext uri="{FF2B5EF4-FFF2-40B4-BE49-F238E27FC236}">
                  <a16:creationId xmlns:a16="http://schemas.microsoft.com/office/drawing/2014/main" id="{9CD48910-7A41-DE40-AAFC-F1A40CA1B1DE}"/>
                </a:ext>
              </a:extLst>
            </p:cNvPr>
            <p:cNvSpPr/>
            <p:nvPr/>
          </p:nvSpPr>
          <p:spPr>
            <a:xfrm>
              <a:off x="1635823" y="5011752"/>
              <a:ext cx="56231" cy="56178"/>
            </a:xfrm>
            <a:custGeom>
              <a:avLst/>
              <a:gdLst>
                <a:gd name="connsiteX0" fmla="*/ 28116 w 56231"/>
                <a:gd name="connsiteY0" fmla="*/ 0 h 56178"/>
                <a:gd name="connsiteX1" fmla="*/ 0 w 56231"/>
                <a:gd name="connsiteY1" fmla="*/ 28090 h 56178"/>
                <a:gd name="connsiteX2" fmla="*/ 28116 w 56231"/>
                <a:gd name="connsiteY2" fmla="*/ 56179 h 56178"/>
                <a:gd name="connsiteX3" fmla="*/ 56231 w 56231"/>
                <a:gd name="connsiteY3" fmla="*/ 28090 h 56178"/>
                <a:gd name="connsiteX4" fmla="*/ 28116 w 56231"/>
                <a:gd name="connsiteY4" fmla="*/ 0 h 56178"/>
                <a:gd name="connsiteX5" fmla="*/ 28116 w 56231"/>
                <a:gd name="connsiteY5" fmla="*/ 43411 h 56178"/>
                <a:gd name="connsiteX6" fmla="*/ 12780 w 56231"/>
                <a:gd name="connsiteY6" fmla="*/ 28090 h 56178"/>
                <a:gd name="connsiteX7" fmla="*/ 28116 w 56231"/>
                <a:gd name="connsiteY7" fmla="*/ 12768 h 56178"/>
                <a:gd name="connsiteX8" fmla="*/ 43451 w 56231"/>
                <a:gd name="connsiteY8" fmla="*/ 28090 h 56178"/>
                <a:gd name="connsiteX9" fmla="*/ 28116 w 56231"/>
                <a:gd name="connsiteY9" fmla="*/ 43411 h 56178"/>
                <a:gd name="connsiteX10" fmla="*/ 28116 w 56231"/>
                <a:gd name="connsiteY10" fmla="*/ 43411 h 56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231" h="56178">
                  <a:moveTo>
                    <a:pt x="28116" y="0"/>
                  </a:moveTo>
                  <a:cubicBezTo>
                    <a:pt x="12780" y="0"/>
                    <a:pt x="0" y="12768"/>
                    <a:pt x="0" y="28090"/>
                  </a:cubicBezTo>
                  <a:cubicBezTo>
                    <a:pt x="0" y="43411"/>
                    <a:pt x="12780" y="56179"/>
                    <a:pt x="28116" y="56179"/>
                  </a:cubicBezTo>
                  <a:cubicBezTo>
                    <a:pt x="43451" y="56179"/>
                    <a:pt x="56231" y="43411"/>
                    <a:pt x="56231" y="28090"/>
                  </a:cubicBezTo>
                  <a:cubicBezTo>
                    <a:pt x="56231" y="12130"/>
                    <a:pt x="43451" y="0"/>
                    <a:pt x="28116" y="0"/>
                  </a:cubicBezTo>
                  <a:close/>
                  <a:moveTo>
                    <a:pt x="28116" y="43411"/>
                  </a:moveTo>
                  <a:cubicBezTo>
                    <a:pt x="19809" y="43411"/>
                    <a:pt x="12780" y="36389"/>
                    <a:pt x="12780" y="28090"/>
                  </a:cubicBezTo>
                  <a:cubicBezTo>
                    <a:pt x="12780" y="19791"/>
                    <a:pt x="19809" y="12768"/>
                    <a:pt x="28116" y="12768"/>
                  </a:cubicBezTo>
                  <a:cubicBezTo>
                    <a:pt x="36423" y="12768"/>
                    <a:pt x="43451" y="19791"/>
                    <a:pt x="43451" y="28090"/>
                  </a:cubicBezTo>
                  <a:cubicBezTo>
                    <a:pt x="43451" y="36389"/>
                    <a:pt x="36423" y="42773"/>
                    <a:pt x="28116" y="43411"/>
                  </a:cubicBezTo>
                  <a:lnTo>
                    <a:pt x="28116" y="43411"/>
                  </a:lnTo>
                  <a:close/>
                </a:path>
              </a:pathLst>
            </a:custGeom>
            <a:solidFill>
              <a:srgbClr val="007680"/>
            </a:solidFill>
            <a:ln w="6390" cap="flat">
              <a:noFill/>
              <a:prstDash val="solid"/>
              <a:miter/>
            </a:ln>
          </p:spPr>
          <p:txBody>
            <a:bodyPr rtlCol="0" anchor="ctr"/>
            <a:lstStyle/>
            <a:p>
              <a:endParaRPr lang="en-US"/>
            </a:p>
          </p:txBody>
        </p:sp>
        <p:sp>
          <p:nvSpPr>
            <p:cNvPr id="1677" name="Graphic 1100">
              <a:extLst>
                <a:ext uri="{FF2B5EF4-FFF2-40B4-BE49-F238E27FC236}">
                  <a16:creationId xmlns:a16="http://schemas.microsoft.com/office/drawing/2014/main" id="{84D16D9E-3421-464A-BF9B-B8C8C1716B80}"/>
                </a:ext>
              </a:extLst>
            </p:cNvPr>
            <p:cNvSpPr/>
            <p:nvPr/>
          </p:nvSpPr>
          <p:spPr>
            <a:xfrm>
              <a:off x="1699084" y="5011752"/>
              <a:ext cx="56231" cy="56178"/>
            </a:xfrm>
            <a:custGeom>
              <a:avLst/>
              <a:gdLst>
                <a:gd name="connsiteX0" fmla="*/ 28116 w 56231"/>
                <a:gd name="connsiteY0" fmla="*/ 0 h 56178"/>
                <a:gd name="connsiteX1" fmla="*/ 0 w 56231"/>
                <a:gd name="connsiteY1" fmla="*/ 28090 h 56178"/>
                <a:gd name="connsiteX2" fmla="*/ 28116 w 56231"/>
                <a:gd name="connsiteY2" fmla="*/ 56179 h 56178"/>
                <a:gd name="connsiteX3" fmla="*/ 56232 w 56231"/>
                <a:gd name="connsiteY3" fmla="*/ 28090 h 56178"/>
                <a:gd name="connsiteX4" fmla="*/ 28116 w 56231"/>
                <a:gd name="connsiteY4" fmla="*/ 0 h 56178"/>
                <a:gd name="connsiteX5" fmla="*/ 28116 w 56231"/>
                <a:gd name="connsiteY5" fmla="*/ 43411 h 56178"/>
                <a:gd name="connsiteX6" fmla="*/ 12780 w 56231"/>
                <a:gd name="connsiteY6" fmla="*/ 28090 h 56178"/>
                <a:gd name="connsiteX7" fmla="*/ 28116 w 56231"/>
                <a:gd name="connsiteY7" fmla="*/ 12768 h 56178"/>
                <a:gd name="connsiteX8" fmla="*/ 43452 w 56231"/>
                <a:gd name="connsiteY8" fmla="*/ 28090 h 56178"/>
                <a:gd name="connsiteX9" fmla="*/ 28116 w 56231"/>
                <a:gd name="connsiteY9" fmla="*/ 43411 h 56178"/>
                <a:gd name="connsiteX10" fmla="*/ 28116 w 56231"/>
                <a:gd name="connsiteY10" fmla="*/ 43411 h 56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231" h="56178">
                  <a:moveTo>
                    <a:pt x="28116" y="0"/>
                  </a:moveTo>
                  <a:cubicBezTo>
                    <a:pt x="12780" y="0"/>
                    <a:pt x="0" y="12768"/>
                    <a:pt x="0" y="28090"/>
                  </a:cubicBezTo>
                  <a:cubicBezTo>
                    <a:pt x="0" y="43411"/>
                    <a:pt x="12780" y="56179"/>
                    <a:pt x="28116" y="56179"/>
                  </a:cubicBezTo>
                  <a:cubicBezTo>
                    <a:pt x="43452" y="56179"/>
                    <a:pt x="56232" y="43411"/>
                    <a:pt x="56232" y="28090"/>
                  </a:cubicBezTo>
                  <a:cubicBezTo>
                    <a:pt x="56232" y="12130"/>
                    <a:pt x="43452" y="0"/>
                    <a:pt x="28116" y="0"/>
                  </a:cubicBezTo>
                  <a:close/>
                  <a:moveTo>
                    <a:pt x="28116" y="43411"/>
                  </a:moveTo>
                  <a:cubicBezTo>
                    <a:pt x="19809" y="43411"/>
                    <a:pt x="12780" y="36389"/>
                    <a:pt x="12780" y="28090"/>
                  </a:cubicBezTo>
                  <a:cubicBezTo>
                    <a:pt x="12780" y="19791"/>
                    <a:pt x="19809" y="12768"/>
                    <a:pt x="28116" y="12768"/>
                  </a:cubicBezTo>
                  <a:cubicBezTo>
                    <a:pt x="36423" y="12768"/>
                    <a:pt x="43452" y="19791"/>
                    <a:pt x="43452" y="28090"/>
                  </a:cubicBezTo>
                  <a:cubicBezTo>
                    <a:pt x="43452" y="36389"/>
                    <a:pt x="36423" y="42773"/>
                    <a:pt x="28116" y="43411"/>
                  </a:cubicBezTo>
                  <a:lnTo>
                    <a:pt x="28116" y="43411"/>
                  </a:lnTo>
                  <a:close/>
                </a:path>
              </a:pathLst>
            </a:custGeom>
            <a:solidFill>
              <a:srgbClr val="007680"/>
            </a:solidFill>
            <a:ln w="6390" cap="flat">
              <a:noFill/>
              <a:prstDash val="solid"/>
              <a:miter/>
            </a:ln>
          </p:spPr>
          <p:txBody>
            <a:bodyPr rtlCol="0" anchor="ctr"/>
            <a:lstStyle/>
            <a:p>
              <a:endParaRPr lang="en-US"/>
            </a:p>
          </p:txBody>
        </p:sp>
        <p:sp>
          <p:nvSpPr>
            <p:cNvPr id="1678" name="Graphic 1100">
              <a:extLst>
                <a:ext uri="{FF2B5EF4-FFF2-40B4-BE49-F238E27FC236}">
                  <a16:creationId xmlns:a16="http://schemas.microsoft.com/office/drawing/2014/main" id="{B9FFE1B6-B36C-7A43-AC90-604D314BE597}"/>
                </a:ext>
              </a:extLst>
            </p:cNvPr>
            <p:cNvSpPr/>
            <p:nvPr/>
          </p:nvSpPr>
          <p:spPr>
            <a:xfrm>
              <a:off x="1704835" y="4917269"/>
              <a:ext cx="44729" cy="44687"/>
            </a:xfrm>
            <a:custGeom>
              <a:avLst/>
              <a:gdLst>
                <a:gd name="connsiteX0" fmla="*/ 22365 w 44729"/>
                <a:gd name="connsiteY0" fmla="*/ 44688 h 44687"/>
                <a:gd name="connsiteX1" fmla="*/ 44730 w 44729"/>
                <a:gd name="connsiteY1" fmla="*/ 22344 h 44687"/>
                <a:gd name="connsiteX2" fmla="*/ 22365 w 44729"/>
                <a:gd name="connsiteY2" fmla="*/ 0 h 44687"/>
                <a:gd name="connsiteX3" fmla="*/ 0 w 44729"/>
                <a:gd name="connsiteY3" fmla="*/ 22344 h 44687"/>
                <a:gd name="connsiteX4" fmla="*/ 0 w 44729"/>
                <a:gd name="connsiteY4" fmla="*/ 22344 h 44687"/>
                <a:gd name="connsiteX5" fmla="*/ 22365 w 44729"/>
                <a:gd name="connsiteY5" fmla="*/ 44688 h 44687"/>
                <a:gd name="connsiteX6" fmla="*/ 22365 w 44729"/>
                <a:gd name="connsiteY6" fmla="*/ 12130 h 44687"/>
                <a:gd name="connsiteX7" fmla="*/ 32589 w 44729"/>
                <a:gd name="connsiteY7" fmla="*/ 21706 h 44687"/>
                <a:gd name="connsiteX8" fmla="*/ 23004 w 44729"/>
                <a:gd name="connsiteY8" fmla="*/ 31282 h 44687"/>
                <a:gd name="connsiteX9" fmla="*/ 12780 w 44729"/>
                <a:gd name="connsiteY9" fmla="*/ 21706 h 44687"/>
                <a:gd name="connsiteX10" fmla="*/ 12780 w 44729"/>
                <a:gd name="connsiteY10" fmla="*/ 21706 h 44687"/>
                <a:gd name="connsiteX11" fmla="*/ 22365 w 44729"/>
                <a:gd name="connsiteY11" fmla="*/ 12130 h 44687"/>
                <a:gd name="connsiteX12" fmla="*/ 22365 w 44729"/>
                <a:gd name="connsiteY12" fmla="*/ 12130 h 44687"/>
                <a:gd name="connsiteX13" fmla="*/ 22365 w 44729"/>
                <a:gd name="connsiteY13" fmla="*/ 12130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729" h="44687">
                  <a:moveTo>
                    <a:pt x="22365" y="44688"/>
                  </a:moveTo>
                  <a:cubicBezTo>
                    <a:pt x="35145" y="44688"/>
                    <a:pt x="44730" y="34474"/>
                    <a:pt x="44730" y="22344"/>
                  </a:cubicBezTo>
                  <a:cubicBezTo>
                    <a:pt x="44730" y="9576"/>
                    <a:pt x="34506" y="0"/>
                    <a:pt x="22365" y="0"/>
                  </a:cubicBezTo>
                  <a:cubicBezTo>
                    <a:pt x="10224" y="0"/>
                    <a:pt x="0" y="10214"/>
                    <a:pt x="0" y="22344"/>
                  </a:cubicBezTo>
                  <a:cubicBezTo>
                    <a:pt x="0" y="22344"/>
                    <a:pt x="0" y="22344"/>
                    <a:pt x="0" y="22344"/>
                  </a:cubicBezTo>
                  <a:cubicBezTo>
                    <a:pt x="0" y="34474"/>
                    <a:pt x="10224" y="44688"/>
                    <a:pt x="22365" y="44688"/>
                  </a:cubicBezTo>
                  <a:close/>
                  <a:moveTo>
                    <a:pt x="22365" y="12130"/>
                  </a:moveTo>
                  <a:cubicBezTo>
                    <a:pt x="28116" y="12130"/>
                    <a:pt x="32589" y="16598"/>
                    <a:pt x="32589" y="21706"/>
                  </a:cubicBezTo>
                  <a:cubicBezTo>
                    <a:pt x="32589" y="26813"/>
                    <a:pt x="28116" y="31282"/>
                    <a:pt x="23004" y="31282"/>
                  </a:cubicBezTo>
                  <a:cubicBezTo>
                    <a:pt x="17253" y="31282"/>
                    <a:pt x="12780" y="26813"/>
                    <a:pt x="12780" y="21706"/>
                  </a:cubicBezTo>
                  <a:lnTo>
                    <a:pt x="12780" y="21706"/>
                  </a:lnTo>
                  <a:cubicBezTo>
                    <a:pt x="12780" y="16598"/>
                    <a:pt x="16614" y="12130"/>
                    <a:pt x="22365" y="12130"/>
                  </a:cubicBezTo>
                  <a:cubicBezTo>
                    <a:pt x="22365" y="12130"/>
                    <a:pt x="22365" y="12130"/>
                    <a:pt x="22365" y="12130"/>
                  </a:cubicBezTo>
                  <a:lnTo>
                    <a:pt x="22365" y="12130"/>
                  </a:lnTo>
                  <a:close/>
                </a:path>
              </a:pathLst>
            </a:custGeom>
            <a:solidFill>
              <a:srgbClr val="007680"/>
            </a:solidFill>
            <a:ln w="6390" cap="flat">
              <a:noFill/>
              <a:prstDash val="solid"/>
              <a:miter/>
            </a:ln>
          </p:spPr>
          <p:txBody>
            <a:bodyPr rtlCol="0" anchor="ctr"/>
            <a:lstStyle/>
            <a:p>
              <a:endParaRPr lang="en-US"/>
            </a:p>
          </p:txBody>
        </p:sp>
        <p:sp>
          <p:nvSpPr>
            <p:cNvPr id="1679" name="Graphic 1100">
              <a:extLst>
                <a:ext uri="{FF2B5EF4-FFF2-40B4-BE49-F238E27FC236}">
                  <a16:creationId xmlns:a16="http://schemas.microsoft.com/office/drawing/2014/main" id="{9D033D20-A8AC-064A-9666-5CA6A0125D17}"/>
                </a:ext>
              </a:extLst>
            </p:cNvPr>
            <p:cNvSpPr/>
            <p:nvPr/>
          </p:nvSpPr>
          <p:spPr>
            <a:xfrm>
              <a:off x="1640268" y="4917269"/>
              <a:ext cx="44757" cy="44687"/>
            </a:xfrm>
            <a:custGeom>
              <a:avLst/>
              <a:gdLst>
                <a:gd name="connsiteX0" fmla="*/ 22393 w 44757"/>
                <a:gd name="connsiteY0" fmla="*/ 44688 h 44687"/>
                <a:gd name="connsiteX1" fmla="*/ 44758 w 44757"/>
                <a:gd name="connsiteY1" fmla="*/ 22344 h 44687"/>
                <a:gd name="connsiteX2" fmla="*/ 22393 w 44757"/>
                <a:gd name="connsiteY2" fmla="*/ 0 h 44687"/>
                <a:gd name="connsiteX3" fmla="*/ 28 w 44757"/>
                <a:gd name="connsiteY3" fmla="*/ 22344 h 44687"/>
                <a:gd name="connsiteX4" fmla="*/ 28 w 44757"/>
                <a:gd name="connsiteY4" fmla="*/ 22344 h 44687"/>
                <a:gd name="connsiteX5" fmla="*/ 22393 w 44757"/>
                <a:gd name="connsiteY5" fmla="*/ 44688 h 44687"/>
                <a:gd name="connsiteX6" fmla="*/ 22393 w 44757"/>
                <a:gd name="connsiteY6" fmla="*/ 12130 h 44687"/>
                <a:gd name="connsiteX7" fmla="*/ 32617 w 44757"/>
                <a:gd name="connsiteY7" fmla="*/ 21706 h 44687"/>
                <a:gd name="connsiteX8" fmla="*/ 23032 w 44757"/>
                <a:gd name="connsiteY8" fmla="*/ 31282 h 44687"/>
                <a:gd name="connsiteX9" fmla="*/ 12808 w 44757"/>
                <a:gd name="connsiteY9" fmla="*/ 21706 h 44687"/>
                <a:gd name="connsiteX10" fmla="*/ 12808 w 44757"/>
                <a:gd name="connsiteY10" fmla="*/ 21706 h 44687"/>
                <a:gd name="connsiteX11" fmla="*/ 22393 w 44757"/>
                <a:gd name="connsiteY11" fmla="*/ 12130 h 44687"/>
                <a:gd name="connsiteX12" fmla="*/ 22393 w 44757"/>
                <a:gd name="connsiteY12" fmla="*/ 12130 h 44687"/>
                <a:gd name="connsiteX13" fmla="*/ 22393 w 44757"/>
                <a:gd name="connsiteY13" fmla="*/ 12130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757" h="44687">
                  <a:moveTo>
                    <a:pt x="22393" y="44688"/>
                  </a:moveTo>
                  <a:cubicBezTo>
                    <a:pt x="35173" y="44688"/>
                    <a:pt x="44758" y="34474"/>
                    <a:pt x="44758" y="22344"/>
                  </a:cubicBezTo>
                  <a:cubicBezTo>
                    <a:pt x="44758" y="9576"/>
                    <a:pt x="34534" y="0"/>
                    <a:pt x="22393" y="0"/>
                  </a:cubicBezTo>
                  <a:cubicBezTo>
                    <a:pt x="10252" y="0"/>
                    <a:pt x="28" y="10214"/>
                    <a:pt x="28" y="22344"/>
                  </a:cubicBezTo>
                  <a:cubicBezTo>
                    <a:pt x="28" y="22344"/>
                    <a:pt x="28" y="22344"/>
                    <a:pt x="28" y="22344"/>
                  </a:cubicBezTo>
                  <a:cubicBezTo>
                    <a:pt x="-611" y="34474"/>
                    <a:pt x="9613" y="44688"/>
                    <a:pt x="22393" y="44688"/>
                  </a:cubicBezTo>
                  <a:close/>
                  <a:moveTo>
                    <a:pt x="22393" y="12130"/>
                  </a:moveTo>
                  <a:cubicBezTo>
                    <a:pt x="28144" y="12130"/>
                    <a:pt x="32617" y="16598"/>
                    <a:pt x="32617" y="21706"/>
                  </a:cubicBezTo>
                  <a:cubicBezTo>
                    <a:pt x="32617" y="26813"/>
                    <a:pt x="28144" y="31282"/>
                    <a:pt x="23032" y="31282"/>
                  </a:cubicBezTo>
                  <a:cubicBezTo>
                    <a:pt x="17281" y="31282"/>
                    <a:pt x="12808" y="26813"/>
                    <a:pt x="12808" y="21706"/>
                  </a:cubicBezTo>
                  <a:lnTo>
                    <a:pt x="12808" y="21706"/>
                  </a:lnTo>
                  <a:cubicBezTo>
                    <a:pt x="12169" y="16598"/>
                    <a:pt x="16642" y="12130"/>
                    <a:pt x="22393" y="12130"/>
                  </a:cubicBezTo>
                  <a:cubicBezTo>
                    <a:pt x="21754" y="12130"/>
                    <a:pt x="22393" y="12130"/>
                    <a:pt x="22393" y="12130"/>
                  </a:cubicBezTo>
                  <a:lnTo>
                    <a:pt x="22393" y="12130"/>
                  </a:lnTo>
                  <a:close/>
                </a:path>
              </a:pathLst>
            </a:custGeom>
            <a:solidFill>
              <a:srgbClr val="007680"/>
            </a:solidFill>
            <a:ln w="6390" cap="flat">
              <a:noFill/>
              <a:prstDash val="solid"/>
              <a:miter/>
            </a:ln>
          </p:spPr>
          <p:txBody>
            <a:bodyPr rtlCol="0" anchor="ctr"/>
            <a:lstStyle/>
            <a:p>
              <a:endParaRPr lang="en-US"/>
            </a:p>
          </p:txBody>
        </p:sp>
      </p:grpSp>
      <p:grpSp>
        <p:nvGrpSpPr>
          <p:cNvPr id="1680" name="Graphic 1100">
            <a:extLst>
              <a:ext uri="{FF2B5EF4-FFF2-40B4-BE49-F238E27FC236}">
                <a16:creationId xmlns:a16="http://schemas.microsoft.com/office/drawing/2014/main" id="{9D5C8962-4085-194C-8225-8E5599A647F4}"/>
              </a:ext>
            </a:extLst>
          </p:cNvPr>
          <p:cNvGrpSpPr/>
          <p:nvPr/>
        </p:nvGrpSpPr>
        <p:grpSpPr>
          <a:xfrm>
            <a:off x="1952125" y="4797250"/>
            <a:ext cx="362313" cy="361971"/>
            <a:chOff x="1952125" y="4797250"/>
            <a:chExt cx="362313" cy="361971"/>
          </a:xfrm>
          <a:solidFill>
            <a:srgbClr val="007680"/>
          </a:solidFill>
        </p:grpSpPr>
        <p:sp>
          <p:nvSpPr>
            <p:cNvPr id="1681" name="Graphic 1100">
              <a:extLst>
                <a:ext uri="{FF2B5EF4-FFF2-40B4-BE49-F238E27FC236}">
                  <a16:creationId xmlns:a16="http://schemas.microsoft.com/office/drawing/2014/main" id="{A0AC8D16-1DF5-F04D-9562-B0C219271265}"/>
                </a:ext>
              </a:extLst>
            </p:cNvPr>
            <p:cNvSpPr/>
            <p:nvPr/>
          </p:nvSpPr>
          <p:spPr>
            <a:xfrm>
              <a:off x="2086953" y="5024520"/>
              <a:ext cx="30671" cy="30643"/>
            </a:xfrm>
            <a:custGeom>
              <a:avLst/>
              <a:gdLst>
                <a:gd name="connsiteX0" fmla="*/ 15336 w 30671"/>
                <a:gd name="connsiteY0" fmla="*/ 0 h 30643"/>
                <a:gd name="connsiteX1" fmla="*/ 0 w 30671"/>
                <a:gd name="connsiteY1" fmla="*/ 15322 h 30643"/>
                <a:gd name="connsiteX2" fmla="*/ 15336 w 30671"/>
                <a:gd name="connsiteY2" fmla="*/ 30643 h 30643"/>
                <a:gd name="connsiteX3" fmla="*/ 30672 w 30671"/>
                <a:gd name="connsiteY3" fmla="*/ 15322 h 30643"/>
                <a:gd name="connsiteX4" fmla="*/ 15336 w 30671"/>
                <a:gd name="connsiteY4" fmla="*/ 0 h 30643"/>
                <a:gd name="connsiteX5" fmla="*/ 15336 w 30671"/>
                <a:gd name="connsiteY5" fmla="*/ 0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71" h="30643">
                  <a:moveTo>
                    <a:pt x="15336" y="0"/>
                  </a:moveTo>
                  <a:cubicBezTo>
                    <a:pt x="7029" y="0"/>
                    <a:pt x="0" y="7023"/>
                    <a:pt x="0" y="15322"/>
                  </a:cubicBezTo>
                  <a:cubicBezTo>
                    <a:pt x="0" y="23621"/>
                    <a:pt x="7029" y="30643"/>
                    <a:pt x="15336" y="30643"/>
                  </a:cubicBezTo>
                  <a:cubicBezTo>
                    <a:pt x="23643" y="30643"/>
                    <a:pt x="30672" y="23621"/>
                    <a:pt x="30672" y="15322"/>
                  </a:cubicBezTo>
                  <a:cubicBezTo>
                    <a:pt x="30672" y="7023"/>
                    <a:pt x="23643" y="0"/>
                    <a:pt x="15336" y="0"/>
                  </a:cubicBezTo>
                  <a:lnTo>
                    <a:pt x="15336" y="0"/>
                  </a:lnTo>
                  <a:close/>
                </a:path>
              </a:pathLst>
            </a:custGeom>
            <a:solidFill>
              <a:srgbClr val="007680"/>
            </a:solidFill>
            <a:ln w="6390" cap="flat">
              <a:noFill/>
              <a:prstDash val="solid"/>
              <a:miter/>
            </a:ln>
          </p:spPr>
          <p:txBody>
            <a:bodyPr rtlCol="0" anchor="ctr"/>
            <a:lstStyle/>
            <a:p>
              <a:endParaRPr lang="en-US"/>
            </a:p>
          </p:txBody>
        </p:sp>
        <p:sp>
          <p:nvSpPr>
            <p:cNvPr id="1682" name="Graphic 1100">
              <a:extLst>
                <a:ext uri="{FF2B5EF4-FFF2-40B4-BE49-F238E27FC236}">
                  <a16:creationId xmlns:a16="http://schemas.microsoft.com/office/drawing/2014/main" id="{5827DBA5-9BE9-BB41-823E-3A0FCBC3A471}"/>
                </a:ext>
              </a:extLst>
            </p:cNvPr>
            <p:cNvSpPr/>
            <p:nvPr/>
          </p:nvSpPr>
          <p:spPr>
            <a:xfrm>
              <a:off x="2055642" y="4971533"/>
              <a:ext cx="30671" cy="30643"/>
            </a:xfrm>
            <a:custGeom>
              <a:avLst/>
              <a:gdLst>
                <a:gd name="connsiteX0" fmla="*/ 15336 w 30671"/>
                <a:gd name="connsiteY0" fmla="*/ 0 h 30643"/>
                <a:gd name="connsiteX1" fmla="*/ 0 w 30671"/>
                <a:gd name="connsiteY1" fmla="*/ 15322 h 30643"/>
                <a:gd name="connsiteX2" fmla="*/ 15336 w 30671"/>
                <a:gd name="connsiteY2" fmla="*/ 30643 h 30643"/>
                <a:gd name="connsiteX3" fmla="*/ 30672 w 30671"/>
                <a:gd name="connsiteY3" fmla="*/ 15322 h 30643"/>
                <a:gd name="connsiteX4" fmla="*/ 15336 w 30671"/>
                <a:gd name="connsiteY4" fmla="*/ 0 h 30643"/>
                <a:gd name="connsiteX5" fmla="*/ 15336 w 30671"/>
                <a:gd name="connsiteY5" fmla="*/ 0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71" h="30643">
                  <a:moveTo>
                    <a:pt x="15336" y="0"/>
                  </a:moveTo>
                  <a:cubicBezTo>
                    <a:pt x="7029" y="0"/>
                    <a:pt x="0" y="7022"/>
                    <a:pt x="0" y="15322"/>
                  </a:cubicBezTo>
                  <a:cubicBezTo>
                    <a:pt x="0" y="23621"/>
                    <a:pt x="7029" y="30643"/>
                    <a:pt x="15336" y="30643"/>
                  </a:cubicBezTo>
                  <a:cubicBezTo>
                    <a:pt x="23643" y="30643"/>
                    <a:pt x="30672" y="23621"/>
                    <a:pt x="30672" y="15322"/>
                  </a:cubicBezTo>
                  <a:cubicBezTo>
                    <a:pt x="30672" y="7022"/>
                    <a:pt x="23643" y="0"/>
                    <a:pt x="15336" y="0"/>
                  </a:cubicBezTo>
                  <a:lnTo>
                    <a:pt x="15336" y="0"/>
                  </a:lnTo>
                  <a:close/>
                </a:path>
              </a:pathLst>
            </a:custGeom>
            <a:solidFill>
              <a:srgbClr val="007680"/>
            </a:solidFill>
            <a:ln w="6390" cap="flat">
              <a:noFill/>
              <a:prstDash val="solid"/>
              <a:miter/>
            </a:ln>
          </p:spPr>
          <p:txBody>
            <a:bodyPr rtlCol="0" anchor="ctr"/>
            <a:lstStyle/>
            <a:p>
              <a:endParaRPr lang="en-US"/>
            </a:p>
          </p:txBody>
        </p:sp>
        <p:sp>
          <p:nvSpPr>
            <p:cNvPr id="1683" name="Graphic 1100">
              <a:extLst>
                <a:ext uri="{FF2B5EF4-FFF2-40B4-BE49-F238E27FC236}">
                  <a16:creationId xmlns:a16="http://schemas.microsoft.com/office/drawing/2014/main" id="{5921722E-4ED2-334D-9A0D-D0907AEBC6A1}"/>
                </a:ext>
              </a:extLst>
            </p:cNvPr>
            <p:cNvSpPr/>
            <p:nvPr/>
          </p:nvSpPr>
          <p:spPr>
            <a:xfrm>
              <a:off x="2118903" y="4971533"/>
              <a:ext cx="30671" cy="30643"/>
            </a:xfrm>
            <a:custGeom>
              <a:avLst/>
              <a:gdLst>
                <a:gd name="connsiteX0" fmla="*/ 15336 w 30671"/>
                <a:gd name="connsiteY0" fmla="*/ 0 h 30643"/>
                <a:gd name="connsiteX1" fmla="*/ 0 w 30671"/>
                <a:gd name="connsiteY1" fmla="*/ 15322 h 30643"/>
                <a:gd name="connsiteX2" fmla="*/ 15336 w 30671"/>
                <a:gd name="connsiteY2" fmla="*/ 30643 h 30643"/>
                <a:gd name="connsiteX3" fmla="*/ 30672 w 30671"/>
                <a:gd name="connsiteY3" fmla="*/ 15322 h 30643"/>
                <a:gd name="connsiteX4" fmla="*/ 15336 w 30671"/>
                <a:gd name="connsiteY4" fmla="*/ 0 h 3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71" h="30643">
                  <a:moveTo>
                    <a:pt x="15336" y="0"/>
                  </a:moveTo>
                  <a:cubicBezTo>
                    <a:pt x="7029" y="0"/>
                    <a:pt x="0" y="7022"/>
                    <a:pt x="0" y="15322"/>
                  </a:cubicBezTo>
                  <a:cubicBezTo>
                    <a:pt x="0" y="23621"/>
                    <a:pt x="7029" y="30643"/>
                    <a:pt x="15336" y="30643"/>
                  </a:cubicBezTo>
                  <a:cubicBezTo>
                    <a:pt x="23643" y="30643"/>
                    <a:pt x="30672" y="23621"/>
                    <a:pt x="30672" y="15322"/>
                  </a:cubicBezTo>
                  <a:cubicBezTo>
                    <a:pt x="30672" y="6384"/>
                    <a:pt x="23643" y="0"/>
                    <a:pt x="15336" y="0"/>
                  </a:cubicBezTo>
                  <a:close/>
                </a:path>
              </a:pathLst>
            </a:custGeom>
            <a:solidFill>
              <a:srgbClr val="007680"/>
            </a:solidFill>
            <a:ln w="6390" cap="flat">
              <a:noFill/>
              <a:prstDash val="solid"/>
              <a:miter/>
            </a:ln>
          </p:spPr>
          <p:txBody>
            <a:bodyPr rtlCol="0" anchor="ctr"/>
            <a:lstStyle/>
            <a:p>
              <a:endParaRPr lang="en-US"/>
            </a:p>
          </p:txBody>
        </p:sp>
        <p:sp>
          <p:nvSpPr>
            <p:cNvPr id="1684" name="Graphic 1100">
              <a:extLst>
                <a:ext uri="{FF2B5EF4-FFF2-40B4-BE49-F238E27FC236}">
                  <a16:creationId xmlns:a16="http://schemas.microsoft.com/office/drawing/2014/main" id="{BF6296D7-0656-0C47-B003-53DA2AF23D8B}"/>
                </a:ext>
              </a:extLst>
            </p:cNvPr>
            <p:cNvSpPr/>
            <p:nvPr/>
          </p:nvSpPr>
          <p:spPr>
            <a:xfrm>
              <a:off x="2155903" y="4929399"/>
              <a:ext cx="19869" cy="19790"/>
            </a:xfrm>
            <a:custGeom>
              <a:avLst/>
              <a:gdLst>
                <a:gd name="connsiteX0" fmla="*/ 9646 w 19869"/>
                <a:gd name="connsiteY0" fmla="*/ 19790 h 19790"/>
                <a:gd name="connsiteX1" fmla="*/ 19870 w 19869"/>
                <a:gd name="connsiteY1" fmla="*/ 10214 h 19790"/>
                <a:gd name="connsiteX2" fmla="*/ 10285 w 19869"/>
                <a:gd name="connsiteY2" fmla="*/ 0 h 19790"/>
                <a:gd name="connsiteX3" fmla="*/ 61 w 19869"/>
                <a:gd name="connsiteY3" fmla="*/ 9576 h 19790"/>
                <a:gd name="connsiteX4" fmla="*/ 61 w 19869"/>
                <a:gd name="connsiteY4" fmla="*/ 9576 h 19790"/>
                <a:gd name="connsiteX5" fmla="*/ 9646 w 19869"/>
                <a:gd name="connsiteY5" fmla="*/ 19790 h 1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69" h="19790">
                  <a:moveTo>
                    <a:pt x="9646" y="19790"/>
                  </a:moveTo>
                  <a:cubicBezTo>
                    <a:pt x="15397" y="19790"/>
                    <a:pt x="19870" y="15321"/>
                    <a:pt x="19870" y="10214"/>
                  </a:cubicBezTo>
                  <a:cubicBezTo>
                    <a:pt x="19870" y="4468"/>
                    <a:pt x="15397" y="0"/>
                    <a:pt x="10285" y="0"/>
                  </a:cubicBezTo>
                  <a:cubicBezTo>
                    <a:pt x="5173" y="0"/>
                    <a:pt x="61" y="4468"/>
                    <a:pt x="61" y="9576"/>
                  </a:cubicBezTo>
                  <a:cubicBezTo>
                    <a:pt x="61" y="9576"/>
                    <a:pt x="61" y="9576"/>
                    <a:pt x="61" y="9576"/>
                  </a:cubicBezTo>
                  <a:cubicBezTo>
                    <a:pt x="-578" y="15321"/>
                    <a:pt x="3895" y="19790"/>
                    <a:pt x="9646" y="19790"/>
                  </a:cubicBezTo>
                  <a:close/>
                </a:path>
              </a:pathLst>
            </a:custGeom>
            <a:solidFill>
              <a:srgbClr val="007680"/>
            </a:solidFill>
            <a:ln w="6390" cap="flat">
              <a:noFill/>
              <a:prstDash val="solid"/>
              <a:miter/>
            </a:ln>
          </p:spPr>
          <p:txBody>
            <a:bodyPr rtlCol="0" anchor="ctr"/>
            <a:lstStyle/>
            <a:p>
              <a:endParaRPr lang="en-US"/>
            </a:p>
          </p:txBody>
        </p:sp>
        <p:sp>
          <p:nvSpPr>
            <p:cNvPr id="1685" name="Graphic 1100">
              <a:extLst>
                <a:ext uri="{FF2B5EF4-FFF2-40B4-BE49-F238E27FC236}">
                  <a16:creationId xmlns:a16="http://schemas.microsoft.com/office/drawing/2014/main" id="{F9F6EFC6-5704-5241-B5D9-971A58D90C50}"/>
                </a:ext>
              </a:extLst>
            </p:cNvPr>
            <p:cNvSpPr/>
            <p:nvPr/>
          </p:nvSpPr>
          <p:spPr>
            <a:xfrm>
              <a:off x="2090787" y="4929399"/>
              <a:ext cx="19808" cy="19790"/>
            </a:xfrm>
            <a:custGeom>
              <a:avLst/>
              <a:gdLst>
                <a:gd name="connsiteX0" fmla="*/ 9585 w 19808"/>
                <a:gd name="connsiteY0" fmla="*/ 19790 h 19790"/>
                <a:gd name="connsiteX1" fmla="*/ 19809 w 19808"/>
                <a:gd name="connsiteY1" fmla="*/ 10214 h 19790"/>
                <a:gd name="connsiteX2" fmla="*/ 10224 w 19808"/>
                <a:gd name="connsiteY2" fmla="*/ 0 h 19790"/>
                <a:gd name="connsiteX3" fmla="*/ 0 w 19808"/>
                <a:gd name="connsiteY3" fmla="*/ 9576 h 19790"/>
                <a:gd name="connsiteX4" fmla="*/ 0 w 19808"/>
                <a:gd name="connsiteY4" fmla="*/ 9576 h 19790"/>
                <a:gd name="connsiteX5" fmla="*/ 9585 w 19808"/>
                <a:gd name="connsiteY5" fmla="*/ 19790 h 1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08" h="19790">
                  <a:moveTo>
                    <a:pt x="9585" y="19790"/>
                  </a:moveTo>
                  <a:cubicBezTo>
                    <a:pt x="15336" y="19790"/>
                    <a:pt x="19809" y="15321"/>
                    <a:pt x="19809" y="10214"/>
                  </a:cubicBezTo>
                  <a:cubicBezTo>
                    <a:pt x="19809" y="4468"/>
                    <a:pt x="15336" y="0"/>
                    <a:pt x="10224" y="0"/>
                  </a:cubicBezTo>
                  <a:cubicBezTo>
                    <a:pt x="5112" y="0"/>
                    <a:pt x="0" y="4468"/>
                    <a:pt x="0" y="9576"/>
                  </a:cubicBezTo>
                  <a:cubicBezTo>
                    <a:pt x="0" y="9576"/>
                    <a:pt x="0" y="9576"/>
                    <a:pt x="0" y="9576"/>
                  </a:cubicBezTo>
                  <a:cubicBezTo>
                    <a:pt x="0" y="15321"/>
                    <a:pt x="4473" y="19790"/>
                    <a:pt x="9585" y="19790"/>
                  </a:cubicBezTo>
                  <a:close/>
                </a:path>
              </a:pathLst>
            </a:custGeom>
            <a:solidFill>
              <a:srgbClr val="007680"/>
            </a:solidFill>
            <a:ln w="6390" cap="flat">
              <a:noFill/>
              <a:prstDash val="solid"/>
              <a:miter/>
            </a:ln>
          </p:spPr>
          <p:txBody>
            <a:bodyPr rtlCol="0" anchor="ctr"/>
            <a:lstStyle/>
            <a:p>
              <a:endParaRPr lang="en-US"/>
            </a:p>
          </p:txBody>
        </p:sp>
        <p:sp>
          <p:nvSpPr>
            <p:cNvPr id="1686" name="Graphic 1100">
              <a:extLst>
                <a:ext uri="{FF2B5EF4-FFF2-40B4-BE49-F238E27FC236}">
                  <a16:creationId xmlns:a16="http://schemas.microsoft.com/office/drawing/2014/main" id="{F6702B7D-342C-E74E-B7DC-82DF293849A4}"/>
                </a:ext>
              </a:extLst>
            </p:cNvPr>
            <p:cNvSpPr/>
            <p:nvPr/>
          </p:nvSpPr>
          <p:spPr>
            <a:xfrm>
              <a:off x="2149574" y="5024520"/>
              <a:ext cx="30671" cy="30643"/>
            </a:xfrm>
            <a:custGeom>
              <a:avLst/>
              <a:gdLst>
                <a:gd name="connsiteX0" fmla="*/ 15336 w 30671"/>
                <a:gd name="connsiteY0" fmla="*/ 0 h 30643"/>
                <a:gd name="connsiteX1" fmla="*/ 0 w 30671"/>
                <a:gd name="connsiteY1" fmla="*/ 15322 h 30643"/>
                <a:gd name="connsiteX2" fmla="*/ 15336 w 30671"/>
                <a:gd name="connsiteY2" fmla="*/ 30643 h 30643"/>
                <a:gd name="connsiteX3" fmla="*/ 30672 w 30671"/>
                <a:gd name="connsiteY3" fmla="*/ 15322 h 30643"/>
                <a:gd name="connsiteX4" fmla="*/ 15336 w 30671"/>
                <a:gd name="connsiteY4" fmla="*/ 0 h 30643"/>
                <a:gd name="connsiteX5" fmla="*/ 15336 w 30671"/>
                <a:gd name="connsiteY5" fmla="*/ 0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71" h="30643">
                  <a:moveTo>
                    <a:pt x="15336" y="0"/>
                  </a:moveTo>
                  <a:cubicBezTo>
                    <a:pt x="7029" y="0"/>
                    <a:pt x="0" y="7023"/>
                    <a:pt x="0" y="15322"/>
                  </a:cubicBezTo>
                  <a:cubicBezTo>
                    <a:pt x="0" y="23621"/>
                    <a:pt x="7029" y="30643"/>
                    <a:pt x="15336" y="30643"/>
                  </a:cubicBezTo>
                  <a:cubicBezTo>
                    <a:pt x="23643" y="30643"/>
                    <a:pt x="30672" y="23621"/>
                    <a:pt x="30672" y="15322"/>
                  </a:cubicBezTo>
                  <a:cubicBezTo>
                    <a:pt x="30672" y="7023"/>
                    <a:pt x="23643" y="0"/>
                    <a:pt x="15336" y="0"/>
                  </a:cubicBezTo>
                  <a:lnTo>
                    <a:pt x="15336" y="0"/>
                  </a:lnTo>
                  <a:close/>
                </a:path>
              </a:pathLst>
            </a:custGeom>
            <a:solidFill>
              <a:srgbClr val="007680"/>
            </a:solidFill>
            <a:ln w="6390" cap="flat">
              <a:noFill/>
              <a:prstDash val="solid"/>
              <a:miter/>
            </a:ln>
          </p:spPr>
          <p:txBody>
            <a:bodyPr rtlCol="0" anchor="ctr"/>
            <a:lstStyle/>
            <a:p>
              <a:endParaRPr lang="en-US"/>
            </a:p>
          </p:txBody>
        </p:sp>
        <p:sp>
          <p:nvSpPr>
            <p:cNvPr id="1687" name="Graphic 1100">
              <a:extLst>
                <a:ext uri="{FF2B5EF4-FFF2-40B4-BE49-F238E27FC236}">
                  <a16:creationId xmlns:a16="http://schemas.microsoft.com/office/drawing/2014/main" id="{89B77BB8-2B0A-F140-9830-E16C6707B2AB}"/>
                </a:ext>
              </a:extLst>
            </p:cNvPr>
            <p:cNvSpPr/>
            <p:nvPr/>
          </p:nvSpPr>
          <p:spPr>
            <a:xfrm>
              <a:off x="1952125" y="4797250"/>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303522 w 362313"/>
                <a:gd name="connsiteY7" fmla="*/ 213863 h 361971"/>
                <a:gd name="connsiteX8" fmla="*/ 231955 w 362313"/>
                <a:gd name="connsiteY8" fmla="*/ 294940 h 361971"/>
                <a:gd name="connsiteX9" fmla="*/ 183391 w 362313"/>
                <a:gd name="connsiteY9" fmla="*/ 304516 h 361971"/>
                <a:gd name="connsiteX10" fmla="*/ 141857 w 362313"/>
                <a:gd name="connsiteY10" fmla="*/ 297493 h 361971"/>
                <a:gd name="connsiteX11" fmla="*/ 72206 w 362313"/>
                <a:gd name="connsiteY11" fmla="*/ 242591 h 361971"/>
                <a:gd name="connsiteX12" fmla="*/ 59426 w 362313"/>
                <a:gd name="connsiteY12" fmla="*/ 155131 h 361971"/>
                <a:gd name="connsiteX13" fmla="*/ 106712 w 362313"/>
                <a:gd name="connsiteY13" fmla="*/ 91929 h 361971"/>
                <a:gd name="connsiteX14" fmla="*/ 252403 w 362313"/>
                <a:gd name="connsiteY14" fmla="*/ 91929 h 361971"/>
                <a:gd name="connsiteX15" fmla="*/ 291381 w 362313"/>
                <a:gd name="connsiteY15" fmla="*/ 119381 h 361971"/>
                <a:gd name="connsiteX16" fmla="*/ 303522 w 362313"/>
                <a:gd name="connsiteY16" fmla="*/ 21386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lnTo>
                    <a:pt x="181474" y="0"/>
                  </a:lnTo>
                  <a:close/>
                  <a:moveTo>
                    <a:pt x="303522" y="213863"/>
                  </a:moveTo>
                  <a:cubicBezTo>
                    <a:pt x="296493" y="248337"/>
                    <a:pt x="267099" y="280895"/>
                    <a:pt x="231955" y="294940"/>
                  </a:cubicBezTo>
                  <a:cubicBezTo>
                    <a:pt x="216619" y="301324"/>
                    <a:pt x="200005" y="304516"/>
                    <a:pt x="183391" y="304516"/>
                  </a:cubicBezTo>
                  <a:cubicBezTo>
                    <a:pt x="169333" y="304516"/>
                    <a:pt x="155275" y="301962"/>
                    <a:pt x="141857" y="297493"/>
                  </a:cubicBezTo>
                  <a:cubicBezTo>
                    <a:pt x="112463" y="288556"/>
                    <a:pt x="87542" y="269404"/>
                    <a:pt x="72206" y="242591"/>
                  </a:cubicBezTo>
                  <a:cubicBezTo>
                    <a:pt x="58788" y="215779"/>
                    <a:pt x="54314" y="185135"/>
                    <a:pt x="59426" y="155131"/>
                  </a:cubicBezTo>
                  <a:cubicBezTo>
                    <a:pt x="64538" y="124488"/>
                    <a:pt x="79874" y="91929"/>
                    <a:pt x="106712" y="91929"/>
                  </a:cubicBezTo>
                  <a:lnTo>
                    <a:pt x="252403" y="91929"/>
                  </a:lnTo>
                  <a:cubicBezTo>
                    <a:pt x="253042" y="91929"/>
                    <a:pt x="275406" y="90653"/>
                    <a:pt x="291381" y="119381"/>
                  </a:cubicBezTo>
                  <a:cubicBezTo>
                    <a:pt x="306078" y="148747"/>
                    <a:pt x="310551" y="181944"/>
                    <a:pt x="303522" y="213863"/>
                  </a:cubicBezTo>
                  <a:close/>
                </a:path>
              </a:pathLst>
            </a:custGeom>
            <a:solidFill>
              <a:srgbClr val="007680"/>
            </a:solidFill>
            <a:ln w="6390" cap="flat">
              <a:noFill/>
              <a:prstDash val="solid"/>
              <a:miter/>
            </a:ln>
          </p:spPr>
          <p:txBody>
            <a:bodyPr rtlCol="0" anchor="ctr"/>
            <a:lstStyle/>
            <a:p>
              <a:endParaRPr lang="en-US"/>
            </a:p>
          </p:txBody>
        </p:sp>
        <p:sp>
          <p:nvSpPr>
            <p:cNvPr id="1688" name="Graphic 1100">
              <a:extLst>
                <a:ext uri="{FF2B5EF4-FFF2-40B4-BE49-F238E27FC236}">
                  <a16:creationId xmlns:a16="http://schemas.microsoft.com/office/drawing/2014/main" id="{ECFC29DA-71BF-F041-865B-DF1811F91899}"/>
                </a:ext>
              </a:extLst>
            </p:cNvPr>
            <p:cNvSpPr/>
            <p:nvPr/>
          </p:nvSpPr>
          <p:spPr>
            <a:xfrm>
              <a:off x="2181524" y="4971533"/>
              <a:ext cx="30671" cy="30643"/>
            </a:xfrm>
            <a:custGeom>
              <a:avLst/>
              <a:gdLst>
                <a:gd name="connsiteX0" fmla="*/ 15336 w 30671"/>
                <a:gd name="connsiteY0" fmla="*/ 0 h 30643"/>
                <a:gd name="connsiteX1" fmla="*/ 0 w 30671"/>
                <a:gd name="connsiteY1" fmla="*/ 15322 h 30643"/>
                <a:gd name="connsiteX2" fmla="*/ 15336 w 30671"/>
                <a:gd name="connsiteY2" fmla="*/ 30643 h 30643"/>
                <a:gd name="connsiteX3" fmla="*/ 30672 w 30671"/>
                <a:gd name="connsiteY3" fmla="*/ 15322 h 30643"/>
                <a:gd name="connsiteX4" fmla="*/ 15336 w 30671"/>
                <a:gd name="connsiteY4" fmla="*/ 0 h 30643"/>
                <a:gd name="connsiteX5" fmla="*/ 15336 w 30671"/>
                <a:gd name="connsiteY5" fmla="*/ 0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71" h="30643">
                  <a:moveTo>
                    <a:pt x="15336" y="0"/>
                  </a:moveTo>
                  <a:cubicBezTo>
                    <a:pt x="7029" y="0"/>
                    <a:pt x="0" y="7022"/>
                    <a:pt x="0" y="15322"/>
                  </a:cubicBezTo>
                  <a:cubicBezTo>
                    <a:pt x="0" y="23621"/>
                    <a:pt x="7029" y="30643"/>
                    <a:pt x="15336" y="30643"/>
                  </a:cubicBezTo>
                  <a:cubicBezTo>
                    <a:pt x="23643" y="30643"/>
                    <a:pt x="30672" y="23621"/>
                    <a:pt x="30672" y="15322"/>
                  </a:cubicBezTo>
                  <a:cubicBezTo>
                    <a:pt x="30672" y="7022"/>
                    <a:pt x="23643" y="0"/>
                    <a:pt x="15336" y="0"/>
                  </a:cubicBezTo>
                  <a:lnTo>
                    <a:pt x="15336" y="0"/>
                  </a:lnTo>
                  <a:close/>
                </a:path>
              </a:pathLst>
            </a:custGeom>
            <a:solidFill>
              <a:srgbClr val="007680"/>
            </a:solidFill>
            <a:ln w="6390" cap="flat">
              <a:noFill/>
              <a:prstDash val="solid"/>
              <a:miter/>
            </a:ln>
          </p:spPr>
          <p:txBody>
            <a:bodyPr rtlCol="0" anchor="ctr"/>
            <a:lstStyle/>
            <a:p>
              <a:endParaRPr lang="en-US"/>
            </a:p>
          </p:txBody>
        </p:sp>
        <p:sp>
          <p:nvSpPr>
            <p:cNvPr id="1689" name="Graphic 1100">
              <a:extLst>
                <a:ext uri="{FF2B5EF4-FFF2-40B4-BE49-F238E27FC236}">
                  <a16:creationId xmlns:a16="http://schemas.microsoft.com/office/drawing/2014/main" id="{A06A042C-2985-B443-AAE4-247B20F498A5}"/>
                </a:ext>
              </a:extLst>
            </p:cNvPr>
            <p:cNvSpPr/>
            <p:nvPr/>
          </p:nvSpPr>
          <p:spPr>
            <a:xfrm>
              <a:off x="2020971" y="4901947"/>
              <a:ext cx="224891" cy="187118"/>
            </a:xfrm>
            <a:custGeom>
              <a:avLst/>
              <a:gdLst>
                <a:gd name="connsiteX0" fmla="*/ 183557 w 224891"/>
                <a:gd name="connsiteY0" fmla="*/ 0 h 187118"/>
                <a:gd name="connsiteX1" fmla="*/ 36588 w 224891"/>
                <a:gd name="connsiteY1" fmla="*/ 0 h 187118"/>
                <a:gd name="connsiteX2" fmla="*/ 2083 w 224891"/>
                <a:gd name="connsiteY2" fmla="*/ 52349 h 187118"/>
                <a:gd name="connsiteX3" fmla="*/ 13585 w 224891"/>
                <a:gd name="connsiteY3" fmla="*/ 131510 h 187118"/>
                <a:gd name="connsiteX4" fmla="*/ 76206 w 224891"/>
                <a:gd name="connsiteY4" fmla="*/ 180667 h 187118"/>
                <a:gd name="connsiteX5" fmla="*/ 157997 w 224891"/>
                <a:gd name="connsiteY5" fmla="*/ 178113 h 187118"/>
                <a:gd name="connsiteX6" fmla="*/ 221897 w 224891"/>
                <a:gd name="connsiteY6" fmla="*/ 105974 h 187118"/>
                <a:gd name="connsiteX7" fmla="*/ 210395 w 224891"/>
                <a:gd name="connsiteY7" fmla="*/ 21067 h 187118"/>
                <a:gd name="connsiteX8" fmla="*/ 183557 w 224891"/>
                <a:gd name="connsiteY8" fmla="*/ 0 h 187118"/>
                <a:gd name="connsiteX9" fmla="*/ 144578 w 224891"/>
                <a:gd name="connsiteY9" fmla="*/ 14683 h 187118"/>
                <a:gd name="connsiteX10" fmla="*/ 167582 w 224891"/>
                <a:gd name="connsiteY10" fmla="*/ 37027 h 187118"/>
                <a:gd name="connsiteX11" fmla="*/ 145217 w 224891"/>
                <a:gd name="connsiteY11" fmla="*/ 60010 h 187118"/>
                <a:gd name="connsiteX12" fmla="*/ 122213 w 224891"/>
                <a:gd name="connsiteY12" fmla="*/ 37666 h 187118"/>
                <a:gd name="connsiteX13" fmla="*/ 122213 w 224891"/>
                <a:gd name="connsiteY13" fmla="*/ 37666 h 187118"/>
                <a:gd name="connsiteX14" fmla="*/ 144578 w 224891"/>
                <a:gd name="connsiteY14" fmla="*/ 14683 h 187118"/>
                <a:gd name="connsiteX15" fmla="*/ 144578 w 224891"/>
                <a:gd name="connsiteY15" fmla="*/ 14683 h 187118"/>
                <a:gd name="connsiteX16" fmla="*/ 79401 w 224891"/>
                <a:gd name="connsiteY16" fmla="*/ 14683 h 187118"/>
                <a:gd name="connsiteX17" fmla="*/ 102405 w 224891"/>
                <a:gd name="connsiteY17" fmla="*/ 37027 h 187118"/>
                <a:gd name="connsiteX18" fmla="*/ 80040 w 224891"/>
                <a:gd name="connsiteY18" fmla="*/ 60010 h 187118"/>
                <a:gd name="connsiteX19" fmla="*/ 57036 w 224891"/>
                <a:gd name="connsiteY19" fmla="*/ 37666 h 187118"/>
                <a:gd name="connsiteX20" fmla="*/ 57036 w 224891"/>
                <a:gd name="connsiteY20" fmla="*/ 37666 h 187118"/>
                <a:gd name="connsiteX21" fmla="*/ 79401 w 224891"/>
                <a:gd name="connsiteY21" fmla="*/ 14683 h 187118"/>
                <a:gd name="connsiteX22" fmla="*/ 79401 w 224891"/>
                <a:gd name="connsiteY22" fmla="*/ 14683 h 187118"/>
                <a:gd name="connsiteX23" fmla="*/ 21892 w 224891"/>
                <a:gd name="connsiteY23" fmla="*/ 84907 h 187118"/>
                <a:gd name="connsiteX24" fmla="*/ 50007 w 224891"/>
                <a:gd name="connsiteY24" fmla="*/ 56818 h 187118"/>
                <a:gd name="connsiteX25" fmla="*/ 78123 w 224891"/>
                <a:gd name="connsiteY25" fmla="*/ 84907 h 187118"/>
                <a:gd name="connsiteX26" fmla="*/ 50007 w 224891"/>
                <a:gd name="connsiteY26" fmla="*/ 112997 h 187118"/>
                <a:gd name="connsiteX27" fmla="*/ 21892 w 224891"/>
                <a:gd name="connsiteY27" fmla="*/ 84907 h 187118"/>
                <a:gd name="connsiteX28" fmla="*/ 21892 w 224891"/>
                <a:gd name="connsiteY28" fmla="*/ 84907 h 187118"/>
                <a:gd name="connsiteX29" fmla="*/ 21892 w 224891"/>
                <a:gd name="connsiteY29" fmla="*/ 84907 h 187118"/>
                <a:gd name="connsiteX30" fmla="*/ 81318 w 224891"/>
                <a:gd name="connsiteY30" fmla="*/ 165345 h 187118"/>
                <a:gd name="connsiteX31" fmla="*/ 53202 w 224891"/>
                <a:gd name="connsiteY31" fmla="*/ 137256 h 187118"/>
                <a:gd name="connsiteX32" fmla="*/ 81318 w 224891"/>
                <a:gd name="connsiteY32" fmla="*/ 109166 h 187118"/>
                <a:gd name="connsiteX33" fmla="*/ 109434 w 224891"/>
                <a:gd name="connsiteY33" fmla="*/ 137256 h 187118"/>
                <a:gd name="connsiteX34" fmla="*/ 81318 w 224891"/>
                <a:gd name="connsiteY34" fmla="*/ 165345 h 187118"/>
                <a:gd name="connsiteX35" fmla="*/ 85152 w 224891"/>
                <a:gd name="connsiteY35" fmla="*/ 84907 h 187118"/>
                <a:gd name="connsiteX36" fmla="*/ 113268 w 224891"/>
                <a:gd name="connsiteY36" fmla="*/ 56818 h 187118"/>
                <a:gd name="connsiteX37" fmla="*/ 141383 w 224891"/>
                <a:gd name="connsiteY37" fmla="*/ 84907 h 187118"/>
                <a:gd name="connsiteX38" fmla="*/ 113268 w 224891"/>
                <a:gd name="connsiteY38" fmla="*/ 112997 h 187118"/>
                <a:gd name="connsiteX39" fmla="*/ 113268 w 224891"/>
                <a:gd name="connsiteY39" fmla="*/ 112997 h 187118"/>
                <a:gd name="connsiteX40" fmla="*/ 85152 w 224891"/>
                <a:gd name="connsiteY40" fmla="*/ 84907 h 187118"/>
                <a:gd name="connsiteX41" fmla="*/ 85152 w 224891"/>
                <a:gd name="connsiteY41" fmla="*/ 84907 h 187118"/>
                <a:gd name="connsiteX42" fmla="*/ 85152 w 224891"/>
                <a:gd name="connsiteY42" fmla="*/ 84907 h 187118"/>
                <a:gd name="connsiteX43" fmla="*/ 144578 w 224891"/>
                <a:gd name="connsiteY43" fmla="*/ 165345 h 187118"/>
                <a:gd name="connsiteX44" fmla="*/ 116463 w 224891"/>
                <a:gd name="connsiteY44" fmla="*/ 137256 h 187118"/>
                <a:gd name="connsiteX45" fmla="*/ 144578 w 224891"/>
                <a:gd name="connsiteY45" fmla="*/ 109166 h 187118"/>
                <a:gd name="connsiteX46" fmla="*/ 172694 w 224891"/>
                <a:gd name="connsiteY46" fmla="*/ 137256 h 187118"/>
                <a:gd name="connsiteX47" fmla="*/ 144578 w 224891"/>
                <a:gd name="connsiteY47" fmla="*/ 165345 h 187118"/>
                <a:gd name="connsiteX48" fmla="*/ 144578 w 224891"/>
                <a:gd name="connsiteY48" fmla="*/ 165345 h 187118"/>
                <a:gd name="connsiteX49" fmla="*/ 144578 w 224891"/>
                <a:gd name="connsiteY49" fmla="*/ 165345 h 187118"/>
                <a:gd name="connsiteX50" fmla="*/ 176528 w 224891"/>
                <a:gd name="connsiteY50" fmla="*/ 112358 h 187118"/>
                <a:gd name="connsiteX51" fmla="*/ 148412 w 224891"/>
                <a:gd name="connsiteY51" fmla="*/ 84269 h 187118"/>
                <a:gd name="connsiteX52" fmla="*/ 176528 w 224891"/>
                <a:gd name="connsiteY52" fmla="*/ 56179 h 187118"/>
                <a:gd name="connsiteX53" fmla="*/ 204644 w 224891"/>
                <a:gd name="connsiteY53" fmla="*/ 84269 h 187118"/>
                <a:gd name="connsiteX54" fmla="*/ 176528 w 224891"/>
                <a:gd name="connsiteY54" fmla="*/ 112358 h 187118"/>
                <a:gd name="connsiteX55" fmla="*/ 176528 w 224891"/>
                <a:gd name="connsiteY55" fmla="*/ 112358 h 187118"/>
                <a:gd name="connsiteX56" fmla="*/ 176528 w 224891"/>
                <a:gd name="connsiteY56" fmla="*/ 112358 h 18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24891" h="187118">
                  <a:moveTo>
                    <a:pt x="183557" y="0"/>
                  </a:moveTo>
                  <a:lnTo>
                    <a:pt x="36588" y="0"/>
                  </a:lnTo>
                  <a:cubicBezTo>
                    <a:pt x="16780" y="0"/>
                    <a:pt x="5278" y="33197"/>
                    <a:pt x="2083" y="52349"/>
                  </a:cubicBezTo>
                  <a:cubicBezTo>
                    <a:pt x="-3029" y="79162"/>
                    <a:pt x="1444" y="107251"/>
                    <a:pt x="13585" y="131510"/>
                  </a:cubicBezTo>
                  <a:cubicBezTo>
                    <a:pt x="28920" y="160238"/>
                    <a:pt x="55758" y="173644"/>
                    <a:pt x="76206" y="180667"/>
                  </a:cubicBezTo>
                  <a:cubicBezTo>
                    <a:pt x="103044" y="190243"/>
                    <a:pt x="131798" y="188966"/>
                    <a:pt x="157997" y="178113"/>
                  </a:cubicBezTo>
                  <a:cubicBezTo>
                    <a:pt x="189308" y="165345"/>
                    <a:pt x="215507" y="135979"/>
                    <a:pt x="221897" y="105974"/>
                  </a:cubicBezTo>
                  <a:cubicBezTo>
                    <a:pt x="228286" y="77246"/>
                    <a:pt x="224452" y="47242"/>
                    <a:pt x="210395" y="21067"/>
                  </a:cubicBezTo>
                  <a:cubicBezTo>
                    <a:pt x="198893" y="0"/>
                    <a:pt x="184196" y="0"/>
                    <a:pt x="183557" y="0"/>
                  </a:cubicBezTo>
                  <a:close/>
                  <a:moveTo>
                    <a:pt x="144578" y="14683"/>
                  </a:moveTo>
                  <a:cubicBezTo>
                    <a:pt x="157358" y="14683"/>
                    <a:pt x="167582" y="24898"/>
                    <a:pt x="167582" y="37027"/>
                  </a:cubicBezTo>
                  <a:cubicBezTo>
                    <a:pt x="167582" y="49795"/>
                    <a:pt x="157358" y="60010"/>
                    <a:pt x="145217" y="60010"/>
                  </a:cubicBezTo>
                  <a:cubicBezTo>
                    <a:pt x="133076" y="60010"/>
                    <a:pt x="122213" y="49795"/>
                    <a:pt x="122213" y="37666"/>
                  </a:cubicBezTo>
                  <a:cubicBezTo>
                    <a:pt x="122213" y="37666"/>
                    <a:pt x="122213" y="37666"/>
                    <a:pt x="122213" y="37666"/>
                  </a:cubicBezTo>
                  <a:cubicBezTo>
                    <a:pt x="121574" y="24898"/>
                    <a:pt x="131798" y="14683"/>
                    <a:pt x="144578" y="14683"/>
                  </a:cubicBezTo>
                  <a:lnTo>
                    <a:pt x="144578" y="14683"/>
                  </a:lnTo>
                  <a:close/>
                  <a:moveTo>
                    <a:pt x="79401" y="14683"/>
                  </a:moveTo>
                  <a:cubicBezTo>
                    <a:pt x="92181" y="14683"/>
                    <a:pt x="102405" y="24898"/>
                    <a:pt x="102405" y="37027"/>
                  </a:cubicBezTo>
                  <a:cubicBezTo>
                    <a:pt x="102405" y="49795"/>
                    <a:pt x="92181" y="60010"/>
                    <a:pt x="80040" y="60010"/>
                  </a:cubicBezTo>
                  <a:cubicBezTo>
                    <a:pt x="67899" y="60010"/>
                    <a:pt x="57036" y="49795"/>
                    <a:pt x="57036" y="37666"/>
                  </a:cubicBezTo>
                  <a:cubicBezTo>
                    <a:pt x="57036" y="37666"/>
                    <a:pt x="57036" y="37666"/>
                    <a:pt x="57036" y="37666"/>
                  </a:cubicBezTo>
                  <a:cubicBezTo>
                    <a:pt x="57036" y="24898"/>
                    <a:pt x="67260" y="14683"/>
                    <a:pt x="79401" y="14683"/>
                  </a:cubicBezTo>
                  <a:lnTo>
                    <a:pt x="79401" y="14683"/>
                  </a:lnTo>
                  <a:close/>
                  <a:moveTo>
                    <a:pt x="21892" y="84907"/>
                  </a:moveTo>
                  <a:cubicBezTo>
                    <a:pt x="21892" y="69586"/>
                    <a:pt x="34671" y="56818"/>
                    <a:pt x="50007" y="56818"/>
                  </a:cubicBezTo>
                  <a:cubicBezTo>
                    <a:pt x="65343" y="56818"/>
                    <a:pt x="78123" y="69586"/>
                    <a:pt x="78123" y="84907"/>
                  </a:cubicBezTo>
                  <a:cubicBezTo>
                    <a:pt x="78123" y="100229"/>
                    <a:pt x="65343" y="112997"/>
                    <a:pt x="50007" y="112997"/>
                  </a:cubicBezTo>
                  <a:cubicBezTo>
                    <a:pt x="34671" y="112997"/>
                    <a:pt x="21892" y="100229"/>
                    <a:pt x="21892" y="84907"/>
                  </a:cubicBezTo>
                  <a:cubicBezTo>
                    <a:pt x="21892" y="84907"/>
                    <a:pt x="21892" y="84907"/>
                    <a:pt x="21892" y="84907"/>
                  </a:cubicBezTo>
                  <a:lnTo>
                    <a:pt x="21892" y="84907"/>
                  </a:lnTo>
                  <a:close/>
                  <a:moveTo>
                    <a:pt x="81318" y="165345"/>
                  </a:moveTo>
                  <a:cubicBezTo>
                    <a:pt x="65982" y="165345"/>
                    <a:pt x="53202" y="152577"/>
                    <a:pt x="53202" y="137256"/>
                  </a:cubicBezTo>
                  <a:cubicBezTo>
                    <a:pt x="53202" y="121934"/>
                    <a:pt x="65982" y="109166"/>
                    <a:pt x="81318" y="109166"/>
                  </a:cubicBezTo>
                  <a:cubicBezTo>
                    <a:pt x="96654" y="109166"/>
                    <a:pt x="109434" y="121934"/>
                    <a:pt x="109434" y="137256"/>
                  </a:cubicBezTo>
                  <a:cubicBezTo>
                    <a:pt x="109434" y="153216"/>
                    <a:pt x="96654" y="165345"/>
                    <a:pt x="81318" y="165345"/>
                  </a:cubicBezTo>
                  <a:close/>
                  <a:moveTo>
                    <a:pt x="85152" y="84907"/>
                  </a:moveTo>
                  <a:cubicBezTo>
                    <a:pt x="85152" y="69586"/>
                    <a:pt x="97932" y="56818"/>
                    <a:pt x="113268" y="56818"/>
                  </a:cubicBezTo>
                  <a:cubicBezTo>
                    <a:pt x="128603" y="56818"/>
                    <a:pt x="141383" y="69586"/>
                    <a:pt x="141383" y="84907"/>
                  </a:cubicBezTo>
                  <a:cubicBezTo>
                    <a:pt x="141383" y="100229"/>
                    <a:pt x="128603" y="112997"/>
                    <a:pt x="113268" y="112997"/>
                  </a:cubicBezTo>
                  <a:cubicBezTo>
                    <a:pt x="113268" y="112997"/>
                    <a:pt x="113268" y="112997"/>
                    <a:pt x="113268" y="112997"/>
                  </a:cubicBezTo>
                  <a:cubicBezTo>
                    <a:pt x="97932" y="112997"/>
                    <a:pt x="85152" y="100229"/>
                    <a:pt x="85152" y="84907"/>
                  </a:cubicBezTo>
                  <a:cubicBezTo>
                    <a:pt x="85152" y="84907"/>
                    <a:pt x="85152" y="84907"/>
                    <a:pt x="85152" y="84907"/>
                  </a:cubicBezTo>
                  <a:lnTo>
                    <a:pt x="85152" y="84907"/>
                  </a:lnTo>
                  <a:close/>
                  <a:moveTo>
                    <a:pt x="144578" y="165345"/>
                  </a:moveTo>
                  <a:cubicBezTo>
                    <a:pt x="129242" y="165345"/>
                    <a:pt x="116463" y="152577"/>
                    <a:pt x="116463" y="137256"/>
                  </a:cubicBezTo>
                  <a:cubicBezTo>
                    <a:pt x="116463" y="121934"/>
                    <a:pt x="129242" y="109166"/>
                    <a:pt x="144578" y="109166"/>
                  </a:cubicBezTo>
                  <a:cubicBezTo>
                    <a:pt x="159914" y="109166"/>
                    <a:pt x="172694" y="121934"/>
                    <a:pt x="172694" y="137256"/>
                  </a:cubicBezTo>
                  <a:cubicBezTo>
                    <a:pt x="172694" y="153216"/>
                    <a:pt x="159914" y="165984"/>
                    <a:pt x="144578" y="165345"/>
                  </a:cubicBezTo>
                  <a:cubicBezTo>
                    <a:pt x="143939" y="165984"/>
                    <a:pt x="143939" y="165984"/>
                    <a:pt x="144578" y="165345"/>
                  </a:cubicBezTo>
                  <a:lnTo>
                    <a:pt x="144578" y="165345"/>
                  </a:lnTo>
                  <a:close/>
                  <a:moveTo>
                    <a:pt x="176528" y="112358"/>
                  </a:moveTo>
                  <a:cubicBezTo>
                    <a:pt x="161192" y="112358"/>
                    <a:pt x="148412" y="99590"/>
                    <a:pt x="148412" y="84269"/>
                  </a:cubicBezTo>
                  <a:cubicBezTo>
                    <a:pt x="148412" y="68947"/>
                    <a:pt x="161192" y="56179"/>
                    <a:pt x="176528" y="56179"/>
                  </a:cubicBezTo>
                  <a:cubicBezTo>
                    <a:pt x="191864" y="56179"/>
                    <a:pt x="204644" y="68947"/>
                    <a:pt x="204644" y="84269"/>
                  </a:cubicBezTo>
                  <a:cubicBezTo>
                    <a:pt x="204644" y="100229"/>
                    <a:pt x="191864" y="112997"/>
                    <a:pt x="176528" y="112358"/>
                  </a:cubicBezTo>
                  <a:cubicBezTo>
                    <a:pt x="175889" y="112997"/>
                    <a:pt x="175889" y="112997"/>
                    <a:pt x="176528" y="112358"/>
                  </a:cubicBezTo>
                  <a:lnTo>
                    <a:pt x="176528" y="112358"/>
                  </a:lnTo>
                  <a:close/>
                </a:path>
              </a:pathLst>
            </a:custGeom>
            <a:solidFill>
              <a:srgbClr val="007680"/>
            </a:solidFill>
            <a:ln w="6390" cap="flat">
              <a:noFill/>
              <a:prstDash val="solid"/>
              <a:miter/>
            </a:ln>
          </p:spPr>
          <p:txBody>
            <a:bodyPr rtlCol="0" anchor="ctr"/>
            <a:lstStyle/>
            <a:p>
              <a:endParaRPr lang="en-US"/>
            </a:p>
          </p:txBody>
        </p:sp>
      </p:grpSp>
      <p:grpSp>
        <p:nvGrpSpPr>
          <p:cNvPr id="1690" name="Graphic 1100">
            <a:extLst>
              <a:ext uri="{FF2B5EF4-FFF2-40B4-BE49-F238E27FC236}">
                <a16:creationId xmlns:a16="http://schemas.microsoft.com/office/drawing/2014/main" id="{F24B1138-B5AC-3043-88AD-973E86902EF2}"/>
              </a:ext>
            </a:extLst>
          </p:cNvPr>
          <p:cNvGrpSpPr/>
          <p:nvPr/>
        </p:nvGrpSpPr>
        <p:grpSpPr>
          <a:xfrm>
            <a:off x="2560447" y="3343617"/>
            <a:ext cx="362309" cy="361971"/>
            <a:chOff x="2560447" y="3343617"/>
            <a:chExt cx="362309" cy="361971"/>
          </a:xfrm>
          <a:solidFill>
            <a:srgbClr val="007680"/>
          </a:solidFill>
        </p:grpSpPr>
        <p:sp>
          <p:nvSpPr>
            <p:cNvPr id="1691" name="Graphic 1100">
              <a:extLst>
                <a:ext uri="{FF2B5EF4-FFF2-40B4-BE49-F238E27FC236}">
                  <a16:creationId xmlns:a16="http://schemas.microsoft.com/office/drawing/2014/main" id="{8E077BD9-AC1A-3444-954A-B39B5C1E6240}"/>
                </a:ext>
              </a:extLst>
            </p:cNvPr>
            <p:cNvSpPr/>
            <p:nvPr/>
          </p:nvSpPr>
          <p:spPr>
            <a:xfrm>
              <a:off x="2560447" y="33436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1692" name="Graphic 1100">
              <a:extLst>
                <a:ext uri="{FF2B5EF4-FFF2-40B4-BE49-F238E27FC236}">
                  <a16:creationId xmlns:a16="http://schemas.microsoft.com/office/drawing/2014/main" id="{FB7D7D1B-7FB8-9A48-873D-6E45ECF1B709}"/>
                </a:ext>
              </a:extLst>
            </p:cNvPr>
            <p:cNvSpPr/>
            <p:nvPr/>
          </p:nvSpPr>
          <p:spPr>
            <a:xfrm>
              <a:off x="2690802" y="3595146"/>
              <a:ext cx="103516" cy="12767"/>
            </a:xfrm>
            <a:custGeom>
              <a:avLst/>
              <a:gdLst>
                <a:gd name="connsiteX0" fmla="*/ 97127 w 103516"/>
                <a:gd name="connsiteY0" fmla="*/ 0 h 12767"/>
                <a:gd name="connsiteX1" fmla="*/ 6390 w 103516"/>
                <a:gd name="connsiteY1" fmla="*/ 0 h 12767"/>
                <a:gd name="connsiteX2" fmla="*/ 0 w 103516"/>
                <a:gd name="connsiteY2" fmla="*/ 6384 h 12767"/>
                <a:gd name="connsiteX3" fmla="*/ 6390 w 103516"/>
                <a:gd name="connsiteY3" fmla="*/ 12768 h 12767"/>
                <a:gd name="connsiteX4" fmla="*/ 97127 w 103516"/>
                <a:gd name="connsiteY4" fmla="*/ 12768 h 12767"/>
                <a:gd name="connsiteX5" fmla="*/ 103517 w 103516"/>
                <a:gd name="connsiteY5" fmla="*/ 6384 h 12767"/>
                <a:gd name="connsiteX6" fmla="*/ 97127 w 103516"/>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516" h="12767">
                  <a:moveTo>
                    <a:pt x="97127" y="0"/>
                  </a:moveTo>
                  <a:lnTo>
                    <a:pt x="6390" y="0"/>
                  </a:lnTo>
                  <a:cubicBezTo>
                    <a:pt x="2556" y="0"/>
                    <a:pt x="0" y="2553"/>
                    <a:pt x="0" y="6384"/>
                  </a:cubicBezTo>
                  <a:cubicBezTo>
                    <a:pt x="0" y="10214"/>
                    <a:pt x="2556" y="12768"/>
                    <a:pt x="6390" y="12768"/>
                  </a:cubicBezTo>
                  <a:lnTo>
                    <a:pt x="97127" y="12768"/>
                  </a:lnTo>
                  <a:cubicBezTo>
                    <a:pt x="100961" y="12768"/>
                    <a:pt x="103517" y="10214"/>
                    <a:pt x="103517" y="6384"/>
                  </a:cubicBezTo>
                  <a:cubicBezTo>
                    <a:pt x="103517" y="2553"/>
                    <a:pt x="100961" y="0"/>
                    <a:pt x="97127" y="0"/>
                  </a:cubicBezTo>
                  <a:close/>
                </a:path>
              </a:pathLst>
            </a:custGeom>
            <a:solidFill>
              <a:srgbClr val="007680"/>
            </a:solidFill>
            <a:ln w="6390" cap="flat">
              <a:noFill/>
              <a:prstDash val="solid"/>
              <a:miter/>
            </a:ln>
          </p:spPr>
          <p:txBody>
            <a:bodyPr rtlCol="0" anchor="ctr"/>
            <a:lstStyle/>
            <a:p>
              <a:endParaRPr lang="en-US"/>
            </a:p>
          </p:txBody>
        </p:sp>
        <p:sp>
          <p:nvSpPr>
            <p:cNvPr id="1693" name="Graphic 1100">
              <a:extLst>
                <a:ext uri="{FF2B5EF4-FFF2-40B4-BE49-F238E27FC236}">
                  <a16:creationId xmlns:a16="http://schemas.microsoft.com/office/drawing/2014/main" id="{24B6700A-949D-E44B-9CA0-A2D0E688639A}"/>
                </a:ext>
              </a:extLst>
            </p:cNvPr>
            <p:cNvSpPr/>
            <p:nvPr/>
          </p:nvSpPr>
          <p:spPr>
            <a:xfrm>
              <a:off x="2781539" y="3496833"/>
              <a:ext cx="12779" cy="26812"/>
            </a:xfrm>
            <a:custGeom>
              <a:avLst/>
              <a:gdLst>
                <a:gd name="connsiteX0" fmla="*/ 6390 w 12779"/>
                <a:gd name="connsiteY0" fmla="*/ 26813 h 26812"/>
                <a:gd name="connsiteX1" fmla="*/ 12780 w 12779"/>
                <a:gd name="connsiteY1" fmla="*/ 20429 h 26812"/>
                <a:gd name="connsiteX2" fmla="*/ 12780 w 12779"/>
                <a:gd name="connsiteY2" fmla="*/ 6384 h 26812"/>
                <a:gd name="connsiteX3" fmla="*/ 6390 w 12779"/>
                <a:gd name="connsiteY3" fmla="*/ 0 h 26812"/>
                <a:gd name="connsiteX4" fmla="*/ 0 w 12779"/>
                <a:gd name="connsiteY4" fmla="*/ 6384 h 26812"/>
                <a:gd name="connsiteX5" fmla="*/ 0 w 12779"/>
                <a:gd name="connsiteY5" fmla="*/ 20429 h 26812"/>
                <a:gd name="connsiteX6" fmla="*/ 6390 w 12779"/>
                <a:gd name="connsiteY6" fmla="*/ 26813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6812">
                  <a:moveTo>
                    <a:pt x="6390" y="26813"/>
                  </a:moveTo>
                  <a:cubicBezTo>
                    <a:pt x="10224" y="26813"/>
                    <a:pt x="12780" y="24259"/>
                    <a:pt x="12780" y="20429"/>
                  </a:cubicBezTo>
                  <a:lnTo>
                    <a:pt x="12780" y="6384"/>
                  </a:lnTo>
                  <a:cubicBezTo>
                    <a:pt x="12780" y="2554"/>
                    <a:pt x="10224" y="0"/>
                    <a:pt x="6390" y="0"/>
                  </a:cubicBezTo>
                  <a:cubicBezTo>
                    <a:pt x="2556" y="0"/>
                    <a:pt x="0" y="2554"/>
                    <a:pt x="0" y="6384"/>
                  </a:cubicBezTo>
                  <a:lnTo>
                    <a:pt x="0" y="20429"/>
                  </a:lnTo>
                  <a:cubicBezTo>
                    <a:pt x="0" y="23621"/>
                    <a:pt x="3195" y="26813"/>
                    <a:pt x="6390" y="26813"/>
                  </a:cubicBezTo>
                  <a:close/>
                </a:path>
              </a:pathLst>
            </a:custGeom>
            <a:solidFill>
              <a:srgbClr val="007680"/>
            </a:solidFill>
            <a:ln w="6390" cap="flat">
              <a:noFill/>
              <a:prstDash val="solid"/>
              <a:miter/>
            </a:ln>
          </p:spPr>
          <p:txBody>
            <a:bodyPr rtlCol="0" anchor="ctr"/>
            <a:lstStyle/>
            <a:p>
              <a:endParaRPr lang="en-US"/>
            </a:p>
          </p:txBody>
        </p:sp>
        <p:sp>
          <p:nvSpPr>
            <p:cNvPr id="1694" name="Graphic 1100">
              <a:extLst>
                <a:ext uri="{FF2B5EF4-FFF2-40B4-BE49-F238E27FC236}">
                  <a16:creationId xmlns:a16="http://schemas.microsoft.com/office/drawing/2014/main" id="{14AE68CA-7D98-EE4A-9F3F-81C67C49F763}"/>
                </a:ext>
              </a:extLst>
            </p:cNvPr>
            <p:cNvSpPr/>
            <p:nvPr/>
          </p:nvSpPr>
          <p:spPr>
            <a:xfrm>
              <a:off x="2658213" y="3410649"/>
              <a:ext cx="166138" cy="227908"/>
            </a:xfrm>
            <a:custGeom>
              <a:avLst/>
              <a:gdLst>
                <a:gd name="connsiteX0" fmla="*/ 159748 w 166138"/>
                <a:gd name="connsiteY0" fmla="*/ 638 h 227908"/>
                <a:gd name="connsiteX1" fmla="*/ 6390 w 166138"/>
                <a:gd name="connsiteY1" fmla="*/ 0 h 227908"/>
                <a:gd name="connsiteX2" fmla="*/ 6390 w 166138"/>
                <a:gd name="connsiteY2" fmla="*/ 0 h 227908"/>
                <a:gd name="connsiteX3" fmla="*/ 0 w 166138"/>
                <a:gd name="connsiteY3" fmla="*/ 6384 h 227908"/>
                <a:gd name="connsiteX4" fmla="*/ 0 w 166138"/>
                <a:gd name="connsiteY4" fmla="*/ 221524 h 227908"/>
                <a:gd name="connsiteX5" fmla="*/ 6390 w 166138"/>
                <a:gd name="connsiteY5" fmla="*/ 227908 h 227908"/>
                <a:gd name="connsiteX6" fmla="*/ 159748 w 166138"/>
                <a:gd name="connsiteY6" fmla="*/ 227908 h 227908"/>
                <a:gd name="connsiteX7" fmla="*/ 166138 w 166138"/>
                <a:gd name="connsiteY7" fmla="*/ 221524 h 227908"/>
                <a:gd name="connsiteX8" fmla="*/ 166138 w 166138"/>
                <a:gd name="connsiteY8" fmla="*/ 7022 h 227908"/>
                <a:gd name="connsiteX9" fmla="*/ 159748 w 166138"/>
                <a:gd name="connsiteY9" fmla="*/ 638 h 227908"/>
                <a:gd name="connsiteX10" fmla="*/ 153358 w 166138"/>
                <a:gd name="connsiteY10" fmla="*/ 215140 h 227908"/>
                <a:gd name="connsiteX11" fmla="*/ 12780 w 166138"/>
                <a:gd name="connsiteY11" fmla="*/ 215140 h 227908"/>
                <a:gd name="connsiteX12" fmla="*/ 12780 w 166138"/>
                <a:gd name="connsiteY12" fmla="*/ 12768 h 227908"/>
                <a:gd name="connsiteX13" fmla="*/ 30033 w 166138"/>
                <a:gd name="connsiteY13" fmla="*/ 12768 h 227908"/>
                <a:gd name="connsiteX14" fmla="*/ 152719 w 166138"/>
                <a:gd name="connsiteY14" fmla="*/ 13406 h 227908"/>
                <a:gd name="connsiteX15" fmla="*/ 153358 w 166138"/>
                <a:gd name="connsiteY15" fmla="*/ 215140 h 22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6138" h="227908">
                  <a:moveTo>
                    <a:pt x="159748" y="638"/>
                  </a:moveTo>
                  <a:lnTo>
                    <a:pt x="6390" y="0"/>
                  </a:lnTo>
                  <a:lnTo>
                    <a:pt x="6390" y="0"/>
                  </a:lnTo>
                  <a:cubicBezTo>
                    <a:pt x="2556" y="0"/>
                    <a:pt x="0" y="2554"/>
                    <a:pt x="0" y="6384"/>
                  </a:cubicBezTo>
                  <a:lnTo>
                    <a:pt x="0" y="221524"/>
                  </a:lnTo>
                  <a:cubicBezTo>
                    <a:pt x="0" y="225355"/>
                    <a:pt x="2556" y="227908"/>
                    <a:pt x="6390" y="227908"/>
                  </a:cubicBezTo>
                  <a:lnTo>
                    <a:pt x="159748" y="227908"/>
                  </a:lnTo>
                  <a:cubicBezTo>
                    <a:pt x="163582" y="227908"/>
                    <a:pt x="166138" y="225355"/>
                    <a:pt x="166138" y="221524"/>
                  </a:cubicBezTo>
                  <a:lnTo>
                    <a:pt x="166138" y="7022"/>
                  </a:lnTo>
                  <a:cubicBezTo>
                    <a:pt x="166138" y="3830"/>
                    <a:pt x="163582" y="638"/>
                    <a:pt x="159748" y="638"/>
                  </a:cubicBezTo>
                  <a:close/>
                  <a:moveTo>
                    <a:pt x="153358" y="215140"/>
                  </a:moveTo>
                  <a:lnTo>
                    <a:pt x="12780" y="215140"/>
                  </a:lnTo>
                  <a:lnTo>
                    <a:pt x="12780" y="12768"/>
                  </a:lnTo>
                  <a:cubicBezTo>
                    <a:pt x="17253" y="12768"/>
                    <a:pt x="22365" y="12768"/>
                    <a:pt x="30033" y="12768"/>
                  </a:cubicBezTo>
                  <a:lnTo>
                    <a:pt x="152719" y="13406"/>
                  </a:lnTo>
                  <a:lnTo>
                    <a:pt x="153358" y="215140"/>
                  </a:lnTo>
                  <a:close/>
                </a:path>
              </a:pathLst>
            </a:custGeom>
            <a:solidFill>
              <a:srgbClr val="007680"/>
            </a:solidFill>
            <a:ln w="6390" cap="flat">
              <a:noFill/>
              <a:prstDash val="solid"/>
              <a:miter/>
            </a:ln>
          </p:spPr>
          <p:txBody>
            <a:bodyPr rtlCol="0" anchor="ctr"/>
            <a:lstStyle/>
            <a:p>
              <a:endParaRPr lang="en-US"/>
            </a:p>
          </p:txBody>
        </p:sp>
        <p:sp>
          <p:nvSpPr>
            <p:cNvPr id="1695" name="Graphic 1100">
              <a:extLst>
                <a:ext uri="{FF2B5EF4-FFF2-40B4-BE49-F238E27FC236}">
                  <a16:creationId xmlns:a16="http://schemas.microsoft.com/office/drawing/2014/main" id="{2727A71A-73CC-FD43-BE51-FB72AD68913D}"/>
                </a:ext>
              </a:extLst>
            </p:cNvPr>
            <p:cNvSpPr/>
            <p:nvPr/>
          </p:nvSpPr>
          <p:spPr>
            <a:xfrm>
              <a:off x="2689524" y="3441292"/>
              <a:ext cx="73484" cy="134702"/>
            </a:xfrm>
            <a:custGeom>
              <a:avLst/>
              <a:gdLst>
                <a:gd name="connsiteX0" fmla="*/ 6390 w 73484"/>
                <a:gd name="connsiteY0" fmla="*/ 134702 h 134702"/>
                <a:gd name="connsiteX1" fmla="*/ 67094 w 73484"/>
                <a:gd name="connsiteY1" fmla="*/ 134702 h 134702"/>
                <a:gd name="connsiteX2" fmla="*/ 73484 w 73484"/>
                <a:gd name="connsiteY2" fmla="*/ 128318 h 134702"/>
                <a:gd name="connsiteX3" fmla="*/ 73484 w 73484"/>
                <a:gd name="connsiteY3" fmla="*/ 6384 h 134702"/>
                <a:gd name="connsiteX4" fmla="*/ 67094 w 73484"/>
                <a:gd name="connsiteY4" fmla="*/ 0 h 134702"/>
                <a:gd name="connsiteX5" fmla="*/ 6390 w 73484"/>
                <a:gd name="connsiteY5" fmla="*/ 0 h 134702"/>
                <a:gd name="connsiteX6" fmla="*/ 6390 w 73484"/>
                <a:gd name="connsiteY6" fmla="*/ 0 h 134702"/>
                <a:gd name="connsiteX7" fmla="*/ 0 w 73484"/>
                <a:gd name="connsiteY7" fmla="*/ 6384 h 134702"/>
                <a:gd name="connsiteX8" fmla="*/ 0 w 73484"/>
                <a:gd name="connsiteY8" fmla="*/ 128318 h 134702"/>
                <a:gd name="connsiteX9" fmla="*/ 6390 w 73484"/>
                <a:gd name="connsiteY9" fmla="*/ 134702 h 134702"/>
                <a:gd name="connsiteX10" fmla="*/ 12780 w 73484"/>
                <a:gd name="connsiteY10" fmla="*/ 12768 h 134702"/>
                <a:gd name="connsiteX11" fmla="*/ 37062 w 73484"/>
                <a:gd name="connsiteY11" fmla="*/ 12768 h 134702"/>
                <a:gd name="connsiteX12" fmla="*/ 61343 w 73484"/>
                <a:gd name="connsiteY12" fmla="*/ 12768 h 134702"/>
                <a:gd name="connsiteX13" fmla="*/ 61343 w 73484"/>
                <a:gd name="connsiteY13" fmla="*/ 30643 h 134702"/>
                <a:gd name="connsiteX14" fmla="*/ 13419 w 73484"/>
                <a:gd name="connsiteY14" fmla="*/ 30643 h 134702"/>
                <a:gd name="connsiteX15" fmla="*/ 13419 w 73484"/>
                <a:gd name="connsiteY15" fmla="*/ 12768 h 134702"/>
                <a:gd name="connsiteX16" fmla="*/ 12780 w 73484"/>
                <a:gd name="connsiteY16" fmla="*/ 43411 h 134702"/>
                <a:gd name="connsiteX17" fmla="*/ 60704 w 73484"/>
                <a:gd name="connsiteY17" fmla="*/ 43411 h 134702"/>
                <a:gd name="connsiteX18" fmla="*/ 60704 w 73484"/>
                <a:gd name="connsiteY18" fmla="*/ 61286 h 134702"/>
                <a:gd name="connsiteX19" fmla="*/ 12780 w 73484"/>
                <a:gd name="connsiteY19" fmla="*/ 61286 h 134702"/>
                <a:gd name="connsiteX20" fmla="*/ 12780 w 73484"/>
                <a:gd name="connsiteY20" fmla="*/ 43411 h 134702"/>
                <a:gd name="connsiteX21" fmla="*/ 12780 w 73484"/>
                <a:gd name="connsiteY21" fmla="*/ 74693 h 134702"/>
                <a:gd name="connsiteX22" fmla="*/ 60704 w 73484"/>
                <a:gd name="connsiteY22" fmla="*/ 74693 h 134702"/>
                <a:gd name="connsiteX23" fmla="*/ 60704 w 73484"/>
                <a:gd name="connsiteY23" fmla="*/ 92568 h 134702"/>
                <a:gd name="connsiteX24" fmla="*/ 12780 w 73484"/>
                <a:gd name="connsiteY24" fmla="*/ 92568 h 134702"/>
                <a:gd name="connsiteX25" fmla="*/ 12780 w 73484"/>
                <a:gd name="connsiteY25" fmla="*/ 74693 h 134702"/>
                <a:gd name="connsiteX26" fmla="*/ 12780 w 73484"/>
                <a:gd name="connsiteY26" fmla="*/ 105336 h 134702"/>
                <a:gd name="connsiteX27" fmla="*/ 60704 w 73484"/>
                <a:gd name="connsiteY27" fmla="*/ 105336 h 134702"/>
                <a:gd name="connsiteX28" fmla="*/ 60704 w 73484"/>
                <a:gd name="connsiteY28" fmla="*/ 121934 h 134702"/>
                <a:gd name="connsiteX29" fmla="*/ 12780 w 73484"/>
                <a:gd name="connsiteY29" fmla="*/ 121934 h 134702"/>
                <a:gd name="connsiteX30" fmla="*/ 12780 w 73484"/>
                <a:gd name="connsiteY30" fmla="*/ 105336 h 134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3484" h="134702">
                  <a:moveTo>
                    <a:pt x="6390" y="134702"/>
                  </a:moveTo>
                  <a:lnTo>
                    <a:pt x="67094" y="134702"/>
                  </a:lnTo>
                  <a:cubicBezTo>
                    <a:pt x="70928" y="134702"/>
                    <a:pt x="73484" y="132149"/>
                    <a:pt x="73484" y="128318"/>
                  </a:cubicBezTo>
                  <a:lnTo>
                    <a:pt x="73484" y="6384"/>
                  </a:lnTo>
                  <a:cubicBezTo>
                    <a:pt x="73484" y="2554"/>
                    <a:pt x="70928" y="0"/>
                    <a:pt x="67094" y="0"/>
                  </a:cubicBezTo>
                  <a:lnTo>
                    <a:pt x="6390" y="0"/>
                  </a:lnTo>
                  <a:lnTo>
                    <a:pt x="6390" y="0"/>
                  </a:lnTo>
                  <a:cubicBezTo>
                    <a:pt x="2556" y="0"/>
                    <a:pt x="0" y="2554"/>
                    <a:pt x="0" y="6384"/>
                  </a:cubicBezTo>
                  <a:lnTo>
                    <a:pt x="0" y="128318"/>
                  </a:lnTo>
                  <a:cubicBezTo>
                    <a:pt x="0" y="132149"/>
                    <a:pt x="3195" y="134702"/>
                    <a:pt x="6390" y="134702"/>
                  </a:cubicBezTo>
                  <a:close/>
                  <a:moveTo>
                    <a:pt x="12780" y="12768"/>
                  </a:moveTo>
                  <a:cubicBezTo>
                    <a:pt x="18531" y="12768"/>
                    <a:pt x="25560" y="12768"/>
                    <a:pt x="37062" y="12768"/>
                  </a:cubicBezTo>
                  <a:lnTo>
                    <a:pt x="61343" y="12768"/>
                  </a:lnTo>
                  <a:lnTo>
                    <a:pt x="61343" y="30643"/>
                  </a:lnTo>
                  <a:lnTo>
                    <a:pt x="13419" y="30643"/>
                  </a:lnTo>
                  <a:lnTo>
                    <a:pt x="13419" y="12768"/>
                  </a:lnTo>
                  <a:close/>
                  <a:moveTo>
                    <a:pt x="12780" y="43411"/>
                  </a:moveTo>
                  <a:lnTo>
                    <a:pt x="60704" y="43411"/>
                  </a:lnTo>
                  <a:lnTo>
                    <a:pt x="60704" y="61286"/>
                  </a:lnTo>
                  <a:lnTo>
                    <a:pt x="12780" y="61286"/>
                  </a:lnTo>
                  <a:lnTo>
                    <a:pt x="12780" y="43411"/>
                  </a:lnTo>
                  <a:close/>
                  <a:moveTo>
                    <a:pt x="12780" y="74693"/>
                  </a:moveTo>
                  <a:lnTo>
                    <a:pt x="60704" y="74693"/>
                  </a:lnTo>
                  <a:lnTo>
                    <a:pt x="60704" y="92568"/>
                  </a:lnTo>
                  <a:lnTo>
                    <a:pt x="12780" y="92568"/>
                  </a:lnTo>
                  <a:lnTo>
                    <a:pt x="12780" y="74693"/>
                  </a:lnTo>
                  <a:close/>
                  <a:moveTo>
                    <a:pt x="12780" y="105336"/>
                  </a:moveTo>
                  <a:lnTo>
                    <a:pt x="60704" y="105336"/>
                  </a:lnTo>
                  <a:lnTo>
                    <a:pt x="60704" y="121934"/>
                  </a:lnTo>
                  <a:lnTo>
                    <a:pt x="12780" y="121934"/>
                  </a:lnTo>
                  <a:lnTo>
                    <a:pt x="12780" y="105336"/>
                  </a:lnTo>
                  <a:close/>
                </a:path>
              </a:pathLst>
            </a:custGeom>
            <a:solidFill>
              <a:srgbClr val="007680"/>
            </a:solidFill>
            <a:ln w="6390" cap="flat">
              <a:noFill/>
              <a:prstDash val="solid"/>
              <a:miter/>
            </a:ln>
          </p:spPr>
          <p:txBody>
            <a:bodyPr rtlCol="0" anchor="ctr"/>
            <a:lstStyle/>
            <a:p>
              <a:endParaRPr lang="en-US"/>
            </a:p>
          </p:txBody>
        </p:sp>
      </p:grpSp>
      <p:grpSp>
        <p:nvGrpSpPr>
          <p:cNvPr id="1696" name="Graphic 1100">
            <a:extLst>
              <a:ext uri="{FF2B5EF4-FFF2-40B4-BE49-F238E27FC236}">
                <a16:creationId xmlns:a16="http://schemas.microsoft.com/office/drawing/2014/main" id="{B8F719E8-40A2-F944-AA42-441F580F21EC}"/>
              </a:ext>
            </a:extLst>
          </p:cNvPr>
          <p:cNvGrpSpPr/>
          <p:nvPr/>
        </p:nvGrpSpPr>
        <p:grpSpPr>
          <a:xfrm>
            <a:off x="2998797" y="3343617"/>
            <a:ext cx="362309" cy="361971"/>
            <a:chOff x="2998797" y="3343617"/>
            <a:chExt cx="362309" cy="361971"/>
          </a:xfrm>
          <a:solidFill>
            <a:srgbClr val="007680"/>
          </a:solidFill>
        </p:grpSpPr>
        <p:sp>
          <p:nvSpPr>
            <p:cNvPr id="1697" name="Graphic 1100">
              <a:extLst>
                <a:ext uri="{FF2B5EF4-FFF2-40B4-BE49-F238E27FC236}">
                  <a16:creationId xmlns:a16="http://schemas.microsoft.com/office/drawing/2014/main" id="{2741E46D-0500-6E49-9626-6EAEAA8183AC}"/>
                </a:ext>
              </a:extLst>
            </p:cNvPr>
            <p:cNvSpPr/>
            <p:nvPr/>
          </p:nvSpPr>
          <p:spPr>
            <a:xfrm>
              <a:off x="3140654" y="3546628"/>
              <a:ext cx="48563" cy="16598"/>
            </a:xfrm>
            <a:custGeom>
              <a:avLst/>
              <a:gdLst>
                <a:gd name="connsiteX0" fmla="*/ 0 w 48563"/>
                <a:gd name="connsiteY0" fmla="*/ 0 h 16598"/>
                <a:gd name="connsiteX1" fmla="*/ 48564 w 48563"/>
                <a:gd name="connsiteY1" fmla="*/ 0 h 16598"/>
                <a:gd name="connsiteX2" fmla="*/ 48564 w 48563"/>
                <a:gd name="connsiteY2" fmla="*/ 16598 h 16598"/>
                <a:gd name="connsiteX3" fmla="*/ 0 w 4856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48563" h="16598">
                  <a:moveTo>
                    <a:pt x="0" y="0"/>
                  </a:moveTo>
                  <a:lnTo>
                    <a:pt x="48564" y="0"/>
                  </a:lnTo>
                  <a:lnTo>
                    <a:pt x="48564" y="16598"/>
                  </a:lnTo>
                  <a:lnTo>
                    <a:pt x="0" y="16598"/>
                  </a:lnTo>
                  <a:close/>
                </a:path>
              </a:pathLst>
            </a:custGeom>
            <a:solidFill>
              <a:srgbClr val="007680"/>
            </a:solidFill>
            <a:ln w="6390" cap="flat">
              <a:noFill/>
              <a:prstDash val="solid"/>
              <a:miter/>
            </a:ln>
          </p:spPr>
          <p:txBody>
            <a:bodyPr rtlCol="0" anchor="ctr"/>
            <a:lstStyle/>
            <a:p>
              <a:endParaRPr lang="en-US"/>
            </a:p>
          </p:txBody>
        </p:sp>
        <p:sp>
          <p:nvSpPr>
            <p:cNvPr id="1698" name="Graphic 1100">
              <a:extLst>
                <a:ext uri="{FF2B5EF4-FFF2-40B4-BE49-F238E27FC236}">
                  <a16:creationId xmlns:a16="http://schemas.microsoft.com/office/drawing/2014/main" id="{A6723578-7444-9D4B-8943-A49C9C097F9B}"/>
                </a:ext>
              </a:extLst>
            </p:cNvPr>
            <p:cNvSpPr/>
            <p:nvPr/>
          </p:nvSpPr>
          <p:spPr>
            <a:xfrm>
              <a:off x="3140654" y="3515985"/>
              <a:ext cx="48563" cy="17875"/>
            </a:xfrm>
            <a:custGeom>
              <a:avLst/>
              <a:gdLst>
                <a:gd name="connsiteX0" fmla="*/ 0 w 48563"/>
                <a:gd name="connsiteY0" fmla="*/ 0 h 17875"/>
                <a:gd name="connsiteX1" fmla="*/ 48564 w 48563"/>
                <a:gd name="connsiteY1" fmla="*/ 0 h 17875"/>
                <a:gd name="connsiteX2" fmla="*/ 48564 w 48563"/>
                <a:gd name="connsiteY2" fmla="*/ 17875 h 17875"/>
                <a:gd name="connsiteX3" fmla="*/ 0 w 48563"/>
                <a:gd name="connsiteY3" fmla="*/ 17875 h 17875"/>
              </a:gdLst>
              <a:ahLst/>
              <a:cxnLst>
                <a:cxn ang="0">
                  <a:pos x="connsiteX0" y="connsiteY0"/>
                </a:cxn>
                <a:cxn ang="0">
                  <a:pos x="connsiteX1" y="connsiteY1"/>
                </a:cxn>
                <a:cxn ang="0">
                  <a:pos x="connsiteX2" y="connsiteY2"/>
                </a:cxn>
                <a:cxn ang="0">
                  <a:pos x="connsiteX3" y="connsiteY3"/>
                </a:cxn>
              </a:cxnLst>
              <a:rect l="l" t="t" r="r" b="b"/>
              <a:pathLst>
                <a:path w="48563" h="17875">
                  <a:moveTo>
                    <a:pt x="0" y="0"/>
                  </a:moveTo>
                  <a:lnTo>
                    <a:pt x="48564" y="0"/>
                  </a:lnTo>
                  <a:lnTo>
                    <a:pt x="48564" y="17875"/>
                  </a:lnTo>
                  <a:lnTo>
                    <a:pt x="0" y="17875"/>
                  </a:lnTo>
                  <a:close/>
                </a:path>
              </a:pathLst>
            </a:custGeom>
            <a:solidFill>
              <a:srgbClr val="007680"/>
            </a:solidFill>
            <a:ln w="6390" cap="flat">
              <a:noFill/>
              <a:prstDash val="solid"/>
              <a:miter/>
            </a:ln>
          </p:spPr>
          <p:txBody>
            <a:bodyPr rtlCol="0" anchor="ctr"/>
            <a:lstStyle/>
            <a:p>
              <a:endParaRPr lang="en-US"/>
            </a:p>
          </p:txBody>
        </p:sp>
        <p:sp>
          <p:nvSpPr>
            <p:cNvPr id="1699" name="Graphic 1100">
              <a:extLst>
                <a:ext uri="{FF2B5EF4-FFF2-40B4-BE49-F238E27FC236}">
                  <a16:creationId xmlns:a16="http://schemas.microsoft.com/office/drawing/2014/main" id="{4731C616-90F7-EC4B-979F-054420863613}"/>
                </a:ext>
              </a:extLst>
            </p:cNvPr>
            <p:cNvSpPr/>
            <p:nvPr/>
          </p:nvSpPr>
          <p:spPr>
            <a:xfrm>
              <a:off x="3140654" y="3484703"/>
              <a:ext cx="48563" cy="17875"/>
            </a:xfrm>
            <a:custGeom>
              <a:avLst/>
              <a:gdLst>
                <a:gd name="connsiteX0" fmla="*/ 0 w 48563"/>
                <a:gd name="connsiteY0" fmla="*/ 0 h 17875"/>
                <a:gd name="connsiteX1" fmla="*/ 48564 w 48563"/>
                <a:gd name="connsiteY1" fmla="*/ 0 h 17875"/>
                <a:gd name="connsiteX2" fmla="*/ 48564 w 48563"/>
                <a:gd name="connsiteY2" fmla="*/ 17875 h 17875"/>
                <a:gd name="connsiteX3" fmla="*/ 0 w 48563"/>
                <a:gd name="connsiteY3" fmla="*/ 17875 h 17875"/>
              </a:gdLst>
              <a:ahLst/>
              <a:cxnLst>
                <a:cxn ang="0">
                  <a:pos x="connsiteX0" y="connsiteY0"/>
                </a:cxn>
                <a:cxn ang="0">
                  <a:pos x="connsiteX1" y="connsiteY1"/>
                </a:cxn>
                <a:cxn ang="0">
                  <a:pos x="connsiteX2" y="connsiteY2"/>
                </a:cxn>
                <a:cxn ang="0">
                  <a:pos x="connsiteX3" y="connsiteY3"/>
                </a:cxn>
              </a:cxnLst>
              <a:rect l="l" t="t" r="r" b="b"/>
              <a:pathLst>
                <a:path w="48563" h="17875">
                  <a:moveTo>
                    <a:pt x="0" y="0"/>
                  </a:moveTo>
                  <a:lnTo>
                    <a:pt x="48564" y="0"/>
                  </a:lnTo>
                  <a:lnTo>
                    <a:pt x="48564" y="17875"/>
                  </a:lnTo>
                  <a:lnTo>
                    <a:pt x="0" y="17875"/>
                  </a:lnTo>
                  <a:close/>
                </a:path>
              </a:pathLst>
            </a:custGeom>
            <a:solidFill>
              <a:srgbClr val="007680"/>
            </a:solidFill>
            <a:ln w="6390" cap="flat">
              <a:noFill/>
              <a:prstDash val="solid"/>
              <a:miter/>
            </a:ln>
          </p:spPr>
          <p:txBody>
            <a:bodyPr rtlCol="0" anchor="ctr"/>
            <a:lstStyle/>
            <a:p>
              <a:endParaRPr lang="en-US"/>
            </a:p>
          </p:txBody>
        </p:sp>
        <p:sp>
          <p:nvSpPr>
            <p:cNvPr id="1700" name="Graphic 1100">
              <a:extLst>
                <a:ext uri="{FF2B5EF4-FFF2-40B4-BE49-F238E27FC236}">
                  <a16:creationId xmlns:a16="http://schemas.microsoft.com/office/drawing/2014/main" id="{03F35EE0-41D7-8245-8133-A166F7E0C89B}"/>
                </a:ext>
              </a:extLst>
            </p:cNvPr>
            <p:cNvSpPr/>
            <p:nvPr/>
          </p:nvSpPr>
          <p:spPr>
            <a:xfrm>
              <a:off x="3140015" y="3454060"/>
              <a:ext cx="48563" cy="17875"/>
            </a:xfrm>
            <a:custGeom>
              <a:avLst/>
              <a:gdLst>
                <a:gd name="connsiteX0" fmla="*/ 48564 w 48563"/>
                <a:gd name="connsiteY0" fmla="*/ 0 h 17875"/>
                <a:gd name="connsiteX1" fmla="*/ 24282 w 48563"/>
                <a:gd name="connsiteY1" fmla="*/ 0 h 17875"/>
                <a:gd name="connsiteX2" fmla="*/ 0 w 48563"/>
                <a:gd name="connsiteY2" fmla="*/ 0 h 17875"/>
                <a:gd name="connsiteX3" fmla="*/ 0 w 48563"/>
                <a:gd name="connsiteY3" fmla="*/ 17875 h 17875"/>
                <a:gd name="connsiteX4" fmla="*/ 48564 w 48563"/>
                <a:gd name="connsiteY4" fmla="*/ 17875 h 17875"/>
                <a:gd name="connsiteX5" fmla="*/ 48564 w 48563"/>
                <a:gd name="connsiteY5" fmla="*/ 0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563" h="17875">
                  <a:moveTo>
                    <a:pt x="48564" y="0"/>
                  </a:moveTo>
                  <a:lnTo>
                    <a:pt x="24282" y="0"/>
                  </a:lnTo>
                  <a:cubicBezTo>
                    <a:pt x="13419" y="0"/>
                    <a:pt x="5751" y="0"/>
                    <a:pt x="0" y="0"/>
                  </a:cubicBezTo>
                  <a:lnTo>
                    <a:pt x="0" y="17875"/>
                  </a:lnTo>
                  <a:lnTo>
                    <a:pt x="48564" y="17875"/>
                  </a:lnTo>
                  <a:lnTo>
                    <a:pt x="48564" y="0"/>
                  </a:lnTo>
                  <a:close/>
                </a:path>
              </a:pathLst>
            </a:custGeom>
            <a:solidFill>
              <a:srgbClr val="007680"/>
            </a:solidFill>
            <a:ln w="6390" cap="flat">
              <a:noFill/>
              <a:prstDash val="solid"/>
              <a:miter/>
            </a:ln>
          </p:spPr>
          <p:txBody>
            <a:bodyPr rtlCol="0" anchor="ctr"/>
            <a:lstStyle/>
            <a:p>
              <a:endParaRPr lang="en-US"/>
            </a:p>
          </p:txBody>
        </p:sp>
        <p:sp>
          <p:nvSpPr>
            <p:cNvPr id="1701" name="Graphic 1100">
              <a:extLst>
                <a:ext uri="{FF2B5EF4-FFF2-40B4-BE49-F238E27FC236}">
                  <a16:creationId xmlns:a16="http://schemas.microsoft.com/office/drawing/2014/main" id="{7D3A4949-6652-4A40-AD46-A2EC5EF5DB61}"/>
                </a:ext>
              </a:extLst>
            </p:cNvPr>
            <p:cNvSpPr/>
            <p:nvPr/>
          </p:nvSpPr>
          <p:spPr>
            <a:xfrm>
              <a:off x="2998797" y="33436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1305 h 361971"/>
                <a:gd name="connsiteX4" fmla="*/ 180835 w 362309"/>
                <a:gd name="connsiteY4" fmla="*/ 0 h 361971"/>
                <a:gd name="connsiteX5" fmla="*/ 180835 w 362309"/>
                <a:gd name="connsiteY5" fmla="*/ 0 h 361971"/>
                <a:gd name="connsiteX6" fmla="*/ 263905 w 362309"/>
                <a:gd name="connsiteY6" fmla="*/ 288556 h 361971"/>
                <a:gd name="connsiteX7" fmla="*/ 257515 w 362309"/>
                <a:gd name="connsiteY7" fmla="*/ 294940 h 361971"/>
                <a:gd name="connsiteX8" fmla="*/ 104156 w 362309"/>
                <a:gd name="connsiteY8" fmla="*/ 294940 h 361971"/>
                <a:gd name="connsiteX9" fmla="*/ 97766 w 362309"/>
                <a:gd name="connsiteY9" fmla="*/ 288556 h 361971"/>
                <a:gd name="connsiteX10" fmla="*/ 97766 w 362309"/>
                <a:gd name="connsiteY10" fmla="*/ 73416 h 361971"/>
                <a:gd name="connsiteX11" fmla="*/ 104156 w 362309"/>
                <a:gd name="connsiteY11" fmla="*/ 67032 h 361971"/>
                <a:gd name="connsiteX12" fmla="*/ 104156 w 362309"/>
                <a:gd name="connsiteY12" fmla="*/ 67032 h 361971"/>
                <a:gd name="connsiteX13" fmla="*/ 257515 w 362309"/>
                <a:gd name="connsiteY13" fmla="*/ 67670 h 361971"/>
                <a:gd name="connsiteX14" fmla="*/ 263905 w 362309"/>
                <a:gd name="connsiteY14" fmla="*/ 74054 h 361971"/>
                <a:gd name="connsiteX15" fmla="*/ 263905 w 362309"/>
                <a:gd name="connsiteY15" fmla="*/ 28855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309" h="361971">
                  <a:moveTo>
                    <a:pt x="180835" y="0"/>
                  </a:moveTo>
                  <a:cubicBezTo>
                    <a:pt x="80513" y="0"/>
                    <a:pt x="0" y="81077"/>
                    <a:pt x="0" y="181305"/>
                  </a:cubicBezTo>
                  <a:cubicBezTo>
                    <a:pt x="0" y="281533"/>
                    <a:pt x="81152" y="361972"/>
                    <a:pt x="181474" y="361972"/>
                  </a:cubicBezTo>
                  <a:cubicBezTo>
                    <a:pt x="281157" y="361972"/>
                    <a:pt x="362310" y="280895"/>
                    <a:pt x="362310" y="181305"/>
                  </a:cubicBezTo>
                  <a:cubicBezTo>
                    <a:pt x="362310" y="81077"/>
                    <a:pt x="281157" y="0"/>
                    <a:pt x="180835" y="0"/>
                  </a:cubicBezTo>
                  <a:cubicBezTo>
                    <a:pt x="180835" y="0"/>
                    <a:pt x="180835" y="0"/>
                    <a:pt x="180835" y="0"/>
                  </a:cubicBezTo>
                  <a:close/>
                  <a:moveTo>
                    <a:pt x="263905" y="288556"/>
                  </a:moveTo>
                  <a:cubicBezTo>
                    <a:pt x="263905" y="292386"/>
                    <a:pt x="261349" y="294940"/>
                    <a:pt x="257515" y="294940"/>
                  </a:cubicBezTo>
                  <a:lnTo>
                    <a:pt x="104156" y="294940"/>
                  </a:lnTo>
                  <a:cubicBezTo>
                    <a:pt x="100322" y="294940"/>
                    <a:pt x="97766" y="292386"/>
                    <a:pt x="97766" y="288556"/>
                  </a:cubicBezTo>
                  <a:lnTo>
                    <a:pt x="97766" y="73416"/>
                  </a:lnTo>
                  <a:cubicBezTo>
                    <a:pt x="97766" y="69586"/>
                    <a:pt x="100322" y="67032"/>
                    <a:pt x="104156" y="67032"/>
                  </a:cubicBezTo>
                  <a:lnTo>
                    <a:pt x="104156" y="67032"/>
                  </a:lnTo>
                  <a:lnTo>
                    <a:pt x="257515" y="67670"/>
                  </a:lnTo>
                  <a:cubicBezTo>
                    <a:pt x="261349" y="67670"/>
                    <a:pt x="263905" y="70224"/>
                    <a:pt x="263905" y="74054"/>
                  </a:cubicBezTo>
                  <a:lnTo>
                    <a:pt x="263905" y="288556"/>
                  </a:lnTo>
                  <a:close/>
                </a:path>
              </a:pathLst>
            </a:custGeom>
            <a:solidFill>
              <a:srgbClr val="007680"/>
            </a:solidFill>
            <a:ln w="6390" cap="flat">
              <a:noFill/>
              <a:prstDash val="solid"/>
              <a:miter/>
            </a:ln>
          </p:spPr>
          <p:txBody>
            <a:bodyPr rtlCol="0" anchor="ctr"/>
            <a:lstStyle/>
            <a:p>
              <a:endParaRPr lang="en-US"/>
            </a:p>
          </p:txBody>
        </p:sp>
        <p:sp>
          <p:nvSpPr>
            <p:cNvPr id="1702" name="Graphic 1100">
              <a:extLst>
                <a:ext uri="{FF2B5EF4-FFF2-40B4-BE49-F238E27FC236}">
                  <a16:creationId xmlns:a16="http://schemas.microsoft.com/office/drawing/2014/main" id="{B4C44C9F-7DB8-2A40-91B5-5CCB17FA33D5}"/>
                </a:ext>
              </a:extLst>
            </p:cNvPr>
            <p:cNvSpPr/>
            <p:nvPr/>
          </p:nvSpPr>
          <p:spPr>
            <a:xfrm>
              <a:off x="3109343" y="3423417"/>
              <a:ext cx="140578" cy="202372"/>
            </a:xfrm>
            <a:custGeom>
              <a:avLst/>
              <a:gdLst>
                <a:gd name="connsiteX0" fmla="*/ 0 w 140578"/>
                <a:gd name="connsiteY0" fmla="*/ 0 h 202372"/>
                <a:gd name="connsiteX1" fmla="*/ 0 w 140578"/>
                <a:gd name="connsiteY1" fmla="*/ 202372 h 202372"/>
                <a:gd name="connsiteX2" fmla="*/ 140579 w 140578"/>
                <a:gd name="connsiteY2" fmla="*/ 202372 h 202372"/>
                <a:gd name="connsiteX3" fmla="*/ 140579 w 140578"/>
                <a:gd name="connsiteY3" fmla="*/ 638 h 202372"/>
                <a:gd name="connsiteX4" fmla="*/ 17253 w 140578"/>
                <a:gd name="connsiteY4" fmla="*/ 0 h 202372"/>
                <a:gd name="connsiteX5" fmla="*/ 0 w 140578"/>
                <a:gd name="connsiteY5" fmla="*/ 0 h 202372"/>
                <a:gd name="connsiteX6" fmla="*/ 116936 w 140578"/>
                <a:gd name="connsiteY6" fmla="*/ 184497 h 202372"/>
                <a:gd name="connsiteX7" fmla="*/ 26199 w 140578"/>
                <a:gd name="connsiteY7" fmla="*/ 184497 h 202372"/>
                <a:gd name="connsiteX8" fmla="*/ 19809 w 140578"/>
                <a:gd name="connsiteY8" fmla="*/ 178113 h 202372"/>
                <a:gd name="connsiteX9" fmla="*/ 26199 w 140578"/>
                <a:gd name="connsiteY9" fmla="*/ 171729 h 202372"/>
                <a:gd name="connsiteX10" fmla="*/ 116936 w 140578"/>
                <a:gd name="connsiteY10" fmla="*/ 171729 h 202372"/>
                <a:gd name="connsiteX11" fmla="*/ 123326 w 140578"/>
                <a:gd name="connsiteY11" fmla="*/ 178113 h 202372"/>
                <a:gd name="connsiteX12" fmla="*/ 116936 w 140578"/>
                <a:gd name="connsiteY12" fmla="*/ 184497 h 202372"/>
                <a:gd name="connsiteX13" fmla="*/ 116936 w 140578"/>
                <a:gd name="connsiteY13" fmla="*/ 184497 h 202372"/>
                <a:gd name="connsiteX14" fmla="*/ 110546 w 140578"/>
                <a:gd name="connsiteY14" fmla="*/ 79162 h 202372"/>
                <a:gd name="connsiteX15" fmla="*/ 116936 w 140578"/>
                <a:gd name="connsiteY15" fmla="*/ 72778 h 202372"/>
                <a:gd name="connsiteX16" fmla="*/ 123326 w 140578"/>
                <a:gd name="connsiteY16" fmla="*/ 79162 h 202372"/>
                <a:gd name="connsiteX17" fmla="*/ 123326 w 140578"/>
                <a:gd name="connsiteY17" fmla="*/ 93206 h 202372"/>
                <a:gd name="connsiteX18" fmla="*/ 116936 w 140578"/>
                <a:gd name="connsiteY18" fmla="*/ 99590 h 202372"/>
                <a:gd name="connsiteX19" fmla="*/ 110546 w 140578"/>
                <a:gd name="connsiteY19" fmla="*/ 93206 h 202372"/>
                <a:gd name="connsiteX20" fmla="*/ 110546 w 140578"/>
                <a:gd name="connsiteY20" fmla="*/ 79162 h 202372"/>
                <a:gd name="connsiteX21" fmla="*/ 18531 w 140578"/>
                <a:gd name="connsiteY21" fmla="*/ 24898 h 202372"/>
                <a:gd name="connsiteX22" fmla="*/ 18531 w 140578"/>
                <a:gd name="connsiteY22" fmla="*/ 24259 h 202372"/>
                <a:gd name="connsiteX23" fmla="*/ 24921 w 140578"/>
                <a:gd name="connsiteY23" fmla="*/ 17875 h 202372"/>
                <a:gd name="connsiteX24" fmla="*/ 24921 w 140578"/>
                <a:gd name="connsiteY24" fmla="*/ 17875 h 202372"/>
                <a:gd name="connsiteX25" fmla="*/ 86264 w 140578"/>
                <a:gd name="connsiteY25" fmla="*/ 17875 h 202372"/>
                <a:gd name="connsiteX26" fmla="*/ 92654 w 140578"/>
                <a:gd name="connsiteY26" fmla="*/ 24259 h 202372"/>
                <a:gd name="connsiteX27" fmla="*/ 92654 w 140578"/>
                <a:gd name="connsiteY27" fmla="*/ 146193 h 202372"/>
                <a:gd name="connsiteX28" fmla="*/ 86264 w 140578"/>
                <a:gd name="connsiteY28" fmla="*/ 152577 h 202372"/>
                <a:gd name="connsiteX29" fmla="*/ 25560 w 140578"/>
                <a:gd name="connsiteY29" fmla="*/ 152577 h 202372"/>
                <a:gd name="connsiteX30" fmla="*/ 19170 w 140578"/>
                <a:gd name="connsiteY30" fmla="*/ 146193 h 202372"/>
                <a:gd name="connsiteX31" fmla="*/ 18531 w 140578"/>
                <a:gd name="connsiteY31" fmla="*/ 24898 h 20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0578" h="202372">
                  <a:moveTo>
                    <a:pt x="0" y="0"/>
                  </a:moveTo>
                  <a:lnTo>
                    <a:pt x="0" y="202372"/>
                  </a:lnTo>
                  <a:lnTo>
                    <a:pt x="140579" y="202372"/>
                  </a:lnTo>
                  <a:lnTo>
                    <a:pt x="140579" y="638"/>
                  </a:lnTo>
                  <a:lnTo>
                    <a:pt x="17253" y="0"/>
                  </a:lnTo>
                  <a:cubicBezTo>
                    <a:pt x="10224" y="0"/>
                    <a:pt x="4473" y="0"/>
                    <a:pt x="0" y="0"/>
                  </a:cubicBezTo>
                  <a:close/>
                  <a:moveTo>
                    <a:pt x="116936" y="184497"/>
                  </a:moveTo>
                  <a:lnTo>
                    <a:pt x="26199" y="184497"/>
                  </a:lnTo>
                  <a:cubicBezTo>
                    <a:pt x="22365" y="184497"/>
                    <a:pt x="19809" y="181944"/>
                    <a:pt x="19809" y="178113"/>
                  </a:cubicBezTo>
                  <a:cubicBezTo>
                    <a:pt x="19809" y="174283"/>
                    <a:pt x="22365" y="171729"/>
                    <a:pt x="26199" y="171729"/>
                  </a:cubicBezTo>
                  <a:lnTo>
                    <a:pt x="116936" y="171729"/>
                  </a:lnTo>
                  <a:cubicBezTo>
                    <a:pt x="120770" y="171729"/>
                    <a:pt x="123326" y="174283"/>
                    <a:pt x="123326" y="178113"/>
                  </a:cubicBezTo>
                  <a:cubicBezTo>
                    <a:pt x="123326" y="181944"/>
                    <a:pt x="120131" y="184497"/>
                    <a:pt x="116936" y="184497"/>
                  </a:cubicBezTo>
                  <a:lnTo>
                    <a:pt x="116936" y="184497"/>
                  </a:lnTo>
                  <a:close/>
                  <a:moveTo>
                    <a:pt x="110546" y="79162"/>
                  </a:moveTo>
                  <a:cubicBezTo>
                    <a:pt x="110546" y="75331"/>
                    <a:pt x="113102" y="72778"/>
                    <a:pt x="116936" y="72778"/>
                  </a:cubicBezTo>
                  <a:cubicBezTo>
                    <a:pt x="120770" y="72778"/>
                    <a:pt x="123326" y="75331"/>
                    <a:pt x="123326" y="79162"/>
                  </a:cubicBezTo>
                  <a:lnTo>
                    <a:pt x="123326" y="93206"/>
                  </a:lnTo>
                  <a:cubicBezTo>
                    <a:pt x="123326" y="97037"/>
                    <a:pt x="120770" y="99590"/>
                    <a:pt x="116936" y="99590"/>
                  </a:cubicBezTo>
                  <a:cubicBezTo>
                    <a:pt x="113102" y="99590"/>
                    <a:pt x="110546" y="97037"/>
                    <a:pt x="110546" y="93206"/>
                  </a:cubicBezTo>
                  <a:lnTo>
                    <a:pt x="110546" y="79162"/>
                  </a:lnTo>
                  <a:close/>
                  <a:moveTo>
                    <a:pt x="18531" y="24898"/>
                  </a:moveTo>
                  <a:cubicBezTo>
                    <a:pt x="18531" y="24898"/>
                    <a:pt x="18531" y="24259"/>
                    <a:pt x="18531" y="24259"/>
                  </a:cubicBezTo>
                  <a:cubicBezTo>
                    <a:pt x="18531" y="20429"/>
                    <a:pt x="21087" y="17875"/>
                    <a:pt x="24921" y="17875"/>
                  </a:cubicBezTo>
                  <a:lnTo>
                    <a:pt x="24921" y="17875"/>
                  </a:lnTo>
                  <a:lnTo>
                    <a:pt x="86264" y="17875"/>
                  </a:lnTo>
                  <a:cubicBezTo>
                    <a:pt x="90098" y="17875"/>
                    <a:pt x="92654" y="20429"/>
                    <a:pt x="92654" y="24259"/>
                  </a:cubicBezTo>
                  <a:lnTo>
                    <a:pt x="92654" y="146193"/>
                  </a:lnTo>
                  <a:cubicBezTo>
                    <a:pt x="92654" y="150024"/>
                    <a:pt x="90098" y="152577"/>
                    <a:pt x="86264" y="152577"/>
                  </a:cubicBezTo>
                  <a:lnTo>
                    <a:pt x="25560" y="152577"/>
                  </a:lnTo>
                  <a:cubicBezTo>
                    <a:pt x="21726" y="152577"/>
                    <a:pt x="19170" y="150024"/>
                    <a:pt x="19170" y="146193"/>
                  </a:cubicBezTo>
                  <a:lnTo>
                    <a:pt x="18531" y="24898"/>
                  </a:lnTo>
                  <a:close/>
                </a:path>
              </a:pathLst>
            </a:custGeom>
            <a:solidFill>
              <a:srgbClr val="007680"/>
            </a:solidFill>
            <a:ln w="6390" cap="flat">
              <a:noFill/>
              <a:prstDash val="solid"/>
              <a:miter/>
            </a:ln>
          </p:spPr>
          <p:txBody>
            <a:bodyPr rtlCol="0" anchor="ctr"/>
            <a:lstStyle/>
            <a:p>
              <a:endParaRPr lang="en-US"/>
            </a:p>
          </p:txBody>
        </p:sp>
      </p:grpSp>
      <p:grpSp>
        <p:nvGrpSpPr>
          <p:cNvPr id="1703" name="Graphic 1100">
            <a:extLst>
              <a:ext uri="{FF2B5EF4-FFF2-40B4-BE49-F238E27FC236}">
                <a16:creationId xmlns:a16="http://schemas.microsoft.com/office/drawing/2014/main" id="{DB1DEC76-7D66-9147-9230-C454CDB23152}"/>
              </a:ext>
            </a:extLst>
          </p:cNvPr>
          <p:cNvGrpSpPr/>
          <p:nvPr/>
        </p:nvGrpSpPr>
        <p:grpSpPr>
          <a:xfrm>
            <a:off x="4661459" y="3828162"/>
            <a:ext cx="362313" cy="361971"/>
            <a:chOff x="4661459" y="3828162"/>
            <a:chExt cx="362313" cy="361971"/>
          </a:xfrm>
          <a:solidFill>
            <a:srgbClr val="00ABAB"/>
          </a:solidFill>
        </p:grpSpPr>
        <p:sp>
          <p:nvSpPr>
            <p:cNvPr id="1704" name="Graphic 1100">
              <a:extLst>
                <a:ext uri="{FF2B5EF4-FFF2-40B4-BE49-F238E27FC236}">
                  <a16:creationId xmlns:a16="http://schemas.microsoft.com/office/drawing/2014/main" id="{A71BC611-B47F-434C-BCAD-3EC162BBE529}"/>
                </a:ext>
              </a:extLst>
            </p:cNvPr>
            <p:cNvSpPr/>
            <p:nvPr/>
          </p:nvSpPr>
          <p:spPr>
            <a:xfrm>
              <a:off x="4661459" y="3828162"/>
              <a:ext cx="362313" cy="361971"/>
            </a:xfrm>
            <a:custGeom>
              <a:avLst/>
              <a:gdLst>
                <a:gd name="connsiteX0" fmla="*/ 181474 w 362313"/>
                <a:gd name="connsiteY0" fmla="*/ 0 h 361971"/>
                <a:gd name="connsiteX1" fmla="*/ 0 w 362313"/>
                <a:gd name="connsiteY1" fmla="*/ 180667 h 361971"/>
                <a:gd name="connsiteX2" fmla="*/ 180835 w 362313"/>
                <a:gd name="connsiteY2" fmla="*/ 361971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6"/>
                    <a:pt x="0" y="180667"/>
                  </a:cubicBezTo>
                  <a:cubicBezTo>
                    <a:pt x="0" y="280257"/>
                    <a:pt x="81152" y="361971"/>
                    <a:pt x="180835" y="361971"/>
                  </a:cubicBezTo>
                  <a:cubicBezTo>
                    <a:pt x="280518" y="361971"/>
                    <a:pt x="362310" y="280895"/>
                    <a:pt x="362310" y="181305"/>
                  </a:cubicBezTo>
                  <a:lnTo>
                    <a:pt x="362310" y="181305"/>
                  </a:lnTo>
                  <a:cubicBezTo>
                    <a:pt x="362948" y="81076"/>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lnTo>
                    <a:pt x="349530" y="180667"/>
                  </a:lnTo>
                  <a:cubicBezTo>
                    <a:pt x="350168" y="273873"/>
                    <a:pt x="274767"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1705" name="Graphic 1100">
              <a:extLst>
                <a:ext uri="{FF2B5EF4-FFF2-40B4-BE49-F238E27FC236}">
                  <a16:creationId xmlns:a16="http://schemas.microsoft.com/office/drawing/2014/main" id="{400AF72D-C490-D343-95EF-159A3427D1C9}"/>
                </a:ext>
              </a:extLst>
            </p:cNvPr>
            <p:cNvSpPr/>
            <p:nvPr/>
          </p:nvSpPr>
          <p:spPr>
            <a:xfrm>
              <a:off x="4766795" y="3899662"/>
              <a:ext cx="160485" cy="218970"/>
            </a:xfrm>
            <a:custGeom>
              <a:avLst/>
              <a:gdLst>
                <a:gd name="connsiteX0" fmla="*/ 158568 w 160485"/>
                <a:gd name="connsiteY0" fmla="*/ 45327 h 218970"/>
                <a:gd name="connsiteX1" fmla="*/ 115117 w 160485"/>
                <a:gd name="connsiteY1" fmla="*/ 1916 h 218970"/>
                <a:gd name="connsiteX2" fmla="*/ 113200 w 160485"/>
                <a:gd name="connsiteY2" fmla="*/ 639 h 218970"/>
                <a:gd name="connsiteX3" fmla="*/ 111283 w 160485"/>
                <a:gd name="connsiteY3" fmla="*/ 0 h 218970"/>
                <a:gd name="connsiteX4" fmla="*/ 6488 w 160485"/>
                <a:gd name="connsiteY4" fmla="*/ 0 h 218970"/>
                <a:gd name="connsiteX5" fmla="*/ 98 w 160485"/>
                <a:gd name="connsiteY5" fmla="*/ 6384 h 218970"/>
                <a:gd name="connsiteX6" fmla="*/ 98 w 160485"/>
                <a:gd name="connsiteY6" fmla="*/ 140448 h 218970"/>
                <a:gd name="connsiteX7" fmla="*/ 6488 w 160485"/>
                <a:gd name="connsiteY7" fmla="*/ 146832 h 218970"/>
                <a:gd name="connsiteX8" fmla="*/ 12878 w 160485"/>
                <a:gd name="connsiteY8" fmla="*/ 140448 h 218970"/>
                <a:gd name="connsiteX9" fmla="*/ 12878 w 160485"/>
                <a:gd name="connsiteY9" fmla="*/ 12768 h 218970"/>
                <a:gd name="connsiteX10" fmla="*/ 104893 w 160485"/>
                <a:gd name="connsiteY10" fmla="*/ 12768 h 218970"/>
                <a:gd name="connsiteX11" fmla="*/ 104893 w 160485"/>
                <a:gd name="connsiteY11" fmla="*/ 49795 h 218970"/>
                <a:gd name="connsiteX12" fmla="*/ 111283 w 160485"/>
                <a:gd name="connsiteY12" fmla="*/ 56179 h 218970"/>
                <a:gd name="connsiteX13" fmla="*/ 148344 w 160485"/>
                <a:gd name="connsiteY13" fmla="*/ 56179 h 218970"/>
                <a:gd name="connsiteX14" fmla="*/ 148344 w 160485"/>
                <a:gd name="connsiteY14" fmla="*/ 206203 h 218970"/>
                <a:gd name="connsiteX15" fmla="*/ 12878 w 160485"/>
                <a:gd name="connsiteY15" fmla="*/ 206203 h 218970"/>
                <a:gd name="connsiteX16" fmla="*/ 5849 w 160485"/>
                <a:gd name="connsiteY16" fmla="*/ 200457 h 218970"/>
                <a:gd name="connsiteX17" fmla="*/ 98 w 160485"/>
                <a:gd name="connsiteY17" fmla="*/ 207479 h 218970"/>
                <a:gd name="connsiteX18" fmla="*/ 98 w 160485"/>
                <a:gd name="connsiteY18" fmla="*/ 212587 h 218970"/>
                <a:gd name="connsiteX19" fmla="*/ 6488 w 160485"/>
                <a:gd name="connsiteY19" fmla="*/ 218971 h 218970"/>
                <a:gd name="connsiteX20" fmla="*/ 154095 w 160485"/>
                <a:gd name="connsiteY20" fmla="*/ 218971 h 218970"/>
                <a:gd name="connsiteX21" fmla="*/ 160485 w 160485"/>
                <a:gd name="connsiteY21" fmla="*/ 212587 h 218970"/>
                <a:gd name="connsiteX22" fmla="*/ 160485 w 160485"/>
                <a:gd name="connsiteY22" fmla="*/ 49795 h 218970"/>
                <a:gd name="connsiteX23" fmla="*/ 159846 w 160485"/>
                <a:gd name="connsiteY23" fmla="*/ 47242 h 218970"/>
                <a:gd name="connsiteX24" fmla="*/ 158568 w 160485"/>
                <a:gd name="connsiteY24" fmla="*/ 45327 h 218970"/>
                <a:gd name="connsiteX25" fmla="*/ 117034 w 160485"/>
                <a:gd name="connsiteY25" fmla="*/ 21706 h 218970"/>
                <a:gd name="connsiteX26" fmla="*/ 138760 w 160485"/>
                <a:gd name="connsiteY26" fmla="*/ 43411 h 218970"/>
                <a:gd name="connsiteX27" fmla="*/ 117034 w 160485"/>
                <a:gd name="connsiteY27" fmla="*/ 43411 h 218970"/>
                <a:gd name="connsiteX28" fmla="*/ 117034 w 160485"/>
                <a:gd name="connsiteY28" fmla="*/ 21706 h 21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60485" h="218970">
                  <a:moveTo>
                    <a:pt x="158568" y="45327"/>
                  </a:moveTo>
                  <a:lnTo>
                    <a:pt x="115117" y="1916"/>
                  </a:lnTo>
                  <a:cubicBezTo>
                    <a:pt x="114478" y="1277"/>
                    <a:pt x="113839" y="639"/>
                    <a:pt x="113200" y="639"/>
                  </a:cubicBezTo>
                  <a:cubicBezTo>
                    <a:pt x="112561" y="639"/>
                    <a:pt x="111922" y="0"/>
                    <a:pt x="111283" y="0"/>
                  </a:cubicBezTo>
                  <a:lnTo>
                    <a:pt x="6488" y="0"/>
                  </a:lnTo>
                  <a:cubicBezTo>
                    <a:pt x="2654" y="0"/>
                    <a:pt x="98" y="2554"/>
                    <a:pt x="98" y="6384"/>
                  </a:cubicBezTo>
                  <a:lnTo>
                    <a:pt x="98" y="140448"/>
                  </a:lnTo>
                  <a:cubicBezTo>
                    <a:pt x="98" y="144278"/>
                    <a:pt x="2654" y="146832"/>
                    <a:pt x="6488" y="146832"/>
                  </a:cubicBezTo>
                  <a:cubicBezTo>
                    <a:pt x="10322" y="146832"/>
                    <a:pt x="12878" y="144278"/>
                    <a:pt x="12878" y="140448"/>
                  </a:cubicBezTo>
                  <a:lnTo>
                    <a:pt x="12878" y="12768"/>
                  </a:lnTo>
                  <a:lnTo>
                    <a:pt x="104893" y="12768"/>
                  </a:lnTo>
                  <a:lnTo>
                    <a:pt x="104893" y="49795"/>
                  </a:lnTo>
                  <a:cubicBezTo>
                    <a:pt x="104893" y="53626"/>
                    <a:pt x="107449" y="56179"/>
                    <a:pt x="111283" y="56179"/>
                  </a:cubicBezTo>
                  <a:lnTo>
                    <a:pt x="148344" y="56179"/>
                  </a:lnTo>
                  <a:lnTo>
                    <a:pt x="148344" y="206203"/>
                  </a:lnTo>
                  <a:lnTo>
                    <a:pt x="12878" y="206203"/>
                  </a:lnTo>
                  <a:cubicBezTo>
                    <a:pt x="12878" y="202372"/>
                    <a:pt x="9683" y="199819"/>
                    <a:pt x="5849" y="200457"/>
                  </a:cubicBezTo>
                  <a:cubicBezTo>
                    <a:pt x="2015" y="200457"/>
                    <a:pt x="-541" y="203649"/>
                    <a:pt x="98" y="207479"/>
                  </a:cubicBezTo>
                  <a:lnTo>
                    <a:pt x="98" y="212587"/>
                  </a:lnTo>
                  <a:cubicBezTo>
                    <a:pt x="98" y="216417"/>
                    <a:pt x="2654" y="218971"/>
                    <a:pt x="6488" y="218971"/>
                  </a:cubicBezTo>
                  <a:lnTo>
                    <a:pt x="154095" y="218971"/>
                  </a:lnTo>
                  <a:cubicBezTo>
                    <a:pt x="157929" y="218971"/>
                    <a:pt x="160485" y="216417"/>
                    <a:pt x="160485" y="212587"/>
                  </a:cubicBezTo>
                  <a:lnTo>
                    <a:pt x="160485" y="49795"/>
                  </a:lnTo>
                  <a:cubicBezTo>
                    <a:pt x="160485" y="49157"/>
                    <a:pt x="159846" y="47880"/>
                    <a:pt x="159846" y="47242"/>
                  </a:cubicBezTo>
                  <a:cubicBezTo>
                    <a:pt x="159846" y="46603"/>
                    <a:pt x="159207" y="45965"/>
                    <a:pt x="158568" y="45327"/>
                  </a:cubicBezTo>
                  <a:close/>
                  <a:moveTo>
                    <a:pt x="117034" y="21706"/>
                  </a:moveTo>
                  <a:lnTo>
                    <a:pt x="138760" y="43411"/>
                  </a:lnTo>
                  <a:lnTo>
                    <a:pt x="117034" y="43411"/>
                  </a:lnTo>
                  <a:lnTo>
                    <a:pt x="117034" y="21706"/>
                  </a:lnTo>
                  <a:close/>
                </a:path>
              </a:pathLst>
            </a:custGeom>
            <a:solidFill>
              <a:srgbClr val="00ABAB"/>
            </a:solidFill>
            <a:ln w="6390" cap="flat">
              <a:noFill/>
              <a:prstDash val="solid"/>
              <a:miter/>
            </a:ln>
          </p:spPr>
          <p:txBody>
            <a:bodyPr rtlCol="0" anchor="ctr"/>
            <a:lstStyle/>
            <a:p>
              <a:endParaRPr lang="en-US"/>
            </a:p>
          </p:txBody>
        </p:sp>
        <p:sp>
          <p:nvSpPr>
            <p:cNvPr id="1706" name="Graphic 1100">
              <a:extLst>
                <a:ext uri="{FF2B5EF4-FFF2-40B4-BE49-F238E27FC236}">
                  <a16:creationId xmlns:a16="http://schemas.microsoft.com/office/drawing/2014/main" id="{7748A813-A56A-2C46-944C-9D217E13D3CC}"/>
                </a:ext>
              </a:extLst>
            </p:cNvPr>
            <p:cNvSpPr/>
            <p:nvPr/>
          </p:nvSpPr>
          <p:spPr>
            <a:xfrm>
              <a:off x="4760503" y="3971163"/>
              <a:ext cx="120391" cy="121295"/>
            </a:xfrm>
            <a:custGeom>
              <a:avLst/>
              <a:gdLst>
                <a:gd name="connsiteX0" fmla="*/ 15975 w 120391"/>
                <a:gd name="connsiteY0" fmla="*/ 121296 h 121295"/>
                <a:gd name="connsiteX1" fmla="*/ 20448 w 120391"/>
                <a:gd name="connsiteY1" fmla="*/ 119380 h 121295"/>
                <a:gd name="connsiteX2" fmla="*/ 49202 w 120391"/>
                <a:gd name="connsiteY2" fmla="*/ 90653 h 121295"/>
                <a:gd name="connsiteX3" fmla="*/ 49202 w 120391"/>
                <a:gd name="connsiteY3" fmla="*/ 81715 h 121295"/>
                <a:gd name="connsiteX4" fmla="*/ 48563 w 120391"/>
                <a:gd name="connsiteY4" fmla="*/ 81077 h 121295"/>
                <a:gd name="connsiteX5" fmla="*/ 58148 w 120391"/>
                <a:gd name="connsiteY5" fmla="*/ 71501 h 121295"/>
                <a:gd name="connsiteX6" fmla="*/ 113102 w 120391"/>
                <a:gd name="connsiteY6" fmla="*/ 61925 h 121295"/>
                <a:gd name="connsiteX7" fmla="*/ 109268 w 120391"/>
                <a:gd name="connsiteY7" fmla="*/ 11491 h 121295"/>
                <a:gd name="connsiteX8" fmla="*/ 53676 w 120391"/>
                <a:gd name="connsiteY8" fmla="*/ 11491 h 121295"/>
                <a:gd name="connsiteX9" fmla="*/ 42173 w 120391"/>
                <a:gd name="connsiteY9" fmla="*/ 39581 h 121295"/>
                <a:gd name="connsiteX10" fmla="*/ 49841 w 120391"/>
                <a:gd name="connsiteY10" fmla="*/ 62563 h 121295"/>
                <a:gd name="connsiteX11" fmla="*/ 40256 w 120391"/>
                <a:gd name="connsiteY11" fmla="*/ 72139 h 121295"/>
                <a:gd name="connsiteX12" fmla="*/ 39618 w 120391"/>
                <a:gd name="connsiteY12" fmla="*/ 71501 h 121295"/>
                <a:gd name="connsiteX13" fmla="*/ 35145 w 120391"/>
                <a:gd name="connsiteY13" fmla="*/ 69585 h 121295"/>
                <a:gd name="connsiteX14" fmla="*/ 30672 w 120391"/>
                <a:gd name="connsiteY14" fmla="*/ 71501 h 121295"/>
                <a:gd name="connsiteX15" fmla="*/ 1917 w 120391"/>
                <a:gd name="connsiteY15" fmla="*/ 100229 h 121295"/>
                <a:gd name="connsiteX16" fmla="*/ 1917 w 120391"/>
                <a:gd name="connsiteY16" fmla="*/ 109166 h 121295"/>
                <a:gd name="connsiteX17" fmla="*/ 12780 w 120391"/>
                <a:gd name="connsiteY17" fmla="*/ 120019 h 121295"/>
                <a:gd name="connsiteX18" fmla="*/ 15975 w 120391"/>
                <a:gd name="connsiteY18" fmla="*/ 121296 h 121295"/>
                <a:gd name="connsiteX19" fmla="*/ 61343 w 120391"/>
                <a:gd name="connsiteY19" fmla="*/ 21067 h 121295"/>
                <a:gd name="connsiteX20" fmla="*/ 99044 w 120391"/>
                <a:gd name="connsiteY20" fmla="*/ 21067 h 121295"/>
                <a:gd name="connsiteX21" fmla="*/ 99044 w 120391"/>
                <a:gd name="connsiteY21" fmla="*/ 58733 h 121295"/>
                <a:gd name="connsiteX22" fmla="*/ 61343 w 120391"/>
                <a:gd name="connsiteY22" fmla="*/ 58733 h 121295"/>
                <a:gd name="connsiteX23" fmla="*/ 53676 w 120391"/>
                <a:gd name="connsiteY23" fmla="*/ 39581 h 121295"/>
                <a:gd name="connsiteX24" fmla="*/ 61343 w 120391"/>
                <a:gd name="connsiteY24" fmla="*/ 21067 h 121295"/>
                <a:gd name="connsiteX25" fmla="*/ 33228 w 120391"/>
                <a:gd name="connsiteY25" fmla="*/ 84907 h 121295"/>
                <a:gd name="connsiteX26" fmla="*/ 33866 w 120391"/>
                <a:gd name="connsiteY26" fmla="*/ 85545 h 121295"/>
                <a:gd name="connsiteX27" fmla="*/ 33866 w 120391"/>
                <a:gd name="connsiteY27" fmla="*/ 85545 h 121295"/>
                <a:gd name="connsiteX28" fmla="*/ 34506 w 120391"/>
                <a:gd name="connsiteY28" fmla="*/ 86184 h 121295"/>
                <a:gd name="connsiteX29" fmla="*/ 15336 w 120391"/>
                <a:gd name="connsiteY29" fmla="*/ 105336 h 121295"/>
                <a:gd name="connsiteX30" fmla="*/ 13419 w 120391"/>
                <a:gd name="connsiteY30" fmla="*/ 103420 h 121295"/>
                <a:gd name="connsiteX31" fmla="*/ 33228 w 120391"/>
                <a:gd name="connsiteY31" fmla="*/ 84907 h 12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0391" h="121295">
                  <a:moveTo>
                    <a:pt x="15975" y="121296"/>
                  </a:moveTo>
                  <a:cubicBezTo>
                    <a:pt x="17892" y="121296"/>
                    <a:pt x="19170" y="120657"/>
                    <a:pt x="20448" y="119380"/>
                  </a:cubicBezTo>
                  <a:lnTo>
                    <a:pt x="49202" y="90653"/>
                  </a:lnTo>
                  <a:cubicBezTo>
                    <a:pt x="51758" y="88099"/>
                    <a:pt x="51758" y="84269"/>
                    <a:pt x="49202" y="81715"/>
                  </a:cubicBezTo>
                  <a:lnTo>
                    <a:pt x="48563" y="81077"/>
                  </a:lnTo>
                  <a:lnTo>
                    <a:pt x="58148" y="71501"/>
                  </a:lnTo>
                  <a:cubicBezTo>
                    <a:pt x="76040" y="84269"/>
                    <a:pt x="100322" y="79800"/>
                    <a:pt x="113102" y="61925"/>
                  </a:cubicBezTo>
                  <a:cubicBezTo>
                    <a:pt x="123965" y="46603"/>
                    <a:pt x="122687" y="24898"/>
                    <a:pt x="109268" y="11491"/>
                  </a:cubicBezTo>
                  <a:cubicBezTo>
                    <a:pt x="93932" y="-3830"/>
                    <a:pt x="69011" y="-3830"/>
                    <a:pt x="53676" y="11491"/>
                  </a:cubicBezTo>
                  <a:cubicBezTo>
                    <a:pt x="46008" y="19152"/>
                    <a:pt x="42173" y="28728"/>
                    <a:pt x="42173" y="39581"/>
                  </a:cubicBezTo>
                  <a:cubicBezTo>
                    <a:pt x="42173" y="47880"/>
                    <a:pt x="44729" y="55541"/>
                    <a:pt x="49841" y="62563"/>
                  </a:cubicBezTo>
                  <a:lnTo>
                    <a:pt x="40256" y="72139"/>
                  </a:lnTo>
                  <a:lnTo>
                    <a:pt x="39618" y="71501"/>
                  </a:lnTo>
                  <a:cubicBezTo>
                    <a:pt x="38340" y="70224"/>
                    <a:pt x="37061" y="69585"/>
                    <a:pt x="35145" y="69585"/>
                  </a:cubicBezTo>
                  <a:cubicBezTo>
                    <a:pt x="33228" y="69585"/>
                    <a:pt x="31950" y="70224"/>
                    <a:pt x="30672" y="71501"/>
                  </a:cubicBezTo>
                  <a:lnTo>
                    <a:pt x="1917" y="100229"/>
                  </a:lnTo>
                  <a:cubicBezTo>
                    <a:pt x="-639" y="102782"/>
                    <a:pt x="-639" y="106612"/>
                    <a:pt x="1917" y="109166"/>
                  </a:cubicBezTo>
                  <a:lnTo>
                    <a:pt x="12780" y="120019"/>
                  </a:lnTo>
                  <a:cubicBezTo>
                    <a:pt x="12141" y="120657"/>
                    <a:pt x="14058" y="121296"/>
                    <a:pt x="15975" y="121296"/>
                  </a:cubicBezTo>
                  <a:close/>
                  <a:moveTo>
                    <a:pt x="61343" y="21067"/>
                  </a:moveTo>
                  <a:cubicBezTo>
                    <a:pt x="71567" y="10853"/>
                    <a:pt x="88820" y="10215"/>
                    <a:pt x="99044" y="21067"/>
                  </a:cubicBezTo>
                  <a:cubicBezTo>
                    <a:pt x="109268" y="31282"/>
                    <a:pt x="109907" y="48518"/>
                    <a:pt x="99044" y="58733"/>
                  </a:cubicBezTo>
                  <a:cubicBezTo>
                    <a:pt x="88820" y="68947"/>
                    <a:pt x="71567" y="69585"/>
                    <a:pt x="61343" y="58733"/>
                  </a:cubicBezTo>
                  <a:cubicBezTo>
                    <a:pt x="56231" y="53626"/>
                    <a:pt x="53676" y="46603"/>
                    <a:pt x="53676" y="39581"/>
                  </a:cubicBezTo>
                  <a:cubicBezTo>
                    <a:pt x="53676" y="32558"/>
                    <a:pt x="56231" y="26174"/>
                    <a:pt x="61343" y="21067"/>
                  </a:cubicBezTo>
                  <a:close/>
                  <a:moveTo>
                    <a:pt x="33228" y="84907"/>
                  </a:moveTo>
                  <a:lnTo>
                    <a:pt x="33866" y="85545"/>
                  </a:lnTo>
                  <a:lnTo>
                    <a:pt x="33866" y="85545"/>
                  </a:lnTo>
                  <a:lnTo>
                    <a:pt x="34506" y="86184"/>
                  </a:lnTo>
                  <a:lnTo>
                    <a:pt x="15336" y="105336"/>
                  </a:lnTo>
                  <a:lnTo>
                    <a:pt x="13419" y="103420"/>
                  </a:lnTo>
                  <a:lnTo>
                    <a:pt x="33228" y="84907"/>
                  </a:lnTo>
                  <a:close/>
                </a:path>
              </a:pathLst>
            </a:custGeom>
            <a:solidFill>
              <a:srgbClr val="00ABAB"/>
            </a:solidFill>
            <a:ln w="6390" cap="flat">
              <a:noFill/>
              <a:prstDash val="solid"/>
              <a:miter/>
            </a:ln>
          </p:spPr>
          <p:txBody>
            <a:bodyPr rtlCol="0" anchor="ctr"/>
            <a:lstStyle/>
            <a:p>
              <a:endParaRPr lang="en-US"/>
            </a:p>
          </p:txBody>
        </p:sp>
      </p:grpSp>
      <p:grpSp>
        <p:nvGrpSpPr>
          <p:cNvPr id="1707" name="Graphic 1100">
            <a:extLst>
              <a:ext uri="{FF2B5EF4-FFF2-40B4-BE49-F238E27FC236}">
                <a16:creationId xmlns:a16="http://schemas.microsoft.com/office/drawing/2014/main" id="{B5F9A626-B02B-6B4B-B516-17BC61D8B121}"/>
              </a:ext>
            </a:extLst>
          </p:cNvPr>
          <p:cNvGrpSpPr/>
          <p:nvPr/>
        </p:nvGrpSpPr>
        <p:grpSpPr>
          <a:xfrm>
            <a:off x="4661459" y="4312706"/>
            <a:ext cx="362313" cy="361971"/>
            <a:chOff x="4661459" y="4312706"/>
            <a:chExt cx="362313" cy="361971"/>
          </a:xfrm>
          <a:solidFill>
            <a:srgbClr val="00ABAB"/>
          </a:solidFill>
        </p:grpSpPr>
        <p:sp>
          <p:nvSpPr>
            <p:cNvPr id="1708" name="Graphic 1100">
              <a:extLst>
                <a:ext uri="{FF2B5EF4-FFF2-40B4-BE49-F238E27FC236}">
                  <a16:creationId xmlns:a16="http://schemas.microsoft.com/office/drawing/2014/main" id="{C909BC63-BFE0-B04B-A860-A7E991A6B669}"/>
                </a:ext>
              </a:extLst>
            </p:cNvPr>
            <p:cNvSpPr/>
            <p:nvPr/>
          </p:nvSpPr>
          <p:spPr>
            <a:xfrm>
              <a:off x="4661459" y="4312706"/>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5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 name="connsiteX13" fmla="*/ 181474 w 362313"/>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948"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lnTo>
                    <a:pt x="349530" y="180667"/>
                  </a:lnTo>
                  <a:cubicBezTo>
                    <a:pt x="350168" y="273873"/>
                    <a:pt x="274767"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1709" name="Graphic 1100">
              <a:extLst>
                <a:ext uri="{FF2B5EF4-FFF2-40B4-BE49-F238E27FC236}">
                  <a16:creationId xmlns:a16="http://schemas.microsoft.com/office/drawing/2014/main" id="{673F36FF-EC06-AE4A-A36E-20E2591E1371}"/>
                </a:ext>
              </a:extLst>
            </p:cNvPr>
            <p:cNvSpPr/>
            <p:nvPr/>
          </p:nvSpPr>
          <p:spPr>
            <a:xfrm>
              <a:off x="4799250" y="4481725"/>
              <a:ext cx="86495" cy="76764"/>
            </a:xfrm>
            <a:custGeom>
              <a:avLst/>
              <a:gdLst>
                <a:gd name="connsiteX0" fmla="*/ 75633 w 86495"/>
                <a:gd name="connsiteY0" fmla="*/ 4626 h 76764"/>
                <a:gd name="connsiteX1" fmla="*/ 59658 w 86495"/>
                <a:gd name="connsiteY1" fmla="*/ 157 h 76764"/>
                <a:gd name="connsiteX2" fmla="*/ 43044 w 86495"/>
                <a:gd name="connsiteY2" fmla="*/ 9094 h 76764"/>
                <a:gd name="connsiteX3" fmla="*/ 36654 w 86495"/>
                <a:gd name="connsiteY3" fmla="*/ 3987 h 76764"/>
                <a:gd name="connsiteX4" fmla="*/ 8539 w 86495"/>
                <a:gd name="connsiteY4" fmla="*/ 6541 h 76764"/>
                <a:gd name="connsiteX5" fmla="*/ 5982 w 86495"/>
                <a:gd name="connsiteY5" fmla="*/ 40376 h 76764"/>
                <a:gd name="connsiteX6" fmla="*/ 6621 w 86495"/>
                <a:gd name="connsiteY6" fmla="*/ 41014 h 76764"/>
                <a:gd name="connsiteX7" fmla="*/ 39210 w 86495"/>
                <a:gd name="connsiteY7" fmla="*/ 74849 h 76764"/>
                <a:gd name="connsiteX8" fmla="*/ 43683 w 86495"/>
                <a:gd name="connsiteY8" fmla="*/ 76764 h 76764"/>
                <a:gd name="connsiteX9" fmla="*/ 48156 w 86495"/>
                <a:gd name="connsiteY9" fmla="*/ 74849 h 76764"/>
                <a:gd name="connsiteX10" fmla="*/ 80745 w 86495"/>
                <a:gd name="connsiteY10" fmla="*/ 39737 h 76764"/>
                <a:gd name="connsiteX11" fmla="*/ 86496 w 86495"/>
                <a:gd name="connsiteY11" fmla="*/ 23139 h 76764"/>
                <a:gd name="connsiteX12" fmla="*/ 75633 w 86495"/>
                <a:gd name="connsiteY12" fmla="*/ 4626 h 76764"/>
                <a:gd name="connsiteX13" fmla="*/ 71160 w 86495"/>
                <a:gd name="connsiteY13" fmla="*/ 30800 h 76764"/>
                <a:gd name="connsiteX14" fmla="*/ 43044 w 86495"/>
                <a:gd name="connsiteY14" fmla="*/ 60805 h 76764"/>
                <a:gd name="connsiteX15" fmla="*/ 15567 w 86495"/>
                <a:gd name="connsiteY15" fmla="*/ 32077 h 76764"/>
                <a:gd name="connsiteX16" fmla="*/ 16206 w 86495"/>
                <a:gd name="connsiteY16" fmla="*/ 16755 h 76764"/>
                <a:gd name="connsiteX17" fmla="*/ 16845 w 86495"/>
                <a:gd name="connsiteY17" fmla="*/ 16117 h 76764"/>
                <a:gd name="connsiteX18" fmla="*/ 23235 w 86495"/>
                <a:gd name="connsiteY18" fmla="*/ 12925 h 76764"/>
                <a:gd name="connsiteX19" fmla="*/ 23874 w 86495"/>
                <a:gd name="connsiteY19" fmla="*/ 12925 h 76764"/>
                <a:gd name="connsiteX20" fmla="*/ 37293 w 86495"/>
                <a:gd name="connsiteY20" fmla="*/ 21862 h 76764"/>
                <a:gd name="connsiteX21" fmla="*/ 39210 w 86495"/>
                <a:gd name="connsiteY21" fmla="*/ 23778 h 76764"/>
                <a:gd name="connsiteX22" fmla="*/ 47517 w 86495"/>
                <a:gd name="connsiteY22" fmla="*/ 21862 h 76764"/>
                <a:gd name="connsiteX23" fmla="*/ 60936 w 86495"/>
                <a:gd name="connsiteY23" fmla="*/ 12286 h 76764"/>
                <a:gd name="connsiteX24" fmla="*/ 67326 w 86495"/>
                <a:gd name="connsiteY24" fmla="*/ 14202 h 76764"/>
                <a:gd name="connsiteX25" fmla="*/ 73077 w 86495"/>
                <a:gd name="connsiteY25" fmla="*/ 23139 h 76764"/>
                <a:gd name="connsiteX26" fmla="*/ 71160 w 86495"/>
                <a:gd name="connsiteY26" fmla="*/ 30800 h 76764"/>
                <a:gd name="connsiteX27" fmla="*/ 71160 w 86495"/>
                <a:gd name="connsiteY27" fmla="*/ 30800 h 76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6495" h="76764">
                  <a:moveTo>
                    <a:pt x="75633" y="4626"/>
                  </a:moveTo>
                  <a:cubicBezTo>
                    <a:pt x="71160" y="795"/>
                    <a:pt x="65409" y="-482"/>
                    <a:pt x="59658" y="157"/>
                  </a:cubicBezTo>
                  <a:cubicBezTo>
                    <a:pt x="53268" y="1434"/>
                    <a:pt x="47517" y="4626"/>
                    <a:pt x="43044" y="9094"/>
                  </a:cubicBezTo>
                  <a:cubicBezTo>
                    <a:pt x="41127" y="7179"/>
                    <a:pt x="39210" y="5264"/>
                    <a:pt x="36654" y="3987"/>
                  </a:cubicBezTo>
                  <a:cubicBezTo>
                    <a:pt x="27708" y="-1758"/>
                    <a:pt x="16206" y="-1120"/>
                    <a:pt x="8539" y="6541"/>
                  </a:cubicBezTo>
                  <a:cubicBezTo>
                    <a:pt x="-1686" y="14840"/>
                    <a:pt x="-2964" y="30161"/>
                    <a:pt x="5982" y="40376"/>
                  </a:cubicBezTo>
                  <a:cubicBezTo>
                    <a:pt x="5982" y="40376"/>
                    <a:pt x="5982" y="40376"/>
                    <a:pt x="6621" y="41014"/>
                  </a:cubicBezTo>
                  <a:lnTo>
                    <a:pt x="39210" y="74849"/>
                  </a:lnTo>
                  <a:cubicBezTo>
                    <a:pt x="40488" y="76126"/>
                    <a:pt x="42405" y="76764"/>
                    <a:pt x="43683" y="76764"/>
                  </a:cubicBezTo>
                  <a:cubicBezTo>
                    <a:pt x="45600" y="76764"/>
                    <a:pt x="46878" y="76126"/>
                    <a:pt x="48156" y="74849"/>
                  </a:cubicBezTo>
                  <a:lnTo>
                    <a:pt x="80745" y="39737"/>
                  </a:lnTo>
                  <a:cubicBezTo>
                    <a:pt x="84579" y="35269"/>
                    <a:pt x="86496" y="28885"/>
                    <a:pt x="86496" y="23139"/>
                  </a:cubicBezTo>
                  <a:cubicBezTo>
                    <a:pt x="85857" y="15478"/>
                    <a:pt x="82023" y="9094"/>
                    <a:pt x="75633" y="4626"/>
                  </a:cubicBezTo>
                  <a:close/>
                  <a:moveTo>
                    <a:pt x="71160" y="30800"/>
                  </a:moveTo>
                  <a:lnTo>
                    <a:pt x="43044" y="60805"/>
                  </a:lnTo>
                  <a:lnTo>
                    <a:pt x="15567" y="32077"/>
                  </a:lnTo>
                  <a:cubicBezTo>
                    <a:pt x="11734" y="27608"/>
                    <a:pt x="11734" y="20586"/>
                    <a:pt x="16206" y="16755"/>
                  </a:cubicBezTo>
                  <a:cubicBezTo>
                    <a:pt x="16206" y="16755"/>
                    <a:pt x="16845" y="16117"/>
                    <a:pt x="16845" y="16117"/>
                  </a:cubicBezTo>
                  <a:cubicBezTo>
                    <a:pt x="18762" y="14202"/>
                    <a:pt x="20679" y="13563"/>
                    <a:pt x="23235" y="12925"/>
                  </a:cubicBezTo>
                  <a:lnTo>
                    <a:pt x="23874" y="12925"/>
                  </a:lnTo>
                  <a:cubicBezTo>
                    <a:pt x="28986" y="14202"/>
                    <a:pt x="34098" y="17394"/>
                    <a:pt x="37293" y="21862"/>
                  </a:cubicBezTo>
                  <a:cubicBezTo>
                    <a:pt x="37932" y="22501"/>
                    <a:pt x="38571" y="23778"/>
                    <a:pt x="39210" y="23778"/>
                  </a:cubicBezTo>
                  <a:cubicBezTo>
                    <a:pt x="41766" y="25693"/>
                    <a:pt x="45600" y="25054"/>
                    <a:pt x="47517" y="21862"/>
                  </a:cubicBezTo>
                  <a:cubicBezTo>
                    <a:pt x="50712" y="17394"/>
                    <a:pt x="55185" y="13563"/>
                    <a:pt x="60936" y="12286"/>
                  </a:cubicBezTo>
                  <a:cubicBezTo>
                    <a:pt x="63492" y="11648"/>
                    <a:pt x="65409" y="12925"/>
                    <a:pt x="67326" y="14202"/>
                  </a:cubicBezTo>
                  <a:cubicBezTo>
                    <a:pt x="70521" y="16117"/>
                    <a:pt x="72438" y="19309"/>
                    <a:pt x="73077" y="23139"/>
                  </a:cubicBezTo>
                  <a:cubicBezTo>
                    <a:pt x="74355" y="26331"/>
                    <a:pt x="73716" y="28885"/>
                    <a:pt x="71160" y="30800"/>
                  </a:cubicBezTo>
                  <a:lnTo>
                    <a:pt x="71160" y="30800"/>
                  </a:lnTo>
                  <a:close/>
                </a:path>
              </a:pathLst>
            </a:custGeom>
            <a:solidFill>
              <a:srgbClr val="00ABAB"/>
            </a:solidFill>
            <a:ln w="6390" cap="flat">
              <a:noFill/>
              <a:prstDash val="solid"/>
              <a:miter/>
            </a:ln>
          </p:spPr>
          <p:txBody>
            <a:bodyPr rtlCol="0" anchor="ctr"/>
            <a:lstStyle/>
            <a:p>
              <a:endParaRPr lang="en-US"/>
            </a:p>
          </p:txBody>
        </p:sp>
        <p:sp>
          <p:nvSpPr>
            <p:cNvPr id="1710" name="Graphic 1100">
              <a:extLst>
                <a:ext uri="{FF2B5EF4-FFF2-40B4-BE49-F238E27FC236}">
                  <a16:creationId xmlns:a16="http://schemas.microsoft.com/office/drawing/2014/main" id="{6B07277D-655F-BC44-B32C-F12432CA1256}"/>
                </a:ext>
              </a:extLst>
            </p:cNvPr>
            <p:cNvSpPr/>
            <p:nvPr/>
          </p:nvSpPr>
          <p:spPr>
            <a:xfrm>
              <a:off x="4762420" y="4382929"/>
              <a:ext cx="161026" cy="220886"/>
            </a:xfrm>
            <a:custGeom>
              <a:avLst/>
              <a:gdLst>
                <a:gd name="connsiteX0" fmla="*/ 107351 w 161026"/>
                <a:gd name="connsiteY0" fmla="*/ 1915 h 220886"/>
                <a:gd name="connsiteX1" fmla="*/ 102878 w 161026"/>
                <a:gd name="connsiteY1" fmla="*/ 0 h 220886"/>
                <a:gd name="connsiteX2" fmla="*/ 6390 w 161026"/>
                <a:gd name="connsiteY2" fmla="*/ 0 h 220886"/>
                <a:gd name="connsiteX3" fmla="*/ 0 w 161026"/>
                <a:gd name="connsiteY3" fmla="*/ 6384 h 220886"/>
                <a:gd name="connsiteX4" fmla="*/ 0 w 161026"/>
                <a:gd name="connsiteY4" fmla="*/ 214502 h 220886"/>
                <a:gd name="connsiteX5" fmla="*/ 6390 w 161026"/>
                <a:gd name="connsiteY5" fmla="*/ 220886 h 220886"/>
                <a:gd name="connsiteX6" fmla="*/ 154637 w 161026"/>
                <a:gd name="connsiteY6" fmla="*/ 220886 h 220886"/>
                <a:gd name="connsiteX7" fmla="*/ 161027 w 161026"/>
                <a:gd name="connsiteY7" fmla="*/ 214502 h 220886"/>
                <a:gd name="connsiteX8" fmla="*/ 161027 w 161026"/>
                <a:gd name="connsiteY8" fmla="*/ 58094 h 220886"/>
                <a:gd name="connsiteX9" fmla="*/ 159110 w 161026"/>
                <a:gd name="connsiteY9" fmla="*/ 53626 h 220886"/>
                <a:gd name="connsiteX10" fmla="*/ 107351 w 161026"/>
                <a:gd name="connsiteY10" fmla="*/ 1915 h 220886"/>
                <a:gd name="connsiteX11" fmla="*/ 109268 w 161026"/>
                <a:gd name="connsiteY11" fmla="*/ 21706 h 220886"/>
                <a:gd name="connsiteX12" fmla="*/ 139940 w 161026"/>
                <a:gd name="connsiteY12" fmla="*/ 51710 h 220886"/>
                <a:gd name="connsiteX13" fmla="*/ 109268 w 161026"/>
                <a:gd name="connsiteY13" fmla="*/ 51710 h 220886"/>
                <a:gd name="connsiteX14" fmla="*/ 109268 w 161026"/>
                <a:gd name="connsiteY14" fmla="*/ 21706 h 220886"/>
                <a:gd name="connsiteX15" fmla="*/ 13419 w 161026"/>
                <a:gd name="connsiteY15" fmla="*/ 208118 h 220886"/>
                <a:gd name="connsiteX16" fmla="*/ 13419 w 161026"/>
                <a:gd name="connsiteY16" fmla="*/ 12768 h 220886"/>
                <a:gd name="connsiteX17" fmla="*/ 96488 w 161026"/>
                <a:gd name="connsiteY17" fmla="*/ 12768 h 220886"/>
                <a:gd name="connsiteX18" fmla="*/ 96488 w 161026"/>
                <a:gd name="connsiteY18" fmla="*/ 58094 h 220886"/>
                <a:gd name="connsiteX19" fmla="*/ 102878 w 161026"/>
                <a:gd name="connsiteY19" fmla="*/ 64478 h 220886"/>
                <a:gd name="connsiteX20" fmla="*/ 148885 w 161026"/>
                <a:gd name="connsiteY20" fmla="*/ 64478 h 220886"/>
                <a:gd name="connsiteX21" fmla="*/ 148885 w 161026"/>
                <a:gd name="connsiteY21" fmla="*/ 207479 h 220886"/>
                <a:gd name="connsiteX22" fmla="*/ 13419 w 161026"/>
                <a:gd name="connsiteY22" fmla="*/ 207479 h 220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1026" h="220886">
                  <a:moveTo>
                    <a:pt x="107351" y="1915"/>
                  </a:moveTo>
                  <a:cubicBezTo>
                    <a:pt x="106073" y="639"/>
                    <a:pt x="104795" y="0"/>
                    <a:pt x="102878" y="0"/>
                  </a:cubicBezTo>
                  <a:lnTo>
                    <a:pt x="6390" y="0"/>
                  </a:lnTo>
                  <a:cubicBezTo>
                    <a:pt x="2556" y="0"/>
                    <a:pt x="0" y="2554"/>
                    <a:pt x="0" y="6384"/>
                  </a:cubicBezTo>
                  <a:lnTo>
                    <a:pt x="0" y="214502"/>
                  </a:lnTo>
                  <a:cubicBezTo>
                    <a:pt x="0" y="218332"/>
                    <a:pt x="2556" y="220886"/>
                    <a:pt x="6390" y="220886"/>
                  </a:cubicBezTo>
                  <a:lnTo>
                    <a:pt x="154637" y="220886"/>
                  </a:lnTo>
                  <a:cubicBezTo>
                    <a:pt x="158470" y="220886"/>
                    <a:pt x="161027" y="218332"/>
                    <a:pt x="161027" y="214502"/>
                  </a:cubicBezTo>
                  <a:lnTo>
                    <a:pt x="161027" y="58094"/>
                  </a:lnTo>
                  <a:cubicBezTo>
                    <a:pt x="161027" y="56179"/>
                    <a:pt x="160388" y="54902"/>
                    <a:pt x="159110" y="53626"/>
                  </a:cubicBezTo>
                  <a:lnTo>
                    <a:pt x="107351" y="1915"/>
                  </a:lnTo>
                  <a:close/>
                  <a:moveTo>
                    <a:pt x="109268" y="21706"/>
                  </a:moveTo>
                  <a:lnTo>
                    <a:pt x="139940" y="51710"/>
                  </a:lnTo>
                  <a:lnTo>
                    <a:pt x="109268" y="51710"/>
                  </a:lnTo>
                  <a:lnTo>
                    <a:pt x="109268" y="21706"/>
                  </a:lnTo>
                  <a:close/>
                  <a:moveTo>
                    <a:pt x="13419" y="208118"/>
                  </a:moveTo>
                  <a:lnTo>
                    <a:pt x="13419" y="12768"/>
                  </a:lnTo>
                  <a:lnTo>
                    <a:pt x="96488" y="12768"/>
                  </a:lnTo>
                  <a:lnTo>
                    <a:pt x="96488" y="58094"/>
                  </a:lnTo>
                  <a:cubicBezTo>
                    <a:pt x="96488" y="61925"/>
                    <a:pt x="99044" y="64478"/>
                    <a:pt x="102878" y="64478"/>
                  </a:cubicBezTo>
                  <a:lnTo>
                    <a:pt x="148885" y="64478"/>
                  </a:lnTo>
                  <a:lnTo>
                    <a:pt x="148885" y="207479"/>
                  </a:lnTo>
                  <a:lnTo>
                    <a:pt x="13419" y="207479"/>
                  </a:lnTo>
                  <a:close/>
                </a:path>
              </a:pathLst>
            </a:custGeom>
            <a:solidFill>
              <a:srgbClr val="00ABAB"/>
            </a:solidFill>
            <a:ln w="6390" cap="flat">
              <a:noFill/>
              <a:prstDash val="solid"/>
              <a:miter/>
            </a:ln>
          </p:spPr>
          <p:txBody>
            <a:bodyPr rtlCol="0" anchor="ctr"/>
            <a:lstStyle/>
            <a:p>
              <a:endParaRPr lang="en-US"/>
            </a:p>
          </p:txBody>
        </p:sp>
      </p:grpSp>
      <p:grpSp>
        <p:nvGrpSpPr>
          <p:cNvPr id="1711" name="Graphic 1100">
            <a:extLst>
              <a:ext uri="{FF2B5EF4-FFF2-40B4-BE49-F238E27FC236}">
                <a16:creationId xmlns:a16="http://schemas.microsoft.com/office/drawing/2014/main" id="{BD8D9A59-0228-3945-B041-9486FB880044}"/>
              </a:ext>
            </a:extLst>
          </p:cNvPr>
          <p:cNvGrpSpPr/>
          <p:nvPr/>
        </p:nvGrpSpPr>
        <p:grpSpPr>
          <a:xfrm>
            <a:off x="5099808" y="3828162"/>
            <a:ext cx="362309" cy="361971"/>
            <a:chOff x="5099808" y="3828162"/>
            <a:chExt cx="362309" cy="361971"/>
          </a:xfrm>
          <a:solidFill>
            <a:srgbClr val="00ABAB"/>
          </a:solidFill>
        </p:grpSpPr>
        <p:sp>
          <p:nvSpPr>
            <p:cNvPr id="1712" name="Graphic 1100">
              <a:extLst>
                <a:ext uri="{FF2B5EF4-FFF2-40B4-BE49-F238E27FC236}">
                  <a16:creationId xmlns:a16="http://schemas.microsoft.com/office/drawing/2014/main" id="{F4FCEA61-B7D6-114F-928F-C11670AF0EA1}"/>
                </a:ext>
              </a:extLst>
            </p:cNvPr>
            <p:cNvSpPr/>
            <p:nvPr/>
          </p:nvSpPr>
          <p:spPr>
            <a:xfrm>
              <a:off x="5251889" y="3983931"/>
              <a:ext cx="53675" cy="53625"/>
            </a:xfrm>
            <a:custGeom>
              <a:avLst/>
              <a:gdLst>
                <a:gd name="connsiteX0" fmla="*/ 26837 w 53675"/>
                <a:gd name="connsiteY0" fmla="*/ 53626 h 53625"/>
                <a:gd name="connsiteX1" fmla="*/ 53675 w 53675"/>
                <a:gd name="connsiteY1" fmla="*/ 26813 h 53625"/>
                <a:gd name="connsiteX2" fmla="*/ 26837 w 53675"/>
                <a:gd name="connsiteY2" fmla="*/ 0 h 53625"/>
                <a:gd name="connsiteX3" fmla="*/ 0 w 53675"/>
                <a:gd name="connsiteY3" fmla="*/ 26813 h 53625"/>
                <a:gd name="connsiteX4" fmla="*/ 7668 w 53675"/>
                <a:gd name="connsiteY4" fmla="*/ 45965 h 53625"/>
                <a:gd name="connsiteX5" fmla="*/ 26837 w 53675"/>
                <a:gd name="connsiteY5" fmla="*/ 53626 h 5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675" h="53625">
                  <a:moveTo>
                    <a:pt x="26837" y="53626"/>
                  </a:moveTo>
                  <a:cubicBezTo>
                    <a:pt x="41535" y="53626"/>
                    <a:pt x="53675" y="41496"/>
                    <a:pt x="53675" y="26813"/>
                  </a:cubicBezTo>
                  <a:cubicBezTo>
                    <a:pt x="53675" y="12130"/>
                    <a:pt x="41535" y="0"/>
                    <a:pt x="26837" y="0"/>
                  </a:cubicBezTo>
                  <a:cubicBezTo>
                    <a:pt x="12141" y="0"/>
                    <a:pt x="0" y="12130"/>
                    <a:pt x="0" y="26813"/>
                  </a:cubicBezTo>
                  <a:cubicBezTo>
                    <a:pt x="0" y="33835"/>
                    <a:pt x="2556" y="40858"/>
                    <a:pt x="7668" y="45965"/>
                  </a:cubicBezTo>
                  <a:cubicBezTo>
                    <a:pt x="13419" y="51072"/>
                    <a:pt x="19809" y="53626"/>
                    <a:pt x="26837" y="53626"/>
                  </a:cubicBezTo>
                  <a:close/>
                </a:path>
              </a:pathLst>
            </a:custGeom>
            <a:solidFill>
              <a:srgbClr val="00ABAB"/>
            </a:solidFill>
            <a:ln w="6390" cap="flat">
              <a:noFill/>
              <a:prstDash val="solid"/>
              <a:miter/>
            </a:ln>
          </p:spPr>
          <p:txBody>
            <a:bodyPr rtlCol="0" anchor="ctr"/>
            <a:lstStyle/>
            <a:p>
              <a:endParaRPr lang="en-US"/>
            </a:p>
          </p:txBody>
        </p:sp>
        <p:sp>
          <p:nvSpPr>
            <p:cNvPr id="1713" name="Graphic 1100">
              <a:extLst>
                <a:ext uri="{FF2B5EF4-FFF2-40B4-BE49-F238E27FC236}">
                  <a16:creationId xmlns:a16="http://schemas.microsoft.com/office/drawing/2014/main" id="{37C6534C-814D-F046-9B90-735F3CC5CE44}"/>
                </a:ext>
              </a:extLst>
            </p:cNvPr>
            <p:cNvSpPr/>
            <p:nvPr/>
          </p:nvSpPr>
          <p:spPr>
            <a:xfrm>
              <a:off x="5322178" y="3921368"/>
              <a:ext cx="21086" cy="21705"/>
            </a:xfrm>
            <a:custGeom>
              <a:avLst/>
              <a:gdLst>
                <a:gd name="connsiteX0" fmla="*/ 0 w 21086"/>
                <a:gd name="connsiteY0" fmla="*/ 0 h 21705"/>
                <a:gd name="connsiteX1" fmla="*/ 0 w 21086"/>
                <a:gd name="connsiteY1" fmla="*/ 21706 h 21705"/>
                <a:gd name="connsiteX2" fmla="*/ 21087 w 21086"/>
                <a:gd name="connsiteY2" fmla="*/ 21706 h 21705"/>
              </a:gdLst>
              <a:ahLst/>
              <a:cxnLst>
                <a:cxn ang="0">
                  <a:pos x="connsiteX0" y="connsiteY0"/>
                </a:cxn>
                <a:cxn ang="0">
                  <a:pos x="connsiteX1" y="connsiteY1"/>
                </a:cxn>
                <a:cxn ang="0">
                  <a:pos x="connsiteX2" y="connsiteY2"/>
                </a:cxn>
              </a:cxnLst>
              <a:rect l="l" t="t" r="r" b="b"/>
              <a:pathLst>
                <a:path w="21086" h="21705">
                  <a:moveTo>
                    <a:pt x="0" y="0"/>
                  </a:moveTo>
                  <a:lnTo>
                    <a:pt x="0" y="21706"/>
                  </a:lnTo>
                  <a:lnTo>
                    <a:pt x="21087" y="21706"/>
                  </a:lnTo>
                  <a:close/>
                </a:path>
              </a:pathLst>
            </a:custGeom>
            <a:solidFill>
              <a:srgbClr val="00ABAB"/>
            </a:solidFill>
            <a:ln w="6390" cap="flat">
              <a:noFill/>
              <a:prstDash val="solid"/>
              <a:miter/>
            </a:ln>
          </p:spPr>
          <p:txBody>
            <a:bodyPr rtlCol="0" anchor="ctr"/>
            <a:lstStyle/>
            <a:p>
              <a:endParaRPr lang="en-US"/>
            </a:p>
          </p:txBody>
        </p:sp>
        <p:sp>
          <p:nvSpPr>
            <p:cNvPr id="1714" name="Graphic 1100">
              <a:extLst>
                <a:ext uri="{FF2B5EF4-FFF2-40B4-BE49-F238E27FC236}">
                  <a16:creationId xmlns:a16="http://schemas.microsoft.com/office/drawing/2014/main" id="{8EE93670-BD74-F545-93A6-7950520AF40F}"/>
                </a:ext>
              </a:extLst>
            </p:cNvPr>
            <p:cNvSpPr/>
            <p:nvPr/>
          </p:nvSpPr>
          <p:spPr>
            <a:xfrm>
              <a:off x="5212271" y="4056070"/>
              <a:ext cx="21086" cy="21067"/>
            </a:xfrm>
            <a:custGeom>
              <a:avLst/>
              <a:gdLst>
                <a:gd name="connsiteX0" fmla="*/ 21087 w 21086"/>
                <a:gd name="connsiteY0" fmla="*/ 1916 h 21067"/>
                <a:gd name="connsiteX1" fmla="*/ 20448 w 21086"/>
                <a:gd name="connsiteY1" fmla="*/ 639 h 21067"/>
                <a:gd name="connsiteX2" fmla="*/ 20448 w 21086"/>
                <a:gd name="connsiteY2" fmla="*/ 639 h 21067"/>
                <a:gd name="connsiteX3" fmla="*/ 20448 w 21086"/>
                <a:gd name="connsiteY3" fmla="*/ 639 h 21067"/>
                <a:gd name="connsiteX4" fmla="*/ 19809 w 21086"/>
                <a:gd name="connsiteY4" fmla="*/ 0 h 21067"/>
                <a:gd name="connsiteX5" fmla="*/ 0 w 21086"/>
                <a:gd name="connsiteY5" fmla="*/ 19791 h 21067"/>
                <a:gd name="connsiteX6" fmla="*/ 1917 w 21086"/>
                <a:gd name="connsiteY6" fmla="*/ 21067 h 2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86" h="21067">
                  <a:moveTo>
                    <a:pt x="21087" y="1916"/>
                  </a:moveTo>
                  <a:lnTo>
                    <a:pt x="20448" y="639"/>
                  </a:lnTo>
                  <a:lnTo>
                    <a:pt x="20448" y="639"/>
                  </a:lnTo>
                  <a:lnTo>
                    <a:pt x="20448" y="639"/>
                  </a:lnTo>
                  <a:lnTo>
                    <a:pt x="19809" y="0"/>
                  </a:lnTo>
                  <a:lnTo>
                    <a:pt x="0" y="19791"/>
                  </a:lnTo>
                  <a:lnTo>
                    <a:pt x="1917" y="21067"/>
                  </a:lnTo>
                  <a:close/>
                </a:path>
              </a:pathLst>
            </a:custGeom>
            <a:solidFill>
              <a:srgbClr val="00ABAB"/>
            </a:solidFill>
            <a:ln w="6390" cap="flat">
              <a:noFill/>
              <a:prstDash val="solid"/>
              <a:miter/>
            </a:ln>
          </p:spPr>
          <p:txBody>
            <a:bodyPr rtlCol="0" anchor="ctr"/>
            <a:lstStyle/>
            <a:p>
              <a:endParaRPr lang="en-US"/>
            </a:p>
          </p:txBody>
        </p:sp>
        <p:sp>
          <p:nvSpPr>
            <p:cNvPr id="1715" name="Graphic 1100">
              <a:extLst>
                <a:ext uri="{FF2B5EF4-FFF2-40B4-BE49-F238E27FC236}">
                  <a16:creationId xmlns:a16="http://schemas.microsoft.com/office/drawing/2014/main" id="{29DDD1E7-0B19-084D-B105-9BC9E850D5DC}"/>
                </a:ext>
              </a:extLst>
            </p:cNvPr>
            <p:cNvSpPr/>
            <p:nvPr/>
          </p:nvSpPr>
          <p:spPr>
            <a:xfrm>
              <a:off x="5099808" y="3828162"/>
              <a:ext cx="362309" cy="361971"/>
            </a:xfrm>
            <a:custGeom>
              <a:avLst/>
              <a:gdLst>
                <a:gd name="connsiteX0" fmla="*/ 181474 w 362309"/>
                <a:gd name="connsiteY0" fmla="*/ 0 h 361971"/>
                <a:gd name="connsiteX1" fmla="*/ 0 w 362309"/>
                <a:gd name="connsiteY1" fmla="*/ 180667 h 361971"/>
                <a:gd name="connsiteX2" fmla="*/ 180836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99044 w 362309"/>
                <a:gd name="connsiteY6" fmla="*/ 243230 h 361971"/>
                <a:gd name="connsiteX7" fmla="*/ 127799 w 362309"/>
                <a:gd name="connsiteY7" fmla="*/ 214502 h 361971"/>
                <a:gd name="connsiteX8" fmla="*/ 132272 w 362309"/>
                <a:gd name="connsiteY8" fmla="*/ 212587 h 361971"/>
                <a:gd name="connsiteX9" fmla="*/ 136745 w 362309"/>
                <a:gd name="connsiteY9" fmla="*/ 214502 h 361971"/>
                <a:gd name="connsiteX10" fmla="*/ 137384 w 362309"/>
                <a:gd name="connsiteY10" fmla="*/ 215140 h 361971"/>
                <a:gd name="connsiteX11" fmla="*/ 146969 w 362309"/>
                <a:gd name="connsiteY11" fmla="*/ 205564 h 361971"/>
                <a:gd name="connsiteX12" fmla="*/ 151442 w 362309"/>
                <a:gd name="connsiteY12" fmla="*/ 155131 h 361971"/>
                <a:gd name="connsiteX13" fmla="*/ 207034 w 362309"/>
                <a:gd name="connsiteY13" fmla="*/ 156408 h 361971"/>
                <a:gd name="connsiteX14" fmla="*/ 207034 w 362309"/>
                <a:gd name="connsiteY14" fmla="*/ 210671 h 361971"/>
                <a:gd name="connsiteX15" fmla="*/ 156553 w 362309"/>
                <a:gd name="connsiteY15" fmla="*/ 215140 h 361971"/>
                <a:gd name="connsiteX16" fmla="*/ 146969 w 362309"/>
                <a:gd name="connsiteY16" fmla="*/ 224716 h 361971"/>
                <a:gd name="connsiteX17" fmla="*/ 147608 w 362309"/>
                <a:gd name="connsiteY17" fmla="*/ 225355 h 361971"/>
                <a:gd name="connsiteX18" fmla="*/ 147608 w 362309"/>
                <a:gd name="connsiteY18" fmla="*/ 234292 h 361971"/>
                <a:gd name="connsiteX19" fmla="*/ 118853 w 362309"/>
                <a:gd name="connsiteY19" fmla="*/ 263020 h 361971"/>
                <a:gd name="connsiteX20" fmla="*/ 114380 w 362309"/>
                <a:gd name="connsiteY20" fmla="*/ 264935 h 361971"/>
                <a:gd name="connsiteX21" fmla="*/ 109907 w 362309"/>
                <a:gd name="connsiteY21" fmla="*/ 263020 h 361971"/>
                <a:gd name="connsiteX22" fmla="*/ 99044 w 362309"/>
                <a:gd name="connsiteY22" fmla="*/ 252167 h 361971"/>
                <a:gd name="connsiteX23" fmla="*/ 99044 w 362309"/>
                <a:gd name="connsiteY23" fmla="*/ 243230 h 361971"/>
                <a:gd name="connsiteX24" fmla="*/ 99044 w 362309"/>
                <a:gd name="connsiteY24" fmla="*/ 243230 h 361971"/>
                <a:gd name="connsiteX25" fmla="*/ 265822 w 362309"/>
                <a:gd name="connsiteY25" fmla="*/ 284087 h 361971"/>
                <a:gd name="connsiteX26" fmla="*/ 259432 w 362309"/>
                <a:gd name="connsiteY26" fmla="*/ 290471 h 361971"/>
                <a:gd name="connsiteX27" fmla="*/ 111824 w 362309"/>
                <a:gd name="connsiteY27" fmla="*/ 290471 h 361971"/>
                <a:gd name="connsiteX28" fmla="*/ 105434 w 362309"/>
                <a:gd name="connsiteY28" fmla="*/ 284087 h 361971"/>
                <a:gd name="connsiteX29" fmla="*/ 105434 w 362309"/>
                <a:gd name="connsiteY29" fmla="*/ 278980 h 361971"/>
                <a:gd name="connsiteX30" fmla="*/ 111185 w 362309"/>
                <a:gd name="connsiteY30" fmla="*/ 271958 h 361971"/>
                <a:gd name="connsiteX31" fmla="*/ 118214 w 362309"/>
                <a:gd name="connsiteY31" fmla="*/ 277703 h 361971"/>
                <a:gd name="connsiteX32" fmla="*/ 253681 w 362309"/>
                <a:gd name="connsiteY32" fmla="*/ 277703 h 361971"/>
                <a:gd name="connsiteX33" fmla="*/ 253681 w 362309"/>
                <a:gd name="connsiteY33" fmla="*/ 127680 h 361971"/>
                <a:gd name="connsiteX34" fmla="*/ 216619 w 362309"/>
                <a:gd name="connsiteY34" fmla="*/ 127680 h 361971"/>
                <a:gd name="connsiteX35" fmla="*/ 210229 w 362309"/>
                <a:gd name="connsiteY35" fmla="*/ 121296 h 361971"/>
                <a:gd name="connsiteX36" fmla="*/ 210229 w 362309"/>
                <a:gd name="connsiteY36" fmla="*/ 84268 h 361971"/>
                <a:gd name="connsiteX37" fmla="*/ 118214 w 362309"/>
                <a:gd name="connsiteY37" fmla="*/ 84268 h 361971"/>
                <a:gd name="connsiteX38" fmla="*/ 118214 w 362309"/>
                <a:gd name="connsiteY38" fmla="*/ 211948 h 361971"/>
                <a:gd name="connsiteX39" fmla="*/ 111824 w 362309"/>
                <a:gd name="connsiteY39" fmla="*/ 218332 h 361971"/>
                <a:gd name="connsiteX40" fmla="*/ 105434 w 362309"/>
                <a:gd name="connsiteY40" fmla="*/ 211948 h 361971"/>
                <a:gd name="connsiteX41" fmla="*/ 105434 w 362309"/>
                <a:gd name="connsiteY41" fmla="*/ 77884 h 361971"/>
                <a:gd name="connsiteX42" fmla="*/ 111824 w 362309"/>
                <a:gd name="connsiteY42" fmla="*/ 71500 h 361971"/>
                <a:gd name="connsiteX43" fmla="*/ 216619 w 362309"/>
                <a:gd name="connsiteY43" fmla="*/ 71500 h 361971"/>
                <a:gd name="connsiteX44" fmla="*/ 218536 w 362309"/>
                <a:gd name="connsiteY44" fmla="*/ 72139 h 361971"/>
                <a:gd name="connsiteX45" fmla="*/ 220453 w 362309"/>
                <a:gd name="connsiteY45" fmla="*/ 73416 h 361971"/>
                <a:gd name="connsiteX46" fmla="*/ 263905 w 362309"/>
                <a:gd name="connsiteY46" fmla="*/ 116827 h 361971"/>
                <a:gd name="connsiteX47" fmla="*/ 265822 w 362309"/>
                <a:gd name="connsiteY47" fmla="*/ 121296 h 361971"/>
                <a:gd name="connsiteX48" fmla="*/ 265822 w 362309"/>
                <a:gd name="connsiteY48" fmla="*/ 28408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62309" h="361971">
                  <a:moveTo>
                    <a:pt x="181474" y="0"/>
                  </a:moveTo>
                  <a:cubicBezTo>
                    <a:pt x="81152" y="0"/>
                    <a:pt x="0" y="81076"/>
                    <a:pt x="0" y="180667"/>
                  </a:cubicBezTo>
                  <a:cubicBezTo>
                    <a:pt x="0" y="280257"/>
                    <a:pt x="81152" y="361971"/>
                    <a:pt x="180836" y="361971"/>
                  </a:cubicBezTo>
                  <a:cubicBezTo>
                    <a:pt x="280518" y="361971"/>
                    <a:pt x="362310" y="280895"/>
                    <a:pt x="362310" y="181305"/>
                  </a:cubicBezTo>
                  <a:lnTo>
                    <a:pt x="362310" y="181305"/>
                  </a:lnTo>
                  <a:cubicBezTo>
                    <a:pt x="362310" y="81076"/>
                    <a:pt x="281157" y="0"/>
                    <a:pt x="181474" y="0"/>
                  </a:cubicBezTo>
                  <a:close/>
                  <a:moveTo>
                    <a:pt x="99044" y="243230"/>
                  </a:moveTo>
                  <a:lnTo>
                    <a:pt x="127799" y="214502"/>
                  </a:lnTo>
                  <a:cubicBezTo>
                    <a:pt x="129077" y="213225"/>
                    <a:pt x="130355" y="212587"/>
                    <a:pt x="132272" y="212587"/>
                  </a:cubicBezTo>
                  <a:cubicBezTo>
                    <a:pt x="134189" y="212587"/>
                    <a:pt x="135467" y="213225"/>
                    <a:pt x="136745" y="214502"/>
                  </a:cubicBezTo>
                  <a:lnTo>
                    <a:pt x="137384" y="215140"/>
                  </a:lnTo>
                  <a:lnTo>
                    <a:pt x="146969" y="205564"/>
                  </a:lnTo>
                  <a:cubicBezTo>
                    <a:pt x="135467" y="190243"/>
                    <a:pt x="137384" y="168537"/>
                    <a:pt x="151442" y="155131"/>
                  </a:cubicBezTo>
                  <a:cubicBezTo>
                    <a:pt x="167416" y="139809"/>
                    <a:pt x="191698" y="140448"/>
                    <a:pt x="207034" y="156408"/>
                  </a:cubicBezTo>
                  <a:cubicBezTo>
                    <a:pt x="221731" y="171729"/>
                    <a:pt x="221731" y="195988"/>
                    <a:pt x="207034" y="210671"/>
                  </a:cubicBezTo>
                  <a:cubicBezTo>
                    <a:pt x="193615" y="224078"/>
                    <a:pt x="171889" y="225993"/>
                    <a:pt x="156553" y="215140"/>
                  </a:cubicBezTo>
                  <a:lnTo>
                    <a:pt x="146969" y="224716"/>
                  </a:lnTo>
                  <a:lnTo>
                    <a:pt x="147608" y="225355"/>
                  </a:lnTo>
                  <a:cubicBezTo>
                    <a:pt x="150164" y="227908"/>
                    <a:pt x="150164" y="231738"/>
                    <a:pt x="147608" y="234292"/>
                  </a:cubicBezTo>
                  <a:lnTo>
                    <a:pt x="118853" y="263020"/>
                  </a:lnTo>
                  <a:cubicBezTo>
                    <a:pt x="117575" y="264297"/>
                    <a:pt x="116297" y="264935"/>
                    <a:pt x="114380" y="264935"/>
                  </a:cubicBezTo>
                  <a:cubicBezTo>
                    <a:pt x="112463" y="264935"/>
                    <a:pt x="111185" y="264297"/>
                    <a:pt x="109907" y="263020"/>
                  </a:cubicBezTo>
                  <a:lnTo>
                    <a:pt x="99044" y="252167"/>
                  </a:lnTo>
                  <a:cubicBezTo>
                    <a:pt x="96488" y="249614"/>
                    <a:pt x="96488" y="245783"/>
                    <a:pt x="99044" y="243230"/>
                  </a:cubicBezTo>
                  <a:cubicBezTo>
                    <a:pt x="99044" y="243230"/>
                    <a:pt x="99044" y="242591"/>
                    <a:pt x="99044" y="243230"/>
                  </a:cubicBezTo>
                  <a:close/>
                  <a:moveTo>
                    <a:pt x="265822" y="284087"/>
                  </a:moveTo>
                  <a:cubicBezTo>
                    <a:pt x="265822" y="287917"/>
                    <a:pt x="263266" y="290471"/>
                    <a:pt x="259432" y="290471"/>
                  </a:cubicBezTo>
                  <a:lnTo>
                    <a:pt x="111824" y="290471"/>
                  </a:lnTo>
                  <a:cubicBezTo>
                    <a:pt x="107990" y="290471"/>
                    <a:pt x="105434" y="287917"/>
                    <a:pt x="105434" y="284087"/>
                  </a:cubicBezTo>
                  <a:lnTo>
                    <a:pt x="105434" y="278980"/>
                  </a:lnTo>
                  <a:cubicBezTo>
                    <a:pt x="105434" y="275149"/>
                    <a:pt x="107990" y="272596"/>
                    <a:pt x="111185" y="271958"/>
                  </a:cubicBezTo>
                  <a:cubicBezTo>
                    <a:pt x="115019" y="271958"/>
                    <a:pt x="117575" y="274511"/>
                    <a:pt x="118214" y="277703"/>
                  </a:cubicBezTo>
                  <a:lnTo>
                    <a:pt x="253681" y="277703"/>
                  </a:lnTo>
                  <a:lnTo>
                    <a:pt x="253681" y="127680"/>
                  </a:lnTo>
                  <a:lnTo>
                    <a:pt x="216619" y="127680"/>
                  </a:lnTo>
                  <a:cubicBezTo>
                    <a:pt x="212785" y="127680"/>
                    <a:pt x="210229" y="125126"/>
                    <a:pt x="210229" y="121296"/>
                  </a:cubicBezTo>
                  <a:lnTo>
                    <a:pt x="210229" y="84268"/>
                  </a:lnTo>
                  <a:lnTo>
                    <a:pt x="118214" y="84268"/>
                  </a:lnTo>
                  <a:lnTo>
                    <a:pt x="118214" y="211948"/>
                  </a:lnTo>
                  <a:cubicBezTo>
                    <a:pt x="118214" y="215779"/>
                    <a:pt x="115658" y="218332"/>
                    <a:pt x="111824" y="218332"/>
                  </a:cubicBezTo>
                  <a:cubicBezTo>
                    <a:pt x="107990" y="218332"/>
                    <a:pt x="105434" y="215779"/>
                    <a:pt x="105434" y="211948"/>
                  </a:cubicBezTo>
                  <a:lnTo>
                    <a:pt x="105434" y="77884"/>
                  </a:lnTo>
                  <a:cubicBezTo>
                    <a:pt x="105434" y="74054"/>
                    <a:pt x="107990" y="71500"/>
                    <a:pt x="111824" y="71500"/>
                  </a:cubicBezTo>
                  <a:lnTo>
                    <a:pt x="216619" y="71500"/>
                  </a:lnTo>
                  <a:cubicBezTo>
                    <a:pt x="217258" y="71500"/>
                    <a:pt x="217897" y="71500"/>
                    <a:pt x="218536" y="72139"/>
                  </a:cubicBezTo>
                  <a:cubicBezTo>
                    <a:pt x="219175" y="72777"/>
                    <a:pt x="219814" y="72777"/>
                    <a:pt x="220453" y="73416"/>
                  </a:cubicBezTo>
                  <a:lnTo>
                    <a:pt x="263905" y="116827"/>
                  </a:lnTo>
                  <a:cubicBezTo>
                    <a:pt x="265182" y="118104"/>
                    <a:pt x="265822" y="119380"/>
                    <a:pt x="265822" y="121296"/>
                  </a:cubicBezTo>
                  <a:lnTo>
                    <a:pt x="265822" y="284087"/>
                  </a:lnTo>
                  <a:close/>
                </a:path>
              </a:pathLst>
            </a:custGeom>
            <a:solidFill>
              <a:srgbClr val="00ABAB"/>
            </a:solidFill>
            <a:ln w="6390" cap="flat">
              <a:noFill/>
              <a:prstDash val="solid"/>
              <a:miter/>
            </a:ln>
          </p:spPr>
          <p:txBody>
            <a:bodyPr rtlCol="0" anchor="ctr"/>
            <a:lstStyle/>
            <a:p>
              <a:endParaRPr lang="en-US"/>
            </a:p>
          </p:txBody>
        </p:sp>
      </p:grpSp>
      <p:grpSp>
        <p:nvGrpSpPr>
          <p:cNvPr id="1716" name="Graphic 1100">
            <a:extLst>
              <a:ext uri="{FF2B5EF4-FFF2-40B4-BE49-F238E27FC236}">
                <a16:creationId xmlns:a16="http://schemas.microsoft.com/office/drawing/2014/main" id="{DCC8F612-887C-C84A-A0CB-AD41E73B9951}"/>
              </a:ext>
            </a:extLst>
          </p:cNvPr>
          <p:cNvGrpSpPr/>
          <p:nvPr/>
        </p:nvGrpSpPr>
        <p:grpSpPr>
          <a:xfrm>
            <a:off x="5099808" y="4312706"/>
            <a:ext cx="362309" cy="361971"/>
            <a:chOff x="5099808" y="4312706"/>
            <a:chExt cx="362309" cy="361971"/>
          </a:xfrm>
          <a:solidFill>
            <a:srgbClr val="00ABAB"/>
          </a:solidFill>
        </p:grpSpPr>
        <p:sp>
          <p:nvSpPr>
            <p:cNvPr id="1717" name="Graphic 1100">
              <a:extLst>
                <a:ext uri="{FF2B5EF4-FFF2-40B4-BE49-F238E27FC236}">
                  <a16:creationId xmlns:a16="http://schemas.microsoft.com/office/drawing/2014/main" id="{9E0614BF-234C-6141-9CE6-5F113FD0C1CE}"/>
                </a:ext>
              </a:extLst>
            </p:cNvPr>
            <p:cNvSpPr/>
            <p:nvPr/>
          </p:nvSpPr>
          <p:spPr>
            <a:xfrm>
              <a:off x="5212910" y="4396336"/>
              <a:ext cx="135466" cy="195349"/>
            </a:xfrm>
            <a:custGeom>
              <a:avLst/>
              <a:gdLst>
                <a:gd name="connsiteX0" fmla="*/ 90098 w 135466"/>
                <a:gd name="connsiteY0" fmla="*/ 51710 h 195349"/>
                <a:gd name="connsiteX1" fmla="*/ 83708 w 135466"/>
                <a:gd name="connsiteY1" fmla="*/ 45326 h 195349"/>
                <a:gd name="connsiteX2" fmla="*/ 83708 w 135466"/>
                <a:gd name="connsiteY2" fmla="*/ 0 h 195349"/>
                <a:gd name="connsiteX3" fmla="*/ 0 w 135466"/>
                <a:gd name="connsiteY3" fmla="*/ 0 h 195349"/>
                <a:gd name="connsiteX4" fmla="*/ 0 w 135466"/>
                <a:gd name="connsiteY4" fmla="*/ 195350 h 195349"/>
                <a:gd name="connsiteX5" fmla="*/ 135467 w 135466"/>
                <a:gd name="connsiteY5" fmla="*/ 195350 h 195349"/>
                <a:gd name="connsiteX6" fmla="*/ 135467 w 135466"/>
                <a:gd name="connsiteY6" fmla="*/ 51710 h 195349"/>
                <a:gd name="connsiteX7" fmla="*/ 90098 w 135466"/>
                <a:gd name="connsiteY7" fmla="*/ 51710 h 195349"/>
                <a:gd name="connsiteX8" fmla="*/ 105434 w 135466"/>
                <a:gd name="connsiteY8" fmla="*/ 125126 h 195349"/>
                <a:gd name="connsiteX9" fmla="*/ 72845 w 135466"/>
                <a:gd name="connsiteY9" fmla="*/ 160238 h 195349"/>
                <a:gd name="connsiteX10" fmla="*/ 68372 w 135466"/>
                <a:gd name="connsiteY10" fmla="*/ 162153 h 195349"/>
                <a:gd name="connsiteX11" fmla="*/ 68372 w 135466"/>
                <a:gd name="connsiteY11" fmla="*/ 162153 h 195349"/>
                <a:gd name="connsiteX12" fmla="*/ 63899 w 135466"/>
                <a:gd name="connsiteY12" fmla="*/ 160238 h 195349"/>
                <a:gd name="connsiteX13" fmla="*/ 31311 w 135466"/>
                <a:gd name="connsiteY13" fmla="*/ 126403 h 195349"/>
                <a:gd name="connsiteX14" fmla="*/ 33228 w 135466"/>
                <a:gd name="connsiteY14" fmla="*/ 92568 h 195349"/>
                <a:gd name="connsiteX15" fmla="*/ 33867 w 135466"/>
                <a:gd name="connsiteY15" fmla="*/ 91929 h 195349"/>
                <a:gd name="connsiteX16" fmla="*/ 61982 w 135466"/>
                <a:gd name="connsiteY16" fmla="*/ 89376 h 195349"/>
                <a:gd name="connsiteX17" fmla="*/ 68372 w 135466"/>
                <a:gd name="connsiteY17" fmla="*/ 94483 h 195349"/>
                <a:gd name="connsiteX18" fmla="*/ 84986 w 135466"/>
                <a:gd name="connsiteY18" fmla="*/ 85545 h 195349"/>
                <a:gd name="connsiteX19" fmla="*/ 100961 w 135466"/>
                <a:gd name="connsiteY19" fmla="*/ 90014 h 195349"/>
                <a:gd name="connsiteX20" fmla="*/ 111824 w 135466"/>
                <a:gd name="connsiteY20" fmla="*/ 107889 h 195349"/>
                <a:gd name="connsiteX21" fmla="*/ 105434 w 135466"/>
                <a:gd name="connsiteY21" fmla="*/ 125126 h 195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5466" h="195349">
                  <a:moveTo>
                    <a:pt x="90098" y="51710"/>
                  </a:moveTo>
                  <a:cubicBezTo>
                    <a:pt x="86264" y="51710"/>
                    <a:pt x="83708" y="49156"/>
                    <a:pt x="83708" y="45326"/>
                  </a:cubicBezTo>
                  <a:lnTo>
                    <a:pt x="83708" y="0"/>
                  </a:lnTo>
                  <a:lnTo>
                    <a:pt x="0" y="0"/>
                  </a:lnTo>
                  <a:lnTo>
                    <a:pt x="0" y="195350"/>
                  </a:lnTo>
                  <a:lnTo>
                    <a:pt x="135467" y="195350"/>
                  </a:lnTo>
                  <a:lnTo>
                    <a:pt x="135467" y="51710"/>
                  </a:lnTo>
                  <a:lnTo>
                    <a:pt x="90098" y="51710"/>
                  </a:lnTo>
                  <a:close/>
                  <a:moveTo>
                    <a:pt x="105434" y="125126"/>
                  </a:moveTo>
                  <a:lnTo>
                    <a:pt x="72845" y="160238"/>
                  </a:lnTo>
                  <a:cubicBezTo>
                    <a:pt x="71567" y="161515"/>
                    <a:pt x="69650" y="162153"/>
                    <a:pt x="68372" y="162153"/>
                  </a:cubicBezTo>
                  <a:lnTo>
                    <a:pt x="68372" y="162153"/>
                  </a:lnTo>
                  <a:cubicBezTo>
                    <a:pt x="66456" y="162153"/>
                    <a:pt x="65177" y="161515"/>
                    <a:pt x="63899" y="160238"/>
                  </a:cubicBezTo>
                  <a:lnTo>
                    <a:pt x="31311" y="126403"/>
                  </a:lnTo>
                  <a:cubicBezTo>
                    <a:pt x="22365" y="116827"/>
                    <a:pt x="23004" y="101505"/>
                    <a:pt x="33228" y="92568"/>
                  </a:cubicBezTo>
                  <a:cubicBezTo>
                    <a:pt x="33228" y="92568"/>
                    <a:pt x="33228" y="92568"/>
                    <a:pt x="33867" y="91929"/>
                  </a:cubicBezTo>
                  <a:cubicBezTo>
                    <a:pt x="41535" y="84268"/>
                    <a:pt x="53036" y="83630"/>
                    <a:pt x="61982" y="89376"/>
                  </a:cubicBezTo>
                  <a:cubicBezTo>
                    <a:pt x="64539" y="90652"/>
                    <a:pt x="66456" y="92568"/>
                    <a:pt x="68372" y="94483"/>
                  </a:cubicBezTo>
                  <a:cubicBezTo>
                    <a:pt x="72845" y="90014"/>
                    <a:pt x="78596" y="86822"/>
                    <a:pt x="84986" y="85545"/>
                  </a:cubicBezTo>
                  <a:cubicBezTo>
                    <a:pt x="90737" y="84907"/>
                    <a:pt x="96488" y="86184"/>
                    <a:pt x="100961" y="90014"/>
                  </a:cubicBezTo>
                  <a:cubicBezTo>
                    <a:pt x="106712" y="94483"/>
                    <a:pt x="110546" y="100867"/>
                    <a:pt x="111824" y="107889"/>
                  </a:cubicBezTo>
                  <a:cubicBezTo>
                    <a:pt x="111185" y="114273"/>
                    <a:pt x="109268" y="120657"/>
                    <a:pt x="105434" y="125126"/>
                  </a:cubicBezTo>
                  <a:close/>
                </a:path>
              </a:pathLst>
            </a:custGeom>
            <a:solidFill>
              <a:srgbClr val="00ABAB"/>
            </a:solidFill>
            <a:ln w="6390" cap="flat">
              <a:noFill/>
              <a:prstDash val="solid"/>
              <a:miter/>
            </a:ln>
          </p:spPr>
          <p:txBody>
            <a:bodyPr rtlCol="0" anchor="ctr"/>
            <a:lstStyle/>
            <a:p>
              <a:endParaRPr lang="en-US"/>
            </a:p>
          </p:txBody>
        </p:sp>
        <p:sp>
          <p:nvSpPr>
            <p:cNvPr id="1718" name="Graphic 1100">
              <a:extLst>
                <a:ext uri="{FF2B5EF4-FFF2-40B4-BE49-F238E27FC236}">
                  <a16:creationId xmlns:a16="http://schemas.microsoft.com/office/drawing/2014/main" id="{499A9299-05FE-534D-B229-BA1E13291ED3}"/>
                </a:ext>
              </a:extLst>
            </p:cNvPr>
            <p:cNvSpPr/>
            <p:nvPr/>
          </p:nvSpPr>
          <p:spPr>
            <a:xfrm>
              <a:off x="5099808" y="431270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61987 w 362309"/>
                <a:gd name="connsiteY7" fmla="*/ 284726 h 361971"/>
                <a:gd name="connsiteX8" fmla="*/ 255597 w 362309"/>
                <a:gd name="connsiteY8" fmla="*/ 291110 h 361971"/>
                <a:gd name="connsiteX9" fmla="*/ 107351 w 362309"/>
                <a:gd name="connsiteY9" fmla="*/ 291110 h 361971"/>
                <a:gd name="connsiteX10" fmla="*/ 100961 w 362309"/>
                <a:gd name="connsiteY10" fmla="*/ 284726 h 361971"/>
                <a:gd name="connsiteX11" fmla="*/ 100961 w 362309"/>
                <a:gd name="connsiteY11" fmla="*/ 76608 h 361971"/>
                <a:gd name="connsiteX12" fmla="*/ 107351 w 362309"/>
                <a:gd name="connsiteY12" fmla="*/ 70224 h 361971"/>
                <a:gd name="connsiteX13" fmla="*/ 203839 w 362309"/>
                <a:gd name="connsiteY13" fmla="*/ 70224 h 361971"/>
                <a:gd name="connsiteX14" fmla="*/ 208312 w 362309"/>
                <a:gd name="connsiteY14" fmla="*/ 72139 h 361971"/>
                <a:gd name="connsiteX15" fmla="*/ 260071 w 362309"/>
                <a:gd name="connsiteY15" fmla="*/ 123849 h 361971"/>
                <a:gd name="connsiteX16" fmla="*/ 261987 w 362309"/>
                <a:gd name="connsiteY16" fmla="*/ 128318 h 361971"/>
                <a:gd name="connsiteX17" fmla="*/ 261987 w 362309"/>
                <a:gd name="connsiteY17" fmla="*/ 28472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cubicBezTo>
                    <a:pt x="362310" y="181305"/>
                    <a:pt x="362310" y="181305"/>
                    <a:pt x="362310" y="181305"/>
                  </a:cubicBezTo>
                  <a:cubicBezTo>
                    <a:pt x="362310" y="81077"/>
                    <a:pt x="281796" y="0"/>
                    <a:pt x="181474" y="0"/>
                  </a:cubicBezTo>
                  <a:cubicBezTo>
                    <a:pt x="181474" y="0"/>
                    <a:pt x="181474" y="0"/>
                    <a:pt x="181474" y="0"/>
                  </a:cubicBezTo>
                  <a:close/>
                  <a:moveTo>
                    <a:pt x="261987" y="284726"/>
                  </a:moveTo>
                  <a:cubicBezTo>
                    <a:pt x="261987" y="288556"/>
                    <a:pt x="259432" y="291110"/>
                    <a:pt x="255597" y="291110"/>
                  </a:cubicBezTo>
                  <a:lnTo>
                    <a:pt x="107351" y="291110"/>
                  </a:lnTo>
                  <a:cubicBezTo>
                    <a:pt x="103517" y="291110"/>
                    <a:pt x="100961" y="288556"/>
                    <a:pt x="100961" y="284726"/>
                  </a:cubicBezTo>
                  <a:lnTo>
                    <a:pt x="100961" y="76608"/>
                  </a:lnTo>
                  <a:cubicBezTo>
                    <a:pt x="100961" y="72778"/>
                    <a:pt x="103517" y="70224"/>
                    <a:pt x="107351" y="70224"/>
                  </a:cubicBezTo>
                  <a:lnTo>
                    <a:pt x="203839" y="70224"/>
                  </a:lnTo>
                  <a:cubicBezTo>
                    <a:pt x="205756" y="70224"/>
                    <a:pt x="207034" y="70862"/>
                    <a:pt x="208312" y="72139"/>
                  </a:cubicBezTo>
                  <a:lnTo>
                    <a:pt x="260071" y="123849"/>
                  </a:lnTo>
                  <a:cubicBezTo>
                    <a:pt x="261349" y="125126"/>
                    <a:pt x="261987" y="126403"/>
                    <a:pt x="261987" y="128318"/>
                  </a:cubicBezTo>
                  <a:lnTo>
                    <a:pt x="261987" y="284726"/>
                  </a:lnTo>
                  <a:close/>
                </a:path>
              </a:pathLst>
            </a:custGeom>
            <a:solidFill>
              <a:srgbClr val="00ABAB"/>
            </a:solidFill>
            <a:ln w="6390" cap="flat">
              <a:noFill/>
              <a:prstDash val="solid"/>
              <a:miter/>
            </a:ln>
          </p:spPr>
          <p:txBody>
            <a:bodyPr rtlCol="0" anchor="ctr"/>
            <a:lstStyle/>
            <a:p>
              <a:endParaRPr lang="en-US"/>
            </a:p>
          </p:txBody>
        </p:sp>
        <p:sp>
          <p:nvSpPr>
            <p:cNvPr id="1719" name="Graphic 1100">
              <a:extLst>
                <a:ext uri="{FF2B5EF4-FFF2-40B4-BE49-F238E27FC236}">
                  <a16:creationId xmlns:a16="http://schemas.microsoft.com/office/drawing/2014/main" id="{A035A5B5-C862-F943-9908-39A0A80F506B}"/>
                </a:ext>
              </a:extLst>
            </p:cNvPr>
            <p:cNvSpPr/>
            <p:nvPr/>
          </p:nvSpPr>
          <p:spPr>
            <a:xfrm>
              <a:off x="5250575" y="4494649"/>
              <a:ext cx="60740" cy="49156"/>
            </a:xfrm>
            <a:custGeom>
              <a:avLst/>
              <a:gdLst>
                <a:gd name="connsiteX0" fmla="*/ 54350 w 60740"/>
                <a:gd name="connsiteY0" fmla="*/ 1915 h 49156"/>
                <a:gd name="connsiteX1" fmla="*/ 48599 w 60740"/>
                <a:gd name="connsiteY1" fmla="*/ 0 h 49156"/>
                <a:gd name="connsiteX2" fmla="*/ 35181 w 60740"/>
                <a:gd name="connsiteY2" fmla="*/ 9576 h 49156"/>
                <a:gd name="connsiteX3" fmla="*/ 26874 w 60740"/>
                <a:gd name="connsiteY3" fmla="*/ 11491 h 49156"/>
                <a:gd name="connsiteX4" fmla="*/ 24957 w 60740"/>
                <a:gd name="connsiteY4" fmla="*/ 9576 h 49156"/>
                <a:gd name="connsiteX5" fmla="*/ 11538 w 60740"/>
                <a:gd name="connsiteY5" fmla="*/ 639 h 49156"/>
                <a:gd name="connsiteX6" fmla="*/ 10899 w 60740"/>
                <a:gd name="connsiteY6" fmla="*/ 639 h 49156"/>
                <a:gd name="connsiteX7" fmla="*/ 4509 w 60740"/>
                <a:gd name="connsiteY7" fmla="*/ 3831 h 49156"/>
                <a:gd name="connsiteX8" fmla="*/ 1953 w 60740"/>
                <a:gd name="connsiteY8" fmla="*/ 19152 h 49156"/>
                <a:gd name="connsiteX9" fmla="*/ 2592 w 60740"/>
                <a:gd name="connsiteY9" fmla="*/ 20429 h 49156"/>
                <a:gd name="connsiteX10" fmla="*/ 30069 w 60740"/>
                <a:gd name="connsiteY10" fmla="*/ 49157 h 49156"/>
                <a:gd name="connsiteX11" fmla="*/ 58184 w 60740"/>
                <a:gd name="connsiteY11" fmla="*/ 19152 h 49156"/>
                <a:gd name="connsiteX12" fmla="*/ 58184 w 60740"/>
                <a:gd name="connsiteY12" fmla="*/ 19152 h 49156"/>
                <a:gd name="connsiteX13" fmla="*/ 60740 w 60740"/>
                <a:gd name="connsiteY13" fmla="*/ 12130 h 49156"/>
                <a:gd name="connsiteX14" fmla="*/ 54350 w 60740"/>
                <a:gd name="connsiteY14" fmla="*/ 1915 h 49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740" h="49156">
                  <a:moveTo>
                    <a:pt x="54350" y="1915"/>
                  </a:moveTo>
                  <a:cubicBezTo>
                    <a:pt x="52434" y="639"/>
                    <a:pt x="50516" y="0"/>
                    <a:pt x="48599" y="0"/>
                  </a:cubicBezTo>
                  <a:cubicBezTo>
                    <a:pt x="43488" y="1915"/>
                    <a:pt x="38376" y="5107"/>
                    <a:pt x="35181" y="9576"/>
                  </a:cubicBezTo>
                  <a:cubicBezTo>
                    <a:pt x="33264" y="12130"/>
                    <a:pt x="29430" y="12768"/>
                    <a:pt x="26874" y="11491"/>
                  </a:cubicBezTo>
                  <a:cubicBezTo>
                    <a:pt x="26235" y="10853"/>
                    <a:pt x="25596" y="10215"/>
                    <a:pt x="24957" y="9576"/>
                  </a:cubicBezTo>
                  <a:cubicBezTo>
                    <a:pt x="21762" y="5107"/>
                    <a:pt x="17289" y="1915"/>
                    <a:pt x="11538" y="639"/>
                  </a:cubicBezTo>
                  <a:lnTo>
                    <a:pt x="10899" y="639"/>
                  </a:lnTo>
                  <a:cubicBezTo>
                    <a:pt x="8343" y="639"/>
                    <a:pt x="6426" y="1915"/>
                    <a:pt x="4509" y="3831"/>
                  </a:cubicBezTo>
                  <a:cubicBezTo>
                    <a:pt x="-603" y="7661"/>
                    <a:pt x="-1242" y="14045"/>
                    <a:pt x="1953" y="19152"/>
                  </a:cubicBezTo>
                  <a:cubicBezTo>
                    <a:pt x="1953" y="19791"/>
                    <a:pt x="2592" y="19791"/>
                    <a:pt x="2592" y="20429"/>
                  </a:cubicBezTo>
                  <a:lnTo>
                    <a:pt x="30069" y="49157"/>
                  </a:lnTo>
                  <a:lnTo>
                    <a:pt x="58184" y="19152"/>
                  </a:lnTo>
                  <a:lnTo>
                    <a:pt x="58184" y="19152"/>
                  </a:lnTo>
                  <a:cubicBezTo>
                    <a:pt x="60101" y="17237"/>
                    <a:pt x="60740" y="14683"/>
                    <a:pt x="60740" y="12130"/>
                  </a:cubicBezTo>
                  <a:cubicBezTo>
                    <a:pt x="59462" y="7023"/>
                    <a:pt x="57545" y="3831"/>
                    <a:pt x="54350" y="1915"/>
                  </a:cubicBezTo>
                  <a:close/>
                </a:path>
              </a:pathLst>
            </a:custGeom>
            <a:solidFill>
              <a:srgbClr val="00ABAB"/>
            </a:solidFill>
            <a:ln w="6390" cap="flat">
              <a:noFill/>
              <a:prstDash val="solid"/>
              <a:miter/>
            </a:ln>
          </p:spPr>
          <p:txBody>
            <a:bodyPr rtlCol="0" anchor="ctr"/>
            <a:lstStyle/>
            <a:p>
              <a:endParaRPr lang="en-US"/>
            </a:p>
          </p:txBody>
        </p:sp>
        <p:sp>
          <p:nvSpPr>
            <p:cNvPr id="1720" name="Graphic 1100">
              <a:extLst>
                <a:ext uri="{FF2B5EF4-FFF2-40B4-BE49-F238E27FC236}">
                  <a16:creationId xmlns:a16="http://schemas.microsoft.com/office/drawing/2014/main" id="{9CD2A46D-5527-994D-B11B-6B435588FA70}"/>
                </a:ext>
              </a:extLst>
            </p:cNvPr>
            <p:cNvSpPr/>
            <p:nvPr/>
          </p:nvSpPr>
          <p:spPr>
            <a:xfrm>
              <a:off x="5309398" y="4404635"/>
              <a:ext cx="30671" cy="30643"/>
            </a:xfrm>
            <a:custGeom>
              <a:avLst/>
              <a:gdLst>
                <a:gd name="connsiteX0" fmla="*/ 0 w 30671"/>
                <a:gd name="connsiteY0" fmla="*/ 0 h 30643"/>
                <a:gd name="connsiteX1" fmla="*/ 0 w 30671"/>
                <a:gd name="connsiteY1" fmla="*/ 30643 h 30643"/>
                <a:gd name="connsiteX2" fmla="*/ 30672 w 30671"/>
                <a:gd name="connsiteY2" fmla="*/ 30643 h 30643"/>
              </a:gdLst>
              <a:ahLst/>
              <a:cxnLst>
                <a:cxn ang="0">
                  <a:pos x="connsiteX0" y="connsiteY0"/>
                </a:cxn>
                <a:cxn ang="0">
                  <a:pos x="connsiteX1" y="connsiteY1"/>
                </a:cxn>
                <a:cxn ang="0">
                  <a:pos x="connsiteX2" y="connsiteY2"/>
                </a:cxn>
              </a:cxnLst>
              <a:rect l="l" t="t" r="r" b="b"/>
              <a:pathLst>
                <a:path w="30671" h="30643">
                  <a:moveTo>
                    <a:pt x="0" y="0"/>
                  </a:moveTo>
                  <a:lnTo>
                    <a:pt x="0" y="30643"/>
                  </a:lnTo>
                  <a:lnTo>
                    <a:pt x="30672" y="30643"/>
                  </a:lnTo>
                  <a:close/>
                </a:path>
              </a:pathLst>
            </a:custGeom>
            <a:solidFill>
              <a:srgbClr val="00ABAB"/>
            </a:solidFill>
            <a:ln w="6390" cap="flat">
              <a:noFill/>
              <a:prstDash val="solid"/>
              <a:miter/>
            </a:ln>
          </p:spPr>
          <p:txBody>
            <a:bodyPr rtlCol="0" anchor="ctr"/>
            <a:lstStyle/>
            <a:p>
              <a:endParaRPr lang="en-US"/>
            </a:p>
          </p:txBody>
        </p:sp>
      </p:grpSp>
      <p:grpSp>
        <p:nvGrpSpPr>
          <p:cNvPr id="1721" name="Graphic 1100">
            <a:extLst>
              <a:ext uri="{FF2B5EF4-FFF2-40B4-BE49-F238E27FC236}">
                <a16:creationId xmlns:a16="http://schemas.microsoft.com/office/drawing/2014/main" id="{686F367D-3960-7A49-9CF6-4C38D74A35C9}"/>
              </a:ext>
            </a:extLst>
          </p:cNvPr>
          <p:cNvGrpSpPr/>
          <p:nvPr/>
        </p:nvGrpSpPr>
        <p:grpSpPr>
          <a:xfrm>
            <a:off x="5708769" y="4312706"/>
            <a:ext cx="362312" cy="361971"/>
            <a:chOff x="5708769" y="4312706"/>
            <a:chExt cx="362312" cy="361971"/>
          </a:xfrm>
          <a:solidFill>
            <a:srgbClr val="00ABAB"/>
          </a:solidFill>
        </p:grpSpPr>
        <p:sp>
          <p:nvSpPr>
            <p:cNvPr id="1722" name="Graphic 1100">
              <a:extLst>
                <a:ext uri="{FF2B5EF4-FFF2-40B4-BE49-F238E27FC236}">
                  <a16:creationId xmlns:a16="http://schemas.microsoft.com/office/drawing/2014/main" id="{657A45B0-FC08-7945-9F04-017DC90423A7}"/>
                </a:ext>
              </a:extLst>
            </p:cNvPr>
            <p:cNvSpPr/>
            <p:nvPr/>
          </p:nvSpPr>
          <p:spPr>
            <a:xfrm>
              <a:off x="5708769" y="4312706"/>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9204 h 361971"/>
                <a:gd name="connsiteX8" fmla="*/ 12780 w 362312"/>
                <a:gd name="connsiteY8" fmla="*/ 181305 h 361971"/>
                <a:gd name="connsiteX9" fmla="*/ 180835 w 362312"/>
                <a:gd name="connsiteY9" fmla="*/ 12768 h 361971"/>
                <a:gd name="connsiteX10" fmla="*/ 349529 w 362312"/>
                <a:gd name="connsiteY10" fmla="*/ 180667 h 361971"/>
                <a:gd name="connsiteX11" fmla="*/ 349529 w 362312"/>
                <a:gd name="connsiteY11" fmla="*/ 180667 h 361971"/>
                <a:gd name="connsiteX12" fmla="*/ 181474 w 362312"/>
                <a:gd name="connsiteY12" fmla="*/ 349204 h 361971"/>
                <a:gd name="connsiteX13" fmla="*/ 181474 w 362312"/>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lnTo>
                    <a:pt x="181474" y="0"/>
                  </a:ln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1723" name="Graphic 1100">
              <a:extLst>
                <a:ext uri="{FF2B5EF4-FFF2-40B4-BE49-F238E27FC236}">
                  <a16:creationId xmlns:a16="http://schemas.microsoft.com/office/drawing/2014/main" id="{929B971E-39D1-6C4E-93BF-2C290DDC050E}"/>
                </a:ext>
              </a:extLst>
            </p:cNvPr>
            <p:cNvSpPr/>
            <p:nvPr/>
          </p:nvSpPr>
          <p:spPr>
            <a:xfrm>
              <a:off x="5818676" y="4383568"/>
              <a:ext cx="160387" cy="219608"/>
            </a:xfrm>
            <a:custGeom>
              <a:avLst/>
              <a:gdLst>
                <a:gd name="connsiteX0" fmla="*/ 158471 w 160387"/>
                <a:gd name="connsiteY0" fmla="*/ 45326 h 219608"/>
                <a:gd name="connsiteX1" fmla="*/ 115019 w 160387"/>
                <a:gd name="connsiteY1" fmla="*/ 1915 h 219608"/>
                <a:gd name="connsiteX2" fmla="*/ 111185 w 160387"/>
                <a:gd name="connsiteY2" fmla="*/ 0 h 219608"/>
                <a:gd name="connsiteX3" fmla="*/ 110546 w 160387"/>
                <a:gd name="connsiteY3" fmla="*/ 0 h 219608"/>
                <a:gd name="connsiteX4" fmla="*/ 6390 w 160387"/>
                <a:gd name="connsiteY4" fmla="*/ 0 h 219608"/>
                <a:gd name="connsiteX5" fmla="*/ 0 w 160387"/>
                <a:gd name="connsiteY5" fmla="*/ 6384 h 219608"/>
                <a:gd name="connsiteX6" fmla="*/ 0 w 160387"/>
                <a:gd name="connsiteY6" fmla="*/ 40857 h 219608"/>
                <a:gd name="connsiteX7" fmla="*/ 6390 w 160387"/>
                <a:gd name="connsiteY7" fmla="*/ 47241 h 219608"/>
                <a:gd name="connsiteX8" fmla="*/ 12780 w 160387"/>
                <a:gd name="connsiteY8" fmla="*/ 40857 h 219608"/>
                <a:gd name="connsiteX9" fmla="*/ 12780 w 160387"/>
                <a:gd name="connsiteY9" fmla="*/ 12768 h 219608"/>
                <a:gd name="connsiteX10" fmla="*/ 104156 w 160387"/>
                <a:gd name="connsiteY10" fmla="*/ 12768 h 219608"/>
                <a:gd name="connsiteX11" fmla="*/ 104156 w 160387"/>
                <a:gd name="connsiteY11" fmla="*/ 49795 h 219608"/>
                <a:gd name="connsiteX12" fmla="*/ 110546 w 160387"/>
                <a:gd name="connsiteY12" fmla="*/ 56179 h 219608"/>
                <a:gd name="connsiteX13" fmla="*/ 147608 w 160387"/>
                <a:gd name="connsiteY13" fmla="*/ 56179 h 219608"/>
                <a:gd name="connsiteX14" fmla="*/ 147608 w 160387"/>
                <a:gd name="connsiteY14" fmla="*/ 206203 h 219608"/>
                <a:gd name="connsiteX15" fmla="*/ 12780 w 160387"/>
                <a:gd name="connsiteY15" fmla="*/ 206203 h 219608"/>
                <a:gd name="connsiteX16" fmla="*/ 12780 w 160387"/>
                <a:gd name="connsiteY16" fmla="*/ 150662 h 219608"/>
                <a:gd name="connsiteX17" fmla="*/ 6390 w 160387"/>
                <a:gd name="connsiteY17" fmla="*/ 144278 h 219608"/>
                <a:gd name="connsiteX18" fmla="*/ 0 w 160387"/>
                <a:gd name="connsiteY18" fmla="*/ 150662 h 219608"/>
                <a:gd name="connsiteX19" fmla="*/ 0 w 160387"/>
                <a:gd name="connsiteY19" fmla="*/ 213225 h 219608"/>
                <a:gd name="connsiteX20" fmla="*/ 6390 w 160387"/>
                <a:gd name="connsiteY20" fmla="*/ 219609 h 219608"/>
                <a:gd name="connsiteX21" fmla="*/ 153998 w 160387"/>
                <a:gd name="connsiteY21" fmla="*/ 219609 h 219608"/>
                <a:gd name="connsiteX22" fmla="*/ 160388 w 160387"/>
                <a:gd name="connsiteY22" fmla="*/ 213225 h 219608"/>
                <a:gd name="connsiteX23" fmla="*/ 160388 w 160387"/>
                <a:gd name="connsiteY23" fmla="*/ 50433 h 219608"/>
                <a:gd name="connsiteX24" fmla="*/ 159748 w 160387"/>
                <a:gd name="connsiteY24" fmla="*/ 47880 h 219608"/>
                <a:gd name="connsiteX25" fmla="*/ 158471 w 160387"/>
                <a:gd name="connsiteY25" fmla="*/ 45326 h 219608"/>
                <a:gd name="connsiteX26" fmla="*/ 116936 w 160387"/>
                <a:gd name="connsiteY26" fmla="*/ 22344 h 219608"/>
                <a:gd name="connsiteX27" fmla="*/ 138662 w 160387"/>
                <a:gd name="connsiteY27" fmla="*/ 44049 h 219608"/>
                <a:gd name="connsiteX28" fmla="*/ 116936 w 160387"/>
                <a:gd name="connsiteY28" fmla="*/ 44049 h 219608"/>
                <a:gd name="connsiteX29" fmla="*/ 116936 w 160387"/>
                <a:gd name="connsiteY29" fmla="*/ 22344 h 21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0387" h="219608">
                  <a:moveTo>
                    <a:pt x="158471" y="45326"/>
                  </a:moveTo>
                  <a:lnTo>
                    <a:pt x="115019" y="1915"/>
                  </a:lnTo>
                  <a:cubicBezTo>
                    <a:pt x="113741" y="638"/>
                    <a:pt x="112463" y="0"/>
                    <a:pt x="111185" y="0"/>
                  </a:cubicBezTo>
                  <a:lnTo>
                    <a:pt x="110546" y="0"/>
                  </a:lnTo>
                  <a:lnTo>
                    <a:pt x="6390" y="0"/>
                  </a:lnTo>
                  <a:cubicBezTo>
                    <a:pt x="2556" y="0"/>
                    <a:pt x="0" y="2553"/>
                    <a:pt x="0" y="6384"/>
                  </a:cubicBezTo>
                  <a:lnTo>
                    <a:pt x="0" y="40857"/>
                  </a:lnTo>
                  <a:cubicBezTo>
                    <a:pt x="0" y="44688"/>
                    <a:pt x="2556" y="47241"/>
                    <a:pt x="6390" y="47241"/>
                  </a:cubicBezTo>
                  <a:cubicBezTo>
                    <a:pt x="10224" y="47241"/>
                    <a:pt x="12780" y="44688"/>
                    <a:pt x="12780" y="40857"/>
                  </a:cubicBezTo>
                  <a:lnTo>
                    <a:pt x="12780" y="12768"/>
                  </a:lnTo>
                  <a:lnTo>
                    <a:pt x="104156" y="12768"/>
                  </a:lnTo>
                  <a:lnTo>
                    <a:pt x="104156" y="49795"/>
                  </a:lnTo>
                  <a:cubicBezTo>
                    <a:pt x="104156" y="53625"/>
                    <a:pt x="106712" y="56179"/>
                    <a:pt x="110546" y="56179"/>
                  </a:cubicBezTo>
                  <a:lnTo>
                    <a:pt x="147608" y="56179"/>
                  </a:lnTo>
                  <a:lnTo>
                    <a:pt x="147608" y="206203"/>
                  </a:lnTo>
                  <a:lnTo>
                    <a:pt x="12780" y="206203"/>
                  </a:lnTo>
                  <a:lnTo>
                    <a:pt x="12780" y="150662"/>
                  </a:lnTo>
                  <a:cubicBezTo>
                    <a:pt x="12780" y="146832"/>
                    <a:pt x="10224" y="144278"/>
                    <a:pt x="6390" y="144278"/>
                  </a:cubicBezTo>
                  <a:cubicBezTo>
                    <a:pt x="2556" y="144278"/>
                    <a:pt x="0" y="146832"/>
                    <a:pt x="0" y="150662"/>
                  </a:cubicBezTo>
                  <a:lnTo>
                    <a:pt x="0" y="213225"/>
                  </a:lnTo>
                  <a:cubicBezTo>
                    <a:pt x="0" y="217055"/>
                    <a:pt x="2556" y="219609"/>
                    <a:pt x="6390" y="219609"/>
                  </a:cubicBezTo>
                  <a:lnTo>
                    <a:pt x="153998" y="219609"/>
                  </a:lnTo>
                  <a:cubicBezTo>
                    <a:pt x="157832" y="219609"/>
                    <a:pt x="160388" y="217055"/>
                    <a:pt x="160388" y="213225"/>
                  </a:cubicBezTo>
                  <a:lnTo>
                    <a:pt x="160388" y="50433"/>
                  </a:lnTo>
                  <a:cubicBezTo>
                    <a:pt x="160388" y="49795"/>
                    <a:pt x="160388" y="48518"/>
                    <a:pt x="159748" y="47880"/>
                  </a:cubicBezTo>
                  <a:cubicBezTo>
                    <a:pt x="159748" y="47241"/>
                    <a:pt x="159110" y="45964"/>
                    <a:pt x="158471" y="45326"/>
                  </a:cubicBezTo>
                  <a:close/>
                  <a:moveTo>
                    <a:pt x="116936" y="22344"/>
                  </a:moveTo>
                  <a:lnTo>
                    <a:pt x="138662" y="44049"/>
                  </a:lnTo>
                  <a:lnTo>
                    <a:pt x="116936" y="44049"/>
                  </a:lnTo>
                  <a:lnTo>
                    <a:pt x="116936" y="22344"/>
                  </a:lnTo>
                  <a:close/>
                </a:path>
              </a:pathLst>
            </a:custGeom>
            <a:solidFill>
              <a:srgbClr val="00ABAB"/>
            </a:solidFill>
            <a:ln w="6390" cap="flat">
              <a:noFill/>
              <a:prstDash val="solid"/>
              <a:miter/>
            </a:ln>
          </p:spPr>
          <p:txBody>
            <a:bodyPr rtlCol="0" anchor="ctr"/>
            <a:lstStyle/>
            <a:p>
              <a:endParaRPr lang="en-US"/>
            </a:p>
          </p:txBody>
        </p:sp>
        <p:sp>
          <p:nvSpPr>
            <p:cNvPr id="1724" name="Graphic 1100">
              <a:extLst>
                <a:ext uri="{FF2B5EF4-FFF2-40B4-BE49-F238E27FC236}">
                  <a16:creationId xmlns:a16="http://schemas.microsoft.com/office/drawing/2014/main" id="{2DE8FA22-5AC2-304D-8F57-16051766EA08}"/>
                </a:ext>
              </a:extLst>
            </p:cNvPr>
            <p:cNvSpPr/>
            <p:nvPr/>
          </p:nvSpPr>
          <p:spPr>
            <a:xfrm>
              <a:off x="5892800" y="4499118"/>
              <a:ext cx="46646" cy="12767"/>
            </a:xfrm>
            <a:custGeom>
              <a:avLst/>
              <a:gdLst>
                <a:gd name="connsiteX0" fmla="*/ 46646 w 46646"/>
                <a:gd name="connsiteY0" fmla="*/ 6384 h 12767"/>
                <a:gd name="connsiteX1" fmla="*/ 40257 w 46646"/>
                <a:gd name="connsiteY1" fmla="*/ 0 h 12767"/>
                <a:gd name="connsiteX2" fmla="*/ 6390 w 46646"/>
                <a:gd name="connsiteY2" fmla="*/ 0 h 12767"/>
                <a:gd name="connsiteX3" fmla="*/ 0 w 46646"/>
                <a:gd name="connsiteY3" fmla="*/ 6384 h 12767"/>
                <a:gd name="connsiteX4" fmla="*/ 6390 w 46646"/>
                <a:gd name="connsiteY4" fmla="*/ 12768 h 12767"/>
                <a:gd name="connsiteX5" fmla="*/ 40257 w 46646"/>
                <a:gd name="connsiteY5" fmla="*/ 12768 h 12767"/>
                <a:gd name="connsiteX6" fmla="*/ 46646 w 46646"/>
                <a:gd name="connsiteY6" fmla="*/ 638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646" h="12767">
                  <a:moveTo>
                    <a:pt x="46646" y="6384"/>
                  </a:moveTo>
                  <a:cubicBezTo>
                    <a:pt x="46646" y="2554"/>
                    <a:pt x="44090" y="0"/>
                    <a:pt x="40257" y="0"/>
                  </a:cubicBezTo>
                  <a:lnTo>
                    <a:pt x="6390" y="0"/>
                  </a:lnTo>
                  <a:cubicBezTo>
                    <a:pt x="2556" y="0"/>
                    <a:pt x="0" y="2554"/>
                    <a:pt x="0" y="6384"/>
                  </a:cubicBezTo>
                  <a:cubicBezTo>
                    <a:pt x="0" y="10214"/>
                    <a:pt x="2556" y="12768"/>
                    <a:pt x="6390" y="12768"/>
                  </a:cubicBezTo>
                  <a:lnTo>
                    <a:pt x="40257" y="12768"/>
                  </a:lnTo>
                  <a:cubicBezTo>
                    <a:pt x="43451" y="12768"/>
                    <a:pt x="46646" y="9576"/>
                    <a:pt x="46646" y="6384"/>
                  </a:cubicBezTo>
                  <a:close/>
                </a:path>
              </a:pathLst>
            </a:custGeom>
            <a:solidFill>
              <a:srgbClr val="00ABAB"/>
            </a:solidFill>
            <a:ln w="6390" cap="flat">
              <a:noFill/>
              <a:prstDash val="solid"/>
              <a:miter/>
            </a:ln>
          </p:spPr>
          <p:txBody>
            <a:bodyPr rtlCol="0" anchor="ctr"/>
            <a:lstStyle/>
            <a:p>
              <a:endParaRPr lang="en-US"/>
            </a:p>
          </p:txBody>
        </p:sp>
        <p:sp>
          <p:nvSpPr>
            <p:cNvPr id="1725" name="Graphic 1100">
              <a:extLst>
                <a:ext uri="{FF2B5EF4-FFF2-40B4-BE49-F238E27FC236}">
                  <a16:creationId xmlns:a16="http://schemas.microsoft.com/office/drawing/2014/main" id="{2685B491-8C50-5D45-852B-7977E4CF0614}"/>
                </a:ext>
              </a:extLst>
            </p:cNvPr>
            <p:cNvSpPr/>
            <p:nvPr/>
          </p:nvSpPr>
          <p:spPr>
            <a:xfrm>
              <a:off x="5880020" y="4469113"/>
              <a:ext cx="59426" cy="12767"/>
            </a:xfrm>
            <a:custGeom>
              <a:avLst/>
              <a:gdLst>
                <a:gd name="connsiteX0" fmla="*/ 53036 w 59426"/>
                <a:gd name="connsiteY0" fmla="*/ 0 h 12767"/>
                <a:gd name="connsiteX1" fmla="*/ 6390 w 59426"/>
                <a:gd name="connsiteY1" fmla="*/ 0 h 12767"/>
                <a:gd name="connsiteX2" fmla="*/ 0 w 59426"/>
                <a:gd name="connsiteY2" fmla="*/ 6384 h 12767"/>
                <a:gd name="connsiteX3" fmla="*/ 6390 w 59426"/>
                <a:gd name="connsiteY3" fmla="*/ 12768 h 12767"/>
                <a:gd name="connsiteX4" fmla="*/ 53036 w 59426"/>
                <a:gd name="connsiteY4" fmla="*/ 12768 h 12767"/>
                <a:gd name="connsiteX5" fmla="*/ 59426 w 59426"/>
                <a:gd name="connsiteY5" fmla="*/ 6384 h 12767"/>
                <a:gd name="connsiteX6" fmla="*/ 53036 w 59426"/>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426" h="12767">
                  <a:moveTo>
                    <a:pt x="53036" y="0"/>
                  </a:moveTo>
                  <a:lnTo>
                    <a:pt x="6390" y="0"/>
                  </a:lnTo>
                  <a:cubicBezTo>
                    <a:pt x="2556" y="0"/>
                    <a:pt x="0" y="2554"/>
                    <a:pt x="0" y="6384"/>
                  </a:cubicBezTo>
                  <a:cubicBezTo>
                    <a:pt x="0" y="10215"/>
                    <a:pt x="2556" y="12768"/>
                    <a:pt x="6390" y="12768"/>
                  </a:cubicBezTo>
                  <a:lnTo>
                    <a:pt x="53036" y="12768"/>
                  </a:lnTo>
                  <a:cubicBezTo>
                    <a:pt x="56870" y="12768"/>
                    <a:pt x="59426" y="10215"/>
                    <a:pt x="59426" y="6384"/>
                  </a:cubicBezTo>
                  <a:cubicBezTo>
                    <a:pt x="59426" y="2554"/>
                    <a:pt x="56231" y="0"/>
                    <a:pt x="53036" y="0"/>
                  </a:cubicBezTo>
                  <a:close/>
                </a:path>
              </a:pathLst>
            </a:custGeom>
            <a:solidFill>
              <a:srgbClr val="00ABAB"/>
            </a:solidFill>
            <a:ln w="6390" cap="flat">
              <a:noFill/>
              <a:prstDash val="solid"/>
              <a:miter/>
            </a:ln>
          </p:spPr>
          <p:txBody>
            <a:bodyPr rtlCol="0" anchor="ctr"/>
            <a:lstStyle/>
            <a:p>
              <a:endParaRPr lang="en-US"/>
            </a:p>
          </p:txBody>
        </p:sp>
        <p:sp>
          <p:nvSpPr>
            <p:cNvPr id="1726" name="Graphic 1100">
              <a:extLst>
                <a:ext uri="{FF2B5EF4-FFF2-40B4-BE49-F238E27FC236}">
                  <a16:creationId xmlns:a16="http://schemas.microsoft.com/office/drawing/2014/main" id="{DEC1AC6E-CE13-9046-8BF5-8EE1506066BF}"/>
                </a:ext>
              </a:extLst>
            </p:cNvPr>
            <p:cNvSpPr/>
            <p:nvPr/>
          </p:nvSpPr>
          <p:spPr>
            <a:xfrm>
              <a:off x="5901106" y="4528484"/>
              <a:ext cx="36422" cy="12767"/>
            </a:xfrm>
            <a:custGeom>
              <a:avLst/>
              <a:gdLst>
                <a:gd name="connsiteX0" fmla="*/ 6390 w 36422"/>
                <a:gd name="connsiteY0" fmla="*/ 0 h 12767"/>
                <a:gd name="connsiteX1" fmla="*/ 0 w 36422"/>
                <a:gd name="connsiteY1" fmla="*/ 6384 h 12767"/>
                <a:gd name="connsiteX2" fmla="*/ 6390 w 36422"/>
                <a:gd name="connsiteY2" fmla="*/ 12768 h 12767"/>
                <a:gd name="connsiteX3" fmla="*/ 30033 w 36422"/>
                <a:gd name="connsiteY3" fmla="*/ 12768 h 12767"/>
                <a:gd name="connsiteX4" fmla="*/ 36423 w 36422"/>
                <a:gd name="connsiteY4" fmla="*/ 6384 h 12767"/>
                <a:gd name="connsiteX5" fmla="*/ 30033 w 36422"/>
                <a:gd name="connsiteY5" fmla="*/ 0 h 12767"/>
                <a:gd name="connsiteX6" fmla="*/ 6390 w 3642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422" h="12767">
                  <a:moveTo>
                    <a:pt x="6390" y="0"/>
                  </a:moveTo>
                  <a:cubicBezTo>
                    <a:pt x="2556" y="0"/>
                    <a:pt x="0" y="2554"/>
                    <a:pt x="0" y="6384"/>
                  </a:cubicBezTo>
                  <a:cubicBezTo>
                    <a:pt x="0" y="10215"/>
                    <a:pt x="2556" y="12768"/>
                    <a:pt x="6390" y="12768"/>
                  </a:cubicBezTo>
                  <a:lnTo>
                    <a:pt x="30033" y="12768"/>
                  </a:lnTo>
                  <a:cubicBezTo>
                    <a:pt x="33867" y="12768"/>
                    <a:pt x="36423" y="10215"/>
                    <a:pt x="36423" y="6384"/>
                  </a:cubicBezTo>
                  <a:cubicBezTo>
                    <a:pt x="36423" y="2554"/>
                    <a:pt x="33867" y="0"/>
                    <a:pt x="30033" y="0"/>
                  </a:cubicBezTo>
                  <a:lnTo>
                    <a:pt x="6390" y="0"/>
                  </a:lnTo>
                  <a:close/>
                </a:path>
              </a:pathLst>
            </a:custGeom>
            <a:solidFill>
              <a:srgbClr val="00ABAB"/>
            </a:solidFill>
            <a:ln w="6390" cap="flat">
              <a:noFill/>
              <a:prstDash val="solid"/>
              <a:miter/>
            </a:ln>
          </p:spPr>
          <p:txBody>
            <a:bodyPr rtlCol="0" anchor="ctr"/>
            <a:lstStyle/>
            <a:p>
              <a:endParaRPr lang="en-US"/>
            </a:p>
          </p:txBody>
        </p:sp>
        <p:sp>
          <p:nvSpPr>
            <p:cNvPr id="1727" name="Graphic 1100">
              <a:extLst>
                <a:ext uri="{FF2B5EF4-FFF2-40B4-BE49-F238E27FC236}">
                  <a16:creationId xmlns:a16="http://schemas.microsoft.com/office/drawing/2014/main" id="{24AB8DE3-76D1-2B4E-B1E5-5F721A2E4BC3}"/>
                </a:ext>
              </a:extLst>
            </p:cNvPr>
            <p:cNvSpPr/>
            <p:nvPr/>
          </p:nvSpPr>
          <p:spPr>
            <a:xfrm>
              <a:off x="5776503" y="4432086"/>
              <a:ext cx="108628" cy="109165"/>
            </a:xfrm>
            <a:custGeom>
              <a:avLst/>
              <a:gdLst>
                <a:gd name="connsiteX0" fmla="*/ 70928 w 108628"/>
                <a:gd name="connsiteY0" fmla="*/ 101505 h 109165"/>
                <a:gd name="connsiteX1" fmla="*/ 100961 w 108628"/>
                <a:gd name="connsiteY1" fmla="*/ 109166 h 109165"/>
                <a:gd name="connsiteX2" fmla="*/ 102239 w 108628"/>
                <a:gd name="connsiteY2" fmla="*/ 109166 h 109165"/>
                <a:gd name="connsiteX3" fmla="*/ 106712 w 108628"/>
                <a:gd name="connsiteY3" fmla="*/ 107251 h 109165"/>
                <a:gd name="connsiteX4" fmla="*/ 108629 w 108628"/>
                <a:gd name="connsiteY4" fmla="*/ 101505 h 109165"/>
                <a:gd name="connsiteX5" fmla="*/ 101600 w 108628"/>
                <a:gd name="connsiteY5" fmla="*/ 70862 h 109165"/>
                <a:gd name="connsiteX6" fmla="*/ 99683 w 108628"/>
                <a:gd name="connsiteY6" fmla="*/ 67670 h 109165"/>
                <a:gd name="connsiteX7" fmla="*/ 33866 w 108628"/>
                <a:gd name="connsiteY7" fmla="*/ 1915 h 109165"/>
                <a:gd name="connsiteX8" fmla="*/ 24921 w 108628"/>
                <a:gd name="connsiteY8" fmla="*/ 1915 h 109165"/>
                <a:gd name="connsiteX9" fmla="*/ 1917 w 108628"/>
                <a:gd name="connsiteY9" fmla="*/ 24898 h 109165"/>
                <a:gd name="connsiteX10" fmla="*/ 1917 w 108628"/>
                <a:gd name="connsiteY10" fmla="*/ 33835 h 109165"/>
                <a:gd name="connsiteX11" fmla="*/ 1917 w 108628"/>
                <a:gd name="connsiteY11" fmla="*/ 33835 h 109165"/>
                <a:gd name="connsiteX12" fmla="*/ 68372 w 108628"/>
                <a:gd name="connsiteY12" fmla="*/ 100229 h 109165"/>
                <a:gd name="connsiteX13" fmla="*/ 70928 w 108628"/>
                <a:gd name="connsiteY13" fmla="*/ 101505 h 109165"/>
                <a:gd name="connsiteX14" fmla="*/ 79235 w 108628"/>
                <a:gd name="connsiteY14" fmla="*/ 90653 h 109165"/>
                <a:gd name="connsiteX15" fmla="*/ 90098 w 108628"/>
                <a:gd name="connsiteY15" fmla="*/ 79800 h 109165"/>
                <a:gd name="connsiteX16" fmla="*/ 93293 w 108628"/>
                <a:gd name="connsiteY16" fmla="*/ 93845 h 109165"/>
                <a:gd name="connsiteX17" fmla="*/ 79235 w 108628"/>
                <a:gd name="connsiteY17" fmla="*/ 90653 h 109165"/>
                <a:gd name="connsiteX18" fmla="*/ 28755 w 108628"/>
                <a:gd name="connsiteY18" fmla="*/ 15322 h 109165"/>
                <a:gd name="connsiteX19" fmla="*/ 82430 w 108628"/>
                <a:gd name="connsiteY19" fmla="*/ 68947 h 109165"/>
                <a:gd name="connsiteX20" fmla="*/ 68372 w 108628"/>
                <a:gd name="connsiteY20" fmla="*/ 82992 h 109165"/>
                <a:gd name="connsiteX21" fmla="*/ 14697 w 108628"/>
                <a:gd name="connsiteY21" fmla="*/ 29366 h 109165"/>
                <a:gd name="connsiteX22" fmla="*/ 28755 w 108628"/>
                <a:gd name="connsiteY22" fmla="*/ 15322 h 10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8628" h="109165">
                  <a:moveTo>
                    <a:pt x="70928" y="101505"/>
                  </a:moveTo>
                  <a:lnTo>
                    <a:pt x="100961" y="109166"/>
                  </a:lnTo>
                  <a:cubicBezTo>
                    <a:pt x="101600" y="109166"/>
                    <a:pt x="102239" y="109166"/>
                    <a:pt x="102239" y="109166"/>
                  </a:cubicBezTo>
                  <a:cubicBezTo>
                    <a:pt x="104156" y="109166"/>
                    <a:pt x="105434" y="108528"/>
                    <a:pt x="106712" y="107251"/>
                  </a:cubicBezTo>
                  <a:cubicBezTo>
                    <a:pt x="107990" y="105974"/>
                    <a:pt x="108629" y="103420"/>
                    <a:pt x="108629" y="101505"/>
                  </a:cubicBezTo>
                  <a:lnTo>
                    <a:pt x="101600" y="70862"/>
                  </a:lnTo>
                  <a:cubicBezTo>
                    <a:pt x="101600" y="69585"/>
                    <a:pt x="100961" y="68947"/>
                    <a:pt x="99683" y="67670"/>
                  </a:cubicBezTo>
                  <a:lnTo>
                    <a:pt x="33866" y="1915"/>
                  </a:lnTo>
                  <a:cubicBezTo>
                    <a:pt x="31311" y="-638"/>
                    <a:pt x="27477" y="-638"/>
                    <a:pt x="24921" y="1915"/>
                  </a:cubicBezTo>
                  <a:lnTo>
                    <a:pt x="1917" y="24898"/>
                  </a:lnTo>
                  <a:cubicBezTo>
                    <a:pt x="-639" y="27451"/>
                    <a:pt x="-639" y="31282"/>
                    <a:pt x="1917" y="33835"/>
                  </a:cubicBezTo>
                  <a:cubicBezTo>
                    <a:pt x="1917" y="33835"/>
                    <a:pt x="1917" y="33835"/>
                    <a:pt x="1917" y="33835"/>
                  </a:cubicBezTo>
                  <a:lnTo>
                    <a:pt x="68372" y="100229"/>
                  </a:lnTo>
                  <a:cubicBezTo>
                    <a:pt x="69011" y="100229"/>
                    <a:pt x="69650" y="100867"/>
                    <a:pt x="70928" y="101505"/>
                  </a:cubicBezTo>
                  <a:close/>
                  <a:moveTo>
                    <a:pt x="79235" y="90653"/>
                  </a:moveTo>
                  <a:lnTo>
                    <a:pt x="90098" y="79800"/>
                  </a:lnTo>
                  <a:lnTo>
                    <a:pt x="93293" y="93845"/>
                  </a:lnTo>
                  <a:lnTo>
                    <a:pt x="79235" y="90653"/>
                  </a:lnTo>
                  <a:close/>
                  <a:moveTo>
                    <a:pt x="28755" y="15322"/>
                  </a:moveTo>
                  <a:lnTo>
                    <a:pt x="82430" y="68947"/>
                  </a:lnTo>
                  <a:lnTo>
                    <a:pt x="68372" y="82992"/>
                  </a:lnTo>
                  <a:lnTo>
                    <a:pt x="14697" y="29366"/>
                  </a:lnTo>
                  <a:lnTo>
                    <a:pt x="28755" y="15322"/>
                  </a:lnTo>
                  <a:close/>
                </a:path>
              </a:pathLst>
            </a:custGeom>
            <a:solidFill>
              <a:srgbClr val="00ABAB"/>
            </a:solidFill>
            <a:ln w="6390" cap="flat">
              <a:noFill/>
              <a:prstDash val="solid"/>
              <a:miter/>
            </a:ln>
          </p:spPr>
          <p:txBody>
            <a:bodyPr rtlCol="0" anchor="ctr"/>
            <a:lstStyle/>
            <a:p>
              <a:endParaRPr lang="en-US"/>
            </a:p>
          </p:txBody>
        </p:sp>
      </p:grpSp>
      <p:grpSp>
        <p:nvGrpSpPr>
          <p:cNvPr id="1728" name="Graphic 1100">
            <a:extLst>
              <a:ext uri="{FF2B5EF4-FFF2-40B4-BE49-F238E27FC236}">
                <a16:creationId xmlns:a16="http://schemas.microsoft.com/office/drawing/2014/main" id="{B8F09E2C-3F64-344C-8528-6EAB6A838C72}"/>
              </a:ext>
            </a:extLst>
          </p:cNvPr>
          <p:cNvGrpSpPr/>
          <p:nvPr/>
        </p:nvGrpSpPr>
        <p:grpSpPr>
          <a:xfrm>
            <a:off x="5708769" y="3828162"/>
            <a:ext cx="362312" cy="361971"/>
            <a:chOff x="5708769" y="3828162"/>
            <a:chExt cx="362312" cy="361971"/>
          </a:xfrm>
          <a:solidFill>
            <a:srgbClr val="00ABAB"/>
          </a:solidFill>
        </p:grpSpPr>
        <p:sp>
          <p:nvSpPr>
            <p:cNvPr id="1729" name="Graphic 1100">
              <a:extLst>
                <a:ext uri="{FF2B5EF4-FFF2-40B4-BE49-F238E27FC236}">
                  <a16:creationId xmlns:a16="http://schemas.microsoft.com/office/drawing/2014/main" id="{44F88EEA-538D-8147-B6EF-887355B0D534}"/>
                </a:ext>
              </a:extLst>
            </p:cNvPr>
            <p:cNvSpPr/>
            <p:nvPr/>
          </p:nvSpPr>
          <p:spPr>
            <a:xfrm>
              <a:off x="5708769" y="3828162"/>
              <a:ext cx="362312" cy="361971"/>
            </a:xfrm>
            <a:custGeom>
              <a:avLst/>
              <a:gdLst>
                <a:gd name="connsiteX0" fmla="*/ 181474 w 362312"/>
                <a:gd name="connsiteY0" fmla="*/ 0 h 361971"/>
                <a:gd name="connsiteX1" fmla="*/ 0 w 362312"/>
                <a:gd name="connsiteY1" fmla="*/ 180667 h 361971"/>
                <a:gd name="connsiteX2" fmla="*/ 180835 w 362312"/>
                <a:gd name="connsiteY2" fmla="*/ 361971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6"/>
                    <a:pt x="0" y="180667"/>
                  </a:cubicBezTo>
                  <a:cubicBezTo>
                    <a:pt x="0" y="280257"/>
                    <a:pt x="81152" y="361971"/>
                    <a:pt x="180835" y="361971"/>
                  </a:cubicBezTo>
                  <a:cubicBezTo>
                    <a:pt x="280518" y="361971"/>
                    <a:pt x="362309" y="280895"/>
                    <a:pt x="362309" y="181305"/>
                  </a:cubicBezTo>
                  <a:cubicBezTo>
                    <a:pt x="362309" y="181305"/>
                    <a:pt x="362309" y="181305"/>
                    <a:pt x="362309" y="181305"/>
                  </a:cubicBezTo>
                  <a:cubicBezTo>
                    <a:pt x="362948" y="81076"/>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1730" name="Graphic 1100">
              <a:extLst>
                <a:ext uri="{FF2B5EF4-FFF2-40B4-BE49-F238E27FC236}">
                  <a16:creationId xmlns:a16="http://schemas.microsoft.com/office/drawing/2014/main" id="{54126EE6-B9B9-2445-9A89-065D6176E774}"/>
                </a:ext>
              </a:extLst>
            </p:cNvPr>
            <p:cNvSpPr/>
            <p:nvPr/>
          </p:nvSpPr>
          <p:spPr>
            <a:xfrm>
              <a:off x="5804619" y="3900301"/>
              <a:ext cx="160484" cy="218970"/>
            </a:xfrm>
            <a:custGeom>
              <a:avLst/>
              <a:gdLst>
                <a:gd name="connsiteX0" fmla="*/ 153997 w 160484"/>
                <a:gd name="connsiteY0" fmla="*/ 185774 h 218970"/>
                <a:gd name="connsiteX1" fmla="*/ 147607 w 160484"/>
                <a:gd name="connsiteY1" fmla="*/ 192158 h 218970"/>
                <a:gd name="connsiteX2" fmla="*/ 147607 w 160484"/>
                <a:gd name="connsiteY2" fmla="*/ 205564 h 218970"/>
                <a:gd name="connsiteX3" fmla="*/ 12780 w 160484"/>
                <a:gd name="connsiteY3" fmla="*/ 205564 h 218970"/>
                <a:gd name="connsiteX4" fmla="*/ 12780 w 160484"/>
                <a:gd name="connsiteY4" fmla="*/ 12129 h 218970"/>
                <a:gd name="connsiteX5" fmla="*/ 104156 w 160484"/>
                <a:gd name="connsiteY5" fmla="*/ 12129 h 218970"/>
                <a:gd name="connsiteX6" fmla="*/ 104156 w 160484"/>
                <a:gd name="connsiteY6" fmla="*/ 49157 h 218970"/>
                <a:gd name="connsiteX7" fmla="*/ 110546 w 160484"/>
                <a:gd name="connsiteY7" fmla="*/ 55541 h 218970"/>
                <a:gd name="connsiteX8" fmla="*/ 147607 w 160484"/>
                <a:gd name="connsiteY8" fmla="*/ 55541 h 218970"/>
                <a:gd name="connsiteX9" fmla="*/ 147607 w 160484"/>
                <a:gd name="connsiteY9" fmla="*/ 70862 h 218970"/>
                <a:gd name="connsiteX10" fmla="*/ 153997 w 160484"/>
                <a:gd name="connsiteY10" fmla="*/ 77246 h 218970"/>
                <a:gd name="connsiteX11" fmla="*/ 160387 w 160484"/>
                <a:gd name="connsiteY11" fmla="*/ 70862 h 218970"/>
                <a:gd name="connsiteX12" fmla="*/ 160387 w 160484"/>
                <a:gd name="connsiteY12" fmla="*/ 49157 h 218970"/>
                <a:gd name="connsiteX13" fmla="*/ 159748 w 160484"/>
                <a:gd name="connsiteY13" fmla="*/ 46603 h 218970"/>
                <a:gd name="connsiteX14" fmla="*/ 158470 w 160484"/>
                <a:gd name="connsiteY14" fmla="*/ 44688 h 218970"/>
                <a:gd name="connsiteX15" fmla="*/ 115019 w 160484"/>
                <a:gd name="connsiteY15" fmla="*/ 1277 h 218970"/>
                <a:gd name="connsiteX16" fmla="*/ 113102 w 160484"/>
                <a:gd name="connsiteY16" fmla="*/ 0 h 218970"/>
                <a:gd name="connsiteX17" fmla="*/ 111185 w 160484"/>
                <a:gd name="connsiteY17" fmla="*/ 0 h 218970"/>
                <a:gd name="connsiteX18" fmla="*/ 110546 w 160484"/>
                <a:gd name="connsiteY18" fmla="*/ 0 h 218970"/>
                <a:gd name="connsiteX19" fmla="*/ 6390 w 160484"/>
                <a:gd name="connsiteY19" fmla="*/ 0 h 218970"/>
                <a:gd name="connsiteX20" fmla="*/ 0 w 160484"/>
                <a:gd name="connsiteY20" fmla="*/ 6384 h 218970"/>
                <a:gd name="connsiteX21" fmla="*/ 0 w 160484"/>
                <a:gd name="connsiteY21" fmla="*/ 212587 h 218970"/>
                <a:gd name="connsiteX22" fmla="*/ 6390 w 160484"/>
                <a:gd name="connsiteY22" fmla="*/ 218971 h 218970"/>
                <a:gd name="connsiteX23" fmla="*/ 153997 w 160484"/>
                <a:gd name="connsiteY23" fmla="*/ 218971 h 218970"/>
                <a:gd name="connsiteX24" fmla="*/ 160387 w 160484"/>
                <a:gd name="connsiteY24" fmla="*/ 212587 h 218970"/>
                <a:gd name="connsiteX25" fmla="*/ 160387 w 160484"/>
                <a:gd name="connsiteY25" fmla="*/ 192796 h 218970"/>
                <a:gd name="connsiteX26" fmla="*/ 153997 w 160484"/>
                <a:gd name="connsiteY26" fmla="*/ 185774 h 218970"/>
                <a:gd name="connsiteX27" fmla="*/ 153997 w 160484"/>
                <a:gd name="connsiteY27" fmla="*/ 185774 h 218970"/>
                <a:gd name="connsiteX28" fmla="*/ 117575 w 160484"/>
                <a:gd name="connsiteY28" fmla="*/ 21067 h 218970"/>
                <a:gd name="connsiteX29" fmla="*/ 139301 w 160484"/>
                <a:gd name="connsiteY29" fmla="*/ 42773 h 218970"/>
                <a:gd name="connsiteX30" fmla="*/ 117575 w 160484"/>
                <a:gd name="connsiteY30" fmla="*/ 42773 h 218970"/>
                <a:gd name="connsiteX31" fmla="*/ 117575 w 160484"/>
                <a:gd name="connsiteY31" fmla="*/ 21067 h 21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60484" h="218970">
                  <a:moveTo>
                    <a:pt x="153997" y="185774"/>
                  </a:moveTo>
                  <a:cubicBezTo>
                    <a:pt x="150164" y="185774"/>
                    <a:pt x="147607" y="188327"/>
                    <a:pt x="147607" y="192158"/>
                  </a:cubicBezTo>
                  <a:lnTo>
                    <a:pt x="147607" y="205564"/>
                  </a:lnTo>
                  <a:lnTo>
                    <a:pt x="12780" y="205564"/>
                  </a:lnTo>
                  <a:lnTo>
                    <a:pt x="12780" y="12129"/>
                  </a:lnTo>
                  <a:lnTo>
                    <a:pt x="104156" y="12129"/>
                  </a:lnTo>
                  <a:lnTo>
                    <a:pt x="104156" y="49157"/>
                  </a:lnTo>
                  <a:cubicBezTo>
                    <a:pt x="104156" y="52987"/>
                    <a:pt x="106712" y="55541"/>
                    <a:pt x="110546" y="55541"/>
                  </a:cubicBezTo>
                  <a:lnTo>
                    <a:pt x="147607" y="55541"/>
                  </a:lnTo>
                  <a:lnTo>
                    <a:pt x="147607" y="70862"/>
                  </a:lnTo>
                  <a:cubicBezTo>
                    <a:pt x="147607" y="74693"/>
                    <a:pt x="150164" y="77246"/>
                    <a:pt x="153997" y="77246"/>
                  </a:cubicBezTo>
                  <a:cubicBezTo>
                    <a:pt x="157831" y="77246"/>
                    <a:pt x="160387" y="74693"/>
                    <a:pt x="160387" y="70862"/>
                  </a:cubicBezTo>
                  <a:lnTo>
                    <a:pt x="160387" y="49157"/>
                  </a:lnTo>
                  <a:cubicBezTo>
                    <a:pt x="160387" y="48518"/>
                    <a:pt x="160387" y="47241"/>
                    <a:pt x="159748" y="46603"/>
                  </a:cubicBezTo>
                  <a:cubicBezTo>
                    <a:pt x="159109" y="45965"/>
                    <a:pt x="159109" y="45326"/>
                    <a:pt x="158470" y="44688"/>
                  </a:cubicBezTo>
                  <a:lnTo>
                    <a:pt x="115019" y="1277"/>
                  </a:lnTo>
                  <a:cubicBezTo>
                    <a:pt x="114380" y="638"/>
                    <a:pt x="113741" y="0"/>
                    <a:pt x="113102" y="0"/>
                  </a:cubicBezTo>
                  <a:cubicBezTo>
                    <a:pt x="112463" y="0"/>
                    <a:pt x="111824" y="0"/>
                    <a:pt x="111185" y="0"/>
                  </a:cubicBezTo>
                  <a:lnTo>
                    <a:pt x="110546" y="0"/>
                  </a:lnTo>
                  <a:lnTo>
                    <a:pt x="6390" y="0"/>
                  </a:lnTo>
                  <a:cubicBezTo>
                    <a:pt x="2556" y="0"/>
                    <a:pt x="0" y="2553"/>
                    <a:pt x="0" y="6384"/>
                  </a:cubicBezTo>
                  <a:lnTo>
                    <a:pt x="0" y="212587"/>
                  </a:lnTo>
                  <a:cubicBezTo>
                    <a:pt x="0" y="216417"/>
                    <a:pt x="2556" y="218971"/>
                    <a:pt x="6390" y="218971"/>
                  </a:cubicBezTo>
                  <a:lnTo>
                    <a:pt x="153997" y="218971"/>
                  </a:lnTo>
                  <a:cubicBezTo>
                    <a:pt x="157831" y="218971"/>
                    <a:pt x="160387" y="216417"/>
                    <a:pt x="160387" y="212587"/>
                  </a:cubicBezTo>
                  <a:lnTo>
                    <a:pt x="160387" y="192796"/>
                  </a:lnTo>
                  <a:cubicBezTo>
                    <a:pt x="161026" y="188966"/>
                    <a:pt x="158470" y="185774"/>
                    <a:pt x="153997" y="185774"/>
                  </a:cubicBezTo>
                  <a:cubicBezTo>
                    <a:pt x="154636" y="185774"/>
                    <a:pt x="154636" y="185774"/>
                    <a:pt x="153997" y="185774"/>
                  </a:cubicBezTo>
                  <a:close/>
                  <a:moveTo>
                    <a:pt x="117575" y="21067"/>
                  </a:moveTo>
                  <a:lnTo>
                    <a:pt x="139301" y="42773"/>
                  </a:lnTo>
                  <a:lnTo>
                    <a:pt x="117575" y="42773"/>
                  </a:lnTo>
                  <a:lnTo>
                    <a:pt x="117575" y="21067"/>
                  </a:lnTo>
                  <a:close/>
                </a:path>
              </a:pathLst>
            </a:custGeom>
            <a:solidFill>
              <a:srgbClr val="00ABAB"/>
            </a:solidFill>
            <a:ln w="6390" cap="flat">
              <a:noFill/>
              <a:prstDash val="solid"/>
              <a:miter/>
            </a:ln>
          </p:spPr>
          <p:txBody>
            <a:bodyPr rtlCol="0" anchor="ctr"/>
            <a:lstStyle/>
            <a:p>
              <a:endParaRPr lang="en-US"/>
            </a:p>
          </p:txBody>
        </p:sp>
        <p:sp>
          <p:nvSpPr>
            <p:cNvPr id="1731" name="Graphic 1100">
              <a:extLst>
                <a:ext uri="{FF2B5EF4-FFF2-40B4-BE49-F238E27FC236}">
                  <a16:creationId xmlns:a16="http://schemas.microsoft.com/office/drawing/2014/main" id="{C2698C97-A7FE-2842-AD82-A4F17FD0A336}"/>
                </a:ext>
              </a:extLst>
            </p:cNvPr>
            <p:cNvSpPr/>
            <p:nvPr/>
          </p:nvSpPr>
          <p:spPr>
            <a:xfrm>
              <a:off x="5833373" y="3980100"/>
              <a:ext cx="158522" cy="104058"/>
            </a:xfrm>
            <a:custGeom>
              <a:avLst/>
              <a:gdLst>
                <a:gd name="connsiteX0" fmla="*/ 104156 w 158522"/>
                <a:gd name="connsiteY0" fmla="*/ 638 h 104058"/>
                <a:gd name="connsiteX1" fmla="*/ 89459 w 158522"/>
                <a:gd name="connsiteY1" fmla="*/ 2553 h 104058"/>
                <a:gd name="connsiteX2" fmla="*/ 88820 w 158522"/>
                <a:gd name="connsiteY2" fmla="*/ 2553 h 104058"/>
                <a:gd name="connsiteX3" fmla="*/ 6390 w 158522"/>
                <a:gd name="connsiteY3" fmla="*/ 2553 h 104058"/>
                <a:gd name="connsiteX4" fmla="*/ 0 w 158522"/>
                <a:gd name="connsiteY4" fmla="*/ 8937 h 104058"/>
                <a:gd name="connsiteX5" fmla="*/ 6390 w 158522"/>
                <a:gd name="connsiteY5" fmla="*/ 15321 h 104058"/>
                <a:gd name="connsiteX6" fmla="*/ 68372 w 158522"/>
                <a:gd name="connsiteY6" fmla="*/ 15321 h 104058"/>
                <a:gd name="connsiteX7" fmla="*/ 56870 w 158522"/>
                <a:gd name="connsiteY7" fmla="*/ 31920 h 104058"/>
                <a:gd name="connsiteX8" fmla="*/ 6390 w 158522"/>
                <a:gd name="connsiteY8" fmla="*/ 31920 h 104058"/>
                <a:gd name="connsiteX9" fmla="*/ 0 w 158522"/>
                <a:gd name="connsiteY9" fmla="*/ 38304 h 104058"/>
                <a:gd name="connsiteX10" fmla="*/ 6390 w 158522"/>
                <a:gd name="connsiteY10" fmla="*/ 44688 h 104058"/>
                <a:gd name="connsiteX11" fmla="*/ 53036 w 158522"/>
                <a:gd name="connsiteY11" fmla="*/ 44688 h 104058"/>
                <a:gd name="connsiteX12" fmla="*/ 52397 w 158522"/>
                <a:gd name="connsiteY12" fmla="*/ 52349 h 104058"/>
                <a:gd name="connsiteX13" fmla="*/ 53675 w 158522"/>
                <a:gd name="connsiteY13" fmla="*/ 61925 h 104058"/>
                <a:gd name="connsiteX14" fmla="*/ 6390 w 158522"/>
                <a:gd name="connsiteY14" fmla="*/ 61925 h 104058"/>
                <a:gd name="connsiteX15" fmla="*/ 0 w 158522"/>
                <a:gd name="connsiteY15" fmla="*/ 68309 h 104058"/>
                <a:gd name="connsiteX16" fmla="*/ 6390 w 158522"/>
                <a:gd name="connsiteY16" fmla="*/ 74693 h 104058"/>
                <a:gd name="connsiteX17" fmla="*/ 58148 w 158522"/>
                <a:gd name="connsiteY17" fmla="*/ 74693 h 104058"/>
                <a:gd name="connsiteX18" fmla="*/ 71567 w 158522"/>
                <a:gd name="connsiteY18" fmla="*/ 91291 h 104058"/>
                <a:gd name="connsiteX19" fmla="*/ 7029 w 158522"/>
                <a:gd name="connsiteY19" fmla="*/ 91291 h 104058"/>
                <a:gd name="connsiteX20" fmla="*/ 639 w 158522"/>
                <a:gd name="connsiteY20" fmla="*/ 97675 h 104058"/>
                <a:gd name="connsiteX21" fmla="*/ 7029 w 158522"/>
                <a:gd name="connsiteY21" fmla="*/ 104059 h 104058"/>
                <a:gd name="connsiteX22" fmla="*/ 101600 w 158522"/>
                <a:gd name="connsiteY22" fmla="*/ 104059 h 104058"/>
                <a:gd name="connsiteX23" fmla="*/ 104156 w 158522"/>
                <a:gd name="connsiteY23" fmla="*/ 103421 h 104058"/>
                <a:gd name="connsiteX24" fmla="*/ 104795 w 158522"/>
                <a:gd name="connsiteY24" fmla="*/ 103421 h 104058"/>
                <a:gd name="connsiteX25" fmla="*/ 158470 w 158522"/>
                <a:gd name="connsiteY25" fmla="*/ 53625 h 104058"/>
                <a:gd name="connsiteX26" fmla="*/ 108629 w 158522"/>
                <a:gd name="connsiteY26" fmla="*/ 0 h 104058"/>
                <a:gd name="connsiteX27" fmla="*/ 104156 w 158522"/>
                <a:gd name="connsiteY27" fmla="*/ 638 h 104058"/>
                <a:gd name="connsiteX28" fmla="*/ 104156 w 158522"/>
                <a:gd name="connsiteY28" fmla="*/ 638 h 104058"/>
                <a:gd name="connsiteX29" fmla="*/ 104156 w 158522"/>
                <a:gd name="connsiteY29" fmla="*/ 90653 h 104058"/>
                <a:gd name="connsiteX30" fmla="*/ 65177 w 158522"/>
                <a:gd name="connsiteY30" fmla="*/ 51710 h 104058"/>
                <a:gd name="connsiteX31" fmla="*/ 104156 w 158522"/>
                <a:gd name="connsiteY31" fmla="*/ 12768 h 104058"/>
                <a:gd name="connsiteX32" fmla="*/ 143134 w 158522"/>
                <a:gd name="connsiteY32" fmla="*/ 51710 h 104058"/>
                <a:gd name="connsiteX33" fmla="*/ 104156 w 158522"/>
                <a:gd name="connsiteY33" fmla="*/ 90653 h 104058"/>
                <a:gd name="connsiteX34" fmla="*/ 104156 w 158522"/>
                <a:gd name="connsiteY34" fmla="*/ 90653 h 104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58522" h="104058">
                  <a:moveTo>
                    <a:pt x="104156" y="638"/>
                  </a:moveTo>
                  <a:cubicBezTo>
                    <a:pt x="99044" y="638"/>
                    <a:pt x="93932" y="1277"/>
                    <a:pt x="89459" y="2553"/>
                  </a:cubicBezTo>
                  <a:lnTo>
                    <a:pt x="88820" y="2553"/>
                  </a:lnTo>
                  <a:lnTo>
                    <a:pt x="6390" y="2553"/>
                  </a:lnTo>
                  <a:cubicBezTo>
                    <a:pt x="2556" y="2553"/>
                    <a:pt x="0" y="5107"/>
                    <a:pt x="0" y="8937"/>
                  </a:cubicBezTo>
                  <a:cubicBezTo>
                    <a:pt x="0" y="12768"/>
                    <a:pt x="2556" y="15321"/>
                    <a:pt x="6390" y="15321"/>
                  </a:cubicBezTo>
                  <a:lnTo>
                    <a:pt x="68372" y="15321"/>
                  </a:lnTo>
                  <a:cubicBezTo>
                    <a:pt x="63260" y="19790"/>
                    <a:pt x="60065" y="25536"/>
                    <a:pt x="56870" y="31920"/>
                  </a:cubicBezTo>
                  <a:lnTo>
                    <a:pt x="6390" y="31920"/>
                  </a:lnTo>
                  <a:cubicBezTo>
                    <a:pt x="2556" y="31920"/>
                    <a:pt x="0" y="34473"/>
                    <a:pt x="0" y="38304"/>
                  </a:cubicBezTo>
                  <a:cubicBezTo>
                    <a:pt x="0" y="42134"/>
                    <a:pt x="2556" y="44688"/>
                    <a:pt x="6390" y="44688"/>
                  </a:cubicBezTo>
                  <a:lnTo>
                    <a:pt x="53036" y="44688"/>
                  </a:lnTo>
                  <a:cubicBezTo>
                    <a:pt x="52397" y="47241"/>
                    <a:pt x="52397" y="49795"/>
                    <a:pt x="52397" y="52349"/>
                  </a:cubicBezTo>
                  <a:cubicBezTo>
                    <a:pt x="52397" y="55541"/>
                    <a:pt x="52397" y="58733"/>
                    <a:pt x="53675" y="61925"/>
                  </a:cubicBezTo>
                  <a:lnTo>
                    <a:pt x="6390" y="61925"/>
                  </a:lnTo>
                  <a:cubicBezTo>
                    <a:pt x="2556" y="61925"/>
                    <a:pt x="0" y="64478"/>
                    <a:pt x="0" y="68309"/>
                  </a:cubicBezTo>
                  <a:cubicBezTo>
                    <a:pt x="0" y="72139"/>
                    <a:pt x="2556" y="74693"/>
                    <a:pt x="6390" y="74693"/>
                  </a:cubicBezTo>
                  <a:lnTo>
                    <a:pt x="58148" y="74693"/>
                  </a:lnTo>
                  <a:cubicBezTo>
                    <a:pt x="61343" y="81077"/>
                    <a:pt x="65816" y="86822"/>
                    <a:pt x="71567" y="91291"/>
                  </a:cubicBezTo>
                  <a:lnTo>
                    <a:pt x="7029" y="91291"/>
                  </a:lnTo>
                  <a:cubicBezTo>
                    <a:pt x="3195" y="91291"/>
                    <a:pt x="639" y="93845"/>
                    <a:pt x="639" y="97675"/>
                  </a:cubicBezTo>
                  <a:cubicBezTo>
                    <a:pt x="639" y="101505"/>
                    <a:pt x="3195" y="104059"/>
                    <a:pt x="7029" y="104059"/>
                  </a:cubicBezTo>
                  <a:lnTo>
                    <a:pt x="101600" y="104059"/>
                  </a:lnTo>
                  <a:cubicBezTo>
                    <a:pt x="102239" y="104059"/>
                    <a:pt x="103517" y="104059"/>
                    <a:pt x="104156" y="103421"/>
                  </a:cubicBezTo>
                  <a:lnTo>
                    <a:pt x="104795" y="103421"/>
                  </a:lnTo>
                  <a:cubicBezTo>
                    <a:pt x="133549" y="104697"/>
                    <a:pt x="157192" y="82353"/>
                    <a:pt x="158470" y="53625"/>
                  </a:cubicBezTo>
                  <a:cubicBezTo>
                    <a:pt x="159748" y="24897"/>
                    <a:pt x="137384" y="1277"/>
                    <a:pt x="108629" y="0"/>
                  </a:cubicBezTo>
                  <a:cubicBezTo>
                    <a:pt x="106712" y="638"/>
                    <a:pt x="105434" y="638"/>
                    <a:pt x="104156" y="638"/>
                  </a:cubicBezTo>
                  <a:lnTo>
                    <a:pt x="104156" y="638"/>
                  </a:lnTo>
                  <a:close/>
                  <a:moveTo>
                    <a:pt x="104156" y="90653"/>
                  </a:moveTo>
                  <a:cubicBezTo>
                    <a:pt x="82430" y="90653"/>
                    <a:pt x="65177" y="73416"/>
                    <a:pt x="65177" y="51710"/>
                  </a:cubicBezTo>
                  <a:cubicBezTo>
                    <a:pt x="65177" y="30005"/>
                    <a:pt x="82430" y="12768"/>
                    <a:pt x="104156" y="12768"/>
                  </a:cubicBezTo>
                  <a:cubicBezTo>
                    <a:pt x="125881" y="12768"/>
                    <a:pt x="143134" y="30005"/>
                    <a:pt x="143134" y="51710"/>
                  </a:cubicBezTo>
                  <a:cubicBezTo>
                    <a:pt x="143134" y="73416"/>
                    <a:pt x="125243" y="90653"/>
                    <a:pt x="104156" y="90653"/>
                  </a:cubicBezTo>
                  <a:lnTo>
                    <a:pt x="104156" y="90653"/>
                  </a:lnTo>
                  <a:close/>
                </a:path>
              </a:pathLst>
            </a:custGeom>
            <a:solidFill>
              <a:srgbClr val="00ABAB"/>
            </a:solidFill>
            <a:ln w="6390" cap="flat">
              <a:noFill/>
              <a:prstDash val="solid"/>
              <a:miter/>
            </a:ln>
          </p:spPr>
          <p:txBody>
            <a:bodyPr rtlCol="0" anchor="ctr"/>
            <a:lstStyle/>
            <a:p>
              <a:endParaRPr lang="en-US"/>
            </a:p>
          </p:txBody>
        </p:sp>
        <p:sp>
          <p:nvSpPr>
            <p:cNvPr id="1732" name="Graphic 1100">
              <a:extLst>
                <a:ext uri="{FF2B5EF4-FFF2-40B4-BE49-F238E27FC236}">
                  <a16:creationId xmlns:a16="http://schemas.microsoft.com/office/drawing/2014/main" id="{A9F98A86-923B-8E4C-9729-AD626B1F8A55}"/>
                </a:ext>
              </a:extLst>
            </p:cNvPr>
            <p:cNvSpPr/>
            <p:nvPr/>
          </p:nvSpPr>
          <p:spPr>
            <a:xfrm>
              <a:off x="5910052" y="4008828"/>
              <a:ext cx="54953" cy="44688"/>
            </a:xfrm>
            <a:custGeom>
              <a:avLst/>
              <a:gdLst>
                <a:gd name="connsiteX0" fmla="*/ 44091 w 54953"/>
                <a:gd name="connsiteY0" fmla="*/ 1915 h 44688"/>
                <a:gd name="connsiteX1" fmla="*/ 17892 w 54953"/>
                <a:gd name="connsiteY1" fmla="*/ 28728 h 44688"/>
                <a:gd name="connsiteX2" fmla="*/ 10863 w 54953"/>
                <a:gd name="connsiteY2" fmla="*/ 21706 h 44688"/>
                <a:gd name="connsiteX3" fmla="*/ 1917 w 54953"/>
                <a:gd name="connsiteY3" fmla="*/ 21706 h 44688"/>
                <a:gd name="connsiteX4" fmla="*/ 1917 w 54953"/>
                <a:gd name="connsiteY4" fmla="*/ 30643 h 44688"/>
                <a:gd name="connsiteX5" fmla="*/ 13419 w 54953"/>
                <a:gd name="connsiteY5" fmla="*/ 42773 h 44688"/>
                <a:gd name="connsiteX6" fmla="*/ 17892 w 54953"/>
                <a:gd name="connsiteY6" fmla="*/ 44688 h 44688"/>
                <a:gd name="connsiteX7" fmla="*/ 22365 w 54953"/>
                <a:gd name="connsiteY7" fmla="*/ 42773 h 44688"/>
                <a:gd name="connsiteX8" fmla="*/ 53037 w 54953"/>
                <a:gd name="connsiteY8" fmla="*/ 10853 h 44688"/>
                <a:gd name="connsiteX9" fmla="*/ 53037 w 54953"/>
                <a:gd name="connsiteY9" fmla="*/ 1915 h 44688"/>
                <a:gd name="connsiteX10" fmla="*/ 53037 w 54953"/>
                <a:gd name="connsiteY10" fmla="*/ 1915 h 44688"/>
                <a:gd name="connsiteX11" fmla="*/ 44091 w 54953"/>
                <a:gd name="connsiteY11" fmla="*/ 1915 h 44688"/>
                <a:gd name="connsiteX12" fmla="*/ 44091 w 54953"/>
                <a:gd name="connsiteY12" fmla="*/ 1915 h 4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953" h="44688">
                  <a:moveTo>
                    <a:pt x="44091" y="1915"/>
                  </a:moveTo>
                  <a:lnTo>
                    <a:pt x="17892" y="28728"/>
                  </a:lnTo>
                  <a:lnTo>
                    <a:pt x="10863" y="21706"/>
                  </a:lnTo>
                  <a:cubicBezTo>
                    <a:pt x="8307" y="19152"/>
                    <a:pt x="4473" y="19152"/>
                    <a:pt x="1917" y="21706"/>
                  </a:cubicBezTo>
                  <a:cubicBezTo>
                    <a:pt x="-639" y="24259"/>
                    <a:pt x="-639" y="28089"/>
                    <a:pt x="1917" y="30643"/>
                  </a:cubicBezTo>
                  <a:lnTo>
                    <a:pt x="13419" y="42773"/>
                  </a:lnTo>
                  <a:cubicBezTo>
                    <a:pt x="14697" y="44049"/>
                    <a:pt x="15975" y="44688"/>
                    <a:pt x="17892" y="44688"/>
                  </a:cubicBezTo>
                  <a:cubicBezTo>
                    <a:pt x="19809" y="44688"/>
                    <a:pt x="21087" y="44049"/>
                    <a:pt x="22365" y="42773"/>
                  </a:cubicBezTo>
                  <a:lnTo>
                    <a:pt x="53037" y="10853"/>
                  </a:lnTo>
                  <a:cubicBezTo>
                    <a:pt x="55592" y="8299"/>
                    <a:pt x="55592" y="4469"/>
                    <a:pt x="53037" y="1915"/>
                  </a:cubicBezTo>
                  <a:cubicBezTo>
                    <a:pt x="53037" y="1915"/>
                    <a:pt x="53037" y="1915"/>
                    <a:pt x="53037" y="1915"/>
                  </a:cubicBezTo>
                  <a:cubicBezTo>
                    <a:pt x="51120" y="-638"/>
                    <a:pt x="47285" y="-638"/>
                    <a:pt x="44091" y="1915"/>
                  </a:cubicBezTo>
                  <a:cubicBezTo>
                    <a:pt x="44091" y="1915"/>
                    <a:pt x="44091" y="1915"/>
                    <a:pt x="44091" y="1915"/>
                  </a:cubicBezTo>
                  <a:close/>
                </a:path>
              </a:pathLst>
            </a:custGeom>
            <a:solidFill>
              <a:srgbClr val="00ABAB"/>
            </a:solidFill>
            <a:ln w="6390" cap="flat">
              <a:noFill/>
              <a:prstDash val="solid"/>
              <a:miter/>
            </a:ln>
          </p:spPr>
          <p:txBody>
            <a:bodyPr rtlCol="0" anchor="ctr"/>
            <a:lstStyle/>
            <a:p>
              <a:endParaRPr lang="en-US"/>
            </a:p>
          </p:txBody>
        </p:sp>
      </p:grpSp>
      <p:grpSp>
        <p:nvGrpSpPr>
          <p:cNvPr id="1733" name="Graphic 1100">
            <a:extLst>
              <a:ext uri="{FF2B5EF4-FFF2-40B4-BE49-F238E27FC236}">
                <a16:creationId xmlns:a16="http://schemas.microsoft.com/office/drawing/2014/main" id="{FC36D53F-EF3B-054D-A830-CEEB81D2E41F}"/>
              </a:ext>
            </a:extLst>
          </p:cNvPr>
          <p:cNvGrpSpPr/>
          <p:nvPr/>
        </p:nvGrpSpPr>
        <p:grpSpPr>
          <a:xfrm>
            <a:off x="6147119" y="4312706"/>
            <a:ext cx="362309" cy="361971"/>
            <a:chOff x="6147119" y="4312706"/>
            <a:chExt cx="362309" cy="361971"/>
          </a:xfrm>
          <a:solidFill>
            <a:srgbClr val="00ABAB"/>
          </a:solidFill>
        </p:grpSpPr>
        <p:sp>
          <p:nvSpPr>
            <p:cNvPr id="1734" name="Graphic 1100">
              <a:extLst>
                <a:ext uri="{FF2B5EF4-FFF2-40B4-BE49-F238E27FC236}">
                  <a16:creationId xmlns:a16="http://schemas.microsoft.com/office/drawing/2014/main" id="{A131C29A-1436-4A42-9C3B-BF0565B3F61D}"/>
                </a:ext>
              </a:extLst>
            </p:cNvPr>
            <p:cNvSpPr/>
            <p:nvPr/>
          </p:nvSpPr>
          <p:spPr>
            <a:xfrm>
              <a:off x="6294088" y="4511886"/>
              <a:ext cx="14057" cy="14044"/>
            </a:xfrm>
            <a:custGeom>
              <a:avLst/>
              <a:gdLst>
                <a:gd name="connsiteX0" fmla="*/ 0 w 14057"/>
                <a:gd name="connsiteY0" fmla="*/ 10853 h 14044"/>
                <a:gd name="connsiteX1" fmla="*/ 14058 w 14057"/>
                <a:gd name="connsiteY1" fmla="*/ 14045 h 14044"/>
                <a:gd name="connsiteX2" fmla="*/ 10863 w 14057"/>
                <a:gd name="connsiteY2" fmla="*/ 0 h 14044"/>
              </a:gdLst>
              <a:ahLst/>
              <a:cxnLst>
                <a:cxn ang="0">
                  <a:pos x="connsiteX0" y="connsiteY0"/>
                </a:cxn>
                <a:cxn ang="0">
                  <a:pos x="connsiteX1" y="connsiteY1"/>
                </a:cxn>
                <a:cxn ang="0">
                  <a:pos x="connsiteX2" y="connsiteY2"/>
                </a:cxn>
              </a:cxnLst>
              <a:rect l="l" t="t" r="r" b="b"/>
              <a:pathLst>
                <a:path w="14057" h="14044">
                  <a:moveTo>
                    <a:pt x="0" y="10853"/>
                  </a:moveTo>
                  <a:lnTo>
                    <a:pt x="14058" y="14045"/>
                  </a:lnTo>
                  <a:lnTo>
                    <a:pt x="10863" y="0"/>
                  </a:lnTo>
                  <a:close/>
                </a:path>
              </a:pathLst>
            </a:custGeom>
            <a:solidFill>
              <a:srgbClr val="00ABAB"/>
            </a:solidFill>
            <a:ln w="6390" cap="flat">
              <a:noFill/>
              <a:prstDash val="solid"/>
              <a:miter/>
            </a:ln>
          </p:spPr>
          <p:txBody>
            <a:bodyPr rtlCol="0" anchor="ctr"/>
            <a:lstStyle/>
            <a:p>
              <a:endParaRPr lang="en-US"/>
            </a:p>
          </p:txBody>
        </p:sp>
        <p:sp>
          <p:nvSpPr>
            <p:cNvPr id="1735" name="Graphic 1100">
              <a:extLst>
                <a:ext uri="{FF2B5EF4-FFF2-40B4-BE49-F238E27FC236}">
                  <a16:creationId xmlns:a16="http://schemas.microsoft.com/office/drawing/2014/main" id="{A9D9EC26-BD4F-7D42-A056-7AD4D750D6C5}"/>
                </a:ext>
              </a:extLst>
            </p:cNvPr>
            <p:cNvSpPr/>
            <p:nvPr/>
          </p:nvSpPr>
          <p:spPr>
            <a:xfrm>
              <a:off x="6147119" y="431270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69011 w 362309"/>
                <a:gd name="connsiteY7" fmla="*/ 143640 h 361971"/>
                <a:gd name="connsiteX8" fmla="*/ 92015 w 362309"/>
                <a:gd name="connsiteY8" fmla="*/ 120657 h 361971"/>
                <a:gd name="connsiteX9" fmla="*/ 100961 w 362309"/>
                <a:gd name="connsiteY9" fmla="*/ 120657 h 361971"/>
                <a:gd name="connsiteX10" fmla="*/ 166777 w 362309"/>
                <a:gd name="connsiteY10" fmla="*/ 186412 h 361971"/>
                <a:gd name="connsiteX11" fmla="*/ 168695 w 362309"/>
                <a:gd name="connsiteY11" fmla="*/ 189604 h 361971"/>
                <a:gd name="connsiteX12" fmla="*/ 176362 w 362309"/>
                <a:gd name="connsiteY12" fmla="*/ 220247 h 361971"/>
                <a:gd name="connsiteX13" fmla="*/ 171889 w 362309"/>
                <a:gd name="connsiteY13" fmla="*/ 227908 h 361971"/>
                <a:gd name="connsiteX14" fmla="*/ 168695 w 362309"/>
                <a:gd name="connsiteY14" fmla="*/ 227908 h 361971"/>
                <a:gd name="connsiteX15" fmla="*/ 138662 w 362309"/>
                <a:gd name="connsiteY15" fmla="*/ 220247 h 361971"/>
                <a:gd name="connsiteX16" fmla="*/ 135467 w 362309"/>
                <a:gd name="connsiteY16" fmla="*/ 218332 h 361971"/>
                <a:gd name="connsiteX17" fmla="*/ 69011 w 362309"/>
                <a:gd name="connsiteY17" fmla="*/ 151939 h 361971"/>
                <a:gd name="connsiteX18" fmla="*/ 69011 w 362309"/>
                <a:gd name="connsiteY18" fmla="*/ 143640 h 361971"/>
                <a:gd name="connsiteX19" fmla="*/ 69011 w 362309"/>
                <a:gd name="connsiteY19" fmla="*/ 143640 h 361971"/>
                <a:gd name="connsiteX20" fmla="*/ 223648 w 362309"/>
                <a:gd name="connsiteY20" fmla="*/ 198542 h 361971"/>
                <a:gd name="connsiteX21" fmla="*/ 189781 w 362309"/>
                <a:gd name="connsiteY21" fmla="*/ 198542 h 361971"/>
                <a:gd name="connsiteX22" fmla="*/ 183391 w 362309"/>
                <a:gd name="connsiteY22" fmla="*/ 192158 h 361971"/>
                <a:gd name="connsiteX23" fmla="*/ 189781 w 362309"/>
                <a:gd name="connsiteY23" fmla="*/ 185774 h 361971"/>
                <a:gd name="connsiteX24" fmla="*/ 223648 w 362309"/>
                <a:gd name="connsiteY24" fmla="*/ 185774 h 361971"/>
                <a:gd name="connsiteX25" fmla="*/ 230038 w 362309"/>
                <a:gd name="connsiteY25" fmla="*/ 192158 h 361971"/>
                <a:gd name="connsiteX26" fmla="*/ 223648 w 362309"/>
                <a:gd name="connsiteY26" fmla="*/ 198542 h 361971"/>
                <a:gd name="connsiteX27" fmla="*/ 223648 w 362309"/>
                <a:gd name="connsiteY27" fmla="*/ 198542 h 361971"/>
                <a:gd name="connsiteX28" fmla="*/ 228121 w 362309"/>
                <a:gd name="connsiteY28" fmla="*/ 222163 h 361971"/>
                <a:gd name="connsiteX29" fmla="*/ 221731 w 362309"/>
                <a:gd name="connsiteY29" fmla="*/ 228546 h 361971"/>
                <a:gd name="connsiteX30" fmla="*/ 198088 w 362309"/>
                <a:gd name="connsiteY30" fmla="*/ 228546 h 361971"/>
                <a:gd name="connsiteX31" fmla="*/ 191698 w 362309"/>
                <a:gd name="connsiteY31" fmla="*/ 222163 h 361971"/>
                <a:gd name="connsiteX32" fmla="*/ 198088 w 362309"/>
                <a:gd name="connsiteY32" fmla="*/ 215779 h 361971"/>
                <a:gd name="connsiteX33" fmla="*/ 221731 w 362309"/>
                <a:gd name="connsiteY33" fmla="*/ 215779 h 361971"/>
                <a:gd name="connsiteX34" fmla="*/ 228121 w 362309"/>
                <a:gd name="connsiteY34" fmla="*/ 222163 h 361971"/>
                <a:gd name="connsiteX35" fmla="*/ 228121 w 362309"/>
                <a:gd name="connsiteY35" fmla="*/ 222163 h 361971"/>
                <a:gd name="connsiteX36" fmla="*/ 228121 w 362309"/>
                <a:gd name="connsiteY36" fmla="*/ 222163 h 361971"/>
                <a:gd name="connsiteX37" fmla="*/ 223648 w 362309"/>
                <a:gd name="connsiteY37" fmla="*/ 169176 h 361971"/>
                <a:gd name="connsiteX38" fmla="*/ 177001 w 362309"/>
                <a:gd name="connsiteY38" fmla="*/ 169176 h 361971"/>
                <a:gd name="connsiteX39" fmla="*/ 170611 w 362309"/>
                <a:gd name="connsiteY39" fmla="*/ 162792 h 361971"/>
                <a:gd name="connsiteX40" fmla="*/ 177001 w 362309"/>
                <a:gd name="connsiteY40" fmla="*/ 156408 h 361971"/>
                <a:gd name="connsiteX41" fmla="*/ 223648 w 362309"/>
                <a:gd name="connsiteY41" fmla="*/ 156408 h 361971"/>
                <a:gd name="connsiteX42" fmla="*/ 230038 w 362309"/>
                <a:gd name="connsiteY42" fmla="*/ 162792 h 361971"/>
                <a:gd name="connsiteX43" fmla="*/ 223648 w 362309"/>
                <a:gd name="connsiteY43" fmla="*/ 169176 h 361971"/>
                <a:gd name="connsiteX44" fmla="*/ 223648 w 362309"/>
                <a:gd name="connsiteY44" fmla="*/ 169176 h 361971"/>
                <a:gd name="connsiteX45" fmla="*/ 270294 w 362309"/>
                <a:gd name="connsiteY45" fmla="*/ 284087 h 361971"/>
                <a:gd name="connsiteX46" fmla="*/ 263904 w 362309"/>
                <a:gd name="connsiteY46" fmla="*/ 290471 h 361971"/>
                <a:gd name="connsiteX47" fmla="*/ 116297 w 362309"/>
                <a:gd name="connsiteY47" fmla="*/ 290471 h 361971"/>
                <a:gd name="connsiteX48" fmla="*/ 109907 w 362309"/>
                <a:gd name="connsiteY48" fmla="*/ 284087 h 361971"/>
                <a:gd name="connsiteX49" fmla="*/ 109907 w 362309"/>
                <a:gd name="connsiteY49" fmla="*/ 221524 h 361971"/>
                <a:gd name="connsiteX50" fmla="*/ 116297 w 362309"/>
                <a:gd name="connsiteY50" fmla="*/ 215140 h 361971"/>
                <a:gd name="connsiteX51" fmla="*/ 122687 w 362309"/>
                <a:gd name="connsiteY51" fmla="*/ 221524 h 361971"/>
                <a:gd name="connsiteX52" fmla="*/ 122687 w 362309"/>
                <a:gd name="connsiteY52" fmla="*/ 277703 h 361971"/>
                <a:gd name="connsiteX53" fmla="*/ 257514 w 362309"/>
                <a:gd name="connsiteY53" fmla="*/ 277703 h 361971"/>
                <a:gd name="connsiteX54" fmla="*/ 257514 w 362309"/>
                <a:gd name="connsiteY54" fmla="*/ 127680 h 361971"/>
                <a:gd name="connsiteX55" fmla="*/ 220453 w 362309"/>
                <a:gd name="connsiteY55" fmla="*/ 127680 h 361971"/>
                <a:gd name="connsiteX56" fmla="*/ 214063 w 362309"/>
                <a:gd name="connsiteY56" fmla="*/ 121296 h 361971"/>
                <a:gd name="connsiteX57" fmla="*/ 214063 w 362309"/>
                <a:gd name="connsiteY57" fmla="*/ 84269 h 361971"/>
                <a:gd name="connsiteX58" fmla="*/ 122048 w 362309"/>
                <a:gd name="connsiteY58" fmla="*/ 84269 h 361971"/>
                <a:gd name="connsiteX59" fmla="*/ 122048 w 362309"/>
                <a:gd name="connsiteY59" fmla="*/ 112358 h 361971"/>
                <a:gd name="connsiteX60" fmla="*/ 115658 w 362309"/>
                <a:gd name="connsiteY60" fmla="*/ 118742 h 361971"/>
                <a:gd name="connsiteX61" fmla="*/ 109268 w 362309"/>
                <a:gd name="connsiteY61" fmla="*/ 112358 h 361971"/>
                <a:gd name="connsiteX62" fmla="*/ 109268 w 362309"/>
                <a:gd name="connsiteY62" fmla="*/ 77885 h 361971"/>
                <a:gd name="connsiteX63" fmla="*/ 115658 w 362309"/>
                <a:gd name="connsiteY63" fmla="*/ 71501 h 361971"/>
                <a:gd name="connsiteX64" fmla="*/ 220453 w 362309"/>
                <a:gd name="connsiteY64" fmla="*/ 71501 h 361971"/>
                <a:gd name="connsiteX65" fmla="*/ 222370 w 362309"/>
                <a:gd name="connsiteY65" fmla="*/ 72139 h 361971"/>
                <a:gd name="connsiteX66" fmla="*/ 224287 w 362309"/>
                <a:gd name="connsiteY66" fmla="*/ 73416 h 361971"/>
                <a:gd name="connsiteX67" fmla="*/ 267739 w 362309"/>
                <a:gd name="connsiteY67" fmla="*/ 116827 h 361971"/>
                <a:gd name="connsiteX68" fmla="*/ 269016 w 362309"/>
                <a:gd name="connsiteY68" fmla="*/ 118742 h 361971"/>
                <a:gd name="connsiteX69" fmla="*/ 269655 w 362309"/>
                <a:gd name="connsiteY69" fmla="*/ 121296 h 361971"/>
                <a:gd name="connsiteX70" fmla="*/ 270294 w 362309"/>
                <a:gd name="connsiteY70" fmla="*/ 28408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1077"/>
                    <a:pt x="281157" y="0"/>
                    <a:pt x="181474" y="0"/>
                  </a:cubicBezTo>
                  <a:lnTo>
                    <a:pt x="181474" y="0"/>
                  </a:lnTo>
                  <a:close/>
                  <a:moveTo>
                    <a:pt x="69011" y="143640"/>
                  </a:moveTo>
                  <a:lnTo>
                    <a:pt x="92015" y="120657"/>
                  </a:lnTo>
                  <a:cubicBezTo>
                    <a:pt x="94571" y="118104"/>
                    <a:pt x="98405" y="118104"/>
                    <a:pt x="100961" y="120657"/>
                  </a:cubicBezTo>
                  <a:lnTo>
                    <a:pt x="166777" y="186412"/>
                  </a:lnTo>
                  <a:cubicBezTo>
                    <a:pt x="167416" y="187051"/>
                    <a:pt x="168055" y="188327"/>
                    <a:pt x="168695" y="189604"/>
                  </a:cubicBezTo>
                  <a:lnTo>
                    <a:pt x="176362" y="220247"/>
                  </a:lnTo>
                  <a:cubicBezTo>
                    <a:pt x="177001" y="223439"/>
                    <a:pt x="175084" y="227270"/>
                    <a:pt x="171889" y="227908"/>
                  </a:cubicBezTo>
                  <a:cubicBezTo>
                    <a:pt x="170611" y="227908"/>
                    <a:pt x="169972" y="227908"/>
                    <a:pt x="168695" y="227908"/>
                  </a:cubicBezTo>
                  <a:lnTo>
                    <a:pt x="138662" y="220247"/>
                  </a:lnTo>
                  <a:cubicBezTo>
                    <a:pt x="137384" y="220247"/>
                    <a:pt x="136745" y="219609"/>
                    <a:pt x="135467" y="218332"/>
                  </a:cubicBezTo>
                  <a:lnTo>
                    <a:pt x="69011" y="151939"/>
                  </a:lnTo>
                  <a:cubicBezTo>
                    <a:pt x="66456" y="150662"/>
                    <a:pt x="66456" y="146193"/>
                    <a:pt x="69011" y="143640"/>
                  </a:cubicBezTo>
                  <a:cubicBezTo>
                    <a:pt x="69011" y="144278"/>
                    <a:pt x="69011" y="144278"/>
                    <a:pt x="69011" y="143640"/>
                  </a:cubicBezTo>
                  <a:close/>
                  <a:moveTo>
                    <a:pt x="223648" y="198542"/>
                  </a:moveTo>
                  <a:lnTo>
                    <a:pt x="189781" y="198542"/>
                  </a:lnTo>
                  <a:cubicBezTo>
                    <a:pt x="185947" y="198542"/>
                    <a:pt x="183391" y="195988"/>
                    <a:pt x="183391" y="192158"/>
                  </a:cubicBezTo>
                  <a:cubicBezTo>
                    <a:pt x="183391" y="188327"/>
                    <a:pt x="185947" y="185774"/>
                    <a:pt x="189781" y="185774"/>
                  </a:cubicBezTo>
                  <a:lnTo>
                    <a:pt x="223648" y="185774"/>
                  </a:lnTo>
                  <a:cubicBezTo>
                    <a:pt x="227482" y="185774"/>
                    <a:pt x="230038" y="188327"/>
                    <a:pt x="230038" y="192158"/>
                  </a:cubicBezTo>
                  <a:cubicBezTo>
                    <a:pt x="230038" y="195988"/>
                    <a:pt x="227482" y="198542"/>
                    <a:pt x="223648" y="198542"/>
                  </a:cubicBezTo>
                  <a:lnTo>
                    <a:pt x="223648" y="198542"/>
                  </a:lnTo>
                  <a:close/>
                  <a:moveTo>
                    <a:pt x="228121" y="222163"/>
                  </a:moveTo>
                  <a:cubicBezTo>
                    <a:pt x="228121" y="225993"/>
                    <a:pt x="225565" y="228546"/>
                    <a:pt x="221731" y="228546"/>
                  </a:cubicBezTo>
                  <a:lnTo>
                    <a:pt x="198088" y="228546"/>
                  </a:lnTo>
                  <a:cubicBezTo>
                    <a:pt x="194254" y="228546"/>
                    <a:pt x="191698" y="225993"/>
                    <a:pt x="191698" y="222163"/>
                  </a:cubicBezTo>
                  <a:cubicBezTo>
                    <a:pt x="191698" y="218332"/>
                    <a:pt x="194254" y="215779"/>
                    <a:pt x="198088" y="215779"/>
                  </a:cubicBezTo>
                  <a:lnTo>
                    <a:pt x="221731" y="215779"/>
                  </a:lnTo>
                  <a:cubicBezTo>
                    <a:pt x="224926" y="215779"/>
                    <a:pt x="228121" y="218332"/>
                    <a:pt x="228121" y="222163"/>
                  </a:cubicBezTo>
                  <a:cubicBezTo>
                    <a:pt x="228121" y="222163"/>
                    <a:pt x="228121" y="222163"/>
                    <a:pt x="228121" y="222163"/>
                  </a:cubicBezTo>
                  <a:lnTo>
                    <a:pt x="228121" y="222163"/>
                  </a:lnTo>
                  <a:close/>
                  <a:moveTo>
                    <a:pt x="223648" y="169176"/>
                  </a:moveTo>
                  <a:lnTo>
                    <a:pt x="177001" y="169176"/>
                  </a:lnTo>
                  <a:cubicBezTo>
                    <a:pt x="173167" y="169176"/>
                    <a:pt x="170611" y="166622"/>
                    <a:pt x="170611" y="162792"/>
                  </a:cubicBezTo>
                  <a:cubicBezTo>
                    <a:pt x="170611" y="158961"/>
                    <a:pt x="173167" y="156408"/>
                    <a:pt x="177001" y="156408"/>
                  </a:cubicBezTo>
                  <a:lnTo>
                    <a:pt x="223648" y="156408"/>
                  </a:lnTo>
                  <a:cubicBezTo>
                    <a:pt x="227482" y="156408"/>
                    <a:pt x="230038" y="158961"/>
                    <a:pt x="230038" y="162792"/>
                  </a:cubicBezTo>
                  <a:cubicBezTo>
                    <a:pt x="230038" y="166622"/>
                    <a:pt x="227482" y="169176"/>
                    <a:pt x="223648" y="169176"/>
                  </a:cubicBezTo>
                  <a:lnTo>
                    <a:pt x="223648" y="169176"/>
                  </a:lnTo>
                  <a:close/>
                  <a:moveTo>
                    <a:pt x="270294" y="284087"/>
                  </a:moveTo>
                  <a:cubicBezTo>
                    <a:pt x="270294" y="287918"/>
                    <a:pt x="267739" y="290471"/>
                    <a:pt x="263904" y="290471"/>
                  </a:cubicBezTo>
                  <a:lnTo>
                    <a:pt x="116297" y="290471"/>
                  </a:lnTo>
                  <a:cubicBezTo>
                    <a:pt x="112463" y="290471"/>
                    <a:pt x="109907" y="287918"/>
                    <a:pt x="109907" y="284087"/>
                  </a:cubicBezTo>
                  <a:lnTo>
                    <a:pt x="109907" y="221524"/>
                  </a:lnTo>
                  <a:cubicBezTo>
                    <a:pt x="109907" y="217694"/>
                    <a:pt x="112463" y="215140"/>
                    <a:pt x="116297" y="215140"/>
                  </a:cubicBezTo>
                  <a:cubicBezTo>
                    <a:pt x="120131" y="215140"/>
                    <a:pt x="122687" y="217694"/>
                    <a:pt x="122687" y="221524"/>
                  </a:cubicBezTo>
                  <a:lnTo>
                    <a:pt x="122687" y="277703"/>
                  </a:lnTo>
                  <a:lnTo>
                    <a:pt x="257514" y="277703"/>
                  </a:lnTo>
                  <a:lnTo>
                    <a:pt x="257514" y="127680"/>
                  </a:lnTo>
                  <a:lnTo>
                    <a:pt x="220453" y="127680"/>
                  </a:lnTo>
                  <a:cubicBezTo>
                    <a:pt x="216619" y="127680"/>
                    <a:pt x="214063" y="125126"/>
                    <a:pt x="214063" y="121296"/>
                  </a:cubicBezTo>
                  <a:lnTo>
                    <a:pt x="214063" y="84269"/>
                  </a:lnTo>
                  <a:lnTo>
                    <a:pt x="122048" y="84269"/>
                  </a:lnTo>
                  <a:lnTo>
                    <a:pt x="122048" y="112358"/>
                  </a:lnTo>
                  <a:cubicBezTo>
                    <a:pt x="122048" y="116189"/>
                    <a:pt x="119492" y="118742"/>
                    <a:pt x="115658" y="118742"/>
                  </a:cubicBezTo>
                  <a:cubicBezTo>
                    <a:pt x="111824" y="118742"/>
                    <a:pt x="109268" y="116189"/>
                    <a:pt x="109268" y="112358"/>
                  </a:cubicBezTo>
                  <a:lnTo>
                    <a:pt x="109268" y="77885"/>
                  </a:lnTo>
                  <a:cubicBezTo>
                    <a:pt x="109268" y="74054"/>
                    <a:pt x="111824" y="71501"/>
                    <a:pt x="115658" y="71501"/>
                  </a:cubicBezTo>
                  <a:lnTo>
                    <a:pt x="220453" y="71501"/>
                  </a:lnTo>
                  <a:cubicBezTo>
                    <a:pt x="221092" y="71501"/>
                    <a:pt x="221731" y="71501"/>
                    <a:pt x="222370" y="72139"/>
                  </a:cubicBezTo>
                  <a:cubicBezTo>
                    <a:pt x="223009" y="72139"/>
                    <a:pt x="223648" y="72778"/>
                    <a:pt x="224287" y="73416"/>
                  </a:cubicBezTo>
                  <a:lnTo>
                    <a:pt x="267739" y="116827"/>
                  </a:lnTo>
                  <a:cubicBezTo>
                    <a:pt x="268377" y="117465"/>
                    <a:pt x="269016" y="118104"/>
                    <a:pt x="269016" y="118742"/>
                  </a:cubicBezTo>
                  <a:cubicBezTo>
                    <a:pt x="269655" y="119381"/>
                    <a:pt x="269655" y="120657"/>
                    <a:pt x="269655" y="121296"/>
                  </a:cubicBezTo>
                  <a:lnTo>
                    <a:pt x="270294" y="284087"/>
                  </a:lnTo>
                  <a:close/>
                </a:path>
              </a:pathLst>
            </a:custGeom>
            <a:solidFill>
              <a:srgbClr val="00ABAB"/>
            </a:solidFill>
            <a:ln w="6390" cap="flat">
              <a:noFill/>
              <a:prstDash val="solid"/>
              <a:miter/>
            </a:ln>
          </p:spPr>
          <p:txBody>
            <a:bodyPr rtlCol="0" anchor="ctr"/>
            <a:lstStyle/>
            <a:p>
              <a:endParaRPr lang="en-US"/>
            </a:p>
          </p:txBody>
        </p:sp>
        <p:sp>
          <p:nvSpPr>
            <p:cNvPr id="1736" name="Graphic 1100">
              <a:extLst>
                <a:ext uri="{FF2B5EF4-FFF2-40B4-BE49-F238E27FC236}">
                  <a16:creationId xmlns:a16="http://schemas.microsoft.com/office/drawing/2014/main" id="{3D0F49E1-4686-C345-868E-8A2A9BF27075}"/>
                </a:ext>
              </a:extLst>
            </p:cNvPr>
            <p:cNvSpPr/>
            <p:nvPr/>
          </p:nvSpPr>
          <p:spPr>
            <a:xfrm rot="-2700000">
              <a:off x="6253559" y="4442836"/>
              <a:ext cx="19808" cy="75968"/>
            </a:xfrm>
            <a:custGeom>
              <a:avLst/>
              <a:gdLst>
                <a:gd name="connsiteX0" fmla="*/ 0 w 19808"/>
                <a:gd name="connsiteY0" fmla="*/ 0 h 75968"/>
                <a:gd name="connsiteX1" fmla="*/ 19808 w 19808"/>
                <a:gd name="connsiteY1" fmla="*/ 0 h 75968"/>
                <a:gd name="connsiteX2" fmla="*/ 19808 w 19808"/>
                <a:gd name="connsiteY2" fmla="*/ 75969 h 75968"/>
                <a:gd name="connsiteX3" fmla="*/ 0 w 19808"/>
                <a:gd name="connsiteY3" fmla="*/ 75969 h 75968"/>
              </a:gdLst>
              <a:ahLst/>
              <a:cxnLst>
                <a:cxn ang="0">
                  <a:pos x="connsiteX0" y="connsiteY0"/>
                </a:cxn>
                <a:cxn ang="0">
                  <a:pos x="connsiteX1" y="connsiteY1"/>
                </a:cxn>
                <a:cxn ang="0">
                  <a:pos x="connsiteX2" y="connsiteY2"/>
                </a:cxn>
                <a:cxn ang="0">
                  <a:pos x="connsiteX3" y="connsiteY3"/>
                </a:cxn>
              </a:cxnLst>
              <a:rect l="l" t="t" r="r" b="b"/>
              <a:pathLst>
                <a:path w="19808" h="75968">
                  <a:moveTo>
                    <a:pt x="0" y="0"/>
                  </a:moveTo>
                  <a:lnTo>
                    <a:pt x="19808" y="0"/>
                  </a:lnTo>
                  <a:lnTo>
                    <a:pt x="19808" y="75969"/>
                  </a:lnTo>
                  <a:lnTo>
                    <a:pt x="0" y="75969"/>
                  </a:lnTo>
                  <a:close/>
                </a:path>
              </a:pathLst>
            </a:custGeom>
            <a:solidFill>
              <a:srgbClr val="00ABAB"/>
            </a:solidFill>
            <a:ln w="6390" cap="flat">
              <a:noFill/>
              <a:prstDash val="solid"/>
              <a:miter/>
            </a:ln>
          </p:spPr>
          <p:txBody>
            <a:bodyPr rtlCol="0" anchor="ctr"/>
            <a:lstStyle/>
            <a:p>
              <a:endParaRPr lang="en-US"/>
            </a:p>
          </p:txBody>
        </p:sp>
        <p:sp>
          <p:nvSpPr>
            <p:cNvPr id="1737" name="Graphic 1100">
              <a:extLst>
                <a:ext uri="{FF2B5EF4-FFF2-40B4-BE49-F238E27FC236}">
                  <a16:creationId xmlns:a16="http://schemas.microsoft.com/office/drawing/2014/main" id="{852E0E7C-3612-A846-8D37-9574B3C63890}"/>
                </a:ext>
              </a:extLst>
            </p:cNvPr>
            <p:cNvSpPr/>
            <p:nvPr/>
          </p:nvSpPr>
          <p:spPr>
            <a:xfrm>
              <a:off x="6373962" y="4405912"/>
              <a:ext cx="21086" cy="21705"/>
            </a:xfrm>
            <a:custGeom>
              <a:avLst/>
              <a:gdLst>
                <a:gd name="connsiteX0" fmla="*/ 0 w 21086"/>
                <a:gd name="connsiteY0" fmla="*/ 0 h 21705"/>
                <a:gd name="connsiteX1" fmla="*/ 0 w 21086"/>
                <a:gd name="connsiteY1" fmla="*/ 21705 h 21705"/>
                <a:gd name="connsiteX2" fmla="*/ 21087 w 21086"/>
                <a:gd name="connsiteY2" fmla="*/ 21705 h 21705"/>
              </a:gdLst>
              <a:ahLst/>
              <a:cxnLst>
                <a:cxn ang="0">
                  <a:pos x="connsiteX0" y="connsiteY0"/>
                </a:cxn>
                <a:cxn ang="0">
                  <a:pos x="connsiteX1" y="connsiteY1"/>
                </a:cxn>
                <a:cxn ang="0">
                  <a:pos x="connsiteX2" y="connsiteY2"/>
                </a:cxn>
              </a:cxnLst>
              <a:rect l="l" t="t" r="r" b="b"/>
              <a:pathLst>
                <a:path w="21086" h="21705">
                  <a:moveTo>
                    <a:pt x="0" y="0"/>
                  </a:moveTo>
                  <a:lnTo>
                    <a:pt x="0" y="21705"/>
                  </a:lnTo>
                  <a:lnTo>
                    <a:pt x="21087" y="21705"/>
                  </a:lnTo>
                  <a:close/>
                </a:path>
              </a:pathLst>
            </a:custGeom>
            <a:solidFill>
              <a:srgbClr val="00ABAB"/>
            </a:solidFill>
            <a:ln w="6390" cap="flat">
              <a:noFill/>
              <a:prstDash val="solid"/>
              <a:miter/>
            </a:ln>
          </p:spPr>
          <p:txBody>
            <a:bodyPr rtlCol="0" anchor="ctr"/>
            <a:lstStyle/>
            <a:p>
              <a:endParaRPr lang="en-US"/>
            </a:p>
          </p:txBody>
        </p:sp>
      </p:grpSp>
      <p:grpSp>
        <p:nvGrpSpPr>
          <p:cNvPr id="1738" name="Graphic 1100">
            <a:extLst>
              <a:ext uri="{FF2B5EF4-FFF2-40B4-BE49-F238E27FC236}">
                <a16:creationId xmlns:a16="http://schemas.microsoft.com/office/drawing/2014/main" id="{98E6CA64-2565-D747-B40E-0A10505BDBA2}"/>
              </a:ext>
            </a:extLst>
          </p:cNvPr>
          <p:cNvGrpSpPr/>
          <p:nvPr/>
        </p:nvGrpSpPr>
        <p:grpSpPr>
          <a:xfrm>
            <a:off x="6147119" y="3828162"/>
            <a:ext cx="362309" cy="361971"/>
            <a:chOff x="6147119" y="3828162"/>
            <a:chExt cx="362309" cy="361971"/>
          </a:xfrm>
          <a:solidFill>
            <a:srgbClr val="00ABAB"/>
          </a:solidFill>
        </p:grpSpPr>
        <p:sp>
          <p:nvSpPr>
            <p:cNvPr id="1739" name="Graphic 1100">
              <a:extLst>
                <a:ext uri="{FF2B5EF4-FFF2-40B4-BE49-F238E27FC236}">
                  <a16:creationId xmlns:a16="http://schemas.microsoft.com/office/drawing/2014/main" id="{94580FA5-C868-E042-93EC-13D9B3501401}"/>
                </a:ext>
              </a:extLst>
            </p:cNvPr>
            <p:cNvSpPr/>
            <p:nvPr/>
          </p:nvSpPr>
          <p:spPr>
            <a:xfrm>
              <a:off x="6336261" y="3993507"/>
              <a:ext cx="77957" cy="77884"/>
            </a:xfrm>
            <a:custGeom>
              <a:avLst/>
              <a:gdLst>
                <a:gd name="connsiteX0" fmla="*/ 38979 w 77957"/>
                <a:gd name="connsiteY0" fmla="*/ 0 h 77884"/>
                <a:gd name="connsiteX1" fmla="*/ 0 w 77957"/>
                <a:gd name="connsiteY1" fmla="*/ 38943 h 77884"/>
                <a:gd name="connsiteX2" fmla="*/ 38979 w 77957"/>
                <a:gd name="connsiteY2" fmla="*/ 77885 h 77884"/>
                <a:gd name="connsiteX3" fmla="*/ 77957 w 77957"/>
                <a:gd name="connsiteY3" fmla="*/ 38943 h 77884"/>
                <a:gd name="connsiteX4" fmla="*/ 77957 w 77957"/>
                <a:gd name="connsiteY4" fmla="*/ 38943 h 77884"/>
                <a:gd name="connsiteX5" fmla="*/ 38979 w 77957"/>
                <a:gd name="connsiteY5" fmla="*/ 0 h 77884"/>
                <a:gd name="connsiteX6" fmla="*/ 64539 w 77957"/>
                <a:gd name="connsiteY6" fmla="*/ 26175 h 77884"/>
                <a:gd name="connsiteX7" fmla="*/ 33867 w 77957"/>
                <a:gd name="connsiteY7" fmla="*/ 58094 h 77884"/>
                <a:gd name="connsiteX8" fmla="*/ 29394 w 77957"/>
                <a:gd name="connsiteY8" fmla="*/ 60010 h 77884"/>
                <a:gd name="connsiteX9" fmla="*/ 24921 w 77957"/>
                <a:gd name="connsiteY9" fmla="*/ 58094 h 77884"/>
                <a:gd name="connsiteX10" fmla="*/ 13419 w 77957"/>
                <a:gd name="connsiteY10" fmla="*/ 46603 h 77884"/>
                <a:gd name="connsiteX11" fmla="*/ 14058 w 77957"/>
                <a:gd name="connsiteY11" fmla="*/ 37666 h 77884"/>
                <a:gd name="connsiteX12" fmla="*/ 22365 w 77957"/>
                <a:gd name="connsiteY12" fmla="*/ 37666 h 77884"/>
                <a:gd name="connsiteX13" fmla="*/ 29394 w 77957"/>
                <a:gd name="connsiteY13" fmla="*/ 44688 h 77884"/>
                <a:gd name="connsiteX14" fmla="*/ 55593 w 77957"/>
                <a:gd name="connsiteY14" fmla="*/ 17875 h 77884"/>
                <a:gd name="connsiteX15" fmla="*/ 64539 w 77957"/>
                <a:gd name="connsiteY15" fmla="*/ 17875 h 77884"/>
                <a:gd name="connsiteX16" fmla="*/ 64539 w 77957"/>
                <a:gd name="connsiteY16" fmla="*/ 26175 h 77884"/>
                <a:gd name="connsiteX17" fmla="*/ 64539 w 77957"/>
                <a:gd name="connsiteY17" fmla="*/ 26175 h 77884"/>
                <a:gd name="connsiteX18" fmla="*/ 64539 w 77957"/>
                <a:gd name="connsiteY18" fmla="*/ 26175 h 77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7957" h="77884">
                  <a:moveTo>
                    <a:pt x="38979" y="0"/>
                  </a:moveTo>
                  <a:cubicBezTo>
                    <a:pt x="17253" y="0"/>
                    <a:pt x="0" y="17237"/>
                    <a:pt x="0" y="38943"/>
                  </a:cubicBezTo>
                  <a:cubicBezTo>
                    <a:pt x="0" y="60648"/>
                    <a:pt x="17253" y="77885"/>
                    <a:pt x="38979" y="77885"/>
                  </a:cubicBezTo>
                  <a:cubicBezTo>
                    <a:pt x="60704" y="77885"/>
                    <a:pt x="77957" y="60648"/>
                    <a:pt x="77957" y="38943"/>
                  </a:cubicBezTo>
                  <a:cubicBezTo>
                    <a:pt x="77957" y="38943"/>
                    <a:pt x="77957" y="38943"/>
                    <a:pt x="77957" y="38943"/>
                  </a:cubicBezTo>
                  <a:cubicBezTo>
                    <a:pt x="77957" y="17237"/>
                    <a:pt x="60704" y="0"/>
                    <a:pt x="38979" y="0"/>
                  </a:cubicBezTo>
                  <a:close/>
                  <a:moveTo>
                    <a:pt x="64539" y="26175"/>
                  </a:moveTo>
                  <a:lnTo>
                    <a:pt x="33867" y="58094"/>
                  </a:lnTo>
                  <a:cubicBezTo>
                    <a:pt x="32589" y="59371"/>
                    <a:pt x="31311" y="60010"/>
                    <a:pt x="29394" y="60010"/>
                  </a:cubicBezTo>
                  <a:cubicBezTo>
                    <a:pt x="27477" y="60010"/>
                    <a:pt x="26199" y="59371"/>
                    <a:pt x="24921" y="58094"/>
                  </a:cubicBezTo>
                  <a:lnTo>
                    <a:pt x="13419" y="46603"/>
                  </a:lnTo>
                  <a:cubicBezTo>
                    <a:pt x="10863" y="44050"/>
                    <a:pt x="11502" y="39581"/>
                    <a:pt x="14058" y="37666"/>
                  </a:cubicBezTo>
                  <a:cubicBezTo>
                    <a:pt x="16614" y="35751"/>
                    <a:pt x="19809" y="35751"/>
                    <a:pt x="22365" y="37666"/>
                  </a:cubicBezTo>
                  <a:lnTo>
                    <a:pt x="29394" y="44688"/>
                  </a:lnTo>
                  <a:lnTo>
                    <a:pt x="55593" y="17875"/>
                  </a:lnTo>
                  <a:cubicBezTo>
                    <a:pt x="58149" y="15322"/>
                    <a:pt x="61982" y="15322"/>
                    <a:pt x="64539" y="17875"/>
                  </a:cubicBezTo>
                  <a:cubicBezTo>
                    <a:pt x="67094" y="19791"/>
                    <a:pt x="67094" y="23621"/>
                    <a:pt x="64539" y="26175"/>
                  </a:cubicBezTo>
                  <a:lnTo>
                    <a:pt x="64539" y="26175"/>
                  </a:lnTo>
                  <a:lnTo>
                    <a:pt x="64539" y="26175"/>
                  </a:lnTo>
                  <a:close/>
                </a:path>
              </a:pathLst>
            </a:custGeom>
            <a:solidFill>
              <a:srgbClr val="00ABAB"/>
            </a:solidFill>
            <a:ln w="6390" cap="flat">
              <a:noFill/>
              <a:prstDash val="solid"/>
              <a:miter/>
            </a:ln>
          </p:spPr>
          <p:txBody>
            <a:bodyPr rtlCol="0" anchor="ctr"/>
            <a:lstStyle/>
            <a:p>
              <a:endParaRPr lang="en-US"/>
            </a:p>
          </p:txBody>
        </p:sp>
        <p:sp>
          <p:nvSpPr>
            <p:cNvPr id="1740" name="Graphic 1100">
              <a:extLst>
                <a:ext uri="{FF2B5EF4-FFF2-40B4-BE49-F238E27FC236}">
                  <a16:creationId xmlns:a16="http://schemas.microsoft.com/office/drawing/2014/main" id="{DD18FF4F-BF6B-1F4F-8872-C5FD9F446A22}"/>
                </a:ext>
              </a:extLst>
            </p:cNvPr>
            <p:cNvSpPr/>
            <p:nvPr/>
          </p:nvSpPr>
          <p:spPr>
            <a:xfrm>
              <a:off x="6359904" y="3921368"/>
              <a:ext cx="21725" cy="21705"/>
            </a:xfrm>
            <a:custGeom>
              <a:avLst/>
              <a:gdLst>
                <a:gd name="connsiteX0" fmla="*/ 0 w 21725"/>
                <a:gd name="connsiteY0" fmla="*/ 0 h 21705"/>
                <a:gd name="connsiteX1" fmla="*/ 0 w 21725"/>
                <a:gd name="connsiteY1" fmla="*/ 21706 h 21705"/>
                <a:gd name="connsiteX2" fmla="*/ 21726 w 21725"/>
                <a:gd name="connsiteY2" fmla="*/ 21706 h 21705"/>
              </a:gdLst>
              <a:ahLst/>
              <a:cxnLst>
                <a:cxn ang="0">
                  <a:pos x="connsiteX0" y="connsiteY0"/>
                </a:cxn>
                <a:cxn ang="0">
                  <a:pos x="connsiteX1" y="connsiteY1"/>
                </a:cxn>
                <a:cxn ang="0">
                  <a:pos x="connsiteX2" y="connsiteY2"/>
                </a:cxn>
              </a:cxnLst>
              <a:rect l="l" t="t" r="r" b="b"/>
              <a:pathLst>
                <a:path w="21725" h="21705">
                  <a:moveTo>
                    <a:pt x="0" y="0"/>
                  </a:moveTo>
                  <a:lnTo>
                    <a:pt x="0" y="21706"/>
                  </a:lnTo>
                  <a:lnTo>
                    <a:pt x="21726" y="21706"/>
                  </a:lnTo>
                  <a:close/>
                </a:path>
              </a:pathLst>
            </a:custGeom>
            <a:solidFill>
              <a:srgbClr val="00ABAB"/>
            </a:solidFill>
            <a:ln w="6390" cap="flat">
              <a:noFill/>
              <a:prstDash val="solid"/>
              <a:miter/>
            </a:ln>
          </p:spPr>
          <p:txBody>
            <a:bodyPr rtlCol="0" anchor="ctr"/>
            <a:lstStyle/>
            <a:p>
              <a:endParaRPr lang="en-US"/>
            </a:p>
          </p:txBody>
        </p:sp>
        <p:sp>
          <p:nvSpPr>
            <p:cNvPr id="1741" name="Graphic 1100">
              <a:extLst>
                <a:ext uri="{FF2B5EF4-FFF2-40B4-BE49-F238E27FC236}">
                  <a16:creationId xmlns:a16="http://schemas.microsoft.com/office/drawing/2014/main" id="{EBE3CA1C-AAA7-3A4A-AF60-0F946E94D133}"/>
                </a:ext>
              </a:extLst>
            </p:cNvPr>
            <p:cNvSpPr/>
            <p:nvPr/>
          </p:nvSpPr>
          <p:spPr>
            <a:xfrm>
              <a:off x="6147119" y="3828162"/>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256236 w 362309"/>
                <a:gd name="connsiteY6" fmla="*/ 284087 h 361971"/>
                <a:gd name="connsiteX7" fmla="*/ 249846 w 362309"/>
                <a:gd name="connsiteY7" fmla="*/ 290471 h 361971"/>
                <a:gd name="connsiteX8" fmla="*/ 102239 w 362309"/>
                <a:gd name="connsiteY8" fmla="*/ 290471 h 361971"/>
                <a:gd name="connsiteX9" fmla="*/ 95849 w 362309"/>
                <a:gd name="connsiteY9" fmla="*/ 284087 h 361971"/>
                <a:gd name="connsiteX10" fmla="*/ 95849 w 362309"/>
                <a:gd name="connsiteY10" fmla="*/ 77884 h 361971"/>
                <a:gd name="connsiteX11" fmla="*/ 102239 w 362309"/>
                <a:gd name="connsiteY11" fmla="*/ 71500 h 361971"/>
                <a:gd name="connsiteX12" fmla="*/ 207034 w 362309"/>
                <a:gd name="connsiteY12" fmla="*/ 71500 h 361971"/>
                <a:gd name="connsiteX13" fmla="*/ 208951 w 362309"/>
                <a:gd name="connsiteY13" fmla="*/ 72139 h 361971"/>
                <a:gd name="connsiteX14" fmla="*/ 210868 w 362309"/>
                <a:gd name="connsiteY14" fmla="*/ 73416 h 361971"/>
                <a:gd name="connsiteX15" fmla="*/ 254319 w 362309"/>
                <a:gd name="connsiteY15" fmla="*/ 116827 h 361971"/>
                <a:gd name="connsiteX16" fmla="*/ 255597 w 362309"/>
                <a:gd name="connsiteY16" fmla="*/ 118742 h 361971"/>
                <a:gd name="connsiteX17" fmla="*/ 256236 w 362309"/>
                <a:gd name="connsiteY17" fmla="*/ 121296 h 361971"/>
                <a:gd name="connsiteX18" fmla="*/ 256236 w 362309"/>
                <a:gd name="connsiteY18" fmla="*/ 143001 h 361971"/>
                <a:gd name="connsiteX19" fmla="*/ 249846 w 362309"/>
                <a:gd name="connsiteY19" fmla="*/ 149385 h 361971"/>
                <a:gd name="connsiteX20" fmla="*/ 243456 w 362309"/>
                <a:gd name="connsiteY20" fmla="*/ 143001 h 361971"/>
                <a:gd name="connsiteX21" fmla="*/ 243456 w 362309"/>
                <a:gd name="connsiteY21" fmla="*/ 127680 h 361971"/>
                <a:gd name="connsiteX22" fmla="*/ 206395 w 362309"/>
                <a:gd name="connsiteY22" fmla="*/ 127680 h 361971"/>
                <a:gd name="connsiteX23" fmla="*/ 200005 w 362309"/>
                <a:gd name="connsiteY23" fmla="*/ 121296 h 361971"/>
                <a:gd name="connsiteX24" fmla="*/ 200005 w 362309"/>
                <a:gd name="connsiteY24" fmla="*/ 84268 h 361971"/>
                <a:gd name="connsiteX25" fmla="*/ 108629 w 362309"/>
                <a:gd name="connsiteY25" fmla="*/ 84268 h 361971"/>
                <a:gd name="connsiteX26" fmla="*/ 108629 w 362309"/>
                <a:gd name="connsiteY26" fmla="*/ 277703 h 361971"/>
                <a:gd name="connsiteX27" fmla="*/ 243456 w 362309"/>
                <a:gd name="connsiteY27" fmla="*/ 277703 h 361971"/>
                <a:gd name="connsiteX28" fmla="*/ 243456 w 362309"/>
                <a:gd name="connsiteY28" fmla="*/ 264297 h 361971"/>
                <a:gd name="connsiteX29" fmla="*/ 249846 w 362309"/>
                <a:gd name="connsiteY29" fmla="*/ 257913 h 361971"/>
                <a:gd name="connsiteX30" fmla="*/ 256236 w 362309"/>
                <a:gd name="connsiteY30" fmla="*/ 264297 h 361971"/>
                <a:gd name="connsiteX31" fmla="*/ 256236 w 362309"/>
                <a:gd name="connsiteY31" fmla="*/ 284087 h 361971"/>
                <a:gd name="connsiteX32" fmla="*/ 228121 w 362309"/>
                <a:gd name="connsiteY32" fmla="*/ 255359 h 361971"/>
                <a:gd name="connsiteX33" fmla="*/ 228121 w 362309"/>
                <a:gd name="connsiteY33" fmla="*/ 255359 h 361971"/>
                <a:gd name="connsiteX34" fmla="*/ 224926 w 362309"/>
                <a:gd name="connsiteY34" fmla="*/ 255998 h 361971"/>
                <a:gd name="connsiteX35" fmla="*/ 130355 w 362309"/>
                <a:gd name="connsiteY35" fmla="*/ 255998 h 361971"/>
                <a:gd name="connsiteX36" fmla="*/ 123965 w 362309"/>
                <a:gd name="connsiteY36" fmla="*/ 249614 h 361971"/>
                <a:gd name="connsiteX37" fmla="*/ 130355 w 362309"/>
                <a:gd name="connsiteY37" fmla="*/ 243230 h 361971"/>
                <a:gd name="connsiteX38" fmla="*/ 194893 w 362309"/>
                <a:gd name="connsiteY38" fmla="*/ 243230 h 361971"/>
                <a:gd name="connsiteX39" fmla="*/ 182113 w 362309"/>
                <a:gd name="connsiteY39" fmla="*/ 225993 h 361971"/>
                <a:gd name="connsiteX40" fmla="*/ 130355 w 362309"/>
                <a:gd name="connsiteY40" fmla="*/ 225993 h 361971"/>
                <a:gd name="connsiteX41" fmla="*/ 123965 w 362309"/>
                <a:gd name="connsiteY41" fmla="*/ 219609 h 361971"/>
                <a:gd name="connsiteX42" fmla="*/ 130355 w 362309"/>
                <a:gd name="connsiteY42" fmla="*/ 213225 h 361971"/>
                <a:gd name="connsiteX43" fmla="*/ 177640 w 362309"/>
                <a:gd name="connsiteY43" fmla="*/ 213225 h 361971"/>
                <a:gd name="connsiteX44" fmla="*/ 177001 w 362309"/>
                <a:gd name="connsiteY44" fmla="*/ 203649 h 361971"/>
                <a:gd name="connsiteX45" fmla="*/ 177640 w 362309"/>
                <a:gd name="connsiteY45" fmla="*/ 195988 h 361971"/>
                <a:gd name="connsiteX46" fmla="*/ 130994 w 362309"/>
                <a:gd name="connsiteY46" fmla="*/ 195988 h 361971"/>
                <a:gd name="connsiteX47" fmla="*/ 124604 w 362309"/>
                <a:gd name="connsiteY47" fmla="*/ 189604 h 361971"/>
                <a:gd name="connsiteX48" fmla="*/ 130994 w 362309"/>
                <a:gd name="connsiteY48" fmla="*/ 183220 h 361971"/>
                <a:gd name="connsiteX49" fmla="*/ 181474 w 362309"/>
                <a:gd name="connsiteY49" fmla="*/ 183220 h 361971"/>
                <a:gd name="connsiteX50" fmla="*/ 192976 w 362309"/>
                <a:gd name="connsiteY50" fmla="*/ 166622 h 361971"/>
                <a:gd name="connsiteX51" fmla="*/ 130994 w 362309"/>
                <a:gd name="connsiteY51" fmla="*/ 166622 h 361971"/>
                <a:gd name="connsiteX52" fmla="*/ 124604 w 362309"/>
                <a:gd name="connsiteY52" fmla="*/ 160238 h 361971"/>
                <a:gd name="connsiteX53" fmla="*/ 130994 w 362309"/>
                <a:gd name="connsiteY53" fmla="*/ 153854 h 361971"/>
                <a:gd name="connsiteX54" fmla="*/ 213424 w 362309"/>
                <a:gd name="connsiteY54" fmla="*/ 153854 h 361971"/>
                <a:gd name="connsiteX55" fmla="*/ 214063 w 362309"/>
                <a:gd name="connsiteY55" fmla="*/ 153854 h 361971"/>
                <a:gd name="connsiteX56" fmla="*/ 228760 w 362309"/>
                <a:gd name="connsiteY56" fmla="*/ 151939 h 361971"/>
                <a:gd name="connsiteX57" fmla="*/ 278601 w 362309"/>
                <a:gd name="connsiteY57" fmla="*/ 205564 h 361971"/>
                <a:gd name="connsiteX58" fmla="*/ 228121 w 362309"/>
                <a:gd name="connsiteY58" fmla="*/ 255359 h 361971"/>
                <a:gd name="connsiteX59" fmla="*/ 228121 w 362309"/>
                <a:gd name="connsiteY59" fmla="*/ 25535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62309" h="361971">
                  <a:moveTo>
                    <a:pt x="181474" y="0"/>
                  </a:moveTo>
                  <a:cubicBezTo>
                    <a:pt x="81152" y="0"/>
                    <a:pt x="0" y="81076"/>
                    <a:pt x="0" y="180667"/>
                  </a:cubicBezTo>
                  <a:cubicBezTo>
                    <a:pt x="0" y="280257"/>
                    <a:pt x="81152" y="361971"/>
                    <a:pt x="180835" y="361971"/>
                  </a:cubicBezTo>
                  <a:cubicBezTo>
                    <a:pt x="280518" y="361971"/>
                    <a:pt x="362310" y="280895"/>
                    <a:pt x="362310" y="181305"/>
                  </a:cubicBezTo>
                  <a:cubicBezTo>
                    <a:pt x="362310" y="181305"/>
                    <a:pt x="362310" y="181305"/>
                    <a:pt x="362310" y="181305"/>
                  </a:cubicBezTo>
                  <a:cubicBezTo>
                    <a:pt x="362310" y="81076"/>
                    <a:pt x="281157" y="0"/>
                    <a:pt x="181474" y="0"/>
                  </a:cubicBezTo>
                  <a:close/>
                  <a:moveTo>
                    <a:pt x="256236" y="284087"/>
                  </a:moveTo>
                  <a:cubicBezTo>
                    <a:pt x="256236" y="287917"/>
                    <a:pt x="253681" y="290471"/>
                    <a:pt x="249846" y="290471"/>
                  </a:cubicBezTo>
                  <a:lnTo>
                    <a:pt x="102239" y="290471"/>
                  </a:lnTo>
                  <a:cubicBezTo>
                    <a:pt x="98405" y="290471"/>
                    <a:pt x="95849" y="287917"/>
                    <a:pt x="95849" y="284087"/>
                  </a:cubicBezTo>
                  <a:lnTo>
                    <a:pt x="95849" y="77884"/>
                  </a:lnTo>
                  <a:cubicBezTo>
                    <a:pt x="95849" y="74054"/>
                    <a:pt x="98405" y="71500"/>
                    <a:pt x="102239" y="71500"/>
                  </a:cubicBezTo>
                  <a:lnTo>
                    <a:pt x="207034" y="71500"/>
                  </a:lnTo>
                  <a:cubicBezTo>
                    <a:pt x="207673" y="71500"/>
                    <a:pt x="208312" y="71500"/>
                    <a:pt x="208951" y="72139"/>
                  </a:cubicBezTo>
                  <a:cubicBezTo>
                    <a:pt x="209590" y="72777"/>
                    <a:pt x="210229" y="72777"/>
                    <a:pt x="210868" y="73416"/>
                  </a:cubicBezTo>
                  <a:lnTo>
                    <a:pt x="254319" y="116827"/>
                  </a:lnTo>
                  <a:cubicBezTo>
                    <a:pt x="254959" y="117465"/>
                    <a:pt x="255597" y="118104"/>
                    <a:pt x="255597" y="118742"/>
                  </a:cubicBezTo>
                  <a:cubicBezTo>
                    <a:pt x="256236" y="119380"/>
                    <a:pt x="256236" y="120657"/>
                    <a:pt x="256236" y="121296"/>
                  </a:cubicBezTo>
                  <a:lnTo>
                    <a:pt x="256236" y="143001"/>
                  </a:lnTo>
                  <a:cubicBezTo>
                    <a:pt x="256236" y="146832"/>
                    <a:pt x="253681" y="149385"/>
                    <a:pt x="249846" y="149385"/>
                  </a:cubicBezTo>
                  <a:cubicBezTo>
                    <a:pt x="246013" y="149385"/>
                    <a:pt x="243456" y="146832"/>
                    <a:pt x="243456" y="143001"/>
                  </a:cubicBezTo>
                  <a:lnTo>
                    <a:pt x="243456" y="127680"/>
                  </a:lnTo>
                  <a:lnTo>
                    <a:pt x="206395" y="127680"/>
                  </a:lnTo>
                  <a:cubicBezTo>
                    <a:pt x="202561" y="127680"/>
                    <a:pt x="200005" y="125126"/>
                    <a:pt x="200005" y="121296"/>
                  </a:cubicBezTo>
                  <a:lnTo>
                    <a:pt x="200005" y="84268"/>
                  </a:lnTo>
                  <a:lnTo>
                    <a:pt x="108629" y="84268"/>
                  </a:lnTo>
                  <a:lnTo>
                    <a:pt x="108629" y="277703"/>
                  </a:lnTo>
                  <a:lnTo>
                    <a:pt x="243456" y="277703"/>
                  </a:lnTo>
                  <a:lnTo>
                    <a:pt x="243456" y="264297"/>
                  </a:lnTo>
                  <a:cubicBezTo>
                    <a:pt x="243456" y="260466"/>
                    <a:pt x="246013" y="257913"/>
                    <a:pt x="249846" y="257913"/>
                  </a:cubicBezTo>
                  <a:cubicBezTo>
                    <a:pt x="253681" y="257913"/>
                    <a:pt x="256236" y="260466"/>
                    <a:pt x="256236" y="264297"/>
                  </a:cubicBezTo>
                  <a:lnTo>
                    <a:pt x="256236" y="284087"/>
                  </a:lnTo>
                  <a:close/>
                  <a:moveTo>
                    <a:pt x="228121" y="255359"/>
                  </a:moveTo>
                  <a:lnTo>
                    <a:pt x="228121" y="255359"/>
                  </a:lnTo>
                  <a:cubicBezTo>
                    <a:pt x="226843" y="255998"/>
                    <a:pt x="225565" y="255998"/>
                    <a:pt x="224926" y="255998"/>
                  </a:cubicBezTo>
                  <a:lnTo>
                    <a:pt x="130355" y="255998"/>
                  </a:lnTo>
                  <a:cubicBezTo>
                    <a:pt x="126521" y="255998"/>
                    <a:pt x="123965" y="253444"/>
                    <a:pt x="123965" y="249614"/>
                  </a:cubicBezTo>
                  <a:cubicBezTo>
                    <a:pt x="123965" y="245783"/>
                    <a:pt x="126521" y="243230"/>
                    <a:pt x="130355" y="243230"/>
                  </a:cubicBezTo>
                  <a:lnTo>
                    <a:pt x="194893" y="243230"/>
                  </a:lnTo>
                  <a:cubicBezTo>
                    <a:pt x="189781" y="238761"/>
                    <a:pt x="185308" y="233015"/>
                    <a:pt x="182113" y="225993"/>
                  </a:cubicBezTo>
                  <a:lnTo>
                    <a:pt x="130355" y="225993"/>
                  </a:lnTo>
                  <a:cubicBezTo>
                    <a:pt x="126521" y="225993"/>
                    <a:pt x="123965" y="223439"/>
                    <a:pt x="123965" y="219609"/>
                  </a:cubicBezTo>
                  <a:cubicBezTo>
                    <a:pt x="123965" y="215779"/>
                    <a:pt x="126521" y="213225"/>
                    <a:pt x="130355" y="213225"/>
                  </a:cubicBezTo>
                  <a:lnTo>
                    <a:pt x="177640" y="213225"/>
                  </a:lnTo>
                  <a:cubicBezTo>
                    <a:pt x="177001" y="210033"/>
                    <a:pt x="177001" y="206841"/>
                    <a:pt x="177001" y="203649"/>
                  </a:cubicBezTo>
                  <a:cubicBezTo>
                    <a:pt x="177001" y="201095"/>
                    <a:pt x="177001" y="198542"/>
                    <a:pt x="177640" y="195988"/>
                  </a:cubicBezTo>
                  <a:lnTo>
                    <a:pt x="130994" y="195988"/>
                  </a:lnTo>
                  <a:cubicBezTo>
                    <a:pt x="127160" y="195988"/>
                    <a:pt x="124604" y="193435"/>
                    <a:pt x="124604" y="189604"/>
                  </a:cubicBezTo>
                  <a:cubicBezTo>
                    <a:pt x="124604" y="185774"/>
                    <a:pt x="127160" y="183220"/>
                    <a:pt x="130994" y="183220"/>
                  </a:cubicBezTo>
                  <a:lnTo>
                    <a:pt x="181474" y="183220"/>
                  </a:lnTo>
                  <a:cubicBezTo>
                    <a:pt x="184030" y="176836"/>
                    <a:pt x="187864" y="171729"/>
                    <a:pt x="192976" y="166622"/>
                  </a:cubicBezTo>
                  <a:lnTo>
                    <a:pt x="130994" y="166622"/>
                  </a:lnTo>
                  <a:cubicBezTo>
                    <a:pt x="127160" y="166622"/>
                    <a:pt x="124604" y="164068"/>
                    <a:pt x="124604" y="160238"/>
                  </a:cubicBezTo>
                  <a:cubicBezTo>
                    <a:pt x="124604" y="156408"/>
                    <a:pt x="127160" y="153854"/>
                    <a:pt x="130994" y="153854"/>
                  </a:cubicBezTo>
                  <a:lnTo>
                    <a:pt x="213424" y="153854"/>
                  </a:lnTo>
                  <a:lnTo>
                    <a:pt x="214063" y="153854"/>
                  </a:lnTo>
                  <a:cubicBezTo>
                    <a:pt x="219175" y="152577"/>
                    <a:pt x="223648" y="151939"/>
                    <a:pt x="228760" y="151939"/>
                  </a:cubicBezTo>
                  <a:cubicBezTo>
                    <a:pt x="257514" y="153216"/>
                    <a:pt x="279240" y="176836"/>
                    <a:pt x="278601" y="205564"/>
                  </a:cubicBezTo>
                  <a:cubicBezTo>
                    <a:pt x="277323" y="233015"/>
                    <a:pt x="255597" y="254721"/>
                    <a:pt x="228121" y="255359"/>
                  </a:cubicBezTo>
                  <a:lnTo>
                    <a:pt x="228121" y="255359"/>
                  </a:lnTo>
                  <a:close/>
                </a:path>
              </a:pathLst>
            </a:custGeom>
            <a:solidFill>
              <a:srgbClr val="00ABAB"/>
            </a:solidFill>
            <a:ln w="6390" cap="flat">
              <a:noFill/>
              <a:prstDash val="solid"/>
              <a:miter/>
            </a:ln>
          </p:spPr>
          <p:txBody>
            <a:bodyPr rtlCol="0" anchor="ctr"/>
            <a:lstStyle/>
            <a:p>
              <a:endParaRPr lang="en-US"/>
            </a:p>
          </p:txBody>
        </p:sp>
      </p:grpSp>
      <p:grpSp>
        <p:nvGrpSpPr>
          <p:cNvPr id="1742" name="Graphic 1100">
            <a:extLst>
              <a:ext uri="{FF2B5EF4-FFF2-40B4-BE49-F238E27FC236}">
                <a16:creationId xmlns:a16="http://schemas.microsoft.com/office/drawing/2014/main" id="{D384C7E8-E8B9-C342-B071-04BABEF86A33}"/>
              </a:ext>
            </a:extLst>
          </p:cNvPr>
          <p:cNvGrpSpPr/>
          <p:nvPr/>
        </p:nvGrpSpPr>
        <p:grpSpPr>
          <a:xfrm>
            <a:off x="8841755" y="4797250"/>
            <a:ext cx="362309" cy="361971"/>
            <a:chOff x="8841755" y="4797250"/>
            <a:chExt cx="362309" cy="361971"/>
          </a:xfrm>
          <a:solidFill>
            <a:srgbClr val="00ABAB"/>
          </a:solidFill>
        </p:grpSpPr>
        <p:sp>
          <p:nvSpPr>
            <p:cNvPr id="1743" name="Graphic 1100">
              <a:extLst>
                <a:ext uri="{FF2B5EF4-FFF2-40B4-BE49-F238E27FC236}">
                  <a16:creationId xmlns:a16="http://schemas.microsoft.com/office/drawing/2014/main" id="{5F2F43D1-AFC3-9042-B44F-7EC60D5CCC37}"/>
                </a:ext>
              </a:extLst>
            </p:cNvPr>
            <p:cNvSpPr/>
            <p:nvPr/>
          </p:nvSpPr>
          <p:spPr>
            <a:xfrm>
              <a:off x="8841755" y="4797250"/>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8565 h 361971"/>
                <a:gd name="connsiteX7" fmla="*/ 12780 w 362309"/>
                <a:gd name="connsiteY7" fmla="*/ 180667 h 361971"/>
                <a:gd name="connsiteX8" fmla="*/ 180836 w 362309"/>
                <a:gd name="connsiteY8" fmla="*/ 12129 h 361971"/>
                <a:gd name="connsiteX9" fmla="*/ 349530 w 362309"/>
                <a:gd name="connsiteY9" fmla="*/ 180028 h 361971"/>
                <a:gd name="connsiteX10" fmla="*/ 349530 w 362309"/>
                <a:gd name="connsiteY10" fmla="*/ 180028 h 361971"/>
                <a:gd name="connsiteX11" fmla="*/ 181474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0438"/>
                    <a:pt x="281157" y="0"/>
                    <a:pt x="181474" y="0"/>
                  </a:cubicBezTo>
                  <a:close/>
                  <a:moveTo>
                    <a:pt x="181474" y="348565"/>
                  </a:moveTo>
                  <a:cubicBezTo>
                    <a:pt x="88181" y="348565"/>
                    <a:pt x="12780" y="273234"/>
                    <a:pt x="12780" y="180667"/>
                  </a:cubicBezTo>
                  <a:cubicBezTo>
                    <a:pt x="12780" y="87461"/>
                    <a:pt x="88181" y="12129"/>
                    <a:pt x="180836" y="12129"/>
                  </a:cubicBezTo>
                  <a:cubicBezTo>
                    <a:pt x="274128" y="12129"/>
                    <a:pt x="349530" y="87461"/>
                    <a:pt x="349530" y="180028"/>
                  </a:cubicBezTo>
                  <a:cubicBezTo>
                    <a:pt x="349530" y="180028"/>
                    <a:pt x="349530" y="180028"/>
                    <a:pt x="349530" y="180028"/>
                  </a:cubicBezTo>
                  <a:cubicBezTo>
                    <a:pt x="349530" y="273234"/>
                    <a:pt x="274128" y="348565"/>
                    <a:pt x="181474" y="348565"/>
                  </a:cubicBezTo>
                  <a:close/>
                </a:path>
              </a:pathLst>
            </a:custGeom>
            <a:solidFill>
              <a:srgbClr val="00ABAB"/>
            </a:solidFill>
            <a:ln w="6390" cap="flat">
              <a:noFill/>
              <a:prstDash val="solid"/>
              <a:miter/>
            </a:ln>
          </p:spPr>
          <p:txBody>
            <a:bodyPr rtlCol="0" anchor="ctr"/>
            <a:lstStyle/>
            <a:p>
              <a:endParaRPr lang="en-US"/>
            </a:p>
          </p:txBody>
        </p:sp>
        <p:sp>
          <p:nvSpPr>
            <p:cNvPr id="1744" name="Graphic 1100">
              <a:extLst>
                <a:ext uri="{FF2B5EF4-FFF2-40B4-BE49-F238E27FC236}">
                  <a16:creationId xmlns:a16="http://schemas.microsoft.com/office/drawing/2014/main" id="{FFFF27F3-6A3B-C946-89B2-7ABD6A70141F}"/>
                </a:ext>
              </a:extLst>
            </p:cNvPr>
            <p:cNvSpPr/>
            <p:nvPr/>
          </p:nvSpPr>
          <p:spPr>
            <a:xfrm>
              <a:off x="8943994" y="4869389"/>
              <a:ext cx="158470" cy="216417"/>
            </a:xfrm>
            <a:custGeom>
              <a:avLst/>
              <a:gdLst>
                <a:gd name="connsiteX0" fmla="*/ 156553 w 158470"/>
                <a:gd name="connsiteY0" fmla="*/ 52987 h 216417"/>
                <a:gd name="connsiteX1" fmla="*/ 105434 w 158470"/>
                <a:gd name="connsiteY1" fmla="*/ 1915 h 216417"/>
                <a:gd name="connsiteX2" fmla="*/ 103517 w 158470"/>
                <a:gd name="connsiteY2" fmla="*/ 638 h 216417"/>
                <a:gd name="connsiteX3" fmla="*/ 100961 w 158470"/>
                <a:gd name="connsiteY3" fmla="*/ 0 h 216417"/>
                <a:gd name="connsiteX4" fmla="*/ 6390 w 158470"/>
                <a:gd name="connsiteY4" fmla="*/ 0 h 216417"/>
                <a:gd name="connsiteX5" fmla="*/ 0 w 158470"/>
                <a:gd name="connsiteY5" fmla="*/ 6384 h 216417"/>
                <a:gd name="connsiteX6" fmla="*/ 0 w 158470"/>
                <a:gd name="connsiteY6" fmla="*/ 210033 h 216417"/>
                <a:gd name="connsiteX7" fmla="*/ 6390 w 158470"/>
                <a:gd name="connsiteY7" fmla="*/ 216417 h 216417"/>
                <a:gd name="connsiteX8" fmla="*/ 152081 w 158470"/>
                <a:gd name="connsiteY8" fmla="*/ 216417 h 216417"/>
                <a:gd name="connsiteX9" fmla="*/ 158471 w 158470"/>
                <a:gd name="connsiteY9" fmla="*/ 210033 h 216417"/>
                <a:gd name="connsiteX10" fmla="*/ 158471 w 158470"/>
                <a:gd name="connsiteY10" fmla="*/ 57456 h 216417"/>
                <a:gd name="connsiteX11" fmla="*/ 157832 w 158470"/>
                <a:gd name="connsiteY11" fmla="*/ 54902 h 216417"/>
                <a:gd name="connsiteX12" fmla="*/ 156553 w 158470"/>
                <a:gd name="connsiteY12" fmla="*/ 52987 h 216417"/>
                <a:gd name="connsiteX13" fmla="*/ 107351 w 158470"/>
                <a:gd name="connsiteY13" fmla="*/ 22344 h 216417"/>
                <a:gd name="connsiteX14" fmla="*/ 136745 w 158470"/>
                <a:gd name="connsiteY14" fmla="*/ 51710 h 216417"/>
                <a:gd name="connsiteX15" fmla="*/ 107351 w 158470"/>
                <a:gd name="connsiteY15" fmla="*/ 51710 h 216417"/>
                <a:gd name="connsiteX16" fmla="*/ 107351 w 158470"/>
                <a:gd name="connsiteY16" fmla="*/ 22344 h 216417"/>
                <a:gd name="connsiteX17" fmla="*/ 12780 w 158470"/>
                <a:gd name="connsiteY17" fmla="*/ 204287 h 216417"/>
                <a:gd name="connsiteX18" fmla="*/ 12780 w 158470"/>
                <a:gd name="connsiteY18" fmla="*/ 13406 h 216417"/>
                <a:gd name="connsiteX19" fmla="*/ 94571 w 158470"/>
                <a:gd name="connsiteY19" fmla="*/ 13406 h 216417"/>
                <a:gd name="connsiteX20" fmla="*/ 94571 w 158470"/>
                <a:gd name="connsiteY20" fmla="*/ 58094 h 216417"/>
                <a:gd name="connsiteX21" fmla="*/ 100961 w 158470"/>
                <a:gd name="connsiteY21" fmla="*/ 64478 h 216417"/>
                <a:gd name="connsiteX22" fmla="*/ 145691 w 158470"/>
                <a:gd name="connsiteY22" fmla="*/ 64478 h 216417"/>
                <a:gd name="connsiteX23" fmla="*/ 145691 w 158470"/>
                <a:gd name="connsiteY23" fmla="*/ 204287 h 216417"/>
                <a:gd name="connsiteX24" fmla="*/ 12780 w 158470"/>
                <a:gd name="connsiteY24" fmla="*/ 204287 h 216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8470" h="216417">
                  <a:moveTo>
                    <a:pt x="156553" y="52987"/>
                  </a:moveTo>
                  <a:lnTo>
                    <a:pt x="105434" y="1915"/>
                  </a:lnTo>
                  <a:cubicBezTo>
                    <a:pt x="104795" y="1277"/>
                    <a:pt x="104156" y="638"/>
                    <a:pt x="103517" y="638"/>
                  </a:cubicBezTo>
                  <a:cubicBezTo>
                    <a:pt x="102879" y="0"/>
                    <a:pt x="102239" y="0"/>
                    <a:pt x="100961" y="0"/>
                  </a:cubicBezTo>
                  <a:lnTo>
                    <a:pt x="6390" y="0"/>
                  </a:lnTo>
                  <a:cubicBezTo>
                    <a:pt x="2556" y="0"/>
                    <a:pt x="0" y="2554"/>
                    <a:pt x="0" y="6384"/>
                  </a:cubicBezTo>
                  <a:lnTo>
                    <a:pt x="0" y="210033"/>
                  </a:lnTo>
                  <a:cubicBezTo>
                    <a:pt x="0" y="213863"/>
                    <a:pt x="2556" y="216417"/>
                    <a:pt x="6390" y="216417"/>
                  </a:cubicBezTo>
                  <a:lnTo>
                    <a:pt x="152081" y="216417"/>
                  </a:lnTo>
                  <a:cubicBezTo>
                    <a:pt x="155915" y="216417"/>
                    <a:pt x="158471" y="213863"/>
                    <a:pt x="158471" y="210033"/>
                  </a:cubicBezTo>
                  <a:lnTo>
                    <a:pt x="158471" y="57456"/>
                  </a:lnTo>
                  <a:cubicBezTo>
                    <a:pt x="158471" y="56818"/>
                    <a:pt x="158471" y="55541"/>
                    <a:pt x="157832" y="54902"/>
                  </a:cubicBezTo>
                  <a:cubicBezTo>
                    <a:pt x="157193" y="54264"/>
                    <a:pt x="157193" y="53626"/>
                    <a:pt x="156553" y="52987"/>
                  </a:cubicBezTo>
                  <a:close/>
                  <a:moveTo>
                    <a:pt x="107351" y="22344"/>
                  </a:moveTo>
                  <a:lnTo>
                    <a:pt x="136745" y="51710"/>
                  </a:lnTo>
                  <a:lnTo>
                    <a:pt x="107351" y="51710"/>
                  </a:lnTo>
                  <a:lnTo>
                    <a:pt x="107351" y="22344"/>
                  </a:lnTo>
                  <a:close/>
                  <a:moveTo>
                    <a:pt x="12780" y="204287"/>
                  </a:moveTo>
                  <a:lnTo>
                    <a:pt x="12780" y="13406"/>
                  </a:lnTo>
                  <a:lnTo>
                    <a:pt x="94571" y="13406"/>
                  </a:lnTo>
                  <a:lnTo>
                    <a:pt x="94571" y="58094"/>
                  </a:lnTo>
                  <a:cubicBezTo>
                    <a:pt x="94571" y="61925"/>
                    <a:pt x="97128" y="64478"/>
                    <a:pt x="100961" y="64478"/>
                  </a:cubicBezTo>
                  <a:lnTo>
                    <a:pt x="145691" y="64478"/>
                  </a:lnTo>
                  <a:lnTo>
                    <a:pt x="145691" y="204287"/>
                  </a:lnTo>
                  <a:lnTo>
                    <a:pt x="12780" y="204287"/>
                  </a:lnTo>
                  <a:close/>
                </a:path>
              </a:pathLst>
            </a:custGeom>
            <a:solidFill>
              <a:srgbClr val="00ABAB"/>
            </a:solidFill>
            <a:ln w="6390" cap="flat">
              <a:noFill/>
              <a:prstDash val="solid"/>
              <a:miter/>
            </a:ln>
          </p:spPr>
          <p:txBody>
            <a:bodyPr rtlCol="0" anchor="ctr"/>
            <a:lstStyle/>
            <a:p>
              <a:endParaRPr lang="en-US"/>
            </a:p>
          </p:txBody>
        </p:sp>
        <p:sp>
          <p:nvSpPr>
            <p:cNvPr id="1745" name="Graphic 1100">
              <a:extLst>
                <a:ext uri="{FF2B5EF4-FFF2-40B4-BE49-F238E27FC236}">
                  <a16:creationId xmlns:a16="http://schemas.microsoft.com/office/drawing/2014/main" id="{B6ECE302-5A90-4042-A78C-E2F60394AA8B}"/>
                </a:ext>
              </a:extLst>
            </p:cNvPr>
            <p:cNvSpPr/>
            <p:nvPr/>
          </p:nvSpPr>
          <p:spPr>
            <a:xfrm>
              <a:off x="8972749" y="5044310"/>
              <a:ext cx="100322" cy="12767"/>
            </a:xfrm>
            <a:custGeom>
              <a:avLst/>
              <a:gdLst>
                <a:gd name="connsiteX0" fmla="*/ 93933 w 100322"/>
                <a:gd name="connsiteY0" fmla="*/ 0 h 12767"/>
                <a:gd name="connsiteX1" fmla="*/ 6390 w 100322"/>
                <a:gd name="connsiteY1" fmla="*/ 0 h 12767"/>
                <a:gd name="connsiteX2" fmla="*/ 0 w 100322"/>
                <a:gd name="connsiteY2" fmla="*/ 6384 h 12767"/>
                <a:gd name="connsiteX3" fmla="*/ 6390 w 100322"/>
                <a:gd name="connsiteY3" fmla="*/ 12768 h 12767"/>
                <a:gd name="connsiteX4" fmla="*/ 93933 w 100322"/>
                <a:gd name="connsiteY4" fmla="*/ 12768 h 12767"/>
                <a:gd name="connsiteX5" fmla="*/ 100322 w 100322"/>
                <a:gd name="connsiteY5" fmla="*/ 6384 h 12767"/>
                <a:gd name="connsiteX6" fmla="*/ 93933 w 10032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322" h="12767">
                  <a:moveTo>
                    <a:pt x="93933" y="0"/>
                  </a:moveTo>
                  <a:lnTo>
                    <a:pt x="6390" y="0"/>
                  </a:lnTo>
                  <a:cubicBezTo>
                    <a:pt x="2556" y="0"/>
                    <a:pt x="0" y="2553"/>
                    <a:pt x="0" y="6384"/>
                  </a:cubicBezTo>
                  <a:cubicBezTo>
                    <a:pt x="0" y="10214"/>
                    <a:pt x="2556" y="12768"/>
                    <a:pt x="6390" y="12768"/>
                  </a:cubicBezTo>
                  <a:lnTo>
                    <a:pt x="93933" y="12768"/>
                  </a:lnTo>
                  <a:cubicBezTo>
                    <a:pt x="97766" y="12768"/>
                    <a:pt x="100322" y="10214"/>
                    <a:pt x="100322" y="6384"/>
                  </a:cubicBezTo>
                  <a:cubicBezTo>
                    <a:pt x="100322" y="2553"/>
                    <a:pt x="97766" y="0"/>
                    <a:pt x="93933" y="0"/>
                  </a:cubicBezTo>
                  <a:close/>
                </a:path>
              </a:pathLst>
            </a:custGeom>
            <a:solidFill>
              <a:srgbClr val="00ABAB"/>
            </a:solidFill>
            <a:ln w="6390" cap="flat">
              <a:noFill/>
              <a:prstDash val="solid"/>
              <a:miter/>
            </a:ln>
          </p:spPr>
          <p:txBody>
            <a:bodyPr rtlCol="0" anchor="ctr"/>
            <a:lstStyle/>
            <a:p>
              <a:endParaRPr lang="en-US"/>
            </a:p>
          </p:txBody>
        </p:sp>
        <p:sp>
          <p:nvSpPr>
            <p:cNvPr id="1746" name="Graphic 1100">
              <a:extLst>
                <a:ext uri="{FF2B5EF4-FFF2-40B4-BE49-F238E27FC236}">
                  <a16:creationId xmlns:a16="http://schemas.microsoft.com/office/drawing/2014/main" id="{7AC80E49-72F3-0943-8DDC-E615CEF04831}"/>
                </a:ext>
              </a:extLst>
            </p:cNvPr>
            <p:cNvSpPr/>
            <p:nvPr/>
          </p:nvSpPr>
          <p:spPr>
            <a:xfrm>
              <a:off x="8972749" y="5014944"/>
              <a:ext cx="100322" cy="12767"/>
            </a:xfrm>
            <a:custGeom>
              <a:avLst/>
              <a:gdLst>
                <a:gd name="connsiteX0" fmla="*/ 93933 w 100322"/>
                <a:gd name="connsiteY0" fmla="*/ 0 h 12767"/>
                <a:gd name="connsiteX1" fmla="*/ 6390 w 100322"/>
                <a:gd name="connsiteY1" fmla="*/ 0 h 12767"/>
                <a:gd name="connsiteX2" fmla="*/ 0 w 100322"/>
                <a:gd name="connsiteY2" fmla="*/ 6384 h 12767"/>
                <a:gd name="connsiteX3" fmla="*/ 6390 w 100322"/>
                <a:gd name="connsiteY3" fmla="*/ 12768 h 12767"/>
                <a:gd name="connsiteX4" fmla="*/ 93933 w 100322"/>
                <a:gd name="connsiteY4" fmla="*/ 12768 h 12767"/>
                <a:gd name="connsiteX5" fmla="*/ 100322 w 100322"/>
                <a:gd name="connsiteY5" fmla="*/ 6384 h 12767"/>
                <a:gd name="connsiteX6" fmla="*/ 93933 w 10032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322" h="12767">
                  <a:moveTo>
                    <a:pt x="93933" y="0"/>
                  </a:moveTo>
                  <a:lnTo>
                    <a:pt x="6390" y="0"/>
                  </a:lnTo>
                  <a:cubicBezTo>
                    <a:pt x="2556" y="0"/>
                    <a:pt x="0" y="2554"/>
                    <a:pt x="0" y="6384"/>
                  </a:cubicBezTo>
                  <a:cubicBezTo>
                    <a:pt x="0" y="10215"/>
                    <a:pt x="2556" y="12768"/>
                    <a:pt x="6390" y="12768"/>
                  </a:cubicBezTo>
                  <a:lnTo>
                    <a:pt x="93933" y="12768"/>
                  </a:lnTo>
                  <a:cubicBezTo>
                    <a:pt x="97766" y="12768"/>
                    <a:pt x="100322" y="10215"/>
                    <a:pt x="100322" y="6384"/>
                  </a:cubicBezTo>
                  <a:cubicBezTo>
                    <a:pt x="100322" y="2554"/>
                    <a:pt x="97766" y="0"/>
                    <a:pt x="93933" y="0"/>
                  </a:cubicBezTo>
                  <a:close/>
                </a:path>
              </a:pathLst>
            </a:custGeom>
            <a:solidFill>
              <a:srgbClr val="00ABAB"/>
            </a:solidFill>
            <a:ln w="6390" cap="flat">
              <a:noFill/>
              <a:prstDash val="solid"/>
              <a:miter/>
            </a:ln>
          </p:spPr>
          <p:txBody>
            <a:bodyPr rtlCol="0" anchor="ctr"/>
            <a:lstStyle/>
            <a:p>
              <a:endParaRPr lang="en-US"/>
            </a:p>
          </p:txBody>
        </p:sp>
        <p:sp>
          <p:nvSpPr>
            <p:cNvPr id="1747" name="Graphic 1100">
              <a:extLst>
                <a:ext uri="{FF2B5EF4-FFF2-40B4-BE49-F238E27FC236}">
                  <a16:creationId xmlns:a16="http://schemas.microsoft.com/office/drawing/2014/main" id="{F57CFCFA-20B8-314A-8D01-3E31FC80EEAE}"/>
                </a:ext>
              </a:extLst>
            </p:cNvPr>
            <p:cNvSpPr/>
            <p:nvPr/>
          </p:nvSpPr>
          <p:spPr>
            <a:xfrm>
              <a:off x="8972749" y="4986216"/>
              <a:ext cx="100322" cy="12767"/>
            </a:xfrm>
            <a:custGeom>
              <a:avLst/>
              <a:gdLst>
                <a:gd name="connsiteX0" fmla="*/ 93933 w 100322"/>
                <a:gd name="connsiteY0" fmla="*/ 0 h 12767"/>
                <a:gd name="connsiteX1" fmla="*/ 6390 w 100322"/>
                <a:gd name="connsiteY1" fmla="*/ 0 h 12767"/>
                <a:gd name="connsiteX2" fmla="*/ 0 w 100322"/>
                <a:gd name="connsiteY2" fmla="*/ 6384 h 12767"/>
                <a:gd name="connsiteX3" fmla="*/ 6390 w 100322"/>
                <a:gd name="connsiteY3" fmla="*/ 12768 h 12767"/>
                <a:gd name="connsiteX4" fmla="*/ 93933 w 100322"/>
                <a:gd name="connsiteY4" fmla="*/ 12768 h 12767"/>
                <a:gd name="connsiteX5" fmla="*/ 100322 w 100322"/>
                <a:gd name="connsiteY5" fmla="*/ 6384 h 12767"/>
                <a:gd name="connsiteX6" fmla="*/ 93933 w 10032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322" h="12767">
                  <a:moveTo>
                    <a:pt x="93933" y="0"/>
                  </a:moveTo>
                  <a:lnTo>
                    <a:pt x="6390" y="0"/>
                  </a:lnTo>
                  <a:cubicBezTo>
                    <a:pt x="2556" y="0"/>
                    <a:pt x="0" y="2554"/>
                    <a:pt x="0" y="6384"/>
                  </a:cubicBezTo>
                  <a:cubicBezTo>
                    <a:pt x="0" y="10215"/>
                    <a:pt x="2556" y="12768"/>
                    <a:pt x="6390" y="12768"/>
                  </a:cubicBezTo>
                  <a:lnTo>
                    <a:pt x="93933" y="12768"/>
                  </a:lnTo>
                  <a:cubicBezTo>
                    <a:pt x="97766" y="12768"/>
                    <a:pt x="100322" y="10215"/>
                    <a:pt x="100322" y="6384"/>
                  </a:cubicBezTo>
                  <a:cubicBezTo>
                    <a:pt x="100322" y="2554"/>
                    <a:pt x="97766" y="0"/>
                    <a:pt x="93933" y="0"/>
                  </a:cubicBezTo>
                  <a:close/>
                </a:path>
              </a:pathLst>
            </a:custGeom>
            <a:solidFill>
              <a:srgbClr val="00ABAB"/>
            </a:solidFill>
            <a:ln w="6390" cap="flat">
              <a:noFill/>
              <a:prstDash val="solid"/>
              <a:miter/>
            </a:ln>
          </p:spPr>
          <p:txBody>
            <a:bodyPr rtlCol="0" anchor="ctr"/>
            <a:lstStyle/>
            <a:p>
              <a:endParaRPr lang="en-US"/>
            </a:p>
          </p:txBody>
        </p:sp>
        <p:sp>
          <p:nvSpPr>
            <p:cNvPr id="1748" name="Graphic 1100">
              <a:extLst>
                <a:ext uri="{FF2B5EF4-FFF2-40B4-BE49-F238E27FC236}">
                  <a16:creationId xmlns:a16="http://schemas.microsoft.com/office/drawing/2014/main" id="{6637ACAB-3A71-C341-8549-C125395BB515}"/>
                </a:ext>
              </a:extLst>
            </p:cNvPr>
            <p:cNvSpPr/>
            <p:nvPr/>
          </p:nvSpPr>
          <p:spPr>
            <a:xfrm>
              <a:off x="8972749" y="4956850"/>
              <a:ext cx="100322" cy="12767"/>
            </a:xfrm>
            <a:custGeom>
              <a:avLst/>
              <a:gdLst>
                <a:gd name="connsiteX0" fmla="*/ 93933 w 100322"/>
                <a:gd name="connsiteY0" fmla="*/ 0 h 12767"/>
                <a:gd name="connsiteX1" fmla="*/ 6390 w 100322"/>
                <a:gd name="connsiteY1" fmla="*/ 0 h 12767"/>
                <a:gd name="connsiteX2" fmla="*/ 0 w 100322"/>
                <a:gd name="connsiteY2" fmla="*/ 6384 h 12767"/>
                <a:gd name="connsiteX3" fmla="*/ 6390 w 100322"/>
                <a:gd name="connsiteY3" fmla="*/ 12768 h 12767"/>
                <a:gd name="connsiteX4" fmla="*/ 93933 w 100322"/>
                <a:gd name="connsiteY4" fmla="*/ 12768 h 12767"/>
                <a:gd name="connsiteX5" fmla="*/ 100322 w 100322"/>
                <a:gd name="connsiteY5" fmla="*/ 6384 h 12767"/>
                <a:gd name="connsiteX6" fmla="*/ 93933 w 10032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322" h="12767">
                  <a:moveTo>
                    <a:pt x="93933" y="0"/>
                  </a:moveTo>
                  <a:lnTo>
                    <a:pt x="6390" y="0"/>
                  </a:lnTo>
                  <a:cubicBezTo>
                    <a:pt x="2556" y="0"/>
                    <a:pt x="0" y="2553"/>
                    <a:pt x="0" y="6384"/>
                  </a:cubicBezTo>
                  <a:cubicBezTo>
                    <a:pt x="0" y="10214"/>
                    <a:pt x="2556" y="12768"/>
                    <a:pt x="6390" y="12768"/>
                  </a:cubicBezTo>
                  <a:lnTo>
                    <a:pt x="93933" y="12768"/>
                  </a:lnTo>
                  <a:cubicBezTo>
                    <a:pt x="97766" y="12768"/>
                    <a:pt x="100322" y="10214"/>
                    <a:pt x="100322" y="6384"/>
                  </a:cubicBezTo>
                  <a:cubicBezTo>
                    <a:pt x="100322" y="2553"/>
                    <a:pt x="97766" y="0"/>
                    <a:pt x="93933" y="0"/>
                  </a:cubicBezTo>
                  <a:close/>
                </a:path>
              </a:pathLst>
            </a:custGeom>
            <a:solidFill>
              <a:srgbClr val="00ABAB"/>
            </a:solidFill>
            <a:ln w="6390" cap="flat">
              <a:noFill/>
              <a:prstDash val="solid"/>
              <a:miter/>
            </a:ln>
          </p:spPr>
          <p:txBody>
            <a:bodyPr rtlCol="0" anchor="ctr"/>
            <a:lstStyle/>
            <a:p>
              <a:endParaRPr lang="en-US"/>
            </a:p>
          </p:txBody>
        </p:sp>
      </p:grpSp>
      <p:grpSp>
        <p:nvGrpSpPr>
          <p:cNvPr id="1749" name="Graphic 1100">
            <a:extLst>
              <a:ext uri="{FF2B5EF4-FFF2-40B4-BE49-F238E27FC236}">
                <a16:creationId xmlns:a16="http://schemas.microsoft.com/office/drawing/2014/main" id="{DD121EE9-ED01-5F47-8F8C-46F36B084034}"/>
              </a:ext>
            </a:extLst>
          </p:cNvPr>
          <p:cNvGrpSpPr/>
          <p:nvPr/>
        </p:nvGrpSpPr>
        <p:grpSpPr>
          <a:xfrm>
            <a:off x="8841755" y="4312706"/>
            <a:ext cx="362309" cy="361971"/>
            <a:chOff x="8841755" y="4312706"/>
            <a:chExt cx="362309" cy="361971"/>
          </a:xfrm>
          <a:solidFill>
            <a:srgbClr val="00ABAB"/>
          </a:solidFill>
        </p:grpSpPr>
        <p:sp>
          <p:nvSpPr>
            <p:cNvPr id="1750" name="Graphic 1100">
              <a:extLst>
                <a:ext uri="{FF2B5EF4-FFF2-40B4-BE49-F238E27FC236}">
                  <a16:creationId xmlns:a16="http://schemas.microsoft.com/office/drawing/2014/main" id="{CB7C9DBF-A982-6842-839D-3EC11E41A8DF}"/>
                </a:ext>
              </a:extLst>
            </p:cNvPr>
            <p:cNvSpPr/>
            <p:nvPr/>
          </p:nvSpPr>
          <p:spPr>
            <a:xfrm>
              <a:off x="8841755" y="431270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873"/>
                    <a:pt x="274128"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1751" name="Graphic 1100">
              <a:extLst>
                <a:ext uri="{FF2B5EF4-FFF2-40B4-BE49-F238E27FC236}">
                  <a16:creationId xmlns:a16="http://schemas.microsoft.com/office/drawing/2014/main" id="{4169BA7D-61C6-E241-B4D1-F6FCF19044B8}"/>
                </a:ext>
              </a:extLst>
            </p:cNvPr>
            <p:cNvSpPr/>
            <p:nvPr/>
          </p:nvSpPr>
          <p:spPr>
            <a:xfrm>
              <a:off x="8935688" y="4442939"/>
              <a:ext cx="115657" cy="159599"/>
            </a:xfrm>
            <a:custGeom>
              <a:avLst/>
              <a:gdLst>
                <a:gd name="connsiteX0" fmla="*/ 109268 w 115657"/>
                <a:gd name="connsiteY0" fmla="*/ 0 h 159599"/>
                <a:gd name="connsiteX1" fmla="*/ 6390 w 115657"/>
                <a:gd name="connsiteY1" fmla="*/ 0 h 159599"/>
                <a:gd name="connsiteX2" fmla="*/ 0 w 115657"/>
                <a:gd name="connsiteY2" fmla="*/ 6384 h 159599"/>
                <a:gd name="connsiteX3" fmla="*/ 0 w 115657"/>
                <a:gd name="connsiteY3" fmla="*/ 153216 h 159599"/>
                <a:gd name="connsiteX4" fmla="*/ 6390 w 115657"/>
                <a:gd name="connsiteY4" fmla="*/ 159600 h 159599"/>
                <a:gd name="connsiteX5" fmla="*/ 109268 w 115657"/>
                <a:gd name="connsiteY5" fmla="*/ 159600 h 159599"/>
                <a:gd name="connsiteX6" fmla="*/ 115658 w 115657"/>
                <a:gd name="connsiteY6" fmla="*/ 153216 h 159599"/>
                <a:gd name="connsiteX7" fmla="*/ 115658 w 115657"/>
                <a:gd name="connsiteY7" fmla="*/ 6384 h 159599"/>
                <a:gd name="connsiteX8" fmla="*/ 109268 w 115657"/>
                <a:gd name="connsiteY8" fmla="*/ 0 h 159599"/>
                <a:gd name="connsiteX9" fmla="*/ 102878 w 115657"/>
                <a:gd name="connsiteY9" fmla="*/ 146832 h 159599"/>
                <a:gd name="connsiteX10" fmla="*/ 12780 w 115657"/>
                <a:gd name="connsiteY10" fmla="*/ 146832 h 159599"/>
                <a:gd name="connsiteX11" fmla="*/ 12780 w 115657"/>
                <a:gd name="connsiteY11" fmla="*/ 12768 h 159599"/>
                <a:gd name="connsiteX12" fmla="*/ 102878 w 115657"/>
                <a:gd name="connsiteY12" fmla="*/ 12768 h 159599"/>
                <a:gd name="connsiteX13" fmla="*/ 102878 w 115657"/>
                <a:gd name="connsiteY13" fmla="*/ 146832 h 15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5657" h="159599">
                  <a:moveTo>
                    <a:pt x="109268" y="0"/>
                  </a:moveTo>
                  <a:lnTo>
                    <a:pt x="6390" y="0"/>
                  </a:lnTo>
                  <a:cubicBezTo>
                    <a:pt x="2556" y="0"/>
                    <a:pt x="0" y="2553"/>
                    <a:pt x="0" y="6384"/>
                  </a:cubicBezTo>
                  <a:lnTo>
                    <a:pt x="0" y="153216"/>
                  </a:lnTo>
                  <a:cubicBezTo>
                    <a:pt x="0" y="157046"/>
                    <a:pt x="2556" y="159600"/>
                    <a:pt x="6390" y="159600"/>
                  </a:cubicBezTo>
                  <a:lnTo>
                    <a:pt x="109268" y="159600"/>
                  </a:lnTo>
                  <a:cubicBezTo>
                    <a:pt x="113102" y="159600"/>
                    <a:pt x="115658" y="157046"/>
                    <a:pt x="115658" y="153216"/>
                  </a:cubicBezTo>
                  <a:lnTo>
                    <a:pt x="115658" y="6384"/>
                  </a:lnTo>
                  <a:cubicBezTo>
                    <a:pt x="115658" y="3192"/>
                    <a:pt x="113102" y="0"/>
                    <a:pt x="109268" y="0"/>
                  </a:cubicBezTo>
                  <a:close/>
                  <a:moveTo>
                    <a:pt x="102878" y="146832"/>
                  </a:moveTo>
                  <a:lnTo>
                    <a:pt x="12780" y="146832"/>
                  </a:lnTo>
                  <a:lnTo>
                    <a:pt x="12780" y="12768"/>
                  </a:lnTo>
                  <a:lnTo>
                    <a:pt x="102878" y="12768"/>
                  </a:lnTo>
                  <a:lnTo>
                    <a:pt x="102878" y="146832"/>
                  </a:lnTo>
                  <a:close/>
                </a:path>
              </a:pathLst>
            </a:custGeom>
            <a:solidFill>
              <a:srgbClr val="00ABAB"/>
            </a:solidFill>
            <a:ln w="6390" cap="flat">
              <a:noFill/>
              <a:prstDash val="solid"/>
              <a:miter/>
            </a:ln>
          </p:spPr>
          <p:txBody>
            <a:bodyPr rtlCol="0" anchor="ctr"/>
            <a:lstStyle/>
            <a:p>
              <a:endParaRPr lang="en-US"/>
            </a:p>
          </p:txBody>
        </p:sp>
        <p:sp>
          <p:nvSpPr>
            <p:cNvPr id="1752" name="Graphic 1100">
              <a:extLst>
                <a:ext uri="{FF2B5EF4-FFF2-40B4-BE49-F238E27FC236}">
                  <a16:creationId xmlns:a16="http://schemas.microsoft.com/office/drawing/2014/main" id="{998D5903-87A0-DD4B-9579-94794A144352}"/>
                </a:ext>
              </a:extLst>
            </p:cNvPr>
            <p:cNvSpPr/>
            <p:nvPr/>
          </p:nvSpPr>
          <p:spPr>
            <a:xfrm>
              <a:off x="8965081" y="4414211"/>
              <a:ext cx="115657" cy="159599"/>
            </a:xfrm>
            <a:custGeom>
              <a:avLst/>
              <a:gdLst>
                <a:gd name="connsiteX0" fmla="*/ 109268 w 115657"/>
                <a:gd name="connsiteY0" fmla="*/ 0 h 159599"/>
                <a:gd name="connsiteX1" fmla="*/ 6390 w 115657"/>
                <a:gd name="connsiteY1" fmla="*/ 0 h 159599"/>
                <a:gd name="connsiteX2" fmla="*/ 0 w 115657"/>
                <a:gd name="connsiteY2" fmla="*/ 6384 h 159599"/>
                <a:gd name="connsiteX3" fmla="*/ 6390 w 115657"/>
                <a:gd name="connsiteY3" fmla="*/ 12768 h 159599"/>
                <a:gd name="connsiteX4" fmla="*/ 102878 w 115657"/>
                <a:gd name="connsiteY4" fmla="*/ 12768 h 159599"/>
                <a:gd name="connsiteX5" fmla="*/ 102878 w 115657"/>
                <a:gd name="connsiteY5" fmla="*/ 153216 h 159599"/>
                <a:gd name="connsiteX6" fmla="*/ 109268 w 115657"/>
                <a:gd name="connsiteY6" fmla="*/ 159600 h 159599"/>
                <a:gd name="connsiteX7" fmla="*/ 115658 w 115657"/>
                <a:gd name="connsiteY7" fmla="*/ 153216 h 159599"/>
                <a:gd name="connsiteX8" fmla="*/ 115658 w 115657"/>
                <a:gd name="connsiteY8" fmla="*/ 6384 h 159599"/>
                <a:gd name="connsiteX9" fmla="*/ 109268 w 115657"/>
                <a:gd name="connsiteY9" fmla="*/ 0 h 15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657" h="159599">
                  <a:moveTo>
                    <a:pt x="109268" y="0"/>
                  </a:moveTo>
                  <a:lnTo>
                    <a:pt x="6390" y="0"/>
                  </a:lnTo>
                  <a:cubicBezTo>
                    <a:pt x="2556" y="0"/>
                    <a:pt x="0" y="2553"/>
                    <a:pt x="0" y="6384"/>
                  </a:cubicBezTo>
                  <a:cubicBezTo>
                    <a:pt x="0" y="10214"/>
                    <a:pt x="2556" y="12768"/>
                    <a:pt x="6390" y="12768"/>
                  </a:cubicBezTo>
                  <a:lnTo>
                    <a:pt x="102878" y="12768"/>
                  </a:lnTo>
                  <a:lnTo>
                    <a:pt x="102878" y="153216"/>
                  </a:lnTo>
                  <a:cubicBezTo>
                    <a:pt x="102878" y="157046"/>
                    <a:pt x="105434" y="159600"/>
                    <a:pt x="109268" y="159600"/>
                  </a:cubicBezTo>
                  <a:cubicBezTo>
                    <a:pt x="113102" y="159600"/>
                    <a:pt x="115658" y="157046"/>
                    <a:pt x="115658" y="153216"/>
                  </a:cubicBezTo>
                  <a:lnTo>
                    <a:pt x="115658" y="6384"/>
                  </a:lnTo>
                  <a:cubicBezTo>
                    <a:pt x="115658" y="2553"/>
                    <a:pt x="112463" y="0"/>
                    <a:pt x="109268" y="0"/>
                  </a:cubicBezTo>
                  <a:close/>
                </a:path>
              </a:pathLst>
            </a:custGeom>
            <a:solidFill>
              <a:srgbClr val="00ABAB"/>
            </a:solidFill>
            <a:ln w="6390" cap="flat">
              <a:noFill/>
              <a:prstDash val="solid"/>
              <a:miter/>
            </a:ln>
          </p:spPr>
          <p:txBody>
            <a:bodyPr rtlCol="0" anchor="ctr"/>
            <a:lstStyle/>
            <a:p>
              <a:endParaRPr lang="en-US"/>
            </a:p>
          </p:txBody>
        </p:sp>
        <p:sp>
          <p:nvSpPr>
            <p:cNvPr id="1753" name="Graphic 1100">
              <a:extLst>
                <a:ext uri="{FF2B5EF4-FFF2-40B4-BE49-F238E27FC236}">
                  <a16:creationId xmlns:a16="http://schemas.microsoft.com/office/drawing/2014/main" id="{0323E0C7-7F1D-924F-B28C-F21F113A1E89}"/>
                </a:ext>
              </a:extLst>
            </p:cNvPr>
            <p:cNvSpPr/>
            <p:nvPr/>
          </p:nvSpPr>
          <p:spPr>
            <a:xfrm>
              <a:off x="8994475" y="4384845"/>
              <a:ext cx="115657" cy="159599"/>
            </a:xfrm>
            <a:custGeom>
              <a:avLst/>
              <a:gdLst>
                <a:gd name="connsiteX0" fmla="*/ 109268 w 115657"/>
                <a:gd name="connsiteY0" fmla="*/ 0 h 159599"/>
                <a:gd name="connsiteX1" fmla="*/ 6390 w 115657"/>
                <a:gd name="connsiteY1" fmla="*/ 0 h 159599"/>
                <a:gd name="connsiteX2" fmla="*/ 0 w 115657"/>
                <a:gd name="connsiteY2" fmla="*/ 6384 h 159599"/>
                <a:gd name="connsiteX3" fmla="*/ 6390 w 115657"/>
                <a:gd name="connsiteY3" fmla="*/ 12768 h 159599"/>
                <a:gd name="connsiteX4" fmla="*/ 102878 w 115657"/>
                <a:gd name="connsiteY4" fmla="*/ 12768 h 159599"/>
                <a:gd name="connsiteX5" fmla="*/ 102878 w 115657"/>
                <a:gd name="connsiteY5" fmla="*/ 153216 h 159599"/>
                <a:gd name="connsiteX6" fmla="*/ 109268 w 115657"/>
                <a:gd name="connsiteY6" fmla="*/ 159600 h 159599"/>
                <a:gd name="connsiteX7" fmla="*/ 115658 w 115657"/>
                <a:gd name="connsiteY7" fmla="*/ 153216 h 159599"/>
                <a:gd name="connsiteX8" fmla="*/ 115658 w 115657"/>
                <a:gd name="connsiteY8" fmla="*/ 6384 h 159599"/>
                <a:gd name="connsiteX9" fmla="*/ 109268 w 115657"/>
                <a:gd name="connsiteY9" fmla="*/ 0 h 15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657" h="159599">
                  <a:moveTo>
                    <a:pt x="109268" y="0"/>
                  </a:moveTo>
                  <a:lnTo>
                    <a:pt x="6390" y="0"/>
                  </a:lnTo>
                  <a:cubicBezTo>
                    <a:pt x="2556" y="0"/>
                    <a:pt x="0" y="2554"/>
                    <a:pt x="0" y="6384"/>
                  </a:cubicBezTo>
                  <a:cubicBezTo>
                    <a:pt x="0" y="10215"/>
                    <a:pt x="2556" y="12768"/>
                    <a:pt x="6390" y="12768"/>
                  </a:cubicBezTo>
                  <a:lnTo>
                    <a:pt x="102878" y="12768"/>
                  </a:lnTo>
                  <a:lnTo>
                    <a:pt x="102878" y="153216"/>
                  </a:lnTo>
                  <a:cubicBezTo>
                    <a:pt x="102878" y="157046"/>
                    <a:pt x="105434" y="159600"/>
                    <a:pt x="109268" y="159600"/>
                  </a:cubicBezTo>
                  <a:cubicBezTo>
                    <a:pt x="113102" y="159600"/>
                    <a:pt x="115658" y="157046"/>
                    <a:pt x="115658" y="153216"/>
                  </a:cubicBezTo>
                  <a:lnTo>
                    <a:pt x="115658" y="6384"/>
                  </a:lnTo>
                  <a:cubicBezTo>
                    <a:pt x="115658" y="2554"/>
                    <a:pt x="112463" y="0"/>
                    <a:pt x="109268" y="0"/>
                  </a:cubicBezTo>
                  <a:close/>
                </a:path>
              </a:pathLst>
            </a:custGeom>
            <a:solidFill>
              <a:srgbClr val="00ABAB"/>
            </a:solidFill>
            <a:ln w="6390" cap="flat">
              <a:noFill/>
              <a:prstDash val="solid"/>
              <a:miter/>
            </a:ln>
          </p:spPr>
          <p:txBody>
            <a:bodyPr rtlCol="0" anchor="ctr"/>
            <a:lstStyle/>
            <a:p>
              <a:endParaRPr lang="en-US"/>
            </a:p>
          </p:txBody>
        </p:sp>
        <p:sp>
          <p:nvSpPr>
            <p:cNvPr id="1754" name="Graphic 1100">
              <a:extLst>
                <a:ext uri="{FF2B5EF4-FFF2-40B4-BE49-F238E27FC236}">
                  <a16:creationId xmlns:a16="http://schemas.microsoft.com/office/drawing/2014/main" id="{D2E91525-9CFA-A04B-A825-7CE0FFCC4B11}"/>
                </a:ext>
              </a:extLst>
            </p:cNvPr>
            <p:cNvSpPr/>
            <p:nvPr/>
          </p:nvSpPr>
          <p:spPr>
            <a:xfrm>
              <a:off x="8958052" y="4560404"/>
              <a:ext cx="71566" cy="12767"/>
            </a:xfrm>
            <a:custGeom>
              <a:avLst/>
              <a:gdLst>
                <a:gd name="connsiteX0" fmla="*/ 6390 w 71566"/>
                <a:gd name="connsiteY0" fmla="*/ 12768 h 12767"/>
                <a:gd name="connsiteX1" fmla="*/ 65177 w 71566"/>
                <a:gd name="connsiteY1" fmla="*/ 12768 h 12767"/>
                <a:gd name="connsiteX2" fmla="*/ 71567 w 71566"/>
                <a:gd name="connsiteY2" fmla="*/ 6384 h 12767"/>
                <a:gd name="connsiteX3" fmla="*/ 65177 w 71566"/>
                <a:gd name="connsiteY3" fmla="*/ 0 h 12767"/>
                <a:gd name="connsiteX4" fmla="*/ 6390 w 71566"/>
                <a:gd name="connsiteY4" fmla="*/ 0 h 12767"/>
                <a:gd name="connsiteX5" fmla="*/ 0 w 71566"/>
                <a:gd name="connsiteY5" fmla="*/ 6384 h 12767"/>
                <a:gd name="connsiteX6" fmla="*/ 6390 w 71566"/>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566" h="12767">
                  <a:moveTo>
                    <a:pt x="6390" y="12768"/>
                  </a:moveTo>
                  <a:lnTo>
                    <a:pt x="65177" y="12768"/>
                  </a:lnTo>
                  <a:cubicBezTo>
                    <a:pt x="69011" y="12768"/>
                    <a:pt x="71567" y="10215"/>
                    <a:pt x="71567" y="6384"/>
                  </a:cubicBezTo>
                  <a:cubicBezTo>
                    <a:pt x="71567" y="2554"/>
                    <a:pt x="69011" y="0"/>
                    <a:pt x="65177" y="0"/>
                  </a:cubicBezTo>
                  <a:lnTo>
                    <a:pt x="6390" y="0"/>
                  </a:lnTo>
                  <a:cubicBezTo>
                    <a:pt x="2556" y="0"/>
                    <a:pt x="0" y="2554"/>
                    <a:pt x="0" y="6384"/>
                  </a:cubicBezTo>
                  <a:cubicBezTo>
                    <a:pt x="0" y="10215"/>
                    <a:pt x="2556" y="12768"/>
                    <a:pt x="6390" y="12768"/>
                  </a:cubicBezTo>
                  <a:close/>
                </a:path>
              </a:pathLst>
            </a:custGeom>
            <a:solidFill>
              <a:srgbClr val="00ABAB"/>
            </a:solidFill>
            <a:ln w="6390" cap="flat">
              <a:noFill/>
              <a:prstDash val="solid"/>
              <a:miter/>
            </a:ln>
          </p:spPr>
          <p:txBody>
            <a:bodyPr rtlCol="0" anchor="ctr"/>
            <a:lstStyle/>
            <a:p>
              <a:endParaRPr lang="en-US"/>
            </a:p>
          </p:txBody>
        </p:sp>
        <p:sp>
          <p:nvSpPr>
            <p:cNvPr id="1755" name="Graphic 1100">
              <a:extLst>
                <a:ext uri="{FF2B5EF4-FFF2-40B4-BE49-F238E27FC236}">
                  <a16:creationId xmlns:a16="http://schemas.microsoft.com/office/drawing/2014/main" id="{B24BD62C-B9B4-9340-BFE7-58D4838B9215}"/>
                </a:ext>
              </a:extLst>
            </p:cNvPr>
            <p:cNvSpPr/>
            <p:nvPr/>
          </p:nvSpPr>
          <p:spPr>
            <a:xfrm>
              <a:off x="8958052" y="4531038"/>
              <a:ext cx="71566" cy="12767"/>
            </a:xfrm>
            <a:custGeom>
              <a:avLst/>
              <a:gdLst>
                <a:gd name="connsiteX0" fmla="*/ 6390 w 71566"/>
                <a:gd name="connsiteY0" fmla="*/ 12768 h 12767"/>
                <a:gd name="connsiteX1" fmla="*/ 65177 w 71566"/>
                <a:gd name="connsiteY1" fmla="*/ 12768 h 12767"/>
                <a:gd name="connsiteX2" fmla="*/ 71567 w 71566"/>
                <a:gd name="connsiteY2" fmla="*/ 6384 h 12767"/>
                <a:gd name="connsiteX3" fmla="*/ 65177 w 71566"/>
                <a:gd name="connsiteY3" fmla="*/ 0 h 12767"/>
                <a:gd name="connsiteX4" fmla="*/ 6390 w 71566"/>
                <a:gd name="connsiteY4" fmla="*/ 0 h 12767"/>
                <a:gd name="connsiteX5" fmla="*/ 0 w 71566"/>
                <a:gd name="connsiteY5" fmla="*/ 6384 h 12767"/>
                <a:gd name="connsiteX6" fmla="*/ 6390 w 71566"/>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566" h="12767">
                  <a:moveTo>
                    <a:pt x="6390" y="12768"/>
                  </a:moveTo>
                  <a:lnTo>
                    <a:pt x="65177" y="12768"/>
                  </a:lnTo>
                  <a:cubicBezTo>
                    <a:pt x="69011" y="12768"/>
                    <a:pt x="71567" y="10214"/>
                    <a:pt x="71567" y="6384"/>
                  </a:cubicBezTo>
                  <a:cubicBezTo>
                    <a:pt x="71567" y="2554"/>
                    <a:pt x="69011" y="0"/>
                    <a:pt x="65177" y="0"/>
                  </a:cubicBezTo>
                  <a:lnTo>
                    <a:pt x="6390" y="0"/>
                  </a:lnTo>
                  <a:cubicBezTo>
                    <a:pt x="2556" y="0"/>
                    <a:pt x="0" y="2554"/>
                    <a:pt x="0" y="6384"/>
                  </a:cubicBezTo>
                  <a:cubicBezTo>
                    <a:pt x="0" y="10214"/>
                    <a:pt x="2556" y="12768"/>
                    <a:pt x="6390" y="12768"/>
                  </a:cubicBezTo>
                  <a:close/>
                </a:path>
              </a:pathLst>
            </a:custGeom>
            <a:solidFill>
              <a:srgbClr val="00ABAB"/>
            </a:solidFill>
            <a:ln w="6390" cap="flat">
              <a:noFill/>
              <a:prstDash val="solid"/>
              <a:miter/>
            </a:ln>
          </p:spPr>
          <p:txBody>
            <a:bodyPr rtlCol="0" anchor="ctr"/>
            <a:lstStyle/>
            <a:p>
              <a:endParaRPr lang="en-US"/>
            </a:p>
          </p:txBody>
        </p:sp>
        <p:sp>
          <p:nvSpPr>
            <p:cNvPr id="1756" name="Graphic 1100">
              <a:extLst>
                <a:ext uri="{FF2B5EF4-FFF2-40B4-BE49-F238E27FC236}">
                  <a16:creationId xmlns:a16="http://schemas.microsoft.com/office/drawing/2014/main" id="{005A707A-8C8A-CC44-9EA0-642E209F542A}"/>
                </a:ext>
              </a:extLst>
            </p:cNvPr>
            <p:cNvSpPr/>
            <p:nvPr/>
          </p:nvSpPr>
          <p:spPr>
            <a:xfrm>
              <a:off x="8958052" y="4501672"/>
              <a:ext cx="71566" cy="12767"/>
            </a:xfrm>
            <a:custGeom>
              <a:avLst/>
              <a:gdLst>
                <a:gd name="connsiteX0" fmla="*/ 6390 w 71566"/>
                <a:gd name="connsiteY0" fmla="*/ 12768 h 12767"/>
                <a:gd name="connsiteX1" fmla="*/ 65177 w 71566"/>
                <a:gd name="connsiteY1" fmla="*/ 12768 h 12767"/>
                <a:gd name="connsiteX2" fmla="*/ 71567 w 71566"/>
                <a:gd name="connsiteY2" fmla="*/ 6384 h 12767"/>
                <a:gd name="connsiteX3" fmla="*/ 65177 w 71566"/>
                <a:gd name="connsiteY3" fmla="*/ 0 h 12767"/>
                <a:gd name="connsiteX4" fmla="*/ 6390 w 71566"/>
                <a:gd name="connsiteY4" fmla="*/ 0 h 12767"/>
                <a:gd name="connsiteX5" fmla="*/ 0 w 71566"/>
                <a:gd name="connsiteY5" fmla="*/ 6384 h 12767"/>
                <a:gd name="connsiteX6" fmla="*/ 6390 w 71566"/>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566" h="12767">
                  <a:moveTo>
                    <a:pt x="6390" y="12768"/>
                  </a:moveTo>
                  <a:lnTo>
                    <a:pt x="65177" y="12768"/>
                  </a:lnTo>
                  <a:cubicBezTo>
                    <a:pt x="69011" y="12768"/>
                    <a:pt x="71567" y="10214"/>
                    <a:pt x="71567" y="6384"/>
                  </a:cubicBezTo>
                  <a:cubicBezTo>
                    <a:pt x="71567" y="2553"/>
                    <a:pt x="69011" y="0"/>
                    <a:pt x="65177" y="0"/>
                  </a:cubicBezTo>
                  <a:lnTo>
                    <a:pt x="6390" y="0"/>
                  </a:lnTo>
                  <a:cubicBezTo>
                    <a:pt x="2556" y="0"/>
                    <a:pt x="0" y="2553"/>
                    <a:pt x="0" y="6384"/>
                  </a:cubicBezTo>
                  <a:cubicBezTo>
                    <a:pt x="0" y="10214"/>
                    <a:pt x="2556" y="12768"/>
                    <a:pt x="6390" y="12768"/>
                  </a:cubicBezTo>
                  <a:close/>
                </a:path>
              </a:pathLst>
            </a:custGeom>
            <a:solidFill>
              <a:srgbClr val="00ABAB"/>
            </a:solidFill>
            <a:ln w="6390" cap="flat">
              <a:noFill/>
              <a:prstDash val="solid"/>
              <a:miter/>
            </a:ln>
          </p:spPr>
          <p:txBody>
            <a:bodyPr rtlCol="0" anchor="ctr"/>
            <a:lstStyle/>
            <a:p>
              <a:endParaRPr lang="en-US"/>
            </a:p>
          </p:txBody>
        </p:sp>
        <p:sp>
          <p:nvSpPr>
            <p:cNvPr id="1757" name="Graphic 1100">
              <a:extLst>
                <a:ext uri="{FF2B5EF4-FFF2-40B4-BE49-F238E27FC236}">
                  <a16:creationId xmlns:a16="http://schemas.microsoft.com/office/drawing/2014/main" id="{94D7F8A0-35E2-A84D-8893-9483C39EDDA5}"/>
                </a:ext>
              </a:extLst>
            </p:cNvPr>
            <p:cNvSpPr/>
            <p:nvPr/>
          </p:nvSpPr>
          <p:spPr>
            <a:xfrm>
              <a:off x="8958052" y="4472305"/>
              <a:ext cx="71566" cy="12767"/>
            </a:xfrm>
            <a:custGeom>
              <a:avLst/>
              <a:gdLst>
                <a:gd name="connsiteX0" fmla="*/ 6390 w 71566"/>
                <a:gd name="connsiteY0" fmla="*/ 12768 h 12767"/>
                <a:gd name="connsiteX1" fmla="*/ 65177 w 71566"/>
                <a:gd name="connsiteY1" fmla="*/ 12768 h 12767"/>
                <a:gd name="connsiteX2" fmla="*/ 71567 w 71566"/>
                <a:gd name="connsiteY2" fmla="*/ 6384 h 12767"/>
                <a:gd name="connsiteX3" fmla="*/ 65177 w 71566"/>
                <a:gd name="connsiteY3" fmla="*/ 0 h 12767"/>
                <a:gd name="connsiteX4" fmla="*/ 6390 w 71566"/>
                <a:gd name="connsiteY4" fmla="*/ 0 h 12767"/>
                <a:gd name="connsiteX5" fmla="*/ 0 w 71566"/>
                <a:gd name="connsiteY5" fmla="*/ 6384 h 12767"/>
                <a:gd name="connsiteX6" fmla="*/ 6390 w 71566"/>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566" h="12767">
                  <a:moveTo>
                    <a:pt x="6390" y="12768"/>
                  </a:moveTo>
                  <a:lnTo>
                    <a:pt x="65177" y="12768"/>
                  </a:lnTo>
                  <a:cubicBezTo>
                    <a:pt x="69011" y="12768"/>
                    <a:pt x="71567" y="10215"/>
                    <a:pt x="71567" y="6384"/>
                  </a:cubicBezTo>
                  <a:cubicBezTo>
                    <a:pt x="71567" y="2554"/>
                    <a:pt x="69011" y="0"/>
                    <a:pt x="65177" y="0"/>
                  </a:cubicBezTo>
                  <a:lnTo>
                    <a:pt x="6390" y="0"/>
                  </a:lnTo>
                  <a:cubicBezTo>
                    <a:pt x="2556" y="0"/>
                    <a:pt x="0" y="2554"/>
                    <a:pt x="0" y="6384"/>
                  </a:cubicBezTo>
                  <a:cubicBezTo>
                    <a:pt x="0" y="10215"/>
                    <a:pt x="2556" y="12768"/>
                    <a:pt x="6390" y="12768"/>
                  </a:cubicBezTo>
                  <a:close/>
                </a:path>
              </a:pathLst>
            </a:custGeom>
            <a:solidFill>
              <a:srgbClr val="00ABAB"/>
            </a:solidFill>
            <a:ln w="6390" cap="flat">
              <a:noFill/>
              <a:prstDash val="solid"/>
              <a:miter/>
            </a:ln>
          </p:spPr>
          <p:txBody>
            <a:bodyPr rtlCol="0" anchor="ctr"/>
            <a:lstStyle/>
            <a:p>
              <a:endParaRPr lang="en-US"/>
            </a:p>
          </p:txBody>
        </p:sp>
      </p:grpSp>
      <p:grpSp>
        <p:nvGrpSpPr>
          <p:cNvPr id="1758" name="Graphic 1100">
            <a:extLst>
              <a:ext uri="{FF2B5EF4-FFF2-40B4-BE49-F238E27FC236}">
                <a16:creationId xmlns:a16="http://schemas.microsoft.com/office/drawing/2014/main" id="{1A6A1336-07DA-0A46-BDAD-F5110D0622D6}"/>
              </a:ext>
            </a:extLst>
          </p:cNvPr>
          <p:cNvGrpSpPr/>
          <p:nvPr/>
        </p:nvGrpSpPr>
        <p:grpSpPr>
          <a:xfrm>
            <a:off x="9280105" y="4796966"/>
            <a:ext cx="362309" cy="362255"/>
            <a:chOff x="9280105" y="4796966"/>
            <a:chExt cx="362309" cy="362255"/>
          </a:xfrm>
          <a:solidFill>
            <a:srgbClr val="00ABAB"/>
          </a:solidFill>
        </p:grpSpPr>
        <p:sp>
          <p:nvSpPr>
            <p:cNvPr id="1759" name="Graphic 1100">
              <a:extLst>
                <a:ext uri="{FF2B5EF4-FFF2-40B4-BE49-F238E27FC236}">
                  <a16:creationId xmlns:a16="http://schemas.microsoft.com/office/drawing/2014/main" id="{3A232F72-9E73-EC4C-B8E3-46E919CCFF5F}"/>
                </a:ext>
              </a:extLst>
            </p:cNvPr>
            <p:cNvSpPr/>
            <p:nvPr/>
          </p:nvSpPr>
          <p:spPr>
            <a:xfrm>
              <a:off x="9489056" y="4891733"/>
              <a:ext cx="29393" cy="28727"/>
            </a:xfrm>
            <a:custGeom>
              <a:avLst/>
              <a:gdLst>
                <a:gd name="connsiteX0" fmla="*/ 0 w 29393"/>
                <a:gd name="connsiteY0" fmla="*/ 0 h 28727"/>
                <a:gd name="connsiteX1" fmla="*/ 0 w 29393"/>
                <a:gd name="connsiteY1" fmla="*/ 28728 h 28727"/>
                <a:gd name="connsiteX2" fmla="*/ 29394 w 29393"/>
                <a:gd name="connsiteY2" fmla="*/ 28728 h 28727"/>
              </a:gdLst>
              <a:ahLst/>
              <a:cxnLst>
                <a:cxn ang="0">
                  <a:pos x="connsiteX0" y="connsiteY0"/>
                </a:cxn>
                <a:cxn ang="0">
                  <a:pos x="connsiteX1" y="connsiteY1"/>
                </a:cxn>
                <a:cxn ang="0">
                  <a:pos x="connsiteX2" y="connsiteY2"/>
                </a:cxn>
              </a:cxnLst>
              <a:rect l="l" t="t" r="r" b="b"/>
              <a:pathLst>
                <a:path w="29393" h="28727">
                  <a:moveTo>
                    <a:pt x="0" y="0"/>
                  </a:moveTo>
                  <a:lnTo>
                    <a:pt x="0" y="28728"/>
                  </a:lnTo>
                  <a:lnTo>
                    <a:pt x="29394" y="28728"/>
                  </a:lnTo>
                  <a:close/>
                </a:path>
              </a:pathLst>
            </a:custGeom>
            <a:solidFill>
              <a:srgbClr val="00ABAB"/>
            </a:solidFill>
            <a:ln w="6390" cap="flat">
              <a:noFill/>
              <a:prstDash val="solid"/>
              <a:miter/>
            </a:ln>
          </p:spPr>
          <p:txBody>
            <a:bodyPr rtlCol="0" anchor="ctr"/>
            <a:lstStyle/>
            <a:p>
              <a:endParaRPr lang="en-US"/>
            </a:p>
          </p:txBody>
        </p:sp>
        <p:sp>
          <p:nvSpPr>
            <p:cNvPr id="1760" name="Graphic 1100">
              <a:extLst>
                <a:ext uri="{FF2B5EF4-FFF2-40B4-BE49-F238E27FC236}">
                  <a16:creationId xmlns:a16="http://schemas.microsoft.com/office/drawing/2014/main" id="{BF32D183-9A76-D444-8212-22FB11F61660}"/>
                </a:ext>
              </a:extLst>
            </p:cNvPr>
            <p:cNvSpPr/>
            <p:nvPr/>
          </p:nvSpPr>
          <p:spPr>
            <a:xfrm>
              <a:off x="9394485" y="4882157"/>
              <a:ext cx="132911" cy="190881"/>
            </a:xfrm>
            <a:custGeom>
              <a:avLst/>
              <a:gdLst>
                <a:gd name="connsiteX0" fmla="*/ 88181 w 132911"/>
                <a:gd name="connsiteY0" fmla="*/ 51072 h 190881"/>
                <a:gd name="connsiteX1" fmla="*/ 81792 w 132911"/>
                <a:gd name="connsiteY1" fmla="*/ 44688 h 190881"/>
                <a:gd name="connsiteX2" fmla="*/ 81792 w 132911"/>
                <a:gd name="connsiteY2" fmla="*/ 0 h 190881"/>
                <a:gd name="connsiteX3" fmla="*/ 0 w 132911"/>
                <a:gd name="connsiteY3" fmla="*/ 0 h 190881"/>
                <a:gd name="connsiteX4" fmla="*/ 0 w 132911"/>
                <a:gd name="connsiteY4" fmla="*/ 190881 h 190881"/>
                <a:gd name="connsiteX5" fmla="*/ 132911 w 132911"/>
                <a:gd name="connsiteY5" fmla="*/ 190881 h 190881"/>
                <a:gd name="connsiteX6" fmla="*/ 132911 w 132911"/>
                <a:gd name="connsiteY6" fmla="*/ 51072 h 190881"/>
                <a:gd name="connsiteX7" fmla="*/ 88181 w 132911"/>
                <a:gd name="connsiteY7" fmla="*/ 51072 h 190881"/>
                <a:gd name="connsiteX8" fmla="*/ 109907 w 132911"/>
                <a:gd name="connsiteY8" fmla="*/ 174921 h 190881"/>
                <a:gd name="connsiteX9" fmla="*/ 22365 w 132911"/>
                <a:gd name="connsiteY9" fmla="*/ 174921 h 190881"/>
                <a:gd name="connsiteX10" fmla="*/ 15975 w 132911"/>
                <a:gd name="connsiteY10" fmla="*/ 168537 h 190881"/>
                <a:gd name="connsiteX11" fmla="*/ 22365 w 132911"/>
                <a:gd name="connsiteY11" fmla="*/ 162153 h 190881"/>
                <a:gd name="connsiteX12" fmla="*/ 109907 w 132911"/>
                <a:gd name="connsiteY12" fmla="*/ 162153 h 190881"/>
                <a:gd name="connsiteX13" fmla="*/ 116297 w 132911"/>
                <a:gd name="connsiteY13" fmla="*/ 168537 h 190881"/>
                <a:gd name="connsiteX14" fmla="*/ 109907 w 132911"/>
                <a:gd name="connsiteY14" fmla="*/ 174921 h 190881"/>
                <a:gd name="connsiteX15" fmla="*/ 109907 w 132911"/>
                <a:gd name="connsiteY15" fmla="*/ 145555 h 190881"/>
                <a:gd name="connsiteX16" fmla="*/ 22365 w 132911"/>
                <a:gd name="connsiteY16" fmla="*/ 145555 h 190881"/>
                <a:gd name="connsiteX17" fmla="*/ 15975 w 132911"/>
                <a:gd name="connsiteY17" fmla="*/ 139171 h 190881"/>
                <a:gd name="connsiteX18" fmla="*/ 22365 w 132911"/>
                <a:gd name="connsiteY18" fmla="*/ 132787 h 190881"/>
                <a:gd name="connsiteX19" fmla="*/ 109907 w 132911"/>
                <a:gd name="connsiteY19" fmla="*/ 132787 h 190881"/>
                <a:gd name="connsiteX20" fmla="*/ 116297 w 132911"/>
                <a:gd name="connsiteY20" fmla="*/ 139171 h 190881"/>
                <a:gd name="connsiteX21" fmla="*/ 109907 w 132911"/>
                <a:gd name="connsiteY21" fmla="*/ 145555 h 190881"/>
                <a:gd name="connsiteX22" fmla="*/ 109907 w 132911"/>
                <a:gd name="connsiteY22" fmla="*/ 116827 h 190881"/>
                <a:gd name="connsiteX23" fmla="*/ 22365 w 132911"/>
                <a:gd name="connsiteY23" fmla="*/ 116827 h 190881"/>
                <a:gd name="connsiteX24" fmla="*/ 15975 w 132911"/>
                <a:gd name="connsiteY24" fmla="*/ 110443 h 190881"/>
                <a:gd name="connsiteX25" fmla="*/ 22365 w 132911"/>
                <a:gd name="connsiteY25" fmla="*/ 104059 h 190881"/>
                <a:gd name="connsiteX26" fmla="*/ 109907 w 132911"/>
                <a:gd name="connsiteY26" fmla="*/ 104059 h 190881"/>
                <a:gd name="connsiteX27" fmla="*/ 116297 w 132911"/>
                <a:gd name="connsiteY27" fmla="*/ 110443 h 190881"/>
                <a:gd name="connsiteX28" fmla="*/ 109907 w 132911"/>
                <a:gd name="connsiteY28" fmla="*/ 116827 h 190881"/>
                <a:gd name="connsiteX29" fmla="*/ 109907 w 132911"/>
                <a:gd name="connsiteY29" fmla="*/ 87461 h 190881"/>
                <a:gd name="connsiteX30" fmla="*/ 22365 w 132911"/>
                <a:gd name="connsiteY30" fmla="*/ 87461 h 190881"/>
                <a:gd name="connsiteX31" fmla="*/ 15975 w 132911"/>
                <a:gd name="connsiteY31" fmla="*/ 81077 h 190881"/>
                <a:gd name="connsiteX32" fmla="*/ 22365 w 132911"/>
                <a:gd name="connsiteY32" fmla="*/ 74693 h 190881"/>
                <a:gd name="connsiteX33" fmla="*/ 109907 w 132911"/>
                <a:gd name="connsiteY33" fmla="*/ 74693 h 190881"/>
                <a:gd name="connsiteX34" fmla="*/ 116297 w 132911"/>
                <a:gd name="connsiteY34" fmla="*/ 81077 h 190881"/>
                <a:gd name="connsiteX35" fmla="*/ 109907 w 132911"/>
                <a:gd name="connsiteY35" fmla="*/ 87461 h 190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2911" h="190881">
                  <a:moveTo>
                    <a:pt x="88181" y="51072"/>
                  </a:moveTo>
                  <a:cubicBezTo>
                    <a:pt x="84348" y="51072"/>
                    <a:pt x="81792" y="48518"/>
                    <a:pt x="81792" y="44688"/>
                  </a:cubicBezTo>
                  <a:lnTo>
                    <a:pt x="81792" y="0"/>
                  </a:lnTo>
                  <a:lnTo>
                    <a:pt x="0" y="0"/>
                  </a:lnTo>
                  <a:lnTo>
                    <a:pt x="0" y="190881"/>
                  </a:lnTo>
                  <a:lnTo>
                    <a:pt x="132911" y="190881"/>
                  </a:lnTo>
                  <a:lnTo>
                    <a:pt x="132911" y="51072"/>
                  </a:lnTo>
                  <a:lnTo>
                    <a:pt x="88181" y="51072"/>
                  </a:lnTo>
                  <a:close/>
                  <a:moveTo>
                    <a:pt x="109907" y="174921"/>
                  </a:moveTo>
                  <a:lnTo>
                    <a:pt x="22365" y="174921"/>
                  </a:lnTo>
                  <a:cubicBezTo>
                    <a:pt x="18531" y="174921"/>
                    <a:pt x="15975" y="172368"/>
                    <a:pt x="15975" y="168537"/>
                  </a:cubicBezTo>
                  <a:cubicBezTo>
                    <a:pt x="15975" y="164707"/>
                    <a:pt x="18531" y="162153"/>
                    <a:pt x="22365" y="162153"/>
                  </a:cubicBezTo>
                  <a:lnTo>
                    <a:pt x="109907" y="162153"/>
                  </a:lnTo>
                  <a:cubicBezTo>
                    <a:pt x="113741" y="162153"/>
                    <a:pt x="116297" y="164707"/>
                    <a:pt x="116297" y="168537"/>
                  </a:cubicBezTo>
                  <a:cubicBezTo>
                    <a:pt x="116297" y="172368"/>
                    <a:pt x="113741" y="174921"/>
                    <a:pt x="109907" y="174921"/>
                  </a:cubicBezTo>
                  <a:close/>
                  <a:moveTo>
                    <a:pt x="109907" y="145555"/>
                  </a:moveTo>
                  <a:lnTo>
                    <a:pt x="22365" y="145555"/>
                  </a:lnTo>
                  <a:cubicBezTo>
                    <a:pt x="18531" y="145555"/>
                    <a:pt x="15975" y="143001"/>
                    <a:pt x="15975" y="139171"/>
                  </a:cubicBezTo>
                  <a:cubicBezTo>
                    <a:pt x="15975" y="135341"/>
                    <a:pt x="18531" y="132787"/>
                    <a:pt x="22365" y="132787"/>
                  </a:cubicBezTo>
                  <a:lnTo>
                    <a:pt x="109907" y="132787"/>
                  </a:lnTo>
                  <a:cubicBezTo>
                    <a:pt x="113741" y="132787"/>
                    <a:pt x="116297" y="135341"/>
                    <a:pt x="116297" y="139171"/>
                  </a:cubicBezTo>
                  <a:cubicBezTo>
                    <a:pt x="116297" y="143001"/>
                    <a:pt x="113741" y="145555"/>
                    <a:pt x="109907" y="145555"/>
                  </a:cubicBezTo>
                  <a:close/>
                  <a:moveTo>
                    <a:pt x="109907" y="116827"/>
                  </a:moveTo>
                  <a:lnTo>
                    <a:pt x="22365" y="116827"/>
                  </a:lnTo>
                  <a:cubicBezTo>
                    <a:pt x="18531" y="116827"/>
                    <a:pt x="15975" y="114273"/>
                    <a:pt x="15975" y="110443"/>
                  </a:cubicBezTo>
                  <a:cubicBezTo>
                    <a:pt x="15975" y="106613"/>
                    <a:pt x="18531" y="104059"/>
                    <a:pt x="22365" y="104059"/>
                  </a:cubicBezTo>
                  <a:lnTo>
                    <a:pt x="109907" y="104059"/>
                  </a:lnTo>
                  <a:cubicBezTo>
                    <a:pt x="113741" y="104059"/>
                    <a:pt x="116297" y="106613"/>
                    <a:pt x="116297" y="110443"/>
                  </a:cubicBezTo>
                  <a:cubicBezTo>
                    <a:pt x="116297" y="114273"/>
                    <a:pt x="113741" y="116827"/>
                    <a:pt x="109907" y="116827"/>
                  </a:cubicBezTo>
                  <a:close/>
                  <a:moveTo>
                    <a:pt x="109907" y="87461"/>
                  </a:moveTo>
                  <a:lnTo>
                    <a:pt x="22365" y="87461"/>
                  </a:lnTo>
                  <a:cubicBezTo>
                    <a:pt x="18531" y="87461"/>
                    <a:pt x="15975" y="84907"/>
                    <a:pt x="15975" y="81077"/>
                  </a:cubicBezTo>
                  <a:cubicBezTo>
                    <a:pt x="15975" y="77246"/>
                    <a:pt x="18531" y="74693"/>
                    <a:pt x="22365" y="74693"/>
                  </a:cubicBezTo>
                  <a:lnTo>
                    <a:pt x="109907" y="74693"/>
                  </a:lnTo>
                  <a:cubicBezTo>
                    <a:pt x="113741" y="74693"/>
                    <a:pt x="116297" y="77246"/>
                    <a:pt x="116297" y="81077"/>
                  </a:cubicBezTo>
                  <a:cubicBezTo>
                    <a:pt x="116297" y="84907"/>
                    <a:pt x="113741" y="87461"/>
                    <a:pt x="109907" y="87461"/>
                  </a:cubicBezTo>
                  <a:close/>
                </a:path>
              </a:pathLst>
            </a:custGeom>
            <a:solidFill>
              <a:srgbClr val="00ABAB"/>
            </a:solidFill>
            <a:ln w="6390" cap="flat">
              <a:noFill/>
              <a:prstDash val="solid"/>
              <a:miter/>
            </a:ln>
          </p:spPr>
          <p:txBody>
            <a:bodyPr rtlCol="0" anchor="ctr"/>
            <a:lstStyle/>
            <a:p>
              <a:endParaRPr lang="en-US"/>
            </a:p>
          </p:txBody>
        </p:sp>
        <p:sp>
          <p:nvSpPr>
            <p:cNvPr id="1761" name="Graphic 1100">
              <a:extLst>
                <a:ext uri="{FF2B5EF4-FFF2-40B4-BE49-F238E27FC236}">
                  <a16:creationId xmlns:a16="http://schemas.microsoft.com/office/drawing/2014/main" id="{83FF2B39-A5E9-484E-BF63-B8106BFCB2A0}"/>
                </a:ext>
              </a:extLst>
            </p:cNvPr>
            <p:cNvSpPr/>
            <p:nvPr/>
          </p:nvSpPr>
          <p:spPr>
            <a:xfrm>
              <a:off x="9280105" y="4796966"/>
              <a:ext cx="362309" cy="362255"/>
            </a:xfrm>
            <a:custGeom>
              <a:avLst/>
              <a:gdLst>
                <a:gd name="connsiteX0" fmla="*/ 180835 w 362309"/>
                <a:gd name="connsiteY0" fmla="*/ 284 h 362255"/>
                <a:gd name="connsiteX1" fmla="*/ 0 w 362309"/>
                <a:gd name="connsiteY1" fmla="*/ 181589 h 362255"/>
                <a:gd name="connsiteX2" fmla="*/ 181474 w 362309"/>
                <a:gd name="connsiteY2" fmla="*/ 362256 h 362255"/>
                <a:gd name="connsiteX3" fmla="*/ 362309 w 362309"/>
                <a:gd name="connsiteY3" fmla="*/ 180950 h 362255"/>
                <a:gd name="connsiteX4" fmla="*/ 180835 w 362309"/>
                <a:gd name="connsiteY4" fmla="*/ 284 h 362255"/>
                <a:gd name="connsiteX5" fmla="*/ 180835 w 362309"/>
                <a:gd name="connsiteY5" fmla="*/ 284 h 362255"/>
                <a:gd name="connsiteX6" fmla="*/ 260070 w 362309"/>
                <a:gd name="connsiteY6" fmla="*/ 283094 h 362255"/>
                <a:gd name="connsiteX7" fmla="*/ 253680 w 362309"/>
                <a:gd name="connsiteY7" fmla="*/ 289478 h 362255"/>
                <a:gd name="connsiteX8" fmla="*/ 107989 w 362309"/>
                <a:gd name="connsiteY8" fmla="*/ 289478 h 362255"/>
                <a:gd name="connsiteX9" fmla="*/ 101599 w 362309"/>
                <a:gd name="connsiteY9" fmla="*/ 283094 h 362255"/>
                <a:gd name="connsiteX10" fmla="*/ 101599 w 362309"/>
                <a:gd name="connsiteY10" fmla="*/ 79445 h 362255"/>
                <a:gd name="connsiteX11" fmla="*/ 107989 w 362309"/>
                <a:gd name="connsiteY11" fmla="*/ 73061 h 362255"/>
                <a:gd name="connsiteX12" fmla="*/ 202561 w 362309"/>
                <a:gd name="connsiteY12" fmla="*/ 73061 h 362255"/>
                <a:gd name="connsiteX13" fmla="*/ 207033 w 362309"/>
                <a:gd name="connsiteY13" fmla="*/ 74977 h 362255"/>
                <a:gd name="connsiteX14" fmla="*/ 258153 w 362309"/>
                <a:gd name="connsiteY14" fmla="*/ 126048 h 362255"/>
                <a:gd name="connsiteX15" fmla="*/ 259431 w 362309"/>
                <a:gd name="connsiteY15" fmla="*/ 127963 h 362255"/>
                <a:gd name="connsiteX16" fmla="*/ 260070 w 362309"/>
                <a:gd name="connsiteY16" fmla="*/ 130517 h 362255"/>
                <a:gd name="connsiteX17" fmla="*/ 260070 w 362309"/>
                <a:gd name="connsiteY17" fmla="*/ 283094 h 362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2309" h="362255">
                  <a:moveTo>
                    <a:pt x="180835" y="284"/>
                  </a:moveTo>
                  <a:cubicBezTo>
                    <a:pt x="80513" y="284"/>
                    <a:pt x="0" y="81360"/>
                    <a:pt x="0" y="181589"/>
                  </a:cubicBezTo>
                  <a:cubicBezTo>
                    <a:pt x="0" y="281817"/>
                    <a:pt x="81152" y="362256"/>
                    <a:pt x="181474" y="362256"/>
                  </a:cubicBezTo>
                  <a:cubicBezTo>
                    <a:pt x="281157" y="362256"/>
                    <a:pt x="362309" y="281179"/>
                    <a:pt x="362309" y="180950"/>
                  </a:cubicBezTo>
                  <a:cubicBezTo>
                    <a:pt x="362309" y="80722"/>
                    <a:pt x="281157" y="-355"/>
                    <a:pt x="180835" y="284"/>
                  </a:cubicBezTo>
                  <a:cubicBezTo>
                    <a:pt x="180835" y="-355"/>
                    <a:pt x="180835" y="284"/>
                    <a:pt x="180835" y="284"/>
                  </a:cubicBezTo>
                  <a:close/>
                  <a:moveTo>
                    <a:pt x="260070" y="283094"/>
                  </a:moveTo>
                  <a:cubicBezTo>
                    <a:pt x="260070" y="286924"/>
                    <a:pt x="257514" y="289478"/>
                    <a:pt x="253680" y="289478"/>
                  </a:cubicBezTo>
                  <a:lnTo>
                    <a:pt x="107989" y="289478"/>
                  </a:lnTo>
                  <a:cubicBezTo>
                    <a:pt x="104156" y="289478"/>
                    <a:pt x="101599" y="286924"/>
                    <a:pt x="101599" y="283094"/>
                  </a:cubicBezTo>
                  <a:lnTo>
                    <a:pt x="101599" y="79445"/>
                  </a:lnTo>
                  <a:cubicBezTo>
                    <a:pt x="101599" y="75615"/>
                    <a:pt x="104156" y="73061"/>
                    <a:pt x="107989" y="73061"/>
                  </a:cubicBezTo>
                  <a:lnTo>
                    <a:pt x="202561" y="73061"/>
                  </a:lnTo>
                  <a:cubicBezTo>
                    <a:pt x="204478" y="73061"/>
                    <a:pt x="205756" y="73700"/>
                    <a:pt x="207033" y="74977"/>
                  </a:cubicBezTo>
                  <a:lnTo>
                    <a:pt x="258153" y="126048"/>
                  </a:lnTo>
                  <a:cubicBezTo>
                    <a:pt x="258792" y="126687"/>
                    <a:pt x="259431" y="127325"/>
                    <a:pt x="259431" y="127963"/>
                  </a:cubicBezTo>
                  <a:cubicBezTo>
                    <a:pt x="260070" y="128602"/>
                    <a:pt x="260070" y="129240"/>
                    <a:pt x="260070" y="130517"/>
                  </a:cubicBezTo>
                  <a:lnTo>
                    <a:pt x="260070" y="283094"/>
                  </a:lnTo>
                  <a:close/>
                </a:path>
              </a:pathLst>
            </a:custGeom>
            <a:solidFill>
              <a:srgbClr val="00ABAB"/>
            </a:solidFill>
            <a:ln w="6390" cap="flat">
              <a:noFill/>
              <a:prstDash val="solid"/>
              <a:miter/>
            </a:ln>
          </p:spPr>
          <p:txBody>
            <a:bodyPr rtlCol="0" anchor="ctr"/>
            <a:lstStyle/>
            <a:p>
              <a:endParaRPr lang="en-US"/>
            </a:p>
          </p:txBody>
        </p:sp>
      </p:grpSp>
      <p:grpSp>
        <p:nvGrpSpPr>
          <p:cNvPr id="1762" name="Graphic 1100">
            <a:extLst>
              <a:ext uri="{FF2B5EF4-FFF2-40B4-BE49-F238E27FC236}">
                <a16:creationId xmlns:a16="http://schemas.microsoft.com/office/drawing/2014/main" id="{A235503C-71DA-A542-BA08-24B5B22F0CA6}"/>
              </a:ext>
            </a:extLst>
          </p:cNvPr>
          <p:cNvGrpSpPr/>
          <p:nvPr/>
        </p:nvGrpSpPr>
        <p:grpSpPr>
          <a:xfrm>
            <a:off x="9280105" y="4312706"/>
            <a:ext cx="362309" cy="361971"/>
            <a:chOff x="9280105" y="4312706"/>
            <a:chExt cx="362309" cy="361971"/>
          </a:xfrm>
          <a:solidFill>
            <a:srgbClr val="00ABAB"/>
          </a:solidFill>
        </p:grpSpPr>
        <p:sp>
          <p:nvSpPr>
            <p:cNvPr id="1763" name="Graphic 1100">
              <a:extLst>
                <a:ext uri="{FF2B5EF4-FFF2-40B4-BE49-F238E27FC236}">
                  <a16:creationId xmlns:a16="http://schemas.microsoft.com/office/drawing/2014/main" id="{86D7BB17-1EF2-0143-AEE3-D23790C8BE6F}"/>
                </a:ext>
              </a:extLst>
            </p:cNvPr>
            <p:cNvSpPr/>
            <p:nvPr/>
          </p:nvSpPr>
          <p:spPr>
            <a:xfrm>
              <a:off x="9386817" y="4455707"/>
              <a:ext cx="90097" cy="134063"/>
            </a:xfrm>
            <a:custGeom>
              <a:avLst/>
              <a:gdLst>
                <a:gd name="connsiteX0" fmla="*/ 0 w 90097"/>
                <a:gd name="connsiteY0" fmla="*/ 134064 h 134063"/>
                <a:gd name="connsiteX1" fmla="*/ 90098 w 90097"/>
                <a:gd name="connsiteY1" fmla="*/ 134064 h 134063"/>
                <a:gd name="connsiteX2" fmla="*/ 90098 w 90097"/>
                <a:gd name="connsiteY2" fmla="*/ 0 h 134063"/>
                <a:gd name="connsiteX3" fmla="*/ 0 w 90097"/>
                <a:gd name="connsiteY3" fmla="*/ 0 h 134063"/>
                <a:gd name="connsiteX4" fmla="*/ 0 w 90097"/>
                <a:gd name="connsiteY4" fmla="*/ 134064 h 134063"/>
                <a:gd name="connsiteX5" fmla="*/ 15336 w 90097"/>
                <a:gd name="connsiteY5" fmla="*/ 16598 h 134063"/>
                <a:gd name="connsiteX6" fmla="*/ 74123 w 90097"/>
                <a:gd name="connsiteY6" fmla="*/ 16598 h 134063"/>
                <a:gd name="connsiteX7" fmla="*/ 80513 w 90097"/>
                <a:gd name="connsiteY7" fmla="*/ 22982 h 134063"/>
                <a:gd name="connsiteX8" fmla="*/ 74123 w 90097"/>
                <a:gd name="connsiteY8" fmla="*/ 29366 h 134063"/>
                <a:gd name="connsiteX9" fmla="*/ 15336 w 90097"/>
                <a:gd name="connsiteY9" fmla="*/ 29366 h 134063"/>
                <a:gd name="connsiteX10" fmla="*/ 8946 w 90097"/>
                <a:gd name="connsiteY10" fmla="*/ 22982 h 134063"/>
                <a:gd name="connsiteX11" fmla="*/ 15336 w 90097"/>
                <a:gd name="connsiteY11" fmla="*/ 16598 h 134063"/>
                <a:gd name="connsiteX12" fmla="*/ 15336 w 90097"/>
                <a:gd name="connsiteY12" fmla="*/ 45965 h 134063"/>
                <a:gd name="connsiteX13" fmla="*/ 74123 w 90097"/>
                <a:gd name="connsiteY13" fmla="*/ 45965 h 134063"/>
                <a:gd name="connsiteX14" fmla="*/ 80513 w 90097"/>
                <a:gd name="connsiteY14" fmla="*/ 52349 h 134063"/>
                <a:gd name="connsiteX15" fmla="*/ 74123 w 90097"/>
                <a:gd name="connsiteY15" fmla="*/ 58733 h 134063"/>
                <a:gd name="connsiteX16" fmla="*/ 15336 w 90097"/>
                <a:gd name="connsiteY16" fmla="*/ 58733 h 134063"/>
                <a:gd name="connsiteX17" fmla="*/ 8946 w 90097"/>
                <a:gd name="connsiteY17" fmla="*/ 52349 h 134063"/>
                <a:gd name="connsiteX18" fmla="*/ 15336 w 90097"/>
                <a:gd name="connsiteY18" fmla="*/ 45965 h 134063"/>
                <a:gd name="connsiteX19" fmla="*/ 15336 w 90097"/>
                <a:gd name="connsiteY19" fmla="*/ 75331 h 134063"/>
                <a:gd name="connsiteX20" fmla="*/ 74123 w 90097"/>
                <a:gd name="connsiteY20" fmla="*/ 75331 h 134063"/>
                <a:gd name="connsiteX21" fmla="*/ 80513 w 90097"/>
                <a:gd name="connsiteY21" fmla="*/ 81715 h 134063"/>
                <a:gd name="connsiteX22" fmla="*/ 74123 w 90097"/>
                <a:gd name="connsiteY22" fmla="*/ 88099 h 134063"/>
                <a:gd name="connsiteX23" fmla="*/ 15336 w 90097"/>
                <a:gd name="connsiteY23" fmla="*/ 88099 h 134063"/>
                <a:gd name="connsiteX24" fmla="*/ 8946 w 90097"/>
                <a:gd name="connsiteY24" fmla="*/ 81715 h 134063"/>
                <a:gd name="connsiteX25" fmla="*/ 15336 w 90097"/>
                <a:gd name="connsiteY25" fmla="*/ 75331 h 134063"/>
                <a:gd name="connsiteX26" fmla="*/ 15336 w 90097"/>
                <a:gd name="connsiteY26" fmla="*/ 104697 h 134063"/>
                <a:gd name="connsiteX27" fmla="*/ 74123 w 90097"/>
                <a:gd name="connsiteY27" fmla="*/ 104697 h 134063"/>
                <a:gd name="connsiteX28" fmla="*/ 80513 w 90097"/>
                <a:gd name="connsiteY28" fmla="*/ 111081 h 134063"/>
                <a:gd name="connsiteX29" fmla="*/ 74123 w 90097"/>
                <a:gd name="connsiteY29" fmla="*/ 117465 h 134063"/>
                <a:gd name="connsiteX30" fmla="*/ 15336 w 90097"/>
                <a:gd name="connsiteY30" fmla="*/ 117465 h 134063"/>
                <a:gd name="connsiteX31" fmla="*/ 8946 w 90097"/>
                <a:gd name="connsiteY31" fmla="*/ 111081 h 134063"/>
                <a:gd name="connsiteX32" fmla="*/ 15336 w 90097"/>
                <a:gd name="connsiteY32" fmla="*/ 104697 h 134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097" h="134063">
                  <a:moveTo>
                    <a:pt x="0" y="134064"/>
                  </a:moveTo>
                  <a:lnTo>
                    <a:pt x="90098" y="134064"/>
                  </a:lnTo>
                  <a:lnTo>
                    <a:pt x="90098" y="0"/>
                  </a:lnTo>
                  <a:lnTo>
                    <a:pt x="0" y="0"/>
                  </a:lnTo>
                  <a:lnTo>
                    <a:pt x="0" y="134064"/>
                  </a:lnTo>
                  <a:close/>
                  <a:moveTo>
                    <a:pt x="15336" y="16598"/>
                  </a:moveTo>
                  <a:lnTo>
                    <a:pt x="74123" y="16598"/>
                  </a:lnTo>
                  <a:cubicBezTo>
                    <a:pt x="77957" y="16598"/>
                    <a:pt x="80513" y="19152"/>
                    <a:pt x="80513" y="22982"/>
                  </a:cubicBezTo>
                  <a:cubicBezTo>
                    <a:pt x="80513" y="26813"/>
                    <a:pt x="77957" y="29366"/>
                    <a:pt x="74123" y="29366"/>
                  </a:cubicBezTo>
                  <a:lnTo>
                    <a:pt x="15336" y="29366"/>
                  </a:lnTo>
                  <a:cubicBezTo>
                    <a:pt x="11502" y="29366"/>
                    <a:pt x="8946" y="26813"/>
                    <a:pt x="8946" y="22982"/>
                  </a:cubicBezTo>
                  <a:cubicBezTo>
                    <a:pt x="8946" y="19152"/>
                    <a:pt x="12141" y="16598"/>
                    <a:pt x="15336" y="16598"/>
                  </a:cubicBezTo>
                  <a:close/>
                  <a:moveTo>
                    <a:pt x="15336" y="45965"/>
                  </a:moveTo>
                  <a:lnTo>
                    <a:pt x="74123" y="45965"/>
                  </a:lnTo>
                  <a:cubicBezTo>
                    <a:pt x="77957" y="45965"/>
                    <a:pt x="80513" y="48518"/>
                    <a:pt x="80513" y="52349"/>
                  </a:cubicBezTo>
                  <a:cubicBezTo>
                    <a:pt x="80513" y="56179"/>
                    <a:pt x="77957" y="58733"/>
                    <a:pt x="74123" y="58733"/>
                  </a:cubicBezTo>
                  <a:lnTo>
                    <a:pt x="15336" y="58733"/>
                  </a:lnTo>
                  <a:cubicBezTo>
                    <a:pt x="11502" y="58733"/>
                    <a:pt x="8946" y="56179"/>
                    <a:pt x="8946" y="52349"/>
                  </a:cubicBezTo>
                  <a:cubicBezTo>
                    <a:pt x="8946" y="48518"/>
                    <a:pt x="12141" y="45965"/>
                    <a:pt x="15336" y="45965"/>
                  </a:cubicBezTo>
                  <a:close/>
                  <a:moveTo>
                    <a:pt x="15336" y="75331"/>
                  </a:moveTo>
                  <a:lnTo>
                    <a:pt x="74123" y="75331"/>
                  </a:lnTo>
                  <a:cubicBezTo>
                    <a:pt x="77957" y="75331"/>
                    <a:pt x="80513" y="77885"/>
                    <a:pt x="80513" y="81715"/>
                  </a:cubicBezTo>
                  <a:cubicBezTo>
                    <a:pt x="80513" y="85545"/>
                    <a:pt x="77957" y="88099"/>
                    <a:pt x="74123" y="88099"/>
                  </a:cubicBezTo>
                  <a:lnTo>
                    <a:pt x="15336" y="88099"/>
                  </a:lnTo>
                  <a:cubicBezTo>
                    <a:pt x="11502" y="88099"/>
                    <a:pt x="8946" y="85545"/>
                    <a:pt x="8946" y="81715"/>
                  </a:cubicBezTo>
                  <a:cubicBezTo>
                    <a:pt x="8946" y="77885"/>
                    <a:pt x="12141" y="75331"/>
                    <a:pt x="15336" y="75331"/>
                  </a:cubicBezTo>
                  <a:close/>
                  <a:moveTo>
                    <a:pt x="15336" y="104697"/>
                  </a:moveTo>
                  <a:lnTo>
                    <a:pt x="74123" y="104697"/>
                  </a:lnTo>
                  <a:cubicBezTo>
                    <a:pt x="77957" y="104697"/>
                    <a:pt x="80513" y="107251"/>
                    <a:pt x="80513" y="111081"/>
                  </a:cubicBezTo>
                  <a:cubicBezTo>
                    <a:pt x="80513" y="114912"/>
                    <a:pt x="77957" y="117465"/>
                    <a:pt x="74123" y="117465"/>
                  </a:cubicBezTo>
                  <a:lnTo>
                    <a:pt x="15336" y="117465"/>
                  </a:lnTo>
                  <a:cubicBezTo>
                    <a:pt x="11502" y="117465"/>
                    <a:pt x="8946" y="114912"/>
                    <a:pt x="8946" y="111081"/>
                  </a:cubicBezTo>
                  <a:cubicBezTo>
                    <a:pt x="8946" y="107251"/>
                    <a:pt x="12141" y="104697"/>
                    <a:pt x="15336" y="104697"/>
                  </a:cubicBezTo>
                  <a:close/>
                </a:path>
              </a:pathLst>
            </a:custGeom>
            <a:solidFill>
              <a:srgbClr val="00ABAB"/>
            </a:solidFill>
            <a:ln w="6390" cap="flat">
              <a:noFill/>
              <a:prstDash val="solid"/>
              <a:miter/>
            </a:ln>
          </p:spPr>
          <p:txBody>
            <a:bodyPr rtlCol="0" anchor="ctr"/>
            <a:lstStyle/>
            <a:p>
              <a:endParaRPr lang="en-US"/>
            </a:p>
          </p:txBody>
        </p:sp>
        <p:sp>
          <p:nvSpPr>
            <p:cNvPr id="1764" name="Graphic 1100">
              <a:extLst>
                <a:ext uri="{FF2B5EF4-FFF2-40B4-BE49-F238E27FC236}">
                  <a16:creationId xmlns:a16="http://schemas.microsoft.com/office/drawing/2014/main" id="{CF05AA81-9497-0146-B59D-0346A8513C60}"/>
                </a:ext>
              </a:extLst>
            </p:cNvPr>
            <p:cNvSpPr/>
            <p:nvPr/>
          </p:nvSpPr>
          <p:spPr>
            <a:xfrm>
              <a:off x="9280105" y="4312706"/>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208951 w 362309"/>
                <a:gd name="connsiteY6" fmla="*/ 283449 h 361971"/>
                <a:gd name="connsiteX7" fmla="*/ 202561 w 362309"/>
                <a:gd name="connsiteY7" fmla="*/ 289833 h 361971"/>
                <a:gd name="connsiteX8" fmla="*/ 100322 w 362309"/>
                <a:gd name="connsiteY8" fmla="*/ 289833 h 361971"/>
                <a:gd name="connsiteX9" fmla="*/ 93932 w 362309"/>
                <a:gd name="connsiteY9" fmla="*/ 283449 h 361971"/>
                <a:gd name="connsiteX10" fmla="*/ 93932 w 362309"/>
                <a:gd name="connsiteY10" fmla="*/ 136617 h 361971"/>
                <a:gd name="connsiteX11" fmla="*/ 100322 w 362309"/>
                <a:gd name="connsiteY11" fmla="*/ 130233 h 361971"/>
                <a:gd name="connsiteX12" fmla="*/ 203200 w 362309"/>
                <a:gd name="connsiteY12" fmla="*/ 130233 h 361971"/>
                <a:gd name="connsiteX13" fmla="*/ 209589 w 362309"/>
                <a:gd name="connsiteY13" fmla="*/ 136617 h 361971"/>
                <a:gd name="connsiteX14" fmla="*/ 208951 w 362309"/>
                <a:gd name="connsiteY14" fmla="*/ 283449 h 361971"/>
                <a:gd name="connsiteX15" fmla="*/ 238344 w 362309"/>
                <a:gd name="connsiteY15" fmla="*/ 254082 h 361971"/>
                <a:gd name="connsiteX16" fmla="*/ 231954 w 362309"/>
                <a:gd name="connsiteY16" fmla="*/ 260466 h 361971"/>
                <a:gd name="connsiteX17" fmla="*/ 225564 w 362309"/>
                <a:gd name="connsiteY17" fmla="*/ 254082 h 361971"/>
                <a:gd name="connsiteX18" fmla="*/ 225564 w 362309"/>
                <a:gd name="connsiteY18" fmla="*/ 113635 h 361971"/>
                <a:gd name="connsiteX19" fmla="*/ 129076 w 362309"/>
                <a:gd name="connsiteY19" fmla="*/ 113635 h 361971"/>
                <a:gd name="connsiteX20" fmla="*/ 122686 w 362309"/>
                <a:gd name="connsiteY20" fmla="*/ 107251 h 361971"/>
                <a:gd name="connsiteX21" fmla="*/ 129076 w 362309"/>
                <a:gd name="connsiteY21" fmla="*/ 100867 h 361971"/>
                <a:gd name="connsiteX22" fmla="*/ 231954 w 362309"/>
                <a:gd name="connsiteY22" fmla="*/ 100867 h 361971"/>
                <a:gd name="connsiteX23" fmla="*/ 238344 w 362309"/>
                <a:gd name="connsiteY23" fmla="*/ 107251 h 361971"/>
                <a:gd name="connsiteX24" fmla="*/ 238344 w 362309"/>
                <a:gd name="connsiteY24" fmla="*/ 254082 h 361971"/>
                <a:gd name="connsiteX25" fmla="*/ 267738 w 362309"/>
                <a:gd name="connsiteY25" fmla="*/ 224716 h 361971"/>
                <a:gd name="connsiteX26" fmla="*/ 261348 w 362309"/>
                <a:gd name="connsiteY26" fmla="*/ 231100 h 361971"/>
                <a:gd name="connsiteX27" fmla="*/ 254958 w 362309"/>
                <a:gd name="connsiteY27" fmla="*/ 224716 h 361971"/>
                <a:gd name="connsiteX28" fmla="*/ 254958 w 362309"/>
                <a:gd name="connsiteY28" fmla="*/ 84269 h 361971"/>
                <a:gd name="connsiteX29" fmla="*/ 158470 w 362309"/>
                <a:gd name="connsiteY29" fmla="*/ 84269 h 361971"/>
                <a:gd name="connsiteX30" fmla="*/ 152080 w 362309"/>
                <a:gd name="connsiteY30" fmla="*/ 77885 h 361971"/>
                <a:gd name="connsiteX31" fmla="*/ 158470 w 362309"/>
                <a:gd name="connsiteY31" fmla="*/ 71501 h 361971"/>
                <a:gd name="connsiteX32" fmla="*/ 261348 w 362309"/>
                <a:gd name="connsiteY32" fmla="*/ 71501 h 361971"/>
                <a:gd name="connsiteX33" fmla="*/ 267738 w 362309"/>
                <a:gd name="connsiteY33" fmla="*/ 77885 h 361971"/>
                <a:gd name="connsiteX34" fmla="*/ 267738 w 362309"/>
                <a:gd name="connsiteY34" fmla="*/ 22471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09" y="280895"/>
                    <a:pt x="362309" y="180667"/>
                  </a:cubicBezTo>
                  <a:cubicBezTo>
                    <a:pt x="362309" y="81077"/>
                    <a:pt x="281157" y="0"/>
                    <a:pt x="180835" y="0"/>
                  </a:cubicBezTo>
                  <a:cubicBezTo>
                    <a:pt x="180835" y="0"/>
                    <a:pt x="180835" y="0"/>
                    <a:pt x="180835" y="0"/>
                  </a:cubicBezTo>
                  <a:close/>
                  <a:moveTo>
                    <a:pt x="208951" y="283449"/>
                  </a:moveTo>
                  <a:cubicBezTo>
                    <a:pt x="208951" y="287279"/>
                    <a:pt x="206395" y="289833"/>
                    <a:pt x="202561" y="289833"/>
                  </a:cubicBezTo>
                  <a:lnTo>
                    <a:pt x="100322" y="289833"/>
                  </a:lnTo>
                  <a:cubicBezTo>
                    <a:pt x="96488" y="289833"/>
                    <a:pt x="93932" y="287279"/>
                    <a:pt x="93932" y="283449"/>
                  </a:cubicBezTo>
                  <a:lnTo>
                    <a:pt x="93932" y="136617"/>
                  </a:lnTo>
                  <a:cubicBezTo>
                    <a:pt x="93932" y="132787"/>
                    <a:pt x="96488" y="130233"/>
                    <a:pt x="100322" y="130233"/>
                  </a:cubicBezTo>
                  <a:lnTo>
                    <a:pt x="203200" y="130233"/>
                  </a:lnTo>
                  <a:cubicBezTo>
                    <a:pt x="207033" y="130233"/>
                    <a:pt x="209589" y="132787"/>
                    <a:pt x="209589" y="136617"/>
                  </a:cubicBezTo>
                  <a:lnTo>
                    <a:pt x="208951" y="283449"/>
                  </a:lnTo>
                  <a:close/>
                  <a:moveTo>
                    <a:pt x="238344" y="254082"/>
                  </a:moveTo>
                  <a:cubicBezTo>
                    <a:pt x="238344" y="257913"/>
                    <a:pt x="235788" y="260466"/>
                    <a:pt x="231954" y="260466"/>
                  </a:cubicBezTo>
                  <a:cubicBezTo>
                    <a:pt x="228120" y="260466"/>
                    <a:pt x="225564" y="257913"/>
                    <a:pt x="225564" y="254082"/>
                  </a:cubicBezTo>
                  <a:lnTo>
                    <a:pt x="225564" y="113635"/>
                  </a:lnTo>
                  <a:lnTo>
                    <a:pt x="129076" y="113635"/>
                  </a:lnTo>
                  <a:cubicBezTo>
                    <a:pt x="125243" y="113635"/>
                    <a:pt x="122686" y="111081"/>
                    <a:pt x="122686" y="107251"/>
                  </a:cubicBezTo>
                  <a:cubicBezTo>
                    <a:pt x="122686" y="103421"/>
                    <a:pt x="125243" y="100867"/>
                    <a:pt x="129076" y="100867"/>
                  </a:cubicBezTo>
                  <a:lnTo>
                    <a:pt x="231954" y="100867"/>
                  </a:lnTo>
                  <a:cubicBezTo>
                    <a:pt x="235788" y="100867"/>
                    <a:pt x="238344" y="103421"/>
                    <a:pt x="238344" y="107251"/>
                  </a:cubicBezTo>
                  <a:lnTo>
                    <a:pt x="238344" y="254082"/>
                  </a:lnTo>
                  <a:close/>
                  <a:moveTo>
                    <a:pt x="267738" y="224716"/>
                  </a:moveTo>
                  <a:cubicBezTo>
                    <a:pt x="267738" y="228546"/>
                    <a:pt x="265182" y="231100"/>
                    <a:pt x="261348" y="231100"/>
                  </a:cubicBezTo>
                  <a:cubicBezTo>
                    <a:pt x="257514" y="231100"/>
                    <a:pt x="254958" y="228546"/>
                    <a:pt x="254958" y="224716"/>
                  </a:cubicBezTo>
                  <a:lnTo>
                    <a:pt x="254958" y="84269"/>
                  </a:lnTo>
                  <a:lnTo>
                    <a:pt x="158470" y="84269"/>
                  </a:lnTo>
                  <a:cubicBezTo>
                    <a:pt x="154636" y="84269"/>
                    <a:pt x="152080" y="81715"/>
                    <a:pt x="152080" y="77885"/>
                  </a:cubicBezTo>
                  <a:cubicBezTo>
                    <a:pt x="152080" y="74054"/>
                    <a:pt x="154636" y="71501"/>
                    <a:pt x="158470" y="71501"/>
                  </a:cubicBezTo>
                  <a:lnTo>
                    <a:pt x="261348" y="71501"/>
                  </a:lnTo>
                  <a:cubicBezTo>
                    <a:pt x="265182" y="71501"/>
                    <a:pt x="267738" y="74054"/>
                    <a:pt x="267738" y="77885"/>
                  </a:cubicBezTo>
                  <a:lnTo>
                    <a:pt x="267738" y="224716"/>
                  </a:lnTo>
                  <a:close/>
                </a:path>
              </a:pathLst>
            </a:custGeom>
            <a:solidFill>
              <a:srgbClr val="00ABAB"/>
            </a:solidFill>
            <a:ln w="6390" cap="flat">
              <a:noFill/>
              <a:prstDash val="solid"/>
              <a:miter/>
            </a:ln>
          </p:spPr>
          <p:txBody>
            <a:bodyPr rtlCol="0" anchor="ctr"/>
            <a:lstStyle/>
            <a:p>
              <a:endParaRPr lang="en-US"/>
            </a:p>
          </p:txBody>
        </p:sp>
      </p:grpSp>
      <p:grpSp>
        <p:nvGrpSpPr>
          <p:cNvPr id="1765" name="Graphic 1100">
            <a:extLst>
              <a:ext uri="{FF2B5EF4-FFF2-40B4-BE49-F238E27FC236}">
                <a16:creationId xmlns:a16="http://schemas.microsoft.com/office/drawing/2014/main" id="{30F07886-7D10-7444-97AD-54132A715DDD}"/>
              </a:ext>
            </a:extLst>
          </p:cNvPr>
          <p:cNvGrpSpPr/>
          <p:nvPr/>
        </p:nvGrpSpPr>
        <p:grpSpPr>
          <a:xfrm>
            <a:off x="9887788" y="922173"/>
            <a:ext cx="361674" cy="361971"/>
            <a:chOff x="9887788" y="922173"/>
            <a:chExt cx="361674" cy="361971"/>
          </a:xfrm>
          <a:solidFill>
            <a:srgbClr val="00ABAB"/>
          </a:solidFill>
        </p:grpSpPr>
        <p:sp>
          <p:nvSpPr>
            <p:cNvPr id="1766" name="Graphic 1100">
              <a:extLst>
                <a:ext uri="{FF2B5EF4-FFF2-40B4-BE49-F238E27FC236}">
                  <a16:creationId xmlns:a16="http://schemas.microsoft.com/office/drawing/2014/main" id="{7C201300-8E73-0D4D-954C-8E42DE93E75B}"/>
                </a:ext>
              </a:extLst>
            </p:cNvPr>
            <p:cNvSpPr/>
            <p:nvPr/>
          </p:nvSpPr>
          <p:spPr>
            <a:xfrm>
              <a:off x="9887788" y="922173"/>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2309" y="81077"/>
                    <a:pt x="281157" y="0"/>
                    <a:pt x="180835" y="0"/>
                  </a:cubicBezTo>
                  <a:cubicBezTo>
                    <a:pt x="180835" y="0"/>
                    <a:pt x="180835" y="0"/>
                    <a:pt x="180835" y="0"/>
                  </a:cubicBezTo>
                  <a:close/>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lnTo>
                    <a:pt x="348890" y="180667"/>
                  </a:lnTo>
                  <a:cubicBezTo>
                    <a:pt x="349529" y="273873"/>
                    <a:pt x="274128" y="349204"/>
                    <a:pt x="180835" y="349204"/>
                  </a:cubicBezTo>
                  <a:close/>
                </a:path>
              </a:pathLst>
            </a:custGeom>
            <a:solidFill>
              <a:srgbClr val="00ABAB"/>
            </a:solidFill>
            <a:ln w="6390" cap="flat">
              <a:noFill/>
              <a:prstDash val="solid"/>
              <a:miter/>
            </a:ln>
          </p:spPr>
          <p:txBody>
            <a:bodyPr rtlCol="0" anchor="ctr"/>
            <a:lstStyle/>
            <a:p>
              <a:endParaRPr lang="en-US"/>
            </a:p>
          </p:txBody>
        </p:sp>
        <p:sp>
          <p:nvSpPr>
            <p:cNvPr id="1767" name="Graphic 1100">
              <a:extLst>
                <a:ext uri="{FF2B5EF4-FFF2-40B4-BE49-F238E27FC236}">
                  <a16:creationId xmlns:a16="http://schemas.microsoft.com/office/drawing/2014/main" id="{4CCACA59-43F6-084E-9A76-5768B64227CE}"/>
                </a:ext>
              </a:extLst>
            </p:cNvPr>
            <p:cNvSpPr/>
            <p:nvPr/>
          </p:nvSpPr>
          <p:spPr>
            <a:xfrm>
              <a:off x="9990027" y="995589"/>
              <a:ext cx="157831" cy="215778"/>
            </a:xfrm>
            <a:custGeom>
              <a:avLst/>
              <a:gdLst>
                <a:gd name="connsiteX0" fmla="*/ 155915 w 157831"/>
                <a:gd name="connsiteY0" fmla="*/ 52349 h 215778"/>
                <a:gd name="connsiteX1" fmla="*/ 105434 w 157831"/>
                <a:gd name="connsiteY1" fmla="*/ 1915 h 215778"/>
                <a:gd name="connsiteX2" fmla="*/ 103517 w 157831"/>
                <a:gd name="connsiteY2" fmla="*/ 638 h 215778"/>
                <a:gd name="connsiteX3" fmla="*/ 100961 w 157831"/>
                <a:gd name="connsiteY3" fmla="*/ 0 h 215778"/>
                <a:gd name="connsiteX4" fmla="*/ 6390 w 157831"/>
                <a:gd name="connsiteY4" fmla="*/ 0 h 215778"/>
                <a:gd name="connsiteX5" fmla="*/ 0 w 157831"/>
                <a:gd name="connsiteY5" fmla="*/ 6384 h 215778"/>
                <a:gd name="connsiteX6" fmla="*/ 0 w 157831"/>
                <a:gd name="connsiteY6" fmla="*/ 209395 h 215778"/>
                <a:gd name="connsiteX7" fmla="*/ 6390 w 157831"/>
                <a:gd name="connsiteY7" fmla="*/ 215779 h 215778"/>
                <a:gd name="connsiteX8" fmla="*/ 151441 w 157831"/>
                <a:gd name="connsiteY8" fmla="*/ 215779 h 215778"/>
                <a:gd name="connsiteX9" fmla="*/ 157831 w 157831"/>
                <a:gd name="connsiteY9" fmla="*/ 209395 h 215778"/>
                <a:gd name="connsiteX10" fmla="*/ 157831 w 157831"/>
                <a:gd name="connsiteY10" fmla="*/ 57456 h 215778"/>
                <a:gd name="connsiteX11" fmla="*/ 157192 w 157831"/>
                <a:gd name="connsiteY11" fmla="*/ 54902 h 215778"/>
                <a:gd name="connsiteX12" fmla="*/ 155915 w 157831"/>
                <a:gd name="connsiteY12" fmla="*/ 52349 h 215778"/>
                <a:gd name="connsiteX13" fmla="*/ 106712 w 157831"/>
                <a:gd name="connsiteY13" fmla="*/ 21067 h 215778"/>
                <a:gd name="connsiteX14" fmla="*/ 135466 w 157831"/>
                <a:gd name="connsiteY14" fmla="*/ 49795 h 215778"/>
                <a:gd name="connsiteX15" fmla="*/ 106712 w 157831"/>
                <a:gd name="connsiteY15" fmla="*/ 49795 h 215778"/>
                <a:gd name="connsiteX16" fmla="*/ 106712 w 157831"/>
                <a:gd name="connsiteY16" fmla="*/ 21067 h 215778"/>
                <a:gd name="connsiteX17" fmla="*/ 12780 w 157831"/>
                <a:gd name="connsiteY17" fmla="*/ 202372 h 215778"/>
                <a:gd name="connsiteX18" fmla="*/ 12780 w 157831"/>
                <a:gd name="connsiteY18" fmla="*/ 12130 h 215778"/>
                <a:gd name="connsiteX19" fmla="*/ 94571 w 157831"/>
                <a:gd name="connsiteY19" fmla="*/ 12130 h 215778"/>
                <a:gd name="connsiteX20" fmla="*/ 94571 w 157831"/>
                <a:gd name="connsiteY20" fmla="*/ 56179 h 215778"/>
                <a:gd name="connsiteX21" fmla="*/ 100961 w 157831"/>
                <a:gd name="connsiteY21" fmla="*/ 62563 h 215778"/>
                <a:gd name="connsiteX22" fmla="*/ 145051 w 157831"/>
                <a:gd name="connsiteY22" fmla="*/ 62563 h 215778"/>
                <a:gd name="connsiteX23" fmla="*/ 145051 w 157831"/>
                <a:gd name="connsiteY23" fmla="*/ 201734 h 215778"/>
                <a:gd name="connsiteX24" fmla="*/ 12780 w 157831"/>
                <a:gd name="connsiteY24" fmla="*/ 201734 h 215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7831" h="215778">
                  <a:moveTo>
                    <a:pt x="155915" y="52349"/>
                  </a:moveTo>
                  <a:lnTo>
                    <a:pt x="105434" y="1915"/>
                  </a:lnTo>
                  <a:cubicBezTo>
                    <a:pt x="104795" y="1277"/>
                    <a:pt x="104156" y="638"/>
                    <a:pt x="103517" y="638"/>
                  </a:cubicBezTo>
                  <a:cubicBezTo>
                    <a:pt x="102878" y="0"/>
                    <a:pt x="102239" y="0"/>
                    <a:pt x="100961" y="0"/>
                  </a:cubicBezTo>
                  <a:lnTo>
                    <a:pt x="6390" y="0"/>
                  </a:lnTo>
                  <a:cubicBezTo>
                    <a:pt x="2556" y="0"/>
                    <a:pt x="0" y="2554"/>
                    <a:pt x="0" y="6384"/>
                  </a:cubicBezTo>
                  <a:lnTo>
                    <a:pt x="0" y="209395"/>
                  </a:lnTo>
                  <a:cubicBezTo>
                    <a:pt x="0" y="213225"/>
                    <a:pt x="2556" y="215779"/>
                    <a:pt x="6390" y="215779"/>
                  </a:cubicBezTo>
                  <a:lnTo>
                    <a:pt x="151441" y="215779"/>
                  </a:lnTo>
                  <a:cubicBezTo>
                    <a:pt x="155275" y="215779"/>
                    <a:pt x="157831" y="213225"/>
                    <a:pt x="157831" y="209395"/>
                  </a:cubicBezTo>
                  <a:lnTo>
                    <a:pt x="157831" y="57456"/>
                  </a:lnTo>
                  <a:cubicBezTo>
                    <a:pt x="157831" y="56818"/>
                    <a:pt x="157831" y="55541"/>
                    <a:pt x="157192" y="54902"/>
                  </a:cubicBezTo>
                  <a:cubicBezTo>
                    <a:pt x="157192" y="53626"/>
                    <a:pt x="156553" y="52987"/>
                    <a:pt x="155915" y="52349"/>
                  </a:cubicBezTo>
                  <a:close/>
                  <a:moveTo>
                    <a:pt x="106712" y="21067"/>
                  </a:moveTo>
                  <a:lnTo>
                    <a:pt x="135466" y="49795"/>
                  </a:lnTo>
                  <a:lnTo>
                    <a:pt x="106712" y="49795"/>
                  </a:lnTo>
                  <a:lnTo>
                    <a:pt x="106712" y="21067"/>
                  </a:lnTo>
                  <a:close/>
                  <a:moveTo>
                    <a:pt x="12780" y="202372"/>
                  </a:moveTo>
                  <a:lnTo>
                    <a:pt x="12780" y="12130"/>
                  </a:lnTo>
                  <a:lnTo>
                    <a:pt x="94571" y="12130"/>
                  </a:lnTo>
                  <a:lnTo>
                    <a:pt x="94571" y="56179"/>
                  </a:lnTo>
                  <a:cubicBezTo>
                    <a:pt x="94571" y="60009"/>
                    <a:pt x="97127" y="62563"/>
                    <a:pt x="100961" y="62563"/>
                  </a:cubicBezTo>
                  <a:lnTo>
                    <a:pt x="145051" y="62563"/>
                  </a:lnTo>
                  <a:lnTo>
                    <a:pt x="145051" y="201734"/>
                  </a:lnTo>
                  <a:lnTo>
                    <a:pt x="12780" y="201734"/>
                  </a:lnTo>
                  <a:close/>
                </a:path>
              </a:pathLst>
            </a:custGeom>
            <a:solidFill>
              <a:srgbClr val="00ABAB"/>
            </a:solidFill>
            <a:ln w="6390" cap="flat">
              <a:noFill/>
              <a:prstDash val="solid"/>
              <a:miter/>
            </a:ln>
          </p:spPr>
          <p:txBody>
            <a:bodyPr rtlCol="0" anchor="ctr"/>
            <a:lstStyle/>
            <a:p>
              <a:endParaRPr lang="en-US"/>
            </a:p>
          </p:txBody>
        </p:sp>
      </p:grpSp>
      <p:grpSp>
        <p:nvGrpSpPr>
          <p:cNvPr id="2" name="Group 1">
            <a:extLst>
              <a:ext uri="{FF2B5EF4-FFF2-40B4-BE49-F238E27FC236}">
                <a16:creationId xmlns:a16="http://schemas.microsoft.com/office/drawing/2014/main" id="{5148C44F-B965-A343-98AF-2C28FD415781}"/>
              </a:ext>
            </a:extLst>
          </p:cNvPr>
          <p:cNvGrpSpPr/>
          <p:nvPr/>
        </p:nvGrpSpPr>
        <p:grpSpPr>
          <a:xfrm>
            <a:off x="9887788" y="1406717"/>
            <a:ext cx="361674" cy="361971"/>
            <a:chOff x="9887788" y="1406717"/>
            <a:chExt cx="361674" cy="361971"/>
          </a:xfrm>
        </p:grpSpPr>
        <p:sp>
          <p:nvSpPr>
            <p:cNvPr id="1768" name="Graphic 1100">
              <a:extLst>
                <a:ext uri="{FF2B5EF4-FFF2-40B4-BE49-F238E27FC236}">
                  <a16:creationId xmlns:a16="http://schemas.microsoft.com/office/drawing/2014/main" id="{E9586AB7-02CB-514A-9B7B-CDC49A64567B}"/>
                </a:ext>
              </a:extLst>
            </p:cNvPr>
            <p:cNvSpPr/>
            <p:nvPr/>
          </p:nvSpPr>
          <p:spPr>
            <a:xfrm>
              <a:off x="9887788" y="1406717"/>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8565 h 361971"/>
                <a:gd name="connsiteX8" fmla="*/ 12780 w 361674"/>
                <a:gd name="connsiteY8" fmla="*/ 180667 h 361971"/>
                <a:gd name="connsiteX9" fmla="*/ 180835 w 361674"/>
                <a:gd name="connsiteY9" fmla="*/ 12130 h 361971"/>
                <a:gd name="connsiteX10" fmla="*/ 348890 w 361674"/>
                <a:gd name="connsiteY10" fmla="*/ 180028 h 361971"/>
                <a:gd name="connsiteX11" fmla="*/ 348890 w 361674"/>
                <a:gd name="connsiteY11" fmla="*/ 180028 h 361971"/>
                <a:gd name="connsiteX12" fmla="*/ 180835 w 361674"/>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2309" y="80438"/>
                    <a:pt x="281157" y="0"/>
                    <a:pt x="180835" y="0"/>
                  </a:cubicBezTo>
                  <a:cubicBezTo>
                    <a:pt x="180835" y="0"/>
                    <a:pt x="180835" y="0"/>
                    <a:pt x="180835" y="0"/>
                  </a:cubicBezTo>
                  <a:close/>
                  <a:moveTo>
                    <a:pt x="180835" y="348565"/>
                  </a:moveTo>
                  <a:cubicBezTo>
                    <a:pt x="87542" y="348565"/>
                    <a:pt x="12780" y="273234"/>
                    <a:pt x="12780" y="180667"/>
                  </a:cubicBezTo>
                  <a:cubicBezTo>
                    <a:pt x="12780" y="87461"/>
                    <a:pt x="88181" y="12130"/>
                    <a:pt x="180835" y="12130"/>
                  </a:cubicBezTo>
                  <a:cubicBezTo>
                    <a:pt x="274128" y="12130"/>
                    <a:pt x="348890" y="87461"/>
                    <a:pt x="348890" y="180028"/>
                  </a:cubicBezTo>
                  <a:lnTo>
                    <a:pt x="348890" y="180028"/>
                  </a:lnTo>
                  <a:cubicBezTo>
                    <a:pt x="349529" y="273234"/>
                    <a:pt x="274128" y="348565"/>
                    <a:pt x="180835" y="348565"/>
                  </a:cubicBezTo>
                  <a:close/>
                </a:path>
              </a:pathLst>
            </a:custGeom>
            <a:solidFill>
              <a:srgbClr val="00ABAB"/>
            </a:solidFill>
            <a:ln w="6390" cap="flat">
              <a:noFill/>
              <a:prstDash val="solid"/>
              <a:miter/>
            </a:ln>
          </p:spPr>
          <p:txBody>
            <a:bodyPr rtlCol="0" anchor="ctr"/>
            <a:lstStyle/>
            <a:p>
              <a:endParaRPr lang="en-US"/>
            </a:p>
          </p:txBody>
        </p:sp>
        <p:sp>
          <p:nvSpPr>
            <p:cNvPr id="1769" name="Graphic 1100">
              <a:extLst>
                <a:ext uri="{FF2B5EF4-FFF2-40B4-BE49-F238E27FC236}">
                  <a16:creationId xmlns:a16="http://schemas.microsoft.com/office/drawing/2014/main" id="{8DEAD426-55A7-B845-A5DC-2FDD21A52BEE}"/>
                </a:ext>
              </a:extLst>
            </p:cNvPr>
            <p:cNvSpPr/>
            <p:nvPr/>
          </p:nvSpPr>
          <p:spPr>
            <a:xfrm>
              <a:off x="9974052" y="1471195"/>
              <a:ext cx="189141" cy="231738"/>
            </a:xfrm>
            <a:custGeom>
              <a:avLst/>
              <a:gdLst>
                <a:gd name="connsiteX0" fmla="*/ 187225 w 189141"/>
                <a:gd name="connsiteY0" fmla="*/ 43411 h 231738"/>
                <a:gd name="connsiteX1" fmla="*/ 146330 w 189141"/>
                <a:gd name="connsiteY1" fmla="*/ 1915 h 231738"/>
                <a:gd name="connsiteX2" fmla="*/ 141856 w 189141"/>
                <a:gd name="connsiteY2" fmla="*/ 0 h 231738"/>
                <a:gd name="connsiteX3" fmla="*/ 65177 w 189141"/>
                <a:gd name="connsiteY3" fmla="*/ 0 h 231738"/>
                <a:gd name="connsiteX4" fmla="*/ 58787 w 189141"/>
                <a:gd name="connsiteY4" fmla="*/ 6384 h 231738"/>
                <a:gd name="connsiteX5" fmla="*/ 58787 w 189141"/>
                <a:gd name="connsiteY5" fmla="*/ 50434 h 231738"/>
                <a:gd name="connsiteX6" fmla="*/ 6390 w 189141"/>
                <a:gd name="connsiteY6" fmla="*/ 50434 h 231738"/>
                <a:gd name="connsiteX7" fmla="*/ 0 w 189141"/>
                <a:gd name="connsiteY7" fmla="*/ 56818 h 231738"/>
                <a:gd name="connsiteX8" fmla="*/ 0 w 189141"/>
                <a:gd name="connsiteY8" fmla="*/ 225355 h 231738"/>
                <a:gd name="connsiteX9" fmla="*/ 6390 w 189141"/>
                <a:gd name="connsiteY9" fmla="*/ 231739 h 231738"/>
                <a:gd name="connsiteX10" fmla="*/ 123965 w 189141"/>
                <a:gd name="connsiteY10" fmla="*/ 231739 h 231738"/>
                <a:gd name="connsiteX11" fmla="*/ 130355 w 189141"/>
                <a:gd name="connsiteY11" fmla="*/ 225355 h 231738"/>
                <a:gd name="connsiteX12" fmla="*/ 130355 w 189141"/>
                <a:gd name="connsiteY12" fmla="*/ 181305 h 231738"/>
                <a:gd name="connsiteX13" fmla="*/ 182752 w 189141"/>
                <a:gd name="connsiteY13" fmla="*/ 181305 h 231738"/>
                <a:gd name="connsiteX14" fmla="*/ 189142 w 189141"/>
                <a:gd name="connsiteY14" fmla="*/ 174921 h 231738"/>
                <a:gd name="connsiteX15" fmla="*/ 189142 w 189141"/>
                <a:gd name="connsiteY15" fmla="*/ 49157 h 231738"/>
                <a:gd name="connsiteX16" fmla="*/ 188503 w 189141"/>
                <a:gd name="connsiteY16" fmla="*/ 45965 h 231738"/>
                <a:gd name="connsiteX17" fmla="*/ 187225 w 189141"/>
                <a:gd name="connsiteY17" fmla="*/ 43411 h 231738"/>
                <a:gd name="connsiteX18" fmla="*/ 147607 w 189141"/>
                <a:gd name="connsiteY18" fmla="*/ 21706 h 231738"/>
                <a:gd name="connsiteX19" fmla="*/ 168055 w 189141"/>
                <a:gd name="connsiteY19" fmla="*/ 42773 h 231738"/>
                <a:gd name="connsiteX20" fmla="*/ 147607 w 189141"/>
                <a:gd name="connsiteY20" fmla="*/ 42773 h 231738"/>
                <a:gd name="connsiteX21" fmla="*/ 147607 w 189141"/>
                <a:gd name="connsiteY21" fmla="*/ 21706 h 231738"/>
                <a:gd name="connsiteX22" fmla="*/ 117575 w 189141"/>
                <a:gd name="connsiteY22" fmla="*/ 218971 h 231738"/>
                <a:gd name="connsiteX23" fmla="*/ 12780 w 189141"/>
                <a:gd name="connsiteY23" fmla="*/ 218971 h 231738"/>
                <a:gd name="connsiteX24" fmla="*/ 12780 w 189141"/>
                <a:gd name="connsiteY24" fmla="*/ 63840 h 231738"/>
                <a:gd name="connsiteX25" fmla="*/ 76040 w 189141"/>
                <a:gd name="connsiteY25" fmla="*/ 63840 h 231738"/>
                <a:gd name="connsiteX26" fmla="*/ 76040 w 189141"/>
                <a:gd name="connsiteY26" fmla="*/ 99590 h 231738"/>
                <a:gd name="connsiteX27" fmla="*/ 82430 w 189141"/>
                <a:gd name="connsiteY27" fmla="*/ 105974 h 231738"/>
                <a:gd name="connsiteX28" fmla="*/ 118214 w 189141"/>
                <a:gd name="connsiteY28" fmla="*/ 105974 h 231738"/>
                <a:gd name="connsiteX29" fmla="*/ 118214 w 189141"/>
                <a:gd name="connsiteY29" fmla="*/ 218971 h 231738"/>
                <a:gd name="connsiteX30" fmla="*/ 88820 w 189141"/>
                <a:gd name="connsiteY30" fmla="*/ 92568 h 231738"/>
                <a:gd name="connsiteX31" fmla="*/ 88820 w 189141"/>
                <a:gd name="connsiteY31" fmla="*/ 71501 h 231738"/>
                <a:gd name="connsiteX32" fmla="*/ 109268 w 189141"/>
                <a:gd name="connsiteY32" fmla="*/ 92568 h 231738"/>
                <a:gd name="connsiteX33" fmla="*/ 88820 w 189141"/>
                <a:gd name="connsiteY33" fmla="*/ 92568 h 231738"/>
                <a:gd name="connsiteX34" fmla="*/ 177001 w 189141"/>
                <a:gd name="connsiteY34" fmla="*/ 168537 h 231738"/>
                <a:gd name="connsiteX35" fmla="*/ 130994 w 189141"/>
                <a:gd name="connsiteY35" fmla="*/ 168537 h 231738"/>
                <a:gd name="connsiteX36" fmla="*/ 130994 w 189141"/>
                <a:gd name="connsiteY36" fmla="*/ 99590 h 231738"/>
                <a:gd name="connsiteX37" fmla="*/ 130355 w 189141"/>
                <a:gd name="connsiteY37" fmla="*/ 96398 h 231738"/>
                <a:gd name="connsiteX38" fmla="*/ 129076 w 189141"/>
                <a:gd name="connsiteY38" fmla="*/ 94483 h 231738"/>
                <a:gd name="connsiteX39" fmla="*/ 88181 w 189141"/>
                <a:gd name="connsiteY39" fmla="*/ 53626 h 231738"/>
                <a:gd name="connsiteX40" fmla="*/ 83708 w 189141"/>
                <a:gd name="connsiteY40" fmla="*/ 51710 h 231738"/>
                <a:gd name="connsiteX41" fmla="*/ 72206 w 189141"/>
                <a:gd name="connsiteY41" fmla="*/ 51710 h 231738"/>
                <a:gd name="connsiteX42" fmla="*/ 72206 w 189141"/>
                <a:gd name="connsiteY42" fmla="*/ 14045 h 231738"/>
                <a:gd name="connsiteX43" fmla="*/ 135466 w 189141"/>
                <a:gd name="connsiteY43" fmla="*/ 14045 h 231738"/>
                <a:gd name="connsiteX44" fmla="*/ 135466 w 189141"/>
                <a:gd name="connsiteY44" fmla="*/ 49795 h 231738"/>
                <a:gd name="connsiteX45" fmla="*/ 141856 w 189141"/>
                <a:gd name="connsiteY45" fmla="*/ 56179 h 231738"/>
                <a:gd name="connsiteX46" fmla="*/ 177640 w 189141"/>
                <a:gd name="connsiteY46" fmla="*/ 56179 h 231738"/>
                <a:gd name="connsiteX47" fmla="*/ 177001 w 189141"/>
                <a:gd name="connsiteY47" fmla="*/ 168537 h 231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9141" h="231738">
                  <a:moveTo>
                    <a:pt x="187225" y="43411"/>
                  </a:moveTo>
                  <a:lnTo>
                    <a:pt x="146330" y="1915"/>
                  </a:lnTo>
                  <a:cubicBezTo>
                    <a:pt x="145051" y="638"/>
                    <a:pt x="143774" y="0"/>
                    <a:pt x="141856" y="0"/>
                  </a:cubicBezTo>
                  <a:lnTo>
                    <a:pt x="65177" y="0"/>
                  </a:lnTo>
                  <a:cubicBezTo>
                    <a:pt x="61343" y="0"/>
                    <a:pt x="58787" y="2554"/>
                    <a:pt x="58787" y="6384"/>
                  </a:cubicBezTo>
                  <a:lnTo>
                    <a:pt x="58787" y="50434"/>
                  </a:lnTo>
                  <a:lnTo>
                    <a:pt x="6390" y="50434"/>
                  </a:lnTo>
                  <a:cubicBezTo>
                    <a:pt x="2556" y="50434"/>
                    <a:pt x="0" y="52987"/>
                    <a:pt x="0" y="56818"/>
                  </a:cubicBezTo>
                  <a:lnTo>
                    <a:pt x="0" y="225355"/>
                  </a:lnTo>
                  <a:cubicBezTo>
                    <a:pt x="0" y="229185"/>
                    <a:pt x="2556" y="231739"/>
                    <a:pt x="6390" y="231739"/>
                  </a:cubicBezTo>
                  <a:lnTo>
                    <a:pt x="123965" y="231739"/>
                  </a:lnTo>
                  <a:cubicBezTo>
                    <a:pt x="127799" y="231739"/>
                    <a:pt x="130355" y="229185"/>
                    <a:pt x="130355" y="225355"/>
                  </a:cubicBezTo>
                  <a:lnTo>
                    <a:pt x="130355" y="181305"/>
                  </a:lnTo>
                  <a:lnTo>
                    <a:pt x="182752" y="181305"/>
                  </a:lnTo>
                  <a:cubicBezTo>
                    <a:pt x="186586" y="181305"/>
                    <a:pt x="189142" y="178752"/>
                    <a:pt x="189142" y="174921"/>
                  </a:cubicBezTo>
                  <a:lnTo>
                    <a:pt x="189142" y="49157"/>
                  </a:lnTo>
                  <a:cubicBezTo>
                    <a:pt x="189142" y="47880"/>
                    <a:pt x="188503" y="47242"/>
                    <a:pt x="188503" y="45965"/>
                  </a:cubicBezTo>
                  <a:cubicBezTo>
                    <a:pt x="188503" y="44688"/>
                    <a:pt x="187864" y="44050"/>
                    <a:pt x="187225" y="43411"/>
                  </a:cubicBezTo>
                  <a:close/>
                  <a:moveTo>
                    <a:pt x="147607" y="21706"/>
                  </a:moveTo>
                  <a:lnTo>
                    <a:pt x="168055" y="42773"/>
                  </a:lnTo>
                  <a:lnTo>
                    <a:pt x="147607" y="42773"/>
                  </a:lnTo>
                  <a:lnTo>
                    <a:pt x="147607" y="21706"/>
                  </a:lnTo>
                  <a:close/>
                  <a:moveTo>
                    <a:pt x="117575" y="218971"/>
                  </a:moveTo>
                  <a:lnTo>
                    <a:pt x="12780" y="218971"/>
                  </a:lnTo>
                  <a:lnTo>
                    <a:pt x="12780" y="63840"/>
                  </a:lnTo>
                  <a:lnTo>
                    <a:pt x="76040" y="63840"/>
                  </a:lnTo>
                  <a:lnTo>
                    <a:pt x="76040" y="99590"/>
                  </a:lnTo>
                  <a:cubicBezTo>
                    <a:pt x="76040" y="103420"/>
                    <a:pt x="78596" y="105974"/>
                    <a:pt x="82430" y="105974"/>
                  </a:cubicBezTo>
                  <a:lnTo>
                    <a:pt x="118214" y="105974"/>
                  </a:lnTo>
                  <a:lnTo>
                    <a:pt x="118214" y="218971"/>
                  </a:lnTo>
                  <a:close/>
                  <a:moveTo>
                    <a:pt x="88820" y="92568"/>
                  </a:moveTo>
                  <a:lnTo>
                    <a:pt x="88820" y="71501"/>
                  </a:lnTo>
                  <a:lnTo>
                    <a:pt x="109268" y="92568"/>
                  </a:lnTo>
                  <a:lnTo>
                    <a:pt x="88820" y="92568"/>
                  </a:lnTo>
                  <a:close/>
                  <a:moveTo>
                    <a:pt x="177001" y="168537"/>
                  </a:moveTo>
                  <a:lnTo>
                    <a:pt x="130994" y="168537"/>
                  </a:lnTo>
                  <a:lnTo>
                    <a:pt x="130994" y="99590"/>
                  </a:lnTo>
                  <a:cubicBezTo>
                    <a:pt x="130994" y="98313"/>
                    <a:pt x="130994" y="97037"/>
                    <a:pt x="130355" y="96398"/>
                  </a:cubicBezTo>
                  <a:cubicBezTo>
                    <a:pt x="129715" y="95760"/>
                    <a:pt x="129715" y="95121"/>
                    <a:pt x="129076" y="94483"/>
                  </a:cubicBezTo>
                  <a:lnTo>
                    <a:pt x="88181" y="53626"/>
                  </a:lnTo>
                  <a:cubicBezTo>
                    <a:pt x="86903" y="52349"/>
                    <a:pt x="85625" y="51710"/>
                    <a:pt x="83708" y="51710"/>
                  </a:cubicBezTo>
                  <a:lnTo>
                    <a:pt x="72206" y="51710"/>
                  </a:lnTo>
                  <a:lnTo>
                    <a:pt x="72206" y="14045"/>
                  </a:lnTo>
                  <a:lnTo>
                    <a:pt x="135466" y="14045"/>
                  </a:lnTo>
                  <a:lnTo>
                    <a:pt x="135466" y="49795"/>
                  </a:lnTo>
                  <a:cubicBezTo>
                    <a:pt x="135466" y="53626"/>
                    <a:pt x="138022" y="56179"/>
                    <a:pt x="141856" y="56179"/>
                  </a:cubicBezTo>
                  <a:lnTo>
                    <a:pt x="177640" y="56179"/>
                  </a:lnTo>
                  <a:lnTo>
                    <a:pt x="177001" y="168537"/>
                  </a:lnTo>
                  <a:close/>
                </a:path>
              </a:pathLst>
            </a:custGeom>
            <a:solidFill>
              <a:srgbClr val="00ABAB"/>
            </a:solidFill>
            <a:ln w="6390" cap="flat">
              <a:noFill/>
              <a:prstDash val="solid"/>
              <a:miter/>
            </a:ln>
          </p:spPr>
          <p:txBody>
            <a:bodyPr rtlCol="0" anchor="ctr"/>
            <a:lstStyle/>
            <a:p>
              <a:endParaRPr lang="en-US"/>
            </a:p>
          </p:txBody>
        </p:sp>
      </p:grpSp>
      <p:grpSp>
        <p:nvGrpSpPr>
          <p:cNvPr id="1770" name="Graphic 1100">
            <a:extLst>
              <a:ext uri="{FF2B5EF4-FFF2-40B4-BE49-F238E27FC236}">
                <a16:creationId xmlns:a16="http://schemas.microsoft.com/office/drawing/2014/main" id="{9ECA5CA6-2201-CC49-AD79-59A8E94D9178}"/>
              </a:ext>
            </a:extLst>
          </p:cNvPr>
          <p:cNvGrpSpPr/>
          <p:nvPr/>
        </p:nvGrpSpPr>
        <p:grpSpPr>
          <a:xfrm>
            <a:off x="10326138" y="922173"/>
            <a:ext cx="361670" cy="361971"/>
            <a:chOff x="10326138" y="922173"/>
            <a:chExt cx="361670" cy="361971"/>
          </a:xfrm>
          <a:solidFill>
            <a:srgbClr val="00ABAB"/>
          </a:solidFill>
        </p:grpSpPr>
        <p:sp>
          <p:nvSpPr>
            <p:cNvPr id="1771" name="Graphic 1100">
              <a:extLst>
                <a:ext uri="{FF2B5EF4-FFF2-40B4-BE49-F238E27FC236}">
                  <a16:creationId xmlns:a16="http://schemas.microsoft.com/office/drawing/2014/main" id="{37DA7631-892C-6043-89B9-27F01B9C66F5}"/>
                </a:ext>
              </a:extLst>
            </p:cNvPr>
            <p:cNvSpPr/>
            <p:nvPr/>
          </p:nvSpPr>
          <p:spPr>
            <a:xfrm>
              <a:off x="10441157" y="1008357"/>
              <a:ext cx="132271" cy="190242"/>
            </a:xfrm>
            <a:custGeom>
              <a:avLst/>
              <a:gdLst>
                <a:gd name="connsiteX0" fmla="*/ 87542 w 132271"/>
                <a:gd name="connsiteY0" fmla="*/ 50434 h 190242"/>
                <a:gd name="connsiteX1" fmla="*/ 81152 w 132271"/>
                <a:gd name="connsiteY1" fmla="*/ 44050 h 190242"/>
                <a:gd name="connsiteX2" fmla="*/ 81152 w 132271"/>
                <a:gd name="connsiteY2" fmla="*/ 0 h 190242"/>
                <a:gd name="connsiteX3" fmla="*/ 0 w 132271"/>
                <a:gd name="connsiteY3" fmla="*/ 0 h 190242"/>
                <a:gd name="connsiteX4" fmla="*/ 0 w 132271"/>
                <a:gd name="connsiteY4" fmla="*/ 190243 h 190242"/>
                <a:gd name="connsiteX5" fmla="*/ 132271 w 132271"/>
                <a:gd name="connsiteY5" fmla="*/ 190243 h 190242"/>
                <a:gd name="connsiteX6" fmla="*/ 132271 w 132271"/>
                <a:gd name="connsiteY6" fmla="*/ 51072 h 190242"/>
                <a:gd name="connsiteX7" fmla="*/ 87542 w 132271"/>
                <a:gd name="connsiteY7" fmla="*/ 51072 h 19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271" h="190242">
                  <a:moveTo>
                    <a:pt x="87542" y="50434"/>
                  </a:moveTo>
                  <a:cubicBezTo>
                    <a:pt x="83708" y="50434"/>
                    <a:pt x="81152" y="47880"/>
                    <a:pt x="81152" y="44050"/>
                  </a:cubicBezTo>
                  <a:lnTo>
                    <a:pt x="81152" y="0"/>
                  </a:lnTo>
                  <a:lnTo>
                    <a:pt x="0" y="0"/>
                  </a:lnTo>
                  <a:lnTo>
                    <a:pt x="0" y="190243"/>
                  </a:lnTo>
                  <a:lnTo>
                    <a:pt x="132271" y="190243"/>
                  </a:lnTo>
                  <a:lnTo>
                    <a:pt x="132271" y="51072"/>
                  </a:lnTo>
                  <a:lnTo>
                    <a:pt x="87542" y="51072"/>
                  </a:lnTo>
                  <a:close/>
                </a:path>
              </a:pathLst>
            </a:custGeom>
            <a:solidFill>
              <a:srgbClr val="00ABAB"/>
            </a:solidFill>
            <a:ln w="6390" cap="flat">
              <a:noFill/>
              <a:prstDash val="solid"/>
              <a:miter/>
            </a:ln>
          </p:spPr>
          <p:txBody>
            <a:bodyPr rtlCol="0" anchor="ctr"/>
            <a:lstStyle/>
            <a:p>
              <a:endParaRPr lang="en-US"/>
            </a:p>
          </p:txBody>
        </p:sp>
        <p:sp>
          <p:nvSpPr>
            <p:cNvPr id="1772" name="Graphic 1100">
              <a:extLst>
                <a:ext uri="{FF2B5EF4-FFF2-40B4-BE49-F238E27FC236}">
                  <a16:creationId xmlns:a16="http://schemas.microsoft.com/office/drawing/2014/main" id="{7827D326-D01D-E441-8AED-B30709E387C3}"/>
                </a:ext>
              </a:extLst>
            </p:cNvPr>
            <p:cNvSpPr/>
            <p:nvPr/>
          </p:nvSpPr>
          <p:spPr>
            <a:xfrm>
              <a:off x="10535088" y="1017294"/>
              <a:ext cx="28754" cy="28727"/>
            </a:xfrm>
            <a:custGeom>
              <a:avLst/>
              <a:gdLst>
                <a:gd name="connsiteX0" fmla="*/ 0 w 28754"/>
                <a:gd name="connsiteY0" fmla="*/ 0 h 28727"/>
                <a:gd name="connsiteX1" fmla="*/ 0 w 28754"/>
                <a:gd name="connsiteY1" fmla="*/ 28728 h 28727"/>
                <a:gd name="connsiteX2" fmla="*/ 28755 w 28754"/>
                <a:gd name="connsiteY2" fmla="*/ 28728 h 28727"/>
              </a:gdLst>
              <a:ahLst/>
              <a:cxnLst>
                <a:cxn ang="0">
                  <a:pos x="connsiteX0" y="connsiteY0"/>
                </a:cxn>
                <a:cxn ang="0">
                  <a:pos x="connsiteX1" y="connsiteY1"/>
                </a:cxn>
                <a:cxn ang="0">
                  <a:pos x="connsiteX2" y="connsiteY2"/>
                </a:cxn>
              </a:cxnLst>
              <a:rect l="l" t="t" r="r" b="b"/>
              <a:pathLst>
                <a:path w="28754" h="28727">
                  <a:moveTo>
                    <a:pt x="0" y="0"/>
                  </a:moveTo>
                  <a:lnTo>
                    <a:pt x="0" y="28728"/>
                  </a:lnTo>
                  <a:lnTo>
                    <a:pt x="28755" y="28728"/>
                  </a:lnTo>
                  <a:close/>
                </a:path>
              </a:pathLst>
            </a:custGeom>
            <a:solidFill>
              <a:srgbClr val="00ABAB"/>
            </a:solidFill>
            <a:ln w="6390" cap="flat">
              <a:noFill/>
              <a:prstDash val="solid"/>
              <a:miter/>
            </a:ln>
          </p:spPr>
          <p:txBody>
            <a:bodyPr rtlCol="0" anchor="ctr"/>
            <a:lstStyle/>
            <a:p>
              <a:endParaRPr lang="en-US"/>
            </a:p>
          </p:txBody>
        </p:sp>
        <p:sp>
          <p:nvSpPr>
            <p:cNvPr id="1773" name="Graphic 1100">
              <a:extLst>
                <a:ext uri="{FF2B5EF4-FFF2-40B4-BE49-F238E27FC236}">
                  <a16:creationId xmlns:a16="http://schemas.microsoft.com/office/drawing/2014/main" id="{F60B6216-4327-6C47-ABED-0F2B74610B47}"/>
                </a:ext>
              </a:extLst>
            </p:cNvPr>
            <p:cNvSpPr/>
            <p:nvPr/>
          </p:nvSpPr>
          <p:spPr>
            <a:xfrm>
              <a:off x="10326138" y="922173"/>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259431 w 361670"/>
                <a:gd name="connsiteY6" fmla="*/ 282172 h 361971"/>
                <a:gd name="connsiteX7" fmla="*/ 253041 w 361670"/>
                <a:gd name="connsiteY7" fmla="*/ 288556 h 361971"/>
                <a:gd name="connsiteX8" fmla="*/ 107990 w 361670"/>
                <a:gd name="connsiteY8" fmla="*/ 288556 h 361971"/>
                <a:gd name="connsiteX9" fmla="*/ 101600 w 361670"/>
                <a:gd name="connsiteY9" fmla="*/ 282172 h 361971"/>
                <a:gd name="connsiteX10" fmla="*/ 101600 w 361670"/>
                <a:gd name="connsiteY10" fmla="*/ 79161 h 361971"/>
                <a:gd name="connsiteX11" fmla="*/ 107990 w 361670"/>
                <a:gd name="connsiteY11" fmla="*/ 72777 h 361971"/>
                <a:gd name="connsiteX12" fmla="*/ 201922 w 361670"/>
                <a:gd name="connsiteY12" fmla="*/ 72777 h 361971"/>
                <a:gd name="connsiteX13" fmla="*/ 204478 w 361670"/>
                <a:gd name="connsiteY13" fmla="*/ 73416 h 361971"/>
                <a:gd name="connsiteX14" fmla="*/ 206395 w 361670"/>
                <a:gd name="connsiteY14" fmla="*/ 74693 h 361971"/>
                <a:gd name="connsiteX15" fmla="*/ 256875 w 361670"/>
                <a:gd name="connsiteY15" fmla="*/ 125126 h 361971"/>
                <a:gd name="connsiteX16" fmla="*/ 258154 w 361670"/>
                <a:gd name="connsiteY16" fmla="*/ 127041 h 361971"/>
                <a:gd name="connsiteX17" fmla="*/ 258792 w 361670"/>
                <a:gd name="connsiteY17" fmla="*/ 129595 h 361971"/>
                <a:gd name="connsiteX18" fmla="*/ 259431 w 361670"/>
                <a:gd name="connsiteY18" fmla="*/ 28217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1670" h="361971">
                  <a:moveTo>
                    <a:pt x="180836" y="0"/>
                  </a:moveTo>
                  <a:cubicBezTo>
                    <a:pt x="80513" y="0"/>
                    <a:pt x="0" y="81077"/>
                    <a:pt x="0" y="180667"/>
                  </a:cubicBezTo>
                  <a:cubicBezTo>
                    <a:pt x="0" y="280895"/>
                    <a:pt x="81152" y="361972"/>
                    <a:pt x="180836" y="361972"/>
                  </a:cubicBezTo>
                  <a:cubicBezTo>
                    <a:pt x="281157" y="361972"/>
                    <a:pt x="361670" y="280895"/>
                    <a:pt x="361670" y="181305"/>
                  </a:cubicBezTo>
                  <a:lnTo>
                    <a:pt x="361670" y="181305"/>
                  </a:lnTo>
                  <a:cubicBezTo>
                    <a:pt x="361670" y="81077"/>
                    <a:pt x="280518" y="0"/>
                    <a:pt x="180836" y="0"/>
                  </a:cubicBezTo>
                  <a:close/>
                  <a:moveTo>
                    <a:pt x="259431" y="282172"/>
                  </a:moveTo>
                  <a:cubicBezTo>
                    <a:pt x="259431" y="286002"/>
                    <a:pt x="256875" y="288556"/>
                    <a:pt x="253041" y="288556"/>
                  </a:cubicBezTo>
                  <a:lnTo>
                    <a:pt x="107990" y="288556"/>
                  </a:lnTo>
                  <a:cubicBezTo>
                    <a:pt x="104156" y="288556"/>
                    <a:pt x="101600" y="286002"/>
                    <a:pt x="101600" y="282172"/>
                  </a:cubicBezTo>
                  <a:lnTo>
                    <a:pt x="101600" y="79161"/>
                  </a:lnTo>
                  <a:cubicBezTo>
                    <a:pt x="101600" y="75331"/>
                    <a:pt x="104156" y="72777"/>
                    <a:pt x="107990" y="72777"/>
                  </a:cubicBezTo>
                  <a:lnTo>
                    <a:pt x="201922" y="72777"/>
                  </a:lnTo>
                  <a:cubicBezTo>
                    <a:pt x="202561" y="72777"/>
                    <a:pt x="203839" y="72777"/>
                    <a:pt x="204478" y="73416"/>
                  </a:cubicBezTo>
                  <a:cubicBezTo>
                    <a:pt x="205117" y="73416"/>
                    <a:pt x="205756" y="74054"/>
                    <a:pt x="206395" y="74693"/>
                  </a:cubicBezTo>
                  <a:lnTo>
                    <a:pt x="256875" y="125126"/>
                  </a:lnTo>
                  <a:cubicBezTo>
                    <a:pt x="257515" y="125764"/>
                    <a:pt x="258154" y="126403"/>
                    <a:pt x="258154" y="127041"/>
                  </a:cubicBezTo>
                  <a:cubicBezTo>
                    <a:pt x="258154" y="127680"/>
                    <a:pt x="258792" y="128956"/>
                    <a:pt x="258792" y="129595"/>
                  </a:cubicBezTo>
                  <a:lnTo>
                    <a:pt x="259431" y="282172"/>
                  </a:lnTo>
                  <a:close/>
                </a:path>
              </a:pathLst>
            </a:custGeom>
            <a:solidFill>
              <a:srgbClr val="00ABAB"/>
            </a:solidFill>
            <a:ln w="6390" cap="flat">
              <a:noFill/>
              <a:prstDash val="solid"/>
              <a:miter/>
            </a:ln>
          </p:spPr>
          <p:txBody>
            <a:bodyPr rtlCol="0" anchor="ctr"/>
            <a:lstStyle/>
            <a:p>
              <a:endParaRPr lang="en-US"/>
            </a:p>
          </p:txBody>
        </p:sp>
      </p:grpSp>
      <p:grpSp>
        <p:nvGrpSpPr>
          <p:cNvPr id="5" name="Group 4">
            <a:extLst>
              <a:ext uri="{FF2B5EF4-FFF2-40B4-BE49-F238E27FC236}">
                <a16:creationId xmlns:a16="http://schemas.microsoft.com/office/drawing/2014/main" id="{1685FCEA-9283-7449-85DC-513E6F535834}"/>
              </a:ext>
            </a:extLst>
          </p:cNvPr>
          <p:cNvGrpSpPr/>
          <p:nvPr/>
        </p:nvGrpSpPr>
        <p:grpSpPr>
          <a:xfrm>
            <a:off x="10326138" y="1406717"/>
            <a:ext cx="361670" cy="361971"/>
            <a:chOff x="10326138" y="1406717"/>
            <a:chExt cx="361670" cy="361971"/>
          </a:xfrm>
        </p:grpSpPr>
        <p:sp>
          <p:nvSpPr>
            <p:cNvPr id="1774" name="Graphic 1100">
              <a:extLst>
                <a:ext uri="{FF2B5EF4-FFF2-40B4-BE49-F238E27FC236}">
                  <a16:creationId xmlns:a16="http://schemas.microsoft.com/office/drawing/2014/main" id="{0DD7639E-FFC5-6143-AC37-ABE7F28E1449}"/>
                </a:ext>
              </a:extLst>
            </p:cNvPr>
            <p:cNvSpPr/>
            <p:nvPr/>
          </p:nvSpPr>
          <p:spPr>
            <a:xfrm>
              <a:off x="10500583" y="1543334"/>
              <a:ext cx="21086" cy="21067"/>
            </a:xfrm>
            <a:custGeom>
              <a:avLst/>
              <a:gdLst>
                <a:gd name="connsiteX0" fmla="*/ 0 w 21086"/>
                <a:gd name="connsiteY0" fmla="*/ 21067 h 21067"/>
                <a:gd name="connsiteX1" fmla="*/ 21086 w 21086"/>
                <a:gd name="connsiteY1" fmla="*/ 21067 h 21067"/>
                <a:gd name="connsiteX2" fmla="*/ 0 w 21086"/>
                <a:gd name="connsiteY2" fmla="*/ 0 h 21067"/>
              </a:gdLst>
              <a:ahLst/>
              <a:cxnLst>
                <a:cxn ang="0">
                  <a:pos x="connsiteX0" y="connsiteY0"/>
                </a:cxn>
                <a:cxn ang="0">
                  <a:pos x="connsiteX1" y="connsiteY1"/>
                </a:cxn>
                <a:cxn ang="0">
                  <a:pos x="connsiteX2" y="connsiteY2"/>
                </a:cxn>
              </a:cxnLst>
              <a:rect l="l" t="t" r="r" b="b"/>
              <a:pathLst>
                <a:path w="21086" h="21067">
                  <a:moveTo>
                    <a:pt x="0" y="21067"/>
                  </a:moveTo>
                  <a:lnTo>
                    <a:pt x="21086" y="21067"/>
                  </a:lnTo>
                  <a:lnTo>
                    <a:pt x="0" y="0"/>
                  </a:lnTo>
                  <a:close/>
                </a:path>
              </a:pathLst>
            </a:custGeom>
            <a:solidFill>
              <a:srgbClr val="00ABAB"/>
            </a:solidFill>
            <a:ln w="6390" cap="flat">
              <a:noFill/>
              <a:prstDash val="solid"/>
              <a:miter/>
            </a:ln>
          </p:spPr>
          <p:txBody>
            <a:bodyPr rtlCol="0" anchor="ctr"/>
            <a:lstStyle/>
            <a:p>
              <a:endParaRPr lang="en-US"/>
            </a:p>
          </p:txBody>
        </p:sp>
        <p:sp>
          <p:nvSpPr>
            <p:cNvPr id="1775" name="Graphic 1100">
              <a:extLst>
                <a:ext uri="{FF2B5EF4-FFF2-40B4-BE49-F238E27FC236}">
                  <a16:creationId xmlns:a16="http://schemas.microsoft.com/office/drawing/2014/main" id="{FCE60029-5D63-F04C-B5AD-08955F5C7DC4}"/>
                </a:ext>
              </a:extLst>
            </p:cNvPr>
            <p:cNvSpPr/>
            <p:nvPr/>
          </p:nvSpPr>
          <p:spPr>
            <a:xfrm>
              <a:off x="10424543" y="1535035"/>
              <a:ext cx="104795" cy="155130"/>
            </a:xfrm>
            <a:custGeom>
              <a:avLst/>
              <a:gdLst>
                <a:gd name="connsiteX0" fmla="*/ 69650 w 104795"/>
                <a:gd name="connsiteY0" fmla="*/ 42134 h 155130"/>
                <a:gd name="connsiteX1" fmla="*/ 63261 w 104795"/>
                <a:gd name="connsiteY1" fmla="*/ 35750 h 155130"/>
                <a:gd name="connsiteX2" fmla="*/ 63261 w 104795"/>
                <a:gd name="connsiteY2" fmla="*/ 0 h 155130"/>
                <a:gd name="connsiteX3" fmla="*/ 0 w 104795"/>
                <a:gd name="connsiteY3" fmla="*/ 0 h 155130"/>
                <a:gd name="connsiteX4" fmla="*/ 0 w 104795"/>
                <a:gd name="connsiteY4" fmla="*/ 155131 h 155130"/>
                <a:gd name="connsiteX5" fmla="*/ 104795 w 104795"/>
                <a:gd name="connsiteY5" fmla="*/ 155131 h 155130"/>
                <a:gd name="connsiteX6" fmla="*/ 104795 w 104795"/>
                <a:gd name="connsiteY6" fmla="*/ 41496 h 155130"/>
                <a:gd name="connsiteX7" fmla="*/ 69650 w 104795"/>
                <a:gd name="connsiteY7" fmla="*/ 41496 h 155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795" h="155130">
                  <a:moveTo>
                    <a:pt x="69650" y="42134"/>
                  </a:moveTo>
                  <a:cubicBezTo>
                    <a:pt x="65816" y="42134"/>
                    <a:pt x="63261" y="39581"/>
                    <a:pt x="63261" y="35750"/>
                  </a:cubicBezTo>
                  <a:lnTo>
                    <a:pt x="63261" y="0"/>
                  </a:lnTo>
                  <a:lnTo>
                    <a:pt x="0" y="0"/>
                  </a:lnTo>
                  <a:lnTo>
                    <a:pt x="0" y="155131"/>
                  </a:lnTo>
                  <a:lnTo>
                    <a:pt x="104795" y="155131"/>
                  </a:lnTo>
                  <a:lnTo>
                    <a:pt x="104795" y="41496"/>
                  </a:lnTo>
                  <a:lnTo>
                    <a:pt x="69650" y="41496"/>
                  </a:lnTo>
                  <a:close/>
                </a:path>
              </a:pathLst>
            </a:custGeom>
            <a:solidFill>
              <a:srgbClr val="00ABAB"/>
            </a:solidFill>
            <a:ln w="6390" cap="flat">
              <a:noFill/>
              <a:prstDash val="solid"/>
              <a:miter/>
            </a:ln>
          </p:spPr>
          <p:txBody>
            <a:bodyPr rtlCol="0" anchor="ctr"/>
            <a:lstStyle/>
            <a:p>
              <a:endParaRPr lang="en-US"/>
            </a:p>
          </p:txBody>
        </p:sp>
        <p:sp>
          <p:nvSpPr>
            <p:cNvPr id="1776" name="Graphic 1100">
              <a:extLst>
                <a:ext uri="{FF2B5EF4-FFF2-40B4-BE49-F238E27FC236}">
                  <a16:creationId xmlns:a16="http://schemas.microsoft.com/office/drawing/2014/main" id="{FF9A3F46-65BF-1646-9A94-7177F6EDFD2D}"/>
                </a:ext>
              </a:extLst>
            </p:cNvPr>
            <p:cNvSpPr/>
            <p:nvPr/>
          </p:nvSpPr>
          <p:spPr>
            <a:xfrm>
              <a:off x="10559371" y="1492901"/>
              <a:ext cx="21087" cy="21067"/>
            </a:xfrm>
            <a:custGeom>
              <a:avLst/>
              <a:gdLst>
                <a:gd name="connsiteX0" fmla="*/ 0 w 21087"/>
                <a:gd name="connsiteY0" fmla="*/ 0 h 21067"/>
                <a:gd name="connsiteX1" fmla="*/ 0 w 21087"/>
                <a:gd name="connsiteY1" fmla="*/ 21067 h 21067"/>
                <a:gd name="connsiteX2" fmla="*/ 21087 w 21087"/>
                <a:gd name="connsiteY2" fmla="*/ 21067 h 21067"/>
              </a:gdLst>
              <a:ahLst/>
              <a:cxnLst>
                <a:cxn ang="0">
                  <a:pos x="connsiteX0" y="connsiteY0"/>
                </a:cxn>
                <a:cxn ang="0">
                  <a:pos x="connsiteX1" y="connsiteY1"/>
                </a:cxn>
                <a:cxn ang="0">
                  <a:pos x="connsiteX2" y="connsiteY2"/>
                </a:cxn>
              </a:cxnLst>
              <a:rect l="l" t="t" r="r" b="b"/>
              <a:pathLst>
                <a:path w="21087" h="21067">
                  <a:moveTo>
                    <a:pt x="0" y="0"/>
                  </a:moveTo>
                  <a:lnTo>
                    <a:pt x="0" y="21067"/>
                  </a:lnTo>
                  <a:lnTo>
                    <a:pt x="21087" y="21067"/>
                  </a:lnTo>
                  <a:close/>
                </a:path>
              </a:pathLst>
            </a:custGeom>
            <a:solidFill>
              <a:srgbClr val="00ABAB"/>
            </a:solidFill>
            <a:ln w="6390" cap="flat">
              <a:noFill/>
              <a:prstDash val="solid"/>
              <a:miter/>
            </a:ln>
          </p:spPr>
          <p:txBody>
            <a:bodyPr rtlCol="0" anchor="ctr"/>
            <a:lstStyle/>
            <a:p>
              <a:endParaRPr lang="en-US"/>
            </a:p>
          </p:txBody>
        </p:sp>
        <p:sp>
          <p:nvSpPr>
            <p:cNvPr id="1777" name="Graphic 1100">
              <a:extLst>
                <a:ext uri="{FF2B5EF4-FFF2-40B4-BE49-F238E27FC236}">
                  <a16:creationId xmlns:a16="http://schemas.microsoft.com/office/drawing/2014/main" id="{5BFBC538-1C14-C642-881A-A4D7A5A128A8}"/>
                </a:ext>
              </a:extLst>
            </p:cNvPr>
            <p:cNvSpPr/>
            <p:nvPr/>
          </p:nvSpPr>
          <p:spPr>
            <a:xfrm>
              <a:off x="10483330" y="1484602"/>
              <a:ext cx="104795" cy="155130"/>
            </a:xfrm>
            <a:custGeom>
              <a:avLst/>
              <a:gdLst>
                <a:gd name="connsiteX0" fmla="*/ 63261 w 104795"/>
                <a:gd name="connsiteY0" fmla="*/ 35750 h 155130"/>
                <a:gd name="connsiteX1" fmla="*/ 63261 w 104795"/>
                <a:gd name="connsiteY1" fmla="*/ 0 h 155130"/>
                <a:gd name="connsiteX2" fmla="*/ 0 w 104795"/>
                <a:gd name="connsiteY2" fmla="*/ 0 h 155130"/>
                <a:gd name="connsiteX3" fmla="*/ 0 w 104795"/>
                <a:gd name="connsiteY3" fmla="*/ 37665 h 155130"/>
                <a:gd name="connsiteX4" fmla="*/ 11502 w 104795"/>
                <a:gd name="connsiteY4" fmla="*/ 37665 h 155130"/>
                <a:gd name="connsiteX5" fmla="*/ 15975 w 104795"/>
                <a:gd name="connsiteY5" fmla="*/ 39581 h 155130"/>
                <a:gd name="connsiteX6" fmla="*/ 56871 w 104795"/>
                <a:gd name="connsiteY6" fmla="*/ 80438 h 155130"/>
                <a:gd name="connsiteX7" fmla="*/ 58148 w 104795"/>
                <a:gd name="connsiteY7" fmla="*/ 82353 h 155130"/>
                <a:gd name="connsiteX8" fmla="*/ 58788 w 104795"/>
                <a:gd name="connsiteY8" fmla="*/ 85545 h 155130"/>
                <a:gd name="connsiteX9" fmla="*/ 58788 w 104795"/>
                <a:gd name="connsiteY9" fmla="*/ 155131 h 155130"/>
                <a:gd name="connsiteX10" fmla="*/ 104795 w 104795"/>
                <a:gd name="connsiteY10" fmla="*/ 155131 h 155130"/>
                <a:gd name="connsiteX11" fmla="*/ 104795 w 104795"/>
                <a:gd name="connsiteY11" fmla="*/ 41496 h 155130"/>
                <a:gd name="connsiteX12" fmla="*/ 69012 w 104795"/>
                <a:gd name="connsiteY12" fmla="*/ 41496 h 155130"/>
                <a:gd name="connsiteX13" fmla="*/ 63261 w 104795"/>
                <a:gd name="connsiteY13" fmla="*/ 35750 h 155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795" h="155130">
                  <a:moveTo>
                    <a:pt x="63261" y="35750"/>
                  </a:moveTo>
                  <a:lnTo>
                    <a:pt x="63261" y="0"/>
                  </a:lnTo>
                  <a:lnTo>
                    <a:pt x="0" y="0"/>
                  </a:lnTo>
                  <a:lnTo>
                    <a:pt x="0" y="37665"/>
                  </a:lnTo>
                  <a:lnTo>
                    <a:pt x="11502" y="37665"/>
                  </a:lnTo>
                  <a:cubicBezTo>
                    <a:pt x="13419" y="37665"/>
                    <a:pt x="14697" y="38304"/>
                    <a:pt x="15975" y="39581"/>
                  </a:cubicBezTo>
                  <a:lnTo>
                    <a:pt x="56871" y="80438"/>
                  </a:lnTo>
                  <a:cubicBezTo>
                    <a:pt x="57509" y="81077"/>
                    <a:pt x="58148" y="81715"/>
                    <a:pt x="58148" y="82353"/>
                  </a:cubicBezTo>
                  <a:cubicBezTo>
                    <a:pt x="58788" y="83630"/>
                    <a:pt x="58788" y="84269"/>
                    <a:pt x="58788" y="85545"/>
                  </a:cubicBezTo>
                  <a:lnTo>
                    <a:pt x="58788" y="155131"/>
                  </a:lnTo>
                  <a:lnTo>
                    <a:pt x="104795" y="155131"/>
                  </a:lnTo>
                  <a:lnTo>
                    <a:pt x="104795" y="41496"/>
                  </a:lnTo>
                  <a:lnTo>
                    <a:pt x="69012" y="41496"/>
                  </a:lnTo>
                  <a:cubicBezTo>
                    <a:pt x="66456" y="42134"/>
                    <a:pt x="63261" y="38942"/>
                    <a:pt x="63261" y="35750"/>
                  </a:cubicBezTo>
                  <a:close/>
                </a:path>
              </a:pathLst>
            </a:custGeom>
            <a:solidFill>
              <a:srgbClr val="00ABAB"/>
            </a:solidFill>
            <a:ln w="6390" cap="flat">
              <a:noFill/>
              <a:prstDash val="solid"/>
              <a:miter/>
            </a:ln>
          </p:spPr>
          <p:txBody>
            <a:bodyPr rtlCol="0" anchor="ctr"/>
            <a:lstStyle/>
            <a:p>
              <a:endParaRPr lang="en-US"/>
            </a:p>
          </p:txBody>
        </p:sp>
        <p:sp>
          <p:nvSpPr>
            <p:cNvPr id="1778" name="Graphic 1100">
              <a:extLst>
                <a:ext uri="{FF2B5EF4-FFF2-40B4-BE49-F238E27FC236}">
                  <a16:creationId xmlns:a16="http://schemas.microsoft.com/office/drawing/2014/main" id="{B195922D-BC0B-2E43-8AA8-DD902A7F8AD9}"/>
                </a:ext>
              </a:extLst>
            </p:cNvPr>
            <p:cNvSpPr/>
            <p:nvPr/>
          </p:nvSpPr>
          <p:spPr>
            <a:xfrm>
              <a:off x="10326138" y="1406717"/>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275406 w 361670"/>
                <a:gd name="connsiteY6" fmla="*/ 239399 h 361971"/>
                <a:gd name="connsiteX7" fmla="*/ 269016 w 361670"/>
                <a:gd name="connsiteY7" fmla="*/ 245783 h 361971"/>
                <a:gd name="connsiteX8" fmla="*/ 216619 w 361670"/>
                <a:gd name="connsiteY8" fmla="*/ 245783 h 361971"/>
                <a:gd name="connsiteX9" fmla="*/ 216619 w 361670"/>
                <a:gd name="connsiteY9" fmla="*/ 289833 h 361971"/>
                <a:gd name="connsiteX10" fmla="*/ 210229 w 361670"/>
                <a:gd name="connsiteY10" fmla="*/ 296217 h 361971"/>
                <a:gd name="connsiteX11" fmla="*/ 92654 w 361670"/>
                <a:gd name="connsiteY11" fmla="*/ 296217 h 361971"/>
                <a:gd name="connsiteX12" fmla="*/ 86264 w 361670"/>
                <a:gd name="connsiteY12" fmla="*/ 289833 h 361971"/>
                <a:gd name="connsiteX13" fmla="*/ 86264 w 361670"/>
                <a:gd name="connsiteY13" fmla="*/ 121296 h 361971"/>
                <a:gd name="connsiteX14" fmla="*/ 92654 w 361670"/>
                <a:gd name="connsiteY14" fmla="*/ 114912 h 361971"/>
                <a:gd name="connsiteX15" fmla="*/ 145051 w 361670"/>
                <a:gd name="connsiteY15" fmla="*/ 114912 h 361971"/>
                <a:gd name="connsiteX16" fmla="*/ 145051 w 361670"/>
                <a:gd name="connsiteY16" fmla="*/ 70862 h 361971"/>
                <a:gd name="connsiteX17" fmla="*/ 151441 w 361670"/>
                <a:gd name="connsiteY17" fmla="*/ 64478 h 361971"/>
                <a:gd name="connsiteX18" fmla="*/ 228120 w 361670"/>
                <a:gd name="connsiteY18" fmla="*/ 64478 h 361971"/>
                <a:gd name="connsiteX19" fmla="*/ 232594 w 361670"/>
                <a:gd name="connsiteY19" fmla="*/ 66393 h 361971"/>
                <a:gd name="connsiteX20" fmla="*/ 273490 w 361670"/>
                <a:gd name="connsiteY20" fmla="*/ 107889 h 361971"/>
                <a:gd name="connsiteX21" fmla="*/ 274767 w 361670"/>
                <a:gd name="connsiteY21" fmla="*/ 110443 h 361971"/>
                <a:gd name="connsiteX22" fmla="*/ 275406 w 361670"/>
                <a:gd name="connsiteY22" fmla="*/ 113635 h 361971"/>
                <a:gd name="connsiteX23" fmla="*/ 275406 w 361670"/>
                <a:gd name="connsiteY23" fmla="*/ 23939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1670" h="361971">
                  <a:moveTo>
                    <a:pt x="180836" y="0"/>
                  </a:moveTo>
                  <a:cubicBezTo>
                    <a:pt x="80513" y="0"/>
                    <a:pt x="0" y="81077"/>
                    <a:pt x="0" y="180667"/>
                  </a:cubicBezTo>
                  <a:cubicBezTo>
                    <a:pt x="0" y="280257"/>
                    <a:pt x="81152" y="361972"/>
                    <a:pt x="180836" y="361972"/>
                  </a:cubicBezTo>
                  <a:cubicBezTo>
                    <a:pt x="281157" y="361972"/>
                    <a:pt x="361670" y="280895"/>
                    <a:pt x="361670" y="181305"/>
                  </a:cubicBezTo>
                  <a:cubicBezTo>
                    <a:pt x="361670" y="181305"/>
                    <a:pt x="361670" y="181305"/>
                    <a:pt x="361670" y="181305"/>
                  </a:cubicBezTo>
                  <a:cubicBezTo>
                    <a:pt x="361670" y="80438"/>
                    <a:pt x="280518" y="0"/>
                    <a:pt x="180836" y="0"/>
                  </a:cubicBezTo>
                  <a:close/>
                  <a:moveTo>
                    <a:pt x="275406" y="239399"/>
                  </a:moveTo>
                  <a:cubicBezTo>
                    <a:pt x="275406" y="243230"/>
                    <a:pt x="272850" y="245783"/>
                    <a:pt x="269016" y="245783"/>
                  </a:cubicBezTo>
                  <a:lnTo>
                    <a:pt x="216619" y="245783"/>
                  </a:lnTo>
                  <a:lnTo>
                    <a:pt x="216619" y="289833"/>
                  </a:lnTo>
                  <a:cubicBezTo>
                    <a:pt x="216619" y="293663"/>
                    <a:pt x="214063" y="296217"/>
                    <a:pt x="210229" y="296217"/>
                  </a:cubicBezTo>
                  <a:lnTo>
                    <a:pt x="92654" y="296217"/>
                  </a:lnTo>
                  <a:cubicBezTo>
                    <a:pt x="88820" y="296217"/>
                    <a:pt x="86264" y="293663"/>
                    <a:pt x="86264" y="289833"/>
                  </a:cubicBezTo>
                  <a:lnTo>
                    <a:pt x="86264" y="121296"/>
                  </a:lnTo>
                  <a:cubicBezTo>
                    <a:pt x="86264" y="117465"/>
                    <a:pt x="88820" y="114912"/>
                    <a:pt x="92654" y="114912"/>
                  </a:cubicBezTo>
                  <a:lnTo>
                    <a:pt x="145051" y="114912"/>
                  </a:lnTo>
                  <a:lnTo>
                    <a:pt x="145051" y="70862"/>
                  </a:lnTo>
                  <a:cubicBezTo>
                    <a:pt x="145051" y="67032"/>
                    <a:pt x="147607" y="64478"/>
                    <a:pt x="151441" y="64478"/>
                  </a:cubicBezTo>
                  <a:lnTo>
                    <a:pt x="228120" y="64478"/>
                  </a:lnTo>
                  <a:cubicBezTo>
                    <a:pt x="230038" y="64478"/>
                    <a:pt x="231315" y="65117"/>
                    <a:pt x="232594" y="66393"/>
                  </a:cubicBezTo>
                  <a:lnTo>
                    <a:pt x="273490" y="107889"/>
                  </a:lnTo>
                  <a:cubicBezTo>
                    <a:pt x="274128" y="108528"/>
                    <a:pt x="274767" y="109166"/>
                    <a:pt x="274767" y="110443"/>
                  </a:cubicBezTo>
                  <a:cubicBezTo>
                    <a:pt x="275406" y="111081"/>
                    <a:pt x="275406" y="112358"/>
                    <a:pt x="275406" y="113635"/>
                  </a:cubicBezTo>
                  <a:lnTo>
                    <a:pt x="275406" y="239399"/>
                  </a:lnTo>
                  <a:close/>
                </a:path>
              </a:pathLst>
            </a:custGeom>
            <a:solidFill>
              <a:srgbClr val="00ABAB"/>
            </a:solidFill>
            <a:ln w="6390" cap="flat">
              <a:noFill/>
              <a:prstDash val="solid"/>
              <a:miter/>
            </a:ln>
          </p:spPr>
          <p:txBody>
            <a:bodyPr rtlCol="0" anchor="ctr"/>
            <a:lstStyle/>
            <a:p>
              <a:endParaRPr lang="en-US"/>
            </a:p>
          </p:txBody>
        </p:sp>
      </p:grpSp>
      <p:grpSp>
        <p:nvGrpSpPr>
          <p:cNvPr id="1779" name="Graphic 1100">
            <a:extLst>
              <a:ext uri="{FF2B5EF4-FFF2-40B4-BE49-F238E27FC236}">
                <a16:creationId xmlns:a16="http://schemas.microsoft.com/office/drawing/2014/main" id="{6067E24E-2D37-C34B-BCB9-191E108E3CDA}"/>
              </a:ext>
            </a:extLst>
          </p:cNvPr>
          <p:cNvGrpSpPr/>
          <p:nvPr/>
        </p:nvGrpSpPr>
        <p:grpSpPr>
          <a:xfrm>
            <a:off x="7802752" y="4797250"/>
            <a:ext cx="361674" cy="361971"/>
            <a:chOff x="7802752" y="4797250"/>
            <a:chExt cx="361674" cy="361971"/>
          </a:xfrm>
          <a:solidFill>
            <a:srgbClr val="00ABAB"/>
          </a:solidFill>
        </p:grpSpPr>
        <p:sp>
          <p:nvSpPr>
            <p:cNvPr id="1780" name="Graphic 1100">
              <a:extLst>
                <a:ext uri="{FF2B5EF4-FFF2-40B4-BE49-F238E27FC236}">
                  <a16:creationId xmlns:a16="http://schemas.microsoft.com/office/drawing/2014/main" id="{8F840BE6-523F-3B4B-955D-D27C4B54794E}"/>
                </a:ext>
              </a:extLst>
            </p:cNvPr>
            <p:cNvSpPr/>
            <p:nvPr/>
          </p:nvSpPr>
          <p:spPr>
            <a:xfrm>
              <a:off x="7802752" y="4797250"/>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180836 w 361674"/>
                <a:gd name="connsiteY7" fmla="*/ 348565 h 361971"/>
                <a:gd name="connsiteX8" fmla="*/ 12780 w 361674"/>
                <a:gd name="connsiteY8" fmla="*/ 180667 h 361971"/>
                <a:gd name="connsiteX9" fmla="*/ 180836 w 361674"/>
                <a:gd name="connsiteY9" fmla="*/ 12129 h 361971"/>
                <a:gd name="connsiteX10" fmla="*/ 348890 w 361674"/>
                <a:gd name="connsiteY10" fmla="*/ 180028 h 361971"/>
                <a:gd name="connsiteX11" fmla="*/ 348890 w 361674"/>
                <a:gd name="connsiteY11" fmla="*/ 180028 h 361971"/>
                <a:gd name="connsiteX12" fmla="*/ 180836 w 361674"/>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6" y="0"/>
                  </a:moveTo>
                  <a:cubicBezTo>
                    <a:pt x="80513" y="0"/>
                    <a:pt x="0" y="81077"/>
                    <a:pt x="0" y="180667"/>
                  </a:cubicBezTo>
                  <a:cubicBezTo>
                    <a:pt x="0" y="280257"/>
                    <a:pt x="81153" y="361972"/>
                    <a:pt x="180836" y="361972"/>
                  </a:cubicBezTo>
                  <a:cubicBezTo>
                    <a:pt x="281157" y="361972"/>
                    <a:pt x="361670" y="280895"/>
                    <a:pt x="361670" y="181305"/>
                  </a:cubicBezTo>
                  <a:cubicBezTo>
                    <a:pt x="361670" y="181305"/>
                    <a:pt x="361670" y="181305"/>
                    <a:pt x="361670" y="181305"/>
                  </a:cubicBezTo>
                  <a:cubicBezTo>
                    <a:pt x="362310" y="80438"/>
                    <a:pt x="281157" y="0"/>
                    <a:pt x="180836" y="0"/>
                  </a:cubicBezTo>
                  <a:cubicBezTo>
                    <a:pt x="180836" y="0"/>
                    <a:pt x="180836" y="0"/>
                    <a:pt x="180836" y="0"/>
                  </a:cubicBezTo>
                  <a:close/>
                  <a:moveTo>
                    <a:pt x="180836" y="348565"/>
                  </a:moveTo>
                  <a:cubicBezTo>
                    <a:pt x="87543" y="348565"/>
                    <a:pt x="12780" y="273234"/>
                    <a:pt x="12780" y="180667"/>
                  </a:cubicBezTo>
                  <a:cubicBezTo>
                    <a:pt x="12780" y="87461"/>
                    <a:pt x="88181" y="12129"/>
                    <a:pt x="180836" y="12129"/>
                  </a:cubicBezTo>
                  <a:cubicBezTo>
                    <a:pt x="274128" y="12129"/>
                    <a:pt x="348890" y="87461"/>
                    <a:pt x="348890" y="180028"/>
                  </a:cubicBezTo>
                  <a:lnTo>
                    <a:pt x="348890" y="180028"/>
                  </a:lnTo>
                  <a:cubicBezTo>
                    <a:pt x="348890" y="273234"/>
                    <a:pt x="273490" y="348565"/>
                    <a:pt x="180836" y="348565"/>
                  </a:cubicBezTo>
                  <a:close/>
                </a:path>
              </a:pathLst>
            </a:custGeom>
            <a:solidFill>
              <a:srgbClr val="00ABAB"/>
            </a:solidFill>
            <a:ln w="6390" cap="flat">
              <a:noFill/>
              <a:prstDash val="solid"/>
              <a:miter/>
            </a:ln>
          </p:spPr>
          <p:txBody>
            <a:bodyPr rtlCol="0" anchor="ctr"/>
            <a:lstStyle/>
            <a:p>
              <a:endParaRPr lang="en-US"/>
            </a:p>
          </p:txBody>
        </p:sp>
        <p:sp>
          <p:nvSpPr>
            <p:cNvPr id="1781" name="Graphic 1100">
              <a:extLst>
                <a:ext uri="{FF2B5EF4-FFF2-40B4-BE49-F238E27FC236}">
                  <a16:creationId xmlns:a16="http://schemas.microsoft.com/office/drawing/2014/main" id="{81A673F3-822B-034E-B033-CB579DF15946}"/>
                </a:ext>
              </a:extLst>
            </p:cNvPr>
            <p:cNvSpPr/>
            <p:nvPr/>
          </p:nvSpPr>
          <p:spPr>
            <a:xfrm>
              <a:off x="7868568" y="4893648"/>
              <a:ext cx="230676" cy="168537"/>
            </a:xfrm>
            <a:custGeom>
              <a:avLst/>
              <a:gdLst>
                <a:gd name="connsiteX0" fmla="*/ 223648 w 230676"/>
                <a:gd name="connsiteY0" fmla="*/ 46603 h 168537"/>
                <a:gd name="connsiteX1" fmla="*/ 214702 w 230676"/>
                <a:gd name="connsiteY1" fmla="*/ 46603 h 168537"/>
                <a:gd name="connsiteX2" fmla="*/ 214702 w 230676"/>
                <a:gd name="connsiteY2" fmla="*/ 45327 h 168537"/>
                <a:gd name="connsiteX3" fmla="*/ 214702 w 230676"/>
                <a:gd name="connsiteY3" fmla="*/ 21706 h 168537"/>
                <a:gd name="connsiteX4" fmla="*/ 208312 w 230676"/>
                <a:gd name="connsiteY4" fmla="*/ 15322 h 168537"/>
                <a:gd name="connsiteX5" fmla="*/ 70928 w 230676"/>
                <a:gd name="connsiteY5" fmla="*/ 15322 h 168537"/>
                <a:gd name="connsiteX6" fmla="*/ 57509 w 230676"/>
                <a:gd name="connsiteY6" fmla="*/ 1915 h 168537"/>
                <a:gd name="connsiteX7" fmla="*/ 53036 w 230676"/>
                <a:gd name="connsiteY7" fmla="*/ 0 h 168537"/>
                <a:gd name="connsiteX8" fmla="*/ 6390 w 230676"/>
                <a:gd name="connsiteY8" fmla="*/ 0 h 168537"/>
                <a:gd name="connsiteX9" fmla="*/ 0 w 230676"/>
                <a:gd name="connsiteY9" fmla="*/ 6384 h 168537"/>
                <a:gd name="connsiteX10" fmla="*/ 0 w 230676"/>
                <a:gd name="connsiteY10" fmla="*/ 161515 h 168537"/>
                <a:gd name="connsiteX11" fmla="*/ 0 w 230676"/>
                <a:gd name="connsiteY11" fmla="*/ 161515 h 168537"/>
                <a:gd name="connsiteX12" fmla="*/ 1917 w 230676"/>
                <a:gd name="connsiteY12" fmla="*/ 165984 h 168537"/>
                <a:gd name="connsiteX13" fmla="*/ 1917 w 230676"/>
                <a:gd name="connsiteY13" fmla="*/ 165984 h 168537"/>
                <a:gd name="connsiteX14" fmla="*/ 3195 w 230676"/>
                <a:gd name="connsiteY14" fmla="*/ 167260 h 168537"/>
                <a:gd name="connsiteX15" fmla="*/ 3195 w 230676"/>
                <a:gd name="connsiteY15" fmla="*/ 167260 h 168537"/>
                <a:gd name="connsiteX16" fmla="*/ 6390 w 230676"/>
                <a:gd name="connsiteY16" fmla="*/ 168537 h 168537"/>
                <a:gd name="connsiteX17" fmla="*/ 208951 w 230676"/>
                <a:gd name="connsiteY17" fmla="*/ 168537 h 168537"/>
                <a:gd name="connsiteX18" fmla="*/ 215341 w 230676"/>
                <a:gd name="connsiteY18" fmla="*/ 162792 h 168537"/>
                <a:gd name="connsiteX19" fmla="*/ 230677 w 230676"/>
                <a:gd name="connsiteY19" fmla="*/ 54264 h 168537"/>
                <a:gd name="connsiteX20" fmla="*/ 229399 w 230676"/>
                <a:gd name="connsiteY20" fmla="*/ 49157 h 168537"/>
                <a:gd name="connsiteX21" fmla="*/ 223648 w 230676"/>
                <a:gd name="connsiteY21" fmla="*/ 46603 h 168537"/>
                <a:gd name="connsiteX22" fmla="*/ 12780 w 230676"/>
                <a:gd name="connsiteY22" fmla="*/ 12768 h 168537"/>
                <a:gd name="connsiteX23" fmla="*/ 50481 w 230676"/>
                <a:gd name="connsiteY23" fmla="*/ 12768 h 168537"/>
                <a:gd name="connsiteX24" fmla="*/ 63899 w 230676"/>
                <a:gd name="connsiteY24" fmla="*/ 26175 h 168537"/>
                <a:gd name="connsiteX25" fmla="*/ 68372 w 230676"/>
                <a:gd name="connsiteY25" fmla="*/ 28090 h 168537"/>
                <a:gd name="connsiteX26" fmla="*/ 201922 w 230676"/>
                <a:gd name="connsiteY26" fmla="*/ 28090 h 168537"/>
                <a:gd name="connsiteX27" fmla="*/ 201922 w 230676"/>
                <a:gd name="connsiteY27" fmla="*/ 45327 h 168537"/>
                <a:gd name="connsiteX28" fmla="*/ 201922 w 230676"/>
                <a:gd name="connsiteY28" fmla="*/ 46603 h 168537"/>
                <a:gd name="connsiteX29" fmla="*/ 29394 w 230676"/>
                <a:gd name="connsiteY29" fmla="*/ 46603 h 168537"/>
                <a:gd name="connsiteX30" fmla="*/ 23004 w 230676"/>
                <a:gd name="connsiteY30" fmla="*/ 51710 h 168537"/>
                <a:gd name="connsiteX31" fmla="*/ 12141 w 230676"/>
                <a:gd name="connsiteY31" fmla="*/ 101505 h 168537"/>
                <a:gd name="connsiteX32" fmla="*/ 12780 w 230676"/>
                <a:gd name="connsiteY32" fmla="*/ 12768 h 168537"/>
                <a:gd name="connsiteX33" fmla="*/ 202561 w 230676"/>
                <a:gd name="connsiteY33" fmla="*/ 155769 h 168537"/>
                <a:gd name="connsiteX34" fmla="*/ 14058 w 230676"/>
                <a:gd name="connsiteY34" fmla="*/ 155769 h 168537"/>
                <a:gd name="connsiteX35" fmla="*/ 34506 w 230676"/>
                <a:gd name="connsiteY35" fmla="*/ 60010 h 168537"/>
                <a:gd name="connsiteX36" fmla="*/ 215979 w 230676"/>
                <a:gd name="connsiteY36" fmla="*/ 60010 h 168537"/>
                <a:gd name="connsiteX37" fmla="*/ 202561 w 230676"/>
                <a:gd name="connsiteY37" fmla="*/ 155769 h 168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30676" h="168537">
                  <a:moveTo>
                    <a:pt x="223648" y="46603"/>
                  </a:moveTo>
                  <a:lnTo>
                    <a:pt x="214702" y="46603"/>
                  </a:lnTo>
                  <a:cubicBezTo>
                    <a:pt x="214702" y="45965"/>
                    <a:pt x="214702" y="45965"/>
                    <a:pt x="214702" y="45327"/>
                  </a:cubicBezTo>
                  <a:lnTo>
                    <a:pt x="214702" y="21706"/>
                  </a:lnTo>
                  <a:cubicBezTo>
                    <a:pt x="214702" y="17875"/>
                    <a:pt x="212146" y="15322"/>
                    <a:pt x="208312" y="15322"/>
                  </a:cubicBezTo>
                  <a:lnTo>
                    <a:pt x="70928" y="15322"/>
                  </a:lnTo>
                  <a:lnTo>
                    <a:pt x="57509" y="1915"/>
                  </a:lnTo>
                  <a:cubicBezTo>
                    <a:pt x="56231" y="639"/>
                    <a:pt x="54953" y="0"/>
                    <a:pt x="53036" y="0"/>
                  </a:cubicBezTo>
                  <a:lnTo>
                    <a:pt x="6390" y="0"/>
                  </a:lnTo>
                  <a:cubicBezTo>
                    <a:pt x="2556" y="0"/>
                    <a:pt x="0" y="2554"/>
                    <a:pt x="0" y="6384"/>
                  </a:cubicBezTo>
                  <a:lnTo>
                    <a:pt x="0" y="161515"/>
                  </a:lnTo>
                  <a:lnTo>
                    <a:pt x="0" y="161515"/>
                  </a:lnTo>
                  <a:cubicBezTo>
                    <a:pt x="0" y="163430"/>
                    <a:pt x="639" y="164707"/>
                    <a:pt x="1917" y="165984"/>
                  </a:cubicBezTo>
                  <a:lnTo>
                    <a:pt x="1917" y="165984"/>
                  </a:lnTo>
                  <a:lnTo>
                    <a:pt x="3195" y="167260"/>
                  </a:lnTo>
                  <a:lnTo>
                    <a:pt x="3195" y="167260"/>
                  </a:lnTo>
                  <a:cubicBezTo>
                    <a:pt x="3834" y="167899"/>
                    <a:pt x="5111" y="167899"/>
                    <a:pt x="6390" y="168537"/>
                  </a:cubicBezTo>
                  <a:lnTo>
                    <a:pt x="208951" y="168537"/>
                  </a:lnTo>
                  <a:cubicBezTo>
                    <a:pt x="212146" y="168537"/>
                    <a:pt x="214702" y="165984"/>
                    <a:pt x="215341" y="162792"/>
                  </a:cubicBezTo>
                  <a:lnTo>
                    <a:pt x="230677" y="54264"/>
                  </a:lnTo>
                  <a:cubicBezTo>
                    <a:pt x="230677" y="52349"/>
                    <a:pt x="230677" y="50434"/>
                    <a:pt x="229399" y="49157"/>
                  </a:cubicBezTo>
                  <a:cubicBezTo>
                    <a:pt x="227482" y="47880"/>
                    <a:pt x="225564" y="46603"/>
                    <a:pt x="223648" y="46603"/>
                  </a:cubicBezTo>
                  <a:close/>
                  <a:moveTo>
                    <a:pt x="12780" y="12768"/>
                  </a:moveTo>
                  <a:lnTo>
                    <a:pt x="50481" y="12768"/>
                  </a:lnTo>
                  <a:lnTo>
                    <a:pt x="63899" y="26175"/>
                  </a:lnTo>
                  <a:cubicBezTo>
                    <a:pt x="65177" y="27451"/>
                    <a:pt x="66456" y="28090"/>
                    <a:pt x="68372" y="28090"/>
                  </a:cubicBezTo>
                  <a:lnTo>
                    <a:pt x="201922" y="28090"/>
                  </a:lnTo>
                  <a:lnTo>
                    <a:pt x="201922" y="45327"/>
                  </a:lnTo>
                  <a:cubicBezTo>
                    <a:pt x="201922" y="45965"/>
                    <a:pt x="201922" y="45965"/>
                    <a:pt x="201922" y="46603"/>
                  </a:cubicBezTo>
                  <a:lnTo>
                    <a:pt x="29394" y="46603"/>
                  </a:lnTo>
                  <a:cubicBezTo>
                    <a:pt x="26199" y="46603"/>
                    <a:pt x="23642" y="48519"/>
                    <a:pt x="23004" y="51710"/>
                  </a:cubicBezTo>
                  <a:lnTo>
                    <a:pt x="12141" y="101505"/>
                  </a:lnTo>
                  <a:lnTo>
                    <a:pt x="12780" y="12768"/>
                  </a:lnTo>
                  <a:close/>
                  <a:moveTo>
                    <a:pt x="202561" y="155769"/>
                  </a:moveTo>
                  <a:lnTo>
                    <a:pt x="14058" y="155769"/>
                  </a:lnTo>
                  <a:lnTo>
                    <a:pt x="34506" y="60010"/>
                  </a:lnTo>
                  <a:lnTo>
                    <a:pt x="215979" y="60010"/>
                  </a:lnTo>
                  <a:lnTo>
                    <a:pt x="202561" y="155769"/>
                  </a:lnTo>
                  <a:close/>
                </a:path>
              </a:pathLst>
            </a:custGeom>
            <a:solidFill>
              <a:srgbClr val="00ABAB"/>
            </a:solidFill>
            <a:ln w="6390" cap="flat">
              <a:noFill/>
              <a:prstDash val="solid"/>
              <a:miter/>
            </a:ln>
          </p:spPr>
          <p:txBody>
            <a:bodyPr rtlCol="0" anchor="ctr"/>
            <a:lstStyle/>
            <a:p>
              <a:endParaRPr lang="en-US"/>
            </a:p>
          </p:txBody>
        </p:sp>
      </p:grpSp>
      <p:grpSp>
        <p:nvGrpSpPr>
          <p:cNvPr id="1782" name="Graphic 1100">
            <a:extLst>
              <a:ext uri="{FF2B5EF4-FFF2-40B4-BE49-F238E27FC236}">
                <a16:creationId xmlns:a16="http://schemas.microsoft.com/office/drawing/2014/main" id="{0C525F8F-6922-9F4D-A56C-3843D857474B}"/>
              </a:ext>
            </a:extLst>
          </p:cNvPr>
          <p:cNvGrpSpPr/>
          <p:nvPr/>
        </p:nvGrpSpPr>
        <p:grpSpPr>
          <a:xfrm>
            <a:off x="6754802" y="1897007"/>
            <a:ext cx="362309" cy="361971"/>
            <a:chOff x="6754802" y="1897007"/>
            <a:chExt cx="362309" cy="361971"/>
          </a:xfrm>
          <a:solidFill>
            <a:srgbClr val="00ABAB"/>
          </a:solidFill>
        </p:grpSpPr>
        <p:sp>
          <p:nvSpPr>
            <p:cNvPr id="1783" name="Graphic 1100">
              <a:extLst>
                <a:ext uri="{FF2B5EF4-FFF2-40B4-BE49-F238E27FC236}">
                  <a16:creationId xmlns:a16="http://schemas.microsoft.com/office/drawing/2014/main" id="{1712828F-1A66-F145-9FA1-927185FABEC5}"/>
                </a:ext>
              </a:extLst>
            </p:cNvPr>
            <p:cNvSpPr/>
            <p:nvPr/>
          </p:nvSpPr>
          <p:spPr>
            <a:xfrm>
              <a:off x="6754802" y="189700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873"/>
                    <a:pt x="274767" y="349204"/>
                    <a:pt x="181474" y="349204"/>
                  </a:cubicBezTo>
                  <a:close/>
                </a:path>
              </a:pathLst>
            </a:custGeom>
            <a:solidFill>
              <a:srgbClr val="00ABAB"/>
            </a:solidFill>
            <a:ln w="6390" cap="flat">
              <a:noFill/>
              <a:prstDash val="solid"/>
              <a:miter/>
            </a:ln>
          </p:spPr>
          <p:txBody>
            <a:bodyPr rtlCol="0" anchor="ctr"/>
            <a:lstStyle/>
            <a:p>
              <a:endParaRPr lang="en-US"/>
            </a:p>
          </p:txBody>
        </p:sp>
        <p:sp>
          <p:nvSpPr>
            <p:cNvPr id="1784" name="Graphic 1100">
              <a:extLst>
                <a:ext uri="{FF2B5EF4-FFF2-40B4-BE49-F238E27FC236}">
                  <a16:creationId xmlns:a16="http://schemas.microsoft.com/office/drawing/2014/main" id="{796695D9-1E0C-2641-9E63-C621E2965539}"/>
                </a:ext>
              </a:extLst>
            </p:cNvPr>
            <p:cNvSpPr/>
            <p:nvPr/>
          </p:nvSpPr>
          <p:spPr>
            <a:xfrm>
              <a:off x="6825091" y="1995959"/>
              <a:ext cx="224537" cy="164068"/>
            </a:xfrm>
            <a:custGeom>
              <a:avLst/>
              <a:gdLst>
                <a:gd name="connsiteX0" fmla="*/ 217258 w 224537"/>
                <a:gd name="connsiteY0" fmla="*/ 45326 h 164068"/>
                <a:gd name="connsiteX1" fmla="*/ 193615 w 224537"/>
                <a:gd name="connsiteY1" fmla="*/ 45326 h 164068"/>
                <a:gd name="connsiteX2" fmla="*/ 193615 w 224537"/>
                <a:gd name="connsiteY2" fmla="*/ 21706 h 164068"/>
                <a:gd name="connsiteX3" fmla="*/ 187225 w 224537"/>
                <a:gd name="connsiteY3" fmla="*/ 15322 h 164068"/>
                <a:gd name="connsiteX4" fmla="*/ 69012 w 224537"/>
                <a:gd name="connsiteY4" fmla="*/ 15322 h 164068"/>
                <a:gd name="connsiteX5" fmla="*/ 55593 w 224537"/>
                <a:gd name="connsiteY5" fmla="*/ 1915 h 164068"/>
                <a:gd name="connsiteX6" fmla="*/ 51119 w 224537"/>
                <a:gd name="connsiteY6" fmla="*/ 0 h 164068"/>
                <a:gd name="connsiteX7" fmla="*/ 6390 w 224537"/>
                <a:gd name="connsiteY7" fmla="*/ 0 h 164068"/>
                <a:gd name="connsiteX8" fmla="*/ 0 w 224537"/>
                <a:gd name="connsiteY8" fmla="*/ 6384 h 164068"/>
                <a:gd name="connsiteX9" fmla="*/ 0 w 224537"/>
                <a:gd name="connsiteY9" fmla="*/ 157684 h 164068"/>
                <a:gd name="connsiteX10" fmla="*/ 0 w 224537"/>
                <a:gd name="connsiteY10" fmla="*/ 157684 h 164068"/>
                <a:gd name="connsiteX11" fmla="*/ 1917 w 224537"/>
                <a:gd name="connsiteY11" fmla="*/ 162153 h 164068"/>
                <a:gd name="connsiteX12" fmla="*/ 1917 w 224537"/>
                <a:gd name="connsiteY12" fmla="*/ 162153 h 164068"/>
                <a:gd name="connsiteX13" fmla="*/ 3195 w 224537"/>
                <a:gd name="connsiteY13" fmla="*/ 162792 h 164068"/>
                <a:gd name="connsiteX14" fmla="*/ 6390 w 224537"/>
                <a:gd name="connsiteY14" fmla="*/ 164068 h 164068"/>
                <a:gd name="connsiteX15" fmla="*/ 187864 w 224537"/>
                <a:gd name="connsiteY15" fmla="*/ 164068 h 164068"/>
                <a:gd name="connsiteX16" fmla="*/ 194254 w 224537"/>
                <a:gd name="connsiteY16" fmla="*/ 159600 h 164068"/>
                <a:gd name="connsiteX17" fmla="*/ 224287 w 224537"/>
                <a:gd name="connsiteY17" fmla="*/ 53625 h 164068"/>
                <a:gd name="connsiteX18" fmla="*/ 223009 w 224537"/>
                <a:gd name="connsiteY18" fmla="*/ 47880 h 164068"/>
                <a:gd name="connsiteX19" fmla="*/ 217258 w 224537"/>
                <a:gd name="connsiteY19" fmla="*/ 45326 h 164068"/>
                <a:gd name="connsiteX20" fmla="*/ 11502 w 224537"/>
                <a:gd name="connsiteY20" fmla="*/ 12768 h 164068"/>
                <a:gd name="connsiteX21" fmla="*/ 47925 w 224537"/>
                <a:gd name="connsiteY21" fmla="*/ 12768 h 164068"/>
                <a:gd name="connsiteX22" fmla="*/ 61343 w 224537"/>
                <a:gd name="connsiteY22" fmla="*/ 26174 h 164068"/>
                <a:gd name="connsiteX23" fmla="*/ 65817 w 224537"/>
                <a:gd name="connsiteY23" fmla="*/ 28089 h 164068"/>
                <a:gd name="connsiteX24" fmla="*/ 180197 w 224537"/>
                <a:gd name="connsiteY24" fmla="*/ 28089 h 164068"/>
                <a:gd name="connsiteX25" fmla="*/ 180197 w 224537"/>
                <a:gd name="connsiteY25" fmla="*/ 45326 h 164068"/>
                <a:gd name="connsiteX26" fmla="*/ 42813 w 224537"/>
                <a:gd name="connsiteY26" fmla="*/ 45326 h 164068"/>
                <a:gd name="connsiteX27" fmla="*/ 37062 w 224537"/>
                <a:gd name="connsiteY27" fmla="*/ 49795 h 164068"/>
                <a:gd name="connsiteX28" fmla="*/ 11502 w 224537"/>
                <a:gd name="connsiteY28" fmla="*/ 120657 h 164068"/>
                <a:gd name="connsiteX29" fmla="*/ 11502 w 224537"/>
                <a:gd name="connsiteY29" fmla="*/ 12768 h 164068"/>
                <a:gd name="connsiteX30" fmla="*/ 182113 w 224537"/>
                <a:gd name="connsiteY30" fmla="*/ 151300 h 164068"/>
                <a:gd name="connsiteX31" fmla="*/ 14697 w 224537"/>
                <a:gd name="connsiteY31" fmla="*/ 151300 h 164068"/>
                <a:gd name="connsiteX32" fmla="*/ 47925 w 224537"/>
                <a:gd name="connsiteY32" fmla="*/ 58094 h 164068"/>
                <a:gd name="connsiteX33" fmla="*/ 208951 w 224537"/>
                <a:gd name="connsiteY33" fmla="*/ 58094 h 164068"/>
                <a:gd name="connsiteX34" fmla="*/ 182113 w 224537"/>
                <a:gd name="connsiteY34" fmla="*/ 151300 h 16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24537" h="164068">
                  <a:moveTo>
                    <a:pt x="217258" y="45326"/>
                  </a:moveTo>
                  <a:lnTo>
                    <a:pt x="193615" y="45326"/>
                  </a:lnTo>
                  <a:lnTo>
                    <a:pt x="193615" y="21706"/>
                  </a:lnTo>
                  <a:cubicBezTo>
                    <a:pt x="193615" y="17875"/>
                    <a:pt x="191059" y="15322"/>
                    <a:pt x="187225" y="15322"/>
                  </a:cubicBezTo>
                  <a:lnTo>
                    <a:pt x="69012" y="15322"/>
                  </a:lnTo>
                  <a:lnTo>
                    <a:pt x="55593" y="1915"/>
                  </a:lnTo>
                  <a:cubicBezTo>
                    <a:pt x="54314" y="638"/>
                    <a:pt x="53037" y="0"/>
                    <a:pt x="51119" y="0"/>
                  </a:cubicBezTo>
                  <a:lnTo>
                    <a:pt x="6390" y="0"/>
                  </a:lnTo>
                  <a:cubicBezTo>
                    <a:pt x="2556" y="0"/>
                    <a:pt x="0" y="2554"/>
                    <a:pt x="0" y="6384"/>
                  </a:cubicBezTo>
                  <a:lnTo>
                    <a:pt x="0" y="157684"/>
                  </a:lnTo>
                  <a:lnTo>
                    <a:pt x="0" y="157684"/>
                  </a:lnTo>
                  <a:cubicBezTo>
                    <a:pt x="0" y="159600"/>
                    <a:pt x="639" y="160876"/>
                    <a:pt x="1917" y="162153"/>
                  </a:cubicBezTo>
                  <a:lnTo>
                    <a:pt x="1917" y="162153"/>
                  </a:lnTo>
                  <a:cubicBezTo>
                    <a:pt x="1917" y="162792"/>
                    <a:pt x="2556" y="162792"/>
                    <a:pt x="3195" y="162792"/>
                  </a:cubicBezTo>
                  <a:cubicBezTo>
                    <a:pt x="3834" y="163430"/>
                    <a:pt x="5112" y="164068"/>
                    <a:pt x="6390" y="164068"/>
                  </a:cubicBezTo>
                  <a:lnTo>
                    <a:pt x="187864" y="164068"/>
                  </a:lnTo>
                  <a:cubicBezTo>
                    <a:pt x="191059" y="164068"/>
                    <a:pt x="193615" y="162153"/>
                    <a:pt x="194254" y="159600"/>
                  </a:cubicBezTo>
                  <a:lnTo>
                    <a:pt x="224287" y="53625"/>
                  </a:lnTo>
                  <a:cubicBezTo>
                    <a:pt x="224926" y="51710"/>
                    <a:pt x="224287" y="49795"/>
                    <a:pt x="223009" y="47880"/>
                  </a:cubicBezTo>
                  <a:cubicBezTo>
                    <a:pt x="221092" y="45965"/>
                    <a:pt x="219175" y="45326"/>
                    <a:pt x="217258" y="45326"/>
                  </a:cubicBezTo>
                  <a:close/>
                  <a:moveTo>
                    <a:pt x="11502" y="12768"/>
                  </a:moveTo>
                  <a:lnTo>
                    <a:pt x="47925" y="12768"/>
                  </a:lnTo>
                  <a:lnTo>
                    <a:pt x="61343" y="26174"/>
                  </a:lnTo>
                  <a:cubicBezTo>
                    <a:pt x="62622" y="27451"/>
                    <a:pt x="63899" y="28089"/>
                    <a:pt x="65817" y="28089"/>
                  </a:cubicBezTo>
                  <a:lnTo>
                    <a:pt x="180197" y="28089"/>
                  </a:lnTo>
                  <a:lnTo>
                    <a:pt x="180197" y="45326"/>
                  </a:lnTo>
                  <a:lnTo>
                    <a:pt x="42813" y="45326"/>
                  </a:lnTo>
                  <a:cubicBezTo>
                    <a:pt x="40257" y="45326"/>
                    <a:pt x="37701" y="47241"/>
                    <a:pt x="37062" y="49795"/>
                  </a:cubicBezTo>
                  <a:lnTo>
                    <a:pt x="11502" y="120657"/>
                  </a:lnTo>
                  <a:lnTo>
                    <a:pt x="11502" y="12768"/>
                  </a:lnTo>
                  <a:close/>
                  <a:moveTo>
                    <a:pt x="182113" y="151300"/>
                  </a:moveTo>
                  <a:lnTo>
                    <a:pt x="14697" y="151300"/>
                  </a:lnTo>
                  <a:lnTo>
                    <a:pt x="47925" y="58094"/>
                  </a:lnTo>
                  <a:lnTo>
                    <a:pt x="208951" y="58094"/>
                  </a:lnTo>
                  <a:lnTo>
                    <a:pt x="182113" y="151300"/>
                  </a:lnTo>
                  <a:close/>
                </a:path>
              </a:pathLst>
            </a:custGeom>
            <a:solidFill>
              <a:srgbClr val="00ABAB"/>
            </a:solidFill>
            <a:ln w="6390" cap="flat">
              <a:noFill/>
              <a:prstDash val="solid"/>
              <a:miter/>
            </a:ln>
          </p:spPr>
          <p:txBody>
            <a:bodyPr rtlCol="0" anchor="ctr"/>
            <a:lstStyle/>
            <a:p>
              <a:endParaRPr lang="en-US"/>
            </a:p>
          </p:txBody>
        </p:sp>
      </p:grpSp>
      <p:grpSp>
        <p:nvGrpSpPr>
          <p:cNvPr id="1785" name="Graphic 1100">
            <a:extLst>
              <a:ext uri="{FF2B5EF4-FFF2-40B4-BE49-F238E27FC236}">
                <a16:creationId xmlns:a16="http://schemas.microsoft.com/office/drawing/2014/main" id="{34F28B01-57E4-8C45-AFC4-426B74CAADFD}"/>
              </a:ext>
            </a:extLst>
          </p:cNvPr>
          <p:cNvGrpSpPr/>
          <p:nvPr/>
        </p:nvGrpSpPr>
        <p:grpSpPr>
          <a:xfrm>
            <a:off x="6754802" y="1406717"/>
            <a:ext cx="362309" cy="361971"/>
            <a:chOff x="6754802" y="1406717"/>
            <a:chExt cx="362309" cy="361971"/>
          </a:xfrm>
          <a:solidFill>
            <a:srgbClr val="00ABAB"/>
          </a:solidFill>
        </p:grpSpPr>
        <p:sp>
          <p:nvSpPr>
            <p:cNvPr id="1786" name="Graphic 1100">
              <a:extLst>
                <a:ext uri="{FF2B5EF4-FFF2-40B4-BE49-F238E27FC236}">
                  <a16:creationId xmlns:a16="http://schemas.microsoft.com/office/drawing/2014/main" id="{343568C9-3B79-9840-8484-7CD3E67C9ABF}"/>
                </a:ext>
              </a:extLst>
            </p:cNvPr>
            <p:cNvSpPr/>
            <p:nvPr/>
          </p:nvSpPr>
          <p:spPr>
            <a:xfrm>
              <a:off x="6754802" y="14067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8565 h 361971"/>
                <a:gd name="connsiteX7" fmla="*/ 12780 w 362309"/>
                <a:gd name="connsiteY7" fmla="*/ 180667 h 361971"/>
                <a:gd name="connsiteX8" fmla="*/ 180836 w 362309"/>
                <a:gd name="connsiteY8" fmla="*/ 12130 h 361971"/>
                <a:gd name="connsiteX9" fmla="*/ 349530 w 362309"/>
                <a:gd name="connsiteY9" fmla="*/ 180028 h 361971"/>
                <a:gd name="connsiteX10" fmla="*/ 349530 w 362309"/>
                <a:gd name="connsiteY10" fmla="*/ 180028 h 361971"/>
                <a:gd name="connsiteX11" fmla="*/ 181474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lose/>
                  <a:moveTo>
                    <a:pt x="181474" y="348565"/>
                  </a:moveTo>
                  <a:cubicBezTo>
                    <a:pt x="88181" y="348565"/>
                    <a:pt x="12780" y="273234"/>
                    <a:pt x="12780" y="180667"/>
                  </a:cubicBezTo>
                  <a:cubicBezTo>
                    <a:pt x="12780" y="87461"/>
                    <a:pt x="88181" y="12130"/>
                    <a:pt x="180836" y="12130"/>
                  </a:cubicBezTo>
                  <a:cubicBezTo>
                    <a:pt x="274128" y="12130"/>
                    <a:pt x="349530" y="87461"/>
                    <a:pt x="349530" y="180028"/>
                  </a:cubicBezTo>
                  <a:cubicBezTo>
                    <a:pt x="349530" y="180028"/>
                    <a:pt x="349530" y="180028"/>
                    <a:pt x="349530" y="180028"/>
                  </a:cubicBezTo>
                  <a:cubicBezTo>
                    <a:pt x="349530" y="273234"/>
                    <a:pt x="274767" y="348565"/>
                    <a:pt x="181474" y="348565"/>
                  </a:cubicBezTo>
                  <a:close/>
                </a:path>
              </a:pathLst>
            </a:custGeom>
            <a:solidFill>
              <a:srgbClr val="00ABAB"/>
            </a:solidFill>
            <a:ln w="6390" cap="flat">
              <a:noFill/>
              <a:prstDash val="solid"/>
              <a:miter/>
            </a:ln>
          </p:spPr>
          <p:txBody>
            <a:bodyPr rtlCol="0" anchor="ctr"/>
            <a:lstStyle/>
            <a:p>
              <a:endParaRPr lang="en-US"/>
            </a:p>
          </p:txBody>
        </p:sp>
        <p:sp>
          <p:nvSpPr>
            <p:cNvPr id="1787" name="Graphic 1100">
              <a:extLst>
                <a:ext uri="{FF2B5EF4-FFF2-40B4-BE49-F238E27FC236}">
                  <a16:creationId xmlns:a16="http://schemas.microsoft.com/office/drawing/2014/main" id="{C605CC24-9FC4-0F4B-BB07-02FF5B88573A}"/>
                </a:ext>
              </a:extLst>
            </p:cNvPr>
            <p:cNvSpPr/>
            <p:nvPr/>
          </p:nvSpPr>
          <p:spPr>
            <a:xfrm>
              <a:off x="6830203" y="1510138"/>
              <a:ext cx="213424" cy="155769"/>
            </a:xfrm>
            <a:custGeom>
              <a:avLst/>
              <a:gdLst>
                <a:gd name="connsiteX0" fmla="*/ 206395 w 213424"/>
                <a:gd name="connsiteY0" fmla="*/ 21067 h 155769"/>
                <a:gd name="connsiteX1" fmla="*/ 81152 w 213424"/>
                <a:gd name="connsiteY1" fmla="*/ 21067 h 155769"/>
                <a:gd name="connsiteX2" fmla="*/ 69011 w 213424"/>
                <a:gd name="connsiteY2" fmla="*/ 2554 h 155769"/>
                <a:gd name="connsiteX3" fmla="*/ 63899 w 213424"/>
                <a:gd name="connsiteY3" fmla="*/ 0 h 155769"/>
                <a:gd name="connsiteX4" fmla="*/ 6390 w 213424"/>
                <a:gd name="connsiteY4" fmla="*/ 0 h 155769"/>
                <a:gd name="connsiteX5" fmla="*/ 0 w 213424"/>
                <a:gd name="connsiteY5" fmla="*/ 6384 h 155769"/>
                <a:gd name="connsiteX6" fmla="*/ 0 w 213424"/>
                <a:gd name="connsiteY6" fmla="*/ 149385 h 155769"/>
                <a:gd name="connsiteX7" fmla="*/ 6390 w 213424"/>
                <a:gd name="connsiteY7" fmla="*/ 155769 h 155769"/>
                <a:gd name="connsiteX8" fmla="*/ 207034 w 213424"/>
                <a:gd name="connsiteY8" fmla="*/ 155769 h 155769"/>
                <a:gd name="connsiteX9" fmla="*/ 213424 w 213424"/>
                <a:gd name="connsiteY9" fmla="*/ 149385 h 155769"/>
                <a:gd name="connsiteX10" fmla="*/ 213424 w 213424"/>
                <a:gd name="connsiteY10" fmla="*/ 27451 h 155769"/>
                <a:gd name="connsiteX11" fmla="*/ 206395 w 213424"/>
                <a:gd name="connsiteY11" fmla="*/ 21067 h 155769"/>
                <a:gd name="connsiteX12" fmla="*/ 200005 w 213424"/>
                <a:gd name="connsiteY12" fmla="*/ 142363 h 155769"/>
                <a:gd name="connsiteX13" fmla="*/ 12141 w 213424"/>
                <a:gd name="connsiteY13" fmla="*/ 142363 h 155769"/>
                <a:gd name="connsiteX14" fmla="*/ 12141 w 213424"/>
                <a:gd name="connsiteY14" fmla="*/ 12130 h 155769"/>
                <a:gd name="connsiteX15" fmla="*/ 59426 w 213424"/>
                <a:gd name="connsiteY15" fmla="*/ 12130 h 155769"/>
                <a:gd name="connsiteX16" fmla="*/ 71567 w 213424"/>
                <a:gd name="connsiteY16" fmla="*/ 30643 h 155769"/>
                <a:gd name="connsiteX17" fmla="*/ 76679 w 213424"/>
                <a:gd name="connsiteY17" fmla="*/ 33197 h 155769"/>
                <a:gd name="connsiteX18" fmla="*/ 199366 w 213424"/>
                <a:gd name="connsiteY18" fmla="*/ 33197 h 155769"/>
                <a:gd name="connsiteX19" fmla="*/ 199366 w 213424"/>
                <a:gd name="connsiteY19" fmla="*/ 142363 h 155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3424" h="155769">
                  <a:moveTo>
                    <a:pt x="206395" y="21067"/>
                  </a:moveTo>
                  <a:lnTo>
                    <a:pt x="81152" y="21067"/>
                  </a:lnTo>
                  <a:lnTo>
                    <a:pt x="69011" y="2554"/>
                  </a:lnTo>
                  <a:cubicBezTo>
                    <a:pt x="67733" y="638"/>
                    <a:pt x="65816" y="0"/>
                    <a:pt x="63899" y="0"/>
                  </a:cubicBezTo>
                  <a:lnTo>
                    <a:pt x="6390" y="0"/>
                  </a:lnTo>
                  <a:cubicBezTo>
                    <a:pt x="2556" y="0"/>
                    <a:pt x="0" y="2554"/>
                    <a:pt x="0" y="6384"/>
                  </a:cubicBezTo>
                  <a:lnTo>
                    <a:pt x="0" y="149385"/>
                  </a:lnTo>
                  <a:cubicBezTo>
                    <a:pt x="0" y="153215"/>
                    <a:pt x="2556" y="155769"/>
                    <a:pt x="6390" y="155769"/>
                  </a:cubicBezTo>
                  <a:lnTo>
                    <a:pt x="207034" y="155769"/>
                  </a:lnTo>
                  <a:cubicBezTo>
                    <a:pt x="210868" y="155769"/>
                    <a:pt x="213424" y="153215"/>
                    <a:pt x="213424" y="149385"/>
                  </a:cubicBezTo>
                  <a:lnTo>
                    <a:pt x="213424" y="27451"/>
                  </a:lnTo>
                  <a:cubicBezTo>
                    <a:pt x="212784" y="23621"/>
                    <a:pt x="209589" y="21067"/>
                    <a:pt x="206395" y="21067"/>
                  </a:cubicBezTo>
                  <a:close/>
                  <a:moveTo>
                    <a:pt x="200005" y="142363"/>
                  </a:moveTo>
                  <a:lnTo>
                    <a:pt x="12141" y="142363"/>
                  </a:lnTo>
                  <a:lnTo>
                    <a:pt x="12141" y="12130"/>
                  </a:lnTo>
                  <a:lnTo>
                    <a:pt x="59426" y="12130"/>
                  </a:lnTo>
                  <a:lnTo>
                    <a:pt x="71567" y="30643"/>
                  </a:lnTo>
                  <a:cubicBezTo>
                    <a:pt x="72845" y="32558"/>
                    <a:pt x="74762" y="33197"/>
                    <a:pt x="76679" y="33197"/>
                  </a:cubicBezTo>
                  <a:lnTo>
                    <a:pt x="199366" y="33197"/>
                  </a:lnTo>
                  <a:lnTo>
                    <a:pt x="199366" y="142363"/>
                  </a:lnTo>
                  <a:close/>
                </a:path>
              </a:pathLst>
            </a:custGeom>
            <a:solidFill>
              <a:srgbClr val="00ABAB"/>
            </a:solidFill>
            <a:ln w="6390" cap="flat">
              <a:noFill/>
              <a:prstDash val="solid"/>
              <a:miter/>
            </a:ln>
          </p:spPr>
          <p:txBody>
            <a:bodyPr rtlCol="0" anchor="ctr"/>
            <a:lstStyle/>
            <a:p>
              <a:endParaRPr lang="en-US"/>
            </a:p>
          </p:txBody>
        </p:sp>
      </p:grpSp>
      <p:grpSp>
        <p:nvGrpSpPr>
          <p:cNvPr id="1788" name="Graphic 1100">
            <a:extLst>
              <a:ext uri="{FF2B5EF4-FFF2-40B4-BE49-F238E27FC236}">
                <a16:creationId xmlns:a16="http://schemas.microsoft.com/office/drawing/2014/main" id="{8E56C9D3-B78C-6E4E-BB4E-37DF3ADFE0F4}"/>
              </a:ext>
            </a:extLst>
          </p:cNvPr>
          <p:cNvGrpSpPr/>
          <p:nvPr/>
        </p:nvGrpSpPr>
        <p:grpSpPr>
          <a:xfrm>
            <a:off x="8241101" y="4797250"/>
            <a:ext cx="361671" cy="361971"/>
            <a:chOff x="8241101" y="4797250"/>
            <a:chExt cx="361671" cy="361971"/>
          </a:xfrm>
          <a:solidFill>
            <a:srgbClr val="00ABAB"/>
          </a:solidFill>
        </p:grpSpPr>
        <p:sp>
          <p:nvSpPr>
            <p:cNvPr id="1789" name="Graphic 1100">
              <a:extLst>
                <a:ext uri="{FF2B5EF4-FFF2-40B4-BE49-F238E27FC236}">
                  <a16:creationId xmlns:a16="http://schemas.microsoft.com/office/drawing/2014/main" id="{E51C4B6D-1E61-0E4F-9306-B3CB4D0D7DCB}"/>
                </a:ext>
              </a:extLst>
            </p:cNvPr>
            <p:cNvSpPr/>
            <p:nvPr/>
          </p:nvSpPr>
          <p:spPr>
            <a:xfrm>
              <a:off x="8320975" y="4953019"/>
              <a:ext cx="201922" cy="96398"/>
            </a:xfrm>
            <a:custGeom>
              <a:avLst/>
              <a:gdLst>
                <a:gd name="connsiteX0" fmla="*/ 0 w 201922"/>
                <a:gd name="connsiteY0" fmla="*/ 96398 h 96398"/>
                <a:gd name="connsiteX1" fmla="*/ 188503 w 201922"/>
                <a:gd name="connsiteY1" fmla="*/ 96398 h 96398"/>
                <a:gd name="connsiteX2" fmla="*/ 201923 w 201922"/>
                <a:gd name="connsiteY2" fmla="*/ 0 h 96398"/>
                <a:gd name="connsiteX3" fmla="*/ 20448 w 201922"/>
                <a:gd name="connsiteY3" fmla="*/ 0 h 96398"/>
              </a:gdLst>
              <a:ahLst/>
              <a:cxnLst>
                <a:cxn ang="0">
                  <a:pos x="connsiteX0" y="connsiteY0"/>
                </a:cxn>
                <a:cxn ang="0">
                  <a:pos x="connsiteX1" y="connsiteY1"/>
                </a:cxn>
                <a:cxn ang="0">
                  <a:pos x="connsiteX2" y="connsiteY2"/>
                </a:cxn>
                <a:cxn ang="0">
                  <a:pos x="connsiteX3" y="connsiteY3"/>
                </a:cxn>
              </a:cxnLst>
              <a:rect l="l" t="t" r="r" b="b"/>
              <a:pathLst>
                <a:path w="201922" h="96398">
                  <a:moveTo>
                    <a:pt x="0" y="96398"/>
                  </a:moveTo>
                  <a:lnTo>
                    <a:pt x="188503" y="96398"/>
                  </a:lnTo>
                  <a:lnTo>
                    <a:pt x="201923" y="0"/>
                  </a:lnTo>
                  <a:lnTo>
                    <a:pt x="20448" y="0"/>
                  </a:lnTo>
                  <a:close/>
                </a:path>
              </a:pathLst>
            </a:custGeom>
            <a:solidFill>
              <a:srgbClr val="00ABAB"/>
            </a:solidFill>
            <a:ln w="6390" cap="flat">
              <a:noFill/>
              <a:prstDash val="solid"/>
              <a:miter/>
            </a:ln>
          </p:spPr>
          <p:txBody>
            <a:bodyPr rtlCol="0" anchor="ctr"/>
            <a:lstStyle/>
            <a:p>
              <a:endParaRPr lang="en-US"/>
            </a:p>
          </p:txBody>
        </p:sp>
        <p:sp>
          <p:nvSpPr>
            <p:cNvPr id="1790" name="Graphic 1100">
              <a:extLst>
                <a:ext uri="{FF2B5EF4-FFF2-40B4-BE49-F238E27FC236}">
                  <a16:creationId xmlns:a16="http://schemas.microsoft.com/office/drawing/2014/main" id="{CFA2E1A1-A4E8-E849-831E-E58FA6EDFB2A}"/>
                </a:ext>
              </a:extLst>
            </p:cNvPr>
            <p:cNvSpPr/>
            <p:nvPr/>
          </p:nvSpPr>
          <p:spPr>
            <a:xfrm>
              <a:off x="8319698" y="4906416"/>
              <a:ext cx="189141" cy="88737"/>
            </a:xfrm>
            <a:custGeom>
              <a:avLst/>
              <a:gdLst>
                <a:gd name="connsiteX0" fmla="*/ 16614 w 189141"/>
                <a:gd name="connsiteY0" fmla="*/ 33835 h 88737"/>
                <a:gd name="connsiteX1" fmla="*/ 189142 w 189141"/>
                <a:gd name="connsiteY1" fmla="*/ 33835 h 88737"/>
                <a:gd name="connsiteX2" fmla="*/ 189142 w 189141"/>
                <a:gd name="connsiteY2" fmla="*/ 32559 h 88737"/>
                <a:gd name="connsiteX3" fmla="*/ 189142 w 189141"/>
                <a:gd name="connsiteY3" fmla="*/ 15322 h 88737"/>
                <a:gd name="connsiteX4" fmla="*/ 55592 w 189141"/>
                <a:gd name="connsiteY4" fmla="*/ 15322 h 88737"/>
                <a:gd name="connsiteX5" fmla="*/ 51119 w 189141"/>
                <a:gd name="connsiteY5" fmla="*/ 13407 h 88737"/>
                <a:gd name="connsiteX6" fmla="*/ 37701 w 189141"/>
                <a:gd name="connsiteY6" fmla="*/ 0 h 88737"/>
                <a:gd name="connsiteX7" fmla="*/ 0 w 189141"/>
                <a:gd name="connsiteY7" fmla="*/ 0 h 88737"/>
                <a:gd name="connsiteX8" fmla="*/ 0 w 189141"/>
                <a:gd name="connsiteY8" fmla="*/ 88738 h 88737"/>
                <a:gd name="connsiteX9" fmla="*/ 10863 w 189141"/>
                <a:gd name="connsiteY9" fmla="*/ 38943 h 88737"/>
                <a:gd name="connsiteX10" fmla="*/ 16614 w 189141"/>
                <a:gd name="connsiteY10" fmla="*/ 33835 h 88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141" h="88737">
                  <a:moveTo>
                    <a:pt x="16614" y="33835"/>
                  </a:moveTo>
                  <a:lnTo>
                    <a:pt x="189142" y="33835"/>
                  </a:lnTo>
                  <a:cubicBezTo>
                    <a:pt x="189142" y="33197"/>
                    <a:pt x="189142" y="33197"/>
                    <a:pt x="189142" y="32559"/>
                  </a:cubicBezTo>
                  <a:lnTo>
                    <a:pt x="189142" y="15322"/>
                  </a:lnTo>
                  <a:lnTo>
                    <a:pt x="55592" y="15322"/>
                  </a:lnTo>
                  <a:cubicBezTo>
                    <a:pt x="53676" y="15322"/>
                    <a:pt x="52397" y="14683"/>
                    <a:pt x="51119" y="13407"/>
                  </a:cubicBezTo>
                  <a:lnTo>
                    <a:pt x="37701" y="0"/>
                  </a:lnTo>
                  <a:lnTo>
                    <a:pt x="0" y="0"/>
                  </a:lnTo>
                  <a:lnTo>
                    <a:pt x="0" y="88738"/>
                  </a:lnTo>
                  <a:lnTo>
                    <a:pt x="10863" y="38943"/>
                  </a:lnTo>
                  <a:cubicBezTo>
                    <a:pt x="10863" y="36389"/>
                    <a:pt x="13419" y="33835"/>
                    <a:pt x="16614" y="33835"/>
                  </a:cubicBezTo>
                  <a:close/>
                </a:path>
              </a:pathLst>
            </a:custGeom>
            <a:solidFill>
              <a:srgbClr val="00ABAB"/>
            </a:solidFill>
            <a:ln w="6390" cap="flat">
              <a:noFill/>
              <a:prstDash val="solid"/>
              <a:miter/>
            </a:ln>
          </p:spPr>
          <p:txBody>
            <a:bodyPr rtlCol="0" anchor="ctr"/>
            <a:lstStyle/>
            <a:p>
              <a:endParaRPr lang="en-US"/>
            </a:p>
          </p:txBody>
        </p:sp>
        <p:sp>
          <p:nvSpPr>
            <p:cNvPr id="1791" name="Graphic 1100">
              <a:extLst>
                <a:ext uri="{FF2B5EF4-FFF2-40B4-BE49-F238E27FC236}">
                  <a16:creationId xmlns:a16="http://schemas.microsoft.com/office/drawing/2014/main" id="{07CF4C8D-D5D0-CE4F-92A5-199590127CF0}"/>
                </a:ext>
              </a:extLst>
            </p:cNvPr>
            <p:cNvSpPr/>
            <p:nvPr/>
          </p:nvSpPr>
          <p:spPr>
            <a:xfrm>
              <a:off x="8241101" y="4797250"/>
              <a:ext cx="361671" cy="361971"/>
            </a:xfrm>
            <a:custGeom>
              <a:avLst/>
              <a:gdLst>
                <a:gd name="connsiteX0" fmla="*/ 180836 w 361671"/>
                <a:gd name="connsiteY0" fmla="*/ 0 h 361971"/>
                <a:gd name="connsiteX1" fmla="*/ 0 w 361671"/>
                <a:gd name="connsiteY1" fmla="*/ 180667 h 361971"/>
                <a:gd name="connsiteX2" fmla="*/ 180836 w 361671"/>
                <a:gd name="connsiteY2" fmla="*/ 361972 h 361971"/>
                <a:gd name="connsiteX3" fmla="*/ 361671 w 361671"/>
                <a:gd name="connsiteY3" fmla="*/ 181305 h 361971"/>
                <a:gd name="connsiteX4" fmla="*/ 361671 w 361671"/>
                <a:gd name="connsiteY4" fmla="*/ 181305 h 361971"/>
                <a:gd name="connsiteX5" fmla="*/ 180836 w 361671"/>
                <a:gd name="connsiteY5" fmla="*/ 0 h 361971"/>
                <a:gd name="connsiteX6" fmla="*/ 180836 w 361671"/>
                <a:gd name="connsiteY6" fmla="*/ 0 h 361971"/>
                <a:gd name="connsiteX7" fmla="*/ 280518 w 361671"/>
                <a:gd name="connsiteY7" fmla="*/ 259190 h 361971"/>
                <a:gd name="connsiteX8" fmla="*/ 274128 w 361671"/>
                <a:gd name="connsiteY8" fmla="*/ 264935 h 361971"/>
                <a:gd name="connsiteX9" fmla="*/ 71568 w 361671"/>
                <a:gd name="connsiteY9" fmla="*/ 264935 h 361971"/>
                <a:gd name="connsiteX10" fmla="*/ 68373 w 361671"/>
                <a:gd name="connsiteY10" fmla="*/ 263658 h 361971"/>
                <a:gd name="connsiteX11" fmla="*/ 68373 w 361671"/>
                <a:gd name="connsiteY11" fmla="*/ 263658 h 361971"/>
                <a:gd name="connsiteX12" fmla="*/ 67094 w 361671"/>
                <a:gd name="connsiteY12" fmla="*/ 262382 h 361971"/>
                <a:gd name="connsiteX13" fmla="*/ 65178 w 361671"/>
                <a:gd name="connsiteY13" fmla="*/ 257913 h 361971"/>
                <a:gd name="connsiteX14" fmla="*/ 65178 w 361671"/>
                <a:gd name="connsiteY14" fmla="*/ 257913 h 361971"/>
                <a:gd name="connsiteX15" fmla="*/ 65178 w 361671"/>
                <a:gd name="connsiteY15" fmla="*/ 102782 h 361971"/>
                <a:gd name="connsiteX16" fmla="*/ 71568 w 361671"/>
                <a:gd name="connsiteY16" fmla="*/ 96398 h 361971"/>
                <a:gd name="connsiteX17" fmla="*/ 118214 w 361671"/>
                <a:gd name="connsiteY17" fmla="*/ 96398 h 361971"/>
                <a:gd name="connsiteX18" fmla="*/ 122687 w 361671"/>
                <a:gd name="connsiteY18" fmla="*/ 98313 h 361971"/>
                <a:gd name="connsiteX19" fmla="*/ 136106 w 361671"/>
                <a:gd name="connsiteY19" fmla="*/ 111720 h 361971"/>
                <a:gd name="connsiteX20" fmla="*/ 273490 w 361671"/>
                <a:gd name="connsiteY20" fmla="*/ 111720 h 361971"/>
                <a:gd name="connsiteX21" fmla="*/ 279880 w 361671"/>
                <a:gd name="connsiteY21" fmla="*/ 118104 h 361971"/>
                <a:gd name="connsiteX22" fmla="*/ 279880 w 361671"/>
                <a:gd name="connsiteY22" fmla="*/ 141724 h 361971"/>
                <a:gd name="connsiteX23" fmla="*/ 279880 w 361671"/>
                <a:gd name="connsiteY23" fmla="*/ 143001 h 361971"/>
                <a:gd name="connsiteX24" fmla="*/ 288826 w 361671"/>
                <a:gd name="connsiteY24" fmla="*/ 143001 h 361971"/>
                <a:gd name="connsiteX25" fmla="*/ 293937 w 361671"/>
                <a:gd name="connsiteY25" fmla="*/ 144916 h 361971"/>
                <a:gd name="connsiteX26" fmla="*/ 295216 w 361671"/>
                <a:gd name="connsiteY26" fmla="*/ 150024 h 361971"/>
                <a:gd name="connsiteX27" fmla="*/ 280518 w 361671"/>
                <a:gd name="connsiteY27" fmla="*/ 25919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1671" h="361971">
                  <a:moveTo>
                    <a:pt x="180836" y="0"/>
                  </a:moveTo>
                  <a:cubicBezTo>
                    <a:pt x="80514" y="0"/>
                    <a:pt x="0" y="81077"/>
                    <a:pt x="0" y="180667"/>
                  </a:cubicBezTo>
                  <a:cubicBezTo>
                    <a:pt x="0" y="280257"/>
                    <a:pt x="81153" y="361972"/>
                    <a:pt x="180836" y="361972"/>
                  </a:cubicBezTo>
                  <a:cubicBezTo>
                    <a:pt x="281157" y="361972"/>
                    <a:pt x="361671" y="280895"/>
                    <a:pt x="361671" y="181305"/>
                  </a:cubicBezTo>
                  <a:cubicBezTo>
                    <a:pt x="361671" y="181305"/>
                    <a:pt x="361671" y="181305"/>
                    <a:pt x="361671" y="181305"/>
                  </a:cubicBezTo>
                  <a:cubicBezTo>
                    <a:pt x="361671" y="80438"/>
                    <a:pt x="281157" y="0"/>
                    <a:pt x="180836" y="0"/>
                  </a:cubicBezTo>
                  <a:cubicBezTo>
                    <a:pt x="180836" y="0"/>
                    <a:pt x="180836" y="0"/>
                    <a:pt x="180836" y="0"/>
                  </a:cubicBezTo>
                  <a:close/>
                  <a:moveTo>
                    <a:pt x="280518" y="259190"/>
                  </a:moveTo>
                  <a:cubicBezTo>
                    <a:pt x="279880" y="262382"/>
                    <a:pt x="277323" y="264935"/>
                    <a:pt x="274128" y="264935"/>
                  </a:cubicBezTo>
                  <a:lnTo>
                    <a:pt x="71568" y="264935"/>
                  </a:lnTo>
                  <a:cubicBezTo>
                    <a:pt x="70289" y="264935"/>
                    <a:pt x="69650" y="264297"/>
                    <a:pt x="68373" y="263658"/>
                  </a:cubicBezTo>
                  <a:lnTo>
                    <a:pt x="68373" y="263658"/>
                  </a:lnTo>
                  <a:cubicBezTo>
                    <a:pt x="67734" y="263658"/>
                    <a:pt x="67734" y="263020"/>
                    <a:pt x="67094" y="262382"/>
                  </a:cubicBezTo>
                  <a:cubicBezTo>
                    <a:pt x="65817" y="261105"/>
                    <a:pt x="65178" y="259828"/>
                    <a:pt x="65178" y="257913"/>
                  </a:cubicBezTo>
                  <a:lnTo>
                    <a:pt x="65178" y="257913"/>
                  </a:lnTo>
                  <a:lnTo>
                    <a:pt x="65178" y="102782"/>
                  </a:lnTo>
                  <a:cubicBezTo>
                    <a:pt x="65178" y="98952"/>
                    <a:pt x="67734" y="96398"/>
                    <a:pt x="71568" y="96398"/>
                  </a:cubicBezTo>
                  <a:lnTo>
                    <a:pt x="118214" y="96398"/>
                  </a:lnTo>
                  <a:cubicBezTo>
                    <a:pt x="120131" y="96398"/>
                    <a:pt x="121409" y="97037"/>
                    <a:pt x="122687" y="98313"/>
                  </a:cubicBezTo>
                  <a:lnTo>
                    <a:pt x="136106" y="111720"/>
                  </a:lnTo>
                  <a:lnTo>
                    <a:pt x="273490" y="111720"/>
                  </a:lnTo>
                  <a:cubicBezTo>
                    <a:pt x="277323" y="111720"/>
                    <a:pt x="279880" y="114273"/>
                    <a:pt x="279880" y="118104"/>
                  </a:cubicBezTo>
                  <a:lnTo>
                    <a:pt x="279880" y="141724"/>
                  </a:lnTo>
                  <a:cubicBezTo>
                    <a:pt x="279880" y="142363"/>
                    <a:pt x="279880" y="142363"/>
                    <a:pt x="279880" y="143001"/>
                  </a:cubicBezTo>
                  <a:lnTo>
                    <a:pt x="288826" y="143001"/>
                  </a:lnTo>
                  <a:cubicBezTo>
                    <a:pt x="290742" y="143001"/>
                    <a:pt x="292659" y="143640"/>
                    <a:pt x="293937" y="144916"/>
                  </a:cubicBezTo>
                  <a:cubicBezTo>
                    <a:pt x="295216" y="146193"/>
                    <a:pt x="295854" y="148108"/>
                    <a:pt x="295216" y="150024"/>
                  </a:cubicBezTo>
                  <a:lnTo>
                    <a:pt x="280518" y="259190"/>
                  </a:lnTo>
                  <a:close/>
                </a:path>
              </a:pathLst>
            </a:custGeom>
            <a:solidFill>
              <a:srgbClr val="00ABAB"/>
            </a:solidFill>
            <a:ln w="6390" cap="flat">
              <a:noFill/>
              <a:prstDash val="solid"/>
              <a:miter/>
            </a:ln>
          </p:spPr>
          <p:txBody>
            <a:bodyPr rtlCol="0" anchor="ctr"/>
            <a:lstStyle/>
            <a:p>
              <a:endParaRPr lang="en-US"/>
            </a:p>
          </p:txBody>
        </p:sp>
      </p:grpSp>
      <p:grpSp>
        <p:nvGrpSpPr>
          <p:cNvPr id="1792" name="Graphic 1100">
            <a:extLst>
              <a:ext uri="{FF2B5EF4-FFF2-40B4-BE49-F238E27FC236}">
                <a16:creationId xmlns:a16="http://schemas.microsoft.com/office/drawing/2014/main" id="{C76D00CA-2EC9-4141-B32C-05A16EAABF1B}"/>
              </a:ext>
            </a:extLst>
          </p:cNvPr>
          <p:cNvGrpSpPr/>
          <p:nvPr/>
        </p:nvGrpSpPr>
        <p:grpSpPr>
          <a:xfrm>
            <a:off x="7193791" y="1897007"/>
            <a:ext cx="361670" cy="361971"/>
            <a:chOff x="7193791" y="1897007"/>
            <a:chExt cx="361670" cy="361971"/>
          </a:xfrm>
          <a:solidFill>
            <a:srgbClr val="00ABAB"/>
          </a:solidFill>
        </p:grpSpPr>
        <p:sp>
          <p:nvSpPr>
            <p:cNvPr id="1793" name="Graphic 1100">
              <a:extLst>
                <a:ext uri="{FF2B5EF4-FFF2-40B4-BE49-F238E27FC236}">
                  <a16:creationId xmlns:a16="http://schemas.microsoft.com/office/drawing/2014/main" id="{05559A2A-2387-5B42-B7BE-B61B7CE7C9F2}"/>
                </a:ext>
              </a:extLst>
            </p:cNvPr>
            <p:cNvSpPr/>
            <p:nvPr/>
          </p:nvSpPr>
          <p:spPr>
            <a:xfrm>
              <a:off x="7274943" y="2008727"/>
              <a:ext cx="168694" cy="107889"/>
            </a:xfrm>
            <a:custGeom>
              <a:avLst/>
              <a:gdLst>
                <a:gd name="connsiteX0" fmla="*/ 31311 w 168694"/>
                <a:gd name="connsiteY0" fmla="*/ 32558 h 107889"/>
                <a:gd name="connsiteX1" fmla="*/ 168695 w 168694"/>
                <a:gd name="connsiteY1" fmla="*/ 32558 h 107889"/>
                <a:gd name="connsiteX2" fmla="*/ 168695 w 168694"/>
                <a:gd name="connsiteY2" fmla="*/ 15322 h 107889"/>
                <a:gd name="connsiteX3" fmla="*/ 54314 w 168694"/>
                <a:gd name="connsiteY3" fmla="*/ 15322 h 107889"/>
                <a:gd name="connsiteX4" fmla="*/ 49842 w 168694"/>
                <a:gd name="connsiteY4" fmla="*/ 13406 h 107889"/>
                <a:gd name="connsiteX5" fmla="*/ 36422 w 168694"/>
                <a:gd name="connsiteY5" fmla="*/ 0 h 107889"/>
                <a:gd name="connsiteX6" fmla="*/ 0 w 168694"/>
                <a:gd name="connsiteY6" fmla="*/ 0 h 107889"/>
                <a:gd name="connsiteX7" fmla="*/ 0 w 168694"/>
                <a:gd name="connsiteY7" fmla="*/ 107889 h 107889"/>
                <a:gd name="connsiteX8" fmla="*/ 25560 w 168694"/>
                <a:gd name="connsiteY8" fmla="*/ 37027 h 107889"/>
                <a:gd name="connsiteX9" fmla="*/ 31311 w 168694"/>
                <a:gd name="connsiteY9" fmla="*/ 32558 h 107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8694" h="107889">
                  <a:moveTo>
                    <a:pt x="31311" y="32558"/>
                  </a:moveTo>
                  <a:lnTo>
                    <a:pt x="168695" y="32558"/>
                  </a:lnTo>
                  <a:lnTo>
                    <a:pt x="168695" y="15322"/>
                  </a:lnTo>
                  <a:lnTo>
                    <a:pt x="54314" y="15322"/>
                  </a:lnTo>
                  <a:cubicBezTo>
                    <a:pt x="52397" y="15322"/>
                    <a:pt x="51119" y="14683"/>
                    <a:pt x="49842" y="13406"/>
                  </a:cubicBezTo>
                  <a:lnTo>
                    <a:pt x="36422" y="0"/>
                  </a:lnTo>
                  <a:lnTo>
                    <a:pt x="0" y="0"/>
                  </a:lnTo>
                  <a:lnTo>
                    <a:pt x="0" y="107889"/>
                  </a:lnTo>
                  <a:lnTo>
                    <a:pt x="25560" y="37027"/>
                  </a:lnTo>
                  <a:cubicBezTo>
                    <a:pt x="26837" y="34473"/>
                    <a:pt x="28755" y="32558"/>
                    <a:pt x="31311" y="32558"/>
                  </a:cubicBezTo>
                  <a:close/>
                </a:path>
              </a:pathLst>
            </a:custGeom>
            <a:solidFill>
              <a:srgbClr val="00ABAB"/>
            </a:solidFill>
            <a:ln w="6390" cap="flat">
              <a:noFill/>
              <a:prstDash val="solid"/>
              <a:miter/>
            </a:ln>
          </p:spPr>
          <p:txBody>
            <a:bodyPr rtlCol="0" anchor="ctr"/>
            <a:lstStyle/>
            <a:p>
              <a:endParaRPr lang="en-US"/>
            </a:p>
          </p:txBody>
        </p:sp>
        <p:sp>
          <p:nvSpPr>
            <p:cNvPr id="1794" name="Graphic 1100">
              <a:extLst>
                <a:ext uri="{FF2B5EF4-FFF2-40B4-BE49-F238E27FC236}">
                  <a16:creationId xmlns:a16="http://schemas.microsoft.com/office/drawing/2014/main" id="{DAA1DC7C-2534-4543-8E37-2A0154577C31}"/>
                </a:ext>
              </a:extLst>
            </p:cNvPr>
            <p:cNvSpPr/>
            <p:nvPr/>
          </p:nvSpPr>
          <p:spPr>
            <a:xfrm>
              <a:off x="7277499" y="2054053"/>
              <a:ext cx="194254" cy="93206"/>
            </a:xfrm>
            <a:custGeom>
              <a:avLst/>
              <a:gdLst>
                <a:gd name="connsiteX0" fmla="*/ 0 w 194254"/>
                <a:gd name="connsiteY0" fmla="*/ 93206 h 93206"/>
                <a:gd name="connsiteX1" fmla="*/ 167416 w 194254"/>
                <a:gd name="connsiteY1" fmla="*/ 93206 h 93206"/>
                <a:gd name="connsiteX2" fmla="*/ 194254 w 194254"/>
                <a:gd name="connsiteY2" fmla="*/ 0 h 93206"/>
                <a:gd name="connsiteX3" fmla="*/ 33227 w 194254"/>
                <a:gd name="connsiteY3" fmla="*/ 0 h 93206"/>
              </a:gdLst>
              <a:ahLst/>
              <a:cxnLst>
                <a:cxn ang="0">
                  <a:pos x="connsiteX0" y="connsiteY0"/>
                </a:cxn>
                <a:cxn ang="0">
                  <a:pos x="connsiteX1" y="connsiteY1"/>
                </a:cxn>
                <a:cxn ang="0">
                  <a:pos x="connsiteX2" y="connsiteY2"/>
                </a:cxn>
                <a:cxn ang="0">
                  <a:pos x="connsiteX3" y="connsiteY3"/>
                </a:cxn>
              </a:cxnLst>
              <a:rect l="l" t="t" r="r" b="b"/>
              <a:pathLst>
                <a:path w="194254" h="93206">
                  <a:moveTo>
                    <a:pt x="0" y="93206"/>
                  </a:moveTo>
                  <a:lnTo>
                    <a:pt x="167416" y="93206"/>
                  </a:lnTo>
                  <a:lnTo>
                    <a:pt x="194254" y="0"/>
                  </a:lnTo>
                  <a:lnTo>
                    <a:pt x="33227" y="0"/>
                  </a:lnTo>
                  <a:close/>
                </a:path>
              </a:pathLst>
            </a:custGeom>
            <a:solidFill>
              <a:srgbClr val="00ABAB"/>
            </a:solidFill>
            <a:ln w="6390" cap="flat">
              <a:noFill/>
              <a:prstDash val="solid"/>
              <a:miter/>
            </a:ln>
          </p:spPr>
          <p:txBody>
            <a:bodyPr rtlCol="0" anchor="ctr"/>
            <a:lstStyle/>
            <a:p>
              <a:endParaRPr lang="en-US"/>
            </a:p>
          </p:txBody>
        </p:sp>
        <p:sp>
          <p:nvSpPr>
            <p:cNvPr id="1795" name="Graphic 1100">
              <a:extLst>
                <a:ext uri="{FF2B5EF4-FFF2-40B4-BE49-F238E27FC236}">
                  <a16:creationId xmlns:a16="http://schemas.microsoft.com/office/drawing/2014/main" id="{15B6E118-F6F4-7A43-AF35-4D2E420CCAC6}"/>
                </a:ext>
              </a:extLst>
            </p:cNvPr>
            <p:cNvSpPr/>
            <p:nvPr/>
          </p:nvSpPr>
          <p:spPr>
            <a:xfrm>
              <a:off x="7193791" y="1897007"/>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92659 w 361670"/>
                <a:gd name="connsiteY7" fmla="*/ 152577 h 361971"/>
                <a:gd name="connsiteX8" fmla="*/ 262626 w 361670"/>
                <a:gd name="connsiteY8" fmla="*/ 258551 h 361971"/>
                <a:gd name="connsiteX9" fmla="*/ 256236 w 361670"/>
                <a:gd name="connsiteY9" fmla="*/ 263020 h 361971"/>
                <a:gd name="connsiteX10" fmla="*/ 74762 w 361670"/>
                <a:gd name="connsiteY10" fmla="*/ 263020 h 361971"/>
                <a:gd name="connsiteX11" fmla="*/ 71567 w 361670"/>
                <a:gd name="connsiteY11" fmla="*/ 261743 h 361971"/>
                <a:gd name="connsiteX12" fmla="*/ 70289 w 361670"/>
                <a:gd name="connsiteY12" fmla="*/ 261105 h 361971"/>
                <a:gd name="connsiteX13" fmla="*/ 70289 w 361670"/>
                <a:gd name="connsiteY13" fmla="*/ 261105 h 361971"/>
                <a:gd name="connsiteX14" fmla="*/ 68372 w 361670"/>
                <a:gd name="connsiteY14" fmla="*/ 256636 h 361971"/>
                <a:gd name="connsiteX15" fmla="*/ 68372 w 361670"/>
                <a:gd name="connsiteY15" fmla="*/ 256636 h 361971"/>
                <a:gd name="connsiteX16" fmla="*/ 68372 w 361670"/>
                <a:gd name="connsiteY16" fmla="*/ 105336 h 361971"/>
                <a:gd name="connsiteX17" fmla="*/ 74762 w 361670"/>
                <a:gd name="connsiteY17" fmla="*/ 98952 h 361971"/>
                <a:gd name="connsiteX18" fmla="*/ 120130 w 361670"/>
                <a:gd name="connsiteY18" fmla="*/ 98952 h 361971"/>
                <a:gd name="connsiteX19" fmla="*/ 124604 w 361670"/>
                <a:gd name="connsiteY19" fmla="*/ 100867 h 361971"/>
                <a:gd name="connsiteX20" fmla="*/ 138022 w 361670"/>
                <a:gd name="connsiteY20" fmla="*/ 114273 h 361971"/>
                <a:gd name="connsiteX21" fmla="*/ 256236 w 361670"/>
                <a:gd name="connsiteY21" fmla="*/ 114273 h 361971"/>
                <a:gd name="connsiteX22" fmla="*/ 262626 w 361670"/>
                <a:gd name="connsiteY22" fmla="*/ 120657 h 361971"/>
                <a:gd name="connsiteX23" fmla="*/ 262626 w 361670"/>
                <a:gd name="connsiteY23" fmla="*/ 144278 h 361971"/>
                <a:gd name="connsiteX24" fmla="*/ 286269 w 361670"/>
                <a:gd name="connsiteY24" fmla="*/ 144278 h 361971"/>
                <a:gd name="connsiteX25" fmla="*/ 291381 w 361670"/>
                <a:gd name="connsiteY25" fmla="*/ 146832 h 361971"/>
                <a:gd name="connsiteX26" fmla="*/ 292659 w 361670"/>
                <a:gd name="connsiteY26" fmla="*/ 152577 h 361971"/>
                <a:gd name="connsiteX27" fmla="*/ 292659 w 361670"/>
                <a:gd name="connsiteY27" fmla="*/ 15257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1670" h="361971">
                  <a:moveTo>
                    <a:pt x="180835" y="0"/>
                  </a:moveTo>
                  <a:cubicBezTo>
                    <a:pt x="80513" y="0"/>
                    <a:pt x="0" y="81077"/>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1670" y="81077"/>
                    <a:pt x="280518" y="0"/>
                    <a:pt x="180835" y="0"/>
                  </a:cubicBezTo>
                  <a:cubicBezTo>
                    <a:pt x="180835" y="0"/>
                    <a:pt x="180835" y="0"/>
                    <a:pt x="180835" y="0"/>
                  </a:cubicBezTo>
                  <a:close/>
                  <a:moveTo>
                    <a:pt x="292659" y="152577"/>
                  </a:moveTo>
                  <a:lnTo>
                    <a:pt x="262626" y="258551"/>
                  </a:lnTo>
                  <a:cubicBezTo>
                    <a:pt x="261987" y="261105"/>
                    <a:pt x="259431" y="263020"/>
                    <a:pt x="256236" y="263020"/>
                  </a:cubicBezTo>
                  <a:lnTo>
                    <a:pt x="74762" y="263020"/>
                  </a:lnTo>
                  <a:cubicBezTo>
                    <a:pt x="73484" y="263020"/>
                    <a:pt x="72206" y="262382"/>
                    <a:pt x="71567" y="261743"/>
                  </a:cubicBezTo>
                  <a:cubicBezTo>
                    <a:pt x="70928" y="261743"/>
                    <a:pt x="70928" y="261105"/>
                    <a:pt x="70289" y="261105"/>
                  </a:cubicBezTo>
                  <a:lnTo>
                    <a:pt x="70289" y="261105"/>
                  </a:lnTo>
                  <a:cubicBezTo>
                    <a:pt x="69011" y="259828"/>
                    <a:pt x="68372" y="258551"/>
                    <a:pt x="68372" y="256636"/>
                  </a:cubicBezTo>
                  <a:lnTo>
                    <a:pt x="68372" y="256636"/>
                  </a:lnTo>
                  <a:lnTo>
                    <a:pt x="68372" y="105336"/>
                  </a:lnTo>
                  <a:cubicBezTo>
                    <a:pt x="68372" y="101505"/>
                    <a:pt x="70928" y="98952"/>
                    <a:pt x="74762" y="98952"/>
                  </a:cubicBezTo>
                  <a:lnTo>
                    <a:pt x="120130" y="98952"/>
                  </a:lnTo>
                  <a:cubicBezTo>
                    <a:pt x="122048" y="98952"/>
                    <a:pt x="123325" y="99590"/>
                    <a:pt x="124604" y="100867"/>
                  </a:cubicBezTo>
                  <a:lnTo>
                    <a:pt x="138022" y="114273"/>
                  </a:lnTo>
                  <a:lnTo>
                    <a:pt x="256236" y="114273"/>
                  </a:lnTo>
                  <a:cubicBezTo>
                    <a:pt x="260070" y="114273"/>
                    <a:pt x="262626" y="116827"/>
                    <a:pt x="262626" y="120657"/>
                  </a:cubicBezTo>
                  <a:lnTo>
                    <a:pt x="262626" y="144278"/>
                  </a:lnTo>
                  <a:lnTo>
                    <a:pt x="286269" y="144278"/>
                  </a:lnTo>
                  <a:cubicBezTo>
                    <a:pt x="288186" y="144278"/>
                    <a:pt x="290103" y="144916"/>
                    <a:pt x="291381" y="146832"/>
                  </a:cubicBezTo>
                  <a:cubicBezTo>
                    <a:pt x="292659" y="148747"/>
                    <a:pt x="293298" y="150662"/>
                    <a:pt x="292659" y="152577"/>
                  </a:cubicBezTo>
                  <a:lnTo>
                    <a:pt x="292659" y="152577"/>
                  </a:lnTo>
                  <a:close/>
                </a:path>
              </a:pathLst>
            </a:custGeom>
            <a:solidFill>
              <a:srgbClr val="00ABAB"/>
            </a:solidFill>
            <a:ln w="6390" cap="flat">
              <a:noFill/>
              <a:prstDash val="solid"/>
              <a:miter/>
            </a:ln>
          </p:spPr>
          <p:txBody>
            <a:bodyPr rtlCol="0" anchor="ctr"/>
            <a:lstStyle/>
            <a:p>
              <a:endParaRPr lang="en-US"/>
            </a:p>
          </p:txBody>
        </p:sp>
      </p:grpSp>
      <p:grpSp>
        <p:nvGrpSpPr>
          <p:cNvPr id="1796" name="Graphic 1100">
            <a:extLst>
              <a:ext uri="{FF2B5EF4-FFF2-40B4-BE49-F238E27FC236}">
                <a16:creationId xmlns:a16="http://schemas.microsoft.com/office/drawing/2014/main" id="{C3A18961-DF67-9B42-A44E-AD412B30DBFB}"/>
              </a:ext>
            </a:extLst>
          </p:cNvPr>
          <p:cNvGrpSpPr/>
          <p:nvPr/>
        </p:nvGrpSpPr>
        <p:grpSpPr>
          <a:xfrm>
            <a:off x="7193791" y="1406717"/>
            <a:ext cx="361670" cy="361971"/>
            <a:chOff x="7193791" y="1406717"/>
            <a:chExt cx="361670" cy="361971"/>
          </a:xfrm>
          <a:solidFill>
            <a:srgbClr val="00ABAB"/>
          </a:solidFill>
        </p:grpSpPr>
        <p:sp>
          <p:nvSpPr>
            <p:cNvPr id="1797" name="Graphic 1100">
              <a:extLst>
                <a:ext uri="{FF2B5EF4-FFF2-40B4-BE49-F238E27FC236}">
                  <a16:creationId xmlns:a16="http://schemas.microsoft.com/office/drawing/2014/main" id="{89F3FEA8-1F93-5A4F-AFB7-DA8102B0044D}"/>
                </a:ext>
              </a:extLst>
            </p:cNvPr>
            <p:cNvSpPr/>
            <p:nvPr/>
          </p:nvSpPr>
          <p:spPr>
            <a:xfrm>
              <a:off x="7193791" y="1406717"/>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86908 w 361670"/>
                <a:gd name="connsiteY7" fmla="*/ 252167 h 361971"/>
                <a:gd name="connsiteX8" fmla="*/ 280518 w 361670"/>
                <a:gd name="connsiteY8" fmla="*/ 258551 h 361971"/>
                <a:gd name="connsiteX9" fmla="*/ 79874 w 361670"/>
                <a:gd name="connsiteY9" fmla="*/ 258551 h 361971"/>
                <a:gd name="connsiteX10" fmla="*/ 73484 w 361670"/>
                <a:gd name="connsiteY10" fmla="*/ 252167 h 361971"/>
                <a:gd name="connsiteX11" fmla="*/ 73484 w 361670"/>
                <a:gd name="connsiteY11" fmla="*/ 109166 h 361971"/>
                <a:gd name="connsiteX12" fmla="*/ 79874 w 361670"/>
                <a:gd name="connsiteY12" fmla="*/ 102782 h 361971"/>
                <a:gd name="connsiteX13" fmla="*/ 137384 w 361670"/>
                <a:gd name="connsiteY13" fmla="*/ 102782 h 361971"/>
                <a:gd name="connsiteX14" fmla="*/ 142495 w 361670"/>
                <a:gd name="connsiteY14" fmla="*/ 105336 h 361971"/>
                <a:gd name="connsiteX15" fmla="*/ 154636 w 361670"/>
                <a:gd name="connsiteY15" fmla="*/ 123849 h 361971"/>
                <a:gd name="connsiteX16" fmla="*/ 279879 w 361670"/>
                <a:gd name="connsiteY16" fmla="*/ 123849 h 361971"/>
                <a:gd name="connsiteX17" fmla="*/ 286269 w 361670"/>
                <a:gd name="connsiteY17" fmla="*/ 130233 h 361971"/>
                <a:gd name="connsiteX18" fmla="*/ 286908 w 361670"/>
                <a:gd name="connsiteY18" fmla="*/ 25216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1670"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1670" y="80438"/>
                    <a:pt x="280518" y="0"/>
                    <a:pt x="180835" y="0"/>
                  </a:cubicBezTo>
                  <a:cubicBezTo>
                    <a:pt x="180835" y="0"/>
                    <a:pt x="180835" y="0"/>
                    <a:pt x="180835" y="0"/>
                  </a:cubicBezTo>
                  <a:close/>
                  <a:moveTo>
                    <a:pt x="286908" y="252167"/>
                  </a:moveTo>
                  <a:cubicBezTo>
                    <a:pt x="286908" y="255998"/>
                    <a:pt x="284352" y="258551"/>
                    <a:pt x="280518" y="258551"/>
                  </a:cubicBezTo>
                  <a:lnTo>
                    <a:pt x="79874" y="258551"/>
                  </a:lnTo>
                  <a:cubicBezTo>
                    <a:pt x="76040" y="258551"/>
                    <a:pt x="73484" y="255998"/>
                    <a:pt x="73484" y="252167"/>
                  </a:cubicBezTo>
                  <a:lnTo>
                    <a:pt x="73484" y="109166"/>
                  </a:lnTo>
                  <a:cubicBezTo>
                    <a:pt x="73484" y="105336"/>
                    <a:pt x="76040" y="102782"/>
                    <a:pt x="79874" y="102782"/>
                  </a:cubicBezTo>
                  <a:lnTo>
                    <a:pt x="137384" y="102782"/>
                  </a:lnTo>
                  <a:cubicBezTo>
                    <a:pt x="139300" y="102782"/>
                    <a:pt x="141217" y="104059"/>
                    <a:pt x="142495" y="105336"/>
                  </a:cubicBezTo>
                  <a:lnTo>
                    <a:pt x="154636" y="123849"/>
                  </a:lnTo>
                  <a:lnTo>
                    <a:pt x="279879" y="123849"/>
                  </a:lnTo>
                  <a:cubicBezTo>
                    <a:pt x="283713" y="123849"/>
                    <a:pt x="286269" y="126403"/>
                    <a:pt x="286269" y="130233"/>
                  </a:cubicBezTo>
                  <a:lnTo>
                    <a:pt x="286908" y="252167"/>
                  </a:lnTo>
                  <a:close/>
                </a:path>
              </a:pathLst>
            </a:custGeom>
            <a:solidFill>
              <a:srgbClr val="00ABAB"/>
            </a:solidFill>
            <a:ln w="6390" cap="flat">
              <a:noFill/>
              <a:prstDash val="solid"/>
              <a:miter/>
            </a:ln>
          </p:spPr>
          <p:txBody>
            <a:bodyPr rtlCol="0" anchor="ctr"/>
            <a:lstStyle/>
            <a:p>
              <a:endParaRPr lang="en-US"/>
            </a:p>
          </p:txBody>
        </p:sp>
        <p:sp>
          <p:nvSpPr>
            <p:cNvPr id="1798" name="Graphic 1100">
              <a:extLst>
                <a:ext uri="{FF2B5EF4-FFF2-40B4-BE49-F238E27FC236}">
                  <a16:creationId xmlns:a16="http://schemas.microsoft.com/office/drawing/2014/main" id="{B36C2E33-44D0-6341-B588-4E7853445DF8}"/>
                </a:ext>
              </a:extLst>
            </p:cNvPr>
            <p:cNvSpPr/>
            <p:nvPr/>
          </p:nvSpPr>
          <p:spPr>
            <a:xfrm>
              <a:off x="7280694" y="1522267"/>
              <a:ext cx="187864" cy="130233"/>
            </a:xfrm>
            <a:custGeom>
              <a:avLst/>
              <a:gdLst>
                <a:gd name="connsiteX0" fmla="*/ 59426 w 187864"/>
                <a:gd name="connsiteY0" fmla="*/ 18514 h 130233"/>
                <a:gd name="connsiteX1" fmla="*/ 47286 w 187864"/>
                <a:gd name="connsiteY1" fmla="*/ 0 h 130233"/>
                <a:gd name="connsiteX2" fmla="*/ 0 w 187864"/>
                <a:gd name="connsiteY2" fmla="*/ 0 h 130233"/>
                <a:gd name="connsiteX3" fmla="*/ 0 w 187864"/>
                <a:gd name="connsiteY3" fmla="*/ 130233 h 130233"/>
                <a:gd name="connsiteX4" fmla="*/ 187864 w 187864"/>
                <a:gd name="connsiteY4" fmla="*/ 130233 h 130233"/>
                <a:gd name="connsiteX5" fmla="*/ 187864 w 187864"/>
                <a:gd name="connsiteY5" fmla="*/ 21067 h 130233"/>
                <a:gd name="connsiteX6" fmla="*/ 65177 w 187864"/>
                <a:gd name="connsiteY6" fmla="*/ 21067 h 130233"/>
                <a:gd name="connsiteX7" fmla="*/ 59426 w 187864"/>
                <a:gd name="connsiteY7" fmla="*/ 18514 h 13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864" h="130233">
                  <a:moveTo>
                    <a:pt x="59426" y="18514"/>
                  </a:moveTo>
                  <a:lnTo>
                    <a:pt x="47286" y="0"/>
                  </a:lnTo>
                  <a:lnTo>
                    <a:pt x="0" y="0"/>
                  </a:lnTo>
                  <a:lnTo>
                    <a:pt x="0" y="130233"/>
                  </a:lnTo>
                  <a:lnTo>
                    <a:pt x="187864" y="130233"/>
                  </a:lnTo>
                  <a:lnTo>
                    <a:pt x="187864" y="21067"/>
                  </a:lnTo>
                  <a:lnTo>
                    <a:pt x="65177" y="21067"/>
                  </a:lnTo>
                  <a:cubicBezTo>
                    <a:pt x="62621" y="21067"/>
                    <a:pt x="60704" y="20429"/>
                    <a:pt x="59426" y="18514"/>
                  </a:cubicBezTo>
                  <a:close/>
                </a:path>
              </a:pathLst>
            </a:custGeom>
            <a:solidFill>
              <a:srgbClr val="00ABAB"/>
            </a:solidFill>
            <a:ln w="6390" cap="flat">
              <a:noFill/>
              <a:prstDash val="solid"/>
              <a:miter/>
            </a:ln>
          </p:spPr>
          <p:txBody>
            <a:bodyPr rtlCol="0" anchor="ctr"/>
            <a:lstStyle/>
            <a:p>
              <a:endParaRPr lang="en-US"/>
            </a:p>
          </p:txBody>
        </p:sp>
      </p:grpSp>
      <p:grpSp>
        <p:nvGrpSpPr>
          <p:cNvPr id="1799" name="Graphic 1100">
            <a:extLst>
              <a:ext uri="{FF2B5EF4-FFF2-40B4-BE49-F238E27FC236}">
                <a16:creationId xmlns:a16="http://schemas.microsoft.com/office/drawing/2014/main" id="{5AFB6EAC-9BDA-AD49-96A4-32A7D6004B54}"/>
              </a:ext>
            </a:extLst>
          </p:cNvPr>
          <p:cNvGrpSpPr/>
          <p:nvPr/>
        </p:nvGrpSpPr>
        <p:grpSpPr>
          <a:xfrm>
            <a:off x="7802752" y="2375167"/>
            <a:ext cx="361674" cy="361971"/>
            <a:chOff x="7802752" y="2375167"/>
            <a:chExt cx="361674" cy="361971"/>
          </a:xfrm>
          <a:solidFill>
            <a:srgbClr val="00ABAB"/>
          </a:solidFill>
        </p:grpSpPr>
        <p:sp>
          <p:nvSpPr>
            <p:cNvPr id="1800" name="Graphic 1100">
              <a:extLst>
                <a:ext uri="{FF2B5EF4-FFF2-40B4-BE49-F238E27FC236}">
                  <a16:creationId xmlns:a16="http://schemas.microsoft.com/office/drawing/2014/main" id="{F44A1EF9-2465-274D-8D3E-4486420D7BA1}"/>
                </a:ext>
              </a:extLst>
            </p:cNvPr>
            <p:cNvSpPr/>
            <p:nvPr/>
          </p:nvSpPr>
          <p:spPr>
            <a:xfrm>
              <a:off x="7802752" y="2375167"/>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180836 w 361674"/>
                <a:gd name="connsiteY7" fmla="*/ 349204 h 361971"/>
                <a:gd name="connsiteX8" fmla="*/ 12780 w 361674"/>
                <a:gd name="connsiteY8" fmla="*/ 181305 h 361971"/>
                <a:gd name="connsiteX9" fmla="*/ 180836 w 361674"/>
                <a:gd name="connsiteY9" fmla="*/ 12768 h 361971"/>
                <a:gd name="connsiteX10" fmla="*/ 348890 w 361674"/>
                <a:gd name="connsiteY10" fmla="*/ 180667 h 361971"/>
                <a:gd name="connsiteX11" fmla="*/ 348890 w 361674"/>
                <a:gd name="connsiteY11" fmla="*/ 180667 h 361971"/>
                <a:gd name="connsiteX12" fmla="*/ 180836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6" y="0"/>
                  </a:moveTo>
                  <a:cubicBezTo>
                    <a:pt x="80513" y="0"/>
                    <a:pt x="0" y="81077"/>
                    <a:pt x="0" y="180667"/>
                  </a:cubicBezTo>
                  <a:cubicBezTo>
                    <a:pt x="0" y="280895"/>
                    <a:pt x="81153" y="361972"/>
                    <a:pt x="180836" y="361972"/>
                  </a:cubicBezTo>
                  <a:cubicBezTo>
                    <a:pt x="281157" y="361972"/>
                    <a:pt x="361670" y="280895"/>
                    <a:pt x="361670" y="181305"/>
                  </a:cubicBezTo>
                  <a:cubicBezTo>
                    <a:pt x="361670" y="181305"/>
                    <a:pt x="361670" y="181305"/>
                    <a:pt x="361670" y="181305"/>
                  </a:cubicBezTo>
                  <a:cubicBezTo>
                    <a:pt x="362310" y="81077"/>
                    <a:pt x="281157" y="0"/>
                    <a:pt x="180836" y="0"/>
                  </a:cubicBezTo>
                  <a:cubicBezTo>
                    <a:pt x="180836" y="0"/>
                    <a:pt x="180836" y="0"/>
                    <a:pt x="180836" y="0"/>
                  </a:cubicBezTo>
                  <a:close/>
                  <a:moveTo>
                    <a:pt x="180836" y="349204"/>
                  </a:moveTo>
                  <a:cubicBezTo>
                    <a:pt x="87543" y="349204"/>
                    <a:pt x="12780" y="273873"/>
                    <a:pt x="12780" y="181305"/>
                  </a:cubicBezTo>
                  <a:cubicBezTo>
                    <a:pt x="12780" y="88738"/>
                    <a:pt x="88181" y="12768"/>
                    <a:pt x="180836" y="12768"/>
                  </a:cubicBezTo>
                  <a:cubicBezTo>
                    <a:pt x="274128" y="12768"/>
                    <a:pt x="348890" y="88099"/>
                    <a:pt x="348890" y="180667"/>
                  </a:cubicBezTo>
                  <a:cubicBezTo>
                    <a:pt x="348890" y="180667"/>
                    <a:pt x="348890" y="180667"/>
                    <a:pt x="348890" y="180667"/>
                  </a:cubicBezTo>
                  <a:cubicBezTo>
                    <a:pt x="348890" y="273873"/>
                    <a:pt x="273490" y="349204"/>
                    <a:pt x="180836" y="349204"/>
                  </a:cubicBezTo>
                  <a:close/>
                </a:path>
              </a:pathLst>
            </a:custGeom>
            <a:solidFill>
              <a:srgbClr val="00ABAB"/>
            </a:solidFill>
            <a:ln w="6390" cap="flat">
              <a:noFill/>
              <a:prstDash val="solid"/>
              <a:miter/>
            </a:ln>
          </p:spPr>
          <p:txBody>
            <a:bodyPr rtlCol="0" anchor="ctr"/>
            <a:lstStyle/>
            <a:p>
              <a:endParaRPr lang="en-US"/>
            </a:p>
          </p:txBody>
        </p:sp>
        <p:sp>
          <p:nvSpPr>
            <p:cNvPr id="1801" name="Graphic 1100">
              <a:extLst>
                <a:ext uri="{FF2B5EF4-FFF2-40B4-BE49-F238E27FC236}">
                  <a16:creationId xmlns:a16="http://schemas.microsoft.com/office/drawing/2014/main" id="{D57ABAB8-102E-E84E-A7AA-CC8103D7B638}"/>
                </a:ext>
              </a:extLst>
            </p:cNvPr>
            <p:cNvSpPr/>
            <p:nvPr/>
          </p:nvSpPr>
          <p:spPr>
            <a:xfrm>
              <a:off x="7880070" y="2469650"/>
              <a:ext cx="208312" cy="160237"/>
            </a:xfrm>
            <a:custGeom>
              <a:avLst/>
              <a:gdLst>
                <a:gd name="connsiteX0" fmla="*/ 191059 w 208312"/>
                <a:gd name="connsiteY0" fmla="*/ 19152 h 160237"/>
                <a:gd name="connsiteX1" fmla="*/ 79235 w 208312"/>
                <a:gd name="connsiteY1" fmla="*/ 19152 h 160237"/>
                <a:gd name="connsiteX2" fmla="*/ 57509 w 208312"/>
                <a:gd name="connsiteY2" fmla="*/ 1277 h 160237"/>
                <a:gd name="connsiteX3" fmla="*/ 53676 w 208312"/>
                <a:gd name="connsiteY3" fmla="*/ 0 h 160237"/>
                <a:gd name="connsiteX4" fmla="*/ 12780 w 208312"/>
                <a:gd name="connsiteY4" fmla="*/ 0 h 160237"/>
                <a:gd name="connsiteX5" fmla="*/ 0 w 208312"/>
                <a:gd name="connsiteY5" fmla="*/ 12768 h 160237"/>
                <a:gd name="connsiteX6" fmla="*/ 0 w 208312"/>
                <a:gd name="connsiteY6" fmla="*/ 153854 h 160237"/>
                <a:gd name="connsiteX7" fmla="*/ 6390 w 208312"/>
                <a:gd name="connsiteY7" fmla="*/ 160238 h 160237"/>
                <a:gd name="connsiteX8" fmla="*/ 81153 w 208312"/>
                <a:gd name="connsiteY8" fmla="*/ 160238 h 160237"/>
                <a:gd name="connsiteX9" fmla="*/ 87543 w 208312"/>
                <a:gd name="connsiteY9" fmla="*/ 153854 h 160237"/>
                <a:gd name="connsiteX10" fmla="*/ 81153 w 208312"/>
                <a:gd name="connsiteY10" fmla="*/ 147470 h 160237"/>
                <a:gd name="connsiteX11" fmla="*/ 12780 w 208312"/>
                <a:gd name="connsiteY11" fmla="*/ 147470 h 160237"/>
                <a:gd name="connsiteX12" fmla="*/ 12780 w 208312"/>
                <a:gd name="connsiteY12" fmla="*/ 12768 h 160237"/>
                <a:gd name="connsiteX13" fmla="*/ 51759 w 208312"/>
                <a:gd name="connsiteY13" fmla="*/ 12768 h 160237"/>
                <a:gd name="connsiteX14" fmla="*/ 73484 w 208312"/>
                <a:gd name="connsiteY14" fmla="*/ 30643 h 160237"/>
                <a:gd name="connsiteX15" fmla="*/ 77319 w 208312"/>
                <a:gd name="connsiteY15" fmla="*/ 31920 h 160237"/>
                <a:gd name="connsiteX16" fmla="*/ 191059 w 208312"/>
                <a:gd name="connsiteY16" fmla="*/ 31920 h 160237"/>
                <a:gd name="connsiteX17" fmla="*/ 195533 w 208312"/>
                <a:gd name="connsiteY17" fmla="*/ 35750 h 160237"/>
                <a:gd name="connsiteX18" fmla="*/ 195533 w 208312"/>
                <a:gd name="connsiteY18" fmla="*/ 35750 h 160237"/>
                <a:gd name="connsiteX19" fmla="*/ 195533 w 208312"/>
                <a:gd name="connsiteY19" fmla="*/ 147470 h 160237"/>
                <a:gd name="connsiteX20" fmla="*/ 183392 w 208312"/>
                <a:gd name="connsiteY20" fmla="*/ 147470 h 160237"/>
                <a:gd name="connsiteX21" fmla="*/ 177002 w 208312"/>
                <a:gd name="connsiteY21" fmla="*/ 153854 h 160237"/>
                <a:gd name="connsiteX22" fmla="*/ 183392 w 208312"/>
                <a:gd name="connsiteY22" fmla="*/ 160238 h 160237"/>
                <a:gd name="connsiteX23" fmla="*/ 201923 w 208312"/>
                <a:gd name="connsiteY23" fmla="*/ 160238 h 160237"/>
                <a:gd name="connsiteX24" fmla="*/ 208313 w 208312"/>
                <a:gd name="connsiteY24" fmla="*/ 153854 h 160237"/>
                <a:gd name="connsiteX25" fmla="*/ 208313 w 208312"/>
                <a:gd name="connsiteY25" fmla="*/ 35750 h 160237"/>
                <a:gd name="connsiteX26" fmla="*/ 191059 w 208312"/>
                <a:gd name="connsiteY26" fmla="*/ 19152 h 160237"/>
                <a:gd name="connsiteX27" fmla="*/ 191059 w 208312"/>
                <a:gd name="connsiteY27" fmla="*/ 19152 h 160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8312" h="160237">
                  <a:moveTo>
                    <a:pt x="191059" y="19152"/>
                  </a:moveTo>
                  <a:lnTo>
                    <a:pt x="79235" y="19152"/>
                  </a:lnTo>
                  <a:lnTo>
                    <a:pt x="57509" y="1277"/>
                  </a:lnTo>
                  <a:cubicBezTo>
                    <a:pt x="56232" y="638"/>
                    <a:pt x="54954" y="0"/>
                    <a:pt x="53676" y="0"/>
                  </a:cubicBezTo>
                  <a:lnTo>
                    <a:pt x="12780" y="0"/>
                  </a:lnTo>
                  <a:cubicBezTo>
                    <a:pt x="5751" y="0"/>
                    <a:pt x="0" y="5746"/>
                    <a:pt x="0" y="12768"/>
                  </a:cubicBezTo>
                  <a:lnTo>
                    <a:pt x="0" y="153854"/>
                  </a:lnTo>
                  <a:cubicBezTo>
                    <a:pt x="0" y="157684"/>
                    <a:pt x="2556" y="160238"/>
                    <a:pt x="6390" y="160238"/>
                  </a:cubicBezTo>
                  <a:lnTo>
                    <a:pt x="81153" y="160238"/>
                  </a:lnTo>
                  <a:cubicBezTo>
                    <a:pt x="84986" y="160238"/>
                    <a:pt x="87543" y="157684"/>
                    <a:pt x="87543" y="153854"/>
                  </a:cubicBezTo>
                  <a:cubicBezTo>
                    <a:pt x="87543" y="150024"/>
                    <a:pt x="84986" y="147470"/>
                    <a:pt x="81153" y="147470"/>
                  </a:cubicBezTo>
                  <a:lnTo>
                    <a:pt x="12780" y="147470"/>
                  </a:lnTo>
                  <a:lnTo>
                    <a:pt x="12780" y="12768"/>
                  </a:lnTo>
                  <a:lnTo>
                    <a:pt x="51759" y="12768"/>
                  </a:lnTo>
                  <a:lnTo>
                    <a:pt x="73484" y="30643"/>
                  </a:lnTo>
                  <a:cubicBezTo>
                    <a:pt x="74763" y="31281"/>
                    <a:pt x="76040" y="31920"/>
                    <a:pt x="77319" y="31920"/>
                  </a:cubicBezTo>
                  <a:lnTo>
                    <a:pt x="191059" y="31920"/>
                  </a:lnTo>
                  <a:cubicBezTo>
                    <a:pt x="193615" y="31920"/>
                    <a:pt x="195533" y="33835"/>
                    <a:pt x="195533" y="35750"/>
                  </a:cubicBezTo>
                  <a:cubicBezTo>
                    <a:pt x="195533" y="35750"/>
                    <a:pt x="195533" y="35750"/>
                    <a:pt x="195533" y="35750"/>
                  </a:cubicBezTo>
                  <a:lnTo>
                    <a:pt x="195533" y="147470"/>
                  </a:lnTo>
                  <a:lnTo>
                    <a:pt x="183392" y="147470"/>
                  </a:lnTo>
                  <a:cubicBezTo>
                    <a:pt x="179558" y="147470"/>
                    <a:pt x="177002" y="150024"/>
                    <a:pt x="177002" y="153854"/>
                  </a:cubicBezTo>
                  <a:cubicBezTo>
                    <a:pt x="177002" y="157684"/>
                    <a:pt x="179558" y="160238"/>
                    <a:pt x="183392" y="160238"/>
                  </a:cubicBezTo>
                  <a:lnTo>
                    <a:pt x="201923" y="160238"/>
                  </a:lnTo>
                  <a:cubicBezTo>
                    <a:pt x="205756" y="160238"/>
                    <a:pt x="208313" y="157684"/>
                    <a:pt x="208313" y="153854"/>
                  </a:cubicBezTo>
                  <a:lnTo>
                    <a:pt x="208313" y="35750"/>
                  </a:lnTo>
                  <a:cubicBezTo>
                    <a:pt x="207673" y="26174"/>
                    <a:pt x="200644" y="19152"/>
                    <a:pt x="191059" y="19152"/>
                  </a:cubicBezTo>
                  <a:cubicBezTo>
                    <a:pt x="191059" y="19152"/>
                    <a:pt x="191059" y="19152"/>
                    <a:pt x="191059" y="19152"/>
                  </a:cubicBezTo>
                  <a:close/>
                </a:path>
              </a:pathLst>
            </a:custGeom>
            <a:solidFill>
              <a:srgbClr val="00ABAB"/>
            </a:solidFill>
            <a:ln w="6390" cap="flat">
              <a:noFill/>
              <a:prstDash val="solid"/>
              <a:miter/>
            </a:ln>
          </p:spPr>
          <p:txBody>
            <a:bodyPr rtlCol="0" anchor="ctr"/>
            <a:lstStyle/>
            <a:p>
              <a:endParaRPr lang="en-US"/>
            </a:p>
          </p:txBody>
        </p:sp>
        <p:sp>
          <p:nvSpPr>
            <p:cNvPr id="1802" name="Graphic 1100">
              <a:extLst>
                <a:ext uri="{FF2B5EF4-FFF2-40B4-BE49-F238E27FC236}">
                  <a16:creationId xmlns:a16="http://schemas.microsoft.com/office/drawing/2014/main" id="{7900ECF8-9AD8-6346-BA0D-5682B7C321EB}"/>
                </a:ext>
              </a:extLst>
            </p:cNvPr>
            <p:cNvSpPr/>
            <p:nvPr/>
          </p:nvSpPr>
          <p:spPr>
            <a:xfrm>
              <a:off x="7945848" y="2539197"/>
              <a:ext cx="102916" cy="103458"/>
            </a:xfrm>
            <a:custGeom>
              <a:avLst/>
              <a:gdLst>
                <a:gd name="connsiteX0" fmla="*/ 69050 w 102916"/>
                <a:gd name="connsiteY0" fmla="*/ 60048 h 103458"/>
                <a:gd name="connsiteX1" fmla="*/ 60104 w 102916"/>
                <a:gd name="connsiteY1" fmla="*/ 7061 h 103458"/>
                <a:gd name="connsiteX2" fmla="*/ 7067 w 102916"/>
                <a:gd name="connsiteY2" fmla="*/ 15998 h 103458"/>
                <a:gd name="connsiteX3" fmla="*/ 16013 w 102916"/>
                <a:gd name="connsiteY3" fmla="*/ 68985 h 103458"/>
                <a:gd name="connsiteX4" fmla="*/ 59465 w 102916"/>
                <a:gd name="connsiteY4" fmla="*/ 68985 h 103458"/>
                <a:gd name="connsiteX5" fmla="*/ 92054 w 102916"/>
                <a:gd name="connsiteY5" fmla="*/ 101544 h 103458"/>
                <a:gd name="connsiteX6" fmla="*/ 101000 w 102916"/>
                <a:gd name="connsiteY6" fmla="*/ 101544 h 103458"/>
                <a:gd name="connsiteX7" fmla="*/ 101000 w 102916"/>
                <a:gd name="connsiteY7" fmla="*/ 92606 h 103458"/>
                <a:gd name="connsiteX8" fmla="*/ 69050 w 102916"/>
                <a:gd name="connsiteY8" fmla="*/ 60048 h 103458"/>
                <a:gd name="connsiteX9" fmla="*/ 20486 w 102916"/>
                <a:gd name="connsiteY9" fmla="*/ 56217 h 103458"/>
                <a:gd name="connsiteX10" fmla="*/ 20486 w 102916"/>
                <a:gd name="connsiteY10" fmla="*/ 21105 h 103458"/>
                <a:gd name="connsiteX11" fmla="*/ 38378 w 102916"/>
                <a:gd name="connsiteY11" fmla="*/ 14083 h 103458"/>
                <a:gd name="connsiteX12" fmla="*/ 63299 w 102916"/>
                <a:gd name="connsiteY12" fmla="*/ 38981 h 103458"/>
                <a:gd name="connsiteX13" fmla="*/ 56270 w 102916"/>
                <a:gd name="connsiteY13" fmla="*/ 56856 h 103458"/>
                <a:gd name="connsiteX14" fmla="*/ 20486 w 102916"/>
                <a:gd name="connsiteY14" fmla="*/ 56217 h 103458"/>
                <a:gd name="connsiteX15" fmla="*/ 20486 w 102916"/>
                <a:gd name="connsiteY15" fmla="*/ 56217 h 103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916" h="103458">
                  <a:moveTo>
                    <a:pt x="69050" y="60048"/>
                  </a:moveTo>
                  <a:cubicBezTo>
                    <a:pt x="81190" y="42811"/>
                    <a:pt x="77357" y="19190"/>
                    <a:pt x="60104" y="7061"/>
                  </a:cubicBezTo>
                  <a:cubicBezTo>
                    <a:pt x="42851" y="-5069"/>
                    <a:pt x="19208" y="-1238"/>
                    <a:pt x="7067" y="15998"/>
                  </a:cubicBezTo>
                  <a:cubicBezTo>
                    <a:pt x="-5074" y="33235"/>
                    <a:pt x="-1239" y="56856"/>
                    <a:pt x="16013" y="68985"/>
                  </a:cubicBezTo>
                  <a:cubicBezTo>
                    <a:pt x="28793" y="78561"/>
                    <a:pt x="46685" y="78561"/>
                    <a:pt x="59465" y="68985"/>
                  </a:cubicBezTo>
                  <a:lnTo>
                    <a:pt x="92054" y="101544"/>
                  </a:lnTo>
                  <a:cubicBezTo>
                    <a:pt x="94610" y="104097"/>
                    <a:pt x="98444" y="104097"/>
                    <a:pt x="101000" y="101544"/>
                  </a:cubicBezTo>
                  <a:cubicBezTo>
                    <a:pt x="103555" y="98990"/>
                    <a:pt x="103555" y="95160"/>
                    <a:pt x="101000" y="92606"/>
                  </a:cubicBezTo>
                  <a:lnTo>
                    <a:pt x="69050" y="60048"/>
                  </a:lnTo>
                  <a:close/>
                  <a:moveTo>
                    <a:pt x="20486" y="56217"/>
                  </a:moveTo>
                  <a:cubicBezTo>
                    <a:pt x="10901" y="46641"/>
                    <a:pt x="10901" y="30681"/>
                    <a:pt x="20486" y="21105"/>
                  </a:cubicBezTo>
                  <a:cubicBezTo>
                    <a:pt x="24959" y="16637"/>
                    <a:pt x="31349" y="14083"/>
                    <a:pt x="38378" y="14083"/>
                  </a:cubicBezTo>
                  <a:cubicBezTo>
                    <a:pt x="52436" y="14083"/>
                    <a:pt x="63299" y="25574"/>
                    <a:pt x="63299" y="38981"/>
                  </a:cubicBezTo>
                  <a:cubicBezTo>
                    <a:pt x="63299" y="45365"/>
                    <a:pt x="60743" y="51749"/>
                    <a:pt x="56270" y="56856"/>
                  </a:cubicBezTo>
                  <a:cubicBezTo>
                    <a:pt x="46046" y="65155"/>
                    <a:pt x="30071" y="65155"/>
                    <a:pt x="20486" y="56217"/>
                  </a:cubicBezTo>
                  <a:lnTo>
                    <a:pt x="20486" y="56217"/>
                  </a:lnTo>
                  <a:close/>
                </a:path>
              </a:pathLst>
            </a:custGeom>
            <a:solidFill>
              <a:srgbClr val="00ABAB"/>
            </a:solidFill>
            <a:ln w="6390" cap="flat">
              <a:noFill/>
              <a:prstDash val="solid"/>
              <a:miter/>
            </a:ln>
          </p:spPr>
          <p:txBody>
            <a:bodyPr rtlCol="0" anchor="ctr"/>
            <a:lstStyle/>
            <a:p>
              <a:endParaRPr lang="en-US"/>
            </a:p>
          </p:txBody>
        </p:sp>
      </p:grpSp>
      <p:grpSp>
        <p:nvGrpSpPr>
          <p:cNvPr id="1807" name="Graphic 1100">
            <a:extLst>
              <a:ext uri="{FF2B5EF4-FFF2-40B4-BE49-F238E27FC236}">
                <a16:creationId xmlns:a16="http://schemas.microsoft.com/office/drawing/2014/main" id="{25FE15B1-2250-2E48-8ED1-70409887A3E7}"/>
              </a:ext>
            </a:extLst>
          </p:cNvPr>
          <p:cNvGrpSpPr/>
          <p:nvPr/>
        </p:nvGrpSpPr>
        <p:grpSpPr>
          <a:xfrm>
            <a:off x="6754802" y="3828162"/>
            <a:ext cx="362309" cy="361971"/>
            <a:chOff x="6754802" y="3828162"/>
            <a:chExt cx="362309" cy="361971"/>
          </a:xfrm>
          <a:solidFill>
            <a:srgbClr val="00ABAB"/>
          </a:solidFill>
        </p:grpSpPr>
        <p:sp>
          <p:nvSpPr>
            <p:cNvPr id="1808" name="Graphic 1100">
              <a:extLst>
                <a:ext uri="{FF2B5EF4-FFF2-40B4-BE49-F238E27FC236}">
                  <a16:creationId xmlns:a16="http://schemas.microsoft.com/office/drawing/2014/main" id="{9524BD62-5851-A444-86C7-1A216B6D897C}"/>
                </a:ext>
              </a:extLst>
            </p:cNvPr>
            <p:cNvSpPr/>
            <p:nvPr/>
          </p:nvSpPr>
          <p:spPr>
            <a:xfrm>
              <a:off x="6754802" y="3828162"/>
              <a:ext cx="362309" cy="361971"/>
            </a:xfrm>
            <a:custGeom>
              <a:avLst/>
              <a:gdLst>
                <a:gd name="connsiteX0" fmla="*/ 181474 w 362309"/>
                <a:gd name="connsiteY0" fmla="*/ 0 h 361971"/>
                <a:gd name="connsiteX1" fmla="*/ 0 w 362309"/>
                <a:gd name="connsiteY1" fmla="*/ 180667 h 361971"/>
                <a:gd name="connsiteX2" fmla="*/ 180836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3" y="0"/>
                    <a:pt x="0" y="81076"/>
                    <a:pt x="0" y="180667"/>
                  </a:cubicBezTo>
                  <a:cubicBezTo>
                    <a:pt x="0" y="280895"/>
                    <a:pt x="81153" y="361971"/>
                    <a:pt x="180836" y="361971"/>
                  </a:cubicBezTo>
                  <a:cubicBezTo>
                    <a:pt x="281157" y="361971"/>
                    <a:pt x="362310" y="280895"/>
                    <a:pt x="362310" y="181305"/>
                  </a:cubicBezTo>
                  <a:cubicBezTo>
                    <a:pt x="362310" y="181305"/>
                    <a:pt x="362310" y="181305"/>
                    <a:pt x="362310" y="181305"/>
                  </a:cubicBezTo>
                  <a:cubicBezTo>
                    <a:pt x="362310" y="81076"/>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873"/>
                    <a:pt x="274767"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1809" name="Graphic 1100">
              <a:extLst>
                <a:ext uri="{FF2B5EF4-FFF2-40B4-BE49-F238E27FC236}">
                  <a16:creationId xmlns:a16="http://schemas.microsoft.com/office/drawing/2014/main" id="{44E30A4F-089F-B144-AEE3-E3D1B0F38C5F}"/>
                </a:ext>
              </a:extLst>
            </p:cNvPr>
            <p:cNvSpPr/>
            <p:nvPr/>
          </p:nvSpPr>
          <p:spPr>
            <a:xfrm>
              <a:off x="6880044" y="4001167"/>
              <a:ext cx="106716" cy="56363"/>
            </a:xfrm>
            <a:custGeom>
              <a:avLst/>
              <a:gdLst>
                <a:gd name="connsiteX0" fmla="*/ 78597 w 106716"/>
                <a:gd name="connsiteY0" fmla="*/ 0 h 56363"/>
                <a:gd name="connsiteX1" fmla="*/ 57509 w 106716"/>
                <a:gd name="connsiteY1" fmla="*/ 9576 h 56363"/>
                <a:gd name="connsiteX2" fmla="*/ 13419 w 106716"/>
                <a:gd name="connsiteY2" fmla="*/ 9576 h 56363"/>
                <a:gd name="connsiteX3" fmla="*/ 3195 w 106716"/>
                <a:gd name="connsiteY3" fmla="*/ 15960 h 56363"/>
                <a:gd name="connsiteX4" fmla="*/ 640 w 106716"/>
                <a:gd name="connsiteY4" fmla="*/ 22344 h 56363"/>
                <a:gd name="connsiteX5" fmla="*/ 0 w 106716"/>
                <a:gd name="connsiteY5" fmla="*/ 23621 h 56363"/>
                <a:gd name="connsiteX6" fmla="*/ 0 w 106716"/>
                <a:gd name="connsiteY6" fmla="*/ 24259 h 56363"/>
                <a:gd name="connsiteX7" fmla="*/ 0 w 106716"/>
                <a:gd name="connsiteY7" fmla="*/ 25536 h 56363"/>
                <a:gd name="connsiteX8" fmla="*/ 4473 w 106716"/>
                <a:gd name="connsiteY8" fmla="*/ 34474 h 56363"/>
                <a:gd name="connsiteX9" fmla="*/ 10863 w 106716"/>
                <a:gd name="connsiteY9" fmla="*/ 40858 h 56363"/>
                <a:gd name="connsiteX10" fmla="*/ 12141 w 106716"/>
                <a:gd name="connsiteY10" fmla="*/ 42134 h 56363"/>
                <a:gd name="connsiteX11" fmla="*/ 12780 w 106716"/>
                <a:gd name="connsiteY11" fmla="*/ 42773 h 56363"/>
                <a:gd name="connsiteX12" fmla="*/ 23004 w 106716"/>
                <a:gd name="connsiteY12" fmla="*/ 42773 h 56363"/>
                <a:gd name="connsiteX13" fmla="*/ 25560 w 106716"/>
                <a:gd name="connsiteY13" fmla="*/ 41496 h 56363"/>
                <a:gd name="connsiteX14" fmla="*/ 28116 w 106716"/>
                <a:gd name="connsiteY14" fmla="*/ 43411 h 56363"/>
                <a:gd name="connsiteX15" fmla="*/ 28755 w 106716"/>
                <a:gd name="connsiteY15" fmla="*/ 44050 h 56363"/>
                <a:gd name="connsiteX16" fmla="*/ 39618 w 106716"/>
                <a:gd name="connsiteY16" fmla="*/ 44050 h 56363"/>
                <a:gd name="connsiteX17" fmla="*/ 40257 w 106716"/>
                <a:gd name="connsiteY17" fmla="*/ 43411 h 56363"/>
                <a:gd name="connsiteX18" fmla="*/ 42813 w 106716"/>
                <a:gd name="connsiteY18" fmla="*/ 41496 h 56363"/>
                <a:gd name="connsiteX19" fmla="*/ 42813 w 106716"/>
                <a:gd name="connsiteY19" fmla="*/ 41496 h 56363"/>
                <a:gd name="connsiteX20" fmla="*/ 50481 w 106716"/>
                <a:gd name="connsiteY20" fmla="*/ 44688 h 56363"/>
                <a:gd name="connsiteX21" fmla="*/ 56232 w 106716"/>
                <a:gd name="connsiteY21" fmla="*/ 44688 h 56363"/>
                <a:gd name="connsiteX22" fmla="*/ 95210 w 106716"/>
                <a:gd name="connsiteY22" fmla="*/ 51072 h 56363"/>
                <a:gd name="connsiteX23" fmla="*/ 101600 w 106716"/>
                <a:gd name="connsiteY23" fmla="*/ 12130 h 56363"/>
                <a:gd name="connsiteX24" fmla="*/ 98405 w 106716"/>
                <a:gd name="connsiteY24" fmla="*/ 8299 h 56363"/>
                <a:gd name="connsiteX25" fmla="*/ 78597 w 106716"/>
                <a:gd name="connsiteY25" fmla="*/ 0 h 56363"/>
                <a:gd name="connsiteX26" fmla="*/ 78597 w 106716"/>
                <a:gd name="connsiteY26" fmla="*/ 42773 h 56363"/>
                <a:gd name="connsiteX27" fmla="*/ 65178 w 106716"/>
                <a:gd name="connsiteY27" fmla="*/ 35112 h 56363"/>
                <a:gd name="connsiteX28" fmla="*/ 59427 w 106716"/>
                <a:gd name="connsiteY28" fmla="*/ 31920 h 56363"/>
                <a:gd name="connsiteX29" fmla="*/ 51759 w 106716"/>
                <a:gd name="connsiteY29" fmla="*/ 31920 h 56363"/>
                <a:gd name="connsiteX30" fmla="*/ 51119 w 106716"/>
                <a:gd name="connsiteY30" fmla="*/ 31282 h 56363"/>
                <a:gd name="connsiteX31" fmla="*/ 36423 w 106716"/>
                <a:gd name="connsiteY31" fmla="*/ 30643 h 56363"/>
                <a:gd name="connsiteX32" fmla="*/ 34506 w 106716"/>
                <a:gd name="connsiteY32" fmla="*/ 31920 h 56363"/>
                <a:gd name="connsiteX33" fmla="*/ 29394 w 106716"/>
                <a:gd name="connsiteY33" fmla="*/ 28728 h 56363"/>
                <a:gd name="connsiteX34" fmla="*/ 23004 w 106716"/>
                <a:gd name="connsiteY34" fmla="*/ 28728 h 56363"/>
                <a:gd name="connsiteX35" fmla="*/ 17892 w 106716"/>
                <a:gd name="connsiteY35" fmla="*/ 31282 h 56363"/>
                <a:gd name="connsiteX36" fmla="*/ 12780 w 106716"/>
                <a:gd name="connsiteY36" fmla="*/ 26174 h 56363"/>
                <a:gd name="connsiteX37" fmla="*/ 14058 w 106716"/>
                <a:gd name="connsiteY37" fmla="*/ 22982 h 56363"/>
                <a:gd name="connsiteX38" fmla="*/ 60066 w 106716"/>
                <a:gd name="connsiteY38" fmla="*/ 22982 h 56363"/>
                <a:gd name="connsiteX39" fmla="*/ 65178 w 106716"/>
                <a:gd name="connsiteY39" fmla="*/ 20429 h 56363"/>
                <a:gd name="connsiteX40" fmla="*/ 77958 w 106716"/>
                <a:gd name="connsiteY40" fmla="*/ 14045 h 56363"/>
                <a:gd name="connsiteX41" fmla="*/ 93294 w 106716"/>
                <a:gd name="connsiteY41" fmla="*/ 27451 h 56363"/>
                <a:gd name="connsiteX42" fmla="*/ 93294 w 106716"/>
                <a:gd name="connsiteY42" fmla="*/ 28728 h 56363"/>
                <a:gd name="connsiteX43" fmla="*/ 78597 w 106716"/>
                <a:gd name="connsiteY43" fmla="*/ 42773 h 56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06716" h="56363">
                  <a:moveTo>
                    <a:pt x="78597" y="0"/>
                  </a:moveTo>
                  <a:cubicBezTo>
                    <a:pt x="70289" y="0"/>
                    <a:pt x="62622" y="3192"/>
                    <a:pt x="57509" y="9576"/>
                  </a:cubicBezTo>
                  <a:lnTo>
                    <a:pt x="13419" y="9576"/>
                  </a:lnTo>
                  <a:cubicBezTo>
                    <a:pt x="8946" y="9576"/>
                    <a:pt x="5112" y="12130"/>
                    <a:pt x="3195" y="15960"/>
                  </a:cubicBezTo>
                  <a:lnTo>
                    <a:pt x="640" y="22344"/>
                  </a:lnTo>
                  <a:cubicBezTo>
                    <a:pt x="640" y="22982"/>
                    <a:pt x="0" y="22982"/>
                    <a:pt x="0" y="23621"/>
                  </a:cubicBezTo>
                  <a:lnTo>
                    <a:pt x="0" y="24259"/>
                  </a:lnTo>
                  <a:cubicBezTo>
                    <a:pt x="0" y="24898"/>
                    <a:pt x="0" y="24898"/>
                    <a:pt x="0" y="25536"/>
                  </a:cubicBezTo>
                  <a:cubicBezTo>
                    <a:pt x="0" y="29366"/>
                    <a:pt x="1278" y="32558"/>
                    <a:pt x="4473" y="34474"/>
                  </a:cubicBezTo>
                  <a:lnTo>
                    <a:pt x="10863" y="40858"/>
                  </a:lnTo>
                  <a:cubicBezTo>
                    <a:pt x="11502" y="41496"/>
                    <a:pt x="11502" y="41496"/>
                    <a:pt x="12141" y="42134"/>
                  </a:cubicBezTo>
                  <a:lnTo>
                    <a:pt x="12780" y="42773"/>
                  </a:lnTo>
                  <a:cubicBezTo>
                    <a:pt x="15975" y="44688"/>
                    <a:pt x="19809" y="44688"/>
                    <a:pt x="23004" y="42773"/>
                  </a:cubicBezTo>
                  <a:lnTo>
                    <a:pt x="25560" y="41496"/>
                  </a:lnTo>
                  <a:lnTo>
                    <a:pt x="28116" y="43411"/>
                  </a:lnTo>
                  <a:lnTo>
                    <a:pt x="28755" y="44050"/>
                  </a:lnTo>
                  <a:cubicBezTo>
                    <a:pt x="31950" y="45965"/>
                    <a:pt x="36423" y="45965"/>
                    <a:pt x="39618" y="44050"/>
                  </a:cubicBezTo>
                  <a:cubicBezTo>
                    <a:pt x="39618" y="44050"/>
                    <a:pt x="40257" y="44050"/>
                    <a:pt x="40257" y="43411"/>
                  </a:cubicBezTo>
                  <a:lnTo>
                    <a:pt x="42813" y="41496"/>
                  </a:lnTo>
                  <a:lnTo>
                    <a:pt x="42813" y="41496"/>
                  </a:lnTo>
                  <a:cubicBezTo>
                    <a:pt x="44730" y="43411"/>
                    <a:pt x="47286" y="44688"/>
                    <a:pt x="50481" y="44688"/>
                  </a:cubicBezTo>
                  <a:lnTo>
                    <a:pt x="56232" y="44688"/>
                  </a:lnTo>
                  <a:cubicBezTo>
                    <a:pt x="65178" y="57456"/>
                    <a:pt x="83069" y="60010"/>
                    <a:pt x="95210" y="51072"/>
                  </a:cubicBezTo>
                  <a:cubicBezTo>
                    <a:pt x="107351" y="42134"/>
                    <a:pt x="110546" y="24259"/>
                    <a:pt x="101600" y="12130"/>
                  </a:cubicBezTo>
                  <a:cubicBezTo>
                    <a:pt x="100322" y="10853"/>
                    <a:pt x="99684" y="9576"/>
                    <a:pt x="98405" y="8299"/>
                  </a:cubicBezTo>
                  <a:cubicBezTo>
                    <a:pt x="93294" y="3192"/>
                    <a:pt x="86264" y="0"/>
                    <a:pt x="78597" y="0"/>
                  </a:cubicBezTo>
                  <a:close/>
                  <a:moveTo>
                    <a:pt x="78597" y="42773"/>
                  </a:moveTo>
                  <a:cubicBezTo>
                    <a:pt x="72845" y="42773"/>
                    <a:pt x="67734" y="39581"/>
                    <a:pt x="65178" y="35112"/>
                  </a:cubicBezTo>
                  <a:cubicBezTo>
                    <a:pt x="63899" y="33197"/>
                    <a:pt x="61983" y="31920"/>
                    <a:pt x="59427" y="31920"/>
                  </a:cubicBezTo>
                  <a:lnTo>
                    <a:pt x="51759" y="31920"/>
                  </a:lnTo>
                  <a:lnTo>
                    <a:pt x="51119" y="31282"/>
                  </a:lnTo>
                  <a:cubicBezTo>
                    <a:pt x="46647" y="27451"/>
                    <a:pt x="40896" y="27451"/>
                    <a:pt x="36423" y="30643"/>
                  </a:cubicBezTo>
                  <a:lnTo>
                    <a:pt x="34506" y="31920"/>
                  </a:lnTo>
                  <a:lnTo>
                    <a:pt x="29394" y="28728"/>
                  </a:lnTo>
                  <a:cubicBezTo>
                    <a:pt x="27477" y="27451"/>
                    <a:pt x="24921" y="27451"/>
                    <a:pt x="23004" y="28728"/>
                  </a:cubicBezTo>
                  <a:lnTo>
                    <a:pt x="17892" y="31282"/>
                  </a:lnTo>
                  <a:lnTo>
                    <a:pt x="12780" y="26174"/>
                  </a:lnTo>
                  <a:lnTo>
                    <a:pt x="14058" y="22982"/>
                  </a:lnTo>
                  <a:lnTo>
                    <a:pt x="60066" y="22982"/>
                  </a:lnTo>
                  <a:cubicBezTo>
                    <a:pt x="61983" y="22982"/>
                    <a:pt x="63899" y="21706"/>
                    <a:pt x="65178" y="20429"/>
                  </a:cubicBezTo>
                  <a:cubicBezTo>
                    <a:pt x="68373" y="16598"/>
                    <a:pt x="72845" y="14045"/>
                    <a:pt x="77958" y="14045"/>
                  </a:cubicBezTo>
                  <a:cubicBezTo>
                    <a:pt x="86264" y="13406"/>
                    <a:pt x="92654" y="19790"/>
                    <a:pt x="93294" y="27451"/>
                  </a:cubicBezTo>
                  <a:cubicBezTo>
                    <a:pt x="93294" y="28090"/>
                    <a:pt x="93294" y="28090"/>
                    <a:pt x="93294" y="28728"/>
                  </a:cubicBezTo>
                  <a:cubicBezTo>
                    <a:pt x="93294" y="36389"/>
                    <a:pt x="86904" y="42773"/>
                    <a:pt x="78597" y="42773"/>
                  </a:cubicBezTo>
                  <a:close/>
                </a:path>
              </a:pathLst>
            </a:custGeom>
            <a:solidFill>
              <a:srgbClr val="00ABAB"/>
            </a:solidFill>
            <a:ln w="6390" cap="flat">
              <a:noFill/>
              <a:prstDash val="solid"/>
              <a:miter/>
            </a:ln>
          </p:spPr>
          <p:txBody>
            <a:bodyPr rtlCol="0" anchor="ctr"/>
            <a:lstStyle/>
            <a:p>
              <a:endParaRPr lang="en-US"/>
            </a:p>
          </p:txBody>
        </p:sp>
        <p:sp>
          <p:nvSpPr>
            <p:cNvPr id="1810" name="Graphic 1100">
              <a:extLst>
                <a:ext uri="{FF2B5EF4-FFF2-40B4-BE49-F238E27FC236}">
                  <a16:creationId xmlns:a16="http://schemas.microsoft.com/office/drawing/2014/main" id="{5972C017-1FE1-C24E-B459-3657D1D27D55}"/>
                </a:ext>
              </a:extLst>
            </p:cNvPr>
            <p:cNvSpPr/>
            <p:nvPr/>
          </p:nvSpPr>
          <p:spPr>
            <a:xfrm>
              <a:off x="6833398" y="3929667"/>
              <a:ext cx="208950" cy="160238"/>
            </a:xfrm>
            <a:custGeom>
              <a:avLst/>
              <a:gdLst>
                <a:gd name="connsiteX0" fmla="*/ 190420 w 208950"/>
                <a:gd name="connsiteY0" fmla="*/ 18514 h 160238"/>
                <a:gd name="connsiteX1" fmla="*/ 185308 w 208950"/>
                <a:gd name="connsiteY1" fmla="*/ 18514 h 160238"/>
                <a:gd name="connsiteX2" fmla="*/ 178918 w 208950"/>
                <a:gd name="connsiteY2" fmla="*/ 24898 h 160238"/>
                <a:gd name="connsiteX3" fmla="*/ 185308 w 208950"/>
                <a:gd name="connsiteY3" fmla="*/ 31282 h 160238"/>
                <a:gd name="connsiteX4" fmla="*/ 190420 w 208950"/>
                <a:gd name="connsiteY4" fmla="*/ 31282 h 160238"/>
                <a:gd name="connsiteX5" fmla="*/ 194893 w 208950"/>
                <a:gd name="connsiteY5" fmla="*/ 35751 h 160238"/>
                <a:gd name="connsiteX6" fmla="*/ 194893 w 208950"/>
                <a:gd name="connsiteY6" fmla="*/ 47242 h 160238"/>
                <a:gd name="connsiteX7" fmla="*/ 182752 w 208950"/>
                <a:gd name="connsiteY7" fmla="*/ 47242 h 160238"/>
                <a:gd name="connsiteX8" fmla="*/ 173806 w 208950"/>
                <a:gd name="connsiteY8" fmla="*/ 26813 h 160238"/>
                <a:gd name="connsiteX9" fmla="*/ 150802 w 208950"/>
                <a:gd name="connsiteY9" fmla="*/ 15960 h 160238"/>
                <a:gd name="connsiteX10" fmla="*/ 61343 w 208950"/>
                <a:gd name="connsiteY10" fmla="*/ 47880 h 160238"/>
                <a:gd name="connsiteX11" fmla="*/ 12141 w 208950"/>
                <a:gd name="connsiteY11" fmla="*/ 47880 h 160238"/>
                <a:gd name="connsiteX12" fmla="*/ 12141 w 208950"/>
                <a:gd name="connsiteY12" fmla="*/ 12768 h 160238"/>
                <a:gd name="connsiteX13" fmla="*/ 51119 w 208950"/>
                <a:gd name="connsiteY13" fmla="*/ 12768 h 160238"/>
                <a:gd name="connsiteX14" fmla="*/ 72845 w 208950"/>
                <a:gd name="connsiteY14" fmla="*/ 30643 h 160238"/>
                <a:gd name="connsiteX15" fmla="*/ 76679 w 208950"/>
                <a:gd name="connsiteY15" fmla="*/ 31920 h 160238"/>
                <a:gd name="connsiteX16" fmla="*/ 93932 w 208950"/>
                <a:gd name="connsiteY16" fmla="*/ 31920 h 160238"/>
                <a:gd name="connsiteX17" fmla="*/ 100322 w 208950"/>
                <a:gd name="connsiteY17" fmla="*/ 25536 h 160238"/>
                <a:gd name="connsiteX18" fmla="*/ 93932 w 208950"/>
                <a:gd name="connsiteY18" fmla="*/ 19152 h 160238"/>
                <a:gd name="connsiteX19" fmla="*/ 79235 w 208950"/>
                <a:gd name="connsiteY19" fmla="*/ 19152 h 160238"/>
                <a:gd name="connsiteX20" fmla="*/ 57509 w 208950"/>
                <a:gd name="connsiteY20" fmla="*/ 1277 h 160238"/>
                <a:gd name="connsiteX21" fmla="*/ 53676 w 208950"/>
                <a:gd name="connsiteY21" fmla="*/ 0 h 160238"/>
                <a:gd name="connsiteX22" fmla="*/ 12780 w 208950"/>
                <a:gd name="connsiteY22" fmla="*/ 0 h 160238"/>
                <a:gd name="connsiteX23" fmla="*/ 0 w 208950"/>
                <a:gd name="connsiteY23" fmla="*/ 12768 h 160238"/>
                <a:gd name="connsiteX24" fmla="*/ 0 w 208950"/>
                <a:gd name="connsiteY24" fmla="*/ 53626 h 160238"/>
                <a:gd name="connsiteX25" fmla="*/ 0 w 208950"/>
                <a:gd name="connsiteY25" fmla="*/ 53626 h 160238"/>
                <a:gd name="connsiteX26" fmla="*/ 0 w 208950"/>
                <a:gd name="connsiteY26" fmla="*/ 153854 h 160238"/>
                <a:gd name="connsiteX27" fmla="*/ 6390 w 208950"/>
                <a:gd name="connsiteY27" fmla="*/ 160238 h 160238"/>
                <a:gd name="connsiteX28" fmla="*/ 202561 w 208950"/>
                <a:gd name="connsiteY28" fmla="*/ 160238 h 160238"/>
                <a:gd name="connsiteX29" fmla="*/ 208951 w 208950"/>
                <a:gd name="connsiteY29" fmla="*/ 153854 h 160238"/>
                <a:gd name="connsiteX30" fmla="*/ 208951 w 208950"/>
                <a:gd name="connsiteY30" fmla="*/ 35751 h 160238"/>
                <a:gd name="connsiteX31" fmla="*/ 190420 w 208950"/>
                <a:gd name="connsiteY31" fmla="*/ 18514 h 160238"/>
                <a:gd name="connsiteX32" fmla="*/ 190420 w 208950"/>
                <a:gd name="connsiteY32" fmla="*/ 18514 h 160238"/>
                <a:gd name="connsiteX33" fmla="*/ 154636 w 208950"/>
                <a:gd name="connsiteY33" fmla="*/ 26813 h 160238"/>
                <a:gd name="connsiteX34" fmla="*/ 161665 w 208950"/>
                <a:gd name="connsiteY34" fmla="*/ 31282 h 160238"/>
                <a:gd name="connsiteX35" fmla="*/ 168695 w 208950"/>
                <a:gd name="connsiteY35" fmla="*/ 46603 h 160238"/>
                <a:gd name="connsiteX36" fmla="*/ 99683 w 208950"/>
                <a:gd name="connsiteY36" fmla="*/ 46603 h 160238"/>
                <a:gd name="connsiteX37" fmla="*/ 154636 w 208950"/>
                <a:gd name="connsiteY37" fmla="*/ 26813 h 160238"/>
                <a:gd name="connsiteX38" fmla="*/ 11501 w 208950"/>
                <a:gd name="connsiteY38" fmla="*/ 146832 h 160238"/>
                <a:gd name="connsiteX39" fmla="*/ 11501 w 208950"/>
                <a:gd name="connsiteY39" fmla="*/ 59371 h 160238"/>
                <a:gd name="connsiteX40" fmla="*/ 194254 w 208950"/>
                <a:gd name="connsiteY40" fmla="*/ 59371 h 160238"/>
                <a:gd name="connsiteX41" fmla="*/ 194254 w 208950"/>
                <a:gd name="connsiteY41" fmla="*/ 146832 h 160238"/>
                <a:gd name="connsiteX42" fmla="*/ 11501 w 208950"/>
                <a:gd name="connsiteY42" fmla="*/ 146832 h 160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08950" h="160238">
                  <a:moveTo>
                    <a:pt x="190420" y="18514"/>
                  </a:moveTo>
                  <a:lnTo>
                    <a:pt x="185308" y="18514"/>
                  </a:lnTo>
                  <a:cubicBezTo>
                    <a:pt x="181474" y="18514"/>
                    <a:pt x="178918" y="21067"/>
                    <a:pt x="178918" y="24898"/>
                  </a:cubicBezTo>
                  <a:cubicBezTo>
                    <a:pt x="178918" y="28728"/>
                    <a:pt x="181474" y="31282"/>
                    <a:pt x="185308" y="31282"/>
                  </a:cubicBezTo>
                  <a:lnTo>
                    <a:pt x="190420" y="31282"/>
                  </a:lnTo>
                  <a:cubicBezTo>
                    <a:pt x="192976" y="31282"/>
                    <a:pt x="194254" y="33197"/>
                    <a:pt x="194893" y="35751"/>
                  </a:cubicBezTo>
                  <a:lnTo>
                    <a:pt x="194893" y="47242"/>
                  </a:lnTo>
                  <a:lnTo>
                    <a:pt x="182752" y="47242"/>
                  </a:lnTo>
                  <a:lnTo>
                    <a:pt x="173806" y="26813"/>
                  </a:lnTo>
                  <a:cubicBezTo>
                    <a:pt x="170611" y="17237"/>
                    <a:pt x="160387" y="12768"/>
                    <a:pt x="150802" y="15960"/>
                  </a:cubicBezTo>
                  <a:lnTo>
                    <a:pt x="61343" y="47880"/>
                  </a:lnTo>
                  <a:lnTo>
                    <a:pt x="12141" y="47880"/>
                  </a:lnTo>
                  <a:lnTo>
                    <a:pt x="12141" y="12768"/>
                  </a:lnTo>
                  <a:lnTo>
                    <a:pt x="51119" y="12768"/>
                  </a:lnTo>
                  <a:lnTo>
                    <a:pt x="72845" y="30643"/>
                  </a:lnTo>
                  <a:cubicBezTo>
                    <a:pt x="74123" y="31920"/>
                    <a:pt x="75401" y="31920"/>
                    <a:pt x="76679" y="31920"/>
                  </a:cubicBezTo>
                  <a:lnTo>
                    <a:pt x="93932" y="31920"/>
                  </a:lnTo>
                  <a:cubicBezTo>
                    <a:pt x="97766" y="31920"/>
                    <a:pt x="100322" y="29367"/>
                    <a:pt x="100322" y="25536"/>
                  </a:cubicBezTo>
                  <a:cubicBezTo>
                    <a:pt x="100322" y="21706"/>
                    <a:pt x="97766" y="19152"/>
                    <a:pt x="93932" y="19152"/>
                  </a:cubicBezTo>
                  <a:lnTo>
                    <a:pt x="79235" y="19152"/>
                  </a:lnTo>
                  <a:lnTo>
                    <a:pt x="57509" y="1277"/>
                  </a:lnTo>
                  <a:cubicBezTo>
                    <a:pt x="56231" y="0"/>
                    <a:pt x="54953" y="0"/>
                    <a:pt x="53676" y="0"/>
                  </a:cubicBezTo>
                  <a:lnTo>
                    <a:pt x="12780" y="0"/>
                  </a:lnTo>
                  <a:cubicBezTo>
                    <a:pt x="5751" y="0"/>
                    <a:pt x="0" y="5746"/>
                    <a:pt x="0" y="12768"/>
                  </a:cubicBezTo>
                  <a:lnTo>
                    <a:pt x="0" y="53626"/>
                  </a:lnTo>
                  <a:lnTo>
                    <a:pt x="0" y="53626"/>
                  </a:lnTo>
                  <a:lnTo>
                    <a:pt x="0" y="153854"/>
                  </a:lnTo>
                  <a:cubicBezTo>
                    <a:pt x="0" y="157684"/>
                    <a:pt x="2556" y="160238"/>
                    <a:pt x="6390" y="160238"/>
                  </a:cubicBezTo>
                  <a:lnTo>
                    <a:pt x="202561" y="160238"/>
                  </a:lnTo>
                  <a:cubicBezTo>
                    <a:pt x="206395" y="160238"/>
                    <a:pt x="208951" y="157684"/>
                    <a:pt x="208951" y="153854"/>
                  </a:cubicBezTo>
                  <a:lnTo>
                    <a:pt x="208951" y="35751"/>
                  </a:lnTo>
                  <a:cubicBezTo>
                    <a:pt x="207034" y="26175"/>
                    <a:pt x="200005" y="18514"/>
                    <a:pt x="190420" y="18514"/>
                  </a:cubicBezTo>
                  <a:cubicBezTo>
                    <a:pt x="190420" y="18514"/>
                    <a:pt x="190420" y="18514"/>
                    <a:pt x="190420" y="18514"/>
                  </a:cubicBezTo>
                  <a:close/>
                  <a:moveTo>
                    <a:pt x="154636" y="26813"/>
                  </a:moveTo>
                  <a:cubicBezTo>
                    <a:pt x="157831" y="25536"/>
                    <a:pt x="160387" y="28090"/>
                    <a:pt x="161665" y="31282"/>
                  </a:cubicBezTo>
                  <a:lnTo>
                    <a:pt x="168695" y="46603"/>
                  </a:lnTo>
                  <a:lnTo>
                    <a:pt x="99683" y="46603"/>
                  </a:lnTo>
                  <a:lnTo>
                    <a:pt x="154636" y="26813"/>
                  </a:lnTo>
                  <a:close/>
                  <a:moveTo>
                    <a:pt x="11501" y="146832"/>
                  </a:moveTo>
                  <a:lnTo>
                    <a:pt x="11501" y="59371"/>
                  </a:lnTo>
                  <a:lnTo>
                    <a:pt x="194254" y="59371"/>
                  </a:lnTo>
                  <a:lnTo>
                    <a:pt x="194254" y="146832"/>
                  </a:lnTo>
                  <a:lnTo>
                    <a:pt x="11501" y="146832"/>
                  </a:lnTo>
                  <a:close/>
                </a:path>
              </a:pathLst>
            </a:custGeom>
            <a:solidFill>
              <a:srgbClr val="00ABAB"/>
            </a:solidFill>
            <a:ln w="6390" cap="flat">
              <a:noFill/>
              <a:prstDash val="solid"/>
              <a:miter/>
            </a:ln>
          </p:spPr>
          <p:txBody>
            <a:bodyPr rtlCol="0" anchor="ctr"/>
            <a:lstStyle/>
            <a:p>
              <a:endParaRPr lang="en-US"/>
            </a:p>
          </p:txBody>
        </p:sp>
      </p:grpSp>
      <p:grpSp>
        <p:nvGrpSpPr>
          <p:cNvPr id="1811" name="Graphic 1100">
            <a:extLst>
              <a:ext uri="{FF2B5EF4-FFF2-40B4-BE49-F238E27FC236}">
                <a16:creationId xmlns:a16="http://schemas.microsoft.com/office/drawing/2014/main" id="{7C395779-345C-D64F-9988-278CAB605852}"/>
              </a:ext>
            </a:extLst>
          </p:cNvPr>
          <p:cNvGrpSpPr/>
          <p:nvPr/>
        </p:nvGrpSpPr>
        <p:grpSpPr>
          <a:xfrm>
            <a:off x="7802752" y="922173"/>
            <a:ext cx="361674" cy="361971"/>
            <a:chOff x="7802752" y="922173"/>
            <a:chExt cx="361674" cy="361971"/>
          </a:xfrm>
          <a:solidFill>
            <a:srgbClr val="00ABAB"/>
          </a:solidFill>
        </p:grpSpPr>
        <p:sp>
          <p:nvSpPr>
            <p:cNvPr id="1812" name="Graphic 1100">
              <a:extLst>
                <a:ext uri="{FF2B5EF4-FFF2-40B4-BE49-F238E27FC236}">
                  <a16:creationId xmlns:a16="http://schemas.microsoft.com/office/drawing/2014/main" id="{AAB0B5A6-6782-AB4C-AD45-205DF3762ABB}"/>
                </a:ext>
              </a:extLst>
            </p:cNvPr>
            <p:cNvSpPr/>
            <p:nvPr/>
          </p:nvSpPr>
          <p:spPr>
            <a:xfrm>
              <a:off x="7802752" y="922173"/>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180836 w 361674"/>
                <a:gd name="connsiteY7" fmla="*/ 349204 h 361971"/>
                <a:gd name="connsiteX8" fmla="*/ 12780 w 361674"/>
                <a:gd name="connsiteY8" fmla="*/ 181305 h 361971"/>
                <a:gd name="connsiteX9" fmla="*/ 180836 w 361674"/>
                <a:gd name="connsiteY9" fmla="*/ 12768 h 361971"/>
                <a:gd name="connsiteX10" fmla="*/ 348890 w 361674"/>
                <a:gd name="connsiteY10" fmla="*/ 180667 h 361971"/>
                <a:gd name="connsiteX11" fmla="*/ 348890 w 361674"/>
                <a:gd name="connsiteY11" fmla="*/ 180667 h 361971"/>
                <a:gd name="connsiteX12" fmla="*/ 180836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6" y="0"/>
                  </a:moveTo>
                  <a:cubicBezTo>
                    <a:pt x="80513" y="0"/>
                    <a:pt x="0" y="81077"/>
                    <a:pt x="0" y="180667"/>
                  </a:cubicBezTo>
                  <a:cubicBezTo>
                    <a:pt x="0" y="280895"/>
                    <a:pt x="81153" y="361972"/>
                    <a:pt x="180836" y="361972"/>
                  </a:cubicBezTo>
                  <a:cubicBezTo>
                    <a:pt x="281157" y="361972"/>
                    <a:pt x="361670" y="280895"/>
                    <a:pt x="361670" y="181305"/>
                  </a:cubicBezTo>
                  <a:lnTo>
                    <a:pt x="361670" y="181305"/>
                  </a:lnTo>
                  <a:cubicBezTo>
                    <a:pt x="362310" y="81077"/>
                    <a:pt x="281157" y="0"/>
                    <a:pt x="180836" y="0"/>
                  </a:cubicBezTo>
                  <a:cubicBezTo>
                    <a:pt x="180836" y="0"/>
                    <a:pt x="180836"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lnTo>
                    <a:pt x="348890" y="180667"/>
                  </a:lnTo>
                  <a:cubicBezTo>
                    <a:pt x="348890" y="273873"/>
                    <a:pt x="273490" y="349204"/>
                    <a:pt x="180836" y="349204"/>
                  </a:cubicBezTo>
                  <a:close/>
                </a:path>
              </a:pathLst>
            </a:custGeom>
            <a:solidFill>
              <a:srgbClr val="00ABAB"/>
            </a:solidFill>
            <a:ln w="6390" cap="flat">
              <a:noFill/>
              <a:prstDash val="solid"/>
              <a:miter/>
            </a:ln>
          </p:spPr>
          <p:txBody>
            <a:bodyPr rtlCol="0" anchor="ctr"/>
            <a:lstStyle/>
            <a:p>
              <a:endParaRPr lang="en-US"/>
            </a:p>
          </p:txBody>
        </p:sp>
        <p:sp>
          <p:nvSpPr>
            <p:cNvPr id="1813" name="Graphic 1100">
              <a:extLst>
                <a:ext uri="{FF2B5EF4-FFF2-40B4-BE49-F238E27FC236}">
                  <a16:creationId xmlns:a16="http://schemas.microsoft.com/office/drawing/2014/main" id="{1E1988A4-B331-AD45-A216-F1B299287AB3}"/>
                </a:ext>
              </a:extLst>
            </p:cNvPr>
            <p:cNvSpPr/>
            <p:nvPr/>
          </p:nvSpPr>
          <p:spPr>
            <a:xfrm>
              <a:off x="7880070" y="1023040"/>
              <a:ext cx="208951" cy="160237"/>
            </a:xfrm>
            <a:custGeom>
              <a:avLst/>
              <a:gdLst>
                <a:gd name="connsiteX0" fmla="*/ 191059 w 208951"/>
                <a:gd name="connsiteY0" fmla="*/ 19152 h 160237"/>
                <a:gd name="connsiteX1" fmla="*/ 79235 w 208951"/>
                <a:gd name="connsiteY1" fmla="*/ 19152 h 160237"/>
                <a:gd name="connsiteX2" fmla="*/ 57509 w 208951"/>
                <a:gd name="connsiteY2" fmla="*/ 1277 h 160237"/>
                <a:gd name="connsiteX3" fmla="*/ 53676 w 208951"/>
                <a:gd name="connsiteY3" fmla="*/ 0 h 160237"/>
                <a:gd name="connsiteX4" fmla="*/ 12780 w 208951"/>
                <a:gd name="connsiteY4" fmla="*/ 0 h 160237"/>
                <a:gd name="connsiteX5" fmla="*/ 0 w 208951"/>
                <a:gd name="connsiteY5" fmla="*/ 12768 h 160237"/>
                <a:gd name="connsiteX6" fmla="*/ 0 w 208951"/>
                <a:gd name="connsiteY6" fmla="*/ 153854 h 160237"/>
                <a:gd name="connsiteX7" fmla="*/ 6390 w 208951"/>
                <a:gd name="connsiteY7" fmla="*/ 160238 h 160237"/>
                <a:gd name="connsiteX8" fmla="*/ 202561 w 208951"/>
                <a:gd name="connsiteY8" fmla="*/ 160238 h 160237"/>
                <a:gd name="connsiteX9" fmla="*/ 208951 w 208951"/>
                <a:gd name="connsiteY9" fmla="*/ 153854 h 160237"/>
                <a:gd name="connsiteX10" fmla="*/ 208951 w 208951"/>
                <a:gd name="connsiteY10" fmla="*/ 35750 h 160237"/>
                <a:gd name="connsiteX11" fmla="*/ 191059 w 208951"/>
                <a:gd name="connsiteY11" fmla="*/ 19152 h 160237"/>
                <a:gd name="connsiteX12" fmla="*/ 194893 w 208951"/>
                <a:gd name="connsiteY12" fmla="*/ 147470 h 160237"/>
                <a:gd name="connsiteX13" fmla="*/ 11502 w 208951"/>
                <a:gd name="connsiteY13" fmla="*/ 147470 h 160237"/>
                <a:gd name="connsiteX14" fmla="*/ 11502 w 208951"/>
                <a:gd name="connsiteY14" fmla="*/ 12768 h 160237"/>
                <a:gd name="connsiteX15" fmla="*/ 50481 w 208951"/>
                <a:gd name="connsiteY15" fmla="*/ 12768 h 160237"/>
                <a:gd name="connsiteX16" fmla="*/ 72207 w 208951"/>
                <a:gd name="connsiteY16" fmla="*/ 30643 h 160237"/>
                <a:gd name="connsiteX17" fmla="*/ 76040 w 208951"/>
                <a:gd name="connsiteY17" fmla="*/ 31920 h 160237"/>
                <a:gd name="connsiteX18" fmla="*/ 189782 w 208951"/>
                <a:gd name="connsiteY18" fmla="*/ 31920 h 160237"/>
                <a:gd name="connsiteX19" fmla="*/ 194254 w 208951"/>
                <a:gd name="connsiteY19" fmla="*/ 35750 h 160237"/>
                <a:gd name="connsiteX20" fmla="*/ 194254 w 208951"/>
                <a:gd name="connsiteY20" fmla="*/ 35750 h 160237"/>
                <a:gd name="connsiteX21" fmla="*/ 194893 w 208951"/>
                <a:gd name="connsiteY21" fmla="*/ 147470 h 160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8951" h="160237">
                  <a:moveTo>
                    <a:pt x="191059" y="19152"/>
                  </a:moveTo>
                  <a:lnTo>
                    <a:pt x="79235" y="19152"/>
                  </a:lnTo>
                  <a:lnTo>
                    <a:pt x="57509" y="1277"/>
                  </a:lnTo>
                  <a:cubicBezTo>
                    <a:pt x="56232" y="638"/>
                    <a:pt x="54954" y="0"/>
                    <a:pt x="53676" y="0"/>
                  </a:cubicBezTo>
                  <a:lnTo>
                    <a:pt x="12780" y="0"/>
                  </a:lnTo>
                  <a:cubicBezTo>
                    <a:pt x="5751" y="0"/>
                    <a:pt x="0" y="5746"/>
                    <a:pt x="0" y="12768"/>
                  </a:cubicBezTo>
                  <a:lnTo>
                    <a:pt x="0" y="153854"/>
                  </a:lnTo>
                  <a:cubicBezTo>
                    <a:pt x="0" y="157684"/>
                    <a:pt x="2556" y="160238"/>
                    <a:pt x="6390" y="160238"/>
                  </a:cubicBezTo>
                  <a:lnTo>
                    <a:pt x="202561" y="160238"/>
                  </a:lnTo>
                  <a:cubicBezTo>
                    <a:pt x="206395" y="160238"/>
                    <a:pt x="208951" y="157684"/>
                    <a:pt x="208951" y="153854"/>
                  </a:cubicBezTo>
                  <a:lnTo>
                    <a:pt x="208951" y="35750"/>
                  </a:lnTo>
                  <a:cubicBezTo>
                    <a:pt x="207673" y="26174"/>
                    <a:pt x="200005" y="19152"/>
                    <a:pt x="191059" y="19152"/>
                  </a:cubicBezTo>
                  <a:close/>
                  <a:moveTo>
                    <a:pt x="194893" y="147470"/>
                  </a:moveTo>
                  <a:lnTo>
                    <a:pt x="11502" y="147470"/>
                  </a:lnTo>
                  <a:lnTo>
                    <a:pt x="11502" y="12768"/>
                  </a:lnTo>
                  <a:lnTo>
                    <a:pt x="50481" y="12768"/>
                  </a:lnTo>
                  <a:lnTo>
                    <a:pt x="72207" y="30643"/>
                  </a:lnTo>
                  <a:cubicBezTo>
                    <a:pt x="73484" y="31281"/>
                    <a:pt x="74763" y="31920"/>
                    <a:pt x="76040" y="31920"/>
                  </a:cubicBezTo>
                  <a:lnTo>
                    <a:pt x="189782" y="31920"/>
                  </a:lnTo>
                  <a:cubicBezTo>
                    <a:pt x="192338" y="31920"/>
                    <a:pt x="194254" y="33835"/>
                    <a:pt x="194254" y="35750"/>
                  </a:cubicBezTo>
                  <a:lnTo>
                    <a:pt x="194254" y="35750"/>
                  </a:lnTo>
                  <a:lnTo>
                    <a:pt x="194893" y="147470"/>
                  </a:lnTo>
                  <a:close/>
                </a:path>
              </a:pathLst>
            </a:custGeom>
            <a:solidFill>
              <a:srgbClr val="00ABAB"/>
            </a:solidFill>
            <a:ln w="6390" cap="flat">
              <a:noFill/>
              <a:prstDash val="solid"/>
              <a:miter/>
            </a:ln>
          </p:spPr>
          <p:txBody>
            <a:bodyPr rtlCol="0" anchor="ctr"/>
            <a:lstStyle/>
            <a:p>
              <a:endParaRPr lang="en-US"/>
            </a:p>
          </p:txBody>
        </p:sp>
        <p:sp>
          <p:nvSpPr>
            <p:cNvPr id="1814" name="Graphic 1100">
              <a:extLst>
                <a:ext uri="{FF2B5EF4-FFF2-40B4-BE49-F238E27FC236}">
                  <a16:creationId xmlns:a16="http://schemas.microsoft.com/office/drawing/2014/main" id="{39348B54-1B8D-2E44-996D-9C06F9FC09FA}"/>
                </a:ext>
              </a:extLst>
            </p:cNvPr>
            <p:cNvSpPr/>
            <p:nvPr/>
          </p:nvSpPr>
          <p:spPr>
            <a:xfrm>
              <a:off x="7924160" y="1076027"/>
              <a:ext cx="129077" cy="75969"/>
            </a:xfrm>
            <a:custGeom>
              <a:avLst/>
              <a:gdLst>
                <a:gd name="connsiteX0" fmla="*/ 96488 w 129077"/>
                <a:gd name="connsiteY0" fmla="*/ 13406 h 75969"/>
                <a:gd name="connsiteX1" fmla="*/ 99044 w 129077"/>
                <a:gd name="connsiteY1" fmla="*/ 10853 h 75969"/>
                <a:gd name="connsiteX2" fmla="*/ 99044 w 129077"/>
                <a:gd name="connsiteY2" fmla="*/ 1915 h 75969"/>
                <a:gd name="connsiteX3" fmla="*/ 99044 w 129077"/>
                <a:gd name="connsiteY3" fmla="*/ 1915 h 75969"/>
                <a:gd name="connsiteX4" fmla="*/ 90098 w 129077"/>
                <a:gd name="connsiteY4" fmla="*/ 1915 h 75969"/>
                <a:gd name="connsiteX5" fmla="*/ 83069 w 129077"/>
                <a:gd name="connsiteY5" fmla="*/ 8938 h 75969"/>
                <a:gd name="connsiteX6" fmla="*/ 63899 w 129077"/>
                <a:gd name="connsiteY6" fmla="*/ 6384 h 75969"/>
                <a:gd name="connsiteX7" fmla="*/ 1917 w 129077"/>
                <a:gd name="connsiteY7" fmla="*/ 31920 h 75969"/>
                <a:gd name="connsiteX8" fmla="*/ 0 w 129077"/>
                <a:gd name="connsiteY8" fmla="*/ 36389 h 75969"/>
                <a:gd name="connsiteX9" fmla="*/ 1917 w 129077"/>
                <a:gd name="connsiteY9" fmla="*/ 40857 h 75969"/>
                <a:gd name="connsiteX10" fmla="*/ 31950 w 129077"/>
                <a:gd name="connsiteY10" fmla="*/ 59371 h 75969"/>
                <a:gd name="connsiteX11" fmla="*/ 26199 w 129077"/>
                <a:gd name="connsiteY11" fmla="*/ 65117 h 75969"/>
                <a:gd name="connsiteX12" fmla="*/ 26199 w 129077"/>
                <a:gd name="connsiteY12" fmla="*/ 74054 h 75969"/>
                <a:gd name="connsiteX13" fmla="*/ 35145 w 129077"/>
                <a:gd name="connsiteY13" fmla="*/ 74054 h 75969"/>
                <a:gd name="connsiteX14" fmla="*/ 46008 w 129077"/>
                <a:gd name="connsiteY14" fmla="*/ 63201 h 75969"/>
                <a:gd name="connsiteX15" fmla="*/ 65178 w 129077"/>
                <a:gd name="connsiteY15" fmla="*/ 65755 h 75969"/>
                <a:gd name="connsiteX16" fmla="*/ 127160 w 129077"/>
                <a:gd name="connsiteY16" fmla="*/ 40219 h 75969"/>
                <a:gd name="connsiteX17" fmla="*/ 129077 w 129077"/>
                <a:gd name="connsiteY17" fmla="*/ 35750 h 75969"/>
                <a:gd name="connsiteX18" fmla="*/ 127160 w 129077"/>
                <a:gd name="connsiteY18" fmla="*/ 31281 h 75969"/>
                <a:gd name="connsiteX19" fmla="*/ 96488 w 129077"/>
                <a:gd name="connsiteY19" fmla="*/ 13406 h 75969"/>
                <a:gd name="connsiteX20" fmla="*/ 74763 w 129077"/>
                <a:gd name="connsiteY20" fmla="*/ 36389 h 75969"/>
                <a:gd name="connsiteX21" fmla="*/ 63899 w 129077"/>
                <a:gd name="connsiteY21" fmla="*/ 46603 h 75969"/>
                <a:gd name="connsiteX22" fmla="*/ 63899 w 129077"/>
                <a:gd name="connsiteY22" fmla="*/ 46603 h 75969"/>
                <a:gd name="connsiteX23" fmla="*/ 62622 w 129077"/>
                <a:gd name="connsiteY23" fmla="*/ 46603 h 75969"/>
                <a:gd name="connsiteX24" fmla="*/ 74123 w 129077"/>
                <a:gd name="connsiteY24" fmla="*/ 34473 h 75969"/>
                <a:gd name="connsiteX25" fmla="*/ 74763 w 129077"/>
                <a:gd name="connsiteY25" fmla="*/ 36389 h 75969"/>
                <a:gd name="connsiteX26" fmla="*/ 53676 w 129077"/>
                <a:gd name="connsiteY26" fmla="*/ 37665 h 75969"/>
                <a:gd name="connsiteX27" fmla="*/ 53676 w 129077"/>
                <a:gd name="connsiteY27" fmla="*/ 36389 h 75969"/>
                <a:gd name="connsiteX28" fmla="*/ 64538 w 129077"/>
                <a:gd name="connsiteY28" fmla="*/ 26174 h 75969"/>
                <a:gd name="connsiteX29" fmla="*/ 64538 w 129077"/>
                <a:gd name="connsiteY29" fmla="*/ 26174 h 75969"/>
                <a:gd name="connsiteX30" fmla="*/ 65817 w 129077"/>
                <a:gd name="connsiteY30" fmla="*/ 26174 h 75969"/>
                <a:gd name="connsiteX31" fmla="*/ 53676 w 129077"/>
                <a:gd name="connsiteY31" fmla="*/ 37665 h 75969"/>
                <a:gd name="connsiteX32" fmla="*/ 16614 w 129077"/>
                <a:gd name="connsiteY32" fmla="*/ 36389 h 75969"/>
                <a:gd name="connsiteX33" fmla="*/ 46647 w 129077"/>
                <a:gd name="connsiteY33" fmla="*/ 21706 h 75969"/>
                <a:gd name="connsiteX34" fmla="*/ 44091 w 129077"/>
                <a:gd name="connsiteY34" fmla="*/ 47880 h 75969"/>
                <a:gd name="connsiteX35" fmla="*/ 42173 w 129077"/>
                <a:gd name="connsiteY35" fmla="*/ 49795 h 75969"/>
                <a:gd name="connsiteX36" fmla="*/ 16614 w 129077"/>
                <a:gd name="connsiteY36" fmla="*/ 36389 h 75969"/>
                <a:gd name="connsiteX37" fmla="*/ 82430 w 129077"/>
                <a:gd name="connsiteY37" fmla="*/ 51072 h 75969"/>
                <a:gd name="connsiteX38" fmla="*/ 88181 w 129077"/>
                <a:gd name="connsiteY38" fmla="*/ 36389 h 75969"/>
                <a:gd name="connsiteX39" fmla="*/ 84986 w 129077"/>
                <a:gd name="connsiteY39" fmla="*/ 24898 h 75969"/>
                <a:gd name="connsiteX40" fmla="*/ 86903 w 129077"/>
                <a:gd name="connsiteY40" fmla="*/ 22982 h 75969"/>
                <a:gd name="connsiteX41" fmla="*/ 112463 w 129077"/>
                <a:gd name="connsiteY41" fmla="*/ 36389 h 75969"/>
                <a:gd name="connsiteX42" fmla="*/ 82430 w 129077"/>
                <a:gd name="connsiteY42" fmla="*/ 51072 h 75969"/>
                <a:gd name="connsiteX43" fmla="*/ 82430 w 129077"/>
                <a:gd name="connsiteY43" fmla="*/ 51072 h 7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29077" h="75969">
                  <a:moveTo>
                    <a:pt x="96488" y="13406"/>
                  </a:moveTo>
                  <a:lnTo>
                    <a:pt x="99044" y="10853"/>
                  </a:lnTo>
                  <a:cubicBezTo>
                    <a:pt x="101600" y="8299"/>
                    <a:pt x="101600" y="4469"/>
                    <a:pt x="99044" y="1915"/>
                  </a:cubicBezTo>
                  <a:cubicBezTo>
                    <a:pt x="99044" y="1915"/>
                    <a:pt x="99044" y="1915"/>
                    <a:pt x="99044" y="1915"/>
                  </a:cubicBezTo>
                  <a:cubicBezTo>
                    <a:pt x="96488" y="-638"/>
                    <a:pt x="92654" y="-638"/>
                    <a:pt x="90098" y="1915"/>
                  </a:cubicBezTo>
                  <a:lnTo>
                    <a:pt x="83069" y="8938"/>
                  </a:lnTo>
                  <a:cubicBezTo>
                    <a:pt x="76679" y="7661"/>
                    <a:pt x="70289" y="6384"/>
                    <a:pt x="63899" y="6384"/>
                  </a:cubicBezTo>
                  <a:cubicBezTo>
                    <a:pt x="30033" y="6384"/>
                    <a:pt x="2556" y="31281"/>
                    <a:pt x="1917" y="31920"/>
                  </a:cubicBezTo>
                  <a:cubicBezTo>
                    <a:pt x="639" y="33197"/>
                    <a:pt x="0" y="35112"/>
                    <a:pt x="0" y="36389"/>
                  </a:cubicBezTo>
                  <a:cubicBezTo>
                    <a:pt x="0" y="38304"/>
                    <a:pt x="639" y="39581"/>
                    <a:pt x="1917" y="40857"/>
                  </a:cubicBezTo>
                  <a:cubicBezTo>
                    <a:pt x="10863" y="48518"/>
                    <a:pt x="21087" y="54902"/>
                    <a:pt x="31950" y="59371"/>
                  </a:cubicBezTo>
                  <a:lnTo>
                    <a:pt x="26199" y="65117"/>
                  </a:lnTo>
                  <a:cubicBezTo>
                    <a:pt x="23643" y="67670"/>
                    <a:pt x="23643" y="71501"/>
                    <a:pt x="26199" y="74054"/>
                  </a:cubicBezTo>
                  <a:cubicBezTo>
                    <a:pt x="28755" y="76608"/>
                    <a:pt x="32589" y="76608"/>
                    <a:pt x="35145" y="74054"/>
                  </a:cubicBezTo>
                  <a:lnTo>
                    <a:pt x="46008" y="63201"/>
                  </a:lnTo>
                  <a:cubicBezTo>
                    <a:pt x="52398" y="65117"/>
                    <a:pt x="58788" y="65755"/>
                    <a:pt x="65178" y="65755"/>
                  </a:cubicBezTo>
                  <a:cubicBezTo>
                    <a:pt x="99044" y="65755"/>
                    <a:pt x="126521" y="41496"/>
                    <a:pt x="127160" y="40219"/>
                  </a:cubicBezTo>
                  <a:cubicBezTo>
                    <a:pt x="128438" y="38942"/>
                    <a:pt x="129077" y="37027"/>
                    <a:pt x="129077" y="35750"/>
                  </a:cubicBezTo>
                  <a:cubicBezTo>
                    <a:pt x="129077" y="33835"/>
                    <a:pt x="128438" y="32558"/>
                    <a:pt x="127160" y="31281"/>
                  </a:cubicBezTo>
                  <a:cubicBezTo>
                    <a:pt x="117575" y="24259"/>
                    <a:pt x="107351" y="17875"/>
                    <a:pt x="96488" y="13406"/>
                  </a:cubicBezTo>
                  <a:close/>
                  <a:moveTo>
                    <a:pt x="74763" y="36389"/>
                  </a:moveTo>
                  <a:cubicBezTo>
                    <a:pt x="74763" y="42134"/>
                    <a:pt x="70289" y="46603"/>
                    <a:pt x="63899" y="46603"/>
                  </a:cubicBezTo>
                  <a:lnTo>
                    <a:pt x="63899" y="46603"/>
                  </a:lnTo>
                  <a:lnTo>
                    <a:pt x="62622" y="46603"/>
                  </a:lnTo>
                  <a:lnTo>
                    <a:pt x="74123" y="34473"/>
                  </a:lnTo>
                  <a:cubicBezTo>
                    <a:pt x="74763" y="35750"/>
                    <a:pt x="74763" y="35750"/>
                    <a:pt x="74763" y="36389"/>
                  </a:cubicBezTo>
                  <a:close/>
                  <a:moveTo>
                    <a:pt x="53676" y="37665"/>
                  </a:moveTo>
                  <a:cubicBezTo>
                    <a:pt x="53676" y="37027"/>
                    <a:pt x="53676" y="37027"/>
                    <a:pt x="53676" y="36389"/>
                  </a:cubicBezTo>
                  <a:cubicBezTo>
                    <a:pt x="53676" y="30643"/>
                    <a:pt x="58148" y="26174"/>
                    <a:pt x="64538" y="26174"/>
                  </a:cubicBezTo>
                  <a:lnTo>
                    <a:pt x="64538" y="26174"/>
                  </a:lnTo>
                  <a:lnTo>
                    <a:pt x="65817" y="26174"/>
                  </a:lnTo>
                  <a:lnTo>
                    <a:pt x="53676" y="37665"/>
                  </a:lnTo>
                  <a:close/>
                  <a:moveTo>
                    <a:pt x="16614" y="36389"/>
                  </a:moveTo>
                  <a:cubicBezTo>
                    <a:pt x="25560" y="30005"/>
                    <a:pt x="35783" y="24898"/>
                    <a:pt x="46647" y="21706"/>
                  </a:cubicBezTo>
                  <a:cubicBezTo>
                    <a:pt x="40257" y="28728"/>
                    <a:pt x="39618" y="39581"/>
                    <a:pt x="44091" y="47880"/>
                  </a:cubicBezTo>
                  <a:lnTo>
                    <a:pt x="42173" y="49795"/>
                  </a:lnTo>
                  <a:cubicBezTo>
                    <a:pt x="33228" y="46603"/>
                    <a:pt x="24282" y="42134"/>
                    <a:pt x="16614" y="36389"/>
                  </a:cubicBezTo>
                  <a:close/>
                  <a:moveTo>
                    <a:pt x="82430" y="51072"/>
                  </a:moveTo>
                  <a:cubicBezTo>
                    <a:pt x="85625" y="47241"/>
                    <a:pt x="88181" y="41496"/>
                    <a:pt x="88181" y="36389"/>
                  </a:cubicBezTo>
                  <a:cubicBezTo>
                    <a:pt x="88181" y="32558"/>
                    <a:pt x="86903" y="28728"/>
                    <a:pt x="84986" y="24898"/>
                  </a:cubicBezTo>
                  <a:lnTo>
                    <a:pt x="86903" y="22982"/>
                  </a:lnTo>
                  <a:cubicBezTo>
                    <a:pt x="95849" y="26174"/>
                    <a:pt x="104795" y="30643"/>
                    <a:pt x="112463" y="36389"/>
                  </a:cubicBezTo>
                  <a:cubicBezTo>
                    <a:pt x="103517" y="42773"/>
                    <a:pt x="93293" y="47880"/>
                    <a:pt x="82430" y="51072"/>
                  </a:cubicBezTo>
                  <a:lnTo>
                    <a:pt x="82430" y="51072"/>
                  </a:lnTo>
                  <a:close/>
                </a:path>
              </a:pathLst>
            </a:custGeom>
            <a:solidFill>
              <a:srgbClr val="00ABAB"/>
            </a:solidFill>
            <a:ln w="6390" cap="flat">
              <a:noFill/>
              <a:prstDash val="solid"/>
              <a:miter/>
            </a:ln>
          </p:spPr>
          <p:txBody>
            <a:bodyPr rtlCol="0" anchor="ctr"/>
            <a:lstStyle/>
            <a:p>
              <a:endParaRPr lang="en-US"/>
            </a:p>
          </p:txBody>
        </p:sp>
      </p:grpSp>
      <p:grpSp>
        <p:nvGrpSpPr>
          <p:cNvPr id="1815" name="Graphic 1100">
            <a:extLst>
              <a:ext uri="{FF2B5EF4-FFF2-40B4-BE49-F238E27FC236}">
                <a16:creationId xmlns:a16="http://schemas.microsoft.com/office/drawing/2014/main" id="{528E37B7-C16A-544B-852B-E7E3F5232E21}"/>
              </a:ext>
            </a:extLst>
          </p:cNvPr>
          <p:cNvGrpSpPr/>
          <p:nvPr/>
        </p:nvGrpSpPr>
        <p:grpSpPr>
          <a:xfrm>
            <a:off x="6754802" y="4797250"/>
            <a:ext cx="362309" cy="361971"/>
            <a:chOff x="6754802" y="4797250"/>
            <a:chExt cx="362309" cy="361971"/>
          </a:xfrm>
          <a:solidFill>
            <a:srgbClr val="00ABAB"/>
          </a:solidFill>
        </p:grpSpPr>
        <p:sp>
          <p:nvSpPr>
            <p:cNvPr id="1816" name="Graphic 1100">
              <a:extLst>
                <a:ext uri="{FF2B5EF4-FFF2-40B4-BE49-F238E27FC236}">
                  <a16:creationId xmlns:a16="http://schemas.microsoft.com/office/drawing/2014/main" id="{4D81235A-645C-5048-BF94-67A3DF3D48EA}"/>
                </a:ext>
              </a:extLst>
            </p:cNvPr>
            <p:cNvSpPr/>
            <p:nvPr/>
          </p:nvSpPr>
          <p:spPr>
            <a:xfrm>
              <a:off x="6754802" y="4797250"/>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8565 h 361971"/>
                <a:gd name="connsiteX7" fmla="*/ 12780 w 362309"/>
                <a:gd name="connsiteY7" fmla="*/ 180667 h 361971"/>
                <a:gd name="connsiteX8" fmla="*/ 180836 w 362309"/>
                <a:gd name="connsiteY8" fmla="*/ 12129 h 361971"/>
                <a:gd name="connsiteX9" fmla="*/ 349530 w 362309"/>
                <a:gd name="connsiteY9" fmla="*/ 180028 h 361971"/>
                <a:gd name="connsiteX10" fmla="*/ 349530 w 362309"/>
                <a:gd name="connsiteY10" fmla="*/ 180028 h 361971"/>
                <a:gd name="connsiteX11" fmla="*/ 181474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lose/>
                  <a:moveTo>
                    <a:pt x="181474" y="348565"/>
                  </a:moveTo>
                  <a:cubicBezTo>
                    <a:pt x="88181" y="348565"/>
                    <a:pt x="12780" y="273234"/>
                    <a:pt x="12780" y="180667"/>
                  </a:cubicBezTo>
                  <a:cubicBezTo>
                    <a:pt x="12780" y="87461"/>
                    <a:pt x="88181" y="12129"/>
                    <a:pt x="180836" y="12129"/>
                  </a:cubicBezTo>
                  <a:cubicBezTo>
                    <a:pt x="274128" y="12129"/>
                    <a:pt x="349530" y="87461"/>
                    <a:pt x="349530" y="180028"/>
                  </a:cubicBezTo>
                  <a:cubicBezTo>
                    <a:pt x="349530" y="180028"/>
                    <a:pt x="349530" y="180028"/>
                    <a:pt x="349530" y="180028"/>
                  </a:cubicBezTo>
                  <a:cubicBezTo>
                    <a:pt x="349530" y="273234"/>
                    <a:pt x="274767" y="348565"/>
                    <a:pt x="181474" y="348565"/>
                  </a:cubicBezTo>
                  <a:close/>
                </a:path>
              </a:pathLst>
            </a:custGeom>
            <a:solidFill>
              <a:srgbClr val="00ABAB"/>
            </a:solidFill>
            <a:ln w="6390" cap="flat">
              <a:noFill/>
              <a:prstDash val="solid"/>
              <a:miter/>
            </a:ln>
          </p:spPr>
          <p:txBody>
            <a:bodyPr rtlCol="0" anchor="ctr"/>
            <a:lstStyle/>
            <a:p>
              <a:endParaRPr lang="en-US"/>
            </a:p>
          </p:txBody>
        </p:sp>
        <p:sp>
          <p:nvSpPr>
            <p:cNvPr id="1817" name="Graphic 1100">
              <a:extLst>
                <a:ext uri="{FF2B5EF4-FFF2-40B4-BE49-F238E27FC236}">
                  <a16:creationId xmlns:a16="http://schemas.microsoft.com/office/drawing/2014/main" id="{9692562B-0C04-D548-9AD9-841DDC0394B9}"/>
                </a:ext>
              </a:extLst>
            </p:cNvPr>
            <p:cNvSpPr/>
            <p:nvPr/>
          </p:nvSpPr>
          <p:spPr>
            <a:xfrm>
              <a:off x="6832760" y="4890456"/>
              <a:ext cx="207672" cy="160876"/>
            </a:xfrm>
            <a:custGeom>
              <a:avLst/>
              <a:gdLst>
                <a:gd name="connsiteX0" fmla="*/ 191059 w 207672"/>
                <a:gd name="connsiteY0" fmla="*/ 19152 h 160876"/>
                <a:gd name="connsiteX1" fmla="*/ 79235 w 207672"/>
                <a:gd name="connsiteY1" fmla="*/ 19152 h 160876"/>
                <a:gd name="connsiteX2" fmla="*/ 57509 w 207672"/>
                <a:gd name="connsiteY2" fmla="*/ 1277 h 160876"/>
                <a:gd name="connsiteX3" fmla="*/ 53675 w 207672"/>
                <a:gd name="connsiteY3" fmla="*/ 0 h 160876"/>
                <a:gd name="connsiteX4" fmla="*/ 12780 w 207672"/>
                <a:gd name="connsiteY4" fmla="*/ 0 h 160876"/>
                <a:gd name="connsiteX5" fmla="*/ 0 w 207672"/>
                <a:gd name="connsiteY5" fmla="*/ 12768 h 160876"/>
                <a:gd name="connsiteX6" fmla="*/ 0 w 207672"/>
                <a:gd name="connsiteY6" fmla="*/ 153854 h 160876"/>
                <a:gd name="connsiteX7" fmla="*/ 6390 w 207672"/>
                <a:gd name="connsiteY7" fmla="*/ 160238 h 160876"/>
                <a:gd name="connsiteX8" fmla="*/ 62621 w 207672"/>
                <a:gd name="connsiteY8" fmla="*/ 160238 h 160876"/>
                <a:gd name="connsiteX9" fmla="*/ 69011 w 207672"/>
                <a:gd name="connsiteY9" fmla="*/ 153854 h 160876"/>
                <a:gd name="connsiteX10" fmla="*/ 62621 w 207672"/>
                <a:gd name="connsiteY10" fmla="*/ 147470 h 160876"/>
                <a:gd name="connsiteX11" fmla="*/ 12140 w 207672"/>
                <a:gd name="connsiteY11" fmla="*/ 147470 h 160876"/>
                <a:gd name="connsiteX12" fmla="*/ 12140 w 207672"/>
                <a:gd name="connsiteY12" fmla="*/ 12768 h 160876"/>
                <a:gd name="connsiteX13" fmla="*/ 51119 w 207672"/>
                <a:gd name="connsiteY13" fmla="*/ 12768 h 160876"/>
                <a:gd name="connsiteX14" fmla="*/ 72845 w 207672"/>
                <a:gd name="connsiteY14" fmla="*/ 30643 h 160876"/>
                <a:gd name="connsiteX15" fmla="*/ 76679 w 207672"/>
                <a:gd name="connsiteY15" fmla="*/ 31920 h 160876"/>
                <a:gd name="connsiteX16" fmla="*/ 190420 w 207672"/>
                <a:gd name="connsiteY16" fmla="*/ 31920 h 160876"/>
                <a:gd name="connsiteX17" fmla="*/ 194893 w 207672"/>
                <a:gd name="connsiteY17" fmla="*/ 36389 h 160876"/>
                <a:gd name="connsiteX18" fmla="*/ 194893 w 207672"/>
                <a:gd name="connsiteY18" fmla="*/ 148108 h 160876"/>
                <a:gd name="connsiteX19" fmla="*/ 182752 w 207672"/>
                <a:gd name="connsiteY19" fmla="*/ 148108 h 160876"/>
                <a:gd name="connsiteX20" fmla="*/ 176362 w 207672"/>
                <a:gd name="connsiteY20" fmla="*/ 154492 h 160876"/>
                <a:gd name="connsiteX21" fmla="*/ 182752 w 207672"/>
                <a:gd name="connsiteY21" fmla="*/ 160876 h 160876"/>
                <a:gd name="connsiteX22" fmla="*/ 201283 w 207672"/>
                <a:gd name="connsiteY22" fmla="*/ 160876 h 160876"/>
                <a:gd name="connsiteX23" fmla="*/ 207673 w 207672"/>
                <a:gd name="connsiteY23" fmla="*/ 154492 h 160876"/>
                <a:gd name="connsiteX24" fmla="*/ 207673 w 207672"/>
                <a:gd name="connsiteY24" fmla="*/ 36389 h 160876"/>
                <a:gd name="connsiteX25" fmla="*/ 191059 w 207672"/>
                <a:gd name="connsiteY25" fmla="*/ 19152 h 16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7672" h="160876">
                  <a:moveTo>
                    <a:pt x="191059" y="19152"/>
                  </a:moveTo>
                  <a:lnTo>
                    <a:pt x="79235" y="19152"/>
                  </a:lnTo>
                  <a:lnTo>
                    <a:pt x="57509" y="1277"/>
                  </a:lnTo>
                  <a:cubicBezTo>
                    <a:pt x="56231" y="639"/>
                    <a:pt x="54953" y="0"/>
                    <a:pt x="53675" y="0"/>
                  </a:cubicBezTo>
                  <a:lnTo>
                    <a:pt x="12780" y="0"/>
                  </a:lnTo>
                  <a:cubicBezTo>
                    <a:pt x="5750" y="0"/>
                    <a:pt x="0" y="5746"/>
                    <a:pt x="0" y="12768"/>
                  </a:cubicBezTo>
                  <a:lnTo>
                    <a:pt x="0" y="153854"/>
                  </a:lnTo>
                  <a:cubicBezTo>
                    <a:pt x="0" y="157684"/>
                    <a:pt x="2555" y="160238"/>
                    <a:pt x="6390" y="160238"/>
                  </a:cubicBezTo>
                  <a:lnTo>
                    <a:pt x="62621" y="160238"/>
                  </a:lnTo>
                  <a:cubicBezTo>
                    <a:pt x="66455" y="160238"/>
                    <a:pt x="69011" y="157684"/>
                    <a:pt x="69011" y="153854"/>
                  </a:cubicBezTo>
                  <a:cubicBezTo>
                    <a:pt x="69011" y="150024"/>
                    <a:pt x="66455" y="147470"/>
                    <a:pt x="62621" y="147470"/>
                  </a:cubicBezTo>
                  <a:lnTo>
                    <a:pt x="12140" y="147470"/>
                  </a:lnTo>
                  <a:lnTo>
                    <a:pt x="12140" y="12768"/>
                  </a:lnTo>
                  <a:lnTo>
                    <a:pt x="51119" y="12768"/>
                  </a:lnTo>
                  <a:lnTo>
                    <a:pt x="72845" y="30643"/>
                  </a:lnTo>
                  <a:cubicBezTo>
                    <a:pt x="74123" y="31282"/>
                    <a:pt x="75401" y="31920"/>
                    <a:pt x="76679" y="31920"/>
                  </a:cubicBezTo>
                  <a:lnTo>
                    <a:pt x="190420" y="31920"/>
                  </a:lnTo>
                  <a:cubicBezTo>
                    <a:pt x="192976" y="31920"/>
                    <a:pt x="194253" y="33835"/>
                    <a:pt x="194893" y="36389"/>
                  </a:cubicBezTo>
                  <a:lnTo>
                    <a:pt x="194893" y="148108"/>
                  </a:lnTo>
                  <a:lnTo>
                    <a:pt x="182752" y="148108"/>
                  </a:lnTo>
                  <a:cubicBezTo>
                    <a:pt x="178918" y="148108"/>
                    <a:pt x="176362" y="150662"/>
                    <a:pt x="176362" y="154492"/>
                  </a:cubicBezTo>
                  <a:cubicBezTo>
                    <a:pt x="176362" y="158323"/>
                    <a:pt x="178918" y="160876"/>
                    <a:pt x="182752" y="160876"/>
                  </a:cubicBezTo>
                  <a:lnTo>
                    <a:pt x="201283" y="160876"/>
                  </a:lnTo>
                  <a:cubicBezTo>
                    <a:pt x="205117" y="160876"/>
                    <a:pt x="207673" y="158323"/>
                    <a:pt x="207673" y="154492"/>
                  </a:cubicBezTo>
                  <a:lnTo>
                    <a:pt x="207673" y="36389"/>
                  </a:lnTo>
                  <a:cubicBezTo>
                    <a:pt x="207673" y="26813"/>
                    <a:pt x="200005" y="19152"/>
                    <a:pt x="191059" y="19152"/>
                  </a:cubicBezTo>
                  <a:close/>
                </a:path>
              </a:pathLst>
            </a:custGeom>
            <a:solidFill>
              <a:srgbClr val="00ABAB"/>
            </a:solidFill>
            <a:ln w="6390" cap="flat">
              <a:noFill/>
              <a:prstDash val="solid"/>
              <a:miter/>
            </a:ln>
          </p:spPr>
          <p:txBody>
            <a:bodyPr rtlCol="0" anchor="ctr"/>
            <a:lstStyle/>
            <a:p>
              <a:endParaRPr lang="en-US"/>
            </a:p>
          </p:txBody>
        </p:sp>
        <p:sp>
          <p:nvSpPr>
            <p:cNvPr id="1818" name="Graphic 1100">
              <a:extLst>
                <a:ext uri="{FF2B5EF4-FFF2-40B4-BE49-F238E27FC236}">
                  <a16:creationId xmlns:a16="http://schemas.microsoft.com/office/drawing/2014/main" id="{C7CB68C2-A403-0645-84C1-902D527777CE}"/>
                </a:ext>
              </a:extLst>
            </p:cNvPr>
            <p:cNvSpPr/>
            <p:nvPr/>
          </p:nvSpPr>
          <p:spPr>
            <a:xfrm>
              <a:off x="6907522" y="4934810"/>
              <a:ext cx="93292" cy="130567"/>
            </a:xfrm>
            <a:custGeom>
              <a:avLst/>
              <a:gdLst>
                <a:gd name="connsiteX0" fmla="*/ 70289 w 93292"/>
                <a:gd name="connsiteY0" fmla="*/ 18209 h 130567"/>
                <a:gd name="connsiteX1" fmla="*/ 65177 w 93292"/>
                <a:gd name="connsiteY1" fmla="*/ 15656 h 130567"/>
                <a:gd name="connsiteX2" fmla="*/ 49842 w 93292"/>
                <a:gd name="connsiteY2" fmla="*/ 15656 h 130567"/>
                <a:gd name="connsiteX3" fmla="*/ 43452 w 93292"/>
                <a:gd name="connsiteY3" fmla="*/ 3526 h 130567"/>
                <a:gd name="connsiteX4" fmla="*/ 21726 w 93292"/>
                <a:gd name="connsiteY4" fmla="*/ 4165 h 130567"/>
                <a:gd name="connsiteX5" fmla="*/ 16614 w 93292"/>
                <a:gd name="connsiteY5" fmla="*/ 15656 h 130567"/>
                <a:gd name="connsiteX6" fmla="*/ 16614 w 93292"/>
                <a:gd name="connsiteY6" fmla="*/ 15656 h 130567"/>
                <a:gd name="connsiteX7" fmla="*/ 6390 w 93292"/>
                <a:gd name="connsiteY7" fmla="*/ 15656 h 130567"/>
                <a:gd name="connsiteX8" fmla="*/ 0 w 93292"/>
                <a:gd name="connsiteY8" fmla="*/ 22040 h 130567"/>
                <a:gd name="connsiteX9" fmla="*/ 0 w 93292"/>
                <a:gd name="connsiteY9" fmla="*/ 124184 h 130567"/>
                <a:gd name="connsiteX10" fmla="*/ 6390 w 93292"/>
                <a:gd name="connsiteY10" fmla="*/ 130567 h 130567"/>
                <a:gd name="connsiteX11" fmla="*/ 86903 w 93292"/>
                <a:gd name="connsiteY11" fmla="*/ 130567 h 130567"/>
                <a:gd name="connsiteX12" fmla="*/ 93293 w 93292"/>
                <a:gd name="connsiteY12" fmla="*/ 124184 h 130567"/>
                <a:gd name="connsiteX13" fmla="*/ 93293 w 93292"/>
                <a:gd name="connsiteY13" fmla="*/ 47576 h 130567"/>
                <a:gd name="connsiteX14" fmla="*/ 92015 w 93292"/>
                <a:gd name="connsiteY14" fmla="*/ 43745 h 130567"/>
                <a:gd name="connsiteX15" fmla="*/ 70289 w 93292"/>
                <a:gd name="connsiteY15" fmla="*/ 18209 h 130567"/>
                <a:gd name="connsiteX16" fmla="*/ 66456 w 93292"/>
                <a:gd name="connsiteY16" fmla="*/ 34169 h 130567"/>
                <a:gd name="connsiteX17" fmla="*/ 69012 w 93292"/>
                <a:gd name="connsiteY17" fmla="*/ 37361 h 130567"/>
                <a:gd name="connsiteX18" fmla="*/ 66456 w 93292"/>
                <a:gd name="connsiteY18" fmla="*/ 37361 h 130567"/>
                <a:gd name="connsiteX19" fmla="*/ 66456 w 93292"/>
                <a:gd name="connsiteY19" fmla="*/ 34169 h 130567"/>
                <a:gd name="connsiteX20" fmla="*/ 29394 w 93292"/>
                <a:gd name="connsiteY20" fmla="*/ 15656 h 130567"/>
                <a:gd name="connsiteX21" fmla="*/ 30032 w 93292"/>
                <a:gd name="connsiteY21" fmla="*/ 14379 h 130567"/>
                <a:gd name="connsiteX22" fmla="*/ 36422 w 93292"/>
                <a:gd name="connsiteY22" fmla="*/ 14379 h 130567"/>
                <a:gd name="connsiteX23" fmla="*/ 37062 w 93292"/>
                <a:gd name="connsiteY23" fmla="*/ 16294 h 130567"/>
                <a:gd name="connsiteX24" fmla="*/ 29394 w 93292"/>
                <a:gd name="connsiteY24" fmla="*/ 15656 h 130567"/>
                <a:gd name="connsiteX25" fmla="*/ 29394 w 93292"/>
                <a:gd name="connsiteY25" fmla="*/ 15656 h 130567"/>
                <a:gd name="connsiteX26" fmla="*/ 79874 w 93292"/>
                <a:gd name="connsiteY26" fmla="*/ 117800 h 130567"/>
                <a:gd name="connsiteX27" fmla="*/ 12780 w 93292"/>
                <a:gd name="connsiteY27" fmla="*/ 117800 h 130567"/>
                <a:gd name="connsiteX28" fmla="*/ 12780 w 93292"/>
                <a:gd name="connsiteY28" fmla="*/ 28424 h 130567"/>
                <a:gd name="connsiteX29" fmla="*/ 37062 w 93292"/>
                <a:gd name="connsiteY29" fmla="*/ 28424 h 130567"/>
                <a:gd name="connsiteX30" fmla="*/ 37062 w 93292"/>
                <a:gd name="connsiteY30" fmla="*/ 52683 h 130567"/>
                <a:gd name="connsiteX31" fmla="*/ 30032 w 93292"/>
                <a:gd name="connsiteY31" fmla="*/ 52683 h 130567"/>
                <a:gd name="connsiteX32" fmla="*/ 29394 w 93292"/>
                <a:gd name="connsiteY32" fmla="*/ 51406 h 130567"/>
                <a:gd name="connsiteX33" fmla="*/ 29394 w 93292"/>
                <a:gd name="connsiteY33" fmla="*/ 41192 h 130567"/>
                <a:gd name="connsiteX34" fmla="*/ 23004 w 93292"/>
                <a:gd name="connsiteY34" fmla="*/ 34808 h 130567"/>
                <a:gd name="connsiteX35" fmla="*/ 16614 w 93292"/>
                <a:gd name="connsiteY35" fmla="*/ 41192 h 130567"/>
                <a:gd name="connsiteX36" fmla="*/ 16614 w 93292"/>
                <a:gd name="connsiteY36" fmla="*/ 51406 h 130567"/>
                <a:gd name="connsiteX37" fmla="*/ 24282 w 93292"/>
                <a:gd name="connsiteY37" fmla="*/ 64174 h 130567"/>
                <a:gd name="connsiteX38" fmla="*/ 33227 w 93292"/>
                <a:gd name="connsiteY38" fmla="*/ 66089 h 130567"/>
                <a:gd name="connsiteX39" fmla="*/ 44091 w 93292"/>
                <a:gd name="connsiteY39" fmla="*/ 62897 h 130567"/>
                <a:gd name="connsiteX40" fmla="*/ 49202 w 93292"/>
                <a:gd name="connsiteY40" fmla="*/ 53321 h 130567"/>
                <a:gd name="connsiteX41" fmla="*/ 49202 w 93292"/>
                <a:gd name="connsiteY41" fmla="*/ 28424 h 130567"/>
                <a:gd name="connsiteX42" fmla="*/ 53037 w 93292"/>
                <a:gd name="connsiteY42" fmla="*/ 28424 h 130567"/>
                <a:gd name="connsiteX43" fmla="*/ 53037 w 93292"/>
                <a:gd name="connsiteY43" fmla="*/ 41192 h 130567"/>
                <a:gd name="connsiteX44" fmla="*/ 61343 w 93292"/>
                <a:gd name="connsiteY44" fmla="*/ 48853 h 130567"/>
                <a:gd name="connsiteX45" fmla="*/ 61343 w 93292"/>
                <a:gd name="connsiteY45" fmla="*/ 48853 h 130567"/>
                <a:gd name="connsiteX46" fmla="*/ 79235 w 93292"/>
                <a:gd name="connsiteY46" fmla="*/ 48853 h 130567"/>
                <a:gd name="connsiteX47" fmla="*/ 79235 w 93292"/>
                <a:gd name="connsiteY47" fmla="*/ 48853 h 130567"/>
                <a:gd name="connsiteX48" fmla="*/ 79874 w 93292"/>
                <a:gd name="connsiteY48" fmla="*/ 117800 h 13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93292" h="130567">
                  <a:moveTo>
                    <a:pt x="70289" y="18209"/>
                  </a:moveTo>
                  <a:cubicBezTo>
                    <a:pt x="69012" y="16933"/>
                    <a:pt x="67094" y="15656"/>
                    <a:pt x="65177" y="15656"/>
                  </a:cubicBezTo>
                  <a:lnTo>
                    <a:pt x="49842" y="15656"/>
                  </a:lnTo>
                  <a:cubicBezTo>
                    <a:pt x="49842" y="10549"/>
                    <a:pt x="47286" y="6080"/>
                    <a:pt x="43452" y="3526"/>
                  </a:cubicBezTo>
                  <a:cubicBezTo>
                    <a:pt x="37062" y="-1581"/>
                    <a:pt x="27477" y="-943"/>
                    <a:pt x="21726" y="4165"/>
                  </a:cubicBezTo>
                  <a:cubicBezTo>
                    <a:pt x="18531" y="6718"/>
                    <a:pt x="16614" y="11187"/>
                    <a:pt x="16614" y="15656"/>
                  </a:cubicBezTo>
                  <a:lnTo>
                    <a:pt x="16614" y="15656"/>
                  </a:lnTo>
                  <a:lnTo>
                    <a:pt x="6390" y="15656"/>
                  </a:lnTo>
                  <a:cubicBezTo>
                    <a:pt x="2556" y="15656"/>
                    <a:pt x="0" y="18209"/>
                    <a:pt x="0" y="22040"/>
                  </a:cubicBezTo>
                  <a:lnTo>
                    <a:pt x="0" y="124184"/>
                  </a:lnTo>
                  <a:cubicBezTo>
                    <a:pt x="0" y="128014"/>
                    <a:pt x="2556" y="130567"/>
                    <a:pt x="6390" y="130567"/>
                  </a:cubicBezTo>
                  <a:lnTo>
                    <a:pt x="86903" y="130567"/>
                  </a:lnTo>
                  <a:cubicBezTo>
                    <a:pt x="90737" y="130567"/>
                    <a:pt x="93293" y="128014"/>
                    <a:pt x="93293" y="124184"/>
                  </a:cubicBezTo>
                  <a:lnTo>
                    <a:pt x="93293" y="47576"/>
                  </a:lnTo>
                  <a:cubicBezTo>
                    <a:pt x="93293" y="46299"/>
                    <a:pt x="92654" y="44384"/>
                    <a:pt x="92015" y="43745"/>
                  </a:cubicBezTo>
                  <a:lnTo>
                    <a:pt x="70289" y="18209"/>
                  </a:lnTo>
                  <a:close/>
                  <a:moveTo>
                    <a:pt x="66456" y="34169"/>
                  </a:moveTo>
                  <a:lnTo>
                    <a:pt x="69012" y="37361"/>
                  </a:lnTo>
                  <a:lnTo>
                    <a:pt x="66456" y="37361"/>
                  </a:lnTo>
                  <a:lnTo>
                    <a:pt x="66456" y="34169"/>
                  </a:lnTo>
                  <a:close/>
                  <a:moveTo>
                    <a:pt x="29394" y="15656"/>
                  </a:moveTo>
                  <a:cubicBezTo>
                    <a:pt x="29394" y="15017"/>
                    <a:pt x="29394" y="14379"/>
                    <a:pt x="30032" y="14379"/>
                  </a:cubicBezTo>
                  <a:cubicBezTo>
                    <a:pt x="31950" y="13102"/>
                    <a:pt x="33227" y="12464"/>
                    <a:pt x="36422" y="14379"/>
                  </a:cubicBezTo>
                  <a:cubicBezTo>
                    <a:pt x="37062" y="15017"/>
                    <a:pt x="37062" y="15656"/>
                    <a:pt x="37062" y="16294"/>
                  </a:cubicBezTo>
                  <a:lnTo>
                    <a:pt x="29394" y="15656"/>
                  </a:lnTo>
                  <a:lnTo>
                    <a:pt x="29394" y="15656"/>
                  </a:lnTo>
                  <a:close/>
                  <a:moveTo>
                    <a:pt x="79874" y="117800"/>
                  </a:moveTo>
                  <a:lnTo>
                    <a:pt x="12780" y="117800"/>
                  </a:lnTo>
                  <a:lnTo>
                    <a:pt x="12780" y="28424"/>
                  </a:lnTo>
                  <a:lnTo>
                    <a:pt x="37062" y="28424"/>
                  </a:lnTo>
                  <a:lnTo>
                    <a:pt x="37062" y="52683"/>
                  </a:lnTo>
                  <a:cubicBezTo>
                    <a:pt x="34506" y="53960"/>
                    <a:pt x="31950" y="53960"/>
                    <a:pt x="30032" y="52683"/>
                  </a:cubicBezTo>
                  <a:cubicBezTo>
                    <a:pt x="30032" y="52683"/>
                    <a:pt x="29394" y="52045"/>
                    <a:pt x="29394" y="51406"/>
                  </a:cubicBezTo>
                  <a:lnTo>
                    <a:pt x="29394" y="41192"/>
                  </a:lnTo>
                  <a:cubicBezTo>
                    <a:pt x="29394" y="37361"/>
                    <a:pt x="26837" y="34808"/>
                    <a:pt x="23004" y="34808"/>
                  </a:cubicBezTo>
                  <a:cubicBezTo>
                    <a:pt x="19170" y="34808"/>
                    <a:pt x="16614" y="37361"/>
                    <a:pt x="16614" y="41192"/>
                  </a:cubicBezTo>
                  <a:lnTo>
                    <a:pt x="16614" y="51406"/>
                  </a:lnTo>
                  <a:cubicBezTo>
                    <a:pt x="16614" y="56513"/>
                    <a:pt x="19809" y="61621"/>
                    <a:pt x="24282" y="64174"/>
                  </a:cubicBezTo>
                  <a:cubicBezTo>
                    <a:pt x="27477" y="65451"/>
                    <a:pt x="30032" y="66089"/>
                    <a:pt x="33227" y="66089"/>
                  </a:cubicBezTo>
                  <a:cubicBezTo>
                    <a:pt x="37062" y="66089"/>
                    <a:pt x="40896" y="64813"/>
                    <a:pt x="44091" y="62897"/>
                  </a:cubicBezTo>
                  <a:cubicBezTo>
                    <a:pt x="47286" y="60982"/>
                    <a:pt x="49202" y="57152"/>
                    <a:pt x="49202" y="53321"/>
                  </a:cubicBezTo>
                  <a:lnTo>
                    <a:pt x="49202" y="28424"/>
                  </a:lnTo>
                  <a:lnTo>
                    <a:pt x="53037" y="28424"/>
                  </a:lnTo>
                  <a:lnTo>
                    <a:pt x="53037" y="41192"/>
                  </a:lnTo>
                  <a:cubicBezTo>
                    <a:pt x="53037" y="45661"/>
                    <a:pt x="56871" y="49491"/>
                    <a:pt x="61343" y="48853"/>
                  </a:cubicBezTo>
                  <a:lnTo>
                    <a:pt x="61343" y="48853"/>
                  </a:lnTo>
                  <a:lnTo>
                    <a:pt x="79235" y="48853"/>
                  </a:lnTo>
                  <a:lnTo>
                    <a:pt x="79235" y="48853"/>
                  </a:lnTo>
                  <a:lnTo>
                    <a:pt x="79874" y="117800"/>
                  </a:lnTo>
                  <a:close/>
                </a:path>
              </a:pathLst>
            </a:custGeom>
            <a:solidFill>
              <a:srgbClr val="00ABAB"/>
            </a:solidFill>
            <a:ln w="6390" cap="flat">
              <a:noFill/>
              <a:prstDash val="solid"/>
              <a:miter/>
            </a:ln>
          </p:spPr>
          <p:txBody>
            <a:bodyPr rtlCol="0" anchor="ctr"/>
            <a:lstStyle/>
            <a:p>
              <a:endParaRPr lang="en-US"/>
            </a:p>
          </p:txBody>
        </p:sp>
      </p:grpSp>
      <p:grpSp>
        <p:nvGrpSpPr>
          <p:cNvPr id="1819" name="Graphic 1100">
            <a:extLst>
              <a:ext uri="{FF2B5EF4-FFF2-40B4-BE49-F238E27FC236}">
                <a16:creationId xmlns:a16="http://schemas.microsoft.com/office/drawing/2014/main" id="{1A9BEFC1-B2FB-FD49-B2B3-DE3EB51A7BD4}"/>
              </a:ext>
            </a:extLst>
          </p:cNvPr>
          <p:cNvGrpSpPr/>
          <p:nvPr/>
        </p:nvGrpSpPr>
        <p:grpSpPr>
          <a:xfrm>
            <a:off x="7802752" y="1406717"/>
            <a:ext cx="361674" cy="361971"/>
            <a:chOff x="7802752" y="1406717"/>
            <a:chExt cx="361674" cy="361971"/>
          </a:xfrm>
          <a:solidFill>
            <a:srgbClr val="00ABAB"/>
          </a:solidFill>
        </p:grpSpPr>
        <p:sp>
          <p:nvSpPr>
            <p:cNvPr id="1820" name="Graphic 1100">
              <a:extLst>
                <a:ext uri="{FF2B5EF4-FFF2-40B4-BE49-F238E27FC236}">
                  <a16:creationId xmlns:a16="http://schemas.microsoft.com/office/drawing/2014/main" id="{BECA5F71-C7BE-B24C-97FC-EBC9610B4EE3}"/>
                </a:ext>
              </a:extLst>
            </p:cNvPr>
            <p:cNvSpPr/>
            <p:nvPr/>
          </p:nvSpPr>
          <p:spPr>
            <a:xfrm>
              <a:off x="7802752" y="1406717"/>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180836 w 361674"/>
                <a:gd name="connsiteY7" fmla="*/ 348565 h 361971"/>
                <a:gd name="connsiteX8" fmla="*/ 12780 w 361674"/>
                <a:gd name="connsiteY8" fmla="*/ 180667 h 361971"/>
                <a:gd name="connsiteX9" fmla="*/ 180836 w 361674"/>
                <a:gd name="connsiteY9" fmla="*/ 12130 h 361971"/>
                <a:gd name="connsiteX10" fmla="*/ 348890 w 361674"/>
                <a:gd name="connsiteY10" fmla="*/ 180028 h 361971"/>
                <a:gd name="connsiteX11" fmla="*/ 348890 w 361674"/>
                <a:gd name="connsiteY11" fmla="*/ 180028 h 361971"/>
                <a:gd name="connsiteX12" fmla="*/ 180836 w 361674"/>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6" y="0"/>
                  </a:moveTo>
                  <a:cubicBezTo>
                    <a:pt x="80513" y="0"/>
                    <a:pt x="0" y="81077"/>
                    <a:pt x="0" y="180667"/>
                  </a:cubicBezTo>
                  <a:cubicBezTo>
                    <a:pt x="0" y="280257"/>
                    <a:pt x="81153" y="361972"/>
                    <a:pt x="180836" y="361972"/>
                  </a:cubicBezTo>
                  <a:cubicBezTo>
                    <a:pt x="281157" y="361972"/>
                    <a:pt x="361670" y="280895"/>
                    <a:pt x="361670" y="181305"/>
                  </a:cubicBezTo>
                  <a:cubicBezTo>
                    <a:pt x="361670" y="181305"/>
                    <a:pt x="361670" y="181305"/>
                    <a:pt x="361670" y="181305"/>
                  </a:cubicBezTo>
                  <a:cubicBezTo>
                    <a:pt x="362310" y="80438"/>
                    <a:pt x="281157" y="0"/>
                    <a:pt x="180836" y="0"/>
                  </a:cubicBezTo>
                  <a:cubicBezTo>
                    <a:pt x="180836" y="0"/>
                    <a:pt x="180836" y="0"/>
                    <a:pt x="180836" y="0"/>
                  </a:cubicBezTo>
                  <a:close/>
                  <a:moveTo>
                    <a:pt x="180836" y="348565"/>
                  </a:moveTo>
                  <a:cubicBezTo>
                    <a:pt x="87543" y="348565"/>
                    <a:pt x="12780" y="273234"/>
                    <a:pt x="12780" y="180667"/>
                  </a:cubicBezTo>
                  <a:cubicBezTo>
                    <a:pt x="12780" y="87461"/>
                    <a:pt x="88181" y="12130"/>
                    <a:pt x="180836" y="12130"/>
                  </a:cubicBezTo>
                  <a:cubicBezTo>
                    <a:pt x="274128" y="12130"/>
                    <a:pt x="348890" y="87461"/>
                    <a:pt x="348890" y="180028"/>
                  </a:cubicBezTo>
                  <a:lnTo>
                    <a:pt x="348890" y="180028"/>
                  </a:lnTo>
                  <a:cubicBezTo>
                    <a:pt x="348890" y="273234"/>
                    <a:pt x="273490" y="348565"/>
                    <a:pt x="180836" y="348565"/>
                  </a:cubicBezTo>
                  <a:close/>
                </a:path>
              </a:pathLst>
            </a:custGeom>
            <a:solidFill>
              <a:srgbClr val="00ABAB"/>
            </a:solidFill>
            <a:ln w="6390" cap="flat">
              <a:noFill/>
              <a:prstDash val="solid"/>
              <a:miter/>
            </a:ln>
          </p:spPr>
          <p:txBody>
            <a:bodyPr rtlCol="0" anchor="ctr"/>
            <a:lstStyle/>
            <a:p>
              <a:endParaRPr lang="en-US"/>
            </a:p>
          </p:txBody>
        </p:sp>
        <p:sp>
          <p:nvSpPr>
            <p:cNvPr id="1821" name="Graphic 1100">
              <a:extLst>
                <a:ext uri="{FF2B5EF4-FFF2-40B4-BE49-F238E27FC236}">
                  <a16:creationId xmlns:a16="http://schemas.microsoft.com/office/drawing/2014/main" id="{7D57A045-EE09-9B49-AFAD-6CE6F20458B0}"/>
                </a:ext>
              </a:extLst>
            </p:cNvPr>
            <p:cNvSpPr/>
            <p:nvPr/>
          </p:nvSpPr>
          <p:spPr>
            <a:xfrm>
              <a:off x="7880070" y="1506946"/>
              <a:ext cx="208951" cy="160876"/>
            </a:xfrm>
            <a:custGeom>
              <a:avLst/>
              <a:gdLst>
                <a:gd name="connsiteX0" fmla="*/ 191059 w 208951"/>
                <a:gd name="connsiteY0" fmla="*/ 19152 h 160876"/>
                <a:gd name="connsiteX1" fmla="*/ 79235 w 208951"/>
                <a:gd name="connsiteY1" fmla="*/ 19152 h 160876"/>
                <a:gd name="connsiteX2" fmla="*/ 57509 w 208951"/>
                <a:gd name="connsiteY2" fmla="*/ 1277 h 160876"/>
                <a:gd name="connsiteX3" fmla="*/ 53676 w 208951"/>
                <a:gd name="connsiteY3" fmla="*/ 0 h 160876"/>
                <a:gd name="connsiteX4" fmla="*/ 12780 w 208951"/>
                <a:gd name="connsiteY4" fmla="*/ 0 h 160876"/>
                <a:gd name="connsiteX5" fmla="*/ 0 w 208951"/>
                <a:gd name="connsiteY5" fmla="*/ 12768 h 160876"/>
                <a:gd name="connsiteX6" fmla="*/ 0 w 208951"/>
                <a:gd name="connsiteY6" fmla="*/ 154492 h 160876"/>
                <a:gd name="connsiteX7" fmla="*/ 6390 w 208951"/>
                <a:gd name="connsiteY7" fmla="*/ 160876 h 160876"/>
                <a:gd name="connsiteX8" fmla="*/ 202561 w 208951"/>
                <a:gd name="connsiteY8" fmla="*/ 160876 h 160876"/>
                <a:gd name="connsiteX9" fmla="*/ 208951 w 208951"/>
                <a:gd name="connsiteY9" fmla="*/ 154492 h 160876"/>
                <a:gd name="connsiteX10" fmla="*/ 208951 w 208951"/>
                <a:gd name="connsiteY10" fmla="*/ 36389 h 160876"/>
                <a:gd name="connsiteX11" fmla="*/ 191059 w 208951"/>
                <a:gd name="connsiteY11" fmla="*/ 19152 h 160876"/>
                <a:gd name="connsiteX12" fmla="*/ 191059 w 208951"/>
                <a:gd name="connsiteY12" fmla="*/ 19152 h 160876"/>
                <a:gd name="connsiteX13" fmla="*/ 194893 w 208951"/>
                <a:gd name="connsiteY13" fmla="*/ 148108 h 160876"/>
                <a:gd name="connsiteX14" fmla="*/ 11502 w 208951"/>
                <a:gd name="connsiteY14" fmla="*/ 148108 h 160876"/>
                <a:gd name="connsiteX15" fmla="*/ 11502 w 208951"/>
                <a:gd name="connsiteY15" fmla="*/ 13406 h 160876"/>
                <a:gd name="connsiteX16" fmla="*/ 50481 w 208951"/>
                <a:gd name="connsiteY16" fmla="*/ 13406 h 160876"/>
                <a:gd name="connsiteX17" fmla="*/ 72207 w 208951"/>
                <a:gd name="connsiteY17" fmla="*/ 31281 h 160876"/>
                <a:gd name="connsiteX18" fmla="*/ 76040 w 208951"/>
                <a:gd name="connsiteY18" fmla="*/ 32558 h 160876"/>
                <a:gd name="connsiteX19" fmla="*/ 189782 w 208951"/>
                <a:gd name="connsiteY19" fmla="*/ 32558 h 160876"/>
                <a:gd name="connsiteX20" fmla="*/ 194254 w 208951"/>
                <a:gd name="connsiteY20" fmla="*/ 36389 h 160876"/>
                <a:gd name="connsiteX21" fmla="*/ 194254 w 208951"/>
                <a:gd name="connsiteY21" fmla="*/ 36389 h 160876"/>
                <a:gd name="connsiteX22" fmla="*/ 194893 w 208951"/>
                <a:gd name="connsiteY22" fmla="*/ 148108 h 16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8951" h="160876">
                  <a:moveTo>
                    <a:pt x="191059" y="19152"/>
                  </a:moveTo>
                  <a:lnTo>
                    <a:pt x="79235" y="19152"/>
                  </a:lnTo>
                  <a:lnTo>
                    <a:pt x="57509" y="1277"/>
                  </a:lnTo>
                  <a:cubicBezTo>
                    <a:pt x="56232" y="638"/>
                    <a:pt x="54954" y="0"/>
                    <a:pt x="53676" y="0"/>
                  </a:cubicBezTo>
                  <a:lnTo>
                    <a:pt x="12780" y="0"/>
                  </a:lnTo>
                  <a:cubicBezTo>
                    <a:pt x="5751" y="0"/>
                    <a:pt x="0" y="5746"/>
                    <a:pt x="0" y="12768"/>
                  </a:cubicBezTo>
                  <a:lnTo>
                    <a:pt x="0" y="154492"/>
                  </a:lnTo>
                  <a:cubicBezTo>
                    <a:pt x="0" y="158323"/>
                    <a:pt x="2556" y="160876"/>
                    <a:pt x="6390" y="160876"/>
                  </a:cubicBezTo>
                  <a:lnTo>
                    <a:pt x="202561" y="160876"/>
                  </a:lnTo>
                  <a:cubicBezTo>
                    <a:pt x="206395" y="160876"/>
                    <a:pt x="208951" y="158323"/>
                    <a:pt x="208951" y="154492"/>
                  </a:cubicBezTo>
                  <a:lnTo>
                    <a:pt x="208951" y="36389"/>
                  </a:lnTo>
                  <a:cubicBezTo>
                    <a:pt x="208313" y="26813"/>
                    <a:pt x="200644" y="19152"/>
                    <a:pt x="191059" y="19152"/>
                  </a:cubicBezTo>
                  <a:cubicBezTo>
                    <a:pt x="191059" y="19152"/>
                    <a:pt x="191059" y="19152"/>
                    <a:pt x="191059" y="19152"/>
                  </a:cubicBezTo>
                  <a:close/>
                  <a:moveTo>
                    <a:pt x="194893" y="148108"/>
                  </a:moveTo>
                  <a:lnTo>
                    <a:pt x="11502" y="148108"/>
                  </a:lnTo>
                  <a:lnTo>
                    <a:pt x="11502" y="13406"/>
                  </a:lnTo>
                  <a:lnTo>
                    <a:pt x="50481" y="13406"/>
                  </a:lnTo>
                  <a:lnTo>
                    <a:pt x="72207" y="31281"/>
                  </a:lnTo>
                  <a:cubicBezTo>
                    <a:pt x="73484" y="31920"/>
                    <a:pt x="74763" y="32558"/>
                    <a:pt x="76040" y="32558"/>
                  </a:cubicBezTo>
                  <a:lnTo>
                    <a:pt x="189782" y="32558"/>
                  </a:lnTo>
                  <a:cubicBezTo>
                    <a:pt x="192338" y="32558"/>
                    <a:pt x="194254" y="34473"/>
                    <a:pt x="194254" y="36389"/>
                  </a:cubicBezTo>
                  <a:lnTo>
                    <a:pt x="194254" y="36389"/>
                  </a:lnTo>
                  <a:lnTo>
                    <a:pt x="194893" y="148108"/>
                  </a:lnTo>
                  <a:close/>
                </a:path>
              </a:pathLst>
            </a:custGeom>
            <a:solidFill>
              <a:srgbClr val="00ABAB"/>
            </a:solidFill>
            <a:ln w="6390" cap="flat">
              <a:noFill/>
              <a:prstDash val="solid"/>
              <a:miter/>
            </a:ln>
          </p:spPr>
          <p:txBody>
            <a:bodyPr rtlCol="0" anchor="ctr"/>
            <a:lstStyle/>
            <a:p>
              <a:endParaRPr lang="en-US"/>
            </a:p>
          </p:txBody>
        </p:sp>
        <p:sp>
          <p:nvSpPr>
            <p:cNvPr id="1822" name="Graphic 1100">
              <a:extLst>
                <a:ext uri="{FF2B5EF4-FFF2-40B4-BE49-F238E27FC236}">
                  <a16:creationId xmlns:a16="http://schemas.microsoft.com/office/drawing/2014/main" id="{B7E0B440-D840-3E4C-B2C7-2853042AA612}"/>
                </a:ext>
              </a:extLst>
            </p:cNvPr>
            <p:cNvSpPr/>
            <p:nvPr/>
          </p:nvSpPr>
          <p:spPr>
            <a:xfrm>
              <a:off x="7915749" y="1567593"/>
              <a:ext cx="139573" cy="66393"/>
            </a:xfrm>
            <a:custGeom>
              <a:avLst/>
              <a:gdLst>
                <a:gd name="connsiteX0" fmla="*/ 101065 w 139573"/>
                <a:gd name="connsiteY0" fmla="*/ 0 h 66393"/>
                <a:gd name="connsiteX1" fmla="*/ 31414 w 139573"/>
                <a:gd name="connsiteY1" fmla="*/ 0 h 66393"/>
                <a:gd name="connsiteX2" fmla="*/ 4577 w 139573"/>
                <a:gd name="connsiteY2" fmla="*/ 13406 h 66393"/>
                <a:gd name="connsiteX3" fmla="*/ 5216 w 139573"/>
                <a:gd name="connsiteY3" fmla="*/ 37027 h 66393"/>
                <a:gd name="connsiteX4" fmla="*/ 29498 w 139573"/>
                <a:gd name="connsiteY4" fmla="*/ 48518 h 66393"/>
                <a:gd name="connsiteX5" fmla="*/ 104260 w 139573"/>
                <a:gd name="connsiteY5" fmla="*/ 48518 h 66393"/>
                <a:gd name="connsiteX6" fmla="*/ 118957 w 139573"/>
                <a:gd name="connsiteY6" fmla="*/ 40857 h 66393"/>
                <a:gd name="connsiteX7" fmla="*/ 119596 w 139573"/>
                <a:gd name="connsiteY7" fmla="*/ 26174 h 66393"/>
                <a:gd name="connsiteX8" fmla="*/ 104260 w 139573"/>
                <a:gd name="connsiteY8" fmla="*/ 17237 h 66393"/>
                <a:gd name="connsiteX9" fmla="*/ 54419 w 139573"/>
                <a:gd name="connsiteY9" fmla="*/ 17237 h 66393"/>
                <a:gd name="connsiteX10" fmla="*/ 48029 w 139573"/>
                <a:gd name="connsiteY10" fmla="*/ 23621 h 66393"/>
                <a:gd name="connsiteX11" fmla="*/ 54419 w 139573"/>
                <a:gd name="connsiteY11" fmla="*/ 30005 h 66393"/>
                <a:gd name="connsiteX12" fmla="*/ 104260 w 139573"/>
                <a:gd name="connsiteY12" fmla="*/ 30005 h 66393"/>
                <a:gd name="connsiteX13" fmla="*/ 108094 w 139573"/>
                <a:gd name="connsiteY13" fmla="*/ 32558 h 66393"/>
                <a:gd name="connsiteX14" fmla="*/ 108094 w 139573"/>
                <a:gd name="connsiteY14" fmla="*/ 34473 h 66393"/>
                <a:gd name="connsiteX15" fmla="*/ 104260 w 139573"/>
                <a:gd name="connsiteY15" fmla="*/ 36389 h 66393"/>
                <a:gd name="connsiteX16" fmla="*/ 29498 w 139573"/>
                <a:gd name="connsiteY16" fmla="*/ 36389 h 66393"/>
                <a:gd name="connsiteX17" fmla="*/ 14801 w 139573"/>
                <a:gd name="connsiteY17" fmla="*/ 30005 h 66393"/>
                <a:gd name="connsiteX18" fmla="*/ 14801 w 139573"/>
                <a:gd name="connsiteY18" fmla="*/ 22344 h 66393"/>
                <a:gd name="connsiteX19" fmla="*/ 31414 w 139573"/>
                <a:gd name="connsiteY19" fmla="*/ 14045 h 66393"/>
                <a:gd name="connsiteX20" fmla="*/ 101065 w 139573"/>
                <a:gd name="connsiteY20" fmla="*/ 14045 h 66393"/>
                <a:gd name="connsiteX21" fmla="*/ 122791 w 139573"/>
                <a:gd name="connsiteY21" fmla="*/ 24259 h 66393"/>
                <a:gd name="connsiteX22" fmla="*/ 123430 w 139573"/>
                <a:gd name="connsiteY22" fmla="*/ 43411 h 66393"/>
                <a:gd name="connsiteX23" fmla="*/ 102982 w 139573"/>
                <a:gd name="connsiteY23" fmla="*/ 53625 h 66393"/>
                <a:gd name="connsiteX24" fmla="*/ 60809 w 139573"/>
                <a:gd name="connsiteY24" fmla="*/ 53625 h 66393"/>
                <a:gd name="connsiteX25" fmla="*/ 54419 w 139573"/>
                <a:gd name="connsiteY25" fmla="*/ 60009 h 66393"/>
                <a:gd name="connsiteX26" fmla="*/ 60809 w 139573"/>
                <a:gd name="connsiteY26" fmla="*/ 66393 h 66393"/>
                <a:gd name="connsiteX27" fmla="*/ 102982 w 139573"/>
                <a:gd name="connsiteY27" fmla="*/ 66393 h 66393"/>
                <a:gd name="connsiteX28" fmla="*/ 133653 w 139573"/>
                <a:gd name="connsiteY28" fmla="*/ 51072 h 66393"/>
                <a:gd name="connsiteX29" fmla="*/ 133015 w 139573"/>
                <a:gd name="connsiteY29" fmla="*/ 16598 h 66393"/>
                <a:gd name="connsiteX30" fmla="*/ 101065 w 139573"/>
                <a:gd name="connsiteY30" fmla="*/ 0 h 66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9573" h="66393">
                  <a:moveTo>
                    <a:pt x="101065" y="0"/>
                  </a:moveTo>
                  <a:lnTo>
                    <a:pt x="31414" y="0"/>
                  </a:lnTo>
                  <a:cubicBezTo>
                    <a:pt x="20552" y="0"/>
                    <a:pt x="10328" y="5107"/>
                    <a:pt x="4577" y="13406"/>
                  </a:cubicBezTo>
                  <a:cubicBezTo>
                    <a:pt x="-3091" y="24259"/>
                    <a:pt x="104" y="30643"/>
                    <a:pt x="5216" y="37027"/>
                  </a:cubicBezTo>
                  <a:cubicBezTo>
                    <a:pt x="10967" y="44049"/>
                    <a:pt x="20552" y="48518"/>
                    <a:pt x="29498" y="48518"/>
                  </a:cubicBezTo>
                  <a:lnTo>
                    <a:pt x="104260" y="48518"/>
                  </a:lnTo>
                  <a:cubicBezTo>
                    <a:pt x="110011" y="48518"/>
                    <a:pt x="115762" y="45965"/>
                    <a:pt x="118957" y="40857"/>
                  </a:cubicBezTo>
                  <a:cubicBezTo>
                    <a:pt x="121513" y="36389"/>
                    <a:pt x="122152" y="30643"/>
                    <a:pt x="119596" y="26174"/>
                  </a:cubicBezTo>
                  <a:cubicBezTo>
                    <a:pt x="116401" y="20429"/>
                    <a:pt x="110650" y="16598"/>
                    <a:pt x="104260" y="17237"/>
                  </a:cubicBezTo>
                  <a:lnTo>
                    <a:pt x="54419" y="17237"/>
                  </a:lnTo>
                  <a:cubicBezTo>
                    <a:pt x="50584" y="17237"/>
                    <a:pt x="48029" y="19790"/>
                    <a:pt x="48029" y="23621"/>
                  </a:cubicBezTo>
                  <a:cubicBezTo>
                    <a:pt x="48029" y="27451"/>
                    <a:pt x="50584" y="30005"/>
                    <a:pt x="54419" y="30005"/>
                  </a:cubicBezTo>
                  <a:lnTo>
                    <a:pt x="104260" y="30005"/>
                  </a:lnTo>
                  <a:cubicBezTo>
                    <a:pt x="106177" y="30005"/>
                    <a:pt x="107455" y="30643"/>
                    <a:pt x="108094" y="32558"/>
                  </a:cubicBezTo>
                  <a:cubicBezTo>
                    <a:pt x="108733" y="33197"/>
                    <a:pt x="108733" y="33835"/>
                    <a:pt x="108094" y="34473"/>
                  </a:cubicBezTo>
                  <a:cubicBezTo>
                    <a:pt x="107455" y="35750"/>
                    <a:pt x="105538" y="36389"/>
                    <a:pt x="104260" y="36389"/>
                  </a:cubicBezTo>
                  <a:lnTo>
                    <a:pt x="29498" y="36389"/>
                  </a:lnTo>
                  <a:cubicBezTo>
                    <a:pt x="23747" y="36389"/>
                    <a:pt x="18635" y="34473"/>
                    <a:pt x="14801" y="30005"/>
                  </a:cubicBezTo>
                  <a:cubicBezTo>
                    <a:pt x="11606" y="26174"/>
                    <a:pt x="11606" y="26174"/>
                    <a:pt x="14801" y="22344"/>
                  </a:cubicBezTo>
                  <a:cubicBezTo>
                    <a:pt x="18635" y="17237"/>
                    <a:pt x="25025" y="14045"/>
                    <a:pt x="31414" y="14045"/>
                  </a:cubicBezTo>
                  <a:lnTo>
                    <a:pt x="101065" y="14045"/>
                  </a:lnTo>
                  <a:cubicBezTo>
                    <a:pt x="109372" y="14045"/>
                    <a:pt x="117679" y="17875"/>
                    <a:pt x="122791" y="24259"/>
                  </a:cubicBezTo>
                  <a:cubicBezTo>
                    <a:pt x="127903" y="29366"/>
                    <a:pt x="127903" y="37665"/>
                    <a:pt x="123430" y="43411"/>
                  </a:cubicBezTo>
                  <a:cubicBezTo>
                    <a:pt x="118957" y="49795"/>
                    <a:pt x="111289" y="53625"/>
                    <a:pt x="102982" y="53625"/>
                  </a:cubicBezTo>
                  <a:lnTo>
                    <a:pt x="60809" y="53625"/>
                  </a:lnTo>
                  <a:cubicBezTo>
                    <a:pt x="56974" y="53625"/>
                    <a:pt x="54419" y="56179"/>
                    <a:pt x="54419" y="60009"/>
                  </a:cubicBezTo>
                  <a:cubicBezTo>
                    <a:pt x="54419" y="63840"/>
                    <a:pt x="56974" y="66393"/>
                    <a:pt x="60809" y="66393"/>
                  </a:cubicBezTo>
                  <a:lnTo>
                    <a:pt x="102982" y="66393"/>
                  </a:lnTo>
                  <a:cubicBezTo>
                    <a:pt x="115123" y="66393"/>
                    <a:pt x="126625" y="60648"/>
                    <a:pt x="133653" y="51072"/>
                  </a:cubicBezTo>
                  <a:cubicBezTo>
                    <a:pt x="141961" y="40857"/>
                    <a:pt x="141322" y="26813"/>
                    <a:pt x="133015" y="16598"/>
                  </a:cubicBezTo>
                  <a:cubicBezTo>
                    <a:pt x="125347" y="5746"/>
                    <a:pt x="113845" y="0"/>
                    <a:pt x="101065" y="0"/>
                  </a:cubicBezTo>
                  <a:close/>
                </a:path>
              </a:pathLst>
            </a:custGeom>
            <a:solidFill>
              <a:srgbClr val="00ABAB"/>
            </a:solidFill>
            <a:ln w="6390" cap="flat">
              <a:noFill/>
              <a:prstDash val="solid"/>
              <a:miter/>
            </a:ln>
          </p:spPr>
          <p:txBody>
            <a:bodyPr rtlCol="0" anchor="ctr"/>
            <a:lstStyle/>
            <a:p>
              <a:endParaRPr lang="en-US"/>
            </a:p>
          </p:txBody>
        </p:sp>
      </p:grpSp>
      <p:grpSp>
        <p:nvGrpSpPr>
          <p:cNvPr id="1823" name="Graphic 1100">
            <a:extLst>
              <a:ext uri="{FF2B5EF4-FFF2-40B4-BE49-F238E27FC236}">
                <a16:creationId xmlns:a16="http://schemas.microsoft.com/office/drawing/2014/main" id="{BBF760F2-5B17-034E-A9DE-E3C69B9FC618}"/>
              </a:ext>
            </a:extLst>
          </p:cNvPr>
          <p:cNvGrpSpPr/>
          <p:nvPr/>
        </p:nvGrpSpPr>
        <p:grpSpPr>
          <a:xfrm>
            <a:off x="7802752" y="3828162"/>
            <a:ext cx="361674" cy="361971"/>
            <a:chOff x="7802752" y="3828162"/>
            <a:chExt cx="361674" cy="361971"/>
          </a:xfrm>
          <a:solidFill>
            <a:srgbClr val="00ABAB"/>
          </a:solidFill>
        </p:grpSpPr>
        <p:sp>
          <p:nvSpPr>
            <p:cNvPr id="1824" name="Graphic 1100">
              <a:extLst>
                <a:ext uri="{FF2B5EF4-FFF2-40B4-BE49-F238E27FC236}">
                  <a16:creationId xmlns:a16="http://schemas.microsoft.com/office/drawing/2014/main" id="{1AA4C7F8-C9FC-BF40-8BB8-5EB20EEF59A0}"/>
                </a:ext>
              </a:extLst>
            </p:cNvPr>
            <p:cNvSpPr/>
            <p:nvPr/>
          </p:nvSpPr>
          <p:spPr>
            <a:xfrm>
              <a:off x="7802752" y="3828162"/>
              <a:ext cx="361674" cy="361971"/>
            </a:xfrm>
            <a:custGeom>
              <a:avLst/>
              <a:gdLst>
                <a:gd name="connsiteX0" fmla="*/ 180836 w 361674"/>
                <a:gd name="connsiteY0" fmla="*/ 0 h 361971"/>
                <a:gd name="connsiteX1" fmla="*/ 0 w 361674"/>
                <a:gd name="connsiteY1" fmla="*/ 180667 h 361971"/>
                <a:gd name="connsiteX2" fmla="*/ 180836 w 361674"/>
                <a:gd name="connsiteY2" fmla="*/ 361971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349204 h 361971"/>
                <a:gd name="connsiteX7" fmla="*/ 12780 w 361674"/>
                <a:gd name="connsiteY7" fmla="*/ 181305 h 361971"/>
                <a:gd name="connsiteX8" fmla="*/ 180836 w 361674"/>
                <a:gd name="connsiteY8" fmla="*/ 12768 h 361971"/>
                <a:gd name="connsiteX9" fmla="*/ 348890 w 361674"/>
                <a:gd name="connsiteY9" fmla="*/ 180667 h 361971"/>
                <a:gd name="connsiteX10" fmla="*/ 348890 w 361674"/>
                <a:gd name="connsiteY10" fmla="*/ 180667 h 361971"/>
                <a:gd name="connsiteX11" fmla="*/ 180836 w 361674"/>
                <a:gd name="connsiteY11" fmla="*/ 349204 h 361971"/>
                <a:gd name="connsiteX12" fmla="*/ 180836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6" y="0"/>
                  </a:moveTo>
                  <a:cubicBezTo>
                    <a:pt x="80513" y="0"/>
                    <a:pt x="0" y="81076"/>
                    <a:pt x="0" y="180667"/>
                  </a:cubicBezTo>
                  <a:cubicBezTo>
                    <a:pt x="0" y="280895"/>
                    <a:pt x="81153" y="361971"/>
                    <a:pt x="180836" y="361971"/>
                  </a:cubicBezTo>
                  <a:cubicBezTo>
                    <a:pt x="281157" y="361971"/>
                    <a:pt x="361670" y="280895"/>
                    <a:pt x="361670" y="181305"/>
                  </a:cubicBezTo>
                  <a:lnTo>
                    <a:pt x="361670" y="181305"/>
                  </a:lnTo>
                  <a:cubicBezTo>
                    <a:pt x="362310" y="81076"/>
                    <a:pt x="281157"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lnTo>
                    <a:pt x="348890" y="180667"/>
                  </a:lnTo>
                  <a:cubicBezTo>
                    <a:pt x="348890" y="273873"/>
                    <a:pt x="273490" y="349204"/>
                    <a:pt x="180836" y="349204"/>
                  </a:cubicBezTo>
                  <a:lnTo>
                    <a:pt x="180836" y="349204"/>
                  </a:lnTo>
                  <a:close/>
                </a:path>
              </a:pathLst>
            </a:custGeom>
            <a:solidFill>
              <a:srgbClr val="00ABAB"/>
            </a:solidFill>
            <a:ln w="6390" cap="flat">
              <a:noFill/>
              <a:prstDash val="solid"/>
              <a:miter/>
            </a:ln>
          </p:spPr>
          <p:txBody>
            <a:bodyPr rtlCol="0" anchor="ctr"/>
            <a:lstStyle/>
            <a:p>
              <a:endParaRPr lang="en-US"/>
            </a:p>
          </p:txBody>
        </p:sp>
        <p:sp>
          <p:nvSpPr>
            <p:cNvPr id="1825" name="Graphic 1100">
              <a:extLst>
                <a:ext uri="{FF2B5EF4-FFF2-40B4-BE49-F238E27FC236}">
                  <a16:creationId xmlns:a16="http://schemas.microsoft.com/office/drawing/2014/main" id="{D22917D6-CB37-AA4D-84D2-DBB632AFE409}"/>
                </a:ext>
              </a:extLst>
            </p:cNvPr>
            <p:cNvSpPr/>
            <p:nvPr/>
          </p:nvSpPr>
          <p:spPr>
            <a:xfrm>
              <a:off x="7880709" y="3922645"/>
              <a:ext cx="208311" cy="160237"/>
            </a:xfrm>
            <a:custGeom>
              <a:avLst/>
              <a:gdLst>
                <a:gd name="connsiteX0" fmla="*/ 190420 w 208311"/>
                <a:gd name="connsiteY0" fmla="*/ 19152 h 160237"/>
                <a:gd name="connsiteX1" fmla="*/ 185308 w 208311"/>
                <a:gd name="connsiteY1" fmla="*/ 19152 h 160237"/>
                <a:gd name="connsiteX2" fmla="*/ 178918 w 208311"/>
                <a:gd name="connsiteY2" fmla="*/ 25536 h 160237"/>
                <a:gd name="connsiteX3" fmla="*/ 185308 w 208311"/>
                <a:gd name="connsiteY3" fmla="*/ 31920 h 160237"/>
                <a:gd name="connsiteX4" fmla="*/ 190420 w 208311"/>
                <a:gd name="connsiteY4" fmla="*/ 31920 h 160237"/>
                <a:gd name="connsiteX5" fmla="*/ 194893 w 208311"/>
                <a:gd name="connsiteY5" fmla="*/ 35750 h 160237"/>
                <a:gd name="connsiteX6" fmla="*/ 194893 w 208311"/>
                <a:gd name="connsiteY6" fmla="*/ 35750 h 160237"/>
                <a:gd name="connsiteX7" fmla="*/ 194893 w 208311"/>
                <a:gd name="connsiteY7" fmla="*/ 47241 h 160237"/>
                <a:gd name="connsiteX8" fmla="*/ 182752 w 208311"/>
                <a:gd name="connsiteY8" fmla="*/ 47241 h 160237"/>
                <a:gd name="connsiteX9" fmla="*/ 173806 w 208311"/>
                <a:gd name="connsiteY9" fmla="*/ 26813 h 160237"/>
                <a:gd name="connsiteX10" fmla="*/ 150802 w 208311"/>
                <a:gd name="connsiteY10" fmla="*/ 15960 h 160237"/>
                <a:gd name="connsiteX11" fmla="*/ 61343 w 208311"/>
                <a:gd name="connsiteY11" fmla="*/ 47880 h 160237"/>
                <a:gd name="connsiteX12" fmla="*/ 12140 w 208311"/>
                <a:gd name="connsiteY12" fmla="*/ 47880 h 160237"/>
                <a:gd name="connsiteX13" fmla="*/ 12140 w 208311"/>
                <a:gd name="connsiteY13" fmla="*/ 12768 h 160237"/>
                <a:gd name="connsiteX14" fmla="*/ 51119 w 208311"/>
                <a:gd name="connsiteY14" fmla="*/ 12768 h 160237"/>
                <a:gd name="connsiteX15" fmla="*/ 72845 w 208311"/>
                <a:gd name="connsiteY15" fmla="*/ 30643 h 160237"/>
                <a:gd name="connsiteX16" fmla="*/ 76679 w 208311"/>
                <a:gd name="connsiteY16" fmla="*/ 31920 h 160237"/>
                <a:gd name="connsiteX17" fmla="*/ 93932 w 208311"/>
                <a:gd name="connsiteY17" fmla="*/ 31920 h 160237"/>
                <a:gd name="connsiteX18" fmla="*/ 100322 w 208311"/>
                <a:gd name="connsiteY18" fmla="*/ 25536 h 160237"/>
                <a:gd name="connsiteX19" fmla="*/ 93932 w 208311"/>
                <a:gd name="connsiteY19" fmla="*/ 19152 h 160237"/>
                <a:gd name="connsiteX20" fmla="*/ 79235 w 208311"/>
                <a:gd name="connsiteY20" fmla="*/ 19152 h 160237"/>
                <a:gd name="connsiteX21" fmla="*/ 57509 w 208311"/>
                <a:gd name="connsiteY21" fmla="*/ 1277 h 160237"/>
                <a:gd name="connsiteX22" fmla="*/ 53675 w 208311"/>
                <a:gd name="connsiteY22" fmla="*/ 0 h 160237"/>
                <a:gd name="connsiteX23" fmla="*/ 12780 w 208311"/>
                <a:gd name="connsiteY23" fmla="*/ 0 h 160237"/>
                <a:gd name="connsiteX24" fmla="*/ 0 w 208311"/>
                <a:gd name="connsiteY24" fmla="*/ 12768 h 160237"/>
                <a:gd name="connsiteX25" fmla="*/ 0 w 208311"/>
                <a:gd name="connsiteY25" fmla="*/ 153854 h 160237"/>
                <a:gd name="connsiteX26" fmla="*/ 6390 w 208311"/>
                <a:gd name="connsiteY26" fmla="*/ 160238 h 160237"/>
                <a:gd name="connsiteX27" fmla="*/ 102878 w 208311"/>
                <a:gd name="connsiteY27" fmla="*/ 160238 h 160237"/>
                <a:gd name="connsiteX28" fmla="*/ 109268 w 208311"/>
                <a:gd name="connsiteY28" fmla="*/ 153854 h 160237"/>
                <a:gd name="connsiteX29" fmla="*/ 102878 w 208311"/>
                <a:gd name="connsiteY29" fmla="*/ 147470 h 160237"/>
                <a:gd name="connsiteX30" fmla="*/ 12780 w 208311"/>
                <a:gd name="connsiteY30" fmla="*/ 147470 h 160237"/>
                <a:gd name="connsiteX31" fmla="*/ 12780 w 208311"/>
                <a:gd name="connsiteY31" fmla="*/ 60009 h 160237"/>
                <a:gd name="connsiteX32" fmla="*/ 195532 w 208311"/>
                <a:gd name="connsiteY32" fmla="*/ 60009 h 160237"/>
                <a:gd name="connsiteX33" fmla="*/ 195532 w 208311"/>
                <a:gd name="connsiteY33" fmla="*/ 74693 h 160237"/>
                <a:gd name="connsiteX34" fmla="*/ 201922 w 208311"/>
                <a:gd name="connsiteY34" fmla="*/ 81077 h 160237"/>
                <a:gd name="connsiteX35" fmla="*/ 208312 w 208311"/>
                <a:gd name="connsiteY35" fmla="*/ 74693 h 160237"/>
                <a:gd name="connsiteX36" fmla="*/ 208312 w 208311"/>
                <a:gd name="connsiteY36" fmla="*/ 35750 h 160237"/>
                <a:gd name="connsiteX37" fmla="*/ 190420 w 208311"/>
                <a:gd name="connsiteY37" fmla="*/ 19152 h 160237"/>
                <a:gd name="connsiteX38" fmla="*/ 190420 w 208311"/>
                <a:gd name="connsiteY38" fmla="*/ 19152 h 160237"/>
                <a:gd name="connsiteX39" fmla="*/ 154636 w 208311"/>
                <a:gd name="connsiteY39" fmla="*/ 28089 h 160237"/>
                <a:gd name="connsiteX40" fmla="*/ 161665 w 208311"/>
                <a:gd name="connsiteY40" fmla="*/ 32558 h 160237"/>
                <a:gd name="connsiteX41" fmla="*/ 168694 w 208311"/>
                <a:gd name="connsiteY41" fmla="*/ 47880 h 160237"/>
                <a:gd name="connsiteX42" fmla="*/ 99683 w 208311"/>
                <a:gd name="connsiteY42" fmla="*/ 47880 h 160237"/>
                <a:gd name="connsiteX43" fmla="*/ 154636 w 208311"/>
                <a:gd name="connsiteY43" fmla="*/ 28089 h 160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8311" h="160237">
                  <a:moveTo>
                    <a:pt x="190420" y="19152"/>
                  </a:moveTo>
                  <a:lnTo>
                    <a:pt x="185308" y="19152"/>
                  </a:lnTo>
                  <a:cubicBezTo>
                    <a:pt x="181474" y="19152"/>
                    <a:pt x="178918" y="21705"/>
                    <a:pt x="178918" y="25536"/>
                  </a:cubicBezTo>
                  <a:cubicBezTo>
                    <a:pt x="178918" y="29366"/>
                    <a:pt x="181474" y="31920"/>
                    <a:pt x="185308" y="31920"/>
                  </a:cubicBezTo>
                  <a:lnTo>
                    <a:pt x="190420" y="31920"/>
                  </a:lnTo>
                  <a:cubicBezTo>
                    <a:pt x="192976" y="31920"/>
                    <a:pt x="194893" y="33835"/>
                    <a:pt x="194893" y="35750"/>
                  </a:cubicBezTo>
                  <a:lnTo>
                    <a:pt x="194893" y="35750"/>
                  </a:lnTo>
                  <a:lnTo>
                    <a:pt x="194893" y="47241"/>
                  </a:lnTo>
                  <a:lnTo>
                    <a:pt x="182752" y="47241"/>
                  </a:lnTo>
                  <a:lnTo>
                    <a:pt x="173806" y="26813"/>
                  </a:lnTo>
                  <a:cubicBezTo>
                    <a:pt x="170611" y="17875"/>
                    <a:pt x="160387" y="12768"/>
                    <a:pt x="150802" y="15960"/>
                  </a:cubicBezTo>
                  <a:lnTo>
                    <a:pt x="61343" y="47880"/>
                  </a:lnTo>
                  <a:lnTo>
                    <a:pt x="12140" y="47880"/>
                  </a:lnTo>
                  <a:lnTo>
                    <a:pt x="12140" y="12768"/>
                  </a:lnTo>
                  <a:lnTo>
                    <a:pt x="51119" y="12768"/>
                  </a:lnTo>
                  <a:lnTo>
                    <a:pt x="72845" y="30643"/>
                  </a:lnTo>
                  <a:cubicBezTo>
                    <a:pt x="74123" y="31281"/>
                    <a:pt x="75401" y="31920"/>
                    <a:pt x="76679" y="31920"/>
                  </a:cubicBezTo>
                  <a:lnTo>
                    <a:pt x="93932" y="31920"/>
                  </a:lnTo>
                  <a:cubicBezTo>
                    <a:pt x="97766" y="31920"/>
                    <a:pt x="100322" y="29366"/>
                    <a:pt x="100322" y="25536"/>
                  </a:cubicBezTo>
                  <a:cubicBezTo>
                    <a:pt x="100322" y="21705"/>
                    <a:pt x="97766" y="19152"/>
                    <a:pt x="93932" y="19152"/>
                  </a:cubicBezTo>
                  <a:lnTo>
                    <a:pt x="79235" y="19152"/>
                  </a:lnTo>
                  <a:lnTo>
                    <a:pt x="57509" y="1277"/>
                  </a:lnTo>
                  <a:cubicBezTo>
                    <a:pt x="56231" y="638"/>
                    <a:pt x="54953" y="0"/>
                    <a:pt x="53675" y="0"/>
                  </a:cubicBezTo>
                  <a:lnTo>
                    <a:pt x="12780" y="0"/>
                  </a:lnTo>
                  <a:cubicBezTo>
                    <a:pt x="5750" y="0"/>
                    <a:pt x="0" y="5745"/>
                    <a:pt x="0" y="12768"/>
                  </a:cubicBezTo>
                  <a:lnTo>
                    <a:pt x="0" y="153854"/>
                  </a:lnTo>
                  <a:cubicBezTo>
                    <a:pt x="0" y="157684"/>
                    <a:pt x="2555" y="160238"/>
                    <a:pt x="6390" y="160238"/>
                  </a:cubicBezTo>
                  <a:lnTo>
                    <a:pt x="102878" y="160238"/>
                  </a:lnTo>
                  <a:cubicBezTo>
                    <a:pt x="106712" y="160238"/>
                    <a:pt x="109268" y="157684"/>
                    <a:pt x="109268" y="153854"/>
                  </a:cubicBezTo>
                  <a:cubicBezTo>
                    <a:pt x="109268" y="150024"/>
                    <a:pt x="106712" y="147470"/>
                    <a:pt x="102878" y="147470"/>
                  </a:cubicBezTo>
                  <a:lnTo>
                    <a:pt x="12780" y="147470"/>
                  </a:lnTo>
                  <a:lnTo>
                    <a:pt x="12780" y="60009"/>
                  </a:lnTo>
                  <a:lnTo>
                    <a:pt x="195532" y="60009"/>
                  </a:lnTo>
                  <a:lnTo>
                    <a:pt x="195532" y="74693"/>
                  </a:lnTo>
                  <a:cubicBezTo>
                    <a:pt x="195532" y="78523"/>
                    <a:pt x="198088" y="81077"/>
                    <a:pt x="201922" y="81077"/>
                  </a:cubicBezTo>
                  <a:cubicBezTo>
                    <a:pt x="205756" y="81077"/>
                    <a:pt x="208312" y="78523"/>
                    <a:pt x="208312" y="74693"/>
                  </a:cubicBezTo>
                  <a:lnTo>
                    <a:pt x="208312" y="35750"/>
                  </a:lnTo>
                  <a:cubicBezTo>
                    <a:pt x="207033" y="26813"/>
                    <a:pt x="200005" y="19152"/>
                    <a:pt x="190420" y="19152"/>
                  </a:cubicBezTo>
                  <a:cubicBezTo>
                    <a:pt x="190420" y="19152"/>
                    <a:pt x="190420" y="19152"/>
                    <a:pt x="190420" y="19152"/>
                  </a:cubicBezTo>
                  <a:close/>
                  <a:moveTo>
                    <a:pt x="154636" y="28089"/>
                  </a:moveTo>
                  <a:cubicBezTo>
                    <a:pt x="157831" y="26813"/>
                    <a:pt x="160387" y="29366"/>
                    <a:pt x="161665" y="32558"/>
                  </a:cubicBezTo>
                  <a:lnTo>
                    <a:pt x="168694" y="47880"/>
                  </a:lnTo>
                  <a:lnTo>
                    <a:pt x="99683" y="47880"/>
                  </a:lnTo>
                  <a:lnTo>
                    <a:pt x="154636" y="28089"/>
                  </a:lnTo>
                  <a:close/>
                </a:path>
              </a:pathLst>
            </a:custGeom>
            <a:solidFill>
              <a:srgbClr val="00ABAB"/>
            </a:solidFill>
            <a:ln w="6390" cap="flat">
              <a:noFill/>
              <a:prstDash val="solid"/>
              <a:miter/>
            </a:ln>
          </p:spPr>
          <p:txBody>
            <a:bodyPr rtlCol="0" anchor="ctr"/>
            <a:lstStyle/>
            <a:p>
              <a:endParaRPr lang="en-US"/>
            </a:p>
          </p:txBody>
        </p:sp>
        <p:sp>
          <p:nvSpPr>
            <p:cNvPr id="1826" name="Graphic 1100">
              <a:extLst>
                <a:ext uri="{FF2B5EF4-FFF2-40B4-BE49-F238E27FC236}">
                  <a16:creationId xmlns:a16="http://schemas.microsoft.com/office/drawing/2014/main" id="{7D0E3C8B-485F-FF40-B1D9-E268E73375AF}"/>
                </a:ext>
              </a:extLst>
            </p:cNvPr>
            <p:cNvSpPr/>
            <p:nvPr/>
          </p:nvSpPr>
          <p:spPr>
            <a:xfrm>
              <a:off x="7989338" y="3996699"/>
              <a:ext cx="98404" cy="98313"/>
            </a:xfrm>
            <a:custGeom>
              <a:avLst/>
              <a:gdLst>
                <a:gd name="connsiteX0" fmla="*/ 49202 w 98404"/>
                <a:gd name="connsiteY0" fmla="*/ 0 h 98313"/>
                <a:gd name="connsiteX1" fmla="*/ 0 w 98404"/>
                <a:gd name="connsiteY1" fmla="*/ 49157 h 98313"/>
                <a:gd name="connsiteX2" fmla="*/ 49202 w 98404"/>
                <a:gd name="connsiteY2" fmla="*/ 98313 h 98313"/>
                <a:gd name="connsiteX3" fmla="*/ 98404 w 98404"/>
                <a:gd name="connsiteY3" fmla="*/ 49157 h 98313"/>
                <a:gd name="connsiteX4" fmla="*/ 98404 w 98404"/>
                <a:gd name="connsiteY4" fmla="*/ 49157 h 98313"/>
                <a:gd name="connsiteX5" fmla="*/ 49202 w 98404"/>
                <a:gd name="connsiteY5" fmla="*/ 0 h 98313"/>
                <a:gd name="connsiteX6" fmla="*/ 49202 w 98404"/>
                <a:gd name="connsiteY6" fmla="*/ 85546 h 98313"/>
                <a:gd name="connsiteX7" fmla="*/ 12780 w 98404"/>
                <a:gd name="connsiteY7" fmla="*/ 49157 h 98313"/>
                <a:gd name="connsiteX8" fmla="*/ 49202 w 98404"/>
                <a:gd name="connsiteY8" fmla="*/ 12768 h 98313"/>
                <a:gd name="connsiteX9" fmla="*/ 85625 w 98404"/>
                <a:gd name="connsiteY9" fmla="*/ 49157 h 98313"/>
                <a:gd name="connsiteX10" fmla="*/ 85625 w 98404"/>
                <a:gd name="connsiteY10" fmla="*/ 49157 h 98313"/>
                <a:gd name="connsiteX11" fmla="*/ 49202 w 98404"/>
                <a:gd name="connsiteY11" fmla="*/ 85546 h 9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404" h="98313">
                  <a:moveTo>
                    <a:pt x="49202" y="0"/>
                  </a:moveTo>
                  <a:cubicBezTo>
                    <a:pt x="21725" y="0"/>
                    <a:pt x="0" y="22344"/>
                    <a:pt x="0" y="49157"/>
                  </a:cubicBezTo>
                  <a:cubicBezTo>
                    <a:pt x="0" y="76608"/>
                    <a:pt x="22365" y="98313"/>
                    <a:pt x="49202" y="98313"/>
                  </a:cubicBezTo>
                  <a:cubicBezTo>
                    <a:pt x="76679" y="98313"/>
                    <a:pt x="98404" y="75970"/>
                    <a:pt x="98404" y="49157"/>
                  </a:cubicBezTo>
                  <a:lnTo>
                    <a:pt x="98404" y="49157"/>
                  </a:lnTo>
                  <a:cubicBezTo>
                    <a:pt x="98404" y="22344"/>
                    <a:pt x="76679" y="0"/>
                    <a:pt x="49202" y="0"/>
                  </a:cubicBezTo>
                  <a:close/>
                  <a:moveTo>
                    <a:pt x="49202" y="85546"/>
                  </a:moveTo>
                  <a:cubicBezTo>
                    <a:pt x="28755" y="85546"/>
                    <a:pt x="12780" y="68947"/>
                    <a:pt x="12780" y="49157"/>
                  </a:cubicBezTo>
                  <a:cubicBezTo>
                    <a:pt x="12780" y="28728"/>
                    <a:pt x="29394" y="12768"/>
                    <a:pt x="49202" y="12768"/>
                  </a:cubicBezTo>
                  <a:cubicBezTo>
                    <a:pt x="69650" y="12768"/>
                    <a:pt x="85625" y="29367"/>
                    <a:pt x="85625" y="49157"/>
                  </a:cubicBezTo>
                  <a:lnTo>
                    <a:pt x="85625" y="49157"/>
                  </a:lnTo>
                  <a:cubicBezTo>
                    <a:pt x="85625" y="69586"/>
                    <a:pt x="69650" y="85546"/>
                    <a:pt x="49202" y="85546"/>
                  </a:cubicBezTo>
                  <a:close/>
                </a:path>
              </a:pathLst>
            </a:custGeom>
            <a:solidFill>
              <a:srgbClr val="00ABAB"/>
            </a:solidFill>
            <a:ln w="6390" cap="flat">
              <a:noFill/>
              <a:prstDash val="solid"/>
              <a:miter/>
            </a:ln>
          </p:spPr>
          <p:txBody>
            <a:bodyPr rtlCol="0" anchor="ctr"/>
            <a:lstStyle/>
            <a:p>
              <a:endParaRPr lang="en-US"/>
            </a:p>
          </p:txBody>
        </p:sp>
        <p:sp>
          <p:nvSpPr>
            <p:cNvPr id="1827" name="Graphic 1100">
              <a:extLst>
                <a:ext uri="{FF2B5EF4-FFF2-40B4-BE49-F238E27FC236}">
                  <a16:creationId xmlns:a16="http://schemas.microsoft.com/office/drawing/2014/main" id="{F1670E3D-1C20-5948-84C2-F171A28C6BD4}"/>
                </a:ext>
              </a:extLst>
            </p:cNvPr>
            <p:cNvSpPr/>
            <p:nvPr/>
          </p:nvSpPr>
          <p:spPr>
            <a:xfrm>
              <a:off x="8032539" y="4015730"/>
              <a:ext cx="38590" cy="36509"/>
            </a:xfrm>
            <a:custGeom>
              <a:avLst/>
              <a:gdLst>
                <a:gd name="connsiteX0" fmla="*/ 14309 w 38590"/>
                <a:gd name="connsiteY0" fmla="*/ 23742 h 36509"/>
                <a:gd name="connsiteX1" fmla="*/ 18143 w 38590"/>
                <a:gd name="connsiteY1" fmla="*/ 7782 h 36509"/>
                <a:gd name="connsiteX2" fmla="*/ 13030 w 38590"/>
                <a:gd name="connsiteY2" fmla="*/ 121 h 36509"/>
                <a:gd name="connsiteX3" fmla="*/ 5363 w 38590"/>
                <a:gd name="connsiteY3" fmla="*/ 5228 h 36509"/>
                <a:gd name="connsiteX4" fmla="*/ 251 w 38590"/>
                <a:gd name="connsiteY4" fmla="*/ 28849 h 36509"/>
                <a:gd name="connsiteX5" fmla="*/ 1529 w 38590"/>
                <a:gd name="connsiteY5" fmla="*/ 33956 h 36509"/>
                <a:gd name="connsiteX6" fmla="*/ 6641 w 38590"/>
                <a:gd name="connsiteY6" fmla="*/ 36510 h 36509"/>
                <a:gd name="connsiteX7" fmla="*/ 32200 w 38590"/>
                <a:gd name="connsiteY7" fmla="*/ 36510 h 36509"/>
                <a:gd name="connsiteX8" fmla="*/ 38590 w 38590"/>
                <a:gd name="connsiteY8" fmla="*/ 30126 h 36509"/>
                <a:gd name="connsiteX9" fmla="*/ 32200 w 38590"/>
                <a:gd name="connsiteY9" fmla="*/ 23742 h 36509"/>
                <a:gd name="connsiteX10" fmla="*/ 14309 w 38590"/>
                <a:gd name="connsiteY10" fmla="*/ 23742 h 3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590" h="36509">
                  <a:moveTo>
                    <a:pt x="14309" y="23742"/>
                  </a:moveTo>
                  <a:lnTo>
                    <a:pt x="18143" y="7782"/>
                  </a:lnTo>
                  <a:cubicBezTo>
                    <a:pt x="18782" y="3952"/>
                    <a:pt x="16864" y="760"/>
                    <a:pt x="13030" y="121"/>
                  </a:cubicBezTo>
                  <a:cubicBezTo>
                    <a:pt x="9197" y="-517"/>
                    <a:pt x="6002" y="1398"/>
                    <a:pt x="5363" y="5228"/>
                  </a:cubicBezTo>
                  <a:lnTo>
                    <a:pt x="251" y="28849"/>
                  </a:lnTo>
                  <a:cubicBezTo>
                    <a:pt x="-388" y="30764"/>
                    <a:pt x="251" y="32679"/>
                    <a:pt x="1529" y="33956"/>
                  </a:cubicBezTo>
                  <a:cubicBezTo>
                    <a:pt x="2807" y="35233"/>
                    <a:pt x="4724" y="36510"/>
                    <a:pt x="6641" y="36510"/>
                  </a:cubicBezTo>
                  <a:lnTo>
                    <a:pt x="32200" y="36510"/>
                  </a:lnTo>
                  <a:cubicBezTo>
                    <a:pt x="36034" y="36510"/>
                    <a:pt x="38590" y="33956"/>
                    <a:pt x="38590" y="30126"/>
                  </a:cubicBezTo>
                  <a:cubicBezTo>
                    <a:pt x="38590" y="26295"/>
                    <a:pt x="36034" y="23742"/>
                    <a:pt x="32200" y="23742"/>
                  </a:cubicBezTo>
                  <a:lnTo>
                    <a:pt x="14309" y="23742"/>
                  </a:lnTo>
                  <a:close/>
                </a:path>
              </a:pathLst>
            </a:custGeom>
            <a:solidFill>
              <a:srgbClr val="00ABAB"/>
            </a:solidFill>
            <a:ln w="6390" cap="flat">
              <a:noFill/>
              <a:prstDash val="solid"/>
              <a:miter/>
            </a:ln>
          </p:spPr>
          <p:txBody>
            <a:bodyPr rtlCol="0" anchor="ctr"/>
            <a:lstStyle/>
            <a:p>
              <a:endParaRPr lang="en-US"/>
            </a:p>
          </p:txBody>
        </p:sp>
      </p:grpSp>
      <p:grpSp>
        <p:nvGrpSpPr>
          <p:cNvPr id="1828" name="Graphic 1100">
            <a:extLst>
              <a:ext uri="{FF2B5EF4-FFF2-40B4-BE49-F238E27FC236}">
                <a16:creationId xmlns:a16="http://schemas.microsoft.com/office/drawing/2014/main" id="{E00D0F33-A3B4-A543-B25B-7A422B675236}"/>
              </a:ext>
            </a:extLst>
          </p:cNvPr>
          <p:cNvGrpSpPr/>
          <p:nvPr/>
        </p:nvGrpSpPr>
        <p:grpSpPr>
          <a:xfrm>
            <a:off x="7802752" y="2859711"/>
            <a:ext cx="361674" cy="361971"/>
            <a:chOff x="7802752" y="2859711"/>
            <a:chExt cx="361674" cy="361971"/>
          </a:xfrm>
          <a:solidFill>
            <a:srgbClr val="00ABAB"/>
          </a:solidFill>
        </p:grpSpPr>
        <p:sp>
          <p:nvSpPr>
            <p:cNvPr id="1829" name="Graphic 1100">
              <a:extLst>
                <a:ext uri="{FF2B5EF4-FFF2-40B4-BE49-F238E27FC236}">
                  <a16:creationId xmlns:a16="http://schemas.microsoft.com/office/drawing/2014/main" id="{10AAA456-214D-E943-B35F-87C4AF89679C}"/>
                </a:ext>
              </a:extLst>
            </p:cNvPr>
            <p:cNvSpPr/>
            <p:nvPr/>
          </p:nvSpPr>
          <p:spPr>
            <a:xfrm>
              <a:off x="7802752" y="2859711"/>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180836 w 361674"/>
                <a:gd name="connsiteY7" fmla="*/ 349204 h 361971"/>
                <a:gd name="connsiteX8" fmla="*/ 12780 w 361674"/>
                <a:gd name="connsiteY8" fmla="*/ 181305 h 361971"/>
                <a:gd name="connsiteX9" fmla="*/ 180836 w 361674"/>
                <a:gd name="connsiteY9" fmla="*/ 12768 h 361971"/>
                <a:gd name="connsiteX10" fmla="*/ 348890 w 361674"/>
                <a:gd name="connsiteY10" fmla="*/ 180667 h 361971"/>
                <a:gd name="connsiteX11" fmla="*/ 348890 w 361674"/>
                <a:gd name="connsiteY11" fmla="*/ 180667 h 361971"/>
                <a:gd name="connsiteX12" fmla="*/ 180836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6" y="0"/>
                  </a:moveTo>
                  <a:cubicBezTo>
                    <a:pt x="80513" y="0"/>
                    <a:pt x="0" y="81076"/>
                    <a:pt x="0" y="180667"/>
                  </a:cubicBezTo>
                  <a:cubicBezTo>
                    <a:pt x="0" y="280895"/>
                    <a:pt x="81153" y="361972"/>
                    <a:pt x="180836" y="361972"/>
                  </a:cubicBezTo>
                  <a:cubicBezTo>
                    <a:pt x="281157" y="361972"/>
                    <a:pt x="361670" y="280895"/>
                    <a:pt x="361670" y="181305"/>
                  </a:cubicBezTo>
                  <a:cubicBezTo>
                    <a:pt x="361670" y="181305"/>
                    <a:pt x="361670" y="181305"/>
                    <a:pt x="361670" y="181305"/>
                  </a:cubicBezTo>
                  <a:cubicBezTo>
                    <a:pt x="362310" y="80438"/>
                    <a:pt x="281157" y="0"/>
                    <a:pt x="180836" y="0"/>
                  </a:cubicBezTo>
                  <a:cubicBezTo>
                    <a:pt x="180836" y="0"/>
                    <a:pt x="180836"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cubicBezTo>
                    <a:pt x="348890" y="180667"/>
                    <a:pt x="348890" y="180667"/>
                    <a:pt x="348890" y="180667"/>
                  </a:cubicBezTo>
                  <a:cubicBezTo>
                    <a:pt x="348890" y="273234"/>
                    <a:pt x="273490" y="348565"/>
                    <a:pt x="180836" y="349204"/>
                  </a:cubicBezTo>
                  <a:close/>
                </a:path>
              </a:pathLst>
            </a:custGeom>
            <a:solidFill>
              <a:srgbClr val="00ABAB"/>
            </a:solidFill>
            <a:ln w="6390" cap="flat">
              <a:noFill/>
              <a:prstDash val="solid"/>
              <a:miter/>
            </a:ln>
          </p:spPr>
          <p:txBody>
            <a:bodyPr rtlCol="0" anchor="ctr"/>
            <a:lstStyle/>
            <a:p>
              <a:endParaRPr lang="en-US"/>
            </a:p>
          </p:txBody>
        </p:sp>
        <p:sp>
          <p:nvSpPr>
            <p:cNvPr id="1830" name="Graphic 1100">
              <a:extLst>
                <a:ext uri="{FF2B5EF4-FFF2-40B4-BE49-F238E27FC236}">
                  <a16:creationId xmlns:a16="http://schemas.microsoft.com/office/drawing/2014/main" id="{975343B1-DD20-074E-98A8-9652E9C4090B}"/>
                </a:ext>
              </a:extLst>
            </p:cNvPr>
            <p:cNvSpPr/>
            <p:nvPr/>
          </p:nvSpPr>
          <p:spPr>
            <a:xfrm>
              <a:off x="7876875" y="2950364"/>
              <a:ext cx="208312" cy="160237"/>
            </a:xfrm>
            <a:custGeom>
              <a:avLst/>
              <a:gdLst>
                <a:gd name="connsiteX0" fmla="*/ 104156 w 208312"/>
                <a:gd name="connsiteY0" fmla="*/ 147470 h 160237"/>
                <a:gd name="connsiteX1" fmla="*/ 12780 w 208312"/>
                <a:gd name="connsiteY1" fmla="*/ 147470 h 160237"/>
                <a:gd name="connsiteX2" fmla="*/ 12780 w 208312"/>
                <a:gd name="connsiteY2" fmla="*/ 12768 h 160237"/>
                <a:gd name="connsiteX3" fmla="*/ 51759 w 208312"/>
                <a:gd name="connsiteY3" fmla="*/ 12768 h 160237"/>
                <a:gd name="connsiteX4" fmla="*/ 73484 w 208312"/>
                <a:gd name="connsiteY4" fmla="*/ 30643 h 160237"/>
                <a:gd name="connsiteX5" fmla="*/ 77319 w 208312"/>
                <a:gd name="connsiteY5" fmla="*/ 31920 h 160237"/>
                <a:gd name="connsiteX6" fmla="*/ 191059 w 208312"/>
                <a:gd name="connsiteY6" fmla="*/ 31920 h 160237"/>
                <a:gd name="connsiteX7" fmla="*/ 195533 w 208312"/>
                <a:gd name="connsiteY7" fmla="*/ 35750 h 160237"/>
                <a:gd name="connsiteX8" fmla="*/ 195533 w 208312"/>
                <a:gd name="connsiteY8" fmla="*/ 59371 h 160237"/>
                <a:gd name="connsiteX9" fmla="*/ 201923 w 208312"/>
                <a:gd name="connsiteY9" fmla="*/ 65755 h 160237"/>
                <a:gd name="connsiteX10" fmla="*/ 208313 w 208312"/>
                <a:gd name="connsiteY10" fmla="*/ 59371 h 160237"/>
                <a:gd name="connsiteX11" fmla="*/ 208313 w 208312"/>
                <a:gd name="connsiteY11" fmla="*/ 35750 h 160237"/>
                <a:gd name="connsiteX12" fmla="*/ 191059 w 208312"/>
                <a:gd name="connsiteY12" fmla="*/ 19152 h 160237"/>
                <a:gd name="connsiteX13" fmla="*/ 191059 w 208312"/>
                <a:gd name="connsiteY13" fmla="*/ 19152 h 160237"/>
                <a:gd name="connsiteX14" fmla="*/ 79235 w 208312"/>
                <a:gd name="connsiteY14" fmla="*/ 19152 h 160237"/>
                <a:gd name="connsiteX15" fmla="*/ 57509 w 208312"/>
                <a:gd name="connsiteY15" fmla="*/ 1277 h 160237"/>
                <a:gd name="connsiteX16" fmla="*/ 53676 w 208312"/>
                <a:gd name="connsiteY16" fmla="*/ 0 h 160237"/>
                <a:gd name="connsiteX17" fmla="*/ 12780 w 208312"/>
                <a:gd name="connsiteY17" fmla="*/ 0 h 160237"/>
                <a:gd name="connsiteX18" fmla="*/ 0 w 208312"/>
                <a:gd name="connsiteY18" fmla="*/ 12768 h 160237"/>
                <a:gd name="connsiteX19" fmla="*/ 0 w 208312"/>
                <a:gd name="connsiteY19" fmla="*/ 153854 h 160237"/>
                <a:gd name="connsiteX20" fmla="*/ 6390 w 208312"/>
                <a:gd name="connsiteY20" fmla="*/ 160238 h 160237"/>
                <a:gd name="connsiteX21" fmla="*/ 104156 w 208312"/>
                <a:gd name="connsiteY21" fmla="*/ 160238 h 160237"/>
                <a:gd name="connsiteX22" fmla="*/ 110546 w 208312"/>
                <a:gd name="connsiteY22" fmla="*/ 153854 h 160237"/>
                <a:gd name="connsiteX23" fmla="*/ 104156 w 208312"/>
                <a:gd name="connsiteY23" fmla="*/ 147470 h 160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8312" h="160237">
                  <a:moveTo>
                    <a:pt x="104156" y="147470"/>
                  </a:moveTo>
                  <a:lnTo>
                    <a:pt x="12780" y="147470"/>
                  </a:lnTo>
                  <a:lnTo>
                    <a:pt x="12780" y="12768"/>
                  </a:lnTo>
                  <a:lnTo>
                    <a:pt x="51759" y="12768"/>
                  </a:lnTo>
                  <a:lnTo>
                    <a:pt x="73484" y="30643"/>
                  </a:lnTo>
                  <a:cubicBezTo>
                    <a:pt x="74763" y="31281"/>
                    <a:pt x="76040" y="31920"/>
                    <a:pt x="77319" y="31920"/>
                  </a:cubicBezTo>
                  <a:lnTo>
                    <a:pt x="191059" y="31920"/>
                  </a:lnTo>
                  <a:cubicBezTo>
                    <a:pt x="193615" y="31920"/>
                    <a:pt x="194893" y="33835"/>
                    <a:pt x="195533" y="35750"/>
                  </a:cubicBezTo>
                  <a:lnTo>
                    <a:pt x="195533" y="59371"/>
                  </a:lnTo>
                  <a:cubicBezTo>
                    <a:pt x="195533" y="63201"/>
                    <a:pt x="198088" y="65755"/>
                    <a:pt x="201923" y="65755"/>
                  </a:cubicBezTo>
                  <a:cubicBezTo>
                    <a:pt x="205756" y="65755"/>
                    <a:pt x="208313" y="63201"/>
                    <a:pt x="208313" y="59371"/>
                  </a:cubicBezTo>
                  <a:lnTo>
                    <a:pt x="208313" y="35750"/>
                  </a:lnTo>
                  <a:cubicBezTo>
                    <a:pt x="208313" y="26174"/>
                    <a:pt x="200644" y="19152"/>
                    <a:pt x="191059" y="19152"/>
                  </a:cubicBezTo>
                  <a:lnTo>
                    <a:pt x="191059" y="19152"/>
                  </a:lnTo>
                  <a:lnTo>
                    <a:pt x="79235" y="19152"/>
                  </a:lnTo>
                  <a:lnTo>
                    <a:pt x="57509" y="1277"/>
                  </a:lnTo>
                  <a:cubicBezTo>
                    <a:pt x="56232" y="638"/>
                    <a:pt x="54954" y="0"/>
                    <a:pt x="53676" y="0"/>
                  </a:cubicBezTo>
                  <a:lnTo>
                    <a:pt x="12780" y="0"/>
                  </a:lnTo>
                  <a:cubicBezTo>
                    <a:pt x="5751" y="0"/>
                    <a:pt x="0" y="5746"/>
                    <a:pt x="0" y="12768"/>
                  </a:cubicBezTo>
                  <a:lnTo>
                    <a:pt x="0" y="153854"/>
                  </a:lnTo>
                  <a:cubicBezTo>
                    <a:pt x="0" y="157684"/>
                    <a:pt x="2556" y="160238"/>
                    <a:pt x="6390" y="160238"/>
                  </a:cubicBezTo>
                  <a:lnTo>
                    <a:pt x="104156" y="160238"/>
                  </a:lnTo>
                  <a:cubicBezTo>
                    <a:pt x="107990" y="160238"/>
                    <a:pt x="110546" y="157684"/>
                    <a:pt x="110546" y="153854"/>
                  </a:cubicBezTo>
                  <a:cubicBezTo>
                    <a:pt x="110546" y="150024"/>
                    <a:pt x="107990" y="147470"/>
                    <a:pt x="104156" y="147470"/>
                  </a:cubicBezTo>
                  <a:close/>
                </a:path>
              </a:pathLst>
            </a:custGeom>
            <a:solidFill>
              <a:srgbClr val="00ABAB"/>
            </a:solidFill>
            <a:ln w="6390" cap="flat">
              <a:noFill/>
              <a:prstDash val="solid"/>
              <a:miter/>
            </a:ln>
          </p:spPr>
          <p:txBody>
            <a:bodyPr rtlCol="0" anchor="ctr"/>
            <a:lstStyle/>
            <a:p>
              <a:endParaRPr lang="en-US"/>
            </a:p>
          </p:txBody>
        </p:sp>
        <p:sp>
          <p:nvSpPr>
            <p:cNvPr id="1831" name="Graphic 1100">
              <a:extLst>
                <a:ext uri="{FF2B5EF4-FFF2-40B4-BE49-F238E27FC236}">
                  <a16:creationId xmlns:a16="http://schemas.microsoft.com/office/drawing/2014/main" id="{E9C54B8D-F0DA-2342-9995-4056A2CAE51F}"/>
                </a:ext>
              </a:extLst>
            </p:cNvPr>
            <p:cNvSpPr/>
            <p:nvPr/>
          </p:nvSpPr>
          <p:spPr>
            <a:xfrm>
              <a:off x="7989977" y="3017396"/>
              <a:ext cx="113740" cy="113635"/>
            </a:xfrm>
            <a:custGeom>
              <a:avLst/>
              <a:gdLst>
                <a:gd name="connsiteX0" fmla="*/ 56871 w 113740"/>
                <a:gd name="connsiteY0" fmla="*/ 0 h 113635"/>
                <a:gd name="connsiteX1" fmla="*/ 0 w 113740"/>
                <a:gd name="connsiteY1" fmla="*/ 56817 h 113635"/>
                <a:gd name="connsiteX2" fmla="*/ 56871 w 113740"/>
                <a:gd name="connsiteY2" fmla="*/ 113635 h 113635"/>
                <a:gd name="connsiteX3" fmla="*/ 113740 w 113740"/>
                <a:gd name="connsiteY3" fmla="*/ 56817 h 113635"/>
                <a:gd name="connsiteX4" fmla="*/ 56871 w 113740"/>
                <a:gd name="connsiteY4" fmla="*/ 0 h 113635"/>
                <a:gd name="connsiteX5" fmla="*/ 56871 w 113740"/>
                <a:gd name="connsiteY5" fmla="*/ 100867 h 113635"/>
                <a:gd name="connsiteX6" fmla="*/ 12780 w 113740"/>
                <a:gd name="connsiteY6" fmla="*/ 56817 h 113635"/>
                <a:gd name="connsiteX7" fmla="*/ 56871 w 113740"/>
                <a:gd name="connsiteY7" fmla="*/ 12768 h 113635"/>
                <a:gd name="connsiteX8" fmla="*/ 100961 w 113740"/>
                <a:gd name="connsiteY8" fmla="*/ 56817 h 113635"/>
                <a:gd name="connsiteX9" fmla="*/ 56871 w 113740"/>
                <a:gd name="connsiteY9" fmla="*/ 100867 h 113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740" h="113635">
                  <a:moveTo>
                    <a:pt x="56871" y="0"/>
                  </a:moveTo>
                  <a:cubicBezTo>
                    <a:pt x="25560" y="0"/>
                    <a:pt x="0" y="25536"/>
                    <a:pt x="0" y="56817"/>
                  </a:cubicBezTo>
                  <a:cubicBezTo>
                    <a:pt x="0" y="88099"/>
                    <a:pt x="25560" y="113635"/>
                    <a:pt x="56871" y="113635"/>
                  </a:cubicBezTo>
                  <a:cubicBezTo>
                    <a:pt x="88181" y="113635"/>
                    <a:pt x="113740" y="88099"/>
                    <a:pt x="113740" y="56817"/>
                  </a:cubicBezTo>
                  <a:cubicBezTo>
                    <a:pt x="113740" y="25536"/>
                    <a:pt x="88181" y="0"/>
                    <a:pt x="56871" y="0"/>
                  </a:cubicBezTo>
                  <a:close/>
                  <a:moveTo>
                    <a:pt x="56871" y="100867"/>
                  </a:moveTo>
                  <a:cubicBezTo>
                    <a:pt x="32589" y="100867"/>
                    <a:pt x="12780" y="81077"/>
                    <a:pt x="12780" y="56817"/>
                  </a:cubicBezTo>
                  <a:cubicBezTo>
                    <a:pt x="12780" y="32558"/>
                    <a:pt x="32589" y="12768"/>
                    <a:pt x="56871" y="12768"/>
                  </a:cubicBezTo>
                  <a:cubicBezTo>
                    <a:pt x="81152" y="12768"/>
                    <a:pt x="100961" y="32558"/>
                    <a:pt x="100961" y="56817"/>
                  </a:cubicBezTo>
                  <a:cubicBezTo>
                    <a:pt x="100961" y="81077"/>
                    <a:pt x="81152" y="100867"/>
                    <a:pt x="56871" y="100867"/>
                  </a:cubicBezTo>
                  <a:close/>
                </a:path>
              </a:pathLst>
            </a:custGeom>
            <a:solidFill>
              <a:srgbClr val="00ABAB"/>
            </a:solidFill>
            <a:ln w="6390" cap="flat">
              <a:noFill/>
              <a:prstDash val="solid"/>
              <a:miter/>
            </a:ln>
          </p:spPr>
          <p:txBody>
            <a:bodyPr rtlCol="0" anchor="ctr"/>
            <a:lstStyle/>
            <a:p>
              <a:endParaRPr lang="en-US"/>
            </a:p>
          </p:txBody>
        </p:sp>
        <p:sp>
          <p:nvSpPr>
            <p:cNvPr id="1832" name="Graphic 1100">
              <a:extLst>
                <a:ext uri="{FF2B5EF4-FFF2-40B4-BE49-F238E27FC236}">
                  <a16:creationId xmlns:a16="http://schemas.microsoft.com/office/drawing/2014/main" id="{CEA41F0B-AAD5-7F44-A96F-F24A97792628}"/>
                </a:ext>
              </a:extLst>
            </p:cNvPr>
            <p:cNvSpPr/>
            <p:nvPr/>
          </p:nvSpPr>
          <p:spPr>
            <a:xfrm>
              <a:off x="8025761" y="3053146"/>
              <a:ext cx="42173" cy="40857"/>
            </a:xfrm>
            <a:custGeom>
              <a:avLst/>
              <a:gdLst>
                <a:gd name="connsiteX0" fmla="*/ 40257 w 42173"/>
                <a:gd name="connsiteY0" fmla="*/ 1915 h 40857"/>
                <a:gd name="connsiteX1" fmla="*/ 31311 w 42173"/>
                <a:gd name="connsiteY1" fmla="*/ 1915 h 40857"/>
                <a:gd name="connsiteX2" fmla="*/ 21087 w 42173"/>
                <a:gd name="connsiteY2" fmla="*/ 11491 h 40857"/>
                <a:gd name="connsiteX3" fmla="*/ 10862 w 42173"/>
                <a:gd name="connsiteY3" fmla="*/ 1915 h 40857"/>
                <a:gd name="connsiteX4" fmla="*/ 1917 w 42173"/>
                <a:gd name="connsiteY4" fmla="*/ 2554 h 40857"/>
                <a:gd name="connsiteX5" fmla="*/ 1917 w 42173"/>
                <a:gd name="connsiteY5" fmla="*/ 10853 h 40857"/>
                <a:gd name="connsiteX6" fmla="*/ 12141 w 42173"/>
                <a:gd name="connsiteY6" fmla="*/ 20429 h 40857"/>
                <a:gd name="connsiteX7" fmla="*/ 1917 w 42173"/>
                <a:gd name="connsiteY7" fmla="*/ 30005 h 40857"/>
                <a:gd name="connsiteX8" fmla="*/ 1917 w 42173"/>
                <a:gd name="connsiteY8" fmla="*/ 38942 h 40857"/>
                <a:gd name="connsiteX9" fmla="*/ 6390 w 42173"/>
                <a:gd name="connsiteY9" fmla="*/ 40857 h 40857"/>
                <a:gd name="connsiteX10" fmla="*/ 10862 w 42173"/>
                <a:gd name="connsiteY10" fmla="*/ 38942 h 40857"/>
                <a:gd name="connsiteX11" fmla="*/ 21087 w 42173"/>
                <a:gd name="connsiteY11" fmla="*/ 29366 h 40857"/>
                <a:gd name="connsiteX12" fmla="*/ 31311 w 42173"/>
                <a:gd name="connsiteY12" fmla="*/ 38942 h 40857"/>
                <a:gd name="connsiteX13" fmla="*/ 40257 w 42173"/>
                <a:gd name="connsiteY13" fmla="*/ 38942 h 40857"/>
                <a:gd name="connsiteX14" fmla="*/ 40257 w 42173"/>
                <a:gd name="connsiteY14" fmla="*/ 30005 h 40857"/>
                <a:gd name="connsiteX15" fmla="*/ 30672 w 42173"/>
                <a:gd name="connsiteY15" fmla="*/ 20429 h 40857"/>
                <a:gd name="connsiteX16" fmla="*/ 40257 w 42173"/>
                <a:gd name="connsiteY16" fmla="*/ 10853 h 40857"/>
                <a:gd name="connsiteX17" fmla="*/ 40257 w 42173"/>
                <a:gd name="connsiteY17" fmla="*/ 1915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173" h="40857">
                  <a:moveTo>
                    <a:pt x="40257" y="1915"/>
                  </a:moveTo>
                  <a:cubicBezTo>
                    <a:pt x="37701" y="-638"/>
                    <a:pt x="33867" y="-638"/>
                    <a:pt x="31311" y="1915"/>
                  </a:cubicBezTo>
                  <a:lnTo>
                    <a:pt x="21087" y="11491"/>
                  </a:lnTo>
                  <a:lnTo>
                    <a:pt x="10862" y="1915"/>
                  </a:lnTo>
                  <a:cubicBezTo>
                    <a:pt x="8307" y="-638"/>
                    <a:pt x="3834" y="0"/>
                    <a:pt x="1917" y="2554"/>
                  </a:cubicBezTo>
                  <a:cubicBezTo>
                    <a:pt x="0" y="5107"/>
                    <a:pt x="0" y="8299"/>
                    <a:pt x="1917" y="10853"/>
                  </a:cubicBezTo>
                  <a:lnTo>
                    <a:pt x="12141" y="20429"/>
                  </a:lnTo>
                  <a:lnTo>
                    <a:pt x="1917" y="30005"/>
                  </a:lnTo>
                  <a:cubicBezTo>
                    <a:pt x="-639" y="32558"/>
                    <a:pt x="-639" y="36389"/>
                    <a:pt x="1917" y="38942"/>
                  </a:cubicBezTo>
                  <a:cubicBezTo>
                    <a:pt x="3195" y="40219"/>
                    <a:pt x="4472" y="40857"/>
                    <a:pt x="6390" y="40857"/>
                  </a:cubicBezTo>
                  <a:cubicBezTo>
                    <a:pt x="8307" y="40857"/>
                    <a:pt x="9585" y="40219"/>
                    <a:pt x="10862" y="38942"/>
                  </a:cubicBezTo>
                  <a:lnTo>
                    <a:pt x="21087" y="29366"/>
                  </a:lnTo>
                  <a:lnTo>
                    <a:pt x="31311" y="38942"/>
                  </a:lnTo>
                  <a:cubicBezTo>
                    <a:pt x="33867" y="41496"/>
                    <a:pt x="37701" y="41496"/>
                    <a:pt x="40257" y="38942"/>
                  </a:cubicBezTo>
                  <a:cubicBezTo>
                    <a:pt x="42812" y="36389"/>
                    <a:pt x="42812" y="32558"/>
                    <a:pt x="40257" y="30005"/>
                  </a:cubicBezTo>
                  <a:lnTo>
                    <a:pt x="30672" y="20429"/>
                  </a:lnTo>
                  <a:lnTo>
                    <a:pt x="40257" y="10853"/>
                  </a:lnTo>
                  <a:cubicBezTo>
                    <a:pt x="42173" y="8938"/>
                    <a:pt x="42173" y="4469"/>
                    <a:pt x="40257" y="1915"/>
                  </a:cubicBezTo>
                  <a:close/>
                </a:path>
              </a:pathLst>
            </a:custGeom>
            <a:solidFill>
              <a:srgbClr val="00ABAB"/>
            </a:solidFill>
            <a:ln w="6390" cap="flat">
              <a:noFill/>
              <a:prstDash val="solid"/>
              <a:miter/>
            </a:ln>
          </p:spPr>
          <p:txBody>
            <a:bodyPr rtlCol="0" anchor="ctr"/>
            <a:lstStyle/>
            <a:p>
              <a:endParaRPr lang="en-US"/>
            </a:p>
          </p:txBody>
        </p:sp>
      </p:grpSp>
      <p:grpSp>
        <p:nvGrpSpPr>
          <p:cNvPr id="1833" name="Graphic 1100">
            <a:extLst>
              <a:ext uri="{FF2B5EF4-FFF2-40B4-BE49-F238E27FC236}">
                <a16:creationId xmlns:a16="http://schemas.microsoft.com/office/drawing/2014/main" id="{5A8E3480-5628-6243-A917-492B6E30EF54}"/>
              </a:ext>
            </a:extLst>
          </p:cNvPr>
          <p:cNvGrpSpPr/>
          <p:nvPr/>
        </p:nvGrpSpPr>
        <p:grpSpPr>
          <a:xfrm>
            <a:off x="6754802" y="4312706"/>
            <a:ext cx="362309" cy="361971"/>
            <a:chOff x="6754802" y="4312706"/>
            <a:chExt cx="362309" cy="361971"/>
          </a:xfrm>
          <a:solidFill>
            <a:srgbClr val="00ABAB"/>
          </a:solidFill>
        </p:grpSpPr>
        <p:sp>
          <p:nvSpPr>
            <p:cNvPr id="1834" name="Graphic 1100">
              <a:extLst>
                <a:ext uri="{FF2B5EF4-FFF2-40B4-BE49-F238E27FC236}">
                  <a16:creationId xmlns:a16="http://schemas.microsoft.com/office/drawing/2014/main" id="{903AEA80-43EC-3449-A8DC-F631A018E3E4}"/>
                </a:ext>
              </a:extLst>
            </p:cNvPr>
            <p:cNvSpPr/>
            <p:nvPr/>
          </p:nvSpPr>
          <p:spPr>
            <a:xfrm>
              <a:off x="6754802" y="431270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873"/>
                    <a:pt x="274767" y="349204"/>
                    <a:pt x="181474" y="349204"/>
                  </a:cubicBezTo>
                  <a:lnTo>
                    <a:pt x="181474" y="349204"/>
                  </a:lnTo>
                  <a:close/>
                </a:path>
              </a:pathLst>
            </a:custGeom>
            <a:solidFill>
              <a:srgbClr val="00ABAB"/>
            </a:solidFill>
            <a:ln w="6390" cap="flat">
              <a:noFill/>
              <a:prstDash val="solid"/>
              <a:miter/>
            </a:ln>
          </p:spPr>
          <p:txBody>
            <a:bodyPr rtlCol="0" anchor="ctr"/>
            <a:lstStyle/>
            <a:p>
              <a:endParaRPr lang="en-US"/>
            </a:p>
          </p:txBody>
        </p:sp>
        <p:sp>
          <p:nvSpPr>
            <p:cNvPr id="1835" name="Graphic 1100">
              <a:extLst>
                <a:ext uri="{FF2B5EF4-FFF2-40B4-BE49-F238E27FC236}">
                  <a16:creationId xmlns:a16="http://schemas.microsoft.com/office/drawing/2014/main" id="{867AA9B6-283E-CA41-B5C1-60B46EA152C7}"/>
                </a:ext>
              </a:extLst>
            </p:cNvPr>
            <p:cNvSpPr/>
            <p:nvPr/>
          </p:nvSpPr>
          <p:spPr>
            <a:xfrm>
              <a:off x="6822535" y="4402720"/>
              <a:ext cx="208312" cy="160237"/>
            </a:xfrm>
            <a:custGeom>
              <a:avLst/>
              <a:gdLst>
                <a:gd name="connsiteX0" fmla="*/ 51759 w 208312"/>
                <a:gd name="connsiteY0" fmla="*/ 13406 h 160237"/>
                <a:gd name="connsiteX1" fmla="*/ 73484 w 208312"/>
                <a:gd name="connsiteY1" fmla="*/ 31281 h 160237"/>
                <a:gd name="connsiteX2" fmla="*/ 77319 w 208312"/>
                <a:gd name="connsiteY2" fmla="*/ 32558 h 160237"/>
                <a:gd name="connsiteX3" fmla="*/ 191059 w 208312"/>
                <a:gd name="connsiteY3" fmla="*/ 32558 h 160237"/>
                <a:gd name="connsiteX4" fmla="*/ 195533 w 208312"/>
                <a:gd name="connsiteY4" fmla="*/ 36388 h 160237"/>
                <a:gd name="connsiteX5" fmla="*/ 195533 w 208312"/>
                <a:gd name="connsiteY5" fmla="*/ 36388 h 160237"/>
                <a:gd name="connsiteX6" fmla="*/ 195533 w 208312"/>
                <a:gd name="connsiteY6" fmla="*/ 60009 h 160237"/>
                <a:gd name="connsiteX7" fmla="*/ 201923 w 208312"/>
                <a:gd name="connsiteY7" fmla="*/ 66393 h 160237"/>
                <a:gd name="connsiteX8" fmla="*/ 208313 w 208312"/>
                <a:gd name="connsiteY8" fmla="*/ 60009 h 160237"/>
                <a:gd name="connsiteX9" fmla="*/ 208313 w 208312"/>
                <a:gd name="connsiteY9" fmla="*/ 36388 h 160237"/>
                <a:gd name="connsiteX10" fmla="*/ 191059 w 208312"/>
                <a:gd name="connsiteY10" fmla="*/ 19152 h 160237"/>
                <a:gd name="connsiteX11" fmla="*/ 191059 w 208312"/>
                <a:gd name="connsiteY11" fmla="*/ 19152 h 160237"/>
                <a:gd name="connsiteX12" fmla="*/ 79235 w 208312"/>
                <a:gd name="connsiteY12" fmla="*/ 19152 h 160237"/>
                <a:gd name="connsiteX13" fmla="*/ 57509 w 208312"/>
                <a:gd name="connsiteY13" fmla="*/ 1276 h 160237"/>
                <a:gd name="connsiteX14" fmla="*/ 53676 w 208312"/>
                <a:gd name="connsiteY14" fmla="*/ 0 h 160237"/>
                <a:gd name="connsiteX15" fmla="*/ 12780 w 208312"/>
                <a:gd name="connsiteY15" fmla="*/ 0 h 160237"/>
                <a:gd name="connsiteX16" fmla="*/ 0 w 208312"/>
                <a:gd name="connsiteY16" fmla="*/ 12768 h 160237"/>
                <a:gd name="connsiteX17" fmla="*/ 0 w 208312"/>
                <a:gd name="connsiteY17" fmla="*/ 153854 h 160237"/>
                <a:gd name="connsiteX18" fmla="*/ 6390 w 208312"/>
                <a:gd name="connsiteY18" fmla="*/ 160238 h 160237"/>
                <a:gd name="connsiteX19" fmla="*/ 104156 w 208312"/>
                <a:gd name="connsiteY19" fmla="*/ 160238 h 160237"/>
                <a:gd name="connsiteX20" fmla="*/ 110546 w 208312"/>
                <a:gd name="connsiteY20" fmla="*/ 153854 h 160237"/>
                <a:gd name="connsiteX21" fmla="*/ 104156 w 208312"/>
                <a:gd name="connsiteY21" fmla="*/ 147470 h 160237"/>
                <a:gd name="connsiteX22" fmla="*/ 12780 w 208312"/>
                <a:gd name="connsiteY22" fmla="*/ 147470 h 160237"/>
                <a:gd name="connsiteX23" fmla="*/ 12780 w 208312"/>
                <a:gd name="connsiteY23" fmla="*/ 12768 h 160237"/>
                <a:gd name="connsiteX24" fmla="*/ 51759 w 208312"/>
                <a:gd name="connsiteY24" fmla="*/ 13406 h 160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8312" h="160237">
                  <a:moveTo>
                    <a:pt x="51759" y="13406"/>
                  </a:moveTo>
                  <a:lnTo>
                    <a:pt x="73484" y="31281"/>
                  </a:lnTo>
                  <a:cubicBezTo>
                    <a:pt x="74763" y="31920"/>
                    <a:pt x="76040" y="32558"/>
                    <a:pt x="77319" y="32558"/>
                  </a:cubicBezTo>
                  <a:lnTo>
                    <a:pt x="191059" y="32558"/>
                  </a:lnTo>
                  <a:cubicBezTo>
                    <a:pt x="193615" y="32558"/>
                    <a:pt x="195533" y="34473"/>
                    <a:pt x="195533" y="36388"/>
                  </a:cubicBezTo>
                  <a:lnTo>
                    <a:pt x="195533" y="36388"/>
                  </a:lnTo>
                  <a:lnTo>
                    <a:pt x="195533" y="60009"/>
                  </a:lnTo>
                  <a:cubicBezTo>
                    <a:pt x="195533" y="63840"/>
                    <a:pt x="198088" y="66393"/>
                    <a:pt x="201923" y="66393"/>
                  </a:cubicBezTo>
                  <a:cubicBezTo>
                    <a:pt x="205756" y="66393"/>
                    <a:pt x="208313" y="63840"/>
                    <a:pt x="208313" y="60009"/>
                  </a:cubicBezTo>
                  <a:lnTo>
                    <a:pt x="208313" y="36388"/>
                  </a:lnTo>
                  <a:cubicBezTo>
                    <a:pt x="208313" y="26812"/>
                    <a:pt x="200644" y="19152"/>
                    <a:pt x="191059" y="19152"/>
                  </a:cubicBezTo>
                  <a:lnTo>
                    <a:pt x="191059" y="19152"/>
                  </a:lnTo>
                  <a:lnTo>
                    <a:pt x="79235" y="19152"/>
                  </a:lnTo>
                  <a:lnTo>
                    <a:pt x="57509" y="1276"/>
                  </a:lnTo>
                  <a:cubicBezTo>
                    <a:pt x="56232" y="638"/>
                    <a:pt x="54954" y="0"/>
                    <a:pt x="53676" y="0"/>
                  </a:cubicBezTo>
                  <a:lnTo>
                    <a:pt x="12780" y="0"/>
                  </a:lnTo>
                  <a:cubicBezTo>
                    <a:pt x="5751" y="0"/>
                    <a:pt x="0" y="5745"/>
                    <a:pt x="0" y="12768"/>
                  </a:cubicBezTo>
                  <a:lnTo>
                    <a:pt x="0" y="153854"/>
                  </a:lnTo>
                  <a:cubicBezTo>
                    <a:pt x="0" y="157684"/>
                    <a:pt x="2556" y="160238"/>
                    <a:pt x="6390" y="160238"/>
                  </a:cubicBezTo>
                  <a:lnTo>
                    <a:pt x="104156" y="160238"/>
                  </a:lnTo>
                  <a:cubicBezTo>
                    <a:pt x="107990" y="160238"/>
                    <a:pt x="110546" y="157684"/>
                    <a:pt x="110546" y="153854"/>
                  </a:cubicBezTo>
                  <a:cubicBezTo>
                    <a:pt x="110546" y="150024"/>
                    <a:pt x="107990" y="147470"/>
                    <a:pt x="104156" y="147470"/>
                  </a:cubicBezTo>
                  <a:lnTo>
                    <a:pt x="12780" y="147470"/>
                  </a:lnTo>
                  <a:lnTo>
                    <a:pt x="12780" y="12768"/>
                  </a:lnTo>
                  <a:lnTo>
                    <a:pt x="51759" y="13406"/>
                  </a:lnTo>
                  <a:close/>
                </a:path>
              </a:pathLst>
            </a:custGeom>
            <a:solidFill>
              <a:srgbClr val="00ABAB"/>
            </a:solidFill>
            <a:ln w="6390" cap="flat">
              <a:noFill/>
              <a:prstDash val="solid"/>
              <a:miter/>
            </a:ln>
          </p:spPr>
          <p:txBody>
            <a:bodyPr rtlCol="0" anchor="ctr"/>
            <a:lstStyle/>
            <a:p>
              <a:endParaRPr lang="en-US"/>
            </a:p>
          </p:txBody>
        </p:sp>
        <p:sp>
          <p:nvSpPr>
            <p:cNvPr id="1836" name="Graphic 1100">
              <a:extLst>
                <a:ext uri="{FF2B5EF4-FFF2-40B4-BE49-F238E27FC236}">
                  <a16:creationId xmlns:a16="http://schemas.microsoft.com/office/drawing/2014/main" id="{000EE2AC-2081-6447-A1AB-72A70F4CAE86}"/>
                </a:ext>
              </a:extLst>
            </p:cNvPr>
            <p:cNvSpPr/>
            <p:nvPr/>
          </p:nvSpPr>
          <p:spPr>
            <a:xfrm>
              <a:off x="6936276" y="4470390"/>
              <a:ext cx="113741" cy="113634"/>
            </a:xfrm>
            <a:custGeom>
              <a:avLst/>
              <a:gdLst>
                <a:gd name="connsiteX0" fmla="*/ 56871 w 113741"/>
                <a:gd name="connsiteY0" fmla="*/ 0 h 113634"/>
                <a:gd name="connsiteX1" fmla="*/ 0 w 113741"/>
                <a:gd name="connsiteY1" fmla="*/ 56818 h 113634"/>
                <a:gd name="connsiteX2" fmla="*/ 56871 w 113741"/>
                <a:gd name="connsiteY2" fmla="*/ 113635 h 113634"/>
                <a:gd name="connsiteX3" fmla="*/ 113741 w 113741"/>
                <a:gd name="connsiteY3" fmla="*/ 56818 h 113634"/>
                <a:gd name="connsiteX4" fmla="*/ 113741 w 113741"/>
                <a:gd name="connsiteY4" fmla="*/ 56818 h 113634"/>
                <a:gd name="connsiteX5" fmla="*/ 56871 w 113741"/>
                <a:gd name="connsiteY5" fmla="*/ 0 h 113634"/>
                <a:gd name="connsiteX6" fmla="*/ 56871 w 113741"/>
                <a:gd name="connsiteY6" fmla="*/ 100867 h 113634"/>
                <a:gd name="connsiteX7" fmla="*/ 12780 w 113741"/>
                <a:gd name="connsiteY7" fmla="*/ 56818 h 113634"/>
                <a:gd name="connsiteX8" fmla="*/ 56871 w 113741"/>
                <a:gd name="connsiteY8" fmla="*/ 12768 h 113634"/>
                <a:gd name="connsiteX9" fmla="*/ 100961 w 113741"/>
                <a:gd name="connsiteY9" fmla="*/ 56818 h 113634"/>
                <a:gd name="connsiteX10" fmla="*/ 100961 w 113741"/>
                <a:gd name="connsiteY10" fmla="*/ 56818 h 113634"/>
                <a:gd name="connsiteX11" fmla="*/ 56871 w 113741"/>
                <a:gd name="connsiteY11" fmla="*/ 100867 h 113634"/>
                <a:gd name="connsiteX12" fmla="*/ 56871 w 113741"/>
                <a:gd name="connsiteY12" fmla="*/ 100867 h 113634"/>
                <a:gd name="connsiteX13" fmla="*/ 56871 w 113741"/>
                <a:gd name="connsiteY13" fmla="*/ 100867 h 113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3741" h="113634">
                  <a:moveTo>
                    <a:pt x="56871" y="0"/>
                  </a:moveTo>
                  <a:cubicBezTo>
                    <a:pt x="25560" y="0"/>
                    <a:pt x="0" y="25536"/>
                    <a:pt x="0" y="56818"/>
                  </a:cubicBezTo>
                  <a:cubicBezTo>
                    <a:pt x="0" y="88099"/>
                    <a:pt x="25560" y="113635"/>
                    <a:pt x="56871" y="113635"/>
                  </a:cubicBezTo>
                  <a:cubicBezTo>
                    <a:pt x="88181" y="113635"/>
                    <a:pt x="113741" y="88099"/>
                    <a:pt x="113741" y="56818"/>
                  </a:cubicBezTo>
                  <a:cubicBezTo>
                    <a:pt x="113741" y="56818"/>
                    <a:pt x="113741" y="56818"/>
                    <a:pt x="113741" y="56818"/>
                  </a:cubicBezTo>
                  <a:cubicBezTo>
                    <a:pt x="113741" y="25536"/>
                    <a:pt x="88181" y="0"/>
                    <a:pt x="56871" y="0"/>
                  </a:cubicBezTo>
                  <a:close/>
                  <a:moveTo>
                    <a:pt x="56871" y="100867"/>
                  </a:moveTo>
                  <a:cubicBezTo>
                    <a:pt x="32589" y="100867"/>
                    <a:pt x="12780" y="81077"/>
                    <a:pt x="12780" y="56818"/>
                  </a:cubicBezTo>
                  <a:cubicBezTo>
                    <a:pt x="12780" y="32558"/>
                    <a:pt x="32589" y="12768"/>
                    <a:pt x="56871" y="12768"/>
                  </a:cubicBezTo>
                  <a:cubicBezTo>
                    <a:pt x="81152" y="12768"/>
                    <a:pt x="100961" y="32558"/>
                    <a:pt x="100961" y="56818"/>
                  </a:cubicBezTo>
                  <a:cubicBezTo>
                    <a:pt x="100961" y="56818"/>
                    <a:pt x="100961" y="56818"/>
                    <a:pt x="100961" y="56818"/>
                  </a:cubicBezTo>
                  <a:cubicBezTo>
                    <a:pt x="100961" y="81077"/>
                    <a:pt x="81152" y="100867"/>
                    <a:pt x="56871" y="100867"/>
                  </a:cubicBezTo>
                  <a:cubicBezTo>
                    <a:pt x="56871" y="100867"/>
                    <a:pt x="56871" y="100867"/>
                    <a:pt x="56871" y="100867"/>
                  </a:cubicBezTo>
                  <a:lnTo>
                    <a:pt x="56871" y="100867"/>
                  </a:lnTo>
                  <a:close/>
                </a:path>
              </a:pathLst>
            </a:custGeom>
            <a:solidFill>
              <a:srgbClr val="00ABAB"/>
            </a:solidFill>
            <a:ln w="6390" cap="flat">
              <a:noFill/>
              <a:prstDash val="solid"/>
              <a:miter/>
            </a:ln>
          </p:spPr>
          <p:txBody>
            <a:bodyPr rtlCol="0" anchor="ctr"/>
            <a:lstStyle/>
            <a:p>
              <a:endParaRPr lang="en-US"/>
            </a:p>
          </p:txBody>
        </p:sp>
        <p:sp>
          <p:nvSpPr>
            <p:cNvPr id="1837" name="Graphic 1100">
              <a:extLst>
                <a:ext uri="{FF2B5EF4-FFF2-40B4-BE49-F238E27FC236}">
                  <a16:creationId xmlns:a16="http://schemas.microsoft.com/office/drawing/2014/main" id="{61DA9707-2531-D540-8B28-3CE0FA8888C8}"/>
                </a:ext>
              </a:extLst>
            </p:cNvPr>
            <p:cNvSpPr/>
            <p:nvPr/>
          </p:nvSpPr>
          <p:spPr>
            <a:xfrm>
              <a:off x="6966220" y="4505792"/>
              <a:ext cx="54752" cy="46313"/>
            </a:xfrm>
            <a:custGeom>
              <a:avLst/>
              <a:gdLst>
                <a:gd name="connsiteX0" fmla="*/ 43540 w 54752"/>
                <a:gd name="connsiteY0" fmla="*/ 2264 h 46313"/>
                <a:gd name="connsiteX1" fmla="*/ 18619 w 54752"/>
                <a:gd name="connsiteY1" fmla="*/ 30992 h 46313"/>
                <a:gd name="connsiteX2" fmla="*/ 10952 w 54752"/>
                <a:gd name="connsiteY2" fmla="*/ 22054 h 46313"/>
                <a:gd name="connsiteX3" fmla="*/ 2006 w 54752"/>
                <a:gd name="connsiteY3" fmla="*/ 22054 h 46313"/>
                <a:gd name="connsiteX4" fmla="*/ 1367 w 54752"/>
                <a:gd name="connsiteY4" fmla="*/ 30353 h 46313"/>
                <a:gd name="connsiteX5" fmla="*/ 14147 w 54752"/>
                <a:gd name="connsiteY5" fmla="*/ 44398 h 46313"/>
                <a:gd name="connsiteX6" fmla="*/ 18619 w 54752"/>
                <a:gd name="connsiteY6" fmla="*/ 46313 h 46313"/>
                <a:gd name="connsiteX7" fmla="*/ 18619 w 54752"/>
                <a:gd name="connsiteY7" fmla="*/ 46313 h 46313"/>
                <a:gd name="connsiteX8" fmla="*/ 23093 w 54752"/>
                <a:gd name="connsiteY8" fmla="*/ 44398 h 46313"/>
                <a:gd name="connsiteX9" fmla="*/ 53125 w 54752"/>
                <a:gd name="connsiteY9" fmla="*/ 10563 h 46313"/>
                <a:gd name="connsiteX10" fmla="*/ 52486 w 54752"/>
                <a:gd name="connsiteY10" fmla="*/ 1625 h 46313"/>
                <a:gd name="connsiteX11" fmla="*/ 43540 w 54752"/>
                <a:gd name="connsiteY11" fmla="*/ 2264 h 46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752" h="46313">
                  <a:moveTo>
                    <a:pt x="43540" y="2264"/>
                  </a:moveTo>
                  <a:lnTo>
                    <a:pt x="18619" y="30992"/>
                  </a:lnTo>
                  <a:lnTo>
                    <a:pt x="10952" y="22054"/>
                  </a:lnTo>
                  <a:cubicBezTo>
                    <a:pt x="8395" y="19501"/>
                    <a:pt x="4562" y="19501"/>
                    <a:pt x="2006" y="22054"/>
                  </a:cubicBezTo>
                  <a:cubicBezTo>
                    <a:pt x="-551" y="24608"/>
                    <a:pt x="-551" y="27800"/>
                    <a:pt x="1367" y="30353"/>
                  </a:cubicBezTo>
                  <a:lnTo>
                    <a:pt x="14147" y="44398"/>
                  </a:lnTo>
                  <a:cubicBezTo>
                    <a:pt x="15424" y="45675"/>
                    <a:pt x="17342" y="46313"/>
                    <a:pt x="18619" y="46313"/>
                  </a:cubicBezTo>
                  <a:lnTo>
                    <a:pt x="18619" y="46313"/>
                  </a:lnTo>
                  <a:cubicBezTo>
                    <a:pt x="20537" y="46313"/>
                    <a:pt x="22453" y="45675"/>
                    <a:pt x="23093" y="44398"/>
                  </a:cubicBezTo>
                  <a:lnTo>
                    <a:pt x="53125" y="10563"/>
                  </a:lnTo>
                  <a:cubicBezTo>
                    <a:pt x="55681" y="8009"/>
                    <a:pt x="55042" y="4179"/>
                    <a:pt x="52486" y="1625"/>
                  </a:cubicBezTo>
                  <a:cubicBezTo>
                    <a:pt x="49930" y="-928"/>
                    <a:pt x="46096" y="-290"/>
                    <a:pt x="43540" y="2264"/>
                  </a:cubicBezTo>
                  <a:close/>
                </a:path>
              </a:pathLst>
            </a:custGeom>
            <a:solidFill>
              <a:srgbClr val="00ABAB"/>
            </a:solidFill>
            <a:ln w="6390" cap="flat">
              <a:noFill/>
              <a:prstDash val="solid"/>
              <a:miter/>
            </a:ln>
          </p:spPr>
          <p:txBody>
            <a:bodyPr rtlCol="0" anchor="ctr"/>
            <a:lstStyle/>
            <a:p>
              <a:endParaRPr lang="en-US"/>
            </a:p>
          </p:txBody>
        </p:sp>
      </p:grpSp>
      <p:grpSp>
        <p:nvGrpSpPr>
          <p:cNvPr id="1838" name="Graphic 1100">
            <a:extLst>
              <a:ext uri="{FF2B5EF4-FFF2-40B4-BE49-F238E27FC236}">
                <a16:creationId xmlns:a16="http://schemas.microsoft.com/office/drawing/2014/main" id="{4FEEDE4D-E093-0F4D-B299-5655E3627DAF}"/>
              </a:ext>
            </a:extLst>
          </p:cNvPr>
          <p:cNvGrpSpPr/>
          <p:nvPr/>
        </p:nvGrpSpPr>
        <p:grpSpPr>
          <a:xfrm>
            <a:off x="7802752" y="1897007"/>
            <a:ext cx="361674" cy="361971"/>
            <a:chOff x="7802752" y="1897007"/>
            <a:chExt cx="361674" cy="361971"/>
          </a:xfrm>
          <a:solidFill>
            <a:srgbClr val="00ABAB"/>
          </a:solidFill>
        </p:grpSpPr>
        <p:sp>
          <p:nvSpPr>
            <p:cNvPr id="1839" name="Graphic 1100">
              <a:extLst>
                <a:ext uri="{FF2B5EF4-FFF2-40B4-BE49-F238E27FC236}">
                  <a16:creationId xmlns:a16="http://schemas.microsoft.com/office/drawing/2014/main" id="{176D3CC9-D73E-1C45-9F15-1E7A24EFF705}"/>
                </a:ext>
              </a:extLst>
            </p:cNvPr>
            <p:cNvSpPr/>
            <p:nvPr/>
          </p:nvSpPr>
          <p:spPr>
            <a:xfrm>
              <a:off x="7802752" y="1897007"/>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180836 w 361674"/>
                <a:gd name="connsiteY7" fmla="*/ 349204 h 361971"/>
                <a:gd name="connsiteX8" fmla="*/ 12780 w 361674"/>
                <a:gd name="connsiteY8" fmla="*/ 181305 h 361971"/>
                <a:gd name="connsiteX9" fmla="*/ 180836 w 361674"/>
                <a:gd name="connsiteY9" fmla="*/ 12768 h 361971"/>
                <a:gd name="connsiteX10" fmla="*/ 348890 w 361674"/>
                <a:gd name="connsiteY10" fmla="*/ 180667 h 361971"/>
                <a:gd name="connsiteX11" fmla="*/ 348890 w 361674"/>
                <a:gd name="connsiteY11" fmla="*/ 180667 h 361971"/>
                <a:gd name="connsiteX12" fmla="*/ 180836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6" y="0"/>
                  </a:moveTo>
                  <a:cubicBezTo>
                    <a:pt x="80513" y="0"/>
                    <a:pt x="0" y="81077"/>
                    <a:pt x="0" y="180667"/>
                  </a:cubicBezTo>
                  <a:cubicBezTo>
                    <a:pt x="0" y="280895"/>
                    <a:pt x="81153" y="361972"/>
                    <a:pt x="180836" y="361972"/>
                  </a:cubicBezTo>
                  <a:cubicBezTo>
                    <a:pt x="281157" y="361972"/>
                    <a:pt x="361670" y="280895"/>
                    <a:pt x="361670" y="181305"/>
                  </a:cubicBezTo>
                  <a:cubicBezTo>
                    <a:pt x="361670" y="181305"/>
                    <a:pt x="361670" y="181305"/>
                    <a:pt x="361670" y="181305"/>
                  </a:cubicBezTo>
                  <a:cubicBezTo>
                    <a:pt x="362310" y="81077"/>
                    <a:pt x="281157" y="0"/>
                    <a:pt x="180836" y="0"/>
                  </a:cubicBezTo>
                  <a:cubicBezTo>
                    <a:pt x="180836" y="0"/>
                    <a:pt x="180836"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cubicBezTo>
                    <a:pt x="348890" y="180667"/>
                    <a:pt x="348890" y="180667"/>
                    <a:pt x="348890" y="180667"/>
                  </a:cubicBezTo>
                  <a:cubicBezTo>
                    <a:pt x="348890" y="273873"/>
                    <a:pt x="273490" y="349204"/>
                    <a:pt x="180836" y="349204"/>
                  </a:cubicBezTo>
                  <a:close/>
                </a:path>
              </a:pathLst>
            </a:custGeom>
            <a:solidFill>
              <a:srgbClr val="00ABAB"/>
            </a:solidFill>
            <a:ln w="6390" cap="flat">
              <a:noFill/>
              <a:prstDash val="solid"/>
              <a:miter/>
            </a:ln>
          </p:spPr>
          <p:txBody>
            <a:bodyPr rtlCol="0" anchor="ctr"/>
            <a:lstStyle/>
            <a:p>
              <a:endParaRPr lang="en-US"/>
            </a:p>
          </p:txBody>
        </p:sp>
        <p:sp>
          <p:nvSpPr>
            <p:cNvPr id="1840" name="Graphic 1100">
              <a:extLst>
                <a:ext uri="{FF2B5EF4-FFF2-40B4-BE49-F238E27FC236}">
                  <a16:creationId xmlns:a16="http://schemas.microsoft.com/office/drawing/2014/main" id="{329498AF-4A51-E849-8F33-75EFECDFA37D}"/>
                </a:ext>
              </a:extLst>
            </p:cNvPr>
            <p:cNvSpPr/>
            <p:nvPr/>
          </p:nvSpPr>
          <p:spPr>
            <a:xfrm>
              <a:off x="7880709" y="1997874"/>
              <a:ext cx="208950" cy="160237"/>
            </a:xfrm>
            <a:custGeom>
              <a:avLst/>
              <a:gdLst>
                <a:gd name="connsiteX0" fmla="*/ 190420 w 208950"/>
                <a:gd name="connsiteY0" fmla="*/ 19152 h 160237"/>
                <a:gd name="connsiteX1" fmla="*/ 185308 w 208950"/>
                <a:gd name="connsiteY1" fmla="*/ 19152 h 160237"/>
                <a:gd name="connsiteX2" fmla="*/ 178918 w 208950"/>
                <a:gd name="connsiteY2" fmla="*/ 25536 h 160237"/>
                <a:gd name="connsiteX3" fmla="*/ 185308 w 208950"/>
                <a:gd name="connsiteY3" fmla="*/ 31920 h 160237"/>
                <a:gd name="connsiteX4" fmla="*/ 190420 w 208950"/>
                <a:gd name="connsiteY4" fmla="*/ 31920 h 160237"/>
                <a:gd name="connsiteX5" fmla="*/ 194893 w 208950"/>
                <a:gd name="connsiteY5" fmla="*/ 35750 h 160237"/>
                <a:gd name="connsiteX6" fmla="*/ 194893 w 208950"/>
                <a:gd name="connsiteY6" fmla="*/ 35750 h 160237"/>
                <a:gd name="connsiteX7" fmla="*/ 194893 w 208950"/>
                <a:gd name="connsiteY7" fmla="*/ 47241 h 160237"/>
                <a:gd name="connsiteX8" fmla="*/ 182752 w 208950"/>
                <a:gd name="connsiteY8" fmla="*/ 47241 h 160237"/>
                <a:gd name="connsiteX9" fmla="*/ 173806 w 208950"/>
                <a:gd name="connsiteY9" fmla="*/ 26813 h 160237"/>
                <a:gd name="connsiteX10" fmla="*/ 150802 w 208950"/>
                <a:gd name="connsiteY10" fmla="*/ 15960 h 160237"/>
                <a:gd name="connsiteX11" fmla="*/ 61343 w 208950"/>
                <a:gd name="connsiteY11" fmla="*/ 47880 h 160237"/>
                <a:gd name="connsiteX12" fmla="*/ 12140 w 208950"/>
                <a:gd name="connsiteY12" fmla="*/ 47880 h 160237"/>
                <a:gd name="connsiteX13" fmla="*/ 12140 w 208950"/>
                <a:gd name="connsiteY13" fmla="*/ 12768 h 160237"/>
                <a:gd name="connsiteX14" fmla="*/ 51119 w 208950"/>
                <a:gd name="connsiteY14" fmla="*/ 12768 h 160237"/>
                <a:gd name="connsiteX15" fmla="*/ 72845 w 208950"/>
                <a:gd name="connsiteY15" fmla="*/ 30643 h 160237"/>
                <a:gd name="connsiteX16" fmla="*/ 76679 w 208950"/>
                <a:gd name="connsiteY16" fmla="*/ 31920 h 160237"/>
                <a:gd name="connsiteX17" fmla="*/ 93932 w 208950"/>
                <a:gd name="connsiteY17" fmla="*/ 31920 h 160237"/>
                <a:gd name="connsiteX18" fmla="*/ 100322 w 208950"/>
                <a:gd name="connsiteY18" fmla="*/ 25536 h 160237"/>
                <a:gd name="connsiteX19" fmla="*/ 93932 w 208950"/>
                <a:gd name="connsiteY19" fmla="*/ 19152 h 160237"/>
                <a:gd name="connsiteX20" fmla="*/ 79235 w 208950"/>
                <a:gd name="connsiteY20" fmla="*/ 19152 h 160237"/>
                <a:gd name="connsiteX21" fmla="*/ 57509 w 208950"/>
                <a:gd name="connsiteY21" fmla="*/ 1277 h 160237"/>
                <a:gd name="connsiteX22" fmla="*/ 53675 w 208950"/>
                <a:gd name="connsiteY22" fmla="*/ 0 h 160237"/>
                <a:gd name="connsiteX23" fmla="*/ 12780 w 208950"/>
                <a:gd name="connsiteY23" fmla="*/ 0 h 160237"/>
                <a:gd name="connsiteX24" fmla="*/ 0 w 208950"/>
                <a:gd name="connsiteY24" fmla="*/ 12768 h 160237"/>
                <a:gd name="connsiteX25" fmla="*/ 0 w 208950"/>
                <a:gd name="connsiteY25" fmla="*/ 53625 h 160237"/>
                <a:gd name="connsiteX26" fmla="*/ 0 w 208950"/>
                <a:gd name="connsiteY26" fmla="*/ 53625 h 160237"/>
                <a:gd name="connsiteX27" fmla="*/ 0 w 208950"/>
                <a:gd name="connsiteY27" fmla="*/ 153854 h 160237"/>
                <a:gd name="connsiteX28" fmla="*/ 6390 w 208950"/>
                <a:gd name="connsiteY28" fmla="*/ 160238 h 160237"/>
                <a:gd name="connsiteX29" fmla="*/ 202561 w 208950"/>
                <a:gd name="connsiteY29" fmla="*/ 160238 h 160237"/>
                <a:gd name="connsiteX30" fmla="*/ 208951 w 208950"/>
                <a:gd name="connsiteY30" fmla="*/ 153854 h 160237"/>
                <a:gd name="connsiteX31" fmla="*/ 208951 w 208950"/>
                <a:gd name="connsiteY31" fmla="*/ 35750 h 160237"/>
                <a:gd name="connsiteX32" fmla="*/ 190420 w 208950"/>
                <a:gd name="connsiteY32" fmla="*/ 19152 h 160237"/>
                <a:gd name="connsiteX33" fmla="*/ 190420 w 208950"/>
                <a:gd name="connsiteY33" fmla="*/ 19152 h 160237"/>
                <a:gd name="connsiteX34" fmla="*/ 154636 w 208950"/>
                <a:gd name="connsiteY34" fmla="*/ 27451 h 160237"/>
                <a:gd name="connsiteX35" fmla="*/ 161665 w 208950"/>
                <a:gd name="connsiteY35" fmla="*/ 31920 h 160237"/>
                <a:gd name="connsiteX36" fmla="*/ 168694 w 208950"/>
                <a:gd name="connsiteY36" fmla="*/ 47241 h 160237"/>
                <a:gd name="connsiteX37" fmla="*/ 99683 w 208950"/>
                <a:gd name="connsiteY37" fmla="*/ 47241 h 160237"/>
                <a:gd name="connsiteX38" fmla="*/ 154636 w 208950"/>
                <a:gd name="connsiteY38" fmla="*/ 27451 h 160237"/>
                <a:gd name="connsiteX39" fmla="*/ 11501 w 208950"/>
                <a:gd name="connsiteY39" fmla="*/ 147470 h 160237"/>
                <a:gd name="connsiteX40" fmla="*/ 11501 w 208950"/>
                <a:gd name="connsiteY40" fmla="*/ 60009 h 160237"/>
                <a:gd name="connsiteX41" fmla="*/ 194253 w 208950"/>
                <a:gd name="connsiteY41" fmla="*/ 60009 h 160237"/>
                <a:gd name="connsiteX42" fmla="*/ 194253 w 208950"/>
                <a:gd name="connsiteY42" fmla="*/ 147470 h 160237"/>
                <a:gd name="connsiteX43" fmla="*/ 11501 w 208950"/>
                <a:gd name="connsiteY43" fmla="*/ 147470 h 160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8950" h="160237">
                  <a:moveTo>
                    <a:pt x="190420" y="19152"/>
                  </a:moveTo>
                  <a:lnTo>
                    <a:pt x="185308" y="19152"/>
                  </a:lnTo>
                  <a:cubicBezTo>
                    <a:pt x="181474" y="19152"/>
                    <a:pt x="178918" y="21706"/>
                    <a:pt x="178918" y="25536"/>
                  </a:cubicBezTo>
                  <a:cubicBezTo>
                    <a:pt x="178918" y="29366"/>
                    <a:pt x="181474" y="31920"/>
                    <a:pt x="185308" y="31920"/>
                  </a:cubicBezTo>
                  <a:lnTo>
                    <a:pt x="190420" y="31920"/>
                  </a:lnTo>
                  <a:cubicBezTo>
                    <a:pt x="192976" y="31920"/>
                    <a:pt x="194893" y="33835"/>
                    <a:pt x="194893" y="35750"/>
                  </a:cubicBezTo>
                  <a:cubicBezTo>
                    <a:pt x="194893" y="35750"/>
                    <a:pt x="194893" y="35750"/>
                    <a:pt x="194893" y="35750"/>
                  </a:cubicBezTo>
                  <a:lnTo>
                    <a:pt x="194893" y="47241"/>
                  </a:lnTo>
                  <a:lnTo>
                    <a:pt x="182752" y="47241"/>
                  </a:lnTo>
                  <a:lnTo>
                    <a:pt x="173806" y="26813"/>
                  </a:lnTo>
                  <a:cubicBezTo>
                    <a:pt x="170611" y="17875"/>
                    <a:pt x="160387" y="12768"/>
                    <a:pt x="150802" y="15960"/>
                  </a:cubicBezTo>
                  <a:lnTo>
                    <a:pt x="61343" y="47880"/>
                  </a:lnTo>
                  <a:lnTo>
                    <a:pt x="12140" y="47880"/>
                  </a:lnTo>
                  <a:lnTo>
                    <a:pt x="12140" y="12768"/>
                  </a:lnTo>
                  <a:lnTo>
                    <a:pt x="51119" y="12768"/>
                  </a:lnTo>
                  <a:lnTo>
                    <a:pt x="72845" y="30643"/>
                  </a:lnTo>
                  <a:cubicBezTo>
                    <a:pt x="74123" y="31281"/>
                    <a:pt x="75401" y="31920"/>
                    <a:pt x="76679" y="31920"/>
                  </a:cubicBezTo>
                  <a:lnTo>
                    <a:pt x="93932" y="31920"/>
                  </a:lnTo>
                  <a:cubicBezTo>
                    <a:pt x="97766" y="31920"/>
                    <a:pt x="100322" y="29366"/>
                    <a:pt x="100322" y="25536"/>
                  </a:cubicBezTo>
                  <a:cubicBezTo>
                    <a:pt x="100322" y="21706"/>
                    <a:pt x="97766" y="19152"/>
                    <a:pt x="93932" y="19152"/>
                  </a:cubicBezTo>
                  <a:lnTo>
                    <a:pt x="79235" y="19152"/>
                  </a:lnTo>
                  <a:lnTo>
                    <a:pt x="57509" y="1277"/>
                  </a:lnTo>
                  <a:cubicBezTo>
                    <a:pt x="56231" y="638"/>
                    <a:pt x="54953" y="0"/>
                    <a:pt x="53675" y="0"/>
                  </a:cubicBezTo>
                  <a:lnTo>
                    <a:pt x="12780" y="0"/>
                  </a:lnTo>
                  <a:cubicBezTo>
                    <a:pt x="5750" y="0"/>
                    <a:pt x="0" y="5746"/>
                    <a:pt x="0" y="12768"/>
                  </a:cubicBezTo>
                  <a:lnTo>
                    <a:pt x="0" y="53625"/>
                  </a:lnTo>
                  <a:lnTo>
                    <a:pt x="0" y="53625"/>
                  </a:lnTo>
                  <a:lnTo>
                    <a:pt x="0" y="153854"/>
                  </a:lnTo>
                  <a:cubicBezTo>
                    <a:pt x="0" y="157684"/>
                    <a:pt x="2555" y="160238"/>
                    <a:pt x="6390" y="160238"/>
                  </a:cubicBezTo>
                  <a:lnTo>
                    <a:pt x="202561" y="160238"/>
                  </a:lnTo>
                  <a:cubicBezTo>
                    <a:pt x="206395" y="160238"/>
                    <a:pt x="208951" y="157684"/>
                    <a:pt x="208951" y="153854"/>
                  </a:cubicBezTo>
                  <a:lnTo>
                    <a:pt x="208951" y="35750"/>
                  </a:lnTo>
                  <a:cubicBezTo>
                    <a:pt x="207673" y="26813"/>
                    <a:pt x="200005" y="19152"/>
                    <a:pt x="190420" y="19152"/>
                  </a:cubicBezTo>
                  <a:cubicBezTo>
                    <a:pt x="190420" y="19152"/>
                    <a:pt x="190420" y="19152"/>
                    <a:pt x="190420" y="19152"/>
                  </a:cubicBezTo>
                  <a:close/>
                  <a:moveTo>
                    <a:pt x="154636" y="27451"/>
                  </a:moveTo>
                  <a:cubicBezTo>
                    <a:pt x="157831" y="26174"/>
                    <a:pt x="160387" y="28728"/>
                    <a:pt x="161665" y="31920"/>
                  </a:cubicBezTo>
                  <a:lnTo>
                    <a:pt x="168694" y="47241"/>
                  </a:lnTo>
                  <a:lnTo>
                    <a:pt x="99683" y="47241"/>
                  </a:lnTo>
                  <a:lnTo>
                    <a:pt x="154636" y="27451"/>
                  </a:lnTo>
                  <a:close/>
                  <a:moveTo>
                    <a:pt x="11501" y="147470"/>
                  </a:moveTo>
                  <a:lnTo>
                    <a:pt x="11501" y="60009"/>
                  </a:lnTo>
                  <a:lnTo>
                    <a:pt x="194253" y="60009"/>
                  </a:lnTo>
                  <a:lnTo>
                    <a:pt x="194253" y="147470"/>
                  </a:lnTo>
                  <a:lnTo>
                    <a:pt x="11501" y="147470"/>
                  </a:lnTo>
                  <a:close/>
                </a:path>
              </a:pathLst>
            </a:custGeom>
            <a:solidFill>
              <a:srgbClr val="00ABAB"/>
            </a:solidFill>
            <a:ln w="6390" cap="flat">
              <a:noFill/>
              <a:prstDash val="solid"/>
              <a:miter/>
            </a:ln>
          </p:spPr>
          <p:txBody>
            <a:bodyPr rtlCol="0" anchor="ctr"/>
            <a:lstStyle/>
            <a:p>
              <a:endParaRPr lang="en-US"/>
            </a:p>
          </p:txBody>
        </p:sp>
      </p:grpSp>
      <p:grpSp>
        <p:nvGrpSpPr>
          <p:cNvPr id="1841" name="Graphic 1100">
            <a:extLst>
              <a:ext uri="{FF2B5EF4-FFF2-40B4-BE49-F238E27FC236}">
                <a16:creationId xmlns:a16="http://schemas.microsoft.com/office/drawing/2014/main" id="{A34DC156-8FED-0348-93D6-9AF1C17078F3}"/>
              </a:ext>
            </a:extLst>
          </p:cNvPr>
          <p:cNvGrpSpPr/>
          <p:nvPr/>
        </p:nvGrpSpPr>
        <p:grpSpPr>
          <a:xfrm>
            <a:off x="7802752" y="3343617"/>
            <a:ext cx="361674" cy="361971"/>
            <a:chOff x="7802752" y="3343617"/>
            <a:chExt cx="361674" cy="361971"/>
          </a:xfrm>
          <a:solidFill>
            <a:srgbClr val="00ABAB"/>
          </a:solidFill>
        </p:grpSpPr>
        <p:sp>
          <p:nvSpPr>
            <p:cNvPr id="1842" name="Graphic 1100">
              <a:extLst>
                <a:ext uri="{FF2B5EF4-FFF2-40B4-BE49-F238E27FC236}">
                  <a16:creationId xmlns:a16="http://schemas.microsoft.com/office/drawing/2014/main" id="{E7CB2358-C7E9-6F4D-A05C-B7EEDEFA43D6}"/>
                </a:ext>
              </a:extLst>
            </p:cNvPr>
            <p:cNvSpPr/>
            <p:nvPr/>
          </p:nvSpPr>
          <p:spPr>
            <a:xfrm>
              <a:off x="7802752" y="3343617"/>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180836 w 361674"/>
                <a:gd name="connsiteY7" fmla="*/ 349204 h 361971"/>
                <a:gd name="connsiteX8" fmla="*/ 12780 w 361674"/>
                <a:gd name="connsiteY8" fmla="*/ 181305 h 361971"/>
                <a:gd name="connsiteX9" fmla="*/ 180836 w 361674"/>
                <a:gd name="connsiteY9" fmla="*/ 12768 h 361971"/>
                <a:gd name="connsiteX10" fmla="*/ 348890 w 361674"/>
                <a:gd name="connsiteY10" fmla="*/ 180667 h 361971"/>
                <a:gd name="connsiteX11" fmla="*/ 348890 w 361674"/>
                <a:gd name="connsiteY11" fmla="*/ 180667 h 361971"/>
                <a:gd name="connsiteX12" fmla="*/ 180836 w 361674"/>
                <a:gd name="connsiteY12" fmla="*/ 349204 h 361971"/>
                <a:gd name="connsiteX13" fmla="*/ 180836 w 361674"/>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4" h="361971">
                  <a:moveTo>
                    <a:pt x="180836" y="0"/>
                  </a:moveTo>
                  <a:cubicBezTo>
                    <a:pt x="80513" y="0"/>
                    <a:pt x="0" y="81077"/>
                    <a:pt x="0" y="180667"/>
                  </a:cubicBezTo>
                  <a:cubicBezTo>
                    <a:pt x="0" y="280895"/>
                    <a:pt x="81153" y="361972"/>
                    <a:pt x="180836" y="361972"/>
                  </a:cubicBezTo>
                  <a:cubicBezTo>
                    <a:pt x="281157" y="361972"/>
                    <a:pt x="361670" y="280895"/>
                    <a:pt x="361670" y="181305"/>
                  </a:cubicBezTo>
                  <a:lnTo>
                    <a:pt x="361670" y="181305"/>
                  </a:lnTo>
                  <a:cubicBezTo>
                    <a:pt x="362310" y="81077"/>
                    <a:pt x="281157" y="0"/>
                    <a:pt x="180836" y="0"/>
                  </a:cubicBezTo>
                  <a:cubicBezTo>
                    <a:pt x="180836" y="0"/>
                    <a:pt x="180836"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lnTo>
                    <a:pt x="348890" y="180667"/>
                  </a:lnTo>
                  <a:cubicBezTo>
                    <a:pt x="348890" y="273873"/>
                    <a:pt x="273490" y="349204"/>
                    <a:pt x="180836" y="349204"/>
                  </a:cubicBezTo>
                  <a:lnTo>
                    <a:pt x="180836" y="349204"/>
                  </a:lnTo>
                  <a:close/>
                </a:path>
              </a:pathLst>
            </a:custGeom>
            <a:solidFill>
              <a:srgbClr val="00ABAB"/>
            </a:solidFill>
            <a:ln w="6390" cap="flat">
              <a:noFill/>
              <a:prstDash val="solid"/>
              <a:miter/>
            </a:ln>
          </p:spPr>
          <p:txBody>
            <a:bodyPr rtlCol="0" anchor="ctr"/>
            <a:lstStyle/>
            <a:p>
              <a:endParaRPr lang="en-US"/>
            </a:p>
          </p:txBody>
        </p:sp>
        <p:sp>
          <p:nvSpPr>
            <p:cNvPr id="1843" name="Graphic 1100">
              <a:extLst>
                <a:ext uri="{FF2B5EF4-FFF2-40B4-BE49-F238E27FC236}">
                  <a16:creationId xmlns:a16="http://schemas.microsoft.com/office/drawing/2014/main" id="{BA1D52E4-917B-F840-8BB3-C57477AFA74D}"/>
                </a:ext>
              </a:extLst>
            </p:cNvPr>
            <p:cNvSpPr/>
            <p:nvPr/>
          </p:nvSpPr>
          <p:spPr>
            <a:xfrm>
              <a:off x="7880070" y="3432993"/>
              <a:ext cx="208312" cy="160237"/>
            </a:xfrm>
            <a:custGeom>
              <a:avLst/>
              <a:gdLst>
                <a:gd name="connsiteX0" fmla="*/ 191059 w 208312"/>
                <a:gd name="connsiteY0" fmla="*/ 19152 h 160237"/>
                <a:gd name="connsiteX1" fmla="*/ 79235 w 208312"/>
                <a:gd name="connsiteY1" fmla="*/ 19152 h 160237"/>
                <a:gd name="connsiteX2" fmla="*/ 57509 w 208312"/>
                <a:gd name="connsiteY2" fmla="*/ 1277 h 160237"/>
                <a:gd name="connsiteX3" fmla="*/ 53676 w 208312"/>
                <a:gd name="connsiteY3" fmla="*/ 0 h 160237"/>
                <a:gd name="connsiteX4" fmla="*/ 12780 w 208312"/>
                <a:gd name="connsiteY4" fmla="*/ 0 h 160237"/>
                <a:gd name="connsiteX5" fmla="*/ 0 w 208312"/>
                <a:gd name="connsiteY5" fmla="*/ 12768 h 160237"/>
                <a:gd name="connsiteX6" fmla="*/ 0 w 208312"/>
                <a:gd name="connsiteY6" fmla="*/ 153854 h 160237"/>
                <a:gd name="connsiteX7" fmla="*/ 6390 w 208312"/>
                <a:gd name="connsiteY7" fmla="*/ 160238 h 160237"/>
                <a:gd name="connsiteX8" fmla="*/ 51119 w 208312"/>
                <a:gd name="connsiteY8" fmla="*/ 160238 h 160237"/>
                <a:gd name="connsiteX9" fmla="*/ 57509 w 208312"/>
                <a:gd name="connsiteY9" fmla="*/ 153854 h 160237"/>
                <a:gd name="connsiteX10" fmla="*/ 51119 w 208312"/>
                <a:gd name="connsiteY10" fmla="*/ 147470 h 160237"/>
                <a:gd name="connsiteX11" fmla="*/ 12780 w 208312"/>
                <a:gd name="connsiteY11" fmla="*/ 147470 h 160237"/>
                <a:gd name="connsiteX12" fmla="*/ 12780 w 208312"/>
                <a:gd name="connsiteY12" fmla="*/ 12768 h 160237"/>
                <a:gd name="connsiteX13" fmla="*/ 51759 w 208312"/>
                <a:gd name="connsiteY13" fmla="*/ 12768 h 160237"/>
                <a:gd name="connsiteX14" fmla="*/ 73484 w 208312"/>
                <a:gd name="connsiteY14" fmla="*/ 30643 h 160237"/>
                <a:gd name="connsiteX15" fmla="*/ 77319 w 208312"/>
                <a:gd name="connsiteY15" fmla="*/ 31920 h 160237"/>
                <a:gd name="connsiteX16" fmla="*/ 191059 w 208312"/>
                <a:gd name="connsiteY16" fmla="*/ 31920 h 160237"/>
                <a:gd name="connsiteX17" fmla="*/ 195533 w 208312"/>
                <a:gd name="connsiteY17" fmla="*/ 35750 h 160237"/>
                <a:gd name="connsiteX18" fmla="*/ 195533 w 208312"/>
                <a:gd name="connsiteY18" fmla="*/ 35750 h 160237"/>
                <a:gd name="connsiteX19" fmla="*/ 195533 w 208312"/>
                <a:gd name="connsiteY19" fmla="*/ 147470 h 160237"/>
                <a:gd name="connsiteX20" fmla="*/ 183392 w 208312"/>
                <a:gd name="connsiteY20" fmla="*/ 147470 h 160237"/>
                <a:gd name="connsiteX21" fmla="*/ 177002 w 208312"/>
                <a:gd name="connsiteY21" fmla="*/ 153854 h 160237"/>
                <a:gd name="connsiteX22" fmla="*/ 183392 w 208312"/>
                <a:gd name="connsiteY22" fmla="*/ 160238 h 160237"/>
                <a:gd name="connsiteX23" fmla="*/ 201923 w 208312"/>
                <a:gd name="connsiteY23" fmla="*/ 160238 h 160237"/>
                <a:gd name="connsiteX24" fmla="*/ 208313 w 208312"/>
                <a:gd name="connsiteY24" fmla="*/ 153854 h 160237"/>
                <a:gd name="connsiteX25" fmla="*/ 208313 w 208312"/>
                <a:gd name="connsiteY25" fmla="*/ 35750 h 160237"/>
                <a:gd name="connsiteX26" fmla="*/ 191059 w 208312"/>
                <a:gd name="connsiteY26" fmla="*/ 19152 h 160237"/>
                <a:gd name="connsiteX27" fmla="*/ 191059 w 208312"/>
                <a:gd name="connsiteY27" fmla="*/ 19152 h 160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8312" h="160237">
                  <a:moveTo>
                    <a:pt x="191059" y="19152"/>
                  </a:moveTo>
                  <a:lnTo>
                    <a:pt x="79235" y="19152"/>
                  </a:lnTo>
                  <a:lnTo>
                    <a:pt x="57509" y="1277"/>
                  </a:lnTo>
                  <a:cubicBezTo>
                    <a:pt x="56232" y="638"/>
                    <a:pt x="54954" y="0"/>
                    <a:pt x="53676" y="0"/>
                  </a:cubicBezTo>
                  <a:lnTo>
                    <a:pt x="12780" y="0"/>
                  </a:lnTo>
                  <a:cubicBezTo>
                    <a:pt x="5751" y="0"/>
                    <a:pt x="0" y="5746"/>
                    <a:pt x="0" y="12768"/>
                  </a:cubicBezTo>
                  <a:lnTo>
                    <a:pt x="0" y="153854"/>
                  </a:lnTo>
                  <a:cubicBezTo>
                    <a:pt x="0" y="157684"/>
                    <a:pt x="2556" y="160238"/>
                    <a:pt x="6390" y="160238"/>
                  </a:cubicBezTo>
                  <a:lnTo>
                    <a:pt x="51119" y="160238"/>
                  </a:lnTo>
                  <a:cubicBezTo>
                    <a:pt x="54954" y="160238"/>
                    <a:pt x="57509" y="157684"/>
                    <a:pt x="57509" y="153854"/>
                  </a:cubicBezTo>
                  <a:cubicBezTo>
                    <a:pt x="57509" y="150024"/>
                    <a:pt x="54954" y="147470"/>
                    <a:pt x="51119" y="147470"/>
                  </a:cubicBezTo>
                  <a:lnTo>
                    <a:pt x="12780" y="147470"/>
                  </a:lnTo>
                  <a:lnTo>
                    <a:pt x="12780" y="12768"/>
                  </a:lnTo>
                  <a:lnTo>
                    <a:pt x="51759" y="12768"/>
                  </a:lnTo>
                  <a:lnTo>
                    <a:pt x="73484" y="30643"/>
                  </a:lnTo>
                  <a:cubicBezTo>
                    <a:pt x="74763" y="31282"/>
                    <a:pt x="76040" y="31920"/>
                    <a:pt x="77319" y="31920"/>
                  </a:cubicBezTo>
                  <a:lnTo>
                    <a:pt x="191059" y="31920"/>
                  </a:lnTo>
                  <a:cubicBezTo>
                    <a:pt x="193615" y="31920"/>
                    <a:pt x="195533" y="33835"/>
                    <a:pt x="195533" y="35750"/>
                  </a:cubicBezTo>
                  <a:lnTo>
                    <a:pt x="195533" y="35750"/>
                  </a:lnTo>
                  <a:lnTo>
                    <a:pt x="195533" y="147470"/>
                  </a:lnTo>
                  <a:lnTo>
                    <a:pt x="183392" y="147470"/>
                  </a:lnTo>
                  <a:cubicBezTo>
                    <a:pt x="179558" y="147470"/>
                    <a:pt x="177002" y="150024"/>
                    <a:pt x="177002" y="153854"/>
                  </a:cubicBezTo>
                  <a:cubicBezTo>
                    <a:pt x="177002" y="157684"/>
                    <a:pt x="179558" y="160238"/>
                    <a:pt x="183392" y="160238"/>
                  </a:cubicBezTo>
                  <a:lnTo>
                    <a:pt x="201923" y="160238"/>
                  </a:lnTo>
                  <a:cubicBezTo>
                    <a:pt x="205756" y="160238"/>
                    <a:pt x="208313" y="157684"/>
                    <a:pt x="208313" y="153854"/>
                  </a:cubicBezTo>
                  <a:lnTo>
                    <a:pt x="208313" y="35750"/>
                  </a:lnTo>
                  <a:cubicBezTo>
                    <a:pt x="207673" y="26813"/>
                    <a:pt x="200005" y="19152"/>
                    <a:pt x="191059" y="19152"/>
                  </a:cubicBezTo>
                  <a:lnTo>
                    <a:pt x="191059" y="19152"/>
                  </a:lnTo>
                  <a:close/>
                </a:path>
              </a:pathLst>
            </a:custGeom>
            <a:solidFill>
              <a:srgbClr val="00ABAB"/>
            </a:solidFill>
            <a:ln w="6390" cap="flat">
              <a:noFill/>
              <a:prstDash val="solid"/>
              <a:miter/>
            </a:ln>
          </p:spPr>
          <p:txBody>
            <a:bodyPr rtlCol="0" anchor="ctr"/>
            <a:lstStyle/>
            <a:p>
              <a:endParaRPr lang="en-US"/>
            </a:p>
          </p:txBody>
        </p:sp>
        <p:sp>
          <p:nvSpPr>
            <p:cNvPr id="1844" name="Graphic 1100">
              <a:extLst>
                <a:ext uri="{FF2B5EF4-FFF2-40B4-BE49-F238E27FC236}">
                  <a16:creationId xmlns:a16="http://schemas.microsoft.com/office/drawing/2014/main" id="{70575F69-0636-2F4E-BFA1-B0A85258915A}"/>
                </a:ext>
              </a:extLst>
            </p:cNvPr>
            <p:cNvSpPr/>
            <p:nvPr/>
          </p:nvSpPr>
          <p:spPr>
            <a:xfrm>
              <a:off x="7941733" y="3505451"/>
              <a:ext cx="110545" cy="110762"/>
            </a:xfrm>
            <a:custGeom>
              <a:avLst/>
              <a:gdLst>
                <a:gd name="connsiteX0" fmla="*/ 108948 w 110545"/>
                <a:gd name="connsiteY0" fmla="*/ 42454 h 110762"/>
                <a:gd name="connsiteX1" fmla="*/ 108948 w 110545"/>
                <a:gd name="connsiteY1" fmla="*/ 42454 h 110762"/>
                <a:gd name="connsiteX2" fmla="*/ 103197 w 110545"/>
                <a:gd name="connsiteY2" fmla="*/ 28409 h 110762"/>
                <a:gd name="connsiteX3" fmla="*/ 91056 w 110545"/>
                <a:gd name="connsiteY3" fmla="*/ 22663 h 110762"/>
                <a:gd name="connsiteX4" fmla="*/ 91056 w 110545"/>
                <a:gd name="connsiteY4" fmla="*/ 22663 h 110762"/>
                <a:gd name="connsiteX5" fmla="*/ 86584 w 110545"/>
                <a:gd name="connsiteY5" fmla="*/ 24578 h 110762"/>
                <a:gd name="connsiteX6" fmla="*/ 88500 w 110545"/>
                <a:gd name="connsiteY6" fmla="*/ 20110 h 110762"/>
                <a:gd name="connsiteX7" fmla="*/ 84027 w 110545"/>
                <a:gd name="connsiteY7" fmla="*/ 7342 h 110762"/>
                <a:gd name="connsiteX8" fmla="*/ 84027 w 110545"/>
                <a:gd name="connsiteY8" fmla="*/ 7342 h 110762"/>
                <a:gd name="connsiteX9" fmla="*/ 69970 w 110545"/>
                <a:gd name="connsiteY9" fmla="*/ 958 h 110762"/>
                <a:gd name="connsiteX10" fmla="*/ 62940 w 110545"/>
                <a:gd name="connsiteY10" fmla="*/ 958 h 110762"/>
                <a:gd name="connsiteX11" fmla="*/ 57829 w 110545"/>
                <a:gd name="connsiteY11" fmla="*/ 6065 h 110762"/>
                <a:gd name="connsiteX12" fmla="*/ 55912 w 110545"/>
                <a:gd name="connsiteY12" fmla="*/ 10534 h 110762"/>
                <a:gd name="connsiteX13" fmla="*/ 53995 w 110545"/>
                <a:gd name="connsiteY13" fmla="*/ 6065 h 110762"/>
                <a:gd name="connsiteX14" fmla="*/ 48883 w 110545"/>
                <a:gd name="connsiteY14" fmla="*/ 958 h 110762"/>
                <a:gd name="connsiteX15" fmla="*/ 41854 w 110545"/>
                <a:gd name="connsiteY15" fmla="*/ 958 h 110762"/>
                <a:gd name="connsiteX16" fmla="*/ 27796 w 110545"/>
                <a:gd name="connsiteY16" fmla="*/ 6703 h 110762"/>
                <a:gd name="connsiteX17" fmla="*/ 22684 w 110545"/>
                <a:gd name="connsiteY17" fmla="*/ 18833 h 110762"/>
                <a:gd name="connsiteX18" fmla="*/ 24601 w 110545"/>
                <a:gd name="connsiteY18" fmla="*/ 23302 h 110762"/>
                <a:gd name="connsiteX19" fmla="*/ 20128 w 110545"/>
                <a:gd name="connsiteY19" fmla="*/ 21386 h 110762"/>
                <a:gd name="connsiteX20" fmla="*/ 7348 w 110545"/>
                <a:gd name="connsiteY20" fmla="*/ 25855 h 110762"/>
                <a:gd name="connsiteX21" fmla="*/ 7348 w 110545"/>
                <a:gd name="connsiteY21" fmla="*/ 25855 h 110762"/>
                <a:gd name="connsiteX22" fmla="*/ 1597 w 110545"/>
                <a:gd name="connsiteY22" fmla="*/ 39900 h 110762"/>
                <a:gd name="connsiteX23" fmla="*/ 6071 w 110545"/>
                <a:gd name="connsiteY23" fmla="*/ 52668 h 110762"/>
                <a:gd name="connsiteX24" fmla="*/ 6071 w 110545"/>
                <a:gd name="connsiteY24" fmla="*/ 52668 h 110762"/>
                <a:gd name="connsiteX25" fmla="*/ 10543 w 110545"/>
                <a:gd name="connsiteY25" fmla="*/ 54583 h 110762"/>
                <a:gd name="connsiteX26" fmla="*/ 6071 w 110545"/>
                <a:gd name="connsiteY26" fmla="*/ 56498 h 110762"/>
                <a:gd name="connsiteX27" fmla="*/ 958 w 110545"/>
                <a:gd name="connsiteY27" fmla="*/ 61605 h 110762"/>
                <a:gd name="connsiteX28" fmla="*/ 958 w 110545"/>
                <a:gd name="connsiteY28" fmla="*/ 68628 h 110762"/>
                <a:gd name="connsiteX29" fmla="*/ 6709 w 110545"/>
                <a:gd name="connsiteY29" fmla="*/ 82673 h 110762"/>
                <a:gd name="connsiteX30" fmla="*/ 11821 w 110545"/>
                <a:gd name="connsiteY30" fmla="*/ 87780 h 110762"/>
                <a:gd name="connsiteX31" fmla="*/ 18850 w 110545"/>
                <a:gd name="connsiteY31" fmla="*/ 87780 h 110762"/>
                <a:gd name="connsiteX32" fmla="*/ 23323 w 110545"/>
                <a:gd name="connsiteY32" fmla="*/ 85865 h 110762"/>
                <a:gd name="connsiteX33" fmla="*/ 21406 w 110545"/>
                <a:gd name="connsiteY33" fmla="*/ 90333 h 110762"/>
                <a:gd name="connsiteX34" fmla="*/ 25879 w 110545"/>
                <a:gd name="connsiteY34" fmla="*/ 103101 h 110762"/>
                <a:gd name="connsiteX35" fmla="*/ 26518 w 110545"/>
                <a:gd name="connsiteY35" fmla="*/ 103101 h 110762"/>
                <a:gd name="connsiteX36" fmla="*/ 40576 w 110545"/>
                <a:gd name="connsiteY36" fmla="*/ 109485 h 110762"/>
                <a:gd name="connsiteX37" fmla="*/ 53355 w 110545"/>
                <a:gd name="connsiteY37" fmla="*/ 104378 h 110762"/>
                <a:gd name="connsiteX38" fmla="*/ 53355 w 110545"/>
                <a:gd name="connsiteY38" fmla="*/ 104378 h 110762"/>
                <a:gd name="connsiteX39" fmla="*/ 55273 w 110545"/>
                <a:gd name="connsiteY39" fmla="*/ 99909 h 110762"/>
                <a:gd name="connsiteX40" fmla="*/ 57190 w 110545"/>
                <a:gd name="connsiteY40" fmla="*/ 104378 h 110762"/>
                <a:gd name="connsiteX41" fmla="*/ 66135 w 110545"/>
                <a:gd name="connsiteY41" fmla="*/ 110762 h 110762"/>
                <a:gd name="connsiteX42" fmla="*/ 69330 w 110545"/>
                <a:gd name="connsiteY42" fmla="*/ 110124 h 110762"/>
                <a:gd name="connsiteX43" fmla="*/ 83389 w 110545"/>
                <a:gd name="connsiteY43" fmla="*/ 104378 h 110762"/>
                <a:gd name="connsiteX44" fmla="*/ 88500 w 110545"/>
                <a:gd name="connsiteY44" fmla="*/ 99271 h 110762"/>
                <a:gd name="connsiteX45" fmla="*/ 88500 w 110545"/>
                <a:gd name="connsiteY45" fmla="*/ 91610 h 110762"/>
                <a:gd name="connsiteX46" fmla="*/ 86584 w 110545"/>
                <a:gd name="connsiteY46" fmla="*/ 87141 h 110762"/>
                <a:gd name="connsiteX47" fmla="*/ 91056 w 110545"/>
                <a:gd name="connsiteY47" fmla="*/ 89057 h 110762"/>
                <a:gd name="connsiteX48" fmla="*/ 103836 w 110545"/>
                <a:gd name="connsiteY48" fmla="*/ 84588 h 110762"/>
                <a:gd name="connsiteX49" fmla="*/ 103836 w 110545"/>
                <a:gd name="connsiteY49" fmla="*/ 84588 h 110762"/>
                <a:gd name="connsiteX50" fmla="*/ 109587 w 110545"/>
                <a:gd name="connsiteY50" fmla="*/ 70543 h 110762"/>
                <a:gd name="connsiteX51" fmla="*/ 109587 w 110545"/>
                <a:gd name="connsiteY51" fmla="*/ 62882 h 110762"/>
                <a:gd name="connsiteX52" fmla="*/ 104475 w 110545"/>
                <a:gd name="connsiteY52" fmla="*/ 57775 h 110762"/>
                <a:gd name="connsiteX53" fmla="*/ 100002 w 110545"/>
                <a:gd name="connsiteY53" fmla="*/ 55860 h 110762"/>
                <a:gd name="connsiteX54" fmla="*/ 104475 w 110545"/>
                <a:gd name="connsiteY54" fmla="*/ 53945 h 110762"/>
                <a:gd name="connsiteX55" fmla="*/ 108948 w 110545"/>
                <a:gd name="connsiteY55" fmla="*/ 42454 h 110762"/>
                <a:gd name="connsiteX56" fmla="*/ 108948 w 110545"/>
                <a:gd name="connsiteY56" fmla="*/ 42454 h 110762"/>
                <a:gd name="connsiteX57" fmla="*/ 85305 w 110545"/>
                <a:gd name="connsiteY57" fmla="*/ 64797 h 110762"/>
                <a:gd name="connsiteX58" fmla="*/ 95530 w 110545"/>
                <a:gd name="connsiteY58" fmla="*/ 69266 h 110762"/>
                <a:gd name="connsiteX59" fmla="*/ 91695 w 110545"/>
                <a:gd name="connsiteY59" fmla="*/ 77565 h 110762"/>
                <a:gd name="connsiteX60" fmla="*/ 81471 w 110545"/>
                <a:gd name="connsiteY60" fmla="*/ 73097 h 110762"/>
                <a:gd name="connsiteX61" fmla="*/ 74443 w 110545"/>
                <a:gd name="connsiteY61" fmla="*/ 74373 h 110762"/>
                <a:gd name="connsiteX62" fmla="*/ 71886 w 110545"/>
                <a:gd name="connsiteY62" fmla="*/ 76927 h 110762"/>
                <a:gd name="connsiteX63" fmla="*/ 69970 w 110545"/>
                <a:gd name="connsiteY63" fmla="*/ 83949 h 110762"/>
                <a:gd name="connsiteX64" fmla="*/ 73804 w 110545"/>
                <a:gd name="connsiteY64" fmla="*/ 94164 h 110762"/>
                <a:gd name="connsiteX65" fmla="*/ 65496 w 110545"/>
                <a:gd name="connsiteY65" fmla="*/ 97356 h 110762"/>
                <a:gd name="connsiteX66" fmla="*/ 61663 w 110545"/>
                <a:gd name="connsiteY66" fmla="*/ 87141 h 110762"/>
                <a:gd name="connsiteX67" fmla="*/ 55912 w 110545"/>
                <a:gd name="connsiteY67" fmla="*/ 83311 h 110762"/>
                <a:gd name="connsiteX68" fmla="*/ 55912 w 110545"/>
                <a:gd name="connsiteY68" fmla="*/ 83311 h 110762"/>
                <a:gd name="connsiteX69" fmla="*/ 52078 w 110545"/>
                <a:gd name="connsiteY69" fmla="*/ 83311 h 110762"/>
                <a:gd name="connsiteX70" fmla="*/ 45688 w 110545"/>
                <a:gd name="connsiteY70" fmla="*/ 87141 h 110762"/>
                <a:gd name="connsiteX71" fmla="*/ 41215 w 110545"/>
                <a:gd name="connsiteY71" fmla="*/ 97356 h 110762"/>
                <a:gd name="connsiteX72" fmla="*/ 32908 w 110545"/>
                <a:gd name="connsiteY72" fmla="*/ 94164 h 110762"/>
                <a:gd name="connsiteX73" fmla="*/ 37381 w 110545"/>
                <a:gd name="connsiteY73" fmla="*/ 83949 h 110762"/>
                <a:gd name="connsiteX74" fmla="*/ 36103 w 110545"/>
                <a:gd name="connsiteY74" fmla="*/ 76927 h 110762"/>
                <a:gd name="connsiteX75" fmla="*/ 33547 w 110545"/>
                <a:gd name="connsiteY75" fmla="*/ 74373 h 110762"/>
                <a:gd name="connsiteX76" fmla="*/ 26518 w 110545"/>
                <a:gd name="connsiteY76" fmla="*/ 72458 h 110762"/>
                <a:gd name="connsiteX77" fmla="*/ 16294 w 110545"/>
                <a:gd name="connsiteY77" fmla="*/ 76289 h 110762"/>
                <a:gd name="connsiteX78" fmla="*/ 13099 w 110545"/>
                <a:gd name="connsiteY78" fmla="*/ 67989 h 110762"/>
                <a:gd name="connsiteX79" fmla="*/ 23323 w 110545"/>
                <a:gd name="connsiteY79" fmla="*/ 64159 h 110762"/>
                <a:gd name="connsiteX80" fmla="*/ 27157 w 110545"/>
                <a:gd name="connsiteY80" fmla="*/ 57775 h 110762"/>
                <a:gd name="connsiteX81" fmla="*/ 27157 w 110545"/>
                <a:gd name="connsiteY81" fmla="*/ 53945 h 110762"/>
                <a:gd name="connsiteX82" fmla="*/ 23323 w 110545"/>
                <a:gd name="connsiteY82" fmla="*/ 47561 h 110762"/>
                <a:gd name="connsiteX83" fmla="*/ 13099 w 110545"/>
                <a:gd name="connsiteY83" fmla="*/ 43092 h 110762"/>
                <a:gd name="connsiteX84" fmla="*/ 16933 w 110545"/>
                <a:gd name="connsiteY84" fmla="*/ 34793 h 110762"/>
                <a:gd name="connsiteX85" fmla="*/ 27157 w 110545"/>
                <a:gd name="connsiteY85" fmla="*/ 39262 h 110762"/>
                <a:gd name="connsiteX86" fmla="*/ 34186 w 110545"/>
                <a:gd name="connsiteY86" fmla="*/ 37985 h 110762"/>
                <a:gd name="connsiteX87" fmla="*/ 36742 w 110545"/>
                <a:gd name="connsiteY87" fmla="*/ 35431 h 110762"/>
                <a:gd name="connsiteX88" fmla="*/ 38659 w 110545"/>
                <a:gd name="connsiteY88" fmla="*/ 28409 h 110762"/>
                <a:gd name="connsiteX89" fmla="*/ 34825 w 110545"/>
                <a:gd name="connsiteY89" fmla="*/ 18194 h 110762"/>
                <a:gd name="connsiteX90" fmla="*/ 43132 w 110545"/>
                <a:gd name="connsiteY90" fmla="*/ 15002 h 110762"/>
                <a:gd name="connsiteX91" fmla="*/ 46965 w 110545"/>
                <a:gd name="connsiteY91" fmla="*/ 25217 h 110762"/>
                <a:gd name="connsiteX92" fmla="*/ 53355 w 110545"/>
                <a:gd name="connsiteY92" fmla="*/ 29047 h 110762"/>
                <a:gd name="connsiteX93" fmla="*/ 57190 w 110545"/>
                <a:gd name="connsiteY93" fmla="*/ 29047 h 110762"/>
                <a:gd name="connsiteX94" fmla="*/ 63580 w 110545"/>
                <a:gd name="connsiteY94" fmla="*/ 25217 h 110762"/>
                <a:gd name="connsiteX95" fmla="*/ 68053 w 110545"/>
                <a:gd name="connsiteY95" fmla="*/ 15002 h 110762"/>
                <a:gd name="connsiteX96" fmla="*/ 76360 w 110545"/>
                <a:gd name="connsiteY96" fmla="*/ 18194 h 110762"/>
                <a:gd name="connsiteX97" fmla="*/ 71886 w 110545"/>
                <a:gd name="connsiteY97" fmla="*/ 28409 h 110762"/>
                <a:gd name="connsiteX98" fmla="*/ 73165 w 110545"/>
                <a:gd name="connsiteY98" fmla="*/ 35431 h 110762"/>
                <a:gd name="connsiteX99" fmla="*/ 75720 w 110545"/>
                <a:gd name="connsiteY99" fmla="*/ 37985 h 110762"/>
                <a:gd name="connsiteX100" fmla="*/ 82750 w 110545"/>
                <a:gd name="connsiteY100" fmla="*/ 39900 h 110762"/>
                <a:gd name="connsiteX101" fmla="*/ 92974 w 110545"/>
                <a:gd name="connsiteY101" fmla="*/ 36070 h 110762"/>
                <a:gd name="connsiteX102" fmla="*/ 96168 w 110545"/>
                <a:gd name="connsiteY102" fmla="*/ 44369 h 110762"/>
                <a:gd name="connsiteX103" fmla="*/ 85945 w 110545"/>
                <a:gd name="connsiteY103" fmla="*/ 48199 h 110762"/>
                <a:gd name="connsiteX104" fmla="*/ 82110 w 110545"/>
                <a:gd name="connsiteY104" fmla="*/ 54583 h 110762"/>
                <a:gd name="connsiteX105" fmla="*/ 82110 w 110545"/>
                <a:gd name="connsiteY105" fmla="*/ 58413 h 110762"/>
                <a:gd name="connsiteX106" fmla="*/ 85305 w 110545"/>
                <a:gd name="connsiteY106" fmla="*/ 64797 h 110762"/>
                <a:gd name="connsiteX107" fmla="*/ 85305 w 110545"/>
                <a:gd name="connsiteY107" fmla="*/ 64797 h 11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110545" h="110762">
                  <a:moveTo>
                    <a:pt x="108948" y="42454"/>
                  </a:moveTo>
                  <a:lnTo>
                    <a:pt x="108948" y="42454"/>
                  </a:lnTo>
                  <a:lnTo>
                    <a:pt x="103197" y="28409"/>
                  </a:lnTo>
                  <a:cubicBezTo>
                    <a:pt x="101280" y="23302"/>
                    <a:pt x="95530" y="21386"/>
                    <a:pt x="91056" y="22663"/>
                  </a:cubicBezTo>
                  <a:cubicBezTo>
                    <a:pt x="91056" y="22663"/>
                    <a:pt x="91056" y="22663"/>
                    <a:pt x="91056" y="22663"/>
                  </a:cubicBezTo>
                  <a:lnTo>
                    <a:pt x="86584" y="24578"/>
                  </a:lnTo>
                  <a:lnTo>
                    <a:pt x="88500" y="20110"/>
                  </a:lnTo>
                  <a:cubicBezTo>
                    <a:pt x="90417" y="15002"/>
                    <a:pt x="88500" y="9895"/>
                    <a:pt x="84027" y="7342"/>
                  </a:cubicBezTo>
                  <a:cubicBezTo>
                    <a:pt x="84027" y="7342"/>
                    <a:pt x="84027" y="7342"/>
                    <a:pt x="84027" y="7342"/>
                  </a:cubicBezTo>
                  <a:lnTo>
                    <a:pt x="69970" y="958"/>
                  </a:lnTo>
                  <a:cubicBezTo>
                    <a:pt x="67414" y="319"/>
                    <a:pt x="64858" y="319"/>
                    <a:pt x="62940" y="958"/>
                  </a:cubicBezTo>
                  <a:cubicBezTo>
                    <a:pt x="60385" y="1596"/>
                    <a:pt x="58468" y="3511"/>
                    <a:pt x="57829" y="6065"/>
                  </a:cubicBezTo>
                  <a:lnTo>
                    <a:pt x="55912" y="10534"/>
                  </a:lnTo>
                  <a:lnTo>
                    <a:pt x="53995" y="6065"/>
                  </a:lnTo>
                  <a:cubicBezTo>
                    <a:pt x="53355" y="3511"/>
                    <a:pt x="51439" y="1596"/>
                    <a:pt x="48883" y="958"/>
                  </a:cubicBezTo>
                  <a:cubicBezTo>
                    <a:pt x="46327" y="-319"/>
                    <a:pt x="43771" y="-319"/>
                    <a:pt x="41854" y="958"/>
                  </a:cubicBezTo>
                  <a:lnTo>
                    <a:pt x="27796" y="6703"/>
                  </a:lnTo>
                  <a:cubicBezTo>
                    <a:pt x="22684" y="8619"/>
                    <a:pt x="20767" y="14364"/>
                    <a:pt x="22684" y="18833"/>
                  </a:cubicBezTo>
                  <a:lnTo>
                    <a:pt x="24601" y="23302"/>
                  </a:lnTo>
                  <a:lnTo>
                    <a:pt x="20128" y="21386"/>
                  </a:lnTo>
                  <a:cubicBezTo>
                    <a:pt x="15016" y="19471"/>
                    <a:pt x="9904" y="21386"/>
                    <a:pt x="7348" y="25855"/>
                  </a:cubicBezTo>
                  <a:cubicBezTo>
                    <a:pt x="7348" y="25855"/>
                    <a:pt x="7348" y="25855"/>
                    <a:pt x="7348" y="25855"/>
                  </a:cubicBezTo>
                  <a:lnTo>
                    <a:pt x="1597" y="39900"/>
                  </a:lnTo>
                  <a:cubicBezTo>
                    <a:pt x="-319" y="45007"/>
                    <a:pt x="1597" y="50114"/>
                    <a:pt x="6071" y="52668"/>
                  </a:cubicBezTo>
                  <a:cubicBezTo>
                    <a:pt x="6071" y="52668"/>
                    <a:pt x="6071" y="52668"/>
                    <a:pt x="6071" y="52668"/>
                  </a:cubicBezTo>
                  <a:lnTo>
                    <a:pt x="10543" y="54583"/>
                  </a:lnTo>
                  <a:lnTo>
                    <a:pt x="6071" y="56498"/>
                  </a:lnTo>
                  <a:cubicBezTo>
                    <a:pt x="3514" y="57137"/>
                    <a:pt x="1597" y="59052"/>
                    <a:pt x="958" y="61605"/>
                  </a:cubicBezTo>
                  <a:cubicBezTo>
                    <a:pt x="-319" y="64159"/>
                    <a:pt x="-319" y="66713"/>
                    <a:pt x="958" y="68628"/>
                  </a:cubicBezTo>
                  <a:lnTo>
                    <a:pt x="6709" y="82673"/>
                  </a:lnTo>
                  <a:cubicBezTo>
                    <a:pt x="7348" y="85226"/>
                    <a:pt x="9265" y="87141"/>
                    <a:pt x="11821" y="87780"/>
                  </a:cubicBezTo>
                  <a:cubicBezTo>
                    <a:pt x="14377" y="89057"/>
                    <a:pt x="16933" y="89057"/>
                    <a:pt x="18850" y="87780"/>
                  </a:cubicBezTo>
                  <a:lnTo>
                    <a:pt x="23323" y="85865"/>
                  </a:lnTo>
                  <a:lnTo>
                    <a:pt x="21406" y="90333"/>
                  </a:lnTo>
                  <a:cubicBezTo>
                    <a:pt x="19489" y="94802"/>
                    <a:pt x="21406" y="100548"/>
                    <a:pt x="25879" y="103101"/>
                  </a:cubicBezTo>
                  <a:cubicBezTo>
                    <a:pt x="25879" y="103101"/>
                    <a:pt x="25879" y="103101"/>
                    <a:pt x="26518" y="103101"/>
                  </a:cubicBezTo>
                  <a:lnTo>
                    <a:pt x="40576" y="109485"/>
                  </a:lnTo>
                  <a:cubicBezTo>
                    <a:pt x="45688" y="111400"/>
                    <a:pt x="51439" y="109485"/>
                    <a:pt x="53355" y="104378"/>
                  </a:cubicBezTo>
                  <a:cubicBezTo>
                    <a:pt x="53355" y="104378"/>
                    <a:pt x="53355" y="104378"/>
                    <a:pt x="53355" y="104378"/>
                  </a:cubicBezTo>
                  <a:lnTo>
                    <a:pt x="55273" y="99909"/>
                  </a:lnTo>
                  <a:lnTo>
                    <a:pt x="57190" y="104378"/>
                  </a:lnTo>
                  <a:cubicBezTo>
                    <a:pt x="58468" y="108208"/>
                    <a:pt x="62301" y="110762"/>
                    <a:pt x="66135" y="110762"/>
                  </a:cubicBezTo>
                  <a:cubicBezTo>
                    <a:pt x="67414" y="110762"/>
                    <a:pt x="68691" y="110762"/>
                    <a:pt x="69330" y="110124"/>
                  </a:cubicBezTo>
                  <a:lnTo>
                    <a:pt x="83389" y="104378"/>
                  </a:lnTo>
                  <a:cubicBezTo>
                    <a:pt x="85945" y="103740"/>
                    <a:pt x="87861" y="101825"/>
                    <a:pt x="88500" y="99271"/>
                  </a:cubicBezTo>
                  <a:cubicBezTo>
                    <a:pt x="89140" y="96717"/>
                    <a:pt x="89140" y="94164"/>
                    <a:pt x="88500" y="91610"/>
                  </a:cubicBezTo>
                  <a:lnTo>
                    <a:pt x="86584" y="87141"/>
                  </a:lnTo>
                  <a:lnTo>
                    <a:pt x="91056" y="89057"/>
                  </a:lnTo>
                  <a:cubicBezTo>
                    <a:pt x="96168" y="90972"/>
                    <a:pt x="101280" y="89057"/>
                    <a:pt x="103836" y="84588"/>
                  </a:cubicBezTo>
                  <a:cubicBezTo>
                    <a:pt x="103836" y="84588"/>
                    <a:pt x="103836" y="84588"/>
                    <a:pt x="103836" y="84588"/>
                  </a:cubicBezTo>
                  <a:lnTo>
                    <a:pt x="109587" y="70543"/>
                  </a:lnTo>
                  <a:cubicBezTo>
                    <a:pt x="110865" y="67989"/>
                    <a:pt x="110865" y="65436"/>
                    <a:pt x="109587" y="62882"/>
                  </a:cubicBezTo>
                  <a:cubicBezTo>
                    <a:pt x="108948" y="60329"/>
                    <a:pt x="107031" y="58413"/>
                    <a:pt x="104475" y="57775"/>
                  </a:cubicBezTo>
                  <a:lnTo>
                    <a:pt x="100002" y="55860"/>
                  </a:lnTo>
                  <a:lnTo>
                    <a:pt x="104475" y="53945"/>
                  </a:lnTo>
                  <a:cubicBezTo>
                    <a:pt x="108948" y="53306"/>
                    <a:pt x="111504" y="48199"/>
                    <a:pt x="108948" y="42454"/>
                  </a:cubicBezTo>
                  <a:cubicBezTo>
                    <a:pt x="109587" y="43092"/>
                    <a:pt x="109587" y="43092"/>
                    <a:pt x="108948" y="42454"/>
                  </a:cubicBezTo>
                  <a:close/>
                  <a:moveTo>
                    <a:pt x="85305" y="64797"/>
                  </a:moveTo>
                  <a:lnTo>
                    <a:pt x="95530" y="69266"/>
                  </a:lnTo>
                  <a:lnTo>
                    <a:pt x="91695" y="77565"/>
                  </a:lnTo>
                  <a:lnTo>
                    <a:pt x="81471" y="73097"/>
                  </a:lnTo>
                  <a:cubicBezTo>
                    <a:pt x="78915" y="71820"/>
                    <a:pt x="75720" y="72458"/>
                    <a:pt x="74443" y="74373"/>
                  </a:cubicBezTo>
                  <a:cubicBezTo>
                    <a:pt x="73804" y="75012"/>
                    <a:pt x="72525" y="76289"/>
                    <a:pt x="71886" y="76927"/>
                  </a:cubicBezTo>
                  <a:cubicBezTo>
                    <a:pt x="69970" y="78842"/>
                    <a:pt x="69330" y="81396"/>
                    <a:pt x="69970" y="83949"/>
                  </a:cubicBezTo>
                  <a:lnTo>
                    <a:pt x="73804" y="94164"/>
                  </a:lnTo>
                  <a:lnTo>
                    <a:pt x="65496" y="97356"/>
                  </a:lnTo>
                  <a:lnTo>
                    <a:pt x="61663" y="87141"/>
                  </a:lnTo>
                  <a:cubicBezTo>
                    <a:pt x="60385" y="84588"/>
                    <a:pt x="58468" y="83311"/>
                    <a:pt x="55912" y="83311"/>
                  </a:cubicBezTo>
                  <a:lnTo>
                    <a:pt x="55912" y="83311"/>
                  </a:lnTo>
                  <a:cubicBezTo>
                    <a:pt x="54634" y="83311"/>
                    <a:pt x="53355" y="83311"/>
                    <a:pt x="52078" y="83311"/>
                  </a:cubicBezTo>
                  <a:cubicBezTo>
                    <a:pt x="49522" y="83311"/>
                    <a:pt x="46965" y="84588"/>
                    <a:pt x="45688" y="87141"/>
                  </a:cubicBezTo>
                  <a:lnTo>
                    <a:pt x="41215" y="97356"/>
                  </a:lnTo>
                  <a:lnTo>
                    <a:pt x="32908" y="94164"/>
                  </a:lnTo>
                  <a:lnTo>
                    <a:pt x="37381" y="83949"/>
                  </a:lnTo>
                  <a:cubicBezTo>
                    <a:pt x="38659" y="81396"/>
                    <a:pt x="38020" y="78204"/>
                    <a:pt x="36103" y="76927"/>
                  </a:cubicBezTo>
                  <a:cubicBezTo>
                    <a:pt x="35464" y="76289"/>
                    <a:pt x="34186" y="75012"/>
                    <a:pt x="33547" y="74373"/>
                  </a:cubicBezTo>
                  <a:cubicBezTo>
                    <a:pt x="31630" y="72458"/>
                    <a:pt x="29074" y="71820"/>
                    <a:pt x="26518" y="72458"/>
                  </a:cubicBezTo>
                  <a:lnTo>
                    <a:pt x="16294" y="76289"/>
                  </a:lnTo>
                  <a:lnTo>
                    <a:pt x="13099" y="67989"/>
                  </a:lnTo>
                  <a:lnTo>
                    <a:pt x="23323" y="64159"/>
                  </a:lnTo>
                  <a:cubicBezTo>
                    <a:pt x="25879" y="62882"/>
                    <a:pt x="27796" y="60329"/>
                    <a:pt x="27157" y="57775"/>
                  </a:cubicBezTo>
                  <a:cubicBezTo>
                    <a:pt x="27157" y="56498"/>
                    <a:pt x="27157" y="55222"/>
                    <a:pt x="27157" y="53945"/>
                  </a:cubicBezTo>
                  <a:cubicBezTo>
                    <a:pt x="27157" y="51391"/>
                    <a:pt x="25879" y="48838"/>
                    <a:pt x="23323" y="47561"/>
                  </a:cubicBezTo>
                  <a:lnTo>
                    <a:pt x="13099" y="43092"/>
                  </a:lnTo>
                  <a:lnTo>
                    <a:pt x="16933" y="34793"/>
                  </a:lnTo>
                  <a:lnTo>
                    <a:pt x="27157" y="39262"/>
                  </a:lnTo>
                  <a:cubicBezTo>
                    <a:pt x="29713" y="40538"/>
                    <a:pt x="32908" y="39900"/>
                    <a:pt x="34186" y="37985"/>
                  </a:cubicBezTo>
                  <a:cubicBezTo>
                    <a:pt x="34825" y="37346"/>
                    <a:pt x="36103" y="36070"/>
                    <a:pt x="36742" y="35431"/>
                  </a:cubicBezTo>
                  <a:cubicBezTo>
                    <a:pt x="38659" y="33516"/>
                    <a:pt x="39298" y="30962"/>
                    <a:pt x="38659" y="28409"/>
                  </a:cubicBezTo>
                  <a:lnTo>
                    <a:pt x="34825" y="18194"/>
                  </a:lnTo>
                  <a:lnTo>
                    <a:pt x="43132" y="15002"/>
                  </a:lnTo>
                  <a:lnTo>
                    <a:pt x="46965" y="25217"/>
                  </a:lnTo>
                  <a:cubicBezTo>
                    <a:pt x="48244" y="27770"/>
                    <a:pt x="50800" y="29686"/>
                    <a:pt x="53355" y="29047"/>
                  </a:cubicBezTo>
                  <a:cubicBezTo>
                    <a:pt x="54634" y="29047"/>
                    <a:pt x="55912" y="29047"/>
                    <a:pt x="57190" y="29047"/>
                  </a:cubicBezTo>
                  <a:cubicBezTo>
                    <a:pt x="59745" y="29047"/>
                    <a:pt x="62301" y="27770"/>
                    <a:pt x="63580" y="25217"/>
                  </a:cubicBezTo>
                  <a:lnTo>
                    <a:pt x="68053" y="15002"/>
                  </a:lnTo>
                  <a:lnTo>
                    <a:pt x="76360" y="18194"/>
                  </a:lnTo>
                  <a:lnTo>
                    <a:pt x="71886" y="28409"/>
                  </a:lnTo>
                  <a:cubicBezTo>
                    <a:pt x="70609" y="30962"/>
                    <a:pt x="71248" y="34154"/>
                    <a:pt x="73165" y="35431"/>
                  </a:cubicBezTo>
                  <a:cubicBezTo>
                    <a:pt x="73804" y="36070"/>
                    <a:pt x="75081" y="37346"/>
                    <a:pt x="75720" y="37985"/>
                  </a:cubicBezTo>
                  <a:cubicBezTo>
                    <a:pt x="77638" y="39900"/>
                    <a:pt x="80194" y="40538"/>
                    <a:pt x="82750" y="39900"/>
                  </a:cubicBezTo>
                  <a:lnTo>
                    <a:pt x="92974" y="36070"/>
                  </a:lnTo>
                  <a:lnTo>
                    <a:pt x="96168" y="44369"/>
                  </a:lnTo>
                  <a:lnTo>
                    <a:pt x="85945" y="48199"/>
                  </a:lnTo>
                  <a:cubicBezTo>
                    <a:pt x="83389" y="49476"/>
                    <a:pt x="81471" y="52030"/>
                    <a:pt x="82110" y="54583"/>
                  </a:cubicBezTo>
                  <a:cubicBezTo>
                    <a:pt x="82110" y="55860"/>
                    <a:pt x="82110" y="57137"/>
                    <a:pt x="82110" y="58413"/>
                  </a:cubicBezTo>
                  <a:cubicBezTo>
                    <a:pt x="81471" y="60967"/>
                    <a:pt x="82750" y="63521"/>
                    <a:pt x="85305" y="64797"/>
                  </a:cubicBezTo>
                  <a:lnTo>
                    <a:pt x="85305" y="64797"/>
                  </a:lnTo>
                  <a:close/>
                </a:path>
              </a:pathLst>
            </a:custGeom>
            <a:solidFill>
              <a:srgbClr val="00ABAB"/>
            </a:solidFill>
            <a:ln w="6390" cap="flat">
              <a:noFill/>
              <a:prstDash val="solid"/>
              <a:miter/>
            </a:ln>
          </p:spPr>
          <p:txBody>
            <a:bodyPr rtlCol="0" anchor="ctr"/>
            <a:lstStyle/>
            <a:p>
              <a:endParaRPr lang="en-US"/>
            </a:p>
          </p:txBody>
        </p:sp>
        <p:sp>
          <p:nvSpPr>
            <p:cNvPr id="1845" name="Graphic 1100">
              <a:extLst>
                <a:ext uri="{FF2B5EF4-FFF2-40B4-BE49-F238E27FC236}">
                  <a16:creationId xmlns:a16="http://schemas.microsoft.com/office/drawing/2014/main" id="{96C0C8A3-C4CD-DA47-AFEF-CD23A5C444F5}"/>
                </a:ext>
              </a:extLst>
            </p:cNvPr>
            <p:cNvSpPr/>
            <p:nvPr/>
          </p:nvSpPr>
          <p:spPr>
            <a:xfrm>
              <a:off x="7977037" y="3542638"/>
              <a:ext cx="37709" cy="36410"/>
            </a:xfrm>
            <a:custGeom>
              <a:avLst/>
              <a:gdLst>
                <a:gd name="connsiteX0" fmla="*/ 26997 w 37709"/>
                <a:gd name="connsiteY0" fmla="*/ 1437 h 36410"/>
                <a:gd name="connsiteX1" fmla="*/ 12301 w 37709"/>
                <a:gd name="connsiteY1" fmla="*/ 1437 h 36410"/>
                <a:gd name="connsiteX2" fmla="*/ 1437 w 37709"/>
                <a:gd name="connsiteY2" fmla="*/ 11651 h 36410"/>
                <a:gd name="connsiteX3" fmla="*/ 1437 w 37709"/>
                <a:gd name="connsiteY3" fmla="*/ 26334 h 36410"/>
                <a:gd name="connsiteX4" fmla="*/ 27636 w 37709"/>
                <a:gd name="connsiteY4" fmla="*/ 33995 h 36410"/>
                <a:gd name="connsiteX5" fmla="*/ 37221 w 37709"/>
                <a:gd name="connsiteY5" fmla="*/ 12289 h 36410"/>
                <a:gd name="connsiteX6" fmla="*/ 26997 w 37709"/>
                <a:gd name="connsiteY6" fmla="*/ 1437 h 36410"/>
                <a:gd name="connsiteX7" fmla="*/ 21246 w 37709"/>
                <a:gd name="connsiteY7" fmla="*/ 24419 h 36410"/>
                <a:gd name="connsiteX8" fmla="*/ 12301 w 37709"/>
                <a:gd name="connsiteY8" fmla="*/ 22504 h 36410"/>
                <a:gd name="connsiteX9" fmla="*/ 14217 w 37709"/>
                <a:gd name="connsiteY9" fmla="*/ 13566 h 36410"/>
                <a:gd name="connsiteX10" fmla="*/ 16773 w 37709"/>
                <a:gd name="connsiteY10" fmla="*/ 12928 h 36410"/>
                <a:gd name="connsiteX11" fmla="*/ 18691 w 37709"/>
                <a:gd name="connsiteY11" fmla="*/ 12289 h 36410"/>
                <a:gd name="connsiteX12" fmla="*/ 21246 w 37709"/>
                <a:gd name="connsiteY12" fmla="*/ 12928 h 36410"/>
                <a:gd name="connsiteX13" fmla="*/ 24441 w 37709"/>
                <a:gd name="connsiteY13" fmla="*/ 16120 h 36410"/>
                <a:gd name="connsiteX14" fmla="*/ 21246 w 37709"/>
                <a:gd name="connsiteY14" fmla="*/ 24419 h 36410"/>
                <a:gd name="connsiteX15" fmla="*/ 21246 w 37709"/>
                <a:gd name="connsiteY15" fmla="*/ 24419 h 36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709" h="36410">
                  <a:moveTo>
                    <a:pt x="26997" y="1437"/>
                  </a:moveTo>
                  <a:cubicBezTo>
                    <a:pt x="22524" y="-479"/>
                    <a:pt x="17412" y="-479"/>
                    <a:pt x="12301" y="1437"/>
                  </a:cubicBezTo>
                  <a:cubicBezTo>
                    <a:pt x="7827" y="3352"/>
                    <a:pt x="3994" y="7182"/>
                    <a:pt x="1437" y="11651"/>
                  </a:cubicBezTo>
                  <a:cubicBezTo>
                    <a:pt x="-479" y="16120"/>
                    <a:pt x="-479" y="21227"/>
                    <a:pt x="1437" y="26334"/>
                  </a:cubicBezTo>
                  <a:cubicBezTo>
                    <a:pt x="6550" y="35910"/>
                    <a:pt x="18051" y="39102"/>
                    <a:pt x="27636" y="33995"/>
                  </a:cubicBezTo>
                  <a:cubicBezTo>
                    <a:pt x="35304" y="29526"/>
                    <a:pt x="39138" y="20589"/>
                    <a:pt x="37221" y="12289"/>
                  </a:cubicBezTo>
                  <a:cubicBezTo>
                    <a:pt x="35304" y="7182"/>
                    <a:pt x="31471" y="3352"/>
                    <a:pt x="26997" y="1437"/>
                  </a:cubicBezTo>
                  <a:close/>
                  <a:moveTo>
                    <a:pt x="21246" y="24419"/>
                  </a:moveTo>
                  <a:cubicBezTo>
                    <a:pt x="18051" y="26334"/>
                    <a:pt x="14217" y="25696"/>
                    <a:pt x="12301" y="22504"/>
                  </a:cubicBezTo>
                  <a:cubicBezTo>
                    <a:pt x="10383" y="19312"/>
                    <a:pt x="11022" y="15481"/>
                    <a:pt x="14217" y="13566"/>
                  </a:cubicBezTo>
                  <a:cubicBezTo>
                    <a:pt x="14856" y="12928"/>
                    <a:pt x="15496" y="12928"/>
                    <a:pt x="16773" y="12928"/>
                  </a:cubicBezTo>
                  <a:cubicBezTo>
                    <a:pt x="17412" y="12928"/>
                    <a:pt x="18051" y="12289"/>
                    <a:pt x="18691" y="12289"/>
                  </a:cubicBezTo>
                  <a:cubicBezTo>
                    <a:pt x="19330" y="12289"/>
                    <a:pt x="20607" y="12289"/>
                    <a:pt x="21246" y="12928"/>
                  </a:cubicBezTo>
                  <a:cubicBezTo>
                    <a:pt x="22524" y="13566"/>
                    <a:pt x="23802" y="14843"/>
                    <a:pt x="24441" y="16120"/>
                  </a:cubicBezTo>
                  <a:cubicBezTo>
                    <a:pt x="26358" y="19950"/>
                    <a:pt x="24441" y="23142"/>
                    <a:pt x="21246" y="24419"/>
                  </a:cubicBezTo>
                  <a:lnTo>
                    <a:pt x="21246" y="24419"/>
                  </a:lnTo>
                  <a:close/>
                </a:path>
              </a:pathLst>
            </a:custGeom>
            <a:solidFill>
              <a:srgbClr val="00ABAB"/>
            </a:solidFill>
            <a:ln w="6390" cap="flat">
              <a:noFill/>
              <a:prstDash val="solid"/>
              <a:miter/>
            </a:ln>
          </p:spPr>
          <p:txBody>
            <a:bodyPr rtlCol="0" anchor="ctr"/>
            <a:lstStyle/>
            <a:p>
              <a:endParaRPr lang="en-US"/>
            </a:p>
          </p:txBody>
        </p:sp>
      </p:grpSp>
      <p:grpSp>
        <p:nvGrpSpPr>
          <p:cNvPr id="1846" name="Graphic 1100">
            <a:extLst>
              <a:ext uri="{FF2B5EF4-FFF2-40B4-BE49-F238E27FC236}">
                <a16:creationId xmlns:a16="http://schemas.microsoft.com/office/drawing/2014/main" id="{BFF3A0BF-8F55-5849-AE74-7C62725EE4B0}"/>
              </a:ext>
            </a:extLst>
          </p:cNvPr>
          <p:cNvGrpSpPr/>
          <p:nvPr/>
        </p:nvGrpSpPr>
        <p:grpSpPr>
          <a:xfrm>
            <a:off x="7193791" y="3828162"/>
            <a:ext cx="361670" cy="361971"/>
            <a:chOff x="7193791" y="3828162"/>
            <a:chExt cx="361670" cy="361971"/>
          </a:xfrm>
          <a:solidFill>
            <a:srgbClr val="00ABAB"/>
          </a:solidFill>
        </p:grpSpPr>
        <p:sp>
          <p:nvSpPr>
            <p:cNvPr id="1847" name="Graphic 1100">
              <a:extLst>
                <a:ext uri="{FF2B5EF4-FFF2-40B4-BE49-F238E27FC236}">
                  <a16:creationId xmlns:a16="http://schemas.microsoft.com/office/drawing/2014/main" id="{F2C677ED-3389-1B4B-84E4-248AC9309A32}"/>
                </a:ext>
              </a:extLst>
            </p:cNvPr>
            <p:cNvSpPr/>
            <p:nvPr/>
          </p:nvSpPr>
          <p:spPr>
            <a:xfrm>
              <a:off x="7370153" y="3956357"/>
              <a:ext cx="69010" cy="19912"/>
            </a:xfrm>
            <a:custGeom>
              <a:avLst/>
              <a:gdLst>
                <a:gd name="connsiteX0" fmla="*/ 62621 w 69010"/>
                <a:gd name="connsiteY0" fmla="*/ 4591 h 19912"/>
                <a:gd name="connsiteX1" fmla="*/ 55592 w 69010"/>
                <a:gd name="connsiteY1" fmla="*/ 122 h 19912"/>
                <a:gd name="connsiteX2" fmla="*/ 0 w 69010"/>
                <a:gd name="connsiteY2" fmla="*/ 19912 h 19912"/>
                <a:gd name="connsiteX3" fmla="*/ 69011 w 69010"/>
                <a:gd name="connsiteY3" fmla="*/ 19912 h 19912"/>
                <a:gd name="connsiteX4" fmla="*/ 62621 w 69010"/>
                <a:gd name="connsiteY4" fmla="*/ 4591 h 19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010" h="19912">
                  <a:moveTo>
                    <a:pt x="62621" y="4591"/>
                  </a:moveTo>
                  <a:cubicBezTo>
                    <a:pt x="61343" y="1399"/>
                    <a:pt x="58787" y="-516"/>
                    <a:pt x="55592" y="122"/>
                  </a:cubicBezTo>
                  <a:lnTo>
                    <a:pt x="0" y="19912"/>
                  </a:lnTo>
                  <a:lnTo>
                    <a:pt x="69011" y="19912"/>
                  </a:lnTo>
                  <a:lnTo>
                    <a:pt x="62621" y="4591"/>
                  </a:lnTo>
                  <a:close/>
                </a:path>
              </a:pathLst>
            </a:custGeom>
            <a:solidFill>
              <a:srgbClr val="00ABAB"/>
            </a:solidFill>
            <a:ln w="6390" cap="flat">
              <a:noFill/>
              <a:prstDash val="solid"/>
              <a:miter/>
            </a:ln>
          </p:spPr>
          <p:txBody>
            <a:bodyPr rtlCol="0" anchor="ctr"/>
            <a:lstStyle/>
            <a:p>
              <a:endParaRPr lang="en-US"/>
            </a:p>
          </p:txBody>
        </p:sp>
        <p:sp>
          <p:nvSpPr>
            <p:cNvPr id="1848" name="Graphic 1100">
              <a:extLst>
                <a:ext uri="{FF2B5EF4-FFF2-40B4-BE49-F238E27FC236}">
                  <a16:creationId xmlns:a16="http://schemas.microsoft.com/office/drawing/2014/main" id="{ECE57434-845D-D44F-A5A9-BFE6216C02C8}"/>
                </a:ext>
              </a:extLst>
            </p:cNvPr>
            <p:cNvSpPr/>
            <p:nvPr/>
          </p:nvSpPr>
          <p:spPr>
            <a:xfrm>
              <a:off x="7331813" y="4013297"/>
              <a:ext cx="81151" cy="29366"/>
            </a:xfrm>
            <a:custGeom>
              <a:avLst/>
              <a:gdLst>
                <a:gd name="connsiteX0" fmla="*/ 65177 w 81151"/>
                <a:gd name="connsiteY0" fmla="*/ 638 h 29366"/>
                <a:gd name="connsiteX1" fmla="*/ 52397 w 81151"/>
                <a:gd name="connsiteY1" fmla="*/ 7022 h 29366"/>
                <a:gd name="connsiteX2" fmla="*/ 47286 w 81151"/>
                <a:gd name="connsiteY2" fmla="*/ 9576 h 29366"/>
                <a:gd name="connsiteX3" fmla="*/ 1278 w 81151"/>
                <a:gd name="connsiteY3" fmla="*/ 9576 h 29366"/>
                <a:gd name="connsiteX4" fmla="*/ 0 w 81151"/>
                <a:gd name="connsiteY4" fmla="*/ 12768 h 29366"/>
                <a:gd name="connsiteX5" fmla="*/ 5111 w 81151"/>
                <a:gd name="connsiteY5" fmla="*/ 17875 h 29366"/>
                <a:gd name="connsiteX6" fmla="*/ 10224 w 81151"/>
                <a:gd name="connsiteY6" fmla="*/ 15321 h 29366"/>
                <a:gd name="connsiteX7" fmla="*/ 16614 w 81151"/>
                <a:gd name="connsiteY7" fmla="*/ 15321 h 29366"/>
                <a:gd name="connsiteX8" fmla="*/ 21086 w 81151"/>
                <a:gd name="connsiteY8" fmla="*/ 18513 h 29366"/>
                <a:gd name="connsiteX9" fmla="*/ 23642 w 81151"/>
                <a:gd name="connsiteY9" fmla="*/ 17236 h 29366"/>
                <a:gd name="connsiteX10" fmla="*/ 38340 w 81151"/>
                <a:gd name="connsiteY10" fmla="*/ 17875 h 29366"/>
                <a:gd name="connsiteX11" fmla="*/ 38978 w 81151"/>
                <a:gd name="connsiteY11" fmla="*/ 18513 h 29366"/>
                <a:gd name="connsiteX12" fmla="*/ 46646 w 81151"/>
                <a:gd name="connsiteY12" fmla="*/ 18513 h 29366"/>
                <a:gd name="connsiteX13" fmla="*/ 52397 w 81151"/>
                <a:gd name="connsiteY13" fmla="*/ 21705 h 29366"/>
                <a:gd name="connsiteX14" fmla="*/ 65816 w 81151"/>
                <a:gd name="connsiteY14" fmla="*/ 29366 h 29366"/>
                <a:gd name="connsiteX15" fmla="*/ 81152 w 81151"/>
                <a:gd name="connsiteY15" fmla="*/ 14683 h 29366"/>
                <a:gd name="connsiteX16" fmla="*/ 67094 w 81151"/>
                <a:gd name="connsiteY16" fmla="*/ 0 h 29366"/>
                <a:gd name="connsiteX17" fmla="*/ 65177 w 81151"/>
                <a:gd name="connsiteY17" fmla="*/ 638 h 29366"/>
                <a:gd name="connsiteX18" fmla="*/ 65177 w 81151"/>
                <a:gd name="connsiteY18" fmla="*/ 638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151" h="29366">
                  <a:moveTo>
                    <a:pt x="65177" y="638"/>
                  </a:moveTo>
                  <a:cubicBezTo>
                    <a:pt x="60066" y="638"/>
                    <a:pt x="55592" y="3192"/>
                    <a:pt x="52397" y="7022"/>
                  </a:cubicBezTo>
                  <a:cubicBezTo>
                    <a:pt x="51119" y="8937"/>
                    <a:pt x="49202" y="9576"/>
                    <a:pt x="47286" y="9576"/>
                  </a:cubicBezTo>
                  <a:lnTo>
                    <a:pt x="1278" y="9576"/>
                  </a:lnTo>
                  <a:lnTo>
                    <a:pt x="0" y="12768"/>
                  </a:lnTo>
                  <a:lnTo>
                    <a:pt x="5111" y="17875"/>
                  </a:lnTo>
                  <a:lnTo>
                    <a:pt x="10224" y="15321"/>
                  </a:lnTo>
                  <a:cubicBezTo>
                    <a:pt x="12141" y="14044"/>
                    <a:pt x="14696" y="14044"/>
                    <a:pt x="16614" y="15321"/>
                  </a:cubicBezTo>
                  <a:lnTo>
                    <a:pt x="21086" y="18513"/>
                  </a:lnTo>
                  <a:lnTo>
                    <a:pt x="23642" y="17236"/>
                  </a:lnTo>
                  <a:cubicBezTo>
                    <a:pt x="28116" y="14044"/>
                    <a:pt x="34506" y="14044"/>
                    <a:pt x="38340" y="17875"/>
                  </a:cubicBezTo>
                  <a:lnTo>
                    <a:pt x="38978" y="18513"/>
                  </a:lnTo>
                  <a:lnTo>
                    <a:pt x="46646" y="18513"/>
                  </a:lnTo>
                  <a:cubicBezTo>
                    <a:pt x="49202" y="18513"/>
                    <a:pt x="51119" y="19790"/>
                    <a:pt x="52397" y="21705"/>
                  </a:cubicBezTo>
                  <a:cubicBezTo>
                    <a:pt x="54953" y="26174"/>
                    <a:pt x="60066" y="29366"/>
                    <a:pt x="65816" y="29366"/>
                  </a:cubicBezTo>
                  <a:cubicBezTo>
                    <a:pt x="74123" y="29366"/>
                    <a:pt x="81152" y="22982"/>
                    <a:pt x="81152" y="14683"/>
                  </a:cubicBezTo>
                  <a:cubicBezTo>
                    <a:pt x="81152" y="6384"/>
                    <a:pt x="74762" y="0"/>
                    <a:pt x="67094" y="0"/>
                  </a:cubicBezTo>
                  <a:cubicBezTo>
                    <a:pt x="66456" y="638"/>
                    <a:pt x="65816" y="638"/>
                    <a:pt x="65177" y="638"/>
                  </a:cubicBezTo>
                  <a:lnTo>
                    <a:pt x="65177" y="638"/>
                  </a:lnTo>
                  <a:close/>
                </a:path>
              </a:pathLst>
            </a:custGeom>
            <a:solidFill>
              <a:srgbClr val="00ABAB"/>
            </a:solidFill>
            <a:ln w="6390" cap="flat">
              <a:noFill/>
              <a:prstDash val="solid"/>
              <a:miter/>
            </a:ln>
          </p:spPr>
          <p:txBody>
            <a:bodyPr rtlCol="0" anchor="ctr"/>
            <a:lstStyle/>
            <a:p>
              <a:endParaRPr lang="en-US"/>
            </a:p>
          </p:txBody>
        </p:sp>
        <p:sp>
          <p:nvSpPr>
            <p:cNvPr id="1849" name="Graphic 1100">
              <a:extLst>
                <a:ext uri="{FF2B5EF4-FFF2-40B4-BE49-F238E27FC236}">
                  <a16:creationId xmlns:a16="http://schemas.microsoft.com/office/drawing/2014/main" id="{F23E7207-4F56-A74B-B8CD-74B51E34D783}"/>
                </a:ext>
              </a:extLst>
            </p:cNvPr>
            <p:cNvSpPr/>
            <p:nvPr/>
          </p:nvSpPr>
          <p:spPr>
            <a:xfrm>
              <a:off x="7283250" y="3989038"/>
              <a:ext cx="183390" cy="87460"/>
            </a:xfrm>
            <a:custGeom>
              <a:avLst/>
              <a:gdLst>
                <a:gd name="connsiteX0" fmla="*/ 0 w 183390"/>
                <a:gd name="connsiteY0" fmla="*/ 0 h 87460"/>
                <a:gd name="connsiteX1" fmla="*/ 0 w 183390"/>
                <a:gd name="connsiteY1" fmla="*/ 87461 h 87460"/>
                <a:gd name="connsiteX2" fmla="*/ 183391 w 183390"/>
                <a:gd name="connsiteY2" fmla="*/ 87461 h 87460"/>
                <a:gd name="connsiteX3" fmla="*/ 183391 w 183390"/>
                <a:gd name="connsiteY3" fmla="*/ 0 h 87460"/>
                <a:gd name="connsiteX4" fmla="*/ 0 w 183390"/>
                <a:gd name="connsiteY4" fmla="*/ 0 h 87460"/>
                <a:gd name="connsiteX5" fmla="*/ 113740 w 183390"/>
                <a:gd name="connsiteY5" fmla="*/ 67670 h 87460"/>
                <a:gd name="connsiteX6" fmla="*/ 91376 w 183390"/>
                <a:gd name="connsiteY6" fmla="*/ 56818 h 87460"/>
                <a:gd name="connsiteX7" fmla="*/ 85625 w 183390"/>
                <a:gd name="connsiteY7" fmla="*/ 56818 h 87460"/>
                <a:gd name="connsiteX8" fmla="*/ 77957 w 183390"/>
                <a:gd name="connsiteY8" fmla="*/ 53626 h 87460"/>
                <a:gd name="connsiteX9" fmla="*/ 77957 w 183390"/>
                <a:gd name="connsiteY9" fmla="*/ 53626 h 87460"/>
                <a:gd name="connsiteX10" fmla="*/ 75401 w 183390"/>
                <a:gd name="connsiteY10" fmla="*/ 55541 h 87460"/>
                <a:gd name="connsiteX11" fmla="*/ 74762 w 183390"/>
                <a:gd name="connsiteY11" fmla="*/ 56179 h 87460"/>
                <a:gd name="connsiteX12" fmla="*/ 63899 w 183390"/>
                <a:gd name="connsiteY12" fmla="*/ 56179 h 87460"/>
                <a:gd name="connsiteX13" fmla="*/ 63260 w 183390"/>
                <a:gd name="connsiteY13" fmla="*/ 55541 h 87460"/>
                <a:gd name="connsiteX14" fmla="*/ 60704 w 183390"/>
                <a:gd name="connsiteY14" fmla="*/ 53626 h 87460"/>
                <a:gd name="connsiteX15" fmla="*/ 58148 w 183390"/>
                <a:gd name="connsiteY15" fmla="*/ 54902 h 87460"/>
                <a:gd name="connsiteX16" fmla="*/ 47925 w 183390"/>
                <a:gd name="connsiteY16" fmla="*/ 54902 h 87460"/>
                <a:gd name="connsiteX17" fmla="*/ 47285 w 183390"/>
                <a:gd name="connsiteY17" fmla="*/ 54264 h 87460"/>
                <a:gd name="connsiteX18" fmla="*/ 46007 w 183390"/>
                <a:gd name="connsiteY18" fmla="*/ 52987 h 87460"/>
                <a:gd name="connsiteX19" fmla="*/ 39617 w 183390"/>
                <a:gd name="connsiteY19" fmla="*/ 46603 h 87460"/>
                <a:gd name="connsiteX20" fmla="*/ 35145 w 183390"/>
                <a:gd name="connsiteY20" fmla="*/ 37666 h 87460"/>
                <a:gd name="connsiteX21" fmla="*/ 35145 w 183390"/>
                <a:gd name="connsiteY21" fmla="*/ 36389 h 87460"/>
                <a:gd name="connsiteX22" fmla="*/ 35145 w 183390"/>
                <a:gd name="connsiteY22" fmla="*/ 35751 h 87460"/>
                <a:gd name="connsiteX23" fmla="*/ 35783 w 183390"/>
                <a:gd name="connsiteY23" fmla="*/ 34474 h 87460"/>
                <a:gd name="connsiteX24" fmla="*/ 38340 w 183390"/>
                <a:gd name="connsiteY24" fmla="*/ 28090 h 87460"/>
                <a:gd name="connsiteX25" fmla="*/ 48563 w 183390"/>
                <a:gd name="connsiteY25" fmla="*/ 21706 h 87460"/>
                <a:gd name="connsiteX26" fmla="*/ 92654 w 183390"/>
                <a:gd name="connsiteY26" fmla="*/ 21706 h 87460"/>
                <a:gd name="connsiteX27" fmla="*/ 113740 w 183390"/>
                <a:gd name="connsiteY27" fmla="*/ 12130 h 87460"/>
                <a:gd name="connsiteX28" fmla="*/ 133549 w 183390"/>
                <a:gd name="connsiteY28" fmla="*/ 19791 h 87460"/>
                <a:gd name="connsiteX29" fmla="*/ 134189 w 183390"/>
                <a:gd name="connsiteY29" fmla="*/ 58733 h 87460"/>
                <a:gd name="connsiteX30" fmla="*/ 113740 w 183390"/>
                <a:gd name="connsiteY30" fmla="*/ 67670 h 87460"/>
                <a:gd name="connsiteX31" fmla="*/ 113740 w 183390"/>
                <a:gd name="connsiteY31" fmla="*/ 67670 h 8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3390" h="87460">
                  <a:moveTo>
                    <a:pt x="0" y="0"/>
                  </a:moveTo>
                  <a:lnTo>
                    <a:pt x="0" y="87461"/>
                  </a:lnTo>
                  <a:lnTo>
                    <a:pt x="183391" y="87461"/>
                  </a:lnTo>
                  <a:lnTo>
                    <a:pt x="183391" y="0"/>
                  </a:lnTo>
                  <a:lnTo>
                    <a:pt x="0" y="0"/>
                  </a:lnTo>
                  <a:close/>
                  <a:moveTo>
                    <a:pt x="113740" y="67670"/>
                  </a:moveTo>
                  <a:cubicBezTo>
                    <a:pt x="104794" y="67670"/>
                    <a:pt x="96488" y="63840"/>
                    <a:pt x="91376" y="56818"/>
                  </a:cubicBezTo>
                  <a:lnTo>
                    <a:pt x="85625" y="56818"/>
                  </a:lnTo>
                  <a:cubicBezTo>
                    <a:pt x="83069" y="56818"/>
                    <a:pt x="79874" y="55541"/>
                    <a:pt x="77957" y="53626"/>
                  </a:cubicBezTo>
                  <a:lnTo>
                    <a:pt x="77957" y="53626"/>
                  </a:lnTo>
                  <a:lnTo>
                    <a:pt x="75401" y="55541"/>
                  </a:lnTo>
                  <a:cubicBezTo>
                    <a:pt x="75401" y="55541"/>
                    <a:pt x="74762" y="56179"/>
                    <a:pt x="74762" y="56179"/>
                  </a:cubicBezTo>
                  <a:cubicBezTo>
                    <a:pt x="71567" y="58094"/>
                    <a:pt x="67094" y="58094"/>
                    <a:pt x="63899" y="56179"/>
                  </a:cubicBezTo>
                  <a:lnTo>
                    <a:pt x="63260" y="55541"/>
                  </a:lnTo>
                  <a:lnTo>
                    <a:pt x="60704" y="53626"/>
                  </a:lnTo>
                  <a:lnTo>
                    <a:pt x="58148" y="54902"/>
                  </a:lnTo>
                  <a:cubicBezTo>
                    <a:pt x="54953" y="56818"/>
                    <a:pt x="51119" y="56818"/>
                    <a:pt x="47925" y="54902"/>
                  </a:cubicBezTo>
                  <a:lnTo>
                    <a:pt x="47285" y="54264"/>
                  </a:lnTo>
                  <a:lnTo>
                    <a:pt x="46007" y="52987"/>
                  </a:lnTo>
                  <a:lnTo>
                    <a:pt x="39617" y="46603"/>
                  </a:lnTo>
                  <a:cubicBezTo>
                    <a:pt x="37061" y="44688"/>
                    <a:pt x="35145" y="40858"/>
                    <a:pt x="35145" y="37666"/>
                  </a:cubicBezTo>
                  <a:cubicBezTo>
                    <a:pt x="35145" y="37027"/>
                    <a:pt x="35145" y="37027"/>
                    <a:pt x="35145" y="36389"/>
                  </a:cubicBezTo>
                  <a:lnTo>
                    <a:pt x="35145" y="35751"/>
                  </a:lnTo>
                  <a:lnTo>
                    <a:pt x="35783" y="34474"/>
                  </a:lnTo>
                  <a:lnTo>
                    <a:pt x="38340" y="28090"/>
                  </a:lnTo>
                  <a:cubicBezTo>
                    <a:pt x="40256" y="24259"/>
                    <a:pt x="44090" y="21706"/>
                    <a:pt x="48563" y="21706"/>
                  </a:cubicBezTo>
                  <a:lnTo>
                    <a:pt x="92654" y="21706"/>
                  </a:lnTo>
                  <a:cubicBezTo>
                    <a:pt x="98404" y="15960"/>
                    <a:pt x="106073" y="12130"/>
                    <a:pt x="113740" y="12130"/>
                  </a:cubicBezTo>
                  <a:cubicBezTo>
                    <a:pt x="121409" y="12130"/>
                    <a:pt x="128438" y="14683"/>
                    <a:pt x="133549" y="19791"/>
                  </a:cubicBezTo>
                  <a:cubicBezTo>
                    <a:pt x="144412" y="30643"/>
                    <a:pt x="145051" y="47880"/>
                    <a:pt x="134189" y="58733"/>
                  </a:cubicBezTo>
                  <a:cubicBezTo>
                    <a:pt x="128438" y="64478"/>
                    <a:pt x="121409" y="67670"/>
                    <a:pt x="113740" y="67670"/>
                  </a:cubicBezTo>
                  <a:lnTo>
                    <a:pt x="113740" y="67670"/>
                  </a:lnTo>
                  <a:close/>
                </a:path>
              </a:pathLst>
            </a:custGeom>
            <a:solidFill>
              <a:srgbClr val="00ABAB"/>
            </a:solidFill>
            <a:ln w="6390" cap="flat">
              <a:noFill/>
              <a:prstDash val="solid"/>
              <a:miter/>
            </a:ln>
          </p:spPr>
          <p:txBody>
            <a:bodyPr rtlCol="0" anchor="ctr"/>
            <a:lstStyle/>
            <a:p>
              <a:endParaRPr lang="en-US"/>
            </a:p>
          </p:txBody>
        </p:sp>
        <p:sp>
          <p:nvSpPr>
            <p:cNvPr id="1850" name="Graphic 1100">
              <a:extLst>
                <a:ext uri="{FF2B5EF4-FFF2-40B4-BE49-F238E27FC236}">
                  <a16:creationId xmlns:a16="http://schemas.microsoft.com/office/drawing/2014/main" id="{06E8329A-92C2-B449-A46B-F77B698E245C}"/>
                </a:ext>
              </a:extLst>
            </p:cNvPr>
            <p:cNvSpPr/>
            <p:nvPr/>
          </p:nvSpPr>
          <p:spPr>
            <a:xfrm>
              <a:off x="7193791" y="3828162"/>
              <a:ext cx="361670" cy="361971"/>
            </a:xfrm>
            <a:custGeom>
              <a:avLst/>
              <a:gdLst>
                <a:gd name="connsiteX0" fmla="*/ 180835 w 361670"/>
                <a:gd name="connsiteY0" fmla="*/ 0 h 361971"/>
                <a:gd name="connsiteX1" fmla="*/ 0 w 361670"/>
                <a:gd name="connsiteY1" fmla="*/ 180667 h 361971"/>
                <a:gd name="connsiteX2" fmla="*/ 180835 w 361670"/>
                <a:gd name="connsiteY2" fmla="*/ 361971 h 361971"/>
                <a:gd name="connsiteX3" fmla="*/ 361670 w 361670"/>
                <a:gd name="connsiteY3" fmla="*/ 181305 h 361971"/>
                <a:gd name="connsiteX4" fmla="*/ 361670 w 361670"/>
                <a:gd name="connsiteY4" fmla="*/ 181305 h 361971"/>
                <a:gd name="connsiteX5" fmla="*/ 180835 w 361670"/>
                <a:gd name="connsiteY5" fmla="*/ 0 h 361971"/>
                <a:gd name="connsiteX6" fmla="*/ 284991 w 361670"/>
                <a:gd name="connsiteY6" fmla="*/ 254721 h 361971"/>
                <a:gd name="connsiteX7" fmla="*/ 278601 w 361670"/>
                <a:gd name="connsiteY7" fmla="*/ 261105 h 361971"/>
                <a:gd name="connsiteX8" fmla="*/ 82430 w 361670"/>
                <a:gd name="connsiteY8" fmla="*/ 261105 h 361971"/>
                <a:gd name="connsiteX9" fmla="*/ 76040 w 361670"/>
                <a:gd name="connsiteY9" fmla="*/ 254721 h 361971"/>
                <a:gd name="connsiteX10" fmla="*/ 76040 w 361670"/>
                <a:gd name="connsiteY10" fmla="*/ 154492 h 361971"/>
                <a:gd name="connsiteX11" fmla="*/ 76040 w 361670"/>
                <a:gd name="connsiteY11" fmla="*/ 154492 h 361971"/>
                <a:gd name="connsiteX12" fmla="*/ 76040 w 361670"/>
                <a:gd name="connsiteY12" fmla="*/ 113635 h 361971"/>
                <a:gd name="connsiteX13" fmla="*/ 88820 w 361670"/>
                <a:gd name="connsiteY13" fmla="*/ 100867 h 361971"/>
                <a:gd name="connsiteX14" fmla="*/ 129715 w 361670"/>
                <a:gd name="connsiteY14" fmla="*/ 100867 h 361971"/>
                <a:gd name="connsiteX15" fmla="*/ 133549 w 361670"/>
                <a:gd name="connsiteY15" fmla="*/ 102144 h 361971"/>
                <a:gd name="connsiteX16" fmla="*/ 155275 w 361670"/>
                <a:gd name="connsiteY16" fmla="*/ 120019 h 361971"/>
                <a:gd name="connsiteX17" fmla="*/ 170611 w 361670"/>
                <a:gd name="connsiteY17" fmla="*/ 120019 h 361971"/>
                <a:gd name="connsiteX18" fmla="*/ 177001 w 361670"/>
                <a:gd name="connsiteY18" fmla="*/ 126403 h 361971"/>
                <a:gd name="connsiteX19" fmla="*/ 170611 w 361670"/>
                <a:gd name="connsiteY19" fmla="*/ 132787 h 361971"/>
                <a:gd name="connsiteX20" fmla="*/ 153358 w 361670"/>
                <a:gd name="connsiteY20" fmla="*/ 132787 h 361971"/>
                <a:gd name="connsiteX21" fmla="*/ 149524 w 361670"/>
                <a:gd name="connsiteY21" fmla="*/ 131510 h 361971"/>
                <a:gd name="connsiteX22" fmla="*/ 127799 w 361670"/>
                <a:gd name="connsiteY22" fmla="*/ 113635 h 361971"/>
                <a:gd name="connsiteX23" fmla="*/ 88820 w 361670"/>
                <a:gd name="connsiteY23" fmla="*/ 113635 h 361971"/>
                <a:gd name="connsiteX24" fmla="*/ 88820 w 361670"/>
                <a:gd name="connsiteY24" fmla="*/ 148747 h 361971"/>
                <a:gd name="connsiteX25" fmla="*/ 138022 w 361670"/>
                <a:gd name="connsiteY25" fmla="*/ 148747 h 361971"/>
                <a:gd name="connsiteX26" fmla="*/ 227482 w 361670"/>
                <a:gd name="connsiteY26" fmla="*/ 116827 h 361971"/>
                <a:gd name="connsiteX27" fmla="*/ 250485 w 361670"/>
                <a:gd name="connsiteY27" fmla="*/ 127680 h 361971"/>
                <a:gd name="connsiteX28" fmla="*/ 259431 w 361670"/>
                <a:gd name="connsiteY28" fmla="*/ 148108 h 361971"/>
                <a:gd name="connsiteX29" fmla="*/ 271572 w 361670"/>
                <a:gd name="connsiteY29" fmla="*/ 148108 h 361971"/>
                <a:gd name="connsiteX30" fmla="*/ 271572 w 361670"/>
                <a:gd name="connsiteY30" fmla="*/ 136617 h 361971"/>
                <a:gd name="connsiteX31" fmla="*/ 267099 w 361670"/>
                <a:gd name="connsiteY31" fmla="*/ 132148 h 361971"/>
                <a:gd name="connsiteX32" fmla="*/ 267099 w 361670"/>
                <a:gd name="connsiteY32" fmla="*/ 132148 h 361971"/>
                <a:gd name="connsiteX33" fmla="*/ 262626 w 361670"/>
                <a:gd name="connsiteY33" fmla="*/ 132148 h 361971"/>
                <a:gd name="connsiteX34" fmla="*/ 256236 w 361670"/>
                <a:gd name="connsiteY34" fmla="*/ 125764 h 361971"/>
                <a:gd name="connsiteX35" fmla="*/ 262626 w 361670"/>
                <a:gd name="connsiteY35" fmla="*/ 119380 h 361971"/>
                <a:gd name="connsiteX36" fmla="*/ 267738 w 361670"/>
                <a:gd name="connsiteY36" fmla="*/ 119380 h 361971"/>
                <a:gd name="connsiteX37" fmla="*/ 284991 w 361670"/>
                <a:gd name="connsiteY37" fmla="*/ 135979 h 361971"/>
                <a:gd name="connsiteX38" fmla="*/ 284991 w 361670"/>
                <a:gd name="connsiteY38" fmla="*/ 135979 h 361971"/>
                <a:gd name="connsiteX39" fmla="*/ 284991 w 361670"/>
                <a:gd name="connsiteY39" fmla="*/ 25472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1670" h="361971">
                  <a:moveTo>
                    <a:pt x="180835" y="0"/>
                  </a:moveTo>
                  <a:cubicBezTo>
                    <a:pt x="80513" y="0"/>
                    <a:pt x="0" y="81076"/>
                    <a:pt x="0" y="180667"/>
                  </a:cubicBezTo>
                  <a:cubicBezTo>
                    <a:pt x="0" y="280895"/>
                    <a:pt x="81152" y="361971"/>
                    <a:pt x="180835" y="361971"/>
                  </a:cubicBezTo>
                  <a:cubicBezTo>
                    <a:pt x="281157" y="361971"/>
                    <a:pt x="361670" y="280895"/>
                    <a:pt x="361670" y="181305"/>
                  </a:cubicBezTo>
                  <a:lnTo>
                    <a:pt x="361670" y="181305"/>
                  </a:lnTo>
                  <a:cubicBezTo>
                    <a:pt x="361670" y="81076"/>
                    <a:pt x="280518" y="0"/>
                    <a:pt x="180835" y="0"/>
                  </a:cubicBezTo>
                  <a:close/>
                  <a:moveTo>
                    <a:pt x="284991" y="254721"/>
                  </a:moveTo>
                  <a:cubicBezTo>
                    <a:pt x="284991" y="258551"/>
                    <a:pt x="282435" y="261105"/>
                    <a:pt x="278601" y="261105"/>
                  </a:cubicBezTo>
                  <a:lnTo>
                    <a:pt x="82430" y="261105"/>
                  </a:lnTo>
                  <a:cubicBezTo>
                    <a:pt x="78596" y="261105"/>
                    <a:pt x="76040" y="258551"/>
                    <a:pt x="76040" y="254721"/>
                  </a:cubicBezTo>
                  <a:lnTo>
                    <a:pt x="76040" y="154492"/>
                  </a:lnTo>
                  <a:lnTo>
                    <a:pt x="76040" y="154492"/>
                  </a:lnTo>
                  <a:lnTo>
                    <a:pt x="76040" y="113635"/>
                  </a:lnTo>
                  <a:cubicBezTo>
                    <a:pt x="76040" y="106612"/>
                    <a:pt x="81791" y="100867"/>
                    <a:pt x="88820" y="100867"/>
                  </a:cubicBezTo>
                  <a:lnTo>
                    <a:pt x="129715" y="100867"/>
                  </a:lnTo>
                  <a:cubicBezTo>
                    <a:pt x="130994" y="100867"/>
                    <a:pt x="132910" y="101505"/>
                    <a:pt x="133549" y="102144"/>
                  </a:cubicBezTo>
                  <a:lnTo>
                    <a:pt x="155275" y="120019"/>
                  </a:lnTo>
                  <a:lnTo>
                    <a:pt x="170611" y="120019"/>
                  </a:lnTo>
                  <a:cubicBezTo>
                    <a:pt x="174445" y="120019"/>
                    <a:pt x="177001" y="122572"/>
                    <a:pt x="177001" y="126403"/>
                  </a:cubicBezTo>
                  <a:cubicBezTo>
                    <a:pt x="177001" y="130233"/>
                    <a:pt x="174445" y="132787"/>
                    <a:pt x="170611" y="132787"/>
                  </a:cubicBezTo>
                  <a:lnTo>
                    <a:pt x="153358" y="132787"/>
                  </a:lnTo>
                  <a:cubicBezTo>
                    <a:pt x="152080" y="132787"/>
                    <a:pt x="150164" y="132148"/>
                    <a:pt x="149524" y="131510"/>
                  </a:cubicBezTo>
                  <a:lnTo>
                    <a:pt x="127799" y="113635"/>
                  </a:lnTo>
                  <a:lnTo>
                    <a:pt x="88820" y="113635"/>
                  </a:lnTo>
                  <a:lnTo>
                    <a:pt x="88820" y="148747"/>
                  </a:lnTo>
                  <a:lnTo>
                    <a:pt x="138022" y="148747"/>
                  </a:lnTo>
                  <a:lnTo>
                    <a:pt x="227482" y="116827"/>
                  </a:lnTo>
                  <a:cubicBezTo>
                    <a:pt x="237067" y="113635"/>
                    <a:pt x="247290" y="118742"/>
                    <a:pt x="250485" y="127680"/>
                  </a:cubicBezTo>
                  <a:lnTo>
                    <a:pt x="259431" y="148108"/>
                  </a:lnTo>
                  <a:lnTo>
                    <a:pt x="271572" y="148108"/>
                  </a:lnTo>
                  <a:lnTo>
                    <a:pt x="271572" y="136617"/>
                  </a:lnTo>
                  <a:cubicBezTo>
                    <a:pt x="271572" y="134064"/>
                    <a:pt x="269655" y="132148"/>
                    <a:pt x="267099" y="132148"/>
                  </a:cubicBezTo>
                  <a:lnTo>
                    <a:pt x="267099" y="132148"/>
                  </a:lnTo>
                  <a:lnTo>
                    <a:pt x="262626" y="132148"/>
                  </a:lnTo>
                  <a:cubicBezTo>
                    <a:pt x="258792" y="132148"/>
                    <a:pt x="256236" y="129595"/>
                    <a:pt x="256236" y="125764"/>
                  </a:cubicBezTo>
                  <a:cubicBezTo>
                    <a:pt x="256236" y="121934"/>
                    <a:pt x="258792" y="119380"/>
                    <a:pt x="262626" y="119380"/>
                  </a:cubicBezTo>
                  <a:lnTo>
                    <a:pt x="267738" y="119380"/>
                  </a:lnTo>
                  <a:cubicBezTo>
                    <a:pt x="277323" y="119380"/>
                    <a:pt x="284991" y="127041"/>
                    <a:pt x="284991" y="135979"/>
                  </a:cubicBezTo>
                  <a:lnTo>
                    <a:pt x="284991" y="135979"/>
                  </a:lnTo>
                  <a:lnTo>
                    <a:pt x="284991" y="254721"/>
                  </a:lnTo>
                  <a:close/>
                </a:path>
              </a:pathLst>
            </a:custGeom>
            <a:solidFill>
              <a:srgbClr val="00ABAB"/>
            </a:solidFill>
            <a:ln w="6390" cap="flat">
              <a:noFill/>
              <a:prstDash val="solid"/>
              <a:miter/>
            </a:ln>
          </p:spPr>
          <p:txBody>
            <a:bodyPr rtlCol="0" anchor="ctr"/>
            <a:lstStyle/>
            <a:p>
              <a:endParaRPr lang="en-US"/>
            </a:p>
          </p:txBody>
        </p:sp>
      </p:grpSp>
      <p:grpSp>
        <p:nvGrpSpPr>
          <p:cNvPr id="1851" name="Graphic 1100">
            <a:extLst>
              <a:ext uri="{FF2B5EF4-FFF2-40B4-BE49-F238E27FC236}">
                <a16:creationId xmlns:a16="http://schemas.microsoft.com/office/drawing/2014/main" id="{C8AFC25B-CCBB-1D42-9792-FF117EAA37C8}"/>
              </a:ext>
            </a:extLst>
          </p:cNvPr>
          <p:cNvGrpSpPr/>
          <p:nvPr/>
        </p:nvGrpSpPr>
        <p:grpSpPr>
          <a:xfrm>
            <a:off x="8241101" y="3343617"/>
            <a:ext cx="361671" cy="361971"/>
            <a:chOff x="8241101" y="3343617"/>
            <a:chExt cx="361671" cy="361971"/>
          </a:xfrm>
          <a:solidFill>
            <a:srgbClr val="00ABAB"/>
          </a:solidFill>
        </p:grpSpPr>
        <p:sp>
          <p:nvSpPr>
            <p:cNvPr id="1852" name="Graphic 1100">
              <a:extLst>
                <a:ext uri="{FF2B5EF4-FFF2-40B4-BE49-F238E27FC236}">
                  <a16:creationId xmlns:a16="http://schemas.microsoft.com/office/drawing/2014/main" id="{5F0F0D21-43E1-184A-ADB3-969C2FCCEC0E}"/>
                </a:ext>
              </a:extLst>
            </p:cNvPr>
            <p:cNvSpPr/>
            <p:nvPr/>
          </p:nvSpPr>
          <p:spPr>
            <a:xfrm>
              <a:off x="8427847" y="3554927"/>
              <a:ext cx="12470" cy="12927"/>
            </a:xfrm>
            <a:custGeom>
              <a:avLst/>
              <a:gdLst>
                <a:gd name="connsiteX0" fmla="*/ 8786 w 12470"/>
                <a:gd name="connsiteY0" fmla="*/ 639 h 12927"/>
                <a:gd name="connsiteX1" fmla="*/ 6230 w 12470"/>
                <a:gd name="connsiteY1" fmla="*/ 0 h 12927"/>
                <a:gd name="connsiteX2" fmla="*/ 3674 w 12470"/>
                <a:gd name="connsiteY2" fmla="*/ 639 h 12927"/>
                <a:gd name="connsiteX3" fmla="*/ 479 w 12470"/>
                <a:gd name="connsiteY3" fmla="*/ 3831 h 12927"/>
                <a:gd name="connsiteX4" fmla="*/ 479 w 12470"/>
                <a:gd name="connsiteY4" fmla="*/ 8938 h 12927"/>
                <a:gd name="connsiteX5" fmla="*/ 8786 w 12470"/>
                <a:gd name="connsiteY5" fmla="*/ 12768 h 12927"/>
                <a:gd name="connsiteX6" fmla="*/ 11981 w 12470"/>
                <a:gd name="connsiteY6" fmla="*/ 4469 h 12927"/>
                <a:gd name="connsiteX7" fmla="*/ 8786 w 12470"/>
                <a:gd name="connsiteY7" fmla="*/ 639 h 12927"/>
                <a:gd name="connsiteX8" fmla="*/ 8786 w 12470"/>
                <a:gd name="connsiteY8" fmla="*/ 639 h 1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70" h="12927">
                  <a:moveTo>
                    <a:pt x="8786" y="639"/>
                  </a:moveTo>
                  <a:cubicBezTo>
                    <a:pt x="8147" y="0"/>
                    <a:pt x="6869" y="0"/>
                    <a:pt x="6230" y="0"/>
                  </a:cubicBezTo>
                  <a:cubicBezTo>
                    <a:pt x="5591" y="0"/>
                    <a:pt x="4952" y="0"/>
                    <a:pt x="3674" y="639"/>
                  </a:cubicBezTo>
                  <a:cubicBezTo>
                    <a:pt x="2396" y="1277"/>
                    <a:pt x="1118" y="2554"/>
                    <a:pt x="479" y="3831"/>
                  </a:cubicBezTo>
                  <a:cubicBezTo>
                    <a:pt x="-160" y="5107"/>
                    <a:pt x="-160" y="7023"/>
                    <a:pt x="479" y="8938"/>
                  </a:cubicBezTo>
                  <a:cubicBezTo>
                    <a:pt x="1757" y="12130"/>
                    <a:pt x="5591" y="13407"/>
                    <a:pt x="8786" y="12768"/>
                  </a:cubicBezTo>
                  <a:cubicBezTo>
                    <a:pt x="11981" y="11491"/>
                    <a:pt x="13259" y="7661"/>
                    <a:pt x="11981" y="4469"/>
                  </a:cubicBezTo>
                  <a:cubicBezTo>
                    <a:pt x="11342" y="2554"/>
                    <a:pt x="10064" y="1277"/>
                    <a:pt x="8786" y="639"/>
                  </a:cubicBezTo>
                  <a:lnTo>
                    <a:pt x="8786" y="639"/>
                  </a:lnTo>
                  <a:close/>
                </a:path>
              </a:pathLst>
            </a:custGeom>
            <a:solidFill>
              <a:srgbClr val="00ABAB"/>
            </a:solidFill>
            <a:ln w="6390" cap="flat">
              <a:noFill/>
              <a:prstDash val="solid"/>
              <a:miter/>
            </a:ln>
          </p:spPr>
          <p:txBody>
            <a:bodyPr rtlCol="0" anchor="ctr"/>
            <a:lstStyle/>
            <a:p>
              <a:endParaRPr lang="en-US"/>
            </a:p>
          </p:txBody>
        </p:sp>
        <p:sp>
          <p:nvSpPr>
            <p:cNvPr id="1853" name="Graphic 1100">
              <a:extLst>
                <a:ext uri="{FF2B5EF4-FFF2-40B4-BE49-F238E27FC236}">
                  <a16:creationId xmlns:a16="http://schemas.microsoft.com/office/drawing/2014/main" id="{ED3AD40F-7ADC-3F4E-9A78-7AF503C6BCE0}"/>
                </a:ext>
              </a:extLst>
            </p:cNvPr>
            <p:cNvSpPr/>
            <p:nvPr/>
          </p:nvSpPr>
          <p:spPr>
            <a:xfrm>
              <a:off x="8392543" y="3520454"/>
              <a:ext cx="83069" cy="82353"/>
            </a:xfrm>
            <a:custGeom>
              <a:avLst/>
              <a:gdLst>
                <a:gd name="connsiteX0" fmla="*/ 72845 w 83069"/>
                <a:gd name="connsiteY0" fmla="*/ 33197 h 82353"/>
                <a:gd name="connsiteX1" fmla="*/ 83069 w 83069"/>
                <a:gd name="connsiteY1" fmla="*/ 29366 h 82353"/>
                <a:gd name="connsiteX2" fmla="*/ 79874 w 83069"/>
                <a:gd name="connsiteY2" fmla="*/ 21067 h 82353"/>
                <a:gd name="connsiteX3" fmla="*/ 69650 w 83069"/>
                <a:gd name="connsiteY3" fmla="*/ 24897 h 82353"/>
                <a:gd name="connsiteX4" fmla="*/ 62621 w 83069"/>
                <a:gd name="connsiteY4" fmla="*/ 22982 h 82353"/>
                <a:gd name="connsiteX5" fmla="*/ 60066 w 83069"/>
                <a:gd name="connsiteY5" fmla="*/ 20429 h 82353"/>
                <a:gd name="connsiteX6" fmla="*/ 58787 w 83069"/>
                <a:gd name="connsiteY6" fmla="*/ 13406 h 82353"/>
                <a:gd name="connsiteX7" fmla="*/ 63261 w 83069"/>
                <a:gd name="connsiteY7" fmla="*/ 3192 h 82353"/>
                <a:gd name="connsiteX8" fmla="*/ 55592 w 83069"/>
                <a:gd name="connsiteY8" fmla="*/ 0 h 82353"/>
                <a:gd name="connsiteX9" fmla="*/ 51119 w 83069"/>
                <a:gd name="connsiteY9" fmla="*/ 10214 h 82353"/>
                <a:gd name="connsiteX10" fmla="*/ 44730 w 83069"/>
                <a:gd name="connsiteY10" fmla="*/ 14045 h 82353"/>
                <a:gd name="connsiteX11" fmla="*/ 40896 w 83069"/>
                <a:gd name="connsiteY11" fmla="*/ 14045 h 82353"/>
                <a:gd name="connsiteX12" fmla="*/ 34506 w 83069"/>
                <a:gd name="connsiteY12" fmla="*/ 10214 h 82353"/>
                <a:gd name="connsiteX13" fmla="*/ 30671 w 83069"/>
                <a:gd name="connsiteY13" fmla="*/ 0 h 82353"/>
                <a:gd name="connsiteX14" fmla="*/ 22365 w 83069"/>
                <a:gd name="connsiteY14" fmla="*/ 3192 h 82353"/>
                <a:gd name="connsiteX15" fmla="*/ 26199 w 83069"/>
                <a:gd name="connsiteY15" fmla="*/ 13406 h 82353"/>
                <a:gd name="connsiteX16" fmla="*/ 24281 w 83069"/>
                <a:gd name="connsiteY16" fmla="*/ 20429 h 82353"/>
                <a:gd name="connsiteX17" fmla="*/ 21726 w 83069"/>
                <a:gd name="connsiteY17" fmla="*/ 22982 h 82353"/>
                <a:gd name="connsiteX18" fmla="*/ 14058 w 83069"/>
                <a:gd name="connsiteY18" fmla="*/ 24259 h 82353"/>
                <a:gd name="connsiteX19" fmla="*/ 3834 w 83069"/>
                <a:gd name="connsiteY19" fmla="*/ 19790 h 82353"/>
                <a:gd name="connsiteX20" fmla="*/ 0 w 83069"/>
                <a:gd name="connsiteY20" fmla="*/ 28089 h 82353"/>
                <a:gd name="connsiteX21" fmla="*/ 10224 w 83069"/>
                <a:gd name="connsiteY21" fmla="*/ 32558 h 82353"/>
                <a:gd name="connsiteX22" fmla="*/ 14058 w 83069"/>
                <a:gd name="connsiteY22" fmla="*/ 38942 h 82353"/>
                <a:gd name="connsiteX23" fmla="*/ 14058 w 83069"/>
                <a:gd name="connsiteY23" fmla="*/ 42773 h 82353"/>
                <a:gd name="connsiteX24" fmla="*/ 10224 w 83069"/>
                <a:gd name="connsiteY24" fmla="*/ 49157 h 82353"/>
                <a:gd name="connsiteX25" fmla="*/ 0 w 83069"/>
                <a:gd name="connsiteY25" fmla="*/ 52987 h 82353"/>
                <a:gd name="connsiteX26" fmla="*/ 3195 w 83069"/>
                <a:gd name="connsiteY26" fmla="*/ 61286 h 82353"/>
                <a:gd name="connsiteX27" fmla="*/ 13419 w 83069"/>
                <a:gd name="connsiteY27" fmla="*/ 57456 h 82353"/>
                <a:gd name="connsiteX28" fmla="*/ 20447 w 83069"/>
                <a:gd name="connsiteY28" fmla="*/ 59371 h 82353"/>
                <a:gd name="connsiteX29" fmla="*/ 23004 w 83069"/>
                <a:gd name="connsiteY29" fmla="*/ 61925 h 82353"/>
                <a:gd name="connsiteX30" fmla="*/ 24281 w 83069"/>
                <a:gd name="connsiteY30" fmla="*/ 68947 h 82353"/>
                <a:gd name="connsiteX31" fmla="*/ 19809 w 83069"/>
                <a:gd name="connsiteY31" fmla="*/ 79161 h 82353"/>
                <a:gd name="connsiteX32" fmla="*/ 28116 w 83069"/>
                <a:gd name="connsiteY32" fmla="*/ 82353 h 82353"/>
                <a:gd name="connsiteX33" fmla="*/ 32589 w 83069"/>
                <a:gd name="connsiteY33" fmla="*/ 72139 h 82353"/>
                <a:gd name="connsiteX34" fmla="*/ 38978 w 83069"/>
                <a:gd name="connsiteY34" fmla="*/ 68309 h 82353"/>
                <a:gd name="connsiteX35" fmla="*/ 42812 w 83069"/>
                <a:gd name="connsiteY35" fmla="*/ 68309 h 82353"/>
                <a:gd name="connsiteX36" fmla="*/ 43451 w 83069"/>
                <a:gd name="connsiteY36" fmla="*/ 68309 h 82353"/>
                <a:gd name="connsiteX37" fmla="*/ 49202 w 83069"/>
                <a:gd name="connsiteY37" fmla="*/ 72139 h 82353"/>
                <a:gd name="connsiteX38" fmla="*/ 53036 w 83069"/>
                <a:gd name="connsiteY38" fmla="*/ 82353 h 82353"/>
                <a:gd name="connsiteX39" fmla="*/ 61343 w 83069"/>
                <a:gd name="connsiteY39" fmla="*/ 79161 h 82353"/>
                <a:gd name="connsiteX40" fmla="*/ 57509 w 83069"/>
                <a:gd name="connsiteY40" fmla="*/ 68947 h 82353"/>
                <a:gd name="connsiteX41" fmla="*/ 59426 w 83069"/>
                <a:gd name="connsiteY41" fmla="*/ 61925 h 82353"/>
                <a:gd name="connsiteX42" fmla="*/ 61982 w 83069"/>
                <a:gd name="connsiteY42" fmla="*/ 59371 h 82353"/>
                <a:gd name="connsiteX43" fmla="*/ 69011 w 83069"/>
                <a:gd name="connsiteY43" fmla="*/ 58094 h 82353"/>
                <a:gd name="connsiteX44" fmla="*/ 79235 w 83069"/>
                <a:gd name="connsiteY44" fmla="*/ 62563 h 82353"/>
                <a:gd name="connsiteX45" fmla="*/ 83069 w 83069"/>
                <a:gd name="connsiteY45" fmla="*/ 54264 h 82353"/>
                <a:gd name="connsiteX46" fmla="*/ 72845 w 83069"/>
                <a:gd name="connsiteY46" fmla="*/ 49795 h 82353"/>
                <a:gd name="connsiteX47" fmla="*/ 69011 w 83069"/>
                <a:gd name="connsiteY47" fmla="*/ 43411 h 82353"/>
                <a:gd name="connsiteX48" fmla="*/ 69011 w 83069"/>
                <a:gd name="connsiteY48" fmla="*/ 39581 h 82353"/>
                <a:gd name="connsiteX49" fmla="*/ 72845 w 83069"/>
                <a:gd name="connsiteY49" fmla="*/ 33197 h 82353"/>
                <a:gd name="connsiteX50" fmla="*/ 48563 w 83069"/>
                <a:gd name="connsiteY50" fmla="*/ 58733 h 82353"/>
                <a:gd name="connsiteX51" fmla="*/ 23642 w 83069"/>
                <a:gd name="connsiteY51" fmla="*/ 47880 h 82353"/>
                <a:gd name="connsiteX52" fmla="*/ 34506 w 83069"/>
                <a:gd name="connsiteY52" fmla="*/ 22982 h 82353"/>
                <a:gd name="connsiteX53" fmla="*/ 59426 w 83069"/>
                <a:gd name="connsiteY53" fmla="*/ 33835 h 82353"/>
                <a:gd name="connsiteX54" fmla="*/ 59426 w 83069"/>
                <a:gd name="connsiteY54" fmla="*/ 33835 h 82353"/>
                <a:gd name="connsiteX55" fmla="*/ 48563 w 83069"/>
                <a:gd name="connsiteY55" fmla="*/ 58733 h 82353"/>
                <a:gd name="connsiteX56" fmla="*/ 48563 w 83069"/>
                <a:gd name="connsiteY56" fmla="*/ 58733 h 8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83069" h="82353">
                  <a:moveTo>
                    <a:pt x="72845" y="33197"/>
                  </a:moveTo>
                  <a:lnTo>
                    <a:pt x="83069" y="29366"/>
                  </a:lnTo>
                  <a:lnTo>
                    <a:pt x="79874" y="21067"/>
                  </a:lnTo>
                  <a:lnTo>
                    <a:pt x="69650" y="24897"/>
                  </a:lnTo>
                  <a:cubicBezTo>
                    <a:pt x="67094" y="26174"/>
                    <a:pt x="63899" y="24897"/>
                    <a:pt x="62621" y="22982"/>
                  </a:cubicBezTo>
                  <a:cubicBezTo>
                    <a:pt x="61982" y="22344"/>
                    <a:pt x="60704" y="21067"/>
                    <a:pt x="60066" y="20429"/>
                  </a:cubicBezTo>
                  <a:cubicBezTo>
                    <a:pt x="58148" y="18513"/>
                    <a:pt x="57509" y="15960"/>
                    <a:pt x="58787" y="13406"/>
                  </a:cubicBezTo>
                  <a:lnTo>
                    <a:pt x="63261" y="3192"/>
                  </a:lnTo>
                  <a:lnTo>
                    <a:pt x="55592" y="0"/>
                  </a:lnTo>
                  <a:lnTo>
                    <a:pt x="51119" y="10214"/>
                  </a:lnTo>
                  <a:cubicBezTo>
                    <a:pt x="49841" y="12768"/>
                    <a:pt x="47286" y="14045"/>
                    <a:pt x="44730" y="14045"/>
                  </a:cubicBezTo>
                  <a:cubicBezTo>
                    <a:pt x="43451" y="14045"/>
                    <a:pt x="42173" y="14045"/>
                    <a:pt x="40896" y="14045"/>
                  </a:cubicBezTo>
                  <a:cubicBezTo>
                    <a:pt x="38340" y="14045"/>
                    <a:pt x="35783" y="12768"/>
                    <a:pt x="34506" y="10214"/>
                  </a:cubicBezTo>
                  <a:lnTo>
                    <a:pt x="30671" y="0"/>
                  </a:lnTo>
                  <a:lnTo>
                    <a:pt x="22365" y="3192"/>
                  </a:lnTo>
                  <a:lnTo>
                    <a:pt x="26199" y="13406"/>
                  </a:lnTo>
                  <a:cubicBezTo>
                    <a:pt x="27476" y="15960"/>
                    <a:pt x="26199" y="19152"/>
                    <a:pt x="24281" y="20429"/>
                  </a:cubicBezTo>
                  <a:cubicBezTo>
                    <a:pt x="23642" y="21067"/>
                    <a:pt x="22365" y="22344"/>
                    <a:pt x="21726" y="22982"/>
                  </a:cubicBezTo>
                  <a:cubicBezTo>
                    <a:pt x="19809" y="24897"/>
                    <a:pt x="16614" y="25536"/>
                    <a:pt x="14058" y="24259"/>
                  </a:cubicBezTo>
                  <a:lnTo>
                    <a:pt x="3834" y="19790"/>
                  </a:lnTo>
                  <a:lnTo>
                    <a:pt x="0" y="28089"/>
                  </a:lnTo>
                  <a:lnTo>
                    <a:pt x="10224" y="32558"/>
                  </a:lnTo>
                  <a:cubicBezTo>
                    <a:pt x="12780" y="33835"/>
                    <a:pt x="14058" y="36389"/>
                    <a:pt x="14058" y="38942"/>
                  </a:cubicBezTo>
                  <a:cubicBezTo>
                    <a:pt x="14058" y="40219"/>
                    <a:pt x="14058" y="41496"/>
                    <a:pt x="14058" y="42773"/>
                  </a:cubicBezTo>
                  <a:cubicBezTo>
                    <a:pt x="14058" y="45326"/>
                    <a:pt x="12780" y="47880"/>
                    <a:pt x="10224" y="49157"/>
                  </a:cubicBezTo>
                  <a:lnTo>
                    <a:pt x="0" y="52987"/>
                  </a:lnTo>
                  <a:lnTo>
                    <a:pt x="3195" y="61286"/>
                  </a:lnTo>
                  <a:lnTo>
                    <a:pt x="13419" y="57456"/>
                  </a:lnTo>
                  <a:cubicBezTo>
                    <a:pt x="15975" y="56179"/>
                    <a:pt x="19170" y="57456"/>
                    <a:pt x="20447" y="59371"/>
                  </a:cubicBezTo>
                  <a:cubicBezTo>
                    <a:pt x="21086" y="60009"/>
                    <a:pt x="22365" y="61286"/>
                    <a:pt x="23004" y="61925"/>
                  </a:cubicBezTo>
                  <a:cubicBezTo>
                    <a:pt x="24921" y="63840"/>
                    <a:pt x="25560" y="66393"/>
                    <a:pt x="24281" y="68947"/>
                  </a:cubicBezTo>
                  <a:lnTo>
                    <a:pt x="19809" y="79161"/>
                  </a:lnTo>
                  <a:lnTo>
                    <a:pt x="28116" y="82353"/>
                  </a:lnTo>
                  <a:lnTo>
                    <a:pt x="32589" y="72139"/>
                  </a:lnTo>
                  <a:cubicBezTo>
                    <a:pt x="33866" y="69585"/>
                    <a:pt x="36422" y="68309"/>
                    <a:pt x="38978" y="68309"/>
                  </a:cubicBezTo>
                  <a:cubicBezTo>
                    <a:pt x="40256" y="68309"/>
                    <a:pt x="41535" y="68309"/>
                    <a:pt x="42812" y="68309"/>
                  </a:cubicBezTo>
                  <a:lnTo>
                    <a:pt x="43451" y="68309"/>
                  </a:lnTo>
                  <a:cubicBezTo>
                    <a:pt x="46007" y="68309"/>
                    <a:pt x="48563" y="69585"/>
                    <a:pt x="49202" y="72139"/>
                  </a:cubicBezTo>
                  <a:lnTo>
                    <a:pt x="53036" y="82353"/>
                  </a:lnTo>
                  <a:lnTo>
                    <a:pt x="61343" y="79161"/>
                  </a:lnTo>
                  <a:lnTo>
                    <a:pt x="57509" y="68947"/>
                  </a:lnTo>
                  <a:cubicBezTo>
                    <a:pt x="56231" y="66393"/>
                    <a:pt x="57509" y="63201"/>
                    <a:pt x="59426" y="61925"/>
                  </a:cubicBezTo>
                  <a:cubicBezTo>
                    <a:pt x="60066" y="61286"/>
                    <a:pt x="61343" y="60009"/>
                    <a:pt x="61982" y="59371"/>
                  </a:cubicBezTo>
                  <a:cubicBezTo>
                    <a:pt x="63899" y="57456"/>
                    <a:pt x="66456" y="56817"/>
                    <a:pt x="69011" y="58094"/>
                  </a:cubicBezTo>
                  <a:lnTo>
                    <a:pt x="79235" y="62563"/>
                  </a:lnTo>
                  <a:lnTo>
                    <a:pt x="83069" y="54264"/>
                  </a:lnTo>
                  <a:lnTo>
                    <a:pt x="72845" y="49795"/>
                  </a:lnTo>
                  <a:cubicBezTo>
                    <a:pt x="70289" y="48518"/>
                    <a:pt x="69011" y="45965"/>
                    <a:pt x="69011" y="43411"/>
                  </a:cubicBezTo>
                  <a:cubicBezTo>
                    <a:pt x="69011" y="42134"/>
                    <a:pt x="69011" y="40857"/>
                    <a:pt x="69011" y="39581"/>
                  </a:cubicBezTo>
                  <a:cubicBezTo>
                    <a:pt x="68372" y="37027"/>
                    <a:pt x="70289" y="34473"/>
                    <a:pt x="72845" y="33197"/>
                  </a:cubicBezTo>
                  <a:close/>
                  <a:moveTo>
                    <a:pt x="48563" y="58733"/>
                  </a:moveTo>
                  <a:cubicBezTo>
                    <a:pt x="38978" y="62563"/>
                    <a:pt x="27476" y="58094"/>
                    <a:pt x="23642" y="47880"/>
                  </a:cubicBezTo>
                  <a:cubicBezTo>
                    <a:pt x="19809" y="38304"/>
                    <a:pt x="24281" y="26813"/>
                    <a:pt x="34506" y="22982"/>
                  </a:cubicBezTo>
                  <a:cubicBezTo>
                    <a:pt x="44730" y="19152"/>
                    <a:pt x="55592" y="23621"/>
                    <a:pt x="59426" y="33835"/>
                  </a:cubicBezTo>
                  <a:cubicBezTo>
                    <a:pt x="59426" y="33835"/>
                    <a:pt x="59426" y="33835"/>
                    <a:pt x="59426" y="33835"/>
                  </a:cubicBezTo>
                  <a:cubicBezTo>
                    <a:pt x="63261" y="44049"/>
                    <a:pt x="58148" y="54902"/>
                    <a:pt x="48563" y="58733"/>
                  </a:cubicBezTo>
                  <a:lnTo>
                    <a:pt x="48563" y="58733"/>
                  </a:lnTo>
                  <a:close/>
                </a:path>
              </a:pathLst>
            </a:custGeom>
            <a:solidFill>
              <a:srgbClr val="00ABAB"/>
            </a:solidFill>
            <a:ln w="6390" cap="flat">
              <a:noFill/>
              <a:prstDash val="solid"/>
              <a:miter/>
            </a:ln>
          </p:spPr>
          <p:txBody>
            <a:bodyPr rtlCol="0" anchor="ctr"/>
            <a:lstStyle/>
            <a:p>
              <a:endParaRPr lang="en-US"/>
            </a:p>
          </p:txBody>
        </p:sp>
        <p:sp>
          <p:nvSpPr>
            <p:cNvPr id="1854" name="Graphic 1100">
              <a:extLst>
                <a:ext uri="{FF2B5EF4-FFF2-40B4-BE49-F238E27FC236}">
                  <a16:creationId xmlns:a16="http://schemas.microsoft.com/office/drawing/2014/main" id="{4CC1FD5B-D330-0644-B1F7-C5CA3CE52768}"/>
                </a:ext>
              </a:extLst>
            </p:cNvPr>
            <p:cNvSpPr/>
            <p:nvPr/>
          </p:nvSpPr>
          <p:spPr>
            <a:xfrm>
              <a:off x="8241101" y="3343617"/>
              <a:ext cx="361671" cy="361971"/>
            </a:xfrm>
            <a:custGeom>
              <a:avLst/>
              <a:gdLst>
                <a:gd name="connsiteX0" fmla="*/ 180836 w 361671"/>
                <a:gd name="connsiteY0" fmla="*/ 0 h 361971"/>
                <a:gd name="connsiteX1" fmla="*/ 0 w 361671"/>
                <a:gd name="connsiteY1" fmla="*/ 180667 h 361971"/>
                <a:gd name="connsiteX2" fmla="*/ 180836 w 361671"/>
                <a:gd name="connsiteY2" fmla="*/ 361972 h 361971"/>
                <a:gd name="connsiteX3" fmla="*/ 361671 w 361671"/>
                <a:gd name="connsiteY3" fmla="*/ 181305 h 361971"/>
                <a:gd name="connsiteX4" fmla="*/ 361671 w 361671"/>
                <a:gd name="connsiteY4" fmla="*/ 181305 h 361971"/>
                <a:gd name="connsiteX5" fmla="*/ 180836 w 361671"/>
                <a:gd name="connsiteY5" fmla="*/ 0 h 361971"/>
                <a:gd name="connsiteX6" fmla="*/ 242818 w 361671"/>
                <a:gd name="connsiteY6" fmla="*/ 220886 h 361971"/>
                <a:gd name="connsiteX7" fmla="*/ 247930 w 361671"/>
                <a:gd name="connsiteY7" fmla="*/ 233654 h 361971"/>
                <a:gd name="connsiteX8" fmla="*/ 247930 w 361671"/>
                <a:gd name="connsiteY8" fmla="*/ 233654 h 361971"/>
                <a:gd name="connsiteX9" fmla="*/ 241540 w 361671"/>
                <a:gd name="connsiteY9" fmla="*/ 247698 h 361971"/>
                <a:gd name="connsiteX10" fmla="*/ 228760 w 361671"/>
                <a:gd name="connsiteY10" fmla="*/ 252806 h 361971"/>
                <a:gd name="connsiteX11" fmla="*/ 228760 w 361671"/>
                <a:gd name="connsiteY11" fmla="*/ 252806 h 361971"/>
                <a:gd name="connsiteX12" fmla="*/ 224287 w 361671"/>
                <a:gd name="connsiteY12" fmla="*/ 250890 h 361971"/>
                <a:gd name="connsiteX13" fmla="*/ 226204 w 361671"/>
                <a:gd name="connsiteY13" fmla="*/ 255359 h 361971"/>
                <a:gd name="connsiteX14" fmla="*/ 226204 w 361671"/>
                <a:gd name="connsiteY14" fmla="*/ 263020 h 361971"/>
                <a:gd name="connsiteX15" fmla="*/ 221092 w 361671"/>
                <a:gd name="connsiteY15" fmla="*/ 268127 h 361971"/>
                <a:gd name="connsiteX16" fmla="*/ 207034 w 361671"/>
                <a:gd name="connsiteY16" fmla="*/ 273873 h 361971"/>
                <a:gd name="connsiteX17" fmla="*/ 203839 w 361671"/>
                <a:gd name="connsiteY17" fmla="*/ 274511 h 361971"/>
                <a:gd name="connsiteX18" fmla="*/ 194893 w 361671"/>
                <a:gd name="connsiteY18" fmla="*/ 268127 h 361971"/>
                <a:gd name="connsiteX19" fmla="*/ 192977 w 361671"/>
                <a:gd name="connsiteY19" fmla="*/ 263658 h 361971"/>
                <a:gd name="connsiteX20" fmla="*/ 191059 w 361671"/>
                <a:gd name="connsiteY20" fmla="*/ 268127 h 361971"/>
                <a:gd name="connsiteX21" fmla="*/ 185948 w 361671"/>
                <a:gd name="connsiteY21" fmla="*/ 273234 h 361971"/>
                <a:gd name="connsiteX22" fmla="*/ 178279 w 361671"/>
                <a:gd name="connsiteY22" fmla="*/ 273234 h 361971"/>
                <a:gd name="connsiteX23" fmla="*/ 164222 w 361671"/>
                <a:gd name="connsiteY23" fmla="*/ 266850 h 361971"/>
                <a:gd name="connsiteX24" fmla="*/ 159110 w 361671"/>
                <a:gd name="connsiteY24" fmla="*/ 261743 h 361971"/>
                <a:gd name="connsiteX25" fmla="*/ 159110 w 361671"/>
                <a:gd name="connsiteY25" fmla="*/ 254721 h 361971"/>
                <a:gd name="connsiteX26" fmla="*/ 161027 w 361671"/>
                <a:gd name="connsiteY26" fmla="*/ 250252 h 361971"/>
                <a:gd name="connsiteX27" fmla="*/ 156553 w 361671"/>
                <a:gd name="connsiteY27" fmla="*/ 252167 h 361971"/>
                <a:gd name="connsiteX28" fmla="*/ 149525 w 361671"/>
                <a:gd name="connsiteY28" fmla="*/ 252167 h 361971"/>
                <a:gd name="connsiteX29" fmla="*/ 144413 w 361671"/>
                <a:gd name="connsiteY29" fmla="*/ 247060 h 361971"/>
                <a:gd name="connsiteX30" fmla="*/ 138662 w 361671"/>
                <a:gd name="connsiteY30" fmla="*/ 233015 h 361971"/>
                <a:gd name="connsiteX31" fmla="*/ 143774 w 361671"/>
                <a:gd name="connsiteY31" fmla="*/ 220886 h 361971"/>
                <a:gd name="connsiteX32" fmla="*/ 148247 w 361671"/>
                <a:gd name="connsiteY32" fmla="*/ 218971 h 361971"/>
                <a:gd name="connsiteX33" fmla="*/ 143774 w 361671"/>
                <a:gd name="connsiteY33" fmla="*/ 217055 h 361971"/>
                <a:gd name="connsiteX34" fmla="*/ 138662 w 361671"/>
                <a:gd name="connsiteY34" fmla="*/ 204287 h 361971"/>
                <a:gd name="connsiteX35" fmla="*/ 138662 w 361671"/>
                <a:gd name="connsiteY35" fmla="*/ 204287 h 361971"/>
                <a:gd name="connsiteX36" fmla="*/ 145052 w 361671"/>
                <a:gd name="connsiteY36" fmla="*/ 190243 h 361971"/>
                <a:gd name="connsiteX37" fmla="*/ 157832 w 361671"/>
                <a:gd name="connsiteY37" fmla="*/ 185135 h 361971"/>
                <a:gd name="connsiteX38" fmla="*/ 157832 w 361671"/>
                <a:gd name="connsiteY38" fmla="*/ 185135 h 361971"/>
                <a:gd name="connsiteX39" fmla="*/ 162305 w 361671"/>
                <a:gd name="connsiteY39" fmla="*/ 187051 h 361971"/>
                <a:gd name="connsiteX40" fmla="*/ 160388 w 361671"/>
                <a:gd name="connsiteY40" fmla="*/ 182582 h 361971"/>
                <a:gd name="connsiteX41" fmla="*/ 160388 w 361671"/>
                <a:gd name="connsiteY41" fmla="*/ 175560 h 361971"/>
                <a:gd name="connsiteX42" fmla="*/ 165500 w 361671"/>
                <a:gd name="connsiteY42" fmla="*/ 170452 h 361971"/>
                <a:gd name="connsiteX43" fmla="*/ 179558 w 361671"/>
                <a:gd name="connsiteY43" fmla="*/ 164707 h 361971"/>
                <a:gd name="connsiteX44" fmla="*/ 187225 w 361671"/>
                <a:gd name="connsiteY44" fmla="*/ 164707 h 361971"/>
                <a:gd name="connsiteX45" fmla="*/ 192338 w 361671"/>
                <a:gd name="connsiteY45" fmla="*/ 169814 h 361971"/>
                <a:gd name="connsiteX46" fmla="*/ 194254 w 361671"/>
                <a:gd name="connsiteY46" fmla="*/ 174283 h 361971"/>
                <a:gd name="connsiteX47" fmla="*/ 196172 w 361671"/>
                <a:gd name="connsiteY47" fmla="*/ 169814 h 361971"/>
                <a:gd name="connsiteX48" fmla="*/ 201283 w 361671"/>
                <a:gd name="connsiteY48" fmla="*/ 164707 h 361971"/>
                <a:gd name="connsiteX49" fmla="*/ 208951 w 361671"/>
                <a:gd name="connsiteY49" fmla="*/ 164707 h 361971"/>
                <a:gd name="connsiteX50" fmla="*/ 223009 w 361671"/>
                <a:gd name="connsiteY50" fmla="*/ 171091 h 361971"/>
                <a:gd name="connsiteX51" fmla="*/ 228121 w 361671"/>
                <a:gd name="connsiteY51" fmla="*/ 183859 h 361971"/>
                <a:gd name="connsiteX52" fmla="*/ 228121 w 361671"/>
                <a:gd name="connsiteY52" fmla="*/ 183859 h 361971"/>
                <a:gd name="connsiteX53" fmla="*/ 226204 w 361671"/>
                <a:gd name="connsiteY53" fmla="*/ 188327 h 361971"/>
                <a:gd name="connsiteX54" fmla="*/ 230677 w 361671"/>
                <a:gd name="connsiteY54" fmla="*/ 186412 h 361971"/>
                <a:gd name="connsiteX55" fmla="*/ 242818 w 361671"/>
                <a:gd name="connsiteY55" fmla="*/ 191519 h 361971"/>
                <a:gd name="connsiteX56" fmla="*/ 248569 w 361671"/>
                <a:gd name="connsiteY56" fmla="*/ 205564 h 361971"/>
                <a:gd name="connsiteX57" fmla="*/ 248569 w 361671"/>
                <a:gd name="connsiteY57" fmla="*/ 205564 h 361971"/>
                <a:gd name="connsiteX58" fmla="*/ 243457 w 361671"/>
                <a:gd name="connsiteY58" fmla="*/ 217694 h 361971"/>
                <a:gd name="connsiteX59" fmla="*/ 243457 w 361671"/>
                <a:gd name="connsiteY59" fmla="*/ 217694 h 361971"/>
                <a:gd name="connsiteX60" fmla="*/ 238984 w 361671"/>
                <a:gd name="connsiteY60" fmla="*/ 219609 h 361971"/>
                <a:gd name="connsiteX61" fmla="*/ 242818 w 361671"/>
                <a:gd name="connsiteY61" fmla="*/ 220886 h 361971"/>
                <a:gd name="connsiteX62" fmla="*/ 284992 w 361671"/>
                <a:gd name="connsiteY62" fmla="*/ 243230 h 361971"/>
                <a:gd name="connsiteX63" fmla="*/ 278602 w 361671"/>
                <a:gd name="connsiteY63" fmla="*/ 249614 h 361971"/>
                <a:gd name="connsiteX64" fmla="*/ 260071 w 361671"/>
                <a:gd name="connsiteY64" fmla="*/ 249614 h 361971"/>
                <a:gd name="connsiteX65" fmla="*/ 253681 w 361671"/>
                <a:gd name="connsiteY65" fmla="*/ 243230 h 361971"/>
                <a:gd name="connsiteX66" fmla="*/ 260071 w 361671"/>
                <a:gd name="connsiteY66" fmla="*/ 236846 h 361971"/>
                <a:gd name="connsiteX67" fmla="*/ 272212 w 361671"/>
                <a:gd name="connsiteY67" fmla="*/ 236846 h 361971"/>
                <a:gd name="connsiteX68" fmla="*/ 272212 w 361671"/>
                <a:gd name="connsiteY68" fmla="*/ 125126 h 361971"/>
                <a:gd name="connsiteX69" fmla="*/ 267739 w 361671"/>
                <a:gd name="connsiteY69" fmla="*/ 120657 h 361971"/>
                <a:gd name="connsiteX70" fmla="*/ 267739 w 361671"/>
                <a:gd name="connsiteY70" fmla="*/ 120657 h 361971"/>
                <a:gd name="connsiteX71" fmla="*/ 153998 w 361671"/>
                <a:gd name="connsiteY71" fmla="*/ 120657 h 361971"/>
                <a:gd name="connsiteX72" fmla="*/ 150164 w 361671"/>
                <a:gd name="connsiteY72" fmla="*/ 119381 h 361971"/>
                <a:gd name="connsiteX73" fmla="*/ 128438 w 361671"/>
                <a:gd name="connsiteY73" fmla="*/ 101505 h 361971"/>
                <a:gd name="connsiteX74" fmla="*/ 89459 w 361671"/>
                <a:gd name="connsiteY74" fmla="*/ 101505 h 361971"/>
                <a:gd name="connsiteX75" fmla="*/ 89459 w 361671"/>
                <a:gd name="connsiteY75" fmla="*/ 236207 h 361971"/>
                <a:gd name="connsiteX76" fmla="*/ 127799 w 361671"/>
                <a:gd name="connsiteY76" fmla="*/ 236207 h 361971"/>
                <a:gd name="connsiteX77" fmla="*/ 134189 w 361671"/>
                <a:gd name="connsiteY77" fmla="*/ 242591 h 361971"/>
                <a:gd name="connsiteX78" fmla="*/ 127799 w 361671"/>
                <a:gd name="connsiteY78" fmla="*/ 248975 h 361971"/>
                <a:gd name="connsiteX79" fmla="*/ 83069 w 361671"/>
                <a:gd name="connsiteY79" fmla="*/ 248975 h 361971"/>
                <a:gd name="connsiteX80" fmla="*/ 76679 w 361671"/>
                <a:gd name="connsiteY80" fmla="*/ 242591 h 361971"/>
                <a:gd name="connsiteX81" fmla="*/ 76679 w 361671"/>
                <a:gd name="connsiteY81" fmla="*/ 101505 h 361971"/>
                <a:gd name="connsiteX82" fmla="*/ 89459 w 361671"/>
                <a:gd name="connsiteY82" fmla="*/ 88738 h 361971"/>
                <a:gd name="connsiteX83" fmla="*/ 130355 w 361671"/>
                <a:gd name="connsiteY83" fmla="*/ 88738 h 361971"/>
                <a:gd name="connsiteX84" fmla="*/ 134189 w 361671"/>
                <a:gd name="connsiteY84" fmla="*/ 90014 h 361971"/>
                <a:gd name="connsiteX85" fmla="*/ 155915 w 361671"/>
                <a:gd name="connsiteY85" fmla="*/ 107889 h 361971"/>
                <a:gd name="connsiteX86" fmla="*/ 267739 w 361671"/>
                <a:gd name="connsiteY86" fmla="*/ 107889 h 361971"/>
                <a:gd name="connsiteX87" fmla="*/ 284992 w 361671"/>
                <a:gd name="connsiteY87" fmla="*/ 124488 h 361971"/>
                <a:gd name="connsiteX88" fmla="*/ 284992 w 361671"/>
                <a:gd name="connsiteY88" fmla="*/ 124488 h 361971"/>
                <a:gd name="connsiteX89" fmla="*/ 284992 w 361671"/>
                <a:gd name="connsiteY89" fmla="*/ 24323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361671" h="361971">
                  <a:moveTo>
                    <a:pt x="180836" y="0"/>
                  </a:moveTo>
                  <a:cubicBezTo>
                    <a:pt x="80514" y="0"/>
                    <a:pt x="0" y="81077"/>
                    <a:pt x="0" y="180667"/>
                  </a:cubicBezTo>
                  <a:cubicBezTo>
                    <a:pt x="0" y="280895"/>
                    <a:pt x="81153" y="361972"/>
                    <a:pt x="180836" y="361972"/>
                  </a:cubicBezTo>
                  <a:cubicBezTo>
                    <a:pt x="281157" y="361972"/>
                    <a:pt x="361671" y="280895"/>
                    <a:pt x="361671" y="181305"/>
                  </a:cubicBezTo>
                  <a:lnTo>
                    <a:pt x="361671" y="181305"/>
                  </a:lnTo>
                  <a:cubicBezTo>
                    <a:pt x="361671" y="81077"/>
                    <a:pt x="281157" y="0"/>
                    <a:pt x="180836" y="0"/>
                  </a:cubicBezTo>
                  <a:close/>
                  <a:moveTo>
                    <a:pt x="242818" y="220886"/>
                  </a:moveTo>
                  <a:cubicBezTo>
                    <a:pt x="247930" y="222801"/>
                    <a:pt x="249847" y="228546"/>
                    <a:pt x="247930" y="233654"/>
                  </a:cubicBezTo>
                  <a:cubicBezTo>
                    <a:pt x="247930" y="233654"/>
                    <a:pt x="247930" y="233654"/>
                    <a:pt x="247930" y="233654"/>
                  </a:cubicBezTo>
                  <a:lnTo>
                    <a:pt x="241540" y="247698"/>
                  </a:lnTo>
                  <a:cubicBezTo>
                    <a:pt x="239623" y="252806"/>
                    <a:pt x="233872" y="254721"/>
                    <a:pt x="228760" y="252806"/>
                  </a:cubicBezTo>
                  <a:cubicBezTo>
                    <a:pt x="228760" y="252806"/>
                    <a:pt x="228760" y="252806"/>
                    <a:pt x="228760" y="252806"/>
                  </a:cubicBezTo>
                  <a:lnTo>
                    <a:pt x="224287" y="250890"/>
                  </a:lnTo>
                  <a:lnTo>
                    <a:pt x="226204" y="255359"/>
                  </a:lnTo>
                  <a:cubicBezTo>
                    <a:pt x="227482" y="257913"/>
                    <a:pt x="227482" y="260466"/>
                    <a:pt x="226204" y="263020"/>
                  </a:cubicBezTo>
                  <a:cubicBezTo>
                    <a:pt x="224926" y="265574"/>
                    <a:pt x="223009" y="267489"/>
                    <a:pt x="221092" y="268127"/>
                  </a:cubicBezTo>
                  <a:lnTo>
                    <a:pt x="207034" y="273873"/>
                  </a:lnTo>
                  <a:cubicBezTo>
                    <a:pt x="205756" y="274511"/>
                    <a:pt x="204478" y="274511"/>
                    <a:pt x="203839" y="274511"/>
                  </a:cubicBezTo>
                  <a:cubicBezTo>
                    <a:pt x="200005" y="274511"/>
                    <a:pt x="196172" y="271958"/>
                    <a:pt x="194893" y="268127"/>
                  </a:cubicBezTo>
                  <a:lnTo>
                    <a:pt x="192977" y="263658"/>
                  </a:lnTo>
                  <a:lnTo>
                    <a:pt x="191059" y="268127"/>
                  </a:lnTo>
                  <a:cubicBezTo>
                    <a:pt x="189782" y="270681"/>
                    <a:pt x="187864" y="271958"/>
                    <a:pt x="185948" y="273234"/>
                  </a:cubicBezTo>
                  <a:cubicBezTo>
                    <a:pt x="183392" y="274511"/>
                    <a:pt x="180836" y="274511"/>
                    <a:pt x="178279" y="273234"/>
                  </a:cubicBezTo>
                  <a:lnTo>
                    <a:pt x="164222" y="266850"/>
                  </a:lnTo>
                  <a:cubicBezTo>
                    <a:pt x="161666" y="265574"/>
                    <a:pt x="160388" y="263658"/>
                    <a:pt x="159110" y="261743"/>
                  </a:cubicBezTo>
                  <a:cubicBezTo>
                    <a:pt x="157832" y="259190"/>
                    <a:pt x="157832" y="256636"/>
                    <a:pt x="159110" y="254721"/>
                  </a:cubicBezTo>
                  <a:lnTo>
                    <a:pt x="161027" y="250252"/>
                  </a:lnTo>
                  <a:lnTo>
                    <a:pt x="156553" y="252167"/>
                  </a:lnTo>
                  <a:cubicBezTo>
                    <a:pt x="153998" y="253444"/>
                    <a:pt x="151442" y="253444"/>
                    <a:pt x="149525" y="252167"/>
                  </a:cubicBezTo>
                  <a:cubicBezTo>
                    <a:pt x="146969" y="250890"/>
                    <a:pt x="145052" y="248975"/>
                    <a:pt x="144413" y="247060"/>
                  </a:cubicBezTo>
                  <a:lnTo>
                    <a:pt x="138662" y="233015"/>
                  </a:lnTo>
                  <a:cubicBezTo>
                    <a:pt x="136745" y="227908"/>
                    <a:pt x="139301" y="222801"/>
                    <a:pt x="143774" y="220886"/>
                  </a:cubicBezTo>
                  <a:lnTo>
                    <a:pt x="148247" y="218971"/>
                  </a:lnTo>
                  <a:lnTo>
                    <a:pt x="143774" y="217055"/>
                  </a:lnTo>
                  <a:cubicBezTo>
                    <a:pt x="138662" y="215140"/>
                    <a:pt x="136745" y="209395"/>
                    <a:pt x="138662" y="204287"/>
                  </a:cubicBezTo>
                  <a:cubicBezTo>
                    <a:pt x="138662" y="204287"/>
                    <a:pt x="138662" y="204287"/>
                    <a:pt x="138662" y="204287"/>
                  </a:cubicBezTo>
                  <a:lnTo>
                    <a:pt x="145052" y="190243"/>
                  </a:lnTo>
                  <a:cubicBezTo>
                    <a:pt x="146969" y="185135"/>
                    <a:pt x="152720" y="183220"/>
                    <a:pt x="157832" y="185135"/>
                  </a:cubicBezTo>
                  <a:cubicBezTo>
                    <a:pt x="157832" y="185135"/>
                    <a:pt x="157832" y="185135"/>
                    <a:pt x="157832" y="185135"/>
                  </a:cubicBezTo>
                  <a:lnTo>
                    <a:pt x="162305" y="187051"/>
                  </a:lnTo>
                  <a:lnTo>
                    <a:pt x="160388" y="182582"/>
                  </a:lnTo>
                  <a:cubicBezTo>
                    <a:pt x="159110" y="180028"/>
                    <a:pt x="159110" y="177475"/>
                    <a:pt x="160388" y="175560"/>
                  </a:cubicBezTo>
                  <a:cubicBezTo>
                    <a:pt x="161666" y="173006"/>
                    <a:pt x="163583" y="171091"/>
                    <a:pt x="165500" y="170452"/>
                  </a:cubicBezTo>
                  <a:lnTo>
                    <a:pt x="179558" y="164707"/>
                  </a:lnTo>
                  <a:cubicBezTo>
                    <a:pt x="182113" y="163430"/>
                    <a:pt x="184669" y="163430"/>
                    <a:pt x="187225" y="164707"/>
                  </a:cubicBezTo>
                  <a:cubicBezTo>
                    <a:pt x="189782" y="165984"/>
                    <a:pt x="191698" y="167899"/>
                    <a:pt x="192338" y="169814"/>
                  </a:cubicBezTo>
                  <a:lnTo>
                    <a:pt x="194254" y="174283"/>
                  </a:lnTo>
                  <a:lnTo>
                    <a:pt x="196172" y="169814"/>
                  </a:lnTo>
                  <a:cubicBezTo>
                    <a:pt x="197449" y="167260"/>
                    <a:pt x="199367" y="165345"/>
                    <a:pt x="201283" y="164707"/>
                  </a:cubicBezTo>
                  <a:cubicBezTo>
                    <a:pt x="203839" y="164068"/>
                    <a:pt x="206395" y="164068"/>
                    <a:pt x="208951" y="164707"/>
                  </a:cubicBezTo>
                  <a:lnTo>
                    <a:pt x="223009" y="171091"/>
                  </a:lnTo>
                  <a:cubicBezTo>
                    <a:pt x="228121" y="173006"/>
                    <a:pt x="230038" y="178752"/>
                    <a:pt x="228121" y="183859"/>
                  </a:cubicBezTo>
                  <a:cubicBezTo>
                    <a:pt x="228121" y="183859"/>
                    <a:pt x="228121" y="183859"/>
                    <a:pt x="228121" y="183859"/>
                  </a:cubicBezTo>
                  <a:lnTo>
                    <a:pt x="226204" y="188327"/>
                  </a:lnTo>
                  <a:lnTo>
                    <a:pt x="230677" y="186412"/>
                  </a:lnTo>
                  <a:cubicBezTo>
                    <a:pt x="235789" y="184497"/>
                    <a:pt x="240901" y="187051"/>
                    <a:pt x="242818" y="191519"/>
                  </a:cubicBezTo>
                  <a:lnTo>
                    <a:pt x="248569" y="205564"/>
                  </a:lnTo>
                  <a:lnTo>
                    <a:pt x="248569" y="205564"/>
                  </a:lnTo>
                  <a:cubicBezTo>
                    <a:pt x="250486" y="210671"/>
                    <a:pt x="247930" y="215779"/>
                    <a:pt x="243457" y="217694"/>
                  </a:cubicBezTo>
                  <a:cubicBezTo>
                    <a:pt x="243457" y="217694"/>
                    <a:pt x="243457" y="217694"/>
                    <a:pt x="243457" y="217694"/>
                  </a:cubicBezTo>
                  <a:lnTo>
                    <a:pt x="238984" y="219609"/>
                  </a:lnTo>
                  <a:lnTo>
                    <a:pt x="242818" y="220886"/>
                  </a:lnTo>
                  <a:close/>
                  <a:moveTo>
                    <a:pt x="284992" y="243230"/>
                  </a:moveTo>
                  <a:cubicBezTo>
                    <a:pt x="284992" y="247060"/>
                    <a:pt x="282436" y="249614"/>
                    <a:pt x="278602" y="249614"/>
                  </a:cubicBezTo>
                  <a:lnTo>
                    <a:pt x="260071" y="249614"/>
                  </a:lnTo>
                  <a:cubicBezTo>
                    <a:pt x="256237" y="249614"/>
                    <a:pt x="253681" y="247060"/>
                    <a:pt x="253681" y="243230"/>
                  </a:cubicBezTo>
                  <a:cubicBezTo>
                    <a:pt x="253681" y="239399"/>
                    <a:pt x="256237" y="236846"/>
                    <a:pt x="260071" y="236846"/>
                  </a:cubicBezTo>
                  <a:lnTo>
                    <a:pt x="272212" y="236846"/>
                  </a:lnTo>
                  <a:lnTo>
                    <a:pt x="272212" y="125126"/>
                  </a:lnTo>
                  <a:cubicBezTo>
                    <a:pt x="272212" y="122573"/>
                    <a:pt x="270295" y="120657"/>
                    <a:pt x="267739" y="120657"/>
                  </a:cubicBezTo>
                  <a:lnTo>
                    <a:pt x="267739" y="120657"/>
                  </a:lnTo>
                  <a:lnTo>
                    <a:pt x="153998" y="120657"/>
                  </a:lnTo>
                  <a:cubicBezTo>
                    <a:pt x="152720" y="120657"/>
                    <a:pt x="150803" y="120019"/>
                    <a:pt x="150164" y="119381"/>
                  </a:cubicBezTo>
                  <a:lnTo>
                    <a:pt x="128438" y="101505"/>
                  </a:lnTo>
                  <a:lnTo>
                    <a:pt x="89459" y="101505"/>
                  </a:lnTo>
                  <a:lnTo>
                    <a:pt x="89459" y="236207"/>
                  </a:lnTo>
                  <a:lnTo>
                    <a:pt x="127799" y="236207"/>
                  </a:lnTo>
                  <a:cubicBezTo>
                    <a:pt x="131633" y="236207"/>
                    <a:pt x="134189" y="238761"/>
                    <a:pt x="134189" y="242591"/>
                  </a:cubicBezTo>
                  <a:cubicBezTo>
                    <a:pt x="134189" y="246422"/>
                    <a:pt x="131633" y="248975"/>
                    <a:pt x="127799" y="248975"/>
                  </a:cubicBezTo>
                  <a:lnTo>
                    <a:pt x="83069" y="248975"/>
                  </a:lnTo>
                  <a:cubicBezTo>
                    <a:pt x="79235" y="248975"/>
                    <a:pt x="76679" y="246422"/>
                    <a:pt x="76679" y="242591"/>
                  </a:cubicBezTo>
                  <a:lnTo>
                    <a:pt x="76679" y="101505"/>
                  </a:lnTo>
                  <a:cubicBezTo>
                    <a:pt x="76679" y="94483"/>
                    <a:pt x="82430" y="88738"/>
                    <a:pt x="89459" y="88738"/>
                  </a:cubicBezTo>
                  <a:lnTo>
                    <a:pt x="130355" y="88738"/>
                  </a:lnTo>
                  <a:cubicBezTo>
                    <a:pt x="131633" y="88738"/>
                    <a:pt x="133550" y="89376"/>
                    <a:pt x="134189" y="90014"/>
                  </a:cubicBezTo>
                  <a:lnTo>
                    <a:pt x="155915" y="107889"/>
                  </a:lnTo>
                  <a:lnTo>
                    <a:pt x="267739" y="107889"/>
                  </a:lnTo>
                  <a:cubicBezTo>
                    <a:pt x="277323" y="107889"/>
                    <a:pt x="284992" y="115550"/>
                    <a:pt x="284992" y="124488"/>
                  </a:cubicBezTo>
                  <a:lnTo>
                    <a:pt x="284992" y="124488"/>
                  </a:lnTo>
                  <a:lnTo>
                    <a:pt x="284992" y="243230"/>
                  </a:lnTo>
                  <a:close/>
                </a:path>
              </a:pathLst>
            </a:custGeom>
            <a:solidFill>
              <a:srgbClr val="00ABAB"/>
            </a:solidFill>
            <a:ln w="6390" cap="flat">
              <a:noFill/>
              <a:prstDash val="solid"/>
              <a:miter/>
            </a:ln>
          </p:spPr>
          <p:txBody>
            <a:bodyPr rtlCol="0" anchor="ctr"/>
            <a:lstStyle/>
            <a:p>
              <a:endParaRPr lang="en-US"/>
            </a:p>
          </p:txBody>
        </p:sp>
      </p:grpSp>
      <p:grpSp>
        <p:nvGrpSpPr>
          <p:cNvPr id="1855" name="Graphic 1100">
            <a:extLst>
              <a:ext uri="{FF2B5EF4-FFF2-40B4-BE49-F238E27FC236}">
                <a16:creationId xmlns:a16="http://schemas.microsoft.com/office/drawing/2014/main" id="{32E9A976-E814-CE4D-B0E9-35ECDDC551CE}"/>
              </a:ext>
            </a:extLst>
          </p:cNvPr>
          <p:cNvGrpSpPr/>
          <p:nvPr/>
        </p:nvGrpSpPr>
        <p:grpSpPr>
          <a:xfrm>
            <a:off x="8241101" y="2375167"/>
            <a:ext cx="361671" cy="361971"/>
            <a:chOff x="8241101" y="2375167"/>
            <a:chExt cx="361671" cy="361971"/>
          </a:xfrm>
          <a:solidFill>
            <a:srgbClr val="00ABAB"/>
          </a:solidFill>
        </p:grpSpPr>
        <p:sp>
          <p:nvSpPr>
            <p:cNvPr id="1856" name="Graphic 1100">
              <a:extLst>
                <a:ext uri="{FF2B5EF4-FFF2-40B4-BE49-F238E27FC236}">
                  <a16:creationId xmlns:a16="http://schemas.microsoft.com/office/drawing/2014/main" id="{7B8C0421-CA7B-134D-8B6F-3141DEB1C94C}"/>
                </a:ext>
              </a:extLst>
            </p:cNvPr>
            <p:cNvSpPr/>
            <p:nvPr/>
          </p:nvSpPr>
          <p:spPr>
            <a:xfrm>
              <a:off x="8241101" y="2375167"/>
              <a:ext cx="361671" cy="361971"/>
            </a:xfrm>
            <a:custGeom>
              <a:avLst/>
              <a:gdLst>
                <a:gd name="connsiteX0" fmla="*/ 180836 w 361671"/>
                <a:gd name="connsiteY0" fmla="*/ 0 h 361971"/>
                <a:gd name="connsiteX1" fmla="*/ 0 w 361671"/>
                <a:gd name="connsiteY1" fmla="*/ 180667 h 361971"/>
                <a:gd name="connsiteX2" fmla="*/ 180836 w 361671"/>
                <a:gd name="connsiteY2" fmla="*/ 361972 h 361971"/>
                <a:gd name="connsiteX3" fmla="*/ 361671 w 361671"/>
                <a:gd name="connsiteY3" fmla="*/ 181305 h 361971"/>
                <a:gd name="connsiteX4" fmla="*/ 361671 w 361671"/>
                <a:gd name="connsiteY4" fmla="*/ 181305 h 361971"/>
                <a:gd name="connsiteX5" fmla="*/ 180836 w 361671"/>
                <a:gd name="connsiteY5" fmla="*/ 0 h 361971"/>
                <a:gd name="connsiteX6" fmla="*/ 244735 w 361671"/>
                <a:gd name="connsiteY6" fmla="*/ 265574 h 361971"/>
                <a:gd name="connsiteX7" fmla="*/ 240262 w 361671"/>
                <a:gd name="connsiteY7" fmla="*/ 267489 h 361971"/>
                <a:gd name="connsiteX8" fmla="*/ 235789 w 361671"/>
                <a:gd name="connsiteY8" fmla="*/ 265574 h 361971"/>
                <a:gd name="connsiteX9" fmla="*/ 203200 w 361671"/>
                <a:gd name="connsiteY9" fmla="*/ 233015 h 361971"/>
                <a:gd name="connsiteX10" fmla="*/ 181474 w 361671"/>
                <a:gd name="connsiteY10" fmla="*/ 240038 h 361971"/>
                <a:gd name="connsiteX11" fmla="*/ 143774 w 361671"/>
                <a:gd name="connsiteY11" fmla="*/ 202372 h 361971"/>
                <a:gd name="connsiteX12" fmla="*/ 181474 w 361671"/>
                <a:gd name="connsiteY12" fmla="*/ 164707 h 361971"/>
                <a:gd name="connsiteX13" fmla="*/ 208313 w 361671"/>
                <a:gd name="connsiteY13" fmla="*/ 175560 h 361971"/>
                <a:gd name="connsiteX14" fmla="*/ 212785 w 361671"/>
                <a:gd name="connsiteY14" fmla="*/ 224078 h 361971"/>
                <a:gd name="connsiteX15" fmla="*/ 245374 w 361671"/>
                <a:gd name="connsiteY15" fmla="*/ 256636 h 361971"/>
                <a:gd name="connsiteX16" fmla="*/ 244735 w 361671"/>
                <a:gd name="connsiteY16" fmla="*/ 265574 h 361971"/>
                <a:gd name="connsiteX17" fmla="*/ 244735 w 361671"/>
                <a:gd name="connsiteY17" fmla="*/ 265574 h 361971"/>
                <a:gd name="connsiteX18" fmla="*/ 285631 w 361671"/>
                <a:gd name="connsiteY18" fmla="*/ 248337 h 361971"/>
                <a:gd name="connsiteX19" fmla="*/ 279241 w 361671"/>
                <a:gd name="connsiteY19" fmla="*/ 254721 h 361971"/>
                <a:gd name="connsiteX20" fmla="*/ 260710 w 361671"/>
                <a:gd name="connsiteY20" fmla="*/ 254721 h 361971"/>
                <a:gd name="connsiteX21" fmla="*/ 254320 w 361671"/>
                <a:gd name="connsiteY21" fmla="*/ 248337 h 361971"/>
                <a:gd name="connsiteX22" fmla="*/ 260710 w 361671"/>
                <a:gd name="connsiteY22" fmla="*/ 241953 h 361971"/>
                <a:gd name="connsiteX23" fmla="*/ 272851 w 361671"/>
                <a:gd name="connsiteY23" fmla="*/ 241953 h 361971"/>
                <a:gd name="connsiteX24" fmla="*/ 272851 w 361671"/>
                <a:gd name="connsiteY24" fmla="*/ 130233 h 361971"/>
                <a:gd name="connsiteX25" fmla="*/ 268377 w 361671"/>
                <a:gd name="connsiteY25" fmla="*/ 126403 h 361971"/>
                <a:gd name="connsiteX26" fmla="*/ 268377 w 361671"/>
                <a:gd name="connsiteY26" fmla="*/ 126403 h 361971"/>
                <a:gd name="connsiteX27" fmla="*/ 154637 w 361671"/>
                <a:gd name="connsiteY27" fmla="*/ 126403 h 361971"/>
                <a:gd name="connsiteX28" fmla="*/ 150803 w 361671"/>
                <a:gd name="connsiteY28" fmla="*/ 125126 h 361971"/>
                <a:gd name="connsiteX29" fmla="*/ 129077 w 361671"/>
                <a:gd name="connsiteY29" fmla="*/ 107251 h 361971"/>
                <a:gd name="connsiteX30" fmla="*/ 90099 w 361671"/>
                <a:gd name="connsiteY30" fmla="*/ 107251 h 361971"/>
                <a:gd name="connsiteX31" fmla="*/ 90099 w 361671"/>
                <a:gd name="connsiteY31" fmla="*/ 241953 h 361971"/>
                <a:gd name="connsiteX32" fmla="*/ 158471 w 361671"/>
                <a:gd name="connsiteY32" fmla="*/ 241953 h 361971"/>
                <a:gd name="connsiteX33" fmla="*/ 164861 w 361671"/>
                <a:gd name="connsiteY33" fmla="*/ 248337 h 361971"/>
                <a:gd name="connsiteX34" fmla="*/ 158471 w 361671"/>
                <a:gd name="connsiteY34" fmla="*/ 254721 h 361971"/>
                <a:gd name="connsiteX35" fmla="*/ 83709 w 361671"/>
                <a:gd name="connsiteY35" fmla="*/ 254721 h 361971"/>
                <a:gd name="connsiteX36" fmla="*/ 77319 w 361671"/>
                <a:gd name="connsiteY36" fmla="*/ 248337 h 361971"/>
                <a:gd name="connsiteX37" fmla="*/ 77319 w 361671"/>
                <a:gd name="connsiteY37" fmla="*/ 107251 h 361971"/>
                <a:gd name="connsiteX38" fmla="*/ 90099 w 361671"/>
                <a:gd name="connsiteY38" fmla="*/ 94483 h 361971"/>
                <a:gd name="connsiteX39" fmla="*/ 130994 w 361671"/>
                <a:gd name="connsiteY39" fmla="*/ 94483 h 361971"/>
                <a:gd name="connsiteX40" fmla="*/ 134828 w 361671"/>
                <a:gd name="connsiteY40" fmla="*/ 95760 h 361971"/>
                <a:gd name="connsiteX41" fmla="*/ 156553 w 361671"/>
                <a:gd name="connsiteY41" fmla="*/ 113635 h 361971"/>
                <a:gd name="connsiteX42" fmla="*/ 268377 w 361671"/>
                <a:gd name="connsiteY42" fmla="*/ 113635 h 361971"/>
                <a:gd name="connsiteX43" fmla="*/ 285631 w 361671"/>
                <a:gd name="connsiteY43" fmla="*/ 130233 h 361971"/>
                <a:gd name="connsiteX44" fmla="*/ 285631 w 361671"/>
                <a:gd name="connsiteY44" fmla="*/ 130233 h 361971"/>
                <a:gd name="connsiteX45" fmla="*/ 285631 w 361671"/>
                <a:gd name="connsiteY45" fmla="*/ 24833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61671" h="361971">
                  <a:moveTo>
                    <a:pt x="180836" y="0"/>
                  </a:moveTo>
                  <a:cubicBezTo>
                    <a:pt x="80514" y="0"/>
                    <a:pt x="0" y="81077"/>
                    <a:pt x="0" y="180667"/>
                  </a:cubicBezTo>
                  <a:cubicBezTo>
                    <a:pt x="0" y="280895"/>
                    <a:pt x="81153" y="361972"/>
                    <a:pt x="180836" y="361972"/>
                  </a:cubicBezTo>
                  <a:cubicBezTo>
                    <a:pt x="281157" y="361972"/>
                    <a:pt x="361671" y="280895"/>
                    <a:pt x="361671" y="181305"/>
                  </a:cubicBezTo>
                  <a:cubicBezTo>
                    <a:pt x="361671" y="181305"/>
                    <a:pt x="361671" y="181305"/>
                    <a:pt x="361671" y="181305"/>
                  </a:cubicBezTo>
                  <a:cubicBezTo>
                    <a:pt x="361671" y="81077"/>
                    <a:pt x="281157" y="0"/>
                    <a:pt x="180836" y="0"/>
                  </a:cubicBezTo>
                  <a:close/>
                  <a:moveTo>
                    <a:pt x="244735" y="265574"/>
                  </a:moveTo>
                  <a:cubicBezTo>
                    <a:pt x="243457" y="266851"/>
                    <a:pt x="242179" y="267489"/>
                    <a:pt x="240262" y="267489"/>
                  </a:cubicBezTo>
                  <a:cubicBezTo>
                    <a:pt x="238345" y="267489"/>
                    <a:pt x="237067" y="266851"/>
                    <a:pt x="235789" y="265574"/>
                  </a:cubicBezTo>
                  <a:lnTo>
                    <a:pt x="203200" y="233015"/>
                  </a:lnTo>
                  <a:cubicBezTo>
                    <a:pt x="196810" y="237484"/>
                    <a:pt x="189143" y="240038"/>
                    <a:pt x="181474" y="240038"/>
                  </a:cubicBezTo>
                  <a:cubicBezTo>
                    <a:pt x="160388" y="240038"/>
                    <a:pt x="143774" y="223439"/>
                    <a:pt x="143774" y="202372"/>
                  </a:cubicBezTo>
                  <a:cubicBezTo>
                    <a:pt x="143774" y="181305"/>
                    <a:pt x="160388" y="164707"/>
                    <a:pt x="181474" y="164707"/>
                  </a:cubicBezTo>
                  <a:cubicBezTo>
                    <a:pt x="191698" y="164707"/>
                    <a:pt x="201283" y="168537"/>
                    <a:pt x="208313" y="175560"/>
                  </a:cubicBezTo>
                  <a:cubicBezTo>
                    <a:pt x="221092" y="188327"/>
                    <a:pt x="223009" y="208756"/>
                    <a:pt x="212785" y="224078"/>
                  </a:cubicBezTo>
                  <a:lnTo>
                    <a:pt x="245374" y="256636"/>
                  </a:lnTo>
                  <a:cubicBezTo>
                    <a:pt x="247291" y="259190"/>
                    <a:pt x="246652" y="263020"/>
                    <a:pt x="244735" y="265574"/>
                  </a:cubicBezTo>
                  <a:lnTo>
                    <a:pt x="244735" y="265574"/>
                  </a:lnTo>
                  <a:close/>
                  <a:moveTo>
                    <a:pt x="285631" y="248337"/>
                  </a:moveTo>
                  <a:cubicBezTo>
                    <a:pt x="285631" y="252167"/>
                    <a:pt x="283075" y="254721"/>
                    <a:pt x="279241" y="254721"/>
                  </a:cubicBezTo>
                  <a:lnTo>
                    <a:pt x="260710" y="254721"/>
                  </a:lnTo>
                  <a:cubicBezTo>
                    <a:pt x="256876" y="254721"/>
                    <a:pt x="254320" y="252167"/>
                    <a:pt x="254320" y="248337"/>
                  </a:cubicBezTo>
                  <a:cubicBezTo>
                    <a:pt x="254320" y="244507"/>
                    <a:pt x="256876" y="241953"/>
                    <a:pt x="260710" y="241953"/>
                  </a:cubicBezTo>
                  <a:lnTo>
                    <a:pt x="272851" y="241953"/>
                  </a:lnTo>
                  <a:lnTo>
                    <a:pt x="272851" y="130233"/>
                  </a:lnTo>
                  <a:cubicBezTo>
                    <a:pt x="272851" y="127680"/>
                    <a:pt x="270934" y="126403"/>
                    <a:pt x="268377" y="126403"/>
                  </a:cubicBezTo>
                  <a:lnTo>
                    <a:pt x="268377" y="126403"/>
                  </a:lnTo>
                  <a:lnTo>
                    <a:pt x="154637" y="126403"/>
                  </a:lnTo>
                  <a:cubicBezTo>
                    <a:pt x="153358" y="126403"/>
                    <a:pt x="151442" y="125765"/>
                    <a:pt x="150803" y="125126"/>
                  </a:cubicBezTo>
                  <a:lnTo>
                    <a:pt x="129077" y="107251"/>
                  </a:lnTo>
                  <a:lnTo>
                    <a:pt x="90099" y="107251"/>
                  </a:lnTo>
                  <a:lnTo>
                    <a:pt x="90099" y="241953"/>
                  </a:lnTo>
                  <a:lnTo>
                    <a:pt x="158471" y="241953"/>
                  </a:lnTo>
                  <a:cubicBezTo>
                    <a:pt x="162305" y="241953"/>
                    <a:pt x="164861" y="244507"/>
                    <a:pt x="164861" y="248337"/>
                  </a:cubicBezTo>
                  <a:cubicBezTo>
                    <a:pt x="164861" y="252167"/>
                    <a:pt x="162305" y="254721"/>
                    <a:pt x="158471" y="254721"/>
                  </a:cubicBezTo>
                  <a:lnTo>
                    <a:pt x="83709" y="254721"/>
                  </a:lnTo>
                  <a:cubicBezTo>
                    <a:pt x="79874" y="254721"/>
                    <a:pt x="77319" y="252167"/>
                    <a:pt x="77319" y="248337"/>
                  </a:cubicBezTo>
                  <a:lnTo>
                    <a:pt x="77319" y="107251"/>
                  </a:lnTo>
                  <a:cubicBezTo>
                    <a:pt x="77319" y="100229"/>
                    <a:pt x="83069" y="94483"/>
                    <a:pt x="90099" y="94483"/>
                  </a:cubicBezTo>
                  <a:lnTo>
                    <a:pt x="130994" y="94483"/>
                  </a:lnTo>
                  <a:cubicBezTo>
                    <a:pt x="132272" y="94483"/>
                    <a:pt x="134189" y="95121"/>
                    <a:pt x="134828" y="95760"/>
                  </a:cubicBezTo>
                  <a:lnTo>
                    <a:pt x="156553" y="113635"/>
                  </a:lnTo>
                  <a:lnTo>
                    <a:pt x="268377" y="113635"/>
                  </a:lnTo>
                  <a:cubicBezTo>
                    <a:pt x="277962" y="113635"/>
                    <a:pt x="285631" y="121296"/>
                    <a:pt x="285631" y="130233"/>
                  </a:cubicBezTo>
                  <a:cubicBezTo>
                    <a:pt x="285631" y="130233"/>
                    <a:pt x="285631" y="130233"/>
                    <a:pt x="285631" y="130233"/>
                  </a:cubicBezTo>
                  <a:lnTo>
                    <a:pt x="285631" y="248337"/>
                  </a:lnTo>
                  <a:close/>
                </a:path>
              </a:pathLst>
            </a:custGeom>
            <a:solidFill>
              <a:srgbClr val="00ABAB"/>
            </a:solidFill>
            <a:ln w="6390" cap="flat">
              <a:noFill/>
              <a:prstDash val="solid"/>
              <a:miter/>
            </a:ln>
          </p:spPr>
          <p:txBody>
            <a:bodyPr rtlCol="0" anchor="ctr"/>
            <a:lstStyle/>
            <a:p>
              <a:endParaRPr lang="en-US"/>
            </a:p>
          </p:txBody>
        </p:sp>
        <p:sp>
          <p:nvSpPr>
            <p:cNvPr id="1857" name="Graphic 1100">
              <a:extLst>
                <a:ext uri="{FF2B5EF4-FFF2-40B4-BE49-F238E27FC236}">
                  <a16:creationId xmlns:a16="http://schemas.microsoft.com/office/drawing/2014/main" id="{483992A4-3E3F-954A-AA82-DE26561F99DE}"/>
                </a:ext>
              </a:extLst>
            </p:cNvPr>
            <p:cNvSpPr/>
            <p:nvPr/>
          </p:nvSpPr>
          <p:spPr>
            <a:xfrm>
              <a:off x="8397016" y="2552642"/>
              <a:ext cx="49841" cy="49954"/>
            </a:xfrm>
            <a:custGeom>
              <a:avLst/>
              <a:gdLst>
                <a:gd name="connsiteX0" fmla="*/ 49842 w 49841"/>
                <a:gd name="connsiteY0" fmla="*/ 24897 h 49954"/>
                <a:gd name="connsiteX1" fmla="*/ 24921 w 49841"/>
                <a:gd name="connsiteY1" fmla="*/ 0 h 49954"/>
                <a:gd name="connsiteX2" fmla="*/ 0 w 49841"/>
                <a:gd name="connsiteY2" fmla="*/ 24897 h 49954"/>
                <a:gd name="connsiteX3" fmla="*/ 7668 w 49841"/>
                <a:gd name="connsiteY3" fmla="*/ 42773 h 49954"/>
                <a:gd name="connsiteX4" fmla="*/ 42813 w 49841"/>
                <a:gd name="connsiteY4" fmla="*/ 42773 h 49954"/>
                <a:gd name="connsiteX5" fmla="*/ 49842 w 49841"/>
                <a:gd name="connsiteY5" fmla="*/ 24897 h 49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841" h="49954">
                  <a:moveTo>
                    <a:pt x="49842" y="24897"/>
                  </a:moveTo>
                  <a:cubicBezTo>
                    <a:pt x="49842" y="10853"/>
                    <a:pt x="38978" y="0"/>
                    <a:pt x="24921" y="0"/>
                  </a:cubicBezTo>
                  <a:cubicBezTo>
                    <a:pt x="10863" y="0"/>
                    <a:pt x="0" y="10853"/>
                    <a:pt x="0" y="24897"/>
                  </a:cubicBezTo>
                  <a:cubicBezTo>
                    <a:pt x="0" y="31281"/>
                    <a:pt x="2556" y="37665"/>
                    <a:pt x="7668" y="42773"/>
                  </a:cubicBezTo>
                  <a:cubicBezTo>
                    <a:pt x="17253" y="52349"/>
                    <a:pt x="33228" y="52349"/>
                    <a:pt x="42813" y="42773"/>
                  </a:cubicBezTo>
                  <a:cubicBezTo>
                    <a:pt x="47286" y="37665"/>
                    <a:pt x="49842" y="31281"/>
                    <a:pt x="49842" y="24897"/>
                  </a:cubicBezTo>
                  <a:close/>
                </a:path>
              </a:pathLst>
            </a:custGeom>
            <a:solidFill>
              <a:srgbClr val="00ABAB"/>
            </a:solidFill>
            <a:ln w="6390" cap="flat">
              <a:noFill/>
              <a:prstDash val="solid"/>
              <a:miter/>
            </a:ln>
          </p:spPr>
          <p:txBody>
            <a:bodyPr rtlCol="0" anchor="ctr"/>
            <a:lstStyle/>
            <a:p>
              <a:endParaRPr lang="en-US"/>
            </a:p>
          </p:txBody>
        </p:sp>
      </p:grpSp>
      <p:grpSp>
        <p:nvGrpSpPr>
          <p:cNvPr id="1861" name="Graphic 1100">
            <a:extLst>
              <a:ext uri="{FF2B5EF4-FFF2-40B4-BE49-F238E27FC236}">
                <a16:creationId xmlns:a16="http://schemas.microsoft.com/office/drawing/2014/main" id="{C7FD6F15-0074-C246-ADA6-C76503979CC1}"/>
              </a:ext>
            </a:extLst>
          </p:cNvPr>
          <p:cNvGrpSpPr/>
          <p:nvPr/>
        </p:nvGrpSpPr>
        <p:grpSpPr>
          <a:xfrm>
            <a:off x="8241101" y="922173"/>
            <a:ext cx="361671" cy="361971"/>
            <a:chOff x="8241101" y="922173"/>
            <a:chExt cx="361671" cy="361971"/>
          </a:xfrm>
          <a:solidFill>
            <a:srgbClr val="00ABAB"/>
          </a:solidFill>
        </p:grpSpPr>
        <p:sp>
          <p:nvSpPr>
            <p:cNvPr id="1862" name="Graphic 1100">
              <a:extLst>
                <a:ext uri="{FF2B5EF4-FFF2-40B4-BE49-F238E27FC236}">
                  <a16:creationId xmlns:a16="http://schemas.microsoft.com/office/drawing/2014/main" id="{173BFA09-38BD-A84A-AA0B-DAD73252577D}"/>
                </a:ext>
              </a:extLst>
            </p:cNvPr>
            <p:cNvSpPr/>
            <p:nvPr/>
          </p:nvSpPr>
          <p:spPr>
            <a:xfrm>
              <a:off x="8378485" y="1097732"/>
              <a:ext cx="30033" cy="28089"/>
            </a:xfrm>
            <a:custGeom>
              <a:avLst/>
              <a:gdLst>
                <a:gd name="connsiteX0" fmla="*/ 24921 w 30033"/>
                <a:gd name="connsiteY0" fmla="*/ 14683 h 28089"/>
                <a:gd name="connsiteX1" fmla="*/ 30033 w 30033"/>
                <a:gd name="connsiteY1" fmla="*/ 0 h 28089"/>
                <a:gd name="connsiteX2" fmla="*/ 0 w 30033"/>
                <a:gd name="connsiteY2" fmla="*/ 14683 h 28089"/>
                <a:gd name="connsiteX3" fmla="*/ 24921 w 30033"/>
                <a:gd name="connsiteY3" fmla="*/ 28090 h 28089"/>
                <a:gd name="connsiteX4" fmla="*/ 26838 w 30033"/>
                <a:gd name="connsiteY4" fmla="*/ 26174 h 28089"/>
                <a:gd name="connsiteX5" fmla="*/ 24921 w 30033"/>
                <a:gd name="connsiteY5" fmla="*/ 14683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033" h="28089">
                  <a:moveTo>
                    <a:pt x="24921" y="14683"/>
                  </a:moveTo>
                  <a:cubicBezTo>
                    <a:pt x="24921" y="9576"/>
                    <a:pt x="26838" y="3830"/>
                    <a:pt x="30033" y="0"/>
                  </a:cubicBezTo>
                  <a:cubicBezTo>
                    <a:pt x="19170" y="3192"/>
                    <a:pt x="8946" y="8299"/>
                    <a:pt x="0" y="14683"/>
                  </a:cubicBezTo>
                  <a:cubicBezTo>
                    <a:pt x="7668" y="20429"/>
                    <a:pt x="15975" y="24898"/>
                    <a:pt x="24921" y="28090"/>
                  </a:cubicBezTo>
                  <a:lnTo>
                    <a:pt x="26838" y="26174"/>
                  </a:lnTo>
                  <a:cubicBezTo>
                    <a:pt x="25560" y="22344"/>
                    <a:pt x="24921" y="18514"/>
                    <a:pt x="24921" y="14683"/>
                  </a:cubicBezTo>
                  <a:close/>
                </a:path>
              </a:pathLst>
            </a:custGeom>
            <a:solidFill>
              <a:srgbClr val="00ABAB"/>
            </a:solidFill>
            <a:ln w="6390" cap="flat">
              <a:noFill/>
              <a:prstDash val="solid"/>
              <a:miter/>
            </a:ln>
          </p:spPr>
          <p:txBody>
            <a:bodyPr rtlCol="0" anchor="ctr"/>
            <a:lstStyle/>
            <a:p>
              <a:endParaRPr lang="en-US"/>
            </a:p>
          </p:txBody>
        </p:sp>
        <p:sp>
          <p:nvSpPr>
            <p:cNvPr id="1863" name="Graphic 1100">
              <a:extLst>
                <a:ext uri="{FF2B5EF4-FFF2-40B4-BE49-F238E27FC236}">
                  <a16:creationId xmlns:a16="http://schemas.microsoft.com/office/drawing/2014/main" id="{2CD47744-A1C1-5146-906C-2FB4E35BAA08}"/>
                </a:ext>
              </a:extLst>
            </p:cNvPr>
            <p:cNvSpPr/>
            <p:nvPr/>
          </p:nvSpPr>
          <p:spPr>
            <a:xfrm>
              <a:off x="8425770" y="1111139"/>
              <a:ext cx="11502" cy="11491"/>
            </a:xfrm>
            <a:custGeom>
              <a:avLst/>
              <a:gdLst>
                <a:gd name="connsiteX0" fmla="*/ 639 w 11502"/>
                <a:gd name="connsiteY0" fmla="*/ 11491 h 11491"/>
                <a:gd name="connsiteX1" fmla="*/ 11502 w 11502"/>
                <a:gd name="connsiteY1" fmla="*/ 1277 h 11491"/>
                <a:gd name="connsiteX2" fmla="*/ 11502 w 11502"/>
                <a:gd name="connsiteY2" fmla="*/ 1277 h 11491"/>
                <a:gd name="connsiteX3" fmla="*/ 11502 w 11502"/>
                <a:gd name="connsiteY3" fmla="*/ 0 h 11491"/>
                <a:gd name="connsiteX4" fmla="*/ 0 w 11502"/>
                <a:gd name="connsiteY4" fmla="*/ 11491 h 11491"/>
                <a:gd name="connsiteX5" fmla="*/ 639 w 11502"/>
                <a:gd name="connsiteY5" fmla="*/ 11491 h 11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02" h="11491">
                  <a:moveTo>
                    <a:pt x="639" y="11491"/>
                  </a:moveTo>
                  <a:cubicBezTo>
                    <a:pt x="6390" y="11491"/>
                    <a:pt x="11502" y="7022"/>
                    <a:pt x="11502" y="1277"/>
                  </a:cubicBezTo>
                  <a:lnTo>
                    <a:pt x="11502" y="1277"/>
                  </a:lnTo>
                  <a:cubicBezTo>
                    <a:pt x="11502" y="638"/>
                    <a:pt x="11502" y="638"/>
                    <a:pt x="11502" y="0"/>
                  </a:cubicBezTo>
                  <a:lnTo>
                    <a:pt x="0" y="11491"/>
                  </a:lnTo>
                  <a:lnTo>
                    <a:pt x="639" y="11491"/>
                  </a:lnTo>
                  <a:close/>
                </a:path>
              </a:pathLst>
            </a:custGeom>
            <a:solidFill>
              <a:srgbClr val="00ABAB"/>
            </a:solidFill>
            <a:ln w="6390" cap="flat">
              <a:noFill/>
              <a:prstDash val="solid"/>
              <a:miter/>
            </a:ln>
          </p:spPr>
          <p:txBody>
            <a:bodyPr rtlCol="0" anchor="ctr"/>
            <a:lstStyle/>
            <a:p>
              <a:endParaRPr lang="en-US"/>
            </a:p>
          </p:txBody>
        </p:sp>
        <p:sp>
          <p:nvSpPr>
            <p:cNvPr id="1864" name="Graphic 1100">
              <a:extLst>
                <a:ext uri="{FF2B5EF4-FFF2-40B4-BE49-F238E27FC236}">
                  <a16:creationId xmlns:a16="http://schemas.microsoft.com/office/drawing/2014/main" id="{82266F4A-6A6E-BC44-8D93-45FE31270EC8}"/>
                </a:ext>
              </a:extLst>
            </p:cNvPr>
            <p:cNvSpPr/>
            <p:nvPr/>
          </p:nvSpPr>
          <p:spPr>
            <a:xfrm>
              <a:off x="8416186" y="1102201"/>
              <a:ext cx="11502" cy="11491"/>
            </a:xfrm>
            <a:custGeom>
              <a:avLst/>
              <a:gdLst>
                <a:gd name="connsiteX0" fmla="*/ 0 w 11502"/>
                <a:gd name="connsiteY0" fmla="*/ 10214 h 11491"/>
                <a:gd name="connsiteX1" fmla="*/ 0 w 11502"/>
                <a:gd name="connsiteY1" fmla="*/ 11491 h 11491"/>
                <a:gd name="connsiteX2" fmla="*/ 11502 w 11502"/>
                <a:gd name="connsiteY2" fmla="*/ 0 h 11491"/>
                <a:gd name="connsiteX3" fmla="*/ 10224 w 11502"/>
                <a:gd name="connsiteY3" fmla="*/ 0 h 11491"/>
                <a:gd name="connsiteX4" fmla="*/ 0 w 11502"/>
                <a:gd name="connsiteY4" fmla="*/ 10214 h 11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2" h="11491">
                  <a:moveTo>
                    <a:pt x="0" y="10214"/>
                  </a:moveTo>
                  <a:cubicBezTo>
                    <a:pt x="0" y="10853"/>
                    <a:pt x="0" y="10853"/>
                    <a:pt x="0" y="11491"/>
                  </a:cubicBezTo>
                  <a:lnTo>
                    <a:pt x="11502" y="0"/>
                  </a:lnTo>
                  <a:lnTo>
                    <a:pt x="10224" y="0"/>
                  </a:lnTo>
                  <a:cubicBezTo>
                    <a:pt x="4473" y="0"/>
                    <a:pt x="0" y="4469"/>
                    <a:pt x="0" y="10214"/>
                  </a:cubicBezTo>
                  <a:close/>
                </a:path>
              </a:pathLst>
            </a:custGeom>
            <a:solidFill>
              <a:srgbClr val="00ABAB"/>
            </a:solidFill>
            <a:ln w="6390" cap="flat">
              <a:noFill/>
              <a:prstDash val="solid"/>
              <a:miter/>
            </a:ln>
          </p:spPr>
          <p:txBody>
            <a:bodyPr rtlCol="0" anchor="ctr"/>
            <a:lstStyle/>
            <a:p>
              <a:endParaRPr lang="en-US"/>
            </a:p>
          </p:txBody>
        </p:sp>
        <p:sp>
          <p:nvSpPr>
            <p:cNvPr id="1865" name="Graphic 1100">
              <a:extLst>
                <a:ext uri="{FF2B5EF4-FFF2-40B4-BE49-F238E27FC236}">
                  <a16:creationId xmlns:a16="http://schemas.microsoft.com/office/drawing/2014/main" id="{2C74F5E1-F662-A844-935F-80E6C74381A6}"/>
                </a:ext>
              </a:extLst>
            </p:cNvPr>
            <p:cNvSpPr/>
            <p:nvPr/>
          </p:nvSpPr>
          <p:spPr>
            <a:xfrm>
              <a:off x="8444301" y="1099009"/>
              <a:ext cx="30032" cy="28089"/>
            </a:xfrm>
            <a:custGeom>
              <a:avLst/>
              <a:gdLst>
                <a:gd name="connsiteX0" fmla="*/ 2556 w 30032"/>
                <a:gd name="connsiteY0" fmla="*/ 1915 h 28089"/>
                <a:gd name="connsiteX1" fmla="*/ 0 w 30032"/>
                <a:gd name="connsiteY1" fmla="*/ 28090 h 28089"/>
                <a:gd name="connsiteX2" fmla="*/ 30032 w 30032"/>
                <a:gd name="connsiteY2" fmla="*/ 13406 h 28089"/>
                <a:gd name="connsiteX3" fmla="*/ 5112 w 30032"/>
                <a:gd name="connsiteY3" fmla="*/ 0 h 28089"/>
                <a:gd name="connsiteX4" fmla="*/ 2556 w 30032"/>
                <a:gd name="connsiteY4" fmla="*/ 1915 h 28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32" h="28089">
                  <a:moveTo>
                    <a:pt x="2556" y="1915"/>
                  </a:moveTo>
                  <a:cubicBezTo>
                    <a:pt x="7029" y="10214"/>
                    <a:pt x="6390" y="20429"/>
                    <a:pt x="0" y="28090"/>
                  </a:cubicBezTo>
                  <a:cubicBezTo>
                    <a:pt x="10863" y="24898"/>
                    <a:pt x="21087" y="19790"/>
                    <a:pt x="30032" y="13406"/>
                  </a:cubicBezTo>
                  <a:cubicBezTo>
                    <a:pt x="22365" y="7661"/>
                    <a:pt x="14058" y="3192"/>
                    <a:pt x="5112" y="0"/>
                  </a:cubicBezTo>
                  <a:lnTo>
                    <a:pt x="2556" y="1915"/>
                  </a:lnTo>
                  <a:close/>
                </a:path>
              </a:pathLst>
            </a:custGeom>
            <a:solidFill>
              <a:srgbClr val="00ABAB"/>
            </a:solidFill>
            <a:ln w="6390" cap="flat">
              <a:noFill/>
              <a:prstDash val="solid"/>
              <a:miter/>
            </a:ln>
          </p:spPr>
          <p:txBody>
            <a:bodyPr rtlCol="0" anchor="ctr"/>
            <a:lstStyle/>
            <a:p>
              <a:endParaRPr lang="en-US"/>
            </a:p>
          </p:txBody>
        </p:sp>
        <p:sp>
          <p:nvSpPr>
            <p:cNvPr id="1866" name="Graphic 1100">
              <a:extLst>
                <a:ext uri="{FF2B5EF4-FFF2-40B4-BE49-F238E27FC236}">
                  <a16:creationId xmlns:a16="http://schemas.microsoft.com/office/drawing/2014/main" id="{5CA51118-045C-3D4E-8EC7-71168995E431}"/>
                </a:ext>
              </a:extLst>
            </p:cNvPr>
            <p:cNvSpPr/>
            <p:nvPr/>
          </p:nvSpPr>
          <p:spPr>
            <a:xfrm>
              <a:off x="8330560" y="1035808"/>
              <a:ext cx="183391" cy="134702"/>
            </a:xfrm>
            <a:custGeom>
              <a:avLst/>
              <a:gdLst>
                <a:gd name="connsiteX0" fmla="*/ 178279 w 183391"/>
                <a:gd name="connsiteY0" fmla="*/ 19152 h 134702"/>
                <a:gd name="connsiteX1" fmla="*/ 64539 w 183391"/>
                <a:gd name="connsiteY1" fmla="*/ 19152 h 134702"/>
                <a:gd name="connsiteX2" fmla="*/ 60704 w 183391"/>
                <a:gd name="connsiteY2" fmla="*/ 17875 h 134702"/>
                <a:gd name="connsiteX3" fmla="*/ 38979 w 183391"/>
                <a:gd name="connsiteY3" fmla="*/ 0 h 134702"/>
                <a:gd name="connsiteX4" fmla="*/ 0 w 183391"/>
                <a:gd name="connsiteY4" fmla="*/ 0 h 134702"/>
                <a:gd name="connsiteX5" fmla="*/ 0 w 183391"/>
                <a:gd name="connsiteY5" fmla="*/ 134702 h 134702"/>
                <a:gd name="connsiteX6" fmla="*/ 183392 w 183391"/>
                <a:gd name="connsiteY6" fmla="*/ 134702 h 134702"/>
                <a:gd name="connsiteX7" fmla="*/ 183392 w 183391"/>
                <a:gd name="connsiteY7" fmla="*/ 22982 h 134702"/>
                <a:gd name="connsiteX8" fmla="*/ 178279 w 183391"/>
                <a:gd name="connsiteY8" fmla="*/ 19152 h 134702"/>
                <a:gd name="connsiteX9" fmla="*/ 158471 w 183391"/>
                <a:gd name="connsiteY9" fmla="*/ 81715 h 134702"/>
                <a:gd name="connsiteX10" fmla="*/ 96489 w 183391"/>
                <a:gd name="connsiteY10" fmla="*/ 107251 h 134702"/>
                <a:gd name="connsiteX11" fmla="*/ 77319 w 183391"/>
                <a:gd name="connsiteY11" fmla="*/ 104697 h 134702"/>
                <a:gd name="connsiteX12" fmla="*/ 66456 w 183391"/>
                <a:gd name="connsiteY12" fmla="*/ 115550 h 134702"/>
                <a:gd name="connsiteX13" fmla="*/ 61983 w 183391"/>
                <a:gd name="connsiteY13" fmla="*/ 117465 h 134702"/>
                <a:gd name="connsiteX14" fmla="*/ 57509 w 183391"/>
                <a:gd name="connsiteY14" fmla="*/ 115550 h 134702"/>
                <a:gd name="connsiteX15" fmla="*/ 57509 w 183391"/>
                <a:gd name="connsiteY15" fmla="*/ 106612 h 134702"/>
                <a:gd name="connsiteX16" fmla="*/ 57509 w 183391"/>
                <a:gd name="connsiteY16" fmla="*/ 106612 h 134702"/>
                <a:gd name="connsiteX17" fmla="*/ 63899 w 183391"/>
                <a:gd name="connsiteY17" fmla="*/ 100867 h 134702"/>
                <a:gd name="connsiteX18" fmla="*/ 33867 w 183391"/>
                <a:gd name="connsiteY18" fmla="*/ 82353 h 134702"/>
                <a:gd name="connsiteX19" fmla="*/ 31950 w 183391"/>
                <a:gd name="connsiteY19" fmla="*/ 77885 h 134702"/>
                <a:gd name="connsiteX20" fmla="*/ 33867 w 183391"/>
                <a:gd name="connsiteY20" fmla="*/ 73416 h 134702"/>
                <a:gd name="connsiteX21" fmla="*/ 95849 w 183391"/>
                <a:gd name="connsiteY21" fmla="*/ 47880 h 134702"/>
                <a:gd name="connsiteX22" fmla="*/ 115019 w 183391"/>
                <a:gd name="connsiteY22" fmla="*/ 50433 h 134702"/>
                <a:gd name="connsiteX23" fmla="*/ 122048 w 183391"/>
                <a:gd name="connsiteY23" fmla="*/ 43411 h 134702"/>
                <a:gd name="connsiteX24" fmla="*/ 130994 w 183391"/>
                <a:gd name="connsiteY24" fmla="*/ 43411 h 134702"/>
                <a:gd name="connsiteX25" fmla="*/ 130994 w 183391"/>
                <a:gd name="connsiteY25" fmla="*/ 52349 h 134702"/>
                <a:gd name="connsiteX26" fmla="*/ 130994 w 183391"/>
                <a:gd name="connsiteY26" fmla="*/ 52349 h 134702"/>
                <a:gd name="connsiteX27" fmla="*/ 128438 w 183391"/>
                <a:gd name="connsiteY27" fmla="*/ 54902 h 134702"/>
                <a:gd name="connsiteX28" fmla="*/ 158471 w 183391"/>
                <a:gd name="connsiteY28" fmla="*/ 73416 h 134702"/>
                <a:gd name="connsiteX29" fmla="*/ 160388 w 183391"/>
                <a:gd name="connsiteY29" fmla="*/ 77885 h 134702"/>
                <a:gd name="connsiteX30" fmla="*/ 158471 w 183391"/>
                <a:gd name="connsiteY30" fmla="*/ 81715 h 134702"/>
                <a:gd name="connsiteX31" fmla="*/ 158471 w 183391"/>
                <a:gd name="connsiteY31" fmla="*/ 81715 h 134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3391" h="134702">
                  <a:moveTo>
                    <a:pt x="178279" y="19152"/>
                  </a:moveTo>
                  <a:lnTo>
                    <a:pt x="64539" y="19152"/>
                  </a:lnTo>
                  <a:cubicBezTo>
                    <a:pt x="63261" y="19152"/>
                    <a:pt x="61344" y="18514"/>
                    <a:pt x="60704" y="17875"/>
                  </a:cubicBezTo>
                  <a:lnTo>
                    <a:pt x="38979" y="0"/>
                  </a:lnTo>
                  <a:lnTo>
                    <a:pt x="0" y="0"/>
                  </a:lnTo>
                  <a:lnTo>
                    <a:pt x="0" y="134702"/>
                  </a:lnTo>
                  <a:lnTo>
                    <a:pt x="183392" y="134702"/>
                  </a:lnTo>
                  <a:lnTo>
                    <a:pt x="183392" y="22982"/>
                  </a:lnTo>
                  <a:cubicBezTo>
                    <a:pt x="182753" y="20429"/>
                    <a:pt x="180836" y="19152"/>
                    <a:pt x="178279" y="19152"/>
                  </a:cubicBezTo>
                  <a:close/>
                  <a:moveTo>
                    <a:pt x="158471" y="81715"/>
                  </a:moveTo>
                  <a:cubicBezTo>
                    <a:pt x="157193" y="82992"/>
                    <a:pt x="130355" y="107251"/>
                    <a:pt x="96489" y="107251"/>
                  </a:cubicBezTo>
                  <a:cubicBezTo>
                    <a:pt x="90099" y="107251"/>
                    <a:pt x="83709" y="106612"/>
                    <a:pt x="77319" y="104697"/>
                  </a:cubicBezTo>
                  <a:lnTo>
                    <a:pt x="66456" y="115550"/>
                  </a:lnTo>
                  <a:cubicBezTo>
                    <a:pt x="65178" y="116827"/>
                    <a:pt x="63899" y="117465"/>
                    <a:pt x="61983" y="117465"/>
                  </a:cubicBezTo>
                  <a:cubicBezTo>
                    <a:pt x="60066" y="117465"/>
                    <a:pt x="58788" y="116827"/>
                    <a:pt x="57509" y="115550"/>
                  </a:cubicBezTo>
                  <a:cubicBezTo>
                    <a:pt x="54954" y="112996"/>
                    <a:pt x="54954" y="109166"/>
                    <a:pt x="57509" y="106612"/>
                  </a:cubicBezTo>
                  <a:cubicBezTo>
                    <a:pt x="57509" y="106612"/>
                    <a:pt x="57509" y="106612"/>
                    <a:pt x="57509" y="106612"/>
                  </a:cubicBezTo>
                  <a:lnTo>
                    <a:pt x="63899" y="100867"/>
                  </a:lnTo>
                  <a:cubicBezTo>
                    <a:pt x="53037" y="96398"/>
                    <a:pt x="42813" y="90014"/>
                    <a:pt x="33867" y="82353"/>
                  </a:cubicBezTo>
                  <a:cubicBezTo>
                    <a:pt x="32589" y="81077"/>
                    <a:pt x="31950" y="79161"/>
                    <a:pt x="31950" y="77885"/>
                  </a:cubicBezTo>
                  <a:cubicBezTo>
                    <a:pt x="31950" y="75969"/>
                    <a:pt x="32589" y="74693"/>
                    <a:pt x="33867" y="73416"/>
                  </a:cubicBezTo>
                  <a:cubicBezTo>
                    <a:pt x="35145" y="72139"/>
                    <a:pt x="61983" y="47880"/>
                    <a:pt x="95849" y="47880"/>
                  </a:cubicBezTo>
                  <a:cubicBezTo>
                    <a:pt x="102239" y="47880"/>
                    <a:pt x="108629" y="48518"/>
                    <a:pt x="115019" y="50433"/>
                  </a:cubicBezTo>
                  <a:lnTo>
                    <a:pt x="122048" y="43411"/>
                  </a:lnTo>
                  <a:cubicBezTo>
                    <a:pt x="124604" y="40857"/>
                    <a:pt x="128438" y="40857"/>
                    <a:pt x="130994" y="43411"/>
                  </a:cubicBezTo>
                  <a:cubicBezTo>
                    <a:pt x="133550" y="45965"/>
                    <a:pt x="133550" y="49795"/>
                    <a:pt x="130994" y="52349"/>
                  </a:cubicBezTo>
                  <a:lnTo>
                    <a:pt x="130994" y="52349"/>
                  </a:lnTo>
                  <a:lnTo>
                    <a:pt x="128438" y="54902"/>
                  </a:lnTo>
                  <a:cubicBezTo>
                    <a:pt x="139301" y="59371"/>
                    <a:pt x="149525" y="65755"/>
                    <a:pt x="158471" y="73416"/>
                  </a:cubicBezTo>
                  <a:cubicBezTo>
                    <a:pt x="159748" y="74693"/>
                    <a:pt x="160388" y="76608"/>
                    <a:pt x="160388" y="77885"/>
                  </a:cubicBezTo>
                  <a:cubicBezTo>
                    <a:pt x="160388" y="78523"/>
                    <a:pt x="159748" y="80438"/>
                    <a:pt x="158471" y="81715"/>
                  </a:cubicBezTo>
                  <a:lnTo>
                    <a:pt x="158471" y="81715"/>
                  </a:lnTo>
                  <a:close/>
                </a:path>
              </a:pathLst>
            </a:custGeom>
            <a:solidFill>
              <a:srgbClr val="00ABAB"/>
            </a:solidFill>
            <a:ln w="6390" cap="flat">
              <a:noFill/>
              <a:prstDash val="solid"/>
              <a:miter/>
            </a:ln>
          </p:spPr>
          <p:txBody>
            <a:bodyPr rtlCol="0" anchor="ctr"/>
            <a:lstStyle/>
            <a:p>
              <a:endParaRPr lang="en-US"/>
            </a:p>
          </p:txBody>
        </p:sp>
        <p:sp>
          <p:nvSpPr>
            <p:cNvPr id="1867" name="Graphic 1100">
              <a:extLst>
                <a:ext uri="{FF2B5EF4-FFF2-40B4-BE49-F238E27FC236}">
                  <a16:creationId xmlns:a16="http://schemas.microsoft.com/office/drawing/2014/main" id="{346AB60A-8B91-8E48-B868-F9AD96B7970C}"/>
                </a:ext>
              </a:extLst>
            </p:cNvPr>
            <p:cNvSpPr/>
            <p:nvPr/>
          </p:nvSpPr>
          <p:spPr>
            <a:xfrm>
              <a:off x="8241101" y="922173"/>
              <a:ext cx="361671" cy="361971"/>
            </a:xfrm>
            <a:custGeom>
              <a:avLst/>
              <a:gdLst>
                <a:gd name="connsiteX0" fmla="*/ 180836 w 361671"/>
                <a:gd name="connsiteY0" fmla="*/ 0 h 361971"/>
                <a:gd name="connsiteX1" fmla="*/ 0 w 361671"/>
                <a:gd name="connsiteY1" fmla="*/ 180667 h 361971"/>
                <a:gd name="connsiteX2" fmla="*/ 180836 w 361671"/>
                <a:gd name="connsiteY2" fmla="*/ 361972 h 361971"/>
                <a:gd name="connsiteX3" fmla="*/ 361671 w 361671"/>
                <a:gd name="connsiteY3" fmla="*/ 181305 h 361971"/>
                <a:gd name="connsiteX4" fmla="*/ 361671 w 361671"/>
                <a:gd name="connsiteY4" fmla="*/ 181305 h 361971"/>
                <a:gd name="connsiteX5" fmla="*/ 180836 w 361671"/>
                <a:gd name="connsiteY5" fmla="*/ 0 h 361971"/>
                <a:gd name="connsiteX6" fmla="*/ 284992 w 361671"/>
                <a:gd name="connsiteY6" fmla="*/ 254721 h 361971"/>
                <a:gd name="connsiteX7" fmla="*/ 278602 w 361671"/>
                <a:gd name="connsiteY7" fmla="*/ 261105 h 361971"/>
                <a:gd name="connsiteX8" fmla="*/ 82430 w 361671"/>
                <a:gd name="connsiteY8" fmla="*/ 261105 h 361971"/>
                <a:gd name="connsiteX9" fmla="*/ 76040 w 361671"/>
                <a:gd name="connsiteY9" fmla="*/ 254721 h 361971"/>
                <a:gd name="connsiteX10" fmla="*/ 76040 w 361671"/>
                <a:gd name="connsiteY10" fmla="*/ 113635 h 361971"/>
                <a:gd name="connsiteX11" fmla="*/ 88820 w 361671"/>
                <a:gd name="connsiteY11" fmla="*/ 100867 h 361971"/>
                <a:gd name="connsiteX12" fmla="*/ 129716 w 361671"/>
                <a:gd name="connsiteY12" fmla="*/ 100867 h 361971"/>
                <a:gd name="connsiteX13" fmla="*/ 133550 w 361671"/>
                <a:gd name="connsiteY13" fmla="*/ 102144 h 361971"/>
                <a:gd name="connsiteX14" fmla="*/ 155276 w 361671"/>
                <a:gd name="connsiteY14" fmla="*/ 120019 h 361971"/>
                <a:gd name="connsiteX15" fmla="*/ 267100 w 361671"/>
                <a:gd name="connsiteY15" fmla="*/ 120019 h 361971"/>
                <a:gd name="connsiteX16" fmla="*/ 284352 w 361671"/>
                <a:gd name="connsiteY16" fmla="*/ 136617 h 361971"/>
                <a:gd name="connsiteX17" fmla="*/ 284352 w 361671"/>
                <a:gd name="connsiteY17" fmla="*/ 136617 h 361971"/>
                <a:gd name="connsiteX18" fmla="*/ 284992 w 361671"/>
                <a:gd name="connsiteY18" fmla="*/ 25472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1671" h="361971">
                  <a:moveTo>
                    <a:pt x="180836" y="0"/>
                  </a:moveTo>
                  <a:cubicBezTo>
                    <a:pt x="80514" y="0"/>
                    <a:pt x="0" y="81077"/>
                    <a:pt x="0" y="180667"/>
                  </a:cubicBezTo>
                  <a:cubicBezTo>
                    <a:pt x="0" y="280895"/>
                    <a:pt x="81153" y="361972"/>
                    <a:pt x="180836" y="361972"/>
                  </a:cubicBezTo>
                  <a:cubicBezTo>
                    <a:pt x="281157" y="361972"/>
                    <a:pt x="361671" y="280895"/>
                    <a:pt x="361671" y="181305"/>
                  </a:cubicBezTo>
                  <a:lnTo>
                    <a:pt x="361671" y="181305"/>
                  </a:lnTo>
                  <a:cubicBezTo>
                    <a:pt x="361671" y="81077"/>
                    <a:pt x="281157" y="0"/>
                    <a:pt x="180836" y="0"/>
                  </a:cubicBezTo>
                  <a:close/>
                  <a:moveTo>
                    <a:pt x="284992" y="254721"/>
                  </a:moveTo>
                  <a:cubicBezTo>
                    <a:pt x="284992" y="258551"/>
                    <a:pt x="282436" y="261105"/>
                    <a:pt x="278602" y="261105"/>
                  </a:cubicBezTo>
                  <a:lnTo>
                    <a:pt x="82430" y="261105"/>
                  </a:lnTo>
                  <a:cubicBezTo>
                    <a:pt x="78597" y="261105"/>
                    <a:pt x="76040" y="258551"/>
                    <a:pt x="76040" y="254721"/>
                  </a:cubicBezTo>
                  <a:lnTo>
                    <a:pt x="76040" y="113635"/>
                  </a:lnTo>
                  <a:cubicBezTo>
                    <a:pt x="76040" y="106612"/>
                    <a:pt x="81792" y="100867"/>
                    <a:pt x="88820" y="100867"/>
                  </a:cubicBezTo>
                  <a:lnTo>
                    <a:pt x="129716" y="100867"/>
                  </a:lnTo>
                  <a:cubicBezTo>
                    <a:pt x="130994" y="100867"/>
                    <a:pt x="132911" y="101505"/>
                    <a:pt x="133550" y="102144"/>
                  </a:cubicBezTo>
                  <a:lnTo>
                    <a:pt x="155276" y="120019"/>
                  </a:lnTo>
                  <a:lnTo>
                    <a:pt x="267100" y="120019"/>
                  </a:lnTo>
                  <a:cubicBezTo>
                    <a:pt x="276685" y="120019"/>
                    <a:pt x="284352" y="127680"/>
                    <a:pt x="284352" y="136617"/>
                  </a:cubicBezTo>
                  <a:lnTo>
                    <a:pt x="284352" y="136617"/>
                  </a:lnTo>
                  <a:lnTo>
                    <a:pt x="284992" y="254721"/>
                  </a:lnTo>
                  <a:close/>
                </a:path>
              </a:pathLst>
            </a:custGeom>
            <a:solidFill>
              <a:srgbClr val="00ABAB"/>
            </a:solidFill>
            <a:ln w="6390" cap="flat">
              <a:noFill/>
              <a:prstDash val="solid"/>
              <a:miter/>
            </a:ln>
          </p:spPr>
          <p:txBody>
            <a:bodyPr rtlCol="0" anchor="ctr"/>
            <a:lstStyle/>
            <a:p>
              <a:endParaRPr lang="en-US"/>
            </a:p>
          </p:txBody>
        </p:sp>
      </p:grpSp>
      <p:grpSp>
        <p:nvGrpSpPr>
          <p:cNvPr id="1868" name="Graphic 1100">
            <a:extLst>
              <a:ext uri="{FF2B5EF4-FFF2-40B4-BE49-F238E27FC236}">
                <a16:creationId xmlns:a16="http://schemas.microsoft.com/office/drawing/2014/main" id="{EA80FB89-FE64-3644-A4D0-D72D5A3E8271}"/>
              </a:ext>
            </a:extLst>
          </p:cNvPr>
          <p:cNvGrpSpPr/>
          <p:nvPr/>
        </p:nvGrpSpPr>
        <p:grpSpPr>
          <a:xfrm>
            <a:off x="7193791" y="4797250"/>
            <a:ext cx="361670" cy="361971"/>
            <a:chOff x="7193791" y="4797250"/>
            <a:chExt cx="361670" cy="361971"/>
          </a:xfrm>
          <a:solidFill>
            <a:srgbClr val="00ABAB"/>
          </a:solidFill>
        </p:grpSpPr>
        <p:sp>
          <p:nvSpPr>
            <p:cNvPr id="1869" name="Graphic 1100">
              <a:extLst>
                <a:ext uri="{FF2B5EF4-FFF2-40B4-BE49-F238E27FC236}">
                  <a16:creationId xmlns:a16="http://schemas.microsoft.com/office/drawing/2014/main" id="{D68BD36A-DE3D-ED45-B313-254F45870838}"/>
                </a:ext>
              </a:extLst>
            </p:cNvPr>
            <p:cNvSpPr/>
            <p:nvPr/>
          </p:nvSpPr>
          <p:spPr>
            <a:xfrm>
              <a:off x="7374626" y="4947661"/>
              <a:ext cx="7668" cy="2805"/>
            </a:xfrm>
            <a:custGeom>
              <a:avLst/>
              <a:gdLst>
                <a:gd name="connsiteX0" fmla="*/ 7029 w 7668"/>
                <a:gd name="connsiteY0" fmla="*/ 1528 h 2805"/>
                <a:gd name="connsiteX1" fmla="*/ 1278 w 7668"/>
                <a:gd name="connsiteY1" fmla="*/ 890 h 2805"/>
                <a:gd name="connsiteX2" fmla="*/ 639 w 7668"/>
                <a:gd name="connsiteY2" fmla="*/ 1528 h 2805"/>
                <a:gd name="connsiteX3" fmla="*/ 0 w 7668"/>
                <a:gd name="connsiteY3" fmla="*/ 2805 h 2805"/>
                <a:gd name="connsiteX4" fmla="*/ 0 w 7668"/>
                <a:gd name="connsiteY4" fmla="*/ 2805 h 2805"/>
                <a:gd name="connsiteX5" fmla="*/ 7668 w 7668"/>
                <a:gd name="connsiteY5" fmla="*/ 2805 h 2805"/>
                <a:gd name="connsiteX6" fmla="*/ 7029 w 7668"/>
                <a:gd name="connsiteY6" fmla="*/ 1528 h 2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8" h="2805">
                  <a:moveTo>
                    <a:pt x="7029" y="1528"/>
                  </a:moveTo>
                  <a:cubicBezTo>
                    <a:pt x="5751" y="-387"/>
                    <a:pt x="3195" y="-387"/>
                    <a:pt x="1278" y="890"/>
                  </a:cubicBezTo>
                  <a:cubicBezTo>
                    <a:pt x="1278" y="890"/>
                    <a:pt x="639" y="1528"/>
                    <a:pt x="639" y="1528"/>
                  </a:cubicBezTo>
                  <a:cubicBezTo>
                    <a:pt x="0" y="2166"/>
                    <a:pt x="0" y="2805"/>
                    <a:pt x="0" y="2805"/>
                  </a:cubicBezTo>
                  <a:lnTo>
                    <a:pt x="0" y="2805"/>
                  </a:lnTo>
                  <a:lnTo>
                    <a:pt x="7668" y="2805"/>
                  </a:lnTo>
                  <a:cubicBezTo>
                    <a:pt x="7668" y="2805"/>
                    <a:pt x="7668" y="2166"/>
                    <a:pt x="7029" y="1528"/>
                  </a:cubicBezTo>
                  <a:close/>
                </a:path>
              </a:pathLst>
            </a:custGeom>
            <a:solidFill>
              <a:srgbClr val="00ABAB"/>
            </a:solidFill>
            <a:ln w="6390" cap="flat">
              <a:noFill/>
              <a:prstDash val="solid"/>
              <a:miter/>
            </a:ln>
          </p:spPr>
          <p:txBody>
            <a:bodyPr rtlCol="0" anchor="ctr"/>
            <a:lstStyle/>
            <a:p>
              <a:endParaRPr lang="en-US"/>
            </a:p>
          </p:txBody>
        </p:sp>
        <p:sp>
          <p:nvSpPr>
            <p:cNvPr id="1870" name="Graphic 1100">
              <a:extLst>
                <a:ext uri="{FF2B5EF4-FFF2-40B4-BE49-F238E27FC236}">
                  <a16:creationId xmlns:a16="http://schemas.microsoft.com/office/drawing/2014/main" id="{5DAE69C5-F021-1243-B7EE-3BF03A199642}"/>
                </a:ext>
              </a:extLst>
            </p:cNvPr>
            <p:cNvSpPr/>
            <p:nvPr/>
          </p:nvSpPr>
          <p:spPr>
            <a:xfrm>
              <a:off x="7359290" y="4963872"/>
              <a:ext cx="67733" cy="89375"/>
            </a:xfrm>
            <a:custGeom>
              <a:avLst/>
              <a:gdLst>
                <a:gd name="connsiteX0" fmla="*/ 48564 w 67733"/>
                <a:gd name="connsiteY0" fmla="*/ 20429 h 89375"/>
                <a:gd name="connsiteX1" fmla="*/ 40257 w 67733"/>
                <a:gd name="connsiteY1" fmla="*/ 12768 h 89375"/>
                <a:gd name="connsiteX2" fmla="*/ 40257 w 67733"/>
                <a:gd name="connsiteY2" fmla="*/ 12768 h 89375"/>
                <a:gd name="connsiteX3" fmla="*/ 40257 w 67733"/>
                <a:gd name="connsiteY3" fmla="*/ 0 h 89375"/>
                <a:gd name="connsiteX4" fmla="*/ 36423 w 67733"/>
                <a:gd name="connsiteY4" fmla="*/ 0 h 89375"/>
                <a:gd name="connsiteX5" fmla="*/ 36423 w 67733"/>
                <a:gd name="connsiteY5" fmla="*/ 24898 h 89375"/>
                <a:gd name="connsiteX6" fmla="*/ 31311 w 67733"/>
                <a:gd name="connsiteY6" fmla="*/ 34474 h 89375"/>
                <a:gd name="connsiteX7" fmla="*/ 20448 w 67733"/>
                <a:gd name="connsiteY7" fmla="*/ 37666 h 89375"/>
                <a:gd name="connsiteX8" fmla="*/ 11502 w 67733"/>
                <a:gd name="connsiteY8" fmla="*/ 35751 h 89375"/>
                <a:gd name="connsiteX9" fmla="*/ 3835 w 67733"/>
                <a:gd name="connsiteY9" fmla="*/ 22983 h 89375"/>
                <a:gd name="connsiteX10" fmla="*/ 3835 w 67733"/>
                <a:gd name="connsiteY10" fmla="*/ 12768 h 89375"/>
                <a:gd name="connsiteX11" fmla="*/ 10225 w 67733"/>
                <a:gd name="connsiteY11" fmla="*/ 6384 h 89375"/>
                <a:gd name="connsiteX12" fmla="*/ 16614 w 67733"/>
                <a:gd name="connsiteY12" fmla="*/ 12768 h 89375"/>
                <a:gd name="connsiteX13" fmla="*/ 16614 w 67733"/>
                <a:gd name="connsiteY13" fmla="*/ 22983 h 89375"/>
                <a:gd name="connsiteX14" fmla="*/ 17253 w 67733"/>
                <a:gd name="connsiteY14" fmla="*/ 24259 h 89375"/>
                <a:gd name="connsiteX15" fmla="*/ 24282 w 67733"/>
                <a:gd name="connsiteY15" fmla="*/ 24259 h 89375"/>
                <a:gd name="connsiteX16" fmla="*/ 24282 w 67733"/>
                <a:gd name="connsiteY16" fmla="*/ 0 h 89375"/>
                <a:gd name="connsiteX17" fmla="*/ 0 w 67733"/>
                <a:gd name="connsiteY17" fmla="*/ 0 h 89375"/>
                <a:gd name="connsiteX18" fmla="*/ 0 w 67733"/>
                <a:gd name="connsiteY18" fmla="*/ 89376 h 89375"/>
                <a:gd name="connsiteX19" fmla="*/ 67734 w 67733"/>
                <a:gd name="connsiteY19" fmla="*/ 89376 h 89375"/>
                <a:gd name="connsiteX20" fmla="*/ 67734 w 67733"/>
                <a:gd name="connsiteY20" fmla="*/ 21067 h 89375"/>
                <a:gd name="connsiteX21" fmla="*/ 67094 w 67733"/>
                <a:gd name="connsiteY21" fmla="*/ 21067 h 89375"/>
                <a:gd name="connsiteX22" fmla="*/ 48564 w 67733"/>
                <a:gd name="connsiteY22" fmla="*/ 21067 h 89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7733" h="89375">
                  <a:moveTo>
                    <a:pt x="48564" y="20429"/>
                  </a:moveTo>
                  <a:cubicBezTo>
                    <a:pt x="44091" y="20429"/>
                    <a:pt x="40257" y="16599"/>
                    <a:pt x="40257" y="12768"/>
                  </a:cubicBezTo>
                  <a:cubicBezTo>
                    <a:pt x="40257" y="12768"/>
                    <a:pt x="40257" y="12768"/>
                    <a:pt x="40257" y="12768"/>
                  </a:cubicBezTo>
                  <a:lnTo>
                    <a:pt x="40257" y="0"/>
                  </a:lnTo>
                  <a:lnTo>
                    <a:pt x="36423" y="0"/>
                  </a:lnTo>
                  <a:lnTo>
                    <a:pt x="36423" y="24898"/>
                  </a:lnTo>
                  <a:cubicBezTo>
                    <a:pt x="36423" y="28728"/>
                    <a:pt x="34506" y="32559"/>
                    <a:pt x="31311" y="34474"/>
                  </a:cubicBezTo>
                  <a:cubicBezTo>
                    <a:pt x="28116" y="36389"/>
                    <a:pt x="24282" y="37666"/>
                    <a:pt x="20448" y="37666"/>
                  </a:cubicBezTo>
                  <a:cubicBezTo>
                    <a:pt x="17253" y="37666"/>
                    <a:pt x="14058" y="37027"/>
                    <a:pt x="11502" y="35751"/>
                  </a:cubicBezTo>
                  <a:cubicBezTo>
                    <a:pt x="6390" y="33197"/>
                    <a:pt x="3835" y="28090"/>
                    <a:pt x="3835" y="22983"/>
                  </a:cubicBezTo>
                  <a:lnTo>
                    <a:pt x="3835" y="12768"/>
                  </a:lnTo>
                  <a:cubicBezTo>
                    <a:pt x="3835" y="8938"/>
                    <a:pt x="6390" y="6384"/>
                    <a:pt x="10225" y="6384"/>
                  </a:cubicBezTo>
                  <a:cubicBezTo>
                    <a:pt x="14058" y="6384"/>
                    <a:pt x="16614" y="8938"/>
                    <a:pt x="16614" y="12768"/>
                  </a:cubicBezTo>
                  <a:lnTo>
                    <a:pt x="16614" y="22983"/>
                  </a:lnTo>
                  <a:cubicBezTo>
                    <a:pt x="16614" y="23621"/>
                    <a:pt x="16614" y="24259"/>
                    <a:pt x="17253" y="24259"/>
                  </a:cubicBezTo>
                  <a:cubicBezTo>
                    <a:pt x="19809" y="25536"/>
                    <a:pt x="22365" y="25536"/>
                    <a:pt x="24282" y="24259"/>
                  </a:cubicBezTo>
                  <a:lnTo>
                    <a:pt x="24282" y="0"/>
                  </a:lnTo>
                  <a:lnTo>
                    <a:pt x="0" y="0"/>
                  </a:lnTo>
                  <a:lnTo>
                    <a:pt x="0" y="89376"/>
                  </a:lnTo>
                  <a:lnTo>
                    <a:pt x="67734" y="89376"/>
                  </a:lnTo>
                  <a:lnTo>
                    <a:pt x="67734" y="21067"/>
                  </a:lnTo>
                  <a:lnTo>
                    <a:pt x="67094" y="21067"/>
                  </a:lnTo>
                  <a:lnTo>
                    <a:pt x="48564" y="21067"/>
                  </a:lnTo>
                  <a:close/>
                </a:path>
              </a:pathLst>
            </a:custGeom>
            <a:solidFill>
              <a:srgbClr val="00ABAB"/>
            </a:solidFill>
            <a:ln w="6390" cap="flat">
              <a:noFill/>
              <a:prstDash val="solid"/>
              <a:miter/>
            </a:ln>
          </p:spPr>
          <p:txBody>
            <a:bodyPr rtlCol="0" anchor="ctr"/>
            <a:lstStyle/>
            <a:p>
              <a:endParaRPr lang="en-US"/>
            </a:p>
          </p:txBody>
        </p:sp>
        <p:sp>
          <p:nvSpPr>
            <p:cNvPr id="1871" name="Graphic 1100">
              <a:extLst>
                <a:ext uri="{FF2B5EF4-FFF2-40B4-BE49-F238E27FC236}">
                  <a16:creationId xmlns:a16="http://schemas.microsoft.com/office/drawing/2014/main" id="{1481602F-36AB-DB45-90C4-5BDC35C5D52D}"/>
                </a:ext>
              </a:extLst>
            </p:cNvPr>
            <p:cNvSpPr/>
            <p:nvPr/>
          </p:nvSpPr>
          <p:spPr>
            <a:xfrm>
              <a:off x="7412327" y="4968979"/>
              <a:ext cx="2556" cy="2553"/>
            </a:xfrm>
            <a:custGeom>
              <a:avLst/>
              <a:gdLst>
                <a:gd name="connsiteX0" fmla="*/ 0 w 2556"/>
                <a:gd name="connsiteY0" fmla="*/ 0 h 2553"/>
                <a:gd name="connsiteX1" fmla="*/ 0 w 2556"/>
                <a:gd name="connsiteY1" fmla="*/ 2554 h 2553"/>
                <a:gd name="connsiteX2" fmla="*/ 2556 w 2556"/>
                <a:gd name="connsiteY2" fmla="*/ 2554 h 2553"/>
              </a:gdLst>
              <a:ahLst/>
              <a:cxnLst>
                <a:cxn ang="0">
                  <a:pos x="connsiteX0" y="connsiteY0"/>
                </a:cxn>
                <a:cxn ang="0">
                  <a:pos x="connsiteX1" y="connsiteY1"/>
                </a:cxn>
                <a:cxn ang="0">
                  <a:pos x="connsiteX2" y="connsiteY2"/>
                </a:cxn>
              </a:cxnLst>
              <a:rect l="l" t="t" r="r" b="b"/>
              <a:pathLst>
                <a:path w="2556" h="2553">
                  <a:moveTo>
                    <a:pt x="0" y="0"/>
                  </a:moveTo>
                  <a:lnTo>
                    <a:pt x="0" y="2554"/>
                  </a:lnTo>
                  <a:lnTo>
                    <a:pt x="2556" y="2554"/>
                  </a:lnTo>
                  <a:close/>
                </a:path>
              </a:pathLst>
            </a:custGeom>
            <a:solidFill>
              <a:srgbClr val="00ABAB"/>
            </a:solidFill>
            <a:ln w="6390" cap="flat">
              <a:noFill/>
              <a:prstDash val="solid"/>
              <a:miter/>
            </a:ln>
          </p:spPr>
          <p:txBody>
            <a:bodyPr rtlCol="0" anchor="ctr"/>
            <a:lstStyle/>
            <a:p>
              <a:endParaRPr lang="en-US"/>
            </a:p>
          </p:txBody>
        </p:sp>
        <p:sp>
          <p:nvSpPr>
            <p:cNvPr id="1872" name="Graphic 1100">
              <a:extLst>
                <a:ext uri="{FF2B5EF4-FFF2-40B4-BE49-F238E27FC236}">
                  <a16:creationId xmlns:a16="http://schemas.microsoft.com/office/drawing/2014/main" id="{FBCB2414-FA70-F44B-888A-54DC0A18DA04}"/>
                </a:ext>
              </a:extLst>
            </p:cNvPr>
            <p:cNvSpPr/>
            <p:nvPr/>
          </p:nvSpPr>
          <p:spPr>
            <a:xfrm>
              <a:off x="7193791" y="4797250"/>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44734 w 361670"/>
                <a:gd name="connsiteY7" fmla="*/ 261743 h 361971"/>
                <a:gd name="connsiteX8" fmla="*/ 238344 w 361670"/>
                <a:gd name="connsiteY8" fmla="*/ 268127 h 361971"/>
                <a:gd name="connsiteX9" fmla="*/ 157831 w 361670"/>
                <a:gd name="connsiteY9" fmla="*/ 268127 h 361971"/>
                <a:gd name="connsiteX10" fmla="*/ 151441 w 361670"/>
                <a:gd name="connsiteY10" fmla="*/ 261743 h 361971"/>
                <a:gd name="connsiteX11" fmla="*/ 151441 w 361670"/>
                <a:gd name="connsiteY11" fmla="*/ 159600 h 361971"/>
                <a:gd name="connsiteX12" fmla="*/ 157831 w 361670"/>
                <a:gd name="connsiteY12" fmla="*/ 153216 h 361971"/>
                <a:gd name="connsiteX13" fmla="*/ 168055 w 361670"/>
                <a:gd name="connsiteY13" fmla="*/ 153216 h 361971"/>
                <a:gd name="connsiteX14" fmla="*/ 168055 w 361670"/>
                <a:gd name="connsiteY14" fmla="*/ 153216 h 361971"/>
                <a:gd name="connsiteX15" fmla="*/ 173167 w 361670"/>
                <a:gd name="connsiteY15" fmla="*/ 141724 h 361971"/>
                <a:gd name="connsiteX16" fmla="*/ 194893 w 361670"/>
                <a:gd name="connsiteY16" fmla="*/ 141086 h 361971"/>
                <a:gd name="connsiteX17" fmla="*/ 201283 w 361670"/>
                <a:gd name="connsiteY17" fmla="*/ 153216 h 361971"/>
                <a:gd name="connsiteX18" fmla="*/ 216618 w 361670"/>
                <a:gd name="connsiteY18" fmla="*/ 153216 h 361971"/>
                <a:gd name="connsiteX19" fmla="*/ 221731 w 361670"/>
                <a:gd name="connsiteY19" fmla="*/ 155769 h 361971"/>
                <a:gd name="connsiteX20" fmla="*/ 242818 w 361670"/>
                <a:gd name="connsiteY20" fmla="*/ 181305 h 361971"/>
                <a:gd name="connsiteX21" fmla="*/ 244095 w 361670"/>
                <a:gd name="connsiteY21" fmla="*/ 185135 h 361971"/>
                <a:gd name="connsiteX22" fmla="*/ 244734 w 361670"/>
                <a:gd name="connsiteY22" fmla="*/ 261743 h 361971"/>
                <a:gd name="connsiteX23" fmla="*/ 284991 w 361670"/>
                <a:gd name="connsiteY23" fmla="*/ 247060 h 361971"/>
                <a:gd name="connsiteX24" fmla="*/ 278601 w 361670"/>
                <a:gd name="connsiteY24" fmla="*/ 253444 h 361971"/>
                <a:gd name="connsiteX25" fmla="*/ 260070 w 361670"/>
                <a:gd name="connsiteY25" fmla="*/ 253444 h 361971"/>
                <a:gd name="connsiteX26" fmla="*/ 253680 w 361670"/>
                <a:gd name="connsiteY26" fmla="*/ 247060 h 361971"/>
                <a:gd name="connsiteX27" fmla="*/ 260070 w 361670"/>
                <a:gd name="connsiteY27" fmla="*/ 240676 h 361971"/>
                <a:gd name="connsiteX28" fmla="*/ 272211 w 361670"/>
                <a:gd name="connsiteY28" fmla="*/ 240676 h 361971"/>
                <a:gd name="connsiteX29" fmla="*/ 272211 w 361670"/>
                <a:gd name="connsiteY29" fmla="*/ 128957 h 361971"/>
                <a:gd name="connsiteX30" fmla="*/ 267738 w 361670"/>
                <a:gd name="connsiteY30" fmla="*/ 124488 h 361971"/>
                <a:gd name="connsiteX31" fmla="*/ 267738 w 361670"/>
                <a:gd name="connsiteY31" fmla="*/ 124488 h 361971"/>
                <a:gd name="connsiteX32" fmla="*/ 153997 w 361670"/>
                <a:gd name="connsiteY32" fmla="*/ 124488 h 361971"/>
                <a:gd name="connsiteX33" fmla="*/ 150164 w 361670"/>
                <a:gd name="connsiteY33" fmla="*/ 123211 h 361971"/>
                <a:gd name="connsiteX34" fmla="*/ 128438 w 361670"/>
                <a:gd name="connsiteY34" fmla="*/ 105336 h 361971"/>
                <a:gd name="connsiteX35" fmla="*/ 89459 w 361670"/>
                <a:gd name="connsiteY35" fmla="*/ 105336 h 361971"/>
                <a:gd name="connsiteX36" fmla="*/ 89459 w 361670"/>
                <a:gd name="connsiteY36" fmla="*/ 240038 h 361971"/>
                <a:gd name="connsiteX37" fmla="*/ 139300 w 361670"/>
                <a:gd name="connsiteY37" fmla="*/ 240038 h 361971"/>
                <a:gd name="connsiteX38" fmla="*/ 145690 w 361670"/>
                <a:gd name="connsiteY38" fmla="*/ 246422 h 361971"/>
                <a:gd name="connsiteX39" fmla="*/ 139300 w 361670"/>
                <a:gd name="connsiteY39" fmla="*/ 252806 h 361971"/>
                <a:gd name="connsiteX40" fmla="*/ 83069 w 361670"/>
                <a:gd name="connsiteY40" fmla="*/ 252806 h 361971"/>
                <a:gd name="connsiteX41" fmla="*/ 76679 w 361670"/>
                <a:gd name="connsiteY41" fmla="*/ 246422 h 361971"/>
                <a:gd name="connsiteX42" fmla="*/ 76679 w 361670"/>
                <a:gd name="connsiteY42" fmla="*/ 105336 h 361971"/>
                <a:gd name="connsiteX43" fmla="*/ 89459 w 361670"/>
                <a:gd name="connsiteY43" fmla="*/ 92568 h 361971"/>
                <a:gd name="connsiteX44" fmla="*/ 130354 w 361670"/>
                <a:gd name="connsiteY44" fmla="*/ 92568 h 361971"/>
                <a:gd name="connsiteX45" fmla="*/ 134189 w 361670"/>
                <a:gd name="connsiteY45" fmla="*/ 93845 h 361971"/>
                <a:gd name="connsiteX46" fmla="*/ 155914 w 361670"/>
                <a:gd name="connsiteY46" fmla="*/ 111720 h 361971"/>
                <a:gd name="connsiteX47" fmla="*/ 267738 w 361670"/>
                <a:gd name="connsiteY47" fmla="*/ 111720 h 361971"/>
                <a:gd name="connsiteX48" fmla="*/ 284991 w 361670"/>
                <a:gd name="connsiteY48" fmla="*/ 128318 h 361971"/>
                <a:gd name="connsiteX49" fmla="*/ 284991 w 361670"/>
                <a:gd name="connsiteY49" fmla="*/ 128318 h 361971"/>
                <a:gd name="connsiteX50" fmla="*/ 284991 w 361670"/>
                <a:gd name="connsiteY50" fmla="*/ 24706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61670"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1670" y="80438"/>
                    <a:pt x="280518" y="0"/>
                    <a:pt x="180835" y="0"/>
                  </a:cubicBezTo>
                  <a:cubicBezTo>
                    <a:pt x="180835" y="0"/>
                    <a:pt x="180835" y="0"/>
                    <a:pt x="180835" y="0"/>
                  </a:cubicBezTo>
                  <a:close/>
                  <a:moveTo>
                    <a:pt x="244734" y="261743"/>
                  </a:moveTo>
                  <a:cubicBezTo>
                    <a:pt x="244734" y="265574"/>
                    <a:pt x="242178" y="268127"/>
                    <a:pt x="238344" y="268127"/>
                  </a:cubicBezTo>
                  <a:lnTo>
                    <a:pt x="157831" y="268127"/>
                  </a:lnTo>
                  <a:cubicBezTo>
                    <a:pt x="153997" y="268127"/>
                    <a:pt x="151441" y="265574"/>
                    <a:pt x="151441" y="261743"/>
                  </a:cubicBezTo>
                  <a:lnTo>
                    <a:pt x="151441" y="159600"/>
                  </a:lnTo>
                  <a:cubicBezTo>
                    <a:pt x="151441" y="155769"/>
                    <a:pt x="153997" y="153216"/>
                    <a:pt x="157831" y="153216"/>
                  </a:cubicBezTo>
                  <a:lnTo>
                    <a:pt x="168055" y="153216"/>
                  </a:lnTo>
                  <a:lnTo>
                    <a:pt x="168055" y="153216"/>
                  </a:lnTo>
                  <a:cubicBezTo>
                    <a:pt x="168055" y="148747"/>
                    <a:pt x="169972" y="144916"/>
                    <a:pt x="173167" y="141724"/>
                  </a:cubicBezTo>
                  <a:cubicBezTo>
                    <a:pt x="179557" y="135979"/>
                    <a:pt x="188503" y="135979"/>
                    <a:pt x="194893" y="141086"/>
                  </a:cubicBezTo>
                  <a:cubicBezTo>
                    <a:pt x="198727" y="144278"/>
                    <a:pt x="201283" y="148747"/>
                    <a:pt x="201283" y="153216"/>
                  </a:cubicBezTo>
                  <a:lnTo>
                    <a:pt x="216618" y="153216"/>
                  </a:lnTo>
                  <a:cubicBezTo>
                    <a:pt x="218536" y="153216"/>
                    <a:pt x="220453" y="153854"/>
                    <a:pt x="221731" y="155769"/>
                  </a:cubicBezTo>
                  <a:lnTo>
                    <a:pt x="242818" y="181305"/>
                  </a:lnTo>
                  <a:cubicBezTo>
                    <a:pt x="244095" y="182582"/>
                    <a:pt x="244095" y="183859"/>
                    <a:pt x="244095" y="185135"/>
                  </a:cubicBezTo>
                  <a:lnTo>
                    <a:pt x="244734" y="261743"/>
                  </a:lnTo>
                  <a:close/>
                  <a:moveTo>
                    <a:pt x="284991" y="247060"/>
                  </a:moveTo>
                  <a:cubicBezTo>
                    <a:pt x="284991" y="250890"/>
                    <a:pt x="282435" y="253444"/>
                    <a:pt x="278601" y="253444"/>
                  </a:cubicBezTo>
                  <a:lnTo>
                    <a:pt x="260070" y="253444"/>
                  </a:lnTo>
                  <a:cubicBezTo>
                    <a:pt x="256236" y="253444"/>
                    <a:pt x="253680" y="250890"/>
                    <a:pt x="253680" y="247060"/>
                  </a:cubicBezTo>
                  <a:cubicBezTo>
                    <a:pt x="253680" y="243230"/>
                    <a:pt x="256236" y="240676"/>
                    <a:pt x="260070" y="240676"/>
                  </a:cubicBezTo>
                  <a:lnTo>
                    <a:pt x="272211" y="240676"/>
                  </a:lnTo>
                  <a:lnTo>
                    <a:pt x="272211" y="128957"/>
                  </a:lnTo>
                  <a:cubicBezTo>
                    <a:pt x="272211" y="126403"/>
                    <a:pt x="270294" y="124488"/>
                    <a:pt x="267738" y="124488"/>
                  </a:cubicBezTo>
                  <a:lnTo>
                    <a:pt x="267738" y="124488"/>
                  </a:lnTo>
                  <a:lnTo>
                    <a:pt x="153997" y="124488"/>
                  </a:lnTo>
                  <a:cubicBezTo>
                    <a:pt x="152719" y="124488"/>
                    <a:pt x="150802" y="123849"/>
                    <a:pt x="150164" y="123211"/>
                  </a:cubicBezTo>
                  <a:lnTo>
                    <a:pt x="128438" y="105336"/>
                  </a:lnTo>
                  <a:lnTo>
                    <a:pt x="89459" y="105336"/>
                  </a:lnTo>
                  <a:lnTo>
                    <a:pt x="89459" y="240038"/>
                  </a:lnTo>
                  <a:lnTo>
                    <a:pt x="139300" y="240038"/>
                  </a:lnTo>
                  <a:cubicBezTo>
                    <a:pt x="143134" y="240038"/>
                    <a:pt x="145690" y="242591"/>
                    <a:pt x="145690" y="246422"/>
                  </a:cubicBezTo>
                  <a:cubicBezTo>
                    <a:pt x="145690" y="250252"/>
                    <a:pt x="143134" y="252806"/>
                    <a:pt x="139300" y="252806"/>
                  </a:cubicBezTo>
                  <a:lnTo>
                    <a:pt x="83069" y="252806"/>
                  </a:lnTo>
                  <a:cubicBezTo>
                    <a:pt x="79235" y="252806"/>
                    <a:pt x="76679" y="250252"/>
                    <a:pt x="76679" y="246422"/>
                  </a:cubicBezTo>
                  <a:lnTo>
                    <a:pt x="76679" y="105336"/>
                  </a:lnTo>
                  <a:cubicBezTo>
                    <a:pt x="76679" y="98313"/>
                    <a:pt x="82430" y="92568"/>
                    <a:pt x="89459" y="92568"/>
                  </a:cubicBezTo>
                  <a:lnTo>
                    <a:pt x="130354" y="92568"/>
                  </a:lnTo>
                  <a:cubicBezTo>
                    <a:pt x="131633" y="92568"/>
                    <a:pt x="133549" y="93206"/>
                    <a:pt x="134189" y="93845"/>
                  </a:cubicBezTo>
                  <a:lnTo>
                    <a:pt x="155914" y="111720"/>
                  </a:lnTo>
                  <a:lnTo>
                    <a:pt x="267738" y="111720"/>
                  </a:lnTo>
                  <a:cubicBezTo>
                    <a:pt x="277323" y="111720"/>
                    <a:pt x="284991" y="119381"/>
                    <a:pt x="284991" y="128318"/>
                  </a:cubicBezTo>
                  <a:lnTo>
                    <a:pt x="284991" y="128318"/>
                  </a:lnTo>
                  <a:lnTo>
                    <a:pt x="284991" y="247060"/>
                  </a:lnTo>
                  <a:close/>
                </a:path>
              </a:pathLst>
            </a:custGeom>
            <a:solidFill>
              <a:srgbClr val="00ABAB"/>
            </a:solidFill>
            <a:ln w="6390" cap="flat">
              <a:noFill/>
              <a:prstDash val="solid"/>
              <a:miter/>
            </a:ln>
          </p:spPr>
          <p:txBody>
            <a:bodyPr rtlCol="0" anchor="ctr"/>
            <a:lstStyle/>
            <a:p>
              <a:endParaRPr lang="en-US"/>
            </a:p>
          </p:txBody>
        </p:sp>
      </p:grpSp>
      <p:grpSp>
        <p:nvGrpSpPr>
          <p:cNvPr id="1873" name="Graphic 1100">
            <a:extLst>
              <a:ext uri="{FF2B5EF4-FFF2-40B4-BE49-F238E27FC236}">
                <a16:creationId xmlns:a16="http://schemas.microsoft.com/office/drawing/2014/main" id="{79D8B2E2-111D-944B-924A-4763559BD973}"/>
              </a:ext>
            </a:extLst>
          </p:cNvPr>
          <p:cNvGrpSpPr/>
          <p:nvPr/>
        </p:nvGrpSpPr>
        <p:grpSpPr>
          <a:xfrm>
            <a:off x="8241101" y="1406717"/>
            <a:ext cx="361671" cy="361971"/>
            <a:chOff x="8241101" y="1406717"/>
            <a:chExt cx="361671" cy="361971"/>
          </a:xfrm>
          <a:solidFill>
            <a:srgbClr val="00ABAB"/>
          </a:solidFill>
        </p:grpSpPr>
        <p:sp>
          <p:nvSpPr>
            <p:cNvPr id="1874" name="Graphic 1100">
              <a:extLst>
                <a:ext uri="{FF2B5EF4-FFF2-40B4-BE49-F238E27FC236}">
                  <a16:creationId xmlns:a16="http://schemas.microsoft.com/office/drawing/2014/main" id="{B38D4EAD-5C9D-334A-B791-E417756F8529}"/>
                </a:ext>
              </a:extLst>
            </p:cNvPr>
            <p:cNvSpPr/>
            <p:nvPr/>
          </p:nvSpPr>
          <p:spPr>
            <a:xfrm>
              <a:off x="8241101" y="1406717"/>
              <a:ext cx="361671" cy="361971"/>
            </a:xfrm>
            <a:custGeom>
              <a:avLst/>
              <a:gdLst>
                <a:gd name="connsiteX0" fmla="*/ 180836 w 361671"/>
                <a:gd name="connsiteY0" fmla="*/ 0 h 361971"/>
                <a:gd name="connsiteX1" fmla="*/ 0 w 361671"/>
                <a:gd name="connsiteY1" fmla="*/ 180667 h 361971"/>
                <a:gd name="connsiteX2" fmla="*/ 180836 w 361671"/>
                <a:gd name="connsiteY2" fmla="*/ 361972 h 361971"/>
                <a:gd name="connsiteX3" fmla="*/ 361671 w 361671"/>
                <a:gd name="connsiteY3" fmla="*/ 181305 h 361971"/>
                <a:gd name="connsiteX4" fmla="*/ 361671 w 361671"/>
                <a:gd name="connsiteY4" fmla="*/ 181305 h 361971"/>
                <a:gd name="connsiteX5" fmla="*/ 180836 w 361671"/>
                <a:gd name="connsiteY5" fmla="*/ 0 h 361971"/>
                <a:gd name="connsiteX6" fmla="*/ 180836 w 361671"/>
                <a:gd name="connsiteY6" fmla="*/ 0 h 361971"/>
                <a:gd name="connsiteX7" fmla="*/ 284992 w 361671"/>
                <a:gd name="connsiteY7" fmla="*/ 254721 h 361971"/>
                <a:gd name="connsiteX8" fmla="*/ 278602 w 361671"/>
                <a:gd name="connsiteY8" fmla="*/ 261105 h 361971"/>
                <a:gd name="connsiteX9" fmla="*/ 82430 w 361671"/>
                <a:gd name="connsiteY9" fmla="*/ 261105 h 361971"/>
                <a:gd name="connsiteX10" fmla="*/ 76040 w 361671"/>
                <a:gd name="connsiteY10" fmla="*/ 254721 h 361971"/>
                <a:gd name="connsiteX11" fmla="*/ 76040 w 361671"/>
                <a:gd name="connsiteY11" fmla="*/ 113635 h 361971"/>
                <a:gd name="connsiteX12" fmla="*/ 88820 w 361671"/>
                <a:gd name="connsiteY12" fmla="*/ 100867 h 361971"/>
                <a:gd name="connsiteX13" fmla="*/ 129716 w 361671"/>
                <a:gd name="connsiteY13" fmla="*/ 100867 h 361971"/>
                <a:gd name="connsiteX14" fmla="*/ 133550 w 361671"/>
                <a:gd name="connsiteY14" fmla="*/ 102144 h 361971"/>
                <a:gd name="connsiteX15" fmla="*/ 155276 w 361671"/>
                <a:gd name="connsiteY15" fmla="*/ 120019 h 361971"/>
                <a:gd name="connsiteX16" fmla="*/ 267100 w 361671"/>
                <a:gd name="connsiteY16" fmla="*/ 120019 h 361971"/>
                <a:gd name="connsiteX17" fmla="*/ 284352 w 361671"/>
                <a:gd name="connsiteY17" fmla="*/ 136617 h 361971"/>
                <a:gd name="connsiteX18" fmla="*/ 284352 w 361671"/>
                <a:gd name="connsiteY18" fmla="*/ 136617 h 361971"/>
                <a:gd name="connsiteX19" fmla="*/ 284992 w 361671"/>
                <a:gd name="connsiteY19" fmla="*/ 25472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671" h="361971">
                  <a:moveTo>
                    <a:pt x="180836" y="0"/>
                  </a:moveTo>
                  <a:cubicBezTo>
                    <a:pt x="80514" y="0"/>
                    <a:pt x="0" y="81077"/>
                    <a:pt x="0" y="180667"/>
                  </a:cubicBezTo>
                  <a:cubicBezTo>
                    <a:pt x="0" y="280257"/>
                    <a:pt x="81153" y="361972"/>
                    <a:pt x="180836" y="361972"/>
                  </a:cubicBezTo>
                  <a:cubicBezTo>
                    <a:pt x="281157" y="361972"/>
                    <a:pt x="361671" y="280895"/>
                    <a:pt x="361671" y="181305"/>
                  </a:cubicBezTo>
                  <a:cubicBezTo>
                    <a:pt x="361671" y="181305"/>
                    <a:pt x="361671" y="181305"/>
                    <a:pt x="361671" y="181305"/>
                  </a:cubicBezTo>
                  <a:cubicBezTo>
                    <a:pt x="361671" y="80438"/>
                    <a:pt x="281157" y="0"/>
                    <a:pt x="180836" y="0"/>
                  </a:cubicBezTo>
                  <a:cubicBezTo>
                    <a:pt x="180836" y="0"/>
                    <a:pt x="180836" y="0"/>
                    <a:pt x="180836" y="0"/>
                  </a:cubicBezTo>
                  <a:close/>
                  <a:moveTo>
                    <a:pt x="284992" y="254721"/>
                  </a:moveTo>
                  <a:cubicBezTo>
                    <a:pt x="284992" y="258551"/>
                    <a:pt x="282436" y="261105"/>
                    <a:pt x="278602" y="261105"/>
                  </a:cubicBezTo>
                  <a:lnTo>
                    <a:pt x="82430" y="261105"/>
                  </a:lnTo>
                  <a:cubicBezTo>
                    <a:pt x="78597" y="261105"/>
                    <a:pt x="76040" y="258551"/>
                    <a:pt x="76040" y="254721"/>
                  </a:cubicBezTo>
                  <a:lnTo>
                    <a:pt x="76040" y="113635"/>
                  </a:lnTo>
                  <a:cubicBezTo>
                    <a:pt x="76040" y="106612"/>
                    <a:pt x="81792" y="100867"/>
                    <a:pt x="88820" y="100867"/>
                  </a:cubicBezTo>
                  <a:lnTo>
                    <a:pt x="129716" y="100867"/>
                  </a:lnTo>
                  <a:cubicBezTo>
                    <a:pt x="130994" y="100867"/>
                    <a:pt x="132911" y="101505"/>
                    <a:pt x="133550" y="102144"/>
                  </a:cubicBezTo>
                  <a:lnTo>
                    <a:pt x="155276" y="120019"/>
                  </a:lnTo>
                  <a:lnTo>
                    <a:pt x="267100" y="120019"/>
                  </a:lnTo>
                  <a:cubicBezTo>
                    <a:pt x="276685" y="120019"/>
                    <a:pt x="284352" y="127680"/>
                    <a:pt x="284352" y="136617"/>
                  </a:cubicBezTo>
                  <a:lnTo>
                    <a:pt x="284352" y="136617"/>
                  </a:lnTo>
                  <a:lnTo>
                    <a:pt x="284992" y="254721"/>
                  </a:lnTo>
                  <a:close/>
                </a:path>
              </a:pathLst>
            </a:custGeom>
            <a:solidFill>
              <a:srgbClr val="00ABAB"/>
            </a:solidFill>
            <a:ln w="6390" cap="flat">
              <a:noFill/>
              <a:prstDash val="solid"/>
              <a:miter/>
            </a:ln>
          </p:spPr>
          <p:txBody>
            <a:bodyPr rtlCol="0" anchor="ctr"/>
            <a:lstStyle/>
            <a:p>
              <a:endParaRPr lang="en-US"/>
            </a:p>
          </p:txBody>
        </p:sp>
        <p:sp>
          <p:nvSpPr>
            <p:cNvPr id="1875" name="Graphic 1100">
              <a:extLst>
                <a:ext uri="{FF2B5EF4-FFF2-40B4-BE49-F238E27FC236}">
                  <a16:creationId xmlns:a16="http://schemas.microsoft.com/office/drawing/2014/main" id="{33C7B9A0-14F7-5544-BFCB-47FD10B5DEBD}"/>
                </a:ext>
              </a:extLst>
            </p:cNvPr>
            <p:cNvSpPr/>
            <p:nvPr/>
          </p:nvSpPr>
          <p:spPr>
            <a:xfrm>
              <a:off x="8330560" y="1519714"/>
              <a:ext cx="183391" cy="135340"/>
            </a:xfrm>
            <a:custGeom>
              <a:avLst/>
              <a:gdLst>
                <a:gd name="connsiteX0" fmla="*/ 178279 w 183391"/>
                <a:gd name="connsiteY0" fmla="*/ 19152 h 135340"/>
                <a:gd name="connsiteX1" fmla="*/ 64539 w 183391"/>
                <a:gd name="connsiteY1" fmla="*/ 19152 h 135340"/>
                <a:gd name="connsiteX2" fmla="*/ 60704 w 183391"/>
                <a:gd name="connsiteY2" fmla="*/ 17875 h 135340"/>
                <a:gd name="connsiteX3" fmla="*/ 38979 w 183391"/>
                <a:gd name="connsiteY3" fmla="*/ 0 h 135340"/>
                <a:gd name="connsiteX4" fmla="*/ 0 w 183391"/>
                <a:gd name="connsiteY4" fmla="*/ 0 h 135340"/>
                <a:gd name="connsiteX5" fmla="*/ 0 w 183391"/>
                <a:gd name="connsiteY5" fmla="*/ 135340 h 135340"/>
                <a:gd name="connsiteX6" fmla="*/ 183392 w 183391"/>
                <a:gd name="connsiteY6" fmla="*/ 135340 h 135340"/>
                <a:gd name="connsiteX7" fmla="*/ 183392 w 183391"/>
                <a:gd name="connsiteY7" fmla="*/ 23621 h 135340"/>
                <a:gd name="connsiteX8" fmla="*/ 178279 w 183391"/>
                <a:gd name="connsiteY8" fmla="*/ 19152 h 135340"/>
                <a:gd name="connsiteX9" fmla="*/ 178279 w 183391"/>
                <a:gd name="connsiteY9" fmla="*/ 19152 h 135340"/>
                <a:gd name="connsiteX10" fmla="*/ 157193 w 183391"/>
                <a:gd name="connsiteY10" fmla="*/ 97675 h 135340"/>
                <a:gd name="connsiteX11" fmla="*/ 126521 w 183391"/>
                <a:gd name="connsiteY11" fmla="*/ 112996 h 135340"/>
                <a:gd name="connsiteX12" fmla="*/ 84348 w 183391"/>
                <a:gd name="connsiteY12" fmla="*/ 112996 h 135340"/>
                <a:gd name="connsiteX13" fmla="*/ 77958 w 183391"/>
                <a:gd name="connsiteY13" fmla="*/ 106612 h 135340"/>
                <a:gd name="connsiteX14" fmla="*/ 84348 w 183391"/>
                <a:gd name="connsiteY14" fmla="*/ 100229 h 135340"/>
                <a:gd name="connsiteX15" fmla="*/ 126521 w 183391"/>
                <a:gd name="connsiteY15" fmla="*/ 100229 h 135340"/>
                <a:gd name="connsiteX16" fmla="*/ 146969 w 183391"/>
                <a:gd name="connsiteY16" fmla="*/ 90014 h 135340"/>
                <a:gd name="connsiteX17" fmla="*/ 146330 w 183391"/>
                <a:gd name="connsiteY17" fmla="*/ 70862 h 135340"/>
                <a:gd name="connsiteX18" fmla="*/ 124604 w 183391"/>
                <a:gd name="connsiteY18" fmla="*/ 60648 h 135340"/>
                <a:gd name="connsiteX19" fmla="*/ 54954 w 183391"/>
                <a:gd name="connsiteY19" fmla="*/ 60648 h 135340"/>
                <a:gd name="connsiteX20" fmla="*/ 38340 w 183391"/>
                <a:gd name="connsiteY20" fmla="*/ 68947 h 135340"/>
                <a:gd name="connsiteX21" fmla="*/ 38340 w 183391"/>
                <a:gd name="connsiteY21" fmla="*/ 76608 h 135340"/>
                <a:gd name="connsiteX22" fmla="*/ 53037 w 183391"/>
                <a:gd name="connsiteY22" fmla="*/ 82992 h 135340"/>
                <a:gd name="connsiteX23" fmla="*/ 127799 w 183391"/>
                <a:gd name="connsiteY23" fmla="*/ 82992 h 135340"/>
                <a:gd name="connsiteX24" fmla="*/ 131633 w 183391"/>
                <a:gd name="connsiteY24" fmla="*/ 81077 h 135340"/>
                <a:gd name="connsiteX25" fmla="*/ 131633 w 183391"/>
                <a:gd name="connsiteY25" fmla="*/ 79161 h 135340"/>
                <a:gd name="connsiteX26" fmla="*/ 127799 w 183391"/>
                <a:gd name="connsiteY26" fmla="*/ 76608 h 135340"/>
                <a:gd name="connsiteX27" fmla="*/ 77319 w 183391"/>
                <a:gd name="connsiteY27" fmla="*/ 76608 h 135340"/>
                <a:gd name="connsiteX28" fmla="*/ 70929 w 183391"/>
                <a:gd name="connsiteY28" fmla="*/ 70224 h 135340"/>
                <a:gd name="connsiteX29" fmla="*/ 77319 w 183391"/>
                <a:gd name="connsiteY29" fmla="*/ 63840 h 135340"/>
                <a:gd name="connsiteX30" fmla="*/ 127799 w 183391"/>
                <a:gd name="connsiteY30" fmla="*/ 63840 h 135340"/>
                <a:gd name="connsiteX31" fmla="*/ 143135 w 183391"/>
                <a:gd name="connsiteY31" fmla="*/ 72777 h 135340"/>
                <a:gd name="connsiteX32" fmla="*/ 142496 w 183391"/>
                <a:gd name="connsiteY32" fmla="*/ 87461 h 135340"/>
                <a:gd name="connsiteX33" fmla="*/ 127799 w 183391"/>
                <a:gd name="connsiteY33" fmla="*/ 95121 h 135340"/>
                <a:gd name="connsiteX34" fmla="*/ 53037 w 183391"/>
                <a:gd name="connsiteY34" fmla="*/ 95121 h 135340"/>
                <a:gd name="connsiteX35" fmla="*/ 28755 w 183391"/>
                <a:gd name="connsiteY35" fmla="*/ 83630 h 135340"/>
                <a:gd name="connsiteX36" fmla="*/ 28116 w 183391"/>
                <a:gd name="connsiteY36" fmla="*/ 60009 h 135340"/>
                <a:gd name="connsiteX37" fmla="*/ 54954 w 183391"/>
                <a:gd name="connsiteY37" fmla="*/ 46603 h 135340"/>
                <a:gd name="connsiteX38" fmla="*/ 124604 w 183391"/>
                <a:gd name="connsiteY38" fmla="*/ 46603 h 135340"/>
                <a:gd name="connsiteX39" fmla="*/ 156553 w 183391"/>
                <a:gd name="connsiteY39" fmla="*/ 61925 h 135340"/>
                <a:gd name="connsiteX40" fmla="*/ 157193 w 183391"/>
                <a:gd name="connsiteY40" fmla="*/ 97675 h 135340"/>
                <a:gd name="connsiteX41" fmla="*/ 157193 w 183391"/>
                <a:gd name="connsiteY41" fmla="*/ 97675 h 135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83391" h="135340">
                  <a:moveTo>
                    <a:pt x="178279" y="19152"/>
                  </a:moveTo>
                  <a:lnTo>
                    <a:pt x="64539" y="19152"/>
                  </a:lnTo>
                  <a:cubicBezTo>
                    <a:pt x="63261" y="19152"/>
                    <a:pt x="61344" y="18514"/>
                    <a:pt x="60704" y="17875"/>
                  </a:cubicBezTo>
                  <a:lnTo>
                    <a:pt x="38979" y="0"/>
                  </a:lnTo>
                  <a:lnTo>
                    <a:pt x="0" y="0"/>
                  </a:lnTo>
                  <a:lnTo>
                    <a:pt x="0" y="135340"/>
                  </a:lnTo>
                  <a:lnTo>
                    <a:pt x="183392" y="135340"/>
                  </a:lnTo>
                  <a:lnTo>
                    <a:pt x="183392" y="23621"/>
                  </a:lnTo>
                  <a:cubicBezTo>
                    <a:pt x="182753" y="21067"/>
                    <a:pt x="180836" y="19152"/>
                    <a:pt x="178279" y="19152"/>
                  </a:cubicBezTo>
                  <a:cubicBezTo>
                    <a:pt x="178918" y="19152"/>
                    <a:pt x="178279" y="19152"/>
                    <a:pt x="178279" y="19152"/>
                  </a:cubicBezTo>
                  <a:close/>
                  <a:moveTo>
                    <a:pt x="157193" y="97675"/>
                  </a:moveTo>
                  <a:cubicBezTo>
                    <a:pt x="150164" y="107251"/>
                    <a:pt x="138662" y="112996"/>
                    <a:pt x="126521" y="112996"/>
                  </a:cubicBezTo>
                  <a:lnTo>
                    <a:pt x="84348" y="112996"/>
                  </a:lnTo>
                  <a:cubicBezTo>
                    <a:pt x="80514" y="112996"/>
                    <a:pt x="77958" y="110443"/>
                    <a:pt x="77958" y="106612"/>
                  </a:cubicBezTo>
                  <a:cubicBezTo>
                    <a:pt x="77958" y="102782"/>
                    <a:pt x="80514" y="100229"/>
                    <a:pt x="84348" y="100229"/>
                  </a:cubicBezTo>
                  <a:lnTo>
                    <a:pt x="126521" y="100229"/>
                  </a:lnTo>
                  <a:cubicBezTo>
                    <a:pt x="134828" y="100229"/>
                    <a:pt x="141857" y="96398"/>
                    <a:pt x="146969" y="90014"/>
                  </a:cubicBezTo>
                  <a:cubicBezTo>
                    <a:pt x="152081" y="84269"/>
                    <a:pt x="151442" y="75969"/>
                    <a:pt x="146330" y="70862"/>
                  </a:cubicBezTo>
                  <a:cubicBezTo>
                    <a:pt x="141218" y="64478"/>
                    <a:pt x="132911" y="60648"/>
                    <a:pt x="124604" y="60648"/>
                  </a:cubicBezTo>
                  <a:lnTo>
                    <a:pt x="54954" y="60648"/>
                  </a:lnTo>
                  <a:cubicBezTo>
                    <a:pt x="48564" y="60648"/>
                    <a:pt x="42174" y="63840"/>
                    <a:pt x="38340" y="68947"/>
                  </a:cubicBezTo>
                  <a:cubicBezTo>
                    <a:pt x="35145" y="72777"/>
                    <a:pt x="35145" y="72777"/>
                    <a:pt x="38340" y="76608"/>
                  </a:cubicBezTo>
                  <a:cubicBezTo>
                    <a:pt x="42174" y="81077"/>
                    <a:pt x="47286" y="82992"/>
                    <a:pt x="53037" y="82992"/>
                  </a:cubicBezTo>
                  <a:lnTo>
                    <a:pt x="127799" y="82992"/>
                  </a:lnTo>
                  <a:cubicBezTo>
                    <a:pt x="129077" y="82992"/>
                    <a:pt x="130355" y="82353"/>
                    <a:pt x="131633" y="81077"/>
                  </a:cubicBezTo>
                  <a:cubicBezTo>
                    <a:pt x="132272" y="80438"/>
                    <a:pt x="132272" y="79800"/>
                    <a:pt x="131633" y="79161"/>
                  </a:cubicBezTo>
                  <a:cubicBezTo>
                    <a:pt x="130994" y="77885"/>
                    <a:pt x="129077" y="76608"/>
                    <a:pt x="127799" y="76608"/>
                  </a:cubicBezTo>
                  <a:lnTo>
                    <a:pt x="77319" y="76608"/>
                  </a:lnTo>
                  <a:cubicBezTo>
                    <a:pt x="73484" y="76608"/>
                    <a:pt x="70929" y="74054"/>
                    <a:pt x="70929" y="70224"/>
                  </a:cubicBezTo>
                  <a:cubicBezTo>
                    <a:pt x="70929" y="66393"/>
                    <a:pt x="73484" y="63840"/>
                    <a:pt x="77319" y="63840"/>
                  </a:cubicBezTo>
                  <a:lnTo>
                    <a:pt x="127799" y="63840"/>
                  </a:lnTo>
                  <a:cubicBezTo>
                    <a:pt x="134189" y="63840"/>
                    <a:pt x="140579" y="67032"/>
                    <a:pt x="143135" y="72777"/>
                  </a:cubicBezTo>
                  <a:cubicBezTo>
                    <a:pt x="145691" y="77246"/>
                    <a:pt x="145691" y="82992"/>
                    <a:pt x="142496" y="87461"/>
                  </a:cubicBezTo>
                  <a:cubicBezTo>
                    <a:pt x="139301" y="92568"/>
                    <a:pt x="133550" y="95121"/>
                    <a:pt x="127799" y="95121"/>
                  </a:cubicBezTo>
                  <a:lnTo>
                    <a:pt x="53037" y="95121"/>
                  </a:lnTo>
                  <a:cubicBezTo>
                    <a:pt x="43452" y="95121"/>
                    <a:pt x="34506" y="91291"/>
                    <a:pt x="28755" y="83630"/>
                  </a:cubicBezTo>
                  <a:cubicBezTo>
                    <a:pt x="23643" y="77885"/>
                    <a:pt x="20448" y="71501"/>
                    <a:pt x="28116" y="60009"/>
                  </a:cubicBezTo>
                  <a:cubicBezTo>
                    <a:pt x="34506" y="51072"/>
                    <a:pt x="44730" y="45965"/>
                    <a:pt x="54954" y="46603"/>
                  </a:cubicBezTo>
                  <a:lnTo>
                    <a:pt x="124604" y="46603"/>
                  </a:lnTo>
                  <a:cubicBezTo>
                    <a:pt x="136745" y="46603"/>
                    <a:pt x="148886" y="52349"/>
                    <a:pt x="156553" y="61925"/>
                  </a:cubicBezTo>
                  <a:cubicBezTo>
                    <a:pt x="164861" y="72777"/>
                    <a:pt x="164861" y="87461"/>
                    <a:pt x="157193" y="97675"/>
                  </a:cubicBezTo>
                  <a:lnTo>
                    <a:pt x="157193" y="97675"/>
                  </a:lnTo>
                  <a:close/>
                </a:path>
              </a:pathLst>
            </a:custGeom>
            <a:solidFill>
              <a:srgbClr val="00ABAB"/>
            </a:solidFill>
            <a:ln w="6390" cap="flat">
              <a:noFill/>
              <a:prstDash val="solid"/>
              <a:miter/>
            </a:ln>
          </p:spPr>
          <p:txBody>
            <a:bodyPr rtlCol="0" anchor="ctr"/>
            <a:lstStyle/>
            <a:p>
              <a:endParaRPr lang="en-US"/>
            </a:p>
          </p:txBody>
        </p:sp>
      </p:grpSp>
      <p:grpSp>
        <p:nvGrpSpPr>
          <p:cNvPr id="1876" name="Graphic 1100">
            <a:extLst>
              <a:ext uri="{FF2B5EF4-FFF2-40B4-BE49-F238E27FC236}">
                <a16:creationId xmlns:a16="http://schemas.microsoft.com/office/drawing/2014/main" id="{91CD373F-E5F1-5042-BFC7-BE29EBDD6BDF}"/>
              </a:ext>
            </a:extLst>
          </p:cNvPr>
          <p:cNvGrpSpPr/>
          <p:nvPr/>
        </p:nvGrpSpPr>
        <p:grpSpPr>
          <a:xfrm>
            <a:off x="8241101" y="3828162"/>
            <a:ext cx="361671" cy="361971"/>
            <a:chOff x="8241101" y="3828162"/>
            <a:chExt cx="361671" cy="361971"/>
          </a:xfrm>
          <a:solidFill>
            <a:srgbClr val="00ABAB"/>
          </a:solidFill>
        </p:grpSpPr>
        <p:sp>
          <p:nvSpPr>
            <p:cNvPr id="1877" name="Graphic 1100">
              <a:extLst>
                <a:ext uri="{FF2B5EF4-FFF2-40B4-BE49-F238E27FC236}">
                  <a16:creationId xmlns:a16="http://schemas.microsoft.com/office/drawing/2014/main" id="{FF5C9A5E-4AC5-684E-AACE-0C7796664C35}"/>
                </a:ext>
              </a:extLst>
            </p:cNvPr>
            <p:cNvSpPr/>
            <p:nvPr/>
          </p:nvSpPr>
          <p:spPr>
            <a:xfrm>
              <a:off x="8417464" y="3950612"/>
              <a:ext cx="69010" cy="19912"/>
            </a:xfrm>
            <a:custGeom>
              <a:avLst/>
              <a:gdLst>
                <a:gd name="connsiteX0" fmla="*/ 62621 w 69010"/>
                <a:gd name="connsiteY0" fmla="*/ 4591 h 19912"/>
                <a:gd name="connsiteX1" fmla="*/ 55592 w 69010"/>
                <a:gd name="connsiteY1" fmla="*/ 122 h 19912"/>
                <a:gd name="connsiteX2" fmla="*/ 0 w 69010"/>
                <a:gd name="connsiteY2" fmla="*/ 19913 h 19912"/>
                <a:gd name="connsiteX3" fmla="*/ 69011 w 69010"/>
                <a:gd name="connsiteY3" fmla="*/ 19913 h 19912"/>
                <a:gd name="connsiteX4" fmla="*/ 62621 w 69010"/>
                <a:gd name="connsiteY4" fmla="*/ 4591 h 19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010" h="19912">
                  <a:moveTo>
                    <a:pt x="62621" y="4591"/>
                  </a:moveTo>
                  <a:cubicBezTo>
                    <a:pt x="61343" y="1399"/>
                    <a:pt x="58787" y="-516"/>
                    <a:pt x="55592" y="122"/>
                  </a:cubicBezTo>
                  <a:lnTo>
                    <a:pt x="0" y="19913"/>
                  </a:lnTo>
                  <a:lnTo>
                    <a:pt x="69011" y="19913"/>
                  </a:lnTo>
                  <a:lnTo>
                    <a:pt x="62621" y="4591"/>
                  </a:lnTo>
                  <a:close/>
                </a:path>
              </a:pathLst>
            </a:custGeom>
            <a:solidFill>
              <a:srgbClr val="00ABAB"/>
            </a:solidFill>
            <a:ln w="6390" cap="flat">
              <a:noFill/>
              <a:prstDash val="solid"/>
              <a:miter/>
            </a:ln>
          </p:spPr>
          <p:txBody>
            <a:bodyPr rtlCol="0" anchor="ctr"/>
            <a:lstStyle/>
            <a:p>
              <a:endParaRPr lang="en-US"/>
            </a:p>
          </p:txBody>
        </p:sp>
        <p:sp>
          <p:nvSpPr>
            <p:cNvPr id="1878" name="Graphic 1100">
              <a:extLst>
                <a:ext uri="{FF2B5EF4-FFF2-40B4-BE49-F238E27FC236}">
                  <a16:creationId xmlns:a16="http://schemas.microsoft.com/office/drawing/2014/main" id="{0E2C6F8E-1D8C-B340-865E-3184C0AD5F75}"/>
                </a:ext>
              </a:extLst>
            </p:cNvPr>
            <p:cNvSpPr/>
            <p:nvPr/>
          </p:nvSpPr>
          <p:spPr>
            <a:xfrm>
              <a:off x="8440468" y="4009467"/>
              <a:ext cx="72845" cy="72777"/>
            </a:xfrm>
            <a:custGeom>
              <a:avLst/>
              <a:gdLst>
                <a:gd name="connsiteX0" fmla="*/ 36422 w 72845"/>
                <a:gd name="connsiteY0" fmla="*/ 0 h 72777"/>
                <a:gd name="connsiteX1" fmla="*/ 0 w 72845"/>
                <a:gd name="connsiteY1" fmla="*/ 36389 h 72777"/>
                <a:gd name="connsiteX2" fmla="*/ 36422 w 72845"/>
                <a:gd name="connsiteY2" fmla="*/ 72778 h 72777"/>
                <a:gd name="connsiteX3" fmla="*/ 72845 w 72845"/>
                <a:gd name="connsiteY3" fmla="*/ 36389 h 72777"/>
                <a:gd name="connsiteX4" fmla="*/ 72845 w 72845"/>
                <a:gd name="connsiteY4" fmla="*/ 36389 h 72777"/>
                <a:gd name="connsiteX5" fmla="*/ 36422 w 72845"/>
                <a:gd name="connsiteY5" fmla="*/ 0 h 72777"/>
                <a:gd name="connsiteX6" fmla="*/ 68372 w 72845"/>
                <a:gd name="connsiteY6" fmla="*/ 36389 h 72777"/>
                <a:gd name="connsiteX7" fmla="*/ 61982 w 72845"/>
                <a:gd name="connsiteY7" fmla="*/ 42773 h 72777"/>
                <a:gd name="connsiteX8" fmla="*/ 36422 w 72845"/>
                <a:gd name="connsiteY8" fmla="*/ 42773 h 72777"/>
                <a:gd name="connsiteX9" fmla="*/ 31311 w 72845"/>
                <a:gd name="connsiteY9" fmla="*/ 40219 h 72777"/>
                <a:gd name="connsiteX10" fmla="*/ 30032 w 72845"/>
                <a:gd name="connsiteY10" fmla="*/ 35112 h 72777"/>
                <a:gd name="connsiteX11" fmla="*/ 35145 w 72845"/>
                <a:gd name="connsiteY11" fmla="*/ 11491 h 72777"/>
                <a:gd name="connsiteX12" fmla="*/ 42812 w 72845"/>
                <a:gd name="connsiteY12" fmla="*/ 6384 h 72777"/>
                <a:gd name="connsiteX13" fmla="*/ 47925 w 72845"/>
                <a:gd name="connsiteY13" fmla="*/ 14045 h 72777"/>
                <a:gd name="connsiteX14" fmla="*/ 44091 w 72845"/>
                <a:gd name="connsiteY14" fmla="*/ 30005 h 72777"/>
                <a:gd name="connsiteX15" fmla="*/ 61982 w 72845"/>
                <a:gd name="connsiteY15" fmla="*/ 30005 h 72777"/>
                <a:gd name="connsiteX16" fmla="*/ 68372 w 72845"/>
                <a:gd name="connsiteY16" fmla="*/ 36389 h 72777"/>
                <a:gd name="connsiteX17" fmla="*/ 68372 w 72845"/>
                <a:gd name="connsiteY17" fmla="*/ 36389 h 72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2845" h="72777">
                  <a:moveTo>
                    <a:pt x="36422" y="0"/>
                  </a:moveTo>
                  <a:cubicBezTo>
                    <a:pt x="15975" y="0"/>
                    <a:pt x="0" y="16599"/>
                    <a:pt x="0" y="36389"/>
                  </a:cubicBezTo>
                  <a:cubicBezTo>
                    <a:pt x="0" y="56818"/>
                    <a:pt x="16614" y="72778"/>
                    <a:pt x="36422" y="72778"/>
                  </a:cubicBezTo>
                  <a:cubicBezTo>
                    <a:pt x="56871" y="72778"/>
                    <a:pt x="72845" y="56179"/>
                    <a:pt x="72845" y="36389"/>
                  </a:cubicBezTo>
                  <a:lnTo>
                    <a:pt x="72845" y="36389"/>
                  </a:lnTo>
                  <a:cubicBezTo>
                    <a:pt x="72845" y="16599"/>
                    <a:pt x="56231" y="0"/>
                    <a:pt x="36422" y="0"/>
                  </a:cubicBezTo>
                  <a:close/>
                  <a:moveTo>
                    <a:pt x="68372" y="36389"/>
                  </a:moveTo>
                  <a:cubicBezTo>
                    <a:pt x="68372" y="40219"/>
                    <a:pt x="65816" y="42773"/>
                    <a:pt x="61982" y="42773"/>
                  </a:cubicBezTo>
                  <a:lnTo>
                    <a:pt x="36422" y="42773"/>
                  </a:lnTo>
                  <a:cubicBezTo>
                    <a:pt x="34506" y="42773"/>
                    <a:pt x="32589" y="42135"/>
                    <a:pt x="31311" y="40219"/>
                  </a:cubicBezTo>
                  <a:cubicBezTo>
                    <a:pt x="30032" y="38943"/>
                    <a:pt x="29394" y="37027"/>
                    <a:pt x="30032" y="35112"/>
                  </a:cubicBezTo>
                  <a:lnTo>
                    <a:pt x="35145" y="11491"/>
                  </a:lnTo>
                  <a:cubicBezTo>
                    <a:pt x="35783" y="7661"/>
                    <a:pt x="39617" y="5746"/>
                    <a:pt x="42812" y="6384"/>
                  </a:cubicBezTo>
                  <a:cubicBezTo>
                    <a:pt x="46646" y="7023"/>
                    <a:pt x="48563" y="10853"/>
                    <a:pt x="47925" y="14045"/>
                  </a:cubicBezTo>
                  <a:lnTo>
                    <a:pt x="44091" y="30005"/>
                  </a:lnTo>
                  <a:lnTo>
                    <a:pt x="61982" y="30005"/>
                  </a:lnTo>
                  <a:cubicBezTo>
                    <a:pt x="65816" y="30643"/>
                    <a:pt x="68372" y="33197"/>
                    <a:pt x="68372" y="36389"/>
                  </a:cubicBezTo>
                  <a:lnTo>
                    <a:pt x="68372" y="36389"/>
                  </a:lnTo>
                  <a:close/>
                </a:path>
              </a:pathLst>
            </a:custGeom>
            <a:solidFill>
              <a:srgbClr val="00ABAB"/>
            </a:solidFill>
            <a:ln w="6390" cap="flat">
              <a:noFill/>
              <a:prstDash val="solid"/>
              <a:miter/>
            </a:ln>
          </p:spPr>
          <p:txBody>
            <a:bodyPr rtlCol="0" anchor="ctr"/>
            <a:lstStyle/>
            <a:p>
              <a:endParaRPr lang="en-US"/>
            </a:p>
          </p:txBody>
        </p:sp>
        <p:sp>
          <p:nvSpPr>
            <p:cNvPr id="1879" name="Graphic 1100">
              <a:extLst>
                <a:ext uri="{FF2B5EF4-FFF2-40B4-BE49-F238E27FC236}">
                  <a16:creationId xmlns:a16="http://schemas.microsoft.com/office/drawing/2014/main" id="{6F1B65BC-AF0A-FB48-BD4F-189461858703}"/>
                </a:ext>
              </a:extLst>
            </p:cNvPr>
            <p:cNvSpPr/>
            <p:nvPr/>
          </p:nvSpPr>
          <p:spPr>
            <a:xfrm>
              <a:off x="8241101" y="3828162"/>
              <a:ext cx="361671" cy="361971"/>
            </a:xfrm>
            <a:custGeom>
              <a:avLst/>
              <a:gdLst>
                <a:gd name="connsiteX0" fmla="*/ 180836 w 361671"/>
                <a:gd name="connsiteY0" fmla="*/ 0 h 361971"/>
                <a:gd name="connsiteX1" fmla="*/ 0 w 361671"/>
                <a:gd name="connsiteY1" fmla="*/ 180667 h 361971"/>
                <a:gd name="connsiteX2" fmla="*/ 180836 w 361671"/>
                <a:gd name="connsiteY2" fmla="*/ 361971 h 361971"/>
                <a:gd name="connsiteX3" fmla="*/ 361671 w 361671"/>
                <a:gd name="connsiteY3" fmla="*/ 181305 h 361971"/>
                <a:gd name="connsiteX4" fmla="*/ 361671 w 361671"/>
                <a:gd name="connsiteY4" fmla="*/ 181305 h 361971"/>
                <a:gd name="connsiteX5" fmla="*/ 180836 w 361671"/>
                <a:gd name="connsiteY5" fmla="*/ 0 h 361971"/>
                <a:gd name="connsiteX6" fmla="*/ 235789 w 361671"/>
                <a:gd name="connsiteY6" fmla="*/ 266850 h 361971"/>
                <a:gd name="connsiteX7" fmla="*/ 186587 w 361671"/>
                <a:gd name="connsiteY7" fmla="*/ 217694 h 361971"/>
                <a:gd name="connsiteX8" fmla="*/ 235789 w 361671"/>
                <a:gd name="connsiteY8" fmla="*/ 168537 h 361971"/>
                <a:gd name="connsiteX9" fmla="*/ 284992 w 361671"/>
                <a:gd name="connsiteY9" fmla="*/ 217694 h 361971"/>
                <a:gd name="connsiteX10" fmla="*/ 284992 w 361671"/>
                <a:gd name="connsiteY10" fmla="*/ 217694 h 361971"/>
                <a:gd name="connsiteX11" fmla="*/ 235789 w 361671"/>
                <a:gd name="connsiteY11" fmla="*/ 266850 h 361971"/>
                <a:gd name="connsiteX12" fmla="*/ 235789 w 361671"/>
                <a:gd name="connsiteY12" fmla="*/ 266850 h 361971"/>
                <a:gd name="connsiteX13" fmla="*/ 235789 w 361671"/>
                <a:gd name="connsiteY13" fmla="*/ 266850 h 361971"/>
                <a:gd name="connsiteX14" fmla="*/ 284992 w 361671"/>
                <a:gd name="connsiteY14" fmla="*/ 170452 h 361971"/>
                <a:gd name="connsiteX15" fmla="*/ 278602 w 361671"/>
                <a:gd name="connsiteY15" fmla="*/ 176836 h 361971"/>
                <a:gd name="connsiteX16" fmla="*/ 272212 w 361671"/>
                <a:gd name="connsiteY16" fmla="*/ 170452 h 361971"/>
                <a:gd name="connsiteX17" fmla="*/ 272212 w 361671"/>
                <a:gd name="connsiteY17" fmla="*/ 155769 h 361971"/>
                <a:gd name="connsiteX18" fmla="*/ 89459 w 361671"/>
                <a:gd name="connsiteY18" fmla="*/ 155769 h 361971"/>
                <a:gd name="connsiteX19" fmla="*/ 89459 w 361671"/>
                <a:gd name="connsiteY19" fmla="*/ 243230 h 361971"/>
                <a:gd name="connsiteX20" fmla="*/ 179558 w 361671"/>
                <a:gd name="connsiteY20" fmla="*/ 243230 h 361971"/>
                <a:gd name="connsiteX21" fmla="*/ 185948 w 361671"/>
                <a:gd name="connsiteY21" fmla="*/ 249614 h 361971"/>
                <a:gd name="connsiteX22" fmla="*/ 179558 w 361671"/>
                <a:gd name="connsiteY22" fmla="*/ 255998 h 361971"/>
                <a:gd name="connsiteX23" fmla="*/ 83069 w 361671"/>
                <a:gd name="connsiteY23" fmla="*/ 255998 h 361971"/>
                <a:gd name="connsiteX24" fmla="*/ 76679 w 361671"/>
                <a:gd name="connsiteY24" fmla="*/ 249614 h 361971"/>
                <a:gd name="connsiteX25" fmla="*/ 76679 w 361671"/>
                <a:gd name="connsiteY25" fmla="*/ 108528 h 361971"/>
                <a:gd name="connsiteX26" fmla="*/ 89459 w 361671"/>
                <a:gd name="connsiteY26" fmla="*/ 95760 h 361971"/>
                <a:gd name="connsiteX27" fmla="*/ 130355 w 361671"/>
                <a:gd name="connsiteY27" fmla="*/ 95760 h 361971"/>
                <a:gd name="connsiteX28" fmla="*/ 134189 w 361671"/>
                <a:gd name="connsiteY28" fmla="*/ 97036 h 361971"/>
                <a:gd name="connsiteX29" fmla="*/ 155915 w 361671"/>
                <a:gd name="connsiteY29" fmla="*/ 114912 h 361971"/>
                <a:gd name="connsiteX30" fmla="*/ 170612 w 361671"/>
                <a:gd name="connsiteY30" fmla="*/ 114912 h 361971"/>
                <a:gd name="connsiteX31" fmla="*/ 177002 w 361671"/>
                <a:gd name="connsiteY31" fmla="*/ 121296 h 361971"/>
                <a:gd name="connsiteX32" fmla="*/ 170612 w 361671"/>
                <a:gd name="connsiteY32" fmla="*/ 127680 h 361971"/>
                <a:gd name="connsiteX33" fmla="*/ 153358 w 361671"/>
                <a:gd name="connsiteY33" fmla="*/ 127680 h 361971"/>
                <a:gd name="connsiteX34" fmla="*/ 149525 w 361671"/>
                <a:gd name="connsiteY34" fmla="*/ 126403 h 361971"/>
                <a:gd name="connsiteX35" fmla="*/ 127799 w 361671"/>
                <a:gd name="connsiteY35" fmla="*/ 108528 h 361971"/>
                <a:gd name="connsiteX36" fmla="*/ 88820 w 361671"/>
                <a:gd name="connsiteY36" fmla="*/ 108528 h 361971"/>
                <a:gd name="connsiteX37" fmla="*/ 88820 w 361671"/>
                <a:gd name="connsiteY37" fmla="*/ 143640 h 361971"/>
                <a:gd name="connsiteX38" fmla="*/ 138023 w 361671"/>
                <a:gd name="connsiteY38" fmla="*/ 143640 h 361971"/>
                <a:gd name="connsiteX39" fmla="*/ 227482 w 361671"/>
                <a:gd name="connsiteY39" fmla="*/ 111720 h 361971"/>
                <a:gd name="connsiteX40" fmla="*/ 250486 w 361671"/>
                <a:gd name="connsiteY40" fmla="*/ 122572 h 361971"/>
                <a:gd name="connsiteX41" fmla="*/ 259432 w 361671"/>
                <a:gd name="connsiteY41" fmla="*/ 143001 h 361971"/>
                <a:gd name="connsiteX42" fmla="*/ 271572 w 361671"/>
                <a:gd name="connsiteY42" fmla="*/ 143001 h 361971"/>
                <a:gd name="connsiteX43" fmla="*/ 271572 w 361671"/>
                <a:gd name="connsiteY43" fmla="*/ 131510 h 361971"/>
                <a:gd name="connsiteX44" fmla="*/ 267100 w 361671"/>
                <a:gd name="connsiteY44" fmla="*/ 127041 h 361971"/>
                <a:gd name="connsiteX45" fmla="*/ 267100 w 361671"/>
                <a:gd name="connsiteY45" fmla="*/ 127041 h 361971"/>
                <a:gd name="connsiteX46" fmla="*/ 261987 w 361671"/>
                <a:gd name="connsiteY46" fmla="*/ 127041 h 361971"/>
                <a:gd name="connsiteX47" fmla="*/ 255597 w 361671"/>
                <a:gd name="connsiteY47" fmla="*/ 120657 h 361971"/>
                <a:gd name="connsiteX48" fmla="*/ 261987 w 361671"/>
                <a:gd name="connsiteY48" fmla="*/ 114273 h 361971"/>
                <a:gd name="connsiteX49" fmla="*/ 267100 w 361671"/>
                <a:gd name="connsiteY49" fmla="*/ 114273 h 361971"/>
                <a:gd name="connsiteX50" fmla="*/ 284352 w 361671"/>
                <a:gd name="connsiteY50" fmla="*/ 130872 h 361971"/>
                <a:gd name="connsiteX51" fmla="*/ 284352 w 361671"/>
                <a:gd name="connsiteY51" fmla="*/ 130872 h 361971"/>
                <a:gd name="connsiteX52" fmla="*/ 284992 w 361671"/>
                <a:gd name="connsiteY52" fmla="*/ 17045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1671" h="361971">
                  <a:moveTo>
                    <a:pt x="180836" y="0"/>
                  </a:moveTo>
                  <a:cubicBezTo>
                    <a:pt x="80514" y="0"/>
                    <a:pt x="0" y="81076"/>
                    <a:pt x="0" y="180667"/>
                  </a:cubicBezTo>
                  <a:cubicBezTo>
                    <a:pt x="0" y="280895"/>
                    <a:pt x="81153" y="361971"/>
                    <a:pt x="180836" y="361971"/>
                  </a:cubicBezTo>
                  <a:cubicBezTo>
                    <a:pt x="281157" y="361971"/>
                    <a:pt x="361671" y="280895"/>
                    <a:pt x="361671" y="181305"/>
                  </a:cubicBezTo>
                  <a:lnTo>
                    <a:pt x="361671" y="181305"/>
                  </a:lnTo>
                  <a:cubicBezTo>
                    <a:pt x="361671" y="81076"/>
                    <a:pt x="281157" y="0"/>
                    <a:pt x="180836" y="0"/>
                  </a:cubicBezTo>
                  <a:close/>
                  <a:moveTo>
                    <a:pt x="235789" y="266850"/>
                  </a:moveTo>
                  <a:cubicBezTo>
                    <a:pt x="208313" y="266850"/>
                    <a:pt x="186587" y="244506"/>
                    <a:pt x="186587" y="217694"/>
                  </a:cubicBezTo>
                  <a:cubicBezTo>
                    <a:pt x="186587" y="190243"/>
                    <a:pt x="208951" y="168537"/>
                    <a:pt x="235789" y="168537"/>
                  </a:cubicBezTo>
                  <a:cubicBezTo>
                    <a:pt x="263266" y="168537"/>
                    <a:pt x="284992" y="190881"/>
                    <a:pt x="284992" y="217694"/>
                  </a:cubicBezTo>
                  <a:lnTo>
                    <a:pt x="284992" y="217694"/>
                  </a:lnTo>
                  <a:cubicBezTo>
                    <a:pt x="284992" y="245145"/>
                    <a:pt x="263266" y="266850"/>
                    <a:pt x="235789" y="266850"/>
                  </a:cubicBezTo>
                  <a:cubicBezTo>
                    <a:pt x="235789" y="266850"/>
                    <a:pt x="235789" y="266850"/>
                    <a:pt x="235789" y="266850"/>
                  </a:cubicBezTo>
                  <a:lnTo>
                    <a:pt x="235789" y="266850"/>
                  </a:lnTo>
                  <a:close/>
                  <a:moveTo>
                    <a:pt x="284992" y="170452"/>
                  </a:moveTo>
                  <a:cubicBezTo>
                    <a:pt x="284992" y="174283"/>
                    <a:pt x="282436" y="176836"/>
                    <a:pt x="278602" y="176836"/>
                  </a:cubicBezTo>
                  <a:cubicBezTo>
                    <a:pt x="274767" y="176836"/>
                    <a:pt x="272212" y="174283"/>
                    <a:pt x="272212" y="170452"/>
                  </a:cubicBezTo>
                  <a:lnTo>
                    <a:pt x="272212" y="155769"/>
                  </a:lnTo>
                  <a:lnTo>
                    <a:pt x="89459" y="155769"/>
                  </a:lnTo>
                  <a:lnTo>
                    <a:pt x="89459" y="243230"/>
                  </a:lnTo>
                  <a:lnTo>
                    <a:pt x="179558" y="243230"/>
                  </a:lnTo>
                  <a:cubicBezTo>
                    <a:pt x="183392" y="243230"/>
                    <a:pt x="185948" y="245783"/>
                    <a:pt x="185948" y="249614"/>
                  </a:cubicBezTo>
                  <a:cubicBezTo>
                    <a:pt x="185948" y="253444"/>
                    <a:pt x="183392" y="255998"/>
                    <a:pt x="179558" y="255998"/>
                  </a:cubicBezTo>
                  <a:lnTo>
                    <a:pt x="83069" y="255998"/>
                  </a:lnTo>
                  <a:cubicBezTo>
                    <a:pt x="79235" y="255998"/>
                    <a:pt x="76679" y="253444"/>
                    <a:pt x="76679" y="249614"/>
                  </a:cubicBezTo>
                  <a:lnTo>
                    <a:pt x="76679" y="108528"/>
                  </a:lnTo>
                  <a:cubicBezTo>
                    <a:pt x="76679" y="101505"/>
                    <a:pt x="82430" y="95760"/>
                    <a:pt x="89459" y="95760"/>
                  </a:cubicBezTo>
                  <a:lnTo>
                    <a:pt x="130355" y="95760"/>
                  </a:lnTo>
                  <a:cubicBezTo>
                    <a:pt x="131633" y="95760"/>
                    <a:pt x="133550" y="96398"/>
                    <a:pt x="134189" y="97036"/>
                  </a:cubicBezTo>
                  <a:lnTo>
                    <a:pt x="155915" y="114912"/>
                  </a:lnTo>
                  <a:lnTo>
                    <a:pt x="170612" y="114912"/>
                  </a:lnTo>
                  <a:cubicBezTo>
                    <a:pt x="174446" y="114912"/>
                    <a:pt x="177002" y="117465"/>
                    <a:pt x="177002" y="121296"/>
                  </a:cubicBezTo>
                  <a:cubicBezTo>
                    <a:pt x="177002" y="125126"/>
                    <a:pt x="174446" y="127680"/>
                    <a:pt x="170612" y="127680"/>
                  </a:cubicBezTo>
                  <a:lnTo>
                    <a:pt x="153358" y="127680"/>
                  </a:lnTo>
                  <a:cubicBezTo>
                    <a:pt x="152081" y="127680"/>
                    <a:pt x="150164" y="127041"/>
                    <a:pt x="149525" y="126403"/>
                  </a:cubicBezTo>
                  <a:lnTo>
                    <a:pt x="127799" y="108528"/>
                  </a:lnTo>
                  <a:lnTo>
                    <a:pt x="88820" y="108528"/>
                  </a:lnTo>
                  <a:lnTo>
                    <a:pt x="88820" y="143640"/>
                  </a:lnTo>
                  <a:lnTo>
                    <a:pt x="138023" y="143640"/>
                  </a:lnTo>
                  <a:lnTo>
                    <a:pt x="227482" y="111720"/>
                  </a:lnTo>
                  <a:cubicBezTo>
                    <a:pt x="237067" y="108528"/>
                    <a:pt x="247291" y="113635"/>
                    <a:pt x="250486" y="122572"/>
                  </a:cubicBezTo>
                  <a:lnTo>
                    <a:pt x="259432" y="143001"/>
                  </a:lnTo>
                  <a:lnTo>
                    <a:pt x="271572" y="143001"/>
                  </a:lnTo>
                  <a:lnTo>
                    <a:pt x="271572" y="131510"/>
                  </a:lnTo>
                  <a:cubicBezTo>
                    <a:pt x="271572" y="128956"/>
                    <a:pt x="269656" y="127041"/>
                    <a:pt x="267100" y="127041"/>
                  </a:cubicBezTo>
                  <a:lnTo>
                    <a:pt x="267100" y="127041"/>
                  </a:lnTo>
                  <a:lnTo>
                    <a:pt x="261987" y="127041"/>
                  </a:lnTo>
                  <a:cubicBezTo>
                    <a:pt x="258154" y="127041"/>
                    <a:pt x="255597" y="124488"/>
                    <a:pt x="255597" y="120657"/>
                  </a:cubicBezTo>
                  <a:cubicBezTo>
                    <a:pt x="255597" y="116827"/>
                    <a:pt x="258154" y="114273"/>
                    <a:pt x="261987" y="114273"/>
                  </a:cubicBezTo>
                  <a:lnTo>
                    <a:pt x="267100" y="114273"/>
                  </a:lnTo>
                  <a:cubicBezTo>
                    <a:pt x="276685" y="114273"/>
                    <a:pt x="284352" y="121934"/>
                    <a:pt x="284352" y="130872"/>
                  </a:cubicBezTo>
                  <a:lnTo>
                    <a:pt x="284352" y="130872"/>
                  </a:lnTo>
                  <a:lnTo>
                    <a:pt x="284992" y="170452"/>
                  </a:lnTo>
                  <a:close/>
                </a:path>
              </a:pathLst>
            </a:custGeom>
            <a:solidFill>
              <a:srgbClr val="00ABAB"/>
            </a:solidFill>
            <a:ln w="6390" cap="flat">
              <a:noFill/>
              <a:prstDash val="solid"/>
              <a:miter/>
            </a:ln>
          </p:spPr>
          <p:txBody>
            <a:bodyPr rtlCol="0" anchor="ctr"/>
            <a:lstStyle/>
            <a:p>
              <a:endParaRPr lang="en-US"/>
            </a:p>
          </p:txBody>
        </p:sp>
      </p:grpSp>
      <p:grpSp>
        <p:nvGrpSpPr>
          <p:cNvPr id="1880" name="Graphic 1100">
            <a:extLst>
              <a:ext uri="{FF2B5EF4-FFF2-40B4-BE49-F238E27FC236}">
                <a16:creationId xmlns:a16="http://schemas.microsoft.com/office/drawing/2014/main" id="{35A68FF5-D812-1941-884A-45D9456203EF}"/>
              </a:ext>
            </a:extLst>
          </p:cNvPr>
          <p:cNvGrpSpPr/>
          <p:nvPr/>
        </p:nvGrpSpPr>
        <p:grpSpPr>
          <a:xfrm>
            <a:off x="8240462" y="2859711"/>
            <a:ext cx="362309" cy="361971"/>
            <a:chOff x="8240462" y="2859711"/>
            <a:chExt cx="362309" cy="361971"/>
          </a:xfrm>
          <a:solidFill>
            <a:srgbClr val="00ABAB"/>
          </a:solidFill>
        </p:grpSpPr>
        <p:sp>
          <p:nvSpPr>
            <p:cNvPr id="1881" name="Graphic 1100">
              <a:extLst>
                <a:ext uri="{FF2B5EF4-FFF2-40B4-BE49-F238E27FC236}">
                  <a16:creationId xmlns:a16="http://schemas.microsoft.com/office/drawing/2014/main" id="{E953E915-B5D6-8E4D-BB91-DABCB7AF61EC}"/>
                </a:ext>
              </a:extLst>
            </p:cNvPr>
            <p:cNvSpPr/>
            <p:nvPr/>
          </p:nvSpPr>
          <p:spPr>
            <a:xfrm>
              <a:off x="8440468" y="3030164"/>
              <a:ext cx="88180" cy="88099"/>
            </a:xfrm>
            <a:custGeom>
              <a:avLst/>
              <a:gdLst>
                <a:gd name="connsiteX0" fmla="*/ 44091 w 88180"/>
                <a:gd name="connsiteY0" fmla="*/ 0 h 88099"/>
                <a:gd name="connsiteX1" fmla="*/ 0 w 88180"/>
                <a:gd name="connsiteY1" fmla="*/ 44049 h 88099"/>
                <a:gd name="connsiteX2" fmla="*/ 44091 w 88180"/>
                <a:gd name="connsiteY2" fmla="*/ 88099 h 88099"/>
                <a:gd name="connsiteX3" fmla="*/ 88181 w 88180"/>
                <a:gd name="connsiteY3" fmla="*/ 44049 h 88099"/>
                <a:gd name="connsiteX4" fmla="*/ 88181 w 88180"/>
                <a:gd name="connsiteY4" fmla="*/ 44049 h 88099"/>
                <a:gd name="connsiteX5" fmla="*/ 44091 w 88180"/>
                <a:gd name="connsiteY5" fmla="*/ 0 h 88099"/>
                <a:gd name="connsiteX6" fmla="*/ 63261 w 88180"/>
                <a:gd name="connsiteY6" fmla="*/ 53625 h 88099"/>
                <a:gd name="connsiteX7" fmla="*/ 63261 w 88180"/>
                <a:gd name="connsiteY7" fmla="*/ 62563 h 88099"/>
                <a:gd name="connsiteX8" fmla="*/ 54314 w 88180"/>
                <a:gd name="connsiteY8" fmla="*/ 62563 h 88099"/>
                <a:gd name="connsiteX9" fmla="*/ 44091 w 88180"/>
                <a:gd name="connsiteY9" fmla="*/ 52987 h 88099"/>
                <a:gd name="connsiteX10" fmla="*/ 33866 w 88180"/>
                <a:gd name="connsiteY10" fmla="*/ 62563 h 88099"/>
                <a:gd name="connsiteX11" fmla="*/ 24921 w 88180"/>
                <a:gd name="connsiteY11" fmla="*/ 62563 h 88099"/>
                <a:gd name="connsiteX12" fmla="*/ 24921 w 88180"/>
                <a:gd name="connsiteY12" fmla="*/ 53625 h 88099"/>
                <a:gd name="connsiteX13" fmla="*/ 34506 w 88180"/>
                <a:gd name="connsiteY13" fmla="*/ 44049 h 88099"/>
                <a:gd name="connsiteX14" fmla="*/ 24921 w 88180"/>
                <a:gd name="connsiteY14" fmla="*/ 34473 h 88099"/>
                <a:gd name="connsiteX15" fmla="*/ 24281 w 88180"/>
                <a:gd name="connsiteY15" fmla="*/ 25536 h 88099"/>
                <a:gd name="connsiteX16" fmla="*/ 33227 w 88180"/>
                <a:gd name="connsiteY16" fmla="*/ 24897 h 88099"/>
                <a:gd name="connsiteX17" fmla="*/ 33866 w 88180"/>
                <a:gd name="connsiteY17" fmla="*/ 25536 h 88099"/>
                <a:gd name="connsiteX18" fmla="*/ 44091 w 88180"/>
                <a:gd name="connsiteY18" fmla="*/ 35112 h 88099"/>
                <a:gd name="connsiteX19" fmla="*/ 54314 w 88180"/>
                <a:gd name="connsiteY19" fmla="*/ 25536 h 88099"/>
                <a:gd name="connsiteX20" fmla="*/ 63261 w 88180"/>
                <a:gd name="connsiteY20" fmla="*/ 24897 h 88099"/>
                <a:gd name="connsiteX21" fmla="*/ 63899 w 88180"/>
                <a:gd name="connsiteY21" fmla="*/ 33835 h 88099"/>
                <a:gd name="connsiteX22" fmla="*/ 63261 w 88180"/>
                <a:gd name="connsiteY22" fmla="*/ 34473 h 88099"/>
                <a:gd name="connsiteX23" fmla="*/ 53036 w 88180"/>
                <a:gd name="connsiteY23" fmla="*/ 44049 h 88099"/>
                <a:gd name="connsiteX24" fmla="*/ 63261 w 88180"/>
                <a:gd name="connsiteY24" fmla="*/ 53625 h 88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180" h="88099">
                  <a:moveTo>
                    <a:pt x="44091" y="0"/>
                  </a:moveTo>
                  <a:cubicBezTo>
                    <a:pt x="19809" y="0"/>
                    <a:pt x="0" y="19790"/>
                    <a:pt x="0" y="44049"/>
                  </a:cubicBezTo>
                  <a:cubicBezTo>
                    <a:pt x="0" y="68309"/>
                    <a:pt x="19809" y="88099"/>
                    <a:pt x="44091" y="88099"/>
                  </a:cubicBezTo>
                  <a:cubicBezTo>
                    <a:pt x="68372" y="88099"/>
                    <a:pt x="88181" y="68309"/>
                    <a:pt x="88181" y="44049"/>
                  </a:cubicBezTo>
                  <a:lnTo>
                    <a:pt x="88181" y="44049"/>
                  </a:lnTo>
                  <a:cubicBezTo>
                    <a:pt x="88181" y="19790"/>
                    <a:pt x="68372" y="0"/>
                    <a:pt x="44091" y="0"/>
                  </a:cubicBezTo>
                  <a:close/>
                  <a:moveTo>
                    <a:pt x="63261" y="53625"/>
                  </a:moveTo>
                  <a:cubicBezTo>
                    <a:pt x="65816" y="56179"/>
                    <a:pt x="65816" y="60009"/>
                    <a:pt x="63261" y="62563"/>
                  </a:cubicBezTo>
                  <a:cubicBezTo>
                    <a:pt x="60704" y="65117"/>
                    <a:pt x="56871" y="65117"/>
                    <a:pt x="54314" y="62563"/>
                  </a:cubicBezTo>
                  <a:lnTo>
                    <a:pt x="44091" y="52987"/>
                  </a:lnTo>
                  <a:lnTo>
                    <a:pt x="33866" y="62563"/>
                  </a:lnTo>
                  <a:cubicBezTo>
                    <a:pt x="31311" y="65117"/>
                    <a:pt x="27476" y="65117"/>
                    <a:pt x="24921" y="62563"/>
                  </a:cubicBezTo>
                  <a:cubicBezTo>
                    <a:pt x="22365" y="60009"/>
                    <a:pt x="22365" y="56179"/>
                    <a:pt x="24921" y="53625"/>
                  </a:cubicBezTo>
                  <a:lnTo>
                    <a:pt x="34506" y="44049"/>
                  </a:lnTo>
                  <a:lnTo>
                    <a:pt x="24921" y="34473"/>
                  </a:lnTo>
                  <a:cubicBezTo>
                    <a:pt x="22365" y="31920"/>
                    <a:pt x="21726" y="28089"/>
                    <a:pt x="24281" y="25536"/>
                  </a:cubicBezTo>
                  <a:cubicBezTo>
                    <a:pt x="26837" y="22982"/>
                    <a:pt x="30671" y="22344"/>
                    <a:pt x="33227" y="24897"/>
                  </a:cubicBezTo>
                  <a:cubicBezTo>
                    <a:pt x="33227" y="24897"/>
                    <a:pt x="33866" y="25536"/>
                    <a:pt x="33866" y="25536"/>
                  </a:cubicBezTo>
                  <a:lnTo>
                    <a:pt x="44091" y="35112"/>
                  </a:lnTo>
                  <a:lnTo>
                    <a:pt x="54314" y="25536"/>
                  </a:lnTo>
                  <a:cubicBezTo>
                    <a:pt x="56871" y="22982"/>
                    <a:pt x="60704" y="22344"/>
                    <a:pt x="63261" y="24897"/>
                  </a:cubicBezTo>
                  <a:cubicBezTo>
                    <a:pt x="65816" y="27451"/>
                    <a:pt x="66456" y="31281"/>
                    <a:pt x="63899" y="33835"/>
                  </a:cubicBezTo>
                  <a:cubicBezTo>
                    <a:pt x="63899" y="33835"/>
                    <a:pt x="63261" y="34473"/>
                    <a:pt x="63261" y="34473"/>
                  </a:cubicBezTo>
                  <a:lnTo>
                    <a:pt x="53036" y="44049"/>
                  </a:lnTo>
                  <a:lnTo>
                    <a:pt x="63261" y="53625"/>
                  </a:lnTo>
                  <a:close/>
                </a:path>
              </a:pathLst>
            </a:custGeom>
            <a:solidFill>
              <a:srgbClr val="00ABAB"/>
            </a:solidFill>
            <a:ln w="6390" cap="flat">
              <a:noFill/>
              <a:prstDash val="solid"/>
              <a:miter/>
            </a:ln>
          </p:spPr>
          <p:txBody>
            <a:bodyPr rtlCol="0" anchor="ctr"/>
            <a:lstStyle/>
            <a:p>
              <a:endParaRPr lang="en-US"/>
            </a:p>
          </p:txBody>
        </p:sp>
        <p:sp>
          <p:nvSpPr>
            <p:cNvPr id="1882" name="Graphic 1100">
              <a:extLst>
                <a:ext uri="{FF2B5EF4-FFF2-40B4-BE49-F238E27FC236}">
                  <a16:creationId xmlns:a16="http://schemas.microsoft.com/office/drawing/2014/main" id="{E787B30D-48CA-0C4B-82E2-8809030ABB4F}"/>
                </a:ext>
              </a:extLst>
            </p:cNvPr>
            <p:cNvSpPr/>
            <p:nvPr/>
          </p:nvSpPr>
          <p:spPr>
            <a:xfrm>
              <a:off x="8240462" y="2859711"/>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0667 h 361971"/>
                <a:gd name="connsiteX5" fmla="*/ 181474 w 362309"/>
                <a:gd name="connsiteY5" fmla="*/ 0 h 361971"/>
                <a:gd name="connsiteX6" fmla="*/ 178279 w 362309"/>
                <a:gd name="connsiteY6" fmla="*/ 250890 h 361971"/>
                <a:gd name="connsiteX7" fmla="*/ 80513 w 362309"/>
                <a:gd name="connsiteY7" fmla="*/ 250890 h 361971"/>
                <a:gd name="connsiteX8" fmla="*/ 74123 w 362309"/>
                <a:gd name="connsiteY8" fmla="*/ 244506 h 361971"/>
                <a:gd name="connsiteX9" fmla="*/ 74123 w 362309"/>
                <a:gd name="connsiteY9" fmla="*/ 103420 h 361971"/>
                <a:gd name="connsiteX10" fmla="*/ 86903 w 362309"/>
                <a:gd name="connsiteY10" fmla="*/ 90652 h 361971"/>
                <a:gd name="connsiteX11" fmla="*/ 127799 w 362309"/>
                <a:gd name="connsiteY11" fmla="*/ 90652 h 361971"/>
                <a:gd name="connsiteX12" fmla="*/ 131633 w 362309"/>
                <a:gd name="connsiteY12" fmla="*/ 91929 h 361971"/>
                <a:gd name="connsiteX13" fmla="*/ 153358 w 362309"/>
                <a:gd name="connsiteY13" fmla="*/ 109804 h 361971"/>
                <a:gd name="connsiteX14" fmla="*/ 265182 w 362309"/>
                <a:gd name="connsiteY14" fmla="*/ 109804 h 361971"/>
                <a:gd name="connsiteX15" fmla="*/ 282436 w 362309"/>
                <a:gd name="connsiteY15" fmla="*/ 126403 h 361971"/>
                <a:gd name="connsiteX16" fmla="*/ 282436 w 362309"/>
                <a:gd name="connsiteY16" fmla="*/ 126403 h 361971"/>
                <a:gd name="connsiteX17" fmla="*/ 282436 w 362309"/>
                <a:gd name="connsiteY17" fmla="*/ 150024 h 361971"/>
                <a:gd name="connsiteX18" fmla="*/ 276046 w 362309"/>
                <a:gd name="connsiteY18" fmla="*/ 156408 h 361971"/>
                <a:gd name="connsiteX19" fmla="*/ 269656 w 362309"/>
                <a:gd name="connsiteY19" fmla="*/ 150024 h 361971"/>
                <a:gd name="connsiteX20" fmla="*/ 269656 w 362309"/>
                <a:gd name="connsiteY20" fmla="*/ 126403 h 361971"/>
                <a:gd name="connsiteX21" fmla="*/ 265182 w 362309"/>
                <a:gd name="connsiteY21" fmla="*/ 122572 h 361971"/>
                <a:gd name="connsiteX22" fmla="*/ 151442 w 362309"/>
                <a:gd name="connsiteY22" fmla="*/ 122572 h 361971"/>
                <a:gd name="connsiteX23" fmla="*/ 147607 w 362309"/>
                <a:gd name="connsiteY23" fmla="*/ 121296 h 361971"/>
                <a:gd name="connsiteX24" fmla="*/ 125882 w 362309"/>
                <a:gd name="connsiteY24" fmla="*/ 103420 h 361971"/>
                <a:gd name="connsiteX25" fmla="*/ 86903 w 362309"/>
                <a:gd name="connsiteY25" fmla="*/ 103420 h 361971"/>
                <a:gd name="connsiteX26" fmla="*/ 86903 w 362309"/>
                <a:gd name="connsiteY26" fmla="*/ 238122 h 361971"/>
                <a:gd name="connsiteX27" fmla="*/ 178279 w 362309"/>
                <a:gd name="connsiteY27" fmla="*/ 238122 h 361971"/>
                <a:gd name="connsiteX28" fmla="*/ 184669 w 362309"/>
                <a:gd name="connsiteY28" fmla="*/ 244506 h 361971"/>
                <a:gd name="connsiteX29" fmla="*/ 178279 w 362309"/>
                <a:gd name="connsiteY29" fmla="*/ 250890 h 361971"/>
                <a:gd name="connsiteX30" fmla="*/ 178279 w 362309"/>
                <a:gd name="connsiteY30" fmla="*/ 250890 h 361971"/>
                <a:gd name="connsiteX31" fmla="*/ 244096 w 362309"/>
                <a:gd name="connsiteY31" fmla="*/ 271319 h 361971"/>
                <a:gd name="connsiteX32" fmla="*/ 187225 w 362309"/>
                <a:gd name="connsiteY32" fmla="*/ 214502 h 361971"/>
                <a:gd name="connsiteX33" fmla="*/ 244096 w 362309"/>
                <a:gd name="connsiteY33" fmla="*/ 157684 h 361971"/>
                <a:gd name="connsiteX34" fmla="*/ 300966 w 362309"/>
                <a:gd name="connsiteY34" fmla="*/ 214502 h 361971"/>
                <a:gd name="connsiteX35" fmla="*/ 300966 w 362309"/>
                <a:gd name="connsiteY35" fmla="*/ 214502 h 361971"/>
                <a:gd name="connsiteX36" fmla="*/ 244096 w 362309"/>
                <a:gd name="connsiteY36" fmla="*/ 271319 h 361971"/>
                <a:gd name="connsiteX37" fmla="*/ 244096 w 362309"/>
                <a:gd name="connsiteY37" fmla="*/ 27131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2309" h="361971">
                  <a:moveTo>
                    <a:pt x="181474" y="0"/>
                  </a:moveTo>
                  <a:cubicBezTo>
                    <a:pt x="81153" y="0"/>
                    <a:pt x="0" y="80438"/>
                    <a:pt x="0" y="180667"/>
                  </a:cubicBezTo>
                  <a:cubicBezTo>
                    <a:pt x="0" y="280895"/>
                    <a:pt x="80513" y="361972"/>
                    <a:pt x="180836" y="361972"/>
                  </a:cubicBezTo>
                  <a:cubicBezTo>
                    <a:pt x="281157" y="361972"/>
                    <a:pt x="362310" y="281533"/>
                    <a:pt x="362310" y="181305"/>
                  </a:cubicBezTo>
                  <a:cubicBezTo>
                    <a:pt x="362310" y="181305"/>
                    <a:pt x="362310" y="181305"/>
                    <a:pt x="362310" y="180667"/>
                  </a:cubicBezTo>
                  <a:cubicBezTo>
                    <a:pt x="362310" y="81076"/>
                    <a:pt x="281157" y="0"/>
                    <a:pt x="181474" y="0"/>
                  </a:cubicBezTo>
                  <a:close/>
                  <a:moveTo>
                    <a:pt x="178279" y="250890"/>
                  </a:moveTo>
                  <a:lnTo>
                    <a:pt x="80513" y="250890"/>
                  </a:lnTo>
                  <a:cubicBezTo>
                    <a:pt x="76679" y="250890"/>
                    <a:pt x="74123" y="248337"/>
                    <a:pt x="74123" y="244506"/>
                  </a:cubicBezTo>
                  <a:lnTo>
                    <a:pt x="74123" y="103420"/>
                  </a:lnTo>
                  <a:cubicBezTo>
                    <a:pt x="74123" y="96398"/>
                    <a:pt x="79874" y="90652"/>
                    <a:pt x="86903" y="90652"/>
                  </a:cubicBezTo>
                  <a:lnTo>
                    <a:pt x="127799" y="90652"/>
                  </a:lnTo>
                  <a:cubicBezTo>
                    <a:pt x="129077" y="90652"/>
                    <a:pt x="130355" y="91291"/>
                    <a:pt x="131633" y="91929"/>
                  </a:cubicBezTo>
                  <a:lnTo>
                    <a:pt x="153358" y="109804"/>
                  </a:lnTo>
                  <a:lnTo>
                    <a:pt x="265182" y="109804"/>
                  </a:lnTo>
                  <a:cubicBezTo>
                    <a:pt x="274767" y="109804"/>
                    <a:pt x="282436" y="117465"/>
                    <a:pt x="282436" y="126403"/>
                  </a:cubicBezTo>
                  <a:cubicBezTo>
                    <a:pt x="282436" y="126403"/>
                    <a:pt x="282436" y="126403"/>
                    <a:pt x="282436" y="126403"/>
                  </a:cubicBezTo>
                  <a:lnTo>
                    <a:pt x="282436" y="150024"/>
                  </a:lnTo>
                  <a:cubicBezTo>
                    <a:pt x="282436" y="153854"/>
                    <a:pt x="279880" y="156408"/>
                    <a:pt x="276046" y="156408"/>
                  </a:cubicBezTo>
                  <a:cubicBezTo>
                    <a:pt x="272211" y="156408"/>
                    <a:pt x="269656" y="153854"/>
                    <a:pt x="269656" y="150024"/>
                  </a:cubicBezTo>
                  <a:lnTo>
                    <a:pt x="269656" y="126403"/>
                  </a:lnTo>
                  <a:cubicBezTo>
                    <a:pt x="269656" y="123849"/>
                    <a:pt x="267739" y="122572"/>
                    <a:pt x="265182" y="122572"/>
                  </a:cubicBezTo>
                  <a:lnTo>
                    <a:pt x="151442" y="122572"/>
                  </a:lnTo>
                  <a:cubicBezTo>
                    <a:pt x="150164" y="122572"/>
                    <a:pt x="148247" y="121934"/>
                    <a:pt x="147607" y="121296"/>
                  </a:cubicBezTo>
                  <a:lnTo>
                    <a:pt x="125882" y="103420"/>
                  </a:lnTo>
                  <a:lnTo>
                    <a:pt x="86903" y="103420"/>
                  </a:lnTo>
                  <a:lnTo>
                    <a:pt x="86903" y="238122"/>
                  </a:lnTo>
                  <a:lnTo>
                    <a:pt x="178279" y="238122"/>
                  </a:lnTo>
                  <a:cubicBezTo>
                    <a:pt x="182113" y="238122"/>
                    <a:pt x="184669" y="240676"/>
                    <a:pt x="184669" y="244506"/>
                  </a:cubicBezTo>
                  <a:cubicBezTo>
                    <a:pt x="184669" y="248337"/>
                    <a:pt x="182113" y="250890"/>
                    <a:pt x="178279" y="250890"/>
                  </a:cubicBezTo>
                  <a:lnTo>
                    <a:pt x="178279" y="250890"/>
                  </a:lnTo>
                  <a:close/>
                  <a:moveTo>
                    <a:pt x="244096" y="271319"/>
                  </a:moveTo>
                  <a:cubicBezTo>
                    <a:pt x="212785" y="271319"/>
                    <a:pt x="187225" y="245783"/>
                    <a:pt x="187225" y="214502"/>
                  </a:cubicBezTo>
                  <a:cubicBezTo>
                    <a:pt x="187225" y="183220"/>
                    <a:pt x="212785" y="157684"/>
                    <a:pt x="244096" y="157684"/>
                  </a:cubicBezTo>
                  <a:cubicBezTo>
                    <a:pt x="275406" y="157684"/>
                    <a:pt x="300966" y="183220"/>
                    <a:pt x="300966" y="214502"/>
                  </a:cubicBezTo>
                  <a:lnTo>
                    <a:pt x="300966" y="214502"/>
                  </a:lnTo>
                  <a:cubicBezTo>
                    <a:pt x="300966" y="245783"/>
                    <a:pt x="275406" y="270681"/>
                    <a:pt x="244096" y="271319"/>
                  </a:cubicBezTo>
                  <a:lnTo>
                    <a:pt x="244096" y="271319"/>
                  </a:lnTo>
                  <a:close/>
                </a:path>
              </a:pathLst>
            </a:custGeom>
            <a:solidFill>
              <a:srgbClr val="00ABAB"/>
            </a:solidFill>
            <a:ln w="6390" cap="flat">
              <a:noFill/>
              <a:prstDash val="solid"/>
              <a:miter/>
            </a:ln>
          </p:spPr>
          <p:txBody>
            <a:bodyPr rtlCol="0" anchor="ctr"/>
            <a:lstStyle/>
            <a:p>
              <a:endParaRPr lang="en-US"/>
            </a:p>
          </p:txBody>
        </p:sp>
      </p:grpSp>
      <p:grpSp>
        <p:nvGrpSpPr>
          <p:cNvPr id="1883" name="Graphic 1100">
            <a:extLst>
              <a:ext uri="{FF2B5EF4-FFF2-40B4-BE49-F238E27FC236}">
                <a16:creationId xmlns:a16="http://schemas.microsoft.com/office/drawing/2014/main" id="{BA7C0C53-A235-AF4F-BA08-8A7304AFEBB2}"/>
              </a:ext>
            </a:extLst>
          </p:cNvPr>
          <p:cNvGrpSpPr/>
          <p:nvPr/>
        </p:nvGrpSpPr>
        <p:grpSpPr>
          <a:xfrm>
            <a:off x="7193791" y="4312706"/>
            <a:ext cx="361670" cy="361971"/>
            <a:chOff x="7193791" y="4312706"/>
            <a:chExt cx="361670" cy="361971"/>
          </a:xfrm>
          <a:solidFill>
            <a:srgbClr val="00ABAB"/>
          </a:solidFill>
        </p:grpSpPr>
        <p:sp>
          <p:nvSpPr>
            <p:cNvPr id="1884" name="Graphic 1100">
              <a:extLst>
                <a:ext uri="{FF2B5EF4-FFF2-40B4-BE49-F238E27FC236}">
                  <a16:creationId xmlns:a16="http://schemas.microsoft.com/office/drawing/2014/main" id="{5E782F96-B58C-FF4B-BA2B-217BEEADB12A}"/>
                </a:ext>
              </a:extLst>
            </p:cNvPr>
            <p:cNvSpPr/>
            <p:nvPr/>
          </p:nvSpPr>
          <p:spPr>
            <a:xfrm>
              <a:off x="7387406" y="4483158"/>
              <a:ext cx="88181" cy="88098"/>
            </a:xfrm>
            <a:custGeom>
              <a:avLst/>
              <a:gdLst>
                <a:gd name="connsiteX0" fmla="*/ 44091 w 88181"/>
                <a:gd name="connsiteY0" fmla="*/ 0 h 88098"/>
                <a:gd name="connsiteX1" fmla="*/ 0 w 88181"/>
                <a:gd name="connsiteY1" fmla="*/ 44050 h 88098"/>
                <a:gd name="connsiteX2" fmla="*/ 44091 w 88181"/>
                <a:gd name="connsiteY2" fmla="*/ 88099 h 88098"/>
                <a:gd name="connsiteX3" fmla="*/ 88181 w 88181"/>
                <a:gd name="connsiteY3" fmla="*/ 44050 h 88098"/>
                <a:gd name="connsiteX4" fmla="*/ 88181 w 88181"/>
                <a:gd name="connsiteY4" fmla="*/ 44050 h 88098"/>
                <a:gd name="connsiteX5" fmla="*/ 44091 w 88181"/>
                <a:gd name="connsiteY5" fmla="*/ 0 h 88098"/>
                <a:gd name="connsiteX6" fmla="*/ 70289 w 88181"/>
                <a:gd name="connsiteY6" fmla="*/ 33197 h 88098"/>
                <a:gd name="connsiteX7" fmla="*/ 40257 w 88181"/>
                <a:gd name="connsiteY7" fmla="*/ 67032 h 88098"/>
                <a:gd name="connsiteX8" fmla="*/ 35145 w 88181"/>
                <a:gd name="connsiteY8" fmla="*/ 68947 h 88098"/>
                <a:gd name="connsiteX9" fmla="*/ 35145 w 88181"/>
                <a:gd name="connsiteY9" fmla="*/ 68947 h 88098"/>
                <a:gd name="connsiteX10" fmla="*/ 30033 w 88181"/>
                <a:gd name="connsiteY10" fmla="*/ 67032 h 88098"/>
                <a:gd name="connsiteX11" fmla="*/ 17253 w 88181"/>
                <a:gd name="connsiteY11" fmla="*/ 52987 h 88098"/>
                <a:gd name="connsiteX12" fmla="*/ 17253 w 88181"/>
                <a:gd name="connsiteY12" fmla="*/ 44050 h 88098"/>
                <a:gd name="connsiteX13" fmla="*/ 26199 w 88181"/>
                <a:gd name="connsiteY13" fmla="*/ 44050 h 88098"/>
                <a:gd name="connsiteX14" fmla="*/ 26838 w 88181"/>
                <a:gd name="connsiteY14" fmla="*/ 44688 h 88098"/>
                <a:gd name="connsiteX15" fmla="*/ 34506 w 88181"/>
                <a:gd name="connsiteY15" fmla="*/ 53626 h 88098"/>
                <a:gd name="connsiteX16" fmla="*/ 60066 w 88181"/>
                <a:gd name="connsiteY16" fmla="*/ 24898 h 88098"/>
                <a:gd name="connsiteX17" fmla="*/ 69012 w 88181"/>
                <a:gd name="connsiteY17" fmla="*/ 23621 h 88098"/>
                <a:gd name="connsiteX18" fmla="*/ 70289 w 88181"/>
                <a:gd name="connsiteY18" fmla="*/ 33197 h 88098"/>
                <a:gd name="connsiteX19" fmla="*/ 70289 w 88181"/>
                <a:gd name="connsiteY19" fmla="*/ 33197 h 88098"/>
                <a:gd name="connsiteX20" fmla="*/ 70289 w 88181"/>
                <a:gd name="connsiteY20" fmla="*/ 33197 h 8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8181" h="88098">
                  <a:moveTo>
                    <a:pt x="44091" y="0"/>
                  </a:moveTo>
                  <a:cubicBezTo>
                    <a:pt x="19809" y="0"/>
                    <a:pt x="0" y="19790"/>
                    <a:pt x="0" y="44050"/>
                  </a:cubicBezTo>
                  <a:cubicBezTo>
                    <a:pt x="0" y="68309"/>
                    <a:pt x="19809" y="88099"/>
                    <a:pt x="44091" y="88099"/>
                  </a:cubicBezTo>
                  <a:cubicBezTo>
                    <a:pt x="68373" y="88099"/>
                    <a:pt x="88181" y="68309"/>
                    <a:pt x="88181" y="44050"/>
                  </a:cubicBezTo>
                  <a:cubicBezTo>
                    <a:pt x="88181" y="44050"/>
                    <a:pt x="88181" y="44050"/>
                    <a:pt x="88181" y="44050"/>
                  </a:cubicBezTo>
                  <a:cubicBezTo>
                    <a:pt x="88181" y="19790"/>
                    <a:pt x="68373" y="0"/>
                    <a:pt x="44091" y="0"/>
                  </a:cubicBezTo>
                  <a:close/>
                  <a:moveTo>
                    <a:pt x="70289" y="33197"/>
                  </a:moveTo>
                  <a:lnTo>
                    <a:pt x="40257" y="67032"/>
                  </a:lnTo>
                  <a:cubicBezTo>
                    <a:pt x="38978" y="68309"/>
                    <a:pt x="37062" y="68947"/>
                    <a:pt x="35145" y="68947"/>
                  </a:cubicBezTo>
                  <a:lnTo>
                    <a:pt x="35145" y="68947"/>
                  </a:lnTo>
                  <a:cubicBezTo>
                    <a:pt x="33228" y="68947"/>
                    <a:pt x="31311" y="68309"/>
                    <a:pt x="30033" y="67032"/>
                  </a:cubicBezTo>
                  <a:lnTo>
                    <a:pt x="17253" y="52987"/>
                  </a:lnTo>
                  <a:cubicBezTo>
                    <a:pt x="14697" y="50434"/>
                    <a:pt x="14697" y="46603"/>
                    <a:pt x="17253" y="44050"/>
                  </a:cubicBezTo>
                  <a:cubicBezTo>
                    <a:pt x="19809" y="41496"/>
                    <a:pt x="23643" y="41496"/>
                    <a:pt x="26199" y="44050"/>
                  </a:cubicBezTo>
                  <a:cubicBezTo>
                    <a:pt x="26199" y="44050"/>
                    <a:pt x="26838" y="44688"/>
                    <a:pt x="26838" y="44688"/>
                  </a:cubicBezTo>
                  <a:lnTo>
                    <a:pt x="34506" y="53626"/>
                  </a:lnTo>
                  <a:lnTo>
                    <a:pt x="60066" y="24898"/>
                  </a:lnTo>
                  <a:cubicBezTo>
                    <a:pt x="61983" y="22344"/>
                    <a:pt x="66456" y="21706"/>
                    <a:pt x="69012" y="23621"/>
                  </a:cubicBezTo>
                  <a:cubicBezTo>
                    <a:pt x="72845" y="25536"/>
                    <a:pt x="72845" y="30005"/>
                    <a:pt x="70289" y="33197"/>
                  </a:cubicBezTo>
                  <a:cubicBezTo>
                    <a:pt x="70928" y="32558"/>
                    <a:pt x="70289" y="32558"/>
                    <a:pt x="70289" y="33197"/>
                  </a:cubicBezTo>
                  <a:lnTo>
                    <a:pt x="70289" y="33197"/>
                  </a:lnTo>
                  <a:close/>
                </a:path>
              </a:pathLst>
            </a:custGeom>
            <a:solidFill>
              <a:srgbClr val="00ABAB"/>
            </a:solidFill>
            <a:ln w="6390" cap="flat">
              <a:noFill/>
              <a:prstDash val="solid"/>
              <a:miter/>
            </a:ln>
          </p:spPr>
          <p:txBody>
            <a:bodyPr rtlCol="0" anchor="ctr"/>
            <a:lstStyle/>
            <a:p>
              <a:endParaRPr lang="en-US"/>
            </a:p>
          </p:txBody>
        </p:sp>
        <p:sp>
          <p:nvSpPr>
            <p:cNvPr id="1885" name="Graphic 1100">
              <a:extLst>
                <a:ext uri="{FF2B5EF4-FFF2-40B4-BE49-F238E27FC236}">
                  <a16:creationId xmlns:a16="http://schemas.microsoft.com/office/drawing/2014/main" id="{38FBD85C-CC5D-9042-9AA4-3C93434D31D2}"/>
                </a:ext>
              </a:extLst>
            </p:cNvPr>
            <p:cNvSpPr/>
            <p:nvPr/>
          </p:nvSpPr>
          <p:spPr>
            <a:xfrm>
              <a:off x="7193791" y="4312706"/>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171250 w 361670"/>
                <a:gd name="connsiteY7" fmla="*/ 238122 h 361971"/>
                <a:gd name="connsiteX8" fmla="*/ 177640 w 361670"/>
                <a:gd name="connsiteY8" fmla="*/ 244506 h 361971"/>
                <a:gd name="connsiteX9" fmla="*/ 171250 w 361670"/>
                <a:gd name="connsiteY9" fmla="*/ 250890 h 361971"/>
                <a:gd name="connsiteX10" fmla="*/ 73484 w 361670"/>
                <a:gd name="connsiteY10" fmla="*/ 250890 h 361971"/>
                <a:gd name="connsiteX11" fmla="*/ 67094 w 361670"/>
                <a:gd name="connsiteY11" fmla="*/ 244506 h 361971"/>
                <a:gd name="connsiteX12" fmla="*/ 67094 w 361670"/>
                <a:gd name="connsiteY12" fmla="*/ 103421 h 361971"/>
                <a:gd name="connsiteX13" fmla="*/ 79874 w 361670"/>
                <a:gd name="connsiteY13" fmla="*/ 90653 h 361971"/>
                <a:gd name="connsiteX14" fmla="*/ 120769 w 361670"/>
                <a:gd name="connsiteY14" fmla="*/ 90653 h 361971"/>
                <a:gd name="connsiteX15" fmla="*/ 124604 w 361670"/>
                <a:gd name="connsiteY15" fmla="*/ 91930 h 361971"/>
                <a:gd name="connsiteX16" fmla="*/ 146329 w 361670"/>
                <a:gd name="connsiteY16" fmla="*/ 109805 h 361971"/>
                <a:gd name="connsiteX17" fmla="*/ 258153 w 361670"/>
                <a:gd name="connsiteY17" fmla="*/ 109805 h 361971"/>
                <a:gd name="connsiteX18" fmla="*/ 275406 w 361670"/>
                <a:gd name="connsiteY18" fmla="*/ 126403 h 361971"/>
                <a:gd name="connsiteX19" fmla="*/ 275406 w 361670"/>
                <a:gd name="connsiteY19" fmla="*/ 126403 h 361971"/>
                <a:gd name="connsiteX20" fmla="*/ 275406 w 361670"/>
                <a:gd name="connsiteY20" fmla="*/ 150024 h 361971"/>
                <a:gd name="connsiteX21" fmla="*/ 269016 w 361670"/>
                <a:gd name="connsiteY21" fmla="*/ 156408 h 361971"/>
                <a:gd name="connsiteX22" fmla="*/ 262626 w 361670"/>
                <a:gd name="connsiteY22" fmla="*/ 150024 h 361971"/>
                <a:gd name="connsiteX23" fmla="*/ 262626 w 361670"/>
                <a:gd name="connsiteY23" fmla="*/ 126403 h 361971"/>
                <a:gd name="connsiteX24" fmla="*/ 258153 w 361670"/>
                <a:gd name="connsiteY24" fmla="*/ 121934 h 361971"/>
                <a:gd name="connsiteX25" fmla="*/ 258153 w 361670"/>
                <a:gd name="connsiteY25" fmla="*/ 121934 h 361971"/>
                <a:gd name="connsiteX26" fmla="*/ 144412 w 361670"/>
                <a:gd name="connsiteY26" fmla="*/ 121934 h 361971"/>
                <a:gd name="connsiteX27" fmla="*/ 140579 w 361670"/>
                <a:gd name="connsiteY27" fmla="*/ 120657 h 361971"/>
                <a:gd name="connsiteX28" fmla="*/ 118853 w 361670"/>
                <a:gd name="connsiteY28" fmla="*/ 102782 h 361971"/>
                <a:gd name="connsiteX29" fmla="*/ 79874 w 361670"/>
                <a:gd name="connsiteY29" fmla="*/ 102782 h 361971"/>
                <a:gd name="connsiteX30" fmla="*/ 79874 w 361670"/>
                <a:gd name="connsiteY30" fmla="*/ 237484 h 361971"/>
                <a:gd name="connsiteX31" fmla="*/ 171250 w 361670"/>
                <a:gd name="connsiteY31" fmla="*/ 238122 h 361971"/>
                <a:gd name="connsiteX32" fmla="*/ 237705 w 361670"/>
                <a:gd name="connsiteY32" fmla="*/ 271319 h 361971"/>
                <a:gd name="connsiteX33" fmla="*/ 180835 w 361670"/>
                <a:gd name="connsiteY33" fmla="*/ 214502 h 361971"/>
                <a:gd name="connsiteX34" fmla="*/ 237705 w 361670"/>
                <a:gd name="connsiteY34" fmla="*/ 157684 h 361971"/>
                <a:gd name="connsiteX35" fmla="*/ 294576 w 361670"/>
                <a:gd name="connsiteY35" fmla="*/ 214502 h 361971"/>
                <a:gd name="connsiteX36" fmla="*/ 237705 w 361670"/>
                <a:gd name="connsiteY36" fmla="*/ 271319 h 361971"/>
                <a:gd name="connsiteX37" fmla="*/ 237705 w 361670"/>
                <a:gd name="connsiteY37" fmla="*/ 27131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1670"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1670" y="81077"/>
                    <a:pt x="280518" y="0"/>
                    <a:pt x="180835" y="0"/>
                  </a:cubicBezTo>
                  <a:cubicBezTo>
                    <a:pt x="180835" y="0"/>
                    <a:pt x="180835" y="0"/>
                    <a:pt x="180835" y="0"/>
                  </a:cubicBezTo>
                  <a:close/>
                  <a:moveTo>
                    <a:pt x="171250" y="238122"/>
                  </a:moveTo>
                  <a:cubicBezTo>
                    <a:pt x="175084" y="238122"/>
                    <a:pt x="177640" y="240676"/>
                    <a:pt x="177640" y="244506"/>
                  </a:cubicBezTo>
                  <a:cubicBezTo>
                    <a:pt x="177640" y="248337"/>
                    <a:pt x="175084" y="250890"/>
                    <a:pt x="171250" y="250890"/>
                  </a:cubicBezTo>
                  <a:lnTo>
                    <a:pt x="73484" y="250890"/>
                  </a:lnTo>
                  <a:cubicBezTo>
                    <a:pt x="69650" y="250890"/>
                    <a:pt x="67094" y="248337"/>
                    <a:pt x="67094" y="244506"/>
                  </a:cubicBezTo>
                  <a:lnTo>
                    <a:pt x="67094" y="103421"/>
                  </a:lnTo>
                  <a:cubicBezTo>
                    <a:pt x="67094" y="96398"/>
                    <a:pt x="72845" y="90653"/>
                    <a:pt x="79874" y="90653"/>
                  </a:cubicBezTo>
                  <a:lnTo>
                    <a:pt x="120769" y="90653"/>
                  </a:lnTo>
                  <a:cubicBezTo>
                    <a:pt x="122048" y="90653"/>
                    <a:pt x="123964" y="91291"/>
                    <a:pt x="124604" y="91930"/>
                  </a:cubicBezTo>
                  <a:lnTo>
                    <a:pt x="146329" y="109805"/>
                  </a:lnTo>
                  <a:lnTo>
                    <a:pt x="258153" y="109805"/>
                  </a:lnTo>
                  <a:cubicBezTo>
                    <a:pt x="267738" y="109805"/>
                    <a:pt x="275406" y="117465"/>
                    <a:pt x="275406" y="126403"/>
                  </a:cubicBezTo>
                  <a:lnTo>
                    <a:pt x="275406" y="126403"/>
                  </a:lnTo>
                  <a:lnTo>
                    <a:pt x="275406" y="150024"/>
                  </a:lnTo>
                  <a:cubicBezTo>
                    <a:pt x="275406" y="153854"/>
                    <a:pt x="272850" y="156408"/>
                    <a:pt x="269016" y="156408"/>
                  </a:cubicBezTo>
                  <a:cubicBezTo>
                    <a:pt x="265182" y="156408"/>
                    <a:pt x="262626" y="153854"/>
                    <a:pt x="262626" y="150024"/>
                  </a:cubicBezTo>
                  <a:lnTo>
                    <a:pt x="262626" y="126403"/>
                  </a:lnTo>
                  <a:cubicBezTo>
                    <a:pt x="262626" y="123849"/>
                    <a:pt x="260709" y="121934"/>
                    <a:pt x="258153" y="121934"/>
                  </a:cubicBezTo>
                  <a:lnTo>
                    <a:pt x="258153" y="121934"/>
                  </a:lnTo>
                  <a:lnTo>
                    <a:pt x="144412" y="121934"/>
                  </a:lnTo>
                  <a:cubicBezTo>
                    <a:pt x="143134" y="121934"/>
                    <a:pt x="141856" y="121296"/>
                    <a:pt x="140579" y="120657"/>
                  </a:cubicBezTo>
                  <a:lnTo>
                    <a:pt x="118853" y="102782"/>
                  </a:lnTo>
                  <a:lnTo>
                    <a:pt x="79874" y="102782"/>
                  </a:lnTo>
                  <a:lnTo>
                    <a:pt x="79874" y="237484"/>
                  </a:lnTo>
                  <a:lnTo>
                    <a:pt x="171250" y="238122"/>
                  </a:lnTo>
                  <a:close/>
                  <a:moveTo>
                    <a:pt x="237705" y="271319"/>
                  </a:moveTo>
                  <a:cubicBezTo>
                    <a:pt x="206395" y="271319"/>
                    <a:pt x="180835" y="245783"/>
                    <a:pt x="180835" y="214502"/>
                  </a:cubicBezTo>
                  <a:cubicBezTo>
                    <a:pt x="180835" y="183220"/>
                    <a:pt x="206395" y="157684"/>
                    <a:pt x="237705" y="157684"/>
                  </a:cubicBezTo>
                  <a:cubicBezTo>
                    <a:pt x="269016" y="157684"/>
                    <a:pt x="294576" y="183220"/>
                    <a:pt x="294576" y="214502"/>
                  </a:cubicBezTo>
                  <a:cubicBezTo>
                    <a:pt x="293937" y="245783"/>
                    <a:pt x="269016" y="271319"/>
                    <a:pt x="237705" y="271319"/>
                  </a:cubicBezTo>
                  <a:lnTo>
                    <a:pt x="237705" y="271319"/>
                  </a:lnTo>
                  <a:close/>
                </a:path>
              </a:pathLst>
            </a:custGeom>
            <a:solidFill>
              <a:srgbClr val="00ABAB"/>
            </a:solidFill>
            <a:ln w="6390" cap="flat">
              <a:noFill/>
              <a:prstDash val="solid"/>
              <a:miter/>
            </a:ln>
          </p:spPr>
          <p:txBody>
            <a:bodyPr rtlCol="0" anchor="ctr"/>
            <a:lstStyle/>
            <a:p>
              <a:endParaRPr lang="en-US"/>
            </a:p>
          </p:txBody>
        </p:sp>
      </p:grpSp>
      <p:grpSp>
        <p:nvGrpSpPr>
          <p:cNvPr id="1886" name="Graphic 1100">
            <a:extLst>
              <a:ext uri="{FF2B5EF4-FFF2-40B4-BE49-F238E27FC236}">
                <a16:creationId xmlns:a16="http://schemas.microsoft.com/office/drawing/2014/main" id="{9D1F1FD9-6238-CC4B-8206-3614828F4866}"/>
              </a:ext>
            </a:extLst>
          </p:cNvPr>
          <p:cNvGrpSpPr/>
          <p:nvPr/>
        </p:nvGrpSpPr>
        <p:grpSpPr>
          <a:xfrm>
            <a:off x="8241101" y="1897007"/>
            <a:ext cx="361671" cy="361971"/>
            <a:chOff x="8241101" y="1897007"/>
            <a:chExt cx="361671" cy="361971"/>
          </a:xfrm>
          <a:solidFill>
            <a:srgbClr val="00ABAB"/>
          </a:solidFill>
        </p:grpSpPr>
        <p:sp>
          <p:nvSpPr>
            <p:cNvPr id="1887" name="Graphic 1100">
              <a:extLst>
                <a:ext uri="{FF2B5EF4-FFF2-40B4-BE49-F238E27FC236}">
                  <a16:creationId xmlns:a16="http://schemas.microsoft.com/office/drawing/2014/main" id="{10AFF97D-088D-F64F-8D37-0DB371EA58F2}"/>
                </a:ext>
              </a:extLst>
            </p:cNvPr>
            <p:cNvSpPr/>
            <p:nvPr/>
          </p:nvSpPr>
          <p:spPr>
            <a:xfrm>
              <a:off x="8329921" y="2057883"/>
              <a:ext cx="183391" cy="87460"/>
            </a:xfrm>
            <a:custGeom>
              <a:avLst/>
              <a:gdLst>
                <a:gd name="connsiteX0" fmla="*/ 166777 w 183391"/>
                <a:gd name="connsiteY0" fmla="*/ 0 h 87460"/>
                <a:gd name="connsiteX1" fmla="*/ 166777 w 183391"/>
                <a:gd name="connsiteY1" fmla="*/ 0 h 87460"/>
                <a:gd name="connsiteX2" fmla="*/ 0 w 183391"/>
                <a:gd name="connsiteY2" fmla="*/ 0 h 87460"/>
                <a:gd name="connsiteX3" fmla="*/ 0 w 183391"/>
                <a:gd name="connsiteY3" fmla="*/ 87460 h 87460"/>
                <a:gd name="connsiteX4" fmla="*/ 183392 w 183391"/>
                <a:gd name="connsiteY4" fmla="*/ 87460 h 87460"/>
                <a:gd name="connsiteX5" fmla="*/ 183392 w 183391"/>
                <a:gd name="connsiteY5" fmla="*/ 0 h 8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391" h="87460">
                  <a:moveTo>
                    <a:pt x="166777" y="0"/>
                  </a:moveTo>
                  <a:lnTo>
                    <a:pt x="166777" y="0"/>
                  </a:lnTo>
                  <a:lnTo>
                    <a:pt x="0" y="0"/>
                  </a:lnTo>
                  <a:lnTo>
                    <a:pt x="0" y="87460"/>
                  </a:lnTo>
                  <a:lnTo>
                    <a:pt x="183392" y="87460"/>
                  </a:lnTo>
                  <a:lnTo>
                    <a:pt x="183392" y="0"/>
                  </a:lnTo>
                  <a:close/>
                </a:path>
              </a:pathLst>
            </a:custGeom>
            <a:solidFill>
              <a:srgbClr val="00ABAB"/>
            </a:solidFill>
            <a:ln w="6390" cap="flat">
              <a:noFill/>
              <a:prstDash val="solid"/>
              <a:miter/>
            </a:ln>
          </p:spPr>
          <p:txBody>
            <a:bodyPr rtlCol="0" anchor="ctr"/>
            <a:lstStyle/>
            <a:p>
              <a:endParaRPr lang="en-US"/>
            </a:p>
          </p:txBody>
        </p:sp>
        <p:sp>
          <p:nvSpPr>
            <p:cNvPr id="1888" name="Graphic 1100">
              <a:extLst>
                <a:ext uri="{FF2B5EF4-FFF2-40B4-BE49-F238E27FC236}">
                  <a16:creationId xmlns:a16="http://schemas.microsoft.com/office/drawing/2014/main" id="{034CDE2E-2403-B842-90C4-325CBBCD4B93}"/>
                </a:ext>
              </a:extLst>
            </p:cNvPr>
            <p:cNvSpPr/>
            <p:nvPr/>
          </p:nvSpPr>
          <p:spPr>
            <a:xfrm>
              <a:off x="8417464" y="2025203"/>
              <a:ext cx="69010" cy="19912"/>
            </a:xfrm>
            <a:custGeom>
              <a:avLst/>
              <a:gdLst>
                <a:gd name="connsiteX0" fmla="*/ 62621 w 69010"/>
                <a:gd name="connsiteY0" fmla="*/ 4591 h 19912"/>
                <a:gd name="connsiteX1" fmla="*/ 55592 w 69010"/>
                <a:gd name="connsiteY1" fmla="*/ 122 h 19912"/>
                <a:gd name="connsiteX2" fmla="*/ 0 w 69010"/>
                <a:gd name="connsiteY2" fmla="*/ 19913 h 19912"/>
                <a:gd name="connsiteX3" fmla="*/ 69011 w 69010"/>
                <a:gd name="connsiteY3" fmla="*/ 19913 h 19912"/>
                <a:gd name="connsiteX4" fmla="*/ 62621 w 69010"/>
                <a:gd name="connsiteY4" fmla="*/ 4591 h 19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010" h="19912">
                  <a:moveTo>
                    <a:pt x="62621" y="4591"/>
                  </a:moveTo>
                  <a:cubicBezTo>
                    <a:pt x="61343" y="1399"/>
                    <a:pt x="58787" y="-516"/>
                    <a:pt x="55592" y="122"/>
                  </a:cubicBezTo>
                  <a:lnTo>
                    <a:pt x="0" y="19913"/>
                  </a:lnTo>
                  <a:lnTo>
                    <a:pt x="69011" y="19913"/>
                  </a:lnTo>
                  <a:lnTo>
                    <a:pt x="62621" y="4591"/>
                  </a:lnTo>
                  <a:close/>
                </a:path>
              </a:pathLst>
            </a:custGeom>
            <a:solidFill>
              <a:srgbClr val="00ABAB"/>
            </a:solidFill>
            <a:ln w="6390" cap="flat">
              <a:noFill/>
              <a:prstDash val="solid"/>
              <a:miter/>
            </a:ln>
          </p:spPr>
          <p:txBody>
            <a:bodyPr rtlCol="0" anchor="ctr"/>
            <a:lstStyle/>
            <a:p>
              <a:endParaRPr lang="en-US"/>
            </a:p>
          </p:txBody>
        </p:sp>
        <p:sp>
          <p:nvSpPr>
            <p:cNvPr id="1889" name="Graphic 1100">
              <a:extLst>
                <a:ext uri="{FF2B5EF4-FFF2-40B4-BE49-F238E27FC236}">
                  <a16:creationId xmlns:a16="http://schemas.microsoft.com/office/drawing/2014/main" id="{623F0C9B-AC78-034A-B4B9-F9231BEA82C5}"/>
                </a:ext>
              </a:extLst>
            </p:cNvPr>
            <p:cNvSpPr/>
            <p:nvPr/>
          </p:nvSpPr>
          <p:spPr>
            <a:xfrm>
              <a:off x="8241101" y="1897007"/>
              <a:ext cx="361671" cy="361971"/>
            </a:xfrm>
            <a:custGeom>
              <a:avLst/>
              <a:gdLst>
                <a:gd name="connsiteX0" fmla="*/ 180836 w 361671"/>
                <a:gd name="connsiteY0" fmla="*/ 0 h 361971"/>
                <a:gd name="connsiteX1" fmla="*/ 0 w 361671"/>
                <a:gd name="connsiteY1" fmla="*/ 180667 h 361971"/>
                <a:gd name="connsiteX2" fmla="*/ 180836 w 361671"/>
                <a:gd name="connsiteY2" fmla="*/ 361972 h 361971"/>
                <a:gd name="connsiteX3" fmla="*/ 361671 w 361671"/>
                <a:gd name="connsiteY3" fmla="*/ 181305 h 361971"/>
                <a:gd name="connsiteX4" fmla="*/ 361671 w 361671"/>
                <a:gd name="connsiteY4" fmla="*/ 181305 h 361971"/>
                <a:gd name="connsiteX5" fmla="*/ 180836 w 361671"/>
                <a:gd name="connsiteY5" fmla="*/ 0 h 361971"/>
                <a:gd name="connsiteX6" fmla="*/ 180836 w 361671"/>
                <a:gd name="connsiteY6" fmla="*/ 0 h 361971"/>
                <a:gd name="connsiteX7" fmla="*/ 284992 w 361671"/>
                <a:gd name="connsiteY7" fmla="*/ 254721 h 361971"/>
                <a:gd name="connsiteX8" fmla="*/ 278602 w 361671"/>
                <a:gd name="connsiteY8" fmla="*/ 261105 h 361971"/>
                <a:gd name="connsiteX9" fmla="*/ 82430 w 361671"/>
                <a:gd name="connsiteY9" fmla="*/ 261105 h 361971"/>
                <a:gd name="connsiteX10" fmla="*/ 76040 w 361671"/>
                <a:gd name="connsiteY10" fmla="*/ 254721 h 361971"/>
                <a:gd name="connsiteX11" fmla="*/ 76040 w 361671"/>
                <a:gd name="connsiteY11" fmla="*/ 154492 h 361971"/>
                <a:gd name="connsiteX12" fmla="*/ 76040 w 361671"/>
                <a:gd name="connsiteY12" fmla="*/ 154492 h 361971"/>
                <a:gd name="connsiteX13" fmla="*/ 76040 w 361671"/>
                <a:gd name="connsiteY13" fmla="*/ 113635 h 361971"/>
                <a:gd name="connsiteX14" fmla="*/ 88820 w 361671"/>
                <a:gd name="connsiteY14" fmla="*/ 100867 h 361971"/>
                <a:gd name="connsiteX15" fmla="*/ 129716 w 361671"/>
                <a:gd name="connsiteY15" fmla="*/ 100867 h 361971"/>
                <a:gd name="connsiteX16" fmla="*/ 133550 w 361671"/>
                <a:gd name="connsiteY16" fmla="*/ 102144 h 361971"/>
                <a:gd name="connsiteX17" fmla="*/ 155276 w 361671"/>
                <a:gd name="connsiteY17" fmla="*/ 120019 h 361971"/>
                <a:gd name="connsiteX18" fmla="*/ 169973 w 361671"/>
                <a:gd name="connsiteY18" fmla="*/ 120019 h 361971"/>
                <a:gd name="connsiteX19" fmla="*/ 176363 w 361671"/>
                <a:gd name="connsiteY19" fmla="*/ 126403 h 361971"/>
                <a:gd name="connsiteX20" fmla="*/ 169973 w 361671"/>
                <a:gd name="connsiteY20" fmla="*/ 132787 h 361971"/>
                <a:gd name="connsiteX21" fmla="*/ 152720 w 361671"/>
                <a:gd name="connsiteY21" fmla="*/ 132787 h 361971"/>
                <a:gd name="connsiteX22" fmla="*/ 148886 w 361671"/>
                <a:gd name="connsiteY22" fmla="*/ 131510 h 361971"/>
                <a:gd name="connsiteX23" fmla="*/ 127160 w 361671"/>
                <a:gd name="connsiteY23" fmla="*/ 113635 h 361971"/>
                <a:gd name="connsiteX24" fmla="*/ 88181 w 361671"/>
                <a:gd name="connsiteY24" fmla="*/ 113635 h 361971"/>
                <a:gd name="connsiteX25" fmla="*/ 88181 w 361671"/>
                <a:gd name="connsiteY25" fmla="*/ 148747 h 361971"/>
                <a:gd name="connsiteX26" fmla="*/ 137384 w 361671"/>
                <a:gd name="connsiteY26" fmla="*/ 148747 h 361971"/>
                <a:gd name="connsiteX27" fmla="*/ 226843 w 361671"/>
                <a:gd name="connsiteY27" fmla="*/ 116827 h 361971"/>
                <a:gd name="connsiteX28" fmla="*/ 249847 w 361671"/>
                <a:gd name="connsiteY28" fmla="*/ 127680 h 361971"/>
                <a:gd name="connsiteX29" fmla="*/ 258792 w 361671"/>
                <a:gd name="connsiteY29" fmla="*/ 148108 h 361971"/>
                <a:gd name="connsiteX30" fmla="*/ 270934 w 361671"/>
                <a:gd name="connsiteY30" fmla="*/ 148108 h 361971"/>
                <a:gd name="connsiteX31" fmla="*/ 270934 w 361671"/>
                <a:gd name="connsiteY31" fmla="*/ 136617 h 361971"/>
                <a:gd name="connsiteX32" fmla="*/ 266461 w 361671"/>
                <a:gd name="connsiteY32" fmla="*/ 132787 h 361971"/>
                <a:gd name="connsiteX33" fmla="*/ 266461 w 361671"/>
                <a:gd name="connsiteY33" fmla="*/ 132787 h 361971"/>
                <a:gd name="connsiteX34" fmla="*/ 261349 w 361671"/>
                <a:gd name="connsiteY34" fmla="*/ 132787 h 361971"/>
                <a:gd name="connsiteX35" fmla="*/ 254959 w 361671"/>
                <a:gd name="connsiteY35" fmla="*/ 126403 h 361971"/>
                <a:gd name="connsiteX36" fmla="*/ 261349 w 361671"/>
                <a:gd name="connsiteY36" fmla="*/ 120019 h 361971"/>
                <a:gd name="connsiteX37" fmla="*/ 266461 w 361671"/>
                <a:gd name="connsiteY37" fmla="*/ 120019 h 361971"/>
                <a:gd name="connsiteX38" fmla="*/ 283713 w 361671"/>
                <a:gd name="connsiteY38" fmla="*/ 136617 h 361971"/>
                <a:gd name="connsiteX39" fmla="*/ 283713 w 361671"/>
                <a:gd name="connsiteY39" fmla="*/ 136617 h 361971"/>
                <a:gd name="connsiteX40" fmla="*/ 284992 w 361671"/>
                <a:gd name="connsiteY40" fmla="*/ 25472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1671" h="361971">
                  <a:moveTo>
                    <a:pt x="180836" y="0"/>
                  </a:moveTo>
                  <a:cubicBezTo>
                    <a:pt x="80514" y="0"/>
                    <a:pt x="0" y="81077"/>
                    <a:pt x="0" y="180667"/>
                  </a:cubicBezTo>
                  <a:cubicBezTo>
                    <a:pt x="0" y="280895"/>
                    <a:pt x="81153" y="361972"/>
                    <a:pt x="180836" y="361972"/>
                  </a:cubicBezTo>
                  <a:cubicBezTo>
                    <a:pt x="281157" y="361972"/>
                    <a:pt x="361671" y="280895"/>
                    <a:pt x="361671" y="181305"/>
                  </a:cubicBezTo>
                  <a:cubicBezTo>
                    <a:pt x="361671" y="181305"/>
                    <a:pt x="361671" y="181305"/>
                    <a:pt x="361671" y="181305"/>
                  </a:cubicBezTo>
                  <a:cubicBezTo>
                    <a:pt x="361671" y="81077"/>
                    <a:pt x="281157" y="0"/>
                    <a:pt x="180836" y="0"/>
                  </a:cubicBezTo>
                  <a:cubicBezTo>
                    <a:pt x="180836" y="0"/>
                    <a:pt x="180836" y="0"/>
                    <a:pt x="180836" y="0"/>
                  </a:cubicBezTo>
                  <a:close/>
                  <a:moveTo>
                    <a:pt x="284992" y="254721"/>
                  </a:moveTo>
                  <a:cubicBezTo>
                    <a:pt x="284992" y="258551"/>
                    <a:pt x="282436" y="261105"/>
                    <a:pt x="278602" y="261105"/>
                  </a:cubicBezTo>
                  <a:lnTo>
                    <a:pt x="82430" y="261105"/>
                  </a:lnTo>
                  <a:cubicBezTo>
                    <a:pt x="78597" y="261105"/>
                    <a:pt x="76040" y="258551"/>
                    <a:pt x="76040" y="254721"/>
                  </a:cubicBezTo>
                  <a:lnTo>
                    <a:pt x="76040" y="154492"/>
                  </a:lnTo>
                  <a:lnTo>
                    <a:pt x="76040" y="154492"/>
                  </a:lnTo>
                  <a:lnTo>
                    <a:pt x="76040" y="113635"/>
                  </a:lnTo>
                  <a:cubicBezTo>
                    <a:pt x="76040" y="106613"/>
                    <a:pt x="81792" y="100867"/>
                    <a:pt x="88820" y="100867"/>
                  </a:cubicBezTo>
                  <a:lnTo>
                    <a:pt x="129716" y="100867"/>
                  </a:lnTo>
                  <a:cubicBezTo>
                    <a:pt x="130994" y="100867"/>
                    <a:pt x="132911" y="101505"/>
                    <a:pt x="133550" y="102144"/>
                  </a:cubicBezTo>
                  <a:lnTo>
                    <a:pt x="155276" y="120019"/>
                  </a:lnTo>
                  <a:lnTo>
                    <a:pt x="169973" y="120019"/>
                  </a:lnTo>
                  <a:cubicBezTo>
                    <a:pt x="173807" y="120019"/>
                    <a:pt x="176363" y="122573"/>
                    <a:pt x="176363" y="126403"/>
                  </a:cubicBezTo>
                  <a:cubicBezTo>
                    <a:pt x="176363" y="130233"/>
                    <a:pt x="173807" y="132787"/>
                    <a:pt x="169973" y="132787"/>
                  </a:cubicBezTo>
                  <a:lnTo>
                    <a:pt x="152720" y="132787"/>
                  </a:lnTo>
                  <a:cubicBezTo>
                    <a:pt x="151442" y="132787"/>
                    <a:pt x="149525" y="132149"/>
                    <a:pt x="148886" y="131510"/>
                  </a:cubicBezTo>
                  <a:lnTo>
                    <a:pt x="127160" y="113635"/>
                  </a:lnTo>
                  <a:lnTo>
                    <a:pt x="88181" y="113635"/>
                  </a:lnTo>
                  <a:lnTo>
                    <a:pt x="88181" y="148747"/>
                  </a:lnTo>
                  <a:lnTo>
                    <a:pt x="137384" y="148747"/>
                  </a:lnTo>
                  <a:lnTo>
                    <a:pt x="226843" y="116827"/>
                  </a:lnTo>
                  <a:cubicBezTo>
                    <a:pt x="236428" y="113635"/>
                    <a:pt x="246013" y="118742"/>
                    <a:pt x="249847" y="127680"/>
                  </a:cubicBezTo>
                  <a:lnTo>
                    <a:pt x="258792" y="148108"/>
                  </a:lnTo>
                  <a:lnTo>
                    <a:pt x="270934" y="148108"/>
                  </a:lnTo>
                  <a:lnTo>
                    <a:pt x="270934" y="136617"/>
                  </a:lnTo>
                  <a:cubicBezTo>
                    <a:pt x="270934" y="134064"/>
                    <a:pt x="269017" y="132787"/>
                    <a:pt x="266461" y="132787"/>
                  </a:cubicBezTo>
                  <a:lnTo>
                    <a:pt x="266461" y="132787"/>
                  </a:lnTo>
                  <a:lnTo>
                    <a:pt x="261349" y="132787"/>
                  </a:lnTo>
                  <a:cubicBezTo>
                    <a:pt x="257515" y="132787"/>
                    <a:pt x="254959" y="130233"/>
                    <a:pt x="254959" y="126403"/>
                  </a:cubicBezTo>
                  <a:cubicBezTo>
                    <a:pt x="254959" y="122573"/>
                    <a:pt x="257515" y="120019"/>
                    <a:pt x="261349" y="120019"/>
                  </a:cubicBezTo>
                  <a:lnTo>
                    <a:pt x="266461" y="120019"/>
                  </a:lnTo>
                  <a:cubicBezTo>
                    <a:pt x="276046" y="120019"/>
                    <a:pt x="283713" y="127680"/>
                    <a:pt x="283713" y="136617"/>
                  </a:cubicBezTo>
                  <a:cubicBezTo>
                    <a:pt x="283713" y="136617"/>
                    <a:pt x="283713" y="136617"/>
                    <a:pt x="283713" y="136617"/>
                  </a:cubicBezTo>
                  <a:lnTo>
                    <a:pt x="284992" y="254721"/>
                  </a:lnTo>
                  <a:close/>
                </a:path>
              </a:pathLst>
            </a:custGeom>
            <a:solidFill>
              <a:srgbClr val="00ABAB"/>
            </a:solidFill>
            <a:ln w="6390" cap="flat">
              <a:noFill/>
              <a:prstDash val="solid"/>
              <a:miter/>
            </a:ln>
          </p:spPr>
          <p:txBody>
            <a:bodyPr rtlCol="0" anchor="ctr"/>
            <a:lstStyle/>
            <a:p>
              <a:endParaRPr lang="en-US"/>
            </a:p>
          </p:txBody>
        </p:sp>
      </p:grpSp>
      <p:grpSp>
        <p:nvGrpSpPr>
          <p:cNvPr id="10" name="Group 9">
            <a:extLst>
              <a:ext uri="{FF2B5EF4-FFF2-40B4-BE49-F238E27FC236}">
                <a16:creationId xmlns:a16="http://schemas.microsoft.com/office/drawing/2014/main" id="{A4F62FB1-E954-CA49-8382-E4F23E835EF8}"/>
              </a:ext>
            </a:extLst>
          </p:cNvPr>
          <p:cNvGrpSpPr/>
          <p:nvPr/>
        </p:nvGrpSpPr>
        <p:grpSpPr>
          <a:xfrm>
            <a:off x="9887788" y="3343617"/>
            <a:ext cx="361674" cy="361971"/>
            <a:chOff x="9887788" y="3343617"/>
            <a:chExt cx="361674" cy="361971"/>
          </a:xfrm>
        </p:grpSpPr>
        <p:sp>
          <p:nvSpPr>
            <p:cNvPr id="1890" name="Graphic 1100">
              <a:extLst>
                <a:ext uri="{FF2B5EF4-FFF2-40B4-BE49-F238E27FC236}">
                  <a16:creationId xmlns:a16="http://schemas.microsoft.com/office/drawing/2014/main" id="{619104B7-EA8C-1443-B983-321AA79EB1B0}"/>
                </a:ext>
              </a:extLst>
            </p:cNvPr>
            <p:cNvSpPr/>
            <p:nvPr/>
          </p:nvSpPr>
          <p:spPr>
            <a:xfrm>
              <a:off x="9887788" y="3343617"/>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 name="connsiteX13" fmla="*/ 180835 w 361674"/>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4" h="361971">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2309" y="81077"/>
                    <a:pt x="281157" y="0"/>
                    <a:pt x="180835" y="0"/>
                  </a:cubicBezTo>
                  <a:cubicBezTo>
                    <a:pt x="180835" y="0"/>
                    <a:pt x="180835" y="0"/>
                    <a:pt x="180835" y="0"/>
                  </a:cubicBezTo>
                  <a:close/>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lnTo>
                    <a:pt x="348890" y="180667"/>
                  </a:lnTo>
                  <a:cubicBezTo>
                    <a:pt x="349529" y="273873"/>
                    <a:pt x="274128" y="349204"/>
                    <a:pt x="180835" y="349204"/>
                  </a:cubicBezTo>
                  <a:lnTo>
                    <a:pt x="180835" y="349204"/>
                  </a:lnTo>
                  <a:close/>
                </a:path>
              </a:pathLst>
            </a:custGeom>
            <a:solidFill>
              <a:srgbClr val="00ABAB"/>
            </a:solidFill>
            <a:ln w="6390" cap="flat">
              <a:noFill/>
              <a:prstDash val="solid"/>
              <a:miter/>
            </a:ln>
          </p:spPr>
          <p:txBody>
            <a:bodyPr rtlCol="0" anchor="ctr"/>
            <a:lstStyle/>
            <a:p>
              <a:endParaRPr lang="en-US"/>
            </a:p>
          </p:txBody>
        </p:sp>
        <p:sp>
          <p:nvSpPr>
            <p:cNvPr id="1891" name="Graphic 1100">
              <a:extLst>
                <a:ext uri="{FF2B5EF4-FFF2-40B4-BE49-F238E27FC236}">
                  <a16:creationId xmlns:a16="http://schemas.microsoft.com/office/drawing/2014/main" id="{C42CD577-CB36-5246-9AEF-B8C8F8A80BC2}"/>
                </a:ext>
              </a:extLst>
            </p:cNvPr>
            <p:cNvSpPr/>
            <p:nvPr/>
          </p:nvSpPr>
          <p:spPr>
            <a:xfrm>
              <a:off x="9952204" y="3429644"/>
              <a:ext cx="232716" cy="191037"/>
            </a:xfrm>
            <a:custGeom>
              <a:avLst/>
              <a:gdLst>
                <a:gd name="connsiteX0" fmla="*/ 225688 w 232716"/>
                <a:gd name="connsiteY0" fmla="*/ 157 h 191037"/>
                <a:gd name="connsiteX1" fmla="*/ 4595 w 232716"/>
                <a:gd name="connsiteY1" fmla="*/ 61443 h 191037"/>
                <a:gd name="connsiteX2" fmla="*/ 122 w 232716"/>
                <a:gd name="connsiteY2" fmla="*/ 69104 h 191037"/>
                <a:gd name="connsiteX3" fmla="*/ 2679 w 232716"/>
                <a:gd name="connsiteY3" fmla="*/ 72934 h 191037"/>
                <a:gd name="connsiteX4" fmla="*/ 65299 w 232716"/>
                <a:gd name="connsiteY4" fmla="*/ 116345 h 191037"/>
                <a:gd name="connsiteX5" fmla="*/ 44213 w 232716"/>
                <a:gd name="connsiteY5" fmla="*/ 178270 h 191037"/>
                <a:gd name="connsiteX6" fmla="*/ 48047 w 232716"/>
                <a:gd name="connsiteY6" fmla="*/ 186569 h 191037"/>
                <a:gd name="connsiteX7" fmla="*/ 54437 w 232716"/>
                <a:gd name="connsiteY7" fmla="*/ 185292 h 191037"/>
                <a:gd name="connsiteX8" fmla="*/ 92776 w 232716"/>
                <a:gd name="connsiteY8" fmla="*/ 153372 h 191037"/>
                <a:gd name="connsiteX9" fmla="*/ 116419 w 232716"/>
                <a:gd name="connsiteY9" fmla="*/ 188484 h 191037"/>
                <a:gd name="connsiteX10" fmla="*/ 121531 w 232716"/>
                <a:gd name="connsiteY10" fmla="*/ 191038 h 191037"/>
                <a:gd name="connsiteX11" fmla="*/ 121531 w 232716"/>
                <a:gd name="connsiteY11" fmla="*/ 191038 h 191037"/>
                <a:gd name="connsiteX12" fmla="*/ 126643 w 232716"/>
                <a:gd name="connsiteY12" fmla="*/ 187846 h 191037"/>
                <a:gd name="connsiteX13" fmla="*/ 230160 w 232716"/>
                <a:gd name="connsiteY13" fmla="*/ 12286 h 191037"/>
                <a:gd name="connsiteX14" fmla="*/ 230160 w 232716"/>
                <a:gd name="connsiteY14" fmla="*/ 12286 h 191037"/>
                <a:gd name="connsiteX15" fmla="*/ 232077 w 232716"/>
                <a:gd name="connsiteY15" fmla="*/ 4626 h 191037"/>
                <a:gd name="connsiteX16" fmla="*/ 225688 w 232716"/>
                <a:gd name="connsiteY16" fmla="*/ 157 h 191037"/>
                <a:gd name="connsiteX17" fmla="*/ 192459 w 232716"/>
                <a:gd name="connsiteY17" fmla="*/ 22501 h 191037"/>
                <a:gd name="connsiteX18" fmla="*/ 72329 w 232716"/>
                <a:gd name="connsiteY18" fmla="*/ 105492 h 191037"/>
                <a:gd name="connsiteX19" fmla="*/ 20570 w 232716"/>
                <a:gd name="connsiteY19" fmla="*/ 69742 h 191037"/>
                <a:gd name="connsiteX20" fmla="*/ 192459 w 232716"/>
                <a:gd name="connsiteY20" fmla="*/ 22501 h 191037"/>
                <a:gd name="connsiteX21" fmla="*/ 75524 w 232716"/>
                <a:gd name="connsiteY21" fmla="*/ 125921 h 191037"/>
                <a:gd name="connsiteX22" fmla="*/ 85748 w 232716"/>
                <a:gd name="connsiteY22" fmla="*/ 141881 h 191037"/>
                <a:gd name="connsiteX23" fmla="*/ 64022 w 232716"/>
                <a:gd name="connsiteY23" fmla="*/ 160395 h 191037"/>
                <a:gd name="connsiteX24" fmla="*/ 75524 w 232716"/>
                <a:gd name="connsiteY24" fmla="*/ 125921 h 191037"/>
                <a:gd name="connsiteX25" fmla="*/ 120892 w 232716"/>
                <a:gd name="connsiteY25" fmla="*/ 171886 h 191037"/>
                <a:gd name="connsiteX26" fmla="*/ 99166 w 232716"/>
                <a:gd name="connsiteY26" fmla="*/ 139327 h 191037"/>
                <a:gd name="connsiteX27" fmla="*/ 82553 w 232716"/>
                <a:gd name="connsiteY27" fmla="*/ 113792 h 191037"/>
                <a:gd name="connsiteX28" fmla="*/ 205239 w 232716"/>
                <a:gd name="connsiteY28" fmla="*/ 28885 h 191037"/>
                <a:gd name="connsiteX29" fmla="*/ 120892 w 232716"/>
                <a:gd name="connsiteY29" fmla="*/ 171886 h 191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32716" h="191037">
                  <a:moveTo>
                    <a:pt x="225688" y="157"/>
                  </a:moveTo>
                  <a:lnTo>
                    <a:pt x="4595" y="61443"/>
                  </a:lnTo>
                  <a:cubicBezTo>
                    <a:pt x="1400" y="62081"/>
                    <a:pt x="-516" y="65912"/>
                    <a:pt x="122" y="69104"/>
                  </a:cubicBezTo>
                  <a:cubicBezTo>
                    <a:pt x="761" y="70381"/>
                    <a:pt x="1400" y="71657"/>
                    <a:pt x="2679" y="72934"/>
                  </a:cubicBezTo>
                  <a:lnTo>
                    <a:pt x="65299" y="116345"/>
                  </a:lnTo>
                  <a:lnTo>
                    <a:pt x="44213" y="178270"/>
                  </a:lnTo>
                  <a:cubicBezTo>
                    <a:pt x="42935" y="181462"/>
                    <a:pt x="44852" y="185292"/>
                    <a:pt x="48047" y="186569"/>
                  </a:cubicBezTo>
                  <a:cubicBezTo>
                    <a:pt x="49964" y="187207"/>
                    <a:pt x="52520" y="186569"/>
                    <a:pt x="54437" y="185292"/>
                  </a:cubicBezTo>
                  <a:lnTo>
                    <a:pt x="92776" y="153372"/>
                  </a:lnTo>
                  <a:lnTo>
                    <a:pt x="116419" y="188484"/>
                  </a:lnTo>
                  <a:cubicBezTo>
                    <a:pt x="117697" y="190399"/>
                    <a:pt x="119614" y="191038"/>
                    <a:pt x="121531" y="191038"/>
                  </a:cubicBezTo>
                  <a:lnTo>
                    <a:pt x="121531" y="191038"/>
                  </a:lnTo>
                  <a:cubicBezTo>
                    <a:pt x="123449" y="191038"/>
                    <a:pt x="126004" y="189761"/>
                    <a:pt x="126643" y="187846"/>
                  </a:cubicBezTo>
                  <a:lnTo>
                    <a:pt x="230160" y="12286"/>
                  </a:lnTo>
                  <a:lnTo>
                    <a:pt x="230160" y="12286"/>
                  </a:lnTo>
                  <a:cubicBezTo>
                    <a:pt x="232716" y="10371"/>
                    <a:pt x="233355" y="7179"/>
                    <a:pt x="232077" y="4626"/>
                  </a:cubicBezTo>
                  <a:cubicBezTo>
                    <a:pt x="231438" y="795"/>
                    <a:pt x="228243" y="-482"/>
                    <a:pt x="225688" y="157"/>
                  </a:cubicBezTo>
                  <a:close/>
                  <a:moveTo>
                    <a:pt x="192459" y="22501"/>
                  </a:moveTo>
                  <a:lnTo>
                    <a:pt x="72329" y="105492"/>
                  </a:lnTo>
                  <a:lnTo>
                    <a:pt x="20570" y="69742"/>
                  </a:lnTo>
                  <a:lnTo>
                    <a:pt x="192459" y="22501"/>
                  </a:lnTo>
                  <a:close/>
                  <a:moveTo>
                    <a:pt x="75524" y="125921"/>
                  </a:moveTo>
                  <a:lnTo>
                    <a:pt x="85748" y="141881"/>
                  </a:lnTo>
                  <a:lnTo>
                    <a:pt x="64022" y="160395"/>
                  </a:lnTo>
                  <a:lnTo>
                    <a:pt x="75524" y="125921"/>
                  </a:lnTo>
                  <a:close/>
                  <a:moveTo>
                    <a:pt x="120892" y="171886"/>
                  </a:moveTo>
                  <a:lnTo>
                    <a:pt x="99166" y="139327"/>
                  </a:lnTo>
                  <a:lnTo>
                    <a:pt x="82553" y="113792"/>
                  </a:lnTo>
                  <a:lnTo>
                    <a:pt x="205239" y="28885"/>
                  </a:lnTo>
                  <a:lnTo>
                    <a:pt x="120892" y="171886"/>
                  </a:lnTo>
                  <a:close/>
                </a:path>
              </a:pathLst>
            </a:custGeom>
            <a:solidFill>
              <a:srgbClr val="00ABAB"/>
            </a:solidFill>
            <a:ln w="6390" cap="flat">
              <a:noFill/>
              <a:prstDash val="solid"/>
              <a:miter/>
            </a:ln>
          </p:spPr>
          <p:txBody>
            <a:bodyPr rtlCol="0" anchor="ctr"/>
            <a:lstStyle/>
            <a:p>
              <a:endParaRPr lang="en-US"/>
            </a:p>
          </p:txBody>
        </p:sp>
      </p:grpSp>
      <p:grpSp>
        <p:nvGrpSpPr>
          <p:cNvPr id="11" name="Group 10">
            <a:extLst>
              <a:ext uri="{FF2B5EF4-FFF2-40B4-BE49-F238E27FC236}">
                <a16:creationId xmlns:a16="http://schemas.microsoft.com/office/drawing/2014/main" id="{19825E4E-421A-754B-B759-7B198ADA1460}"/>
              </a:ext>
            </a:extLst>
          </p:cNvPr>
          <p:cNvGrpSpPr/>
          <p:nvPr/>
        </p:nvGrpSpPr>
        <p:grpSpPr>
          <a:xfrm>
            <a:off x="10326138" y="3343617"/>
            <a:ext cx="361670" cy="361971"/>
            <a:chOff x="10326138" y="3343617"/>
            <a:chExt cx="361670" cy="361971"/>
          </a:xfrm>
        </p:grpSpPr>
        <p:sp>
          <p:nvSpPr>
            <p:cNvPr id="1892" name="Graphic 1100">
              <a:extLst>
                <a:ext uri="{FF2B5EF4-FFF2-40B4-BE49-F238E27FC236}">
                  <a16:creationId xmlns:a16="http://schemas.microsoft.com/office/drawing/2014/main" id="{675912BB-399B-CE4C-BB4A-B752DE1430BD}"/>
                </a:ext>
              </a:extLst>
            </p:cNvPr>
            <p:cNvSpPr/>
            <p:nvPr/>
          </p:nvSpPr>
          <p:spPr>
            <a:xfrm>
              <a:off x="10473106" y="3458529"/>
              <a:ext cx="122686" cy="143001"/>
            </a:xfrm>
            <a:custGeom>
              <a:avLst/>
              <a:gdLst>
                <a:gd name="connsiteX0" fmla="*/ 16614 w 122686"/>
                <a:gd name="connsiteY0" fmla="*/ 111081 h 143001"/>
                <a:gd name="connsiteX1" fmla="*/ 38340 w 122686"/>
                <a:gd name="connsiteY1" fmla="*/ 143001 h 143001"/>
                <a:gd name="connsiteX2" fmla="*/ 122686 w 122686"/>
                <a:gd name="connsiteY2" fmla="*/ 0 h 143001"/>
                <a:gd name="connsiteX3" fmla="*/ 0 w 122686"/>
                <a:gd name="connsiteY3" fmla="*/ 85546 h 143001"/>
              </a:gdLst>
              <a:ahLst/>
              <a:cxnLst>
                <a:cxn ang="0">
                  <a:pos x="connsiteX0" y="connsiteY0"/>
                </a:cxn>
                <a:cxn ang="0">
                  <a:pos x="connsiteX1" y="connsiteY1"/>
                </a:cxn>
                <a:cxn ang="0">
                  <a:pos x="connsiteX2" y="connsiteY2"/>
                </a:cxn>
                <a:cxn ang="0">
                  <a:pos x="connsiteX3" y="connsiteY3"/>
                </a:cxn>
              </a:cxnLst>
              <a:rect l="l" t="t" r="r" b="b"/>
              <a:pathLst>
                <a:path w="122686" h="143001">
                  <a:moveTo>
                    <a:pt x="16614" y="111081"/>
                  </a:moveTo>
                  <a:lnTo>
                    <a:pt x="38340" y="143001"/>
                  </a:lnTo>
                  <a:lnTo>
                    <a:pt x="122686" y="0"/>
                  </a:lnTo>
                  <a:lnTo>
                    <a:pt x="0" y="85546"/>
                  </a:lnTo>
                  <a:close/>
                </a:path>
              </a:pathLst>
            </a:custGeom>
            <a:solidFill>
              <a:srgbClr val="00ABAB"/>
            </a:solidFill>
            <a:ln w="6390" cap="flat">
              <a:noFill/>
              <a:prstDash val="solid"/>
              <a:miter/>
            </a:ln>
          </p:spPr>
          <p:txBody>
            <a:bodyPr rtlCol="0" anchor="ctr"/>
            <a:lstStyle/>
            <a:p>
              <a:endParaRPr lang="en-US"/>
            </a:p>
          </p:txBody>
        </p:sp>
        <p:sp>
          <p:nvSpPr>
            <p:cNvPr id="1893" name="Graphic 1100">
              <a:extLst>
                <a:ext uri="{FF2B5EF4-FFF2-40B4-BE49-F238E27FC236}">
                  <a16:creationId xmlns:a16="http://schemas.microsoft.com/office/drawing/2014/main" id="{EB13311B-2359-294A-8CE1-25A7FFF8179E}"/>
                </a:ext>
              </a:extLst>
            </p:cNvPr>
            <p:cNvSpPr/>
            <p:nvPr/>
          </p:nvSpPr>
          <p:spPr>
            <a:xfrm>
              <a:off x="10411124" y="3452145"/>
              <a:ext cx="171888" cy="82991"/>
            </a:xfrm>
            <a:custGeom>
              <a:avLst/>
              <a:gdLst>
                <a:gd name="connsiteX0" fmla="*/ 171889 w 171888"/>
                <a:gd name="connsiteY0" fmla="*/ 0 h 82991"/>
                <a:gd name="connsiteX1" fmla="*/ 0 w 171888"/>
                <a:gd name="connsiteY1" fmla="*/ 47880 h 82991"/>
                <a:gd name="connsiteX2" fmla="*/ 51758 w 171888"/>
                <a:gd name="connsiteY2" fmla="*/ 82992 h 82991"/>
              </a:gdLst>
              <a:ahLst/>
              <a:cxnLst>
                <a:cxn ang="0">
                  <a:pos x="connsiteX0" y="connsiteY0"/>
                </a:cxn>
                <a:cxn ang="0">
                  <a:pos x="connsiteX1" y="connsiteY1"/>
                </a:cxn>
                <a:cxn ang="0">
                  <a:pos x="connsiteX2" y="connsiteY2"/>
                </a:cxn>
              </a:cxnLst>
              <a:rect l="l" t="t" r="r" b="b"/>
              <a:pathLst>
                <a:path w="171888" h="82991">
                  <a:moveTo>
                    <a:pt x="171889" y="0"/>
                  </a:moveTo>
                  <a:lnTo>
                    <a:pt x="0" y="47880"/>
                  </a:lnTo>
                  <a:lnTo>
                    <a:pt x="51758" y="82992"/>
                  </a:lnTo>
                  <a:close/>
                </a:path>
              </a:pathLst>
            </a:custGeom>
            <a:solidFill>
              <a:srgbClr val="00ABAB"/>
            </a:solidFill>
            <a:ln w="6390" cap="flat">
              <a:noFill/>
              <a:prstDash val="solid"/>
              <a:miter/>
            </a:ln>
          </p:spPr>
          <p:txBody>
            <a:bodyPr rtlCol="0" anchor="ctr"/>
            <a:lstStyle/>
            <a:p>
              <a:endParaRPr lang="en-US"/>
            </a:p>
          </p:txBody>
        </p:sp>
        <p:sp>
          <p:nvSpPr>
            <p:cNvPr id="1894" name="Graphic 1100">
              <a:extLst>
                <a:ext uri="{FF2B5EF4-FFF2-40B4-BE49-F238E27FC236}">
                  <a16:creationId xmlns:a16="http://schemas.microsoft.com/office/drawing/2014/main" id="{810B6F0F-5D07-874D-B136-7F4FF50ACE4F}"/>
                </a:ext>
              </a:extLst>
            </p:cNvPr>
            <p:cNvSpPr/>
            <p:nvPr/>
          </p:nvSpPr>
          <p:spPr>
            <a:xfrm>
              <a:off x="10453937" y="3555566"/>
              <a:ext cx="21725" cy="34473"/>
            </a:xfrm>
            <a:custGeom>
              <a:avLst/>
              <a:gdLst>
                <a:gd name="connsiteX0" fmla="*/ 11502 w 21725"/>
                <a:gd name="connsiteY0" fmla="*/ 0 h 34473"/>
                <a:gd name="connsiteX1" fmla="*/ 0 w 21725"/>
                <a:gd name="connsiteY1" fmla="*/ 34473 h 34473"/>
                <a:gd name="connsiteX2" fmla="*/ 21726 w 21725"/>
                <a:gd name="connsiteY2" fmla="*/ 15960 h 34473"/>
              </a:gdLst>
              <a:ahLst/>
              <a:cxnLst>
                <a:cxn ang="0">
                  <a:pos x="connsiteX0" y="connsiteY0"/>
                </a:cxn>
                <a:cxn ang="0">
                  <a:pos x="connsiteX1" y="connsiteY1"/>
                </a:cxn>
                <a:cxn ang="0">
                  <a:pos x="connsiteX2" y="connsiteY2"/>
                </a:cxn>
              </a:cxnLst>
              <a:rect l="l" t="t" r="r" b="b"/>
              <a:pathLst>
                <a:path w="21725" h="34473">
                  <a:moveTo>
                    <a:pt x="11502" y="0"/>
                  </a:moveTo>
                  <a:lnTo>
                    <a:pt x="0" y="34473"/>
                  </a:lnTo>
                  <a:lnTo>
                    <a:pt x="21726" y="15960"/>
                  </a:lnTo>
                  <a:close/>
                </a:path>
              </a:pathLst>
            </a:custGeom>
            <a:solidFill>
              <a:srgbClr val="00ABAB"/>
            </a:solidFill>
            <a:ln w="6390" cap="flat">
              <a:noFill/>
              <a:prstDash val="solid"/>
              <a:miter/>
            </a:ln>
          </p:spPr>
          <p:txBody>
            <a:bodyPr rtlCol="0" anchor="ctr"/>
            <a:lstStyle/>
            <a:p>
              <a:endParaRPr lang="en-US"/>
            </a:p>
          </p:txBody>
        </p:sp>
        <p:sp>
          <p:nvSpPr>
            <p:cNvPr id="1895" name="Graphic 1100">
              <a:extLst>
                <a:ext uri="{FF2B5EF4-FFF2-40B4-BE49-F238E27FC236}">
                  <a16:creationId xmlns:a16="http://schemas.microsoft.com/office/drawing/2014/main" id="{A7486DB4-FEEF-314C-B572-E21E8386295F}"/>
                </a:ext>
              </a:extLst>
            </p:cNvPr>
            <p:cNvSpPr/>
            <p:nvPr/>
          </p:nvSpPr>
          <p:spPr>
            <a:xfrm>
              <a:off x="10326138" y="3343617"/>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295215 w 361670"/>
                <a:gd name="connsiteY6" fmla="*/ 97675 h 361971"/>
                <a:gd name="connsiteX7" fmla="*/ 295215 w 361670"/>
                <a:gd name="connsiteY7" fmla="*/ 97675 h 361971"/>
                <a:gd name="connsiteX8" fmla="*/ 191698 w 361670"/>
                <a:gd name="connsiteY8" fmla="*/ 273234 h 361971"/>
                <a:gd name="connsiteX9" fmla="*/ 186586 w 361670"/>
                <a:gd name="connsiteY9" fmla="*/ 276426 h 361971"/>
                <a:gd name="connsiteX10" fmla="*/ 186586 w 361670"/>
                <a:gd name="connsiteY10" fmla="*/ 276426 h 361971"/>
                <a:gd name="connsiteX11" fmla="*/ 181474 w 361670"/>
                <a:gd name="connsiteY11" fmla="*/ 273873 h 361971"/>
                <a:gd name="connsiteX12" fmla="*/ 157831 w 361670"/>
                <a:gd name="connsiteY12" fmla="*/ 238761 h 361971"/>
                <a:gd name="connsiteX13" fmla="*/ 119492 w 361670"/>
                <a:gd name="connsiteY13" fmla="*/ 270681 h 361971"/>
                <a:gd name="connsiteX14" fmla="*/ 115658 w 361670"/>
                <a:gd name="connsiteY14" fmla="*/ 271958 h 361971"/>
                <a:gd name="connsiteX15" fmla="*/ 108629 w 361670"/>
                <a:gd name="connsiteY15" fmla="*/ 266212 h 361971"/>
                <a:gd name="connsiteX16" fmla="*/ 109268 w 361670"/>
                <a:gd name="connsiteY16" fmla="*/ 263658 h 361971"/>
                <a:gd name="connsiteX17" fmla="*/ 130355 w 361670"/>
                <a:gd name="connsiteY17" fmla="*/ 201734 h 361971"/>
                <a:gd name="connsiteX18" fmla="*/ 67733 w 361670"/>
                <a:gd name="connsiteY18" fmla="*/ 158323 h 361971"/>
                <a:gd name="connsiteX19" fmla="*/ 65817 w 361670"/>
                <a:gd name="connsiteY19" fmla="*/ 149385 h 361971"/>
                <a:gd name="connsiteX20" fmla="*/ 69650 w 361670"/>
                <a:gd name="connsiteY20" fmla="*/ 146832 h 361971"/>
                <a:gd name="connsiteX21" fmla="*/ 290742 w 361670"/>
                <a:gd name="connsiteY21" fmla="*/ 85546 h 361971"/>
                <a:gd name="connsiteX22" fmla="*/ 298410 w 361670"/>
                <a:gd name="connsiteY22" fmla="*/ 88738 h 361971"/>
                <a:gd name="connsiteX23" fmla="*/ 295215 w 361670"/>
                <a:gd name="connsiteY23" fmla="*/ 97675 h 361971"/>
                <a:gd name="connsiteX24" fmla="*/ 295215 w 361670"/>
                <a:gd name="connsiteY24" fmla="*/ 9767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1670" h="361971">
                  <a:moveTo>
                    <a:pt x="180836" y="0"/>
                  </a:moveTo>
                  <a:cubicBezTo>
                    <a:pt x="80513" y="0"/>
                    <a:pt x="0" y="81077"/>
                    <a:pt x="0" y="180667"/>
                  </a:cubicBezTo>
                  <a:cubicBezTo>
                    <a:pt x="0" y="280895"/>
                    <a:pt x="81152" y="361972"/>
                    <a:pt x="180836" y="361972"/>
                  </a:cubicBezTo>
                  <a:cubicBezTo>
                    <a:pt x="281157" y="361972"/>
                    <a:pt x="361670" y="280895"/>
                    <a:pt x="361670" y="181305"/>
                  </a:cubicBezTo>
                  <a:lnTo>
                    <a:pt x="361670" y="181305"/>
                  </a:lnTo>
                  <a:cubicBezTo>
                    <a:pt x="361670" y="81077"/>
                    <a:pt x="280518" y="0"/>
                    <a:pt x="180836" y="0"/>
                  </a:cubicBezTo>
                  <a:close/>
                  <a:moveTo>
                    <a:pt x="295215" y="97675"/>
                  </a:moveTo>
                  <a:lnTo>
                    <a:pt x="295215" y="97675"/>
                  </a:lnTo>
                  <a:lnTo>
                    <a:pt x="191698" y="273234"/>
                  </a:lnTo>
                  <a:cubicBezTo>
                    <a:pt x="190420" y="275149"/>
                    <a:pt x="188503" y="276426"/>
                    <a:pt x="186586" y="276426"/>
                  </a:cubicBezTo>
                  <a:lnTo>
                    <a:pt x="186586" y="276426"/>
                  </a:lnTo>
                  <a:cubicBezTo>
                    <a:pt x="184669" y="276426"/>
                    <a:pt x="182752" y="275149"/>
                    <a:pt x="181474" y="273873"/>
                  </a:cubicBezTo>
                  <a:lnTo>
                    <a:pt x="157831" y="238761"/>
                  </a:lnTo>
                  <a:lnTo>
                    <a:pt x="119492" y="270681"/>
                  </a:lnTo>
                  <a:cubicBezTo>
                    <a:pt x="118214" y="271319"/>
                    <a:pt x="116936" y="271958"/>
                    <a:pt x="115658" y="271958"/>
                  </a:cubicBezTo>
                  <a:cubicBezTo>
                    <a:pt x="111824" y="271958"/>
                    <a:pt x="109268" y="269404"/>
                    <a:pt x="108629" y="266212"/>
                  </a:cubicBezTo>
                  <a:cubicBezTo>
                    <a:pt x="108629" y="265574"/>
                    <a:pt x="108629" y="264297"/>
                    <a:pt x="109268" y="263658"/>
                  </a:cubicBezTo>
                  <a:lnTo>
                    <a:pt x="130355" y="201734"/>
                  </a:lnTo>
                  <a:lnTo>
                    <a:pt x="67733" y="158323"/>
                  </a:lnTo>
                  <a:cubicBezTo>
                    <a:pt x="64538" y="156408"/>
                    <a:pt x="63899" y="152577"/>
                    <a:pt x="65817" y="149385"/>
                  </a:cubicBezTo>
                  <a:cubicBezTo>
                    <a:pt x="66456" y="148108"/>
                    <a:pt x="67733" y="147470"/>
                    <a:pt x="69650" y="146832"/>
                  </a:cubicBezTo>
                  <a:lnTo>
                    <a:pt x="290742" y="85546"/>
                  </a:lnTo>
                  <a:cubicBezTo>
                    <a:pt x="293937" y="84907"/>
                    <a:pt x="297132" y="86184"/>
                    <a:pt x="298410" y="88738"/>
                  </a:cubicBezTo>
                  <a:cubicBezTo>
                    <a:pt x="298410" y="92568"/>
                    <a:pt x="297771" y="95760"/>
                    <a:pt x="295215" y="97675"/>
                  </a:cubicBezTo>
                  <a:lnTo>
                    <a:pt x="295215" y="97675"/>
                  </a:lnTo>
                  <a:close/>
                </a:path>
              </a:pathLst>
            </a:custGeom>
            <a:solidFill>
              <a:srgbClr val="00ABAB"/>
            </a:solidFill>
            <a:ln w="6390" cap="flat">
              <a:noFill/>
              <a:prstDash val="solid"/>
              <a:miter/>
            </a:ln>
          </p:spPr>
          <p:txBody>
            <a:bodyPr rtlCol="0" anchor="ctr"/>
            <a:lstStyle/>
            <a:p>
              <a:endParaRPr lang="en-US"/>
            </a:p>
          </p:txBody>
        </p:sp>
      </p:grpSp>
      <p:grpSp>
        <p:nvGrpSpPr>
          <p:cNvPr id="22" name="Group 21">
            <a:extLst>
              <a:ext uri="{FF2B5EF4-FFF2-40B4-BE49-F238E27FC236}">
                <a16:creationId xmlns:a16="http://schemas.microsoft.com/office/drawing/2014/main" id="{6F5BCC1F-7056-BE4F-B258-4DE56A7508CE}"/>
              </a:ext>
            </a:extLst>
          </p:cNvPr>
          <p:cNvGrpSpPr>
            <a:grpSpLocks noChangeAspect="1"/>
          </p:cNvGrpSpPr>
          <p:nvPr/>
        </p:nvGrpSpPr>
        <p:grpSpPr>
          <a:xfrm>
            <a:off x="7796987" y="4312706"/>
            <a:ext cx="367439" cy="367200"/>
            <a:chOff x="7459915" y="5210489"/>
            <a:chExt cx="537729" cy="537380"/>
          </a:xfrm>
        </p:grpSpPr>
        <p:sp>
          <p:nvSpPr>
            <p:cNvPr id="17" name="Graphic 15">
              <a:extLst>
                <a:ext uri="{FF2B5EF4-FFF2-40B4-BE49-F238E27FC236}">
                  <a16:creationId xmlns:a16="http://schemas.microsoft.com/office/drawing/2014/main" id="{D2F195AB-2D7C-8F45-84A2-C3EA060ED321}"/>
                </a:ext>
              </a:extLst>
            </p:cNvPr>
            <p:cNvSpPr/>
            <p:nvPr/>
          </p:nvSpPr>
          <p:spPr>
            <a:xfrm>
              <a:off x="7459915" y="5210489"/>
              <a:ext cx="537729" cy="537380"/>
            </a:xfrm>
            <a:custGeom>
              <a:avLst/>
              <a:gdLst>
                <a:gd name="connsiteX0" fmla="*/ 268960 w 537729"/>
                <a:gd name="connsiteY0" fmla="*/ 0 h 537380"/>
                <a:gd name="connsiteX1" fmla="*/ 0 w 537729"/>
                <a:gd name="connsiteY1" fmla="*/ 268596 h 537380"/>
                <a:gd name="connsiteX2" fmla="*/ 268770 w 537729"/>
                <a:gd name="connsiteY2" fmla="*/ 537381 h 537380"/>
                <a:gd name="connsiteX3" fmla="*/ 537730 w 537729"/>
                <a:gd name="connsiteY3" fmla="*/ 268785 h 537380"/>
                <a:gd name="connsiteX4" fmla="*/ 537730 w 537729"/>
                <a:gd name="connsiteY4" fmla="*/ 268596 h 537380"/>
                <a:gd name="connsiteX5" fmla="*/ 268960 w 537729"/>
                <a:gd name="connsiteY5" fmla="*/ 0 h 537380"/>
                <a:gd name="connsiteX6" fmla="*/ 268960 w 537729"/>
                <a:gd name="connsiteY6" fmla="*/ 518331 h 537380"/>
                <a:gd name="connsiteX7" fmla="*/ 18968 w 537729"/>
                <a:gd name="connsiteY7" fmla="*/ 268690 h 537380"/>
                <a:gd name="connsiteX8" fmla="*/ 268770 w 537729"/>
                <a:gd name="connsiteY8" fmla="*/ 18861 h 537380"/>
                <a:gd name="connsiteX9" fmla="*/ 518762 w 537729"/>
                <a:gd name="connsiteY9" fmla="*/ 268501 h 537380"/>
                <a:gd name="connsiteX10" fmla="*/ 518762 w 537729"/>
                <a:gd name="connsiteY10" fmla="*/ 268596 h 537380"/>
                <a:gd name="connsiteX11" fmla="*/ 268960 w 537729"/>
                <a:gd name="connsiteY11" fmla="*/ 518331 h 5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729" h="537380">
                  <a:moveTo>
                    <a:pt x="268960" y="0"/>
                  </a:moveTo>
                  <a:cubicBezTo>
                    <a:pt x="120469" y="-52"/>
                    <a:pt x="52" y="120202"/>
                    <a:pt x="0" y="268596"/>
                  </a:cubicBezTo>
                  <a:cubicBezTo>
                    <a:pt x="-52" y="416989"/>
                    <a:pt x="120280" y="537329"/>
                    <a:pt x="268770" y="537381"/>
                  </a:cubicBezTo>
                  <a:cubicBezTo>
                    <a:pt x="417260" y="537433"/>
                    <a:pt x="537677" y="417179"/>
                    <a:pt x="537730" y="268785"/>
                  </a:cubicBezTo>
                  <a:cubicBezTo>
                    <a:pt x="537730" y="268722"/>
                    <a:pt x="537730" y="268659"/>
                    <a:pt x="537730" y="268596"/>
                  </a:cubicBezTo>
                  <a:cubicBezTo>
                    <a:pt x="537730" y="120254"/>
                    <a:pt x="417397" y="0"/>
                    <a:pt x="268960" y="0"/>
                  </a:cubicBezTo>
                  <a:close/>
                  <a:moveTo>
                    <a:pt x="268960" y="518331"/>
                  </a:moveTo>
                  <a:cubicBezTo>
                    <a:pt x="130945" y="518383"/>
                    <a:pt x="19020" y="406615"/>
                    <a:pt x="18968" y="268690"/>
                  </a:cubicBezTo>
                  <a:cubicBezTo>
                    <a:pt x="18915" y="130765"/>
                    <a:pt x="130756" y="18913"/>
                    <a:pt x="268770" y="18861"/>
                  </a:cubicBezTo>
                  <a:cubicBezTo>
                    <a:pt x="406784" y="18808"/>
                    <a:pt x="518710" y="130576"/>
                    <a:pt x="518762" y="268501"/>
                  </a:cubicBezTo>
                  <a:cubicBezTo>
                    <a:pt x="518762" y="268532"/>
                    <a:pt x="518762" y="268564"/>
                    <a:pt x="518762" y="268596"/>
                  </a:cubicBezTo>
                  <a:cubicBezTo>
                    <a:pt x="518606" y="406419"/>
                    <a:pt x="406872" y="518122"/>
                    <a:pt x="268960" y="518331"/>
                  </a:cubicBezTo>
                  <a:close/>
                </a:path>
              </a:pathLst>
            </a:custGeom>
            <a:solidFill>
              <a:srgbClr val="00ABAB"/>
            </a:solidFill>
            <a:ln w="9463" cap="flat">
              <a:noFill/>
              <a:prstDash val="solid"/>
              <a:miter/>
            </a:ln>
          </p:spPr>
          <p:txBody>
            <a:bodyPr rtlCol="0" anchor="ctr"/>
            <a:lstStyle/>
            <a:p>
              <a:endParaRPr lang="en-US"/>
            </a:p>
          </p:txBody>
        </p:sp>
        <p:sp>
          <p:nvSpPr>
            <p:cNvPr id="18" name="Graphic 15">
              <a:extLst>
                <a:ext uri="{FF2B5EF4-FFF2-40B4-BE49-F238E27FC236}">
                  <a16:creationId xmlns:a16="http://schemas.microsoft.com/office/drawing/2014/main" id="{D2F195AB-2D7C-8F45-84A2-C3EA060ED321}"/>
                </a:ext>
              </a:extLst>
            </p:cNvPr>
            <p:cNvSpPr/>
            <p:nvPr/>
          </p:nvSpPr>
          <p:spPr>
            <a:xfrm>
              <a:off x="7572393" y="5346303"/>
              <a:ext cx="309455" cy="238267"/>
            </a:xfrm>
            <a:custGeom>
              <a:avLst/>
              <a:gdLst>
                <a:gd name="connsiteX0" fmla="*/ 67335 w 309455"/>
                <a:gd name="connsiteY0" fmla="*/ 219312 h 238267"/>
                <a:gd name="connsiteX1" fmla="*/ 18683 w 309455"/>
                <a:gd name="connsiteY1" fmla="*/ 219312 h 238267"/>
                <a:gd name="connsiteX2" fmla="*/ 18683 w 309455"/>
                <a:gd name="connsiteY2" fmla="*/ 18955 h 238267"/>
                <a:gd name="connsiteX3" fmla="*/ 76439 w 309455"/>
                <a:gd name="connsiteY3" fmla="*/ 18955 h 238267"/>
                <a:gd name="connsiteX4" fmla="*/ 109063 w 309455"/>
                <a:gd name="connsiteY4" fmla="*/ 45208 h 238267"/>
                <a:gd name="connsiteX5" fmla="*/ 115038 w 309455"/>
                <a:gd name="connsiteY5" fmla="*/ 47293 h 238267"/>
                <a:gd name="connsiteX6" fmla="*/ 284323 w 309455"/>
                <a:gd name="connsiteY6" fmla="*/ 47293 h 238267"/>
                <a:gd name="connsiteX7" fmla="*/ 290488 w 309455"/>
                <a:gd name="connsiteY7" fmla="*/ 53454 h 238267"/>
                <a:gd name="connsiteX8" fmla="*/ 290488 w 309455"/>
                <a:gd name="connsiteY8" fmla="*/ 141785 h 238267"/>
                <a:gd name="connsiteX9" fmla="*/ 299972 w 309455"/>
                <a:gd name="connsiteY9" fmla="*/ 151263 h 238267"/>
                <a:gd name="connsiteX10" fmla="*/ 309455 w 309455"/>
                <a:gd name="connsiteY10" fmla="*/ 141785 h 238267"/>
                <a:gd name="connsiteX11" fmla="*/ 309455 w 309455"/>
                <a:gd name="connsiteY11" fmla="*/ 53454 h 238267"/>
                <a:gd name="connsiteX12" fmla="*/ 284323 w 309455"/>
                <a:gd name="connsiteY12" fmla="*/ 28338 h 238267"/>
                <a:gd name="connsiteX13" fmla="*/ 118642 w 309455"/>
                <a:gd name="connsiteY13" fmla="*/ 28338 h 238267"/>
                <a:gd name="connsiteX14" fmla="*/ 86018 w 309455"/>
                <a:gd name="connsiteY14" fmla="*/ 2085 h 238267"/>
                <a:gd name="connsiteX15" fmla="*/ 80043 w 309455"/>
                <a:gd name="connsiteY15" fmla="*/ 0 h 238267"/>
                <a:gd name="connsiteX16" fmla="*/ 18968 w 309455"/>
                <a:gd name="connsiteY16" fmla="*/ 0 h 238267"/>
                <a:gd name="connsiteX17" fmla="*/ 0 w 309455"/>
                <a:gd name="connsiteY17" fmla="*/ 18955 h 238267"/>
                <a:gd name="connsiteX18" fmla="*/ 0 w 309455"/>
                <a:gd name="connsiteY18" fmla="*/ 228790 h 238267"/>
                <a:gd name="connsiteX19" fmla="*/ 9484 w 309455"/>
                <a:gd name="connsiteY19" fmla="*/ 238267 h 238267"/>
                <a:gd name="connsiteX20" fmla="*/ 67619 w 309455"/>
                <a:gd name="connsiteY20" fmla="*/ 238267 h 238267"/>
                <a:gd name="connsiteX21" fmla="*/ 77103 w 309455"/>
                <a:gd name="connsiteY21" fmla="*/ 228790 h 238267"/>
                <a:gd name="connsiteX22" fmla="*/ 67619 w 309455"/>
                <a:gd name="connsiteY22" fmla="*/ 219312 h 23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9455" h="238267">
                  <a:moveTo>
                    <a:pt x="67335" y="219312"/>
                  </a:moveTo>
                  <a:lnTo>
                    <a:pt x="18683" y="219312"/>
                  </a:lnTo>
                  <a:lnTo>
                    <a:pt x="18683" y="18955"/>
                  </a:lnTo>
                  <a:lnTo>
                    <a:pt x="76439" y="18955"/>
                  </a:lnTo>
                  <a:lnTo>
                    <a:pt x="109063" y="45208"/>
                  </a:lnTo>
                  <a:cubicBezTo>
                    <a:pt x="110757" y="46566"/>
                    <a:pt x="112866" y="47303"/>
                    <a:pt x="115038" y="47293"/>
                  </a:cubicBezTo>
                  <a:lnTo>
                    <a:pt x="284323" y="47293"/>
                  </a:lnTo>
                  <a:cubicBezTo>
                    <a:pt x="287706" y="47345"/>
                    <a:pt x="290437" y="50073"/>
                    <a:pt x="290488" y="53454"/>
                  </a:cubicBezTo>
                  <a:lnTo>
                    <a:pt x="290488" y="141785"/>
                  </a:lnTo>
                  <a:cubicBezTo>
                    <a:pt x="290488" y="147020"/>
                    <a:pt x="294734" y="151263"/>
                    <a:pt x="299972" y="151263"/>
                  </a:cubicBezTo>
                  <a:cubicBezTo>
                    <a:pt x="305209" y="151263"/>
                    <a:pt x="309455" y="147020"/>
                    <a:pt x="309455" y="141785"/>
                  </a:cubicBezTo>
                  <a:lnTo>
                    <a:pt x="309455" y="53454"/>
                  </a:lnTo>
                  <a:cubicBezTo>
                    <a:pt x="309455" y="39582"/>
                    <a:pt x="298204" y="28338"/>
                    <a:pt x="284323" y="28338"/>
                  </a:cubicBezTo>
                  <a:lnTo>
                    <a:pt x="118642" y="28338"/>
                  </a:lnTo>
                  <a:lnTo>
                    <a:pt x="86018" y="2085"/>
                  </a:lnTo>
                  <a:cubicBezTo>
                    <a:pt x="84324" y="727"/>
                    <a:pt x="82215" y="-9"/>
                    <a:pt x="80043" y="0"/>
                  </a:cubicBezTo>
                  <a:lnTo>
                    <a:pt x="18968" y="0"/>
                  </a:lnTo>
                  <a:cubicBezTo>
                    <a:pt x="8492" y="0"/>
                    <a:pt x="0" y="8486"/>
                    <a:pt x="0" y="18955"/>
                  </a:cubicBezTo>
                  <a:lnTo>
                    <a:pt x="0" y="228790"/>
                  </a:lnTo>
                  <a:cubicBezTo>
                    <a:pt x="0" y="234024"/>
                    <a:pt x="4246" y="238267"/>
                    <a:pt x="9484" y="238267"/>
                  </a:cubicBezTo>
                  <a:lnTo>
                    <a:pt x="67619" y="238267"/>
                  </a:lnTo>
                  <a:cubicBezTo>
                    <a:pt x="72857" y="238267"/>
                    <a:pt x="77103" y="234024"/>
                    <a:pt x="77103" y="228790"/>
                  </a:cubicBezTo>
                  <a:cubicBezTo>
                    <a:pt x="77103" y="223555"/>
                    <a:pt x="72857" y="219312"/>
                    <a:pt x="67619" y="219312"/>
                  </a:cubicBezTo>
                  <a:close/>
                </a:path>
              </a:pathLst>
            </a:custGeom>
            <a:solidFill>
              <a:srgbClr val="00ABAB"/>
            </a:solidFill>
            <a:ln w="9463" cap="flat">
              <a:noFill/>
              <a:prstDash val="solid"/>
              <a:miter/>
            </a:ln>
          </p:spPr>
          <p:txBody>
            <a:bodyPr rtlCol="0" anchor="ctr"/>
            <a:lstStyle/>
            <a:p>
              <a:endParaRPr lang="en-US"/>
            </a:p>
          </p:txBody>
        </p:sp>
        <p:sp>
          <p:nvSpPr>
            <p:cNvPr id="19" name="Graphic 15">
              <a:extLst>
                <a:ext uri="{FF2B5EF4-FFF2-40B4-BE49-F238E27FC236}">
                  <a16:creationId xmlns:a16="http://schemas.microsoft.com/office/drawing/2014/main" id="{D2F195AB-2D7C-8F45-84A2-C3EA060ED321}"/>
                </a:ext>
              </a:extLst>
            </p:cNvPr>
            <p:cNvSpPr/>
            <p:nvPr/>
          </p:nvSpPr>
          <p:spPr>
            <a:xfrm>
              <a:off x="7662134" y="5461456"/>
              <a:ext cx="222267" cy="150409"/>
            </a:xfrm>
            <a:custGeom>
              <a:avLst/>
              <a:gdLst>
                <a:gd name="connsiteX0" fmla="*/ 172391 w 222267"/>
                <a:gd name="connsiteY0" fmla="*/ 41417 h 150409"/>
                <a:gd name="connsiteX1" fmla="*/ 133033 w 222267"/>
                <a:gd name="connsiteY1" fmla="*/ 20377 h 150409"/>
                <a:gd name="connsiteX2" fmla="*/ 90546 w 222267"/>
                <a:gd name="connsiteY2" fmla="*/ 0 h 150409"/>
                <a:gd name="connsiteX3" fmla="*/ 36962 w 222267"/>
                <a:gd name="connsiteY3" fmla="*/ 44166 h 150409"/>
                <a:gd name="connsiteX4" fmla="*/ 2955 w 222267"/>
                <a:gd name="connsiteY4" fmla="*/ 113487 h 150409"/>
                <a:gd name="connsiteX5" fmla="*/ 54697 w 222267"/>
                <a:gd name="connsiteY5" fmla="*/ 150410 h 150409"/>
                <a:gd name="connsiteX6" fmla="*/ 168502 w 222267"/>
                <a:gd name="connsiteY6" fmla="*/ 150410 h 150409"/>
                <a:gd name="connsiteX7" fmla="*/ 222260 w 222267"/>
                <a:gd name="connsiteY7" fmla="*/ 94964 h 150409"/>
                <a:gd name="connsiteX8" fmla="*/ 172106 w 222267"/>
                <a:gd name="connsiteY8" fmla="*/ 41417 h 150409"/>
                <a:gd name="connsiteX9" fmla="*/ 168787 w 222267"/>
                <a:gd name="connsiteY9" fmla="*/ 131455 h 150409"/>
                <a:gd name="connsiteX10" fmla="*/ 54982 w 222267"/>
                <a:gd name="connsiteY10" fmla="*/ 131455 h 150409"/>
                <a:gd name="connsiteX11" fmla="*/ 19431 w 222267"/>
                <a:gd name="connsiteY11" fmla="*/ 95711 h 150409"/>
                <a:gd name="connsiteX12" fmla="*/ 47774 w 222267"/>
                <a:gd name="connsiteY12" fmla="*/ 60941 h 150409"/>
                <a:gd name="connsiteX13" fmla="*/ 54792 w 222267"/>
                <a:gd name="connsiteY13" fmla="*/ 59520 h 150409"/>
                <a:gd name="connsiteX14" fmla="*/ 55266 w 222267"/>
                <a:gd name="connsiteY14" fmla="*/ 52317 h 150409"/>
                <a:gd name="connsiteX15" fmla="*/ 93180 w 222267"/>
                <a:gd name="connsiteY15" fmla="*/ 19291 h 150409"/>
                <a:gd name="connsiteX16" fmla="*/ 120609 w 222267"/>
                <a:gd name="connsiteY16" fmla="*/ 35446 h 150409"/>
                <a:gd name="connsiteX17" fmla="*/ 124213 w 222267"/>
                <a:gd name="connsiteY17" fmla="*/ 41133 h 150409"/>
                <a:gd name="connsiteX18" fmla="*/ 130662 w 222267"/>
                <a:gd name="connsiteY18" fmla="*/ 39711 h 150409"/>
                <a:gd name="connsiteX19" fmla="*/ 157596 w 222267"/>
                <a:gd name="connsiteY19" fmla="*/ 54402 h 150409"/>
                <a:gd name="connsiteX20" fmla="*/ 160915 w 222267"/>
                <a:gd name="connsiteY20" fmla="*/ 60846 h 150409"/>
                <a:gd name="connsiteX21" fmla="*/ 168787 w 222267"/>
                <a:gd name="connsiteY21" fmla="*/ 60373 h 150409"/>
                <a:gd name="connsiteX22" fmla="*/ 206236 w 222267"/>
                <a:gd name="connsiteY22" fmla="*/ 94124 h 150409"/>
                <a:gd name="connsiteX23" fmla="*/ 172464 w 222267"/>
                <a:gd name="connsiteY23" fmla="*/ 131549 h 150409"/>
                <a:gd name="connsiteX24" fmla="*/ 168787 w 222267"/>
                <a:gd name="connsiteY24" fmla="*/ 131549 h 15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2267" h="150409">
                  <a:moveTo>
                    <a:pt x="172391" y="41417"/>
                  </a:moveTo>
                  <a:cubicBezTo>
                    <a:pt x="164476" y="27357"/>
                    <a:pt x="149129" y="19153"/>
                    <a:pt x="133033" y="20377"/>
                  </a:cubicBezTo>
                  <a:cubicBezTo>
                    <a:pt x="122726" y="7459"/>
                    <a:pt x="107078" y="-45"/>
                    <a:pt x="90546" y="0"/>
                  </a:cubicBezTo>
                  <a:cubicBezTo>
                    <a:pt x="64440" y="92"/>
                    <a:pt x="42021" y="18571"/>
                    <a:pt x="36962" y="44166"/>
                  </a:cubicBezTo>
                  <a:cubicBezTo>
                    <a:pt x="8416" y="53923"/>
                    <a:pt x="-6809" y="84959"/>
                    <a:pt x="2955" y="113487"/>
                  </a:cubicBezTo>
                  <a:cubicBezTo>
                    <a:pt x="10521" y="135591"/>
                    <a:pt x="31321" y="150434"/>
                    <a:pt x="54697" y="150410"/>
                  </a:cubicBezTo>
                  <a:lnTo>
                    <a:pt x="168502" y="150410"/>
                  </a:lnTo>
                  <a:cubicBezTo>
                    <a:pt x="198668" y="149934"/>
                    <a:pt x="222736" y="125110"/>
                    <a:pt x="222260" y="94964"/>
                  </a:cubicBezTo>
                  <a:cubicBezTo>
                    <a:pt x="221816" y="66879"/>
                    <a:pt x="200119" y="43714"/>
                    <a:pt x="172106" y="41417"/>
                  </a:cubicBezTo>
                  <a:close/>
                  <a:moveTo>
                    <a:pt x="168787" y="131455"/>
                  </a:moveTo>
                  <a:lnTo>
                    <a:pt x="54982" y="131455"/>
                  </a:lnTo>
                  <a:cubicBezTo>
                    <a:pt x="35288" y="131395"/>
                    <a:pt x="19371" y="115392"/>
                    <a:pt x="19431" y="95711"/>
                  </a:cubicBezTo>
                  <a:cubicBezTo>
                    <a:pt x="19482" y="78888"/>
                    <a:pt x="31299" y="64393"/>
                    <a:pt x="47774" y="60941"/>
                  </a:cubicBezTo>
                  <a:lnTo>
                    <a:pt x="54792" y="59520"/>
                  </a:lnTo>
                  <a:lnTo>
                    <a:pt x="55266" y="52317"/>
                  </a:lnTo>
                  <a:cubicBezTo>
                    <a:pt x="56610" y="32734"/>
                    <a:pt x="73585" y="17948"/>
                    <a:pt x="93180" y="19291"/>
                  </a:cubicBezTo>
                  <a:cubicBezTo>
                    <a:pt x="104360" y="20057"/>
                    <a:pt x="114524" y="26044"/>
                    <a:pt x="120609" y="35446"/>
                  </a:cubicBezTo>
                  <a:lnTo>
                    <a:pt x="124213" y="41133"/>
                  </a:lnTo>
                  <a:lnTo>
                    <a:pt x="130662" y="39711"/>
                  </a:lnTo>
                  <a:cubicBezTo>
                    <a:pt x="142083" y="36963"/>
                    <a:pt x="153730" y="43315"/>
                    <a:pt x="157596" y="54402"/>
                  </a:cubicBezTo>
                  <a:lnTo>
                    <a:pt x="160915" y="60846"/>
                  </a:lnTo>
                  <a:lnTo>
                    <a:pt x="168787" y="60373"/>
                  </a:lnTo>
                  <a:cubicBezTo>
                    <a:pt x="188454" y="59358"/>
                    <a:pt x="205222" y="74469"/>
                    <a:pt x="206236" y="94124"/>
                  </a:cubicBezTo>
                  <a:cubicBezTo>
                    <a:pt x="207252" y="113779"/>
                    <a:pt x="192131" y="130534"/>
                    <a:pt x="172464" y="131549"/>
                  </a:cubicBezTo>
                  <a:cubicBezTo>
                    <a:pt x="171238" y="131613"/>
                    <a:pt x="170011" y="131613"/>
                    <a:pt x="168787" y="131549"/>
                  </a:cubicBezTo>
                  <a:close/>
                </a:path>
              </a:pathLst>
            </a:custGeom>
            <a:solidFill>
              <a:srgbClr val="00ABAB"/>
            </a:solidFill>
            <a:ln w="9463" cap="flat">
              <a:noFill/>
              <a:prstDash val="solid"/>
              <a:miter/>
            </a:ln>
          </p:spPr>
          <p:txBody>
            <a:bodyPr rtlCol="0" anchor="ctr"/>
            <a:lstStyle/>
            <a:p>
              <a:endParaRPr lang="en-US"/>
            </a:p>
          </p:txBody>
        </p:sp>
      </p:grpSp>
      <p:grpSp>
        <p:nvGrpSpPr>
          <p:cNvPr id="23" name="Group 22">
            <a:extLst>
              <a:ext uri="{FF2B5EF4-FFF2-40B4-BE49-F238E27FC236}">
                <a16:creationId xmlns:a16="http://schemas.microsoft.com/office/drawing/2014/main" id="{752B9883-0B7A-004D-BCE7-EC6975DB9C10}"/>
              </a:ext>
            </a:extLst>
          </p:cNvPr>
          <p:cNvGrpSpPr>
            <a:grpSpLocks noChangeAspect="1"/>
          </p:cNvGrpSpPr>
          <p:nvPr/>
        </p:nvGrpSpPr>
        <p:grpSpPr>
          <a:xfrm>
            <a:off x="8235333" y="4312706"/>
            <a:ext cx="367439" cy="367200"/>
            <a:chOff x="8110028" y="5210489"/>
            <a:chExt cx="537729" cy="537380"/>
          </a:xfrm>
        </p:grpSpPr>
        <p:sp>
          <p:nvSpPr>
            <p:cNvPr id="20" name="Graphic 15">
              <a:extLst>
                <a:ext uri="{FF2B5EF4-FFF2-40B4-BE49-F238E27FC236}">
                  <a16:creationId xmlns:a16="http://schemas.microsoft.com/office/drawing/2014/main" id="{D2F195AB-2D7C-8F45-84A2-C3EA060ED321}"/>
                </a:ext>
              </a:extLst>
            </p:cNvPr>
            <p:cNvSpPr/>
            <p:nvPr/>
          </p:nvSpPr>
          <p:spPr>
            <a:xfrm>
              <a:off x="8331761" y="5480339"/>
              <a:ext cx="186866" cy="112619"/>
            </a:xfrm>
            <a:custGeom>
              <a:avLst/>
              <a:gdLst>
                <a:gd name="connsiteX0" fmla="*/ 149272 w 186866"/>
                <a:gd name="connsiteY0" fmla="*/ 41395 h 112619"/>
                <a:gd name="connsiteX1" fmla="*/ 141400 w 186866"/>
                <a:gd name="connsiteY1" fmla="*/ 41869 h 112619"/>
                <a:gd name="connsiteX2" fmla="*/ 138081 w 186866"/>
                <a:gd name="connsiteY2" fmla="*/ 35424 h 112619"/>
                <a:gd name="connsiteX3" fmla="*/ 111147 w 186866"/>
                <a:gd name="connsiteY3" fmla="*/ 20923 h 112619"/>
                <a:gd name="connsiteX4" fmla="*/ 104698 w 186866"/>
                <a:gd name="connsiteY4" fmla="*/ 22345 h 112619"/>
                <a:gd name="connsiteX5" fmla="*/ 101094 w 186866"/>
                <a:gd name="connsiteY5" fmla="*/ 16658 h 112619"/>
                <a:gd name="connsiteX6" fmla="*/ 52063 w 186866"/>
                <a:gd name="connsiteY6" fmla="*/ 5439 h 112619"/>
                <a:gd name="connsiteX7" fmla="*/ 35466 w 186866"/>
                <a:gd name="connsiteY7" fmla="*/ 33434 h 112619"/>
                <a:gd name="connsiteX8" fmla="*/ 35466 w 186866"/>
                <a:gd name="connsiteY8" fmla="*/ 40637 h 112619"/>
                <a:gd name="connsiteX9" fmla="*/ 28354 w 186866"/>
                <a:gd name="connsiteY9" fmla="*/ 42058 h 112619"/>
                <a:gd name="connsiteX10" fmla="*/ 765 w 186866"/>
                <a:gd name="connsiteY10" fmla="*/ 84247 h 112619"/>
                <a:gd name="connsiteX11" fmla="*/ 35561 w 186866"/>
                <a:gd name="connsiteY11" fmla="*/ 112572 h 112619"/>
                <a:gd name="connsiteX12" fmla="*/ 149366 w 186866"/>
                <a:gd name="connsiteY12" fmla="*/ 112572 h 112619"/>
                <a:gd name="connsiteX13" fmla="*/ 186818 w 186866"/>
                <a:gd name="connsiteY13" fmla="*/ 78820 h 112619"/>
                <a:gd name="connsiteX14" fmla="*/ 153046 w 186866"/>
                <a:gd name="connsiteY14" fmla="*/ 41395 h 112619"/>
                <a:gd name="connsiteX15" fmla="*/ 149366 w 186866"/>
                <a:gd name="connsiteY15" fmla="*/ 41395 h 112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866" h="112619">
                  <a:moveTo>
                    <a:pt x="149272" y="41395"/>
                  </a:moveTo>
                  <a:lnTo>
                    <a:pt x="141400" y="41869"/>
                  </a:lnTo>
                  <a:lnTo>
                    <a:pt x="138081" y="35424"/>
                  </a:lnTo>
                  <a:cubicBezTo>
                    <a:pt x="134107" y="24443"/>
                    <a:pt x="122508" y="18200"/>
                    <a:pt x="111147" y="20923"/>
                  </a:cubicBezTo>
                  <a:lnTo>
                    <a:pt x="104698" y="22345"/>
                  </a:lnTo>
                  <a:lnTo>
                    <a:pt x="101094" y="16658"/>
                  </a:lnTo>
                  <a:cubicBezTo>
                    <a:pt x="90652" y="31"/>
                    <a:pt x="68707" y="-4992"/>
                    <a:pt x="52063" y="5439"/>
                  </a:cubicBezTo>
                  <a:cubicBezTo>
                    <a:pt x="42333" y="11542"/>
                    <a:pt x="36149" y="21969"/>
                    <a:pt x="35466" y="33434"/>
                  </a:cubicBezTo>
                  <a:lnTo>
                    <a:pt x="35466" y="40637"/>
                  </a:lnTo>
                  <a:lnTo>
                    <a:pt x="28354" y="42058"/>
                  </a:lnTo>
                  <a:cubicBezTo>
                    <a:pt x="9083" y="46096"/>
                    <a:pt x="-3275" y="64985"/>
                    <a:pt x="765" y="84247"/>
                  </a:cubicBezTo>
                  <a:cubicBezTo>
                    <a:pt x="4227" y="100712"/>
                    <a:pt x="18728" y="112520"/>
                    <a:pt x="35561" y="112572"/>
                  </a:cubicBezTo>
                  <a:lnTo>
                    <a:pt x="149366" y="112572"/>
                  </a:lnTo>
                  <a:cubicBezTo>
                    <a:pt x="169036" y="113587"/>
                    <a:pt x="185803" y="98476"/>
                    <a:pt x="186818" y="78820"/>
                  </a:cubicBezTo>
                  <a:cubicBezTo>
                    <a:pt x="187833" y="59165"/>
                    <a:pt x="172715" y="42410"/>
                    <a:pt x="153046" y="41395"/>
                  </a:cubicBezTo>
                  <a:cubicBezTo>
                    <a:pt x="151823" y="41331"/>
                    <a:pt x="150590" y="41331"/>
                    <a:pt x="149366" y="41395"/>
                  </a:cubicBezTo>
                  <a:close/>
                </a:path>
              </a:pathLst>
            </a:custGeom>
            <a:solidFill>
              <a:srgbClr val="00ABAB"/>
            </a:solidFill>
            <a:ln w="9463" cap="flat">
              <a:noFill/>
              <a:prstDash val="solid"/>
              <a:miter/>
            </a:ln>
          </p:spPr>
          <p:txBody>
            <a:bodyPr rtlCol="0" anchor="ctr"/>
            <a:lstStyle/>
            <a:p>
              <a:endParaRPr lang="en-US"/>
            </a:p>
          </p:txBody>
        </p:sp>
        <p:sp>
          <p:nvSpPr>
            <p:cNvPr id="21" name="Graphic 15">
              <a:extLst>
                <a:ext uri="{FF2B5EF4-FFF2-40B4-BE49-F238E27FC236}">
                  <a16:creationId xmlns:a16="http://schemas.microsoft.com/office/drawing/2014/main" id="{D2F195AB-2D7C-8F45-84A2-C3EA060ED321}"/>
                </a:ext>
              </a:extLst>
            </p:cNvPr>
            <p:cNvSpPr/>
            <p:nvPr/>
          </p:nvSpPr>
          <p:spPr>
            <a:xfrm>
              <a:off x="8110028" y="5210489"/>
              <a:ext cx="537729" cy="537380"/>
            </a:xfrm>
            <a:custGeom>
              <a:avLst/>
              <a:gdLst>
                <a:gd name="connsiteX0" fmla="*/ 268865 w 537729"/>
                <a:gd name="connsiteY0" fmla="*/ 0 h 537380"/>
                <a:gd name="connsiteX1" fmla="*/ 0 w 537729"/>
                <a:gd name="connsiteY1" fmla="*/ 268690 h 537380"/>
                <a:gd name="connsiteX2" fmla="*/ 268865 w 537729"/>
                <a:gd name="connsiteY2" fmla="*/ 537381 h 537380"/>
                <a:gd name="connsiteX3" fmla="*/ 537730 w 537729"/>
                <a:gd name="connsiteY3" fmla="*/ 268690 h 537380"/>
                <a:gd name="connsiteX4" fmla="*/ 537730 w 537729"/>
                <a:gd name="connsiteY4" fmla="*/ 268596 h 537380"/>
                <a:gd name="connsiteX5" fmla="*/ 268960 w 537729"/>
                <a:gd name="connsiteY5" fmla="*/ 0 h 537380"/>
                <a:gd name="connsiteX6" fmla="*/ 268865 w 537729"/>
                <a:gd name="connsiteY6" fmla="*/ 0 h 537380"/>
                <a:gd name="connsiteX7" fmla="*/ 179812 w 537729"/>
                <a:gd name="connsiteY7" fmla="*/ 374081 h 537380"/>
                <a:gd name="connsiteX8" fmla="*/ 121677 w 537729"/>
                <a:gd name="connsiteY8" fmla="*/ 374081 h 537380"/>
                <a:gd name="connsiteX9" fmla="*/ 112193 w 537729"/>
                <a:gd name="connsiteY9" fmla="*/ 364604 h 537380"/>
                <a:gd name="connsiteX10" fmla="*/ 112193 w 537729"/>
                <a:gd name="connsiteY10" fmla="*/ 155054 h 537380"/>
                <a:gd name="connsiteX11" fmla="*/ 131161 w 537729"/>
                <a:gd name="connsiteY11" fmla="*/ 136099 h 537380"/>
                <a:gd name="connsiteX12" fmla="*/ 192236 w 537729"/>
                <a:gd name="connsiteY12" fmla="*/ 136099 h 537380"/>
                <a:gd name="connsiteX13" fmla="*/ 198211 w 537729"/>
                <a:gd name="connsiteY13" fmla="*/ 138184 h 537380"/>
                <a:gd name="connsiteX14" fmla="*/ 230835 w 537729"/>
                <a:gd name="connsiteY14" fmla="*/ 164437 h 537380"/>
                <a:gd name="connsiteX15" fmla="*/ 396516 w 537729"/>
                <a:gd name="connsiteY15" fmla="*/ 164437 h 537380"/>
                <a:gd name="connsiteX16" fmla="*/ 421648 w 537729"/>
                <a:gd name="connsiteY16" fmla="*/ 189552 h 537380"/>
                <a:gd name="connsiteX17" fmla="*/ 421648 w 537729"/>
                <a:gd name="connsiteY17" fmla="*/ 277884 h 537380"/>
                <a:gd name="connsiteX18" fmla="*/ 412165 w 537729"/>
                <a:gd name="connsiteY18" fmla="*/ 287361 h 537380"/>
                <a:gd name="connsiteX19" fmla="*/ 402681 w 537729"/>
                <a:gd name="connsiteY19" fmla="*/ 277884 h 537380"/>
                <a:gd name="connsiteX20" fmla="*/ 402681 w 537729"/>
                <a:gd name="connsiteY20" fmla="*/ 189268 h 537380"/>
                <a:gd name="connsiteX21" fmla="*/ 396516 w 537729"/>
                <a:gd name="connsiteY21" fmla="*/ 183107 h 537380"/>
                <a:gd name="connsiteX22" fmla="*/ 227705 w 537729"/>
                <a:gd name="connsiteY22" fmla="*/ 183107 h 537380"/>
                <a:gd name="connsiteX23" fmla="*/ 221825 w 537729"/>
                <a:gd name="connsiteY23" fmla="*/ 181022 h 537380"/>
                <a:gd name="connsiteX24" fmla="*/ 189201 w 537729"/>
                <a:gd name="connsiteY24" fmla="*/ 154769 h 537380"/>
                <a:gd name="connsiteX25" fmla="*/ 131445 w 537729"/>
                <a:gd name="connsiteY25" fmla="*/ 154769 h 537380"/>
                <a:gd name="connsiteX26" fmla="*/ 131445 w 537729"/>
                <a:gd name="connsiteY26" fmla="*/ 355126 h 537380"/>
                <a:gd name="connsiteX27" fmla="*/ 180097 w 537729"/>
                <a:gd name="connsiteY27" fmla="*/ 355126 h 537380"/>
                <a:gd name="connsiteX28" fmla="*/ 189581 w 537729"/>
                <a:gd name="connsiteY28" fmla="*/ 364604 h 537380"/>
                <a:gd name="connsiteX29" fmla="*/ 180097 w 537729"/>
                <a:gd name="connsiteY29" fmla="*/ 374081 h 537380"/>
                <a:gd name="connsiteX30" fmla="*/ 371005 w 537729"/>
                <a:gd name="connsiteY30" fmla="*/ 401377 h 537380"/>
                <a:gd name="connsiteX31" fmla="*/ 257200 w 537729"/>
                <a:gd name="connsiteY31" fmla="*/ 401377 h 537380"/>
                <a:gd name="connsiteX32" fmla="*/ 202327 w 537729"/>
                <a:gd name="connsiteY32" fmla="*/ 347033 h 537380"/>
                <a:gd name="connsiteX33" fmla="*/ 239275 w 537729"/>
                <a:gd name="connsiteY33" fmla="*/ 295133 h 537380"/>
                <a:gd name="connsiteX34" fmla="*/ 292859 w 537729"/>
                <a:gd name="connsiteY34" fmla="*/ 250967 h 537380"/>
                <a:gd name="connsiteX35" fmla="*/ 335251 w 537729"/>
                <a:gd name="connsiteY35" fmla="*/ 271344 h 537380"/>
                <a:gd name="connsiteX36" fmla="*/ 374704 w 537729"/>
                <a:gd name="connsiteY36" fmla="*/ 292384 h 537380"/>
                <a:gd name="connsiteX37" fmla="*/ 424683 w 537729"/>
                <a:gd name="connsiteY37" fmla="*/ 351255 h 537380"/>
                <a:gd name="connsiteX38" fmla="*/ 371100 w 537729"/>
                <a:gd name="connsiteY38" fmla="*/ 401377 h 5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37729" h="537380">
                  <a:moveTo>
                    <a:pt x="268865" y="0"/>
                  </a:moveTo>
                  <a:cubicBezTo>
                    <a:pt x="120375" y="0"/>
                    <a:pt x="0" y="120296"/>
                    <a:pt x="0" y="268690"/>
                  </a:cubicBezTo>
                  <a:cubicBezTo>
                    <a:pt x="0" y="417084"/>
                    <a:pt x="120375" y="537381"/>
                    <a:pt x="268865" y="537381"/>
                  </a:cubicBezTo>
                  <a:cubicBezTo>
                    <a:pt x="417352" y="537381"/>
                    <a:pt x="537730" y="417084"/>
                    <a:pt x="537730" y="268690"/>
                  </a:cubicBezTo>
                  <a:cubicBezTo>
                    <a:pt x="537730" y="268659"/>
                    <a:pt x="537730" y="268627"/>
                    <a:pt x="537730" y="268596"/>
                  </a:cubicBezTo>
                  <a:cubicBezTo>
                    <a:pt x="537730" y="120254"/>
                    <a:pt x="417400" y="0"/>
                    <a:pt x="268960" y="0"/>
                  </a:cubicBezTo>
                  <a:cubicBezTo>
                    <a:pt x="268931" y="0"/>
                    <a:pt x="268893" y="0"/>
                    <a:pt x="268865" y="0"/>
                  </a:cubicBezTo>
                  <a:close/>
                  <a:moveTo>
                    <a:pt x="179812" y="374081"/>
                  </a:moveTo>
                  <a:lnTo>
                    <a:pt x="121677" y="374081"/>
                  </a:lnTo>
                  <a:cubicBezTo>
                    <a:pt x="116439" y="374081"/>
                    <a:pt x="112193" y="369838"/>
                    <a:pt x="112193" y="364604"/>
                  </a:cubicBezTo>
                  <a:lnTo>
                    <a:pt x="112193" y="155054"/>
                  </a:lnTo>
                  <a:cubicBezTo>
                    <a:pt x="112193" y="144585"/>
                    <a:pt x="120685" y="136099"/>
                    <a:pt x="131161" y="136099"/>
                  </a:cubicBezTo>
                  <a:lnTo>
                    <a:pt x="192236" y="136099"/>
                  </a:lnTo>
                  <a:cubicBezTo>
                    <a:pt x="194408" y="136089"/>
                    <a:pt x="196513" y="136825"/>
                    <a:pt x="198211" y="138184"/>
                  </a:cubicBezTo>
                  <a:lnTo>
                    <a:pt x="230835" y="164437"/>
                  </a:lnTo>
                  <a:lnTo>
                    <a:pt x="396516" y="164437"/>
                  </a:lnTo>
                  <a:cubicBezTo>
                    <a:pt x="410401" y="164437"/>
                    <a:pt x="421648" y="175681"/>
                    <a:pt x="421648" y="189552"/>
                  </a:cubicBezTo>
                  <a:lnTo>
                    <a:pt x="421648" y="277884"/>
                  </a:lnTo>
                  <a:cubicBezTo>
                    <a:pt x="421648" y="283118"/>
                    <a:pt x="417400" y="287361"/>
                    <a:pt x="412165" y="287361"/>
                  </a:cubicBezTo>
                  <a:cubicBezTo>
                    <a:pt x="406930" y="287361"/>
                    <a:pt x="402681" y="283118"/>
                    <a:pt x="402681" y="277884"/>
                  </a:cubicBezTo>
                  <a:lnTo>
                    <a:pt x="402681" y="189268"/>
                  </a:lnTo>
                  <a:cubicBezTo>
                    <a:pt x="402633" y="185887"/>
                    <a:pt x="399902" y="183159"/>
                    <a:pt x="396516" y="183107"/>
                  </a:cubicBezTo>
                  <a:lnTo>
                    <a:pt x="227705" y="183107"/>
                  </a:lnTo>
                  <a:cubicBezTo>
                    <a:pt x="225562" y="183143"/>
                    <a:pt x="223466" y="182402"/>
                    <a:pt x="221825" y="181022"/>
                  </a:cubicBezTo>
                  <a:lnTo>
                    <a:pt x="189201" y="154769"/>
                  </a:lnTo>
                  <a:lnTo>
                    <a:pt x="131445" y="154769"/>
                  </a:lnTo>
                  <a:lnTo>
                    <a:pt x="131445" y="355126"/>
                  </a:lnTo>
                  <a:lnTo>
                    <a:pt x="180097" y="355126"/>
                  </a:lnTo>
                  <a:cubicBezTo>
                    <a:pt x="185332" y="355126"/>
                    <a:pt x="189581" y="359369"/>
                    <a:pt x="189581" y="364604"/>
                  </a:cubicBezTo>
                  <a:cubicBezTo>
                    <a:pt x="189581" y="369838"/>
                    <a:pt x="185332" y="374081"/>
                    <a:pt x="180097" y="374081"/>
                  </a:cubicBezTo>
                  <a:close/>
                  <a:moveTo>
                    <a:pt x="371005" y="401377"/>
                  </a:moveTo>
                  <a:lnTo>
                    <a:pt x="257200" y="401377"/>
                  </a:lnTo>
                  <a:cubicBezTo>
                    <a:pt x="227032" y="401513"/>
                    <a:pt x="202459" y="377182"/>
                    <a:pt x="202327" y="347033"/>
                  </a:cubicBezTo>
                  <a:cubicBezTo>
                    <a:pt x="202222" y="323602"/>
                    <a:pt x="217093" y="302716"/>
                    <a:pt x="239275" y="295133"/>
                  </a:cubicBezTo>
                  <a:cubicBezTo>
                    <a:pt x="244302" y="269518"/>
                    <a:pt x="266740" y="251022"/>
                    <a:pt x="292859" y="250967"/>
                  </a:cubicBezTo>
                  <a:cubicBezTo>
                    <a:pt x="309370" y="250908"/>
                    <a:pt x="324990" y="258418"/>
                    <a:pt x="335251" y="271344"/>
                  </a:cubicBezTo>
                  <a:cubicBezTo>
                    <a:pt x="351383" y="270082"/>
                    <a:pt x="366775" y="278291"/>
                    <a:pt x="374704" y="292384"/>
                  </a:cubicBezTo>
                  <a:cubicBezTo>
                    <a:pt x="404777" y="294849"/>
                    <a:pt x="427149" y="321207"/>
                    <a:pt x="424683" y="351255"/>
                  </a:cubicBezTo>
                  <a:cubicBezTo>
                    <a:pt x="422388" y="379250"/>
                    <a:pt x="399200" y="400933"/>
                    <a:pt x="371100" y="401377"/>
                  </a:cubicBezTo>
                  <a:close/>
                </a:path>
              </a:pathLst>
            </a:custGeom>
            <a:solidFill>
              <a:srgbClr val="00ABAB"/>
            </a:solidFill>
            <a:ln w="9463" cap="flat">
              <a:noFill/>
              <a:prstDash val="solid"/>
              <a:miter/>
            </a:ln>
          </p:spPr>
          <p:txBody>
            <a:bodyPr rtlCol="0" anchor="ctr"/>
            <a:lstStyle/>
            <a:p>
              <a:endParaRPr lang="en-US"/>
            </a:p>
          </p:txBody>
        </p:sp>
      </p:grpSp>
      <p:grpSp>
        <p:nvGrpSpPr>
          <p:cNvPr id="36" name="Graphic 24">
            <a:extLst>
              <a:ext uri="{FF2B5EF4-FFF2-40B4-BE49-F238E27FC236}">
                <a16:creationId xmlns:a16="http://schemas.microsoft.com/office/drawing/2014/main" id="{5715D308-CB2B-5340-95F6-747E08AD773A}"/>
              </a:ext>
            </a:extLst>
          </p:cNvPr>
          <p:cNvGrpSpPr>
            <a:grpSpLocks noChangeAspect="1"/>
          </p:cNvGrpSpPr>
          <p:nvPr/>
        </p:nvGrpSpPr>
        <p:grpSpPr>
          <a:xfrm>
            <a:off x="10929973" y="916944"/>
            <a:ext cx="367435" cy="367200"/>
            <a:chOff x="9051885" y="5226780"/>
            <a:chExt cx="537729" cy="537380"/>
          </a:xfrm>
          <a:solidFill>
            <a:srgbClr val="00ABAB"/>
          </a:solidFill>
        </p:grpSpPr>
        <p:sp>
          <p:nvSpPr>
            <p:cNvPr id="37" name="Freeform 36">
              <a:extLst>
                <a:ext uri="{FF2B5EF4-FFF2-40B4-BE49-F238E27FC236}">
                  <a16:creationId xmlns:a16="http://schemas.microsoft.com/office/drawing/2014/main" id="{63F745BC-974A-064C-AA93-F203E4B95578}"/>
                </a:ext>
              </a:extLst>
            </p:cNvPr>
            <p:cNvSpPr/>
            <p:nvPr/>
          </p:nvSpPr>
          <p:spPr>
            <a:xfrm>
              <a:off x="9051885" y="5226780"/>
              <a:ext cx="537729" cy="537380"/>
            </a:xfrm>
            <a:custGeom>
              <a:avLst/>
              <a:gdLst>
                <a:gd name="connsiteX0" fmla="*/ 268865 w 537729"/>
                <a:gd name="connsiteY0" fmla="*/ 0 h 537380"/>
                <a:gd name="connsiteX1" fmla="*/ 0 w 537729"/>
                <a:gd name="connsiteY1" fmla="*/ 268690 h 537380"/>
                <a:gd name="connsiteX2" fmla="*/ 268865 w 537729"/>
                <a:gd name="connsiteY2" fmla="*/ 537381 h 537380"/>
                <a:gd name="connsiteX3" fmla="*/ 537730 w 537729"/>
                <a:gd name="connsiteY3" fmla="*/ 269069 h 537380"/>
                <a:gd name="connsiteX4" fmla="*/ 269244 w 537729"/>
                <a:gd name="connsiteY4" fmla="*/ 0 h 537380"/>
                <a:gd name="connsiteX5" fmla="*/ 268865 w 537729"/>
                <a:gd name="connsiteY5" fmla="*/ 0 h 537380"/>
                <a:gd name="connsiteX6" fmla="*/ 268865 w 537729"/>
                <a:gd name="connsiteY6" fmla="*/ 518331 h 537380"/>
                <a:gd name="connsiteX7" fmla="*/ 18968 w 537729"/>
                <a:gd name="connsiteY7" fmla="*/ 268596 h 537380"/>
                <a:gd name="connsiteX8" fmla="*/ 268865 w 537729"/>
                <a:gd name="connsiteY8" fmla="*/ 18860 h 537380"/>
                <a:gd name="connsiteX9" fmla="*/ 518762 w 537729"/>
                <a:gd name="connsiteY9" fmla="*/ 268596 h 537380"/>
                <a:gd name="connsiteX10" fmla="*/ 518762 w 537729"/>
                <a:gd name="connsiteY10" fmla="*/ 269069 h 537380"/>
                <a:gd name="connsiteX11" fmla="*/ 268865 w 537729"/>
                <a:gd name="connsiteY11" fmla="*/ 518710 h 537380"/>
                <a:gd name="connsiteX12" fmla="*/ 268865 w 537729"/>
                <a:gd name="connsiteY12" fmla="*/ 518331 h 5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7729" h="537380">
                  <a:moveTo>
                    <a:pt x="268865" y="0"/>
                  </a:moveTo>
                  <a:cubicBezTo>
                    <a:pt x="120349" y="0"/>
                    <a:pt x="0" y="120271"/>
                    <a:pt x="0" y="268690"/>
                  </a:cubicBezTo>
                  <a:cubicBezTo>
                    <a:pt x="0" y="417110"/>
                    <a:pt x="120349" y="537381"/>
                    <a:pt x="268865" y="537381"/>
                  </a:cubicBezTo>
                  <a:cubicBezTo>
                    <a:pt x="417191" y="537381"/>
                    <a:pt x="537540" y="417299"/>
                    <a:pt x="537730" y="269069"/>
                  </a:cubicBezTo>
                  <a:cubicBezTo>
                    <a:pt x="537919" y="120650"/>
                    <a:pt x="417760" y="190"/>
                    <a:pt x="269244" y="0"/>
                  </a:cubicBezTo>
                  <a:cubicBezTo>
                    <a:pt x="269149" y="0"/>
                    <a:pt x="268960" y="0"/>
                    <a:pt x="268865" y="0"/>
                  </a:cubicBezTo>
                  <a:close/>
                  <a:moveTo>
                    <a:pt x="268865" y="518331"/>
                  </a:moveTo>
                  <a:cubicBezTo>
                    <a:pt x="130876" y="518331"/>
                    <a:pt x="18968" y="406495"/>
                    <a:pt x="18968" y="268596"/>
                  </a:cubicBezTo>
                  <a:cubicBezTo>
                    <a:pt x="18968" y="130696"/>
                    <a:pt x="130876" y="18860"/>
                    <a:pt x="268865" y="18860"/>
                  </a:cubicBezTo>
                  <a:cubicBezTo>
                    <a:pt x="406854" y="18860"/>
                    <a:pt x="518762" y="130696"/>
                    <a:pt x="518762" y="268596"/>
                  </a:cubicBezTo>
                  <a:cubicBezTo>
                    <a:pt x="518762" y="268785"/>
                    <a:pt x="518762" y="268880"/>
                    <a:pt x="518762" y="269069"/>
                  </a:cubicBezTo>
                  <a:cubicBezTo>
                    <a:pt x="518572" y="406874"/>
                    <a:pt x="406759" y="518615"/>
                    <a:pt x="268865" y="518710"/>
                  </a:cubicBezTo>
                  <a:lnTo>
                    <a:pt x="268865" y="518331"/>
                  </a:lnTo>
                  <a:close/>
                </a:path>
              </a:pathLst>
            </a:custGeom>
            <a:solidFill>
              <a:srgbClr val="00ABAB"/>
            </a:solidFill>
            <a:ln w="9463" cap="flat">
              <a:noFill/>
              <a:prstDash val="solid"/>
              <a:miter/>
            </a:ln>
          </p:spPr>
          <p:txBody>
            <a:bodyPr rtlCol="0" anchor="ctr"/>
            <a:lstStyle/>
            <a:p>
              <a:endParaRPr lang="en-US"/>
            </a:p>
          </p:txBody>
        </p:sp>
        <p:sp>
          <p:nvSpPr>
            <p:cNvPr id="38" name="Freeform 37">
              <a:extLst>
                <a:ext uri="{FF2B5EF4-FFF2-40B4-BE49-F238E27FC236}">
                  <a16:creationId xmlns:a16="http://schemas.microsoft.com/office/drawing/2014/main" id="{177C5737-9EF5-C04E-8C48-7550B4206727}"/>
                </a:ext>
              </a:extLst>
            </p:cNvPr>
            <p:cNvSpPr/>
            <p:nvPr/>
          </p:nvSpPr>
          <p:spPr>
            <a:xfrm>
              <a:off x="9239664" y="5330275"/>
              <a:ext cx="162172" cy="330389"/>
            </a:xfrm>
            <a:custGeom>
              <a:avLst/>
              <a:gdLst>
                <a:gd name="connsiteX0" fmla="*/ 123099 w 162172"/>
                <a:gd name="connsiteY0" fmla="*/ 18955 h 330389"/>
                <a:gd name="connsiteX1" fmla="*/ 152689 w 162172"/>
                <a:gd name="connsiteY1" fmla="*/ 18955 h 330389"/>
                <a:gd name="connsiteX2" fmla="*/ 162172 w 162172"/>
                <a:gd name="connsiteY2" fmla="*/ 9478 h 330389"/>
                <a:gd name="connsiteX3" fmla="*/ 152689 w 162172"/>
                <a:gd name="connsiteY3" fmla="*/ 0 h 330389"/>
                <a:gd name="connsiteX4" fmla="*/ 123099 w 162172"/>
                <a:gd name="connsiteY4" fmla="*/ 0 h 330389"/>
                <a:gd name="connsiteX5" fmla="*/ 81086 w 162172"/>
                <a:gd name="connsiteY5" fmla="*/ 21799 h 330389"/>
                <a:gd name="connsiteX6" fmla="*/ 39073 w 162172"/>
                <a:gd name="connsiteY6" fmla="*/ 0 h 330389"/>
                <a:gd name="connsiteX7" fmla="*/ 9484 w 162172"/>
                <a:gd name="connsiteY7" fmla="*/ 0 h 330389"/>
                <a:gd name="connsiteX8" fmla="*/ 0 w 162172"/>
                <a:gd name="connsiteY8" fmla="*/ 9478 h 330389"/>
                <a:gd name="connsiteX9" fmla="*/ 9484 w 162172"/>
                <a:gd name="connsiteY9" fmla="*/ 18955 h 330389"/>
                <a:gd name="connsiteX10" fmla="*/ 9484 w 162172"/>
                <a:gd name="connsiteY10" fmla="*/ 18955 h 330389"/>
                <a:gd name="connsiteX11" fmla="*/ 39073 w 162172"/>
                <a:gd name="connsiteY11" fmla="*/ 18955 h 330389"/>
                <a:gd name="connsiteX12" fmla="*/ 71602 w 162172"/>
                <a:gd name="connsiteY12" fmla="*/ 51463 h 330389"/>
                <a:gd name="connsiteX13" fmla="*/ 71602 w 162172"/>
                <a:gd name="connsiteY13" fmla="*/ 155717 h 330389"/>
                <a:gd name="connsiteX14" fmla="*/ 42013 w 162172"/>
                <a:gd name="connsiteY14" fmla="*/ 155717 h 330389"/>
                <a:gd name="connsiteX15" fmla="*/ 32529 w 162172"/>
                <a:gd name="connsiteY15" fmla="*/ 165195 h 330389"/>
                <a:gd name="connsiteX16" fmla="*/ 42013 w 162172"/>
                <a:gd name="connsiteY16" fmla="*/ 174672 h 330389"/>
                <a:gd name="connsiteX17" fmla="*/ 71602 w 162172"/>
                <a:gd name="connsiteY17" fmla="*/ 174672 h 330389"/>
                <a:gd name="connsiteX18" fmla="*/ 71602 w 162172"/>
                <a:gd name="connsiteY18" fmla="*/ 278926 h 330389"/>
                <a:gd name="connsiteX19" fmla="*/ 39073 w 162172"/>
                <a:gd name="connsiteY19" fmla="*/ 311434 h 330389"/>
                <a:gd name="connsiteX20" fmla="*/ 9484 w 162172"/>
                <a:gd name="connsiteY20" fmla="*/ 311434 h 330389"/>
                <a:gd name="connsiteX21" fmla="*/ 0 w 162172"/>
                <a:gd name="connsiteY21" fmla="*/ 320912 h 330389"/>
                <a:gd name="connsiteX22" fmla="*/ 9484 w 162172"/>
                <a:gd name="connsiteY22" fmla="*/ 330390 h 330389"/>
                <a:gd name="connsiteX23" fmla="*/ 39073 w 162172"/>
                <a:gd name="connsiteY23" fmla="*/ 330390 h 330389"/>
                <a:gd name="connsiteX24" fmla="*/ 81086 w 162172"/>
                <a:gd name="connsiteY24" fmla="*/ 308591 h 330389"/>
                <a:gd name="connsiteX25" fmla="*/ 123099 w 162172"/>
                <a:gd name="connsiteY25" fmla="*/ 330390 h 330389"/>
                <a:gd name="connsiteX26" fmla="*/ 152689 w 162172"/>
                <a:gd name="connsiteY26" fmla="*/ 330390 h 330389"/>
                <a:gd name="connsiteX27" fmla="*/ 162172 w 162172"/>
                <a:gd name="connsiteY27" fmla="*/ 320912 h 330389"/>
                <a:gd name="connsiteX28" fmla="*/ 152689 w 162172"/>
                <a:gd name="connsiteY28" fmla="*/ 311434 h 330389"/>
                <a:gd name="connsiteX29" fmla="*/ 123099 w 162172"/>
                <a:gd name="connsiteY29" fmla="*/ 311434 h 330389"/>
                <a:gd name="connsiteX30" fmla="*/ 90570 w 162172"/>
                <a:gd name="connsiteY30" fmla="*/ 278926 h 330389"/>
                <a:gd name="connsiteX31" fmla="*/ 90570 w 162172"/>
                <a:gd name="connsiteY31" fmla="*/ 174672 h 330389"/>
                <a:gd name="connsiteX32" fmla="*/ 120159 w 162172"/>
                <a:gd name="connsiteY32" fmla="*/ 174672 h 330389"/>
                <a:gd name="connsiteX33" fmla="*/ 129643 w 162172"/>
                <a:gd name="connsiteY33" fmla="*/ 165195 h 330389"/>
                <a:gd name="connsiteX34" fmla="*/ 120159 w 162172"/>
                <a:gd name="connsiteY34" fmla="*/ 155717 h 330389"/>
                <a:gd name="connsiteX35" fmla="*/ 90570 w 162172"/>
                <a:gd name="connsiteY35" fmla="*/ 155717 h 330389"/>
                <a:gd name="connsiteX36" fmla="*/ 90570 w 162172"/>
                <a:gd name="connsiteY36" fmla="*/ 51463 h 330389"/>
                <a:gd name="connsiteX37" fmla="*/ 123099 w 162172"/>
                <a:gd name="connsiteY37" fmla="*/ 18955 h 330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2172" h="330389">
                  <a:moveTo>
                    <a:pt x="123099" y="18955"/>
                  </a:moveTo>
                  <a:lnTo>
                    <a:pt x="152689" y="18955"/>
                  </a:lnTo>
                  <a:cubicBezTo>
                    <a:pt x="157905" y="18955"/>
                    <a:pt x="162172" y="14690"/>
                    <a:pt x="162172" y="9478"/>
                  </a:cubicBezTo>
                  <a:cubicBezTo>
                    <a:pt x="162172" y="4265"/>
                    <a:pt x="157905" y="0"/>
                    <a:pt x="152689" y="0"/>
                  </a:cubicBezTo>
                  <a:lnTo>
                    <a:pt x="123099" y="0"/>
                  </a:lnTo>
                  <a:cubicBezTo>
                    <a:pt x="106408" y="0"/>
                    <a:pt x="90760" y="8151"/>
                    <a:pt x="81086" y="21799"/>
                  </a:cubicBezTo>
                  <a:cubicBezTo>
                    <a:pt x="71508" y="8151"/>
                    <a:pt x="55765" y="0"/>
                    <a:pt x="39073" y="0"/>
                  </a:cubicBezTo>
                  <a:lnTo>
                    <a:pt x="9484" y="0"/>
                  </a:lnTo>
                  <a:cubicBezTo>
                    <a:pt x="4268" y="0"/>
                    <a:pt x="0" y="4265"/>
                    <a:pt x="0" y="9478"/>
                  </a:cubicBezTo>
                  <a:cubicBezTo>
                    <a:pt x="0" y="14690"/>
                    <a:pt x="4268" y="18955"/>
                    <a:pt x="9484" y="18955"/>
                  </a:cubicBezTo>
                  <a:cubicBezTo>
                    <a:pt x="9484" y="18955"/>
                    <a:pt x="9484" y="18955"/>
                    <a:pt x="9484" y="18955"/>
                  </a:cubicBezTo>
                  <a:lnTo>
                    <a:pt x="39073" y="18955"/>
                  </a:lnTo>
                  <a:cubicBezTo>
                    <a:pt x="56997" y="19050"/>
                    <a:pt x="71508" y="33551"/>
                    <a:pt x="71602" y="51463"/>
                  </a:cubicBezTo>
                  <a:lnTo>
                    <a:pt x="71602" y="155717"/>
                  </a:lnTo>
                  <a:lnTo>
                    <a:pt x="42013" y="155717"/>
                  </a:lnTo>
                  <a:cubicBezTo>
                    <a:pt x="36797" y="155717"/>
                    <a:pt x="32529" y="159982"/>
                    <a:pt x="32529" y="165195"/>
                  </a:cubicBezTo>
                  <a:cubicBezTo>
                    <a:pt x="32529" y="170407"/>
                    <a:pt x="36797" y="174672"/>
                    <a:pt x="42013" y="174672"/>
                  </a:cubicBezTo>
                  <a:lnTo>
                    <a:pt x="71602" y="174672"/>
                  </a:lnTo>
                  <a:lnTo>
                    <a:pt x="71602" y="278926"/>
                  </a:lnTo>
                  <a:cubicBezTo>
                    <a:pt x="71508" y="296839"/>
                    <a:pt x="56997" y="311340"/>
                    <a:pt x="39073" y="311434"/>
                  </a:cubicBezTo>
                  <a:lnTo>
                    <a:pt x="9484" y="311434"/>
                  </a:lnTo>
                  <a:cubicBezTo>
                    <a:pt x="4268" y="311434"/>
                    <a:pt x="0" y="315699"/>
                    <a:pt x="0" y="320912"/>
                  </a:cubicBezTo>
                  <a:cubicBezTo>
                    <a:pt x="0" y="326125"/>
                    <a:pt x="4268" y="330390"/>
                    <a:pt x="9484" y="330390"/>
                  </a:cubicBezTo>
                  <a:lnTo>
                    <a:pt x="39073" y="330390"/>
                  </a:lnTo>
                  <a:cubicBezTo>
                    <a:pt x="55765" y="330390"/>
                    <a:pt x="71508" y="322239"/>
                    <a:pt x="81086" y="308591"/>
                  </a:cubicBezTo>
                  <a:cubicBezTo>
                    <a:pt x="90760" y="322239"/>
                    <a:pt x="106408" y="330390"/>
                    <a:pt x="123099" y="330390"/>
                  </a:cubicBezTo>
                  <a:lnTo>
                    <a:pt x="152689" y="330390"/>
                  </a:lnTo>
                  <a:cubicBezTo>
                    <a:pt x="157905" y="330390"/>
                    <a:pt x="162172" y="326125"/>
                    <a:pt x="162172" y="320912"/>
                  </a:cubicBezTo>
                  <a:cubicBezTo>
                    <a:pt x="162172" y="315699"/>
                    <a:pt x="157905" y="311434"/>
                    <a:pt x="152689" y="311434"/>
                  </a:cubicBezTo>
                  <a:lnTo>
                    <a:pt x="123099" y="311434"/>
                  </a:lnTo>
                  <a:cubicBezTo>
                    <a:pt x="105175" y="311340"/>
                    <a:pt x="90665" y="296839"/>
                    <a:pt x="90570" y="278926"/>
                  </a:cubicBezTo>
                  <a:lnTo>
                    <a:pt x="90570" y="174672"/>
                  </a:lnTo>
                  <a:lnTo>
                    <a:pt x="120159" y="174672"/>
                  </a:lnTo>
                  <a:cubicBezTo>
                    <a:pt x="125375" y="174672"/>
                    <a:pt x="129643" y="170407"/>
                    <a:pt x="129643" y="165195"/>
                  </a:cubicBezTo>
                  <a:cubicBezTo>
                    <a:pt x="129643" y="159982"/>
                    <a:pt x="125375" y="155717"/>
                    <a:pt x="120159" y="155717"/>
                  </a:cubicBezTo>
                  <a:lnTo>
                    <a:pt x="90570" y="155717"/>
                  </a:lnTo>
                  <a:lnTo>
                    <a:pt x="90570" y="51463"/>
                  </a:lnTo>
                  <a:cubicBezTo>
                    <a:pt x="90665" y="33551"/>
                    <a:pt x="105175" y="19050"/>
                    <a:pt x="123099" y="18955"/>
                  </a:cubicBezTo>
                  <a:close/>
                </a:path>
              </a:pathLst>
            </a:custGeom>
            <a:solidFill>
              <a:srgbClr val="00ABAB"/>
            </a:solidFill>
            <a:ln w="9463" cap="flat">
              <a:noFill/>
              <a:prstDash val="solid"/>
              <a:miter/>
            </a:ln>
          </p:spPr>
          <p:txBody>
            <a:bodyPr rtlCol="0" anchor="ctr"/>
            <a:lstStyle/>
            <a:p>
              <a:endParaRPr lang="en-US"/>
            </a:p>
          </p:txBody>
        </p:sp>
      </p:grpSp>
      <p:grpSp>
        <p:nvGrpSpPr>
          <p:cNvPr id="28" name="Graphic 26">
            <a:extLst>
              <a:ext uri="{FF2B5EF4-FFF2-40B4-BE49-F238E27FC236}">
                <a16:creationId xmlns:a16="http://schemas.microsoft.com/office/drawing/2014/main" id="{25E52BC7-A470-374C-B06E-3EBB1B65377D}"/>
              </a:ext>
            </a:extLst>
          </p:cNvPr>
          <p:cNvGrpSpPr>
            <a:grpSpLocks noChangeAspect="1"/>
          </p:cNvGrpSpPr>
          <p:nvPr/>
        </p:nvGrpSpPr>
        <p:grpSpPr>
          <a:xfrm>
            <a:off x="9882027" y="2854482"/>
            <a:ext cx="367435" cy="367200"/>
            <a:chOff x="10403267" y="5275528"/>
            <a:chExt cx="537730" cy="537380"/>
          </a:xfrm>
          <a:solidFill>
            <a:srgbClr val="00ABAB"/>
          </a:solidFill>
        </p:grpSpPr>
        <p:sp>
          <p:nvSpPr>
            <p:cNvPr id="29" name="Freeform 28">
              <a:extLst>
                <a:ext uri="{FF2B5EF4-FFF2-40B4-BE49-F238E27FC236}">
                  <a16:creationId xmlns:a16="http://schemas.microsoft.com/office/drawing/2014/main" id="{ECAD3597-74E7-9942-8CCC-D6967482BCB7}"/>
                </a:ext>
              </a:extLst>
            </p:cNvPr>
            <p:cNvSpPr/>
            <p:nvPr/>
          </p:nvSpPr>
          <p:spPr>
            <a:xfrm>
              <a:off x="10403267" y="5275528"/>
              <a:ext cx="537730" cy="537380"/>
            </a:xfrm>
            <a:custGeom>
              <a:avLst/>
              <a:gdLst>
                <a:gd name="connsiteX0" fmla="*/ 268865 w 537730"/>
                <a:gd name="connsiteY0" fmla="*/ 0 h 537380"/>
                <a:gd name="connsiteX1" fmla="*/ 0 w 537730"/>
                <a:gd name="connsiteY1" fmla="*/ 268690 h 537380"/>
                <a:gd name="connsiteX2" fmla="*/ 268865 w 537730"/>
                <a:gd name="connsiteY2" fmla="*/ 537381 h 537380"/>
                <a:gd name="connsiteX3" fmla="*/ 537730 w 537730"/>
                <a:gd name="connsiteY3" fmla="*/ 269069 h 537380"/>
                <a:gd name="connsiteX4" fmla="*/ 269434 w 537730"/>
                <a:gd name="connsiteY4" fmla="*/ 0 h 537380"/>
                <a:gd name="connsiteX5" fmla="*/ 268865 w 537730"/>
                <a:gd name="connsiteY5" fmla="*/ 0 h 537380"/>
                <a:gd name="connsiteX6" fmla="*/ 268865 w 537730"/>
                <a:gd name="connsiteY6" fmla="*/ 518331 h 537380"/>
                <a:gd name="connsiteX7" fmla="*/ 18968 w 537730"/>
                <a:gd name="connsiteY7" fmla="*/ 268596 h 537380"/>
                <a:gd name="connsiteX8" fmla="*/ 268865 w 537730"/>
                <a:gd name="connsiteY8" fmla="*/ 18860 h 537380"/>
                <a:gd name="connsiteX9" fmla="*/ 518762 w 537730"/>
                <a:gd name="connsiteY9" fmla="*/ 268596 h 537380"/>
                <a:gd name="connsiteX10" fmla="*/ 518762 w 537730"/>
                <a:gd name="connsiteY10" fmla="*/ 269069 h 537380"/>
                <a:gd name="connsiteX11" fmla="*/ 268865 w 537730"/>
                <a:gd name="connsiteY11" fmla="*/ 518710 h 537380"/>
                <a:gd name="connsiteX12" fmla="*/ 268865 w 537730"/>
                <a:gd name="connsiteY12" fmla="*/ 518331 h 5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7730" h="537380">
                  <a:moveTo>
                    <a:pt x="268865" y="0"/>
                  </a:moveTo>
                  <a:cubicBezTo>
                    <a:pt x="120349" y="0"/>
                    <a:pt x="0" y="120271"/>
                    <a:pt x="0" y="268690"/>
                  </a:cubicBezTo>
                  <a:cubicBezTo>
                    <a:pt x="0" y="417110"/>
                    <a:pt x="120349" y="537381"/>
                    <a:pt x="268865" y="537381"/>
                  </a:cubicBezTo>
                  <a:cubicBezTo>
                    <a:pt x="417191" y="537381"/>
                    <a:pt x="537540" y="417299"/>
                    <a:pt x="537730" y="269069"/>
                  </a:cubicBezTo>
                  <a:cubicBezTo>
                    <a:pt x="538014" y="120745"/>
                    <a:pt x="417855" y="284"/>
                    <a:pt x="269434" y="0"/>
                  </a:cubicBezTo>
                  <a:cubicBezTo>
                    <a:pt x="269244" y="0"/>
                    <a:pt x="269054" y="0"/>
                    <a:pt x="268865" y="0"/>
                  </a:cubicBezTo>
                  <a:close/>
                  <a:moveTo>
                    <a:pt x="268865" y="518331"/>
                  </a:moveTo>
                  <a:cubicBezTo>
                    <a:pt x="130876" y="518331"/>
                    <a:pt x="18968" y="406495"/>
                    <a:pt x="18968" y="268596"/>
                  </a:cubicBezTo>
                  <a:cubicBezTo>
                    <a:pt x="18968" y="130696"/>
                    <a:pt x="130876" y="18860"/>
                    <a:pt x="268865" y="18860"/>
                  </a:cubicBezTo>
                  <a:cubicBezTo>
                    <a:pt x="406854" y="18860"/>
                    <a:pt x="518762" y="130696"/>
                    <a:pt x="518762" y="268596"/>
                  </a:cubicBezTo>
                  <a:cubicBezTo>
                    <a:pt x="518762" y="268785"/>
                    <a:pt x="518762" y="268880"/>
                    <a:pt x="518762" y="269069"/>
                  </a:cubicBezTo>
                  <a:cubicBezTo>
                    <a:pt x="518572" y="406874"/>
                    <a:pt x="406759" y="518615"/>
                    <a:pt x="268865" y="518710"/>
                  </a:cubicBezTo>
                  <a:lnTo>
                    <a:pt x="268865" y="518331"/>
                  </a:lnTo>
                  <a:close/>
                </a:path>
              </a:pathLst>
            </a:custGeom>
            <a:solidFill>
              <a:srgbClr val="00ABAB"/>
            </a:solidFill>
            <a:ln w="9463" cap="flat">
              <a:noFill/>
              <a:prstDash val="solid"/>
              <a:miter/>
            </a:ln>
          </p:spPr>
          <p:txBody>
            <a:bodyPr rtlCol="0" anchor="ctr"/>
            <a:lstStyle/>
            <a:p>
              <a:endParaRPr lang="en-US"/>
            </a:p>
          </p:txBody>
        </p:sp>
        <p:sp>
          <p:nvSpPr>
            <p:cNvPr id="30" name="Freeform 29">
              <a:extLst>
                <a:ext uri="{FF2B5EF4-FFF2-40B4-BE49-F238E27FC236}">
                  <a16:creationId xmlns:a16="http://schemas.microsoft.com/office/drawing/2014/main" id="{0C9AA1D4-83A9-BD4F-AD19-4FE48F890C59}"/>
                </a:ext>
              </a:extLst>
            </p:cNvPr>
            <p:cNvSpPr/>
            <p:nvPr/>
          </p:nvSpPr>
          <p:spPr>
            <a:xfrm>
              <a:off x="10488073" y="5407065"/>
              <a:ext cx="293324" cy="291258"/>
            </a:xfrm>
            <a:custGeom>
              <a:avLst/>
              <a:gdLst>
                <a:gd name="connsiteX0" fmla="*/ 293312 w 293324"/>
                <a:gd name="connsiteY0" fmla="*/ 6836 h 291258"/>
                <a:gd name="connsiteX1" fmla="*/ 292269 w 293324"/>
                <a:gd name="connsiteY1" fmla="*/ 3992 h 291258"/>
                <a:gd name="connsiteX2" fmla="*/ 291794 w 293324"/>
                <a:gd name="connsiteY2" fmla="*/ 3234 h 291258"/>
                <a:gd name="connsiteX3" fmla="*/ 290182 w 293324"/>
                <a:gd name="connsiteY3" fmla="*/ 1433 h 291258"/>
                <a:gd name="connsiteX4" fmla="*/ 290182 w 293324"/>
                <a:gd name="connsiteY4" fmla="*/ 1433 h 291258"/>
                <a:gd name="connsiteX5" fmla="*/ 290182 w 293324"/>
                <a:gd name="connsiteY5" fmla="*/ 1433 h 291258"/>
                <a:gd name="connsiteX6" fmla="*/ 290182 w 293324"/>
                <a:gd name="connsiteY6" fmla="*/ 1433 h 291258"/>
                <a:gd name="connsiteX7" fmla="*/ 284682 w 293324"/>
                <a:gd name="connsiteY7" fmla="*/ 12 h 291258"/>
                <a:gd name="connsiteX8" fmla="*/ 283828 w 293324"/>
                <a:gd name="connsiteY8" fmla="*/ 12 h 291258"/>
                <a:gd name="connsiteX9" fmla="*/ 281552 w 293324"/>
                <a:gd name="connsiteY9" fmla="*/ 675 h 291258"/>
                <a:gd name="connsiteX10" fmla="*/ 280793 w 293324"/>
                <a:gd name="connsiteY10" fmla="*/ 675 h 291258"/>
                <a:gd name="connsiteX11" fmla="*/ 280793 w 293324"/>
                <a:gd name="connsiteY11" fmla="*/ 675 h 291258"/>
                <a:gd name="connsiteX12" fmla="*/ 4721 w 293324"/>
                <a:gd name="connsiteY12" fmla="*/ 160468 h 291258"/>
                <a:gd name="connsiteX13" fmla="*/ 1307 w 293324"/>
                <a:gd name="connsiteY13" fmla="*/ 173452 h 291258"/>
                <a:gd name="connsiteX14" fmla="*/ 5954 w 293324"/>
                <a:gd name="connsiteY14" fmla="*/ 177433 h 291258"/>
                <a:gd name="connsiteX15" fmla="*/ 94153 w 293324"/>
                <a:gd name="connsiteY15" fmla="*/ 213542 h 291258"/>
                <a:gd name="connsiteX16" fmla="*/ 114732 w 293324"/>
                <a:gd name="connsiteY16" fmla="*/ 285572 h 291258"/>
                <a:gd name="connsiteX17" fmla="*/ 115491 w 293324"/>
                <a:gd name="connsiteY17" fmla="*/ 287184 h 291258"/>
                <a:gd name="connsiteX18" fmla="*/ 115491 w 293324"/>
                <a:gd name="connsiteY18" fmla="*/ 288036 h 291258"/>
                <a:gd name="connsiteX19" fmla="*/ 117862 w 293324"/>
                <a:gd name="connsiteY19" fmla="*/ 290501 h 291258"/>
                <a:gd name="connsiteX20" fmla="*/ 117862 w 293324"/>
                <a:gd name="connsiteY20" fmla="*/ 290501 h 291258"/>
                <a:gd name="connsiteX21" fmla="*/ 118811 w 293324"/>
                <a:gd name="connsiteY21" fmla="*/ 290501 h 291258"/>
                <a:gd name="connsiteX22" fmla="*/ 120328 w 293324"/>
                <a:gd name="connsiteY22" fmla="*/ 291259 h 291258"/>
                <a:gd name="connsiteX23" fmla="*/ 121750 w 293324"/>
                <a:gd name="connsiteY23" fmla="*/ 291259 h 291258"/>
                <a:gd name="connsiteX24" fmla="*/ 122983 w 293324"/>
                <a:gd name="connsiteY24" fmla="*/ 291259 h 291258"/>
                <a:gd name="connsiteX25" fmla="*/ 123458 w 293324"/>
                <a:gd name="connsiteY25" fmla="*/ 291259 h 291258"/>
                <a:gd name="connsiteX26" fmla="*/ 127156 w 293324"/>
                <a:gd name="connsiteY26" fmla="*/ 290406 h 291258"/>
                <a:gd name="connsiteX27" fmla="*/ 128010 w 293324"/>
                <a:gd name="connsiteY27" fmla="*/ 290406 h 291258"/>
                <a:gd name="connsiteX28" fmla="*/ 130950 w 293324"/>
                <a:gd name="connsiteY28" fmla="*/ 287847 h 291258"/>
                <a:gd name="connsiteX29" fmla="*/ 130950 w 293324"/>
                <a:gd name="connsiteY29" fmla="*/ 287847 h 291258"/>
                <a:gd name="connsiteX30" fmla="*/ 164522 w 293324"/>
                <a:gd name="connsiteY30" fmla="*/ 241786 h 291258"/>
                <a:gd name="connsiteX31" fmla="*/ 256989 w 293324"/>
                <a:gd name="connsiteY31" fmla="*/ 279696 h 291258"/>
                <a:gd name="connsiteX32" fmla="*/ 260593 w 293324"/>
                <a:gd name="connsiteY32" fmla="*/ 280454 h 291258"/>
                <a:gd name="connsiteX33" fmla="*/ 265524 w 293324"/>
                <a:gd name="connsiteY33" fmla="*/ 279033 h 291258"/>
                <a:gd name="connsiteX34" fmla="*/ 270077 w 293324"/>
                <a:gd name="connsiteY34" fmla="*/ 271735 h 291258"/>
                <a:gd name="connsiteX35" fmla="*/ 292932 w 293324"/>
                <a:gd name="connsiteY35" fmla="*/ 8731 h 291258"/>
                <a:gd name="connsiteX36" fmla="*/ 292932 w 293324"/>
                <a:gd name="connsiteY36" fmla="*/ 6646 h 291258"/>
                <a:gd name="connsiteX37" fmla="*/ 293312 w 293324"/>
                <a:gd name="connsiteY37" fmla="*/ 6836 h 291258"/>
                <a:gd name="connsiteX38" fmla="*/ 232236 w 293324"/>
                <a:gd name="connsiteY38" fmla="*/ 49675 h 291258"/>
                <a:gd name="connsiteX39" fmla="*/ 96429 w 293324"/>
                <a:gd name="connsiteY39" fmla="*/ 193924 h 291258"/>
                <a:gd name="connsiteX40" fmla="*/ 30896 w 293324"/>
                <a:gd name="connsiteY40" fmla="*/ 167102 h 291258"/>
                <a:gd name="connsiteX41" fmla="*/ 232236 w 293324"/>
                <a:gd name="connsiteY41" fmla="*/ 49675 h 291258"/>
                <a:gd name="connsiteX42" fmla="*/ 223416 w 293324"/>
                <a:gd name="connsiteY42" fmla="*/ 86732 h 291258"/>
                <a:gd name="connsiteX43" fmla="*/ 138726 w 293324"/>
                <a:gd name="connsiteY43" fmla="*/ 220840 h 291258"/>
                <a:gd name="connsiteX44" fmla="*/ 137968 w 293324"/>
                <a:gd name="connsiteY44" fmla="*/ 222357 h 291258"/>
                <a:gd name="connsiteX45" fmla="*/ 125354 w 293324"/>
                <a:gd name="connsiteY45" fmla="*/ 253822 h 291258"/>
                <a:gd name="connsiteX46" fmla="*/ 111603 w 293324"/>
                <a:gd name="connsiteY46" fmla="*/ 205581 h 291258"/>
                <a:gd name="connsiteX47" fmla="*/ 223416 w 293324"/>
                <a:gd name="connsiteY47" fmla="*/ 86732 h 291258"/>
                <a:gd name="connsiteX48" fmla="*/ 252816 w 293324"/>
                <a:gd name="connsiteY48" fmla="*/ 257329 h 291258"/>
                <a:gd name="connsiteX49" fmla="*/ 161393 w 293324"/>
                <a:gd name="connsiteY49" fmla="*/ 220840 h 291258"/>
                <a:gd name="connsiteX50" fmla="*/ 271215 w 293324"/>
                <a:gd name="connsiteY50" fmla="*/ 46642 h 291258"/>
                <a:gd name="connsiteX51" fmla="*/ 252816 w 293324"/>
                <a:gd name="connsiteY51" fmla="*/ 257329 h 291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93324" h="291258">
                  <a:moveTo>
                    <a:pt x="293312" y="6836"/>
                  </a:moveTo>
                  <a:cubicBezTo>
                    <a:pt x="293122" y="5793"/>
                    <a:pt x="292743" y="4845"/>
                    <a:pt x="292269" y="3992"/>
                  </a:cubicBezTo>
                  <a:cubicBezTo>
                    <a:pt x="292174" y="3708"/>
                    <a:pt x="291984" y="3424"/>
                    <a:pt x="291794" y="3234"/>
                  </a:cubicBezTo>
                  <a:cubicBezTo>
                    <a:pt x="291320" y="2571"/>
                    <a:pt x="290751" y="2002"/>
                    <a:pt x="290182" y="1433"/>
                  </a:cubicBezTo>
                  <a:lnTo>
                    <a:pt x="290182" y="1433"/>
                  </a:lnTo>
                  <a:lnTo>
                    <a:pt x="290182" y="1433"/>
                  </a:lnTo>
                  <a:lnTo>
                    <a:pt x="290182" y="1433"/>
                  </a:lnTo>
                  <a:cubicBezTo>
                    <a:pt x="288570" y="391"/>
                    <a:pt x="286578" y="-83"/>
                    <a:pt x="284682" y="12"/>
                  </a:cubicBezTo>
                  <a:lnTo>
                    <a:pt x="283828" y="12"/>
                  </a:lnTo>
                  <a:cubicBezTo>
                    <a:pt x="283069" y="107"/>
                    <a:pt x="282311" y="391"/>
                    <a:pt x="281552" y="675"/>
                  </a:cubicBezTo>
                  <a:lnTo>
                    <a:pt x="280793" y="675"/>
                  </a:lnTo>
                  <a:lnTo>
                    <a:pt x="280793" y="675"/>
                  </a:lnTo>
                  <a:lnTo>
                    <a:pt x="4721" y="160468"/>
                  </a:lnTo>
                  <a:cubicBezTo>
                    <a:pt x="169" y="163122"/>
                    <a:pt x="-1349" y="168903"/>
                    <a:pt x="1307" y="173452"/>
                  </a:cubicBezTo>
                  <a:cubicBezTo>
                    <a:pt x="2350" y="175253"/>
                    <a:pt x="3962" y="176675"/>
                    <a:pt x="5954" y="177433"/>
                  </a:cubicBezTo>
                  <a:lnTo>
                    <a:pt x="94153" y="213542"/>
                  </a:lnTo>
                  <a:lnTo>
                    <a:pt x="114732" y="285572"/>
                  </a:lnTo>
                  <a:cubicBezTo>
                    <a:pt x="114922" y="286141"/>
                    <a:pt x="115207" y="286710"/>
                    <a:pt x="115491" y="287184"/>
                  </a:cubicBezTo>
                  <a:cubicBezTo>
                    <a:pt x="115491" y="287468"/>
                    <a:pt x="115491" y="287752"/>
                    <a:pt x="115491" y="288036"/>
                  </a:cubicBezTo>
                  <a:cubicBezTo>
                    <a:pt x="116155" y="288984"/>
                    <a:pt x="116914" y="289837"/>
                    <a:pt x="117862" y="290501"/>
                  </a:cubicBezTo>
                  <a:lnTo>
                    <a:pt x="117862" y="290501"/>
                  </a:lnTo>
                  <a:cubicBezTo>
                    <a:pt x="117862" y="290501"/>
                    <a:pt x="118526" y="290501"/>
                    <a:pt x="118811" y="290501"/>
                  </a:cubicBezTo>
                  <a:cubicBezTo>
                    <a:pt x="119285" y="290785"/>
                    <a:pt x="119759" y="291069"/>
                    <a:pt x="120328" y="291259"/>
                  </a:cubicBezTo>
                  <a:lnTo>
                    <a:pt x="121750" y="291259"/>
                  </a:lnTo>
                  <a:lnTo>
                    <a:pt x="122983" y="291259"/>
                  </a:lnTo>
                  <a:lnTo>
                    <a:pt x="123458" y="291259"/>
                  </a:lnTo>
                  <a:cubicBezTo>
                    <a:pt x="124690" y="291259"/>
                    <a:pt x="126018" y="290975"/>
                    <a:pt x="127156" y="290406"/>
                  </a:cubicBezTo>
                  <a:lnTo>
                    <a:pt x="128010" y="290406"/>
                  </a:lnTo>
                  <a:cubicBezTo>
                    <a:pt x="129148" y="289837"/>
                    <a:pt x="130191" y="288889"/>
                    <a:pt x="130950" y="287847"/>
                  </a:cubicBezTo>
                  <a:lnTo>
                    <a:pt x="130950" y="287847"/>
                  </a:lnTo>
                  <a:lnTo>
                    <a:pt x="164522" y="241786"/>
                  </a:lnTo>
                  <a:lnTo>
                    <a:pt x="256989" y="279696"/>
                  </a:lnTo>
                  <a:cubicBezTo>
                    <a:pt x="258127" y="280170"/>
                    <a:pt x="259360" y="280454"/>
                    <a:pt x="260593" y="280454"/>
                  </a:cubicBezTo>
                  <a:cubicBezTo>
                    <a:pt x="262300" y="280454"/>
                    <a:pt x="264007" y="279981"/>
                    <a:pt x="265524" y="279033"/>
                  </a:cubicBezTo>
                  <a:cubicBezTo>
                    <a:pt x="268085" y="277422"/>
                    <a:pt x="269792" y="274768"/>
                    <a:pt x="270077" y="271735"/>
                  </a:cubicBezTo>
                  <a:lnTo>
                    <a:pt x="292932" y="8731"/>
                  </a:lnTo>
                  <a:cubicBezTo>
                    <a:pt x="292932" y="8068"/>
                    <a:pt x="292932" y="7310"/>
                    <a:pt x="292932" y="6646"/>
                  </a:cubicBezTo>
                  <a:cubicBezTo>
                    <a:pt x="292932" y="6646"/>
                    <a:pt x="293407" y="7025"/>
                    <a:pt x="293312" y="6836"/>
                  </a:cubicBezTo>
                  <a:close/>
                  <a:moveTo>
                    <a:pt x="232236" y="49675"/>
                  </a:moveTo>
                  <a:lnTo>
                    <a:pt x="96429" y="193924"/>
                  </a:lnTo>
                  <a:lnTo>
                    <a:pt x="30896" y="167102"/>
                  </a:lnTo>
                  <a:lnTo>
                    <a:pt x="232236" y="49675"/>
                  </a:lnTo>
                  <a:close/>
                  <a:moveTo>
                    <a:pt x="223416" y="86732"/>
                  </a:moveTo>
                  <a:lnTo>
                    <a:pt x="138726" y="220840"/>
                  </a:lnTo>
                  <a:lnTo>
                    <a:pt x="137968" y="222357"/>
                  </a:lnTo>
                  <a:lnTo>
                    <a:pt x="125354" y="253822"/>
                  </a:lnTo>
                  <a:lnTo>
                    <a:pt x="111603" y="205581"/>
                  </a:lnTo>
                  <a:lnTo>
                    <a:pt x="223416" y="86732"/>
                  </a:lnTo>
                  <a:close/>
                  <a:moveTo>
                    <a:pt x="252816" y="257329"/>
                  </a:moveTo>
                  <a:lnTo>
                    <a:pt x="161393" y="220840"/>
                  </a:lnTo>
                  <a:lnTo>
                    <a:pt x="271215" y="46642"/>
                  </a:lnTo>
                  <a:lnTo>
                    <a:pt x="252816" y="257329"/>
                  </a:lnTo>
                  <a:close/>
                </a:path>
              </a:pathLst>
            </a:custGeom>
            <a:solidFill>
              <a:srgbClr val="00ABAB"/>
            </a:solidFill>
            <a:ln w="9463" cap="flat">
              <a:noFill/>
              <a:prstDash val="solid"/>
              <a:miter/>
            </a:ln>
          </p:spPr>
          <p:txBody>
            <a:bodyPr rtlCol="0" anchor="ctr"/>
            <a:lstStyle/>
            <a:p>
              <a:endParaRPr lang="en-US"/>
            </a:p>
          </p:txBody>
        </p:sp>
      </p:grpSp>
      <p:grpSp>
        <p:nvGrpSpPr>
          <p:cNvPr id="31" name="Graphic 26">
            <a:extLst>
              <a:ext uri="{FF2B5EF4-FFF2-40B4-BE49-F238E27FC236}">
                <a16:creationId xmlns:a16="http://schemas.microsoft.com/office/drawing/2014/main" id="{8B1E06FF-E005-9D4F-93CA-7C450BC408AE}"/>
              </a:ext>
            </a:extLst>
          </p:cNvPr>
          <p:cNvGrpSpPr>
            <a:grpSpLocks noChangeAspect="1"/>
          </p:cNvGrpSpPr>
          <p:nvPr/>
        </p:nvGrpSpPr>
        <p:grpSpPr>
          <a:xfrm>
            <a:off x="10320373" y="2854482"/>
            <a:ext cx="367435" cy="367200"/>
            <a:chOff x="11056034" y="5274200"/>
            <a:chExt cx="537729" cy="537381"/>
          </a:xfrm>
          <a:solidFill>
            <a:srgbClr val="00ABAB"/>
          </a:solidFill>
        </p:grpSpPr>
        <p:sp>
          <p:nvSpPr>
            <p:cNvPr id="32" name="Freeform 31">
              <a:extLst>
                <a:ext uri="{FF2B5EF4-FFF2-40B4-BE49-F238E27FC236}">
                  <a16:creationId xmlns:a16="http://schemas.microsoft.com/office/drawing/2014/main" id="{80445E7F-3A54-8144-89BD-337F974C8582}"/>
                </a:ext>
              </a:extLst>
            </p:cNvPr>
            <p:cNvSpPr/>
            <p:nvPr/>
          </p:nvSpPr>
          <p:spPr>
            <a:xfrm>
              <a:off x="11261832" y="5493513"/>
              <a:ext cx="111529" cy="166711"/>
            </a:xfrm>
            <a:custGeom>
              <a:avLst/>
              <a:gdLst>
                <a:gd name="connsiteX0" fmla="*/ 0 w 111529"/>
                <a:gd name="connsiteY0" fmla="*/ 118565 h 166711"/>
                <a:gd name="connsiteX1" fmla="*/ 13751 w 111529"/>
                <a:gd name="connsiteY1" fmla="*/ 166711 h 166711"/>
                <a:gd name="connsiteX2" fmla="*/ 26365 w 111529"/>
                <a:gd name="connsiteY2" fmla="*/ 135340 h 166711"/>
                <a:gd name="connsiteX3" fmla="*/ 27124 w 111529"/>
                <a:gd name="connsiteY3" fmla="*/ 133824 h 166711"/>
                <a:gd name="connsiteX4" fmla="*/ 111529 w 111529"/>
                <a:gd name="connsiteY4" fmla="*/ 0 h 166711"/>
                <a:gd name="connsiteX5" fmla="*/ 0 w 111529"/>
                <a:gd name="connsiteY5" fmla="*/ 118565 h 16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529" h="166711">
                  <a:moveTo>
                    <a:pt x="0" y="118565"/>
                  </a:moveTo>
                  <a:lnTo>
                    <a:pt x="13751" y="166711"/>
                  </a:lnTo>
                  <a:lnTo>
                    <a:pt x="26365" y="135340"/>
                  </a:lnTo>
                  <a:cubicBezTo>
                    <a:pt x="26555" y="134772"/>
                    <a:pt x="26839" y="134298"/>
                    <a:pt x="27124" y="133824"/>
                  </a:cubicBezTo>
                  <a:lnTo>
                    <a:pt x="111529" y="0"/>
                  </a:lnTo>
                  <a:lnTo>
                    <a:pt x="0" y="118565"/>
                  </a:lnTo>
                  <a:close/>
                </a:path>
              </a:pathLst>
            </a:custGeom>
            <a:solidFill>
              <a:srgbClr val="00ABAB"/>
            </a:solidFill>
            <a:ln w="9463" cap="flat">
              <a:noFill/>
              <a:prstDash val="solid"/>
              <a:miter/>
            </a:ln>
          </p:spPr>
          <p:txBody>
            <a:bodyPr rtlCol="0" anchor="ctr"/>
            <a:lstStyle/>
            <a:p>
              <a:endParaRPr lang="en-US"/>
            </a:p>
          </p:txBody>
        </p:sp>
        <p:sp>
          <p:nvSpPr>
            <p:cNvPr id="33" name="Freeform 32">
              <a:extLst>
                <a:ext uri="{FF2B5EF4-FFF2-40B4-BE49-F238E27FC236}">
                  <a16:creationId xmlns:a16="http://schemas.microsoft.com/office/drawing/2014/main" id="{D4BAA1D5-F474-F249-97D6-D7164BC7D48F}"/>
                </a:ext>
              </a:extLst>
            </p:cNvPr>
            <p:cNvSpPr/>
            <p:nvPr/>
          </p:nvSpPr>
          <p:spPr>
            <a:xfrm>
              <a:off x="11311337" y="5453233"/>
              <a:ext cx="109916" cy="211255"/>
            </a:xfrm>
            <a:custGeom>
              <a:avLst/>
              <a:gdLst>
                <a:gd name="connsiteX0" fmla="*/ 91518 w 109916"/>
                <a:gd name="connsiteY0" fmla="*/ 211256 h 211255"/>
                <a:gd name="connsiteX1" fmla="*/ 109917 w 109916"/>
                <a:gd name="connsiteY1" fmla="*/ 0 h 211255"/>
                <a:gd name="connsiteX2" fmla="*/ 0 w 109916"/>
                <a:gd name="connsiteY2" fmla="*/ 173819 h 211255"/>
              </a:gdLst>
              <a:ahLst/>
              <a:cxnLst>
                <a:cxn ang="0">
                  <a:pos x="connsiteX0" y="connsiteY0"/>
                </a:cxn>
                <a:cxn ang="0">
                  <a:pos x="connsiteX1" y="connsiteY1"/>
                </a:cxn>
                <a:cxn ang="0">
                  <a:pos x="connsiteX2" y="connsiteY2"/>
                </a:cxn>
              </a:cxnLst>
              <a:rect l="l" t="t" r="r" b="b"/>
              <a:pathLst>
                <a:path w="109916" h="211255">
                  <a:moveTo>
                    <a:pt x="91518" y="211256"/>
                  </a:moveTo>
                  <a:lnTo>
                    <a:pt x="109917" y="0"/>
                  </a:lnTo>
                  <a:lnTo>
                    <a:pt x="0" y="173819"/>
                  </a:lnTo>
                  <a:close/>
                </a:path>
              </a:pathLst>
            </a:custGeom>
            <a:solidFill>
              <a:srgbClr val="00ABAB"/>
            </a:solidFill>
            <a:ln w="9463"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29DA0F91-5AFA-9549-AE54-0D3D4033817A}"/>
                </a:ext>
              </a:extLst>
            </p:cNvPr>
            <p:cNvSpPr/>
            <p:nvPr/>
          </p:nvSpPr>
          <p:spPr>
            <a:xfrm>
              <a:off x="11180935" y="5456360"/>
              <a:ext cx="201340" cy="144154"/>
            </a:xfrm>
            <a:custGeom>
              <a:avLst/>
              <a:gdLst>
                <a:gd name="connsiteX0" fmla="*/ 0 w 201340"/>
                <a:gd name="connsiteY0" fmla="*/ 117333 h 144154"/>
                <a:gd name="connsiteX1" fmla="*/ 65533 w 201340"/>
                <a:gd name="connsiteY1" fmla="*/ 144154 h 144154"/>
                <a:gd name="connsiteX2" fmla="*/ 201340 w 201340"/>
                <a:gd name="connsiteY2" fmla="*/ 0 h 144154"/>
              </a:gdLst>
              <a:ahLst/>
              <a:cxnLst>
                <a:cxn ang="0">
                  <a:pos x="connsiteX0" y="connsiteY0"/>
                </a:cxn>
                <a:cxn ang="0">
                  <a:pos x="connsiteX1" y="connsiteY1"/>
                </a:cxn>
                <a:cxn ang="0">
                  <a:pos x="connsiteX2" y="connsiteY2"/>
                </a:cxn>
              </a:cxnLst>
              <a:rect l="l" t="t" r="r" b="b"/>
              <a:pathLst>
                <a:path w="201340" h="144154">
                  <a:moveTo>
                    <a:pt x="0" y="117333"/>
                  </a:moveTo>
                  <a:lnTo>
                    <a:pt x="65533" y="144154"/>
                  </a:lnTo>
                  <a:lnTo>
                    <a:pt x="201340" y="0"/>
                  </a:lnTo>
                  <a:close/>
                </a:path>
              </a:pathLst>
            </a:custGeom>
            <a:solidFill>
              <a:srgbClr val="00ABAB"/>
            </a:solidFill>
            <a:ln w="9463" cap="flat">
              <a:noFill/>
              <a:prstDash val="solid"/>
              <a:miter/>
            </a:ln>
          </p:spPr>
          <p:txBody>
            <a:bodyPr rtlCol="0" anchor="ctr"/>
            <a:lstStyle/>
            <a:p>
              <a:endParaRPr lang="en-US"/>
            </a:p>
          </p:txBody>
        </p:sp>
        <p:sp>
          <p:nvSpPr>
            <p:cNvPr id="35" name="Freeform 34">
              <a:extLst>
                <a:ext uri="{FF2B5EF4-FFF2-40B4-BE49-F238E27FC236}">
                  <a16:creationId xmlns:a16="http://schemas.microsoft.com/office/drawing/2014/main" id="{069A91B2-34CC-6F4E-86A9-CF6BC9A72054}"/>
                </a:ext>
              </a:extLst>
            </p:cNvPr>
            <p:cNvSpPr/>
            <p:nvPr/>
          </p:nvSpPr>
          <p:spPr>
            <a:xfrm>
              <a:off x="11056034" y="5274200"/>
              <a:ext cx="537729" cy="537381"/>
            </a:xfrm>
            <a:custGeom>
              <a:avLst/>
              <a:gdLst>
                <a:gd name="connsiteX0" fmla="*/ 269244 w 537729"/>
                <a:gd name="connsiteY0" fmla="*/ 0 h 537381"/>
                <a:gd name="connsiteX1" fmla="*/ 0 w 537729"/>
                <a:gd name="connsiteY1" fmla="*/ 268311 h 537381"/>
                <a:gd name="connsiteX2" fmla="*/ 268486 w 537729"/>
                <a:gd name="connsiteY2" fmla="*/ 537381 h 537381"/>
                <a:gd name="connsiteX3" fmla="*/ 537730 w 537729"/>
                <a:gd name="connsiteY3" fmla="*/ 269070 h 537381"/>
                <a:gd name="connsiteX4" fmla="*/ 537730 w 537729"/>
                <a:gd name="connsiteY4" fmla="*/ 268691 h 537381"/>
                <a:gd name="connsiteX5" fmla="*/ 269244 w 537729"/>
                <a:gd name="connsiteY5" fmla="*/ 0 h 537381"/>
                <a:gd name="connsiteX6" fmla="*/ 364082 w 537729"/>
                <a:gd name="connsiteY6" fmla="*/ 404694 h 537381"/>
                <a:gd name="connsiteX7" fmla="*/ 354598 w 537729"/>
                <a:gd name="connsiteY7" fmla="*/ 413414 h 537381"/>
                <a:gd name="connsiteX8" fmla="*/ 350994 w 537729"/>
                <a:gd name="connsiteY8" fmla="*/ 412655 h 537381"/>
                <a:gd name="connsiteX9" fmla="*/ 258528 w 537729"/>
                <a:gd name="connsiteY9" fmla="*/ 374745 h 537381"/>
                <a:gd name="connsiteX10" fmla="*/ 224955 w 537729"/>
                <a:gd name="connsiteY10" fmla="*/ 420806 h 537381"/>
                <a:gd name="connsiteX11" fmla="*/ 224955 w 537729"/>
                <a:gd name="connsiteY11" fmla="*/ 420806 h 537381"/>
                <a:gd name="connsiteX12" fmla="*/ 221920 w 537729"/>
                <a:gd name="connsiteY12" fmla="*/ 423365 h 537381"/>
                <a:gd name="connsiteX13" fmla="*/ 221162 w 537729"/>
                <a:gd name="connsiteY13" fmla="*/ 423365 h 537381"/>
                <a:gd name="connsiteX14" fmla="*/ 217368 w 537729"/>
                <a:gd name="connsiteY14" fmla="*/ 424218 h 537381"/>
                <a:gd name="connsiteX15" fmla="*/ 217368 w 537729"/>
                <a:gd name="connsiteY15" fmla="*/ 424218 h 537381"/>
                <a:gd name="connsiteX16" fmla="*/ 216230 w 537729"/>
                <a:gd name="connsiteY16" fmla="*/ 424218 h 537381"/>
                <a:gd name="connsiteX17" fmla="*/ 214807 w 537729"/>
                <a:gd name="connsiteY17" fmla="*/ 424218 h 537381"/>
                <a:gd name="connsiteX18" fmla="*/ 213290 w 537729"/>
                <a:gd name="connsiteY18" fmla="*/ 423460 h 537381"/>
                <a:gd name="connsiteX19" fmla="*/ 212342 w 537729"/>
                <a:gd name="connsiteY19" fmla="*/ 423460 h 537381"/>
                <a:gd name="connsiteX20" fmla="*/ 212342 w 537729"/>
                <a:gd name="connsiteY20" fmla="*/ 423460 h 537381"/>
                <a:gd name="connsiteX21" fmla="*/ 210066 w 537729"/>
                <a:gd name="connsiteY21" fmla="*/ 420996 h 537381"/>
                <a:gd name="connsiteX22" fmla="*/ 210066 w 537729"/>
                <a:gd name="connsiteY22" fmla="*/ 420048 h 537381"/>
                <a:gd name="connsiteX23" fmla="*/ 209307 w 537729"/>
                <a:gd name="connsiteY23" fmla="*/ 418532 h 537381"/>
                <a:gd name="connsiteX24" fmla="*/ 188727 w 537729"/>
                <a:gd name="connsiteY24" fmla="*/ 346407 h 537381"/>
                <a:gd name="connsiteX25" fmla="*/ 100433 w 537729"/>
                <a:gd name="connsiteY25" fmla="*/ 310392 h 537381"/>
                <a:gd name="connsiteX26" fmla="*/ 94648 w 537729"/>
                <a:gd name="connsiteY26" fmla="*/ 302241 h 537381"/>
                <a:gd name="connsiteX27" fmla="*/ 99295 w 537729"/>
                <a:gd name="connsiteY27" fmla="*/ 293427 h 537381"/>
                <a:gd name="connsiteX28" fmla="*/ 374324 w 537729"/>
                <a:gd name="connsiteY28" fmla="*/ 133350 h 537381"/>
                <a:gd name="connsiteX29" fmla="*/ 374324 w 537729"/>
                <a:gd name="connsiteY29" fmla="*/ 133350 h 537381"/>
                <a:gd name="connsiteX30" fmla="*/ 375083 w 537729"/>
                <a:gd name="connsiteY30" fmla="*/ 133350 h 537381"/>
                <a:gd name="connsiteX31" fmla="*/ 377359 w 537729"/>
                <a:gd name="connsiteY31" fmla="*/ 132782 h 537381"/>
                <a:gd name="connsiteX32" fmla="*/ 378213 w 537729"/>
                <a:gd name="connsiteY32" fmla="*/ 132782 h 537381"/>
                <a:gd name="connsiteX33" fmla="*/ 383713 w 537729"/>
                <a:gd name="connsiteY33" fmla="*/ 134203 h 537381"/>
                <a:gd name="connsiteX34" fmla="*/ 383713 w 537729"/>
                <a:gd name="connsiteY34" fmla="*/ 134203 h 537381"/>
                <a:gd name="connsiteX35" fmla="*/ 383713 w 537729"/>
                <a:gd name="connsiteY35" fmla="*/ 134203 h 537381"/>
                <a:gd name="connsiteX36" fmla="*/ 383713 w 537729"/>
                <a:gd name="connsiteY36" fmla="*/ 134203 h 537381"/>
                <a:gd name="connsiteX37" fmla="*/ 385326 w 537729"/>
                <a:gd name="connsiteY37" fmla="*/ 136004 h 537381"/>
                <a:gd name="connsiteX38" fmla="*/ 385326 w 537729"/>
                <a:gd name="connsiteY38" fmla="*/ 136667 h 537381"/>
                <a:gd name="connsiteX39" fmla="*/ 386369 w 537729"/>
                <a:gd name="connsiteY39" fmla="*/ 139605 h 537381"/>
                <a:gd name="connsiteX40" fmla="*/ 386369 w 537729"/>
                <a:gd name="connsiteY40" fmla="*/ 139605 h 537381"/>
                <a:gd name="connsiteX41" fmla="*/ 386369 w 537729"/>
                <a:gd name="connsiteY41" fmla="*/ 141785 h 537381"/>
                <a:gd name="connsiteX42" fmla="*/ 364082 w 537729"/>
                <a:gd name="connsiteY42" fmla="*/ 404694 h 53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37729" h="537381">
                  <a:moveTo>
                    <a:pt x="269244" y="0"/>
                  </a:moveTo>
                  <a:cubicBezTo>
                    <a:pt x="120729" y="-189"/>
                    <a:pt x="190" y="119892"/>
                    <a:pt x="0" y="268311"/>
                  </a:cubicBezTo>
                  <a:cubicBezTo>
                    <a:pt x="-189" y="416731"/>
                    <a:pt x="119970" y="537191"/>
                    <a:pt x="268486" y="537381"/>
                  </a:cubicBezTo>
                  <a:cubicBezTo>
                    <a:pt x="417001" y="537570"/>
                    <a:pt x="537540" y="417489"/>
                    <a:pt x="537730" y="269070"/>
                  </a:cubicBezTo>
                  <a:cubicBezTo>
                    <a:pt x="537730" y="268975"/>
                    <a:pt x="537730" y="268785"/>
                    <a:pt x="537730" y="268691"/>
                  </a:cubicBezTo>
                  <a:cubicBezTo>
                    <a:pt x="537730" y="120461"/>
                    <a:pt x="417570" y="190"/>
                    <a:pt x="269244" y="0"/>
                  </a:cubicBezTo>
                  <a:close/>
                  <a:moveTo>
                    <a:pt x="364082" y="404694"/>
                  </a:moveTo>
                  <a:cubicBezTo>
                    <a:pt x="363703" y="409623"/>
                    <a:pt x="359530" y="413414"/>
                    <a:pt x="354598" y="413414"/>
                  </a:cubicBezTo>
                  <a:cubicBezTo>
                    <a:pt x="353365" y="413414"/>
                    <a:pt x="352132" y="413129"/>
                    <a:pt x="350994" y="412655"/>
                  </a:cubicBezTo>
                  <a:lnTo>
                    <a:pt x="258528" y="374745"/>
                  </a:lnTo>
                  <a:lnTo>
                    <a:pt x="224955" y="420806"/>
                  </a:lnTo>
                  <a:lnTo>
                    <a:pt x="224955" y="420806"/>
                  </a:lnTo>
                  <a:cubicBezTo>
                    <a:pt x="224102" y="421849"/>
                    <a:pt x="223058" y="422702"/>
                    <a:pt x="221920" y="423365"/>
                  </a:cubicBezTo>
                  <a:lnTo>
                    <a:pt x="221162" y="423365"/>
                  </a:lnTo>
                  <a:cubicBezTo>
                    <a:pt x="219929" y="423934"/>
                    <a:pt x="218696" y="424218"/>
                    <a:pt x="217368" y="424218"/>
                  </a:cubicBezTo>
                  <a:lnTo>
                    <a:pt x="217368" y="424218"/>
                  </a:lnTo>
                  <a:lnTo>
                    <a:pt x="216230" y="424218"/>
                  </a:lnTo>
                  <a:lnTo>
                    <a:pt x="214807" y="424218"/>
                  </a:lnTo>
                  <a:cubicBezTo>
                    <a:pt x="214238" y="424029"/>
                    <a:pt x="213764" y="423744"/>
                    <a:pt x="213290" y="423460"/>
                  </a:cubicBezTo>
                  <a:lnTo>
                    <a:pt x="212342" y="423460"/>
                  </a:lnTo>
                  <a:lnTo>
                    <a:pt x="212342" y="423460"/>
                  </a:lnTo>
                  <a:cubicBezTo>
                    <a:pt x="211488" y="422797"/>
                    <a:pt x="210729" y="421944"/>
                    <a:pt x="210066" y="420996"/>
                  </a:cubicBezTo>
                  <a:cubicBezTo>
                    <a:pt x="210066" y="420996"/>
                    <a:pt x="210066" y="420332"/>
                    <a:pt x="210066" y="420048"/>
                  </a:cubicBezTo>
                  <a:cubicBezTo>
                    <a:pt x="209781" y="419574"/>
                    <a:pt x="209497" y="419100"/>
                    <a:pt x="209307" y="418532"/>
                  </a:cubicBezTo>
                  <a:lnTo>
                    <a:pt x="188727" y="346407"/>
                  </a:lnTo>
                  <a:lnTo>
                    <a:pt x="100433" y="310392"/>
                  </a:lnTo>
                  <a:cubicBezTo>
                    <a:pt x="97114" y="308970"/>
                    <a:pt x="94838" y="305843"/>
                    <a:pt x="94648" y="302241"/>
                  </a:cubicBezTo>
                  <a:cubicBezTo>
                    <a:pt x="94364" y="298640"/>
                    <a:pt x="96166" y="295228"/>
                    <a:pt x="99295" y="293427"/>
                  </a:cubicBezTo>
                  <a:lnTo>
                    <a:pt x="374324" y="133350"/>
                  </a:lnTo>
                  <a:lnTo>
                    <a:pt x="374324" y="133350"/>
                  </a:lnTo>
                  <a:lnTo>
                    <a:pt x="375083" y="133350"/>
                  </a:lnTo>
                  <a:lnTo>
                    <a:pt x="377359" y="132782"/>
                  </a:lnTo>
                  <a:lnTo>
                    <a:pt x="378213" y="132782"/>
                  </a:lnTo>
                  <a:cubicBezTo>
                    <a:pt x="380110" y="132687"/>
                    <a:pt x="382101" y="133161"/>
                    <a:pt x="383713" y="134203"/>
                  </a:cubicBezTo>
                  <a:lnTo>
                    <a:pt x="383713" y="134203"/>
                  </a:lnTo>
                  <a:lnTo>
                    <a:pt x="383713" y="134203"/>
                  </a:lnTo>
                  <a:lnTo>
                    <a:pt x="383713" y="134203"/>
                  </a:lnTo>
                  <a:cubicBezTo>
                    <a:pt x="384282" y="134772"/>
                    <a:pt x="384851" y="135341"/>
                    <a:pt x="385326" y="136004"/>
                  </a:cubicBezTo>
                  <a:lnTo>
                    <a:pt x="385326" y="136667"/>
                  </a:lnTo>
                  <a:cubicBezTo>
                    <a:pt x="385800" y="137615"/>
                    <a:pt x="386179" y="138563"/>
                    <a:pt x="386369" y="139605"/>
                  </a:cubicBezTo>
                  <a:lnTo>
                    <a:pt x="386369" y="139605"/>
                  </a:lnTo>
                  <a:cubicBezTo>
                    <a:pt x="386464" y="140364"/>
                    <a:pt x="386464" y="141027"/>
                    <a:pt x="386369" y="141785"/>
                  </a:cubicBezTo>
                  <a:lnTo>
                    <a:pt x="364082" y="404694"/>
                  </a:lnTo>
                  <a:close/>
                </a:path>
              </a:pathLst>
            </a:custGeom>
            <a:solidFill>
              <a:srgbClr val="00ABAB"/>
            </a:solidFill>
            <a:ln w="9463" cap="flat">
              <a:noFill/>
              <a:prstDash val="solid"/>
              <a:miter/>
            </a:ln>
          </p:spPr>
          <p:txBody>
            <a:bodyPr rtlCol="0" anchor="ctr"/>
            <a:lstStyle/>
            <a:p>
              <a:endParaRPr lang="en-US"/>
            </a:p>
          </p:txBody>
        </p:sp>
      </p:grpSp>
      <p:sp>
        <p:nvSpPr>
          <p:cNvPr id="39" name="Freeform 38">
            <a:extLst>
              <a:ext uri="{FF2B5EF4-FFF2-40B4-BE49-F238E27FC236}">
                <a16:creationId xmlns:a16="http://schemas.microsoft.com/office/drawing/2014/main" id="{93534C5F-C2AC-6844-8797-A57213CA66F5}"/>
              </a:ext>
            </a:extLst>
          </p:cNvPr>
          <p:cNvSpPr>
            <a:spLocks noChangeAspect="1"/>
          </p:cNvSpPr>
          <p:nvPr/>
        </p:nvSpPr>
        <p:spPr>
          <a:xfrm>
            <a:off x="11367684" y="916944"/>
            <a:ext cx="367435" cy="367200"/>
          </a:xfrm>
          <a:custGeom>
            <a:avLst/>
            <a:gdLst>
              <a:gd name="connsiteX0" fmla="*/ 269054 w 537729"/>
              <a:gd name="connsiteY0" fmla="*/ 0 h 537380"/>
              <a:gd name="connsiteX1" fmla="*/ 0 w 537729"/>
              <a:gd name="connsiteY1" fmla="*/ 268501 h 537380"/>
              <a:gd name="connsiteX2" fmla="*/ 268675 w 537729"/>
              <a:gd name="connsiteY2" fmla="*/ 537381 h 537380"/>
              <a:gd name="connsiteX3" fmla="*/ 537730 w 537729"/>
              <a:gd name="connsiteY3" fmla="*/ 269069 h 537380"/>
              <a:gd name="connsiteX4" fmla="*/ 269244 w 537729"/>
              <a:gd name="connsiteY4" fmla="*/ 0 h 537380"/>
              <a:gd name="connsiteX5" fmla="*/ 269054 w 537729"/>
              <a:gd name="connsiteY5" fmla="*/ 0 h 537380"/>
              <a:gd name="connsiteX6" fmla="*/ 308128 w 537729"/>
              <a:gd name="connsiteY6" fmla="*/ 259213 h 537380"/>
              <a:gd name="connsiteX7" fmla="*/ 317611 w 537729"/>
              <a:gd name="connsiteY7" fmla="*/ 268690 h 537380"/>
              <a:gd name="connsiteX8" fmla="*/ 308128 w 537729"/>
              <a:gd name="connsiteY8" fmla="*/ 278168 h 537380"/>
              <a:gd name="connsiteX9" fmla="*/ 278538 w 537729"/>
              <a:gd name="connsiteY9" fmla="*/ 278168 h 537380"/>
              <a:gd name="connsiteX10" fmla="*/ 278538 w 537729"/>
              <a:gd name="connsiteY10" fmla="*/ 382422 h 537380"/>
              <a:gd name="connsiteX11" fmla="*/ 311068 w 537729"/>
              <a:gd name="connsiteY11" fmla="*/ 414930 h 537380"/>
              <a:gd name="connsiteX12" fmla="*/ 340657 w 537729"/>
              <a:gd name="connsiteY12" fmla="*/ 414930 h 537380"/>
              <a:gd name="connsiteX13" fmla="*/ 350141 w 537729"/>
              <a:gd name="connsiteY13" fmla="*/ 424408 h 537380"/>
              <a:gd name="connsiteX14" fmla="*/ 340657 w 537729"/>
              <a:gd name="connsiteY14" fmla="*/ 433885 h 537380"/>
              <a:gd name="connsiteX15" fmla="*/ 311068 w 537729"/>
              <a:gd name="connsiteY15" fmla="*/ 433885 h 537380"/>
              <a:gd name="connsiteX16" fmla="*/ 269054 w 537729"/>
              <a:gd name="connsiteY16" fmla="*/ 412087 h 537380"/>
              <a:gd name="connsiteX17" fmla="*/ 227041 w 537729"/>
              <a:gd name="connsiteY17" fmla="*/ 433885 h 537380"/>
              <a:gd name="connsiteX18" fmla="*/ 197452 w 537729"/>
              <a:gd name="connsiteY18" fmla="*/ 433885 h 537380"/>
              <a:gd name="connsiteX19" fmla="*/ 187968 w 537729"/>
              <a:gd name="connsiteY19" fmla="*/ 424408 h 537380"/>
              <a:gd name="connsiteX20" fmla="*/ 197452 w 537729"/>
              <a:gd name="connsiteY20" fmla="*/ 414930 h 537380"/>
              <a:gd name="connsiteX21" fmla="*/ 227041 w 537729"/>
              <a:gd name="connsiteY21" fmla="*/ 414930 h 537380"/>
              <a:gd name="connsiteX22" fmla="*/ 259571 w 537729"/>
              <a:gd name="connsiteY22" fmla="*/ 382422 h 537380"/>
              <a:gd name="connsiteX23" fmla="*/ 259571 w 537729"/>
              <a:gd name="connsiteY23" fmla="*/ 278168 h 537380"/>
              <a:gd name="connsiteX24" fmla="*/ 229981 w 537729"/>
              <a:gd name="connsiteY24" fmla="*/ 278168 h 537380"/>
              <a:gd name="connsiteX25" fmla="*/ 220498 w 537729"/>
              <a:gd name="connsiteY25" fmla="*/ 268690 h 537380"/>
              <a:gd name="connsiteX26" fmla="*/ 229981 w 537729"/>
              <a:gd name="connsiteY26" fmla="*/ 259213 h 537380"/>
              <a:gd name="connsiteX27" fmla="*/ 259571 w 537729"/>
              <a:gd name="connsiteY27" fmla="*/ 259213 h 537380"/>
              <a:gd name="connsiteX28" fmla="*/ 259571 w 537729"/>
              <a:gd name="connsiteY28" fmla="*/ 154959 h 537380"/>
              <a:gd name="connsiteX29" fmla="*/ 227041 w 537729"/>
              <a:gd name="connsiteY29" fmla="*/ 122451 h 537380"/>
              <a:gd name="connsiteX30" fmla="*/ 197452 w 537729"/>
              <a:gd name="connsiteY30" fmla="*/ 122451 h 537380"/>
              <a:gd name="connsiteX31" fmla="*/ 187968 w 537729"/>
              <a:gd name="connsiteY31" fmla="*/ 112973 h 537380"/>
              <a:gd name="connsiteX32" fmla="*/ 197452 w 537729"/>
              <a:gd name="connsiteY32" fmla="*/ 103496 h 537380"/>
              <a:gd name="connsiteX33" fmla="*/ 227041 w 537729"/>
              <a:gd name="connsiteY33" fmla="*/ 103496 h 537380"/>
              <a:gd name="connsiteX34" fmla="*/ 269054 w 537729"/>
              <a:gd name="connsiteY34" fmla="*/ 125294 h 537380"/>
              <a:gd name="connsiteX35" fmla="*/ 311068 w 537729"/>
              <a:gd name="connsiteY35" fmla="*/ 103496 h 537380"/>
              <a:gd name="connsiteX36" fmla="*/ 340657 w 537729"/>
              <a:gd name="connsiteY36" fmla="*/ 103496 h 537380"/>
              <a:gd name="connsiteX37" fmla="*/ 350141 w 537729"/>
              <a:gd name="connsiteY37" fmla="*/ 112973 h 537380"/>
              <a:gd name="connsiteX38" fmla="*/ 340657 w 537729"/>
              <a:gd name="connsiteY38" fmla="*/ 122451 h 537380"/>
              <a:gd name="connsiteX39" fmla="*/ 311068 w 537729"/>
              <a:gd name="connsiteY39" fmla="*/ 122451 h 537380"/>
              <a:gd name="connsiteX40" fmla="*/ 278538 w 537729"/>
              <a:gd name="connsiteY40" fmla="*/ 154959 h 537380"/>
              <a:gd name="connsiteX41" fmla="*/ 278538 w 537729"/>
              <a:gd name="connsiteY41" fmla="*/ 259213 h 537380"/>
              <a:gd name="connsiteX42" fmla="*/ 308128 w 537729"/>
              <a:gd name="connsiteY42" fmla="*/ 259213 h 5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37729" h="537380">
                <a:moveTo>
                  <a:pt x="269054" y="0"/>
                </a:moveTo>
                <a:cubicBezTo>
                  <a:pt x="120539" y="-95"/>
                  <a:pt x="95" y="120081"/>
                  <a:pt x="0" y="268501"/>
                </a:cubicBezTo>
                <a:cubicBezTo>
                  <a:pt x="-95" y="416920"/>
                  <a:pt x="120159" y="537286"/>
                  <a:pt x="268675" y="537381"/>
                </a:cubicBezTo>
                <a:cubicBezTo>
                  <a:pt x="417096" y="537475"/>
                  <a:pt x="537540" y="417394"/>
                  <a:pt x="537730" y="269069"/>
                </a:cubicBezTo>
                <a:cubicBezTo>
                  <a:pt x="537919" y="120650"/>
                  <a:pt x="417760" y="190"/>
                  <a:pt x="269244" y="0"/>
                </a:cubicBezTo>
                <a:cubicBezTo>
                  <a:pt x="269149" y="0"/>
                  <a:pt x="269149" y="0"/>
                  <a:pt x="269054" y="0"/>
                </a:cubicBezTo>
                <a:close/>
                <a:moveTo>
                  <a:pt x="308128" y="259213"/>
                </a:moveTo>
                <a:cubicBezTo>
                  <a:pt x="313344" y="259213"/>
                  <a:pt x="317611" y="263478"/>
                  <a:pt x="317611" y="268690"/>
                </a:cubicBezTo>
                <a:cubicBezTo>
                  <a:pt x="317611" y="273903"/>
                  <a:pt x="313344" y="278168"/>
                  <a:pt x="308128" y="278168"/>
                </a:cubicBezTo>
                <a:lnTo>
                  <a:pt x="278538" y="278168"/>
                </a:lnTo>
                <a:lnTo>
                  <a:pt x="278538" y="382422"/>
                </a:lnTo>
                <a:cubicBezTo>
                  <a:pt x="278633" y="400334"/>
                  <a:pt x="293143" y="414835"/>
                  <a:pt x="311068" y="414930"/>
                </a:cubicBezTo>
                <a:lnTo>
                  <a:pt x="340657" y="414930"/>
                </a:lnTo>
                <a:cubicBezTo>
                  <a:pt x="345873" y="414930"/>
                  <a:pt x="350141" y="419195"/>
                  <a:pt x="350141" y="424408"/>
                </a:cubicBezTo>
                <a:cubicBezTo>
                  <a:pt x="350141" y="429620"/>
                  <a:pt x="345873" y="433885"/>
                  <a:pt x="340657" y="433885"/>
                </a:cubicBezTo>
                <a:lnTo>
                  <a:pt x="311068" y="433885"/>
                </a:lnTo>
                <a:cubicBezTo>
                  <a:pt x="294376" y="433885"/>
                  <a:pt x="278633" y="425734"/>
                  <a:pt x="269054" y="412087"/>
                </a:cubicBezTo>
                <a:cubicBezTo>
                  <a:pt x="259381" y="425734"/>
                  <a:pt x="243733" y="433885"/>
                  <a:pt x="227041" y="433885"/>
                </a:cubicBezTo>
                <a:lnTo>
                  <a:pt x="197452" y="433885"/>
                </a:lnTo>
                <a:cubicBezTo>
                  <a:pt x="192236" y="433885"/>
                  <a:pt x="187968" y="429620"/>
                  <a:pt x="187968" y="424408"/>
                </a:cubicBezTo>
                <a:cubicBezTo>
                  <a:pt x="187968" y="419195"/>
                  <a:pt x="192236" y="414930"/>
                  <a:pt x="197452" y="414930"/>
                </a:cubicBezTo>
                <a:lnTo>
                  <a:pt x="227041" y="414930"/>
                </a:lnTo>
                <a:cubicBezTo>
                  <a:pt x="244966" y="414835"/>
                  <a:pt x="259476" y="400334"/>
                  <a:pt x="259571" y="382422"/>
                </a:cubicBezTo>
                <a:lnTo>
                  <a:pt x="259571" y="278168"/>
                </a:lnTo>
                <a:lnTo>
                  <a:pt x="229981" y="278168"/>
                </a:lnTo>
                <a:cubicBezTo>
                  <a:pt x="224765" y="278168"/>
                  <a:pt x="220498" y="273903"/>
                  <a:pt x="220498" y="268690"/>
                </a:cubicBezTo>
                <a:cubicBezTo>
                  <a:pt x="220498" y="263478"/>
                  <a:pt x="224765" y="259213"/>
                  <a:pt x="229981" y="259213"/>
                </a:cubicBezTo>
                <a:lnTo>
                  <a:pt x="259571" y="259213"/>
                </a:lnTo>
                <a:lnTo>
                  <a:pt x="259571" y="154959"/>
                </a:lnTo>
                <a:cubicBezTo>
                  <a:pt x="259476" y="137046"/>
                  <a:pt x="244966" y="122546"/>
                  <a:pt x="227041" y="122451"/>
                </a:cubicBezTo>
                <a:lnTo>
                  <a:pt x="197452" y="122451"/>
                </a:lnTo>
                <a:cubicBezTo>
                  <a:pt x="192236" y="122451"/>
                  <a:pt x="187968" y="118186"/>
                  <a:pt x="187968" y="112973"/>
                </a:cubicBezTo>
                <a:cubicBezTo>
                  <a:pt x="187968" y="107761"/>
                  <a:pt x="192236" y="103496"/>
                  <a:pt x="197452" y="103496"/>
                </a:cubicBezTo>
                <a:lnTo>
                  <a:pt x="227041" y="103496"/>
                </a:lnTo>
                <a:cubicBezTo>
                  <a:pt x="243733" y="103496"/>
                  <a:pt x="259381" y="111646"/>
                  <a:pt x="269054" y="125294"/>
                </a:cubicBezTo>
                <a:cubicBezTo>
                  <a:pt x="278633" y="111646"/>
                  <a:pt x="294376" y="103496"/>
                  <a:pt x="311068" y="103496"/>
                </a:cubicBezTo>
                <a:lnTo>
                  <a:pt x="340657" y="103496"/>
                </a:lnTo>
                <a:cubicBezTo>
                  <a:pt x="345873" y="103496"/>
                  <a:pt x="350141" y="107761"/>
                  <a:pt x="350141" y="112973"/>
                </a:cubicBezTo>
                <a:cubicBezTo>
                  <a:pt x="350141" y="118186"/>
                  <a:pt x="345873" y="122451"/>
                  <a:pt x="340657" y="122451"/>
                </a:cubicBezTo>
                <a:lnTo>
                  <a:pt x="311068" y="122451"/>
                </a:lnTo>
                <a:cubicBezTo>
                  <a:pt x="293143" y="122546"/>
                  <a:pt x="278633" y="137046"/>
                  <a:pt x="278538" y="154959"/>
                </a:cubicBezTo>
                <a:lnTo>
                  <a:pt x="278538" y="259213"/>
                </a:lnTo>
                <a:lnTo>
                  <a:pt x="308128" y="259213"/>
                </a:lnTo>
                <a:close/>
              </a:path>
            </a:pathLst>
          </a:custGeom>
          <a:solidFill>
            <a:srgbClr val="00ABAB"/>
          </a:solidFill>
          <a:ln w="9463" cap="flat">
            <a:noFill/>
            <a:prstDash val="solid"/>
            <a:miter/>
          </a:ln>
        </p:spPr>
        <p:txBody>
          <a:bodyPr rtlCol="0" anchor="ctr"/>
          <a:lstStyle/>
          <a:p>
            <a:endParaRPr lang="en-US"/>
          </a:p>
        </p:txBody>
      </p:sp>
    </p:spTree>
    <p:extLst>
      <p:ext uri="{BB962C8B-B14F-4D97-AF65-F5344CB8AC3E}">
        <p14:creationId xmlns:p14="http://schemas.microsoft.com/office/powerpoint/2010/main" val="89749302"/>
      </p:ext>
    </p:extLst>
  </p:cSld>
  <p:clrMapOvr>
    <a:masterClrMapping/>
  </p:clrMapOvr>
  <p:transition>
    <p:fade/>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0AB181-1E9F-2244-B53A-BC8E2F101DA6}"/>
              </a:ext>
            </a:extLst>
          </p:cNvPr>
          <p:cNvSpPr>
            <a:spLocks noGrp="1"/>
          </p:cNvSpPr>
          <p:nvPr>
            <p:ph type="title"/>
          </p:nvPr>
        </p:nvSpPr>
        <p:spPr/>
        <p:txBody>
          <a:bodyPr/>
          <a:lstStyle/>
          <a:p>
            <a:r>
              <a:rPr lang="en-US" dirty="0"/>
              <a:t>TRANSPORT &amp; TRAVELING</a:t>
            </a:r>
          </a:p>
        </p:txBody>
      </p:sp>
      <p:sp>
        <p:nvSpPr>
          <p:cNvPr id="4" name="Content Placeholder 3">
            <a:extLst>
              <a:ext uri="{FF2B5EF4-FFF2-40B4-BE49-F238E27FC236}">
                <a16:creationId xmlns:a16="http://schemas.microsoft.com/office/drawing/2014/main" id="{DB57E314-8EE4-694B-B268-A9071E1D395E}"/>
              </a:ext>
            </a:extLst>
          </p:cNvPr>
          <p:cNvSpPr>
            <a:spLocks noGrp="1"/>
          </p:cNvSpPr>
          <p:nvPr>
            <p:ph idx="10"/>
          </p:nvPr>
        </p:nvSpPr>
        <p:spPr>
          <a:xfrm>
            <a:off x="463297" y="5473209"/>
            <a:ext cx="4179723" cy="1114021"/>
          </a:xfrm>
        </p:spPr>
        <p:txBody>
          <a:bodyPr/>
          <a:lstStyle/>
          <a:p>
            <a:r>
              <a:rPr lang="en-US" dirty="0"/>
              <a:t>Travel &amp; Holidays</a:t>
            </a:r>
          </a:p>
          <a:p>
            <a:r>
              <a:rPr lang="en-US" sz="900" dirty="0"/>
              <a:t>Keywords:</a:t>
            </a:r>
            <a:br>
              <a:rPr lang="en-US" sz="900" dirty="0"/>
            </a:br>
            <a:r>
              <a:rPr lang="en-US" sz="850" b="0" dirty="0"/>
              <a:t>Bridge, Route, Railway, Birdwatching, Binoculars, Travel </a:t>
            </a:r>
            <a:r>
              <a:rPr lang="en-US" sz="850" b="0" dirty="0" err="1"/>
              <a:t>casem</a:t>
            </a:r>
            <a:r>
              <a:rPr lang="en-US" sz="850" b="0" dirty="0"/>
              <a:t> Maps, Briefcase, Suitcase, Footpath, Bridge over water, Location pin, Board pin, Direction board, Rail track, Overhead pass, Passport, Atlas, Destination, Route map, Locality, Drop pin, GPS, Map location, Google Maps, Map App, Radar, Compass, Location blip, Target destination, Steering wheel, Ship steer</a:t>
            </a:r>
          </a:p>
        </p:txBody>
      </p:sp>
      <p:sp>
        <p:nvSpPr>
          <p:cNvPr id="440" name="Content Placeholder 3">
            <a:extLst>
              <a:ext uri="{FF2B5EF4-FFF2-40B4-BE49-F238E27FC236}">
                <a16:creationId xmlns:a16="http://schemas.microsoft.com/office/drawing/2014/main" id="{D6DF7EF9-9567-3C47-85D2-0BC561F96251}"/>
              </a:ext>
            </a:extLst>
          </p:cNvPr>
          <p:cNvSpPr txBox="1">
            <a:spLocks/>
          </p:cNvSpPr>
          <p:nvPr/>
        </p:nvSpPr>
        <p:spPr>
          <a:xfrm>
            <a:off x="5726097" y="5473209"/>
            <a:ext cx="5823752"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Vehicles</a:t>
            </a:r>
          </a:p>
          <a:p>
            <a:r>
              <a:rPr lang="en-US" sz="900" dirty="0"/>
              <a:t>Keywords:</a:t>
            </a:r>
            <a:br>
              <a:rPr lang="en-US" sz="900" dirty="0"/>
            </a:br>
            <a:r>
              <a:rPr lang="en-US" sz="850" b="0" dirty="0" err="1"/>
              <a:t>Aeroplane</a:t>
            </a:r>
            <a:r>
              <a:rPr lang="en-US" sz="850" b="0" dirty="0"/>
              <a:t>, Car, Anchor, Electric car, Bicycle, Geotagged, Electric motor, Train, Conserve </a:t>
            </a:r>
            <a:r>
              <a:rPr lang="en-US" sz="850" b="0" dirty="0" err="1"/>
              <a:t>Electicity</a:t>
            </a:r>
            <a:r>
              <a:rPr lang="en-US" sz="850" b="0" dirty="0"/>
              <a:t>, Save power, </a:t>
            </a:r>
            <a:r>
              <a:rPr lang="en-US" sz="850" b="0" dirty="0" err="1"/>
              <a:t>Yatch</a:t>
            </a:r>
            <a:r>
              <a:rPr lang="en-US" sz="850" b="0" dirty="0"/>
              <a:t>, Self driving car, Ship, Boat, </a:t>
            </a:r>
            <a:r>
              <a:rPr lang="en-US" sz="850" b="0" dirty="0" err="1"/>
              <a:t>Chargable</a:t>
            </a:r>
            <a:r>
              <a:rPr lang="en-US" sz="850" b="0" dirty="0"/>
              <a:t> battery, Charging, Charging point, Autonomous driving car, Horse power, Electric charging station, Speedometer, Odometer, Truck, Lorry, Double decker bus, Tractor, Car keys, Fire truck, Fire engine, Battery charging</a:t>
            </a:r>
          </a:p>
        </p:txBody>
      </p:sp>
      <p:grpSp>
        <p:nvGrpSpPr>
          <p:cNvPr id="6" name="Graphic 4">
            <a:extLst>
              <a:ext uri="{FF2B5EF4-FFF2-40B4-BE49-F238E27FC236}">
                <a16:creationId xmlns:a16="http://schemas.microsoft.com/office/drawing/2014/main" id="{3708FAD0-AF2B-154B-876F-A50969420D6E}"/>
              </a:ext>
            </a:extLst>
          </p:cNvPr>
          <p:cNvGrpSpPr/>
          <p:nvPr/>
        </p:nvGrpSpPr>
        <p:grpSpPr>
          <a:xfrm>
            <a:off x="467743" y="4308712"/>
            <a:ext cx="361670" cy="361971"/>
            <a:chOff x="467743" y="4308712"/>
            <a:chExt cx="361670" cy="361971"/>
          </a:xfrm>
          <a:solidFill>
            <a:srgbClr val="26890D"/>
          </a:solidFill>
        </p:grpSpPr>
        <p:sp>
          <p:nvSpPr>
            <p:cNvPr id="7" name="Graphic 4">
              <a:extLst>
                <a:ext uri="{FF2B5EF4-FFF2-40B4-BE49-F238E27FC236}">
                  <a16:creationId xmlns:a16="http://schemas.microsoft.com/office/drawing/2014/main" id="{2DE92CC6-AB58-2B42-8F14-4AF256D6E6DE}"/>
                </a:ext>
              </a:extLst>
            </p:cNvPr>
            <p:cNvSpPr/>
            <p:nvPr/>
          </p:nvSpPr>
          <p:spPr>
            <a:xfrm>
              <a:off x="467743" y="4308712"/>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0667 h 361971"/>
                <a:gd name="connsiteX4" fmla="*/ 361670 w 361670"/>
                <a:gd name="connsiteY4" fmla="*/ 180667 h 361971"/>
                <a:gd name="connsiteX5" fmla="*/ 180835 w 361670"/>
                <a:gd name="connsiteY5" fmla="*/ 0 h 361971"/>
                <a:gd name="connsiteX6" fmla="*/ 180835 w 361670"/>
                <a:gd name="connsiteY6" fmla="*/ 0 h 361971"/>
                <a:gd name="connsiteX7" fmla="*/ 180835 w 361670"/>
                <a:gd name="connsiteY7" fmla="*/ 349204 h 361971"/>
                <a:gd name="connsiteX8" fmla="*/ 12780 w 361670"/>
                <a:gd name="connsiteY8" fmla="*/ 181305 h 361971"/>
                <a:gd name="connsiteX9" fmla="*/ 180835 w 361670"/>
                <a:gd name="connsiteY9" fmla="*/ 12768 h 361971"/>
                <a:gd name="connsiteX10" fmla="*/ 348891 w 361670"/>
                <a:gd name="connsiteY10" fmla="*/ 181305 h 361971"/>
                <a:gd name="connsiteX11" fmla="*/ 348891 w 361670"/>
                <a:gd name="connsiteY11" fmla="*/ 181305 h 361971"/>
                <a:gd name="connsiteX12" fmla="*/ 180835 w 361670"/>
                <a:gd name="connsiteY12" fmla="*/ 349204 h 361971"/>
                <a:gd name="connsiteX13" fmla="*/ 180835 w 361670"/>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0" h="361971">
                  <a:moveTo>
                    <a:pt x="180835" y="0"/>
                  </a:moveTo>
                  <a:cubicBezTo>
                    <a:pt x="80513" y="0"/>
                    <a:pt x="0" y="81077"/>
                    <a:pt x="0" y="180667"/>
                  </a:cubicBezTo>
                  <a:cubicBezTo>
                    <a:pt x="0" y="280895"/>
                    <a:pt x="81152" y="361972"/>
                    <a:pt x="180835" y="361972"/>
                  </a:cubicBezTo>
                  <a:cubicBezTo>
                    <a:pt x="280518" y="361972"/>
                    <a:pt x="361670" y="280895"/>
                    <a:pt x="361670" y="180667"/>
                  </a:cubicBezTo>
                  <a:cubicBezTo>
                    <a:pt x="361670" y="180667"/>
                    <a:pt x="361670" y="180667"/>
                    <a:pt x="361670" y="180667"/>
                  </a:cubicBezTo>
                  <a:cubicBezTo>
                    <a:pt x="361670" y="81077"/>
                    <a:pt x="281157" y="0"/>
                    <a:pt x="180835" y="0"/>
                  </a:cubicBezTo>
                  <a:cubicBezTo>
                    <a:pt x="180835" y="0"/>
                    <a:pt x="180835" y="0"/>
                    <a:pt x="180835" y="0"/>
                  </a:cubicBezTo>
                  <a:close/>
                  <a:moveTo>
                    <a:pt x="180835" y="349204"/>
                  </a:moveTo>
                  <a:cubicBezTo>
                    <a:pt x="87542" y="349204"/>
                    <a:pt x="12780" y="273873"/>
                    <a:pt x="12780" y="181305"/>
                  </a:cubicBezTo>
                  <a:cubicBezTo>
                    <a:pt x="12780" y="88099"/>
                    <a:pt x="88181" y="12768"/>
                    <a:pt x="180835" y="12768"/>
                  </a:cubicBezTo>
                  <a:cubicBezTo>
                    <a:pt x="273489" y="12768"/>
                    <a:pt x="348891" y="88099"/>
                    <a:pt x="348891" y="181305"/>
                  </a:cubicBezTo>
                  <a:lnTo>
                    <a:pt x="348891" y="181305"/>
                  </a:lnTo>
                  <a:cubicBezTo>
                    <a:pt x="348891" y="273873"/>
                    <a:pt x="273489" y="349204"/>
                    <a:pt x="180835" y="349204"/>
                  </a:cubicBezTo>
                  <a:lnTo>
                    <a:pt x="180835" y="349204"/>
                  </a:lnTo>
                  <a:close/>
                </a:path>
              </a:pathLst>
            </a:custGeom>
            <a:solidFill>
              <a:srgbClr val="26890D"/>
            </a:solidFill>
            <a:ln w="6390" cap="flat">
              <a:noFill/>
              <a:prstDash val="solid"/>
              <a:miter/>
            </a:ln>
          </p:spPr>
          <p:txBody>
            <a:bodyPr rtlCol="0" anchor="ctr"/>
            <a:lstStyle/>
            <a:p>
              <a:endParaRPr lang="en-US"/>
            </a:p>
          </p:txBody>
        </p:sp>
        <p:sp>
          <p:nvSpPr>
            <p:cNvPr id="8" name="Graphic 4">
              <a:extLst>
                <a:ext uri="{FF2B5EF4-FFF2-40B4-BE49-F238E27FC236}">
                  <a16:creationId xmlns:a16="http://schemas.microsoft.com/office/drawing/2014/main" id="{FAA348EC-DB5D-7249-94D2-CD7FF5B6348B}"/>
                </a:ext>
              </a:extLst>
            </p:cNvPr>
            <p:cNvSpPr/>
            <p:nvPr/>
          </p:nvSpPr>
          <p:spPr>
            <a:xfrm>
              <a:off x="560135" y="4387832"/>
              <a:ext cx="176474" cy="203639"/>
            </a:xfrm>
            <a:custGeom>
              <a:avLst/>
              <a:gdLst>
                <a:gd name="connsiteX0" fmla="*/ 168956 w 176474"/>
                <a:gd name="connsiteY0" fmla="*/ 146873 h 203639"/>
                <a:gd name="connsiteX1" fmla="*/ 163205 w 176474"/>
                <a:gd name="connsiteY1" fmla="*/ 143681 h 203639"/>
                <a:gd name="connsiteX2" fmla="*/ 149786 w 176474"/>
                <a:gd name="connsiteY2" fmla="*/ 143681 h 203639"/>
                <a:gd name="connsiteX3" fmla="*/ 143396 w 176474"/>
                <a:gd name="connsiteY3" fmla="*/ 150065 h 203639"/>
                <a:gd name="connsiteX4" fmla="*/ 149786 w 176474"/>
                <a:gd name="connsiteY4" fmla="*/ 156449 h 203639"/>
                <a:gd name="connsiteX5" fmla="*/ 152342 w 176474"/>
                <a:gd name="connsiteY5" fmla="*/ 156449 h 203639"/>
                <a:gd name="connsiteX6" fmla="*/ 94833 w 176474"/>
                <a:gd name="connsiteY6" fmla="*/ 190922 h 203639"/>
                <a:gd name="connsiteX7" fmla="*/ 94833 w 176474"/>
                <a:gd name="connsiteY7" fmla="*/ 88140 h 203639"/>
                <a:gd name="connsiteX8" fmla="*/ 108891 w 176474"/>
                <a:gd name="connsiteY8" fmla="*/ 88140 h 203639"/>
                <a:gd name="connsiteX9" fmla="*/ 115281 w 176474"/>
                <a:gd name="connsiteY9" fmla="*/ 81756 h 203639"/>
                <a:gd name="connsiteX10" fmla="*/ 108891 w 176474"/>
                <a:gd name="connsiteY10" fmla="*/ 75372 h 203639"/>
                <a:gd name="connsiteX11" fmla="*/ 94833 w 176474"/>
                <a:gd name="connsiteY11" fmla="*/ 75372 h 203639"/>
                <a:gd name="connsiteX12" fmla="*/ 94833 w 176474"/>
                <a:gd name="connsiteY12" fmla="*/ 53028 h 203639"/>
                <a:gd name="connsiteX13" fmla="*/ 114642 w 176474"/>
                <a:gd name="connsiteY13" fmla="*/ 20470 h 203639"/>
                <a:gd name="connsiteX14" fmla="*/ 82053 w 176474"/>
                <a:gd name="connsiteY14" fmla="*/ 679 h 203639"/>
                <a:gd name="connsiteX15" fmla="*/ 62244 w 176474"/>
                <a:gd name="connsiteY15" fmla="*/ 33238 h 203639"/>
                <a:gd name="connsiteX16" fmla="*/ 82053 w 176474"/>
                <a:gd name="connsiteY16" fmla="*/ 53028 h 203639"/>
                <a:gd name="connsiteX17" fmla="*/ 82053 w 176474"/>
                <a:gd name="connsiteY17" fmla="*/ 75372 h 203639"/>
                <a:gd name="connsiteX18" fmla="*/ 67995 w 176474"/>
                <a:gd name="connsiteY18" fmla="*/ 75372 h 203639"/>
                <a:gd name="connsiteX19" fmla="*/ 61605 w 176474"/>
                <a:gd name="connsiteY19" fmla="*/ 81756 h 203639"/>
                <a:gd name="connsiteX20" fmla="*/ 67995 w 176474"/>
                <a:gd name="connsiteY20" fmla="*/ 88140 h 203639"/>
                <a:gd name="connsiteX21" fmla="*/ 82053 w 176474"/>
                <a:gd name="connsiteY21" fmla="*/ 88140 h 203639"/>
                <a:gd name="connsiteX22" fmla="*/ 82053 w 176474"/>
                <a:gd name="connsiteY22" fmla="*/ 190922 h 203639"/>
                <a:gd name="connsiteX23" fmla="*/ 24543 w 176474"/>
                <a:gd name="connsiteY23" fmla="*/ 156449 h 203639"/>
                <a:gd name="connsiteX24" fmla="*/ 27099 w 176474"/>
                <a:gd name="connsiteY24" fmla="*/ 156449 h 203639"/>
                <a:gd name="connsiteX25" fmla="*/ 33489 w 176474"/>
                <a:gd name="connsiteY25" fmla="*/ 150065 h 203639"/>
                <a:gd name="connsiteX26" fmla="*/ 27099 w 176474"/>
                <a:gd name="connsiteY26" fmla="*/ 143681 h 203639"/>
                <a:gd name="connsiteX27" fmla="*/ 13681 w 176474"/>
                <a:gd name="connsiteY27" fmla="*/ 143681 h 203639"/>
                <a:gd name="connsiteX28" fmla="*/ 7930 w 176474"/>
                <a:gd name="connsiteY28" fmla="*/ 146873 h 203639"/>
                <a:gd name="connsiteX29" fmla="*/ 901 w 176474"/>
                <a:gd name="connsiteY29" fmla="*/ 160279 h 203639"/>
                <a:gd name="connsiteX30" fmla="*/ 3457 w 176474"/>
                <a:gd name="connsiteY30" fmla="*/ 168578 h 203639"/>
                <a:gd name="connsiteX31" fmla="*/ 3457 w 176474"/>
                <a:gd name="connsiteY31" fmla="*/ 168578 h 203639"/>
                <a:gd name="connsiteX32" fmla="*/ 6013 w 176474"/>
                <a:gd name="connsiteY32" fmla="*/ 169217 h 203639"/>
                <a:gd name="connsiteX33" fmla="*/ 11764 w 176474"/>
                <a:gd name="connsiteY33" fmla="*/ 166025 h 203639"/>
                <a:gd name="connsiteX34" fmla="*/ 13681 w 176474"/>
                <a:gd name="connsiteY34" fmla="*/ 162833 h 203639"/>
                <a:gd name="connsiteX35" fmla="*/ 135089 w 176474"/>
                <a:gd name="connsiteY35" fmla="*/ 190284 h 203639"/>
                <a:gd name="connsiteX36" fmla="*/ 162566 w 176474"/>
                <a:gd name="connsiteY36" fmla="*/ 162833 h 203639"/>
                <a:gd name="connsiteX37" fmla="*/ 164483 w 176474"/>
                <a:gd name="connsiteY37" fmla="*/ 166025 h 203639"/>
                <a:gd name="connsiteX38" fmla="*/ 170234 w 176474"/>
                <a:gd name="connsiteY38" fmla="*/ 169217 h 203639"/>
                <a:gd name="connsiteX39" fmla="*/ 172790 w 176474"/>
                <a:gd name="connsiteY39" fmla="*/ 168578 h 203639"/>
                <a:gd name="connsiteX40" fmla="*/ 175985 w 176474"/>
                <a:gd name="connsiteY40" fmla="*/ 160279 h 203639"/>
                <a:gd name="connsiteX41" fmla="*/ 175985 w 176474"/>
                <a:gd name="connsiteY41" fmla="*/ 160279 h 203639"/>
                <a:gd name="connsiteX42" fmla="*/ 168956 w 176474"/>
                <a:gd name="connsiteY42" fmla="*/ 146873 h 203639"/>
                <a:gd name="connsiteX43" fmla="*/ 74385 w 176474"/>
                <a:gd name="connsiteY43" fmla="*/ 26854 h 203639"/>
                <a:gd name="connsiteX44" fmla="*/ 88443 w 176474"/>
                <a:gd name="connsiteY44" fmla="*/ 12809 h 203639"/>
                <a:gd name="connsiteX45" fmla="*/ 102501 w 176474"/>
                <a:gd name="connsiteY45" fmla="*/ 26854 h 203639"/>
                <a:gd name="connsiteX46" fmla="*/ 88443 w 176474"/>
                <a:gd name="connsiteY46" fmla="*/ 40898 h 203639"/>
                <a:gd name="connsiteX47" fmla="*/ 88443 w 176474"/>
                <a:gd name="connsiteY47" fmla="*/ 40898 h 203639"/>
                <a:gd name="connsiteX48" fmla="*/ 74385 w 176474"/>
                <a:gd name="connsiteY48" fmla="*/ 26854 h 203639"/>
                <a:gd name="connsiteX49" fmla="*/ 74385 w 176474"/>
                <a:gd name="connsiteY49" fmla="*/ 26854 h 203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76474" h="203639">
                  <a:moveTo>
                    <a:pt x="168956" y="146873"/>
                  </a:moveTo>
                  <a:cubicBezTo>
                    <a:pt x="167678" y="144958"/>
                    <a:pt x="165761" y="143681"/>
                    <a:pt x="163205" y="143681"/>
                  </a:cubicBezTo>
                  <a:lnTo>
                    <a:pt x="149786" y="143681"/>
                  </a:lnTo>
                  <a:cubicBezTo>
                    <a:pt x="145952" y="143681"/>
                    <a:pt x="143396" y="146234"/>
                    <a:pt x="143396" y="150065"/>
                  </a:cubicBezTo>
                  <a:cubicBezTo>
                    <a:pt x="143396" y="153895"/>
                    <a:pt x="145952" y="156449"/>
                    <a:pt x="149786" y="156449"/>
                  </a:cubicBezTo>
                  <a:lnTo>
                    <a:pt x="152342" y="156449"/>
                  </a:lnTo>
                  <a:cubicBezTo>
                    <a:pt x="139562" y="176239"/>
                    <a:pt x="118476" y="189007"/>
                    <a:pt x="94833" y="190922"/>
                  </a:cubicBezTo>
                  <a:lnTo>
                    <a:pt x="94833" y="88140"/>
                  </a:lnTo>
                  <a:lnTo>
                    <a:pt x="108891" y="88140"/>
                  </a:lnTo>
                  <a:cubicBezTo>
                    <a:pt x="112725" y="88140"/>
                    <a:pt x="115281" y="85586"/>
                    <a:pt x="115281" y="81756"/>
                  </a:cubicBezTo>
                  <a:cubicBezTo>
                    <a:pt x="115281" y="77926"/>
                    <a:pt x="112725" y="75372"/>
                    <a:pt x="108891" y="75372"/>
                  </a:cubicBezTo>
                  <a:lnTo>
                    <a:pt x="94833" y="75372"/>
                  </a:lnTo>
                  <a:lnTo>
                    <a:pt x="94833" y="53028"/>
                  </a:lnTo>
                  <a:cubicBezTo>
                    <a:pt x="109530" y="49198"/>
                    <a:pt x="117837" y="35153"/>
                    <a:pt x="114642" y="20470"/>
                  </a:cubicBezTo>
                  <a:cubicBezTo>
                    <a:pt x="111447" y="5786"/>
                    <a:pt x="96750" y="-2513"/>
                    <a:pt x="82053" y="679"/>
                  </a:cubicBezTo>
                  <a:cubicBezTo>
                    <a:pt x="67356" y="4510"/>
                    <a:pt x="59049" y="18554"/>
                    <a:pt x="62244" y="33238"/>
                  </a:cubicBezTo>
                  <a:cubicBezTo>
                    <a:pt x="64800" y="42814"/>
                    <a:pt x="72468" y="50474"/>
                    <a:pt x="82053" y="53028"/>
                  </a:cubicBezTo>
                  <a:lnTo>
                    <a:pt x="82053" y="75372"/>
                  </a:lnTo>
                  <a:lnTo>
                    <a:pt x="67995" y="75372"/>
                  </a:lnTo>
                  <a:cubicBezTo>
                    <a:pt x="64161" y="75372"/>
                    <a:pt x="61605" y="77926"/>
                    <a:pt x="61605" y="81756"/>
                  </a:cubicBezTo>
                  <a:cubicBezTo>
                    <a:pt x="61605" y="85586"/>
                    <a:pt x="64161" y="88140"/>
                    <a:pt x="67995" y="88140"/>
                  </a:cubicBezTo>
                  <a:lnTo>
                    <a:pt x="82053" y="88140"/>
                  </a:lnTo>
                  <a:lnTo>
                    <a:pt x="82053" y="190922"/>
                  </a:lnTo>
                  <a:cubicBezTo>
                    <a:pt x="58410" y="189007"/>
                    <a:pt x="37323" y="176239"/>
                    <a:pt x="24543" y="156449"/>
                  </a:cubicBezTo>
                  <a:lnTo>
                    <a:pt x="27099" y="156449"/>
                  </a:lnTo>
                  <a:cubicBezTo>
                    <a:pt x="30933" y="156449"/>
                    <a:pt x="33489" y="153895"/>
                    <a:pt x="33489" y="150065"/>
                  </a:cubicBezTo>
                  <a:cubicBezTo>
                    <a:pt x="33489" y="146234"/>
                    <a:pt x="30933" y="143681"/>
                    <a:pt x="27099" y="143681"/>
                  </a:cubicBezTo>
                  <a:lnTo>
                    <a:pt x="13681" y="143681"/>
                  </a:lnTo>
                  <a:cubicBezTo>
                    <a:pt x="11125" y="143681"/>
                    <a:pt x="9208" y="144958"/>
                    <a:pt x="7930" y="146873"/>
                  </a:cubicBezTo>
                  <a:lnTo>
                    <a:pt x="901" y="160279"/>
                  </a:lnTo>
                  <a:cubicBezTo>
                    <a:pt x="-1016" y="163471"/>
                    <a:pt x="262" y="167302"/>
                    <a:pt x="3457" y="168578"/>
                  </a:cubicBezTo>
                  <a:cubicBezTo>
                    <a:pt x="3457" y="168578"/>
                    <a:pt x="3457" y="168578"/>
                    <a:pt x="3457" y="168578"/>
                  </a:cubicBezTo>
                  <a:cubicBezTo>
                    <a:pt x="4096" y="169217"/>
                    <a:pt x="5374" y="169217"/>
                    <a:pt x="6013" y="169217"/>
                  </a:cubicBezTo>
                  <a:cubicBezTo>
                    <a:pt x="8569" y="169217"/>
                    <a:pt x="10486" y="167940"/>
                    <a:pt x="11764" y="166025"/>
                  </a:cubicBezTo>
                  <a:lnTo>
                    <a:pt x="13681" y="162833"/>
                  </a:lnTo>
                  <a:cubicBezTo>
                    <a:pt x="39879" y="203690"/>
                    <a:pt x="94194" y="215820"/>
                    <a:pt x="135089" y="190284"/>
                  </a:cubicBezTo>
                  <a:cubicBezTo>
                    <a:pt x="145952" y="183261"/>
                    <a:pt x="155537" y="174324"/>
                    <a:pt x="162566" y="162833"/>
                  </a:cubicBezTo>
                  <a:lnTo>
                    <a:pt x="164483" y="166025"/>
                  </a:lnTo>
                  <a:cubicBezTo>
                    <a:pt x="165761" y="167940"/>
                    <a:pt x="167678" y="169855"/>
                    <a:pt x="170234" y="169217"/>
                  </a:cubicBezTo>
                  <a:cubicBezTo>
                    <a:pt x="171512" y="169217"/>
                    <a:pt x="172151" y="169217"/>
                    <a:pt x="172790" y="168578"/>
                  </a:cubicBezTo>
                  <a:cubicBezTo>
                    <a:pt x="175985" y="167302"/>
                    <a:pt x="177263" y="163471"/>
                    <a:pt x="175985" y="160279"/>
                  </a:cubicBezTo>
                  <a:cubicBezTo>
                    <a:pt x="175985" y="160279"/>
                    <a:pt x="175985" y="160279"/>
                    <a:pt x="175985" y="160279"/>
                  </a:cubicBezTo>
                  <a:lnTo>
                    <a:pt x="168956" y="146873"/>
                  </a:lnTo>
                  <a:close/>
                  <a:moveTo>
                    <a:pt x="74385" y="26854"/>
                  </a:moveTo>
                  <a:cubicBezTo>
                    <a:pt x="74385" y="19193"/>
                    <a:pt x="80775" y="12809"/>
                    <a:pt x="88443" y="12809"/>
                  </a:cubicBezTo>
                  <a:cubicBezTo>
                    <a:pt x="96111" y="12809"/>
                    <a:pt x="102501" y="19193"/>
                    <a:pt x="102501" y="26854"/>
                  </a:cubicBezTo>
                  <a:cubicBezTo>
                    <a:pt x="102501" y="34514"/>
                    <a:pt x="96111" y="40898"/>
                    <a:pt x="88443" y="40898"/>
                  </a:cubicBezTo>
                  <a:cubicBezTo>
                    <a:pt x="88443" y="40898"/>
                    <a:pt x="88443" y="40898"/>
                    <a:pt x="88443" y="40898"/>
                  </a:cubicBezTo>
                  <a:cubicBezTo>
                    <a:pt x="80775" y="40898"/>
                    <a:pt x="74385" y="34514"/>
                    <a:pt x="74385" y="26854"/>
                  </a:cubicBezTo>
                  <a:lnTo>
                    <a:pt x="74385" y="26854"/>
                  </a:lnTo>
                  <a:close/>
                </a:path>
              </a:pathLst>
            </a:custGeom>
            <a:solidFill>
              <a:srgbClr val="26890D"/>
            </a:solidFill>
            <a:ln w="6390" cap="flat">
              <a:noFill/>
              <a:prstDash val="solid"/>
              <a:miter/>
            </a:ln>
          </p:spPr>
          <p:txBody>
            <a:bodyPr rtlCol="0" anchor="ctr"/>
            <a:lstStyle/>
            <a:p>
              <a:endParaRPr lang="en-US"/>
            </a:p>
          </p:txBody>
        </p:sp>
      </p:grpSp>
      <p:grpSp>
        <p:nvGrpSpPr>
          <p:cNvPr id="9" name="Graphic 4">
            <a:extLst>
              <a:ext uri="{FF2B5EF4-FFF2-40B4-BE49-F238E27FC236}">
                <a16:creationId xmlns:a16="http://schemas.microsoft.com/office/drawing/2014/main" id="{07B7351A-9937-5248-8C75-500F44462CC3}"/>
              </a:ext>
            </a:extLst>
          </p:cNvPr>
          <p:cNvGrpSpPr/>
          <p:nvPr/>
        </p:nvGrpSpPr>
        <p:grpSpPr>
          <a:xfrm>
            <a:off x="5711588" y="1402723"/>
            <a:ext cx="362312" cy="361971"/>
            <a:chOff x="4660820" y="1402723"/>
            <a:chExt cx="362312" cy="361971"/>
          </a:xfrm>
          <a:solidFill>
            <a:srgbClr val="43B02A"/>
          </a:solidFill>
        </p:grpSpPr>
        <p:sp>
          <p:nvSpPr>
            <p:cNvPr id="10" name="Graphic 4">
              <a:extLst>
                <a:ext uri="{FF2B5EF4-FFF2-40B4-BE49-F238E27FC236}">
                  <a16:creationId xmlns:a16="http://schemas.microsoft.com/office/drawing/2014/main" id="{39A48482-4EC4-D349-A421-8CA5ABFD86DF}"/>
                </a:ext>
              </a:extLst>
            </p:cNvPr>
            <p:cNvSpPr/>
            <p:nvPr/>
          </p:nvSpPr>
          <p:spPr>
            <a:xfrm>
              <a:off x="4660820" y="140272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8565 h 361971"/>
                <a:gd name="connsiteX8" fmla="*/ 12780 w 362312"/>
                <a:gd name="connsiteY8" fmla="*/ 180667 h 361971"/>
                <a:gd name="connsiteX9" fmla="*/ 180835 w 362312"/>
                <a:gd name="connsiteY9" fmla="*/ 12130 h 361971"/>
                <a:gd name="connsiteX10" fmla="*/ 349529 w 362312"/>
                <a:gd name="connsiteY10" fmla="*/ 180028 h 361971"/>
                <a:gd name="connsiteX11" fmla="*/ 349529 w 362312"/>
                <a:gd name="connsiteY11" fmla="*/ 180028 h 361971"/>
                <a:gd name="connsiteX12" fmla="*/ 181474 w 362312"/>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0438"/>
                    <a:pt x="281796" y="0"/>
                    <a:pt x="181474" y="0"/>
                  </a:cubicBezTo>
                  <a:lnTo>
                    <a:pt x="181474" y="0"/>
                  </a:lnTo>
                  <a:close/>
                  <a:moveTo>
                    <a:pt x="181474" y="348565"/>
                  </a:moveTo>
                  <a:cubicBezTo>
                    <a:pt x="88181" y="348565"/>
                    <a:pt x="12780" y="273234"/>
                    <a:pt x="12780" y="180667"/>
                  </a:cubicBezTo>
                  <a:cubicBezTo>
                    <a:pt x="12780" y="88099"/>
                    <a:pt x="88181" y="12130"/>
                    <a:pt x="180835" y="12130"/>
                  </a:cubicBezTo>
                  <a:cubicBezTo>
                    <a:pt x="274128" y="12130"/>
                    <a:pt x="349529" y="87461"/>
                    <a:pt x="349529" y="180028"/>
                  </a:cubicBezTo>
                  <a:cubicBezTo>
                    <a:pt x="349529" y="180028"/>
                    <a:pt x="349529" y="180028"/>
                    <a:pt x="349529" y="180028"/>
                  </a:cubicBezTo>
                  <a:cubicBezTo>
                    <a:pt x="349529" y="273234"/>
                    <a:pt x="274767" y="348565"/>
                    <a:pt x="181474" y="348565"/>
                  </a:cubicBezTo>
                  <a:close/>
                </a:path>
              </a:pathLst>
            </a:custGeom>
            <a:solidFill>
              <a:srgbClr val="43B02A"/>
            </a:solidFill>
            <a:ln w="6390" cap="flat">
              <a:noFill/>
              <a:prstDash val="solid"/>
              <a:miter/>
            </a:ln>
          </p:spPr>
          <p:txBody>
            <a:bodyPr rtlCol="0" anchor="ctr"/>
            <a:lstStyle/>
            <a:p>
              <a:endParaRPr lang="en-US"/>
            </a:p>
          </p:txBody>
        </p:sp>
        <p:sp>
          <p:nvSpPr>
            <p:cNvPr id="89" name="Graphic 4">
              <a:extLst>
                <a:ext uri="{FF2B5EF4-FFF2-40B4-BE49-F238E27FC236}">
                  <a16:creationId xmlns:a16="http://schemas.microsoft.com/office/drawing/2014/main" id="{6A44BF71-8CD2-134C-B69A-03FF42A2086C}"/>
                </a:ext>
              </a:extLst>
            </p:cNvPr>
            <p:cNvSpPr/>
            <p:nvPr/>
          </p:nvSpPr>
          <p:spPr>
            <a:xfrm>
              <a:off x="4724719" y="1506782"/>
              <a:ext cx="232974" cy="154492"/>
            </a:xfrm>
            <a:custGeom>
              <a:avLst/>
              <a:gdLst>
                <a:gd name="connsiteX0" fmla="*/ 188503 w 232974"/>
                <a:gd name="connsiteY0" fmla="*/ 62563 h 154492"/>
                <a:gd name="connsiteX1" fmla="*/ 171889 w 232974"/>
                <a:gd name="connsiteY1" fmla="*/ 65755 h 154492"/>
                <a:gd name="connsiteX2" fmla="*/ 154636 w 232974"/>
                <a:gd name="connsiteY2" fmla="*/ 35112 h 154492"/>
                <a:gd name="connsiteX3" fmla="*/ 161026 w 232974"/>
                <a:gd name="connsiteY3" fmla="*/ 20429 h 154492"/>
                <a:gd name="connsiteX4" fmla="*/ 172528 w 232974"/>
                <a:gd name="connsiteY4" fmla="*/ 20429 h 154492"/>
                <a:gd name="connsiteX5" fmla="*/ 178918 w 232974"/>
                <a:gd name="connsiteY5" fmla="*/ 14045 h 154492"/>
                <a:gd name="connsiteX6" fmla="*/ 172528 w 232974"/>
                <a:gd name="connsiteY6" fmla="*/ 7661 h 154492"/>
                <a:gd name="connsiteX7" fmla="*/ 141217 w 232974"/>
                <a:gd name="connsiteY7" fmla="*/ 7661 h 154492"/>
                <a:gd name="connsiteX8" fmla="*/ 134828 w 232974"/>
                <a:gd name="connsiteY8" fmla="*/ 14045 h 154492"/>
                <a:gd name="connsiteX9" fmla="*/ 141217 w 232974"/>
                <a:gd name="connsiteY9" fmla="*/ 20429 h 154492"/>
                <a:gd name="connsiteX10" fmla="*/ 147607 w 232974"/>
                <a:gd name="connsiteY10" fmla="*/ 20429 h 154492"/>
                <a:gd name="connsiteX11" fmla="*/ 143134 w 232974"/>
                <a:gd name="connsiteY11" fmla="*/ 31282 h 154492"/>
                <a:gd name="connsiteX12" fmla="*/ 77318 w 232974"/>
                <a:gd name="connsiteY12" fmla="*/ 31282 h 154492"/>
                <a:gd name="connsiteX13" fmla="*/ 83069 w 232974"/>
                <a:gd name="connsiteY13" fmla="*/ 12768 h 154492"/>
                <a:gd name="connsiteX14" fmla="*/ 93932 w 232974"/>
                <a:gd name="connsiteY14" fmla="*/ 12768 h 154492"/>
                <a:gd name="connsiteX15" fmla="*/ 100322 w 232974"/>
                <a:gd name="connsiteY15" fmla="*/ 6384 h 154492"/>
                <a:gd name="connsiteX16" fmla="*/ 93932 w 232974"/>
                <a:gd name="connsiteY16" fmla="*/ 0 h 154492"/>
                <a:gd name="connsiteX17" fmla="*/ 77957 w 232974"/>
                <a:gd name="connsiteY17" fmla="*/ 0 h 154492"/>
                <a:gd name="connsiteX18" fmla="*/ 71567 w 232974"/>
                <a:gd name="connsiteY18" fmla="*/ 4469 h 154492"/>
                <a:gd name="connsiteX19" fmla="*/ 53675 w 232974"/>
                <a:gd name="connsiteY19" fmla="*/ 63201 h 154492"/>
                <a:gd name="connsiteX20" fmla="*/ 46646 w 232974"/>
                <a:gd name="connsiteY20" fmla="*/ 62563 h 154492"/>
                <a:gd name="connsiteX21" fmla="*/ 0 w 232974"/>
                <a:gd name="connsiteY21" fmla="*/ 107889 h 154492"/>
                <a:gd name="connsiteX22" fmla="*/ 45368 w 232974"/>
                <a:gd name="connsiteY22" fmla="*/ 154492 h 154492"/>
                <a:gd name="connsiteX23" fmla="*/ 92015 w 232974"/>
                <a:gd name="connsiteY23" fmla="*/ 109166 h 154492"/>
                <a:gd name="connsiteX24" fmla="*/ 65816 w 232974"/>
                <a:gd name="connsiteY24" fmla="*/ 67032 h 154492"/>
                <a:gd name="connsiteX25" fmla="*/ 70928 w 232974"/>
                <a:gd name="connsiteY25" fmla="*/ 50434 h 154492"/>
                <a:gd name="connsiteX26" fmla="*/ 111824 w 232974"/>
                <a:gd name="connsiteY26" fmla="*/ 111720 h 154492"/>
                <a:gd name="connsiteX27" fmla="*/ 112463 w 232974"/>
                <a:gd name="connsiteY27" fmla="*/ 112358 h 154492"/>
                <a:gd name="connsiteX28" fmla="*/ 112463 w 232974"/>
                <a:gd name="connsiteY28" fmla="*/ 112358 h 154492"/>
                <a:gd name="connsiteX29" fmla="*/ 112463 w 232974"/>
                <a:gd name="connsiteY29" fmla="*/ 112358 h 154492"/>
                <a:gd name="connsiteX30" fmla="*/ 114380 w 232974"/>
                <a:gd name="connsiteY30" fmla="*/ 113635 h 154492"/>
                <a:gd name="connsiteX31" fmla="*/ 114380 w 232974"/>
                <a:gd name="connsiteY31" fmla="*/ 113635 h 154492"/>
                <a:gd name="connsiteX32" fmla="*/ 114380 w 232974"/>
                <a:gd name="connsiteY32" fmla="*/ 113635 h 154492"/>
                <a:gd name="connsiteX33" fmla="*/ 116297 w 232974"/>
                <a:gd name="connsiteY33" fmla="*/ 114273 h 154492"/>
                <a:gd name="connsiteX34" fmla="*/ 141856 w 232974"/>
                <a:gd name="connsiteY34" fmla="*/ 114273 h 154492"/>
                <a:gd name="connsiteX35" fmla="*/ 193615 w 232974"/>
                <a:gd name="connsiteY35" fmla="*/ 153216 h 154492"/>
                <a:gd name="connsiteX36" fmla="*/ 232593 w 232974"/>
                <a:gd name="connsiteY36" fmla="*/ 101505 h 154492"/>
                <a:gd name="connsiteX37" fmla="*/ 187225 w 232974"/>
                <a:gd name="connsiteY37" fmla="*/ 62563 h 154492"/>
                <a:gd name="connsiteX38" fmla="*/ 188503 w 232974"/>
                <a:gd name="connsiteY38" fmla="*/ 62563 h 154492"/>
                <a:gd name="connsiteX39" fmla="*/ 79874 w 232974"/>
                <a:gd name="connsiteY39" fmla="*/ 107889 h 154492"/>
                <a:gd name="connsiteX40" fmla="*/ 46646 w 232974"/>
                <a:gd name="connsiteY40" fmla="*/ 141086 h 154492"/>
                <a:gd name="connsiteX41" fmla="*/ 13419 w 232974"/>
                <a:gd name="connsiteY41" fmla="*/ 107889 h 154492"/>
                <a:gd name="connsiteX42" fmla="*/ 46646 w 232974"/>
                <a:gd name="connsiteY42" fmla="*/ 74693 h 154492"/>
                <a:gd name="connsiteX43" fmla="*/ 46646 w 232974"/>
                <a:gd name="connsiteY43" fmla="*/ 74693 h 154492"/>
                <a:gd name="connsiteX44" fmla="*/ 49841 w 232974"/>
                <a:gd name="connsiteY44" fmla="*/ 75331 h 154492"/>
                <a:gd name="connsiteX45" fmla="*/ 40257 w 232974"/>
                <a:gd name="connsiteY45" fmla="*/ 105974 h 154492"/>
                <a:gd name="connsiteX46" fmla="*/ 44730 w 232974"/>
                <a:gd name="connsiteY46" fmla="*/ 113635 h 154492"/>
                <a:gd name="connsiteX47" fmla="*/ 46646 w 232974"/>
                <a:gd name="connsiteY47" fmla="*/ 113635 h 154492"/>
                <a:gd name="connsiteX48" fmla="*/ 53036 w 232974"/>
                <a:gd name="connsiteY48" fmla="*/ 109166 h 154492"/>
                <a:gd name="connsiteX49" fmla="*/ 62621 w 232974"/>
                <a:gd name="connsiteY49" fmla="*/ 78523 h 154492"/>
                <a:gd name="connsiteX50" fmla="*/ 79874 w 232974"/>
                <a:gd name="connsiteY50" fmla="*/ 107889 h 154492"/>
                <a:gd name="connsiteX51" fmla="*/ 79874 w 232974"/>
                <a:gd name="connsiteY51" fmla="*/ 107889 h 154492"/>
                <a:gd name="connsiteX52" fmla="*/ 161026 w 232974"/>
                <a:gd name="connsiteY52" fmla="*/ 71501 h 154492"/>
                <a:gd name="connsiteX53" fmla="*/ 143134 w 232974"/>
                <a:gd name="connsiteY53" fmla="*/ 101505 h 154492"/>
                <a:gd name="connsiteX54" fmla="*/ 127160 w 232974"/>
                <a:gd name="connsiteY54" fmla="*/ 101505 h 154492"/>
                <a:gd name="connsiteX55" fmla="*/ 148885 w 232974"/>
                <a:gd name="connsiteY55" fmla="*/ 49795 h 154492"/>
                <a:gd name="connsiteX56" fmla="*/ 161026 w 232974"/>
                <a:gd name="connsiteY56" fmla="*/ 71501 h 154492"/>
                <a:gd name="connsiteX57" fmla="*/ 177640 w 232974"/>
                <a:gd name="connsiteY57" fmla="*/ 101505 h 154492"/>
                <a:gd name="connsiteX58" fmla="*/ 155914 w 232974"/>
                <a:gd name="connsiteY58" fmla="*/ 101505 h 154492"/>
                <a:gd name="connsiteX59" fmla="*/ 166777 w 232974"/>
                <a:gd name="connsiteY59" fmla="*/ 82992 h 154492"/>
                <a:gd name="connsiteX60" fmla="*/ 177640 w 232974"/>
                <a:gd name="connsiteY60" fmla="*/ 101505 h 154492"/>
                <a:gd name="connsiteX61" fmla="*/ 116297 w 232974"/>
                <a:gd name="connsiteY61" fmla="*/ 94483 h 154492"/>
                <a:gd name="connsiteX62" fmla="*/ 82430 w 232974"/>
                <a:gd name="connsiteY62" fmla="*/ 43411 h 154492"/>
                <a:gd name="connsiteX63" fmla="*/ 137384 w 232974"/>
                <a:gd name="connsiteY63" fmla="*/ 43411 h 154492"/>
                <a:gd name="connsiteX64" fmla="*/ 116297 w 232974"/>
                <a:gd name="connsiteY64" fmla="*/ 94483 h 154492"/>
                <a:gd name="connsiteX65" fmla="*/ 188503 w 232974"/>
                <a:gd name="connsiteY65" fmla="*/ 141086 h 154492"/>
                <a:gd name="connsiteX66" fmla="*/ 155914 w 232974"/>
                <a:gd name="connsiteY66" fmla="*/ 114912 h 154492"/>
                <a:gd name="connsiteX67" fmla="*/ 188503 w 232974"/>
                <a:gd name="connsiteY67" fmla="*/ 114912 h 154492"/>
                <a:gd name="connsiteX68" fmla="*/ 194893 w 232974"/>
                <a:gd name="connsiteY68" fmla="*/ 108528 h 154492"/>
                <a:gd name="connsiteX69" fmla="*/ 194254 w 232974"/>
                <a:gd name="connsiteY69" fmla="*/ 105336 h 154492"/>
                <a:gd name="connsiteX70" fmla="*/ 178918 w 232974"/>
                <a:gd name="connsiteY70" fmla="*/ 77246 h 154492"/>
                <a:gd name="connsiteX71" fmla="*/ 189142 w 232974"/>
                <a:gd name="connsiteY71" fmla="*/ 75331 h 154492"/>
                <a:gd name="connsiteX72" fmla="*/ 220453 w 232974"/>
                <a:gd name="connsiteY72" fmla="*/ 109805 h 154492"/>
                <a:gd name="connsiteX73" fmla="*/ 188503 w 232974"/>
                <a:gd name="connsiteY73" fmla="*/ 141086 h 15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32974" h="154492">
                  <a:moveTo>
                    <a:pt x="188503" y="62563"/>
                  </a:moveTo>
                  <a:cubicBezTo>
                    <a:pt x="182752" y="62563"/>
                    <a:pt x="177640" y="63840"/>
                    <a:pt x="171889" y="65755"/>
                  </a:cubicBezTo>
                  <a:lnTo>
                    <a:pt x="154636" y="35112"/>
                  </a:lnTo>
                  <a:lnTo>
                    <a:pt x="161026" y="20429"/>
                  </a:lnTo>
                  <a:lnTo>
                    <a:pt x="172528" y="20429"/>
                  </a:lnTo>
                  <a:cubicBezTo>
                    <a:pt x="176362" y="20429"/>
                    <a:pt x="178918" y="17875"/>
                    <a:pt x="178918" y="14045"/>
                  </a:cubicBezTo>
                  <a:cubicBezTo>
                    <a:pt x="178918" y="10214"/>
                    <a:pt x="176362" y="7661"/>
                    <a:pt x="172528" y="7661"/>
                  </a:cubicBezTo>
                  <a:lnTo>
                    <a:pt x="141217" y="7661"/>
                  </a:lnTo>
                  <a:cubicBezTo>
                    <a:pt x="137384" y="7661"/>
                    <a:pt x="134828" y="10214"/>
                    <a:pt x="134828" y="14045"/>
                  </a:cubicBezTo>
                  <a:cubicBezTo>
                    <a:pt x="134828" y="17875"/>
                    <a:pt x="137384" y="20429"/>
                    <a:pt x="141217" y="20429"/>
                  </a:cubicBezTo>
                  <a:lnTo>
                    <a:pt x="147607" y="20429"/>
                  </a:lnTo>
                  <a:lnTo>
                    <a:pt x="143134" y="31282"/>
                  </a:lnTo>
                  <a:lnTo>
                    <a:pt x="77318" y="31282"/>
                  </a:lnTo>
                  <a:lnTo>
                    <a:pt x="83069" y="12768"/>
                  </a:lnTo>
                  <a:lnTo>
                    <a:pt x="93932" y="12768"/>
                  </a:lnTo>
                  <a:cubicBezTo>
                    <a:pt x="97766" y="12768"/>
                    <a:pt x="100322" y="10214"/>
                    <a:pt x="100322" y="6384"/>
                  </a:cubicBezTo>
                  <a:cubicBezTo>
                    <a:pt x="100322" y="2554"/>
                    <a:pt x="97766" y="0"/>
                    <a:pt x="93932" y="0"/>
                  </a:cubicBezTo>
                  <a:lnTo>
                    <a:pt x="77957" y="0"/>
                  </a:lnTo>
                  <a:cubicBezTo>
                    <a:pt x="74762" y="0"/>
                    <a:pt x="72206" y="1915"/>
                    <a:pt x="71567" y="4469"/>
                  </a:cubicBezTo>
                  <a:lnTo>
                    <a:pt x="53675" y="63201"/>
                  </a:lnTo>
                  <a:cubicBezTo>
                    <a:pt x="51119" y="62563"/>
                    <a:pt x="48563" y="62563"/>
                    <a:pt x="46646" y="62563"/>
                  </a:cubicBezTo>
                  <a:cubicBezTo>
                    <a:pt x="21087" y="62563"/>
                    <a:pt x="639" y="82353"/>
                    <a:pt x="0" y="107889"/>
                  </a:cubicBezTo>
                  <a:cubicBezTo>
                    <a:pt x="0" y="133425"/>
                    <a:pt x="19809" y="153854"/>
                    <a:pt x="45368" y="154492"/>
                  </a:cubicBezTo>
                  <a:cubicBezTo>
                    <a:pt x="70928" y="154492"/>
                    <a:pt x="91376" y="134702"/>
                    <a:pt x="92015" y="109166"/>
                  </a:cubicBezTo>
                  <a:cubicBezTo>
                    <a:pt x="92015" y="91291"/>
                    <a:pt x="81791" y="74693"/>
                    <a:pt x="65816" y="67032"/>
                  </a:cubicBezTo>
                  <a:lnTo>
                    <a:pt x="70928" y="50434"/>
                  </a:lnTo>
                  <a:lnTo>
                    <a:pt x="111824" y="111720"/>
                  </a:lnTo>
                  <a:lnTo>
                    <a:pt x="112463" y="112358"/>
                  </a:lnTo>
                  <a:lnTo>
                    <a:pt x="112463" y="112358"/>
                  </a:lnTo>
                  <a:lnTo>
                    <a:pt x="112463" y="112358"/>
                  </a:lnTo>
                  <a:cubicBezTo>
                    <a:pt x="113102" y="112997"/>
                    <a:pt x="113741" y="112997"/>
                    <a:pt x="114380" y="113635"/>
                  </a:cubicBezTo>
                  <a:lnTo>
                    <a:pt x="114380" y="113635"/>
                  </a:lnTo>
                  <a:lnTo>
                    <a:pt x="114380" y="113635"/>
                  </a:lnTo>
                  <a:cubicBezTo>
                    <a:pt x="115019" y="113635"/>
                    <a:pt x="115658" y="114273"/>
                    <a:pt x="116297" y="114273"/>
                  </a:cubicBezTo>
                  <a:lnTo>
                    <a:pt x="141856" y="114273"/>
                  </a:lnTo>
                  <a:cubicBezTo>
                    <a:pt x="145690" y="139171"/>
                    <a:pt x="168694" y="156408"/>
                    <a:pt x="193615" y="153216"/>
                  </a:cubicBezTo>
                  <a:cubicBezTo>
                    <a:pt x="218536" y="149385"/>
                    <a:pt x="235788" y="126403"/>
                    <a:pt x="232593" y="101505"/>
                  </a:cubicBezTo>
                  <a:cubicBezTo>
                    <a:pt x="229399" y="79161"/>
                    <a:pt x="210229" y="62563"/>
                    <a:pt x="187225" y="62563"/>
                  </a:cubicBezTo>
                  <a:lnTo>
                    <a:pt x="188503" y="62563"/>
                  </a:lnTo>
                  <a:close/>
                  <a:moveTo>
                    <a:pt x="79874" y="107889"/>
                  </a:moveTo>
                  <a:cubicBezTo>
                    <a:pt x="79874" y="125765"/>
                    <a:pt x="65177" y="141086"/>
                    <a:pt x="46646" y="141086"/>
                  </a:cubicBezTo>
                  <a:cubicBezTo>
                    <a:pt x="28755" y="141086"/>
                    <a:pt x="13419" y="126403"/>
                    <a:pt x="13419" y="107889"/>
                  </a:cubicBezTo>
                  <a:cubicBezTo>
                    <a:pt x="13419" y="90014"/>
                    <a:pt x="28115" y="74693"/>
                    <a:pt x="46646" y="74693"/>
                  </a:cubicBezTo>
                  <a:lnTo>
                    <a:pt x="46646" y="74693"/>
                  </a:lnTo>
                  <a:cubicBezTo>
                    <a:pt x="47925" y="74693"/>
                    <a:pt x="48563" y="74693"/>
                    <a:pt x="49841" y="75331"/>
                  </a:cubicBezTo>
                  <a:lnTo>
                    <a:pt x="40257" y="105974"/>
                  </a:lnTo>
                  <a:cubicBezTo>
                    <a:pt x="38978" y="109166"/>
                    <a:pt x="40895" y="112997"/>
                    <a:pt x="44730" y="113635"/>
                  </a:cubicBezTo>
                  <a:cubicBezTo>
                    <a:pt x="45368" y="113635"/>
                    <a:pt x="46007" y="113635"/>
                    <a:pt x="46646" y="113635"/>
                  </a:cubicBezTo>
                  <a:cubicBezTo>
                    <a:pt x="49841" y="113635"/>
                    <a:pt x="52397" y="111720"/>
                    <a:pt x="53036" y="109166"/>
                  </a:cubicBezTo>
                  <a:lnTo>
                    <a:pt x="62621" y="78523"/>
                  </a:lnTo>
                  <a:cubicBezTo>
                    <a:pt x="73484" y="84269"/>
                    <a:pt x="79874" y="95760"/>
                    <a:pt x="79874" y="107889"/>
                  </a:cubicBezTo>
                  <a:lnTo>
                    <a:pt x="79874" y="107889"/>
                  </a:lnTo>
                  <a:close/>
                  <a:moveTo>
                    <a:pt x="161026" y="71501"/>
                  </a:moveTo>
                  <a:cubicBezTo>
                    <a:pt x="151441" y="78523"/>
                    <a:pt x="145051" y="89376"/>
                    <a:pt x="143134" y="101505"/>
                  </a:cubicBezTo>
                  <a:lnTo>
                    <a:pt x="127160" y="101505"/>
                  </a:lnTo>
                  <a:lnTo>
                    <a:pt x="148885" y="49795"/>
                  </a:lnTo>
                  <a:lnTo>
                    <a:pt x="161026" y="71501"/>
                  </a:lnTo>
                  <a:close/>
                  <a:moveTo>
                    <a:pt x="177640" y="101505"/>
                  </a:moveTo>
                  <a:lnTo>
                    <a:pt x="155914" y="101505"/>
                  </a:lnTo>
                  <a:cubicBezTo>
                    <a:pt x="157192" y="94483"/>
                    <a:pt x="161026" y="87461"/>
                    <a:pt x="166777" y="82992"/>
                  </a:cubicBezTo>
                  <a:lnTo>
                    <a:pt x="177640" y="101505"/>
                  </a:lnTo>
                  <a:close/>
                  <a:moveTo>
                    <a:pt x="116297" y="94483"/>
                  </a:moveTo>
                  <a:lnTo>
                    <a:pt x="82430" y="43411"/>
                  </a:lnTo>
                  <a:lnTo>
                    <a:pt x="137384" y="43411"/>
                  </a:lnTo>
                  <a:lnTo>
                    <a:pt x="116297" y="94483"/>
                  </a:lnTo>
                  <a:close/>
                  <a:moveTo>
                    <a:pt x="188503" y="141086"/>
                  </a:moveTo>
                  <a:cubicBezTo>
                    <a:pt x="172528" y="141086"/>
                    <a:pt x="159109" y="130233"/>
                    <a:pt x="155914" y="114912"/>
                  </a:cubicBezTo>
                  <a:lnTo>
                    <a:pt x="188503" y="114912"/>
                  </a:lnTo>
                  <a:cubicBezTo>
                    <a:pt x="192337" y="114912"/>
                    <a:pt x="194893" y="112358"/>
                    <a:pt x="194893" y="108528"/>
                  </a:cubicBezTo>
                  <a:cubicBezTo>
                    <a:pt x="194893" y="107251"/>
                    <a:pt x="194893" y="106613"/>
                    <a:pt x="194254" y="105336"/>
                  </a:cubicBezTo>
                  <a:lnTo>
                    <a:pt x="178918" y="77246"/>
                  </a:lnTo>
                  <a:cubicBezTo>
                    <a:pt x="182113" y="75969"/>
                    <a:pt x="185308" y="75331"/>
                    <a:pt x="189142" y="75331"/>
                  </a:cubicBezTo>
                  <a:cubicBezTo>
                    <a:pt x="207034" y="75969"/>
                    <a:pt x="221731" y="91291"/>
                    <a:pt x="220453" y="109805"/>
                  </a:cubicBezTo>
                  <a:cubicBezTo>
                    <a:pt x="219175" y="126403"/>
                    <a:pt x="205756" y="140448"/>
                    <a:pt x="188503" y="141086"/>
                  </a:cubicBezTo>
                  <a:close/>
                </a:path>
              </a:pathLst>
            </a:custGeom>
            <a:solidFill>
              <a:srgbClr val="43B02A"/>
            </a:solidFill>
            <a:ln w="6390" cap="flat">
              <a:noFill/>
              <a:prstDash val="solid"/>
              <a:miter/>
            </a:ln>
          </p:spPr>
          <p:txBody>
            <a:bodyPr rtlCol="0" anchor="ctr"/>
            <a:lstStyle/>
            <a:p>
              <a:endParaRPr lang="en-US"/>
            </a:p>
          </p:txBody>
        </p:sp>
      </p:grpSp>
      <p:grpSp>
        <p:nvGrpSpPr>
          <p:cNvPr id="90" name="Graphic 4">
            <a:extLst>
              <a:ext uri="{FF2B5EF4-FFF2-40B4-BE49-F238E27FC236}">
                <a16:creationId xmlns:a16="http://schemas.microsoft.com/office/drawing/2014/main" id="{7A210261-B85F-B947-AB9A-C3BB3046C3E8}"/>
              </a:ext>
            </a:extLst>
          </p:cNvPr>
          <p:cNvGrpSpPr/>
          <p:nvPr/>
        </p:nvGrpSpPr>
        <p:grpSpPr>
          <a:xfrm>
            <a:off x="467104" y="918179"/>
            <a:ext cx="362309" cy="361971"/>
            <a:chOff x="467104" y="918179"/>
            <a:chExt cx="362309" cy="361971"/>
          </a:xfrm>
          <a:solidFill>
            <a:srgbClr val="26890D"/>
          </a:solidFill>
        </p:grpSpPr>
        <p:sp>
          <p:nvSpPr>
            <p:cNvPr id="91" name="Graphic 4">
              <a:extLst>
                <a:ext uri="{FF2B5EF4-FFF2-40B4-BE49-F238E27FC236}">
                  <a16:creationId xmlns:a16="http://schemas.microsoft.com/office/drawing/2014/main" id="{47335C81-27B5-C548-ADEE-97A8EC9247CC}"/>
                </a:ext>
              </a:extLst>
            </p:cNvPr>
            <p:cNvSpPr/>
            <p:nvPr/>
          </p:nvSpPr>
          <p:spPr>
            <a:xfrm>
              <a:off x="467104" y="918179"/>
              <a:ext cx="362309" cy="361971"/>
            </a:xfrm>
            <a:custGeom>
              <a:avLst/>
              <a:gdLst>
                <a:gd name="connsiteX0" fmla="*/ 181474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1474 w 362309"/>
                <a:gd name="connsiteY4" fmla="*/ 0 h 361971"/>
                <a:gd name="connsiteX5" fmla="*/ 181474 w 362309"/>
                <a:gd name="connsiteY5" fmla="*/ 0 h 361971"/>
                <a:gd name="connsiteX6" fmla="*/ 181474 w 362309"/>
                <a:gd name="connsiteY6" fmla="*/ 349204 h 361971"/>
                <a:gd name="connsiteX7" fmla="*/ 13419 w 362309"/>
                <a:gd name="connsiteY7" fmla="*/ 180667 h 361971"/>
                <a:gd name="connsiteX8" fmla="*/ 181474 w 362309"/>
                <a:gd name="connsiteY8" fmla="*/ 12768 h 361971"/>
                <a:gd name="connsiteX9" fmla="*/ 349530 w 362309"/>
                <a:gd name="connsiteY9" fmla="*/ 180667 h 361971"/>
                <a:gd name="connsiteX10" fmla="*/ 181474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1474" y="0"/>
                  </a:moveTo>
                  <a:cubicBezTo>
                    <a:pt x="81152" y="0"/>
                    <a:pt x="0" y="81077"/>
                    <a:pt x="0" y="181305"/>
                  </a:cubicBezTo>
                  <a:cubicBezTo>
                    <a:pt x="0" y="281534"/>
                    <a:pt x="81152" y="361972"/>
                    <a:pt x="181474" y="361972"/>
                  </a:cubicBezTo>
                  <a:cubicBezTo>
                    <a:pt x="281796" y="361972"/>
                    <a:pt x="362309" y="280895"/>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768"/>
                    <a:pt x="181474" y="12768"/>
                  </a:cubicBezTo>
                  <a:cubicBezTo>
                    <a:pt x="274128" y="12768"/>
                    <a:pt x="349530" y="88099"/>
                    <a:pt x="349530" y="180667"/>
                  </a:cubicBezTo>
                  <a:cubicBezTo>
                    <a:pt x="349530" y="273873"/>
                    <a:pt x="274128" y="349204"/>
                    <a:pt x="181474" y="349204"/>
                  </a:cubicBezTo>
                  <a:close/>
                </a:path>
              </a:pathLst>
            </a:custGeom>
            <a:solidFill>
              <a:srgbClr val="26890D"/>
            </a:solidFill>
            <a:ln w="6390" cap="flat">
              <a:noFill/>
              <a:prstDash val="solid"/>
              <a:miter/>
            </a:ln>
          </p:spPr>
          <p:txBody>
            <a:bodyPr rtlCol="0" anchor="ctr"/>
            <a:lstStyle/>
            <a:p>
              <a:endParaRPr lang="en-US"/>
            </a:p>
          </p:txBody>
        </p:sp>
        <p:sp>
          <p:nvSpPr>
            <p:cNvPr id="92" name="Graphic 4">
              <a:extLst>
                <a:ext uri="{FF2B5EF4-FFF2-40B4-BE49-F238E27FC236}">
                  <a16:creationId xmlns:a16="http://schemas.microsoft.com/office/drawing/2014/main" id="{EE6DE0F5-6286-D044-BBA6-3F8CD2E83063}"/>
                </a:ext>
              </a:extLst>
            </p:cNvPr>
            <p:cNvSpPr/>
            <p:nvPr/>
          </p:nvSpPr>
          <p:spPr>
            <a:xfrm>
              <a:off x="549922" y="999255"/>
              <a:ext cx="199098" cy="199818"/>
            </a:xfrm>
            <a:custGeom>
              <a:avLst/>
              <a:gdLst>
                <a:gd name="connsiteX0" fmla="*/ 192588 w 199098"/>
                <a:gd name="connsiteY0" fmla="*/ 70224 h 199818"/>
                <a:gd name="connsiteX1" fmla="*/ 184920 w 199098"/>
                <a:gd name="connsiteY1" fmla="*/ 70224 h 199818"/>
                <a:gd name="connsiteX2" fmla="*/ 198978 w 199098"/>
                <a:gd name="connsiteY2" fmla="*/ 7661 h 199818"/>
                <a:gd name="connsiteX3" fmla="*/ 193866 w 199098"/>
                <a:gd name="connsiteY3" fmla="*/ 0 h 199818"/>
                <a:gd name="connsiteX4" fmla="*/ 192588 w 199098"/>
                <a:gd name="connsiteY4" fmla="*/ 0 h 199818"/>
                <a:gd name="connsiteX5" fmla="*/ 122298 w 199098"/>
                <a:gd name="connsiteY5" fmla="*/ 0 h 199818"/>
                <a:gd name="connsiteX6" fmla="*/ 117826 w 199098"/>
                <a:gd name="connsiteY6" fmla="*/ 1915 h 199818"/>
                <a:gd name="connsiteX7" fmla="*/ 116548 w 199098"/>
                <a:gd name="connsiteY7" fmla="*/ 7022 h 199818"/>
                <a:gd name="connsiteX8" fmla="*/ 123576 w 199098"/>
                <a:gd name="connsiteY8" fmla="*/ 70224 h 199818"/>
                <a:gd name="connsiteX9" fmla="*/ 115270 w 199098"/>
                <a:gd name="connsiteY9" fmla="*/ 70224 h 199818"/>
                <a:gd name="connsiteX10" fmla="*/ 108880 w 199098"/>
                <a:gd name="connsiteY10" fmla="*/ 76608 h 199818"/>
                <a:gd name="connsiteX11" fmla="*/ 108880 w 199098"/>
                <a:gd name="connsiteY11" fmla="*/ 94483 h 199818"/>
                <a:gd name="connsiteX12" fmla="*/ 90349 w 199098"/>
                <a:gd name="connsiteY12" fmla="*/ 94483 h 199818"/>
                <a:gd name="connsiteX13" fmla="*/ 90349 w 199098"/>
                <a:gd name="connsiteY13" fmla="*/ 76608 h 199818"/>
                <a:gd name="connsiteX14" fmla="*/ 83959 w 199098"/>
                <a:gd name="connsiteY14" fmla="*/ 70224 h 199818"/>
                <a:gd name="connsiteX15" fmla="*/ 75652 w 199098"/>
                <a:gd name="connsiteY15" fmla="*/ 70224 h 199818"/>
                <a:gd name="connsiteX16" fmla="*/ 82681 w 199098"/>
                <a:gd name="connsiteY16" fmla="*/ 7022 h 199818"/>
                <a:gd name="connsiteX17" fmla="*/ 81403 w 199098"/>
                <a:gd name="connsiteY17" fmla="*/ 1915 h 199818"/>
                <a:gd name="connsiteX18" fmla="*/ 76930 w 199098"/>
                <a:gd name="connsiteY18" fmla="*/ 0 h 199818"/>
                <a:gd name="connsiteX19" fmla="*/ 6641 w 199098"/>
                <a:gd name="connsiteY19" fmla="*/ 0 h 199818"/>
                <a:gd name="connsiteX20" fmla="*/ 1529 w 199098"/>
                <a:gd name="connsiteY20" fmla="*/ 2554 h 199818"/>
                <a:gd name="connsiteX21" fmla="*/ 251 w 199098"/>
                <a:gd name="connsiteY21" fmla="*/ 7661 h 199818"/>
                <a:gd name="connsiteX22" fmla="*/ 13670 w 199098"/>
                <a:gd name="connsiteY22" fmla="*/ 70224 h 199818"/>
                <a:gd name="connsiteX23" fmla="*/ 6002 w 199098"/>
                <a:gd name="connsiteY23" fmla="*/ 70224 h 199818"/>
                <a:gd name="connsiteX24" fmla="*/ 1529 w 199098"/>
                <a:gd name="connsiteY24" fmla="*/ 72139 h 199818"/>
                <a:gd name="connsiteX25" fmla="*/ 251 w 199098"/>
                <a:gd name="connsiteY25" fmla="*/ 77246 h 199818"/>
                <a:gd name="connsiteX26" fmla="*/ 8558 w 199098"/>
                <a:gd name="connsiteY26" fmla="*/ 162792 h 199818"/>
                <a:gd name="connsiteX27" fmla="*/ 14948 w 199098"/>
                <a:gd name="connsiteY27" fmla="*/ 168537 h 199818"/>
                <a:gd name="connsiteX28" fmla="*/ 23254 w 199098"/>
                <a:gd name="connsiteY28" fmla="*/ 168537 h 199818"/>
                <a:gd name="connsiteX29" fmla="*/ 23254 w 199098"/>
                <a:gd name="connsiteY29" fmla="*/ 193435 h 199818"/>
                <a:gd name="connsiteX30" fmla="*/ 29644 w 199098"/>
                <a:gd name="connsiteY30" fmla="*/ 199819 h 199818"/>
                <a:gd name="connsiteX31" fmla="*/ 76291 w 199098"/>
                <a:gd name="connsiteY31" fmla="*/ 199819 h 199818"/>
                <a:gd name="connsiteX32" fmla="*/ 82681 w 199098"/>
                <a:gd name="connsiteY32" fmla="*/ 193435 h 199818"/>
                <a:gd name="connsiteX33" fmla="*/ 82681 w 199098"/>
                <a:gd name="connsiteY33" fmla="*/ 168537 h 199818"/>
                <a:gd name="connsiteX34" fmla="*/ 82681 w 199098"/>
                <a:gd name="connsiteY34" fmla="*/ 168537 h 199818"/>
                <a:gd name="connsiteX35" fmla="*/ 89071 w 199098"/>
                <a:gd name="connsiteY35" fmla="*/ 162153 h 199818"/>
                <a:gd name="connsiteX36" fmla="*/ 89071 w 199098"/>
                <a:gd name="connsiteY36" fmla="*/ 153216 h 199818"/>
                <a:gd name="connsiteX37" fmla="*/ 107602 w 199098"/>
                <a:gd name="connsiteY37" fmla="*/ 153216 h 199818"/>
                <a:gd name="connsiteX38" fmla="*/ 107602 w 199098"/>
                <a:gd name="connsiteY38" fmla="*/ 162153 h 199818"/>
                <a:gd name="connsiteX39" fmla="*/ 113992 w 199098"/>
                <a:gd name="connsiteY39" fmla="*/ 168537 h 199818"/>
                <a:gd name="connsiteX40" fmla="*/ 115270 w 199098"/>
                <a:gd name="connsiteY40" fmla="*/ 168537 h 199818"/>
                <a:gd name="connsiteX41" fmla="*/ 115270 w 199098"/>
                <a:gd name="connsiteY41" fmla="*/ 193435 h 199818"/>
                <a:gd name="connsiteX42" fmla="*/ 121659 w 199098"/>
                <a:gd name="connsiteY42" fmla="*/ 199819 h 199818"/>
                <a:gd name="connsiteX43" fmla="*/ 168306 w 199098"/>
                <a:gd name="connsiteY43" fmla="*/ 199819 h 199818"/>
                <a:gd name="connsiteX44" fmla="*/ 174696 w 199098"/>
                <a:gd name="connsiteY44" fmla="*/ 193435 h 199818"/>
                <a:gd name="connsiteX45" fmla="*/ 174696 w 199098"/>
                <a:gd name="connsiteY45" fmla="*/ 168537 h 199818"/>
                <a:gd name="connsiteX46" fmla="*/ 183003 w 199098"/>
                <a:gd name="connsiteY46" fmla="*/ 168537 h 199818"/>
                <a:gd name="connsiteX47" fmla="*/ 189393 w 199098"/>
                <a:gd name="connsiteY47" fmla="*/ 162792 h 199818"/>
                <a:gd name="connsiteX48" fmla="*/ 198339 w 199098"/>
                <a:gd name="connsiteY48" fmla="*/ 77246 h 199818"/>
                <a:gd name="connsiteX49" fmla="*/ 197061 w 199098"/>
                <a:gd name="connsiteY49" fmla="*/ 72139 h 199818"/>
                <a:gd name="connsiteX50" fmla="*/ 192588 w 199098"/>
                <a:gd name="connsiteY50" fmla="*/ 70224 h 199818"/>
                <a:gd name="connsiteX51" fmla="*/ 129327 w 199098"/>
                <a:gd name="connsiteY51" fmla="*/ 12768 h 199818"/>
                <a:gd name="connsiteX52" fmla="*/ 184281 w 199098"/>
                <a:gd name="connsiteY52" fmla="*/ 12768 h 199818"/>
                <a:gd name="connsiteX53" fmla="*/ 171501 w 199098"/>
                <a:gd name="connsiteY53" fmla="*/ 70224 h 199818"/>
                <a:gd name="connsiteX54" fmla="*/ 135717 w 199098"/>
                <a:gd name="connsiteY54" fmla="*/ 70224 h 199818"/>
                <a:gd name="connsiteX55" fmla="*/ 129327 w 199098"/>
                <a:gd name="connsiteY55" fmla="*/ 12768 h 199818"/>
                <a:gd name="connsiteX56" fmla="*/ 13031 w 199098"/>
                <a:gd name="connsiteY56" fmla="*/ 12768 h 199818"/>
                <a:gd name="connsiteX57" fmla="*/ 67984 w 199098"/>
                <a:gd name="connsiteY57" fmla="*/ 12768 h 199818"/>
                <a:gd name="connsiteX58" fmla="*/ 61594 w 199098"/>
                <a:gd name="connsiteY58" fmla="*/ 70224 h 199818"/>
                <a:gd name="connsiteX59" fmla="*/ 25810 w 199098"/>
                <a:gd name="connsiteY59" fmla="*/ 70224 h 199818"/>
                <a:gd name="connsiteX60" fmla="*/ 13031 w 199098"/>
                <a:gd name="connsiteY60" fmla="*/ 12768 h 199818"/>
                <a:gd name="connsiteX61" fmla="*/ 11753 w 199098"/>
                <a:gd name="connsiteY61" fmla="*/ 82992 h 199818"/>
                <a:gd name="connsiteX62" fmla="*/ 76291 w 199098"/>
                <a:gd name="connsiteY62" fmla="*/ 82992 h 199818"/>
                <a:gd name="connsiteX63" fmla="*/ 76291 w 199098"/>
                <a:gd name="connsiteY63" fmla="*/ 155769 h 199818"/>
                <a:gd name="connsiteX64" fmla="*/ 18782 w 199098"/>
                <a:gd name="connsiteY64" fmla="*/ 155769 h 199818"/>
                <a:gd name="connsiteX65" fmla="*/ 11753 w 199098"/>
                <a:gd name="connsiteY65" fmla="*/ 82992 h 199818"/>
                <a:gd name="connsiteX66" fmla="*/ 68623 w 199098"/>
                <a:gd name="connsiteY66" fmla="*/ 187051 h 199818"/>
                <a:gd name="connsiteX67" fmla="*/ 34756 w 199098"/>
                <a:gd name="connsiteY67" fmla="*/ 187051 h 199818"/>
                <a:gd name="connsiteX68" fmla="*/ 34756 w 199098"/>
                <a:gd name="connsiteY68" fmla="*/ 168537 h 199818"/>
                <a:gd name="connsiteX69" fmla="*/ 68623 w 199098"/>
                <a:gd name="connsiteY69" fmla="*/ 168537 h 199818"/>
                <a:gd name="connsiteX70" fmla="*/ 68623 w 199098"/>
                <a:gd name="connsiteY70" fmla="*/ 187051 h 199818"/>
                <a:gd name="connsiteX71" fmla="*/ 89710 w 199098"/>
                <a:gd name="connsiteY71" fmla="*/ 140448 h 199818"/>
                <a:gd name="connsiteX72" fmla="*/ 89710 w 199098"/>
                <a:gd name="connsiteY72" fmla="*/ 107251 h 199818"/>
                <a:gd name="connsiteX73" fmla="*/ 108241 w 199098"/>
                <a:gd name="connsiteY73" fmla="*/ 107251 h 199818"/>
                <a:gd name="connsiteX74" fmla="*/ 108241 w 199098"/>
                <a:gd name="connsiteY74" fmla="*/ 140448 h 199818"/>
                <a:gd name="connsiteX75" fmla="*/ 89710 w 199098"/>
                <a:gd name="connsiteY75" fmla="*/ 140448 h 199818"/>
                <a:gd name="connsiteX76" fmla="*/ 162555 w 199098"/>
                <a:gd name="connsiteY76" fmla="*/ 187051 h 199818"/>
                <a:gd name="connsiteX77" fmla="*/ 128688 w 199098"/>
                <a:gd name="connsiteY77" fmla="*/ 187051 h 199818"/>
                <a:gd name="connsiteX78" fmla="*/ 128688 w 199098"/>
                <a:gd name="connsiteY78" fmla="*/ 168537 h 199818"/>
                <a:gd name="connsiteX79" fmla="*/ 162555 w 199098"/>
                <a:gd name="connsiteY79" fmla="*/ 168537 h 199818"/>
                <a:gd name="connsiteX80" fmla="*/ 162555 w 199098"/>
                <a:gd name="connsiteY80" fmla="*/ 187051 h 199818"/>
                <a:gd name="connsiteX81" fmla="*/ 177891 w 199098"/>
                <a:gd name="connsiteY81" fmla="*/ 155769 h 199818"/>
                <a:gd name="connsiteX82" fmla="*/ 120382 w 199098"/>
                <a:gd name="connsiteY82" fmla="*/ 155769 h 199818"/>
                <a:gd name="connsiteX83" fmla="*/ 120382 w 199098"/>
                <a:gd name="connsiteY83" fmla="*/ 82992 h 199818"/>
                <a:gd name="connsiteX84" fmla="*/ 184920 w 199098"/>
                <a:gd name="connsiteY84" fmla="*/ 82992 h 199818"/>
                <a:gd name="connsiteX85" fmla="*/ 177891 w 199098"/>
                <a:gd name="connsiteY85" fmla="*/ 155769 h 19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99098" h="199818">
                  <a:moveTo>
                    <a:pt x="192588" y="70224"/>
                  </a:moveTo>
                  <a:lnTo>
                    <a:pt x="184920" y="70224"/>
                  </a:lnTo>
                  <a:lnTo>
                    <a:pt x="198978" y="7661"/>
                  </a:lnTo>
                  <a:cubicBezTo>
                    <a:pt x="199617" y="4469"/>
                    <a:pt x="197700" y="638"/>
                    <a:pt x="193866" y="0"/>
                  </a:cubicBezTo>
                  <a:cubicBezTo>
                    <a:pt x="193227" y="0"/>
                    <a:pt x="192588" y="0"/>
                    <a:pt x="192588" y="0"/>
                  </a:cubicBezTo>
                  <a:lnTo>
                    <a:pt x="122298" y="0"/>
                  </a:lnTo>
                  <a:cubicBezTo>
                    <a:pt x="120382" y="0"/>
                    <a:pt x="118465" y="638"/>
                    <a:pt x="117826" y="1915"/>
                  </a:cubicBezTo>
                  <a:cubicBezTo>
                    <a:pt x="116548" y="3192"/>
                    <a:pt x="115909" y="5107"/>
                    <a:pt x="116548" y="7022"/>
                  </a:cubicBezTo>
                  <a:lnTo>
                    <a:pt x="123576" y="70224"/>
                  </a:lnTo>
                  <a:lnTo>
                    <a:pt x="115270" y="70224"/>
                  </a:lnTo>
                  <a:cubicBezTo>
                    <a:pt x="111436" y="70224"/>
                    <a:pt x="108880" y="72777"/>
                    <a:pt x="108880" y="76608"/>
                  </a:cubicBezTo>
                  <a:lnTo>
                    <a:pt x="108880" y="94483"/>
                  </a:lnTo>
                  <a:lnTo>
                    <a:pt x="90349" y="94483"/>
                  </a:lnTo>
                  <a:lnTo>
                    <a:pt x="90349" y="76608"/>
                  </a:lnTo>
                  <a:cubicBezTo>
                    <a:pt x="90349" y="72777"/>
                    <a:pt x="87793" y="70224"/>
                    <a:pt x="83959" y="70224"/>
                  </a:cubicBezTo>
                  <a:lnTo>
                    <a:pt x="75652" y="70224"/>
                  </a:lnTo>
                  <a:lnTo>
                    <a:pt x="82681" y="7022"/>
                  </a:lnTo>
                  <a:cubicBezTo>
                    <a:pt x="82681" y="5107"/>
                    <a:pt x="82042" y="3192"/>
                    <a:pt x="81403" y="1915"/>
                  </a:cubicBezTo>
                  <a:cubicBezTo>
                    <a:pt x="80125" y="638"/>
                    <a:pt x="78208" y="0"/>
                    <a:pt x="76930" y="0"/>
                  </a:cubicBezTo>
                  <a:lnTo>
                    <a:pt x="6641" y="0"/>
                  </a:lnTo>
                  <a:cubicBezTo>
                    <a:pt x="4724" y="0"/>
                    <a:pt x="2807" y="638"/>
                    <a:pt x="1529" y="2554"/>
                  </a:cubicBezTo>
                  <a:cubicBezTo>
                    <a:pt x="251" y="3830"/>
                    <a:pt x="-388" y="5746"/>
                    <a:pt x="251" y="7661"/>
                  </a:cubicBezTo>
                  <a:lnTo>
                    <a:pt x="13670" y="70224"/>
                  </a:lnTo>
                  <a:lnTo>
                    <a:pt x="6002" y="70224"/>
                  </a:lnTo>
                  <a:cubicBezTo>
                    <a:pt x="4085" y="70224"/>
                    <a:pt x="2168" y="70862"/>
                    <a:pt x="1529" y="72139"/>
                  </a:cubicBezTo>
                  <a:cubicBezTo>
                    <a:pt x="251" y="73416"/>
                    <a:pt x="-388" y="75331"/>
                    <a:pt x="251" y="77246"/>
                  </a:cubicBezTo>
                  <a:lnTo>
                    <a:pt x="8558" y="162792"/>
                  </a:lnTo>
                  <a:cubicBezTo>
                    <a:pt x="9197" y="165984"/>
                    <a:pt x="11753" y="168537"/>
                    <a:pt x="14948" y="168537"/>
                  </a:cubicBezTo>
                  <a:lnTo>
                    <a:pt x="23254" y="168537"/>
                  </a:lnTo>
                  <a:lnTo>
                    <a:pt x="23254" y="193435"/>
                  </a:lnTo>
                  <a:cubicBezTo>
                    <a:pt x="23254" y="197265"/>
                    <a:pt x="25810" y="199819"/>
                    <a:pt x="29644" y="199819"/>
                  </a:cubicBezTo>
                  <a:lnTo>
                    <a:pt x="76291" y="199819"/>
                  </a:lnTo>
                  <a:cubicBezTo>
                    <a:pt x="80125" y="199819"/>
                    <a:pt x="82681" y="197265"/>
                    <a:pt x="82681" y="193435"/>
                  </a:cubicBezTo>
                  <a:lnTo>
                    <a:pt x="82681" y="168537"/>
                  </a:lnTo>
                  <a:lnTo>
                    <a:pt x="82681" y="168537"/>
                  </a:lnTo>
                  <a:cubicBezTo>
                    <a:pt x="86515" y="168537"/>
                    <a:pt x="89071" y="165984"/>
                    <a:pt x="89071" y="162153"/>
                  </a:cubicBezTo>
                  <a:lnTo>
                    <a:pt x="89071" y="153216"/>
                  </a:lnTo>
                  <a:lnTo>
                    <a:pt x="107602" y="153216"/>
                  </a:lnTo>
                  <a:lnTo>
                    <a:pt x="107602" y="162153"/>
                  </a:lnTo>
                  <a:cubicBezTo>
                    <a:pt x="107602" y="165984"/>
                    <a:pt x="110158" y="168537"/>
                    <a:pt x="113992" y="168537"/>
                  </a:cubicBezTo>
                  <a:lnTo>
                    <a:pt x="115270" y="168537"/>
                  </a:lnTo>
                  <a:lnTo>
                    <a:pt x="115270" y="193435"/>
                  </a:lnTo>
                  <a:cubicBezTo>
                    <a:pt x="115270" y="197265"/>
                    <a:pt x="117826" y="199819"/>
                    <a:pt x="121659" y="199819"/>
                  </a:cubicBezTo>
                  <a:lnTo>
                    <a:pt x="168306" y="199819"/>
                  </a:lnTo>
                  <a:cubicBezTo>
                    <a:pt x="172140" y="199819"/>
                    <a:pt x="174696" y="197265"/>
                    <a:pt x="174696" y="193435"/>
                  </a:cubicBezTo>
                  <a:lnTo>
                    <a:pt x="174696" y="168537"/>
                  </a:lnTo>
                  <a:lnTo>
                    <a:pt x="183003" y="168537"/>
                  </a:lnTo>
                  <a:cubicBezTo>
                    <a:pt x="186198" y="168537"/>
                    <a:pt x="188754" y="165984"/>
                    <a:pt x="189393" y="162792"/>
                  </a:cubicBezTo>
                  <a:lnTo>
                    <a:pt x="198339" y="77246"/>
                  </a:lnTo>
                  <a:cubicBezTo>
                    <a:pt x="198339" y="75331"/>
                    <a:pt x="197700" y="73416"/>
                    <a:pt x="197061" y="72139"/>
                  </a:cubicBezTo>
                  <a:cubicBezTo>
                    <a:pt x="195783" y="70862"/>
                    <a:pt x="194505" y="70224"/>
                    <a:pt x="192588" y="70224"/>
                  </a:cubicBezTo>
                  <a:close/>
                  <a:moveTo>
                    <a:pt x="129327" y="12768"/>
                  </a:moveTo>
                  <a:lnTo>
                    <a:pt x="184281" y="12768"/>
                  </a:lnTo>
                  <a:lnTo>
                    <a:pt x="171501" y="70224"/>
                  </a:lnTo>
                  <a:lnTo>
                    <a:pt x="135717" y="70224"/>
                  </a:lnTo>
                  <a:lnTo>
                    <a:pt x="129327" y="12768"/>
                  </a:lnTo>
                  <a:close/>
                  <a:moveTo>
                    <a:pt x="13031" y="12768"/>
                  </a:moveTo>
                  <a:lnTo>
                    <a:pt x="67984" y="12768"/>
                  </a:lnTo>
                  <a:lnTo>
                    <a:pt x="61594" y="70224"/>
                  </a:lnTo>
                  <a:lnTo>
                    <a:pt x="25810" y="70224"/>
                  </a:lnTo>
                  <a:lnTo>
                    <a:pt x="13031" y="12768"/>
                  </a:lnTo>
                  <a:close/>
                  <a:moveTo>
                    <a:pt x="11753" y="82992"/>
                  </a:moveTo>
                  <a:lnTo>
                    <a:pt x="76291" y="82992"/>
                  </a:lnTo>
                  <a:lnTo>
                    <a:pt x="76291" y="155769"/>
                  </a:lnTo>
                  <a:lnTo>
                    <a:pt x="18782" y="155769"/>
                  </a:lnTo>
                  <a:lnTo>
                    <a:pt x="11753" y="82992"/>
                  </a:lnTo>
                  <a:close/>
                  <a:moveTo>
                    <a:pt x="68623" y="187051"/>
                  </a:moveTo>
                  <a:lnTo>
                    <a:pt x="34756" y="187051"/>
                  </a:lnTo>
                  <a:lnTo>
                    <a:pt x="34756" y="168537"/>
                  </a:lnTo>
                  <a:lnTo>
                    <a:pt x="68623" y="168537"/>
                  </a:lnTo>
                  <a:lnTo>
                    <a:pt x="68623" y="187051"/>
                  </a:lnTo>
                  <a:close/>
                  <a:moveTo>
                    <a:pt x="89710" y="140448"/>
                  </a:moveTo>
                  <a:lnTo>
                    <a:pt x="89710" y="107251"/>
                  </a:lnTo>
                  <a:lnTo>
                    <a:pt x="108241" y="107251"/>
                  </a:lnTo>
                  <a:lnTo>
                    <a:pt x="108241" y="140448"/>
                  </a:lnTo>
                  <a:lnTo>
                    <a:pt x="89710" y="140448"/>
                  </a:lnTo>
                  <a:close/>
                  <a:moveTo>
                    <a:pt x="162555" y="187051"/>
                  </a:moveTo>
                  <a:lnTo>
                    <a:pt x="128688" y="187051"/>
                  </a:lnTo>
                  <a:lnTo>
                    <a:pt x="128688" y="168537"/>
                  </a:lnTo>
                  <a:lnTo>
                    <a:pt x="162555" y="168537"/>
                  </a:lnTo>
                  <a:lnTo>
                    <a:pt x="162555" y="187051"/>
                  </a:lnTo>
                  <a:close/>
                  <a:moveTo>
                    <a:pt x="177891" y="155769"/>
                  </a:moveTo>
                  <a:lnTo>
                    <a:pt x="120382" y="155769"/>
                  </a:lnTo>
                  <a:lnTo>
                    <a:pt x="120382" y="82992"/>
                  </a:lnTo>
                  <a:lnTo>
                    <a:pt x="184920" y="82992"/>
                  </a:lnTo>
                  <a:lnTo>
                    <a:pt x="177891" y="155769"/>
                  </a:lnTo>
                  <a:close/>
                </a:path>
              </a:pathLst>
            </a:custGeom>
            <a:solidFill>
              <a:srgbClr val="26890D"/>
            </a:solidFill>
            <a:ln w="6390" cap="flat">
              <a:noFill/>
              <a:prstDash val="solid"/>
              <a:miter/>
            </a:ln>
          </p:spPr>
          <p:txBody>
            <a:bodyPr rtlCol="0" anchor="ctr"/>
            <a:lstStyle/>
            <a:p>
              <a:endParaRPr lang="en-US"/>
            </a:p>
          </p:txBody>
        </p:sp>
      </p:grpSp>
      <p:grpSp>
        <p:nvGrpSpPr>
          <p:cNvPr id="93" name="Graphic 4">
            <a:extLst>
              <a:ext uri="{FF2B5EF4-FFF2-40B4-BE49-F238E27FC236}">
                <a16:creationId xmlns:a16="http://schemas.microsoft.com/office/drawing/2014/main" id="{27F2213B-B533-614F-BA6F-BD7C0A27665A}"/>
              </a:ext>
            </a:extLst>
          </p:cNvPr>
          <p:cNvGrpSpPr/>
          <p:nvPr/>
        </p:nvGrpSpPr>
        <p:grpSpPr>
          <a:xfrm>
            <a:off x="1515054" y="1402723"/>
            <a:ext cx="362309" cy="361971"/>
            <a:chOff x="1515054" y="1402723"/>
            <a:chExt cx="362309" cy="361971"/>
          </a:xfrm>
          <a:solidFill>
            <a:srgbClr val="26890D"/>
          </a:solidFill>
        </p:grpSpPr>
        <p:sp>
          <p:nvSpPr>
            <p:cNvPr id="94" name="Graphic 4">
              <a:extLst>
                <a:ext uri="{FF2B5EF4-FFF2-40B4-BE49-F238E27FC236}">
                  <a16:creationId xmlns:a16="http://schemas.microsoft.com/office/drawing/2014/main" id="{C02FDA46-75FC-154F-8B59-3B67DBB7DD8F}"/>
                </a:ext>
              </a:extLst>
            </p:cNvPr>
            <p:cNvSpPr/>
            <p:nvPr/>
          </p:nvSpPr>
          <p:spPr>
            <a:xfrm>
              <a:off x="1515054" y="1402723"/>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362309 w 362309"/>
                <a:gd name="connsiteY4" fmla="*/ 181305 h 361971"/>
                <a:gd name="connsiteX5" fmla="*/ 180835 w 362309"/>
                <a:gd name="connsiteY5" fmla="*/ 0 h 361971"/>
                <a:gd name="connsiteX6" fmla="*/ 180835 w 362309"/>
                <a:gd name="connsiteY6" fmla="*/ 0 h 361971"/>
                <a:gd name="connsiteX7" fmla="*/ 180835 w 362309"/>
                <a:gd name="connsiteY7" fmla="*/ 348565 h 361971"/>
                <a:gd name="connsiteX8" fmla="*/ 12780 w 362309"/>
                <a:gd name="connsiteY8" fmla="*/ 180028 h 361971"/>
                <a:gd name="connsiteX9" fmla="*/ 180835 w 362309"/>
                <a:gd name="connsiteY9" fmla="*/ 12130 h 361971"/>
                <a:gd name="connsiteX10" fmla="*/ 349529 w 362309"/>
                <a:gd name="connsiteY10" fmla="*/ 180028 h 361971"/>
                <a:gd name="connsiteX11" fmla="*/ 180835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181305"/>
                    <a:pt x="362309" y="181305"/>
                    <a:pt x="362309" y="181305"/>
                  </a:cubicBezTo>
                  <a:cubicBezTo>
                    <a:pt x="361670" y="80438"/>
                    <a:pt x="281157" y="0"/>
                    <a:pt x="180835" y="0"/>
                  </a:cubicBezTo>
                  <a:cubicBezTo>
                    <a:pt x="180835" y="0"/>
                    <a:pt x="180835" y="0"/>
                    <a:pt x="180835" y="0"/>
                  </a:cubicBezTo>
                  <a:close/>
                  <a:moveTo>
                    <a:pt x="180835" y="348565"/>
                  </a:moveTo>
                  <a:cubicBezTo>
                    <a:pt x="87542" y="348565"/>
                    <a:pt x="12780" y="273234"/>
                    <a:pt x="12780" y="180028"/>
                  </a:cubicBezTo>
                  <a:cubicBezTo>
                    <a:pt x="12780" y="86822"/>
                    <a:pt x="88181" y="12130"/>
                    <a:pt x="180835" y="12130"/>
                  </a:cubicBezTo>
                  <a:cubicBezTo>
                    <a:pt x="274128" y="12130"/>
                    <a:pt x="349529" y="87461"/>
                    <a:pt x="349529" y="180028"/>
                  </a:cubicBezTo>
                  <a:cubicBezTo>
                    <a:pt x="348891" y="273234"/>
                    <a:pt x="273489" y="348565"/>
                    <a:pt x="180835" y="348565"/>
                  </a:cubicBezTo>
                  <a:close/>
                </a:path>
              </a:pathLst>
            </a:custGeom>
            <a:solidFill>
              <a:srgbClr val="26890D"/>
            </a:solidFill>
            <a:ln w="6390" cap="flat">
              <a:noFill/>
              <a:prstDash val="solid"/>
              <a:miter/>
            </a:ln>
          </p:spPr>
          <p:txBody>
            <a:bodyPr rtlCol="0" anchor="ctr"/>
            <a:lstStyle/>
            <a:p>
              <a:endParaRPr lang="en-US"/>
            </a:p>
          </p:txBody>
        </p:sp>
        <p:sp>
          <p:nvSpPr>
            <p:cNvPr id="95" name="Graphic 4">
              <a:extLst>
                <a:ext uri="{FF2B5EF4-FFF2-40B4-BE49-F238E27FC236}">
                  <a16:creationId xmlns:a16="http://schemas.microsoft.com/office/drawing/2014/main" id="{1C129221-6BC6-0044-99FC-726D7472F7E2}"/>
                </a:ext>
              </a:extLst>
            </p:cNvPr>
            <p:cNvSpPr/>
            <p:nvPr/>
          </p:nvSpPr>
          <p:spPr>
            <a:xfrm>
              <a:off x="1591733" y="1494014"/>
              <a:ext cx="207116" cy="178751"/>
            </a:xfrm>
            <a:custGeom>
              <a:avLst/>
              <a:gdLst>
                <a:gd name="connsiteX0" fmla="*/ 201283 w 207116"/>
                <a:gd name="connsiteY0" fmla="*/ 27451 h 178751"/>
                <a:gd name="connsiteX1" fmla="*/ 138023 w 207116"/>
                <a:gd name="connsiteY1" fmla="*/ 27451 h 178751"/>
                <a:gd name="connsiteX2" fmla="*/ 138023 w 207116"/>
                <a:gd name="connsiteY2" fmla="*/ 6384 h 178751"/>
                <a:gd name="connsiteX3" fmla="*/ 131633 w 207116"/>
                <a:gd name="connsiteY3" fmla="*/ 0 h 178751"/>
                <a:gd name="connsiteX4" fmla="*/ 76040 w 207116"/>
                <a:gd name="connsiteY4" fmla="*/ 0 h 178751"/>
                <a:gd name="connsiteX5" fmla="*/ 69650 w 207116"/>
                <a:gd name="connsiteY5" fmla="*/ 6384 h 178751"/>
                <a:gd name="connsiteX6" fmla="*/ 69650 w 207116"/>
                <a:gd name="connsiteY6" fmla="*/ 27451 h 178751"/>
                <a:gd name="connsiteX7" fmla="*/ 6390 w 207116"/>
                <a:gd name="connsiteY7" fmla="*/ 27451 h 178751"/>
                <a:gd name="connsiteX8" fmla="*/ 0 w 207116"/>
                <a:gd name="connsiteY8" fmla="*/ 33835 h 178751"/>
                <a:gd name="connsiteX9" fmla="*/ 0 w 207116"/>
                <a:gd name="connsiteY9" fmla="*/ 172368 h 178751"/>
                <a:gd name="connsiteX10" fmla="*/ 6390 w 207116"/>
                <a:gd name="connsiteY10" fmla="*/ 178752 h 178751"/>
                <a:gd name="connsiteX11" fmla="*/ 200644 w 207116"/>
                <a:gd name="connsiteY11" fmla="*/ 178752 h 178751"/>
                <a:gd name="connsiteX12" fmla="*/ 207034 w 207116"/>
                <a:gd name="connsiteY12" fmla="*/ 172368 h 178751"/>
                <a:gd name="connsiteX13" fmla="*/ 207034 w 207116"/>
                <a:gd name="connsiteY13" fmla="*/ 33835 h 178751"/>
                <a:gd name="connsiteX14" fmla="*/ 201283 w 207116"/>
                <a:gd name="connsiteY14" fmla="*/ 27451 h 178751"/>
                <a:gd name="connsiteX15" fmla="*/ 201283 w 207116"/>
                <a:gd name="connsiteY15" fmla="*/ 27451 h 178751"/>
                <a:gd name="connsiteX16" fmla="*/ 146330 w 207116"/>
                <a:gd name="connsiteY16" fmla="*/ 40219 h 178751"/>
                <a:gd name="connsiteX17" fmla="*/ 146330 w 207116"/>
                <a:gd name="connsiteY17" fmla="*/ 165984 h 178751"/>
                <a:gd name="connsiteX18" fmla="*/ 54954 w 207116"/>
                <a:gd name="connsiteY18" fmla="*/ 165984 h 178751"/>
                <a:gd name="connsiteX19" fmla="*/ 54954 w 207116"/>
                <a:gd name="connsiteY19" fmla="*/ 40219 h 178751"/>
                <a:gd name="connsiteX20" fmla="*/ 146330 w 207116"/>
                <a:gd name="connsiteY20" fmla="*/ 40219 h 178751"/>
                <a:gd name="connsiteX21" fmla="*/ 82430 w 207116"/>
                <a:gd name="connsiteY21" fmla="*/ 12768 h 178751"/>
                <a:gd name="connsiteX22" fmla="*/ 125243 w 207116"/>
                <a:gd name="connsiteY22" fmla="*/ 12768 h 178751"/>
                <a:gd name="connsiteX23" fmla="*/ 125243 w 207116"/>
                <a:gd name="connsiteY23" fmla="*/ 27451 h 178751"/>
                <a:gd name="connsiteX24" fmla="*/ 82430 w 207116"/>
                <a:gd name="connsiteY24" fmla="*/ 27451 h 178751"/>
                <a:gd name="connsiteX25" fmla="*/ 82430 w 207116"/>
                <a:gd name="connsiteY25" fmla="*/ 12768 h 178751"/>
                <a:gd name="connsiteX26" fmla="*/ 13419 w 207116"/>
                <a:gd name="connsiteY26" fmla="*/ 40219 h 178751"/>
                <a:gd name="connsiteX27" fmla="*/ 42174 w 207116"/>
                <a:gd name="connsiteY27" fmla="*/ 40219 h 178751"/>
                <a:gd name="connsiteX28" fmla="*/ 42174 w 207116"/>
                <a:gd name="connsiteY28" fmla="*/ 165984 h 178751"/>
                <a:gd name="connsiteX29" fmla="*/ 13419 w 207116"/>
                <a:gd name="connsiteY29" fmla="*/ 165984 h 178751"/>
                <a:gd name="connsiteX30" fmla="*/ 13419 w 207116"/>
                <a:gd name="connsiteY30" fmla="*/ 40219 h 178751"/>
                <a:gd name="connsiteX31" fmla="*/ 194893 w 207116"/>
                <a:gd name="connsiteY31" fmla="*/ 165984 h 178751"/>
                <a:gd name="connsiteX32" fmla="*/ 159109 w 207116"/>
                <a:gd name="connsiteY32" fmla="*/ 165984 h 178751"/>
                <a:gd name="connsiteX33" fmla="*/ 159109 w 207116"/>
                <a:gd name="connsiteY33" fmla="*/ 40219 h 178751"/>
                <a:gd name="connsiteX34" fmla="*/ 194893 w 207116"/>
                <a:gd name="connsiteY34" fmla="*/ 40219 h 178751"/>
                <a:gd name="connsiteX35" fmla="*/ 194893 w 207116"/>
                <a:gd name="connsiteY35" fmla="*/ 165984 h 178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7116" h="178751">
                  <a:moveTo>
                    <a:pt x="201283" y="27451"/>
                  </a:moveTo>
                  <a:lnTo>
                    <a:pt x="138023" y="27451"/>
                  </a:lnTo>
                  <a:lnTo>
                    <a:pt x="138023" y="6384"/>
                  </a:lnTo>
                  <a:cubicBezTo>
                    <a:pt x="138023" y="2554"/>
                    <a:pt x="135467" y="0"/>
                    <a:pt x="131633" y="0"/>
                  </a:cubicBezTo>
                  <a:lnTo>
                    <a:pt x="76040" y="0"/>
                  </a:lnTo>
                  <a:cubicBezTo>
                    <a:pt x="72206" y="0"/>
                    <a:pt x="69650" y="2554"/>
                    <a:pt x="69650" y="6384"/>
                  </a:cubicBezTo>
                  <a:lnTo>
                    <a:pt x="69650" y="27451"/>
                  </a:lnTo>
                  <a:lnTo>
                    <a:pt x="6390" y="27451"/>
                  </a:lnTo>
                  <a:cubicBezTo>
                    <a:pt x="2556" y="27451"/>
                    <a:pt x="0" y="30005"/>
                    <a:pt x="0" y="33835"/>
                  </a:cubicBezTo>
                  <a:lnTo>
                    <a:pt x="0" y="172368"/>
                  </a:lnTo>
                  <a:cubicBezTo>
                    <a:pt x="0" y="176198"/>
                    <a:pt x="2556" y="178752"/>
                    <a:pt x="6390" y="178752"/>
                  </a:cubicBezTo>
                  <a:lnTo>
                    <a:pt x="200644" y="178752"/>
                  </a:lnTo>
                  <a:cubicBezTo>
                    <a:pt x="204478" y="178752"/>
                    <a:pt x="207034" y="176198"/>
                    <a:pt x="207034" y="172368"/>
                  </a:cubicBezTo>
                  <a:lnTo>
                    <a:pt x="207034" y="33835"/>
                  </a:lnTo>
                  <a:cubicBezTo>
                    <a:pt x="207673" y="30643"/>
                    <a:pt x="204478" y="27451"/>
                    <a:pt x="201283" y="27451"/>
                  </a:cubicBezTo>
                  <a:lnTo>
                    <a:pt x="201283" y="27451"/>
                  </a:lnTo>
                  <a:close/>
                  <a:moveTo>
                    <a:pt x="146330" y="40219"/>
                  </a:moveTo>
                  <a:lnTo>
                    <a:pt x="146330" y="165984"/>
                  </a:lnTo>
                  <a:lnTo>
                    <a:pt x="54954" y="165984"/>
                  </a:lnTo>
                  <a:lnTo>
                    <a:pt x="54954" y="40219"/>
                  </a:lnTo>
                  <a:lnTo>
                    <a:pt x="146330" y="40219"/>
                  </a:lnTo>
                  <a:close/>
                  <a:moveTo>
                    <a:pt x="82430" y="12768"/>
                  </a:moveTo>
                  <a:lnTo>
                    <a:pt x="125243" y="12768"/>
                  </a:lnTo>
                  <a:lnTo>
                    <a:pt x="125243" y="27451"/>
                  </a:lnTo>
                  <a:lnTo>
                    <a:pt x="82430" y="27451"/>
                  </a:lnTo>
                  <a:lnTo>
                    <a:pt x="82430" y="12768"/>
                  </a:lnTo>
                  <a:close/>
                  <a:moveTo>
                    <a:pt x="13419" y="40219"/>
                  </a:moveTo>
                  <a:lnTo>
                    <a:pt x="42174" y="40219"/>
                  </a:lnTo>
                  <a:lnTo>
                    <a:pt x="42174" y="165984"/>
                  </a:lnTo>
                  <a:lnTo>
                    <a:pt x="13419" y="165984"/>
                  </a:lnTo>
                  <a:lnTo>
                    <a:pt x="13419" y="40219"/>
                  </a:lnTo>
                  <a:close/>
                  <a:moveTo>
                    <a:pt x="194893" y="165984"/>
                  </a:moveTo>
                  <a:lnTo>
                    <a:pt x="159109" y="165984"/>
                  </a:lnTo>
                  <a:lnTo>
                    <a:pt x="159109" y="40219"/>
                  </a:lnTo>
                  <a:lnTo>
                    <a:pt x="194893" y="40219"/>
                  </a:lnTo>
                  <a:lnTo>
                    <a:pt x="194893" y="165984"/>
                  </a:lnTo>
                  <a:close/>
                </a:path>
              </a:pathLst>
            </a:custGeom>
            <a:solidFill>
              <a:srgbClr val="26890D"/>
            </a:solidFill>
            <a:ln w="6390" cap="flat">
              <a:noFill/>
              <a:prstDash val="solid"/>
              <a:miter/>
            </a:ln>
          </p:spPr>
          <p:txBody>
            <a:bodyPr rtlCol="0" anchor="ctr"/>
            <a:lstStyle/>
            <a:p>
              <a:endParaRPr lang="en-US"/>
            </a:p>
          </p:txBody>
        </p:sp>
      </p:grpSp>
      <p:grpSp>
        <p:nvGrpSpPr>
          <p:cNvPr id="96" name="Graphic 4">
            <a:extLst>
              <a:ext uri="{FF2B5EF4-FFF2-40B4-BE49-F238E27FC236}">
                <a16:creationId xmlns:a16="http://schemas.microsoft.com/office/drawing/2014/main" id="{A52F1790-B975-B743-A3CF-76A6F8C4B4B7}"/>
              </a:ext>
            </a:extLst>
          </p:cNvPr>
          <p:cNvGrpSpPr/>
          <p:nvPr/>
        </p:nvGrpSpPr>
        <p:grpSpPr>
          <a:xfrm>
            <a:off x="6758898" y="1893013"/>
            <a:ext cx="362313" cy="361971"/>
            <a:chOff x="5708130" y="1893013"/>
            <a:chExt cx="362313" cy="361971"/>
          </a:xfrm>
          <a:solidFill>
            <a:srgbClr val="43B02A"/>
          </a:solidFill>
        </p:grpSpPr>
        <p:sp>
          <p:nvSpPr>
            <p:cNvPr id="97" name="Graphic 4">
              <a:extLst>
                <a:ext uri="{FF2B5EF4-FFF2-40B4-BE49-F238E27FC236}">
                  <a16:creationId xmlns:a16="http://schemas.microsoft.com/office/drawing/2014/main" id="{565F0B40-1311-B44C-87AE-427CC0B28524}"/>
                </a:ext>
              </a:extLst>
            </p:cNvPr>
            <p:cNvSpPr/>
            <p:nvPr/>
          </p:nvSpPr>
          <p:spPr>
            <a:xfrm>
              <a:off x="5708130" y="189301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49530" y="273873"/>
                    <a:pt x="274767" y="349204"/>
                    <a:pt x="181474" y="349204"/>
                  </a:cubicBezTo>
                  <a:close/>
                </a:path>
              </a:pathLst>
            </a:custGeom>
            <a:solidFill>
              <a:srgbClr val="43B02A"/>
            </a:solidFill>
            <a:ln w="6390" cap="flat">
              <a:noFill/>
              <a:prstDash val="solid"/>
              <a:miter/>
            </a:ln>
          </p:spPr>
          <p:txBody>
            <a:bodyPr rtlCol="0" anchor="ctr"/>
            <a:lstStyle/>
            <a:p>
              <a:endParaRPr lang="en-US"/>
            </a:p>
          </p:txBody>
        </p:sp>
        <p:sp>
          <p:nvSpPr>
            <p:cNvPr id="98" name="Graphic 4">
              <a:extLst>
                <a:ext uri="{FF2B5EF4-FFF2-40B4-BE49-F238E27FC236}">
                  <a16:creationId xmlns:a16="http://schemas.microsoft.com/office/drawing/2014/main" id="{19E6E2BD-0ED0-BB42-AE76-36A7FF823985}"/>
                </a:ext>
              </a:extLst>
            </p:cNvPr>
            <p:cNvSpPr/>
            <p:nvPr/>
          </p:nvSpPr>
          <p:spPr>
            <a:xfrm>
              <a:off x="5781615" y="1988773"/>
              <a:ext cx="215340" cy="170452"/>
            </a:xfrm>
            <a:custGeom>
              <a:avLst/>
              <a:gdLst>
                <a:gd name="connsiteX0" fmla="*/ 215341 w 215340"/>
                <a:gd name="connsiteY0" fmla="*/ 99590 h 170452"/>
                <a:gd name="connsiteX1" fmla="*/ 185308 w 215340"/>
                <a:gd name="connsiteY1" fmla="*/ 58733 h 170452"/>
                <a:gd name="connsiteX2" fmla="*/ 184030 w 215340"/>
                <a:gd name="connsiteY2" fmla="*/ 55541 h 170452"/>
                <a:gd name="connsiteX3" fmla="*/ 194254 w 215340"/>
                <a:gd name="connsiteY3" fmla="*/ 55541 h 170452"/>
                <a:gd name="connsiteX4" fmla="*/ 200644 w 215340"/>
                <a:gd name="connsiteY4" fmla="*/ 49157 h 170452"/>
                <a:gd name="connsiteX5" fmla="*/ 194254 w 215340"/>
                <a:gd name="connsiteY5" fmla="*/ 42773 h 170452"/>
                <a:gd name="connsiteX6" fmla="*/ 179557 w 215340"/>
                <a:gd name="connsiteY6" fmla="*/ 42773 h 170452"/>
                <a:gd name="connsiteX7" fmla="*/ 171250 w 215340"/>
                <a:gd name="connsiteY7" fmla="*/ 18514 h 170452"/>
                <a:gd name="connsiteX8" fmla="*/ 170611 w 215340"/>
                <a:gd name="connsiteY8" fmla="*/ 17875 h 170452"/>
                <a:gd name="connsiteX9" fmla="*/ 143135 w 215340"/>
                <a:gd name="connsiteY9" fmla="*/ 0 h 170452"/>
                <a:gd name="connsiteX10" fmla="*/ 71567 w 215340"/>
                <a:gd name="connsiteY10" fmla="*/ 0 h 170452"/>
                <a:gd name="connsiteX11" fmla="*/ 44730 w 215340"/>
                <a:gd name="connsiteY11" fmla="*/ 17875 h 170452"/>
                <a:gd name="connsiteX12" fmla="*/ 44091 w 215340"/>
                <a:gd name="connsiteY12" fmla="*/ 18514 h 170452"/>
                <a:gd name="connsiteX13" fmla="*/ 35784 w 215340"/>
                <a:gd name="connsiteY13" fmla="*/ 42773 h 170452"/>
                <a:gd name="connsiteX14" fmla="*/ 21087 w 215340"/>
                <a:gd name="connsiteY14" fmla="*/ 42773 h 170452"/>
                <a:gd name="connsiteX15" fmla="*/ 14697 w 215340"/>
                <a:gd name="connsiteY15" fmla="*/ 49157 h 170452"/>
                <a:gd name="connsiteX16" fmla="*/ 21087 w 215340"/>
                <a:gd name="connsiteY16" fmla="*/ 55541 h 170452"/>
                <a:gd name="connsiteX17" fmla="*/ 31311 w 215340"/>
                <a:gd name="connsiteY17" fmla="*/ 55541 h 170452"/>
                <a:gd name="connsiteX18" fmla="*/ 30033 w 215340"/>
                <a:gd name="connsiteY18" fmla="*/ 58733 h 170452"/>
                <a:gd name="connsiteX19" fmla="*/ 0 w 215340"/>
                <a:gd name="connsiteY19" fmla="*/ 99590 h 170452"/>
                <a:gd name="connsiteX20" fmla="*/ 0 w 215340"/>
                <a:gd name="connsiteY20" fmla="*/ 120657 h 170452"/>
                <a:gd name="connsiteX21" fmla="*/ 3834 w 215340"/>
                <a:gd name="connsiteY21" fmla="*/ 129595 h 170452"/>
                <a:gd name="connsiteX22" fmla="*/ 7668 w 215340"/>
                <a:gd name="connsiteY22" fmla="*/ 132787 h 170452"/>
                <a:gd name="connsiteX23" fmla="*/ 7029 w 215340"/>
                <a:gd name="connsiteY23" fmla="*/ 135341 h 170452"/>
                <a:gd name="connsiteX24" fmla="*/ 7029 w 215340"/>
                <a:gd name="connsiteY24" fmla="*/ 164068 h 170452"/>
                <a:gd name="connsiteX25" fmla="*/ 13419 w 215340"/>
                <a:gd name="connsiteY25" fmla="*/ 170452 h 170452"/>
                <a:gd name="connsiteX26" fmla="*/ 49203 w 215340"/>
                <a:gd name="connsiteY26" fmla="*/ 170452 h 170452"/>
                <a:gd name="connsiteX27" fmla="*/ 55593 w 215340"/>
                <a:gd name="connsiteY27" fmla="*/ 164068 h 170452"/>
                <a:gd name="connsiteX28" fmla="*/ 55593 w 215340"/>
                <a:gd name="connsiteY28" fmla="*/ 146193 h 170452"/>
                <a:gd name="connsiteX29" fmla="*/ 109907 w 215340"/>
                <a:gd name="connsiteY29" fmla="*/ 148747 h 170452"/>
                <a:gd name="connsiteX30" fmla="*/ 157832 w 215340"/>
                <a:gd name="connsiteY30" fmla="*/ 146832 h 170452"/>
                <a:gd name="connsiteX31" fmla="*/ 157832 w 215340"/>
                <a:gd name="connsiteY31" fmla="*/ 164068 h 170452"/>
                <a:gd name="connsiteX32" fmla="*/ 164221 w 215340"/>
                <a:gd name="connsiteY32" fmla="*/ 170452 h 170452"/>
                <a:gd name="connsiteX33" fmla="*/ 200005 w 215340"/>
                <a:gd name="connsiteY33" fmla="*/ 170452 h 170452"/>
                <a:gd name="connsiteX34" fmla="*/ 206395 w 215340"/>
                <a:gd name="connsiteY34" fmla="*/ 164068 h 170452"/>
                <a:gd name="connsiteX35" fmla="*/ 206395 w 215340"/>
                <a:gd name="connsiteY35" fmla="*/ 135341 h 170452"/>
                <a:gd name="connsiteX36" fmla="*/ 206395 w 215340"/>
                <a:gd name="connsiteY36" fmla="*/ 134064 h 170452"/>
                <a:gd name="connsiteX37" fmla="*/ 211507 w 215340"/>
                <a:gd name="connsiteY37" fmla="*/ 128957 h 170452"/>
                <a:gd name="connsiteX38" fmla="*/ 214063 w 215340"/>
                <a:gd name="connsiteY38" fmla="*/ 120019 h 170452"/>
                <a:gd name="connsiteX39" fmla="*/ 215341 w 215340"/>
                <a:gd name="connsiteY39" fmla="*/ 99590 h 170452"/>
                <a:gd name="connsiteX40" fmla="*/ 56231 w 215340"/>
                <a:gd name="connsiteY40" fmla="*/ 22982 h 170452"/>
                <a:gd name="connsiteX41" fmla="*/ 72206 w 215340"/>
                <a:gd name="connsiteY41" fmla="*/ 12130 h 170452"/>
                <a:gd name="connsiteX42" fmla="*/ 143774 w 215340"/>
                <a:gd name="connsiteY42" fmla="*/ 12130 h 170452"/>
                <a:gd name="connsiteX43" fmla="*/ 159748 w 215340"/>
                <a:gd name="connsiteY43" fmla="*/ 22982 h 170452"/>
                <a:gd name="connsiteX44" fmla="*/ 171250 w 215340"/>
                <a:gd name="connsiteY44" fmla="*/ 56817 h 170452"/>
                <a:gd name="connsiteX45" fmla="*/ 45369 w 215340"/>
                <a:gd name="connsiteY45" fmla="*/ 56817 h 170452"/>
                <a:gd name="connsiteX46" fmla="*/ 56231 w 215340"/>
                <a:gd name="connsiteY46" fmla="*/ 22982 h 170452"/>
                <a:gd name="connsiteX47" fmla="*/ 44091 w 215340"/>
                <a:gd name="connsiteY47" fmla="*/ 157684 h 170452"/>
                <a:gd name="connsiteX48" fmla="*/ 21087 w 215340"/>
                <a:gd name="connsiteY48" fmla="*/ 157684 h 170452"/>
                <a:gd name="connsiteX49" fmla="*/ 21087 w 215340"/>
                <a:gd name="connsiteY49" fmla="*/ 139171 h 170452"/>
                <a:gd name="connsiteX50" fmla="*/ 44091 w 215340"/>
                <a:gd name="connsiteY50" fmla="*/ 144916 h 170452"/>
                <a:gd name="connsiteX51" fmla="*/ 44091 w 215340"/>
                <a:gd name="connsiteY51" fmla="*/ 157684 h 170452"/>
                <a:gd name="connsiteX52" fmla="*/ 14058 w 215340"/>
                <a:gd name="connsiteY52" fmla="*/ 120657 h 170452"/>
                <a:gd name="connsiteX53" fmla="*/ 14058 w 215340"/>
                <a:gd name="connsiteY53" fmla="*/ 99590 h 170452"/>
                <a:gd name="connsiteX54" fmla="*/ 42174 w 215340"/>
                <a:gd name="connsiteY54" fmla="*/ 70224 h 170452"/>
                <a:gd name="connsiteX55" fmla="*/ 173806 w 215340"/>
                <a:gd name="connsiteY55" fmla="*/ 70224 h 170452"/>
                <a:gd name="connsiteX56" fmla="*/ 201922 w 215340"/>
                <a:gd name="connsiteY56" fmla="*/ 99590 h 170452"/>
                <a:gd name="connsiteX57" fmla="*/ 201922 w 215340"/>
                <a:gd name="connsiteY57" fmla="*/ 121296 h 170452"/>
                <a:gd name="connsiteX58" fmla="*/ 201922 w 215340"/>
                <a:gd name="connsiteY58" fmla="*/ 121934 h 170452"/>
                <a:gd name="connsiteX59" fmla="*/ 111185 w 215340"/>
                <a:gd name="connsiteY59" fmla="*/ 135979 h 170452"/>
                <a:gd name="connsiteX60" fmla="*/ 14058 w 215340"/>
                <a:gd name="connsiteY60" fmla="*/ 120657 h 170452"/>
                <a:gd name="connsiteX61" fmla="*/ 195532 w 215340"/>
                <a:gd name="connsiteY61" fmla="*/ 157684 h 170452"/>
                <a:gd name="connsiteX62" fmla="*/ 171889 w 215340"/>
                <a:gd name="connsiteY62" fmla="*/ 157684 h 170452"/>
                <a:gd name="connsiteX63" fmla="*/ 171889 w 215340"/>
                <a:gd name="connsiteY63" fmla="*/ 145555 h 170452"/>
                <a:gd name="connsiteX64" fmla="*/ 194893 w 215340"/>
                <a:gd name="connsiteY64" fmla="*/ 140448 h 170452"/>
                <a:gd name="connsiteX65" fmla="*/ 195532 w 215340"/>
                <a:gd name="connsiteY65" fmla="*/ 157684 h 17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15340" h="170452">
                  <a:moveTo>
                    <a:pt x="215341" y="99590"/>
                  </a:moveTo>
                  <a:cubicBezTo>
                    <a:pt x="215341" y="81077"/>
                    <a:pt x="203200" y="64478"/>
                    <a:pt x="185308" y="58733"/>
                  </a:cubicBezTo>
                  <a:lnTo>
                    <a:pt x="184030" y="55541"/>
                  </a:lnTo>
                  <a:lnTo>
                    <a:pt x="194254" y="55541"/>
                  </a:lnTo>
                  <a:cubicBezTo>
                    <a:pt x="198088" y="55541"/>
                    <a:pt x="200644" y="52987"/>
                    <a:pt x="200644" y="49157"/>
                  </a:cubicBezTo>
                  <a:cubicBezTo>
                    <a:pt x="200644" y="45326"/>
                    <a:pt x="198088" y="42773"/>
                    <a:pt x="194254" y="42773"/>
                  </a:cubicBezTo>
                  <a:lnTo>
                    <a:pt x="179557" y="42773"/>
                  </a:lnTo>
                  <a:lnTo>
                    <a:pt x="171250" y="18514"/>
                  </a:lnTo>
                  <a:cubicBezTo>
                    <a:pt x="171250" y="17875"/>
                    <a:pt x="171250" y="17875"/>
                    <a:pt x="170611" y="17875"/>
                  </a:cubicBezTo>
                  <a:cubicBezTo>
                    <a:pt x="169973" y="17237"/>
                    <a:pt x="161027" y="0"/>
                    <a:pt x="143135" y="0"/>
                  </a:cubicBezTo>
                  <a:lnTo>
                    <a:pt x="71567" y="0"/>
                  </a:lnTo>
                  <a:cubicBezTo>
                    <a:pt x="54314" y="0"/>
                    <a:pt x="44730" y="17237"/>
                    <a:pt x="44730" y="17875"/>
                  </a:cubicBezTo>
                  <a:cubicBezTo>
                    <a:pt x="44730" y="17875"/>
                    <a:pt x="44091" y="18514"/>
                    <a:pt x="44091" y="18514"/>
                  </a:cubicBezTo>
                  <a:lnTo>
                    <a:pt x="35784" y="42773"/>
                  </a:lnTo>
                  <a:lnTo>
                    <a:pt x="21087" y="42773"/>
                  </a:lnTo>
                  <a:cubicBezTo>
                    <a:pt x="17253" y="42773"/>
                    <a:pt x="14697" y="45326"/>
                    <a:pt x="14697" y="49157"/>
                  </a:cubicBezTo>
                  <a:cubicBezTo>
                    <a:pt x="14697" y="52987"/>
                    <a:pt x="17253" y="55541"/>
                    <a:pt x="21087" y="55541"/>
                  </a:cubicBezTo>
                  <a:lnTo>
                    <a:pt x="31311" y="55541"/>
                  </a:lnTo>
                  <a:lnTo>
                    <a:pt x="30033" y="58733"/>
                  </a:lnTo>
                  <a:cubicBezTo>
                    <a:pt x="12141" y="63840"/>
                    <a:pt x="0" y="80438"/>
                    <a:pt x="0" y="99590"/>
                  </a:cubicBezTo>
                  <a:lnTo>
                    <a:pt x="0" y="120657"/>
                  </a:lnTo>
                  <a:cubicBezTo>
                    <a:pt x="0" y="123849"/>
                    <a:pt x="1278" y="127680"/>
                    <a:pt x="3834" y="129595"/>
                  </a:cubicBezTo>
                  <a:cubicBezTo>
                    <a:pt x="5112" y="130872"/>
                    <a:pt x="6390" y="131510"/>
                    <a:pt x="7668" y="132787"/>
                  </a:cubicBezTo>
                  <a:cubicBezTo>
                    <a:pt x="7029" y="133425"/>
                    <a:pt x="7029" y="134702"/>
                    <a:pt x="7029" y="135341"/>
                  </a:cubicBezTo>
                  <a:lnTo>
                    <a:pt x="7029" y="164068"/>
                  </a:lnTo>
                  <a:cubicBezTo>
                    <a:pt x="7029" y="167899"/>
                    <a:pt x="9585" y="170452"/>
                    <a:pt x="13419" y="170452"/>
                  </a:cubicBezTo>
                  <a:lnTo>
                    <a:pt x="49203" y="170452"/>
                  </a:lnTo>
                  <a:cubicBezTo>
                    <a:pt x="53036" y="170452"/>
                    <a:pt x="55593" y="167899"/>
                    <a:pt x="55593" y="164068"/>
                  </a:cubicBezTo>
                  <a:lnTo>
                    <a:pt x="55593" y="146193"/>
                  </a:lnTo>
                  <a:cubicBezTo>
                    <a:pt x="73484" y="148108"/>
                    <a:pt x="92015" y="148747"/>
                    <a:pt x="109907" y="148747"/>
                  </a:cubicBezTo>
                  <a:cubicBezTo>
                    <a:pt x="128438" y="148747"/>
                    <a:pt x="143774" y="148108"/>
                    <a:pt x="157832" y="146832"/>
                  </a:cubicBezTo>
                  <a:lnTo>
                    <a:pt x="157832" y="164068"/>
                  </a:lnTo>
                  <a:cubicBezTo>
                    <a:pt x="157832" y="167899"/>
                    <a:pt x="160388" y="170452"/>
                    <a:pt x="164221" y="170452"/>
                  </a:cubicBezTo>
                  <a:lnTo>
                    <a:pt x="200005" y="170452"/>
                  </a:lnTo>
                  <a:cubicBezTo>
                    <a:pt x="203839" y="170452"/>
                    <a:pt x="206395" y="167899"/>
                    <a:pt x="206395" y="164068"/>
                  </a:cubicBezTo>
                  <a:lnTo>
                    <a:pt x="206395" y="135341"/>
                  </a:lnTo>
                  <a:cubicBezTo>
                    <a:pt x="206395" y="134702"/>
                    <a:pt x="206395" y="134702"/>
                    <a:pt x="206395" y="134064"/>
                  </a:cubicBezTo>
                  <a:cubicBezTo>
                    <a:pt x="208312" y="132787"/>
                    <a:pt x="210229" y="130872"/>
                    <a:pt x="211507" y="128957"/>
                  </a:cubicBezTo>
                  <a:cubicBezTo>
                    <a:pt x="213424" y="126403"/>
                    <a:pt x="214063" y="123211"/>
                    <a:pt x="214063" y="120019"/>
                  </a:cubicBezTo>
                  <a:lnTo>
                    <a:pt x="215341" y="99590"/>
                  </a:lnTo>
                  <a:close/>
                  <a:moveTo>
                    <a:pt x="56231" y="22982"/>
                  </a:moveTo>
                  <a:cubicBezTo>
                    <a:pt x="59426" y="17237"/>
                    <a:pt x="65177" y="13406"/>
                    <a:pt x="72206" y="12130"/>
                  </a:cubicBezTo>
                  <a:lnTo>
                    <a:pt x="143774" y="12130"/>
                  </a:lnTo>
                  <a:cubicBezTo>
                    <a:pt x="150164" y="12768"/>
                    <a:pt x="156553" y="16598"/>
                    <a:pt x="159748" y="22982"/>
                  </a:cubicBezTo>
                  <a:lnTo>
                    <a:pt x="171250" y="56817"/>
                  </a:lnTo>
                  <a:lnTo>
                    <a:pt x="45369" y="56817"/>
                  </a:lnTo>
                  <a:lnTo>
                    <a:pt x="56231" y="22982"/>
                  </a:lnTo>
                  <a:close/>
                  <a:moveTo>
                    <a:pt x="44091" y="157684"/>
                  </a:moveTo>
                  <a:lnTo>
                    <a:pt x="21087" y="157684"/>
                  </a:lnTo>
                  <a:lnTo>
                    <a:pt x="21087" y="139171"/>
                  </a:lnTo>
                  <a:cubicBezTo>
                    <a:pt x="28755" y="141724"/>
                    <a:pt x="36423" y="143640"/>
                    <a:pt x="44091" y="144916"/>
                  </a:cubicBezTo>
                  <a:lnTo>
                    <a:pt x="44091" y="157684"/>
                  </a:lnTo>
                  <a:close/>
                  <a:moveTo>
                    <a:pt x="14058" y="120657"/>
                  </a:moveTo>
                  <a:lnTo>
                    <a:pt x="14058" y="99590"/>
                  </a:lnTo>
                  <a:cubicBezTo>
                    <a:pt x="13419" y="83630"/>
                    <a:pt x="26199" y="70224"/>
                    <a:pt x="42174" y="70224"/>
                  </a:cubicBezTo>
                  <a:lnTo>
                    <a:pt x="173806" y="70224"/>
                  </a:lnTo>
                  <a:cubicBezTo>
                    <a:pt x="189781" y="70862"/>
                    <a:pt x="202561" y="83630"/>
                    <a:pt x="201922" y="99590"/>
                  </a:cubicBezTo>
                  <a:lnTo>
                    <a:pt x="201922" y="121296"/>
                  </a:lnTo>
                  <a:cubicBezTo>
                    <a:pt x="201922" y="121296"/>
                    <a:pt x="201922" y="121934"/>
                    <a:pt x="201922" y="121934"/>
                  </a:cubicBezTo>
                  <a:cubicBezTo>
                    <a:pt x="200644" y="123849"/>
                    <a:pt x="191059" y="135979"/>
                    <a:pt x="111185" y="135979"/>
                  </a:cubicBezTo>
                  <a:cubicBezTo>
                    <a:pt x="26838" y="135979"/>
                    <a:pt x="15336" y="122573"/>
                    <a:pt x="14058" y="120657"/>
                  </a:cubicBezTo>
                  <a:close/>
                  <a:moveTo>
                    <a:pt x="195532" y="157684"/>
                  </a:moveTo>
                  <a:lnTo>
                    <a:pt x="171889" y="157684"/>
                  </a:lnTo>
                  <a:lnTo>
                    <a:pt x="171889" y="145555"/>
                  </a:lnTo>
                  <a:cubicBezTo>
                    <a:pt x="179557" y="144278"/>
                    <a:pt x="187225" y="143001"/>
                    <a:pt x="194893" y="140448"/>
                  </a:cubicBezTo>
                  <a:lnTo>
                    <a:pt x="195532" y="157684"/>
                  </a:lnTo>
                  <a:close/>
                </a:path>
              </a:pathLst>
            </a:custGeom>
            <a:solidFill>
              <a:srgbClr val="43B02A"/>
            </a:solidFill>
            <a:ln w="6390" cap="flat">
              <a:noFill/>
              <a:prstDash val="solid"/>
              <a:miter/>
            </a:ln>
          </p:spPr>
          <p:txBody>
            <a:bodyPr rtlCol="0" anchor="ctr"/>
            <a:lstStyle/>
            <a:p>
              <a:endParaRPr lang="en-US"/>
            </a:p>
          </p:txBody>
        </p:sp>
        <p:sp>
          <p:nvSpPr>
            <p:cNvPr id="99" name="Graphic 4">
              <a:extLst>
                <a:ext uri="{FF2B5EF4-FFF2-40B4-BE49-F238E27FC236}">
                  <a16:creationId xmlns:a16="http://schemas.microsoft.com/office/drawing/2014/main" id="{46A1D7FA-BD72-A043-A6C4-22D58FB7EF0B}"/>
                </a:ext>
              </a:extLst>
            </p:cNvPr>
            <p:cNvSpPr/>
            <p:nvPr/>
          </p:nvSpPr>
          <p:spPr>
            <a:xfrm>
              <a:off x="5861489" y="2081979"/>
              <a:ext cx="56231" cy="12767"/>
            </a:xfrm>
            <a:custGeom>
              <a:avLst/>
              <a:gdLst>
                <a:gd name="connsiteX0" fmla="*/ 49841 w 56231"/>
                <a:gd name="connsiteY0" fmla="*/ 0 h 12767"/>
                <a:gd name="connsiteX1" fmla="*/ 6390 w 56231"/>
                <a:gd name="connsiteY1" fmla="*/ 0 h 12767"/>
                <a:gd name="connsiteX2" fmla="*/ 0 w 56231"/>
                <a:gd name="connsiteY2" fmla="*/ 6384 h 12767"/>
                <a:gd name="connsiteX3" fmla="*/ 6390 w 56231"/>
                <a:gd name="connsiteY3" fmla="*/ 12768 h 12767"/>
                <a:gd name="connsiteX4" fmla="*/ 49841 w 56231"/>
                <a:gd name="connsiteY4" fmla="*/ 12768 h 12767"/>
                <a:gd name="connsiteX5" fmla="*/ 56231 w 56231"/>
                <a:gd name="connsiteY5" fmla="*/ 6384 h 12767"/>
                <a:gd name="connsiteX6" fmla="*/ 49841 w 56231"/>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231" h="12767">
                  <a:moveTo>
                    <a:pt x="49841" y="0"/>
                  </a:moveTo>
                  <a:lnTo>
                    <a:pt x="6390" y="0"/>
                  </a:lnTo>
                  <a:cubicBezTo>
                    <a:pt x="2556" y="0"/>
                    <a:pt x="0" y="2554"/>
                    <a:pt x="0" y="6384"/>
                  </a:cubicBezTo>
                  <a:cubicBezTo>
                    <a:pt x="0" y="10214"/>
                    <a:pt x="2556" y="12768"/>
                    <a:pt x="6390" y="12768"/>
                  </a:cubicBezTo>
                  <a:lnTo>
                    <a:pt x="49841" y="12768"/>
                  </a:lnTo>
                  <a:cubicBezTo>
                    <a:pt x="53676" y="12768"/>
                    <a:pt x="56231" y="10214"/>
                    <a:pt x="56231" y="6384"/>
                  </a:cubicBezTo>
                  <a:cubicBezTo>
                    <a:pt x="56231" y="2554"/>
                    <a:pt x="53036" y="0"/>
                    <a:pt x="49841" y="0"/>
                  </a:cubicBezTo>
                  <a:close/>
                </a:path>
              </a:pathLst>
            </a:custGeom>
            <a:solidFill>
              <a:srgbClr val="43B02A"/>
            </a:solidFill>
            <a:ln w="6390" cap="flat">
              <a:noFill/>
              <a:prstDash val="solid"/>
              <a:miter/>
            </a:ln>
          </p:spPr>
          <p:txBody>
            <a:bodyPr rtlCol="0" anchor="ctr"/>
            <a:lstStyle/>
            <a:p>
              <a:endParaRPr lang="en-US"/>
            </a:p>
          </p:txBody>
        </p:sp>
        <p:sp>
          <p:nvSpPr>
            <p:cNvPr id="100" name="Graphic 4">
              <a:extLst>
                <a:ext uri="{FF2B5EF4-FFF2-40B4-BE49-F238E27FC236}">
                  <a16:creationId xmlns:a16="http://schemas.microsoft.com/office/drawing/2014/main" id="{965A7FD7-B016-4545-A429-23AE84F81F7C}"/>
                </a:ext>
              </a:extLst>
            </p:cNvPr>
            <p:cNvSpPr/>
            <p:nvPr/>
          </p:nvSpPr>
          <p:spPr>
            <a:xfrm>
              <a:off x="5811647" y="2074956"/>
              <a:ext cx="26837" cy="26812"/>
            </a:xfrm>
            <a:custGeom>
              <a:avLst/>
              <a:gdLst>
                <a:gd name="connsiteX0" fmla="*/ 13419 w 26837"/>
                <a:gd name="connsiteY0" fmla="*/ 0 h 26812"/>
                <a:gd name="connsiteX1" fmla="*/ 0 w 26837"/>
                <a:gd name="connsiteY1" fmla="*/ 13406 h 26812"/>
                <a:gd name="connsiteX2" fmla="*/ 13419 w 26837"/>
                <a:gd name="connsiteY2" fmla="*/ 26813 h 26812"/>
                <a:gd name="connsiteX3" fmla="*/ 26838 w 26837"/>
                <a:gd name="connsiteY3" fmla="*/ 13406 h 26812"/>
                <a:gd name="connsiteX4" fmla="*/ 26838 w 26837"/>
                <a:gd name="connsiteY4" fmla="*/ 13406 h 26812"/>
                <a:gd name="connsiteX5" fmla="*/ 13419 w 26837"/>
                <a:gd name="connsiteY5" fmla="*/ 0 h 26812"/>
                <a:gd name="connsiteX6" fmla="*/ 13419 w 26837"/>
                <a:gd name="connsiteY6" fmla="*/ 0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837" h="26812">
                  <a:moveTo>
                    <a:pt x="13419" y="0"/>
                  </a:moveTo>
                  <a:cubicBezTo>
                    <a:pt x="5751" y="0"/>
                    <a:pt x="0" y="5746"/>
                    <a:pt x="0" y="13406"/>
                  </a:cubicBezTo>
                  <a:cubicBezTo>
                    <a:pt x="0" y="21067"/>
                    <a:pt x="5751" y="26813"/>
                    <a:pt x="13419" y="26813"/>
                  </a:cubicBezTo>
                  <a:cubicBezTo>
                    <a:pt x="21087" y="26813"/>
                    <a:pt x="26838" y="21067"/>
                    <a:pt x="26838" y="13406"/>
                  </a:cubicBezTo>
                  <a:cubicBezTo>
                    <a:pt x="26838" y="13406"/>
                    <a:pt x="26838" y="13406"/>
                    <a:pt x="26838" y="13406"/>
                  </a:cubicBezTo>
                  <a:cubicBezTo>
                    <a:pt x="26838" y="5746"/>
                    <a:pt x="20448" y="0"/>
                    <a:pt x="13419" y="0"/>
                  </a:cubicBezTo>
                  <a:cubicBezTo>
                    <a:pt x="13419" y="0"/>
                    <a:pt x="13419" y="0"/>
                    <a:pt x="13419" y="0"/>
                  </a:cubicBezTo>
                  <a:close/>
                </a:path>
              </a:pathLst>
            </a:custGeom>
            <a:solidFill>
              <a:srgbClr val="43B02A"/>
            </a:solidFill>
            <a:ln w="6390" cap="flat">
              <a:noFill/>
              <a:prstDash val="solid"/>
              <a:miter/>
            </a:ln>
          </p:spPr>
          <p:txBody>
            <a:bodyPr rtlCol="0" anchor="ctr"/>
            <a:lstStyle/>
            <a:p>
              <a:endParaRPr lang="en-US"/>
            </a:p>
          </p:txBody>
        </p:sp>
        <p:sp>
          <p:nvSpPr>
            <p:cNvPr id="101" name="Graphic 4">
              <a:extLst>
                <a:ext uri="{FF2B5EF4-FFF2-40B4-BE49-F238E27FC236}">
                  <a16:creationId xmlns:a16="http://schemas.microsoft.com/office/drawing/2014/main" id="{11B433AF-3A56-7844-B831-F73B4FE53D1E}"/>
                </a:ext>
              </a:extLst>
            </p:cNvPr>
            <p:cNvSpPr/>
            <p:nvPr/>
          </p:nvSpPr>
          <p:spPr>
            <a:xfrm>
              <a:off x="5940724" y="2074956"/>
              <a:ext cx="26837" cy="26812"/>
            </a:xfrm>
            <a:custGeom>
              <a:avLst/>
              <a:gdLst>
                <a:gd name="connsiteX0" fmla="*/ 13419 w 26837"/>
                <a:gd name="connsiteY0" fmla="*/ 0 h 26812"/>
                <a:gd name="connsiteX1" fmla="*/ 0 w 26837"/>
                <a:gd name="connsiteY1" fmla="*/ 13406 h 26812"/>
                <a:gd name="connsiteX2" fmla="*/ 13419 w 26837"/>
                <a:gd name="connsiteY2" fmla="*/ 26813 h 26812"/>
                <a:gd name="connsiteX3" fmla="*/ 26838 w 26837"/>
                <a:gd name="connsiteY3" fmla="*/ 13406 h 26812"/>
                <a:gd name="connsiteX4" fmla="*/ 26838 w 26837"/>
                <a:gd name="connsiteY4" fmla="*/ 13406 h 26812"/>
                <a:gd name="connsiteX5" fmla="*/ 13419 w 26837"/>
                <a:gd name="connsiteY5" fmla="*/ 0 h 26812"/>
                <a:gd name="connsiteX6" fmla="*/ 13419 w 26837"/>
                <a:gd name="connsiteY6" fmla="*/ 0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837" h="26812">
                  <a:moveTo>
                    <a:pt x="13419" y="0"/>
                  </a:moveTo>
                  <a:cubicBezTo>
                    <a:pt x="5751" y="0"/>
                    <a:pt x="0" y="5746"/>
                    <a:pt x="0" y="13406"/>
                  </a:cubicBezTo>
                  <a:cubicBezTo>
                    <a:pt x="0" y="21067"/>
                    <a:pt x="5751" y="26813"/>
                    <a:pt x="13419" y="26813"/>
                  </a:cubicBezTo>
                  <a:cubicBezTo>
                    <a:pt x="21087" y="26813"/>
                    <a:pt x="26838" y="21067"/>
                    <a:pt x="26838" y="13406"/>
                  </a:cubicBezTo>
                  <a:cubicBezTo>
                    <a:pt x="26838" y="13406"/>
                    <a:pt x="26838" y="13406"/>
                    <a:pt x="26838" y="13406"/>
                  </a:cubicBezTo>
                  <a:cubicBezTo>
                    <a:pt x="26838" y="5746"/>
                    <a:pt x="21087" y="0"/>
                    <a:pt x="13419" y="0"/>
                  </a:cubicBezTo>
                  <a:cubicBezTo>
                    <a:pt x="13419" y="0"/>
                    <a:pt x="13419" y="0"/>
                    <a:pt x="13419" y="0"/>
                  </a:cubicBezTo>
                  <a:close/>
                </a:path>
              </a:pathLst>
            </a:custGeom>
            <a:solidFill>
              <a:srgbClr val="43B02A"/>
            </a:solidFill>
            <a:ln w="6390" cap="flat">
              <a:noFill/>
              <a:prstDash val="solid"/>
              <a:miter/>
            </a:ln>
          </p:spPr>
          <p:txBody>
            <a:bodyPr rtlCol="0" anchor="ctr"/>
            <a:lstStyle/>
            <a:p>
              <a:endParaRPr lang="en-US"/>
            </a:p>
          </p:txBody>
        </p:sp>
      </p:grpSp>
      <p:grpSp>
        <p:nvGrpSpPr>
          <p:cNvPr id="102" name="Graphic 4">
            <a:extLst>
              <a:ext uri="{FF2B5EF4-FFF2-40B4-BE49-F238E27FC236}">
                <a16:creationId xmlns:a16="http://schemas.microsoft.com/office/drawing/2014/main" id="{827F598B-8FE6-0C44-B221-6C3B09745A43}"/>
              </a:ext>
            </a:extLst>
          </p:cNvPr>
          <p:cNvGrpSpPr/>
          <p:nvPr/>
        </p:nvGrpSpPr>
        <p:grpSpPr>
          <a:xfrm>
            <a:off x="1515054" y="3339623"/>
            <a:ext cx="362309" cy="361971"/>
            <a:chOff x="1515054" y="3339623"/>
            <a:chExt cx="362309" cy="361971"/>
          </a:xfrm>
          <a:solidFill>
            <a:srgbClr val="26890D"/>
          </a:solidFill>
        </p:grpSpPr>
        <p:sp>
          <p:nvSpPr>
            <p:cNvPr id="103" name="Graphic 4">
              <a:extLst>
                <a:ext uri="{FF2B5EF4-FFF2-40B4-BE49-F238E27FC236}">
                  <a16:creationId xmlns:a16="http://schemas.microsoft.com/office/drawing/2014/main" id="{36EBE574-C856-A247-94E0-BC8B7184D27C}"/>
                </a:ext>
              </a:extLst>
            </p:cNvPr>
            <p:cNvSpPr/>
            <p:nvPr/>
          </p:nvSpPr>
          <p:spPr>
            <a:xfrm>
              <a:off x="1515054" y="3339623"/>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1305 h 361971"/>
                <a:gd name="connsiteX10" fmla="*/ 349529 w 362309"/>
                <a:gd name="connsiteY10" fmla="*/ 181305 h 361971"/>
                <a:gd name="connsiteX11" fmla="*/ 180835 w 362309"/>
                <a:gd name="connsiteY11" fmla="*/ 349204 h 361971"/>
                <a:gd name="connsiteX12" fmla="*/ 180835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0518" y="0"/>
                    <a:pt x="180835" y="0"/>
                  </a:cubicBezTo>
                  <a:close/>
                  <a:moveTo>
                    <a:pt x="180835" y="349204"/>
                  </a:moveTo>
                  <a:cubicBezTo>
                    <a:pt x="87542" y="349204"/>
                    <a:pt x="12780" y="273873"/>
                    <a:pt x="12780" y="180667"/>
                  </a:cubicBezTo>
                  <a:cubicBezTo>
                    <a:pt x="12780" y="87461"/>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26890D"/>
            </a:solidFill>
            <a:ln w="6390" cap="flat">
              <a:noFill/>
              <a:prstDash val="solid"/>
              <a:miter/>
            </a:ln>
          </p:spPr>
          <p:txBody>
            <a:bodyPr rtlCol="0" anchor="ctr"/>
            <a:lstStyle/>
            <a:p>
              <a:endParaRPr lang="en-US"/>
            </a:p>
          </p:txBody>
        </p:sp>
        <p:sp>
          <p:nvSpPr>
            <p:cNvPr id="104" name="Graphic 4">
              <a:extLst>
                <a:ext uri="{FF2B5EF4-FFF2-40B4-BE49-F238E27FC236}">
                  <a16:creationId xmlns:a16="http://schemas.microsoft.com/office/drawing/2014/main" id="{3E588737-9FD6-6145-B0F5-10FECFC0CE37}"/>
                </a:ext>
              </a:extLst>
            </p:cNvPr>
            <p:cNvSpPr/>
            <p:nvPr/>
          </p:nvSpPr>
          <p:spPr>
            <a:xfrm>
              <a:off x="1577036" y="3402186"/>
              <a:ext cx="237705" cy="237484"/>
            </a:xfrm>
            <a:custGeom>
              <a:avLst/>
              <a:gdLst>
                <a:gd name="connsiteX0" fmla="*/ 118853 w 237705"/>
                <a:gd name="connsiteY0" fmla="*/ 0 h 237484"/>
                <a:gd name="connsiteX1" fmla="*/ 0 w 237705"/>
                <a:gd name="connsiteY1" fmla="*/ 118742 h 237484"/>
                <a:gd name="connsiteX2" fmla="*/ 118853 w 237705"/>
                <a:gd name="connsiteY2" fmla="*/ 237484 h 237484"/>
                <a:gd name="connsiteX3" fmla="*/ 237706 w 237705"/>
                <a:gd name="connsiteY3" fmla="*/ 118742 h 237484"/>
                <a:gd name="connsiteX4" fmla="*/ 118853 w 237705"/>
                <a:gd name="connsiteY4" fmla="*/ 0 h 237484"/>
                <a:gd name="connsiteX5" fmla="*/ 125243 w 237705"/>
                <a:gd name="connsiteY5" fmla="*/ 224078 h 237484"/>
                <a:gd name="connsiteX6" fmla="*/ 125243 w 237705"/>
                <a:gd name="connsiteY6" fmla="*/ 215140 h 237484"/>
                <a:gd name="connsiteX7" fmla="*/ 118853 w 237705"/>
                <a:gd name="connsiteY7" fmla="*/ 208756 h 237484"/>
                <a:gd name="connsiteX8" fmla="*/ 112463 w 237705"/>
                <a:gd name="connsiteY8" fmla="*/ 215140 h 237484"/>
                <a:gd name="connsiteX9" fmla="*/ 112463 w 237705"/>
                <a:gd name="connsiteY9" fmla="*/ 224716 h 237484"/>
                <a:gd name="connsiteX10" fmla="*/ 13419 w 237705"/>
                <a:gd name="connsiteY10" fmla="*/ 125765 h 237484"/>
                <a:gd name="connsiteX11" fmla="*/ 23004 w 237705"/>
                <a:gd name="connsiteY11" fmla="*/ 125765 h 237484"/>
                <a:gd name="connsiteX12" fmla="*/ 29394 w 237705"/>
                <a:gd name="connsiteY12" fmla="*/ 119381 h 237484"/>
                <a:gd name="connsiteX13" fmla="*/ 23004 w 237705"/>
                <a:gd name="connsiteY13" fmla="*/ 112997 h 237484"/>
                <a:gd name="connsiteX14" fmla="*/ 13419 w 237705"/>
                <a:gd name="connsiteY14" fmla="*/ 112997 h 237484"/>
                <a:gd name="connsiteX15" fmla="*/ 112463 w 237705"/>
                <a:gd name="connsiteY15" fmla="*/ 14045 h 237484"/>
                <a:gd name="connsiteX16" fmla="*/ 112463 w 237705"/>
                <a:gd name="connsiteY16" fmla="*/ 23621 h 237484"/>
                <a:gd name="connsiteX17" fmla="*/ 118853 w 237705"/>
                <a:gd name="connsiteY17" fmla="*/ 30005 h 237484"/>
                <a:gd name="connsiteX18" fmla="*/ 125243 w 237705"/>
                <a:gd name="connsiteY18" fmla="*/ 23621 h 237484"/>
                <a:gd name="connsiteX19" fmla="*/ 125243 w 237705"/>
                <a:gd name="connsiteY19" fmla="*/ 14045 h 237484"/>
                <a:gd name="connsiteX20" fmla="*/ 224287 w 237705"/>
                <a:gd name="connsiteY20" fmla="*/ 112997 h 237484"/>
                <a:gd name="connsiteX21" fmla="*/ 214702 w 237705"/>
                <a:gd name="connsiteY21" fmla="*/ 112997 h 237484"/>
                <a:gd name="connsiteX22" fmla="*/ 208312 w 237705"/>
                <a:gd name="connsiteY22" fmla="*/ 119381 h 237484"/>
                <a:gd name="connsiteX23" fmla="*/ 214702 w 237705"/>
                <a:gd name="connsiteY23" fmla="*/ 125765 h 237484"/>
                <a:gd name="connsiteX24" fmla="*/ 224287 w 237705"/>
                <a:gd name="connsiteY24" fmla="*/ 125765 h 237484"/>
                <a:gd name="connsiteX25" fmla="*/ 125243 w 237705"/>
                <a:gd name="connsiteY25" fmla="*/ 224078 h 237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7705" h="237484">
                  <a:moveTo>
                    <a:pt x="118853" y="0"/>
                  </a:moveTo>
                  <a:cubicBezTo>
                    <a:pt x="53036" y="0"/>
                    <a:pt x="0" y="52987"/>
                    <a:pt x="0" y="118742"/>
                  </a:cubicBezTo>
                  <a:cubicBezTo>
                    <a:pt x="0" y="184497"/>
                    <a:pt x="53036" y="237484"/>
                    <a:pt x="118853" y="237484"/>
                  </a:cubicBezTo>
                  <a:cubicBezTo>
                    <a:pt x="184669" y="237484"/>
                    <a:pt x="237706" y="184497"/>
                    <a:pt x="237706" y="118742"/>
                  </a:cubicBezTo>
                  <a:cubicBezTo>
                    <a:pt x="237706" y="52987"/>
                    <a:pt x="184669" y="0"/>
                    <a:pt x="118853" y="0"/>
                  </a:cubicBezTo>
                  <a:close/>
                  <a:moveTo>
                    <a:pt x="125243" y="224078"/>
                  </a:moveTo>
                  <a:lnTo>
                    <a:pt x="125243" y="215140"/>
                  </a:lnTo>
                  <a:cubicBezTo>
                    <a:pt x="125243" y="211310"/>
                    <a:pt x="122687" y="208756"/>
                    <a:pt x="118853" y="208756"/>
                  </a:cubicBezTo>
                  <a:cubicBezTo>
                    <a:pt x="115019" y="208756"/>
                    <a:pt x="112463" y="211310"/>
                    <a:pt x="112463" y="215140"/>
                  </a:cubicBezTo>
                  <a:lnTo>
                    <a:pt x="112463" y="224716"/>
                  </a:lnTo>
                  <a:cubicBezTo>
                    <a:pt x="58787" y="221524"/>
                    <a:pt x="16614" y="178752"/>
                    <a:pt x="13419" y="125765"/>
                  </a:cubicBezTo>
                  <a:lnTo>
                    <a:pt x="23004" y="125765"/>
                  </a:lnTo>
                  <a:cubicBezTo>
                    <a:pt x="26838" y="125765"/>
                    <a:pt x="29394" y="123211"/>
                    <a:pt x="29394" y="119381"/>
                  </a:cubicBezTo>
                  <a:cubicBezTo>
                    <a:pt x="29394" y="115550"/>
                    <a:pt x="26838" y="112997"/>
                    <a:pt x="23004" y="112997"/>
                  </a:cubicBezTo>
                  <a:lnTo>
                    <a:pt x="13419" y="112997"/>
                  </a:lnTo>
                  <a:cubicBezTo>
                    <a:pt x="16614" y="59371"/>
                    <a:pt x="59426" y="17237"/>
                    <a:pt x="112463" y="14045"/>
                  </a:cubicBezTo>
                  <a:lnTo>
                    <a:pt x="112463" y="23621"/>
                  </a:lnTo>
                  <a:cubicBezTo>
                    <a:pt x="112463" y="27451"/>
                    <a:pt x="115019" y="30005"/>
                    <a:pt x="118853" y="30005"/>
                  </a:cubicBezTo>
                  <a:cubicBezTo>
                    <a:pt x="122687" y="30005"/>
                    <a:pt x="125243" y="27451"/>
                    <a:pt x="125243" y="23621"/>
                  </a:cubicBezTo>
                  <a:lnTo>
                    <a:pt x="125243" y="14045"/>
                  </a:lnTo>
                  <a:cubicBezTo>
                    <a:pt x="178918" y="17237"/>
                    <a:pt x="221092" y="60010"/>
                    <a:pt x="224287" y="112997"/>
                  </a:cubicBezTo>
                  <a:lnTo>
                    <a:pt x="214702" y="112997"/>
                  </a:lnTo>
                  <a:cubicBezTo>
                    <a:pt x="210868" y="112997"/>
                    <a:pt x="208312" y="115550"/>
                    <a:pt x="208312" y="119381"/>
                  </a:cubicBezTo>
                  <a:cubicBezTo>
                    <a:pt x="208312" y="123211"/>
                    <a:pt x="210868" y="125765"/>
                    <a:pt x="214702" y="125765"/>
                  </a:cubicBezTo>
                  <a:lnTo>
                    <a:pt x="224287" y="125765"/>
                  </a:lnTo>
                  <a:cubicBezTo>
                    <a:pt x="221092" y="178752"/>
                    <a:pt x="178279" y="220886"/>
                    <a:pt x="125243" y="224078"/>
                  </a:cubicBezTo>
                  <a:close/>
                </a:path>
              </a:pathLst>
            </a:custGeom>
            <a:solidFill>
              <a:srgbClr val="26890D"/>
            </a:solidFill>
            <a:ln w="6390" cap="flat">
              <a:noFill/>
              <a:prstDash val="solid"/>
              <a:miter/>
            </a:ln>
          </p:spPr>
          <p:txBody>
            <a:bodyPr rtlCol="0" anchor="ctr"/>
            <a:lstStyle/>
            <a:p>
              <a:endParaRPr lang="en-US"/>
            </a:p>
          </p:txBody>
        </p:sp>
        <p:sp>
          <p:nvSpPr>
            <p:cNvPr id="105" name="Graphic 4">
              <a:extLst>
                <a:ext uri="{FF2B5EF4-FFF2-40B4-BE49-F238E27FC236}">
                  <a16:creationId xmlns:a16="http://schemas.microsoft.com/office/drawing/2014/main" id="{04159BEB-514D-C54E-92EF-4A1A5AE7D123}"/>
                </a:ext>
              </a:extLst>
            </p:cNvPr>
            <p:cNvSpPr/>
            <p:nvPr/>
          </p:nvSpPr>
          <p:spPr>
            <a:xfrm>
              <a:off x="1644104" y="3469192"/>
              <a:ext cx="104207" cy="103446"/>
            </a:xfrm>
            <a:custGeom>
              <a:avLst/>
              <a:gdLst>
                <a:gd name="connsiteX0" fmla="*/ 94597 w 104207"/>
                <a:gd name="connsiteY0" fmla="*/ 664 h 103446"/>
                <a:gd name="connsiteX1" fmla="*/ 31975 w 104207"/>
                <a:gd name="connsiteY1" fmla="*/ 28754 h 103446"/>
                <a:gd name="connsiteX2" fmla="*/ 28781 w 104207"/>
                <a:gd name="connsiteY2" fmla="*/ 31946 h 103446"/>
                <a:gd name="connsiteX3" fmla="*/ 665 w 104207"/>
                <a:gd name="connsiteY3" fmla="*/ 94509 h 103446"/>
                <a:gd name="connsiteX4" fmla="*/ 1943 w 104207"/>
                <a:gd name="connsiteY4" fmla="*/ 101531 h 103446"/>
                <a:gd name="connsiteX5" fmla="*/ 6416 w 104207"/>
                <a:gd name="connsiteY5" fmla="*/ 103446 h 103446"/>
                <a:gd name="connsiteX6" fmla="*/ 8972 w 104207"/>
                <a:gd name="connsiteY6" fmla="*/ 102808 h 103446"/>
                <a:gd name="connsiteX7" fmla="*/ 71593 w 104207"/>
                <a:gd name="connsiteY7" fmla="*/ 74080 h 103446"/>
                <a:gd name="connsiteX8" fmla="*/ 74788 w 104207"/>
                <a:gd name="connsiteY8" fmla="*/ 71526 h 103446"/>
                <a:gd name="connsiteX9" fmla="*/ 103543 w 104207"/>
                <a:gd name="connsiteY9" fmla="*/ 8963 h 103446"/>
                <a:gd name="connsiteX10" fmla="*/ 102265 w 104207"/>
                <a:gd name="connsiteY10" fmla="*/ 1941 h 103446"/>
                <a:gd name="connsiteX11" fmla="*/ 94597 w 104207"/>
                <a:gd name="connsiteY11" fmla="*/ 664 h 103446"/>
                <a:gd name="connsiteX12" fmla="*/ 37088 w 104207"/>
                <a:gd name="connsiteY12" fmla="*/ 45352 h 103446"/>
                <a:gd name="connsiteX13" fmla="*/ 58174 w 104207"/>
                <a:gd name="connsiteY13" fmla="*/ 66419 h 103446"/>
                <a:gd name="connsiteX14" fmla="*/ 19835 w 104207"/>
                <a:gd name="connsiteY14" fmla="*/ 83656 h 103446"/>
                <a:gd name="connsiteX15" fmla="*/ 37088 w 104207"/>
                <a:gd name="connsiteY15" fmla="*/ 45352 h 103446"/>
                <a:gd name="connsiteX16" fmla="*/ 67120 w 104207"/>
                <a:gd name="connsiteY16" fmla="*/ 57482 h 103446"/>
                <a:gd name="connsiteX17" fmla="*/ 46033 w 104207"/>
                <a:gd name="connsiteY17" fmla="*/ 36415 h 103446"/>
                <a:gd name="connsiteX18" fmla="*/ 84373 w 104207"/>
                <a:gd name="connsiteY18" fmla="*/ 18539 h 103446"/>
                <a:gd name="connsiteX19" fmla="*/ 67120 w 104207"/>
                <a:gd name="connsiteY19" fmla="*/ 57482 h 103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4207" h="103446">
                  <a:moveTo>
                    <a:pt x="94597" y="664"/>
                  </a:moveTo>
                  <a:lnTo>
                    <a:pt x="31975" y="28754"/>
                  </a:lnTo>
                  <a:cubicBezTo>
                    <a:pt x="30698" y="29392"/>
                    <a:pt x="29420" y="30669"/>
                    <a:pt x="28781" y="31946"/>
                  </a:cubicBezTo>
                  <a:lnTo>
                    <a:pt x="665" y="94509"/>
                  </a:lnTo>
                  <a:cubicBezTo>
                    <a:pt x="-613" y="97062"/>
                    <a:pt x="26" y="99616"/>
                    <a:pt x="1943" y="101531"/>
                  </a:cubicBezTo>
                  <a:cubicBezTo>
                    <a:pt x="3221" y="102808"/>
                    <a:pt x="4499" y="103446"/>
                    <a:pt x="6416" y="103446"/>
                  </a:cubicBezTo>
                  <a:cubicBezTo>
                    <a:pt x="7055" y="103446"/>
                    <a:pt x="8333" y="103446"/>
                    <a:pt x="8972" y="102808"/>
                  </a:cubicBezTo>
                  <a:lnTo>
                    <a:pt x="71593" y="74080"/>
                  </a:lnTo>
                  <a:cubicBezTo>
                    <a:pt x="72871" y="73442"/>
                    <a:pt x="74149" y="72803"/>
                    <a:pt x="74788" y="71526"/>
                  </a:cubicBezTo>
                  <a:lnTo>
                    <a:pt x="103543" y="8963"/>
                  </a:lnTo>
                  <a:cubicBezTo>
                    <a:pt x="104821" y="6410"/>
                    <a:pt x="104182" y="3856"/>
                    <a:pt x="102265" y="1941"/>
                  </a:cubicBezTo>
                  <a:cubicBezTo>
                    <a:pt x="100348" y="26"/>
                    <a:pt x="97153" y="-613"/>
                    <a:pt x="94597" y="664"/>
                  </a:cubicBezTo>
                  <a:close/>
                  <a:moveTo>
                    <a:pt x="37088" y="45352"/>
                  </a:moveTo>
                  <a:lnTo>
                    <a:pt x="58174" y="66419"/>
                  </a:lnTo>
                  <a:lnTo>
                    <a:pt x="19835" y="83656"/>
                  </a:lnTo>
                  <a:lnTo>
                    <a:pt x="37088" y="45352"/>
                  </a:lnTo>
                  <a:close/>
                  <a:moveTo>
                    <a:pt x="67120" y="57482"/>
                  </a:moveTo>
                  <a:lnTo>
                    <a:pt x="46033" y="36415"/>
                  </a:lnTo>
                  <a:lnTo>
                    <a:pt x="84373" y="18539"/>
                  </a:lnTo>
                  <a:lnTo>
                    <a:pt x="67120" y="57482"/>
                  </a:lnTo>
                  <a:close/>
                </a:path>
              </a:pathLst>
            </a:custGeom>
            <a:solidFill>
              <a:srgbClr val="26890D"/>
            </a:solidFill>
            <a:ln w="6390" cap="flat">
              <a:noFill/>
              <a:prstDash val="solid"/>
              <a:miter/>
            </a:ln>
          </p:spPr>
          <p:txBody>
            <a:bodyPr rtlCol="0" anchor="ctr"/>
            <a:lstStyle/>
            <a:p>
              <a:endParaRPr lang="en-US"/>
            </a:p>
          </p:txBody>
        </p:sp>
      </p:grpSp>
      <p:grpSp>
        <p:nvGrpSpPr>
          <p:cNvPr id="106" name="Graphic 4">
            <a:extLst>
              <a:ext uri="{FF2B5EF4-FFF2-40B4-BE49-F238E27FC236}">
                <a16:creationId xmlns:a16="http://schemas.microsoft.com/office/drawing/2014/main" id="{C401FDB4-8297-A945-8399-AD5DFEAFF219}"/>
              </a:ext>
            </a:extLst>
          </p:cNvPr>
          <p:cNvGrpSpPr/>
          <p:nvPr/>
        </p:nvGrpSpPr>
        <p:grpSpPr>
          <a:xfrm>
            <a:off x="467743" y="2855717"/>
            <a:ext cx="361670" cy="362610"/>
            <a:chOff x="467743" y="2855717"/>
            <a:chExt cx="361670" cy="362610"/>
          </a:xfrm>
          <a:solidFill>
            <a:srgbClr val="26890D"/>
          </a:solidFill>
        </p:grpSpPr>
        <p:sp>
          <p:nvSpPr>
            <p:cNvPr id="107" name="Graphic 4">
              <a:extLst>
                <a:ext uri="{FF2B5EF4-FFF2-40B4-BE49-F238E27FC236}">
                  <a16:creationId xmlns:a16="http://schemas.microsoft.com/office/drawing/2014/main" id="{5D63395B-97EA-C643-85C2-156CB64BB8D6}"/>
                </a:ext>
              </a:extLst>
            </p:cNvPr>
            <p:cNvSpPr/>
            <p:nvPr/>
          </p:nvSpPr>
          <p:spPr>
            <a:xfrm>
              <a:off x="467743" y="2855717"/>
              <a:ext cx="361670" cy="362610"/>
            </a:xfrm>
            <a:custGeom>
              <a:avLst/>
              <a:gdLst>
                <a:gd name="connsiteX0" fmla="*/ 180835 w 361670"/>
                <a:gd name="connsiteY0" fmla="*/ 0 h 362610"/>
                <a:gd name="connsiteX1" fmla="*/ 0 w 361670"/>
                <a:gd name="connsiteY1" fmla="*/ 181305 h 362610"/>
                <a:gd name="connsiteX2" fmla="*/ 180835 w 361670"/>
                <a:gd name="connsiteY2" fmla="*/ 362610 h 362610"/>
                <a:gd name="connsiteX3" fmla="*/ 361670 w 361670"/>
                <a:gd name="connsiteY3" fmla="*/ 181305 h 362610"/>
                <a:gd name="connsiteX4" fmla="*/ 361670 w 361670"/>
                <a:gd name="connsiteY4" fmla="*/ 181305 h 362610"/>
                <a:gd name="connsiteX5" fmla="*/ 180835 w 361670"/>
                <a:gd name="connsiteY5" fmla="*/ 0 h 362610"/>
                <a:gd name="connsiteX6" fmla="*/ 180835 w 361670"/>
                <a:gd name="connsiteY6" fmla="*/ 0 h 362610"/>
                <a:gd name="connsiteX7" fmla="*/ 180835 w 361670"/>
                <a:gd name="connsiteY7" fmla="*/ 349204 h 362610"/>
                <a:gd name="connsiteX8" fmla="*/ 12780 w 361670"/>
                <a:gd name="connsiteY8" fmla="*/ 180667 h 362610"/>
                <a:gd name="connsiteX9" fmla="*/ 180835 w 361670"/>
                <a:gd name="connsiteY9" fmla="*/ 12130 h 362610"/>
                <a:gd name="connsiteX10" fmla="*/ 348891 w 361670"/>
                <a:gd name="connsiteY10" fmla="*/ 180667 h 362610"/>
                <a:gd name="connsiteX11" fmla="*/ 180835 w 361670"/>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2610">
                  <a:moveTo>
                    <a:pt x="180835" y="0"/>
                  </a:moveTo>
                  <a:cubicBezTo>
                    <a:pt x="80513" y="0"/>
                    <a:pt x="0" y="81076"/>
                    <a:pt x="0" y="181305"/>
                  </a:cubicBezTo>
                  <a:cubicBezTo>
                    <a:pt x="0" y="281533"/>
                    <a:pt x="81152" y="362610"/>
                    <a:pt x="180835" y="362610"/>
                  </a:cubicBezTo>
                  <a:cubicBezTo>
                    <a:pt x="280518" y="362610"/>
                    <a:pt x="361670" y="281533"/>
                    <a:pt x="361670" y="181305"/>
                  </a:cubicBezTo>
                  <a:cubicBezTo>
                    <a:pt x="361670" y="181305"/>
                    <a:pt x="361670" y="181305"/>
                    <a:pt x="361670" y="181305"/>
                  </a:cubicBezTo>
                  <a:cubicBezTo>
                    <a:pt x="361670" y="80438"/>
                    <a:pt x="281157" y="0"/>
                    <a:pt x="180835" y="0"/>
                  </a:cubicBezTo>
                  <a:cubicBezTo>
                    <a:pt x="180835" y="0"/>
                    <a:pt x="180835" y="0"/>
                    <a:pt x="180835" y="0"/>
                  </a:cubicBezTo>
                  <a:close/>
                  <a:moveTo>
                    <a:pt x="180835" y="349204"/>
                  </a:moveTo>
                  <a:cubicBezTo>
                    <a:pt x="87542" y="349204"/>
                    <a:pt x="12780" y="273873"/>
                    <a:pt x="12780" y="180667"/>
                  </a:cubicBezTo>
                  <a:cubicBezTo>
                    <a:pt x="12780" y="87460"/>
                    <a:pt x="88181" y="12130"/>
                    <a:pt x="180835" y="12130"/>
                  </a:cubicBezTo>
                  <a:cubicBezTo>
                    <a:pt x="273489" y="12130"/>
                    <a:pt x="348891" y="87460"/>
                    <a:pt x="348891" y="180667"/>
                  </a:cubicBezTo>
                  <a:cubicBezTo>
                    <a:pt x="348891" y="273234"/>
                    <a:pt x="273489" y="348565"/>
                    <a:pt x="180835" y="349204"/>
                  </a:cubicBezTo>
                  <a:close/>
                </a:path>
              </a:pathLst>
            </a:custGeom>
            <a:solidFill>
              <a:srgbClr val="26890D"/>
            </a:solidFill>
            <a:ln w="6390" cap="flat">
              <a:noFill/>
              <a:prstDash val="solid"/>
              <a:miter/>
            </a:ln>
          </p:spPr>
          <p:txBody>
            <a:bodyPr rtlCol="0" anchor="ctr"/>
            <a:lstStyle/>
            <a:p>
              <a:endParaRPr lang="en-US"/>
            </a:p>
          </p:txBody>
        </p:sp>
        <p:sp>
          <p:nvSpPr>
            <p:cNvPr id="108" name="Graphic 4">
              <a:extLst>
                <a:ext uri="{FF2B5EF4-FFF2-40B4-BE49-F238E27FC236}">
                  <a16:creationId xmlns:a16="http://schemas.microsoft.com/office/drawing/2014/main" id="{29DB9AE7-46A1-7444-BB2B-B245F4AE0A46}"/>
                </a:ext>
              </a:extLst>
            </p:cNvPr>
            <p:cNvSpPr/>
            <p:nvPr/>
          </p:nvSpPr>
          <p:spPr>
            <a:xfrm>
              <a:off x="549534" y="2922749"/>
              <a:ext cx="197449" cy="227269"/>
            </a:xfrm>
            <a:custGeom>
              <a:avLst/>
              <a:gdLst>
                <a:gd name="connsiteX0" fmla="*/ 164221 w 197449"/>
                <a:gd name="connsiteY0" fmla="*/ 72777 h 227269"/>
                <a:gd name="connsiteX1" fmla="*/ 194893 w 197449"/>
                <a:gd name="connsiteY1" fmla="*/ 49795 h 227269"/>
                <a:gd name="connsiteX2" fmla="*/ 197449 w 197449"/>
                <a:gd name="connsiteY2" fmla="*/ 44688 h 227269"/>
                <a:gd name="connsiteX3" fmla="*/ 194893 w 197449"/>
                <a:gd name="connsiteY3" fmla="*/ 39581 h 227269"/>
                <a:gd name="connsiteX4" fmla="*/ 164221 w 197449"/>
                <a:gd name="connsiteY4" fmla="*/ 16598 h 227269"/>
                <a:gd name="connsiteX5" fmla="*/ 160387 w 197449"/>
                <a:gd name="connsiteY5" fmla="*/ 15322 h 227269"/>
                <a:gd name="connsiteX6" fmla="*/ 105434 w 197449"/>
                <a:gd name="connsiteY6" fmla="*/ 15322 h 227269"/>
                <a:gd name="connsiteX7" fmla="*/ 105434 w 197449"/>
                <a:gd name="connsiteY7" fmla="*/ 6384 h 227269"/>
                <a:gd name="connsiteX8" fmla="*/ 99044 w 197449"/>
                <a:gd name="connsiteY8" fmla="*/ 0 h 227269"/>
                <a:gd name="connsiteX9" fmla="*/ 92654 w 197449"/>
                <a:gd name="connsiteY9" fmla="*/ 6384 h 227269"/>
                <a:gd name="connsiteX10" fmla="*/ 92654 w 197449"/>
                <a:gd name="connsiteY10" fmla="*/ 15322 h 227269"/>
                <a:gd name="connsiteX11" fmla="*/ 7029 w 197449"/>
                <a:gd name="connsiteY11" fmla="*/ 15322 h 227269"/>
                <a:gd name="connsiteX12" fmla="*/ 639 w 197449"/>
                <a:gd name="connsiteY12" fmla="*/ 21706 h 227269"/>
                <a:gd name="connsiteX13" fmla="*/ 639 w 197449"/>
                <a:gd name="connsiteY13" fmla="*/ 67670 h 227269"/>
                <a:gd name="connsiteX14" fmla="*/ 7029 w 197449"/>
                <a:gd name="connsiteY14" fmla="*/ 74054 h 227269"/>
                <a:gd name="connsiteX15" fmla="*/ 92654 w 197449"/>
                <a:gd name="connsiteY15" fmla="*/ 74054 h 227269"/>
                <a:gd name="connsiteX16" fmla="*/ 92654 w 197449"/>
                <a:gd name="connsiteY16" fmla="*/ 75331 h 227269"/>
                <a:gd name="connsiteX17" fmla="*/ 92654 w 197449"/>
                <a:gd name="connsiteY17" fmla="*/ 91929 h 227269"/>
                <a:gd name="connsiteX18" fmla="*/ 37062 w 197449"/>
                <a:gd name="connsiteY18" fmla="*/ 91929 h 227269"/>
                <a:gd name="connsiteX19" fmla="*/ 33228 w 197449"/>
                <a:gd name="connsiteY19" fmla="*/ 93206 h 227269"/>
                <a:gd name="connsiteX20" fmla="*/ 2556 w 197449"/>
                <a:gd name="connsiteY20" fmla="*/ 116188 h 227269"/>
                <a:gd name="connsiteX21" fmla="*/ 0 w 197449"/>
                <a:gd name="connsiteY21" fmla="*/ 121296 h 227269"/>
                <a:gd name="connsiteX22" fmla="*/ 2556 w 197449"/>
                <a:gd name="connsiteY22" fmla="*/ 126403 h 227269"/>
                <a:gd name="connsiteX23" fmla="*/ 33228 w 197449"/>
                <a:gd name="connsiteY23" fmla="*/ 149385 h 227269"/>
                <a:gd name="connsiteX24" fmla="*/ 37062 w 197449"/>
                <a:gd name="connsiteY24" fmla="*/ 150662 h 227269"/>
                <a:gd name="connsiteX25" fmla="*/ 92015 w 197449"/>
                <a:gd name="connsiteY25" fmla="*/ 150662 h 227269"/>
                <a:gd name="connsiteX26" fmla="*/ 92015 w 197449"/>
                <a:gd name="connsiteY26" fmla="*/ 220886 h 227269"/>
                <a:gd name="connsiteX27" fmla="*/ 98405 w 197449"/>
                <a:gd name="connsiteY27" fmla="*/ 227270 h 227269"/>
                <a:gd name="connsiteX28" fmla="*/ 104795 w 197449"/>
                <a:gd name="connsiteY28" fmla="*/ 220886 h 227269"/>
                <a:gd name="connsiteX29" fmla="*/ 104795 w 197449"/>
                <a:gd name="connsiteY29" fmla="*/ 150662 h 227269"/>
                <a:gd name="connsiteX30" fmla="*/ 190420 w 197449"/>
                <a:gd name="connsiteY30" fmla="*/ 150662 h 227269"/>
                <a:gd name="connsiteX31" fmla="*/ 196810 w 197449"/>
                <a:gd name="connsiteY31" fmla="*/ 144278 h 227269"/>
                <a:gd name="connsiteX32" fmla="*/ 196810 w 197449"/>
                <a:gd name="connsiteY32" fmla="*/ 98313 h 227269"/>
                <a:gd name="connsiteX33" fmla="*/ 190420 w 197449"/>
                <a:gd name="connsiteY33" fmla="*/ 91929 h 227269"/>
                <a:gd name="connsiteX34" fmla="*/ 104795 w 197449"/>
                <a:gd name="connsiteY34" fmla="*/ 91929 h 227269"/>
                <a:gd name="connsiteX35" fmla="*/ 104795 w 197449"/>
                <a:gd name="connsiteY35" fmla="*/ 75331 h 227269"/>
                <a:gd name="connsiteX36" fmla="*/ 104795 w 197449"/>
                <a:gd name="connsiteY36" fmla="*/ 74054 h 227269"/>
                <a:gd name="connsiteX37" fmla="*/ 160387 w 197449"/>
                <a:gd name="connsiteY37" fmla="*/ 74054 h 227269"/>
                <a:gd name="connsiteX38" fmla="*/ 164221 w 197449"/>
                <a:gd name="connsiteY38" fmla="*/ 72777 h 227269"/>
                <a:gd name="connsiteX39" fmla="*/ 184669 w 197449"/>
                <a:gd name="connsiteY39" fmla="*/ 137894 h 227269"/>
                <a:gd name="connsiteX40" fmla="*/ 39618 w 197449"/>
                <a:gd name="connsiteY40" fmla="*/ 137894 h 227269"/>
                <a:gd name="connsiteX41" fmla="*/ 17253 w 197449"/>
                <a:gd name="connsiteY41" fmla="*/ 121296 h 227269"/>
                <a:gd name="connsiteX42" fmla="*/ 39618 w 197449"/>
                <a:gd name="connsiteY42" fmla="*/ 104697 h 227269"/>
                <a:gd name="connsiteX43" fmla="*/ 184669 w 197449"/>
                <a:gd name="connsiteY43" fmla="*/ 104697 h 227269"/>
                <a:gd name="connsiteX44" fmla="*/ 184669 w 197449"/>
                <a:gd name="connsiteY44" fmla="*/ 137894 h 227269"/>
                <a:gd name="connsiteX45" fmla="*/ 13419 w 197449"/>
                <a:gd name="connsiteY45" fmla="*/ 61286 h 227269"/>
                <a:gd name="connsiteX46" fmla="*/ 13419 w 197449"/>
                <a:gd name="connsiteY46" fmla="*/ 28089 h 227269"/>
                <a:gd name="connsiteX47" fmla="*/ 158470 w 197449"/>
                <a:gd name="connsiteY47" fmla="*/ 28089 h 227269"/>
                <a:gd name="connsiteX48" fmla="*/ 180835 w 197449"/>
                <a:gd name="connsiteY48" fmla="*/ 44688 h 227269"/>
                <a:gd name="connsiteX49" fmla="*/ 158470 w 197449"/>
                <a:gd name="connsiteY49" fmla="*/ 61286 h 227269"/>
                <a:gd name="connsiteX50" fmla="*/ 13419 w 197449"/>
                <a:gd name="connsiteY50" fmla="*/ 61286 h 22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97449" h="227269">
                  <a:moveTo>
                    <a:pt x="164221" y="72777"/>
                  </a:moveTo>
                  <a:lnTo>
                    <a:pt x="194893" y="49795"/>
                  </a:lnTo>
                  <a:cubicBezTo>
                    <a:pt x="196810" y="48518"/>
                    <a:pt x="197449" y="46603"/>
                    <a:pt x="197449" y="44688"/>
                  </a:cubicBezTo>
                  <a:cubicBezTo>
                    <a:pt x="197449" y="42773"/>
                    <a:pt x="196810" y="40857"/>
                    <a:pt x="194893" y="39581"/>
                  </a:cubicBezTo>
                  <a:lnTo>
                    <a:pt x="164221" y="16598"/>
                  </a:lnTo>
                  <a:cubicBezTo>
                    <a:pt x="162943" y="15960"/>
                    <a:pt x="161665" y="15322"/>
                    <a:pt x="160387" y="15322"/>
                  </a:cubicBezTo>
                  <a:lnTo>
                    <a:pt x="105434" y="15322"/>
                  </a:lnTo>
                  <a:lnTo>
                    <a:pt x="105434" y="6384"/>
                  </a:lnTo>
                  <a:cubicBezTo>
                    <a:pt x="105434" y="2554"/>
                    <a:pt x="102878" y="0"/>
                    <a:pt x="99044" y="0"/>
                  </a:cubicBezTo>
                  <a:cubicBezTo>
                    <a:pt x="95210" y="0"/>
                    <a:pt x="92654" y="2554"/>
                    <a:pt x="92654" y="6384"/>
                  </a:cubicBezTo>
                  <a:lnTo>
                    <a:pt x="92654" y="15322"/>
                  </a:lnTo>
                  <a:lnTo>
                    <a:pt x="7029" y="15322"/>
                  </a:lnTo>
                  <a:cubicBezTo>
                    <a:pt x="3195" y="15322"/>
                    <a:pt x="639" y="17875"/>
                    <a:pt x="639" y="21706"/>
                  </a:cubicBezTo>
                  <a:lnTo>
                    <a:pt x="639" y="67670"/>
                  </a:lnTo>
                  <a:cubicBezTo>
                    <a:pt x="639" y="71500"/>
                    <a:pt x="3195" y="74054"/>
                    <a:pt x="7029" y="74054"/>
                  </a:cubicBezTo>
                  <a:lnTo>
                    <a:pt x="92654" y="74054"/>
                  </a:lnTo>
                  <a:cubicBezTo>
                    <a:pt x="92654" y="74692"/>
                    <a:pt x="92654" y="74692"/>
                    <a:pt x="92654" y="75331"/>
                  </a:cubicBezTo>
                  <a:lnTo>
                    <a:pt x="92654" y="91929"/>
                  </a:lnTo>
                  <a:lnTo>
                    <a:pt x="37062" y="91929"/>
                  </a:lnTo>
                  <a:cubicBezTo>
                    <a:pt x="35784" y="91929"/>
                    <a:pt x="34506" y="92568"/>
                    <a:pt x="33228" y="93206"/>
                  </a:cubicBezTo>
                  <a:lnTo>
                    <a:pt x="2556" y="116188"/>
                  </a:lnTo>
                  <a:cubicBezTo>
                    <a:pt x="639" y="117465"/>
                    <a:pt x="0" y="119380"/>
                    <a:pt x="0" y="121296"/>
                  </a:cubicBezTo>
                  <a:cubicBezTo>
                    <a:pt x="0" y="123211"/>
                    <a:pt x="639" y="125126"/>
                    <a:pt x="2556" y="126403"/>
                  </a:cubicBezTo>
                  <a:lnTo>
                    <a:pt x="33228" y="149385"/>
                  </a:lnTo>
                  <a:cubicBezTo>
                    <a:pt x="34506" y="150024"/>
                    <a:pt x="35784" y="150662"/>
                    <a:pt x="37062" y="150662"/>
                  </a:cubicBezTo>
                  <a:lnTo>
                    <a:pt x="92015" y="150662"/>
                  </a:lnTo>
                  <a:lnTo>
                    <a:pt x="92015" y="220886"/>
                  </a:lnTo>
                  <a:cubicBezTo>
                    <a:pt x="92015" y="224716"/>
                    <a:pt x="94571" y="227270"/>
                    <a:pt x="98405" y="227270"/>
                  </a:cubicBezTo>
                  <a:cubicBezTo>
                    <a:pt x="102239" y="227270"/>
                    <a:pt x="104795" y="224716"/>
                    <a:pt x="104795" y="220886"/>
                  </a:cubicBezTo>
                  <a:lnTo>
                    <a:pt x="104795" y="150662"/>
                  </a:lnTo>
                  <a:lnTo>
                    <a:pt x="190420" y="150662"/>
                  </a:lnTo>
                  <a:cubicBezTo>
                    <a:pt x="194254" y="150662"/>
                    <a:pt x="196810" y="148108"/>
                    <a:pt x="196810" y="144278"/>
                  </a:cubicBezTo>
                  <a:lnTo>
                    <a:pt x="196810" y="98313"/>
                  </a:lnTo>
                  <a:cubicBezTo>
                    <a:pt x="196810" y="94483"/>
                    <a:pt x="194254" y="91929"/>
                    <a:pt x="190420" y="91929"/>
                  </a:cubicBezTo>
                  <a:lnTo>
                    <a:pt x="104795" y="91929"/>
                  </a:lnTo>
                  <a:lnTo>
                    <a:pt x="104795" y="75331"/>
                  </a:lnTo>
                  <a:cubicBezTo>
                    <a:pt x="104795" y="74692"/>
                    <a:pt x="104795" y="74692"/>
                    <a:pt x="104795" y="74054"/>
                  </a:cubicBezTo>
                  <a:lnTo>
                    <a:pt x="160387" y="74054"/>
                  </a:lnTo>
                  <a:cubicBezTo>
                    <a:pt x="161665" y="74054"/>
                    <a:pt x="162943" y="73416"/>
                    <a:pt x="164221" y="72777"/>
                  </a:cubicBezTo>
                  <a:close/>
                  <a:moveTo>
                    <a:pt x="184669" y="137894"/>
                  </a:moveTo>
                  <a:lnTo>
                    <a:pt x="39618" y="137894"/>
                  </a:lnTo>
                  <a:lnTo>
                    <a:pt x="17253" y="121296"/>
                  </a:lnTo>
                  <a:lnTo>
                    <a:pt x="39618" y="104697"/>
                  </a:lnTo>
                  <a:lnTo>
                    <a:pt x="184669" y="104697"/>
                  </a:lnTo>
                  <a:lnTo>
                    <a:pt x="184669" y="137894"/>
                  </a:lnTo>
                  <a:close/>
                  <a:moveTo>
                    <a:pt x="13419" y="61286"/>
                  </a:moveTo>
                  <a:lnTo>
                    <a:pt x="13419" y="28089"/>
                  </a:lnTo>
                  <a:lnTo>
                    <a:pt x="158470" y="28089"/>
                  </a:lnTo>
                  <a:lnTo>
                    <a:pt x="180835" y="44688"/>
                  </a:lnTo>
                  <a:lnTo>
                    <a:pt x="158470" y="61286"/>
                  </a:lnTo>
                  <a:lnTo>
                    <a:pt x="13419" y="61286"/>
                  </a:lnTo>
                  <a:close/>
                </a:path>
              </a:pathLst>
            </a:custGeom>
            <a:solidFill>
              <a:srgbClr val="26890D"/>
            </a:solidFill>
            <a:ln w="6390" cap="flat">
              <a:noFill/>
              <a:prstDash val="solid"/>
              <a:miter/>
            </a:ln>
          </p:spPr>
          <p:txBody>
            <a:bodyPr rtlCol="0" anchor="ctr"/>
            <a:lstStyle/>
            <a:p>
              <a:endParaRPr lang="en-US"/>
            </a:p>
          </p:txBody>
        </p:sp>
      </p:grpSp>
      <p:grpSp>
        <p:nvGrpSpPr>
          <p:cNvPr id="109" name="Graphic 4">
            <a:extLst>
              <a:ext uri="{FF2B5EF4-FFF2-40B4-BE49-F238E27FC236}">
                <a16:creationId xmlns:a16="http://schemas.microsoft.com/office/drawing/2014/main" id="{A0348004-9CEA-024C-82CE-FAEECD51FDAC}"/>
              </a:ext>
            </a:extLst>
          </p:cNvPr>
          <p:cNvGrpSpPr/>
          <p:nvPr/>
        </p:nvGrpSpPr>
        <p:grpSpPr>
          <a:xfrm>
            <a:off x="5711588" y="3824168"/>
            <a:ext cx="362312" cy="361971"/>
            <a:chOff x="4660820" y="3824168"/>
            <a:chExt cx="362312" cy="361971"/>
          </a:xfrm>
          <a:solidFill>
            <a:srgbClr val="43B02A"/>
          </a:solidFill>
        </p:grpSpPr>
        <p:sp>
          <p:nvSpPr>
            <p:cNvPr id="110" name="Graphic 4">
              <a:extLst>
                <a:ext uri="{FF2B5EF4-FFF2-40B4-BE49-F238E27FC236}">
                  <a16:creationId xmlns:a16="http://schemas.microsoft.com/office/drawing/2014/main" id="{3A97F706-9969-0442-8C5F-4E4AD2AAEADC}"/>
                </a:ext>
              </a:extLst>
            </p:cNvPr>
            <p:cNvSpPr/>
            <p:nvPr/>
          </p:nvSpPr>
          <p:spPr>
            <a:xfrm>
              <a:off x="4660820" y="3824168"/>
              <a:ext cx="362312" cy="361971"/>
            </a:xfrm>
            <a:custGeom>
              <a:avLst/>
              <a:gdLst>
                <a:gd name="connsiteX0" fmla="*/ 181474 w 362312"/>
                <a:gd name="connsiteY0" fmla="*/ 0 h 361971"/>
                <a:gd name="connsiteX1" fmla="*/ 0 w 362312"/>
                <a:gd name="connsiteY1" fmla="*/ 180667 h 361971"/>
                <a:gd name="connsiteX2" fmla="*/ 180835 w 362312"/>
                <a:gd name="connsiteY2" fmla="*/ 361971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6"/>
                    <a:pt x="0" y="180667"/>
                  </a:cubicBezTo>
                  <a:cubicBezTo>
                    <a:pt x="0" y="280257"/>
                    <a:pt x="81152" y="361971"/>
                    <a:pt x="180835" y="361971"/>
                  </a:cubicBezTo>
                  <a:cubicBezTo>
                    <a:pt x="280518" y="361971"/>
                    <a:pt x="362309" y="280895"/>
                    <a:pt x="362309" y="181305"/>
                  </a:cubicBezTo>
                  <a:cubicBezTo>
                    <a:pt x="362309" y="181305"/>
                    <a:pt x="362309" y="181305"/>
                    <a:pt x="362309" y="181305"/>
                  </a:cubicBezTo>
                  <a:cubicBezTo>
                    <a:pt x="362948" y="81076"/>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lnTo>
                    <a:pt x="181474" y="349204"/>
                  </a:lnTo>
                  <a:close/>
                </a:path>
              </a:pathLst>
            </a:custGeom>
            <a:solidFill>
              <a:srgbClr val="43B02A"/>
            </a:solidFill>
            <a:ln w="6390" cap="flat">
              <a:noFill/>
              <a:prstDash val="solid"/>
              <a:miter/>
            </a:ln>
          </p:spPr>
          <p:txBody>
            <a:bodyPr rtlCol="0" anchor="ctr"/>
            <a:lstStyle/>
            <a:p>
              <a:endParaRPr lang="en-US"/>
            </a:p>
          </p:txBody>
        </p:sp>
        <p:sp>
          <p:nvSpPr>
            <p:cNvPr id="111" name="Graphic 4">
              <a:extLst>
                <a:ext uri="{FF2B5EF4-FFF2-40B4-BE49-F238E27FC236}">
                  <a16:creationId xmlns:a16="http://schemas.microsoft.com/office/drawing/2014/main" id="{92948347-0687-C84E-828E-949B14A8D1A2}"/>
                </a:ext>
              </a:extLst>
            </p:cNvPr>
            <p:cNvSpPr/>
            <p:nvPr/>
          </p:nvSpPr>
          <p:spPr>
            <a:xfrm>
              <a:off x="4741333" y="3937802"/>
              <a:ext cx="203199" cy="134945"/>
            </a:xfrm>
            <a:custGeom>
              <a:avLst/>
              <a:gdLst>
                <a:gd name="connsiteX0" fmla="*/ 182113 w 203199"/>
                <a:gd name="connsiteY0" fmla="*/ 40857 h 134945"/>
                <a:gd name="connsiteX1" fmla="*/ 147607 w 203199"/>
                <a:gd name="connsiteY1" fmla="*/ 40857 h 134945"/>
                <a:gd name="connsiteX2" fmla="*/ 147607 w 203199"/>
                <a:gd name="connsiteY2" fmla="*/ 6384 h 134945"/>
                <a:gd name="connsiteX3" fmla="*/ 141217 w 203199"/>
                <a:gd name="connsiteY3" fmla="*/ 0 h 134945"/>
                <a:gd name="connsiteX4" fmla="*/ 6390 w 203199"/>
                <a:gd name="connsiteY4" fmla="*/ 0 h 134945"/>
                <a:gd name="connsiteX5" fmla="*/ 0 w 203199"/>
                <a:gd name="connsiteY5" fmla="*/ 6384 h 134945"/>
                <a:gd name="connsiteX6" fmla="*/ 0 w 203199"/>
                <a:gd name="connsiteY6" fmla="*/ 114912 h 134945"/>
                <a:gd name="connsiteX7" fmla="*/ 6390 w 203199"/>
                <a:gd name="connsiteY7" fmla="*/ 121296 h 134945"/>
                <a:gd name="connsiteX8" fmla="*/ 21726 w 203199"/>
                <a:gd name="connsiteY8" fmla="*/ 121296 h 134945"/>
                <a:gd name="connsiteX9" fmla="*/ 46646 w 203199"/>
                <a:gd name="connsiteY9" fmla="*/ 134064 h 134945"/>
                <a:gd name="connsiteX10" fmla="*/ 59426 w 203199"/>
                <a:gd name="connsiteY10" fmla="*/ 121296 h 134945"/>
                <a:gd name="connsiteX11" fmla="*/ 137384 w 203199"/>
                <a:gd name="connsiteY11" fmla="*/ 121296 h 134945"/>
                <a:gd name="connsiteX12" fmla="*/ 162305 w 203199"/>
                <a:gd name="connsiteY12" fmla="*/ 134064 h 134945"/>
                <a:gd name="connsiteX13" fmla="*/ 175084 w 203199"/>
                <a:gd name="connsiteY13" fmla="*/ 121296 h 134945"/>
                <a:gd name="connsiteX14" fmla="*/ 196810 w 203199"/>
                <a:gd name="connsiteY14" fmla="*/ 121296 h 134945"/>
                <a:gd name="connsiteX15" fmla="*/ 203200 w 203199"/>
                <a:gd name="connsiteY15" fmla="*/ 114912 h 134945"/>
                <a:gd name="connsiteX16" fmla="*/ 203200 w 203199"/>
                <a:gd name="connsiteY16" fmla="*/ 60648 h 134945"/>
                <a:gd name="connsiteX17" fmla="*/ 182113 w 203199"/>
                <a:gd name="connsiteY17" fmla="*/ 40857 h 134945"/>
                <a:gd name="connsiteX18" fmla="*/ 182113 w 203199"/>
                <a:gd name="connsiteY18" fmla="*/ 40857 h 134945"/>
                <a:gd name="connsiteX19" fmla="*/ 53676 w 203199"/>
                <a:gd name="connsiteY19" fmla="*/ 40219 h 134945"/>
                <a:gd name="connsiteX20" fmla="*/ 53676 w 203199"/>
                <a:gd name="connsiteY20" fmla="*/ 54264 h 134945"/>
                <a:gd name="connsiteX21" fmla="*/ 39618 w 203199"/>
                <a:gd name="connsiteY21" fmla="*/ 54264 h 134945"/>
                <a:gd name="connsiteX22" fmla="*/ 39618 w 203199"/>
                <a:gd name="connsiteY22" fmla="*/ 40219 h 134945"/>
                <a:gd name="connsiteX23" fmla="*/ 53676 w 203199"/>
                <a:gd name="connsiteY23" fmla="*/ 40219 h 134945"/>
                <a:gd name="connsiteX24" fmla="*/ 81152 w 203199"/>
                <a:gd name="connsiteY24" fmla="*/ 40219 h 134945"/>
                <a:gd name="connsiteX25" fmla="*/ 81152 w 203199"/>
                <a:gd name="connsiteY25" fmla="*/ 54264 h 134945"/>
                <a:gd name="connsiteX26" fmla="*/ 67094 w 203199"/>
                <a:gd name="connsiteY26" fmla="*/ 54264 h 134945"/>
                <a:gd name="connsiteX27" fmla="*/ 67094 w 203199"/>
                <a:gd name="connsiteY27" fmla="*/ 40219 h 134945"/>
                <a:gd name="connsiteX28" fmla="*/ 81152 w 203199"/>
                <a:gd name="connsiteY28" fmla="*/ 40219 h 134945"/>
                <a:gd name="connsiteX29" fmla="*/ 107990 w 203199"/>
                <a:gd name="connsiteY29" fmla="*/ 40219 h 134945"/>
                <a:gd name="connsiteX30" fmla="*/ 107990 w 203199"/>
                <a:gd name="connsiteY30" fmla="*/ 54264 h 134945"/>
                <a:gd name="connsiteX31" fmla="*/ 93932 w 203199"/>
                <a:gd name="connsiteY31" fmla="*/ 54264 h 134945"/>
                <a:gd name="connsiteX32" fmla="*/ 93932 w 203199"/>
                <a:gd name="connsiteY32" fmla="*/ 40219 h 134945"/>
                <a:gd name="connsiteX33" fmla="*/ 107990 w 203199"/>
                <a:gd name="connsiteY33" fmla="*/ 40219 h 134945"/>
                <a:gd name="connsiteX34" fmla="*/ 26838 w 203199"/>
                <a:gd name="connsiteY34" fmla="*/ 54264 h 134945"/>
                <a:gd name="connsiteX35" fmla="*/ 12780 w 203199"/>
                <a:gd name="connsiteY35" fmla="*/ 54264 h 134945"/>
                <a:gd name="connsiteX36" fmla="*/ 12780 w 203199"/>
                <a:gd name="connsiteY36" fmla="*/ 40219 h 134945"/>
                <a:gd name="connsiteX37" fmla="*/ 26838 w 203199"/>
                <a:gd name="connsiteY37" fmla="*/ 40219 h 134945"/>
                <a:gd name="connsiteX38" fmla="*/ 26838 w 203199"/>
                <a:gd name="connsiteY38" fmla="*/ 54264 h 134945"/>
                <a:gd name="connsiteX39" fmla="*/ 12780 w 203199"/>
                <a:gd name="connsiteY39" fmla="*/ 67032 h 134945"/>
                <a:gd name="connsiteX40" fmla="*/ 115019 w 203199"/>
                <a:gd name="connsiteY40" fmla="*/ 67032 h 134945"/>
                <a:gd name="connsiteX41" fmla="*/ 121409 w 203199"/>
                <a:gd name="connsiteY41" fmla="*/ 60648 h 134945"/>
                <a:gd name="connsiteX42" fmla="*/ 121409 w 203199"/>
                <a:gd name="connsiteY42" fmla="*/ 33835 h 134945"/>
                <a:gd name="connsiteX43" fmla="*/ 115019 w 203199"/>
                <a:gd name="connsiteY43" fmla="*/ 27451 h 134945"/>
                <a:gd name="connsiteX44" fmla="*/ 12780 w 203199"/>
                <a:gd name="connsiteY44" fmla="*/ 27451 h 134945"/>
                <a:gd name="connsiteX45" fmla="*/ 12780 w 203199"/>
                <a:gd name="connsiteY45" fmla="*/ 13406 h 134945"/>
                <a:gd name="connsiteX46" fmla="*/ 135467 w 203199"/>
                <a:gd name="connsiteY46" fmla="*/ 13406 h 134945"/>
                <a:gd name="connsiteX47" fmla="*/ 135467 w 203199"/>
                <a:gd name="connsiteY47" fmla="*/ 109166 h 134945"/>
                <a:gd name="connsiteX48" fmla="*/ 58788 w 203199"/>
                <a:gd name="connsiteY48" fmla="*/ 109166 h 134945"/>
                <a:gd name="connsiteX49" fmla="*/ 33867 w 203199"/>
                <a:gd name="connsiteY49" fmla="*/ 96398 h 134945"/>
                <a:gd name="connsiteX50" fmla="*/ 21087 w 203199"/>
                <a:gd name="connsiteY50" fmla="*/ 109166 h 134945"/>
                <a:gd name="connsiteX51" fmla="*/ 12780 w 203199"/>
                <a:gd name="connsiteY51" fmla="*/ 109166 h 134945"/>
                <a:gd name="connsiteX52" fmla="*/ 12780 w 203199"/>
                <a:gd name="connsiteY52" fmla="*/ 67032 h 134945"/>
                <a:gd name="connsiteX53" fmla="*/ 40257 w 203199"/>
                <a:gd name="connsiteY53" fmla="*/ 121934 h 134945"/>
                <a:gd name="connsiteX54" fmla="*/ 33228 w 203199"/>
                <a:gd name="connsiteY54" fmla="*/ 114912 h 134945"/>
                <a:gd name="connsiteX55" fmla="*/ 40257 w 203199"/>
                <a:gd name="connsiteY55" fmla="*/ 107889 h 134945"/>
                <a:gd name="connsiteX56" fmla="*/ 47286 w 203199"/>
                <a:gd name="connsiteY56" fmla="*/ 114912 h 134945"/>
                <a:gd name="connsiteX57" fmla="*/ 47286 w 203199"/>
                <a:gd name="connsiteY57" fmla="*/ 114912 h 134945"/>
                <a:gd name="connsiteX58" fmla="*/ 40257 w 203199"/>
                <a:gd name="connsiteY58" fmla="*/ 121934 h 134945"/>
                <a:gd name="connsiteX59" fmla="*/ 40257 w 203199"/>
                <a:gd name="connsiteY59" fmla="*/ 121934 h 134945"/>
                <a:gd name="connsiteX60" fmla="*/ 155275 w 203199"/>
                <a:gd name="connsiteY60" fmla="*/ 121934 h 134945"/>
                <a:gd name="connsiteX61" fmla="*/ 148247 w 203199"/>
                <a:gd name="connsiteY61" fmla="*/ 114912 h 134945"/>
                <a:gd name="connsiteX62" fmla="*/ 155275 w 203199"/>
                <a:gd name="connsiteY62" fmla="*/ 107889 h 134945"/>
                <a:gd name="connsiteX63" fmla="*/ 162305 w 203199"/>
                <a:gd name="connsiteY63" fmla="*/ 114912 h 134945"/>
                <a:gd name="connsiteX64" fmla="*/ 162305 w 203199"/>
                <a:gd name="connsiteY64" fmla="*/ 114912 h 134945"/>
                <a:gd name="connsiteX65" fmla="*/ 155275 w 203199"/>
                <a:gd name="connsiteY65" fmla="*/ 121934 h 134945"/>
                <a:gd name="connsiteX66" fmla="*/ 155275 w 203199"/>
                <a:gd name="connsiteY66" fmla="*/ 121934 h 134945"/>
                <a:gd name="connsiteX67" fmla="*/ 189142 w 203199"/>
                <a:gd name="connsiteY67" fmla="*/ 108528 h 134945"/>
                <a:gd name="connsiteX68" fmla="*/ 173806 w 203199"/>
                <a:gd name="connsiteY68" fmla="*/ 108528 h 134945"/>
                <a:gd name="connsiteX69" fmla="*/ 155275 w 203199"/>
                <a:gd name="connsiteY69" fmla="*/ 95121 h 134945"/>
                <a:gd name="connsiteX70" fmla="*/ 148247 w 203199"/>
                <a:gd name="connsiteY70" fmla="*/ 96398 h 134945"/>
                <a:gd name="connsiteX71" fmla="*/ 148247 w 203199"/>
                <a:gd name="connsiteY71" fmla="*/ 53625 h 134945"/>
                <a:gd name="connsiteX72" fmla="*/ 182752 w 203199"/>
                <a:gd name="connsiteY72" fmla="*/ 53625 h 134945"/>
                <a:gd name="connsiteX73" fmla="*/ 189781 w 203199"/>
                <a:gd name="connsiteY73" fmla="*/ 60648 h 134945"/>
                <a:gd name="connsiteX74" fmla="*/ 189781 w 203199"/>
                <a:gd name="connsiteY74" fmla="*/ 108528 h 134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03199" h="134945">
                  <a:moveTo>
                    <a:pt x="182113" y="40857"/>
                  </a:moveTo>
                  <a:lnTo>
                    <a:pt x="147607" y="40857"/>
                  </a:lnTo>
                  <a:lnTo>
                    <a:pt x="147607" y="6384"/>
                  </a:lnTo>
                  <a:cubicBezTo>
                    <a:pt x="147607" y="2553"/>
                    <a:pt x="145052" y="0"/>
                    <a:pt x="141217" y="0"/>
                  </a:cubicBezTo>
                  <a:lnTo>
                    <a:pt x="6390" y="0"/>
                  </a:lnTo>
                  <a:cubicBezTo>
                    <a:pt x="2556" y="0"/>
                    <a:pt x="0" y="2553"/>
                    <a:pt x="0" y="6384"/>
                  </a:cubicBezTo>
                  <a:lnTo>
                    <a:pt x="0" y="114912"/>
                  </a:lnTo>
                  <a:cubicBezTo>
                    <a:pt x="0" y="118742"/>
                    <a:pt x="2556" y="121296"/>
                    <a:pt x="6390" y="121296"/>
                  </a:cubicBezTo>
                  <a:lnTo>
                    <a:pt x="21726" y="121296"/>
                  </a:lnTo>
                  <a:cubicBezTo>
                    <a:pt x="24921" y="131510"/>
                    <a:pt x="36423" y="137256"/>
                    <a:pt x="46646" y="134064"/>
                  </a:cubicBezTo>
                  <a:cubicBezTo>
                    <a:pt x="52398" y="132149"/>
                    <a:pt x="56871" y="127680"/>
                    <a:pt x="59426" y="121296"/>
                  </a:cubicBezTo>
                  <a:lnTo>
                    <a:pt x="137384" y="121296"/>
                  </a:lnTo>
                  <a:cubicBezTo>
                    <a:pt x="140579" y="131510"/>
                    <a:pt x="152080" y="137256"/>
                    <a:pt x="162305" y="134064"/>
                  </a:cubicBezTo>
                  <a:cubicBezTo>
                    <a:pt x="168055" y="132149"/>
                    <a:pt x="172528" y="127680"/>
                    <a:pt x="175084" y="121296"/>
                  </a:cubicBezTo>
                  <a:lnTo>
                    <a:pt x="196810" y="121296"/>
                  </a:lnTo>
                  <a:cubicBezTo>
                    <a:pt x="200644" y="121296"/>
                    <a:pt x="203200" y="118742"/>
                    <a:pt x="203200" y="114912"/>
                  </a:cubicBezTo>
                  <a:lnTo>
                    <a:pt x="203200" y="60648"/>
                  </a:lnTo>
                  <a:cubicBezTo>
                    <a:pt x="202561" y="49795"/>
                    <a:pt x="193615" y="40857"/>
                    <a:pt x="182113" y="40857"/>
                  </a:cubicBezTo>
                  <a:cubicBezTo>
                    <a:pt x="182752" y="40857"/>
                    <a:pt x="182752" y="40857"/>
                    <a:pt x="182113" y="40857"/>
                  </a:cubicBezTo>
                  <a:close/>
                  <a:moveTo>
                    <a:pt x="53676" y="40219"/>
                  </a:moveTo>
                  <a:lnTo>
                    <a:pt x="53676" y="54264"/>
                  </a:lnTo>
                  <a:lnTo>
                    <a:pt x="39618" y="54264"/>
                  </a:lnTo>
                  <a:lnTo>
                    <a:pt x="39618" y="40219"/>
                  </a:lnTo>
                  <a:lnTo>
                    <a:pt x="53676" y="40219"/>
                  </a:lnTo>
                  <a:close/>
                  <a:moveTo>
                    <a:pt x="81152" y="40219"/>
                  </a:moveTo>
                  <a:lnTo>
                    <a:pt x="81152" y="54264"/>
                  </a:lnTo>
                  <a:lnTo>
                    <a:pt x="67094" y="54264"/>
                  </a:lnTo>
                  <a:lnTo>
                    <a:pt x="67094" y="40219"/>
                  </a:lnTo>
                  <a:lnTo>
                    <a:pt x="81152" y="40219"/>
                  </a:lnTo>
                  <a:close/>
                  <a:moveTo>
                    <a:pt x="107990" y="40219"/>
                  </a:moveTo>
                  <a:lnTo>
                    <a:pt x="107990" y="54264"/>
                  </a:lnTo>
                  <a:lnTo>
                    <a:pt x="93932" y="54264"/>
                  </a:lnTo>
                  <a:lnTo>
                    <a:pt x="93932" y="40219"/>
                  </a:lnTo>
                  <a:lnTo>
                    <a:pt x="107990" y="40219"/>
                  </a:lnTo>
                  <a:close/>
                  <a:moveTo>
                    <a:pt x="26838" y="54264"/>
                  </a:moveTo>
                  <a:lnTo>
                    <a:pt x="12780" y="54264"/>
                  </a:lnTo>
                  <a:lnTo>
                    <a:pt x="12780" y="40219"/>
                  </a:lnTo>
                  <a:lnTo>
                    <a:pt x="26838" y="40219"/>
                  </a:lnTo>
                  <a:lnTo>
                    <a:pt x="26838" y="54264"/>
                  </a:lnTo>
                  <a:close/>
                  <a:moveTo>
                    <a:pt x="12780" y="67032"/>
                  </a:moveTo>
                  <a:lnTo>
                    <a:pt x="115019" y="67032"/>
                  </a:lnTo>
                  <a:cubicBezTo>
                    <a:pt x="118853" y="67032"/>
                    <a:pt x="121409" y="64478"/>
                    <a:pt x="121409" y="60648"/>
                  </a:cubicBezTo>
                  <a:lnTo>
                    <a:pt x="121409" y="33835"/>
                  </a:lnTo>
                  <a:cubicBezTo>
                    <a:pt x="121409" y="30005"/>
                    <a:pt x="118853" y="27451"/>
                    <a:pt x="115019" y="27451"/>
                  </a:cubicBezTo>
                  <a:lnTo>
                    <a:pt x="12780" y="27451"/>
                  </a:lnTo>
                  <a:lnTo>
                    <a:pt x="12780" y="13406"/>
                  </a:lnTo>
                  <a:lnTo>
                    <a:pt x="135467" y="13406"/>
                  </a:lnTo>
                  <a:lnTo>
                    <a:pt x="135467" y="109166"/>
                  </a:lnTo>
                  <a:lnTo>
                    <a:pt x="58788" y="109166"/>
                  </a:lnTo>
                  <a:cubicBezTo>
                    <a:pt x="55593" y="98952"/>
                    <a:pt x="44091" y="93206"/>
                    <a:pt x="33867" y="96398"/>
                  </a:cubicBezTo>
                  <a:cubicBezTo>
                    <a:pt x="28116" y="98313"/>
                    <a:pt x="23004" y="102782"/>
                    <a:pt x="21087" y="109166"/>
                  </a:cubicBezTo>
                  <a:lnTo>
                    <a:pt x="12780" y="109166"/>
                  </a:lnTo>
                  <a:lnTo>
                    <a:pt x="12780" y="67032"/>
                  </a:lnTo>
                  <a:close/>
                  <a:moveTo>
                    <a:pt x="40257" y="121934"/>
                  </a:moveTo>
                  <a:cubicBezTo>
                    <a:pt x="36423" y="121934"/>
                    <a:pt x="33228" y="118742"/>
                    <a:pt x="33228" y="114912"/>
                  </a:cubicBezTo>
                  <a:cubicBezTo>
                    <a:pt x="33228" y="111081"/>
                    <a:pt x="36423" y="107889"/>
                    <a:pt x="40257" y="107889"/>
                  </a:cubicBezTo>
                  <a:cubicBezTo>
                    <a:pt x="44091" y="107889"/>
                    <a:pt x="47286" y="111081"/>
                    <a:pt x="47286" y="114912"/>
                  </a:cubicBezTo>
                  <a:cubicBezTo>
                    <a:pt x="47286" y="114912"/>
                    <a:pt x="47286" y="114912"/>
                    <a:pt x="47286" y="114912"/>
                  </a:cubicBezTo>
                  <a:cubicBezTo>
                    <a:pt x="47286" y="118742"/>
                    <a:pt x="44091" y="121934"/>
                    <a:pt x="40257" y="121934"/>
                  </a:cubicBezTo>
                  <a:lnTo>
                    <a:pt x="40257" y="121934"/>
                  </a:lnTo>
                  <a:close/>
                  <a:moveTo>
                    <a:pt x="155275" y="121934"/>
                  </a:moveTo>
                  <a:cubicBezTo>
                    <a:pt x="151442" y="121934"/>
                    <a:pt x="148247" y="118742"/>
                    <a:pt x="148247" y="114912"/>
                  </a:cubicBezTo>
                  <a:cubicBezTo>
                    <a:pt x="148247" y="111081"/>
                    <a:pt x="151442" y="107889"/>
                    <a:pt x="155275" y="107889"/>
                  </a:cubicBezTo>
                  <a:cubicBezTo>
                    <a:pt x="159110" y="107889"/>
                    <a:pt x="162305" y="111081"/>
                    <a:pt x="162305" y="114912"/>
                  </a:cubicBezTo>
                  <a:cubicBezTo>
                    <a:pt x="162305" y="114912"/>
                    <a:pt x="162305" y="114912"/>
                    <a:pt x="162305" y="114912"/>
                  </a:cubicBezTo>
                  <a:cubicBezTo>
                    <a:pt x="162305" y="118742"/>
                    <a:pt x="159110" y="121934"/>
                    <a:pt x="155275" y="121934"/>
                  </a:cubicBezTo>
                  <a:lnTo>
                    <a:pt x="155275" y="121934"/>
                  </a:lnTo>
                  <a:close/>
                  <a:moveTo>
                    <a:pt x="189142" y="108528"/>
                  </a:moveTo>
                  <a:lnTo>
                    <a:pt x="173806" y="108528"/>
                  </a:lnTo>
                  <a:cubicBezTo>
                    <a:pt x="171250" y="100229"/>
                    <a:pt x="163582" y="95121"/>
                    <a:pt x="155275" y="95121"/>
                  </a:cubicBezTo>
                  <a:cubicBezTo>
                    <a:pt x="152720" y="95121"/>
                    <a:pt x="150164" y="95760"/>
                    <a:pt x="148247" y="96398"/>
                  </a:cubicBezTo>
                  <a:lnTo>
                    <a:pt x="148247" y="53625"/>
                  </a:lnTo>
                  <a:lnTo>
                    <a:pt x="182752" y="53625"/>
                  </a:lnTo>
                  <a:cubicBezTo>
                    <a:pt x="186586" y="53625"/>
                    <a:pt x="189781" y="56817"/>
                    <a:pt x="189781" y="60648"/>
                  </a:cubicBezTo>
                  <a:lnTo>
                    <a:pt x="189781" y="108528"/>
                  </a:lnTo>
                  <a:close/>
                </a:path>
              </a:pathLst>
            </a:custGeom>
            <a:solidFill>
              <a:srgbClr val="43B02A"/>
            </a:solidFill>
            <a:ln w="6390" cap="flat">
              <a:noFill/>
              <a:prstDash val="solid"/>
              <a:miter/>
            </a:ln>
          </p:spPr>
          <p:txBody>
            <a:bodyPr rtlCol="0" anchor="ctr"/>
            <a:lstStyle/>
            <a:p>
              <a:endParaRPr lang="en-US"/>
            </a:p>
          </p:txBody>
        </p:sp>
      </p:grpSp>
      <p:grpSp>
        <p:nvGrpSpPr>
          <p:cNvPr id="115" name="Graphic 4">
            <a:extLst>
              <a:ext uri="{FF2B5EF4-FFF2-40B4-BE49-F238E27FC236}">
                <a16:creationId xmlns:a16="http://schemas.microsoft.com/office/drawing/2014/main" id="{1FB9955F-E870-3C4B-A404-26478394C810}"/>
              </a:ext>
            </a:extLst>
          </p:cNvPr>
          <p:cNvGrpSpPr/>
          <p:nvPr/>
        </p:nvGrpSpPr>
        <p:grpSpPr>
          <a:xfrm>
            <a:off x="467104" y="2371173"/>
            <a:ext cx="362309" cy="362610"/>
            <a:chOff x="467104" y="2371173"/>
            <a:chExt cx="362309" cy="362610"/>
          </a:xfrm>
          <a:solidFill>
            <a:srgbClr val="26890D"/>
          </a:solidFill>
        </p:grpSpPr>
        <p:sp>
          <p:nvSpPr>
            <p:cNvPr id="116" name="Graphic 4">
              <a:extLst>
                <a:ext uri="{FF2B5EF4-FFF2-40B4-BE49-F238E27FC236}">
                  <a16:creationId xmlns:a16="http://schemas.microsoft.com/office/drawing/2014/main" id="{1D03A879-8783-484F-9AAC-83F41176EE3B}"/>
                </a:ext>
              </a:extLst>
            </p:cNvPr>
            <p:cNvSpPr/>
            <p:nvPr/>
          </p:nvSpPr>
          <p:spPr>
            <a:xfrm>
              <a:off x="467104" y="2371173"/>
              <a:ext cx="362309" cy="362610"/>
            </a:xfrm>
            <a:custGeom>
              <a:avLst/>
              <a:gdLst>
                <a:gd name="connsiteX0" fmla="*/ 181474 w 362309"/>
                <a:gd name="connsiteY0" fmla="*/ 0 h 362610"/>
                <a:gd name="connsiteX1" fmla="*/ 0 w 362309"/>
                <a:gd name="connsiteY1" fmla="*/ 181305 h 362610"/>
                <a:gd name="connsiteX2" fmla="*/ 181474 w 362309"/>
                <a:gd name="connsiteY2" fmla="*/ 362610 h 362610"/>
                <a:gd name="connsiteX3" fmla="*/ 362309 w 362309"/>
                <a:gd name="connsiteY3" fmla="*/ 181305 h 362610"/>
                <a:gd name="connsiteX4" fmla="*/ 181474 w 362309"/>
                <a:gd name="connsiteY4" fmla="*/ 0 h 362610"/>
                <a:gd name="connsiteX5" fmla="*/ 181474 w 362309"/>
                <a:gd name="connsiteY5" fmla="*/ 0 h 362610"/>
                <a:gd name="connsiteX6" fmla="*/ 181474 w 362309"/>
                <a:gd name="connsiteY6" fmla="*/ 349204 h 362610"/>
                <a:gd name="connsiteX7" fmla="*/ 13419 w 362309"/>
                <a:gd name="connsiteY7" fmla="*/ 180667 h 362610"/>
                <a:gd name="connsiteX8" fmla="*/ 181474 w 362309"/>
                <a:gd name="connsiteY8" fmla="*/ 12130 h 362610"/>
                <a:gd name="connsiteX9" fmla="*/ 349530 w 362309"/>
                <a:gd name="connsiteY9" fmla="*/ 180667 h 362610"/>
                <a:gd name="connsiteX10" fmla="*/ 349530 w 362309"/>
                <a:gd name="connsiteY10" fmla="*/ 180667 h 362610"/>
                <a:gd name="connsiteX11" fmla="*/ 181474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1474" y="0"/>
                  </a:moveTo>
                  <a:cubicBezTo>
                    <a:pt x="81152" y="0"/>
                    <a:pt x="0" y="81077"/>
                    <a:pt x="0" y="181305"/>
                  </a:cubicBezTo>
                  <a:cubicBezTo>
                    <a:pt x="0" y="281534"/>
                    <a:pt x="81152" y="362610"/>
                    <a:pt x="181474" y="362610"/>
                  </a:cubicBezTo>
                  <a:cubicBezTo>
                    <a:pt x="281796" y="362610"/>
                    <a:pt x="362309" y="281534"/>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130"/>
                    <a:pt x="181474" y="12130"/>
                  </a:cubicBezTo>
                  <a:cubicBezTo>
                    <a:pt x="274128" y="12130"/>
                    <a:pt x="349530" y="87461"/>
                    <a:pt x="349530" y="180667"/>
                  </a:cubicBezTo>
                  <a:cubicBezTo>
                    <a:pt x="349530" y="180667"/>
                    <a:pt x="349530" y="180667"/>
                    <a:pt x="349530" y="180667"/>
                  </a:cubicBezTo>
                  <a:cubicBezTo>
                    <a:pt x="349530" y="273873"/>
                    <a:pt x="274128" y="349204"/>
                    <a:pt x="181474" y="349204"/>
                  </a:cubicBezTo>
                  <a:close/>
                </a:path>
              </a:pathLst>
            </a:custGeom>
            <a:solidFill>
              <a:srgbClr val="26890D"/>
            </a:solidFill>
            <a:ln w="6390" cap="flat">
              <a:noFill/>
              <a:prstDash val="solid"/>
              <a:miter/>
            </a:ln>
          </p:spPr>
          <p:txBody>
            <a:bodyPr rtlCol="0" anchor="ctr"/>
            <a:lstStyle/>
            <a:p>
              <a:endParaRPr lang="en-US"/>
            </a:p>
          </p:txBody>
        </p:sp>
        <p:sp>
          <p:nvSpPr>
            <p:cNvPr id="117" name="Graphic 4">
              <a:extLst>
                <a:ext uri="{FF2B5EF4-FFF2-40B4-BE49-F238E27FC236}">
                  <a16:creationId xmlns:a16="http://schemas.microsoft.com/office/drawing/2014/main" id="{34992FAD-1CA5-4949-9C5B-E8B28F3D961E}"/>
                </a:ext>
              </a:extLst>
            </p:cNvPr>
            <p:cNvSpPr/>
            <p:nvPr/>
          </p:nvSpPr>
          <p:spPr>
            <a:xfrm>
              <a:off x="594903" y="2443936"/>
              <a:ext cx="107032" cy="215793"/>
            </a:xfrm>
            <a:custGeom>
              <a:avLst/>
              <a:gdLst>
                <a:gd name="connsiteX0" fmla="*/ 53675 w 107032"/>
                <a:gd name="connsiteY0" fmla="*/ 15 h 215793"/>
                <a:gd name="connsiteX1" fmla="*/ 0 w 107032"/>
                <a:gd name="connsiteY1" fmla="*/ 52363 h 215793"/>
                <a:gd name="connsiteX2" fmla="*/ 47286 w 107032"/>
                <a:gd name="connsiteY2" fmla="*/ 105350 h 215793"/>
                <a:gd name="connsiteX3" fmla="*/ 47286 w 107032"/>
                <a:gd name="connsiteY3" fmla="*/ 209409 h 215793"/>
                <a:gd name="connsiteX4" fmla="*/ 53675 w 107032"/>
                <a:gd name="connsiteY4" fmla="*/ 215793 h 215793"/>
                <a:gd name="connsiteX5" fmla="*/ 60065 w 107032"/>
                <a:gd name="connsiteY5" fmla="*/ 209409 h 215793"/>
                <a:gd name="connsiteX6" fmla="*/ 60065 w 107032"/>
                <a:gd name="connsiteY6" fmla="*/ 105350 h 215793"/>
                <a:gd name="connsiteX7" fmla="*/ 106712 w 107032"/>
                <a:gd name="connsiteY7" fmla="*/ 47256 h 215793"/>
                <a:gd name="connsiteX8" fmla="*/ 53675 w 107032"/>
                <a:gd name="connsiteY8" fmla="*/ 15 h 215793"/>
                <a:gd name="connsiteX9" fmla="*/ 53675 w 107032"/>
                <a:gd name="connsiteY9" fmla="*/ 15 h 215793"/>
                <a:gd name="connsiteX10" fmla="*/ 53675 w 107032"/>
                <a:gd name="connsiteY10" fmla="*/ 93221 h 215793"/>
                <a:gd name="connsiteX11" fmla="*/ 13419 w 107032"/>
                <a:gd name="connsiteY11" fmla="*/ 53002 h 215793"/>
                <a:gd name="connsiteX12" fmla="*/ 53675 w 107032"/>
                <a:gd name="connsiteY12" fmla="*/ 12783 h 215793"/>
                <a:gd name="connsiteX13" fmla="*/ 93932 w 107032"/>
                <a:gd name="connsiteY13" fmla="*/ 53002 h 215793"/>
                <a:gd name="connsiteX14" fmla="*/ 53675 w 107032"/>
                <a:gd name="connsiteY14" fmla="*/ 93221 h 21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7032" h="215793">
                  <a:moveTo>
                    <a:pt x="53675" y="15"/>
                  </a:moveTo>
                  <a:cubicBezTo>
                    <a:pt x="24282" y="-624"/>
                    <a:pt x="639" y="22997"/>
                    <a:pt x="0" y="52363"/>
                  </a:cubicBezTo>
                  <a:cubicBezTo>
                    <a:pt x="0" y="79814"/>
                    <a:pt x="19809" y="102797"/>
                    <a:pt x="47286" y="105350"/>
                  </a:cubicBezTo>
                  <a:lnTo>
                    <a:pt x="47286" y="209409"/>
                  </a:lnTo>
                  <a:cubicBezTo>
                    <a:pt x="47286" y="213240"/>
                    <a:pt x="49842" y="215793"/>
                    <a:pt x="53675" y="215793"/>
                  </a:cubicBezTo>
                  <a:cubicBezTo>
                    <a:pt x="57509" y="215793"/>
                    <a:pt x="60065" y="213240"/>
                    <a:pt x="60065" y="209409"/>
                  </a:cubicBezTo>
                  <a:lnTo>
                    <a:pt x="60065" y="105350"/>
                  </a:lnTo>
                  <a:cubicBezTo>
                    <a:pt x="88820" y="102158"/>
                    <a:pt x="109907" y="75984"/>
                    <a:pt x="106712" y="47256"/>
                  </a:cubicBezTo>
                  <a:cubicBezTo>
                    <a:pt x="104156" y="19805"/>
                    <a:pt x="80513" y="-624"/>
                    <a:pt x="53675" y="15"/>
                  </a:cubicBezTo>
                  <a:lnTo>
                    <a:pt x="53675" y="15"/>
                  </a:lnTo>
                  <a:close/>
                  <a:moveTo>
                    <a:pt x="53675" y="93221"/>
                  </a:moveTo>
                  <a:cubicBezTo>
                    <a:pt x="31311" y="93221"/>
                    <a:pt x="13419" y="75345"/>
                    <a:pt x="13419" y="53002"/>
                  </a:cubicBezTo>
                  <a:cubicBezTo>
                    <a:pt x="13419" y="30658"/>
                    <a:pt x="31311" y="12783"/>
                    <a:pt x="53675" y="12783"/>
                  </a:cubicBezTo>
                  <a:cubicBezTo>
                    <a:pt x="76040" y="12783"/>
                    <a:pt x="93932" y="30658"/>
                    <a:pt x="93932" y="53002"/>
                  </a:cubicBezTo>
                  <a:cubicBezTo>
                    <a:pt x="93932" y="75345"/>
                    <a:pt x="76040" y="93221"/>
                    <a:pt x="53675" y="93221"/>
                  </a:cubicBezTo>
                  <a:close/>
                </a:path>
              </a:pathLst>
            </a:custGeom>
            <a:solidFill>
              <a:srgbClr val="26890D"/>
            </a:solidFill>
            <a:ln w="6390" cap="flat">
              <a:noFill/>
              <a:prstDash val="solid"/>
              <a:miter/>
            </a:ln>
          </p:spPr>
          <p:txBody>
            <a:bodyPr rtlCol="0" anchor="ctr"/>
            <a:lstStyle/>
            <a:p>
              <a:endParaRPr lang="en-US"/>
            </a:p>
          </p:txBody>
        </p:sp>
        <p:sp>
          <p:nvSpPr>
            <p:cNvPr id="118" name="Graphic 4">
              <a:extLst>
                <a:ext uri="{FF2B5EF4-FFF2-40B4-BE49-F238E27FC236}">
                  <a16:creationId xmlns:a16="http://schemas.microsoft.com/office/drawing/2014/main" id="{17399EBC-FB42-F547-8A94-78FFF3499273}"/>
                </a:ext>
              </a:extLst>
            </p:cNvPr>
            <p:cNvSpPr/>
            <p:nvPr/>
          </p:nvSpPr>
          <p:spPr>
            <a:xfrm>
              <a:off x="624935" y="2473955"/>
              <a:ext cx="30032" cy="29366"/>
            </a:xfrm>
            <a:custGeom>
              <a:avLst/>
              <a:gdLst>
                <a:gd name="connsiteX0" fmla="*/ 23643 w 30032"/>
                <a:gd name="connsiteY0" fmla="*/ 0 h 29366"/>
                <a:gd name="connsiteX1" fmla="*/ 0 w 30032"/>
                <a:gd name="connsiteY1" fmla="*/ 22982 h 29366"/>
                <a:gd name="connsiteX2" fmla="*/ 6390 w 30032"/>
                <a:gd name="connsiteY2" fmla="*/ 29366 h 29366"/>
                <a:gd name="connsiteX3" fmla="*/ 12780 w 30032"/>
                <a:gd name="connsiteY3" fmla="*/ 22982 h 29366"/>
                <a:gd name="connsiteX4" fmla="*/ 23643 w 30032"/>
                <a:gd name="connsiteY4" fmla="*/ 12768 h 29366"/>
                <a:gd name="connsiteX5" fmla="*/ 30033 w 30032"/>
                <a:gd name="connsiteY5" fmla="*/ 6384 h 29366"/>
                <a:gd name="connsiteX6" fmla="*/ 23643 w 30032"/>
                <a:gd name="connsiteY6"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32" h="29366">
                  <a:moveTo>
                    <a:pt x="23643" y="0"/>
                  </a:moveTo>
                  <a:cubicBezTo>
                    <a:pt x="10863" y="0"/>
                    <a:pt x="0" y="10214"/>
                    <a:pt x="0" y="22982"/>
                  </a:cubicBezTo>
                  <a:cubicBezTo>
                    <a:pt x="0" y="26813"/>
                    <a:pt x="2556" y="29366"/>
                    <a:pt x="6390" y="29366"/>
                  </a:cubicBezTo>
                  <a:cubicBezTo>
                    <a:pt x="10224" y="29366"/>
                    <a:pt x="12780" y="26813"/>
                    <a:pt x="12780" y="22982"/>
                  </a:cubicBezTo>
                  <a:cubicBezTo>
                    <a:pt x="12780" y="17237"/>
                    <a:pt x="17253" y="12768"/>
                    <a:pt x="23643" y="12768"/>
                  </a:cubicBezTo>
                  <a:cubicBezTo>
                    <a:pt x="27477" y="12768"/>
                    <a:pt x="30033" y="10214"/>
                    <a:pt x="30033" y="6384"/>
                  </a:cubicBezTo>
                  <a:cubicBezTo>
                    <a:pt x="30033" y="2554"/>
                    <a:pt x="26838" y="0"/>
                    <a:pt x="23643" y="0"/>
                  </a:cubicBezTo>
                  <a:close/>
                </a:path>
              </a:pathLst>
            </a:custGeom>
            <a:solidFill>
              <a:srgbClr val="26890D"/>
            </a:solidFill>
            <a:ln w="6390" cap="flat">
              <a:noFill/>
              <a:prstDash val="solid"/>
              <a:miter/>
            </a:ln>
          </p:spPr>
          <p:txBody>
            <a:bodyPr rtlCol="0" anchor="ctr"/>
            <a:lstStyle/>
            <a:p>
              <a:endParaRPr lang="en-US"/>
            </a:p>
          </p:txBody>
        </p:sp>
      </p:grpSp>
      <p:grpSp>
        <p:nvGrpSpPr>
          <p:cNvPr id="119" name="Graphic 4">
            <a:extLst>
              <a:ext uri="{FF2B5EF4-FFF2-40B4-BE49-F238E27FC236}">
                <a16:creationId xmlns:a16="http://schemas.microsoft.com/office/drawing/2014/main" id="{FED05015-857A-6E41-83D0-D245F21A1CF9}"/>
              </a:ext>
            </a:extLst>
          </p:cNvPr>
          <p:cNvGrpSpPr/>
          <p:nvPr/>
        </p:nvGrpSpPr>
        <p:grpSpPr>
          <a:xfrm>
            <a:off x="467743" y="1402723"/>
            <a:ext cx="361670" cy="361971"/>
            <a:chOff x="467743" y="1402723"/>
            <a:chExt cx="361670" cy="361971"/>
          </a:xfrm>
          <a:solidFill>
            <a:srgbClr val="26890D"/>
          </a:solidFill>
        </p:grpSpPr>
        <p:sp>
          <p:nvSpPr>
            <p:cNvPr id="120" name="Graphic 4">
              <a:extLst>
                <a:ext uri="{FF2B5EF4-FFF2-40B4-BE49-F238E27FC236}">
                  <a16:creationId xmlns:a16="http://schemas.microsoft.com/office/drawing/2014/main" id="{7881D0BD-9F9C-6940-AF24-3D3B0C1670FF}"/>
                </a:ext>
              </a:extLst>
            </p:cNvPr>
            <p:cNvSpPr/>
            <p:nvPr/>
          </p:nvSpPr>
          <p:spPr>
            <a:xfrm>
              <a:off x="467743" y="1402723"/>
              <a:ext cx="361670" cy="361971"/>
            </a:xfrm>
            <a:custGeom>
              <a:avLst/>
              <a:gdLst>
                <a:gd name="connsiteX0" fmla="*/ 180835 w 361670"/>
                <a:gd name="connsiteY0" fmla="*/ 0 h 361971"/>
                <a:gd name="connsiteX1" fmla="*/ 0 w 361670"/>
                <a:gd name="connsiteY1" fmla="*/ 181305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028 h 361971"/>
                <a:gd name="connsiteX9" fmla="*/ 180835 w 361670"/>
                <a:gd name="connsiteY9" fmla="*/ 12130 h 361971"/>
                <a:gd name="connsiteX10" fmla="*/ 348891 w 361670"/>
                <a:gd name="connsiteY10" fmla="*/ 180028 h 361971"/>
                <a:gd name="connsiteX11" fmla="*/ 180835 w 361670"/>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1971">
                  <a:moveTo>
                    <a:pt x="180835" y="0"/>
                  </a:moveTo>
                  <a:cubicBezTo>
                    <a:pt x="80513" y="0"/>
                    <a:pt x="0" y="81077"/>
                    <a:pt x="0" y="181305"/>
                  </a:cubicBezTo>
                  <a:cubicBezTo>
                    <a:pt x="0" y="281534"/>
                    <a:pt x="81152" y="361972"/>
                    <a:pt x="180835" y="361972"/>
                  </a:cubicBezTo>
                  <a:cubicBezTo>
                    <a:pt x="280518" y="361972"/>
                    <a:pt x="361670" y="280895"/>
                    <a:pt x="361670" y="181305"/>
                  </a:cubicBezTo>
                  <a:cubicBezTo>
                    <a:pt x="361670" y="181305"/>
                    <a:pt x="361670" y="181305"/>
                    <a:pt x="361670" y="181305"/>
                  </a:cubicBezTo>
                  <a:cubicBezTo>
                    <a:pt x="361670" y="80438"/>
                    <a:pt x="281157" y="0"/>
                    <a:pt x="180835" y="0"/>
                  </a:cubicBezTo>
                  <a:cubicBezTo>
                    <a:pt x="180835" y="0"/>
                    <a:pt x="180835" y="0"/>
                    <a:pt x="180835" y="0"/>
                  </a:cubicBezTo>
                  <a:close/>
                  <a:moveTo>
                    <a:pt x="180835" y="348565"/>
                  </a:moveTo>
                  <a:cubicBezTo>
                    <a:pt x="87542" y="348565"/>
                    <a:pt x="12780" y="273234"/>
                    <a:pt x="12780" y="180028"/>
                  </a:cubicBezTo>
                  <a:cubicBezTo>
                    <a:pt x="12780" y="86822"/>
                    <a:pt x="87542" y="12130"/>
                    <a:pt x="180835" y="12130"/>
                  </a:cubicBezTo>
                  <a:cubicBezTo>
                    <a:pt x="274128" y="12130"/>
                    <a:pt x="348891" y="87461"/>
                    <a:pt x="348891" y="180028"/>
                  </a:cubicBezTo>
                  <a:cubicBezTo>
                    <a:pt x="348891" y="273234"/>
                    <a:pt x="273489" y="348565"/>
                    <a:pt x="180835" y="348565"/>
                  </a:cubicBezTo>
                  <a:close/>
                </a:path>
              </a:pathLst>
            </a:custGeom>
            <a:solidFill>
              <a:srgbClr val="26890D"/>
            </a:solidFill>
            <a:ln w="6390" cap="flat">
              <a:noFill/>
              <a:prstDash val="solid"/>
              <a:miter/>
            </a:ln>
          </p:spPr>
          <p:txBody>
            <a:bodyPr rtlCol="0" anchor="ctr"/>
            <a:lstStyle/>
            <a:p>
              <a:endParaRPr lang="en-US"/>
            </a:p>
          </p:txBody>
        </p:sp>
        <p:sp>
          <p:nvSpPr>
            <p:cNvPr id="121" name="Graphic 4">
              <a:extLst>
                <a:ext uri="{FF2B5EF4-FFF2-40B4-BE49-F238E27FC236}">
                  <a16:creationId xmlns:a16="http://schemas.microsoft.com/office/drawing/2014/main" id="{E2EDE9C0-A4FB-CE43-BC69-E8200D7D709E}"/>
                </a:ext>
              </a:extLst>
            </p:cNvPr>
            <p:cNvSpPr/>
            <p:nvPr/>
          </p:nvSpPr>
          <p:spPr>
            <a:xfrm>
              <a:off x="541227" y="1497366"/>
              <a:ext cx="214868" cy="171569"/>
            </a:xfrm>
            <a:custGeom>
              <a:avLst/>
              <a:gdLst>
                <a:gd name="connsiteX0" fmla="*/ 210868 w 214868"/>
                <a:gd name="connsiteY0" fmla="*/ 22184 h 171569"/>
                <a:gd name="connsiteX1" fmla="*/ 160387 w 214868"/>
                <a:gd name="connsiteY1" fmla="*/ 479 h 171569"/>
                <a:gd name="connsiteX2" fmla="*/ 155275 w 214868"/>
                <a:gd name="connsiteY2" fmla="*/ 479 h 171569"/>
                <a:gd name="connsiteX3" fmla="*/ 107351 w 214868"/>
                <a:gd name="connsiteY3" fmla="*/ 20908 h 171569"/>
                <a:gd name="connsiteX4" fmla="*/ 59426 w 214868"/>
                <a:gd name="connsiteY4" fmla="*/ 479 h 171569"/>
                <a:gd name="connsiteX5" fmla="*/ 54314 w 214868"/>
                <a:gd name="connsiteY5" fmla="*/ 479 h 171569"/>
                <a:gd name="connsiteX6" fmla="*/ 3834 w 214868"/>
                <a:gd name="connsiteY6" fmla="*/ 22184 h 171569"/>
                <a:gd name="connsiteX7" fmla="*/ 0 w 214868"/>
                <a:gd name="connsiteY7" fmla="*/ 27930 h 171569"/>
                <a:gd name="connsiteX8" fmla="*/ 0 w 214868"/>
                <a:gd name="connsiteY8" fmla="*/ 165186 h 171569"/>
                <a:gd name="connsiteX9" fmla="*/ 2556 w 214868"/>
                <a:gd name="connsiteY9" fmla="*/ 170293 h 171569"/>
                <a:gd name="connsiteX10" fmla="*/ 8946 w 214868"/>
                <a:gd name="connsiteY10" fmla="*/ 170931 h 171569"/>
                <a:gd name="connsiteX11" fmla="*/ 56870 w 214868"/>
                <a:gd name="connsiteY11" fmla="*/ 150502 h 171569"/>
                <a:gd name="connsiteX12" fmla="*/ 104795 w 214868"/>
                <a:gd name="connsiteY12" fmla="*/ 170931 h 171569"/>
                <a:gd name="connsiteX13" fmla="*/ 109907 w 214868"/>
                <a:gd name="connsiteY13" fmla="*/ 170931 h 171569"/>
                <a:gd name="connsiteX14" fmla="*/ 157831 w 214868"/>
                <a:gd name="connsiteY14" fmla="*/ 150502 h 171569"/>
                <a:gd name="connsiteX15" fmla="*/ 205756 w 214868"/>
                <a:gd name="connsiteY15" fmla="*/ 170931 h 171569"/>
                <a:gd name="connsiteX16" fmla="*/ 208312 w 214868"/>
                <a:gd name="connsiteY16" fmla="*/ 171569 h 171569"/>
                <a:gd name="connsiteX17" fmla="*/ 212146 w 214868"/>
                <a:gd name="connsiteY17" fmla="*/ 170293 h 171569"/>
                <a:gd name="connsiteX18" fmla="*/ 214702 w 214868"/>
                <a:gd name="connsiteY18" fmla="*/ 165186 h 171569"/>
                <a:gd name="connsiteX19" fmla="*/ 214702 w 214868"/>
                <a:gd name="connsiteY19" fmla="*/ 27930 h 171569"/>
                <a:gd name="connsiteX20" fmla="*/ 210868 w 214868"/>
                <a:gd name="connsiteY20" fmla="*/ 22184 h 171569"/>
                <a:gd name="connsiteX21" fmla="*/ 63260 w 214868"/>
                <a:gd name="connsiteY21" fmla="*/ 15800 h 171569"/>
                <a:gd name="connsiteX22" fmla="*/ 100961 w 214868"/>
                <a:gd name="connsiteY22" fmla="*/ 31760 h 171569"/>
                <a:gd name="connsiteX23" fmla="*/ 100961 w 214868"/>
                <a:gd name="connsiteY23" fmla="*/ 154971 h 171569"/>
                <a:gd name="connsiteX24" fmla="*/ 63260 w 214868"/>
                <a:gd name="connsiteY24" fmla="*/ 139011 h 171569"/>
                <a:gd name="connsiteX25" fmla="*/ 63260 w 214868"/>
                <a:gd name="connsiteY25" fmla="*/ 15800 h 171569"/>
                <a:gd name="connsiteX26" fmla="*/ 113741 w 214868"/>
                <a:gd name="connsiteY26" fmla="*/ 32399 h 171569"/>
                <a:gd name="connsiteX27" fmla="*/ 151442 w 214868"/>
                <a:gd name="connsiteY27" fmla="*/ 16439 h 171569"/>
                <a:gd name="connsiteX28" fmla="*/ 151442 w 214868"/>
                <a:gd name="connsiteY28" fmla="*/ 139650 h 171569"/>
                <a:gd name="connsiteX29" fmla="*/ 113741 w 214868"/>
                <a:gd name="connsiteY29" fmla="*/ 155610 h 171569"/>
                <a:gd name="connsiteX30" fmla="*/ 113741 w 214868"/>
                <a:gd name="connsiteY30" fmla="*/ 32399 h 171569"/>
                <a:gd name="connsiteX31" fmla="*/ 12141 w 214868"/>
                <a:gd name="connsiteY31" fmla="*/ 32399 h 171569"/>
                <a:gd name="connsiteX32" fmla="*/ 49842 w 214868"/>
                <a:gd name="connsiteY32" fmla="*/ 16439 h 171569"/>
                <a:gd name="connsiteX33" fmla="*/ 49842 w 214868"/>
                <a:gd name="connsiteY33" fmla="*/ 139650 h 171569"/>
                <a:gd name="connsiteX34" fmla="*/ 12141 w 214868"/>
                <a:gd name="connsiteY34" fmla="*/ 155610 h 171569"/>
                <a:gd name="connsiteX35" fmla="*/ 12141 w 214868"/>
                <a:gd name="connsiteY35" fmla="*/ 32399 h 171569"/>
                <a:gd name="connsiteX36" fmla="*/ 201922 w 214868"/>
                <a:gd name="connsiteY36" fmla="*/ 155610 h 171569"/>
                <a:gd name="connsiteX37" fmla="*/ 164221 w 214868"/>
                <a:gd name="connsiteY37" fmla="*/ 139650 h 171569"/>
                <a:gd name="connsiteX38" fmla="*/ 164221 w 214868"/>
                <a:gd name="connsiteY38" fmla="*/ 16439 h 171569"/>
                <a:gd name="connsiteX39" fmla="*/ 201922 w 214868"/>
                <a:gd name="connsiteY39" fmla="*/ 32399 h 171569"/>
                <a:gd name="connsiteX40" fmla="*/ 201922 w 214868"/>
                <a:gd name="connsiteY40" fmla="*/ 155610 h 171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14868" h="171569">
                  <a:moveTo>
                    <a:pt x="210868" y="22184"/>
                  </a:moveTo>
                  <a:lnTo>
                    <a:pt x="160387" y="479"/>
                  </a:lnTo>
                  <a:cubicBezTo>
                    <a:pt x="158470" y="-160"/>
                    <a:pt x="157192" y="-160"/>
                    <a:pt x="155275" y="479"/>
                  </a:cubicBezTo>
                  <a:lnTo>
                    <a:pt x="107351" y="20908"/>
                  </a:lnTo>
                  <a:lnTo>
                    <a:pt x="59426" y="479"/>
                  </a:lnTo>
                  <a:cubicBezTo>
                    <a:pt x="57509" y="-160"/>
                    <a:pt x="56231" y="-160"/>
                    <a:pt x="54314" y="479"/>
                  </a:cubicBezTo>
                  <a:lnTo>
                    <a:pt x="3834" y="22184"/>
                  </a:lnTo>
                  <a:cubicBezTo>
                    <a:pt x="1278" y="23461"/>
                    <a:pt x="0" y="25376"/>
                    <a:pt x="0" y="27930"/>
                  </a:cubicBezTo>
                  <a:lnTo>
                    <a:pt x="0" y="165186"/>
                  </a:lnTo>
                  <a:cubicBezTo>
                    <a:pt x="0" y="167101"/>
                    <a:pt x="1278" y="169654"/>
                    <a:pt x="2556" y="170293"/>
                  </a:cubicBezTo>
                  <a:cubicBezTo>
                    <a:pt x="4473" y="171569"/>
                    <a:pt x="7029" y="171569"/>
                    <a:pt x="8946" y="170931"/>
                  </a:cubicBezTo>
                  <a:lnTo>
                    <a:pt x="56870" y="150502"/>
                  </a:lnTo>
                  <a:lnTo>
                    <a:pt x="104795" y="170931"/>
                  </a:lnTo>
                  <a:cubicBezTo>
                    <a:pt x="106712" y="171569"/>
                    <a:pt x="107990" y="171569"/>
                    <a:pt x="109907" y="170931"/>
                  </a:cubicBezTo>
                  <a:lnTo>
                    <a:pt x="157831" y="150502"/>
                  </a:lnTo>
                  <a:lnTo>
                    <a:pt x="205756" y="170931"/>
                  </a:lnTo>
                  <a:cubicBezTo>
                    <a:pt x="206395" y="171569"/>
                    <a:pt x="207673" y="171569"/>
                    <a:pt x="208312" y="171569"/>
                  </a:cubicBezTo>
                  <a:cubicBezTo>
                    <a:pt x="209590" y="171569"/>
                    <a:pt x="210868" y="170931"/>
                    <a:pt x="212146" y="170293"/>
                  </a:cubicBezTo>
                  <a:cubicBezTo>
                    <a:pt x="214063" y="169016"/>
                    <a:pt x="215341" y="167101"/>
                    <a:pt x="214702" y="165186"/>
                  </a:cubicBezTo>
                  <a:lnTo>
                    <a:pt x="214702" y="27930"/>
                  </a:lnTo>
                  <a:cubicBezTo>
                    <a:pt x="215341" y="25376"/>
                    <a:pt x="213424" y="22823"/>
                    <a:pt x="210868" y="22184"/>
                  </a:cubicBezTo>
                  <a:close/>
                  <a:moveTo>
                    <a:pt x="63260" y="15800"/>
                  </a:moveTo>
                  <a:lnTo>
                    <a:pt x="100961" y="31760"/>
                  </a:lnTo>
                  <a:lnTo>
                    <a:pt x="100961" y="154971"/>
                  </a:lnTo>
                  <a:lnTo>
                    <a:pt x="63260" y="139011"/>
                  </a:lnTo>
                  <a:lnTo>
                    <a:pt x="63260" y="15800"/>
                  </a:lnTo>
                  <a:close/>
                  <a:moveTo>
                    <a:pt x="113741" y="32399"/>
                  </a:moveTo>
                  <a:lnTo>
                    <a:pt x="151442" y="16439"/>
                  </a:lnTo>
                  <a:lnTo>
                    <a:pt x="151442" y="139650"/>
                  </a:lnTo>
                  <a:lnTo>
                    <a:pt x="113741" y="155610"/>
                  </a:lnTo>
                  <a:lnTo>
                    <a:pt x="113741" y="32399"/>
                  </a:lnTo>
                  <a:close/>
                  <a:moveTo>
                    <a:pt x="12141" y="32399"/>
                  </a:moveTo>
                  <a:lnTo>
                    <a:pt x="49842" y="16439"/>
                  </a:lnTo>
                  <a:lnTo>
                    <a:pt x="49842" y="139650"/>
                  </a:lnTo>
                  <a:lnTo>
                    <a:pt x="12141" y="155610"/>
                  </a:lnTo>
                  <a:lnTo>
                    <a:pt x="12141" y="32399"/>
                  </a:lnTo>
                  <a:close/>
                  <a:moveTo>
                    <a:pt x="201922" y="155610"/>
                  </a:moveTo>
                  <a:lnTo>
                    <a:pt x="164221" y="139650"/>
                  </a:lnTo>
                  <a:lnTo>
                    <a:pt x="164221" y="16439"/>
                  </a:lnTo>
                  <a:lnTo>
                    <a:pt x="201922" y="32399"/>
                  </a:lnTo>
                  <a:lnTo>
                    <a:pt x="201922" y="155610"/>
                  </a:lnTo>
                  <a:close/>
                </a:path>
              </a:pathLst>
            </a:custGeom>
            <a:solidFill>
              <a:srgbClr val="26890D"/>
            </a:solidFill>
            <a:ln w="6390" cap="flat">
              <a:noFill/>
              <a:prstDash val="solid"/>
              <a:miter/>
            </a:ln>
          </p:spPr>
          <p:txBody>
            <a:bodyPr rtlCol="0" anchor="ctr"/>
            <a:lstStyle/>
            <a:p>
              <a:endParaRPr lang="en-US"/>
            </a:p>
          </p:txBody>
        </p:sp>
      </p:grpSp>
      <p:grpSp>
        <p:nvGrpSpPr>
          <p:cNvPr id="122" name="Graphic 4">
            <a:extLst>
              <a:ext uri="{FF2B5EF4-FFF2-40B4-BE49-F238E27FC236}">
                <a16:creationId xmlns:a16="http://schemas.microsoft.com/office/drawing/2014/main" id="{7293BCE0-7A9D-A34F-835B-3E0C9993CD64}"/>
              </a:ext>
            </a:extLst>
          </p:cNvPr>
          <p:cNvGrpSpPr/>
          <p:nvPr/>
        </p:nvGrpSpPr>
        <p:grpSpPr>
          <a:xfrm>
            <a:off x="7805570" y="918179"/>
            <a:ext cx="361670" cy="361971"/>
            <a:chOff x="6754802" y="918179"/>
            <a:chExt cx="361670" cy="361971"/>
          </a:xfrm>
          <a:solidFill>
            <a:srgbClr val="43B02A"/>
          </a:solidFill>
        </p:grpSpPr>
        <p:sp>
          <p:nvSpPr>
            <p:cNvPr id="123" name="Graphic 4">
              <a:extLst>
                <a:ext uri="{FF2B5EF4-FFF2-40B4-BE49-F238E27FC236}">
                  <a16:creationId xmlns:a16="http://schemas.microsoft.com/office/drawing/2014/main" id="{B5E8BC5B-02F8-3040-AC6F-96BC39D66020}"/>
                </a:ext>
              </a:extLst>
            </p:cNvPr>
            <p:cNvSpPr/>
            <p:nvPr/>
          </p:nvSpPr>
          <p:spPr>
            <a:xfrm>
              <a:off x="6754802" y="918179"/>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349204 h 361971"/>
                <a:gd name="connsiteX7" fmla="*/ 12780 w 361670"/>
                <a:gd name="connsiteY7" fmla="*/ 181305 h 361971"/>
                <a:gd name="connsiteX8" fmla="*/ 180836 w 361670"/>
                <a:gd name="connsiteY8" fmla="*/ 12768 h 361971"/>
                <a:gd name="connsiteX9" fmla="*/ 348890 w 361670"/>
                <a:gd name="connsiteY9" fmla="*/ 180667 h 361971"/>
                <a:gd name="connsiteX10" fmla="*/ 348890 w 361670"/>
                <a:gd name="connsiteY10" fmla="*/ 180667 h 361971"/>
                <a:gd name="connsiteX11" fmla="*/ 180836 w 361670"/>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1971">
                  <a:moveTo>
                    <a:pt x="180836" y="0"/>
                  </a:moveTo>
                  <a:cubicBezTo>
                    <a:pt x="80513" y="0"/>
                    <a:pt x="0" y="81077"/>
                    <a:pt x="0" y="180667"/>
                  </a:cubicBezTo>
                  <a:cubicBezTo>
                    <a:pt x="0" y="280895"/>
                    <a:pt x="81153" y="361972"/>
                    <a:pt x="180836" y="361972"/>
                  </a:cubicBezTo>
                  <a:cubicBezTo>
                    <a:pt x="281157" y="361972"/>
                    <a:pt x="361670" y="280895"/>
                    <a:pt x="361670" y="181305"/>
                  </a:cubicBezTo>
                  <a:lnTo>
                    <a:pt x="361670" y="181305"/>
                  </a:lnTo>
                  <a:cubicBezTo>
                    <a:pt x="361670" y="81077"/>
                    <a:pt x="280518"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lnTo>
                    <a:pt x="348890" y="180667"/>
                  </a:lnTo>
                  <a:cubicBezTo>
                    <a:pt x="348890" y="273873"/>
                    <a:pt x="273490" y="349204"/>
                    <a:pt x="180836" y="349204"/>
                  </a:cubicBezTo>
                  <a:close/>
                </a:path>
              </a:pathLst>
            </a:custGeom>
            <a:solidFill>
              <a:srgbClr val="43B02A"/>
            </a:solidFill>
            <a:ln w="6390" cap="flat">
              <a:noFill/>
              <a:prstDash val="solid"/>
              <a:miter/>
            </a:ln>
          </p:spPr>
          <p:txBody>
            <a:bodyPr rtlCol="0" anchor="ctr"/>
            <a:lstStyle/>
            <a:p>
              <a:endParaRPr lang="en-US"/>
            </a:p>
          </p:txBody>
        </p:sp>
        <p:sp>
          <p:nvSpPr>
            <p:cNvPr id="124" name="Graphic 4">
              <a:extLst>
                <a:ext uri="{FF2B5EF4-FFF2-40B4-BE49-F238E27FC236}">
                  <a16:creationId xmlns:a16="http://schemas.microsoft.com/office/drawing/2014/main" id="{CC03F6AB-C08E-E944-9621-9CD40BD592F3}"/>
                </a:ext>
              </a:extLst>
            </p:cNvPr>
            <p:cNvSpPr/>
            <p:nvPr/>
          </p:nvSpPr>
          <p:spPr>
            <a:xfrm>
              <a:off x="6933561" y="1036921"/>
              <a:ext cx="23163" cy="23620"/>
            </a:xfrm>
            <a:custGeom>
              <a:avLst/>
              <a:gdLst>
                <a:gd name="connsiteX0" fmla="*/ 1438 w 23163"/>
                <a:gd name="connsiteY0" fmla="*/ 10853 h 23620"/>
                <a:gd name="connsiteX1" fmla="*/ 12301 w 23163"/>
                <a:gd name="connsiteY1" fmla="*/ 21706 h 23620"/>
                <a:gd name="connsiteX2" fmla="*/ 16773 w 23163"/>
                <a:gd name="connsiteY2" fmla="*/ 23621 h 23620"/>
                <a:gd name="connsiteX3" fmla="*/ 21247 w 23163"/>
                <a:gd name="connsiteY3" fmla="*/ 21706 h 23620"/>
                <a:gd name="connsiteX4" fmla="*/ 21247 w 23163"/>
                <a:gd name="connsiteY4" fmla="*/ 12768 h 23620"/>
                <a:gd name="connsiteX5" fmla="*/ 21247 w 23163"/>
                <a:gd name="connsiteY5" fmla="*/ 12768 h 23620"/>
                <a:gd name="connsiteX6" fmla="*/ 10383 w 23163"/>
                <a:gd name="connsiteY6" fmla="*/ 1915 h 23620"/>
                <a:gd name="connsiteX7" fmla="*/ 1438 w 23163"/>
                <a:gd name="connsiteY7" fmla="*/ 1915 h 23620"/>
                <a:gd name="connsiteX8" fmla="*/ 1438 w 23163"/>
                <a:gd name="connsiteY8" fmla="*/ 1915 h 23620"/>
                <a:gd name="connsiteX9" fmla="*/ 1438 w 23163"/>
                <a:gd name="connsiteY9" fmla="*/ 10853 h 2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63" h="23620">
                  <a:moveTo>
                    <a:pt x="1438" y="10853"/>
                  </a:moveTo>
                  <a:lnTo>
                    <a:pt x="12301" y="21706"/>
                  </a:lnTo>
                  <a:cubicBezTo>
                    <a:pt x="13578" y="22982"/>
                    <a:pt x="14857" y="23621"/>
                    <a:pt x="16773" y="23621"/>
                  </a:cubicBezTo>
                  <a:cubicBezTo>
                    <a:pt x="18690" y="23621"/>
                    <a:pt x="19968" y="22982"/>
                    <a:pt x="21247" y="21706"/>
                  </a:cubicBezTo>
                  <a:cubicBezTo>
                    <a:pt x="23803" y="19152"/>
                    <a:pt x="23803" y="15322"/>
                    <a:pt x="21247" y="12768"/>
                  </a:cubicBezTo>
                  <a:cubicBezTo>
                    <a:pt x="21247" y="12768"/>
                    <a:pt x="21247" y="12768"/>
                    <a:pt x="21247" y="12768"/>
                  </a:cubicBezTo>
                  <a:lnTo>
                    <a:pt x="10383" y="1915"/>
                  </a:lnTo>
                  <a:cubicBezTo>
                    <a:pt x="7828" y="-638"/>
                    <a:pt x="3993" y="-638"/>
                    <a:pt x="1438" y="1915"/>
                  </a:cubicBezTo>
                  <a:cubicBezTo>
                    <a:pt x="1438" y="1915"/>
                    <a:pt x="1438" y="1915"/>
                    <a:pt x="1438" y="1915"/>
                  </a:cubicBezTo>
                  <a:cubicBezTo>
                    <a:pt x="-479" y="4469"/>
                    <a:pt x="-479" y="8299"/>
                    <a:pt x="1438" y="10853"/>
                  </a:cubicBezTo>
                  <a:close/>
                </a:path>
              </a:pathLst>
            </a:custGeom>
            <a:solidFill>
              <a:srgbClr val="43B02A"/>
            </a:solidFill>
            <a:ln w="6390" cap="flat">
              <a:noFill/>
              <a:prstDash val="solid"/>
              <a:miter/>
            </a:ln>
          </p:spPr>
          <p:txBody>
            <a:bodyPr rtlCol="0" anchor="ctr"/>
            <a:lstStyle/>
            <a:p>
              <a:endParaRPr lang="en-US"/>
            </a:p>
          </p:txBody>
        </p:sp>
        <p:sp>
          <p:nvSpPr>
            <p:cNvPr id="125" name="Graphic 4">
              <a:extLst>
                <a:ext uri="{FF2B5EF4-FFF2-40B4-BE49-F238E27FC236}">
                  <a16:creationId xmlns:a16="http://schemas.microsoft.com/office/drawing/2014/main" id="{36D60CCB-D037-4A4F-B4BD-2E6188D523E2}"/>
                </a:ext>
              </a:extLst>
            </p:cNvPr>
            <p:cNvSpPr/>
            <p:nvPr/>
          </p:nvSpPr>
          <p:spPr>
            <a:xfrm>
              <a:off x="7000782" y="1130787"/>
              <a:ext cx="43484" cy="60019"/>
            </a:xfrm>
            <a:custGeom>
              <a:avLst/>
              <a:gdLst>
                <a:gd name="connsiteX0" fmla="*/ 42206 w 43484"/>
                <a:gd name="connsiteY0" fmla="*/ 27429 h 60019"/>
                <a:gd name="connsiteX1" fmla="*/ 28148 w 43484"/>
                <a:gd name="connsiteY1" fmla="*/ 3170 h 60019"/>
                <a:gd name="connsiteX2" fmla="*/ 19202 w 43484"/>
                <a:gd name="connsiteY2" fmla="*/ 617 h 60019"/>
                <a:gd name="connsiteX3" fmla="*/ 16646 w 43484"/>
                <a:gd name="connsiteY3" fmla="*/ 3170 h 60019"/>
                <a:gd name="connsiteX4" fmla="*/ 2588 w 43484"/>
                <a:gd name="connsiteY4" fmla="*/ 28068 h 60019"/>
                <a:gd name="connsiteX5" fmla="*/ 1949 w 43484"/>
                <a:gd name="connsiteY5" fmla="*/ 28706 h 60019"/>
                <a:gd name="connsiteX6" fmla="*/ 32 w 43484"/>
                <a:gd name="connsiteY6" fmla="*/ 37005 h 60019"/>
                <a:gd name="connsiteX7" fmla="*/ 20480 w 43484"/>
                <a:gd name="connsiteY7" fmla="*/ 59988 h 60019"/>
                <a:gd name="connsiteX8" fmla="*/ 43484 w 43484"/>
                <a:gd name="connsiteY8" fmla="*/ 39559 h 60019"/>
                <a:gd name="connsiteX9" fmla="*/ 43484 w 43484"/>
                <a:gd name="connsiteY9" fmla="*/ 37005 h 60019"/>
                <a:gd name="connsiteX10" fmla="*/ 41567 w 43484"/>
                <a:gd name="connsiteY10" fmla="*/ 28706 h 60019"/>
                <a:gd name="connsiteX11" fmla="*/ 42206 w 43484"/>
                <a:gd name="connsiteY11" fmla="*/ 27429 h 60019"/>
                <a:gd name="connsiteX12" fmla="*/ 23036 w 43484"/>
                <a:gd name="connsiteY12" fmla="*/ 45304 h 60019"/>
                <a:gd name="connsiteX13" fmla="*/ 14091 w 43484"/>
                <a:gd name="connsiteY13" fmla="*/ 36367 h 60019"/>
                <a:gd name="connsiteX14" fmla="*/ 14091 w 43484"/>
                <a:gd name="connsiteY14" fmla="*/ 36367 h 60019"/>
                <a:gd name="connsiteX15" fmla="*/ 14729 w 43484"/>
                <a:gd name="connsiteY15" fmla="*/ 33175 h 60019"/>
                <a:gd name="connsiteX16" fmla="*/ 23036 w 43484"/>
                <a:gd name="connsiteY16" fmla="*/ 18492 h 60019"/>
                <a:gd name="connsiteX17" fmla="*/ 31343 w 43484"/>
                <a:gd name="connsiteY17" fmla="*/ 33175 h 60019"/>
                <a:gd name="connsiteX18" fmla="*/ 31982 w 43484"/>
                <a:gd name="connsiteY18" fmla="*/ 36367 h 60019"/>
                <a:gd name="connsiteX19" fmla="*/ 23036 w 43484"/>
                <a:gd name="connsiteY19" fmla="*/ 45304 h 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484" h="60019">
                  <a:moveTo>
                    <a:pt x="42206" y="27429"/>
                  </a:moveTo>
                  <a:lnTo>
                    <a:pt x="28148" y="3170"/>
                  </a:lnTo>
                  <a:cubicBezTo>
                    <a:pt x="26231" y="-22"/>
                    <a:pt x="22397" y="-660"/>
                    <a:pt x="19202" y="617"/>
                  </a:cubicBezTo>
                  <a:cubicBezTo>
                    <a:pt x="17924" y="1255"/>
                    <a:pt x="17285" y="1893"/>
                    <a:pt x="16646" y="3170"/>
                  </a:cubicBezTo>
                  <a:lnTo>
                    <a:pt x="2588" y="28068"/>
                  </a:lnTo>
                  <a:lnTo>
                    <a:pt x="1949" y="28706"/>
                  </a:lnTo>
                  <a:cubicBezTo>
                    <a:pt x="671" y="31260"/>
                    <a:pt x="32" y="34452"/>
                    <a:pt x="32" y="37005"/>
                  </a:cubicBezTo>
                  <a:cubicBezTo>
                    <a:pt x="-607" y="49135"/>
                    <a:pt x="8339" y="59349"/>
                    <a:pt x="20480" y="59988"/>
                  </a:cubicBezTo>
                  <a:cubicBezTo>
                    <a:pt x="32621" y="60626"/>
                    <a:pt x="42845" y="51688"/>
                    <a:pt x="43484" y="39559"/>
                  </a:cubicBezTo>
                  <a:cubicBezTo>
                    <a:pt x="43484" y="38920"/>
                    <a:pt x="43484" y="38282"/>
                    <a:pt x="43484" y="37005"/>
                  </a:cubicBezTo>
                  <a:cubicBezTo>
                    <a:pt x="43484" y="34452"/>
                    <a:pt x="42845" y="31260"/>
                    <a:pt x="41567" y="28706"/>
                  </a:cubicBezTo>
                  <a:lnTo>
                    <a:pt x="42206" y="27429"/>
                  </a:lnTo>
                  <a:close/>
                  <a:moveTo>
                    <a:pt x="23036" y="45304"/>
                  </a:moveTo>
                  <a:cubicBezTo>
                    <a:pt x="17924" y="45304"/>
                    <a:pt x="14091" y="41474"/>
                    <a:pt x="14091" y="36367"/>
                  </a:cubicBezTo>
                  <a:lnTo>
                    <a:pt x="14091" y="36367"/>
                  </a:lnTo>
                  <a:cubicBezTo>
                    <a:pt x="14091" y="35090"/>
                    <a:pt x="14091" y="34452"/>
                    <a:pt x="14729" y="33175"/>
                  </a:cubicBezTo>
                  <a:lnTo>
                    <a:pt x="23036" y="18492"/>
                  </a:lnTo>
                  <a:lnTo>
                    <a:pt x="31343" y="33175"/>
                  </a:lnTo>
                  <a:cubicBezTo>
                    <a:pt x="31982" y="34452"/>
                    <a:pt x="31982" y="35090"/>
                    <a:pt x="31982" y="36367"/>
                  </a:cubicBezTo>
                  <a:cubicBezTo>
                    <a:pt x="31343" y="41474"/>
                    <a:pt x="27509" y="45304"/>
                    <a:pt x="23036" y="45304"/>
                  </a:cubicBezTo>
                  <a:close/>
                </a:path>
              </a:pathLst>
            </a:custGeom>
            <a:solidFill>
              <a:srgbClr val="43B02A"/>
            </a:solidFill>
            <a:ln w="6390" cap="flat">
              <a:noFill/>
              <a:prstDash val="solid"/>
              <a:miter/>
            </a:ln>
          </p:spPr>
          <p:txBody>
            <a:bodyPr rtlCol="0" anchor="ctr"/>
            <a:lstStyle/>
            <a:p>
              <a:endParaRPr lang="en-US"/>
            </a:p>
          </p:txBody>
        </p:sp>
        <p:sp>
          <p:nvSpPr>
            <p:cNvPr id="126" name="Graphic 4">
              <a:extLst>
                <a:ext uri="{FF2B5EF4-FFF2-40B4-BE49-F238E27FC236}">
                  <a16:creationId xmlns:a16="http://schemas.microsoft.com/office/drawing/2014/main" id="{536D54BE-CF85-6D4F-9A53-B245D2C7DD8E}"/>
                </a:ext>
              </a:extLst>
            </p:cNvPr>
            <p:cNvSpPr/>
            <p:nvPr/>
          </p:nvSpPr>
          <p:spPr>
            <a:xfrm>
              <a:off x="6887074" y="1069479"/>
              <a:ext cx="74123" cy="74054"/>
            </a:xfrm>
            <a:custGeom>
              <a:avLst/>
              <a:gdLst>
                <a:gd name="connsiteX0" fmla="*/ 43451 w 74123"/>
                <a:gd name="connsiteY0" fmla="*/ 30643 h 74054"/>
                <a:gd name="connsiteX1" fmla="*/ 43451 w 74123"/>
                <a:gd name="connsiteY1" fmla="*/ 6384 h 74054"/>
                <a:gd name="connsiteX2" fmla="*/ 37061 w 74123"/>
                <a:gd name="connsiteY2" fmla="*/ 0 h 74054"/>
                <a:gd name="connsiteX3" fmla="*/ 30671 w 74123"/>
                <a:gd name="connsiteY3" fmla="*/ 6384 h 74054"/>
                <a:gd name="connsiteX4" fmla="*/ 30671 w 74123"/>
                <a:gd name="connsiteY4" fmla="*/ 30643 h 74054"/>
                <a:gd name="connsiteX5" fmla="*/ 6390 w 74123"/>
                <a:gd name="connsiteY5" fmla="*/ 30643 h 74054"/>
                <a:gd name="connsiteX6" fmla="*/ 0 w 74123"/>
                <a:gd name="connsiteY6" fmla="*/ 37027 h 74054"/>
                <a:gd name="connsiteX7" fmla="*/ 6390 w 74123"/>
                <a:gd name="connsiteY7" fmla="*/ 43411 h 74054"/>
                <a:gd name="connsiteX8" fmla="*/ 30671 w 74123"/>
                <a:gd name="connsiteY8" fmla="*/ 43411 h 74054"/>
                <a:gd name="connsiteX9" fmla="*/ 30671 w 74123"/>
                <a:gd name="connsiteY9" fmla="*/ 67670 h 74054"/>
                <a:gd name="connsiteX10" fmla="*/ 37061 w 74123"/>
                <a:gd name="connsiteY10" fmla="*/ 74054 h 74054"/>
                <a:gd name="connsiteX11" fmla="*/ 43451 w 74123"/>
                <a:gd name="connsiteY11" fmla="*/ 67670 h 74054"/>
                <a:gd name="connsiteX12" fmla="*/ 43451 w 74123"/>
                <a:gd name="connsiteY12" fmla="*/ 43411 h 74054"/>
                <a:gd name="connsiteX13" fmla="*/ 67733 w 74123"/>
                <a:gd name="connsiteY13" fmla="*/ 43411 h 74054"/>
                <a:gd name="connsiteX14" fmla="*/ 74123 w 74123"/>
                <a:gd name="connsiteY14" fmla="*/ 37027 h 74054"/>
                <a:gd name="connsiteX15" fmla="*/ 67733 w 74123"/>
                <a:gd name="connsiteY15" fmla="*/ 30643 h 74054"/>
                <a:gd name="connsiteX16" fmla="*/ 43451 w 74123"/>
                <a:gd name="connsiteY16" fmla="*/ 30643 h 7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4123" h="74054">
                  <a:moveTo>
                    <a:pt x="43451" y="30643"/>
                  </a:moveTo>
                  <a:lnTo>
                    <a:pt x="43451" y="6384"/>
                  </a:lnTo>
                  <a:cubicBezTo>
                    <a:pt x="43451" y="2554"/>
                    <a:pt x="40895" y="0"/>
                    <a:pt x="37061" y="0"/>
                  </a:cubicBezTo>
                  <a:cubicBezTo>
                    <a:pt x="33227" y="0"/>
                    <a:pt x="30671" y="2554"/>
                    <a:pt x="30671" y="6384"/>
                  </a:cubicBezTo>
                  <a:lnTo>
                    <a:pt x="30671" y="30643"/>
                  </a:lnTo>
                  <a:lnTo>
                    <a:pt x="6390" y="30643"/>
                  </a:lnTo>
                  <a:cubicBezTo>
                    <a:pt x="2555" y="30643"/>
                    <a:pt x="0" y="33197"/>
                    <a:pt x="0" y="37027"/>
                  </a:cubicBezTo>
                  <a:cubicBezTo>
                    <a:pt x="0" y="40858"/>
                    <a:pt x="2555" y="43411"/>
                    <a:pt x="6390" y="43411"/>
                  </a:cubicBezTo>
                  <a:lnTo>
                    <a:pt x="30671" y="43411"/>
                  </a:lnTo>
                  <a:lnTo>
                    <a:pt x="30671" y="67670"/>
                  </a:lnTo>
                  <a:cubicBezTo>
                    <a:pt x="30671" y="71501"/>
                    <a:pt x="33227" y="74054"/>
                    <a:pt x="37061" y="74054"/>
                  </a:cubicBezTo>
                  <a:cubicBezTo>
                    <a:pt x="40895" y="74054"/>
                    <a:pt x="43451" y="71501"/>
                    <a:pt x="43451" y="67670"/>
                  </a:cubicBezTo>
                  <a:lnTo>
                    <a:pt x="43451" y="43411"/>
                  </a:lnTo>
                  <a:lnTo>
                    <a:pt x="67733" y="43411"/>
                  </a:lnTo>
                  <a:cubicBezTo>
                    <a:pt x="71567" y="43411"/>
                    <a:pt x="74123" y="40858"/>
                    <a:pt x="74123" y="37027"/>
                  </a:cubicBezTo>
                  <a:cubicBezTo>
                    <a:pt x="74123" y="33197"/>
                    <a:pt x="71567" y="30643"/>
                    <a:pt x="67733" y="30643"/>
                  </a:cubicBezTo>
                  <a:lnTo>
                    <a:pt x="43451" y="30643"/>
                  </a:lnTo>
                  <a:close/>
                </a:path>
              </a:pathLst>
            </a:custGeom>
            <a:solidFill>
              <a:srgbClr val="43B02A"/>
            </a:solidFill>
            <a:ln w="6390" cap="flat">
              <a:noFill/>
              <a:prstDash val="solid"/>
              <a:miter/>
            </a:ln>
          </p:spPr>
          <p:txBody>
            <a:bodyPr rtlCol="0" anchor="ctr"/>
            <a:lstStyle/>
            <a:p>
              <a:endParaRPr lang="en-US"/>
            </a:p>
          </p:txBody>
        </p:sp>
        <p:sp>
          <p:nvSpPr>
            <p:cNvPr id="127" name="Graphic 4">
              <a:extLst>
                <a:ext uri="{FF2B5EF4-FFF2-40B4-BE49-F238E27FC236}">
                  <a16:creationId xmlns:a16="http://schemas.microsoft.com/office/drawing/2014/main" id="{6AAF998C-5DA3-E04D-BF1A-22EAF2EFB3AC}"/>
                </a:ext>
              </a:extLst>
            </p:cNvPr>
            <p:cNvSpPr/>
            <p:nvPr/>
          </p:nvSpPr>
          <p:spPr>
            <a:xfrm>
              <a:off x="6826369" y="992871"/>
              <a:ext cx="173167" cy="211309"/>
            </a:xfrm>
            <a:custGeom>
              <a:avLst/>
              <a:gdLst>
                <a:gd name="connsiteX0" fmla="*/ 118214 w 173167"/>
                <a:gd name="connsiteY0" fmla="*/ 1915 h 211309"/>
                <a:gd name="connsiteX1" fmla="*/ 109268 w 173167"/>
                <a:gd name="connsiteY1" fmla="*/ 1915 h 211309"/>
                <a:gd name="connsiteX2" fmla="*/ 109268 w 173167"/>
                <a:gd name="connsiteY2" fmla="*/ 1915 h 211309"/>
                <a:gd name="connsiteX3" fmla="*/ 1917 w 173167"/>
                <a:gd name="connsiteY3" fmla="*/ 109166 h 211309"/>
                <a:gd name="connsiteX4" fmla="*/ 1917 w 173167"/>
                <a:gd name="connsiteY4" fmla="*/ 118104 h 211309"/>
                <a:gd name="connsiteX5" fmla="*/ 93294 w 173167"/>
                <a:gd name="connsiteY5" fmla="*/ 209395 h 211309"/>
                <a:gd name="connsiteX6" fmla="*/ 102240 w 173167"/>
                <a:gd name="connsiteY6" fmla="*/ 209395 h 211309"/>
                <a:gd name="connsiteX7" fmla="*/ 171250 w 173167"/>
                <a:gd name="connsiteY7" fmla="*/ 140448 h 211309"/>
                <a:gd name="connsiteX8" fmla="*/ 173168 w 173167"/>
                <a:gd name="connsiteY8" fmla="*/ 135979 h 211309"/>
                <a:gd name="connsiteX9" fmla="*/ 173168 w 173167"/>
                <a:gd name="connsiteY9" fmla="*/ 59371 h 211309"/>
                <a:gd name="connsiteX10" fmla="*/ 171250 w 173167"/>
                <a:gd name="connsiteY10" fmla="*/ 54902 h 211309"/>
                <a:gd name="connsiteX11" fmla="*/ 118214 w 173167"/>
                <a:gd name="connsiteY11" fmla="*/ 1915 h 211309"/>
                <a:gd name="connsiteX12" fmla="*/ 160388 w 173167"/>
                <a:gd name="connsiteY12" fmla="*/ 133425 h 211309"/>
                <a:gd name="connsiteX13" fmla="*/ 97766 w 173167"/>
                <a:gd name="connsiteY13" fmla="*/ 195988 h 211309"/>
                <a:gd name="connsiteX14" fmla="*/ 15336 w 173167"/>
                <a:gd name="connsiteY14" fmla="*/ 113635 h 211309"/>
                <a:gd name="connsiteX15" fmla="*/ 113741 w 173167"/>
                <a:gd name="connsiteY15" fmla="*/ 15322 h 211309"/>
                <a:gd name="connsiteX16" fmla="*/ 160388 w 173167"/>
                <a:gd name="connsiteY16" fmla="*/ 61925 h 211309"/>
                <a:gd name="connsiteX17" fmla="*/ 160388 w 173167"/>
                <a:gd name="connsiteY17" fmla="*/ 133425 h 211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3167" h="211309">
                  <a:moveTo>
                    <a:pt x="118214" y="1915"/>
                  </a:moveTo>
                  <a:cubicBezTo>
                    <a:pt x="115658" y="-638"/>
                    <a:pt x="111824" y="-638"/>
                    <a:pt x="109268" y="1915"/>
                  </a:cubicBezTo>
                  <a:cubicBezTo>
                    <a:pt x="109268" y="1915"/>
                    <a:pt x="109268" y="1915"/>
                    <a:pt x="109268" y="1915"/>
                  </a:cubicBezTo>
                  <a:lnTo>
                    <a:pt x="1917" y="109166"/>
                  </a:lnTo>
                  <a:cubicBezTo>
                    <a:pt x="-639" y="111720"/>
                    <a:pt x="-639" y="115550"/>
                    <a:pt x="1917" y="118104"/>
                  </a:cubicBezTo>
                  <a:lnTo>
                    <a:pt x="93294" y="209395"/>
                  </a:lnTo>
                  <a:cubicBezTo>
                    <a:pt x="95850" y="211948"/>
                    <a:pt x="99683" y="211948"/>
                    <a:pt x="102240" y="209395"/>
                  </a:cubicBezTo>
                  <a:lnTo>
                    <a:pt x="171250" y="140448"/>
                  </a:lnTo>
                  <a:cubicBezTo>
                    <a:pt x="172529" y="139171"/>
                    <a:pt x="173168" y="137894"/>
                    <a:pt x="173168" y="135979"/>
                  </a:cubicBezTo>
                  <a:lnTo>
                    <a:pt x="173168" y="59371"/>
                  </a:lnTo>
                  <a:cubicBezTo>
                    <a:pt x="173168" y="57456"/>
                    <a:pt x="172529" y="56179"/>
                    <a:pt x="171250" y="54902"/>
                  </a:cubicBezTo>
                  <a:lnTo>
                    <a:pt x="118214" y="1915"/>
                  </a:lnTo>
                  <a:close/>
                  <a:moveTo>
                    <a:pt x="160388" y="133425"/>
                  </a:moveTo>
                  <a:lnTo>
                    <a:pt x="97766" y="195988"/>
                  </a:lnTo>
                  <a:lnTo>
                    <a:pt x="15336" y="113635"/>
                  </a:lnTo>
                  <a:lnTo>
                    <a:pt x="113741" y="15322"/>
                  </a:lnTo>
                  <a:lnTo>
                    <a:pt x="160388" y="61925"/>
                  </a:lnTo>
                  <a:lnTo>
                    <a:pt x="160388" y="133425"/>
                  </a:lnTo>
                  <a:close/>
                </a:path>
              </a:pathLst>
            </a:custGeom>
            <a:solidFill>
              <a:srgbClr val="43B02A"/>
            </a:solidFill>
            <a:ln w="6390" cap="flat">
              <a:noFill/>
              <a:prstDash val="solid"/>
              <a:miter/>
            </a:ln>
          </p:spPr>
          <p:txBody>
            <a:bodyPr rtlCol="0" anchor="ctr"/>
            <a:lstStyle/>
            <a:p>
              <a:endParaRPr lang="en-US"/>
            </a:p>
          </p:txBody>
        </p:sp>
        <p:sp>
          <p:nvSpPr>
            <p:cNvPr id="128" name="Graphic 4">
              <a:extLst>
                <a:ext uri="{FF2B5EF4-FFF2-40B4-BE49-F238E27FC236}">
                  <a16:creationId xmlns:a16="http://schemas.microsoft.com/office/drawing/2014/main" id="{7F827556-C795-A443-9199-E26993B838E7}"/>
                </a:ext>
              </a:extLst>
            </p:cNvPr>
            <p:cNvSpPr/>
            <p:nvPr/>
          </p:nvSpPr>
          <p:spPr>
            <a:xfrm>
              <a:off x="7017428" y="1069479"/>
              <a:ext cx="12779" cy="43411"/>
            </a:xfrm>
            <a:custGeom>
              <a:avLst/>
              <a:gdLst>
                <a:gd name="connsiteX0" fmla="*/ 6390 w 12779"/>
                <a:gd name="connsiteY0" fmla="*/ 43411 h 43411"/>
                <a:gd name="connsiteX1" fmla="*/ 12780 w 12779"/>
                <a:gd name="connsiteY1" fmla="*/ 37027 h 43411"/>
                <a:gd name="connsiteX2" fmla="*/ 12780 w 12779"/>
                <a:gd name="connsiteY2" fmla="*/ 6384 h 43411"/>
                <a:gd name="connsiteX3" fmla="*/ 6390 w 12779"/>
                <a:gd name="connsiteY3" fmla="*/ 0 h 43411"/>
                <a:gd name="connsiteX4" fmla="*/ 0 w 12779"/>
                <a:gd name="connsiteY4" fmla="*/ 6384 h 43411"/>
                <a:gd name="connsiteX5" fmla="*/ 0 w 12779"/>
                <a:gd name="connsiteY5" fmla="*/ 37027 h 43411"/>
                <a:gd name="connsiteX6" fmla="*/ 6390 w 12779"/>
                <a:gd name="connsiteY6" fmla="*/ 43411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43411">
                  <a:moveTo>
                    <a:pt x="6390" y="43411"/>
                  </a:moveTo>
                  <a:cubicBezTo>
                    <a:pt x="10225" y="43411"/>
                    <a:pt x="12780" y="40858"/>
                    <a:pt x="12780" y="37027"/>
                  </a:cubicBezTo>
                  <a:lnTo>
                    <a:pt x="12780" y="6384"/>
                  </a:lnTo>
                  <a:cubicBezTo>
                    <a:pt x="12780" y="2554"/>
                    <a:pt x="10225" y="0"/>
                    <a:pt x="6390" y="0"/>
                  </a:cubicBezTo>
                  <a:cubicBezTo>
                    <a:pt x="2556" y="0"/>
                    <a:pt x="0" y="2554"/>
                    <a:pt x="0" y="6384"/>
                  </a:cubicBezTo>
                  <a:lnTo>
                    <a:pt x="0" y="37027"/>
                  </a:lnTo>
                  <a:cubicBezTo>
                    <a:pt x="0" y="40219"/>
                    <a:pt x="2556" y="43411"/>
                    <a:pt x="6390" y="43411"/>
                  </a:cubicBezTo>
                  <a:close/>
                </a:path>
              </a:pathLst>
            </a:custGeom>
            <a:solidFill>
              <a:srgbClr val="43B02A"/>
            </a:solidFill>
            <a:ln w="6390" cap="flat">
              <a:noFill/>
              <a:prstDash val="solid"/>
              <a:miter/>
            </a:ln>
          </p:spPr>
          <p:txBody>
            <a:bodyPr rtlCol="0" anchor="ctr"/>
            <a:lstStyle/>
            <a:p>
              <a:endParaRPr lang="en-US"/>
            </a:p>
          </p:txBody>
        </p:sp>
      </p:grpSp>
      <p:grpSp>
        <p:nvGrpSpPr>
          <p:cNvPr id="129" name="Graphic 4">
            <a:extLst>
              <a:ext uri="{FF2B5EF4-FFF2-40B4-BE49-F238E27FC236}">
                <a16:creationId xmlns:a16="http://schemas.microsoft.com/office/drawing/2014/main" id="{82191E6F-25CA-4149-927D-1D254A0264A3}"/>
              </a:ext>
            </a:extLst>
          </p:cNvPr>
          <p:cNvGrpSpPr/>
          <p:nvPr/>
        </p:nvGrpSpPr>
        <p:grpSpPr>
          <a:xfrm>
            <a:off x="5711588" y="4308712"/>
            <a:ext cx="362312" cy="361971"/>
            <a:chOff x="4660820" y="4308712"/>
            <a:chExt cx="362312" cy="361971"/>
          </a:xfrm>
          <a:solidFill>
            <a:srgbClr val="43B02A"/>
          </a:solidFill>
        </p:grpSpPr>
        <p:sp>
          <p:nvSpPr>
            <p:cNvPr id="130" name="Graphic 4">
              <a:extLst>
                <a:ext uri="{FF2B5EF4-FFF2-40B4-BE49-F238E27FC236}">
                  <a16:creationId xmlns:a16="http://schemas.microsoft.com/office/drawing/2014/main" id="{1FBDEB9A-77AF-F549-975B-DA0CA5547D64}"/>
                </a:ext>
              </a:extLst>
            </p:cNvPr>
            <p:cNvSpPr/>
            <p:nvPr/>
          </p:nvSpPr>
          <p:spPr>
            <a:xfrm>
              <a:off x="4660820" y="4308712"/>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9204 h 361971"/>
                <a:gd name="connsiteX8" fmla="*/ 12780 w 362312"/>
                <a:gd name="connsiteY8" fmla="*/ 181305 h 361971"/>
                <a:gd name="connsiteX9" fmla="*/ 180835 w 362312"/>
                <a:gd name="connsiteY9" fmla="*/ 12768 h 361971"/>
                <a:gd name="connsiteX10" fmla="*/ 349529 w 362312"/>
                <a:gd name="connsiteY10" fmla="*/ 180667 h 361971"/>
                <a:gd name="connsiteX11" fmla="*/ 349529 w 362312"/>
                <a:gd name="connsiteY11" fmla="*/ 180667 h 361971"/>
                <a:gd name="connsiteX12" fmla="*/ 181474 w 362312"/>
                <a:gd name="connsiteY12" fmla="*/ 349204 h 361971"/>
                <a:gd name="connsiteX13" fmla="*/ 181474 w 362312"/>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lnTo>
                    <a:pt x="181474" y="0"/>
                  </a:ln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lnTo>
                    <a:pt x="181474" y="349204"/>
                  </a:lnTo>
                  <a:close/>
                </a:path>
              </a:pathLst>
            </a:custGeom>
            <a:solidFill>
              <a:srgbClr val="43B02A"/>
            </a:solidFill>
            <a:ln w="6390" cap="flat">
              <a:noFill/>
              <a:prstDash val="solid"/>
              <a:miter/>
            </a:ln>
          </p:spPr>
          <p:txBody>
            <a:bodyPr rtlCol="0" anchor="ctr"/>
            <a:lstStyle/>
            <a:p>
              <a:endParaRPr lang="en-US"/>
            </a:p>
          </p:txBody>
        </p:sp>
        <p:sp>
          <p:nvSpPr>
            <p:cNvPr id="131" name="Graphic 4">
              <a:extLst>
                <a:ext uri="{FF2B5EF4-FFF2-40B4-BE49-F238E27FC236}">
                  <a16:creationId xmlns:a16="http://schemas.microsoft.com/office/drawing/2014/main" id="{80CBEB8E-C28F-A54B-88FC-ADFCCA5B1EBA}"/>
                </a:ext>
              </a:extLst>
            </p:cNvPr>
            <p:cNvSpPr/>
            <p:nvPr/>
          </p:nvSpPr>
          <p:spPr>
            <a:xfrm>
              <a:off x="4796925" y="4415324"/>
              <a:ext cx="66455" cy="46602"/>
            </a:xfrm>
            <a:custGeom>
              <a:avLst/>
              <a:gdLst>
                <a:gd name="connsiteX0" fmla="*/ 6390 w 66455"/>
                <a:gd name="connsiteY0" fmla="*/ 46603 h 46602"/>
                <a:gd name="connsiteX1" fmla="*/ 60065 w 66455"/>
                <a:gd name="connsiteY1" fmla="*/ 46603 h 46602"/>
                <a:gd name="connsiteX2" fmla="*/ 66455 w 66455"/>
                <a:gd name="connsiteY2" fmla="*/ 40219 h 46602"/>
                <a:gd name="connsiteX3" fmla="*/ 66455 w 66455"/>
                <a:gd name="connsiteY3" fmla="*/ 6384 h 46602"/>
                <a:gd name="connsiteX4" fmla="*/ 60065 w 66455"/>
                <a:gd name="connsiteY4" fmla="*/ 0 h 46602"/>
                <a:gd name="connsiteX5" fmla="*/ 6390 w 66455"/>
                <a:gd name="connsiteY5" fmla="*/ 0 h 46602"/>
                <a:gd name="connsiteX6" fmla="*/ 0 w 66455"/>
                <a:gd name="connsiteY6" fmla="*/ 6384 h 46602"/>
                <a:gd name="connsiteX7" fmla="*/ 0 w 66455"/>
                <a:gd name="connsiteY7" fmla="*/ 40219 h 46602"/>
                <a:gd name="connsiteX8" fmla="*/ 6390 w 66455"/>
                <a:gd name="connsiteY8" fmla="*/ 46603 h 46602"/>
                <a:gd name="connsiteX9" fmla="*/ 12780 w 66455"/>
                <a:gd name="connsiteY9" fmla="*/ 13406 h 46602"/>
                <a:gd name="connsiteX10" fmla="*/ 53675 w 66455"/>
                <a:gd name="connsiteY10" fmla="*/ 13406 h 46602"/>
                <a:gd name="connsiteX11" fmla="*/ 53675 w 66455"/>
                <a:gd name="connsiteY11" fmla="*/ 34474 h 46602"/>
                <a:gd name="connsiteX12" fmla="*/ 12780 w 66455"/>
                <a:gd name="connsiteY12" fmla="*/ 34474 h 46602"/>
                <a:gd name="connsiteX13" fmla="*/ 12780 w 66455"/>
                <a:gd name="connsiteY13" fmla="*/ 13406 h 4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455" h="46602">
                  <a:moveTo>
                    <a:pt x="6390" y="46603"/>
                  </a:moveTo>
                  <a:lnTo>
                    <a:pt x="60065" y="46603"/>
                  </a:lnTo>
                  <a:cubicBezTo>
                    <a:pt x="63899" y="46603"/>
                    <a:pt x="66455" y="44050"/>
                    <a:pt x="66455" y="40219"/>
                  </a:cubicBezTo>
                  <a:lnTo>
                    <a:pt x="66455" y="6384"/>
                  </a:lnTo>
                  <a:cubicBezTo>
                    <a:pt x="66455" y="2554"/>
                    <a:pt x="63899" y="0"/>
                    <a:pt x="60065" y="0"/>
                  </a:cubicBezTo>
                  <a:lnTo>
                    <a:pt x="6390" y="0"/>
                  </a:lnTo>
                  <a:cubicBezTo>
                    <a:pt x="2556" y="0"/>
                    <a:pt x="0" y="2554"/>
                    <a:pt x="0" y="6384"/>
                  </a:cubicBezTo>
                  <a:lnTo>
                    <a:pt x="0" y="40219"/>
                  </a:lnTo>
                  <a:cubicBezTo>
                    <a:pt x="0" y="44050"/>
                    <a:pt x="2556" y="46603"/>
                    <a:pt x="6390" y="46603"/>
                  </a:cubicBezTo>
                  <a:close/>
                  <a:moveTo>
                    <a:pt x="12780" y="13406"/>
                  </a:moveTo>
                  <a:lnTo>
                    <a:pt x="53675" y="13406"/>
                  </a:lnTo>
                  <a:lnTo>
                    <a:pt x="53675" y="34474"/>
                  </a:lnTo>
                  <a:lnTo>
                    <a:pt x="12780" y="34474"/>
                  </a:lnTo>
                  <a:lnTo>
                    <a:pt x="12780" y="13406"/>
                  </a:lnTo>
                  <a:close/>
                </a:path>
              </a:pathLst>
            </a:custGeom>
            <a:solidFill>
              <a:srgbClr val="43B02A"/>
            </a:solidFill>
            <a:ln w="6390" cap="flat">
              <a:noFill/>
              <a:prstDash val="solid"/>
              <a:miter/>
            </a:ln>
          </p:spPr>
          <p:txBody>
            <a:bodyPr rtlCol="0" anchor="ctr"/>
            <a:lstStyle/>
            <a:p>
              <a:endParaRPr lang="en-US"/>
            </a:p>
          </p:txBody>
        </p:sp>
        <p:sp>
          <p:nvSpPr>
            <p:cNvPr id="132" name="Graphic 4">
              <a:extLst>
                <a:ext uri="{FF2B5EF4-FFF2-40B4-BE49-F238E27FC236}">
                  <a16:creationId xmlns:a16="http://schemas.microsoft.com/office/drawing/2014/main" id="{37D53981-058F-A54E-A8CC-79ACCD8520C7}"/>
                </a:ext>
              </a:extLst>
            </p:cNvPr>
            <p:cNvSpPr/>
            <p:nvPr/>
          </p:nvSpPr>
          <p:spPr>
            <a:xfrm>
              <a:off x="4768809" y="4389788"/>
              <a:ext cx="170645" cy="201733"/>
            </a:xfrm>
            <a:custGeom>
              <a:avLst/>
              <a:gdLst>
                <a:gd name="connsiteX0" fmla="*/ 169333 w 170645"/>
                <a:gd name="connsiteY0" fmla="*/ 72778 h 201733"/>
                <a:gd name="connsiteX1" fmla="*/ 169333 w 170645"/>
                <a:gd name="connsiteY1" fmla="*/ 72778 h 201733"/>
                <a:gd name="connsiteX2" fmla="*/ 169333 w 170645"/>
                <a:gd name="connsiteY2" fmla="*/ 72778 h 201733"/>
                <a:gd name="connsiteX3" fmla="*/ 165500 w 170645"/>
                <a:gd name="connsiteY3" fmla="*/ 63840 h 201733"/>
                <a:gd name="connsiteX4" fmla="*/ 148247 w 170645"/>
                <a:gd name="connsiteY4" fmla="*/ 30005 h 201733"/>
                <a:gd name="connsiteX5" fmla="*/ 139940 w 170645"/>
                <a:gd name="connsiteY5" fmla="*/ 27451 h 201733"/>
                <a:gd name="connsiteX6" fmla="*/ 136745 w 170645"/>
                <a:gd name="connsiteY6" fmla="*/ 35750 h 201733"/>
                <a:gd name="connsiteX7" fmla="*/ 149525 w 170645"/>
                <a:gd name="connsiteY7" fmla="*/ 61925 h 201733"/>
                <a:gd name="connsiteX8" fmla="*/ 143774 w 170645"/>
                <a:gd name="connsiteY8" fmla="*/ 79162 h 201733"/>
                <a:gd name="connsiteX9" fmla="*/ 143774 w 170645"/>
                <a:gd name="connsiteY9" fmla="*/ 79162 h 201733"/>
                <a:gd name="connsiteX10" fmla="*/ 143774 w 170645"/>
                <a:gd name="connsiteY10" fmla="*/ 79162 h 201733"/>
                <a:gd name="connsiteX11" fmla="*/ 144413 w 170645"/>
                <a:gd name="connsiteY11" fmla="*/ 80438 h 201733"/>
                <a:gd name="connsiteX12" fmla="*/ 144413 w 170645"/>
                <a:gd name="connsiteY12" fmla="*/ 81077 h 201733"/>
                <a:gd name="connsiteX13" fmla="*/ 149525 w 170645"/>
                <a:gd name="connsiteY13" fmla="*/ 90653 h 201733"/>
                <a:gd name="connsiteX14" fmla="*/ 155275 w 170645"/>
                <a:gd name="connsiteY14" fmla="*/ 132149 h 201733"/>
                <a:gd name="connsiteX15" fmla="*/ 120770 w 170645"/>
                <a:gd name="connsiteY15" fmla="*/ 159600 h 201733"/>
                <a:gd name="connsiteX16" fmla="*/ 120770 w 170645"/>
                <a:gd name="connsiteY16" fmla="*/ 6384 h 201733"/>
                <a:gd name="connsiteX17" fmla="*/ 114380 w 170645"/>
                <a:gd name="connsiteY17" fmla="*/ 0 h 201733"/>
                <a:gd name="connsiteX18" fmla="*/ 6390 w 170645"/>
                <a:gd name="connsiteY18" fmla="*/ 0 h 201733"/>
                <a:gd name="connsiteX19" fmla="*/ 0 w 170645"/>
                <a:gd name="connsiteY19" fmla="*/ 6384 h 201733"/>
                <a:gd name="connsiteX20" fmla="*/ 0 w 170645"/>
                <a:gd name="connsiteY20" fmla="*/ 195350 h 201733"/>
                <a:gd name="connsiteX21" fmla="*/ 6390 w 170645"/>
                <a:gd name="connsiteY21" fmla="*/ 201734 h 201733"/>
                <a:gd name="connsiteX22" fmla="*/ 114380 w 170645"/>
                <a:gd name="connsiteY22" fmla="*/ 201734 h 201733"/>
                <a:gd name="connsiteX23" fmla="*/ 120770 w 170645"/>
                <a:gd name="connsiteY23" fmla="*/ 195350 h 201733"/>
                <a:gd name="connsiteX24" fmla="*/ 120770 w 170645"/>
                <a:gd name="connsiteY24" fmla="*/ 172368 h 201733"/>
                <a:gd name="connsiteX25" fmla="*/ 167416 w 170645"/>
                <a:gd name="connsiteY25" fmla="*/ 135979 h 201733"/>
                <a:gd name="connsiteX26" fmla="*/ 161027 w 170645"/>
                <a:gd name="connsiteY26" fmla="*/ 84907 h 201733"/>
                <a:gd name="connsiteX27" fmla="*/ 169333 w 170645"/>
                <a:gd name="connsiteY27" fmla="*/ 72778 h 201733"/>
                <a:gd name="connsiteX28" fmla="*/ 109268 w 170645"/>
                <a:gd name="connsiteY28" fmla="*/ 187689 h 201733"/>
                <a:gd name="connsiteX29" fmla="*/ 14058 w 170645"/>
                <a:gd name="connsiteY29" fmla="*/ 187689 h 201733"/>
                <a:gd name="connsiteX30" fmla="*/ 14058 w 170645"/>
                <a:gd name="connsiteY30" fmla="*/ 11491 h 201733"/>
                <a:gd name="connsiteX31" fmla="*/ 109268 w 170645"/>
                <a:gd name="connsiteY31" fmla="*/ 11491 h 201733"/>
                <a:gd name="connsiteX32" fmla="*/ 109268 w 170645"/>
                <a:gd name="connsiteY32" fmla="*/ 187689 h 201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0645" h="201733">
                  <a:moveTo>
                    <a:pt x="169333" y="72778"/>
                  </a:moveTo>
                  <a:lnTo>
                    <a:pt x="169333" y="72778"/>
                  </a:lnTo>
                  <a:lnTo>
                    <a:pt x="169333" y="72778"/>
                  </a:lnTo>
                  <a:cubicBezTo>
                    <a:pt x="169333" y="69586"/>
                    <a:pt x="168055" y="66394"/>
                    <a:pt x="165500" y="63840"/>
                  </a:cubicBezTo>
                  <a:lnTo>
                    <a:pt x="148247" y="30005"/>
                  </a:lnTo>
                  <a:cubicBezTo>
                    <a:pt x="146969" y="26813"/>
                    <a:pt x="143135" y="25536"/>
                    <a:pt x="139940" y="27451"/>
                  </a:cubicBezTo>
                  <a:cubicBezTo>
                    <a:pt x="136745" y="28728"/>
                    <a:pt x="135467" y="32558"/>
                    <a:pt x="136745" y="35750"/>
                  </a:cubicBezTo>
                  <a:lnTo>
                    <a:pt x="149525" y="61925"/>
                  </a:lnTo>
                  <a:cubicBezTo>
                    <a:pt x="143135" y="65117"/>
                    <a:pt x="140579" y="72778"/>
                    <a:pt x="143774" y="79162"/>
                  </a:cubicBezTo>
                  <a:cubicBezTo>
                    <a:pt x="143774" y="79162"/>
                    <a:pt x="143774" y="79162"/>
                    <a:pt x="143774" y="79162"/>
                  </a:cubicBezTo>
                  <a:lnTo>
                    <a:pt x="143774" y="79162"/>
                  </a:lnTo>
                  <a:lnTo>
                    <a:pt x="144413" y="80438"/>
                  </a:lnTo>
                  <a:lnTo>
                    <a:pt x="144413" y="81077"/>
                  </a:lnTo>
                  <a:lnTo>
                    <a:pt x="149525" y="90653"/>
                  </a:lnTo>
                  <a:cubicBezTo>
                    <a:pt x="149525" y="90653"/>
                    <a:pt x="162943" y="112358"/>
                    <a:pt x="155275" y="132149"/>
                  </a:cubicBezTo>
                  <a:cubicBezTo>
                    <a:pt x="150803" y="144278"/>
                    <a:pt x="139301" y="153216"/>
                    <a:pt x="120770" y="159600"/>
                  </a:cubicBezTo>
                  <a:lnTo>
                    <a:pt x="120770" y="6384"/>
                  </a:lnTo>
                  <a:cubicBezTo>
                    <a:pt x="120770" y="2554"/>
                    <a:pt x="118214" y="0"/>
                    <a:pt x="114380" y="0"/>
                  </a:cubicBezTo>
                  <a:lnTo>
                    <a:pt x="6390" y="0"/>
                  </a:lnTo>
                  <a:cubicBezTo>
                    <a:pt x="2556" y="0"/>
                    <a:pt x="0" y="2554"/>
                    <a:pt x="0" y="6384"/>
                  </a:cubicBezTo>
                  <a:lnTo>
                    <a:pt x="0" y="195350"/>
                  </a:lnTo>
                  <a:cubicBezTo>
                    <a:pt x="0" y="199180"/>
                    <a:pt x="2556" y="201734"/>
                    <a:pt x="6390" y="201734"/>
                  </a:cubicBezTo>
                  <a:lnTo>
                    <a:pt x="114380" y="201734"/>
                  </a:lnTo>
                  <a:cubicBezTo>
                    <a:pt x="118214" y="201734"/>
                    <a:pt x="120770" y="199180"/>
                    <a:pt x="120770" y="195350"/>
                  </a:cubicBezTo>
                  <a:lnTo>
                    <a:pt x="120770" y="172368"/>
                  </a:lnTo>
                  <a:cubicBezTo>
                    <a:pt x="145052" y="164707"/>
                    <a:pt x="161027" y="152577"/>
                    <a:pt x="167416" y="135979"/>
                  </a:cubicBezTo>
                  <a:cubicBezTo>
                    <a:pt x="176363" y="112997"/>
                    <a:pt x="164221" y="90014"/>
                    <a:pt x="161027" y="84907"/>
                  </a:cubicBezTo>
                  <a:cubicBezTo>
                    <a:pt x="166138" y="82992"/>
                    <a:pt x="169333" y="77885"/>
                    <a:pt x="169333" y="72778"/>
                  </a:cubicBezTo>
                  <a:close/>
                  <a:moveTo>
                    <a:pt x="109268" y="187689"/>
                  </a:moveTo>
                  <a:lnTo>
                    <a:pt x="14058" y="187689"/>
                  </a:lnTo>
                  <a:lnTo>
                    <a:pt x="14058" y="11491"/>
                  </a:lnTo>
                  <a:lnTo>
                    <a:pt x="109268" y="11491"/>
                  </a:lnTo>
                  <a:lnTo>
                    <a:pt x="109268" y="187689"/>
                  </a:lnTo>
                  <a:close/>
                </a:path>
              </a:pathLst>
            </a:custGeom>
            <a:solidFill>
              <a:srgbClr val="43B02A"/>
            </a:solidFill>
            <a:ln w="6390" cap="flat">
              <a:noFill/>
              <a:prstDash val="solid"/>
              <a:miter/>
            </a:ln>
          </p:spPr>
          <p:txBody>
            <a:bodyPr rtlCol="0" anchor="ctr"/>
            <a:lstStyle/>
            <a:p>
              <a:endParaRPr lang="en-US"/>
            </a:p>
          </p:txBody>
        </p:sp>
      </p:grpSp>
      <p:grpSp>
        <p:nvGrpSpPr>
          <p:cNvPr id="133" name="Graphic 4">
            <a:extLst>
              <a:ext uri="{FF2B5EF4-FFF2-40B4-BE49-F238E27FC236}">
                <a16:creationId xmlns:a16="http://schemas.microsoft.com/office/drawing/2014/main" id="{AF32CA0C-D2A6-4148-BD65-70A8BE5017A6}"/>
              </a:ext>
            </a:extLst>
          </p:cNvPr>
          <p:cNvGrpSpPr/>
          <p:nvPr/>
        </p:nvGrpSpPr>
        <p:grpSpPr>
          <a:xfrm>
            <a:off x="5711588" y="918179"/>
            <a:ext cx="362312" cy="361971"/>
            <a:chOff x="4660820" y="918179"/>
            <a:chExt cx="362312" cy="361971"/>
          </a:xfrm>
          <a:solidFill>
            <a:srgbClr val="43B02A"/>
          </a:solidFill>
        </p:grpSpPr>
        <p:sp>
          <p:nvSpPr>
            <p:cNvPr id="134" name="Graphic 4">
              <a:extLst>
                <a:ext uri="{FF2B5EF4-FFF2-40B4-BE49-F238E27FC236}">
                  <a16:creationId xmlns:a16="http://schemas.microsoft.com/office/drawing/2014/main" id="{ABF5FAD9-2530-6744-ADD2-C11CE19EC20D}"/>
                </a:ext>
              </a:extLst>
            </p:cNvPr>
            <p:cNvSpPr/>
            <p:nvPr/>
          </p:nvSpPr>
          <p:spPr>
            <a:xfrm>
              <a:off x="4660820" y="918179"/>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873"/>
                    <a:pt x="274767" y="348565"/>
                    <a:pt x="181474" y="349204"/>
                  </a:cubicBezTo>
                  <a:close/>
                </a:path>
              </a:pathLst>
            </a:custGeom>
            <a:solidFill>
              <a:srgbClr val="43B02A"/>
            </a:solidFill>
            <a:ln w="6390" cap="flat">
              <a:noFill/>
              <a:prstDash val="solid"/>
              <a:miter/>
            </a:ln>
          </p:spPr>
          <p:txBody>
            <a:bodyPr rtlCol="0" anchor="ctr"/>
            <a:lstStyle/>
            <a:p>
              <a:endParaRPr lang="en-US"/>
            </a:p>
          </p:txBody>
        </p:sp>
        <p:sp>
          <p:nvSpPr>
            <p:cNvPr id="135" name="Graphic 4">
              <a:extLst>
                <a:ext uri="{FF2B5EF4-FFF2-40B4-BE49-F238E27FC236}">
                  <a16:creationId xmlns:a16="http://schemas.microsoft.com/office/drawing/2014/main" id="{78CD1491-1BEE-F94A-8364-0AED647CE521}"/>
                </a:ext>
              </a:extLst>
            </p:cNvPr>
            <p:cNvSpPr/>
            <p:nvPr/>
          </p:nvSpPr>
          <p:spPr>
            <a:xfrm>
              <a:off x="4743889" y="1000113"/>
              <a:ext cx="196055" cy="197045"/>
            </a:xfrm>
            <a:custGeom>
              <a:avLst/>
              <a:gdLst>
                <a:gd name="connsiteX0" fmla="*/ 154636 w 196055"/>
                <a:gd name="connsiteY0" fmla="*/ 13826 h 197045"/>
                <a:gd name="connsiteX1" fmla="*/ 154636 w 196055"/>
                <a:gd name="connsiteY1" fmla="*/ 13826 h 197045"/>
                <a:gd name="connsiteX2" fmla="*/ 116936 w 196055"/>
                <a:gd name="connsiteY2" fmla="*/ 51491 h 197045"/>
                <a:gd name="connsiteX3" fmla="*/ 30672 w 196055"/>
                <a:gd name="connsiteY3" fmla="*/ 22763 h 197045"/>
                <a:gd name="connsiteX4" fmla="*/ 24282 w 196055"/>
                <a:gd name="connsiteY4" fmla="*/ 24040 h 197045"/>
                <a:gd name="connsiteX5" fmla="*/ 9585 w 196055"/>
                <a:gd name="connsiteY5" fmla="*/ 39362 h 197045"/>
                <a:gd name="connsiteX6" fmla="*/ 9585 w 196055"/>
                <a:gd name="connsiteY6" fmla="*/ 48299 h 197045"/>
                <a:gd name="connsiteX7" fmla="*/ 10863 w 196055"/>
                <a:gd name="connsiteY7" fmla="*/ 49576 h 197045"/>
                <a:gd name="connsiteX8" fmla="*/ 81152 w 196055"/>
                <a:gd name="connsiteY8" fmla="*/ 87880 h 197045"/>
                <a:gd name="connsiteX9" fmla="*/ 55592 w 196055"/>
                <a:gd name="connsiteY9" fmla="*/ 113416 h 197045"/>
                <a:gd name="connsiteX10" fmla="*/ 23642 w 196055"/>
                <a:gd name="connsiteY10" fmla="*/ 100648 h 197045"/>
                <a:gd name="connsiteX11" fmla="*/ 16614 w 196055"/>
                <a:gd name="connsiteY11" fmla="*/ 101925 h 197045"/>
                <a:gd name="connsiteX12" fmla="*/ 1917 w 196055"/>
                <a:gd name="connsiteY12" fmla="*/ 116608 h 197045"/>
                <a:gd name="connsiteX13" fmla="*/ 0 w 196055"/>
                <a:gd name="connsiteY13" fmla="*/ 121715 h 197045"/>
                <a:gd name="connsiteX14" fmla="*/ 3195 w 196055"/>
                <a:gd name="connsiteY14" fmla="*/ 126184 h 197045"/>
                <a:gd name="connsiteX15" fmla="*/ 44730 w 196055"/>
                <a:gd name="connsiteY15" fmla="*/ 152996 h 197045"/>
                <a:gd name="connsiteX16" fmla="*/ 71567 w 196055"/>
                <a:gd name="connsiteY16" fmla="*/ 194492 h 197045"/>
                <a:gd name="connsiteX17" fmla="*/ 76040 w 196055"/>
                <a:gd name="connsiteY17" fmla="*/ 197046 h 197045"/>
                <a:gd name="connsiteX18" fmla="*/ 76679 w 196055"/>
                <a:gd name="connsiteY18" fmla="*/ 197046 h 197045"/>
                <a:gd name="connsiteX19" fmla="*/ 81152 w 196055"/>
                <a:gd name="connsiteY19" fmla="*/ 195131 h 197045"/>
                <a:gd name="connsiteX20" fmla="*/ 95849 w 196055"/>
                <a:gd name="connsiteY20" fmla="*/ 180448 h 197045"/>
                <a:gd name="connsiteX21" fmla="*/ 97127 w 196055"/>
                <a:gd name="connsiteY21" fmla="*/ 173425 h 197045"/>
                <a:gd name="connsiteX22" fmla="*/ 84347 w 196055"/>
                <a:gd name="connsiteY22" fmla="*/ 141505 h 197045"/>
                <a:gd name="connsiteX23" fmla="*/ 109907 w 196055"/>
                <a:gd name="connsiteY23" fmla="*/ 115969 h 197045"/>
                <a:gd name="connsiteX24" fmla="*/ 148246 w 196055"/>
                <a:gd name="connsiteY24" fmla="*/ 186193 h 197045"/>
                <a:gd name="connsiteX25" fmla="*/ 152719 w 196055"/>
                <a:gd name="connsiteY25" fmla="*/ 189385 h 197045"/>
                <a:gd name="connsiteX26" fmla="*/ 157831 w 196055"/>
                <a:gd name="connsiteY26" fmla="*/ 187470 h 197045"/>
                <a:gd name="connsiteX27" fmla="*/ 172528 w 196055"/>
                <a:gd name="connsiteY27" fmla="*/ 172148 h 197045"/>
                <a:gd name="connsiteX28" fmla="*/ 173806 w 196055"/>
                <a:gd name="connsiteY28" fmla="*/ 165764 h 197045"/>
                <a:gd name="connsiteX29" fmla="*/ 145051 w 196055"/>
                <a:gd name="connsiteY29" fmla="*/ 79581 h 197045"/>
                <a:gd name="connsiteX30" fmla="*/ 182113 w 196055"/>
                <a:gd name="connsiteY30" fmla="*/ 42553 h 197045"/>
                <a:gd name="connsiteX31" fmla="*/ 182752 w 196055"/>
                <a:gd name="connsiteY31" fmla="*/ 41915 h 197045"/>
                <a:gd name="connsiteX32" fmla="*/ 192337 w 196055"/>
                <a:gd name="connsiteY32" fmla="*/ 3611 h 197045"/>
                <a:gd name="connsiteX33" fmla="*/ 154636 w 196055"/>
                <a:gd name="connsiteY33" fmla="*/ 13826 h 197045"/>
                <a:gd name="connsiteX34" fmla="*/ 173806 w 196055"/>
                <a:gd name="connsiteY34" fmla="*/ 34254 h 197045"/>
                <a:gd name="connsiteX35" fmla="*/ 134189 w 196055"/>
                <a:gd name="connsiteY35" fmla="*/ 73835 h 197045"/>
                <a:gd name="connsiteX36" fmla="*/ 132911 w 196055"/>
                <a:gd name="connsiteY36" fmla="*/ 80219 h 197045"/>
                <a:gd name="connsiteX37" fmla="*/ 161665 w 196055"/>
                <a:gd name="connsiteY37" fmla="*/ 166403 h 197045"/>
                <a:gd name="connsiteX38" fmla="*/ 155275 w 196055"/>
                <a:gd name="connsiteY38" fmla="*/ 172787 h 197045"/>
                <a:gd name="connsiteX39" fmla="*/ 116936 w 196055"/>
                <a:gd name="connsiteY39" fmla="*/ 102563 h 197045"/>
                <a:gd name="connsiteX40" fmla="*/ 112463 w 196055"/>
                <a:gd name="connsiteY40" fmla="*/ 99371 h 197045"/>
                <a:gd name="connsiteX41" fmla="*/ 107351 w 196055"/>
                <a:gd name="connsiteY41" fmla="*/ 101286 h 197045"/>
                <a:gd name="connsiteX42" fmla="*/ 72845 w 196055"/>
                <a:gd name="connsiteY42" fmla="*/ 135760 h 197045"/>
                <a:gd name="connsiteX43" fmla="*/ 71567 w 196055"/>
                <a:gd name="connsiteY43" fmla="*/ 142782 h 197045"/>
                <a:gd name="connsiteX44" fmla="*/ 84347 w 196055"/>
                <a:gd name="connsiteY44" fmla="*/ 174702 h 197045"/>
                <a:gd name="connsiteX45" fmla="*/ 78596 w 196055"/>
                <a:gd name="connsiteY45" fmla="*/ 180448 h 197045"/>
                <a:gd name="connsiteX46" fmla="*/ 55592 w 196055"/>
                <a:gd name="connsiteY46" fmla="*/ 144697 h 197045"/>
                <a:gd name="connsiteX47" fmla="*/ 53675 w 196055"/>
                <a:gd name="connsiteY47" fmla="*/ 142782 h 197045"/>
                <a:gd name="connsiteX48" fmla="*/ 17892 w 196055"/>
                <a:gd name="connsiteY48" fmla="*/ 119800 h 197045"/>
                <a:gd name="connsiteX49" fmla="*/ 23642 w 196055"/>
                <a:gd name="connsiteY49" fmla="*/ 114054 h 197045"/>
                <a:gd name="connsiteX50" fmla="*/ 55592 w 196055"/>
                <a:gd name="connsiteY50" fmla="*/ 126822 h 197045"/>
                <a:gd name="connsiteX51" fmla="*/ 62621 w 196055"/>
                <a:gd name="connsiteY51" fmla="*/ 125545 h 197045"/>
                <a:gd name="connsiteX52" fmla="*/ 97127 w 196055"/>
                <a:gd name="connsiteY52" fmla="*/ 91072 h 197045"/>
                <a:gd name="connsiteX53" fmla="*/ 99044 w 196055"/>
                <a:gd name="connsiteY53" fmla="*/ 85326 h 197045"/>
                <a:gd name="connsiteX54" fmla="*/ 95849 w 196055"/>
                <a:gd name="connsiteY54" fmla="*/ 80857 h 197045"/>
                <a:gd name="connsiteX55" fmla="*/ 25560 w 196055"/>
                <a:gd name="connsiteY55" fmla="*/ 42553 h 197045"/>
                <a:gd name="connsiteX56" fmla="*/ 31950 w 196055"/>
                <a:gd name="connsiteY56" fmla="*/ 36170 h 197045"/>
                <a:gd name="connsiteX57" fmla="*/ 118214 w 196055"/>
                <a:gd name="connsiteY57" fmla="*/ 64897 h 197045"/>
                <a:gd name="connsiteX58" fmla="*/ 124604 w 196055"/>
                <a:gd name="connsiteY58" fmla="*/ 63621 h 197045"/>
                <a:gd name="connsiteX59" fmla="*/ 164221 w 196055"/>
                <a:gd name="connsiteY59" fmla="*/ 24040 h 197045"/>
                <a:gd name="connsiteX60" fmla="*/ 185308 w 196055"/>
                <a:gd name="connsiteY60" fmla="*/ 13826 h 197045"/>
                <a:gd name="connsiteX61" fmla="*/ 173806 w 196055"/>
                <a:gd name="connsiteY61" fmla="*/ 34254 h 197045"/>
                <a:gd name="connsiteX62" fmla="*/ 173806 w 196055"/>
                <a:gd name="connsiteY62" fmla="*/ 34254 h 19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96055" h="197045">
                  <a:moveTo>
                    <a:pt x="154636" y="13826"/>
                  </a:moveTo>
                  <a:lnTo>
                    <a:pt x="154636" y="13826"/>
                  </a:lnTo>
                  <a:lnTo>
                    <a:pt x="116936" y="51491"/>
                  </a:lnTo>
                  <a:lnTo>
                    <a:pt x="30672" y="22763"/>
                  </a:lnTo>
                  <a:cubicBezTo>
                    <a:pt x="28115" y="22125"/>
                    <a:pt x="26199" y="22763"/>
                    <a:pt x="24282" y="24040"/>
                  </a:cubicBezTo>
                  <a:lnTo>
                    <a:pt x="9585" y="39362"/>
                  </a:lnTo>
                  <a:cubicBezTo>
                    <a:pt x="7029" y="41915"/>
                    <a:pt x="7029" y="45745"/>
                    <a:pt x="9585" y="48299"/>
                  </a:cubicBezTo>
                  <a:cubicBezTo>
                    <a:pt x="10224" y="48937"/>
                    <a:pt x="10224" y="48937"/>
                    <a:pt x="10863" y="49576"/>
                  </a:cubicBezTo>
                  <a:lnTo>
                    <a:pt x="81152" y="87880"/>
                  </a:lnTo>
                  <a:lnTo>
                    <a:pt x="55592" y="113416"/>
                  </a:lnTo>
                  <a:lnTo>
                    <a:pt x="23642" y="100648"/>
                  </a:lnTo>
                  <a:cubicBezTo>
                    <a:pt x="21087" y="100009"/>
                    <a:pt x="18531" y="100648"/>
                    <a:pt x="16614" y="101925"/>
                  </a:cubicBezTo>
                  <a:lnTo>
                    <a:pt x="1917" y="116608"/>
                  </a:lnTo>
                  <a:cubicBezTo>
                    <a:pt x="639" y="117885"/>
                    <a:pt x="0" y="119800"/>
                    <a:pt x="0" y="121715"/>
                  </a:cubicBezTo>
                  <a:cubicBezTo>
                    <a:pt x="0" y="123630"/>
                    <a:pt x="1278" y="125545"/>
                    <a:pt x="3195" y="126184"/>
                  </a:cubicBezTo>
                  <a:lnTo>
                    <a:pt x="44730" y="152996"/>
                  </a:lnTo>
                  <a:lnTo>
                    <a:pt x="71567" y="194492"/>
                  </a:lnTo>
                  <a:cubicBezTo>
                    <a:pt x="72845" y="196408"/>
                    <a:pt x="74123" y="197046"/>
                    <a:pt x="76040" y="197046"/>
                  </a:cubicBezTo>
                  <a:lnTo>
                    <a:pt x="76679" y="197046"/>
                  </a:lnTo>
                  <a:cubicBezTo>
                    <a:pt x="78596" y="197046"/>
                    <a:pt x="79874" y="196408"/>
                    <a:pt x="81152" y="195131"/>
                  </a:cubicBezTo>
                  <a:lnTo>
                    <a:pt x="95849" y="180448"/>
                  </a:lnTo>
                  <a:cubicBezTo>
                    <a:pt x="97766" y="178532"/>
                    <a:pt x="98405" y="175979"/>
                    <a:pt x="97127" y="173425"/>
                  </a:cubicBezTo>
                  <a:lnTo>
                    <a:pt x="84347" y="141505"/>
                  </a:lnTo>
                  <a:lnTo>
                    <a:pt x="109907" y="115969"/>
                  </a:lnTo>
                  <a:lnTo>
                    <a:pt x="148246" y="186193"/>
                  </a:lnTo>
                  <a:cubicBezTo>
                    <a:pt x="149524" y="188108"/>
                    <a:pt x="150802" y="189385"/>
                    <a:pt x="152719" y="189385"/>
                  </a:cubicBezTo>
                  <a:cubicBezTo>
                    <a:pt x="154636" y="189385"/>
                    <a:pt x="156553" y="188747"/>
                    <a:pt x="157831" y="187470"/>
                  </a:cubicBezTo>
                  <a:lnTo>
                    <a:pt x="172528" y="172148"/>
                  </a:lnTo>
                  <a:cubicBezTo>
                    <a:pt x="174445" y="170233"/>
                    <a:pt x="175084" y="168318"/>
                    <a:pt x="173806" y="165764"/>
                  </a:cubicBezTo>
                  <a:lnTo>
                    <a:pt x="145051" y="79581"/>
                  </a:lnTo>
                  <a:lnTo>
                    <a:pt x="182113" y="42553"/>
                  </a:lnTo>
                  <a:cubicBezTo>
                    <a:pt x="182113" y="42553"/>
                    <a:pt x="182752" y="41915"/>
                    <a:pt x="182752" y="41915"/>
                  </a:cubicBezTo>
                  <a:cubicBezTo>
                    <a:pt x="189142" y="33616"/>
                    <a:pt x="202561" y="13826"/>
                    <a:pt x="192337" y="3611"/>
                  </a:cubicBezTo>
                  <a:cubicBezTo>
                    <a:pt x="182113" y="-6603"/>
                    <a:pt x="162943" y="7442"/>
                    <a:pt x="154636" y="13826"/>
                  </a:cubicBezTo>
                  <a:close/>
                  <a:moveTo>
                    <a:pt x="173806" y="34254"/>
                  </a:moveTo>
                  <a:lnTo>
                    <a:pt x="134189" y="73835"/>
                  </a:lnTo>
                  <a:cubicBezTo>
                    <a:pt x="132271" y="75750"/>
                    <a:pt x="131633" y="77665"/>
                    <a:pt x="132911" y="80219"/>
                  </a:cubicBezTo>
                  <a:lnTo>
                    <a:pt x="161665" y="166403"/>
                  </a:lnTo>
                  <a:lnTo>
                    <a:pt x="155275" y="172787"/>
                  </a:lnTo>
                  <a:lnTo>
                    <a:pt x="116936" y="102563"/>
                  </a:lnTo>
                  <a:cubicBezTo>
                    <a:pt x="115658" y="100648"/>
                    <a:pt x="114380" y="99371"/>
                    <a:pt x="112463" y="99371"/>
                  </a:cubicBezTo>
                  <a:cubicBezTo>
                    <a:pt x="110546" y="99371"/>
                    <a:pt x="108629" y="100009"/>
                    <a:pt x="107351" y="101286"/>
                  </a:cubicBezTo>
                  <a:lnTo>
                    <a:pt x="72845" y="135760"/>
                  </a:lnTo>
                  <a:cubicBezTo>
                    <a:pt x="70928" y="137675"/>
                    <a:pt x="70289" y="140228"/>
                    <a:pt x="71567" y="142782"/>
                  </a:cubicBezTo>
                  <a:lnTo>
                    <a:pt x="84347" y="174702"/>
                  </a:lnTo>
                  <a:lnTo>
                    <a:pt x="78596" y="180448"/>
                  </a:lnTo>
                  <a:lnTo>
                    <a:pt x="55592" y="144697"/>
                  </a:lnTo>
                  <a:cubicBezTo>
                    <a:pt x="54953" y="144059"/>
                    <a:pt x="54314" y="143420"/>
                    <a:pt x="53675" y="142782"/>
                  </a:cubicBezTo>
                  <a:lnTo>
                    <a:pt x="17892" y="119800"/>
                  </a:lnTo>
                  <a:lnTo>
                    <a:pt x="23642" y="114054"/>
                  </a:lnTo>
                  <a:lnTo>
                    <a:pt x="55592" y="126822"/>
                  </a:lnTo>
                  <a:cubicBezTo>
                    <a:pt x="58148" y="127460"/>
                    <a:pt x="60704" y="127460"/>
                    <a:pt x="62621" y="125545"/>
                  </a:cubicBezTo>
                  <a:lnTo>
                    <a:pt x="97127" y="91072"/>
                  </a:lnTo>
                  <a:cubicBezTo>
                    <a:pt x="98405" y="89795"/>
                    <a:pt x="99044" y="87880"/>
                    <a:pt x="99044" y="85326"/>
                  </a:cubicBezTo>
                  <a:cubicBezTo>
                    <a:pt x="99044" y="83411"/>
                    <a:pt x="97766" y="81496"/>
                    <a:pt x="95849" y="80857"/>
                  </a:cubicBezTo>
                  <a:lnTo>
                    <a:pt x="25560" y="42553"/>
                  </a:lnTo>
                  <a:lnTo>
                    <a:pt x="31950" y="36170"/>
                  </a:lnTo>
                  <a:lnTo>
                    <a:pt x="118214" y="64897"/>
                  </a:lnTo>
                  <a:cubicBezTo>
                    <a:pt x="120770" y="65536"/>
                    <a:pt x="122686" y="64897"/>
                    <a:pt x="124604" y="63621"/>
                  </a:cubicBezTo>
                  <a:lnTo>
                    <a:pt x="164221" y="24040"/>
                  </a:lnTo>
                  <a:cubicBezTo>
                    <a:pt x="172528" y="17656"/>
                    <a:pt x="183391" y="12549"/>
                    <a:pt x="185308" y="13826"/>
                  </a:cubicBezTo>
                  <a:cubicBezTo>
                    <a:pt x="185308" y="15741"/>
                    <a:pt x="180196" y="25955"/>
                    <a:pt x="173806" y="34254"/>
                  </a:cubicBezTo>
                  <a:lnTo>
                    <a:pt x="173806" y="34254"/>
                  </a:lnTo>
                  <a:close/>
                </a:path>
              </a:pathLst>
            </a:custGeom>
            <a:solidFill>
              <a:srgbClr val="43B02A"/>
            </a:solidFill>
            <a:ln w="6390" cap="flat">
              <a:noFill/>
              <a:prstDash val="solid"/>
              <a:miter/>
            </a:ln>
          </p:spPr>
          <p:txBody>
            <a:bodyPr rtlCol="0" anchor="ctr"/>
            <a:lstStyle/>
            <a:p>
              <a:endParaRPr lang="en-US"/>
            </a:p>
          </p:txBody>
        </p:sp>
      </p:grpSp>
      <p:grpSp>
        <p:nvGrpSpPr>
          <p:cNvPr id="136" name="Graphic 4">
            <a:extLst>
              <a:ext uri="{FF2B5EF4-FFF2-40B4-BE49-F238E27FC236}">
                <a16:creationId xmlns:a16="http://schemas.microsoft.com/office/drawing/2014/main" id="{35FCAB9D-5A19-9B4D-BB97-5205434C8A5C}"/>
              </a:ext>
            </a:extLst>
          </p:cNvPr>
          <p:cNvGrpSpPr/>
          <p:nvPr/>
        </p:nvGrpSpPr>
        <p:grpSpPr>
          <a:xfrm>
            <a:off x="1515054" y="2371173"/>
            <a:ext cx="362309" cy="362610"/>
            <a:chOff x="1515054" y="2371173"/>
            <a:chExt cx="362309" cy="362610"/>
          </a:xfrm>
          <a:solidFill>
            <a:srgbClr val="26890D"/>
          </a:solidFill>
        </p:grpSpPr>
        <p:sp>
          <p:nvSpPr>
            <p:cNvPr id="137" name="Graphic 4">
              <a:extLst>
                <a:ext uri="{FF2B5EF4-FFF2-40B4-BE49-F238E27FC236}">
                  <a16:creationId xmlns:a16="http://schemas.microsoft.com/office/drawing/2014/main" id="{EDCDC579-0216-D84D-BE0E-FAA327C15828}"/>
                </a:ext>
              </a:extLst>
            </p:cNvPr>
            <p:cNvSpPr/>
            <p:nvPr/>
          </p:nvSpPr>
          <p:spPr>
            <a:xfrm>
              <a:off x="1515054" y="237117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180835 w 362309"/>
                <a:gd name="connsiteY6" fmla="*/ 349204 h 362610"/>
                <a:gd name="connsiteX7" fmla="*/ 12780 w 362309"/>
                <a:gd name="connsiteY7" fmla="*/ 180667 h 362610"/>
                <a:gd name="connsiteX8" fmla="*/ 181474 w 362309"/>
                <a:gd name="connsiteY8" fmla="*/ 12130 h 362610"/>
                <a:gd name="connsiteX9" fmla="*/ 349529 w 362309"/>
                <a:gd name="connsiteY9" fmla="*/ 180667 h 362610"/>
                <a:gd name="connsiteX10" fmla="*/ 349529 w 362309"/>
                <a:gd name="connsiteY10" fmla="*/ 180667 h 362610"/>
                <a:gd name="connsiteX11" fmla="*/ 180835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1670" y="81077"/>
                    <a:pt x="280518" y="0"/>
                    <a:pt x="180835" y="0"/>
                  </a:cubicBezTo>
                  <a:lnTo>
                    <a:pt x="180835" y="0"/>
                  </a:lnTo>
                  <a:close/>
                  <a:moveTo>
                    <a:pt x="180835" y="349204"/>
                  </a:moveTo>
                  <a:cubicBezTo>
                    <a:pt x="87542" y="349204"/>
                    <a:pt x="12780" y="273873"/>
                    <a:pt x="12780" y="180667"/>
                  </a:cubicBezTo>
                  <a:cubicBezTo>
                    <a:pt x="12780" y="87461"/>
                    <a:pt x="88181" y="12130"/>
                    <a:pt x="181474" y="12130"/>
                  </a:cubicBezTo>
                  <a:cubicBezTo>
                    <a:pt x="274767" y="12130"/>
                    <a:pt x="349529" y="87461"/>
                    <a:pt x="349529" y="180667"/>
                  </a:cubicBezTo>
                  <a:cubicBezTo>
                    <a:pt x="349529" y="180667"/>
                    <a:pt x="349529" y="180667"/>
                    <a:pt x="349529" y="180667"/>
                  </a:cubicBezTo>
                  <a:cubicBezTo>
                    <a:pt x="348891" y="273873"/>
                    <a:pt x="273489" y="349204"/>
                    <a:pt x="180835" y="349204"/>
                  </a:cubicBezTo>
                  <a:close/>
                </a:path>
              </a:pathLst>
            </a:custGeom>
            <a:solidFill>
              <a:srgbClr val="26890D"/>
            </a:solidFill>
            <a:ln w="6390" cap="flat">
              <a:noFill/>
              <a:prstDash val="solid"/>
              <a:miter/>
            </a:ln>
          </p:spPr>
          <p:txBody>
            <a:bodyPr rtlCol="0" anchor="ctr"/>
            <a:lstStyle/>
            <a:p>
              <a:endParaRPr lang="en-US"/>
            </a:p>
          </p:txBody>
        </p:sp>
        <p:sp>
          <p:nvSpPr>
            <p:cNvPr id="138" name="Graphic 4">
              <a:extLst>
                <a:ext uri="{FF2B5EF4-FFF2-40B4-BE49-F238E27FC236}">
                  <a16:creationId xmlns:a16="http://schemas.microsoft.com/office/drawing/2014/main" id="{41A4F4F0-9648-534C-9B09-B35A59A03D38}"/>
                </a:ext>
              </a:extLst>
            </p:cNvPr>
            <p:cNvSpPr/>
            <p:nvPr/>
          </p:nvSpPr>
          <p:spPr>
            <a:xfrm>
              <a:off x="1575758" y="2465018"/>
              <a:ext cx="93931" cy="173644"/>
            </a:xfrm>
            <a:custGeom>
              <a:avLst/>
              <a:gdLst>
                <a:gd name="connsiteX0" fmla="*/ 67733 w 93931"/>
                <a:gd name="connsiteY0" fmla="*/ 1915 h 173644"/>
                <a:gd name="connsiteX1" fmla="*/ 58787 w 93931"/>
                <a:gd name="connsiteY1" fmla="*/ 1915 h 173644"/>
                <a:gd name="connsiteX2" fmla="*/ 58787 w 93931"/>
                <a:gd name="connsiteY2" fmla="*/ 1915 h 173644"/>
                <a:gd name="connsiteX3" fmla="*/ 58787 w 93931"/>
                <a:gd name="connsiteY3" fmla="*/ 10853 h 173644"/>
                <a:gd name="connsiteX4" fmla="*/ 81152 w 93931"/>
                <a:gd name="connsiteY4" fmla="*/ 33197 h 173644"/>
                <a:gd name="connsiteX5" fmla="*/ 81152 w 93931"/>
                <a:gd name="connsiteY5" fmla="*/ 56179 h 173644"/>
                <a:gd name="connsiteX6" fmla="*/ 61343 w 93931"/>
                <a:gd name="connsiteY6" fmla="*/ 56179 h 173644"/>
                <a:gd name="connsiteX7" fmla="*/ 61343 w 93931"/>
                <a:gd name="connsiteY7" fmla="*/ 54264 h 173644"/>
                <a:gd name="connsiteX8" fmla="*/ 54953 w 93931"/>
                <a:gd name="connsiteY8" fmla="*/ 47880 h 173644"/>
                <a:gd name="connsiteX9" fmla="*/ 48563 w 93931"/>
                <a:gd name="connsiteY9" fmla="*/ 54264 h 173644"/>
                <a:gd name="connsiteX10" fmla="*/ 48563 w 93931"/>
                <a:gd name="connsiteY10" fmla="*/ 56179 h 173644"/>
                <a:gd name="connsiteX11" fmla="*/ 28755 w 93931"/>
                <a:gd name="connsiteY11" fmla="*/ 56179 h 173644"/>
                <a:gd name="connsiteX12" fmla="*/ 28755 w 93931"/>
                <a:gd name="connsiteY12" fmla="*/ 54264 h 173644"/>
                <a:gd name="connsiteX13" fmla="*/ 22365 w 93931"/>
                <a:gd name="connsiteY13" fmla="*/ 47880 h 173644"/>
                <a:gd name="connsiteX14" fmla="*/ 15975 w 93931"/>
                <a:gd name="connsiteY14" fmla="*/ 54264 h 173644"/>
                <a:gd name="connsiteX15" fmla="*/ 15975 w 93931"/>
                <a:gd name="connsiteY15" fmla="*/ 56179 h 173644"/>
                <a:gd name="connsiteX16" fmla="*/ 6390 w 93931"/>
                <a:gd name="connsiteY16" fmla="*/ 56179 h 173644"/>
                <a:gd name="connsiteX17" fmla="*/ 0 w 93931"/>
                <a:gd name="connsiteY17" fmla="*/ 62563 h 173644"/>
                <a:gd name="connsiteX18" fmla="*/ 6390 w 93931"/>
                <a:gd name="connsiteY18" fmla="*/ 68947 h 173644"/>
                <a:gd name="connsiteX19" fmla="*/ 15975 w 93931"/>
                <a:gd name="connsiteY19" fmla="*/ 68947 h 173644"/>
                <a:gd name="connsiteX20" fmla="*/ 15975 w 93931"/>
                <a:gd name="connsiteY20" fmla="*/ 104697 h 173644"/>
                <a:gd name="connsiteX21" fmla="*/ 6390 w 93931"/>
                <a:gd name="connsiteY21" fmla="*/ 104697 h 173644"/>
                <a:gd name="connsiteX22" fmla="*/ 0 w 93931"/>
                <a:gd name="connsiteY22" fmla="*/ 111081 h 173644"/>
                <a:gd name="connsiteX23" fmla="*/ 6390 w 93931"/>
                <a:gd name="connsiteY23" fmla="*/ 117465 h 173644"/>
                <a:gd name="connsiteX24" fmla="*/ 15975 w 93931"/>
                <a:gd name="connsiteY24" fmla="*/ 117465 h 173644"/>
                <a:gd name="connsiteX25" fmla="*/ 15975 w 93931"/>
                <a:gd name="connsiteY25" fmla="*/ 119381 h 173644"/>
                <a:gd name="connsiteX26" fmla="*/ 22365 w 93931"/>
                <a:gd name="connsiteY26" fmla="*/ 125765 h 173644"/>
                <a:gd name="connsiteX27" fmla="*/ 28755 w 93931"/>
                <a:gd name="connsiteY27" fmla="*/ 119381 h 173644"/>
                <a:gd name="connsiteX28" fmla="*/ 28755 w 93931"/>
                <a:gd name="connsiteY28" fmla="*/ 117465 h 173644"/>
                <a:gd name="connsiteX29" fmla="*/ 48563 w 93931"/>
                <a:gd name="connsiteY29" fmla="*/ 117465 h 173644"/>
                <a:gd name="connsiteX30" fmla="*/ 48563 w 93931"/>
                <a:gd name="connsiteY30" fmla="*/ 119381 h 173644"/>
                <a:gd name="connsiteX31" fmla="*/ 54953 w 93931"/>
                <a:gd name="connsiteY31" fmla="*/ 125765 h 173644"/>
                <a:gd name="connsiteX32" fmla="*/ 61343 w 93931"/>
                <a:gd name="connsiteY32" fmla="*/ 119381 h 173644"/>
                <a:gd name="connsiteX33" fmla="*/ 61343 w 93931"/>
                <a:gd name="connsiteY33" fmla="*/ 117465 h 173644"/>
                <a:gd name="connsiteX34" fmla="*/ 81152 w 93931"/>
                <a:gd name="connsiteY34" fmla="*/ 117465 h 173644"/>
                <a:gd name="connsiteX35" fmla="*/ 81152 w 93931"/>
                <a:gd name="connsiteY35" fmla="*/ 140448 h 173644"/>
                <a:gd name="connsiteX36" fmla="*/ 58787 w 93931"/>
                <a:gd name="connsiteY36" fmla="*/ 162792 h 173644"/>
                <a:gd name="connsiteX37" fmla="*/ 58787 w 93931"/>
                <a:gd name="connsiteY37" fmla="*/ 171729 h 173644"/>
                <a:gd name="connsiteX38" fmla="*/ 67733 w 93931"/>
                <a:gd name="connsiteY38" fmla="*/ 171729 h 173644"/>
                <a:gd name="connsiteX39" fmla="*/ 92015 w 93931"/>
                <a:gd name="connsiteY39" fmla="*/ 147470 h 173644"/>
                <a:gd name="connsiteX40" fmla="*/ 93932 w 93931"/>
                <a:gd name="connsiteY40" fmla="*/ 143001 h 173644"/>
                <a:gd name="connsiteX41" fmla="*/ 93932 w 93931"/>
                <a:gd name="connsiteY41" fmla="*/ 30005 h 173644"/>
                <a:gd name="connsiteX42" fmla="*/ 92015 w 93931"/>
                <a:gd name="connsiteY42" fmla="*/ 25536 h 173644"/>
                <a:gd name="connsiteX43" fmla="*/ 67733 w 93931"/>
                <a:gd name="connsiteY43" fmla="*/ 1915 h 173644"/>
                <a:gd name="connsiteX44" fmla="*/ 29394 w 93931"/>
                <a:gd name="connsiteY44" fmla="*/ 104697 h 173644"/>
                <a:gd name="connsiteX45" fmla="*/ 29394 w 93931"/>
                <a:gd name="connsiteY45" fmla="*/ 68947 h 173644"/>
                <a:gd name="connsiteX46" fmla="*/ 49202 w 93931"/>
                <a:gd name="connsiteY46" fmla="*/ 68947 h 173644"/>
                <a:gd name="connsiteX47" fmla="*/ 49202 w 93931"/>
                <a:gd name="connsiteY47" fmla="*/ 104697 h 173644"/>
                <a:gd name="connsiteX48" fmla="*/ 29394 w 93931"/>
                <a:gd name="connsiteY48" fmla="*/ 104697 h 173644"/>
                <a:gd name="connsiteX49" fmla="*/ 61343 w 93931"/>
                <a:gd name="connsiteY49" fmla="*/ 104697 h 173644"/>
                <a:gd name="connsiteX50" fmla="*/ 61343 w 93931"/>
                <a:gd name="connsiteY50" fmla="*/ 68947 h 173644"/>
                <a:gd name="connsiteX51" fmla="*/ 81152 w 93931"/>
                <a:gd name="connsiteY51" fmla="*/ 68947 h 173644"/>
                <a:gd name="connsiteX52" fmla="*/ 81152 w 93931"/>
                <a:gd name="connsiteY52" fmla="*/ 104697 h 173644"/>
                <a:gd name="connsiteX53" fmla="*/ 61343 w 93931"/>
                <a:gd name="connsiteY53" fmla="*/ 104697 h 173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3931" h="173644">
                  <a:moveTo>
                    <a:pt x="67733" y="1915"/>
                  </a:moveTo>
                  <a:cubicBezTo>
                    <a:pt x="65177" y="-638"/>
                    <a:pt x="61343" y="-638"/>
                    <a:pt x="58787" y="1915"/>
                  </a:cubicBezTo>
                  <a:cubicBezTo>
                    <a:pt x="58787" y="1915"/>
                    <a:pt x="58787" y="1915"/>
                    <a:pt x="58787" y="1915"/>
                  </a:cubicBezTo>
                  <a:cubicBezTo>
                    <a:pt x="56231" y="4469"/>
                    <a:pt x="56231" y="8299"/>
                    <a:pt x="58787" y="10853"/>
                  </a:cubicBezTo>
                  <a:lnTo>
                    <a:pt x="81152" y="33197"/>
                  </a:lnTo>
                  <a:lnTo>
                    <a:pt x="81152" y="56179"/>
                  </a:lnTo>
                  <a:lnTo>
                    <a:pt x="61343" y="56179"/>
                  </a:lnTo>
                  <a:lnTo>
                    <a:pt x="61343" y="54264"/>
                  </a:lnTo>
                  <a:cubicBezTo>
                    <a:pt x="61343" y="50433"/>
                    <a:pt x="58787" y="47880"/>
                    <a:pt x="54953" y="47880"/>
                  </a:cubicBezTo>
                  <a:cubicBezTo>
                    <a:pt x="51119" y="47880"/>
                    <a:pt x="48563" y="50433"/>
                    <a:pt x="48563" y="54264"/>
                  </a:cubicBezTo>
                  <a:lnTo>
                    <a:pt x="48563" y="56179"/>
                  </a:lnTo>
                  <a:lnTo>
                    <a:pt x="28755" y="56179"/>
                  </a:lnTo>
                  <a:lnTo>
                    <a:pt x="28755" y="54264"/>
                  </a:lnTo>
                  <a:cubicBezTo>
                    <a:pt x="28755" y="50433"/>
                    <a:pt x="26199" y="47880"/>
                    <a:pt x="22365" y="47880"/>
                  </a:cubicBezTo>
                  <a:cubicBezTo>
                    <a:pt x="18531" y="47880"/>
                    <a:pt x="15975" y="50433"/>
                    <a:pt x="15975" y="54264"/>
                  </a:cubicBezTo>
                  <a:lnTo>
                    <a:pt x="15975" y="56179"/>
                  </a:lnTo>
                  <a:lnTo>
                    <a:pt x="6390" y="56179"/>
                  </a:lnTo>
                  <a:cubicBezTo>
                    <a:pt x="2556" y="56179"/>
                    <a:pt x="0" y="58733"/>
                    <a:pt x="0" y="62563"/>
                  </a:cubicBezTo>
                  <a:cubicBezTo>
                    <a:pt x="0" y="66393"/>
                    <a:pt x="2556" y="68947"/>
                    <a:pt x="6390" y="68947"/>
                  </a:cubicBezTo>
                  <a:lnTo>
                    <a:pt x="15975" y="68947"/>
                  </a:lnTo>
                  <a:lnTo>
                    <a:pt x="15975" y="104697"/>
                  </a:lnTo>
                  <a:lnTo>
                    <a:pt x="6390" y="104697"/>
                  </a:lnTo>
                  <a:cubicBezTo>
                    <a:pt x="2556" y="104697"/>
                    <a:pt x="0" y="107251"/>
                    <a:pt x="0" y="111081"/>
                  </a:cubicBezTo>
                  <a:cubicBezTo>
                    <a:pt x="0" y="114912"/>
                    <a:pt x="2556" y="117465"/>
                    <a:pt x="6390" y="117465"/>
                  </a:cubicBezTo>
                  <a:lnTo>
                    <a:pt x="15975" y="117465"/>
                  </a:lnTo>
                  <a:lnTo>
                    <a:pt x="15975" y="119381"/>
                  </a:lnTo>
                  <a:cubicBezTo>
                    <a:pt x="15975" y="123211"/>
                    <a:pt x="18531" y="125765"/>
                    <a:pt x="22365" y="125765"/>
                  </a:cubicBezTo>
                  <a:cubicBezTo>
                    <a:pt x="26199" y="125765"/>
                    <a:pt x="28755" y="123211"/>
                    <a:pt x="28755" y="119381"/>
                  </a:cubicBezTo>
                  <a:lnTo>
                    <a:pt x="28755" y="117465"/>
                  </a:lnTo>
                  <a:lnTo>
                    <a:pt x="48563" y="117465"/>
                  </a:lnTo>
                  <a:lnTo>
                    <a:pt x="48563" y="119381"/>
                  </a:lnTo>
                  <a:cubicBezTo>
                    <a:pt x="48563" y="123211"/>
                    <a:pt x="51119" y="125765"/>
                    <a:pt x="54953" y="125765"/>
                  </a:cubicBezTo>
                  <a:cubicBezTo>
                    <a:pt x="58787" y="125765"/>
                    <a:pt x="61343" y="123211"/>
                    <a:pt x="61343" y="119381"/>
                  </a:cubicBezTo>
                  <a:lnTo>
                    <a:pt x="61343" y="117465"/>
                  </a:lnTo>
                  <a:lnTo>
                    <a:pt x="81152" y="117465"/>
                  </a:lnTo>
                  <a:lnTo>
                    <a:pt x="81152" y="140448"/>
                  </a:lnTo>
                  <a:lnTo>
                    <a:pt x="58787" y="162792"/>
                  </a:lnTo>
                  <a:cubicBezTo>
                    <a:pt x="56231" y="165345"/>
                    <a:pt x="56231" y="169176"/>
                    <a:pt x="58787" y="171729"/>
                  </a:cubicBezTo>
                  <a:cubicBezTo>
                    <a:pt x="61343" y="174283"/>
                    <a:pt x="65177" y="174283"/>
                    <a:pt x="67733" y="171729"/>
                  </a:cubicBezTo>
                  <a:lnTo>
                    <a:pt x="92015" y="147470"/>
                  </a:lnTo>
                  <a:cubicBezTo>
                    <a:pt x="93293" y="146193"/>
                    <a:pt x="93932" y="144917"/>
                    <a:pt x="93932" y="143001"/>
                  </a:cubicBezTo>
                  <a:lnTo>
                    <a:pt x="93932" y="30005"/>
                  </a:lnTo>
                  <a:cubicBezTo>
                    <a:pt x="93932" y="28090"/>
                    <a:pt x="93293" y="26813"/>
                    <a:pt x="92015" y="25536"/>
                  </a:cubicBezTo>
                  <a:lnTo>
                    <a:pt x="67733" y="1915"/>
                  </a:lnTo>
                  <a:close/>
                  <a:moveTo>
                    <a:pt x="29394" y="104697"/>
                  </a:moveTo>
                  <a:lnTo>
                    <a:pt x="29394" y="68947"/>
                  </a:lnTo>
                  <a:lnTo>
                    <a:pt x="49202" y="68947"/>
                  </a:lnTo>
                  <a:lnTo>
                    <a:pt x="49202" y="104697"/>
                  </a:lnTo>
                  <a:lnTo>
                    <a:pt x="29394" y="104697"/>
                  </a:lnTo>
                  <a:close/>
                  <a:moveTo>
                    <a:pt x="61343" y="104697"/>
                  </a:moveTo>
                  <a:lnTo>
                    <a:pt x="61343" y="68947"/>
                  </a:lnTo>
                  <a:lnTo>
                    <a:pt x="81152" y="68947"/>
                  </a:lnTo>
                  <a:lnTo>
                    <a:pt x="81152" y="104697"/>
                  </a:lnTo>
                  <a:lnTo>
                    <a:pt x="61343" y="104697"/>
                  </a:lnTo>
                  <a:close/>
                </a:path>
              </a:pathLst>
            </a:custGeom>
            <a:solidFill>
              <a:srgbClr val="26890D"/>
            </a:solidFill>
            <a:ln w="6390" cap="flat">
              <a:noFill/>
              <a:prstDash val="solid"/>
              <a:miter/>
            </a:ln>
          </p:spPr>
          <p:txBody>
            <a:bodyPr rtlCol="0" anchor="ctr"/>
            <a:lstStyle/>
            <a:p>
              <a:endParaRPr lang="en-US"/>
            </a:p>
          </p:txBody>
        </p:sp>
        <p:sp>
          <p:nvSpPr>
            <p:cNvPr id="139" name="Graphic 4">
              <a:extLst>
                <a:ext uri="{FF2B5EF4-FFF2-40B4-BE49-F238E27FC236}">
                  <a16:creationId xmlns:a16="http://schemas.microsoft.com/office/drawing/2014/main" id="{8862F176-C21F-A544-91AA-B85D13614815}"/>
                </a:ext>
              </a:extLst>
            </p:cNvPr>
            <p:cNvSpPr/>
            <p:nvPr/>
          </p:nvSpPr>
          <p:spPr>
            <a:xfrm>
              <a:off x="1721449" y="2465018"/>
              <a:ext cx="93932" cy="174282"/>
            </a:xfrm>
            <a:custGeom>
              <a:avLst/>
              <a:gdLst>
                <a:gd name="connsiteX0" fmla="*/ 87542 w 93932"/>
                <a:gd name="connsiteY0" fmla="*/ 104697 h 174282"/>
                <a:gd name="connsiteX1" fmla="*/ 77957 w 93932"/>
                <a:gd name="connsiteY1" fmla="*/ 104697 h 174282"/>
                <a:gd name="connsiteX2" fmla="*/ 77957 w 93932"/>
                <a:gd name="connsiteY2" fmla="*/ 68947 h 174282"/>
                <a:gd name="connsiteX3" fmla="*/ 87542 w 93932"/>
                <a:gd name="connsiteY3" fmla="*/ 68947 h 174282"/>
                <a:gd name="connsiteX4" fmla="*/ 93932 w 93932"/>
                <a:gd name="connsiteY4" fmla="*/ 62563 h 174282"/>
                <a:gd name="connsiteX5" fmla="*/ 87542 w 93932"/>
                <a:gd name="connsiteY5" fmla="*/ 56179 h 174282"/>
                <a:gd name="connsiteX6" fmla="*/ 77957 w 93932"/>
                <a:gd name="connsiteY6" fmla="*/ 56179 h 174282"/>
                <a:gd name="connsiteX7" fmla="*/ 77957 w 93932"/>
                <a:gd name="connsiteY7" fmla="*/ 54264 h 174282"/>
                <a:gd name="connsiteX8" fmla="*/ 71567 w 93932"/>
                <a:gd name="connsiteY8" fmla="*/ 47880 h 174282"/>
                <a:gd name="connsiteX9" fmla="*/ 65177 w 93932"/>
                <a:gd name="connsiteY9" fmla="*/ 54264 h 174282"/>
                <a:gd name="connsiteX10" fmla="*/ 65177 w 93932"/>
                <a:gd name="connsiteY10" fmla="*/ 56179 h 174282"/>
                <a:gd name="connsiteX11" fmla="*/ 45369 w 93932"/>
                <a:gd name="connsiteY11" fmla="*/ 56179 h 174282"/>
                <a:gd name="connsiteX12" fmla="*/ 45369 w 93932"/>
                <a:gd name="connsiteY12" fmla="*/ 54264 h 174282"/>
                <a:gd name="connsiteX13" fmla="*/ 38979 w 93932"/>
                <a:gd name="connsiteY13" fmla="*/ 47880 h 174282"/>
                <a:gd name="connsiteX14" fmla="*/ 32589 w 93932"/>
                <a:gd name="connsiteY14" fmla="*/ 54264 h 174282"/>
                <a:gd name="connsiteX15" fmla="*/ 32589 w 93932"/>
                <a:gd name="connsiteY15" fmla="*/ 56179 h 174282"/>
                <a:gd name="connsiteX16" fmla="*/ 12780 w 93932"/>
                <a:gd name="connsiteY16" fmla="*/ 56179 h 174282"/>
                <a:gd name="connsiteX17" fmla="*/ 12780 w 93932"/>
                <a:gd name="connsiteY17" fmla="*/ 33197 h 174282"/>
                <a:gd name="connsiteX18" fmla="*/ 35145 w 93932"/>
                <a:gd name="connsiteY18" fmla="*/ 10853 h 174282"/>
                <a:gd name="connsiteX19" fmla="*/ 35145 w 93932"/>
                <a:gd name="connsiteY19" fmla="*/ 1915 h 174282"/>
                <a:gd name="connsiteX20" fmla="*/ 26199 w 93932"/>
                <a:gd name="connsiteY20" fmla="*/ 1915 h 174282"/>
                <a:gd name="connsiteX21" fmla="*/ 26199 w 93932"/>
                <a:gd name="connsiteY21" fmla="*/ 1915 h 174282"/>
                <a:gd name="connsiteX22" fmla="*/ 1917 w 93932"/>
                <a:gd name="connsiteY22" fmla="*/ 26174 h 174282"/>
                <a:gd name="connsiteX23" fmla="*/ 0 w 93932"/>
                <a:gd name="connsiteY23" fmla="*/ 30643 h 174282"/>
                <a:gd name="connsiteX24" fmla="*/ 0 w 93932"/>
                <a:gd name="connsiteY24" fmla="*/ 143640 h 174282"/>
                <a:gd name="connsiteX25" fmla="*/ 1917 w 93932"/>
                <a:gd name="connsiteY25" fmla="*/ 148109 h 174282"/>
                <a:gd name="connsiteX26" fmla="*/ 26199 w 93932"/>
                <a:gd name="connsiteY26" fmla="*/ 172368 h 174282"/>
                <a:gd name="connsiteX27" fmla="*/ 30672 w 93932"/>
                <a:gd name="connsiteY27" fmla="*/ 174283 h 174282"/>
                <a:gd name="connsiteX28" fmla="*/ 35145 w 93932"/>
                <a:gd name="connsiteY28" fmla="*/ 172368 h 174282"/>
                <a:gd name="connsiteX29" fmla="*/ 35145 w 93932"/>
                <a:gd name="connsiteY29" fmla="*/ 163430 h 174282"/>
                <a:gd name="connsiteX30" fmla="*/ 12780 w 93932"/>
                <a:gd name="connsiteY30" fmla="*/ 141086 h 174282"/>
                <a:gd name="connsiteX31" fmla="*/ 12780 w 93932"/>
                <a:gd name="connsiteY31" fmla="*/ 118104 h 174282"/>
                <a:gd name="connsiteX32" fmla="*/ 32589 w 93932"/>
                <a:gd name="connsiteY32" fmla="*/ 118104 h 174282"/>
                <a:gd name="connsiteX33" fmla="*/ 32589 w 93932"/>
                <a:gd name="connsiteY33" fmla="*/ 120019 h 174282"/>
                <a:gd name="connsiteX34" fmla="*/ 38979 w 93932"/>
                <a:gd name="connsiteY34" fmla="*/ 126403 h 174282"/>
                <a:gd name="connsiteX35" fmla="*/ 45369 w 93932"/>
                <a:gd name="connsiteY35" fmla="*/ 120019 h 174282"/>
                <a:gd name="connsiteX36" fmla="*/ 45369 w 93932"/>
                <a:gd name="connsiteY36" fmla="*/ 118104 h 174282"/>
                <a:gd name="connsiteX37" fmla="*/ 65177 w 93932"/>
                <a:gd name="connsiteY37" fmla="*/ 118104 h 174282"/>
                <a:gd name="connsiteX38" fmla="*/ 65177 w 93932"/>
                <a:gd name="connsiteY38" fmla="*/ 120019 h 174282"/>
                <a:gd name="connsiteX39" fmla="*/ 71567 w 93932"/>
                <a:gd name="connsiteY39" fmla="*/ 126403 h 174282"/>
                <a:gd name="connsiteX40" fmla="*/ 77957 w 93932"/>
                <a:gd name="connsiteY40" fmla="*/ 120019 h 174282"/>
                <a:gd name="connsiteX41" fmla="*/ 77957 w 93932"/>
                <a:gd name="connsiteY41" fmla="*/ 118104 h 174282"/>
                <a:gd name="connsiteX42" fmla="*/ 87542 w 93932"/>
                <a:gd name="connsiteY42" fmla="*/ 118104 h 174282"/>
                <a:gd name="connsiteX43" fmla="*/ 93932 w 93932"/>
                <a:gd name="connsiteY43" fmla="*/ 111720 h 174282"/>
                <a:gd name="connsiteX44" fmla="*/ 87542 w 93932"/>
                <a:gd name="connsiteY44" fmla="*/ 104697 h 174282"/>
                <a:gd name="connsiteX45" fmla="*/ 87542 w 93932"/>
                <a:gd name="connsiteY45" fmla="*/ 104697 h 174282"/>
                <a:gd name="connsiteX46" fmla="*/ 13419 w 93932"/>
                <a:gd name="connsiteY46" fmla="*/ 104697 h 174282"/>
                <a:gd name="connsiteX47" fmla="*/ 13419 w 93932"/>
                <a:gd name="connsiteY47" fmla="*/ 68947 h 174282"/>
                <a:gd name="connsiteX48" fmla="*/ 33228 w 93932"/>
                <a:gd name="connsiteY48" fmla="*/ 68947 h 174282"/>
                <a:gd name="connsiteX49" fmla="*/ 33228 w 93932"/>
                <a:gd name="connsiteY49" fmla="*/ 104697 h 174282"/>
                <a:gd name="connsiteX50" fmla="*/ 13419 w 93932"/>
                <a:gd name="connsiteY50" fmla="*/ 104697 h 174282"/>
                <a:gd name="connsiteX51" fmla="*/ 45369 w 93932"/>
                <a:gd name="connsiteY51" fmla="*/ 104697 h 174282"/>
                <a:gd name="connsiteX52" fmla="*/ 45369 w 93932"/>
                <a:gd name="connsiteY52" fmla="*/ 68947 h 174282"/>
                <a:gd name="connsiteX53" fmla="*/ 65177 w 93932"/>
                <a:gd name="connsiteY53" fmla="*/ 68947 h 174282"/>
                <a:gd name="connsiteX54" fmla="*/ 65177 w 93932"/>
                <a:gd name="connsiteY54" fmla="*/ 104697 h 174282"/>
                <a:gd name="connsiteX55" fmla="*/ 45369 w 93932"/>
                <a:gd name="connsiteY55" fmla="*/ 104697 h 17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3932" h="174282">
                  <a:moveTo>
                    <a:pt x="87542" y="104697"/>
                  </a:moveTo>
                  <a:lnTo>
                    <a:pt x="77957" y="104697"/>
                  </a:lnTo>
                  <a:lnTo>
                    <a:pt x="77957" y="68947"/>
                  </a:lnTo>
                  <a:lnTo>
                    <a:pt x="87542" y="68947"/>
                  </a:lnTo>
                  <a:cubicBezTo>
                    <a:pt x="91376" y="68947"/>
                    <a:pt x="93932" y="66393"/>
                    <a:pt x="93932" y="62563"/>
                  </a:cubicBezTo>
                  <a:cubicBezTo>
                    <a:pt x="93932" y="58733"/>
                    <a:pt x="91376" y="56179"/>
                    <a:pt x="87542" y="56179"/>
                  </a:cubicBezTo>
                  <a:lnTo>
                    <a:pt x="77957" y="56179"/>
                  </a:lnTo>
                  <a:lnTo>
                    <a:pt x="77957" y="54264"/>
                  </a:lnTo>
                  <a:cubicBezTo>
                    <a:pt x="77957" y="50433"/>
                    <a:pt x="75401" y="47880"/>
                    <a:pt x="71567" y="47880"/>
                  </a:cubicBezTo>
                  <a:cubicBezTo>
                    <a:pt x="67733" y="47880"/>
                    <a:pt x="65177" y="50433"/>
                    <a:pt x="65177" y="54264"/>
                  </a:cubicBezTo>
                  <a:lnTo>
                    <a:pt x="65177" y="56179"/>
                  </a:lnTo>
                  <a:lnTo>
                    <a:pt x="45369" y="56179"/>
                  </a:lnTo>
                  <a:lnTo>
                    <a:pt x="45369" y="54264"/>
                  </a:lnTo>
                  <a:cubicBezTo>
                    <a:pt x="45369" y="50433"/>
                    <a:pt x="42813" y="47880"/>
                    <a:pt x="38979" y="47880"/>
                  </a:cubicBezTo>
                  <a:cubicBezTo>
                    <a:pt x="35145" y="47880"/>
                    <a:pt x="32589" y="50433"/>
                    <a:pt x="32589" y="54264"/>
                  </a:cubicBezTo>
                  <a:lnTo>
                    <a:pt x="32589" y="56179"/>
                  </a:lnTo>
                  <a:lnTo>
                    <a:pt x="12780" y="56179"/>
                  </a:lnTo>
                  <a:lnTo>
                    <a:pt x="12780" y="33197"/>
                  </a:lnTo>
                  <a:lnTo>
                    <a:pt x="35145" y="10853"/>
                  </a:lnTo>
                  <a:cubicBezTo>
                    <a:pt x="37701" y="8299"/>
                    <a:pt x="37701" y="4469"/>
                    <a:pt x="35145" y="1915"/>
                  </a:cubicBezTo>
                  <a:cubicBezTo>
                    <a:pt x="32589" y="-638"/>
                    <a:pt x="28755" y="-638"/>
                    <a:pt x="26199" y="1915"/>
                  </a:cubicBezTo>
                  <a:cubicBezTo>
                    <a:pt x="26199" y="1915"/>
                    <a:pt x="26199" y="1915"/>
                    <a:pt x="26199" y="1915"/>
                  </a:cubicBezTo>
                  <a:lnTo>
                    <a:pt x="1917" y="26174"/>
                  </a:lnTo>
                  <a:cubicBezTo>
                    <a:pt x="639" y="27451"/>
                    <a:pt x="0" y="28728"/>
                    <a:pt x="0" y="30643"/>
                  </a:cubicBezTo>
                  <a:lnTo>
                    <a:pt x="0" y="143640"/>
                  </a:lnTo>
                  <a:cubicBezTo>
                    <a:pt x="0" y="145555"/>
                    <a:pt x="639" y="146832"/>
                    <a:pt x="1917" y="148109"/>
                  </a:cubicBezTo>
                  <a:lnTo>
                    <a:pt x="26199" y="172368"/>
                  </a:lnTo>
                  <a:cubicBezTo>
                    <a:pt x="27477" y="173644"/>
                    <a:pt x="28755" y="174283"/>
                    <a:pt x="30672" y="174283"/>
                  </a:cubicBezTo>
                  <a:cubicBezTo>
                    <a:pt x="32589" y="174283"/>
                    <a:pt x="33867" y="173644"/>
                    <a:pt x="35145" y="172368"/>
                  </a:cubicBezTo>
                  <a:cubicBezTo>
                    <a:pt x="37701" y="169814"/>
                    <a:pt x="37701" y="165984"/>
                    <a:pt x="35145" y="163430"/>
                  </a:cubicBezTo>
                  <a:lnTo>
                    <a:pt x="12780" y="141086"/>
                  </a:lnTo>
                  <a:lnTo>
                    <a:pt x="12780" y="118104"/>
                  </a:lnTo>
                  <a:lnTo>
                    <a:pt x="32589" y="118104"/>
                  </a:lnTo>
                  <a:lnTo>
                    <a:pt x="32589" y="120019"/>
                  </a:lnTo>
                  <a:cubicBezTo>
                    <a:pt x="32589" y="123849"/>
                    <a:pt x="35145" y="126403"/>
                    <a:pt x="38979" y="126403"/>
                  </a:cubicBezTo>
                  <a:cubicBezTo>
                    <a:pt x="42813" y="126403"/>
                    <a:pt x="45369" y="123849"/>
                    <a:pt x="45369" y="120019"/>
                  </a:cubicBezTo>
                  <a:lnTo>
                    <a:pt x="45369" y="118104"/>
                  </a:lnTo>
                  <a:lnTo>
                    <a:pt x="65177" y="118104"/>
                  </a:lnTo>
                  <a:lnTo>
                    <a:pt x="65177" y="120019"/>
                  </a:lnTo>
                  <a:cubicBezTo>
                    <a:pt x="65177" y="123849"/>
                    <a:pt x="67733" y="126403"/>
                    <a:pt x="71567" y="126403"/>
                  </a:cubicBezTo>
                  <a:cubicBezTo>
                    <a:pt x="75401" y="126403"/>
                    <a:pt x="77957" y="123849"/>
                    <a:pt x="77957" y="120019"/>
                  </a:cubicBezTo>
                  <a:lnTo>
                    <a:pt x="77957" y="118104"/>
                  </a:lnTo>
                  <a:lnTo>
                    <a:pt x="87542" y="118104"/>
                  </a:lnTo>
                  <a:cubicBezTo>
                    <a:pt x="91376" y="118104"/>
                    <a:pt x="93932" y="115550"/>
                    <a:pt x="93932" y="111720"/>
                  </a:cubicBezTo>
                  <a:cubicBezTo>
                    <a:pt x="93932" y="107889"/>
                    <a:pt x="91376" y="104697"/>
                    <a:pt x="87542" y="104697"/>
                  </a:cubicBezTo>
                  <a:lnTo>
                    <a:pt x="87542" y="104697"/>
                  </a:lnTo>
                  <a:close/>
                  <a:moveTo>
                    <a:pt x="13419" y="104697"/>
                  </a:moveTo>
                  <a:lnTo>
                    <a:pt x="13419" y="68947"/>
                  </a:lnTo>
                  <a:lnTo>
                    <a:pt x="33228" y="68947"/>
                  </a:lnTo>
                  <a:lnTo>
                    <a:pt x="33228" y="104697"/>
                  </a:lnTo>
                  <a:lnTo>
                    <a:pt x="13419" y="104697"/>
                  </a:lnTo>
                  <a:close/>
                  <a:moveTo>
                    <a:pt x="45369" y="104697"/>
                  </a:moveTo>
                  <a:lnTo>
                    <a:pt x="45369" y="68947"/>
                  </a:lnTo>
                  <a:lnTo>
                    <a:pt x="65177" y="68947"/>
                  </a:lnTo>
                  <a:lnTo>
                    <a:pt x="65177" y="104697"/>
                  </a:lnTo>
                  <a:lnTo>
                    <a:pt x="45369" y="104697"/>
                  </a:lnTo>
                  <a:close/>
                </a:path>
              </a:pathLst>
            </a:custGeom>
            <a:solidFill>
              <a:srgbClr val="26890D"/>
            </a:solidFill>
            <a:ln w="6390" cap="flat">
              <a:noFill/>
              <a:prstDash val="solid"/>
              <a:miter/>
            </a:ln>
          </p:spPr>
          <p:txBody>
            <a:bodyPr rtlCol="0" anchor="ctr"/>
            <a:lstStyle/>
            <a:p>
              <a:endParaRPr lang="en-US"/>
            </a:p>
          </p:txBody>
        </p:sp>
      </p:grpSp>
      <p:grpSp>
        <p:nvGrpSpPr>
          <p:cNvPr id="140" name="Graphic 4">
            <a:extLst>
              <a:ext uri="{FF2B5EF4-FFF2-40B4-BE49-F238E27FC236}">
                <a16:creationId xmlns:a16="http://schemas.microsoft.com/office/drawing/2014/main" id="{525912A4-252B-2841-AC2C-EE127CE14856}"/>
              </a:ext>
            </a:extLst>
          </p:cNvPr>
          <p:cNvGrpSpPr/>
          <p:nvPr/>
        </p:nvGrpSpPr>
        <p:grpSpPr>
          <a:xfrm>
            <a:off x="1515054" y="1893013"/>
            <a:ext cx="362309" cy="362610"/>
            <a:chOff x="1515054" y="1893013"/>
            <a:chExt cx="362309" cy="362610"/>
          </a:xfrm>
          <a:solidFill>
            <a:srgbClr val="26890D"/>
          </a:solidFill>
        </p:grpSpPr>
        <p:sp>
          <p:nvSpPr>
            <p:cNvPr id="141" name="Graphic 4">
              <a:extLst>
                <a:ext uri="{FF2B5EF4-FFF2-40B4-BE49-F238E27FC236}">
                  <a16:creationId xmlns:a16="http://schemas.microsoft.com/office/drawing/2014/main" id="{8ECB8053-EC1A-FF4F-B5E9-63300226CFA6}"/>
                </a:ext>
              </a:extLst>
            </p:cNvPr>
            <p:cNvSpPr/>
            <p:nvPr/>
          </p:nvSpPr>
          <p:spPr>
            <a:xfrm>
              <a:off x="1515054" y="189301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362309 w 362309"/>
                <a:gd name="connsiteY4" fmla="*/ 181305 h 362610"/>
                <a:gd name="connsiteX5" fmla="*/ 180835 w 362309"/>
                <a:gd name="connsiteY5" fmla="*/ 0 h 362610"/>
                <a:gd name="connsiteX6" fmla="*/ 180835 w 362309"/>
                <a:gd name="connsiteY6" fmla="*/ 0 h 362610"/>
                <a:gd name="connsiteX7" fmla="*/ 180835 w 362309"/>
                <a:gd name="connsiteY7" fmla="*/ 349204 h 362610"/>
                <a:gd name="connsiteX8" fmla="*/ 12780 w 362309"/>
                <a:gd name="connsiteY8" fmla="*/ 180667 h 362610"/>
                <a:gd name="connsiteX9" fmla="*/ 180835 w 362309"/>
                <a:gd name="connsiteY9" fmla="*/ 12130 h 362610"/>
                <a:gd name="connsiteX10" fmla="*/ 349529 w 362309"/>
                <a:gd name="connsiteY10" fmla="*/ 180667 h 362610"/>
                <a:gd name="connsiteX11" fmla="*/ 180835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181305"/>
                    <a:pt x="362309" y="181305"/>
                    <a:pt x="362309" y="181305"/>
                  </a:cubicBezTo>
                  <a:cubicBezTo>
                    <a:pt x="361670"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130"/>
                    <a:pt x="180835" y="12130"/>
                  </a:cubicBezTo>
                  <a:cubicBezTo>
                    <a:pt x="274128" y="12130"/>
                    <a:pt x="349529" y="87461"/>
                    <a:pt x="349529" y="180667"/>
                  </a:cubicBezTo>
                  <a:cubicBezTo>
                    <a:pt x="348891" y="273873"/>
                    <a:pt x="273489" y="349204"/>
                    <a:pt x="180835" y="349204"/>
                  </a:cubicBezTo>
                  <a:close/>
                </a:path>
              </a:pathLst>
            </a:custGeom>
            <a:solidFill>
              <a:srgbClr val="26890D"/>
            </a:solidFill>
            <a:ln w="6390" cap="flat">
              <a:noFill/>
              <a:prstDash val="solid"/>
              <a:miter/>
            </a:ln>
          </p:spPr>
          <p:txBody>
            <a:bodyPr rtlCol="0" anchor="ctr"/>
            <a:lstStyle/>
            <a:p>
              <a:endParaRPr lang="en-US"/>
            </a:p>
          </p:txBody>
        </p:sp>
        <p:sp>
          <p:nvSpPr>
            <p:cNvPr id="142" name="Graphic 4">
              <a:extLst>
                <a:ext uri="{FF2B5EF4-FFF2-40B4-BE49-F238E27FC236}">
                  <a16:creationId xmlns:a16="http://schemas.microsoft.com/office/drawing/2014/main" id="{CD67D6B3-EB3F-F04E-9049-35C7C8614E42}"/>
                </a:ext>
              </a:extLst>
            </p:cNvPr>
            <p:cNvSpPr/>
            <p:nvPr/>
          </p:nvSpPr>
          <p:spPr>
            <a:xfrm>
              <a:off x="1575758" y="1987147"/>
              <a:ext cx="93931" cy="171439"/>
            </a:xfrm>
            <a:custGeom>
              <a:avLst/>
              <a:gdLst>
                <a:gd name="connsiteX0" fmla="*/ 67733 w 93931"/>
                <a:gd name="connsiteY0" fmla="*/ 1626 h 171439"/>
                <a:gd name="connsiteX1" fmla="*/ 58787 w 93931"/>
                <a:gd name="connsiteY1" fmla="*/ 2264 h 171439"/>
                <a:gd name="connsiteX2" fmla="*/ 58787 w 93931"/>
                <a:gd name="connsiteY2" fmla="*/ 10563 h 171439"/>
                <a:gd name="connsiteX3" fmla="*/ 81152 w 93931"/>
                <a:gd name="connsiteY3" fmla="*/ 32907 h 171439"/>
                <a:gd name="connsiteX4" fmla="*/ 81152 w 93931"/>
                <a:gd name="connsiteY4" fmla="*/ 52059 h 171439"/>
                <a:gd name="connsiteX5" fmla="*/ 78596 w 93931"/>
                <a:gd name="connsiteY5" fmla="*/ 49505 h 171439"/>
                <a:gd name="connsiteX6" fmla="*/ 45368 w 93931"/>
                <a:gd name="connsiteY6" fmla="*/ 46952 h 171439"/>
                <a:gd name="connsiteX7" fmla="*/ 42813 w 93931"/>
                <a:gd name="connsiteY7" fmla="*/ 49505 h 171439"/>
                <a:gd name="connsiteX8" fmla="*/ 26838 w 93931"/>
                <a:gd name="connsiteY8" fmla="*/ 52059 h 171439"/>
                <a:gd name="connsiteX9" fmla="*/ 24282 w 93931"/>
                <a:gd name="connsiteY9" fmla="*/ 49505 h 171439"/>
                <a:gd name="connsiteX10" fmla="*/ 6390 w 93931"/>
                <a:gd name="connsiteY10" fmla="*/ 41206 h 171439"/>
                <a:gd name="connsiteX11" fmla="*/ 0 w 93931"/>
                <a:gd name="connsiteY11" fmla="*/ 47590 h 171439"/>
                <a:gd name="connsiteX12" fmla="*/ 6390 w 93931"/>
                <a:gd name="connsiteY12" fmla="*/ 53974 h 171439"/>
                <a:gd name="connsiteX13" fmla="*/ 15336 w 93931"/>
                <a:gd name="connsiteY13" fmla="*/ 58443 h 171439"/>
                <a:gd name="connsiteX14" fmla="*/ 48563 w 93931"/>
                <a:gd name="connsiteY14" fmla="*/ 60997 h 171439"/>
                <a:gd name="connsiteX15" fmla="*/ 51119 w 93931"/>
                <a:gd name="connsiteY15" fmla="*/ 58443 h 171439"/>
                <a:gd name="connsiteX16" fmla="*/ 67094 w 93931"/>
                <a:gd name="connsiteY16" fmla="*/ 55889 h 171439"/>
                <a:gd name="connsiteX17" fmla="*/ 69650 w 93931"/>
                <a:gd name="connsiteY17" fmla="*/ 58443 h 171439"/>
                <a:gd name="connsiteX18" fmla="*/ 81152 w 93931"/>
                <a:gd name="connsiteY18" fmla="*/ 65465 h 171439"/>
                <a:gd name="connsiteX19" fmla="*/ 81152 w 93931"/>
                <a:gd name="connsiteY19" fmla="*/ 83341 h 171439"/>
                <a:gd name="connsiteX20" fmla="*/ 78596 w 93931"/>
                <a:gd name="connsiteY20" fmla="*/ 80787 h 171439"/>
                <a:gd name="connsiteX21" fmla="*/ 45368 w 93931"/>
                <a:gd name="connsiteY21" fmla="*/ 78233 h 171439"/>
                <a:gd name="connsiteX22" fmla="*/ 42813 w 93931"/>
                <a:gd name="connsiteY22" fmla="*/ 80787 h 171439"/>
                <a:gd name="connsiteX23" fmla="*/ 26838 w 93931"/>
                <a:gd name="connsiteY23" fmla="*/ 83341 h 171439"/>
                <a:gd name="connsiteX24" fmla="*/ 24282 w 93931"/>
                <a:gd name="connsiteY24" fmla="*/ 80787 h 171439"/>
                <a:gd name="connsiteX25" fmla="*/ 6390 w 93931"/>
                <a:gd name="connsiteY25" fmla="*/ 72488 h 171439"/>
                <a:gd name="connsiteX26" fmla="*/ 0 w 93931"/>
                <a:gd name="connsiteY26" fmla="*/ 78872 h 171439"/>
                <a:gd name="connsiteX27" fmla="*/ 6390 w 93931"/>
                <a:gd name="connsiteY27" fmla="*/ 85256 h 171439"/>
                <a:gd name="connsiteX28" fmla="*/ 15336 w 93931"/>
                <a:gd name="connsiteY28" fmla="*/ 89725 h 171439"/>
                <a:gd name="connsiteX29" fmla="*/ 48563 w 93931"/>
                <a:gd name="connsiteY29" fmla="*/ 92278 h 171439"/>
                <a:gd name="connsiteX30" fmla="*/ 51119 w 93931"/>
                <a:gd name="connsiteY30" fmla="*/ 89725 h 171439"/>
                <a:gd name="connsiteX31" fmla="*/ 67094 w 93931"/>
                <a:gd name="connsiteY31" fmla="*/ 87171 h 171439"/>
                <a:gd name="connsiteX32" fmla="*/ 69650 w 93931"/>
                <a:gd name="connsiteY32" fmla="*/ 89725 h 171439"/>
                <a:gd name="connsiteX33" fmla="*/ 81152 w 93931"/>
                <a:gd name="connsiteY33" fmla="*/ 96747 h 171439"/>
                <a:gd name="connsiteX34" fmla="*/ 81152 w 93931"/>
                <a:gd name="connsiteY34" fmla="*/ 115261 h 171439"/>
                <a:gd name="connsiteX35" fmla="*/ 78596 w 93931"/>
                <a:gd name="connsiteY35" fmla="*/ 112707 h 171439"/>
                <a:gd name="connsiteX36" fmla="*/ 45368 w 93931"/>
                <a:gd name="connsiteY36" fmla="*/ 110153 h 171439"/>
                <a:gd name="connsiteX37" fmla="*/ 42813 w 93931"/>
                <a:gd name="connsiteY37" fmla="*/ 112707 h 171439"/>
                <a:gd name="connsiteX38" fmla="*/ 26838 w 93931"/>
                <a:gd name="connsiteY38" fmla="*/ 115261 h 171439"/>
                <a:gd name="connsiteX39" fmla="*/ 24282 w 93931"/>
                <a:gd name="connsiteY39" fmla="*/ 112707 h 171439"/>
                <a:gd name="connsiteX40" fmla="*/ 6390 w 93931"/>
                <a:gd name="connsiteY40" fmla="*/ 104408 h 171439"/>
                <a:gd name="connsiteX41" fmla="*/ 0 w 93931"/>
                <a:gd name="connsiteY41" fmla="*/ 110792 h 171439"/>
                <a:gd name="connsiteX42" fmla="*/ 6390 w 93931"/>
                <a:gd name="connsiteY42" fmla="*/ 117176 h 171439"/>
                <a:gd name="connsiteX43" fmla="*/ 15336 w 93931"/>
                <a:gd name="connsiteY43" fmla="*/ 121645 h 171439"/>
                <a:gd name="connsiteX44" fmla="*/ 48563 w 93931"/>
                <a:gd name="connsiteY44" fmla="*/ 124198 h 171439"/>
                <a:gd name="connsiteX45" fmla="*/ 51119 w 93931"/>
                <a:gd name="connsiteY45" fmla="*/ 121645 h 171439"/>
                <a:gd name="connsiteX46" fmla="*/ 67094 w 93931"/>
                <a:gd name="connsiteY46" fmla="*/ 119091 h 171439"/>
                <a:gd name="connsiteX47" fmla="*/ 69650 w 93931"/>
                <a:gd name="connsiteY47" fmla="*/ 121645 h 171439"/>
                <a:gd name="connsiteX48" fmla="*/ 81152 w 93931"/>
                <a:gd name="connsiteY48" fmla="*/ 128667 h 171439"/>
                <a:gd name="connsiteX49" fmla="*/ 81152 w 93931"/>
                <a:gd name="connsiteY49" fmla="*/ 138243 h 171439"/>
                <a:gd name="connsiteX50" fmla="*/ 58787 w 93931"/>
                <a:gd name="connsiteY50" fmla="*/ 160587 h 171439"/>
                <a:gd name="connsiteX51" fmla="*/ 58787 w 93931"/>
                <a:gd name="connsiteY51" fmla="*/ 169524 h 171439"/>
                <a:gd name="connsiteX52" fmla="*/ 63260 w 93931"/>
                <a:gd name="connsiteY52" fmla="*/ 171440 h 171439"/>
                <a:gd name="connsiteX53" fmla="*/ 67733 w 93931"/>
                <a:gd name="connsiteY53" fmla="*/ 169524 h 171439"/>
                <a:gd name="connsiteX54" fmla="*/ 92015 w 93931"/>
                <a:gd name="connsiteY54" fmla="*/ 145265 h 171439"/>
                <a:gd name="connsiteX55" fmla="*/ 93932 w 93931"/>
                <a:gd name="connsiteY55" fmla="*/ 140797 h 171439"/>
                <a:gd name="connsiteX56" fmla="*/ 93932 w 93931"/>
                <a:gd name="connsiteY56" fmla="*/ 27162 h 171439"/>
                <a:gd name="connsiteX57" fmla="*/ 92015 w 93931"/>
                <a:gd name="connsiteY57" fmla="*/ 22693 h 171439"/>
                <a:gd name="connsiteX58" fmla="*/ 67733 w 93931"/>
                <a:gd name="connsiteY58" fmla="*/ 1626 h 171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93931" h="171439">
                  <a:moveTo>
                    <a:pt x="67733" y="1626"/>
                  </a:moveTo>
                  <a:cubicBezTo>
                    <a:pt x="65177" y="-928"/>
                    <a:pt x="60704" y="-290"/>
                    <a:pt x="58787" y="2264"/>
                  </a:cubicBezTo>
                  <a:cubicBezTo>
                    <a:pt x="56870" y="4818"/>
                    <a:pt x="56870" y="8010"/>
                    <a:pt x="58787" y="10563"/>
                  </a:cubicBezTo>
                  <a:lnTo>
                    <a:pt x="81152" y="32907"/>
                  </a:lnTo>
                  <a:lnTo>
                    <a:pt x="81152" y="52059"/>
                  </a:lnTo>
                  <a:cubicBezTo>
                    <a:pt x="80513" y="51421"/>
                    <a:pt x="79235" y="50782"/>
                    <a:pt x="78596" y="49505"/>
                  </a:cubicBezTo>
                  <a:cubicBezTo>
                    <a:pt x="70289" y="39929"/>
                    <a:pt x="54953" y="38653"/>
                    <a:pt x="45368" y="46952"/>
                  </a:cubicBezTo>
                  <a:cubicBezTo>
                    <a:pt x="44730" y="47590"/>
                    <a:pt x="44091" y="48229"/>
                    <a:pt x="42813" y="49505"/>
                  </a:cubicBezTo>
                  <a:cubicBezTo>
                    <a:pt x="38979" y="54613"/>
                    <a:pt x="31950" y="55889"/>
                    <a:pt x="26838" y="52059"/>
                  </a:cubicBezTo>
                  <a:cubicBezTo>
                    <a:pt x="25560" y="51421"/>
                    <a:pt x="24921" y="50782"/>
                    <a:pt x="24282" y="49505"/>
                  </a:cubicBezTo>
                  <a:cubicBezTo>
                    <a:pt x="19809" y="44398"/>
                    <a:pt x="13419" y="41206"/>
                    <a:pt x="6390" y="41206"/>
                  </a:cubicBezTo>
                  <a:cubicBezTo>
                    <a:pt x="2556" y="41206"/>
                    <a:pt x="0" y="43760"/>
                    <a:pt x="0" y="47590"/>
                  </a:cubicBezTo>
                  <a:cubicBezTo>
                    <a:pt x="0" y="51421"/>
                    <a:pt x="2556" y="53974"/>
                    <a:pt x="6390" y="53974"/>
                  </a:cubicBezTo>
                  <a:cubicBezTo>
                    <a:pt x="10224" y="53974"/>
                    <a:pt x="13419" y="55889"/>
                    <a:pt x="15336" y="58443"/>
                  </a:cubicBezTo>
                  <a:cubicBezTo>
                    <a:pt x="23643" y="68019"/>
                    <a:pt x="38979" y="69296"/>
                    <a:pt x="48563" y="60997"/>
                  </a:cubicBezTo>
                  <a:cubicBezTo>
                    <a:pt x="49202" y="60358"/>
                    <a:pt x="49841" y="59720"/>
                    <a:pt x="51119" y="58443"/>
                  </a:cubicBezTo>
                  <a:cubicBezTo>
                    <a:pt x="54953" y="53336"/>
                    <a:pt x="61982" y="52059"/>
                    <a:pt x="67094" y="55889"/>
                  </a:cubicBezTo>
                  <a:cubicBezTo>
                    <a:pt x="68372" y="56528"/>
                    <a:pt x="69011" y="57166"/>
                    <a:pt x="69650" y="58443"/>
                  </a:cubicBezTo>
                  <a:cubicBezTo>
                    <a:pt x="72845" y="61635"/>
                    <a:pt x="76679" y="64189"/>
                    <a:pt x="81152" y="65465"/>
                  </a:cubicBezTo>
                  <a:lnTo>
                    <a:pt x="81152" y="83341"/>
                  </a:lnTo>
                  <a:lnTo>
                    <a:pt x="78596" y="80787"/>
                  </a:lnTo>
                  <a:cubicBezTo>
                    <a:pt x="70289" y="71211"/>
                    <a:pt x="54953" y="69934"/>
                    <a:pt x="45368" y="78233"/>
                  </a:cubicBezTo>
                  <a:cubicBezTo>
                    <a:pt x="44730" y="78872"/>
                    <a:pt x="43451" y="79510"/>
                    <a:pt x="42813" y="80787"/>
                  </a:cubicBezTo>
                  <a:cubicBezTo>
                    <a:pt x="38979" y="85894"/>
                    <a:pt x="31950" y="87171"/>
                    <a:pt x="26838" y="83341"/>
                  </a:cubicBezTo>
                  <a:cubicBezTo>
                    <a:pt x="26199" y="82702"/>
                    <a:pt x="24921" y="82064"/>
                    <a:pt x="24282" y="80787"/>
                  </a:cubicBezTo>
                  <a:cubicBezTo>
                    <a:pt x="19809" y="75680"/>
                    <a:pt x="13419" y="72488"/>
                    <a:pt x="6390" y="72488"/>
                  </a:cubicBezTo>
                  <a:cubicBezTo>
                    <a:pt x="2556" y="72488"/>
                    <a:pt x="0" y="75041"/>
                    <a:pt x="0" y="78872"/>
                  </a:cubicBezTo>
                  <a:cubicBezTo>
                    <a:pt x="0" y="82702"/>
                    <a:pt x="2556" y="85256"/>
                    <a:pt x="6390" y="85256"/>
                  </a:cubicBezTo>
                  <a:cubicBezTo>
                    <a:pt x="10224" y="85256"/>
                    <a:pt x="13419" y="87171"/>
                    <a:pt x="15336" y="89725"/>
                  </a:cubicBezTo>
                  <a:cubicBezTo>
                    <a:pt x="23643" y="99301"/>
                    <a:pt x="38979" y="100577"/>
                    <a:pt x="48563" y="92278"/>
                  </a:cubicBezTo>
                  <a:cubicBezTo>
                    <a:pt x="49202" y="91640"/>
                    <a:pt x="49841" y="91001"/>
                    <a:pt x="51119" y="89725"/>
                  </a:cubicBezTo>
                  <a:cubicBezTo>
                    <a:pt x="54953" y="84617"/>
                    <a:pt x="61982" y="83341"/>
                    <a:pt x="67094" y="87171"/>
                  </a:cubicBezTo>
                  <a:cubicBezTo>
                    <a:pt x="68372" y="87809"/>
                    <a:pt x="69011" y="88448"/>
                    <a:pt x="69650" y="89725"/>
                  </a:cubicBezTo>
                  <a:cubicBezTo>
                    <a:pt x="72845" y="92917"/>
                    <a:pt x="76679" y="95470"/>
                    <a:pt x="81152" y="96747"/>
                  </a:cubicBezTo>
                  <a:lnTo>
                    <a:pt x="81152" y="115261"/>
                  </a:lnTo>
                  <a:cubicBezTo>
                    <a:pt x="80513" y="114622"/>
                    <a:pt x="79235" y="113984"/>
                    <a:pt x="78596" y="112707"/>
                  </a:cubicBezTo>
                  <a:cubicBezTo>
                    <a:pt x="70289" y="103131"/>
                    <a:pt x="54953" y="101854"/>
                    <a:pt x="45368" y="110153"/>
                  </a:cubicBezTo>
                  <a:cubicBezTo>
                    <a:pt x="44730" y="110792"/>
                    <a:pt x="44091" y="111430"/>
                    <a:pt x="42813" y="112707"/>
                  </a:cubicBezTo>
                  <a:cubicBezTo>
                    <a:pt x="38979" y="117814"/>
                    <a:pt x="31950" y="119091"/>
                    <a:pt x="26838" y="115261"/>
                  </a:cubicBezTo>
                  <a:cubicBezTo>
                    <a:pt x="25560" y="114622"/>
                    <a:pt x="24921" y="113984"/>
                    <a:pt x="24282" y="112707"/>
                  </a:cubicBezTo>
                  <a:cubicBezTo>
                    <a:pt x="19809" y="107600"/>
                    <a:pt x="13419" y="104408"/>
                    <a:pt x="6390" y="104408"/>
                  </a:cubicBezTo>
                  <a:cubicBezTo>
                    <a:pt x="2556" y="104408"/>
                    <a:pt x="0" y="106961"/>
                    <a:pt x="0" y="110792"/>
                  </a:cubicBezTo>
                  <a:cubicBezTo>
                    <a:pt x="0" y="114622"/>
                    <a:pt x="2556" y="117176"/>
                    <a:pt x="6390" y="117176"/>
                  </a:cubicBezTo>
                  <a:cubicBezTo>
                    <a:pt x="10224" y="117176"/>
                    <a:pt x="13419" y="119091"/>
                    <a:pt x="15336" y="121645"/>
                  </a:cubicBezTo>
                  <a:cubicBezTo>
                    <a:pt x="23643" y="131221"/>
                    <a:pt x="38979" y="132497"/>
                    <a:pt x="48563" y="124198"/>
                  </a:cubicBezTo>
                  <a:cubicBezTo>
                    <a:pt x="49202" y="123560"/>
                    <a:pt x="50480" y="122921"/>
                    <a:pt x="51119" y="121645"/>
                  </a:cubicBezTo>
                  <a:cubicBezTo>
                    <a:pt x="54953" y="116537"/>
                    <a:pt x="61982" y="115261"/>
                    <a:pt x="67094" y="119091"/>
                  </a:cubicBezTo>
                  <a:cubicBezTo>
                    <a:pt x="67733" y="119729"/>
                    <a:pt x="69011" y="120368"/>
                    <a:pt x="69650" y="121645"/>
                  </a:cubicBezTo>
                  <a:cubicBezTo>
                    <a:pt x="72845" y="124837"/>
                    <a:pt x="76679" y="127390"/>
                    <a:pt x="81152" y="128667"/>
                  </a:cubicBezTo>
                  <a:lnTo>
                    <a:pt x="81152" y="138243"/>
                  </a:lnTo>
                  <a:lnTo>
                    <a:pt x="58787" y="160587"/>
                  </a:lnTo>
                  <a:cubicBezTo>
                    <a:pt x="56231" y="163140"/>
                    <a:pt x="56231" y="166971"/>
                    <a:pt x="58787" y="169524"/>
                  </a:cubicBezTo>
                  <a:cubicBezTo>
                    <a:pt x="60065" y="170801"/>
                    <a:pt x="61343" y="171440"/>
                    <a:pt x="63260" y="171440"/>
                  </a:cubicBezTo>
                  <a:cubicBezTo>
                    <a:pt x="65177" y="171440"/>
                    <a:pt x="66455" y="170801"/>
                    <a:pt x="67733" y="169524"/>
                  </a:cubicBezTo>
                  <a:lnTo>
                    <a:pt x="92015" y="145265"/>
                  </a:lnTo>
                  <a:cubicBezTo>
                    <a:pt x="93293" y="143989"/>
                    <a:pt x="93932" y="142712"/>
                    <a:pt x="93932" y="140797"/>
                  </a:cubicBezTo>
                  <a:lnTo>
                    <a:pt x="93932" y="27162"/>
                  </a:lnTo>
                  <a:cubicBezTo>
                    <a:pt x="93932" y="25246"/>
                    <a:pt x="93293" y="23970"/>
                    <a:pt x="92015" y="22693"/>
                  </a:cubicBezTo>
                  <a:lnTo>
                    <a:pt x="67733" y="1626"/>
                  </a:lnTo>
                  <a:close/>
                </a:path>
              </a:pathLst>
            </a:custGeom>
            <a:solidFill>
              <a:srgbClr val="26890D"/>
            </a:solidFill>
            <a:ln w="6390" cap="flat">
              <a:noFill/>
              <a:prstDash val="solid"/>
              <a:miter/>
            </a:ln>
          </p:spPr>
          <p:txBody>
            <a:bodyPr rtlCol="0" anchor="ctr"/>
            <a:lstStyle/>
            <a:p>
              <a:endParaRPr lang="en-US"/>
            </a:p>
          </p:txBody>
        </p:sp>
        <p:sp>
          <p:nvSpPr>
            <p:cNvPr id="143" name="Graphic 4">
              <a:extLst>
                <a:ext uri="{FF2B5EF4-FFF2-40B4-BE49-F238E27FC236}">
                  <a16:creationId xmlns:a16="http://schemas.microsoft.com/office/drawing/2014/main" id="{CF6B717D-BF67-3F42-8891-58781A87C922}"/>
                </a:ext>
              </a:extLst>
            </p:cNvPr>
            <p:cNvSpPr/>
            <p:nvPr/>
          </p:nvSpPr>
          <p:spPr>
            <a:xfrm>
              <a:off x="1722088" y="1988134"/>
              <a:ext cx="93932" cy="174282"/>
            </a:xfrm>
            <a:custGeom>
              <a:avLst/>
              <a:gdLst>
                <a:gd name="connsiteX0" fmla="*/ 15336 w 93932"/>
                <a:gd name="connsiteY0" fmla="*/ 90652 h 174282"/>
                <a:gd name="connsiteX1" fmla="*/ 48564 w 93932"/>
                <a:gd name="connsiteY1" fmla="*/ 93206 h 174282"/>
                <a:gd name="connsiteX2" fmla="*/ 51119 w 93932"/>
                <a:gd name="connsiteY2" fmla="*/ 90652 h 174282"/>
                <a:gd name="connsiteX3" fmla="*/ 67094 w 93932"/>
                <a:gd name="connsiteY3" fmla="*/ 88099 h 174282"/>
                <a:gd name="connsiteX4" fmla="*/ 69650 w 93932"/>
                <a:gd name="connsiteY4" fmla="*/ 90652 h 174282"/>
                <a:gd name="connsiteX5" fmla="*/ 87542 w 93932"/>
                <a:gd name="connsiteY5" fmla="*/ 98952 h 174282"/>
                <a:gd name="connsiteX6" fmla="*/ 93932 w 93932"/>
                <a:gd name="connsiteY6" fmla="*/ 92568 h 174282"/>
                <a:gd name="connsiteX7" fmla="*/ 87542 w 93932"/>
                <a:gd name="connsiteY7" fmla="*/ 86184 h 174282"/>
                <a:gd name="connsiteX8" fmla="*/ 78596 w 93932"/>
                <a:gd name="connsiteY8" fmla="*/ 81715 h 174282"/>
                <a:gd name="connsiteX9" fmla="*/ 45369 w 93932"/>
                <a:gd name="connsiteY9" fmla="*/ 79161 h 174282"/>
                <a:gd name="connsiteX10" fmla="*/ 42813 w 93932"/>
                <a:gd name="connsiteY10" fmla="*/ 81715 h 174282"/>
                <a:gd name="connsiteX11" fmla="*/ 26838 w 93932"/>
                <a:gd name="connsiteY11" fmla="*/ 84269 h 174282"/>
                <a:gd name="connsiteX12" fmla="*/ 24282 w 93932"/>
                <a:gd name="connsiteY12" fmla="*/ 81715 h 174282"/>
                <a:gd name="connsiteX13" fmla="*/ 12780 w 93932"/>
                <a:gd name="connsiteY13" fmla="*/ 74693 h 174282"/>
                <a:gd name="connsiteX14" fmla="*/ 12780 w 93932"/>
                <a:gd name="connsiteY14" fmla="*/ 56179 h 174282"/>
                <a:gd name="connsiteX15" fmla="*/ 15336 w 93932"/>
                <a:gd name="connsiteY15" fmla="*/ 58733 h 174282"/>
                <a:gd name="connsiteX16" fmla="*/ 48564 w 93932"/>
                <a:gd name="connsiteY16" fmla="*/ 61286 h 174282"/>
                <a:gd name="connsiteX17" fmla="*/ 51119 w 93932"/>
                <a:gd name="connsiteY17" fmla="*/ 58733 h 174282"/>
                <a:gd name="connsiteX18" fmla="*/ 67094 w 93932"/>
                <a:gd name="connsiteY18" fmla="*/ 56179 h 174282"/>
                <a:gd name="connsiteX19" fmla="*/ 69650 w 93932"/>
                <a:gd name="connsiteY19" fmla="*/ 58733 h 174282"/>
                <a:gd name="connsiteX20" fmla="*/ 87542 w 93932"/>
                <a:gd name="connsiteY20" fmla="*/ 67032 h 174282"/>
                <a:gd name="connsiteX21" fmla="*/ 93932 w 93932"/>
                <a:gd name="connsiteY21" fmla="*/ 60648 h 174282"/>
                <a:gd name="connsiteX22" fmla="*/ 87542 w 93932"/>
                <a:gd name="connsiteY22" fmla="*/ 54264 h 174282"/>
                <a:gd name="connsiteX23" fmla="*/ 78596 w 93932"/>
                <a:gd name="connsiteY23" fmla="*/ 49795 h 174282"/>
                <a:gd name="connsiteX24" fmla="*/ 45369 w 93932"/>
                <a:gd name="connsiteY24" fmla="*/ 47241 h 174282"/>
                <a:gd name="connsiteX25" fmla="*/ 42813 w 93932"/>
                <a:gd name="connsiteY25" fmla="*/ 49795 h 174282"/>
                <a:gd name="connsiteX26" fmla="*/ 26838 w 93932"/>
                <a:gd name="connsiteY26" fmla="*/ 52349 h 174282"/>
                <a:gd name="connsiteX27" fmla="*/ 24282 w 93932"/>
                <a:gd name="connsiteY27" fmla="*/ 49795 h 174282"/>
                <a:gd name="connsiteX28" fmla="*/ 12780 w 93932"/>
                <a:gd name="connsiteY28" fmla="*/ 42773 h 174282"/>
                <a:gd name="connsiteX29" fmla="*/ 12780 w 93932"/>
                <a:gd name="connsiteY29" fmla="*/ 33197 h 174282"/>
                <a:gd name="connsiteX30" fmla="*/ 35145 w 93932"/>
                <a:gd name="connsiteY30" fmla="*/ 10853 h 174282"/>
                <a:gd name="connsiteX31" fmla="*/ 35145 w 93932"/>
                <a:gd name="connsiteY31" fmla="*/ 1915 h 174282"/>
                <a:gd name="connsiteX32" fmla="*/ 26199 w 93932"/>
                <a:gd name="connsiteY32" fmla="*/ 1915 h 174282"/>
                <a:gd name="connsiteX33" fmla="*/ 26199 w 93932"/>
                <a:gd name="connsiteY33" fmla="*/ 1915 h 174282"/>
                <a:gd name="connsiteX34" fmla="*/ 1917 w 93932"/>
                <a:gd name="connsiteY34" fmla="*/ 26174 h 174282"/>
                <a:gd name="connsiteX35" fmla="*/ 0 w 93932"/>
                <a:gd name="connsiteY35" fmla="*/ 30643 h 174282"/>
                <a:gd name="connsiteX36" fmla="*/ 0 w 93932"/>
                <a:gd name="connsiteY36" fmla="*/ 143639 h 174282"/>
                <a:gd name="connsiteX37" fmla="*/ 1917 w 93932"/>
                <a:gd name="connsiteY37" fmla="*/ 148108 h 174282"/>
                <a:gd name="connsiteX38" fmla="*/ 26199 w 93932"/>
                <a:gd name="connsiteY38" fmla="*/ 172367 h 174282"/>
                <a:gd name="connsiteX39" fmla="*/ 35145 w 93932"/>
                <a:gd name="connsiteY39" fmla="*/ 172367 h 174282"/>
                <a:gd name="connsiteX40" fmla="*/ 35145 w 93932"/>
                <a:gd name="connsiteY40" fmla="*/ 172367 h 174282"/>
                <a:gd name="connsiteX41" fmla="*/ 35145 w 93932"/>
                <a:gd name="connsiteY41" fmla="*/ 163430 h 174282"/>
                <a:gd name="connsiteX42" fmla="*/ 12780 w 93932"/>
                <a:gd name="connsiteY42" fmla="*/ 141086 h 174282"/>
                <a:gd name="connsiteX43" fmla="*/ 12780 w 93932"/>
                <a:gd name="connsiteY43" fmla="*/ 121934 h 174282"/>
                <a:gd name="connsiteX44" fmla="*/ 15336 w 93932"/>
                <a:gd name="connsiteY44" fmla="*/ 124488 h 174282"/>
                <a:gd name="connsiteX45" fmla="*/ 48564 w 93932"/>
                <a:gd name="connsiteY45" fmla="*/ 127041 h 174282"/>
                <a:gd name="connsiteX46" fmla="*/ 51119 w 93932"/>
                <a:gd name="connsiteY46" fmla="*/ 124488 h 174282"/>
                <a:gd name="connsiteX47" fmla="*/ 67094 w 93932"/>
                <a:gd name="connsiteY47" fmla="*/ 121934 h 174282"/>
                <a:gd name="connsiteX48" fmla="*/ 69650 w 93932"/>
                <a:gd name="connsiteY48" fmla="*/ 124488 h 174282"/>
                <a:gd name="connsiteX49" fmla="*/ 87542 w 93932"/>
                <a:gd name="connsiteY49" fmla="*/ 132787 h 174282"/>
                <a:gd name="connsiteX50" fmla="*/ 93932 w 93932"/>
                <a:gd name="connsiteY50" fmla="*/ 126403 h 174282"/>
                <a:gd name="connsiteX51" fmla="*/ 87542 w 93932"/>
                <a:gd name="connsiteY51" fmla="*/ 120019 h 174282"/>
                <a:gd name="connsiteX52" fmla="*/ 78596 w 93932"/>
                <a:gd name="connsiteY52" fmla="*/ 115550 h 174282"/>
                <a:gd name="connsiteX53" fmla="*/ 45369 w 93932"/>
                <a:gd name="connsiteY53" fmla="*/ 112996 h 174282"/>
                <a:gd name="connsiteX54" fmla="*/ 42813 w 93932"/>
                <a:gd name="connsiteY54" fmla="*/ 115550 h 174282"/>
                <a:gd name="connsiteX55" fmla="*/ 26838 w 93932"/>
                <a:gd name="connsiteY55" fmla="*/ 118104 h 174282"/>
                <a:gd name="connsiteX56" fmla="*/ 24282 w 93932"/>
                <a:gd name="connsiteY56" fmla="*/ 115550 h 174282"/>
                <a:gd name="connsiteX57" fmla="*/ 12780 w 93932"/>
                <a:gd name="connsiteY57" fmla="*/ 108528 h 174282"/>
                <a:gd name="connsiteX58" fmla="*/ 12780 w 93932"/>
                <a:gd name="connsiteY58" fmla="*/ 90014 h 174282"/>
                <a:gd name="connsiteX59" fmla="*/ 15336 w 93932"/>
                <a:gd name="connsiteY59" fmla="*/ 90652 h 17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93932" h="174282">
                  <a:moveTo>
                    <a:pt x="15336" y="90652"/>
                  </a:moveTo>
                  <a:cubicBezTo>
                    <a:pt x="23643" y="100228"/>
                    <a:pt x="38979" y="101505"/>
                    <a:pt x="48564" y="93206"/>
                  </a:cubicBezTo>
                  <a:cubicBezTo>
                    <a:pt x="49203" y="92568"/>
                    <a:pt x="49841" y="91929"/>
                    <a:pt x="51119" y="90652"/>
                  </a:cubicBezTo>
                  <a:cubicBezTo>
                    <a:pt x="54954" y="85545"/>
                    <a:pt x="61982" y="84269"/>
                    <a:pt x="67094" y="88099"/>
                  </a:cubicBezTo>
                  <a:cubicBezTo>
                    <a:pt x="68372" y="88737"/>
                    <a:pt x="69011" y="89376"/>
                    <a:pt x="69650" y="90652"/>
                  </a:cubicBezTo>
                  <a:cubicBezTo>
                    <a:pt x="74123" y="95760"/>
                    <a:pt x="80513" y="98952"/>
                    <a:pt x="87542" y="98952"/>
                  </a:cubicBezTo>
                  <a:cubicBezTo>
                    <a:pt x="91376" y="98952"/>
                    <a:pt x="93932" y="96398"/>
                    <a:pt x="93932" y="92568"/>
                  </a:cubicBezTo>
                  <a:cubicBezTo>
                    <a:pt x="93932" y="88737"/>
                    <a:pt x="91376" y="86184"/>
                    <a:pt x="87542" y="86184"/>
                  </a:cubicBezTo>
                  <a:cubicBezTo>
                    <a:pt x="83708" y="86184"/>
                    <a:pt x="80513" y="84269"/>
                    <a:pt x="78596" y="81715"/>
                  </a:cubicBezTo>
                  <a:cubicBezTo>
                    <a:pt x="70289" y="72139"/>
                    <a:pt x="54954" y="70862"/>
                    <a:pt x="45369" y="79161"/>
                  </a:cubicBezTo>
                  <a:cubicBezTo>
                    <a:pt x="44730" y="79800"/>
                    <a:pt x="43451" y="80438"/>
                    <a:pt x="42813" y="81715"/>
                  </a:cubicBezTo>
                  <a:cubicBezTo>
                    <a:pt x="38979" y="86822"/>
                    <a:pt x="31950" y="88099"/>
                    <a:pt x="26838" y="84269"/>
                  </a:cubicBezTo>
                  <a:cubicBezTo>
                    <a:pt x="26199" y="83630"/>
                    <a:pt x="24921" y="82992"/>
                    <a:pt x="24282" y="81715"/>
                  </a:cubicBezTo>
                  <a:cubicBezTo>
                    <a:pt x="21087" y="78523"/>
                    <a:pt x="17253" y="75969"/>
                    <a:pt x="12780" y="74693"/>
                  </a:cubicBezTo>
                  <a:lnTo>
                    <a:pt x="12780" y="56179"/>
                  </a:lnTo>
                  <a:cubicBezTo>
                    <a:pt x="13419" y="56817"/>
                    <a:pt x="14697" y="57456"/>
                    <a:pt x="15336" y="58733"/>
                  </a:cubicBezTo>
                  <a:cubicBezTo>
                    <a:pt x="23643" y="68309"/>
                    <a:pt x="38979" y="69585"/>
                    <a:pt x="48564" y="61286"/>
                  </a:cubicBezTo>
                  <a:cubicBezTo>
                    <a:pt x="49203" y="60648"/>
                    <a:pt x="49841" y="60009"/>
                    <a:pt x="51119" y="58733"/>
                  </a:cubicBezTo>
                  <a:cubicBezTo>
                    <a:pt x="54954" y="53625"/>
                    <a:pt x="61982" y="52349"/>
                    <a:pt x="67094" y="56179"/>
                  </a:cubicBezTo>
                  <a:cubicBezTo>
                    <a:pt x="68372" y="56817"/>
                    <a:pt x="69011" y="57456"/>
                    <a:pt x="69650" y="58733"/>
                  </a:cubicBezTo>
                  <a:cubicBezTo>
                    <a:pt x="74123" y="63840"/>
                    <a:pt x="80513" y="67032"/>
                    <a:pt x="87542" y="67032"/>
                  </a:cubicBezTo>
                  <a:cubicBezTo>
                    <a:pt x="91376" y="67032"/>
                    <a:pt x="93932" y="64478"/>
                    <a:pt x="93932" y="60648"/>
                  </a:cubicBezTo>
                  <a:cubicBezTo>
                    <a:pt x="93932" y="56817"/>
                    <a:pt x="91376" y="54264"/>
                    <a:pt x="87542" y="54264"/>
                  </a:cubicBezTo>
                  <a:cubicBezTo>
                    <a:pt x="83708" y="54264"/>
                    <a:pt x="80513" y="52349"/>
                    <a:pt x="78596" y="49795"/>
                  </a:cubicBezTo>
                  <a:cubicBezTo>
                    <a:pt x="70289" y="40219"/>
                    <a:pt x="54954" y="38942"/>
                    <a:pt x="45369" y="47241"/>
                  </a:cubicBezTo>
                  <a:cubicBezTo>
                    <a:pt x="44730" y="47880"/>
                    <a:pt x="44091" y="48518"/>
                    <a:pt x="42813" y="49795"/>
                  </a:cubicBezTo>
                  <a:cubicBezTo>
                    <a:pt x="38979" y="54902"/>
                    <a:pt x="31950" y="56179"/>
                    <a:pt x="26838" y="52349"/>
                  </a:cubicBezTo>
                  <a:cubicBezTo>
                    <a:pt x="25560" y="51710"/>
                    <a:pt x="24921" y="51072"/>
                    <a:pt x="24282" y="49795"/>
                  </a:cubicBezTo>
                  <a:cubicBezTo>
                    <a:pt x="21087" y="46603"/>
                    <a:pt x="17253" y="44049"/>
                    <a:pt x="12780" y="42773"/>
                  </a:cubicBezTo>
                  <a:lnTo>
                    <a:pt x="12780" y="33197"/>
                  </a:lnTo>
                  <a:lnTo>
                    <a:pt x="35145" y="10853"/>
                  </a:lnTo>
                  <a:cubicBezTo>
                    <a:pt x="37701" y="8299"/>
                    <a:pt x="37701" y="4469"/>
                    <a:pt x="35145" y="1915"/>
                  </a:cubicBezTo>
                  <a:cubicBezTo>
                    <a:pt x="32589" y="-638"/>
                    <a:pt x="28755" y="-638"/>
                    <a:pt x="26199" y="1915"/>
                  </a:cubicBezTo>
                  <a:cubicBezTo>
                    <a:pt x="26199" y="1915"/>
                    <a:pt x="26199" y="1915"/>
                    <a:pt x="26199" y="1915"/>
                  </a:cubicBezTo>
                  <a:lnTo>
                    <a:pt x="1917" y="26174"/>
                  </a:lnTo>
                  <a:cubicBezTo>
                    <a:pt x="639" y="27451"/>
                    <a:pt x="0" y="28728"/>
                    <a:pt x="0" y="30643"/>
                  </a:cubicBezTo>
                  <a:lnTo>
                    <a:pt x="0" y="143639"/>
                  </a:lnTo>
                  <a:cubicBezTo>
                    <a:pt x="0" y="145555"/>
                    <a:pt x="639" y="146831"/>
                    <a:pt x="1917" y="148108"/>
                  </a:cubicBezTo>
                  <a:lnTo>
                    <a:pt x="26199" y="172367"/>
                  </a:lnTo>
                  <a:cubicBezTo>
                    <a:pt x="28755" y="174921"/>
                    <a:pt x="32589" y="174921"/>
                    <a:pt x="35145" y="172367"/>
                  </a:cubicBezTo>
                  <a:cubicBezTo>
                    <a:pt x="35145" y="172367"/>
                    <a:pt x="35145" y="172367"/>
                    <a:pt x="35145" y="172367"/>
                  </a:cubicBezTo>
                  <a:cubicBezTo>
                    <a:pt x="37701" y="169814"/>
                    <a:pt x="37701" y="165983"/>
                    <a:pt x="35145" y="163430"/>
                  </a:cubicBezTo>
                  <a:lnTo>
                    <a:pt x="12780" y="141086"/>
                  </a:lnTo>
                  <a:lnTo>
                    <a:pt x="12780" y="121934"/>
                  </a:lnTo>
                  <a:cubicBezTo>
                    <a:pt x="13419" y="122572"/>
                    <a:pt x="14697" y="123211"/>
                    <a:pt x="15336" y="124488"/>
                  </a:cubicBezTo>
                  <a:cubicBezTo>
                    <a:pt x="23643" y="134063"/>
                    <a:pt x="38979" y="135340"/>
                    <a:pt x="48564" y="127041"/>
                  </a:cubicBezTo>
                  <a:cubicBezTo>
                    <a:pt x="49203" y="126403"/>
                    <a:pt x="50480" y="125764"/>
                    <a:pt x="51119" y="124488"/>
                  </a:cubicBezTo>
                  <a:cubicBezTo>
                    <a:pt x="54954" y="119380"/>
                    <a:pt x="61982" y="118104"/>
                    <a:pt x="67094" y="121934"/>
                  </a:cubicBezTo>
                  <a:cubicBezTo>
                    <a:pt x="67733" y="122572"/>
                    <a:pt x="69011" y="123211"/>
                    <a:pt x="69650" y="124488"/>
                  </a:cubicBezTo>
                  <a:cubicBezTo>
                    <a:pt x="74123" y="129595"/>
                    <a:pt x="80513" y="132787"/>
                    <a:pt x="87542" y="132787"/>
                  </a:cubicBezTo>
                  <a:cubicBezTo>
                    <a:pt x="91376" y="132787"/>
                    <a:pt x="93932" y="130233"/>
                    <a:pt x="93932" y="126403"/>
                  </a:cubicBezTo>
                  <a:cubicBezTo>
                    <a:pt x="93932" y="122572"/>
                    <a:pt x="91376" y="120019"/>
                    <a:pt x="87542" y="120019"/>
                  </a:cubicBezTo>
                  <a:cubicBezTo>
                    <a:pt x="83708" y="120019"/>
                    <a:pt x="80513" y="118104"/>
                    <a:pt x="78596" y="115550"/>
                  </a:cubicBezTo>
                  <a:cubicBezTo>
                    <a:pt x="70289" y="105974"/>
                    <a:pt x="54954" y="104697"/>
                    <a:pt x="45369" y="112996"/>
                  </a:cubicBezTo>
                  <a:cubicBezTo>
                    <a:pt x="44730" y="113635"/>
                    <a:pt x="44091" y="114273"/>
                    <a:pt x="42813" y="115550"/>
                  </a:cubicBezTo>
                  <a:cubicBezTo>
                    <a:pt x="38979" y="120657"/>
                    <a:pt x="31950" y="121934"/>
                    <a:pt x="26838" y="118104"/>
                  </a:cubicBezTo>
                  <a:cubicBezTo>
                    <a:pt x="25560" y="117465"/>
                    <a:pt x="24921" y="116827"/>
                    <a:pt x="24282" y="115550"/>
                  </a:cubicBezTo>
                  <a:cubicBezTo>
                    <a:pt x="21087" y="112358"/>
                    <a:pt x="17253" y="109804"/>
                    <a:pt x="12780" y="108528"/>
                  </a:cubicBezTo>
                  <a:lnTo>
                    <a:pt x="12780" y="90014"/>
                  </a:lnTo>
                  <a:cubicBezTo>
                    <a:pt x="13419" y="88737"/>
                    <a:pt x="14058" y="90014"/>
                    <a:pt x="15336" y="90652"/>
                  </a:cubicBezTo>
                  <a:close/>
                </a:path>
              </a:pathLst>
            </a:custGeom>
            <a:solidFill>
              <a:srgbClr val="26890D"/>
            </a:solidFill>
            <a:ln w="6390" cap="flat">
              <a:noFill/>
              <a:prstDash val="solid"/>
              <a:miter/>
            </a:ln>
          </p:spPr>
          <p:txBody>
            <a:bodyPr rtlCol="0" anchor="ctr"/>
            <a:lstStyle/>
            <a:p>
              <a:endParaRPr lang="en-US"/>
            </a:p>
          </p:txBody>
        </p:sp>
      </p:grpSp>
      <p:grpSp>
        <p:nvGrpSpPr>
          <p:cNvPr id="144" name="Graphic 4">
            <a:extLst>
              <a:ext uri="{FF2B5EF4-FFF2-40B4-BE49-F238E27FC236}">
                <a16:creationId xmlns:a16="http://schemas.microsoft.com/office/drawing/2014/main" id="{D8B48606-1EFE-6C49-A833-F18FDD1563AC}"/>
              </a:ext>
            </a:extLst>
          </p:cNvPr>
          <p:cNvGrpSpPr/>
          <p:nvPr/>
        </p:nvGrpSpPr>
        <p:grpSpPr>
          <a:xfrm>
            <a:off x="1514415" y="2855717"/>
            <a:ext cx="362309" cy="361971"/>
            <a:chOff x="1514415" y="2855717"/>
            <a:chExt cx="362309" cy="361971"/>
          </a:xfrm>
          <a:solidFill>
            <a:srgbClr val="26890D"/>
          </a:solidFill>
        </p:grpSpPr>
        <p:sp>
          <p:nvSpPr>
            <p:cNvPr id="145" name="Graphic 4">
              <a:extLst>
                <a:ext uri="{FF2B5EF4-FFF2-40B4-BE49-F238E27FC236}">
                  <a16:creationId xmlns:a16="http://schemas.microsoft.com/office/drawing/2014/main" id="{8587B5F3-EC33-7443-AD7A-C0383D6CF820}"/>
                </a:ext>
              </a:extLst>
            </p:cNvPr>
            <p:cNvSpPr/>
            <p:nvPr/>
          </p:nvSpPr>
          <p:spPr>
            <a:xfrm>
              <a:off x="1514415" y="2855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0438"/>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49530" y="273234"/>
                    <a:pt x="274128" y="348565"/>
                    <a:pt x="181474" y="349204"/>
                  </a:cubicBezTo>
                  <a:close/>
                </a:path>
              </a:pathLst>
            </a:custGeom>
            <a:solidFill>
              <a:srgbClr val="26890D"/>
            </a:solidFill>
            <a:ln w="6390" cap="flat">
              <a:noFill/>
              <a:prstDash val="solid"/>
              <a:miter/>
            </a:ln>
          </p:spPr>
          <p:txBody>
            <a:bodyPr rtlCol="0" anchor="ctr"/>
            <a:lstStyle/>
            <a:p>
              <a:endParaRPr lang="en-US"/>
            </a:p>
          </p:txBody>
        </p:sp>
        <p:sp>
          <p:nvSpPr>
            <p:cNvPr id="146" name="Graphic 4">
              <a:extLst>
                <a:ext uri="{FF2B5EF4-FFF2-40B4-BE49-F238E27FC236}">
                  <a16:creationId xmlns:a16="http://schemas.microsoft.com/office/drawing/2014/main" id="{89D63940-DD8C-4342-8807-5829A1AF3085}"/>
                </a:ext>
              </a:extLst>
            </p:cNvPr>
            <p:cNvSpPr/>
            <p:nvPr/>
          </p:nvSpPr>
          <p:spPr>
            <a:xfrm>
              <a:off x="1574480" y="2947936"/>
              <a:ext cx="95210" cy="177185"/>
            </a:xfrm>
            <a:custGeom>
              <a:avLst/>
              <a:gdLst>
                <a:gd name="connsiteX0" fmla="*/ 68372 w 95210"/>
                <a:gd name="connsiteY0" fmla="*/ 1626 h 177185"/>
                <a:gd name="connsiteX1" fmla="*/ 59426 w 95210"/>
                <a:gd name="connsiteY1" fmla="*/ 2264 h 177185"/>
                <a:gd name="connsiteX2" fmla="*/ 59426 w 95210"/>
                <a:gd name="connsiteY2" fmla="*/ 10563 h 177185"/>
                <a:gd name="connsiteX3" fmla="*/ 82430 w 95210"/>
                <a:gd name="connsiteY3" fmla="*/ 33545 h 177185"/>
                <a:gd name="connsiteX4" fmla="*/ 82430 w 95210"/>
                <a:gd name="connsiteY4" fmla="*/ 57166 h 177185"/>
                <a:gd name="connsiteX5" fmla="*/ 6390 w 95210"/>
                <a:gd name="connsiteY5" fmla="*/ 57166 h 177185"/>
                <a:gd name="connsiteX6" fmla="*/ 0 w 95210"/>
                <a:gd name="connsiteY6" fmla="*/ 63550 h 177185"/>
                <a:gd name="connsiteX7" fmla="*/ 6390 w 95210"/>
                <a:gd name="connsiteY7" fmla="*/ 69934 h 177185"/>
                <a:gd name="connsiteX8" fmla="*/ 82430 w 95210"/>
                <a:gd name="connsiteY8" fmla="*/ 69934 h 177185"/>
                <a:gd name="connsiteX9" fmla="*/ 82430 w 95210"/>
                <a:gd name="connsiteY9" fmla="*/ 106323 h 177185"/>
                <a:gd name="connsiteX10" fmla="*/ 6390 w 95210"/>
                <a:gd name="connsiteY10" fmla="*/ 106323 h 177185"/>
                <a:gd name="connsiteX11" fmla="*/ 0 w 95210"/>
                <a:gd name="connsiteY11" fmla="*/ 112707 h 177185"/>
                <a:gd name="connsiteX12" fmla="*/ 6390 w 95210"/>
                <a:gd name="connsiteY12" fmla="*/ 119091 h 177185"/>
                <a:gd name="connsiteX13" fmla="*/ 82430 w 95210"/>
                <a:gd name="connsiteY13" fmla="*/ 119091 h 177185"/>
                <a:gd name="connsiteX14" fmla="*/ 82430 w 95210"/>
                <a:gd name="connsiteY14" fmla="*/ 143350 h 177185"/>
                <a:gd name="connsiteX15" fmla="*/ 59426 w 95210"/>
                <a:gd name="connsiteY15" fmla="*/ 166332 h 177185"/>
                <a:gd name="connsiteX16" fmla="*/ 59426 w 95210"/>
                <a:gd name="connsiteY16" fmla="*/ 175270 h 177185"/>
                <a:gd name="connsiteX17" fmla="*/ 68372 w 95210"/>
                <a:gd name="connsiteY17" fmla="*/ 175270 h 177185"/>
                <a:gd name="connsiteX18" fmla="*/ 93293 w 95210"/>
                <a:gd name="connsiteY18" fmla="*/ 150372 h 177185"/>
                <a:gd name="connsiteX19" fmla="*/ 95210 w 95210"/>
                <a:gd name="connsiteY19" fmla="*/ 145904 h 177185"/>
                <a:gd name="connsiteX20" fmla="*/ 95210 w 95210"/>
                <a:gd name="connsiteY20" fmla="*/ 30992 h 177185"/>
                <a:gd name="connsiteX21" fmla="*/ 93293 w 95210"/>
                <a:gd name="connsiteY21" fmla="*/ 26523 h 177185"/>
                <a:gd name="connsiteX22" fmla="*/ 68372 w 95210"/>
                <a:gd name="connsiteY22" fmla="*/ 1626 h 177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5210" h="177185">
                  <a:moveTo>
                    <a:pt x="68372" y="1626"/>
                  </a:moveTo>
                  <a:cubicBezTo>
                    <a:pt x="65816" y="-928"/>
                    <a:pt x="61343" y="-290"/>
                    <a:pt x="59426" y="2264"/>
                  </a:cubicBezTo>
                  <a:cubicBezTo>
                    <a:pt x="57509" y="4818"/>
                    <a:pt x="57509" y="8010"/>
                    <a:pt x="59426" y="10563"/>
                  </a:cubicBezTo>
                  <a:lnTo>
                    <a:pt x="82430" y="33545"/>
                  </a:lnTo>
                  <a:lnTo>
                    <a:pt x="82430" y="57166"/>
                  </a:lnTo>
                  <a:lnTo>
                    <a:pt x="6390" y="57166"/>
                  </a:lnTo>
                  <a:cubicBezTo>
                    <a:pt x="2556" y="57166"/>
                    <a:pt x="0" y="59720"/>
                    <a:pt x="0" y="63550"/>
                  </a:cubicBezTo>
                  <a:cubicBezTo>
                    <a:pt x="0" y="67381"/>
                    <a:pt x="2556" y="69934"/>
                    <a:pt x="6390" y="69934"/>
                  </a:cubicBezTo>
                  <a:lnTo>
                    <a:pt x="82430" y="69934"/>
                  </a:lnTo>
                  <a:lnTo>
                    <a:pt x="82430" y="106323"/>
                  </a:lnTo>
                  <a:lnTo>
                    <a:pt x="6390" y="106323"/>
                  </a:lnTo>
                  <a:cubicBezTo>
                    <a:pt x="2556" y="106323"/>
                    <a:pt x="0" y="108877"/>
                    <a:pt x="0" y="112707"/>
                  </a:cubicBezTo>
                  <a:cubicBezTo>
                    <a:pt x="0" y="116537"/>
                    <a:pt x="2556" y="119091"/>
                    <a:pt x="6390" y="119091"/>
                  </a:cubicBezTo>
                  <a:lnTo>
                    <a:pt x="82430" y="119091"/>
                  </a:lnTo>
                  <a:lnTo>
                    <a:pt x="82430" y="143350"/>
                  </a:lnTo>
                  <a:lnTo>
                    <a:pt x="59426" y="166332"/>
                  </a:lnTo>
                  <a:cubicBezTo>
                    <a:pt x="56871" y="168886"/>
                    <a:pt x="56871" y="172716"/>
                    <a:pt x="59426" y="175270"/>
                  </a:cubicBezTo>
                  <a:cubicBezTo>
                    <a:pt x="61982" y="177824"/>
                    <a:pt x="65816" y="177824"/>
                    <a:pt x="68372" y="175270"/>
                  </a:cubicBezTo>
                  <a:lnTo>
                    <a:pt x="93293" y="150372"/>
                  </a:lnTo>
                  <a:cubicBezTo>
                    <a:pt x="94571" y="149096"/>
                    <a:pt x="95210" y="147819"/>
                    <a:pt x="95210" y="145904"/>
                  </a:cubicBezTo>
                  <a:lnTo>
                    <a:pt x="95210" y="30992"/>
                  </a:lnTo>
                  <a:cubicBezTo>
                    <a:pt x="95210" y="29077"/>
                    <a:pt x="94571" y="27800"/>
                    <a:pt x="93293" y="26523"/>
                  </a:cubicBezTo>
                  <a:lnTo>
                    <a:pt x="68372" y="1626"/>
                  </a:lnTo>
                  <a:close/>
                </a:path>
              </a:pathLst>
            </a:custGeom>
            <a:solidFill>
              <a:srgbClr val="26890D"/>
            </a:solidFill>
            <a:ln w="6390" cap="flat">
              <a:noFill/>
              <a:prstDash val="solid"/>
              <a:miter/>
            </a:ln>
          </p:spPr>
          <p:txBody>
            <a:bodyPr rtlCol="0" anchor="ctr"/>
            <a:lstStyle/>
            <a:p>
              <a:endParaRPr lang="en-US"/>
            </a:p>
          </p:txBody>
        </p:sp>
        <p:sp>
          <p:nvSpPr>
            <p:cNvPr id="147" name="Graphic 4">
              <a:extLst>
                <a:ext uri="{FF2B5EF4-FFF2-40B4-BE49-F238E27FC236}">
                  <a16:creationId xmlns:a16="http://schemas.microsoft.com/office/drawing/2014/main" id="{00E45D06-27C0-A247-A44C-AFB21FBED93C}"/>
                </a:ext>
              </a:extLst>
            </p:cNvPr>
            <p:cNvSpPr/>
            <p:nvPr/>
          </p:nvSpPr>
          <p:spPr>
            <a:xfrm>
              <a:off x="1722088" y="2948764"/>
              <a:ext cx="95210" cy="176995"/>
            </a:xfrm>
            <a:custGeom>
              <a:avLst/>
              <a:gdLst>
                <a:gd name="connsiteX0" fmla="*/ 88820 w 95210"/>
                <a:gd name="connsiteY0" fmla="*/ 106134 h 176995"/>
                <a:gd name="connsiteX1" fmla="*/ 12780 w 95210"/>
                <a:gd name="connsiteY1" fmla="*/ 106134 h 176995"/>
                <a:gd name="connsiteX2" fmla="*/ 12780 w 95210"/>
                <a:gd name="connsiteY2" fmla="*/ 69745 h 176995"/>
                <a:gd name="connsiteX3" fmla="*/ 88820 w 95210"/>
                <a:gd name="connsiteY3" fmla="*/ 69745 h 176995"/>
                <a:gd name="connsiteX4" fmla="*/ 95210 w 95210"/>
                <a:gd name="connsiteY4" fmla="*/ 63361 h 176995"/>
                <a:gd name="connsiteX5" fmla="*/ 88820 w 95210"/>
                <a:gd name="connsiteY5" fmla="*/ 56977 h 176995"/>
                <a:gd name="connsiteX6" fmla="*/ 12780 w 95210"/>
                <a:gd name="connsiteY6" fmla="*/ 56977 h 176995"/>
                <a:gd name="connsiteX7" fmla="*/ 12780 w 95210"/>
                <a:gd name="connsiteY7" fmla="*/ 33356 h 176995"/>
                <a:gd name="connsiteX8" fmla="*/ 35784 w 95210"/>
                <a:gd name="connsiteY8" fmla="*/ 10374 h 176995"/>
                <a:gd name="connsiteX9" fmla="*/ 35145 w 95210"/>
                <a:gd name="connsiteY9" fmla="*/ 1436 h 176995"/>
                <a:gd name="connsiteX10" fmla="*/ 26838 w 95210"/>
                <a:gd name="connsiteY10" fmla="*/ 1436 h 176995"/>
                <a:gd name="connsiteX11" fmla="*/ 1917 w 95210"/>
                <a:gd name="connsiteY11" fmla="*/ 26334 h 176995"/>
                <a:gd name="connsiteX12" fmla="*/ 0 w 95210"/>
                <a:gd name="connsiteY12" fmla="*/ 30803 h 176995"/>
                <a:gd name="connsiteX13" fmla="*/ 0 w 95210"/>
                <a:gd name="connsiteY13" fmla="*/ 145714 h 176995"/>
                <a:gd name="connsiteX14" fmla="*/ 1917 w 95210"/>
                <a:gd name="connsiteY14" fmla="*/ 150183 h 176995"/>
                <a:gd name="connsiteX15" fmla="*/ 26838 w 95210"/>
                <a:gd name="connsiteY15" fmla="*/ 175081 h 176995"/>
                <a:gd name="connsiteX16" fmla="*/ 31311 w 95210"/>
                <a:gd name="connsiteY16" fmla="*/ 176996 h 176995"/>
                <a:gd name="connsiteX17" fmla="*/ 37701 w 95210"/>
                <a:gd name="connsiteY17" fmla="*/ 170612 h 176995"/>
                <a:gd name="connsiteX18" fmla="*/ 35784 w 95210"/>
                <a:gd name="connsiteY18" fmla="*/ 166143 h 176995"/>
                <a:gd name="connsiteX19" fmla="*/ 12780 w 95210"/>
                <a:gd name="connsiteY19" fmla="*/ 143161 h 176995"/>
                <a:gd name="connsiteX20" fmla="*/ 12780 w 95210"/>
                <a:gd name="connsiteY20" fmla="*/ 118902 h 176995"/>
                <a:gd name="connsiteX21" fmla="*/ 88820 w 95210"/>
                <a:gd name="connsiteY21" fmla="*/ 118902 h 176995"/>
                <a:gd name="connsiteX22" fmla="*/ 95210 w 95210"/>
                <a:gd name="connsiteY22" fmla="*/ 112518 h 176995"/>
                <a:gd name="connsiteX23" fmla="*/ 88820 w 95210"/>
                <a:gd name="connsiteY23" fmla="*/ 106134 h 176995"/>
                <a:gd name="connsiteX24" fmla="*/ 88820 w 95210"/>
                <a:gd name="connsiteY24" fmla="*/ 106134 h 176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5210" h="176995">
                  <a:moveTo>
                    <a:pt x="88820" y="106134"/>
                  </a:moveTo>
                  <a:lnTo>
                    <a:pt x="12780" y="106134"/>
                  </a:lnTo>
                  <a:lnTo>
                    <a:pt x="12780" y="69745"/>
                  </a:lnTo>
                  <a:lnTo>
                    <a:pt x="88820" y="69745"/>
                  </a:lnTo>
                  <a:cubicBezTo>
                    <a:pt x="92654" y="69745"/>
                    <a:pt x="95210" y="67191"/>
                    <a:pt x="95210" y="63361"/>
                  </a:cubicBezTo>
                  <a:cubicBezTo>
                    <a:pt x="95210" y="59531"/>
                    <a:pt x="92654" y="56977"/>
                    <a:pt x="88820" y="56977"/>
                  </a:cubicBezTo>
                  <a:lnTo>
                    <a:pt x="12780" y="56977"/>
                  </a:lnTo>
                  <a:lnTo>
                    <a:pt x="12780" y="33356"/>
                  </a:lnTo>
                  <a:lnTo>
                    <a:pt x="35784" y="10374"/>
                  </a:lnTo>
                  <a:cubicBezTo>
                    <a:pt x="38340" y="7820"/>
                    <a:pt x="37701" y="3351"/>
                    <a:pt x="35145" y="1436"/>
                  </a:cubicBezTo>
                  <a:cubicBezTo>
                    <a:pt x="32589" y="-479"/>
                    <a:pt x="29394" y="-479"/>
                    <a:pt x="26838" y="1436"/>
                  </a:cubicBezTo>
                  <a:lnTo>
                    <a:pt x="1917" y="26334"/>
                  </a:lnTo>
                  <a:cubicBezTo>
                    <a:pt x="639" y="27611"/>
                    <a:pt x="0" y="28887"/>
                    <a:pt x="0" y="30803"/>
                  </a:cubicBezTo>
                  <a:lnTo>
                    <a:pt x="0" y="145714"/>
                  </a:lnTo>
                  <a:cubicBezTo>
                    <a:pt x="0" y="147630"/>
                    <a:pt x="639" y="148906"/>
                    <a:pt x="1917" y="150183"/>
                  </a:cubicBezTo>
                  <a:lnTo>
                    <a:pt x="26838" y="175081"/>
                  </a:lnTo>
                  <a:cubicBezTo>
                    <a:pt x="28116" y="176357"/>
                    <a:pt x="29394" y="176996"/>
                    <a:pt x="31311" y="176996"/>
                  </a:cubicBezTo>
                  <a:cubicBezTo>
                    <a:pt x="35145" y="176996"/>
                    <a:pt x="37701" y="174442"/>
                    <a:pt x="37701" y="170612"/>
                  </a:cubicBezTo>
                  <a:cubicBezTo>
                    <a:pt x="37701" y="168697"/>
                    <a:pt x="37062" y="167420"/>
                    <a:pt x="35784" y="166143"/>
                  </a:cubicBezTo>
                  <a:lnTo>
                    <a:pt x="12780" y="143161"/>
                  </a:lnTo>
                  <a:lnTo>
                    <a:pt x="12780" y="118902"/>
                  </a:lnTo>
                  <a:lnTo>
                    <a:pt x="88820" y="118902"/>
                  </a:lnTo>
                  <a:cubicBezTo>
                    <a:pt x="92654" y="118902"/>
                    <a:pt x="95210" y="116348"/>
                    <a:pt x="95210" y="112518"/>
                  </a:cubicBezTo>
                  <a:cubicBezTo>
                    <a:pt x="95210" y="108687"/>
                    <a:pt x="92654" y="105495"/>
                    <a:pt x="88820" y="106134"/>
                  </a:cubicBezTo>
                  <a:lnTo>
                    <a:pt x="88820" y="106134"/>
                  </a:lnTo>
                  <a:close/>
                </a:path>
              </a:pathLst>
            </a:custGeom>
            <a:solidFill>
              <a:srgbClr val="26890D"/>
            </a:solidFill>
            <a:ln w="6390" cap="flat">
              <a:noFill/>
              <a:prstDash val="solid"/>
              <a:miter/>
            </a:ln>
          </p:spPr>
          <p:txBody>
            <a:bodyPr rtlCol="0" anchor="ctr"/>
            <a:lstStyle/>
            <a:p>
              <a:endParaRPr lang="en-US"/>
            </a:p>
          </p:txBody>
        </p:sp>
      </p:grpSp>
      <p:grpSp>
        <p:nvGrpSpPr>
          <p:cNvPr id="148" name="Graphic 4">
            <a:extLst>
              <a:ext uri="{FF2B5EF4-FFF2-40B4-BE49-F238E27FC236}">
                <a16:creationId xmlns:a16="http://schemas.microsoft.com/office/drawing/2014/main" id="{C64FC13F-D4F6-FF44-9B47-2C959EDADA53}"/>
              </a:ext>
            </a:extLst>
          </p:cNvPr>
          <p:cNvGrpSpPr/>
          <p:nvPr/>
        </p:nvGrpSpPr>
        <p:grpSpPr>
          <a:xfrm>
            <a:off x="5711588" y="2371173"/>
            <a:ext cx="362312" cy="361971"/>
            <a:chOff x="4660820" y="2371173"/>
            <a:chExt cx="362312" cy="361971"/>
          </a:xfrm>
          <a:solidFill>
            <a:srgbClr val="43B02A"/>
          </a:solidFill>
        </p:grpSpPr>
        <p:sp>
          <p:nvSpPr>
            <p:cNvPr id="149" name="Graphic 4">
              <a:extLst>
                <a:ext uri="{FF2B5EF4-FFF2-40B4-BE49-F238E27FC236}">
                  <a16:creationId xmlns:a16="http://schemas.microsoft.com/office/drawing/2014/main" id="{117A1525-C500-7149-8504-FCF3ACF0BE48}"/>
                </a:ext>
              </a:extLst>
            </p:cNvPr>
            <p:cNvSpPr/>
            <p:nvPr/>
          </p:nvSpPr>
          <p:spPr>
            <a:xfrm>
              <a:off x="4660820" y="237117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close/>
                </a:path>
              </a:pathLst>
            </a:custGeom>
            <a:solidFill>
              <a:srgbClr val="43B02A"/>
            </a:solidFill>
            <a:ln w="6390" cap="flat">
              <a:noFill/>
              <a:prstDash val="solid"/>
              <a:miter/>
            </a:ln>
          </p:spPr>
          <p:txBody>
            <a:bodyPr rtlCol="0" anchor="ctr"/>
            <a:lstStyle/>
            <a:p>
              <a:endParaRPr lang="en-US"/>
            </a:p>
          </p:txBody>
        </p:sp>
        <p:sp>
          <p:nvSpPr>
            <p:cNvPr id="150" name="Graphic 4">
              <a:extLst>
                <a:ext uri="{FF2B5EF4-FFF2-40B4-BE49-F238E27FC236}">
                  <a16:creationId xmlns:a16="http://schemas.microsoft.com/office/drawing/2014/main" id="{D32EBB07-95FB-CB4B-9A88-D6E5CD66EE93}"/>
                </a:ext>
              </a:extLst>
            </p:cNvPr>
            <p:cNvSpPr/>
            <p:nvPr/>
          </p:nvSpPr>
          <p:spPr>
            <a:xfrm>
              <a:off x="4733026" y="2456556"/>
              <a:ext cx="220892" cy="190405"/>
            </a:xfrm>
            <a:custGeom>
              <a:avLst/>
              <a:gdLst>
                <a:gd name="connsiteX0" fmla="*/ 213424 w 220892"/>
                <a:gd name="connsiteY0" fmla="*/ 133588 h 190405"/>
                <a:gd name="connsiteX1" fmla="*/ 187225 w 220892"/>
                <a:gd name="connsiteY1" fmla="*/ 133588 h 190405"/>
                <a:gd name="connsiteX2" fmla="*/ 115019 w 220892"/>
                <a:gd name="connsiteY2" fmla="*/ 3355 h 190405"/>
                <a:gd name="connsiteX3" fmla="*/ 107990 w 220892"/>
                <a:gd name="connsiteY3" fmla="*/ 163 h 190405"/>
                <a:gd name="connsiteX4" fmla="*/ 103517 w 220892"/>
                <a:gd name="connsiteY4" fmla="*/ 6547 h 190405"/>
                <a:gd name="connsiteX5" fmla="*/ 103517 w 220892"/>
                <a:gd name="connsiteY5" fmla="*/ 33998 h 190405"/>
                <a:gd name="connsiteX6" fmla="*/ 32589 w 220892"/>
                <a:gd name="connsiteY6" fmla="*/ 132949 h 190405"/>
                <a:gd name="connsiteX7" fmla="*/ 6390 w 220892"/>
                <a:gd name="connsiteY7" fmla="*/ 132949 h 190405"/>
                <a:gd name="connsiteX8" fmla="*/ 0 w 220892"/>
                <a:gd name="connsiteY8" fmla="*/ 139333 h 190405"/>
                <a:gd name="connsiteX9" fmla="*/ 1278 w 220892"/>
                <a:gd name="connsiteY9" fmla="*/ 143164 h 190405"/>
                <a:gd name="connsiteX10" fmla="*/ 31310 w 220892"/>
                <a:gd name="connsiteY10" fmla="*/ 187852 h 190405"/>
                <a:gd name="connsiteX11" fmla="*/ 36423 w 220892"/>
                <a:gd name="connsiteY11" fmla="*/ 190405 h 190405"/>
                <a:gd name="connsiteX12" fmla="*/ 184669 w 220892"/>
                <a:gd name="connsiteY12" fmla="*/ 190405 h 190405"/>
                <a:gd name="connsiteX13" fmla="*/ 189781 w 220892"/>
                <a:gd name="connsiteY13" fmla="*/ 187852 h 190405"/>
                <a:gd name="connsiteX14" fmla="*/ 219814 w 220892"/>
                <a:gd name="connsiteY14" fmla="*/ 143164 h 190405"/>
                <a:gd name="connsiteX15" fmla="*/ 217897 w 220892"/>
                <a:gd name="connsiteY15" fmla="*/ 134226 h 190405"/>
                <a:gd name="connsiteX16" fmla="*/ 213424 w 220892"/>
                <a:gd name="connsiteY16" fmla="*/ 133588 h 190405"/>
                <a:gd name="connsiteX17" fmla="*/ 115658 w 220892"/>
                <a:gd name="connsiteY17" fmla="*/ 31444 h 190405"/>
                <a:gd name="connsiteX18" fmla="*/ 172528 w 220892"/>
                <a:gd name="connsiteY18" fmla="*/ 133588 h 190405"/>
                <a:gd name="connsiteX19" fmla="*/ 115658 w 220892"/>
                <a:gd name="connsiteY19" fmla="*/ 133588 h 190405"/>
                <a:gd name="connsiteX20" fmla="*/ 115658 w 220892"/>
                <a:gd name="connsiteY20" fmla="*/ 31444 h 190405"/>
                <a:gd name="connsiteX21" fmla="*/ 102878 w 220892"/>
                <a:gd name="connsiteY21" fmla="*/ 56342 h 190405"/>
                <a:gd name="connsiteX22" fmla="*/ 102878 w 220892"/>
                <a:gd name="connsiteY22" fmla="*/ 133588 h 190405"/>
                <a:gd name="connsiteX23" fmla="*/ 47285 w 220892"/>
                <a:gd name="connsiteY23" fmla="*/ 133588 h 190405"/>
                <a:gd name="connsiteX24" fmla="*/ 102878 w 220892"/>
                <a:gd name="connsiteY24" fmla="*/ 56342 h 190405"/>
                <a:gd name="connsiteX25" fmla="*/ 180196 w 220892"/>
                <a:gd name="connsiteY25" fmla="*/ 178276 h 190405"/>
                <a:gd name="connsiteX26" fmla="*/ 38340 w 220892"/>
                <a:gd name="connsiteY26" fmla="*/ 178276 h 190405"/>
                <a:gd name="connsiteX27" fmla="*/ 17253 w 220892"/>
                <a:gd name="connsiteY27" fmla="*/ 146356 h 190405"/>
                <a:gd name="connsiteX28" fmla="*/ 201283 w 220892"/>
                <a:gd name="connsiteY28" fmla="*/ 146356 h 190405"/>
                <a:gd name="connsiteX29" fmla="*/ 180196 w 220892"/>
                <a:gd name="connsiteY29" fmla="*/ 178276 h 19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20892" h="190405">
                  <a:moveTo>
                    <a:pt x="213424" y="133588"/>
                  </a:moveTo>
                  <a:lnTo>
                    <a:pt x="187225" y="133588"/>
                  </a:lnTo>
                  <a:lnTo>
                    <a:pt x="115019" y="3355"/>
                  </a:lnTo>
                  <a:cubicBezTo>
                    <a:pt x="113741" y="801"/>
                    <a:pt x="110546" y="-476"/>
                    <a:pt x="107990" y="163"/>
                  </a:cubicBezTo>
                  <a:cubicBezTo>
                    <a:pt x="105434" y="801"/>
                    <a:pt x="102878" y="3355"/>
                    <a:pt x="103517" y="6547"/>
                  </a:cubicBezTo>
                  <a:lnTo>
                    <a:pt x="103517" y="33998"/>
                  </a:lnTo>
                  <a:lnTo>
                    <a:pt x="32589" y="132949"/>
                  </a:lnTo>
                  <a:lnTo>
                    <a:pt x="6390" y="132949"/>
                  </a:lnTo>
                  <a:cubicBezTo>
                    <a:pt x="2556" y="132949"/>
                    <a:pt x="0" y="135503"/>
                    <a:pt x="0" y="139333"/>
                  </a:cubicBezTo>
                  <a:cubicBezTo>
                    <a:pt x="0" y="140610"/>
                    <a:pt x="639" y="141887"/>
                    <a:pt x="1278" y="143164"/>
                  </a:cubicBezTo>
                  <a:lnTo>
                    <a:pt x="31310" y="187852"/>
                  </a:lnTo>
                  <a:cubicBezTo>
                    <a:pt x="32589" y="189767"/>
                    <a:pt x="34505" y="190405"/>
                    <a:pt x="36423" y="190405"/>
                  </a:cubicBezTo>
                  <a:lnTo>
                    <a:pt x="184669" y="190405"/>
                  </a:lnTo>
                  <a:cubicBezTo>
                    <a:pt x="186586" y="190405"/>
                    <a:pt x="188503" y="189128"/>
                    <a:pt x="189781" y="187852"/>
                  </a:cubicBezTo>
                  <a:lnTo>
                    <a:pt x="219814" y="143164"/>
                  </a:lnTo>
                  <a:cubicBezTo>
                    <a:pt x="221731" y="139972"/>
                    <a:pt x="221092" y="136141"/>
                    <a:pt x="217897" y="134226"/>
                  </a:cubicBezTo>
                  <a:cubicBezTo>
                    <a:pt x="215980" y="134226"/>
                    <a:pt x="214702" y="133588"/>
                    <a:pt x="213424" y="133588"/>
                  </a:cubicBezTo>
                  <a:close/>
                  <a:moveTo>
                    <a:pt x="115658" y="31444"/>
                  </a:moveTo>
                  <a:lnTo>
                    <a:pt x="172528" y="133588"/>
                  </a:lnTo>
                  <a:lnTo>
                    <a:pt x="115658" y="133588"/>
                  </a:lnTo>
                  <a:lnTo>
                    <a:pt x="115658" y="31444"/>
                  </a:lnTo>
                  <a:close/>
                  <a:moveTo>
                    <a:pt x="102878" y="56342"/>
                  </a:moveTo>
                  <a:lnTo>
                    <a:pt x="102878" y="133588"/>
                  </a:lnTo>
                  <a:lnTo>
                    <a:pt x="47285" y="133588"/>
                  </a:lnTo>
                  <a:lnTo>
                    <a:pt x="102878" y="56342"/>
                  </a:lnTo>
                  <a:close/>
                  <a:moveTo>
                    <a:pt x="180196" y="178276"/>
                  </a:moveTo>
                  <a:lnTo>
                    <a:pt x="38340" y="178276"/>
                  </a:lnTo>
                  <a:lnTo>
                    <a:pt x="17253" y="146356"/>
                  </a:lnTo>
                  <a:lnTo>
                    <a:pt x="201283" y="146356"/>
                  </a:lnTo>
                  <a:lnTo>
                    <a:pt x="180196" y="178276"/>
                  </a:lnTo>
                  <a:close/>
                </a:path>
              </a:pathLst>
            </a:custGeom>
            <a:solidFill>
              <a:srgbClr val="43B02A"/>
            </a:solidFill>
            <a:ln w="6390" cap="flat">
              <a:noFill/>
              <a:prstDash val="solid"/>
              <a:miter/>
            </a:ln>
          </p:spPr>
          <p:txBody>
            <a:bodyPr rtlCol="0" anchor="ctr"/>
            <a:lstStyle/>
            <a:p>
              <a:endParaRPr lang="en-US"/>
            </a:p>
          </p:txBody>
        </p:sp>
      </p:grpSp>
      <p:grpSp>
        <p:nvGrpSpPr>
          <p:cNvPr id="151" name="Graphic 4">
            <a:extLst>
              <a:ext uri="{FF2B5EF4-FFF2-40B4-BE49-F238E27FC236}">
                <a16:creationId xmlns:a16="http://schemas.microsoft.com/office/drawing/2014/main" id="{413E5E09-5443-554F-A878-5EEA685851C3}"/>
              </a:ext>
            </a:extLst>
          </p:cNvPr>
          <p:cNvGrpSpPr/>
          <p:nvPr/>
        </p:nvGrpSpPr>
        <p:grpSpPr>
          <a:xfrm>
            <a:off x="6758898" y="2371173"/>
            <a:ext cx="362313" cy="361971"/>
            <a:chOff x="5708130" y="2371173"/>
            <a:chExt cx="362313" cy="361971"/>
          </a:xfrm>
          <a:solidFill>
            <a:srgbClr val="43B02A"/>
          </a:solidFill>
        </p:grpSpPr>
        <p:sp>
          <p:nvSpPr>
            <p:cNvPr id="152" name="Graphic 4">
              <a:extLst>
                <a:ext uri="{FF2B5EF4-FFF2-40B4-BE49-F238E27FC236}">
                  <a16:creationId xmlns:a16="http://schemas.microsoft.com/office/drawing/2014/main" id="{04F2D727-A2C5-7D41-8BCA-1DBAFB377622}"/>
                </a:ext>
              </a:extLst>
            </p:cNvPr>
            <p:cNvSpPr/>
            <p:nvPr/>
          </p:nvSpPr>
          <p:spPr>
            <a:xfrm>
              <a:off x="5708130" y="237117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cubicBezTo>
                    <a:pt x="349530" y="180667"/>
                    <a:pt x="349530" y="180667"/>
                    <a:pt x="349530" y="180667"/>
                  </a:cubicBezTo>
                  <a:cubicBezTo>
                    <a:pt x="349530" y="273873"/>
                    <a:pt x="274767" y="349204"/>
                    <a:pt x="181474" y="349204"/>
                  </a:cubicBezTo>
                  <a:close/>
                </a:path>
              </a:pathLst>
            </a:custGeom>
            <a:solidFill>
              <a:srgbClr val="43B02A"/>
            </a:solidFill>
            <a:ln w="6390" cap="flat">
              <a:noFill/>
              <a:prstDash val="solid"/>
              <a:miter/>
            </a:ln>
          </p:spPr>
          <p:txBody>
            <a:bodyPr rtlCol="0" anchor="ctr"/>
            <a:lstStyle/>
            <a:p>
              <a:endParaRPr lang="en-US"/>
            </a:p>
          </p:txBody>
        </p:sp>
        <p:sp>
          <p:nvSpPr>
            <p:cNvPr id="153" name="Graphic 4">
              <a:extLst>
                <a:ext uri="{FF2B5EF4-FFF2-40B4-BE49-F238E27FC236}">
                  <a16:creationId xmlns:a16="http://schemas.microsoft.com/office/drawing/2014/main" id="{D817B935-DF7C-D049-BFD1-5B1B7CE0EB38}"/>
                </a:ext>
              </a:extLst>
            </p:cNvPr>
            <p:cNvSpPr/>
            <p:nvPr/>
          </p:nvSpPr>
          <p:spPr>
            <a:xfrm>
              <a:off x="5802701" y="2519920"/>
              <a:ext cx="173167" cy="135978"/>
            </a:xfrm>
            <a:custGeom>
              <a:avLst/>
              <a:gdLst>
                <a:gd name="connsiteX0" fmla="*/ 155276 w 173167"/>
                <a:gd name="connsiteY0" fmla="*/ 49157 h 135978"/>
                <a:gd name="connsiteX1" fmla="*/ 159110 w 173167"/>
                <a:gd name="connsiteY1" fmla="*/ 43411 h 135978"/>
                <a:gd name="connsiteX2" fmla="*/ 152720 w 173167"/>
                <a:gd name="connsiteY2" fmla="*/ 37027 h 135978"/>
                <a:gd name="connsiteX3" fmla="*/ 141218 w 173167"/>
                <a:gd name="connsiteY3" fmla="*/ 37027 h 135978"/>
                <a:gd name="connsiteX4" fmla="*/ 136745 w 173167"/>
                <a:gd name="connsiteY4" fmla="*/ 19790 h 135978"/>
                <a:gd name="connsiteX5" fmla="*/ 135467 w 173167"/>
                <a:gd name="connsiteY5" fmla="*/ 17237 h 135978"/>
                <a:gd name="connsiteX6" fmla="*/ 108629 w 173167"/>
                <a:gd name="connsiteY6" fmla="*/ 0 h 135978"/>
                <a:gd name="connsiteX7" fmla="*/ 65177 w 173167"/>
                <a:gd name="connsiteY7" fmla="*/ 0 h 135978"/>
                <a:gd name="connsiteX8" fmla="*/ 38340 w 173167"/>
                <a:gd name="connsiteY8" fmla="*/ 17237 h 135978"/>
                <a:gd name="connsiteX9" fmla="*/ 37062 w 173167"/>
                <a:gd name="connsiteY9" fmla="*/ 19790 h 135978"/>
                <a:gd name="connsiteX10" fmla="*/ 32589 w 173167"/>
                <a:gd name="connsiteY10" fmla="*/ 37027 h 135978"/>
                <a:gd name="connsiteX11" fmla="*/ 21087 w 173167"/>
                <a:gd name="connsiteY11" fmla="*/ 37027 h 135978"/>
                <a:gd name="connsiteX12" fmla="*/ 14697 w 173167"/>
                <a:gd name="connsiteY12" fmla="*/ 43411 h 135978"/>
                <a:gd name="connsiteX13" fmla="*/ 18531 w 173167"/>
                <a:gd name="connsiteY13" fmla="*/ 49157 h 135978"/>
                <a:gd name="connsiteX14" fmla="*/ 0 w 173167"/>
                <a:gd name="connsiteY14" fmla="*/ 79800 h 135978"/>
                <a:gd name="connsiteX15" fmla="*/ 0 w 173167"/>
                <a:gd name="connsiteY15" fmla="*/ 93844 h 135978"/>
                <a:gd name="connsiteX16" fmla="*/ 4473 w 173167"/>
                <a:gd name="connsiteY16" fmla="*/ 104059 h 135978"/>
                <a:gd name="connsiteX17" fmla="*/ 7668 w 173167"/>
                <a:gd name="connsiteY17" fmla="*/ 106612 h 135978"/>
                <a:gd name="connsiteX18" fmla="*/ 7668 w 173167"/>
                <a:gd name="connsiteY18" fmla="*/ 129595 h 135978"/>
                <a:gd name="connsiteX19" fmla="*/ 14058 w 173167"/>
                <a:gd name="connsiteY19" fmla="*/ 135979 h 135978"/>
                <a:gd name="connsiteX20" fmla="*/ 42813 w 173167"/>
                <a:gd name="connsiteY20" fmla="*/ 135979 h 135978"/>
                <a:gd name="connsiteX21" fmla="*/ 49203 w 173167"/>
                <a:gd name="connsiteY21" fmla="*/ 129595 h 135978"/>
                <a:gd name="connsiteX22" fmla="*/ 49203 w 173167"/>
                <a:gd name="connsiteY22" fmla="*/ 119380 h 135978"/>
                <a:gd name="connsiteX23" fmla="*/ 123965 w 173167"/>
                <a:gd name="connsiteY23" fmla="*/ 119380 h 135978"/>
                <a:gd name="connsiteX24" fmla="*/ 123965 w 173167"/>
                <a:gd name="connsiteY24" fmla="*/ 129595 h 135978"/>
                <a:gd name="connsiteX25" fmla="*/ 130355 w 173167"/>
                <a:gd name="connsiteY25" fmla="*/ 135979 h 135978"/>
                <a:gd name="connsiteX26" fmla="*/ 159110 w 173167"/>
                <a:gd name="connsiteY26" fmla="*/ 135979 h 135978"/>
                <a:gd name="connsiteX27" fmla="*/ 165500 w 173167"/>
                <a:gd name="connsiteY27" fmla="*/ 129595 h 135978"/>
                <a:gd name="connsiteX28" fmla="*/ 165500 w 173167"/>
                <a:gd name="connsiteY28" fmla="*/ 106612 h 135978"/>
                <a:gd name="connsiteX29" fmla="*/ 168695 w 173167"/>
                <a:gd name="connsiteY29" fmla="*/ 104059 h 135978"/>
                <a:gd name="connsiteX30" fmla="*/ 173168 w 173167"/>
                <a:gd name="connsiteY30" fmla="*/ 93844 h 135978"/>
                <a:gd name="connsiteX31" fmla="*/ 173168 w 173167"/>
                <a:gd name="connsiteY31" fmla="*/ 79800 h 135978"/>
                <a:gd name="connsiteX32" fmla="*/ 155276 w 173167"/>
                <a:gd name="connsiteY32" fmla="*/ 49157 h 135978"/>
                <a:gd name="connsiteX33" fmla="*/ 65177 w 173167"/>
                <a:gd name="connsiteY33" fmla="*/ 12768 h 135978"/>
                <a:gd name="connsiteX34" fmla="*/ 108629 w 173167"/>
                <a:gd name="connsiteY34" fmla="*/ 12768 h 135978"/>
                <a:gd name="connsiteX35" fmla="*/ 124604 w 173167"/>
                <a:gd name="connsiteY35" fmla="*/ 23621 h 135978"/>
                <a:gd name="connsiteX36" fmla="*/ 129716 w 173167"/>
                <a:gd name="connsiteY36" fmla="*/ 43411 h 135978"/>
                <a:gd name="connsiteX37" fmla="*/ 44091 w 173167"/>
                <a:gd name="connsiteY37" fmla="*/ 43411 h 135978"/>
                <a:gd name="connsiteX38" fmla="*/ 49203 w 173167"/>
                <a:gd name="connsiteY38" fmla="*/ 23621 h 135978"/>
                <a:gd name="connsiteX39" fmla="*/ 65177 w 173167"/>
                <a:gd name="connsiteY39" fmla="*/ 12768 h 135978"/>
                <a:gd name="connsiteX40" fmla="*/ 37062 w 173167"/>
                <a:gd name="connsiteY40" fmla="*/ 123849 h 135978"/>
                <a:gd name="connsiteX41" fmla="*/ 21087 w 173167"/>
                <a:gd name="connsiteY41" fmla="*/ 123849 h 135978"/>
                <a:gd name="connsiteX42" fmla="*/ 21087 w 173167"/>
                <a:gd name="connsiteY42" fmla="*/ 114273 h 135978"/>
                <a:gd name="connsiteX43" fmla="*/ 37062 w 173167"/>
                <a:gd name="connsiteY43" fmla="*/ 118742 h 135978"/>
                <a:gd name="connsiteX44" fmla="*/ 37062 w 173167"/>
                <a:gd name="connsiteY44" fmla="*/ 123849 h 135978"/>
                <a:gd name="connsiteX45" fmla="*/ 13419 w 173167"/>
                <a:gd name="connsiteY45" fmla="*/ 93844 h 135978"/>
                <a:gd name="connsiteX46" fmla="*/ 13419 w 173167"/>
                <a:gd name="connsiteY46" fmla="*/ 79161 h 135978"/>
                <a:gd name="connsiteX47" fmla="*/ 36423 w 173167"/>
                <a:gd name="connsiteY47" fmla="*/ 56179 h 135978"/>
                <a:gd name="connsiteX48" fmla="*/ 138662 w 173167"/>
                <a:gd name="connsiteY48" fmla="*/ 56179 h 135978"/>
                <a:gd name="connsiteX49" fmla="*/ 161027 w 173167"/>
                <a:gd name="connsiteY49" fmla="*/ 79161 h 135978"/>
                <a:gd name="connsiteX50" fmla="*/ 161027 w 173167"/>
                <a:gd name="connsiteY50" fmla="*/ 93844 h 135978"/>
                <a:gd name="connsiteX51" fmla="*/ 87542 w 173167"/>
                <a:gd name="connsiteY51" fmla="*/ 109166 h 135978"/>
                <a:gd name="connsiteX52" fmla="*/ 13419 w 173167"/>
                <a:gd name="connsiteY52" fmla="*/ 93844 h 135978"/>
                <a:gd name="connsiteX53" fmla="*/ 153358 w 173167"/>
                <a:gd name="connsiteY53" fmla="*/ 123849 h 135978"/>
                <a:gd name="connsiteX54" fmla="*/ 137384 w 173167"/>
                <a:gd name="connsiteY54" fmla="*/ 123849 h 135978"/>
                <a:gd name="connsiteX55" fmla="*/ 137384 w 173167"/>
                <a:gd name="connsiteY55" fmla="*/ 118104 h 135978"/>
                <a:gd name="connsiteX56" fmla="*/ 153358 w 173167"/>
                <a:gd name="connsiteY56" fmla="*/ 113635 h 135978"/>
                <a:gd name="connsiteX57" fmla="*/ 153358 w 173167"/>
                <a:gd name="connsiteY57" fmla="*/ 123849 h 135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73167" h="135978">
                  <a:moveTo>
                    <a:pt x="155276" y="49157"/>
                  </a:moveTo>
                  <a:cubicBezTo>
                    <a:pt x="157832" y="47880"/>
                    <a:pt x="159110" y="45965"/>
                    <a:pt x="159110" y="43411"/>
                  </a:cubicBezTo>
                  <a:cubicBezTo>
                    <a:pt x="159110" y="39581"/>
                    <a:pt x="156553" y="37027"/>
                    <a:pt x="152720" y="37027"/>
                  </a:cubicBezTo>
                  <a:lnTo>
                    <a:pt x="141218" y="37027"/>
                  </a:lnTo>
                  <a:lnTo>
                    <a:pt x="136745" y="19790"/>
                  </a:lnTo>
                  <a:cubicBezTo>
                    <a:pt x="136745" y="19152"/>
                    <a:pt x="136106" y="18514"/>
                    <a:pt x="135467" y="17237"/>
                  </a:cubicBezTo>
                  <a:cubicBezTo>
                    <a:pt x="134189" y="15322"/>
                    <a:pt x="122048" y="0"/>
                    <a:pt x="108629" y="0"/>
                  </a:cubicBezTo>
                  <a:lnTo>
                    <a:pt x="65177" y="0"/>
                  </a:lnTo>
                  <a:cubicBezTo>
                    <a:pt x="51759" y="0"/>
                    <a:pt x="39618" y="15322"/>
                    <a:pt x="38340" y="17237"/>
                  </a:cubicBezTo>
                  <a:cubicBezTo>
                    <a:pt x="37701" y="17875"/>
                    <a:pt x="37701" y="18514"/>
                    <a:pt x="37062" y="19790"/>
                  </a:cubicBezTo>
                  <a:lnTo>
                    <a:pt x="32589" y="37027"/>
                  </a:lnTo>
                  <a:lnTo>
                    <a:pt x="21087" y="37027"/>
                  </a:lnTo>
                  <a:cubicBezTo>
                    <a:pt x="17253" y="37027"/>
                    <a:pt x="14697" y="39581"/>
                    <a:pt x="14697" y="43411"/>
                  </a:cubicBezTo>
                  <a:cubicBezTo>
                    <a:pt x="14697" y="45965"/>
                    <a:pt x="15975" y="47880"/>
                    <a:pt x="18531" y="49157"/>
                  </a:cubicBezTo>
                  <a:cubicBezTo>
                    <a:pt x="7668" y="55541"/>
                    <a:pt x="639" y="67032"/>
                    <a:pt x="0" y="79800"/>
                  </a:cubicBezTo>
                  <a:lnTo>
                    <a:pt x="0" y="93844"/>
                  </a:lnTo>
                  <a:cubicBezTo>
                    <a:pt x="0" y="97675"/>
                    <a:pt x="1917" y="101505"/>
                    <a:pt x="4473" y="104059"/>
                  </a:cubicBezTo>
                  <a:cubicBezTo>
                    <a:pt x="5112" y="104697"/>
                    <a:pt x="6390" y="105974"/>
                    <a:pt x="7668" y="106612"/>
                  </a:cubicBezTo>
                  <a:lnTo>
                    <a:pt x="7668" y="129595"/>
                  </a:lnTo>
                  <a:cubicBezTo>
                    <a:pt x="7668" y="133425"/>
                    <a:pt x="10224" y="135979"/>
                    <a:pt x="14058" y="135979"/>
                  </a:cubicBezTo>
                  <a:lnTo>
                    <a:pt x="42813" y="135979"/>
                  </a:lnTo>
                  <a:cubicBezTo>
                    <a:pt x="46647" y="135979"/>
                    <a:pt x="49203" y="133425"/>
                    <a:pt x="49203" y="129595"/>
                  </a:cubicBezTo>
                  <a:lnTo>
                    <a:pt x="49203" y="119380"/>
                  </a:lnTo>
                  <a:cubicBezTo>
                    <a:pt x="74124" y="121934"/>
                    <a:pt x="99044" y="121934"/>
                    <a:pt x="123965" y="119380"/>
                  </a:cubicBezTo>
                  <a:lnTo>
                    <a:pt x="123965" y="129595"/>
                  </a:lnTo>
                  <a:cubicBezTo>
                    <a:pt x="123965" y="133425"/>
                    <a:pt x="126521" y="135979"/>
                    <a:pt x="130355" y="135979"/>
                  </a:cubicBezTo>
                  <a:lnTo>
                    <a:pt x="159110" y="135979"/>
                  </a:lnTo>
                  <a:cubicBezTo>
                    <a:pt x="162943" y="135979"/>
                    <a:pt x="165500" y="133425"/>
                    <a:pt x="165500" y="129595"/>
                  </a:cubicBezTo>
                  <a:lnTo>
                    <a:pt x="165500" y="106612"/>
                  </a:lnTo>
                  <a:cubicBezTo>
                    <a:pt x="166778" y="105974"/>
                    <a:pt x="167416" y="104697"/>
                    <a:pt x="168695" y="104059"/>
                  </a:cubicBezTo>
                  <a:cubicBezTo>
                    <a:pt x="171251" y="101505"/>
                    <a:pt x="173168" y="97675"/>
                    <a:pt x="173168" y="93844"/>
                  </a:cubicBezTo>
                  <a:lnTo>
                    <a:pt x="173168" y="79800"/>
                  </a:lnTo>
                  <a:cubicBezTo>
                    <a:pt x="173168" y="67032"/>
                    <a:pt x="166138" y="54902"/>
                    <a:pt x="155276" y="49157"/>
                  </a:cubicBezTo>
                  <a:close/>
                  <a:moveTo>
                    <a:pt x="65177" y="12768"/>
                  </a:moveTo>
                  <a:lnTo>
                    <a:pt x="108629" y="12768"/>
                  </a:lnTo>
                  <a:cubicBezTo>
                    <a:pt x="113741" y="12768"/>
                    <a:pt x="121409" y="19790"/>
                    <a:pt x="124604" y="23621"/>
                  </a:cubicBezTo>
                  <a:lnTo>
                    <a:pt x="129716" y="43411"/>
                  </a:lnTo>
                  <a:lnTo>
                    <a:pt x="44091" y="43411"/>
                  </a:lnTo>
                  <a:lnTo>
                    <a:pt x="49203" y="23621"/>
                  </a:lnTo>
                  <a:cubicBezTo>
                    <a:pt x="52398" y="19790"/>
                    <a:pt x="60066" y="12768"/>
                    <a:pt x="65177" y="12768"/>
                  </a:cubicBezTo>
                  <a:close/>
                  <a:moveTo>
                    <a:pt x="37062" y="123849"/>
                  </a:moveTo>
                  <a:lnTo>
                    <a:pt x="21087" y="123849"/>
                  </a:lnTo>
                  <a:lnTo>
                    <a:pt x="21087" y="114273"/>
                  </a:lnTo>
                  <a:cubicBezTo>
                    <a:pt x="26199" y="116188"/>
                    <a:pt x="31950" y="117465"/>
                    <a:pt x="37062" y="118742"/>
                  </a:cubicBezTo>
                  <a:lnTo>
                    <a:pt x="37062" y="123849"/>
                  </a:lnTo>
                  <a:close/>
                  <a:moveTo>
                    <a:pt x="13419" y="93844"/>
                  </a:moveTo>
                  <a:lnTo>
                    <a:pt x="13419" y="79161"/>
                  </a:lnTo>
                  <a:cubicBezTo>
                    <a:pt x="14058" y="67032"/>
                    <a:pt x="23643" y="56817"/>
                    <a:pt x="36423" y="56179"/>
                  </a:cubicBezTo>
                  <a:lnTo>
                    <a:pt x="138662" y="56179"/>
                  </a:lnTo>
                  <a:cubicBezTo>
                    <a:pt x="150803" y="56817"/>
                    <a:pt x="161027" y="66393"/>
                    <a:pt x="161027" y="79161"/>
                  </a:cubicBezTo>
                  <a:lnTo>
                    <a:pt x="161027" y="93844"/>
                  </a:lnTo>
                  <a:cubicBezTo>
                    <a:pt x="160388" y="95121"/>
                    <a:pt x="153998" y="109166"/>
                    <a:pt x="87542" y="109166"/>
                  </a:cubicBezTo>
                  <a:cubicBezTo>
                    <a:pt x="21087" y="109166"/>
                    <a:pt x="13419" y="95121"/>
                    <a:pt x="13419" y="93844"/>
                  </a:cubicBezTo>
                  <a:close/>
                  <a:moveTo>
                    <a:pt x="153358" y="123849"/>
                  </a:moveTo>
                  <a:lnTo>
                    <a:pt x="137384" y="123849"/>
                  </a:lnTo>
                  <a:lnTo>
                    <a:pt x="137384" y="118104"/>
                  </a:lnTo>
                  <a:cubicBezTo>
                    <a:pt x="143135" y="116827"/>
                    <a:pt x="148247" y="115550"/>
                    <a:pt x="153358" y="113635"/>
                  </a:cubicBezTo>
                  <a:lnTo>
                    <a:pt x="153358" y="123849"/>
                  </a:lnTo>
                  <a:close/>
                </a:path>
              </a:pathLst>
            </a:custGeom>
            <a:solidFill>
              <a:srgbClr val="43B02A"/>
            </a:solidFill>
            <a:ln w="6390" cap="flat">
              <a:noFill/>
              <a:prstDash val="solid"/>
              <a:miter/>
            </a:ln>
          </p:spPr>
          <p:txBody>
            <a:bodyPr rtlCol="0" anchor="ctr"/>
            <a:lstStyle/>
            <a:p>
              <a:endParaRPr lang="en-US"/>
            </a:p>
          </p:txBody>
        </p:sp>
        <p:sp>
          <p:nvSpPr>
            <p:cNvPr id="154" name="Graphic 4">
              <a:extLst>
                <a:ext uri="{FF2B5EF4-FFF2-40B4-BE49-F238E27FC236}">
                  <a16:creationId xmlns:a16="http://schemas.microsoft.com/office/drawing/2014/main" id="{5AD64AF8-C305-5B42-A162-88058331F1D8}"/>
                </a:ext>
              </a:extLst>
            </p:cNvPr>
            <p:cNvSpPr/>
            <p:nvPr/>
          </p:nvSpPr>
          <p:spPr>
            <a:xfrm>
              <a:off x="5867879" y="2592697"/>
              <a:ext cx="42173" cy="12767"/>
            </a:xfrm>
            <a:custGeom>
              <a:avLst/>
              <a:gdLst>
                <a:gd name="connsiteX0" fmla="*/ 35784 w 42173"/>
                <a:gd name="connsiteY0" fmla="*/ 0 h 12767"/>
                <a:gd name="connsiteX1" fmla="*/ 6390 w 42173"/>
                <a:gd name="connsiteY1" fmla="*/ 0 h 12767"/>
                <a:gd name="connsiteX2" fmla="*/ 0 w 42173"/>
                <a:gd name="connsiteY2" fmla="*/ 6384 h 12767"/>
                <a:gd name="connsiteX3" fmla="*/ 6390 w 42173"/>
                <a:gd name="connsiteY3" fmla="*/ 12768 h 12767"/>
                <a:gd name="connsiteX4" fmla="*/ 35784 w 42173"/>
                <a:gd name="connsiteY4" fmla="*/ 12768 h 12767"/>
                <a:gd name="connsiteX5" fmla="*/ 42174 w 42173"/>
                <a:gd name="connsiteY5" fmla="*/ 6384 h 12767"/>
                <a:gd name="connsiteX6" fmla="*/ 35784 w 42173"/>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173" h="12767">
                  <a:moveTo>
                    <a:pt x="35784" y="0"/>
                  </a:moveTo>
                  <a:lnTo>
                    <a:pt x="6390" y="0"/>
                  </a:lnTo>
                  <a:cubicBezTo>
                    <a:pt x="2556" y="0"/>
                    <a:pt x="0" y="2554"/>
                    <a:pt x="0" y="6384"/>
                  </a:cubicBezTo>
                  <a:cubicBezTo>
                    <a:pt x="0" y="10214"/>
                    <a:pt x="2556" y="12768"/>
                    <a:pt x="6390" y="12768"/>
                  </a:cubicBezTo>
                  <a:lnTo>
                    <a:pt x="35784" y="12768"/>
                  </a:lnTo>
                  <a:cubicBezTo>
                    <a:pt x="39618" y="12768"/>
                    <a:pt x="42174" y="10214"/>
                    <a:pt x="42174" y="6384"/>
                  </a:cubicBezTo>
                  <a:cubicBezTo>
                    <a:pt x="42174" y="2554"/>
                    <a:pt x="39618" y="0"/>
                    <a:pt x="35784" y="0"/>
                  </a:cubicBezTo>
                  <a:close/>
                </a:path>
              </a:pathLst>
            </a:custGeom>
            <a:solidFill>
              <a:srgbClr val="43B02A"/>
            </a:solidFill>
            <a:ln w="6390" cap="flat">
              <a:noFill/>
              <a:prstDash val="solid"/>
              <a:miter/>
            </a:ln>
          </p:spPr>
          <p:txBody>
            <a:bodyPr rtlCol="0" anchor="ctr"/>
            <a:lstStyle/>
            <a:p>
              <a:endParaRPr lang="en-US"/>
            </a:p>
          </p:txBody>
        </p:sp>
        <p:sp>
          <p:nvSpPr>
            <p:cNvPr id="155" name="Graphic 4">
              <a:extLst>
                <a:ext uri="{FF2B5EF4-FFF2-40B4-BE49-F238E27FC236}">
                  <a16:creationId xmlns:a16="http://schemas.microsoft.com/office/drawing/2014/main" id="{83452F06-0DDD-0241-A0CC-B3C0E49B04C8}"/>
                </a:ext>
              </a:extLst>
            </p:cNvPr>
            <p:cNvSpPr/>
            <p:nvPr/>
          </p:nvSpPr>
          <p:spPr>
            <a:xfrm>
              <a:off x="5831456" y="2590144"/>
              <a:ext cx="24281" cy="24259"/>
            </a:xfrm>
            <a:custGeom>
              <a:avLst/>
              <a:gdLst>
                <a:gd name="connsiteX0" fmla="*/ 24282 w 24281"/>
                <a:gd name="connsiteY0" fmla="*/ 12130 h 24259"/>
                <a:gd name="connsiteX1" fmla="*/ 12141 w 24281"/>
                <a:gd name="connsiteY1" fmla="*/ 24259 h 24259"/>
                <a:gd name="connsiteX2" fmla="*/ 0 w 24281"/>
                <a:gd name="connsiteY2" fmla="*/ 12130 h 24259"/>
                <a:gd name="connsiteX3" fmla="*/ 12141 w 24281"/>
                <a:gd name="connsiteY3" fmla="*/ 0 h 24259"/>
                <a:gd name="connsiteX4" fmla="*/ 24282 w 24281"/>
                <a:gd name="connsiteY4" fmla="*/ 12130 h 242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81" h="24259">
                  <a:moveTo>
                    <a:pt x="24282" y="12130"/>
                  </a:moveTo>
                  <a:cubicBezTo>
                    <a:pt x="24282" y="18829"/>
                    <a:pt x="18846" y="24259"/>
                    <a:pt x="12141" y="24259"/>
                  </a:cubicBezTo>
                  <a:cubicBezTo>
                    <a:pt x="5436" y="24259"/>
                    <a:pt x="0" y="18829"/>
                    <a:pt x="0" y="12130"/>
                  </a:cubicBezTo>
                  <a:cubicBezTo>
                    <a:pt x="0" y="5431"/>
                    <a:pt x="5435" y="0"/>
                    <a:pt x="12141" y="0"/>
                  </a:cubicBezTo>
                  <a:cubicBezTo>
                    <a:pt x="18846" y="0"/>
                    <a:pt x="24282" y="5431"/>
                    <a:pt x="24282" y="12130"/>
                  </a:cubicBezTo>
                  <a:close/>
                </a:path>
              </a:pathLst>
            </a:custGeom>
            <a:solidFill>
              <a:srgbClr val="43B02A"/>
            </a:solidFill>
            <a:ln w="6390" cap="flat">
              <a:noFill/>
              <a:prstDash val="solid"/>
              <a:miter/>
            </a:ln>
          </p:spPr>
          <p:txBody>
            <a:bodyPr rtlCol="0" anchor="ctr"/>
            <a:lstStyle/>
            <a:p>
              <a:endParaRPr lang="en-US"/>
            </a:p>
          </p:txBody>
        </p:sp>
        <p:sp>
          <p:nvSpPr>
            <p:cNvPr id="156" name="Graphic 4">
              <a:extLst>
                <a:ext uri="{FF2B5EF4-FFF2-40B4-BE49-F238E27FC236}">
                  <a16:creationId xmlns:a16="http://schemas.microsoft.com/office/drawing/2014/main" id="{CACEFC9B-7233-5840-8AB6-F1B4781FDC28}"/>
                </a:ext>
              </a:extLst>
            </p:cNvPr>
            <p:cNvSpPr/>
            <p:nvPr/>
          </p:nvSpPr>
          <p:spPr>
            <a:xfrm>
              <a:off x="5922832" y="2590144"/>
              <a:ext cx="24281" cy="24259"/>
            </a:xfrm>
            <a:custGeom>
              <a:avLst/>
              <a:gdLst>
                <a:gd name="connsiteX0" fmla="*/ 24282 w 24281"/>
                <a:gd name="connsiteY0" fmla="*/ 12130 h 24259"/>
                <a:gd name="connsiteX1" fmla="*/ 12141 w 24281"/>
                <a:gd name="connsiteY1" fmla="*/ 24259 h 24259"/>
                <a:gd name="connsiteX2" fmla="*/ 0 w 24281"/>
                <a:gd name="connsiteY2" fmla="*/ 12130 h 24259"/>
                <a:gd name="connsiteX3" fmla="*/ 12141 w 24281"/>
                <a:gd name="connsiteY3" fmla="*/ 0 h 24259"/>
                <a:gd name="connsiteX4" fmla="*/ 24282 w 24281"/>
                <a:gd name="connsiteY4" fmla="*/ 12130 h 242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81" h="24259">
                  <a:moveTo>
                    <a:pt x="24282" y="12130"/>
                  </a:moveTo>
                  <a:cubicBezTo>
                    <a:pt x="24282" y="18829"/>
                    <a:pt x="18846" y="24259"/>
                    <a:pt x="12141" y="24259"/>
                  </a:cubicBezTo>
                  <a:cubicBezTo>
                    <a:pt x="5436" y="24259"/>
                    <a:pt x="0" y="18829"/>
                    <a:pt x="0" y="12130"/>
                  </a:cubicBezTo>
                  <a:cubicBezTo>
                    <a:pt x="0" y="5431"/>
                    <a:pt x="5435" y="0"/>
                    <a:pt x="12141" y="0"/>
                  </a:cubicBezTo>
                  <a:cubicBezTo>
                    <a:pt x="18846" y="0"/>
                    <a:pt x="24282" y="5431"/>
                    <a:pt x="24282" y="12130"/>
                  </a:cubicBezTo>
                  <a:close/>
                </a:path>
              </a:pathLst>
            </a:custGeom>
            <a:solidFill>
              <a:srgbClr val="43B02A"/>
            </a:solidFill>
            <a:ln w="6390" cap="flat">
              <a:noFill/>
              <a:prstDash val="solid"/>
              <a:miter/>
            </a:ln>
          </p:spPr>
          <p:txBody>
            <a:bodyPr rtlCol="0" anchor="ctr"/>
            <a:lstStyle/>
            <a:p>
              <a:endParaRPr lang="en-US"/>
            </a:p>
          </p:txBody>
        </p:sp>
        <p:sp>
          <p:nvSpPr>
            <p:cNvPr id="157" name="Graphic 4">
              <a:extLst>
                <a:ext uri="{FF2B5EF4-FFF2-40B4-BE49-F238E27FC236}">
                  <a16:creationId xmlns:a16="http://schemas.microsoft.com/office/drawing/2014/main" id="{ACF74E59-4E09-1A4B-A7F9-0BA692791169}"/>
                </a:ext>
              </a:extLst>
            </p:cNvPr>
            <p:cNvSpPr/>
            <p:nvPr/>
          </p:nvSpPr>
          <p:spPr>
            <a:xfrm>
              <a:off x="5810659" y="2446938"/>
              <a:ext cx="158529" cy="48084"/>
            </a:xfrm>
            <a:custGeom>
              <a:avLst/>
              <a:gdLst>
                <a:gd name="connsiteX0" fmla="*/ 6100 w 158529"/>
                <a:gd name="connsiteY0" fmla="*/ 48085 h 48084"/>
                <a:gd name="connsiteX1" fmla="*/ 11212 w 158529"/>
                <a:gd name="connsiteY1" fmla="*/ 45531 h 48084"/>
                <a:gd name="connsiteX2" fmla="*/ 133260 w 158529"/>
                <a:gd name="connsiteY2" fmla="*/ 31486 h 48084"/>
                <a:gd name="connsiteX3" fmla="*/ 147318 w 158529"/>
                <a:gd name="connsiteY3" fmla="*/ 45531 h 48084"/>
                <a:gd name="connsiteX4" fmla="*/ 156264 w 158529"/>
                <a:gd name="connsiteY4" fmla="*/ 46169 h 48084"/>
                <a:gd name="connsiteX5" fmla="*/ 156903 w 158529"/>
                <a:gd name="connsiteY5" fmla="*/ 37232 h 48084"/>
                <a:gd name="connsiteX6" fmla="*/ 16963 w 158529"/>
                <a:gd name="connsiteY6" fmla="*/ 21910 h 48084"/>
                <a:gd name="connsiteX7" fmla="*/ 1627 w 158529"/>
                <a:gd name="connsiteY7" fmla="*/ 37232 h 48084"/>
                <a:gd name="connsiteX8" fmla="*/ 2266 w 158529"/>
                <a:gd name="connsiteY8" fmla="*/ 46169 h 48084"/>
                <a:gd name="connsiteX9" fmla="*/ 6100 w 158529"/>
                <a:gd name="connsiteY9" fmla="*/ 48085 h 48084"/>
                <a:gd name="connsiteX10" fmla="*/ 6100 w 158529"/>
                <a:gd name="connsiteY10" fmla="*/ 48085 h 48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8529" h="48084">
                  <a:moveTo>
                    <a:pt x="6100" y="48085"/>
                  </a:moveTo>
                  <a:cubicBezTo>
                    <a:pt x="8017" y="48085"/>
                    <a:pt x="9934" y="47446"/>
                    <a:pt x="11212" y="45531"/>
                  </a:cubicBezTo>
                  <a:cubicBezTo>
                    <a:pt x="41245" y="7865"/>
                    <a:pt x="95559" y="2120"/>
                    <a:pt x="133260" y="31486"/>
                  </a:cubicBezTo>
                  <a:cubicBezTo>
                    <a:pt x="138372" y="35317"/>
                    <a:pt x="142845" y="40424"/>
                    <a:pt x="147318" y="45531"/>
                  </a:cubicBezTo>
                  <a:cubicBezTo>
                    <a:pt x="149874" y="48085"/>
                    <a:pt x="153708" y="48723"/>
                    <a:pt x="156264" y="46169"/>
                  </a:cubicBezTo>
                  <a:cubicBezTo>
                    <a:pt x="158820" y="43616"/>
                    <a:pt x="159459" y="39785"/>
                    <a:pt x="156903" y="37232"/>
                  </a:cubicBezTo>
                  <a:cubicBezTo>
                    <a:pt x="122397" y="-5541"/>
                    <a:pt x="59776" y="-12563"/>
                    <a:pt x="16963" y="21910"/>
                  </a:cubicBezTo>
                  <a:cubicBezTo>
                    <a:pt x="11212" y="26379"/>
                    <a:pt x="6100" y="31486"/>
                    <a:pt x="1627" y="37232"/>
                  </a:cubicBezTo>
                  <a:cubicBezTo>
                    <a:pt x="-929" y="39785"/>
                    <a:pt x="-290" y="44254"/>
                    <a:pt x="2266" y="46169"/>
                  </a:cubicBezTo>
                  <a:cubicBezTo>
                    <a:pt x="3544" y="47446"/>
                    <a:pt x="4822" y="48085"/>
                    <a:pt x="6100" y="48085"/>
                  </a:cubicBezTo>
                  <a:lnTo>
                    <a:pt x="6100" y="48085"/>
                  </a:lnTo>
                  <a:close/>
                </a:path>
              </a:pathLst>
            </a:custGeom>
            <a:solidFill>
              <a:srgbClr val="43B02A"/>
            </a:solidFill>
            <a:ln w="6390" cap="flat">
              <a:noFill/>
              <a:prstDash val="solid"/>
              <a:miter/>
            </a:ln>
          </p:spPr>
          <p:txBody>
            <a:bodyPr rtlCol="0" anchor="ctr"/>
            <a:lstStyle/>
            <a:p>
              <a:endParaRPr lang="en-US"/>
            </a:p>
          </p:txBody>
        </p:sp>
        <p:sp>
          <p:nvSpPr>
            <p:cNvPr id="158" name="Graphic 4">
              <a:extLst>
                <a:ext uri="{FF2B5EF4-FFF2-40B4-BE49-F238E27FC236}">
                  <a16:creationId xmlns:a16="http://schemas.microsoft.com/office/drawing/2014/main" id="{E3700FF8-2540-F84D-A97F-DDDC7D707891}"/>
                </a:ext>
              </a:extLst>
            </p:cNvPr>
            <p:cNvSpPr/>
            <p:nvPr/>
          </p:nvSpPr>
          <p:spPr>
            <a:xfrm>
              <a:off x="5831107" y="2480978"/>
              <a:ext cx="117121" cy="37665"/>
            </a:xfrm>
            <a:custGeom>
              <a:avLst/>
              <a:gdLst>
                <a:gd name="connsiteX0" fmla="*/ 58498 w 117121"/>
                <a:gd name="connsiteY0" fmla="*/ 0 h 37665"/>
                <a:gd name="connsiteX1" fmla="*/ 1627 w 117121"/>
                <a:gd name="connsiteY1" fmla="*/ 27451 h 37665"/>
                <a:gd name="connsiteX2" fmla="*/ 2266 w 117121"/>
                <a:gd name="connsiteY2" fmla="*/ 36389 h 37665"/>
                <a:gd name="connsiteX3" fmla="*/ 6100 w 117121"/>
                <a:gd name="connsiteY3" fmla="*/ 37665 h 37665"/>
                <a:gd name="connsiteX4" fmla="*/ 11212 w 117121"/>
                <a:gd name="connsiteY4" fmla="*/ 35112 h 37665"/>
                <a:gd name="connsiteX5" fmla="*/ 96198 w 117121"/>
                <a:gd name="connsiteY5" fmla="*/ 25536 h 37665"/>
                <a:gd name="connsiteX6" fmla="*/ 105783 w 117121"/>
                <a:gd name="connsiteY6" fmla="*/ 35112 h 37665"/>
                <a:gd name="connsiteX7" fmla="*/ 114729 w 117121"/>
                <a:gd name="connsiteY7" fmla="*/ 36389 h 37665"/>
                <a:gd name="connsiteX8" fmla="*/ 116007 w 117121"/>
                <a:gd name="connsiteY8" fmla="*/ 27451 h 37665"/>
                <a:gd name="connsiteX9" fmla="*/ 115368 w 117121"/>
                <a:gd name="connsiteY9" fmla="*/ 26813 h 37665"/>
                <a:gd name="connsiteX10" fmla="*/ 58498 w 117121"/>
                <a:gd name="connsiteY10" fmla="*/ 0 h 3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7121" h="37665">
                  <a:moveTo>
                    <a:pt x="58498" y="0"/>
                  </a:moveTo>
                  <a:cubicBezTo>
                    <a:pt x="36772" y="0"/>
                    <a:pt x="15685" y="10214"/>
                    <a:pt x="1627" y="27451"/>
                  </a:cubicBezTo>
                  <a:cubicBezTo>
                    <a:pt x="-929" y="30005"/>
                    <a:pt x="-290" y="34473"/>
                    <a:pt x="2266" y="36389"/>
                  </a:cubicBezTo>
                  <a:cubicBezTo>
                    <a:pt x="3544" y="37665"/>
                    <a:pt x="4822" y="37665"/>
                    <a:pt x="6100" y="37665"/>
                  </a:cubicBezTo>
                  <a:cubicBezTo>
                    <a:pt x="8017" y="37665"/>
                    <a:pt x="9934" y="37027"/>
                    <a:pt x="11212" y="35112"/>
                  </a:cubicBezTo>
                  <a:cubicBezTo>
                    <a:pt x="31660" y="8938"/>
                    <a:pt x="69999" y="4469"/>
                    <a:pt x="96198" y="25536"/>
                  </a:cubicBezTo>
                  <a:cubicBezTo>
                    <a:pt x="100032" y="28089"/>
                    <a:pt x="103227" y="31920"/>
                    <a:pt x="105783" y="35112"/>
                  </a:cubicBezTo>
                  <a:cubicBezTo>
                    <a:pt x="107700" y="37665"/>
                    <a:pt x="111534" y="38304"/>
                    <a:pt x="114729" y="36389"/>
                  </a:cubicBezTo>
                  <a:cubicBezTo>
                    <a:pt x="117285" y="34473"/>
                    <a:pt x="117924" y="30643"/>
                    <a:pt x="116007" y="27451"/>
                  </a:cubicBezTo>
                  <a:cubicBezTo>
                    <a:pt x="116007" y="27451"/>
                    <a:pt x="115368" y="26813"/>
                    <a:pt x="115368" y="26813"/>
                  </a:cubicBezTo>
                  <a:cubicBezTo>
                    <a:pt x="101310" y="10214"/>
                    <a:pt x="80862" y="0"/>
                    <a:pt x="58498" y="0"/>
                  </a:cubicBezTo>
                  <a:close/>
                </a:path>
              </a:pathLst>
            </a:custGeom>
            <a:solidFill>
              <a:srgbClr val="43B02A"/>
            </a:solidFill>
            <a:ln w="6390" cap="flat">
              <a:noFill/>
              <a:prstDash val="solid"/>
              <a:miter/>
            </a:ln>
          </p:spPr>
          <p:txBody>
            <a:bodyPr rtlCol="0" anchor="ctr"/>
            <a:lstStyle/>
            <a:p>
              <a:endParaRPr lang="en-US"/>
            </a:p>
          </p:txBody>
        </p:sp>
      </p:grpSp>
      <p:grpSp>
        <p:nvGrpSpPr>
          <p:cNvPr id="159" name="Graphic 4">
            <a:extLst>
              <a:ext uri="{FF2B5EF4-FFF2-40B4-BE49-F238E27FC236}">
                <a16:creationId xmlns:a16="http://schemas.microsoft.com/office/drawing/2014/main" id="{F16C30D3-2727-2840-9BF5-30B12B0A9327}"/>
              </a:ext>
            </a:extLst>
          </p:cNvPr>
          <p:cNvGrpSpPr/>
          <p:nvPr/>
        </p:nvGrpSpPr>
        <p:grpSpPr>
          <a:xfrm>
            <a:off x="7805570" y="2371173"/>
            <a:ext cx="361670" cy="361971"/>
            <a:chOff x="6754802" y="2371173"/>
            <a:chExt cx="361670" cy="361971"/>
          </a:xfrm>
          <a:solidFill>
            <a:srgbClr val="43B02A"/>
          </a:solidFill>
        </p:grpSpPr>
        <p:sp>
          <p:nvSpPr>
            <p:cNvPr id="160" name="Graphic 4">
              <a:extLst>
                <a:ext uri="{FF2B5EF4-FFF2-40B4-BE49-F238E27FC236}">
                  <a16:creationId xmlns:a16="http://schemas.microsoft.com/office/drawing/2014/main" id="{BC022596-DE75-924F-ACA6-764AA8193623}"/>
                </a:ext>
              </a:extLst>
            </p:cNvPr>
            <p:cNvSpPr/>
            <p:nvPr/>
          </p:nvSpPr>
          <p:spPr>
            <a:xfrm>
              <a:off x="6754802" y="2371173"/>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349204 h 361971"/>
                <a:gd name="connsiteX7" fmla="*/ 12780 w 361670"/>
                <a:gd name="connsiteY7" fmla="*/ 181305 h 361971"/>
                <a:gd name="connsiteX8" fmla="*/ 180836 w 361670"/>
                <a:gd name="connsiteY8" fmla="*/ 12768 h 361971"/>
                <a:gd name="connsiteX9" fmla="*/ 348890 w 361670"/>
                <a:gd name="connsiteY9" fmla="*/ 180667 h 361971"/>
                <a:gd name="connsiteX10" fmla="*/ 348890 w 361670"/>
                <a:gd name="connsiteY10" fmla="*/ 180667 h 361971"/>
                <a:gd name="connsiteX11" fmla="*/ 180836 w 361670"/>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1971">
                  <a:moveTo>
                    <a:pt x="180836" y="0"/>
                  </a:moveTo>
                  <a:cubicBezTo>
                    <a:pt x="80513" y="0"/>
                    <a:pt x="0" y="81077"/>
                    <a:pt x="0" y="180667"/>
                  </a:cubicBezTo>
                  <a:cubicBezTo>
                    <a:pt x="0" y="280895"/>
                    <a:pt x="81153" y="361972"/>
                    <a:pt x="180836" y="361972"/>
                  </a:cubicBezTo>
                  <a:cubicBezTo>
                    <a:pt x="281157" y="361972"/>
                    <a:pt x="361670" y="280895"/>
                    <a:pt x="361670" y="181305"/>
                  </a:cubicBezTo>
                  <a:cubicBezTo>
                    <a:pt x="361670" y="181305"/>
                    <a:pt x="361670" y="181305"/>
                    <a:pt x="361670" y="181305"/>
                  </a:cubicBezTo>
                  <a:cubicBezTo>
                    <a:pt x="361670" y="81077"/>
                    <a:pt x="280518" y="0"/>
                    <a:pt x="180836" y="0"/>
                  </a:cubicBezTo>
                  <a:close/>
                  <a:moveTo>
                    <a:pt x="180836" y="349204"/>
                  </a:moveTo>
                  <a:cubicBezTo>
                    <a:pt x="87543" y="349204"/>
                    <a:pt x="12780" y="273873"/>
                    <a:pt x="12780" y="181305"/>
                  </a:cubicBezTo>
                  <a:cubicBezTo>
                    <a:pt x="12780" y="88738"/>
                    <a:pt x="88181" y="12768"/>
                    <a:pt x="180836" y="12768"/>
                  </a:cubicBezTo>
                  <a:cubicBezTo>
                    <a:pt x="274128" y="12768"/>
                    <a:pt x="348890" y="88099"/>
                    <a:pt x="348890" y="180667"/>
                  </a:cubicBezTo>
                  <a:cubicBezTo>
                    <a:pt x="348890" y="180667"/>
                    <a:pt x="348890" y="180667"/>
                    <a:pt x="348890" y="180667"/>
                  </a:cubicBezTo>
                  <a:cubicBezTo>
                    <a:pt x="348890" y="273873"/>
                    <a:pt x="273490" y="349204"/>
                    <a:pt x="180836" y="349204"/>
                  </a:cubicBezTo>
                  <a:close/>
                </a:path>
              </a:pathLst>
            </a:custGeom>
            <a:solidFill>
              <a:srgbClr val="43B02A"/>
            </a:solidFill>
            <a:ln w="6390" cap="flat">
              <a:noFill/>
              <a:prstDash val="solid"/>
              <a:miter/>
            </a:ln>
          </p:spPr>
          <p:txBody>
            <a:bodyPr rtlCol="0" anchor="ctr"/>
            <a:lstStyle/>
            <a:p>
              <a:endParaRPr lang="en-US"/>
            </a:p>
          </p:txBody>
        </p:sp>
        <p:sp>
          <p:nvSpPr>
            <p:cNvPr id="161" name="Graphic 4">
              <a:extLst>
                <a:ext uri="{FF2B5EF4-FFF2-40B4-BE49-F238E27FC236}">
                  <a16:creationId xmlns:a16="http://schemas.microsoft.com/office/drawing/2014/main" id="{3744F008-8682-E542-B2BA-25A47C5E79A1}"/>
                </a:ext>
              </a:extLst>
            </p:cNvPr>
            <p:cNvSpPr/>
            <p:nvPr/>
          </p:nvSpPr>
          <p:spPr>
            <a:xfrm>
              <a:off x="6842862" y="2631001"/>
              <a:ext cx="188055" cy="25018"/>
            </a:xfrm>
            <a:custGeom>
              <a:avLst/>
              <a:gdLst>
                <a:gd name="connsiteX0" fmla="*/ 181595 w 188055"/>
                <a:gd name="connsiteY0" fmla="*/ 9576 h 25018"/>
                <a:gd name="connsiteX1" fmla="*/ 170093 w 188055"/>
                <a:gd name="connsiteY1" fmla="*/ 1915 h 25018"/>
                <a:gd name="connsiteX2" fmla="*/ 164981 w 188055"/>
                <a:gd name="connsiteY2" fmla="*/ 0 h 25018"/>
                <a:gd name="connsiteX3" fmla="*/ 160508 w 188055"/>
                <a:gd name="connsiteY3" fmla="*/ 2554 h 25018"/>
                <a:gd name="connsiteX4" fmla="*/ 149646 w 188055"/>
                <a:gd name="connsiteY4" fmla="*/ 9576 h 25018"/>
                <a:gd name="connsiteX5" fmla="*/ 134310 w 188055"/>
                <a:gd name="connsiteY5" fmla="*/ 1915 h 25018"/>
                <a:gd name="connsiteX6" fmla="*/ 129197 w 188055"/>
                <a:gd name="connsiteY6" fmla="*/ 0 h 25018"/>
                <a:gd name="connsiteX7" fmla="*/ 124725 w 188055"/>
                <a:gd name="connsiteY7" fmla="*/ 3192 h 25018"/>
                <a:gd name="connsiteX8" fmla="*/ 113861 w 188055"/>
                <a:gd name="connsiteY8" fmla="*/ 10214 h 25018"/>
                <a:gd name="connsiteX9" fmla="*/ 97887 w 188055"/>
                <a:gd name="connsiteY9" fmla="*/ 2554 h 25018"/>
                <a:gd name="connsiteX10" fmla="*/ 88941 w 188055"/>
                <a:gd name="connsiteY10" fmla="*/ 2554 h 25018"/>
                <a:gd name="connsiteX11" fmla="*/ 88302 w 188055"/>
                <a:gd name="connsiteY11" fmla="*/ 3830 h 25018"/>
                <a:gd name="connsiteX12" fmla="*/ 77439 w 188055"/>
                <a:gd name="connsiteY12" fmla="*/ 10853 h 25018"/>
                <a:gd name="connsiteX13" fmla="*/ 61464 w 188055"/>
                <a:gd name="connsiteY13" fmla="*/ 3192 h 25018"/>
                <a:gd name="connsiteX14" fmla="*/ 56352 w 188055"/>
                <a:gd name="connsiteY14" fmla="*/ 1277 h 25018"/>
                <a:gd name="connsiteX15" fmla="*/ 51879 w 188055"/>
                <a:gd name="connsiteY15" fmla="*/ 4469 h 25018"/>
                <a:gd name="connsiteX16" fmla="*/ 41017 w 188055"/>
                <a:gd name="connsiteY16" fmla="*/ 11491 h 25018"/>
                <a:gd name="connsiteX17" fmla="*/ 25042 w 188055"/>
                <a:gd name="connsiteY17" fmla="*/ 3830 h 25018"/>
                <a:gd name="connsiteX18" fmla="*/ 16096 w 188055"/>
                <a:gd name="connsiteY18" fmla="*/ 3830 h 25018"/>
                <a:gd name="connsiteX19" fmla="*/ 15457 w 188055"/>
                <a:gd name="connsiteY19" fmla="*/ 5107 h 25018"/>
                <a:gd name="connsiteX20" fmla="*/ 5233 w 188055"/>
                <a:gd name="connsiteY20" fmla="*/ 12130 h 25018"/>
                <a:gd name="connsiteX21" fmla="*/ 121 w 188055"/>
                <a:gd name="connsiteY21" fmla="*/ 19790 h 25018"/>
                <a:gd name="connsiteX22" fmla="*/ 7789 w 188055"/>
                <a:gd name="connsiteY22" fmla="*/ 24897 h 25018"/>
                <a:gd name="connsiteX23" fmla="*/ 21847 w 188055"/>
                <a:gd name="connsiteY23" fmla="*/ 17875 h 25018"/>
                <a:gd name="connsiteX24" fmla="*/ 40377 w 188055"/>
                <a:gd name="connsiteY24" fmla="*/ 24897 h 25018"/>
                <a:gd name="connsiteX25" fmla="*/ 42933 w 188055"/>
                <a:gd name="connsiteY25" fmla="*/ 24897 h 25018"/>
                <a:gd name="connsiteX26" fmla="*/ 58269 w 188055"/>
                <a:gd name="connsiteY26" fmla="*/ 17875 h 25018"/>
                <a:gd name="connsiteX27" fmla="*/ 79356 w 188055"/>
                <a:gd name="connsiteY27" fmla="*/ 24897 h 25018"/>
                <a:gd name="connsiteX28" fmla="*/ 94692 w 188055"/>
                <a:gd name="connsiteY28" fmla="*/ 17875 h 25018"/>
                <a:gd name="connsiteX29" fmla="*/ 115779 w 188055"/>
                <a:gd name="connsiteY29" fmla="*/ 24897 h 25018"/>
                <a:gd name="connsiteX30" fmla="*/ 131115 w 188055"/>
                <a:gd name="connsiteY30" fmla="*/ 17875 h 25018"/>
                <a:gd name="connsiteX31" fmla="*/ 152201 w 188055"/>
                <a:gd name="connsiteY31" fmla="*/ 24897 h 25018"/>
                <a:gd name="connsiteX32" fmla="*/ 167537 w 188055"/>
                <a:gd name="connsiteY32" fmla="*/ 17875 h 25018"/>
                <a:gd name="connsiteX33" fmla="*/ 180317 w 188055"/>
                <a:gd name="connsiteY33" fmla="*/ 24259 h 25018"/>
                <a:gd name="connsiteX34" fmla="*/ 187985 w 188055"/>
                <a:gd name="connsiteY34" fmla="*/ 19790 h 25018"/>
                <a:gd name="connsiteX35" fmla="*/ 181595 w 188055"/>
                <a:gd name="connsiteY35" fmla="*/ 9576 h 25018"/>
                <a:gd name="connsiteX36" fmla="*/ 181595 w 188055"/>
                <a:gd name="connsiteY36" fmla="*/ 9576 h 25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88055" h="25018">
                  <a:moveTo>
                    <a:pt x="181595" y="9576"/>
                  </a:moveTo>
                  <a:cubicBezTo>
                    <a:pt x="177122" y="8299"/>
                    <a:pt x="173288" y="5746"/>
                    <a:pt x="170093" y="1915"/>
                  </a:cubicBezTo>
                  <a:cubicBezTo>
                    <a:pt x="168816" y="638"/>
                    <a:pt x="166898" y="0"/>
                    <a:pt x="164981" y="0"/>
                  </a:cubicBezTo>
                  <a:cubicBezTo>
                    <a:pt x="163064" y="0"/>
                    <a:pt x="161147" y="1277"/>
                    <a:pt x="160508" y="2554"/>
                  </a:cubicBezTo>
                  <a:cubicBezTo>
                    <a:pt x="157952" y="6384"/>
                    <a:pt x="154118" y="8299"/>
                    <a:pt x="149646" y="9576"/>
                  </a:cubicBezTo>
                  <a:cubicBezTo>
                    <a:pt x="143256" y="9576"/>
                    <a:pt x="138144" y="6384"/>
                    <a:pt x="134310" y="1915"/>
                  </a:cubicBezTo>
                  <a:cubicBezTo>
                    <a:pt x="133031" y="638"/>
                    <a:pt x="131115" y="0"/>
                    <a:pt x="129197" y="0"/>
                  </a:cubicBezTo>
                  <a:cubicBezTo>
                    <a:pt x="127281" y="0"/>
                    <a:pt x="125364" y="1277"/>
                    <a:pt x="124725" y="3192"/>
                  </a:cubicBezTo>
                  <a:cubicBezTo>
                    <a:pt x="122169" y="7022"/>
                    <a:pt x="118335" y="8938"/>
                    <a:pt x="113861" y="10214"/>
                  </a:cubicBezTo>
                  <a:cubicBezTo>
                    <a:pt x="107472" y="10214"/>
                    <a:pt x="101721" y="7022"/>
                    <a:pt x="97887" y="2554"/>
                  </a:cubicBezTo>
                  <a:cubicBezTo>
                    <a:pt x="95331" y="0"/>
                    <a:pt x="91497" y="0"/>
                    <a:pt x="88941" y="2554"/>
                  </a:cubicBezTo>
                  <a:cubicBezTo>
                    <a:pt x="88941" y="2554"/>
                    <a:pt x="88302" y="3192"/>
                    <a:pt x="88302" y="3830"/>
                  </a:cubicBezTo>
                  <a:cubicBezTo>
                    <a:pt x="85746" y="7661"/>
                    <a:pt x="81912" y="9576"/>
                    <a:pt x="77439" y="10853"/>
                  </a:cubicBezTo>
                  <a:cubicBezTo>
                    <a:pt x="71049" y="10853"/>
                    <a:pt x="65298" y="7661"/>
                    <a:pt x="61464" y="3192"/>
                  </a:cubicBezTo>
                  <a:cubicBezTo>
                    <a:pt x="60187" y="1915"/>
                    <a:pt x="58269" y="1277"/>
                    <a:pt x="56352" y="1277"/>
                  </a:cubicBezTo>
                  <a:cubicBezTo>
                    <a:pt x="54436" y="1277"/>
                    <a:pt x="52518" y="2554"/>
                    <a:pt x="51879" y="4469"/>
                  </a:cubicBezTo>
                  <a:cubicBezTo>
                    <a:pt x="49323" y="8299"/>
                    <a:pt x="45489" y="10214"/>
                    <a:pt x="41017" y="11491"/>
                  </a:cubicBezTo>
                  <a:cubicBezTo>
                    <a:pt x="34627" y="11491"/>
                    <a:pt x="28876" y="8299"/>
                    <a:pt x="25042" y="3830"/>
                  </a:cubicBezTo>
                  <a:cubicBezTo>
                    <a:pt x="22486" y="1277"/>
                    <a:pt x="18652" y="1277"/>
                    <a:pt x="16096" y="3830"/>
                  </a:cubicBezTo>
                  <a:cubicBezTo>
                    <a:pt x="16096" y="3830"/>
                    <a:pt x="15457" y="4469"/>
                    <a:pt x="15457" y="5107"/>
                  </a:cubicBezTo>
                  <a:cubicBezTo>
                    <a:pt x="12901" y="8299"/>
                    <a:pt x="9706" y="10853"/>
                    <a:pt x="5233" y="12130"/>
                  </a:cubicBezTo>
                  <a:cubicBezTo>
                    <a:pt x="1399" y="12768"/>
                    <a:pt x="-518" y="15960"/>
                    <a:pt x="121" y="19790"/>
                  </a:cubicBezTo>
                  <a:cubicBezTo>
                    <a:pt x="760" y="23621"/>
                    <a:pt x="3955" y="25536"/>
                    <a:pt x="7789" y="24897"/>
                  </a:cubicBezTo>
                  <a:cubicBezTo>
                    <a:pt x="12901" y="24259"/>
                    <a:pt x="18012" y="21706"/>
                    <a:pt x="21847" y="17875"/>
                  </a:cubicBezTo>
                  <a:cubicBezTo>
                    <a:pt x="26958" y="22344"/>
                    <a:pt x="33348" y="24897"/>
                    <a:pt x="40377" y="24897"/>
                  </a:cubicBezTo>
                  <a:cubicBezTo>
                    <a:pt x="41017" y="24897"/>
                    <a:pt x="42294" y="24897"/>
                    <a:pt x="42933" y="24897"/>
                  </a:cubicBezTo>
                  <a:cubicBezTo>
                    <a:pt x="48684" y="24259"/>
                    <a:pt x="53797" y="21706"/>
                    <a:pt x="58269" y="17875"/>
                  </a:cubicBezTo>
                  <a:cubicBezTo>
                    <a:pt x="64020" y="22982"/>
                    <a:pt x="71688" y="25536"/>
                    <a:pt x="79356" y="24897"/>
                  </a:cubicBezTo>
                  <a:cubicBezTo>
                    <a:pt x="85107" y="24259"/>
                    <a:pt x="90219" y="21706"/>
                    <a:pt x="94692" y="17875"/>
                  </a:cubicBezTo>
                  <a:cubicBezTo>
                    <a:pt x="100443" y="22982"/>
                    <a:pt x="108111" y="25536"/>
                    <a:pt x="115779" y="24897"/>
                  </a:cubicBezTo>
                  <a:cubicBezTo>
                    <a:pt x="121530" y="24259"/>
                    <a:pt x="126641" y="21706"/>
                    <a:pt x="131115" y="17875"/>
                  </a:cubicBezTo>
                  <a:cubicBezTo>
                    <a:pt x="136866" y="22982"/>
                    <a:pt x="144533" y="25536"/>
                    <a:pt x="152201" y="24897"/>
                  </a:cubicBezTo>
                  <a:cubicBezTo>
                    <a:pt x="157952" y="24259"/>
                    <a:pt x="163064" y="21706"/>
                    <a:pt x="167537" y="17875"/>
                  </a:cubicBezTo>
                  <a:cubicBezTo>
                    <a:pt x="171371" y="21067"/>
                    <a:pt x="175844" y="22982"/>
                    <a:pt x="180317" y="24259"/>
                  </a:cubicBezTo>
                  <a:cubicBezTo>
                    <a:pt x="183512" y="24897"/>
                    <a:pt x="187346" y="22982"/>
                    <a:pt x="187985" y="19790"/>
                  </a:cubicBezTo>
                  <a:cubicBezTo>
                    <a:pt x="188624" y="16598"/>
                    <a:pt x="184790" y="10853"/>
                    <a:pt x="181595" y="9576"/>
                  </a:cubicBezTo>
                  <a:lnTo>
                    <a:pt x="181595" y="9576"/>
                  </a:lnTo>
                  <a:close/>
                </a:path>
              </a:pathLst>
            </a:custGeom>
            <a:solidFill>
              <a:srgbClr val="43B02A"/>
            </a:solidFill>
            <a:ln w="6390" cap="flat">
              <a:noFill/>
              <a:prstDash val="solid"/>
              <a:miter/>
            </a:ln>
          </p:spPr>
          <p:txBody>
            <a:bodyPr rtlCol="0" anchor="ctr"/>
            <a:lstStyle/>
            <a:p>
              <a:endParaRPr lang="en-US"/>
            </a:p>
          </p:txBody>
        </p:sp>
        <p:sp>
          <p:nvSpPr>
            <p:cNvPr id="162" name="Graphic 4">
              <a:extLst>
                <a:ext uri="{FF2B5EF4-FFF2-40B4-BE49-F238E27FC236}">
                  <a16:creationId xmlns:a16="http://schemas.microsoft.com/office/drawing/2014/main" id="{73EC5CFA-9B16-954F-BB0D-76013C15333B}"/>
                </a:ext>
              </a:extLst>
            </p:cNvPr>
            <p:cNvSpPr/>
            <p:nvPr/>
          </p:nvSpPr>
          <p:spPr>
            <a:xfrm>
              <a:off x="6849251" y="2449058"/>
              <a:ext cx="172773" cy="173341"/>
            </a:xfrm>
            <a:custGeom>
              <a:avLst/>
              <a:gdLst>
                <a:gd name="connsiteX0" fmla="*/ 14819 w 172773"/>
                <a:gd name="connsiteY0" fmla="*/ 168537 h 173341"/>
                <a:gd name="connsiteX1" fmla="*/ 22487 w 172773"/>
                <a:gd name="connsiteY1" fmla="*/ 173006 h 173341"/>
                <a:gd name="connsiteX2" fmla="*/ 26960 w 172773"/>
                <a:gd name="connsiteY2" fmla="*/ 165345 h 173341"/>
                <a:gd name="connsiteX3" fmla="*/ 14180 w 172773"/>
                <a:gd name="connsiteY3" fmla="*/ 113635 h 173341"/>
                <a:gd name="connsiteX4" fmla="*/ 79997 w 172773"/>
                <a:gd name="connsiteY4" fmla="*/ 95760 h 173341"/>
                <a:gd name="connsiteX5" fmla="*/ 79997 w 172773"/>
                <a:gd name="connsiteY5" fmla="*/ 159600 h 173341"/>
                <a:gd name="connsiteX6" fmla="*/ 86387 w 172773"/>
                <a:gd name="connsiteY6" fmla="*/ 165984 h 173341"/>
                <a:gd name="connsiteX7" fmla="*/ 92776 w 172773"/>
                <a:gd name="connsiteY7" fmla="*/ 159600 h 173341"/>
                <a:gd name="connsiteX8" fmla="*/ 92776 w 172773"/>
                <a:gd name="connsiteY8" fmla="*/ 95760 h 173341"/>
                <a:gd name="connsiteX9" fmla="*/ 158592 w 172773"/>
                <a:gd name="connsiteY9" fmla="*/ 113635 h 173341"/>
                <a:gd name="connsiteX10" fmla="*/ 145813 w 172773"/>
                <a:gd name="connsiteY10" fmla="*/ 165345 h 173341"/>
                <a:gd name="connsiteX11" fmla="*/ 150286 w 172773"/>
                <a:gd name="connsiteY11" fmla="*/ 173006 h 173341"/>
                <a:gd name="connsiteX12" fmla="*/ 151564 w 172773"/>
                <a:gd name="connsiteY12" fmla="*/ 173006 h 173341"/>
                <a:gd name="connsiteX13" fmla="*/ 157954 w 172773"/>
                <a:gd name="connsiteY13" fmla="*/ 167899 h 173341"/>
                <a:gd name="connsiteX14" fmla="*/ 172651 w 172773"/>
                <a:gd name="connsiteY14" fmla="*/ 109805 h 173341"/>
                <a:gd name="connsiteX15" fmla="*/ 168177 w 172773"/>
                <a:gd name="connsiteY15" fmla="*/ 102144 h 173341"/>
                <a:gd name="connsiteX16" fmla="*/ 150286 w 172773"/>
                <a:gd name="connsiteY16" fmla="*/ 97037 h 173341"/>
                <a:gd name="connsiteX17" fmla="*/ 136228 w 172773"/>
                <a:gd name="connsiteY17" fmla="*/ 33835 h 173341"/>
                <a:gd name="connsiteX18" fmla="*/ 129838 w 172773"/>
                <a:gd name="connsiteY18" fmla="*/ 28728 h 173341"/>
                <a:gd name="connsiteX19" fmla="*/ 114502 w 172773"/>
                <a:gd name="connsiteY19" fmla="*/ 28728 h 173341"/>
                <a:gd name="connsiteX20" fmla="*/ 114502 w 172773"/>
                <a:gd name="connsiteY20" fmla="*/ 6384 h 173341"/>
                <a:gd name="connsiteX21" fmla="*/ 108112 w 172773"/>
                <a:gd name="connsiteY21" fmla="*/ 0 h 173341"/>
                <a:gd name="connsiteX22" fmla="*/ 64022 w 172773"/>
                <a:gd name="connsiteY22" fmla="*/ 0 h 173341"/>
                <a:gd name="connsiteX23" fmla="*/ 57632 w 172773"/>
                <a:gd name="connsiteY23" fmla="*/ 6384 h 173341"/>
                <a:gd name="connsiteX24" fmla="*/ 57632 w 172773"/>
                <a:gd name="connsiteY24" fmla="*/ 28728 h 173341"/>
                <a:gd name="connsiteX25" fmla="*/ 42296 w 172773"/>
                <a:gd name="connsiteY25" fmla="*/ 28728 h 173341"/>
                <a:gd name="connsiteX26" fmla="*/ 35906 w 172773"/>
                <a:gd name="connsiteY26" fmla="*/ 33835 h 173341"/>
                <a:gd name="connsiteX27" fmla="*/ 22487 w 172773"/>
                <a:gd name="connsiteY27" fmla="*/ 97037 h 173341"/>
                <a:gd name="connsiteX28" fmla="*/ 4595 w 172773"/>
                <a:gd name="connsiteY28" fmla="*/ 102144 h 173341"/>
                <a:gd name="connsiteX29" fmla="*/ 122 w 172773"/>
                <a:gd name="connsiteY29" fmla="*/ 109805 h 173341"/>
                <a:gd name="connsiteX30" fmla="*/ 14819 w 172773"/>
                <a:gd name="connsiteY30" fmla="*/ 168537 h 173341"/>
                <a:gd name="connsiteX31" fmla="*/ 71051 w 172773"/>
                <a:gd name="connsiteY31" fmla="*/ 14045 h 173341"/>
                <a:gd name="connsiteX32" fmla="*/ 101723 w 172773"/>
                <a:gd name="connsiteY32" fmla="*/ 14045 h 173341"/>
                <a:gd name="connsiteX33" fmla="*/ 101723 w 172773"/>
                <a:gd name="connsiteY33" fmla="*/ 30005 h 173341"/>
                <a:gd name="connsiteX34" fmla="*/ 71051 w 172773"/>
                <a:gd name="connsiteY34" fmla="*/ 30005 h 173341"/>
                <a:gd name="connsiteX35" fmla="*/ 71051 w 172773"/>
                <a:gd name="connsiteY35" fmla="*/ 14045 h 173341"/>
                <a:gd name="connsiteX36" fmla="*/ 48047 w 172773"/>
                <a:gd name="connsiteY36" fmla="*/ 42773 h 173341"/>
                <a:gd name="connsiteX37" fmla="*/ 124726 w 172773"/>
                <a:gd name="connsiteY37" fmla="*/ 42773 h 173341"/>
                <a:gd name="connsiteX38" fmla="*/ 136228 w 172773"/>
                <a:gd name="connsiteY38" fmla="*/ 93845 h 173341"/>
                <a:gd name="connsiteX39" fmla="*/ 87664 w 172773"/>
                <a:gd name="connsiteY39" fmla="*/ 80438 h 173341"/>
                <a:gd name="connsiteX40" fmla="*/ 84469 w 172773"/>
                <a:gd name="connsiteY40" fmla="*/ 80438 h 173341"/>
                <a:gd name="connsiteX41" fmla="*/ 36545 w 172773"/>
                <a:gd name="connsiteY41" fmla="*/ 93206 h 173341"/>
                <a:gd name="connsiteX42" fmla="*/ 48047 w 172773"/>
                <a:gd name="connsiteY42" fmla="*/ 42773 h 17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2773" h="173341">
                  <a:moveTo>
                    <a:pt x="14819" y="168537"/>
                  </a:moveTo>
                  <a:cubicBezTo>
                    <a:pt x="15458" y="171729"/>
                    <a:pt x="19292" y="174283"/>
                    <a:pt x="22487" y="173006"/>
                  </a:cubicBezTo>
                  <a:cubicBezTo>
                    <a:pt x="25682" y="172368"/>
                    <a:pt x="28238" y="168537"/>
                    <a:pt x="26960" y="165345"/>
                  </a:cubicBezTo>
                  <a:lnTo>
                    <a:pt x="14180" y="113635"/>
                  </a:lnTo>
                  <a:lnTo>
                    <a:pt x="79997" y="95760"/>
                  </a:lnTo>
                  <a:lnTo>
                    <a:pt x="79997" y="159600"/>
                  </a:lnTo>
                  <a:cubicBezTo>
                    <a:pt x="79997" y="163430"/>
                    <a:pt x="82553" y="165984"/>
                    <a:pt x="86387" y="165984"/>
                  </a:cubicBezTo>
                  <a:cubicBezTo>
                    <a:pt x="90220" y="165984"/>
                    <a:pt x="92776" y="163430"/>
                    <a:pt x="92776" y="159600"/>
                  </a:cubicBezTo>
                  <a:lnTo>
                    <a:pt x="92776" y="95760"/>
                  </a:lnTo>
                  <a:lnTo>
                    <a:pt x="158592" y="113635"/>
                  </a:lnTo>
                  <a:lnTo>
                    <a:pt x="145813" y="165345"/>
                  </a:lnTo>
                  <a:cubicBezTo>
                    <a:pt x="145174" y="168537"/>
                    <a:pt x="147091" y="172368"/>
                    <a:pt x="150286" y="173006"/>
                  </a:cubicBezTo>
                  <a:lnTo>
                    <a:pt x="151564" y="173006"/>
                  </a:lnTo>
                  <a:cubicBezTo>
                    <a:pt x="154759" y="173006"/>
                    <a:pt x="157315" y="171091"/>
                    <a:pt x="157954" y="167899"/>
                  </a:cubicBezTo>
                  <a:lnTo>
                    <a:pt x="172651" y="109805"/>
                  </a:lnTo>
                  <a:cubicBezTo>
                    <a:pt x="173290" y="106613"/>
                    <a:pt x="171372" y="102782"/>
                    <a:pt x="168177" y="102144"/>
                  </a:cubicBezTo>
                  <a:lnTo>
                    <a:pt x="150286" y="97037"/>
                  </a:lnTo>
                  <a:lnTo>
                    <a:pt x="136228" y="33835"/>
                  </a:lnTo>
                  <a:cubicBezTo>
                    <a:pt x="135589" y="30643"/>
                    <a:pt x="133033" y="28728"/>
                    <a:pt x="129838" y="28728"/>
                  </a:cubicBezTo>
                  <a:lnTo>
                    <a:pt x="114502" y="28728"/>
                  </a:lnTo>
                  <a:lnTo>
                    <a:pt x="114502" y="6384"/>
                  </a:lnTo>
                  <a:cubicBezTo>
                    <a:pt x="114502" y="2554"/>
                    <a:pt x="111946" y="0"/>
                    <a:pt x="108112" y="0"/>
                  </a:cubicBezTo>
                  <a:lnTo>
                    <a:pt x="64022" y="0"/>
                  </a:lnTo>
                  <a:cubicBezTo>
                    <a:pt x="60188" y="0"/>
                    <a:pt x="57632" y="2554"/>
                    <a:pt x="57632" y="6384"/>
                  </a:cubicBezTo>
                  <a:lnTo>
                    <a:pt x="57632" y="28728"/>
                  </a:lnTo>
                  <a:lnTo>
                    <a:pt x="42296" y="28728"/>
                  </a:lnTo>
                  <a:cubicBezTo>
                    <a:pt x="39101" y="28728"/>
                    <a:pt x="36545" y="30643"/>
                    <a:pt x="35906" y="33835"/>
                  </a:cubicBezTo>
                  <a:lnTo>
                    <a:pt x="22487" y="97037"/>
                  </a:lnTo>
                  <a:lnTo>
                    <a:pt x="4595" y="102144"/>
                  </a:lnTo>
                  <a:cubicBezTo>
                    <a:pt x="1400" y="102782"/>
                    <a:pt x="-516" y="106613"/>
                    <a:pt x="122" y="109805"/>
                  </a:cubicBezTo>
                  <a:lnTo>
                    <a:pt x="14819" y="168537"/>
                  </a:lnTo>
                  <a:close/>
                  <a:moveTo>
                    <a:pt x="71051" y="14045"/>
                  </a:moveTo>
                  <a:lnTo>
                    <a:pt x="101723" y="14045"/>
                  </a:lnTo>
                  <a:lnTo>
                    <a:pt x="101723" y="30005"/>
                  </a:lnTo>
                  <a:lnTo>
                    <a:pt x="71051" y="30005"/>
                  </a:lnTo>
                  <a:lnTo>
                    <a:pt x="71051" y="14045"/>
                  </a:lnTo>
                  <a:close/>
                  <a:moveTo>
                    <a:pt x="48047" y="42773"/>
                  </a:moveTo>
                  <a:lnTo>
                    <a:pt x="124726" y="42773"/>
                  </a:lnTo>
                  <a:lnTo>
                    <a:pt x="136228" y="93845"/>
                  </a:lnTo>
                  <a:lnTo>
                    <a:pt x="87664" y="80438"/>
                  </a:lnTo>
                  <a:cubicBezTo>
                    <a:pt x="86387" y="80438"/>
                    <a:pt x="85108" y="80438"/>
                    <a:pt x="84469" y="80438"/>
                  </a:cubicBezTo>
                  <a:lnTo>
                    <a:pt x="36545" y="93206"/>
                  </a:lnTo>
                  <a:lnTo>
                    <a:pt x="48047" y="42773"/>
                  </a:lnTo>
                  <a:close/>
                </a:path>
              </a:pathLst>
            </a:custGeom>
            <a:solidFill>
              <a:srgbClr val="43B02A"/>
            </a:solidFill>
            <a:ln w="6390" cap="flat">
              <a:noFill/>
              <a:prstDash val="solid"/>
              <a:miter/>
            </a:ln>
          </p:spPr>
          <p:txBody>
            <a:bodyPr rtlCol="0" anchor="ctr"/>
            <a:lstStyle/>
            <a:p>
              <a:endParaRPr lang="en-US"/>
            </a:p>
          </p:txBody>
        </p:sp>
      </p:grpSp>
      <p:grpSp>
        <p:nvGrpSpPr>
          <p:cNvPr id="163" name="Graphic 4">
            <a:extLst>
              <a:ext uri="{FF2B5EF4-FFF2-40B4-BE49-F238E27FC236}">
                <a16:creationId xmlns:a16="http://schemas.microsoft.com/office/drawing/2014/main" id="{BA25C416-9289-0E42-8E69-8ABA106E2312}"/>
              </a:ext>
            </a:extLst>
          </p:cNvPr>
          <p:cNvGrpSpPr/>
          <p:nvPr/>
        </p:nvGrpSpPr>
        <p:grpSpPr>
          <a:xfrm>
            <a:off x="7805570" y="2855717"/>
            <a:ext cx="361670" cy="361971"/>
            <a:chOff x="6754802" y="2855717"/>
            <a:chExt cx="361670" cy="361971"/>
          </a:xfrm>
          <a:solidFill>
            <a:srgbClr val="43B02A"/>
          </a:solidFill>
        </p:grpSpPr>
        <p:sp>
          <p:nvSpPr>
            <p:cNvPr id="164" name="Graphic 4">
              <a:extLst>
                <a:ext uri="{FF2B5EF4-FFF2-40B4-BE49-F238E27FC236}">
                  <a16:creationId xmlns:a16="http://schemas.microsoft.com/office/drawing/2014/main" id="{FB8C3F3D-CADE-CD49-887E-4E2BE2838921}"/>
                </a:ext>
              </a:extLst>
            </p:cNvPr>
            <p:cNvSpPr/>
            <p:nvPr/>
          </p:nvSpPr>
          <p:spPr>
            <a:xfrm>
              <a:off x="6754802" y="2855717"/>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349204 h 361971"/>
                <a:gd name="connsiteX7" fmla="*/ 12780 w 361670"/>
                <a:gd name="connsiteY7" fmla="*/ 181305 h 361971"/>
                <a:gd name="connsiteX8" fmla="*/ 180836 w 361670"/>
                <a:gd name="connsiteY8" fmla="*/ 12768 h 361971"/>
                <a:gd name="connsiteX9" fmla="*/ 348890 w 361670"/>
                <a:gd name="connsiteY9" fmla="*/ 180667 h 361971"/>
                <a:gd name="connsiteX10" fmla="*/ 348890 w 361670"/>
                <a:gd name="connsiteY10" fmla="*/ 180667 h 361971"/>
                <a:gd name="connsiteX11" fmla="*/ 180836 w 361670"/>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1971">
                  <a:moveTo>
                    <a:pt x="180836" y="0"/>
                  </a:moveTo>
                  <a:cubicBezTo>
                    <a:pt x="80513" y="0"/>
                    <a:pt x="0" y="81076"/>
                    <a:pt x="0" y="180667"/>
                  </a:cubicBezTo>
                  <a:cubicBezTo>
                    <a:pt x="0" y="280895"/>
                    <a:pt x="81153" y="361972"/>
                    <a:pt x="180836" y="361972"/>
                  </a:cubicBezTo>
                  <a:cubicBezTo>
                    <a:pt x="281157" y="361972"/>
                    <a:pt x="361670" y="280895"/>
                    <a:pt x="361670" y="181305"/>
                  </a:cubicBezTo>
                  <a:cubicBezTo>
                    <a:pt x="361670" y="181305"/>
                    <a:pt x="361670" y="181305"/>
                    <a:pt x="361670" y="181305"/>
                  </a:cubicBezTo>
                  <a:cubicBezTo>
                    <a:pt x="361670" y="80438"/>
                    <a:pt x="280518"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cubicBezTo>
                    <a:pt x="348890" y="180667"/>
                    <a:pt x="348890" y="180667"/>
                    <a:pt x="348890" y="180667"/>
                  </a:cubicBezTo>
                  <a:cubicBezTo>
                    <a:pt x="348890" y="273234"/>
                    <a:pt x="273490" y="348565"/>
                    <a:pt x="180836" y="349204"/>
                  </a:cubicBezTo>
                  <a:close/>
                </a:path>
              </a:pathLst>
            </a:custGeom>
            <a:solidFill>
              <a:srgbClr val="43B02A"/>
            </a:solidFill>
            <a:ln w="6390" cap="flat">
              <a:noFill/>
              <a:prstDash val="solid"/>
              <a:miter/>
            </a:ln>
          </p:spPr>
          <p:txBody>
            <a:bodyPr rtlCol="0" anchor="ctr"/>
            <a:lstStyle/>
            <a:p>
              <a:endParaRPr lang="en-US"/>
            </a:p>
          </p:txBody>
        </p:sp>
        <p:sp>
          <p:nvSpPr>
            <p:cNvPr id="165" name="Graphic 4">
              <a:extLst>
                <a:ext uri="{FF2B5EF4-FFF2-40B4-BE49-F238E27FC236}">
                  <a16:creationId xmlns:a16="http://schemas.microsoft.com/office/drawing/2014/main" id="{3C6AF6C0-C9BE-5D4D-BC78-1029CA77F9F3}"/>
                </a:ext>
              </a:extLst>
            </p:cNvPr>
            <p:cNvSpPr/>
            <p:nvPr/>
          </p:nvSpPr>
          <p:spPr>
            <a:xfrm>
              <a:off x="6827617" y="2959422"/>
              <a:ext cx="214731" cy="129311"/>
            </a:xfrm>
            <a:custGeom>
              <a:avLst/>
              <a:gdLst>
                <a:gd name="connsiteX0" fmla="*/ 200035 w 214731"/>
                <a:gd name="connsiteY0" fmla="*/ 24614 h 129311"/>
                <a:gd name="connsiteX1" fmla="*/ 198757 w 214731"/>
                <a:gd name="connsiteY1" fmla="*/ 15676 h 129311"/>
                <a:gd name="connsiteX2" fmla="*/ 191089 w 214731"/>
                <a:gd name="connsiteY2" fmla="*/ 15676 h 129311"/>
                <a:gd name="connsiteX3" fmla="*/ 177671 w 214731"/>
                <a:gd name="connsiteY3" fmla="*/ 25891 h 129311"/>
                <a:gd name="connsiteX4" fmla="*/ 25590 w 214731"/>
                <a:gd name="connsiteY4" fmla="*/ 38020 h 129311"/>
                <a:gd name="connsiteX5" fmla="*/ 30 w 214731"/>
                <a:gd name="connsiteY5" fmla="*/ 108244 h 129311"/>
                <a:gd name="connsiteX6" fmla="*/ 6420 w 214731"/>
                <a:gd name="connsiteY6" fmla="*/ 114628 h 129311"/>
                <a:gd name="connsiteX7" fmla="*/ 12810 w 214731"/>
                <a:gd name="connsiteY7" fmla="*/ 108244 h 129311"/>
                <a:gd name="connsiteX8" fmla="*/ 107381 w 214731"/>
                <a:gd name="connsiteY8" fmla="*/ 13123 h 129311"/>
                <a:gd name="connsiteX9" fmla="*/ 166807 w 214731"/>
                <a:gd name="connsiteY9" fmla="*/ 34190 h 129311"/>
                <a:gd name="connsiteX10" fmla="*/ 92684 w 214731"/>
                <a:gd name="connsiteY10" fmla="*/ 91007 h 129311"/>
                <a:gd name="connsiteX11" fmla="*/ 92045 w 214731"/>
                <a:gd name="connsiteY11" fmla="*/ 91646 h 129311"/>
                <a:gd name="connsiteX12" fmla="*/ 92045 w 214731"/>
                <a:gd name="connsiteY12" fmla="*/ 122927 h 129311"/>
                <a:gd name="connsiteX13" fmla="*/ 107381 w 214731"/>
                <a:gd name="connsiteY13" fmla="*/ 129311 h 129311"/>
                <a:gd name="connsiteX14" fmla="*/ 107381 w 214731"/>
                <a:gd name="connsiteY14" fmla="*/ 129311 h 129311"/>
                <a:gd name="connsiteX15" fmla="*/ 122717 w 214731"/>
                <a:gd name="connsiteY15" fmla="*/ 122927 h 129311"/>
                <a:gd name="connsiteX16" fmla="*/ 123356 w 214731"/>
                <a:gd name="connsiteY16" fmla="*/ 122289 h 129311"/>
                <a:gd name="connsiteX17" fmla="*/ 180866 w 214731"/>
                <a:gd name="connsiteY17" fmla="*/ 48873 h 129311"/>
                <a:gd name="connsiteX18" fmla="*/ 201952 w 214731"/>
                <a:gd name="connsiteY18" fmla="*/ 108882 h 129311"/>
                <a:gd name="connsiteX19" fmla="*/ 208342 w 214731"/>
                <a:gd name="connsiteY19" fmla="*/ 115266 h 129311"/>
                <a:gd name="connsiteX20" fmla="*/ 214732 w 214731"/>
                <a:gd name="connsiteY20" fmla="*/ 108882 h 129311"/>
                <a:gd name="connsiteX21" fmla="*/ 188533 w 214731"/>
                <a:gd name="connsiteY21" fmla="*/ 38659 h 129311"/>
                <a:gd name="connsiteX22" fmla="*/ 200035 w 214731"/>
                <a:gd name="connsiteY22" fmla="*/ 24614 h 129311"/>
                <a:gd name="connsiteX23" fmla="*/ 113771 w 214731"/>
                <a:gd name="connsiteY23" fmla="*/ 113351 h 129311"/>
                <a:gd name="connsiteX24" fmla="*/ 107381 w 214731"/>
                <a:gd name="connsiteY24" fmla="*/ 115905 h 129311"/>
                <a:gd name="connsiteX25" fmla="*/ 107381 w 214731"/>
                <a:gd name="connsiteY25" fmla="*/ 115905 h 129311"/>
                <a:gd name="connsiteX26" fmla="*/ 100991 w 214731"/>
                <a:gd name="connsiteY26" fmla="*/ 113351 h 129311"/>
                <a:gd name="connsiteX27" fmla="*/ 100991 w 214731"/>
                <a:gd name="connsiteY27" fmla="*/ 100583 h 129311"/>
                <a:gd name="connsiteX28" fmla="*/ 158501 w 214731"/>
                <a:gd name="connsiteY28" fmla="*/ 56534 h 129311"/>
                <a:gd name="connsiteX29" fmla="*/ 113771 w 214731"/>
                <a:gd name="connsiteY29" fmla="*/ 113351 h 12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14731" h="129311">
                  <a:moveTo>
                    <a:pt x="200035" y="24614"/>
                  </a:moveTo>
                  <a:cubicBezTo>
                    <a:pt x="201952" y="22060"/>
                    <a:pt x="201313" y="17592"/>
                    <a:pt x="198757" y="15676"/>
                  </a:cubicBezTo>
                  <a:cubicBezTo>
                    <a:pt x="196201" y="13761"/>
                    <a:pt x="193645" y="13761"/>
                    <a:pt x="191089" y="15676"/>
                  </a:cubicBezTo>
                  <a:lnTo>
                    <a:pt x="177671" y="25891"/>
                  </a:lnTo>
                  <a:cubicBezTo>
                    <a:pt x="132301" y="-13052"/>
                    <a:pt x="64568" y="-7306"/>
                    <a:pt x="25590" y="38020"/>
                  </a:cubicBezTo>
                  <a:cubicBezTo>
                    <a:pt x="8976" y="57811"/>
                    <a:pt x="-609" y="82070"/>
                    <a:pt x="30" y="108244"/>
                  </a:cubicBezTo>
                  <a:cubicBezTo>
                    <a:pt x="30" y="112074"/>
                    <a:pt x="2586" y="114628"/>
                    <a:pt x="6420" y="114628"/>
                  </a:cubicBezTo>
                  <a:cubicBezTo>
                    <a:pt x="10254" y="114628"/>
                    <a:pt x="12810" y="112074"/>
                    <a:pt x="12810" y="108244"/>
                  </a:cubicBezTo>
                  <a:cubicBezTo>
                    <a:pt x="12810" y="55895"/>
                    <a:pt x="54983" y="13123"/>
                    <a:pt x="107381" y="13123"/>
                  </a:cubicBezTo>
                  <a:cubicBezTo>
                    <a:pt x="129106" y="13123"/>
                    <a:pt x="150194" y="20784"/>
                    <a:pt x="166807" y="34190"/>
                  </a:cubicBezTo>
                  <a:lnTo>
                    <a:pt x="92684" y="91007"/>
                  </a:lnTo>
                  <a:lnTo>
                    <a:pt x="92045" y="91646"/>
                  </a:lnTo>
                  <a:cubicBezTo>
                    <a:pt x="83738" y="99945"/>
                    <a:pt x="83738" y="113990"/>
                    <a:pt x="92045" y="122927"/>
                  </a:cubicBezTo>
                  <a:cubicBezTo>
                    <a:pt x="95879" y="126758"/>
                    <a:pt x="101630" y="129311"/>
                    <a:pt x="107381" y="129311"/>
                  </a:cubicBezTo>
                  <a:lnTo>
                    <a:pt x="107381" y="129311"/>
                  </a:lnTo>
                  <a:cubicBezTo>
                    <a:pt x="113132" y="129311"/>
                    <a:pt x="118883" y="126758"/>
                    <a:pt x="122717" y="122927"/>
                  </a:cubicBezTo>
                  <a:lnTo>
                    <a:pt x="123356" y="122289"/>
                  </a:lnTo>
                  <a:lnTo>
                    <a:pt x="180866" y="48873"/>
                  </a:lnTo>
                  <a:cubicBezTo>
                    <a:pt x="194923" y="65471"/>
                    <a:pt x="201952" y="87177"/>
                    <a:pt x="201952" y="108882"/>
                  </a:cubicBezTo>
                  <a:cubicBezTo>
                    <a:pt x="201952" y="112713"/>
                    <a:pt x="204508" y="115266"/>
                    <a:pt x="208342" y="115266"/>
                  </a:cubicBezTo>
                  <a:cubicBezTo>
                    <a:pt x="212176" y="115266"/>
                    <a:pt x="214732" y="112713"/>
                    <a:pt x="214732" y="108882"/>
                  </a:cubicBezTo>
                  <a:cubicBezTo>
                    <a:pt x="214732" y="83347"/>
                    <a:pt x="205786" y="58449"/>
                    <a:pt x="188533" y="38659"/>
                  </a:cubicBezTo>
                  <a:lnTo>
                    <a:pt x="200035" y="24614"/>
                  </a:lnTo>
                  <a:close/>
                  <a:moveTo>
                    <a:pt x="113771" y="113351"/>
                  </a:moveTo>
                  <a:cubicBezTo>
                    <a:pt x="111854" y="115266"/>
                    <a:pt x="109937" y="115905"/>
                    <a:pt x="107381" y="115905"/>
                  </a:cubicBezTo>
                  <a:lnTo>
                    <a:pt x="107381" y="115905"/>
                  </a:lnTo>
                  <a:cubicBezTo>
                    <a:pt x="104825" y="115905"/>
                    <a:pt x="102908" y="114628"/>
                    <a:pt x="100991" y="113351"/>
                  </a:cubicBezTo>
                  <a:cubicBezTo>
                    <a:pt x="97796" y="109521"/>
                    <a:pt x="97796" y="104414"/>
                    <a:pt x="100991" y="100583"/>
                  </a:cubicBezTo>
                  <a:lnTo>
                    <a:pt x="158501" y="56534"/>
                  </a:lnTo>
                  <a:lnTo>
                    <a:pt x="113771" y="113351"/>
                  </a:lnTo>
                  <a:close/>
                </a:path>
              </a:pathLst>
            </a:custGeom>
            <a:solidFill>
              <a:srgbClr val="43B02A"/>
            </a:solidFill>
            <a:ln w="6390" cap="flat">
              <a:noFill/>
              <a:prstDash val="solid"/>
              <a:miter/>
            </a:ln>
          </p:spPr>
          <p:txBody>
            <a:bodyPr rtlCol="0" anchor="ctr"/>
            <a:lstStyle/>
            <a:p>
              <a:endParaRPr lang="en-US"/>
            </a:p>
          </p:txBody>
        </p:sp>
      </p:grpSp>
      <p:grpSp>
        <p:nvGrpSpPr>
          <p:cNvPr id="166" name="Graphic 4">
            <a:extLst>
              <a:ext uri="{FF2B5EF4-FFF2-40B4-BE49-F238E27FC236}">
                <a16:creationId xmlns:a16="http://schemas.microsoft.com/office/drawing/2014/main" id="{88C769AF-5123-9041-845E-8D1EB1097C52}"/>
              </a:ext>
            </a:extLst>
          </p:cNvPr>
          <p:cNvGrpSpPr/>
          <p:nvPr/>
        </p:nvGrpSpPr>
        <p:grpSpPr>
          <a:xfrm>
            <a:off x="1515054" y="918179"/>
            <a:ext cx="362309" cy="361971"/>
            <a:chOff x="1515054" y="918179"/>
            <a:chExt cx="362309" cy="361971"/>
          </a:xfrm>
          <a:solidFill>
            <a:srgbClr val="26890D"/>
          </a:solidFill>
        </p:grpSpPr>
        <p:sp>
          <p:nvSpPr>
            <p:cNvPr id="441" name="Graphic 4">
              <a:extLst>
                <a:ext uri="{FF2B5EF4-FFF2-40B4-BE49-F238E27FC236}">
                  <a16:creationId xmlns:a16="http://schemas.microsoft.com/office/drawing/2014/main" id="{99063F9F-FF3B-7D43-8F75-E08E89A74AD6}"/>
                </a:ext>
              </a:extLst>
            </p:cNvPr>
            <p:cNvSpPr/>
            <p:nvPr/>
          </p:nvSpPr>
          <p:spPr>
            <a:xfrm>
              <a:off x="1515054" y="918179"/>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0667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0518" y="0"/>
                    <a:pt x="180835" y="0"/>
                  </a:cubicBezTo>
                  <a:lnTo>
                    <a:pt x="180835" y="0"/>
                  </a:lnTo>
                  <a:close/>
                  <a:moveTo>
                    <a:pt x="180835" y="349204"/>
                  </a:moveTo>
                  <a:cubicBezTo>
                    <a:pt x="87542" y="349204"/>
                    <a:pt x="12780" y="273873"/>
                    <a:pt x="12780" y="180667"/>
                  </a:cubicBezTo>
                  <a:cubicBezTo>
                    <a:pt x="12780" y="87461"/>
                    <a:pt x="88181" y="12768"/>
                    <a:pt x="180835" y="12768"/>
                  </a:cubicBezTo>
                  <a:cubicBezTo>
                    <a:pt x="274128" y="12768"/>
                    <a:pt x="349529" y="88099"/>
                    <a:pt x="349529" y="180667"/>
                  </a:cubicBezTo>
                  <a:cubicBezTo>
                    <a:pt x="348891" y="273873"/>
                    <a:pt x="273489" y="349204"/>
                    <a:pt x="180835" y="349204"/>
                  </a:cubicBezTo>
                  <a:close/>
                </a:path>
              </a:pathLst>
            </a:custGeom>
            <a:solidFill>
              <a:srgbClr val="26890D"/>
            </a:solidFill>
            <a:ln w="6390" cap="flat">
              <a:noFill/>
              <a:prstDash val="solid"/>
              <a:miter/>
            </a:ln>
          </p:spPr>
          <p:txBody>
            <a:bodyPr rtlCol="0" anchor="ctr"/>
            <a:lstStyle/>
            <a:p>
              <a:endParaRPr lang="en-US"/>
            </a:p>
          </p:txBody>
        </p:sp>
        <p:sp>
          <p:nvSpPr>
            <p:cNvPr id="442" name="Graphic 4">
              <a:extLst>
                <a:ext uri="{FF2B5EF4-FFF2-40B4-BE49-F238E27FC236}">
                  <a16:creationId xmlns:a16="http://schemas.microsoft.com/office/drawing/2014/main" id="{48752DA3-375A-9448-9586-E44F39235B18}"/>
                </a:ext>
              </a:extLst>
            </p:cNvPr>
            <p:cNvSpPr/>
            <p:nvPr/>
          </p:nvSpPr>
          <p:spPr>
            <a:xfrm>
              <a:off x="1635184" y="984732"/>
              <a:ext cx="120769" cy="228386"/>
            </a:xfrm>
            <a:custGeom>
              <a:avLst/>
              <a:gdLst>
                <a:gd name="connsiteX0" fmla="*/ 115019 w 120769"/>
                <a:gd name="connsiteY0" fmla="*/ 61765 h 228386"/>
                <a:gd name="connsiteX1" fmla="*/ 90098 w 120769"/>
                <a:gd name="connsiteY1" fmla="*/ 61765 h 228386"/>
                <a:gd name="connsiteX2" fmla="*/ 90098 w 120769"/>
                <a:gd name="connsiteY2" fmla="*/ 18354 h 228386"/>
                <a:gd name="connsiteX3" fmla="*/ 91376 w 120769"/>
                <a:gd name="connsiteY3" fmla="*/ 18354 h 228386"/>
                <a:gd name="connsiteX4" fmla="*/ 97766 w 120769"/>
                <a:gd name="connsiteY4" fmla="*/ 11970 h 228386"/>
                <a:gd name="connsiteX5" fmla="*/ 93932 w 120769"/>
                <a:gd name="connsiteY5" fmla="*/ 6224 h 228386"/>
                <a:gd name="connsiteX6" fmla="*/ 27477 w 120769"/>
                <a:gd name="connsiteY6" fmla="*/ 6224 h 228386"/>
                <a:gd name="connsiteX7" fmla="*/ 23643 w 120769"/>
                <a:gd name="connsiteY7" fmla="*/ 14523 h 228386"/>
                <a:gd name="connsiteX8" fmla="*/ 23643 w 120769"/>
                <a:gd name="connsiteY8" fmla="*/ 14523 h 228386"/>
                <a:gd name="connsiteX9" fmla="*/ 30672 w 120769"/>
                <a:gd name="connsiteY9" fmla="*/ 18354 h 228386"/>
                <a:gd name="connsiteX10" fmla="*/ 30672 w 120769"/>
                <a:gd name="connsiteY10" fmla="*/ 61765 h 228386"/>
                <a:gd name="connsiteX11" fmla="*/ 6390 w 120769"/>
                <a:gd name="connsiteY11" fmla="*/ 61765 h 228386"/>
                <a:gd name="connsiteX12" fmla="*/ 0 w 120769"/>
                <a:gd name="connsiteY12" fmla="*/ 68149 h 228386"/>
                <a:gd name="connsiteX13" fmla="*/ 0 w 120769"/>
                <a:gd name="connsiteY13" fmla="*/ 206681 h 228386"/>
                <a:gd name="connsiteX14" fmla="*/ 6390 w 120769"/>
                <a:gd name="connsiteY14" fmla="*/ 213065 h 228386"/>
                <a:gd name="connsiteX15" fmla="*/ 15336 w 120769"/>
                <a:gd name="connsiteY15" fmla="*/ 213065 h 228386"/>
                <a:gd name="connsiteX16" fmla="*/ 15336 w 120769"/>
                <a:gd name="connsiteY16" fmla="*/ 222003 h 228386"/>
                <a:gd name="connsiteX17" fmla="*/ 21726 w 120769"/>
                <a:gd name="connsiteY17" fmla="*/ 228387 h 228386"/>
                <a:gd name="connsiteX18" fmla="*/ 28116 w 120769"/>
                <a:gd name="connsiteY18" fmla="*/ 222003 h 228386"/>
                <a:gd name="connsiteX19" fmla="*/ 28116 w 120769"/>
                <a:gd name="connsiteY19" fmla="*/ 213065 h 228386"/>
                <a:gd name="connsiteX20" fmla="*/ 92654 w 120769"/>
                <a:gd name="connsiteY20" fmla="*/ 213065 h 228386"/>
                <a:gd name="connsiteX21" fmla="*/ 92654 w 120769"/>
                <a:gd name="connsiteY21" fmla="*/ 222003 h 228386"/>
                <a:gd name="connsiteX22" fmla="*/ 99044 w 120769"/>
                <a:gd name="connsiteY22" fmla="*/ 228387 h 228386"/>
                <a:gd name="connsiteX23" fmla="*/ 105434 w 120769"/>
                <a:gd name="connsiteY23" fmla="*/ 222003 h 228386"/>
                <a:gd name="connsiteX24" fmla="*/ 105434 w 120769"/>
                <a:gd name="connsiteY24" fmla="*/ 213065 h 228386"/>
                <a:gd name="connsiteX25" fmla="*/ 114380 w 120769"/>
                <a:gd name="connsiteY25" fmla="*/ 213065 h 228386"/>
                <a:gd name="connsiteX26" fmla="*/ 120770 w 120769"/>
                <a:gd name="connsiteY26" fmla="*/ 206681 h 228386"/>
                <a:gd name="connsiteX27" fmla="*/ 120770 w 120769"/>
                <a:gd name="connsiteY27" fmla="*/ 68149 h 228386"/>
                <a:gd name="connsiteX28" fmla="*/ 115019 w 120769"/>
                <a:gd name="connsiteY28" fmla="*/ 61765 h 228386"/>
                <a:gd name="connsiteX29" fmla="*/ 44091 w 120769"/>
                <a:gd name="connsiteY29" fmla="*/ 14523 h 228386"/>
                <a:gd name="connsiteX30" fmla="*/ 77318 w 120769"/>
                <a:gd name="connsiteY30" fmla="*/ 14523 h 228386"/>
                <a:gd name="connsiteX31" fmla="*/ 77318 w 120769"/>
                <a:gd name="connsiteY31" fmla="*/ 61765 h 228386"/>
                <a:gd name="connsiteX32" fmla="*/ 44091 w 120769"/>
                <a:gd name="connsiteY32" fmla="*/ 61765 h 228386"/>
                <a:gd name="connsiteX33" fmla="*/ 44091 w 120769"/>
                <a:gd name="connsiteY33" fmla="*/ 14523 h 228386"/>
                <a:gd name="connsiteX34" fmla="*/ 108629 w 120769"/>
                <a:gd name="connsiteY34" fmla="*/ 200297 h 228386"/>
                <a:gd name="connsiteX35" fmla="*/ 13419 w 120769"/>
                <a:gd name="connsiteY35" fmla="*/ 200297 h 228386"/>
                <a:gd name="connsiteX36" fmla="*/ 13419 w 120769"/>
                <a:gd name="connsiteY36" fmla="*/ 74533 h 228386"/>
                <a:gd name="connsiteX37" fmla="*/ 108629 w 120769"/>
                <a:gd name="connsiteY37" fmla="*/ 74533 h 228386"/>
                <a:gd name="connsiteX38" fmla="*/ 108629 w 120769"/>
                <a:gd name="connsiteY38" fmla="*/ 200297 h 228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0769" h="228386">
                  <a:moveTo>
                    <a:pt x="115019" y="61765"/>
                  </a:moveTo>
                  <a:lnTo>
                    <a:pt x="90098" y="61765"/>
                  </a:lnTo>
                  <a:lnTo>
                    <a:pt x="90098" y="18354"/>
                  </a:lnTo>
                  <a:cubicBezTo>
                    <a:pt x="90737" y="18354"/>
                    <a:pt x="90737" y="18354"/>
                    <a:pt x="91376" y="18354"/>
                  </a:cubicBezTo>
                  <a:cubicBezTo>
                    <a:pt x="95210" y="18354"/>
                    <a:pt x="97766" y="15800"/>
                    <a:pt x="97766" y="11970"/>
                  </a:cubicBezTo>
                  <a:cubicBezTo>
                    <a:pt x="97766" y="9416"/>
                    <a:pt x="96488" y="6863"/>
                    <a:pt x="93932" y="6224"/>
                  </a:cubicBezTo>
                  <a:cubicBezTo>
                    <a:pt x="72845" y="-2075"/>
                    <a:pt x="48564" y="-2075"/>
                    <a:pt x="27477" y="6224"/>
                  </a:cubicBezTo>
                  <a:cubicBezTo>
                    <a:pt x="24282" y="7501"/>
                    <a:pt x="22365" y="11332"/>
                    <a:pt x="23643" y="14523"/>
                  </a:cubicBezTo>
                  <a:cubicBezTo>
                    <a:pt x="23643" y="14523"/>
                    <a:pt x="23643" y="14523"/>
                    <a:pt x="23643" y="14523"/>
                  </a:cubicBezTo>
                  <a:cubicBezTo>
                    <a:pt x="24921" y="17077"/>
                    <a:pt x="28116" y="18992"/>
                    <a:pt x="30672" y="18354"/>
                  </a:cubicBezTo>
                  <a:lnTo>
                    <a:pt x="30672" y="61765"/>
                  </a:lnTo>
                  <a:lnTo>
                    <a:pt x="6390" y="61765"/>
                  </a:lnTo>
                  <a:cubicBezTo>
                    <a:pt x="2556" y="61765"/>
                    <a:pt x="0" y="64319"/>
                    <a:pt x="0" y="68149"/>
                  </a:cubicBezTo>
                  <a:lnTo>
                    <a:pt x="0" y="206681"/>
                  </a:lnTo>
                  <a:cubicBezTo>
                    <a:pt x="0" y="210512"/>
                    <a:pt x="2556" y="213065"/>
                    <a:pt x="6390" y="213065"/>
                  </a:cubicBezTo>
                  <a:lnTo>
                    <a:pt x="15336" y="213065"/>
                  </a:lnTo>
                  <a:lnTo>
                    <a:pt x="15336" y="222003"/>
                  </a:lnTo>
                  <a:cubicBezTo>
                    <a:pt x="15336" y="225833"/>
                    <a:pt x="17892" y="228387"/>
                    <a:pt x="21726" y="228387"/>
                  </a:cubicBezTo>
                  <a:cubicBezTo>
                    <a:pt x="25560" y="228387"/>
                    <a:pt x="28116" y="225833"/>
                    <a:pt x="28116" y="222003"/>
                  </a:cubicBezTo>
                  <a:lnTo>
                    <a:pt x="28116" y="213065"/>
                  </a:lnTo>
                  <a:lnTo>
                    <a:pt x="92654" y="213065"/>
                  </a:lnTo>
                  <a:lnTo>
                    <a:pt x="92654" y="222003"/>
                  </a:lnTo>
                  <a:cubicBezTo>
                    <a:pt x="92654" y="225833"/>
                    <a:pt x="95210" y="228387"/>
                    <a:pt x="99044" y="228387"/>
                  </a:cubicBezTo>
                  <a:cubicBezTo>
                    <a:pt x="102878" y="228387"/>
                    <a:pt x="105434" y="225833"/>
                    <a:pt x="105434" y="222003"/>
                  </a:cubicBezTo>
                  <a:lnTo>
                    <a:pt x="105434" y="213065"/>
                  </a:lnTo>
                  <a:lnTo>
                    <a:pt x="114380" y="213065"/>
                  </a:lnTo>
                  <a:cubicBezTo>
                    <a:pt x="118214" y="213065"/>
                    <a:pt x="120770" y="210512"/>
                    <a:pt x="120770" y="206681"/>
                  </a:cubicBezTo>
                  <a:lnTo>
                    <a:pt x="120770" y="68149"/>
                  </a:lnTo>
                  <a:cubicBezTo>
                    <a:pt x="120770" y="64319"/>
                    <a:pt x="118214" y="61765"/>
                    <a:pt x="115019" y="61765"/>
                  </a:cubicBezTo>
                  <a:close/>
                  <a:moveTo>
                    <a:pt x="44091" y="14523"/>
                  </a:moveTo>
                  <a:cubicBezTo>
                    <a:pt x="54954" y="11970"/>
                    <a:pt x="66455" y="11970"/>
                    <a:pt x="77318" y="14523"/>
                  </a:cubicBezTo>
                  <a:lnTo>
                    <a:pt x="77318" y="61765"/>
                  </a:lnTo>
                  <a:lnTo>
                    <a:pt x="44091" y="61765"/>
                  </a:lnTo>
                  <a:lnTo>
                    <a:pt x="44091" y="14523"/>
                  </a:lnTo>
                  <a:close/>
                  <a:moveTo>
                    <a:pt x="108629" y="200297"/>
                  </a:moveTo>
                  <a:lnTo>
                    <a:pt x="13419" y="200297"/>
                  </a:lnTo>
                  <a:lnTo>
                    <a:pt x="13419" y="74533"/>
                  </a:lnTo>
                  <a:lnTo>
                    <a:pt x="108629" y="74533"/>
                  </a:lnTo>
                  <a:lnTo>
                    <a:pt x="108629" y="200297"/>
                  </a:lnTo>
                  <a:close/>
                </a:path>
              </a:pathLst>
            </a:custGeom>
            <a:solidFill>
              <a:srgbClr val="26890D"/>
            </a:solidFill>
            <a:ln w="6390" cap="flat">
              <a:noFill/>
              <a:prstDash val="solid"/>
              <a:miter/>
            </a:ln>
          </p:spPr>
          <p:txBody>
            <a:bodyPr rtlCol="0" anchor="ctr"/>
            <a:lstStyle/>
            <a:p>
              <a:endParaRPr lang="en-US"/>
            </a:p>
          </p:txBody>
        </p:sp>
        <p:sp>
          <p:nvSpPr>
            <p:cNvPr id="443" name="Graphic 4">
              <a:extLst>
                <a:ext uri="{FF2B5EF4-FFF2-40B4-BE49-F238E27FC236}">
                  <a16:creationId xmlns:a16="http://schemas.microsoft.com/office/drawing/2014/main" id="{3B74313A-437E-AC4D-9E80-438756EBD34E}"/>
                </a:ext>
              </a:extLst>
            </p:cNvPr>
            <p:cNvSpPr/>
            <p:nvPr/>
          </p:nvSpPr>
          <p:spPr>
            <a:xfrm>
              <a:off x="1666495" y="1077140"/>
              <a:ext cx="58787" cy="12767"/>
            </a:xfrm>
            <a:custGeom>
              <a:avLst/>
              <a:gdLst>
                <a:gd name="connsiteX0" fmla="*/ 6390 w 58787"/>
                <a:gd name="connsiteY0" fmla="*/ 0 h 12767"/>
                <a:gd name="connsiteX1" fmla="*/ 0 w 58787"/>
                <a:gd name="connsiteY1" fmla="*/ 6384 h 12767"/>
                <a:gd name="connsiteX2" fmla="*/ 6390 w 58787"/>
                <a:gd name="connsiteY2" fmla="*/ 12768 h 12767"/>
                <a:gd name="connsiteX3" fmla="*/ 52398 w 58787"/>
                <a:gd name="connsiteY3" fmla="*/ 12768 h 12767"/>
                <a:gd name="connsiteX4" fmla="*/ 58788 w 58787"/>
                <a:gd name="connsiteY4" fmla="*/ 6384 h 12767"/>
                <a:gd name="connsiteX5" fmla="*/ 52398 w 58787"/>
                <a:gd name="connsiteY5" fmla="*/ 0 h 12767"/>
                <a:gd name="connsiteX6" fmla="*/ 6390 w 58787"/>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787" h="12767">
                  <a:moveTo>
                    <a:pt x="6390" y="0"/>
                  </a:moveTo>
                  <a:cubicBezTo>
                    <a:pt x="2556" y="0"/>
                    <a:pt x="0" y="2554"/>
                    <a:pt x="0" y="6384"/>
                  </a:cubicBezTo>
                  <a:cubicBezTo>
                    <a:pt x="0" y="10214"/>
                    <a:pt x="2556" y="12768"/>
                    <a:pt x="6390" y="12768"/>
                  </a:cubicBezTo>
                  <a:lnTo>
                    <a:pt x="52398" y="12768"/>
                  </a:lnTo>
                  <a:cubicBezTo>
                    <a:pt x="56232" y="12768"/>
                    <a:pt x="58788" y="10214"/>
                    <a:pt x="58788" y="6384"/>
                  </a:cubicBezTo>
                  <a:cubicBezTo>
                    <a:pt x="58788" y="2554"/>
                    <a:pt x="56232" y="0"/>
                    <a:pt x="52398" y="0"/>
                  </a:cubicBezTo>
                  <a:lnTo>
                    <a:pt x="6390" y="0"/>
                  </a:lnTo>
                  <a:close/>
                </a:path>
              </a:pathLst>
            </a:custGeom>
            <a:solidFill>
              <a:srgbClr val="26890D"/>
            </a:solidFill>
            <a:ln w="6390" cap="flat">
              <a:noFill/>
              <a:prstDash val="solid"/>
              <a:miter/>
            </a:ln>
          </p:spPr>
          <p:txBody>
            <a:bodyPr rtlCol="0" anchor="ctr"/>
            <a:lstStyle/>
            <a:p>
              <a:endParaRPr lang="en-US"/>
            </a:p>
          </p:txBody>
        </p:sp>
        <p:sp>
          <p:nvSpPr>
            <p:cNvPr id="444" name="Graphic 4">
              <a:extLst>
                <a:ext uri="{FF2B5EF4-FFF2-40B4-BE49-F238E27FC236}">
                  <a16:creationId xmlns:a16="http://schemas.microsoft.com/office/drawing/2014/main" id="{2C337F75-EDD8-334E-A515-0D9D91B99BA3}"/>
                </a:ext>
              </a:extLst>
            </p:cNvPr>
            <p:cNvSpPr/>
            <p:nvPr/>
          </p:nvSpPr>
          <p:spPr>
            <a:xfrm>
              <a:off x="1666495" y="1154386"/>
              <a:ext cx="58787" cy="12767"/>
            </a:xfrm>
            <a:custGeom>
              <a:avLst/>
              <a:gdLst>
                <a:gd name="connsiteX0" fmla="*/ 52398 w 58787"/>
                <a:gd name="connsiteY0" fmla="*/ 0 h 12767"/>
                <a:gd name="connsiteX1" fmla="*/ 6390 w 58787"/>
                <a:gd name="connsiteY1" fmla="*/ 0 h 12767"/>
                <a:gd name="connsiteX2" fmla="*/ 0 w 58787"/>
                <a:gd name="connsiteY2" fmla="*/ 6384 h 12767"/>
                <a:gd name="connsiteX3" fmla="*/ 6390 w 58787"/>
                <a:gd name="connsiteY3" fmla="*/ 12768 h 12767"/>
                <a:gd name="connsiteX4" fmla="*/ 52398 w 58787"/>
                <a:gd name="connsiteY4" fmla="*/ 12768 h 12767"/>
                <a:gd name="connsiteX5" fmla="*/ 58788 w 58787"/>
                <a:gd name="connsiteY5" fmla="*/ 6384 h 12767"/>
                <a:gd name="connsiteX6" fmla="*/ 52398 w 58787"/>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787" h="12767">
                  <a:moveTo>
                    <a:pt x="52398" y="0"/>
                  </a:moveTo>
                  <a:lnTo>
                    <a:pt x="6390" y="0"/>
                  </a:lnTo>
                  <a:cubicBezTo>
                    <a:pt x="2556" y="0"/>
                    <a:pt x="0" y="2554"/>
                    <a:pt x="0" y="6384"/>
                  </a:cubicBezTo>
                  <a:cubicBezTo>
                    <a:pt x="0" y="10214"/>
                    <a:pt x="2556" y="12768"/>
                    <a:pt x="6390" y="12768"/>
                  </a:cubicBezTo>
                  <a:lnTo>
                    <a:pt x="52398" y="12768"/>
                  </a:lnTo>
                  <a:cubicBezTo>
                    <a:pt x="56232" y="12768"/>
                    <a:pt x="58788" y="10214"/>
                    <a:pt x="58788" y="6384"/>
                  </a:cubicBezTo>
                  <a:cubicBezTo>
                    <a:pt x="58788" y="2554"/>
                    <a:pt x="56232" y="0"/>
                    <a:pt x="52398" y="0"/>
                  </a:cubicBezTo>
                  <a:close/>
                </a:path>
              </a:pathLst>
            </a:custGeom>
            <a:solidFill>
              <a:srgbClr val="26890D"/>
            </a:solidFill>
            <a:ln w="6390" cap="flat">
              <a:noFill/>
              <a:prstDash val="solid"/>
              <a:miter/>
            </a:ln>
          </p:spPr>
          <p:txBody>
            <a:bodyPr rtlCol="0" anchor="ctr"/>
            <a:lstStyle/>
            <a:p>
              <a:endParaRPr lang="en-US"/>
            </a:p>
          </p:txBody>
        </p:sp>
      </p:grpSp>
      <p:grpSp>
        <p:nvGrpSpPr>
          <p:cNvPr id="445" name="Graphic 4">
            <a:extLst>
              <a:ext uri="{FF2B5EF4-FFF2-40B4-BE49-F238E27FC236}">
                <a16:creationId xmlns:a16="http://schemas.microsoft.com/office/drawing/2014/main" id="{C722D5E6-3A6F-954A-A6E6-90EA51DDE5E2}"/>
              </a:ext>
            </a:extLst>
          </p:cNvPr>
          <p:cNvGrpSpPr/>
          <p:nvPr/>
        </p:nvGrpSpPr>
        <p:grpSpPr>
          <a:xfrm>
            <a:off x="5711588" y="1893013"/>
            <a:ext cx="362312" cy="361971"/>
            <a:chOff x="4660820" y="1893013"/>
            <a:chExt cx="362312" cy="361971"/>
          </a:xfrm>
          <a:solidFill>
            <a:srgbClr val="43B02A"/>
          </a:solidFill>
        </p:grpSpPr>
        <p:sp>
          <p:nvSpPr>
            <p:cNvPr id="446" name="Graphic 4">
              <a:extLst>
                <a:ext uri="{FF2B5EF4-FFF2-40B4-BE49-F238E27FC236}">
                  <a16:creationId xmlns:a16="http://schemas.microsoft.com/office/drawing/2014/main" id="{0AA288DA-91DC-054D-8F72-E9E99E0A349E}"/>
                </a:ext>
              </a:extLst>
            </p:cNvPr>
            <p:cNvSpPr/>
            <p:nvPr/>
          </p:nvSpPr>
          <p:spPr>
            <a:xfrm>
              <a:off x="4660820" y="189301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9204 h 361971"/>
                <a:gd name="connsiteX8" fmla="*/ 12780 w 362312"/>
                <a:gd name="connsiteY8" fmla="*/ 181305 h 361971"/>
                <a:gd name="connsiteX9" fmla="*/ 180835 w 362312"/>
                <a:gd name="connsiteY9" fmla="*/ 12768 h 361971"/>
                <a:gd name="connsiteX10" fmla="*/ 349529 w 362312"/>
                <a:gd name="connsiteY10" fmla="*/ 180667 h 361971"/>
                <a:gd name="connsiteX11" fmla="*/ 349529 w 362312"/>
                <a:gd name="connsiteY11" fmla="*/ 180667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lnTo>
                    <a:pt x="181474" y="0"/>
                  </a:ln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close/>
                </a:path>
              </a:pathLst>
            </a:custGeom>
            <a:solidFill>
              <a:srgbClr val="43B02A"/>
            </a:solidFill>
            <a:ln w="6390" cap="flat">
              <a:noFill/>
              <a:prstDash val="solid"/>
              <a:miter/>
            </a:ln>
          </p:spPr>
          <p:txBody>
            <a:bodyPr rtlCol="0" anchor="ctr"/>
            <a:lstStyle/>
            <a:p>
              <a:endParaRPr lang="en-US"/>
            </a:p>
          </p:txBody>
        </p:sp>
        <p:sp>
          <p:nvSpPr>
            <p:cNvPr id="447" name="Graphic 4">
              <a:extLst>
                <a:ext uri="{FF2B5EF4-FFF2-40B4-BE49-F238E27FC236}">
                  <a16:creationId xmlns:a16="http://schemas.microsoft.com/office/drawing/2014/main" id="{404DCACD-B85A-9746-A91A-C6106133D98C}"/>
                </a:ext>
              </a:extLst>
            </p:cNvPr>
            <p:cNvSpPr/>
            <p:nvPr/>
          </p:nvSpPr>
          <p:spPr>
            <a:xfrm>
              <a:off x="4800072" y="2002179"/>
              <a:ext cx="85034" cy="49156"/>
            </a:xfrm>
            <a:custGeom>
              <a:avLst/>
              <a:gdLst>
                <a:gd name="connsiteX0" fmla="*/ 12828 w 85034"/>
                <a:gd name="connsiteY0" fmla="*/ 49157 h 49156"/>
                <a:gd name="connsiteX1" fmla="*/ 72255 w 85034"/>
                <a:gd name="connsiteY1" fmla="*/ 49157 h 49156"/>
                <a:gd name="connsiteX2" fmla="*/ 85035 w 85034"/>
                <a:gd name="connsiteY2" fmla="*/ 36389 h 49156"/>
                <a:gd name="connsiteX3" fmla="*/ 85035 w 85034"/>
                <a:gd name="connsiteY3" fmla="*/ 12768 h 49156"/>
                <a:gd name="connsiteX4" fmla="*/ 72255 w 85034"/>
                <a:gd name="connsiteY4" fmla="*/ 0 h 49156"/>
                <a:gd name="connsiteX5" fmla="*/ 12828 w 85034"/>
                <a:gd name="connsiteY5" fmla="*/ 0 h 49156"/>
                <a:gd name="connsiteX6" fmla="*/ 49 w 85034"/>
                <a:gd name="connsiteY6" fmla="*/ 12768 h 49156"/>
                <a:gd name="connsiteX7" fmla="*/ 49 w 85034"/>
                <a:gd name="connsiteY7" fmla="*/ 36389 h 49156"/>
                <a:gd name="connsiteX8" fmla="*/ 12828 w 85034"/>
                <a:gd name="connsiteY8" fmla="*/ 49157 h 49156"/>
                <a:gd name="connsiteX9" fmla="*/ 12828 w 85034"/>
                <a:gd name="connsiteY9" fmla="*/ 49157 h 49156"/>
                <a:gd name="connsiteX10" fmla="*/ 12828 w 85034"/>
                <a:gd name="connsiteY10" fmla="*/ 12768 h 49156"/>
                <a:gd name="connsiteX11" fmla="*/ 72255 w 85034"/>
                <a:gd name="connsiteY11" fmla="*/ 12768 h 49156"/>
                <a:gd name="connsiteX12" fmla="*/ 72255 w 85034"/>
                <a:gd name="connsiteY12" fmla="*/ 36389 h 49156"/>
                <a:gd name="connsiteX13" fmla="*/ 12828 w 85034"/>
                <a:gd name="connsiteY13" fmla="*/ 36389 h 49156"/>
                <a:gd name="connsiteX14" fmla="*/ 12828 w 85034"/>
                <a:gd name="connsiteY14" fmla="*/ 12768 h 49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034" h="49156">
                  <a:moveTo>
                    <a:pt x="12828" y="49157"/>
                  </a:moveTo>
                  <a:lnTo>
                    <a:pt x="72255" y="49157"/>
                  </a:lnTo>
                  <a:cubicBezTo>
                    <a:pt x="79284" y="49157"/>
                    <a:pt x="85035" y="43411"/>
                    <a:pt x="85035" y="36389"/>
                  </a:cubicBezTo>
                  <a:lnTo>
                    <a:pt x="85035" y="12768"/>
                  </a:lnTo>
                  <a:cubicBezTo>
                    <a:pt x="85035" y="5746"/>
                    <a:pt x="79284" y="0"/>
                    <a:pt x="72255" y="0"/>
                  </a:cubicBezTo>
                  <a:lnTo>
                    <a:pt x="12828" y="0"/>
                  </a:lnTo>
                  <a:cubicBezTo>
                    <a:pt x="5799" y="0"/>
                    <a:pt x="49" y="5746"/>
                    <a:pt x="49" y="12768"/>
                  </a:cubicBezTo>
                  <a:lnTo>
                    <a:pt x="49" y="36389"/>
                  </a:lnTo>
                  <a:cubicBezTo>
                    <a:pt x="-591" y="43411"/>
                    <a:pt x="5160" y="49157"/>
                    <a:pt x="12828" y="49157"/>
                  </a:cubicBezTo>
                  <a:cubicBezTo>
                    <a:pt x="12189" y="49157"/>
                    <a:pt x="12189" y="49157"/>
                    <a:pt x="12828" y="49157"/>
                  </a:cubicBezTo>
                  <a:close/>
                  <a:moveTo>
                    <a:pt x="12828" y="12768"/>
                  </a:moveTo>
                  <a:lnTo>
                    <a:pt x="72255" y="12768"/>
                  </a:lnTo>
                  <a:lnTo>
                    <a:pt x="72255" y="36389"/>
                  </a:lnTo>
                  <a:lnTo>
                    <a:pt x="12828" y="36389"/>
                  </a:lnTo>
                  <a:lnTo>
                    <a:pt x="12828" y="12768"/>
                  </a:lnTo>
                  <a:close/>
                </a:path>
              </a:pathLst>
            </a:custGeom>
            <a:solidFill>
              <a:srgbClr val="43B02A"/>
            </a:solidFill>
            <a:ln w="6390" cap="flat">
              <a:noFill/>
              <a:prstDash val="solid"/>
              <a:miter/>
            </a:ln>
          </p:spPr>
          <p:txBody>
            <a:bodyPr rtlCol="0" anchor="ctr"/>
            <a:lstStyle/>
            <a:p>
              <a:endParaRPr lang="en-US"/>
            </a:p>
          </p:txBody>
        </p:sp>
        <p:sp>
          <p:nvSpPr>
            <p:cNvPr id="448" name="Graphic 4">
              <a:extLst>
                <a:ext uri="{FF2B5EF4-FFF2-40B4-BE49-F238E27FC236}">
                  <a16:creationId xmlns:a16="http://schemas.microsoft.com/office/drawing/2014/main" id="{46DEB828-9828-9948-AE0E-326437701C71}"/>
                </a:ext>
              </a:extLst>
            </p:cNvPr>
            <p:cNvSpPr/>
            <p:nvPr/>
          </p:nvSpPr>
          <p:spPr>
            <a:xfrm>
              <a:off x="4795008" y="2070488"/>
              <a:ext cx="35783" cy="35750"/>
            </a:xfrm>
            <a:custGeom>
              <a:avLst/>
              <a:gdLst>
                <a:gd name="connsiteX0" fmla="*/ 35783 w 35783"/>
                <a:gd name="connsiteY0" fmla="*/ 17875 h 35750"/>
                <a:gd name="connsiteX1" fmla="*/ 17892 w 35783"/>
                <a:gd name="connsiteY1" fmla="*/ 0 h 35750"/>
                <a:gd name="connsiteX2" fmla="*/ 0 w 35783"/>
                <a:gd name="connsiteY2" fmla="*/ 17875 h 35750"/>
                <a:gd name="connsiteX3" fmla="*/ 17892 w 35783"/>
                <a:gd name="connsiteY3" fmla="*/ 35750 h 35750"/>
                <a:gd name="connsiteX4" fmla="*/ 35783 w 35783"/>
                <a:gd name="connsiteY4" fmla="*/ 17875 h 35750"/>
                <a:gd name="connsiteX5" fmla="*/ 35783 w 35783"/>
                <a:gd name="connsiteY5" fmla="*/ 17875 h 3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783" h="35750">
                  <a:moveTo>
                    <a:pt x="35783" y="17875"/>
                  </a:moveTo>
                  <a:cubicBezTo>
                    <a:pt x="35783" y="8299"/>
                    <a:pt x="28115" y="0"/>
                    <a:pt x="17892" y="0"/>
                  </a:cubicBezTo>
                  <a:cubicBezTo>
                    <a:pt x="8307" y="0"/>
                    <a:pt x="0" y="7661"/>
                    <a:pt x="0" y="17875"/>
                  </a:cubicBezTo>
                  <a:cubicBezTo>
                    <a:pt x="0" y="27451"/>
                    <a:pt x="7668" y="35750"/>
                    <a:pt x="17892" y="35750"/>
                  </a:cubicBezTo>
                  <a:cubicBezTo>
                    <a:pt x="28115" y="35750"/>
                    <a:pt x="35783" y="27451"/>
                    <a:pt x="35783" y="17875"/>
                  </a:cubicBezTo>
                  <a:lnTo>
                    <a:pt x="35783" y="17875"/>
                  </a:lnTo>
                  <a:close/>
                </a:path>
              </a:pathLst>
            </a:custGeom>
            <a:solidFill>
              <a:srgbClr val="43B02A"/>
            </a:solidFill>
            <a:ln w="6390" cap="flat">
              <a:noFill/>
              <a:prstDash val="solid"/>
              <a:miter/>
            </a:ln>
          </p:spPr>
          <p:txBody>
            <a:bodyPr rtlCol="0" anchor="ctr"/>
            <a:lstStyle/>
            <a:p>
              <a:endParaRPr lang="en-US"/>
            </a:p>
          </p:txBody>
        </p:sp>
        <p:sp>
          <p:nvSpPr>
            <p:cNvPr id="449" name="Graphic 4">
              <a:extLst>
                <a:ext uri="{FF2B5EF4-FFF2-40B4-BE49-F238E27FC236}">
                  <a16:creationId xmlns:a16="http://schemas.microsoft.com/office/drawing/2014/main" id="{000A9ABD-19A3-E242-A768-A029FC84867F}"/>
                </a:ext>
              </a:extLst>
            </p:cNvPr>
            <p:cNvSpPr/>
            <p:nvPr/>
          </p:nvSpPr>
          <p:spPr>
            <a:xfrm>
              <a:off x="4853157" y="2070488"/>
              <a:ext cx="35783" cy="35750"/>
            </a:xfrm>
            <a:custGeom>
              <a:avLst/>
              <a:gdLst>
                <a:gd name="connsiteX0" fmla="*/ 17892 w 35783"/>
                <a:gd name="connsiteY0" fmla="*/ 0 h 35750"/>
                <a:gd name="connsiteX1" fmla="*/ 0 w 35783"/>
                <a:gd name="connsiteY1" fmla="*/ 17875 h 35750"/>
                <a:gd name="connsiteX2" fmla="*/ 17892 w 35783"/>
                <a:gd name="connsiteY2" fmla="*/ 35750 h 35750"/>
                <a:gd name="connsiteX3" fmla="*/ 35783 w 35783"/>
                <a:gd name="connsiteY3" fmla="*/ 17875 h 35750"/>
                <a:gd name="connsiteX4" fmla="*/ 35783 w 35783"/>
                <a:gd name="connsiteY4" fmla="*/ 17875 h 35750"/>
                <a:gd name="connsiteX5" fmla="*/ 17892 w 35783"/>
                <a:gd name="connsiteY5" fmla="*/ 0 h 3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783" h="35750">
                  <a:moveTo>
                    <a:pt x="17892" y="0"/>
                  </a:moveTo>
                  <a:cubicBezTo>
                    <a:pt x="8307" y="0"/>
                    <a:pt x="0" y="7661"/>
                    <a:pt x="0" y="17875"/>
                  </a:cubicBezTo>
                  <a:cubicBezTo>
                    <a:pt x="0" y="27451"/>
                    <a:pt x="7668" y="35750"/>
                    <a:pt x="17892" y="35750"/>
                  </a:cubicBezTo>
                  <a:cubicBezTo>
                    <a:pt x="27477" y="35750"/>
                    <a:pt x="35783" y="28089"/>
                    <a:pt x="35783" y="17875"/>
                  </a:cubicBezTo>
                  <a:cubicBezTo>
                    <a:pt x="35783" y="17875"/>
                    <a:pt x="35783" y="17875"/>
                    <a:pt x="35783" y="17875"/>
                  </a:cubicBezTo>
                  <a:cubicBezTo>
                    <a:pt x="35783" y="8299"/>
                    <a:pt x="28116" y="0"/>
                    <a:pt x="17892" y="0"/>
                  </a:cubicBezTo>
                  <a:close/>
                </a:path>
              </a:pathLst>
            </a:custGeom>
            <a:solidFill>
              <a:srgbClr val="43B02A"/>
            </a:solidFill>
            <a:ln w="6390" cap="flat">
              <a:noFill/>
              <a:prstDash val="solid"/>
              <a:miter/>
            </a:ln>
          </p:spPr>
          <p:txBody>
            <a:bodyPr rtlCol="0" anchor="ctr"/>
            <a:lstStyle/>
            <a:p>
              <a:endParaRPr lang="en-US"/>
            </a:p>
          </p:txBody>
        </p:sp>
        <p:sp>
          <p:nvSpPr>
            <p:cNvPr id="450" name="Graphic 4">
              <a:extLst>
                <a:ext uri="{FF2B5EF4-FFF2-40B4-BE49-F238E27FC236}">
                  <a16:creationId xmlns:a16="http://schemas.microsoft.com/office/drawing/2014/main" id="{E94F0FFE-6BAF-5D4A-8F6B-39E945799B82}"/>
                </a:ext>
              </a:extLst>
            </p:cNvPr>
            <p:cNvSpPr/>
            <p:nvPr/>
          </p:nvSpPr>
          <p:spPr>
            <a:xfrm>
              <a:off x="4764337" y="1973451"/>
              <a:ext cx="157831" cy="201095"/>
            </a:xfrm>
            <a:custGeom>
              <a:avLst/>
              <a:gdLst>
                <a:gd name="connsiteX0" fmla="*/ 140578 w 157831"/>
                <a:gd name="connsiteY0" fmla="*/ 175560 h 201095"/>
                <a:gd name="connsiteX1" fmla="*/ 140578 w 157831"/>
                <a:gd name="connsiteY1" fmla="*/ 175560 h 201095"/>
                <a:gd name="connsiteX2" fmla="*/ 120131 w 157831"/>
                <a:gd name="connsiteY2" fmla="*/ 155131 h 201095"/>
                <a:gd name="connsiteX3" fmla="*/ 149524 w 157831"/>
                <a:gd name="connsiteY3" fmla="*/ 121934 h 201095"/>
                <a:gd name="connsiteX4" fmla="*/ 149524 w 157831"/>
                <a:gd name="connsiteY4" fmla="*/ 35112 h 201095"/>
                <a:gd name="connsiteX5" fmla="*/ 114380 w 157831"/>
                <a:gd name="connsiteY5" fmla="*/ 0 h 201095"/>
                <a:gd name="connsiteX6" fmla="*/ 42174 w 157831"/>
                <a:gd name="connsiteY6" fmla="*/ 0 h 201095"/>
                <a:gd name="connsiteX7" fmla="*/ 7029 w 157831"/>
                <a:gd name="connsiteY7" fmla="*/ 35112 h 201095"/>
                <a:gd name="connsiteX8" fmla="*/ 7029 w 157831"/>
                <a:gd name="connsiteY8" fmla="*/ 121934 h 201095"/>
                <a:gd name="connsiteX9" fmla="*/ 35144 w 157831"/>
                <a:gd name="connsiteY9" fmla="*/ 156408 h 201095"/>
                <a:gd name="connsiteX10" fmla="*/ 16614 w 157831"/>
                <a:gd name="connsiteY10" fmla="*/ 175560 h 201095"/>
                <a:gd name="connsiteX11" fmla="*/ 16614 w 157831"/>
                <a:gd name="connsiteY11" fmla="*/ 175560 h 201095"/>
                <a:gd name="connsiteX12" fmla="*/ 1917 w 157831"/>
                <a:gd name="connsiteY12" fmla="*/ 190243 h 201095"/>
                <a:gd name="connsiteX13" fmla="*/ 1917 w 157831"/>
                <a:gd name="connsiteY13" fmla="*/ 199180 h 201095"/>
                <a:gd name="connsiteX14" fmla="*/ 10863 w 157831"/>
                <a:gd name="connsiteY14" fmla="*/ 199180 h 201095"/>
                <a:gd name="connsiteX15" fmla="*/ 23643 w 157831"/>
                <a:gd name="connsiteY15" fmla="*/ 186412 h 201095"/>
                <a:gd name="connsiteX16" fmla="*/ 134188 w 157831"/>
                <a:gd name="connsiteY16" fmla="*/ 186412 h 201095"/>
                <a:gd name="connsiteX17" fmla="*/ 146968 w 157831"/>
                <a:gd name="connsiteY17" fmla="*/ 199180 h 201095"/>
                <a:gd name="connsiteX18" fmla="*/ 155914 w 157831"/>
                <a:gd name="connsiteY18" fmla="*/ 199180 h 201095"/>
                <a:gd name="connsiteX19" fmla="*/ 155914 w 157831"/>
                <a:gd name="connsiteY19" fmla="*/ 190243 h 201095"/>
                <a:gd name="connsiteX20" fmla="*/ 140578 w 157831"/>
                <a:gd name="connsiteY20" fmla="*/ 175560 h 201095"/>
                <a:gd name="connsiteX21" fmla="*/ 19170 w 157831"/>
                <a:gd name="connsiteY21" fmla="*/ 121934 h 201095"/>
                <a:gd name="connsiteX22" fmla="*/ 19170 w 157831"/>
                <a:gd name="connsiteY22" fmla="*/ 35112 h 201095"/>
                <a:gd name="connsiteX23" fmla="*/ 41534 w 157831"/>
                <a:gd name="connsiteY23" fmla="*/ 12768 h 201095"/>
                <a:gd name="connsiteX24" fmla="*/ 113741 w 157831"/>
                <a:gd name="connsiteY24" fmla="*/ 12768 h 201095"/>
                <a:gd name="connsiteX25" fmla="*/ 136106 w 157831"/>
                <a:gd name="connsiteY25" fmla="*/ 35112 h 201095"/>
                <a:gd name="connsiteX26" fmla="*/ 136106 w 157831"/>
                <a:gd name="connsiteY26" fmla="*/ 121934 h 201095"/>
                <a:gd name="connsiteX27" fmla="*/ 106073 w 157831"/>
                <a:gd name="connsiteY27" fmla="*/ 144278 h 201095"/>
                <a:gd name="connsiteX28" fmla="*/ 40896 w 157831"/>
                <a:gd name="connsiteY28" fmla="*/ 144278 h 201095"/>
                <a:gd name="connsiteX29" fmla="*/ 19170 w 157831"/>
                <a:gd name="connsiteY29" fmla="*/ 121934 h 201095"/>
                <a:gd name="connsiteX30" fmla="*/ 19170 w 157831"/>
                <a:gd name="connsiteY30" fmla="*/ 121934 h 201095"/>
                <a:gd name="connsiteX31" fmla="*/ 35144 w 157831"/>
                <a:gd name="connsiteY31" fmla="*/ 173644 h 201095"/>
                <a:gd name="connsiteX32" fmla="*/ 51119 w 157831"/>
                <a:gd name="connsiteY32" fmla="*/ 157684 h 201095"/>
                <a:gd name="connsiteX33" fmla="*/ 103517 w 157831"/>
                <a:gd name="connsiteY33" fmla="*/ 157684 h 201095"/>
                <a:gd name="connsiteX34" fmla="*/ 119492 w 157831"/>
                <a:gd name="connsiteY34" fmla="*/ 173644 h 201095"/>
                <a:gd name="connsiteX35" fmla="*/ 35144 w 157831"/>
                <a:gd name="connsiteY35" fmla="*/ 173644 h 20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57831" h="201095">
                  <a:moveTo>
                    <a:pt x="140578" y="175560"/>
                  </a:moveTo>
                  <a:lnTo>
                    <a:pt x="140578" y="175560"/>
                  </a:lnTo>
                  <a:lnTo>
                    <a:pt x="120131" y="155131"/>
                  </a:lnTo>
                  <a:cubicBezTo>
                    <a:pt x="135467" y="150024"/>
                    <a:pt x="149524" y="137256"/>
                    <a:pt x="149524" y="121934"/>
                  </a:cubicBezTo>
                  <a:lnTo>
                    <a:pt x="149524" y="35112"/>
                  </a:lnTo>
                  <a:cubicBezTo>
                    <a:pt x="149524" y="15322"/>
                    <a:pt x="133550" y="0"/>
                    <a:pt x="114380" y="0"/>
                  </a:cubicBezTo>
                  <a:lnTo>
                    <a:pt x="42174" y="0"/>
                  </a:lnTo>
                  <a:cubicBezTo>
                    <a:pt x="22365" y="0"/>
                    <a:pt x="7029" y="15960"/>
                    <a:pt x="7029" y="35112"/>
                  </a:cubicBezTo>
                  <a:lnTo>
                    <a:pt x="7029" y="121934"/>
                  </a:lnTo>
                  <a:cubicBezTo>
                    <a:pt x="7029" y="138533"/>
                    <a:pt x="18531" y="153216"/>
                    <a:pt x="35144" y="156408"/>
                  </a:cubicBezTo>
                  <a:lnTo>
                    <a:pt x="16614" y="175560"/>
                  </a:lnTo>
                  <a:lnTo>
                    <a:pt x="16614" y="175560"/>
                  </a:lnTo>
                  <a:lnTo>
                    <a:pt x="1917" y="190243"/>
                  </a:lnTo>
                  <a:cubicBezTo>
                    <a:pt x="-639" y="192796"/>
                    <a:pt x="-639" y="196627"/>
                    <a:pt x="1917" y="199180"/>
                  </a:cubicBezTo>
                  <a:cubicBezTo>
                    <a:pt x="4473" y="201734"/>
                    <a:pt x="8307" y="201734"/>
                    <a:pt x="10863" y="199180"/>
                  </a:cubicBezTo>
                  <a:lnTo>
                    <a:pt x="23643" y="186412"/>
                  </a:lnTo>
                  <a:lnTo>
                    <a:pt x="134188" y="186412"/>
                  </a:lnTo>
                  <a:lnTo>
                    <a:pt x="146968" y="199180"/>
                  </a:lnTo>
                  <a:cubicBezTo>
                    <a:pt x="149524" y="201734"/>
                    <a:pt x="153358" y="201734"/>
                    <a:pt x="155914" y="199180"/>
                  </a:cubicBezTo>
                  <a:cubicBezTo>
                    <a:pt x="158471" y="196627"/>
                    <a:pt x="158471" y="192796"/>
                    <a:pt x="155914" y="190243"/>
                  </a:cubicBezTo>
                  <a:lnTo>
                    <a:pt x="140578" y="175560"/>
                  </a:lnTo>
                  <a:close/>
                  <a:moveTo>
                    <a:pt x="19170" y="121934"/>
                  </a:moveTo>
                  <a:lnTo>
                    <a:pt x="19170" y="35112"/>
                  </a:lnTo>
                  <a:cubicBezTo>
                    <a:pt x="19170" y="22982"/>
                    <a:pt x="29394" y="12768"/>
                    <a:pt x="41534" y="12768"/>
                  </a:cubicBezTo>
                  <a:lnTo>
                    <a:pt x="113741" y="12768"/>
                  </a:lnTo>
                  <a:cubicBezTo>
                    <a:pt x="126521" y="12768"/>
                    <a:pt x="136106" y="22982"/>
                    <a:pt x="136106" y="35112"/>
                  </a:cubicBezTo>
                  <a:lnTo>
                    <a:pt x="136106" y="121934"/>
                  </a:lnTo>
                  <a:cubicBezTo>
                    <a:pt x="136106" y="133425"/>
                    <a:pt x="119492" y="144278"/>
                    <a:pt x="106073" y="144278"/>
                  </a:cubicBezTo>
                  <a:lnTo>
                    <a:pt x="40896" y="144278"/>
                  </a:lnTo>
                  <a:cubicBezTo>
                    <a:pt x="29394" y="144278"/>
                    <a:pt x="19170" y="134702"/>
                    <a:pt x="19170" y="121934"/>
                  </a:cubicBezTo>
                  <a:lnTo>
                    <a:pt x="19170" y="121934"/>
                  </a:lnTo>
                  <a:close/>
                  <a:moveTo>
                    <a:pt x="35144" y="173644"/>
                  </a:moveTo>
                  <a:lnTo>
                    <a:pt x="51119" y="157684"/>
                  </a:lnTo>
                  <a:lnTo>
                    <a:pt x="103517" y="157684"/>
                  </a:lnTo>
                  <a:lnTo>
                    <a:pt x="119492" y="173644"/>
                  </a:lnTo>
                  <a:lnTo>
                    <a:pt x="35144" y="173644"/>
                  </a:lnTo>
                  <a:close/>
                </a:path>
              </a:pathLst>
            </a:custGeom>
            <a:solidFill>
              <a:srgbClr val="43B02A"/>
            </a:solidFill>
            <a:ln w="6390" cap="flat">
              <a:noFill/>
              <a:prstDash val="solid"/>
              <a:miter/>
            </a:ln>
          </p:spPr>
          <p:txBody>
            <a:bodyPr rtlCol="0" anchor="ctr"/>
            <a:lstStyle/>
            <a:p>
              <a:endParaRPr lang="en-US"/>
            </a:p>
          </p:txBody>
        </p:sp>
      </p:grpSp>
      <p:grpSp>
        <p:nvGrpSpPr>
          <p:cNvPr id="451" name="Graphic 4">
            <a:extLst>
              <a:ext uri="{FF2B5EF4-FFF2-40B4-BE49-F238E27FC236}">
                <a16:creationId xmlns:a16="http://schemas.microsoft.com/office/drawing/2014/main" id="{76652AD5-9E66-2B42-A46B-9A3012F35AD6}"/>
              </a:ext>
            </a:extLst>
          </p:cNvPr>
          <p:cNvGrpSpPr/>
          <p:nvPr/>
        </p:nvGrpSpPr>
        <p:grpSpPr>
          <a:xfrm>
            <a:off x="5711588" y="3339623"/>
            <a:ext cx="362312" cy="361971"/>
            <a:chOff x="4660820" y="3339623"/>
            <a:chExt cx="362312" cy="361971"/>
          </a:xfrm>
          <a:solidFill>
            <a:srgbClr val="43B02A"/>
          </a:solidFill>
        </p:grpSpPr>
        <p:sp>
          <p:nvSpPr>
            <p:cNvPr id="452" name="Graphic 4">
              <a:extLst>
                <a:ext uri="{FF2B5EF4-FFF2-40B4-BE49-F238E27FC236}">
                  <a16:creationId xmlns:a16="http://schemas.microsoft.com/office/drawing/2014/main" id="{F947CC6D-D76B-6E4F-A3F6-398524D6737A}"/>
                </a:ext>
              </a:extLst>
            </p:cNvPr>
            <p:cNvSpPr/>
            <p:nvPr/>
          </p:nvSpPr>
          <p:spPr>
            <a:xfrm>
              <a:off x="4660820" y="333962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lnTo>
                    <a:pt x="181474" y="349204"/>
                  </a:lnTo>
                  <a:close/>
                </a:path>
              </a:pathLst>
            </a:custGeom>
            <a:solidFill>
              <a:srgbClr val="43B02A"/>
            </a:solidFill>
            <a:ln w="6390" cap="flat">
              <a:noFill/>
              <a:prstDash val="solid"/>
              <a:miter/>
            </a:ln>
          </p:spPr>
          <p:txBody>
            <a:bodyPr rtlCol="0" anchor="ctr"/>
            <a:lstStyle/>
            <a:p>
              <a:endParaRPr lang="en-US"/>
            </a:p>
          </p:txBody>
        </p:sp>
        <p:sp>
          <p:nvSpPr>
            <p:cNvPr id="453" name="Graphic 4">
              <a:extLst>
                <a:ext uri="{FF2B5EF4-FFF2-40B4-BE49-F238E27FC236}">
                  <a16:creationId xmlns:a16="http://schemas.microsoft.com/office/drawing/2014/main" id="{7228AEC2-2F5A-BC4A-A737-3F586D95BCAD}"/>
                </a:ext>
              </a:extLst>
            </p:cNvPr>
            <p:cNvSpPr/>
            <p:nvPr/>
          </p:nvSpPr>
          <p:spPr>
            <a:xfrm>
              <a:off x="4733026" y="3448151"/>
              <a:ext cx="218018" cy="145396"/>
            </a:xfrm>
            <a:custGeom>
              <a:avLst/>
              <a:gdLst>
                <a:gd name="connsiteX0" fmla="*/ 198088 w 218018"/>
                <a:gd name="connsiteY0" fmla="*/ 44050 h 145396"/>
                <a:gd name="connsiteX1" fmla="*/ 160387 w 218018"/>
                <a:gd name="connsiteY1" fmla="*/ 44050 h 145396"/>
                <a:gd name="connsiteX2" fmla="*/ 160387 w 218018"/>
                <a:gd name="connsiteY2" fmla="*/ 6384 h 145396"/>
                <a:gd name="connsiteX3" fmla="*/ 153997 w 218018"/>
                <a:gd name="connsiteY3" fmla="*/ 0 h 145396"/>
                <a:gd name="connsiteX4" fmla="*/ 6390 w 218018"/>
                <a:gd name="connsiteY4" fmla="*/ 0 h 145396"/>
                <a:gd name="connsiteX5" fmla="*/ 0 w 218018"/>
                <a:gd name="connsiteY5" fmla="*/ 6384 h 145396"/>
                <a:gd name="connsiteX6" fmla="*/ 0 w 218018"/>
                <a:gd name="connsiteY6" fmla="*/ 124488 h 145396"/>
                <a:gd name="connsiteX7" fmla="*/ 6390 w 218018"/>
                <a:gd name="connsiteY7" fmla="*/ 130872 h 145396"/>
                <a:gd name="connsiteX8" fmla="*/ 23004 w 218018"/>
                <a:gd name="connsiteY8" fmla="*/ 130872 h 145396"/>
                <a:gd name="connsiteX9" fmla="*/ 49203 w 218018"/>
                <a:gd name="connsiteY9" fmla="*/ 144278 h 145396"/>
                <a:gd name="connsiteX10" fmla="*/ 62621 w 218018"/>
                <a:gd name="connsiteY10" fmla="*/ 130872 h 145396"/>
                <a:gd name="connsiteX11" fmla="*/ 147607 w 218018"/>
                <a:gd name="connsiteY11" fmla="*/ 130872 h 145396"/>
                <a:gd name="connsiteX12" fmla="*/ 173806 w 218018"/>
                <a:gd name="connsiteY12" fmla="*/ 144278 h 145396"/>
                <a:gd name="connsiteX13" fmla="*/ 187225 w 218018"/>
                <a:gd name="connsiteY13" fmla="*/ 130872 h 145396"/>
                <a:gd name="connsiteX14" fmla="*/ 211507 w 218018"/>
                <a:gd name="connsiteY14" fmla="*/ 130872 h 145396"/>
                <a:gd name="connsiteX15" fmla="*/ 217897 w 218018"/>
                <a:gd name="connsiteY15" fmla="*/ 124488 h 145396"/>
                <a:gd name="connsiteX16" fmla="*/ 217897 w 218018"/>
                <a:gd name="connsiteY16" fmla="*/ 65755 h 145396"/>
                <a:gd name="connsiteX17" fmla="*/ 198088 w 218018"/>
                <a:gd name="connsiteY17" fmla="*/ 44050 h 145396"/>
                <a:gd name="connsiteX18" fmla="*/ 198088 w 218018"/>
                <a:gd name="connsiteY18" fmla="*/ 44050 h 145396"/>
                <a:gd name="connsiteX19" fmla="*/ 42813 w 218018"/>
                <a:gd name="connsiteY19" fmla="*/ 132149 h 145396"/>
                <a:gd name="connsiteX20" fmla="*/ 35145 w 218018"/>
                <a:gd name="connsiteY20" fmla="*/ 123211 h 145396"/>
                <a:gd name="connsiteX21" fmla="*/ 42813 w 218018"/>
                <a:gd name="connsiteY21" fmla="*/ 115550 h 145396"/>
                <a:gd name="connsiteX22" fmla="*/ 51758 w 218018"/>
                <a:gd name="connsiteY22" fmla="*/ 123211 h 145396"/>
                <a:gd name="connsiteX23" fmla="*/ 44090 w 218018"/>
                <a:gd name="connsiteY23" fmla="*/ 132149 h 145396"/>
                <a:gd name="connsiteX24" fmla="*/ 42813 w 218018"/>
                <a:gd name="connsiteY24" fmla="*/ 132149 h 145396"/>
                <a:gd name="connsiteX25" fmla="*/ 168055 w 218018"/>
                <a:gd name="connsiteY25" fmla="*/ 132149 h 145396"/>
                <a:gd name="connsiteX26" fmla="*/ 159748 w 218018"/>
                <a:gd name="connsiteY26" fmla="*/ 123849 h 145396"/>
                <a:gd name="connsiteX27" fmla="*/ 168055 w 218018"/>
                <a:gd name="connsiteY27" fmla="*/ 115550 h 145396"/>
                <a:gd name="connsiteX28" fmla="*/ 176362 w 218018"/>
                <a:gd name="connsiteY28" fmla="*/ 123849 h 145396"/>
                <a:gd name="connsiteX29" fmla="*/ 176362 w 218018"/>
                <a:gd name="connsiteY29" fmla="*/ 123849 h 145396"/>
                <a:gd name="connsiteX30" fmla="*/ 168055 w 218018"/>
                <a:gd name="connsiteY30" fmla="*/ 132149 h 145396"/>
                <a:gd name="connsiteX31" fmla="*/ 168055 w 218018"/>
                <a:gd name="connsiteY31" fmla="*/ 132149 h 145396"/>
                <a:gd name="connsiteX32" fmla="*/ 168055 w 218018"/>
                <a:gd name="connsiteY32" fmla="*/ 132149 h 145396"/>
                <a:gd name="connsiteX33" fmla="*/ 206395 w 218018"/>
                <a:gd name="connsiteY33" fmla="*/ 118104 h 145396"/>
                <a:gd name="connsiteX34" fmla="*/ 188503 w 218018"/>
                <a:gd name="connsiteY34" fmla="*/ 118104 h 145396"/>
                <a:gd name="connsiteX35" fmla="*/ 162304 w 218018"/>
                <a:gd name="connsiteY35" fmla="*/ 104059 h 145396"/>
                <a:gd name="connsiteX36" fmla="*/ 148247 w 218018"/>
                <a:gd name="connsiteY36" fmla="*/ 118104 h 145396"/>
                <a:gd name="connsiteX37" fmla="*/ 62621 w 218018"/>
                <a:gd name="connsiteY37" fmla="*/ 118104 h 145396"/>
                <a:gd name="connsiteX38" fmla="*/ 36423 w 218018"/>
                <a:gd name="connsiteY38" fmla="*/ 104697 h 145396"/>
                <a:gd name="connsiteX39" fmla="*/ 23004 w 218018"/>
                <a:gd name="connsiteY39" fmla="*/ 118104 h 145396"/>
                <a:gd name="connsiteX40" fmla="*/ 12780 w 218018"/>
                <a:gd name="connsiteY40" fmla="*/ 118104 h 145396"/>
                <a:gd name="connsiteX41" fmla="*/ 12780 w 218018"/>
                <a:gd name="connsiteY41" fmla="*/ 12768 h 145396"/>
                <a:gd name="connsiteX42" fmla="*/ 146969 w 218018"/>
                <a:gd name="connsiteY42" fmla="*/ 12768 h 145396"/>
                <a:gd name="connsiteX43" fmla="*/ 146969 w 218018"/>
                <a:gd name="connsiteY43" fmla="*/ 79800 h 145396"/>
                <a:gd name="connsiteX44" fmla="*/ 153358 w 218018"/>
                <a:gd name="connsiteY44" fmla="*/ 86184 h 145396"/>
                <a:gd name="connsiteX45" fmla="*/ 159748 w 218018"/>
                <a:gd name="connsiteY45" fmla="*/ 79800 h 145396"/>
                <a:gd name="connsiteX46" fmla="*/ 159748 w 218018"/>
                <a:gd name="connsiteY46" fmla="*/ 56818 h 145396"/>
                <a:gd name="connsiteX47" fmla="*/ 197449 w 218018"/>
                <a:gd name="connsiteY47" fmla="*/ 56818 h 145396"/>
                <a:gd name="connsiteX48" fmla="*/ 205756 w 218018"/>
                <a:gd name="connsiteY48" fmla="*/ 65117 h 145396"/>
                <a:gd name="connsiteX49" fmla="*/ 206395 w 218018"/>
                <a:gd name="connsiteY49" fmla="*/ 118104 h 145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18018" h="145396">
                  <a:moveTo>
                    <a:pt x="198088" y="44050"/>
                  </a:moveTo>
                  <a:lnTo>
                    <a:pt x="160387" y="44050"/>
                  </a:lnTo>
                  <a:lnTo>
                    <a:pt x="160387" y="6384"/>
                  </a:lnTo>
                  <a:cubicBezTo>
                    <a:pt x="160387" y="2554"/>
                    <a:pt x="157832" y="0"/>
                    <a:pt x="153997" y="0"/>
                  </a:cubicBezTo>
                  <a:lnTo>
                    <a:pt x="6390" y="0"/>
                  </a:lnTo>
                  <a:cubicBezTo>
                    <a:pt x="2556" y="0"/>
                    <a:pt x="0" y="2554"/>
                    <a:pt x="0" y="6384"/>
                  </a:cubicBezTo>
                  <a:lnTo>
                    <a:pt x="0" y="124488"/>
                  </a:lnTo>
                  <a:cubicBezTo>
                    <a:pt x="0" y="128318"/>
                    <a:pt x="2556" y="130872"/>
                    <a:pt x="6390" y="130872"/>
                  </a:cubicBezTo>
                  <a:lnTo>
                    <a:pt x="23004" y="130872"/>
                  </a:lnTo>
                  <a:cubicBezTo>
                    <a:pt x="26199" y="141724"/>
                    <a:pt x="38340" y="148108"/>
                    <a:pt x="49203" y="144278"/>
                  </a:cubicBezTo>
                  <a:cubicBezTo>
                    <a:pt x="55593" y="142363"/>
                    <a:pt x="60704" y="137256"/>
                    <a:pt x="62621" y="130872"/>
                  </a:cubicBezTo>
                  <a:lnTo>
                    <a:pt x="147607" y="130872"/>
                  </a:lnTo>
                  <a:cubicBezTo>
                    <a:pt x="151442" y="141724"/>
                    <a:pt x="162943" y="148108"/>
                    <a:pt x="173806" y="144278"/>
                  </a:cubicBezTo>
                  <a:cubicBezTo>
                    <a:pt x="180196" y="142363"/>
                    <a:pt x="185308" y="137256"/>
                    <a:pt x="187225" y="130872"/>
                  </a:cubicBezTo>
                  <a:lnTo>
                    <a:pt x="211507" y="130872"/>
                  </a:lnTo>
                  <a:cubicBezTo>
                    <a:pt x="215341" y="130872"/>
                    <a:pt x="217897" y="128318"/>
                    <a:pt x="217897" y="124488"/>
                  </a:cubicBezTo>
                  <a:lnTo>
                    <a:pt x="217897" y="65755"/>
                  </a:lnTo>
                  <a:cubicBezTo>
                    <a:pt x="219175" y="54264"/>
                    <a:pt x="210229" y="44050"/>
                    <a:pt x="198088" y="44050"/>
                  </a:cubicBezTo>
                  <a:cubicBezTo>
                    <a:pt x="198088" y="44050"/>
                    <a:pt x="198088" y="44050"/>
                    <a:pt x="198088" y="44050"/>
                  </a:cubicBezTo>
                  <a:close/>
                  <a:moveTo>
                    <a:pt x="42813" y="132149"/>
                  </a:moveTo>
                  <a:cubicBezTo>
                    <a:pt x="38340" y="131510"/>
                    <a:pt x="34505" y="127680"/>
                    <a:pt x="35145" y="123211"/>
                  </a:cubicBezTo>
                  <a:cubicBezTo>
                    <a:pt x="35783" y="119381"/>
                    <a:pt x="38978" y="116189"/>
                    <a:pt x="42813" y="115550"/>
                  </a:cubicBezTo>
                  <a:cubicBezTo>
                    <a:pt x="47285" y="114912"/>
                    <a:pt x="51758" y="118742"/>
                    <a:pt x="51758" y="123211"/>
                  </a:cubicBezTo>
                  <a:cubicBezTo>
                    <a:pt x="52398" y="127680"/>
                    <a:pt x="48563" y="132149"/>
                    <a:pt x="44090" y="132149"/>
                  </a:cubicBezTo>
                  <a:cubicBezTo>
                    <a:pt x="44090" y="132787"/>
                    <a:pt x="43451" y="132787"/>
                    <a:pt x="42813" y="132149"/>
                  </a:cubicBezTo>
                  <a:close/>
                  <a:moveTo>
                    <a:pt x="168055" y="132149"/>
                  </a:moveTo>
                  <a:cubicBezTo>
                    <a:pt x="163582" y="132149"/>
                    <a:pt x="159748" y="128318"/>
                    <a:pt x="159748" y="123849"/>
                  </a:cubicBezTo>
                  <a:cubicBezTo>
                    <a:pt x="159748" y="119381"/>
                    <a:pt x="163582" y="115550"/>
                    <a:pt x="168055" y="115550"/>
                  </a:cubicBezTo>
                  <a:cubicBezTo>
                    <a:pt x="172528" y="115550"/>
                    <a:pt x="176362" y="119381"/>
                    <a:pt x="176362" y="123849"/>
                  </a:cubicBezTo>
                  <a:cubicBezTo>
                    <a:pt x="176362" y="123849"/>
                    <a:pt x="176362" y="123849"/>
                    <a:pt x="176362" y="123849"/>
                  </a:cubicBezTo>
                  <a:cubicBezTo>
                    <a:pt x="176362" y="128957"/>
                    <a:pt x="172528" y="132787"/>
                    <a:pt x="168055" y="132149"/>
                  </a:cubicBezTo>
                  <a:cubicBezTo>
                    <a:pt x="168055" y="132787"/>
                    <a:pt x="168055" y="132787"/>
                    <a:pt x="168055" y="132149"/>
                  </a:cubicBezTo>
                  <a:lnTo>
                    <a:pt x="168055" y="132149"/>
                  </a:lnTo>
                  <a:close/>
                  <a:moveTo>
                    <a:pt x="206395" y="118104"/>
                  </a:moveTo>
                  <a:lnTo>
                    <a:pt x="188503" y="118104"/>
                  </a:lnTo>
                  <a:cubicBezTo>
                    <a:pt x="185308" y="107251"/>
                    <a:pt x="173167" y="100867"/>
                    <a:pt x="162304" y="104059"/>
                  </a:cubicBezTo>
                  <a:cubicBezTo>
                    <a:pt x="155914" y="105974"/>
                    <a:pt x="150164" y="111081"/>
                    <a:pt x="148247" y="118104"/>
                  </a:cubicBezTo>
                  <a:lnTo>
                    <a:pt x="62621" y="118104"/>
                  </a:lnTo>
                  <a:cubicBezTo>
                    <a:pt x="59426" y="107251"/>
                    <a:pt x="47285" y="100867"/>
                    <a:pt x="36423" y="104697"/>
                  </a:cubicBezTo>
                  <a:cubicBezTo>
                    <a:pt x="30033" y="106613"/>
                    <a:pt x="24921" y="111720"/>
                    <a:pt x="23004" y="118104"/>
                  </a:cubicBezTo>
                  <a:lnTo>
                    <a:pt x="12780" y="118104"/>
                  </a:lnTo>
                  <a:lnTo>
                    <a:pt x="12780" y="12768"/>
                  </a:lnTo>
                  <a:lnTo>
                    <a:pt x="146969" y="12768"/>
                  </a:lnTo>
                  <a:lnTo>
                    <a:pt x="146969" y="79800"/>
                  </a:lnTo>
                  <a:cubicBezTo>
                    <a:pt x="146969" y="83630"/>
                    <a:pt x="149524" y="86184"/>
                    <a:pt x="153358" y="86184"/>
                  </a:cubicBezTo>
                  <a:cubicBezTo>
                    <a:pt x="157192" y="86184"/>
                    <a:pt x="159748" y="83630"/>
                    <a:pt x="159748" y="79800"/>
                  </a:cubicBezTo>
                  <a:lnTo>
                    <a:pt x="159748" y="56818"/>
                  </a:lnTo>
                  <a:lnTo>
                    <a:pt x="197449" y="56818"/>
                  </a:lnTo>
                  <a:cubicBezTo>
                    <a:pt x="201922" y="56818"/>
                    <a:pt x="205756" y="60648"/>
                    <a:pt x="205756" y="65117"/>
                  </a:cubicBezTo>
                  <a:lnTo>
                    <a:pt x="206395" y="118104"/>
                  </a:lnTo>
                  <a:close/>
                </a:path>
              </a:pathLst>
            </a:custGeom>
            <a:solidFill>
              <a:srgbClr val="43B02A"/>
            </a:solidFill>
            <a:ln w="6390" cap="flat">
              <a:noFill/>
              <a:prstDash val="solid"/>
              <a:miter/>
            </a:ln>
          </p:spPr>
          <p:txBody>
            <a:bodyPr rtlCol="0" anchor="ctr"/>
            <a:lstStyle/>
            <a:p>
              <a:endParaRPr lang="en-US"/>
            </a:p>
          </p:txBody>
        </p:sp>
      </p:grpSp>
      <p:grpSp>
        <p:nvGrpSpPr>
          <p:cNvPr id="454" name="Graphic 4">
            <a:extLst>
              <a:ext uri="{FF2B5EF4-FFF2-40B4-BE49-F238E27FC236}">
                <a16:creationId xmlns:a16="http://schemas.microsoft.com/office/drawing/2014/main" id="{4A6DC46D-A331-5A43-99B4-11DCD22EFA18}"/>
              </a:ext>
            </a:extLst>
          </p:cNvPr>
          <p:cNvGrpSpPr/>
          <p:nvPr/>
        </p:nvGrpSpPr>
        <p:grpSpPr>
          <a:xfrm>
            <a:off x="905454" y="4308712"/>
            <a:ext cx="362309" cy="361971"/>
            <a:chOff x="905454" y="4308712"/>
            <a:chExt cx="362309" cy="361971"/>
          </a:xfrm>
          <a:solidFill>
            <a:srgbClr val="26890D"/>
          </a:solidFill>
        </p:grpSpPr>
        <p:sp>
          <p:nvSpPr>
            <p:cNvPr id="455" name="Graphic 4">
              <a:extLst>
                <a:ext uri="{FF2B5EF4-FFF2-40B4-BE49-F238E27FC236}">
                  <a16:creationId xmlns:a16="http://schemas.microsoft.com/office/drawing/2014/main" id="{333B1CA0-E874-484C-AE81-75ADF09263D8}"/>
                </a:ext>
              </a:extLst>
            </p:cNvPr>
            <p:cNvSpPr/>
            <p:nvPr/>
          </p:nvSpPr>
          <p:spPr>
            <a:xfrm>
              <a:off x="1072231" y="4400641"/>
              <a:ext cx="28115" cy="28089"/>
            </a:xfrm>
            <a:custGeom>
              <a:avLst/>
              <a:gdLst>
                <a:gd name="connsiteX0" fmla="*/ 28116 w 28115"/>
                <a:gd name="connsiteY0" fmla="*/ 14045 h 28089"/>
                <a:gd name="connsiteX1" fmla="*/ 14058 w 28115"/>
                <a:gd name="connsiteY1" fmla="*/ 0 h 28089"/>
                <a:gd name="connsiteX2" fmla="*/ 0 w 28115"/>
                <a:gd name="connsiteY2" fmla="*/ 14045 h 28089"/>
                <a:gd name="connsiteX3" fmla="*/ 14058 w 28115"/>
                <a:gd name="connsiteY3" fmla="*/ 28089 h 28089"/>
                <a:gd name="connsiteX4" fmla="*/ 28116 w 28115"/>
                <a:gd name="connsiteY4" fmla="*/ 14045 h 28089"/>
                <a:gd name="connsiteX5" fmla="*/ 28116 w 28115"/>
                <a:gd name="connsiteY5" fmla="*/ 14045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115" h="28089">
                  <a:moveTo>
                    <a:pt x="28116" y="14045"/>
                  </a:moveTo>
                  <a:cubicBezTo>
                    <a:pt x="28116" y="6384"/>
                    <a:pt x="21726" y="0"/>
                    <a:pt x="14058" y="0"/>
                  </a:cubicBezTo>
                  <a:cubicBezTo>
                    <a:pt x="6390" y="0"/>
                    <a:pt x="0" y="6384"/>
                    <a:pt x="0" y="14045"/>
                  </a:cubicBezTo>
                  <a:cubicBezTo>
                    <a:pt x="0" y="21705"/>
                    <a:pt x="6390" y="28089"/>
                    <a:pt x="14058" y="28089"/>
                  </a:cubicBezTo>
                  <a:cubicBezTo>
                    <a:pt x="21726" y="28089"/>
                    <a:pt x="28116" y="21705"/>
                    <a:pt x="28116" y="14045"/>
                  </a:cubicBezTo>
                  <a:cubicBezTo>
                    <a:pt x="28116" y="14045"/>
                    <a:pt x="28116" y="14045"/>
                    <a:pt x="28116" y="14045"/>
                  </a:cubicBezTo>
                  <a:close/>
                </a:path>
              </a:pathLst>
            </a:custGeom>
            <a:solidFill>
              <a:srgbClr val="26890D"/>
            </a:solidFill>
            <a:ln w="6390" cap="flat">
              <a:noFill/>
              <a:prstDash val="solid"/>
              <a:miter/>
            </a:ln>
          </p:spPr>
          <p:txBody>
            <a:bodyPr rtlCol="0" anchor="ctr"/>
            <a:lstStyle/>
            <a:p>
              <a:endParaRPr lang="en-US"/>
            </a:p>
          </p:txBody>
        </p:sp>
        <p:sp>
          <p:nvSpPr>
            <p:cNvPr id="456" name="Graphic 4">
              <a:extLst>
                <a:ext uri="{FF2B5EF4-FFF2-40B4-BE49-F238E27FC236}">
                  <a16:creationId xmlns:a16="http://schemas.microsoft.com/office/drawing/2014/main" id="{DAF23148-9649-FD41-8D40-38D00BB01ECE}"/>
                </a:ext>
              </a:extLst>
            </p:cNvPr>
            <p:cNvSpPr/>
            <p:nvPr/>
          </p:nvSpPr>
          <p:spPr>
            <a:xfrm>
              <a:off x="905454" y="4308712"/>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65821 w 362309"/>
                <a:gd name="connsiteY6" fmla="*/ 247698 h 361971"/>
                <a:gd name="connsiteX7" fmla="*/ 263265 w 362309"/>
                <a:gd name="connsiteY7" fmla="*/ 248337 h 361971"/>
                <a:gd name="connsiteX8" fmla="*/ 257514 w 362309"/>
                <a:gd name="connsiteY8" fmla="*/ 245145 h 361971"/>
                <a:gd name="connsiteX9" fmla="*/ 255597 w 362309"/>
                <a:gd name="connsiteY9" fmla="*/ 241953 h 361971"/>
                <a:gd name="connsiteX10" fmla="*/ 133550 w 362309"/>
                <a:gd name="connsiteY10" fmla="*/ 269404 h 361971"/>
                <a:gd name="connsiteX11" fmla="*/ 106073 w 362309"/>
                <a:gd name="connsiteY11" fmla="*/ 241953 h 361971"/>
                <a:gd name="connsiteX12" fmla="*/ 104156 w 362309"/>
                <a:gd name="connsiteY12" fmla="*/ 245145 h 361971"/>
                <a:gd name="connsiteX13" fmla="*/ 98405 w 362309"/>
                <a:gd name="connsiteY13" fmla="*/ 248337 h 361971"/>
                <a:gd name="connsiteX14" fmla="*/ 95849 w 362309"/>
                <a:gd name="connsiteY14" fmla="*/ 247698 h 361971"/>
                <a:gd name="connsiteX15" fmla="*/ 92654 w 362309"/>
                <a:gd name="connsiteY15" fmla="*/ 239399 h 361971"/>
                <a:gd name="connsiteX16" fmla="*/ 92654 w 362309"/>
                <a:gd name="connsiteY16" fmla="*/ 239399 h 361971"/>
                <a:gd name="connsiteX17" fmla="*/ 99683 w 362309"/>
                <a:gd name="connsiteY17" fmla="*/ 225993 h 361971"/>
                <a:gd name="connsiteX18" fmla="*/ 105434 w 362309"/>
                <a:gd name="connsiteY18" fmla="*/ 222801 h 361971"/>
                <a:gd name="connsiteX19" fmla="*/ 118853 w 362309"/>
                <a:gd name="connsiteY19" fmla="*/ 222801 h 361971"/>
                <a:gd name="connsiteX20" fmla="*/ 125243 w 362309"/>
                <a:gd name="connsiteY20" fmla="*/ 229185 h 361971"/>
                <a:gd name="connsiteX21" fmla="*/ 118853 w 362309"/>
                <a:gd name="connsiteY21" fmla="*/ 235569 h 361971"/>
                <a:gd name="connsiteX22" fmla="*/ 116936 w 362309"/>
                <a:gd name="connsiteY22" fmla="*/ 235569 h 361971"/>
                <a:gd name="connsiteX23" fmla="*/ 174445 w 362309"/>
                <a:gd name="connsiteY23" fmla="*/ 270042 h 361971"/>
                <a:gd name="connsiteX24" fmla="*/ 174445 w 362309"/>
                <a:gd name="connsiteY24" fmla="*/ 167260 h 361971"/>
                <a:gd name="connsiteX25" fmla="*/ 160387 w 362309"/>
                <a:gd name="connsiteY25" fmla="*/ 167260 h 361971"/>
                <a:gd name="connsiteX26" fmla="*/ 153998 w 362309"/>
                <a:gd name="connsiteY26" fmla="*/ 160876 h 361971"/>
                <a:gd name="connsiteX27" fmla="*/ 160387 w 362309"/>
                <a:gd name="connsiteY27" fmla="*/ 154492 h 361971"/>
                <a:gd name="connsiteX28" fmla="*/ 174445 w 362309"/>
                <a:gd name="connsiteY28" fmla="*/ 154492 h 361971"/>
                <a:gd name="connsiteX29" fmla="*/ 174445 w 362309"/>
                <a:gd name="connsiteY29" fmla="*/ 132149 h 361971"/>
                <a:gd name="connsiteX30" fmla="*/ 154636 w 362309"/>
                <a:gd name="connsiteY30" fmla="*/ 99590 h 361971"/>
                <a:gd name="connsiteX31" fmla="*/ 187225 w 362309"/>
                <a:gd name="connsiteY31" fmla="*/ 79800 h 361971"/>
                <a:gd name="connsiteX32" fmla="*/ 207034 w 362309"/>
                <a:gd name="connsiteY32" fmla="*/ 112358 h 361971"/>
                <a:gd name="connsiteX33" fmla="*/ 187225 w 362309"/>
                <a:gd name="connsiteY33" fmla="*/ 132149 h 361971"/>
                <a:gd name="connsiteX34" fmla="*/ 187225 w 362309"/>
                <a:gd name="connsiteY34" fmla="*/ 154492 h 361971"/>
                <a:gd name="connsiteX35" fmla="*/ 201283 w 362309"/>
                <a:gd name="connsiteY35" fmla="*/ 154492 h 361971"/>
                <a:gd name="connsiteX36" fmla="*/ 207673 w 362309"/>
                <a:gd name="connsiteY36" fmla="*/ 160876 h 361971"/>
                <a:gd name="connsiteX37" fmla="*/ 201283 w 362309"/>
                <a:gd name="connsiteY37" fmla="*/ 167260 h 361971"/>
                <a:gd name="connsiteX38" fmla="*/ 187225 w 362309"/>
                <a:gd name="connsiteY38" fmla="*/ 167260 h 361971"/>
                <a:gd name="connsiteX39" fmla="*/ 187225 w 362309"/>
                <a:gd name="connsiteY39" fmla="*/ 270042 h 361971"/>
                <a:gd name="connsiteX40" fmla="*/ 244735 w 362309"/>
                <a:gd name="connsiteY40" fmla="*/ 235569 h 361971"/>
                <a:gd name="connsiteX41" fmla="*/ 242179 w 362309"/>
                <a:gd name="connsiteY41" fmla="*/ 235569 h 361971"/>
                <a:gd name="connsiteX42" fmla="*/ 235789 w 362309"/>
                <a:gd name="connsiteY42" fmla="*/ 229185 h 361971"/>
                <a:gd name="connsiteX43" fmla="*/ 242179 w 362309"/>
                <a:gd name="connsiteY43" fmla="*/ 222801 h 361971"/>
                <a:gd name="connsiteX44" fmla="*/ 255597 w 362309"/>
                <a:gd name="connsiteY44" fmla="*/ 222801 h 361971"/>
                <a:gd name="connsiteX45" fmla="*/ 261348 w 362309"/>
                <a:gd name="connsiteY45" fmla="*/ 225993 h 361971"/>
                <a:gd name="connsiteX46" fmla="*/ 268377 w 362309"/>
                <a:gd name="connsiteY46" fmla="*/ 239399 h 361971"/>
                <a:gd name="connsiteX47" fmla="*/ 265821 w 362309"/>
                <a:gd name="connsiteY47" fmla="*/ 247698 h 361971"/>
                <a:gd name="connsiteX48" fmla="*/ 265821 w 362309"/>
                <a:gd name="connsiteY48" fmla="*/ 24769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1077"/>
                    <a:pt x="281157" y="0"/>
                    <a:pt x="180835" y="0"/>
                  </a:cubicBezTo>
                  <a:close/>
                  <a:moveTo>
                    <a:pt x="265821" y="247698"/>
                  </a:moveTo>
                  <a:cubicBezTo>
                    <a:pt x="265182" y="248337"/>
                    <a:pt x="263904" y="248337"/>
                    <a:pt x="263265" y="248337"/>
                  </a:cubicBezTo>
                  <a:cubicBezTo>
                    <a:pt x="260709" y="248337"/>
                    <a:pt x="258792" y="247060"/>
                    <a:pt x="257514" y="245145"/>
                  </a:cubicBezTo>
                  <a:lnTo>
                    <a:pt x="255597" y="241953"/>
                  </a:lnTo>
                  <a:cubicBezTo>
                    <a:pt x="229399" y="282810"/>
                    <a:pt x="175084" y="294940"/>
                    <a:pt x="133550" y="269404"/>
                  </a:cubicBezTo>
                  <a:cubicBezTo>
                    <a:pt x="122687" y="262382"/>
                    <a:pt x="113102" y="253444"/>
                    <a:pt x="106073" y="241953"/>
                  </a:cubicBezTo>
                  <a:lnTo>
                    <a:pt x="104156" y="245145"/>
                  </a:lnTo>
                  <a:cubicBezTo>
                    <a:pt x="102878" y="247060"/>
                    <a:pt x="100961" y="248337"/>
                    <a:pt x="98405" y="248337"/>
                  </a:cubicBezTo>
                  <a:cubicBezTo>
                    <a:pt x="97127" y="248337"/>
                    <a:pt x="96488" y="248337"/>
                    <a:pt x="95849" y="247698"/>
                  </a:cubicBezTo>
                  <a:cubicBezTo>
                    <a:pt x="92654" y="246422"/>
                    <a:pt x="91376" y="242591"/>
                    <a:pt x="92654" y="239399"/>
                  </a:cubicBezTo>
                  <a:cubicBezTo>
                    <a:pt x="92654" y="239399"/>
                    <a:pt x="92654" y="239399"/>
                    <a:pt x="92654" y="239399"/>
                  </a:cubicBezTo>
                  <a:lnTo>
                    <a:pt x="99683" y="225993"/>
                  </a:lnTo>
                  <a:cubicBezTo>
                    <a:pt x="100961" y="224078"/>
                    <a:pt x="102878" y="222163"/>
                    <a:pt x="105434" y="222801"/>
                  </a:cubicBezTo>
                  <a:lnTo>
                    <a:pt x="118853" y="222801"/>
                  </a:lnTo>
                  <a:cubicBezTo>
                    <a:pt x="122687" y="222801"/>
                    <a:pt x="125243" y="225355"/>
                    <a:pt x="125243" y="229185"/>
                  </a:cubicBezTo>
                  <a:cubicBezTo>
                    <a:pt x="125243" y="233015"/>
                    <a:pt x="122687" y="235569"/>
                    <a:pt x="118853" y="235569"/>
                  </a:cubicBezTo>
                  <a:lnTo>
                    <a:pt x="116936" y="235569"/>
                  </a:lnTo>
                  <a:cubicBezTo>
                    <a:pt x="129716" y="255359"/>
                    <a:pt x="150803" y="268127"/>
                    <a:pt x="174445" y="270042"/>
                  </a:cubicBezTo>
                  <a:lnTo>
                    <a:pt x="174445" y="167260"/>
                  </a:lnTo>
                  <a:lnTo>
                    <a:pt x="160387" y="167260"/>
                  </a:lnTo>
                  <a:cubicBezTo>
                    <a:pt x="156553" y="167260"/>
                    <a:pt x="153998" y="164707"/>
                    <a:pt x="153998" y="160876"/>
                  </a:cubicBezTo>
                  <a:cubicBezTo>
                    <a:pt x="153998" y="157046"/>
                    <a:pt x="156553" y="154492"/>
                    <a:pt x="160387" y="154492"/>
                  </a:cubicBezTo>
                  <a:lnTo>
                    <a:pt x="174445" y="154492"/>
                  </a:lnTo>
                  <a:lnTo>
                    <a:pt x="174445" y="132149"/>
                  </a:lnTo>
                  <a:cubicBezTo>
                    <a:pt x="159748" y="128318"/>
                    <a:pt x="151441" y="114273"/>
                    <a:pt x="154636" y="99590"/>
                  </a:cubicBezTo>
                  <a:cubicBezTo>
                    <a:pt x="158470" y="84907"/>
                    <a:pt x="172528" y="76608"/>
                    <a:pt x="187225" y="79800"/>
                  </a:cubicBezTo>
                  <a:cubicBezTo>
                    <a:pt x="201922" y="83630"/>
                    <a:pt x="210229" y="97675"/>
                    <a:pt x="207034" y="112358"/>
                  </a:cubicBezTo>
                  <a:cubicBezTo>
                    <a:pt x="204478" y="121934"/>
                    <a:pt x="196810" y="129595"/>
                    <a:pt x="187225" y="132149"/>
                  </a:cubicBezTo>
                  <a:lnTo>
                    <a:pt x="187225" y="154492"/>
                  </a:lnTo>
                  <a:lnTo>
                    <a:pt x="201283" y="154492"/>
                  </a:lnTo>
                  <a:cubicBezTo>
                    <a:pt x="205117" y="154492"/>
                    <a:pt x="207673" y="157046"/>
                    <a:pt x="207673" y="160876"/>
                  </a:cubicBezTo>
                  <a:cubicBezTo>
                    <a:pt x="207673" y="164707"/>
                    <a:pt x="205117" y="167260"/>
                    <a:pt x="201283" y="167260"/>
                  </a:cubicBezTo>
                  <a:lnTo>
                    <a:pt x="187225" y="167260"/>
                  </a:lnTo>
                  <a:lnTo>
                    <a:pt x="187225" y="270042"/>
                  </a:lnTo>
                  <a:cubicBezTo>
                    <a:pt x="210868" y="268127"/>
                    <a:pt x="231955" y="255359"/>
                    <a:pt x="244735" y="235569"/>
                  </a:cubicBezTo>
                  <a:lnTo>
                    <a:pt x="242179" y="235569"/>
                  </a:lnTo>
                  <a:cubicBezTo>
                    <a:pt x="238345" y="235569"/>
                    <a:pt x="235789" y="233015"/>
                    <a:pt x="235789" y="229185"/>
                  </a:cubicBezTo>
                  <a:cubicBezTo>
                    <a:pt x="235789" y="225355"/>
                    <a:pt x="238345" y="222801"/>
                    <a:pt x="242179" y="222801"/>
                  </a:cubicBezTo>
                  <a:lnTo>
                    <a:pt x="255597" y="222801"/>
                  </a:lnTo>
                  <a:cubicBezTo>
                    <a:pt x="258154" y="222801"/>
                    <a:pt x="260070" y="224078"/>
                    <a:pt x="261348" y="225993"/>
                  </a:cubicBezTo>
                  <a:lnTo>
                    <a:pt x="268377" y="239399"/>
                  </a:lnTo>
                  <a:cubicBezTo>
                    <a:pt x="270294" y="242591"/>
                    <a:pt x="269016" y="246422"/>
                    <a:pt x="265821" y="247698"/>
                  </a:cubicBezTo>
                  <a:lnTo>
                    <a:pt x="265821" y="247698"/>
                  </a:lnTo>
                  <a:close/>
                </a:path>
              </a:pathLst>
            </a:custGeom>
            <a:solidFill>
              <a:srgbClr val="26890D"/>
            </a:solidFill>
            <a:ln w="6390" cap="flat">
              <a:noFill/>
              <a:prstDash val="solid"/>
              <a:miter/>
            </a:ln>
          </p:spPr>
          <p:txBody>
            <a:bodyPr rtlCol="0" anchor="ctr"/>
            <a:lstStyle/>
            <a:p>
              <a:endParaRPr lang="en-US"/>
            </a:p>
          </p:txBody>
        </p:sp>
      </p:grpSp>
      <p:grpSp>
        <p:nvGrpSpPr>
          <p:cNvPr id="457" name="Graphic 4">
            <a:extLst>
              <a:ext uri="{FF2B5EF4-FFF2-40B4-BE49-F238E27FC236}">
                <a16:creationId xmlns:a16="http://schemas.microsoft.com/office/drawing/2014/main" id="{267A37D1-5200-3047-B763-ABD27262BE12}"/>
              </a:ext>
            </a:extLst>
          </p:cNvPr>
          <p:cNvGrpSpPr/>
          <p:nvPr/>
        </p:nvGrpSpPr>
        <p:grpSpPr>
          <a:xfrm>
            <a:off x="6149937" y="1402723"/>
            <a:ext cx="362309" cy="361971"/>
            <a:chOff x="5099169" y="1402723"/>
            <a:chExt cx="362309" cy="361971"/>
          </a:xfrm>
          <a:solidFill>
            <a:srgbClr val="43B02A"/>
          </a:solidFill>
        </p:grpSpPr>
        <p:sp>
          <p:nvSpPr>
            <p:cNvPr id="458" name="Graphic 4">
              <a:extLst>
                <a:ext uri="{FF2B5EF4-FFF2-40B4-BE49-F238E27FC236}">
                  <a16:creationId xmlns:a16="http://schemas.microsoft.com/office/drawing/2014/main" id="{4F27EC8E-DB8B-DD40-80C4-84DB8016F237}"/>
                </a:ext>
              </a:extLst>
            </p:cNvPr>
            <p:cNvSpPr/>
            <p:nvPr/>
          </p:nvSpPr>
          <p:spPr>
            <a:xfrm>
              <a:off x="5318983" y="1589774"/>
              <a:ext cx="21086" cy="18513"/>
            </a:xfrm>
            <a:custGeom>
              <a:avLst/>
              <a:gdLst>
                <a:gd name="connsiteX0" fmla="*/ 0 w 21086"/>
                <a:gd name="connsiteY0" fmla="*/ 18514 h 18513"/>
                <a:gd name="connsiteX1" fmla="*/ 21087 w 21086"/>
                <a:gd name="connsiteY1" fmla="*/ 18514 h 18513"/>
                <a:gd name="connsiteX2" fmla="*/ 10863 w 21086"/>
                <a:gd name="connsiteY2" fmla="*/ 0 h 18513"/>
                <a:gd name="connsiteX3" fmla="*/ 0 w 21086"/>
                <a:gd name="connsiteY3" fmla="*/ 18514 h 18513"/>
              </a:gdLst>
              <a:ahLst/>
              <a:cxnLst>
                <a:cxn ang="0">
                  <a:pos x="connsiteX0" y="connsiteY0"/>
                </a:cxn>
                <a:cxn ang="0">
                  <a:pos x="connsiteX1" y="connsiteY1"/>
                </a:cxn>
                <a:cxn ang="0">
                  <a:pos x="connsiteX2" y="connsiteY2"/>
                </a:cxn>
                <a:cxn ang="0">
                  <a:pos x="connsiteX3" y="connsiteY3"/>
                </a:cxn>
              </a:cxnLst>
              <a:rect l="l" t="t" r="r" b="b"/>
              <a:pathLst>
                <a:path w="21086" h="18513">
                  <a:moveTo>
                    <a:pt x="0" y="18514"/>
                  </a:moveTo>
                  <a:lnTo>
                    <a:pt x="21087" y="18514"/>
                  </a:lnTo>
                  <a:lnTo>
                    <a:pt x="10863" y="0"/>
                  </a:lnTo>
                  <a:cubicBezTo>
                    <a:pt x="5112" y="4469"/>
                    <a:pt x="1278" y="11491"/>
                    <a:pt x="0" y="18514"/>
                  </a:cubicBezTo>
                  <a:close/>
                </a:path>
              </a:pathLst>
            </a:custGeom>
            <a:solidFill>
              <a:srgbClr val="43B02A"/>
            </a:solidFill>
            <a:ln w="6390" cap="flat">
              <a:noFill/>
              <a:prstDash val="solid"/>
              <a:miter/>
            </a:ln>
          </p:spPr>
          <p:txBody>
            <a:bodyPr rtlCol="0" anchor="ctr"/>
            <a:lstStyle/>
            <a:p>
              <a:endParaRPr lang="en-US"/>
            </a:p>
          </p:txBody>
        </p:sp>
        <p:sp>
          <p:nvSpPr>
            <p:cNvPr id="459" name="Graphic 4">
              <a:extLst>
                <a:ext uri="{FF2B5EF4-FFF2-40B4-BE49-F238E27FC236}">
                  <a16:creationId xmlns:a16="http://schemas.microsoft.com/office/drawing/2014/main" id="{3198F12C-FE2B-D549-A0D7-2541CBE82251}"/>
                </a:ext>
              </a:extLst>
            </p:cNvPr>
            <p:cNvSpPr/>
            <p:nvPr/>
          </p:nvSpPr>
          <p:spPr>
            <a:xfrm>
              <a:off x="5175849" y="1582113"/>
              <a:ext cx="67094" cy="67031"/>
            </a:xfrm>
            <a:custGeom>
              <a:avLst/>
              <a:gdLst>
                <a:gd name="connsiteX0" fmla="*/ 33867 w 67094"/>
                <a:gd name="connsiteY0" fmla="*/ 38942 h 67031"/>
                <a:gd name="connsiteX1" fmla="*/ 31950 w 67094"/>
                <a:gd name="connsiteY1" fmla="*/ 38942 h 67031"/>
                <a:gd name="connsiteX2" fmla="*/ 27477 w 67094"/>
                <a:gd name="connsiteY2" fmla="*/ 31282 h 67031"/>
                <a:gd name="connsiteX3" fmla="*/ 27477 w 67094"/>
                <a:gd name="connsiteY3" fmla="*/ 31282 h 67031"/>
                <a:gd name="connsiteX4" fmla="*/ 37062 w 67094"/>
                <a:gd name="connsiteY4" fmla="*/ 638 h 67031"/>
                <a:gd name="connsiteX5" fmla="*/ 33867 w 67094"/>
                <a:gd name="connsiteY5" fmla="*/ 0 h 67031"/>
                <a:gd name="connsiteX6" fmla="*/ 0 w 67094"/>
                <a:gd name="connsiteY6" fmla="*/ 33197 h 67031"/>
                <a:gd name="connsiteX7" fmla="*/ 33228 w 67094"/>
                <a:gd name="connsiteY7" fmla="*/ 67032 h 67031"/>
                <a:gd name="connsiteX8" fmla="*/ 67094 w 67094"/>
                <a:gd name="connsiteY8" fmla="*/ 33835 h 67031"/>
                <a:gd name="connsiteX9" fmla="*/ 49841 w 67094"/>
                <a:gd name="connsiteY9" fmla="*/ 3830 h 67031"/>
                <a:gd name="connsiteX10" fmla="*/ 40257 w 67094"/>
                <a:gd name="connsiteY10" fmla="*/ 34474 h 67031"/>
                <a:gd name="connsiteX11" fmla="*/ 33867 w 67094"/>
                <a:gd name="connsiteY11" fmla="*/ 38942 h 67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7094" h="67031">
                  <a:moveTo>
                    <a:pt x="33867" y="38942"/>
                  </a:moveTo>
                  <a:cubicBezTo>
                    <a:pt x="33228" y="38942"/>
                    <a:pt x="32589" y="38942"/>
                    <a:pt x="31950" y="38942"/>
                  </a:cubicBezTo>
                  <a:cubicBezTo>
                    <a:pt x="28755" y="37666"/>
                    <a:pt x="26838" y="34474"/>
                    <a:pt x="27477" y="31282"/>
                  </a:cubicBezTo>
                  <a:cubicBezTo>
                    <a:pt x="27477" y="31282"/>
                    <a:pt x="27477" y="31282"/>
                    <a:pt x="27477" y="31282"/>
                  </a:cubicBezTo>
                  <a:lnTo>
                    <a:pt x="37062" y="638"/>
                  </a:lnTo>
                  <a:cubicBezTo>
                    <a:pt x="35783" y="638"/>
                    <a:pt x="35145" y="0"/>
                    <a:pt x="33867" y="0"/>
                  </a:cubicBezTo>
                  <a:cubicBezTo>
                    <a:pt x="15336" y="0"/>
                    <a:pt x="0" y="14683"/>
                    <a:pt x="0" y="33197"/>
                  </a:cubicBezTo>
                  <a:cubicBezTo>
                    <a:pt x="0" y="51710"/>
                    <a:pt x="14697" y="67032"/>
                    <a:pt x="33228" y="67032"/>
                  </a:cubicBezTo>
                  <a:cubicBezTo>
                    <a:pt x="51758" y="67032"/>
                    <a:pt x="67094" y="52349"/>
                    <a:pt x="67094" y="33835"/>
                  </a:cubicBezTo>
                  <a:cubicBezTo>
                    <a:pt x="67094" y="21706"/>
                    <a:pt x="60704" y="10214"/>
                    <a:pt x="49841" y="3830"/>
                  </a:cubicBezTo>
                  <a:lnTo>
                    <a:pt x="40257" y="34474"/>
                  </a:lnTo>
                  <a:cubicBezTo>
                    <a:pt x="38978" y="37666"/>
                    <a:pt x="36423" y="38942"/>
                    <a:pt x="33867" y="38942"/>
                  </a:cubicBezTo>
                  <a:close/>
                </a:path>
              </a:pathLst>
            </a:custGeom>
            <a:solidFill>
              <a:srgbClr val="43B02A"/>
            </a:solidFill>
            <a:ln w="6390" cap="flat">
              <a:noFill/>
              <a:prstDash val="solid"/>
              <a:miter/>
            </a:ln>
          </p:spPr>
          <p:txBody>
            <a:bodyPr rtlCol="0" anchor="ctr"/>
            <a:lstStyle/>
            <a:p>
              <a:endParaRPr lang="en-US"/>
            </a:p>
          </p:txBody>
        </p:sp>
        <p:sp>
          <p:nvSpPr>
            <p:cNvPr id="460" name="Graphic 4">
              <a:extLst>
                <a:ext uri="{FF2B5EF4-FFF2-40B4-BE49-F238E27FC236}">
                  <a16:creationId xmlns:a16="http://schemas.microsoft.com/office/drawing/2014/main" id="{E2E83F55-CE6A-B641-A69B-B14E540F068D}"/>
                </a:ext>
              </a:extLst>
            </p:cNvPr>
            <p:cNvSpPr/>
            <p:nvPr/>
          </p:nvSpPr>
          <p:spPr>
            <a:xfrm>
              <a:off x="5290229" y="1556577"/>
              <a:ext cx="33866" cy="51710"/>
            </a:xfrm>
            <a:custGeom>
              <a:avLst/>
              <a:gdLst>
                <a:gd name="connsiteX0" fmla="*/ 15975 w 33866"/>
                <a:gd name="connsiteY0" fmla="*/ 51710 h 51710"/>
                <a:gd name="connsiteX1" fmla="*/ 33867 w 33866"/>
                <a:gd name="connsiteY1" fmla="*/ 21706 h 51710"/>
                <a:gd name="connsiteX2" fmla="*/ 21726 w 33866"/>
                <a:gd name="connsiteY2" fmla="*/ 0 h 51710"/>
                <a:gd name="connsiteX3" fmla="*/ 0 w 33866"/>
                <a:gd name="connsiteY3" fmla="*/ 51710 h 51710"/>
                <a:gd name="connsiteX4" fmla="*/ 15975 w 33866"/>
                <a:gd name="connsiteY4" fmla="*/ 51710 h 51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66" h="51710">
                  <a:moveTo>
                    <a:pt x="15975" y="51710"/>
                  </a:moveTo>
                  <a:cubicBezTo>
                    <a:pt x="17892" y="39581"/>
                    <a:pt x="24282" y="28728"/>
                    <a:pt x="33867" y="21706"/>
                  </a:cubicBezTo>
                  <a:lnTo>
                    <a:pt x="21726" y="0"/>
                  </a:lnTo>
                  <a:lnTo>
                    <a:pt x="0" y="51710"/>
                  </a:lnTo>
                  <a:lnTo>
                    <a:pt x="15975" y="51710"/>
                  </a:lnTo>
                  <a:close/>
                </a:path>
              </a:pathLst>
            </a:custGeom>
            <a:solidFill>
              <a:srgbClr val="43B02A"/>
            </a:solidFill>
            <a:ln w="6390" cap="flat">
              <a:noFill/>
              <a:prstDash val="solid"/>
              <a:miter/>
            </a:ln>
          </p:spPr>
          <p:txBody>
            <a:bodyPr rtlCol="0" anchor="ctr"/>
            <a:lstStyle/>
            <a:p>
              <a:endParaRPr lang="en-US"/>
            </a:p>
          </p:txBody>
        </p:sp>
        <p:sp>
          <p:nvSpPr>
            <p:cNvPr id="461" name="Graphic 4">
              <a:extLst>
                <a:ext uri="{FF2B5EF4-FFF2-40B4-BE49-F238E27FC236}">
                  <a16:creationId xmlns:a16="http://schemas.microsoft.com/office/drawing/2014/main" id="{74FDAFEA-2D40-2843-98B1-26B48CAB25EA}"/>
                </a:ext>
              </a:extLst>
            </p:cNvPr>
            <p:cNvSpPr/>
            <p:nvPr/>
          </p:nvSpPr>
          <p:spPr>
            <a:xfrm>
              <a:off x="5244860" y="1550193"/>
              <a:ext cx="55592" cy="51071"/>
            </a:xfrm>
            <a:custGeom>
              <a:avLst/>
              <a:gdLst>
                <a:gd name="connsiteX0" fmla="*/ 34506 w 55592"/>
                <a:gd name="connsiteY0" fmla="*/ 51072 h 51071"/>
                <a:gd name="connsiteX1" fmla="*/ 55593 w 55592"/>
                <a:gd name="connsiteY1" fmla="*/ 0 h 51071"/>
                <a:gd name="connsiteX2" fmla="*/ 0 w 55592"/>
                <a:gd name="connsiteY2" fmla="*/ 0 h 51071"/>
              </a:gdLst>
              <a:ahLst/>
              <a:cxnLst>
                <a:cxn ang="0">
                  <a:pos x="connsiteX0" y="connsiteY0"/>
                </a:cxn>
                <a:cxn ang="0">
                  <a:pos x="connsiteX1" y="connsiteY1"/>
                </a:cxn>
                <a:cxn ang="0">
                  <a:pos x="connsiteX2" y="connsiteY2"/>
                </a:cxn>
              </a:cxnLst>
              <a:rect l="l" t="t" r="r" b="b"/>
              <a:pathLst>
                <a:path w="55592" h="51071">
                  <a:moveTo>
                    <a:pt x="34506" y="51072"/>
                  </a:moveTo>
                  <a:lnTo>
                    <a:pt x="55593" y="0"/>
                  </a:lnTo>
                  <a:lnTo>
                    <a:pt x="0" y="0"/>
                  </a:lnTo>
                  <a:close/>
                </a:path>
              </a:pathLst>
            </a:custGeom>
            <a:solidFill>
              <a:srgbClr val="43B02A"/>
            </a:solidFill>
            <a:ln w="6390" cap="flat">
              <a:noFill/>
              <a:prstDash val="solid"/>
              <a:miter/>
            </a:ln>
          </p:spPr>
          <p:txBody>
            <a:bodyPr rtlCol="0" anchor="ctr"/>
            <a:lstStyle/>
            <a:p>
              <a:endParaRPr lang="en-US"/>
            </a:p>
          </p:txBody>
        </p:sp>
        <p:sp>
          <p:nvSpPr>
            <p:cNvPr id="462" name="Graphic 4">
              <a:extLst>
                <a:ext uri="{FF2B5EF4-FFF2-40B4-BE49-F238E27FC236}">
                  <a16:creationId xmlns:a16="http://schemas.microsoft.com/office/drawing/2014/main" id="{548EA9A0-C76B-3145-A216-FF86FBAB439C}"/>
                </a:ext>
              </a:extLst>
            </p:cNvPr>
            <p:cNvSpPr/>
            <p:nvPr/>
          </p:nvSpPr>
          <p:spPr>
            <a:xfrm>
              <a:off x="5099169" y="14027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51764 w 362309"/>
                <a:gd name="connsiteY7" fmla="*/ 257913 h 361971"/>
                <a:gd name="connsiteX8" fmla="*/ 206395 w 362309"/>
                <a:gd name="connsiteY8" fmla="*/ 218971 h 361971"/>
                <a:gd name="connsiteX9" fmla="*/ 180835 w 362309"/>
                <a:gd name="connsiteY9" fmla="*/ 218971 h 361971"/>
                <a:gd name="connsiteX10" fmla="*/ 178918 w 362309"/>
                <a:gd name="connsiteY10" fmla="*/ 218332 h 361971"/>
                <a:gd name="connsiteX11" fmla="*/ 178918 w 362309"/>
                <a:gd name="connsiteY11" fmla="*/ 218332 h 361971"/>
                <a:gd name="connsiteX12" fmla="*/ 178918 w 362309"/>
                <a:gd name="connsiteY12" fmla="*/ 218332 h 361971"/>
                <a:gd name="connsiteX13" fmla="*/ 177001 w 362309"/>
                <a:gd name="connsiteY13" fmla="*/ 217055 h 361971"/>
                <a:gd name="connsiteX14" fmla="*/ 177001 w 362309"/>
                <a:gd name="connsiteY14" fmla="*/ 217055 h 361971"/>
                <a:gd name="connsiteX15" fmla="*/ 177001 w 362309"/>
                <a:gd name="connsiteY15" fmla="*/ 217055 h 361971"/>
                <a:gd name="connsiteX16" fmla="*/ 176362 w 362309"/>
                <a:gd name="connsiteY16" fmla="*/ 216417 h 361971"/>
                <a:gd name="connsiteX17" fmla="*/ 135467 w 362309"/>
                <a:gd name="connsiteY17" fmla="*/ 155131 h 361971"/>
                <a:gd name="connsiteX18" fmla="*/ 130355 w 362309"/>
                <a:gd name="connsiteY18" fmla="*/ 171729 h 361971"/>
                <a:gd name="connsiteX19" fmla="*/ 153358 w 362309"/>
                <a:gd name="connsiteY19" fmla="*/ 234930 h 361971"/>
                <a:gd name="connsiteX20" fmla="*/ 90098 w 362309"/>
                <a:gd name="connsiteY20" fmla="*/ 257913 h 361971"/>
                <a:gd name="connsiteX21" fmla="*/ 67094 w 362309"/>
                <a:gd name="connsiteY21" fmla="*/ 194711 h 361971"/>
                <a:gd name="connsiteX22" fmla="*/ 118214 w 362309"/>
                <a:gd name="connsiteY22" fmla="*/ 167899 h 361971"/>
                <a:gd name="connsiteX23" fmla="*/ 136106 w 362309"/>
                <a:gd name="connsiteY23" fmla="*/ 109166 h 361971"/>
                <a:gd name="connsiteX24" fmla="*/ 142496 w 362309"/>
                <a:gd name="connsiteY24" fmla="*/ 104697 h 361971"/>
                <a:gd name="connsiteX25" fmla="*/ 158470 w 362309"/>
                <a:gd name="connsiteY25" fmla="*/ 104697 h 361971"/>
                <a:gd name="connsiteX26" fmla="*/ 164860 w 362309"/>
                <a:gd name="connsiteY26" fmla="*/ 111081 h 361971"/>
                <a:gd name="connsiteX27" fmla="*/ 158470 w 362309"/>
                <a:gd name="connsiteY27" fmla="*/ 117465 h 361971"/>
                <a:gd name="connsiteX28" fmla="*/ 147607 w 362309"/>
                <a:gd name="connsiteY28" fmla="*/ 117465 h 361971"/>
                <a:gd name="connsiteX29" fmla="*/ 141857 w 362309"/>
                <a:gd name="connsiteY29" fmla="*/ 135979 h 361971"/>
                <a:gd name="connsiteX30" fmla="*/ 207673 w 362309"/>
                <a:gd name="connsiteY30" fmla="*/ 135979 h 361971"/>
                <a:gd name="connsiteX31" fmla="*/ 212146 w 362309"/>
                <a:gd name="connsiteY31" fmla="*/ 125126 h 361971"/>
                <a:gd name="connsiteX32" fmla="*/ 205756 w 362309"/>
                <a:gd name="connsiteY32" fmla="*/ 125126 h 361971"/>
                <a:gd name="connsiteX33" fmla="*/ 199366 w 362309"/>
                <a:gd name="connsiteY33" fmla="*/ 118742 h 361971"/>
                <a:gd name="connsiteX34" fmla="*/ 205756 w 362309"/>
                <a:gd name="connsiteY34" fmla="*/ 112358 h 361971"/>
                <a:gd name="connsiteX35" fmla="*/ 236428 w 362309"/>
                <a:gd name="connsiteY35" fmla="*/ 112358 h 361971"/>
                <a:gd name="connsiteX36" fmla="*/ 242818 w 362309"/>
                <a:gd name="connsiteY36" fmla="*/ 118742 h 361971"/>
                <a:gd name="connsiteX37" fmla="*/ 236428 w 362309"/>
                <a:gd name="connsiteY37" fmla="*/ 125126 h 361971"/>
                <a:gd name="connsiteX38" fmla="*/ 224926 w 362309"/>
                <a:gd name="connsiteY38" fmla="*/ 125126 h 361971"/>
                <a:gd name="connsiteX39" fmla="*/ 218536 w 362309"/>
                <a:gd name="connsiteY39" fmla="*/ 139809 h 361971"/>
                <a:gd name="connsiteX40" fmla="*/ 235789 w 362309"/>
                <a:gd name="connsiteY40" fmla="*/ 170452 h 361971"/>
                <a:gd name="connsiteX41" fmla="*/ 252403 w 362309"/>
                <a:gd name="connsiteY41" fmla="*/ 167260 h 361971"/>
                <a:gd name="connsiteX42" fmla="*/ 299688 w 362309"/>
                <a:gd name="connsiteY42" fmla="*/ 211310 h 361971"/>
                <a:gd name="connsiteX43" fmla="*/ 255597 w 362309"/>
                <a:gd name="connsiteY43" fmla="*/ 258551 h 361971"/>
                <a:gd name="connsiteX44" fmla="*/ 251764 w 362309"/>
                <a:gd name="connsiteY44" fmla="*/ 257913 h 361971"/>
                <a:gd name="connsiteX45" fmla="*/ 251764 w 362309"/>
                <a:gd name="connsiteY45" fmla="*/ 25791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0438"/>
                    <a:pt x="281157" y="0"/>
                    <a:pt x="181474" y="0"/>
                  </a:cubicBezTo>
                  <a:cubicBezTo>
                    <a:pt x="181474" y="0"/>
                    <a:pt x="181474" y="0"/>
                    <a:pt x="181474" y="0"/>
                  </a:cubicBezTo>
                  <a:close/>
                  <a:moveTo>
                    <a:pt x="251764" y="257913"/>
                  </a:moveTo>
                  <a:cubicBezTo>
                    <a:pt x="228760" y="257913"/>
                    <a:pt x="209590" y="241314"/>
                    <a:pt x="206395" y="218971"/>
                  </a:cubicBezTo>
                  <a:lnTo>
                    <a:pt x="180835" y="218971"/>
                  </a:lnTo>
                  <a:cubicBezTo>
                    <a:pt x="180196" y="218971"/>
                    <a:pt x="179557" y="218971"/>
                    <a:pt x="178918" y="218332"/>
                  </a:cubicBezTo>
                  <a:lnTo>
                    <a:pt x="178918" y="218332"/>
                  </a:lnTo>
                  <a:lnTo>
                    <a:pt x="178918" y="218332"/>
                  </a:lnTo>
                  <a:cubicBezTo>
                    <a:pt x="178279" y="218332"/>
                    <a:pt x="177640" y="217694"/>
                    <a:pt x="177001" y="217055"/>
                  </a:cubicBezTo>
                  <a:lnTo>
                    <a:pt x="177001" y="217055"/>
                  </a:lnTo>
                  <a:lnTo>
                    <a:pt x="177001" y="217055"/>
                  </a:lnTo>
                  <a:lnTo>
                    <a:pt x="176362" y="216417"/>
                  </a:lnTo>
                  <a:lnTo>
                    <a:pt x="135467" y="155131"/>
                  </a:lnTo>
                  <a:lnTo>
                    <a:pt x="130355" y="171729"/>
                  </a:lnTo>
                  <a:cubicBezTo>
                    <a:pt x="153997" y="182582"/>
                    <a:pt x="164221" y="210671"/>
                    <a:pt x="153358" y="234930"/>
                  </a:cubicBezTo>
                  <a:cubicBezTo>
                    <a:pt x="142496" y="258551"/>
                    <a:pt x="114380" y="268766"/>
                    <a:pt x="90098" y="257913"/>
                  </a:cubicBezTo>
                  <a:cubicBezTo>
                    <a:pt x="66456" y="247060"/>
                    <a:pt x="56231" y="218971"/>
                    <a:pt x="67094" y="194711"/>
                  </a:cubicBezTo>
                  <a:cubicBezTo>
                    <a:pt x="76040" y="175560"/>
                    <a:pt x="97127" y="164707"/>
                    <a:pt x="118214" y="167899"/>
                  </a:cubicBezTo>
                  <a:lnTo>
                    <a:pt x="136106" y="109166"/>
                  </a:lnTo>
                  <a:cubicBezTo>
                    <a:pt x="136745" y="106612"/>
                    <a:pt x="139301" y="104697"/>
                    <a:pt x="142496" y="104697"/>
                  </a:cubicBezTo>
                  <a:lnTo>
                    <a:pt x="158470" y="104697"/>
                  </a:lnTo>
                  <a:cubicBezTo>
                    <a:pt x="162305" y="104697"/>
                    <a:pt x="164860" y="107251"/>
                    <a:pt x="164860" y="111081"/>
                  </a:cubicBezTo>
                  <a:cubicBezTo>
                    <a:pt x="164860" y="114912"/>
                    <a:pt x="162305" y="117465"/>
                    <a:pt x="158470" y="117465"/>
                  </a:cubicBezTo>
                  <a:lnTo>
                    <a:pt x="147607" y="117465"/>
                  </a:lnTo>
                  <a:lnTo>
                    <a:pt x="141857" y="135979"/>
                  </a:lnTo>
                  <a:lnTo>
                    <a:pt x="207673" y="135979"/>
                  </a:lnTo>
                  <a:lnTo>
                    <a:pt x="212146" y="125126"/>
                  </a:lnTo>
                  <a:lnTo>
                    <a:pt x="205756" y="125126"/>
                  </a:lnTo>
                  <a:cubicBezTo>
                    <a:pt x="201922" y="125126"/>
                    <a:pt x="199366" y="122572"/>
                    <a:pt x="199366" y="118742"/>
                  </a:cubicBezTo>
                  <a:cubicBezTo>
                    <a:pt x="199366" y="114912"/>
                    <a:pt x="201922" y="112358"/>
                    <a:pt x="205756" y="112358"/>
                  </a:cubicBezTo>
                  <a:lnTo>
                    <a:pt x="236428" y="112358"/>
                  </a:lnTo>
                  <a:cubicBezTo>
                    <a:pt x="240261" y="112358"/>
                    <a:pt x="242818" y="114912"/>
                    <a:pt x="242818" y="118742"/>
                  </a:cubicBezTo>
                  <a:cubicBezTo>
                    <a:pt x="242818" y="122572"/>
                    <a:pt x="240261" y="125126"/>
                    <a:pt x="236428" y="125126"/>
                  </a:cubicBezTo>
                  <a:lnTo>
                    <a:pt x="224926" y="125126"/>
                  </a:lnTo>
                  <a:lnTo>
                    <a:pt x="218536" y="139809"/>
                  </a:lnTo>
                  <a:lnTo>
                    <a:pt x="235789" y="170452"/>
                  </a:lnTo>
                  <a:cubicBezTo>
                    <a:pt x="240901" y="168537"/>
                    <a:pt x="246651" y="167260"/>
                    <a:pt x="252403" y="167260"/>
                  </a:cubicBezTo>
                  <a:cubicBezTo>
                    <a:pt x="277962" y="166622"/>
                    <a:pt x="299049" y="185774"/>
                    <a:pt x="299688" y="211310"/>
                  </a:cubicBezTo>
                  <a:cubicBezTo>
                    <a:pt x="300327" y="236846"/>
                    <a:pt x="281157" y="257913"/>
                    <a:pt x="255597" y="258551"/>
                  </a:cubicBezTo>
                  <a:cubicBezTo>
                    <a:pt x="254319" y="258551"/>
                    <a:pt x="253041" y="258551"/>
                    <a:pt x="251764" y="257913"/>
                  </a:cubicBezTo>
                  <a:lnTo>
                    <a:pt x="251764" y="257913"/>
                  </a:lnTo>
                  <a:close/>
                </a:path>
              </a:pathLst>
            </a:custGeom>
            <a:solidFill>
              <a:srgbClr val="43B02A"/>
            </a:solidFill>
            <a:ln w="6390" cap="flat">
              <a:noFill/>
              <a:prstDash val="solid"/>
              <a:miter/>
            </a:ln>
          </p:spPr>
          <p:txBody>
            <a:bodyPr rtlCol="0" anchor="ctr"/>
            <a:lstStyle/>
            <a:p>
              <a:endParaRPr lang="en-US"/>
            </a:p>
          </p:txBody>
        </p:sp>
        <p:sp>
          <p:nvSpPr>
            <p:cNvPr id="463" name="Graphic 4">
              <a:extLst>
                <a:ext uri="{FF2B5EF4-FFF2-40B4-BE49-F238E27FC236}">
                  <a16:creationId xmlns:a16="http://schemas.microsoft.com/office/drawing/2014/main" id="{EF88B3A5-5FAE-1641-BB9D-4A7F3C5C5B89}"/>
                </a:ext>
              </a:extLst>
            </p:cNvPr>
            <p:cNvSpPr/>
            <p:nvPr/>
          </p:nvSpPr>
          <p:spPr>
            <a:xfrm>
              <a:off x="5318983" y="1582113"/>
              <a:ext cx="65275" cy="65853"/>
            </a:xfrm>
            <a:custGeom>
              <a:avLst/>
              <a:gdLst>
                <a:gd name="connsiteX0" fmla="*/ 31950 w 65275"/>
                <a:gd name="connsiteY0" fmla="*/ 0 h 65853"/>
                <a:gd name="connsiteX1" fmla="*/ 21726 w 65275"/>
                <a:gd name="connsiteY1" fmla="*/ 1915 h 65853"/>
                <a:gd name="connsiteX2" fmla="*/ 37700 w 65275"/>
                <a:gd name="connsiteY2" fmla="*/ 30005 h 65853"/>
                <a:gd name="connsiteX3" fmla="*/ 35145 w 65275"/>
                <a:gd name="connsiteY3" fmla="*/ 38942 h 65853"/>
                <a:gd name="connsiteX4" fmla="*/ 31950 w 65275"/>
                <a:gd name="connsiteY4" fmla="*/ 39581 h 65853"/>
                <a:gd name="connsiteX5" fmla="*/ 0 w 65275"/>
                <a:gd name="connsiteY5" fmla="*/ 39581 h 65853"/>
                <a:gd name="connsiteX6" fmla="*/ 38978 w 65275"/>
                <a:gd name="connsiteY6" fmla="*/ 65117 h 65853"/>
                <a:gd name="connsiteX7" fmla="*/ 64538 w 65275"/>
                <a:gd name="connsiteY7" fmla="*/ 26174 h 65853"/>
                <a:gd name="connsiteX8" fmla="*/ 31950 w 65275"/>
                <a:gd name="connsiteY8" fmla="*/ 0 h 65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275" h="65853">
                  <a:moveTo>
                    <a:pt x="31950" y="0"/>
                  </a:moveTo>
                  <a:cubicBezTo>
                    <a:pt x="28755" y="0"/>
                    <a:pt x="24921" y="638"/>
                    <a:pt x="21726" y="1915"/>
                  </a:cubicBezTo>
                  <a:lnTo>
                    <a:pt x="37700" y="30005"/>
                  </a:lnTo>
                  <a:cubicBezTo>
                    <a:pt x="39617" y="33197"/>
                    <a:pt x="38340" y="37027"/>
                    <a:pt x="35145" y="38942"/>
                  </a:cubicBezTo>
                  <a:cubicBezTo>
                    <a:pt x="33867" y="39581"/>
                    <a:pt x="33227" y="39581"/>
                    <a:pt x="31950" y="39581"/>
                  </a:cubicBezTo>
                  <a:lnTo>
                    <a:pt x="0" y="39581"/>
                  </a:lnTo>
                  <a:cubicBezTo>
                    <a:pt x="3834" y="57456"/>
                    <a:pt x="21087" y="68947"/>
                    <a:pt x="38978" y="65117"/>
                  </a:cubicBezTo>
                  <a:cubicBezTo>
                    <a:pt x="56870" y="61286"/>
                    <a:pt x="68372" y="44050"/>
                    <a:pt x="64538" y="26174"/>
                  </a:cubicBezTo>
                  <a:cubicBezTo>
                    <a:pt x="61343" y="10853"/>
                    <a:pt x="47925" y="0"/>
                    <a:pt x="31950" y="0"/>
                  </a:cubicBezTo>
                  <a:close/>
                </a:path>
              </a:pathLst>
            </a:custGeom>
            <a:solidFill>
              <a:srgbClr val="43B02A"/>
            </a:solidFill>
            <a:ln w="6390" cap="flat">
              <a:noFill/>
              <a:prstDash val="solid"/>
              <a:miter/>
            </a:ln>
          </p:spPr>
          <p:txBody>
            <a:bodyPr rtlCol="0" anchor="ctr"/>
            <a:lstStyle/>
            <a:p>
              <a:endParaRPr lang="en-US"/>
            </a:p>
          </p:txBody>
        </p:sp>
      </p:grpSp>
      <p:grpSp>
        <p:nvGrpSpPr>
          <p:cNvPr id="464" name="Graphic 4">
            <a:extLst>
              <a:ext uri="{FF2B5EF4-FFF2-40B4-BE49-F238E27FC236}">
                <a16:creationId xmlns:a16="http://schemas.microsoft.com/office/drawing/2014/main" id="{A30BADB9-8082-DE4D-9C39-CBFA78EDED55}"/>
              </a:ext>
            </a:extLst>
          </p:cNvPr>
          <p:cNvGrpSpPr/>
          <p:nvPr/>
        </p:nvGrpSpPr>
        <p:grpSpPr>
          <a:xfrm>
            <a:off x="905454" y="918179"/>
            <a:ext cx="362309" cy="361971"/>
            <a:chOff x="905454" y="918179"/>
            <a:chExt cx="362309" cy="361971"/>
          </a:xfrm>
          <a:solidFill>
            <a:srgbClr val="26890D"/>
          </a:solidFill>
        </p:grpSpPr>
        <p:sp>
          <p:nvSpPr>
            <p:cNvPr id="465" name="Graphic 4">
              <a:extLst>
                <a:ext uri="{FF2B5EF4-FFF2-40B4-BE49-F238E27FC236}">
                  <a16:creationId xmlns:a16="http://schemas.microsoft.com/office/drawing/2014/main" id="{B6181566-6FB1-7649-9075-B38E12240F81}"/>
                </a:ext>
              </a:extLst>
            </p:cNvPr>
            <p:cNvSpPr/>
            <p:nvPr/>
          </p:nvSpPr>
          <p:spPr>
            <a:xfrm>
              <a:off x="1000025" y="1082247"/>
              <a:ext cx="64538" cy="72777"/>
            </a:xfrm>
            <a:custGeom>
              <a:avLst/>
              <a:gdLst>
                <a:gd name="connsiteX0" fmla="*/ 63260 w 64538"/>
                <a:gd name="connsiteY0" fmla="*/ 72777 h 72777"/>
                <a:gd name="connsiteX1" fmla="*/ 64538 w 64538"/>
                <a:gd name="connsiteY1" fmla="*/ 72777 h 72777"/>
                <a:gd name="connsiteX2" fmla="*/ 64538 w 64538"/>
                <a:gd name="connsiteY2" fmla="*/ 63840 h 72777"/>
                <a:gd name="connsiteX3" fmla="*/ 64538 w 64538"/>
                <a:gd name="connsiteY3" fmla="*/ 17237 h 72777"/>
                <a:gd name="connsiteX4" fmla="*/ 64538 w 64538"/>
                <a:gd name="connsiteY4" fmla="*/ 0 h 72777"/>
                <a:gd name="connsiteX5" fmla="*/ 54954 w 64538"/>
                <a:gd name="connsiteY5" fmla="*/ 0 h 72777"/>
                <a:gd name="connsiteX6" fmla="*/ 8307 w 64538"/>
                <a:gd name="connsiteY6" fmla="*/ 0 h 72777"/>
                <a:gd name="connsiteX7" fmla="*/ 0 w 64538"/>
                <a:gd name="connsiteY7" fmla="*/ 0 h 72777"/>
                <a:gd name="connsiteX8" fmla="*/ 7029 w 64538"/>
                <a:gd name="connsiteY8" fmla="*/ 72777 h 72777"/>
                <a:gd name="connsiteX9" fmla="*/ 15975 w 64538"/>
                <a:gd name="connsiteY9" fmla="*/ 72777 h 72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538" h="72777">
                  <a:moveTo>
                    <a:pt x="63260" y="72777"/>
                  </a:moveTo>
                  <a:lnTo>
                    <a:pt x="64538" y="72777"/>
                  </a:lnTo>
                  <a:lnTo>
                    <a:pt x="64538" y="63840"/>
                  </a:lnTo>
                  <a:lnTo>
                    <a:pt x="64538" y="17237"/>
                  </a:lnTo>
                  <a:lnTo>
                    <a:pt x="64538" y="0"/>
                  </a:lnTo>
                  <a:lnTo>
                    <a:pt x="54954" y="0"/>
                  </a:lnTo>
                  <a:lnTo>
                    <a:pt x="8307" y="0"/>
                  </a:lnTo>
                  <a:lnTo>
                    <a:pt x="0" y="0"/>
                  </a:lnTo>
                  <a:lnTo>
                    <a:pt x="7029" y="72777"/>
                  </a:lnTo>
                  <a:lnTo>
                    <a:pt x="15975" y="72777"/>
                  </a:lnTo>
                  <a:close/>
                </a:path>
              </a:pathLst>
            </a:custGeom>
            <a:solidFill>
              <a:srgbClr val="26890D"/>
            </a:solidFill>
            <a:ln w="6390" cap="flat">
              <a:noFill/>
              <a:prstDash val="solid"/>
              <a:miter/>
            </a:ln>
          </p:spPr>
          <p:txBody>
            <a:bodyPr rtlCol="0" anchor="ctr"/>
            <a:lstStyle/>
            <a:p>
              <a:endParaRPr lang="en-US"/>
            </a:p>
          </p:txBody>
        </p:sp>
        <p:sp>
          <p:nvSpPr>
            <p:cNvPr id="466" name="Graphic 4">
              <a:extLst>
                <a:ext uri="{FF2B5EF4-FFF2-40B4-BE49-F238E27FC236}">
                  <a16:creationId xmlns:a16="http://schemas.microsoft.com/office/drawing/2014/main" id="{0EC577DF-3687-7449-B0C5-72A3C0B0AC38}"/>
                </a:ext>
              </a:extLst>
            </p:cNvPr>
            <p:cNvSpPr/>
            <p:nvPr/>
          </p:nvSpPr>
          <p:spPr>
            <a:xfrm>
              <a:off x="1022389" y="1167792"/>
              <a:ext cx="33866" cy="18513"/>
            </a:xfrm>
            <a:custGeom>
              <a:avLst/>
              <a:gdLst>
                <a:gd name="connsiteX0" fmla="*/ 0 w 33866"/>
                <a:gd name="connsiteY0" fmla="*/ 0 h 18513"/>
                <a:gd name="connsiteX1" fmla="*/ 33867 w 33866"/>
                <a:gd name="connsiteY1" fmla="*/ 0 h 18513"/>
                <a:gd name="connsiteX2" fmla="*/ 33867 w 33866"/>
                <a:gd name="connsiteY2" fmla="*/ 18514 h 18513"/>
                <a:gd name="connsiteX3" fmla="*/ 0 w 33866"/>
                <a:gd name="connsiteY3" fmla="*/ 18514 h 18513"/>
              </a:gdLst>
              <a:ahLst/>
              <a:cxnLst>
                <a:cxn ang="0">
                  <a:pos x="connsiteX0" y="connsiteY0"/>
                </a:cxn>
                <a:cxn ang="0">
                  <a:pos x="connsiteX1" y="connsiteY1"/>
                </a:cxn>
                <a:cxn ang="0">
                  <a:pos x="connsiteX2" y="connsiteY2"/>
                </a:cxn>
                <a:cxn ang="0">
                  <a:pos x="connsiteX3" y="connsiteY3"/>
                </a:cxn>
              </a:cxnLst>
              <a:rect l="l" t="t" r="r" b="b"/>
              <a:pathLst>
                <a:path w="33866" h="18513">
                  <a:moveTo>
                    <a:pt x="0" y="0"/>
                  </a:moveTo>
                  <a:lnTo>
                    <a:pt x="33867" y="0"/>
                  </a:lnTo>
                  <a:lnTo>
                    <a:pt x="33867" y="18514"/>
                  </a:lnTo>
                  <a:lnTo>
                    <a:pt x="0" y="18514"/>
                  </a:lnTo>
                  <a:close/>
                </a:path>
              </a:pathLst>
            </a:custGeom>
            <a:solidFill>
              <a:srgbClr val="26890D"/>
            </a:solidFill>
            <a:ln w="6390" cap="flat">
              <a:noFill/>
              <a:prstDash val="solid"/>
              <a:miter/>
            </a:ln>
          </p:spPr>
          <p:txBody>
            <a:bodyPr rtlCol="0" anchor="ctr"/>
            <a:lstStyle/>
            <a:p>
              <a:endParaRPr lang="en-US"/>
            </a:p>
          </p:txBody>
        </p:sp>
        <p:sp>
          <p:nvSpPr>
            <p:cNvPr id="467" name="Graphic 4">
              <a:extLst>
                <a:ext uri="{FF2B5EF4-FFF2-40B4-BE49-F238E27FC236}">
                  <a16:creationId xmlns:a16="http://schemas.microsoft.com/office/drawing/2014/main" id="{2DE0C659-C46F-3648-A57E-4A4821B552C2}"/>
                </a:ext>
              </a:extLst>
            </p:cNvPr>
            <p:cNvSpPr/>
            <p:nvPr/>
          </p:nvSpPr>
          <p:spPr>
            <a:xfrm>
              <a:off x="1000664" y="1012023"/>
              <a:ext cx="54953" cy="57455"/>
            </a:xfrm>
            <a:custGeom>
              <a:avLst/>
              <a:gdLst>
                <a:gd name="connsiteX0" fmla="*/ 54953 w 54953"/>
                <a:gd name="connsiteY0" fmla="*/ 0 h 57455"/>
                <a:gd name="connsiteX1" fmla="*/ 0 w 54953"/>
                <a:gd name="connsiteY1" fmla="*/ 0 h 57455"/>
                <a:gd name="connsiteX2" fmla="*/ 12780 w 54953"/>
                <a:gd name="connsiteY2" fmla="*/ 57456 h 57455"/>
                <a:gd name="connsiteX3" fmla="*/ 48563 w 54953"/>
                <a:gd name="connsiteY3" fmla="*/ 57456 h 57455"/>
              </a:gdLst>
              <a:ahLst/>
              <a:cxnLst>
                <a:cxn ang="0">
                  <a:pos x="connsiteX0" y="connsiteY0"/>
                </a:cxn>
                <a:cxn ang="0">
                  <a:pos x="connsiteX1" y="connsiteY1"/>
                </a:cxn>
                <a:cxn ang="0">
                  <a:pos x="connsiteX2" y="connsiteY2"/>
                </a:cxn>
                <a:cxn ang="0">
                  <a:pos x="connsiteX3" y="connsiteY3"/>
                </a:cxn>
              </a:cxnLst>
              <a:rect l="l" t="t" r="r" b="b"/>
              <a:pathLst>
                <a:path w="54953" h="57455">
                  <a:moveTo>
                    <a:pt x="54953" y="0"/>
                  </a:moveTo>
                  <a:lnTo>
                    <a:pt x="0" y="0"/>
                  </a:lnTo>
                  <a:lnTo>
                    <a:pt x="12780" y="57456"/>
                  </a:lnTo>
                  <a:lnTo>
                    <a:pt x="48563" y="57456"/>
                  </a:lnTo>
                  <a:close/>
                </a:path>
              </a:pathLst>
            </a:custGeom>
            <a:solidFill>
              <a:srgbClr val="26890D"/>
            </a:solidFill>
            <a:ln w="6390" cap="flat">
              <a:noFill/>
              <a:prstDash val="solid"/>
              <a:miter/>
            </a:ln>
          </p:spPr>
          <p:txBody>
            <a:bodyPr rtlCol="0" anchor="ctr"/>
            <a:lstStyle/>
            <a:p>
              <a:endParaRPr lang="en-US"/>
            </a:p>
          </p:txBody>
        </p:sp>
        <p:sp>
          <p:nvSpPr>
            <p:cNvPr id="468" name="Graphic 4">
              <a:extLst>
                <a:ext uri="{FF2B5EF4-FFF2-40B4-BE49-F238E27FC236}">
                  <a16:creationId xmlns:a16="http://schemas.microsoft.com/office/drawing/2014/main" id="{375EE594-5056-6944-8A75-D96185CAD4E7}"/>
                </a:ext>
              </a:extLst>
            </p:cNvPr>
            <p:cNvSpPr/>
            <p:nvPr/>
          </p:nvSpPr>
          <p:spPr>
            <a:xfrm>
              <a:off x="1116961" y="1012023"/>
              <a:ext cx="55592" cy="57455"/>
            </a:xfrm>
            <a:custGeom>
              <a:avLst/>
              <a:gdLst>
                <a:gd name="connsiteX0" fmla="*/ 55592 w 55592"/>
                <a:gd name="connsiteY0" fmla="*/ 0 h 57455"/>
                <a:gd name="connsiteX1" fmla="*/ 0 w 55592"/>
                <a:gd name="connsiteY1" fmla="*/ 0 h 57455"/>
                <a:gd name="connsiteX2" fmla="*/ 6390 w 55592"/>
                <a:gd name="connsiteY2" fmla="*/ 57456 h 57455"/>
                <a:gd name="connsiteX3" fmla="*/ 42813 w 55592"/>
                <a:gd name="connsiteY3" fmla="*/ 57456 h 57455"/>
              </a:gdLst>
              <a:ahLst/>
              <a:cxnLst>
                <a:cxn ang="0">
                  <a:pos x="connsiteX0" y="connsiteY0"/>
                </a:cxn>
                <a:cxn ang="0">
                  <a:pos x="connsiteX1" y="connsiteY1"/>
                </a:cxn>
                <a:cxn ang="0">
                  <a:pos x="connsiteX2" y="connsiteY2"/>
                </a:cxn>
                <a:cxn ang="0">
                  <a:pos x="connsiteX3" y="connsiteY3"/>
                </a:cxn>
              </a:cxnLst>
              <a:rect l="l" t="t" r="r" b="b"/>
              <a:pathLst>
                <a:path w="55592" h="57455">
                  <a:moveTo>
                    <a:pt x="55592" y="0"/>
                  </a:moveTo>
                  <a:lnTo>
                    <a:pt x="0" y="0"/>
                  </a:lnTo>
                  <a:lnTo>
                    <a:pt x="6390" y="57456"/>
                  </a:lnTo>
                  <a:lnTo>
                    <a:pt x="42813" y="57456"/>
                  </a:lnTo>
                  <a:close/>
                </a:path>
              </a:pathLst>
            </a:custGeom>
            <a:solidFill>
              <a:srgbClr val="26890D"/>
            </a:solidFill>
            <a:ln w="6390" cap="flat">
              <a:noFill/>
              <a:prstDash val="solid"/>
              <a:miter/>
            </a:ln>
          </p:spPr>
          <p:txBody>
            <a:bodyPr rtlCol="0" anchor="ctr"/>
            <a:lstStyle/>
            <a:p>
              <a:endParaRPr lang="en-US"/>
            </a:p>
          </p:txBody>
        </p:sp>
        <p:sp>
          <p:nvSpPr>
            <p:cNvPr id="469" name="Graphic 4">
              <a:extLst>
                <a:ext uri="{FF2B5EF4-FFF2-40B4-BE49-F238E27FC236}">
                  <a16:creationId xmlns:a16="http://schemas.microsoft.com/office/drawing/2014/main" id="{67620F35-E182-BB43-8A53-4A3D13DE4542}"/>
                </a:ext>
              </a:extLst>
            </p:cNvPr>
            <p:cNvSpPr/>
            <p:nvPr/>
          </p:nvSpPr>
          <p:spPr>
            <a:xfrm>
              <a:off x="905454" y="918179"/>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272211 w 362309"/>
                <a:gd name="connsiteY6" fmla="*/ 243868 h 361971"/>
                <a:gd name="connsiteX7" fmla="*/ 265821 w 362309"/>
                <a:gd name="connsiteY7" fmla="*/ 249614 h 361971"/>
                <a:gd name="connsiteX8" fmla="*/ 257514 w 362309"/>
                <a:gd name="connsiteY8" fmla="*/ 249614 h 361971"/>
                <a:gd name="connsiteX9" fmla="*/ 257514 w 362309"/>
                <a:gd name="connsiteY9" fmla="*/ 274511 h 361971"/>
                <a:gd name="connsiteX10" fmla="*/ 251125 w 362309"/>
                <a:gd name="connsiteY10" fmla="*/ 280895 h 361971"/>
                <a:gd name="connsiteX11" fmla="*/ 204478 w 362309"/>
                <a:gd name="connsiteY11" fmla="*/ 280895 h 361971"/>
                <a:gd name="connsiteX12" fmla="*/ 198088 w 362309"/>
                <a:gd name="connsiteY12" fmla="*/ 274511 h 361971"/>
                <a:gd name="connsiteX13" fmla="*/ 198088 w 362309"/>
                <a:gd name="connsiteY13" fmla="*/ 249614 h 361971"/>
                <a:gd name="connsiteX14" fmla="*/ 196810 w 362309"/>
                <a:gd name="connsiteY14" fmla="*/ 249614 h 361971"/>
                <a:gd name="connsiteX15" fmla="*/ 190420 w 362309"/>
                <a:gd name="connsiteY15" fmla="*/ 243230 h 361971"/>
                <a:gd name="connsiteX16" fmla="*/ 190420 w 362309"/>
                <a:gd name="connsiteY16" fmla="*/ 234292 h 361971"/>
                <a:gd name="connsiteX17" fmla="*/ 172528 w 362309"/>
                <a:gd name="connsiteY17" fmla="*/ 234292 h 361971"/>
                <a:gd name="connsiteX18" fmla="*/ 172528 w 362309"/>
                <a:gd name="connsiteY18" fmla="*/ 243230 h 361971"/>
                <a:gd name="connsiteX19" fmla="*/ 166138 w 362309"/>
                <a:gd name="connsiteY19" fmla="*/ 249614 h 361971"/>
                <a:gd name="connsiteX20" fmla="*/ 164860 w 362309"/>
                <a:gd name="connsiteY20" fmla="*/ 249614 h 361971"/>
                <a:gd name="connsiteX21" fmla="*/ 164860 w 362309"/>
                <a:gd name="connsiteY21" fmla="*/ 274511 h 361971"/>
                <a:gd name="connsiteX22" fmla="*/ 158470 w 362309"/>
                <a:gd name="connsiteY22" fmla="*/ 280895 h 361971"/>
                <a:gd name="connsiteX23" fmla="*/ 110546 w 362309"/>
                <a:gd name="connsiteY23" fmla="*/ 280895 h 361971"/>
                <a:gd name="connsiteX24" fmla="*/ 104156 w 362309"/>
                <a:gd name="connsiteY24" fmla="*/ 274511 h 361971"/>
                <a:gd name="connsiteX25" fmla="*/ 104156 w 362309"/>
                <a:gd name="connsiteY25" fmla="*/ 249614 h 361971"/>
                <a:gd name="connsiteX26" fmla="*/ 95849 w 362309"/>
                <a:gd name="connsiteY26" fmla="*/ 249614 h 361971"/>
                <a:gd name="connsiteX27" fmla="*/ 89459 w 362309"/>
                <a:gd name="connsiteY27" fmla="*/ 243868 h 361971"/>
                <a:gd name="connsiteX28" fmla="*/ 81152 w 362309"/>
                <a:gd name="connsiteY28" fmla="*/ 158323 h 361971"/>
                <a:gd name="connsiteX29" fmla="*/ 86903 w 362309"/>
                <a:gd name="connsiteY29" fmla="*/ 151300 h 361971"/>
                <a:gd name="connsiteX30" fmla="*/ 87542 w 362309"/>
                <a:gd name="connsiteY30" fmla="*/ 151300 h 361971"/>
                <a:gd name="connsiteX31" fmla="*/ 95210 w 362309"/>
                <a:gd name="connsiteY31" fmla="*/ 151300 h 361971"/>
                <a:gd name="connsiteX32" fmla="*/ 81152 w 362309"/>
                <a:gd name="connsiteY32" fmla="*/ 88737 h 361971"/>
                <a:gd name="connsiteX33" fmla="*/ 82430 w 362309"/>
                <a:gd name="connsiteY33" fmla="*/ 83630 h 361971"/>
                <a:gd name="connsiteX34" fmla="*/ 87542 w 362309"/>
                <a:gd name="connsiteY34" fmla="*/ 81077 h 361971"/>
                <a:gd name="connsiteX35" fmla="*/ 157831 w 362309"/>
                <a:gd name="connsiteY35" fmla="*/ 81077 h 361971"/>
                <a:gd name="connsiteX36" fmla="*/ 164221 w 362309"/>
                <a:gd name="connsiteY36" fmla="*/ 87461 h 361971"/>
                <a:gd name="connsiteX37" fmla="*/ 164221 w 362309"/>
                <a:gd name="connsiteY37" fmla="*/ 88099 h 361971"/>
                <a:gd name="connsiteX38" fmla="*/ 157192 w 362309"/>
                <a:gd name="connsiteY38" fmla="*/ 151300 h 361971"/>
                <a:gd name="connsiteX39" fmla="*/ 165499 w 362309"/>
                <a:gd name="connsiteY39" fmla="*/ 151300 h 361971"/>
                <a:gd name="connsiteX40" fmla="*/ 171889 w 362309"/>
                <a:gd name="connsiteY40" fmla="*/ 157684 h 361971"/>
                <a:gd name="connsiteX41" fmla="*/ 171889 w 362309"/>
                <a:gd name="connsiteY41" fmla="*/ 175560 h 361971"/>
                <a:gd name="connsiteX42" fmla="*/ 190420 w 362309"/>
                <a:gd name="connsiteY42" fmla="*/ 175560 h 361971"/>
                <a:gd name="connsiteX43" fmla="*/ 190420 w 362309"/>
                <a:gd name="connsiteY43" fmla="*/ 157684 h 361971"/>
                <a:gd name="connsiteX44" fmla="*/ 196810 w 362309"/>
                <a:gd name="connsiteY44" fmla="*/ 151300 h 361971"/>
                <a:gd name="connsiteX45" fmla="*/ 205117 w 362309"/>
                <a:gd name="connsiteY45" fmla="*/ 151300 h 361971"/>
                <a:gd name="connsiteX46" fmla="*/ 198088 w 362309"/>
                <a:gd name="connsiteY46" fmla="*/ 88099 h 361971"/>
                <a:gd name="connsiteX47" fmla="*/ 203839 w 362309"/>
                <a:gd name="connsiteY47" fmla="*/ 81077 h 361971"/>
                <a:gd name="connsiteX48" fmla="*/ 204478 w 362309"/>
                <a:gd name="connsiteY48" fmla="*/ 81077 h 361971"/>
                <a:gd name="connsiteX49" fmla="*/ 274767 w 362309"/>
                <a:gd name="connsiteY49" fmla="*/ 81077 h 361971"/>
                <a:gd name="connsiteX50" fmla="*/ 279879 w 362309"/>
                <a:gd name="connsiteY50" fmla="*/ 83630 h 361971"/>
                <a:gd name="connsiteX51" fmla="*/ 281157 w 362309"/>
                <a:gd name="connsiteY51" fmla="*/ 88737 h 361971"/>
                <a:gd name="connsiteX52" fmla="*/ 267099 w 362309"/>
                <a:gd name="connsiteY52" fmla="*/ 151300 h 361971"/>
                <a:gd name="connsiteX53" fmla="*/ 274767 w 362309"/>
                <a:gd name="connsiteY53" fmla="*/ 151300 h 361971"/>
                <a:gd name="connsiteX54" fmla="*/ 279240 w 362309"/>
                <a:gd name="connsiteY54" fmla="*/ 153216 h 361971"/>
                <a:gd name="connsiteX55" fmla="*/ 281157 w 362309"/>
                <a:gd name="connsiteY55" fmla="*/ 158323 h 361971"/>
                <a:gd name="connsiteX56" fmla="*/ 272211 w 362309"/>
                <a:gd name="connsiteY56" fmla="*/ 24386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1157" y="0"/>
                    <a:pt x="180835" y="0"/>
                  </a:cubicBezTo>
                  <a:cubicBezTo>
                    <a:pt x="180835" y="0"/>
                    <a:pt x="180835" y="0"/>
                    <a:pt x="180835" y="0"/>
                  </a:cubicBezTo>
                  <a:close/>
                  <a:moveTo>
                    <a:pt x="272211" y="243868"/>
                  </a:moveTo>
                  <a:cubicBezTo>
                    <a:pt x="271572" y="247060"/>
                    <a:pt x="269016" y="249614"/>
                    <a:pt x="265821" y="249614"/>
                  </a:cubicBezTo>
                  <a:lnTo>
                    <a:pt x="257514" y="249614"/>
                  </a:lnTo>
                  <a:lnTo>
                    <a:pt x="257514" y="274511"/>
                  </a:lnTo>
                  <a:cubicBezTo>
                    <a:pt x="257514" y="278342"/>
                    <a:pt x="254959" y="280895"/>
                    <a:pt x="251125" y="280895"/>
                  </a:cubicBezTo>
                  <a:lnTo>
                    <a:pt x="204478" y="280895"/>
                  </a:lnTo>
                  <a:cubicBezTo>
                    <a:pt x="200644" y="280895"/>
                    <a:pt x="198088" y="278342"/>
                    <a:pt x="198088" y="274511"/>
                  </a:cubicBezTo>
                  <a:lnTo>
                    <a:pt x="198088" y="249614"/>
                  </a:lnTo>
                  <a:lnTo>
                    <a:pt x="196810" y="249614"/>
                  </a:lnTo>
                  <a:cubicBezTo>
                    <a:pt x="192976" y="249614"/>
                    <a:pt x="190420" y="247060"/>
                    <a:pt x="190420" y="243230"/>
                  </a:cubicBezTo>
                  <a:lnTo>
                    <a:pt x="190420" y="234292"/>
                  </a:lnTo>
                  <a:lnTo>
                    <a:pt x="172528" y="234292"/>
                  </a:lnTo>
                  <a:lnTo>
                    <a:pt x="172528" y="243230"/>
                  </a:lnTo>
                  <a:cubicBezTo>
                    <a:pt x="172528" y="247060"/>
                    <a:pt x="169972" y="249614"/>
                    <a:pt x="166138" y="249614"/>
                  </a:cubicBezTo>
                  <a:lnTo>
                    <a:pt x="164860" y="249614"/>
                  </a:lnTo>
                  <a:lnTo>
                    <a:pt x="164860" y="274511"/>
                  </a:lnTo>
                  <a:cubicBezTo>
                    <a:pt x="164860" y="278342"/>
                    <a:pt x="162304" y="280895"/>
                    <a:pt x="158470" y="280895"/>
                  </a:cubicBezTo>
                  <a:lnTo>
                    <a:pt x="110546" y="280895"/>
                  </a:lnTo>
                  <a:cubicBezTo>
                    <a:pt x="106712" y="280895"/>
                    <a:pt x="104156" y="278342"/>
                    <a:pt x="104156" y="274511"/>
                  </a:cubicBezTo>
                  <a:lnTo>
                    <a:pt x="104156" y="249614"/>
                  </a:lnTo>
                  <a:lnTo>
                    <a:pt x="95849" y="249614"/>
                  </a:lnTo>
                  <a:cubicBezTo>
                    <a:pt x="92654" y="249614"/>
                    <a:pt x="90098" y="247060"/>
                    <a:pt x="89459" y="243868"/>
                  </a:cubicBezTo>
                  <a:lnTo>
                    <a:pt x="81152" y="158323"/>
                  </a:lnTo>
                  <a:cubicBezTo>
                    <a:pt x="80513" y="155131"/>
                    <a:pt x="83069" y="151939"/>
                    <a:pt x="86903" y="151300"/>
                  </a:cubicBezTo>
                  <a:cubicBezTo>
                    <a:pt x="86903" y="151300"/>
                    <a:pt x="87542" y="151300"/>
                    <a:pt x="87542" y="151300"/>
                  </a:cubicBezTo>
                  <a:lnTo>
                    <a:pt x="95210" y="151300"/>
                  </a:lnTo>
                  <a:lnTo>
                    <a:pt x="81152" y="88737"/>
                  </a:lnTo>
                  <a:cubicBezTo>
                    <a:pt x="80513" y="86822"/>
                    <a:pt x="81152" y="84907"/>
                    <a:pt x="82430" y="83630"/>
                  </a:cubicBezTo>
                  <a:cubicBezTo>
                    <a:pt x="83708" y="82353"/>
                    <a:pt x="85625" y="81077"/>
                    <a:pt x="87542" y="81077"/>
                  </a:cubicBezTo>
                  <a:lnTo>
                    <a:pt x="157831" y="81077"/>
                  </a:lnTo>
                  <a:cubicBezTo>
                    <a:pt x="161665" y="81077"/>
                    <a:pt x="164221" y="83630"/>
                    <a:pt x="164221" y="87461"/>
                  </a:cubicBezTo>
                  <a:cubicBezTo>
                    <a:pt x="164221" y="87461"/>
                    <a:pt x="164221" y="88099"/>
                    <a:pt x="164221" y="88099"/>
                  </a:cubicBezTo>
                  <a:lnTo>
                    <a:pt x="157192" y="151300"/>
                  </a:lnTo>
                  <a:lnTo>
                    <a:pt x="165499" y="151300"/>
                  </a:lnTo>
                  <a:cubicBezTo>
                    <a:pt x="169333" y="151300"/>
                    <a:pt x="171889" y="153854"/>
                    <a:pt x="171889" y="157684"/>
                  </a:cubicBezTo>
                  <a:lnTo>
                    <a:pt x="171889" y="175560"/>
                  </a:lnTo>
                  <a:lnTo>
                    <a:pt x="190420" y="175560"/>
                  </a:lnTo>
                  <a:lnTo>
                    <a:pt x="190420" y="157684"/>
                  </a:lnTo>
                  <a:cubicBezTo>
                    <a:pt x="190420" y="153854"/>
                    <a:pt x="192976" y="151300"/>
                    <a:pt x="196810" y="151300"/>
                  </a:cubicBezTo>
                  <a:lnTo>
                    <a:pt x="205117" y="151300"/>
                  </a:lnTo>
                  <a:lnTo>
                    <a:pt x="198088" y="88099"/>
                  </a:lnTo>
                  <a:cubicBezTo>
                    <a:pt x="197449" y="84907"/>
                    <a:pt x="200005" y="81715"/>
                    <a:pt x="203839" y="81077"/>
                  </a:cubicBezTo>
                  <a:cubicBezTo>
                    <a:pt x="203839" y="81077"/>
                    <a:pt x="204478" y="81077"/>
                    <a:pt x="204478" y="81077"/>
                  </a:cubicBezTo>
                  <a:lnTo>
                    <a:pt x="274767" y="81077"/>
                  </a:lnTo>
                  <a:cubicBezTo>
                    <a:pt x="276684" y="81077"/>
                    <a:pt x="278601" y="81715"/>
                    <a:pt x="279879" y="83630"/>
                  </a:cubicBezTo>
                  <a:cubicBezTo>
                    <a:pt x="281157" y="84907"/>
                    <a:pt x="281796" y="86822"/>
                    <a:pt x="281157" y="88737"/>
                  </a:cubicBezTo>
                  <a:lnTo>
                    <a:pt x="267099" y="151300"/>
                  </a:lnTo>
                  <a:lnTo>
                    <a:pt x="274767" y="151300"/>
                  </a:lnTo>
                  <a:cubicBezTo>
                    <a:pt x="276684" y="151300"/>
                    <a:pt x="278601" y="151939"/>
                    <a:pt x="279240" y="153216"/>
                  </a:cubicBezTo>
                  <a:cubicBezTo>
                    <a:pt x="280518" y="154492"/>
                    <a:pt x="281157" y="156408"/>
                    <a:pt x="281157" y="158323"/>
                  </a:cubicBezTo>
                  <a:lnTo>
                    <a:pt x="272211" y="243868"/>
                  </a:lnTo>
                  <a:close/>
                </a:path>
              </a:pathLst>
            </a:custGeom>
            <a:solidFill>
              <a:srgbClr val="26890D"/>
            </a:solidFill>
            <a:ln w="6390" cap="flat">
              <a:noFill/>
              <a:prstDash val="solid"/>
              <a:miter/>
            </a:ln>
          </p:spPr>
          <p:txBody>
            <a:bodyPr rtlCol="0" anchor="ctr"/>
            <a:lstStyle/>
            <a:p>
              <a:endParaRPr lang="en-US"/>
            </a:p>
          </p:txBody>
        </p:sp>
        <p:sp>
          <p:nvSpPr>
            <p:cNvPr id="470" name="Graphic 4">
              <a:extLst>
                <a:ext uri="{FF2B5EF4-FFF2-40B4-BE49-F238E27FC236}">
                  <a16:creationId xmlns:a16="http://schemas.microsoft.com/office/drawing/2014/main" id="{E169D77E-4A29-514F-9DE7-1F1DEF0ED3E0}"/>
                </a:ext>
              </a:extLst>
            </p:cNvPr>
            <p:cNvSpPr/>
            <p:nvPr/>
          </p:nvSpPr>
          <p:spPr>
            <a:xfrm>
              <a:off x="1077343" y="1105868"/>
              <a:ext cx="18530" cy="33196"/>
            </a:xfrm>
            <a:custGeom>
              <a:avLst/>
              <a:gdLst>
                <a:gd name="connsiteX0" fmla="*/ 0 w 18530"/>
                <a:gd name="connsiteY0" fmla="*/ 0 h 33196"/>
                <a:gd name="connsiteX1" fmla="*/ 18531 w 18530"/>
                <a:gd name="connsiteY1" fmla="*/ 0 h 33196"/>
                <a:gd name="connsiteX2" fmla="*/ 18531 w 18530"/>
                <a:gd name="connsiteY2" fmla="*/ 33197 h 33196"/>
                <a:gd name="connsiteX3" fmla="*/ 0 w 18530"/>
                <a:gd name="connsiteY3" fmla="*/ 33197 h 33196"/>
              </a:gdLst>
              <a:ahLst/>
              <a:cxnLst>
                <a:cxn ang="0">
                  <a:pos x="connsiteX0" y="connsiteY0"/>
                </a:cxn>
                <a:cxn ang="0">
                  <a:pos x="connsiteX1" y="connsiteY1"/>
                </a:cxn>
                <a:cxn ang="0">
                  <a:pos x="connsiteX2" y="connsiteY2"/>
                </a:cxn>
                <a:cxn ang="0">
                  <a:pos x="connsiteX3" y="connsiteY3"/>
                </a:cxn>
              </a:cxnLst>
              <a:rect l="l" t="t" r="r" b="b"/>
              <a:pathLst>
                <a:path w="18530" h="33196">
                  <a:moveTo>
                    <a:pt x="0" y="0"/>
                  </a:moveTo>
                  <a:lnTo>
                    <a:pt x="18531" y="0"/>
                  </a:lnTo>
                  <a:lnTo>
                    <a:pt x="18531" y="33197"/>
                  </a:lnTo>
                  <a:lnTo>
                    <a:pt x="0" y="33197"/>
                  </a:lnTo>
                  <a:close/>
                </a:path>
              </a:pathLst>
            </a:custGeom>
            <a:solidFill>
              <a:srgbClr val="26890D"/>
            </a:solidFill>
            <a:ln w="6390" cap="flat">
              <a:noFill/>
              <a:prstDash val="solid"/>
              <a:miter/>
            </a:ln>
          </p:spPr>
          <p:txBody>
            <a:bodyPr rtlCol="0" anchor="ctr"/>
            <a:lstStyle/>
            <a:p>
              <a:endParaRPr lang="en-US"/>
            </a:p>
          </p:txBody>
        </p:sp>
        <p:sp>
          <p:nvSpPr>
            <p:cNvPr id="471" name="Graphic 4">
              <a:extLst>
                <a:ext uri="{FF2B5EF4-FFF2-40B4-BE49-F238E27FC236}">
                  <a16:creationId xmlns:a16="http://schemas.microsoft.com/office/drawing/2014/main" id="{5723C363-0E40-0B44-85E4-3724355E9B6E}"/>
                </a:ext>
              </a:extLst>
            </p:cNvPr>
            <p:cNvSpPr/>
            <p:nvPr/>
          </p:nvSpPr>
          <p:spPr>
            <a:xfrm>
              <a:off x="1108654" y="1082247"/>
              <a:ext cx="64538" cy="72777"/>
            </a:xfrm>
            <a:custGeom>
              <a:avLst/>
              <a:gdLst>
                <a:gd name="connsiteX0" fmla="*/ 8946 w 64538"/>
                <a:gd name="connsiteY0" fmla="*/ 0 h 72777"/>
                <a:gd name="connsiteX1" fmla="*/ 0 w 64538"/>
                <a:gd name="connsiteY1" fmla="*/ 0 h 72777"/>
                <a:gd name="connsiteX2" fmla="*/ 0 w 64538"/>
                <a:gd name="connsiteY2" fmla="*/ 17237 h 72777"/>
                <a:gd name="connsiteX3" fmla="*/ 0 w 64538"/>
                <a:gd name="connsiteY3" fmla="*/ 63840 h 72777"/>
                <a:gd name="connsiteX4" fmla="*/ 0 w 64538"/>
                <a:gd name="connsiteY4" fmla="*/ 72777 h 72777"/>
                <a:gd name="connsiteX5" fmla="*/ 1278 w 64538"/>
                <a:gd name="connsiteY5" fmla="*/ 72777 h 72777"/>
                <a:gd name="connsiteX6" fmla="*/ 47925 w 64538"/>
                <a:gd name="connsiteY6" fmla="*/ 72777 h 72777"/>
                <a:gd name="connsiteX7" fmla="*/ 57509 w 64538"/>
                <a:gd name="connsiteY7" fmla="*/ 72777 h 72777"/>
                <a:gd name="connsiteX8" fmla="*/ 64538 w 64538"/>
                <a:gd name="connsiteY8" fmla="*/ 0 h 72777"/>
                <a:gd name="connsiteX9" fmla="*/ 56231 w 64538"/>
                <a:gd name="connsiteY9" fmla="*/ 0 h 72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538" h="72777">
                  <a:moveTo>
                    <a:pt x="8946" y="0"/>
                  </a:moveTo>
                  <a:lnTo>
                    <a:pt x="0" y="0"/>
                  </a:lnTo>
                  <a:lnTo>
                    <a:pt x="0" y="17237"/>
                  </a:lnTo>
                  <a:lnTo>
                    <a:pt x="0" y="63840"/>
                  </a:lnTo>
                  <a:lnTo>
                    <a:pt x="0" y="72777"/>
                  </a:lnTo>
                  <a:lnTo>
                    <a:pt x="1278" y="72777"/>
                  </a:lnTo>
                  <a:lnTo>
                    <a:pt x="47925" y="72777"/>
                  </a:lnTo>
                  <a:lnTo>
                    <a:pt x="57509" y="72777"/>
                  </a:lnTo>
                  <a:lnTo>
                    <a:pt x="64538" y="0"/>
                  </a:lnTo>
                  <a:lnTo>
                    <a:pt x="56231" y="0"/>
                  </a:lnTo>
                  <a:close/>
                </a:path>
              </a:pathLst>
            </a:custGeom>
            <a:solidFill>
              <a:srgbClr val="26890D"/>
            </a:solidFill>
            <a:ln w="6390" cap="flat">
              <a:noFill/>
              <a:prstDash val="solid"/>
              <a:miter/>
            </a:ln>
          </p:spPr>
          <p:txBody>
            <a:bodyPr rtlCol="0" anchor="ctr"/>
            <a:lstStyle/>
            <a:p>
              <a:endParaRPr lang="en-US"/>
            </a:p>
          </p:txBody>
        </p:sp>
        <p:sp>
          <p:nvSpPr>
            <p:cNvPr id="472" name="Graphic 4">
              <a:extLst>
                <a:ext uri="{FF2B5EF4-FFF2-40B4-BE49-F238E27FC236}">
                  <a16:creationId xmlns:a16="http://schemas.microsoft.com/office/drawing/2014/main" id="{3FD3189B-3F8E-624D-81BB-F98A9590BDC3}"/>
                </a:ext>
              </a:extLst>
            </p:cNvPr>
            <p:cNvSpPr/>
            <p:nvPr/>
          </p:nvSpPr>
          <p:spPr>
            <a:xfrm>
              <a:off x="1116322" y="1167792"/>
              <a:ext cx="33866" cy="18513"/>
            </a:xfrm>
            <a:custGeom>
              <a:avLst/>
              <a:gdLst>
                <a:gd name="connsiteX0" fmla="*/ 0 w 33866"/>
                <a:gd name="connsiteY0" fmla="*/ 0 h 18513"/>
                <a:gd name="connsiteX1" fmla="*/ 33867 w 33866"/>
                <a:gd name="connsiteY1" fmla="*/ 0 h 18513"/>
                <a:gd name="connsiteX2" fmla="*/ 33867 w 33866"/>
                <a:gd name="connsiteY2" fmla="*/ 18514 h 18513"/>
                <a:gd name="connsiteX3" fmla="*/ 0 w 33866"/>
                <a:gd name="connsiteY3" fmla="*/ 18514 h 18513"/>
              </a:gdLst>
              <a:ahLst/>
              <a:cxnLst>
                <a:cxn ang="0">
                  <a:pos x="connsiteX0" y="connsiteY0"/>
                </a:cxn>
                <a:cxn ang="0">
                  <a:pos x="connsiteX1" y="connsiteY1"/>
                </a:cxn>
                <a:cxn ang="0">
                  <a:pos x="connsiteX2" y="connsiteY2"/>
                </a:cxn>
                <a:cxn ang="0">
                  <a:pos x="connsiteX3" y="connsiteY3"/>
                </a:cxn>
              </a:cxnLst>
              <a:rect l="l" t="t" r="r" b="b"/>
              <a:pathLst>
                <a:path w="33866" h="18513">
                  <a:moveTo>
                    <a:pt x="0" y="0"/>
                  </a:moveTo>
                  <a:lnTo>
                    <a:pt x="33867" y="0"/>
                  </a:lnTo>
                  <a:lnTo>
                    <a:pt x="33867" y="18514"/>
                  </a:lnTo>
                  <a:lnTo>
                    <a:pt x="0" y="18514"/>
                  </a:lnTo>
                  <a:close/>
                </a:path>
              </a:pathLst>
            </a:custGeom>
            <a:solidFill>
              <a:srgbClr val="26890D"/>
            </a:solidFill>
            <a:ln w="6390" cap="flat">
              <a:noFill/>
              <a:prstDash val="solid"/>
              <a:miter/>
            </a:ln>
          </p:spPr>
          <p:txBody>
            <a:bodyPr rtlCol="0" anchor="ctr"/>
            <a:lstStyle/>
            <a:p>
              <a:endParaRPr lang="en-US"/>
            </a:p>
          </p:txBody>
        </p:sp>
      </p:grpSp>
      <p:grpSp>
        <p:nvGrpSpPr>
          <p:cNvPr id="473" name="Graphic 4">
            <a:extLst>
              <a:ext uri="{FF2B5EF4-FFF2-40B4-BE49-F238E27FC236}">
                <a16:creationId xmlns:a16="http://schemas.microsoft.com/office/drawing/2014/main" id="{C0842FE9-1EB6-D249-8B77-60EAACADE12F}"/>
              </a:ext>
            </a:extLst>
          </p:cNvPr>
          <p:cNvGrpSpPr/>
          <p:nvPr/>
        </p:nvGrpSpPr>
        <p:grpSpPr>
          <a:xfrm>
            <a:off x="1952125" y="1402723"/>
            <a:ext cx="362313" cy="361971"/>
            <a:chOff x="1952125" y="1402723"/>
            <a:chExt cx="362313" cy="361971"/>
          </a:xfrm>
          <a:solidFill>
            <a:srgbClr val="26890D"/>
          </a:solidFill>
        </p:grpSpPr>
        <p:sp>
          <p:nvSpPr>
            <p:cNvPr id="474" name="Graphic 4">
              <a:extLst>
                <a:ext uri="{FF2B5EF4-FFF2-40B4-BE49-F238E27FC236}">
                  <a16:creationId xmlns:a16="http://schemas.microsoft.com/office/drawing/2014/main" id="{687E6202-529C-9D48-94CC-65C406FF697B}"/>
                </a:ext>
              </a:extLst>
            </p:cNvPr>
            <p:cNvSpPr/>
            <p:nvPr/>
          </p:nvSpPr>
          <p:spPr>
            <a:xfrm>
              <a:off x="2112513" y="1506782"/>
              <a:ext cx="42812" cy="14683"/>
            </a:xfrm>
            <a:custGeom>
              <a:avLst/>
              <a:gdLst>
                <a:gd name="connsiteX0" fmla="*/ 0 w 42812"/>
                <a:gd name="connsiteY0" fmla="*/ 0 h 14683"/>
                <a:gd name="connsiteX1" fmla="*/ 42813 w 42812"/>
                <a:gd name="connsiteY1" fmla="*/ 0 h 14683"/>
                <a:gd name="connsiteX2" fmla="*/ 42813 w 42812"/>
                <a:gd name="connsiteY2" fmla="*/ 14683 h 14683"/>
                <a:gd name="connsiteX3" fmla="*/ 0 w 42812"/>
                <a:gd name="connsiteY3" fmla="*/ 14683 h 14683"/>
              </a:gdLst>
              <a:ahLst/>
              <a:cxnLst>
                <a:cxn ang="0">
                  <a:pos x="connsiteX0" y="connsiteY0"/>
                </a:cxn>
                <a:cxn ang="0">
                  <a:pos x="connsiteX1" y="connsiteY1"/>
                </a:cxn>
                <a:cxn ang="0">
                  <a:pos x="connsiteX2" y="connsiteY2"/>
                </a:cxn>
                <a:cxn ang="0">
                  <a:pos x="connsiteX3" y="connsiteY3"/>
                </a:cxn>
              </a:cxnLst>
              <a:rect l="l" t="t" r="r" b="b"/>
              <a:pathLst>
                <a:path w="42812" h="14683">
                  <a:moveTo>
                    <a:pt x="0" y="0"/>
                  </a:moveTo>
                  <a:lnTo>
                    <a:pt x="42813" y="0"/>
                  </a:lnTo>
                  <a:lnTo>
                    <a:pt x="42813" y="14683"/>
                  </a:lnTo>
                  <a:lnTo>
                    <a:pt x="0" y="14683"/>
                  </a:lnTo>
                  <a:close/>
                </a:path>
              </a:pathLst>
            </a:custGeom>
            <a:solidFill>
              <a:srgbClr val="26890D"/>
            </a:solidFill>
            <a:ln w="6390" cap="flat">
              <a:noFill/>
              <a:prstDash val="solid"/>
              <a:miter/>
            </a:ln>
          </p:spPr>
          <p:txBody>
            <a:bodyPr rtlCol="0" anchor="ctr"/>
            <a:lstStyle/>
            <a:p>
              <a:endParaRPr lang="en-US"/>
            </a:p>
          </p:txBody>
        </p:sp>
        <p:sp>
          <p:nvSpPr>
            <p:cNvPr id="475" name="Graphic 4">
              <a:extLst>
                <a:ext uri="{FF2B5EF4-FFF2-40B4-BE49-F238E27FC236}">
                  <a16:creationId xmlns:a16="http://schemas.microsoft.com/office/drawing/2014/main" id="{D2A8133B-6A37-5C4F-A25B-9D709A78F6E0}"/>
                </a:ext>
              </a:extLst>
            </p:cNvPr>
            <p:cNvSpPr/>
            <p:nvPr/>
          </p:nvSpPr>
          <p:spPr>
            <a:xfrm>
              <a:off x="2042862" y="1534233"/>
              <a:ext cx="28754" cy="125764"/>
            </a:xfrm>
            <a:custGeom>
              <a:avLst/>
              <a:gdLst>
                <a:gd name="connsiteX0" fmla="*/ 0 w 28754"/>
                <a:gd name="connsiteY0" fmla="*/ 0 h 125764"/>
                <a:gd name="connsiteX1" fmla="*/ 28755 w 28754"/>
                <a:gd name="connsiteY1" fmla="*/ 0 h 125764"/>
                <a:gd name="connsiteX2" fmla="*/ 28755 w 28754"/>
                <a:gd name="connsiteY2" fmla="*/ 125764 h 125764"/>
                <a:gd name="connsiteX3" fmla="*/ 0 w 28754"/>
                <a:gd name="connsiteY3" fmla="*/ 125764 h 125764"/>
              </a:gdLst>
              <a:ahLst/>
              <a:cxnLst>
                <a:cxn ang="0">
                  <a:pos x="connsiteX0" y="connsiteY0"/>
                </a:cxn>
                <a:cxn ang="0">
                  <a:pos x="connsiteX1" y="connsiteY1"/>
                </a:cxn>
                <a:cxn ang="0">
                  <a:pos x="connsiteX2" y="connsiteY2"/>
                </a:cxn>
                <a:cxn ang="0">
                  <a:pos x="connsiteX3" y="connsiteY3"/>
                </a:cxn>
              </a:cxnLst>
              <a:rect l="l" t="t" r="r" b="b"/>
              <a:pathLst>
                <a:path w="28754" h="125764">
                  <a:moveTo>
                    <a:pt x="0" y="0"/>
                  </a:moveTo>
                  <a:lnTo>
                    <a:pt x="28755" y="0"/>
                  </a:lnTo>
                  <a:lnTo>
                    <a:pt x="28755" y="125764"/>
                  </a:lnTo>
                  <a:lnTo>
                    <a:pt x="0" y="125764"/>
                  </a:lnTo>
                  <a:close/>
                </a:path>
              </a:pathLst>
            </a:custGeom>
            <a:solidFill>
              <a:srgbClr val="26890D"/>
            </a:solidFill>
            <a:ln w="6390" cap="flat">
              <a:noFill/>
              <a:prstDash val="solid"/>
              <a:miter/>
            </a:ln>
          </p:spPr>
          <p:txBody>
            <a:bodyPr rtlCol="0" anchor="ctr"/>
            <a:lstStyle/>
            <a:p>
              <a:endParaRPr lang="en-US"/>
            </a:p>
          </p:txBody>
        </p:sp>
        <p:sp>
          <p:nvSpPr>
            <p:cNvPr id="476" name="Graphic 4">
              <a:extLst>
                <a:ext uri="{FF2B5EF4-FFF2-40B4-BE49-F238E27FC236}">
                  <a16:creationId xmlns:a16="http://schemas.microsoft.com/office/drawing/2014/main" id="{6C656F2F-0CC4-F348-B29B-C80C6555E182}"/>
                </a:ext>
              </a:extLst>
            </p:cNvPr>
            <p:cNvSpPr/>
            <p:nvPr/>
          </p:nvSpPr>
          <p:spPr>
            <a:xfrm>
              <a:off x="1952125" y="14027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84991 w 362313"/>
                <a:gd name="connsiteY6" fmla="*/ 263658 h 361971"/>
                <a:gd name="connsiteX7" fmla="*/ 278601 w 362313"/>
                <a:gd name="connsiteY7" fmla="*/ 270042 h 361971"/>
                <a:gd name="connsiteX8" fmla="*/ 84347 w 362313"/>
                <a:gd name="connsiteY8" fmla="*/ 270042 h 361971"/>
                <a:gd name="connsiteX9" fmla="*/ 77957 w 362313"/>
                <a:gd name="connsiteY9" fmla="*/ 263658 h 361971"/>
                <a:gd name="connsiteX10" fmla="*/ 77957 w 362313"/>
                <a:gd name="connsiteY10" fmla="*/ 125126 h 361971"/>
                <a:gd name="connsiteX11" fmla="*/ 84347 w 362313"/>
                <a:gd name="connsiteY11" fmla="*/ 118742 h 361971"/>
                <a:gd name="connsiteX12" fmla="*/ 147608 w 362313"/>
                <a:gd name="connsiteY12" fmla="*/ 118742 h 361971"/>
                <a:gd name="connsiteX13" fmla="*/ 147608 w 362313"/>
                <a:gd name="connsiteY13" fmla="*/ 97675 h 361971"/>
                <a:gd name="connsiteX14" fmla="*/ 153998 w 362313"/>
                <a:gd name="connsiteY14" fmla="*/ 91291 h 361971"/>
                <a:gd name="connsiteX15" fmla="*/ 209590 w 362313"/>
                <a:gd name="connsiteY15" fmla="*/ 91291 h 361971"/>
                <a:gd name="connsiteX16" fmla="*/ 215980 w 362313"/>
                <a:gd name="connsiteY16" fmla="*/ 97675 h 361971"/>
                <a:gd name="connsiteX17" fmla="*/ 215980 w 362313"/>
                <a:gd name="connsiteY17" fmla="*/ 118742 h 361971"/>
                <a:gd name="connsiteX18" fmla="*/ 279240 w 362313"/>
                <a:gd name="connsiteY18" fmla="*/ 118742 h 361971"/>
                <a:gd name="connsiteX19" fmla="*/ 285630 w 362313"/>
                <a:gd name="connsiteY19" fmla="*/ 125126 h 361971"/>
                <a:gd name="connsiteX20" fmla="*/ 285630 w 362313"/>
                <a:gd name="connsiteY20" fmla="*/ 26365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284991" y="263658"/>
                  </a:moveTo>
                  <a:cubicBezTo>
                    <a:pt x="284991" y="267489"/>
                    <a:pt x="282435" y="270042"/>
                    <a:pt x="278601" y="270042"/>
                  </a:cubicBezTo>
                  <a:lnTo>
                    <a:pt x="84347" y="270042"/>
                  </a:lnTo>
                  <a:cubicBezTo>
                    <a:pt x="80513" y="270042"/>
                    <a:pt x="77957" y="267489"/>
                    <a:pt x="77957" y="263658"/>
                  </a:cubicBezTo>
                  <a:lnTo>
                    <a:pt x="77957" y="125126"/>
                  </a:lnTo>
                  <a:cubicBezTo>
                    <a:pt x="77957" y="121296"/>
                    <a:pt x="80513" y="118742"/>
                    <a:pt x="84347" y="118742"/>
                  </a:cubicBezTo>
                  <a:lnTo>
                    <a:pt x="147608" y="118742"/>
                  </a:lnTo>
                  <a:lnTo>
                    <a:pt x="147608" y="97675"/>
                  </a:lnTo>
                  <a:cubicBezTo>
                    <a:pt x="147608" y="93845"/>
                    <a:pt x="150164" y="91291"/>
                    <a:pt x="153998" y="91291"/>
                  </a:cubicBezTo>
                  <a:lnTo>
                    <a:pt x="209590" y="91291"/>
                  </a:lnTo>
                  <a:cubicBezTo>
                    <a:pt x="213424" y="91291"/>
                    <a:pt x="215980" y="93845"/>
                    <a:pt x="215980" y="97675"/>
                  </a:cubicBezTo>
                  <a:lnTo>
                    <a:pt x="215980" y="118742"/>
                  </a:lnTo>
                  <a:lnTo>
                    <a:pt x="279240" y="118742"/>
                  </a:lnTo>
                  <a:cubicBezTo>
                    <a:pt x="283074" y="118742"/>
                    <a:pt x="285630" y="121296"/>
                    <a:pt x="285630" y="125126"/>
                  </a:cubicBezTo>
                  <a:lnTo>
                    <a:pt x="285630" y="263658"/>
                  </a:lnTo>
                  <a:close/>
                </a:path>
              </a:pathLst>
            </a:custGeom>
            <a:solidFill>
              <a:srgbClr val="26890D"/>
            </a:solidFill>
            <a:ln w="6390" cap="flat">
              <a:noFill/>
              <a:prstDash val="solid"/>
              <a:miter/>
            </a:ln>
          </p:spPr>
          <p:txBody>
            <a:bodyPr rtlCol="0" anchor="ctr"/>
            <a:lstStyle/>
            <a:p>
              <a:endParaRPr lang="en-US"/>
            </a:p>
          </p:txBody>
        </p:sp>
        <p:sp>
          <p:nvSpPr>
            <p:cNvPr id="477" name="Graphic 4">
              <a:extLst>
                <a:ext uri="{FF2B5EF4-FFF2-40B4-BE49-F238E27FC236}">
                  <a16:creationId xmlns:a16="http://schemas.microsoft.com/office/drawing/2014/main" id="{80C62CA7-0A03-DB46-9413-CC90D7526818}"/>
                </a:ext>
              </a:extLst>
            </p:cNvPr>
            <p:cNvSpPr/>
            <p:nvPr/>
          </p:nvSpPr>
          <p:spPr>
            <a:xfrm>
              <a:off x="2084397" y="1534233"/>
              <a:ext cx="91376" cy="125764"/>
            </a:xfrm>
            <a:custGeom>
              <a:avLst/>
              <a:gdLst>
                <a:gd name="connsiteX0" fmla="*/ 0 w 91376"/>
                <a:gd name="connsiteY0" fmla="*/ 0 h 125764"/>
                <a:gd name="connsiteX1" fmla="*/ 91376 w 91376"/>
                <a:gd name="connsiteY1" fmla="*/ 0 h 125764"/>
                <a:gd name="connsiteX2" fmla="*/ 91376 w 91376"/>
                <a:gd name="connsiteY2" fmla="*/ 125764 h 125764"/>
                <a:gd name="connsiteX3" fmla="*/ 0 w 91376"/>
                <a:gd name="connsiteY3" fmla="*/ 125764 h 125764"/>
              </a:gdLst>
              <a:ahLst/>
              <a:cxnLst>
                <a:cxn ang="0">
                  <a:pos x="connsiteX0" y="connsiteY0"/>
                </a:cxn>
                <a:cxn ang="0">
                  <a:pos x="connsiteX1" y="connsiteY1"/>
                </a:cxn>
                <a:cxn ang="0">
                  <a:pos x="connsiteX2" y="connsiteY2"/>
                </a:cxn>
                <a:cxn ang="0">
                  <a:pos x="connsiteX3" y="connsiteY3"/>
                </a:cxn>
              </a:cxnLst>
              <a:rect l="l" t="t" r="r" b="b"/>
              <a:pathLst>
                <a:path w="91376" h="125764">
                  <a:moveTo>
                    <a:pt x="0" y="0"/>
                  </a:moveTo>
                  <a:lnTo>
                    <a:pt x="91376" y="0"/>
                  </a:lnTo>
                  <a:lnTo>
                    <a:pt x="91376" y="125764"/>
                  </a:lnTo>
                  <a:lnTo>
                    <a:pt x="0" y="125764"/>
                  </a:lnTo>
                  <a:close/>
                </a:path>
              </a:pathLst>
            </a:custGeom>
            <a:solidFill>
              <a:srgbClr val="26890D"/>
            </a:solidFill>
            <a:ln w="6390" cap="flat">
              <a:noFill/>
              <a:prstDash val="solid"/>
              <a:miter/>
            </a:ln>
          </p:spPr>
          <p:txBody>
            <a:bodyPr rtlCol="0" anchor="ctr"/>
            <a:lstStyle/>
            <a:p>
              <a:endParaRPr lang="en-US"/>
            </a:p>
          </p:txBody>
        </p:sp>
        <p:sp>
          <p:nvSpPr>
            <p:cNvPr id="478" name="Graphic 4">
              <a:extLst>
                <a:ext uri="{FF2B5EF4-FFF2-40B4-BE49-F238E27FC236}">
                  <a16:creationId xmlns:a16="http://schemas.microsoft.com/office/drawing/2014/main" id="{6A3325CC-2FAF-AF49-9EFD-03A14204D690}"/>
                </a:ext>
              </a:extLst>
            </p:cNvPr>
            <p:cNvSpPr/>
            <p:nvPr/>
          </p:nvSpPr>
          <p:spPr>
            <a:xfrm>
              <a:off x="2188553" y="1534233"/>
              <a:ext cx="35783" cy="125764"/>
            </a:xfrm>
            <a:custGeom>
              <a:avLst/>
              <a:gdLst>
                <a:gd name="connsiteX0" fmla="*/ 0 w 35783"/>
                <a:gd name="connsiteY0" fmla="*/ 0 h 125764"/>
                <a:gd name="connsiteX1" fmla="*/ 35784 w 35783"/>
                <a:gd name="connsiteY1" fmla="*/ 0 h 125764"/>
                <a:gd name="connsiteX2" fmla="*/ 35784 w 35783"/>
                <a:gd name="connsiteY2" fmla="*/ 125764 h 125764"/>
                <a:gd name="connsiteX3" fmla="*/ 0 w 35783"/>
                <a:gd name="connsiteY3" fmla="*/ 125764 h 125764"/>
              </a:gdLst>
              <a:ahLst/>
              <a:cxnLst>
                <a:cxn ang="0">
                  <a:pos x="connsiteX0" y="connsiteY0"/>
                </a:cxn>
                <a:cxn ang="0">
                  <a:pos x="connsiteX1" y="connsiteY1"/>
                </a:cxn>
                <a:cxn ang="0">
                  <a:pos x="connsiteX2" y="connsiteY2"/>
                </a:cxn>
                <a:cxn ang="0">
                  <a:pos x="connsiteX3" y="connsiteY3"/>
                </a:cxn>
              </a:cxnLst>
              <a:rect l="l" t="t" r="r" b="b"/>
              <a:pathLst>
                <a:path w="35783" h="125764">
                  <a:moveTo>
                    <a:pt x="0" y="0"/>
                  </a:moveTo>
                  <a:lnTo>
                    <a:pt x="35784" y="0"/>
                  </a:lnTo>
                  <a:lnTo>
                    <a:pt x="35784" y="125764"/>
                  </a:lnTo>
                  <a:lnTo>
                    <a:pt x="0" y="125764"/>
                  </a:lnTo>
                  <a:close/>
                </a:path>
              </a:pathLst>
            </a:custGeom>
            <a:solidFill>
              <a:srgbClr val="26890D"/>
            </a:solidFill>
            <a:ln w="6390" cap="flat">
              <a:noFill/>
              <a:prstDash val="solid"/>
              <a:miter/>
            </a:ln>
          </p:spPr>
          <p:txBody>
            <a:bodyPr rtlCol="0" anchor="ctr"/>
            <a:lstStyle/>
            <a:p>
              <a:endParaRPr lang="en-US"/>
            </a:p>
          </p:txBody>
        </p:sp>
      </p:grpSp>
      <p:grpSp>
        <p:nvGrpSpPr>
          <p:cNvPr id="479" name="Graphic 4">
            <a:extLst>
              <a:ext uri="{FF2B5EF4-FFF2-40B4-BE49-F238E27FC236}">
                <a16:creationId xmlns:a16="http://schemas.microsoft.com/office/drawing/2014/main" id="{8AAFD55C-1211-A543-AEC7-C7D864174664}"/>
              </a:ext>
            </a:extLst>
          </p:cNvPr>
          <p:cNvGrpSpPr/>
          <p:nvPr/>
        </p:nvGrpSpPr>
        <p:grpSpPr>
          <a:xfrm>
            <a:off x="7197248" y="1893013"/>
            <a:ext cx="362309" cy="361971"/>
            <a:chOff x="6146480" y="1893013"/>
            <a:chExt cx="362309" cy="361971"/>
          </a:xfrm>
          <a:solidFill>
            <a:srgbClr val="43B02A"/>
          </a:solidFill>
        </p:grpSpPr>
        <p:sp>
          <p:nvSpPr>
            <p:cNvPr id="480" name="Graphic 4">
              <a:extLst>
                <a:ext uri="{FF2B5EF4-FFF2-40B4-BE49-F238E27FC236}">
                  <a16:creationId xmlns:a16="http://schemas.microsoft.com/office/drawing/2014/main" id="{5D20B4A9-F37E-2C40-B041-3E0EBDE0859E}"/>
                </a:ext>
              </a:extLst>
            </p:cNvPr>
            <p:cNvSpPr/>
            <p:nvPr/>
          </p:nvSpPr>
          <p:spPr>
            <a:xfrm>
              <a:off x="6240412" y="2127943"/>
              <a:ext cx="23004" cy="18513"/>
            </a:xfrm>
            <a:custGeom>
              <a:avLst/>
              <a:gdLst>
                <a:gd name="connsiteX0" fmla="*/ 0 w 23004"/>
                <a:gd name="connsiteY0" fmla="*/ 18514 h 18513"/>
                <a:gd name="connsiteX1" fmla="*/ 23004 w 23004"/>
                <a:gd name="connsiteY1" fmla="*/ 18514 h 18513"/>
                <a:gd name="connsiteX2" fmla="*/ 23004 w 23004"/>
                <a:gd name="connsiteY2" fmla="*/ 5746 h 18513"/>
                <a:gd name="connsiteX3" fmla="*/ 0 w 23004"/>
                <a:gd name="connsiteY3" fmla="*/ 0 h 18513"/>
                <a:gd name="connsiteX4" fmla="*/ 0 w 23004"/>
                <a:gd name="connsiteY4" fmla="*/ 18514 h 18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04" h="18513">
                  <a:moveTo>
                    <a:pt x="0" y="18514"/>
                  </a:moveTo>
                  <a:lnTo>
                    <a:pt x="23004" y="18514"/>
                  </a:lnTo>
                  <a:lnTo>
                    <a:pt x="23004" y="5746"/>
                  </a:lnTo>
                  <a:cubicBezTo>
                    <a:pt x="15336" y="4469"/>
                    <a:pt x="7029" y="2554"/>
                    <a:pt x="0" y="0"/>
                  </a:cubicBezTo>
                  <a:lnTo>
                    <a:pt x="0" y="18514"/>
                  </a:lnTo>
                  <a:close/>
                </a:path>
              </a:pathLst>
            </a:custGeom>
            <a:solidFill>
              <a:srgbClr val="43B02A"/>
            </a:solidFill>
            <a:ln w="6390" cap="flat">
              <a:noFill/>
              <a:prstDash val="solid"/>
              <a:miter/>
            </a:ln>
          </p:spPr>
          <p:txBody>
            <a:bodyPr rtlCol="0" anchor="ctr"/>
            <a:lstStyle/>
            <a:p>
              <a:endParaRPr lang="en-US"/>
            </a:p>
          </p:txBody>
        </p:sp>
        <p:sp>
          <p:nvSpPr>
            <p:cNvPr id="481" name="Graphic 4">
              <a:extLst>
                <a:ext uri="{FF2B5EF4-FFF2-40B4-BE49-F238E27FC236}">
                  <a16:creationId xmlns:a16="http://schemas.microsoft.com/office/drawing/2014/main" id="{B4896B27-3624-B44F-804B-75860C996581}"/>
                </a:ext>
              </a:extLst>
            </p:cNvPr>
            <p:cNvSpPr/>
            <p:nvPr/>
          </p:nvSpPr>
          <p:spPr>
            <a:xfrm>
              <a:off x="6233999" y="2058996"/>
              <a:ext cx="187910" cy="66393"/>
            </a:xfrm>
            <a:custGeom>
              <a:avLst/>
              <a:gdLst>
                <a:gd name="connsiteX0" fmla="*/ 187887 w 187910"/>
                <a:gd name="connsiteY0" fmla="*/ 51710 h 66393"/>
                <a:gd name="connsiteX1" fmla="*/ 187887 w 187910"/>
                <a:gd name="connsiteY1" fmla="*/ 51072 h 66393"/>
                <a:gd name="connsiteX2" fmla="*/ 187887 w 187910"/>
                <a:gd name="connsiteY2" fmla="*/ 29366 h 66393"/>
                <a:gd name="connsiteX3" fmla="*/ 159771 w 187910"/>
                <a:gd name="connsiteY3" fmla="*/ 0 h 66393"/>
                <a:gd name="connsiteX4" fmla="*/ 28139 w 187910"/>
                <a:gd name="connsiteY4" fmla="*/ 0 h 66393"/>
                <a:gd name="connsiteX5" fmla="*/ 23 w 187910"/>
                <a:gd name="connsiteY5" fmla="*/ 29366 h 66393"/>
                <a:gd name="connsiteX6" fmla="*/ 23 w 187910"/>
                <a:gd name="connsiteY6" fmla="*/ 50433 h 66393"/>
                <a:gd name="connsiteX7" fmla="*/ 97789 w 187910"/>
                <a:gd name="connsiteY7" fmla="*/ 66393 h 66393"/>
                <a:gd name="connsiteX8" fmla="*/ 187887 w 187910"/>
                <a:gd name="connsiteY8" fmla="*/ 51710 h 66393"/>
                <a:gd name="connsiteX9" fmla="*/ 28778 w 187910"/>
                <a:gd name="connsiteY9" fmla="*/ 42773 h 66393"/>
                <a:gd name="connsiteX10" fmla="*/ 15359 w 187910"/>
                <a:gd name="connsiteY10" fmla="*/ 29366 h 66393"/>
                <a:gd name="connsiteX11" fmla="*/ 28778 w 187910"/>
                <a:gd name="connsiteY11" fmla="*/ 15960 h 66393"/>
                <a:gd name="connsiteX12" fmla="*/ 42197 w 187910"/>
                <a:gd name="connsiteY12" fmla="*/ 29366 h 66393"/>
                <a:gd name="connsiteX13" fmla="*/ 28778 w 187910"/>
                <a:gd name="connsiteY13" fmla="*/ 42773 h 66393"/>
                <a:gd name="connsiteX14" fmla="*/ 28778 w 187910"/>
                <a:gd name="connsiteY14" fmla="*/ 42773 h 66393"/>
                <a:gd name="connsiteX15" fmla="*/ 28778 w 187910"/>
                <a:gd name="connsiteY15" fmla="*/ 42773 h 66393"/>
                <a:gd name="connsiteX16" fmla="*/ 115042 w 187910"/>
                <a:gd name="connsiteY16" fmla="*/ 35750 h 66393"/>
                <a:gd name="connsiteX17" fmla="*/ 71590 w 187910"/>
                <a:gd name="connsiteY17" fmla="*/ 35750 h 66393"/>
                <a:gd name="connsiteX18" fmla="*/ 65200 w 187910"/>
                <a:gd name="connsiteY18" fmla="*/ 29366 h 66393"/>
                <a:gd name="connsiteX19" fmla="*/ 71590 w 187910"/>
                <a:gd name="connsiteY19" fmla="*/ 22982 h 66393"/>
                <a:gd name="connsiteX20" fmla="*/ 115042 w 187910"/>
                <a:gd name="connsiteY20" fmla="*/ 22982 h 66393"/>
                <a:gd name="connsiteX21" fmla="*/ 121432 w 187910"/>
                <a:gd name="connsiteY21" fmla="*/ 29366 h 66393"/>
                <a:gd name="connsiteX22" fmla="*/ 115042 w 187910"/>
                <a:gd name="connsiteY22" fmla="*/ 35750 h 66393"/>
                <a:gd name="connsiteX23" fmla="*/ 158494 w 187910"/>
                <a:gd name="connsiteY23" fmla="*/ 42773 h 66393"/>
                <a:gd name="connsiteX24" fmla="*/ 145075 w 187910"/>
                <a:gd name="connsiteY24" fmla="*/ 29366 h 66393"/>
                <a:gd name="connsiteX25" fmla="*/ 158494 w 187910"/>
                <a:gd name="connsiteY25" fmla="*/ 15960 h 66393"/>
                <a:gd name="connsiteX26" fmla="*/ 171912 w 187910"/>
                <a:gd name="connsiteY26" fmla="*/ 29366 h 66393"/>
                <a:gd name="connsiteX27" fmla="*/ 171912 w 187910"/>
                <a:gd name="connsiteY27" fmla="*/ 29366 h 66393"/>
                <a:gd name="connsiteX28" fmla="*/ 158494 w 187910"/>
                <a:gd name="connsiteY28" fmla="*/ 42773 h 66393"/>
                <a:gd name="connsiteX29" fmla="*/ 158494 w 187910"/>
                <a:gd name="connsiteY29" fmla="*/ 42773 h 66393"/>
                <a:gd name="connsiteX30" fmla="*/ 158494 w 187910"/>
                <a:gd name="connsiteY30" fmla="*/ 42773 h 66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7910" h="66393">
                  <a:moveTo>
                    <a:pt x="187887" y="51710"/>
                  </a:moveTo>
                  <a:cubicBezTo>
                    <a:pt x="187887" y="51710"/>
                    <a:pt x="187887" y="51072"/>
                    <a:pt x="187887" y="51072"/>
                  </a:cubicBezTo>
                  <a:lnTo>
                    <a:pt x="187887" y="29366"/>
                  </a:lnTo>
                  <a:cubicBezTo>
                    <a:pt x="188526" y="13406"/>
                    <a:pt x="175746" y="0"/>
                    <a:pt x="159771" y="0"/>
                  </a:cubicBezTo>
                  <a:lnTo>
                    <a:pt x="28139" y="0"/>
                  </a:lnTo>
                  <a:cubicBezTo>
                    <a:pt x="12164" y="638"/>
                    <a:pt x="-616" y="13406"/>
                    <a:pt x="23" y="29366"/>
                  </a:cubicBezTo>
                  <a:lnTo>
                    <a:pt x="23" y="50433"/>
                  </a:lnTo>
                  <a:cubicBezTo>
                    <a:pt x="1301" y="52349"/>
                    <a:pt x="13442" y="66393"/>
                    <a:pt x="97789" y="66393"/>
                  </a:cubicBezTo>
                  <a:cubicBezTo>
                    <a:pt x="177024" y="65755"/>
                    <a:pt x="186609" y="53625"/>
                    <a:pt x="187887" y="51710"/>
                  </a:cubicBezTo>
                  <a:close/>
                  <a:moveTo>
                    <a:pt x="28778" y="42773"/>
                  </a:moveTo>
                  <a:cubicBezTo>
                    <a:pt x="21110" y="42773"/>
                    <a:pt x="15359" y="37027"/>
                    <a:pt x="15359" y="29366"/>
                  </a:cubicBezTo>
                  <a:cubicBezTo>
                    <a:pt x="15359" y="21706"/>
                    <a:pt x="21110" y="15960"/>
                    <a:pt x="28778" y="15960"/>
                  </a:cubicBezTo>
                  <a:cubicBezTo>
                    <a:pt x="36446" y="15960"/>
                    <a:pt x="42197" y="21706"/>
                    <a:pt x="42197" y="29366"/>
                  </a:cubicBezTo>
                  <a:cubicBezTo>
                    <a:pt x="42197" y="36389"/>
                    <a:pt x="36446" y="42773"/>
                    <a:pt x="28778" y="42773"/>
                  </a:cubicBezTo>
                  <a:cubicBezTo>
                    <a:pt x="28778" y="42773"/>
                    <a:pt x="28778" y="42773"/>
                    <a:pt x="28778" y="42773"/>
                  </a:cubicBezTo>
                  <a:lnTo>
                    <a:pt x="28778" y="42773"/>
                  </a:lnTo>
                  <a:close/>
                  <a:moveTo>
                    <a:pt x="115042" y="35750"/>
                  </a:moveTo>
                  <a:lnTo>
                    <a:pt x="71590" y="35750"/>
                  </a:lnTo>
                  <a:cubicBezTo>
                    <a:pt x="67757" y="35750"/>
                    <a:pt x="65200" y="33197"/>
                    <a:pt x="65200" y="29366"/>
                  </a:cubicBezTo>
                  <a:cubicBezTo>
                    <a:pt x="65200" y="25536"/>
                    <a:pt x="67757" y="22982"/>
                    <a:pt x="71590" y="22982"/>
                  </a:cubicBezTo>
                  <a:lnTo>
                    <a:pt x="115042" y="22982"/>
                  </a:lnTo>
                  <a:cubicBezTo>
                    <a:pt x="118876" y="22982"/>
                    <a:pt x="121432" y="25536"/>
                    <a:pt x="121432" y="29366"/>
                  </a:cubicBezTo>
                  <a:cubicBezTo>
                    <a:pt x="121432" y="33197"/>
                    <a:pt x="118876" y="35750"/>
                    <a:pt x="115042" y="35750"/>
                  </a:cubicBezTo>
                  <a:close/>
                  <a:moveTo>
                    <a:pt x="158494" y="42773"/>
                  </a:moveTo>
                  <a:cubicBezTo>
                    <a:pt x="150826" y="42773"/>
                    <a:pt x="145075" y="37027"/>
                    <a:pt x="145075" y="29366"/>
                  </a:cubicBezTo>
                  <a:cubicBezTo>
                    <a:pt x="145075" y="21706"/>
                    <a:pt x="150826" y="15960"/>
                    <a:pt x="158494" y="15960"/>
                  </a:cubicBezTo>
                  <a:cubicBezTo>
                    <a:pt x="166161" y="15960"/>
                    <a:pt x="171912" y="21706"/>
                    <a:pt x="171912" y="29366"/>
                  </a:cubicBezTo>
                  <a:cubicBezTo>
                    <a:pt x="171912" y="29366"/>
                    <a:pt x="171912" y="29366"/>
                    <a:pt x="171912" y="29366"/>
                  </a:cubicBezTo>
                  <a:cubicBezTo>
                    <a:pt x="171912" y="36389"/>
                    <a:pt x="165522" y="42773"/>
                    <a:pt x="158494" y="42773"/>
                  </a:cubicBezTo>
                  <a:cubicBezTo>
                    <a:pt x="158494" y="42773"/>
                    <a:pt x="158494" y="42773"/>
                    <a:pt x="158494" y="42773"/>
                  </a:cubicBezTo>
                  <a:lnTo>
                    <a:pt x="158494" y="42773"/>
                  </a:lnTo>
                  <a:close/>
                </a:path>
              </a:pathLst>
            </a:custGeom>
            <a:solidFill>
              <a:srgbClr val="43B02A"/>
            </a:solidFill>
            <a:ln w="6390" cap="flat">
              <a:noFill/>
              <a:prstDash val="solid"/>
              <a:miter/>
            </a:ln>
          </p:spPr>
          <p:txBody>
            <a:bodyPr rtlCol="0" anchor="ctr"/>
            <a:lstStyle/>
            <a:p>
              <a:endParaRPr lang="en-US"/>
            </a:p>
          </p:txBody>
        </p:sp>
        <p:sp>
          <p:nvSpPr>
            <p:cNvPr id="482" name="Graphic 4">
              <a:extLst>
                <a:ext uri="{FF2B5EF4-FFF2-40B4-BE49-F238E27FC236}">
                  <a16:creationId xmlns:a16="http://schemas.microsoft.com/office/drawing/2014/main" id="{84FF4AD3-D6B7-D249-AE20-CFB3AE2D68B3}"/>
                </a:ext>
              </a:extLst>
            </p:cNvPr>
            <p:cNvSpPr/>
            <p:nvPr/>
          </p:nvSpPr>
          <p:spPr>
            <a:xfrm>
              <a:off x="6264055" y="2001541"/>
              <a:ext cx="126520" cy="44687"/>
            </a:xfrm>
            <a:custGeom>
              <a:avLst/>
              <a:gdLst>
                <a:gd name="connsiteX0" fmla="*/ 126521 w 126520"/>
                <a:gd name="connsiteY0" fmla="*/ 44688 h 44687"/>
                <a:gd name="connsiteX1" fmla="*/ 115019 w 126520"/>
                <a:gd name="connsiteY1" fmla="*/ 10853 h 44687"/>
                <a:gd name="connsiteX2" fmla="*/ 99044 w 126520"/>
                <a:gd name="connsiteY2" fmla="*/ 0 h 44687"/>
                <a:gd name="connsiteX3" fmla="*/ 27477 w 126520"/>
                <a:gd name="connsiteY3" fmla="*/ 0 h 44687"/>
                <a:gd name="connsiteX4" fmla="*/ 11502 w 126520"/>
                <a:gd name="connsiteY4" fmla="*/ 10853 h 44687"/>
                <a:gd name="connsiteX5" fmla="*/ 0 w 126520"/>
                <a:gd name="connsiteY5" fmla="*/ 44688 h 44687"/>
                <a:gd name="connsiteX6" fmla="*/ 126521 w 126520"/>
                <a:gd name="connsiteY6" fmla="*/ 44688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6520" h="44687">
                  <a:moveTo>
                    <a:pt x="126521" y="44688"/>
                  </a:moveTo>
                  <a:lnTo>
                    <a:pt x="115019" y="10853"/>
                  </a:lnTo>
                  <a:cubicBezTo>
                    <a:pt x="111824" y="5107"/>
                    <a:pt x="106073" y="1277"/>
                    <a:pt x="99044" y="0"/>
                  </a:cubicBezTo>
                  <a:lnTo>
                    <a:pt x="27477" y="0"/>
                  </a:lnTo>
                  <a:cubicBezTo>
                    <a:pt x="21087" y="638"/>
                    <a:pt x="14697" y="4469"/>
                    <a:pt x="11502" y="10853"/>
                  </a:cubicBezTo>
                  <a:lnTo>
                    <a:pt x="0" y="44688"/>
                  </a:lnTo>
                  <a:lnTo>
                    <a:pt x="126521" y="44688"/>
                  </a:lnTo>
                  <a:close/>
                </a:path>
              </a:pathLst>
            </a:custGeom>
            <a:solidFill>
              <a:srgbClr val="43B02A"/>
            </a:solidFill>
            <a:ln w="6390" cap="flat">
              <a:noFill/>
              <a:prstDash val="solid"/>
              <a:miter/>
            </a:ln>
          </p:spPr>
          <p:txBody>
            <a:bodyPr rtlCol="0" anchor="ctr"/>
            <a:lstStyle/>
            <a:p>
              <a:endParaRPr lang="en-US"/>
            </a:p>
          </p:txBody>
        </p:sp>
        <p:sp>
          <p:nvSpPr>
            <p:cNvPr id="483" name="Graphic 4">
              <a:extLst>
                <a:ext uri="{FF2B5EF4-FFF2-40B4-BE49-F238E27FC236}">
                  <a16:creationId xmlns:a16="http://schemas.microsoft.com/office/drawing/2014/main" id="{2F40F2B5-B39E-BA4F-971F-1525E84072D4}"/>
                </a:ext>
              </a:extLst>
            </p:cNvPr>
            <p:cNvSpPr/>
            <p:nvPr/>
          </p:nvSpPr>
          <p:spPr>
            <a:xfrm>
              <a:off x="6146480" y="189301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285630 w 362309"/>
                <a:gd name="connsiteY7" fmla="*/ 225355 h 361971"/>
                <a:gd name="connsiteX8" fmla="*/ 280518 w 362309"/>
                <a:gd name="connsiteY8" fmla="*/ 230462 h 361971"/>
                <a:gd name="connsiteX9" fmla="*/ 280518 w 362309"/>
                <a:gd name="connsiteY9" fmla="*/ 231739 h 361971"/>
                <a:gd name="connsiteX10" fmla="*/ 280518 w 362309"/>
                <a:gd name="connsiteY10" fmla="*/ 260467 h 361971"/>
                <a:gd name="connsiteX11" fmla="*/ 274128 w 362309"/>
                <a:gd name="connsiteY11" fmla="*/ 266851 h 361971"/>
                <a:gd name="connsiteX12" fmla="*/ 238345 w 362309"/>
                <a:gd name="connsiteY12" fmla="*/ 266851 h 361971"/>
                <a:gd name="connsiteX13" fmla="*/ 231955 w 362309"/>
                <a:gd name="connsiteY13" fmla="*/ 260467 h 361971"/>
                <a:gd name="connsiteX14" fmla="*/ 231955 w 362309"/>
                <a:gd name="connsiteY14" fmla="*/ 243230 h 361971"/>
                <a:gd name="connsiteX15" fmla="*/ 184030 w 362309"/>
                <a:gd name="connsiteY15" fmla="*/ 245145 h 361971"/>
                <a:gd name="connsiteX16" fmla="*/ 129716 w 362309"/>
                <a:gd name="connsiteY16" fmla="*/ 242591 h 361971"/>
                <a:gd name="connsiteX17" fmla="*/ 129716 w 362309"/>
                <a:gd name="connsiteY17" fmla="*/ 260467 h 361971"/>
                <a:gd name="connsiteX18" fmla="*/ 123326 w 362309"/>
                <a:gd name="connsiteY18" fmla="*/ 266851 h 361971"/>
                <a:gd name="connsiteX19" fmla="*/ 87542 w 362309"/>
                <a:gd name="connsiteY19" fmla="*/ 266851 h 361971"/>
                <a:gd name="connsiteX20" fmla="*/ 81152 w 362309"/>
                <a:gd name="connsiteY20" fmla="*/ 260467 h 361971"/>
                <a:gd name="connsiteX21" fmla="*/ 81152 w 362309"/>
                <a:gd name="connsiteY21" fmla="*/ 231739 h 361971"/>
                <a:gd name="connsiteX22" fmla="*/ 81791 w 362309"/>
                <a:gd name="connsiteY22" fmla="*/ 229185 h 361971"/>
                <a:gd name="connsiteX23" fmla="*/ 77957 w 362309"/>
                <a:gd name="connsiteY23" fmla="*/ 225993 h 361971"/>
                <a:gd name="connsiteX24" fmla="*/ 74123 w 362309"/>
                <a:gd name="connsiteY24" fmla="*/ 217055 h 361971"/>
                <a:gd name="connsiteX25" fmla="*/ 74123 w 362309"/>
                <a:gd name="connsiteY25" fmla="*/ 195988 h 361971"/>
                <a:gd name="connsiteX26" fmla="*/ 104156 w 362309"/>
                <a:gd name="connsiteY26" fmla="*/ 155131 h 361971"/>
                <a:gd name="connsiteX27" fmla="*/ 105434 w 362309"/>
                <a:gd name="connsiteY27" fmla="*/ 151939 h 361971"/>
                <a:gd name="connsiteX28" fmla="*/ 95210 w 362309"/>
                <a:gd name="connsiteY28" fmla="*/ 151939 h 361971"/>
                <a:gd name="connsiteX29" fmla="*/ 88820 w 362309"/>
                <a:gd name="connsiteY29" fmla="*/ 145555 h 361971"/>
                <a:gd name="connsiteX30" fmla="*/ 95210 w 362309"/>
                <a:gd name="connsiteY30" fmla="*/ 139171 h 361971"/>
                <a:gd name="connsiteX31" fmla="*/ 109907 w 362309"/>
                <a:gd name="connsiteY31" fmla="*/ 139171 h 361971"/>
                <a:gd name="connsiteX32" fmla="*/ 118214 w 362309"/>
                <a:gd name="connsiteY32" fmla="*/ 114912 h 361971"/>
                <a:gd name="connsiteX33" fmla="*/ 118853 w 362309"/>
                <a:gd name="connsiteY33" fmla="*/ 114273 h 361971"/>
                <a:gd name="connsiteX34" fmla="*/ 146329 w 362309"/>
                <a:gd name="connsiteY34" fmla="*/ 96398 h 361971"/>
                <a:gd name="connsiteX35" fmla="*/ 217897 w 362309"/>
                <a:gd name="connsiteY35" fmla="*/ 96398 h 361971"/>
                <a:gd name="connsiteX36" fmla="*/ 245373 w 362309"/>
                <a:gd name="connsiteY36" fmla="*/ 114273 h 361971"/>
                <a:gd name="connsiteX37" fmla="*/ 246013 w 362309"/>
                <a:gd name="connsiteY37" fmla="*/ 114912 h 361971"/>
                <a:gd name="connsiteX38" fmla="*/ 254319 w 362309"/>
                <a:gd name="connsiteY38" fmla="*/ 139171 h 361971"/>
                <a:gd name="connsiteX39" fmla="*/ 269016 w 362309"/>
                <a:gd name="connsiteY39" fmla="*/ 139171 h 361971"/>
                <a:gd name="connsiteX40" fmla="*/ 275406 w 362309"/>
                <a:gd name="connsiteY40" fmla="*/ 145555 h 361971"/>
                <a:gd name="connsiteX41" fmla="*/ 269016 w 362309"/>
                <a:gd name="connsiteY41" fmla="*/ 151939 h 361971"/>
                <a:gd name="connsiteX42" fmla="*/ 258792 w 362309"/>
                <a:gd name="connsiteY42" fmla="*/ 151939 h 361971"/>
                <a:gd name="connsiteX43" fmla="*/ 260070 w 362309"/>
                <a:gd name="connsiteY43" fmla="*/ 155131 h 361971"/>
                <a:gd name="connsiteX44" fmla="*/ 290103 w 362309"/>
                <a:gd name="connsiteY44" fmla="*/ 195988 h 361971"/>
                <a:gd name="connsiteX45" fmla="*/ 290103 w 362309"/>
                <a:gd name="connsiteY45" fmla="*/ 217055 h 361971"/>
                <a:gd name="connsiteX46" fmla="*/ 285630 w 362309"/>
                <a:gd name="connsiteY46" fmla="*/ 22535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lnTo>
                    <a:pt x="181474" y="0"/>
                  </a:lnTo>
                  <a:close/>
                  <a:moveTo>
                    <a:pt x="285630" y="225355"/>
                  </a:moveTo>
                  <a:cubicBezTo>
                    <a:pt x="284352" y="227270"/>
                    <a:pt x="282435" y="229185"/>
                    <a:pt x="280518" y="230462"/>
                  </a:cubicBezTo>
                  <a:cubicBezTo>
                    <a:pt x="280518" y="231100"/>
                    <a:pt x="280518" y="231100"/>
                    <a:pt x="280518" y="231739"/>
                  </a:cubicBezTo>
                  <a:lnTo>
                    <a:pt x="280518" y="260467"/>
                  </a:lnTo>
                  <a:cubicBezTo>
                    <a:pt x="280518" y="264297"/>
                    <a:pt x="277962" y="266851"/>
                    <a:pt x="274128" y="266851"/>
                  </a:cubicBezTo>
                  <a:lnTo>
                    <a:pt x="238345" y="266851"/>
                  </a:lnTo>
                  <a:cubicBezTo>
                    <a:pt x="234510" y="266851"/>
                    <a:pt x="231955" y="264297"/>
                    <a:pt x="231955" y="260467"/>
                  </a:cubicBezTo>
                  <a:lnTo>
                    <a:pt x="231955" y="243230"/>
                  </a:lnTo>
                  <a:cubicBezTo>
                    <a:pt x="218536" y="244507"/>
                    <a:pt x="202561" y="245145"/>
                    <a:pt x="184030" y="245145"/>
                  </a:cubicBezTo>
                  <a:cubicBezTo>
                    <a:pt x="165499" y="245145"/>
                    <a:pt x="147607" y="244507"/>
                    <a:pt x="129716" y="242591"/>
                  </a:cubicBezTo>
                  <a:lnTo>
                    <a:pt x="129716" y="260467"/>
                  </a:lnTo>
                  <a:cubicBezTo>
                    <a:pt x="129716" y="264297"/>
                    <a:pt x="127160" y="266851"/>
                    <a:pt x="123326" y="266851"/>
                  </a:cubicBezTo>
                  <a:lnTo>
                    <a:pt x="87542" y="266851"/>
                  </a:lnTo>
                  <a:cubicBezTo>
                    <a:pt x="83708" y="266851"/>
                    <a:pt x="81152" y="264297"/>
                    <a:pt x="81152" y="260467"/>
                  </a:cubicBezTo>
                  <a:lnTo>
                    <a:pt x="81152" y="231739"/>
                  </a:lnTo>
                  <a:cubicBezTo>
                    <a:pt x="81152" y="231100"/>
                    <a:pt x="81152" y="229823"/>
                    <a:pt x="81791" y="229185"/>
                  </a:cubicBezTo>
                  <a:cubicBezTo>
                    <a:pt x="80513" y="228547"/>
                    <a:pt x="79235" y="227270"/>
                    <a:pt x="77957" y="225993"/>
                  </a:cubicBezTo>
                  <a:cubicBezTo>
                    <a:pt x="75401" y="223439"/>
                    <a:pt x="74123" y="220247"/>
                    <a:pt x="74123" y="217055"/>
                  </a:cubicBezTo>
                  <a:lnTo>
                    <a:pt x="74123" y="195988"/>
                  </a:lnTo>
                  <a:cubicBezTo>
                    <a:pt x="74123" y="177475"/>
                    <a:pt x="86264" y="160876"/>
                    <a:pt x="104156" y="155131"/>
                  </a:cubicBezTo>
                  <a:lnTo>
                    <a:pt x="105434" y="151939"/>
                  </a:lnTo>
                  <a:lnTo>
                    <a:pt x="95210" y="151939"/>
                  </a:lnTo>
                  <a:cubicBezTo>
                    <a:pt x="91376" y="151939"/>
                    <a:pt x="88820" y="149385"/>
                    <a:pt x="88820" y="145555"/>
                  </a:cubicBezTo>
                  <a:cubicBezTo>
                    <a:pt x="88820" y="141724"/>
                    <a:pt x="91376" y="139171"/>
                    <a:pt x="95210" y="139171"/>
                  </a:cubicBezTo>
                  <a:lnTo>
                    <a:pt x="109907" y="139171"/>
                  </a:lnTo>
                  <a:lnTo>
                    <a:pt x="118214" y="114912"/>
                  </a:lnTo>
                  <a:lnTo>
                    <a:pt x="118853" y="114273"/>
                  </a:lnTo>
                  <a:cubicBezTo>
                    <a:pt x="119492" y="113635"/>
                    <a:pt x="128438" y="96398"/>
                    <a:pt x="146329" y="96398"/>
                  </a:cubicBezTo>
                  <a:lnTo>
                    <a:pt x="217897" y="96398"/>
                  </a:lnTo>
                  <a:cubicBezTo>
                    <a:pt x="235788" y="96398"/>
                    <a:pt x="244735" y="113635"/>
                    <a:pt x="245373" y="114273"/>
                  </a:cubicBezTo>
                  <a:lnTo>
                    <a:pt x="246013" y="114912"/>
                  </a:lnTo>
                  <a:lnTo>
                    <a:pt x="254319" y="139171"/>
                  </a:lnTo>
                  <a:lnTo>
                    <a:pt x="269016" y="139171"/>
                  </a:lnTo>
                  <a:cubicBezTo>
                    <a:pt x="272850" y="139171"/>
                    <a:pt x="275406" y="141724"/>
                    <a:pt x="275406" y="145555"/>
                  </a:cubicBezTo>
                  <a:cubicBezTo>
                    <a:pt x="275406" y="149385"/>
                    <a:pt x="272850" y="151939"/>
                    <a:pt x="269016" y="151939"/>
                  </a:cubicBezTo>
                  <a:lnTo>
                    <a:pt x="258792" y="151939"/>
                  </a:lnTo>
                  <a:lnTo>
                    <a:pt x="260070" y="155131"/>
                  </a:lnTo>
                  <a:cubicBezTo>
                    <a:pt x="277962" y="160238"/>
                    <a:pt x="290103" y="176836"/>
                    <a:pt x="290103" y="195988"/>
                  </a:cubicBezTo>
                  <a:lnTo>
                    <a:pt x="290103" y="217055"/>
                  </a:lnTo>
                  <a:cubicBezTo>
                    <a:pt x="288825" y="219609"/>
                    <a:pt x="287547" y="222801"/>
                    <a:pt x="285630" y="225355"/>
                  </a:cubicBezTo>
                  <a:close/>
                </a:path>
              </a:pathLst>
            </a:custGeom>
            <a:solidFill>
              <a:srgbClr val="43B02A"/>
            </a:solidFill>
            <a:ln w="6390" cap="flat">
              <a:noFill/>
              <a:prstDash val="solid"/>
              <a:miter/>
            </a:ln>
          </p:spPr>
          <p:txBody>
            <a:bodyPr rtlCol="0" anchor="ctr"/>
            <a:lstStyle/>
            <a:p>
              <a:endParaRPr lang="en-US"/>
            </a:p>
          </p:txBody>
        </p:sp>
        <p:sp>
          <p:nvSpPr>
            <p:cNvPr id="484" name="Graphic 4">
              <a:extLst>
                <a:ext uri="{FF2B5EF4-FFF2-40B4-BE49-F238E27FC236}">
                  <a16:creationId xmlns:a16="http://schemas.microsoft.com/office/drawing/2014/main" id="{FBF3AFE7-4F08-B94C-B7B8-9DE2F7F61C44}"/>
                </a:ext>
              </a:extLst>
            </p:cNvPr>
            <p:cNvSpPr/>
            <p:nvPr/>
          </p:nvSpPr>
          <p:spPr>
            <a:xfrm>
              <a:off x="6391215" y="2129220"/>
              <a:ext cx="23003" cy="17236"/>
            </a:xfrm>
            <a:custGeom>
              <a:avLst/>
              <a:gdLst>
                <a:gd name="connsiteX0" fmla="*/ 0 w 23003"/>
                <a:gd name="connsiteY0" fmla="*/ 17237 h 17236"/>
                <a:gd name="connsiteX1" fmla="*/ 23004 w 23003"/>
                <a:gd name="connsiteY1" fmla="*/ 17237 h 17236"/>
                <a:gd name="connsiteX2" fmla="*/ 23004 w 23003"/>
                <a:gd name="connsiteY2" fmla="*/ 0 h 17236"/>
                <a:gd name="connsiteX3" fmla="*/ 0 w 23003"/>
                <a:gd name="connsiteY3" fmla="*/ 5107 h 17236"/>
                <a:gd name="connsiteX4" fmla="*/ 0 w 23003"/>
                <a:gd name="connsiteY4" fmla="*/ 17237 h 172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03" h="17236">
                  <a:moveTo>
                    <a:pt x="0" y="17237"/>
                  </a:moveTo>
                  <a:lnTo>
                    <a:pt x="23004" y="17237"/>
                  </a:lnTo>
                  <a:lnTo>
                    <a:pt x="23004" y="0"/>
                  </a:lnTo>
                  <a:cubicBezTo>
                    <a:pt x="15336" y="2554"/>
                    <a:pt x="7668" y="3830"/>
                    <a:pt x="0" y="5107"/>
                  </a:cubicBezTo>
                  <a:lnTo>
                    <a:pt x="0" y="17237"/>
                  </a:lnTo>
                  <a:close/>
                </a:path>
              </a:pathLst>
            </a:custGeom>
            <a:solidFill>
              <a:srgbClr val="43B02A"/>
            </a:solidFill>
            <a:ln w="6390" cap="flat">
              <a:noFill/>
              <a:prstDash val="solid"/>
              <a:miter/>
            </a:ln>
          </p:spPr>
          <p:txBody>
            <a:bodyPr rtlCol="0" anchor="ctr"/>
            <a:lstStyle/>
            <a:p>
              <a:endParaRPr lang="en-US"/>
            </a:p>
          </p:txBody>
        </p:sp>
      </p:grpSp>
      <p:grpSp>
        <p:nvGrpSpPr>
          <p:cNvPr id="485" name="Graphic 4">
            <a:extLst>
              <a:ext uri="{FF2B5EF4-FFF2-40B4-BE49-F238E27FC236}">
                <a16:creationId xmlns:a16="http://schemas.microsoft.com/office/drawing/2014/main" id="{4E9F76F4-EA56-8E40-B3F9-F4690BF8CBA9}"/>
              </a:ext>
            </a:extLst>
          </p:cNvPr>
          <p:cNvGrpSpPr/>
          <p:nvPr/>
        </p:nvGrpSpPr>
        <p:grpSpPr>
          <a:xfrm>
            <a:off x="1952125" y="3339623"/>
            <a:ext cx="362313" cy="361971"/>
            <a:chOff x="1952125" y="3339623"/>
            <a:chExt cx="362313" cy="361971"/>
          </a:xfrm>
          <a:solidFill>
            <a:srgbClr val="26890D"/>
          </a:solidFill>
        </p:grpSpPr>
        <p:sp>
          <p:nvSpPr>
            <p:cNvPr id="486" name="Graphic 4">
              <a:extLst>
                <a:ext uri="{FF2B5EF4-FFF2-40B4-BE49-F238E27FC236}">
                  <a16:creationId xmlns:a16="http://schemas.microsoft.com/office/drawing/2014/main" id="{1D4A9956-74A9-A14F-8AF5-AFA7F8376E6B}"/>
                </a:ext>
              </a:extLst>
            </p:cNvPr>
            <p:cNvSpPr/>
            <p:nvPr/>
          </p:nvSpPr>
          <p:spPr>
            <a:xfrm>
              <a:off x="2101011" y="3514545"/>
              <a:ext cx="38978" cy="38942"/>
            </a:xfrm>
            <a:custGeom>
              <a:avLst/>
              <a:gdLst>
                <a:gd name="connsiteX0" fmla="*/ 17892 w 38978"/>
                <a:gd name="connsiteY0" fmla="*/ 0 h 38942"/>
                <a:gd name="connsiteX1" fmla="*/ 0 w 38978"/>
                <a:gd name="connsiteY1" fmla="*/ 38942 h 38942"/>
                <a:gd name="connsiteX2" fmla="*/ 38979 w 38978"/>
                <a:gd name="connsiteY2" fmla="*/ 21067 h 38942"/>
              </a:gdLst>
              <a:ahLst/>
              <a:cxnLst>
                <a:cxn ang="0">
                  <a:pos x="connsiteX0" y="connsiteY0"/>
                </a:cxn>
                <a:cxn ang="0">
                  <a:pos x="connsiteX1" y="connsiteY1"/>
                </a:cxn>
                <a:cxn ang="0">
                  <a:pos x="connsiteX2" y="connsiteY2"/>
                </a:cxn>
              </a:cxnLst>
              <a:rect l="l" t="t" r="r" b="b"/>
              <a:pathLst>
                <a:path w="38978" h="38942">
                  <a:moveTo>
                    <a:pt x="17892" y="0"/>
                  </a:moveTo>
                  <a:lnTo>
                    <a:pt x="0" y="38942"/>
                  </a:lnTo>
                  <a:lnTo>
                    <a:pt x="38979" y="21067"/>
                  </a:lnTo>
                  <a:close/>
                </a:path>
              </a:pathLst>
            </a:custGeom>
            <a:solidFill>
              <a:srgbClr val="26890D"/>
            </a:solidFill>
            <a:ln w="6390" cap="flat">
              <a:noFill/>
              <a:prstDash val="solid"/>
              <a:miter/>
            </a:ln>
          </p:spPr>
          <p:txBody>
            <a:bodyPr rtlCol="0" anchor="ctr"/>
            <a:lstStyle/>
            <a:p>
              <a:endParaRPr lang="en-US"/>
            </a:p>
          </p:txBody>
        </p:sp>
        <p:sp>
          <p:nvSpPr>
            <p:cNvPr id="487" name="Graphic 4">
              <a:extLst>
                <a:ext uri="{FF2B5EF4-FFF2-40B4-BE49-F238E27FC236}">
                  <a16:creationId xmlns:a16="http://schemas.microsoft.com/office/drawing/2014/main" id="{0635CFE3-AD1F-B74B-B4AC-909A7271859C}"/>
                </a:ext>
              </a:extLst>
            </p:cNvPr>
            <p:cNvSpPr/>
            <p:nvPr/>
          </p:nvSpPr>
          <p:spPr>
            <a:xfrm>
              <a:off x="2127849" y="3488370"/>
              <a:ext cx="38339" cy="38303"/>
            </a:xfrm>
            <a:custGeom>
              <a:avLst/>
              <a:gdLst>
                <a:gd name="connsiteX0" fmla="*/ 21087 w 38339"/>
                <a:gd name="connsiteY0" fmla="*/ 38304 h 38303"/>
                <a:gd name="connsiteX1" fmla="*/ 38340 w 38339"/>
                <a:gd name="connsiteY1" fmla="*/ 0 h 38303"/>
                <a:gd name="connsiteX2" fmla="*/ 0 w 38339"/>
                <a:gd name="connsiteY2" fmla="*/ 17237 h 38303"/>
              </a:gdLst>
              <a:ahLst/>
              <a:cxnLst>
                <a:cxn ang="0">
                  <a:pos x="connsiteX0" y="connsiteY0"/>
                </a:cxn>
                <a:cxn ang="0">
                  <a:pos x="connsiteX1" y="connsiteY1"/>
                </a:cxn>
                <a:cxn ang="0">
                  <a:pos x="connsiteX2" y="connsiteY2"/>
                </a:cxn>
              </a:cxnLst>
              <a:rect l="l" t="t" r="r" b="b"/>
              <a:pathLst>
                <a:path w="38339" h="38303">
                  <a:moveTo>
                    <a:pt x="21087" y="38304"/>
                  </a:moveTo>
                  <a:lnTo>
                    <a:pt x="38340" y="0"/>
                  </a:lnTo>
                  <a:lnTo>
                    <a:pt x="0" y="17237"/>
                  </a:lnTo>
                  <a:close/>
                </a:path>
              </a:pathLst>
            </a:custGeom>
            <a:solidFill>
              <a:srgbClr val="26890D"/>
            </a:solidFill>
            <a:ln w="6390" cap="flat">
              <a:noFill/>
              <a:prstDash val="solid"/>
              <a:miter/>
            </a:ln>
          </p:spPr>
          <p:txBody>
            <a:bodyPr rtlCol="0" anchor="ctr"/>
            <a:lstStyle/>
            <a:p>
              <a:endParaRPr lang="en-US"/>
            </a:p>
          </p:txBody>
        </p:sp>
        <p:sp>
          <p:nvSpPr>
            <p:cNvPr id="488" name="Graphic 4">
              <a:extLst>
                <a:ext uri="{FF2B5EF4-FFF2-40B4-BE49-F238E27FC236}">
                  <a16:creationId xmlns:a16="http://schemas.microsoft.com/office/drawing/2014/main" id="{67BB079E-7AD3-E14B-A9A0-6252FF05107F}"/>
                </a:ext>
              </a:extLst>
            </p:cNvPr>
            <p:cNvSpPr/>
            <p:nvPr/>
          </p:nvSpPr>
          <p:spPr>
            <a:xfrm>
              <a:off x="2028805" y="3415593"/>
              <a:ext cx="211506" cy="211309"/>
            </a:xfrm>
            <a:custGeom>
              <a:avLst/>
              <a:gdLst>
                <a:gd name="connsiteX0" fmla="*/ 201283 w 211506"/>
                <a:gd name="connsiteY0" fmla="*/ 111720 h 211309"/>
                <a:gd name="connsiteX1" fmla="*/ 194893 w 211506"/>
                <a:gd name="connsiteY1" fmla="*/ 105336 h 211309"/>
                <a:gd name="connsiteX2" fmla="*/ 201283 w 211506"/>
                <a:gd name="connsiteY2" fmla="*/ 98952 h 211309"/>
                <a:gd name="connsiteX3" fmla="*/ 210868 w 211506"/>
                <a:gd name="connsiteY3" fmla="*/ 98952 h 211309"/>
                <a:gd name="connsiteX4" fmla="*/ 111824 w 211506"/>
                <a:gd name="connsiteY4" fmla="*/ 0 h 211309"/>
                <a:gd name="connsiteX5" fmla="*/ 111824 w 211506"/>
                <a:gd name="connsiteY5" fmla="*/ 9576 h 211309"/>
                <a:gd name="connsiteX6" fmla="*/ 105434 w 211506"/>
                <a:gd name="connsiteY6" fmla="*/ 15960 h 211309"/>
                <a:gd name="connsiteX7" fmla="*/ 99044 w 211506"/>
                <a:gd name="connsiteY7" fmla="*/ 9576 h 211309"/>
                <a:gd name="connsiteX8" fmla="*/ 99044 w 211506"/>
                <a:gd name="connsiteY8" fmla="*/ 0 h 211309"/>
                <a:gd name="connsiteX9" fmla="*/ 0 w 211506"/>
                <a:gd name="connsiteY9" fmla="*/ 98952 h 211309"/>
                <a:gd name="connsiteX10" fmla="*/ 9585 w 211506"/>
                <a:gd name="connsiteY10" fmla="*/ 98952 h 211309"/>
                <a:gd name="connsiteX11" fmla="*/ 15975 w 211506"/>
                <a:gd name="connsiteY11" fmla="*/ 105336 h 211309"/>
                <a:gd name="connsiteX12" fmla="*/ 9585 w 211506"/>
                <a:gd name="connsiteY12" fmla="*/ 111720 h 211309"/>
                <a:gd name="connsiteX13" fmla="*/ 639 w 211506"/>
                <a:gd name="connsiteY13" fmla="*/ 111720 h 211309"/>
                <a:gd name="connsiteX14" fmla="*/ 99683 w 211506"/>
                <a:gd name="connsiteY14" fmla="*/ 210671 h 211309"/>
                <a:gd name="connsiteX15" fmla="*/ 99683 w 211506"/>
                <a:gd name="connsiteY15" fmla="*/ 201734 h 211309"/>
                <a:gd name="connsiteX16" fmla="*/ 106073 w 211506"/>
                <a:gd name="connsiteY16" fmla="*/ 195350 h 211309"/>
                <a:gd name="connsiteX17" fmla="*/ 112463 w 211506"/>
                <a:gd name="connsiteY17" fmla="*/ 201734 h 211309"/>
                <a:gd name="connsiteX18" fmla="*/ 112463 w 211506"/>
                <a:gd name="connsiteY18" fmla="*/ 211310 h 211309"/>
                <a:gd name="connsiteX19" fmla="*/ 211507 w 211506"/>
                <a:gd name="connsiteY19" fmla="*/ 112358 h 211309"/>
                <a:gd name="connsiteX20" fmla="*/ 201283 w 211506"/>
                <a:gd name="connsiteY20" fmla="*/ 111720 h 211309"/>
                <a:gd name="connsiteX21" fmla="*/ 155914 w 211506"/>
                <a:gd name="connsiteY21" fmla="*/ 62563 h 211309"/>
                <a:gd name="connsiteX22" fmla="*/ 127799 w 211506"/>
                <a:gd name="connsiteY22" fmla="*/ 125126 h 211309"/>
                <a:gd name="connsiteX23" fmla="*/ 124604 w 211506"/>
                <a:gd name="connsiteY23" fmla="*/ 128318 h 211309"/>
                <a:gd name="connsiteX24" fmla="*/ 61982 w 211506"/>
                <a:gd name="connsiteY24" fmla="*/ 157046 h 211309"/>
                <a:gd name="connsiteX25" fmla="*/ 54954 w 211506"/>
                <a:gd name="connsiteY25" fmla="*/ 155769 h 211309"/>
                <a:gd name="connsiteX26" fmla="*/ 53675 w 211506"/>
                <a:gd name="connsiteY26" fmla="*/ 148747 h 211309"/>
                <a:gd name="connsiteX27" fmla="*/ 81791 w 211506"/>
                <a:gd name="connsiteY27" fmla="*/ 86184 h 211309"/>
                <a:gd name="connsiteX28" fmla="*/ 84986 w 211506"/>
                <a:gd name="connsiteY28" fmla="*/ 82992 h 211309"/>
                <a:gd name="connsiteX29" fmla="*/ 147608 w 211506"/>
                <a:gd name="connsiteY29" fmla="*/ 54902 h 211309"/>
                <a:gd name="connsiteX30" fmla="*/ 154637 w 211506"/>
                <a:gd name="connsiteY30" fmla="*/ 56179 h 211309"/>
                <a:gd name="connsiteX31" fmla="*/ 155914 w 211506"/>
                <a:gd name="connsiteY31" fmla="*/ 62563 h 211309"/>
                <a:gd name="connsiteX32" fmla="*/ 155914 w 211506"/>
                <a:gd name="connsiteY32" fmla="*/ 62563 h 211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11506" h="211309">
                  <a:moveTo>
                    <a:pt x="201283" y="111720"/>
                  </a:moveTo>
                  <a:cubicBezTo>
                    <a:pt x="197449" y="111720"/>
                    <a:pt x="194893" y="109166"/>
                    <a:pt x="194893" y="105336"/>
                  </a:cubicBezTo>
                  <a:cubicBezTo>
                    <a:pt x="194893" y="101505"/>
                    <a:pt x="197449" y="98952"/>
                    <a:pt x="201283" y="98952"/>
                  </a:cubicBezTo>
                  <a:lnTo>
                    <a:pt x="210868" y="98952"/>
                  </a:lnTo>
                  <a:cubicBezTo>
                    <a:pt x="207673" y="45326"/>
                    <a:pt x="164860" y="3192"/>
                    <a:pt x="111824" y="0"/>
                  </a:cubicBezTo>
                  <a:lnTo>
                    <a:pt x="111824" y="9576"/>
                  </a:lnTo>
                  <a:cubicBezTo>
                    <a:pt x="111824" y="13406"/>
                    <a:pt x="109268" y="15960"/>
                    <a:pt x="105434" y="15960"/>
                  </a:cubicBezTo>
                  <a:cubicBezTo>
                    <a:pt x="101600" y="15960"/>
                    <a:pt x="99044" y="13406"/>
                    <a:pt x="99044" y="9576"/>
                  </a:cubicBezTo>
                  <a:lnTo>
                    <a:pt x="99044" y="0"/>
                  </a:lnTo>
                  <a:cubicBezTo>
                    <a:pt x="45369" y="3192"/>
                    <a:pt x="3195" y="45964"/>
                    <a:pt x="0" y="98952"/>
                  </a:cubicBezTo>
                  <a:lnTo>
                    <a:pt x="9585" y="98952"/>
                  </a:lnTo>
                  <a:cubicBezTo>
                    <a:pt x="13419" y="98952"/>
                    <a:pt x="15975" y="101505"/>
                    <a:pt x="15975" y="105336"/>
                  </a:cubicBezTo>
                  <a:cubicBezTo>
                    <a:pt x="15975" y="109166"/>
                    <a:pt x="13419" y="111720"/>
                    <a:pt x="9585" y="111720"/>
                  </a:cubicBezTo>
                  <a:lnTo>
                    <a:pt x="639" y="111720"/>
                  </a:lnTo>
                  <a:cubicBezTo>
                    <a:pt x="3834" y="165345"/>
                    <a:pt x="46646" y="207479"/>
                    <a:pt x="99683" y="210671"/>
                  </a:cubicBezTo>
                  <a:lnTo>
                    <a:pt x="99683" y="201734"/>
                  </a:lnTo>
                  <a:cubicBezTo>
                    <a:pt x="99683" y="197903"/>
                    <a:pt x="102239" y="195350"/>
                    <a:pt x="106073" y="195350"/>
                  </a:cubicBezTo>
                  <a:cubicBezTo>
                    <a:pt x="109907" y="195350"/>
                    <a:pt x="112463" y="197903"/>
                    <a:pt x="112463" y="201734"/>
                  </a:cubicBezTo>
                  <a:lnTo>
                    <a:pt x="112463" y="211310"/>
                  </a:lnTo>
                  <a:cubicBezTo>
                    <a:pt x="166138" y="208118"/>
                    <a:pt x="208312" y="165345"/>
                    <a:pt x="211507" y="112358"/>
                  </a:cubicBezTo>
                  <a:lnTo>
                    <a:pt x="201283" y="111720"/>
                  </a:lnTo>
                  <a:close/>
                  <a:moveTo>
                    <a:pt x="155914" y="62563"/>
                  </a:moveTo>
                  <a:lnTo>
                    <a:pt x="127799" y="125126"/>
                  </a:lnTo>
                  <a:cubicBezTo>
                    <a:pt x="127160" y="126403"/>
                    <a:pt x="125882" y="127680"/>
                    <a:pt x="124604" y="128318"/>
                  </a:cubicBezTo>
                  <a:lnTo>
                    <a:pt x="61982" y="157046"/>
                  </a:lnTo>
                  <a:cubicBezTo>
                    <a:pt x="59426" y="158323"/>
                    <a:pt x="56870" y="157684"/>
                    <a:pt x="54954" y="155769"/>
                  </a:cubicBezTo>
                  <a:cubicBezTo>
                    <a:pt x="53036" y="153854"/>
                    <a:pt x="52398" y="151300"/>
                    <a:pt x="53675" y="148747"/>
                  </a:cubicBezTo>
                  <a:lnTo>
                    <a:pt x="81791" y="86184"/>
                  </a:lnTo>
                  <a:cubicBezTo>
                    <a:pt x="82430" y="84907"/>
                    <a:pt x="83708" y="83630"/>
                    <a:pt x="84986" y="82992"/>
                  </a:cubicBezTo>
                  <a:lnTo>
                    <a:pt x="147608" y="54902"/>
                  </a:lnTo>
                  <a:cubicBezTo>
                    <a:pt x="150164" y="53625"/>
                    <a:pt x="152719" y="54264"/>
                    <a:pt x="154637" y="56179"/>
                  </a:cubicBezTo>
                  <a:cubicBezTo>
                    <a:pt x="156553" y="57456"/>
                    <a:pt x="157192" y="60009"/>
                    <a:pt x="155914" y="62563"/>
                  </a:cubicBezTo>
                  <a:lnTo>
                    <a:pt x="155914" y="62563"/>
                  </a:lnTo>
                  <a:close/>
                </a:path>
              </a:pathLst>
            </a:custGeom>
            <a:solidFill>
              <a:srgbClr val="26890D"/>
            </a:solidFill>
            <a:ln w="6390" cap="flat">
              <a:noFill/>
              <a:prstDash val="solid"/>
              <a:miter/>
            </a:ln>
          </p:spPr>
          <p:txBody>
            <a:bodyPr rtlCol="0" anchor="ctr"/>
            <a:lstStyle/>
            <a:p>
              <a:endParaRPr lang="en-US"/>
            </a:p>
          </p:txBody>
        </p:sp>
        <p:sp>
          <p:nvSpPr>
            <p:cNvPr id="489" name="Graphic 4">
              <a:extLst>
                <a:ext uri="{FF2B5EF4-FFF2-40B4-BE49-F238E27FC236}">
                  <a16:creationId xmlns:a16="http://schemas.microsoft.com/office/drawing/2014/main" id="{27702EAA-8814-EB44-BF68-469E3987C2D1}"/>
                </a:ext>
              </a:extLst>
            </p:cNvPr>
            <p:cNvSpPr/>
            <p:nvPr/>
          </p:nvSpPr>
          <p:spPr>
            <a:xfrm>
              <a:off x="1952125" y="33396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00047 h 361971"/>
                <a:gd name="connsiteX7" fmla="*/ 62621 w 362313"/>
                <a:gd name="connsiteY7" fmla="*/ 181305 h 361971"/>
                <a:gd name="connsiteX8" fmla="*/ 181474 w 362313"/>
                <a:gd name="connsiteY8" fmla="*/ 62563 h 361971"/>
                <a:gd name="connsiteX9" fmla="*/ 300327 w 362313"/>
                <a:gd name="connsiteY9" fmla="*/ 181305 h 361971"/>
                <a:gd name="connsiteX10" fmla="*/ 181474 w 362313"/>
                <a:gd name="connsiteY10" fmla="*/ 300047 h 361971"/>
                <a:gd name="connsiteX11" fmla="*/ 181474 w 362313"/>
                <a:gd name="connsiteY11" fmla="*/ 30004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181474" y="300047"/>
                  </a:moveTo>
                  <a:cubicBezTo>
                    <a:pt x="115658" y="300047"/>
                    <a:pt x="62621" y="247060"/>
                    <a:pt x="62621" y="181305"/>
                  </a:cubicBezTo>
                  <a:cubicBezTo>
                    <a:pt x="62621" y="115550"/>
                    <a:pt x="115658" y="62563"/>
                    <a:pt x="181474" y="62563"/>
                  </a:cubicBezTo>
                  <a:cubicBezTo>
                    <a:pt x="247291" y="62563"/>
                    <a:pt x="300327" y="115550"/>
                    <a:pt x="300327" y="181305"/>
                  </a:cubicBezTo>
                  <a:cubicBezTo>
                    <a:pt x="300327" y="246422"/>
                    <a:pt x="247291" y="300047"/>
                    <a:pt x="181474" y="300047"/>
                  </a:cubicBezTo>
                  <a:lnTo>
                    <a:pt x="181474" y="300047"/>
                  </a:lnTo>
                  <a:close/>
                </a:path>
              </a:pathLst>
            </a:custGeom>
            <a:solidFill>
              <a:srgbClr val="26890D"/>
            </a:solidFill>
            <a:ln w="6390" cap="flat">
              <a:noFill/>
              <a:prstDash val="solid"/>
              <a:miter/>
            </a:ln>
          </p:spPr>
          <p:txBody>
            <a:bodyPr rtlCol="0" anchor="ctr"/>
            <a:lstStyle/>
            <a:p>
              <a:endParaRPr lang="en-US"/>
            </a:p>
          </p:txBody>
        </p:sp>
      </p:grpSp>
      <p:grpSp>
        <p:nvGrpSpPr>
          <p:cNvPr id="490" name="Graphic 4">
            <a:extLst>
              <a:ext uri="{FF2B5EF4-FFF2-40B4-BE49-F238E27FC236}">
                <a16:creationId xmlns:a16="http://schemas.microsoft.com/office/drawing/2014/main" id="{06762424-ED35-474E-B4C0-4922C9A47CDB}"/>
              </a:ext>
            </a:extLst>
          </p:cNvPr>
          <p:cNvGrpSpPr/>
          <p:nvPr/>
        </p:nvGrpSpPr>
        <p:grpSpPr>
          <a:xfrm>
            <a:off x="905454" y="2855717"/>
            <a:ext cx="362309" cy="361971"/>
            <a:chOff x="905454" y="2855717"/>
            <a:chExt cx="362309" cy="361971"/>
          </a:xfrm>
          <a:solidFill>
            <a:srgbClr val="26890D"/>
          </a:solidFill>
        </p:grpSpPr>
        <p:sp>
          <p:nvSpPr>
            <p:cNvPr id="491" name="Graphic 4">
              <a:extLst>
                <a:ext uri="{FF2B5EF4-FFF2-40B4-BE49-F238E27FC236}">
                  <a16:creationId xmlns:a16="http://schemas.microsoft.com/office/drawing/2014/main" id="{FDB45292-E26E-F242-9F64-4AB5C186E755}"/>
                </a:ext>
              </a:extLst>
            </p:cNvPr>
            <p:cNvSpPr/>
            <p:nvPr/>
          </p:nvSpPr>
          <p:spPr>
            <a:xfrm>
              <a:off x="1005137" y="3027447"/>
              <a:ext cx="166777" cy="33196"/>
            </a:xfrm>
            <a:custGeom>
              <a:avLst/>
              <a:gdLst>
                <a:gd name="connsiteX0" fmla="*/ 22365 w 166777"/>
                <a:gd name="connsiteY0" fmla="*/ 0 h 33196"/>
                <a:gd name="connsiteX1" fmla="*/ 0 w 166777"/>
                <a:gd name="connsiteY1" fmla="*/ 16598 h 33196"/>
                <a:gd name="connsiteX2" fmla="*/ 22365 w 166777"/>
                <a:gd name="connsiteY2" fmla="*/ 33197 h 33196"/>
                <a:gd name="connsiteX3" fmla="*/ 166777 w 166777"/>
                <a:gd name="connsiteY3" fmla="*/ 33197 h 33196"/>
                <a:gd name="connsiteX4" fmla="*/ 166777 w 166777"/>
                <a:gd name="connsiteY4" fmla="*/ 0 h 33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777" h="33196">
                  <a:moveTo>
                    <a:pt x="22365" y="0"/>
                  </a:moveTo>
                  <a:lnTo>
                    <a:pt x="0" y="16598"/>
                  </a:lnTo>
                  <a:lnTo>
                    <a:pt x="22365" y="33197"/>
                  </a:lnTo>
                  <a:lnTo>
                    <a:pt x="166777" y="33197"/>
                  </a:lnTo>
                  <a:lnTo>
                    <a:pt x="166777" y="0"/>
                  </a:lnTo>
                  <a:close/>
                </a:path>
              </a:pathLst>
            </a:custGeom>
            <a:solidFill>
              <a:srgbClr val="26890D"/>
            </a:solidFill>
            <a:ln w="6390" cap="flat">
              <a:noFill/>
              <a:prstDash val="solid"/>
              <a:miter/>
            </a:ln>
          </p:spPr>
          <p:txBody>
            <a:bodyPr rtlCol="0" anchor="ctr"/>
            <a:lstStyle/>
            <a:p>
              <a:endParaRPr lang="en-US"/>
            </a:p>
          </p:txBody>
        </p:sp>
        <p:sp>
          <p:nvSpPr>
            <p:cNvPr id="492" name="Graphic 4">
              <a:extLst>
                <a:ext uri="{FF2B5EF4-FFF2-40B4-BE49-F238E27FC236}">
                  <a16:creationId xmlns:a16="http://schemas.microsoft.com/office/drawing/2014/main" id="{C7197D97-965F-F541-868B-49536F519A81}"/>
                </a:ext>
              </a:extLst>
            </p:cNvPr>
            <p:cNvSpPr/>
            <p:nvPr/>
          </p:nvSpPr>
          <p:spPr>
            <a:xfrm>
              <a:off x="1000664" y="2950839"/>
              <a:ext cx="167416" cy="33196"/>
            </a:xfrm>
            <a:custGeom>
              <a:avLst/>
              <a:gdLst>
                <a:gd name="connsiteX0" fmla="*/ 145052 w 167416"/>
                <a:gd name="connsiteY0" fmla="*/ 0 h 33196"/>
                <a:gd name="connsiteX1" fmla="*/ 0 w 167416"/>
                <a:gd name="connsiteY1" fmla="*/ 0 h 33196"/>
                <a:gd name="connsiteX2" fmla="*/ 0 w 167416"/>
                <a:gd name="connsiteY2" fmla="*/ 33197 h 33196"/>
                <a:gd name="connsiteX3" fmla="*/ 145052 w 167416"/>
                <a:gd name="connsiteY3" fmla="*/ 33197 h 33196"/>
                <a:gd name="connsiteX4" fmla="*/ 167416 w 167416"/>
                <a:gd name="connsiteY4" fmla="*/ 16598 h 33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416" h="33196">
                  <a:moveTo>
                    <a:pt x="145052" y="0"/>
                  </a:moveTo>
                  <a:lnTo>
                    <a:pt x="0" y="0"/>
                  </a:lnTo>
                  <a:lnTo>
                    <a:pt x="0" y="33197"/>
                  </a:lnTo>
                  <a:lnTo>
                    <a:pt x="145052" y="33197"/>
                  </a:lnTo>
                  <a:lnTo>
                    <a:pt x="167416" y="16598"/>
                  </a:lnTo>
                  <a:close/>
                </a:path>
              </a:pathLst>
            </a:custGeom>
            <a:solidFill>
              <a:srgbClr val="26890D"/>
            </a:solidFill>
            <a:ln w="6390" cap="flat">
              <a:noFill/>
              <a:prstDash val="solid"/>
              <a:miter/>
            </a:ln>
          </p:spPr>
          <p:txBody>
            <a:bodyPr rtlCol="0" anchor="ctr"/>
            <a:lstStyle/>
            <a:p>
              <a:endParaRPr lang="en-US"/>
            </a:p>
          </p:txBody>
        </p:sp>
        <p:sp>
          <p:nvSpPr>
            <p:cNvPr id="493" name="Graphic 4">
              <a:extLst>
                <a:ext uri="{FF2B5EF4-FFF2-40B4-BE49-F238E27FC236}">
                  <a16:creationId xmlns:a16="http://schemas.microsoft.com/office/drawing/2014/main" id="{E2D4B30F-AFF8-FA44-8F4A-5772150F733A}"/>
                </a:ext>
              </a:extLst>
            </p:cNvPr>
            <p:cNvSpPr/>
            <p:nvPr/>
          </p:nvSpPr>
          <p:spPr>
            <a:xfrm>
              <a:off x="905454" y="28557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187225 w 362309"/>
                <a:gd name="connsiteY6" fmla="*/ 142363 h 361971"/>
                <a:gd name="connsiteX7" fmla="*/ 187225 w 362309"/>
                <a:gd name="connsiteY7" fmla="*/ 158961 h 361971"/>
                <a:gd name="connsiteX8" fmla="*/ 272850 w 362309"/>
                <a:gd name="connsiteY8" fmla="*/ 158961 h 361971"/>
                <a:gd name="connsiteX9" fmla="*/ 279240 w 362309"/>
                <a:gd name="connsiteY9" fmla="*/ 165345 h 361971"/>
                <a:gd name="connsiteX10" fmla="*/ 279240 w 362309"/>
                <a:gd name="connsiteY10" fmla="*/ 211310 h 361971"/>
                <a:gd name="connsiteX11" fmla="*/ 272850 w 362309"/>
                <a:gd name="connsiteY11" fmla="*/ 217694 h 361971"/>
                <a:gd name="connsiteX12" fmla="*/ 187225 w 362309"/>
                <a:gd name="connsiteY12" fmla="*/ 217694 h 361971"/>
                <a:gd name="connsiteX13" fmla="*/ 187225 w 362309"/>
                <a:gd name="connsiteY13" fmla="*/ 287917 h 361971"/>
                <a:gd name="connsiteX14" fmla="*/ 180835 w 362309"/>
                <a:gd name="connsiteY14" fmla="*/ 294301 h 361971"/>
                <a:gd name="connsiteX15" fmla="*/ 174445 w 362309"/>
                <a:gd name="connsiteY15" fmla="*/ 287917 h 361971"/>
                <a:gd name="connsiteX16" fmla="*/ 174445 w 362309"/>
                <a:gd name="connsiteY16" fmla="*/ 217694 h 361971"/>
                <a:gd name="connsiteX17" fmla="*/ 119492 w 362309"/>
                <a:gd name="connsiteY17" fmla="*/ 217694 h 361971"/>
                <a:gd name="connsiteX18" fmla="*/ 115658 w 362309"/>
                <a:gd name="connsiteY18" fmla="*/ 216417 h 361971"/>
                <a:gd name="connsiteX19" fmla="*/ 84986 w 362309"/>
                <a:gd name="connsiteY19" fmla="*/ 193435 h 361971"/>
                <a:gd name="connsiteX20" fmla="*/ 82430 w 362309"/>
                <a:gd name="connsiteY20" fmla="*/ 188327 h 361971"/>
                <a:gd name="connsiteX21" fmla="*/ 84986 w 362309"/>
                <a:gd name="connsiteY21" fmla="*/ 183220 h 361971"/>
                <a:gd name="connsiteX22" fmla="*/ 115658 w 362309"/>
                <a:gd name="connsiteY22" fmla="*/ 160238 h 361971"/>
                <a:gd name="connsiteX23" fmla="*/ 119492 w 362309"/>
                <a:gd name="connsiteY23" fmla="*/ 158961 h 361971"/>
                <a:gd name="connsiteX24" fmla="*/ 174445 w 362309"/>
                <a:gd name="connsiteY24" fmla="*/ 158961 h 361971"/>
                <a:gd name="connsiteX25" fmla="*/ 174445 w 362309"/>
                <a:gd name="connsiteY25" fmla="*/ 142363 h 361971"/>
                <a:gd name="connsiteX26" fmla="*/ 174445 w 362309"/>
                <a:gd name="connsiteY26" fmla="*/ 141086 h 361971"/>
                <a:gd name="connsiteX27" fmla="*/ 88820 w 362309"/>
                <a:gd name="connsiteY27" fmla="*/ 141086 h 361971"/>
                <a:gd name="connsiteX28" fmla="*/ 82430 w 362309"/>
                <a:gd name="connsiteY28" fmla="*/ 134702 h 361971"/>
                <a:gd name="connsiteX29" fmla="*/ 82430 w 362309"/>
                <a:gd name="connsiteY29" fmla="*/ 88737 h 361971"/>
                <a:gd name="connsiteX30" fmla="*/ 88820 w 362309"/>
                <a:gd name="connsiteY30" fmla="*/ 82353 h 361971"/>
                <a:gd name="connsiteX31" fmla="*/ 174445 w 362309"/>
                <a:gd name="connsiteY31" fmla="*/ 82353 h 361971"/>
                <a:gd name="connsiteX32" fmla="*/ 174445 w 362309"/>
                <a:gd name="connsiteY32" fmla="*/ 73416 h 361971"/>
                <a:gd name="connsiteX33" fmla="*/ 180835 w 362309"/>
                <a:gd name="connsiteY33" fmla="*/ 67032 h 361971"/>
                <a:gd name="connsiteX34" fmla="*/ 187225 w 362309"/>
                <a:gd name="connsiteY34" fmla="*/ 73416 h 361971"/>
                <a:gd name="connsiteX35" fmla="*/ 187225 w 362309"/>
                <a:gd name="connsiteY35" fmla="*/ 82353 h 361971"/>
                <a:gd name="connsiteX36" fmla="*/ 242179 w 362309"/>
                <a:gd name="connsiteY36" fmla="*/ 82353 h 361971"/>
                <a:gd name="connsiteX37" fmla="*/ 246013 w 362309"/>
                <a:gd name="connsiteY37" fmla="*/ 83630 h 361971"/>
                <a:gd name="connsiteX38" fmla="*/ 276684 w 362309"/>
                <a:gd name="connsiteY38" fmla="*/ 106612 h 361971"/>
                <a:gd name="connsiteX39" fmla="*/ 279240 w 362309"/>
                <a:gd name="connsiteY39" fmla="*/ 111720 h 361971"/>
                <a:gd name="connsiteX40" fmla="*/ 276684 w 362309"/>
                <a:gd name="connsiteY40" fmla="*/ 116827 h 361971"/>
                <a:gd name="connsiteX41" fmla="*/ 246013 w 362309"/>
                <a:gd name="connsiteY41" fmla="*/ 139809 h 361971"/>
                <a:gd name="connsiteX42" fmla="*/ 242179 w 362309"/>
                <a:gd name="connsiteY42" fmla="*/ 141086 h 361971"/>
                <a:gd name="connsiteX43" fmla="*/ 187225 w 362309"/>
                <a:gd name="connsiteY43" fmla="*/ 141086 h 361971"/>
                <a:gd name="connsiteX44" fmla="*/ 187225 w 362309"/>
                <a:gd name="connsiteY44" fmla="*/ 14236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2309" h="361971">
                  <a:moveTo>
                    <a:pt x="180835" y="0"/>
                  </a:moveTo>
                  <a:cubicBezTo>
                    <a:pt x="80513" y="0"/>
                    <a:pt x="0" y="81076"/>
                    <a:pt x="0" y="181305"/>
                  </a:cubicBezTo>
                  <a:cubicBezTo>
                    <a:pt x="0" y="281533"/>
                    <a:pt x="81152" y="361972"/>
                    <a:pt x="181474" y="361972"/>
                  </a:cubicBezTo>
                  <a:cubicBezTo>
                    <a:pt x="281157" y="361972"/>
                    <a:pt x="362309" y="280895"/>
                    <a:pt x="362309" y="180667"/>
                  </a:cubicBezTo>
                  <a:cubicBezTo>
                    <a:pt x="362309" y="80438"/>
                    <a:pt x="281157" y="0"/>
                    <a:pt x="180835" y="0"/>
                  </a:cubicBezTo>
                  <a:cubicBezTo>
                    <a:pt x="180835" y="0"/>
                    <a:pt x="180835" y="0"/>
                    <a:pt x="180835" y="0"/>
                  </a:cubicBezTo>
                  <a:close/>
                  <a:moveTo>
                    <a:pt x="187225" y="142363"/>
                  </a:moveTo>
                  <a:lnTo>
                    <a:pt x="187225" y="158961"/>
                  </a:lnTo>
                  <a:lnTo>
                    <a:pt x="272850" y="158961"/>
                  </a:lnTo>
                  <a:cubicBezTo>
                    <a:pt x="276684" y="158961"/>
                    <a:pt x="279240" y="161515"/>
                    <a:pt x="279240" y="165345"/>
                  </a:cubicBezTo>
                  <a:lnTo>
                    <a:pt x="279240" y="211310"/>
                  </a:lnTo>
                  <a:cubicBezTo>
                    <a:pt x="279240" y="215140"/>
                    <a:pt x="276684" y="217694"/>
                    <a:pt x="272850" y="217694"/>
                  </a:cubicBezTo>
                  <a:lnTo>
                    <a:pt x="187225" y="217694"/>
                  </a:lnTo>
                  <a:lnTo>
                    <a:pt x="187225" y="287917"/>
                  </a:lnTo>
                  <a:cubicBezTo>
                    <a:pt x="187225" y="291748"/>
                    <a:pt x="184669" y="294301"/>
                    <a:pt x="180835" y="294301"/>
                  </a:cubicBezTo>
                  <a:cubicBezTo>
                    <a:pt x="177001" y="294301"/>
                    <a:pt x="174445" y="291748"/>
                    <a:pt x="174445" y="287917"/>
                  </a:cubicBezTo>
                  <a:lnTo>
                    <a:pt x="174445" y="217694"/>
                  </a:lnTo>
                  <a:lnTo>
                    <a:pt x="119492" y="217694"/>
                  </a:lnTo>
                  <a:cubicBezTo>
                    <a:pt x="118214" y="217694"/>
                    <a:pt x="116936" y="217055"/>
                    <a:pt x="115658" y="216417"/>
                  </a:cubicBezTo>
                  <a:lnTo>
                    <a:pt x="84986" y="193435"/>
                  </a:lnTo>
                  <a:cubicBezTo>
                    <a:pt x="83069" y="192158"/>
                    <a:pt x="82430" y="190243"/>
                    <a:pt x="82430" y="188327"/>
                  </a:cubicBezTo>
                  <a:cubicBezTo>
                    <a:pt x="82430" y="186412"/>
                    <a:pt x="83069" y="184497"/>
                    <a:pt x="84986" y="183220"/>
                  </a:cubicBezTo>
                  <a:lnTo>
                    <a:pt x="115658" y="160238"/>
                  </a:lnTo>
                  <a:cubicBezTo>
                    <a:pt x="116936" y="159600"/>
                    <a:pt x="118214" y="158961"/>
                    <a:pt x="119492" y="158961"/>
                  </a:cubicBezTo>
                  <a:lnTo>
                    <a:pt x="174445" y="158961"/>
                  </a:lnTo>
                  <a:lnTo>
                    <a:pt x="174445" y="142363"/>
                  </a:lnTo>
                  <a:cubicBezTo>
                    <a:pt x="174445" y="141724"/>
                    <a:pt x="174445" y="141724"/>
                    <a:pt x="174445" y="141086"/>
                  </a:cubicBezTo>
                  <a:lnTo>
                    <a:pt x="88820" y="141086"/>
                  </a:lnTo>
                  <a:cubicBezTo>
                    <a:pt x="84986" y="141086"/>
                    <a:pt x="82430" y="138532"/>
                    <a:pt x="82430" y="134702"/>
                  </a:cubicBezTo>
                  <a:lnTo>
                    <a:pt x="82430" y="88737"/>
                  </a:lnTo>
                  <a:cubicBezTo>
                    <a:pt x="82430" y="84907"/>
                    <a:pt x="84986" y="82353"/>
                    <a:pt x="88820" y="82353"/>
                  </a:cubicBezTo>
                  <a:lnTo>
                    <a:pt x="174445" y="82353"/>
                  </a:lnTo>
                  <a:lnTo>
                    <a:pt x="174445" y="73416"/>
                  </a:lnTo>
                  <a:cubicBezTo>
                    <a:pt x="174445" y="69585"/>
                    <a:pt x="177001" y="67032"/>
                    <a:pt x="180835" y="67032"/>
                  </a:cubicBezTo>
                  <a:cubicBezTo>
                    <a:pt x="184669" y="67032"/>
                    <a:pt x="187225" y="69585"/>
                    <a:pt x="187225" y="73416"/>
                  </a:cubicBezTo>
                  <a:lnTo>
                    <a:pt x="187225" y="82353"/>
                  </a:lnTo>
                  <a:lnTo>
                    <a:pt x="242179" y="82353"/>
                  </a:lnTo>
                  <a:cubicBezTo>
                    <a:pt x="243457" y="82353"/>
                    <a:pt x="244735" y="82992"/>
                    <a:pt x="246013" y="83630"/>
                  </a:cubicBezTo>
                  <a:lnTo>
                    <a:pt x="276684" y="106612"/>
                  </a:lnTo>
                  <a:cubicBezTo>
                    <a:pt x="278601" y="107889"/>
                    <a:pt x="279240" y="109804"/>
                    <a:pt x="279240" y="111720"/>
                  </a:cubicBezTo>
                  <a:cubicBezTo>
                    <a:pt x="279240" y="113635"/>
                    <a:pt x="278601" y="115550"/>
                    <a:pt x="276684" y="116827"/>
                  </a:cubicBezTo>
                  <a:lnTo>
                    <a:pt x="246013" y="139809"/>
                  </a:lnTo>
                  <a:cubicBezTo>
                    <a:pt x="244735" y="140448"/>
                    <a:pt x="243457" y="141086"/>
                    <a:pt x="242179" y="141086"/>
                  </a:cubicBezTo>
                  <a:lnTo>
                    <a:pt x="187225" y="141086"/>
                  </a:lnTo>
                  <a:cubicBezTo>
                    <a:pt x="187225" y="141724"/>
                    <a:pt x="187225" y="141724"/>
                    <a:pt x="187225" y="142363"/>
                  </a:cubicBezTo>
                  <a:close/>
                </a:path>
              </a:pathLst>
            </a:custGeom>
            <a:solidFill>
              <a:srgbClr val="26890D"/>
            </a:solidFill>
            <a:ln w="6390" cap="flat">
              <a:noFill/>
              <a:prstDash val="solid"/>
              <a:miter/>
            </a:ln>
          </p:spPr>
          <p:txBody>
            <a:bodyPr rtlCol="0" anchor="ctr"/>
            <a:lstStyle/>
            <a:p>
              <a:endParaRPr lang="en-US"/>
            </a:p>
          </p:txBody>
        </p:sp>
      </p:grpSp>
      <p:grpSp>
        <p:nvGrpSpPr>
          <p:cNvPr id="494" name="Graphic 4">
            <a:extLst>
              <a:ext uri="{FF2B5EF4-FFF2-40B4-BE49-F238E27FC236}">
                <a16:creationId xmlns:a16="http://schemas.microsoft.com/office/drawing/2014/main" id="{286094C2-0A80-BD41-9459-FF7AE1F5CD1B}"/>
              </a:ext>
            </a:extLst>
          </p:cNvPr>
          <p:cNvGrpSpPr/>
          <p:nvPr/>
        </p:nvGrpSpPr>
        <p:grpSpPr>
          <a:xfrm>
            <a:off x="6149937" y="3824168"/>
            <a:ext cx="362309" cy="361971"/>
            <a:chOff x="5099169" y="3824168"/>
            <a:chExt cx="362309" cy="361971"/>
          </a:xfrm>
          <a:solidFill>
            <a:srgbClr val="43B02A"/>
          </a:solidFill>
        </p:grpSpPr>
        <p:sp>
          <p:nvSpPr>
            <p:cNvPr id="495" name="Graphic 4">
              <a:extLst>
                <a:ext uri="{FF2B5EF4-FFF2-40B4-BE49-F238E27FC236}">
                  <a16:creationId xmlns:a16="http://schemas.microsoft.com/office/drawing/2014/main" id="{1A4D8057-10DE-6B4E-8DFC-DF65C6F065E0}"/>
                </a:ext>
              </a:extLst>
            </p:cNvPr>
            <p:cNvSpPr/>
            <p:nvPr/>
          </p:nvSpPr>
          <p:spPr>
            <a:xfrm>
              <a:off x="5272976" y="3978021"/>
              <a:ext cx="14057" cy="14044"/>
            </a:xfrm>
            <a:custGeom>
              <a:avLst/>
              <a:gdLst>
                <a:gd name="connsiteX0" fmla="*/ 0 w 14057"/>
                <a:gd name="connsiteY0" fmla="*/ 0 h 14044"/>
                <a:gd name="connsiteX1" fmla="*/ 14058 w 14057"/>
                <a:gd name="connsiteY1" fmla="*/ 0 h 14044"/>
                <a:gd name="connsiteX2" fmla="*/ 14058 w 14057"/>
                <a:gd name="connsiteY2" fmla="*/ 14045 h 14044"/>
                <a:gd name="connsiteX3" fmla="*/ 0 w 14057"/>
                <a:gd name="connsiteY3" fmla="*/ 14045 h 14044"/>
              </a:gdLst>
              <a:ahLst/>
              <a:cxnLst>
                <a:cxn ang="0">
                  <a:pos x="connsiteX0" y="connsiteY0"/>
                </a:cxn>
                <a:cxn ang="0">
                  <a:pos x="connsiteX1" y="connsiteY1"/>
                </a:cxn>
                <a:cxn ang="0">
                  <a:pos x="connsiteX2" y="connsiteY2"/>
                </a:cxn>
                <a:cxn ang="0">
                  <a:pos x="connsiteX3" y="connsiteY3"/>
                </a:cxn>
              </a:cxnLst>
              <a:rect l="l" t="t" r="r" b="b"/>
              <a:pathLst>
                <a:path w="14057" h="14044">
                  <a:moveTo>
                    <a:pt x="0" y="0"/>
                  </a:moveTo>
                  <a:lnTo>
                    <a:pt x="14058" y="0"/>
                  </a:lnTo>
                  <a:lnTo>
                    <a:pt x="14058" y="14045"/>
                  </a:lnTo>
                  <a:lnTo>
                    <a:pt x="0" y="14045"/>
                  </a:lnTo>
                  <a:close/>
                </a:path>
              </a:pathLst>
            </a:custGeom>
            <a:solidFill>
              <a:srgbClr val="43B02A"/>
            </a:solidFill>
            <a:ln w="6390" cap="flat">
              <a:noFill/>
              <a:prstDash val="solid"/>
              <a:miter/>
            </a:ln>
          </p:spPr>
          <p:txBody>
            <a:bodyPr rtlCol="0" anchor="ctr"/>
            <a:lstStyle/>
            <a:p>
              <a:endParaRPr lang="en-US"/>
            </a:p>
          </p:txBody>
        </p:sp>
        <p:sp>
          <p:nvSpPr>
            <p:cNvPr id="496" name="Graphic 4">
              <a:extLst>
                <a:ext uri="{FF2B5EF4-FFF2-40B4-BE49-F238E27FC236}">
                  <a16:creationId xmlns:a16="http://schemas.microsoft.com/office/drawing/2014/main" id="{17380954-AE41-C944-A979-3ED337D0AF34}"/>
                </a:ext>
              </a:extLst>
            </p:cNvPr>
            <p:cNvSpPr/>
            <p:nvPr/>
          </p:nvSpPr>
          <p:spPr>
            <a:xfrm>
              <a:off x="5191823" y="3949932"/>
              <a:ext cx="122686" cy="95759"/>
            </a:xfrm>
            <a:custGeom>
              <a:avLst/>
              <a:gdLst>
                <a:gd name="connsiteX0" fmla="*/ 27477 w 122686"/>
                <a:gd name="connsiteY0" fmla="*/ 82354 h 95759"/>
                <a:gd name="connsiteX1" fmla="*/ 46008 w 122686"/>
                <a:gd name="connsiteY1" fmla="*/ 95760 h 95759"/>
                <a:gd name="connsiteX2" fmla="*/ 122687 w 122686"/>
                <a:gd name="connsiteY2" fmla="*/ 95760 h 95759"/>
                <a:gd name="connsiteX3" fmla="*/ 122687 w 122686"/>
                <a:gd name="connsiteY3" fmla="*/ 0 h 95759"/>
                <a:gd name="connsiteX4" fmla="*/ 0 w 122686"/>
                <a:gd name="connsiteY4" fmla="*/ 0 h 95759"/>
                <a:gd name="connsiteX5" fmla="*/ 0 w 122686"/>
                <a:gd name="connsiteY5" fmla="*/ 14045 h 95759"/>
                <a:gd name="connsiteX6" fmla="*/ 102239 w 122686"/>
                <a:gd name="connsiteY6" fmla="*/ 14045 h 95759"/>
                <a:gd name="connsiteX7" fmla="*/ 108629 w 122686"/>
                <a:gd name="connsiteY7" fmla="*/ 20429 h 95759"/>
                <a:gd name="connsiteX8" fmla="*/ 108629 w 122686"/>
                <a:gd name="connsiteY8" fmla="*/ 47242 h 95759"/>
                <a:gd name="connsiteX9" fmla="*/ 102239 w 122686"/>
                <a:gd name="connsiteY9" fmla="*/ 53626 h 95759"/>
                <a:gd name="connsiteX10" fmla="*/ 0 w 122686"/>
                <a:gd name="connsiteY10" fmla="*/ 53626 h 95759"/>
                <a:gd name="connsiteX11" fmla="*/ 0 w 122686"/>
                <a:gd name="connsiteY11" fmla="*/ 95121 h 95759"/>
                <a:gd name="connsiteX12" fmla="*/ 8946 w 122686"/>
                <a:gd name="connsiteY12" fmla="*/ 95121 h 95759"/>
                <a:gd name="connsiteX13" fmla="*/ 27477 w 122686"/>
                <a:gd name="connsiteY13" fmla="*/ 82354 h 95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686" h="95759">
                  <a:moveTo>
                    <a:pt x="27477" y="82354"/>
                  </a:moveTo>
                  <a:cubicBezTo>
                    <a:pt x="35783" y="82354"/>
                    <a:pt x="43451" y="88099"/>
                    <a:pt x="46008" y="95760"/>
                  </a:cubicBezTo>
                  <a:lnTo>
                    <a:pt x="122687" y="95760"/>
                  </a:lnTo>
                  <a:lnTo>
                    <a:pt x="122687" y="0"/>
                  </a:lnTo>
                  <a:lnTo>
                    <a:pt x="0" y="0"/>
                  </a:lnTo>
                  <a:lnTo>
                    <a:pt x="0" y="14045"/>
                  </a:lnTo>
                  <a:lnTo>
                    <a:pt x="102239" y="14045"/>
                  </a:lnTo>
                  <a:cubicBezTo>
                    <a:pt x="106073" y="14045"/>
                    <a:pt x="108629" y="16599"/>
                    <a:pt x="108629" y="20429"/>
                  </a:cubicBezTo>
                  <a:lnTo>
                    <a:pt x="108629" y="47242"/>
                  </a:lnTo>
                  <a:cubicBezTo>
                    <a:pt x="108629" y="51072"/>
                    <a:pt x="106073" y="53626"/>
                    <a:pt x="102239" y="53626"/>
                  </a:cubicBezTo>
                  <a:lnTo>
                    <a:pt x="0" y="53626"/>
                  </a:lnTo>
                  <a:lnTo>
                    <a:pt x="0" y="95121"/>
                  </a:lnTo>
                  <a:lnTo>
                    <a:pt x="8946" y="95121"/>
                  </a:lnTo>
                  <a:cubicBezTo>
                    <a:pt x="11502" y="88099"/>
                    <a:pt x="19170" y="82992"/>
                    <a:pt x="27477" y="82354"/>
                  </a:cubicBezTo>
                  <a:close/>
                </a:path>
              </a:pathLst>
            </a:custGeom>
            <a:solidFill>
              <a:srgbClr val="43B02A"/>
            </a:solidFill>
            <a:ln w="6390" cap="flat">
              <a:noFill/>
              <a:prstDash val="solid"/>
              <a:miter/>
            </a:ln>
          </p:spPr>
          <p:txBody>
            <a:bodyPr rtlCol="0" anchor="ctr"/>
            <a:lstStyle/>
            <a:p>
              <a:endParaRPr lang="en-US"/>
            </a:p>
          </p:txBody>
        </p:sp>
        <p:sp>
          <p:nvSpPr>
            <p:cNvPr id="497" name="Graphic 4">
              <a:extLst>
                <a:ext uri="{FF2B5EF4-FFF2-40B4-BE49-F238E27FC236}">
                  <a16:creationId xmlns:a16="http://schemas.microsoft.com/office/drawing/2014/main" id="{F3755716-DD05-3848-9A12-45E9539AD30D}"/>
                </a:ext>
              </a:extLst>
            </p:cNvPr>
            <p:cNvSpPr/>
            <p:nvPr/>
          </p:nvSpPr>
          <p:spPr>
            <a:xfrm>
              <a:off x="5191823" y="3978021"/>
              <a:ext cx="14057" cy="14044"/>
            </a:xfrm>
            <a:custGeom>
              <a:avLst/>
              <a:gdLst>
                <a:gd name="connsiteX0" fmla="*/ 0 w 14057"/>
                <a:gd name="connsiteY0" fmla="*/ 0 h 14044"/>
                <a:gd name="connsiteX1" fmla="*/ 14058 w 14057"/>
                <a:gd name="connsiteY1" fmla="*/ 0 h 14044"/>
                <a:gd name="connsiteX2" fmla="*/ 14058 w 14057"/>
                <a:gd name="connsiteY2" fmla="*/ 14045 h 14044"/>
                <a:gd name="connsiteX3" fmla="*/ 0 w 14057"/>
                <a:gd name="connsiteY3" fmla="*/ 14045 h 14044"/>
              </a:gdLst>
              <a:ahLst/>
              <a:cxnLst>
                <a:cxn ang="0">
                  <a:pos x="connsiteX0" y="connsiteY0"/>
                </a:cxn>
                <a:cxn ang="0">
                  <a:pos x="connsiteX1" y="connsiteY1"/>
                </a:cxn>
                <a:cxn ang="0">
                  <a:pos x="connsiteX2" y="connsiteY2"/>
                </a:cxn>
                <a:cxn ang="0">
                  <a:pos x="connsiteX3" y="connsiteY3"/>
                </a:cxn>
              </a:cxnLst>
              <a:rect l="l" t="t" r="r" b="b"/>
              <a:pathLst>
                <a:path w="14057" h="14044">
                  <a:moveTo>
                    <a:pt x="0" y="0"/>
                  </a:moveTo>
                  <a:lnTo>
                    <a:pt x="14058" y="0"/>
                  </a:lnTo>
                  <a:lnTo>
                    <a:pt x="14058" y="14045"/>
                  </a:lnTo>
                  <a:lnTo>
                    <a:pt x="0" y="14045"/>
                  </a:lnTo>
                  <a:close/>
                </a:path>
              </a:pathLst>
            </a:custGeom>
            <a:solidFill>
              <a:srgbClr val="43B02A"/>
            </a:solidFill>
            <a:ln w="6390" cap="flat">
              <a:noFill/>
              <a:prstDash val="solid"/>
              <a:miter/>
            </a:ln>
          </p:spPr>
          <p:txBody>
            <a:bodyPr rtlCol="0" anchor="ctr"/>
            <a:lstStyle/>
            <a:p>
              <a:endParaRPr lang="en-US"/>
            </a:p>
          </p:txBody>
        </p:sp>
        <p:sp>
          <p:nvSpPr>
            <p:cNvPr id="498" name="Graphic 4">
              <a:extLst>
                <a:ext uri="{FF2B5EF4-FFF2-40B4-BE49-F238E27FC236}">
                  <a16:creationId xmlns:a16="http://schemas.microsoft.com/office/drawing/2014/main" id="{10FCC4FE-1162-714D-BA49-724D3EECCB1C}"/>
                </a:ext>
              </a:extLst>
            </p:cNvPr>
            <p:cNvSpPr/>
            <p:nvPr/>
          </p:nvSpPr>
          <p:spPr>
            <a:xfrm>
              <a:off x="5246138" y="3978021"/>
              <a:ext cx="14057" cy="14044"/>
            </a:xfrm>
            <a:custGeom>
              <a:avLst/>
              <a:gdLst>
                <a:gd name="connsiteX0" fmla="*/ 0 w 14057"/>
                <a:gd name="connsiteY0" fmla="*/ 0 h 14044"/>
                <a:gd name="connsiteX1" fmla="*/ 14058 w 14057"/>
                <a:gd name="connsiteY1" fmla="*/ 0 h 14044"/>
                <a:gd name="connsiteX2" fmla="*/ 14058 w 14057"/>
                <a:gd name="connsiteY2" fmla="*/ 14045 h 14044"/>
                <a:gd name="connsiteX3" fmla="*/ 0 w 14057"/>
                <a:gd name="connsiteY3" fmla="*/ 14045 h 14044"/>
              </a:gdLst>
              <a:ahLst/>
              <a:cxnLst>
                <a:cxn ang="0">
                  <a:pos x="connsiteX0" y="connsiteY0"/>
                </a:cxn>
                <a:cxn ang="0">
                  <a:pos x="connsiteX1" y="connsiteY1"/>
                </a:cxn>
                <a:cxn ang="0">
                  <a:pos x="connsiteX2" y="connsiteY2"/>
                </a:cxn>
                <a:cxn ang="0">
                  <a:pos x="connsiteX3" y="connsiteY3"/>
                </a:cxn>
              </a:cxnLst>
              <a:rect l="l" t="t" r="r" b="b"/>
              <a:pathLst>
                <a:path w="14057" h="14044">
                  <a:moveTo>
                    <a:pt x="0" y="0"/>
                  </a:moveTo>
                  <a:lnTo>
                    <a:pt x="14058" y="0"/>
                  </a:lnTo>
                  <a:lnTo>
                    <a:pt x="14058" y="14045"/>
                  </a:lnTo>
                  <a:lnTo>
                    <a:pt x="0" y="14045"/>
                  </a:lnTo>
                  <a:close/>
                </a:path>
              </a:pathLst>
            </a:custGeom>
            <a:solidFill>
              <a:srgbClr val="43B02A"/>
            </a:solidFill>
            <a:ln w="6390" cap="flat">
              <a:noFill/>
              <a:prstDash val="solid"/>
              <a:miter/>
            </a:ln>
          </p:spPr>
          <p:txBody>
            <a:bodyPr rtlCol="0" anchor="ctr"/>
            <a:lstStyle/>
            <a:p>
              <a:endParaRPr lang="en-US"/>
            </a:p>
          </p:txBody>
        </p:sp>
        <p:sp>
          <p:nvSpPr>
            <p:cNvPr id="499" name="Graphic 4">
              <a:extLst>
                <a:ext uri="{FF2B5EF4-FFF2-40B4-BE49-F238E27FC236}">
                  <a16:creationId xmlns:a16="http://schemas.microsoft.com/office/drawing/2014/main" id="{62984002-B25F-A840-887D-BA4B99CC4042}"/>
                </a:ext>
              </a:extLst>
            </p:cNvPr>
            <p:cNvSpPr/>
            <p:nvPr/>
          </p:nvSpPr>
          <p:spPr>
            <a:xfrm>
              <a:off x="5219300" y="3978021"/>
              <a:ext cx="14057" cy="14044"/>
            </a:xfrm>
            <a:custGeom>
              <a:avLst/>
              <a:gdLst>
                <a:gd name="connsiteX0" fmla="*/ 0 w 14057"/>
                <a:gd name="connsiteY0" fmla="*/ 0 h 14044"/>
                <a:gd name="connsiteX1" fmla="*/ 14058 w 14057"/>
                <a:gd name="connsiteY1" fmla="*/ 0 h 14044"/>
                <a:gd name="connsiteX2" fmla="*/ 14058 w 14057"/>
                <a:gd name="connsiteY2" fmla="*/ 14045 h 14044"/>
                <a:gd name="connsiteX3" fmla="*/ 0 w 14057"/>
                <a:gd name="connsiteY3" fmla="*/ 14045 h 14044"/>
              </a:gdLst>
              <a:ahLst/>
              <a:cxnLst>
                <a:cxn ang="0">
                  <a:pos x="connsiteX0" y="connsiteY0"/>
                </a:cxn>
                <a:cxn ang="0">
                  <a:pos x="connsiteX1" y="connsiteY1"/>
                </a:cxn>
                <a:cxn ang="0">
                  <a:pos x="connsiteX2" y="connsiteY2"/>
                </a:cxn>
                <a:cxn ang="0">
                  <a:pos x="connsiteX3" y="connsiteY3"/>
                </a:cxn>
              </a:cxnLst>
              <a:rect l="l" t="t" r="r" b="b"/>
              <a:pathLst>
                <a:path w="14057" h="14044">
                  <a:moveTo>
                    <a:pt x="0" y="0"/>
                  </a:moveTo>
                  <a:lnTo>
                    <a:pt x="14058" y="0"/>
                  </a:lnTo>
                  <a:lnTo>
                    <a:pt x="14058" y="14045"/>
                  </a:lnTo>
                  <a:lnTo>
                    <a:pt x="0" y="14045"/>
                  </a:lnTo>
                  <a:close/>
                </a:path>
              </a:pathLst>
            </a:custGeom>
            <a:solidFill>
              <a:srgbClr val="43B02A"/>
            </a:solidFill>
            <a:ln w="6390" cap="flat">
              <a:noFill/>
              <a:prstDash val="solid"/>
              <a:miter/>
            </a:ln>
          </p:spPr>
          <p:txBody>
            <a:bodyPr rtlCol="0" anchor="ctr"/>
            <a:lstStyle/>
            <a:p>
              <a:endParaRPr lang="en-US"/>
            </a:p>
          </p:txBody>
        </p:sp>
        <p:sp>
          <p:nvSpPr>
            <p:cNvPr id="500" name="Graphic 4">
              <a:extLst>
                <a:ext uri="{FF2B5EF4-FFF2-40B4-BE49-F238E27FC236}">
                  <a16:creationId xmlns:a16="http://schemas.microsoft.com/office/drawing/2014/main" id="{6EE3BC8F-C14B-7D4E-B4EC-AAB68B80D0BF}"/>
                </a:ext>
              </a:extLst>
            </p:cNvPr>
            <p:cNvSpPr/>
            <p:nvPr/>
          </p:nvSpPr>
          <p:spPr>
            <a:xfrm>
              <a:off x="5099169" y="3824168"/>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282435 w 362309"/>
                <a:gd name="connsiteY6" fmla="*/ 228546 h 361971"/>
                <a:gd name="connsiteX7" fmla="*/ 276045 w 362309"/>
                <a:gd name="connsiteY7" fmla="*/ 234930 h 361971"/>
                <a:gd name="connsiteX8" fmla="*/ 254319 w 362309"/>
                <a:gd name="connsiteY8" fmla="*/ 234930 h 361971"/>
                <a:gd name="connsiteX9" fmla="*/ 229399 w 362309"/>
                <a:gd name="connsiteY9" fmla="*/ 247698 h 361971"/>
                <a:gd name="connsiteX10" fmla="*/ 216619 w 362309"/>
                <a:gd name="connsiteY10" fmla="*/ 234930 h 361971"/>
                <a:gd name="connsiteX11" fmla="*/ 139301 w 362309"/>
                <a:gd name="connsiteY11" fmla="*/ 234930 h 361971"/>
                <a:gd name="connsiteX12" fmla="*/ 114380 w 362309"/>
                <a:gd name="connsiteY12" fmla="*/ 247060 h 361971"/>
                <a:gd name="connsiteX13" fmla="*/ 102239 w 362309"/>
                <a:gd name="connsiteY13" fmla="*/ 234930 h 361971"/>
                <a:gd name="connsiteX14" fmla="*/ 86903 w 362309"/>
                <a:gd name="connsiteY14" fmla="*/ 234930 h 361971"/>
                <a:gd name="connsiteX15" fmla="*/ 80513 w 362309"/>
                <a:gd name="connsiteY15" fmla="*/ 228546 h 361971"/>
                <a:gd name="connsiteX16" fmla="*/ 80513 w 362309"/>
                <a:gd name="connsiteY16" fmla="*/ 120019 h 361971"/>
                <a:gd name="connsiteX17" fmla="*/ 86903 w 362309"/>
                <a:gd name="connsiteY17" fmla="*/ 113635 h 361971"/>
                <a:gd name="connsiteX18" fmla="*/ 222370 w 362309"/>
                <a:gd name="connsiteY18" fmla="*/ 113635 h 361971"/>
                <a:gd name="connsiteX19" fmla="*/ 228760 w 362309"/>
                <a:gd name="connsiteY19" fmla="*/ 120019 h 361971"/>
                <a:gd name="connsiteX20" fmla="*/ 228760 w 362309"/>
                <a:gd name="connsiteY20" fmla="*/ 154492 h 361971"/>
                <a:gd name="connsiteX21" fmla="*/ 263266 w 362309"/>
                <a:gd name="connsiteY21" fmla="*/ 154492 h 361971"/>
                <a:gd name="connsiteX22" fmla="*/ 283074 w 362309"/>
                <a:gd name="connsiteY22" fmla="*/ 174283 h 361971"/>
                <a:gd name="connsiteX23" fmla="*/ 283074 w 362309"/>
                <a:gd name="connsiteY23" fmla="*/ 22854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2309" h="361971">
                  <a:moveTo>
                    <a:pt x="181474" y="0"/>
                  </a:moveTo>
                  <a:cubicBezTo>
                    <a:pt x="81152" y="0"/>
                    <a:pt x="0" y="81076"/>
                    <a:pt x="0" y="180667"/>
                  </a:cubicBezTo>
                  <a:cubicBezTo>
                    <a:pt x="0" y="280257"/>
                    <a:pt x="81152" y="361971"/>
                    <a:pt x="180835" y="361971"/>
                  </a:cubicBezTo>
                  <a:cubicBezTo>
                    <a:pt x="280518" y="361971"/>
                    <a:pt x="362310" y="280895"/>
                    <a:pt x="362310" y="181305"/>
                  </a:cubicBezTo>
                  <a:lnTo>
                    <a:pt x="362310" y="181305"/>
                  </a:lnTo>
                  <a:cubicBezTo>
                    <a:pt x="362310" y="81076"/>
                    <a:pt x="281157" y="0"/>
                    <a:pt x="181474" y="0"/>
                  </a:cubicBezTo>
                  <a:close/>
                  <a:moveTo>
                    <a:pt x="282435" y="228546"/>
                  </a:moveTo>
                  <a:cubicBezTo>
                    <a:pt x="282435" y="232377"/>
                    <a:pt x="279879" y="234930"/>
                    <a:pt x="276045" y="234930"/>
                  </a:cubicBezTo>
                  <a:lnTo>
                    <a:pt x="254319" y="234930"/>
                  </a:lnTo>
                  <a:cubicBezTo>
                    <a:pt x="251124" y="245145"/>
                    <a:pt x="239623" y="250890"/>
                    <a:pt x="229399" y="247698"/>
                  </a:cubicBezTo>
                  <a:cubicBezTo>
                    <a:pt x="223648" y="245783"/>
                    <a:pt x="219175" y="241314"/>
                    <a:pt x="216619" y="234930"/>
                  </a:cubicBezTo>
                  <a:lnTo>
                    <a:pt x="139301" y="234930"/>
                  </a:lnTo>
                  <a:cubicBezTo>
                    <a:pt x="135467" y="245145"/>
                    <a:pt x="124604" y="250890"/>
                    <a:pt x="114380" y="247060"/>
                  </a:cubicBezTo>
                  <a:cubicBezTo>
                    <a:pt x="108629" y="245145"/>
                    <a:pt x="104156" y="240676"/>
                    <a:pt x="102239" y="234930"/>
                  </a:cubicBezTo>
                  <a:lnTo>
                    <a:pt x="86903" y="234930"/>
                  </a:lnTo>
                  <a:cubicBezTo>
                    <a:pt x="83069" y="234930"/>
                    <a:pt x="80513" y="232377"/>
                    <a:pt x="80513" y="228546"/>
                  </a:cubicBezTo>
                  <a:lnTo>
                    <a:pt x="80513" y="120019"/>
                  </a:lnTo>
                  <a:cubicBezTo>
                    <a:pt x="80513" y="116188"/>
                    <a:pt x="83069" y="113635"/>
                    <a:pt x="86903" y="113635"/>
                  </a:cubicBezTo>
                  <a:lnTo>
                    <a:pt x="222370" y="113635"/>
                  </a:lnTo>
                  <a:cubicBezTo>
                    <a:pt x="226204" y="113635"/>
                    <a:pt x="228760" y="116188"/>
                    <a:pt x="228760" y="120019"/>
                  </a:cubicBezTo>
                  <a:lnTo>
                    <a:pt x="228760" y="154492"/>
                  </a:lnTo>
                  <a:lnTo>
                    <a:pt x="263266" y="154492"/>
                  </a:lnTo>
                  <a:cubicBezTo>
                    <a:pt x="274128" y="154492"/>
                    <a:pt x="283074" y="163430"/>
                    <a:pt x="283074" y="174283"/>
                  </a:cubicBezTo>
                  <a:lnTo>
                    <a:pt x="283074" y="228546"/>
                  </a:lnTo>
                  <a:close/>
                </a:path>
              </a:pathLst>
            </a:custGeom>
            <a:solidFill>
              <a:srgbClr val="43B02A"/>
            </a:solidFill>
            <a:ln w="6390" cap="flat">
              <a:noFill/>
              <a:prstDash val="solid"/>
              <a:miter/>
            </a:ln>
          </p:spPr>
          <p:txBody>
            <a:bodyPr rtlCol="0" anchor="ctr"/>
            <a:lstStyle/>
            <a:p>
              <a:endParaRPr lang="en-US"/>
            </a:p>
          </p:txBody>
        </p:sp>
        <p:sp>
          <p:nvSpPr>
            <p:cNvPr id="501" name="Graphic 4">
              <a:extLst>
                <a:ext uri="{FF2B5EF4-FFF2-40B4-BE49-F238E27FC236}">
                  <a16:creationId xmlns:a16="http://schemas.microsoft.com/office/drawing/2014/main" id="{7389BFB4-7196-FF4C-8409-9E256ED333FA}"/>
                </a:ext>
              </a:extLst>
            </p:cNvPr>
            <p:cNvSpPr/>
            <p:nvPr/>
          </p:nvSpPr>
          <p:spPr>
            <a:xfrm>
              <a:off x="5327290" y="3991428"/>
              <a:ext cx="40977" cy="54902"/>
            </a:xfrm>
            <a:custGeom>
              <a:avLst/>
              <a:gdLst>
                <a:gd name="connsiteX0" fmla="*/ 34505 w 40977"/>
                <a:gd name="connsiteY0" fmla="*/ 0 h 54902"/>
                <a:gd name="connsiteX1" fmla="*/ 0 w 40977"/>
                <a:gd name="connsiteY1" fmla="*/ 0 h 54902"/>
                <a:gd name="connsiteX2" fmla="*/ 0 w 40977"/>
                <a:gd name="connsiteY2" fmla="*/ 42773 h 54902"/>
                <a:gd name="connsiteX3" fmla="*/ 7029 w 40977"/>
                <a:gd name="connsiteY3" fmla="*/ 41496 h 54902"/>
                <a:gd name="connsiteX4" fmla="*/ 25560 w 40977"/>
                <a:gd name="connsiteY4" fmla="*/ 54902 h 54902"/>
                <a:gd name="connsiteX5" fmla="*/ 40895 w 40977"/>
                <a:gd name="connsiteY5" fmla="*/ 54902 h 54902"/>
                <a:gd name="connsiteX6" fmla="*/ 40895 w 40977"/>
                <a:gd name="connsiteY6" fmla="*/ 7023 h 54902"/>
                <a:gd name="connsiteX7" fmla="*/ 34505 w 40977"/>
                <a:gd name="connsiteY7" fmla="*/ 0 h 54902"/>
                <a:gd name="connsiteX8" fmla="*/ 34505 w 40977"/>
                <a:gd name="connsiteY8" fmla="*/ 0 h 5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977" h="54902">
                  <a:moveTo>
                    <a:pt x="34505" y="0"/>
                  </a:moveTo>
                  <a:lnTo>
                    <a:pt x="0" y="0"/>
                  </a:lnTo>
                  <a:lnTo>
                    <a:pt x="0" y="42773"/>
                  </a:lnTo>
                  <a:cubicBezTo>
                    <a:pt x="2556" y="42135"/>
                    <a:pt x="4473" y="41496"/>
                    <a:pt x="7029" y="41496"/>
                  </a:cubicBezTo>
                  <a:cubicBezTo>
                    <a:pt x="15336" y="41496"/>
                    <a:pt x="23004" y="47242"/>
                    <a:pt x="25560" y="54902"/>
                  </a:cubicBezTo>
                  <a:lnTo>
                    <a:pt x="40895" y="54902"/>
                  </a:lnTo>
                  <a:lnTo>
                    <a:pt x="40895" y="7023"/>
                  </a:lnTo>
                  <a:cubicBezTo>
                    <a:pt x="41535" y="3192"/>
                    <a:pt x="38340" y="0"/>
                    <a:pt x="34505" y="0"/>
                  </a:cubicBezTo>
                  <a:lnTo>
                    <a:pt x="34505" y="0"/>
                  </a:lnTo>
                  <a:close/>
                </a:path>
              </a:pathLst>
            </a:custGeom>
            <a:solidFill>
              <a:srgbClr val="43B02A"/>
            </a:solidFill>
            <a:ln w="6390" cap="flat">
              <a:noFill/>
              <a:prstDash val="solid"/>
              <a:miter/>
            </a:ln>
          </p:spPr>
          <p:txBody>
            <a:bodyPr rtlCol="0" anchor="ctr"/>
            <a:lstStyle/>
            <a:p>
              <a:endParaRPr lang="en-US"/>
            </a:p>
          </p:txBody>
        </p:sp>
        <p:sp>
          <p:nvSpPr>
            <p:cNvPr id="502" name="Graphic 4">
              <a:extLst>
                <a:ext uri="{FF2B5EF4-FFF2-40B4-BE49-F238E27FC236}">
                  <a16:creationId xmlns:a16="http://schemas.microsoft.com/office/drawing/2014/main" id="{FF82F6A4-8B14-1B4F-B9E5-82DC5D172172}"/>
                </a:ext>
              </a:extLst>
            </p:cNvPr>
            <p:cNvSpPr/>
            <p:nvPr/>
          </p:nvSpPr>
          <p:spPr>
            <a:xfrm>
              <a:off x="5327290" y="4045053"/>
              <a:ext cx="14139" cy="14044"/>
            </a:xfrm>
            <a:custGeom>
              <a:avLst/>
              <a:gdLst>
                <a:gd name="connsiteX0" fmla="*/ 7029 w 14139"/>
                <a:gd name="connsiteY0" fmla="*/ 0 h 14044"/>
                <a:gd name="connsiteX1" fmla="*/ 0 w 14139"/>
                <a:gd name="connsiteY1" fmla="*/ 7022 h 14044"/>
                <a:gd name="connsiteX2" fmla="*/ 7029 w 14139"/>
                <a:gd name="connsiteY2" fmla="*/ 14045 h 14044"/>
                <a:gd name="connsiteX3" fmla="*/ 14058 w 14139"/>
                <a:gd name="connsiteY3" fmla="*/ 7022 h 14044"/>
                <a:gd name="connsiteX4" fmla="*/ 14058 w 14139"/>
                <a:gd name="connsiteY4" fmla="*/ 7022 h 14044"/>
                <a:gd name="connsiteX5" fmla="*/ 7029 w 14139"/>
                <a:gd name="connsiteY5"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39" h="14044">
                  <a:moveTo>
                    <a:pt x="7029" y="0"/>
                  </a:moveTo>
                  <a:cubicBezTo>
                    <a:pt x="3195" y="0"/>
                    <a:pt x="0" y="3192"/>
                    <a:pt x="0" y="7022"/>
                  </a:cubicBezTo>
                  <a:cubicBezTo>
                    <a:pt x="0" y="10853"/>
                    <a:pt x="3195" y="14045"/>
                    <a:pt x="7029" y="14045"/>
                  </a:cubicBezTo>
                  <a:cubicBezTo>
                    <a:pt x="10863" y="14045"/>
                    <a:pt x="14058" y="10853"/>
                    <a:pt x="14058" y="7022"/>
                  </a:cubicBezTo>
                  <a:cubicBezTo>
                    <a:pt x="14058" y="7022"/>
                    <a:pt x="14058" y="7022"/>
                    <a:pt x="14058" y="7022"/>
                  </a:cubicBezTo>
                  <a:cubicBezTo>
                    <a:pt x="14697" y="3830"/>
                    <a:pt x="11502" y="638"/>
                    <a:pt x="7029" y="0"/>
                  </a:cubicBezTo>
                  <a:close/>
                </a:path>
              </a:pathLst>
            </a:custGeom>
            <a:solidFill>
              <a:srgbClr val="43B02A"/>
            </a:solidFill>
            <a:ln w="6390" cap="flat">
              <a:noFill/>
              <a:prstDash val="solid"/>
              <a:miter/>
            </a:ln>
          </p:spPr>
          <p:txBody>
            <a:bodyPr rtlCol="0" anchor="ctr"/>
            <a:lstStyle/>
            <a:p>
              <a:endParaRPr lang="en-US"/>
            </a:p>
          </p:txBody>
        </p:sp>
        <p:sp>
          <p:nvSpPr>
            <p:cNvPr id="503" name="Graphic 4">
              <a:extLst>
                <a:ext uri="{FF2B5EF4-FFF2-40B4-BE49-F238E27FC236}">
                  <a16:creationId xmlns:a16="http://schemas.microsoft.com/office/drawing/2014/main" id="{07E6DF34-16FB-7E4F-A17F-21914F980B9E}"/>
                </a:ext>
              </a:extLst>
            </p:cNvPr>
            <p:cNvSpPr/>
            <p:nvPr/>
          </p:nvSpPr>
          <p:spPr>
            <a:xfrm>
              <a:off x="5212271" y="4045053"/>
              <a:ext cx="14057" cy="14044"/>
            </a:xfrm>
            <a:custGeom>
              <a:avLst/>
              <a:gdLst>
                <a:gd name="connsiteX0" fmla="*/ 7029 w 14057"/>
                <a:gd name="connsiteY0" fmla="*/ 0 h 14044"/>
                <a:gd name="connsiteX1" fmla="*/ 0 w 14057"/>
                <a:gd name="connsiteY1" fmla="*/ 7022 h 14044"/>
                <a:gd name="connsiteX2" fmla="*/ 7029 w 14057"/>
                <a:gd name="connsiteY2" fmla="*/ 14045 h 14044"/>
                <a:gd name="connsiteX3" fmla="*/ 14058 w 14057"/>
                <a:gd name="connsiteY3" fmla="*/ 7022 h 14044"/>
                <a:gd name="connsiteX4" fmla="*/ 14058 w 14057"/>
                <a:gd name="connsiteY4" fmla="*/ 7022 h 14044"/>
                <a:gd name="connsiteX5" fmla="*/ 7029 w 14057"/>
                <a:gd name="connsiteY5"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57" h="14044">
                  <a:moveTo>
                    <a:pt x="7029" y="0"/>
                  </a:moveTo>
                  <a:cubicBezTo>
                    <a:pt x="3195" y="0"/>
                    <a:pt x="0" y="3192"/>
                    <a:pt x="0" y="7022"/>
                  </a:cubicBezTo>
                  <a:cubicBezTo>
                    <a:pt x="0" y="10853"/>
                    <a:pt x="3195" y="14045"/>
                    <a:pt x="7029" y="14045"/>
                  </a:cubicBezTo>
                  <a:cubicBezTo>
                    <a:pt x="10863" y="14045"/>
                    <a:pt x="14058" y="10853"/>
                    <a:pt x="14058" y="7022"/>
                  </a:cubicBezTo>
                  <a:cubicBezTo>
                    <a:pt x="14058" y="7022"/>
                    <a:pt x="14058" y="7022"/>
                    <a:pt x="14058" y="7022"/>
                  </a:cubicBezTo>
                  <a:cubicBezTo>
                    <a:pt x="14058" y="3830"/>
                    <a:pt x="10863" y="638"/>
                    <a:pt x="7029" y="0"/>
                  </a:cubicBezTo>
                  <a:close/>
                </a:path>
              </a:pathLst>
            </a:custGeom>
            <a:solidFill>
              <a:srgbClr val="43B02A"/>
            </a:solidFill>
            <a:ln w="6390" cap="flat">
              <a:noFill/>
              <a:prstDash val="solid"/>
              <a:miter/>
            </a:ln>
          </p:spPr>
          <p:txBody>
            <a:bodyPr rtlCol="0" anchor="ctr"/>
            <a:lstStyle/>
            <a:p>
              <a:endParaRPr lang="en-US"/>
            </a:p>
          </p:txBody>
        </p:sp>
      </p:grpSp>
      <p:grpSp>
        <p:nvGrpSpPr>
          <p:cNvPr id="511" name="Graphic 4">
            <a:extLst>
              <a:ext uri="{FF2B5EF4-FFF2-40B4-BE49-F238E27FC236}">
                <a16:creationId xmlns:a16="http://schemas.microsoft.com/office/drawing/2014/main" id="{D47F57AE-23E7-5D44-B19F-0EA74338F90E}"/>
              </a:ext>
            </a:extLst>
          </p:cNvPr>
          <p:cNvGrpSpPr/>
          <p:nvPr/>
        </p:nvGrpSpPr>
        <p:grpSpPr>
          <a:xfrm>
            <a:off x="905454" y="2371173"/>
            <a:ext cx="362309" cy="362610"/>
            <a:chOff x="905454" y="2371173"/>
            <a:chExt cx="362309" cy="362610"/>
          </a:xfrm>
          <a:solidFill>
            <a:srgbClr val="26890D"/>
          </a:solidFill>
        </p:grpSpPr>
        <p:sp>
          <p:nvSpPr>
            <p:cNvPr id="512" name="Graphic 4">
              <a:extLst>
                <a:ext uri="{FF2B5EF4-FFF2-40B4-BE49-F238E27FC236}">
                  <a16:creationId xmlns:a16="http://schemas.microsoft.com/office/drawing/2014/main" id="{FD0AD7B6-62DE-B446-AB4D-8572636ABFF8}"/>
                </a:ext>
              </a:extLst>
            </p:cNvPr>
            <p:cNvSpPr/>
            <p:nvPr/>
          </p:nvSpPr>
          <p:spPr>
            <a:xfrm>
              <a:off x="1046032" y="2456719"/>
              <a:ext cx="80513" cy="80438"/>
            </a:xfrm>
            <a:custGeom>
              <a:avLst/>
              <a:gdLst>
                <a:gd name="connsiteX0" fmla="*/ 40257 w 80513"/>
                <a:gd name="connsiteY0" fmla="*/ 0 h 80438"/>
                <a:gd name="connsiteX1" fmla="*/ 0 w 80513"/>
                <a:gd name="connsiteY1" fmla="*/ 40219 h 80438"/>
                <a:gd name="connsiteX2" fmla="*/ 40257 w 80513"/>
                <a:gd name="connsiteY2" fmla="*/ 80438 h 80438"/>
                <a:gd name="connsiteX3" fmla="*/ 80513 w 80513"/>
                <a:gd name="connsiteY3" fmla="*/ 40219 h 80438"/>
                <a:gd name="connsiteX4" fmla="*/ 40257 w 80513"/>
                <a:gd name="connsiteY4" fmla="*/ 0 h 80438"/>
                <a:gd name="connsiteX5" fmla="*/ 40257 w 80513"/>
                <a:gd name="connsiteY5" fmla="*/ 0 h 80438"/>
                <a:gd name="connsiteX6" fmla="*/ 40257 w 80513"/>
                <a:gd name="connsiteY6" fmla="*/ 30005 h 80438"/>
                <a:gd name="connsiteX7" fmla="*/ 30033 w 80513"/>
                <a:gd name="connsiteY7" fmla="*/ 40219 h 80438"/>
                <a:gd name="connsiteX8" fmla="*/ 23643 w 80513"/>
                <a:gd name="connsiteY8" fmla="*/ 46603 h 80438"/>
                <a:gd name="connsiteX9" fmla="*/ 17253 w 80513"/>
                <a:gd name="connsiteY9" fmla="*/ 40219 h 80438"/>
                <a:gd name="connsiteX10" fmla="*/ 40257 w 80513"/>
                <a:gd name="connsiteY10" fmla="*/ 17237 h 80438"/>
                <a:gd name="connsiteX11" fmla="*/ 46647 w 80513"/>
                <a:gd name="connsiteY11" fmla="*/ 23621 h 80438"/>
                <a:gd name="connsiteX12" fmla="*/ 40257 w 80513"/>
                <a:gd name="connsiteY12" fmla="*/ 30005 h 80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513" h="80438">
                  <a:moveTo>
                    <a:pt x="40257" y="0"/>
                  </a:moveTo>
                  <a:cubicBezTo>
                    <a:pt x="17892" y="0"/>
                    <a:pt x="0" y="17875"/>
                    <a:pt x="0" y="40219"/>
                  </a:cubicBezTo>
                  <a:cubicBezTo>
                    <a:pt x="0" y="62563"/>
                    <a:pt x="17892" y="80438"/>
                    <a:pt x="40257" y="80438"/>
                  </a:cubicBezTo>
                  <a:cubicBezTo>
                    <a:pt x="62621" y="80438"/>
                    <a:pt x="80513" y="62563"/>
                    <a:pt x="80513" y="40219"/>
                  </a:cubicBezTo>
                  <a:cubicBezTo>
                    <a:pt x="80513" y="17875"/>
                    <a:pt x="62621" y="0"/>
                    <a:pt x="40257" y="0"/>
                  </a:cubicBezTo>
                  <a:lnTo>
                    <a:pt x="40257" y="0"/>
                  </a:lnTo>
                  <a:close/>
                  <a:moveTo>
                    <a:pt x="40257" y="30005"/>
                  </a:moveTo>
                  <a:cubicBezTo>
                    <a:pt x="34506" y="30005"/>
                    <a:pt x="30033" y="34473"/>
                    <a:pt x="30033" y="40219"/>
                  </a:cubicBezTo>
                  <a:cubicBezTo>
                    <a:pt x="30033" y="44049"/>
                    <a:pt x="27477" y="46603"/>
                    <a:pt x="23643" y="46603"/>
                  </a:cubicBezTo>
                  <a:cubicBezTo>
                    <a:pt x="19809" y="46603"/>
                    <a:pt x="17253" y="44049"/>
                    <a:pt x="17253" y="40219"/>
                  </a:cubicBezTo>
                  <a:cubicBezTo>
                    <a:pt x="17253" y="27451"/>
                    <a:pt x="27477" y="17237"/>
                    <a:pt x="40257" y="17237"/>
                  </a:cubicBezTo>
                  <a:cubicBezTo>
                    <a:pt x="44091" y="17237"/>
                    <a:pt x="46647" y="19790"/>
                    <a:pt x="46647" y="23621"/>
                  </a:cubicBezTo>
                  <a:cubicBezTo>
                    <a:pt x="46647" y="27451"/>
                    <a:pt x="44091" y="30005"/>
                    <a:pt x="40257" y="30005"/>
                  </a:cubicBezTo>
                  <a:close/>
                </a:path>
              </a:pathLst>
            </a:custGeom>
            <a:solidFill>
              <a:srgbClr val="26890D"/>
            </a:solidFill>
            <a:ln w="6390" cap="flat">
              <a:noFill/>
              <a:prstDash val="solid"/>
              <a:miter/>
            </a:ln>
          </p:spPr>
          <p:txBody>
            <a:bodyPr rtlCol="0" anchor="ctr"/>
            <a:lstStyle/>
            <a:p>
              <a:endParaRPr lang="en-US"/>
            </a:p>
          </p:txBody>
        </p:sp>
        <p:sp>
          <p:nvSpPr>
            <p:cNvPr id="513" name="Graphic 4">
              <a:extLst>
                <a:ext uri="{FF2B5EF4-FFF2-40B4-BE49-F238E27FC236}">
                  <a16:creationId xmlns:a16="http://schemas.microsoft.com/office/drawing/2014/main" id="{8974F04E-C2D3-F34E-A05F-24A07B5672D2}"/>
                </a:ext>
              </a:extLst>
            </p:cNvPr>
            <p:cNvSpPr/>
            <p:nvPr/>
          </p:nvSpPr>
          <p:spPr>
            <a:xfrm>
              <a:off x="905454" y="237117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187225 w 362309"/>
                <a:gd name="connsiteY6" fmla="*/ 178113 h 362610"/>
                <a:gd name="connsiteX7" fmla="*/ 187225 w 362309"/>
                <a:gd name="connsiteY7" fmla="*/ 282172 h 362610"/>
                <a:gd name="connsiteX8" fmla="*/ 180835 w 362309"/>
                <a:gd name="connsiteY8" fmla="*/ 288556 h 362610"/>
                <a:gd name="connsiteX9" fmla="*/ 174445 w 362309"/>
                <a:gd name="connsiteY9" fmla="*/ 282172 h 362610"/>
                <a:gd name="connsiteX10" fmla="*/ 174445 w 362309"/>
                <a:gd name="connsiteY10" fmla="*/ 178113 h 362610"/>
                <a:gd name="connsiteX11" fmla="*/ 128438 w 362309"/>
                <a:gd name="connsiteY11" fmla="*/ 119381 h 362610"/>
                <a:gd name="connsiteX12" fmla="*/ 187225 w 362309"/>
                <a:gd name="connsiteY12" fmla="*/ 73416 h 362610"/>
                <a:gd name="connsiteX13" fmla="*/ 233233 w 362309"/>
                <a:gd name="connsiteY13" fmla="*/ 132149 h 362610"/>
                <a:gd name="connsiteX14" fmla="*/ 187225 w 362309"/>
                <a:gd name="connsiteY14" fmla="*/ 178113 h 362610"/>
                <a:gd name="connsiteX15" fmla="*/ 187225 w 362309"/>
                <a:gd name="connsiteY15" fmla="*/ 178113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81077"/>
                    <a:pt x="281157" y="0"/>
                    <a:pt x="180835" y="0"/>
                  </a:cubicBezTo>
                  <a:cubicBezTo>
                    <a:pt x="180835" y="0"/>
                    <a:pt x="180835" y="0"/>
                    <a:pt x="180835" y="0"/>
                  </a:cubicBezTo>
                  <a:close/>
                  <a:moveTo>
                    <a:pt x="187225" y="178113"/>
                  </a:moveTo>
                  <a:lnTo>
                    <a:pt x="187225" y="282172"/>
                  </a:lnTo>
                  <a:cubicBezTo>
                    <a:pt x="187225" y="286003"/>
                    <a:pt x="184669" y="288556"/>
                    <a:pt x="180835" y="288556"/>
                  </a:cubicBezTo>
                  <a:cubicBezTo>
                    <a:pt x="177001" y="288556"/>
                    <a:pt x="174445" y="286003"/>
                    <a:pt x="174445" y="282172"/>
                  </a:cubicBezTo>
                  <a:lnTo>
                    <a:pt x="174445" y="178113"/>
                  </a:lnTo>
                  <a:cubicBezTo>
                    <a:pt x="145691" y="174283"/>
                    <a:pt x="124604" y="148108"/>
                    <a:pt x="128438" y="119381"/>
                  </a:cubicBezTo>
                  <a:cubicBezTo>
                    <a:pt x="132272" y="90653"/>
                    <a:pt x="158470" y="69586"/>
                    <a:pt x="187225" y="73416"/>
                  </a:cubicBezTo>
                  <a:cubicBezTo>
                    <a:pt x="215980" y="77246"/>
                    <a:pt x="237067" y="103421"/>
                    <a:pt x="233233" y="132149"/>
                  </a:cubicBezTo>
                  <a:cubicBezTo>
                    <a:pt x="230677" y="156408"/>
                    <a:pt x="211507" y="174921"/>
                    <a:pt x="187225" y="178113"/>
                  </a:cubicBezTo>
                  <a:lnTo>
                    <a:pt x="187225" y="178113"/>
                  </a:lnTo>
                  <a:close/>
                </a:path>
              </a:pathLst>
            </a:custGeom>
            <a:solidFill>
              <a:srgbClr val="26890D"/>
            </a:solidFill>
            <a:ln w="6390" cap="flat">
              <a:noFill/>
              <a:prstDash val="solid"/>
              <a:miter/>
            </a:ln>
          </p:spPr>
          <p:txBody>
            <a:bodyPr rtlCol="0" anchor="ctr"/>
            <a:lstStyle/>
            <a:p>
              <a:endParaRPr lang="en-US"/>
            </a:p>
          </p:txBody>
        </p:sp>
      </p:grpSp>
      <p:grpSp>
        <p:nvGrpSpPr>
          <p:cNvPr id="514" name="Graphic 4">
            <a:extLst>
              <a:ext uri="{FF2B5EF4-FFF2-40B4-BE49-F238E27FC236}">
                <a16:creationId xmlns:a16="http://schemas.microsoft.com/office/drawing/2014/main" id="{9F495EEE-BAEC-CA4E-98BE-C6A630EBA60D}"/>
              </a:ext>
            </a:extLst>
          </p:cNvPr>
          <p:cNvGrpSpPr/>
          <p:nvPr/>
        </p:nvGrpSpPr>
        <p:grpSpPr>
          <a:xfrm>
            <a:off x="905454" y="1402723"/>
            <a:ext cx="362309" cy="361971"/>
            <a:chOff x="905454" y="1402723"/>
            <a:chExt cx="362309" cy="361971"/>
          </a:xfrm>
          <a:solidFill>
            <a:srgbClr val="26890D"/>
          </a:solidFill>
        </p:grpSpPr>
        <p:sp>
          <p:nvSpPr>
            <p:cNvPr id="515" name="Graphic 4">
              <a:extLst>
                <a:ext uri="{FF2B5EF4-FFF2-40B4-BE49-F238E27FC236}">
                  <a16:creationId xmlns:a16="http://schemas.microsoft.com/office/drawing/2014/main" id="{30DC2F0E-7129-7340-ABFD-BF4CC7FD9611}"/>
                </a:ext>
              </a:extLst>
            </p:cNvPr>
            <p:cNvSpPr/>
            <p:nvPr/>
          </p:nvSpPr>
          <p:spPr>
            <a:xfrm>
              <a:off x="1092679" y="1513804"/>
              <a:ext cx="38339" cy="139170"/>
            </a:xfrm>
            <a:custGeom>
              <a:avLst/>
              <a:gdLst>
                <a:gd name="connsiteX0" fmla="*/ 38340 w 38339"/>
                <a:gd name="connsiteY0" fmla="*/ 0 h 139170"/>
                <a:gd name="connsiteX1" fmla="*/ 0 w 38339"/>
                <a:gd name="connsiteY1" fmla="*/ 15960 h 139170"/>
                <a:gd name="connsiteX2" fmla="*/ 0 w 38339"/>
                <a:gd name="connsiteY2" fmla="*/ 139171 h 139170"/>
                <a:gd name="connsiteX3" fmla="*/ 38340 w 38339"/>
                <a:gd name="connsiteY3" fmla="*/ 123211 h 139170"/>
              </a:gdLst>
              <a:ahLst/>
              <a:cxnLst>
                <a:cxn ang="0">
                  <a:pos x="connsiteX0" y="connsiteY0"/>
                </a:cxn>
                <a:cxn ang="0">
                  <a:pos x="connsiteX1" y="connsiteY1"/>
                </a:cxn>
                <a:cxn ang="0">
                  <a:pos x="connsiteX2" y="connsiteY2"/>
                </a:cxn>
                <a:cxn ang="0">
                  <a:pos x="connsiteX3" y="connsiteY3"/>
                </a:cxn>
              </a:cxnLst>
              <a:rect l="l" t="t" r="r" b="b"/>
              <a:pathLst>
                <a:path w="38339" h="139170">
                  <a:moveTo>
                    <a:pt x="38340" y="0"/>
                  </a:moveTo>
                  <a:lnTo>
                    <a:pt x="0" y="15960"/>
                  </a:lnTo>
                  <a:lnTo>
                    <a:pt x="0" y="139171"/>
                  </a:lnTo>
                  <a:lnTo>
                    <a:pt x="38340" y="123211"/>
                  </a:lnTo>
                  <a:close/>
                </a:path>
              </a:pathLst>
            </a:custGeom>
            <a:solidFill>
              <a:srgbClr val="26890D"/>
            </a:solidFill>
            <a:ln w="6390" cap="flat">
              <a:noFill/>
              <a:prstDash val="solid"/>
              <a:miter/>
            </a:ln>
          </p:spPr>
          <p:txBody>
            <a:bodyPr rtlCol="0" anchor="ctr"/>
            <a:lstStyle/>
            <a:p>
              <a:endParaRPr lang="en-US"/>
            </a:p>
          </p:txBody>
        </p:sp>
        <p:sp>
          <p:nvSpPr>
            <p:cNvPr id="516" name="Graphic 4">
              <a:extLst>
                <a:ext uri="{FF2B5EF4-FFF2-40B4-BE49-F238E27FC236}">
                  <a16:creationId xmlns:a16="http://schemas.microsoft.com/office/drawing/2014/main" id="{20510A4D-01F8-B44C-9DC5-5C956E4AA36F}"/>
                </a:ext>
              </a:extLst>
            </p:cNvPr>
            <p:cNvSpPr/>
            <p:nvPr/>
          </p:nvSpPr>
          <p:spPr>
            <a:xfrm>
              <a:off x="1042198" y="1513804"/>
              <a:ext cx="37700" cy="139170"/>
            </a:xfrm>
            <a:custGeom>
              <a:avLst/>
              <a:gdLst>
                <a:gd name="connsiteX0" fmla="*/ 37701 w 37700"/>
                <a:gd name="connsiteY0" fmla="*/ 15960 h 139170"/>
                <a:gd name="connsiteX1" fmla="*/ 0 w 37700"/>
                <a:gd name="connsiteY1" fmla="*/ 0 h 139170"/>
                <a:gd name="connsiteX2" fmla="*/ 0 w 37700"/>
                <a:gd name="connsiteY2" fmla="*/ 123211 h 139170"/>
                <a:gd name="connsiteX3" fmla="*/ 37701 w 37700"/>
                <a:gd name="connsiteY3" fmla="*/ 139171 h 139170"/>
              </a:gdLst>
              <a:ahLst/>
              <a:cxnLst>
                <a:cxn ang="0">
                  <a:pos x="connsiteX0" y="connsiteY0"/>
                </a:cxn>
                <a:cxn ang="0">
                  <a:pos x="connsiteX1" y="connsiteY1"/>
                </a:cxn>
                <a:cxn ang="0">
                  <a:pos x="connsiteX2" y="connsiteY2"/>
                </a:cxn>
                <a:cxn ang="0">
                  <a:pos x="connsiteX3" y="connsiteY3"/>
                </a:cxn>
              </a:cxnLst>
              <a:rect l="l" t="t" r="r" b="b"/>
              <a:pathLst>
                <a:path w="37700" h="139170">
                  <a:moveTo>
                    <a:pt x="37701" y="15960"/>
                  </a:moveTo>
                  <a:lnTo>
                    <a:pt x="0" y="0"/>
                  </a:lnTo>
                  <a:lnTo>
                    <a:pt x="0" y="123211"/>
                  </a:lnTo>
                  <a:lnTo>
                    <a:pt x="37701" y="139171"/>
                  </a:lnTo>
                  <a:close/>
                </a:path>
              </a:pathLst>
            </a:custGeom>
            <a:solidFill>
              <a:srgbClr val="26890D"/>
            </a:solidFill>
            <a:ln w="6390" cap="flat">
              <a:noFill/>
              <a:prstDash val="solid"/>
              <a:miter/>
            </a:ln>
          </p:spPr>
          <p:txBody>
            <a:bodyPr rtlCol="0" anchor="ctr"/>
            <a:lstStyle/>
            <a:p>
              <a:endParaRPr lang="en-US"/>
            </a:p>
          </p:txBody>
        </p:sp>
        <p:sp>
          <p:nvSpPr>
            <p:cNvPr id="517" name="Graphic 4">
              <a:extLst>
                <a:ext uri="{FF2B5EF4-FFF2-40B4-BE49-F238E27FC236}">
                  <a16:creationId xmlns:a16="http://schemas.microsoft.com/office/drawing/2014/main" id="{540B5680-2928-9447-AD74-D5EDA81407F8}"/>
                </a:ext>
              </a:extLst>
            </p:cNvPr>
            <p:cNvSpPr/>
            <p:nvPr/>
          </p:nvSpPr>
          <p:spPr>
            <a:xfrm>
              <a:off x="991718" y="1513804"/>
              <a:ext cx="37700" cy="139170"/>
            </a:xfrm>
            <a:custGeom>
              <a:avLst/>
              <a:gdLst>
                <a:gd name="connsiteX0" fmla="*/ 37701 w 37700"/>
                <a:gd name="connsiteY0" fmla="*/ 0 h 139170"/>
                <a:gd name="connsiteX1" fmla="*/ 0 w 37700"/>
                <a:gd name="connsiteY1" fmla="*/ 15960 h 139170"/>
                <a:gd name="connsiteX2" fmla="*/ 0 w 37700"/>
                <a:gd name="connsiteY2" fmla="*/ 139171 h 139170"/>
                <a:gd name="connsiteX3" fmla="*/ 37701 w 37700"/>
                <a:gd name="connsiteY3" fmla="*/ 123211 h 139170"/>
              </a:gdLst>
              <a:ahLst/>
              <a:cxnLst>
                <a:cxn ang="0">
                  <a:pos x="connsiteX0" y="connsiteY0"/>
                </a:cxn>
                <a:cxn ang="0">
                  <a:pos x="connsiteX1" y="connsiteY1"/>
                </a:cxn>
                <a:cxn ang="0">
                  <a:pos x="connsiteX2" y="connsiteY2"/>
                </a:cxn>
                <a:cxn ang="0">
                  <a:pos x="connsiteX3" y="connsiteY3"/>
                </a:cxn>
              </a:cxnLst>
              <a:rect l="l" t="t" r="r" b="b"/>
              <a:pathLst>
                <a:path w="37700" h="139170">
                  <a:moveTo>
                    <a:pt x="37701" y="0"/>
                  </a:moveTo>
                  <a:lnTo>
                    <a:pt x="0" y="15960"/>
                  </a:lnTo>
                  <a:lnTo>
                    <a:pt x="0" y="139171"/>
                  </a:lnTo>
                  <a:lnTo>
                    <a:pt x="37701" y="123211"/>
                  </a:lnTo>
                  <a:close/>
                </a:path>
              </a:pathLst>
            </a:custGeom>
            <a:solidFill>
              <a:srgbClr val="26890D"/>
            </a:solidFill>
            <a:ln w="6390" cap="flat">
              <a:noFill/>
              <a:prstDash val="solid"/>
              <a:miter/>
            </a:ln>
          </p:spPr>
          <p:txBody>
            <a:bodyPr rtlCol="0" anchor="ctr"/>
            <a:lstStyle/>
            <a:p>
              <a:endParaRPr lang="en-US"/>
            </a:p>
          </p:txBody>
        </p:sp>
        <p:sp>
          <p:nvSpPr>
            <p:cNvPr id="518" name="Graphic 4">
              <a:extLst>
                <a:ext uri="{FF2B5EF4-FFF2-40B4-BE49-F238E27FC236}">
                  <a16:creationId xmlns:a16="http://schemas.microsoft.com/office/drawing/2014/main" id="{A5C20935-5216-AE49-8104-E563C588C732}"/>
                </a:ext>
              </a:extLst>
            </p:cNvPr>
            <p:cNvSpPr/>
            <p:nvPr/>
          </p:nvSpPr>
          <p:spPr>
            <a:xfrm>
              <a:off x="1143798" y="1513804"/>
              <a:ext cx="37700" cy="139170"/>
            </a:xfrm>
            <a:custGeom>
              <a:avLst/>
              <a:gdLst>
                <a:gd name="connsiteX0" fmla="*/ 0 w 37700"/>
                <a:gd name="connsiteY0" fmla="*/ 123211 h 139170"/>
                <a:gd name="connsiteX1" fmla="*/ 37701 w 37700"/>
                <a:gd name="connsiteY1" fmla="*/ 139171 h 139170"/>
                <a:gd name="connsiteX2" fmla="*/ 37701 w 37700"/>
                <a:gd name="connsiteY2" fmla="*/ 15960 h 139170"/>
                <a:gd name="connsiteX3" fmla="*/ 0 w 37700"/>
                <a:gd name="connsiteY3" fmla="*/ 0 h 139170"/>
              </a:gdLst>
              <a:ahLst/>
              <a:cxnLst>
                <a:cxn ang="0">
                  <a:pos x="connsiteX0" y="connsiteY0"/>
                </a:cxn>
                <a:cxn ang="0">
                  <a:pos x="connsiteX1" y="connsiteY1"/>
                </a:cxn>
                <a:cxn ang="0">
                  <a:pos x="connsiteX2" y="connsiteY2"/>
                </a:cxn>
                <a:cxn ang="0">
                  <a:pos x="connsiteX3" y="connsiteY3"/>
                </a:cxn>
              </a:cxnLst>
              <a:rect l="l" t="t" r="r" b="b"/>
              <a:pathLst>
                <a:path w="37700" h="139170">
                  <a:moveTo>
                    <a:pt x="0" y="123211"/>
                  </a:moveTo>
                  <a:lnTo>
                    <a:pt x="37701" y="139171"/>
                  </a:lnTo>
                  <a:lnTo>
                    <a:pt x="37701" y="15960"/>
                  </a:lnTo>
                  <a:lnTo>
                    <a:pt x="0" y="0"/>
                  </a:lnTo>
                  <a:close/>
                </a:path>
              </a:pathLst>
            </a:custGeom>
            <a:solidFill>
              <a:srgbClr val="26890D"/>
            </a:solidFill>
            <a:ln w="6390" cap="flat">
              <a:noFill/>
              <a:prstDash val="solid"/>
              <a:miter/>
            </a:ln>
          </p:spPr>
          <p:txBody>
            <a:bodyPr rtlCol="0" anchor="ctr"/>
            <a:lstStyle/>
            <a:p>
              <a:endParaRPr lang="en-US"/>
            </a:p>
          </p:txBody>
        </p:sp>
        <p:sp>
          <p:nvSpPr>
            <p:cNvPr id="519" name="Graphic 4">
              <a:extLst>
                <a:ext uri="{FF2B5EF4-FFF2-40B4-BE49-F238E27FC236}">
                  <a16:creationId xmlns:a16="http://schemas.microsoft.com/office/drawing/2014/main" id="{A355841F-10B3-3B43-8B13-A459848C461A}"/>
                </a:ext>
              </a:extLst>
            </p:cNvPr>
            <p:cNvSpPr/>
            <p:nvPr/>
          </p:nvSpPr>
          <p:spPr>
            <a:xfrm>
              <a:off x="905454" y="1402723"/>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362309 w 362309"/>
                <a:gd name="connsiteY4" fmla="*/ 181305 h 361971"/>
                <a:gd name="connsiteX5" fmla="*/ 180835 w 362309"/>
                <a:gd name="connsiteY5" fmla="*/ 0 h 361971"/>
                <a:gd name="connsiteX6" fmla="*/ 288825 w 362309"/>
                <a:gd name="connsiteY6" fmla="*/ 259828 h 361971"/>
                <a:gd name="connsiteX7" fmla="*/ 282435 w 362309"/>
                <a:gd name="connsiteY7" fmla="*/ 266212 h 361971"/>
                <a:gd name="connsiteX8" fmla="*/ 279879 w 362309"/>
                <a:gd name="connsiteY8" fmla="*/ 265574 h 361971"/>
                <a:gd name="connsiteX9" fmla="*/ 231955 w 362309"/>
                <a:gd name="connsiteY9" fmla="*/ 245145 h 361971"/>
                <a:gd name="connsiteX10" fmla="*/ 184030 w 362309"/>
                <a:gd name="connsiteY10" fmla="*/ 265574 h 361971"/>
                <a:gd name="connsiteX11" fmla="*/ 178918 w 362309"/>
                <a:gd name="connsiteY11" fmla="*/ 265574 h 361971"/>
                <a:gd name="connsiteX12" fmla="*/ 130994 w 362309"/>
                <a:gd name="connsiteY12" fmla="*/ 245145 h 361971"/>
                <a:gd name="connsiteX13" fmla="*/ 83069 w 362309"/>
                <a:gd name="connsiteY13" fmla="*/ 265574 h 361971"/>
                <a:gd name="connsiteX14" fmla="*/ 77318 w 362309"/>
                <a:gd name="connsiteY14" fmla="*/ 264935 h 361971"/>
                <a:gd name="connsiteX15" fmla="*/ 74762 w 362309"/>
                <a:gd name="connsiteY15" fmla="*/ 259828 h 361971"/>
                <a:gd name="connsiteX16" fmla="*/ 74762 w 362309"/>
                <a:gd name="connsiteY16" fmla="*/ 122572 h 361971"/>
                <a:gd name="connsiteX17" fmla="*/ 78596 w 362309"/>
                <a:gd name="connsiteY17" fmla="*/ 116827 h 361971"/>
                <a:gd name="connsiteX18" fmla="*/ 129077 w 362309"/>
                <a:gd name="connsiteY18" fmla="*/ 95121 h 361971"/>
                <a:gd name="connsiteX19" fmla="*/ 134189 w 362309"/>
                <a:gd name="connsiteY19" fmla="*/ 95121 h 361971"/>
                <a:gd name="connsiteX20" fmla="*/ 182113 w 362309"/>
                <a:gd name="connsiteY20" fmla="*/ 115550 h 361971"/>
                <a:gd name="connsiteX21" fmla="*/ 230038 w 362309"/>
                <a:gd name="connsiteY21" fmla="*/ 95121 h 361971"/>
                <a:gd name="connsiteX22" fmla="*/ 235150 w 362309"/>
                <a:gd name="connsiteY22" fmla="*/ 95121 h 361971"/>
                <a:gd name="connsiteX23" fmla="*/ 285630 w 362309"/>
                <a:gd name="connsiteY23" fmla="*/ 116827 h 361971"/>
                <a:gd name="connsiteX24" fmla="*/ 289464 w 362309"/>
                <a:gd name="connsiteY24" fmla="*/ 122572 h 361971"/>
                <a:gd name="connsiteX25" fmla="*/ 288825 w 362309"/>
                <a:gd name="connsiteY25" fmla="*/ 25982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181305"/>
                    <a:pt x="362309" y="181305"/>
                    <a:pt x="362309" y="181305"/>
                  </a:cubicBezTo>
                  <a:cubicBezTo>
                    <a:pt x="361670" y="80438"/>
                    <a:pt x="281157" y="0"/>
                    <a:pt x="180835" y="0"/>
                  </a:cubicBezTo>
                  <a:close/>
                  <a:moveTo>
                    <a:pt x="288825" y="259828"/>
                  </a:moveTo>
                  <a:cubicBezTo>
                    <a:pt x="288825" y="263658"/>
                    <a:pt x="286269" y="266212"/>
                    <a:pt x="282435" y="266212"/>
                  </a:cubicBezTo>
                  <a:cubicBezTo>
                    <a:pt x="281796" y="266212"/>
                    <a:pt x="280518" y="266212"/>
                    <a:pt x="279879" y="265574"/>
                  </a:cubicBezTo>
                  <a:lnTo>
                    <a:pt x="231955" y="245145"/>
                  </a:lnTo>
                  <a:lnTo>
                    <a:pt x="184030" y="265574"/>
                  </a:lnTo>
                  <a:cubicBezTo>
                    <a:pt x="182752" y="266212"/>
                    <a:pt x="180835" y="266212"/>
                    <a:pt x="178918" y="265574"/>
                  </a:cubicBezTo>
                  <a:lnTo>
                    <a:pt x="130994" y="245145"/>
                  </a:lnTo>
                  <a:lnTo>
                    <a:pt x="83069" y="265574"/>
                  </a:lnTo>
                  <a:cubicBezTo>
                    <a:pt x="81152" y="266212"/>
                    <a:pt x="78596" y="266212"/>
                    <a:pt x="77318" y="264935"/>
                  </a:cubicBezTo>
                  <a:cubicBezTo>
                    <a:pt x="75401" y="263658"/>
                    <a:pt x="74123" y="261743"/>
                    <a:pt x="74762" y="259828"/>
                  </a:cubicBezTo>
                  <a:lnTo>
                    <a:pt x="74762" y="122572"/>
                  </a:lnTo>
                  <a:cubicBezTo>
                    <a:pt x="74762" y="120019"/>
                    <a:pt x="76040" y="117465"/>
                    <a:pt x="78596" y="116827"/>
                  </a:cubicBezTo>
                  <a:lnTo>
                    <a:pt x="129077" y="95121"/>
                  </a:lnTo>
                  <a:cubicBezTo>
                    <a:pt x="130994" y="94483"/>
                    <a:pt x="132272" y="94483"/>
                    <a:pt x="134189" y="95121"/>
                  </a:cubicBezTo>
                  <a:lnTo>
                    <a:pt x="182113" y="115550"/>
                  </a:lnTo>
                  <a:lnTo>
                    <a:pt x="230038" y="95121"/>
                  </a:lnTo>
                  <a:cubicBezTo>
                    <a:pt x="231955" y="94483"/>
                    <a:pt x="233233" y="94483"/>
                    <a:pt x="235150" y="95121"/>
                  </a:cubicBezTo>
                  <a:lnTo>
                    <a:pt x="285630" y="116827"/>
                  </a:lnTo>
                  <a:cubicBezTo>
                    <a:pt x="288186" y="118104"/>
                    <a:pt x="289464" y="120019"/>
                    <a:pt x="289464" y="122572"/>
                  </a:cubicBezTo>
                  <a:lnTo>
                    <a:pt x="288825" y="259828"/>
                  </a:lnTo>
                  <a:close/>
                </a:path>
              </a:pathLst>
            </a:custGeom>
            <a:solidFill>
              <a:srgbClr val="26890D"/>
            </a:solidFill>
            <a:ln w="6390" cap="flat">
              <a:noFill/>
              <a:prstDash val="solid"/>
              <a:miter/>
            </a:ln>
          </p:spPr>
          <p:txBody>
            <a:bodyPr rtlCol="0" anchor="ctr"/>
            <a:lstStyle/>
            <a:p>
              <a:endParaRPr lang="en-US"/>
            </a:p>
          </p:txBody>
        </p:sp>
      </p:grpSp>
      <p:grpSp>
        <p:nvGrpSpPr>
          <p:cNvPr id="520" name="Graphic 4">
            <a:extLst>
              <a:ext uri="{FF2B5EF4-FFF2-40B4-BE49-F238E27FC236}">
                <a16:creationId xmlns:a16="http://schemas.microsoft.com/office/drawing/2014/main" id="{7CF29039-3A97-8444-A725-794F1C7494F3}"/>
              </a:ext>
            </a:extLst>
          </p:cNvPr>
          <p:cNvGrpSpPr/>
          <p:nvPr/>
        </p:nvGrpSpPr>
        <p:grpSpPr>
          <a:xfrm>
            <a:off x="8242642" y="918179"/>
            <a:ext cx="362312" cy="361971"/>
            <a:chOff x="7191874" y="918179"/>
            <a:chExt cx="362312" cy="361971"/>
          </a:xfrm>
          <a:solidFill>
            <a:srgbClr val="43B02A"/>
          </a:solidFill>
        </p:grpSpPr>
        <p:sp>
          <p:nvSpPr>
            <p:cNvPr id="521" name="Graphic 4">
              <a:extLst>
                <a:ext uri="{FF2B5EF4-FFF2-40B4-BE49-F238E27FC236}">
                  <a16:creationId xmlns:a16="http://schemas.microsoft.com/office/drawing/2014/main" id="{9A6126C9-5D31-AE48-B788-0E784AB93439}"/>
                </a:ext>
              </a:extLst>
            </p:cNvPr>
            <p:cNvSpPr/>
            <p:nvPr/>
          </p:nvSpPr>
          <p:spPr>
            <a:xfrm>
              <a:off x="7279416" y="1009470"/>
              <a:ext cx="145052" cy="180028"/>
            </a:xfrm>
            <a:custGeom>
              <a:avLst/>
              <a:gdLst>
                <a:gd name="connsiteX0" fmla="*/ 0 w 145052"/>
                <a:gd name="connsiteY0" fmla="*/ 97675 h 180028"/>
                <a:gd name="connsiteX1" fmla="*/ 82430 w 145052"/>
                <a:gd name="connsiteY1" fmla="*/ 180028 h 180028"/>
                <a:gd name="connsiteX2" fmla="*/ 145052 w 145052"/>
                <a:gd name="connsiteY2" fmla="*/ 117465 h 180028"/>
                <a:gd name="connsiteX3" fmla="*/ 145052 w 145052"/>
                <a:gd name="connsiteY3" fmla="*/ 46603 h 180028"/>
                <a:gd name="connsiteX4" fmla="*/ 98405 w 145052"/>
                <a:gd name="connsiteY4" fmla="*/ 0 h 180028"/>
                <a:gd name="connsiteX5" fmla="*/ 0 w 145052"/>
                <a:gd name="connsiteY5" fmla="*/ 97675 h 180028"/>
                <a:gd name="connsiteX6" fmla="*/ 119492 w 145052"/>
                <a:gd name="connsiteY6" fmla="*/ 97037 h 180028"/>
                <a:gd name="connsiteX7" fmla="*/ 113102 w 145052"/>
                <a:gd name="connsiteY7" fmla="*/ 103420 h 180028"/>
                <a:gd name="connsiteX8" fmla="*/ 88820 w 145052"/>
                <a:gd name="connsiteY8" fmla="*/ 103420 h 180028"/>
                <a:gd name="connsiteX9" fmla="*/ 88820 w 145052"/>
                <a:gd name="connsiteY9" fmla="*/ 127680 h 180028"/>
                <a:gd name="connsiteX10" fmla="*/ 82430 w 145052"/>
                <a:gd name="connsiteY10" fmla="*/ 134064 h 180028"/>
                <a:gd name="connsiteX11" fmla="*/ 76040 w 145052"/>
                <a:gd name="connsiteY11" fmla="*/ 127680 h 180028"/>
                <a:gd name="connsiteX12" fmla="*/ 76040 w 145052"/>
                <a:gd name="connsiteY12" fmla="*/ 103420 h 180028"/>
                <a:gd name="connsiteX13" fmla="*/ 51759 w 145052"/>
                <a:gd name="connsiteY13" fmla="*/ 103420 h 180028"/>
                <a:gd name="connsiteX14" fmla="*/ 45369 w 145052"/>
                <a:gd name="connsiteY14" fmla="*/ 97037 h 180028"/>
                <a:gd name="connsiteX15" fmla="*/ 51759 w 145052"/>
                <a:gd name="connsiteY15" fmla="*/ 90653 h 180028"/>
                <a:gd name="connsiteX16" fmla="*/ 76040 w 145052"/>
                <a:gd name="connsiteY16" fmla="*/ 90653 h 180028"/>
                <a:gd name="connsiteX17" fmla="*/ 76040 w 145052"/>
                <a:gd name="connsiteY17" fmla="*/ 66393 h 180028"/>
                <a:gd name="connsiteX18" fmla="*/ 82430 w 145052"/>
                <a:gd name="connsiteY18" fmla="*/ 60009 h 180028"/>
                <a:gd name="connsiteX19" fmla="*/ 88820 w 145052"/>
                <a:gd name="connsiteY19" fmla="*/ 66393 h 180028"/>
                <a:gd name="connsiteX20" fmla="*/ 88820 w 145052"/>
                <a:gd name="connsiteY20" fmla="*/ 90653 h 180028"/>
                <a:gd name="connsiteX21" fmla="*/ 113102 w 145052"/>
                <a:gd name="connsiteY21" fmla="*/ 90653 h 180028"/>
                <a:gd name="connsiteX22" fmla="*/ 119492 w 145052"/>
                <a:gd name="connsiteY22" fmla="*/ 97037 h 180028"/>
                <a:gd name="connsiteX23" fmla="*/ 102879 w 145052"/>
                <a:gd name="connsiteY23" fmla="*/ 29366 h 180028"/>
                <a:gd name="connsiteX24" fmla="*/ 113741 w 145052"/>
                <a:gd name="connsiteY24" fmla="*/ 40219 h 180028"/>
                <a:gd name="connsiteX25" fmla="*/ 113741 w 145052"/>
                <a:gd name="connsiteY25" fmla="*/ 49157 h 180028"/>
                <a:gd name="connsiteX26" fmla="*/ 113741 w 145052"/>
                <a:gd name="connsiteY26" fmla="*/ 49157 h 180028"/>
                <a:gd name="connsiteX27" fmla="*/ 104795 w 145052"/>
                <a:gd name="connsiteY27" fmla="*/ 49157 h 180028"/>
                <a:gd name="connsiteX28" fmla="*/ 104795 w 145052"/>
                <a:gd name="connsiteY28" fmla="*/ 49157 h 180028"/>
                <a:gd name="connsiteX29" fmla="*/ 93933 w 145052"/>
                <a:gd name="connsiteY29" fmla="*/ 38304 h 180028"/>
                <a:gd name="connsiteX30" fmla="*/ 94571 w 145052"/>
                <a:gd name="connsiteY30" fmla="*/ 29366 h 180028"/>
                <a:gd name="connsiteX31" fmla="*/ 102879 w 145052"/>
                <a:gd name="connsiteY31" fmla="*/ 29366 h 18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5052" h="180028">
                  <a:moveTo>
                    <a:pt x="0" y="97675"/>
                  </a:moveTo>
                  <a:lnTo>
                    <a:pt x="82430" y="180028"/>
                  </a:lnTo>
                  <a:lnTo>
                    <a:pt x="145052" y="117465"/>
                  </a:lnTo>
                  <a:lnTo>
                    <a:pt x="145052" y="46603"/>
                  </a:lnTo>
                  <a:lnTo>
                    <a:pt x="98405" y="0"/>
                  </a:lnTo>
                  <a:lnTo>
                    <a:pt x="0" y="97675"/>
                  </a:lnTo>
                  <a:close/>
                  <a:moveTo>
                    <a:pt x="119492" y="97037"/>
                  </a:moveTo>
                  <a:cubicBezTo>
                    <a:pt x="119492" y="100867"/>
                    <a:pt x="116936" y="103420"/>
                    <a:pt x="113102" y="103420"/>
                  </a:cubicBezTo>
                  <a:lnTo>
                    <a:pt x="88820" y="103420"/>
                  </a:lnTo>
                  <a:lnTo>
                    <a:pt x="88820" y="127680"/>
                  </a:lnTo>
                  <a:cubicBezTo>
                    <a:pt x="88820" y="131510"/>
                    <a:pt x="86264" y="134064"/>
                    <a:pt x="82430" y="134064"/>
                  </a:cubicBezTo>
                  <a:cubicBezTo>
                    <a:pt x="78597" y="134064"/>
                    <a:pt x="76040" y="131510"/>
                    <a:pt x="76040" y="127680"/>
                  </a:cubicBezTo>
                  <a:lnTo>
                    <a:pt x="76040" y="103420"/>
                  </a:lnTo>
                  <a:lnTo>
                    <a:pt x="51759" y="103420"/>
                  </a:lnTo>
                  <a:cubicBezTo>
                    <a:pt x="47925" y="103420"/>
                    <a:pt x="45369" y="100867"/>
                    <a:pt x="45369" y="97037"/>
                  </a:cubicBezTo>
                  <a:cubicBezTo>
                    <a:pt x="45369" y="93206"/>
                    <a:pt x="47925" y="90653"/>
                    <a:pt x="51759" y="90653"/>
                  </a:cubicBezTo>
                  <a:lnTo>
                    <a:pt x="76040" y="90653"/>
                  </a:lnTo>
                  <a:lnTo>
                    <a:pt x="76040" y="66393"/>
                  </a:lnTo>
                  <a:cubicBezTo>
                    <a:pt x="76040" y="62563"/>
                    <a:pt x="78597" y="60009"/>
                    <a:pt x="82430" y="60009"/>
                  </a:cubicBezTo>
                  <a:cubicBezTo>
                    <a:pt x="86264" y="60009"/>
                    <a:pt x="88820" y="62563"/>
                    <a:pt x="88820" y="66393"/>
                  </a:cubicBezTo>
                  <a:lnTo>
                    <a:pt x="88820" y="90653"/>
                  </a:lnTo>
                  <a:lnTo>
                    <a:pt x="113102" y="90653"/>
                  </a:lnTo>
                  <a:cubicBezTo>
                    <a:pt x="116936" y="90653"/>
                    <a:pt x="119492" y="93206"/>
                    <a:pt x="119492" y="97037"/>
                  </a:cubicBezTo>
                  <a:close/>
                  <a:moveTo>
                    <a:pt x="102879" y="29366"/>
                  </a:moveTo>
                  <a:lnTo>
                    <a:pt x="113741" y="40219"/>
                  </a:lnTo>
                  <a:cubicBezTo>
                    <a:pt x="116297" y="42773"/>
                    <a:pt x="116297" y="46603"/>
                    <a:pt x="113741" y="49157"/>
                  </a:cubicBezTo>
                  <a:cubicBezTo>
                    <a:pt x="113741" y="49157"/>
                    <a:pt x="113741" y="49157"/>
                    <a:pt x="113741" y="49157"/>
                  </a:cubicBezTo>
                  <a:cubicBezTo>
                    <a:pt x="111185" y="51710"/>
                    <a:pt x="107351" y="51710"/>
                    <a:pt x="104795" y="49157"/>
                  </a:cubicBezTo>
                  <a:cubicBezTo>
                    <a:pt x="104795" y="49157"/>
                    <a:pt x="104795" y="49157"/>
                    <a:pt x="104795" y="49157"/>
                  </a:cubicBezTo>
                  <a:lnTo>
                    <a:pt x="93933" y="38304"/>
                  </a:lnTo>
                  <a:cubicBezTo>
                    <a:pt x="91376" y="35750"/>
                    <a:pt x="92015" y="31281"/>
                    <a:pt x="94571" y="29366"/>
                  </a:cubicBezTo>
                  <a:cubicBezTo>
                    <a:pt x="97128" y="27451"/>
                    <a:pt x="100322" y="27451"/>
                    <a:pt x="102879" y="29366"/>
                  </a:cubicBezTo>
                  <a:close/>
                </a:path>
              </a:pathLst>
            </a:custGeom>
            <a:solidFill>
              <a:srgbClr val="43B02A"/>
            </a:solidFill>
            <a:ln w="6390" cap="flat">
              <a:noFill/>
              <a:prstDash val="solid"/>
              <a:miter/>
            </a:ln>
          </p:spPr>
          <p:txBody>
            <a:bodyPr rtlCol="0" anchor="ctr"/>
            <a:lstStyle/>
            <a:p>
              <a:endParaRPr lang="en-US"/>
            </a:p>
          </p:txBody>
        </p:sp>
        <p:sp>
          <p:nvSpPr>
            <p:cNvPr id="522" name="Graphic 4">
              <a:extLst>
                <a:ext uri="{FF2B5EF4-FFF2-40B4-BE49-F238E27FC236}">
                  <a16:creationId xmlns:a16="http://schemas.microsoft.com/office/drawing/2014/main" id="{2B35C23D-9E12-B140-861E-D0A1CD9EB018}"/>
                </a:ext>
              </a:extLst>
            </p:cNvPr>
            <p:cNvSpPr/>
            <p:nvPr/>
          </p:nvSpPr>
          <p:spPr>
            <a:xfrm>
              <a:off x="7452514" y="1149917"/>
              <a:ext cx="17961" cy="27520"/>
            </a:xfrm>
            <a:custGeom>
              <a:avLst/>
              <a:gdLst>
                <a:gd name="connsiteX0" fmla="*/ 9015 w 17961"/>
                <a:gd name="connsiteY0" fmla="*/ 0 h 27520"/>
                <a:gd name="connsiteX1" fmla="*/ 709 w 17961"/>
                <a:gd name="connsiteY1" fmla="*/ 14683 h 27520"/>
                <a:gd name="connsiteX2" fmla="*/ 70 w 17961"/>
                <a:gd name="connsiteY2" fmla="*/ 17875 h 27520"/>
                <a:gd name="connsiteX3" fmla="*/ 8376 w 17961"/>
                <a:gd name="connsiteY3" fmla="*/ 27451 h 27520"/>
                <a:gd name="connsiteX4" fmla="*/ 17961 w 17961"/>
                <a:gd name="connsiteY4" fmla="*/ 19152 h 27520"/>
                <a:gd name="connsiteX5" fmla="*/ 17961 w 17961"/>
                <a:gd name="connsiteY5" fmla="*/ 17875 h 27520"/>
                <a:gd name="connsiteX6" fmla="*/ 17322 w 17961"/>
                <a:gd name="connsiteY6" fmla="*/ 14683 h 27520"/>
                <a:gd name="connsiteX7" fmla="*/ 9015 w 17961"/>
                <a:gd name="connsiteY7" fmla="*/ 0 h 27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61" h="27520">
                  <a:moveTo>
                    <a:pt x="9015" y="0"/>
                  </a:moveTo>
                  <a:lnTo>
                    <a:pt x="709" y="14683"/>
                  </a:lnTo>
                  <a:cubicBezTo>
                    <a:pt x="70" y="15960"/>
                    <a:pt x="70" y="16598"/>
                    <a:pt x="70" y="17875"/>
                  </a:cubicBezTo>
                  <a:cubicBezTo>
                    <a:pt x="-570" y="22982"/>
                    <a:pt x="3265" y="26813"/>
                    <a:pt x="8376" y="27451"/>
                  </a:cubicBezTo>
                  <a:cubicBezTo>
                    <a:pt x="13489" y="28089"/>
                    <a:pt x="17322" y="24259"/>
                    <a:pt x="17961" y="19152"/>
                  </a:cubicBezTo>
                  <a:cubicBezTo>
                    <a:pt x="17961" y="18514"/>
                    <a:pt x="17961" y="17875"/>
                    <a:pt x="17961" y="17875"/>
                  </a:cubicBezTo>
                  <a:cubicBezTo>
                    <a:pt x="17961" y="16598"/>
                    <a:pt x="17961" y="15960"/>
                    <a:pt x="17322" y="14683"/>
                  </a:cubicBezTo>
                  <a:lnTo>
                    <a:pt x="9015" y="0"/>
                  </a:lnTo>
                  <a:close/>
                </a:path>
              </a:pathLst>
            </a:custGeom>
            <a:solidFill>
              <a:srgbClr val="43B02A"/>
            </a:solidFill>
            <a:ln w="6390" cap="flat">
              <a:noFill/>
              <a:prstDash val="solid"/>
              <a:miter/>
            </a:ln>
          </p:spPr>
          <p:txBody>
            <a:bodyPr rtlCol="0" anchor="ctr"/>
            <a:lstStyle/>
            <a:p>
              <a:endParaRPr lang="en-US"/>
            </a:p>
          </p:txBody>
        </p:sp>
        <p:sp>
          <p:nvSpPr>
            <p:cNvPr id="523" name="Graphic 4">
              <a:extLst>
                <a:ext uri="{FF2B5EF4-FFF2-40B4-BE49-F238E27FC236}">
                  <a16:creationId xmlns:a16="http://schemas.microsoft.com/office/drawing/2014/main" id="{EAE064D9-3A8A-2E45-AF6B-E54D91360C13}"/>
                </a:ext>
              </a:extLst>
            </p:cNvPr>
            <p:cNvSpPr/>
            <p:nvPr/>
          </p:nvSpPr>
          <p:spPr>
            <a:xfrm>
              <a:off x="7191874" y="918179"/>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63265 w 362312"/>
                <a:gd name="connsiteY6" fmla="*/ 157684 h 361971"/>
                <a:gd name="connsiteX7" fmla="*/ 269655 w 362312"/>
                <a:gd name="connsiteY7" fmla="*/ 151300 h 361971"/>
                <a:gd name="connsiteX8" fmla="*/ 276045 w 362312"/>
                <a:gd name="connsiteY8" fmla="*/ 157684 h 361971"/>
                <a:gd name="connsiteX9" fmla="*/ 276045 w 362312"/>
                <a:gd name="connsiteY9" fmla="*/ 188327 h 361971"/>
                <a:gd name="connsiteX10" fmla="*/ 269655 w 362312"/>
                <a:gd name="connsiteY10" fmla="*/ 194711 h 361971"/>
                <a:gd name="connsiteX11" fmla="*/ 263265 w 362312"/>
                <a:gd name="connsiteY11" fmla="*/ 188327 h 361971"/>
                <a:gd name="connsiteX12" fmla="*/ 263265 w 362312"/>
                <a:gd name="connsiteY12" fmla="*/ 157684 h 361971"/>
                <a:gd name="connsiteX13" fmla="*/ 245374 w 362312"/>
                <a:gd name="connsiteY13" fmla="*/ 210671 h 361971"/>
                <a:gd name="connsiteX14" fmla="*/ 243456 w 362312"/>
                <a:gd name="connsiteY14" fmla="*/ 215140 h 361971"/>
                <a:gd name="connsiteX15" fmla="*/ 174446 w 362312"/>
                <a:gd name="connsiteY15" fmla="*/ 284087 h 361971"/>
                <a:gd name="connsiteX16" fmla="*/ 165500 w 362312"/>
                <a:gd name="connsiteY16" fmla="*/ 284087 h 361971"/>
                <a:gd name="connsiteX17" fmla="*/ 165500 w 362312"/>
                <a:gd name="connsiteY17" fmla="*/ 284087 h 361971"/>
                <a:gd name="connsiteX18" fmla="*/ 74123 w 362312"/>
                <a:gd name="connsiteY18" fmla="*/ 192796 h 361971"/>
                <a:gd name="connsiteX19" fmla="*/ 74123 w 362312"/>
                <a:gd name="connsiteY19" fmla="*/ 183859 h 361971"/>
                <a:gd name="connsiteX20" fmla="*/ 181474 w 362312"/>
                <a:gd name="connsiteY20" fmla="*/ 76608 h 361971"/>
                <a:gd name="connsiteX21" fmla="*/ 190420 w 362312"/>
                <a:gd name="connsiteY21" fmla="*/ 76608 h 361971"/>
                <a:gd name="connsiteX22" fmla="*/ 243456 w 362312"/>
                <a:gd name="connsiteY22" fmla="*/ 129595 h 361971"/>
                <a:gd name="connsiteX23" fmla="*/ 245374 w 362312"/>
                <a:gd name="connsiteY23" fmla="*/ 134064 h 361971"/>
                <a:gd name="connsiteX24" fmla="*/ 245374 w 362312"/>
                <a:gd name="connsiteY24" fmla="*/ 210671 h 361971"/>
                <a:gd name="connsiteX25" fmla="*/ 269655 w 362312"/>
                <a:gd name="connsiteY25" fmla="*/ 270681 h 361971"/>
                <a:gd name="connsiteX26" fmla="*/ 247930 w 362312"/>
                <a:gd name="connsiteY26" fmla="*/ 248975 h 361971"/>
                <a:gd name="connsiteX27" fmla="*/ 249846 w 362312"/>
                <a:gd name="connsiteY27" fmla="*/ 240676 h 361971"/>
                <a:gd name="connsiteX28" fmla="*/ 249846 w 362312"/>
                <a:gd name="connsiteY28" fmla="*/ 240038 h 361971"/>
                <a:gd name="connsiteX29" fmla="*/ 263905 w 362312"/>
                <a:gd name="connsiteY29" fmla="*/ 215140 h 361971"/>
                <a:gd name="connsiteX30" fmla="*/ 272850 w 362312"/>
                <a:gd name="connsiteY30" fmla="*/ 212587 h 361971"/>
                <a:gd name="connsiteX31" fmla="*/ 275406 w 362312"/>
                <a:gd name="connsiteY31" fmla="*/ 215140 h 361971"/>
                <a:gd name="connsiteX32" fmla="*/ 289464 w 362312"/>
                <a:gd name="connsiteY32" fmla="*/ 240038 h 361971"/>
                <a:gd name="connsiteX33" fmla="*/ 289464 w 362312"/>
                <a:gd name="connsiteY33" fmla="*/ 240676 h 361971"/>
                <a:gd name="connsiteX34" fmla="*/ 291381 w 362312"/>
                <a:gd name="connsiteY34" fmla="*/ 248975 h 361971"/>
                <a:gd name="connsiteX35" fmla="*/ 269655 w 362312"/>
                <a:gd name="connsiteY35" fmla="*/ 270681 h 361971"/>
                <a:gd name="connsiteX36" fmla="*/ 269655 w 362312"/>
                <a:gd name="connsiteY36" fmla="*/ 27068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263265" y="157684"/>
                  </a:moveTo>
                  <a:cubicBezTo>
                    <a:pt x="263265" y="153854"/>
                    <a:pt x="265821" y="151300"/>
                    <a:pt x="269655" y="151300"/>
                  </a:cubicBezTo>
                  <a:cubicBezTo>
                    <a:pt x="273490" y="151300"/>
                    <a:pt x="276045" y="153854"/>
                    <a:pt x="276045" y="157684"/>
                  </a:cubicBezTo>
                  <a:lnTo>
                    <a:pt x="276045" y="188327"/>
                  </a:lnTo>
                  <a:cubicBezTo>
                    <a:pt x="276045" y="192158"/>
                    <a:pt x="273490" y="194711"/>
                    <a:pt x="269655" y="194711"/>
                  </a:cubicBezTo>
                  <a:cubicBezTo>
                    <a:pt x="265821" y="194711"/>
                    <a:pt x="263265" y="192158"/>
                    <a:pt x="263265" y="188327"/>
                  </a:cubicBezTo>
                  <a:lnTo>
                    <a:pt x="263265" y="157684"/>
                  </a:lnTo>
                  <a:close/>
                  <a:moveTo>
                    <a:pt x="245374" y="210671"/>
                  </a:moveTo>
                  <a:cubicBezTo>
                    <a:pt x="245374" y="212587"/>
                    <a:pt x="244735" y="213863"/>
                    <a:pt x="243456" y="215140"/>
                  </a:cubicBezTo>
                  <a:lnTo>
                    <a:pt x="174446" y="284087"/>
                  </a:lnTo>
                  <a:cubicBezTo>
                    <a:pt x="171889" y="286641"/>
                    <a:pt x="168056" y="286641"/>
                    <a:pt x="165500" y="284087"/>
                  </a:cubicBezTo>
                  <a:cubicBezTo>
                    <a:pt x="165500" y="284087"/>
                    <a:pt x="165500" y="284087"/>
                    <a:pt x="165500" y="284087"/>
                  </a:cubicBezTo>
                  <a:lnTo>
                    <a:pt x="74123" y="192796"/>
                  </a:lnTo>
                  <a:cubicBezTo>
                    <a:pt x="71567" y="190243"/>
                    <a:pt x="71567" y="186412"/>
                    <a:pt x="74123" y="183859"/>
                  </a:cubicBezTo>
                  <a:lnTo>
                    <a:pt x="181474" y="76608"/>
                  </a:lnTo>
                  <a:cubicBezTo>
                    <a:pt x="184031" y="74054"/>
                    <a:pt x="187864" y="74054"/>
                    <a:pt x="190420" y="76608"/>
                  </a:cubicBezTo>
                  <a:lnTo>
                    <a:pt x="243456" y="129595"/>
                  </a:lnTo>
                  <a:cubicBezTo>
                    <a:pt x="244735" y="130872"/>
                    <a:pt x="245374" y="132148"/>
                    <a:pt x="245374" y="134064"/>
                  </a:cubicBezTo>
                  <a:lnTo>
                    <a:pt x="245374" y="210671"/>
                  </a:lnTo>
                  <a:close/>
                  <a:moveTo>
                    <a:pt x="269655" y="270681"/>
                  </a:moveTo>
                  <a:cubicBezTo>
                    <a:pt x="257515" y="270681"/>
                    <a:pt x="247930" y="261105"/>
                    <a:pt x="247930" y="248975"/>
                  </a:cubicBezTo>
                  <a:cubicBezTo>
                    <a:pt x="247930" y="246422"/>
                    <a:pt x="248569" y="243230"/>
                    <a:pt x="249846" y="240676"/>
                  </a:cubicBezTo>
                  <a:lnTo>
                    <a:pt x="249846" y="240038"/>
                  </a:lnTo>
                  <a:lnTo>
                    <a:pt x="263905" y="215140"/>
                  </a:lnTo>
                  <a:cubicBezTo>
                    <a:pt x="265821" y="211948"/>
                    <a:pt x="269655" y="211310"/>
                    <a:pt x="272850" y="212587"/>
                  </a:cubicBezTo>
                  <a:cubicBezTo>
                    <a:pt x="274128" y="213225"/>
                    <a:pt x="274767" y="213863"/>
                    <a:pt x="275406" y="215140"/>
                  </a:cubicBezTo>
                  <a:lnTo>
                    <a:pt x="289464" y="240038"/>
                  </a:lnTo>
                  <a:lnTo>
                    <a:pt x="289464" y="240676"/>
                  </a:lnTo>
                  <a:cubicBezTo>
                    <a:pt x="290742" y="243230"/>
                    <a:pt x="291381" y="246422"/>
                    <a:pt x="291381" y="248975"/>
                  </a:cubicBezTo>
                  <a:cubicBezTo>
                    <a:pt x="290742" y="261105"/>
                    <a:pt x="281157" y="270681"/>
                    <a:pt x="269655" y="270681"/>
                  </a:cubicBezTo>
                  <a:lnTo>
                    <a:pt x="269655" y="270681"/>
                  </a:lnTo>
                  <a:close/>
                </a:path>
              </a:pathLst>
            </a:custGeom>
            <a:solidFill>
              <a:srgbClr val="43B02A"/>
            </a:solidFill>
            <a:ln w="6390" cap="flat">
              <a:noFill/>
              <a:prstDash val="solid"/>
              <a:miter/>
            </a:ln>
          </p:spPr>
          <p:txBody>
            <a:bodyPr rtlCol="0" anchor="ctr"/>
            <a:lstStyle/>
            <a:p>
              <a:endParaRPr lang="en-US"/>
            </a:p>
          </p:txBody>
        </p:sp>
      </p:grpSp>
      <p:grpSp>
        <p:nvGrpSpPr>
          <p:cNvPr id="524" name="Graphic 4">
            <a:extLst>
              <a:ext uri="{FF2B5EF4-FFF2-40B4-BE49-F238E27FC236}">
                <a16:creationId xmlns:a16="http://schemas.microsoft.com/office/drawing/2014/main" id="{71B5A1A5-9328-894D-9646-F2AF671AA28F}"/>
              </a:ext>
            </a:extLst>
          </p:cNvPr>
          <p:cNvGrpSpPr/>
          <p:nvPr/>
        </p:nvGrpSpPr>
        <p:grpSpPr>
          <a:xfrm>
            <a:off x="6149937" y="4308712"/>
            <a:ext cx="362309" cy="361971"/>
            <a:chOff x="5099169" y="4308712"/>
            <a:chExt cx="362309" cy="361971"/>
          </a:xfrm>
          <a:solidFill>
            <a:srgbClr val="43B02A"/>
          </a:solidFill>
        </p:grpSpPr>
        <p:sp>
          <p:nvSpPr>
            <p:cNvPr id="525" name="Graphic 4">
              <a:extLst>
                <a:ext uri="{FF2B5EF4-FFF2-40B4-BE49-F238E27FC236}">
                  <a16:creationId xmlns:a16="http://schemas.microsoft.com/office/drawing/2014/main" id="{81C21CB1-E2EF-1C4F-B98D-6C67F620D54A}"/>
                </a:ext>
              </a:extLst>
            </p:cNvPr>
            <p:cNvSpPr/>
            <p:nvPr/>
          </p:nvSpPr>
          <p:spPr>
            <a:xfrm>
              <a:off x="5247416" y="4428731"/>
              <a:ext cx="41534" cy="21067"/>
            </a:xfrm>
            <a:custGeom>
              <a:avLst/>
              <a:gdLst>
                <a:gd name="connsiteX0" fmla="*/ 0 w 41534"/>
                <a:gd name="connsiteY0" fmla="*/ 0 h 21067"/>
                <a:gd name="connsiteX1" fmla="*/ 41535 w 41534"/>
                <a:gd name="connsiteY1" fmla="*/ 0 h 21067"/>
                <a:gd name="connsiteX2" fmla="*/ 41535 w 41534"/>
                <a:gd name="connsiteY2" fmla="*/ 21067 h 21067"/>
                <a:gd name="connsiteX3" fmla="*/ 0 w 41534"/>
                <a:gd name="connsiteY3" fmla="*/ 21067 h 21067"/>
              </a:gdLst>
              <a:ahLst/>
              <a:cxnLst>
                <a:cxn ang="0">
                  <a:pos x="connsiteX0" y="connsiteY0"/>
                </a:cxn>
                <a:cxn ang="0">
                  <a:pos x="connsiteX1" y="connsiteY1"/>
                </a:cxn>
                <a:cxn ang="0">
                  <a:pos x="connsiteX2" y="connsiteY2"/>
                </a:cxn>
                <a:cxn ang="0">
                  <a:pos x="connsiteX3" y="connsiteY3"/>
                </a:cxn>
              </a:cxnLst>
              <a:rect l="l" t="t" r="r" b="b"/>
              <a:pathLst>
                <a:path w="41534" h="21067">
                  <a:moveTo>
                    <a:pt x="0" y="0"/>
                  </a:moveTo>
                  <a:lnTo>
                    <a:pt x="41535" y="0"/>
                  </a:lnTo>
                  <a:lnTo>
                    <a:pt x="41535" y="21067"/>
                  </a:lnTo>
                  <a:lnTo>
                    <a:pt x="0" y="21067"/>
                  </a:lnTo>
                  <a:close/>
                </a:path>
              </a:pathLst>
            </a:custGeom>
            <a:solidFill>
              <a:srgbClr val="43B02A"/>
            </a:solidFill>
            <a:ln w="6390" cap="flat">
              <a:noFill/>
              <a:prstDash val="solid"/>
              <a:miter/>
            </a:ln>
          </p:spPr>
          <p:txBody>
            <a:bodyPr rtlCol="0" anchor="ctr"/>
            <a:lstStyle/>
            <a:p>
              <a:endParaRPr lang="en-US"/>
            </a:p>
          </p:txBody>
        </p:sp>
        <p:sp>
          <p:nvSpPr>
            <p:cNvPr id="526" name="Graphic 4">
              <a:extLst>
                <a:ext uri="{FF2B5EF4-FFF2-40B4-BE49-F238E27FC236}">
                  <a16:creationId xmlns:a16="http://schemas.microsoft.com/office/drawing/2014/main" id="{B01C51A5-D785-5D49-AC8F-0BCB4E5DA6B2}"/>
                </a:ext>
              </a:extLst>
            </p:cNvPr>
            <p:cNvSpPr/>
            <p:nvPr/>
          </p:nvSpPr>
          <p:spPr>
            <a:xfrm>
              <a:off x="5220578" y="4401279"/>
              <a:ext cx="95210" cy="176198"/>
            </a:xfrm>
            <a:custGeom>
              <a:avLst/>
              <a:gdLst>
                <a:gd name="connsiteX0" fmla="*/ 0 w 95210"/>
                <a:gd name="connsiteY0" fmla="*/ 176198 h 176198"/>
                <a:gd name="connsiteX1" fmla="*/ 95210 w 95210"/>
                <a:gd name="connsiteY1" fmla="*/ 176198 h 176198"/>
                <a:gd name="connsiteX2" fmla="*/ 95210 w 95210"/>
                <a:gd name="connsiteY2" fmla="*/ 0 h 176198"/>
                <a:gd name="connsiteX3" fmla="*/ 0 w 95210"/>
                <a:gd name="connsiteY3" fmla="*/ 0 h 176198"/>
                <a:gd name="connsiteX4" fmla="*/ 0 w 95210"/>
                <a:gd name="connsiteY4" fmla="*/ 176198 h 176198"/>
                <a:gd name="connsiteX5" fmla="*/ 14058 w 95210"/>
                <a:gd name="connsiteY5" fmla="*/ 21067 h 176198"/>
                <a:gd name="connsiteX6" fmla="*/ 20448 w 95210"/>
                <a:gd name="connsiteY6" fmla="*/ 14683 h 176198"/>
                <a:gd name="connsiteX7" fmla="*/ 74762 w 95210"/>
                <a:gd name="connsiteY7" fmla="*/ 14683 h 176198"/>
                <a:gd name="connsiteX8" fmla="*/ 81152 w 95210"/>
                <a:gd name="connsiteY8" fmla="*/ 21067 h 176198"/>
                <a:gd name="connsiteX9" fmla="*/ 81152 w 95210"/>
                <a:gd name="connsiteY9" fmla="*/ 54902 h 176198"/>
                <a:gd name="connsiteX10" fmla="*/ 74762 w 95210"/>
                <a:gd name="connsiteY10" fmla="*/ 61286 h 176198"/>
                <a:gd name="connsiteX11" fmla="*/ 20448 w 95210"/>
                <a:gd name="connsiteY11" fmla="*/ 61286 h 176198"/>
                <a:gd name="connsiteX12" fmla="*/ 14058 w 95210"/>
                <a:gd name="connsiteY12" fmla="*/ 54902 h 176198"/>
                <a:gd name="connsiteX13" fmla="*/ 14058 w 95210"/>
                <a:gd name="connsiteY13" fmla="*/ 21067 h 17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5210" h="176198">
                  <a:moveTo>
                    <a:pt x="0" y="176198"/>
                  </a:moveTo>
                  <a:lnTo>
                    <a:pt x="95210" y="176198"/>
                  </a:lnTo>
                  <a:lnTo>
                    <a:pt x="95210" y="0"/>
                  </a:lnTo>
                  <a:lnTo>
                    <a:pt x="0" y="0"/>
                  </a:lnTo>
                  <a:lnTo>
                    <a:pt x="0" y="176198"/>
                  </a:lnTo>
                  <a:close/>
                  <a:moveTo>
                    <a:pt x="14058" y="21067"/>
                  </a:moveTo>
                  <a:cubicBezTo>
                    <a:pt x="14058" y="17237"/>
                    <a:pt x="16614" y="14683"/>
                    <a:pt x="20448" y="14683"/>
                  </a:cubicBezTo>
                  <a:lnTo>
                    <a:pt x="74762" y="14683"/>
                  </a:lnTo>
                  <a:cubicBezTo>
                    <a:pt x="78596" y="14683"/>
                    <a:pt x="81152" y="17237"/>
                    <a:pt x="81152" y="21067"/>
                  </a:cubicBezTo>
                  <a:lnTo>
                    <a:pt x="81152" y="54902"/>
                  </a:lnTo>
                  <a:cubicBezTo>
                    <a:pt x="81152" y="58733"/>
                    <a:pt x="78596" y="61286"/>
                    <a:pt x="74762" y="61286"/>
                  </a:cubicBezTo>
                  <a:lnTo>
                    <a:pt x="20448" y="61286"/>
                  </a:lnTo>
                  <a:cubicBezTo>
                    <a:pt x="16614" y="61286"/>
                    <a:pt x="14058" y="58733"/>
                    <a:pt x="14058" y="54902"/>
                  </a:cubicBezTo>
                  <a:lnTo>
                    <a:pt x="14058" y="21067"/>
                  </a:lnTo>
                  <a:close/>
                </a:path>
              </a:pathLst>
            </a:custGeom>
            <a:solidFill>
              <a:srgbClr val="43B02A"/>
            </a:solidFill>
            <a:ln w="6390" cap="flat">
              <a:noFill/>
              <a:prstDash val="solid"/>
              <a:miter/>
            </a:ln>
          </p:spPr>
          <p:txBody>
            <a:bodyPr rtlCol="0" anchor="ctr"/>
            <a:lstStyle/>
            <a:p>
              <a:endParaRPr lang="en-US"/>
            </a:p>
          </p:txBody>
        </p:sp>
        <p:sp>
          <p:nvSpPr>
            <p:cNvPr id="527" name="Graphic 4">
              <a:extLst>
                <a:ext uri="{FF2B5EF4-FFF2-40B4-BE49-F238E27FC236}">
                  <a16:creationId xmlns:a16="http://schemas.microsoft.com/office/drawing/2014/main" id="{89285516-D876-1447-9AF9-FB415329F4E6}"/>
                </a:ext>
              </a:extLst>
            </p:cNvPr>
            <p:cNvSpPr/>
            <p:nvPr/>
          </p:nvSpPr>
          <p:spPr>
            <a:xfrm>
              <a:off x="5099169" y="430871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76045 w 362309"/>
                <a:gd name="connsiteY7" fmla="*/ 217055 h 361971"/>
                <a:gd name="connsiteX8" fmla="*/ 229399 w 362309"/>
                <a:gd name="connsiteY8" fmla="*/ 253444 h 361971"/>
                <a:gd name="connsiteX9" fmla="*/ 229399 w 362309"/>
                <a:gd name="connsiteY9" fmla="*/ 275788 h 361971"/>
                <a:gd name="connsiteX10" fmla="*/ 223009 w 362309"/>
                <a:gd name="connsiteY10" fmla="*/ 282172 h 361971"/>
                <a:gd name="connsiteX11" fmla="*/ 115019 w 362309"/>
                <a:gd name="connsiteY11" fmla="*/ 282172 h 361971"/>
                <a:gd name="connsiteX12" fmla="*/ 108629 w 362309"/>
                <a:gd name="connsiteY12" fmla="*/ 275788 h 361971"/>
                <a:gd name="connsiteX13" fmla="*/ 108629 w 362309"/>
                <a:gd name="connsiteY13" fmla="*/ 86822 h 361971"/>
                <a:gd name="connsiteX14" fmla="*/ 115019 w 362309"/>
                <a:gd name="connsiteY14" fmla="*/ 80438 h 361971"/>
                <a:gd name="connsiteX15" fmla="*/ 223009 w 362309"/>
                <a:gd name="connsiteY15" fmla="*/ 80438 h 361971"/>
                <a:gd name="connsiteX16" fmla="*/ 229399 w 362309"/>
                <a:gd name="connsiteY16" fmla="*/ 86822 h 361971"/>
                <a:gd name="connsiteX17" fmla="*/ 229399 w 362309"/>
                <a:gd name="connsiteY17" fmla="*/ 240038 h 361971"/>
                <a:gd name="connsiteX18" fmla="*/ 263904 w 362309"/>
                <a:gd name="connsiteY18" fmla="*/ 212587 h 361971"/>
                <a:gd name="connsiteX19" fmla="*/ 258154 w 362309"/>
                <a:gd name="connsiteY19" fmla="*/ 171091 h 361971"/>
                <a:gd name="connsiteX20" fmla="*/ 252403 w 362309"/>
                <a:gd name="connsiteY20" fmla="*/ 161515 h 361971"/>
                <a:gd name="connsiteX21" fmla="*/ 252403 w 362309"/>
                <a:gd name="connsiteY21" fmla="*/ 161515 h 361971"/>
                <a:gd name="connsiteX22" fmla="*/ 251764 w 362309"/>
                <a:gd name="connsiteY22" fmla="*/ 160238 h 361971"/>
                <a:gd name="connsiteX23" fmla="*/ 251764 w 362309"/>
                <a:gd name="connsiteY23" fmla="*/ 160238 h 361971"/>
                <a:gd name="connsiteX24" fmla="*/ 250486 w 362309"/>
                <a:gd name="connsiteY24" fmla="*/ 154492 h 361971"/>
                <a:gd name="connsiteX25" fmla="*/ 257514 w 362309"/>
                <a:gd name="connsiteY25" fmla="*/ 143001 h 361971"/>
                <a:gd name="connsiteX26" fmla="*/ 244735 w 362309"/>
                <a:gd name="connsiteY26" fmla="*/ 116827 h 361971"/>
                <a:gd name="connsiteX27" fmla="*/ 247291 w 362309"/>
                <a:gd name="connsiteY27" fmla="*/ 108528 h 361971"/>
                <a:gd name="connsiteX28" fmla="*/ 255597 w 362309"/>
                <a:gd name="connsiteY28" fmla="*/ 111081 h 361971"/>
                <a:gd name="connsiteX29" fmla="*/ 255597 w 362309"/>
                <a:gd name="connsiteY29" fmla="*/ 111081 h 361971"/>
                <a:gd name="connsiteX30" fmla="*/ 272850 w 362309"/>
                <a:gd name="connsiteY30" fmla="*/ 144916 h 361971"/>
                <a:gd name="connsiteX31" fmla="*/ 276684 w 362309"/>
                <a:gd name="connsiteY31" fmla="*/ 153854 h 361971"/>
                <a:gd name="connsiteX32" fmla="*/ 276684 w 362309"/>
                <a:gd name="connsiteY32" fmla="*/ 153854 h 361971"/>
                <a:gd name="connsiteX33" fmla="*/ 276684 w 362309"/>
                <a:gd name="connsiteY33" fmla="*/ 153854 h 361971"/>
                <a:gd name="connsiteX34" fmla="*/ 269655 w 362309"/>
                <a:gd name="connsiteY34" fmla="*/ 165345 h 361971"/>
                <a:gd name="connsiteX35" fmla="*/ 276045 w 362309"/>
                <a:gd name="connsiteY35" fmla="*/ 217055 h 361971"/>
                <a:gd name="connsiteX36" fmla="*/ 276045 w 362309"/>
                <a:gd name="connsiteY36" fmla="*/ 21705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1077"/>
                    <a:pt x="281157" y="0"/>
                    <a:pt x="181474" y="0"/>
                  </a:cubicBezTo>
                  <a:cubicBezTo>
                    <a:pt x="181474" y="0"/>
                    <a:pt x="181474" y="0"/>
                    <a:pt x="181474" y="0"/>
                  </a:cubicBezTo>
                  <a:close/>
                  <a:moveTo>
                    <a:pt x="276045" y="217055"/>
                  </a:moveTo>
                  <a:cubicBezTo>
                    <a:pt x="269655" y="233654"/>
                    <a:pt x="253681" y="245783"/>
                    <a:pt x="229399" y="253444"/>
                  </a:cubicBezTo>
                  <a:lnTo>
                    <a:pt x="229399" y="275788"/>
                  </a:lnTo>
                  <a:cubicBezTo>
                    <a:pt x="229399" y="279618"/>
                    <a:pt x="226843" y="282172"/>
                    <a:pt x="223009" y="282172"/>
                  </a:cubicBezTo>
                  <a:lnTo>
                    <a:pt x="115019" y="282172"/>
                  </a:lnTo>
                  <a:cubicBezTo>
                    <a:pt x="111185" y="282172"/>
                    <a:pt x="108629" y="279618"/>
                    <a:pt x="108629" y="275788"/>
                  </a:cubicBezTo>
                  <a:lnTo>
                    <a:pt x="108629" y="86822"/>
                  </a:lnTo>
                  <a:cubicBezTo>
                    <a:pt x="108629" y="82992"/>
                    <a:pt x="111185" y="80438"/>
                    <a:pt x="115019" y="80438"/>
                  </a:cubicBezTo>
                  <a:lnTo>
                    <a:pt x="223009" y="80438"/>
                  </a:lnTo>
                  <a:cubicBezTo>
                    <a:pt x="226843" y="80438"/>
                    <a:pt x="229399" y="82992"/>
                    <a:pt x="229399" y="86822"/>
                  </a:cubicBezTo>
                  <a:lnTo>
                    <a:pt x="229399" y="240038"/>
                  </a:lnTo>
                  <a:cubicBezTo>
                    <a:pt x="247929" y="233654"/>
                    <a:pt x="259431" y="224716"/>
                    <a:pt x="263904" y="212587"/>
                  </a:cubicBezTo>
                  <a:cubicBezTo>
                    <a:pt x="271572" y="192796"/>
                    <a:pt x="258154" y="171729"/>
                    <a:pt x="258154" y="171091"/>
                  </a:cubicBezTo>
                  <a:lnTo>
                    <a:pt x="252403" y="161515"/>
                  </a:lnTo>
                  <a:lnTo>
                    <a:pt x="252403" y="161515"/>
                  </a:lnTo>
                  <a:lnTo>
                    <a:pt x="251764" y="160238"/>
                  </a:lnTo>
                  <a:lnTo>
                    <a:pt x="251764" y="160238"/>
                  </a:lnTo>
                  <a:cubicBezTo>
                    <a:pt x="251124" y="158323"/>
                    <a:pt x="250486" y="156408"/>
                    <a:pt x="250486" y="154492"/>
                  </a:cubicBezTo>
                  <a:cubicBezTo>
                    <a:pt x="250486" y="149385"/>
                    <a:pt x="253041" y="144916"/>
                    <a:pt x="257514" y="143001"/>
                  </a:cubicBezTo>
                  <a:lnTo>
                    <a:pt x="244735" y="116827"/>
                  </a:lnTo>
                  <a:cubicBezTo>
                    <a:pt x="243456" y="113635"/>
                    <a:pt x="244096" y="109805"/>
                    <a:pt x="247291" y="108528"/>
                  </a:cubicBezTo>
                  <a:cubicBezTo>
                    <a:pt x="250486" y="106613"/>
                    <a:pt x="254319" y="107889"/>
                    <a:pt x="255597" y="111081"/>
                  </a:cubicBezTo>
                  <a:cubicBezTo>
                    <a:pt x="255597" y="111081"/>
                    <a:pt x="255597" y="111081"/>
                    <a:pt x="255597" y="111081"/>
                  </a:cubicBezTo>
                  <a:lnTo>
                    <a:pt x="272850" y="144916"/>
                  </a:lnTo>
                  <a:cubicBezTo>
                    <a:pt x="275406" y="147470"/>
                    <a:pt x="276684" y="150662"/>
                    <a:pt x="276684" y="153854"/>
                  </a:cubicBezTo>
                  <a:lnTo>
                    <a:pt x="276684" y="153854"/>
                  </a:lnTo>
                  <a:lnTo>
                    <a:pt x="276684" y="153854"/>
                  </a:lnTo>
                  <a:cubicBezTo>
                    <a:pt x="276684" y="158961"/>
                    <a:pt x="274128" y="162792"/>
                    <a:pt x="269655" y="165345"/>
                  </a:cubicBezTo>
                  <a:cubicBezTo>
                    <a:pt x="272850" y="170452"/>
                    <a:pt x="284991" y="193435"/>
                    <a:pt x="276045" y="217055"/>
                  </a:cubicBezTo>
                  <a:lnTo>
                    <a:pt x="276045" y="217055"/>
                  </a:lnTo>
                  <a:close/>
                </a:path>
              </a:pathLst>
            </a:custGeom>
            <a:solidFill>
              <a:srgbClr val="43B02A"/>
            </a:solidFill>
            <a:ln w="6390" cap="flat">
              <a:noFill/>
              <a:prstDash val="solid"/>
              <a:miter/>
            </a:ln>
          </p:spPr>
          <p:txBody>
            <a:bodyPr rtlCol="0" anchor="ctr"/>
            <a:lstStyle/>
            <a:p>
              <a:endParaRPr lang="en-US"/>
            </a:p>
          </p:txBody>
        </p:sp>
      </p:grpSp>
      <p:grpSp>
        <p:nvGrpSpPr>
          <p:cNvPr id="528" name="Graphic 4">
            <a:extLst>
              <a:ext uri="{FF2B5EF4-FFF2-40B4-BE49-F238E27FC236}">
                <a16:creationId xmlns:a16="http://schemas.microsoft.com/office/drawing/2014/main" id="{A650C943-D7DE-5E47-BCB1-6992CD1461EF}"/>
              </a:ext>
            </a:extLst>
          </p:cNvPr>
          <p:cNvGrpSpPr/>
          <p:nvPr/>
        </p:nvGrpSpPr>
        <p:grpSpPr>
          <a:xfrm>
            <a:off x="6149937" y="918179"/>
            <a:ext cx="362309" cy="361971"/>
            <a:chOff x="5099169" y="918179"/>
            <a:chExt cx="362309" cy="361971"/>
          </a:xfrm>
          <a:solidFill>
            <a:srgbClr val="43B02A"/>
          </a:solidFill>
        </p:grpSpPr>
        <p:sp>
          <p:nvSpPr>
            <p:cNvPr id="529" name="Graphic 4">
              <a:extLst>
                <a:ext uri="{FF2B5EF4-FFF2-40B4-BE49-F238E27FC236}">
                  <a16:creationId xmlns:a16="http://schemas.microsoft.com/office/drawing/2014/main" id="{7F328E86-31F7-FC48-9432-8FD679CE49AE}"/>
                </a:ext>
              </a:extLst>
            </p:cNvPr>
            <p:cNvSpPr/>
            <p:nvPr/>
          </p:nvSpPr>
          <p:spPr>
            <a:xfrm>
              <a:off x="5099169" y="91817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66460 w 362309"/>
                <a:gd name="connsiteY7" fmla="*/ 124488 h 361971"/>
                <a:gd name="connsiteX8" fmla="*/ 265821 w 362309"/>
                <a:gd name="connsiteY8" fmla="*/ 125126 h 361971"/>
                <a:gd name="connsiteX9" fmla="*/ 228760 w 362309"/>
                <a:gd name="connsiteY9" fmla="*/ 162153 h 361971"/>
                <a:gd name="connsiteX10" fmla="*/ 257514 w 362309"/>
                <a:gd name="connsiteY10" fmla="*/ 248337 h 361971"/>
                <a:gd name="connsiteX11" fmla="*/ 256236 w 362309"/>
                <a:gd name="connsiteY11" fmla="*/ 254721 h 361971"/>
                <a:gd name="connsiteX12" fmla="*/ 241540 w 362309"/>
                <a:gd name="connsiteY12" fmla="*/ 270042 h 361971"/>
                <a:gd name="connsiteX13" fmla="*/ 232594 w 362309"/>
                <a:gd name="connsiteY13" fmla="*/ 270042 h 361971"/>
                <a:gd name="connsiteX14" fmla="*/ 231316 w 362309"/>
                <a:gd name="connsiteY14" fmla="*/ 268766 h 361971"/>
                <a:gd name="connsiteX15" fmla="*/ 192976 w 362309"/>
                <a:gd name="connsiteY15" fmla="*/ 198542 h 361971"/>
                <a:gd name="connsiteX16" fmla="*/ 167416 w 362309"/>
                <a:gd name="connsiteY16" fmla="*/ 224078 h 361971"/>
                <a:gd name="connsiteX17" fmla="*/ 180196 w 362309"/>
                <a:gd name="connsiteY17" fmla="*/ 255998 h 361971"/>
                <a:gd name="connsiteX18" fmla="*/ 178918 w 362309"/>
                <a:gd name="connsiteY18" fmla="*/ 263020 h 361971"/>
                <a:gd name="connsiteX19" fmla="*/ 164221 w 362309"/>
                <a:gd name="connsiteY19" fmla="*/ 277703 h 361971"/>
                <a:gd name="connsiteX20" fmla="*/ 159748 w 362309"/>
                <a:gd name="connsiteY20" fmla="*/ 279618 h 361971"/>
                <a:gd name="connsiteX21" fmla="*/ 159110 w 362309"/>
                <a:gd name="connsiteY21" fmla="*/ 279618 h 361971"/>
                <a:gd name="connsiteX22" fmla="*/ 154637 w 362309"/>
                <a:gd name="connsiteY22" fmla="*/ 277065 h 361971"/>
                <a:gd name="connsiteX23" fmla="*/ 127799 w 362309"/>
                <a:gd name="connsiteY23" fmla="*/ 235569 h 361971"/>
                <a:gd name="connsiteX24" fmla="*/ 86264 w 362309"/>
                <a:gd name="connsiteY24" fmla="*/ 208756 h 361971"/>
                <a:gd name="connsiteX25" fmla="*/ 83069 w 362309"/>
                <a:gd name="connsiteY25" fmla="*/ 204287 h 361971"/>
                <a:gd name="connsiteX26" fmla="*/ 84986 w 362309"/>
                <a:gd name="connsiteY26" fmla="*/ 199180 h 361971"/>
                <a:gd name="connsiteX27" fmla="*/ 99683 w 362309"/>
                <a:gd name="connsiteY27" fmla="*/ 184497 h 361971"/>
                <a:gd name="connsiteX28" fmla="*/ 106712 w 362309"/>
                <a:gd name="connsiteY28" fmla="*/ 183220 h 361971"/>
                <a:gd name="connsiteX29" fmla="*/ 138662 w 362309"/>
                <a:gd name="connsiteY29" fmla="*/ 195988 h 361971"/>
                <a:gd name="connsiteX30" fmla="*/ 164221 w 362309"/>
                <a:gd name="connsiteY30" fmla="*/ 170452 h 361971"/>
                <a:gd name="connsiteX31" fmla="*/ 93932 w 362309"/>
                <a:gd name="connsiteY31" fmla="*/ 132148 h 361971"/>
                <a:gd name="connsiteX32" fmla="*/ 91376 w 362309"/>
                <a:gd name="connsiteY32" fmla="*/ 123211 h 361971"/>
                <a:gd name="connsiteX33" fmla="*/ 92654 w 362309"/>
                <a:gd name="connsiteY33" fmla="*/ 121934 h 361971"/>
                <a:gd name="connsiteX34" fmla="*/ 107351 w 362309"/>
                <a:gd name="connsiteY34" fmla="*/ 106612 h 361971"/>
                <a:gd name="connsiteX35" fmla="*/ 113741 w 362309"/>
                <a:gd name="connsiteY35" fmla="*/ 105336 h 361971"/>
                <a:gd name="connsiteX36" fmla="*/ 200005 w 362309"/>
                <a:gd name="connsiteY36" fmla="*/ 134064 h 361971"/>
                <a:gd name="connsiteX37" fmla="*/ 237067 w 362309"/>
                <a:gd name="connsiteY37" fmla="*/ 97037 h 361971"/>
                <a:gd name="connsiteX38" fmla="*/ 237706 w 362309"/>
                <a:gd name="connsiteY38" fmla="*/ 96398 h 361971"/>
                <a:gd name="connsiteX39" fmla="*/ 276045 w 362309"/>
                <a:gd name="connsiteY39" fmla="*/ 86822 h 361971"/>
                <a:gd name="connsiteX40" fmla="*/ 266460 w 362309"/>
                <a:gd name="connsiteY40" fmla="*/ 124488 h 361971"/>
                <a:gd name="connsiteX41" fmla="*/ 266460 w 362309"/>
                <a:gd name="connsiteY41" fmla="*/ 12448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310" y="81077"/>
                    <a:pt x="281157" y="0"/>
                    <a:pt x="181474" y="0"/>
                  </a:cubicBezTo>
                  <a:cubicBezTo>
                    <a:pt x="181474" y="0"/>
                    <a:pt x="181474" y="0"/>
                    <a:pt x="181474" y="0"/>
                  </a:cubicBezTo>
                  <a:close/>
                  <a:moveTo>
                    <a:pt x="266460" y="124488"/>
                  </a:moveTo>
                  <a:lnTo>
                    <a:pt x="265821" y="125126"/>
                  </a:lnTo>
                  <a:lnTo>
                    <a:pt x="228760" y="162153"/>
                  </a:lnTo>
                  <a:lnTo>
                    <a:pt x="257514" y="248337"/>
                  </a:lnTo>
                  <a:cubicBezTo>
                    <a:pt x="258154" y="250891"/>
                    <a:pt x="257514" y="252806"/>
                    <a:pt x="256236" y="254721"/>
                  </a:cubicBezTo>
                  <a:lnTo>
                    <a:pt x="241540" y="270042"/>
                  </a:lnTo>
                  <a:cubicBezTo>
                    <a:pt x="238984" y="272596"/>
                    <a:pt x="235150" y="272596"/>
                    <a:pt x="232594" y="270042"/>
                  </a:cubicBezTo>
                  <a:cubicBezTo>
                    <a:pt x="231955" y="269404"/>
                    <a:pt x="231955" y="269404"/>
                    <a:pt x="231316" y="268766"/>
                  </a:cubicBezTo>
                  <a:lnTo>
                    <a:pt x="192976" y="198542"/>
                  </a:lnTo>
                  <a:lnTo>
                    <a:pt x="167416" y="224078"/>
                  </a:lnTo>
                  <a:lnTo>
                    <a:pt x="180196" y="255998"/>
                  </a:lnTo>
                  <a:cubicBezTo>
                    <a:pt x="180835" y="258551"/>
                    <a:pt x="180835" y="261105"/>
                    <a:pt x="178918" y="263020"/>
                  </a:cubicBezTo>
                  <a:lnTo>
                    <a:pt x="164221" y="277703"/>
                  </a:lnTo>
                  <a:cubicBezTo>
                    <a:pt x="162943" y="278980"/>
                    <a:pt x="161665" y="279618"/>
                    <a:pt x="159748" y="279618"/>
                  </a:cubicBezTo>
                  <a:lnTo>
                    <a:pt x="159110" y="279618"/>
                  </a:lnTo>
                  <a:cubicBezTo>
                    <a:pt x="157192" y="279618"/>
                    <a:pt x="155275" y="278342"/>
                    <a:pt x="154637" y="277065"/>
                  </a:cubicBezTo>
                  <a:lnTo>
                    <a:pt x="127799" y="235569"/>
                  </a:lnTo>
                  <a:lnTo>
                    <a:pt x="86264" y="208756"/>
                  </a:lnTo>
                  <a:cubicBezTo>
                    <a:pt x="84347" y="207479"/>
                    <a:pt x="83708" y="206203"/>
                    <a:pt x="83069" y="204287"/>
                  </a:cubicBezTo>
                  <a:cubicBezTo>
                    <a:pt x="83069" y="202372"/>
                    <a:pt x="83708" y="200457"/>
                    <a:pt x="84986" y="199180"/>
                  </a:cubicBezTo>
                  <a:lnTo>
                    <a:pt x="99683" y="184497"/>
                  </a:lnTo>
                  <a:cubicBezTo>
                    <a:pt x="101600" y="182582"/>
                    <a:pt x="104156" y="181944"/>
                    <a:pt x="106712" y="183220"/>
                  </a:cubicBezTo>
                  <a:lnTo>
                    <a:pt x="138662" y="195988"/>
                  </a:lnTo>
                  <a:lnTo>
                    <a:pt x="164221" y="170452"/>
                  </a:lnTo>
                  <a:lnTo>
                    <a:pt x="93932" y="132148"/>
                  </a:lnTo>
                  <a:cubicBezTo>
                    <a:pt x="90737" y="130233"/>
                    <a:pt x="89459" y="126403"/>
                    <a:pt x="91376" y="123211"/>
                  </a:cubicBezTo>
                  <a:cubicBezTo>
                    <a:pt x="91376" y="122572"/>
                    <a:pt x="92015" y="121934"/>
                    <a:pt x="92654" y="121934"/>
                  </a:cubicBezTo>
                  <a:lnTo>
                    <a:pt x="107351" y="106612"/>
                  </a:lnTo>
                  <a:cubicBezTo>
                    <a:pt x="109268" y="104697"/>
                    <a:pt x="111185" y="104059"/>
                    <a:pt x="113741" y="105336"/>
                  </a:cubicBezTo>
                  <a:lnTo>
                    <a:pt x="200005" y="134064"/>
                  </a:lnTo>
                  <a:lnTo>
                    <a:pt x="237067" y="97037"/>
                  </a:lnTo>
                  <a:lnTo>
                    <a:pt x="237706" y="96398"/>
                  </a:lnTo>
                  <a:cubicBezTo>
                    <a:pt x="246013" y="90014"/>
                    <a:pt x="265821" y="76608"/>
                    <a:pt x="276045" y="86822"/>
                  </a:cubicBezTo>
                  <a:cubicBezTo>
                    <a:pt x="286269" y="97037"/>
                    <a:pt x="272850" y="116188"/>
                    <a:pt x="266460" y="124488"/>
                  </a:cubicBezTo>
                  <a:lnTo>
                    <a:pt x="266460" y="124488"/>
                  </a:lnTo>
                  <a:close/>
                </a:path>
              </a:pathLst>
            </a:custGeom>
            <a:solidFill>
              <a:srgbClr val="43B02A"/>
            </a:solidFill>
            <a:ln w="6390" cap="flat">
              <a:noFill/>
              <a:prstDash val="solid"/>
              <a:miter/>
            </a:ln>
          </p:spPr>
          <p:txBody>
            <a:bodyPr rtlCol="0" anchor="ctr"/>
            <a:lstStyle/>
            <a:p>
              <a:endParaRPr lang="en-US"/>
            </a:p>
          </p:txBody>
        </p:sp>
        <p:sp>
          <p:nvSpPr>
            <p:cNvPr id="530" name="Graphic 4">
              <a:extLst>
                <a:ext uri="{FF2B5EF4-FFF2-40B4-BE49-F238E27FC236}">
                  <a16:creationId xmlns:a16="http://schemas.microsoft.com/office/drawing/2014/main" id="{62BB767E-DE7E-8346-9874-6B022EAD2BC9}"/>
                </a:ext>
              </a:extLst>
            </p:cNvPr>
            <p:cNvSpPr/>
            <p:nvPr/>
          </p:nvSpPr>
          <p:spPr>
            <a:xfrm>
              <a:off x="5198213" y="1012023"/>
              <a:ext cx="166335" cy="167898"/>
            </a:xfrm>
            <a:custGeom>
              <a:avLst/>
              <a:gdLst>
                <a:gd name="connsiteX0" fmla="*/ 146330 w 166335"/>
                <a:gd name="connsiteY0" fmla="*/ 11491 h 167898"/>
                <a:gd name="connsiteX1" fmla="*/ 106712 w 166335"/>
                <a:gd name="connsiteY1" fmla="*/ 51072 h 167898"/>
                <a:gd name="connsiteX2" fmla="*/ 100322 w 166335"/>
                <a:gd name="connsiteY2" fmla="*/ 52349 h 167898"/>
                <a:gd name="connsiteX3" fmla="*/ 14058 w 166335"/>
                <a:gd name="connsiteY3" fmla="*/ 23621 h 167898"/>
                <a:gd name="connsiteX4" fmla="*/ 7668 w 166335"/>
                <a:gd name="connsiteY4" fmla="*/ 30005 h 167898"/>
                <a:gd name="connsiteX5" fmla="*/ 77957 w 166335"/>
                <a:gd name="connsiteY5" fmla="*/ 68309 h 167898"/>
                <a:gd name="connsiteX6" fmla="*/ 81152 w 166335"/>
                <a:gd name="connsiteY6" fmla="*/ 72777 h 167898"/>
                <a:gd name="connsiteX7" fmla="*/ 79235 w 166335"/>
                <a:gd name="connsiteY7" fmla="*/ 78523 h 167898"/>
                <a:gd name="connsiteX8" fmla="*/ 44730 w 166335"/>
                <a:gd name="connsiteY8" fmla="*/ 112997 h 167898"/>
                <a:gd name="connsiteX9" fmla="*/ 37701 w 166335"/>
                <a:gd name="connsiteY9" fmla="*/ 114273 h 167898"/>
                <a:gd name="connsiteX10" fmla="*/ 5751 w 166335"/>
                <a:gd name="connsiteY10" fmla="*/ 101505 h 167898"/>
                <a:gd name="connsiteX11" fmla="*/ 0 w 166335"/>
                <a:gd name="connsiteY11" fmla="*/ 107251 h 167898"/>
                <a:gd name="connsiteX12" fmla="*/ 35783 w 166335"/>
                <a:gd name="connsiteY12" fmla="*/ 130233 h 167898"/>
                <a:gd name="connsiteX13" fmla="*/ 37701 w 166335"/>
                <a:gd name="connsiteY13" fmla="*/ 132149 h 167898"/>
                <a:gd name="connsiteX14" fmla="*/ 60704 w 166335"/>
                <a:gd name="connsiteY14" fmla="*/ 167899 h 167898"/>
                <a:gd name="connsiteX15" fmla="*/ 66456 w 166335"/>
                <a:gd name="connsiteY15" fmla="*/ 162153 h 167898"/>
                <a:gd name="connsiteX16" fmla="*/ 53676 w 166335"/>
                <a:gd name="connsiteY16" fmla="*/ 130233 h 167898"/>
                <a:gd name="connsiteX17" fmla="*/ 54953 w 166335"/>
                <a:gd name="connsiteY17" fmla="*/ 123211 h 167898"/>
                <a:gd name="connsiteX18" fmla="*/ 89459 w 166335"/>
                <a:gd name="connsiteY18" fmla="*/ 88737 h 167898"/>
                <a:gd name="connsiteX19" fmla="*/ 94571 w 166335"/>
                <a:gd name="connsiteY19" fmla="*/ 86822 h 167898"/>
                <a:gd name="connsiteX20" fmla="*/ 99044 w 166335"/>
                <a:gd name="connsiteY20" fmla="*/ 90014 h 167898"/>
                <a:gd name="connsiteX21" fmla="*/ 137384 w 166335"/>
                <a:gd name="connsiteY21" fmla="*/ 160238 h 167898"/>
                <a:gd name="connsiteX22" fmla="*/ 143774 w 166335"/>
                <a:gd name="connsiteY22" fmla="*/ 153854 h 167898"/>
                <a:gd name="connsiteX23" fmla="*/ 115019 w 166335"/>
                <a:gd name="connsiteY23" fmla="*/ 67670 h 167898"/>
                <a:gd name="connsiteX24" fmla="*/ 116297 w 166335"/>
                <a:gd name="connsiteY24" fmla="*/ 61286 h 167898"/>
                <a:gd name="connsiteX25" fmla="*/ 155915 w 166335"/>
                <a:gd name="connsiteY25" fmla="*/ 21706 h 167898"/>
                <a:gd name="connsiteX26" fmla="*/ 166138 w 166335"/>
                <a:gd name="connsiteY26" fmla="*/ 0 h 167898"/>
                <a:gd name="connsiteX27" fmla="*/ 146330 w 166335"/>
                <a:gd name="connsiteY27" fmla="*/ 11491 h 16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6335" h="167898">
                  <a:moveTo>
                    <a:pt x="146330" y="11491"/>
                  </a:moveTo>
                  <a:lnTo>
                    <a:pt x="106712" y="51072"/>
                  </a:lnTo>
                  <a:cubicBezTo>
                    <a:pt x="104795" y="52987"/>
                    <a:pt x="102878" y="53626"/>
                    <a:pt x="100322" y="52349"/>
                  </a:cubicBezTo>
                  <a:lnTo>
                    <a:pt x="14058" y="23621"/>
                  </a:lnTo>
                  <a:lnTo>
                    <a:pt x="7668" y="30005"/>
                  </a:lnTo>
                  <a:lnTo>
                    <a:pt x="77957" y="68309"/>
                  </a:lnTo>
                  <a:cubicBezTo>
                    <a:pt x="79874" y="69585"/>
                    <a:pt x="81152" y="70862"/>
                    <a:pt x="81152" y="72777"/>
                  </a:cubicBezTo>
                  <a:cubicBezTo>
                    <a:pt x="81152" y="74693"/>
                    <a:pt x="80513" y="76608"/>
                    <a:pt x="79235" y="78523"/>
                  </a:cubicBezTo>
                  <a:lnTo>
                    <a:pt x="44730" y="112997"/>
                  </a:lnTo>
                  <a:cubicBezTo>
                    <a:pt x="42813" y="114912"/>
                    <a:pt x="40257" y="115550"/>
                    <a:pt x="37701" y="114273"/>
                  </a:cubicBezTo>
                  <a:lnTo>
                    <a:pt x="5751" y="101505"/>
                  </a:lnTo>
                  <a:lnTo>
                    <a:pt x="0" y="107251"/>
                  </a:lnTo>
                  <a:lnTo>
                    <a:pt x="35783" y="130233"/>
                  </a:lnTo>
                  <a:cubicBezTo>
                    <a:pt x="36423" y="130872"/>
                    <a:pt x="37062" y="131510"/>
                    <a:pt x="37701" y="132149"/>
                  </a:cubicBezTo>
                  <a:lnTo>
                    <a:pt x="60704" y="167899"/>
                  </a:lnTo>
                  <a:lnTo>
                    <a:pt x="66456" y="162153"/>
                  </a:lnTo>
                  <a:lnTo>
                    <a:pt x="53676" y="130233"/>
                  </a:lnTo>
                  <a:cubicBezTo>
                    <a:pt x="53036" y="127680"/>
                    <a:pt x="53036" y="125126"/>
                    <a:pt x="54953" y="123211"/>
                  </a:cubicBezTo>
                  <a:lnTo>
                    <a:pt x="89459" y="88737"/>
                  </a:lnTo>
                  <a:cubicBezTo>
                    <a:pt x="90737" y="87461"/>
                    <a:pt x="92654" y="86822"/>
                    <a:pt x="94571" y="86822"/>
                  </a:cubicBezTo>
                  <a:cubicBezTo>
                    <a:pt x="96488" y="86822"/>
                    <a:pt x="98405" y="88099"/>
                    <a:pt x="99044" y="90014"/>
                  </a:cubicBezTo>
                  <a:lnTo>
                    <a:pt x="137384" y="160238"/>
                  </a:lnTo>
                  <a:lnTo>
                    <a:pt x="143774" y="153854"/>
                  </a:lnTo>
                  <a:lnTo>
                    <a:pt x="115019" y="67670"/>
                  </a:lnTo>
                  <a:cubicBezTo>
                    <a:pt x="114380" y="65117"/>
                    <a:pt x="115019" y="63201"/>
                    <a:pt x="116297" y="61286"/>
                  </a:cubicBezTo>
                  <a:lnTo>
                    <a:pt x="155915" y="21706"/>
                  </a:lnTo>
                  <a:cubicBezTo>
                    <a:pt x="162305" y="13406"/>
                    <a:pt x="167416" y="3192"/>
                    <a:pt x="166138" y="0"/>
                  </a:cubicBezTo>
                  <a:cubicBezTo>
                    <a:pt x="159748" y="3192"/>
                    <a:pt x="152720" y="6384"/>
                    <a:pt x="146330" y="11491"/>
                  </a:cubicBezTo>
                  <a:close/>
                </a:path>
              </a:pathLst>
            </a:custGeom>
            <a:solidFill>
              <a:srgbClr val="43B02A"/>
            </a:solidFill>
            <a:ln w="6390" cap="flat">
              <a:noFill/>
              <a:prstDash val="solid"/>
              <a:miter/>
            </a:ln>
          </p:spPr>
          <p:txBody>
            <a:bodyPr rtlCol="0" anchor="ctr"/>
            <a:lstStyle/>
            <a:p>
              <a:endParaRPr lang="en-US"/>
            </a:p>
          </p:txBody>
        </p:sp>
      </p:grpSp>
      <p:grpSp>
        <p:nvGrpSpPr>
          <p:cNvPr id="531" name="Graphic 4">
            <a:extLst>
              <a:ext uri="{FF2B5EF4-FFF2-40B4-BE49-F238E27FC236}">
                <a16:creationId xmlns:a16="http://schemas.microsoft.com/office/drawing/2014/main" id="{3973BD3C-EE55-064A-AC35-9CBACDCE6B22}"/>
              </a:ext>
            </a:extLst>
          </p:cNvPr>
          <p:cNvGrpSpPr/>
          <p:nvPr/>
        </p:nvGrpSpPr>
        <p:grpSpPr>
          <a:xfrm>
            <a:off x="1952125" y="2371173"/>
            <a:ext cx="362313" cy="361971"/>
            <a:chOff x="1952125" y="2371173"/>
            <a:chExt cx="362313" cy="361971"/>
          </a:xfrm>
          <a:solidFill>
            <a:srgbClr val="26890D"/>
          </a:solidFill>
        </p:grpSpPr>
        <p:sp>
          <p:nvSpPr>
            <p:cNvPr id="532" name="Graphic 4">
              <a:extLst>
                <a:ext uri="{FF2B5EF4-FFF2-40B4-BE49-F238E27FC236}">
                  <a16:creationId xmlns:a16="http://schemas.microsoft.com/office/drawing/2014/main" id="{D3BF189C-BD40-6D43-A40F-D88AF7BA216B}"/>
                </a:ext>
              </a:extLst>
            </p:cNvPr>
            <p:cNvSpPr/>
            <p:nvPr/>
          </p:nvSpPr>
          <p:spPr>
            <a:xfrm>
              <a:off x="2075451" y="2533965"/>
              <a:ext cx="19808" cy="35750"/>
            </a:xfrm>
            <a:custGeom>
              <a:avLst/>
              <a:gdLst>
                <a:gd name="connsiteX0" fmla="*/ 0 w 19808"/>
                <a:gd name="connsiteY0" fmla="*/ 0 h 35750"/>
                <a:gd name="connsiteX1" fmla="*/ 19809 w 19808"/>
                <a:gd name="connsiteY1" fmla="*/ 0 h 35750"/>
                <a:gd name="connsiteX2" fmla="*/ 19809 w 19808"/>
                <a:gd name="connsiteY2" fmla="*/ 35750 h 35750"/>
                <a:gd name="connsiteX3" fmla="*/ 0 w 19808"/>
                <a:gd name="connsiteY3" fmla="*/ 35750 h 35750"/>
              </a:gdLst>
              <a:ahLst/>
              <a:cxnLst>
                <a:cxn ang="0">
                  <a:pos x="connsiteX0" y="connsiteY0"/>
                </a:cxn>
                <a:cxn ang="0">
                  <a:pos x="connsiteX1" y="connsiteY1"/>
                </a:cxn>
                <a:cxn ang="0">
                  <a:pos x="connsiteX2" y="connsiteY2"/>
                </a:cxn>
                <a:cxn ang="0">
                  <a:pos x="connsiteX3" y="connsiteY3"/>
                </a:cxn>
              </a:cxnLst>
              <a:rect l="l" t="t" r="r" b="b"/>
              <a:pathLst>
                <a:path w="19808" h="35750">
                  <a:moveTo>
                    <a:pt x="0" y="0"/>
                  </a:moveTo>
                  <a:lnTo>
                    <a:pt x="19809" y="0"/>
                  </a:lnTo>
                  <a:lnTo>
                    <a:pt x="19809" y="35750"/>
                  </a:lnTo>
                  <a:lnTo>
                    <a:pt x="0" y="35750"/>
                  </a:lnTo>
                  <a:close/>
                </a:path>
              </a:pathLst>
            </a:custGeom>
            <a:solidFill>
              <a:srgbClr val="26890D"/>
            </a:solidFill>
            <a:ln w="6390" cap="flat">
              <a:noFill/>
              <a:prstDash val="solid"/>
              <a:miter/>
            </a:ln>
          </p:spPr>
          <p:txBody>
            <a:bodyPr rtlCol="0" anchor="ctr"/>
            <a:lstStyle/>
            <a:p>
              <a:endParaRPr lang="en-US"/>
            </a:p>
          </p:txBody>
        </p:sp>
        <p:sp>
          <p:nvSpPr>
            <p:cNvPr id="533" name="Graphic 4">
              <a:extLst>
                <a:ext uri="{FF2B5EF4-FFF2-40B4-BE49-F238E27FC236}">
                  <a16:creationId xmlns:a16="http://schemas.microsoft.com/office/drawing/2014/main" id="{29593FDD-7BB0-134C-B9A6-E6D6783608EE}"/>
                </a:ext>
              </a:extLst>
            </p:cNvPr>
            <p:cNvSpPr/>
            <p:nvPr/>
          </p:nvSpPr>
          <p:spPr>
            <a:xfrm>
              <a:off x="2042862" y="2533965"/>
              <a:ext cx="19808" cy="35750"/>
            </a:xfrm>
            <a:custGeom>
              <a:avLst/>
              <a:gdLst>
                <a:gd name="connsiteX0" fmla="*/ 0 w 19808"/>
                <a:gd name="connsiteY0" fmla="*/ 0 h 35750"/>
                <a:gd name="connsiteX1" fmla="*/ 19809 w 19808"/>
                <a:gd name="connsiteY1" fmla="*/ 0 h 35750"/>
                <a:gd name="connsiteX2" fmla="*/ 19809 w 19808"/>
                <a:gd name="connsiteY2" fmla="*/ 35750 h 35750"/>
                <a:gd name="connsiteX3" fmla="*/ 0 w 19808"/>
                <a:gd name="connsiteY3" fmla="*/ 35750 h 35750"/>
              </a:gdLst>
              <a:ahLst/>
              <a:cxnLst>
                <a:cxn ang="0">
                  <a:pos x="connsiteX0" y="connsiteY0"/>
                </a:cxn>
                <a:cxn ang="0">
                  <a:pos x="connsiteX1" y="connsiteY1"/>
                </a:cxn>
                <a:cxn ang="0">
                  <a:pos x="connsiteX2" y="connsiteY2"/>
                </a:cxn>
                <a:cxn ang="0">
                  <a:pos x="connsiteX3" y="connsiteY3"/>
                </a:cxn>
              </a:cxnLst>
              <a:rect l="l" t="t" r="r" b="b"/>
              <a:pathLst>
                <a:path w="19808" h="35750">
                  <a:moveTo>
                    <a:pt x="0" y="0"/>
                  </a:moveTo>
                  <a:lnTo>
                    <a:pt x="19809" y="0"/>
                  </a:lnTo>
                  <a:lnTo>
                    <a:pt x="19809" y="35750"/>
                  </a:lnTo>
                  <a:lnTo>
                    <a:pt x="0" y="35750"/>
                  </a:lnTo>
                  <a:close/>
                </a:path>
              </a:pathLst>
            </a:custGeom>
            <a:solidFill>
              <a:srgbClr val="26890D"/>
            </a:solidFill>
            <a:ln w="6390" cap="flat">
              <a:noFill/>
              <a:prstDash val="solid"/>
              <a:miter/>
            </a:ln>
          </p:spPr>
          <p:txBody>
            <a:bodyPr rtlCol="0" anchor="ctr"/>
            <a:lstStyle/>
            <a:p>
              <a:endParaRPr lang="en-US"/>
            </a:p>
          </p:txBody>
        </p:sp>
        <p:sp>
          <p:nvSpPr>
            <p:cNvPr id="534" name="Graphic 4">
              <a:extLst>
                <a:ext uri="{FF2B5EF4-FFF2-40B4-BE49-F238E27FC236}">
                  <a16:creationId xmlns:a16="http://schemas.microsoft.com/office/drawing/2014/main" id="{671D7A23-3A45-CC4C-8D73-5E0153327697}"/>
                </a:ext>
              </a:extLst>
            </p:cNvPr>
            <p:cNvSpPr/>
            <p:nvPr/>
          </p:nvSpPr>
          <p:spPr>
            <a:xfrm>
              <a:off x="2172578" y="2533965"/>
              <a:ext cx="19808" cy="35750"/>
            </a:xfrm>
            <a:custGeom>
              <a:avLst/>
              <a:gdLst>
                <a:gd name="connsiteX0" fmla="*/ 0 w 19808"/>
                <a:gd name="connsiteY0" fmla="*/ 0 h 35750"/>
                <a:gd name="connsiteX1" fmla="*/ 19809 w 19808"/>
                <a:gd name="connsiteY1" fmla="*/ 0 h 35750"/>
                <a:gd name="connsiteX2" fmla="*/ 19809 w 19808"/>
                <a:gd name="connsiteY2" fmla="*/ 35750 h 35750"/>
                <a:gd name="connsiteX3" fmla="*/ 0 w 19808"/>
                <a:gd name="connsiteY3" fmla="*/ 35750 h 35750"/>
              </a:gdLst>
              <a:ahLst/>
              <a:cxnLst>
                <a:cxn ang="0">
                  <a:pos x="connsiteX0" y="connsiteY0"/>
                </a:cxn>
                <a:cxn ang="0">
                  <a:pos x="connsiteX1" y="connsiteY1"/>
                </a:cxn>
                <a:cxn ang="0">
                  <a:pos x="connsiteX2" y="connsiteY2"/>
                </a:cxn>
                <a:cxn ang="0">
                  <a:pos x="connsiteX3" y="connsiteY3"/>
                </a:cxn>
              </a:cxnLst>
              <a:rect l="l" t="t" r="r" b="b"/>
              <a:pathLst>
                <a:path w="19808" h="35750">
                  <a:moveTo>
                    <a:pt x="0" y="0"/>
                  </a:moveTo>
                  <a:lnTo>
                    <a:pt x="19809" y="0"/>
                  </a:lnTo>
                  <a:lnTo>
                    <a:pt x="19809" y="35750"/>
                  </a:lnTo>
                  <a:lnTo>
                    <a:pt x="0" y="35750"/>
                  </a:lnTo>
                  <a:close/>
                </a:path>
              </a:pathLst>
            </a:custGeom>
            <a:solidFill>
              <a:srgbClr val="26890D"/>
            </a:solidFill>
            <a:ln w="6390" cap="flat">
              <a:noFill/>
              <a:prstDash val="solid"/>
              <a:miter/>
            </a:ln>
          </p:spPr>
          <p:txBody>
            <a:bodyPr rtlCol="0" anchor="ctr"/>
            <a:lstStyle/>
            <a:p>
              <a:endParaRPr lang="en-US"/>
            </a:p>
          </p:txBody>
        </p:sp>
        <p:sp>
          <p:nvSpPr>
            <p:cNvPr id="535" name="Graphic 4">
              <a:extLst>
                <a:ext uri="{FF2B5EF4-FFF2-40B4-BE49-F238E27FC236}">
                  <a16:creationId xmlns:a16="http://schemas.microsoft.com/office/drawing/2014/main" id="{AE96F219-1404-AB42-92F6-CF0041C671F7}"/>
                </a:ext>
              </a:extLst>
            </p:cNvPr>
            <p:cNvSpPr/>
            <p:nvPr/>
          </p:nvSpPr>
          <p:spPr>
            <a:xfrm>
              <a:off x="2205167" y="2533965"/>
              <a:ext cx="19808" cy="35750"/>
            </a:xfrm>
            <a:custGeom>
              <a:avLst/>
              <a:gdLst>
                <a:gd name="connsiteX0" fmla="*/ 0 w 19808"/>
                <a:gd name="connsiteY0" fmla="*/ 0 h 35750"/>
                <a:gd name="connsiteX1" fmla="*/ 19809 w 19808"/>
                <a:gd name="connsiteY1" fmla="*/ 0 h 35750"/>
                <a:gd name="connsiteX2" fmla="*/ 19809 w 19808"/>
                <a:gd name="connsiteY2" fmla="*/ 35750 h 35750"/>
                <a:gd name="connsiteX3" fmla="*/ 0 w 19808"/>
                <a:gd name="connsiteY3" fmla="*/ 35750 h 35750"/>
              </a:gdLst>
              <a:ahLst/>
              <a:cxnLst>
                <a:cxn ang="0">
                  <a:pos x="connsiteX0" y="connsiteY0"/>
                </a:cxn>
                <a:cxn ang="0">
                  <a:pos x="connsiteX1" y="connsiteY1"/>
                </a:cxn>
                <a:cxn ang="0">
                  <a:pos x="connsiteX2" y="connsiteY2"/>
                </a:cxn>
                <a:cxn ang="0">
                  <a:pos x="connsiteX3" y="connsiteY3"/>
                </a:cxn>
              </a:cxnLst>
              <a:rect l="l" t="t" r="r" b="b"/>
              <a:pathLst>
                <a:path w="19808" h="35750">
                  <a:moveTo>
                    <a:pt x="0" y="0"/>
                  </a:moveTo>
                  <a:lnTo>
                    <a:pt x="19809" y="0"/>
                  </a:lnTo>
                  <a:lnTo>
                    <a:pt x="19809" y="35750"/>
                  </a:lnTo>
                  <a:lnTo>
                    <a:pt x="0" y="35750"/>
                  </a:lnTo>
                  <a:close/>
                </a:path>
              </a:pathLst>
            </a:custGeom>
            <a:solidFill>
              <a:srgbClr val="26890D"/>
            </a:solidFill>
            <a:ln w="6390" cap="flat">
              <a:noFill/>
              <a:prstDash val="solid"/>
              <a:miter/>
            </a:ln>
          </p:spPr>
          <p:txBody>
            <a:bodyPr rtlCol="0" anchor="ctr"/>
            <a:lstStyle/>
            <a:p>
              <a:endParaRPr lang="en-US"/>
            </a:p>
          </p:txBody>
        </p:sp>
        <p:sp>
          <p:nvSpPr>
            <p:cNvPr id="536" name="Graphic 4">
              <a:extLst>
                <a:ext uri="{FF2B5EF4-FFF2-40B4-BE49-F238E27FC236}">
                  <a16:creationId xmlns:a16="http://schemas.microsoft.com/office/drawing/2014/main" id="{8C0F5753-3D21-A546-BD99-795C418AB11F}"/>
                </a:ext>
              </a:extLst>
            </p:cNvPr>
            <p:cNvSpPr/>
            <p:nvPr/>
          </p:nvSpPr>
          <p:spPr>
            <a:xfrm>
              <a:off x="1952125" y="237117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55914 w 362313"/>
                <a:gd name="connsiteY6" fmla="*/ 237484 h 361971"/>
                <a:gd name="connsiteX7" fmla="*/ 153998 w 362313"/>
                <a:gd name="connsiteY7" fmla="*/ 241953 h 361971"/>
                <a:gd name="connsiteX8" fmla="*/ 129716 w 362313"/>
                <a:gd name="connsiteY8" fmla="*/ 266212 h 361971"/>
                <a:gd name="connsiteX9" fmla="*/ 125243 w 362313"/>
                <a:gd name="connsiteY9" fmla="*/ 268127 h 361971"/>
                <a:gd name="connsiteX10" fmla="*/ 118853 w 362313"/>
                <a:gd name="connsiteY10" fmla="*/ 261743 h 361971"/>
                <a:gd name="connsiteX11" fmla="*/ 120770 w 362313"/>
                <a:gd name="connsiteY11" fmla="*/ 257275 h 361971"/>
                <a:gd name="connsiteX12" fmla="*/ 143135 w 362313"/>
                <a:gd name="connsiteY12" fmla="*/ 234931 h 361971"/>
                <a:gd name="connsiteX13" fmla="*/ 143135 w 362313"/>
                <a:gd name="connsiteY13" fmla="*/ 211948 h 361971"/>
                <a:gd name="connsiteX14" fmla="*/ 123326 w 362313"/>
                <a:gd name="connsiteY14" fmla="*/ 211948 h 361971"/>
                <a:gd name="connsiteX15" fmla="*/ 123326 w 362313"/>
                <a:gd name="connsiteY15" fmla="*/ 213863 h 361971"/>
                <a:gd name="connsiteX16" fmla="*/ 116936 w 362313"/>
                <a:gd name="connsiteY16" fmla="*/ 220247 h 361971"/>
                <a:gd name="connsiteX17" fmla="*/ 110546 w 362313"/>
                <a:gd name="connsiteY17" fmla="*/ 213863 h 361971"/>
                <a:gd name="connsiteX18" fmla="*/ 110546 w 362313"/>
                <a:gd name="connsiteY18" fmla="*/ 211948 h 361971"/>
                <a:gd name="connsiteX19" fmla="*/ 90737 w 362313"/>
                <a:gd name="connsiteY19" fmla="*/ 211948 h 361971"/>
                <a:gd name="connsiteX20" fmla="*/ 90737 w 362313"/>
                <a:gd name="connsiteY20" fmla="*/ 213863 h 361971"/>
                <a:gd name="connsiteX21" fmla="*/ 84347 w 362313"/>
                <a:gd name="connsiteY21" fmla="*/ 220247 h 361971"/>
                <a:gd name="connsiteX22" fmla="*/ 77957 w 362313"/>
                <a:gd name="connsiteY22" fmla="*/ 213863 h 361971"/>
                <a:gd name="connsiteX23" fmla="*/ 77957 w 362313"/>
                <a:gd name="connsiteY23" fmla="*/ 211948 h 361971"/>
                <a:gd name="connsiteX24" fmla="*/ 68372 w 362313"/>
                <a:gd name="connsiteY24" fmla="*/ 211948 h 361971"/>
                <a:gd name="connsiteX25" fmla="*/ 61982 w 362313"/>
                <a:gd name="connsiteY25" fmla="*/ 205564 h 361971"/>
                <a:gd name="connsiteX26" fmla="*/ 68372 w 362313"/>
                <a:gd name="connsiteY26" fmla="*/ 199180 h 361971"/>
                <a:gd name="connsiteX27" fmla="*/ 77957 w 362313"/>
                <a:gd name="connsiteY27" fmla="*/ 199180 h 361971"/>
                <a:gd name="connsiteX28" fmla="*/ 77957 w 362313"/>
                <a:gd name="connsiteY28" fmla="*/ 163430 h 361971"/>
                <a:gd name="connsiteX29" fmla="*/ 68372 w 362313"/>
                <a:gd name="connsiteY29" fmla="*/ 163430 h 361971"/>
                <a:gd name="connsiteX30" fmla="*/ 61982 w 362313"/>
                <a:gd name="connsiteY30" fmla="*/ 157046 h 361971"/>
                <a:gd name="connsiteX31" fmla="*/ 68372 w 362313"/>
                <a:gd name="connsiteY31" fmla="*/ 150662 h 361971"/>
                <a:gd name="connsiteX32" fmla="*/ 77957 w 362313"/>
                <a:gd name="connsiteY32" fmla="*/ 150662 h 361971"/>
                <a:gd name="connsiteX33" fmla="*/ 77957 w 362313"/>
                <a:gd name="connsiteY33" fmla="*/ 148747 h 361971"/>
                <a:gd name="connsiteX34" fmla="*/ 84347 w 362313"/>
                <a:gd name="connsiteY34" fmla="*/ 142363 h 361971"/>
                <a:gd name="connsiteX35" fmla="*/ 90737 w 362313"/>
                <a:gd name="connsiteY35" fmla="*/ 148747 h 361971"/>
                <a:gd name="connsiteX36" fmla="*/ 90737 w 362313"/>
                <a:gd name="connsiteY36" fmla="*/ 150662 h 361971"/>
                <a:gd name="connsiteX37" fmla="*/ 110546 w 362313"/>
                <a:gd name="connsiteY37" fmla="*/ 150662 h 361971"/>
                <a:gd name="connsiteX38" fmla="*/ 110546 w 362313"/>
                <a:gd name="connsiteY38" fmla="*/ 148747 h 361971"/>
                <a:gd name="connsiteX39" fmla="*/ 116936 w 362313"/>
                <a:gd name="connsiteY39" fmla="*/ 142363 h 361971"/>
                <a:gd name="connsiteX40" fmla="*/ 123326 w 362313"/>
                <a:gd name="connsiteY40" fmla="*/ 148747 h 361971"/>
                <a:gd name="connsiteX41" fmla="*/ 123326 w 362313"/>
                <a:gd name="connsiteY41" fmla="*/ 150662 h 361971"/>
                <a:gd name="connsiteX42" fmla="*/ 143135 w 362313"/>
                <a:gd name="connsiteY42" fmla="*/ 150662 h 361971"/>
                <a:gd name="connsiteX43" fmla="*/ 143135 w 362313"/>
                <a:gd name="connsiteY43" fmla="*/ 127680 h 361971"/>
                <a:gd name="connsiteX44" fmla="*/ 120770 w 362313"/>
                <a:gd name="connsiteY44" fmla="*/ 105336 h 361971"/>
                <a:gd name="connsiteX45" fmla="*/ 121409 w 362313"/>
                <a:gd name="connsiteY45" fmla="*/ 96398 h 361971"/>
                <a:gd name="connsiteX46" fmla="*/ 129716 w 362313"/>
                <a:gd name="connsiteY46" fmla="*/ 96398 h 361971"/>
                <a:gd name="connsiteX47" fmla="*/ 153998 w 362313"/>
                <a:gd name="connsiteY47" fmla="*/ 120657 h 361971"/>
                <a:gd name="connsiteX48" fmla="*/ 155914 w 362313"/>
                <a:gd name="connsiteY48" fmla="*/ 125126 h 361971"/>
                <a:gd name="connsiteX49" fmla="*/ 155914 w 362313"/>
                <a:gd name="connsiteY49" fmla="*/ 237484 h 361971"/>
                <a:gd name="connsiteX50" fmla="*/ 295215 w 362313"/>
                <a:gd name="connsiteY50" fmla="*/ 198542 h 361971"/>
                <a:gd name="connsiteX51" fmla="*/ 301605 w 362313"/>
                <a:gd name="connsiteY51" fmla="*/ 204926 h 361971"/>
                <a:gd name="connsiteX52" fmla="*/ 295215 w 362313"/>
                <a:gd name="connsiteY52" fmla="*/ 211310 h 361971"/>
                <a:gd name="connsiteX53" fmla="*/ 285630 w 362313"/>
                <a:gd name="connsiteY53" fmla="*/ 211310 h 361971"/>
                <a:gd name="connsiteX54" fmla="*/ 285630 w 362313"/>
                <a:gd name="connsiteY54" fmla="*/ 213225 h 361971"/>
                <a:gd name="connsiteX55" fmla="*/ 279240 w 362313"/>
                <a:gd name="connsiteY55" fmla="*/ 219609 h 361971"/>
                <a:gd name="connsiteX56" fmla="*/ 272850 w 362313"/>
                <a:gd name="connsiteY56" fmla="*/ 213225 h 361971"/>
                <a:gd name="connsiteX57" fmla="*/ 272850 w 362313"/>
                <a:gd name="connsiteY57" fmla="*/ 211310 h 361971"/>
                <a:gd name="connsiteX58" fmla="*/ 253042 w 362313"/>
                <a:gd name="connsiteY58" fmla="*/ 211310 h 361971"/>
                <a:gd name="connsiteX59" fmla="*/ 253042 w 362313"/>
                <a:gd name="connsiteY59" fmla="*/ 213225 h 361971"/>
                <a:gd name="connsiteX60" fmla="*/ 246652 w 362313"/>
                <a:gd name="connsiteY60" fmla="*/ 219609 h 361971"/>
                <a:gd name="connsiteX61" fmla="*/ 240262 w 362313"/>
                <a:gd name="connsiteY61" fmla="*/ 213225 h 361971"/>
                <a:gd name="connsiteX62" fmla="*/ 240262 w 362313"/>
                <a:gd name="connsiteY62" fmla="*/ 211310 h 361971"/>
                <a:gd name="connsiteX63" fmla="*/ 220453 w 362313"/>
                <a:gd name="connsiteY63" fmla="*/ 211310 h 361971"/>
                <a:gd name="connsiteX64" fmla="*/ 220453 w 362313"/>
                <a:gd name="connsiteY64" fmla="*/ 234292 h 361971"/>
                <a:gd name="connsiteX65" fmla="*/ 242818 w 362313"/>
                <a:gd name="connsiteY65" fmla="*/ 256636 h 361971"/>
                <a:gd name="connsiteX66" fmla="*/ 242818 w 362313"/>
                <a:gd name="connsiteY66" fmla="*/ 265574 h 361971"/>
                <a:gd name="connsiteX67" fmla="*/ 233872 w 362313"/>
                <a:gd name="connsiteY67" fmla="*/ 265574 h 361971"/>
                <a:gd name="connsiteX68" fmla="*/ 209590 w 362313"/>
                <a:gd name="connsiteY68" fmla="*/ 241315 h 361971"/>
                <a:gd name="connsiteX69" fmla="*/ 207673 w 362313"/>
                <a:gd name="connsiteY69" fmla="*/ 236846 h 361971"/>
                <a:gd name="connsiteX70" fmla="*/ 207673 w 362313"/>
                <a:gd name="connsiteY70" fmla="*/ 123849 h 361971"/>
                <a:gd name="connsiteX71" fmla="*/ 209590 w 362313"/>
                <a:gd name="connsiteY71" fmla="*/ 119381 h 361971"/>
                <a:gd name="connsiteX72" fmla="*/ 233872 w 362313"/>
                <a:gd name="connsiteY72" fmla="*/ 95121 h 361971"/>
                <a:gd name="connsiteX73" fmla="*/ 242818 w 362313"/>
                <a:gd name="connsiteY73" fmla="*/ 95760 h 361971"/>
                <a:gd name="connsiteX74" fmla="*/ 242818 w 362313"/>
                <a:gd name="connsiteY74" fmla="*/ 104059 h 361971"/>
                <a:gd name="connsiteX75" fmla="*/ 220453 w 362313"/>
                <a:gd name="connsiteY75" fmla="*/ 126403 h 361971"/>
                <a:gd name="connsiteX76" fmla="*/ 220453 w 362313"/>
                <a:gd name="connsiteY76" fmla="*/ 149385 h 361971"/>
                <a:gd name="connsiteX77" fmla="*/ 240262 w 362313"/>
                <a:gd name="connsiteY77" fmla="*/ 149385 h 361971"/>
                <a:gd name="connsiteX78" fmla="*/ 240262 w 362313"/>
                <a:gd name="connsiteY78" fmla="*/ 147470 h 361971"/>
                <a:gd name="connsiteX79" fmla="*/ 246652 w 362313"/>
                <a:gd name="connsiteY79" fmla="*/ 141086 h 361971"/>
                <a:gd name="connsiteX80" fmla="*/ 253042 w 362313"/>
                <a:gd name="connsiteY80" fmla="*/ 147470 h 361971"/>
                <a:gd name="connsiteX81" fmla="*/ 253042 w 362313"/>
                <a:gd name="connsiteY81" fmla="*/ 149385 h 361971"/>
                <a:gd name="connsiteX82" fmla="*/ 272850 w 362313"/>
                <a:gd name="connsiteY82" fmla="*/ 149385 h 361971"/>
                <a:gd name="connsiteX83" fmla="*/ 272850 w 362313"/>
                <a:gd name="connsiteY83" fmla="*/ 147470 h 361971"/>
                <a:gd name="connsiteX84" fmla="*/ 279240 w 362313"/>
                <a:gd name="connsiteY84" fmla="*/ 141086 h 361971"/>
                <a:gd name="connsiteX85" fmla="*/ 285630 w 362313"/>
                <a:gd name="connsiteY85" fmla="*/ 147470 h 361971"/>
                <a:gd name="connsiteX86" fmla="*/ 285630 w 362313"/>
                <a:gd name="connsiteY86" fmla="*/ 149385 h 361971"/>
                <a:gd name="connsiteX87" fmla="*/ 295215 w 362313"/>
                <a:gd name="connsiteY87" fmla="*/ 149385 h 361971"/>
                <a:gd name="connsiteX88" fmla="*/ 301605 w 362313"/>
                <a:gd name="connsiteY88" fmla="*/ 155769 h 361971"/>
                <a:gd name="connsiteX89" fmla="*/ 295215 w 362313"/>
                <a:gd name="connsiteY89" fmla="*/ 162153 h 361971"/>
                <a:gd name="connsiteX90" fmla="*/ 285630 w 362313"/>
                <a:gd name="connsiteY90" fmla="*/ 162153 h 361971"/>
                <a:gd name="connsiteX91" fmla="*/ 285630 w 362313"/>
                <a:gd name="connsiteY91" fmla="*/ 197903 h 361971"/>
                <a:gd name="connsiteX92" fmla="*/ 295215 w 362313"/>
                <a:gd name="connsiteY92" fmla="*/ 19854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155914" y="237484"/>
                  </a:moveTo>
                  <a:cubicBezTo>
                    <a:pt x="155914" y="239399"/>
                    <a:pt x="155275" y="240676"/>
                    <a:pt x="153998" y="241953"/>
                  </a:cubicBezTo>
                  <a:lnTo>
                    <a:pt x="129716" y="266212"/>
                  </a:lnTo>
                  <a:cubicBezTo>
                    <a:pt x="128438" y="267489"/>
                    <a:pt x="127160" y="268127"/>
                    <a:pt x="125243" y="268127"/>
                  </a:cubicBezTo>
                  <a:cubicBezTo>
                    <a:pt x="121409" y="268127"/>
                    <a:pt x="118853" y="265574"/>
                    <a:pt x="118853" y="261743"/>
                  </a:cubicBezTo>
                  <a:cubicBezTo>
                    <a:pt x="118853" y="259828"/>
                    <a:pt x="119492" y="258551"/>
                    <a:pt x="120770" y="257275"/>
                  </a:cubicBezTo>
                  <a:lnTo>
                    <a:pt x="143135" y="234931"/>
                  </a:lnTo>
                  <a:lnTo>
                    <a:pt x="143135" y="211948"/>
                  </a:lnTo>
                  <a:lnTo>
                    <a:pt x="123326" y="211948"/>
                  </a:lnTo>
                  <a:lnTo>
                    <a:pt x="123326" y="213863"/>
                  </a:lnTo>
                  <a:cubicBezTo>
                    <a:pt x="123326" y="217694"/>
                    <a:pt x="120770" y="220247"/>
                    <a:pt x="116936" y="220247"/>
                  </a:cubicBezTo>
                  <a:cubicBezTo>
                    <a:pt x="113102" y="220247"/>
                    <a:pt x="110546" y="217694"/>
                    <a:pt x="110546" y="213863"/>
                  </a:cubicBezTo>
                  <a:lnTo>
                    <a:pt x="110546" y="211948"/>
                  </a:lnTo>
                  <a:lnTo>
                    <a:pt x="90737" y="211948"/>
                  </a:lnTo>
                  <a:lnTo>
                    <a:pt x="90737" y="213863"/>
                  </a:lnTo>
                  <a:cubicBezTo>
                    <a:pt x="90737" y="217694"/>
                    <a:pt x="88181" y="220247"/>
                    <a:pt x="84347" y="220247"/>
                  </a:cubicBezTo>
                  <a:cubicBezTo>
                    <a:pt x="80513" y="220247"/>
                    <a:pt x="77957" y="217694"/>
                    <a:pt x="77957" y="213863"/>
                  </a:cubicBezTo>
                  <a:lnTo>
                    <a:pt x="77957" y="211948"/>
                  </a:lnTo>
                  <a:lnTo>
                    <a:pt x="68372" y="211948"/>
                  </a:lnTo>
                  <a:cubicBezTo>
                    <a:pt x="64538" y="211948"/>
                    <a:pt x="61982" y="209395"/>
                    <a:pt x="61982" y="205564"/>
                  </a:cubicBezTo>
                  <a:cubicBezTo>
                    <a:pt x="61982" y="201734"/>
                    <a:pt x="64538" y="199180"/>
                    <a:pt x="68372" y="199180"/>
                  </a:cubicBezTo>
                  <a:lnTo>
                    <a:pt x="77957" y="199180"/>
                  </a:lnTo>
                  <a:lnTo>
                    <a:pt x="77957" y="163430"/>
                  </a:lnTo>
                  <a:lnTo>
                    <a:pt x="68372" y="163430"/>
                  </a:lnTo>
                  <a:cubicBezTo>
                    <a:pt x="64538" y="163430"/>
                    <a:pt x="61982" y="160876"/>
                    <a:pt x="61982" y="157046"/>
                  </a:cubicBezTo>
                  <a:cubicBezTo>
                    <a:pt x="61982" y="153216"/>
                    <a:pt x="64538" y="150662"/>
                    <a:pt x="68372" y="150662"/>
                  </a:cubicBezTo>
                  <a:lnTo>
                    <a:pt x="77957" y="150662"/>
                  </a:lnTo>
                  <a:lnTo>
                    <a:pt x="77957" y="148747"/>
                  </a:lnTo>
                  <a:cubicBezTo>
                    <a:pt x="77957" y="144916"/>
                    <a:pt x="80513" y="142363"/>
                    <a:pt x="84347" y="142363"/>
                  </a:cubicBezTo>
                  <a:cubicBezTo>
                    <a:pt x="88181" y="142363"/>
                    <a:pt x="90737" y="144916"/>
                    <a:pt x="90737" y="148747"/>
                  </a:cubicBezTo>
                  <a:lnTo>
                    <a:pt x="90737" y="150662"/>
                  </a:lnTo>
                  <a:lnTo>
                    <a:pt x="110546" y="150662"/>
                  </a:lnTo>
                  <a:lnTo>
                    <a:pt x="110546" y="148747"/>
                  </a:lnTo>
                  <a:cubicBezTo>
                    <a:pt x="110546" y="144916"/>
                    <a:pt x="113102" y="142363"/>
                    <a:pt x="116936" y="142363"/>
                  </a:cubicBezTo>
                  <a:cubicBezTo>
                    <a:pt x="120770" y="142363"/>
                    <a:pt x="123326" y="144916"/>
                    <a:pt x="123326" y="148747"/>
                  </a:cubicBezTo>
                  <a:lnTo>
                    <a:pt x="123326" y="150662"/>
                  </a:lnTo>
                  <a:lnTo>
                    <a:pt x="143135" y="150662"/>
                  </a:lnTo>
                  <a:lnTo>
                    <a:pt x="143135" y="127680"/>
                  </a:lnTo>
                  <a:lnTo>
                    <a:pt x="120770" y="105336"/>
                  </a:lnTo>
                  <a:cubicBezTo>
                    <a:pt x="118214" y="102782"/>
                    <a:pt x="118853" y="98313"/>
                    <a:pt x="121409" y="96398"/>
                  </a:cubicBezTo>
                  <a:cubicBezTo>
                    <a:pt x="123965" y="94483"/>
                    <a:pt x="127160" y="94483"/>
                    <a:pt x="129716" y="96398"/>
                  </a:cubicBezTo>
                  <a:lnTo>
                    <a:pt x="153998" y="120657"/>
                  </a:lnTo>
                  <a:cubicBezTo>
                    <a:pt x="155275" y="121934"/>
                    <a:pt x="155914" y="123211"/>
                    <a:pt x="155914" y="125126"/>
                  </a:cubicBezTo>
                  <a:lnTo>
                    <a:pt x="155914" y="237484"/>
                  </a:lnTo>
                  <a:close/>
                  <a:moveTo>
                    <a:pt x="295215" y="198542"/>
                  </a:moveTo>
                  <a:cubicBezTo>
                    <a:pt x="299049" y="198542"/>
                    <a:pt x="301605" y="201095"/>
                    <a:pt x="301605" y="204926"/>
                  </a:cubicBezTo>
                  <a:cubicBezTo>
                    <a:pt x="301605" y="208756"/>
                    <a:pt x="299049" y="211310"/>
                    <a:pt x="295215" y="211310"/>
                  </a:cubicBezTo>
                  <a:lnTo>
                    <a:pt x="285630" y="211310"/>
                  </a:lnTo>
                  <a:lnTo>
                    <a:pt x="285630" y="213225"/>
                  </a:lnTo>
                  <a:cubicBezTo>
                    <a:pt x="285630" y="217055"/>
                    <a:pt x="283074" y="219609"/>
                    <a:pt x="279240" y="219609"/>
                  </a:cubicBezTo>
                  <a:cubicBezTo>
                    <a:pt x="275406" y="219609"/>
                    <a:pt x="272850" y="217055"/>
                    <a:pt x="272850" y="213225"/>
                  </a:cubicBezTo>
                  <a:lnTo>
                    <a:pt x="272850" y="211310"/>
                  </a:lnTo>
                  <a:lnTo>
                    <a:pt x="253042" y="211310"/>
                  </a:lnTo>
                  <a:lnTo>
                    <a:pt x="253042" y="213225"/>
                  </a:lnTo>
                  <a:cubicBezTo>
                    <a:pt x="253042" y="217055"/>
                    <a:pt x="250486" y="219609"/>
                    <a:pt x="246652" y="219609"/>
                  </a:cubicBezTo>
                  <a:cubicBezTo>
                    <a:pt x="242818" y="219609"/>
                    <a:pt x="240262" y="217055"/>
                    <a:pt x="240262" y="213225"/>
                  </a:cubicBezTo>
                  <a:lnTo>
                    <a:pt x="240262" y="211310"/>
                  </a:lnTo>
                  <a:lnTo>
                    <a:pt x="220453" y="211310"/>
                  </a:lnTo>
                  <a:lnTo>
                    <a:pt x="220453" y="234292"/>
                  </a:lnTo>
                  <a:lnTo>
                    <a:pt x="242818" y="256636"/>
                  </a:lnTo>
                  <a:cubicBezTo>
                    <a:pt x="245374" y="259190"/>
                    <a:pt x="245374" y="263020"/>
                    <a:pt x="242818" y="265574"/>
                  </a:cubicBezTo>
                  <a:cubicBezTo>
                    <a:pt x="240262" y="268127"/>
                    <a:pt x="236428" y="268127"/>
                    <a:pt x="233872" y="265574"/>
                  </a:cubicBezTo>
                  <a:lnTo>
                    <a:pt x="209590" y="241315"/>
                  </a:lnTo>
                  <a:cubicBezTo>
                    <a:pt x="208312" y="240038"/>
                    <a:pt x="207673" y="238761"/>
                    <a:pt x="207673" y="236846"/>
                  </a:cubicBezTo>
                  <a:lnTo>
                    <a:pt x="207673" y="123849"/>
                  </a:lnTo>
                  <a:cubicBezTo>
                    <a:pt x="207673" y="121934"/>
                    <a:pt x="208312" y="120657"/>
                    <a:pt x="209590" y="119381"/>
                  </a:cubicBezTo>
                  <a:lnTo>
                    <a:pt x="233872" y="95121"/>
                  </a:lnTo>
                  <a:cubicBezTo>
                    <a:pt x="236428" y="92568"/>
                    <a:pt x="240901" y="93206"/>
                    <a:pt x="242818" y="95760"/>
                  </a:cubicBezTo>
                  <a:cubicBezTo>
                    <a:pt x="244735" y="98313"/>
                    <a:pt x="244735" y="101505"/>
                    <a:pt x="242818" y="104059"/>
                  </a:cubicBezTo>
                  <a:lnTo>
                    <a:pt x="220453" y="126403"/>
                  </a:lnTo>
                  <a:lnTo>
                    <a:pt x="220453" y="149385"/>
                  </a:lnTo>
                  <a:lnTo>
                    <a:pt x="240262" y="149385"/>
                  </a:lnTo>
                  <a:lnTo>
                    <a:pt x="240262" y="147470"/>
                  </a:lnTo>
                  <a:cubicBezTo>
                    <a:pt x="240262" y="143640"/>
                    <a:pt x="242818" y="141086"/>
                    <a:pt x="246652" y="141086"/>
                  </a:cubicBezTo>
                  <a:cubicBezTo>
                    <a:pt x="250486" y="141086"/>
                    <a:pt x="253042" y="143640"/>
                    <a:pt x="253042" y="147470"/>
                  </a:cubicBezTo>
                  <a:lnTo>
                    <a:pt x="253042" y="149385"/>
                  </a:lnTo>
                  <a:lnTo>
                    <a:pt x="272850" y="149385"/>
                  </a:lnTo>
                  <a:lnTo>
                    <a:pt x="272850" y="147470"/>
                  </a:lnTo>
                  <a:cubicBezTo>
                    <a:pt x="272850" y="143640"/>
                    <a:pt x="275406" y="141086"/>
                    <a:pt x="279240" y="141086"/>
                  </a:cubicBezTo>
                  <a:cubicBezTo>
                    <a:pt x="283074" y="141086"/>
                    <a:pt x="285630" y="143640"/>
                    <a:pt x="285630" y="147470"/>
                  </a:cubicBezTo>
                  <a:lnTo>
                    <a:pt x="285630" y="149385"/>
                  </a:lnTo>
                  <a:lnTo>
                    <a:pt x="295215" y="149385"/>
                  </a:lnTo>
                  <a:cubicBezTo>
                    <a:pt x="299049" y="149385"/>
                    <a:pt x="301605" y="151939"/>
                    <a:pt x="301605" y="155769"/>
                  </a:cubicBezTo>
                  <a:cubicBezTo>
                    <a:pt x="301605" y="159600"/>
                    <a:pt x="299049" y="162153"/>
                    <a:pt x="295215" y="162153"/>
                  </a:cubicBezTo>
                  <a:lnTo>
                    <a:pt x="285630" y="162153"/>
                  </a:lnTo>
                  <a:lnTo>
                    <a:pt x="285630" y="197903"/>
                  </a:lnTo>
                  <a:lnTo>
                    <a:pt x="295215" y="198542"/>
                  </a:lnTo>
                  <a:close/>
                </a:path>
              </a:pathLst>
            </a:custGeom>
            <a:solidFill>
              <a:srgbClr val="26890D"/>
            </a:solidFill>
            <a:ln w="6390" cap="flat">
              <a:noFill/>
              <a:prstDash val="solid"/>
              <a:miter/>
            </a:ln>
          </p:spPr>
          <p:txBody>
            <a:bodyPr rtlCol="0" anchor="ctr"/>
            <a:lstStyle/>
            <a:p>
              <a:endParaRPr lang="en-US"/>
            </a:p>
          </p:txBody>
        </p:sp>
      </p:grpSp>
      <p:sp>
        <p:nvSpPr>
          <p:cNvPr id="537" name="Graphic 4">
            <a:extLst>
              <a:ext uri="{FF2B5EF4-FFF2-40B4-BE49-F238E27FC236}">
                <a16:creationId xmlns:a16="http://schemas.microsoft.com/office/drawing/2014/main" id="{755C00D6-9BD5-474B-860A-5160AA7F9435}"/>
              </a:ext>
            </a:extLst>
          </p:cNvPr>
          <p:cNvSpPr/>
          <p:nvPr/>
        </p:nvSpPr>
        <p:spPr>
          <a:xfrm>
            <a:off x="1952125" y="189301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55914 w 362313"/>
              <a:gd name="connsiteY6" fmla="*/ 237484 h 361971"/>
              <a:gd name="connsiteX7" fmla="*/ 153998 w 362313"/>
              <a:gd name="connsiteY7" fmla="*/ 241953 h 361971"/>
              <a:gd name="connsiteX8" fmla="*/ 129716 w 362313"/>
              <a:gd name="connsiteY8" fmla="*/ 266212 h 361971"/>
              <a:gd name="connsiteX9" fmla="*/ 120770 w 362313"/>
              <a:gd name="connsiteY9" fmla="*/ 266212 h 361971"/>
              <a:gd name="connsiteX10" fmla="*/ 120770 w 362313"/>
              <a:gd name="connsiteY10" fmla="*/ 257275 h 361971"/>
              <a:gd name="connsiteX11" fmla="*/ 143135 w 362313"/>
              <a:gd name="connsiteY11" fmla="*/ 234931 h 361971"/>
              <a:gd name="connsiteX12" fmla="*/ 143135 w 362313"/>
              <a:gd name="connsiteY12" fmla="*/ 225355 h 361971"/>
              <a:gd name="connsiteX13" fmla="*/ 131633 w 362313"/>
              <a:gd name="connsiteY13" fmla="*/ 218332 h 361971"/>
              <a:gd name="connsiteX14" fmla="*/ 115658 w 362313"/>
              <a:gd name="connsiteY14" fmla="*/ 215779 h 361971"/>
              <a:gd name="connsiteX15" fmla="*/ 113102 w 362313"/>
              <a:gd name="connsiteY15" fmla="*/ 218332 h 361971"/>
              <a:gd name="connsiteX16" fmla="*/ 79874 w 362313"/>
              <a:gd name="connsiteY16" fmla="*/ 220886 h 361971"/>
              <a:gd name="connsiteX17" fmla="*/ 77318 w 362313"/>
              <a:gd name="connsiteY17" fmla="*/ 218332 h 361971"/>
              <a:gd name="connsiteX18" fmla="*/ 68372 w 362313"/>
              <a:gd name="connsiteY18" fmla="*/ 213863 h 361971"/>
              <a:gd name="connsiteX19" fmla="*/ 61982 w 362313"/>
              <a:gd name="connsiteY19" fmla="*/ 207479 h 361971"/>
              <a:gd name="connsiteX20" fmla="*/ 68372 w 362313"/>
              <a:gd name="connsiteY20" fmla="*/ 201095 h 361971"/>
              <a:gd name="connsiteX21" fmla="*/ 86264 w 362313"/>
              <a:gd name="connsiteY21" fmla="*/ 209395 h 361971"/>
              <a:gd name="connsiteX22" fmla="*/ 102239 w 362313"/>
              <a:gd name="connsiteY22" fmla="*/ 211948 h 361971"/>
              <a:gd name="connsiteX23" fmla="*/ 104795 w 362313"/>
              <a:gd name="connsiteY23" fmla="*/ 209395 h 361971"/>
              <a:gd name="connsiteX24" fmla="*/ 138023 w 362313"/>
              <a:gd name="connsiteY24" fmla="*/ 206841 h 361971"/>
              <a:gd name="connsiteX25" fmla="*/ 140579 w 362313"/>
              <a:gd name="connsiteY25" fmla="*/ 209395 h 361971"/>
              <a:gd name="connsiteX26" fmla="*/ 143135 w 362313"/>
              <a:gd name="connsiteY26" fmla="*/ 211948 h 361971"/>
              <a:gd name="connsiteX27" fmla="*/ 143135 w 362313"/>
              <a:gd name="connsiteY27" fmla="*/ 194073 h 361971"/>
              <a:gd name="connsiteX28" fmla="*/ 131633 w 362313"/>
              <a:gd name="connsiteY28" fmla="*/ 187051 h 361971"/>
              <a:gd name="connsiteX29" fmla="*/ 115658 w 362313"/>
              <a:gd name="connsiteY29" fmla="*/ 184497 h 361971"/>
              <a:gd name="connsiteX30" fmla="*/ 113102 w 362313"/>
              <a:gd name="connsiteY30" fmla="*/ 187051 h 361971"/>
              <a:gd name="connsiteX31" fmla="*/ 79874 w 362313"/>
              <a:gd name="connsiteY31" fmla="*/ 189604 h 361971"/>
              <a:gd name="connsiteX32" fmla="*/ 77318 w 362313"/>
              <a:gd name="connsiteY32" fmla="*/ 187051 h 361971"/>
              <a:gd name="connsiteX33" fmla="*/ 68372 w 362313"/>
              <a:gd name="connsiteY33" fmla="*/ 182582 h 361971"/>
              <a:gd name="connsiteX34" fmla="*/ 61982 w 362313"/>
              <a:gd name="connsiteY34" fmla="*/ 176198 h 361971"/>
              <a:gd name="connsiteX35" fmla="*/ 68372 w 362313"/>
              <a:gd name="connsiteY35" fmla="*/ 169814 h 361971"/>
              <a:gd name="connsiteX36" fmla="*/ 86264 w 362313"/>
              <a:gd name="connsiteY36" fmla="*/ 178113 h 361971"/>
              <a:gd name="connsiteX37" fmla="*/ 102239 w 362313"/>
              <a:gd name="connsiteY37" fmla="*/ 180667 h 361971"/>
              <a:gd name="connsiteX38" fmla="*/ 104795 w 362313"/>
              <a:gd name="connsiteY38" fmla="*/ 178113 h 361971"/>
              <a:gd name="connsiteX39" fmla="*/ 138023 w 362313"/>
              <a:gd name="connsiteY39" fmla="*/ 175560 h 361971"/>
              <a:gd name="connsiteX40" fmla="*/ 140579 w 362313"/>
              <a:gd name="connsiteY40" fmla="*/ 178113 h 361971"/>
              <a:gd name="connsiteX41" fmla="*/ 143135 w 362313"/>
              <a:gd name="connsiteY41" fmla="*/ 180667 h 361971"/>
              <a:gd name="connsiteX42" fmla="*/ 143135 w 362313"/>
              <a:gd name="connsiteY42" fmla="*/ 160238 h 361971"/>
              <a:gd name="connsiteX43" fmla="*/ 131633 w 362313"/>
              <a:gd name="connsiteY43" fmla="*/ 153216 h 361971"/>
              <a:gd name="connsiteX44" fmla="*/ 115658 w 362313"/>
              <a:gd name="connsiteY44" fmla="*/ 150662 h 361971"/>
              <a:gd name="connsiteX45" fmla="*/ 113102 w 362313"/>
              <a:gd name="connsiteY45" fmla="*/ 153216 h 361971"/>
              <a:gd name="connsiteX46" fmla="*/ 79874 w 362313"/>
              <a:gd name="connsiteY46" fmla="*/ 155769 h 361971"/>
              <a:gd name="connsiteX47" fmla="*/ 77318 w 362313"/>
              <a:gd name="connsiteY47" fmla="*/ 153216 h 361971"/>
              <a:gd name="connsiteX48" fmla="*/ 68372 w 362313"/>
              <a:gd name="connsiteY48" fmla="*/ 148747 h 361971"/>
              <a:gd name="connsiteX49" fmla="*/ 61982 w 362313"/>
              <a:gd name="connsiteY49" fmla="*/ 142363 h 361971"/>
              <a:gd name="connsiteX50" fmla="*/ 68372 w 362313"/>
              <a:gd name="connsiteY50" fmla="*/ 135979 h 361971"/>
              <a:gd name="connsiteX51" fmla="*/ 86264 w 362313"/>
              <a:gd name="connsiteY51" fmla="*/ 144278 h 361971"/>
              <a:gd name="connsiteX52" fmla="*/ 102239 w 362313"/>
              <a:gd name="connsiteY52" fmla="*/ 146832 h 361971"/>
              <a:gd name="connsiteX53" fmla="*/ 104795 w 362313"/>
              <a:gd name="connsiteY53" fmla="*/ 144278 h 361971"/>
              <a:gd name="connsiteX54" fmla="*/ 138023 w 362313"/>
              <a:gd name="connsiteY54" fmla="*/ 141724 h 361971"/>
              <a:gd name="connsiteX55" fmla="*/ 140579 w 362313"/>
              <a:gd name="connsiteY55" fmla="*/ 144278 h 361971"/>
              <a:gd name="connsiteX56" fmla="*/ 143135 w 362313"/>
              <a:gd name="connsiteY56" fmla="*/ 146832 h 361971"/>
              <a:gd name="connsiteX57" fmla="*/ 143135 w 362313"/>
              <a:gd name="connsiteY57" fmla="*/ 127680 h 361971"/>
              <a:gd name="connsiteX58" fmla="*/ 120770 w 362313"/>
              <a:gd name="connsiteY58" fmla="*/ 105336 h 361971"/>
              <a:gd name="connsiteX59" fmla="*/ 121409 w 362313"/>
              <a:gd name="connsiteY59" fmla="*/ 96398 h 361971"/>
              <a:gd name="connsiteX60" fmla="*/ 129716 w 362313"/>
              <a:gd name="connsiteY60" fmla="*/ 96398 h 361971"/>
              <a:gd name="connsiteX61" fmla="*/ 153998 w 362313"/>
              <a:gd name="connsiteY61" fmla="*/ 120657 h 361971"/>
              <a:gd name="connsiteX62" fmla="*/ 155914 w 362313"/>
              <a:gd name="connsiteY62" fmla="*/ 125126 h 361971"/>
              <a:gd name="connsiteX63" fmla="*/ 155914 w 362313"/>
              <a:gd name="connsiteY63" fmla="*/ 237484 h 361971"/>
              <a:gd name="connsiteX64" fmla="*/ 231955 w 362313"/>
              <a:gd name="connsiteY64" fmla="*/ 176198 h 361971"/>
              <a:gd name="connsiteX65" fmla="*/ 247929 w 362313"/>
              <a:gd name="connsiteY65" fmla="*/ 178752 h 361971"/>
              <a:gd name="connsiteX66" fmla="*/ 250486 w 362313"/>
              <a:gd name="connsiteY66" fmla="*/ 176198 h 361971"/>
              <a:gd name="connsiteX67" fmla="*/ 283713 w 362313"/>
              <a:gd name="connsiteY67" fmla="*/ 173644 h 361971"/>
              <a:gd name="connsiteX68" fmla="*/ 286269 w 362313"/>
              <a:gd name="connsiteY68" fmla="*/ 176198 h 361971"/>
              <a:gd name="connsiteX69" fmla="*/ 295215 w 362313"/>
              <a:gd name="connsiteY69" fmla="*/ 180667 h 361971"/>
              <a:gd name="connsiteX70" fmla="*/ 301605 w 362313"/>
              <a:gd name="connsiteY70" fmla="*/ 187051 h 361971"/>
              <a:gd name="connsiteX71" fmla="*/ 295215 w 362313"/>
              <a:gd name="connsiteY71" fmla="*/ 193435 h 361971"/>
              <a:gd name="connsiteX72" fmla="*/ 277323 w 362313"/>
              <a:gd name="connsiteY72" fmla="*/ 185135 h 361971"/>
              <a:gd name="connsiteX73" fmla="*/ 268377 w 362313"/>
              <a:gd name="connsiteY73" fmla="*/ 180667 h 361971"/>
              <a:gd name="connsiteX74" fmla="*/ 259431 w 362313"/>
              <a:gd name="connsiteY74" fmla="*/ 185774 h 361971"/>
              <a:gd name="connsiteX75" fmla="*/ 226204 w 362313"/>
              <a:gd name="connsiteY75" fmla="*/ 188327 h 361971"/>
              <a:gd name="connsiteX76" fmla="*/ 223648 w 362313"/>
              <a:gd name="connsiteY76" fmla="*/ 185774 h 361971"/>
              <a:gd name="connsiteX77" fmla="*/ 221092 w 362313"/>
              <a:gd name="connsiteY77" fmla="*/ 183220 h 361971"/>
              <a:gd name="connsiteX78" fmla="*/ 221092 w 362313"/>
              <a:gd name="connsiteY78" fmla="*/ 201095 h 361971"/>
              <a:gd name="connsiteX79" fmla="*/ 232594 w 362313"/>
              <a:gd name="connsiteY79" fmla="*/ 208118 h 361971"/>
              <a:gd name="connsiteX80" fmla="*/ 247929 w 362313"/>
              <a:gd name="connsiteY80" fmla="*/ 210671 h 361971"/>
              <a:gd name="connsiteX81" fmla="*/ 250486 w 362313"/>
              <a:gd name="connsiteY81" fmla="*/ 208118 h 361971"/>
              <a:gd name="connsiteX82" fmla="*/ 283713 w 362313"/>
              <a:gd name="connsiteY82" fmla="*/ 205564 h 361971"/>
              <a:gd name="connsiteX83" fmla="*/ 286269 w 362313"/>
              <a:gd name="connsiteY83" fmla="*/ 208118 h 361971"/>
              <a:gd name="connsiteX84" fmla="*/ 295215 w 362313"/>
              <a:gd name="connsiteY84" fmla="*/ 212587 h 361971"/>
              <a:gd name="connsiteX85" fmla="*/ 301605 w 362313"/>
              <a:gd name="connsiteY85" fmla="*/ 218971 h 361971"/>
              <a:gd name="connsiteX86" fmla="*/ 295215 w 362313"/>
              <a:gd name="connsiteY86" fmla="*/ 225355 h 361971"/>
              <a:gd name="connsiteX87" fmla="*/ 277323 w 362313"/>
              <a:gd name="connsiteY87" fmla="*/ 217055 h 361971"/>
              <a:gd name="connsiteX88" fmla="*/ 268377 w 362313"/>
              <a:gd name="connsiteY88" fmla="*/ 212587 h 361971"/>
              <a:gd name="connsiteX89" fmla="*/ 259431 w 362313"/>
              <a:gd name="connsiteY89" fmla="*/ 217055 h 361971"/>
              <a:gd name="connsiteX90" fmla="*/ 226204 w 362313"/>
              <a:gd name="connsiteY90" fmla="*/ 219609 h 361971"/>
              <a:gd name="connsiteX91" fmla="*/ 223648 w 362313"/>
              <a:gd name="connsiteY91" fmla="*/ 217055 h 361971"/>
              <a:gd name="connsiteX92" fmla="*/ 221092 w 362313"/>
              <a:gd name="connsiteY92" fmla="*/ 214502 h 361971"/>
              <a:gd name="connsiteX93" fmla="*/ 221092 w 362313"/>
              <a:gd name="connsiteY93" fmla="*/ 233654 h 361971"/>
              <a:gd name="connsiteX94" fmla="*/ 243457 w 362313"/>
              <a:gd name="connsiteY94" fmla="*/ 255998 h 361971"/>
              <a:gd name="connsiteX95" fmla="*/ 243457 w 362313"/>
              <a:gd name="connsiteY95" fmla="*/ 264935 h 361971"/>
              <a:gd name="connsiteX96" fmla="*/ 238984 w 362313"/>
              <a:gd name="connsiteY96" fmla="*/ 266851 h 361971"/>
              <a:gd name="connsiteX97" fmla="*/ 234511 w 362313"/>
              <a:gd name="connsiteY97" fmla="*/ 264935 h 361971"/>
              <a:gd name="connsiteX98" fmla="*/ 210229 w 362313"/>
              <a:gd name="connsiteY98" fmla="*/ 240676 h 361971"/>
              <a:gd name="connsiteX99" fmla="*/ 208312 w 362313"/>
              <a:gd name="connsiteY99" fmla="*/ 236207 h 361971"/>
              <a:gd name="connsiteX100" fmla="*/ 208312 w 362313"/>
              <a:gd name="connsiteY100" fmla="*/ 123211 h 361971"/>
              <a:gd name="connsiteX101" fmla="*/ 210229 w 362313"/>
              <a:gd name="connsiteY101" fmla="*/ 118742 h 361971"/>
              <a:gd name="connsiteX102" fmla="*/ 234511 w 362313"/>
              <a:gd name="connsiteY102" fmla="*/ 94483 h 361971"/>
              <a:gd name="connsiteX103" fmla="*/ 243457 w 362313"/>
              <a:gd name="connsiteY103" fmla="*/ 94483 h 361971"/>
              <a:gd name="connsiteX104" fmla="*/ 243457 w 362313"/>
              <a:gd name="connsiteY104" fmla="*/ 103421 h 361971"/>
              <a:gd name="connsiteX105" fmla="*/ 221092 w 362313"/>
              <a:gd name="connsiteY105" fmla="*/ 125765 h 361971"/>
              <a:gd name="connsiteX106" fmla="*/ 221092 w 362313"/>
              <a:gd name="connsiteY106" fmla="*/ 135341 h 361971"/>
              <a:gd name="connsiteX107" fmla="*/ 232594 w 362313"/>
              <a:gd name="connsiteY107" fmla="*/ 142363 h 361971"/>
              <a:gd name="connsiteX108" fmla="*/ 247929 w 362313"/>
              <a:gd name="connsiteY108" fmla="*/ 144916 h 361971"/>
              <a:gd name="connsiteX109" fmla="*/ 250486 w 362313"/>
              <a:gd name="connsiteY109" fmla="*/ 142363 h 361971"/>
              <a:gd name="connsiteX110" fmla="*/ 283713 w 362313"/>
              <a:gd name="connsiteY110" fmla="*/ 139809 h 361971"/>
              <a:gd name="connsiteX111" fmla="*/ 286269 w 362313"/>
              <a:gd name="connsiteY111" fmla="*/ 142363 h 361971"/>
              <a:gd name="connsiteX112" fmla="*/ 295215 w 362313"/>
              <a:gd name="connsiteY112" fmla="*/ 146832 h 361971"/>
              <a:gd name="connsiteX113" fmla="*/ 301605 w 362313"/>
              <a:gd name="connsiteY113" fmla="*/ 153216 h 361971"/>
              <a:gd name="connsiteX114" fmla="*/ 295215 w 362313"/>
              <a:gd name="connsiteY114" fmla="*/ 159600 h 361971"/>
              <a:gd name="connsiteX115" fmla="*/ 277323 w 362313"/>
              <a:gd name="connsiteY115" fmla="*/ 151300 h 361971"/>
              <a:gd name="connsiteX116" fmla="*/ 268377 w 362313"/>
              <a:gd name="connsiteY116" fmla="*/ 146832 h 361971"/>
              <a:gd name="connsiteX117" fmla="*/ 259431 w 362313"/>
              <a:gd name="connsiteY117" fmla="*/ 151300 h 361971"/>
              <a:gd name="connsiteX118" fmla="*/ 226204 w 362313"/>
              <a:gd name="connsiteY118" fmla="*/ 153854 h 361971"/>
              <a:gd name="connsiteX119" fmla="*/ 223648 w 362313"/>
              <a:gd name="connsiteY119" fmla="*/ 151300 h 361971"/>
              <a:gd name="connsiteX120" fmla="*/ 221092 w 362313"/>
              <a:gd name="connsiteY120" fmla="*/ 148747 h 361971"/>
              <a:gd name="connsiteX121" fmla="*/ 221092 w 362313"/>
              <a:gd name="connsiteY121" fmla="*/ 167260 h 361971"/>
              <a:gd name="connsiteX122" fmla="*/ 231955 w 362313"/>
              <a:gd name="connsiteY122" fmla="*/ 17619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155914" y="237484"/>
                </a:moveTo>
                <a:cubicBezTo>
                  <a:pt x="155914" y="239399"/>
                  <a:pt x="155275" y="240676"/>
                  <a:pt x="153998" y="241953"/>
                </a:cubicBezTo>
                <a:lnTo>
                  <a:pt x="129716" y="266212"/>
                </a:lnTo>
                <a:cubicBezTo>
                  <a:pt x="127160" y="268766"/>
                  <a:pt x="123326" y="268766"/>
                  <a:pt x="120770" y="266212"/>
                </a:cubicBezTo>
                <a:cubicBezTo>
                  <a:pt x="118214" y="263659"/>
                  <a:pt x="118214" y="259828"/>
                  <a:pt x="120770" y="257275"/>
                </a:cubicBezTo>
                <a:lnTo>
                  <a:pt x="143135" y="234931"/>
                </a:lnTo>
                <a:lnTo>
                  <a:pt x="143135" y="225355"/>
                </a:lnTo>
                <a:cubicBezTo>
                  <a:pt x="138662" y="224078"/>
                  <a:pt x="134828" y="221524"/>
                  <a:pt x="131633" y="218332"/>
                </a:cubicBezTo>
                <a:cubicBezTo>
                  <a:pt x="127799" y="213225"/>
                  <a:pt x="120770" y="211948"/>
                  <a:pt x="115658" y="215779"/>
                </a:cubicBezTo>
                <a:cubicBezTo>
                  <a:pt x="115019" y="216417"/>
                  <a:pt x="113741" y="217055"/>
                  <a:pt x="113102" y="218332"/>
                </a:cubicBezTo>
                <a:cubicBezTo>
                  <a:pt x="104795" y="227908"/>
                  <a:pt x="89459" y="229185"/>
                  <a:pt x="79874" y="220886"/>
                </a:cubicBezTo>
                <a:cubicBezTo>
                  <a:pt x="79235" y="220247"/>
                  <a:pt x="77957" y="219609"/>
                  <a:pt x="77318" y="218332"/>
                </a:cubicBezTo>
                <a:cubicBezTo>
                  <a:pt x="75401" y="215779"/>
                  <a:pt x="71567" y="213863"/>
                  <a:pt x="68372" y="213863"/>
                </a:cubicBezTo>
                <a:cubicBezTo>
                  <a:pt x="64538" y="213863"/>
                  <a:pt x="61982" y="211310"/>
                  <a:pt x="61982" y="207479"/>
                </a:cubicBezTo>
                <a:cubicBezTo>
                  <a:pt x="61982" y="203649"/>
                  <a:pt x="64538" y="201095"/>
                  <a:pt x="68372" y="201095"/>
                </a:cubicBezTo>
                <a:cubicBezTo>
                  <a:pt x="75401" y="201095"/>
                  <a:pt x="81791" y="204287"/>
                  <a:pt x="86264" y="209395"/>
                </a:cubicBezTo>
                <a:cubicBezTo>
                  <a:pt x="90098" y="214502"/>
                  <a:pt x="97127" y="215779"/>
                  <a:pt x="102239" y="211948"/>
                </a:cubicBezTo>
                <a:cubicBezTo>
                  <a:pt x="103517" y="211310"/>
                  <a:pt x="104156" y="210671"/>
                  <a:pt x="104795" y="209395"/>
                </a:cubicBezTo>
                <a:cubicBezTo>
                  <a:pt x="113102" y="199819"/>
                  <a:pt x="128438" y="198542"/>
                  <a:pt x="138023" y="206841"/>
                </a:cubicBezTo>
                <a:cubicBezTo>
                  <a:pt x="138662" y="207479"/>
                  <a:pt x="139301" y="208118"/>
                  <a:pt x="140579" y="209395"/>
                </a:cubicBezTo>
                <a:cubicBezTo>
                  <a:pt x="141857" y="210033"/>
                  <a:pt x="142496" y="211310"/>
                  <a:pt x="143135" y="211948"/>
                </a:cubicBezTo>
                <a:lnTo>
                  <a:pt x="143135" y="194073"/>
                </a:lnTo>
                <a:cubicBezTo>
                  <a:pt x="138662" y="192796"/>
                  <a:pt x="134828" y="190243"/>
                  <a:pt x="131633" y="187051"/>
                </a:cubicBezTo>
                <a:cubicBezTo>
                  <a:pt x="127799" y="181944"/>
                  <a:pt x="120770" y="180667"/>
                  <a:pt x="115658" y="184497"/>
                </a:cubicBezTo>
                <a:cubicBezTo>
                  <a:pt x="114380" y="185135"/>
                  <a:pt x="113741" y="185774"/>
                  <a:pt x="113102" y="187051"/>
                </a:cubicBezTo>
                <a:cubicBezTo>
                  <a:pt x="104795" y="196627"/>
                  <a:pt x="89459" y="197903"/>
                  <a:pt x="79874" y="189604"/>
                </a:cubicBezTo>
                <a:cubicBezTo>
                  <a:pt x="79235" y="188966"/>
                  <a:pt x="78596" y="188327"/>
                  <a:pt x="77318" y="187051"/>
                </a:cubicBezTo>
                <a:cubicBezTo>
                  <a:pt x="75401" y="184497"/>
                  <a:pt x="71567" y="182582"/>
                  <a:pt x="68372" y="182582"/>
                </a:cubicBezTo>
                <a:cubicBezTo>
                  <a:pt x="64538" y="182582"/>
                  <a:pt x="61982" y="180028"/>
                  <a:pt x="61982" y="176198"/>
                </a:cubicBezTo>
                <a:cubicBezTo>
                  <a:pt x="61982" y="172368"/>
                  <a:pt x="64538" y="169814"/>
                  <a:pt x="68372" y="169814"/>
                </a:cubicBezTo>
                <a:cubicBezTo>
                  <a:pt x="75401" y="169814"/>
                  <a:pt x="81791" y="173006"/>
                  <a:pt x="86264" y="178113"/>
                </a:cubicBezTo>
                <a:cubicBezTo>
                  <a:pt x="90098" y="183220"/>
                  <a:pt x="97127" y="184497"/>
                  <a:pt x="102239" y="180667"/>
                </a:cubicBezTo>
                <a:cubicBezTo>
                  <a:pt x="102878" y="180028"/>
                  <a:pt x="104156" y="179390"/>
                  <a:pt x="104795" y="178113"/>
                </a:cubicBezTo>
                <a:cubicBezTo>
                  <a:pt x="113102" y="168537"/>
                  <a:pt x="128438" y="167260"/>
                  <a:pt x="138023" y="175560"/>
                </a:cubicBezTo>
                <a:cubicBezTo>
                  <a:pt x="138662" y="176198"/>
                  <a:pt x="139940" y="176836"/>
                  <a:pt x="140579" y="178113"/>
                </a:cubicBezTo>
                <a:lnTo>
                  <a:pt x="143135" y="180667"/>
                </a:lnTo>
                <a:lnTo>
                  <a:pt x="143135" y="160238"/>
                </a:lnTo>
                <a:cubicBezTo>
                  <a:pt x="138662" y="158961"/>
                  <a:pt x="134828" y="156408"/>
                  <a:pt x="131633" y="153216"/>
                </a:cubicBezTo>
                <a:cubicBezTo>
                  <a:pt x="127799" y="148108"/>
                  <a:pt x="120770" y="146832"/>
                  <a:pt x="115658" y="150662"/>
                </a:cubicBezTo>
                <a:cubicBezTo>
                  <a:pt x="114380" y="151300"/>
                  <a:pt x="113741" y="151939"/>
                  <a:pt x="113102" y="153216"/>
                </a:cubicBezTo>
                <a:cubicBezTo>
                  <a:pt x="104795" y="162792"/>
                  <a:pt x="89459" y="164068"/>
                  <a:pt x="79874" y="155769"/>
                </a:cubicBezTo>
                <a:cubicBezTo>
                  <a:pt x="79235" y="155131"/>
                  <a:pt x="78596" y="154492"/>
                  <a:pt x="77318" y="153216"/>
                </a:cubicBezTo>
                <a:cubicBezTo>
                  <a:pt x="75401" y="150662"/>
                  <a:pt x="71567" y="148747"/>
                  <a:pt x="68372" y="148747"/>
                </a:cubicBezTo>
                <a:cubicBezTo>
                  <a:pt x="64538" y="148747"/>
                  <a:pt x="61982" y="146193"/>
                  <a:pt x="61982" y="142363"/>
                </a:cubicBezTo>
                <a:cubicBezTo>
                  <a:pt x="61982" y="138533"/>
                  <a:pt x="64538" y="135979"/>
                  <a:pt x="68372" y="135979"/>
                </a:cubicBezTo>
                <a:cubicBezTo>
                  <a:pt x="75401" y="135979"/>
                  <a:pt x="81791" y="139171"/>
                  <a:pt x="86264" y="144278"/>
                </a:cubicBezTo>
                <a:cubicBezTo>
                  <a:pt x="90098" y="149385"/>
                  <a:pt x="97127" y="150662"/>
                  <a:pt x="102239" y="146832"/>
                </a:cubicBezTo>
                <a:cubicBezTo>
                  <a:pt x="103517" y="146193"/>
                  <a:pt x="104156" y="145555"/>
                  <a:pt x="104795" y="144278"/>
                </a:cubicBezTo>
                <a:cubicBezTo>
                  <a:pt x="113102" y="134702"/>
                  <a:pt x="128438" y="133425"/>
                  <a:pt x="138023" y="141724"/>
                </a:cubicBezTo>
                <a:cubicBezTo>
                  <a:pt x="138662" y="142363"/>
                  <a:pt x="139301" y="143001"/>
                  <a:pt x="140579" y="144278"/>
                </a:cubicBezTo>
                <a:cubicBezTo>
                  <a:pt x="141857" y="144916"/>
                  <a:pt x="142496" y="146193"/>
                  <a:pt x="143135" y="146832"/>
                </a:cubicBezTo>
                <a:lnTo>
                  <a:pt x="143135" y="127680"/>
                </a:lnTo>
                <a:lnTo>
                  <a:pt x="120770" y="105336"/>
                </a:lnTo>
                <a:cubicBezTo>
                  <a:pt x="118214" y="102782"/>
                  <a:pt x="118853" y="98313"/>
                  <a:pt x="121409" y="96398"/>
                </a:cubicBezTo>
                <a:cubicBezTo>
                  <a:pt x="123965" y="94483"/>
                  <a:pt x="127160" y="94483"/>
                  <a:pt x="129716" y="96398"/>
                </a:cubicBezTo>
                <a:lnTo>
                  <a:pt x="153998" y="120657"/>
                </a:lnTo>
                <a:cubicBezTo>
                  <a:pt x="155275" y="121934"/>
                  <a:pt x="155914" y="123211"/>
                  <a:pt x="155914" y="125126"/>
                </a:cubicBezTo>
                <a:lnTo>
                  <a:pt x="155914" y="237484"/>
                </a:lnTo>
                <a:close/>
                <a:moveTo>
                  <a:pt x="231955" y="176198"/>
                </a:moveTo>
                <a:cubicBezTo>
                  <a:pt x="235789" y="181305"/>
                  <a:pt x="242818" y="182582"/>
                  <a:pt x="247929" y="178752"/>
                </a:cubicBezTo>
                <a:cubicBezTo>
                  <a:pt x="248569" y="178113"/>
                  <a:pt x="249847" y="177475"/>
                  <a:pt x="250486" y="176198"/>
                </a:cubicBezTo>
                <a:cubicBezTo>
                  <a:pt x="258792" y="166622"/>
                  <a:pt x="274128" y="165345"/>
                  <a:pt x="283713" y="173644"/>
                </a:cubicBezTo>
                <a:cubicBezTo>
                  <a:pt x="284352" y="174283"/>
                  <a:pt x="285630" y="174921"/>
                  <a:pt x="286269" y="176198"/>
                </a:cubicBezTo>
                <a:cubicBezTo>
                  <a:pt x="288186" y="178752"/>
                  <a:pt x="292020" y="180667"/>
                  <a:pt x="295215" y="180667"/>
                </a:cubicBezTo>
                <a:cubicBezTo>
                  <a:pt x="299049" y="180667"/>
                  <a:pt x="301605" y="183220"/>
                  <a:pt x="301605" y="187051"/>
                </a:cubicBezTo>
                <a:cubicBezTo>
                  <a:pt x="301605" y="190881"/>
                  <a:pt x="299049" y="193435"/>
                  <a:pt x="295215" y="193435"/>
                </a:cubicBezTo>
                <a:cubicBezTo>
                  <a:pt x="288186" y="193435"/>
                  <a:pt x="281796" y="190243"/>
                  <a:pt x="277323" y="185135"/>
                </a:cubicBezTo>
                <a:cubicBezTo>
                  <a:pt x="275406" y="182582"/>
                  <a:pt x="271572" y="180667"/>
                  <a:pt x="268377" y="180667"/>
                </a:cubicBezTo>
                <a:cubicBezTo>
                  <a:pt x="264543" y="180667"/>
                  <a:pt x="261348" y="182582"/>
                  <a:pt x="259431" y="185774"/>
                </a:cubicBezTo>
                <a:cubicBezTo>
                  <a:pt x="250486" y="195350"/>
                  <a:pt x="235789" y="196627"/>
                  <a:pt x="226204" y="188327"/>
                </a:cubicBezTo>
                <a:cubicBezTo>
                  <a:pt x="225565" y="187689"/>
                  <a:pt x="224926" y="187051"/>
                  <a:pt x="223648" y="185774"/>
                </a:cubicBezTo>
                <a:cubicBezTo>
                  <a:pt x="223009" y="185135"/>
                  <a:pt x="221731" y="183859"/>
                  <a:pt x="221092" y="183220"/>
                </a:cubicBezTo>
                <a:lnTo>
                  <a:pt x="221092" y="201095"/>
                </a:lnTo>
                <a:cubicBezTo>
                  <a:pt x="225565" y="202372"/>
                  <a:pt x="229399" y="204926"/>
                  <a:pt x="232594" y="208118"/>
                </a:cubicBezTo>
                <a:cubicBezTo>
                  <a:pt x="236428" y="213225"/>
                  <a:pt x="243457" y="214502"/>
                  <a:pt x="247929" y="210671"/>
                </a:cubicBezTo>
                <a:cubicBezTo>
                  <a:pt x="249208" y="210033"/>
                  <a:pt x="249847" y="209395"/>
                  <a:pt x="250486" y="208118"/>
                </a:cubicBezTo>
                <a:cubicBezTo>
                  <a:pt x="259431" y="198542"/>
                  <a:pt x="274128" y="197265"/>
                  <a:pt x="283713" y="205564"/>
                </a:cubicBezTo>
                <a:cubicBezTo>
                  <a:pt x="284352" y="206203"/>
                  <a:pt x="284991" y="206841"/>
                  <a:pt x="286269" y="208118"/>
                </a:cubicBezTo>
                <a:cubicBezTo>
                  <a:pt x="288186" y="210671"/>
                  <a:pt x="292020" y="212587"/>
                  <a:pt x="295215" y="212587"/>
                </a:cubicBezTo>
                <a:cubicBezTo>
                  <a:pt x="299049" y="212587"/>
                  <a:pt x="301605" y="215140"/>
                  <a:pt x="301605" y="218971"/>
                </a:cubicBezTo>
                <a:cubicBezTo>
                  <a:pt x="301605" y="222801"/>
                  <a:pt x="299049" y="225355"/>
                  <a:pt x="295215" y="225355"/>
                </a:cubicBezTo>
                <a:cubicBezTo>
                  <a:pt x="288186" y="225355"/>
                  <a:pt x="281796" y="222163"/>
                  <a:pt x="277323" y="217055"/>
                </a:cubicBezTo>
                <a:cubicBezTo>
                  <a:pt x="275406" y="214502"/>
                  <a:pt x="271572" y="212587"/>
                  <a:pt x="268377" y="212587"/>
                </a:cubicBezTo>
                <a:cubicBezTo>
                  <a:pt x="265182" y="212587"/>
                  <a:pt x="261348" y="213863"/>
                  <a:pt x="259431" y="217055"/>
                </a:cubicBezTo>
                <a:cubicBezTo>
                  <a:pt x="251124" y="226631"/>
                  <a:pt x="235789" y="227908"/>
                  <a:pt x="226204" y="219609"/>
                </a:cubicBezTo>
                <a:cubicBezTo>
                  <a:pt x="225565" y="218971"/>
                  <a:pt x="224287" y="218332"/>
                  <a:pt x="223648" y="217055"/>
                </a:cubicBezTo>
                <a:lnTo>
                  <a:pt x="221092" y="214502"/>
                </a:lnTo>
                <a:lnTo>
                  <a:pt x="221092" y="233654"/>
                </a:lnTo>
                <a:lnTo>
                  <a:pt x="243457" y="255998"/>
                </a:lnTo>
                <a:cubicBezTo>
                  <a:pt x="246013" y="258551"/>
                  <a:pt x="246013" y="262382"/>
                  <a:pt x="243457" y="264935"/>
                </a:cubicBezTo>
                <a:cubicBezTo>
                  <a:pt x="242179" y="266212"/>
                  <a:pt x="240901" y="266851"/>
                  <a:pt x="238984" y="266851"/>
                </a:cubicBezTo>
                <a:cubicBezTo>
                  <a:pt x="237067" y="266851"/>
                  <a:pt x="235789" y="266212"/>
                  <a:pt x="234511" y="264935"/>
                </a:cubicBezTo>
                <a:lnTo>
                  <a:pt x="210229" y="240676"/>
                </a:lnTo>
                <a:cubicBezTo>
                  <a:pt x="208951" y="239399"/>
                  <a:pt x="208312" y="238123"/>
                  <a:pt x="208312" y="236207"/>
                </a:cubicBezTo>
                <a:lnTo>
                  <a:pt x="208312" y="123211"/>
                </a:lnTo>
                <a:cubicBezTo>
                  <a:pt x="208312" y="121296"/>
                  <a:pt x="208951" y="120019"/>
                  <a:pt x="210229" y="118742"/>
                </a:cubicBezTo>
                <a:lnTo>
                  <a:pt x="234511" y="94483"/>
                </a:lnTo>
                <a:cubicBezTo>
                  <a:pt x="237067" y="91929"/>
                  <a:pt x="240901" y="91929"/>
                  <a:pt x="243457" y="94483"/>
                </a:cubicBezTo>
                <a:cubicBezTo>
                  <a:pt x="246013" y="97037"/>
                  <a:pt x="246013" y="100867"/>
                  <a:pt x="243457" y="103421"/>
                </a:cubicBezTo>
                <a:lnTo>
                  <a:pt x="221092" y="125765"/>
                </a:lnTo>
                <a:lnTo>
                  <a:pt x="221092" y="135341"/>
                </a:lnTo>
                <a:cubicBezTo>
                  <a:pt x="225565" y="136617"/>
                  <a:pt x="229399" y="139171"/>
                  <a:pt x="232594" y="142363"/>
                </a:cubicBezTo>
                <a:cubicBezTo>
                  <a:pt x="236428" y="147470"/>
                  <a:pt x="243457" y="148747"/>
                  <a:pt x="247929" y="144916"/>
                </a:cubicBezTo>
                <a:cubicBezTo>
                  <a:pt x="249208" y="144278"/>
                  <a:pt x="249847" y="143640"/>
                  <a:pt x="250486" y="142363"/>
                </a:cubicBezTo>
                <a:cubicBezTo>
                  <a:pt x="259431" y="132787"/>
                  <a:pt x="274128" y="131510"/>
                  <a:pt x="283713" y="139809"/>
                </a:cubicBezTo>
                <a:cubicBezTo>
                  <a:pt x="284352" y="140448"/>
                  <a:pt x="284991" y="141086"/>
                  <a:pt x="286269" y="142363"/>
                </a:cubicBezTo>
                <a:cubicBezTo>
                  <a:pt x="288186" y="144916"/>
                  <a:pt x="292020" y="146832"/>
                  <a:pt x="295215" y="146832"/>
                </a:cubicBezTo>
                <a:cubicBezTo>
                  <a:pt x="299049" y="146832"/>
                  <a:pt x="301605" y="149385"/>
                  <a:pt x="301605" y="153216"/>
                </a:cubicBezTo>
                <a:cubicBezTo>
                  <a:pt x="301605" y="157046"/>
                  <a:pt x="299049" y="159600"/>
                  <a:pt x="295215" y="159600"/>
                </a:cubicBezTo>
                <a:cubicBezTo>
                  <a:pt x="288186" y="159600"/>
                  <a:pt x="281796" y="156408"/>
                  <a:pt x="277323" y="151300"/>
                </a:cubicBezTo>
                <a:cubicBezTo>
                  <a:pt x="275406" y="148108"/>
                  <a:pt x="271572" y="146832"/>
                  <a:pt x="268377" y="146832"/>
                </a:cubicBezTo>
                <a:cubicBezTo>
                  <a:pt x="264543" y="146832"/>
                  <a:pt x="261348" y="148747"/>
                  <a:pt x="259431" y="151300"/>
                </a:cubicBezTo>
                <a:cubicBezTo>
                  <a:pt x="250486" y="160876"/>
                  <a:pt x="235789" y="162153"/>
                  <a:pt x="226204" y="153854"/>
                </a:cubicBezTo>
                <a:cubicBezTo>
                  <a:pt x="225565" y="153216"/>
                  <a:pt x="224926" y="152577"/>
                  <a:pt x="223648" y="151300"/>
                </a:cubicBezTo>
                <a:cubicBezTo>
                  <a:pt x="223009" y="150662"/>
                  <a:pt x="221731" y="149385"/>
                  <a:pt x="221092" y="148747"/>
                </a:cubicBezTo>
                <a:lnTo>
                  <a:pt x="221092" y="167260"/>
                </a:lnTo>
                <a:cubicBezTo>
                  <a:pt x="224926" y="170452"/>
                  <a:pt x="228760" y="173006"/>
                  <a:pt x="231955" y="176198"/>
                </a:cubicBezTo>
                <a:close/>
              </a:path>
            </a:pathLst>
          </a:custGeom>
          <a:solidFill>
            <a:srgbClr val="26890D"/>
          </a:solidFill>
          <a:ln w="6390" cap="flat">
            <a:noFill/>
            <a:prstDash val="solid"/>
            <a:miter/>
          </a:ln>
        </p:spPr>
        <p:txBody>
          <a:bodyPr rtlCol="0" anchor="ctr"/>
          <a:lstStyle/>
          <a:p>
            <a:endParaRPr lang="en-US"/>
          </a:p>
        </p:txBody>
      </p:sp>
      <p:sp>
        <p:nvSpPr>
          <p:cNvPr id="538" name="Graphic 4">
            <a:extLst>
              <a:ext uri="{FF2B5EF4-FFF2-40B4-BE49-F238E27FC236}">
                <a16:creationId xmlns:a16="http://schemas.microsoft.com/office/drawing/2014/main" id="{B9A726CE-E867-8640-B053-F09F740E3655}"/>
              </a:ext>
            </a:extLst>
          </p:cNvPr>
          <p:cNvSpPr/>
          <p:nvPr/>
        </p:nvSpPr>
        <p:spPr>
          <a:xfrm>
            <a:off x="1952125" y="285571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55275 w 362313"/>
              <a:gd name="connsiteY6" fmla="*/ 238122 h 361971"/>
              <a:gd name="connsiteX7" fmla="*/ 153358 w 362313"/>
              <a:gd name="connsiteY7" fmla="*/ 242591 h 361971"/>
              <a:gd name="connsiteX8" fmla="*/ 128438 w 362313"/>
              <a:gd name="connsiteY8" fmla="*/ 267489 h 361971"/>
              <a:gd name="connsiteX9" fmla="*/ 123965 w 362313"/>
              <a:gd name="connsiteY9" fmla="*/ 269404 h 361971"/>
              <a:gd name="connsiteX10" fmla="*/ 119492 w 362313"/>
              <a:gd name="connsiteY10" fmla="*/ 267489 h 361971"/>
              <a:gd name="connsiteX11" fmla="*/ 119492 w 362313"/>
              <a:gd name="connsiteY11" fmla="*/ 258551 h 361971"/>
              <a:gd name="connsiteX12" fmla="*/ 142496 w 362313"/>
              <a:gd name="connsiteY12" fmla="*/ 235569 h 361971"/>
              <a:gd name="connsiteX13" fmla="*/ 142496 w 362313"/>
              <a:gd name="connsiteY13" fmla="*/ 211310 h 361971"/>
              <a:gd name="connsiteX14" fmla="*/ 66455 w 362313"/>
              <a:gd name="connsiteY14" fmla="*/ 211310 h 361971"/>
              <a:gd name="connsiteX15" fmla="*/ 60065 w 362313"/>
              <a:gd name="connsiteY15" fmla="*/ 204926 h 361971"/>
              <a:gd name="connsiteX16" fmla="*/ 66455 w 362313"/>
              <a:gd name="connsiteY16" fmla="*/ 198542 h 361971"/>
              <a:gd name="connsiteX17" fmla="*/ 142496 w 362313"/>
              <a:gd name="connsiteY17" fmla="*/ 198542 h 361971"/>
              <a:gd name="connsiteX18" fmla="*/ 142496 w 362313"/>
              <a:gd name="connsiteY18" fmla="*/ 162153 h 361971"/>
              <a:gd name="connsiteX19" fmla="*/ 66455 w 362313"/>
              <a:gd name="connsiteY19" fmla="*/ 162153 h 361971"/>
              <a:gd name="connsiteX20" fmla="*/ 60065 w 362313"/>
              <a:gd name="connsiteY20" fmla="*/ 155769 h 361971"/>
              <a:gd name="connsiteX21" fmla="*/ 66455 w 362313"/>
              <a:gd name="connsiteY21" fmla="*/ 149385 h 361971"/>
              <a:gd name="connsiteX22" fmla="*/ 142496 w 362313"/>
              <a:gd name="connsiteY22" fmla="*/ 149385 h 361971"/>
              <a:gd name="connsiteX23" fmla="*/ 142496 w 362313"/>
              <a:gd name="connsiteY23" fmla="*/ 125764 h 361971"/>
              <a:gd name="connsiteX24" fmla="*/ 119492 w 362313"/>
              <a:gd name="connsiteY24" fmla="*/ 102782 h 361971"/>
              <a:gd name="connsiteX25" fmla="*/ 118853 w 362313"/>
              <a:gd name="connsiteY25" fmla="*/ 93844 h 361971"/>
              <a:gd name="connsiteX26" fmla="*/ 127799 w 362313"/>
              <a:gd name="connsiteY26" fmla="*/ 93206 h 361971"/>
              <a:gd name="connsiteX27" fmla="*/ 128438 w 362313"/>
              <a:gd name="connsiteY27" fmla="*/ 93844 h 361971"/>
              <a:gd name="connsiteX28" fmla="*/ 153358 w 362313"/>
              <a:gd name="connsiteY28" fmla="*/ 118742 h 361971"/>
              <a:gd name="connsiteX29" fmla="*/ 155275 w 362313"/>
              <a:gd name="connsiteY29" fmla="*/ 123211 h 361971"/>
              <a:gd name="connsiteX30" fmla="*/ 155275 w 362313"/>
              <a:gd name="connsiteY30" fmla="*/ 238122 h 361971"/>
              <a:gd name="connsiteX31" fmla="*/ 297132 w 362313"/>
              <a:gd name="connsiteY31" fmla="*/ 198542 h 361971"/>
              <a:gd name="connsiteX32" fmla="*/ 303522 w 362313"/>
              <a:gd name="connsiteY32" fmla="*/ 204926 h 361971"/>
              <a:gd name="connsiteX33" fmla="*/ 297132 w 362313"/>
              <a:gd name="connsiteY33" fmla="*/ 211310 h 361971"/>
              <a:gd name="connsiteX34" fmla="*/ 221092 w 362313"/>
              <a:gd name="connsiteY34" fmla="*/ 211310 h 361971"/>
              <a:gd name="connsiteX35" fmla="*/ 221092 w 362313"/>
              <a:gd name="connsiteY35" fmla="*/ 235569 h 361971"/>
              <a:gd name="connsiteX36" fmla="*/ 244096 w 362313"/>
              <a:gd name="connsiteY36" fmla="*/ 258551 h 361971"/>
              <a:gd name="connsiteX37" fmla="*/ 244096 w 362313"/>
              <a:gd name="connsiteY37" fmla="*/ 267489 h 361971"/>
              <a:gd name="connsiteX38" fmla="*/ 235150 w 362313"/>
              <a:gd name="connsiteY38" fmla="*/ 267489 h 361971"/>
              <a:gd name="connsiteX39" fmla="*/ 210229 w 362313"/>
              <a:gd name="connsiteY39" fmla="*/ 242591 h 361971"/>
              <a:gd name="connsiteX40" fmla="*/ 208312 w 362313"/>
              <a:gd name="connsiteY40" fmla="*/ 238122 h 361971"/>
              <a:gd name="connsiteX41" fmla="*/ 208312 w 362313"/>
              <a:gd name="connsiteY41" fmla="*/ 123211 h 361971"/>
              <a:gd name="connsiteX42" fmla="*/ 210229 w 362313"/>
              <a:gd name="connsiteY42" fmla="*/ 118742 h 361971"/>
              <a:gd name="connsiteX43" fmla="*/ 235150 w 362313"/>
              <a:gd name="connsiteY43" fmla="*/ 93844 h 361971"/>
              <a:gd name="connsiteX44" fmla="*/ 244096 w 362313"/>
              <a:gd name="connsiteY44" fmla="*/ 93844 h 361971"/>
              <a:gd name="connsiteX45" fmla="*/ 244096 w 362313"/>
              <a:gd name="connsiteY45" fmla="*/ 93844 h 361971"/>
              <a:gd name="connsiteX46" fmla="*/ 244096 w 362313"/>
              <a:gd name="connsiteY46" fmla="*/ 102782 h 361971"/>
              <a:gd name="connsiteX47" fmla="*/ 221092 w 362313"/>
              <a:gd name="connsiteY47" fmla="*/ 125764 h 361971"/>
              <a:gd name="connsiteX48" fmla="*/ 221092 w 362313"/>
              <a:gd name="connsiteY48" fmla="*/ 149385 h 361971"/>
              <a:gd name="connsiteX49" fmla="*/ 297132 w 362313"/>
              <a:gd name="connsiteY49" fmla="*/ 149385 h 361971"/>
              <a:gd name="connsiteX50" fmla="*/ 303522 w 362313"/>
              <a:gd name="connsiteY50" fmla="*/ 155769 h 361971"/>
              <a:gd name="connsiteX51" fmla="*/ 297132 w 362313"/>
              <a:gd name="connsiteY51" fmla="*/ 162153 h 361971"/>
              <a:gd name="connsiteX52" fmla="*/ 221092 w 362313"/>
              <a:gd name="connsiteY52" fmla="*/ 162153 h 361971"/>
              <a:gd name="connsiteX53" fmla="*/ 221092 w 362313"/>
              <a:gd name="connsiteY53" fmla="*/ 198542 h 361971"/>
              <a:gd name="connsiteX54" fmla="*/ 297132 w 362313"/>
              <a:gd name="connsiteY54" fmla="*/ 19854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62313"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6"/>
                  <a:pt x="281796" y="0"/>
                  <a:pt x="181474" y="0"/>
                </a:cubicBezTo>
                <a:close/>
                <a:moveTo>
                  <a:pt x="155275" y="238122"/>
                </a:moveTo>
                <a:cubicBezTo>
                  <a:pt x="155275" y="240038"/>
                  <a:pt x="154637" y="241314"/>
                  <a:pt x="153358" y="242591"/>
                </a:cubicBezTo>
                <a:lnTo>
                  <a:pt x="128438" y="267489"/>
                </a:lnTo>
                <a:cubicBezTo>
                  <a:pt x="127160" y="268766"/>
                  <a:pt x="125882" y="269404"/>
                  <a:pt x="123965" y="269404"/>
                </a:cubicBezTo>
                <a:cubicBezTo>
                  <a:pt x="122048" y="269404"/>
                  <a:pt x="120770" y="268766"/>
                  <a:pt x="119492" y="267489"/>
                </a:cubicBezTo>
                <a:cubicBezTo>
                  <a:pt x="116936" y="264935"/>
                  <a:pt x="116936" y="261105"/>
                  <a:pt x="119492" y="258551"/>
                </a:cubicBezTo>
                <a:lnTo>
                  <a:pt x="142496" y="235569"/>
                </a:lnTo>
                <a:lnTo>
                  <a:pt x="142496" y="211310"/>
                </a:lnTo>
                <a:lnTo>
                  <a:pt x="66455" y="211310"/>
                </a:lnTo>
                <a:cubicBezTo>
                  <a:pt x="62621" y="211310"/>
                  <a:pt x="60065" y="208756"/>
                  <a:pt x="60065" y="204926"/>
                </a:cubicBezTo>
                <a:cubicBezTo>
                  <a:pt x="60065" y="201095"/>
                  <a:pt x="62621" y="198542"/>
                  <a:pt x="66455" y="198542"/>
                </a:cubicBezTo>
                <a:lnTo>
                  <a:pt x="142496" y="198542"/>
                </a:lnTo>
                <a:lnTo>
                  <a:pt x="142496" y="162153"/>
                </a:lnTo>
                <a:lnTo>
                  <a:pt x="66455" y="162153"/>
                </a:lnTo>
                <a:cubicBezTo>
                  <a:pt x="62621" y="162153"/>
                  <a:pt x="60065" y="159600"/>
                  <a:pt x="60065" y="155769"/>
                </a:cubicBezTo>
                <a:cubicBezTo>
                  <a:pt x="60065" y="151939"/>
                  <a:pt x="62621" y="149385"/>
                  <a:pt x="66455" y="149385"/>
                </a:cubicBezTo>
                <a:lnTo>
                  <a:pt x="142496" y="149385"/>
                </a:lnTo>
                <a:lnTo>
                  <a:pt x="142496" y="125764"/>
                </a:lnTo>
                <a:lnTo>
                  <a:pt x="119492" y="102782"/>
                </a:lnTo>
                <a:cubicBezTo>
                  <a:pt x="116936" y="100228"/>
                  <a:pt x="116297" y="96398"/>
                  <a:pt x="118853" y="93844"/>
                </a:cubicBezTo>
                <a:cubicBezTo>
                  <a:pt x="121409" y="91291"/>
                  <a:pt x="125243" y="90652"/>
                  <a:pt x="127799" y="93206"/>
                </a:cubicBezTo>
                <a:cubicBezTo>
                  <a:pt x="127799" y="93206"/>
                  <a:pt x="128438" y="93844"/>
                  <a:pt x="128438" y="93844"/>
                </a:cubicBezTo>
                <a:lnTo>
                  <a:pt x="153358" y="118742"/>
                </a:lnTo>
                <a:cubicBezTo>
                  <a:pt x="154637" y="120019"/>
                  <a:pt x="155275" y="121296"/>
                  <a:pt x="155275" y="123211"/>
                </a:cubicBezTo>
                <a:lnTo>
                  <a:pt x="155275" y="238122"/>
                </a:lnTo>
                <a:close/>
                <a:moveTo>
                  <a:pt x="297132" y="198542"/>
                </a:moveTo>
                <a:cubicBezTo>
                  <a:pt x="300966" y="198542"/>
                  <a:pt x="303522" y="201095"/>
                  <a:pt x="303522" y="204926"/>
                </a:cubicBezTo>
                <a:cubicBezTo>
                  <a:pt x="303522" y="208756"/>
                  <a:pt x="300966" y="211310"/>
                  <a:pt x="297132" y="211310"/>
                </a:cubicBezTo>
                <a:lnTo>
                  <a:pt x="221092" y="211310"/>
                </a:lnTo>
                <a:lnTo>
                  <a:pt x="221092" y="235569"/>
                </a:lnTo>
                <a:lnTo>
                  <a:pt x="244096" y="258551"/>
                </a:lnTo>
                <a:cubicBezTo>
                  <a:pt x="246652" y="261105"/>
                  <a:pt x="246652" y="264935"/>
                  <a:pt x="244096" y="267489"/>
                </a:cubicBezTo>
                <a:cubicBezTo>
                  <a:pt x="241540" y="270042"/>
                  <a:pt x="237706" y="270042"/>
                  <a:pt x="235150" y="267489"/>
                </a:cubicBezTo>
                <a:lnTo>
                  <a:pt x="210229" y="242591"/>
                </a:lnTo>
                <a:cubicBezTo>
                  <a:pt x="208951" y="241314"/>
                  <a:pt x="208312" y="240038"/>
                  <a:pt x="208312" y="238122"/>
                </a:cubicBezTo>
                <a:lnTo>
                  <a:pt x="208312" y="123211"/>
                </a:lnTo>
                <a:cubicBezTo>
                  <a:pt x="208312" y="121296"/>
                  <a:pt x="208951" y="120019"/>
                  <a:pt x="210229" y="118742"/>
                </a:cubicBezTo>
                <a:lnTo>
                  <a:pt x="235150" y="93844"/>
                </a:lnTo>
                <a:cubicBezTo>
                  <a:pt x="237706" y="91291"/>
                  <a:pt x="241540" y="91291"/>
                  <a:pt x="244096" y="93844"/>
                </a:cubicBezTo>
                <a:cubicBezTo>
                  <a:pt x="244096" y="93844"/>
                  <a:pt x="244096" y="93844"/>
                  <a:pt x="244096" y="93844"/>
                </a:cubicBezTo>
                <a:cubicBezTo>
                  <a:pt x="246652" y="96398"/>
                  <a:pt x="246652" y="100228"/>
                  <a:pt x="244096" y="102782"/>
                </a:cubicBezTo>
                <a:lnTo>
                  <a:pt x="221092" y="125764"/>
                </a:lnTo>
                <a:lnTo>
                  <a:pt x="221092" y="149385"/>
                </a:lnTo>
                <a:lnTo>
                  <a:pt x="297132" y="149385"/>
                </a:lnTo>
                <a:cubicBezTo>
                  <a:pt x="300966" y="149385"/>
                  <a:pt x="303522" y="151939"/>
                  <a:pt x="303522" y="155769"/>
                </a:cubicBezTo>
                <a:cubicBezTo>
                  <a:pt x="303522" y="159600"/>
                  <a:pt x="300966" y="162153"/>
                  <a:pt x="297132" y="162153"/>
                </a:cubicBezTo>
                <a:lnTo>
                  <a:pt x="221092" y="162153"/>
                </a:lnTo>
                <a:lnTo>
                  <a:pt x="221092" y="198542"/>
                </a:lnTo>
                <a:lnTo>
                  <a:pt x="297132" y="198542"/>
                </a:lnTo>
                <a:close/>
              </a:path>
            </a:pathLst>
          </a:custGeom>
          <a:solidFill>
            <a:srgbClr val="26890D"/>
          </a:solidFill>
          <a:ln w="6390" cap="flat">
            <a:noFill/>
            <a:prstDash val="solid"/>
            <a:miter/>
          </a:ln>
        </p:spPr>
        <p:txBody>
          <a:bodyPr rtlCol="0" anchor="ctr"/>
          <a:lstStyle/>
          <a:p>
            <a:endParaRPr lang="en-US"/>
          </a:p>
        </p:txBody>
      </p:sp>
      <p:grpSp>
        <p:nvGrpSpPr>
          <p:cNvPr id="539" name="Graphic 4">
            <a:extLst>
              <a:ext uri="{FF2B5EF4-FFF2-40B4-BE49-F238E27FC236}">
                <a16:creationId xmlns:a16="http://schemas.microsoft.com/office/drawing/2014/main" id="{7D1BCB16-9696-9440-A5BF-A4A0A9E4FB29}"/>
              </a:ext>
            </a:extLst>
          </p:cNvPr>
          <p:cNvGrpSpPr/>
          <p:nvPr/>
        </p:nvGrpSpPr>
        <p:grpSpPr>
          <a:xfrm>
            <a:off x="6149937" y="2371173"/>
            <a:ext cx="362309" cy="361971"/>
            <a:chOff x="5099169" y="2371173"/>
            <a:chExt cx="362309" cy="361971"/>
          </a:xfrm>
          <a:solidFill>
            <a:srgbClr val="43B02A"/>
          </a:solidFill>
        </p:grpSpPr>
        <p:sp>
          <p:nvSpPr>
            <p:cNvPr id="540" name="Graphic 4">
              <a:extLst>
                <a:ext uri="{FF2B5EF4-FFF2-40B4-BE49-F238E27FC236}">
                  <a16:creationId xmlns:a16="http://schemas.microsoft.com/office/drawing/2014/main" id="{05D94857-1438-3140-9E11-6E7EF4024134}"/>
                </a:ext>
              </a:extLst>
            </p:cNvPr>
            <p:cNvSpPr/>
            <p:nvPr/>
          </p:nvSpPr>
          <p:spPr>
            <a:xfrm>
              <a:off x="5287034" y="2488000"/>
              <a:ext cx="56870" cy="102143"/>
            </a:xfrm>
            <a:custGeom>
              <a:avLst/>
              <a:gdLst>
                <a:gd name="connsiteX0" fmla="*/ 56870 w 56870"/>
                <a:gd name="connsiteY0" fmla="*/ 102144 h 102143"/>
                <a:gd name="connsiteX1" fmla="*/ 0 w 56870"/>
                <a:gd name="connsiteY1" fmla="*/ 0 h 102143"/>
                <a:gd name="connsiteX2" fmla="*/ 0 w 56870"/>
                <a:gd name="connsiteY2" fmla="*/ 4469 h 102143"/>
                <a:gd name="connsiteX3" fmla="*/ 0 w 56870"/>
                <a:gd name="connsiteY3" fmla="*/ 102144 h 102143"/>
              </a:gdLst>
              <a:ahLst/>
              <a:cxnLst>
                <a:cxn ang="0">
                  <a:pos x="connsiteX0" y="connsiteY0"/>
                </a:cxn>
                <a:cxn ang="0">
                  <a:pos x="connsiteX1" y="connsiteY1"/>
                </a:cxn>
                <a:cxn ang="0">
                  <a:pos x="connsiteX2" y="connsiteY2"/>
                </a:cxn>
                <a:cxn ang="0">
                  <a:pos x="connsiteX3" y="connsiteY3"/>
                </a:cxn>
              </a:cxnLst>
              <a:rect l="l" t="t" r="r" b="b"/>
              <a:pathLst>
                <a:path w="56870" h="102143">
                  <a:moveTo>
                    <a:pt x="56870" y="102144"/>
                  </a:moveTo>
                  <a:lnTo>
                    <a:pt x="0" y="0"/>
                  </a:lnTo>
                  <a:lnTo>
                    <a:pt x="0" y="4469"/>
                  </a:lnTo>
                  <a:lnTo>
                    <a:pt x="0" y="102144"/>
                  </a:lnTo>
                  <a:close/>
                </a:path>
              </a:pathLst>
            </a:custGeom>
            <a:solidFill>
              <a:srgbClr val="43B02A"/>
            </a:solidFill>
            <a:ln w="6390" cap="flat">
              <a:noFill/>
              <a:prstDash val="solid"/>
              <a:miter/>
            </a:ln>
          </p:spPr>
          <p:txBody>
            <a:bodyPr rtlCol="0" anchor="ctr"/>
            <a:lstStyle/>
            <a:p>
              <a:endParaRPr lang="en-US"/>
            </a:p>
          </p:txBody>
        </p:sp>
        <p:sp>
          <p:nvSpPr>
            <p:cNvPr id="541" name="Graphic 4">
              <a:extLst>
                <a:ext uri="{FF2B5EF4-FFF2-40B4-BE49-F238E27FC236}">
                  <a16:creationId xmlns:a16="http://schemas.microsoft.com/office/drawing/2014/main" id="{C09973E4-723F-0B4F-BAFF-BBCE108E0844}"/>
                </a:ext>
              </a:extLst>
            </p:cNvPr>
            <p:cNvSpPr/>
            <p:nvPr/>
          </p:nvSpPr>
          <p:spPr>
            <a:xfrm>
              <a:off x="5218661" y="2512898"/>
              <a:ext cx="55592" cy="77246"/>
            </a:xfrm>
            <a:custGeom>
              <a:avLst/>
              <a:gdLst>
                <a:gd name="connsiteX0" fmla="*/ 55593 w 55592"/>
                <a:gd name="connsiteY0" fmla="*/ 0 h 77246"/>
                <a:gd name="connsiteX1" fmla="*/ 0 w 55592"/>
                <a:gd name="connsiteY1" fmla="*/ 77246 h 77246"/>
                <a:gd name="connsiteX2" fmla="*/ 55593 w 55592"/>
                <a:gd name="connsiteY2" fmla="*/ 77246 h 77246"/>
              </a:gdLst>
              <a:ahLst/>
              <a:cxnLst>
                <a:cxn ang="0">
                  <a:pos x="connsiteX0" y="connsiteY0"/>
                </a:cxn>
                <a:cxn ang="0">
                  <a:pos x="connsiteX1" y="connsiteY1"/>
                </a:cxn>
                <a:cxn ang="0">
                  <a:pos x="connsiteX2" y="connsiteY2"/>
                </a:cxn>
              </a:cxnLst>
              <a:rect l="l" t="t" r="r" b="b"/>
              <a:pathLst>
                <a:path w="55592" h="77246">
                  <a:moveTo>
                    <a:pt x="55593" y="0"/>
                  </a:moveTo>
                  <a:lnTo>
                    <a:pt x="0" y="77246"/>
                  </a:lnTo>
                  <a:lnTo>
                    <a:pt x="55593" y="77246"/>
                  </a:lnTo>
                  <a:close/>
                </a:path>
              </a:pathLst>
            </a:custGeom>
            <a:solidFill>
              <a:srgbClr val="43B02A"/>
            </a:solidFill>
            <a:ln w="6390" cap="flat">
              <a:noFill/>
              <a:prstDash val="solid"/>
              <a:miter/>
            </a:ln>
          </p:spPr>
          <p:txBody>
            <a:bodyPr rtlCol="0" anchor="ctr"/>
            <a:lstStyle/>
            <a:p>
              <a:endParaRPr lang="en-US"/>
            </a:p>
          </p:txBody>
        </p:sp>
        <p:sp>
          <p:nvSpPr>
            <p:cNvPr id="542" name="Graphic 4">
              <a:extLst>
                <a:ext uri="{FF2B5EF4-FFF2-40B4-BE49-F238E27FC236}">
                  <a16:creationId xmlns:a16="http://schemas.microsoft.com/office/drawing/2014/main" id="{23FFD85D-5B44-A546-A44B-9FB067DCED75}"/>
                </a:ext>
              </a:extLst>
            </p:cNvPr>
            <p:cNvSpPr/>
            <p:nvPr/>
          </p:nvSpPr>
          <p:spPr>
            <a:xfrm>
              <a:off x="5099169"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90742 w 362309"/>
                <a:gd name="connsiteY7" fmla="*/ 229185 h 361971"/>
                <a:gd name="connsiteX8" fmla="*/ 260709 w 362309"/>
                <a:gd name="connsiteY8" fmla="*/ 273873 h 361971"/>
                <a:gd name="connsiteX9" fmla="*/ 255597 w 362309"/>
                <a:gd name="connsiteY9" fmla="*/ 276427 h 361971"/>
                <a:gd name="connsiteX10" fmla="*/ 107351 w 362309"/>
                <a:gd name="connsiteY10" fmla="*/ 276427 h 361971"/>
                <a:gd name="connsiteX11" fmla="*/ 102239 w 362309"/>
                <a:gd name="connsiteY11" fmla="*/ 273873 h 361971"/>
                <a:gd name="connsiteX12" fmla="*/ 72206 w 362309"/>
                <a:gd name="connsiteY12" fmla="*/ 229185 h 361971"/>
                <a:gd name="connsiteX13" fmla="*/ 74123 w 362309"/>
                <a:gd name="connsiteY13" fmla="*/ 220247 h 361971"/>
                <a:gd name="connsiteX14" fmla="*/ 77957 w 362309"/>
                <a:gd name="connsiteY14" fmla="*/ 218971 h 361971"/>
                <a:gd name="connsiteX15" fmla="*/ 104156 w 362309"/>
                <a:gd name="connsiteY15" fmla="*/ 218971 h 361971"/>
                <a:gd name="connsiteX16" fmla="*/ 175084 w 362309"/>
                <a:gd name="connsiteY16" fmla="*/ 119381 h 361971"/>
                <a:gd name="connsiteX17" fmla="*/ 175084 w 362309"/>
                <a:gd name="connsiteY17" fmla="*/ 91930 h 361971"/>
                <a:gd name="connsiteX18" fmla="*/ 180196 w 362309"/>
                <a:gd name="connsiteY18" fmla="*/ 85546 h 361971"/>
                <a:gd name="connsiteX19" fmla="*/ 187225 w 362309"/>
                <a:gd name="connsiteY19" fmla="*/ 88738 h 361971"/>
                <a:gd name="connsiteX20" fmla="*/ 259431 w 362309"/>
                <a:gd name="connsiteY20" fmla="*/ 218971 h 361971"/>
                <a:gd name="connsiteX21" fmla="*/ 285630 w 362309"/>
                <a:gd name="connsiteY21" fmla="*/ 218971 h 361971"/>
                <a:gd name="connsiteX22" fmla="*/ 292020 w 362309"/>
                <a:gd name="connsiteY22" fmla="*/ 225355 h 361971"/>
                <a:gd name="connsiteX23" fmla="*/ 290742 w 362309"/>
                <a:gd name="connsiteY23" fmla="*/ 229185 h 361971"/>
                <a:gd name="connsiteX24" fmla="*/ 290742 w 362309"/>
                <a:gd name="connsiteY24" fmla="*/ 22918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cubicBezTo>
                    <a:pt x="181474" y="0"/>
                    <a:pt x="181474" y="0"/>
                    <a:pt x="181474" y="0"/>
                  </a:cubicBezTo>
                  <a:close/>
                  <a:moveTo>
                    <a:pt x="290742" y="229185"/>
                  </a:moveTo>
                  <a:lnTo>
                    <a:pt x="260709" y="273873"/>
                  </a:lnTo>
                  <a:cubicBezTo>
                    <a:pt x="259431" y="275788"/>
                    <a:pt x="257514" y="276427"/>
                    <a:pt x="255597" y="276427"/>
                  </a:cubicBezTo>
                  <a:lnTo>
                    <a:pt x="107351" y="276427"/>
                  </a:lnTo>
                  <a:cubicBezTo>
                    <a:pt x="105434" y="276427"/>
                    <a:pt x="103517" y="275150"/>
                    <a:pt x="102239" y="273873"/>
                  </a:cubicBezTo>
                  <a:lnTo>
                    <a:pt x="72206" y="229185"/>
                  </a:lnTo>
                  <a:cubicBezTo>
                    <a:pt x="70289" y="225993"/>
                    <a:pt x="70928" y="222163"/>
                    <a:pt x="74123" y="220247"/>
                  </a:cubicBezTo>
                  <a:cubicBezTo>
                    <a:pt x="75401" y="219609"/>
                    <a:pt x="76679" y="218971"/>
                    <a:pt x="77957" y="218971"/>
                  </a:cubicBezTo>
                  <a:lnTo>
                    <a:pt x="104156" y="218971"/>
                  </a:lnTo>
                  <a:lnTo>
                    <a:pt x="175084" y="119381"/>
                  </a:lnTo>
                  <a:lnTo>
                    <a:pt x="175084" y="91930"/>
                  </a:lnTo>
                  <a:cubicBezTo>
                    <a:pt x="175084" y="88738"/>
                    <a:pt x="177001" y="86184"/>
                    <a:pt x="180196" y="85546"/>
                  </a:cubicBezTo>
                  <a:cubicBezTo>
                    <a:pt x="182752" y="84907"/>
                    <a:pt x="185947" y="86184"/>
                    <a:pt x="187225" y="88738"/>
                  </a:cubicBezTo>
                  <a:lnTo>
                    <a:pt x="259431" y="218971"/>
                  </a:lnTo>
                  <a:lnTo>
                    <a:pt x="285630" y="218971"/>
                  </a:lnTo>
                  <a:cubicBezTo>
                    <a:pt x="289464" y="218971"/>
                    <a:pt x="292020" y="221524"/>
                    <a:pt x="292020" y="225355"/>
                  </a:cubicBezTo>
                  <a:cubicBezTo>
                    <a:pt x="291381" y="226631"/>
                    <a:pt x="291381" y="227908"/>
                    <a:pt x="290742" y="229185"/>
                  </a:cubicBezTo>
                  <a:lnTo>
                    <a:pt x="290742" y="229185"/>
                  </a:lnTo>
                  <a:close/>
                </a:path>
              </a:pathLst>
            </a:custGeom>
            <a:solidFill>
              <a:srgbClr val="43B02A"/>
            </a:solidFill>
            <a:ln w="6390" cap="flat">
              <a:noFill/>
              <a:prstDash val="solid"/>
              <a:miter/>
            </a:ln>
          </p:spPr>
          <p:txBody>
            <a:bodyPr rtlCol="0" anchor="ctr"/>
            <a:lstStyle/>
            <a:p>
              <a:endParaRPr lang="en-US"/>
            </a:p>
          </p:txBody>
        </p:sp>
        <p:sp>
          <p:nvSpPr>
            <p:cNvPr id="543" name="Graphic 4">
              <a:extLst>
                <a:ext uri="{FF2B5EF4-FFF2-40B4-BE49-F238E27FC236}">
                  <a16:creationId xmlns:a16="http://schemas.microsoft.com/office/drawing/2014/main" id="{F5D4D5BD-98FE-734E-975B-763A913C8B69}"/>
                </a:ext>
              </a:extLst>
            </p:cNvPr>
            <p:cNvSpPr/>
            <p:nvPr/>
          </p:nvSpPr>
          <p:spPr>
            <a:xfrm>
              <a:off x="5188628" y="2602912"/>
              <a:ext cx="184030" cy="31919"/>
            </a:xfrm>
            <a:custGeom>
              <a:avLst/>
              <a:gdLst>
                <a:gd name="connsiteX0" fmla="*/ 92015 w 184030"/>
                <a:gd name="connsiteY0" fmla="*/ 0 h 31919"/>
                <a:gd name="connsiteX1" fmla="*/ 17892 w 184030"/>
                <a:gd name="connsiteY1" fmla="*/ 0 h 31919"/>
                <a:gd name="connsiteX2" fmla="*/ 0 w 184030"/>
                <a:gd name="connsiteY2" fmla="*/ 0 h 31919"/>
                <a:gd name="connsiteX3" fmla="*/ 21087 w 184030"/>
                <a:gd name="connsiteY3" fmla="*/ 31920 h 31919"/>
                <a:gd name="connsiteX4" fmla="*/ 162305 w 184030"/>
                <a:gd name="connsiteY4" fmla="*/ 31920 h 31919"/>
                <a:gd name="connsiteX5" fmla="*/ 184030 w 184030"/>
                <a:gd name="connsiteY5" fmla="*/ 0 h 31919"/>
                <a:gd name="connsiteX6" fmla="*/ 166138 w 184030"/>
                <a:gd name="connsiteY6" fmla="*/ 0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030" h="31919">
                  <a:moveTo>
                    <a:pt x="92015" y="0"/>
                  </a:moveTo>
                  <a:lnTo>
                    <a:pt x="17892" y="0"/>
                  </a:lnTo>
                  <a:lnTo>
                    <a:pt x="0" y="0"/>
                  </a:lnTo>
                  <a:lnTo>
                    <a:pt x="21087" y="31920"/>
                  </a:lnTo>
                  <a:lnTo>
                    <a:pt x="162305" y="31920"/>
                  </a:lnTo>
                  <a:lnTo>
                    <a:pt x="184030" y="0"/>
                  </a:lnTo>
                  <a:lnTo>
                    <a:pt x="166138" y="0"/>
                  </a:lnTo>
                  <a:close/>
                </a:path>
              </a:pathLst>
            </a:custGeom>
            <a:solidFill>
              <a:srgbClr val="43B02A"/>
            </a:solidFill>
            <a:ln w="6390" cap="flat">
              <a:noFill/>
              <a:prstDash val="solid"/>
              <a:miter/>
            </a:ln>
          </p:spPr>
          <p:txBody>
            <a:bodyPr rtlCol="0" anchor="ctr"/>
            <a:lstStyle/>
            <a:p>
              <a:endParaRPr lang="en-US"/>
            </a:p>
          </p:txBody>
        </p:sp>
      </p:grpSp>
      <p:grpSp>
        <p:nvGrpSpPr>
          <p:cNvPr id="544" name="Graphic 4">
            <a:extLst>
              <a:ext uri="{FF2B5EF4-FFF2-40B4-BE49-F238E27FC236}">
                <a16:creationId xmlns:a16="http://schemas.microsoft.com/office/drawing/2014/main" id="{2B26CD1D-5353-9A44-B50B-5CC3B1DECD33}"/>
              </a:ext>
            </a:extLst>
          </p:cNvPr>
          <p:cNvGrpSpPr/>
          <p:nvPr/>
        </p:nvGrpSpPr>
        <p:grpSpPr>
          <a:xfrm>
            <a:off x="7197248" y="2371173"/>
            <a:ext cx="362309" cy="361971"/>
            <a:chOff x="6146480" y="2371173"/>
            <a:chExt cx="362309" cy="361971"/>
          </a:xfrm>
          <a:solidFill>
            <a:srgbClr val="43B02A"/>
          </a:solidFill>
        </p:grpSpPr>
        <p:sp>
          <p:nvSpPr>
            <p:cNvPr id="545" name="Graphic 4">
              <a:extLst>
                <a:ext uri="{FF2B5EF4-FFF2-40B4-BE49-F238E27FC236}">
                  <a16:creationId xmlns:a16="http://schemas.microsoft.com/office/drawing/2014/main" id="{8E3B47DC-AD5A-3C42-8D1F-F7AF0C5BA630}"/>
                </a:ext>
              </a:extLst>
            </p:cNvPr>
            <p:cNvSpPr/>
            <p:nvPr/>
          </p:nvSpPr>
          <p:spPr>
            <a:xfrm>
              <a:off x="6285141" y="2533326"/>
              <a:ext cx="85625" cy="30643"/>
            </a:xfrm>
            <a:custGeom>
              <a:avLst/>
              <a:gdLst>
                <a:gd name="connsiteX0" fmla="*/ 85625 w 85625"/>
                <a:gd name="connsiteY0" fmla="*/ 30643 h 30643"/>
                <a:gd name="connsiteX1" fmla="*/ 80513 w 85625"/>
                <a:gd name="connsiteY1" fmla="*/ 10853 h 30643"/>
                <a:gd name="connsiteX2" fmla="*/ 64539 w 85625"/>
                <a:gd name="connsiteY2" fmla="*/ 0 h 30643"/>
                <a:gd name="connsiteX3" fmla="*/ 21087 w 85625"/>
                <a:gd name="connsiteY3" fmla="*/ 0 h 30643"/>
                <a:gd name="connsiteX4" fmla="*/ 5112 w 85625"/>
                <a:gd name="connsiteY4" fmla="*/ 10853 h 30643"/>
                <a:gd name="connsiteX5" fmla="*/ 0 w 85625"/>
                <a:gd name="connsiteY5" fmla="*/ 30643 h 30643"/>
                <a:gd name="connsiteX6" fmla="*/ 85625 w 85625"/>
                <a:gd name="connsiteY6" fmla="*/ 30643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625" h="30643">
                  <a:moveTo>
                    <a:pt x="85625" y="30643"/>
                  </a:moveTo>
                  <a:lnTo>
                    <a:pt x="80513" y="10853"/>
                  </a:lnTo>
                  <a:cubicBezTo>
                    <a:pt x="77318" y="7022"/>
                    <a:pt x="69650" y="0"/>
                    <a:pt x="64539" y="0"/>
                  </a:cubicBezTo>
                  <a:lnTo>
                    <a:pt x="21087" y="0"/>
                  </a:lnTo>
                  <a:cubicBezTo>
                    <a:pt x="15975" y="0"/>
                    <a:pt x="8307" y="7022"/>
                    <a:pt x="5112" y="10853"/>
                  </a:cubicBezTo>
                  <a:lnTo>
                    <a:pt x="0" y="30643"/>
                  </a:lnTo>
                  <a:lnTo>
                    <a:pt x="85625" y="30643"/>
                  </a:lnTo>
                  <a:close/>
                </a:path>
              </a:pathLst>
            </a:custGeom>
            <a:solidFill>
              <a:srgbClr val="43B02A"/>
            </a:solidFill>
            <a:ln w="6390" cap="flat">
              <a:noFill/>
              <a:prstDash val="solid"/>
              <a:miter/>
            </a:ln>
          </p:spPr>
          <p:txBody>
            <a:bodyPr rtlCol="0" anchor="ctr"/>
            <a:lstStyle/>
            <a:p>
              <a:endParaRPr lang="en-US"/>
            </a:p>
          </p:txBody>
        </p:sp>
        <p:sp>
          <p:nvSpPr>
            <p:cNvPr id="546" name="Graphic 4">
              <a:extLst>
                <a:ext uri="{FF2B5EF4-FFF2-40B4-BE49-F238E27FC236}">
                  <a16:creationId xmlns:a16="http://schemas.microsoft.com/office/drawing/2014/main" id="{C8AE5A67-011C-1A46-B59C-063D6CA2AB06}"/>
                </a:ext>
              </a:extLst>
            </p:cNvPr>
            <p:cNvSpPr/>
            <p:nvPr/>
          </p:nvSpPr>
          <p:spPr>
            <a:xfrm>
              <a:off x="6261499" y="2633555"/>
              <a:ext cx="15974" cy="10214"/>
            </a:xfrm>
            <a:custGeom>
              <a:avLst/>
              <a:gdLst>
                <a:gd name="connsiteX0" fmla="*/ 0 w 15974"/>
                <a:gd name="connsiteY0" fmla="*/ 10214 h 10214"/>
                <a:gd name="connsiteX1" fmla="*/ 15975 w 15974"/>
                <a:gd name="connsiteY1" fmla="*/ 10214 h 10214"/>
                <a:gd name="connsiteX2" fmla="*/ 15975 w 15974"/>
                <a:gd name="connsiteY2" fmla="*/ 4469 h 10214"/>
                <a:gd name="connsiteX3" fmla="*/ 0 w 15974"/>
                <a:gd name="connsiteY3" fmla="*/ 0 h 10214"/>
                <a:gd name="connsiteX4" fmla="*/ 0 w 15974"/>
                <a:gd name="connsiteY4" fmla="*/ 10214 h 10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74" h="10214">
                  <a:moveTo>
                    <a:pt x="0" y="10214"/>
                  </a:moveTo>
                  <a:lnTo>
                    <a:pt x="15975" y="10214"/>
                  </a:lnTo>
                  <a:lnTo>
                    <a:pt x="15975" y="4469"/>
                  </a:lnTo>
                  <a:cubicBezTo>
                    <a:pt x="10224" y="3192"/>
                    <a:pt x="5112" y="1915"/>
                    <a:pt x="0" y="0"/>
                  </a:cubicBezTo>
                  <a:lnTo>
                    <a:pt x="0" y="10214"/>
                  </a:lnTo>
                  <a:close/>
                </a:path>
              </a:pathLst>
            </a:custGeom>
            <a:solidFill>
              <a:srgbClr val="43B02A"/>
            </a:solidFill>
            <a:ln w="6390" cap="flat">
              <a:noFill/>
              <a:prstDash val="solid"/>
              <a:miter/>
            </a:ln>
          </p:spPr>
          <p:txBody>
            <a:bodyPr rtlCol="0" anchor="ctr"/>
            <a:lstStyle/>
            <a:p>
              <a:endParaRPr lang="en-US"/>
            </a:p>
          </p:txBody>
        </p:sp>
        <p:sp>
          <p:nvSpPr>
            <p:cNvPr id="547" name="Graphic 4">
              <a:extLst>
                <a:ext uri="{FF2B5EF4-FFF2-40B4-BE49-F238E27FC236}">
                  <a16:creationId xmlns:a16="http://schemas.microsoft.com/office/drawing/2014/main" id="{8581F3FD-868C-3F4A-BD38-8C6C86C7A9C0}"/>
                </a:ext>
              </a:extLst>
            </p:cNvPr>
            <p:cNvSpPr/>
            <p:nvPr/>
          </p:nvSpPr>
          <p:spPr>
            <a:xfrm>
              <a:off x="6253831" y="2576099"/>
              <a:ext cx="147607" cy="52987"/>
            </a:xfrm>
            <a:custGeom>
              <a:avLst/>
              <a:gdLst>
                <a:gd name="connsiteX0" fmla="*/ 147607 w 147607"/>
                <a:gd name="connsiteY0" fmla="*/ 37665 h 52987"/>
                <a:gd name="connsiteX1" fmla="*/ 147607 w 147607"/>
                <a:gd name="connsiteY1" fmla="*/ 22982 h 52987"/>
                <a:gd name="connsiteX2" fmla="*/ 124604 w 147607"/>
                <a:gd name="connsiteY2" fmla="*/ 0 h 52987"/>
                <a:gd name="connsiteX3" fmla="*/ 22365 w 147607"/>
                <a:gd name="connsiteY3" fmla="*/ 0 h 52987"/>
                <a:gd name="connsiteX4" fmla="*/ 0 w 147607"/>
                <a:gd name="connsiteY4" fmla="*/ 22982 h 52987"/>
                <a:gd name="connsiteX5" fmla="*/ 0 w 147607"/>
                <a:gd name="connsiteY5" fmla="*/ 37665 h 52987"/>
                <a:gd name="connsiteX6" fmla="*/ 73484 w 147607"/>
                <a:gd name="connsiteY6" fmla="*/ 52987 h 52987"/>
                <a:gd name="connsiteX7" fmla="*/ 147607 w 147607"/>
                <a:gd name="connsiteY7" fmla="*/ 37665 h 52987"/>
                <a:gd name="connsiteX8" fmla="*/ 27477 w 147607"/>
                <a:gd name="connsiteY8" fmla="*/ 38304 h 52987"/>
                <a:gd name="connsiteX9" fmla="*/ 15336 w 147607"/>
                <a:gd name="connsiteY9" fmla="*/ 26174 h 52987"/>
                <a:gd name="connsiteX10" fmla="*/ 27477 w 147607"/>
                <a:gd name="connsiteY10" fmla="*/ 14045 h 52987"/>
                <a:gd name="connsiteX11" fmla="*/ 39618 w 147607"/>
                <a:gd name="connsiteY11" fmla="*/ 26174 h 52987"/>
                <a:gd name="connsiteX12" fmla="*/ 27477 w 147607"/>
                <a:gd name="connsiteY12" fmla="*/ 38304 h 52987"/>
                <a:gd name="connsiteX13" fmla="*/ 27477 w 147607"/>
                <a:gd name="connsiteY13" fmla="*/ 38304 h 52987"/>
                <a:gd name="connsiteX14" fmla="*/ 27477 w 147607"/>
                <a:gd name="connsiteY14" fmla="*/ 38304 h 52987"/>
                <a:gd name="connsiteX15" fmla="*/ 88181 w 147607"/>
                <a:gd name="connsiteY15" fmla="*/ 29366 h 52987"/>
                <a:gd name="connsiteX16" fmla="*/ 59426 w 147607"/>
                <a:gd name="connsiteY16" fmla="*/ 29366 h 52987"/>
                <a:gd name="connsiteX17" fmla="*/ 53036 w 147607"/>
                <a:gd name="connsiteY17" fmla="*/ 22982 h 52987"/>
                <a:gd name="connsiteX18" fmla="*/ 59426 w 147607"/>
                <a:gd name="connsiteY18" fmla="*/ 16598 h 52987"/>
                <a:gd name="connsiteX19" fmla="*/ 88181 w 147607"/>
                <a:gd name="connsiteY19" fmla="*/ 16598 h 52987"/>
                <a:gd name="connsiteX20" fmla="*/ 94571 w 147607"/>
                <a:gd name="connsiteY20" fmla="*/ 22982 h 52987"/>
                <a:gd name="connsiteX21" fmla="*/ 88181 w 147607"/>
                <a:gd name="connsiteY21" fmla="*/ 29366 h 52987"/>
                <a:gd name="connsiteX22" fmla="*/ 119492 w 147607"/>
                <a:gd name="connsiteY22" fmla="*/ 38304 h 52987"/>
                <a:gd name="connsiteX23" fmla="*/ 107351 w 147607"/>
                <a:gd name="connsiteY23" fmla="*/ 26174 h 52987"/>
                <a:gd name="connsiteX24" fmla="*/ 119492 w 147607"/>
                <a:gd name="connsiteY24" fmla="*/ 14045 h 52987"/>
                <a:gd name="connsiteX25" fmla="*/ 131633 w 147607"/>
                <a:gd name="connsiteY25" fmla="*/ 26174 h 52987"/>
                <a:gd name="connsiteX26" fmla="*/ 131633 w 147607"/>
                <a:gd name="connsiteY26" fmla="*/ 26174 h 52987"/>
                <a:gd name="connsiteX27" fmla="*/ 119492 w 147607"/>
                <a:gd name="connsiteY27" fmla="*/ 38304 h 52987"/>
                <a:gd name="connsiteX28" fmla="*/ 119492 w 147607"/>
                <a:gd name="connsiteY28" fmla="*/ 38304 h 52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47607" h="52987">
                  <a:moveTo>
                    <a:pt x="147607" y="37665"/>
                  </a:moveTo>
                  <a:lnTo>
                    <a:pt x="147607" y="22982"/>
                  </a:lnTo>
                  <a:cubicBezTo>
                    <a:pt x="146969" y="10853"/>
                    <a:pt x="137384" y="638"/>
                    <a:pt x="124604" y="0"/>
                  </a:cubicBezTo>
                  <a:lnTo>
                    <a:pt x="22365" y="0"/>
                  </a:lnTo>
                  <a:cubicBezTo>
                    <a:pt x="10224" y="638"/>
                    <a:pt x="0" y="10214"/>
                    <a:pt x="0" y="22982"/>
                  </a:cubicBezTo>
                  <a:lnTo>
                    <a:pt x="0" y="37665"/>
                  </a:lnTo>
                  <a:cubicBezTo>
                    <a:pt x="639" y="38942"/>
                    <a:pt x="7029" y="52987"/>
                    <a:pt x="73484" y="52987"/>
                  </a:cubicBezTo>
                  <a:cubicBezTo>
                    <a:pt x="139939" y="52987"/>
                    <a:pt x="146969" y="38942"/>
                    <a:pt x="147607" y="37665"/>
                  </a:cubicBezTo>
                  <a:close/>
                  <a:moveTo>
                    <a:pt x="27477" y="38304"/>
                  </a:moveTo>
                  <a:cubicBezTo>
                    <a:pt x="21087" y="38304"/>
                    <a:pt x="15336" y="32558"/>
                    <a:pt x="15336" y="26174"/>
                  </a:cubicBezTo>
                  <a:cubicBezTo>
                    <a:pt x="15336" y="19790"/>
                    <a:pt x="21087" y="14045"/>
                    <a:pt x="27477" y="14045"/>
                  </a:cubicBezTo>
                  <a:cubicBezTo>
                    <a:pt x="33867" y="14045"/>
                    <a:pt x="39618" y="19790"/>
                    <a:pt x="39618" y="26174"/>
                  </a:cubicBezTo>
                  <a:cubicBezTo>
                    <a:pt x="39618" y="32558"/>
                    <a:pt x="34505" y="38304"/>
                    <a:pt x="27477" y="38304"/>
                  </a:cubicBezTo>
                  <a:cubicBezTo>
                    <a:pt x="27477" y="38304"/>
                    <a:pt x="27477" y="38304"/>
                    <a:pt x="27477" y="38304"/>
                  </a:cubicBezTo>
                  <a:lnTo>
                    <a:pt x="27477" y="38304"/>
                  </a:lnTo>
                  <a:close/>
                  <a:moveTo>
                    <a:pt x="88181" y="29366"/>
                  </a:moveTo>
                  <a:lnTo>
                    <a:pt x="59426" y="29366"/>
                  </a:lnTo>
                  <a:cubicBezTo>
                    <a:pt x="55593" y="29366"/>
                    <a:pt x="53036" y="26813"/>
                    <a:pt x="53036" y="22982"/>
                  </a:cubicBezTo>
                  <a:cubicBezTo>
                    <a:pt x="53036" y="19152"/>
                    <a:pt x="55593" y="16598"/>
                    <a:pt x="59426" y="16598"/>
                  </a:cubicBezTo>
                  <a:lnTo>
                    <a:pt x="88181" y="16598"/>
                  </a:lnTo>
                  <a:cubicBezTo>
                    <a:pt x="92015" y="16598"/>
                    <a:pt x="94571" y="19152"/>
                    <a:pt x="94571" y="22982"/>
                  </a:cubicBezTo>
                  <a:cubicBezTo>
                    <a:pt x="94571" y="26813"/>
                    <a:pt x="91376" y="29366"/>
                    <a:pt x="88181" y="29366"/>
                  </a:cubicBezTo>
                  <a:close/>
                  <a:moveTo>
                    <a:pt x="119492" y="38304"/>
                  </a:moveTo>
                  <a:cubicBezTo>
                    <a:pt x="113102" y="38304"/>
                    <a:pt x="107351" y="33197"/>
                    <a:pt x="107351" y="26174"/>
                  </a:cubicBezTo>
                  <a:cubicBezTo>
                    <a:pt x="107351" y="19790"/>
                    <a:pt x="112463" y="14045"/>
                    <a:pt x="119492" y="14045"/>
                  </a:cubicBezTo>
                  <a:cubicBezTo>
                    <a:pt x="125882" y="14045"/>
                    <a:pt x="131633" y="19152"/>
                    <a:pt x="131633" y="26174"/>
                  </a:cubicBezTo>
                  <a:cubicBezTo>
                    <a:pt x="131633" y="26174"/>
                    <a:pt x="131633" y="26174"/>
                    <a:pt x="131633" y="26174"/>
                  </a:cubicBezTo>
                  <a:cubicBezTo>
                    <a:pt x="131633" y="32558"/>
                    <a:pt x="125882" y="38304"/>
                    <a:pt x="119492" y="38304"/>
                  </a:cubicBezTo>
                  <a:lnTo>
                    <a:pt x="119492" y="38304"/>
                  </a:lnTo>
                  <a:close/>
                </a:path>
              </a:pathLst>
            </a:custGeom>
            <a:solidFill>
              <a:srgbClr val="43B02A"/>
            </a:solidFill>
            <a:ln w="6390" cap="flat">
              <a:noFill/>
              <a:prstDash val="solid"/>
              <a:miter/>
            </a:ln>
          </p:spPr>
          <p:txBody>
            <a:bodyPr rtlCol="0" anchor="ctr"/>
            <a:lstStyle/>
            <a:p>
              <a:endParaRPr lang="en-US"/>
            </a:p>
          </p:txBody>
        </p:sp>
        <p:sp>
          <p:nvSpPr>
            <p:cNvPr id="548" name="Graphic 4">
              <a:extLst>
                <a:ext uri="{FF2B5EF4-FFF2-40B4-BE49-F238E27FC236}">
                  <a16:creationId xmlns:a16="http://schemas.microsoft.com/office/drawing/2014/main" id="{DCD8F62A-F2B1-E44F-B53A-81F00C6E64CF}"/>
                </a:ext>
              </a:extLst>
            </p:cNvPr>
            <p:cNvSpPr/>
            <p:nvPr/>
          </p:nvSpPr>
          <p:spPr>
            <a:xfrm>
              <a:off x="6377796" y="2634193"/>
              <a:ext cx="16614" cy="9575"/>
            </a:xfrm>
            <a:custGeom>
              <a:avLst/>
              <a:gdLst>
                <a:gd name="connsiteX0" fmla="*/ 0 w 16614"/>
                <a:gd name="connsiteY0" fmla="*/ 9576 h 9575"/>
                <a:gd name="connsiteX1" fmla="*/ 16614 w 16614"/>
                <a:gd name="connsiteY1" fmla="*/ 9576 h 9575"/>
                <a:gd name="connsiteX2" fmla="*/ 16614 w 16614"/>
                <a:gd name="connsiteY2" fmla="*/ 0 h 9575"/>
                <a:gd name="connsiteX3" fmla="*/ 0 w 16614"/>
                <a:gd name="connsiteY3" fmla="*/ 4469 h 9575"/>
                <a:gd name="connsiteX4" fmla="*/ 0 w 16614"/>
                <a:gd name="connsiteY4" fmla="*/ 9576 h 9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4" h="9575">
                  <a:moveTo>
                    <a:pt x="0" y="9576"/>
                  </a:moveTo>
                  <a:lnTo>
                    <a:pt x="16614" y="9576"/>
                  </a:lnTo>
                  <a:lnTo>
                    <a:pt x="16614" y="0"/>
                  </a:lnTo>
                  <a:cubicBezTo>
                    <a:pt x="11502" y="1915"/>
                    <a:pt x="5751" y="3192"/>
                    <a:pt x="0" y="4469"/>
                  </a:cubicBezTo>
                  <a:lnTo>
                    <a:pt x="0" y="9576"/>
                  </a:lnTo>
                  <a:close/>
                </a:path>
              </a:pathLst>
            </a:custGeom>
            <a:solidFill>
              <a:srgbClr val="43B02A"/>
            </a:solidFill>
            <a:ln w="6390" cap="flat">
              <a:noFill/>
              <a:prstDash val="solid"/>
              <a:miter/>
            </a:ln>
          </p:spPr>
          <p:txBody>
            <a:bodyPr rtlCol="0" anchor="ctr"/>
            <a:lstStyle/>
            <a:p>
              <a:endParaRPr lang="en-US"/>
            </a:p>
          </p:txBody>
        </p:sp>
        <p:sp>
          <p:nvSpPr>
            <p:cNvPr id="549" name="Graphic 4">
              <a:extLst>
                <a:ext uri="{FF2B5EF4-FFF2-40B4-BE49-F238E27FC236}">
                  <a16:creationId xmlns:a16="http://schemas.microsoft.com/office/drawing/2014/main" id="{9588726E-EBDB-154C-A48C-C1DD237B3298}"/>
                </a:ext>
              </a:extLst>
            </p:cNvPr>
            <p:cNvSpPr/>
            <p:nvPr/>
          </p:nvSpPr>
          <p:spPr>
            <a:xfrm>
              <a:off x="6146480"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03517 w 362309"/>
                <a:gd name="connsiteY6" fmla="*/ 113635 h 361971"/>
                <a:gd name="connsiteX7" fmla="*/ 243456 w 362309"/>
                <a:gd name="connsiteY7" fmla="*/ 98313 h 361971"/>
                <a:gd name="connsiteX8" fmla="*/ 258792 w 362309"/>
                <a:gd name="connsiteY8" fmla="*/ 113635 h 361971"/>
                <a:gd name="connsiteX9" fmla="*/ 258153 w 362309"/>
                <a:gd name="connsiteY9" fmla="*/ 122573 h 361971"/>
                <a:gd name="connsiteX10" fmla="*/ 249208 w 362309"/>
                <a:gd name="connsiteY10" fmla="*/ 121934 h 361971"/>
                <a:gd name="connsiteX11" fmla="*/ 127160 w 362309"/>
                <a:gd name="connsiteY11" fmla="*/ 108528 h 361971"/>
                <a:gd name="connsiteX12" fmla="*/ 113741 w 362309"/>
                <a:gd name="connsiteY12" fmla="*/ 121934 h 361971"/>
                <a:gd name="connsiteX13" fmla="*/ 108629 w 362309"/>
                <a:gd name="connsiteY13" fmla="*/ 124488 h 361971"/>
                <a:gd name="connsiteX14" fmla="*/ 102239 w 362309"/>
                <a:gd name="connsiteY14" fmla="*/ 118104 h 361971"/>
                <a:gd name="connsiteX15" fmla="*/ 103517 w 362309"/>
                <a:gd name="connsiteY15" fmla="*/ 113635 h 361971"/>
                <a:gd name="connsiteX16" fmla="*/ 103517 w 362309"/>
                <a:gd name="connsiteY16" fmla="*/ 113635 h 361971"/>
                <a:gd name="connsiteX17" fmla="*/ 237067 w 362309"/>
                <a:gd name="connsiteY17" fmla="*/ 145555 h 361971"/>
                <a:gd name="connsiteX18" fmla="*/ 228120 w 362309"/>
                <a:gd name="connsiteY18" fmla="*/ 144916 h 361971"/>
                <a:gd name="connsiteX19" fmla="*/ 228120 w 362309"/>
                <a:gd name="connsiteY19" fmla="*/ 144916 h 361971"/>
                <a:gd name="connsiteX20" fmla="*/ 143774 w 362309"/>
                <a:gd name="connsiteY20" fmla="*/ 135341 h 361971"/>
                <a:gd name="connsiteX21" fmla="*/ 134189 w 362309"/>
                <a:gd name="connsiteY21" fmla="*/ 144916 h 361971"/>
                <a:gd name="connsiteX22" fmla="*/ 125243 w 362309"/>
                <a:gd name="connsiteY22" fmla="*/ 145555 h 361971"/>
                <a:gd name="connsiteX23" fmla="*/ 124604 w 362309"/>
                <a:gd name="connsiteY23" fmla="*/ 136617 h 361971"/>
                <a:gd name="connsiteX24" fmla="*/ 124604 w 362309"/>
                <a:gd name="connsiteY24" fmla="*/ 136617 h 361971"/>
                <a:gd name="connsiteX25" fmla="*/ 227482 w 362309"/>
                <a:gd name="connsiteY25" fmla="*/ 125765 h 361971"/>
                <a:gd name="connsiteX26" fmla="*/ 238345 w 362309"/>
                <a:gd name="connsiteY26" fmla="*/ 136617 h 361971"/>
                <a:gd name="connsiteX27" fmla="*/ 237067 w 362309"/>
                <a:gd name="connsiteY27" fmla="*/ 145555 h 361971"/>
                <a:gd name="connsiteX28" fmla="*/ 237067 w 362309"/>
                <a:gd name="connsiteY28" fmla="*/ 145555 h 361971"/>
                <a:gd name="connsiteX29" fmla="*/ 267738 w 362309"/>
                <a:gd name="connsiteY29" fmla="*/ 242591 h 361971"/>
                <a:gd name="connsiteX30" fmla="*/ 263265 w 362309"/>
                <a:gd name="connsiteY30" fmla="*/ 252806 h 361971"/>
                <a:gd name="connsiteX31" fmla="*/ 260070 w 362309"/>
                <a:gd name="connsiteY31" fmla="*/ 255359 h 361971"/>
                <a:gd name="connsiteX32" fmla="*/ 260070 w 362309"/>
                <a:gd name="connsiteY32" fmla="*/ 278342 h 361971"/>
                <a:gd name="connsiteX33" fmla="*/ 253680 w 362309"/>
                <a:gd name="connsiteY33" fmla="*/ 284726 h 361971"/>
                <a:gd name="connsiteX34" fmla="*/ 224287 w 362309"/>
                <a:gd name="connsiteY34" fmla="*/ 284726 h 361971"/>
                <a:gd name="connsiteX35" fmla="*/ 217897 w 362309"/>
                <a:gd name="connsiteY35" fmla="*/ 278342 h 361971"/>
                <a:gd name="connsiteX36" fmla="*/ 217897 w 362309"/>
                <a:gd name="connsiteY36" fmla="*/ 268127 h 361971"/>
                <a:gd name="connsiteX37" fmla="*/ 143134 w 362309"/>
                <a:gd name="connsiteY37" fmla="*/ 268127 h 361971"/>
                <a:gd name="connsiteX38" fmla="*/ 143134 w 362309"/>
                <a:gd name="connsiteY38" fmla="*/ 278342 h 361971"/>
                <a:gd name="connsiteX39" fmla="*/ 136744 w 362309"/>
                <a:gd name="connsiteY39" fmla="*/ 284726 h 361971"/>
                <a:gd name="connsiteX40" fmla="*/ 107990 w 362309"/>
                <a:gd name="connsiteY40" fmla="*/ 284726 h 361971"/>
                <a:gd name="connsiteX41" fmla="*/ 101600 w 362309"/>
                <a:gd name="connsiteY41" fmla="*/ 278342 h 361971"/>
                <a:gd name="connsiteX42" fmla="*/ 101600 w 362309"/>
                <a:gd name="connsiteY42" fmla="*/ 255359 h 361971"/>
                <a:gd name="connsiteX43" fmla="*/ 98405 w 362309"/>
                <a:gd name="connsiteY43" fmla="*/ 252806 h 361971"/>
                <a:gd name="connsiteX44" fmla="*/ 93932 w 362309"/>
                <a:gd name="connsiteY44" fmla="*/ 242591 h 361971"/>
                <a:gd name="connsiteX45" fmla="*/ 93932 w 362309"/>
                <a:gd name="connsiteY45" fmla="*/ 228547 h 361971"/>
                <a:gd name="connsiteX46" fmla="*/ 112463 w 362309"/>
                <a:gd name="connsiteY46" fmla="*/ 197903 h 361971"/>
                <a:gd name="connsiteX47" fmla="*/ 108629 w 362309"/>
                <a:gd name="connsiteY47" fmla="*/ 192158 h 361971"/>
                <a:gd name="connsiteX48" fmla="*/ 115019 w 362309"/>
                <a:gd name="connsiteY48" fmla="*/ 185774 h 361971"/>
                <a:gd name="connsiteX49" fmla="*/ 126521 w 362309"/>
                <a:gd name="connsiteY49" fmla="*/ 185774 h 361971"/>
                <a:gd name="connsiteX50" fmla="*/ 130994 w 362309"/>
                <a:gd name="connsiteY50" fmla="*/ 168537 h 361971"/>
                <a:gd name="connsiteX51" fmla="*/ 132271 w 362309"/>
                <a:gd name="connsiteY51" fmla="*/ 165984 h 361971"/>
                <a:gd name="connsiteX52" fmla="*/ 159109 w 362309"/>
                <a:gd name="connsiteY52" fmla="*/ 148747 h 361971"/>
                <a:gd name="connsiteX53" fmla="*/ 202561 w 362309"/>
                <a:gd name="connsiteY53" fmla="*/ 148747 h 361971"/>
                <a:gd name="connsiteX54" fmla="*/ 229399 w 362309"/>
                <a:gd name="connsiteY54" fmla="*/ 165984 h 361971"/>
                <a:gd name="connsiteX55" fmla="*/ 230677 w 362309"/>
                <a:gd name="connsiteY55" fmla="*/ 168537 h 361971"/>
                <a:gd name="connsiteX56" fmla="*/ 235150 w 362309"/>
                <a:gd name="connsiteY56" fmla="*/ 185774 h 361971"/>
                <a:gd name="connsiteX57" fmla="*/ 246651 w 362309"/>
                <a:gd name="connsiteY57" fmla="*/ 185774 h 361971"/>
                <a:gd name="connsiteX58" fmla="*/ 253041 w 362309"/>
                <a:gd name="connsiteY58" fmla="*/ 192158 h 361971"/>
                <a:gd name="connsiteX59" fmla="*/ 249208 w 362309"/>
                <a:gd name="connsiteY59" fmla="*/ 197903 h 361971"/>
                <a:gd name="connsiteX60" fmla="*/ 267738 w 362309"/>
                <a:gd name="connsiteY60" fmla="*/ 228547 h 361971"/>
                <a:gd name="connsiteX61" fmla="*/ 267738 w 362309"/>
                <a:gd name="connsiteY61" fmla="*/ 24259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03517" y="113635"/>
                  </a:moveTo>
                  <a:cubicBezTo>
                    <a:pt x="138022" y="70862"/>
                    <a:pt x="200644" y="63840"/>
                    <a:pt x="243456" y="98313"/>
                  </a:cubicBezTo>
                  <a:cubicBezTo>
                    <a:pt x="249208" y="102782"/>
                    <a:pt x="254319" y="107889"/>
                    <a:pt x="258792" y="113635"/>
                  </a:cubicBezTo>
                  <a:cubicBezTo>
                    <a:pt x="261348" y="116189"/>
                    <a:pt x="260709" y="120657"/>
                    <a:pt x="258153" y="122573"/>
                  </a:cubicBezTo>
                  <a:cubicBezTo>
                    <a:pt x="255597" y="125126"/>
                    <a:pt x="251124" y="124488"/>
                    <a:pt x="249208" y="121934"/>
                  </a:cubicBezTo>
                  <a:cubicBezTo>
                    <a:pt x="219175" y="84269"/>
                    <a:pt x="164221" y="78523"/>
                    <a:pt x="127160" y="108528"/>
                  </a:cubicBezTo>
                  <a:cubicBezTo>
                    <a:pt x="122048" y="112358"/>
                    <a:pt x="117575" y="117465"/>
                    <a:pt x="113741" y="121934"/>
                  </a:cubicBezTo>
                  <a:cubicBezTo>
                    <a:pt x="112463" y="123211"/>
                    <a:pt x="110546" y="123849"/>
                    <a:pt x="108629" y="124488"/>
                  </a:cubicBezTo>
                  <a:cubicBezTo>
                    <a:pt x="104795" y="124488"/>
                    <a:pt x="102239" y="121934"/>
                    <a:pt x="102239" y="118104"/>
                  </a:cubicBezTo>
                  <a:cubicBezTo>
                    <a:pt x="102239" y="116189"/>
                    <a:pt x="102878" y="114912"/>
                    <a:pt x="103517" y="113635"/>
                  </a:cubicBezTo>
                  <a:lnTo>
                    <a:pt x="103517" y="113635"/>
                  </a:lnTo>
                  <a:close/>
                  <a:moveTo>
                    <a:pt x="237067" y="145555"/>
                  </a:moveTo>
                  <a:cubicBezTo>
                    <a:pt x="234510" y="148108"/>
                    <a:pt x="230038" y="147470"/>
                    <a:pt x="228120" y="144916"/>
                  </a:cubicBezTo>
                  <a:cubicBezTo>
                    <a:pt x="228120" y="144916"/>
                    <a:pt x="228120" y="144916"/>
                    <a:pt x="228120" y="144916"/>
                  </a:cubicBezTo>
                  <a:cubicBezTo>
                    <a:pt x="207673" y="118742"/>
                    <a:pt x="169333" y="114273"/>
                    <a:pt x="143774" y="135341"/>
                  </a:cubicBezTo>
                  <a:cubicBezTo>
                    <a:pt x="139939" y="137894"/>
                    <a:pt x="136744" y="141724"/>
                    <a:pt x="134189" y="144916"/>
                  </a:cubicBezTo>
                  <a:cubicBezTo>
                    <a:pt x="131633" y="147470"/>
                    <a:pt x="127799" y="148108"/>
                    <a:pt x="125243" y="145555"/>
                  </a:cubicBezTo>
                  <a:cubicBezTo>
                    <a:pt x="122686" y="143001"/>
                    <a:pt x="122048" y="139171"/>
                    <a:pt x="124604" y="136617"/>
                  </a:cubicBezTo>
                  <a:lnTo>
                    <a:pt x="124604" y="136617"/>
                  </a:lnTo>
                  <a:cubicBezTo>
                    <a:pt x="150164" y="105336"/>
                    <a:pt x="195532" y="100229"/>
                    <a:pt x="227482" y="125765"/>
                  </a:cubicBezTo>
                  <a:cubicBezTo>
                    <a:pt x="231315" y="128957"/>
                    <a:pt x="235150" y="132787"/>
                    <a:pt x="238345" y="136617"/>
                  </a:cubicBezTo>
                  <a:cubicBezTo>
                    <a:pt x="240261" y="139171"/>
                    <a:pt x="239623" y="143640"/>
                    <a:pt x="237067" y="145555"/>
                  </a:cubicBezTo>
                  <a:lnTo>
                    <a:pt x="237067" y="145555"/>
                  </a:lnTo>
                  <a:close/>
                  <a:moveTo>
                    <a:pt x="267738" y="242591"/>
                  </a:moveTo>
                  <a:cubicBezTo>
                    <a:pt x="267738" y="246422"/>
                    <a:pt x="265821" y="250252"/>
                    <a:pt x="263265" y="252806"/>
                  </a:cubicBezTo>
                  <a:cubicBezTo>
                    <a:pt x="262626" y="253444"/>
                    <a:pt x="261348" y="254721"/>
                    <a:pt x="260070" y="255359"/>
                  </a:cubicBezTo>
                  <a:lnTo>
                    <a:pt x="260070" y="278342"/>
                  </a:lnTo>
                  <a:cubicBezTo>
                    <a:pt x="260070" y="282172"/>
                    <a:pt x="257514" y="284726"/>
                    <a:pt x="253680" y="284726"/>
                  </a:cubicBezTo>
                  <a:lnTo>
                    <a:pt x="224287" y="284726"/>
                  </a:lnTo>
                  <a:cubicBezTo>
                    <a:pt x="220453" y="284726"/>
                    <a:pt x="217897" y="282172"/>
                    <a:pt x="217897" y="278342"/>
                  </a:cubicBezTo>
                  <a:lnTo>
                    <a:pt x="217897" y="268127"/>
                  </a:lnTo>
                  <a:cubicBezTo>
                    <a:pt x="192976" y="270681"/>
                    <a:pt x="168055" y="270681"/>
                    <a:pt x="143134" y="268127"/>
                  </a:cubicBezTo>
                  <a:lnTo>
                    <a:pt x="143134" y="278342"/>
                  </a:lnTo>
                  <a:cubicBezTo>
                    <a:pt x="143134" y="282172"/>
                    <a:pt x="140579" y="284726"/>
                    <a:pt x="136744" y="284726"/>
                  </a:cubicBezTo>
                  <a:lnTo>
                    <a:pt x="107990" y="284726"/>
                  </a:lnTo>
                  <a:cubicBezTo>
                    <a:pt x="104156" y="284726"/>
                    <a:pt x="101600" y="282172"/>
                    <a:pt x="101600" y="278342"/>
                  </a:cubicBezTo>
                  <a:lnTo>
                    <a:pt x="101600" y="255359"/>
                  </a:lnTo>
                  <a:cubicBezTo>
                    <a:pt x="100322" y="254721"/>
                    <a:pt x="99683" y="253444"/>
                    <a:pt x="98405" y="252806"/>
                  </a:cubicBezTo>
                  <a:cubicBezTo>
                    <a:pt x="95849" y="250252"/>
                    <a:pt x="93932" y="246422"/>
                    <a:pt x="93932" y="242591"/>
                  </a:cubicBezTo>
                  <a:lnTo>
                    <a:pt x="93932" y="228547"/>
                  </a:lnTo>
                  <a:cubicBezTo>
                    <a:pt x="94571" y="215779"/>
                    <a:pt x="101600" y="204287"/>
                    <a:pt x="112463" y="197903"/>
                  </a:cubicBezTo>
                  <a:cubicBezTo>
                    <a:pt x="109907" y="196627"/>
                    <a:pt x="108629" y="194711"/>
                    <a:pt x="108629" y="192158"/>
                  </a:cubicBezTo>
                  <a:cubicBezTo>
                    <a:pt x="108629" y="188327"/>
                    <a:pt x="111185" y="185774"/>
                    <a:pt x="115019" y="185774"/>
                  </a:cubicBezTo>
                  <a:lnTo>
                    <a:pt x="126521" y="185774"/>
                  </a:lnTo>
                  <a:lnTo>
                    <a:pt x="130994" y="168537"/>
                  </a:lnTo>
                  <a:cubicBezTo>
                    <a:pt x="130994" y="167899"/>
                    <a:pt x="131633" y="167260"/>
                    <a:pt x="132271" y="165984"/>
                  </a:cubicBezTo>
                  <a:cubicBezTo>
                    <a:pt x="133549" y="164068"/>
                    <a:pt x="145690" y="148747"/>
                    <a:pt x="159109" y="148747"/>
                  </a:cubicBezTo>
                  <a:lnTo>
                    <a:pt x="202561" y="148747"/>
                  </a:lnTo>
                  <a:cubicBezTo>
                    <a:pt x="215980" y="148747"/>
                    <a:pt x="228120" y="164068"/>
                    <a:pt x="229399" y="165984"/>
                  </a:cubicBezTo>
                  <a:cubicBezTo>
                    <a:pt x="230038" y="166622"/>
                    <a:pt x="230038" y="167260"/>
                    <a:pt x="230677" y="168537"/>
                  </a:cubicBezTo>
                  <a:lnTo>
                    <a:pt x="235150" y="185774"/>
                  </a:lnTo>
                  <a:lnTo>
                    <a:pt x="246651" y="185774"/>
                  </a:lnTo>
                  <a:cubicBezTo>
                    <a:pt x="250485" y="185774"/>
                    <a:pt x="253041" y="188327"/>
                    <a:pt x="253041" y="192158"/>
                  </a:cubicBezTo>
                  <a:cubicBezTo>
                    <a:pt x="253041" y="194711"/>
                    <a:pt x="251763" y="196627"/>
                    <a:pt x="249208" y="197903"/>
                  </a:cubicBezTo>
                  <a:cubicBezTo>
                    <a:pt x="260070" y="204287"/>
                    <a:pt x="267099" y="215779"/>
                    <a:pt x="267738" y="228547"/>
                  </a:cubicBezTo>
                  <a:lnTo>
                    <a:pt x="267738" y="242591"/>
                  </a:lnTo>
                  <a:close/>
                </a:path>
              </a:pathLst>
            </a:custGeom>
            <a:solidFill>
              <a:srgbClr val="43B02A"/>
            </a:solidFill>
            <a:ln w="6390" cap="flat">
              <a:noFill/>
              <a:prstDash val="solid"/>
              <a:miter/>
            </a:ln>
          </p:spPr>
          <p:txBody>
            <a:bodyPr rtlCol="0" anchor="ctr"/>
            <a:lstStyle/>
            <a:p>
              <a:endParaRPr lang="en-US"/>
            </a:p>
          </p:txBody>
        </p:sp>
      </p:grpSp>
      <p:grpSp>
        <p:nvGrpSpPr>
          <p:cNvPr id="550" name="Graphic 4">
            <a:extLst>
              <a:ext uri="{FF2B5EF4-FFF2-40B4-BE49-F238E27FC236}">
                <a16:creationId xmlns:a16="http://schemas.microsoft.com/office/drawing/2014/main" id="{A1FF2BE8-0931-8F45-87BC-F80E10F45D98}"/>
              </a:ext>
            </a:extLst>
          </p:cNvPr>
          <p:cNvGrpSpPr/>
          <p:nvPr/>
        </p:nvGrpSpPr>
        <p:grpSpPr>
          <a:xfrm>
            <a:off x="8242642" y="2371173"/>
            <a:ext cx="362312" cy="361971"/>
            <a:chOff x="7191874" y="2371173"/>
            <a:chExt cx="362312" cy="361971"/>
          </a:xfrm>
          <a:solidFill>
            <a:srgbClr val="43B02A"/>
          </a:solidFill>
        </p:grpSpPr>
        <p:sp>
          <p:nvSpPr>
            <p:cNvPr id="551" name="Graphic 4">
              <a:extLst>
                <a:ext uri="{FF2B5EF4-FFF2-40B4-BE49-F238E27FC236}">
                  <a16:creationId xmlns:a16="http://schemas.microsoft.com/office/drawing/2014/main" id="{E3578B0F-3B60-7748-8BB3-BEE1C32EC2F1}"/>
                </a:ext>
              </a:extLst>
            </p:cNvPr>
            <p:cNvSpPr/>
            <p:nvPr/>
          </p:nvSpPr>
          <p:spPr>
            <a:xfrm>
              <a:off x="7323506" y="2492469"/>
              <a:ext cx="99682" cy="51071"/>
            </a:xfrm>
            <a:custGeom>
              <a:avLst/>
              <a:gdLst>
                <a:gd name="connsiteX0" fmla="*/ 51758 w 99682"/>
                <a:gd name="connsiteY0" fmla="*/ 37666 h 51071"/>
                <a:gd name="connsiteX1" fmla="*/ 99683 w 99682"/>
                <a:gd name="connsiteY1" fmla="*/ 51072 h 51071"/>
                <a:gd name="connsiteX2" fmla="*/ 88181 w 99682"/>
                <a:gd name="connsiteY2" fmla="*/ 0 h 51071"/>
                <a:gd name="connsiteX3" fmla="*/ 11502 w 99682"/>
                <a:gd name="connsiteY3" fmla="*/ 0 h 51071"/>
                <a:gd name="connsiteX4" fmla="*/ 0 w 99682"/>
                <a:gd name="connsiteY4" fmla="*/ 51072 h 51071"/>
                <a:gd name="connsiteX5" fmla="*/ 47925 w 99682"/>
                <a:gd name="connsiteY5" fmla="*/ 38304 h 51071"/>
                <a:gd name="connsiteX6" fmla="*/ 51758 w 99682"/>
                <a:gd name="connsiteY6" fmla="*/ 37666 h 5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682" h="51071">
                  <a:moveTo>
                    <a:pt x="51758" y="37666"/>
                  </a:moveTo>
                  <a:lnTo>
                    <a:pt x="99683" y="51072"/>
                  </a:lnTo>
                  <a:lnTo>
                    <a:pt x="88181" y="0"/>
                  </a:lnTo>
                  <a:lnTo>
                    <a:pt x="11502" y="0"/>
                  </a:lnTo>
                  <a:lnTo>
                    <a:pt x="0" y="51072"/>
                  </a:lnTo>
                  <a:lnTo>
                    <a:pt x="47925" y="38304"/>
                  </a:lnTo>
                  <a:cubicBezTo>
                    <a:pt x="49842" y="37027"/>
                    <a:pt x="50481" y="37666"/>
                    <a:pt x="51758" y="37666"/>
                  </a:cubicBezTo>
                  <a:close/>
                </a:path>
              </a:pathLst>
            </a:custGeom>
            <a:solidFill>
              <a:srgbClr val="43B02A"/>
            </a:solidFill>
            <a:ln w="6390" cap="flat">
              <a:noFill/>
              <a:prstDash val="solid"/>
              <a:miter/>
            </a:ln>
          </p:spPr>
          <p:txBody>
            <a:bodyPr rtlCol="0" anchor="ctr"/>
            <a:lstStyle/>
            <a:p>
              <a:endParaRPr lang="en-US"/>
            </a:p>
          </p:txBody>
        </p:sp>
        <p:sp>
          <p:nvSpPr>
            <p:cNvPr id="552" name="Graphic 4">
              <a:extLst>
                <a:ext uri="{FF2B5EF4-FFF2-40B4-BE49-F238E27FC236}">
                  <a16:creationId xmlns:a16="http://schemas.microsoft.com/office/drawing/2014/main" id="{3604053D-70E1-D34D-A8CD-7A818ED8FED6}"/>
                </a:ext>
              </a:extLst>
            </p:cNvPr>
            <p:cNvSpPr/>
            <p:nvPr/>
          </p:nvSpPr>
          <p:spPr>
            <a:xfrm>
              <a:off x="7358012" y="2463102"/>
              <a:ext cx="30671" cy="15959"/>
            </a:xfrm>
            <a:custGeom>
              <a:avLst/>
              <a:gdLst>
                <a:gd name="connsiteX0" fmla="*/ 0 w 30671"/>
                <a:gd name="connsiteY0" fmla="*/ 0 h 15959"/>
                <a:gd name="connsiteX1" fmla="*/ 30672 w 30671"/>
                <a:gd name="connsiteY1" fmla="*/ 0 h 15959"/>
                <a:gd name="connsiteX2" fmla="*/ 30672 w 30671"/>
                <a:gd name="connsiteY2" fmla="*/ 15960 h 15959"/>
                <a:gd name="connsiteX3" fmla="*/ 0 w 30671"/>
                <a:gd name="connsiteY3" fmla="*/ 15960 h 15959"/>
              </a:gdLst>
              <a:ahLst/>
              <a:cxnLst>
                <a:cxn ang="0">
                  <a:pos x="connsiteX0" y="connsiteY0"/>
                </a:cxn>
                <a:cxn ang="0">
                  <a:pos x="connsiteX1" y="connsiteY1"/>
                </a:cxn>
                <a:cxn ang="0">
                  <a:pos x="connsiteX2" y="connsiteY2"/>
                </a:cxn>
                <a:cxn ang="0">
                  <a:pos x="connsiteX3" y="connsiteY3"/>
                </a:cxn>
              </a:cxnLst>
              <a:rect l="l" t="t" r="r" b="b"/>
              <a:pathLst>
                <a:path w="30671" h="15959">
                  <a:moveTo>
                    <a:pt x="0" y="0"/>
                  </a:moveTo>
                  <a:lnTo>
                    <a:pt x="30672" y="0"/>
                  </a:lnTo>
                  <a:lnTo>
                    <a:pt x="30672" y="15960"/>
                  </a:lnTo>
                  <a:lnTo>
                    <a:pt x="0" y="15960"/>
                  </a:lnTo>
                  <a:close/>
                </a:path>
              </a:pathLst>
            </a:custGeom>
            <a:solidFill>
              <a:srgbClr val="43B02A"/>
            </a:solidFill>
            <a:ln w="6390" cap="flat">
              <a:noFill/>
              <a:prstDash val="solid"/>
              <a:miter/>
            </a:ln>
          </p:spPr>
          <p:txBody>
            <a:bodyPr rtlCol="0" anchor="ctr"/>
            <a:lstStyle/>
            <a:p>
              <a:endParaRPr lang="en-US"/>
            </a:p>
          </p:txBody>
        </p:sp>
        <p:sp>
          <p:nvSpPr>
            <p:cNvPr id="553" name="Graphic 4">
              <a:extLst>
                <a:ext uri="{FF2B5EF4-FFF2-40B4-BE49-F238E27FC236}">
                  <a16:creationId xmlns:a16="http://schemas.microsoft.com/office/drawing/2014/main" id="{52353815-13F3-3646-879C-FC8E66E8B168}"/>
                </a:ext>
              </a:extLst>
            </p:cNvPr>
            <p:cNvSpPr/>
            <p:nvPr/>
          </p:nvSpPr>
          <p:spPr>
            <a:xfrm>
              <a:off x="7191874" y="237117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00322 w 362312"/>
                <a:gd name="connsiteY6" fmla="*/ 180667 h 361971"/>
                <a:gd name="connsiteX7" fmla="*/ 118214 w 362312"/>
                <a:gd name="connsiteY7" fmla="*/ 175560 h 361971"/>
                <a:gd name="connsiteX8" fmla="*/ 131633 w 362312"/>
                <a:gd name="connsiteY8" fmla="*/ 112358 h 361971"/>
                <a:gd name="connsiteX9" fmla="*/ 138022 w 362312"/>
                <a:gd name="connsiteY9" fmla="*/ 107251 h 361971"/>
                <a:gd name="connsiteX10" fmla="*/ 153358 w 362312"/>
                <a:gd name="connsiteY10" fmla="*/ 107251 h 361971"/>
                <a:gd name="connsiteX11" fmla="*/ 153358 w 362312"/>
                <a:gd name="connsiteY11" fmla="*/ 84907 h 361971"/>
                <a:gd name="connsiteX12" fmla="*/ 159748 w 362312"/>
                <a:gd name="connsiteY12" fmla="*/ 78523 h 361971"/>
                <a:gd name="connsiteX13" fmla="*/ 203200 w 362312"/>
                <a:gd name="connsiteY13" fmla="*/ 78523 h 361971"/>
                <a:gd name="connsiteX14" fmla="*/ 209590 w 362312"/>
                <a:gd name="connsiteY14" fmla="*/ 84907 h 361971"/>
                <a:gd name="connsiteX15" fmla="*/ 209590 w 362312"/>
                <a:gd name="connsiteY15" fmla="*/ 107251 h 361971"/>
                <a:gd name="connsiteX16" fmla="*/ 224925 w 362312"/>
                <a:gd name="connsiteY16" fmla="*/ 107251 h 361971"/>
                <a:gd name="connsiteX17" fmla="*/ 231315 w 362312"/>
                <a:gd name="connsiteY17" fmla="*/ 112358 h 361971"/>
                <a:gd name="connsiteX18" fmla="*/ 245374 w 362312"/>
                <a:gd name="connsiteY18" fmla="*/ 175560 h 361971"/>
                <a:gd name="connsiteX19" fmla="*/ 263265 w 362312"/>
                <a:gd name="connsiteY19" fmla="*/ 180667 h 361971"/>
                <a:gd name="connsiteX20" fmla="*/ 267739 w 362312"/>
                <a:gd name="connsiteY20" fmla="*/ 188327 h 361971"/>
                <a:gd name="connsiteX21" fmla="*/ 253041 w 362312"/>
                <a:gd name="connsiteY21" fmla="*/ 246422 h 361971"/>
                <a:gd name="connsiteX22" fmla="*/ 245374 w 362312"/>
                <a:gd name="connsiteY22" fmla="*/ 250891 h 361971"/>
                <a:gd name="connsiteX23" fmla="*/ 240900 w 362312"/>
                <a:gd name="connsiteY23" fmla="*/ 243230 h 361971"/>
                <a:gd name="connsiteX24" fmla="*/ 240900 w 362312"/>
                <a:gd name="connsiteY24" fmla="*/ 243230 h 361971"/>
                <a:gd name="connsiteX25" fmla="*/ 253680 w 362312"/>
                <a:gd name="connsiteY25" fmla="*/ 191519 h 361971"/>
                <a:gd name="connsiteX26" fmla="*/ 187864 w 362312"/>
                <a:gd name="connsiteY26" fmla="*/ 173644 h 361971"/>
                <a:gd name="connsiteX27" fmla="*/ 187864 w 362312"/>
                <a:gd name="connsiteY27" fmla="*/ 237484 h 361971"/>
                <a:gd name="connsiteX28" fmla="*/ 181474 w 362312"/>
                <a:gd name="connsiteY28" fmla="*/ 243868 h 361971"/>
                <a:gd name="connsiteX29" fmla="*/ 175084 w 362312"/>
                <a:gd name="connsiteY29" fmla="*/ 237484 h 361971"/>
                <a:gd name="connsiteX30" fmla="*/ 175084 w 362312"/>
                <a:gd name="connsiteY30" fmla="*/ 173644 h 361971"/>
                <a:gd name="connsiteX31" fmla="*/ 109268 w 362312"/>
                <a:gd name="connsiteY31" fmla="*/ 191519 h 361971"/>
                <a:gd name="connsiteX32" fmla="*/ 122048 w 362312"/>
                <a:gd name="connsiteY32" fmla="*/ 243230 h 361971"/>
                <a:gd name="connsiteX33" fmla="*/ 117575 w 362312"/>
                <a:gd name="connsiteY33" fmla="*/ 250891 h 361971"/>
                <a:gd name="connsiteX34" fmla="*/ 109907 w 362312"/>
                <a:gd name="connsiteY34" fmla="*/ 246422 h 361971"/>
                <a:gd name="connsiteX35" fmla="*/ 109907 w 362312"/>
                <a:gd name="connsiteY35" fmla="*/ 246422 h 361971"/>
                <a:gd name="connsiteX36" fmla="*/ 95210 w 362312"/>
                <a:gd name="connsiteY36" fmla="*/ 188327 h 361971"/>
                <a:gd name="connsiteX37" fmla="*/ 100322 w 362312"/>
                <a:gd name="connsiteY37" fmla="*/ 180667 h 361971"/>
                <a:gd name="connsiteX38" fmla="*/ 100322 w 362312"/>
                <a:gd name="connsiteY38" fmla="*/ 180667 h 361971"/>
                <a:gd name="connsiteX39" fmla="*/ 100322 w 362312"/>
                <a:gd name="connsiteY39" fmla="*/ 180667 h 361971"/>
                <a:gd name="connsiteX40" fmla="*/ 275406 w 362312"/>
                <a:gd name="connsiteY40" fmla="*/ 277703 h 361971"/>
                <a:gd name="connsiteX41" fmla="*/ 267739 w 362312"/>
                <a:gd name="connsiteY41" fmla="*/ 282172 h 361971"/>
                <a:gd name="connsiteX42" fmla="*/ 267739 w 362312"/>
                <a:gd name="connsiteY42" fmla="*/ 282172 h 361971"/>
                <a:gd name="connsiteX43" fmla="*/ 254959 w 362312"/>
                <a:gd name="connsiteY43" fmla="*/ 275788 h 361971"/>
                <a:gd name="connsiteX44" fmla="*/ 239623 w 362312"/>
                <a:gd name="connsiteY44" fmla="*/ 282811 h 361971"/>
                <a:gd name="connsiteX45" fmla="*/ 218536 w 362312"/>
                <a:gd name="connsiteY45" fmla="*/ 275788 h 361971"/>
                <a:gd name="connsiteX46" fmla="*/ 203200 w 362312"/>
                <a:gd name="connsiteY46" fmla="*/ 282811 h 361971"/>
                <a:gd name="connsiteX47" fmla="*/ 182113 w 362312"/>
                <a:gd name="connsiteY47" fmla="*/ 275788 h 361971"/>
                <a:gd name="connsiteX48" fmla="*/ 166777 w 362312"/>
                <a:gd name="connsiteY48" fmla="*/ 282811 h 361971"/>
                <a:gd name="connsiteX49" fmla="*/ 145691 w 362312"/>
                <a:gd name="connsiteY49" fmla="*/ 275788 h 361971"/>
                <a:gd name="connsiteX50" fmla="*/ 130355 w 362312"/>
                <a:gd name="connsiteY50" fmla="*/ 282811 h 361971"/>
                <a:gd name="connsiteX51" fmla="*/ 127799 w 362312"/>
                <a:gd name="connsiteY51" fmla="*/ 282811 h 361971"/>
                <a:gd name="connsiteX52" fmla="*/ 109268 w 362312"/>
                <a:gd name="connsiteY52" fmla="*/ 275788 h 361971"/>
                <a:gd name="connsiteX53" fmla="*/ 95210 w 362312"/>
                <a:gd name="connsiteY53" fmla="*/ 282811 h 361971"/>
                <a:gd name="connsiteX54" fmla="*/ 88181 w 362312"/>
                <a:gd name="connsiteY54" fmla="*/ 277703 h 361971"/>
                <a:gd name="connsiteX55" fmla="*/ 88181 w 362312"/>
                <a:gd name="connsiteY55" fmla="*/ 277703 h 361971"/>
                <a:gd name="connsiteX56" fmla="*/ 93293 w 362312"/>
                <a:gd name="connsiteY56" fmla="*/ 270681 h 361971"/>
                <a:gd name="connsiteX57" fmla="*/ 93293 w 362312"/>
                <a:gd name="connsiteY57" fmla="*/ 270681 h 361971"/>
                <a:gd name="connsiteX58" fmla="*/ 103517 w 362312"/>
                <a:gd name="connsiteY58" fmla="*/ 264297 h 361971"/>
                <a:gd name="connsiteX59" fmla="*/ 107990 w 362312"/>
                <a:gd name="connsiteY59" fmla="*/ 261105 h 361971"/>
                <a:gd name="connsiteX60" fmla="*/ 113102 w 362312"/>
                <a:gd name="connsiteY60" fmla="*/ 263020 h 361971"/>
                <a:gd name="connsiteX61" fmla="*/ 129076 w 362312"/>
                <a:gd name="connsiteY61" fmla="*/ 270681 h 361971"/>
                <a:gd name="connsiteX62" fmla="*/ 139940 w 362312"/>
                <a:gd name="connsiteY62" fmla="*/ 263659 h 361971"/>
                <a:gd name="connsiteX63" fmla="*/ 144412 w 362312"/>
                <a:gd name="connsiteY63" fmla="*/ 261105 h 361971"/>
                <a:gd name="connsiteX64" fmla="*/ 149525 w 362312"/>
                <a:gd name="connsiteY64" fmla="*/ 263020 h 361971"/>
                <a:gd name="connsiteX65" fmla="*/ 165500 w 362312"/>
                <a:gd name="connsiteY65" fmla="*/ 270681 h 361971"/>
                <a:gd name="connsiteX66" fmla="*/ 176362 w 362312"/>
                <a:gd name="connsiteY66" fmla="*/ 263659 h 361971"/>
                <a:gd name="connsiteX67" fmla="*/ 180836 w 362312"/>
                <a:gd name="connsiteY67" fmla="*/ 261105 h 361971"/>
                <a:gd name="connsiteX68" fmla="*/ 185947 w 362312"/>
                <a:gd name="connsiteY68" fmla="*/ 263020 h 361971"/>
                <a:gd name="connsiteX69" fmla="*/ 201922 w 362312"/>
                <a:gd name="connsiteY69" fmla="*/ 270681 h 361971"/>
                <a:gd name="connsiteX70" fmla="*/ 212785 w 362312"/>
                <a:gd name="connsiteY70" fmla="*/ 263659 h 361971"/>
                <a:gd name="connsiteX71" fmla="*/ 217258 w 362312"/>
                <a:gd name="connsiteY71" fmla="*/ 260467 h 361971"/>
                <a:gd name="connsiteX72" fmla="*/ 222370 w 362312"/>
                <a:gd name="connsiteY72" fmla="*/ 262382 h 361971"/>
                <a:gd name="connsiteX73" fmla="*/ 237705 w 362312"/>
                <a:gd name="connsiteY73" fmla="*/ 270043 h 361971"/>
                <a:gd name="connsiteX74" fmla="*/ 248569 w 362312"/>
                <a:gd name="connsiteY74" fmla="*/ 263020 h 361971"/>
                <a:gd name="connsiteX75" fmla="*/ 253041 w 362312"/>
                <a:gd name="connsiteY75" fmla="*/ 260467 h 361971"/>
                <a:gd name="connsiteX76" fmla="*/ 258154 w 362312"/>
                <a:gd name="connsiteY76" fmla="*/ 262382 h 361971"/>
                <a:gd name="connsiteX77" fmla="*/ 269655 w 362312"/>
                <a:gd name="connsiteY77" fmla="*/ 270043 h 361971"/>
                <a:gd name="connsiteX78" fmla="*/ 275406 w 362312"/>
                <a:gd name="connsiteY78" fmla="*/ 27770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00322" y="180667"/>
                  </a:moveTo>
                  <a:lnTo>
                    <a:pt x="118214" y="175560"/>
                  </a:lnTo>
                  <a:lnTo>
                    <a:pt x="131633" y="112358"/>
                  </a:lnTo>
                  <a:cubicBezTo>
                    <a:pt x="132271" y="109166"/>
                    <a:pt x="134828" y="107251"/>
                    <a:pt x="138022" y="107251"/>
                  </a:cubicBezTo>
                  <a:lnTo>
                    <a:pt x="153358" y="107251"/>
                  </a:lnTo>
                  <a:lnTo>
                    <a:pt x="153358" y="84907"/>
                  </a:lnTo>
                  <a:cubicBezTo>
                    <a:pt x="153358" y="81077"/>
                    <a:pt x="155915" y="78523"/>
                    <a:pt x="159748" y="78523"/>
                  </a:cubicBezTo>
                  <a:lnTo>
                    <a:pt x="203200" y="78523"/>
                  </a:lnTo>
                  <a:cubicBezTo>
                    <a:pt x="207034" y="78523"/>
                    <a:pt x="209590" y="81077"/>
                    <a:pt x="209590" y="84907"/>
                  </a:cubicBezTo>
                  <a:lnTo>
                    <a:pt x="209590" y="107251"/>
                  </a:lnTo>
                  <a:lnTo>
                    <a:pt x="224925" y="107251"/>
                  </a:lnTo>
                  <a:cubicBezTo>
                    <a:pt x="228120" y="107251"/>
                    <a:pt x="230677" y="109166"/>
                    <a:pt x="231315" y="112358"/>
                  </a:cubicBezTo>
                  <a:lnTo>
                    <a:pt x="245374" y="175560"/>
                  </a:lnTo>
                  <a:lnTo>
                    <a:pt x="263265" y="180667"/>
                  </a:lnTo>
                  <a:cubicBezTo>
                    <a:pt x="266460" y="181305"/>
                    <a:pt x="268377" y="185135"/>
                    <a:pt x="267739" y="188327"/>
                  </a:cubicBezTo>
                  <a:lnTo>
                    <a:pt x="253041" y="246422"/>
                  </a:lnTo>
                  <a:cubicBezTo>
                    <a:pt x="252403" y="249614"/>
                    <a:pt x="248569" y="252167"/>
                    <a:pt x="245374" y="250891"/>
                  </a:cubicBezTo>
                  <a:cubicBezTo>
                    <a:pt x="242179" y="249614"/>
                    <a:pt x="239623" y="246422"/>
                    <a:pt x="240900" y="243230"/>
                  </a:cubicBezTo>
                  <a:lnTo>
                    <a:pt x="240900" y="243230"/>
                  </a:lnTo>
                  <a:lnTo>
                    <a:pt x="253680" y="191519"/>
                  </a:lnTo>
                  <a:lnTo>
                    <a:pt x="187864" y="173644"/>
                  </a:lnTo>
                  <a:lnTo>
                    <a:pt x="187864" y="237484"/>
                  </a:lnTo>
                  <a:cubicBezTo>
                    <a:pt x="187864" y="241315"/>
                    <a:pt x="185308" y="243868"/>
                    <a:pt x="181474" y="243868"/>
                  </a:cubicBezTo>
                  <a:cubicBezTo>
                    <a:pt x="177641" y="243868"/>
                    <a:pt x="175084" y="241315"/>
                    <a:pt x="175084" y="237484"/>
                  </a:cubicBezTo>
                  <a:lnTo>
                    <a:pt x="175084" y="173644"/>
                  </a:lnTo>
                  <a:lnTo>
                    <a:pt x="109268" y="191519"/>
                  </a:lnTo>
                  <a:lnTo>
                    <a:pt x="122048" y="243230"/>
                  </a:lnTo>
                  <a:cubicBezTo>
                    <a:pt x="122686" y="246422"/>
                    <a:pt x="120770" y="250252"/>
                    <a:pt x="117575" y="250891"/>
                  </a:cubicBezTo>
                  <a:cubicBezTo>
                    <a:pt x="114380" y="251529"/>
                    <a:pt x="110546" y="249614"/>
                    <a:pt x="109907" y="246422"/>
                  </a:cubicBezTo>
                  <a:lnTo>
                    <a:pt x="109907" y="246422"/>
                  </a:lnTo>
                  <a:lnTo>
                    <a:pt x="95210" y="188327"/>
                  </a:lnTo>
                  <a:cubicBezTo>
                    <a:pt x="94571" y="185135"/>
                    <a:pt x="96488" y="181944"/>
                    <a:pt x="100322" y="180667"/>
                  </a:cubicBezTo>
                  <a:cubicBezTo>
                    <a:pt x="99683" y="180667"/>
                    <a:pt x="99683" y="180667"/>
                    <a:pt x="100322" y="180667"/>
                  </a:cubicBezTo>
                  <a:lnTo>
                    <a:pt x="100322" y="180667"/>
                  </a:lnTo>
                  <a:close/>
                  <a:moveTo>
                    <a:pt x="275406" y="277703"/>
                  </a:moveTo>
                  <a:cubicBezTo>
                    <a:pt x="274767" y="280895"/>
                    <a:pt x="270934" y="283449"/>
                    <a:pt x="267739" y="282172"/>
                  </a:cubicBezTo>
                  <a:cubicBezTo>
                    <a:pt x="267739" y="282172"/>
                    <a:pt x="267739" y="282172"/>
                    <a:pt x="267739" y="282172"/>
                  </a:cubicBezTo>
                  <a:cubicBezTo>
                    <a:pt x="263265" y="280895"/>
                    <a:pt x="258792" y="278980"/>
                    <a:pt x="254959" y="275788"/>
                  </a:cubicBezTo>
                  <a:cubicBezTo>
                    <a:pt x="250485" y="279619"/>
                    <a:pt x="245374" y="282172"/>
                    <a:pt x="239623" y="282811"/>
                  </a:cubicBezTo>
                  <a:cubicBezTo>
                    <a:pt x="231955" y="283449"/>
                    <a:pt x="224287" y="280895"/>
                    <a:pt x="218536" y="275788"/>
                  </a:cubicBezTo>
                  <a:cubicBezTo>
                    <a:pt x="214063" y="279619"/>
                    <a:pt x="208951" y="282172"/>
                    <a:pt x="203200" y="282811"/>
                  </a:cubicBezTo>
                  <a:cubicBezTo>
                    <a:pt x="195532" y="283449"/>
                    <a:pt x="187864" y="280895"/>
                    <a:pt x="182113" y="275788"/>
                  </a:cubicBezTo>
                  <a:cubicBezTo>
                    <a:pt x="177641" y="279619"/>
                    <a:pt x="172528" y="282172"/>
                    <a:pt x="166777" y="282811"/>
                  </a:cubicBezTo>
                  <a:cubicBezTo>
                    <a:pt x="159110" y="283449"/>
                    <a:pt x="151441" y="280895"/>
                    <a:pt x="145691" y="275788"/>
                  </a:cubicBezTo>
                  <a:cubicBezTo>
                    <a:pt x="141217" y="279619"/>
                    <a:pt x="136106" y="282172"/>
                    <a:pt x="130355" y="282811"/>
                  </a:cubicBezTo>
                  <a:cubicBezTo>
                    <a:pt x="129716" y="282811"/>
                    <a:pt x="128438" y="282811"/>
                    <a:pt x="127799" y="282811"/>
                  </a:cubicBezTo>
                  <a:cubicBezTo>
                    <a:pt x="120770" y="282811"/>
                    <a:pt x="114380" y="280257"/>
                    <a:pt x="109268" y="275788"/>
                  </a:cubicBezTo>
                  <a:cubicBezTo>
                    <a:pt x="105434" y="279619"/>
                    <a:pt x="100322" y="281534"/>
                    <a:pt x="95210" y="282811"/>
                  </a:cubicBezTo>
                  <a:cubicBezTo>
                    <a:pt x="92015" y="283449"/>
                    <a:pt x="88181" y="280895"/>
                    <a:pt x="88181" y="277703"/>
                  </a:cubicBezTo>
                  <a:cubicBezTo>
                    <a:pt x="88181" y="277703"/>
                    <a:pt x="88181" y="277703"/>
                    <a:pt x="88181" y="277703"/>
                  </a:cubicBezTo>
                  <a:cubicBezTo>
                    <a:pt x="87542" y="274511"/>
                    <a:pt x="90098" y="270681"/>
                    <a:pt x="93293" y="270681"/>
                  </a:cubicBezTo>
                  <a:cubicBezTo>
                    <a:pt x="93293" y="270681"/>
                    <a:pt x="93293" y="270681"/>
                    <a:pt x="93293" y="270681"/>
                  </a:cubicBezTo>
                  <a:cubicBezTo>
                    <a:pt x="97127" y="270043"/>
                    <a:pt x="100961" y="267489"/>
                    <a:pt x="103517" y="264297"/>
                  </a:cubicBezTo>
                  <a:cubicBezTo>
                    <a:pt x="104795" y="262382"/>
                    <a:pt x="106073" y="261743"/>
                    <a:pt x="107990" y="261105"/>
                  </a:cubicBezTo>
                  <a:cubicBezTo>
                    <a:pt x="109907" y="261105"/>
                    <a:pt x="111824" y="261743"/>
                    <a:pt x="113102" y="263020"/>
                  </a:cubicBezTo>
                  <a:cubicBezTo>
                    <a:pt x="116936" y="267489"/>
                    <a:pt x="122686" y="270681"/>
                    <a:pt x="129076" y="270681"/>
                  </a:cubicBezTo>
                  <a:cubicBezTo>
                    <a:pt x="133550" y="270043"/>
                    <a:pt x="137384" y="267489"/>
                    <a:pt x="139940" y="263659"/>
                  </a:cubicBezTo>
                  <a:cubicBezTo>
                    <a:pt x="141217" y="262382"/>
                    <a:pt x="142496" y="261105"/>
                    <a:pt x="144412" y="261105"/>
                  </a:cubicBezTo>
                  <a:cubicBezTo>
                    <a:pt x="146330" y="261105"/>
                    <a:pt x="148246" y="261743"/>
                    <a:pt x="149525" y="263020"/>
                  </a:cubicBezTo>
                  <a:cubicBezTo>
                    <a:pt x="153358" y="268127"/>
                    <a:pt x="159110" y="270681"/>
                    <a:pt x="165500" y="270681"/>
                  </a:cubicBezTo>
                  <a:cubicBezTo>
                    <a:pt x="169972" y="270043"/>
                    <a:pt x="173806" y="267489"/>
                    <a:pt x="176362" y="263659"/>
                  </a:cubicBezTo>
                  <a:cubicBezTo>
                    <a:pt x="177641" y="262382"/>
                    <a:pt x="178918" y="261105"/>
                    <a:pt x="180836" y="261105"/>
                  </a:cubicBezTo>
                  <a:cubicBezTo>
                    <a:pt x="182752" y="261105"/>
                    <a:pt x="184669" y="261743"/>
                    <a:pt x="185947" y="263020"/>
                  </a:cubicBezTo>
                  <a:cubicBezTo>
                    <a:pt x="189781" y="268127"/>
                    <a:pt x="195532" y="270681"/>
                    <a:pt x="201922" y="270681"/>
                  </a:cubicBezTo>
                  <a:cubicBezTo>
                    <a:pt x="206395" y="270043"/>
                    <a:pt x="210229" y="267489"/>
                    <a:pt x="212785" y="263659"/>
                  </a:cubicBezTo>
                  <a:cubicBezTo>
                    <a:pt x="214063" y="261743"/>
                    <a:pt x="215341" y="261105"/>
                    <a:pt x="217258" y="260467"/>
                  </a:cubicBezTo>
                  <a:cubicBezTo>
                    <a:pt x="219175" y="260467"/>
                    <a:pt x="221092" y="261105"/>
                    <a:pt x="222370" y="262382"/>
                  </a:cubicBezTo>
                  <a:cubicBezTo>
                    <a:pt x="226204" y="266851"/>
                    <a:pt x="231955" y="270043"/>
                    <a:pt x="237705" y="270043"/>
                  </a:cubicBezTo>
                  <a:cubicBezTo>
                    <a:pt x="242179" y="269404"/>
                    <a:pt x="246013" y="266851"/>
                    <a:pt x="248569" y="263020"/>
                  </a:cubicBezTo>
                  <a:cubicBezTo>
                    <a:pt x="249846" y="261743"/>
                    <a:pt x="251125" y="260467"/>
                    <a:pt x="253041" y="260467"/>
                  </a:cubicBezTo>
                  <a:cubicBezTo>
                    <a:pt x="254959" y="260467"/>
                    <a:pt x="256875" y="261105"/>
                    <a:pt x="258154" y="262382"/>
                  </a:cubicBezTo>
                  <a:cubicBezTo>
                    <a:pt x="261349" y="265574"/>
                    <a:pt x="265182" y="268127"/>
                    <a:pt x="269655" y="270043"/>
                  </a:cubicBezTo>
                  <a:cubicBezTo>
                    <a:pt x="273490" y="270681"/>
                    <a:pt x="276045" y="273873"/>
                    <a:pt x="275406" y="277703"/>
                  </a:cubicBezTo>
                  <a:close/>
                </a:path>
              </a:pathLst>
            </a:custGeom>
            <a:solidFill>
              <a:srgbClr val="43B02A"/>
            </a:solidFill>
            <a:ln w="6390" cap="flat">
              <a:noFill/>
              <a:prstDash val="solid"/>
              <a:miter/>
            </a:ln>
          </p:spPr>
          <p:txBody>
            <a:bodyPr rtlCol="0" anchor="ctr"/>
            <a:lstStyle/>
            <a:p>
              <a:endParaRPr lang="en-US"/>
            </a:p>
          </p:txBody>
        </p:sp>
      </p:grpSp>
      <p:grpSp>
        <p:nvGrpSpPr>
          <p:cNvPr id="554" name="Graphic 4">
            <a:extLst>
              <a:ext uri="{FF2B5EF4-FFF2-40B4-BE49-F238E27FC236}">
                <a16:creationId xmlns:a16="http://schemas.microsoft.com/office/drawing/2014/main" id="{1E5D29A6-6CBA-4741-8940-4F2B8C60878E}"/>
              </a:ext>
            </a:extLst>
          </p:cNvPr>
          <p:cNvGrpSpPr/>
          <p:nvPr/>
        </p:nvGrpSpPr>
        <p:grpSpPr>
          <a:xfrm>
            <a:off x="8242642" y="2855717"/>
            <a:ext cx="362312" cy="361971"/>
            <a:chOff x="7191874" y="2855717"/>
            <a:chExt cx="362312" cy="361971"/>
          </a:xfrm>
          <a:solidFill>
            <a:srgbClr val="43B02A"/>
          </a:solidFill>
        </p:grpSpPr>
        <p:sp>
          <p:nvSpPr>
            <p:cNvPr id="555" name="Graphic 4">
              <a:extLst>
                <a:ext uri="{FF2B5EF4-FFF2-40B4-BE49-F238E27FC236}">
                  <a16:creationId xmlns:a16="http://schemas.microsoft.com/office/drawing/2014/main" id="{0297AAAD-FDC0-6646-9140-59629D4CB915}"/>
                </a:ext>
              </a:extLst>
            </p:cNvPr>
            <p:cNvSpPr/>
            <p:nvPr/>
          </p:nvSpPr>
          <p:spPr>
            <a:xfrm>
              <a:off x="7364562" y="3015955"/>
              <a:ext cx="59905" cy="59371"/>
            </a:xfrm>
            <a:custGeom>
              <a:avLst/>
              <a:gdLst>
                <a:gd name="connsiteX0" fmla="*/ 2396 w 59905"/>
                <a:gd name="connsiteY0" fmla="*/ 56818 h 59371"/>
                <a:gd name="connsiteX1" fmla="*/ 8786 w 59905"/>
                <a:gd name="connsiteY1" fmla="*/ 59371 h 59371"/>
                <a:gd name="connsiteX2" fmla="*/ 8786 w 59905"/>
                <a:gd name="connsiteY2" fmla="*/ 59371 h 59371"/>
                <a:gd name="connsiteX3" fmla="*/ 15176 w 59905"/>
                <a:gd name="connsiteY3" fmla="*/ 56818 h 59371"/>
                <a:gd name="connsiteX4" fmla="*/ 59906 w 59905"/>
                <a:gd name="connsiteY4" fmla="*/ 0 h 59371"/>
                <a:gd name="connsiteX5" fmla="*/ 2396 w 59905"/>
                <a:gd name="connsiteY5" fmla="*/ 44050 h 59371"/>
                <a:gd name="connsiteX6" fmla="*/ 2396 w 59905"/>
                <a:gd name="connsiteY6" fmla="*/ 56818 h 59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905" h="59371">
                  <a:moveTo>
                    <a:pt x="2396" y="56818"/>
                  </a:moveTo>
                  <a:cubicBezTo>
                    <a:pt x="4313" y="58733"/>
                    <a:pt x="6230" y="59371"/>
                    <a:pt x="8786" y="59371"/>
                  </a:cubicBezTo>
                  <a:lnTo>
                    <a:pt x="8786" y="59371"/>
                  </a:lnTo>
                  <a:cubicBezTo>
                    <a:pt x="11342" y="59371"/>
                    <a:pt x="13259" y="58733"/>
                    <a:pt x="15176" y="56818"/>
                  </a:cubicBezTo>
                  <a:lnTo>
                    <a:pt x="59906" y="0"/>
                  </a:lnTo>
                  <a:lnTo>
                    <a:pt x="2396" y="44050"/>
                  </a:lnTo>
                  <a:cubicBezTo>
                    <a:pt x="-799" y="47242"/>
                    <a:pt x="-799" y="52987"/>
                    <a:pt x="2396" y="56818"/>
                  </a:cubicBezTo>
                  <a:close/>
                </a:path>
              </a:pathLst>
            </a:custGeom>
            <a:solidFill>
              <a:srgbClr val="43B02A"/>
            </a:solidFill>
            <a:ln w="6390" cap="flat">
              <a:noFill/>
              <a:prstDash val="solid"/>
              <a:miter/>
            </a:ln>
          </p:spPr>
          <p:txBody>
            <a:bodyPr rtlCol="0" anchor="ctr"/>
            <a:lstStyle/>
            <a:p>
              <a:endParaRPr lang="en-US"/>
            </a:p>
          </p:txBody>
        </p:sp>
        <p:sp>
          <p:nvSpPr>
            <p:cNvPr id="556" name="Graphic 4">
              <a:extLst>
                <a:ext uri="{FF2B5EF4-FFF2-40B4-BE49-F238E27FC236}">
                  <a16:creationId xmlns:a16="http://schemas.microsoft.com/office/drawing/2014/main" id="{8B02296E-24D1-1A4C-BAE6-833E134EE39C}"/>
                </a:ext>
              </a:extLst>
            </p:cNvPr>
            <p:cNvSpPr/>
            <p:nvPr/>
          </p:nvSpPr>
          <p:spPr>
            <a:xfrm>
              <a:off x="7191874" y="2855717"/>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83075 w 362312"/>
                <a:gd name="connsiteY6" fmla="*/ 217694 h 361971"/>
                <a:gd name="connsiteX7" fmla="*/ 276685 w 362312"/>
                <a:gd name="connsiteY7" fmla="*/ 211310 h 361971"/>
                <a:gd name="connsiteX8" fmla="*/ 255597 w 362312"/>
                <a:gd name="connsiteY8" fmla="*/ 151300 h 361971"/>
                <a:gd name="connsiteX9" fmla="*/ 198088 w 362312"/>
                <a:gd name="connsiteY9" fmla="*/ 224716 h 361971"/>
                <a:gd name="connsiteX10" fmla="*/ 197449 w 362312"/>
                <a:gd name="connsiteY10" fmla="*/ 225355 h 361971"/>
                <a:gd name="connsiteX11" fmla="*/ 182113 w 362312"/>
                <a:gd name="connsiteY11" fmla="*/ 231738 h 361971"/>
                <a:gd name="connsiteX12" fmla="*/ 182113 w 362312"/>
                <a:gd name="connsiteY12" fmla="*/ 231738 h 361971"/>
                <a:gd name="connsiteX13" fmla="*/ 160387 w 362312"/>
                <a:gd name="connsiteY13" fmla="*/ 210033 h 361971"/>
                <a:gd name="connsiteX14" fmla="*/ 166777 w 362312"/>
                <a:gd name="connsiteY14" fmla="*/ 194711 h 361971"/>
                <a:gd name="connsiteX15" fmla="*/ 167416 w 362312"/>
                <a:gd name="connsiteY15" fmla="*/ 194073 h 361971"/>
                <a:gd name="connsiteX16" fmla="*/ 241540 w 362312"/>
                <a:gd name="connsiteY16" fmla="*/ 137256 h 361971"/>
                <a:gd name="connsiteX17" fmla="*/ 107990 w 362312"/>
                <a:gd name="connsiteY17" fmla="*/ 151300 h 361971"/>
                <a:gd name="connsiteX18" fmla="*/ 86903 w 362312"/>
                <a:gd name="connsiteY18" fmla="*/ 210671 h 361971"/>
                <a:gd name="connsiteX19" fmla="*/ 80513 w 362312"/>
                <a:gd name="connsiteY19" fmla="*/ 217055 h 361971"/>
                <a:gd name="connsiteX20" fmla="*/ 74123 w 362312"/>
                <a:gd name="connsiteY20" fmla="*/ 210671 h 361971"/>
                <a:gd name="connsiteX21" fmla="*/ 182113 w 362312"/>
                <a:gd name="connsiteY21" fmla="*/ 103420 h 361971"/>
                <a:gd name="connsiteX22" fmla="*/ 251764 w 362312"/>
                <a:gd name="connsiteY22" fmla="*/ 128956 h 361971"/>
                <a:gd name="connsiteX23" fmla="*/ 265182 w 362312"/>
                <a:gd name="connsiteY23" fmla="*/ 118742 h 361971"/>
                <a:gd name="connsiteX24" fmla="*/ 273490 w 362312"/>
                <a:gd name="connsiteY24" fmla="*/ 119380 h 361971"/>
                <a:gd name="connsiteX25" fmla="*/ 274128 w 362312"/>
                <a:gd name="connsiteY25" fmla="*/ 127680 h 361971"/>
                <a:gd name="connsiteX26" fmla="*/ 263905 w 362312"/>
                <a:gd name="connsiteY26" fmla="*/ 140448 h 361971"/>
                <a:gd name="connsiteX27" fmla="*/ 290103 w 362312"/>
                <a:gd name="connsiteY27" fmla="*/ 210671 h 361971"/>
                <a:gd name="connsiteX28" fmla="*/ 283075 w 362312"/>
                <a:gd name="connsiteY28" fmla="*/ 21769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2312" h="361971">
                  <a:moveTo>
                    <a:pt x="181474" y="0"/>
                  </a:moveTo>
                  <a:cubicBezTo>
                    <a:pt x="81152" y="0"/>
                    <a:pt x="0" y="81076"/>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6"/>
                    <a:pt x="281796" y="0"/>
                    <a:pt x="181474" y="0"/>
                  </a:cubicBezTo>
                  <a:close/>
                  <a:moveTo>
                    <a:pt x="283075" y="217694"/>
                  </a:moveTo>
                  <a:cubicBezTo>
                    <a:pt x="279240" y="217694"/>
                    <a:pt x="276685" y="215140"/>
                    <a:pt x="276685" y="211310"/>
                  </a:cubicBezTo>
                  <a:cubicBezTo>
                    <a:pt x="276685" y="189604"/>
                    <a:pt x="269016" y="168537"/>
                    <a:pt x="255597" y="151300"/>
                  </a:cubicBezTo>
                  <a:lnTo>
                    <a:pt x="198088" y="224716"/>
                  </a:lnTo>
                  <a:lnTo>
                    <a:pt x="197449" y="225355"/>
                  </a:lnTo>
                  <a:cubicBezTo>
                    <a:pt x="193615" y="229185"/>
                    <a:pt x="187864" y="231738"/>
                    <a:pt x="182113" y="231738"/>
                  </a:cubicBezTo>
                  <a:lnTo>
                    <a:pt x="182113" y="231738"/>
                  </a:lnTo>
                  <a:cubicBezTo>
                    <a:pt x="169972" y="231738"/>
                    <a:pt x="160387" y="222163"/>
                    <a:pt x="160387" y="210033"/>
                  </a:cubicBezTo>
                  <a:cubicBezTo>
                    <a:pt x="160387" y="204287"/>
                    <a:pt x="162943" y="198542"/>
                    <a:pt x="166777" y="194711"/>
                  </a:cubicBezTo>
                  <a:lnTo>
                    <a:pt x="167416" y="194073"/>
                  </a:lnTo>
                  <a:lnTo>
                    <a:pt x="241540" y="137256"/>
                  </a:lnTo>
                  <a:cubicBezTo>
                    <a:pt x="200644" y="104059"/>
                    <a:pt x="141217" y="110443"/>
                    <a:pt x="107990" y="151300"/>
                  </a:cubicBezTo>
                  <a:cubicBezTo>
                    <a:pt x="94571" y="167899"/>
                    <a:pt x="86903" y="188966"/>
                    <a:pt x="86903" y="210671"/>
                  </a:cubicBezTo>
                  <a:cubicBezTo>
                    <a:pt x="86903" y="214502"/>
                    <a:pt x="84347" y="217055"/>
                    <a:pt x="80513" y="217055"/>
                  </a:cubicBezTo>
                  <a:cubicBezTo>
                    <a:pt x="76679" y="217055"/>
                    <a:pt x="74123" y="214502"/>
                    <a:pt x="74123" y="210671"/>
                  </a:cubicBezTo>
                  <a:cubicBezTo>
                    <a:pt x="74123" y="151300"/>
                    <a:pt x="122686" y="103420"/>
                    <a:pt x="182113" y="103420"/>
                  </a:cubicBezTo>
                  <a:cubicBezTo>
                    <a:pt x="207673" y="103420"/>
                    <a:pt x="231955" y="112358"/>
                    <a:pt x="251764" y="128956"/>
                  </a:cubicBezTo>
                  <a:lnTo>
                    <a:pt x="265182" y="118742"/>
                  </a:lnTo>
                  <a:cubicBezTo>
                    <a:pt x="267739" y="116827"/>
                    <a:pt x="271572" y="116827"/>
                    <a:pt x="273490" y="119380"/>
                  </a:cubicBezTo>
                  <a:cubicBezTo>
                    <a:pt x="276045" y="121934"/>
                    <a:pt x="276045" y="125126"/>
                    <a:pt x="274128" y="127680"/>
                  </a:cubicBezTo>
                  <a:lnTo>
                    <a:pt x="263905" y="140448"/>
                  </a:lnTo>
                  <a:cubicBezTo>
                    <a:pt x="280518" y="160238"/>
                    <a:pt x="290103" y="185135"/>
                    <a:pt x="290103" y="210671"/>
                  </a:cubicBezTo>
                  <a:cubicBezTo>
                    <a:pt x="289464" y="215140"/>
                    <a:pt x="286270" y="217694"/>
                    <a:pt x="283075" y="217694"/>
                  </a:cubicBezTo>
                  <a:close/>
                </a:path>
              </a:pathLst>
            </a:custGeom>
            <a:solidFill>
              <a:srgbClr val="43B02A"/>
            </a:solidFill>
            <a:ln w="6390" cap="flat">
              <a:noFill/>
              <a:prstDash val="solid"/>
              <a:miter/>
            </a:ln>
          </p:spPr>
          <p:txBody>
            <a:bodyPr rtlCol="0" anchor="ctr"/>
            <a:lstStyle/>
            <a:p>
              <a:endParaRPr lang="en-US"/>
            </a:p>
          </p:txBody>
        </p:sp>
      </p:grpSp>
      <p:grpSp>
        <p:nvGrpSpPr>
          <p:cNvPr id="557" name="Graphic 4">
            <a:extLst>
              <a:ext uri="{FF2B5EF4-FFF2-40B4-BE49-F238E27FC236}">
                <a16:creationId xmlns:a16="http://schemas.microsoft.com/office/drawing/2014/main" id="{EE9274D1-4E1E-494C-A354-834801F2F309}"/>
              </a:ext>
            </a:extLst>
          </p:cNvPr>
          <p:cNvGrpSpPr/>
          <p:nvPr/>
        </p:nvGrpSpPr>
        <p:grpSpPr>
          <a:xfrm>
            <a:off x="1952125" y="918179"/>
            <a:ext cx="362313" cy="361971"/>
            <a:chOff x="1952125" y="918179"/>
            <a:chExt cx="362313" cy="361971"/>
          </a:xfrm>
          <a:solidFill>
            <a:srgbClr val="26890D"/>
          </a:solidFill>
        </p:grpSpPr>
        <p:sp>
          <p:nvSpPr>
            <p:cNvPr id="558" name="Graphic 4">
              <a:extLst>
                <a:ext uri="{FF2B5EF4-FFF2-40B4-BE49-F238E27FC236}">
                  <a16:creationId xmlns:a16="http://schemas.microsoft.com/office/drawing/2014/main" id="{4C063E2F-5A3D-EF49-9FE4-686708AA4C75}"/>
                </a:ext>
              </a:extLst>
            </p:cNvPr>
            <p:cNvSpPr/>
            <p:nvPr/>
          </p:nvSpPr>
          <p:spPr>
            <a:xfrm>
              <a:off x="2086314" y="1059265"/>
              <a:ext cx="95210" cy="125764"/>
            </a:xfrm>
            <a:custGeom>
              <a:avLst/>
              <a:gdLst>
                <a:gd name="connsiteX0" fmla="*/ 24282 w 95210"/>
                <a:gd name="connsiteY0" fmla="*/ 0 h 125764"/>
                <a:gd name="connsiteX1" fmla="*/ 0 w 95210"/>
                <a:gd name="connsiteY1" fmla="*/ 0 h 125764"/>
                <a:gd name="connsiteX2" fmla="*/ 0 w 95210"/>
                <a:gd name="connsiteY2" fmla="*/ 125764 h 125764"/>
                <a:gd name="connsiteX3" fmla="*/ 95210 w 95210"/>
                <a:gd name="connsiteY3" fmla="*/ 125764 h 125764"/>
                <a:gd name="connsiteX4" fmla="*/ 95210 w 95210"/>
                <a:gd name="connsiteY4" fmla="*/ 0 h 125764"/>
                <a:gd name="connsiteX5" fmla="*/ 24282 w 95210"/>
                <a:gd name="connsiteY5" fmla="*/ 0 h 125764"/>
                <a:gd name="connsiteX6" fmla="*/ 70928 w 95210"/>
                <a:gd name="connsiteY6" fmla="*/ 107889 h 125764"/>
                <a:gd name="connsiteX7" fmla="*/ 24921 w 95210"/>
                <a:gd name="connsiteY7" fmla="*/ 107889 h 125764"/>
                <a:gd name="connsiteX8" fmla="*/ 18531 w 95210"/>
                <a:gd name="connsiteY8" fmla="*/ 101505 h 125764"/>
                <a:gd name="connsiteX9" fmla="*/ 24921 w 95210"/>
                <a:gd name="connsiteY9" fmla="*/ 95121 h 125764"/>
                <a:gd name="connsiteX10" fmla="*/ 70928 w 95210"/>
                <a:gd name="connsiteY10" fmla="*/ 95121 h 125764"/>
                <a:gd name="connsiteX11" fmla="*/ 77318 w 95210"/>
                <a:gd name="connsiteY11" fmla="*/ 101505 h 125764"/>
                <a:gd name="connsiteX12" fmla="*/ 70928 w 95210"/>
                <a:gd name="connsiteY12" fmla="*/ 107889 h 125764"/>
                <a:gd name="connsiteX13" fmla="*/ 77318 w 95210"/>
                <a:gd name="connsiteY13" fmla="*/ 24259 h 125764"/>
                <a:gd name="connsiteX14" fmla="*/ 70928 w 95210"/>
                <a:gd name="connsiteY14" fmla="*/ 30643 h 125764"/>
                <a:gd name="connsiteX15" fmla="*/ 24921 w 95210"/>
                <a:gd name="connsiteY15" fmla="*/ 30643 h 125764"/>
                <a:gd name="connsiteX16" fmla="*/ 18531 w 95210"/>
                <a:gd name="connsiteY16" fmla="*/ 24259 h 125764"/>
                <a:gd name="connsiteX17" fmla="*/ 24921 w 95210"/>
                <a:gd name="connsiteY17" fmla="*/ 17875 h 125764"/>
                <a:gd name="connsiteX18" fmla="*/ 70928 w 95210"/>
                <a:gd name="connsiteY18" fmla="*/ 17875 h 125764"/>
                <a:gd name="connsiteX19" fmla="*/ 77318 w 95210"/>
                <a:gd name="connsiteY19" fmla="*/ 24259 h 125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5210" h="125764">
                  <a:moveTo>
                    <a:pt x="24282" y="0"/>
                  </a:moveTo>
                  <a:lnTo>
                    <a:pt x="0" y="0"/>
                  </a:lnTo>
                  <a:lnTo>
                    <a:pt x="0" y="125764"/>
                  </a:lnTo>
                  <a:lnTo>
                    <a:pt x="95210" y="125764"/>
                  </a:lnTo>
                  <a:lnTo>
                    <a:pt x="95210" y="0"/>
                  </a:lnTo>
                  <a:lnTo>
                    <a:pt x="24282" y="0"/>
                  </a:lnTo>
                  <a:close/>
                  <a:moveTo>
                    <a:pt x="70928" y="107889"/>
                  </a:moveTo>
                  <a:lnTo>
                    <a:pt x="24921" y="107889"/>
                  </a:lnTo>
                  <a:cubicBezTo>
                    <a:pt x="21087" y="107889"/>
                    <a:pt x="18531" y="105336"/>
                    <a:pt x="18531" y="101505"/>
                  </a:cubicBezTo>
                  <a:cubicBezTo>
                    <a:pt x="18531" y="97675"/>
                    <a:pt x="21087" y="95121"/>
                    <a:pt x="24921" y="95121"/>
                  </a:cubicBezTo>
                  <a:lnTo>
                    <a:pt x="70928" y="95121"/>
                  </a:lnTo>
                  <a:cubicBezTo>
                    <a:pt x="74762" y="95121"/>
                    <a:pt x="77318" y="97675"/>
                    <a:pt x="77318" y="101505"/>
                  </a:cubicBezTo>
                  <a:cubicBezTo>
                    <a:pt x="77318" y="105336"/>
                    <a:pt x="74123" y="107889"/>
                    <a:pt x="70928" y="107889"/>
                  </a:cubicBezTo>
                  <a:close/>
                  <a:moveTo>
                    <a:pt x="77318" y="24259"/>
                  </a:moveTo>
                  <a:cubicBezTo>
                    <a:pt x="77318" y="28089"/>
                    <a:pt x="74762" y="30643"/>
                    <a:pt x="70928" y="30643"/>
                  </a:cubicBezTo>
                  <a:lnTo>
                    <a:pt x="24921" y="30643"/>
                  </a:lnTo>
                  <a:cubicBezTo>
                    <a:pt x="21087" y="30643"/>
                    <a:pt x="18531" y="28089"/>
                    <a:pt x="18531" y="24259"/>
                  </a:cubicBezTo>
                  <a:cubicBezTo>
                    <a:pt x="18531" y="20429"/>
                    <a:pt x="21087" y="17875"/>
                    <a:pt x="24921" y="17875"/>
                  </a:cubicBezTo>
                  <a:lnTo>
                    <a:pt x="70928" y="17875"/>
                  </a:lnTo>
                  <a:cubicBezTo>
                    <a:pt x="74123" y="17875"/>
                    <a:pt x="77318" y="20429"/>
                    <a:pt x="77318" y="24259"/>
                  </a:cubicBezTo>
                  <a:close/>
                </a:path>
              </a:pathLst>
            </a:custGeom>
            <a:solidFill>
              <a:srgbClr val="26890D"/>
            </a:solidFill>
            <a:ln w="6390" cap="flat">
              <a:noFill/>
              <a:prstDash val="solid"/>
              <a:miter/>
            </a:ln>
          </p:spPr>
          <p:txBody>
            <a:bodyPr rtlCol="0" anchor="ctr"/>
            <a:lstStyle/>
            <a:p>
              <a:endParaRPr lang="en-US"/>
            </a:p>
          </p:txBody>
        </p:sp>
        <p:sp>
          <p:nvSpPr>
            <p:cNvPr id="559" name="Graphic 4">
              <a:extLst>
                <a:ext uri="{FF2B5EF4-FFF2-40B4-BE49-F238E27FC236}">
                  <a16:creationId xmlns:a16="http://schemas.microsoft.com/office/drawing/2014/main" id="{0BEEE570-1B80-5041-BECF-5709EE526A87}"/>
                </a:ext>
              </a:extLst>
            </p:cNvPr>
            <p:cNvSpPr/>
            <p:nvPr/>
          </p:nvSpPr>
          <p:spPr>
            <a:xfrm>
              <a:off x="2117625" y="997340"/>
              <a:ext cx="33227" cy="49156"/>
            </a:xfrm>
            <a:custGeom>
              <a:avLst/>
              <a:gdLst>
                <a:gd name="connsiteX0" fmla="*/ 33228 w 33227"/>
                <a:gd name="connsiteY0" fmla="*/ 1915 h 49156"/>
                <a:gd name="connsiteX1" fmla="*/ 0 w 33227"/>
                <a:gd name="connsiteY1" fmla="*/ 1915 h 49156"/>
                <a:gd name="connsiteX2" fmla="*/ 0 w 33227"/>
                <a:gd name="connsiteY2" fmla="*/ 49157 h 49156"/>
                <a:gd name="connsiteX3" fmla="*/ 33228 w 33227"/>
                <a:gd name="connsiteY3" fmla="*/ 49157 h 49156"/>
                <a:gd name="connsiteX4" fmla="*/ 33228 w 33227"/>
                <a:gd name="connsiteY4" fmla="*/ 1915 h 49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27" h="49156">
                  <a:moveTo>
                    <a:pt x="33228" y="1915"/>
                  </a:moveTo>
                  <a:cubicBezTo>
                    <a:pt x="22365" y="-638"/>
                    <a:pt x="10863" y="-638"/>
                    <a:pt x="0" y="1915"/>
                  </a:cubicBezTo>
                  <a:lnTo>
                    <a:pt x="0" y="49157"/>
                  </a:lnTo>
                  <a:lnTo>
                    <a:pt x="33228" y="49157"/>
                  </a:lnTo>
                  <a:lnTo>
                    <a:pt x="33228" y="1915"/>
                  </a:lnTo>
                  <a:close/>
                </a:path>
              </a:pathLst>
            </a:custGeom>
            <a:solidFill>
              <a:srgbClr val="26890D"/>
            </a:solidFill>
            <a:ln w="6390" cap="flat">
              <a:noFill/>
              <a:prstDash val="solid"/>
              <a:miter/>
            </a:ln>
          </p:spPr>
          <p:txBody>
            <a:bodyPr rtlCol="0" anchor="ctr"/>
            <a:lstStyle/>
            <a:p>
              <a:endParaRPr lang="en-US"/>
            </a:p>
          </p:txBody>
        </p:sp>
        <p:sp>
          <p:nvSpPr>
            <p:cNvPr id="560" name="Graphic 4">
              <a:extLst>
                <a:ext uri="{FF2B5EF4-FFF2-40B4-BE49-F238E27FC236}">
                  <a16:creationId xmlns:a16="http://schemas.microsoft.com/office/drawing/2014/main" id="{2CC4AAAF-47FD-404B-A745-5590975B12C9}"/>
                </a:ext>
              </a:extLst>
            </p:cNvPr>
            <p:cNvSpPr/>
            <p:nvPr/>
          </p:nvSpPr>
          <p:spPr>
            <a:xfrm>
              <a:off x="1952125" y="918179"/>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42179 w 362313"/>
                <a:gd name="connsiteY6" fmla="*/ 273234 h 361971"/>
                <a:gd name="connsiteX7" fmla="*/ 235789 w 362313"/>
                <a:gd name="connsiteY7" fmla="*/ 279618 h 361971"/>
                <a:gd name="connsiteX8" fmla="*/ 226843 w 362313"/>
                <a:gd name="connsiteY8" fmla="*/ 279618 h 361971"/>
                <a:gd name="connsiteX9" fmla="*/ 226843 w 362313"/>
                <a:gd name="connsiteY9" fmla="*/ 288556 h 361971"/>
                <a:gd name="connsiteX10" fmla="*/ 220453 w 362313"/>
                <a:gd name="connsiteY10" fmla="*/ 294940 h 361971"/>
                <a:gd name="connsiteX11" fmla="*/ 214063 w 362313"/>
                <a:gd name="connsiteY11" fmla="*/ 288556 h 361971"/>
                <a:gd name="connsiteX12" fmla="*/ 214063 w 362313"/>
                <a:gd name="connsiteY12" fmla="*/ 279618 h 361971"/>
                <a:gd name="connsiteX13" fmla="*/ 149524 w 362313"/>
                <a:gd name="connsiteY13" fmla="*/ 279618 h 361971"/>
                <a:gd name="connsiteX14" fmla="*/ 149524 w 362313"/>
                <a:gd name="connsiteY14" fmla="*/ 288556 h 361971"/>
                <a:gd name="connsiteX15" fmla="*/ 143135 w 362313"/>
                <a:gd name="connsiteY15" fmla="*/ 294940 h 361971"/>
                <a:gd name="connsiteX16" fmla="*/ 136745 w 362313"/>
                <a:gd name="connsiteY16" fmla="*/ 288556 h 361971"/>
                <a:gd name="connsiteX17" fmla="*/ 136745 w 362313"/>
                <a:gd name="connsiteY17" fmla="*/ 279618 h 361971"/>
                <a:gd name="connsiteX18" fmla="*/ 127799 w 362313"/>
                <a:gd name="connsiteY18" fmla="*/ 279618 h 361971"/>
                <a:gd name="connsiteX19" fmla="*/ 121409 w 362313"/>
                <a:gd name="connsiteY19" fmla="*/ 273234 h 361971"/>
                <a:gd name="connsiteX20" fmla="*/ 121409 w 362313"/>
                <a:gd name="connsiteY20" fmla="*/ 134702 h 361971"/>
                <a:gd name="connsiteX21" fmla="*/ 127799 w 362313"/>
                <a:gd name="connsiteY21" fmla="*/ 128318 h 361971"/>
                <a:gd name="connsiteX22" fmla="*/ 152080 w 362313"/>
                <a:gd name="connsiteY22" fmla="*/ 128318 h 361971"/>
                <a:gd name="connsiteX23" fmla="*/ 152080 w 362313"/>
                <a:gd name="connsiteY23" fmla="*/ 84907 h 361971"/>
                <a:gd name="connsiteX24" fmla="*/ 145052 w 362313"/>
                <a:gd name="connsiteY24" fmla="*/ 81077 h 361971"/>
                <a:gd name="connsiteX25" fmla="*/ 148885 w 362313"/>
                <a:gd name="connsiteY25" fmla="*/ 72777 h 361971"/>
                <a:gd name="connsiteX26" fmla="*/ 148885 w 362313"/>
                <a:gd name="connsiteY26" fmla="*/ 72777 h 361971"/>
                <a:gd name="connsiteX27" fmla="*/ 215341 w 362313"/>
                <a:gd name="connsiteY27" fmla="*/ 72777 h 361971"/>
                <a:gd name="connsiteX28" fmla="*/ 219175 w 362313"/>
                <a:gd name="connsiteY28" fmla="*/ 81077 h 361971"/>
                <a:gd name="connsiteX29" fmla="*/ 213424 w 362313"/>
                <a:gd name="connsiteY29" fmla="*/ 84907 h 361971"/>
                <a:gd name="connsiteX30" fmla="*/ 212146 w 362313"/>
                <a:gd name="connsiteY30" fmla="*/ 84907 h 361971"/>
                <a:gd name="connsiteX31" fmla="*/ 212146 w 362313"/>
                <a:gd name="connsiteY31" fmla="*/ 128318 h 361971"/>
                <a:gd name="connsiteX32" fmla="*/ 236428 w 362313"/>
                <a:gd name="connsiteY32" fmla="*/ 128318 h 361971"/>
                <a:gd name="connsiteX33" fmla="*/ 242818 w 362313"/>
                <a:gd name="connsiteY33" fmla="*/ 134702 h 361971"/>
                <a:gd name="connsiteX34" fmla="*/ 242179 w 362313"/>
                <a:gd name="connsiteY34" fmla="*/ 27323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242179" y="273234"/>
                  </a:moveTo>
                  <a:cubicBezTo>
                    <a:pt x="242179" y="277065"/>
                    <a:pt x="239623" y="279618"/>
                    <a:pt x="235789" y="279618"/>
                  </a:cubicBezTo>
                  <a:lnTo>
                    <a:pt x="226843" y="279618"/>
                  </a:lnTo>
                  <a:lnTo>
                    <a:pt x="226843" y="288556"/>
                  </a:lnTo>
                  <a:cubicBezTo>
                    <a:pt x="226843" y="292386"/>
                    <a:pt x="224287" y="294940"/>
                    <a:pt x="220453" y="294940"/>
                  </a:cubicBezTo>
                  <a:cubicBezTo>
                    <a:pt x="216619" y="294940"/>
                    <a:pt x="214063" y="292386"/>
                    <a:pt x="214063" y="288556"/>
                  </a:cubicBezTo>
                  <a:lnTo>
                    <a:pt x="214063" y="279618"/>
                  </a:lnTo>
                  <a:lnTo>
                    <a:pt x="149524" y="279618"/>
                  </a:lnTo>
                  <a:lnTo>
                    <a:pt x="149524" y="288556"/>
                  </a:lnTo>
                  <a:cubicBezTo>
                    <a:pt x="149524" y="292386"/>
                    <a:pt x="146969" y="294940"/>
                    <a:pt x="143135" y="294940"/>
                  </a:cubicBezTo>
                  <a:cubicBezTo>
                    <a:pt x="139301" y="294940"/>
                    <a:pt x="136745" y="292386"/>
                    <a:pt x="136745" y="288556"/>
                  </a:cubicBezTo>
                  <a:lnTo>
                    <a:pt x="136745" y="279618"/>
                  </a:lnTo>
                  <a:lnTo>
                    <a:pt x="127799" y="279618"/>
                  </a:lnTo>
                  <a:cubicBezTo>
                    <a:pt x="123965" y="279618"/>
                    <a:pt x="121409" y="277065"/>
                    <a:pt x="121409" y="273234"/>
                  </a:cubicBezTo>
                  <a:lnTo>
                    <a:pt x="121409" y="134702"/>
                  </a:lnTo>
                  <a:cubicBezTo>
                    <a:pt x="121409" y="130872"/>
                    <a:pt x="123965" y="128318"/>
                    <a:pt x="127799" y="128318"/>
                  </a:cubicBezTo>
                  <a:lnTo>
                    <a:pt x="152080" y="128318"/>
                  </a:lnTo>
                  <a:lnTo>
                    <a:pt x="152080" y="84907"/>
                  </a:lnTo>
                  <a:cubicBezTo>
                    <a:pt x="148885" y="85545"/>
                    <a:pt x="145690" y="84269"/>
                    <a:pt x="145052" y="81077"/>
                  </a:cubicBezTo>
                  <a:cubicBezTo>
                    <a:pt x="143774" y="77885"/>
                    <a:pt x="145052" y="74054"/>
                    <a:pt x="148885" y="72777"/>
                  </a:cubicBezTo>
                  <a:cubicBezTo>
                    <a:pt x="148885" y="72777"/>
                    <a:pt x="148885" y="72777"/>
                    <a:pt x="148885" y="72777"/>
                  </a:cubicBezTo>
                  <a:cubicBezTo>
                    <a:pt x="169972" y="64478"/>
                    <a:pt x="194254" y="64478"/>
                    <a:pt x="215341" y="72777"/>
                  </a:cubicBezTo>
                  <a:cubicBezTo>
                    <a:pt x="218536" y="74054"/>
                    <a:pt x="220453" y="77885"/>
                    <a:pt x="219175" y="81077"/>
                  </a:cubicBezTo>
                  <a:cubicBezTo>
                    <a:pt x="217897" y="83630"/>
                    <a:pt x="215980" y="84907"/>
                    <a:pt x="213424" y="84907"/>
                  </a:cubicBezTo>
                  <a:lnTo>
                    <a:pt x="212146" y="84907"/>
                  </a:lnTo>
                  <a:lnTo>
                    <a:pt x="212146" y="128318"/>
                  </a:lnTo>
                  <a:lnTo>
                    <a:pt x="236428" y="128318"/>
                  </a:lnTo>
                  <a:cubicBezTo>
                    <a:pt x="240262" y="128318"/>
                    <a:pt x="242818" y="130872"/>
                    <a:pt x="242818" y="134702"/>
                  </a:cubicBezTo>
                  <a:lnTo>
                    <a:pt x="242179" y="273234"/>
                  </a:lnTo>
                  <a:close/>
                </a:path>
              </a:pathLst>
            </a:custGeom>
            <a:solidFill>
              <a:srgbClr val="26890D"/>
            </a:solidFill>
            <a:ln w="6390" cap="flat">
              <a:noFill/>
              <a:prstDash val="solid"/>
              <a:miter/>
            </a:ln>
          </p:spPr>
          <p:txBody>
            <a:bodyPr rtlCol="0" anchor="ctr"/>
            <a:lstStyle/>
            <a:p>
              <a:endParaRPr lang="en-US"/>
            </a:p>
          </p:txBody>
        </p:sp>
      </p:grpSp>
      <p:grpSp>
        <p:nvGrpSpPr>
          <p:cNvPr id="561" name="Graphic 4">
            <a:extLst>
              <a:ext uri="{FF2B5EF4-FFF2-40B4-BE49-F238E27FC236}">
                <a16:creationId xmlns:a16="http://schemas.microsoft.com/office/drawing/2014/main" id="{C6A3677D-BBF5-1749-9DA3-DBC8B7AA2156}"/>
              </a:ext>
            </a:extLst>
          </p:cNvPr>
          <p:cNvGrpSpPr/>
          <p:nvPr/>
        </p:nvGrpSpPr>
        <p:grpSpPr>
          <a:xfrm>
            <a:off x="6149937" y="1893013"/>
            <a:ext cx="362309" cy="361971"/>
            <a:chOff x="5099169" y="1893013"/>
            <a:chExt cx="362309" cy="361971"/>
          </a:xfrm>
          <a:solidFill>
            <a:srgbClr val="43B02A"/>
          </a:solidFill>
        </p:grpSpPr>
        <p:sp>
          <p:nvSpPr>
            <p:cNvPr id="562" name="Graphic 4">
              <a:extLst>
                <a:ext uri="{FF2B5EF4-FFF2-40B4-BE49-F238E27FC236}">
                  <a16:creationId xmlns:a16="http://schemas.microsoft.com/office/drawing/2014/main" id="{2352A199-F05A-484F-8DD0-64351867750C}"/>
                </a:ext>
              </a:extLst>
            </p:cNvPr>
            <p:cNvSpPr/>
            <p:nvPr/>
          </p:nvSpPr>
          <p:spPr>
            <a:xfrm>
              <a:off x="5237831" y="2131135"/>
              <a:ext cx="84986" cy="15959"/>
            </a:xfrm>
            <a:custGeom>
              <a:avLst/>
              <a:gdLst>
                <a:gd name="connsiteX0" fmla="*/ 15975 w 84986"/>
                <a:gd name="connsiteY0" fmla="*/ 0 h 15959"/>
                <a:gd name="connsiteX1" fmla="*/ 0 w 84986"/>
                <a:gd name="connsiteY1" fmla="*/ 15960 h 15959"/>
                <a:gd name="connsiteX2" fmla="*/ 84986 w 84986"/>
                <a:gd name="connsiteY2" fmla="*/ 15960 h 15959"/>
                <a:gd name="connsiteX3" fmla="*/ 69011 w 84986"/>
                <a:gd name="connsiteY3" fmla="*/ 0 h 15959"/>
              </a:gdLst>
              <a:ahLst/>
              <a:cxnLst>
                <a:cxn ang="0">
                  <a:pos x="connsiteX0" y="connsiteY0"/>
                </a:cxn>
                <a:cxn ang="0">
                  <a:pos x="connsiteX1" y="connsiteY1"/>
                </a:cxn>
                <a:cxn ang="0">
                  <a:pos x="connsiteX2" y="connsiteY2"/>
                </a:cxn>
                <a:cxn ang="0">
                  <a:pos x="connsiteX3" y="connsiteY3"/>
                </a:cxn>
              </a:cxnLst>
              <a:rect l="l" t="t" r="r" b="b"/>
              <a:pathLst>
                <a:path w="84986" h="15959">
                  <a:moveTo>
                    <a:pt x="15975" y="0"/>
                  </a:moveTo>
                  <a:lnTo>
                    <a:pt x="0" y="15960"/>
                  </a:lnTo>
                  <a:lnTo>
                    <a:pt x="84986" y="15960"/>
                  </a:lnTo>
                  <a:lnTo>
                    <a:pt x="69011" y="0"/>
                  </a:lnTo>
                  <a:close/>
                </a:path>
              </a:pathLst>
            </a:custGeom>
            <a:solidFill>
              <a:srgbClr val="43B02A"/>
            </a:solidFill>
            <a:ln w="6390" cap="flat">
              <a:noFill/>
              <a:prstDash val="solid"/>
              <a:miter/>
            </a:ln>
          </p:spPr>
          <p:txBody>
            <a:bodyPr rtlCol="0" anchor="ctr"/>
            <a:lstStyle/>
            <a:p>
              <a:endParaRPr lang="en-US"/>
            </a:p>
          </p:txBody>
        </p:sp>
        <p:sp>
          <p:nvSpPr>
            <p:cNvPr id="563" name="Graphic 4">
              <a:extLst>
                <a:ext uri="{FF2B5EF4-FFF2-40B4-BE49-F238E27FC236}">
                  <a16:creationId xmlns:a16="http://schemas.microsoft.com/office/drawing/2014/main" id="{05D8B73B-A85E-CB4E-BDDD-D6BDA910EE8A}"/>
                </a:ext>
              </a:extLst>
            </p:cNvPr>
            <p:cNvSpPr/>
            <p:nvPr/>
          </p:nvSpPr>
          <p:spPr>
            <a:xfrm>
              <a:off x="5250611" y="2014947"/>
              <a:ext cx="59426" cy="23620"/>
            </a:xfrm>
            <a:custGeom>
              <a:avLst/>
              <a:gdLst>
                <a:gd name="connsiteX0" fmla="*/ 0 w 59426"/>
                <a:gd name="connsiteY0" fmla="*/ 0 h 23620"/>
                <a:gd name="connsiteX1" fmla="*/ 59426 w 59426"/>
                <a:gd name="connsiteY1" fmla="*/ 0 h 23620"/>
                <a:gd name="connsiteX2" fmla="*/ 59426 w 59426"/>
                <a:gd name="connsiteY2" fmla="*/ 23621 h 23620"/>
                <a:gd name="connsiteX3" fmla="*/ 0 w 59426"/>
                <a:gd name="connsiteY3" fmla="*/ 23621 h 23620"/>
              </a:gdLst>
              <a:ahLst/>
              <a:cxnLst>
                <a:cxn ang="0">
                  <a:pos x="connsiteX0" y="connsiteY0"/>
                </a:cxn>
                <a:cxn ang="0">
                  <a:pos x="connsiteX1" y="connsiteY1"/>
                </a:cxn>
                <a:cxn ang="0">
                  <a:pos x="connsiteX2" y="connsiteY2"/>
                </a:cxn>
                <a:cxn ang="0">
                  <a:pos x="connsiteX3" y="connsiteY3"/>
                </a:cxn>
              </a:cxnLst>
              <a:rect l="l" t="t" r="r" b="b"/>
              <a:pathLst>
                <a:path w="59426" h="23620">
                  <a:moveTo>
                    <a:pt x="0" y="0"/>
                  </a:moveTo>
                  <a:lnTo>
                    <a:pt x="59426" y="0"/>
                  </a:lnTo>
                  <a:lnTo>
                    <a:pt x="59426" y="23621"/>
                  </a:lnTo>
                  <a:lnTo>
                    <a:pt x="0" y="23621"/>
                  </a:lnTo>
                  <a:close/>
                </a:path>
              </a:pathLst>
            </a:custGeom>
            <a:solidFill>
              <a:srgbClr val="43B02A"/>
            </a:solidFill>
            <a:ln w="6390" cap="flat">
              <a:noFill/>
              <a:prstDash val="solid"/>
              <a:miter/>
            </a:ln>
          </p:spPr>
          <p:txBody>
            <a:bodyPr rtlCol="0" anchor="ctr"/>
            <a:lstStyle/>
            <a:p>
              <a:endParaRPr lang="en-US"/>
            </a:p>
          </p:txBody>
        </p:sp>
        <p:sp>
          <p:nvSpPr>
            <p:cNvPr id="564" name="Graphic 4">
              <a:extLst>
                <a:ext uri="{FF2B5EF4-FFF2-40B4-BE49-F238E27FC236}">
                  <a16:creationId xmlns:a16="http://schemas.microsoft.com/office/drawing/2014/main" id="{C153890A-EFE1-764D-90E7-4A440B67870A}"/>
                </a:ext>
              </a:extLst>
            </p:cNvPr>
            <p:cNvSpPr/>
            <p:nvPr/>
          </p:nvSpPr>
          <p:spPr>
            <a:xfrm>
              <a:off x="5222495" y="1986219"/>
              <a:ext cx="116935" cy="132148"/>
            </a:xfrm>
            <a:custGeom>
              <a:avLst/>
              <a:gdLst>
                <a:gd name="connsiteX0" fmla="*/ 86903 w 116935"/>
                <a:gd name="connsiteY0" fmla="*/ 132149 h 132148"/>
                <a:gd name="connsiteX1" fmla="*/ 116936 w 116935"/>
                <a:gd name="connsiteY1" fmla="*/ 109805 h 132148"/>
                <a:gd name="connsiteX2" fmla="*/ 116936 w 116935"/>
                <a:gd name="connsiteY2" fmla="*/ 22344 h 132148"/>
                <a:gd name="connsiteX3" fmla="*/ 94571 w 116935"/>
                <a:gd name="connsiteY3" fmla="*/ 0 h 132148"/>
                <a:gd name="connsiteX4" fmla="*/ 22365 w 116935"/>
                <a:gd name="connsiteY4" fmla="*/ 0 h 132148"/>
                <a:gd name="connsiteX5" fmla="*/ 0 w 116935"/>
                <a:gd name="connsiteY5" fmla="*/ 22344 h 132148"/>
                <a:gd name="connsiteX6" fmla="*/ 0 w 116935"/>
                <a:gd name="connsiteY6" fmla="*/ 109166 h 132148"/>
                <a:gd name="connsiteX7" fmla="*/ 22365 w 116935"/>
                <a:gd name="connsiteY7" fmla="*/ 131510 h 132148"/>
                <a:gd name="connsiteX8" fmla="*/ 86903 w 116935"/>
                <a:gd name="connsiteY8" fmla="*/ 132149 h 132148"/>
                <a:gd name="connsiteX9" fmla="*/ 86903 w 116935"/>
                <a:gd name="connsiteY9" fmla="*/ 120019 h 132148"/>
                <a:gd name="connsiteX10" fmla="*/ 69011 w 116935"/>
                <a:gd name="connsiteY10" fmla="*/ 102144 h 132148"/>
                <a:gd name="connsiteX11" fmla="*/ 86903 w 116935"/>
                <a:gd name="connsiteY11" fmla="*/ 84269 h 132148"/>
                <a:gd name="connsiteX12" fmla="*/ 104795 w 116935"/>
                <a:gd name="connsiteY12" fmla="*/ 102144 h 132148"/>
                <a:gd name="connsiteX13" fmla="*/ 86903 w 116935"/>
                <a:gd name="connsiteY13" fmla="*/ 120019 h 132148"/>
                <a:gd name="connsiteX14" fmla="*/ 86903 w 116935"/>
                <a:gd name="connsiteY14" fmla="*/ 120019 h 132148"/>
                <a:gd name="connsiteX15" fmla="*/ 15336 w 116935"/>
                <a:gd name="connsiteY15" fmla="*/ 28728 h 132148"/>
                <a:gd name="connsiteX16" fmla="*/ 28116 w 116935"/>
                <a:gd name="connsiteY16" fmla="*/ 15960 h 132148"/>
                <a:gd name="connsiteX17" fmla="*/ 87542 w 116935"/>
                <a:gd name="connsiteY17" fmla="*/ 15960 h 132148"/>
                <a:gd name="connsiteX18" fmla="*/ 100322 w 116935"/>
                <a:gd name="connsiteY18" fmla="*/ 28728 h 132148"/>
                <a:gd name="connsiteX19" fmla="*/ 100322 w 116935"/>
                <a:gd name="connsiteY19" fmla="*/ 52349 h 132148"/>
                <a:gd name="connsiteX20" fmla="*/ 87542 w 116935"/>
                <a:gd name="connsiteY20" fmla="*/ 65117 h 132148"/>
                <a:gd name="connsiteX21" fmla="*/ 28116 w 116935"/>
                <a:gd name="connsiteY21" fmla="*/ 65117 h 132148"/>
                <a:gd name="connsiteX22" fmla="*/ 15336 w 116935"/>
                <a:gd name="connsiteY22" fmla="*/ 52349 h 132148"/>
                <a:gd name="connsiteX23" fmla="*/ 15336 w 116935"/>
                <a:gd name="connsiteY23" fmla="*/ 28728 h 132148"/>
                <a:gd name="connsiteX24" fmla="*/ 11502 w 116935"/>
                <a:gd name="connsiteY24" fmla="*/ 102144 h 132148"/>
                <a:gd name="connsiteX25" fmla="*/ 29394 w 116935"/>
                <a:gd name="connsiteY25" fmla="*/ 84269 h 132148"/>
                <a:gd name="connsiteX26" fmla="*/ 47286 w 116935"/>
                <a:gd name="connsiteY26" fmla="*/ 102144 h 132148"/>
                <a:gd name="connsiteX27" fmla="*/ 29394 w 116935"/>
                <a:gd name="connsiteY27" fmla="*/ 120019 h 132148"/>
                <a:gd name="connsiteX28" fmla="*/ 11502 w 116935"/>
                <a:gd name="connsiteY28" fmla="*/ 102144 h 132148"/>
                <a:gd name="connsiteX29" fmla="*/ 11502 w 116935"/>
                <a:gd name="connsiteY29" fmla="*/ 102144 h 132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6935" h="132148">
                  <a:moveTo>
                    <a:pt x="86903" y="132149"/>
                  </a:moveTo>
                  <a:cubicBezTo>
                    <a:pt x="99683" y="132149"/>
                    <a:pt x="116936" y="121296"/>
                    <a:pt x="116936" y="109805"/>
                  </a:cubicBezTo>
                  <a:lnTo>
                    <a:pt x="116936" y="22344"/>
                  </a:lnTo>
                  <a:cubicBezTo>
                    <a:pt x="116936" y="10214"/>
                    <a:pt x="106712" y="0"/>
                    <a:pt x="94571" y="0"/>
                  </a:cubicBezTo>
                  <a:lnTo>
                    <a:pt x="22365" y="0"/>
                  </a:lnTo>
                  <a:cubicBezTo>
                    <a:pt x="9585" y="0"/>
                    <a:pt x="0" y="10214"/>
                    <a:pt x="0" y="22344"/>
                  </a:cubicBezTo>
                  <a:lnTo>
                    <a:pt x="0" y="109166"/>
                  </a:lnTo>
                  <a:cubicBezTo>
                    <a:pt x="0" y="121934"/>
                    <a:pt x="10224" y="131510"/>
                    <a:pt x="22365" y="131510"/>
                  </a:cubicBezTo>
                  <a:lnTo>
                    <a:pt x="86903" y="132149"/>
                  </a:lnTo>
                  <a:close/>
                  <a:moveTo>
                    <a:pt x="86903" y="120019"/>
                  </a:moveTo>
                  <a:cubicBezTo>
                    <a:pt x="77318" y="120019"/>
                    <a:pt x="69011" y="112358"/>
                    <a:pt x="69011" y="102144"/>
                  </a:cubicBezTo>
                  <a:cubicBezTo>
                    <a:pt x="69011" y="92568"/>
                    <a:pt x="76679" y="84269"/>
                    <a:pt x="86903" y="84269"/>
                  </a:cubicBezTo>
                  <a:cubicBezTo>
                    <a:pt x="96488" y="84269"/>
                    <a:pt x="104795" y="91929"/>
                    <a:pt x="104795" y="102144"/>
                  </a:cubicBezTo>
                  <a:cubicBezTo>
                    <a:pt x="104795" y="112358"/>
                    <a:pt x="96488" y="120019"/>
                    <a:pt x="86903" y="120019"/>
                  </a:cubicBezTo>
                  <a:lnTo>
                    <a:pt x="86903" y="120019"/>
                  </a:lnTo>
                  <a:close/>
                  <a:moveTo>
                    <a:pt x="15336" y="28728"/>
                  </a:moveTo>
                  <a:cubicBezTo>
                    <a:pt x="15336" y="21706"/>
                    <a:pt x="21087" y="15960"/>
                    <a:pt x="28116" y="15960"/>
                  </a:cubicBezTo>
                  <a:lnTo>
                    <a:pt x="87542" y="15960"/>
                  </a:lnTo>
                  <a:cubicBezTo>
                    <a:pt x="94571" y="15960"/>
                    <a:pt x="100322" y="21706"/>
                    <a:pt x="100322" y="28728"/>
                  </a:cubicBezTo>
                  <a:lnTo>
                    <a:pt x="100322" y="52349"/>
                  </a:lnTo>
                  <a:cubicBezTo>
                    <a:pt x="100322" y="59371"/>
                    <a:pt x="94571" y="65117"/>
                    <a:pt x="87542" y="65117"/>
                  </a:cubicBezTo>
                  <a:lnTo>
                    <a:pt x="28116" y="65117"/>
                  </a:lnTo>
                  <a:cubicBezTo>
                    <a:pt x="21087" y="65117"/>
                    <a:pt x="15336" y="59371"/>
                    <a:pt x="15336" y="52349"/>
                  </a:cubicBezTo>
                  <a:lnTo>
                    <a:pt x="15336" y="28728"/>
                  </a:lnTo>
                  <a:close/>
                  <a:moveTo>
                    <a:pt x="11502" y="102144"/>
                  </a:moveTo>
                  <a:cubicBezTo>
                    <a:pt x="11502" y="92568"/>
                    <a:pt x="19170" y="84269"/>
                    <a:pt x="29394" y="84269"/>
                  </a:cubicBezTo>
                  <a:cubicBezTo>
                    <a:pt x="38979" y="84269"/>
                    <a:pt x="47286" y="91929"/>
                    <a:pt x="47286" y="102144"/>
                  </a:cubicBezTo>
                  <a:cubicBezTo>
                    <a:pt x="47286" y="111720"/>
                    <a:pt x="39618" y="120019"/>
                    <a:pt x="29394" y="120019"/>
                  </a:cubicBezTo>
                  <a:cubicBezTo>
                    <a:pt x="19170" y="119381"/>
                    <a:pt x="11502" y="111720"/>
                    <a:pt x="11502" y="102144"/>
                  </a:cubicBezTo>
                  <a:lnTo>
                    <a:pt x="11502" y="102144"/>
                  </a:lnTo>
                  <a:close/>
                </a:path>
              </a:pathLst>
            </a:custGeom>
            <a:solidFill>
              <a:srgbClr val="43B02A"/>
            </a:solidFill>
            <a:ln w="6390" cap="flat">
              <a:noFill/>
              <a:prstDash val="solid"/>
              <a:miter/>
            </a:ln>
          </p:spPr>
          <p:txBody>
            <a:bodyPr rtlCol="0" anchor="ctr"/>
            <a:lstStyle/>
            <a:p>
              <a:endParaRPr lang="en-US"/>
            </a:p>
          </p:txBody>
        </p:sp>
        <p:sp>
          <p:nvSpPr>
            <p:cNvPr id="565" name="Graphic 4">
              <a:extLst>
                <a:ext uri="{FF2B5EF4-FFF2-40B4-BE49-F238E27FC236}">
                  <a16:creationId xmlns:a16="http://schemas.microsoft.com/office/drawing/2014/main" id="{F6055961-E551-4F4D-9048-10804F40D804}"/>
                </a:ext>
              </a:extLst>
            </p:cNvPr>
            <p:cNvSpPr/>
            <p:nvPr/>
          </p:nvSpPr>
          <p:spPr>
            <a:xfrm>
              <a:off x="5099169" y="189301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58154 w 362309"/>
                <a:gd name="connsiteY7" fmla="*/ 279619 h 361971"/>
                <a:gd name="connsiteX8" fmla="*/ 249208 w 362309"/>
                <a:gd name="connsiteY8" fmla="*/ 279619 h 361971"/>
                <a:gd name="connsiteX9" fmla="*/ 236428 w 362309"/>
                <a:gd name="connsiteY9" fmla="*/ 266851 h 361971"/>
                <a:gd name="connsiteX10" fmla="*/ 125882 w 362309"/>
                <a:gd name="connsiteY10" fmla="*/ 266851 h 361971"/>
                <a:gd name="connsiteX11" fmla="*/ 113102 w 362309"/>
                <a:gd name="connsiteY11" fmla="*/ 279619 h 361971"/>
                <a:gd name="connsiteX12" fmla="*/ 104156 w 362309"/>
                <a:gd name="connsiteY12" fmla="*/ 279619 h 361971"/>
                <a:gd name="connsiteX13" fmla="*/ 104156 w 362309"/>
                <a:gd name="connsiteY13" fmla="*/ 279619 h 361971"/>
                <a:gd name="connsiteX14" fmla="*/ 104156 w 362309"/>
                <a:gd name="connsiteY14" fmla="*/ 270681 h 361971"/>
                <a:gd name="connsiteX15" fmla="*/ 118853 w 362309"/>
                <a:gd name="connsiteY15" fmla="*/ 255998 h 361971"/>
                <a:gd name="connsiteX16" fmla="*/ 118853 w 362309"/>
                <a:gd name="connsiteY16" fmla="*/ 255998 h 361971"/>
                <a:gd name="connsiteX17" fmla="*/ 138022 w 362309"/>
                <a:gd name="connsiteY17" fmla="*/ 236846 h 361971"/>
                <a:gd name="connsiteX18" fmla="*/ 109907 w 362309"/>
                <a:gd name="connsiteY18" fmla="*/ 202372 h 361971"/>
                <a:gd name="connsiteX19" fmla="*/ 109907 w 362309"/>
                <a:gd name="connsiteY19" fmla="*/ 115550 h 361971"/>
                <a:gd name="connsiteX20" fmla="*/ 145052 w 362309"/>
                <a:gd name="connsiteY20" fmla="*/ 80438 h 361971"/>
                <a:gd name="connsiteX21" fmla="*/ 217258 w 362309"/>
                <a:gd name="connsiteY21" fmla="*/ 80438 h 361971"/>
                <a:gd name="connsiteX22" fmla="*/ 252403 w 362309"/>
                <a:gd name="connsiteY22" fmla="*/ 115550 h 361971"/>
                <a:gd name="connsiteX23" fmla="*/ 252403 w 362309"/>
                <a:gd name="connsiteY23" fmla="*/ 202372 h 361971"/>
                <a:gd name="connsiteX24" fmla="*/ 223009 w 362309"/>
                <a:gd name="connsiteY24" fmla="*/ 235569 h 361971"/>
                <a:gd name="connsiteX25" fmla="*/ 243456 w 362309"/>
                <a:gd name="connsiteY25" fmla="*/ 255998 h 361971"/>
                <a:gd name="connsiteX26" fmla="*/ 243456 w 362309"/>
                <a:gd name="connsiteY26" fmla="*/ 255998 h 361971"/>
                <a:gd name="connsiteX27" fmla="*/ 258154 w 362309"/>
                <a:gd name="connsiteY27" fmla="*/ 270681 h 361971"/>
                <a:gd name="connsiteX28" fmla="*/ 258154 w 362309"/>
                <a:gd name="connsiteY28" fmla="*/ 279619 h 361971"/>
                <a:gd name="connsiteX29" fmla="*/ 258154 w 362309"/>
                <a:gd name="connsiteY29" fmla="*/ 279619 h 361971"/>
                <a:gd name="connsiteX30" fmla="*/ 258154 w 362309"/>
                <a:gd name="connsiteY30" fmla="*/ 27961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cubicBezTo>
                    <a:pt x="181474" y="0"/>
                    <a:pt x="181474" y="0"/>
                    <a:pt x="181474" y="0"/>
                  </a:cubicBezTo>
                  <a:close/>
                  <a:moveTo>
                    <a:pt x="258154" y="279619"/>
                  </a:moveTo>
                  <a:cubicBezTo>
                    <a:pt x="255597" y="282172"/>
                    <a:pt x="251764" y="282172"/>
                    <a:pt x="249208" y="279619"/>
                  </a:cubicBezTo>
                  <a:lnTo>
                    <a:pt x="236428" y="266851"/>
                  </a:lnTo>
                  <a:lnTo>
                    <a:pt x="125882" y="266851"/>
                  </a:lnTo>
                  <a:lnTo>
                    <a:pt x="113102" y="279619"/>
                  </a:lnTo>
                  <a:cubicBezTo>
                    <a:pt x="110546" y="282172"/>
                    <a:pt x="106712" y="282172"/>
                    <a:pt x="104156" y="279619"/>
                  </a:cubicBezTo>
                  <a:cubicBezTo>
                    <a:pt x="104156" y="279619"/>
                    <a:pt x="104156" y="279619"/>
                    <a:pt x="104156" y="279619"/>
                  </a:cubicBezTo>
                  <a:cubicBezTo>
                    <a:pt x="101600" y="277065"/>
                    <a:pt x="101600" y="273235"/>
                    <a:pt x="104156" y="270681"/>
                  </a:cubicBezTo>
                  <a:lnTo>
                    <a:pt x="118853" y="255998"/>
                  </a:lnTo>
                  <a:lnTo>
                    <a:pt x="118853" y="255998"/>
                  </a:lnTo>
                  <a:lnTo>
                    <a:pt x="138022" y="236846"/>
                  </a:lnTo>
                  <a:cubicBezTo>
                    <a:pt x="121409" y="233654"/>
                    <a:pt x="109907" y="218971"/>
                    <a:pt x="109907" y="202372"/>
                  </a:cubicBezTo>
                  <a:lnTo>
                    <a:pt x="109907" y="115550"/>
                  </a:lnTo>
                  <a:cubicBezTo>
                    <a:pt x="109907" y="95760"/>
                    <a:pt x="125882" y="80438"/>
                    <a:pt x="145052" y="80438"/>
                  </a:cubicBezTo>
                  <a:lnTo>
                    <a:pt x="217258" y="80438"/>
                  </a:lnTo>
                  <a:cubicBezTo>
                    <a:pt x="237067" y="80438"/>
                    <a:pt x="252403" y="96398"/>
                    <a:pt x="252403" y="115550"/>
                  </a:cubicBezTo>
                  <a:lnTo>
                    <a:pt x="252403" y="202372"/>
                  </a:lnTo>
                  <a:cubicBezTo>
                    <a:pt x="252403" y="217694"/>
                    <a:pt x="238345" y="230462"/>
                    <a:pt x="223009" y="235569"/>
                  </a:cubicBezTo>
                  <a:lnTo>
                    <a:pt x="243456" y="255998"/>
                  </a:lnTo>
                  <a:lnTo>
                    <a:pt x="243456" y="255998"/>
                  </a:lnTo>
                  <a:lnTo>
                    <a:pt x="258154" y="270681"/>
                  </a:lnTo>
                  <a:cubicBezTo>
                    <a:pt x="260709" y="272596"/>
                    <a:pt x="260709" y="276427"/>
                    <a:pt x="258154" y="279619"/>
                  </a:cubicBezTo>
                  <a:cubicBezTo>
                    <a:pt x="258154" y="278980"/>
                    <a:pt x="258154" y="279619"/>
                    <a:pt x="258154" y="279619"/>
                  </a:cubicBezTo>
                  <a:lnTo>
                    <a:pt x="258154" y="279619"/>
                  </a:lnTo>
                  <a:close/>
                </a:path>
              </a:pathLst>
            </a:custGeom>
            <a:solidFill>
              <a:srgbClr val="43B02A"/>
            </a:solidFill>
            <a:ln w="6390" cap="flat">
              <a:noFill/>
              <a:prstDash val="solid"/>
              <a:miter/>
            </a:ln>
          </p:spPr>
          <p:txBody>
            <a:bodyPr rtlCol="0" anchor="ctr"/>
            <a:lstStyle/>
            <a:p>
              <a:endParaRPr lang="en-US"/>
            </a:p>
          </p:txBody>
        </p:sp>
      </p:grpSp>
      <p:grpSp>
        <p:nvGrpSpPr>
          <p:cNvPr id="566" name="Graphic 4">
            <a:extLst>
              <a:ext uri="{FF2B5EF4-FFF2-40B4-BE49-F238E27FC236}">
                <a16:creationId xmlns:a16="http://schemas.microsoft.com/office/drawing/2014/main" id="{28FDC56A-F3EA-4A46-8263-C65DD826FFFA}"/>
              </a:ext>
            </a:extLst>
          </p:cNvPr>
          <p:cNvGrpSpPr/>
          <p:nvPr/>
        </p:nvGrpSpPr>
        <p:grpSpPr>
          <a:xfrm>
            <a:off x="6149937" y="3339623"/>
            <a:ext cx="362309" cy="361971"/>
            <a:chOff x="5099169" y="3339623"/>
            <a:chExt cx="362309" cy="361971"/>
          </a:xfrm>
          <a:solidFill>
            <a:srgbClr val="43B02A"/>
          </a:solidFill>
        </p:grpSpPr>
        <p:sp>
          <p:nvSpPr>
            <p:cNvPr id="567" name="Graphic 4">
              <a:extLst>
                <a:ext uri="{FF2B5EF4-FFF2-40B4-BE49-F238E27FC236}">
                  <a16:creationId xmlns:a16="http://schemas.microsoft.com/office/drawing/2014/main" id="{0ABC6D9F-4367-784E-869B-FCBA6D4CD204}"/>
                </a:ext>
              </a:extLst>
            </p:cNvPr>
            <p:cNvSpPr/>
            <p:nvPr/>
          </p:nvSpPr>
          <p:spPr>
            <a:xfrm>
              <a:off x="5205172" y="3563631"/>
              <a:ext cx="16753" cy="16668"/>
            </a:xfrm>
            <a:custGeom>
              <a:avLst/>
              <a:gdLst>
                <a:gd name="connsiteX0" fmla="*/ 9016 w 16753"/>
                <a:gd name="connsiteY0" fmla="*/ 70 h 16668"/>
                <a:gd name="connsiteX1" fmla="*/ 70 w 16753"/>
                <a:gd name="connsiteY1" fmla="*/ 7731 h 16668"/>
                <a:gd name="connsiteX2" fmla="*/ 7738 w 16753"/>
                <a:gd name="connsiteY2" fmla="*/ 16668 h 16668"/>
                <a:gd name="connsiteX3" fmla="*/ 9016 w 16753"/>
                <a:gd name="connsiteY3" fmla="*/ 16668 h 16668"/>
                <a:gd name="connsiteX4" fmla="*/ 16684 w 16753"/>
                <a:gd name="connsiteY4" fmla="*/ 7731 h 16668"/>
                <a:gd name="connsiteX5" fmla="*/ 9016 w 16753"/>
                <a:gd name="connsiteY5" fmla="*/ 70 h 1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53" h="16668">
                  <a:moveTo>
                    <a:pt x="9016" y="70"/>
                  </a:moveTo>
                  <a:cubicBezTo>
                    <a:pt x="4543" y="-568"/>
                    <a:pt x="70" y="3262"/>
                    <a:pt x="70" y="7731"/>
                  </a:cubicBezTo>
                  <a:cubicBezTo>
                    <a:pt x="-569" y="12200"/>
                    <a:pt x="3265" y="16668"/>
                    <a:pt x="7738" y="16668"/>
                  </a:cubicBezTo>
                  <a:cubicBezTo>
                    <a:pt x="8377" y="16668"/>
                    <a:pt x="9016" y="16668"/>
                    <a:pt x="9016" y="16668"/>
                  </a:cubicBezTo>
                  <a:cubicBezTo>
                    <a:pt x="13489" y="16030"/>
                    <a:pt x="17323" y="12200"/>
                    <a:pt x="16684" y="7731"/>
                  </a:cubicBezTo>
                  <a:cubicBezTo>
                    <a:pt x="16045" y="3900"/>
                    <a:pt x="12850" y="708"/>
                    <a:pt x="9016" y="70"/>
                  </a:cubicBezTo>
                  <a:close/>
                </a:path>
              </a:pathLst>
            </a:custGeom>
            <a:solidFill>
              <a:srgbClr val="43B02A"/>
            </a:solidFill>
            <a:ln w="6390" cap="flat">
              <a:noFill/>
              <a:prstDash val="solid"/>
              <a:miter/>
            </a:ln>
          </p:spPr>
          <p:txBody>
            <a:bodyPr rtlCol="0" anchor="ctr"/>
            <a:lstStyle/>
            <a:p>
              <a:endParaRPr lang="en-US"/>
            </a:p>
          </p:txBody>
        </p:sp>
        <p:sp>
          <p:nvSpPr>
            <p:cNvPr id="568" name="Graphic 4">
              <a:extLst>
                <a:ext uri="{FF2B5EF4-FFF2-40B4-BE49-F238E27FC236}">
                  <a16:creationId xmlns:a16="http://schemas.microsoft.com/office/drawing/2014/main" id="{2F91C9CF-BE72-3846-824F-54FDEBE01F3C}"/>
                </a:ext>
              </a:extLst>
            </p:cNvPr>
            <p:cNvSpPr/>
            <p:nvPr/>
          </p:nvSpPr>
          <p:spPr>
            <a:xfrm>
              <a:off x="5331124" y="3563701"/>
              <a:ext cx="16614" cy="16598"/>
            </a:xfrm>
            <a:custGeom>
              <a:avLst/>
              <a:gdLst>
                <a:gd name="connsiteX0" fmla="*/ 8307 w 16614"/>
                <a:gd name="connsiteY0" fmla="*/ 0 h 16598"/>
                <a:gd name="connsiteX1" fmla="*/ 0 w 16614"/>
                <a:gd name="connsiteY1" fmla="*/ 8299 h 16598"/>
                <a:gd name="connsiteX2" fmla="*/ 8307 w 16614"/>
                <a:gd name="connsiteY2" fmla="*/ 16599 h 16598"/>
                <a:gd name="connsiteX3" fmla="*/ 16614 w 16614"/>
                <a:gd name="connsiteY3" fmla="*/ 8299 h 16598"/>
                <a:gd name="connsiteX4" fmla="*/ 16614 w 16614"/>
                <a:gd name="connsiteY4" fmla="*/ 8299 h 16598"/>
                <a:gd name="connsiteX5" fmla="*/ 8307 w 16614"/>
                <a:gd name="connsiteY5" fmla="*/ 0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4" h="16598">
                  <a:moveTo>
                    <a:pt x="8307" y="0"/>
                  </a:moveTo>
                  <a:cubicBezTo>
                    <a:pt x="3834" y="0"/>
                    <a:pt x="0" y="3831"/>
                    <a:pt x="0" y="8299"/>
                  </a:cubicBezTo>
                  <a:cubicBezTo>
                    <a:pt x="0" y="12768"/>
                    <a:pt x="3834" y="16599"/>
                    <a:pt x="8307" y="16599"/>
                  </a:cubicBezTo>
                  <a:cubicBezTo>
                    <a:pt x="12780" y="16599"/>
                    <a:pt x="16614" y="12768"/>
                    <a:pt x="16614" y="8299"/>
                  </a:cubicBezTo>
                  <a:lnTo>
                    <a:pt x="16614" y="8299"/>
                  </a:lnTo>
                  <a:cubicBezTo>
                    <a:pt x="16614" y="3831"/>
                    <a:pt x="12780" y="0"/>
                    <a:pt x="8307" y="0"/>
                  </a:cubicBezTo>
                  <a:close/>
                </a:path>
              </a:pathLst>
            </a:custGeom>
            <a:solidFill>
              <a:srgbClr val="43B02A"/>
            </a:solidFill>
            <a:ln w="6390" cap="flat">
              <a:noFill/>
              <a:prstDash val="solid"/>
              <a:miter/>
            </a:ln>
          </p:spPr>
          <p:txBody>
            <a:bodyPr rtlCol="0" anchor="ctr"/>
            <a:lstStyle/>
            <a:p>
              <a:endParaRPr lang="en-US"/>
            </a:p>
          </p:txBody>
        </p:sp>
        <p:sp>
          <p:nvSpPr>
            <p:cNvPr id="569" name="Graphic 4">
              <a:extLst>
                <a:ext uri="{FF2B5EF4-FFF2-40B4-BE49-F238E27FC236}">
                  <a16:creationId xmlns:a16="http://schemas.microsoft.com/office/drawing/2014/main" id="{7D69E7D9-0CA5-014B-9E44-AF2732EB4271}"/>
                </a:ext>
              </a:extLst>
            </p:cNvPr>
            <p:cNvSpPr/>
            <p:nvPr/>
          </p:nvSpPr>
          <p:spPr>
            <a:xfrm>
              <a:off x="5099169" y="33396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90742 w 362309"/>
                <a:gd name="connsiteY7" fmla="*/ 233015 h 361971"/>
                <a:gd name="connsiteX8" fmla="*/ 284352 w 362309"/>
                <a:gd name="connsiteY8" fmla="*/ 239399 h 361971"/>
                <a:gd name="connsiteX9" fmla="*/ 260071 w 362309"/>
                <a:gd name="connsiteY9" fmla="*/ 239399 h 361971"/>
                <a:gd name="connsiteX10" fmla="*/ 233872 w 362309"/>
                <a:gd name="connsiteY10" fmla="*/ 252806 h 361971"/>
                <a:gd name="connsiteX11" fmla="*/ 220453 w 362309"/>
                <a:gd name="connsiteY11" fmla="*/ 239399 h 361971"/>
                <a:gd name="connsiteX12" fmla="*/ 135467 w 362309"/>
                <a:gd name="connsiteY12" fmla="*/ 239399 h 361971"/>
                <a:gd name="connsiteX13" fmla="*/ 109268 w 362309"/>
                <a:gd name="connsiteY13" fmla="*/ 252806 h 361971"/>
                <a:gd name="connsiteX14" fmla="*/ 95849 w 362309"/>
                <a:gd name="connsiteY14" fmla="*/ 239399 h 361971"/>
                <a:gd name="connsiteX15" fmla="*/ 79235 w 362309"/>
                <a:gd name="connsiteY15" fmla="*/ 239399 h 361971"/>
                <a:gd name="connsiteX16" fmla="*/ 72845 w 362309"/>
                <a:gd name="connsiteY16" fmla="*/ 233015 h 361971"/>
                <a:gd name="connsiteX17" fmla="*/ 72845 w 362309"/>
                <a:gd name="connsiteY17" fmla="*/ 114912 h 361971"/>
                <a:gd name="connsiteX18" fmla="*/ 79235 w 362309"/>
                <a:gd name="connsiteY18" fmla="*/ 108528 h 361971"/>
                <a:gd name="connsiteX19" fmla="*/ 226843 w 362309"/>
                <a:gd name="connsiteY19" fmla="*/ 108528 h 361971"/>
                <a:gd name="connsiteX20" fmla="*/ 233233 w 362309"/>
                <a:gd name="connsiteY20" fmla="*/ 114912 h 361971"/>
                <a:gd name="connsiteX21" fmla="*/ 233233 w 362309"/>
                <a:gd name="connsiteY21" fmla="*/ 152577 h 361971"/>
                <a:gd name="connsiteX22" fmla="*/ 270934 w 362309"/>
                <a:gd name="connsiteY22" fmla="*/ 152577 h 361971"/>
                <a:gd name="connsiteX23" fmla="*/ 292020 w 362309"/>
                <a:gd name="connsiteY23" fmla="*/ 173644 h 361971"/>
                <a:gd name="connsiteX24" fmla="*/ 290742 w 362309"/>
                <a:gd name="connsiteY24" fmla="*/ 23301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310" y="81077"/>
                    <a:pt x="281157" y="0"/>
                    <a:pt x="181474" y="0"/>
                  </a:cubicBezTo>
                  <a:cubicBezTo>
                    <a:pt x="181474" y="0"/>
                    <a:pt x="181474" y="0"/>
                    <a:pt x="181474" y="0"/>
                  </a:cubicBezTo>
                  <a:close/>
                  <a:moveTo>
                    <a:pt x="290742" y="233015"/>
                  </a:moveTo>
                  <a:cubicBezTo>
                    <a:pt x="290742" y="236846"/>
                    <a:pt x="288186" y="239399"/>
                    <a:pt x="284352" y="239399"/>
                  </a:cubicBezTo>
                  <a:lnTo>
                    <a:pt x="260071" y="239399"/>
                  </a:lnTo>
                  <a:cubicBezTo>
                    <a:pt x="256236" y="250252"/>
                    <a:pt x="244735" y="256636"/>
                    <a:pt x="233872" y="252806"/>
                  </a:cubicBezTo>
                  <a:cubicBezTo>
                    <a:pt x="227482" y="250890"/>
                    <a:pt x="222370" y="245783"/>
                    <a:pt x="220453" y="239399"/>
                  </a:cubicBezTo>
                  <a:lnTo>
                    <a:pt x="135467" y="239399"/>
                  </a:lnTo>
                  <a:cubicBezTo>
                    <a:pt x="131633" y="250252"/>
                    <a:pt x="120131" y="256636"/>
                    <a:pt x="109268" y="252806"/>
                  </a:cubicBezTo>
                  <a:cubicBezTo>
                    <a:pt x="102878" y="250890"/>
                    <a:pt x="97766" y="245783"/>
                    <a:pt x="95849" y="239399"/>
                  </a:cubicBezTo>
                  <a:lnTo>
                    <a:pt x="79235" y="239399"/>
                  </a:lnTo>
                  <a:cubicBezTo>
                    <a:pt x="75401" y="239399"/>
                    <a:pt x="72845" y="236846"/>
                    <a:pt x="72845" y="233015"/>
                  </a:cubicBezTo>
                  <a:lnTo>
                    <a:pt x="72845" y="114912"/>
                  </a:lnTo>
                  <a:cubicBezTo>
                    <a:pt x="72845" y="111081"/>
                    <a:pt x="75401" y="108528"/>
                    <a:pt x="79235" y="108528"/>
                  </a:cubicBezTo>
                  <a:lnTo>
                    <a:pt x="226843" y="108528"/>
                  </a:lnTo>
                  <a:cubicBezTo>
                    <a:pt x="230677" y="108528"/>
                    <a:pt x="233233" y="111081"/>
                    <a:pt x="233233" y="114912"/>
                  </a:cubicBezTo>
                  <a:lnTo>
                    <a:pt x="233233" y="152577"/>
                  </a:lnTo>
                  <a:lnTo>
                    <a:pt x="270934" y="152577"/>
                  </a:lnTo>
                  <a:cubicBezTo>
                    <a:pt x="282435" y="152577"/>
                    <a:pt x="292020" y="162153"/>
                    <a:pt x="292020" y="173644"/>
                  </a:cubicBezTo>
                  <a:lnTo>
                    <a:pt x="290742" y="233015"/>
                  </a:lnTo>
                  <a:close/>
                </a:path>
              </a:pathLst>
            </a:custGeom>
            <a:solidFill>
              <a:srgbClr val="43B02A"/>
            </a:solidFill>
            <a:ln w="6390" cap="flat">
              <a:noFill/>
              <a:prstDash val="solid"/>
              <a:miter/>
            </a:ln>
          </p:spPr>
          <p:txBody>
            <a:bodyPr rtlCol="0" anchor="ctr"/>
            <a:lstStyle/>
            <a:p>
              <a:endParaRPr lang="en-US"/>
            </a:p>
          </p:txBody>
        </p:sp>
        <p:sp>
          <p:nvSpPr>
            <p:cNvPr id="570" name="Graphic 4">
              <a:extLst>
                <a:ext uri="{FF2B5EF4-FFF2-40B4-BE49-F238E27FC236}">
                  <a16:creationId xmlns:a16="http://schemas.microsoft.com/office/drawing/2014/main" id="{0EE8B31B-F5F4-9B4A-AD28-BDC7EDEDEFDF}"/>
                </a:ext>
              </a:extLst>
            </p:cNvPr>
            <p:cNvSpPr/>
            <p:nvPr/>
          </p:nvSpPr>
          <p:spPr>
            <a:xfrm>
              <a:off x="5183517" y="3460919"/>
              <a:ext cx="193615" cy="105335"/>
            </a:xfrm>
            <a:custGeom>
              <a:avLst/>
              <a:gdLst>
                <a:gd name="connsiteX0" fmla="*/ 185308 w 193615"/>
                <a:gd name="connsiteY0" fmla="*/ 44050 h 105335"/>
                <a:gd name="connsiteX1" fmla="*/ 147607 w 193615"/>
                <a:gd name="connsiteY1" fmla="*/ 44050 h 105335"/>
                <a:gd name="connsiteX2" fmla="*/ 147607 w 193615"/>
                <a:gd name="connsiteY2" fmla="*/ 67032 h 105335"/>
                <a:gd name="connsiteX3" fmla="*/ 141217 w 193615"/>
                <a:gd name="connsiteY3" fmla="*/ 73416 h 105335"/>
                <a:gd name="connsiteX4" fmla="*/ 134828 w 193615"/>
                <a:gd name="connsiteY4" fmla="*/ 67032 h 105335"/>
                <a:gd name="connsiteX5" fmla="*/ 134828 w 193615"/>
                <a:gd name="connsiteY5" fmla="*/ 0 h 105335"/>
                <a:gd name="connsiteX6" fmla="*/ 0 w 193615"/>
                <a:gd name="connsiteY6" fmla="*/ 0 h 105335"/>
                <a:gd name="connsiteX7" fmla="*/ 0 w 193615"/>
                <a:gd name="connsiteY7" fmla="*/ 105336 h 105335"/>
                <a:gd name="connsiteX8" fmla="*/ 10224 w 193615"/>
                <a:gd name="connsiteY8" fmla="*/ 105336 h 105335"/>
                <a:gd name="connsiteX9" fmla="*/ 36423 w 193615"/>
                <a:gd name="connsiteY9" fmla="*/ 91291 h 105335"/>
                <a:gd name="connsiteX10" fmla="*/ 50480 w 193615"/>
                <a:gd name="connsiteY10" fmla="*/ 105336 h 105335"/>
                <a:gd name="connsiteX11" fmla="*/ 135467 w 193615"/>
                <a:gd name="connsiteY11" fmla="*/ 105336 h 105335"/>
                <a:gd name="connsiteX12" fmla="*/ 161665 w 193615"/>
                <a:gd name="connsiteY12" fmla="*/ 91291 h 105335"/>
                <a:gd name="connsiteX13" fmla="*/ 175723 w 193615"/>
                <a:gd name="connsiteY13" fmla="*/ 105336 h 105335"/>
                <a:gd name="connsiteX14" fmla="*/ 193615 w 193615"/>
                <a:gd name="connsiteY14" fmla="*/ 105336 h 105335"/>
                <a:gd name="connsiteX15" fmla="*/ 193615 w 193615"/>
                <a:gd name="connsiteY15" fmla="*/ 52987 h 105335"/>
                <a:gd name="connsiteX16" fmla="*/ 185308 w 193615"/>
                <a:gd name="connsiteY16" fmla="*/ 44050 h 105335"/>
                <a:gd name="connsiteX17" fmla="*/ 185308 w 193615"/>
                <a:gd name="connsiteY17" fmla="*/ 44050 h 10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3615" h="105335">
                  <a:moveTo>
                    <a:pt x="185308" y="44050"/>
                  </a:moveTo>
                  <a:lnTo>
                    <a:pt x="147607" y="44050"/>
                  </a:lnTo>
                  <a:lnTo>
                    <a:pt x="147607" y="67032"/>
                  </a:lnTo>
                  <a:cubicBezTo>
                    <a:pt x="147607" y="70862"/>
                    <a:pt x="145052" y="73416"/>
                    <a:pt x="141217" y="73416"/>
                  </a:cubicBezTo>
                  <a:cubicBezTo>
                    <a:pt x="137384" y="73416"/>
                    <a:pt x="134828" y="70862"/>
                    <a:pt x="134828" y="67032"/>
                  </a:cubicBezTo>
                  <a:lnTo>
                    <a:pt x="134828" y="0"/>
                  </a:lnTo>
                  <a:lnTo>
                    <a:pt x="0" y="0"/>
                  </a:lnTo>
                  <a:lnTo>
                    <a:pt x="0" y="105336"/>
                  </a:lnTo>
                  <a:lnTo>
                    <a:pt x="10224" y="105336"/>
                  </a:lnTo>
                  <a:cubicBezTo>
                    <a:pt x="13419" y="94483"/>
                    <a:pt x="25560" y="88099"/>
                    <a:pt x="36423" y="91291"/>
                  </a:cubicBezTo>
                  <a:cubicBezTo>
                    <a:pt x="42813" y="93206"/>
                    <a:pt x="48563" y="98313"/>
                    <a:pt x="50480" y="105336"/>
                  </a:cubicBezTo>
                  <a:lnTo>
                    <a:pt x="135467" y="105336"/>
                  </a:lnTo>
                  <a:cubicBezTo>
                    <a:pt x="138662" y="94483"/>
                    <a:pt x="150802" y="88099"/>
                    <a:pt x="161665" y="91291"/>
                  </a:cubicBezTo>
                  <a:cubicBezTo>
                    <a:pt x="168055" y="93206"/>
                    <a:pt x="173806" y="98313"/>
                    <a:pt x="175723" y="105336"/>
                  </a:cubicBezTo>
                  <a:lnTo>
                    <a:pt x="193615" y="105336"/>
                  </a:lnTo>
                  <a:lnTo>
                    <a:pt x="193615" y="52987"/>
                  </a:lnTo>
                  <a:cubicBezTo>
                    <a:pt x="193615" y="48518"/>
                    <a:pt x="190420" y="44050"/>
                    <a:pt x="185308" y="44050"/>
                  </a:cubicBezTo>
                  <a:cubicBezTo>
                    <a:pt x="185308" y="44050"/>
                    <a:pt x="185308" y="44050"/>
                    <a:pt x="185308" y="44050"/>
                  </a:cubicBezTo>
                  <a:close/>
                </a:path>
              </a:pathLst>
            </a:custGeom>
            <a:solidFill>
              <a:srgbClr val="43B02A"/>
            </a:solidFill>
            <a:ln w="6390" cap="flat">
              <a:noFill/>
              <a:prstDash val="solid"/>
              <a:miter/>
            </a:ln>
          </p:spPr>
          <p:txBody>
            <a:bodyPr rtlCol="0" anchor="ctr"/>
            <a:lstStyle/>
            <a:p>
              <a:endParaRPr lang="en-US"/>
            </a:p>
          </p:txBody>
        </p:sp>
      </p:grpSp>
      <p:grpSp>
        <p:nvGrpSpPr>
          <p:cNvPr id="571" name="Graphic 4">
            <a:extLst>
              <a:ext uri="{FF2B5EF4-FFF2-40B4-BE49-F238E27FC236}">
                <a16:creationId xmlns:a16="http://schemas.microsoft.com/office/drawing/2014/main" id="{7C36DB1F-8CE3-FE46-A239-7FD172F66F5E}"/>
              </a:ext>
            </a:extLst>
          </p:cNvPr>
          <p:cNvGrpSpPr/>
          <p:nvPr/>
        </p:nvGrpSpPr>
        <p:grpSpPr>
          <a:xfrm>
            <a:off x="9891245" y="4793256"/>
            <a:ext cx="362312" cy="361971"/>
            <a:chOff x="8840477" y="4793256"/>
            <a:chExt cx="362312" cy="361971"/>
          </a:xfrm>
          <a:solidFill>
            <a:srgbClr val="43B02A"/>
          </a:solidFill>
        </p:grpSpPr>
        <p:sp>
          <p:nvSpPr>
            <p:cNvPr id="572" name="Graphic 4">
              <a:extLst>
                <a:ext uri="{FF2B5EF4-FFF2-40B4-BE49-F238E27FC236}">
                  <a16:creationId xmlns:a16="http://schemas.microsoft.com/office/drawing/2014/main" id="{A1D2A8C2-38C4-0A47-93AE-48EEE3CE1A47}"/>
                </a:ext>
              </a:extLst>
            </p:cNvPr>
            <p:cNvSpPr/>
            <p:nvPr/>
          </p:nvSpPr>
          <p:spPr>
            <a:xfrm>
              <a:off x="8840477" y="4793256"/>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8565 h 361971"/>
                <a:gd name="connsiteX7" fmla="*/ 12780 w 362312"/>
                <a:gd name="connsiteY7" fmla="*/ 180667 h 361971"/>
                <a:gd name="connsiteX8" fmla="*/ 180836 w 362312"/>
                <a:gd name="connsiteY8" fmla="*/ 12129 h 361971"/>
                <a:gd name="connsiteX9" fmla="*/ 349529 w 362312"/>
                <a:gd name="connsiteY9" fmla="*/ 180028 h 361971"/>
                <a:gd name="connsiteX10" fmla="*/ 349529 w 362312"/>
                <a:gd name="connsiteY10" fmla="*/ 180028 h 361971"/>
                <a:gd name="connsiteX11" fmla="*/ 181474 w 362312"/>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0438"/>
                    <a:pt x="281796" y="0"/>
                    <a:pt x="181474" y="0"/>
                  </a:cubicBezTo>
                  <a:close/>
                  <a:moveTo>
                    <a:pt x="181474" y="348565"/>
                  </a:moveTo>
                  <a:cubicBezTo>
                    <a:pt x="88181" y="348565"/>
                    <a:pt x="12780" y="273234"/>
                    <a:pt x="12780" y="180667"/>
                  </a:cubicBezTo>
                  <a:cubicBezTo>
                    <a:pt x="12780" y="87461"/>
                    <a:pt x="88181" y="12129"/>
                    <a:pt x="180836" y="12129"/>
                  </a:cubicBezTo>
                  <a:cubicBezTo>
                    <a:pt x="274128" y="12129"/>
                    <a:pt x="349529" y="87461"/>
                    <a:pt x="349529" y="180028"/>
                  </a:cubicBezTo>
                  <a:cubicBezTo>
                    <a:pt x="349529" y="180028"/>
                    <a:pt x="349529" y="180028"/>
                    <a:pt x="349529" y="180028"/>
                  </a:cubicBezTo>
                  <a:cubicBezTo>
                    <a:pt x="350169" y="273234"/>
                    <a:pt x="274767" y="348565"/>
                    <a:pt x="181474" y="348565"/>
                  </a:cubicBezTo>
                  <a:close/>
                </a:path>
              </a:pathLst>
            </a:custGeom>
            <a:solidFill>
              <a:srgbClr val="43B02A"/>
            </a:solidFill>
            <a:ln w="6390" cap="flat">
              <a:noFill/>
              <a:prstDash val="solid"/>
              <a:miter/>
            </a:ln>
          </p:spPr>
          <p:txBody>
            <a:bodyPr rtlCol="0" anchor="ctr"/>
            <a:lstStyle/>
            <a:p>
              <a:endParaRPr lang="en-US"/>
            </a:p>
          </p:txBody>
        </p:sp>
        <p:sp>
          <p:nvSpPr>
            <p:cNvPr id="573" name="Graphic 4">
              <a:extLst>
                <a:ext uri="{FF2B5EF4-FFF2-40B4-BE49-F238E27FC236}">
                  <a16:creationId xmlns:a16="http://schemas.microsoft.com/office/drawing/2014/main" id="{E083738A-BB4B-1E44-A7BC-78D00A435E7E}"/>
                </a:ext>
              </a:extLst>
            </p:cNvPr>
            <p:cNvSpPr/>
            <p:nvPr/>
          </p:nvSpPr>
          <p:spPr>
            <a:xfrm>
              <a:off x="8945911" y="4889016"/>
              <a:ext cx="89459" cy="59370"/>
            </a:xfrm>
            <a:custGeom>
              <a:avLst/>
              <a:gdLst>
                <a:gd name="connsiteX0" fmla="*/ 74123 w 89459"/>
                <a:gd name="connsiteY0" fmla="*/ 0 h 59370"/>
                <a:gd name="connsiteX1" fmla="*/ 14697 w 89459"/>
                <a:gd name="connsiteY1" fmla="*/ 0 h 59370"/>
                <a:gd name="connsiteX2" fmla="*/ 0 w 89459"/>
                <a:gd name="connsiteY2" fmla="*/ 14683 h 59370"/>
                <a:gd name="connsiteX3" fmla="*/ 0 w 89459"/>
                <a:gd name="connsiteY3" fmla="*/ 52987 h 59370"/>
                <a:gd name="connsiteX4" fmla="*/ 6390 w 89459"/>
                <a:gd name="connsiteY4" fmla="*/ 59371 h 59370"/>
                <a:gd name="connsiteX5" fmla="*/ 83069 w 89459"/>
                <a:gd name="connsiteY5" fmla="*/ 59371 h 59370"/>
                <a:gd name="connsiteX6" fmla="*/ 89459 w 89459"/>
                <a:gd name="connsiteY6" fmla="*/ 52987 h 59370"/>
                <a:gd name="connsiteX7" fmla="*/ 89459 w 89459"/>
                <a:gd name="connsiteY7" fmla="*/ 14683 h 59370"/>
                <a:gd name="connsiteX8" fmla="*/ 74123 w 89459"/>
                <a:gd name="connsiteY8" fmla="*/ 0 h 59370"/>
                <a:gd name="connsiteX9" fmla="*/ 74123 w 89459"/>
                <a:gd name="connsiteY9" fmla="*/ 0 h 59370"/>
                <a:gd name="connsiteX10" fmla="*/ 54953 w 89459"/>
                <a:gd name="connsiteY10" fmla="*/ 46603 h 59370"/>
                <a:gd name="connsiteX11" fmla="*/ 34506 w 89459"/>
                <a:gd name="connsiteY11" fmla="*/ 46603 h 59370"/>
                <a:gd name="connsiteX12" fmla="*/ 47286 w 89459"/>
                <a:gd name="connsiteY12" fmla="*/ 38304 h 59370"/>
                <a:gd name="connsiteX13" fmla="*/ 54953 w 89459"/>
                <a:gd name="connsiteY13" fmla="*/ 46603 h 59370"/>
                <a:gd name="connsiteX14" fmla="*/ 76679 w 89459"/>
                <a:gd name="connsiteY14" fmla="*/ 46603 h 59370"/>
                <a:gd name="connsiteX15" fmla="*/ 68372 w 89459"/>
                <a:gd name="connsiteY15" fmla="*/ 46603 h 59370"/>
                <a:gd name="connsiteX16" fmla="*/ 61343 w 89459"/>
                <a:gd name="connsiteY16" fmla="*/ 31920 h 59370"/>
                <a:gd name="connsiteX17" fmla="*/ 67733 w 89459"/>
                <a:gd name="connsiteY17" fmla="*/ 22344 h 59370"/>
                <a:gd name="connsiteX18" fmla="*/ 65817 w 89459"/>
                <a:gd name="connsiteY18" fmla="*/ 13406 h 59370"/>
                <a:gd name="connsiteX19" fmla="*/ 56871 w 89459"/>
                <a:gd name="connsiteY19" fmla="*/ 15321 h 59370"/>
                <a:gd name="connsiteX20" fmla="*/ 49842 w 89459"/>
                <a:gd name="connsiteY20" fmla="*/ 25536 h 59370"/>
                <a:gd name="connsiteX21" fmla="*/ 22365 w 89459"/>
                <a:gd name="connsiteY21" fmla="*/ 43411 h 59370"/>
                <a:gd name="connsiteX22" fmla="*/ 21726 w 89459"/>
                <a:gd name="connsiteY22" fmla="*/ 45965 h 59370"/>
                <a:gd name="connsiteX23" fmla="*/ 12780 w 89459"/>
                <a:gd name="connsiteY23" fmla="*/ 45965 h 59370"/>
                <a:gd name="connsiteX24" fmla="*/ 12780 w 89459"/>
                <a:gd name="connsiteY24" fmla="*/ 14045 h 59370"/>
                <a:gd name="connsiteX25" fmla="*/ 14697 w 89459"/>
                <a:gd name="connsiteY25" fmla="*/ 12129 h 59370"/>
                <a:gd name="connsiteX26" fmla="*/ 74123 w 89459"/>
                <a:gd name="connsiteY26" fmla="*/ 12129 h 59370"/>
                <a:gd name="connsiteX27" fmla="*/ 76040 w 89459"/>
                <a:gd name="connsiteY27" fmla="*/ 14045 h 59370"/>
                <a:gd name="connsiteX28" fmla="*/ 76040 w 89459"/>
                <a:gd name="connsiteY28" fmla="*/ 14045 h 59370"/>
                <a:gd name="connsiteX29" fmla="*/ 76679 w 89459"/>
                <a:gd name="connsiteY29" fmla="*/ 46603 h 5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9459" h="59370">
                  <a:moveTo>
                    <a:pt x="74123" y="0"/>
                  </a:moveTo>
                  <a:lnTo>
                    <a:pt x="14697" y="0"/>
                  </a:lnTo>
                  <a:cubicBezTo>
                    <a:pt x="6390" y="0"/>
                    <a:pt x="0" y="6384"/>
                    <a:pt x="0" y="14683"/>
                  </a:cubicBezTo>
                  <a:lnTo>
                    <a:pt x="0" y="52987"/>
                  </a:lnTo>
                  <a:cubicBezTo>
                    <a:pt x="0" y="56817"/>
                    <a:pt x="2556" y="59371"/>
                    <a:pt x="6390" y="59371"/>
                  </a:cubicBezTo>
                  <a:lnTo>
                    <a:pt x="83069" y="59371"/>
                  </a:lnTo>
                  <a:cubicBezTo>
                    <a:pt x="86903" y="59371"/>
                    <a:pt x="89459" y="56817"/>
                    <a:pt x="89459" y="52987"/>
                  </a:cubicBezTo>
                  <a:lnTo>
                    <a:pt x="89459" y="14683"/>
                  </a:lnTo>
                  <a:cubicBezTo>
                    <a:pt x="89459" y="7022"/>
                    <a:pt x="83069" y="0"/>
                    <a:pt x="74123" y="0"/>
                  </a:cubicBezTo>
                  <a:cubicBezTo>
                    <a:pt x="74762" y="0"/>
                    <a:pt x="74123" y="0"/>
                    <a:pt x="74123" y="0"/>
                  </a:cubicBezTo>
                  <a:close/>
                  <a:moveTo>
                    <a:pt x="54953" y="46603"/>
                  </a:moveTo>
                  <a:lnTo>
                    <a:pt x="34506" y="46603"/>
                  </a:lnTo>
                  <a:cubicBezTo>
                    <a:pt x="35783" y="40857"/>
                    <a:pt x="41535" y="37027"/>
                    <a:pt x="47286" y="38304"/>
                  </a:cubicBezTo>
                  <a:cubicBezTo>
                    <a:pt x="51119" y="39581"/>
                    <a:pt x="54314" y="42773"/>
                    <a:pt x="54953" y="46603"/>
                  </a:cubicBezTo>
                  <a:close/>
                  <a:moveTo>
                    <a:pt x="76679" y="46603"/>
                  </a:moveTo>
                  <a:lnTo>
                    <a:pt x="68372" y="46603"/>
                  </a:lnTo>
                  <a:cubicBezTo>
                    <a:pt x="67733" y="40857"/>
                    <a:pt x="65177" y="35750"/>
                    <a:pt x="61343" y="31920"/>
                  </a:cubicBezTo>
                  <a:lnTo>
                    <a:pt x="67733" y="22344"/>
                  </a:lnTo>
                  <a:cubicBezTo>
                    <a:pt x="69650" y="19152"/>
                    <a:pt x="69012" y="15321"/>
                    <a:pt x="65817" y="13406"/>
                  </a:cubicBezTo>
                  <a:cubicBezTo>
                    <a:pt x="62622" y="11491"/>
                    <a:pt x="58787" y="12129"/>
                    <a:pt x="56871" y="15321"/>
                  </a:cubicBezTo>
                  <a:lnTo>
                    <a:pt x="49842" y="25536"/>
                  </a:lnTo>
                  <a:cubicBezTo>
                    <a:pt x="37062" y="22982"/>
                    <a:pt x="24921" y="30643"/>
                    <a:pt x="22365" y="43411"/>
                  </a:cubicBezTo>
                  <a:cubicBezTo>
                    <a:pt x="22365" y="44049"/>
                    <a:pt x="21726" y="45326"/>
                    <a:pt x="21726" y="45965"/>
                  </a:cubicBezTo>
                  <a:lnTo>
                    <a:pt x="12780" y="45965"/>
                  </a:lnTo>
                  <a:lnTo>
                    <a:pt x="12780" y="14045"/>
                  </a:lnTo>
                  <a:cubicBezTo>
                    <a:pt x="12780" y="12768"/>
                    <a:pt x="13419" y="12129"/>
                    <a:pt x="14697" y="12129"/>
                  </a:cubicBezTo>
                  <a:lnTo>
                    <a:pt x="74123" y="12129"/>
                  </a:lnTo>
                  <a:cubicBezTo>
                    <a:pt x="75402" y="12129"/>
                    <a:pt x="76040" y="12768"/>
                    <a:pt x="76040" y="14045"/>
                  </a:cubicBezTo>
                  <a:cubicBezTo>
                    <a:pt x="76040" y="14045"/>
                    <a:pt x="76040" y="14045"/>
                    <a:pt x="76040" y="14045"/>
                  </a:cubicBezTo>
                  <a:lnTo>
                    <a:pt x="76679" y="46603"/>
                  </a:lnTo>
                  <a:close/>
                </a:path>
              </a:pathLst>
            </a:custGeom>
            <a:solidFill>
              <a:srgbClr val="43B02A"/>
            </a:solidFill>
            <a:ln w="6390" cap="flat">
              <a:noFill/>
              <a:prstDash val="solid"/>
              <a:miter/>
            </a:ln>
          </p:spPr>
          <p:txBody>
            <a:bodyPr rtlCol="0" anchor="ctr"/>
            <a:lstStyle/>
            <a:p>
              <a:endParaRPr lang="en-US"/>
            </a:p>
          </p:txBody>
        </p:sp>
        <p:sp>
          <p:nvSpPr>
            <p:cNvPr id="574" name="Graphic 4">
              <a:extLst>
                <a:ext uri="{FF2B5EF4-FFF2-40B4-BE49-F238E27FC236}">
                  <a16:creationId xmlns:a16="http://schemas.microsoft.com/office/drawing/2014/main" id="{6A8909B3-29DD-0947-8941-34E285397C8E}"/>
                </a:ext>
              </a:extLst>
            </p:cNvPr>
            <p:cNvSpPr/>
            <p:nvPr/>
          </p:nvSpPr>
          <p:spPr>
            <a:xfrm>
              <a:off x="8920991" y="4872417"/>
              <a:ext cx="203839" cy="203649"/>
            </a:xfrm>
            <a:custGeom>
              <a:avLst/>
              <a:gdLst>
                <a:gd name="connsiteX0" fmla="*/ 196810 w 203839"/>
                <a:gd name="connsiteY0" fmla="*/ 46603 h 203649"/>
                <a:gd name="connsiteX1" fmla="*/ 190420 w 203839"/>
                <a:gd name="connsiteY1" fmla="*/ 46603 h 203649"/>
                <a:gd name="connsiteX2" fmla="*/ 190420 w 203839"/>
                <a:gd name="connsiteY2" fmla="*/ 19152 h 203649"/>
                <a:gd name="connsiteX3" fmla="*/ 184031 w 203839"/>
                <a:gd name="connsiteY3" fmla="*/ 12768 h 203649"/>
                <a:gd name="connsiteX4" fmla="*/ 177641 w 203839"/>
                <a:gd name="connsiteY4" fmla="*/ 19152 h 203649"/>
                <a:gd name="connsiteX5" fmla="*/ 177641 w 203839"/>
                <a:gd name="connsiteY5" fmla="*/ 46603 h 203649"/>
                <a:gd name="connsiteX6" fmla="*/ 164861 w 203839"/>
                <a:gd name="connsiteY6" fmla="*/ 46603 h 203649"/>
                <a:gd name="connsiteX7" fmla="*/ 164861 w 203839"/>
                <a:gd name="connsiteY7" fmla="*/ 19152 h 203649"/>
                <a:gd name="connsiteX8" fmla="*/ 158471 w 203839"/>
                <a:gd name="connsiteY8" fmla="*/ 12768 h 203649"/>
                <a:gd name="connsiteX9" fmla="*/ 152081 w 203839"/>
                <a:gd name="connsiteY9" fmla="*/ 19152 h 203649"/>
                <a:gd name="connsiteX10" fmla="*/ 152081 w 203839"/>
                <a:gd name="connsiteY10" fmla="*/ 46603 h 203649"/>
                <a:gd name="connsiteX11" fmla="*/ 145691 w 203839"/>
                <a:gd name="connsiteY11" fmla="*/ 46603 h 203649"/>
                <a:gd name="connsiteX12" fmla="*/ 139301 w 203839"/>
                <a:gd name="connsiteY12" fmla="*/ 52987 h 203649"/>
                <a:gd name="connsiteX13" fmla="*/ 139301 w 203839"/>
                <a:gd name="connsiteY13" fmla="*/ 61286 h 203649"/>
                <a:gd name="connsiteX14" fmla="*/ 143774 w 203839"/>
                <a:gd name="connsiteY14" fmla="*/ 72139 h 203649"/>
                <a:gd name="connsiteX15" fmla="*/ 143774 w 203839"/>
                <a:gd name="connsiteY15" fmla="*/ 86822 h 203649"/>
                <a:gd name="connsiteX16" fmla="*/ 162943 w 203839"/>
                <a:gd name="connsiteY16" fmla="*/ 105974 h 203649"/>
                <a:gd name="connsiteX17" fmla="*/ 164861 w 203839"/>
                <a:gd name="connsiteY17" fmla="*/ 105974 h 203649"/>
                <a:gd name="connsiteX18" fmla="*/ 164861 w 203839"/>
                <a:gd name="connsiteY18" fmla="*/ 188966 h 203649"/>
                <a:gd name="connsiteX19" fmla="*/ 162943 w 203839"/>
                <a:gd name="connsiteY19" fmla="*/ 190881 h 203649"/>
                <a:gd name="connsiteX20" fmla="*/ 158471 w 203839"/>
                <a:gd name="connsiteY20" fmla="*/ 190881 h 203649"/>
                <a:gd name="connsiteX21" fmla="*/ 156553 w 203839"/>
                <a:gd name="connsiteY21" fmla="*/ 188966 h 203649"/>
                <a:gd name="connsiteX22" fmla="*/ 156553 w 203839"/>
                <a:gd name="connsiteY22" fmla="*/ 188966 h 203649"/>
                <a:gd name="connsiteX23" fmla="*/ 156553 w 203839"/>
                <a:gd name="connsiteY23" fmla="*/ 154492 h 203649"/>
                <a:gd name="connsiteX24" fmla="*/ 141857 w 203839"/>
                <a:gd name="connsiteY24" fmla="*/ 139809 h 203649"/>
                <a:gd name="connsiteX25" fmla="*/ 130994 w 203839"/>
                <a:gd name="connsiteY25" fmla="*/ 139809 h 203649"/>
                <a:gd name="connsiteX26" fmla="*/ 130994 w 203839"/>
                <a:gd name="connsiteY26" fmla="*/ 27451 h 203649"/>
                <a:gd name="connsiteX27" fmla="*/ 103517 w 203839"/>
                <a:gd name="connsiteY27" fmla="*/ 0 h 203649"/>
                <a:gd name="connsiteX28" fmla="*/ 35783 w 203839"/>
                <a:gd name="connsiteY28" fmla="*/ 0 h 203649"/>
                <a:gd name="connsiteX29" fmla="*/ 8307 w 203839"/>
                <a:gd name="connsiteY29" fmla="*/ 27451 h 203649"/>
                <a:gd name="connsiteX30" fmla="*/ 8307 w 203839"/>
                <a:gd name="connsiteY30" fmla="*/ 165345 h 203649"/>
                <a:gd name="connsiteX31" fmla="*/ 6390 w 203839"/>
                <a:gd name="connsiteY31" fmla="*/ 165345 h 203649"/>
                <a:gd name="connsiteX32" fmla="*/ 0 w 203839"/>
                <a:gd name="connsiteY32" fmla="*/ 171729 h 203649"/>
                <a:gd name="connsiteX33" fmla="*/ 0 w 203839"/>
                <a:gd name="connsiteY33" fmla="*/ 197265 h 203649"/>
                <a:gd name="connsiteX34" fmla="*/ 6390 w 203839"/>
                <a:gd name="connsiteY34" fmla="*/ 203649 h 203649"/>
                <a:gd name="connsiteX35" fmla="*/ 133550 w 203839"/>
                <a:gd name="connsiteY35" fmla="*/ 203649 h 203649"/>
                <a:gd name="connsiteX36" fmla="*/ 139940 w 203839"/>
                <a:gd name="connsiteY36" fmla="*/ 197265 h 203649"/>
                <a:gd name="connsiteX37" fmla="*/ 139940 w 203839"/>
                <a:gd name="connsiteY37" fmla="*/ 171729 h 203649"/>
                <a:gd name="connsiteX38" fmla="*/ 133550 w 203839"/>
                <a:gd name="connsiteY38" fmla="*/ 165345 h 203649"/>
                <a:gd name="connsiteX39" fmla="*/ 131633 w 203839"/>
                <a:gd name="connsiteY39" fmla="*/ 165345 h 203649"/>
                <a:gd name="connsiteX40" fmla="*/ 131633 w 203839"/>
                <a:gd name="connsiteY40" fmla="*/ 152577 h 203649"/>
                <a:gd name="connsiteX41" fmla="*/ 142496 w 203839"/>
                <a:gd name="connsiteY41" fmla="*/ 152577 h 203649"/>
                <a:gd name="connsiteX42" fmla="*/ 144412 w 203839"/>
                <a:gd name="connsiteY42" fmla="*/ 154492 h 203649"/>
                <a:gd name="connsiteX43" fmla="*/ 144412 w 203839"/>
                <a:gd name="connsiteY43" fmla="*/ 188327 h 203649"/>
                <a:gd name="connsiteX44" fmla="*/ 159110 w 203839"/>
                <a:gd name="connsiteY44" fmla="*/ 203011 h 203649"/>
                <a:gd name="connsiteX45" fmla="*/ 163582 w 203839"/>
                <a:gd name="connsiteY45" fmla="*/ 203011 h 203649"/>
                <a:gd name="connsiteX46" fmla="*/ 178279 w 203839"/>
                <a:gd name="connsiteY46" fmla="*/ 188327 h 203649"/>
                <a:gd name="connsiteX47" fmla="*/ 178279 w 203839"/>
                <a:gd name="connsiteY47" fmla="*/ 105336 h 203649"/>
                <a:gd name="connsiteX48" fmla="*/ 180197 w 203839"/>
                <a:gd name="connsiteY48" fmla="*/ 105336 h 203649"/>
                <a:gd name="connsiteX49" fmla="*/ 199367 w 203839"/>
                <a:gd name="connsiteY49" fmla="*/ 86184 h 203649"/>
                <a:gd name="connsiteX50" fmla="*/ 199367 w 203839"/>
                <a:gd name="connsiteY50" fmla="*/ 71501 h 203649"/>
                <a:gd name="connsiteX51" fmla="*/ 203839 w 203839"/>
                <a:gd name="connsiteY51" fmla="*/ 60648 h 203649"/>
                <a:gd name="connsiteX52" fmla="*/ 203839 w 203839"/>
                <a:gd name="connsiteY52" fmla="*/ 52349 h 203649"/>
                <a:gd name="connsiteX53" fmla="*/ 196810 w 203839"/>
                <a:gd name="connsiteY53" fmla="*/ 46603 h 203649"/>
                <a:gd name="connsiteX54" fmla="*/ 111824 w 203839"/>
                <a:gd name="connsiteY54" fmla="*/ 165345 h 203649"/>
                <a:gd name="connsiteX55" fmla="*/ 105434 w 203839"/>
                <a:gd name="connsiteY55" fmla="*/ 171729 h 203649"/>
                <a:gd name="connsiteX56" fmla="*/ 111824 w 203839"/>
                <a:gd name="connsiteY56" fmla="*/ 178113 h 203649"/>
                <a:gd name="connsiteX57" fmla="*/ 126521 w 203839"/>
                <a:gd name="connsiteY57" fmla="*/ 178113 h 203649"/>
                <a:gd name="connsiteX58" fmla="*/ 126521 w 203839"/>
                <a:gd name="connsiteY58" fmla="*/ 190881 h 203649"/>
                <a:gd name="connsiteX59" fmla="*/ 12141 w 203839"/>
                <a:gd name="connsiteY59" fmla="*/ 190881 h 203649"/>
                <a:gd name="connsiteX60" fmla="*/ 12141 w 203839"/>
                <a:gd name="connsiteY60" fmla="*/ 178113 h 203649"/>
                <a:gd name="connsiteX61" fmla="*/ 26838 w 203839"/>
                <a:gd name="connsiteY61" fmla="*/ 178113 h 203649"/>
                <a:gd name="connsiteX62" fmla="*/ 33228 w 203839"/>
                <a:gd name="connsiteY62" fmla="*/ 171729 h 203649"/>
                <a:gd name="connsiteX63" fmla="*/ 26838 w 203839"/>
                <a:gd name="connsiteY63" fmla="*/ 165345 h 203649"/>
                <a:gd name="connsiteX64" fmla="*/ 20448 w 203839"/>
                <a:gd name="connsiteY64" fmla="*/ 165345 h 203649"/>
                <a:gd name="connsiteX65" fmla="*/ 20448 w 203839"/>
                <a:gd name="connsiteY65" fmla="*/ 27451 h 203649"/>
                <a:gd name="connsiteX66" fmla="*/ 35145 w 203839"/>
                <a:gd name="connsiteY66" fmla="*/ 12768 h 203649"/>
                <a:gd name="connsiteX67" fmla="*/ 102878 w 203839"/>
                <a:gd name="connsiteY67" fmla="*/ 12768 h 203649"/>
                <a:gd name="connsiteX68" fmla="*/ 117575 w 203839"/>
                <a:gd name="connsiteY68" fmla="*/ 27451 h 203649"/>
                <a:gd name="connsiteX69" fmla="*/ 117575 w 203839"/>
                <a:gd name="connsiteY69" fmla="*/ 165345 h 203649"/>
                <a:gd name="connsiteX70" fmla="*/ 111824 w 203839"/>
                <a:gd name="connsiteY70" fmla="*/ 165345 h 203649"/>
                <a:gd name="connsiteX71" fmla="*/ 190420 w 203839"/>
                <a:gd name="connsiteY71" fmla="*/ 61286 h 203649"/>
                <a:gd name="connsiteX72" fmla="*/ 187864 w 203839"/>
                <a:gd name="connsiteY72" fmla="*/ 65117 h 203649"/>
                <a:gd name="connsiteX73" fmla="*/ 185947 w 203839"/>
                <a:gd name="connsiteY73" fmla="*/ 69586 h 203649"/>
                <a:gd name="connsiteX74" fmla="*/ 185947 w 203839"/>
                <a:gd name="connsiteY74" fmla="*/ 86822 h 203649"/>
                <a:gd name="connsiteX75" fmla="*/ 179557 w 203839"/>
                <a:gd name="connsiteY75" fmla="*/ 93206 h 203649"/>
                <a:gd name="connsiteX76" fmla="*/ 162305 w 203839"/>
                <a:gd name="connsiteY76" fmla="*/ 93206 h 203649"/>
                <a:gd name="connsiteX77" fmla="*/ 155915 w 203839"/>
                <a:gd name="connsiteY77" fmla="*/ 86822 h 203649"/>
                <a:gd name="connsiteX78" fmla="*/ 155915 w 203839"/>
                <a:gd name="connsiteY78" fmla="*/ 69586 h 203649"/>
                <a:gd name="connsiteX79" fmla="*/ 153997 w 203839"/>
                <a:gd name="connsiteY79" fmla="*/ 65117 h 203649"/>
                <a:gd name="connsiteX80" fmla="*/ 151442 w 203839"/>
                <a:gd name="connsiteY80" fmla="*/ 61286 h 203649"/>
                <a:gd name="connsiteX81" fmla="*/ 151442 w 203839"/>
                <a:gd name="connsiteY81" fmla="*/ 59371 h 203649"/>
                <a:gd name="connsiteX82" fmla="*/ 189782 w 203839"/>
                <a:gd name="connsiteY82" fmla="*/ 59371 h 203649"/>
                <a:gd name="connsiteX83" fmla="*/ 190420 w 203839"/>
                <a:gd name="connsiteY83" fmla="*/ 61286 h 20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03839" h="203649">
                  <a:moveTo>
                    <a:pt x="196810" y="46603"/>
                  </a:moveTo>
                  <a:lnTo>
                    <a:pt x="190420" y="46603"/>
                  </a:lnTo>
                  <a:lnTo>
                    <a:pt x="190420" y="19152"/>
                  </a:lnTo>
                  <a:cubicBezTo>
                    <a:pt x="190420" y="15322"/>
                    <a:pt x="187864" y="12768"/>
                    <a:pt x="184031" y="12768"/>
                  </a:cubicBezTo>
                  <a:cubicBezTo>
                    <a:pt x="180197" y="12768"/>
                    <a:pt x="177641" y="15322"/>
                    <a:pt x="177641" y="19152"/>
                  </a:cubicBezTo>
                  <a:lnTo>
                    <a:pt x="177641" y="46603"/>
                  </a:lnTo>
                  <a:lnTo>
                    <a:pt x="164861" y="46603"/>
                  </a:lnTo>
                  <a:lnTo>
                    <a:pt x="164861" y="19152"/>
                  </a:lnTo>
                  <a:cubicBezTo>
                    <a:pt x="164861" y="15322"/>
                    <a:pt x="162305" y="12768"/>
                    <a:pt x="158471" y="12768"/>
                  </a:cubicBezTo>
                  <a:cubicBezTo>
                    <a:pt x="154637" y="12768"/>
                    <a:pt x="152081" y="15322"/>
                    <a:pt x="152081" y="19152"/>
                  </a:cubicBezTo>
                  <a:lnTo>
                    <a:pt x="152081" y="46603"/>
                  </a:lnTo>
                  <a:lnTo>
                    <a:pt x="145691" y="46603"/>
                  </a:lnTo>
                  <a:cubicBezTo>
                    <a:pt x="141857" y="46603"/>
                    <a:pt x="139301" y="49157"/>
                    <a:pt x="139301" y="52987"/>
                  </a:cubicBezTo>
                  <a:lnTo>
                    <a:pt x="139301" y="61286"/>
                  </a:lnTo>
                  <a:cubicBezTo>
                    <a:pt x="139301" y="65117"/>
                    <a:pt x="141217" y="68947"/>
                    <a:pt x="143774" y="72139"/>
                  </a:cubicBezTo>
                  <a:lnTo>
                    <a:pt x="143774" y="86822"/>
                  </a:lnTo>
                  <a:cubicBezTo>
                    <a:pt x="143774" y="97675"/>
                    <a:pt x="152081" y="105974"/>
                    <a:pt x="162943" y="105974"/>
                  </a:cubicBezTo>
                  <a:lnTo>
                    <a:pt x="164861" y="105974"/>
                  </a:lnTo>
                  <a:lnTo>
                    <a:pt x="164861" y="188966"/>
                  </a:lnTo>
                  <a:cubicBezTo>
                    <a:pt x="164861" y="190243"/>
                    <a:pt x="164222" y="190881"/>
                    <a:pt x="162943" y="190881"/>
                  </a:cubicBezTo>
                  <a:lnTo>
                    <a:pt x="158471" y="190881"/>
                  </a:lnTo>
                  <a:cubicBezTo>
                    <a:pt x="157192" y="190881"/>
                    <a:pt x="156553" y="190243"/>
                    <a:pt x="156553" y="188966"/>
                  </a:cubicBezTo>
                  <a:cubicBezTo>
                    <a:pt x="156553" y="188966"/>
                    <a:pt x="156553" y="188966"/>
                    <a:pt x="156553" y="188966"/>
                  </a:cubicBezTo>
                  <a:lnTo>
                    <a:pt x="156553" y="154492"/>
                  </a:lnTo>
                  <a:cubicBezTo>
                    <a:pt x="156553" y="146193"/>
                    <a:pt x="150164" y="139809"/>
                    <a:pt x="141857" y="139809"/>
                  </a:cubicBezTo>
                  <a:lnTo>
                    <a:pt x="130994" y="139809"/>
                  </a:lnTo>
                  <a:lnTo>
                    <a:pt x="130994" y="27451"/>
                  </a:lnTo>
                  <a:cubicBezTo>
                    <a:pt x="130994" y="12130"/>
                    <a:pt x="118853" y="0"/>
                    <a:pt x="103517" y="0"/>
                  </a:cubicBezTo>
                  <a:lnTo>
                    <a:pt x="35783" y="0"/>
                  </a:lnTo>
                  <a:cubicBezTo>
                    <a:pt x="20448" y="0"/>
                    <a:pt x="8307" y="12130"/>
                    <a:pt x="8307" y="27451"/>
                  </a:cubicBezTo>
                  <a:lnTo>
                    <a:pt x="8307" y="165345"/>
                  </a:lnTo>
                  <a:lnTo>
                    <a:pt x="6390" y="165345"/>
                  </a:lnTo>
                  <a:cubicBezTo>
                    <a:pt x="2556" y="165345"/>
                    <a:pt x="0" y="167899"/>
                    <a:pt x="0" y="171729"/>
                  </a:cubicBezTo>
                  <a:lnTo>
                    <a:pt x="0" y="197265"/>
                  </a:lnTo>
                  <a:cubicBezTo>
                    <a:pt x="0" y="201095"/>
                    <a:pt x="2556" y="203649"/>
                    <a:pt x="6390" y="203649"/>
                  </a:cubicBezTo>
                  <a:lnTo>
                    <a:pt x="133550" y="203649"/>
                  </a:lnTo>
                  <a:cubicBezTo>
                    <a:pt x="137384" y="203649"/>
                    <a:pt x="139940" y="201095"/>
                    <a:pt x="139940" y="197265"/>
                  </a:cubicBezTo>
                  <a:lnTo>
                    <a:pt x="139940" y="171729"/>
                  </a:lnTo>
                  <a:cubicBezTo>
                    <a:pt x="139940" y="167899"/>
                    <a:pt x="137384" y="165345"/>
                    <a:pt x="133550" y="165345"/>
                  </a:cubicBezTo>
                  <a:lnTo>
                    <a:pt x="131633" y="165345"/>
                  </a:lnTo>
                  <a:lnTo>
                    <a:pt x="131633" y="152577"/>
                  </a:lnTo>
                  <a:lnTo>
                    <a:pt x="142496" y="152577"/>
                  </a:lnTo>
                  <a:cubicBezTo>
                    <a:pt x="143774" y="152577"/>
                    <a:pt x="144412" y="153216"/>
                    <a:pt x="144412" y="154492"/>
                  </a:cubicBezTo>
                  <a:lnTo>
                    <a:pt x="144412" y="188327"/>
                  </a:lnTo>
                  <a:cubicBezTo>
                    <a:pt x="144412" y="196627"/>
                    <a:pt x="150802" y="203011"/>
                    <a:pt x="159110" y="203011"/>
                  </a:cubicBezTo>
                  <a:lnTo>
                    <a:pt x="163582" y="203011"/>
                  </a:lnTo>
                  <a:cubicBezTo>
                    <a:pt x="171889" y="203011"/>
                    <a:pt x="178279" y="196627"/>
                    <a:pt x="178279" y="188327"/>
                  </a:cubicBezTo>
                  <a:lnTo>
                    <a:pt x="178279" y="105336"/>
                  </a:lnTo>
                  <a:lnTo>
                    <a:pt x="180197" y="105336"/>
                  </a:lnTo>
                  <a:cubicBezTo>
                    <a:pt x="191059" y="105336"/>
                    <a:pt x="199367" y="97037"/>
                    <a:pt x="199367" y="86184"/>
                  </a:cubicBezTo>
                  <a:lnTo>
                    <a:pt x="199367" y="71501"/>
                  </a:lnTo>
                  <a:cubicBezTo>
                    <a:pt x="201922" y="68309"/>
                    <a:pt x="203200" y="64478"/>
                    <a:pt x="203839" y="60648"/>
                  </a:cubicBezTo>
                  <a:lnTo>
                    <a:pt x="203839" y="52349"/>
                  </a:lnTo>
                  <a:cubicBezTo>
                    <a:pt x="203200" y="49157"/>
                    <a:pt x="200005" y="45965"/>
                    <a:pt x="196810" y="46603"/>
                  </a:cubicBezTo>
                  <a:close/>
                  <a:moveTo>
                    <a:pt x="111824" y="165345"/>
                  </a:moveTo>
                  <a:cubicBezTo>
                    <a:pt x="107990" y="165345"/>
                    <a:pt x="105434" y="167899"/>
                    <a:pt x="105434" y="171729"/>
                  </a:cubicBezTo>
                  <a:cubicBezTo>
                    <a:pt x="105434" y="175560"/>
                    <a:pt x="107990" y="178113"/>
                    <a:pt x="111824" y="178113"/>
                  </a:cubicBezTo>
                  <a:lnTo>
                    <a:pt x="126521" y="178113"/>
                  </a:lnTo>
                  <a:lnTo>
                    <a:pt x="126521" y="190881"/>
                  </a:lnTo>
                  <a:lnTo>
                    <a:pt x="12141" y="190881"/>
                  </a:lnTo>
                  <a:lnTo>
                    <a:pt x="12141" y="178113"/>
                  </a:lnTo>
                  <a:lnTo>
                    <a:pt x="26838" y="178113"/>
                  </a:lnTo>
                  <a:cubicBezTo>
                    <a:pt x="30672" y="178113"/>
                    <a:pt x="33228" y="175560"/>
                    <a:pt x="33228" y="171729"/>
                  </a:cubicBezTo>
                  <a:cubicBezTo>
                    <a:pt x="33228" y="167899"/>
                    <a:pt x="30672" y="165345"/>
                    <a:pt x="26838" y="165345"/>
                  </a:cubicBezTo>
                  <a:lnTo>
                    <a:pt x="20448" y="165345"/>
                  </a:lnTo>
                  <a:lnTo>
                    <a:pt x="20448" y="27451"/>
                  </a:lnTo>
                  <a:cubicBezTo>
                    <a:pt x="20448" y="19152"/>
                    <a:pt x="26838" y="12768"/>
                    <a:pt x="35145" y="12768"/>
                  </a:cubicBezTo>
                  <a:lnTo>
                    <a:pt x="102878" y="12768"/>
                  </a:lnTo>
                  <a:cubicBezTo>
                    <a:pt x="111185" y="12768"/>
                    <a:pt x="117575" y="19152"/>
                    <a:pt x="117575" y="27451"/>
                  </a:cubicBezTo>
                  <a:lnTo>
                    <a:pt x="117575" y="165345"/>
                  </a:lnTo>
                  <a:lnTo>
                    <a:pt x="111824" y="165345"/>
                  </a:lnTo>
                  <a:close/>
                  <a:moveTo>
                    <a:pt x="190420" y="61286"/>
                  </a:moveTo>
                  <a:cubicBezTo>
                    <a:pt x="189782" y="62563"/>
                    <a:pt x="189142" y="63840"/>
                    <a:pt x="187864" y="65117"/>
                  </a:cubicBezTo>
                  <a:cubicBezTo>
                    <a:pt x="186587" y="66394"/>
                    <a:pt x="185947" y="67670"/>
                    <a:pt x="185947" y="69586"/>
                  </a:cubicBezTo>
                  <a:lnTo>
                    <a:pt x="185947" y="86822"/>
                  </a:lnTo>
                  <a:cubicBezTo>
                    <a:pt x="185947" y="90653"/>
                    <a:pt x="183392" y="93206"/>
                    <a:pt x="179557" y="93206"/>
                  </a:cubicBezTo>
                  <a:lnTo>
                    <a:pt x="162305" y="93206"/>
                  </a:lnTo>
                  <a:cubicBezTo>
                    <a:pt x="158471" y="93206"/>
                    <a:pt x="155915" y="90653"/>
                    <a:pt x="155915" y="86822"/>
                  </a:cubicBezTo>
                  <a:lnTo>
                    <a:pt x="155915" y="69586"/>
                  </a:lnTo>
                  <a:cubicBezTo>
                    <a:pt x="155915" y="67670"/>
                    <a:pt x="155276" y="66394"/>
                    <a:pt x="153997" y="65117"/>
                  </a:cubicBezTo>
                  <a:cubicBezTo>
                    <a:pt x="152720" y="63840"/>
                    <a:pt x="152081" y="62563"/>
                    <a:pt x="151442" y="61286"/>
                  </a:cubicBezTo>
                  <a:lnTo>
                    <a:pt x="151442" y="59371"/>
                  </a:lnTo>
                  <a:lnTo>
                    <a:pt x="189782" y="59371"/>
                  </a:lnTo>
                  <a:lnTo>
                    <a:pt x="190420" y="61286"/>
                  </a:lnTo>
                  <a:close/>
                </a:path>
              </a:pathLst>
            </a:custGeom>
            <a:solidFill>
              <a:srgbClr val="43B02A"/>
            </a:solidFill>
            <a:ln w="6390" cap="flat">
              <a:noFill/>
              <a:prstDash val="solid"/>
              <a:miter/>
            </a:ln>
          </p:spPr>
          <p:txBody>
            <a:bodyPr rtlCol="0" anchor="ctr"/>
            <a:lstStyle/>
            <a:p>
              <a:endParaRPr lang="en-US"/>
            </a:p>
          </p:txBody>
        </p:sp>
      </p:grpSp>
      <p:grpSp>
        <p:nvGrpSpPr>
          <p:cNvPr id="575" name="Graphic 4">
            <a:extLst>
              <a:ext uri="{FF2B5EF4-FFF2-40B4-BE49-F238E27FC236}">
                <a16:creationId xmlns:a16="http://schemas.microsoft.com/office/drawing/2014/main" id="{740FC063-4AF5-AB40-91C0-6D574DCB7A3C}"/>
              </a:ext>
            </a:extLst>
          </p:cNvPr>
          <p:cNvGrpSpPr/>
          <p:nvPr/>
        </p:nvGrpSpPr>
        <p:grpSpPr>
          <a:xfrm>
            <a:off x="8852242" y="918179"/>
            <a:ext cx="362309" cy="361971"/>
            <a:chOff x="7801474" y="918179"/>
            <a:chExt cx="362309" cy="361971"/>
          </a:xfrm>
          <a:solidFill>
            <a:srgbClr val="43B02A"/>
          </a:solidFill>
        </p:grpSpPr>
        <p:sp>
          <p:nvSpPr>
            <p:cNvPr id="576" name="Graphic 4">
              <a:extLst>
                <a:ext uri="{FF2B5EF4-FFF2-40B4-BE49-F238E27FC236}">
                  <a16:creationId xmlns:a16="http://schemas.microsoft.com/office/drawing/2014/main" id="{553547AF-731D-674C-AE1B-25667E1C7AA6}"/>
                </a:ext>
              </a:extLst>
            </p:cNvPr>
            <p:cNvSpPr/>
            <p:nvPr/>
          </p:nvSpPr>
          <p:spPr>
            <a:xfrm>
              <a:off x="7801474" y="91817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8565"/>
                    <a:pt x="181474" y="349204"/>
                  </a:cubicBezTo>
                  <a:close/>
                </a:path>
              </a:pathLst>
            </a:custGeom>
            <a:solidFill>
              <a:srgbClr val="43B02A"/>
            </a:solidFill>
            <a:ln w="6390" cap="flat">
              <a:noFill/>
              <a:prstDash val="solid"/>
              <a:miter/>
            </a:ln>
          </p:spPr>
          <p:txBody>
            <a:bodyPr rtlCol="0" anchor="ctr"/>
            <a:lstStyle/>
            <a:p>
              <a:endParaRPr lang="en-US"/>
            </a:p>
          </p:txBody>
        </p:sp>
        <p:sp>
          <p:nvSpPr>
            <p:cNvPr id="577" name="Graphic 4">
              <a:extLst>
                <a:ext uri="{FF2B5EF4-FFF2-40B4-BE49-F238E27FC236}">
                  <a16:creationId xmlns:a16="http://schemas.microsoft.com/office/drawing/2014/main" id="{A4E6A0A6-21CC-6A4A-94CF-C108E48761E7}"/>
                </a:ext>
              </a:extLst>
            </p:cNvPr>
            <p:cNvSpPr/>
            <p:nvPr/>
          </p:nvSpPr>
          <p:spPr>
            <a:xfrm>
              <a:off x="7851315" y="1025430"/>
              <a:ext cx="264543" cy="147980"/>
            </a:xfrm>
            <a:custGeom>
              <a:avLst/>
              <a:gdLst>
                <a:gd name="connsiteX0" fmla="*/ 196172 w 264543"/>
                <a:gd name="connsiteY0" fmla="*/ 38304 h 147980"/>
                <a:gd name="connsiteX1" fmla="*/ 194893 w 264543"/>
                <a:gd name="connsiteY1" fmla="*/ 38304 h 147980"/>
                <a:gd name="connsiteX2" fmla="*/ 136745 w 264543"/>
                <a:gd name="connsiteY2" fmla="*/ 0 h 147980"/>
                <a:gd name="connsiteX3" fmla="*/ 88181 w 264543"/>
                <a:gd name="connsiteY3" fmla="*/ 0 h 147980"/>
                <a:gd name="connsiteX4" fmla="*/ 51119 w 264543"/>
                <a:gd name="connsiteY4" fmla="*/ 15960 h 147980"/>
                <a:gd name="connsiteX5" fmla="*/ 36423 w 264543"/>
                <a:gd name="connsiteY5" fmla="*/ 27451 h 147980"/>
                <a:gd name="connsiteX6" fmla="*/ 9585 w 264543"/>
                <a:gd name="connsiteY6" fmla="*/ 31920 h 147980"/>
                <a:gd name="connsiteX7" fmla="*/ 0 w 264543"/>
                <a:gd name="connsiteY7" fmla="*/ 43411 h 147980"/>
                <a:gd name="connsiteX8" fmla="*/ 0 w 264543"/>
                <a:gd name="connsiteY8" fmla="*/ 51072 h 147980"/>
                <a:gd name="connsiteX9" fmla="*/ 6390 w 264543"/>
                <a:gd name="connsiteY9" fmla="*/ 57456 h 147980"/>
                <a:gd name="connsiteX10" fmla="*/ 12780 w 264543"/>
                <a:gd name="connsiteY10" fmla="*/ 51072 h 147980"/>
                <a:gd name="connsiteX11" fmla="*/ 12780 w 264543"/>
                <a:gd name="connsiteY11" fmla="*/ 44049 h 147980"/>
                <a:gd name="connsiteX12" fmla="*/ 40257 w 264543"/>
                <a:gd name="connsiteY12" fmla="*/ 39581 h 147980"/>
                <a:gd name="connsiteX13" fmla="*/ 42813 w 264543"/>
                <a:gd name="connsiteY13" fmla="*/ 38304 h 147980"/>
                <a:gd name="connsiteX14" fmla="*/ 59427 w 264543"/>
                <a:gd name="connsiteY14" fmla="*/ 25536 h 147980"/>
                <a:gd name="connsiteX15" fmla="*/ 88820 w 264543"/>
                <a:gd name="connsiteY15" fmla="*/ 12768 h 147980"/>
                <a:gd name="connsiteX16" fmla="*/ 137384 w 264543"/>
                <a:gd name="connsiteY16" fmla="*/ 12768 h 147980"/>
                <a:gd name="connsiteX17" fmla="*/ 186587 w 264543"/>
                <a:gd name="connsiteY17" fmla="*/ 48518 h 147980"/>
                <a:gd name="connsiteX18" fmla="*/ 190420 w 264543"/>
                <a:gd name="connsiteY18" fmla="*/ 51072 h 147980"/>
                <a:gd name="connsiteX19" fmla="*/ 193615 w 264543"/>
                <a:gd name="connsiteY19" fmla="*/ 51710 h 147980"/>
                <a:gd name="connsiteX20" fmla="*/ 250486 w 264543"/>
                <a:gd name="connsiteY20" fmla="*/ 72139 h 147980"/>
                <a:gd name="connsiteX21" fmla="*/ 250486 w 264543"/>
                <a:gd name="connsiteY21" fmla="*/ 109166 h 147980"/>
                <a:gd name="connsiteX22" fmla="*/ 230038 w 264543"/>
                <a:gd name="connsiteY22" fmla="*/ 109166 h 147980"/>
                <a:gd name="connsiteX23" fmla="*/ 223648 w 264543"/>
                <a:gd name="connsiteY23" fmla="*/ 115550 h 147980"/>
                <a:gd name="connsiteX24" fmla="*/ 203200 w 264543"/>
                <a:gd name="connsiteY24" fmla="*/ 135979 h 147980"/>
                <a:gd name="connsiteX25" fmla="*/ 182753 w 264543"/>
                <a:gd name="connsiteY25" fmla="*/ 115550 h 147980"/>
                <a:gd name="connsiteX26" fmla="*/ 176363 w 264543"/>
                <a:gd name="connsiteY26" fmla="*/ 109166 h 147980"/>
                <a:gd name="connsiteX27" fmla="*/ 89459 w 264543"/>
                <a:gd name="connsiteY27" fmla="*/ 109166 h 147980"/>
                <a:gd name="connsiteX28" fmla="*/ 83069 w 264543"/>
                <a:gd name="connsiteY28" fmla="*/ 115550 h 147980"/>
                <a:gd name="connsiteX29" fmla="*/ 62622 w 264543"/>
                <a:gd name="connsiteY29" fmla="*/ 135979 h 147980"/>
                <a:gd name="connsiteX30" fmla="*/ 42174 w 264543"/>
                <a:gd name="connsiteY30" fmla="*/ 115550 h 147980"/>
                <a:gd name="connsiteX31" fmla="*/ 35784 w 264543"/>
                <a:gd name="connsiteY31" fmla="*/ 109166 h 147980"/>
                <a:gd name="connsiteX32" fmla="*/ 24921 w 264543"/>
                <a:gd name="connsiteY32" fmla="*/ 109166 h 147980"/>
                <a:gd name="connsiteX33" fmla="*/ 14697 w 264543"/>
                <a:gd name="connsiteY33" fmla="*/ 93845 h 147980"/>
                <a:gd name="connsiteX34" fmla="*/ 14697 w 264543"/>
                <a:gd name="connsiteY34" fmla="*/ 73416 h 147980"/>
                <a:gd name="connsiteX35" fmla="*/ 67734 w 264543"/>
                <a:gd name="connsiteY35" fmla="*/ 73416 h 147980"/>
                <a:gd name="connsiteX36" fmla="*/ 90099 w 264543"/>
                <a:gd name="connsiteY36" fmla="*/ 95121 h 147980"/>
                <a:gd name="connsiteX37" fmla="*/ 104795 w 264543"/>
                <a:gd name="connsiteY37" fmla="*/ 95121 h 147980"/>
                <a:gd name="connsiteX38" fmla="*/ 114380 w 264543"/>
                <a:gd name="connsiteY38" fmla="*/ 100229 h 147980"/>
                <a:gd name="connsiteX39" fmla="*/ 116936 w 264543"/>
                <a:gd name="connsiteY39" fmla="*/ 100867 h 147980"/>
                <a:gd name="connsiteX40" fmla="*/ 127799 w 264543"/>
                <a:gd name="connsiteY40" fmla="*/ 100867 h 147980"/>
                <a:gd name="connsiteX41" fmla="*/ 134189 w 264543"/>
                <a:gd name="connsiteY41" fmla="*/ 94483 h 147980"/>
                <a:gd name="connsiteX42" fmla="*/ 134189 w 264543"/>
                <a:gd name="connsiteY42" fmla="*/ 90014 h 147980"/>
                <a:gd name="connsiteX43" fmla="*/ 160388 w 264543"/>
                <a:gd name="connsiteY43" fmla="*/ 90014 h 147980"/>
                <a:gd name="connsiteX44" fmla="*/ 166778 w 264543"/>
                <a:gd name="connsiteY44" fmla="*/ 83630 h 147980"/>
                <a:gd name="connsiteX45" fmla="*/ 160388 w 264543"/>
                <a:gd name="connsiteY45" fmla="*/ 77246 h 147980"/>
                <a:gd name="connsiteX46" fmla="*/ 134189 w 264543"/>
                <a:gd name="connsiteY46" fmla="*/ 77246 h 147980"/>
                <a:gd name="connsiteX47" fmla="*/ 134189 w 264543"/>
                <a:gd name="connsiteY47" fmla="*/ 56817 h 147980"/>
                <a:gd name="connsiteX48" fmla="*/ 160388 w 264543"/>
                <a:gd name="connsiteY48" fmla="*/ 56817 h 147980"/>
                <a:gd name="connsiteX49" fmla="*/ 166778 w 264543"/>
                <a:gd name="connsiteY49" fmla="*/ 50433 h 147980"/>
                <a:gd name="connsiteX50" fmla="*/ 160388 w 264543"/>
                <a:gd name="connsiteY50" fmla="*/ 44049 h 147980"/>
                <a:gd name="connsiteX51" fmla="*/ 134189 w 264543"/>
                <a:gd name="connsiteY51" fmla="*/ 44049 h 147980"/>
                <a:gd name="connsiteX52" fmla="*/ 134189 w 264543"/>
                <a:gd name="connsiteY52" fmla="*/ 38304 h 147980"/>
                <a:gd name="connsiteX53" fmla="*/ 127799 w 264543"/>
                <a:gd name="connsiteY53" fmla="*/ 31920 h 147980"/>
                <a:gd name="connsiteX54" fmla="*/ 116936 w 264543"/>
                <a:gd name="connsiteY54" fmla="*/ 31920 h 147980"/>
                <a:gd name="connsiteX55" fmla="*/ 114380 w 264543"/>
                <a:gd name="connsiteY55" fmla="*/ 32558 h 147980"/>
                <a:gd name="connsiteX56" fmla="*/ 104795 w 264543"/>
                <a:gd name="connsiteY56" fmla="*/ 37665 h 147980"/>
                <a:gd name="connsiteX57" fmla="*/ 90099 w 264543"/>
                <a:gd name="connsiteY57" fmla="*/ 37665 h 147980"/>
                <a:gd name="connsiteX58" fmla="*/ 67734 w 264543"/>
                <a:gd name="connsiteY58" fmla="*/ 59371 h 147980"/>
                <a:gd name="connsiteX59" fmla="*/ 8307 w 264543"/>
                <a:gd name="connsiteY59" fmla="*/ 59371 h 147980"/>
                <a:gd name="connsiteX60" fmla="*/ 1917 w 264543"/>
                <a:gd name="connsiteY60" fmla="*/ 65755 h 147980"/>
                <a:gd name="connsiteX61" fmla="*/ 1917 w 264543"/>
                <a:gd name="connsiteY61" fmla="*/ 92568 h 147980"/>
                <a:gd name="connsiteX62" fmla="*/ 24921 w 264543"/>
                <a:gd name="connsiteY62" fmla="*/ 120657 h 147980"/>
                <a:gd name="connsiteX63" fmla="*/ 30033 w 264543"/>
                <a:gd name="connsiteY63" fmla="*/ 120657 h 147980"/>
                <a:gd name="connsiteX64" fmla="*/ 69012 w 264543"/>
                <a:gd name="connsiteY64" fmla="*/ 147470 h 147980"/>
                <a:gd name="connsiteX65" fmla="*/ 95849 w 264543"/>
                <a:gd name="connsiteY65" fmla="*/ 120657 h 147980"/>
                <a:gd name="connsiteX66" fmla="*/ 171251 w 264543"/>
                <a:gd name="connsiteY66" fmla="*/ 120657 h 147980"/>
                <a:gd name="connsiteX67" fmla="*/ 210229 w 264543"/>
                <a:gd name="connsiteY67" fmla="*/ 147470 h 147980"/>
                <a:gd name="connsiteX68" fmla="*/ 237067 w 264543"/>
                <a:gd name="connsiteY68" fmla="*/ 120657 h 147980"/>
                <a:gd name="connsiteX69" fmla="*/ 258154 w 264543"/>
                <a:gd name="connsiteY69" fmla="*/ 120657 h 147980"/>
                <a:gd name="connsiteX70" fmla="*/ 264544 w 264543"/>
                <a:gd name="connsiteY70" fmla="*/ 114273 h 147980"/>
                <a:gd name="connsiteX71" fmla="*/ 264544 w 264543"/>
                <a:gd name="connsiteY71" fmla="*/ 70862 h 147980"/>
                <a:gd name="connsiteX72" fmla="*/ 196172 w 264543"/>
                <a:gd name="connsiteY72" fmla="*/ 38304 h 147980"/>
                <a:gd name="connsiteX73" fmla="*/ 88181 w 264543"/>
                <a:gd name="connsiteY73" fmla="*/ 50433 h 147980"/>
                <a:gd name="connsiteX74" fmla="*/ 104156 w 264543"/>
                <a:gd name="connsiteY74" fmla="*/ 50433 h 147980"/>
                <a:gd name="connsiteX75" fmla="*/ 106712 w 264543"/>
                <a:gd name="connsiteY75" fmla="*/ 49795 h 147980"/>
                <a:gd name="connsiteX76" fmla="*/ 116936 w 264543"/>
                <a:gd name="connsiteY76" fmla="*/ 44688 h 147980"/>
                <a:gd name="connsiteX77" fmla="*/ 120131 w 264543"/>
                <a:gd name="connsiteY77" fmla="*/ 44688 h 147980"/>
                <a:gd name="connsiteX78" fmla="*/ 120131 w 264543"/>
                <a:gd name="connsiteY78" fmla="*/ 86184 h 147980"/>
                <a:gd name="connsiteX79" fmla="*/ 116936 w 264543"/>
                <a:gd name="connsiteY79" fmla="*/ 86184 h 147980"/>
                <a:gd name="connsiteX80" fmla="*/ 107351 w 264543"/>
                <a:gd name="connsiteY80" fmla="*/ 81715 h 147980"/>
                <a:gd name="connsiteX81" fmla="*/ 104795 w 264543"/>
                <a:gd name="connsiteY81" fmla="*/ 81077 h 147980"/>
                <a:gd name="connsiteX82" fmla="*/ 88181 w 264543"/>
                <a:gd name="connsiteY82" fmla="*/ 81077 h 147980"/>
                <a:gd name="connsiteX83" fmla="*/ 77958 w 264543"/>
                <a:gd name="connsiteY83" fmla="*/ 65755 h 147980"/>
                <a:gd name="connsiteX84" fmla="*/ 88181 w 264543"/>
                <a:gd name="connsiteY84" fmla="*/ 50433 h 147980"/>
                <a:gd name="connsiteX85" fmla="*/ 88181 w 264543"/>
                <a:gd name="connsiteY85" fmla="*/ 50433 h 147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264543" h="147980">
                  <a:moveTo>
                    <a:pt x="196172" y="38304"/>
                  </a:moveTo>
                  <a:lnTo>
                    <a:pt x="194893" y="38304"/>
                  </a:lnTo>
                  <a:cubicBezTo>
                    <a:pt x="175084" y="14045"/>
                    <a:pt x="159110" y="0"/>
                    <a:pt x="136745" y="0"/>
                  </a:cubicBezTo>
                  <a:lnTo>
                    <a:pt x="88181" y="0"/>
                  </a:lnTo>
                  <a:cubicBezTo>
                    <a:pt x="69650" y="0"/>
                    <a:pt x="61983" y="6384"/>
                    <a:pt x="51119" y="15960"/>
                  </a:cubicBezTo>
                  <a:cubicBezTo>
                    <a:pt x="47286" y="19152"/>
                    <a:pt x="42813" y="22982"/>
                    <a:pt x="36423" y="27451"/>
                  </a:cubicBezTo>
                  <a:lnTo>
                    <a:pt x="9585" y="31920"/>
                  </a:lnTo>
                  <a:cubicBezTo>
                    <a:pt x="3835" y="33197"/>
                    <a:pt x="0" y="37665"/>
                    <a:pt x="0" y="43411"/>
                  </a:cubicBezTo>
                  <a:lnTo>
                    <a:pt x="0" y="51072"/>
                  </a:lnTo>
                  <a:cubicBezTo>
                    <a:pt x="0" y="54902"/>
                    <a:pt x="2556" y="57456"/>
                    <a:pt x="6390" y="57456"/>
                  </a:cubicBezTo>
                  <a:cubicBezTo>
                    <a:pt x="10225" y="57456"/>
                    <a:pt x="12780" y="54902"/>
                    <a:pt x="12780" y="51072"/>
                  </a:cubicBezTo>
                  <a:lnTo>
                    <a:pt x="12780" y="44049"/>
                  </a:lnTo>
                  <a:lnTo>
                    <a:pt x="40257" y="39581"/>
                  </a:lnTo>
                  <a:cubicBezTo>
                    <a:pt x="40896" y="39581"/>
                    <a:pt x="42174" y="38942"/>
                    <a:pt x="42813" y="38304"/>
                  </a:cubicBezTo>
                  <a:cubicBezTo>
                    <a:pt x="48564" y="34473"/>
                    <a:pt x="54314" y="30005"/>
                    <a:pt x="59427" y="25536"/>
                  </a:cubicBezTo>
                  <a:cubicBezTo>
                    <a:pt x="69650" y="16598"/>
                    <a:pt x="74763" y="12768"/>
                    <a:pt x="88820" y="12768"/>
                  </a:cubicBezTo>
                  <a:lnTo>
                    <a:pt x="137384" y="12768"/>
                  </a:lnTo>
                  <a:cubicBezTo>
                    <a:pt x="155276" y="12768"/>
                    <a:pt x="168695" y="24897"/>
                    <a:pt x="186587" y="48518"/>
                  </a:cubicBezTo>
                  <a:cubicBezTo>
                    <a:pt x="187225" y="49795"/>
                    <a:pt x="188503" y="50433"/>
                    <a:pt x="190420" y="51072"/>
                  </a:cubicBezTo>
                  <a:lnTo>
                    <a:pt x="193615" y="51710"/>
                  </a:lnTo>
                  <a:cubicBezTo>
                    <a:pt x="224287" y="58733"/>
                    <a:pt x="250486" y="64478"/>
                    <a:pt x="250486" y="72139"/>
                  </a:cubicBezTo>
                  <a:lnTo>
                    <a:pt x="250486" y="109166"/>
                  </a:lnTo>
                  <a:lnTo>
                    <a:pt x="230038" y="109166"/>
                  </a:lnTo>
                  <a:cubicBezTo>
                    <a:pt x="226204" y="109166"/>
                    <a:pt x="223648" y="111720"/>
                    <a:pt x="223648" y="115550"/>
                  </a:cubicBezTo>
                  <a:cubicBezTo>
                    <a:pt x="223648" y="127041"/>
                    <a:pt x="214063" y="135979"/>
                    <a:pt x="203200" y="135979"/>
                  </a:cubicBezTo>
                  <a:cubicBezTo>
                    <a:pt x="192338" y="135979"/>
                    <a:pt x="182753" y="126403"/>
                    <a:pt x="182753" y="115550"/>
                  </a:cubicBezTo>
                  <a:cubicBezTo>
                    <a:pt x="182753" y="111720"/>
                    <a:pt x="180197" y="109166"/>
                    <a:pt x="176363" y="109166"/>
                  </a:cubicBezTo>
                  <a:lnTo>
                    <a:pt x="89459" y="109166"/>
                  </a:lnTo>
                  <a:cubicBezTo>
                    <a:pt x="85625" y="109166"/>
                    <a:pt x="83069" y="111720"/>
                    <a:pt x="83069" y="115550"/>
                  </a:cubicBezTo>
                  <a:cubicBezTo>
                    <a:pt x="83069" y="127041"/>
                    <a:pt x="73484" y="135979"/>
                    <a:pt x="62622" y="135979"/>
                  </a:cubicBezTo>
                  <a:cubicBezTo>
                    <a:pt x="51759" y="135979"/>
                    <a:pt x="42174" y="126403"/>
                    <a:pt x="42174" y="115550"/>
                  </a:cubicBezTo>
                  <a:cubicBezTo>
                    <a:pt x="42174" y="111720"/>
                    <a:pt x="39618" y="109166"/>
                    <a:pt x="35784" y="109166"/>
                  </a:cubicBezTo>
                  <a:lnTo>
                    <a:pt x="24921" y="109166"/>
                  </a:lnTo>
                  <a:cubicBezTo>
                    <a:pt x="21726" y="108528"/>
                    <a:pt x="15336" y="97675"/>
                    <a:pt x="14697" y="93845"/>
                  </a:cubicBezTo>
                  <a:lnTo>
                    <a:pt x="14697" y="73416"/>
                  </a:lnTo>
                  <a:lnTo>
                    <a:pt x="67734" y="73416"/>
                  </a:lnTo>
                  <a:cubicBezTo>
                    <a:pt x="70289" y="92568"/>
                    <a:pt x="83709" y="95121"/>
                    <a:pt x="90099" y="95121"/>
                  </a:cubicBezTo>
                  <a:lnTo>
                    <a:pt x="104795" y="95121"/>
                  </a:lnTo>
                  <a:lnTo>
                    <a:pt x="114380" y="100229"/>
                  </a:lnTo>
                  <a:cubicBezTo>
                    <a:pt x="115019" y="100867"/>
                    <a:pt x="116297" y="100867"/>
                    <a:pt x="116936" y="100867"/>
                  </a:cubicBezTo>
                  <a:lnTo>
                    <a:pt x="127799" y="100867"/>
                  </a:lnTo>
                  <a:cubicBezTo>
                    <a:pt x="131633" y="100867"/>
                    <a:pt x="134189" y="98313"/>
                    <a:pt x="134189" y="94483"/>
                  </a:cubicBezTo>
                  <a:lnTo>
                    <a:pt x="134189" y="90014"/>
                  </a:lnTo>
                  <a:lnTo>
                    <a:pt x="160388" y="90014"/>
                  </a:lnTo>
                  <a:cubicBezTo>
                    <a:pt x="164222" y="90014"/>
                    <a:pt x="166778" y="87461"/>
                    <a:pt x="166778" y="83630"/>
                  </a:cubicBezTo>
                  <a:cubicBezTo>
                    <a:pt x="166778" y="79800"/>
                    <a:pt x="164222" y="77246"/>
                    <a:pt x="160388" y="77246"/>
                  </a:cubicBezTo>
                  <a:lnTo>
                    <a:pt x="134189" y="77246"/>
                  </a:lnTo>
                  <a:lnTo>
                    <a:pt x="134189" y="56817"/>
                  </a:lnTo>
                  <a:lnTo>
                    <a:pt x="160388" y="56817"/>
                  </a:lnTo>
                  <a:cubicBezTo>
                    <a:pt x="164222" y="56817"/>
                    <a:pt x="166778" y="54264"/>
                    <a:pt x="166778" y="50433"/>
                  </a:cubicBezTo>
                  <a:cubicBezTo>
                    <a:pt x="166778" y="46603"/>
                    <a:pt x="164222" y="44049"/>
                    <a:pt x="160388" y="44049"/>
                  </a:cubicBezTo>
                  <a:lnTo>
                    <a:pt x="134189" y="44049"/>
                  </a:lnTo>
                  <a:lnTo>
                    <a:pt x="134189" y="38304"/>
                  </a:lnTo>
                  <a:cubicBezTo>
                    <a:pt x="134189" y="34473"/>
                    <a:pt x="131633" y="31920"/>
                    <a:pt x="127799" y="31920"/>
                  </a:cubicBezTo>
                  <a:lnTo>
                    <a:pt x="116936" y="31920"/>
                  </a:lnTo>
                  <a:cubicBezTo>
                    <a:pt x="115658" y="31920"/>
                    <a:pt x="115019" y="31920"/>
                    <a:pt x="114380" y="32558"/>
                  </a:cubicBezTo>
                  <a:lnTo>
                    <a:pt x="104795" y="37665"/>
                  </a:lnTo>
                  <a:lnTo>
                    <a:pt x="90099" y="37665"/>
                  </a:lnTo>
                  <a:cubicBezTo>
                    <a:pt x="83709" y="37665"/>
                    <a:pt x="70289" y="40219"/>
                    <a:pt x="67734" y="59371"/>
                  </a:cubicBezTo>
                  <a:lnTo>
                    <a:pt x="8307" y="59371"/>
                  </a:lnTo>
                  <a:cubicBezTo>
                    <a:pt x="4473" y="59371"/>
                    <a:pt x="1917" y="61925"/>
                    <a:pt x="1917" y="65755"/>
                  </a:cubicBezTo>
                  <a:lnTo>
                    <a:pt x="1917" y="92568"/>
                  </a:lnTo>
                  <a:cubicBezTo>
                    <a:pt x="1917" y="100229"/>
                    <a:pt x="12141" y="120657"/>
                    <a:pt x="24921" y="120657"/>
                  </a:cubicBezTo>
                  <a:lnTo>
                    <a:pt x="30033" y="120657"/>
                  </a:lnTo>
                  <a:cubicBezTo>
                    <a:pt x="33228" y="138532"/>
                    <a:pt x="51119" y="150662"/>
                    <a:pt x="69012" y="147470"/>
                  </a:cubicBezTo>
                  <a:cubicBezTo>
                    <a:pt x="82430" y="144916"/>
                    <a:pt x="93294" y="134064"/>
                    <a:pt x="95849" y="120657"/>
                  </a:cubicBezTo>
                  <a:lnTo>
                    <a:pt x="171251" y="120657"/>
                  </a:lnTo>
                  <a:cubicBezTo>
                    <a:pt x="174446" y="138532"/>
                    <a:pt x="192338" y="150662"/>
                    <a:pt x="210229" y="147470"/>
                  </a:cubicBezTo>
                  <a:cubicBezTo>
                    <a:pt x="223648" y="144916"/>
                    <a:pt x="234511" y="134064"/>
                    <a:pt x="237067" y="120657"/>
                  </a:cubicBezTo>
                  <a:lnTo>
                    <a:pt x="258154" y="120657"/>
                  </a:lnTo>
                  <a:cubicBezTo>
                    <a:pt x="261987" y="120657"/>
                    <a:pt x="264544" y="118104"/>
                    <a:pt x="264544" y="114273"/>
                  </a:cubicBezTo>
                  <a:lnTo>
                    <a:pt x="264544" y="70862"/>
                  </a:lnTo>
                  <a:cubicBezTo>
                    <a:pt x="262627" y="53625"/>
                    <a:pt x="240262" y="48518"/>
                    <a:pt x="196172" y="38304"/>
                  </a:cubicBezTo>
                  <a:close/>
                  <a:moveTo>
                    <a:pt x="88181" y="50433"/>
                  </a:moveTo>
                  <a:lnTo>
                    <a:pt x="104156" y="50433"/>
                  </a:lnTo>
                  <a:cubicBezTo>
                    <a:pt x="105434" y="50433"/>
                    <a:pt x="106074" y="50433"/>
                    <a:pt x="106712" y="49795"/>
                  </a:cubicBezTo>
                  <a:lnTo>
                    <a:pt x="116936" y="44688"/>
                  </a:lnTo>
                  <a:lnTo>
                    <a:pt x="120131" y="44688"/>
                  </a:lnTo>
                  <a:lnTo>
                    <a:pt x="120131" y="86184"/>
                  </a:lnTo>
                  <a:lnTo>
                    <a:pt x="116936" y="86184"/>
                  </a:lnTo>
                  <a:lnTo>
                    <a:pt x="107351" y="81715"/>
                  </a:lnTo>
                  <a:cubicBezTo>
                    <a:pt x="106712" y="81077"/>
                    <a:pt x="105434" y="81077"/>
                    <a:pt x="104795" y="81077"/>
                  </a:cubicBezTo>
                  <a:lnTo>
                    <a:pt x="88181" y="81077"/>
                  </a:lnTo>
                  <a:cubicBezTo>
                    <a:pt x="84348" y="81077"/>
                    <a:pt x="77958" y="81077"/>
                    <a:pt x="77958" y="65755"/>
                  </a:cubicBezTo>
                  <a:cubicBezTo>
                    <a:pt x="77958" y="50433"/>
                    <a:pt x="84348" y="50433"/>
                    <a:pt x="88181" y="50433"/>
                  </a:cubicBezTo>
                  <a:lnTo>
                    <a:pt x="88181" y="50433"/>
                  </a:lnTo>
                  <a:close/>
                </a:path>
              </a:pathLst>
            </a:custGeom>
            <a:solidFill>
              <a:srgbClr val="43B02A"/>
            </a:solidFill>
            <a:ln w="6390" cap="flat">
              <a:noFill/>
              <a:prstDash val="solid"/>
              <a:miter/>
            </a:ln>
          </p:spPr>
          <p:txBody>
            <a:bodyPr rtlCol="0" anchor="ctr"/>
            <a:lstStyle/>
            <a:p>
              <a:endParaRPr lang="en-US"/>
            </a:p>
          </p:txBody>
        </p:sp>
      </p:grpSp>
      <p:grpSp>
        <p:nvGrpSpPr>
          <p:cNvPr id="578" name="Graphic 4">
            <a:extLst>
              <a:ext uri="{FF2B5EF4-FFF2-40B4-BE49-F238E27FC236}">
                <a16:creationId xmlns:a16="http://schemas.microsoft.com/office/drawing/2014/main" id="{56D58451-BD99-A140-8FAC-8529C27256E8}"/>
              </a:ext>
            </a:extLst>
          </p:cNvPr>
          <p:cNvGrpSpPr/>
          <p:nvPr/>
        </p:nvGrpSpPr>
        <p:grpSpPr>
          <a:xfrm>
            <a:off x="9891245" y="918179"/>
            <a:ext cx="362312" cy="361971"/>
            <a:chOff x="8840477" y="918179"/>
            <a:chExt cx="362312" cy="361971"/>
          </a:xfrm>
          <a:solidFill>
            <a:srgbClr val="43B02A"/>
          </a:solidFill>
        </p:grpSpPr>
        <p:sp>
          <p:nvSpPr>
            <p:cNvPr id="579" name="Graphic 4">
              <a:extLst>
                <a:ext uri="{FF2B5EF4-FFF2-40B4-BE49-F238E27FC236}">
                  <a16:creationId xmlns:a16="http://schemas.microsoft.com/office/drawing/2014/main" id="{DDA3F881-33D3-BC4B-AF5F-A22D28405FCE}"/>
                </a:ext>
              </a:extLst>
            </p:cNvPr>
            <p:cNvSpPr/>
            <p:nvPr/>
          </p:nvSpPr>
          <p:spPr>
            <a:xfrm>
              <a:off x="8840477" y="918179"/>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8565"/>
                    <a:pt x="181474" y="349204"/>
                  </a:cubicBezTo>
                  <a:close/>
                </a:path>
              </a:pathLst>
            </a:custGeom>
            <a:solidFill>
              <a:srgbClr val="43B02A"/>
            </a:solidFill>
            <a:ln w="6390" cap="flat">
              <a:noFill/>
              <a:prstDash val="solid"/>
              <a:miter/>
            </a:ln>
          </p:spPr>
          <p:txBody>
            <a:bodyPr rtlCol="0" anchor="ctr"/>
            <a:lstStyle/>
            <a:p>
              <a:endParaRPr lang="en-US"/>
            </a:p>
          </p:txBody>
        </p:sp>
        <p:sp>
          <p:nvSpPr>
            <p:cNvPr id="580" name="Graphic 4">
              <a:extLst>
                <a:ext uri="{FF2B5EF4-FFF2-40B4-BE49-F238E27FC236}">
                  <a16:creationId xmlns:a16="http://schemas.microsoft.com/office/drawing/2014/main" id="{E41F5660-6918-AD41-9F11-CAA0EDEDAB95}"/>
                </a:ext>
              </a:extLst>
            </p:cNvPr>
            <p:cNvSpPr/>
            <p:nvPr/>
          </p:nvSpPr>
          <p:spPr>
            <a:xfrm>
              <a:off x="8925463" y="1094377"/>
              <a:ext cx="49841" cy="23620"/>
            </a:xfrm>
            <a:custGeom>
              <a:avLst/>
              <a:gdLst>
                <a:gd name="connsiteX0" fmla="*/ 49842 w 49841"/>
                <a:gd name="connsiteY0" fmla="*/ 17237 h 23620"/>
                <a:gd name="connsiteX1" fmla="*/ 43452 w 49841"/>
                <a:gd name="connsiteY1" fmla="*/ 10853 h 23620"/>
                <a:gd name="connsiteX2" fmla="*/ 19809 w 49841"/>
                <a:gd name="connsiteY2" fmla="*/ 10853 h 23620"/>
                <a:gd name="connsiteX3" fmla="*/ 10863 w 49841"/>
                <a:gd name="connsiteY3" fmla="*/ 1915 h 23620"/>
                <a:gd name="connsiteX4" fmla="*/ 1917 w 49841"/>
                <a:gd name="connsiteY4" fmla="*/ 1915 h 23620"/>
                <a:gd name="connsiteX5" fmla="*/ 1917 w 49841"/>
                <a:gd name="connsiteY5" fmla="*/ 10853 h 23620"/>
                <a:gd name="connsiteX6" fmla="*/ 12780 w 49841"/>
                <a:gd name="connsiteY6" fmla="*/ 21706 h 23620"/>
                <a:gd name="connsiteX7" fmla="*/ 17253 w 49841"/>
                <a:gd name="connsiteY7" fmla="*/ 23621 h 23620"/>
                <a:gd name="connsiteX8" fmla="*/ 44091 w 49841"/>
                <a:gd name="connsiteY8" fmla="*/ 23621 h 23620"/>
                <a:gd name="connsiteX9" fmla="*/ 49842 w 49841"/>
                <a:gd name="connsiteY9" fmla="*/ 17237 h 2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841" h="23620">
                  <a:moveTo>
                    <a:pt x="49842" y="17237"/>
                  </a:moveTo>
                  <a:cubicBezTo>
                    <a:pt x="49842" y="13406"/>
                    <a:pt x="47285" y="10853"/>
                    <a:pt x="43452" y="10853"/>
                  </a:cubicBezTo>
                  <a:lnTo>
                    <a:pt x="19809" y="10853"/>
                  </a:lnTo>
                  <a:lnTo>
                    <a:pt x="10863" y="1915"/>
                  </a:lnTo>
                  <a:cubicBezTo>
                    <a:pt x="8307" y="-638"/>
                    <a:pt x="4473" y="-638"/>
                    <a:pt x="1917" y="1915"/>
                  </a:cubicBezTo>
                  <a:cubicBezTo>
                    <a:pt x="-639" y="4469"/>
                    <a:pt x="-639" y="8299"/>
                    <a:pt x="1917" y="10853"/>
                  </a:cubicBezTo>
                  <a:lnTo>
                    <a:pt x="12780" y="21706"/>
                  </a:lnTo>
                  <a:cubicBezTo>
                    <a:pt x="14058" y="22982"/>
                    <a:pt x="15336" y="23621"/>
                    <a:pt x="17253" y="23621"/>
                  </a:cubicBezTo>
                  <a:lnTo>
                    <a:pt x="44091" y="23621"/>
                  </a:lnTo>
                  <a:cubicBezTo>
                    <a:pt x="47285" y="23621"/>
                    <a:pt x="49842" y="21067"/>
                    <a:pt x="49842" y="17237"/>
                  </a:cubicBezTo>
                  <a:close/>
                </a:path>
              </a:pathLst>
            </a:custGeom>
            <a:solidFill>
              <a:srgbClr val="43B02A"/>
            </a:solidFill>
            <a:ln w="6390" cap="flat">
              <a:noFill/>
              <a:prstDash val="solid"/>
              <a:miter/>
            </a:ln>
          </p:spPr>
          <p:txBody>
            <a:bodyPr rtlCol="0" anchor="ctr"/>
            <a:lstStyle/>
            <a:p>
              <a:endParaRPr lang="en-US"/>
            </a:p>
          </p:txBody>
        </p:sp>
        <p:sp>
          <p:nvSpPr>
            <p:cNvPr id="581" name="Graphic 4">
              <a:extLst>
                <a:ext uri="{FF2B5EF4-FFF2-40B4-BE49-F238E27FC236}">
                  <a16:creationId xmlns:a16="http://schemas.microsoft.com/office/drawing/2014/main" id="{B420ADD6-1848-6847-B50E-8BDCB92F428F}"/>
                </a:ext>
              </a:extLst>
            </p:cNvPr>
            <p:cNvSpPr/>
            <p:nvPr/>
          </p:nvSpPr>
          <p:spPr>
            <a:xfrm>
              <a:off x="8894153" y="1000532"/>
              <a:ext cx="198349" cy="182581"/>
            </a:xfrm>
            <a:custGeom>
              <a:avLst/>
              <a:gdLst>
                <a:gd name="connsiteX0" fmla="*/ 177001 w 198349"/>
                <a:gd name="connsiteY0" fmla="*/ 153854 h 182581"/>
                <a:gd name="connsiteX1" fmla="*/ 170611 w 198349"/>
                <a:gd name="connsiteY1" fmla="*/ 147470 h 182581"/>
                <a:gd name="connsiteX2" fmla="*/ 37701 w 198349"/>
                <a:gd name="connsiteY2" fmla="*/ 147470 h 182581"/>
                <a:gd name="connsiteX3" fmla="*/ 33227 w 198349"/>
                <a:gd name="connsiteY3" fmla="*/ 146193 h 182581"/>
                <a:gd name="connsiteX4" fmla="*/ 29394 w 198349"/>
                <a:gd name="connsiteY4" fmla="*/ 142363 h 182581"/>
                <a:gd name="connsiteX5" fmla="*/ 28116 w 198349"/>
                <a:gd name="connsiteY5" fmla="*/ 137894 h 182581"/>
                <a:gd name="connsiteX6" fmla="*/ 28116 w 198349"/>
                <a:gd name="connsiteY6" fmla="*/ 110443 h 182581"/>
                <a:gd name="connsiteX7" fmla="*/ 32589 w 198349"/>
                <a:gd name="connsiteY7" fmla="*/ 96398 h 182581"/>
                <a:gd name="connsiteX8" fmla="*/ 37701 w 198349"/>
                <a:gd name="connsiteY8" fmla="*/ 88737 h 182581"/>
                <a:gd name="connsiteX9" fmla="*/ 38340 w 198349"/>
                <a:gd name="connsiteY9" fmla="*/ 82992 h 182581"/>
                <a:gd name="connsiteX10" fmla="*/ 33866 w 198349"/>
                <a:gd name="connsiteY10" fmla="*/ 79161 h 182581"/>
                <a:gd name="connsiteX11" fmla="*/ 12780 w 198349"/>
                <a:gd name="connsiteY11" fmla="*/ 74054 h 182581"/>
                <a:gd name="connsiteX12" fmla="*/ 12141 w 198349"/>
                <a:gd name="connsiteY12" fmla="*/ 74054 h 182581"/>
                <a:gd name="connsiteX13" fmla="*/ 12141 w 198349"/>
                <a:gd name="connsiteY13" fmla="*/ 65755 h 182581"/>
                <a:gd name="connsiteX14" fmla="*/ 33866 w 198349"/>
                <a:gd name="connsiteY14" fmla="*/ 65755 h 182581"/>
                <a:gd name="connsiteX15" fmla="*/ 42812 w 198349"/>
                <a:gd name="connsiteY15" fmla="*/ 79161 h 182581"/>
                <a:gd name="connsiteX16" fmla="*/ 46007 w 198349"/>
                <a:gd name="connsiteY16" fmla="*/ 81715 h 182581"/>
                <a:gd name="connsiteX17" fmla="*/ 61982 w 198349"/>
                <a:gd name="connsiteY17" fmla="*/ 86822 h 182581"/>
                <a:gd name="connsiteX18" fmla="*/ 63899 w 198349"/>
                <a:gd name="connsiteY18" fmla="*/ 87461 h 182581"/>
                <a:gd name="connsiteX19" fmla="*/ 169972 w 198349"/>
                <a:gd name="connsiteY19" fmla="*/ 87461 h 182581"/>
                <a:gd name="connsiteX20" fmla="*/ 176362 w 198349"/>
                <a:gd name="connsiteY20" fmla="*/ 81077 h 182581"/>
                <a:gd name="connsiteX21" fmla="*/ 169972 w 198349"/>
                <a:gd name="connsiteY21" fmla="*/ 74693 h 182581"/>
                <a:gd name="connsiteX22" fmla="*/ 64538 w 198349"/>
                <a:gd name="connsiteY22" fmla="*/ 74693 h 182581"/>
                <a:gd name="connsiteX23" fmla="*/ 51758 w 198349"/>
                <a:gd name="connsiteY23" fmla="*/ 70224 h 182581"/>
                <a:gd name="connsiteX24" fmla="*/ 50481 w 198349"/>
                <a:gd name="connsiteY24" fmla="*/ 68309 h 182581"/>
                <a:gd name="connsiteX25" fmla="*/ 63261 w 198349"/>
                <a:gd name="connsiteY25" fmla="*/ 42773 h 182581"/>
                <a:gd name="connsiteX26" fmla="*/ 69011 w 198349"/>
                <a:gd name="connsiteY26" fmla="*/ 39581 h 182581"/>
                <a:gd name="connsiteX27" fmla="*/ 175084 w 198349"/>
                <a:gd name="connsiteY27" fmla="*/ 39581 h 182581"/>
                <a:gd name="connsiteX28" fmla="*/ 180835 w 198349"/>
                <a:gd name="connsiteY28" fmla="*/ 42134 h 182581"/>
                <a:gd name="connsiteX29" fmla="*/ 185947 w 198349"/>
                <a:gd name="connsiteY29" fmla="*/ 51710 h 182581"/>
                <a:gd name="connsiteX30" fmla="*/ 194893 w 198349"/>
                <a:gd name="connsiteY30" fmla="*/ 54264 h 182581"/>
                <a:gd name="connsiteX31" fmla="*/ 197449 w 198349"/>
                <a:gd name="connsiteY31" fmla="*/ 45965 h 182581"/>
                <a:gd name="connsiteX32" fmla="*/ 191059 w 198349"/>
                <a:gd name="connsiteY32" fmla="*/ 33835 h 182581"/>
                <a:gd name="connsiteX33" fmla="*/ 175723 w 198349"/>
                <a:gd name="connsiteY33" fmla="*/ 26174 h 182581"/>
                <a:gd name="connsiteX34" fmla="*/ 164221 w 198349"/>
                <a:gd name="connsiteY34" fmla="*/ 26174 h 182581"/>
                <a:gd name="connsiteX35" fmla="*/ 155275 w 198349"/>
                <a:gd name="connsiteY35" fmla="*/ 3830 h 182581"/>
                <a:gd name="connsiteX36" fmla="*/ 149525 w 198349"/>
                <a:gd name="connsiteY36" fmla="*/ 0 h 182581"/>
                <a:gd name="connsiteX37" fmla="*/ 96488 w 198349"/>
                <a:gd name="connsiteY37" fmla="*/ 0 h 182581"/>
                <a:gd name="connsiteX38" fmla="*/ 90737 w 198349"/>
                <a:gd name="connsiteY38" fmla="*/ 3830 h 182581"/>
                <a:gd name="connsiteX39" fmla="*/ 81791 w 198349"/>
                <a:gd name="connsiteY39" fmla="*/ 26174 h 182581"/>
                <a:gd name="connsiteX40" fmla="*/ 70289 w 198349"/>
                <a:gd name="connsiteY40" fmla="*/ 26174 h 182581"/>
                <a:gd name="connsiteX41" fmla="*/ 54953 w 198349"/>
                <a:gd name="connsiteY41" fmla="*/ 33835 h 182581"/>
                <a:gd name="connsiteX42" fmla="*/ 43451 w 198349"/>
                <a:gd name="connsiteY42" fmla="*/ 55541 h 182581"/>
                <a:gd name="connsiteX43" fmla="*/ 38340 w 198349"/>
                <a:gd name="connsiteY43" fmla="*/ 52987 h 182581"/>
                <a:gd name="connsiteX44" fmla="*/ 11501 w 198349"/>
                <a:gd name="connsiteY44" fmla="*/ 52987 h 182581"/>
                <a:gd name="connsiteX45" fmla="*/ 0 w 198349"/>
                <a:gd name="connsiteY45" fmla="*/ 64478 h 182581"/>
                <a:gd name="connsiteX46" fmla="*/ 0 w 198349"/>
                <a:gd name="connsiteY46" fmla="*/ 75331 h 182581"/>
                <a:gd name="connsiteX47" fmla="*/ 10863 w 198349"/>
                <a:gd name="connsiteY47" fmla="*/ 86822 h 182581"/>
                <a:gd name="connsiteX48" fmla="*/ 23004 w 198349"/>
                <a:gd name="connsiteY48" fmla="*/ 90014 h 182581"/>
                <a:gd name="connsiteX49" fmla="*/ 23004 w 198349"/>
                <a:gd name="connsiteY49" fmla="*/ 90653 h 182581"/>
                <a:gd name="connsiteX50" fmla="*/ 16614 w 198349"/>
                <a:gd name="connsiteY50" fmla="*/ 111720 h 182581"/>
                <a:gd name="connsiteX51" fmla="*/ 16614 w 198349"/>
                <a:gd name="connsiteY51" fmla="*/ 139171 h 182581"/>
                <a:gd name="connsiteX52" fmla="*/ 21726 w 198349"/>
                <a:gd name="connsiteY52" fmla="*/ 153216 h 182581"/>
                <a:gd name="connsiteX53" fmla="*/ 21726 w 198349"/>
                <a:gd name="connsiteY53" fmla="*/ 171091 h 182581"/>
                <a:gd name="connsiteX54" fmla="*/ 33227 w 198349"/>
                <a:gd name="connsiteY54" fmla="*/ 182582 h 182581"/>
                <a:gd name="connsiteX55" fmla="*/ 70289 w 198349"/>
                <a:gd name="connsiteY55" fmla="*/ 182582 h 182581"/>
                <a:gd name="connsiteX56" fmla="*/ 81791 w 198349"/>
                <a:gd name="connsiteY56" fmla="*/ 171091 h 182581"/>
                <a:gd name="connsiteX57" fmla="*/ 81791 w 198349"/>
                <a:gd name="connsiteY57" fmla="*/ 161515 h 182581"/>
                <a:gd name="connsiteX58" fmla="*/ 171250 w 198349"/>
                <a:gd name="connsiteY58" fmla="*/ 161515 h 182581"/>
                <a:gd name="connsiteX59" fmla="*/ 177001 w 198349"/>
                <a:gd name="connsiteY59" fmla="*/ 153854 h 182581"/>
                <a:gd name="connsiteX60" fmla="*/ 100322 w 198349"/>
                <a:gd name="connsiteY60" fmla="*/ 11491 h 182581"/>
                <a:gd name="connsiteX61" fmla="*/ 145051 w 198349"/>
                <a:gd name="connsiteY61" fmla="*/ 11491 h 182581"/>
                <a:gd name="connsiteX62" fmla="*/ 150802 w 198349"/>
                <a:gd name="connsiteY62" fmla="*/ 25536 h 182581"/>
                <a:gd name="connsiteX63" fmla="*/ 95210 w 198349"/>
                <a:gd name="connsiteY63" fmla="*/ 25536 h 182581"/>
                <a:gd name="connsiteX64" fmla="*/ 100322 w 198349"/>
                <a:gd name="connsiteY64" fmla="*/ 11491 h 182581"/>
                <a:gd name="connsiteX65" fmla="*/ 68372 w 198349"/>
                <a:gd name="connsiteY65" fmla="*/ 168537 h 182581"/>
                <a:gd name="connsiteX66" fmla="*/ 33227 w 198349"/>
                <a:gd name="connsiteY66" fmla="*/ 168537 h 182581"/>
                <a:gd name="connsiteX67" fmla="*/ 33227 w 198349"/>
                <a:gd name="connsiteY67" fmla="*/ 159600 h 182581"/>
                <a:gd name="connsiteX68" fmla="*/ 37701 w 198349"/>
                <a:gd name="connsiteY68" fmla="*/ 160238 h 182581"/>
                <a:gd name="connsiteX69" fmla="*/ 68372 w 198349"/>
                <a:gd name="connsiteY69" fmla="*/ 160238 h 182581"/>
                <a:gd name="connsiteX70" fmla="*/ 68372 w 198349"/>
                <a:gd name="connsiteY70" fmla="*/ 168537 h 182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98349" h="182581">
                  <a:moveTo>
                    <a:pt x="177001" y="153854"/>
                  </a:moveTo>
                  <a:cubicBezTo>
                    <a:pt x="177001" y="150024"/>
                    <a:pt x="174445" y="147470"/>
                    <a:pt x="170611" y="147470"/>
                  </a:cubicBezTo>
                  <a:lnTo>
                    <a:pt x="37701" y="147470"/>
                  </a:lnTo>
                  <a:cubicBezTo>
                    <a:pt x="35783" y="147470"/>
                    <a:pt x="34506" y="146832"/>
                    <a:pt x="33227" y="146193"/>
                  </a:cubicBezTo>
                  <a:cubicBezTo>
                    <a:pt x="32589" y="144278"/>
                    <a:pt x="31311" y="143640"/>
                    <a:pt x="29394" y="142363"/>
                  </a:cubicBezTo>
                  <a:cubicBezTo>
                    <a:pt x="28755" y="141086"/>
                    <a:pt x="28116" y="139171"/>
                    <a:pt x="28116" y="137894"/>
                  </a:cubicBezTo>
                  <a:lnTo>
                    <a:pt x="28116" y="110443"/>
                  </a:lnTo>
                  <a:cubicBezTo>
                    <a:pt x="28116" y="105336"/>
                    <a:pt x="29394" y="100229"/>
                    <a:pt x="32589" y="96398"/>
                  </a:cubicBezTo>
                  <a:lnTo>
                    <a:pt x="37701" y="88737"/>
                  </a:lnTo>
                  <a:cubicBezTo>
                    <a:pt x="38978" y="86822"/>
                    <a:pt x="38978" y="84907"/>
                    <a:pt x="38340" y="82992"/>
                  </a:cubicBezTo>
                  <a:cubicBezTo>
                    <a:pt x="37701" y="81077"/>
                    <a:pt x="35783" y="79800"/>
                    <a:pt x="33866" y="79161"/>
                  </a:cubicBezTo>
                  <a:lnTo>
                    <a:pt x="12780" y="74054"/>
                  </a:lnTo>
                  <a:lnTo>
                    <a:pt x="12141" y="74054"/>
                  </a:lnTo>
                  <a:lnTo>
                    <a:pt x="12141" y="65755"/>
                  </a:lnTo>
                  <a:lnTo>
                    <a:pt x="33866" y="65755"/>
                  </a:lnTo>
                  <a:lnTo>
                    <a:pt x="42812" y="79161"/>
                  </a:lnTo>
                  <a:cubicBezTo>
                    <a:pt x="43451" y="80438"/>
                    <a:pt x="44730" y="81077"/>
                    <a:pt x="46007" y="81715"/>
                  </a:cubicBezTo>
                  <a:lnTo>
                    <a:pt x="61982" y="86822"/>
                  </a:lnTo>
                  <a:cubicBezTo>
                    <a:pt x="62621" y="86822"/>
                    <a:pt x="63261" y="87461"/>
                    <a:pt x="63899" y="87461"/>
                  </a:cubicBezTo>
                  <a:lnTo>
                    <a:pt x="169972" y="87461"/>
                  </a:lnTo>
                  <a:cubicBezTo>
                    <a:pt x="173806" y="87461"/>
                    <a:pt x="176362" y="84907"/>
                    <a:pt x="176362" y="81077"/>
                  </a:cubicBezTo>
                  <a:cubicBezTo>
                    <a:pt x="176362" y="77246"/>
                    <a:pt x="173806" y="74693"/>
                    <a:pt x="169972" y="74693"/>
                  </a:cubicBezTo>
                  <a:lnTo>
                    <a:pt x="64538" y="74693"/>
                  </a:lnTo>
                  <a:lnTo>
                    <a:pt x="51758" y="70224"/>
                  </a:lnTo>
                  <a:lnTo>
                    <a:pt x="50481" y="68309"/>
                  </a:lnTo>
                  <a:cubicBezTo>
                    <a:pt x="55592" y="56817"/>
                    <a:pt x="61982" y="44688"/>
                    <a:pt x="63261" y="42773"/>
                  </a:cubicBezTo>
                  <a:cubicBezTo>
                    <a:pt x="64538" y="40857"/>
                    <a:pt x="67094" y="40219"/>
                    <a:pt x="69011" y="39581"/>
                  </a:cubicBezTo>
                  <a:lnTo>
                    <a:pt x="175084" y="39581"/>
                  </a:lnTo>
                  <a:cubicBezTo>
                    <a:pt x="177001" y="39581"/>
                    <a:pt x="179557" y="40857"/>
                    <a:pt x="180835" y="42134"/>
                  </a:cubicBezTo>
                  <a:cubicBezTo>
                    <a:pt x="180835" y="42134"/>
                    <a:pt x="182113" y="44049"/>
                    <a:pt x="185947" y="51710"/>
                  </a:cubicBezTo>
                  <a:cubicBezTo>
                    <a:pt x="187864" y="54902"/>
                    <a:pt x="191698" y="56179"/>
                    <a:pt x="194893" y="54264"/>
                  </a:cubicBezTo>
                  <a:cubicBezTo>
                    <a:pt x="198088" y="52987"/>
                    <a:pt x="199366" y="49157"/>
                    <a:pt x="197449" y="45965"/>
                  </a:cubicBezTo>
                  <a:cubicBezTo>
                    <a:pt x="195532" y="41496"/>
                    <a:pt x="193615" y="37665"/>
                    <a:pt x="191059" y="33835"/>
                  </a:cubicBezTo>
                  <a:cubicBezTo>
                    <a:pt x="187225" y="29366"/>
                    <a:pt x="181474" y="26813"/>
                    <a:pt x="175723" y="26174"/>
                  </a:cubicBezTo>
                  <a:lnTo>
                    <a:pt x="164221" y="26174"/>
                  </a:lnTo>
                  <a:lnTo>
                    <a:pt x="155275" y="3830"/>
                  </a:lnTo>
                  <a:cubicBezTo>
                    <a:pt x="153997" y="1277"/>
                    <a:pt x="152080" y="0"/>
                    <a:pt x="149525" y="0"/>
                  </a:cubicBezTo>
                  <a:lnTo>
                    <a:pt x="96488" y="0"/>
                  </a:lnTo>
                  <a:cubicBezTo>
                    <a:pt x="93932" y="0"/>
                    <a:pt x="91376" y="1277"/>
                    <a:pt x="90737" y="3830"/>
                  </a:cubicBezTo>
                  <a:lnTo>
                    <a:pt x="81791" y="26174"/>
                  </a:lnTo>
                  <a:lnTo>
                    <a:pt x="70289" y="26174"/>
                  </a:lnTo>
                  <a:cubicBezTo>
                    <a:pt x="64538" y="26174"/>
                    <a:pt x="58787" y="29366"/>
                    <a:pt x="54953" y="33835"/>
                  </a:cubicBezTo>
                  <a:cubicBezTo>
                    <a:pt x="50481" y="40857"/>
                    <a:pt x="46646" y="47880"/>
                    <a:pt x="43451" y="55541"/>
                  </a:cubicBezTo>
                  <a:cubicBezTo>
                    <a:pt x="42173" y="54264"/>
                    <a:pt x="40256" y="52987"/>
                    <a:pt x="38340" y="52987"/>
                  </a:cubicBezTo>
                  <a:lnTo>
                    <a:pt x="11501" y="52987"/>
                  </a:lnTo>
                  <a:cubicBezTo>
                    <a:pt x="5111" y="52987"/>
                    <a:pt x="0" y="58094"/>
                    <a:pt x="0" y="64478"/>
                  </a:cubicBezTo>
                  <a:lnTo>
                    <a:pt x="0" y="75331"/>
                  </a:lnTo>
                  <a:cubicBezTo>
                    <a:pt x="0" y="81715"/>
                    <a:pt x="4473" y="86184"/>
                    <a:pt x="10863" y="86822"/>
                  </a:cubicBezTo>
                  <a:lnTo>
                    <a:pt x="23004" y="90014"/>
                  </a:lnTo>
                  <a:lnTo>
                    <a:pt x="23004" y="90653"/>
                  </a:lnTo>
                  <a:cubicBezTo>
                    <a:pt x="18531" y="97037"/>
                    <a:pt x="16614" y="104059"/>
                    <a:pt x="16614" y="111720"/>
                  </a:cubicBezTo>
                  <a:lnTo>
                    <a:pt x="16614" y="139171"/>
                  </a:lnTo>
                  <a:cubicBezTo>
                    <a:pt x="16614" y="144278"/>
                    <a:pt x="18531" y="149385"/>
                    <a:pt x="21726" y="153216"/>
                  </a:cubicBezTo>
                  <a:lnTo>
                    <a:pt x="21726" y="171091"/>
                  </a:lnTo>
                  <a:cubicBezTo>
                    <a:pt x="21726" y="177475"/>
                    <a:pt x="26837" y="182582"/>
                    <a:pt x="33227" y="182582"/>
                  </a:cubicBezTo>
                  <a:lnTo>
                    <a:pt x="70289" y="182582"/>
                  </a:lnTo>
                  <a:cubicBezTo>
                    <a:pt x="76679" y="182582"/>
                    <a:pt x="81791" y="177475"/>
                    <a:pt x="81791" y="171091"/>
                  </a:cubicBezTo>
                  <a:lnTo>
                    <a:pt x="81791" y="161515"/>
                  </a:lnTo>
                  <a:lnTo>
                    <a:pt x="171250" y="161515"/>
                  </a:lnTo>
                  <a:cubicBezTo>
                    <a:pt x="174445" y="159600"/>
                    <a:pt x="177001" y="157046"/>
                    <a:pt x="177001" y="153854"/>
                  </a:cubicBezTo>
                  <a:close/>
                  <a:moveTo>
                    <a:pt x="100322" y="11491"/>
                  </a:moveTo>
                  <a:lnTo>
                    <a:pt x="145051" y="11491"/>
                  </a:lnTo>
                  <a:lnTo>
                    <a:pt x="150802" y="25536"/>
                  </a:lnTo>
                  <a:lnTo>
                    <a:pt x="95210" y="25536"/>
                  </a:lnTo>
                  <a:lnTo>
                    <a:pt x="100322" y="11491"/>
                  </a:lnTo>
                  <a:close/>
                  <a:moveTo>
                    <a:pt x="68372" y="168537"/>
                  </a:moveTo>
                  <a:lnTo>
                    <a:pt x="33227" y="168537"/>
                  </a:lnTo>
                  <a:lnTo>
                    <a:pt x="33227" y="159600"/>
                  </a:lnTo>
                  <a:cubicBezTo>
                    <a:pt x="34506" y="159600"/>
                    <a:pt x="35783" y="160238"/>
                    <a:pt x="37701" y="160238"/>
                  </a:cubicBezTo>
                  <a:lnTo>
                    <a:pt x="68372" y="160238"/>
                  </a:lnTo>
                  <a:lnTo>
                    <a:pt x="68372" y="168537"/>
                  </a:lnTo>
                  <a:close/>
                </a:path>
              </a:pathLst>
            </a:custGeom>
            <a:solidFill>
              <a:srgbClr val="43B02A"/>
            </a:solidFill>
            <a:ln w="6390" cap="flat">
              <a:noFill/>
              <a:prstDash val="solid"/>
              <a:miter/>
            </a:ln>
          </p:spPr>
          <p:txBody>
            <a:bodyPr rtlCol="0" anchor="ctr"/>
            <a:lstStyle/>
            <a:p>
              <a:endParaRPr lang="en-US"/>
            </a:p>
          </p:txBody>
        </p:sp>
        <p:sp>
          <p:nvSpPr>
            <p:cNvPr id="582" name="Graphic 4">
              <a:extLst>
                <a:ext uri="{FF2B5EF4-FFF2-40B4-BE49-F238E27FC236}">
                  <a16:creationId xmlns:a16="http://schemas.microsoft.com/office/drawing/2014/main" id="{D1C8ED84-7936-F941-A49A-187340659EF1}"/>
                </a:ext>
              </a:extLst>
            </p:cNvPr>
            <p:cNvSpPr/>
            <p:nvPr/>
          </p:nvSpPr>
          <p:spPr>
            <a:xfrm>
              <a:off x="8962525" y="1126297"/>
              <a:ext cx="71567" cy="12767"/>
            </a:xfrm>
            <a:custGeom>
              <a:avLst/>
              <a:gdLst>
                <a:gd name="connsiteX0" fmla="*/ 6390 w 71567"/>
                <a:gd name="connsiteY0" fmla="*/ 12768 h 12767"/>
                <a:gd name="connsiteX1" fmla="*/ 65178 w 71567"/>
                <a:gd name="connsiteY1" fmla="*/ 12768 h 12767"/>
                <a:gd name="connsiteX2" fmla="*/ 71568 w 71567"/>
                <a:gd name="connsiteY2" fmla="*/ 6384 h 12767"/>
                <a:gd name="connsiteX3" fmla="*/ 65178 w 71567"/>
                <a:gd name="connsiteY3" fmla="*/ 0 h 12767"/>
                <a:gd name="connsiteX4" fmla="*/ 6390 w 71567"/>
                <a:gd name="connsiteY4" fmla="*/ 0 h 12767"/>
                <a:gd name="connsiteX5" fmla="*/ 0 w 71567"/>
                <a:gd name="connsiteY5" fmla="*/ 6384 h 12767"/>
                <a:gd name="connsiteX6" fmla="*/ 6390 w 71567"/>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567" h="12767">
                  <a:moveTo>
                    <a:pt x="6390" y="12768"/>
                  </a:moveTo>
                  <a:lnTo>
                    <a:pt x="65178" y="12768"/>
                  </a:lnTo>
                  <a:cubicBezTo>
                    <a:pt x="69012" y="12768"/>
                    <a:pt x="71568" y="10214"/>
                    <a:pt x="71568" y="6384"/>
                  </a:cubicBezTo>
                  <a:cubicBezTo>
                    <a:pt x="71568" y="2554"/>
                    <a:pt x="69012" y="0"/>
                    <a:pt x="65178" y="0"/>
                  </a:cubicBezTo>
                  <a:lnTo>
                    <a:pt x="6390" y="0"/>
                  </a:lnTo>
                  <a:cubicBezTo>
                    <a:pt x="2556" y="0"/>
                    <a:pt x="0" y="2554"/>
                    <a:pt x="0" y="6384"/>
                  </a:cubicBezTo>
                  <a:cubicBezTo>
                    <a:pt x="0" y="10214"/>
                    <a:pt x="3195" y="12768"/>
                    <a:pt x="6390" y="12768"/>
                  </a:cubicBezTo>
                  <a:close/>
                </a:path>
              </a:pathLst>
            </a:custGeom>
            <a:solidFill>
              <a:srgbClr val="43B02A"/>
            </a:solidFill>
            <a:ln w="6390" cap="flat">
              <a:noFill/>
              <a:prstDash val="solid"/>
              <a:miter/>
            </a:ln>
          </p:spPr>
          <p:txBody>
            <a:bodyPr rtlCol="0" anchor="ctr"/>
            <a:lstStyle/>
            <a:p>
              <a:endParaRPr lang="en-US"/>
            </a:p>
          </p:txBody>
        </p:sp>
        <p:sp>
          <p:nvSpPr>
            <p:cNvPr id="583" name="Graphic 4">
              <a:extLst>
                <a:ext uri="{FF2B5EF4-FFF2-40B4-BE49-F238E27FC236}">
                  <a16:creationId xmlns:a16="http://schemas.microsoft.com/office/drawing/2014/main" id="{9FECF5C8-59F4-ED45-A4D7-6961470B3054}"/>
                </a:ext>
              </a:extLst>
            </p:cNvPr>
            <p:cNvSpPr/>
            <p:nvPr/>
          </p:nvSpPr>
          <p:spPr>
            <a:xfrm>
              <a:off x="9036812" y="1031009"/>
              <a:ext cx="114053" cy="168064"/>
            </a:xfrm>
            <a:custGeom>
              <a:avLst/>
              <a:gdLst>
                <a:gd name="connsiteX0" fmla="*/ 112939 w 114053"/>
                <a:gd name="connsiteY0" fmla="*/ 61452 h 168064"/>
                <a:gd name="connsiteX1" fmla="*/ 106549 w 114053"/>
                <a:gd name="connsiteY1" fmla="*/ 58260 h 168064"/>
                <a:gd name="connsiteX2" fmla="*/ 72682 w 114053"/>
                <a:gd name="connsiteY2" fmla="*/ 62729 h 168064"/>
                <a:gd name="connsiteX3" fmla="*/ 81628 w 114053"/>
                <a:gd name="connsiteY3" fmla="*/ 7188 h 168064"/>
                <a:gd name="connsiteX4" fmla="*/ 76516 w 114053"/>
                <a:gd name="connsiteY4" fmla="*/ 166 h 168064"/>
                <a:gd name="connsiteX5" fmla="*/ 70126 w 114053"/>
                <a:gd name="connsiteY5" fmla="*/ 2720 h 168064"/>
                <a:gd name="connsiteX6" fmla="*/ 1115 w 114053"/>
                <a:gd name="connsiteY6" fmla="*/ 98479 h 168064"/>
                <a:gd name="connsiteX7" fmla="*/ 2393 w 114053"/>
                <a:gd name="connsiteY7" fmla="*/ 107417 h 168064"/>
                <a:gd name="connsiteX8" fmla="*/ 6866 w 114053"/>
                <a:gd name="connsiteY8" fmla="*/ 108694 h 168064"/>
                <a:gd name="connsiteX9" fmla="*/ 40093 w 114053"/>
                <a:gd name="connsiteY9" fmla="*/ 104863 h 168064"/>
                <a:gd name="connsiteX10" fmla="*/ 26036 w 114053"/>
                <a:gd name="connsiteY10" fmla="*/ 160404 h 168064"/>
                <a:gd name="connsiteX11" fmla="*/ 29231 w 114053"/>
                <a:gd name="connsiteY11" fmla="*/ 167426 h 168064"/>
                <a:gd name="connsiteX12" fmla="*/ 31786 w 114053"/>
                <a:gd name="connsiteY12" fmla="*/ 168065 h 168064"/>
                <a:gd name="connsiteX13" fmla="*/ 36898 w 114053"/>
                <a:gd name="connsiteY13" fmla="*/ 165511 h 168064"/>
                <a:gd name="connsiteX14" fmla="*/ 111660 w 114053"/>
                <a:gd name="connsiteY14" fmla="*/ 69113 h 168064"/>
                <a:gd name="connsiteX15" fmla="*/ 112939 w 114053"/>
                <a:gd name="connsiteY15" fmla="*/ 61452 h 168064"/>
                <a:gd name="connsiteX16" fmla="*/ 46483 w 114053"/>
                <a:gd name="connsiteY16" fmla="*/ 133591 h 168064"/>
                <a:gd name="connsiteX17" fmla="*/ 55429 w 114053"/>
                <a:gd name="connsiteY17" fmla="*/ 98479 h 168064"/>
                <a:gd name="connsiteX18" fmla="*/ 54151 w 114053"/>
                <a:gd name="connsiteY18" fmla="*/ 92734 h 168064"/>
                <a:gd name="connsiteX19" fmla="*/ 49039 w 114053"/>
                <a:gd name="connsiteY19" fmla="*/ 90819 h 168064"/>
                <a:gd name="connsiteX20" fmla="*/ 48401 w 114053"/>
                <a:gd name="connsiteY20" fmla="*/ 90819 h 168064"/>
                <a:gd name="connsiteX21" fmla="*/ 20285 w 114053"/>
                <a:gd name="connsiteY21" fmla="*/ 94011 h 168064"/>
                <a:gd name="connsiteX22" fmla="*/ 65014 w 114053"/>
                <a:gd name="connsiteY22" fmla="*/ 32724 h 168064"/>
                <a:gd name="connsiteX23" fmla="*/ 58624 w 114053"/>
                <a:gd name="connsiteY23" fmla="*/ 69752 h 168064"/>
                <a:gd name="connsiteX24" fmla="*/ 60541 w 114053"/>
                <a:gd name="connsiteY24" fmla="*/ 75497 h 168064"/>
                <a:gd name="connsiteX25" fmla="*/ 65653 w 114053"/>
                <a:gd name="connsiteY25" fmla="*/ 77412 h 168064"/>
                <a:gd name="connsiteX26" fmla="*/ 93130 w 114053"/>
                <a:gd name="connsiteY26" fmla="*/ 74220 h 168064"/>
                <a:gd name="connsiteX27" fmla="*/ 46483 w 114053"/>
                <a:gd name="connsiteY27" fmla="*/ 133591 h 168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4053" h="168064">
                  <a:moveTo>
                    <a:pt x="112939" y="61452"/>
                  </a:moveTo>
                  <a:cubicBezTo>
                    <a:pt x="111660" y="58899"/>
                    <a:pt x="109105" y="58260"/>
                    <a:pt x="106549" y="58260"/>
                  </a:cubicBezTo>
                  <a:lnTo>
                    <a:pt x="72682" y="62729"/>
                  </a:lnTo>
                  <a:lnTo>
                    <a:pt x="81628" y="7188"/>
                  </a:lnTo>
                  <a:cubicBezTo>
                    <a:pt x="82267" y="3996"/>
                    <a:pt x="79711" y="166"/>
                    <a:pt x="76516" y="166"/>
                  </a:cubicBezTo>
                  <a:cubicBezTo>
                    <a:pt x="73960" y="-472"/>
                    <a:pt x="72043" y="804"/>
                    <a:pt x="70126" y="2720"/>
                  </a:cubicBezTo>
                  <a:lnTo>
                    <a:pt x="1115" y="98479"/>
                  </a:lnTo>
                  <a:cubicBezTo>
                    <a:pt x="-802" y="101033"/>
                    <a:pt x="-164" y="105502"/>
                    <a:pt x="2393" y="107417"/>
                  </a:cubicBezTo>
                  <a:cubicBezTo>
                    <a:pt x="3671" y="108694"/>
                    <a:pt x="5588" y="108694"/>
                    <a:pt x="6866" y="108694"/>
                  </a:cubicBezTo>
                  <a:lnTo>
                    <a:pt x="40093" y="104863"/>
                  </a:lnTo>
                  <a:lnTo>
                    <a:pt x="26036" y="160404"/>
                  </a:lnTo>
                  <a:cubicBezTo>
                    <a:pt x="25396" y="163596"/>
                    <a:pt x="26675" y="166150"/>
                    <a:pt x="29231" y="167426"/>
                  </a:cubicBezTo>
                  <a:cubicBezTo>
                    <a:pt x="29870" y="168065"/>
                    <a:pt x="31147" y="168065"/>
                    <a:pt x="31786" y="168065"/>
                  </a:cubicBezTo>
                  <a:cubicBezTo>
                    <a:pt x="33703" y="168065"/>
                    <a:pt x="35621" y="167426"/>
                    <a:pt x="36898" y="165511"/>
                  </a:cubicBezTo>
                  <a:lnTo>
                    <a:pt x="111660" y="69113"/>
                  </a:lnTo>
                  <a:cubicBezTo>
                    <a:pt x="114216" y="66560"/>
                    <a:pt x="114855" y="64006"/>
                    <a:pt x="112939" y="61452"/>
                  </a:cubicBezTo>
                  <a:close/>
                  <a:moveTo>
                    <a:pt x="46483" y="133591"/>
                  </a:moveTo>
                  <a:lnTo>
                    <a:pt x="55429" y="98479"/>
                  </a:lnTo>
                  <a:cubicBezTo>
                    <a:pt x="56068" y="96564"/>
                    <a:pt x="55429" y="94011"/>
                    <a:pt x="54151" y="92734"/>
                  </a:cubicBezTo>
                  <a:cubicBezTo>
                    <a:pt x="52873" y="91457"/>
                    <a:pt x="50956" y="90819"/>
                    <a:pt x="49039" y="90819"/>
                  </a:cubicBezTo>
                  <a:lnTo>
                    <a:pt x="48401" y="90819"/>
                  </a:lnTo>
                  <a:lnTo>
                    <a:pt x="20285" y="94011"/>
                  </a:lnTo>
                  <a:lnTo>
                    <a:pt x="65014" y="32724"/>
                  </a:lnTo>
                  <a:lnTo>
                    <a:pt x="58624" y="69752"/>
                  </a:lnTo>
                  <a:cubicBezTo>
                    <a:pt x="57986" y="71667"/>
                    <a:pt x="58624" y="73582"/>
                    <a:pt x="60541" y="75497"/>
                  </a:cubicBezTo>
                  <a:cubicBezTo>
                    <a:pt x="61819" y="76774"/>
                    <a:pt x="63736" y="77412"/>
                    <a:pt x="65653" y="77412"/>
                  </a:cubicBezTo>
                  <a:lnTo>
                    <a:pt x="93130" y="74220"/>
                  </a:lnTo>
                  <a:lnTo>
                    <a:pt x="46483" y="133591"/>
                  </a:lnTo>
                  <a:close/>
                </a:path>
              </a:pathLst>
            </a:custGeom>
            <a:solidFill>
              <a:srgbClr val="43B02A"/>
            </a:solidFill>
            <a:ln w="6390" cap="flat">
              <a:noFill/>
              <a:prstDash val="solid"/>
              <a:miter/>
            </a:ln>
          </p:spPr>
          <p:txBody>
            <a:bodyPr rtlCol="0" anchor="ctr"/>
            <a:lstStyle/>
            <a:p>
              <a:endParaRPr lang="en-US"/>
            </a:p>
          </p:txBody>
        </p:sp>
      </p:grpSp>
      <p:grpSp>
        <p:nvGrpSpPr>
          <p:cNvPr id="584" name="Graphic 4">
            <a:extLst>
              <a:ext uri="{FF2B5EF4-FFF2-40B4-BE49-F238E27FC236}">
                <a16:creationId xmlns:a16="http://schemas.microsoft.com/office/drawing/2014/main" id="{C57132B8-D645-CD4B-9220-EC309B71282F}"/>
              </a:ext>
            </a:extLst>
          </p:cNvPr>
          <p:cNvGrpSpPr/>
          <p:nvPr/>
        </p:nvGrpSpPr>
        <p:grpSpPr>
          <a:xfrm>
            <a:off x="10937917" y="918179"/>
            <a:ext cx="362309" cy="361971"/>
            <a:chOff x="9887149" y="918179"/>
            <a:chExt cx="362309" cy="361971"/>
          </a:xfrm>
          <a:solidFill>
            <a:srgbClr val="43B02A"/>
          </a:solidFill>
        </p:grpSpPr>
        <p:sp>
          <p:nvSpPr>
            <p:cNvPr id="585" name="Graphic 4">
              <a:extLst>
                <a:ext uri="{FF2B5EF4-FFF2-40B4-BE49-F238E27FC236}">
                  <a16:creationId xmlns:a16="http://schemas.microsoft.com/office/drawing/2014/main" id="{0705F070-F9C6-8449-9B74-4DBB3FA83341}"/>
                </a:ext>
              </a:extLst>
            </p:cNvPr>
            <p:cNvSpPr/>
            <p:nvPr/>
          </p:nvSpPr>
          <p:spPr>
            <a:xfrm>
              <a:off x="9887149" y="918179"/>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09" y="280895"/>
                    <a:pt x="362309" y="181305"/>
                  </a:cubicBezTo>
                  <a:cubicBezTo>
                    <a:pt x="362309"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1474" y="12768"/>
                  </a:cubicBezTo>
                  <a:cubicBezTo>
                    <a:pt x="274128" y="12768"/>
                    <a:pt x="349529" y="88099"/>
                    <a:pt x="349529" y="180667"/>
                  </a:cubicBezTo>
                  <a:cubicBezTo>
                    <a:pt x="349529" y="273873"/>
                    <a:pt x="274128" y="349204"/>
                    <a:pt x="180835" y="349204"/>
                  </a:cubicBezTo>
                  <a:close/>
                </a:path>
              </a:pathLst>
            </a:custGeom>
            <a:solidFill>
              <a:srgbClr val="43B02A"/>
            </a:solidFill>
            <a:ln w="6390" cap="flat">
              <a:noFill/>
              <a:prstDash val="solid"/>
              <a:miter/>
            </a:ln>
          </p:spPr>
          <p:txBody>
            <a:bodyPr rtlCol="0" anchor="ctr"/>
            <a:lstStyle/>
            <a:p>
              <a:endParaRPr lang="en-US"/>
            </a:p>
          </p:txBody>
        </p:sp>
        <p:sp>
          <p:nvSpPr>
            <p:cNvPr id="586" name="Graphic 4">
              <a:extLst>
                <a:ext uri="{FF2B5EF4-FFF2-40B4-BE49-F238E27FC236}">
                  <a16:creationId xmlns:a16="http://schemas.microsoft.com/office/drawing/2014/main" id="{7B12DFD1-27A7-814E-B4F3-A5CBFA0409A8}"/>
                </a:ext>
              </a:extLst>
            </p:cNvPr>
            <p:cNvSpPr/>
            <p:nvPr/>
          </p:nvSpPr>
          <p:spPr>
            <a:xfrm>
              <a:off x="9990027" y="1014577"/>
              <a:ext cx="88820" cy="58732"/>
            </a:xfrm>
            <a:custGeom>
              <a:avLst/>
              <a:gdLst>
                <a:gd name="connsiteX0" fmla="*/ 74123 w 88820"/>
                <a:gd name="connsiteY0" fmla="*/ 0 h 58732"/>
                <a:gd name="connsiteX1" fmla="*/ 14696 w 88820"/>
                <a:gd name="connsiteY1" fmla="*/ 0 h 58732"/>
                <a:gd name="connsiteX2" fmla="*/ 0 w 88820"/>
                <a:gd name="connsiteY2" fmla="*/ 14683 h 58732"/>
                <a:gd name="connsiteX3" fmla="*/ 0 w 88820"/>
                <a:gd name="connsiteY3" fmla="*/ 52349 h 58732"/>
                <a:gd name="connsiteX4" fmla="*/ 6390 w 88820"/>
                <a:gd name="connsiteY4" fmla="*/ 58733 h 58732"/>
                <a:gd name="connsiteX5" fmla="*/ 82430 w 88820"/>
                <a:gd name="connsiteY5" fmla="*/ 58733 h 58732"/>
                <a:gd name="connsiteX6" fmla="*/ 88820 w 88820"/>
                <a:gd name="connsiteY6" fmla="*/ 52349 h 58732"/>
                <a:gd name="connsiteX7" fmla="*/ 88820 w 88820"/>
                <a:gd name="connsiteY7" fmla="*/ 14683 h 58732"/>
                <a:gd name="connsiteX8" fmla="*/ 74123 w 88820"/>
                <a:gd name="connsiteY8" fmla="*/ 0 h 58732"/>
                <a:gd name="connsiteX9" fmla="*/ 74123 w 88820"/>
                <a:gd name="connsiteY9" fmla="*/ 0 h 58732"/>
                <a:gd name="connsiteX10" fmla="*/ 54953 w 88820"/>
                <a:gd name="connsiteY10" fmla="*/ 46603 h 58732"/>
                <a:gd name="connsiteX11" fmla="*/ 34506 w 88820"/>
                <a:gd name="connsiteY11" fmla="*/ 46603 h 58732"/>
                <a:gd name="connsiteX12" fmla="*/ 46646 w 88820"/>
                <a:gd name="connsiteY12" fmla="*/ 38304 h 58732"/>
                <a:gd name="connsiteX13" fmla="*/ 54953 w 88820"/>
                <a:gd name="connsiteY13" fmla="*/ 46603 h 58732"/>
                <a:gd name="connsiteX14" fmla="*/ 76040 w 88820"/>
                <a:gd name="connsiteY14" fmla="*/ 46603 h 58732"/>
                <a:gd name="connsiteX15" fmla="*/ 67733 w 88820"/>
                <a:gd name="connsiteY15" fmla="*/ 46603 h 58732"/>
                <a:gd name="connsiteX16" fmla="*/ 60704 w 88820"/>
                <a:gd name="connsiteY16" fmla="*/ 31920 h 58732"/>
                <a:gd name="connsiteX17" fmla="*/ 67094 w 88820"/>
                <a:gd name="connsiteY17" fmla="*/ 22982 h 58732"/>
                <a:gd name="connsiteX18" fmla="*/ 65177 w 88820"/>
                <a:gd name="connsiteY18" fmla="*/ 14045 h 58732"/>
                <a:gd name="connsiteX19" fmla="*/ 65177 w 88820"/>
                <a:gd name="connsiteY19" fmla="*/ 14045 h 58732"/>
                <a:gd name="connsiteX20" fmla="*/ 56231 w 88820"/>
                <a:gd name="connsiteY20" fmla="*/ 15960 h 58732"/>
                <a:gd name="connsiteX21" fmla="*/ 56231 w 88820"/>
                <a:gd name="connsiteY21" fmla="*/ 15960 h 58732"/>
                <a:gd name="connsiteX22" fmla="*/ 49202 w 88820"/>
                <a:gd name="connsiteY22" fmla="*/ 26174 h 58732"/>
                <a:gd name="connsiteX23" fmla="*/ 44730 w 88820"/>
                <a:gd name="connsiteY23" fmla="*/ 25536 h 58732"/>
                <a:gd name="connsiteX24" fmla="*/ 21726 w 88820"/>
                <a:gd name="connsiteY24" fmla="*/ 46603 h 58732"/>
                <a:gd name="connsiteX25" fmla="*/ 13419 w 88820"/>
                <a:gd name="connsiteY25" fmla="*/ 46603 h 58732"/>
                <a:gd name="connsiteX26" fmla="*/ 13419 w 88820"/>
                <a:gd name="connsiteY26" fmla="*/ 15322 h 58732"/>
                <a:gd name="connsiteX27" fmla="*/ 15336 w 88820"/>
                <a:gd name="connsiteY27" fmla="*/ 13406 h 58732"/>
                <a:gd name="connsiteX28" fmla="*/ 74123 w 88820"/>
                <a:gd name="connsiteY28" fmla="*/ 13406 h 58732"/>
                <a:gd name="connsiteX29" fmla="*/ 76040 w 88820"/>
                <a:gd name="connsiteY29" fmla="*/ 15322 h 58732"/>
                <a:gd name="connsiteX30" fmla="*/ 76040 w 88820"/>
                <a:gd name="connsiteY30" fmla="*/ 46603 h 5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8820" h="58732">
                  <a:moveTo>
                    <a:pt x="74123" y="0"/>
                  </a:moveTo>
                  <a:lnTo>
                    <a:pt x="14696" y="0"/>
                  </a:lnTo>
                  <a:cubicBezTo>
                    <a:pt x="6390" y="0"/>
                    <a:pt x="0" y="6384"/>
                    <a:pt x="0" y="14683"/>
                  </a:cubicBezTo>
                  <a:lnTo>
                    <a:pt x="0" y="52349"/>
                  </a:lnTo>
                  <a:cubicBezTo>
                    <a:pt x="0" y="56179"/>
                    <a:pt x="2556" y="58733"/>
                    <a:pt x="6390" y="58733"/>
                  </a:cubicBezTo>
                  <a:lnTo>
                    <a:pt x="82430" y="58733"/>
                  </a:lnTo>
                  <a:cubicBezTo>
                    <a:pt x="86264" y="58733"/>
                    <a:pt x="88820" y="56179"/>
                    <a:pt x="88820" y="52349"/>
                  </a:cubicBezTo>
                  <a:lnTo>
                    <a:pt x="88820" y="14683"/>
                  </a:lnTo>
                  <a:cubicBezTo>
                    <a:pt x="88820" y="6384"/>
                    <a:pt x="82430" y="0"/>
                    <a:pt x="74123" y="0"/>
                  </a:cubicBezTo>
                  <a:cubicBezTo>
                    <a:pt x="74123" y="0"/>
                    <a:pt x="74123" y="0"/>
                    <a:pt x="74123" y="0"/>
                  </a:cubicBezTo>
                  <a:close/>
                  <a:moveTo>
                    <a:pt x="54953" y="46603"/>
                  </a:moveTo>
                  <a:lnTo>
                    <a:pt x="34506" y="46603"/>
                  </a:lnTo>
                  <a:cubicBezTo>
                    <a:pt x="35783" y="40857"/>
                    <a:pt x="40896" y="37027"/>
                    <a:pt x="46646" y="38304"/>
                  </a:cubicBezTo>
                  <a:cubicBezTo>
                    <a:pt x="51119" y="38942"/>
                    <a:pt x="54314" y="42134"/>
                    <a:pt x="54953" y="46603"/>
                  </a:cubicBezTo>
                  <a:close/>
                  <a:moveTo>
                    <a:pt x="76040" y="46603"/>
                  </a:moveTo>
                  <a:lnTo>
                    <a:pt x="67733" y="46603"/>
                  </a:lnTo>
                  <a:cubicBezTo>
                    <a:pt x="67094" y="40857"/>
                    <a:pt x="64538" y="35750"/>
                    <a:pt x="60704" y="31920"/>
                  </a:cubicBezTo>
                  <a:lnTo>
                    <a:pt x="67094" y="22982"/>
                  </a:lnTo>
                  <a:cubicBezTo>
                    <a:pt x="69011" y="19790"/>
                    <a:pt x="68372" y="15960"/>
                    <a:pt x="65177" y="14045"/>
                  </a:cubicBezTo>
                  <a:cubicBezTo>
                    <a:pt x="65177" y="14045"/>
                    <a:pt x="65177" y="14045"/>
                    <a:pt x="65177" y="14045"/>
                  </a:cubicBezTo>
                  <a:cubicBezTo>
                    <a:pt x="61982" y="12130"/>
                    <a:pt x="58148" y="12768"/>
                    <a:pt x="56231" y="15960"/>
                  </a:cubicBezTo>
                  <a:cubicBezTo>
                    <a:pt x="56231" y="15960"/>
                    <a:pt x="56231" y="15960"/>
                    <a:pt x="56231" y="15960"/>
                  </a:cubicBezTo>
                  <a:lnTo>
                    <a:pt x="49202" y="26174"/>
                  </a:lnTo>
                  <a:cubicBezTo>
                    <a:pt x="47925" y="25536"/>
                    <a:pt x="46007" y="25536"/>
                    <a:pt x="44730" y="25536"/>
                  </a:cubicBezTo>
                  <a:cubicBezTo>
                    <a:pt x="32589" y="25536"/>
                    <a:pt x="23004" y="34473"/>
                    <a:pt x="21726" y="46603"/>
                  </a:cubicBezTo>
                  <a:lnTo>
                    <a:pt x="13419" y="46603"/>
                  </a:lnTo>
                  <a:lnTo>
                    <a:pt x="13419" y="15322"/>
                  </a:lnTo>
                  <a:cubicBezTo>
                    <a:pt x="13419" y="14045"/>
                    <a:pt x="14058" y="13406"/>
                    <a:pt x="15336" y="13406"/>
                  </a:cubicBezTo>
                  <a:lnTo>
                    <a:pt x="74123" y="13406"/>
                  </a:lnTo>
                  <a:cubicBezTo>
                    <a:pt x="75401" y="13406"/>
                    <a:pt x="76040" y="14683"/>
                    <a:pt x="76040" y="15322"/>
                  </a:cubicBezTo>
                  <a:lnTo>
                    <a:pt x="76040" y="46603"/>
                  </a:lnTo>
                  <a:close/>
                </a:path>
              </a:pathLst>
            </a:custGeom>
            <a:solidFill>
              <a:srgbClr val="43B02A"/>
            </a:solidFill>
            <a:ln w="6390" cap="flat">
              <a:noFill/>
              <a:prstDash val="solid"/>
              <a:miter/>
            </a:ln>
          </p:spPr>
          <p:txBody>
            <a:bodyPr rtlCol="0" anchor="ctr"/>
            <a:lstStyle/>
            <a:p>
              <a:endParaRPr lang="en-US"/>
            </a:p>
          </p:txBody>
        </p:sp>
        <p:sp>
          <p:nvSpPr>
            <p:cNvPr id="587" name="Graphic 4">
              <a:extLst>
                <a:ext uri="{FF2B5EF4-FFF2-40B4-BE49-F238E27FC236}">
                  <a16:creationId xmlns:a16="http://schemas.microsoft.com/office/drawing/2014/main" id="{710F1B44-8F9A-1A45-8F98-0B97F55ED6A5}"/>
                </a:ext>
              </a:extLst>
            </p:cNvPr>
            <p:cNvSpPr/>
            <p:nvPr/>
          </p:nvSpPr>
          <p:spPr>
            <a:xfrm>
              <a:off x="9965106" y="996702"/>
              <a:ext cx="205778" cy="203010"/>
            </a:xfrm>
            <a:custGeom>
              <a:avLst/>
              <a:gdLst>
                <a:gd name="connsiteX0" fmla="*/ 186586 w 205778"/>
                <a:gd name="connsiteY0" fmla="*/ 15960 h 203010"/>
                <a:gd name="connsiteX1" fmla="*/ 181474 w 205778"/>
                <a:gd name="connsiteY1" fmla="*/ 14683 h 203010"/>
                <a:gd name="connsiteX2" fmla="*/ 177001 w 205778"/>
                <a:gd name="connsiteY2" fmla="*/ 17875 h 203010"/>
                <a:gd name="connsiteX3" fmla="*/ 160387 w 205778"/>
                <a:gd name="connsiteY3" fmla="*/ 34473 h 203010"/>
                <a:gd name="connsiteX4" fmla="*/ 135466 w 205778"/>
                <a:gd name="connsiteY4" fmla="*/ 68309 h 203010"/>
                <a:gd name="connsiteX5" fmla="*/ 159110 w 205778"/>
                <a:gd name="connsiteY5" fmla="*/ 109804 h 203010"/>
                <a:gd name="connsiteX6" fmla="*/ 164221 w 205778"/>
                <a:gd name="connsiteY6" fmla="*/ 109166 h 203010"/>
                <a:gd name="connsiteX7" fmla="*/ 164221 w 205778"/>
                <a:gd name="connsiteY7" fmla="*/ 188327 h 203010"/>
                <a:gd name="connsiteX8" fmla="*/ 162305 w 205778"/>
                <a:gd name="connsiteY8" fmla="*/ 190243 h 203010"/>
                <a:gd name="connsiteX9" fmla="*/ 157831 w 205778"/>
                <a:gd name="connsiteY9" fmla="*/ 190243 h 203010"/>
                <a:gd name="connsiteX10" fmla="*/ 155915 w 205778"/>
                <a:gd name="connsiteY10" fmla="*/ 188327 h 203010"/>
                <a:gd name="connsiteX11" fmla="*/ 155915 w 205778"/>
                <a:gd name="connsiteY11" fmla="*/ 188327 h 203010"/>
                <a:gd name="connsiteX12" fmla="*/ 155915 w 205778"/>
                <a:gd name="connsiteY12" fmla="*/ 154492 h 203010"/>
                <a:gd name="connsiteX13" fmla="*/ 141217 w 205778"/>
                <a:gd name="connsiteY13" fmla="*/ 139809 h 203010"/>
                <a:gd name="connsiteX14" fmla="*/ 130994 w 205778"/>
                <a:gd name="connsiteY14" fmla="*/ 139809 h 203010"/>
                <a:gd name="connsiteX15" fmla="*/ 130994 w 205778"/>
                <a:gd name="connsiteY15" fmla="*/ 27451 h 203010"/>
                <a:gd name="connsiteX16" fmla="*/ 103517 w 205778"/>
                <a:gd name="connsiteY16" fmla="*/ 0 h 203010"/>
                <a:gd name="connsiteX17" fmla="*/ 35783 w 205778"/>
                <a:gd name="connsiteY17" fmla="*/ 0 h 203010"/>
                <a:gd name="connsiteX18" fmla="*/ 8307 w 205778"/>
                <a:gd name="connsiteY18" fmla="*/ 27451 h 203010"/>
                <a:gd name="connsiteX19" fmla="*/ 8307 w 205778"/>
                <a:gd name="connsiteY19" fmla="*/ 164707 h 203010"/>
                <a:gd name="connsiteX20" fmla="*/ 6390 w 205778"/>
                <a:gd name="connsiteY20" fmla="*/ 164707 h 203010"/>
                <a:gd name="connsiteX21" fmla="*/ 0 w 205778"/>
                <a:gd name="connsiteY21" fmla="*/ 171091 h 203010"/>
                <a:gd name="connsiteX22" fmla="*/ 0 w 205778"/>
                <a:gd name="connsiteY22" fmla="*/ 196627 h 203010"/>
                <a:gd name="connsiteX23" fmla="*/ 6390 w 205778"/>
                <a:gd name="connsiteY23" fmla="*/ 203011 h 203010"/>
                <a:gd name="connsiteX24" fmla="*/ 132911 w 205778"/>
                <a:gd name="connsiteY24" fmla="*/ 203011 h 203010"/>
                <a:gd name="connsiteX25" fmla="*/ 139301 w 205778"/>
                <a:gd name="connsiteY25" fmla="*/ 196627 h 203010"/>
                <a:gd name="connsiteX26" fmla="*/ 139301 w 205778"/>
                <a:gd name="connsiteY26" fmla="*/ 171091 h 203010"/>
                <a:gd name="connsiteX27" fmla="*/ 132911 w 205778"/>
                <a:gd name="connsiteY27" fmla="*/ 164707 h 203010"/>
                <a:gd name="connsiteX28" fmla="*/ 130994 w 205778"/>
                <a:gd name="connsiteY28" fmla="*/ 164707 h 203010"/>
                <a:gd name="connsiteX29" fmla="*/ 130994 w 205778"/>
                <a:gd name="connsiteY29" fmla="*/ 151939 h 203010"/>
                <a:gd name="connsiteX30" fmla="*/ 141217 w 205778"/>
                <a:gd name="connsiteY30" fmla="*/ 151939 h 203010"/>
                <a:gd name="connsiteX31" fmla="*/ 143135 w 205778"/>
                <a:gd name="connsiteY31" fmla="*/ 153854 h 203010"/>
                <a:gd name="connsiteX32" fmla="*/ 143135 w 205778"/>
                <a:gd name="connsiteY32" fmla="*/ 187689 h 203010"/>
                <a:gd name="connsiteX33" fmla="*/ 157831 w 205778"/>
                <a:gd name="connsiteY33" fmla="*/ 202372 h 203010"/>
                <a:gd name="connsiteX34" fmla="*/ 162305 w 205778"/>
                <a:gd name="connsiteY34" fmla="*/ 202372 h 203010"/>
                <a:gd name="connsiteX35" fmla="*/ 177001 w 205778"/>
                <a:gd name="connsiteY35" fmla="*/ 187689 h 203010"/>
                <a:gd name="connsiteX36" fmla="*/ 177001 w 205778"/>
                <a:gd name="connsiteY36" fmla="*/ 107251 h 203010"/>
                <a:gd name="connsiteX37" fmla="*/ 201922 w 205778"/>
                <a:gd name="connsiteY37" fmla="*/ 80438 h 203010"/>
                <a:gd name="connsiteX38" fmla="*/ 186586 w 205778"/>
                <a:gd name="connsiteY38" fmla="*/ 15960 h 203010"/>
                <a:gd name="connsiteX39" fmla="*/ 111824 w 205778"/>
                <a:gd name="connsiteY39" fmla="*/ 165345 h 203010"/>
                <a:gd name="connsiteX40" fmla="*/ 105434 w 205778"/>
                <a:gd name="connsiteY40" fmla="*/ 171729 h 203010"/>
                <a:gd name="connsiteX41" fmla="*/ 111824 w 205778"/>
                <a:gd name="connsiteY41" fmla="*/ 178113 h 203010"/>
                <a:gd name="connsiteX42" fmla="*/ 126521 w 205778"/>
                <a:gd name="connsiteY42" fmla="*/ 178113 h 203010"/>
                <a:gd name="connsiteX43" fmla="*/ 126521 w 205778"/>
                <a:gd name="connsiteY43" fmla="*/ 190881 h 203010"/>
                <a:gd name="connsiteX44" fmla="*/ 12780 w 205778"/>
                <a:gd name="connsiteY44" fmla="*/ 190881 h 203010"/>
                <a:gd name="connsiteX45" fmla="*/ 12780 w 205778"/>
                <a:gd name="connsiteY45" fmla="*/ 178113 h 203010"/>
                <a:gd name="connsiteX46" fmla="*/ 27477 w 205778"/>
                <a:gd name="connsiteY46" fmla="*/ 178113 h 203010"/>
                <a:gd name="connsiteX47" fmla="*/ 33867 w 205778"/>
                <a:gd name="connsiteY47" fmla="*/ 171729 h 203010"/>
                <a:gd name="connsiteX48" fmla="*/ 27477 w 205778"/>
                <a:gd name="connsiteY48" fmla="*/ 165345 h 203010"/>
                <a:gd name="connsiteX49" fmla="*/ 21087 w 205778"/>
                <a:gd name="connsiteY49" fmla="*/ 165345 h 203010"/>
                <a:gd name="connsiteX50" fmla="*/ 21087 w 205778"/>
                <a:gd name="connsiteY50" fmla="*/ 28089 h 203010"/>
                <a:gd name="connsiteX51" fmla="*/ 35783 w 205778"/>
                <a:gd name="connsiteY51" fmla="*/ 13406 h 203010"/>
                <a:gd name="connsiteX52" fmla="*/ 35783 w 205778"/>
                <a:gd name="connsiteY52" fmla="*/ 13406 h 203010"/>
                <a:gd name="connsiteX53" fmla="*/ 103517 w 205778"/>
                <a:gd name="connsiteY53" fmla="*/ 13406 h 203010"/>
                <a:gd name="connsiteX54" fmla="*/ 118214 w 205778"/>
                <a:gd name="connsiteY54" fmla="*/ 28089 h 203010"/>
                <a:gd name="connsiteX55" fmla="*/ 118214 w 205778"/>
                <a:gd name="connsiteY55" fmla="*/ 165345 h 203010"/>
                <a:gd name="connsiteX56" fmla="*/ 111824 w 205778"/>
                <a:gd name="connsiteY56" fmla="*/ 165345 h 203010"/>
                <a:gd name="connsiteX57" fmla="*/ 190420 w 205778"/>
                <a:gd name="connsiteY57" fmla="*/ 75969 h 203010"/>
                <a:gd name="connsiteX58" fmla="*/ 177641 w 205778"/>
                <a:gd name="connsiteY58" fmla="*/ 93206 h 203010"/>
                <a:gd name="connsiteX59" fmla="*/ 185308 w 205778"/>
                <a:gd name="connsiteY59" fmla="*/ 52349 h 203010"/>
                <a:gd name="connsiteX60" fmla="*/ 182752 w 205778"/>
                <a:gd name="connsiteY60" fmla="*/ 43411 h 203010"/>
                <a:gd name="connsiteX61" fmla="*/ 173806 w 205778"/>
                <a:gd name="connsiteY61" fmla="*/ 45965 h 203010"/>
                <a:gd name="connsiteX62" fmla="*/ 173806 w 205778"/>
                <a:gd name="connsiteY62" fmla="*/ 45965 h 203010"/>
                <a:gd name="connsiteX63" fmla="*/ 164861 w 205778"/>
                <a:gd name="connsiteY63" fmla="*/ 98313 h 203010"/>
                <a:gd name="connsiteX64" fmla="*/ 163582 w 205778"/>
                <a:gd name="connsiteY64" fmla="*/ 97675 h 203010"/>
                <a:gd name="connsiteX65" fmla="*/ 148246 w 205778"/>
                <a:gd name="connsiteY65" fmla="*/ 70862 h 203010"/>
                <a:gd name="connsiteX66" fmla="*/ 168695 w 205778"/>
                <a:gd name="connsiteY66" fmla="*/ 44049 h 203010"/>
                <a:gd name="connsiteX67" fmla="*/ 184031 w 205778"/>
                <a:gd name="connsiteY67" fmla="*/ 30005 h 203010"/>
                <a:gd name="connsiteX68" fmla="*/ 190420 w 205778"/>
                <a:gd name="connsiteY68" fmla="*/ 75969 h 203010"/>
                <a:gd name="connsiteX69" fmla="*/ 190420 w 205778"/>
                <a:gd name="connsiteY69" fmla="*/ 75969 h 203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05778" h="203010">
                  <a:moveTo>
                    <a:pt x="186586" y="15960"/>
                  </a:moveTo>
                  <a:cubicBezTo>
                    <a:pt x="185308" y="14683"/>
                    <a:pt x="183391" y="14683"/>
                    <a:pt x="181474" y="14683"/>
                  </a:cubicBezTo>
                  <a:cubicBezTo>
                    <a:pt x="179557" y="15322"/>
                    <a:pt x="178279" y="16598"/>
                    <a:pt x="177001" y="17875"/>
                  </a:cubicBezTo>
                  <a:cubicBezTo>
                    <a:pt x="172528" y="24259"/>
                    <a:pt x="167416" y="30005"/>
                    <a:pt x="160387" y="34473"/>
                  </a:cubicBezTo>
                  <a:cubicBezTo>
                    <a:pt x="150164" y="42134"/>
                    <a:pt x="139301" y="50433"/>
                    <a:pt x="135466" y="68309"/>
                  </a:cubicBezTo>
                  <a:cubicBezTo>
                    <a:pt x="133550" y="85545"/>
                    <a:pt x="143135" y="102782"/>
                    <a:pt x="159110" y="109804"/>
                  </a:cubicBezTo>
                  <a:cubicBezTo>
                    <a:pt x="161026" y="110443"/>
                    <a:pt x="162943" y="110443"/>
                    <a:pt x="164221" y="109166"/>
                  </a:cubicBezTo>
                  <a:lnTo>
                    <a:pt x="164221" y="188327"/>
                  </a:lnTo>
                  <a:cubicBezTo>
                    <a:pt x="164221" y="189604"/>
                    <a:pt x="163582" y="190243"/>
                    <a:pt x="162305" y="190243"/>
                  </a:cubicBezTo>
                  <a:lnTo>
                    <a:pt x="157831" y="190243"/>
                  </a:lnTo>
                  <a:cubicBezTo>
                    <a:pt x="156553" y="190243"/>
                    <a:pt x="155915" y="189604"/>
                    <a:pt x="155915" y="188327"/>
                  </a:cubicBezTo>
                  <a:cubicBezTo>
                    <a:pt x="155915" y="188327"/>
                    <a:pt x="155915" y="188327"/>
                    <a:pt x="155915" y="188327"/>
                  </a:cubicBezTo>
                  <a:lnTo>
                    <a:pt x="155915" y="154492"/>
                  </a:lnTo>
                  <a:cubicBezTo>
                    <a:pt x="155915" y="146193"/>
                    <a:pt x="149525" y="139809"/>
                    <a:pt x="141217" y="139809"/>
                  </a:cubicBezTo>
                  <a:lnTo>
                    <a:pt x="130994" y="139809"/>
                  </a:lnTo>
                  <a:lnTo>
                    <a:pt x="130994" y="27451"/>
                  </a:lnTo>
                  <a:cubicBezTo>
                    <a:pt x="130994" y="12130"/>
                    <a:pt x="118853" y="0"/>
                    <a:pt x="103517" y="0"/>
                  </a:cubicBezTo>
                  <a:lnTo>
                    <a:pt x="35783" y="0"/>
                  </a:lnTo>
                  <a:cubicBezTo>
                    <a:pt x="20447" y="0"/>
                    <a:pt x="8307" y="12130"/>
                    <a:pt x="8307" y="27451"/>
                  </a:cubicBezTo>
                  <a:lnTo>
                    <a:pt x="8307" y="164707"/>
                  </a:lnTo>
                  <a:lnTo>
                    <a:pt x="6390" y="164707"/>
                  </a:lnTo>
                  <a:cubicBezTo>
                    <a:pt x="2556" y="164707"/>
                    <a:pt x="0" y="167260"/>
                    <a:pt x="0" y="171091"/>
                  </a:cubicBezTo>
                  <a:lnTo>
                    <a:pt x="0" y="196627"/>
                  </a:lnTo>
                  <a:cubicBezTo>
                    <a:pt x="0" y="200457"/>
                    <a:pt x="2556" y="203011"/>
                    <a:pt x="6390" y="203011"/>
                  </a:cubicBezTo>
                  <a:lnTo>
                    <a:pt x="132911" y="203011"/>
                  </a:lnTo>
                  <a:cubicBezTo>
                    <a:pt x="136745" y="203011"/>
                    <a:pt x="139301" y="200457"/>
                    <a:pt x="139301" y="196627"/>
                  </a:cubicBezTo>
                  <a:lnTo>
                    <a:pt x="139301" y="171091"/>
                  </a:lnTo>
                  <a:cubicBezTo>
                    <a:pt x="139301" y="167260"/>
                    <a:pt x="136745" y="164707"/>
                    <a:pt x="132911" y="164707"/>
                  </a:cubicBezTo>
                  <a:lnTo>
                    <a:pt x="130994" y="164707"/>
                  </a:lnTo>
                  <a:lnTo>
                    <a:pt x="130994" y="151939"/>
                  </a:lnTo>
                  <a:lnTo>
                    <a:pt x="141217" y="151939"/>
                  </a:lnTo>
                  <a:cubicBezTo>
                    <a:pt x="142496" y="151939"/>
                    <a:pt x="143135" y="152577"/>
                    <a:pt x="143135" y="153854"/>
                  </a:cubicBezTo>
                  <a:lnTo>
                    <a:pt x="143135" y="187689"/>
                  </a:lnTo>
                  <a:cubicBezTo>
                    <a:pt x="143135" y="195988"/>
                    <a:pt x="149525" y="202372"/>
                    <a:pt x="157831" y="202372"/>
                  </a:cubicBezTo>
                  <a:lnTo>
                    <a:pt x="162305" y="202372"/>
                  </a:lnTo>
                  <a:cubicBezTo>
                    <a:pt x="170611" y="202372"/>
                    <a:pt x="177001" y="195988"/>
                    <a:pt x="177001" y="187689"/>
                  </a:cubicBezTo>
                  <a:lnTo>
                    <a:pt x="177001" y="107251"/>
                  </a:lnTo>
                  <a:cubicBezTo>
                    <a:pt x="188503" y="102144"/>
                    <a:pt x="197449" y="92568"/>
                    <a:pt x="201922" y="80438"/>
                  </a:cubicBezTo>
                  <a:cubicBezTo>
                    <a:pt x="210229" y="62563"/>
                    <a:pt x="205117" y="30005"/>
                    <a:pt x="186586" y="15960"/>
                  </a:cubicBezTo>
                  <a:close/>
                  <a:moveTo>
                    <a:pt x="111824" y="165345"/>
                  </a:moveTo>
                  <a:cubicBezTo>
                    <a:pt x="107990" y="165345"/>
                    <a:pt x="105434" y="167899"/>
                    <a:pt x="105434" y="171729"/>
                  </a:cubicBezTo>
                  <a:cubicBezTo>
                    <a:pt x="105434" y="175560"/>
                    <a:pt x="107990" y="178113"/>
                    <a:pt x="111824" y="178113"/>
                  </a:cubicBezTo>
                  <a:lnTo>
                    <a:pt x="126521" y="178113"/>
                  </a:lnTo>
                  <a:lnTo>
                    <a:pt x="126521" y="190881"/>
                  </a:lnTo>
                  <a:lnTo>
                    <a:pt x="12780" y="190881"/>
                  </a:lnTo>
                  <a:lnTo>
                    <a:pt x="12780" y="178113"/>
                  </a:lnTo>
                  <a:lnTo>
                    <a:pt x="27477" y="178113"/>
                  </a:lnTo>
                  <a:cubicBezTo>
                    <a:pt x="31311" y="178113"/>
                    <a:pt x="33867" y="175560"/>
                    <a:pt x="33867" y="171729"/>
                  </a:cubicBezTo>
                  <a:cubicBezTo>
                    <a:pt x="33867" y="167899"/>
                    <a:pt x="31311" y="165345"/>
                    <a:pt x="27477" y="165345"/>
                  </a:cubicBezTo>
                  <a:lnTo>
                    <a:pt x="21087" y="165345"/>
                  </a:lnTo>
                  <a:lnTo>
                    <a:pt x="21087" y="28089"/>
                  </a:lnTo>
                  <a:cubicBezTo>
                    <a:pt x="21087" y="19790"/>
                    <a:pt x="27477" y="13406"/>
                    <a:pt x="35783" y="13406"/>
                  </a:cubicBezTo>
                  <a:lnTo>
                    <a:pt x="35783" y="13406"/>
                  </a:lnTo>
                  <a:lnTo>
                    <a:pt x="103517" y="13406"/>
                  </a:lnTo>
                  <a:cubicBezTo>
                    <a:pt x="111824" y="13406"/>
                    <a:pt x="118214" y="19790"/>
                    <a:pt x="118214" y="28089"/>
                  </a:cubicBezTo>
                  <a:lnTo>
                    <a:pt x="118214" y="165345"/>
                  </a:lnTo>
                  <a:lnTo>
                    <a:pt x="111824" y="165345"/>
                  </a:lnTo>
                  <a:close/>
                  <a:moveTo>
                    <a:pt x="190420" y="75969"/>
                  </a:moveTo>
                  <a:cubicBezTo>
                    <a:pt x="187864" y="82992"/>
                    <a:pt x="183391" y="88737"/>
                    <a:pt x="177641" y="93206"/>
                  </a:cubicBezTo>
                  <a:cubicBezTo>
                    <a:pt x="177641" y="76608"/>
                    <a:pt x="178918" y="63201"/>
                    <a:pt x="185308" y="52349"/>
                  </a:cubicBezTo>
                  <a:cubicBezTo>
                    <a:pt x="187225" y="49157"/>
                    <a:pt x="185947" y="45326"/>
                    <a:pt x="182752" y="43411"/>
                  </a:cubicBezTo>
                  <a:cubicBezTo>
                    <a:pt x="179557" y="41496"/>
                    <a:pt x="175723" y="42773"/>
                    <a:pt x="173806" y="45965"/>
                  </a:cubicBezTo>
                  <a:lnTo>
                    <a:pt x="173806" y="45965"/>
                  </a:lnTo>
                  <a:cubicBezTo>
                    <a:pt x="165500" y="61286"/>
                    <a:pt x="164861" y="77885"/>
                    <a:pt x="164861" y="98313"/>
                  </a:cubicBezTo>
                  <a:cubicBezTo>
                    <a:pt x="164861" y="98313"/>
                    <a:pt x="164221" y="97675"/>
                    <a:pt x="163582" y="97675"/>
                  </a:cubicBezTo>
                  <a:cubicBezTo>
                    <a:pt x="153358" y="92568"/>
                    <a:pt x="146969" y="82353"/>
                    <a:pt x="148246" y="70862"/>
                  </a:cubicBezTo>
                  <a:cubicBezTo>
                    <a:pt x="151441" y="57456"/>
                    <a:pt x="159110" y="51072"/>
                    <a:pt x="168695" y="44049"/>
                  </a:cubicBezTo>
                  <a:cubicBezTo>
                    <a:pt x="174446" y="40219"/>
                    <a:pt x="179557" y="35112"/>
                    <a:pt x="184031" y="30005"/>
                  </a:cubicBezTo>
                  <a:cubicBezTo>
                    <a:pt x="193615" y="43411"/>
                    <a:pt x="196171" y="60648"/>
                    <a:pt x="190420" y="75969"/>
                  </a:cubicBezTo>
                  <a:lnTo>
                    <a:pt x="190420" y="75969"/>
                  </a:lnTo>
                  <a:close/>
                </a:path>
              </a:pathLst>
            </a:custGeom>
            <a:solidFill>
              <a:srgbClr val="43B02A"/>
            </a:solidFill>
            <a:ln w="6390" cap="flat">
              <a:noFill/>
              <a:prstDash val="solid"/>
              <a:miter/>
            </a:ln>
          </p:spPr>
          <p:txBody>
            <a:bodyPr rtlCol="0" anchor="ctr"/>
            <a:lstStyle/>
            <a:p>
              <a:endParaRPr lang="en-US"/>
            </a:p>
          </p:txBody>
        </p:sp>
        <p:sp>
          <p:nvSpPr>
            <p:cNvPr id="588" name="Graphic 4">
              <a:extLst>
                <a:ext uri="{FF2B5EF4-FFF2-40B4-BE49-F238E27FC236}">
                  <a16:creationId xmlns:a16="http://schemas.microsoft.com/office/drawing/2014/main" id="{E9247639-BC1C-5D42-84B8-2F0E6F71720D}"/>
                </a:ext>
              </a:extLst>
            </p:cNvPr>
            <p:cNvSpPr/>
            <p:nvPr/>
          </p:nvSpPr>
          <p:spPr>
            <a:xfrm>
              <a:off x="9997985" y="1082247"/>
              <a:ext cx="72904" cy="101505"/>
            </a:xfrm>
            <a:custGeom>
              <a:avLst/>
              <a:gdLst>
                <a:gd name="connsiteX0" fmla="*/ 66166 w 72904"/>
                <a:gd name="connsiteY0" fmla="*/ 37666 h 101505"/>
                <a:gd name="connsiteX1" fmla="*/ 52108 w 72904"/>
                <a:gd name="connsiteY1" fmla="*/ 37666 h 101505"/>
                <a:gd name="connsiteX2" fmla="*/ 55303 w 72904"/>
                <a:gd name="connsiteY2" fmla="*/ 7022 h 101505"/>
                <a:gd name="connsiteX3" fmla="*/ 49552 w 72904"/>
                <a:gd name="connsiteY3" fmla="*/ 0 h 101505"/>
                <a:gd name="connsiteX4" fmla="*/ 43801 w 72904"/>
                <a:gd name="connsiteY4" fmla="*/ 2554 h 101505"/>
                <a:gd name="connsiteX5" fmla="*/ 1627 w 72904"/>
                <a:gd name="connsiteY5" fmla="*/ 52987 h 101505"/>
                <a:gd name="connsiteX6" fmla="*/ 2266 w 72904"/>
                <a:gd name="connsiteY6" fmla="*/ 61925 h 101505"/>
                <a:gd name="connsiteX7" fmla="*/ 6100 w 72904"/>
                <a:gd name="connsiteY7" fmla="*/ 63201 h 101505"/>
                <a:gd name="connsiteX8" fmla="*/ 20797 w 72904"/>
                <a:gd name="connsiteY8" fmla="*/ 63201 h 101505"/>
                <a:gd name="connsiteX9" fmla="*/ 17602 w 72904"/>
                <a:gd name="connsiteY9" fmla="*/ 94483 h 101505"/>
                <a:gd name="connsiteX10" fmla="*/ 21436 w 72904"/>
                <a:gd name="connsiteY10" fmla="*/ 100867 h 101505"/>
                <a:gd name="connsiteX11" fmla="*/ 23992 w 72904"/>
                <a:gd name="connsiteY11" fmla="*/ 101505 h 101505"/>
                <a:gd name="connsiteX12" fmla="*/ 29104 w 72904"/>
                <a:gd name="connsiteY12" fmla="*/ 98952 h 101505"/>
                <a:gd name="connsiteX13" fmla="*/ 71278 w 72904"/>
                <a:gd name="connsiteY13" fmla="*/ 48518 h 101505"/>
                <a:gd name="connsiteX14" fmla="*/ 70638 w 72904"/>
                <a:gd name="connsiteY14" fmla="*/ 39581 h 101505"/>
                <a:gd name="connsiteX15" fmla="*/ 66166 w 72904"/>
                <a:gd name="connsiteY15" fmla="*/ 37666 h 101505"/>
                <a:gd name="connsiteX16" fmla="*/ 66166 w 72904"/>
                <a:gd name="connsiteY16" fmla="*/ 37666 h 101505"/>
                <a:gd name="connsiteX17" fmla="*/ 32299 w 72904"/>
                <a:gd name="connsiteY17" fmla="*/ 74693 h 101505"/>
                <a:gd name="connsiteX18" fmla="*/ 34216 w 72904"/>
                <a:gd name="connsiteY18" fmla="*/ 58094 h 101505"/>
                <a:gd name="connsiteX19" fmla="*/ 32938 w 72904"/>
                <a:gd name="connsiteY19" fmla="*/ 52987 h 101505"/>
                <a:gd name="connsiteX20" fmla="*/ 27826 w 72904"/>
                <a:gd name="connsiteY20" fmla="*/ 51072 h 101505"/>
                <a:gd name="connsiteX21" fmla="*/ 20158 w 72904"/>
                <a:gd name="connsiteY21" fmla="*/ 51072 h 101505"/>
                <a:gd name="connsiteX22" fmla="*/ 39967 w 72904"/>
                <a:gd name="connsiteY22" fmla="*/ 27451 h 101505"/>
                <a:gd name="connsiteX23" fmla="*/ 38050 w 72904"/>
                <a:gd name="connsiteY23" fmla="*/ 44050 h 101505"/>
                <a:gd name="connsiteX24" fmla="*/ 39328 w 72904"/>
                <a:gd name="connsiteY24" fmla="*/ 49157 h 101505"/>
                <a:gd name="connsiteX25" fmla="*/ 44440 w 72904"/>
                <a:gd name="connsiteY25" fmla="*/ 51072 h 101505"/>
                <a:gd name="connsiteX26" fmla="*/ 52108 w 72904"/>
                <a:gd name="connsiteY26" fmla="*/ 51072 h 101505"/>
                <a:gd name="connsiteX27" fmla="*/ 32299 w 72904"/>
                <a:gd name="connsiteY27" fmla="*/ 74693 h 101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2904" h="101505">
                  <a:moveTo>
                    <a:pt x="66166" y="37666"/>
                  </a:moveTo>
                  <a:lnTo>
                    <a:pt x="52108" y="37666"/>
                  </a:lnTo>
                  <a:lnTo>
                    <a:pt x="55303" y="7022"/>
                  </a:lnTo>
                  <a:cubicBezTo>
                    <a:pt x="55942" y="3830"/>
                    <a:pt x="53386" y="638"/>
                    <a:pt x="49552" y="0"/>
                  </a:cubicBezTo>
                  <a:cubicBezTo>
                    <a:pt x="47635" y="0"/>
                    <a:pt x="45078" y="638"/>
                    <a:pt x="43801" y="2554"/>
                  </a:cubicBezTo>
                  <a:lnTo>
                    <a:pt x="1627" y="52987"/>
                  </a:lnTo>
                  <a:cubicBezTo>
                    <a:pt x="-929" y="55541"/>
                    <a:pt x="-290" y="60009"/>
                    <a:pt x="2266" y="61925"/>
                  </a:cubicBezTo>
                  <a:cubicBezTo>
                    <a:pt x="3544" y="63201"/>
                    <a:pt x="4822" y="63201"/>
                    <a:pt x="6100" y="63201"/>
                  </a:cubicBezTo>
                  <a:lnTo>
                    <a:pt x="20797" y="63201"/>
                  </a:lnTo>
                  <a:lnTo>
                    <a:pt x="17602" y="94483"/>
                  </a:lnTo>
                  <a:cubicBezTo>
                    <a:pt x="17602" y="97037"/>
                    <a:pt x="18880" y="99590"/>
                    <a:pt x="21436" y="100867"/>
                  </a:cubicBezTo>
                  <a:cubicBezTo>
                    <a:pt x="22075" y="101505"/>
                    <a:pt x="23353" y="101505"/>
                    <a:pt x="23992" y="101505"/>
                  </a:cubicBezTo>
                  <a:cubicBezTo>
                    <a:pt x="25909" y="101505"/>
                    <a:pt x="27826" y="100867"/>
                    <a:pt x="29104" y="98952"/>
                  </a:cubicBezTo>
                  <a:lnTo>
                    <a:pt x="71278" y="48518"/>
                  </a:lnTo>
                  <a:cubicBezTo>
                    <a:pt x="73833" y="45965"/>
                    <a:pt x="73194" y="41496"/>
                    <a:pt x="70638" y="39581"/>
                  </a:cubicBezTo>
                  <a:cubicBezTo>
                    <a:pt x="69360" y="38304"/>
                    <a:pt x="68083" y="37666"/>
                    <a:pt x="66166" y="37666"/>
                  </a:cubicBezTo>
                  <a:lnTo>
                    <a:pt x="66166" y="37666"/>
                  </a:lnTo>
                  <a:close/>
                  <a:moveTo>
                    <a:pt x="32299" y="74693"/>
                  </a:moveTo>
                  <a:lnTo>
                    <a:pt x="34216" y="58094"/>
                  </a:lnTo>
                  <a:cubicBezTo>
                    <a:pt x="34216" y="56179"/>
                    <a:pt x="33577" y="54264"/>
                    <a:pt x="32938" y="52987"/>
                  </a:cubicBezTo>
                  <a:cubicBezTo>
                    <a:pt x="31660" y="51710"/>
                    <a:pt x="29743" y="51072"/>
                    <a:pt x="27826" y="51072"/>
                  </a:cubicBezTo>
                  <a:lnTo>
                    <a:pt x="20158" y="51072"/>
                  </a:lnTo>
                  <a:lnTo>
                    <a:pt x="39967" y="27451"/>
                  </a:lnTo>
                  <a:lnTo>
                    <a:pt x="38050" y="44050"/>
                  </a:lnTo>
                  <a:cubicBezTo>
                    <a:pt x="38050" y="45965"/>
                    <a:pt x="38688" y="47880"/>
                    <a:pt x="39328" y="49157"/>
                  </a:cubicBezTo>
                  <a:cubicBezTo>
                    <a:pt x="40606" y="50434"/>
                    <a:pt x="42523" y="51072"/>
                    <a:pt x="44440" y="51072"/>
                  </a:cubicBezTo>
                  <a:lnTo>
                    <a:pt x="52108" y="51072"/>
                  </a:lnTo>
                  <a:lnTo>
                    <a:pt x="32299" y="74693"/>
                  </a:lnTo>
                  <a:close/>
                </a:path>
              </a:pathLst>
            </a:custGeom>
            <a:solidFill>
              <a:srgbClr val="43B02A"/>
            </a:solidFill>
            <a:ln w="6390" cap="flat">
              <a:noFill/>
              <a:prstDash val="solid"/>
              <a:miter/>
            </a:ln>
          </p:spPr>
          <p:txBody>
            <a:bodyPr rtlCol="0" anchor="ctr"/>
            <a:lstStyle/>
            <a:p>
              <a:endParaRPr lang="en-US"/>
            </a:p>
          </p:txBody>
        </p:sp>
      </p:grpSp>
      <p:grpSp>
        <p:nvGrpSpPr>
          <p:cNvPr id="589" name="Graphic 4">
            <a:extLst>
              <a:ext uri="{FF2B5EF4-FFF2-40B4-BE49-F238E27FC236}">
                <a16:creationId xmlns:a16="http://schemas.microsoft.com/office/drawing/2014/main" id="{997A8998-8202-1748-84A2-5D917343DE8A}"/>
              </a:ext>
            </a:extLst>
          </p:cNvPr>
          <p:cNvGrpSpPr/>
          <p:nvPr/>
        </p:nvGrpSpPr>
        <p:grpSpPr>
          <a:xfrm>
            <a:off x="9891245" y="4308712"/>
            <a:ext cx="362312" cy="361971"/>
            <a:chOff x="8840477" y="4308712"/>
            <a:chExt cx="362312" cy="361971"/>
          </a:xfrm>
          <a:solidFill>
            <a:srgbClr val="43B02A"/>
          </a:solidFill>
        </p:grpSpPr>
        <p:sp>
          <p:nvSpPr>
            <p:cNvPr id="590" name="Graphic 4">
              <a:extLst>
                <a:ext uri="{FF2B5EF4-FFF2-40B4-BE49-F238E27FC236}">
                  <a16:creationId xmlns:a16="http://schemas.microsoft.com/office/drawing/2014/main" id="{762F3C41-D1D0-6642-BDA1-CA4EFFEF1DC5}"/>
                </a:ext>
              </a:extLst>
            </p:cNvPr>
            <p:cNvSpPr/>
            <p:nvPr/>
          </p:nvSpPr>
          <p:spPr>
            <a:xfrm>
              <a:off x="8840477" y="4308712"/>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9204"/>
                    <a:pt x="181474" y="349204"/>
                  </a:cubicBezTo>
                  <a:lnTo>
                    <a:pt x="181474" y="349204"/>
                  </a:lnTo>
                  <a:close/>
                </a:path>
              </a:pathLst>
            </a:custGeom>
            <a:solidFill>
              <a:srgbClr val="43B02A"/>
            </a:solidFill>
            <a:ln w="6390" cap="flat">
              <a:noFill/>
              <a:prstDash val="solid"/>
              <a:miter/>
            </a:ln>
          </p:spPr>
          <p:txBody>
            <a:bodyPr rtlCol="0" anchor="ctr"/>
            <a:lstStyle/>
            <a:p>
              <a:endParaRPr lang="en-US"/>
            </a:p>
          </p:txBody>
        </p:sp>
        <p:sp>
          <p:nvSpPr>
            <p:cNvPr id="591" name="Graphic 4">
              <a:extLst>
                <a:ext uri="{FF2B5EF4-FFF2-40B4-BE49-F238E27FC236}">
                  <a16:creationId xmlns:a16="http://schemas.microsoft.com/office/drawing/2014/main" id="{DC15D0E1-E201-4A44-9D63-38EE790C2E23}"/>
                </a:ext>
              </a:extLst>
            </p:cNvPr>
            <p:cNvSpPr/>
            <p:nvPr/>
          </p:nvSpPr>
          <p:spPr>
            <a:xfrm>
              <a:off x="8919713" y="4392980"/>
              <a:ext cx="205116" cy="193434"/>
            </a:xfrm>
            <a:custGeom>
              <a:avLst/>
              <a:gdLst>
                <a:gd name="connsiteX0" fmla="*/ 198727 w 205116"/>
                <a:gd name="connsiteY0" fmla="*/ 28090 h 193434"/>
                <a:gd name="connsiteX1" fmla="*/ 191698 w 205116"/>
                <a:gd name="connsiteY1" fmla="*/ 28090 h 193434"/>
                <a:gd name="connsiteX2" fmla="*/ 191698 w 205116"/>
                <a:gd name="connsiteY2" fmla="*/ 6384 h 193434"/>
                <a:gd name="connsiteX3" fmla="*/ 185308 w 205116"/>
                <a:gd name="connsiteY3" fmla="*/ 0 h 193434"/>
                <a:gd name="connsiteX4" fmla="*/ 178918 w 205116"/>
                <a:gd name="connsiteY4" fmla="*/ 6384 h 193434"/>
                <a:gd name="connsiteX5" fmla="*/ 178918 w 205116"/>
                <a:gd name="connsiteY5" fmla="*/ 28090 h 193434"/>
                <a:gd name="connsiteX6" fmla="*/ 164860 w 205116"/>
                <a:gd name="connsiteY6" fmla="*/ 28090 h 193434"/>
                <a:gd name="connsiteX7" fmla="*/ 164860 w 205116"/>
                <a:gd name="connsiteY7" fmla="*/ 6384 h 193434"/>
                <a:gd name="connsiteX8" fmla="*/ 158470 w 205116"/>
                <a:gd name="connsiteY8" fmla="*/ 0 h 193434"/>
                <a:gd name="connsiteX9" fmla="*/ 152080 w 205116"/>
                <a:gd name="connsiteY9" fmla="*/ 6384 h 193434"/>
                <a:gd name="connsiteX10" fmla="*/ 152080 w 205116"/>
                <a:gd name="connsiteY10" fmla="*/ 28090 h 193434"/>
                <a:gd name="connsiteX11" fmla="*/ 145051 w 205116"/>
                <a:gd name="connsiteY11" fmla="*/ 28090 h 193434"/>
                <a:gd name="connsiteX12" fmla="*/ 138661 w 205116"/>
                <a:gd name="connsiteY12" fmla="*/ 34474 h 193434"/>
                <a:gd name="connsiteX13" fmla="*/ 138661 w 205116"/>
                <a:gd name="connsiteY13" fmla="*/ 43411 h 193434"/>
                <a:gd name="connsiteX14" fmla="*/ 143135 w 205116"/>
                <a:gd name="connsiteY14" fmla="*/ 54902 h 193434"/>
                <a:gd name="connsiteX15" fmla="*/ 143135 w 205116"/>
                <a:gd name="connsiteY15" fmla="*/ 66394 h 193434"/>
                <a:gd name="connsiteX16" fmla="*/ 162943 w 205116"/>
                <a:gd name="connsiteY16" fmla="*/ 86184 h 193434"/>
                <a:gd name="connsiteX17" fmla="*/ 165500 w 205116"/>
                <a:gd name="connsiteY17" fmla="*/ 86184 h 193434"/>
                <a:gd name="connsiteX18" fmla="*/ 165500 w 205116"/>
                <a:gd name="connsiteY18" fmla="*/ 173644 h 193434"/>
                <a:gd name="connsiteX19" fmla="*/ 158470 w 205116"/>
                <a:gd name="connsiteY19" fmla="*/ 180667 h 193434"/>
                <a:gd name="connsiteX20" fmla="*/ 149525 w 205116"/>
                <a:gd name="connsiteY20" fmla="*/ 180667 h 193434"/>
                <a:gd name="connsiteX21" fmla="*/ 142495 w 205116"/>
                <a:gd name="connsiteY21" fmla="*/ 173644 h 193434"/>
                <a:gd name="connsiteX22" fmla="*/ 142495 w 205116"/>
                <a:gd name="connsiteY22" fmla="*/ 146832 h 193434"/>
                <a:gd name="connsiteX23" fmla="*/ 122686 w 205116"/>
                <a:gd name="connsiteY23" fmla="*/ 127041 h 193434"/>
                <a:gd name="connsiteX24" fmla="*/ 111185 w 205116"/>
                <a:gd name="connsiteY24" fmla="*/ 127041 h 193434"/>
                <a:gd name="connsiteX25" fmla="*/ 111185 w 205116"/>
                <a:gd name="connsiteY25" fmla="*/ 39581 h 193434"/>
                <a:gd name="connsiteX26" fmla="*/ 95849 w 205116"/>
                <a:gd name="connsiteY26" fmla="*/ 24259 h 193434"/>
                <a:gd name="connsiteX27" fmla="*/ 84347 w 205116"/>
                <a:gd name="connsiteY27" fmla="*/ 24259 h 193434"/>
                <a:gd name="connsiteX28" fmla="*/ 84347 w 205116"/>
                <a:gd name="connsiteY28" fmla="*/ 17237 h 193434"/>
                <a:gd name="connsiteX29" fmla="*/ 69011 w 205116"/>
                <a:gd name="connsiteY29" fmla="*/ 1915 h 193434"/>
                <a:gd name="connsiteX30" fmla="*/ 69011 w 205116"/>
                <a:gd name="connsiteY30" fmla="*/ 1915 h 193434"/>
                <a:gd name="connsiteX31" fmla="*/ 42173 w 205116"/>
                <a:gd name="connsiteY31" fmla="*/ 1915 h 193434"/>
                <a:gd name="connsiteX32" fmla="*/ 26837 w 205116"/>
                <a:gd name="connsiteY32" fmla="*/ 17237 h 193434"/>
                <a:gd name="connsiteX33" fmla="*/ 26837 w 205116"/>
                <a:gd name="connsiteY33" fmla="*/ 17237 h 193434"/>
                <a:gd name="connsiteX34" fmla="*/ 26837 w 205116"/>
                <a:gd name="connsiteY34" fmla="*/ 24259 h 193434"/>
                <a:gd name="connsiteX35" fmla="*/ 15336 w 205116"/>
                <a:gd name="connsiteY35" fmla="*/ 24259 h 193434"/>
                <a:gd name="connsiteX36" fmla="*/ 0 w 205116"/>
                <a:gd name="connsiteY36" fmla="*/ 39581 h 193434"/>
                <a:gd name="connsiteX37" fmla="*/ 0 w 205116"/>
                <a:gd name="connsiteY37" fmla="*/ 178113 h 193434"/>
                <a:gd name="connsiteX38" fmla="*/ 15336 w 205116"/>
                <a:gd name="connsiteY38" fmla="*/ 193435 h 193434"/>
                <a:gd name="connsiteX39" fmla="*/ 95849 w 205116"/>
                <a:gd name="connsiteY39" fmla="*/ 193435 h 193434"/>
                <a:gd name="connsiteX40" fmla="*/ 111185 w 205116"/>
                <a:gd name="connsiteY40" fmla="*/ 178113 h 193434"/>
                <a:gd name="connsiteX41" fmla="*/ 111185 w 205116"/>
                <a:gd name="connsiteY41" fmla="*/ 139809 h 193434"/>
                <a:gd name="connsiteX42" fmla="*/ 122686 w 205116"/>
                <a:gd name="connsiteY42" fmla="*/ 139809 h 193434"/>
                <a:gd name="connsiteX43" fmla="*/ 129715 w 205116"/>
                <a:gd name="connsiteY43" fmla="*/ 146832 h 193434"/>
                <a:gd name="connsiteX44" fmla="*/ 129715 w 205116"/>
                <a:gd name="connsiteY44" fmla="*/ 173644 h 193434"/>
                <a:gd name="connsiteX45" fmla="*/ 149525 w 205116"/>
                <a:gd name="connsiteY45" fmla="*/ 193435 h 193434"/>
                <a:gd name="connsiteX46" fmla="*/ 158470 w 205116"/>
                <a:gd name="connsiteY46" fmla="*/ 193435 h 193434"/>
                <a:gd name="connsiteX47" fmla="*/ 178279 w 205116"/>
                <a:gd name="connsiteY47" fmla="*/ 173644 h 193434"/>
                <a:gd name="connsiteX48" fmla="*/ 178279 w 205116"/>
                <a:gd name="connsiteY48" fmla="*/ 86184 h 193434"/>
                <a:gd name="connsiteX49" fmla="*/ 180835 w 205116"/>
                <a:gd name="connsiteY49" fmla="*/ 86184 h 193434"/>
                <a:gd name="connsiteX50" fmla="*/ 200644 w 205116"/>
                <a:gd name="connsiteY50" fmla="*/ 66394 h 193434"/>
                <a:gd name="connsiteX51" fmla="*/ 200644 w 205116"/>
                <a:gd name="connsiteY51" fmla="*/ 66394 h 193434"/>
                <a:gd name="connsiteX52" fmla="*/ 200644 w 205116"/>
                <a:gd name="connsiteY52" fmla="*/ 54902 h 193434"/>
                <a:gd name="connsiteX53" fmla="*/ 205117 w 205116"/>
                <a:gd name="connsiteY53" fmla="*/ 43411 h 193434"/>
                <a:gd name="connsiteX54" fmla="*/ 205117 w 205116"/>
                <a:gd name="connsiteY54" fmla="*/ 34474 h 193434"/>
                <a:gd name="connsiteX55" fmla="*/ 198727 w 205116"/>
                <a:gd name="connsiteY55" fmla="*/ 28090 h 193434"/>
                <a:gd name="connsiteX56" fmla="*/ 39617 w 205116"/>
                <a:gd name="connsiteY56" fmla="*/ 16598 h 193434"/>
                <a:gd name="connsiteX57" fmla="*/ 42173 w 205116"/>
                <a:gd name="connsiteY57" fmla="*/ 14045 h 193434"/>
                <a:gd name="connsiteX58" fmla="*/ 42173 w 205116"/>
                <a:gd name="connsiteY58" fmla="*/ 14045 h 193434"/>
                <a:gd name="connsiteX59" fmla="*/ 69011 w 205116"/>
                <a:gd name="connsiteY59" fmla="*/ 14045 h 193434"/>
                <a:gd name="connsiteX60" fmla="*/ 71567 w 205116"/>
                <a:gd name="connsiteY60" fmla="*/ 16598 h 193434"/>
                <a:gd name="connsiteX61" fmla="*/ 71567 w 205116"/>
                <a:gd name="connsiteY61" fmla="*/ 16598 h 193434"/>
                <a:gd name="connsiteX62" fmla="*/ 71567 w 205116"/>
                <a:gd name="connsiteY62" fmla="*/ 23621 h 193434"/>
                <a:gd name="connsiteX63" fmla="*/ 39617 w 205116"/>
                <a:gd name="connsiteY63" fmla="*/ 23621 h 193434"/>
                <a:gd name="connsiteX64" fmla="*/ 39617 w 205116"/>
                <a:gd name="connsiteY64" fmla="*/ 16598 h 193434"/>
                <a:gd name="connsiteX65" fmla="*/ 98405 w 205116"/>
                <a:gd name="connsiteY65" fmla="*/ 177475 h 193434"/>
                <a:gd name="connsiteX66" fmla="*/ 95849 w 205116"/>
                <a:gd name="connsiteY66" fmla="*/ 180028 h 193434"/>
                <a:gd name="connsiteX67" fmla="*/ 95849 w 205116"/>
                <a:gd name="connsiteY67" fmla="*/ 180028 h 193434"/>
                <a:gd name="connsiteX68" fmla="*/ 15336 w 205116"/>
                <a:gd name="connsiteY68" fmla="*/ 180028 h 193434"/>
                <a:gd name="connsiteX69" fmla="*/ 12780 w 205116"/>
                <a:gd name="connsiteY69" fmla="*/ 177475 h 193434"/>
                <a:gd name="connsiteX70" fmla="*/ 12780 w 205116"/>
                <a:gd name="connsiteY70" fmla="*/ 177475 h 193434"/>
                <a:gd name="connsiteX71" fmla="*/ 12780 w 205116"/>
                <a:gd name="connsiteY71" fmla="*/ 38942 h 193434"/>
                <a:gd name="connsiteX72" fmla="*/ 15336 w 205116"/>
                <a:gd name="connsiteY72" fmla="*/ 36389 h 193434"/>
                <a:gd name="connsiteX73" fmla="*/ 15336 w 205116"/>
                <a:gd name="connsiteY73" fmla="*/ 36389 h 193434"/>
                <a:gd name="connsiteX74" fmla="*/ 95849 w 205116"/>
                <a:gd name="connsiteY74" fmla="*/ 36389 h 193434"/>
                <a:gd name="connsiteX75" fmla="*/ 98405 w 205116"/>
                <a:gd name="connsiteY75" fmla="*/ 38942 h 193434"/>
                <a:gd name="connsiteX76" fmla="*/ 98405 w 205116"/>
                <a:gd name="connsiteY76" fmla="*/ 38942 h 193434"/>
                <a:gd name="connsiteX77" fmla="*/ 98405 w 205116"/>
                <a:gd name="connsiteY77" fmla="*/ 177475 h 193434"/>
                <a:gd name="connsiteX78" fmla="*/ 192337 w 205116"/>
                <a:gd name="connsiteY78" fmla="*/ 43411 h 193434"/>
                <a:gd name="connsiteX79" fmla="*/ 189781 w 205116"/>
                <a:gd name="connsiteY79" fmla="*/ 47880 h 193434"/>
                <a:gd name="connsiteX80" fmla="*/ 187864 w 205116"/>
                <a:gd name="connsiteY80" fmla="*/ 52349 h 193434"/>
                <a:gd name="connsiteX81" fmla="*/ 187864 w 205116"/>
                <a:gd name="connsiteY81" fmla="*/ 65755 h 193434"/>
                <a:gd name="connsiteX82" fmla="*/ 180835 w 205116"/>
                <a:gd name="connsiteY82" fmla="*/ 72778 h 193434"/>
                <a:gd name="connsiteX83" fmla="*/ 162943 w 205116"/>
                <a:gd name="connsiteY83" fmla="*/ 72778 h 193434"/>
                <a:gd name="connsiteX84" fmla="*/ 155915 w 205116"/>
                <a:gd name="connsiteY84" fmla="*/ 65755 h 193434"/>
                <a:gd name="connsiteX85" fmla="*/ 155915 w 205116"/>
                <a:gd name="connsiteY85" fmla="*/ 52349 h 193434"/>
                <a:gd name="connsiteX86" fmla="*/ 153997 w 205116"/>
                <a:gd name="connsiteY86" fmla="*/ 47880 h 193434"/>
                <a:gd name="connsiteX87" fmla="*/ 151441 w 205116"/>
                <a:gd name="connsiteY87" fmla="*/ 43411 h 193434"/>
                <a:gd name="connsiteX88" fmla="*/ 151441 w 205116"/>
                <a:gd name="connsiteY88" fmla="*/ 40858 h 193434"/>
                <a:gd name="connsiteX89" fmla="*/ 192337 w 205116"/>
                <a:gd name="connsiteY89" fmla="*/ 40858 h 193434"/>
                <a:gd name="connsiteX90" fmla="*/ 192337 w 205116"/>
                <a:gd name="connsiteY90" fmla="*/ 43411 h 19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205116" h="193434">
                  <a:moveTo>
                    <a:pt x="198727" y="28090"/>
                  </a:moveTo>
                  <a:lnTo>
                    <a:pt x="191698" y="28090"/>
                  </a:lnTo>
                  <a:lnTo>
                    <a:pt x="191698" y="6384"/>
                  </a:lnTo>
                  <a:cubicBezTo>
                    <a:pt x="191698" y="2554"/>
                    <a:pt x="189142" y="0"/>
                    <a:pt x="185308" y="0"/>
                  </a:cubicBezTo>
                  <a:cubicBezTo>
                    <a:pt x="181474" y="0"/>
                    <a:pt x="178918" y="2554"/>
                    <a:pt x="178918" y="6384"/>
                  </a:cubicBezTo>
                  <a:lnTo>
                    <a:pt x="178918" y="28090"/>
                  </a:lnTo>
                  <a:lnTo>
                    <a:pt x="164860" y="28090"/>
                  </a:lnTo>
                  <a:lnTo>
                    <a:pt x="164860" y="6384"/>
                  </a:lnTo>
                  <a:cubicBezTo>
                    <a:pt x="164860" y="2554"/>
                    <a:pt x="162305" y="0"/>
                    <a:pt x="158470" y="0"/>
                  </a:cubicBezTo>
                  <a:cubicBezTo>
                    <a:pt x="154636" y="0"/>
                    <a:pt x="152080" y="2554"/>
                    <a:pt x="152080" y="6384"/>
                  </a:cubicBezTo>
                  <a:lnTo>
                    <a:pt x="152080" y="28090"/>
                  </a:lnTo>
                  <a:lnTo>
                    <a:pt x="145051" y="28090"/>
                  </a:lnTo>
                  <a:cubicBezTo>
                    <a:pt x="141217" y="28090"/>
                    <a:pt x="138661" y="30643"/>
                    <a:pt x="138661" y="34474"/>
                  </a:cubicBezTo>
                  <a:lnTo>
                    <a:pt x="138661" y="43411"/>
                  </a:lnTo>
                  <a:cubicBezTo>
                    <a:pt x="138661" y="47242"/>
                    <a:pt x="140579" y="51710"/>
                    <a:pt x="143135" y="54902"/>
                  </a:cubicBezTo>
                  <a:lnTo>
                    <a:pt x="143135" y="66394"/>
                  </a:lnTo>
                  <a:cubicBezTo>
                    <a:pt x="143135" y="77246"/>
                    <a:pt x="152080" y="86184"/>
                    <a:pt x="162943" y="86184"/>
                  </a:cubicBezTo>
                  <a:lnTo>
                    <a:pt x="165500" y="86184"/>
                  </a:lnTo>
                  <a:lnTo>
                    <a:pt x="165500" y="173644"/>
                  </a:lnTo>
                  <a:cubicBezTo>
                    <a:pt x="165500" y="177475"/>
                    <a:pt x="162305" y="180667"/>
                    <a:pt x="158470" y="180667"/>
                  </a:cubicBezTo>
                  <a:lnTo>
                    <a:pt x="149525" y="180667"/>
                  </a:lnTo>
                  <a:cubicBezTo>
                    <a:pt x="145690" y="180667"/>
                    <a:pt x="142495" y="177475"/>
                    <a:pt x="142495" y="173644"/>
                  </a:cubicBezTo>
                  <a:lnTo>
                    <a:pt x="142495" y="146832"/>
                  </a:lnTo>
                  <a:cubicBezTo>
                    <a:pt x="142495" y="135979"/>
                    <a:pt x="133550" y="127041"/>
                    <a:pt x="122686" y="127041"/>
                  </a:cubicBezTo>
                  <a:lnTo>
                    <a:pt x="111185" y="127041"/>
                  </a:lnTo>
                  <a:lnTo>
                    <a:pt x="111185" y="39581"/>
                  </a:lnTo>
                  <a:cubicBezTo>
                    <a:pt x="111185" y="31282"/>
                    <a:pt x="104156" y="24259"/>
                    <a:pt x="95849" y="24259"/>
                  </a:cubicBezTo>
                  <a:lnTo>
                    <a:pt x="84347" y="24259"/>
                  </a:lnTo>
                  <a:lnTo>
                    <a:pt x="84347" y="17237"/>
                  </a:lnTo>
                  <a:cubicBezTo>
                    <a:pt x="84347" y="8938"/>
                    <a:pt x="77318" y="1915"/>
                    <a:pt x="69011" y="1915"/>
                  </a:cubicBezTo>
                  <a:cubicBezTo>
                    <a:pt x="69011" y="1915"/>
                    <a:pt x="69011" y="1915"/>
                    <a:pt x="69011" y="1915"/>
                  </a:cubicBezTo>
                  <a:lnTo>
                    <a:pt x="42173" y="1915"/>
                  </a:lnTo>
                  <a:cubicBezTo>
                    <a:pt x="33866" y="1915"/>
                    <a:pt x="26837" y="8938"/>
                    <a:pt x="26837" y="17237"/>
                  </a:cubicBezTo>
                  <a:cubicBezTo>
                    <a:pt x="26837" y="17237"/>
                    <a:pt x="26837" y="17237"/>
                    <a:pt x="26837" y="17237"/>
                  </a:cubicBezTo>
                  <a:lnTo>
                    <a:pt x="26837" y="24259"/>
                  </a:lnTo>
                  <a:lnTo>
                    <a:pt x="15336" y="24259"/>
                  </a:lnTo>
                  <a:cubicBezTo>
                    <a:pt x="7029" y="24259"/>
                    <a:pt x="0" y="31282"/>
                    <a:pt x="0" y="39581"/>
                  </a:cubicBezTo>
                  <a:lnTo>
                    <a:pt x="0" y="178113"/>
                  </a:lnTo>
                  <a:cubicBezTo>
                    <a:pt x="0" y="186412"/>
                    <a:pt x="7029" y="193435"/>
                    <a:pt x="15336" y="193435"/>
                  </a:cubicBezTo>
                  <a:lnTo>
                    <a:pt x="95849" y="193435"/>
                  </a:lnTo>
                  <a:cubicBezTo>
                    <a:pt x="104156" y="193435"/>
                    <a:pt x="111185" y="186412"/>
                    <a:pt x="111185" y="178113"/>
                  </a:cubicBezTo>
                  <a:lnTo>
                    <a:pt x="111185" y="139809"/>
                  </a:lnTo>
                  <a:lnTo>
                    <a:pt x="122686" y="139809"/>
                  </a:lnTo>
                  <a:cubicBezTo>
                    <a:pt x="126520" y="139809"/>
                    <a:pt x="129715" y="143001"/>
                    <a:pt x="129715" y="146832"/>
                  </a:cubicBezTo>
                  <a:lnTo>
                    <a:pt x="129715" y="173644"/>
                  </a:lnTo>
                  <a:cubicBezTo>
                    <a:pt x="129715" y="184497"/>
                    <a:pt x="138661" y="193435"/>
                    <a:pt x="149525" y="193435"/>
                  </a:cubicBezTo>
                  <a:lnTo>
                    <a:pt x="158470" y="193435"/>
                  </a:lnTo>
                  <a:cubicBezTo>
                    <a:pt x="169333" y="193435"/>
                    <a:pt x="178279" y="184497"/>
                    <a:pt x="178279" y="173644"/>
                  </a:cubicBezTo>
                  <a:lnTo>
                    <a:pt x="178279" y="86184"/>
                  </a:lnTo>
                  <a:lnTo>
                    <a:pt x="180835" y="86184"/>
                  </a:lnTo>
                  <a:cubicBezTo>
                    <a:pt x="191698" y="86184"/>
                    <a:pt x="200644" y="77246"/>
                    <a:pt x="200644" y="66394"/>
                  </a:cubicBezTo>
                  <a:cubicBezTo>
                    <a:pt x="200644" y="66394"/>
                    <a:pt x="200644" y="66394"/>
                    <a:pt x="200644" y="66394"/>
                  </a:cubicBezTo>
                  <a:lnTo>
                    <a:pt x="200644" y="54902"/>
                  </a:lnTo>
                  <a:cubicBezTo>
                    <a:pt x="203200" y="51710"/>
                    <a:pt x="205117" y="47880"/>
                    <a:pt x="205117" y="43411"/>
                  </a:cubicBezTo>
                  <a:lnTo>
                    <a:pt x="205117" y="34474"/>
                  </a:lnTo>
                  <a:cubicBezTo>
                    <a:pt x="205117" y="30643"/>
                    <a:pt x="202561" y="28090"/>
                    <a:pt x="198727" y="28090"/>
                  </a:cubicBezTo>
                  <a:close/>
                  <a:moveTo>
                    <a:pt x="39617" y="16598"/>
                  </a:moveTo>
                  <a:cubicBezTo>
                    <a:pt x="39617" y="15322"/>
                    <a:pt x="40896" y="14045"/>
                    <a:pt x="42173" y="14045"/>
                  </a:cubicBezTo>
                  <a:cubicBezTo>
                    <a:pt x="42173" y="14045"/>
                    <a:pt x="42173" y="14045"/>
                    <a:pt x="42173" y="14045"/>
                  </a:cubicBezTo>
                  <a:lnTo>
                    <a:pt x="69011" y="14045"/>
                  </a:lnTo>
                  <a:cubicBezTo>
                    <a:pt x="70289" y="14045"/>
                    <a:pt x="71567" y="15322"/>
                    <a:pt x="71567" y="16598"/>
                  </a:cubicBezTo>
                  <a:lnTo>
                    <a:pt x="71567" y="16598"/>
                  </a:lnTo>
                  <a:lnTo>
                    <a:pt x="71567" y="23621"/>
                  </a:lnTo>
                  <a:lnTo>
                    <a:pt x="39617" y="23621"/>
                  </a:lnTo>
                  <a:lnTo>
                    <a:pt x="39617" y="16598"/>
                  </a:lnTo>
                  <a:close/>
                  <a:moveTo>
                    <a:pt x="98405" y="177475"/>
                  </a:moveTo>
                  <a:cubicBezTo>
                    <a:pt x="98405" y="178752"/>
                    <a:pt x="97127" y="180028"/>
                    <a:pt x="95849" y="180028"/>
                  </a:cubicBezTo>
                  <a:lnTo>
                    <a:pt x="95849" y="180028"/>
                  </a:lnTo>
                  <a:lnTo>
                    <a:pt x="15336" y="180028"/>
                  </a:lnTo>
                  <a:cubicBezTo>
                    <a:pt x="14058" y="180028"/>
                    <a:pt x="12780" y="178752"/>
                    <a:pt x="12780" y="177475"/>
                  </a:cubicBezTo>
                  <a:lnTo>
                    <a:pt x="12780" y="177475"/>
                  </a:lnTo>
                  <a:lnTo>
                    <a:pt x="12780" y="38942"/>
                  </a:lnTo>
                  <a:cubicBezTo>
                    <a:pt x="12780" y="37666"/>
                    <a:pt x="14058" y="36389"/>
                    <a:pt x="15336" y="36389"/>
                  </a:cubicBezTo>
                  <a:lnTo>
                    <a:pt x="15336" y="36389"/>
                  </a:lnTo>
                  <a:lnTo>
                    <a:pt x="95849" y="36389"/>
                  </a:lnTo>
                  <a:cubicBezTo>
                    <a:pt x="97127" y="36389"/>
                    <a:pt x="98405" y="37666"/>
                    <a:pt x="98405" y="38942"/>
                  </a:cubicBezTo>
                  <a:lnTo>
                    <a:pt x="98405" y="38942"/>
                  </a:lnTo>
                  <a:lnTo>
                    <a:pt x="98405" y="177475"/>
                  </a:lnTo>
                  <a:close/>
                  <a:moveTo>
                    <a:pt x="192337" y="43411"/>
                  </a:moveTo>
                  <a:cubicBezTo>
                    <a:pt x="191698" y="45326"/>
                    <a:pt x="191059" y="46603"/>
                    <a:pt x="189781" y="47880"/>
                  </a:cubicBezTo>
                  <a:cubicBezTo>
                    <a:pt x="188503" y="49157"/>
                    <a:pt x="187864" y="50434"/>
                    <a:pt x="187864" y="52349"/>
                  </a:cubicBezTo>
                  <a:lnTo>
                    <a:pt x="187864" y="65755"/>
                  </a:lnTo>
                  <a:cubicBezTo>
                    <a:pt x="187864" y="69586"/>
                    <a:pt x="184669" y="72778"/>
                    <a:pt x="180835" y="72778"/>
                  </a:cubicBezTo>
                  <a:lnTo>
                    <a:pt x="162943" y="72778"/>
                  </a:lnTo>
                  <a:cubicBezTo>
                    <a:pt x="159110" y="72778"/>
                    <a:pt x="155915" y="69586"/>
                    <a:pt x="155915" y="65755"/>
                  </a:cubicBezTo>
                  <a:lnTo>
                    <a:pt x="155915" y="52349"/>
                  </a:lnTo>
                  <a:cubicBezTo>
                    <a:pt x="155915" y="50434"/>
                    <a:pt x="155275" y="49157"/>
                    <a:pt x="153997" y="47880"/>
                  </a:cubicBezTo>
                  <a:cubicBezTo>
                    <a:pt x="152720" y="46603"/>
                    <a:pt x="152080" y="45326"/>
                    <a:pt x="151441" y="43411"/>
                  </a:cubicBezTo>
                  <a:lnTo>
                    <a:pt x="151441" y="40858"/>
                  </a:lnTo>
                  <a:lnTo>
                    <a:pt x="192337" y="40858"/>
                  </a:lnTo>
                  <a:lnTo>
                    <a:pt x="192337" y="43411"/>
                  </a:lnTo>
                  <a:close/>
                </a:path>
              </a:pathLst>
            </a:custGeom>
            <a:solidFill>
              <a:srgbClr val="43B02A"/>
            </a:solidFill>
            <a:ln w="6390" cap="flat">
              <a:noFill/>
              <a:prstDash val="solid"/>
              <a:miter/>
            </a:ln>
          </p:spPr>
          <p:txBody>
            <a:bodyPr rtlCol="0" anchor="ctr"/>
            <a:lstStyle/>
            <a:p>
              <a:endParaRPr lang="en-US"/>
            </a:p>
          </p:txBody>
        </p:sp>
        <p:sp>
          <p:nvSpPr>
            <p:cNvPr id="592" name="Graphic 4">
              <a:extLst>
                <a:ext uri="{FF2B5EF4-FFF2-40B4-BE49-F238E27FC236}">
                  <a16:creationId xmlns:a16="http://schemas.microsoft.com/office/drawing/2014/main" id="{30C55AF6-11F3-3048-AB49-80C45E53EC97}"/>
                </a:ext>
              </a:extLst>
            </p:cNvPr>
            <p:cNvSpPr/>
            <p:nvPr/>
          </p:nvSpPr>
          <p:spPr>
            <a:xfrm>
              <a:off x="8938443" y="4442609"/>
              <a:ext cx="73723" cy="116992"/>
            </a:xfrm>
            <a:custGeom>
              <a:avLst/>
              <a:gdLst>
                <a:gd name="connsiteX0" fmla="*/ 66255 w 73723"/>
                <a:gd name="connsiteY0" fmla="*/ 39747 h 116992"/>
                <a:gd name="connsiteX1" fmla="*/ 49003 w 73723"/>
                <a:gd name="connsiteY1" fmla="*/ 42301 h 116992"/>
                <a:gd name="connsiteX2" fmla="*/ 55393 w 73723"/>
                <a:gd name="connsiteY2" fmla="*/ 7827 h 116992"/>
                <a:gd name="connsiteX3" fmla="*/ 50281 w 73723"/>
                <a:gd name="connsiteY3" fmla="*/ 166 h 116992"/>
                <a:gd name="connsiteX4" fmla="*/ 43891 w 73723"/>
                <a:gd name="connsiteY4" fmla="*/ 2720 h 116992"/>
                <a:gd name="connsiteX5" fmla="*/ 1078 w 73723"/>
                <a:gd name="connsiteY5" fmla="*/ 67198 h 116992"/>
                <a:gd name="connsiteX6" fmla="*/ 2996 w 73723"/>
                <a:gd name="connsiteY6" fmla="*/ 76136 h 116992"/>
                <a:gd name="connsiteX7" fmla="*/ 7468 w 73723"/>
                <a:gd name="connsiteY7" fmla="*/ 77412 h 116992"/>
                <a:gd name="connsiteX8" fmla="*/ 24721 w 73723"/>
                <a:gd name="connsiteY8" fmla="*/ 74859 h 116992"/>
                <a:gd name="connsiteX9" fmla="*/ 18331 w 73723"/>
                <a:gd name="connsiteY9" fmla="*/ 109332 h 116992"/>
                <a:gd name="connsiteX10" fmla="*/ 22165 w 73723"/>
                <a:gd name="connsiteY10" fmla="*/ 116355 h 116992"/>
                <a:gd name="connsiteX11" fmla="*/ 24721 w 73723"/>
                <a:gd name="connsiteY11" fmla="*/ 116993 h 116992"/>
                <a:gd name="connsiteX12" fmla="*/ 29833 w 73723"/>
                <a:gd name="connsiteY12" fmla="*/ 113801 h 116992"/>
                <a:gd name="connsiteX13" fmla="*/ 72645 w 73723"/>
                <a:gd name="connsiteY13" fmla="*/ 49323 h 116992"/>
                <a:gd name="connsiteX14" fmla="*/ 70729 w 73723"/>
                <a:gd name="connsiteY14" fmla="*/ 40385 h 116992"/>
                <a:gd name="connsiteX15" fmla="*/ 66255 w 73723"/>
                <a:gd name="connsiteY15" fmla="*/ 39747 h 116992"/>
                <a:gd name="connsiteX16" fmla="*/ 66255 w 73723"/>
                <a:gd name="connsiteY16" fmla="*/ 39747 h 116992"/>
                <a:gd name="connsiteX17" fmla="*/ 36223 w 73723"/>
                <a:gd name="connsiteY17" fmla="*/ 81243 h 116992"/>
                <a:gd name="connsiteX18" fmla="*/ 38779 w 73723"/>
                <a:gd name="connsiteY18" fmla="*/ 68475 h 116992"/>
                <a:gd name="connsiteX19" fmla="*/ 36862 w 73723"/>
                <a:gd name="connsiteY19" fmla="*/ 62729 h 116992"/>
                <a:gd name="connsiteX20" fmla="*/ 32389 w 73723"/>
                <a:gd name="connsiteY20" fmla="*/ 60814 h 116992"/>
                <a:gd name="connsiteX21" fmla="*/ 31111 w 73723"/>
                <a:gd name="connsiteY21" fmla="*/ 60814 h 116992"/>
                <a:gd name="connsiteX22" fmla="*/ 18970 w 73723"/>
                <a:gd name="connsiteY22" fmla="*/ 62729 h 116992"/>
                <a:gd name="connsiteX23" fmla="*/ 36862 w 73723"/>
                <a:gd name="connsiteY23" fmla="*/ 35917 h 116992"/>
                <a:gd name="connsiteX24" fmla="*/ 34306 w 73723"/>
                <a:gd name="connsiteY24" fmla="*/ 48684 h 116992"/>
                <a:gd name="connsiteX25" fmla="*/ 36223 w 73723"/>
                <a:gd name="connsiteY25" fmla="*/ 54430 h 116992"/>
                <a:gd name="connsiteX26" fmla="*/ 41974 w 73723"/>
                <a:gd name="connsiteY26" fmla="*/ 56345 h 116992"/>
                <a:gd name="connsiteX27" fmla="*/ 54115 w 73723"/>
                <a:gd name="connsiteY27" fmla="*/ 54430 h 116992"/>
                <a:gd name="connsiteX28" fmla="*/ 36223 w 73723"/>
                <a:gd name="connsiteY28" fmla="*/ 81243 h 116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3723" h="116992">
                  <a:moveTo>
                    <a:pt x="66255" y="39747"/>
                  </a:moveTo>
                  <a:lnTo>
                    <a:pt x="49003" y="42301"/>
                  </a:lnTo>
                  <a:lnTo>
                    <a:pt x="55393" y="7827"/>
                  </a:lnTo>
                  <a:cubicBezTo>
                    <a:pt x="56032" y="4635"/>
                    <a:pt x="53476" y="805"/>
                    <a:pt x="50281" y="166"/>
                  </a:cubicBezTo>
                  <a:cubicBezTo>
                    <a:pt x="47725" y="-472"/>
                    <a:pt x="45169" y="805"/>
                    <a:pt x="43891" y="2720"/>
                  </a:cubicBezTo>
                  <a:lnTo>
                    <a:pt x="1078" y="67198"/>
                  </a:lnTo>
                  <a:cubicBezTo>
                    <a:pt x="-839" y="70390"/>
                    <a:pt x="-199" y="74220"/>
                    <a:pt x="2996" y="76136"/>
                  </a:cubicBezTo>
                  <a:cubicBezTo>
                    <a:pt x="4273" y="76774"/>
                    <a:pt x="6191" y="77412"/>
                    <a:pt x="7468" y="77412"/>
                  </a:cubicBezTo>
                  <a:lnTo>
                    <a:pt x="24721" y="74859"/>
                  </a:lnTo>
                  <a:lnTo>
                    <a:pt x="18331" y="109332"/>
                  </a:lnTo>
                  <a:cubicBezTo>
                    <a:pt x="17692" y="112524"/>
                    <a:pt x="19609" y="115078"/>
                    <a:pt x="22165" y="116355"/>
                  </a:cubicBezTo>
                  <a:cubicBezTo>
                    <a:pt x="22804" y="116993"/>
                    <a:pt x="23443" y="116993"/>
                    <a:pt x="24721" y="116993"/>
                  </a:cubicBezTo>
                  <a:cubicBezTo>
                    <a:pt x="26638" y="116993"/>
                    <a:pt x="28555" y="115716"/>
                    <a:pt x="29833" y="113801"/>
                  </a:cubicBezTo>
                  <a:lnTo>
                    <a:pt x="72645" y="49323"/>
                  </a:lnTo>
                  <a:cubicBezTo>
                    <a:pt x="74563" y="46131"/>
                    <a:pt x="73924" y="42301"/>
                    <a:pt x="70729" y="40385"/>
                  </a:cubicBezTo>
                  <a:cubicBezTo>
                    <a:pt x="70090" y="39747"/>
                    <a:pt x="68173" y="39747"/>
                    <a:pt x="66255" y="39747"/>
                  </a:cubicBezTo>
                  <a:lnTo>
                    <a:pt x="66255" y="39747"/>
                  </a:lnTo>
                  <a:close/>
                  <a:moveTo>
                    <a:pt x="36223" y="81243"/>
                  </a:moveTo>
                  <a:lnTo>
                    <a:pt x="38779" y="68475"/>
                  </a:lnTo>
                  <a:cubicBezTo>
                    <a:pt x="39418" y="66560"/>
                    <a:pt x="38779" y="64644"/>
                    <a:pt x="36862" y="62729"/>
                  </a:cubicBezTo>
                  <a:cubicBezTo>
                    <a:pt x="35584" y="61452"/>
                    <a:pt x="34306" y="60814"/>
                    <a:pt x="32389" y="60814"/>
                  </a:cubicBezTo>
                  <a:lnTo>
                    <a:pt x="31111" y="60814"/>
                  </a:lnTo>
                  <a:lnTo>
                    <a:pt x="18970" y="62729"/>
                  </a:lnTo>
                  <a:lnTo>
                    <a:pt x="36862" y="35917"/>
                  </a:lnTo>
                  <a:lnTo>
                    <a:pt x="34306" y="48684"/>
                  </a:lnTo>
                  <a:cubicBezTo>
                    <a:pt x="33667" y="50600"/>
                    <a:pt x="34306" y="52515"/>
                    <a:pt x="36223" y="54430"/>
                  </a:cubicBezTo>
                  <a:cubicBezTo>
                    <a:pt x="37501" y="55707"/>
                    <a:pt x="39418" y="56345"/>
                    <a:pt x="41974" y="56345"/>
                  </a:cubicBezTo>
                  <a:lnTo>
                    <a:pt x="54115" y="54430"/>
                  </a:lnTo>
                  <a:lnTo>
                    <a:pt x="36223" y="81243"/>
                  </a:lnTo>
                  <a:close/>
                </a:path>
              </a:pathLst>
            </a:custGeom>
            <a:solidFill>
              <a:srgbClr val="43B02A"/>
            </a:solidFill>
            <a:ln w="6390" cap="flat">
              <a:noFill/>
              <a:prstDash val="solid"/>
              <a:miter/>
            </a:ln>
          </p:spPr>
          <p:txBody>
            <a:bodyPr rtlCol="0" anchor="ctr"/>
            <a:lstStyle/>
            <a:p>
              <a:endParaRPr lang="en-US"/>
            </a:p>
          </p:txBody>
        </p:sp>
      </p:grpSp>
      <p:grpSp>
        <p:nvGrpSpPr>
          <p:cNvPr id="593" name="Graphic 4">
            <a:extLst>
              <a:ext uri="{FF2B5EF4-FFF2-40B4-BE49-F238E27FC236}">
                <a16:creationId xmlns:a16="http://schemas.microsoft.com/office/drawing/2014/main" id="{E923554F-BF20-554A-B5A9-A3BA584AE74E}"/>
              </a:ext>
            </a:extLst>
          </p:cNvPr>
          <p:cNvGrpSpPr/>
          <p:nvPr/>
        </p:nvGrpSpPr>
        <p:grpSpPr>
          <a:xfrm>
            <a:off x="8852242" y="2371173"/>
            <a:ext cx="362309" cy="361971"/>
            <a:chOff x="7801474" y="2371173"/>
            <a:chExt cx="362309" cy="361971"/>
          </a:xfrm>
          <a:solidFill>
            <a:srgbClr val="43B02A"/>
          </a:solidFill>
        </p:grpSpPr>
        <p:sp>
          <p:nvSpPr>
            <p:cNvPr id="594" name="Graphic 4">
              <a:extLst>
                <a:ext uri="{FF2B5EF4-FFF2-40B4-BE49-F238E27FC236}">
                  <a16:creationId xmlns:a16="http://schemas.microsoft.com/office/drawing/2014/main" id="{52499902-55BE-2748-90B9-3B958D1A05BC}"/>
                </a:ext>
              </a:extLst>
            </p:cNvPr>
            <p:cNvSpPr/>
            <p:nvPr/>
          </p:nvSpPr>
          <p:spPr>
            <a:xfrm>
              <a:off x="7801474"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close/>
                </a:path>
              </a:pathLst>
            </a:custGeom>
            <a:solidFill>
              <a:srgbClr val="43B02A"/>
            </a:solidFill>
            <a:ln w="6390" cap="flat">
              <a:noFill/>
              <a:prstDash val="solid"/>
              <a:miter/>
            </a:ln>
          </p:spPr>
          <p:txBody>
            <a:bodyPr rtlCol="0" anchor="ctr"/>
            <a:lstStyle/>
            <a:p>
              <a:endParaRPr lang="en-US"/>
            </a:p>
          </p:txBody>
        </p:sp>
        <p:sp>
          <p:nvSpPr>
            <p:cNvPr id="595" name="Graphic 4">
              <a:extLst>
                <a:ext uri="{FF2B5EF4-FFF2-40B4-BE49-F238E27FC236}">
                  <a16:creationId xmlns:a16="http://schemas.microsoft.com/office/drawing/2014/main" id="{473581BB-8CEF-744F-B2CF-E1081DFD8E82}"/>
                </a:ext>
              </a:extLst>
            </p:cNvPr>
            <p:cNvSpPr/>
            <p:nvPr/>
          </p:nvSpPr>
          <p:spPr>
            <a:xfrm>
              <a:off x="7880070" y="2444589"/>
              <a:ext cx="206395" cy="215140"/>
            </a:xfrm>
            <a:custGeom>
              <a:avLst/>
              <a:gdLst>
                <a:gd name="connsiteX0" fmla="*/ 190420 w 206395"/>
                <a:gd name="connsiteY0" fmla="*/ 22344 h 215140"/>
                <a:gd name="connsiteX1" fmla="*/ 178918 w 206395"/>
                <a:gd name="connsiteY1" fmla="*/ 22344 h 215140"/>
                <a:gd name="connsiteX2" fmla="*/ 178918 w 206395"/>
                <a:gd name="connsiteY2" fmla="*/ 15322 h 215140"/>
                <a:gd name="connsiteX3" fmla="*/ 163583 w 206395"/>
                <a:gd name="connsiteY3" fmla="*/ 0 h 215140"/>
                <a:gd name="connsiteX4" fmla="*/ 163583 w 206395"/>
                <a:gd name="connsiteY4" fmla="*/ 0 h 215140"/>
                <a:gd name="connsiteX5" fmla="*/ 127799 w 206395"/>
                <a:gd name="connsiteY5" fmla="*/ 0 h 215140"/>
                <a:gd name="connsiteX6" fmla="*/ 112464 w 206395"/>
                <a:gd name="connsiteY6" fmla="*/ 15322 h 215140"/>
                <a:gd name="connsiteX7" fmla="*/ 112464 w 206395"/>
                <a:gd name="connsiteY7" fmla="*/ 22344 h 215140"/>
                <a:gd name="connsiteX8" fmla="*/ 100961 w 206395"/>
                <a:gd name="connsiteY8" fmla="*/ 22344 h 215140"/>
                <a:gd name="connsiteX9" fmla="*/ 85625 w 206395"/>
                <a:gd name="connsiteY9" fmla="*/ 37666 h 215140"/>
                <a:gd name="connsiteX10" fmla="*/ 85625 w 206395"/>
                <a:gd name="connsiteY10" fmla="*/ 37666 h 215140"/>
                <a:gd name="connsiteX11" fmla="*/ 85625 w 206395"/>
                <a:gd name="connsiteY11" fmla="*/ 51072 h 215140"/>
                <a:gd name="connsiteX12" fmla="*/ 86264 w 206395"/>
                <a:gd name="connsiteY12" fmla="*/ 54264 h 215140"/>
                <a:gd name="connsiteX13" fmla="*/ 80514 w 206395"/>
                <a:gd name="connsiteY13" fmla="*/ 54264 h 215140"/>
                <a:gd name="connsiteX14" fmla="*/ 0 w 206395"/>
                <a:gd name="connsiteY14" fmla="*/ 134702 h 215140"/>
                <a:gd name="connsiteX15" fmla="*/ 80514 w 206395"/>
                <a:gd name="connsiteY15" fmla="*/ 215140 h 215140"/>
                <a:gd name="connsiteX16" fmla="*/ 161027 w 206395"/>
                <a:gd name="connsiteY16" fmla="*/ 134702 h 215140"/>
                <a:gd name="connsiteX17" fmla="*/ 96489 w 206395"/>
                <a:gd name="connsiteY17" fmla="*/ 55541 h 215140"/>
                <a:gd name="connsiteX18" fmla="*/ 98405 w 206395"/>
                <a:gd name="connsiteY18" fmla="*/ 51072 h 215140"/>
                <a:gd name="connsiteX19" fmla="*/ 98405 w 206395"/>
                <a:gd name="connsiteY19" fmla="*/ 37027 h 215140"/>
                <a:gd name="connsiteX20" fmla="*/ 100961 w 206395"/>
                <a:gd name="connsiteY20" fmla="*/ 34474 h 215140"/>
                <a:gd name="connsiteX21" fmla="*/ 100961 w 206395"/>
                <a:gd name="connsiteY21" fmla="*/ 34474 h 215140"/>
                <a:gd name="connsiteX22" fmla="*/ 191059 w 206395"/>
                <a:gd name="connsiteY22" fmla="*/ 34474 h 215140"/>
                <a:gd name="connsiteX23" fmla="*/ 193615 w 206395"/>
                <a:gd name="connsiteY23" fmla="*/ 37027 h 215140"/>
                <a:gd name="connsiteX24" fmla="*/ 193615 w 206395"/>
                <a:gd name="connsiteY24" fmla="*/ 37027 h 215140"/>
                <a:gd name="connsiteX25" fmla="*/ 193615 w 206395"/>
                <a:gd name="connsiteY25" fmla="*/ 199180 h 215140"/>
                <a:gd name="connsiteX26" fmla="*/ 191059 w 206395"/>
                <a:gd name="connsiteY26" fmla="*/ 201734 h 215140"/>
                <a:gd name="connsiteX27" fmla="*/ 191059 w 206395"/>
                <a:gd name="connsiteY27" fmla="*/ 201734 h 215140"/>
                <a:gd name="connsiteX28" fmla="*/ 127799 w 206395"/>
                <a:gd name="connsiteY28" fmla="*/ 201734 h 215140"/>
                <a:gd name="connsiteX29" fmla="*/ 121409 w 206395"/>
                <a:gd name="connsiteY29" fmla="*/ 208118 h 215140"/>
                <a:gd name="connsiteX30" fmla="*/ 127799 w 206395"/>
                <a:gd name="connsiteY30" fmla="*/ 214502 h 215140"/>
                <a:gd name="connsiteX31" fmla="*/ 191059 w 206395"/>
                <a:gd name="connsiteY31" fmla="*/ 214502 h 215140"/>
                <a:gd name="connsiteX32" fmla="*/ 206395 w 206395"/>
                <a:gd name="connsiteY32" fmla="*/ 199180 h 215140"/>
                <a:gd name="connsiteX33" fmla="*/ 206395 w 206395"/>
                <a:gd name="connsiteY33" fmla="*/ 37027 h 215140"/>
                <a:gd name="connsiteX34" fmla="*/ 190420 w 206395"/>
                <a:gd name="connsiteY34" fmla="*/ 22344 h 215140"/>
                <a:gd name="connsiteX35" fmla="*/ 148247 w 206395"/>
                <a:gd name="connsiteY35" fmla="*/ 134702 h 215140"/>
                <a:gd name="connsiteX36" fmla="*/ 80514 w 206395"/>
                <a:gd name="connsiteY36" fmla="*/ 203011 h 215140"/>
                <a:gd name="connsiteX37" fmla="*/ 12141 w 206395"/>
                <a:gd name="connsiteY37" fmla="*/ 135341 h 215140"/>
                <a:gd name="connsiteX38" fmla="*/ 79874 w 206395"/>
                <a:gd name="connsiteY38" fmla="*/ 67032 h 215140"/>
                <a:gd name="connsiteX39" fmla="*/ 79874 w 206395"/>
                <a:gd name="connsiteY39" fmla="*/ 67032 h 215140"/>
                <a:gd name="connsiteX40" fmla="*/ 148247 w 206395"/>
                <a:gd name="connsiteY40" fmla="*/ 134702 h 215140"/>
                <a:gd name="connsiteX41" fmla="*/ 148247 w 206395"/>
                <a:gd name="connsiteY41" fmla="*/ 134702 h 215140"/>
                <a:gd name="connsiteX42" fmla="*/ 148247 w 206395"/>
                <a:gd name="connsiteY42" fmla="*/ 134702 h 215140"/>
                <a:gd name="connsiteX43" fmla="*/ 124604 w 206395"/>
                <a:gd name="connsiteY43" fmla="*/ 15322 h 215140"/>
                <a:gd name="connsiteX44" fmla="*/ 127160 w 206395"/>
                <a:gd name="connsiteY44" fmla="*/ 12768 h 215140"/>
                <a:gd name="connsiteX45" fmla="*/ 127160 w 206395"/>
                <a:gd name="connsiteY45" fmla="*/ 12768 h 215140"/>
                <a:gd name="connsiteX46" fmla="*/ 162943 w 206395"/>
                <a:gd name="connsiteY46" fmla="*/ 12768 h 215140"/>
                <a:gd name="connsiteX47" fmla="*/ 165500 w 206395"/>
                <a:gd name="connsiteY47" fmla="*/ 15322 h 215140"/>
                <a:gd name="connsiteX48" fmla="*/ 165500 w 206395"/>
                <a:gd name="connsiteY48" fmla="*/ 15322 h 215140"/>
                <a:gd name="connsiteX49" fmla="*/ 165500 w 206395"/>
                <a:gd name="connsiteY49" fmla="*/ 22344 h 215140"/>
                <a:gd name="connsiteX50" fmla="*/ 123965 w 206395"/>
                <a:gd name="connsiteY50" fmla="*/ 22344 h 215140"/>
                <a:gd name="connsiteX51" fmla="*/ 124604 w 206395"/>
                <a:gd name="connsiteY51" fmla="*/ 15322 h 215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06395" h="215140">
                  <a:moveTo>
                    <a:pt x="190420" y="22344"/>
                  </a:moveTo>
                  <a:lnTo>
                    <a:pt x="178918" y="22344"/>
                  </a:lnTo>
                  <a:lnTo>
                    <a:pt x="178918" y="15322"/>
                  </a:lnTo>
                  <a:cubicBezTo>
                    <a:pt x="178918" y="7022"/>
                    <a:pt x="171889" y="0"/>
                    <a:pt x="163583" y="0"/>
                  </a:cubicBezTo>
                  <a:lnTo>
                    <a:pt x="163583" y="0"/>
                  </a:lnTo>
                  <a:lnTo>
                    <a:pt x="127799" y="0"/>
                  </a:lnTo>
                  <a:cubicBezTo>
                    <a:pt x="119492" y="0"/>
                    <a:pt x="112464" y="7022"/>
                    <a:pt x="112464" y="15322"/>
                  </a:cubicBezTo>
                  <a:lnTo>
                    <a:pt x="112464" y="22344"/>
                  </a:lnTo>
                  <a:lnTo>
                    <a:pt x="100961" y="22344"/>
                  </a:lnTo>
                  <a:cubicBezTo>
                    <a:pt x="92654" y="22344"/>
                    <a:pt x="85625" y="29366"/>
                    <a:pt x="85625" y="37666"/>
                  </a:cubicBezTo>
                  <a:lnTo>
                    <a:pt x="85625" y="37666"/>
                  </a:lnTo>
                  <a:lnTo>
                    <a:pt x="85625" y="51072"/>
                  </a:lnTo>
                  <a:cubicBezTo>
                    <a:pt x="85625" y="52349"/>
                    <a:pt x="85625" y="52987"/>
                    <a:pt x="86264" y="54264"/>
                  </a:cubicBezTo>
                  <a:cubicBezTo>
                    <a:pt x="84348" y="54264"/>
                    <a:pt x="82430" y="54264"/>
                    <a:pt x="80514" y="54264"/>
                  </a:cubicBezTo>
                  <a:cubicBezTo>
                    <a:pt x="35784" y="54264"/>
                    <a:pt x="0" y="90653"/>
                    <a:pt x="0" y="134702"/>
                  </a:cubicBezTo>
                  <a:cubicBezTo>
                    <a:pt x="0" y="179390"/>
                    <a:pt x="36423" y="215140"/>
                    <a:pt x="80514" y="215140"/>
                  </a:cubicBezTo>
                  <a:cubicBezTo>
                    <a:pt x="125243" y="215140"/>
                    <a:pt x="161027" y="178752"/>
                    <a:pt x="161027" y="134702"/>
                  </a:cubicBezTo>
                  <a:cubicBezTo>
                    <a:pt x="161027" y="96398"/>
                    <a:pt x="134189" y="63202"/>
                    <a:pt x="96489" y="55541"/>
                  </a:cubicBezTo>
                  <a:cubicBezTo>
                    <a:pt x="97766" y="54264"/>
                    <a:pt x="98405" y="52987"/>
                    <a:pt x="98405" y="51072"/>
                  </a:cubicBezTo>
                  <a:lnTo>
                    <a:pt x="98405" y="37027"/>
                  </a:lnTo>
                  <a:cubicBezTo>
                    <a:pt x="98405" y="35750"/>
                    <a:pt x="99684" y="34474"/>
                    <a:pt x="100961" y="34474"/>
                  </a:cubicBezTo>
                  <a:lnTo>
                    <a:pt x="100961" y="34474"/>
                  </a:lnTo>
                  <a:lnTo>
                    <a:pt x="191059" y="34474"/>
                  </a:lnTo>
                  <a:cubicBezTo>
                    <a:pt x="192338" y="34474"/>
                    <a:pt x="193615" y="35750"/>
                    <a:pt x="193615" y="37027"/>
                  </a:cubicBezTo>
                  <a:cubicBezTo>
                    <a:pt x="193615" y="37027"/>
                    <a:pt x="193615" y="37027"/>
                    <a:pt x="193615" y="37027"/>
                  </a:cubicBezTo>
                  <a:lnTo>
                    <a:pt x="193615" y="199180"/>
                  </a:lnTo>
                  <a:cubicBezTo>
                    <a:pt x="193615" y="200457"/>
                    <a:pt x="192338" y="201734"/>
                    <a:pt x="191059" y="201734"/>
                  </a:cubicBezTo>
                  <a:cubicBezTo>
                    <a:pt x="191059" y="201734"/>
                    <a:pt x="191059" y="201734"/>
                    <a:pt x="191059" y="201734"/>
                  </a:cubicBezTo>
                  <a:lnTo>
                    <a:pt x="127799" y="201734"/>
                  </a:lnTo>
                  <a:cubicBezTo>
                    <a:pt x="123965" y="201734"/>
                    <a:pt x="121409" y="204287"/>
                    <a:pt x="121409" y="208118"/>
                  </a:cubicBezTo>
                  <a:cubicBezTo>
                    <a:pt x="121409" y="211948"/>
                    <a:pt x="123965" y="214502"/>
                    <a:pt x="127799" y="214502"/>
                  </a:cubicBezTo>
                  <a:lnTo>
                    <a:pt x="191059" y="214502"/>
                  </a:lnTo>
                  <a:cubicBezTo>
                    <a:pt x="199367" y="214502"/>
                    <a:pt x="206395" y="207479"/>
                    <a:pt x="206395" y="199180"/>
                  </a:cubicBezTo>
                  <a:lnTo>
                    <a:pt x="206395" y="37027"/>
                  </a:lnTo>
                  <a:cubicBezTo>
                    <a:pt x="205756" y="29366"/>
                    <a:pt x="198728" y="22344"/>
                    <a:pt x="190420" y="22344"/>
                  </a:cubicBezTo>
                  <a:close/>
                  <a:moveTo>
                    <a:pt x="148247" y="134702"/>
                  </a:moveTo>
                  <a:cubicBezTo>
                    <a:pt x="148247" y="172368"/>
                    <a:pt x="117575" y="203011"/>
                    <a:pt x="80514" y="203011"/>
                  </a:cubicBezTo>
                  <a:cubicBezTo>
                    <a:pt x="43452" y="203011"/>
                    <a:pt x="12141" y="172368"/>
                    <a:pt x="12141" y="135341"/>
                  </a:cubicBezTo>
                  <a:cubicBezTo>
                    <a:pt x="12141" y="97675"/>
                    <a:pt x="42813" y="67032"/>
                    <a:pt x="79874" y="67032"/>
                  </a:cubicBezTo>
                  <a:cubicBezTo>
                    <a:pt x="79874" y="67032"/>
                    <a:pt x="79874" y="67032"/>
                    <a:pt x="79874" y="67032"/>
                  </a:cubicBezTo>
                  <a:cubicBezTo>
                    <a:pt x="117575" y="66394"/>
                    <a:pt x="148247" y="97037"/>
                    <a:pt x="148247" y="134702"/>
                  </a:cubicBezTo>
                  <a:cubicBezTo>
                    <a:pt x="148247" y="134702"/>
                    <a:pt x="148247" y="134702"/>
                    <a:pt x="148247" y="134702"/>
                  </a:cubicBezTo>
                  <a:lnTo>
                    <a:pt x="148247" y="134702"/>
                  </a:lnTo>
                  <a:close/>
                  <a:moveTo>
                    <a:pt x="124604" y="15322"/>
                  </a:moveTo>
                  <a:cubicBezTo>
                    <a:pt x="124604" y="14045"/>
                    <a:pt x="125882" y="12768"/>
                    <a:pt x="127160" y="12768"/>
                  </a:cubicBezTo>
                  <a:cubicBezTo>
                    <a:pt x="127160" y="12768"/>
                    <a:pt x="127160" y="12768"/>
                    <a:pt x="127160" y="12768"/>
                  </a:cubicBezTo>
                  <a:lnTo>
                    <a:pt x="162943" y="12768"/>
                  </a:lnTo>
                  <a:cubicBezTo>
                    <a:pt x="164222" y="12768"/>
                    <a:pt x="165500" y="14045"/>
                    <a:pt x="165500" y="15322"/>
                  </a:cubicBezTo>
                  <a:lnTo>
                    <a:pt x="165500" y="15322"/>
                  </a:lnTo>
                  <a:lnTo>
                    <a:pt x="165500" y="22344"/>
                  </a:lnTo>
                  <a:lnTo>
                    <a:pt x="123965" y="22344"/>
                  </a:lnTo>
                  <a:lnTo>
                    <a:pt x="124604" y="15322"/>
                  </a:lnTo>
                  <a:close/>
                </a:path>
              </a:pathLst>
            </a:custGeom>
            <a:solidFill>
              <a:srgbClr val="43B02A"/>
            </a:solidFill>
            <a:ln w="6390" cap="flat">
              <a:noFill/>
              <a:prstDash val="solid"/>
              <a:miter/>
            </a:ln>
          </p:spPr>
          <p:txBody>
            <a:bodyPr rtlCol="0" anchor="ctr"/>
            <a:lstStyle/>
            <a:p>
              <a:endParaRPr lang="en-US"/>
            </a:p>
          </p:txBody>
        </p:sp>
        <p:sp>
          <p:nvSpPr>
            <p:cNvPr id="596" name="Graphic 4">
              <a:extLst>
                <a:ext uri="{FF2B5EF4-FFF2-40B4-BE49-F238E27FC236}">
                  <a16:creationId xmlns:a16="http://schemas.microsoft.com/office/drawing/2014/main" id="{BF3EBB23-F6AA-6C45-9A2C-1D3D5DE8B0E4}"/>
                </a:ext>
              </a:extLst>
            </p:cNvPr>
            <p:cNvSpPr/>
            <p:nvPr/>
          </p:nvSpPr>
          <p:spPr>
            <a:xfrm>
              <a:off x="7920075" y="2521321"/>
              <a:ext cx="76349" cy="116702"/>
            </a:xfrm>
            <a:custGeom>
              <a:avLst/>
              <a:gdLst>
                <a:gd name="connsiteX0" fmla="*/ 890 w 76349"/>
                <a:gd name="connsiteY0" fmla="*/ 67546 h 116702"/>
                <a:gd name="connsiteX1" fmla="*/ 6642 w 76349"/>
                <a:gd name="connsiteY1" fmla="*/ 71376 h 116702"/>
                <a:gd name="connsiteX2" fmla="*/ 21978 w 76349"/>
                <a:gd name="connsiteY2" fmla="*/ 71376 h 116702"/>
                <a:gd name="connsiteX3" fmla="*/ 18144 w 76349"/>
                <a:gd name="connsiteY3" fmla="*/ 109680 h 116702"/>
                <a:gd name="connsiteX4" fmla="*/ 21978 w 76349"/>
                <a:gd name="connsiteY4" fmla="*/ 116064 h 116702"/>
                <a:gd name="connsiteX5" fmla="*/ 24534 w 76349"/>
                <a:gd name="connsiteY5" fmla="*/ 116702 h 116702"/>
                <a:gd name="connsiteX6" fmla="*/ 29645 w 76349"/>
                <a:gd name="connsiteY6" fmla="*/ 114149 h 116702"/>
                <a:gd name="connsiteX7" fmla="*/ 75014 w 76349"/>
                <a:gd name="connsiteY7" fmla="*/ 55416 h 116702"/>
                <a:gd name="connsiteX8" fmla="*/ 75653 w 76349"/>
                <a:gd name="connsiteY8" fmla="*/ 49032 h 116702"/>
                <a:gd name="connsiteX9" fmla="*/ 69902 w 76349"/>
                <a:gd name="connsiteY9" fmla="*/ 45202 h 116702"/>
                <a:gd name="connsiteX10" fmla="*/ 54566 w 76349"/>
                <a:gd name="connsiteY10" fmla="*/ 45202 h 116702"/>
                <a:gd name="connsiteX11" fmla="*/ 58400 w 76349"/>
                <a:gd name="connsiteY11" fmla="*/ 6898 h 116702"/>
                <a:gd name="connsiteX12" fmla="*/ 54566 w 76349"/>
                <a:gd name="connsiteY12" fmla="*/ 514 h 116702"/>
                <a:gd name="connsiteX13" fmla="*/ 46898 w 76349"/>
                <a:gd name="connsiteY13" fmla="*/ 2429 h 116702"/>
                <a:gd name="connsiteX14" fmla="*/ 1529 w 76349"/>
                <a:gd name="connsiteY14" fmla="*/ 61162 h 116702"/>
                <a:gd name="connsiteX15" fmla="*/ 890 w 76349"/>
                <a:gd name="connsiteY15" fmla="*/ 67546 h 116702"/>
                <a:gd name="connsiteX16" fmla="*/ 43064 w 76349"/>
                <a:gd name="connsiteY16" fmla="*/ 27327 h 116702"/>
                <a:gd name="connsiteX17" fmla="*/ 40509 w 76349"/>
                <a:gd name="connsiteY17" fmla="*/ 50309 h 116702"/>
                <a:gd name="connsiteX18" fmla="*/ 41786 w 76349"/>
                <a:gd name="connsiteY18" fmla="*/ 55416 h 116702"/>
                <a:gd name="connsiteX19" fmla="*/ 46898 w 76349"/>
                <a:gd name="connsiteY19" fmla="*/ 57331 h 116702"/>
                <a:gd name="connsiteX20" fmla="*/ 56483 w 76349"/>
                <a:gd name="connsiteY20" fmla="*/ 57331 h 116702"/>
                <a:gd name="connsiteX21" fmla="*/ 32840 w 76349"/>
                <a:gd name="connsiteY21" fmla="*/ 87975 h 116702"/>
                <a:gd name="connsiteX22" fmla="*/ 35396 w 76349"/>
                <a:gd name="connsiteY22" fmla="*/ 64992 h 116702"/>
                <a:gd name="connsiteX23" fmla="*/ 33479 w 76349"/>
                <a:gd name="connsiteY23" fmla="*/ 59885 h 116702"/>
                <a:gd name="connsiteX24" fmla="*/ 29006 w 76349"/>
                <a:gd name="connsiteY24" fmla="*/ 57970 h 116702"/>
                <a:gd name="connsiteX25" fmla="*/ 19421 w 76349"/>
                <a:gd name="connsiteY25" fmla="*/ 57970 h 116702"/>
                <a:gd name="connsiteX26" fmla="*/ 43064 w 76349"/>
                <a:gd name="connsiteY26" fmla="*/ 27327 h 116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6349" h="116702">
                  <a:moveTo>
                    <a:pt x="890" y="67546"/>
                  </a:moveTo>
                  <a:cubicBezTo>
                    <a:pt x="2169" y="69461"/>
                    <a:pt x="4085" y="71376"/>
                    <a:pt x="6642" y="71376"/>
                  </a:cubicBezTo>
                  <a:lnTo>
                    <a:pt x="21978" y="71376"/>
                  </a:lnTo>
                  <a:lnTo>
                    <a:pt x="18144" y="109680"/>
                  </a:lnTo>
                  <a:cubicBezTo>
                    <a:pt x="18144" y="112234"/>
                    <a:pt x="19421" y="114787"/>
                    <a:pt x="21978" y="116064"/>
                  </a:cubicBezTo>
                  <a:cubicBezTo>
                    <a:pt x="22616" y="116064"/>
                    <a:pt x="23255" y="116702"/>
                    <a:pt x="24534" y="116702"/>
                  </a:cubicBezTo>
                  <a:cubicBezTo>
                    <a:pt x="26450" y="116702"/>
                    <a:pt x="28368" y="116064"/>
                    <a:pt x="29645" y="114149"/>
                  </a:cubicBezTo>
                  <a:lnTo>
                    <a:pt x="75014" y="55416"/>
                  </a:lnTo>
                  <a:cubicBezTo>
                    <a:pt x="76292" y="53501"/>
                    <a:pt x="76931" y="50947"/>
                    <a:pt x="75653" y="49032"/>
                  </a:cubicBezTo>
                  <a:cubicBezTo>
                    <a:pt x="74375" y="47117"/>
                    <a:pt x="72458" y="45202"/>
                    <a:pt x="69902" y="45202"/>
                  </a:cubicBezTo>
                  <a:lnTo>
                    <a:pt x="54566" y="45202"/>
                  </a:lnTo>
                  <a:lnTo>
                    <a:pt x="58400" y="6898"/>
                  </a:lnTo>
                  <a:cubicBezTo>
                    <a:pt x="58400" y="4344"/>
                    <a:pt x="57122" y="1791"/>
                    <a:pt x="54566" y="514"/>
                  </a:cubicBezTo>
                  <a:cubicBezTo>
                    <a:pt x="52010" y="-763"/>
                    <a:pt x="48815" y="514"/>
                    <a:pt x="46898" y="2429"/>
                  </a:cubicBezTo>
                  <a:lnTo>
                    <a:pt x="1529" y="61162"/>
                  </a:lnTo>
                  <a:cubicBezTo>
                    <a:pt x="-387" y="62439"/>
                    <a:pt x="-387" y="64992"/>
                    <a:pt x="890" y="67546"/>
                  </a:cubicBezTo>
                  <a:close/>
                  <a:moveTo>
                    <a:pt x="43064" y="27327"/>
                  </a:moveTo>
                  <a:lnTo>
                    <a:pt x="40509" y="50309"/>
                  </a:lnTo>
                  <a:cubicBezTo>
                    <a:pt x="40509" y="52224"/>
                    <a:pt x="41147" y="54139"/>
                    <a:pt x="41786" y="55416"/>
                  </a:cubicBezTo>
                  <a:cubicBezTo>
                    <a:pt x="43064" y="56693"/>
                    <a:pt x="44981" y="57331"/>
                    <a:pt x="46898" y="57331"/>
                  </a:cubicBezTo>
                  <a:lnTo>
                    <a:pt x="56483" y="57331"/>
                  </a:lnTo>
                  <a:lnTo>
                    <a:pt x="32840" y="87975"/>
                  </a:lnTo>
                  <a:lnTo>
                    <a:pt x="35396" y="64992"/>
                  </a:lnTo>
                  <a:cubicBezTo>
                    <a:pt x="35396" y="63077"/>
                    <a:pt x="34757" y="61162"/>
                    <a:pt x="33479" y="59885"/>
                  </a:cubicBezTo>
                  <a:cubicBezTo>
                    <a:pt x="32201" y="58608"/>
                    <a:pt x="30284" y="57970"/>
                    <a:pt x="29006" y="57970"/>
                  </a:cubicBezTo>
                  <a:lnTo>
                    <a:pt x="19421" y="57970"/>
                  </a:lnTo>
                  <a:lnTo>
                    <a:pt x="43064" y="27327"/>
                  </a:lnTo>
                  <a:close/>
                </a:path>
              </a:pathLst>
            </a:custGeom>
            <a:solidFill>
              <a:srgbClr val="43B02A"/>
            </a:solidFill>
            <a:ln w="6390" cap="flat">
              <a:noFill/>
              <a:prstDash val="solid"/>
              <a:miter/>
            </a:ln>
          </p:spPr>
          <p:txBody>
            <a:bodyPr rtlCol="0" anchor="ctr"/>
            <a:lstStyle/>
            <a:p>
              <a:endParaRPr lang="en-US"/>
            </a:p>
          </p:txBody>
        </p:sp>
      </p:grpSp>
      <p:grpSp>
        <p:nvGrpSpPr>
          <p:cNvPr id="597" name="Graphic 4">
            <a:extLst>
              <a:ext uri="{FF2B5EF4-FFF2-40B4-BE49-F238E27FC236}">
                <a16:creationId xmlns:a16="http://schemas.microsoft.com/office/drawing/2014/main" id="{83FF0C62-08D1-6D47-AF4D-F0B6C4CE7D54}"/>
              </a:ext>
            </a:extLst>
          </p:cNvPr>
          <p:cNvGrpSpPr/>
          <p:nvPr/>
        </p:nvGrpSpPr>
        <p:grpSpPr>
          <a:xfrm>
            <a:off x="9891245" y="2371173"/>
            <a:ext cx="362312" cy="361971"/>
            <a:chOff x="8840477" y="2371173"/>
            <a:chExt cx="362312" cy="361971"/>
          </a:xfrm>
          <a:solidFill>
            <a:srgbClr val="43B02A"/>
          </a:solidFill>
        </p:grpSpPr>
        <p:sp>
          <p:nvSpPr>
            <p:cNvPr id="598" name="Graphic 4">
              <a:extLst>
                <a:ext uri="{FF2B5EF4-FFF2-40B4-BE49-F238E27FC236}">
                  <a16:creationId xmlns:a16="http://schemas.microsoft.com/office/drawing/2014/main" id="{C153F904-454A-6943-9FD2-89BF0FEA4398}"/>
                </a:ext>
              </a:extLst>
            </p:cNvPr>
            <p:cNvSpPr/>
            <p:nvPr/>
          </p:nvSpPr>
          <p:spPr>
            <a:xfrm>
              <a:off x="8840477" y="237117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9204"/>
                    <a:pt x="181474" y="349204"/>
                  </a:cubicBezTo>
                  <a:close/>
                </a:path>
              </a:pathLst>
            </a:custGeom>
            <a:solidFill>
              <a:srgbClr val="43B02A"/>
            </a:solidFill>
            <a:ln w="6390" cap="flat">
              <a:noFill/>
              <a:prstDash val="solid"/>
              <a:miter/>
            </a:ln>
          </p:spPr>
          <p:txBody>
            <a:bodyPr rtlCol="0" anchor="ctr"/>
            <a:lstStyle/>
            <a:p>
              <a:endParaRPr lang="en-US"/>
            </a:p>
          </p:txBody>
        </p:sp>
        <p:sp>
          <p:nvSpPr>
            <p:cNvPr id="599" name="Graphic 4">
              <a:extLst>
                <a:ext uri="{FF2B5EF4-FFF2-40B4-BE49-F238E27FC236}">
                  <a16:creationId xmlns:a16="http://schemas.microsoft.com/office/drawing/2014/main" id="{EFABA1B7-9484-4D42-A01D-03773FBF5CB1}"/>
                </a:ext>
              </a:extLst>
            </p:cNvPr>
            <p:cNvSpPr/>
            <p:nvPr/>
          </p:nvSpPr>
          <p:spPr>
            <a:xfrm>
              <a:off x="8900421" y="2442338"/>
              <a:ext cx="58270" cy="173980"/>
            </a:xfrm>
            <a:custGeom>
              <a:avLst/>
              <a:gdLst>
                <a:gd name="connsiteX0" fmla="*/ 53158 w 58270"/>
                <a:gd name="connsiteY0" fmla="*/ 336 h 173980"/>
                <a:gd name="connsiteX1" fmla="*/ 45491 w 58270"/>
                <a:gd name="connsiteY1" fmla="*/ 4805 h 173980"/>
                <a:gd name="connsiteX2" fmla="*/ 45491 w 58270"/>
                <a:gd name="connsiteY2" fmla="*/ 4805 h 173980"/>
                <a:gd name="connsiteX3" fmla="*/ 122 w 58270"/>
                <a:gd name="connsiteY3" fmla="*/ 166319 h 173980"/>
                <a:gd name="connsiteX4" fmla="*/ 4595 w 58270"/>
                <a:gd name="connsiteY4" fmla="*/ 173980 h 173980"/>
                <a:gd name="connsiteX5" fmla="*/ 4595 w 58270"/>
                <a:gd name="connsiteY5" fmla="*/ 173980 h 173980"/>
                <a:gd name="connsiteX6" fmla="*/ 6512 w 58270"/>
                <a:gd name="connsiteY6" fmla="*/ 173980 h 173980"/>
                <a:gd name="connsiteX7" fmla="*/ 12902 w 58270"/>
                <a:gd name="connsiteY7" fmla="*/ 169511 h 173980"/>
                <a:gd name="connsiteX8" fmla="*/ 58271 w 58270"/>
                <a:gd name="connsiteY8" fmla="*/ 7997 h 173980"/>
                <a:gd name="connsiteX9" fmla="*/ 53158 w 58270"/>
                <a:gd name="connsiteY9" fmla="*/ 336 h 173980"/>
                <a:gd name="connsiteX10" fmla="*/ 53158 w 58270"/>
                <a:gd name="connsiteY10" fmla="*/ 336 h 17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270" h="173980">
                  <a:moveTo>
                    <a:pt x="53158" y="336"/>
                  </a:moveTo>
                  <a:cubicBezTo>
                    <a:pt x="49963" y="-941"/>
                    <a:pt x="46130" y="1613"/>
                    <a:pt x="45491" y="4805"/>
                  </a:cubicBezTo>
                  <a:cubicBezTo>
                    <a:pt x="45491" y="4805"/>
                    <a:pt x="45491" y="4805"/>
                    <a:pt x="45491" y="4805"/>
                  </a:cubicBezTo>
                  <a:lnTo>
                    <a:pt x="122" y="166319"/>
                  </a:lnTo>
                  <a:cubicBezTo>
                    <a:pt x="-516" y="169511"/>
                    <a:pt x="1400" y="173342"/>
                    <a:pt x="4595" y="173980"/>
                  </a:cubicBezTo>
                  <a:cubicBezTo>
                    <a:pt x="4595" y="173980"/>
                    <a:pt x="4595" y="173980"/>
                    <a:pt x="4595" y="173980"/>
                  </a:cubicBezTo>
                  <a:cubicBezTo>
                    <a:pt x="5234" y="173980"/>
                    <a:pt x="5874" y="173980"/>
                    <a:pt x="6512" y="173980"/>
                  </a:cubicBezTo>
                  <a:cubicBezTo>
                    <a:pt x="9707" y="173980"/>
                    <a:pt x="12263" y="172065"/>
                    <a:pt x="12902" y="169511"/>
                  </a:cubicBezTo>
                  <a:lnTo>
                    <a:pt x="58271" y="7997"/>
                  </a:lnTo>
                  <a:cubicBezTo>
                    <a:pt x="58271" y="4805"/>
                    <a:pt x="56353" y="974"/>
                    <a:pt x="53158" y="336"/>
                  </a:cubicBezTo>
                  <a:cubicBezTo>
                    <a:pt x="53158" y="336"/>
                    <a:pt x="53158" y="336"/>
                    <a:pt x="53158" y="336"/>
                  </a:cubicBezTo>
                  <a:close/>
                </a:path>
              </a:pathLst>
            </a:custGeom>
            <a:solidFill>
              <a:srgbClr val="43B02A"/>
            </a:solidFill>
            <a:ln w="6390" cap="flat">
              <a:noFill/>
              <a:prstDash val="solid"/>
              <a:miter/>
            </a:ln>
          </p:spPr>
          <p:txBody>
            <a:bodyPr rtlCol="0" anchor="ctr"/>
            <a:lstStyle/>
            <a:p>
              <a:endParaRPr lang="en-US"/>
            </a:p>
          </p:txBody>
        </p:sp>
        <p:sp>
          <p:nvSpPr>
            <p:cNvPr id="600" name="Graphic 4">
              <a:extLst>
                <a:ext uri="{FF2B5EF4-FFF2-40B4-BE49-F238E27FC236}">
                  <a16:creationId xmlns:a16="http://schemas.microsoft.com/office/drawing/2014/main" id="{FA5C7000-110F-634A-8BFC-44CABCD863FA}"/>
                </a:ext>
              </a:extLst>
            </p:cNvPr>
            <p:cNvSpPr/>
            <p:nvPr/>
          </p:nvSpPr>
          <p:spPr>
            <a:xfrm>
              <a:off x="9017143" y="2442338"/>
              <a:ext cx="31769" cy="83426"/>
            </a:xfrm>
            <a:custGeom>
              <a:avLst/>
              <a:gdLst>
                <a:gd name="connsiteX0" fmla="*/ 18867 w 31769"/>
                <a:gd name="connsiteY0" fmla="*/ 78859 h 83426"/>
                <a:gd name="connsiteX1" fmla="*/ 25257 w 31769"/>
                <a:gd name="connsiteY1" fmla="*/ 83328 h 83426"/>
                <a:gd name="connsiteX2" fmla="*/ 27174 w 31769"/>
                <a:gd name="connsiteY2" fmla="*/ 83328 h 83426"/>
                <a:gd name="connsiteX3" fmla="*/ 31647 w 31769"/>
                <a:gd name="connsiteY3" fmla="*/ 75667 h 83426"/>
                <a:gd name="connsiteX4" fmla="*/ 12477 w 31769"/>
                <a:gd name="connsiteY4" fmla="*/ 4805 h 83426"/>
                <a:gd name="connsiteX5" fmla="*/ 4809 w 31769"/>
                <a:gd name="connsiteY5" fmla="*/ 336 h 83426"/>
                <a:gd name="connsiteX6" fmla="*/ 336 w 31769"/>
                <a:gd name="connsiteY6" fmla="*/ 7997 h 83426"/>
                <a:gd name="connsiteX7" fmla="*/ 336 w 31769"/>
                <a:gd name="connsiteY7" fmla="*/ 8635 h 83426"/>
                <a:gd name="connsiteX8" fmla="*/ 18867 w 31769"/>
                <a:gd name="connsiteY8" fmla="*/ 78859 h 83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69" h="83426">
                  <a:moveTo>
                    <a:pt x="18867" y="78859"/>
                  </a:moveTo>
                  <a:cubicBezTo>
                    <a:pt x="19506" y="81412"/>
                    <a:pt x="22062" y="83966"/>
                    <a:pt x="25257" y="83328"/>
                  </a:cubicBezTo>
                  <a:cubicBezTo>
                    <a:pt x="25896" y="83328"/>
                    <a:pt x="26535" y="83328"/>
                    <a:pt x="27174" y="83328"/>
                  </a:cubicBezTo>
                  <a:cubicBezTo>
                    <a:pt x="30369" y="82689"/>
                    <a:pt x="32286" y="78859"/>
                    <a:pt x="31647" y="75667"/>
                  </a:cubicBezTo>
                  <a:lnTo>
                    <a:pt x="12477" y="4805"/>
                  </a:lnTo>
                  <a:cubicBezTo>
                    <a:pt x="11838" y="1613"/>
                    <a:pt x="8004" y="-941"/>
                    <a:pt x="4809" y="336"/>
                  </a:cubicBezTo>
                  <a:cubicBezTo>
                    <a:pt x="1614" y="974"/>
                    <a:pt x="-942" y="4805"/>
                    <a:pt x="336" y="7997"/>
                  </a:cubicBezTo>
                  <a:cubicBezTo>
                    <a:pt x="336" y="7997"/>
                    <a:pt x="336" y="7997"/>
                    <a:pt x="336" y="8635"/>
                  </a:cubicBezTo>
                  <a:lnTo>
                    <a:pt x="18867" y="78859"/>
                  </a:lnTo>
                  <a:close/>
                </a:path>
              </a:pathLst>
            </a:custGeom>
            <a:solidFill>
              <a:srgbClr val="43B02A"/>
            </a:solidFill>
            <a:ln w="6390" cap="flat">
              <a:noFill/>
              <a:prstDash val="solid"/>
              <a:miter/>
            </a:ln>
          </p:spPr>
          <p:txBody>
            <a:bodyPr rtlCol="0" anchor="ctr"/>
            <a:lstStyle/>
            <a:p>
              <a:endParaRPr lang="en-US"/>
            </a:p>
          </p:txBody>
        </p:sp>
        <p:sp>
          <p:nvSpPr>
            <p:cNvPr id="601" name="Graphic 4">
              <a:extLst>
                <a:ext uri="{FF2B5EF4-FFF2-40B4-BE49-F238E27FC236}">
                  <a16:creationId xmlns:a16="http://schemas.microsoft.com/office/drawing/2014/main" id="{2C6365A2-012C-EE47-BBA6-F3A4C8F820A5}"/>
                </a:ext>
              </a:extLst>
            </p:cNvPr>
            <p:cNvSpPr/>
            <p:nvPr/>
          </p:nvSpPr>
          <p:spPr>
            <a:xfrm>
              <a:off x="8980417" y="2442035"/>
              <a:ext cx="12779" cy="38303"/>
            </a:xfrm>
            <a:custGeom>
              <a:avLst/>
              <a:gdLst>
                <a:gd name="connsiteX0" fmla="*/ 6390 w 12779"/>
                <a:gd name="connsiteY0" fmla="*/ 0 h 38303"/>
                <a:gd name="connsiteX1" fmla="*/ 0 w 12779"/>
                <a:gd name="connsiteY1" fmla="*/ 6384 h 38303"/>
                <a:gd name="connsiteX2" fmla="*/ 0 w 12779"/>
                <a:gd name="connsiteY2" fmla="*/ 31920 h 38303"/>
                <a:gd name="connsiteX3" fmla="*/ 6390 w 12779"/>
                <a:gd name="connsiteY3" fmla="*/ 38304 h 38303"/>
                <a:gd name="connsiteX4" fmla="*/ 12780 w 12779"/>
                <a:gd name="connsiteY4" fmla="*/ 31920 h 38303"/>
                <a:gd name="connsiteX5" fmla="*/ 12780 w 12779"/>
                <a:gd name="connsiteY5" fmla="*/ 6384 h 38303"/>
                <a:gd name="connsiteX6" fmla="*/ 6390 w 12779"/>
                <a:gd name="connsiteY6" fmla="*/ 0 h 3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38303">
                  <a:moveTo>
                    <a:pt x="6390" y="0"/>
                  </a:moveTo>
                  <a:cubicBezTo>
                    <a:pt x="2556" y="0"/>
                    <a:pt x="0" y="2554"/>
                    <a:pt x="0" y="6384"/>
                  </a:cubicBezTo>
                  <a:lnTo>
                    <a:pt x="0" y="31920"/>
                  </a:lnTo>
                  <a:cubicBezTo>
                    <a:pt x="0" y="35750"/>
                    <a:pt x="2556" y="38304"/>
                    <a:pt x="6390" y="38304"/>
                  </a:cubicBezTo>
                  <a:cubicBezTo>
                    <a:pt x="10224" y="38304"/>
                    <a:pt x="12780" y="35750"/>
                    <a:pt x="12780" y="31920"/>
                  </a:cubicBezTo>
                  <a:lnTo>
                    <a:pt x="12780" y="6384"/>
                  </a:lnTo>
                  <a:cubicBezTo>
                    <a:pt x="12780" y="3192"/>
                    <a:pt x="10224" y="0"/>
                    <a:pt x="6390" y="0"/>
                  </a:cubicBezTo>
                  <a:close/>
                </a:path>
              </a:pathLst>
            </a:custGeom>
            <a:solidFill>
              <a:srgbClr val="43B02A"/>
            </a:solidFill>
            <a:ln w="6390" cap="flat">
              <a:noFill/>
              <a:prstDash val="solid"/>
              <a:miter/>
            </a:ln>
          </p:spPr>
          <p:txBody>
            <a:bodyPr rtlCol="0" anchor="ctr"/>
            <a:lstStyle/>
            <a:p>
              <a:endParaRPr lang="en-US"/>
            </a:p>
          </p:txBody>
        </p:sp>
        <p:sp>
          <p:nvSpPr>
            <p:cNvPr id="602" name="Graphic 4">
              <a:extLst>
                <a:ext uri="{FF2B5EF4-FFF2-40B4-BE49-F238E27FC236}">
                  <a16:creationId xmlns:a16="http://schemas.microsoft.com/office/drawing/2014/main" id="{5E7E8029-3B71-6146-8C1A-BDCAC67CB793}"/>
                </a:ext>
              </a:extLst>
            </p:cNvPr>
            <p:cNvSpPr/>
            <p:nvPr/>
          </p:nvSpPr>
          <p:spPr>
            <a:xfrm>
              <a:off x="8980417" y="2492469"/>
              <a:ext cx="12779" cy="47879"/>
            </a:xfrm>
            <a:custGeom>
              <a:avLst/>
              <a:gdLst>
                <a:gd name="connsiteX0" fmla="*/ 6390 w 12779"/>
                <a:gd name="connsiteY0" fmla="*/ 0 h 47879"/>
                <a:gd name="connsiteX1" fmla="*/ 0 w 12779"/>
                <a:gd name="connsiteY1" fmla="*/ 6384 h 47879"/>
                <a:gd name="connsiteX2" fmla="*/ 0 w 12779"/>
                <a:gd name="connsiteY2" fmla="*/ 41496 h 47879"/>
                <a:gd name="connsiteX3" fmla="*/ 6390 w 12779"/>
                <a:gd name="connsiteY3" fmla="*/ 47880 h 47879"/>
                <a:gd name="connsiteX4" fmla="*/ 12780 w 12779"/>
                <a:gd name="connsiteY4" fmla="*/ 41496 h 47879"/>
                <a:gd name="connsiteX5" fmla="*/ 12780 w 12779"/>
                <a:gd name="connsiteY5" fmla="*/ 6384 h 47879"/>
                <a:gd name="connsiteX6" fmla="*/ 6390 w 12779"/>
                <a:gd name="connsiteY6" fmla="*/ 0 h 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47879">
                  <a:moveTo>
                    <a:pt x="6390" y="0"/>
                  </a:moveTo>
                  <a:cubicBezTo>
                    <a:pt x="2556" y="0"/>
                    <a:pt x="0" y="2554"/>
                    <a:pt x="0" y="6384"/>
                  </a:cubicBezTo>
                  <a:lnTo>
                    <a:pt x="0" y="41496"/>
                  </a:lnTo>
                  <a:cubicBezTo>
                    <a:pt x="0" y="45326"/>
                    <a:pt x="2556" y="47880"/>
                    <a:pt x="6390" y="47880"/>
                  </a:cubicBezTo>
                  <a:cubicBezTo>
                    <a:pt x="10224" y="47880"/>
                    <a:pt x="12780" y="45326"/>
                    <a:pt x="12780" y="41496"/>
                  </a:cubicBezTo>
                  <a:lnTo>
                    <a:pt x="12780" y="6384"/>
                  </a:lnTo>
                  <a:cubicBezTo>
                    <a:pt x="12780" y="3192"/>
                    <a:pt x="10224" y="0"/>
                    <a:pt x="6390" y="0"/>
                  </a:cubicBezTo>
                  <a:close/>
                </a:path>
              </a:pathLst>
            </a:custGeom>
            <a:solidFill>
              <a:srgbClr val="43B02A"/>
            </a:solidFill>
            <a:ln w="6390" cap="flat">
              <a:noFill/>
              <a:prstDash val="solid"/>
              <a:miter/>
            </a:ln>
          </p:spPr>
          <p:txBody>
            <a:bodyPr rtlCol="0" anchor="ctr"/>
            <a:lstStyle/>
            <a:p>
              <a:endParaRPr lang="en-US"/>
            </a:p>
          </p:txBody>
        </p:sp>
        <p:sp>
          <p:nvSpPr>
            <p:cNvPr id="603" name="Graphic 4">
              <a:extLst>
                <a:ext uri="{FF2B5EF4-FFF2-40B4-BE49-F238E27FC236}">
                  <a16:creationId xmlns:a16="http://schemas.microsoft.com/office/drawing/2014/main" id="{73886E1A-E5C3-EF46-AD42-CD7926E92DB0}"/>
                </a:ext>
              </a:extLst>
            </p:cNvPr>
            <p:cNvSpPr/>
            <p:nvPr/>
          </p:nvSpPr>
          <p:spPr>
            <a:xfrm>
              <a:off x="8980417" y="2553117"/>
              <a:ext cx="12779" cy="63201"/>
            </a:xfrm>
            <a:custGeom>
              <a:avLst/>
              <a:gdLst>
                <a:gd name="connsiteX0" fmla="*/ 6390 w 12779"/>
                <a:gd name="connsiteY0" fmla="*/ 0 h 63201"/>
                <a:gd name="connsiteX1" fmla="*/ 0 w 12779"/>
                <a:gd name="connsiteY1" fmla="*/ 6384 h 63201"/>
                <a:gd name="connsiteX2" fmla="*/ 0 w 12779"/>
                <a:gd name="connsiteY2" fmla="*/ 56818 h 63201"/>
                <a:gd name="connsiteX3" fmla="*/ 6390 w 12779"/>
                <a:gd name="connsiteY3" fmla="*/ 63202 h 63201"/>
                <a:gd name="connsiteX4" fmla="*/ 12780 w 12779"/>
                <a:gd name="connsiteY4" fmla="*/ 56818 h 63201"/>
                <a:gd name="connsiteX5" fmla="*/ 12780 w 12779"/>
                <a:gd name="connsiteY5" fmla="*/ 6384 h 63201"/>
                <a:gd name="connsiteX6" fmla="*/ 6390 w 12779"/>
                <a:gd name="connsiteY6" fmla="*/ 0 h 6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63201">
                  <a:moveTo>
                    <a:pt x="6390" y="0"/>
                  </a:moveTo>
                  <a:cubicBezTo>
                    <a:pt x="2556" y="0"/>
                    <a:pt x="0" y="2554"/>
                    <a:pt x="0" y="6384"/>
                  </a:cubicBezTo>
                  <a:lnTo>
                    <a:pt x="0" y="56818"/>
                  </a:lnTo>
                  <a:cubicBezTo>
                    <a:pt x="0" y="60648"/>
                    <a:pt x="2556" y="63202"/>
                    <a:pt x="6390" y="63202"/>
                  </a:cubicBezTo>
                  <a:cubicBezTo>
                    <a:pt x="10224" y="63202"/>
                    <a:pt x="12780" y="60648"/>
                    <a:pt x="12780" y="56818"/>
                  </a:cubicBezTo>
                  <a:lnTo>
                    <a:pt x="12780" y="6384"/>
                  </a:lnTo>
                  <a:cubicBezTo>
                    <a:pt x="12780" y="3192"/>
                    <a:pt x="10224" y="0"/>
                    <a:pt x="6390" y="0"/>
                  </a:cubicBezTo>
                  <a:close/>
                </a:path>
              </a:pathLst>
            </a:custGeom>
            <a:solidFill>
              <a:srgbClr val="43B02A"/>
            </a:solidFill>
            <a:ln w="6390" cap="flat">
              <a:noFill/>
              <a:prstDash val="solid"/>
              <a:miter/>
            </a:ln>
          </p:spPr>
          <p:txBody>
            <a:bodyPr rtlCol="0" anchor="ctr"/>
            <a:lstStyle/>
            <a:p>
              <a:endParaRPr lang="en-US"/>
            </a:p>
          </p:txBody>
        </p:sp>
        <p:sp>
          <p:nvSpPr>
            <p:cNvPr id="604" name="Graphic 4">
              <a:extLst>
                <a:ext uri="{FF2B5EF4-FFF2-40B4-BE49-F238E27FC236}">
                  <a16:creationId xmlns:a16="http://schemas.microsoft.com/office/drawing/2014/main" id="{A53D3792-E6BE-2A4B-849E-0607A7A7E91B}"/>
                </a:ext>
              </a:extLst>
            </p:cNvPr>
            <p:cNvSpPr/>
            <p:nvPr/>
          </p:nvSpPr>
          <p:spPr>
            <a:xfrm>
              <a:off x="9005338" y="2523112"/>
              <a:ext cx="139300" cy="139170"/>
            </a:xfrm>
            <a:custGeom>
              <a:avLst/>
              <a:gdLst>
                <a:gd name="connsiteX0" fmla="*/ 69650 w 139300"/>
                <a:gd name="connsiteY0" fmla="*/ 0 h 139170"/>
                <a:gd name="connsiteX1" fmla="*/ 0 w 139300"/>
                <a:gd name="connsiteY1" fmla="*/ 69585 h 139170"/>
                <a:gd name="connsiteX2" fmla="*/ 69650 w 139300"/>
                <a:gd name="connsiteY2" fmla="*/ 139171 h 139170"/>
                <a:gd name="connsiteX3" fmla="*/ 139300 w 139300"/>
                <a:gd name="connsiteY3" fmla="*/ 69585 h 139170"/>
                <a:gd name="connsiteX4" fmla="*/ 69650 w 139300"/>
                <a:gd name="connsiteY4" fmla="*/ 0 h 139170"/>
                <a:gd name="connsiteX5" fmla="*/ 69650 w 139300"/>
                <a:gd name="connsiteY5" fmla="*/ 125764 h 139170"/>
                <a:gd name="connsiteX6" fmla="*/ 12780 w 139300"/>
                <a:gd name="connsiteY6" fmla="*/ 68947 h 139170"/>
                <a:gd name="connsiteX7" fmla="*/ 69650 w 139300"/>
                <a:gd name="connsiteY7" fmla="*/ 12130 h 139170"/>
                <a:gd name="connsiteX8" fmla="*/ 126520 w 139300"/>
                <a:gd name="connsiteY8" fmla="*/ 68947 h 139170"/>
                <a:gd name="connsiteX9" fmla="*/ 126520 w 139300"/>
                <a:gd name="connsiteY9" fmla="*/ 68947 h 139170"/>
                <a:gd name="connsiteX10" fmla="*/ 69650 w 139300"/>
                <a:gd name="connsiteY10" fmla="*/ 125764 h 139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300" h="139170">
                  <a:moveTo>
                    <a:pt x="69650" y="0"/>
                  </a:moveTo>
                  <a:cubicBezTo>
                    <a:pt x="31310" y="0"/>
                    <a:pt x="0" y="31281"/>
                    <a:pt x="0" y="69585"/>
                  </a:cubicBezTo>
                  <a:cubicBezTo>
                    <a:pt x="0" y="107889"/>
                    <a:pt x="31310" y="139171"/>
                    <a:pt x="69650" y="139171"/>
                  </a:cubicBezTo>
                  <a:cubicBezTo>
                    <a:pt x="107989" y="139171"/>
                    <a:pt x="139300" y="107889"/>
                    <a:pt x="139300" y="69585"/>
                  </a:cubicBezTo>
                  <a:cubicBezTo>
                    <a:pt x="139300" y="31281"/>
                    <a:pt x="107989" y="0"/>
                    <a:pt x="69650" y="0"/>
                  </a:cubicBezTo>
                  <a:close/>
                  <a:moveTo>
                    <a:pt x="69650" y="125764"/>
                  </a:moveTo>
                  <a:cubicBezTo>
                    <a:pt x="38340" y="125764"/>
                    <a:pt x="12780" y="100228"/>
                    <a:pt x="12780" y="68947"/>
                  </a:cubicBezTo>
                  <a:cubicBezTo>
                    <a:pt x="12780" y="37665"/>
                    <a:pt x="38340" y="12130"/>
                    <a:pt x="69650" y="12130"/>
                  </a:cubicBezTo>
                  <a:cubicBezTo>
                    <a:pt x="100961" y="12130"/>
                    <a:pt x="126520" y="37665"/>
                    <a:pt x="126520" y="68947"/>
                  </a:cubicBezTo>
                  <a:cubicBezTo>
                    <a:pt x="126520" y="68947"/>
                    <a:pt x="126520" y="68947"/>
                    <a:pt x="126520" y="68947"/>
                  </a:cubicBezTo>
                  <a:cubicBezTo>
                    <a:pt x="126520" y="100867"/>
                    <a:pt x="100961" y="125764"/>
                    <a:pt x="69650" y="125764"/>
                  </a:cubicBezTo>
                  <a:close/>
                </a:path>
              </a:pathLst>
            </a:custGeom>
            <a:solidFill>
              <a:srgbClr val="43B02A"/>
            </a:solidFill>
            <a:ln w="6390" cap="flat">
              <a:noFill/>
              <a:prstDash val="solid"/>
              <a:miter/>
            </a:ln>
          </p:spPr>
          <p:txBody>
            <a:bodyPr rtlCol="0" anchor="ctr"/>
            <a:lstStyle/>
            <a:p>
              <a:endParaRPr lang="en-US"/>
            </a:p>
          </p:txBody>
        </p:sp>
        <p:sp>
          <p:nvSpPr>
            <p:cNvPr id="605" name="Graphic 4">
              <a:extLst>
                <a:ext uri="{FF2B5EF4-FFF2-40B4-BE49-F238E27FC236}">
                  <a16:creationId xmlns:a16="http://schemas.microsoft.com/office/drawing/2014/main" id="{F94275B2-2830-CA44-AEFE-07090AAB411E}"/>
                </a:ext>
              </a:extLst>
            </p:cNvPr>
            <p:cNvSpPr/>
            <p:nvPr/>
          </p:nvSpPr>
          <p:spPr>
            <a:xfrm>
              <a:off x="9036618" y="2543940"/>
              <a:ext cx="78714" cy="97914"/>
            </a:xfrm>
            <a:custGeom>
              <a:avLst/>
              <a:gdLst>
                <a:gd name="connsiteX0" fmla="*/ 71598 w 78714"/>
                <a:gd name="connsiteY0" fmla="*/ 34713 h 97914"/>
                <a:gd name="connsiteX1" fmla="*/ 53067 w 78714"/>
                <a:gd name="connsiteY1" fmla="*/ 34713 h 97914"/>
                <a:gd name="connsiteX2" fmla="*/ 53067 w 78714"/>
                <a:gd name="connsiteY2" fmla="*/ 5985 h 97914"/>
                <a:gd name="connsiteX3" fmla="*/ 48594 w 78714"/>
                <a:gd name="connsiteY3" fmla="*/ 239 h 97914"/>
                <a:gd name="connsiteX4" fmla="*/ 41565 w 78714"/>
                <a:gd name="connsiteY4" fmla="*/ 2155 h 97914"/>
                <a:gd name="connsiteX5" fmla="*/ 1309 w 78714"/>
                <a:gd name="connsiteY5" fmla="*/ 52588 h 97914"/>
                <a:gd name="connsiteX6" fmla="*/ 2586 w 78714"/>
                <a:gd name="connsiteY6" fmla="*/ 61526 h 97914"/>
                <a:gd name="connsiteX7" fmla="*/ 6420 w 78714"/>
                <a:gd name="connsiteY7" fmla="*/ 62803 h 97914"/>
                <a:gd name="connsiteX8" fmla="*/ 25590 w 78714"/>
                <a:gd name="connsiteY8" fmla="*/ 62803 h 97914"/>
                <a:gd name="connsiteX9" fmla="*/ 25590 w 78714"/>
                <a:gd name="connsiteY9" fmla="*/ 91530 h 97914"/>
                <a:gd name="connsiteX10" fmla="*/ 30063 w 78714"/>
                <a:gd name="connsiteY10" fmla="*/ 97276 h 97914"/>
                <a:gd name="connsiteX11" fmla="*/ 31980 w 78714"/>
                <a:gd name="connsiteY11" fmla="*/ 97914 h 97914"/>
                <a:gd name="connsiteX12" fmla="*/ 37092 w 78714"/>
                <a:gd name="connsiteY12" fmla="*/ 95361 h 97914"/>
                <a:gd name="connsiteX13" fmla="*/ 77349 w 78714"/>
                <a:gd name="connsiteY13" fmla="*/ 44927 h 97914"/>
                <a:gd name="connsiteX14" fmla="*/ 76709 w 78714"/>
                <a:gd name="connsiteY14" fmla="*/ 35990 h 97914"/>
                <a:gd name="connsiteX15" fmla="*/ 71598 w 78714"/>
                <a:gd name="connsiteY15" fmla="*/ 34713 h 97914"/>
                <a:gd name="connsiteX16" fmla="*/ 71598 w 78714"/>
                <a:gd name="connsiteY16" fmla="*/ 34713 h 97914"/>
                <a:gd name="connsiteX17" fmla="*/ 37731 w 78714"/>
                <a:gd name="connsiteY17" fmla="*/ 73017 h 97914"/>
                <a:gd name="connsiteX18" fmla="*/ 37731 w 78714"/>
                <a:gd name="connsiteY18" fmla="*/ 55780 h 97914"/>
                <a:gd name="connsiteX19" fmla="*/ 31341 w 78714"/>
                <a:gd name="connsiteY19" fmla="*/ 49396 h 97914"/>
                <a:gd name="connsiteX20" fmla="*/ 19200 w 78714"/>
                <a:gd name="connsiteY20" fmla="*/ 49396 h 97914"/>
                <a:gd name="connsiteX21" fmla="*/ 39648 w 78714"/>
                <a:gd name="connsiteY21" fmla="*/ 23860 h 97914"/>
                <a:gd name="connsiteX22" fmla="*/ 39648 w 78714"/>
                <a:gd name="connsiteY22" fmla="*/ 41097 h 97914"/>
                <a:gd name="connsiteX23" fmla="*/ 46038 w 78714"/>
                <a:gd name="connsiteY23" fmla="*/ 47481 h 97914"/>
                <a:gd name="connsiteX24" fmla="*/ 58179 w 78714"/>
                <a:gd name="connsiteY24" fmla="*/ 47481 h 97914"/>
                <a:gd name="connsiteX25" fmla="*/ 37731 w 78714"/>
                <a:gd name="connsiteY25" fmla="*/ 73017 h 97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8714" h="97914">
                  <a:moveTo>
                    <a:pt x="71598" y="34713"/>
                  </a:moveTo>
                  <a:lnTo>
                    <a:pt x="53067" y="34713"/>
                  </a:lnTo>
                  <a:lnTo>
                    <a:pt x="53067" y="5985"/>
                  </a:lnTo>
                  <a:cubicBezTo>
                    <a:pt x="53067" y="3431"/>
                    <a:pt x="51150" y="878"/>
                    <a:pt x="48594" y="239"/>
                  </a:cubicBezTo>
                  <a:cubicBezTo>
                    <a:pt x="46038" y="-399"/>
                    <a:pt x="43482" y="239"/>
                    <a:pt x="41565" y="2155"/>
                  </a:cubicBezTo>
                  <a:lnTo>
                    <a:pt x="1309" y="52588"/>
                  </a:lnTo>
                  <a:cubicBezTo>
                    <a:pt x="-609" y="55142"/>
                    <a:pt x="-609" y="59611"/>
                    <a:pt x="2586" y="61526"/>
                  </a:cubicBezTo>
                  <a:cubicBezTo>
                    <a:pt x="3865" y="62164"/>
                    <a:pt x="5142" y="62803"/>
                    <a:pt x="6420" y="62803"/>
                  </a:cubicBezTo>
                  <a:lnTo>
                    <a:pt x="25590" y="62803"/>
                  </a:lnTo>
                  <a:lnTo>
                    <a:pt x="25590" y="91530"/>
                  </a:lnTo>
                  <a:cubicBezTo>
                    <a:pt x="25590" y="94084"/>
                    <a:pt x="27507" y="96638"/>
                    <a:pt x="30063" y="97276"/>
                  </a:cubicBezTo>
                  <a:cubicBezTo>
                    <a:pt x="30702" y="97276"/>
                    <a:pt x="31341" y="97914"/>
                    <a:pt x="31980" y="97914"/>
                  </a:cubicBezTo>
                  <a:cubicBezTo>
                    <a:pt x="33897" y="97914"/>
                    <a:pt x="35814" y="97276"/>
                    <a:pt x="37092" y="95361"/>
                  </a:cubicBezTo>
                  <a:lnTo>
                    <a:pt x="77349" y="44927"/>
                  </a:lnTo>
                  <a:cubicBezTo>
                    <a:pt x="79265" y="42374"/>
                    <a:pt x="79265" y="37905"/>
                    <a:pt x="76709" y="35990"/>
                  </a:cubicBezTo>
                  <a:cubicBezTo>
                    <a:pt x="74793" y="34713"/>
                    <a:pt x="73514" y="34713"/>
                    <a:pt x="71598" y="34713"/>
                  </a:cubicBezTo>
                  <a:lnTo>
                    <a:pt x="71598" y="34713"/>
                  </a:lnTo>
                  <a:close/>
                  <a:moveTo>
                    <a:pt x="37731" y="73017"/>
                  </a:moveTo>
                  <a:lnTo>
                    <a:pt x="37731" y="55780"/>
                  </a:lnTo>
                  <a:cubicBezTo>
                    <a:pt x="37731" y="51950"/>
                    <a:pt x="35175" y="49396"/>
                    <a:pt x="31341" y="49396"/>
                  </a:cubicBezTo>
                  <a:lnTo>
                    <a:pt x="19200" y="49396"/>
                  </a:lnTo>
                  <a:lnTo>
                    <a:pt x="39648" y="23860"/>
                  </a:lnTo>
                  <a:lnTo>
                    <a:pt x="39648" y="41097"/>
                  </a:lnTo>
                  <a:cubicBezTo>
                    <a:pt x="39648" y="44927"/>
                    <a:pt x="42204" y="47481"/>
                    <a:pt x="46038" y="47481"/>
                  </a:cubicBezTo>
                  <a:lnTo>
                    <a:pt x="58179" y="47481"/>
                  </a:lnTo>
                  <a:lnTo>
                    <a:pt x="37731" y="73017"/>
                  </a:lnTo>
                  <a:close/>
                </a:path>
              </a:pathLst>
            </a:custGeom>
            <a:solidFill>
              <a:srgbClr val="43B02A"/>
            </a:solidFill>
            <a:ln w="6390" cap="flat">
              <a:noFill/>
              <a:prstDash val="solid"/>
              <a:miter/>
            </a:ln>
          </p:spPr>
          <p:txBody>
            <a:bodyPr rtlCol="0" anchor="ctr"/>
            <a:lstStyle/>
            <a:p>
              <a:endParaRPr lang="en-US"/>
            </a:p>
          </p:txBody>
        </p:sp>
      </p:grpSp>
      <p:grpSp>
        <p:nvGrpSpPr>
          <p:cNvPr id="606" name="Graphic 4">
            <a:extLst>
              <a:ext uri="{FF2B5EF4-FFF2-40B4-BE49-F238E27FC236}">
                <a16:creationId xmlns:a16="http://schemas.microsoft.com/office/drawing/2014/main" id="{CDE86181-EBAC-6C4C-874A-B7F910A19786}"/>
              </a:ext>
            </a:extLst>
          </p:cNvPr>
          <p:cNvGrpSpPr/>
          <p:nvPr/>
        </p:nvGrpSpPr>
        <p:grpSpPr>
          <a:xfrm>
            <a:off x="9891245" y="3339623"/>
            <a:ext cx="362312" cy="361971"/>
            <a:chOff x="8840477" y="3339623"/>
            <a:chExt cx="362312" cy="361971"/>
          </a:xfrm>
          <a:solidFill>
            <a:srgbClr val="43B02A"/>
          </a:solidFill>
        </p:grpSpPr>
        <p:sp>
          <p:nvSpPr>
            <p:cNvPr id="607" name="Graphic 4">
              <a:extLst>
                <a:ext uri="{FF2B5EF4-FFF2-40B4-BE49-F238E27FC236}">
                  <a16:creationId xmlns:a16="http://schemas.microsoft.com/office/drawing/2014/main" id="{A0E26B20-1DFC-7E45-AAAC-9653CE1696D9}"/>
                </a:ext>
              </a:extLst>
            </p:cNvPr>
            <p:cNvSpPr/>
            <p:nvPr/>
          </p:nvSpPr>
          <p:spPr>
            <a:xfrm>
              <a:off x="8840477" y="333962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9204"/>
                    <a:pt x="181474" y="349204"/>
                  </a:cubicBezTo>
                  <a:lnTo>
                    <a:pt x="181474" y="349204"/>
                  </a:lnTo>
                  <a:close/>
                </a:path>
              </a:pathLst>
            </a:custGeom>
            <a:solidFill>
              <a:srgbClr val="43B02A"/>
            </a:solidFill>
            <a:ln w="6390" cap="flat">
              <a:noFill/>
              <a:prstDash val="solid"/>
              <a:miter/>
            </a:ln>
          </p:spPr>
          <p:txBody>
            <a:bodyPr rtlCol="0" anchor="ctr"/>
            <a:lstStyle/>
            <a:p>
              <a:endParaRPr lang="en-US"/>
            </a:p>
          </p:txBody>
        </p:sp>
        <p:sp>
          <p:nvSpPr>
            <p:cNvPr id="608" name="Graphic 4">
              <a:extLst>
                <a:ext uri="{FF2B5EF4-FFF2-40B4-BE49-F238E27FC236}">
                  <a16:creationId xmlns:a16="http://schemas.microsoft.com/office/drawing/2014/main" id="{6ECFA8F4-F1BD-2F43-AFD3-A94E1B84D7BA}"/>
                </a:ext>
              </a:extLst>
            </p:cNvPr>
            <p:cNvSpPr/>
            <p:nvPr/>
          </p:nvSpPr>
          <p:spPr>
            <a:xfrm>
              <a:off x="8901821" y="3436660"/>
              <a:ext cx="243456" cy="168536"/>
            </a:xfrm>
            <a:custGeom>
              <a:avLst/>
              <a:gdLst>
                <a:gd name="connsiteX0" fmla="*/ 230677 w 243456"/>
                <a:gd name="connsiteY0" fmla="*/ 30005 h 168536"/>
                <a:gd name="connsiteX1" fmla="*/ 205756 w 243456"/>
                <a:gd name="connsiteY1" fmla="*/ 30005 h 168536"/>
                <a:gd name="connsiteX2" fmla="*/ 201922 w 243456"/>
                <a:gd name="connsiteY2" fmla="*/ 31281 h 168536"/>
                <a:gd name="connsiteX3" fmla="*/ 191059 w 243456"/>
                <a:gd name="connsiteY3" fmla="*/ 7022 h 168536"/>
                <a:gd name="connsiteX4" fmla="*/ 176362 w 243456"/>
                <a:gd name="connsiteY4" fmla="*/ 0 h 168536"/>
                <a:gd name="connsiteX5" fmla="*/ 65817 w 243456"/>
                <a:gd name="connsiteY5" fmla="*/ 0 h 168536"/>
                <a:gd name="connsiteX6" fmla="*/ 51119 w 243456"/>
                <a:gd name="connsiteY6" fmla="*/ 7022 h 168536"/>
                <a:gd name="connsiteX7" fmla="*/ 40257 w 243456"/>
                <a:gd name="connsiteY7" fmla="*/ 31281 h 168536"/>
                <a:gd name="connsiteX8" fmla="*/ 36423 w 243456"/>
                <a:gd name="connsiteY8" fmla="*/ 30005 h 168536"/>
                <a:gd name="connsiteX9" fmla="*/ 11502 w 243456"/>
                <a:gd name="connsiteY9" fmla="*/ 30005 h 168536"/>
                <a:gd name="connsiteX10" fmla="*/ 0 w 243456"/>
                <a:gd name="connsiteY10" fmla="*/ 41496 h 168536"/>
                <a:gd name="connsiteX11" fmla="*/ 0 w 243456"/>
                <a:gd name="connsiteY11" fmla="*/ 41496 h 168536"/>
                <a:gd name="connsiteX12" fmla="*/ 0 w 243456"/>
                <a:gd name="connsiteY12" fmla="*/ 51710 h 168536"/>
                <a:gd name="connsiteX13" fmla="*/ 10224 w 243456"/>
                <a:gd name="connsiteY13" fmla="*/ 63201 h 168536"/>
                <a:gd name="connsiteX14" fmla="*/ 21087 w 243456"/>
                <a:gd name="connsiteY14" fmla="*/ 65755 h 168536"/>
                <a:gd name="connsiteX15" fmla="*/ 14697 w 243456"/>
                <a:gd name="connsiteY15" fmla="*/ 86184 h 168536"/>
                <a:gd name="connsiteX16" fmla="*/ 14697 w 243456"/>
                <a:gd name="connsiteY16" fmla="*/ 127041 h 168536"/>
                <a:gd name="connsiteX17" fmla="*/ 19809 w 243456"/>
                <a:gd name="connsiteY17" fmla="*/ 139809 h 168536"/>
                <a:gd name="connsiteX18" fmla="*/ 19809 w 243456"/>
                <a:gd name="connsiteY18" fmla="*/ 157046 h 168536"/>
                <a:gd name="connsiteX19" fmla="*/ 31311 w 243456"/>
                <a:gd name="connsiteY19" fmla="*/ 168537 h 168536"/>
                <a:gd name="connsiteX20" fmla="*/ 31311 w 243456"/>
                <a:gd name="connsiteY20" fmla="*/ 168537 h 168536"/>
                <a:gd name="connsiteX21" fmla="*/ 66456 w 243456"/>
                <a:gd name="connsiteY21" fmla="*/ 168537 h 168536"/>
                <a:gd name="connsiteX22" fmla="*/ 77958 w 243456"/>
                <a:gd name="connsiteY22" fmla="*/ 157046 h 168536"/>
                <a:gd name="connsiteX23" fmla="*/ 77958 w 243456"/>
                <a:gd name="connsiteY23" fmla="*/ 157046 h 168536"/>
                <a:gd name="connsiteX24" fmla="*/ 77958 w 243456"/>
                <a:gd name="connsiteY24" fmla="*/ 148108 h 168536"/>
                <a:gd name="connsiteX25" fmla="*/ 165500 w 243456"/>
                <a:gd name="connsiteY25" fmla="*/ 148108 h 168536"/>
                <a:gd name="connsiteX26" fmla="*/ 165500 w 243456"/>
                <a:gd name="connsiteY26" fmla="*/ 157046 h 168536"/>
                <a:gd name="connsiteX27" fmla="*/ 177002 w 243456"/>
                <a:gd name="connsiteY27" fmla="*/ 168537 h 168536"/>
                <a:gd name="connsiteX28" fmla="*/ 212146 w 243456"/>
                <a:gd name="connsiteY28" fmla="*/ 168537 h 168536"/>
                <a:gd name="connsiteX29" fmla="*/ 223648 w 243456"/>
                <a:gd name="connsiteY29" fmla="*/ 157046 h 168536"/>
                <a:gd name="connsiteX30" fmla="*/ 223648 w 243456"/>
                <a:gd name="connsiteY30" fmla="*/ 139809 h 168536"/>
                <a:gd name="connsiteX31" fmla="*/ 228760 w 243456"/>
                <a:gd name="connsiteY31" fmla="*/ 127041 h 168536"/>
                <a:gd name="connsiteX32" fmla="*/ 228760 w 243456"/>
                <a:gd name="connsiteY32" fmla="*/ 86184 h 168536"/>
                <a:gd name="connsiteX33" fmla="*/ 222370 w 243456"/>
                <a:gd name="connsiteY33" fmla="*/ 65755 h 168536"/>
                <a:gd name="connsiteX34" fmla="*/ 233233 w 243456"/>
                <a:gd name="connsiteY34" fmla="*/ 63201 h 168536"/>
                <a:gd name="connsiteX35" fmla="*/ 243456 w 243456"/>
                <a:gd name="connsiteY35" fmla="*/ 51710 h 168536"/>
                <a:gd name="connsiteX36" fmla="*/ 243456 w 243456"/>
                <a:gd name="connsiteY36" fmla="*/ 41496 h 168536"/>
                <a:gd name="connsiteX37" fmla="*/ 230677 w 243456"/>
                <a:gd name="connsiteY37" fmla="*/ 30005 h 168536"/>
                <a:gd name="connsiteX38" fmla="*/ 229399 w 243456"/>
                <a:gd name="connsiteY38" fmla="*/ 50433 h 168536"/>
                <a:gd name="connsiteX39" fmla="*/ 229399 w 243456"/>
                <a:gd name="connsiteY39" fmla="*/ 50433 h 168536"/>
                <a:gd name="connsiteX40" fmla="*/ 209590 w 243456"/>
                <a:gd name="connsiteY40" fmla="*/ 55541 h 168536"/>
                <a:gd name="connsiteX41" fmla="*/ 205117 w 243456"/>
                <a:gd name="connsiteY41" fmla="*/ 63201 h 168536"/>
                <a:gd name="connsiteX42" fmla="*/ 205756 w 243456"/>
                <a:gd name="connsiteY42" fmla="*/ 65117 h 168536"/>
                <a:gd name="connsiteX43" fmla="*/ 210868 w 243456"/>
                <a:gd name="connsiteY43" fmla="*/ 72777 h 168536"/>
                <a:gd name="connsiteX44" fmla="*/ 214702 w 243456"/>
                <a:gd name="connsiteY44" fmla="*/ 86184 h 168536"/>
                <a:gd name="connsiteX45" fmla="*/ 214702 w 243456"/>
                <a:gd name="connsiteY45" fmla="*/ 127041 h 168536"/>
                <a:gd name="connsiteX46" fmla="*/ 211507 w 243456"/>
                <a:gd name="connsiteY46" fmla="*/ 132149 h 168536"/>
                <a:gd name="connsiteX47" fmla="*/ 209590 w 243456"/>
                <a:gd name="connsiteY47" fmla="*/ 136617 h 168536"/>
                <a:gd name="connsiteX48" fmla="*/ 209590 w 243456"/>
                <a:gd name="connsiteY48" fmla="*/ 155131 h 168536"/>
                <a:gd name="connsiteX49" fmla="*/ 177002 w 243456"/>
                <a:gd name="connsiteY49" fmla="*/ 155131 h 168536"/>
                <a:gd name="connsiteX50" fmla="*/ 177002 w 243456"/>
                <a:gd name="connsiteY50" fmla="*/ 141724 h 168536"/>
                <a:gd name="connsiteX51" fmla="*/ 170612 w 243456"/>
                <a:gd name="connsiteY51" fmla="*/ 135341 h 168536"/>
                <a:gd name="connsiteX52" fmla="*/ 65817 w 243456"/>
                <a:gd name="connsiteY52" fmla="*/ 137256 h 168536"/>
                <a:gd name="connsiteX53" fmla="*/ 63899 w 243456"/>
                <a:gd name="connsiteY53" fmla="*/ 141724 h 168536"/>
                <a:gd name="connsiteX54" fmla="*/ 63899 w 243456"/>
                <a:gd name="connsiteY54" fmla="*/ 155131 h 168536"/>
                <a:gd name="connsiteX55" fmla="*/ 31311 w 243456"/>
                <a:gd name="connsiteY55" fmla="*/ 155131 h 168536"/>
                <a:gd name="connsiteX56" fmla="*/ 31311 w 243456"/>
                <a:gd name="connsiteY56" fmla="*/ 136617 h 168536"/>
                <a:gd name="connsiteX57" fmla="*/ 29394 w 243456"/>
                <a:gd name="connsiteY57" fmla="*/ 132149 h 168536"/>
                <a:gd name="connsiteX58" fmla="*/ 26838 w 243456"/>
                <a:gd name="connsiteY58" fmla="*/ 127041 h 168536"/>
                <a:gd name="connsiteX59" fmla="*/ 26838 w 243456"/>
                <a:gd name="connsiteY59" fmla="*/ 86184 h 168536"/>
                <a:gd name="connsiteX60" fmla="*/ 30672 w 243456"/>
                <a:gd name="connsiteY60" fmla="*/ 72777 h 168536"/>
                <a:gd name="connsiteX61" fmla="*/ 35783 w 243456"/>
                <a:gd name="connsiteY61" fmla="*/ 65117 h 168536"/>
                <a:gd name="connsiteX62" fmla="*/ 33867 w 243456"/>
                <a:gd name="connsiteY62" fmla="*/ 56179 h 168536"/>
                <a:gd name="connsiteX63" fmla="*/ 31950 w 243456"/>
                <a:gd name="connsiteY63" fmla="*/ 55541 h 168536"/>
                <a:gd name="connsiteX64" fmla="*/ 12141 w 243456"/>
                <a:gd name="connsiteY64" fmla="*/ 50433 h 168536"/>
                <a:gd name="connsiteX65" fmla="*/ 12141 w 243456"/>
                <a:gd name="connsiteY65" fmla="*/ 50433 h 168536"/>
                <a:gd name="connsiteX66" fmla="*/ 12141 w 243456"/>
                <a:gd name="connsiteY66" fmla="*/ 42773 h 168536"/>
                <a:gd name="connsiteX67" fmla="*/ 32589 w 243456"/>
                <a:gd name="connsiteY67" fmla="*/ 42773 h 168536"/>
                <a:gd name="connsiteX68" fmla="*/ 40896 w 243456"/>
                <a:gd name="connsiteY68" fmla="*/ 54902 h 168536"/>
                <a:gd name="connsiteX69" fmla="*/ 49842 w 243456"/>
                <a:gd name="connsiteY69" fmla="*/ 56817 h 168536"/>
                <a:gd name="connsiteX70" fmla="*/ 51758 w 243456"/>
                <a:gd name="connsiteY70" fmla="*/ 47880 h 168536"/>
                <a:gd name="connsiteX71" fmla="*/ 49203 w 243456"/>
                <a:gd name="connsiteY71" fmla="*/ 44049 h 168536"/>
                <a:gd name="connsiteX72" fmla="*/ 61343 w 243456"/>
                <a:gd name="connsiteY72" fmla="*/ 15321 h 168536"/>
                <a:gd name="connsiteX73" fmla="*/ 66456 w 243456"/>
                <a:gd name="connsiteY73" fmla="*/ 12768 h 168536"/>
                <a:gd name="connsiteX74" fmla="*/ 177002 w 243456"/>
                <a:gd name="connsiteY74" fmla="*/ 12768 h 168536"/>
                <a:gd name="connsiteX75" fmla="*/ 182113 w 243456"/>
                <a:gd name="connsiteY75" fmla="*/ 15321 h 168536"/>
                <a:gd name="connsiteX76" fmla="*/ 194254 w 243456"/>
                <a:gd name="connsiteY76" fmla="*/ 44049 h 168536"/>
                <a:gd name="connsiteX77" fmla="*/ 191698 w 243456"/>
                <a:gd name="connsiteY77" fmla="*/ 47880 h 168536"/>
                <a:gd name="connsiteX78" fmla="*/ 192977 w 243456"/>
                <a:gd name="connsiteY78" fmla="*/ 56817 h 168536"/>
                <a:gd name="connsiteX79" fmla="*/ 201922 w 243456"/>
                <a:gd name="connsiteY79" fmla="*/ 55541 h 168536"/>
                <a:gd name="connsiteX80" fmla="*/ 202561 w 243456"/>
                <a:gd name="connsiteY80" fmla="*/ 54902 h 168536"/>
                <a:gd name="connsiteX81" fmla="*/ 210868 w 243456"/>
                <a:gd name="connsiteY81" fmla="*/ 42773 h 168536"/>
                <a:gd name="connsiteX82" fmla="*/ 231316 w 243456"/>
                <a:gd name="connsiteY82" fmla="*/ 42773 h 168536"/>
                <a:gd name="connsiteX83" fmla="*/ 229399 w 243456"/>
                <a:gd name="connsiteY83" fmla="*/ 50433 h 168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43456" h="168536">
                  <a:moveTo>
                    <a:pt x="230677" y="30005"/>
                  </a:moveTo>
                  <a:lnTo>
                    <a:pt x="205756" y="30005"/>
                  </a:lnTo>
                  <a:cubicBezTo>
                    <a:pt x="204478" y="30005"/>
                    <a:pt x="202561" y="30643"/>
                    <a:pt x="201922" y="31281"/>
                  </a:cubicBezTo>
                  <a:cubicBezTo>
                    <a:pt x="198727" y="22982"/>
                    <a:pt x="195532" y="14683"/>
                    <a:pt x="191059" y="7022"/>
                  </a:cubicBezTo>
                  <a:cubicBezTo>
                    <a:pt x="187225" y="2553"/>
                    <a:pt x="182113" y="0"/>
                    <a:pt x="176362" y="0"/>
                  </a:cubicBezTo>
                  <a:lnTo>
                    <a:pt x="65817" y="0"/>
                  </a:lnTo>
                  <a:cubicBezTo>
                    <a:pt x="60066" y="0"/>
                    <a:pt x="54953" y="3192"/>
                    <a:pt x="51119" y="7022"/>
                  </a:cubicBezTo>
                  <a:cubicBezTo>
                    <a:pt x="46647" y="14683"/>
                    <a:pt x="42813" y="22982"/>
                    <a:pt x="40257" y="31281"/>
                  </a:cubicBezTo>
                  <a:cubicBezTo>
                    <a:pt x="38978" y="30005"/>
                    <a:pt x="37701" y="30005"/>
                    <a:pt x="36423" y="30005"/>
                  </a:cubicBezTo>
                  <a:lnTo>
                    <a:pt x="11502" y="30005"/>
                  </a:lnTo>
                  <a:cubicBezTo>
                    <a:pt x="5112" y="30005"/>
                    <a:pt x="0" y="35112"/>
                    <a:pt x="0" y="41496"/>
                  </a:cubicBezTo>
                  <a:lnTo>
                    <a:pt x="0" y="41496"/>
                  </a:lnTo>
                  <a:lnTo>
                    <a:pt x="0" y="51710"/>
                  </a:lnTo>
                  <a:cubicBezTo>
                    <a:pt x="0" y="57456"/>
                    <a:pt x="4473" y="62563"/>
                    <a:pt x="10224" y="63201"/>
                  </a:cubicBezTo>
                  <a:lnTo>
                    <a:pt x="21087" y="65755"/>
                  </a:lnTo>
                  <a:cubicBezTo>
                    <a:pt x="17253" y="71501"/>
                    <a:pt x="14697" y="78523"/>
                    <a:pt x="14697" y="86184"/>
                  </a:cubicBezTo>
                  <a:lnTo>
                    <a:pt x="14697" y="127041"/>
                  </a:lnTo>
                  <a:cubicBezTo>
                    <a:pt x="14697" y="131510"/>
                    <a:pt x="16614" y="136617"/>
                    <a:pt x="19809" y="139809"/>
                  </a:cubicBezTo>
                  <a:lnTo>
                    <a:pt x="19809" y="157046"/>
                  </a:lnTo>
                  <a:cubicBezTo>
                    <a:pt x="19809" y="163430"/>
                    <a:pt x="24921" y="168537"/>
                    <a:pt x="31311" y="168537"/>
                  </a:cubicBezTo>
                  <a:lnTo>
                    <a:pt x="31311" y="168537"/>
                  </a:lnTo>
                  <a:lnTo>
                    <a:pt x="66456" y="168537"/>
                  </a:lnTo>
                  <a:cubicBezTo>
                    <a:pt x="72845" y="168537"/>
                    <a:pt x="77958" y="163430"/>
                    <a:pt x="77958" y="157046"/>
                  </a:cubicBezTo>
                  <a:lnTo>
                    <a:pt x="77958" y="157046"/>
                  </a:lnTo>
                  <a:lnTo>
                    <a:pt x="77958" y="148108"/>
                  </a:lnTo>
                  <a:lnTo>
                    <a:pt x="165500" y="148108"/>
                  </a:lnTo>
                  <a:lnTo>
                    <a:pt x="165500" y="157046"/>
                  </a:lnTo>
                  <a:cubicBezTo>
                    <a:pt x="165500" y="163430"/>
                    <a:pt x="170612" y="168537"/>
                    <a:pt x="177002" y="168537"/>
                  </a:cubicBezTo>
                  <a:lnTo>
                    <a:pt x="212146" y="168537"/>
                  </a:lnTo>
                  <a:cubicBezTo>
                    <a:pt x="218536" y="168537"/>
                    <a:pt x="223648" y="163430"/>
                    <a:pt x="223648" y="157046"/>
                  </a:cubicBezTo>
                  <a:lnTo>
                    <a:pt x="223648" y="139809"/>
                  </a:lnTo>
                  <a:cubicBezTo>
                    <a:pt x="226843" y="136617"/>
                    <a:pt x="228760" y="131510"/>
                    <a:pt x="228760" y="127041"/>
                  </a:cubicBezTo>
                  <a:lnTo>
                    <a:pt x="228760" y="86184"/>
                  </a:lnTo>
                  <a:cubicBezTo>
                    <a:pt x="228760" y="79161"/>
                    <a:pt x="226204" y="72139"/>
                    <a:pt x="222370" y="65755"/>
                  </a:cubicBezTo>
                  <a:lnTo>
                    <a:pt x="233233" y="63201"/>
                  </a:lnTo>
                  <a:cubicBezTo>
                    <a:pt x="238984" y="62563"/>
                    <a:pt x="243456" y="57456"/>
                    <a:pt x="243456" y="51710"/>
                  </a:cubicBezTo>
                  <a:lnTo>
                    <a:pt x="243456" y="41496"/>
                  </a:lnTo>
                  <a:cubicBezTo>
                    <a:pt x="241540" y="35750"/>
                    <a:pt x="237067" y="30643"/>
                    <a:pt x="230677" y="30005"/>
                  </a:cubicBezTo>
                  <a:close/>
                  <a:moveTo>
                    <a:pt x="229399" y="50433"/>
                  </a:moveTo>
                  <a:lnTo>
                    <a:pt x="229399" y="50433"/>
                  </a:lnTo>
                  <a:lnTo>
                    <a:pt x="209590" y="55541"/>
                  </a:lnTo>
                  <a:cubicBezTo>
                    <a:pt x="206395" y="56179"/>
                    <a:pt x="203839" y="60009"/>
                    <a:pt x="205117" y="63201"/>
                  </a:cubicBezTo>
                  <a:cubicBezTo>
                    <a:pt x="205117" y="63840"/>
                    <a:pt x="205756" y="64478"/>
                    <a:pt x="205756" y="65117"/>
                  </a:cubicBezTo>
                  <a:lnTo>
                    <a:pt x="210868" y="72777"/>
                  </a:lnTo>
                  <a:cubicBezTo>
                    <a:pt x="213424" y="76608"/>
                    <a:pt x="214702" y="81077"/>
                    <a:pt x="214702" y="86184"/>
                  </a:cubicBezTo>
                  <a:lnTo>
                    <a:pt x="214702" y="127041"/>
                  </a:lnTo>
                  <a:cubicBezTo>
                    <a:pt x="214702" y="128957"/>
                    <a:pt x="214063" y="130233"/>
                    <a:pt x="211507" y="132149"/>
                  </a:cubicBezTo>
                  <a:cubicBezTo>
                    <a:pt x="210229" y="133425"/>
                    <a:pt x="209590" y="135341"/>
                    <a:pt x="209590" y="136617"/>
                  </a:cubicBezTo>
                  <a:lnTo>
                    <a:pt x="209590" y="155131"/>
                  </a:lnTo>
                  <a:lnTo>
                    <a:pt x="177002" y="155131"/>
                  </a:lnTo>
                  <a:lnTo>
                    <a:pt x="177002" y="141724"/>
                  </a:lnTo>
                  <a:cubicBezTo>
                    <a:pt x="177002" y="137894"/>
                    <a:pt x="174446" y="135341"/>
                    <a:pt x="170612" y="135341"/>
                  </a:cubicBezTo>
                  <a:cubicBezTo>
                    <a:pt x="67733" y="135341"/>
                    <a:pt x="67733" y="135341"/>
                    <a:pt x="65817" y="137256"/>
                  </a:cubicBezTo>
                  <a:cubicBezTo>
                    <a:pt x="64538" y="138533"/>
                    <a:pt x="63899" y="139809"/>
                    <a:pt x="63899" y="141724"/>
                  </a:cubicBezTo>
                  <a:lnTo>
                    <a:pt x="63899" y="155131"/>
                  </a:lnTo>
                  <a:lnTo>
                    <a:pt x="31311" y="155131"/>
                  </a:lnTo>
                  <a:lnTo>
                    <a:pt x="31311" y="136617"/>
                  </a:lnTo>
                  <a:cubicBezTo>
                    <a:pt x="31311" y="134702"/>
                    <a:pt x="30672" y="132787"/>
                    <a:pt x="29394" y="132149"/>
                  </a:cubicBezTo>
                  <a:cubicBezTo>
                    <a:pt x="26838" y="130233"/>
                    <a:pt x="26838" y="128957"/>
                    <a:pt x="26838" y="127041"/>
                  </a:cubicBezTo>
                  <a:lnTo>
                    <a:pt x="26838" y="86184"/>
                  </a:lnTo>
                  <a:cubicBezTo>
                    <a:pt x="26838" y="81715"/>
                    <a:pt x="28116" y="76608"/>
                    <a:pt x="30672" y="72777"/>
                  </a:cubicBezTo>
                  <a:lnTo>
                    <a:pt x="35783" y="65117"/>
                  </a:lnTo>
                  <a:cubicBezTo>
                    <a:pt x="37701" y="61925"/>
                    <a:pt x="37062" y="58094"/>
                    <a:pt x="33867" y="56179"/>
                  </a:cubicBezTo>
                  <a:cubicBezTo>
                    <a:pt x="33228" y="55541"/>
                    <a:pt x="32589" y="55541"/>
                    <a:pt x="31950" y="55541"/>
                  </a:cubicBezTo>
                  <a:lnTo>
                    <a:pt x="12141" y="50433"/>
                  </a:lnTo>
                  <a:lnTo>
                    <a:pt x="12141" y="50433"/>
                  </a:lnTo>
                  <a:lnTo>
                    <a:pt x="12141" y="42773"/>
                  </a:lnTo>
                  <a:lnTo>
                    <a:pt x="32589" y="42773"/>
                  </a:lnTo>
                  <a:lnTo>
                    <a:pt x="40896" y="54902"/>
                  </a:lnTo>
                  <a:cubicBezTo>
                    <a:pt x="42813" y="58094"/>
                    <a:pt x="46647" y="58733"/>
                    <a:pt x="49842" y="56817"/>
                  </a:cubicBezTo>
                  <a:cubicBezTo>
                    <a:pt x="53037" y="54902"/>
                    <a:pt x="53676" y="51072"/>
                    <a:pt x="51758" y="47880"/>
                  </a:cubicBezTo>
                  <a:lnTo>
                    <a:pt x="49203" y="44049"/>
                  </a:lnTo>
                  <a:cubicBezTo>
                    <a:pt x="54314" y="31920"/>
                    <a:pt x="60066" y="17237"/>
                    <a:pt x="61343" y="15321"/>
                  </a:cubicBezTo>
                  <a:cubicBezTo>
                    <a:pt x="62622" y="14045"/>
                    <a:pt x="64538" y="12768"/>
                    <a:pt x="66456" y="12768"/>
                  </a:cubicBezTo>
                  <a:lnTo>
                    <a:pt x="177002" y="12768"/>
                  </a:lnTo>
                  <a:cubicBezTo>
                    <a:pt x="178918" y="12768"/>
                    <a:pt x="180836" y="14045"/>
                    <a:pt x="182113" y="15321"/>
                  </a:cubicBezTo>
                  <a:cubicBezTo>
                    <a:pt x="183392" y="17237"/>
                    <a:pt x="189782" y="31920"/>
                    <a:pt x="194254" y="44049"/>
                  </a:cubicBezTo>
                  <a:lnTo>
                    <a:pt x="191698" y="47880"/>
                  </a:lnTo>
                  <a:cubicBezTo>
                    <a:pt x="189782" y="50433"/>
                    <a:pt x="190420" y="54902"/>
                    <a:pt x="192977" y="56817"/>
                  </a:cubicBezTo>
                  <a:cubicBezTo>
                    <a:pt x="195532" y="58733"/>
                    <a:pt x="200005" y="58094"/>
                    <a:pt x="201922" y="55541"/>
                  </a:cubicBezTo>
                  <a:cubicBezTo>
                    <a:pt x="201922" y="55541"/>
                    <a:pt x="201922" y="54902"/>
                    <a:pt x="202561" y="54902"/>
                  </a:cubicBezTo>
                  <a:lnTo>
                    <a:pt x="210868" y="42773"/>
                  </a:lnTo>
                  <a:lnTo>
                    <a:pt x="231316" y="42773"/>
                  </a:lnTo>
                  <a:lnTo>
                    <a:pt x="229399" y="50433"/>
                  </a:lnTo>
                  <a:close/>
                </a:path>
              </a:pathLst>
            </a:custGeom>
            <a:solidFill>
              <a:srgbClr val="43B02A"/>
            </a:solidFill>
            <a:ln w="6390" cap="flat">
              <a:noFill/>
              <a:prstDash val="solid"/>
              <a:miter/>
            </a:ln>
          </p:spPr>
          <p:txBody>
            <a:bodyPr rtlCol="0" anchor="ctr"/>
            <a:lstStyle/>
            <a:p>
              <a:endParaRPr lang="en-US"/>
            </a:p>
          </p:txBody>
        </p:sp>
        <p:sp>
          <p:nvSpPr>
            <p:cNvPr id="609" name="Graphic 4">
              <a:extLst>
                <a:ext uri="{FF2B5EF4-FFF2-40B4-BE49-F238E27FC236}">
                  <a16:creationId xmlns:a16="http://schemas.microsoft.com/office/drawing/2014/main" id="{8C4AADEB-E577-154E-8F4E-FA51BDADB556}"/>
                </a:ext>
              </a:extLst>
            </p:cNvPr>
            <p:cNvSpPr/>
            <p:nvPr/>
          </p:nvSpPr>
          <p:spPr>
            <a:xfrm>
              <a:off x="8945472" y="3465603"/>
              <a:ext cx="137530" cy="94267"/>
            </a:xfrm>
            <a:custGeom>
              <a:avLst/>
              <a:gdLst>
                <a:gd name="connsiteX0" fmla="*/ 134628 w 137530"/>
                <a:gd name="connsiteY0" fmla="*/ 5530 h 94267"/>
                <a:gd name="connsiteX1" fmla="*/ 129516 w 137530"/>
                <a:gd name="connsiteY1" fmla="*/ 4253 h 94267"/>
                <a:gd name="connsiteX2" fmla="*/ 96927 w 137530"/>
                <a:gd name="connsiteY2" fmla="*/ 2977 h 94267"/>
                <a:gd name="connsiteX3" fmla="*/ 41974 w 137530"/>
                <a:gd name="connsiteY3" fmla="*/ 8084 h 94267"/>
                <a:gd name="connsiteX4" fmla="*/ 22165 w 137530"/>
                <a:gd name="connsiteY4" fmla="*/ 61071 h 94267"/>
                <a:gd name="connsiteX5" fmla="*/ 1078 w 137530"/>
                <a:gd name="connsiteY5" fmla="*/ 84053 h 94267"/>
                <a:gd name="connsiteX6" fmla="*/ 2995 w 137530"/>
                <a:gd name="connsiteY6" fmla="*/ 92991 h 94267"/>
                <a:gd name="connsiteX7" fmla="*/ 2995 w 137530"/>
                <a:gd name="connsiteY7" fmla="*/ 92991 h 94267"/>
                <a:gd name="connsiteX8" fmla="*/ 6829 w 137530"/>
                <a:gd name="connsiteY8" fmla="*/ 94267 h 94267"/>
                <a:gd name="connsiteX9" fmla="*/ 11941 w 137530"/>
                <a:gd name="connsiteY9" fmla="*/ 91714 h 94267"/>
                <a:gd name="connsiteX10" fmla="*/ 32389 w 137530"/>
                <a:gd name="connsiteY10" fmla="*/ 70647 h 94267"/>
                <a:gd name="connsiteX11" fmla="*/ 33028 w 137530"/>
                <a:gd name="connsiteY11" fmla="*/ 70647 h 94267"/>
                <a:gd name="connsiteX12" fmla="*/ 35584 w 137530"/>
                <a:gd name="connsiteY12" fmla="*/ 68093 h 94267"/>
                <a:gd name="connsiteX13" fmla="*/ 91816 w 137530"/>
                <a:gd name="connsiteY13" fmla="*/ 43196 h 94267"/>
                <a:gd name="connsiteX14" fmla="*/ 103956 w 137530"/>
                <a:gd name="connsiteY14" fmla="*/ 39365 h 94267"/>
                <a:gd name="connsiteX15" fmla="*/ 107790 w 137530"/>
                <a:gd name="connsiteY15" fmla="*/ 31066 h 94267"/>
                <a:gd name="connsiteX16" fmla="*/ 99483 w 137530"/>
                <a:gd name="connsiteY16" fmla="*/ 27236 h 94267"/>
                <a:gd name="connsiteX17" fmla="*/ 99483 w 137530"/>
                <a:gd name="connsiteY17" fmla="*/ 27236 h 94267"/>
                <a:gd name="connsiteX18" fmla="*/ 87981 w 137530"/>
                <a:gd name="connsiteY18" fmla="*/ 31066 h 94267"/>
                <a:gd name="connsiteX19" fmla="*/ 33667 w 137530"/>
                <a:gd name="connsiteY19" fmla="*/ 54048 h 94267"/>
                <a:gd name="connsiteX20" fmla="*/ 48364 w 137530"/>
                <a:gd name="connsiteY20" fmla="*/ 20213 h 94267"/>
                <a:gd name="connsiteX21" fmla="*/ 94371 w 137530"/>
                <a:gd name="connsiteY21" fmla="*/ 16383 h 94267"/>
                <a:gd name="connsiteX22" fmla="*/ 124404 w 137530"/>
                <a:gd name="connsiteY22" fmla="*/ 18937 h 94267"/>
                <a:gd name="connsiteX23" fmla="*/ 84786 w 137530"/>
                <a:gd name="connsiteY23" fmla="*/ 73200 h 94267"/>
                <a:gd name="connsiteX24" fmla="*/ 46446 w 137530"/>
                <a:gd name="connsiteY24" fmla="*/ 67455 h 94267"/>
                <a:gd name="connsiteX25" fmla="*/ 37501 w 137530"/>
                <a:gd name="connsiteY25" fmla="*/ 69370 h 94267"/>
                <a:gd name="connsiteX26" fmla="*/ 39418 w 137530"/>
                <a:gd name="connsiteY26" fmla="*/ 78307 h 94267"/>
                <a:gd name="connsiteX27" fmla="*/ 71367 w 137530"/>
                <a:gd name="connsiteY27" fmla="*/ 89160 h 94267"/>
                <a:gd name="connsiteX28" fmla="*/ 90537 w 137530"/>
                <a:gd name="connsiteY28" fmla="*/ 84691 h 94267"/>
                <a:gd name="connsiteX29" fmla="*/ 137184 w 137530"/>
                <a:gd name="connsiteY29" fmla="*/ 9999 h 94267"/>
                <a:gd name="connsiteX30" fmla="*/ 134628 w 137530"/>
                <a:gd name="connsiteY30" fmla="*/ 5530 h 9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7530" h="94267">
                  <a:moveTo>
                    <a:pt x="134628" y="5530"/>
                  </a:moveTo>
                  <a:cubicBezTo>
                    <a:pt x="133350" y="4253"/>
                    <a:pt x="131433" y="4253"/>
                    <a:pt x="129516" y="4253"/>
                  </a:cubicBezTo>
                  <a:cubicBezTo>
                    <a:pt x="118653" y="6169"/>
                    <a:pt x="107790" y="5530"/>
                    <a:pt x="96927" y="2977"/>
                  </a:cubicBezTo>
                  <a:cubicBezTo>
                    <a:pt x="80952" y="-215"/>
                    <a:pt x="62421" y="-3407"/>
                    <a:pt x="41974" y="8084"/>
                  </a:cubicBezTo>
                  <a:cubicBezTo>
                    <a:pt x="27916" y="16383"/>
                    <a:pt x="17053" y="40642"/>
                    <a:pt x="22165" y="61071"/>
                  </a:cubicBezTo>
                  <a:cubicBezTo>
                    <a:pt x="13858" y="67455"/>
                    <a:pt x="6829" y="75115"/>
                    <a:pt x="1078" y="84053"/>
                  </a:cubicBezTo>
                  <a:cubicBezTo>
                    <a:pt x="-839" y="87245"/>
                    <a:pt x="-200" y="91075"/>
                    <a:pt x="2995" y="92991"/>
                  </a:cubicBezTo>
                  <a:cubicBezTo>
                    <a:pt x="2995" y="92991"/>
                    <a:pt x="2995" y="92991"/>
                    <a:pt x="2995" y="92991"/>
                  </a:cubicBezTo>
                  <a:cubicBezTo>
                    <a:pt x="4273" y="93629"/>
                    <a:pt x="5551" y="94267"/>
                    <a:pt x="6829" y="94267"/>
                  </a:cubicBezTo>
                  <a:cubicBezTo>
                    <a:pt x="8746" y="94267"/>
                    <a:pt x="10663" y="92991"/>
                    <a:pt x="11941" y="91714"/>
                  </a:cubicBezTo>
                  <a:cubicBezTo>
                    <a:pt x="17692" y="83415"/>
                    <a:pt x="24082" y="76392"/>
                    <a:pt x="32389" y="70647"/>
                  </a:cubicBezTo>
                  <a:cubicBezTo>
                    <a:pt x="32389" y="70647"/>
                    <a:pt x="33028" y="70647"/>
                    <a:pt x="33028" y="70647"/>
                  </a:cubicBezTo>
                  <a:cubicBezTo>
                    <a:pt x="34306" y="70008"/>
                    <a:pt x="34945" y="69370"/>
                    <a:pt x="35584" y="68093"/>
                  </a:cubicBezTo>
                  <a:cubicBezTo>
                    <a:pt x="52836" y="56602"/>
                    <a:pt x="72006" y="48303"/>
                    <a:pt x="91816" y="43196"/>
                  </a:cubicBezTo>
                  <a:cubicBezTo>
                    <a:pt x="96288" y="41919"/>
                    <a:pt x="100122" y="40642"/>
                    <a:pt x="103956" y="39365"/>
                  </a:cubicBezTo>
                  <a:cubicBezTo>
                    <a:pt x="107151" y="38088"/>
                    <a:pt x="109068" y="34896"/>
                    <a:pt x="107790" y="31066"/>
                  </a:cubicBezTo>
                  <a:cubicBezTo>
                    <a:pt x="106512" y="27874"/>
                    <a:pt x="103317" y="25959"/>
                    <a:pt x="99483" y="27236"/>
                  </a:cubicBezTo>
                  <a:cubicBezTo>
                    <a:pt x="99483" y="27236"/>
                    <a:pt x="99483" y="27236"/>
                    <a:pt x="99483" y="27236"/>
                  </a:cubicBezTo>
                  <a:cubicBezTo>
                    <a:pt x="95649" y="28512"/>
                    <a:pt x="91816" y="29789"/>
                    <a:pt x="87981" y="31066"/>
                  </a:cubicBezTo>
                  <a:cubicBezTo>
                    <a:pt x="68811" y="36173"/>
                    <a:pt x="50920" y="43834"/>
                    <a:pt x="33667" y="54048"/>
                  </a:cubicBezTo>
                  <a:cubicBezTo>
                    <a:pt x="32389" y="41280"/>
                    <a:pt x="38140" y="28512"/>
                    <a:pt x="48364" y="20213"/>
                  </a:cubicBezTo>
                  <a:cubicBezTo>
                    <a:pt x="64977" y="10637"/>
                    <a:pt x="79036" y="13829"/>
                    <a:pt x="94371" y="16383"/>
                  </a:cubicBezTo>
                  <a:cubicBezTo>
                    <a:pt x="103956" y="18937"/>
                    <a:pt x="114180" y="19575"/>
                    <a:pt x="124404" y="18937"/>
                  </a:cubicBezTo>
                  <a:cubicBezTo>
                    <a:pt x="123765" y="40642"/>
                    <a:pt x="107790" y="62986"/>
                    <a:pt x="84786" y="73200"/>
                  </a:cubicBezTo>
                  <a:cubicBezTo>
                    <a:pt x="72006" y="78307"/>
                    <a:pt x="57310" y="76392"/>
                    <a:pt x="46446" y="67455"/>
                  </a:cubicBezTo>
                  <a:cubicBezTo>
                    <a:pt x="43251" y="65540"/>
                    <a:pt x="39418" y="66178"/>
                    <a:pt x="37501" y="69370"/>
                  </a:cubicBezTo>
                  <a:cubicBezTo>
                    <a:pt x="35584" y="72562"/>
                    <a:pt x="36223" y="76392"/>
                    <a:pt x="39418" y="78307"/>
                  </a:cubicBezTo>
                  <a:cubicBezTo>
                    <a:pt x="49003" y="84691"/>
                    <a:pt x="59866" y="88522"/>
                    <a:pt x="71367" y="89160"/>
                  </a:cubicBezTo>
                  <a:cubicBezTo>
                    <a:pt x="77757" y="89160"/>
                    <a:pt x="84786" y="87883"/>
                    <a:pt x="90537" y="84691"/>
                  </a:cubicBezTo>
                  <a:cubicBezTo>
                    <a:pt x="121209" y="70647"/>
                    <a:pt x="140379" y="39365"/>
                    <a:pt x="137184" y="9999"/>
                  </a:cubicBezTo>
                  <a:cubicBezTo>
                    <a:pt x="137184" y="8722"/>
                    <a:pt x="136545" y="6807"/>
                    <a:pt x="134628" y="5530"/>
                  </a:cubicBezTo>
                  <a:close/>
                </a:path>
              </a:pathLst>
            </a:custGeom>
            <a:solidFill>
              <a:srgbClr val="43B02A"/>
            </a:solidFill>
            <a:ln w="6390" cap="flat">
              <a:noFill/>
              <a:prstDash val="solid"/>
              <a:miter/>
            </a:ln>
          </p:spPr>
          <p:txBody>
            <a:bodyPr rtlCol="0" anchor="ctr"/>
            <a:lstStyle/>
            <a:p>
              <a:endParaRPr lang="en-US"/>
            </a:p>
          </p:txBody>
        </p:sp>
      </p:grpSp>
      <p:grpSp>
        <p:nvGrpSpPr>
          <p:cNvPr id="610" name="Graphic 4">
            <a:extLst>
              <a:ext uri="{FF2B5EF4-FFF2-40B4-BE49-F238E27FC236}">
                <a16:creationId xmlns:a16="http://schemas.microsoft.com/office/drawing/2014/main" id="{EF34EB00-ED79-9F4D-B0E7-3E13C0274E88}"/>
              </a:ext>
            </a:extLst>
          </p:cNvPr>
          <p:cNvGrpSpPr/>
          <p:nvPr/>
        </p:nvGrpSpPr>
        <p:grpSpPr>
          <a:xfrm>
            <a:off x="8852242" y="1402723"/>
            <a:ext cx="362309" cy="361971"/>
            <a:chOff x="7801474" y="1402723"/>
            <a:chExt cx="362309" cy="361971"/>
          </a:xfrm>
          <a:solidFill>
            <a:srgbClr val="43B02A"/>
          </a:solidFill>
        </p:grpSpPr>
        <p:sp>
          <p:nvSpPr>
            <p:cNvPr id="611" name="Graphic 4">
              <a:extLst>
                <a:ext uri="{FF2B5EF4-FFF2-40B4-BE49-F238E27FC236}">
                  <a16:creationId xmlns:a16="http://schemas.microsoft.com/office/drawing/2014/main" id="{99AE7CF5-BD99-FB49-8DE2-4ED1C11E570D}"/>
                </a:ext>
              </a:extLst>
            </p:cNvPr>
            <p:cNvSpPr/>
            <p:nvPr/>
          </p:nvSpPr>
          <p:spPr>
            <a:xfrm>
              <a:off x="7801474" y="14027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8565 h 361971"/>
                <a:gd name="connsiteX7" fmla="*/ 12780 w 362309"/>
                <a:gd name="connsiteY7" fmla="*/ 180667 h 361971"/>
                <a:gd name="connsiteX8" fmla="*/ 180835 w 362309"/>
                <a:gd name="connsiteY8" fmla="*/ 12130 h 361971"/>
                <a:gd name="connsiteX9" fmla="*/ 349529 w 362309"/>
                <a:gd name="connsiteY9" fmla="*/ 180028 h 361971"/>
                <a:gd name="connsiteX10" fmla="*/ 349529 w 362309"/>
                <a:gd name="connsiteY10" fmla="*/ 180028 h 361971"/>
                <a:gd name="connsiteX11" fmla="*/ 181474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0438"/>
                    <a:pt x="281157" y="0"/>
                    <a:pt x="181474" y="0"/>
                  </a:cubicBezTo>
                  <a:close/>
                  <a:moveTo>
                    <a:pt x="181474" y="348565"/>
                  </a:moveTo>
                  <a:cubicBezTo>
                    <a:pt x="88181" y="348565"/>
                    <a:pt x="12780" y="273234"/>
                    <a:pt x="12780" y="180667"/>
                  </a:cubicBezTo>
                  <a:cubicBezTo>
                    <a:pt x="12780" y="87461"/>
                    <a:pt x="88181" y="12130"/>
                    <a:pt x="180835" y="12130"/>
                  </a:cubicBezTo>
                  <a:cubicBezTo>
                    <a:pt x="274128" y="12130"/>
                    <a:pt x="349529" y="87461"/>
                    <a:pt x="349529" y="180028"/>
                  </a:cubicBezTo>
                  <a:cubicBezTo>
                    <a:pt x="349529" y="180028"/>
                    <a:pt x="349529" y="180028"/>
                    <a:pt x="349529" y="180028"/>
                  </a:cubicBezTo>
                  <a:cubicBezTo>
                    <a:pt x="349529" y="273234"/>
                    <a:pt x="274128" y="348565"/>
                    <a:pt x="181474" y="348565"/>
                  </a:cubicBezTo>
                  <a:close/>
                </a:path>
              </a:pathLst>
            </a:custGeom>
            <a:solidFill>
              <a:srgbClr val="43B02A"/>
            </a:solidFill>
            <a:ln w="6390" cap="flat">
              <a:noFill/>
              <a:prstDash val="solid"/>
              <a:miter/>
            </a:ln>
          </p:spPr>
          <p:txBody>
            <a:bodyPr rtlCol="0" anchor="ctr"/>
            <a:lstStyle/>
            <a:p>
              <a:endParaRPr lang="en-US"/>
            </a:p>
          </p:txBody>
        </p:sp>
        <p:sp>
          <p:nvSpPr>
            <p:cNvPr id="612" name="Graphic 4">
              <a:extLst>
                <a:ext uri="{FF2B5EF4-FFF2-40B4-BE49-F238E27FC236}">
                  <a16:creationId xmlns:a16="http://schemas.microsoft.com/office/drawing/2014/main" id="{096E7CE1-DED4-FE45-A610-AD3916E727B4}"/>
                </a:ext>
              </a:extLst>
            </p:cNvPr>
            <p:cNvSpPr/>
            <p:nvPr/>
          </p:nvSpPr>
          <p:spPr>
            <a:xfrm>
              <a:off x="7864095" y="1501036"/>
              <a:ext cx="241539" cy="165345"/>
            </a:xfrm>
            <a:custGeom>
              <a:avLst/>
              <a:gdLst>
                <a:gd name="connsiteX0" fmla="*/ 226843 w 241539"/>
                <a:gd name="connsiteY0" fmla="*/ 29366 h 165345"/>
                <a:gd name="connsiteX1" fmla="*/ 202561 w 241539"/>
                <a:gd name="connsiteY1" fmla="*/ 29366 h 165345"/>
                <a:gd name="connsiteX2" fmla="*/ 198728 w 241539"/>
                <a:gd name="connsiteY2" fmla="*/ 30643 h 165345"/>
                <a:gd name="connsiteX3" fmla="*/ 187864 w 241539"/>
                <a:gd name="connsiteY3" fmla="*/ 7022 h 165345"/>
                <a:gd name="connsiteX4" fmla="*/ 173168 w 241539"/>
                <a:gd name="connsiteY4" fmla="*/ 0 h 165345"/>
                <a:gd name="connsiteX5" fmla="*/ 65178 w 241539"/>
                <a:gd name="connsiteY5" fmla="*/ 0 h 165345"/>
                <a:gd name="connsiteX6" fmla="*/ 50481 w 241539"/>
                <a:gd name="connsiteY6" fmla="*/ 7022 h 165345"/>
                <a:gd name="connsiteX7" fmla="*/ 39618 w 241539"/>
                <a:gd name="connsiteY7" fmla="*/ 30643 h 165345"/>
                <a:gd name="connsiteX8" fmla="*/ 35784 w 241539"/>
                <a:gd name="connsiteY8" fmla="*/ 29366 h 165345"/>
                <a:gd name="connsiteX9" fmla="*/ 11502 w 241539"/>
                <a:gd name="connsiteY9" fmla="*/ 29366 h 165345"/>
                <a:gd name="connsiteX10" fmla="*/ 0 w 241539"/>
                <a:gd name="connsiteY10" fmla="*/ 40857 h 165345"/>
                <a:gd name="connsiteX11" fmla="*/ 0 w 241539"/>
                <a:gd name="connsiteY11" fmla="*/ 40857 h 165345"/>
                <a:gd name="connsiteX12" fmla="*/ 0 w 241539"/>
                <a:gd name="connsiteY12" fmla="*/ 50433 h 165345"/>
                <a:gd name="connsiteX13" fmla="*/ 10225 w 241539"/>
                <a:gd name="connsiteY13" fmla="*/ 61925 h 165345"/>
                <a:gd name="connsiteX14" fmla="*/ 20448 w 241539"/>
                <a:gd name="connsiteY14" fmla="*/ 64478 h 165345"/>
                <a:gd name="connsiteX15" fmla="*/ 14697 w 241539"/>
                <a:gd name="connsiteY15" fmla="*/ 84269 h 165345"/>
                <a:gd name="connsiteX16" fmla="*/ 14697 w 241539"/>
                <a:gd name="connsiteY16" fmla="*/ 124488 h 165345"/>
                <a:gd name="connsiteX17" fmla="*/ 19809 w 241539"/>
                <a:gd name="connsiteY17" fmla="*/ 136617 h 165345"/>
                <a:gd name="connsiteX18" fmla="*/ 19809 w 241539"/>
                <a:gd name="connsiteY18" fmla="*/ 153854 h 165345"/>
                <a:gd name="connsiteX19" fmla="*/ 31311 w 241539"/>
                <a:gd name="connsiteY19" fmla="*/ 165345 h 165345"/>
                <a:gd name="connsiteX20" fmla="*/ 31311 w 241539"/>
                <a:gd name="connsiteY20" fmla="*/ 165345 h 165345"/>
                <a:gd name="connsiteX21" fmla="*/ 65817 w 241539"/>
                <a:gd name="connsiteY21" fmla="*/ 165345 h 165345"/>
                <a:gd name="connsiteX22" fmla="*/ 77319 w 241539"/>
                <a:gd name="connsiteY22" fmla="*/ 153854 h 165345"/>
                <a:gd name="connsiteX23" fmla="*/ 77319 w 241539"/>
                <a:gd name="connsiteY23" fmla="*/ 153854 h 165345"/>
                <a:gd name="connsiteX24" fmla="*/ 77319 w 241539"/>
                <a:gd name="connsiteY24" fmla="*/ 145555 h 165345"/>
                <a:gd name="connsiteX25" fmla="*/ 110546 w 241539"/>
                <a:gd name="connsiteY25" fmla="*/ 145555 h 165345"/>
                <a:gd name="connsiteX26" fmla="*/ 126521 w 241539"/>
                <a:gd name="connsiteY26" fmla="*/ 129595 h 165345"/>
                <a:gd name="connsiteX27" fmla="*/ 126521 w 241539"/>
                <a:gd name="connsiteY27" fmla="*/ 116188 h 165345"/>
                <a:gd name="connsiteX28" fmla="*/ 129716 w 241539"/>
                <a:gd name="connsiteY28" fmla="*/ 116188 h 165345"/>
                <a:gd name="connsiteX29" fmla="*/ 150803 w 241539"/>
                <a:gd name="connsiteY29" fmla="*/ 95121 h 165345"/>
                <a:gd name="connsiteX30" fmla="*/ 150803 w 241539"/>
                <a:gd name="connsiteY30" fmla="*/ 95121 h 165345"/>
                <a:gd name="connsiteX31" fmla="*/ 150803 w 241539"/>
                <a:gd name="connsiteY31" fmla="*/ 82992 h 165345"/>
                <a:gd name="connsiteX32" fmla="*/ 155915 w 241539"/>
                <a:gd name="connsiteY32" fmla="*/ 70862 h 165345"/>
                <a:gd name="connsiteX33" fmla="*/ 155915 w 241539"/>
                <a:gd name="connsiteY33" fmla="*/ 61286 h 165345"/>
                <a:gd name="connsiteX34" fmla="*/ 149525 w 241539"/>
                <a:gd name="connsiteY34" fmla="*/ 54902 h 165345"/>
                <a:gd name="connsiteX35" fmla="*/ 141218 w 241539"/>
                <a:gd name="connsiteY35" fmla="*/ 54902 h 165345"/>
                <a:gd name="connsiteX36" fmla="*/ 141218 w 241539"/>
                <a:gd name="connsiteY36" fmla="*/ 26813 h 165345"/>
                <a:gd name="connsiteX37" fmla="*/ 134828 w 241539"/>
                <a:gd name="connsiteY37" fmla="*/ 20429 h 165345"/>
                <a:gd name="connsiteX38" fmla="*/ 128438 w 241539"/>
                <a:gd name="connsiteY38" fmla="*/ 26813 h 165345"/>
                <a:gd name="connsiteX39" fmla="*/ 128438 w 241539"/>
                <a:gd name="connsiteY39" fmla="*/ 54902 h 165345"/>
                <a:gd name="connsiteX40" fmla="*/ 111824 w 241539"/>
                <a:gd name="connsiteY40" fmla="*/ 54902 h 165345"/>
                <a:gd name="connsiteX41" fmla="*/ 111824 w 241539"/>
                <a:gd name="connsiteY41" fmla="*/ 26813 h 165345"/>
                <a:gd name="connsiteX42" fmla="*/ 105434 w 241539"/>
                <a:gd name="connsiteY42" fmla="*/ 20429 h 165345"/>
                <a:gd name="connsiteX43" fmla="*/ 99044 w 241539"/>
                <a:gd name="connsiteY43" fmla="*/ 26813 h 165345"/>
                <a:gd name="connsiteX44" fmla="*/ 99044 w 241539"/>
                <a:gd name="connsiteY44" fmla="*/ 54902 h 165345"/>
                <a:gd name="connsiteX45" fmla="*/ 90738 w 241539"/>
                <a:gd name="connsiteY45" fmla="*/ 54902 h 165345"/>
                <a:gd name="connsiteX46" fmla="*/ 84348 w 241539"/>
                <a:gd name="connsiteY46" fmla="*/ 61286 h 165345"/>
                <a:gd name="connsiteX47" fmla="*/ 84348 w 241539"/>
                <a:gd name="connsiteY47" fmla="*/ 70862 h 165345"/>
                <a:gd name="connsiteX48" fmla="*/ 89459 w 241539"/>
                <a:gd name="connsiteY48" fmla="*/ 82992 h 165345"/>
                <a:gd name="connsiteX49" fmla="*/ 89459 w 241539"/>
                <a:gd name="connsiteY49" fmla="*/ 95121 h 165345"/>
                <a:gd name="connsiteX50" fmla="*/ 110546 w 241539"/>
                <a:gd name="connsiteY50" fmla="*/ 116188 h 165345"/>
                <a:gd name="connsiteX51" fmla="*/ 110546 w 241539"/>
                <a:gd name="connsiteY51" fmla="*/ 116188 h 165345"/>
                <a:gd name="connsiteX52" fmla="*/ 113741 w 241539"/>
                <a:gd name="connsiteY52" fmla="*/ 116188 h 165345"/>
                <a:gd name="connsiteX53" fmla="*/ 113741 w 241539"/>
                <a:gd name="connsiteY53" fmla="*/ 129595 h 165345"/>
                <a:gd name="connsiteX54" fmla="*/ 110546 w 241539"/>
                <a:gd name="connsiteY54" fmla="*/ 132787 h 165345"/>
                <a:gd name="connsiteX55" fmla="*/ 67094 w 241539"/>
                <a:gd name="connsiteY55" fmla="*/ 134702 h 165345"/>
                <a:gd name="connsiteX56" fmla="*/ 65178 w 241539"/>
                <a:gd name="connsiteY56" fmla="*/ 139171 h 165345"/>
                <a:gd name="connsiteX57" fmla="*/ 65178 w 241539"/>
                <a:gd name="connsiteY57" fmla="*/ 152577 h 165345"/>
                <a:gd name="connsiteX58" fmla="*/ 33867 w 241539"/>
                <a:gd name="connsiteY58" fmla="*/ 152577 h 165345"/>
                <a:gd name="connsiteX59" fmla="*/ 33867 w 241539"/>
                <a:gd name="connsiteY59" fmla="*/ 134064 h 165345"/>
                <a:gd name="connsiteX60" fmla="*/ 31950 w 241539"/>
                <a:gd name="connsiteY60" fmla="*/ 129595 h 165345"/>
                <a:gd name="connsiteX61" fmla="*/ 29394 w 241539"/>
                <a:gd name="connsiteY61" fmla="*/ 124488 h 165345"/>
                <a:gd name="connsiteX62" fmla="*/ 29394 w 241539"/>
                <a:gd name="connsiteY62" fmla="*/ 84269 h 165345"/>
                <a:gd name="connsiteX63" fmla="*/ 33228 w 241539"/>
                <a:gd name="connsiteY63" fmla="*/ 71501 h 165345"/>
                <a:gd name="connsiteX64" fmla="*/ 38340 w 241539"/>
                <a:gd name="connsiteY64" fmla="*/ 64478 h 165345"/>
                <a:gd name="connsiteX65" fmla="*/ 38979 w 241539"/>
                <a:gd name="connsiteY65" fmla="*/ 58733 h 165345"/>
                <a:gd name="connsiteX66" fmla="*/ 34506 w 241539"/>
                <a:gd name="connsiteY66" fmla="*/ 54902 h 165345"/>
                <a:gd name="connsiteX67" fmla="*/ 14697 w 241539"/>
                <a:gd name="connsiteY67" fmla="*/ 49795 h 165345"/>
                <a:gd name="connsiteX68" fmla="*/ 14697 w 241539"/>
                <a:gd name="connsiteY68" fmla="*/ 49795 h 165345"/>
                <a:gd name="connsiteX69" fmla="*/ 14697 w 241539"/>
                <a:gd name="connsiteY69" fmla="*/ 42773 h 165345"/>
                <a:gd name="connsiteX70" fmla="*/ 34506 w 241539"/>
                <a:gd name="connsiteY70" fmla="*/ 42773 h 165345"/>
                <a:gd name="connsiteX71" fmla="*/ 42174 w 241539"/>
                <a:gd name="connsiteY71" fmla="*/ 54902 h 165345"/>
                <a:gd name="connsiteX72" fmla="*/ 51119 w 241539"/>
                <a:gd name="connsiteY72" fmla="*/ 56817 h 165345"/>
                <a:gd name="connsiteX73" fmla="*/ 51119 w 241539"/>
                <a:gd name="connsiteY73" fmla="*/ 56817 h 165345"/>
                <a:gd name="connsiteX74" fmla="*/ 53037 w 241539"/>
                <a:gd name="connsiteY74" fmla="*/ 47880 h 165345"/>
                <a:gd name="connsiteX75" fmla="*/ 53037 w 241539"/>
                <a:gd name="connsiteY75" fmla="*/ 47880 h 165345"/>
                <a:gd name="connsiteX76" fmla="*/ 50481 w 241539"/>
                <a:gd name="connsiteY76" fmla="*/ 44049 h 165345"/>
                <a:gd name="connsiteX77" fmla="*/ 61983 w 241539"/>
                <a:gd name="connsiteY77" fmla="*/ 15960 h 165345"/>
                <a:gd name="connsiteX78" fmla="*/ 67094 w 241539"/>
                <a:gd name="connsiteY78" fmla="*/ 13406 h 165345"/>
                <a:gd name="connsiteX79" fmla="*/ 175084 w 241539"/>
                <a:gd name="connsiteY79" fmla="*/ 13406 h 165345"/>
                <a:gd name="connsiteX80" fmla="*/ 179558 w 241539"/>
                <a:gd name="connsiteY80" fmla="*/ 15960 h 165345"/>
                <a:gd name="connsiteX81" fmla="*/ 191698 w 241539"/>
                <a:gd name="connsiteY81" fmla="*/ 44049 h 165345"/>
                <a:gd name="connsiteX82" fmla="*/ 189143 w 241539"/>
                <a:gd name="connsiteY82" fmla="*/ 47880 h 165345"/>
                <a:gd name="connsiteX83" fmla="*/ 191059 w 241539"/>
                <a:gd name="connsiteY83" fmla="*/ 56817 h 165345"/>
                <a:gd name="connsiteX84" fmla="*/ 191059 w 241539"/>
                <a:gd name="connsiteY84" fmla="*/ 56817 h 165345"/>
                <a:gd name="connsiteX85" fmla="*/ 200005 w 241539"/>
                <a:gd name="connsiteY85" fmla="*/ 54902 h 165345"/>
                <a:gd name="connsiteX86" fmla="*/ 200005 w 241539"/>
                <a:gd name="connsiteY86" fmla="*/ 54902 h 165345"/>
                <a:gd name="connsiteX87" fmla="*/ 207673 w 241539"/>
                <a:gd name="connsiteY87" fmla="*/ 42773 h 165345"/>
                <a:gd name="connsiteX88" fmla="*/ 227482 w 241539"/>
                <a:gd name="connsiteY88" fmla="*/ 42773 h 165345"/>
                <a:gd name="connsiteX89" fmla="*/ 227482 w 241539"/>
                <a:gd name="connsiteY89" fmla="*/ 49795 h 165345"/>
                <a:gd name="connsiteX90" fmla="*/ 227482 w 241539"/>
                <a:gd name="connsiteY90" fmla="*/ 49795 h 165345"/>
                <a:gd name="connsiteX91" fmla="*/ 207673 w 241539"/>
                <a:gd name="connsiteY91" fmla="*/ 54902 h 165345"/>
                <a:gd name="connsiteX92" fmla="*/ 203200 w 241539"/>
                <a:gd name="connsiteY92" fmla="*/ 58733 h 165345"/>
                <a:gd name="connsiteX93" fmla="*/ 203839 w 241539"/>
                <a:gd name="connsiteY93" fmla="*/ 64478 h 165345"/>
                <a:gd name="connsiteX94" fmla="*/ 208951 w 241539"/>
                <a:gd name="connsiteY94" fmla="*/ 71501 h 165345"/>
                <a:gd name="connsiteX95" fmla="*/ 212785 w 241539"/>
                <a:gd name="connsiteY95" fmla="*/ 84269 h 165345"/>
                <a:gd name="connsiteX96" fmla="*/ 212785 w 241539"/>
                <a:gd name="connsiteY96" fmla="*/ 124488 h 165345"/>
                <a:gd name="connsiteX97" fmla="*/ 210229 w 241539"/>
                <a:gd name="connsiteY97" fmla="*/ 129595 h 165345"/>
                <a:gd name="connsiteX98" fmla="*/ 208313 w 241539"/>
                <a:gd name="connsiteY98" fmla="*/ 134064 h 165345"/>
                <a:gd name="connsiteX99" fmla="*/ 208313 w 241539"/>
                <a:gd name="connsiteY99" fmla="*/ 151939 h 165345"/>
                <a:gd name="connsiteX100" fmla="*/ 177002 w 241539"/>
                <a:gd name="connsiteY100" fmla="*/ 151939 h 165345"/>
                <a:gd name="connsiteX101" fmla="*/ 177002 w 241539"/>
                <a:gd name="connsiteY101" fmla="*/ 138533 h 165345"/>
                <a:gd name="connsiteX102" fmla="*/ 170612 w 241539"/>
                <a:gd name="connsiteY102" fmla="*/ 132148 h 165345"/>
                <a:gd name="connsiteX103" fmla="*/ 136106 w 241539"/>
                <a:gd name="connsiteY103" fmla="*/ 132148 h 165345"/>
                <a:gd name="connsiteX104" fmla="*/ 129716 w 241539"/>
                <a:gd name="connsiteY104" fmla="*/ 138533 h 165345"/>
                <a:gd name="connsiteX105" fmla="*/ 136106 w 241539"/>
                <a:gd name="connsiteY105" fmla="*/ 144916 h 165345"/>
                <a:gd name="connsiteX106" fmla="*/ 164222 w 241539"/>
                <a:gd name="connsiteY106" fmla="*/ 144916 h 165345"/>
                <a:gd name="connsiteX107" fmla="*/ 164222 w 241539"/>
                <a:gd name="connsiteY107" fmla="*/ 153216 h 165345"/>
                <a:gd name="connsiteX108" fmla="*/ 175723 w 241539"/>
                <a:gd name="connsiteY108" fmla="*/ 164707 h 165345"/>
                <a:gd name="connsiteX109" fmla="*/ 175723 w 241539"/>
                <a:gd name="connsiteY109" fmla="*/ 164707 h 165345"/>
                <a:gd name="connsiteX110" fmla="*/ 210229 w 241539"/>
                <a:gd name="connsiteY110" fmla="*/ 164707 h 165345"/>
                <a:gd name="connsiteX111" fmla="*/ 221731 w 241539"/>
                <a:gd name="connsiteY111" fmla="*/ 153216 h 165345"/>
                <a:gd name="connsiteX112" fmla="*/ 221731 w 241539"/>
                <a:gd name="connsiteY112" fmla="*/ 153216 h 165345"/>
                <a:gd name="connsiteX113" fmla="*/ 221731 w 241539"/>
                <a:gd name="connsiteY113" fmla="*/ 135979 h 165345"/>
                <a:gd name="connsiteX114" fmla="*/ 226843 w 241539"/>
                <a:gd name="connsiteY114" fmla="*/ 123849 h 165345"/>
                <a:gd name="connsiteX115" fmla="*/ 226843 w 241539"/>
                <a:gd name="connsiteY115" fmla="*/ 83630 h 165345"/>
                <a:gd name="connsiteX116" fmla="*/ 221092 w 241539"/>
                <a:gd name="connsiteY116" fmla="*/ 63840 h 165345"/>
                <a:gd name="connsiteX117" fmla="*/ 231316 w 241539"/>
                <a:gd name="connsiteY117" fmla="*/ 61286 h 165345"/>
                <a:gd name="connsiteX118" fmla="*/ 241540 w 241539"/>
                <a:gd name="connsiteY118" fmla="*/ 49795 h 165345"/>
                <a:gd name="connsiteX119" fmla="*/ 241540 w 241539"/>
                <a:gd name="connsiteY119" fmla="*/ 40219 h 165345"/>
                <a:gd name="connsiteX120" fmla="*/ 226843 w 241539"/>
                <a:gd name="connsiteY120" fmla="*/ 29366 h 165345"/>
                <a:gd name="connsiteX121" fmla="*/ 226843 w 241539"/>
                <a:gd name="connsiteY121" fmla="*/ 29366 h 165345"/>
                <a:gd name="connsiteX122" fmla="*/ 100322 w 241539"/>
                <a:gd name="connsiteY122" fmla="*/ 94483 h 165345"/>
                <a:gd name="connsiteX123" fmla="*/ 100322 w 241539"/>
                <a:gd name="connsiteY123" fmla="*/ 79800 h 165345"/>
                <a:gd name="connsiteX124" fmla="*/ 98405 w 241539"/>
                <a:gd name="connsiteY124" fmla="*/ 75331 h 165345"/>
                <a:gd name="connsiteX125" fmla="*/ 95210 w 241539"/>
                <a:gd name="connsiteY125" fmla="*/ 70224 h 165345"/>
                <a:gd name="connsiteX126" fmla="*/ 95210 w 241539"/>
                <a:gd name="connsiteY126" fmla="*/ 67032 h 165345"/>
                <a:gd name="connsiteX127" fmla="*/ 141218 w 241539"/>
                <a:gd name="connsiteY127" fmla="*/ 67032 h 165345"/>
                <a:gd name="connsiteX128" fmla="*/ 141218 w 241539"/>
                <a:gd name="connsiteY128" fmla="*/ 70224 h 165345"/>
                <a:gd name="connsiteX129" fmla="*/ 138023 w 241539"/>
                <a:gd name="connsiteY129" fmla="*/ 75331 h 165345"/>
                <a:gd name="connsiteX130" fmla="*/ 136106 w 241539"/>
                <a:gd name="connsiteY130" fmla="*/ 79800 h 165345"/>
                <a:gd name="connsiteX131" fmla="*/ 136106 w 241539"/>
                <a:gd name="connsiteY131" fmla="*/ 94483 h 165345"/>
                <a:gd name="connsiteX132" fmla="*/ 127799 w 241539"/>
                <a:gd name="connsiteY132" fmla="*/ 102782 h 165345"/>
                <a:gd name="connsiteX133" fmla="*/ 127799 w 241539"/>
                <a:gd name="connsiteY133" fmla="*/ 102782 h 165345"/>
                <a:gd name="connsiteX134" fmla="*/ 107990 w 241539"/>
                <a:gd name="connsiteY134" fmla="*/ 102782 h 165345"/>
                <a:gd name="connsiteX135" fmla="*/ 100322 w 241539"/>
                <a:gd name="connsiteY135" fmla="*/ 94483 h 165345"/>
                <a:gd name="connsiteX136" fmla="*/ 100322 w 241539"/>
                <a:gd name="connsiteY136" fmla="*/ 94483 h 165345"/>
                <a:gd name="connsiteX137" fmla="*/ 100322 w 241539"/>
                <a:gd name="connsiteY137" fmla="*/ 94483 h 165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241539" h="165345">
                  <a:moveTo>
                    <a:pt x="226843" y="29366"/>
                  </a:moveTo>
                  <a:lnTo>
                    <a:pt x="202561" y="29366"/>
                  </a:lnTo>
                  <a:cubicBezTo>
                    <a:pt x="201283" y="29366"/>
                    <a:pt x="200005" y="30005"/>
                    <a:pt x="198728" y="30643"/>
                  </a:cubicBezTo>
                  <a:cubicBezTo>
                    <a:pt x="195533" y="22344"/>
                    <a:pt x="192338" y="14683"/>
                    <a:pt x="187864" y="7022"/>
                  </a:cubicBezTo>
                  <a:cubicBezTo>
                    <a:pt x="184031" y="2554"/>
                    <a:pt x="178918" y="0"/>
                    <a:pt x="173168" y="0"/>
                  </a:cubicBezTo>
                  <a:lnTo>
                    <a:pt x="65178" y="0"/>
                  </a:lnTo>
                  <a:cubicBezTo>
                    <a:pt x="59427" y="0"/>
                    <a:pt x="54314" y="3192"/>
                    <a:pt x="50481" y="7022"/>
                  </a:cubicBezTo>
                  <a:cubicBezTo>
                    <a:pt x="46008" y="14683"/>
                    <a:pt x="42813" y="22344"/>
                    <a:pt x="39618" y="30643"/>
                  </a:cubicBezTo>
                  <a:cubicBezTo>
                    <a:pt x="38340" y="30005"/>
                    <a:pt x="37062" y="29366"/>
                    <a:pt x="35784" y="29366"/>
                  </a:cubicBezTo>
                  <a:lnTo>
                    <a:pt x="11502" y="29366"/>
                  </a:lnTo>
                  <a:cubicBezTo>
                    <a:pt x="5112" y="29366"/>
                    <a:pt x="0" y="34473"/>
                    <a:pt x="0" y="40857"/>
                  </a:cubicBezTo>
                  <a:cubicBezTo>
                    <a:pt x="0" y="40857"/>
                    <a:pt x="0" y="40857"/>
                    <a:pt x="0" y="40857"/>
                  </a:cubicBezTo>
                  <a:lnTo>
                    <a:pt x="0" y="50433"/>
                  </a:lnTo>
                  <a:cubicBezTo>
                    <a:pt x="0" y="56179"/>
                    <a:pt x="4473" y="61286"/>
                    <a:pt x="10225" y="61925"/>
                  </a:cubicBezTo>
                  <a:lnTo>
                    <a:pt x="20448" y="64478"/>
                  </a:lnTo>
                  <a:cubicBezTo>
                    <a:pt x="16614" y="70224"/>
                    <a:pt x="14697" y="77246"/>
                    <a:pt x="14697" y="84269"/>
                  </a:cubicBezTo>
                  <a:lnTo>
                    <a:pt x="14697" y="124488"/>
                  </a:lnTo>
                  <a:cubicBezTo>
                    <a:pt x="14697" y="128956"/>
                    <a:pt x="16614" y="133425"/>
                    <a:pt x="19809" y="136617"/>
                  </a:cubicBezTo>
                  <a:lnTo>
                    <a:pt x="19809" y="153854"/>
                  </a:lnTo>
                  <a:cubicBezTo>
                    <a:pt x="19809" y="160238"/>
                    <a:pt x="24921" y="165345"/>
                    <a:pt x="31311" y="165345"/>
                  </a:cubicBezTo>
                  <a:lnTo>
                    <a:pt x="31311" y="165345"/>
                  </a:lnTo>
                  <a:lnTo>
                    <a:pt x="65817" y="165345"/>
                  </a:lnTo>
                  <a:cubicBezTo>
                    <a:pt x="72207" y="165345"/>
                    <a:pt x="77319" y="160238"/>
                    <a:pt x="77319" y="153854"/>
                  </a:cubicBezTo>
                  <a:lnTo>
                    <a:pt x="77319" y="153854"/>
                  </a:lnTo>
                  <a:lnTo>
                    <a:pt x="77319" y="145555"/>
                  </a:lnTo>
                  <a:lnTo>
                    <a:pt x="110546" y="145555"/>
                  </a:lnTo>
                  <a:cubicBezTo>
                    <a:pt x="119492" y="145555"/>
                    <a:pt x="126521" y="138533"/>
                    <a:pt x="126521" y="129595"/>
                  </a:cubicBezTo>
                  <a:lnTo>
                    <a:pt x="126521" y="116188"/>
                  </a:lnTo>
                  <a:lnTo>
                    <a:pt x="129716" y="116188"/>
                  </a:lnTo>
                  <a:cubicBezTo>
                    <a:pt x="141218" y="116188"/>
                    <a:pt x="150803" y="106612"/>
                    <a:pt x="150803" y="95121"/>
                  </a:cubicBezTo>
                  <a:cubicBezTo>
                    <a:pt x="150803" y="95121"/>
                    <a:pt x="150803" y="95121"/>
                    <a:pt x="150803" y="95121"/>
                  </a:cubicBezTo>
                  <a:lnTo>
                    <a:pt x="150803" y="82992"/>
                  </a:lnTo>
                  <a:cubicBezTo>
                    <a:pt x="153998" y="79800"/>
                    <a:pt x="155276" y="75331"/>
                    <a:pt x="155915" y="70862"/>
                  </a:cubicBezTo>
                  <a:lnTo>
                    <a:pt x="155915" y="61286"/>
                  </a:lnTo>
                  <a:cubicBezTo>
                    <a:pt x="155915" y="57456"/>
                    <a:pt x="153358" y="54902"/>
                    <a:pt x="149525" y="54902"/>
                  </a:cubicBezTo>
                  <a:lnTo>
                    <a:pt x="141218" y="54902"/>
                  </a:lnTo>
                  <a:lnTo>
                    <a:pt x="141218" y="26813"/>
                  </a:lnTo>
                  <a:cubicBezTo>
                    <a:pt x="141218" y="22982"/>
                    <a:pt x="138662" y="20429"/>
                    <a:pt x="134828" y="20429"/>
                  </a:cubicBezTo>
                  <a:cubicBezTo>
                    <a:pt x="130994" y="20429"/>
                    <a:pt x="128438" y="22982"/>
                    <a:pt x="128438" y="26813"/>
                  </a:cubicBezTo>
                  <a:lnTo>
                    <a:pt x="128438" y="54902"/>
                  </a:lnTo>
                  <a:lnTo>
                    <a:pt x="111824" y="54902"/>
                  </a:lnTo>
                  <a:lnTo>
                    <a:pt x="111824" y="26813"/>
                  </a:lnTo>
                  <a:cubicBezTo>
                    <a:pt x="111824" y="22982"/>
                    <a:pt x="109269" y="20429"/>
                    <a:pt x="105434" y="20429"/>
                  </a:cubicBezTo>
                  <a:cubicBezTo>
                    <a:pt x="101600" y="20429"/>
                    <a:pt x="99044" y="22982"/>
                    <a:pt x="99044" y="26813"/>
                  </a:cubicBezTo>
                  <a:lnTo>
                    <a:pt x="99044" y="54902"/>
                  </a:lnTo>
                  <a:lnTo>
                    <a:pt x="90738" y="54902"/>
                  </a:lnTo>
                  <a:cubicBezTo>
                    <a:pt x="86904" y="54902"/>
                    <a:pt x="84348" y="57456"/>
                    <a:pt x="84348" y="61286"/>
                  </a:cubicBezTo>
                  <a:lnTo>
                    <a:pt x="84348" y="70862"/>
                  </a:lnTo>
                  <a:cubicBezTo>
                    <a:pt x="84348" y="75331"/>
                    <a:pt x="86264" y="79800"/>
                    <a:pt x="89459" y="82992"/>
                  </a:cubicBezTo>
                  <a:lnTo>
                    <a:pt x="89459" y="95121"/>
                  </a:lnTo>
                  <a:cubicBezTo>
                    <a:pt x="89459" y="106612"/>
                    <a:pt x="99044" y="116188"/>
                    <a:pt x="110546" y="116188"/>
                  </a:cubicBezTo>
                  <a:lnTo>
                    <a:pt x="110546" y="116188"/>
                  </a:lnTo>
                  <a:lnTo>
                    <a:pt x="113741" y="116188"/>
                  </a:lnTo>
                  <a:lnTo>
                    <a:pt x="113741" y="129595"/>
                  </a:lnTo>
                  <a:cubicBezTo>
                    <a:pt x="113741" y="131510"/>
                    <a:pt x="112464" y="132787"/>
                    <a:pt x="110546" y="132787"/>
                  </a:cubicBezTo>
                  <a:cubicBezTo>
                    <a:pt x="69012" y="132787"/>
                    <a:pt x="69012" y="132787"/>
                    <a:pt x="67094" y="134702"/>
                  </a:cubicBezTo>
                  <a:cubicBezTo>
                    <a:pt x="65817" y="135979"/>
                    <a:pt x="65178" y="137256"/>
                    <a:pt x="65178" y="139171"/>
                  </a:cubicBezTo>
                  <a:lnTo>
                    <a:pt x="65178" y="152577"/>
                  </a:lnTo>
                  <a:lnTo>
                    <a:pt x="33867" y="152577"/>
                  </a:lnTo>
                  <a:lnTo>
                    <a:pt x="33867" y="134064"/>
                  </a:lnTo>
                  <a:cubicBezTo>
                    <a:pt x="33867" y="132148"/>
                    <a:pt x="33228" y="130233"/>
                    <a:pt x="31950" y="129595"/>
                  </a:cubicBezTo>
                  <a:cubicBezTo>
                    <a:pt x="29394" y="127680"/>
                    <a:pt x="29394" y="126403"/>
                    <a:pt x="29394" y="124488"/>
                  </a:cubicBezTo>
                  <a:lnTo>
                    <a:pt x="29394" y="84269"/>
                  </a:lnTo>
                  <a:cubicBezTo>
                    <a:pt x="29394" y="79800"/>
                    <a:pt x="30672" y="75331"/>
                    <a:pt x="33228" y="71501"/>
                  </a:cubicBezTo>
                  <a:lnTo>
                    <a:pt x="38340" y="64478"/>
                  </a:lnTo>
                  <a:cubicBezTo>
                    <a:pt x="39618" y="62563"/>
                    <a:pt x="39618" y="60648"/>
                    <a:pt x="38979" y="58733"/>
                  </a:cubicBezTo>
                  <a:cubicBezTo>
                    <a:pt x="38340" y="56817"/>
                    <a:pt x="36423" y="55541"/>
                    <a:pt x="34506" y="54902"/>
                  </a:cubicBezTo>
                  <a:lnTo>
                    <a:pt x="14697" y="49795"/>
                  </a:lnTo>
                  <a:lnTo>
                    <a:pt x="14697" y="49795"/>
                  </a:lnTo>
                  <a:lnTo>
                    <a:pt x="14697" y="42773"/>
                  </a:lnTo>
                  <a:lnTo>
                    <a:pt x="34506" y="42773"/>
                  </a:lnTo>
                  <a:lnTo>
                    <a:pt x="42174" y="54902"/>
                  </a:lnTo>
                  <a:cubicBezTo>
                    <a:pt x="44091" y="58094"/>
                    <a:pt x="47925" y="58733"/>
                    <a:pt x="51119" y="56817"/>
                  </a:cubicBezTo>
                  <a:cubicBezTo>
                    <a:pt x="51119" y="56817"/>
                    <a:pt x="51119" y="56817"/>
                    <a:pt x="51119" y="56817"/>
                  </a:cubicBezTo>
                  <a:cubicBezTo>
                    <a:pt x="54314" y="54902"/>
                    <a:pt x="54954" y="51072"/>
                    <a:pt x="53037" y="47880"/>
                  </a:cubicBezTo>
                  <a:cubicBezTo>
                    <a:pt x="53037" y="47880"/>
                    <a:pt x="53037" y="47880"/>
                    <a:pt x="53037" y="47880"/>
                  </a:cubicBezTo>
                  <a:lnTo>
                    <a:pt x="50481" y="44049"/>
                  </a:lnTo>
                  <a:cubicBezTo>
                    <a:pt x="55593" y="31920"/>
                    <a:pt x="61344" y="17875"/>
                    <a:pt x="61983" y="15960"/>
                  </a:cubicBezTo>
                  <a:cubicBezTo>
                    <a:pt x="63261" y="14683"/>
                    <a:pt x="65178" y="13406"/>
                    <a:pt x="67094" y="13406"/>
                  </a:cubicBezTo>
                  <a:lnTo>
                    <a:pt x="175084" y="13406"/>
                  </a:lnTo>
                  <a:cubicBezTo>
                    <a:pt x="177002" y="13406"/>
                    <a:pt x="178279" y="14683"/>
                    <a:pt x="179558" y="15960"/>
                  </a:cubicBezTo>
                  <a:cubicBezTo>
                    <a:pt x="180836" y="17875"/>
                    <a:pt x="186587" y="31920"/>
                    <a:pt x="191698" y="44049"/>
                  </a:cubicBezTo>
                  <a:lnTo>
                    <a:pt x="189143" y="47880"/>
                  </a:lnTo>
                  <a:cubicBezTo>
                    <a:pt x="187225" y="51072"/>
                    <a:pt x="187864" y="54902"/>
                    <a:pt x="191059" y="56817"/>
                  </a:cubicBezTo>
                  <a:cubicBezTo>
                    <a:pt x="191059" y="56817"/>
                    <a:pt x="191059" y="56817"/>
                    <a:pt x="191059" y="56817"/>
                  </a:cubicBezTo>
                  <a:cubicBezTo>
                    <a:pt x="194254" y="58733"/>
                    <a:pt x="198088" y="58094"/>
                    <a:pt x="200005" y="54902"/>
                  </a:cubicBezTo>
                  <a:cubicBezTo>
                    <a:pt x="200005" y="54902"/>
                    <a:pt x="200005" y="54902"/>
                    <a:pt x="200005" y="54902"/>
                  </a:cubicBezTo>
                  <a:lnTo>
                    <a:pt x="207673" y="42773"/>
                  </a:lnTo>
                  <a:lnTo>
                    <a:pt x="227482" y="42773"/>
                  </a:lnTo>
                  <a:lnTo>
                    <a:pt x="227482" y="49795"/>
                  </a:lnTo>
                  <a:lnTo>
                    <a:pt x="227482" y="49795"/>
                  </a:lnTo>
                  <a:lnTo>
                    <a:pt x="207673" y="54902"/>
                  </a:lnTo>
                  <a:cubicBezTo>
                    <a:pt x="205756" y="55541"/>
                    <a:pt x="203839" y="56817"/>
                    <a:pt x="203200" y="58733"/>
                  </a:cubicBezTo>
                  <a:cubicBezTo>
                    <a:pt x="202561" y="60648"/>
                    <a:pt x="202561" y="62563"/>
                    <a:pt x="203839" y="64478"/>
                  </a:cubicBezTo>
                  <a:lnTo>
                    <a:pt x="208951" y="71501"/>
                  </a:lnTo>
                  <a:cubicBezTo>
                    <a:pt x="211508" y="75331"/>
                    <a:pt x="212785" y="79800"/>
                    <a:pt x="212785" y="84269"/>
                  </a:cubicBezTo>
                  <a:lnTo>
                    <a:pt x="212785" y="124488"/>
                  </a:lnTo>
                  <a:cubicBezTo>
                    <a:pt x="212785" y="126403"/>
                    <a:pt x="212146" y="127680"/>
                    <a:pt x="210229" y="129595"/>
                  </a:cubicBezTo>
                  <a:cubicBezTo>
                    <a:pt x="208951" y="130872"/>
                    <a:pt x="208313" y="132787"/>
                    <a:pt x="208313" y="134064"/>
                  </a:cubicBezTo>
                  <a:lnTo>
                    <a:pt x="208313" y="151939"/>
                  </a:lnTo>
                  <a:lnTo>
                    <a:pt x="177002" y="151939"/>
                  </a:lnTo>
                  <a:lnTo>
                    <a:pt x="177002" y="138533"/>
                  </a:lnTo>
                  <a:cubicBezTo>
                    <a:pt x="177002" y="134702"/>
                    <a:pt x="174446" y="132148"/>
                    <a:pt x="170612" y="132148"/>
                  </a:cubicBezTo>
                  <a:lnTo>
                    <a:pt x="136106" y="132148"/>
                  </a:lnTo>
                  <a:cubicBezTo>
                    <a:pt x="132272" y="132148"/>
                    <a:pt x="129716" y="134702"/>
                    <a:pt x="129716" y="138533"/>
                  </a:cubicBezTo>
                  <a:cubicBezTo>
                    <a:pt x="129716" y="142363"/>
                    <a:pt x="132272" y="144916"/>
                    <a:pt x="136106" y="144916"/>
                  </a:cubicBezTo>
                  <a:lnTo>
                    <a:pt x="164222" y="144916"/>
                  </a:lnTo>
                  <a:lnTo>
                    <a:pt x="164222" y="153216"/>
                  </a:lnTo>
                  <a:cubicBezTo>
                    <a:pt x="164222" y="159600"/>
                    <a:pt x="169333" y="164707"/>
                    <a:pt x="175723" y="164707"/>
                  </a:cubicBezTo>
                  <a:lnTo>
                    <a:pt x="175723" y="164707"/>
                  </a:lnTo>
                  <a:lnTo>
                    <a:pt x="210229" y="164707"/>
                  </a:lnTo>
                  <a:cubicBezTo>
                    <a:pt x="216619" y="164707"/>
                    <a:pt x="221731" y="159600"/>
                    <a:pt x="221731" y="153216"/>
                  </a:cubicBezTo>
                  <a:lnTo>
                    <a:pt x="221731" y="153216"/>
                  </a:lnTo>
                  <a:lnTo>
                    <a:pt x="221731" y="135979"/>
                  </a:lnTo>
                  <a:cubicBezTo>
                    <a:pt x="224926" y="132787"/>
                    <a:pt x="226843" y="128318"/>
                    <a:pt x="226843" y="123849"/>
                  </a:cubicBezTo>
                  <a:lnTo>
                    <a:pt x="226843" y="83630"/>
                  </a:lnTo>
                  <a:cubicBezTo>
                    <a:pt x="226843" y="76608"/>
                    <a:pt x="224926" y="69585"/>
                    <a:pt x="221092" y="63840"/>
                  </a:cubicBezTo>
                  <a:lnTo>
                    <a:pt x="231316" y="61286"/>
                  </a:lnTo>
                  <a:cubicBezTo>
                    <a:pt x="237067" y="60648"/>
                    <a:pt x="241540" y="55541"/>
                    <a:pt x="241540" y="49795"/>
                  </a:cubicBezTo>
                  <a:lnTo>
                    <a:pt x="241540" y="40219"/>
                  </a:lnTo>
                  <a:cubicBezTo>
                    <a:pt x="238345" y="34473"/>
                    <a:pt x="233233" y="29366"/>
                    <a:pt x="226843" y="29366"/>
                  </a:cubicBezTo>
                  <a:cubicBezTo>
                    <a:pt x="226843" y="29366"/>
                    <a:pt x="226843" y="29366"/>
                    <a:pt x="226843" y="29366"/>
                  </a:cubicBezTo>
                  <a:close/>
                  <a:moveTo>
                    <a:pt x="100322" y="94483"/>
                  </a:moveTo>
                  <a:lnTo>
                    <a:pt x="100322" y="79800"/>
                  </a:lnTo>
                  <a:cubicBezTo>
                    <a:pt x="100322" y="77885"/>
                    <a:pt x="99684" y="76608"/>
                    <a:pt x="98405" y="75331"/>
                  </a:cubicBezTo>
                  <a:cubicBezTo>
                    <a:pt x="97128" y="74054"/>
                    <a:pt x="95849" y="72139"/>
                    <a:pt x="95210" y="70224"/>
                  </a:cubicBezTo>
                  <a:lnTo>
                    <a:pt x="95210" y="67032"/>
                  </a:lnTo>
                  <a:lnTo>
                    <a:pt x="141218" y="67032"/>
                  </a:lnTo>
                  <a:lnTo>
                    <a:pt x="141218" y="70224"/>
                  </a:lnTo>
                  <a:cubicBezTo>
                    <a:pt x="140579" y="72139"/>
                    <a:pt x="139940" y="74054"/>
                    <a:pt x="138023" y="75331"/>
                  </a:cubicBezTo>
                  <a:cubicBezTo>
                    <a:pt x="136745" y="76608"/>
                    <a:pt x="136106" y="77885"/>
                    <a:pt x="136106" y="79800"/>
                  </a:cubicBezTo>
                  <a:lnTo>
                    <a:pt x="136106" y="94483"/>
                  </a:lnTo>
                  <a:cubicBezTo>
                    <a:pt x="136106" y="98952"/>
                    <a:pt x="132272" y="102782"/>
                    <a:pt x="127799" y="102782"/>
                  </a:cubicBezTo>
                  <a:lnTo>
                    <a:pt x="127799" y="102782"/>
                  </a:lnTo>
                  <a:lnTo>
                    <a:pt x="107990" y="102782"/>
                  </a:lnTo>
                  <a:cubicBezTo>
                    <a:pt x="104156" y="102782"/>
                    <a:pt x="100322" y="99590"/>
                    <a:pt x="100322" y="94483"/>
                  </a:cubicBezTo>
                  <a:cubicBezTo>
                    <a:pt x="100322" y="94483"/>
                    <a:pt x="100322" y="94483"/>
                    <a:pt x="100322" y="94483"/>
                  </a:cubicBezTo>
                  <a:lnTo>
                    <a:pt x="100322" y="94483"/>
                  </a:lnTo>
                  <a:close/>
                </a:path>
              </a:pathLst>
            </a:custGeom>
            <a:solidFill>
              <a:srgbClr val="43B02A"/>
            </a:solidFill>
            <a:ln w="6390" cap="flat">
              <a:noFill/>
              <a:prstDash val="solid"/>
              <a:miter/>
            </a:ln>
          </p:spPr>
          <p:txBody>
            <a:bodyPr rtlCol="0" anchor="ctr"/>
            <a:lstStyle/>
            <a:p>
              <a:endParaRPr lang="en-US"/>
            </a:p>
          </p:txBody>
        </p:sp>
      </p:grpSp>
      <p:grpSp>
        <p:nvGrpSpPr>
          <p:cNvPr id="613" name="Graphic 4">
            <a:extLst>
              <a:ext uri="{FF2B5EF4-FFF2-40B4-BE49-F238E27FC236}">
                <a16:creationId xmlns:a16="http://schemas.microsoft.com/office/drawing/2014/main" id="{153DA7BE-656E-1D44-9A2C-54DD2D02C84E}"/>
              </a:ext>
            </a:extLst>
          </p:cNvPr>
          <p:cNvGrpSpPr/>
          <p:nvPr/>
        </p:nvGrpSpPr>
        <p:grpSpPr>
          <a:xfrm>
            <a:off x="9891245" y="1402723"/>
            <a:ext cx="362312" cy="361971"/>
            <a:chOff x="8840477" y="1402723"/>
            <a:chExt cx="362312" cy="361971"/>
          </a:xfrm>
          <a:solidFill>
            <a:srgbClr val="43B02A"/>
          </a:solidFill>
        </p:grpSpPr>
        <p:sp>
          <p:nvSpPr>
            <p:cNvPr id="614" name="Graphic 4">
              <a:extLst>
                <a:ext uri="{FF2B5EF4-FFF2-40B4-BE49-F238E27FC236}">
                  <a16:creationId xmlns:a16="http://schemas.microsoft.com/office/drawing/2014/main" id="{30BED17F-2E1E-1141-A776-E3C50CA21D1D}"/>
                </a:ext>
              </a:extLst>
            </p:cNvPr>
            <p:cNvSpPr/>
            <p:nvPr/>
          </p:nvSpPr>
          <p:spPr>
            <a:xfrm>
              <a:off x="8840477" y="140272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8565 h 361971"/>
                <a:gd name="connsiteX7" fmla="*/ 12780 w 362312"/>
                <a:gd name="connsiteY7" fmla="*/ 180667 h 361971"/>
                <a:gd name="connsiteX8" fmla="*/ 180836 w 362312"/>
                <a:gd name="connsiteY8" fmla="*/ 12130 h 361971"/>
                <a:gd name="connsiteX9" fmla="*/ 349529 w 362312"/>
                <a:gd name="connsiteY9" fmla="*/ 180028 h 361971"/>
                <a:gd name="connsiteX10" fmla="*/ 349529 w 362312"/>
                <a:gd name="connsiteY10" fmla="*/ 180028 h 361971"/>
                <a:gd name="connsiteX11" fmla="*/ 181474 w 362312"/>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0438"/>
                    <a:pt x="281796" y="0"/>
                    <a:pt x="181474" y="0"/>
                  </a:cubicBezTo>
                  <a:close/>
                  <a:moveTo>
                    <a:pt x="181474" y="348565"/>
                  </a:moveTo>
                  <a:cubicBezTo>
                    <a:pt x="88181" y="348565"/>
                    <a:pt x="12780" y="273234"/>
                    <a:pt x="12780" y="180667"/>
                  </a:cubicBezTo>
                  <a:cubicBezTo>
                    <a:pt x="12780" y="87461"/>
                    <a:pt x="88181" y="12130"/>
                    <a:pt x="180836" y="12130"/>
                  </a:cubicBezTo>
                  <a:cubicBezTo>
                    <a:pt x="274128" y="12130"/>
                    <a:pt x="349529" y="87461"/>
                    <a:pt x="349529" y="180028"/>
                  </a:cubicBezTo>
                  <a:cubicBezTo>
                    <a:pt x="349529" y="180028"/>
                    <a:pt x="349529" y="180028"/>
                    <a:pt x="349529" y="180028"/>
                  </a:cubicBezTo>
                  <a:cubicBezTo>
                    <a:pt x="350169" y="273234"/>
                    <a:pt x="274767" y="348565"/>
                    <a:pt x="181474" y="348565"/>
                  </a:cubicBezTo>
                  <a:close/>
                </a:path>
              </a:pathLst>
            </a:custGeom>
            <a:solidFill>
              <a:srgbClr val="43B02A"/>
            </a:solidFill>
            <a:ln w="6390" cap="flat">
              <a:noFill/>
              <a:prstDash val="solid"/>
              <a:miter/>
            </a:ln>
          </p:spPr>
          <p:txBody>
            <a:bodyPr rtlCol="0" anchor="ctr"/>
            <a:lstStyle/>
            <a:p>
              <a:endParaRPr lang="en-US"/>
            </a:p>
          </p:txBody>
        </p:sp>
        <p:sp>
          <p:nvSpPr>
            <p:cNvPr id="615" name="Graphic 4">
              <a:extLst>
                <a:ext uri="{FF2B5EF4-FFF2-40B4-BE49-F238E27FC236}">
                  <a16:creationId xmlns:a16="http://schemas.microsoft.com/office/drawing/2014/main" id="{CB4B088B-9591-9345-8C38-C8D8D26D22C2}"/>
                </a:ext>
              </a:extLst>
            </p:cNvPr>
            <p:cNvSpPr/>
            <p:nvPr/>
          </p:nvSpPr>
          <p:spPr>
            <a:xfrm>
              <a:off x="8914601" y="1468478"/>
              <a:ext cx="70409" cy="94482"/>
            </a:xfrm>
            <a:custGeom>
              <a:avLst/>
              <a:gdLst>
                <a:gd name="connsiteX0" fmla="*/ 35145 w 70409"/>
                <a:gd name="connsiteY0" fmla="*/ 94483 h 94482"/>
                <a:gd name="connsiteX1" fmla="*/ 40257 w 70409"/>
                <a:gd name="connsiteY1" fmla="*/ 91929 h 94482"/>
                <a:gd name="connsiteX2" fmla="*/ 64538 w 70409"/>
                <a:gd name="connsiteY2" fmla="*/ 56179 h 94482"/>
                <a:gd name="connsiteX3" fmla="*/ 70289 w 70409"/>
                <a:gd name="connsiteY3" fmla="*/ 35112 h 94482"/>
                <a:gd name="connsiteX4" fmla="*/ 35145 w 70409"/>
                <a:gd name="connsiteY4" fmla="*/ 0 h 94482"/>
                <a:gd name="connsiteX5" fmla="*/ 0 w 70409"/>
                <a:gd name="connsiteY5" fmla="*/ 35112 h 94482"/>
                <a:gd name="connsiteX6" fmla="*/ 5751 w 70409"/>
                <a:gd name="connsiteY6" fmla="*/ 56179 h 94482"/>
                <a:gd name="connsiteX7" fmla="*/ 30033 w 70409"/>
                <a:gd name="connsiteY7" fmla="*/ 91929 h 94482"/>
                <a:gd name="connsiteX8" fmla="*/ 35145 w 70409"/>
                <a:gd name="connsiteY8" fmla="*/ 94483 h 94482"/>
                <a:gd name="connsiteX9" fmla="*/ 12780 w 70409"/>
                <a:gd name="connsiteY9" fmla="*/ 35112 h 94482"/>
                <a:gd name="connsiteX10" fmla="*/ 35145 w 70409"/>
                <a:gd name="connsiteY10" fmla="*/ 12768 h 94482"/>
                <a:gd name="connsiteX11" fmla="*/ 57509 w 70409"/>
                <a:gd name="connsiteY11" fmla="*/ 35112 h 94482"/>
                <a:gd name="connsiteX12" fmla="*/ 57509 w 70409"/>
                <a:gd name="connsiteY12" fmla="*/ 35112 h 94482"/>
                <a:gd name="connsiteX13" fmla="*/ 53676 w 70409"/>
                <a:gd name="connsiteY13" fmla="*/ 49795 h 94482"/>
                <a:gd name="connsiteX14" fmla="*/ 35145 w 70409"/>
                <a:gd name="connsiteY14" fmla="*/ 77246 h 94482"/>
                <a:gd name="connsiteX15" fmla="*/ 16614 w 70409"/>
                <a:gd name="connsiteY15" fmla="*/ 49795 h 94482"/>
                <a:gd name="connsiteX16" fmla="*/ 12780 w 70409"/>
                <a:gd name="connsiteY16" fmla="*/ 35112 h 94482"/>
                <a:gd name="connsiteX17" fmla="*/ 12780 w 70409"/>
                <a:gd name="connsiteY17" fmla="*/ 35112 h 94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0409" h="94482">
                  <a:moveTo>
                    <a:pt x="35145" y="94483"/>
                  </a:moveTo>
                  <a:cubicBezTo>
                    <a:pt x="37062" y="94483"/>
                    <a:pt x="38978" y="93206"/>
                    <a:pt x="40257" y="91929"/>
                  </a:cubicBezTo>
                  <a:cubicBezTo>
                    <a:pt x="40896" y="90653"/>
                    <a:pt x="60704" y="62563"/>
                    <a:pt x="64538" y="56179"/>
                  </a:cubicBezTo>
                  <a:cubicBezTo>
                    <a:pt x="69012" y="49795"/>
                    <a:pt x="70928" y="42134"/>
                    <a:pt x="70289" y="35112"/>
                  </a:cubicBezTo>
                  <a:cubicBezTo>
                    <a:pt x="70289" y="15322"/>
                    <a:pt x="54314" y="0"/>
                    <a:pt x="35145" y="0"/>
                  </a:cubicBezTo>
                  <a:cubicBezTo>
                    <a:pt x="15975" y="0"/>
                    <a:pt x="0" y="15960"/>
                    <a:pt x="0" y="35112"/>
                  </a:cubicBezTo>
                  <a:cubicBezTo>
                    <a:pt x="0" y="42773"/>
                    <a:pt x="1917" y="49795"/>
                    <a:pt x="5751" y="56179"/>
                  </a:cubicBezTo>
                  <a:cubicBezTo>
                    <a:pt x="9585" y="62563"/>
                    <a:pt x="29394" y="90653"/>
                    <a:pt x="30033" y="91929"/>
                  </a:cubicBezTo>
                  <a:cubicBezTo>
                    <a:pt x="31311" y="93845"/>
                    <a:pt x="33228" y="94483"/>
                    <a:pt x="35145" y="94483"/>
                  </a:cubicBezTo>
                  <a:close/>
                  <a:moveTo>
                    <a:pt x="12780" y="35112"/>
                  </a:moveTo>
                  <a:cubicBezTo>
                    <a:pt x="12780" y="22982"/>
                    <a:pt x="23004" y="12768"/>
                    <a:pt x="35145" y="12768"/>
                  </a:cubicBezTo>
                  <a:cubicBezTo>
                    <a:pt x="47286" y="12768"/>
                    <a:pt x="57509" y="22982"/>
                    <a:pt x="57509" y="35112"/>
                  </a:cubicBezTo>
                  <a:lnTo>
                    <a:pt x="57509" y="35112"/>
                  </a:lnTo>
                  <a:cubicBezTo>
                    <a:pt x="57509" y="40219"/>
                    <a:pt x="56232" y="45326"/>
                    <a:pt x="53676" y="49795"/>
                  </a:cubicBezTo>
                  <a:cubicBezTo>
                    <a:pt x="51119" y="53626"/>
                    <a:pt x="41535" y="68309"/>
                    <a:pt x="35145" y="77246"/>
                  </a:cubicBezTo>
                  <a:cubicBezTo>
                    <a:pt x="28755" y="68309"/>
                    <a:pt x="19170" y="54264"/>
                    <a:pt x="16614" y="49795"/>
                  </a:cubicBezTo>
                  <a:cubicBezTo>
                    <a:pt x="14058" y="45326"/>
                    <a:pt x="12141" y="40219"/>
                    <a:pt x="12780" y="35112"/>
                  </a:cubicBezTo>
                  <a:lnTo>
                    <a:pt x="12780" y="35112"/>
                  </a:lnTo>
                  <a:close/>
                </a:path>
              </a:pathLst>
            </a:custGeom>
            <a:solidFill>
              <a:srgbClr val="43B02A"/>
            </a:solidFill>
            <a:ln w="6390" cap="flat">
              <a:noFill/>
              <a:prstDash val="solid"/>
              <a:miter/>
            </a:ln>
          </p:spPr>
          <p:txBody>
            <a:bodyPr rtlCol="0" anchor="ctr"/>
            <a:lstStyle/>
            <a:p>
              <a:endParaRPr lang="en-US"/>
            </a:p>
          </p:txBody>
        </p:sp>
        <p:sp>
          <p:nvSpPr>
            <p:cNvPr id="616" name="Graphic 4">
              <a:extLst>
                <a:ext uri="{FF2B5EF4-FFF2-40B4-BE49-F238E27FC236}">
                  <a16:creationId xmlns:a16="http://schemas.microsoft.com/office/drawing/2014/main" id="{D124BE37-8027-AD4D-9D2D-317E8F80BD54}"/>
                </a:ext>
              </a:extLst>
            </p:cNvPr>
            <p:cNvSpPr/>
            <p:nvPr/>
          </p:nvSpPr>
          <p:spPr>
            <a:xfrm>
              <a:off x="8935621" y="1487630"/>
              <a:ext cx="175151" cy="166621"/>
            </a:xfrm>
            <a:custGeom>
              <a:avLst/>
              <a:gdLst>
                <a:gd name="connsiteX0" fmla="*/ 99750 w 175151"/>
                <a:gd name="connsiteY0" fmla="*/ 154492 h 166621"/>
                <a:gd name="connsiteX1" fmla="*/ 38406 w 175151"/>
                <a:gd name="connsiteY1" fmla="*/ 154492 h 166621"/>
                <a:gd name="connsiteX2" fmla="*/ 12208 w 175151"/>
                <a:gd name="connsiteY2" fmla="*/ 125764 h 166621"/>
                <a:gd name="connsiteX3" fmla="*/ 38406 w 175151"/>
                <a:gd name="connsiteY3" fmla="*/ 99590 h 166621"/>
                <a:gd name="connsiteX4" fmla="*/ 134894 w 175151"/>
                <a:gd name="connsiteY4" fmla="*/ 99590 h 166621"/>
                <a:gd name="connsiteX5" fmla="*/ 175151 w 175151"/>
                <a:gd name="connsiteY5" fmla="*/ 59371 h 166621"/>
                <a:gd name="connsiteX6" fmla="*/ 134894 w 175151"/>
                <a:gd name="connsiteY6" fmla="*/ 19152 h 166621"/>
                <a:gd name="connsiteX7" fmla="*/ 134894 w 175151"/>
                <a:gd name="connsiteY7" fmla="*/ 19152 h 166621"/>
                <a:gd name="connsiteX8" fmla="*/ 82497 w 175151"/>
                <a:gd name="connsiteY8" fmla="*/ 19152 h 166621"/>
                <a:gd name="connsiteX9" fmla="*/ 90804 w 175151"/>
                <a:gd name="connsiteY9" fmla="*/ 10853 h 166621"/>
                <a:gd name="connsiteX10" fmla="*/ 90804 w 175151"/>
                <a:gd name="connsiteY10" fmla="*/ 1915 h 166621"/>
                <a:gd name="connsiteX11" fmla="*/ 81857 w 175151"/>
                <a:gd name="connsiteY11" fmla="*/ 1915 h 166621"/>
                <a:gd name="connsiteX12" fmla="*/ 62688 w 175151"/>
                <a:gd name="connsiteY12" fmla="*/ 21067 h 166621"/>
                <a:gd name="connsiteX13" fmla="*/ 61410 w 175151"/>
                <a:gd name="connsiteY13" fmla="*/ 22982 h 166621"/>
                <a:gd name="connsiteX14" fmla="*/ 60771 w 175151"/>
                <a:gd name="connsiteY14" fmla="*/ 25536 h 166621"/>
                <a:gd name="connsiteX15" fmla="*/ 61410 w 175151"/>
                <a:gd name="connsiteY15" fmla="*/ 28090 h 166621"/>
                <a:gd name="connsiteX16" fmla="*/ 62688 w 175151"/>
                <a:gd name="connsiteY16" fmla="*/ 30005 h 166621"/>
                <a:gd name="connsiteX17" fmla="*/ 81857 w 175151"/>
                <a:gd name="connsiteY17" fmla="*/ 49157 h 166621"/>
                <a:gd name="connsiteX18" fmla="*/ 86331 w 175151"/>
                <a:gd name="connsiteY18" fmla="*/ 51072 h 166621"/>
                <a:gd name="connsiteX19" fmla="*/ 90804 w 175151"/>
                <a:gd name="connsiteY19" fmla="*/ 49157 h 166621"/>
                <a:gd name="connsiteX20" fmla="*/ 90804 w 175151"/>
                <a:gd name="connsiteY20" fmla="*/ 40219 h 166621"/>
                <a:gd name="connsiteX21" fmla="*/ 90804 w 175151"/>
                <a:gd name="connsiteY21" fmla="*/ 40219 h 166621"/>
                <a:gd name="connsiteX22" fmla="*/ 82497 w 175151"/>
                <a:gd name="connsiteY22" fmla="*/ 31920 h 166621"/>
                <a:gd name="connsiteX23" fmla="*/ 134894 w 175151"/>
                <a:gd name="connsiteY23" fmla="*/ 31920 h 166621"/>
                <a:gd name="connsiteX24" fmla="*/ 162371 w 175151"/>
                <a:gd name="connsiteY24" fmla="*/ 59371 h 166621"/>
                <a:gd name="connsiteX25" fmla="*/ 134894 w 175151"/>
                <a:gd name="connsiteY25" fmla="*/ 86822 h 166621"/>
                <a:gd name="connsiteX26" fmla="*/ 134894 w 175151"/>
                <a:gd name="connsiteY26" fmla="*/ 86822 h 166621"/>
                <a:gd name="connsiteX27" fmla="*/ 38406 w 175151"/>
                <a:gd name="connsiteY27" fmla="*/ 86822 h 166621"/>
                <a:gd name="connsiteX28" fmla="*/ 67 w 175151"/>
                <a:gd name="connsiteY28" fmla="*/ 128318 h 166621"/>
                <a:gd name="connsiteX29" fmla="*/ 38406 w 175151"/>
                <a:gd name="connsiteY29" fmla="*/ 166622 h 166621"/>
                <a:gd name="connsiteX30" fmla="*/ 99750 w 175151"/>
                <a:gd name="connsiteY30" fmla="*/ 166622 h 166621"/>
                <a:gd name="connsiteX31" fmla="*/ 106140 w 175151"/>
                <a:gd name="connsiteY31" fmla="*/ 160238 h 166621"/>
                <a:gd name="connsiteX32" fmla="*/ 99750 w 175151"/>
                <a:gd name="connsiteY32" fmla="*/ 154492 h 166621"/>
                <a:gd name="connsiteX33" fmla="*/ 99750 w 175151"/>
                <a:gd name="connsiteY33" fmla="*/ 154492 h 166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75151" h="166621">
                  <a:moveTo>
                    <a:pt x="99750" y="154492"/>
                  </a:moveTo>
                  <a:lnTo>
                    <a:pt x="38406" y="154492"/>
                  </a:lnTo>
                  <a:cubicBezTo>
                    <a:pt x="23070" y="153854"/>
                    <a:pt x="11568" y="141086"/>
                    <a:pt x="12208" y="125764"/>
                  </a:cubicBezTo>
                  <a:cubicBezTo>
                    <a:pt x="12847" y="111720"/>
                    <a:pt x="24348" y="100229"/>
                    <a:pt x="38406" y="99590"/>
                  </a:cubicBezTo>
                  <a:lnTo>
                    <a:pt x="134894" y="99590"/>
                  </a:lnTo>
                  <a:cubicBezTo>
                    <a:pt x="157259" y="99590"/>
                    <a:pt x="175151" y="81715"/>
                    <a:pt x="175151" y="59371"/>
                  </a:cubicBezTo>
                  <a:cubicBezTo>
                    <a:pt x="175151" y="37027"/>
                    <a:pt x="157259" y="19152"/>
                    <a:pt x="134894" y="19152"/>
                  </a:cubicBezTo>
                  <a:cubicBezTo>
                    <a:pt x="134894" y="19152"/>
                    <a:pt x="134894" y="19152"/>
                    <a:pt x="134894" y="19152"/>
                  </a:cubicBezTo>
                  <a:lnTo>
                    <a:pt x="82497" y="19152"/>
                  </a:lnTo>
                  <a:lnTo>
                    <a:pt x="90804" y="10853"/>
                  </a:lnTo>
                  <a:cubicBezTo>
                    <a:pt x="93360" y="8299"/>
                    <a:pt x="93360" y="4469"/>
                    <a:pt x="90804" y="1915"/>
                  </a:cubicBezTo>
                  <a:cubicBezTo>
                    <a:pt x="88247" y="-638"/>
                    <a:pt x="84414" y="-638"/>
                    <a:pt x="81857" y="1915"/>
                  </a:cubicBezTo>
                  <a:lnTo>
                    <a:pt x="62688" y="21067"/>
                  </a:lnTo>
                  <a:cubicBezTo>
                    <a:pt x="62049" y="21706"/>
                    <a:pt x="61410" y="22344"/>
                    <a:pt x="61410" y="22982"/>
                  </a:cubicBezTo>
                  <a:cubicBezTo>
                    <a:pt x="60771" y="23621"/>
                    <a:pt x="60771" y="24259"/>
                    <a:pt x="60771" y="25536"/>
                  </a:cubicBezTo>
                  <a:cubicBezTo>
                    <a:pt x="60771" y="26174"/>
                    <a:pt x="60771" y="27451"/>
                    <a:pt x="61410" y="28090"/>
                  </a:cubicBezTo>
                  <a:cubicBezTo>
                    <a:pt x="61410" y="28728"/>
                    <a:pt x="62049" y="29366"/>
                    <a:pt x="62688" y="30005"/>
                  </a:cubicBezTo>
                  <a:lnTo>
                    <a:pt x="81857" y="49157"/>
                  </a:lnTo>
                  <a:cubicBezTo>
                    <a:pt x="83136" y="50433"/>
                    <a:pt x="84414" y="51072"/>
                    <a:pt x="86331" y="51072"/>
                  </a:cubicBezTo>
                  <a:cubicBezTo>
                    <a:pt x="88247" y="51072"/>
                    <a:pt x="89526" y="50433"/>
                    <a:pt x="90804" y="49157"/>
                  </a:cubicBezTo>
                  <a:cubicBezTo>
                    <a:pt x="93360" y="46603"/>
                    <a:pt x="93360" y="42773"/>
                    <a:pt x="90804" y="40219"/>
                  </a:cubicBezTo>
                  <a:cubicBezTo>
                    <a:pt x="90804" y="40219"/>
                    <a:pt x="90804" y="40219"/>
                    <a:pt x="90804" y="40219"/>
                  </a:cubicBezTo>
                  <a:lnTo>
                    <a:pt x="82497" y="31920"/>
                  </a:lnTo>
                  <a:lnTo>
                    <a:pt x="134894" y="31920"/>
                  </a:lnTo>
                  <a:cubicBezTo>
                    <a:pt x="150230" y="31920"/>
                    <a:pt x="162371" y="44049"/>
                    <a:pt x="162371" y="59371"/>
                  </a:cubicBezTo>
                  <a:cubicBezTo>
                    <a:pt x="162371" y="74693"/>
                    <a:pt x="150230" y="86822"/>
                    <a:pt x="134894" y="86822"/>
                  </a:cubicBezTo>
                  <a:cubicBezTo>
                    <a:pt x="134894" y="86822"/>
                    <a:pt x="134894" y="86822"/>
                    <a:pt x="134894" y="86822"/>
                  </a:cubicBezTo>
                  <a:lnTo>
                    <a:pt x="38406" y="86822"/>
                  </a:lnTo>
                  <a:cubicBezTo>
                    <a:pt x="16042" y="87461"/>
                    <a:pt x="-1212" y="106613"/>
                    <a:pt x="67" y="128318"/>
                  </a:cubicBezTo>
                  <a:cubicBezTo>
                    <a:pt x="706" y="149385"/>
                    <a:pt x="17958" y="165983"/>
                    <a:pt x="38406" y="166622"/>
                  </a:cubicBezTo>
                  <a:lnTo>
                    <a:pt x="99750" y="166622"/>
                  </a:lnTo>
                  <a:cubicBezTo>
                    <a:pt x="103583" y="166622"/>
                    <a:pt x="106140" y="164068"/>
                    <a:pt x="106140" y="160238"/>
                  </a:cubicBezTo>
                  <a:cubicBezTo>
                    <a:pt x="106140" y="156408"/>
                    <a:pt x="103583" y="153854"/>
                    <a:pt x="99750" y="154492"/>
                  </a:cubicBezTo>
                  <a:lnTo>
                    <a:pt x="99750" y="154492"/>
                  </a:lnTo>
                  <a:close/>
                </a:path>
              </a:pathLst>
            </a:custGeom>
            <a:solidFill>
              <a:srgbClr val="43B02A"/>
            </a:solidFill>
            <a:ln w="6390" cap="flat">
              <a:noFill/>
              <a:prstDash val="solid"/>
              <a:miter/>
            </a:ln>
          </p:spPr>
          <p:txBody>
            <a:bodyPr rtlCol="0" anchor="ctr"/>
            <a:lstStyle/>
            <a:p>
              <a:endParaRPr lang="en-US"/>
            </a:p>
          </p:txBody>
        </p:sp>
        <p:sp>
          <p:nvSpPr>
            <p:cNvPr id="617" name="Graphic 4">
              <a:extLst>
                <a:ext uri="{FF2B5EF4-FFF2-40B4-BE49-F238E27FC236}">
                  <a16:creationId xmlns:a16="http://schemas.microsoft.com/office/drawing/2014/main" id="{EF442379-3FCE-2645-AAAF-F2D2D3F826D1}"/>
                </a:ext>
              </a:extLst>
            </p:cNvPr>
            <p:cNvSpPr/>
            <p:nvPr/>
          </p:nvSpPr>
          <p:spPr>
            <a:xfrm>
              <a:off x="9048732" y="1584028"/>
              <a:ext cx="80920" cy="114911"/>
            </a:xfrm>
            <a:custGeom>
              <a:avLst/>
              <a:gdLst>
                <a:gd name="connsiteX0" fmla="*/ 74820 w 80920"/>
                <a:gd name="connsiteY0" fmla="*/ 43411 h 114911"/>
                <a:gd name="connsiteX1" fmla="*/ 57567 w 80920"/>
                <a:gd name="connsiteY1" fmla="*/ 43411 h 114911"/>
                <a:gd name="connsiteX2" fmla="*/ 61401 w 80920"/>
                <a:gd name="connsiteY2" fmla="*/ 7022 h 114911"/>
                <a:gd name="connsiteX3" fmla="*/ 55650 w 80920"/>
                <a:gd name="connsiteY3" fmla="*/ 0 h 114911"/>
                <a:gd name="connsiteX4" fmla="*/ 49899 w 80920"/>
                <a:gd name="connsiteY4" fmla="*/ 2554 h 114911"/>
                <a:gd name="connsiteX5" fmla="*/ 1336 w 80920"/>
                <a:gd name="connsiteY5" fmla="*/ 60648 h 114911"/>
                <a:gd name="connsiteX6" fmla="*/ 696 w 80920"/>
                <a:gd name="connsiteY6" fmla="*/ 67670 h 114911"/>
                <a:gd name="connsiteX7" fmla="*/ 6447 w 80920"/>
                <a:gd name="connsiteY7" fmla="*/ 71501 h 114911"/>
                <a:gd name="connsiteX8" fmla="*/ 23701 w 80920"/>
                <a:gd name="connsiteY8" fmla="*/ 71501 h 114911"/>
                <a:gd name="connsiteX9" fmla="*/ 19866 w 80920"/>
                <a:gd name="connsiteY9" fmla="*/ 107889 h 114911"/>
                <a:gd name="connsiteX10" fmla="*/ 23701 w 80920"/>
                <a:gd name="connsiteY10" fmla="*/ 114273 h 114911"/>
                <a:gd name="connsiteX11" fmla="*/ 26256 w 80920"/>
                <a:gd name="connsiteY11" fmla="*/ 114912 h 114911"/>
                <a:gd name="connsiteX12" fmla="*/ 31368 w 80920"/>
                <a:gd name="connsiteY12" fmla="*/ 112358 h 114911"/>
                <a:gd name="connsiteX13" fmla="*/ 79293 w 80920"/>
                <a:gd name="connsiteY13" fmla="*/ 54902 h 114911"/>
                <a:gd name="connsiteX14" fmla="*/ 78654 w 80920"/>
                <a:gd name="connsiteY14" fmla="*/ 45965 h 114911"/>
                <a:gd name="connsiteX15" fmla="*/ 74820 w 80920"/>
                <a:gd name="connsiteY15" fmla="*/ 43411 h 114911"/>
                <a:gd name="connsiteX16" fmla="*/ 74820 w 80920"/>
                <a:gd name="connsiteY16" fmla="*/ 43411 h 114911"/>
                <a:gd name="connsiteX17" fmla="*/ 35202 w 80920"/>
                <a:gd name="connsiteY17" fmla="*/ 87461 h 114911"/>
                <a:gd name="connsiteX18" fmla="*/ 37758 w 80920"/>
                <a:gd name="connsiteY18" fmla="*/ 65117 h 114911"/>
                <a:gd name="connsiteX19" fmla="*/ 32007 w 80920"/>
                <a:gd name="connsiteY19" fmla="*/ 58094 h 114911"/>
                <a:gd name="connsiteX20" fmla="*/ 31368 w 80920"/>
                <a:gd name="connsiteY20" fmla="*/ 58094 h 114911"/>
                <a:gd name="connsiteX21" fmla="*/ 21145 w 80920"/>
                <a:gd name="connsiteY21" fmla="*/ 58094 h 114911"/>
                <a:gd name="connsiteX22" fmla="*/ 47343 w 80920"/>
                <a:gd name="connsiteY22" fmla="*/ 26813 h 114911"/>
                <a:gd name="connsiteX23" fmla="*/ 44787 w 80920"/>
                <a:gd name="connsiteY23" fmla="*/ 49157 h 114911"/>
                <a:gd name="connsiteX24" fmla="*/ 50538 w 80920"/>
                <a:gd name="connsiteY24" fmla="*/ 56179 h 114911"/>
                <a:gd name="connsiteX25" fmla="*/ 51177 w 80920"/>
                <a:gd name="connsiteY25" fmla="*/ 56179 h 114911"/>
                <a:gd name="connsiteX26" fmla="*/ 61401 w 80920"/>
                <a:gd name="connsiteY26" fmla="*/ 56179 h 114911"/>
                <a:gd name="connsiteX27" fmla="*/ 35202 w 80920"/>
                <a:gd name="connsiteY27" fmla="*/ 87461 h 11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0920" h="114911">
                  <a:moveTo>
                    <a:pt x="74820" y="43411"/>
                  </a:moveTo>
                  <a:lnTo>
                    <a:pt x="57567" y="43411"/>
                  </a:lnTo>
                  <a:lnTo>
                    <a:pt x="61401" y="7022"/>
                  </a:lnTo>
                  <a:cubicBezTo>
                    <a:pt x="62040" y="3830"/>
                    <a:pt x="59484" y="638"/>
                    <a:pt x="55650" y="0"/>
                  </a:cubicBezTo>
                  <a:cubicBezTo>
                    <a:pt x="53733" y="0"/>
                    <a:pt x="51177" y="638"/>
                    <a:pt x="49899" y="2554"/>
                  </a:cubicBezTo>
                  <a:lnTo>
                    <a:pt x="1336" y="60648"/>
                  </a:lnTo>
                  <a:cubicBezTo>
                    <a:pt x="58" y="62563"/>
                    <a:pt x="-581" y="65117"/>
                    <a:pt x="696" y="67670"/>
                  </a:cubicBezTo>
                  <a:cubicBezTo>
                    <a:pt x="1975" y="70224"/>
                    <a:pt x="3891" y="71501"/>
                    <a:pt x="6447" y="71501"/>
                  </a:cubicBezTo>
                  <a:lnTo>
                    <a:pt x="23701" y="71501"/>
                  </a:lnTo>
                  <a:lnTo>
                    <a:pt x="19866" y="107889"/>
                  </a:lnTo>
                  <a:cubicBezTo>
                    <a:pt x="19866" y="110443"/>
                    <a:pt x="21145" y="112997"/>
                    <a:pt x="23701" y="114273"/>
                  </a:cubicBezTo>
                  <a:cubicBezTo>
                    <a:pt x="24340" y="114912"/>
                    <a:pt x="25617" y="114912"/>
                    <a:pt x="26256" y="114912"/>
                  </a:cubicBezTo>
                  <a:cubicBezTo>
                    <a:pt x="28173" y="114912"/>
                    <a:pt x="30091" y="114273"/>
                    <a:pt x="31368" y="112358"/>
                  </a:cubicBezTo>
                  <a:lnTo>
                    <a:pt x="79293" y="54902"/>
                  </a:lnTo>
                  <a:cubicBezTo>
                    <a:pt x="81849" y="52349"/>
                    <a:pt x="81210" y="47880"/>
                    <a:pt x="78654" y="45965"/>
                  </a:cubicBezTo>
                  <a:cubicBezTo>
                    <a:pt x="78015" y="44049"/>
                    <a:pt x="76098" y="43411"/>
                    <a:pt x="74820" y="43411"/>
                  </a:cubicBezTo>
                  <a:lnTo>
                    <a:pt x="74820" y="43411"/>
                  </a:lnTo>
                  <a:close/>
                  <a:moveTo>
                    <a:pt x="35202" y="87461"/>
                  </a:moveTo>
                  <a:lnTo>
                    <a:pt x="37758" y="65117"/>
                  </a:lnTo>
                  <a:cubicBezTo>
                    <a:pt x="38397" y="61925"/>
                    <a:pt x="35841" y="58733"/>
                    <a:pt x="32007" y="58094"/>
                  </a:cubicBezTo>
                  <a:cubicBezTo>
                    <a:pt x="32007" y="58094"/>
                    <a:pt x="31368" y="58094"/>
                    <a:pt x="31368" y="58094"/>
                  </a:cubicBezTo>
                  <a:lnTo>
                    <a:pt x="21145" y="58094"/>
                  </a:lnTo>
                  <a:lnTo>
                    <a:pt x="47343" y="26813"/>
                  </a:lnTo>
                  <a:lnTo>
                    <a:pt x="44787" y="49157"/>
                  </a:lnTo>
                  <a:cubicBezTo>
                    <a:pt x="44148" y="52349"/>
                    <a:pt x="46704" y="55541"/>
                    <a:pt x="50538" y="56179"/>
                  </a:cubicBezTo>
                  <a:cubicBezTo>
                    <a:pt x="50538" y="56179"/>
                    <a:pt x="51177" y="56179"/>
                    <a:pt x="51177" y="56179"/>
                  </a:cubicBezTo>
                  <a:lnTo>
                    <a:pt x="61401" y="56179"/>
                  </a:lnTo>
                  <a:lnTo>
                    <a:pt x="35202" y="87461"/>
                  </a:lnTo>
                  <a:close/>
                </a:path>
              </a:pathLst>
            </a:custGeom>
            <a:solidFill>
              <a:srgbClr val="43B02A"/>
            </a:solidFill>
            <a:ln w="6390" cap="flat">
              <a:noFill/>
              <a:prstDash val="solid"/>
              <a:miter/>
            </a:ln>
          </p:spPr>
          <p:txBody>
            <a:bodyPr rtlCol="0" anchor="ctr"/>
            <a:lstStyle/>
            <a:p>
              <a:endParaRPr lang="en-US"/>
            </a:p>
          </p:txBody>
        </p:sp>
      </p:grpSp>
      <p:grpSp>
        <p:nvGrpSpPr>
          <p:cNvPr id="618" name="Graphic 4">
            <a:extLst>
              <a:ext uri="{FF2B5EF4-FFF2-40B4-BE49-F238E27FC236}">
                <a16:creationId xmlns:a16="http://schemas.microsoft.com/office/drawing/2014/main" id="{5FB90E4A-0087-2F4A-B749-520E79D194DF}"/>
              </a:ext>
            </a:extLst>
          </p:cNvPr>
          <p:cNvGrpSpPr/>
          <p:nvPr/>
        </p:nvGrpSpPr>
        <p:grpSpPr>
          <a:xfrm>
            <a:off x="10937917" y="1402244"/>
            <a:ext cx="362309" cy="362450"/>
            <a:chOff x="9887149" y="1402244"/>
            <a:chExt cx="362309" cy="362450"/>
          </a:xfrm>
          <a:solidFill>
            <a:srgbClr val="43B02A"/>
          </a:solidFill>
        </p:grpSpPr>
        <p:sp>
          <p:nvSpPr>
            <p:cNvPr id="619" name="Graphic 4">
              <a:extLst>
                <a:ext uri="{FF2B5EF4-FFF2-40B4-BE49-F238E27FC236}">
                  <a16:creationId xmlns:a16="http://schemas.microsoft.com/office/drawing/2014/main" id="{969CD86F-5B84-864D-9714-CCB97DAF3FD8}"/>
                </a:ext>
              </a:extLst>
            </p:cNvPr>
            <p:cNvSpPr/>
            <p:nvPr/>
          </p:nvSpPr>
          <p:spPr>
            <a:xfrm>
              <a:off x="9887149" y="1402244"/>
              <a:ext cx="362309" cy="362450"/>
            </a:xfrm>
            <a:custGeom>
              <a:avLst/>
              <a:gdLst>
                <a:gd name="connsiteX0" fmla="*/ 180835 w 362309"/>
                <a:gd name="connsiteY0" fmla="*/ 479 h 362450"/>
                <a:gd name="connsiteX1" fmla="*/ 0 w 362309"/>
                <a:gd name="connsiteY1" fmla="*/ 181784 h 362450"/>
                <a:gd name="connsiteX2" fmla="*/ 181474 w 362309"/>
                <a:gd name="connsiteY2" fmla="*/ 362451 h 362450"/>
                <a:gd name="connsiteX3" fmla="*/ 362309 w 362309"/>
                <a:gd name="connsiteY3" fmla="*/ 181145 h 362450"/>
                <a:gd name="connsiteX4" fmla="*/ 180835 w 362309"/>
                <a:gd name="connsiteY4" fmla="*/ 479 h 362450"/>
                <a:gd name="connsiteX5" fmla="*/ 180835 w 362309"/>
                <a:gd name="connsiteY5" fmla="*/ 479 h 362450"/>
                <a:gd name="connsiteX6" fmla="*/ 180835 w 362309"/>
                <a:gd name="connsiteY6" fmla="*/ 349044 h 362450"/>
                <a:gd name="connsiteX7" fmla="*/ 12780 w 362309"/>
                <a:gd name="connsiteY7" fmla="*/ 180507 h 362450"/>
                <a:gd name="connsiteX8" fmla="*/ 181474 w 362309"/>
                <a:gd name="connsiteY8" fmla="*/ 12608 h 362450"/>
                <a:gd name="connsiteX9" fmla="*/ 349529 w 362309"/>
                <a:gd name="connsiteY9" fmla="*/ 180507 h 362450"/>
                <a:gd name="connsiteX10" fmla="*/ 180835 w 362309"/>
                <a:gd name="connsiteY10" fmla="*/ 349044 h 36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2450">
                  <a:moveTo>
                    <a:pt x="180835" y="479"/>
                  </a:moveTo>
                  <a:cubicBezTo>
                    <a:pt x="80513" y="479"/>
                    <a:pt x="0" y="81555"/>
                    <a:pt x="0" y="181784"/>
                  </a:cubicBezTo>
                  <a:cubicBezTo>
                    <a:pt x="0" y="282013"/>
                    <a:pt x="81152" y="362451"/>
                    <a:pt x="181474" y="362451"/>
                  </a:cubicBezTo>
                  <a:cubicBezTo>
                    <a:pt x="281157" y="362451"/>
                    <a:pt x="362309" y="281374"/>
                    <a:pt x="362309" y="181145"/>
                  </a:cubicBezTo>
                  <a:cubicBezTo>
                    <a:pt x="362309" y="80917"/>
                    <a:pt x="281157" y="-160"/>
                    <a:pt x="180835" y="479"/>
                  </a:cubicBezTo>
                  <a:cubicBezTo>
                    <a:pt x="180835" y="-160"/>
                    <a:pt x="180835" y="-160"/>
                    <a:pt x="180835" y="479"/>
                  </a:cubicBezTo>
                  <a:close/>
                  <a:moveTo>
                    <a:pt x="180835" y="349044"/>
                  </a:moveTo>
                  <a:cubicBezTo>
                    <a:pt x="87542" y="349044"/>
                    <a:pt x="12780" y="273713"/>
                    <a:pt x="12780" y="180507"/>
                  </a:cubicBezTo>
                  <a:cubicBezTo>
                    <a:pt x="12780" y="87301"/>
                    <a:pt x="88181" y="12608"/>
                    <a:pt x="181474" y="12608"/>
                  </a:cubicBezTo>
                  <a:cubicBezTo>
                    <a:pt x="274128" y="12608"/>
                    <a:pt x="349529" y="87939"/>
                    <a:pt x="349529" y="180507"/>
                  </a:cubicBezTo>
                  <a:cubicBezTo>
                    <a:pt x="349529" y="274352"/>
                    <a:pt x="274128" y="349044"/>
                    <a:pt x="180835" y="349044"/>
                  </a:cubicBezTo>
                  <a:close/>
                </a:path>
              </a:pathLst>
            </a:custGeom>
            <a:solidFill>
              <a:srgbClr val="43B02A"/>
            </a:solidFill>
            <a:ln w="6390" cap="flat">
              <a:noFill/>
              <a:prstDash val="solid"/>
              <a:miter/>
            </a:ln>
          </p:spPr>
          <p:txBody>
            <a:bodyPr rtlCol="0" anchor="ctr"/>
            <a:lstStyle/>
            <a:p>
              <a:endParaRPr lang="en-US"/>
            </a:p>
          </p:txBody>
        </p:sp>
        <p:sp>
          <p:nvSpPr>
            <p:cNvPr id="620" name="Graphic 4">
              <a:extLst>
                <a:ext uri="{FF2B5EF4-FFF2-40B4-BE49-F238E27FC236}">
                  <a16:creationId xmlns:a16="http://schemas.microsoft.com/office/drawing/2014/main" id="{332DE589-E5CD-CB43-971B-E5F7B0B6BD28}"/>
                </a:ext>
              </a:extLst>
            </p:cNvPr>
            <p:cNvSpPr/>
            <p:nvPr/>
          </p:nvSpPr>
          <p:spPr>
            <a:xfrm>
              <a:off x="9943380" y="1522104"/>
              <a:ext cx="251124" cy="157045"/>
            </a:xfrm>
            <a:custGeom>
              <a:avLst/>
              <a:gdLst>
                <a:gd name="connsiteX0" fmla="*/ 244096 w 251124"/>
                <a:gd name="connsiteY0" fmla="*/ 15960 h 157045"/>
                <a:gd name="connsiteX1" fmla="*/ 217897 w 251124"/>
                <a:gd name="connsiteY1" fmla="*/ 15960 h 157045"/>
                <a:gd name="connsiteX2" fmla="*/ 211507 w 251124"/>
                <a:gd name="connsiteY2" fmla="*/ 22344 h 157045"/>
                <a:gd name="connsiteX3" fmla="*/ 211507 w 251124"/>
                <a:gd name="connsiteY3" fmla="*/ 36389 h 157045"/>
                <a:gd name="connsiteX4" fmla="*/ 203839 w 251124"/>
                <a:gd name="connsiteY4" fmla="*/ 36389 h 157045"/>
                <a:gd name="connsiteX5" fmla="*/ 203839 w 251124"/>
                <a:gd name="connsiteY5" fmla="*/ 6384 h 157045"/>
                <a:gd name="connsiteX6" fmla="*/ 197449 w 251124"/>
                <a:gd name="connsiteY6" fmla="*/ 0 h 157045"/>
                <a:gd name="connsiteX7" fmla="*/ 99044 w 251124"/>
                <a:gd name="connsiteY7" fmla="*/ 0 h 157045"/>
                <a:gd name="connsiteX8" fmla="*/ 94571 w 251124"/>
                <a:gd name="connsiteY8" fmla="*/ 1915 h 157045"/>
                <a:gd name="connsiteX9" fmla="*/ 60066 w 251124"/>
                <a:gd name="connsiteY9" fmla="*/ 36389 h 157045"/>
                <a:gd name="connsiteX10" fmla="*/ 42173 w 251124"/>
                <a:gd name="connsiteY10" fmla="*/ 36389 h 157045"/>
                <a:gd name="connsiteX11" fmla="*/ 35783 w 251124"/>
                <a:gd name="connsiteY11" fmla="*/ 42773 h 157045"/>
                <a:gd name="connsiteX12" fmla="*/ 35783 w 251124"/>
                <a:gd name="connsiteY12" fmla="*/ 46603 h 157045"/>
                <a:gd name="connsiteX13" fmla="*/ 33228 w 251124"/>
                <a:gd name="connsiteY13" fmla="*/ 46603 h 157045"/>
                <a:gd name="connsiteX14" fmla="*/ 33228 w 251124"/>
                <a:gd name="connsiteY14" fmla="*/ 26813 h 157045"/>
                <a:gd name="connsiteX15" fmla="*/ 26838 w 251124"/>
                <a:gd name="connsiteY15" fmla="*/ 20429 h 157045"/>
                <a:gd name="connsiteX16" fmla="*/ 6390 w 251124"/>
                <a:gd name="connsiteY16" fmla="*/ 20429 h 157045"/>
                <a:gd name="connsiteX17" fmla="*/ 0 w 251124"/>
                <a:gd name="connsiteY17" fmla="*/ 26813 h 157045"/>
                <a:gd name="connsiteX18" fmla="*/ 0 w 251124"/>
                <a:gd name="connsiteY18" fmla="*/ 104697 h 157045"/>
                <a:gd name="connsiteX19" fmla="*/ 6390 w 251124"/>
                <a:gd name="connsiteY19" fmla="*/ 111081 h 157045"/>
                <a:gd name="connsiteX20" fmla="*/ 26838 w 251124"/>
                <a:gd name="connsiteY20" fmla="*/ 111081 h 157045"/>
                <a:gd name="connsiteX21" fmla="*/ 33228 w 251124"/>
                <a:gd name="connsiteY21" fmla="*/ 104697 h 157045"/>
                <a:gd name="connsiteX22" fmla="*/ 33228 w 251124"/>
                <a:gd name="connsiteY22" fmla="*/ 84907 h 157045"/>
                <a:gd name="connsiteX23" fmla="*/ 35783 w 251124"/>
                <a:gd name="connsiteY23" fmla="*/ 84907 h 157045"/>
                <a:gd name="connsiteX24" fmla="*/ 35783 w 251124"/>
                <a:gd name="connsiteY24" fmla="*/ 88737 h 157045"/>
                <a:gd name="connsiteX25" fmla="*/ 42173 w 251124"/>
                <a:gd name="connsiteY25" fmla="*/ 95121 h 157045"/>
                <a:gd name="connsiteX26" fmla="*/ 61983 w 251124"/>
                <a:gd name="connsiteY26" fmla="*/ 95121 h 157045"/>
                <a:gd name="connsiteX27" fmla="*/ 61983 w 251124"/>
                <a:gd name="connsiteY27" fmla="*/ 135340 h 157045"/>
                <a:gd name="connsiteX28" fmla="*/ 68373 w 251124"/>
                <a:gd name="connsiteY28" fmla="*/ 141724 h 157045"/>
                <a:gd name="connsiteX29" fmla="*/ 112463 w 251124"/>
                <a:gd name="connsiteY29" fmla="*/ 141724 h 157045"/>
                <a:gd name="connsiteX30" fmla="*/ 125882 w 251124"/>
                <a:gd name="connsiteY30" fmla="*/ 155131 h 157045"/>
                <a:gd name="connsiteX31" fmla="*/ 130355 w 251124"/>
                <a:gd name="connsiteY31" fmla="*/ 157046 h 157045"/>
                <a:gd name="connsiteX32" fmla="*/ 198088 w 251124"/>
                <a:gd name="connsiteY32" fmla="*/ 157046 h 157045"/>
                <a:gd name="connsiteX33" fmla="*/ 204478 w 251124"/>
                <a:gd name="connsiteY33" fmla="*/ 150662 h 157045"/>
                <a:gd name="connsiteX34" fmla="*/ 204478 w 251124"/>
                <a:gd name="connsiteY34" fmla="*/ 94483 h 157045"/>
                <a:gd name="connsiteX35" fmla="*/ 212146 w 251124"/>
                <a:gd name="connsiteY35" fmla="*/ 94483 h 157045"/>
                <a:gd name="connsiteX36" fmla="*/ 212146 w 251124"/>
                <a:gd name="connsiteY36" fmla="*/ 108528 h 157045"/>
                <a:gd name="connsiteX37" fmla="*/ 218536 w 251124"/>
                <a:gd name="connsiteY37" fmla="*/ 114912 h 157045"/>
                <a:gd name="connsiteX38" fmla="*/ 244735 w 251124"/>
                <a:gd name="connsiteY38" fmla="*/ 114912 h 157045"/>
                <a:gd name="connsiteX39" fmla="*/ 251125 w 251124"/>
                <a:gd name="connsiteY39" fmla="*/ 108528 h 157045"/>
                <a:gd name="connsiteX40" fmla="*/ 251125 w 251124"/>
                <a:gd name="connsiteY40" fmla="*/ 20429 h 157045"/>
                <a:gd name="connsiteX41" fmla="*/ 244096 w 251124"/>
                <a:gd name="connsiteY41" fmla="*/ 15960 h 157045"/>
                <a:gd name="connsiteX42" fmla="*/ 244096 w 251124"/>
                <a:gd name="connsiteY42" fmla="*/ 15960 h 157045"/>
                <a:gd name="connsiteX43" fmla="*/ 237706 w 251124"/>
                <a:gd name="connsiteY43" fmla="*/ 104059 h 157045"/>
                <a:gd name="connsiteX44" fmla="*/ 224287 w 251124"/>
                <a:gd name="connsiteY44" fmla="*/ 104059 h 157045"/>
                <a:gd name="connsiteX45" fmla="*/ 224287 w 251124"/>
                <a:gd name="connsiteY45" fmla="*/ 90014 h 157045"/>
                <a:gd name="connsiteX46" fmla="*/ 217897 w 251124"/>
                <a:gd name="connsiteY46" fmla="*/ 83630 h 157045"/>
                <a:gd name="connsiteX47" fmla="*/ 203839 w 251124"/>
                <a:gd name="connsiteY47" fmla="*/ 83630 h 157045"/>
                <a:gd name="connsiteX48" fmla="*/ 203839 w 251124"/>
                <a:gd name="connsiteY48" fmla="*/ 74693 h 157045"/>
                <a:gd name="connsiteX49" fmla="*/ 191059 w 251124"/>
                <a:gd name="connsiteY49" fmla="*/ 74693 h 157045"/>
                <a:gd name="connsiteX50" fmla="*/ 191059 w 251124"/>
                <a:gd name="connsiteY50" fmla="*/ 146193 h 157045"/>
                <a:gd name="connsiteX51" fmla="*/ 132272 w 251124"/>
                <a:gd name="connsiteY51" fmla="*/ 146193 h 157045"/>
                <a:gd name="connsiteX52" fmla="*/ 118853 w 251124"/>
                <a:gd name="connsiteY52" fmla="*/ 132787 h 157045"/>
                <a:gd name="connsiteX53" fmla="*/ 114380 w 251124"/>
                <a:gd name="connsiteY53" fmla="*/ 130872 h 157045"/>
                <a:gd name="connsiteX54" fmla="*/ 74123 w 251124"/>
                <a:gd name="connsiteY54" fmla="*/ 130872 h 157045"/>
                <a:gd name="connsiteX55" fmla="*/ 74123 w 251124"/>
                <a:gd name="connsiteY55" fmla="*/ 90653 h 157045"/>
                <a:gd name="connsiteX56" fmla="*/ 67733 w 251124"/>
                <a:gd name="connsiteY56" fmla="*/ 84269 h 157045"/>
                <a:gd name="connsiteX57" fmla="*/ 47925 w 251124"/>
                <a:gd name="connsiteY57" fmla="*/ 84269 h 157045"/>
                <a:gd name="connsiteX58" fmla="*/ 47925 w 251124"/>
                <a:gd name="connsiteY58" fmla="*/ 70224 h 157045"/>
                <a:gd name="connsiteX59" fmla="*/ 35145 w 251124"/>
                <a:gd name="connsiteY59" fmla="*/ 70224 h 157045"/>
                <a:gd name="connsiteX60" fmla="*/ 35145 w 251124"/>
                <a:gd name="connsiteY60" fmla="*/ 74054 h 157045"/>
                <a:gd name="connsiteX61" fmla="*/ 26199 w 251124"/>
                <a:gd name="connsiteY61" fmla="*/ 74054 h 157045"/>
                <a:gd name="connsiteX62" fmla="*/ 19809 w 251124"/>
                <a:gd name="connsiteY62" fmla="*/ 80438 h 157045"/>
                <a:gd name="connsiteX63" fmla="*/ 19809 w 251124"/>
                <a:gd name="connsiteY63" fmla="*/ 100229 h 157045"/>
                <a:gd name="connsiteX64" fmla="*/ 12141 w 251124"/>
                <a:gd name="connsiteY64" fmla="*/ 100229 h 157045"/>
                <a:gd name="connsiteX65" fmla="*/ 12141 w 251124"/>
                <a:gd name="connsiteY65" fmla="*/ 35112 h 157045"/>
                <a:gd name="connsiteX66" fmla="*/ 19809 w 251124"/>
                <a:gd name="connsiteY66" fmla="*/ 35112 h 157045"/>
                <a:gd name="connsiteX67" fmla="*/ 19809 w 251124"/>
                <a:gd name="connsiteY67" fmla="*/ 54902 h 157045"/>
                <a:gd name="connsiteX68" fmla="*/ 26199 w 251124"/>
                <a:gd name="connsiteY68" fmla="*/ 61286 h 157045"/>
                <a:gd name="connsiteX69" fmla="*/ 35145 w 251124"/>
                <a:gd name="connsiteY69" fmla="*/ 61286 h 157045"/>
                <a:gd name="connsiteX70" fmla="*/ 35145 w 251124"/>
                <a:gd name="connsiteY70" fmla="*/ 65117 h 157045"/>
                <a:gd name="connsiteX71" fmla="*/ 47925 w 251124"/>
                <a:gd name="connsiteY71" fmla="*/ 65117 h 157045"/>
                <a:gd name="connsiteX72" fmla="*/ 47925 w 251124"/>
                <a:gd name="connsiteY72" fmla="*/ 51072 h 157045"/>
                <a:gd name="connsiteX73" fmla="*/ 61983 w 251124"/>
                <a:gd name="connsiteY73" fmla="*/ 51072 h 157045"/>
                <a:gd name="connsiteX74" fmla="*/ 66456 w 251124"/>
                <a:gd name="connsiteY74" fmla="*/ 49157 h 157045"/>
                <a:gd name="connsiteX75" fmla="*/ 100961 w 251124"/>
                <a:gd name="connsiteY75" fmla="*/ 14683 h 157045"/>
                <a:gd name="connsiteX76" fmla="*/ 190420 w 251124"/>
                <a:gd name="connsiteY76" fmla="*/ 14683 h 157045"/>
                <a:gd name="connsiteX77" fmla="*/ 190420 w 251124"/>
                <a:gd name="connsiteY77" fmla="*/ 54902 h 157045"/>
                <a:gd name="connsiteX78" fmla="*/ 203200 w 251124"/>
                <a:gd name="connsiteY78" fmla="*/ 54902 h 157045"/>
                <a:gd name="connsiteX79" fmla="*/ 203200 w 251124"/>
                <a:gd name="connsiteY79" fmla="*/ 51072 h 157045"/>
                <a:gd name="connsiteX80" fmla="*/ 217258 w 251124"/>
                <a:gd name="connsiteY80" fmla="*/ 51072 h 157045"/>
                <a:gd name="connsiteX81" fmla="*/ 223648 w 251124"/>
                <a:gd name="connsiteY81" fmla="*/ 44688 h 157045"/>
                <a:gd name="connsiteX82" fmla="*/ 223648 w 251124"/>
                <a:gd name="connsiteY82" fmla="*/ 30643 h 157045"/>
                <a:gd name="connsiteX83" fmla="*/ 237067 w 251124"/>
                <a:gd name="connsiteY83" fmla="*/ 30643 h 157045"/>
                <a:gd name="connsiteX84" fmla="*/ 237706 w 251124"/>
                <a:gd name="connsiteY84" fmla="*/ 104059 h 15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51124" h="157045">
                  <a:moveTo>
                    <a:pt x="244096" y="15960"/>
                  </a:moveTo>
                  <a:lnTo>
                    <a:pt x="217897" y="15960"/>
                  </a:lnTo>
                  <a:cubicBezTo>
                    <a:pt x="214063" y="15960"/>
                    <a:pt x="211507" y="18514"/>
                    <a:pt x="211507" y="22344"/>
                  </a:cubicBezTo>
                  <a:lnTo>
                    <a:pt x="211507" y="36389"/>
                  </a:lnTo>
                  <a:lnTo>
                    <a:pt x="203839" y="36389"/>
                  </a:lnTo>
                  <a:lnTo>
                    <a:pt x="203839" y="6384"/>
                  </a:lnTo>
                  <a:cubicBezTo>
                    <a:pt x="203839" y="2554"/>
                    <a:pt x="201283" y="0"/>
                    <a:pt x="197449" y="0"/>
                  </a:cubicBezTo>
                  <a:lnTo>
                    <a:pt x="99044" y="0"/>
                  </a:lnTo>
                  <a:cubicBezTo>
                    <a:pt x="97128" y="0"/>
                    <a:pt x="95849" y="638"/>
                    <a:pt x="94571" y="1915"/>
                  </a:cubicBezTo>
                  <a:lnTo>
                    <a:pt x="60066" y="36389"/>
                  </a:lnTo>
                  <a:lnTo>
                    <a:pt x="42173" y="36389"/>
                  </a:lnTo>
                  <a:cubicBezTo>
                    <a:pt x="38340" y="36389"/>
                    <a:pt x="35783" y="38942"/>
                    <a:pt x="35783" y="42773"/>
                  </a:cubicBezTo>
                  <a:lnTo>
                    <a:pt x="35783" y="46603"/>
                  </a:lnTo>
                  <a:lnTo>
                    <a:pt x="33228" y="46603"/>
                  </a:lnTo>
                  <a:lnTo>
                    <a:pt x="33228" y="26813"/>
                  </a:lnTo>
                  <a:cubicBezTo>
                    <a:pt x="33228" y="22982"/>
                    <a:pt x="30672" y="20429"/>
                    <a:pt x="26838" y="20429"/>
                  </a:cubicBezTo>
                  <a:lnTo>
                    <a:pt x="6390" y="20429"/>
                  </a:lnTo>
                  <a:cubicBezTo>
                    <a:pt x="2556" y="20429"/>
                    <a:pt x="0" y="22982"/>
                    <a:pt x="0" y="26813"/>
                  </a:cubicBezTo>
                  <a:lnTo>
                    <a:pt x="0" y="104697"/>
                  </a:lnTo>
                  <a:cubicBezTo>
                    <a:pt x="0" y="108528"/>
                    <a:pt x="2556" y="111081"/>
                    <a:pt x="6390" y="111081"/>
                  </a:cubicBezTo>
                  <a:lnTo>
                    <a:pt x="26838" y="111081"/>
                  </a:lnTo>
                  <a:cubicBezTo>
                    <a:pt x="30672" y="111081"/>
                    <a:pt x="33228" y="108528"/>
                    <a:pt x="33228" y="104697"/>
                  </a:cubicBezTo>
                  <a:lnTo>
                    <a:pt x="33228" y="84907"/>
                  </a:lnTo>
                  <a:lnTo>
                    <a:pt x="35783" y="84907"/>
                  </a:lnTo>
                  <a:lnTo>
                    <a:pt x="35783" y="88737"/>
                  </a:lnTo>
                  <a:cubicBezTo>
                    <a:pt x="35783" y="92568"/>
                    <a:pt x="38340" y="95121"/>
                    <a:pt x="42173" y="95121"/>
                  </a:cubicBezTo>
                  <a:lnTo>
                    <a:pt x="61983" y="95121"/>
                  </a:lnTo>
                  <a:lnTo>
                    <a:pt x="61983" y="135340"/>
                  </a:lnTo>
                  <a:cubicBezTo>
                    <a:pt x="61983" y="139171"/>
                    <a:pt x="64538" y="141724"/>
                    <a:pt x="68373" y="141724"/>
                  </a:cubicBezTo>
                  <a:lnTo>
                    <a:pt x="112463" y="141724"/>
                  </a:lnTo>
                  <a:lnTo>
                    <a:pt x="125882" y="155131"/>
                  </a:lnTo>
                  <a:cubicBezTo>
                    <a:pt x="127160" y="156407"/>
                    <a:pt x="128438" y="157046"/>
                    <a:pt x="130355" y="157046"/>
                  </a:cubicBezTo>
                  <a:lnTo>
                    <a:pt x="198088" y="157046"/>
                  </a:lnTo>
                  <a:cubicBezTo>
                    <a:pt x="201922" y="157046"/>
                    <a:pt x="204478" y="154492"/>
                    <a:pt x="204478" y="150662"/>
                  </a:cubicBezTo>
                  <a:lnTo>
                    <a:pt x="204478" y="94483"/>
                  </a:lnTo>
                  <a:lnTo>
                    <a:pt x="212146" y="94483"/>
                  </a:lnTo>
                  <a:lnTo>
                    <a:pt x="212146" y="108528"/>
                  </a:lnTo>
                  <a:cubicBezTo>
                    <a:pt x="212146" y="112358"/>
                    <a:pt x="214702" y="114912"/>
                    <a:pt x="218536" y="114912"/>
                  </a:cubicBezTo>
                  <a:lnTo>
                    <a:pt x="244735" y="114912"/>
                  </a:lnTo>
                  <a:cubicBezTo>
                    <a:pt x="248569" y="114912"/>
                    <a:pt x="251125" y="112358"/>
                    <a:pt x="251125" y="108528"/>
                  </a:cubicBezTo>
                  <a:lnTo>
                    <a:pt x="251125" y="20429"/>
                  </a:lnTo>
                  <a:cubicBezTo>
                    <a:pt x="250486" y="18514"/>
                    <a:pt x="247930" y="15960"/>
                    <a:pt x="244096" y="15960"/>
                  </a:cubicBezTo>
                  <a:cubicBezTo>
                    <a:pt x="244096" y="15960"/>
                    <a:pt x="244096" y="15960"/>
                    <a:pt x="244096" y="15960"/>
                  </a:cubicBezTo>
                  <a:close/>
                  <a:moveTo>
                    <a:pt x="237706" y="104059"/>
                  </a:moveTo>
                  <a:lnTo>
                    <a:pt x="224287" y="104059"/>
                  </a:lnTo>
                  <a:lnTo>
                    <a:pt x="224287" y="90014"/>
                  </a:lnTo>
                  <a:cubicBezTo>
                    <a:pt x="224287" y="86184"/>
                    <a:pt x="221731" y="83630"/>
                    <a:pt x="217897" y="83630"/>
                  </a:cubicBezTo>
                  <a:lnTo>
                    <a:pt x="203839" y="83630"/>
                  </a:lnTo>
                  <a:lnTo>
                    <a:pt x="203839" y="74693"/>
                  </a:lnTo>
                  <a:lnTo>
                    <a:pt x="191059" y="74693"/>
                  </a:lnTo>
                  <a:lnTo>
                    <a:pt x="191059" y="146193"/>
                  </a:lnTo>
                  <a:lnTo>
                    <a:pt x="132272" y="146193"/>
                  </a:lnTo>
                  <a:lnTo>
                    <a:pt x="118853" y="132787"/>
                  </a:lnTo>
                  <a:cubicBezTo>
                    <a:pt x="117575" y="131510"/>
                    <a:pt x="116297" y="130872"/>
                    <a:pt x="114380" y="130872"/>
                  </a:cubicBezTo>
                  <a:lnTo>
                    <a:pt x="74123" y="130872"/>
                  </a:lnTo>
                  <a:lnTo>
                    <a:pt x="74123" y="90653"/>
                  </a:lnTo>
                  <a:cubicBezTo>
                    <a:pt x="74123" y="86822"/>
                    <a:pt x="71568" y="84269"/>
                    <a:pt x="67733" y="84269"/>
                  </a:cubicBezTo>
                  <a:lnTo>
                    <a:pt x="47925" y="84269"/>
                  </a:lnTo>
                  <a:lnTo>
                    <a:pt x="47925" y="70224"/>
                  </a:lnTo>
                  <a:lnTo>
                    <a:pt x="35145" y="70224"/>
                  </a:lnTo>
                  <a:lnTo>
                    <a:pt x="35145" y="74054"/>
                  </a:lnTo>
                  <a:lnTo>
                    <a:pt x="26199" y="74054"/>
                  </a:lnTo>
                  <a:cubicBezTo>
                    <a:pt x="22365" y="74054"/>
                    <a:pt x="19809" y="76608"/>
                    <a:pt x="19809" y="80438"/>
                  </a:cubicBezTo>
                  <a:lnTo>
                    <a:pt x="19809" y="100229"/>
                  </a:lnTo>
                  <a:lnTo>
                    <a:pt x="12141" y="100229"/>
                  </a:lnTo>
                  <a:lnTo>
                    <a:pt x="12141" y="35112"/>
                  </a:lnTo>
                  <a:lnTo>
                    <a:pt x="19809" y="35112"/>
                  </a:lnTo>
                  <a:lnTo>
                    <a:pt x="19809" y="54902"/>
                  </a:lnTo>
                  <a:cubicBezTo>
                    <a:pt x="19809" y="58733"/>
                    <a:pt x="22365" y="61286"/>
                    <a:pt x="26199" y="61286"/>
                  </a:cubicBezTo>
                  <a:lnTo>
                    <a:pt x="35145" y="61286"/>
                  </a:lnTo>
                  <a:lnTo>
                    <a:pt x="35145" y="65117"/>
                  </a:lnTo>
                  <a:lnTo>
                    <a:pt x="47925" y="65117"/>
                  </a:lnTo>
                  <a:lnTo>
                    <a:pt x="47925" y="51072"/>
                  </a:lnTo>
                  <a:lnTo>
                    <a:pt x="61983" y="51072"/>
                  </a:lnTo>
                  <a:cubicBezTo>
                    <a:pt x="63899" y="51072"/>
                    <a:pt x="65178" y="50433"/>
                    <a:pt x="66456" y="49157"/>
                  </a:cubicBezTo>
                  <a:lnTo>
                    <a:pt x="100961" y="14683"/>
                  </a:lnTo>
                  <a:lnTo>
                    <a:pt x="190420" y="14683"/>
                  </a:lnTo>
                  <a:lnTo>
                    <a:pt x="190420" y="54902"/>
                  </a:lnTo>
                  <a:lnTo>
                    <a:pt x="203200" y="54902"/>
                  </a:lnTo>
                  <a:lnTo>
                    <a:pt x="203200" y="51072"/>
                  </a:lnTo>
                  <a:lnTo>
                    <a:pt x="217258" y="51072"/>
                  </a:lnTo>
                  <a:cubicBezTo>
                    <a:pt x="221092" y="51072"/>
                    <a:pt x="223648" y="48518"/>
                    <a:pt x="223648" y="44688"/>
                  </a:cubicBezTo>
                  <a:lnTo>
                    <a:pt x="223648" y="30643"/>
                  </a:lnTo>
                  <a:lnTo>
                    <a:pt x="237067" y="30643"/>
                  </a:lnTo>
                  <a:lnTo>
                    <a:pt x="237706" y="104059"/>
                  </a:lnTo>
                  <a:close/>
                </a:path>
              </a:pathLst>
            </a:custGeom>
            <a:solidFill>
              <a:srgbClr val="43B02A"/>
            </a:solidFill>
            <a:ln w="6390" cap="flat">
              <a:noFill/>
              <a:prstDash val="solid"/>
              <a:miter/>
            </a:ln>
          </p:spPr>
          <p:txBody>
            <a:bodyPr rtlCol="0" anchor="ctr"/>
            <a:lstStyle/>
            <a:p>
              <a:endParaRPr lang="en-US"/>
            </a:p>
          </p:txBody>
        </p:sp>
        <p:sp>
          <p:nvSpPr>
            <p:cNvPr id="621" name="Graphic 4">
              <a:extLst>
                <a:ext uri="{FF2B5EF4-FFF2-40B4-BE49-F238E27FC236}">
                  <a16:creationId xmlns:a16="http://schemas.microsoft.com/office/drawing/2014/main" id="{88139363-00F4-BA4B-8CD2-CB18DDAF4062}"/>
                </a:ext>
              </a:extLst>
            </p:cNvPr>
            <p:cNvSpPr/>
            <p:nvPr/>
          </p:nvSpPr>
          <p:spPr>
            <a:xfrm>
              <a:off x="10041147" y="1486353"/>
              <a:ext cx="69650" cy="31919"/>
            </a:xfrm>
            <a:custGeom>
              <a:avLst/>
              <a:gdLst>
                <a:gd name="connsiteX0" fmla="*/ 6390 w 69650"/>
                <a:gd name="connsiteY0" fmla="*/ 28090 h 31919"/>
                <a:gd name="connsiteX1" fmla="*/ 10224 w 69650"/>
                <a:gd name="connsiteY1" fmla="*/ 28090 h 31919"/>
                <a:gd name="connsiteX2" fmla="*/ 10224 w 69650"/>
                <a:gd name="connsiteY2" fmla="*/ 31920 h 31919"/>
                <a:gd name="connsiteX3" fmla="*/ 23004 w 69650"/>
                <a:gd name="connsiteY3" fmla="*/ 31920 h 31919"/>
                <a:gd name="connsiteX4" fmla="*/ 23004 w 69650"/>
                <a:gd name="connsiteY4" fmla="*/ 21706 h 31919"/>
                <a:gd name="connsiteX5" fmla="*/ 16614 w 69650"/>
                <a:gd name="connsiteY5" fmla="*/ 15322 h 31919"/>
                <a:gd name="connsiteX6" fmla="*/ 12780 w 69650"/>
                <a:gd name="connsiteY6" fmla="*/ 15322 h 31919"/>
                <a:gd name="connsiteX7" fmla="*/ 12780 w 69650"/>
                <a:gd name="connsiteY7" fmla="*/ 12768 h 31919"/>
                <a:gd name="connsiteX8" fmla="*/ 56871 w 69650"/>
                <a:gd name="connsiteY8" fmla="*/ 12768 h 31919"/>
                <a:gd name="connsiteX9" fmla="*/ 56871 w 69650"/>
                <a:gd name="connsiteY9" fmla="*/ 15322 h 31919"/>
                <a:gd name="connsiteX10" fmla="*/ 53036 w 69650"/>
                <a:gd name="connsiteY10" fmla="*/ 15322 h 31919"/>
                <a:gd name="connsiteX11" fmla="*/ 46646 w 69650"/>
                <a:gd name="connsiteY11" fmla="*/ 21706 h 31919"/>
                <a:gd name="connsiteX12" fmla="*/ 46646 w 69650"/>
                <a:gd name="connsiteY12" fmla="*/ 31920 h 31919"/>
                <a:gd name="connsiteX13" fmla="*/ 59426 w 69650"/>
                <a:gd name="connsiteY13" fmla="*/ 31920 h 31919"/>
                <a:gd name="connsiteX14" fmla="*/ 59426 w 69650"/>
                <a:gd name="connsiteY14" fmla="*/ 28090 h 31919"/>
                <a:gd name="connsiteX15" fmla="*/ 63261 w 69650"/>
                <a:gd name="connsiteY15" fmla="*/ 28090 h 31919"/>
                <a:gd name="connsiteX16" fmla="*/ 69650 w 69650"/>
                <a:gd name="connsiteY16" fmla="*/ 21706 h 31919"/>
                <a:gd name="connsiteX17" fmla="*/ 69650 w 69650"/>
                <a:gd name="connsiteY17" fmla="*/ 6384 h 31919"/>
                <a:gd name="connsiteX18" fmla="*/ 63261 w 69650"/>
                <a:gd name="connsiteY18" fmla="*/ 0 h 31919"/>
                <a:gd name="connsiteX19" fmla="*/ 6390 w 69650"/>
                <a:gd name="connsiteY19" fmla="*/ 0 h 31919"/>
                <a:gd name="connsiteX20" fmla="*/ 0 w 69650"/>
                <a:gd name="connsiteY20" fmla="*/ 6384 h 31919"/>
                <a:gd name="connsiteX21" fmla="*/ 0 w 69650"/>
                <a:gd name="connsiteY21" fmla="*/ 21706 h 31919"/>
                <a:gd name="connsiteX22" fmla="*/ 6390 w 69650"/>
                <a:gd name="connsiteY22" fmla="*/ 28090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9650" h="31919">
                  <a:moveTo>
                    <a:pt x="6390" y="28090"/>
                  </a:moveTo>
                  <a:lnTo>
                    <a:pt x="10224" y="28090"/>
                  </a:lnTo>
                  <a:lnTo>
                    <a:pt x="10224" y="31920"/>
                  </a:lnTo>
                  <a:lnTo>
                    <a:pt x="23004" y="31920"/>
                  </a:lnTo>
                  <a:lnTo>
                    <a:pt x="23004" y="21706"/>
                  </a:lnTo>
                  <a:cubicBezTo>
                    <a:pt x="23004" y="17875"/>
                    <a:pt x="20447" y="15322"/>
                    <a:pt x="16614" y="15322"/>
                  </a:cubicBezTo>
                  <a:lnTo>
                    <a:pt x="12780" y="15322"/>
                  </a:lnTo>
                  <a:lnTo>
                    <a:pt x="12780" y="12768"/>
                  </a:lnTo>
                  <a:lnTo>
                    <a:pt x="56871" y="12768"/>
                  </a:lnTo>
                  <a:lnTo>
                    <a:pt x="56871" y="15322"/>
                  </a:lnTo>
                  <a:lnTo>
                    <a:pt x="53036" y="15322"/>
                  </a:lnTo>
                  <a:cubicBezTo>
                    <a:pt x="49202" y="15322"/>
                    <a:pt x="46646" y="17875"/>
                    <a:pt x="46646" y="21706"/>
                  </a:cubicBezTo>
                  <a:lnTo>
                    <a:pt x="46646" y="31920"/>
                  </a:lnTo>
                  <a:lnTo>
                    <a:pt x="59426" y="31920"/>
                  </a:lnTo>
                  <a:lnTo>
                    <a:pt x="59426" y="28090"/>
                  </a:lnTo>
                  <a:lnTo>
                    <a:pt x="63261" y="28090"/>
                  </a:lnTo>
                  <a:cubicBezTo>
                    <a:pt x="67094" y="28090"/>
                    <a:pt x="69650" y="25536"/>
                    <a:pt x="69650" y="21706"/>
                  </a:cubicBezTo>
                  <a:lnTo>
                    <a:pt x="69650" y="6384"/>
                  </a:lnTo>
                  <a:cubicBezTo>
                    <a:pt x="69650" y="2554"/>
                    <a:pt x="67094" y="0"/>
                    <a:pt x="63261" y="0"/>
                  </a:cubicBezTo>
                  <a:lnTo>
                    <a:pt x="6390" y="0"/>
                  </a:lnTo>
                  <a:cubicBezTo>
                    <a:pt x="2556" y="0"/>
                    <a:pt x="0" y="2554"/>
                    <a:pt x="0" y="6384"/>
                  </a:cubicBezTo>
                  <a:lnTo>
                    <a:pt x="0" y="21706"/>
                  </a:lnTo>
                  <a:cubicBezTo>
                    <a:pt x="0" y="25536"/>
                    <a:pt x="2556" y="28090"/>
                    <a:pt x="6390" y="28090"/>
                  </a:cubicBezTo>
                  <a:close/>
                </a:path>
              </a:pathLst>
            </a:custGeom>
            <a:solidFill>
              <a:srgbClr val="43B02A"/>
            </a:solidFill>
            <a:ln w="6390" cap="flat">
              <a:noFill/>
              <a:prstDash val="solid"/>
              <a:miter/>
            </a:ln>
          </p:spPr>
          <p:txBody>
            <a:bodyPr rtlCol="0" anchor="ctr"/>
            <a:lstStyle/>
            <a:p>
              <a:endParaRPr lang="en-US"/>
            </a:p>
          </p:txBody>
        </p:sp>
        <p:sp>
          <p:nvSpPr>
            <p:cNvPr id="622" name="Graphic 4">
              <a:extLst>
                <a:ext uri="{FF2B5EF4-FFF2-40B4-BE49-F238E27FC236}">
                  <a16:creationId xmlns:a16="http://schemas.microsoft.com/office/drawing/2014/main" id="{643FDAC1-D430-424D-8053-5FF23B47BA09}"/>
                </a:ext>
              </a:extLst>
            </p:cNvPr>
            <p:cNvSpPr/>
            <p:nvPr/>
          </p:nvSpPr>
          <p:spPr>
            <a:xfrm>
              <a:off x="10030922" y="1543171"/>
              <a:ext cx="84347" cy="100228"/>
            </a:xfrm>
            <a:custGeom>
              <a:avLst/>
              <a:gdLst>
                <a:gd name="connsiteX0" fmla="*/ 78596 w 84347"/>
                <a:gd name="connsiteY0" fmla="*/ 36389 h 100228"/>
                <a:gd name="connsiteX1" fmla="*/ 60065 w 84347"/>
                <a:gd name="connsiteY1" fmla="*/ 36389 h 100228"/>
                <a:gd name="connsiteX2" fmla="*/ 64539 w 84347"/>
                <a:gd name="connsiteY2" fmla="*/ 7022 h 100228"/>
                <a:gd name="connsiteX3" fmla="*/ 59427 w 84347"/>
                <a:gd name="connsiteY3" fmla="*/ 0 h 100228"/>
                <a:gd name="connsiteX4" fmla="*/ 53675 w 84347"/>
                <a:gd name="connsiteY4" fmla="*/ 1915 h 100228"/>
                <a:gd name="connsiteX5" fmla="*/ 1917 w 84347"/>
                <a:gd name="connsiteY5" fmla="*/ 53625 h 100228"/>
                <a:gd name="connsiteX6" fmla="*/ 1917 w 84347"/>
                <a:gd name="connsiteY6" fmla="*/ 62563 h 100228"/>
                <a:gd name="connsiteX7" fmla="*/ 6391 w 84347"/>
                <a:gd name="connsiteY7" fmla="*/ 64478 h 100228"/>
                <a:gd name="connsiteX8" fmla="*/ 24921 w 84347"/>
                <a:gd name="connsiteY8" fmla="*/ 64478 h 100228"/>
                <a:gd name="connsiteX9" fmla="*/ 20448 w 84347"/>
                <a:gd name="connsiteY9" fmla="*/ 93206 h 100228"/>
                <a:gd name="connsiteX10" fmla="*/ 23643 w 84347"/>
                <a:gd name="connsiteY10" fmla="*/ 99590 h 100228"/>
                <a:gd name="connsiteX11" fmla="*/ 26199 w 84347"/>
                <a:gd name="connsiteY11" fmla="*/ 100228 h 100228"/>
                <a:gd name="connsiteX12" fmla="*/ 30672 w 84347"/>
                <a:gd name="connsiteY12" fmla="*/ 98313 h 100228"/>
                <a:gd name="connsiteX13" fmla="*/ 82430 w 84347"/>
                <a:gd name="connsiteY13" fmla="*/ 46603 h 100228"/>
                <a:gd name="connsiteX14" fmla="*/ 82430 w 84347"/>
                <a:gd name="connsiteY14" fmla="*/ 37665 h 100228"/>
                <a:gd name="connsiteX15" fmla="*/ 78596 w 84347"/>
                <a:gd name="connsiteY15" fmla="*/ 36389 h 100228"/>
                <a:gd name="connsiteX16" fmla="*/ 78596 w 84347"/>
                <a:gd name="connsiteY16" fmla="*/ 36389 h 100228"/>
                <a:gd name="connsiteX17" fmla="*/ 35784 w 84347"/>
                <a:gd name="connsiteY17" fmla="*/ 76608 h 100228"/>
                <a:gd name="connsiteX18" fmla="*/ 38340 w 84347"/>
                <a:gd name="connsiteY18" fmla="*/ 59371 h 100228"/>
                <a:gd name="connsiteX19" fmla="*/ 32589 w 84347"/>
                <a:gd name="connsiteY19" fmla="*/ 52349 h 100228"/>
                <a:gd name="connsiteX20" fmla="*/ 31950 w 84347"/>
                <a:gd name="connsiteY20" fmla="*/ 52349 h 100228"/>
                <a:gd name="connsiteX21" fmla="*/ 21087 w 84347"/>
                <a:gd name="connsiteY21" fmla="*/ 52349 h 100228"/>
                <a:gd name="connsiteX22" fmla="*/ 48564 w 84347"/>
                <a:gd name="connsiteY22" fmla="*/ 24897 h 100228"/>
                <a:gd name="connsiteX23" fmla="*/ 46008 w 84347"/>
                <a:gd name="connsiteY23" fmla="*/ 42134 h 100228"/>
                <a:gd name="connsiteX24" fmla="*/ 47285 w 84347"/>
                <a:gd name="connsiteY24" fmla="*/ 47241 h 100228"/>
                <a:gd name="connsiteX25" fmla="*/ 52398 w 84347"/>
                <a:gd name="connsiteY25" fmla="*/ 49795 h 100228"/>
                <a:gd name="connsiteX26" fmla="*/ 63260 w 84347"/>
                <a:gd name="connsiteY26" fmla="*/ 49795 h 100228"/>
                <a:gd name="connsiteX27" fmla="*/ 35784 w 84347"/>
                <a:gd name="connsiteY27" fmla="*/ 76608 h 100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4347" h="100228">
                  <a:moveTo>
                    <a:pt x="78596" y="36389"/>
                  </a:moveTo>
                  <a:lnTo>
                    <a:pt x="60065" y="36389"/>
                  </a:lnTo>
                  <a:lnTo>
                    <a:pt x="64539" y="7022"/>
                  </a:lnTo>
                  <a:cubicBezTo>
                    <a:pt x="65178" y="3830"/>
                    <a:pt x="62622" y="0"/>
                    <a:pt x="59427" y="0"/>
                  </a:cubicBezTo>
                  <a:cubicBezTo>
                    <a:pt x="57510" y="0"/>
                    <a:pt x="55593" y="638"/>
                    <a:pt x="53675" y="1915"/>
                  </a:cubicBezTo>
                  <a:lnTo>
                    <a:pt x="1917" y="53625"/>
                  </a:lnTo>
                  <a:cubicBezTo>
                    <a:pt x="-639" y="56179"/>
                    <a:pt x="-639" y="60009"/>
                    <a:pt x="1917" y="62563"/>
                  </a:cubicBezTo>
                  <a:cubicBezTo>
                    <a:pt x="3196" y="63840"/>
                    <a:pt x="4473" y="64478"/>
                    <a:pt x="6391" y="64478"/>
                  </a:cubicBezTo>
                  <a:lnTo>
                    <a:pt x="24921" y="64478"/>
                  </a:lnTo>
                  <a:lnTo>
                    <a:pt x="20448" y="93206"/>
                  </a:lnTo>
                  <a:cubicBezTo>
                    <a:pt x="20448" y="95760"/>
                    <a:pt x="21726" y="98313"/>
                    <a:pt x="23643" y="99590"/>
                  </a:cubicBezTo>
                  <a:cubicBezTo>
                    <a:pt x="24282" y="100228"/>
                    <a:pt x="25560" y="100228"/>
                    <a:pt x="26199" y="100228"/>
                  </a:cubicBezTo>
                  <a:cubicBezTo>
                    <a:pt x="28116" y="100228"/>
                    <a:pt x="29394" y="99590"/>
                    <a:pt x="30672" y="98313"/>
                  </a:cubicBezTo>
                  <a:lnTo>
                    <a:pt x="82430" y="46603"/>
                  </a:lnTo>
                  <a:cubicBezTo>
                    <a:pt x="84986" y="44049"/>
                    <a:pt x="84986" y="40219"/>
                    <a:pt x="82430" y="37665"/>
                  </a:cubicBezTo>
                  <a:cubicBezTo>
                    <a:pt x="81791" y="37027"/>
                    <a:pt x="80514" y="36389"/>
                    <a:pt x="78596" y="36389"/>
                  </a:cubicBezTo>
                  <a:lnTo>
                    <a:pt x="78596" y="36389"/>
                  </a:lnTo>
                  <a:close/>
                  <a:moveTo>
                    <a:pt x="35784" y="76608"/>
                  </a:moveTo>
                  <a:lnTo>
                    <a:pt x="38340" y="59371"/>
                  </a:lnTo>
                  <a:cubicBezTo>
                    <a:pt x="38979" y="56179"/>
                    <a:pt x="36423" y="52349"/>
                    <a:pt x="32589" y="52349"/>
                  </a:cubicBezTo>
                  <a:cubicBezTo>
                    <a:pt x="32589" y="52349"/>
                    <a:pt x="31950" y="52349"/>
                    <a:pt x="31950" y="52349"/>
                  </a:cubicBezTo>
                  <a:lnTo>
                    <a:pt x="21087" y="52349"/>
                  </a:lnTo>
                  <a:lnTo>
                    <a:pt x="48564" y="24897"/>
                  </a:lnTo>
                  <a:lnTo>
                    <a:pt x="46008" y="42134"/>
                  </a:lnTo>
                  <a:cubicBezTo>
                    <a:pt x="46008" y="44049"/>
                    <a:pt x="46008" y="45965"/>
                    <a:pt x="47285" y="47241"/>
                  </a:cubicBezTo>
                  <a:cubicBezTo>
                    <a:pt x="48564" y="48518"/>
                    <a:pt x="50480" y="49157"/>
                    <a:pt x="52398" y="49795"/>
                  </a:cubicBezTo>
                  <a:lnTo>
                    <a:pt x="63260" y="49795"/>
                  </a:lnTo>
                  <a:lnTo>
                    <a:pt x="35784" y="76608"/>
                  </a:lnTo>
                  <a:close/>
                </a:path>
              </a:pathLst>
            </a:custGeom>
            <a:solidFill>
              <a:srgbClr val="43B02A"/>
            </a:solidFill>
            <a:ln w="6390" cap="flat">
              <a:noFill/>
              <a:prstDash val="solid"/>
              <a:miter/>
            </a:ln>
          </p:spPr>
          <p:txBody>
            <a:bodyPr rtlCol="0" anchor="ctr"/>
            <a:lstStyle/>
            <a:p>
              <a:endParaRPr lang="en-US"/>
            </a:p>
          </p:txBody>
        </p:sp>
      </p:grpSp>
      <p:grpSp>
        <p:nvGrpSpPr>
          <p:cNvPr id="623" name="Graphic 4">
            <a:extLst>
              <a:ext uri="{FF2B5EF4-FFF2-40B4-BE49-F238E27FC236}">
                <a16:creationId xmlns:a16="http://schemas.microsoft.com/office/drawing/2014/main" id="{8D256751-6C5A-7F4E-BD77-51F15FCCF4AA}"/>
              </a:ext>
            </a:extLst>
          </p:cNvPr>
          <p:cNvGrpSpPr/>
          <p:nvPr/>
        </p:nvGrpSpPr>
        <p:grpSpPr>
          <a:xfrm>
            <a:off x="8852242" y="2855717"/>
            <a:ext cx="362309" cy="361971"/>
            <a:chOff x="7801474" y="2855717"/>
            <a:chExt cx="362309" cy="361971"/>
          </a:xfrm>
          <a:solidFill>
            <a:srgbClr val="43B02A"/>
          </a:solidFill>
        </p:grpSpPr>
        <p:sp>
          <p:nvSpPr>
            <p:cNvPr id="624" name="Graphic 4">
              <a:extLst>
                <a:ext uri="{FF2B5EF4-FFF2-40B4-BE49-F238E27FC236}">
                  <a16:creationId xmlns:a16="http://schemas.microsoft.com/office/drawing/2014/main" id="{26B6311A-60B2-F54D-B62E-9C8668FDC4A7}"/>
                </a:ext>
              </a:extLst>
            </p:cNvPr>
            <p:cNvSpPr/>
            <p:nvPr/>
          </p:nvSpPr>
          <p:spPr>
            <a:xfrm>
              <a:off x="7801474" y="2855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6"/>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234"/>
                    <a:pt x="274128" y="348565"/>
                    <a:pt x="181474" y="349204"/>
                  </a:cubicBezTo>
                  <a:close/>
                </a:path>
              </a:pathLst>
            </a:custGeom>
            <a:solidFill>
              <a:srgbClr val="43B02A"/>
            </a:solidFill>
            <a:ln w="6390" cap="flat">
              <a:noFill/>
              <a:prstDash val="solid"/>
              <a:miter/>
            </a:ln>
          </p:spPr>
          <p:txBody>
            <a:bodyPr rtlCol="0" anchor="ctr"/>
            <a:lstStyle/>
            <a:p>
              <a:endParaRPr lang="en-US"/>
            </a:p>
          </p:txBody>
        </p:sp>
        <p:sp>
          <p:nvSpPr>
            <p:cNvPr id="625" name="Graphic 4">
              <a:extLst>
                <a:ext uri="{FF2B5EF4-FFF2-40B4-BE49-F238E27FC236}">
                  <a16:creationId xmlns:a16="http://schemas.microsoft.com/office/drawing/2014/main" id="{1FC43CA0-DE6D-3A48-8FDA-0503745D7A39}"/>
                </a:ext>
              </a:extLst>
            </p:cNvPr>
            <p:cNvSpPr/>
            <p:nvPr/>
          </p:nvSpPr>
          <p:spPr>
            <a:xfrm>
              <a:off x="7876875" y="2927815"/>
              <a:ext cx="214062" cy="216458"/>
            </a:xfrm>
            <a:custGeom>
              <a:avLst/>
              <a:gdLst>
                <a:gd name="connsiteX0" fmla="*/ 152081 w 214062"/>
                <a:gd name="connsiteY0" fmla="*/ 127083 h 216458"/>
                <a:gd name="connsiteX1" fmla="*/ 144413 w 214062"/>
                <a:gd name="connsiteY1" fmla="*/ 132190 h 216458"/>
                <a:gd name="connsiteX2" fmla="*/ 149525 w 214062"/>
                <a:gd name="connsiteY2" fmla="*/ 139851 h 216458"/>
                <a:gd name="connsiteX3" fmla="*/ 149525 w 214062"/>
                <a:gd name="connsiteY3" fmla="*/ 139851 h 216458"/>
                <a:gd name="connsiteX4" fmla="*/ 200644 w 214062"/>
                <a:gd name="connsiteY4" fmla="*/ 169217 h 216458"/>
                <a:gd name="connsiteX5" fmla="*/ 106712 w 214062"/>
                <a:gd name="connsiteY5" fmla="*/ 203052 h 216458"/>
                <a:gd name="connsiteX6" fmla="*/ 12141 w 214062"/>
                <a:gd name="connsiteY6" fmla="*/ 169217 h 216458"/>
                <a:gd name="connsiteX7" fmla="*/ 63261 w 214062"/>
                <a:gd name="connsiteY7" fmla="*/ 139851 h 216458"/>
                <a:gd name="connsiteX8" fmla="*/ 68373 w 214062"/>
                <a:gd name="connsiteY8" fmla="*/ 132829 h 216458"/>
                <a:gd name="connsiteX9" fmla="*/ 99044 w 214062"/>
                <a:gd name="connsiteY9" fmla="*/ 177517 h 216458"/>
                <a:gd name="connsiteX10" fmla="*/ 107990 w 214062"/>
                <a:gd name="connsiteY10" fmla="*/ 179432 h 216458"/>
                <a:gd name="connsiteX11" fmla="*/ 109907 w 214062"/>
                <a:gd name="connsiteY11" fmla="*/ 177517 h 216458"/>
                <a:gd name="connsiteX12" fmla="*/ 158471 w 214062"/>
                <a:gd name="connsiteY12" fmla="*/ 106016 h 216458"/>
                <a:gd name="connsiteX13" fmla="*/ 169333 w 214062"/>
                <a:gd name="connsiteY13" fmla="*/ 66435 h 216458"/>
                <a:gd name="connsiteX14" fmla="*/ 106712 w 214062"/>
                <a:gd name="connsiteY14" fmla="*/ 42 h 216458"/>
                <a:gd name="connsiteX15" fmla="*/ 40257 w 214062"/>
                <a:gd name="connsiteY15" fmla="*/ 62605 h 216458"/>
                <a:gd name="connsiteX16" fmla="*/ 40257 w 214062"/>
                <a:gd name="connsiteY16" fmla="*/ 66435 h 216458"/>
                <a:gd name="connsiteX17" fmla="*/ 51119 w 214062"/>
                <a:gd name="connsiteY17" fmla="*/ 106016 h 216458"/>
                <a:gd name="connsiteX18" fmla="*/ 65817 w 214062"/>
                <a:gd name="connsiteY18" fmla="*/ 128360 h 216458"/>
                <a:gd name="connsiteX19" fmla="*/ 61344 w 214062"/>
                <a:gd name="connsiteY19" fmla="*/ 127722 h 216458"/>
                <a:gd name="connsiteX20" fmla="*/ 0 w 214062"/>
                <a:gd name="connsiteY20" fmla="*/ 169856 h 216458"/>
                <a:gd name="connsiteX21" fmla="*/ 107351 w 214062"/>
                <a:gd name="connsiteY21" fmla="*/ 216459 h 216458"/>
                <a:gd name="connsiteX22" fmla="*/ 214063 w 214062"/>
                <a:gd name="connsiteY22" fmla="*/ 169856 h 216458"/>
                <a:gd name="connsiteX23" fmla="*/ 152081 w 214062"/>
                <a:gd name="connsiteY23" fmla="*/ 127083 h 216458"/>
                <a:gd name="connsiteX24" fmla="*/ 51759 w 214062"/>
                <a:gd name="connsiteY24" fmla="*/ 66435 h 216458"/>
                <a:gd name="connsiteX25" fmla="*/ 101600 w 214062"/>
                <a:gd name="connsiteY25" fmla="*/ 12810 h 216458"/>
                <a:gd name="connsiteX26" fmla="*/ 155276 w 214062"/>
                <a:gd name="connsiteY26" fmla="*/ 62605 h 216458"/>
                <a:gd name="connsiteX27" fmla="*/ 155276 w 214062"/>
                <a:gd name="connsiteY27" fmla="*/ 66435 h 216458"/>
                <a:gd name="connsiteX28" fmla="*/ 146330 w 214062"/>
                <a:gd name="connsiteY28" fmla="*/ 98994 h 216458"/>
                <a:gd name="connsiteX29" fmla="*/ 103517 w 214062"/>
                <a:gd name="connsiteY29" fmla="*/ 162195 h 216458"/>
                <a:gd name="connsiteX30" fmla="*/ 60704 w 214062"/>
                <a:gd name="connsiteY30" fmla="*/ 98994 h 216458"/>
                <a:gd name="connsiteX31" fmla="*/ 51759 w 214062"/>
                <a:gd name="connsiteY31" fmla="*/ 66435 h 216458"/>
                <a:gd name="connsiteX32" fmla="*/ 51759 w 214062"/>
                <a:gd name="connsiteY32" fmla="*/ 66435 h 216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14062" h="216458">
                  <a:moveTo>
                    <a:pt x="152081" y="127083"/>
                  </a:moveTo>
                  <a:cubicBezTo>
                    <a:pt x="148247" y="126445"/>
                    <a:pt x="145052" y="128998"/>
                    <a:pt x="144413" y="132190"/>
                  </a:cubicBezTo>
                  <a:cubicBezTo>
                    <a:pt x="143774" y="136021"/>
                    <a:pt x="146330" y="139213"/>
                    <a:pt x="149525" y="139851"/>
                  </a:cubicBezTo>
                  <a:lnTo>
                    <a:pt x="149525" y="139851"/>
                  </a:lnTo>
                  <a:cubicBezTo>
                    <a:pt x="179558" y="145597"/>
                    <a:pt x="200644" y="157726"/>
                    <a:pt x="200644" y="169217"/>
                  </a:cubicBezTo>
                  <a:cubicBezTo>
                    <a:pt x="200644" y="185177"/>
                    <a:pt x="161666" y="203052"/>
                    <a:pt x="106712" y="203052"/>
                  </a:cubicBezTo>
                  <a:cubicBezTo>
                    <a:pt x="51759" y="203052"/>
                    <a:pt x="12141" y="185177"/>
                    <a:pt x="12141" y="169217"/>
                  </a:cubicBezTo>
                  <a:cubicBezTo>
                    <a:pt x="12141" y="157726"/>
                    <a:pt x="33228" y="145597"/>
                    <a:pt x="63261" y="139851"/>
                  </a:cubicBezTo>
                  <a:cubicBezTo>
                    <a:pt x="66456" y="139213"/>
                    <a:pt x="69012" y="136021"/>
                    <a:pt x="68373" y="132829"/>
                  </a:cubicBezTo>
                  <a:cubicBezTo>
                    <a:pt x="81792" y="152619"/>
                    <a:pt x="98405" y="176240"/>
                    <a:pt x="99044" y="177517"/>
                  </a:cubicBezTo>
                  <a:cubicBezTo>
                    <a:pt x="100961" y="180708"/>
                    <a:pt x="104795" y="181347"/>
                    <a:pt x="107990" y="179432"/>
                  </a:cubicBezTo>
                  <a:cubicBezTo>
                    <a:pt x="108629" y="178793"/>
                    <a:pt x="109269" y="178155"/>
                    <a:pt x="109907" y="177517"/>
                  </a:cubicBezTo>
                  <a:cubicBezTo>
                    <a:pt x="111824" y="174963"/>
                    <a:pt x="150164" y="118784"/>
                    <a:pt x="158471" y="106016"/>
                  </a:cubicBezTo>
                  <a:cubicBezTo>
                    <a:pt x="166138" y="94525"/>
                    <a:pt x="169973" y="80480"/>
                    <a:pt x="169333" y="66435"/>
                  </a:cubicBezTo>
                  <a:cubicBezTo>
                    <a:pt x="170612" y="30685"/>
                    <a:pt x="142496" y="680"/>
                    <a:pt x="106712" y="42"/>
                  </a:cubicBezTo>
                  <a:cubicBezTo>
                    <a:pt x="70929" y="-1235"/>
                    <a:pt x="40896" y="26855"/>
                    <a:pt x="40257" y="62605"/>
                  </a:cubicBezTo>
                  <a:cubicBezTo>
                    <a:pt x="40257" y="63882"/>
                    <a:pt x="40257" y="65159"/>
                    <a:pt x="40257" y="66435"/>
                  </a:cubicBezTo>
                  <a:cubicBezTo>
                    <a:pt x="39618" y="80480"/>
                    <a:pt x="43452" y="94525"/>
                    <a:pt x="51119" y="106016"/>
                  </a:cubicBezTo>
                  <a:cubicBezTo>
                    <a:pt x="53676" y="109846"/>
                    <a:pt x="59427" y="118784"/>
                    <a:pt x="65817" y="128360"/>
                  </a:cubicBezTo>
                  <a:cubicBezTo>
                    <a:pt x="64539" y="127722"/>
                    <a:pt x="62622" y="127083"/>
                    <a:pt x="61344" y="127722"/>
                  </a:cubicBezTo>
                  <a:cubicBezTo>
                    <a:pt x="23004" y="135382"/>
                    <a:pt x="0" y="151342"/>
                    <a:pt x="0" y="169856"/>
                  </a:cubicBezTo>
                  <a:cubicBezTo>
                    <a:pt x="0" y="196030"/>
                    <a:pt x="46008" y="216459"/>
                    <a:pt x="107351" y="216459"/>
                  </a:cubicBezTo>
                  <a:cubicBezTo>
                    <a:pt x="168695" y="216459"/>
                    <a:pt x="214063" y="196668"/>
                    <a:pt x="214063" y="169856"/>
                  </a:cubicBezTo>
                  <a:cubicBezTo>
                    <a:pt x="212785" y="150065"/>
                    <a:pt x="189782" y="134744"/>
                    <a:pt x="152081" y="127083"/>
                  </a:cubicBezTo>
                  <a:close/>
                  <a:moveTo>
                    <a:pt x="51759" y="66435"/>
                  </a:moveTo>
                  <a:cubicBezTo>
                    <a:pt x="50481" y="37707"/>
                    <a:pt x="72845" y="14087"/>
                    <a:pt x="101600" y="12810"/>
                  </a:cubicBezTo>
                  <a:cubicBezTo>
                    <a:pt x="130355" y="11533"/>
                    <a:pt x="153998" y="33877"/>
                    <a:pt x="155276" y="62605"/>
                  </a:cubicBezTo>
                  <a:cubicBezTo>
                    <a:pt x="155276" y="63882"/>
                    <a:pt x="155276" y="65159"/>
                    <a:pt x="155276" y="66435"/>
                  </a:cubicBezTo>
                  <a:cubicBezTo>
                    <a:pt x="155915" y="77927"/>
                    <a:pt x="152720" y="89418"/>
                    <a:pt x="146330" y="98994"/>
                  </a:cubicBezTo>
                  <a:cubicBezTo>
                    <a:pt x="140579" y="108570"/>
                    <a:pt x="115019" y="146235"/>
                    <a:pt x="103517" y="162195"/>
                  </a:cubicBezTo>
                  <a:cubicBezTo>
                    <a:pt x="92015" y="146235"/>
                    <a:pt x="66456" y="108570"/>
                    <a:pt x="60704" y="98994"/>
                  </a:cubicBezTo>
                  <a:cubicBezTo>
                    <a:pt x="54314" y="89418"/>
                    <a:pt x="51119" y="77927"/>
                    <a:pt x="51759" y="66435"/>
                  </a:cubicBezTo>
                  <a:lnTo>
                    <a:pt x="51759" y="66435"/>
                  </a:lnTo>
                  <a:close/>
                </a:path>
              </a:pathLst>
            </a:custGeom>
            <a:solidFill>
              <a:srgbClr val="43B02A"/>
            </a:solidFill>
            <a:ln w="6390" cap="flat">
              <a:noFill/>
              <a:prstDash val="solid"/>
              <a:miter/>
            </a:ln>
          </p:spPr>
          <p:txBody>
            <a:bodyPr rtlCol="0" anchor="ctr"/>
            <a:lstStyle/>
            <a:p>
              <a:endParaRPr lang="en-US"/>
            </a:p>
          </p:txBody>
        </p:sp>
        <p:sp>
          <p:nvSpPr>
            <p:cNvPr id="626" name="Graphic 4">
              <a:extLst>
                <a:ext uri="{FF2B5EF4-FFF2-40B4-BE49-F238E27FC236}">
                  <a16:creationId xmlns:a16="http://schemas.microsoft.com/office/drawing/2014/main" id="{8C1D9D09-77E4-A04F-BD20-BDB0405891C5}"/>
                </a:ext>
              </a:extLst>
            </p:cNvPr>
            <p:cNvSpPr/>
            <p:nvPr/>
          </p:nvSpPr>
          <p:spPr>
            <a:xfrm>
              <a:off x="7942342" y="2951477"/>
              <a:ext cx="75776" cy="106612"/>
            </a:xfrm>
            <a:custGeom>
              <a:avLst/>
              <a:gdLst>
                <a:gd name="connsiteX0" fmla="*/ 75111 w 75776"/>
                <a:gd name="connsiteY0" fmla="*/ 44050 h 106612"/>
                <a:gd name="connsiteX1" fmla="*/ 69361 w 75776"/>
                <a:gd name="connsiteY1" fmla="*/ 40219 h 106612"/>
                <a:gd name="connsiteX2" fmla="*/ 54025 w 75776"/>
                <a:gd name="connsiteY2" fmla="*/ 40219 h 106612"/>
                <a:gd name="connsiteX3" fmla="*/ 57858 w 75776"/>
                <a:gd name="connsiteY3" fmla="*/ 7022 h 106612"/>
                <a:gd name="connsiteX4" fmla="*/ 54025 w 75776"/>
                <a:gd name="connsiteY4" fmla="*/ 638 h 106612"/>
                <a:gd name="connsiteX5" fmla="*/ 46356 w 75776"/>
                <a:gd name="connsiteY5" fmla="*/ 2554 h 106612"/>
                <a:gd name="connsiteX6" fmla="*/ 1627 w 75776"/>
                <a:gd name="connsiteY6" fmla="*/ 56179 h 106612"/>
                <a:gd name="connsiteX7" fmla="*/ 2266 w 75776"/>
                <a:gd name="connsiteY7" fmla="*/ 65117 h 106612"/>
                <a:gd name="connsiteX8" fmla="*/ 6100 w 75776"/>
                <a:gd name="connsiteY8" fmla="*/ 66393 h 106612"/>
                <a:gd name="connsiteX9" fmla="*/ 21436 w 75776"/>
                <a:gd name="connsiteY9" fmla="*/ 66393 h 106612"/>
                <a:gd name="connsiteX10" fmla="*/ 17602 w 75776"/>
                <a:gd name="connsiteY10" fmla="*/ 99590 h 106612"/>
                <a:gd name="connsiteX11" fmla="*/ 21436 w 75776"/>
                <a:gd name="connsiteY11" fmla="*/ 105974 h 106612"/>
                <a:gd name="connsiteX12" fmla="*/ 23991 w 75776"/>
                <a:gd name="connsiteY12" fmla="*/ 106612 h 106612"/>
                <a:gd name="connsiteX13" fmla="*/ 29104 w 75776"/>
                <a:gd name="connsiteY13" fmla="*/ 104059 h 106612"/>
                <a:gd name="connsiteX14" fmla="*/ 73833 w 75776"/>
                <a:gd name="connsiteY14" fmla="*/ 50433 h 106612"/>
                <a:gd name="connsiteX15" fmla="*/ 75111 w 75776"/>
                <a:gd name="connsiteY15" fmla="*/ 44050 h 106612"/>
                <a:gd name="connsiteX16" fmla="*/ 32938 w 75776"/>
                <a:gd name="connsiteY16" fmla="*/ 80438 h 106612"/>
                <a:gd name="connsiteX17" fmla="*/ 34855 w 75776"/>
                <a:gd name="connsiteY17" fmla="*/ 61286 h 106612"/>
                <a:gd name="connsiteX18" fmla="*/ 33576 w 75776"/>
                <a:gd name="connsiteY18" fmla="*/ 56179 h 106612"/>
                <a:gd name="connsiteX19" fmla="*/ 28465 w 75776"/>
                <a:gd name="connsiteY19" fmla="*/ 54264 h 106612"/>
                <a:gd name="connsiteX20" fmla="*/ 19519 w 75776"/>
                <a:gd name="connsiteY20" fmla="*/ 54264 h 106612"/>
                <a:gd name="connsiteX21" fmla="*/ 41884 w 75776"/>
                <a:gd name="connsiteY21" fmla="*/ 27451 h 106612"/>
                <a:gd name="connsiteX22" fmla="*/ 39966 w 75776"/>
                <a:gd name="connsiteY22" fmla="*/ 46603 h 106612"/>
                <a:gd name="connsiteX23" fmla="*/ 45717 w 75776"/>
                <a:gd name="connsiteY23" fmla="*/ 53625 h 106612"/>
                <a:gd name="connsiteX24" fmla="*/ 46356 w 75776"/>
                <a:gd name="connsiteY24" fmla="*/ 53625 h 106612"/>
                <a:gd name="connsiteX25" fmla="*/ 55302 w 75776"/>
                <a:gd name="connsiteY25" fmla="*/ 53625 h 106612"/>
                <a:gd name="connsiteX26" fmla="*/ 32938 w 75776"/>
                <a:gd name="connsiteY26" fmla="*/ 80438 h 106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5776" h="106612">
                  <a:moveTo>
                    <a:pt x="75111" y="44050"/>
                  </a:moveTo>
                  <a:cubicBezTo>
                    <a:pt x="73833" y="41496"/>
                    <a:pt x="71916" y="40219"/>
                    <a:pt x="69361" y="40219"/>
                  </a:cubicBezTo>
                  <a:lnTo>
                    <a:pt x="54025" y="40219"/>
                  </a:lnTo>
                  <a:lnTo>
                    <a:pt x="57858" y="7022"/>
                  </a:lnTo>
                  <a:cubicBezTo>
                    <a:pt x="57858" y="4469"/>
                    <a:pt x="56581" y="1915"/>
                    <a:pt x="54025" y="638"/>
                  </a:cubicBezTo>
                  <a:cubicBezTo>
                    <a:pt x="51468" y="-638"/>
                    <a:pt x="48274" y="0"/>
                    <a:pt x="46356" y="2554"/>
                  </a:cubicBezTo>
                  <a:lnTo>
                    <a:pt x="1627" y="56179"/>
                  </a:lnTo>
                  <a:cubicBezTo>
                    <a:pt x="-929" y="58733"/>
                    <a:pt x="-290" y="63201"/>
                    <a:pt x="2266" y="65117"/>
                  </a:cubicBezTo>
                  <a:cubicBezTo>
                    <a:pt x="3544" y="66393"/>
                    <a:pt x="4822" y="66393"/>
                    <a:pt x="6100" y="66393"/>
                  </a:cubicBezTo>
                  <a:lnTo>
                    <a:pt x="21436" y="66393"/>
                  </a:lnTo>
                  <a:lnTo>
                    <a:pt x="17602" y="99590"/>
                  </a:lnTo>
                  <a:cubicBezTo>
                    <a:pt x="17602" y="102144"/>
                    <a:pt x="18880" y="104697"/>
                    <a:pt x="21436" y="105974"/>
                  </a:cubicBezTo>
                  <a:cubicBezTo>
                    <a:pt x="22075" y="106612"/>
                    <a:pt x="23353" y="106612"/>
                    <a:pt x="23991" y="106612"/>
                  </a:cubicBezTo>
                  <a:cubicBezTo>
                    <a:pt x="25909" y="106612"/>
                    <a:pt x="27826" y="105974"/>
                    <a:pt x="29104" y="104059"/>
                  </a:cubicBezTo>
                  <a:lnTo>
                    <a:pt x="73833" y="50433"/>
                  </a:lnTo>
                  <a:cubicBezTo>
                    <a:pt x="75751" y="49157"/>
                    <a:pt x="76389" y="46603"/>
                    <a:pt x="75111" y="44050"/>
                  </a:cubicBezTo>
                  <a:close/>
                  <a:moveTo>
                    <a:pt x="32938" y="80438"/>
                  </a:moveTo>
                  <a:lnTo>
                    <a:pt x="34855" y="61286"/>
                  </a:lnTo>
                  <a:cubicBezTo>
                    <a:pt x="34855" y="59371"/>
                    <a:pt x="34216" y="57456"/>
                    <a:pt x="33576" y="56179"/>
                  </a:cubicBezTo>
                  <a:cubicBezTo>
                    <a:pt x="32299" y="54902"/>
                    <a:pt x="30381" y="54264"/>
                    <a:pt x="28465" y="54264"/>
                  </a:cubicBezTo>
                  <a:lnTo>
                    <a:pt x="19519" y="54264"/>
                  </a:lnTo>
                  <a:lnTo>
                    <a:pt x="41884" y="27451"/>
                  </a:lnTo>
                  <a:lnTo>
                    <a:pt x="39966" y="46603"/>
                  </a:lnTo>
                  <a:cubicBezTo>
                    <a:pt x="39327" y="49795"/>
                    <a:pt x="41884" y="52987"/>
                    <a:pt x="45717" y="53625"/>
                  </a:cubicBezTo>
                  <a:cubicBezTo>
                    <a:pt x="45717" y="53625"/>
                    <a:pt x="46356" y="53625"/>
                    <a:pt x="46356" y="53625"/>
                  </a:cubicBezTo>
                  <a:lnTo>
                    <a:pt x="55302" y="53625"/>
                  </a:lnTo>
                  <a:lnTo>
                    <a:pt x="32938" y="80438"/>
                  </a:lnTo>
                  <a:close/>
                </a:path>
              </a:pathLst>
            </a:custGeom>
            <a:solidFill>
              <a:srgbClr val="43B02A"/>
            </a:solidFill>
            <a:ln w="6390" cap="flat">
              <a:noFill/>
              <a:prstDash val="solid"/>
              <a:miter/>
            </a:ln>
          </p:spPr>
          <p:txBody>
            <a:bodyPr rtlCol="0" anchor="ctr"/>
            <a:lstStyle/>
            <a:p>
              <a:endParaRPr lang="en-US"/>
            </a:p>
          </p:txBody>
        </p:sp>
      </p:grpSp>
      <p:grpSp>
        <p:nvGrpSpPr>
          <p:cNvPr id="627" name="Graphic 4">
            <a:extLst>
              <a:ext uri="{FF2B5EF4-FFF2-40B4-BE49-F238E27FC236}">
                <a16:creationId xmlns:a16="http://schemas.microsoft.com/office/drawing/2014/main" id="{92E59B8A-8BBD-D54B-85B1-68BB96F6A41B}"/>
              </a:ext>
            </a:extLst>
          </p:cNvPr>
          <p:cNvGrpSpPr/>
          <p:nvPr/>
        </p:nvGrpSpPr>
        <p:grpSpPr>
          <a:xfrm>
            <a:off x="10937917" y="4308712"/>
            <a:ext cx="362309" cy="361971"/>
            <a:chOff x="9887149" y="4308712"/>
            <a:chExt cx="362309" cy="361971"/>
          </a:xfrm>
          <a:solidFill>
            <a:srgbClr val="43B02A"/>
          </a:solidFill>
        </p:grpSpPr>
        <p:sp>
          <p:nvSpPr>
            <p:cNvPr id="628" name="Graphic 4">
              <a:extLst>
                <a:ext uri="{FF2B5EF4-FFF2-40B4-BE49-F238E27FC236}">
                  <a16:creationId xmlns:a16="http://schemas.microsoft.com/office/drawing/2014/main" id="{9E603484-5761-E447-8FC9-F812AEF7EE5F}"/>
                </a:ext>
              </a:extLst>
            </p:cNvPr>
            <p:cNvSpPr/>
            <p:nvPr/>
          </p:nvSpPr>
          <p:spPr>
            <a:xfrm>
              <a:off x="9887149" y="4308712"/>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 name="connsiteX11" fmla="*/ 180835 w 362309"/>
                <a:gd name="connsiteY11" fmla="*/ 349204 h 361971"/>
                <a:gd name="connsiteX12" fmla="*/ 180835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09" y="280895"/>
                    <a:pt x="362309" y="180667"/>
                  </a:cubicBezTo>
                  <a:cubicBezTo>
                    <a:pt x="362309"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1474" y="12768"/>
                  </a:cubicBezTo>
                  <a:cubicBezTo>
                    <a:pt x="274128" y="12768"/>
                    <a:pt x="349529" y="88099"/>
                    <a:pt x="349529" y="180667"/>
                  </a:cubicBezTo>
                  <a:cubicBezTo>
                    <a:pt x="349529" y="273873"/>
                    <a:pt x="274128" y="349204"/>
                    <a:pt x="180835" y="349204"/>
                  </a:cubicBezTo>
                  <a:cubicBezTo>
                    <a:pt x="180835" y="349204"/>
                    <a:pt x="180835" y="349204"/>
                    <a:pt x="180835" y="349204"/>
                  </a:cubicBezTo>
                  <a:lnTo>
                    <a:pt x="180835" y="349204"/>
                  </a:lnTo>
                  <a:close/>
                </a:path>
              </a:pathLst>
            </a:custGeom>
            <a:solidFill>
              <a:srgbClr val="43B02A"/>
            </a:solidFill>
            <a:ln w="6390" cap="flat">
              <a:noFill/>
              <a:prstDash val="solid"/>
              <a:miter/>
            </a:ln>
          </p:spPr>
          <p:txBody>
            <a:bodyPr rtlCol="0" anchor="ctr"/>
            <a:lstStyle/>
            <a:p>
              <a:endParaRPr lang="en-US"/>
            </a:p>
          </p:txBody>
        </p:sp>
        <p:sp>
          <p:nvSpPr>
            <p:cNvPr id="629" name="Graphic 4">
              <a:extLst>
                <a:ext uri="{FF2B5EF4-FFF2-40B4-BE49-F238E27FC236}">
                  <a16:creationId xmlns:a16="http://schemas.microsoft.com/office/drawing/2014/main" id="{EF2CAC8B-496D-DA44-B81E-E389BA4FCA42}"/>
                </a:ext>
              </a:extLst>
            </p:cNvPr>
            <p:cNvSpPr/>
            <p:nvPr/>
          </p:nvSpPr>
          <p:spPr>
            <a:xfrm>
              <a:off x="9948763" y="4361699"/>
              <a:ext cx="238090" cy="254082"/>
            </a:xfrm>
            <a:custGeom>
              <a:avLst/>
              <a:gdLst>
                <a:gd name="connsiteX0" fmla="*/ 236157 w 238090"/>
                <a:gd name="connsiteY0" fmla="*/ 120657 h 254082"/>
                <a:gd name="connsiteX1" fmla="*/ 231045 w 238090"/>
                <a:gd name="connsiteY1" fmla="*/ 119381 h 254082"/>
                <a:gd name="connsiteX2" fmla="*/ 206764 w 238090"/>
                <a:gd name="connsiteY2" fmla="*/ 115550 h 254082"/>
                <a:gd name="connsiteX3" fmla="*/ 162673 w 238090"/>
                <a:gd name="connsiteY3" fmla="*/ 114912 h 254082"/>
                <a:gd name="connsiteX4" fmla="*/ 142225 w 238090"/>
                <a:gd name="connsiteY4" fmla="*/ 155131 h 254082"/>
                <a:gd name="connsiteX5" fmla="*/ 130723 w 238090"/>
                <a:gd name="connsiteY5" fmla="*/ 164707 h 254082"/>
                <a:gd name="connsiteX6" fmla="*/ 130723 w 238090"/>
                <a:gd name="connsiteY6" fmla="*/ 118742 h 254082"/>
                <a:gd name="connsiteX7" fmla="*/ 160755 w 238090"/>
                <a:gd name="connsiteY7" fmla="*/ 87461 h 254082"/>
                <a:gd name="connsiteX8" fmla="*/ 160755 w 238090"/>
                <a:gd name="connsiteY8" fmla="*/ 70224 h 254082"/>
                <a:gd name="connsiteX9" fmla="*/ 170979 w 238090"/>
                <a:gd name="connsiteY9" fmla="*/ 51710 h 254082"/>
                <a:gd name="connsiteX10" fmla="*/ 170979 w 238090"/>
                <a:gd name="connsiteY10" fmla="*/ 41496 h 254082"/>
                <a:gd name="connsiteX11" fmla="*/ 164589 w 238090"/>
                <a:gd name="connsiteY11" fmla="*/ 35112 h 254082"/>
                <a:gd name="connsiteX12" fmla="*/ 150532 w 238090"/>
                <a:gd name="connsiteY12" fmla="*/ 35112 h 254082"/>
                <a:gd name="connsiteX13" fmla="*/ 150532 w 238090"/>
                <a:gd name="connsiteY13" fmla="*/ 6384 h 254082"/>
                <a:gd name="connsiteX14" fmla="*/ 144142 w 238090"/>
                <a:gd name="connsiteY14" fmla="*/ 0 h 254082"/>
                <a:gd name="connsiteX15" fmla="*/ 137752 w 238090"/>
                <a:gd name="connsiteY15" fmla="*/ 6384 h 254082"/>
                <a:gd name="connsiteX16" fmla="*/ 137752 w 238090"/>
                <a:gd name="connsiteY16" fmla="*/ 35112 h 254082"/>
                <a:gd name="connsiteX17" fmla="*/ 110275 w 238090"/>
                <a:gd name="connsiteY17" fmla="*/ 35112 h 254082"/>
                <a:gd name="connsiteX18" fmla="*/ 110275 w 238090"/>
                <a:gd name="connsiteY18" fmla="*/ 6384 h 254082"/>
                <a:gd name="connsiteX19" fmla="*/ 103885 w 238090"/>
                <a:gd name="connsiteY19" fmla="*/ 0 h 254082"/>
                <a:gd name="connsiteX20" fmla="*/ 97495 w 238090"/>
                <a:gd name="connsiteY20" fmla="*/ 6384 h 254082"/>
                <a:gd name="connsiteX21" fmla="*/ 97495 w 238090"/>
                <a:gd name="connsiteY21" fmla="*/ 35112 h 254082"/>
                <a:gd name="connsiteX22" fmla="*/ 83437 w 238090"/>
                <a:gd name="connsiteY22" fmla="*/ 35112 h 254082"/>
                <a:gd name="connsiteX23" fmla="*/ 77047 w 238090"/>
                <a:gd name="connsiteY23" fmla="*/ 41496 h 254082"/>
                <a:gd name="connsiteX24" fmla="*/ 77047 w 238090"/>
                <a:gd name="connsiteY24" fmla="*/ 51710 h 254082"/>
                <a:gd name="connsiteX25" fmla="*/ 87271 w 238090"/>
                <a:gd name="connsiteY25" fmla="*/ 70224 h 254082"/>
                <a:gd name="connsiteX26" fmla="*/ 87271 w 238090"/>
                <a:gd name="connsiteY26" fmla="*/ 87461 h 254082"/>
                <a:gd name="connsiteX27" fmla="*/ 117304 w 238090"/>
                <a:gd name="connsiteY27" fmla="*/ 118742 h 254082"/>
                <a:gd name="connsiteX28" fmla="*/ 117304 w 238090"/>
                <a:gd name="connsiteY28" fmla="*/ 181305 h 254082"/>
                <a:gd name="connsiteX29" fmla="*/ 117304 w 238090"/>
                <a:gd name="connsiteY29" fmla="*/ 184497 h 254082"/>
                <a:gd name="connsiteX30" fmla="*/ 117304 w 238090"/>
                <a:gd name="connsiteY30" fmla="*/ 197265 h 254082"/>
                <a:gd name="connsiteX31" fmla="*/ 104525 w 238090"/>
                <a:gd name="connsiteY31" fmla="*/ 184497 h 254082"/>
                <a:gd name="connsiteX32" fmla="*/ 86632 w 238090"/>
                <a:gd name="connsiteY32" fmla="*/ 135979 h 254082"/>
                <a:gd name="connsiteX33" fmla="*/ 36791 w 238090"/>
                <a:gd name="connsiteY33" fmla="*/ 131510 h 254082"/>
                <a:gd name="connsiteX34" fmla="*/ 8036 w 238090"/>
                <a:gd name="connsiteY34" fmla="*/ 132787 h 254082"/>
                <a:gd name="connsiteX35" fmla="*/ 2924 w 238090"/>
                <a:gd name="connsiteY35" fmla="*/ 133425 h 254082"/>
                <a:gd name="connsiteX36" fmla="*/ 368 w 238090"/>
                <a:gd name="connsiteY36" fmla="*/ 137894 h 254082"/>
                <a:gd name="connsiteX37" fmla="*/ 42542 w 238090"/>
                <a:gd name="connsiteY37" fmla="*/ 205564 h 254082"/>
                <a:gd name="connsiteX38" fmla="*/ 59795 w 238090"/>
                <a:gd name="connsiteY38" fmla="*/ 209395 h 254082"/>
                <a:gd name="connsiteX39" fmla="*/ 89189 w 238090"/>
                <a:gd name="connsiteY39" fmla="*/ 199819 h 254082"/>
                <a:gd name="connsiteX40" fmla="*/ 91105 w 238090"/>
                <a:gd name="connsiteY40" fmla="*/ 190881 h 254082"/>
                <a:gd name="connsiteX41" fmla="*/ 82160 w 238090"/>
                <a:gd name="connsiteY41" fmla="*/ 188966 h 254082"/>
                <a:gd name="connsiteX42" fmla="*/ 82160 w 238090"/>
                <a:gd name="connsiteY42" fmla="*/ 188966 h 254082"/>
                <a:gd name="connsiteX43" fmla="*/ 48293 w 238090"/>
                <a:gd name="connsiteY43" fmla="*/ 194073 h 254082"/>
                <a:gd name="connsiteX44" fmla="*/ 13148 w 238090"/>
                <a:gd name="connsiteY44" fmla="*/ 146193 h 254082"/>
                <a:gd name="connsiteX45" fmla="*/ 39986 w 238090"/>
                <a:gd name="connsiteY45" fmla="*/ 143640 h 254082"/>
                <a:gd name="connsiteX46" fmla="*/ 81520 w 238090"/>
                <a:gd name="connsiteY46" fmla="*/ 146832 h 254082"/>
                <a:gd name="connsiteX47" fmla="*/ 94300 w 238090"/>
                <a:gd name="connsiteY47" fmla="*/ 175560 h 254082"/>
                <a:gd name="connsiteX48" fmla="*/ 45737 w 238090"/>
                <a:gd name="connsiteY48" fmla="*/ 154492 h 254082"/>
                <a:gd name="connsiteX49" fmla="*/ 36152 w 238090"/>
                <a:gd name="connsiteY49" fmla="*/ 151300 h 254082"/>
                <a:gd name="connsiteX50" fmla="*/ 27845 w 238090"/>
                <a:gd name="connsiteY50" fmla="*/ 155131 h 254082"/>
                <a:gd name="connsiteX51" fmla="*/ 27845 w 238090"/>
                <a:gd name="connsiteY51" fmla="*/ 155131 h 254082"/>
                <a:gd name="connsiteX52" fmla="*/ 31679 w 238090"/>
                <a:gd name="connsiteY52" fmla="*/ 163430 h 254082"/>
                <a:gd name="connsiteX53" fmla="*/ 31679 w 238090"/>
                <a:gd name="connsiteY53" fmla="*/ 163430 h 254082"/>
                <a:gd name="connsiteX54" fmla="*/ 41264 w 238090"/>
                <a:gd name="connsiteY54" fmla="*/ 166622 h 254082"/>
                <a:gd name="connsiteX55" fmla="*/ 117943 w 238090"/>
                <a:gd name="connsiteY55" fmla="*/ 219609 h 254082"/>
                <a:gd name="connsiteX56" fmla="*/ 117943 w 238090"/>
                <a:gd name="connsiteY56" fmla="*/ 247699 h 254082"/>
                <a:gd name="connsiteX57" fmla="*/ 124333 w 238090"/>
                <a:gd name="connsiteY57" fmla="*/ 254083 h 254082"/>
                <a:gd name="connsiteX58" fmla="*/ 130723 w 238090"/>
                <a:gd name="connsiteY58" fmla="*/ 247699 h 254082"/>
                <a:gd name="connsiteX59" fmla="*/ 130723 w 238090"/>
                <a:gd name="connsiteY59" fmla="*/ 183859 h 254082"/>
                <a:gd name="connsiteX60" fmla="*/ 153727 w 238090"/>
                <a:gd name="connsiteY60" fmla="*/ 162153 h 254082"/>
                <a:gd name="connsiteX61" fmla="*/ 155004 w 238090"/>
                <a:gd name="connsiteY61" fmla="*/ 170452 h 254082"/>
                <a:gd name="connsiteX62" fmla="*/ 183120 w 238090"/>
                <a:gd name="connsiteY62" fmla="*/ 181944 h 254082"/>
                <a:gd name="connsiteX63" fmla="*/ 195261 w 238090"/>
                <a:gd name="connsiteY63" fmla="*/ 180028 h 254082"/>
                <a:gd name="connsiteX64" fmla="*/ 238074 w 238090"/>
                <a:gd name="connsiteY64" fmla="*/ 124488 h 254082"/>
                <a:gd name="connsiteX65" fmla="*/ 236157 w 238090"/>
                <a:gd name="connsiteY65" fmla="*/ 120657 h 254082"/>
                <a:gd name="connsiteX66" fmla="*/ 100690 w 238090"/>
                <a:gd name="connsiteY66" fmla="*/ 87461 h 254082"/>
                <a:gd name="connsiteX67" fmla="*/ 100690 w 238090"/>
                <a:gd name="connsiteY67" fmla="*/ 67032 h 254082"/>
                <a:gd name="connsiteX68" fmla="*/ 98135 w 238090"/>
                <a:gd name="connsiteY68" fmla="*/ 61925 h 254082"/>
                <a:gd name="connsiteX69" fmla="*/ 91105 w 238090"/>
                <a:gd name="connsiteY69" fmla="*/ 52349 h 254082"/>
                <a:gd name="connsiteX70" fmla="*/ 91105 w 238090"/>
                <a:gd name="connsiteY70" fmla="*/ 48519 h 254082"/>
                <a:gd name="connsiteX71" fmla="*/ 158839 w 238090"/>
                <a:gd name="connsiteY71" fmla="*/ 48519 h 254082"/>
                <a:gd name="connsiteX72" fmla="*/ 158839 w 238090"/>
                <a:gd name="connsiteY72" fmla="*/ 52349 h 254082"/>
                <a:gd name="connsiteX73" fmla="*/ 151809 w 238090"/>
                <a:gd name="connsiteY73" fmla="*/ 61925 h 254082"/>
                <a:gd name="connsiteX74" fmla="*/ 149254 w 238090"/>
                <a:gd name="connsiteY74" fmla="*/ 67032 h 254082"/>
                <a:gd name="connsiteX75" fmla="*/ 149254 w 238090"/>
                <a:gd name="connsiteY75" fmla="*/ 87461 h 254082"/>
                <a:gd name="connsiteX76" fmla="*/ 130084 w 238090"/>
                <a:gd name="connsiteY76" fmla="*/ 105974 h 254082"/>
                <a:gd name="connsiteX77" fmla="*/ 119860 w 238090"/>
                <a:gd name="connsiteY77" fmla="*/ 105974 h 254082"/>
                <a:gd name="connsiteX78" fmla="*/ 100690 w 238090"/>
                <a:gd name="connsiteY78" fmla="*/ 87461 h 254082"/>
                <a:gd name="connsiteX79" fmla="*/ 191428 w 238090"/>
                <a:gd name="connsiteY79" fmla="*/ 168537 h 254082"/>
                <a:gd name="connsiteX80" fmla="*/ 163312 w 238090"/>
                <a:gd name="connsiteY80" fmla="*/ 161515 h 254082"/>
                <a:gd name="connsiteX81" fmla="*/ 159478 w 238090"/>
                <a:gd name="connsiteY81" fmla="*/ 160238 h 254082"/>
                <a:gd name="connsiteX82" fmla="*/ 200374 w 238090"/>
                <a:gd name="connsiteY82" fmla="*/ 147470 h 254082"/>
                <a:gd name="connsiteX83" fmla="*/ 208680 w 238090"/>
                <a:gd name="connsiteY83" fmla="*/ 145555 h 254082"/>
                <a:gd name="connsiteX84" fmla="*/ 213153 w 238090"/>
                <a:gd name="connsiteY84" fmla="*/ 137894 h 254082"/>
                <a:gd name="connsiteX85" fmla="*/ 205485 w 238090"/>
                <a:gd name="connsiteY85" fmla="*/ 133425 h 254082"/>
                <a:gd name="connsiteX86" fmla="*/ 205485 w 238090"/>
                <a:gd name="connsiteY86" fmla="*/ 133425 h 254082"/>
                <a:gd name="connsiteX87" fmla="*/ 197179 w 238090"/>
                <a:gd name="connsiteY87" fmla="*/ 135341 h 254082"/>
                <a:gd name="connsiteX88" fmla="*/ 154366 w 238090"/>
                <a:gd name="connsiteY88" fmla="*/ 148747 h 254082"/>
                <a:gd name="connsiteX89" fmla="*/ 167145 w 238090"/>
                <a:gd name="connsiteY89" fmla="*/ 127680 h 254082"/>
                <a:gd name="connsiteX90" fmla="*/ 202290 w 238090"/>
                <a:gd name="connsiteY90" fmla="*/ 128957 h 254082"/>
                <a:gd name="connsiteX91" fmla="*/ 224016 w 238090"/>
                <a:gd name="connsiteY91" fmla="*/ 133425 h 254082"/>
                <a:gd name="connsiteX92" fmla="*/ 191428 w 238090"/>
                <a:gd name="connsiteY92" fmla="*/ 168537 h 25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38090" h="254082">
                  <a:moveTo>
                    <a:pt x="236157" y="120657"/>
                  </a:moveTo>
                  <a:cubicBezTo>
                    <a:pt x="234879" y="119381"/>
                    <a:pt x="232962" y="118742"/>
                    <a:pt x="231045" y="119381"/>
                  </a:cubicBezTo>
                  <a:cubicBezTo>
                    <a:pt x="222738" y="120019"/>
                    <a:pt x="214431" y="118742"/>
                    <a:pt x="206764" y="115550"/>
                  </a:cubicBezTo>
                  <a:cubicBezTo>
                    <a:pt x="193984" y="111720"/>
                    <a:pt x="179925" y="107889"/>
                    <a:pt x="162673" y="114912"/>
                  </a:cubicBezTo>
                  <a:cubicBezTo>
                    <a:pt x="148614" y="123211"/>
                    <a:pt x="140308" y="139171"/>
                    <a:pt x="142225" y="155131"/>
                  </a:cubicBezTo>
                  <a:cubicBezTo>
                    <a:pt x="137752" y="158323"/>
                    <a:pt x="133918" y="161515"/>
                    <a:pt x="130723" y="164707"/>
                  </a:cubicBezTo>
                  <a:lnTo>
                    <a:pt x="130723" y="118742"/>
                  </a:lnTo>
                  <a:cubicBezTo>
                    <a:pt x="147337" y="118104"/>
                    <a:pt x="160755" y="104059"/>
                    <a:pt x="160755" y="87461"/>
                  </a:cubicBezTo>
                  <a:lnTo>
                    <a:pt x="160755" y="70224"/>
                  </a:lnTo>
                  <a:cubicBezTo>
                    <a:pt x="166507" y="65755"/>
                    <a:pt x="170340" y="59371"/>
                    <a:pt x="170979" y="51710"/>
                  </a:cubicBezTo>
                  <a:lnTo>
                    <a:pt x="170979" y="41496"/>
                  </a:lnTo>
                  <a:cubicBezTo>
                    <a:pt x="170979" y="37666"/>
                    <a:pt x="168424" y="35112"/>
                    <a:pt x="164589" y="35112"/>
                  </a:cubicBezTo>
                  <a:lnTo>
                    <a:pt x="150532" y="35112"/>
                  </a:lnTo>
                  <a:lnTo>
                    <a:pt x="150532" y="6384"/>
                  </a:lnTo>
                  <a:cubicBezTo>
                    <a:pt x="150532" y="2554"/>
                    <a:pt x="147976" y="0"/>
                    <a:pt x="144142" y="0"/>
                  </a:cubicBezTo>
                  <a:cubicBezTo>
                    <a:pt x="140308" y="0"/>
                    <a:pt x="137752" y="2554"/>
                    <a:pt x="137752" y="6384"/>
                  </a:cubicBezTo>
                  <a:lnTo>
                    <a:pt x="137752" y="35112"/>
                  </a:lnTo>
                  <a:lnTo>
                    <a:pt x="110275" y="35112"/>
                  </a:lnTo>
                  <a:lnTo>
                    <a:pt x="110275" y="6384"/>
                  </a:lnTo>
                  <a:cubicBezTo>
                    <a:pt x="110275" y="2554"/>
                    <a:pt x="107719" y="0"/>
                    <a:pt x="103885" y="0"/>
                  </a:cubicBezTo>
                  <a:cubicBezTo>
                    <a:pt x="100051" y="0"/>
                    <a:pt x="97495" y="2554"/>
                    <a:pt x="97495" y="6384"/>
                  </a:cubicBezTo>
                  <a:lnTo>
                    <a:pt x="97495" y="35112"/>
                  </a:lnTo>
                  <a:lnTo>
                    <a:pt x="83437" y="35112"/>
                  </a:lnTo>
                  <a:cubicBezTo>
                    <a:pt x="79604" y="35112"/>
                    <a:pt x="77047" y="37666"/>
                    <a:pt x="77047" y="41496"/>
                  </a:cubicBezTo>
                  <a:lnTo>
                    <a:pt x="77047" y="51710"/>
                  </a:lnTo>
                  <a:cubicBezTo>
                    <a:pt x="77686" y="58733"/>
                    <a:pt x="81520" y="65755"/>
                    <a:pt x="87271" y="70224"/>
                  </a:cubicBezTo>
                  <a:lnTo>
                    <a:pt x="87271" y="87461"/>
                  </a:lnTo>
                  <a:cubicBezTo>
                    <a:pt x="87271" y="104059"/>
                    <a:pt x="100690" y="118104"/>
                    <a:pt x="117304" y="118742"/>
                  </a:cubicBezTo>
                  <a:lnTo>
                    <a:pt x="117304" y="181305"/>
                  </a:lnTo>
                  <a:cubicBezTo>
                    <a:pt x="117304" y="182582"/>
                    <a:pt x="117304" y="183220"/>
                    <a:pt x="117304" y="184497"/>
                  </a:cubicBezTo>
                  <a:lnTo>
                    <a:pt x="117304" y="197265"/>
                  </a:lnTo>
                  <a:cubicBezTo>
                    <a:pt x="113470" y="192796"/>
                    <a:pt x="108997" y="188327"/>
                    <a:pt x="104525" y="184497"/>
                  </a:cubicBezTo>
                  <a:cubicBezTo>
                    <a:pt x="108997" y="165984"/>
                    <a:pt x="101968" y="146832"/>
                    <a:pt x="86632" y="135979"/>
                  </a:cubicBezTo>
                  <a:cubicBezTo>
                    <a:pt x="68101" y="125126"/>
                    <a:pt x="51488" y="128318"/>
                    <a:pt x="36791" y="131510"/>
                  </a:cubicBezTo>
                  <a:cubicBezTo>
                    <a:pt x="27206" y="134064"/>
                    <a:pt x="17621" y="134702"/>
                    <a:pt x="8036" y="132787"/>
                  </a:cubicBezTo>
                  <a:cubicBezTo>
                    <a:pt x="6119" y="132149"/>
                    <a:pt x="4202" y="132787"/>
                    <a:pt x="2924" y="133425"/>
                  </a:cubicBezTo>
                  <a:cubicBezTo>
                    <a:pt x="1646" y="134702"/>
                    <a:pt x="368" y="135979"/>
                    <a:pt x="368" y="137894"/>
                  </a:cubicBezTo>
                  <a:cubicBezTo>
                    <a:pt x="-2827" y="164707"/>
                    <a:pt x="15065" y="192796"/>
                    <a:pt x="42542" y="205564"/>
                  </a:cubicBezTo>
                  <a:cubicBezTo>
                    <a:pt x="48293" y="208118"/>
                    <a:pt x="54044" y="209395"/>
                    <a:pt x="59795" y="209395"/>
                  </a:cubicBezTo>
                  <a:cubicBezTo>
                    <a:pt x="70019" y="209395"/>
                    <a:pt x="80242" y="205564"/>
                    <a:pt x="89189" y="199819"/>
                  </a:cubicBezTo>
                  <a:cubicBezTo>
                    <a:pt x="92383" y="197903"/>
                    <a:pt x="93022" y="194073"/>
                    <a:pt x="91105" y="190881"/>
                  </a:cubicBezTo>
                  <a:cubicBezTo>
                    <a:pt x="89189" y="187689"/>
                    <a:pt x="85355" y="187051"/>
                    <a:pt x="82160" y="188966"/>
                  </a:cubicBezTo>
                  <a:cubicBezTo>
                    <a:pt x="82160" y="188966"/>
                    <a:pt x="82160" y="188966"/>
                    <a:pt x="82160" y="188966"/>
                  </a:cubicBezTo>
                  <a:cubicBezTo>
                    <a:pt x="72575" y="196627"/>
                    <a:pt x="59795" y="198542"/>
                    <a:pt x="48293" y="194073"/>
                  </a:cubicBezTo>
                  <a:cubicBezTo>
                    <a:pt x="28484" y="185774"/>
                    <a:pt x="15065" y="167260"/>
                    <a:pt x="13148" y="146193"/>
                  </a:cubicBezTo>
                  <a:cubicBezTo>
                    <a:pt x="22094" y="146832"/>
                    <a:pt x="31040" y="145555"/>
                    <a:pt x="39986" y="143640"/>
                  </a:cubicBezTo>
                  <a:cubicBezTo>
                    <a:pt x="54044" y="141086"/>
                    <a:pt x="66824" y="138533"/>
                    <a:pt x="81520" y="146832"/>
                  </a:cubicBezTo>
                  <a:cubicBezTo>
                    <a:pt x="90466" y="153854"/>
                    <a:pt x="94940" y="164707"/>
                    <a:pt x="94300" y="175560"/>
                  </a:cubicBezTo>
                  <a:cubicBezTo>
                    <a:pt x="78965" y="166622"/>
                    <a:pt x="62990" y="159600"/>
                    <a:pt x="45737" y="154492"/>
                  </a:cubicBezTo>
                  <a:lnTo>
                    <a:pt x="36152" y="151300"/>
                  </a:lnTo>
                  <a:cubicBezTo>
                    <a:pt x="32957" y="150024"/>
                    <a:pt x="29123" y="151939"/>
                    <a:pt x="27845" y="155131"/>
                  </a:cubicBezTo>
                  <a:cubicBezTo>
                    <a:pt x="27845" y="155131"/>
                    <a:pt x="27845" y="155131"/>
                    <a:pt x="27845" y="155131"/>
                  </a:cubicBezTo>
                  <a:cubicBezTo>
                    <a:pt x="26567" y="158323"/>
                    <a:pt x="28484" y="162153"/>
                    <a:pt x="31679" y="163430"/>
                  </a:cubicBezTo>
                  <a:cubicBezTo>
                    <a:pt x="31679" y="163430"/>
                    <a:pt x="31679" y="163430"/>
                    <a:pt x="31679" y="163430"/>
                  </a:cubicBezTo>
                  <a:lnTo>
                    <a:pt x="41264" y="166622"/>
                  </a:lnTo>
                  <a:cubicBezTo>
                    <a:pt x="66185" y="174921"/>
                    <a:pt x="100051" y="185774"/>
                    <a:pt x="117943" y="219609"/>
                  </a:cubicBezTo>
                  <a:lnTo>
                    <a:pt x="117943" y="247699"/>
                  </a:lnTo>
                  <a:cubicBezTo>
                    <a:pt x="117943" y="251529"/>
                    <a:pt x="120499" y="254083"/>
                    <a:pt x="124333" y="254083"/>
                  </a:cubicBezTo>
                  <a:cubicBezTo>
                    <a:pt x="128167" y="254083"/>
                    <a:pt x="130723" y="251529"/>
                    <a:pt x="130723" y="247699"/>
                  </a:cubicBezTo>
                  <a:lnTo>
                    <a:pt x="130723" y="183859"/>
                  </a:lnTo>
                  <a:cubicBezTo>
                    <a:pt x="137113" y="174921"/>
                    <a:pt x="144781" y="167899"/>
                    <a:pt x="153727" y="162153"/>
                  </a:cubicBezTo>
                  <a:cubicBezTo>
                    <a:pt x="152449" y="164707"/>
                    <a:pt x="152449" y="168537"/>
                    <a:pt x="155004" y="170452"/>
                  </a:cubicBezTo>
                  <a:cubicBezTo>
                    <a:pt x="162673" y="177475"/>
                    <a:pt x="172897" y="181305"/>
                    <a:pt x="183120" y="181944"/>
                  </a:cubicBezTo>
                  <a:cubicBezTo>
                    <a:pt x="186954" y="181944"/>
                    <a:pt x="191428" y="181305"/>
                    <a:pt x="195261" y="180028"/>
                  </a:cubicBezTo>
                  <a:cubicBezTo>
                    <a:pt x="220821" y="171091"/>
                    <a:pt x="238713" y="148108"/>
                    <a:pt x="238074" y="124488"/>
                  </a:cubicBezTo>
                  <a:cubicBezTo>
                    <a:pt x="238074" y="123211"/>
                    <a:pt x="237435" y="121934"/>
                    <a:pt x="236157" y="120657"/>
                  </a:cubicBezTo>
                  <a:close/>
                  <a:moveTo>
                    <a:pt x="100690" y="87461"/>
                  </a:moveTo>
                  <a:lnTo>
                    <a:pt x="100690" y="67032"/>
                  </a:lnTo>
                  <a:cubicBezTo>
                    <a:pt x="100690" y="65117"/>
                    <a:pt x="99412" y="63202"/>
                    <a:pt x="98135" y="61925"/>
                  </a:cubicBezTo>
                  <a:cubicBezTo>
                    <a:pt x="95578" y="60648"/>
                    <a:pt x="91105" y="55541"/>
                    <a:pt x="91105" y="52349"/>
                  </a:cubicBezTo>
                  <a:lnTo>
                    <a:pt x="91105" y="48519"/>
                  </a:lnTo>
                  <a:lnTo>
                    <a:pt x="158839" y="48519"/>
                  </a:lnTo>
                  <a:lnTo>
                    <a:pt x="158839" y="52349"/>
                  </a:lnTo>
                  <a:cubicBezTo>
                    <a:pt x="158839" y="56179"/>
                    <a:pt x="153727" y="60648"/>
                    <a:pt x="151809" y="61925"/>
                  </a:cubicBezTo>
                  <a:cubicBezTo>
                    <a:pt x="149893" y="63202"/>
                    <a:pt x="149254" y="65117"/>
                    <a:pt x="149254" y="67032"/>
                  </a:cubicBezTo>
                  <a:lnTo>
                    <a:pt x="149254" y="87461"/>
                  </a:lnTo>
                  <a:cubicBezTo>
                    <a:pt x="149254" y="97675"/>
                    <a:pt x="140308" y="105974"/>
                    <a:pt x="130084" y="105974"/>
                  </a:cubicBezTo>
                  <a:lnTo>
                    <a:pt x="119860" y="105974"/>
                  </a:lnTo>
                  <a:cubicBezTo>
                    <a:pt x="108997" y="105974"/>
                    <a:pt x="100690" y="97675"/>
                    <a:pt x="100690" y="87461"/>
                  </a:cubicBezTo>
                  <a:close/>
                  <a:moveTo>
                    <a:pt x="191428" y="168537"/>
                  </a:moveTo>
                  <a:cubicBezTo>
                    <a:pt x="181204" y="171091"/>
                    <a:pt x="170979" y="168537"/>
                    <a:pt x="163312" y="161515"/>
                  </a:cubicBezTo>
                  <a:cubicBezTo>
                    <a:pt x="162034" y="160876"/>
                    <a:pt x="160755" y="160238"/>
                    <a:pt x="159478" y="160238"/>
                  </a:cubicBezTo>
                  <a:cubicBezTo>
                    <a:pt x="172258" y="154492"/>
                    <a:pt x="186315" y="150024"/>
                    <a:pt x="200374" y="147470"/>
                  </a:cubicBezTo>
                  <a:lnTo>
                    <a:pt x="208680" y="145555"/>
                  </a:lnTo>
                  <a:cubicBezTo>
                    <a:pt x="211875" y="144916"/>
                    <a:pt x="214431" y="141086"/>
                    <a:pt x="213153" y="137894"/>
                  </a:cubicBezTo>
                  <a:cubicBezTo>
                    <a:pt x="212514" y="134702"/>
                    <a:pt x="208680" y="132149"/>
                    <a:pt x="205485" y="133425"/>
                  </a:cubicBezTo>
                  <a:lnTo>
                    <a:pt x="205485" y="133425"/>
                  </a:lnTo>
                  <a:lnTo>
                    <a:pt x="197179" y="135341"/>
                  </a:lnTo>
                  <a:cubicBezTo>
                    <a:pt x="182481" y="137894"/>
                    <a:pt x="168424" y="142363"/>
                    <a:pt x="154366" y="148747"/>
                  </a:cubicBezTo>
                  <a:cubicBezTo>
                    <a:pt x="155004" y="139809"/>
                    <a:pt x="160117" y="132149"/>
                    <a:pt x="167145" y="127680"/>
                  </a:cubicBezTo>
                  <a:cubicBezTo>
                    <a:pt x="179925" y="121934"/>
                    <a:pt x="190149" y="125126"/>
                    <a:pt x="202290" y="128957"/>
                  </a:cubicBezTo>
                  <a:cubicBezTo>
                    <a:pt x="209319" y="131510"/>
                    <a:pt x="216987" y="132787"/>
                    <a:pt x="224016" y="133425"/>
                  </a:cubicBezTo>
                  <a:cubicBezTo>
                    <a:pt x="220821" y="149385"/>
                    <a:pt x="208041" y="163430"/>
                    <a:pt x="191428" y="168537"/>
                  </a:cubicBezTo>
                  <a:close/>
                </a:path>
              </a:pathLst>
            </a:custGeom>
            <a:solidFill>
              <a:srgbClr val="43B02A"/>
            </a:solidFill>
            <a:ln w="6390" cap="flat">
              <a:noFill/>
              <a:prstDash val="solid"/>
              <a:miter/>
            </a:ln>
          </p:spPr>
          <p:txBody>
            <a:bodyPr rtlCol="0" anchor="ctr"/>
            <a:lstStyle/>
            <a:p>
              <a:endParaRPr lang="en-US"/>
            </a:p>
          </p:txBody>
        </p:sp>
      </p:grpSp>
      <p:grpSp>
        <p:nvGrpSpPr>
          <p:cNvPr id="630" name="Graphic 4">
            <a:extLst>
              <a:ext uri="{FF2B5EF4-FFF2-40B4-BE49-F238E27FC236}">
                <a16:creationId xmlns:a16="http://schemas.microsoft.com/office/drawing/2014/main" id="{F4B5C195-9407-C945-B5FF-D8E0B600765A}"/>
              </a:ext>
            </a:extLst>
          </p:cNvPr>
          <p:cNvGrpSpPr/>
          <p:nvPr/>
        </p:nvGrpSpPr>
        <p:grpSpPr>
          <a:xfrm>
            <a:off x="10937917" y="2371173"/>
            <a:ext cx="362309" cy="361971"/>
            <a:chOff x="9887149" y="2371173"/>
            <a:chExt cx="362309" cy="361971"/>
          </a:xfrm>
          <a:solidFill>
            <a:srgbClr val="43B02A"/>
          </a:solidFill>
        </p:grpSpPr>
        <p:sp>
          <p:nvSpPr>
            <p:cNvPr id="631" name="Graphic 4">
              <a:extLst>
                <a:ext uri="{FF2B5EF4-FFF2-40B4-BE49-F238E27FC236}">
                  <a16:creationId xmlns:a16="http://schemas.microsoft.com/office/drawing/2014/main" id="{D0B04B75-4F6C-D34A-9A5D-81E86C47FE90}"/>
                </a:ext>
              </a:extLst>
            </p:cNvPr>
            <p:cNvSpPr/>
            <p:nvPr/>
          </p:nvSpPr>
          <p:spPr>
            <a:xfrm>
              <a:off x="9887149" y="237117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1305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09" y="280895"/>
                    <a:pt x="362309" y="181305"/>
                  </a:cubicBezTo>
                  <a:cubicBezTo>
                    <a:pt x="362309"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1474" y="12768"/>
                  </a:cubicBezTo>
                  <a:cubicBezTo>
                    <a:pt x="274128" y="12768"/>
                    <a:pt x="349529" y="88099"/>
                    <a:pt x="349529" y="181305"/>
                  </a:cubicBezTo>
                  <a:cubicBezTo>
                    <a:pt x="349529" y="273873"/>
                    <a:pt x="274128" y="349204"/>
                    <a:pt x="180835" y="349204"/>
                  </a:cubicBezTo>
                  <a:close/>
                </a:path>
              </a:pathLst>
            </a:custGeom>
            <a:solidFill>
              <a:srgbClr val="43B02A"/>
            </a:solidFill>
            <a:ln w="6390" cap="flat">
              <a:noFill/>
              <a:prstDash val="solid"/>
              <a:miter/>
            </a:ln>
          </p:spPr>
          <p:txBody>
            <a:bodyPr rtlCol="0" anchor="ctr"/>
            <a:lstStyle/>
            <a:p>
              <a:endParaRPr lang="en-US"/>
            </a:p>
          </p:txBody>
        </p:sp>
        <p:sp>
          <p:nvSpPr>
            <p:cNvPr id="632" name="Graphic 4">
              <a:extLst>
                <a:ext uri="{FF2B5EF4-FFF2-40B4-BE49-F238E27FC236}">
                  <a16:creationId xmlns:a16="http://schemas.microsoft.com/office/drawing/2014/main" id="{472CE821-4912-A345-A22F-997E4C2818CB}"/>
                </a:ext>
              </a:extLst>
            </p:cNvPr>
            <p:cNvSpPr/>
            <p:nvPr/>
          </p:nvSpPr>
          <p:spPr>
            <a:xfrm>
              <a:off x="9943380" y="2467222"/>
              <a:ext cx="249207" cy="211658"/>
            </a:xfrm>
            <a:custGeom>
              <a:avLst/>
              <a:gdLst>
                <a:gd name="connsiteX0" fmla="*/ 215980 w 249207"/>
                <a:gd name="connsiteY0" fmla="*/ 2264 h 211658"/>
                <a:gd name="connsiteX1" fmla="*/ 207034 w 249207"/>
                <a:gd name="connsiteY1" fmla="*/ 1626 h 211658"/>
                <a:gd name="connsiteX2" fmla="*/ 206395 w 249207"/>
                <a:gd name="connsiteY2" fmla="*/ 10563 h 211658"/>
                <a:gd name="connsiteX3" fmla="*/ 207034 w 249207"/>
                <a:gd name="connsiteY3" fmla="*/ 11202 h 211658"/>
                <a:gd name="connsiteX4" fmla="*/ 201283 w 249207"/>
                <a:gd name="connsiteY4" fmla="*/ 169524 h 211658"/>
                <a:gd name="connsiteX5" fmla="*/ 42813 w 249207"/>
                <a:gd name="connsiteY5" fmla="*/ 163779 h 211658"/>
                <a:gd name="connsiteX6" fmla="*/ 12780 w 249207"/>
                <a:gd name="connsiteY6" fmla="*/ 87171 h 211658"/>
                <a:gd name="connsiteX7" fmla="*/ 6390 w 249207"/>
                <a:gd name="connsiteY7" fmla="*/ 80787 h 211658"/>
                <a:gd name="connsiteX8" fmla="*/ 0 w 249207"/>
                <a:gd name="connsiteY8" fmla="*/ 87171 h 211658"/>
                <a:gd name="connsiteX9" fmla="*/ 124604 w 249207"/>
                <a:gd name="connsiteY9" fmla="*/ 211659 h 211658"/>
                <a:gd name="connsiteX10" fmla="*/ 249208 w 249207"/>
                <a:gd name="connsiteY10" fmla="*/ 87171 h 211658"/>
                <a:gd name="connsiteX11" fmla="*/ 215980 w 249207"/>
                <a:gd name="connsiteY11" fmla="*/ 2264 h 211658"/>
                <a:gd name="connsiteX12" fmla="*/ 215980 w 249207"/>
                <a:gd name="connsiteY12" fmla="*/ 2264 h 21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9207" h="211658">
                  <a:moveTo>
                    <a:pt x="215980" y="2264"/>
                  </a:moveTo>
                  <a:cubicBezTo>
                    <a:pt x="214063" y="-290"/>
                    <a:pt x="209590" y="-928"/>
                    <a:pt x="207034" y="1626"/>
                  </a:cubicBezTo>
                  <a:cubicBezTo>
                    <a:pt x="204478" y="3541"/>
                    <a:pt x="203839" y="8010"/>
                    <a:pt x="206395" y="10563"/>
                  </a:cubicBezTo>
                  <a:cubicBezTo>
                    <a:pt x="206395" y="10563"/>
                    <a:pt x="207034" y="11202"/>
                    <a:pt x="207034" y="11202"/>
                  </a:cubicBezTo>
                  <a:cubicBezTo>
                    <a:pt x="249208" y="56528"/>
                    <a:pt x="246651" y="127390"/>
                    <a:pt x="201283" y="169524"/>
                  </a:cubicBezTo>
                  <a:cubicBezTo>
                    <a:pt x="155915" y="211659"/>
                    <a:pt x="84986" y="209105"/>
                    <a:pt x="42813" y="163779"/>
                  </a:cubicBezTo>
                  <a:cubicBezTo>
                    <a:pt x="23643" y="143350"/>
                    <a:pt x="12780" y="115899"/>
                    <a:pt x="12780" y="87171"/>
                  </a:cubicBezTo>
                  <a:cubicBezTo>
                    <a:pt x="12780" y="83341"/>
                    <a:pt x="10224" y="80787"/>
                    <a:pt x="6390" y="80787"/>
                  </a:cubicBezTo>
                  <a:cubicBezTo>
                    <a:pt x="2556" y="80787"/>
                    <a:pt x="0" y="83341"/>
                    <a:pt x="0" y="87171"/>
                  </a:cubicBezTo>
                  <a:cubicBezTo>
                    <a:pt x="0" y="156118"/>
                    <a:pt x="55593" y="211659"/>
                    <a:pt x="124604" y="211659"/>
                  </a:cubicBezTo>
                  <a:cubicBezTo>
                    <a:pt x="193615" y="211659"/>
                    <a:pt x="249208" y="156118"/>
                    <a:pt x="249208" y="87171"/>
                  </a:cubicBezTo>
                  <a:cubicBezTo>
                    <a:pt x="249208" y="55889"/>
                    <a:pt x="237706" y="25885"/>
                    <a:pt x="215980" y="2264"/>
                  </a:cubicBezTo>
                  <a:lnTo>
                    <a:pt x="215980" y="2264"/>
                  </a:lnTo>
                  <a:close/>
                </a:path>
              </a:pathLst>
            </a:custGeom>
            <a:solidFill>
              <a:srgbClr val="43B02A"/>
            </a:solidFill>
            <a:ln w="6390" cap="flat">
              <a:noFill/>
              <a:prstDash val="solid"/>
              <a:miter/>
            </a:ln>
          </p:spPr>
          <p:txBody>
            <a:bodyPr rtlCol="0" anchor="ctr"/>
            <a:lstStyle/>
            <a:p>
              <a:endParaRPr lang="en-US"/>
            </a:p>
          </p:txBody>
        </p:sp>
        <p:sp>
          <p:nvSpPr>
            <p:cNvPr id="633" name="Graphic 4">
              <a:extLst>
                <a:ext uri="{FF2B5EF4-FFF2-40B4-BE49-F238E27FC236}">
                  <a16:creationId xmlns:a16="http://schemas.microsoft.com/office/drawing/2014/main" id="{F070147D-E5F5-8D47-867B-D31165B966C3}"/>
                </a:ext>
              </a:extLst>
            </p:cNvPr>
            <p:cNvSpPr/>
            <p:nvPr/>
          </p:nvSpPr>
          <p:spPr>
            <a:xfrm>
              <a:off x="9966145" y="2425756"/>
              <a:ext cx="205356" cy="232057"/>
            </a:xfrm>
            <a:custGeom>
              <a:avLst/>
              <a:gdLst>
                <a:gd name="connsiteX0" fmla="*/ 101839 w 205356"/>
                <a:gd name="connsiteY0" fmla="*/ 232058 h 232057"/>
                <a:gd name="connsiteX1" fmla="*/ 205356 w 205356"/>
                <a:gd name="connsiteY1" fmla="*/ 129276 h 232057"/>
                <a:gd name="connsiteX2" fmla="*/ 198966 w 205356"/>
                <a:gd name="connsiteY2" fmla="*/ 122892 h 232057"/>
                <a:gd name="connsiteX3" fmla="*/ 192576 w 205356"/>
                <a:gd name="connsiteY3" fmla="*/ 129276 h 232057"/>
                <a:gd name="connsiteX4" fmla="*/ 101839 w 205356"/>
                <a:gd name="connsiteY4" fmla="*/ 219928 h 232057"/>
                <a:gd name="connsiteX5" fmla="*/ 11102 w 205356"/>
                <a:gd name="connsiteY5" fmla="*/ 129276 h 232057"/>
                <a:gd name="connsiteX6" fmla="*/ 101839 w 205356"/>
                <a:gd name="connsiteY6" fmla="*/ 38623 h 232057"/>
                <a:gd name="connsiteX7" fmla="*/ 101839 w 205356"/>
                <a:gd name="connsiteY7" fmla="*/ 38623 h 232057"/>
                <a:gd name="connsiteX8" fmla="*/ 108229 w 205356"/>
                <a:gd name="connsiteY8" fmla="*/ 32239 h 232057"/>
                <a:gd name="connsiteX9" fmla="*/ 108229 w 205356"/>
                <a:gd name="connsiteY9" fmla="*/ 17556 h 232057"/>
                <a:gd name="connsiteX10" fmla="*/ 154876 w 205356"/>
                <a:gd name="connsiteY10" fmla="*/ 48838 h 232057"/>
                <a:gd name="connsiteX11" fmla="*/ 108229 w 205356"/>
                <a:gd name="connsiteY11" fmla="*/ 80119 h 232057"/>
                <a:gd name="connsiteX12" fmla="*/ 108229 w 205356"/>
                <a:gd name="connsiteY12" fmla="*/ 65436 h 232057"/>
                <a:gd name="connsiteX13" fmla="*/ 101839 w 205356"/>
                <a:gd name="connsiteY13" fmla="*/ 59052 h 232057"/>
                <a:gd name="connsiteX14" fmla="*/ 28993 w 205356"/>
                <a:gd name="connsiteY14" fmla="*/ 127999 h 232057"/>
                <a:gd name="connsiteX15" fmla="*/ 98005 w 205356"/>
                <a:gd name="connsiteY15" fmla="*/ 200776 h 232057"/>
                <a:gd name="connsiteX16" fmla="*/ 102478 w 205356"/>
                <a:gd name="connsiteY16" fmla="*/ 200776 h 232057"/>
                <a:gd name="connsiteX17" fmla="*/ 108868 w 205356"/>
                <a:gd name="connsiteY17" fmla="*/ 194392 h 232057"/>
                <a:gd name="connsiteX18" fmla="*/ 102478 w 205356"/>
                <a:gd name="connsiteY18" fmla="*/ 188008 h 232057"/>
                <a:gd name="connsiteX19" fmla="*/ 44329 w 205356"/>
                <a:gd name="connsiteY19" fmla="*/ 129914 h 232057"/>
                <a:gd name="connsiteX20" fmla="*/ 96088 w 205356"/>
                <a:gd name="connsiteY20" fmla="*/ 71820 h 232057"/>
                <a:gd name="connsiteX21" fmla="*/ 96088 w 205356"/>
                <a:gd name="connsiteY21" fmla="*/ 91610 h 232057"/>
                <a:gd name="connsiteX22" fmla="*/ 99283 w 205356"/>
                <a:gd name="connsiteY22" fmla="*/ 97356 h 232057"/>
                <a:gd name="connsiteX23" fmla="*/ 105673 w 205356"/>
                <a:gd name="connsiteY23" fmla="*/ 97356 h 232057"/>
                <a:gd name="connsiteX24" fmla="*/ 170212 w 205356"/>
                <a:gd name="connsiteY24" fmla="*/ 54583 h 232057"/>
                <a:gd name="connsiteX25" fmla="*/ 172128 w 205356"/>
                <a:gd name="connsiteY25" fmla="*/ 45646 h 232057"/>
                <a:gd name="connsiteX26" fmla="*/ 170212 w 205356"/>
                <a:gd name="connsiteY26" fmla="*/ 43730 h 232057"/>
                <a:gd name="connsiteX27" fmla="*/ 105673 w 205356"/>
                <a:gd name="connsiteY27" fmla="*/ 958 h 232057"/>
                <a:gd name="connsiteX28" fmla="*/ 99283 w 205356"/>
                <a:gd name="connsiteY28" fmla="*/ 958 h 232057"/>
                <a:gd name="connsiteX29" fmla="*/ 96088 w 205356"/>
                <a:gd name="connsiteY29" fmla="*/ 6703 h 232057"/>
                <a:gd name="connsiteX30" fmla="*/ 96088 w 205356"/>
                <a:gd name="connsiteY30" fmla="*/ 27132 h 232057"/>
                <a:gd name="connsiteX31" fmla="*/ 239 w 205356"/>
                <a:gd name="connsiteY31" fmla="*/ 136936 h 232057"/>
                <a:gd name="connsiteX32" fmla="*/ 101839 w 205356"/>
                <a:gd name="connsiteY32" fmla="*/ 232058 h 232057"/>
                <a:gd name="connsiteX33" fmla="*/ 101839 w 205356"/>
                <a:gd name="connsiteY33" fmla="*/ 232058 h 232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5356" h="232057">
                  <a:moveTo>
                    <a:pt x="101839" y="232058"/>
                  </a:moveTo>
                  <a:cubicBezTo>
                    <a:pt x="158709" y="232058"/>
                    <a:pt x="204717" y="186093"/>
                    <a:pt x="205356" y="129276"/>
                  </a:cubicBezTo>
                  <a:cubicBezTo>
                    <a:pt x="205356" y="125445"/>
                    <a:pt x="202800" y="122892"/>
                    <a:pt x="198966" y="122892"/>
                  </a:cubicBezTo>
                  <a:cubicBezTo>
                    <a:pt x="195132" y="122892"/>
                    <a:pt x="192576" y="125445"/>
                    <a:pt x="192576" y="129276"/>
                  </a:cubicBezTo>
                  <a:cubicBezTo>
                    <a:pt x="192576" y="179071"/>
                    <a:pt x="152319" y="219928"/>
                    <a:pt x="101839" y="219928"/>
                  </a:cubicBezTo>
                  <a:cubicBezTo>
                    <a:pt x="51998" y="219928"/>
                    <a:pt x="11102" y="179709"/>
                    <a:pt x="11102" y="129276"/>
                  </a:cubicBezTo>
                  <a:cubicBezTo>
                    <a:pt x="11102" y="79481"/>
                    <a:pt x="51358" y="38623"/>
                    <a:pt x="101839" y="38623"/>
                  </a:cubicBezTo>
                  <a:cubicBezTo>
                    <a:pt x="101839" y="38623"/>
                    <a:pt x="101839" y="38623"/>
                    <a:pt x="101839" y="38623"/>
                  </a:cubicBezTo>
                  <a:cubicBezTo>
                    <a:pt x="105673" y="38623"/>
                    <a:pt x="108229" y="36070"/>
                    <a:pt x="108229" y="32239"/>
                  </a:cubicBezTo>
                  <a:lnTo>
                    <a:pt x="108229" y="17556"/>
                  </a:lnTo>
                  <a:lnTo>
                    <a:pt x="154876" y="48838"/>
                  </a:lnTo>
                  <a:lnTo>
                    <a:pt x="108229" y="80119"/>
                  </a:lnTo>
                  <a:lnTo>
                    <a:pt x="108229" y="65436"/>
                  </a:lnTo>
                  <a:cubicBezTo>
                    <a:pt x="108229" y="61605"/>
                    <a:pt x="105673" y="59052"/>
                    <a:pt x="101839" y="59052"/>
                  </a:cubicBezTo>
                  <a:cubicBezTo>
                    <a:pt x="62860" y="57775"/>
                    <a:pt x="29633" y="88418"/>
                    <a:pt x="28993" y="127999"/>
                  </a:cubicBezTo>
                  <a:cubicBezTo>
                    <a:pt x="27716" y="166941"/>
                    <a:pt x="58388" y="200138"/>
                    <a:pt x="98005" y="200776"/>
                  </a:cubicBezTo>
                  <a:cubicBezTo>
                    <a:pt x="99283" y="200776"/>
                    <a:pt x="100561" y="200776"/>
                    <a:pt x="102478" y="200776"/>
                  </a:cubicBezTo>
                  <a:cubicBezTo>
                    <a:pt x="106312" y="200776"/>
                    <a:pt x="108868" y="198223"/>
                    <a:pt x="108868" y="194392"/>
                  </a:cubicBezTo>
                  <a:cubicBezTo>
                    <a:pt x="108868" y="190562"/>
                    <a:pt x="106312" y="188008"/>
                    <a:pt x="102478" y="188008"/>
                  </a:cubicBezTo>
                  <a:cubicBezTo>
                    <a:pt x="70528" y="188008"/>
                    <a:pt x="44329" y="162472"/>
                    <a:pt x="44329" y="129914"/>
                  </a:cubicBezTo>
                  <a:cubicBezTo>
                    <a:pt x="44329" y="99909"/>
                    <a:pt x="66694" y="75012"/>
                    <a:pt x="96088" y="71820"/>
                  </a:cubicBezTo>
                  <a:lnTo>
                    <a:pt x="96088" y="91610"/>
                  </a:lnTo>
                  <a:cubicBezTo>
                    <a:pt x="96088" y="94164"/>
                    <a:pt x="97366" y="96079"/>
                    <a:pt x="99283" y="97356"/>
                  </a:cubicBezTo>
                  <a:cubicBezTo>
                    <a:pt x="101200" y="98633"/>
                    <a:pt x="103756" y="97994"/>
                    <a:pt x="105673" y="97356"/>
                  </a:cubicBezTo>
                  <a:lnTo>
                    <a:pt x="170212" y="54583"/>
                  </a:lnTo>
                  <a:cubicBezTo>
                    <a:pt x="173407" y="52668"/>
                    <a:pt x="174045" y="48838"/>
                    <a:pt x="172128" y="45646"/>
                  </a:cubicBezTo>
                  <a:cubicBezTo>
                    <a:pt x="171489" y="45007"/>
                    <a:pt x="170850" y="44369"/>
                    <a:pt x="170212" y="43730"/>
                  </a:cubicBezTo>
                  <a:lnTo>
                    <a:pt x="105673" y="958"/>
                  </a:lnTo>
                  <a:cubicBezTo>
                    <a:pt x="103756" y="-319"/>
                    <a:pt x="101200" y="-319"/>
                    <a:pt x="99283" y="958"/>
                  </a:cubicBezTo>
                  <a:cubicBezTo>
                    <a:pt x="97366" y="2235"/>
                    <a:pt x="96088" y="4150"/>
                    <a:pt x="96088" y="6703"/>
                  </a:cubicBezTo>
                  <a:lnTo>
                    <a:pt x="96088" y="27132"/>
                  </a:lnTo>
                  <a:cubicBezTo>
                    <a:pt x="39218" y="30962"/>
                    <a:pt x="-3595" y="80119"/>
                    <a:pt x="239" y="136936"/>
                  </a:cubicBezTo>
                  <a:cubicBezTo>
                    <a:pt x="3434" y="189924"/>
                    <a:pt x="48163" y="231419"/>
                    <a:pt x="101839" y="232058"/>
                  </a:cubicBezTo>
                  <a:lnTo>
                    <a:pt x="101839" y="232058"/>
                  </a:lnTo>
                  <a:close/>
                </a:path>
              </a:pathLst>
            </a:custGeom>
            <a:solidFill>
              <a:srgbClr val="43B02A"/>
            </a:solidFill>
            <a:ln w="6390" cap="flat">
              <a:noFill/>
              <a:prstDash val="solid"/>
              <a:miter/>
            </a:ln>
          </p:spPr>
          <p:txBody>
            <a:bodyPr rtlCol="0" anchor="ctr"/>
            <a:lstStyle/>
            <a:p>
              <a:endParaRPr lang="en-US"/>
            </a:p>
          </p:txBody>
        </p:sp>
        <p:sp>
          <p:nvSpPr>
            <p:cNvPr id="634" name="Graphic 4">
              <a:extLst>
                <a:ext uri="{FF2B5EF4-FFF2-40B4-BE49-F238E27FC236}">
                  <a16:creationId xmlns:a16="http://schemas.microsoft.com/office/drawing/2014/main" id="{3F49437B-8BE5-4D40-BDFF-5C09201C45F0}"/>
                </a:ext>
              </a:extLst>
            </p:cNvPr>
            <p:cNvSpPr/>
            <p:nvPr/>
          </p:nvSpPr>
          <p:spPr>
            <a:xfrm>
              <a:off x="10056425" y="2510344"/>
              <a:ext cx="88296" cy="126402"/>
            </a:xfrm>
            <a:custGeom>
              <a:avLst/>
              <a:gdLst>
                <a:gd name="connsiteX0" fmla="*/ 62040 w 88296"/>
                <a:gd name="connsiteY0" fmla="*/ 48518 h 126402"/>
                <a:gd name="connsiteX1" fmla="*/ 66513 w 88296"/>
                <a:gd name="connsiteY1" fmla="*/ 7022 h 126402"/>
                <a:gd name="connsiteX2" fmla="*/ 60762 w 88296"/>
                <a:gd name="connsiteY2" fmla="*/ 0 h 126402"/>
                <a:gd name="connsiteX3" fmla="*/ 55011 w 88296"/>
                <a:gd name="connsiteY3" fmla="*/ 2554 h 126402"/>
                <a:gd name="connsiteX4" fmla="*/ 1336 w 88296"/>
                <a:gd name="connsiteY4" fmla="*/ 67032 h 126402"/>
                <a:gd name="connsiteX5" fmla="*/ 697 w 88296"/>
                <a:gd name="connsiteY5" fmla="*/ 74054 h 126402"/>
                <a:gd name="connsiteX6" fmla="*/ 6448 w 88296"/>
                <a:gd name="connsiteY6" fmla="*/ 77884 h 126402"/>
                <a:gd name="connsiteX7" fmla="*/ 26257 w 88296"/>
                <a:gd name="connsiteY7" fmla="*/ 77884 h 126402"/>
                <a:gd name="connsiteX8" fmla="*/ 21783 w 88296"/>
                <a:gd name="connsiteY8" fmla="*/ 119380 h 126402"/>
                <a:gd name="connsiteX9" fmla="*/ 25618 w 88296"/>
                <a:gd name="connsiteY9" fmla="*/ 125764 h 126402"/>
                <a:gd name="connsiteX10" fmla="*/ 28173 w 88296"/>
                <a:gd name="connsiteY10" fmla="*/ 126403 h 126402"/>
                <a:gd name="connsiteX11" fmla="*/ 33285 w 88296"/>
                <a:gd name="connsiteY11" fmla="*/ 123849 h 126402"/>
                <a:gd name="connsiteX12" fmla="*/ 86961 w 88296"/>
                <a:gd name="connsiteY12" fmla="*/ 59371 h 126402"/>
                <a:gd name="connsiteX13" fmla="*/ 87600 w 88296"/>
                <a:gd name="connsiteY13" fmla="*/ 52349 h 126402"/>
                <a:gd name="connsiteX14" fmla="*/ 81849 w 88296"/>
                <a:gd name="connsiteY14" fmla="*/ 48518 h 126402"/>
                <a:gd name="connsiteX15" fmla="*/ 62040 w 88296"/>
                <a:gd name="connsiteY15" fmla="*/ 48518 h 126402"/>
                <a:gd name="connsiteX16" fmla="*/ 36480 w 88296"/>
                <a:gd name="connsiteY16" fmla="*/ 98952 h 126402"/>
                <a:gd name="connsiteX17" fmla="*/ 39675 w 88296"/>
                <a:gd name="connsiteY17" fmla="*/ 71500 h 126402"/>
                <a:gd name="connsiteX18" fmla="*/ 33924 w 88296"/>
                <a:gd name="connsiteY18" fmla="*/ 64478 h 126402"/>
                <a:gd name="connsiteX19" fmla="*/ 33285 w 88296"/>
                <a:gd name="connsiteY19" fmla="*/ 64478 h 126402"/>
                <a:gd name="connsiteX20" fmla="*/ 19867 w 88296"/>
                <a:gd name="connsiteY20" fmla="*/ 64478 h 126402"/>
                <a:gd name="connsiteX21" fmla="*/ 51177 w 88296"/>
                <a:gd name="connsiteY21" fmla="*/ 26813 h 126402"/>
                <a:gd name="connsiteX22" fmla="*/ 47982 w 88296"/>
                <a:gd name="connsiteY22" fmla="*/ 54264 h 126402"/>
                <a:gd name="connsiteX23" fmla="*/ 49260 w 88296"/>
                <a:gd name="connsiteY23" fmla="*/ 59371 h 126402"/>
                <a:gd name="connsiteX24" fmla="*/ 53733 w 88296"/>
                <a:gd name="connsiteY24" fmla="*/ 61286 h 126402"/>
                <a:gd name="connsiteX25" fmla="*/ 67152 w 88296"/>
                <a:gd name="connsiteY25" fmla="*/ 61286 h 126402"/>
                <a:gd name="connsiteX26" fmla="*/ 36480 w 88296"/>
                <a:gd name="connsiteY26" fmla="*/ 98952 h 126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8296" h="126402">
                  <a:moveTo>
                    <a:pt x="62040" y="48518"/>
                  </a:moveTo>
                  <a:lnTo>
                    <a:pt x="66513" y="7022"/>
                  </a:lnTo>
                  <a:cubicBezTo>
                    <a:pt x="67152" y="3830"/>
                    <a:pt x="64596" y="638"/>
                    <a:pt x="60762" y="0"/>
                  </a:cubicBezTo>
                  <a:cubicBezTo>
                    <a:pt x="58845" y="0"/>
                    <a:pt x="56289" y="638"/>
                    <a:pt x="55011" y="2554"/>
                  </a:cubicBezTo>
                  <a:lnTo>
                    <a:pt x="1336" y="67032"/>
                  </a:lnTo>
                  <a:cubicBezTo>
                    <a:pt x="58" y="68947"/>
                    <a:pt x="-582" y="71500"/>
                    <a:pt x="697" y="74054"/>
                  </a:cubicBezTo>
                  <a:cubicBezTo>
                    <a:pt x="1974" y="76608"/>
                    <a:pt x="3892" y="77884"/>
                    <a:pt x="6448" y="77884"/>
                  </a:cubicBezTo>
                  <a:lnTo>
                    <a:pt x="26257" y="77884"/>
                  </a:lnTo>
                  <a:lnTo>
                    <a:pt x="21783" y="119380"/>
                  </a:lnTo>
                  <a:cubicBezTo>
                    <a:pt x="21783" y="121934"/>
                    <a:pt x="23062" y="124488"/>
                    <a:pt x="25618" y="125764"/>
                  </a:cubicBezTo>
                  <a:cubicBezTo>
                    <a:pt x="26257" y="126403"/>
                    <a:pt x="27534" y="126403"/>
                    <a:pt x="28173" y="126403"/>
                  </a:cubicBezTo>
                  <a:cubicBezTo>
                    <a:pt x="30090" y="126403"/>
                    <a:pt x="32008" y="125764"/>
                    <a:pt x="33285" y="123849"/>
                  </a:cubicBezTo>
                  <a:lnTo>
                    <a:pt x="86961" y="59371"/>
                  </a:lnTo>
                  <a:cubicBezTo>
                    <a:pt x="88239" y="57456"/>
                    <a:pt x="88877" y="54902"/>
                    <a:pt x="87600" y="52349"/>
                  </a:cubicBezTo>
                  <a:cubicBezTo>
                    <a:pt x="86322" y="49795"/>
                    <a:pt x="84405" y="48518"/>
                    <a:pt x="81849" y="48518"/>
                  </a:cubicBezTo>
                  <a:lnTo>
                    <a:pt x="62040" y="48518"/>
                  </a:lnTo>
                  <a:close/>
                  <a:moveTo>
                    <a:pt x="36480" y="98952"/>
                  </a:moveTo>
                  <a:lnTo>
                    <a:pt x="39675" y="71500"/>
                  </a:lnTo>
                  <a:cubicBezTo>
                    <a:pt x="40314" y="68308"/>
                    <a:pt x="37758" y="65117"/>
                    <a:pt x="33924" y="64478"/>
                  </a:cubicBezTo>
                  <a:cubicBezTo>
                    <a:pt x="33924" y="64478"/>
                    <a:pt x="33285" y="64478"/>
                    <a:pt x="33285" y="64478"/>
                  </a:cubicBezTo>
                  <a:lnTo>
                    <a:pt x="19867" y="64478"/>
                  </a:lnTo>
                  <a:lnTo>
                    <a:pt x="51177" y="26813"/>
                  </a:lnTo>
                  <a:lnTo>
                    <a:pt x="47982" y="54264"/>
                  </a:lnTo>
                  <a:cubicBezTo>
                    <a:pt x="47982" y="56179"/>
                    <a:pt x="48621" y="58094"/>
                    <a:pt x="49260" y="59371"/>
                  </a:cubicBezTo>
                  <a:cubicBezTo>
                    <a:pt x="50538" y="60648"/>
                    <a:pt x="52455" y="61286"/>
                    <a:pt x="53733" y="61286"/>
                  </a:cubicBezTo>
                  <a:lnTo>
                    <a:pt x="67152" y="61286"/>
                  </a:lnTo>
                  <a:lnTo>
                    <a:pt x="36480" y="98952"/>
                  </a:lnTo>
                  <a:close/>
                </a:path>
              </a:pathLst>
            </a:custGeom>
            <a:solidFill>
              <a:srgbClr val="43B02A"/>
            </a:solidFill>
            <a:ln w="6390" cap="flat">
              <a:noFill/>
              <a:prstDash val="solid"/>
              <a:miter/>
            </a:ln>
          </p:spPr>
          <p:txBody>
            <a:bodyPr rtlCol="0" anchor="ctr"/>
            <a:lstStyle/>
            <a:p>
              <a:endParaRPr lang="en-US"/>
            </a:p>
          </p:txBody>
        </p:sp>
      </p:grpSp>
      <p:grpSp>
        <p:nvGrpSpPr>
          <p:cNvPr id="635" name="Graphic 4">
            <a:extLst>
              <a:ext uri="{FF2B5EF4-FFF2-40B4-BE49-F238E27FC236}">
                <a16:creationId xmlns:a16="http://schemas.microsoft.com/office/drawing/2014/main" id="{B6CF6EDB-79F7-A449-9F0C-9E0EEE2D08D9}"/>
              </a:ext>
            </a:extLst>
          </p:cNvPr>
          <p:cNvGrpSpPr/>
          <p:nvPr/>
        </p:nvGrpSpPr>
        <p:grpSpPr>
          <a:xfrm>
            <a:off x="11376267" y="3824168"/>
            <a:ext cx="361670" cy="361971"/>
            <a:chOff x="10325499" y="3824168"/>
            <a:chExt cx="361670" cy="361971"/>
          </a:xfrm>
          <a:solidFill>
            <a:srgbClr val="43B02A"/>
          </a:solidFill>
        </p:grpSpPr>
        <p:sp>
          <p:nvSpPr>
            <p:cNvPr id="636" name="Graphic 4">
              <a:extLst>
                <a:ext uri="{FF2B5EF4-FFF2-40B4-BE49-F238E27FC236}">
                  <a16:creationId xmlns:a16="http://schemas.microsoft.com/office/drawing/2014/main" id="{197F752D-0831-374A-A201-2A0EC589EF08}"/>
                </a:ext>
              </a:extLst>
            </p:cNvPr>
            <p:cNvSpPr/>
            <p:nvPr/>
          </p:nvSpPr>
          <p:spPr>
            <a:xfrm>
              <a:off x="10444352" y="4000365"/>
              <a:ext cx="52397" cy="78522"/>
            </a:xfrm>
            <a:custGeom>
              <a:avLst/>
              <a:gdLst>
                <a:gd name="connsiteX0" fmla="*/ 32589 w 52397"/>
                <a:gd name="connsiteY0" fmla="*/ 35112 h 78522"/>
                <a:gd name="connsiteX1" fmla="*/ 31311 w 52397"/>
                <a:gd name="connsiteY1" fmla="*/ 30005 h 78522"/>
                <a:gd name="connsiteX2" fmla="*/ 34506 w 52397"/>
                <a:gd name="connsiteY2" fmla="*/ 0 h 78522"/>
                <a:gd name="connsiteX3" fmla="*/ 0 w 52397"/>
                <a:gd name="connsiteY3" fmla="*/ 41496 h 78522"/>
                <a:gd name="connsiteX4" fmla="*/ 14697 w 52397"/>
                <a:gd name="connsiteY4" fmla="*/ 41496 h 78522"/>
                <a:gd name="connsiteX5" fmla="*/ 21087 w 52397"/>
                <a:gd name="connsiteY5" fmla="*/ 47880 h 78522"/>
                <a:gd name="connsiteX6" fmla="*/ 21087 w 52397"/>
                <a:gd name="connsiteY6" fmla="*/ 48518 h 78522"/>
                <a:gd name="connsiteX7" fmla="*/ 17892 w 52397"/>
                <a:gd name="connsiteY7" fmla="*/ 78523 h 78522"/>
                <a:gd name="connsiteX8" fmla="*/ 52397 w 52397"/>
                <a:gd name="connsiteY8" fmla="*/ 37027 h 78522"/>
                <a:gd name="connsiteX9" fmla="*/ 37701 w 52397"/>
                <a:gd name="connsiteY9" fmla="*/ 37027 h 78522"/>
                <a:gd name="connsiteX10" fmla="*/ 32589 w 52397"/>
                <a:gd name="connsiteY10" fmla="*/ 35112 h 78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397" h="78522">
                  <a:moveTo>
                    <a:pt x="32589" y="35112"/>
                  </a:moveTo>
                  <a:cubicBezTo>
                    <a:pt x="31311" y="33835"/>
                    <a:pt x="30672" y="31920"/>
                    <a:pt x="31311" y="30005"/>
                  </a:cubicBezTo>
                  <a:lnTo>
                    <a:pt x="34506" y="0"/>
                  </a:lnTo>
                  <a:lnTo>
                    <a:pt x="0" y="41496"/>
                  </a:lnTo>
                  <a:lnTo>
                    <a:pt x="14697" y="41496"/>
                  </a:lnTo>
                  <a:cubicBezTo>
                    <a:pt x="18531" y="41496"/>
                    <a:pt x="21087" y="44050"/>
                    <a:pt x="21087" y="47880"/>
                  </a:cubicBezTo>
                  <a:cubicBezTo>
                    <a:pt x="21087" y="47880"/>
                    <a:pt x="21087" y="48518"/>
                    <a:pt x="21087" y="48518"/>
                  </a:cubicBezTo>
                  <a:lnTo>
                    <a:pt x="17892" y="78523"/>
                  </a:lnTo>
                  <a:lnTo>
                    <a:pt x="52397" y="37027"/>
                  </a:lnTo>
                  <a:lnTo>
                    <a:pt x="37701" y="37027"/>
                  </a:lnTo>
                  <a:cubicBezTo>
                    <a:pt x="35783" y="37666"/>
                    <a:pt x="33867" y="37027"/>
                    <a:pt x="32589" y="35112"/>
                  </a:cubicBezTo>
                  <a:close/>
                </a:path>
              </a:pathLst>
            </a:custGeom>
            <a:solidFill>
              <a:srgbClr val="43B02A"/>
            </a:solidFill>
            <a:ln w="6390" cap="flat">
              <a:noFill/>
              <a:prstDash val="solid"/>
              <a:miter/>
            </a:ln>
          </p:spPr>
          <p:txBody>
            <a:bodyPr rtlCol="0" anchor="ctr"/>
            <a:lstStyle/>
            <a:p>
              <a:endParaRPr lang="en-US"/>
            </a:p>
          </p:txBody>
        </p:sp>
        <p:sp>
          <p:nvSpPr>
            <p:cNvPr id="637" name="Graphic 4">
              <a:extLst>
                <a:ext uri="{FF2B5EF4-FFF2-40B4-BE49-F238E27FC236}">
                  <a16:creationId xmlns:a16="http://schemas.microsoft.com/office/drawing/2014/main" id="{2592A0F1-6A96-FF48-AB45-A98D1952ADEC}"/>
                </a:ext>
              </a:extLst>
            </p:cNvPr>
            <p:cNvSpPr/>
            <p:nvPr/>
          </p:nvSpPr>
          <p:spPr>
            <a:xfrm>
              <a:off x="10325499" y="3824168"/>
              <a:ext cx="361670" cy="361971"/>
            </a:xfrm>
            <a:custGeom>
              <a:avLst/>
              <a:gdLst>
                <a:gd name="connsiteX0" fmla="*/ 180835 w 361670"/>
                <a:gd name="connsiteY0" fmla="*/ 0 h 361971"/>
                <a:gd name="connsiteX1" fmla="*/ 0 w 361670"/>
                <a:gd name="connsiteY1" fmla="*/ 180667 h 361971"/>
                <a:gd name="connsiteX2" fmla="*/ 180835 w 361670"/>
                <a:gd name="connsiteY2" fmla="*/ 361971 h 361971"/>
                <a:gd name="connsiteX3" fmla="*/ 361670 w 361670"/>
                <a:gd name="connsiteY3" fmla="*/ 181305 h 361971"/>
                <a:gd name="connsiteX4" fmla="*/ 361670 w 361670"/>
                <a:gd name="connsiteY4" fmla="*/ 181305 h 361971"/>
                <a:gd name="connsiteX5" fmla="*/ 180835 w 361670"/>
                <a:gd name="connsiteY5" fmla="*/ 0 h 361971"/>
                <a:gd name="connsiteX6" fmla="*/ 189781 w 361670"/>
                <a:gd name="connsiteY6" fmla="*/ 211310 h 361971"/>
                <a:gd name="connsiteX7" fmla="*/ 132910 w 361670"/>
                <a:gd name="connsiteY7" fmla="*/ 279618 h 361971"/>
                <a:gd name="connsiteX8" fmla="*/ 127799 w 361670"/>
                <a:gd name="connsiteY8" fmla="*/ 282172 h 361971"/>
                <a:gd name="connsiteX9" fmla="*/ 125243 w 361670"/>
                <a:gd name="connsiteY9" fmla="*/ 281533 h 361971"/>
                <a:gd name="connsiteX10" fmla="*/ 121409 w 361670"/>
                <a:gd name="connsiteY10" fmla="*/ 275149 h 361971"/>
                <a:gd name="connsiteX11" fmla="*/ 126520 w 361670"/>
                <a:gd name="connsiteY11" fmla="*/ 231100 h 361971"/>
                <a:gd name="connsiteX12" fmla="*/ 104795 w 361670"/>
                <a:gd name="connsiteY12" fmla="*/ 231100 h 361971"/>
                <a:gd name="connsiteX13" fmla="*/ 99044 w 361670"/>
                <a:gd name="connsiteY13" fmla="*/ 227270 h 361971"/>
                <a:gd name="connsiteX14" fmla="*/ 99683 w 361670"/>
                <a:gd name="connsiteY14" fmla="*/ 220247 h 361971"/>
                <a:gd name="connsiteX15" fmla="*/ 156553 w 361670"/>
                <a:gd name="connsiteY15" fmla="*/ 151939 h 361971"/>
                <a:gd name="connsiteX16" fmla="*/ 165500 w 361670"/>
                <a:gd name="connsiteY16" fmla="*/ 151300 h 361971"/>
                <a:gd name="connsiteX17" fmla="*/ 168055 w 361670"/>
                <a:gd name="connsiteY17" fmla="*/ 157046 h 361971"/>
                <a:gd name="connsiteX18" fmla="*/ 162943 w 361670"/>
                <a:gd name="connsiteY18" fmla="*/ 201095 h 361971"/>
                <a:gd name="connsiteX19" fmla="*/ 184030 w 361670"/>
                <a:gd name="connsiteY19" fmla="*/ 201095 h 361971"/>
                <a:gd name="connsiteX20" fmla="*/ 189781 w 361670"/>
                <a:gd name="connsiteY20" fmla="*/ 204926 h 361971"/>
                <a:gd name="connsiteX21" fmla="*/ 189781 w 361670"/>
                <a:gd name="connsiteY21" fmla="*/ 211310 h 361971"/>
                <a:gd name="connsiteX22" fmla="*/ 292020 w 361670"/>
                <a:gd name="connsiteY22" fmla="*/ 212587 h 361971"/>
                <a:gd name="connsiteX23" fmla="*/ 290103 w 361670"/>
                <a:gd name="connsiteY23" fmla="*/ 217055 h 361971"/>
                <a:gd name="connsiteX24" fmla="*/ 280518 w 361670"/>
                <a:gd name="connsiteY24" fmla="*/ 226631 h 361971"/>
                <a:gd name="connsiteX25" fmla="*/ 276045 w 361670"/>
                <a:gd name="connsiteY25" fmla="*/ 228546 h 361971"/>
                <a:gd name="connsiteX26" fmla="*/ 273489 w 361670"/>
                <a:gd name="connsiteY26" fmla="*/ 227908 h 361971"/>
                <a:gd name="connsiteX27" fmla="*/ 249208 w 361670"/>
                <a:gd name="connsiteY27" fmla="*/ 218332 h 361971"/>
                <a:gd name="connsiteX28" fmla="*/ 245374 w 361670"/>
                <a:gd name="connsiteY28" fmla="*/ 212587 h 361971"/>
                <a:gd name="connsiteX29" fmla="*/ 245374 w 361670"/>
                <a:gd name="connsiteY29" fmla="*/ 201734 h 361971"/>
                <a:gd name="connsiteX30" fmla="*/ 229399 w 361670"/>
                <a:gd name="connsiteY30" fmla="*/ 194073 h 361971"/>
                <a:gd name="connsiteX31" fmla="*/ 228759 w 361670"/>
                <a:gd name="connsiteY31" fmla="*/ 193435 h 361971"/>
                <a:gd name="connsiteX32" fmla="*/ 227482 w 361670"/>
                <a:gd name="connsiteY32" fmla="*/ 192158 h 361971"/>
                <a:gd name="connsiteX33" fmla="*/ 212146 w 361670"/>
                <a:gd name="connsiteY33" fmla="*/ 207479 h 361971"/>
                <a:gd name="connsiteX34" fmla="*/ 207673 w 361670"/>
                <a:gd name="connsiteY34" fmla="*/ 209395 h 361971"/>
                <a:gd name="connsiteX35" fmla="*/ 203200 w 361670"/>
                <a:gd name="connsiteY35" fmla="*/ 207479 h 361971"/>
                <a:gd name="connsiteX36" fmla="*/ 203200 w 361670"/>
                <a:gd name="connsiteY36" fmla="*/ 198542 h 361971"/>
                <a:gd name="connsiteX37" fmla="*/ 217897 w 361670"/>
                <a:gd name="connsiteY37" fmla="*/ 183859 h 361971"/>
                <a:gd name="connsiteX38" fmla="*/ 210868 w 361670"/>
                <a:gd name="connsiteY38" fmla="*/ 164068 h 361971"/>
                <a:gd name="connsiteX39" fmla="*/ 223009 w 361670"/>
                <a:gd name="connsiteY39" fmla="*/ 139809 h 361971"/>
                <a:gd name="connsiteX40" fmla="*/ 231954 w 361670"/>
                <a:gd name="connsiteY40" fmla="*/ 141724 h 361971"/>
                <a:gd name="connsiteX41" fmla="*/ 230677 w 361670"/>
                <a:gd name="connsiteY41" fmla="*/ 150024 h 361971"/>
                <a:gd name="connsiteX42" fmla="*/ 223648 w 361670"/>
                <a:gd name="connsiteY42" fmla="*/ 164068 h 361971"/>
                <a:gd name="connsiteX43" fmla="*/ 229399 w 361670"/>
                <a:gd name="connsiteY43" fmla="*/ 178113 h 361971"/>
                <a:gd name="connsiteX44" fmla="*/ 231315 w 361670"/>
                <a:gd name="connsiteY44" fmla="*/ 179390 h 361971"/>
                <a:gd name="connsiteX45" fmla="*/ 232594 w 361670"/>
                <a:gd name="connsiteY45" fmla="*/ 181305 h 361971"/>
                <a:gd name="connsiteX46" fmla="*/ 235149 w 361670"/>
                <a:gd name="connsiteY46" fmla="*/ 183220 h 361971"/>
                <a:gd name="connsiteX47" fmla="*/ 254319 w 361670"/>
                <a:gd name="connsiteY47" fmla="*/ 192796 h 361971"/>
                <a:gd name="connsiteX48" fmla="*/ 258154 w 361670"/>
                <a:gd name="connsiteY48" fmla="*/ 198542 h 361971"/>
                <a:gd name="connsiteX49" fmla="*/ 258154 w 361670"/>
                <a:gd name="connsiteY49" fmla="*/ 208756 h 361971"/>
                <a:gd name="connsiteX50" fmla="*/ 274767 w 361670"/>
                <a:gd name="connsiteY50" fmla="*/ 215140 h 361971"/>
                <a:gd name="connsiteX51" fmla="*/ 279879 w 361670"/>
                <a:gd name="connsiteY51" fmla="*/ 210033 h 361971"/>
                <a:gd name="connsiteX52" fmla="*/ 279879 w 361670"/>
                <a:gd name="connsiteY52" fmla="*/ 125126 h 361971"/>
                <a:gd name="connsiteX53" fmla="*/ 268377 w 361670"/>
                <a:gd name="connsiteY53" fmla="*/ 105974 h 361971"/>
                <a:gd name="connsiteX54" fmla="*/ 265821 w 361670"/>
                <a:gd name="connsiteY54" fmla="*/ 102144 h 361971"/>
                <a:gd name="connsiteX55" fmla="*/ 267099 w 361670"/>
                <a:gd name="connsiteY55" fmla="*/ 97036 h 361971"/>
                <a:gd name="connsiteX56" fmla="*/ 270294 w 361670"/>
                <a:gd name="connsiteY56" fmla="*/ 92568 h 361971"/>
                <a:gd name="connsiteX57" fmla="*/ 230038 w 361670"/>
                <a:gd name="connsiteY57" fmla="*/ 92568 h 361971"/>
                <a:gd name="connsiteX58" fmla="*/ 159748 w 361670"/>
                <a:gd name="connsiteY58" fmla="*/ 123211 h 361971"/>
                <a:gd name="connsiteX59" fmla="*/ 159110 w 361670"/>
                <a:gd name="connsiteY59" fmla="*/ 123849 h 361971"/>
                <a:gd name="connsiteX60" fmla="*/ 155275 w 361670"/>
                <a:gd name="connsiteY60" fmla="*/ 127041 h 361971"/>
                <a:gd name="connsiteX61" fmla="*/ 91376 w 361670"/>
                <a:gd name="connsiteY61" fmla="*/ 155769 h 361971"/>
                <a:gd name="connsiteX62" fmla="*/ 76679 w 361670"/>
                <a:gd name="connsiteY62" fmla="*/ 155769 h 361971"/>
                <a:gd name="connsiteX63" fmla="*/ 70289 w 361670"/>
                <a:gd name="connsiteY63" fmla="*/ 149385 h 361971"/>
                <a:gd name="connsiteX64" fmla="*/ 76679 w 361670"/>
                <a:gd name="connsiteY64" fmla="*/ 143001 h 361971"/>
                <a:gd name="connsiteX65" fmla="*/ 91376 w 361670"/>
                <a:gd name="connsiteY65" fmla="*/ 143001 h 361971"/>
                <a:gd name="connsiteX66" fmla="*/ 146969 w 361670"/>
                <a:gd name="connsiteY66" fmla="*/ 117465 h 361971"/>
                <a:gd name="connsiteX67" fmla="*/ 150802 w 361670"/>
                <a:gd name="connsiteY67" fmla="*/ 114273 h 361971"/>
                <a:gd name="connsiteX68" fmla="*/ 230038 w 361670"/>
                <a:gd name="connsiteY68" fmla="*/ 79800 h 361971"/>
                <a:gd name="connsiteX69" fmla="*/ 282435 w 361670"/>
                <a:gd name="connsiteY69" fmla="*/ 79800 h 361971"/>
                <a:gd name="connsiteX70" fmla="*/ 288186 w 361670"/>
                <a:gd name="connsiteY70" fmla="*/ 82992 h 361971"/>
                <a:gd name="connsiteX71" fmla="*/ 288186 w 361670"/>
                <a:gd name="connsiteY71" fmla="*/ 89376 h 361971"/>
                <a:gd name="connsiteX72" fmla="*/ 281796 w 361670"/>
                <a:gd name="connsiteY72" fmla="*/ 98952 h 361971"/>
                <a:gd name="connsiteX73" fmla="*/ 293937 w 361670"/>
                <a:gd name="connsiteY73" fmla="*/ 124488 h 361971"/>
                <a:gd name="connsiteX74" fmla="*/ 292020 w 361670"/>
                <a:gd name="connsiteY74" fmla="*/ 212587 h 361971"/>
                <a:gd name="connsiteX75" fmla="*/ 251764 w 361670"/>
                <a:gd name="connsiteY75" fmla="*/ 129595 h 361971"/>
                <a:gd name="connsiteX76" fmla="*/ 260709 w 361670"/>
                <a:gd name="connsiteY76" fmla="*/ 129595 h 361971"/>
                <a:gd name="connsiteX77" fmla="*/ 260709 w 361670"/>
                <a:gd name="connsiteY77" fmla="*/ 129595 h 361971"/>
                <a:gd name="connsiteX78" fmla="*/ 270294 w 361670"/>
                <a:gd name="connsiteY78" fmla="*/ 139171 h 361971"/>
                <a:gd name="connsiteX79" fmla="*/ 270294 w 361670"/>
                <a:gd name="connsiteY79" fmla="*/ 148108 h 361971"/>
                <a:gd name="connsiteX80" fmla="*/ 261349 w 361670"/>
                <a:gd name="connsiteY80" fmla="*/ 148108 h 361971"/>
                <a:gd name="connsiteX81" fmla="*/ 251764 w 361670"/>
                <a:gd name="connsiteY81" fmla="*/ 138532 h 361971"/>
                <a:gd name="connsiteX82" fmla="*/ 251764 w 361670"/>
                <a:gd name="connsiteY82" fmla="*/ 129595 h 361971"/>
                <a:gd name="connsiteX83" fmla="*/ 251764 w 361670"/>
                <a:gd name="connsiteY83" fmla="*/ 12959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61670" h="361971">
                  <a:moveTo>
                    <a:pt x="180835" y="0"/>
                  </a:moveTo>
                  <a:cubicBezTo>
                    <a:pt x="80513" y="0"/>
                    <a:pt x="0" y="81076"/>
                    <a:pt x="0" y="180667"/>
                  </a:cubicBezTo>
                  <a:cubicBezTo>
                    <a:pt x="0" y="280895"/>
                    <a:pt x="81152" y="361971"/>
                    <a:pt x="180835" y="361971"/>
                  </a:cubicBezTo>
                  <a:cubicBezTo>
                    <a:pt x="281157" y="361971"/>
                    <a:pt x="361670" y="280895"/>
                    <a:pt x="361670" y="181305"/>
                  </a:cubicBezTo>
                  <a:lnTo>
                    <a:pt x="361670" y="181305"/>
                  </a:lnTo>
                  <a:cubicBezTo>
                    <a:pt x="361670" y="81076"/>
                    <a:pt x="280518" y="0"/>
                    <a:pt x="180835" y="0"/>
                  </a:cubicBezTo>
                  <a:close/>
                  <a:moveTo>
                    <a:pt x="189781" y="211310"/>
                  </a:moveTo>
                  <a:lnTo>
                    <a:pt x="132910" y="279618"/>
                  </a:lnTo>
                  <a:cubicBezTo>
                    <a:pt x="131633" y="280895"/>
                    <a:pt x="129715" y="282172"/>
                    <a:pt x="127799" y="282172"/>
                  </a:cubicBezTo>
                  <a:cubicBezTo>
                    <a:pt x="127160" y="282172"/>
                    <a:pt x="125881" y="282172"/>
                    <a:pt x="125243" y="281533"/>
                  </a:cubicBezTo>
                  <a:cubicBezTo>
                    <a:pt x="122686" y="280257"/>
                    <a:pt x="121409" y="277703"/>
                    <a:pt x="121409" y="275149"/>
                  </a:cubicBezTo>
                  <a:lnTo>
                    <a:pt x="126520" y="231100"/>
                  </a:lnTo>
                  <a:lnTo>
                    <a:pt x="104795" y="231100"/>
                  </a:lnTo>
                  <a:cubicBezTo>
                    <a:pt x="102239" y="231100"/>
                    <a:pt x="100322" y="229823"/>
                    <a:pt x="99044" y="227270"/>
                  </a:cubicBezTo>
                  <a:cubicBezTo>
                    <a:pt x="97766" y="224716"/>
                    <a:pt x="98405" y="222163"/>
                    <a:pt x="99683" y="220247"/>
                  </a:cubicBezTo>
                  <a:lnTo>
                    <a:pt x="156553" y="151939"/>
                  </a:lnTo>
                  <a:cubicBezTo>
                    <a:pt x="159110" y="149385"/>
                    <a:pt x="162943" y="148747"/>
                    <a:pt x="165500" y="151300"/>
                  </a:cubicBezTo>
                  <a:cubicBezTo>
                    <a:pt x="167416" y="152577"/>
                    <a:pt x="168055" y="154492"/>
                    <a:pt x="168055" y="157046"/>
                  </a:cubicBezTo>
                  <a:lnTo>
                    <a:pt x="162943" y="201095"/>
                  </a:lnTo>
                  <a:lnTo>
                    <a:pt x="184030" y="201095"/>
                  </a:lnTo>
                  <a:cubicBezTo>
                    <a:pt x="186586" y="201095"/>
                    <a:pt x="188503" y="202372"/>
                    <a:pt x="189781" y="204926"/>
                  </a:cubicBezTo>
                  <a:cubicBezTo>
                    <a:pt x="191698" y="206841"/>
                    <a:pt x="191698" y="209395"/>
                    <a:pt x="189781" y="211310"/>
                  </a:cubicBezTo>
                  <a:close/>
                  <a:moveTo>
                    <a:pt x="292020" y="212587"/>
                  </a:moveTo>
                  <a:cubicBezTo>
                    <a:pt x="292020" y="214502"/>
                    <a:pt x="291381" y="215779"/>
                    <a:pt x="290103" y="217055"/>
                  </a:cubicBezTo>
                  <a:lnTo>
                    <a:pt x="280518" y="226631"/>
                  </a:lnTo>
                  <a:cubicBezTo>
                    <a:pt x="279240" y="227908"/>
                    <a:pt x="277962" y="228546"/>
                    <a:pt x="276045" y="228546"/>
                  </a:cubicBezTo>
                  <a:cubicBezTo>
                    <a:pt x="275406" y="228546"/>
                    <a:pt x="274128" y="228546"/>
                    <a:pt x="273489" y="227908"/>
                  </a:cubicBezTo>
                  <a:lnTo>
                    <a:pt x="249208" y="218332"/>
                  </a:lnTo>
                  <a:cubicBezTo>
                    <a:pt x="246651" y="217055"/>
                    <a:pt x="245374" y="215140"/>
                    <a:pt x="245374" y="212587"/>
                  </a:cubicBezTo>
                  <a:lnTo>
                    <a:pt x="245374" y="201734"/>
                  </a:lnTo>
                  <a:lnTo>
                    <a:pt x="229399" y="194073"/>
                  </a:lnTo>
                  <a:lnTo>
                    <a:pt x="228759" y="193435"/>
                  </a:lnTo>
                  <a:lnTo>
                    <a:pt x="227482" y="192158"/>
                  </a:lnTo>
                  <a:lnTo>
                    <a:pt x="212146" y="207479"/>
                  </a:lnTo>
                  <a:cubicBezTo>
                    <a:pt x="210868" y="208756"/>
                    <a:pt x="209589" y="209395"/>
                    <a:pt x="207673" y="209395"/>
                  </a:cubicBezTo>
                  <a:cubicBezTo>
                    <a:pt x="205756" y="209395"/>
                    <a:pt x="204478" y="208756"/>
                    <a:pt x="203200" y="207479"/>
                  </a:cubicBezTo>
                  <a:cubicBezTo>
                    <a:pt x="200644" y="204926"/>
                    <a:pt x="200644" y="201095"/>
                    <a:pt x="203200" y="198542"/>
                  </a:cubicBezTo>
                  <a:lnTo>
                    <a:pt x="217897" y="183859"/>
                  </a:lnTo>
                  <a:cubicBezTo>
                    <a:pt x="213424" y="178113"/>
                    <a:pt x="210868" y="171091"/>
                    <a:pt x="210868" y="164068"/>
                  </a:cubicBezTo>
                  <a:cubicBezTo>
                    <a:pt x="210868" y="154492"/>
                    <a:pt x="215979" y="145555"/>
                    <a:pt x="223009" y="139809"/>
                  </a:cubicBezTo>
                  <a:cubicBezTo>
                    <a:pt x="226204" y="137894"/>
                    <a:pt x="230038" y="138532"/>
                    <a:pt x="231954" y="141724"/>
                  </a:cubicBezTo>
                  <a:cubicBezTo>
                    <a:pt x="233872" y="144278"/>
                    <a:pt x="233233" y="148108"/>
                    <a:pt x="230677" y="150024"/>
                  </a:cubicBezTo>
                  <a:cubicBezTo>
                    <a:pt x="226204" y="153854"/>
                    <a:pt x="223648" y="158961"/>
                    <a:pt x="223648" y="164068"/>
                  </a:cubicBezTo>
                  <a:cubicBezTo>
                    <a:pt x="223648" y="169176"/>
                    <a:pt x="225564" y="174283"/>
                    <a:pt x="229399" y="178113"/>
                  </a:cubicBezTo>
                  <a:cubicBezTo>
                    <a:pt x="230038" y="178113"/>
                    <a:pt x="230677" y="178752"/>
                    <a:pt x="231315" y="179390"/>
                  </a:cubicBezTo>
                  <a:cubicBezTo>
                    <a:pt x="231954" y="180028"/>
                    <a:pt x="231954" y="180667"/>
                    <a:pt x="232594" y="181305"/>
                  </a:cubicBezTo>
                  <a:cubicBezTo>
                    <a:pt x="233233" y="181944"/>
                    <a:pt x="234510" y="182582"/>
                    <a:pt x="235149" y="183220"/>
                  </a:cubicBezTo>
                  <a:lnTo>
                    <a:pt x="254319" y="192796"/>
                  </a:lnTo>
                  <a:cubicBezTo>
                    <a:pt x="256236" y="194073"/>
                    <a:pt x="258154" y="195988"/>
                    <a:pt x="258154" y="198542"/>
                  </a:cubicBezTo>
                  <a:lnTo>
                    <a:pt x="258154" y="208756"/>
                  </a:lnTo>
                  <a:lnTo>
                    <a:pt x="274767" y="215140"/>
                  </a:lnTo>
                  <a:lnTo>
                    <a:pt x="279879" y="210033"/>
                  </a:lnTo>
                  <a:lnTo>
                    <a:pt x="279879" y="125126"/>
                  </a:lnTo>
                  <a:cubicBezTo>
                    <a:pt x="278601" y="117465"/>
                    <a:pt x="274767" y="110443"/>
                    <a:pt x="268377" y="105974"/>
                  </a:cubicBezTo>
                  <a:cubicBezTo>
                    <a:pt x="267099" y="105336"/>
                    <a:pt x="265821" y="103420"/>
                    <a:pt x="265821" y="102144"/>
                  </a:cubicBezTo>
                  <a:cubicBezTo>
                    <a:pt x="265182" y="100228"/>
                    <a:pt x="265821" y="98952"/>
                    <a:pt x="267099" y="97036"/>
                  </a:cubicBezTo>
                  <a:lnTo>
                    <a:pt x="270294" y="92568"/>
                  </a:lnTo>
                  <a:lnTo>
                    <a:pt x="230038" y="92568"/>
                  </a:lnTo>
                  <a:cubicBezTo>
                    <a:pt x="203200" y="91929"/>
                    <a:pt x="177640" y="103420"/>
                    <a:pt x="159748" y="123211"/>
                  </a:cubicBezTo>
                  <a:lnTo>
                    <a:pt x="159110" y="123849"/>
                  </a:lnTo>
                  <a:lnTo>
                    <a:pt x="155275" y="127041"/>
                  </a:lnTo>
                  <a:cubicBezTo>
                    <a:pt x="133550" y="146193"/>
                    <a:pt x="122686" y="155769"/>
                    <a:pt x="91376" y="155769"/>
                  </a:cubicBezTo>
                  <a:lnTo>
                    <a:pt x="76679" y="155769"/>
                  </a:lnTo>
                  <a:cubicBezTo>
                    <a:pt x="72845" y="155769"/>
                    <a:pt x="70289" y="153216"/>
                    <a:pt x="70289" y="149385"/>
                  </a:cubicBezTo>
                  <a:cubicBezTo>
                    <a:pt x="70289" y="145555"/>
                    <a:pt x="72845" y="143001"/>
                    <a:pt x="76679" y="143001"/>
                  </a:cubicBezTo>
                  <a:lnTo>
                    <a:pt x="91376" y="143001"/>
                  </a:lnTo>
                  <a:cubicBezTo>
                    <a:pt x="117575" y="143001"/>
                    <a:pt x="125881" y="135979"/>
                    <a:pt x="146969" y="117465"/>
                  </a:cubicBezTo>
                  <a:lnTo>
                    <a:pt x="150802" y="114273"/>
                  </a:lnTo>
                  <a:cubicBezTo>
                    <a:pt x="171250" y="91929"/>
                    <a:pt x="200005" y="79161"/>
                    <a:pt x="230038" y="79800"/>
                  </a:cubicBezTo>
                  <a:lnTo>
                    <a:pt x="282435" y="79800"/>
                  </a:lnTo>
                  <a:cubicBezTo>
                    <a:pt x="284991" y="79800"/>
                    <a:pt x="286908" y="81076"/>
                    <a:pt x="288186" y="82992"/>
                  </a:cubicBezTo>
                  <a:cubicBezTo>
                    <a:pt x="289464" y="84907"/>
                    <a:pt x="289464" y="87460"/>
                    <a:pt x="288186" y="89376"/>
                  </a:cubicBezTo>
                  <a:lnTo>
                    <a:pt x="281796" y="98952"/>
                  </a:lnTo>
                  <a:cubicBezTo>
                    <a:pt x="288825" y="105974"/>
                    <a:pt x="293298" y="114912"/>
                    <a:pt x="293937" y="124488"/>
                  </a:cubicBezTo>
                  <a:lnTo>
                    <a:pt x="292020" y="212587"/>
                  </a:lnTo>
                  <a:close/>
                  <a:moveTo>
                    <a:pt x="251764" y="129595"/>
                  </a:moveTo>
                  <a:cubicBezTo>
                    <a:pt x="254319" y="127041"/>
                    <a:pt x="258154" y="127041"/>
                    <a:pt x="260709" y="129595"/>
                  </a:cubicBezTo>
                  <a:cubicBezTo>
                    <a:pt x="260709" y="129595"/>
                    <a:pt x="260709" y="129595"/>
                    <a:pt x="260709" y="129595"/>
                  </a:cubicBezTo>
                  <a:lnTo>
                    <a:pt x="270294" y="139171"/>
                  </a:lnTo>
                  <a:cubicBezTo>
                    <a:pt x="272850" y="141724"/>
                    <a:pt x="272850" y="145555"/>
                    <a:pt x="270294" y="148108"/>
                  </a:cubicBezTo>
                  <a:cubicBezTo>
                    <a:pt x="267739" y="150662"/>
                    <a:pt x="263904" y="150662"/>
                    <a:pt x="261349" y="148108"/>
                  </a:cubicBezTo>
                  <a:lnTo>
                    <a:pt x="251764" y="138532"/>
                  </a:lnTo>
                  <a:cubicBezTo>
                    <a:pt x="249208" y="136617"/>
                    <a:pt x="249208" y="132787"/>
                    <a:pt x="251764" y="129595"/>
                  </a:cubicBezTo>
                  <a:lnTo>
                    <a:pt x="251764" y="129595"/>
                  </a:lnTo>
                  <a:close/>
                </a:path>
              </a:pathLst>
            </a:custGeom>
            <a:solidFill>
              <a:srgbClr val="43B02A"/>
            </a:solidFill>
            <a:ln w="6390" cap="flat">
              <a:noFill/>
              <a:prstDash val="solid"/>
              <a:miter/>
            </a:ln>
          </p:spPr>
          <p:txBody>
            <a:bodyPr rtlCol="0" anchor="ctr"/>
            <a:lstStyle/>
            <a:p>
              <a:endParaRPr lang="en-US"/>
            </a:p>
          </p:txBody>
        </p:sp>
      </p:grpSp>
      <p:grpSp>
        <p:nvGrpSpPr>
          <p:cNvPr id="638" name="Graphic 4">
            <a:extLst>
              <a:ext uri="{FF2B5EF4-FFF2-40B4-BE49-F238E27FC236}">
                <a16:creationId xmlns:a16="http://schemas.microsoft.com/office/drawing/2014/main" id="{F57CF6F8-5A14-A84C-9A21-ACF116AA0E34}"/>
              </a:ext>
            </a:extLst>
          </p:cNvPr>
          <p:cNvGrpSpPr/>
          <p:nvPr/>
        </p:nvGrpSpPr>
        <p:grpSpPr>
          <a:xfrm>
            <a:off x="10937917" y="3824168"/>
            <a:ext cx="362309" cy="361971"/>
            <a:chOff x="9887149" y="3824168"/>
            <a:chExt cx="362309" cy="361971"/>
          </a:xfrm>
          <a:solidFill>
            <a:srgbClr val="43B02A"/>
          </a:solidFill>
        </p:grpSpPr>
        <p:sp>
          <p:nvSpPr>
            <p:cNvPr id="639" name="Graphic 4">
              <a:extLst>
                <a:ext uri="{FF2B5EF4-FFF2-40B4-BE49-F238E27FC236}">
                  <a16:creationId xmlns:a16="http://schemas.microsoft.com/office/drawing/2014/main" id="{BAC744A9-A6BF-5F4B-A27F-C1B2C9258927}"/>
                </a:ext>
              </a:extLst>
            </p:cNvPr>
            <p:cNvSpPr/>
            <p:nvPr/>
          </p:nvSpPr>
          <p:spPr>
            <a:xfrm>
              <a:off x="9887149" y="3824168"/>
              <a:ext cx="362309" cy="361971"/>
            </a:xfrm>
            <a:custGeom>
              <a:avLst/>
              <a:gdLst>
                <a:gd name="connsiteX0" fmla="*/ 180835 w 362309"/>
                <a:gd name="connsiteY0" fmla="*/ 0 h 361971"/>
                <a:gd name="connsiteX1" fmla="*/ 0 w 362309"/>
                <a:gd name="connsiteY1" fmla="*/ 181305 h 361971"/>
                <a:gd name="connsiteX2" fmla="*/ 181474 w 362309"/>
                <a:gd name="connsiteY2" fmla="*/ 361971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 name="connsiteX11" fmla="*/ 180835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6"/>
                    <a:pt x="0" y="181305"/>
                  </a:cubicBezTo>
                  <a:cubicBezTo>
                    <a:pt x="0" y="281533"/>
                    <a:pt x="81152" y="361971"/>
                    <a:pt x="181474" y="361971"/>
                  </a:cubicBezTo>
                  <a:cubicBezTo>
                    <a:pt x="281157" y="361971"/>
                    <a:pt x="362309" y="280895"/>
                    <a:pt x="362309" y="181305"/>
                  </a:cubicBezTo>
                  <a:cubicBezTo>
                    <a:pt x="362309" y="81076"/>
                    <a:pt x="281157" y="0"/>
                    <a:pt x="180835" y="0"/>
                  </a:cubicBezTo>
                  <a:cubicBezTo>
                    <a:pt x="180835" y="0"/>
                    <a:pt x="180835" y="0"/>
                    <a:pt x="180835" y="0"/>
                  </a:cubicBezTo>
                  <a:close/>
                  <a:moveTo>
                    <a:pt x="180835" y="349204"/>
                  </a:moveTo>
                  <a:cubicBezTo>
                    <a:pt x="87542" y="349204"/>
                    <a:pt x="12780" y="273873"/>
                    <a:pt x="12780" y="180667"/>
                  </a:cubicBezTo>
                  <a:cubicBezTo>
                    <a:pt x="12780" y="87460"/>
                    <a:pt x="88181" y="12768"/>
                    <a:pt x="181474" y="12768"/>
                  </a:cubicBezTo>
                  <a:cubicBezTo>
                    <a:pt x="274128" y="12768"/>
                    <a:pt x="349529" y="88099"/>
                    <a:pt x="349529" y="180667"/>
                  </a:cubicBezTo>
                  <a:cubicBezTo>
                    <a:pt x="349529" y="273873"/>
                    <a:pt x="274128" y="349204"/>
                    <a:pt x="180835" y="349204"/>
                  </a:cubicBezTo>
                  <a:lnTo>
                    <a:pt x="180835" y="349204"/>
                  </a:lnTo>
                  <a:close/>
                </a:path>
              </a:pathLst>
            </a:custGeom>
            <a:solidFill>
              <a:srgbClr val="43B02A"/>
            </a:solidFill>
            <a:ln w="6390" cap="flat">
              <a:noFill/>
              <a:prstDash val="solid"/>
              <a:miter/>
            </a:ln>
          </p:spPr>
          <p:txBody>
            <a:bodyPr rtlCol="0" anchor="ctr"/>
            <a:lstStyle/>
            <a:p>
              <a:endParaRPr lang="en-US"/>
            </a:p>
          </p:txBody>
        </p:sp>
        <p:sp>
          <p:nvSpPr>
            <p:cNvPr id="640" name="Graphic 4">
              <a:extLst>
                <a:ext uri="{FF2B5EF4-FFF2-40B4-BE49-F238E27FC236}">
                  <a16:creationId xmlns:a16="http://schemas.microsoft.com/office/drawing/2014/main" id="{3C44A0E2-1CFC-1342-ABCA-D8E758853E07}"/>
                </a:ext>
              </a:extLst>
            </p:cNvPr>
            <p:cNvSpPr/>
            <p:nvPr/>
          </p:nvSpPr>
          <p:spPr>
            <a:xfrm>
              <a:off x="9955522" y="3903945"/>
              <a:ext cx="221730" cy="149407"/>
            </a:xfrm>
            <a:custGeom>
              <a:avLst/>
              <a:gdLst>
                <a:gd name="connsiteX0" fmla="*/ 217897 w 221730"/>
                <a:gd name="connsiteY0" fmla="*/ 10237 h 149407"/>
                <a:gd name="connsiteX1" fmla="*/ 215980 w 221730"/>
                <a:gd name="connsiteY1" fmla="*/ 1299 h 149407"/>
                <a:gd name="connsiteX2" fmla="*/ 212146 w 221730"/>
                <a:gd name="connsiteY2" fmla="*/ 23 h 149407"/>
                <a:gd name="connsiteX3" fmla="*/ 159748 w 221730"/>
                <a:gd name="connsiteY3" fmla="*/ 23 h 149407"/>
                <a:gd name="connsiteX4" fmla="*/ 80513 w 221730"/>
                <a:gd name="connsiteY4" fmla="*/ 34496 h 149407"/>
                <a:gd name="connsiteX5" fmla="*/ 76679 w 221730"/>
                <a:gd name="connsiteY5" fmla="*/ 37688 h 149407"/>
                <a:gd name="connsiteX6" fmla="*/ 21087 w 221730"/>
                <a:gd name="connsiteY6" fmla="*/ 63224 h 149407"/>
                <a:gd name="connsiteX7" fmla="*/ 6390 w 221730"/>
                <a:gd name="connsiteY7" fmla="*/ 63224 h 149407"/>
                <a:gd name="connsiteX8" fmla="*/ 0 w 221730"/>
                <a:gd name="connsiteY8" fmla="*/ 69608 h 149407"/>
                <a:gd name="connsiteX9" fmla="*/ 6390 w 221730"/>
                <a:gd name="connsiteY9" fmla="*/ 75992 h 149407"/>
                <a:gd name="connsiteX10" fmla="*/ 21087 w 221730"/>
                <a:gd name="connsiteY10" fmla="*/ 75992 h 149407"/>
                <a:gd name="connsiteX11" fmla="*/ 84986 w 221730"/>
                <a:gd name="connsiteY11" fmla="*/ 47264 h 149407"/>
                <a:gd name="connsiteX12" fmla="*/ 88820 w 221730"/>
                <a:gd name="connsiteY12" fmla="*/ 44072 h 149407"/>
                <a:gd name="connsiteX13" fmla="*/ 89459 w 221730"/>
                <a:gd name="connsiteY13" fmla="*/ 43434 h 149407"/>
                <a:gd name="connsiteX14" fmla="*/ 159748 w 221730"/>
                <a:gd name="connsiteY14" fmla="*/ 12791 h 149407"/>
                <a:gd name="connsiteX15" fmla="*/ 200005 w 221730"/>
                <a:gd name="connsiteY15" fmla="*/ 12791 h 149407"/>
                <a:gd name="connsiteX16" fmla="*/ 196810 w 221730"/>
                <a:gd name="connsiteY16" fmla="*/ 17259 h 149407"/>
                <a:gd name="connsiteX17" fmla="*/ 195532 w 221730"/>
                <a:gd name="connsiteY17" fmla="*/ 22367 h 149407"/>
                <a:gd name="connsiteX18" fmla="*/ 198088 w 221730"/>
                <a:gd name="connsiteY18" fmla="*/ 26197 h 149407"/>
                <a:gd name="connsiteX19" fmla="*/ 209590 w 221730"/>
                <a:gd name="connsiteY19" fmla="*/ 45349 h 149407"/>
                <a:gd name="connsiteX20" fmla="*/ 209590 w 221730"/>
                <a:gd name="connsiteY20" fmla="*/ 130895 h 149407"/>
                <a:gd name="connsiteX21" fmla="*/ 204478 w 221730"/>
                <a:gd name="connsiteY21" fmla="*/ 136002 h 149407"/>
                <a:gd name="connsiteX22" fmla="*/ 187864 w 221730"/>
                <a:gd name="connsiteY22" fmla="*/ 129618 h 149407"/>
                <a:gd name="connsiteX23" fmla="*/ 187864 w 221730"/>
                <a:gd name="connsiteY23" fmla="*/ 119403 h 149407"/>
                <a:gd name="connsiteX24" fmla="*/ 184031 w 221730"/>
                <a:gd name="connsiteY24" fmla="*/ 113658 h 149407"/>
                <a:gd name="connsiteX25" fmla="*/ 164861 w 221730"/>
                <a:gd name="connsiteY25" fmla="*/ 104082 h 149407"/>
                <a:gd name="connsiteX26" fmla="*/ 162305 w 221730"/>
                <a:gd name="connsiteY26" fmla="*/ 102167 h 149407"/>
                <a:gd name="connsiteX27" fmla="*/ 161026 w 221730"/>
                <a:gd name="connsiteY27" fmla="*/ 100251 h 149407"/>
                <a:gd name="connsiteX28" fmla="*/ 159110 w 221730"/>
                <a:gd name="connsiteY28" fmla="*/ 98975 h 149407"/>
                <a:gd name="connsiteX29" fmla="*/ 153358 w 221730"/>
                <a:gd name="connsiteY29" fmla="*/ 84930 h 149407"/>
                <a:gd name="connsiteX30" fmla="*/ 160387 w 221730"/>
                <a:gd name="connsiteY30" fmla="*/ 70885 h 149407"/>
                <a:gd name="connsiteX31" fmla="*/ 162305 w 221730"/>
                <a:gd name="connsiteY31" fmla="*/ 61947 h 149407"/>
                <a:gd name="connsiteX32" fmla="*/ 153358 w 221730"/>
                <a:gd name="connsiteY32" fmla="*/ 60032 h 149407"/>
                <a:gd name="connsiteX33" fmla="*/ 152720 w 221730"/>
                <a:gd name="connsiteY33" fmla="*/ 60671 h 149407"/>
                <a:gd name="connsiteX34" fmla="*/ 140579 w 221730"/>
                <a:gd name="connsiteY34" fmla="*/ 84930 h 149407"/>
                <a:gd name="connsiteX35" fmla="*/ 147607 w 221730"/>
                <a:gd name="connsiteY35" fmla="*/ 104720 h 149407"/>
                <a:gd name="connsiteX36" fmla="*/ 132911 w 221730"/>
                <a:gd name="connsiteY36" fmla="*/ 119403 h 149407"/>
                <a:gd name="connsiteX37" fmla="*/ 132911 w 221730"/>
                <a:gd name="connsiteY37" fmla="*/ 128341 h 149407"/>
                <a:gd name="connsiteX38" fmla="*/ 141856 w 221730"/>
                <a:gd name="connsiteY38" fmla="*/ 128341 h 149407"/>
                <a:gd name="connsiteX39" fmla="*/ 141856 w 221730"/>
                <a:gd name="connsiteY39" fmla="*/ 128341 h 149407"/>
                <a:gd name="connsiteX40" fmla="*/ 157192 w 221730"/>
                <a:gd name="connsiteY40" fmla="*/ 113019 h 149407"/>
                <a:gd name="connsiteX41" fmla="*/ 158471 w 221730"/>
                <a:gd name="connsiteY41" fmla="*/ 114296 h 149407"/>
                <a:gd name="connsiteX42" fmla="*/ 159110 w 221730"/>
                <a:gd name="connsiteY42" fmla="*/ 114935 h 149407"/>
                <a:gd name="connsiteX43" fmla="*/ 175084 w 221730"/>
                <a:gd name="connsiteY43" fmla="*/ 122595 h 149407"/>
                <a:gd name="connsiteX44" fmla="*/ 175084 w 221730"/>
                <a:gd name="connsiteY44" fmla="*/ 133448 h 149407"/>
                <a:gd name="connsiteX45" fmla="*/ 178918 w 221730"/>
                <a:gd name="connsiteY45" fmla="*/ 139194 h 149407"/>
                <a:gd name="connsiteX46" fmla="*/ 203200 w 221730"/>
                <a:gd name="connsiteY46" fmla="*/ 148770 h 149407"/>
                <a:gd name="connsiteX47" fmla="*/ 205756 w 221730"/>
                <a:gd name="connsiteY47" fmla="*/ 149408 h 149407"/>
                <a:gd name="connsiteX48" fmla="*/ 210229 w 221730"/>
                <a:gd name="connsiteY48" fmla="*/ 147493 h 149407"/>
                <a:gd name="connsiteX49" fmla="*/ 219814 w 221730"/>
                <a:gd name="connsiteY49" fmla="*/ 137917 h 149407"/>
                <a:gd name="connsiteX50" fmla="*/ 221731 w 221730"/>
                <a:gd name="connsiteY50" fmla="*/ 133448 h 149407"/>
                <a:gd name="connsiteX51" fmla="*/ 221731 w 221730"/>
                <a:gd name="connsiteY51" fmla="*/ 45349 h 149407"/>
                <a:gd name="connsiteX52" fmla="*/ 208951 w 221730"/>
                <a:gd name="connsiteY52" fmla="*/ 19813 h 149407"/>
                <a:gd name="connsiteX53" fmla="*/ 217897 w 221730"/>
                <a:gd name="connsiteY53" fmla="*/ 10237 h 149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21730" h="149407">
                  <a:moveTo>
                    <a:pt x="217897" y="10237"/>
                  </a:moveTo>
                  <a:cubicBezTo>
                    <a:pt x="219814" y="7045"/>
                    <a:pt x="219175" y="3215"/>
                    <a:pt x="215980" y="1299"/>
                  </a:cubicBezTo>
                  <a:cubicBezTo>
                    <a:pt x="214702" y="661"/>
                    <a:pt x="213424" y="23"/>
                    <a:pt x="212146" y="23"/>
                  </a:cubicBezTo>
                  <a:lnTo>
                    <a:pt x="159748" y="23"/>
                  </a:lnTo>
                  <a:cubicBezTo>
                    <a:pt x="129716" y="-616"/>
                    <a:pt x="100322" y="12152"/>
                    <a:pt x="80513" y="34496"/>
                  </a:cubicBezTo>
                  <a:lnTo>
                    <a:pt x="76679" y="37688"/>
                  </a:lnTo>
                  <a:cubicBezTo>
                    <a:pt x="55592" y="56202"/>
                    <a:pt x="47286" y="63224"/>
                    <a:pt x="21087" y="63224"/>
                  </a:cubicBezTo>
                  <a:lnTo>
                    <a:pt x="6390" y="63224"/>
                  </a:lnTo>
                  <a:cubicBezTo>
                    <a:pt x="2556" y="63224"/>
                    <a:pt x="0" y="65778"/>
                    <a:pt x="0" y="69608"/>
                  </a:cubicBezTo>
                  <a:cubicBezTo>
                    <a:pt x="0" y="73439"/>
                    <a:pt x="2556" y="75992"/>
                    <a:pt x="6390" y="75992"/>
                  </a:cubicBezTo>
                  <a:lnTo>
                    <a:pt x="21087" y="75992"/>
                  </a:lnTo>
                  <a:cubicBezTo>
                    <a:pt x="52397" y="75992"/>
                    <a:pt x="63261" y="66416"/>
                    <a:pt x="84986" y="47264"/>
                  </a:cubicBezTo>
                  <a:lnTo>
                    <a:pt x="88820" y="44072"/>
                  </a:lnTo>
                  <a:cubicBezTo>
                    <a:pt x="88820" y="44072"/>
                    <a:pt x="89459" y="44072"/>
                    <a:pt x="89459" y="43434"/>
                  </a:cubicBezTo>
                  <a:cubicBezTo>
                    <a:pt x="107351" y="23643"/>
                    <a:pt x="132911" y="12152"/>
                    <a:pt x="159748" y="12791"/>
                  </a:cubicBezTo>
                  <a:lnTo>
                    <a:pt x="200005" y="12791"/>
                  </a:lnTo>
                  <a:lnTo>
                    <a:pt x="196810" y="17259"/>
                  </a:lnTo>
                  <a:cubicBezTo>
                    <a:pt x="195532" y="18536"/>
                    <a:pt x="195532" y="20451"/>
                    <a:pt x="195532" y="22367"/>
                  </a:cubicBezTo>
                  <a:cubicBezTo>
                    <a:pt x="196171" y="24282"/>
                    <a:pt x="196810" y="25559"/>
                    <a:pt x="198088" y="26197"/>
                  </a:cubicBezTo>
                  <a:cubicBezTo>
                    <a:pt x="204478" y="30666"/>
                    <a:pt x="208951" y="37688"/>
                    <a:pt x="209590" y="45349"/>
                  </a:cubicBezTo>
                  <a:lnTo>
                    <a:pt x="209590" y="130895"/>
                  </a:lnTo>
                  <a:lnTo>
                    <a:pt x="204478" y="136002"/>
                  </a:lnTo>
                  <a:lnTo>
                    <a:pt x="187864" y="129618"/>
                  </a:lnTo>
                  <a:lnTo>
                    <a:pt x="187864" y="119403"/>
                  </a:lnTo>
                  <a:cubicBezTo>
                    <a:pt x="187864" y="116850"/>
                    <a:pt x="186586" y="114935"/>
                    <a:pt x="184031" y="113658"/>
                  </a:cubicBezTo>
                  <a:lnTo>
                    <a:pt x="164861" y="104082"/>
                  </a:lnTo>
                  <a:cubicBezTo>
                    <a:pt x="164221" y="103443"/>
                    <a:pt x="162943" y="102805"/>
                    <a:pt x="162305" y="102167"/>
                  </a:cubicBezTo>
                  <a:cubicBezTo>
                    <a:pt x="162305" y="101528"/>
                    <a:pt x="161666" y="100890"/>
                    <a:pt x="161026" y="100251"/>
                  </a:cubicBezTo>
                  <a:cubicBezTo>
                    <a:pt x="160387" y="99613"/>
                    <a:pt x="159748" y="98975"/>
                    <a:pt x="159110" y="98975"/>
                  </a:cubicBezTo>
                  <a:cubicBezTo>
                    <a:pt x="155276" y="95144"/>
                    <a:pt x="153358" y="90037"/>
                    <a:pt x="153358" y="84930"/>
                  </a:cubicBezTo>
                  <a:cubicBezTo>
                    <a:pt x="153358" y="79184"/>
                    <a:pt x="156553" y="74077"/>
                    <a:pt x="160387" y="70885"/>
                  </a:cubicBezTo>
                  <a:cubicBezTo>
                    <a:pt x="163582" y="68970"/>
                    <a:pt x="164221" y="65139"/>
                    <a:pt x="162305" y="61947"/>
                  </a:cubicBezTo>
                  <a:cubicBezTo>
                    <a:pt x="160387" y="58755"/>
                    <a:pt x="156553" y="58117"/>
                    <a:pt x="153358" y="60032"/>
                  </a:cubicBezTo>
                  <a:cubicBezTo>
                    <a:pt x="153358" y="60032"/>
                    <a:pt x="152720" y="60671"/>
                    <a:pt x="152720" y="60671"/>
                  </a:cubicBezTo>
                  <a:cubicBezTo>
                    <a:pt x="145051" y="66416"/>
                    <a:pt x="140579" y="75354"/>
                    <a:pt x="140579" y="84930"/>
                  </a:cubicBezTo>
                  <a:cubicBezTo>
                    <a:pt x="140579" y="91952"/>
                    <a:pt x="143135" y="98975"/>
                    <a:pt x="147607" y="104720"/>
                  </a:cubicBezTo>
                  <a:lnTo>
                    <a:pt x="132911" y="119403"/>
                  </a:lnTo>
                  <a:cubicBezTo>
                    <a:pt x="130355" y="121957"/>
                    <a:pt x="130355" y="125787"/>
                    <a:pt x="132911" y="128341"/>
                  </a:cubicBezTo>
                  <a:cubicBezTo>
                    <a:pt x="135466" y="130895"/>
                    <a:pt x="139301" y="130895"/>
                    <a:pt x="141856" y="128341"/>
                  </a:cubicBezTo>
                  <a:cubicBezTo>
                    <a:pt x="141856" y="128341"/>
                    <a:pt x="141856" y="128341"/>
                    <a:pt x="141856" y="128341"/>
                  </a:cubicBezTo>
                  <a:lnTo>
                    <a:pt x="157192" y="113019"/>
                  </a:lnTo>
                  <a:lnTo>
                    <a:pt x="158471" y="114296"/>
                  </a:lnTo>
                  <a:lnTo>
                    <a:pt x="159110" y="114935"/>
                  </a:lnTo>
                  <a:lnTo>
                    <a:pt x="175084" y="122595"/>
                  </a:lnTo>
                  <a:lnTo>
                    <a:pt x="175084" y="133448"/>
                  </a:lnTo>
                  <a:cubicBezTo>
                    <a:pt x="175084" y="136002"/>
                    <a:pt x="176362" y="138555"/>
                    <a:pt x="178918" y="139194"/>
                  </a:cubicBezTo>
                  <a:lnTo>
                    <a:pt x="203200" y="148770"/>
                  </a:lnTo>
                  <a:cubicBezTo>
                    <a:pt x="203839" y="148770"/>
                    <a:pt x="204478" y="149408"/>
                    <a:pt x="205756" y="149408"/>
                  </a:cubicBezTo>
                  <a:cubicBezTo>
                    <a:pt x="207673" y="149408"/>
                    <a:pt x="208951" y="148770"/>
                    <a:pt x="210229" y="147493"/>
                  </a:cubicBezTo>
                  <a:lnTo>
                    <a:pt x="219814" y="137917"/>
                  </a:lnTo>
                  <a:cubicBezTo>
                    <a:pt x="221092" y="136640"/>
                    <a:pt x="221731" y="135363"/>
                    <a:pt x="221731" y="133448"/>
                  </a:cubicBezTo>
                  <a:lnTo>
                    <a:pt x="221731" y="45349"/>
                  </a:lnTo>
                  <a:cubicBezTo>
                    <a:pt x="220453" y="35773"/>
                    <a:pt x="215980" y="26197"/>
                    <a:pt x="208951" y="19813"/>
                  </a:cubicBezTo>
                  <a:lnTo>
                    <a:pt x="217897" y="10237"/>
                  </a:lnTo>
                  <a:close/>
                </a:path>
              </a:pathLst>
            </a:custGeom>
            <a:solidFill>
              <a:srgbClr val="43B02A"/>
            </a:solidFill>
            <a:ln w="6390" cap="flat">
              <a:noFill/>
              <a:prstDash val="solid"/>
              <a:miter/>
            </a:ln>
          </p:spPr>
          <p:txBody>
            <a:bodyPr rtlCol="0" anchor="ctr"/>
            <a:lstStyle/>
            <a:p>
              <a:endParaRPr lang="en-US"/>
            </a:p>
          </p:txBody>
        </p:sp>
        <p:sp>
          <p:nvSpPr>
            <p:cNvPr id="641" name="Graphic 4">
              <a:extLst>
                <a:ext uri="{FF2B5EF4-FFF2-40B4-BE49-F238E27FC236}">
                  <a16:creationId xmlns:a16="http://schemas.microsoft.com/office/drawing/2014/main" id="{3870B168-D785-944F-9963-B143CBFBED25}"/>
                </a:ext>
              </a:extLst>
            </p:cNvPr>
            <p:cNvSpPr/>
            <p:nvPr/>
          </p:nvSpPr>
          <p:spPr>
            <a:xfrm>
              <a:off x="10138114" y="3952775"/>
              <a:ext cx="21885" cy="22054"/>
            </a:xfrm>
            <a:custGeom>
              <a:avLst/>
              <a:gdLst>
                <a:gd name="connsiteX0" fmla="*/ 15496 w 21885"/>
                <a:gd name="connsiteY0" fmla="*/ 22054 h 22054"/>
                <a:gd name="connsiteX1" fmla="*/ 19968 w 21885"/>
                <a:gd name="connsiteY1" fmla="*/ 20139 h 22054"/>
                <a:gd name="connsiteX2" fmla="*/ 19968 w 21885"/>
                <a:gd name="connsiteY2" fmla="*/ 11201 h 22054"/>
                <a:gd name="connsiteX3" fmla="*/ 10383 w 21885"/>
                <a:gd name="connsiteY3" fmla="*/ 1625 h 22054"/>
                <a:gd name="connsiteX4" fmla="*/ 1438 w 21885"/>
                <a:gd name="connsiteY4" fmla="*/ 2264 h 22054"/>
                <a:gd name="connsiteX5" fmla="*/ 1438 w 21885"/>
                <a:gd name="connsiteY5" fmla="*/ 10563 h 22054"/>
                <a:gd name="connsiteX6" fmla="*/ 11023 w 21885"/>
                <a:gd name="connsiteY6" fmla="*/ 20139 h 22054"/>
                <a:gd name="connsiteX7" fmla="*/ 15496 w 21885"/>
                <a:gd name="connsiteY7" fmla="*/ 22054 h 22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885" h="22054">
                  <a:moveTo>
                    <a:pt x="15496" y="22054"/>
                  </a:moveTo>
                  <a:cubicBezTo>
                    <a:pt x="17413" y="22054"/>
                    <a:pt x="18690" y="21416"/>
                    <a:pt x="19968" y="20139"/>
                  </a:cubicBezTo>
                  <a:cubicBezTo>
                    <a:pt x="22524" y="17585"/>
                    <a:pt x="22524" y="13755"/>
                    <a:pt x="19968" y="11201"/>
                  </a:cubicBezTo>
                  <a:lnTo>
                    <a:pt x="10383" y="1625"/>
                  </a:lnTo>
                  <a:cubicBezTo>
                    <a:pt x="7828" y="-928"/>
                    <a:pt x="3354" y="-290"/>
                    <a:pt x="1438" y="2264"/>
                  </a:cubicBezTo>
                  <a:cubicBezTo>
                    <a:pt x="-479" y="4817"/>
                    <a:pt x="-479" y="8009"/>
                    <a:pt x="1438" y="10563"/>
                  </a:cubicBezTo>
                  <a:lnTo>
                    <a:pt x="11023" y="20139"/>
                  </a:lnTo>
                  <a:cubicBezTo>
                    <a:pt x="12301" y="21416"/>
                    <a:pt x="13578" y="22054"/>
                    <a:pt x="15496" y="22054"/>
                  </a:cubicBezTo>
                  <a:close/>
                </a:path>
              </a:pathLst>
            </a:custGeom>
            <a:solidFill>
              <a:srgbClr val="43B02A"/>
            </a:solidFill>
            <a:ln w="6390" cap="flat">
              <a:noFill/>
              <a:prstDash val="solid"/>
              <a:miter/>
            </a:ln>
          </p:spPr>
          <p:txBody>
            <a:bodyPr rtlCol="0" anchor="ctr"/>
            <a:lstStyle/>
            <a:p>
              <a:endParaRPr lang="en-US"/>
            </a:p>
          </p:txBody>
        </p:sp>
        <p:sp>
          <p:nvSpPr>
            <p:cNvPr id="642" name="Graphic 4">
              <a:extLst>
                <a:ext uri="{FF2B5EF4-FFF2-40B4-BE49-F238E27FC236}">
                  <a16:creationId xmlns:a16="http://schemas.microsoft.com/office/drawing/2014/main" id="{32B63531-238C-F640-8010-7F32CCBFE884}"/>
                </a:ext>
              </a:extLst>
            </p:cNvPr>
            <p:cNvSpPr/>
            <p:nvPr/>
          </p:nvSpPr>
          <p:spPr>
            <a:xfrm>
              <a:off x="9986136" y="3974191"/>
              <a:ext cx="92130" cy="132786"/>
            </a:xfrm>
            <a:custGeom>
              <a:avLst/>
              <a:gdLst>
                <a:gd name="connsiteX0" fmla="*/ 86322 w 92130"/>
                <a:gd name="connsiteY0" fmla="*/ 51072 h 132786"/>
                <a:gd name="connsiteX1" fmla="*/ 65235 w 92130"/>
                <a:gd name="connsiteY1" fmla="*/ 51072 h 132786"/>
                <a:gd name="connsiteX2" fmla="*/ 70347 w 92130"/>
                <a:gd name="connsiteY2" fmla="*/ 7022 h 132786"/>
                <a:gd name="connsiteX3" fmla="*/ 64596 w 92130"/>
                <a:gd name="connsiteY3" fmla="*/ 0 h 132786"/>
                <a:gd name="connsiteX4" fmla="*/ 58845 w 92130"/>
                <a:gd name="connsiteY4" fmla="*/ 2553 h 132786"/>
                <a:gd name="connsiteX5" fmla="*/ 1336 w 92130"/>
                <a:gd name="connsiteY5" fmla="*/ 70862 h 132786"/>
                <a:gd name="connsiteX6" fmla="*/ 697 w 92130"/>
                <a:gd name="connsiteY6" fmla="*/ 77884 h 132786"/>
                <a:gd name="connsiteX7" fmla="*/ 6448 w 92130"/>
                <a:gd name="connsiteY7" fmla="*/ 81715 h 132786"/>
                <a:gd name="connsiteX8" fmla="*/ 27534 w 92130"/>
                <a:gd name="connsiteY8" fmla="*/ 81715 h 132786"/>
                <a:gd name="connsiteX9" fmla="*/ 22423 w 92130"/>
                <a:gd name="connsiteY9" fmla="*/ 125764 h 132786"/>
                <a:gd name="connsiteX10" fmla="*/ 26257 w 92130"/>
                <a:gd name="connsiteY10" fmla="*/ 132148 h 132786"/>
                <a:gd name="connsiteX11" fmla="*/ 28813 w 92130"/>
                <a:gd name="connsiteY11" fmla="*/ 132787 h 132786"/>
                <a:gd name="connsiteX12" fmla="*/ 33924 w 92130"/>
                <a:gd name="connsiteY12" fmla="*/ 130233 h 132786"/>
                <a:gd name="connsiteX13" fmla="*/ 90795 w 92130"/>
                <a:gd name="connsiteY13" fmla="*/ 61924 h 132786"/>
                <a:gd name="connsiteX14" fmla="*/ 91434 w 92130"/>
                <a:gd name="connsiteY14" fmla="*/ 54902 h 132786"/>
                <a:gd name="connsiteX15" fmla="*/ 86322 w 92130"/>
                <a:gd name="connsiteY15" fmla="*/ 51072 h 132786"/>
                <a:gd name="connsiteX16" fmla="*/ 37758 w 92130"/>
                <a:gd name="connsiteY16" fmla="*/ 105336 h 132786"/>
                <a:gd name="connsiteX17" fmla="*/ 40953 w 92130"/>
                <a:gd name="connsiteY17" fmla="*/ 75331 h 132786"/>
                <a:gd name="connsiteX18" fmla="*/ 35203 w 92130"/>
                <a:gd name="connsiteY18" fmla="*/ 68308 h 132786"/>
                <a:gd name="connsiteX19" fmla="*/ 34563 w 92130"/>
                <a:gd name="connsiteY19" fmla="*/ 68308 h 132786"/>
                <a:gd name="connsiteX20" fmla="*/ 19867 w 92130"/>
                <a:gd name="connsiteY20" fmla="*/ 68308 h 132786"/>
                <a:gd name="connsiteX21" fmla="*/ 54372 w 92130"/>
                <a:gd name="connsiteY21" fmla="*/ 26812 h 132786"/>
                <a:gd name="connsiteX22" fmla="*/ 51177 w 92130"/>
                <a:gd name="connsiteY22" fmla="*/ 56817 h 132786"/>
                <a:gd name="connsiteX23" fmla="*/ 56928 w 92130"/>
                <a:gd name="connsiteY23" fmla="*/ 63840 h 132786"/>
                <a:gd name="connsiteX24" fmla="*/ 57567 w 92130"/>
                <a:gd name="connsiteY24" fmla="*/ 63840 h 132786"/>
                <a:gd name="connsiteX25" fmla="*/ 72264 w 92130"/>
                <a:gd name="connsiteY25" fmla="*/ 63840 h 132786"/>
                <a:gd name="connsiteX26" fmla="*/ 37758 w 92130"/>
                <a:gd name="connsiteY26" fmla="*/ 105336 h 132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2130" h="132786">
                  <a:moveTo>
                    <a:pt x="86322" y="51072"/>
                  </a:moveTo>
                  <a:lnTo>
                    <a:pt x="65235" y="51072"/>
                  </a:lnTo>
                  <a:lnTo>
                    <a:pt x="70347" y="7022"/>
                  </a:lnTo>
                  <a:cubicBezTo>
                    <a:pt x="70986" y="3830"/>
                    <a:pt x="68430" y="638"/>
                    <a:pt x="64596" y="0"/>
                  </a:cubicBezTo>
                  <a:cubicBezTo>
                    <a:pt x="62679" y="0"/>
                    <a:pt x="60123" y="638"/>
                    <a:pt x="58845" y="2553"/>
                  </a:cubicBezTo>
                  <a:lnTo>
                    <a:pt x="1336" y="70862"/>
                  </a:lnTo>
                  <a:cubicBezTo>
                    <a:pt x="58" y="72777"/>
                    <a:pt x="-582" y="75331"/>
                    <a:pt x="697" y="77884"/>
                  </a:cubicBezTo>
                  <a:cubicBezTo>
                    <a:pt x="1974" y="80438"/>
                    <a:pt x="3892" y="81715"/>
                    <a:pt x="6448" y="81715"/>
                  </a:cubicBezTo>
                  <a:lnTo>
                    <a:pt x="27534" y="81715"/>
                  </a:lnTo>
                  <a:lnTo>
                    <a:pt x="22423" y="125764"/>
                  </a:lnTo>
                  <a:cubicBezTo>
                    <a:pt x="22423" y="128318"/>
                    <a:pt x="23700" y="130872"/>
                    <a:pt x="26257" y="132148"/>
                  </a:cubicBezTo>
                  <a:cubicBezTo>
                    <a:pt x="26895" y="132787"/>
                    <a:pt x="28173" y="132787"/>
                    <a:pt x="28813" y="132787"/>
                  </a:cubicBezTo>
                  <a:cubicBezTo>
                    <a:pt x="30729" y="132787"/>
                    <a:pt x="32646" y="132148"/>
                    <a:pt x="33924" y="130233"/>
                  </a:cubicBezTo>
                  <a:lnTo>
                    <a:pt x="90795" y="61924"/>
                  </a:lnTo>
                  <a:cubicBezTo>
                    <a:pt x="92072" y="60009"/>
                    <a:pt x="92712" y="57456"/>
                    <a:pt x="91434" y="54902"/>
                  </a:cubicBezTo>
                  <a:cubicBezTo>
                    <a:pt x="90795" y="52348"/>
                    <a:pt x="88877" y="51072"/>
                    <a:pt x="86322" y="51072"/>
                  </a:cubicBezTo>
                  <a:close/>
                  <a:moveTo>
                    <a:pt x="37758" y="105336"/>
                  </a:moveTo>
                  <a:lnTo>
                    <a:pt x="40953" y="75331"/>
                  </a:lnTo>
                  <a:cubicBezTo>
                    <a:pt x="41593" y="72139"/>
                    <a:pt x="39036" y="68947"/>
                    <a:pt x="35203" y="68308"/>
                  </a:cubicBezTo>
                  <a:cubicBezTo>
                    <a:pt x="35203" y="68308"/>
                    <a:pt x="34563" y="68308"/>
                    <a:pt x="34563" y="68308"/>
                  </a:cubicBezTo>
                  <a:lnTo>
                    <a:pt x="19867" y="68308"/>
                  </a:lnTo>
                  <a:lnTo>
                    <a:pt x="54372" y="26812"/>
                  </a:lnTo>
                  <a:lnTo>
                    <a:pt x="51177" y="56817"/>
                  </a:lnTo>
                  <a:cubicBezTo>
                    <a:pt x="50538" y="60009"/>
                    <a:pt x="53094" y="63201"/>
                    <a:pt x="56928" y="63840"/>
                  </a:cubicBezTo>
                  <a:cubicBezTo>
                    <a:pt x="56928" y="63840"/>
                    <a:pt x="57567" y="63840"/>
                    <a:pt x="57567" y="63840"/>
                  </a:cubicBezTo>
                  <a:lnTo>
                    <a:pt x="72264" y="63840"/>
                  </a:lnTo>
                  <a:lnTo>
                    <a:pt x="37758" y="105336"/>
                  </a:lnTo>
                  <a:close/>
                </a:path>
              </a:pathLst>
            </a:custGeom>
            <a:solidFill>
              <a:srgbClr val="43B02A"/>
            </a:solidFill>
            <a:ln w="6390" cap="flat">
              <a:noFill/>
              <a:prstDash val="solid"/>
              <a:miter/>
            </a:ln>
          </p:spPr>
          <p:txBody>
            <a:bodyPr rtlCol="0" anchor="ctr"/>
            <a:lstStyle/>
            <a:p>
              <a:endParaRPr lang="en-US"/>
            </a:p>
          </p:txBody>
        </p:sp>
      </p:grpSp>
      <p:grpSp>
        <p:nvGrpSpPr>
          <p:cNvPr id="643" name="Graphic 4">
            <a:extLst>
              <a:ext uri="{FF2B5EF4-FFF2-40B4-BE49-F238E27FC236}">
                <a16:creationId xmlns:a16="http://schemas.microsoft.com/office/drawing/2014/main" id="{3C6DEFBF-0AF3-A345-B363-164D099313F9}"/>
              </a:ext>
            </a:extLst>
          </p:cNvPr>
          <p:cNvGrpSpPr/>
          <p:nvPr/>
        </p:nvGrpSpPr>
        <p:grpSpPr>
          <a:xfrm>
            <a:off x="9891245" y="1893013"/>
            <a:ext cx="362312" cy="361971"/>
            <a:chOff x="8840477" y="1893013"/>
            <a:chExt cx="362312" cy="361971"/>
          </a:xfrm>
          <a:solidFill>
            <a:srgbClr val="43B02A"/>
          </a:solidFill>
        </p:grpSpPr>
        <p:sp>
          <p:nvSpPr>
            <p:cNvPr id="644" name="Graphic 4">
              <a:extLst>
                <a:ext uri="{FF2B5EF4-FFF2-40B4-BE49-F238E27FC236}">
                  <a16:creationId xmlns:a16="http://schemas.microsoft.com/office/drawing/2014/main" id="{17C6F51B-9529-1F4B-A091-90156CF77388}"/>
                </a:ext>
              </a:extLst>
            </p:cNvPr>
            <p:cNvSpPr/>
            <p:nvPr/>
          </p:nvSpPr>
          <p:spPr>
            <a:xfrm>
              <a:off x="8840477" y="189301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9204"/>
                    <a:pt x="181474" y="349204"/>
                  </a:cubicBezTo>
                  <a:close/>
                </a:path>
              </a:pathLst>
            </a:custGeom>
            <a:solidFill>
              <a:srgbClr val="43B02A"/>
            </a:solidFill>
            <a:ln w="6390" cap="flat">
              <a:noFill/>
              <a:prstDash val="solid"/>
              <a:miter/>
            </a:ln>
          </p:spPr>
          <p:txBody>
            <a:bodyPr rtlCol="0" anchor="ctr"/>
            <a:lstStyle/>
            <a:p>
              <a:endParaRPr lang="en-US"/>
            </a:p>
          </p:txBody>
        </p:sp>
        <p:sp>
          <p:nvSpPr>
            <p:cNvPr id="645" name="Graphic 4">
              <a:extLst>
                <a:ext uri="{FF2B5EF4-FFF2-40B4-BE49-F238E27FC236}">
                  <a16:creationId xmlns:a16="http://schemas.microsoft.com/office/drawing/2014/main" id="{9ACF013B-3EAE-C643-90C0-64D7DE1CDE5C}"/>
                </a:ext>
              </a:extLst>
            </p:cNvPr>
            <p:cNvSpPr/>
            <p:nvPr/>
          </p:nvSpPr>
          <p:spPr>
            <a:xfrm>
              <a:off x="8905655" y="2036629"/>
              <a:ext cx="232593" cy="145577"/>
            </a:xfrm>
            <a:custGeom>
              <a:avLst/>
              <a:gdLst>
                <a:gd name="connsiteX0" fmla="*/ 201283 w 232593"/>
                <a:gd name="connsiteY0" fmla="*/ 23 h 145577"/>
                <a:gd name="connsiteX1" fmla="*/ 194893 w 232593"/>
                <a:gd name="connsiteY1" fmla="*/ 6407 h 145577"/>
                <a:gd name="connsiteX2" fmla="*/ 194893 w 232593"/>
                <a:gd name="connsiteY2" fmla="*/ 33220 h 145577"/>
                <a:gd name="connsiteX3" fmla="*/ 166138 w 232593"/>
                <a:gd name="connsiteY3" fmla="*/ 33220 h 145577"/>
                <a:gd name="connsiteX4" fmla="*/ 159748 w 232593"/>
                <a:gd name="connsiteY4" fmla="*/ 39604 h 145577"/>
                <a:gd name="connsiteX5" fmla="*/ 166138 w 232593"/>
                <a:gd name="connsiteY5" fmla="*/ 45988 h 145577"/>
                <a:gd name="connsiteX6" fmla="*/ 194893 w 232593"/>
                <a:gd name="connsiteY6" fmla="*/ 45988 h 145577"/>
                <a:gd name="connsiteX7" fmla="*/ 194893 w 232593"/>
                <a:gd name="connsiteY7" fmla="*/ 90037 h 145577"/>
                <a:gd name="connsiteX8" fmla="*/ 201283 w 232593"/>
                <a:gd name="connsiteY8" fmla="*/ 96421 h 145577"/>
                <a:gd name="connsiteX9" fmla="*/ 219814 w 232593"/>
                <a:gd name="connsiteY9" fmla="*/ 114935 h 145577"/>
                <a:gd name="connsiteX10" fmla="*/ 201283 w 232593"/>
                <a:gd name="connsiteY10" fmla="*/ 133448 h 145577"/>
                <a:gd name="connsiteX11" fmla="*/ 201283 w 232593"/>
                <a:gd name="connsiteY11" fmla="*/ 133448 h 145577"/>
                <a:gd name="connsiteX12" fmla="*/ 31311 w 232593"/>
                <a:gd name="connsiteY12" fmla="*/ 133448 h 145577"/>
                <a:gd name="connsiteX13" fmla="*/ 12780 w 232593"/>
                <a:gd name="connsiteY13" fmla="*/ 114935 h 145577"/>
                <a:gd name="connsiteX14" fmla="*/ 31311 w 232593"/>
                <a:gd name="connsiteY14" fmla="*/ 96421 h 145577"/>
                <a:gd name="connsiteX15" fmla="*/ 31311 w 232593"/>
                <a:gd name="connsiteY15" fmla="*/ 96421 h 145577"/>
                <a:gd name="connsiteX16" fmla="*/ 37701 w 232593"/>
                <a:gd name="connsiteY16" fmla="*/ 90037 h 145577"/>
                <a:gd name="connsiteX17" fmla="*/ 37701 w 232593"/>
                <a:gd name="connsiteY17" fmla="*/ 45988 h 145577"/>
                <a:gd name="connsiteX18" fmla="*/ 66456 w 232593"/>
                <a:gd name="connsiteY18" fmla="*/ 45988 h 145577"/>
                <a:gd name="connsiteX19" fmla="*/ 72845 w 232593"/>
                <a:gd name="connsiteY19" fmla="*/ 39604 h 145577"/>
                <a:gd name="connsiteX20" fmla="*/ 66456 w 232593"/>
                <a:gd name="connsiteY20" fmla="*/ 33220 h 145577"/>
                <a:gd name="connsiteX21" fmla="*/ 37701 w 232593"/>
                <a:gd name="connsiteY21" fmla="*/ 33220 h 145577"/>
                <a:gd name="connsiteX22" fmla="*/ 37701 w 232593"/>
                <a:gd name="connsiteY22" fmla="*/ 6407 h 145577"/>
                <a:gd name="connsiteX23" fmla="*/ 31311 w 232593"/>
                <a:gd name="connsiteY23" fmla="*/ 23 h 145577"/>
                <a:gd name="connsiteX24" fmla="*/ 0 w 232593"/>
                <a:gd name="connsiteY24" fmla="*/ 28751 h 145577"/>
                <a:gd name="connsiteX25" fmla="*/ 0 w 232593"/>
                <a:gd name="connsiteY25" fmla="*/ 30028 h 145577"/>
                <a:gd name="connsiteX26" fmla="*/ 0 w 232593"/>
                <a:gd name="connsiteY26" fmla="*/ 114935 h 145577"/>
                <a:gd name="connsiteX27" fmla="*/ 0 w 232593"/>
                <a:gd name="connsiteY27" fmla="*/ 114935 h 145577"/>
                <a:gd name="connsiteX28" fmla="*/ 31311 w 232593"/>
                <a:gd name="connsiteY28" fmla="*/ 145578 h 145577"/>
                <a:gd name="connsiteX29" fmla="*/ 201283 w 232593"/>
                <a:gd name="connsiteY29" fmla="*/ 145578 h 145577"/>
                <a:gd name="connsiteX30" fmla="*/ 232594 w 232593"/>
                <a:gd name="connsiteY30" fmla="*/ 114935 h 145577"/>
                <a:gd name="connsiteX31" fmla="*/ 232594 w 232593"/>
                <a:gd name="connsiteY31" fmla="*/ 30028 h 145577"/>
                <a:gd name="connsiteX32" fmla="*/ 202561 w 232593"/>
                <a:gd name="connsiteY32" fmla="*/ 23 h 145577"/>
                <a:gd name="connsiteX33" fmla="*/ 201283 w 232593"/>
                <a:gd name="connsiteY33" fmla="*/ 23 h 145577"/>
                <a:gd name="connsiteX34" fmla="*/ 12780 w 232593"/>
                <a:gd name="connsiteY34" fmla="*/ 30028 h 145577"/>
                <a:gd name="connsiteX35" fmla="*/ 24921 w 232593"/>
                <a:gd name="connsiteY35" fmla="*/ 13429 h 145577"/>
                <a:gd name="connsiteX36" fmla="*/ 24921 w 232593"/>
                <a:gd name="connsiteY36" fmla="*/ 84292 h 145577"/>
                <a:gd name="connsiteX37" fmla="*/ 12780 w 232593"/>
                <a:gd name="connsiteY37" fmla="*/ 89399 h 145577"/>
                <a:gd name="connsiteX38" fmla="*/ 12780 w 232593"/>
                <a:gd name="connsiteY38" fmla="*/ 30028 h 145577"/>
                <a:gd name="connsiteX39" fmla="*/ 207673 w 232593"/>
                <a:gd name="connsiteY39" fmla="*/ 84292 h 145577"/>
                <a:gd name="connsiteX40" fmla="*/ 207673 w 232593"/>
                <a:gd name="connsiteY40" fmla="*/ 13429 h 145577"/>
                <a:gd name="connsiteX41" fmla="*/ 219814 w 232593"/>
                <a:gd name="connsiteY41" fmla="*/ 30028 h 145577"/>
                <a:gd name="connsiteX42" fmla="*/ 219814 w 232593"/>
                <a:gd name="connsiteY42" fmla="*/ 89399 h 145577"/>
                <a:gd name="connsiteX43" fmla="*/ 207673 w 232593"/>
                <a:gd name="connsiteY43" fmla="*/ 84292 h 145577"/>
                <a:gd name="connsiteX44" fmla="*/ 207673 w 232593"/>
                <a:gd name="connsiteY44" fmla="*/ 84292 h 145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32593" h="145577">
                  <a:moveTo>
                    <a:pt x="201283" y="23"/>
                  </a:moveTo>
                  <a:cubicBezTo>
                    <a:pt x="197449" y="23"/>
                    <a:pt x="194893" y="2576"/>
                    <a:pt x="194893" y="6407"/>
                  </a:cubicBezTo>
                  <a:lnTo>
                    <a:pt x="194893" y="33220"/>
                  </a:lnTo>
                  <a:lnTo>
                    <a:pt x="166138" y="33220"/>
                  </a:lnTo>
                  <a:cubicBezTo>
                    <a:pt x="162305" y="33220"/>
                    <a:pt x="159748" y="35773"/>
                    <a:pt x="159748" y="39604"/>
                  </a:cubicBezTo>
                  <a:cubicBezTo>
                    <a:pt x="159748" y="43434"/>
                    <a:pt x="162305" y="45988"/>
                    <a:pt x="166138" y="45988"/>
                  </a:cubicBezTo>
                  <a:lnTo>
                    <a:pt x="194893" y="45988"/>
                  </a:lnTo>
                  <a:lnTo>
                    <a:pt x="194893" y="90037"/>
                  </a:lnTo>
                  <a:cubicBezTo>
                    <a:pt x="194893" y="93868"/>
                    <a:pt x="197449" y="96421"/>
                    <a:pt x="201283" y="96421"/>
                  </a:cubicBezTo>
                  <a:cubicBezTo>
                    <a:pt x="211508" y="96421"/>
                    <a:pt x="219814" y="104720"/>
                    <a:pt x="219814" y="114935"/>
                  </a:cubicBezTo>
                  <a:cubicBezTo>
                    <a:pt x="219814" y="125149"/>
                    <a:pt x="211508" y="133448"/>
                    <a:pt x="201283" y="133448"/>
                  </a:cubicBezTo>
                  <a:cubicBezTo>
                    <a:pt x="201283" y="133448"/>
                    <a:pt x="201283" y="133448"/>
                    <a:pt x="201283" y="133448"/>
                  </a:cubicBezTo>
                  <a:lnTo>
                    <a:pt x="31311" y="133448"/>
                  </a:lnTo>
                  <a:cubicBezTo>
                    <a:pt x="21087" y="133448"/>
                    <a:pt x="12780" y="125149"/>
                    <a:pt x="12780" y="114935"/>
                  </a:cubicBezTo>
                  <a:cubicBezTo>
                    <a:pt x="12780" y="104720"/>
                    <a:pt x="21087" y="96421"/>
                    <a:pt x="31311" y="96421"/>
                  </a:cubicBezTo>
                  <a:cubicBezTo>
                    <a:pt x="31311" y="96421"/>
                    <a:pt x="31311" y="96421"/>
                    <a:pt x="31311" y="96421"/>
                  </a:cubicBezTo>
                  <a:cubicBezTo>
                    <a:pt x="35145" y="96421"/>
                    <a:pt x="37701" y="93868"/>
                    <a:pt x="37701" y="90037"/>
                  </a:cubicBezTo>
                  <a:lnTo>
                    <a:pt x="37701" y="45988"/>
                  </a:lnTo>
                  <a:lnTo>
                    <a:pt x="66456" y="45988"/>
                  </a:lnTo>
                  <a:cubicBezTo>
                    <a:pt x="70289" y="45988"/>
                    <a:pt x="72845" y="43434"/>
                    <a:pt x="72845" y="39604"/>
                  </a:cubicBezTo>
                  <a:cubicBezTo>
                    <a:pt x="72845" y="35773"/>
                    <a:pt x="70289" y="33220"/>
                    <a:pt x="66456" y="33220"/>
                  </a:cubicBezTo>
                  <a:lnTo>
                    <a:pt x="37701" y="33220"/>
                  </a:lnTo>
                  <a:lnTo>
                    <a:pt x="37701" y="6407"/>
                  </a:lnTo>
                  <a:cubicBezTo>
                    <a:pt x="37701" y="2576"/>
                    <a:pt x="35145" y="23"/>
                    <a:pt x="31311" y="23"/>
                  </a:cubicBezTo>
                  <a:cubicBezTo>
                    <a:pt x="14697" y="-616"/>
                    <a:pt x="640" y="12152"/>
                    <a:pt x="0" y="28751"/>
                  </a:cubicBezTo>
                  <a:cubicBezTo>
                    <a:pt x="0" y="29389"/>
                    <a:pt x="0" y="29389"/>
                    <a:pt x="0" y="30028"/>
                  </a:cubicBezTo>
                  <a:lnTo>
                    <a:pt x="0" y="114935"/>
                  </a:lnTo>
                  <a:lnTo>
                    <a:pt x="0" y="114935"/>
                  </a:lnTo>
                  <a:cubicBezTo>
                    <a:pt x="640" y="132171"/>
                    <a:pt x="14058" y="145578"/>
                    <a:pt x="31311" y="145578"/>
                  </a:cubicBezTo>
                  <a:lnTo>
                    <a:pt x="201283" y="145578"/>
                  </a:lnTo>
                  <a:cubicBezTo>
                    <a:pt x="218536" y="145578"/>
                    <a:pt x="232594" y="132171"/>
                    <a:pt x="232594" y="114935"/>
                  </a:cubicBezTo>
                  <a:lnTo>
                    <a:pt x="232594" y="30028"/>
                  </a:lnTo>
                  <a:cubicBezTo>
                    <a:pt x="232594" y="13429"/>
                    <a:pt x="219175" y="23"/>
                    <a:pt x="202561" y="23"/>
                  </a:cubicBezTo>
                  <a:cubicBezTo>
                    <a:pt x="202561" y="23"/>
                    <a:pt x="201923" y="23"/>
                    <a:pt x="201283" y="23"/>
                  </a:cubicBezTo>
                  <a:close/>
                  <a:moveTo>
                    <a:pt x="12780" y="30028"/>
                  </a:moveTo>
                  <a:cubicBezTo>
                    <a:pt x="12780" y="22367"/>
                    <a:pt x="17892" y="15344"/>
                    <a:pt x="24921" y="13429"/>
                  </a:cubicBezTo>
                  <a:lnTo>
                    <a:pt x="24921" y="84292"/>
                  </a:lnTo>
                  <a:cubicBezTo>
                    <a:pt x="20448" y="84930"/>
                    <a:pt x="16614" y="86845"/>
                    <a:pt x="12780" y="89399"/>
                  </a:cubicBezTo>
                  <a:lnTo>
                    <a:pt x="12780" y="30028"/>
                  </a:lnTo>
                  <a:close/>
                  <a:moveTo>
                    <a:pt x="207673" y="84292"/>
                  </a:moveTo>
                  <a:lnTo>
                    <a:pt x="207673" y="13429"/>
                  </a:lnTo>
                  <a:cubicBezTo>
                    <a:pt x="214703" y="15344"/>
                    <a:pt x="219814" y="22367"/>
                    <a:pt x="219814" y="30028"/>
                  </a:cubicBezTo>
                  <a:lnTo>
                    <a:pt x="219814" y="89399"/>
                  </a:lnTo>
                  <a:cubicBezTo>
                    <a:pt x="216619" y="86845"/>
                    <a:pt x="212146" y="84930"/>
                    <a:pt x="207673" y="84292"/>
                  </a:cubicBezTo>
                  <a:lnTo>
                    <a:pt x="207673" y="84292"/>
                  </a:lnTo>
                  <a:close/>
                </a:path>
              </a:pathLst>
            </a:custGeom>
            <a:solidFill>
              <a:srgbClr val="43B02A"/>
            </a:solidFill>
            <a:ln w="6390" cap="flat">
              <a:noFill/>
              <a:prstDash val="solid"/>
              <a:miter/>
            </a:ln>
          </p:spPr>
          <p:txBody>
            <a:bodyPr rtlCol="0" anchor="ctr"/>
            <a:lstStyle/>
            <a:p>
              <a:endParaRPr lang="en-US"/>
            </a:p>
          </p:txBody>
        </p:sp>
        <p:sp>
          <p:nvSpPr>
            <p:cNvPr id="646" name="Graphic 4">
              <a:extLst>
                <a:ext uri="{FF2B5EF4-FFF2-40B4-BE49-F238E27FC236}">
                  <a16:creationId xmlns:a16="http://schemas.microsoft.com/office/drawing/2014/main" id="{56BDE344-30F8-234E-A530-57E3D8D0ADE1}"/>
                </a:ext>
              </a:extLst>
            </p:cNvPr>
            <p:cNvSpPr/>
            <p:nvPr/>
          </p:nvSpPr>
          <p:spPr>
            <a:xfrm>
              <a:off x="8960540" y="1965152"/>
              <a:ext cx="122185" cy="167898"/>
            </a:xfrm>
            <a:custGeom>
              <a:avLst/>
              <a:gdLst>
                <a:gd name="connsiteX0" fmla="*/ 56300 w 122185"/>
                <a:gd name="connsiteY0" fmla="*/ 165345 h 167898"/>
                <a:gd name="connsiteX1" fmla="*/ 61412 w 122185"/>
                <a:gd name="connsiteY1" fmla="*/ 167899 h 167898"/>
                <a:gd name="connsiteX2" fmla="*/ 66524 w 122185"/>
                <a:gd name="connsiteY2" fmla="*/ 165345 h 167898"/>
                <a:gd name="connsiteX3" fmla="*/ 111893 w 122185"/>
                <a:gd name="connsiteY3" fmla="*/ 98313 h 167898"/>
                <a:gd name="connsiteX4" fmla="*/ 122117 w 122185"/>
                <a:gd name="connsiteY4" fmla="*/ 60648 h 167898"/>
                <a:gd name="connsiteX5" fmla="*/ 60773 w 122185"/>
                <a:gd name="connsiteY5" fmla="*/ 0 h 167898"/>
                <a:gd name="connsiteX6" fmla="*/ 69 w 122185"/>
                <a:gd name="connsiteY6" fmla="*/ 60648 h 167898"/>
                <a:gd name="connsiteX7" fmla="*/ 10293 w 122185"/>
                <a:gd name="connsiteY7" fmla="*/ 98313 h 167898"/>
                <a:gd name="connsiteX8" fmla="*/ 56300 w 122185"/>
                <a:gd name="connsiteY8" fmla="*/ 165345 h 167898"/>
                <a:gd name="connsiteX9" fmla="*/ 61412 w 122185"/>
                <a:gd name="connsiteY9" fmla="*/ 12768 h 167898"/>
                <a:gd name="connsiteX10" fmla="*/ 109976 w 122185"/>
                <a:gd name="connsiteY10" fmla="*/ 60648 h 167898"/>
                <a:gd name="connsiteX11" fmla="*/ 101668 w 122185"/>
                <a:gd name="connsiteY11" fmla="*/ 91291 h 167898"/>
                <a:gd name="connsiteX12" fmla="*/ 62051 w 122185"/>
                <a:gd name="connsiteY12" fmla="*/ 150024 h 167898"/>
                <a:gd name="connsiteX13" fmla="*/ 22434 w 122185"/>
                <a:gd name="connsiteY13" fmla="*/ 91291 h 167898"/>
                <a:gd name="connsiteX14" fmla="*/ 14127 w 122185"/>
                <a:gd name="connsiteY14" fmla="*/ 60648 h 167898"/>
                <a:gd name="connsiteX15" fmla="*/ 61412 w 122185"/>
                <a:gd name="connsiteY15" fmla="*/ 12768 h 167898"/>
                <a:gd name="connsiteX16" fmla="*/ 61412 w 122185"/>
                <a:gd name="connsiteY16" fmla="*/ 12768 h 16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185" h="167898">
                  <a:moveTo>
                    <a:pt x="56300" y="165345"/>
                  </a:moveTo>
                  <a:cubicBezTo>
                    <a:pt x="57578" y="167260"/>
                    <a:pt x="59495" y="167899"/>
                    <a:pt x="61412" y="167899"/>
                  </a:cubicBezTo>
                  <a:cubicBezTo>
                    <a:pt x="63329" y="167899"/>
                    <a:pt x="65246" y="166622"/>
                    <a:pt x="66524" y="165345"/>
                  </a:cubicBezTo>
                  <a:cubicBezTo>
                    <a:pt x="67802" y="162792"/>
                    <a:pt x="104863" y="110443"/>
                    <a:pt x="111893" y="98313"/>
                  </a:cubicBezTo>
                  <a:cubicBezTo>
                    <a:pt x="118922" y="87460"/>
                    <a:pt x="122756" y="74054"/>
                    <a:pt x="122117" y="60648"/>
                  </a:cubicBezTo>
                  <a:cubicBezTo>
                    <a:pt x="122117" y="26813"/>
                    <a:pt x="94640" y="0"/>
                    <a:pt x="60773" y="0"/>
                  </a:cubicBezTo>
                  <a:cubicBezTo>
                    <a:pt x="26906" y="0"/>
                    <a:pt x="69" y="27451"/>
                    <a:pt x="69" y="60648"/>
                  </a:cubicBezTo>
                  <a:cubicBezTo>
                    <a:pt x="-571" y="74054"/>
                    <a:pt x="3264" y="86822"/>
                    <a:pt x="10293" y="98313"/>
                  </a:cubicBezTo>
                  <a:cubicBezTo>
                    <a:pt x="18599" y="110443"/>
                    <a:pt x="55022" y="163430"/>
                    <a:pt x="56300" y="165345"/>
                  </a:cubicBezTo>
                  <a:close/>
                  <a:moveTo>
                    <a:pt x="61412" y="12768"/>
                  </a:moveTo>
                  <a:cubicBezTo>
                    <a:pt x="88250" y="12768"/>
                    <a:pt x="109337" y="34473"/>
                    <a:pt x="109976" y="60648"/>
                  </a:cubicBezTo>
                  <a:cubicBezTo>
                    <a:pt x="110615" y="71500"/>
                    <a:pt x="107420" y="82353"/>
                    <a:pt x="101668" y="91291"/>
                  </a:cubicBezTo>
                  <a:cubicBezTo>
                    <a:pt x="95918" y="100228"/>
                    <a:pt x="72275" y="134702"/>
                    <a:pt x="62051" y="150024"/>
                  </a:cubicBezTo>
                  <a:cubicBezTo>
                    <a:pt x="51189" y="134702"/>
                    <a:pt x="27545" y="100228"/>
                    <a:pt x="22434" y="91291"/>
                  </a:cubicBezTo>
                  <a:cubicBezTo>
                    <a:pt x="16683" y="82353"/>
                    <a:pt x="13488" y="71500"/>
                    <a:pt x="14127" y="60648"/>
                  </a:cubicBezTo>
                  <a:cubicBezTo>
                    <a:pt x="13488" y="34473"/>
                    <a:pt x="35214" y="12768"/>
                    <a:pt x="61412" y="12768"/>
                  </a:cubicBezTo>
                  <a:lnTo>
                    <a:pt x="61412" y="12768"/>
                  </a:lnTo>
                  <a:close/>
                </a:path>
              </a:pathLst>
            </a:custGeom>
            <a:solidFill>
              <a:srgbClr val="43B02A"/>
            </a:solidFill>
            <a:ln w="6390" cap="flat">
              <a:noFill/>
              <a:prstDash val="solid"/>
              <a:miter/>
            </a:ln>
          </p:spPr>
          <p:txBody>
            <a:bodyPr rtlCol="0" anchor="ctr"/>
            <a:lstStyle/>
            <a:p>
              <a:endParaRPr lang="en-US"/>
            </a:p>
          </p:txBody>
        </p:sp>
        <p:sp>
          <p:nvSpPr>
            <p:cNvPr id="647" name="Graphic 4">
              <a:extLst>
                <a:ext uri="{FF2B5EF4-FFF2-40B4-BE49-F238E27FC236}">
                  <a16:creationId xmlns:a16="http://schemas.microsoft.com/office/drawing/2014/main" id="{23D5CF16-B11C-2541-8AB5-3A3CB7FD839A}"/>
                </a:ext>
              </a:extLst>
            </p:cNvPr>
            <p:cNvSpPr/>
            <p:nvPr/>
          </p:nvSpPr>
          <p:spPr>
            <a:xfrm>
              <a:off x="8985471" y="1984942"/>
              <a:ext cx="72960" cy="98597"/>
            </a:xfrm>
            <a:custGeom>
              <a:avLst/>
              <a:gdLst>
                <a:gd name="connsiteX0" fmla="*/ 6447 w 72960"/>
                <a:gd name="connsiteY0" fmla="*/ 63202 h 98597"/>
                <a:gd name="connsiteX1" fmla="*/ 19867 w 72960"/>
                <a:gd name="connsiteY1" fmla="*/ 63202 h 98597"/>
                <a:gd name="connsiteX2" fmla="*/ 19867 w 72960"/>
                <a:gd name="connsiteY2" fmla="*/ 91930 h 98597"/>
                <a:gd name="connsiteX3" fmla="*/ 24339 w 72960"/>
                <a:gd name="connsiteY3" fmla="*/ 98313 h 98597"/>
                <a:gd name="connsiteX4" fmla="*/ 26257 w 72960"/>
                <a:gd name="connsiteY4" fmla="*/ 98313 h 98597"/>
                <a:gd name="connsiteX5" fmla="*/ 31368 w 72960"/>
                <a:gd name="connsiteY5" fmla="*/ 95760 h 98597"/>
                <a:gd name="connsiteX6" fmla="*/ 71625 w 72960"/>
                <a:gd name="connsiteY6" fmla="*/ 45965 h 98597"/>
                <a:gd name="connsiteX7" fmla="*/ 72264 w 72960"/>
                <a:gd name="connsiteY7" fmla="*/ 38942 h 98597"/>
                <a:gd name="connsiteX8" fmla="*/ 66513 w 72960"/>
                <a:gd name="connsiteY8" fmla="*/ 35112 h 98597"/>
                <a:gd name="connsiteX9" fmla="*/ 53094 w 72960"/>
                <a:gd name="connsiteY9" fmla="*/ 35112 h 98597"/>
                <a:gd name="connsiteX10" fmla="*/ 53094 w 72960"/>
                <a:gd name="connsiteY10" fmla="*/ 6384 h 98597"/>
                <a:gd name="connsiteX11" fmla="*/ 46704 w 72960"/>
                <a:gd name="connsiteY11" fmla="*/ 0 h 98597"/>
                <a:gd name="connsiteX12" fmla="*/ 41592 w 72960"/>
                <a:gd name="connsiteY12" fmla="*/ 2554 h 98597"/>
                <a:gd name="connsiteX13" fmla="*/ 1336 w 72960"/>
                <a:gd name="connsiteY13" fmla="*/ 52349 h 98597"/>
                <a:gd name="connsiteX14" fmla="*/ 697 w 72960"/>
                <a:gd name="connsiteY14" fmla="*/ 59371 h 98597"/>
                <a:gd name="connsiteX15" fmla="*/ 6447 w 72960"/>
                <a:gd name="connsiteY15" fmla="*/ 63202 h 98597"/>
                <a:gd name="connsiteX16" fmla="*/ 40314 w 72960"/>
                <a:gd name="connsiteY16" fmla="*/ 24898 h 98597"/>
                <a:gd name="connsiteX17" fmla="*/ 40314 w 72960"/>
                <a:gd name="connsiteY17" fmla="*/ 41496 h 98597"/>
                <a:gd name="connsiteX18" fmla="*/ 46704 w 72960"/>
                <a:gd name="connsiteY18" fmla="*/ 47880 h 98597"/>
                <a:gd name="connsiteX19" fmla="*/ 53094 w 72960"/>
                <a:gd name="connsiteY19" fmla="*/ 47880 h 98597"/>
                <a:gd name="connsiteX20" fmla="*/ 32647 w 72960"/>
                <a:gd name="connsiteY20" fmla="*/ 73416 h 98597"/>
                <a:gd name="connsiteX21" fmla="*/ 32647 w 72960"/>
                <a:gd name="connsiteY21" fmla="*/ 56818 h 98597"/>
                <a:gd name="connsiteX22" fmla="*/ 26257 w 72960"/>
                <a:gd name="connsiteY22" fmla="*/ 50434 h 98597"/>
                <a:gd name="connsiteX23" fmla="*/ 19867 w 72960"/>
                <a:gd name="connsiteY23" fmla="*/ 50434 h 98597"/>
                <a:gd name="connsiteX24" fmla="*/ 40314 w 72960"/>
                <a:gd name="connsiteY24" fmla="*/ 24898 h 9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960" h="98597">
                  <a:moveTo>
                    <a:pt x="6447" y="63202"/>
                  </a:moveTo>
                  <a:lnTo>
                    <a:pt x="19867" y="63202"/>
                  </a:lnTo>
                  <a:lnTo>
                    <a:pt x="19867" y="91930"/>
                  </a:lnTo>
                  <a:cubicBezTo>
                    <a:pt x="19867" y="94483"/>
                    <a:pt x="21783" y="97037"/>
                    <a:pt x="24339" y="98313"/>
                  </a:cubicBezTo>
                  <a:cubicBezTo>
                    <a:pt x="24978" y="98313"/>
                    <a:pt x="25617" y="98952"/>
                    <a:pt x="26257" y="98313"/>
                  </a:cubicBezTo>
                  <a:cubicBezTo>
                    <a:pt x="28173" y="98313"/>
                    <a:pt x="30091" y="97675"/>
                    <a:pt x="31368" y="95760"/>
                  </a:cubicBezTo>
                  <a:lnTo>
                    <a:pt x="71625" y="45965"/>
                  </a:lnTo>
                  <a:cubicBezTo>
                    <a:pt x="72903" y="44050"/>
                    <a:pt x="73542" y="41496"/>
                    <a:pt x="72264" y="38942"/>
                  </a:cubicBezTo>
                  <a:cubicBezTo>
                    <a:pt x="70986" y="37027"/>
                    <a:pt x="69069" y="35112"/>
                    <a:pt x="66513" y="35112"/>
                  </a:cubicBezTo>
                  <a:lnTo>
                    <a:pt x="53094" y="35112"/>
                  </a:lnTo>
                  <a:lnTo>
                    <a:pt x="53094" y="6384"/>
                  </a:lnTo>
                  <a:cubicBezTo>
                    <a:pt x="53094" y="2554"/>
                    <a:pt x="50538" y="0"/>
                    <a:pt x="46704" y="0"/>
                  </a:cubicBezTo>
                  <a:cubicBezTo>
                    <a:pt x="44787" y="0"/>
                    <a:pt x="42870" y="638"/>
                    <a:pt x="41592" y="2554"/>
                  </a:cubicBezTo>
                  <a:lnTo>
                    <a:pt x="1336" y="52349"/>
                  </a:lnTo>
                  <a:cubicBezTo>
                    <a:pt x="57" y="54264"/>
                    <a:pt x="-581" y="56818"/>
                    <a:pt x="697" y="59371"/>
                  </a:cubicBezTo>
                  <a:cubicBezTo>
                    <a:pt x="1975" y="61286"/>
                    <a:pt x="4531" y="63202"/>
                    <a:pt x="6447" y="63202"/>
                  </a:cubicBezTo>
                  <a:close/>
                  <a:moveTo>
                    <a:pt x="40314" y="24898"/>
                  </a:moveTo>
                  <a:lnTo>
                    <a:pt x="40314" y="41496"/>
                  </a:lnTo>
                  <a:cubicBezTo>
                    <a:pt x="40314" y="45326"/>
                    <a:pt x="42870" y="47880"/>
                    <a:pt x="46704" y="47880"/>
                  </a:cubicBezTo>
                  <a:lnTo>
                    <a:pt x="53094" y="47880"/>
                  </a:lnTo>
                  <a:lnTo>
                    <a:pt x="32647" y="73416"/>
                  </a:lnTo>
                  <a:lnTo>
                    <a:pt x="32647" y="56818"/>
                  </a:lnTo>
                  <a:cubicBezTo>
                    <a:pt x="32647" y="52987"/>
                    <a:pt x="30091" y="50434"/>
                    <a:pt x="26257" y="50434"/>
                  </a:cubicBezTo>
                  <a:lnTo>
                    <a:pt x="19867" y="50434"/>
                  </a:lnTo>
                  <a:lnTo>
                    <a:pt x="40314" y="24898"/>
                  </a:lnTo>
                  <a:close/>
                </a:path>
              </a:pathLst>
            </a:custGeom>
            <a:solidFill>
              <a:srgbClr val="43B02A"/>
            </a:solidFill>
            <a:ln w="6390" cap="flat">
              <a:noFill/>
              <a:prstDash val="solid"/>
              <a:miter/>
            </a:ln>
          </p:spPr>
          <p:txBody>
            <a:bodyPr rtlCol="0" anchor="ctr"/>
            <a:lstStyle/>
            <a:p>
              <a:endParaRPr lang="en-US"/>
            </a:p>
          </p:txBody>
        </p:sp>
      </p:grpSp>
      <p:grpSp>
        <p:nvGrpSpPr>
          <p:cNvPr id="648" name="Graphic 4">
            <a:extLst>
              <a:ext uri="{FF2B5EF4-FFF2-40B4-BE49-F238E27FC236}">
                <a16:creationId xmlns:a16="http://schemas.microsoft.com/office/drawing/2014/main" id="{9402004F-B1C0-D84F-914C-1ECF48FBA4E8}"/>
              </a:ext>
            </a:extLst>
          </p:cNvPr>
          <p:cNvGrpSpPr/>
          <p:nvPr/>
        </p:nvGrpSpPr>
        <p:grpSpPr>
          <a:xfrm>
            <a:off x="10329595" y="918179"/>
            <a:ext cx="362309" cy="361971"/>
            <a:chOff x="9278827" y="918179"/>
            <a:chExt cx="362309" cy="361971"/>
          </a:xfrm>
          <a:solidFill>
            <a:srgbClr val="43B02A"/>
          </a:solidFill>
        </p:grpSpPr>
        <p:sp>
          <p:nvSpPr>
            <p:cNvPr id="649" name="Graphic 4">
              <a:extLst>
                <a:ext uri="{FF2B5EF4-FFF2-40B4-BE49-F238E27FC236}">
                  <a16:creationId xmlns:a16="http://schemas.microsoft.com/office/drawing/2014/main" id="{C453CF6E-B014-DD44-999F-53D2568B5C7E}"/>
                </a:ext>
              </a:extLst>
            </p:cNvPr>
            <p:cNvSpPr/>
            <p:nvPr/>
          </p:nvSpPr>
          <p:spPr>
            <a:xfrm>
              <a:off x="9494807" y="1062457"/>
              <a:ext cx="72845" cy="101505"/>
            </a:xfrm>
            <a:custGeom>
              <a:avLst/>
              <a:gdLst>
                <a:gd name="connsiteX0" fmla="*/ 40256 w 72845"/>
                <a:gd name="connsiteY0" fmla="*/ 42773 h 101505"/>
                <a:gd name="connsiteX1" fmla="*/ 38340 w 72845"/>
                <a:gd name="connsiteY1" fmla="*/ 37027 h 101505"/>
                <a:gd name="connsiteX2" fmla="*/ 44730 w 72845"/>
                <a:gd name="connsiteY2" fmla="*/ 0 h 101505"/>
                <a:gd name="connsiteX3" fmla="*/ 0 w 72845"/>
                <a:gd name="connsiteY3" fmla="*/ 61286 h 101505"/>
                <a:gd name="connsiteX4" fmla="*/ 28116 w 72845"/>
                <a:gd name="connsiteY4" fmla="*/ 58094 h 101505"/>
                <a:gd name="connsiteX5" fmla="*/ 28755 w 72845"/>
                <a:gd name="connsiteY5" fmla="*/ 58094 h 101505"/>
                <a:gd name="connsiteX6" fmla="*/ 35145 w 72845"/>
                <a:gd name="connsiteY6" fmla="*/ 64478 h 101505"/>
                <a:gd name="connsiteX7" fmla="*/ 35145 w 72845"/>
                <a:gd name="connsiteY7" fmla="*/ 66393 h 101505"/>
                <a:gd name="connsiteX8" fmla="*/ 26199 w 72845"/>
                <a:gd name="connsiteY8" fmla="*/ 101505 h 101505"/>
                <a:gd name="connsiteX9" fmla="*/ 72845 w 72845"/>
                <a:gd name="connsiteY9" fmla="*/ 40857 h 101505"/>
                <a:gd name="connsiteX10" fmla="*/ 45368 w 72845"/>
                <a:gd name="connsiteY10" fmla="*/ 44049 h 101505"/>
                <a:gd name="connsiteX11" fmla="*/ 40256 w 72845"/>
                <a:gd name="connsiteY11" fmla="*/ 42773 h 101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2845" h="101505">
                  <a:moveTo>
                    <a:pt x="40256" y="42773"/>
                  </a:moveTo>
                  <a:cubicBezTo>
                    <a:pt x="38978" y="41496"/>
                    <a:pt x="38340" y="39581"/>
                    <a:pt x="38340" y="37027"/>
                  </a:cubicBezTo>
                  <a:lnTo>
                    <a:pt x="44730" y="0"/>
                  </a:lnTo>
                  <a:lnTo>
                    <a:pt x="0" y="61286"/>
                  </a:lnTo>
                  <a:lnTo>
                    <a:pt x="28116" y="58094"/>
                  </a:lnTo>
                  <a:lnTo>
                    <a:pt x="28755" y="58094"/>
                  </a:lnTo>
                  <a:cubicBezTo>
                    <a:pt x="32589" y="58094"/>
                    <a:pt x="35145" y="60648"/>
                    <a:pt x="35145" y="64478"/>
                  </a:cubicBezTo>
                  <a:cubicBezTo>
                    <a:pt x="35145" y="65117"/>
                    <a:pt x="35145" y="65755"/>
                    <a:pt x="35145" y="66393"/>
                  </a:cubicBezTo>
                  <a:lnTo>
                    <a:pt x="26199" y="101505"/>
                  </a:lnTo>
                  <a:lnTo>
                    <a:pt x="72845" y="40857"/>
                  </a:lnTo>
                  <a:lnTo>
                    <a:pt x="45368" y="44049"/>
                  </a:lnTo>
                  <a:cubicBezTo>
                    <a:pt x="44091" y="45326"/>
                    <a:pt x="42173" y="44688"/>
                    <a:pt x="40256" y="42773"/>
                  </a:cubicBezTo>
                  <a:close/>
                </a:path>
              </a:pathLst>
            </a:custGeom>
            <a:solidFill>
              <a:srgbClr val="43B02A"/>
            </a:solidFill>
            <a:ln w="6390" cap="flat">
              <a:noFill/>
              <a:prstDash val="solid"/>
              <a:miter/>
            </a:ln>
          </p:spPr>
          <p:txBody>
            <a:bodyPr rtlCol="0" anchor="ctr"/>
            <a:lstStyle/>
            <a:p>
              <a:endParaRPr lang="en-US"/>
            </a:p>
          </p:txBody>
        </p:sp>
        <p:sp>
          <p:nvSpPr>
            <p:cNvPr id="650" name="Graphic 4">
              <a:extLst>
                <a:ext uri="{FF2B5EF4-FFF2-40B4-BE49-F238E27FC236}">
                  <a16:creationId xmlns:a16="http://schemas.microsoft.com/office/drawing/2014/main" id="{04050245-0430-844E-B02C-66EB42863C4B}"/>
                </a:ext>
              </a:extLst>
            </p:cNvPr>
            <p:cNvSpPr/>
            <p:nvPr/>
          </p:nvSpPr>
          <p:spPr>
            <a:xfrm>
              <a:off x="9365730" y="1160132"/>
              <a:ext cx="35144" cy="8937"/>
            </a:xfrm>
            <a:custGeom>
              <a:avLst/>
              <a:gdLst>
                <a:gd name="connsiteX0" fmla="*/ 0 w 35144"/>
                <a:gd name="connsiteY0" fmla="*/ 0 h 8937"/>
                <a:gd name="connsiteX1" fmla="*/ 0 w 35144"/>
                <a:gd name="connsiteY1" fmla="*/ 8938 h 8937"/>
                <a:gd name="connsiteX2" fmla="*/ 35145 w 35144"/>
                <a:gd name="connsiteY2" fmla="*/ 8938 h 8937"/>
                <a:gd name="connsiteX3" fmla="*/ 35145 w 35144"/>
                <a:gd name="connsiteY3" fmla="*/ 638 h 8937"/>
                <a:gd name="connsiteX4" fmla="*/ 4473 w 35144"/>
                <a:gd name="connsiteY4" fmla="*/ 638 h 8937"/>
                <a:gd name="connsiteX5" fmla="*/ 0 w 35144"/>
                <a:gd name="connsiteY5" fmla="*/ 0 h 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144" h="8937">
                  <a:moveTo>
                    <a:pt x="0" y="0"/>
                  </a:moveTo>
                  <a:lnTo>
                    <a:pt x="0" y="8938"/>
                  </a:lnTo>
                  <a:lnTo>
                    <a:pt x="35145" y="8938"/>
                  </a:lnTo>
                  <a:lnTo>
                    <a:pt x="35145" y="638"/>
                  </a:lnTo>
                  <a:lnTo>
                    <a:pt x="4473" y="638"/>
                  </a:lnTo>
                  <a:cubicBezTo>
                    <a:pt x="2556" y="638"/>
                    <a:pt x="1278" y="0"/>
                    <a:pt x="0" y="0"/>
                  </a:cubicBezTo>
                  <a:close/>
                </a:path>
              </a:pathLst>
            </a:custGeom>
            <a:solidFill>
              <a:srgbClr val="43B02A"/>
            </a:solidFill>
            <a:ln w="6390" cap="flat">
              <a:noFill/>
              <a:prstDash val="solid"/>
              <a:miter/>
            </a:ln>
          </p:spPr>
          <p:txBody>
            <a:bodyPr rtlCol="0" anchor="ctr"/>
            <a:lstStyle/>
            <a:p>
              <a:endParaRPr lang="en-US"/>
            </a:p>
          </p:txBody>
        </p:sp>
        <p:sp>
          <p:nvSpPr>
            <p:cNvPr id="651" name="Graphic 4">
              <a:extLst>
                <a:ext uri="{FF2B5EF4-FFF2-40B4-BE49-F238E27FC236}">
                  <a16:creationId xmlns:a16="http://schemas.microsoft.com/office/drawing/2014/main" id="{F043E7CD-441E-3649-9D9D-7B7DA196A471}"/>
                </a:ext>
              </a:extLst>
            </p:cNvPr>
            <p:cNvSpPr/>
            <p:nvPr/>
          </p:nvSpPr>
          <p:spPr>
            <a:xfrm>
              <a:off x="9278827" y="918179"/>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34828 w 362309"/>
                <a:gd name="connsiteY6" fmla="*/ 252167 h 361971"/>
                <a:gd name="connsiteX7" fmla="*/ 123326 w 362309"/>
                <a:gd name="connsiteY7" fmla="*/ 263659 h 361971"/>
                <a:gd name="connsiteX8" fmla="*/ 86264 w 362309"/>
                <a:gd name="connsiteY8" fmla="*/ 263659 h 361971"/>
                <a:gd name="connsiteX9" fmla="*/ 74763 w 362309"/>
                <a:gd name="connsiteY9" fmla="*/ 252167 h 361971"/>
                <a:gd name="connsiteX10" fmla="*/ 74763 w 362309"/>
                <a:gd name="connsiteY10" fmla="*/ 234292 h 361971"/>
                <a:gd name="connsiteX11" fmla="*/ 69650 w 362309"/>
                <a:gd name="connsiteY11" fmla="*/ 220247 h 361971"/>
                <a:gd name="connsiteX12" fmla="*/ 69650 w 362309"/>
                <a:gd name="connsiteY12" fmla="*/ 192796 h 361971"/>
                <a:gd name="connsiteX13" fmla="*/ 76040 w 362309"/>
                <a:gd name="connsiteY13" fmla="*/ 171729 h 361971"/>
                <a:gd name="connsiteX14" fmla="*/ 76040 w 362309"/>
                <a:gd name="connsiteY14" fmla="*/ 171091 h 361971"/>
                <a:gd name="connsiteX15" fmla="*/ 63899 w 362309"/>
                <a:gd name="connsiteY15" fmla="*/ 167899 h 361971"/>
                <a:gd name="connsiteX16" fmla="*/ 53037 w 362309"/>
                <a:gd name="connsiteY16" fmla="*/ 156408 h 361971"/>
                <a:gd name="connsiteX17" fmla="*/ 53037 w 362309"/>
                <a:gd name="connsiteY17" fmla="*/ 145555 h 361971"/>
                <a:gd name="connsiteX18" fmla="*/ 64538 w 362309"/>
                <a:gd name="connsiteY18" fmla="*/ 134064 h 361971"/>
                <a:gd name="connsiteX19" fmla="*/ 91376 w 362309"/>
                <a:gd name="connsiteY19" fmla="*/ 134064 h 361971"/>
                <a:gd name="connsiteX20" fmla="*/ 96488 w 362309"/>
                <a:gd name="connsiteY20" fmla="*/ 136617 h 361971"/>
                <a:gd name="connsiteX21" fmla="*/ 107990 w 362309"/>
                <a:gd name="connsiteY21" fmla="*/ 114912 h 361971"/>
                <a:gd name="connsiteX22" fmla="*/ 123326 w 362309"/>
                <a:gd name="connsiteY22" fmla="*/ 107251 h 361971"/>
                <a:gd name="connsiteX23" fmla="*/ 134828 w 362309"/>
                <a:gd name="connsiteY23" fmla="*/ 107251 h 361971"/>
                <a:gd name="connsiteX24" fmla="*/ 143774 w 362309"/>
                <a:gd name="connsiteY24" fmla="*/ 84907 h 361971"/>
                <a:gd name="connsiteX25" fmla="*/ 149525 w 362309"/>
                <a:gd name="connsiteY25" fmla="*/ 81077 h 361971"/>
                <a:gd name="connsiteX26" fmla="*/ 202561 w 362309"/>
                <a:gd name="connsiteY26" fmla="*/ 81077 h 361971"/>
                <a:gd name="connsiteX27" fmla="*/ 208312 w 362309"/>
                <a:gd name="connsiteY27" fmla="*/ 84907 h 361971"/>
                <a:gd name="connsiteX28" fmla="*/ 217258 w 362309"/>
                <a:gd name="connsiteY28" fmla="*/ 107251 h 361971"/>
                <a:gd name="connsiteX29" fmla="*/ 229399 w 362309"/>
                <a:gd name="connsiteY29" fmla="*/ 107251 h 361971"/>
                <a:gd name="connsiteX30" fmla="*/ 244735 w 362309"/>
                <a:gd name="connsiteY30" fmla="*/ 114912 h 361971"/>
                <a:gd name="connsiteX31" fmla="*/ 251125 w 362309"/>
                <a:gd name="connsiteY31" fmla="*/ 127041 h 361971"/>
                <a:gd name="connsiteX32" fmla="*/ 248569 w 362309"/>
                <a:gd name="connsiteY32" fmla="*/ 135979 h 361971"/>
                <a:gd name="connsiteX33" fmla="*/ 239623 w 362309"/>
                <a:gd name="connsiteY33" fmla="*/ 133425 h 361971"/>
                <a:gd name="connsiteX34" fmla="*/ 239623 w 362309"/>
                <a:gd name="connsiteY34" fmla="*/ 132787 h 361971"/>
                <a:gd name="connsiteX35" fmla="*/ 234511 w 362309"/>
                <a:gd name="connsiteY35" fmla="*/ 123211 h 361971"/>
                <a:gd name="connsiteX36" fmla="*/ 228760 w 362309"/>
                <a:gd name="connsiteY36" fmla="*/ 120657 h 361971"/>
                <a:gd name="connsiteX37" fmla="*/ 122687 w 362309"/>
                <a:gd name="connsiteY37" fmla="*/ 120657 h 361971"/>
                <a:gd name="connsiteX38" fmla="*/ 116936 w 362309"/>
                <a:gd name="connsiteY38" fmla="*/ 123849 h 361971"/>
                <a:gd name="connsiteX39" fmla="*/ 104156 w 362309"/>
                <a:gd name="connsiteY39" fmla="*/ 149385 h 361971"/>
                <a:gd name="connsiteX40" fmla="*/ 105434 w 362309"/>
                <a:gd name="connsiteY40" fmla="*/ 151300 h 361971"/>
                <a:gd name="connsiteX41" fmla="*/ 118214 w 362309"/>
                <a:gd name="connsiteY41" fmla="*/ 155769 h 361971"/>
                <a:gd name="connsiteX42" fmla="*/ 223648 w 362309"/>
                <a:gd name="connsiteY42" fmla="*/ 155769 h 361971"/>
                <a:gd name="connsiteX43" fmla="*/ 230038 w 362309"/>
                <a:gd name="connsiteY43" fmla="*/ 162153 h 361971"/>
                <a:gd name="connsiteX44" fmla="*/ 223648 w 362309"/>
                <a:gd name="connsiteY44" fmla="*/ 168537 h 361971"/>
                <a:gd name="connsiteX45" fmla="*/ 117575 w 362309"/>
                <a:gd name="connsiteY45" fmla="*/ 168537 h 361971"/>
                <a:gd name="connsiteX46" fmla="*/ 115658 w 362309"/>
                <a:gd name="connsiteY46" fmla="*/ 167899 h 361971"/>
                <a:gd name="connsiteX47" fmla="*/ 99683 w 362309"/>
                <a:gd name="connsiteY47" fmla="*/ 162792 h 361971"/>
                <a:gd name="connsiteX48" fmla="*/ 96488 w 362309"/>
                <a:gd name="connsiteY48" fmla="*/ 160238 h 361971"/>
                <a:gd name="connsiteX49" fmla="*/ 87543 w 362309"/>
                <a:gd name="connsiteY49" fmla="*/ 146832 h 361971"/>
                <a:gd name="connsiteX50" fmla="*/ 65817 w 362309"/>
                <a:gd name="connsiteY50" fmla="*/ 146832 h 361971"/>
                <a:gd name="connsiteX51" fmla="*/ 65817 w 362309"/>
                <a:gd name="connsiteY51" fmla="*/ 155131 h 361971"/>
                <a:gd name="connsiteX52" fmla="*/ 66456 w 362309"/>
                <a:gd name="connsiteY52" fmla="*/ 155131 h 361971"/>
                <a:gd name="connsiteX53" fmla="*/ 87543 w 362309"/>
                <a:gd name="connsiteY53" fmla="*/ 160238 h 361971"/>
                <a:gd name="connsiteX54" fmla="*/ 92015 w 362309"/>
                <a:gd name="connsiteY54" fmla="*/ 164068 h 361971"/>
                <a:gd name="connsiteX55" fmla="*/ 91376 w 362309"/>
                <a:gd name="connsiteY55" fmla="*/ 169814 h 361971"/>
                <a:gd name="connsiteX56" fmla="*/ 86264 w 362309"/>
                <a:gd name="connsiteY56" fmla="*/ 177475 h 361971"/>
                <a:gd name="connsiteX57" fmla="*/ 81792 w 362309"/>
                <a:gd name="connsiteY57" fmla="*/ 191519 h 361971"/>
                <a:gd name="connsiteX58" fmla="*/ 81792 w 362309"/>
                <a:gd name="connsiteY58" fmla="*/ 218971 h 361971"/>
                <a:gd name="connsiteX59" fmla="*/ 83069 w 362309"/>
                <a:gd name="connsiteY59" fmla="*/ 223439 h 361971"/>
                <a:gd name="connsiteX60" fmla="*/ 86903 w 362309"/>
                <a:gd name="connsiteY60" fmla="*/ 227270 h 361971"/>
                <a:gd name="connsiteX61" fmla="*/ 91376 w 362309"/>
                <a:gd name="connsiteY61" fmla="*/ 228547 h 361971"/>
                <a:gd name="connsiteX62" fmla="*/ 224287 w 362309"/>
                <a:gd name="connsiteY62" fmla="*/ 228547 h 361971"/>
                <a:gd name="connsiteX63" fmla="*/ 230677 w 362309"/>
                <a:gd name="connsiteY63" fmla="*/ 234931 h 361971"/>
                <a:gd name="connsiteX64" fmla="*/ 224287 w 362309"/>
                <a:gd name="connsiteY64" fmla="*/ 241315 h 361971"/>
                <a:gd name="connsiteX65" fmla="*/ 134828 w 362309"/>
                <a:gd name="connsiteY65" fmla="*/ 241315 h 361971"/>
                <a:gd name="connsiteX66" fmla="*/ 134828 w 362309"/>
                <a:gd name="connsiteY66" fmla="*/ 252167 h 361971"/>
                <a:gd name="connsiteX67" fmla="*/ 128438 w 362309"/>
                <a:gd name="connsiteY67" fmla="*/ 208118 h 361971"/>
                <a:gd name="connsiteX68" fmla="*/ 187225 w 362309"/>
                <a:gd name="connsiteY68" fmla="*/ 208118 h 361971"/>
                <a:gd name="connsiteX69" fmla="*/ 193615 w 362309"/>
                <a:gd name="connsiteY69" fmla="*/ 214502 h 361971"/>
                <a:gd name="connsiteX70" fmla="*/ 187225 w 362309"/>
                <a:gd name="connsiteY70" fmla="*/ 220886 h 361971"/>
                <a:gd name="connsiteX71" fmla="*/ 128438 w 362309"/>
                <a:gd name="connsiteY71" fmla="*/ 220886 h 361971"/>
                <a:gd name="connsiteX72" fmla="*/ 122048 w 362309"/>
                <a:gd name="connsiteY72" fmla="*/ 214502 h 361971"/>
                <a:gd name="connsiteX73" fmla="*/ 128438 w 362309"/>
                <a:gd name="connsiteY73" fmla="*/ 208118 h 361971"/>
                <a:gd name="connsiteX74" fmla="*/ 101600 w 362309"/>
                <a:gd name="connsiteY74" fmla="*/ 199819 h 361971"/>
                <a:gd name="connsiteX75" fmla="*/ 97128 w 362309"/>
                <a:gd name="connsiteY75" fmla="*/ 197903 h 361971"/>
                <a:gd name="connsiteX76" fmla="*/ 86264 w 362309"/>
                <a:gd name="connsiteY76" fmla="*/ 187051 h 361971"/>
                <a:gd name="connsiteX77" fmla="*/ 86264 w 362309"/>
                <a:gd name="connsiteY77" fmla="*/ 178113 h 361971"/>
                <a:gd name="connsiteX78" fmla="*/ 86264 w 362309"/>
                <a:gd name="connsiteY78" fmla="*/ 178113 h 361971"/>
                <a:gd name="connsiteX79" fmla="*/ 95210 w 362309"/>
                <a:gd name="connsiteY79" fmla="*/ 178113 h 361971"/>
                <a:gd name="connsiteX80" fmla="*/ 104156 w 362309"/>
                <a:gd name="connsiteY80" fmla="*/ 187051 h 361971"/>
                <a:gd name="connsiteX81" fmla="*/ 128438 w 362309"/>
                <a:gd name="connsiteY81" fmla="*/ 187051 h 361971"/>
                <a:gd name="connsiteX82" fmla="*/ 134828 w 362309"/>
                <a:gd name="connsiteY82" fmla="*/ 193435 h 361971"/>
                <a:gd name="connsiteX83" fmla="*/ 128438 w 362309"/>
                <a:gd name="connsiteY83" fmla="*/ 199819 h 361971"/>
                <a:gd name="connsiteX84" fmla="*/ 101600 w 362309"/>
                <a:gd name="connsiteY84" fmla="*/ 199819 h 361971"/>
                <a:gd name="connsiteX85" fmla="*/ 308634 w 362309"/>
                <a:gd name="connsiteY85" fmla="*/ 181305 h 361971"/>
                <a:gd name="connsiteX86" fmla="*/ 233872 w 362309"/>
                <a:gd name="connsiteY86" fmla="*/ 277703 h 361971"/>
                <a:gd name="connsiteX87" fmla="*/ 228760 w 362309"/>
                <a:gd name="connsiteY87" fmla="*/ 280257 h 361971"/>
                <a:gd name="connsiteX88" fmla="*/ 226204 w 362309"/>
                <a:gd name="connsiteY88" fmla="*/ 279618 h 361971"/>
                <a:gd name="connsiteX89" fmla="*/ 223009 w 362309"/>
                <a:gd name="connsiteY89" fmla="*/ 272596 h 361971"/>
                <a:gd name="connsiteX90" fmla="*/ 237067 w 362309"/>
                <a:gd name="connsiteY90" fmla="*/ 217055 h 361971"/>
                <a:gd name="connsiteX91" fmla="*/ 203839 w 362309"/>
                <a:gd name="connsiteY91" fmla="*/ 220886 h 361971"/>
                <a:gd name="connsiteX92" fmla="*/ 196810 w 362309"/>
                <a:gd name="connsiteY92" fmla="*/ 215140 h 361971"/>
                <a:gd name="connsiteX93" fmla="*/ 198088 w 362309"/>
                <a:gd name="connsiteY93" fmla="*/ 210671 h 361971"/>
                <a:gd name="connsiteX94" fmla="*/ 267100 w 362309"/>
                <a:gd name="connsiteY94" fmla="*/ 114912 h 361971"/>
                <a:gd name="connsiteX95" fmla="*/ 274767 w 362309"/>
                <a:gd name="connsiteY95" fmla="*/ 112996 h 361971"/>
                <a:gd name="connsiteX96" fmla="*/ 278601 w 362309"/>
                <a:gd name="connsiteY96" fmla="*/ 120019 h 361971"/>
                <a:gd name="connsiteX97" fmla="*/ 269656 w 362309"/>
                <a:gd name="connsiteY97" fmla="*/ 175560 h 361971"/>
                <a:gd name="connsiteX98" fmla="*/ 303522 w 362309"/>
                <a:gd name="connsiteY98" fmla="*/ 171091 h 361971"/>
                <a:gd name="connsiteX99" fmla="*/ 309912 w 362309"/>
                <a:gd name="connsiteY99" fmla="*/ 174283 h 361971"/>
                <a:gd name="connsiteX100" fmla="*/ 308634 w 362309"/>
                <a:gd name="connsiteY100" fmla="*/ 181305 h 361971"/>
                <a:gd name="connsiteX101" fmla="*/ 308634 w 362309"/>
                <a:gd name="connsiteY101" fmla="*/ 18130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134828" y="252167"/>
                  </a:moveTo>
                  <a:cubicBezTo>
                    <a:pt x="134828" y="258551"/>
                    <a:pt x="129716" y="263659"/>
                    <a:pt x="123326" y="263659"/>
                  </a:cubicBezTo>
                  <a:lnTo>
                    <a:pt x="86264" y="263659"/>
                  </a:lnTo>
                  <a:cubicBezTo>
                    <a:pt x="79874" y="263659"/>
                    <a:pt x="74763" y="258551"/>
                    <a:pt x="74763" y="252167"/>
                  </a:cubicBezTo>
                  <a:lnTo>
                    <a:pt x="74763" y="234292"/>
                  </a:lnTo>
                  <a:cubicBezTo>
                    <a:pt x="71568" y="230462"/>
                    <a:pt x="69650" y="225355"/>
                    <a:pt x="69650" y="220247"/>
                  </a:cubicBezTo>
                  <a:lnTo>
                    <a:pt x="69650" y="192796"/>
                  </a:lnTo>
                  <a:cubicBezTo>
                    <a:pt x="69650" y="185135"/>
                    <a:pt x="71568" y="178113"/>
                    <a:pt x="76040" y="171729"/>
                  </a:cubicBezTo>
                  <a:lnTo>
                    <a:pt x="76040" y="171091"/>
                  </a:lnTo>
                  <a:lnTo>
                    <a:pt x="63899" y="167899"/>
                  </a:lnTo>
                  <a:cubicBezTo>
                    <a:pt x="58148" y="167260"/>
                    <a:pt x="53037" y="162153"/>
                    <a:pt x="53037" y="156408"/>
                  </a:cubicBezTo>
                  <a:lnTo>
                    <a:pt x="53037" y="145555"/>
                  </a:lnTo>
                  <a:cubicBezTo>
                    <a:pt x="53037" y="139171"/>
                    <a:pt x="58148" y="134064"/>
                    <a:pt x="64538" y="134064"/>
                  </a:cubicBezTo>
                  <a:lnTo>
                    <a:pt x="91376" y="134064"/>
                  </a:lnTo>
                  <a:cubicBezTo>
                    <a:pt x="93293" y="134064"/>
                    <a:pt x="95210" y="135340"/>
                    <a:pt x="96488" y="136617"/>
                  </a:cubicBezTo>
                  <a:cubicBezTo>
                    <a:pt x="99683" y="128956"/>
                    <a:pt x="103517" y="121934"/>
                    <a:pt x="107990" y="114912"/>
                  </a:cubicBezTo>
                  <a:cubicBezTo>
                    <a:pt x="111824" y="110443"/>
                    <a:pt x="117575" y="107889"/>
                    <a:pt x="123326" y="107251"/>
                  </a:cubicBezTo>
                  <a:lnTo>
                    <a:pt x="134828" y="107251"/>
                  </a:lnTo>
                  <a:lnTo>
                    <a:pt x="143774" y="84907"/>
                  </a:lnTo>
                  <a:cubicBezTo>
                    <a:pt x="145052" y="82353"/>
                    <a:pt x="146969" y="81077"/>
                    <a:pt x="149525" y="81077"/>
                  </a:cubicBezTo>
                  <a:lnTo>
                    <a:pt x="202561" y="81077"/>
                  </a:lnTo>
                  <a:cubicBezTo>
                    <a:pt x="205117" y="81077"/>
                    <a:pt x="207673" y="82353"/>
                    <a:pt x="208312" y="84907"/>
                  </a:cubicBezTo>
                  <a:lnTo>
                    <a:pt x="217258" y="107251"/>
                  </a:lnTo>
                  <a:lnTo>
                    <a:pt x="229399" y="107251"/>
                  </a:lnTo>
                  <a:cubicBezTo>
                    <a:pt x="235150" y="107251"/>
                    <a:pt x="240901" y="110443"/>
                    <a:pt x="244735" y="114912"/>
                  </a:cubicBezTo>
                  <a:cubicBezTo>
                    <a:pt x="247291" y="118742"/>
                    <a:pt x="249208" y="122572"/>
                    <a:pt x="251125" y="127041"/>
                  </a:cubicBezTo>
                  <a:cubicBezTo>
                    <a:pt x="253041" y="130233"/>
                    <a:pt x="251764" y="134064"/>
                    <a:pt x="248569" y="135979"/>
                  </a:cubicBezTo>
                  <a:cubicBezTo>
                    <a:pt x="245374" y="137894"/>
                    <a:pt x="241540" y="136617"/>
                    <a:pt x="239623" y="133425"/>
                  </a:cubicBezTo>
                  <a:cubicBezTo>
                    <a:pt x="239623" y="133425"/>
                    <a:pt x="239623" y="133425"/>
                    <a:pt x="239623" y="132787"/>
                  </a:cubicBezTo>
                  <a:cubicBezTo>
                    <a:pt x="238345" y="129595"/>
                    <a:pt x="236428" y="126403"/>
                    <a:pt x="234511" y="123211"/>
                  </a:cubicBezTo>
                  <a:cubicBezTo>
                    <a:pt x="233233" y="121934"/>
                    <a:pt x="231316" y="120657"/>
                    <a:pt x="228760" y="120657"/>
                  </a:cubicBezTo>
                  <a:lnTo>
                    <a:pt x="122687" y="120657"/>
                  </a:lnTo>
                  <a:cubicBezTo>
                    <a:pt x="120770" y="120657"/>
                    <a:pt x="118214" y="121934"/>
                    <a:pt x="116936" y="123849"/>
                  </a:cubicBezTo>
                  <a:cubicBezTo>
                    <a:pt x="115658" y="125764"/>
                    <a:pt x="109268" y="137894"/>
                    <a:pt x="104156" y="149385"/>
                  </a:cubicBezTo>
                  <a:lnTo>
                    <a:pt x="105434" y="151300"/>
                  </a:lnTo>
                  <a:lnTo>
                    <a:pt x="118214" y="155769"/>
                  </a:lnTo>
                  <a:lnTo>
                    <a:pt x="223648" y="155769"/>
                  </a:lnTo>
                  <a:cubicBezTo>
                    <a:pt x="227482" y="155769"/>
                    <a:pt x="230038" y="158323"/>
                    <a:pt x="230038" y="162153"/>
                  </a:cubicBezTo>
                  <a:cubicBezTo>
                    <a:pt x="230038" y="165984"/>
                    <a:pt x="227482" y="168537"/>
                    <a:pt x="223648" y="168537"/>
                  </a:cubicBezTo>
                  <a:lnTo>
                    <a:pt x="117575" y="168537"/>
                  </a:lnTo>
                  <a:cubicBezTo>
                    <a:pt x="116936" y="168537"/>
                    <a:pt x="116297" y="168537"/>
                    <a:pt x="115658" y="167899"/>
                  </a:cubicBezTo>
                  <a:lnTo>
                    <a:pt x="99683" y="162792"/>
                  </a:lnTo>
                  <a:cubicBezTo>
                    <a:pt x="98405" y="162153"/>
                    <a:pt x="97128" y="161515"/>
                    <a:pt x="96488" y="160238"/>
                  </a:cubicBezTo>
                  <a:lnTo>
                    <a:pt x="87543" y="146832"/>
                  </a:lnTo>
                  <a:lnTo>
                    <a:pt x="65817" y="146832"/>
                  </a:lnTo>
                  <a:lnTo>
                    <a:pt x="65817" y="155131"/>
                  </a:lnTo>
                  <a:lnTo>
                    <a:pt x="66456" y="155131"/>
                  </a:lnTo>
                  <a:lnTo>
                    <a:pt x="87543" y="160238"/>
                  </a:lnTo>
                  <a:cubicBezTo>
                    <a:pt x="89459" y="160876"/>
                    <a:pt x="91376" y="162153"/>
                    <a:pt x="92015" y="164068"/>
                  </a:cubicBezTo>
                  <a:cubicBezTo>
                    <a:pt x="92654" y="165984"/>
                    <a:pt x="92654" y="167899"/>
                    <a:pt x="91376" y="169814"/>
                  </a:cubicBezTo>
                  <a:lnTo>
                    <a:pt x="86264" y="177475"/>
                  </a:lnTo>
                  <a:cubicBezTo>
                    <a:pt x="83708" y="181944"/>
                    <a:pt x="81792" y="186412"/>
                    <a:pt x="81792" y="191519"/>
                  </a:cubicBezTo>
                  <a:lnTo>
                    <a:pt x="81792" y="218971"/>
                  </a:lnTo>
                  <a:cubicBezTo>
                    <a:pt x="81792" y="220886"/>
                    <a:pt x="82430" y="222163"/>
                    <a:pt x="83069" y="223439"/>
                  </a:cubicBezTo>
                  <a:cubicBezTo>
                    <a:pt x="84986" y="224078"/>
                    <a:pt x="86264" y="225355"/>
                    <a:pt x="86903" y="227270"/>
                  </a:cubicBezTo>
                  <a:cubicBezTo>
                    <a:pt x="88181" y="227908"/>
                    <a:pt x="90098" y="228547"/>
                    <a:pt x="91376" y="228547"/>
                  </a:cubicBezTo>
                  <a:lnTo>
                    <a:pt x="224287" y="228547"/>
                  </a:lnTo>
                  <a:cubicBezTo>
                    <a:pt x="228121" y="228547"/>
                    <a:pt x="230677" y="231100"/>
                    <a:pt x="230677" y="234931"/>
                  </a:cubicBezTo>
                  <a:cubicBezTo>
                    <a:pt x="230677" y="238761"/>
                    <a:pt x="228121" y="241315"/>
                    <a:pt x="224287" y="241315"/>
                  </a:cubicBezTo>
                  <a:lnTo>
                    <a:pt x="134828" y="241315"/>
                  </a:lnTo>
                  <a:lnTo>
                    <a:pt x="134828" y="252167"/>
                  </a:lnTo>
                  <a:close/>
                  <a:moveTo>
                    <a:pt x="128438" y="208118"/>
                  </a:moveTo>
                  <a:lnTo>
                    <a:pt x="187225" y="208118"/>
                  </a:lnTo>
                  <a:cubicBezTo>
                    <a:pt x="191059" y="208118"/>
                    <a:pt x="193615" y="210671"/>
                    <a:pt x="193615" y="214502"/>
                  </a:cubicBezTo>
                  <a:cubicBezTo>
                    <a:pt x="193615" y="218332"/>
                    <a:pt x="191059" y="220886"/>
                    <a:pt x="187225" y="220886"/>
                  </a:cubicBezTo>
                  <a:lnTo>
                    <a:pt x="128438" y="220886"/>
                  </a:lnTo>
                  <a:cubicBezTo>
                    <a:pt x="124604" y="220886"/>
                    <a:pt x="122048" y="218332"/>
                    <a:pt x="122048" y="214502"/>
                  </a:cubicBezTo>
                  <a:cubicBezTo>
                    <a:pt x="122048" y="210671"/>
                    <a:pt x="124604" y="208118"/>
                    <a:pt x="128438" y="208118"/>
                  </a:cubicBezTo>
                  <a:close/>
                  <a:moveTo>
                    <a:pt x="101600" y="199819"/>
                  </a:moveTo>
                  <a:cubicBezTo>
                    <a:pt x="99683" y="199819"/>
                    <a:pt x="98405" y="199180"/>
                    <a:pt x="97128" y="197903"/>
                  </a:cubicBezTo>
                  <a:lnTo>
                    <a:pt x="86264" y="187051"/>
                  </a:lnTo>
                  <a:cubicBezTo>
                    <a:pt x="83708" y="184497"/>
                    <a:pt x="83708" y="180667"/>
                    <a:pt x="86264" y="178113"/>
                  </a:cubicBezTo>
                  <a:cubicBezTo>
                    <a:pt x="86264" y="178113"/>
                    <a:pt x="86264" y="178113"/>
                    <a:pt x="86264" y="178113"/>
                  </a:cubicBezTo>
                  <a:cubicBezTo>
                    <a:pt x="88820" y="175560"/>
                    <a:pt x="92654" y="175560"/>
                    <a:pt x="95210" y="178113"/>
                  </a:cubicBezTo>
                  <a:lnTo>
                    <a:pt x="104156" y="187051"/>
                  </a:lnTo>
                  <a:lnTo>
                    <a:pt x="128438" y="187051"/>
                  </a:lnTo>
                  <a:cubicBezTo>
                    <a:pt x="132272" y="187051"/>
                    <a:pt x="134828" y="189604"/>
                    <a:pt x="134828" y="193435"/>
                  </a:cubicBezTo>
                  <a:cubicBezTo>
                    <a:pt x="134828" y="197265"/>
                    <a:pt x="132272" y="199819"/>
                    <a:pt x="128438" y="199819"/>
                  </a:cubicBezTo>
                  <a:lnTo>
                    <a:pt x="101600" y="199819"/>
                  </a:lnTo>
                  <a:close/>
                  <a:moveTo>
                    <a:pt x="308634" y="181305"/>
                  </a:moveTo>
                  <a:lnTo>
                    <a:pt x="233872" y="277703"/>
                  </a:lnTo>
                  <a:cubicBezTo>
                    <a:pt x="232594" y="278980"/>
                    <a:pt x="230677" y="280257"/>
                    <a:pt x="228760" y="280257"/>
                  </a:cubicBezTo>
                  <a:cubicBezTo>
                    <a:pt x="227482" y="280257"/>
                    <a:pt x="226843" y="280257"/>
                    <a:pt x="226204" y="279618"/>
                  </a:cubicBezTo>
                  <a:cubicBezTo>
                    <a:pt x="223648" y="278342"/>
                    <a:pt x="222370" y="275150"/>
                    <a:pt x="223009" y="272596"/>
                  </a:cubicBezTo>
                  <a:lnTo>
                    <a:pt x="237067" y="217055"/>
                  </a:lnTo>
                  <a:lnTo>
                    <a:pt x="203839" y="220886"/>
                  </a:lnTo>
                  <a:cubicBezTo>
                    <a:pt x="200644" y="221524"/>
                    <a:pt x="196810" y="218971"/>
                    <a:pt x="196810" y="215140"/>
                  </a:cubicBezTo>
                  <a:cubicBezTo>
                    <a:pt x="196810" y="213225"/>
                    <a:pt x="196810" y="211948"/>
                    <a:pt x="198088" y="210671"/>
                  </a:cubicBezTo>
                  <a:lnTo>
                    <a:pt x="267100" y="114912"/>
                  </a:lnTo>
                  <a:cubicBezTo>
                    <a:pt x="269016" y="112358"/>
                    <a:pt x="272211" y="111720"/>
                    <a:pt x="274767" y="112996"/>
                  </a:cubicBezTo>
                  <a:cubicBezTo>
                    <a:pt x="277323" y="114273"/>
                    <a:pt x="279241" y="116827"/>
                    <a:pt x="278601" y="120019"/>
                  </a:cubicBezTo>
                  <a:lnTo>
                    <a:pt x="269656" y="175560"/>
                  </a:lnTo>
                  <a:lnTo>
                    <a:pt x="303522" y="171091"/>
                  </a:lnTo>
                  <a:cubicBezTo>
                    <a:pt x="306078" y="170452"/>
                    <a:pt x="308634" y="171729"/>
                    <a:pt x="309912" y="174283"/>
                  </a:cubicBezTo>
                  <a:cubicBezTo>
                    <a:pt x="310551" y="176198"/>
                    <a:pt x="310551" y="179390"/>
                    <a:pt x="308634" y="181305"/>
                  </a:cubicBezTo>
                  <a:lnTo>
                    <a:pt x="308634" y="181305"/>
                  </a:lnTo>
                  <a:close/>
                </a:path>
              </a:pathLst>
            </a:custGeom>
            <a:solidFill>
              <a:srgbClr val="43B02A"/>
            </a:solidFill>
            <a:ln w="6390" cap="flat">
              <a:noFill/>
              <a:prstDash val="solid"/>
              <a:miter/>
            </a:ln>
          </p:spPr>
          <p:txBody>
            <a:bodyPr rtlCol="0" anchor="ctr"/>
            <a:lstStyle/>
            <a:p>
              <a:endParaRPr lang="en-US"/>
            </a:p>
          </p:txBody>
        </p:sp>
        <p:sp>
          <p:nvSpPr>
            <p:cNvPr id="652" name="Graphic 4">
              <a:extLst>
                <a:ext uri="{FF2B5EF4-FFF2-40B4-BE49-F238E27FC236}">
                  <a16:creationId xmlns:a16="http://schemas.microsoft.com/office/drawing/2014/main" id="{DA1D95F1-C6F2-F841-93AB-D83560703039}"/>
                </a:ext>
              </a:extLst>
            </p:cNvPr>
            <p:cNvSpPr/>
            <p:nvPr/>
          </p:nvSpPr>
          <p:spPr>
            <a:xfrm>
              <a:off x="9427074" y="1012023"/>
              <a:ext cx="55592" cy="13406"/>
            </a:xfrm>
            <a:custGeom>
              <a:avLst/>
              <a:gdLst>
                <a:gd name="connsiteX0" fmla="*/ 49841 w 55592"/>
                <a:gd name="connsiteY0" fmla="*/ 0 h 13406"/>
                <a:gd name="connsiteX1" fmla="*/ 5750 w 55592"/>
                <a:gd name="connsiteY1" fmla="*/ 0 h 13406"/>
                <a:gd name="connsiteX2" fmla="*/ 0 w 55592"/>
                <a:gd name="connsiteY2" fmla="*/ 13406 h 13406"/>
                <a:gd name="connsiteX3" fmla="*/ 55592 w 55592"/>
                <a:gd name="connsiteY3" fmla="*/ 13406 h 13406"/>
              </a:gdLst>
              <a:ahLst/>
              <a:cxnLst>
                <a:cxn ang="0">
                  <a:pos x="connsiteX0" y="connsiteY0"/>
                </a:cxn>
                <a:cxn ang="0">
                  <a:pos x="connsiteX1" y="connsiteY1"/>
                </a:cxn>
                <a:cxn ang="0">
                  <a:pos x="connsiteX2" y="connsiteY2"/>
                </a:cxn>
                <a:cxn ang="0">
                  <a:pos x="connsiteX3" y="connsiteY3"/>
                </a:cxn>
              </a:cxnLst>
              <a:rect l="l" t="t" r="r" b="b"/>
              <a:pathLst>
                <a:path w="55592" h="13406">
                  <a:moveTo>
                    <a:pt x="49841" y="0"/>
                  </a:moveTo>
                  <a:lnTo>
                    <a:pt x="5750" y="0"/>
                  </a:lnTo>
                  <a:lnTo>
                    <a:pt x="0" y="13406"/>
                  </a:lnTo>
                  <a:lnTo>
                    <a:pt x="55592" y="13406"/>
                  </a:lnTo>
                  <a:close/>
                </a:path>
              </a:pathLst>
            </a:custGeom>
            <a:solidFill>
              <a:srgbClr val="43B02A"/>
            </a:solidFill>
            <a:ln w="6390" cap="flat">
              <a:noFill/>
              <a:prstDash val="solid"/>
              <a:miter/>
            </a:ln>
          </p:spPr>
          <p:txBody>
            <a:bodyPr rtlCol="0" anchor="ctr"/>
            <a:lstStyle/>
            <a:p>
              <a:endParaRPr lang="en-US"/>
            </a:p>
          </p:txBody>
        </p:sp>
      </p:grpSp>
      <p:grpSp>
        <p:nvGrpSpPr>
          <p:cNvPr id="653" name="Graphic 4">
            <a:extLst>
              <a:ext uri="{FF2B5EF4-FFF2-40B4-BE49-F238E27FC236}">
                <a16:creationId xmlns:a16="http://schemas.microsoft.com/office/drawing/2014/main" id="{C992FDAC-A36F-E54C-A96C-217BF1334F02}"/>
              </a:ext>
            </a:extLst>
          </p:cNvPr>
          <p:cNvGrpSpPr/>
          <p:nvPr/>
        </p:nvGrpSpPr>
        <p:grpSpPr>
          <a:xfrm>
            <a:off x="10329595" y="1402723"/>
            <a:ext cx="362309" cy="361971"/>
            <a:chOff x="9278827" y="1402723"/>
            <a:chExt cx="362309" cy="361971"/>
          </a:xfrm>
          <a:solidFill>
            <a:srgbClr val="43B02A"/>
          </a:solidFill>
        </p:grpSpPr>
        <p:sp>
          <p:nvSpPr>
            <p:cNvPr id="654" name="Graphic 4">
              <a:extLst>
                <a:ext uri="{FF2B5EF4-FFF2-40B4-BE49-F238E27FC236}">
                  <a16:creationId xmlns:a16="http://schemas.microsoft.com/office/drawing/2014/main" id="{C0866356-1D88-FC45-9C56-C7BEDDE4D5FF}"/>
                </a:ext>
              </a:extLst>
            </p:cNvPr>
            <p:cNvSpPr/>
            <p:nvPr/>
          </p:nvSpPr>
          <p:spPr>
            <a:xfrm>
              <a:off x="9365730" y="1484179"/>
              <a:ext cx="44889" cy="61545"/>
            </a:xfrm>
            <a:custGeom>
              <a:avLst/>
              <a:gdLst>
                <a:gd name="connsiteX0" fmla="*/ 40896 w 44889"/>
                <a:gd name="connsiteY0" fmla="*/ 34094 h 61545"/>
                <a:gd name="connsiteX1" fmla="*/ 44730 w 44889"/>
                <a:gd name="connsiteY1" fmla="*/ 19411 h 61545"/>
                <a:gd name="connsiteX2" fmla="*/ 19170 w 44889"/>
                <a:gd name="connsiteY2" fmla="*/ 259 h 61545"/>
                <a:gd name="connsiteX3" fmla="*/ 0 w 44889"/>
                <a:gd name="connsiteY3" fmla="*/ 19411 h 61545"/>
                <a:gd name="connsiteX4" fmla="*/ 3835 w 44889"/>
                <a:gd name="connsiteY4" fmla="*/ 34094 h 61545"/>
                <a:gd name="connsiteX5" fmla="*/ 22365 w 44889"/>
                <a:gd name="connsiteY5" fmla="*/ 61545 h 61545"/>
                <a:gd name="connsiteX6" fmla="*/ 40896 w 44889"/>
                <a:gd name="connsiteY6" fmla="*/ 34094 h 6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889" h="61545">
                  <a:moveTo>
                    <a:pt x="40896" y="34094"/>
                  </a:moveTo>
                  <a:cubicBezTo>
                    <a:pt x="44091" y="29625"/>
                    <a:pt x="45369" y="24518"/>
                    <a:pt x="44730" y="19411"/>
                  </a:cubicBezTo>
                  <a:cubicBezTo>
                    <a:pt x="42813" y="7281"/>
                    <a:pt x="31950" y="-1656"/>
                    <a:pt x="19170" y="259"/>
                  </a:cubicBezTo>
                  <a:cubicBezTo>
                    <a:pt x="8946" y="1536"/>
                    <a:pt x="1278" y="9835"/>
                    <a:pt x="0" y="19411"/>
                  </a:cubicBezTo>
                  <a:cubicBezTo>
                    <a:pt x="0" y="24518"/>
                    <a:pt x="1278" y="29625"/>
                    <a:pt x="3835" y="34094"/>
                  </a:cubicBezTo>
                  <a:cubicBezTo>
                    <a:pt x="6390" y="37925"/>
                    <a:pt x="15975" y="52608"/>
                    <a:pt x="22365" y="61545"/>
                  </a:cubicBezTo>
                  <a:cubicBezTo>
                    <a:pt x="28116" y="52608"/>
                    <a:pt x="38340" y="37925"/>
                    <a:pt x="40896" y="34094"/>
                  </a:cubicBezTo>
                  <a:close/>
                </a:path>
              </a:pathLst>
            </a:custGeom>
            <a:solidFill>
              <a:srgbClr val="43B02A"/>
            </a:solidFill>
            <a:ln w="6390" cap="flat">
              <a:noFill/>
              <a:prstDash val="solid"/>
              <a:miter/>
            </a:ln>
          </p:spPr>
          <p:txBody>
            <a:bodyPr rtlCol="0" anchor="ctr"/>
            <a:lstStyle/>
            <a:p>
              <a:endParaRPr lang="en-US"/>
            </a:p>
          </p:txBody>
        </p:sp>
        <p:sp>
          <p:nvSpPr>
            <p:cNvPr id="655" name="Graphic 4">
              <a:extLst>
                <a:ext uri="{FF2B5EF4-FFF2-40B4-BE49-F238E27FC236}">
                  <a16:creationId xmlns:a16="http://schemas.microsoft.com/office/drawing/2014/main" id="{105F3065-8672-2C46-9EA8-9734566FB37D}"/>
                </a:ext>
              </a:extLst>
            </p:cNvPr>
            <p:cNvSpPr/>
            <p:nvPr/>
          </p:nvSpPr>
          <p:spPr>
            <a:xfrm>
              <a:off x="9508226" y="1610841"/>
              <a:ext cx="38978" cy="60647"/>
            </a:xfrm>
            <a:custGeom>
              <a:avLst/>
              <a:gdLst>
                <a:gd name="connsiteX0" fmla="*/ 24282 w 38978"/>
                <a:gd name="connsiteY0" fmla="*/ 27451 h 60647"/>
                <a:gd name="connsiteX1" fmla="*/ 23004 w 38978"/>
                <a:gd name="connsiteY1" fmla="*/ 22344 h 60647"/>
                <a:gd name="connsiteX2" fmla="*/ 25560 w 38978"/>
                <a:gd name="connsiteY2" fmla="*/ 0 h 60647"/>
                <a:gd name="connsiteX3" fmla="*/ 0 w 38978"/>
                <a:gd name="connsiteY3" fmla="*/ 31282 h 60647"/>
                <a:gd name="connsiteX4" fmla="*/ 10224 w 38978"/>
                <a:gd name="connsiteY4" fmla="*/ 31282 h 60647"/>
                <a:gd name="connsiteX5" fmla="*/ 14697 w 38978"/>
                <a:gd name="connsiteY5" fmla="*/ 33197 h 60647"/>
                <a:gd name="connsiteX6" fmla="*/ 15975 w 38978"/>
                <a:gd name="connsiteY6" fmla="*/ 38304 h 60647"/>
                <a:gd name="connsiteX7" fmla="*/ 13419 w 38978"/>
                <a:gd name="connsiteY7" fmla="*/ 60648 h 60647"/>
                <a:gd name="connsiteX8" fmla="*/ 38978 w 38978"/>
                <a:gd name="connsiteY8" fmla="*/ 29366 h 60647"/>
                <a:gd name="connsiteX9" fmla="*/ 28755 w 38978"/>
                <a:gd name="connsiteY9" fmla="*/ 29366 h 60647"/>
                <a:gd name="connsiteX10" fmla="*/ 24282 w 38978"/>
                <a:gd name="connsiteY10" fmla="*/ 27451 h 60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978" h="60647">
                  <a:moveTo>
                    <a:pt x="24282" y="27451"/>
                  </a:moveTo>
                  <a:cubicBezTo>
                    <a:pt x="23004" y="26174"/>
                    <a:pt x="22365" y="24259"/>
                    <a:pt x="23004" y="22344"/>
                  </a:cubicBezTo>
                  <a:lnTo>
                    <a:pt x="25560" y="0"/>
                  </a:lnTo>
                  <a:lnTo>
                    <a:pt x="0" y="31282"/>
                  </a:lnTo>
                  <a:lnTo>
                    <a:pt x="10224" y="31282"/>
                  </a:lnTo>
                  <a:cubicBezTo>
                    <a:pt x="12141" y="31282"/>
                    <a:pt x="14058" y="31920"/>
                    <a:pt x="14697" y="33197"/>
                  </a:cubicBezTo>
                  <a:cubicBezTo>
                    <a:pt x="15975" y="34474"/>
                    <a:pt x="16614" y="36389"/>
                    <a:pt x="15975" y="38304"/>
                  </a:cubicBezTo>
                  <a:lnTo>
                    <a:pt x="13419" y="60648"/>
                  </a:lnTo>
                  <a:lnTo>
                    <a:pt x="38978" y="29366"/>
                  </a:lnTo>
                  <a:lnTo>
                    <a:pt x="28755" y="29366"/>
                  </a:lnTo>
                  <a:cubicBezTo>
                    <a:pt x="27477" y="29366"/>
                    <a:pt x="25560" y="28728"/>
                    <a:pt x="24282" y="27451"/>
                  </a:cubicBezTo>
                  <a:close/>
                </a:path>
              </a:pathLst>
            </a:custGeom>
            <a:solidFill>
              <a:srgbClr val="43B02A"/>
            </a:solidFill>
            <a:ln w="6390" cap="flat">
              <a:noFill/>
              <a:prstDash val="solid"/>
              <a:miter/>
            </a:ln>
          </p:spPr>
          <p:txBody>
            <a:bodyPr rtlCol="0" anchor="ctr"/>
            <a:lstStyle/>
            <a:p>
              <a:endParaRPr lang="en-US"/>
            </a:p>
          </p:txBody>
        </p:sp>
        <p:sp>
          <p:nvSpPr>
            <p:cNvPr id="656" name="Graphic 4">
              <a:extLst>
                <a:ext uri="{FF2B5EF4-FFF2-40B4-BE49-F238E27FC236}">
                  <a16:creationId xmlns:a16="http://schemas.microsoft.com/office/drawing/2014/main" id="{FADDE74C-76BF-9146-B06E-0FDEEA1AFDC8}"/>
                </a:ext>
              </a:extLst>
            </p:cNvPr>
            <p:cNvSpPr/>
            <p:nvPr/>
          </p:nvSpPr>
          <p:spPr>
            <a:xfrm>
              <a:off x="9278827" y="14027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73484 w 362309"/>
                <a:gd name="connsiteY6" fmla="*/ 100867 h 361971"/>
                <a:gd name="connsiteX7" fmla="*/ 110546 w 362309"/>
                <a:gd name="connsiteY7" fmla="*/ 67032 h 361971"/>
                <a:gd name="connsiteX8" fmla="*/ 144412 w 362309"/>
                <a:gd name="connsiteY8" fmla="*/ 104059 h 361971"/>
                <a:gd name="connsiteX9" fmla="*/ 138662 w 362309"/>
                <a:gd name="connsiteY9" fmla="*/ 121934 h 361971"/>
                <a:gd name="connsiteX10" fmla="*/ 114380 w 362309"/>
                <a:gd name="connsiteY10" fmla="*/ 157684 h 361971"/>
                <a:gd name="connsiteX11" fmla="*/ 109268 w 362309"/>
                <a:gd name="connsiteY11" fmla="*/ 160238 h 361971"/>
                <a:gd name="connsiteX12" fmla="*/ 104156 w 362309"/>
                <a:gd name="connsiteY12" fmla="*/ 157684 h 361971"/>
                <a:gd name="connsiteX13" fmla="*/ 79874 w 362309"/>
                <a:gd name="connsiteY13" fmla="*/ 121934 h 361971"/>
                <a:gd name="connsiteX14" fmla="*/ 73484 w 362309"/>
                <a:gd name="connsiteY14" fmla="*/ 100867 h 361971"/>
                <a:gd name="connsiteX15" fmla="*/ 194254 w 362309"/>
                <a:gd name="connsiteY15" fmla="*/ 252167 h 361971"/>
                <a:gd name="connsiteX16" fmla="*/ 132911 w 362309"/>
                <a:gd name="connsiteY16" fmla="*/ 252167 h 361971"/>
                <a:gd name="connsiteX17" fmla="*/ 94571 w 362309"/>
                <a:gd name="connsiteY17" fmla="*/ 210671 h 361971"/>
                <a:gd name="connsiteX18" fmla="*/ 132911 w 362309"/>
                <a:gd name="connsiteY18" fmla="*/ 172368 h 361971"/>
                <a:gd name="connsiteX19" fmla="*/ 229399 w 362309"/>
                <a:gd name="connsiteY19" fmla="*/ 172368 h 361971"/>
                <a:gd name="connsiteX20" fmla="*/ 256876 w 362309"/>
                <a:gd name="connsiteY20" fmla="*/ 144916 h 361971"/>
                <a:gd name="connsiteX21" fmla="*/ 229399 w 362309"/>
                <a:gd name="connsiteY21" fmla="*/ 117465 h 361971"/>
                <a:gd name="connsiteX22" fmla="*/ 177002 w 362309"/>
                <a:gd name="connsiteY22" fmla="*/ 117465 h 361971"/>
                <a:gd name="connsiteX23" fmla="*/ 185308 w 362309"/>
                <a:gd name="connsiteY23" fmla="*/ 125764 h 361971"/>
                <a:gd name="connsiteX24" fmla="*/ 185308 w 362309"/>
                <a:gd name="connsiteY24" fmla="*/ 134702 h 361971"/>
                <a:gd name="connsiteX25" fmla="*/ 176362 w 362309"/>
                <a:gd name="connsiteY25" fmla="*/ 134702 h 361971"/>
                <a:gd name="connsiteX26" fmla="*/ 157192 w 362309"/>
                <a:gd name="connsiteY26" fmla="*/ 115550 h 361971"/>
                <a:gd name="connsiteX27" fmla="*/ 155915 w 362309"/>
                <a:gd name="connsiteY27" fmla="*/ 113635 h 361971"/>
                <a:gd name="connsiteX28" fmla="*/ 155276 w 362309"/>
                <a:gd name="connsiteY28" fmla="*/ 111081 h 361971"/>
                <a:gd name="connsiteX29" fmla="*/ 155915 w 362309"/>
                <a:gd name="connsiteY29" fmla="*/ 108528 h 361971"/>
                <a:gd name="connsiteX30" fmla="*/ 157192 w 362309"/>
                <a:gd name="connsiteY30" fmla="*/ 106612 h 361971"/>
                <a:gd name="connsiteX31" fmla="*/ 176362 w 362309"/>
                <a:gd name="connsiteY31" fmla="*/ 87461 h 361971"/>
                <a:gd name="connsiteX32" fmla="*/ 185308 w 362309"/>
                <a:gd name="connsiteY32" fmla="*/ 87461 h 361971"/>
                <a:gd name="connsiteX33" fmla="*/ 185308 w 362309"/>
                <a:gd name="connsiteY33" fmla="*/ 96398 h 361971"/>
                <a:gd name="connsiteX34" fmla="*/ 177002 w 362309"/>
                <a:gd name="connsiteY34" fmla="*/ 104697 h 361971"/>
                <a:gd name="connsiteX35" fmla="*/ 229399 w 362309"/>
                <a:gd name="connsiteY35" fmla="*/ 104697 h 361971"/>
                <a:gd name="connsiteX36" fmla="*/ 269656 w 362309"/>
                <a:gd name="connsiteY36" fmla="*/ 144916 h 361971"/>
                <a:gd name="connsiteX37" fmla="*/ 229399 w 362309"/>
                <a:gd name="connsiteY37" fmla="*/ 185135 h 361971"/>
                <a:gd name="connsiteX38" fmla="*/ 132911 w 362309"/>
                <a:gd name="connsiteY38" fmla="*/ 185135 h 361971"/>
                <a:gd name="connsiteX39" fmla="*/ 106712 w 362309"/>
                <a:gd name="connsiteY39" fmla="*/ 213863 h 361971"/>
                <a:gd name="connsiteX40" fmla="*/ 132911 w 362309"/>
                <a:gd name="connsiteY40" fmla="*/ 240038 h 361971"/>
                <a:gd name="connsiteX41" fmla="*/ 194254 w 362309"/>
                <a:gd name="connsiteY41" fmla="*/ 240038 h 361971"/>
                <a:gd name="connsiteX42" fmla="*/ 200644 w 362309"/>
                <a:gd name="connsiteY42" fmla="*/ 246422 h 361971"/>
                <a:gd name="connsiteX43" fmla="*/ 194254 w 362309"/>
                <a:gd name="connsiteY43" fmla="*/ 252167 h 361971"/>
                <a:gd name="connsiteX44" fmla="*/ 194254 w 362309"/>
                <a:gd name="connsiteY44" fmla="*/ 252167 h 361971"/>
                <a:gd name="connsiteX45" fmla="*/ 287547 w 362309"/>
                <a:gd name="connsiteY45" fmla="*/ 235569 h 361971"/>
                <a:gd name="connsiteX46" fmla="*/ 238984 w 362309"/>
                <a:gd name="connsiteY46" fmla="*/ 293025 h 361971"/>
                <a:gd name="connsiteX47" fmla="*/ 233872 w 362309"/>
                <a:gd name="connsiteY47" fmla="*/ 295578 h 361971"/>
                <a:gd name="connsiteX48" fmla="*/ 231316 w 362309"/>
                <a:gd name="connsiteY48" fmla="*/ 294940 h 361971"/>
                <a:gd name="connsiteX49" fmla="*/ 227482 w 362309"/>
                <a:gd name="connsiteY49" fmla="*/ 288556 h 361971"/>
                <a:gd name="connsiteX50" fmla="*/ 231316 w 362309"/>
                <a:gd name="connsiteY50" fmla="*/ 252167 h 361971"/>
                <a:gd name="connsiteX51" fmla="*/ 214063 w 362309"/>
                <a:gd name="connsiteY51" fmla="*/ 252167 h 361971"/>
                <a:gd name="connsiteX52" fmla="*/ 208312 w 362309"/>
                <a:gd name="connsiteY52" fmla="*/ 248337 h 361971"/>
                <a:gd name="connsiteX53" fmla="*/ 208951 w 362309"/>
                <a:gd name="connsiteY53" fmla="*/ 241314 h 361971"/>
                <a:gd name="connsiteX54" fmla="*/ 256876 w 362309"/>
                <a:gd name="connsiteY54" fmla="*/ 183220 h 361971"/>
                <a:gd name="connsiteX55" fmla="*/ 265821 w 362309"/>
                <a:gd name="connsiteY55" fmla="*/ 182582 h 361971"/>
                <a:gd name="connsiteX56" fmla="*/ 268377 w 362309"/>
                <a:gd name="connsiteY56" fmla="*/ 188327 h 361971"/>
                <a:gd name="connsiteX57" fmla="*/ 264544 w 362309"/>
                <a:gd name="connsiteY57" fmla="*/ 224716 h 361971"/>
                <a:gd name="connsiteX58" fmla="*/ 281796 w 362309"/>
                <a:gd name="connsiteY58" fmla="*/ 224716 h 361971"/>
                <a:gd name="connsiteX59" fmla="*/ 288186 w 362309"/>
                <a:gd name="connsiteY59" fmla="*/ 231100 h 361971"/>
                <a:gd name="connsiteX60" fmla="*/ 287547 w 362309"/>
                <a:gd name="connsiteY60" fmla="*/ 235569 h 361971"/>
                <a:gd name="connsiteX61" fmla="*/ 287547 w 362309"/>
                <a:gd name="connsiteY61" fmla="*/ 23556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0438"/>
                    <a:pt x="281157" y="0"/>
                    <a:pt x="181474" y="0"/>
                  </a:cubicBezTo>
                  <a:close/>
                  <a:moveTo>
                    <a:pt x="73484" y="100867"/>
                  </a:moveTo>
                  <a:cubicBezTo>
                    <a:pt x="74123" y="81077"/>
                    <a:pt x="90738" y="66393"/>
                    <a:pt x="110546" y="67032"/>
                  </a:cubicBezTo>
                  <a:cubicBezTo>
                    <a:pt x="130355" y="67670"/>
                    <a:pt x="145052" y="84269"/>
                    <a:pt x="144412" y="104059"/>
                  </a:cubicBezTo>
                  <a:cubicBezTo>
                    <a:pt x="144412" y="110443"/>
                    <a:pt x="141857" y="116827"/>
                    <a:pt x="138662" y="121934"/>
                  </a:cubicBezTo>
                  <a:cubicBezTo>
                    <a:pt x="134828" y="128318"/>
                    <a:pt x="115019" y="156408"/>
                    <a:pt x="114380" y="157684"/>
                  </a:cubicBezTo>
                  <a:cubicBezTo>
                    <a:pt x="113102" y="159600"/>
                    <a:pt x="111185" y="160238"/>
                    <a:pt x="109268" y="160238"/>
                  </a:cubicBezTo>
                  <a:cubicBezTo>
                    <a:pt x="107351" y="160238"/>
                    <a:pt x="105434" y="158961"/>
                    <a:pt x="104156" y="157684"/>
                  </a:cubicBezTo>
                  <a:cubicBezTo>
                    <a:pt x="103517" y="156408"/>
                    <a:pt x="83708" y="128318"/>
                    <a:pt x="79874" y="121934"/>
                  </a:cubicBezTo>
                  <a:cubicBezTo>
                    <a:pt x="75402" y="116188"/>
                    <a:pt x="73484" y="108528"/>
                    <a:pt x="73484" y="100867"/>
                  </a:cubicBezTo>
                  <a:close/>
                  <a:moveTo>
                    <a:pt x="194254" y="252167"/>
                  </a:moveTo>
                  <a:lnTo>
                    <a:pt x="132911" y="252167"/>
                  </a:lnTo>
                  <a:cubicBezTo>
                    <a:pt x="110546" y="251529"/>
                    <a:pt x="93293" y="232377"/>
                    <a:pt x="94571" y="210671"/>
                  </a:cubicBezTo>
                  <a:cubicBezTo>
                    <a:pt x="95210" y="189604"/>
                    <a:pt x="112463" y="173006"/>
                    <a:pt x="132911" y="172368"/>
                  </a:cubicBezTo>
                  <a:lnTo>
                    <a:pt x="229399" y="172368"/>
                  </a:lnTo>
                  <a:cubicBezTo>
                    <a:pt x="244735" y="172368"/>
                    <a:pt x="256876" y="160238"/>
                    <a:pt x="256876" y="144916"/>
                  </a:cubicBezTo>
                  <a:cubicBezTo>
                    <a:pt x="256876" y="129595"/>
                    <a:pt x="244735" y="117465"/>
                    <a:pt x="229399" y="117465"/>
                  </a:cubicBezTo>
                  <a:lnTo>
                    <a:pt x="177002" y="117465"/>
                  </a:lnTo>
                  <a:lnTo>
                    <a:pt x="185308" y="125764"/>
                  </a:lnTo>
                  <a:cubicBezTo>
                    <a:pt x="187864" y="128318"/>
                    <a:pt x="187864" y="132148"/>
                    <a:pt x="185308" y="134702"/>
                  </a:cubicBezTo>
                  <a:cubicBezTo>
                    <a:pt x="182752" y="137256"/>
                    <a:pt x="178918" y="137256"/>
                    <a:pt x="176362" y="134702"/>
                  </a:cubicBezTo>
                  <a:lnTo>
                    <a:pt x="157192" y="115550"/>
                  </a:lnTo>
                  <a:cubicBezTo>
                    <a:pt x="156553" y="114912"/>
                    <a:pt x="155915" y="114273"/>
                    <a:pt x="155915" y="113635"/>
                  </a:cubicBezTo>
                  <a:cubicBezTo>
                    <a:pt x="155915" y="112996"/>
                    <a:pt x="155276" y="111720"/>
                    <a:pt x="155276" y="111081"/>
                  </a:cubicBezTo>
                  <a:cubicBezTo>
                    <a:pt x="155276" y="110443"/>
                    <a:pt x="155276" y="109166"/>
                    <a:pt x="155915" y="108528"/>
                  </a:cubicBezTo>
                  <a:cubicBezTo>
                    <a:pt x="156553" y="107889"/>
                    <a:pt x="156553" y="107251"/>
                    <a:pt x="157192" y="106612"/>
                  </a:cubicBezTo>
                  <a:lnTo>
                    <a:pt x="176362" y="87461"/>
                  </a:lnTo>
                  <a:cubicBezTo>
                    <a:pt x="178918" y="84907"/>
                    <a:pt x="182752" y="84907"/>
                    <a:pt x="185308" y="87461"/>
                  </a:cubicBezTo>
                  <a:cubicBezTo>
                    <a:pt x="187864" y="90014"/>
                    <a:pt x="187864" y="93845"/>
                    <a:pt x="185308" y="96398"/>
                  </a:cubicBezTo>
                  <a:lnTo>
                    <a:pt x="177002" y="104697"/>
                  </a:lnTo>
                  <a:lnTo>
                    <a:pt x="229399" y="104697"/>
                  </a:lnTo>
                  <a:cubicBezTo>
                    <a:pt x="251764" y="104697"/>
                    <a:pt x="269656" y="122572"/>
                    <a:pt x="269656" y="144916"/>
                  </a:cubicBezTo>
                  <a:cubicBezTo>
                    <a:pt x="269656" y="167260"/>
                    <a:pt x="251764" y="185135"/>
                    <a:pt x="229399" y="185135"/>
                  </a:cubicBezTo>
                  <a:lnTo>
                    <a:pt x="132911" y="185135"/>
                  </a:lnTo>
                  <a:cubicBezTo>
                    <a:pt x="117575" y="185774"/>
                    <a:pt x="106073" y="198542"/>
                    <a:pt x="106712" y="213863"/>
                  </a:cubicBezTo>
                  <a:cubicBezTo>
                    <a:pt x="107351" y="227908"/>
                    <a:pt x="118853" y="239399"/>
                    <a:pt x="132911" y="240038"/>
                  </a:cubicBezTo>
                  <a:lnTo>
                    <a:pt x="194254" y="240038"/>
                  </a:lnTo>
                  <a:cubicBezTo>
                    <a:pt x="198088" y="240038"/>
                    <a:pt x="200644" y="242591"/>
                    <a:pt x="200644" y="246422"/>
                  </a:cubicBezTo>
                  <a:cubicBezTo>
                    <a:pt x="200644" y="250252"/>
                    <a:pt x="198088" y="252167"/>
                    <a:pt x="194254" y="252167"/>
                  </a:cubicBezTo>
                  <a:lnTo>
                    <a:pt x="194254" y="252167"/>
                  </a:lnTo>
                  <a:close/>
                  <a:moveTo>
                    <a:pt x="287547" y="235569"/>
                  </a:moveTo>
                  <a:lnTo>
                    <a:pt x="238984" y="293025"/>
                  </a:lnTo>
                  <a:cubicBezTo>
                    <a:pt x="237706" y="294302"/>
                    <a:pt x="235789" y="295578"/>
                    <a:pt x="233872" y="295578"/>
                  </a:cubicBezTo>
                  <a:cubicBezTo>
                    <a:pt x="233233" y="295578"/>
                    <a:pt x="231955" y="295578"/>
                    <a:pt x="231316" y="294940"/>
                  </a:cubicBezTo>
                  <a:cubicBezTo>
                    <a:pt x="228760" y="293663"/>
                    <a:pt x="227482" y="291110"/>
                    <a:pt x="227482" y="288556"/>
                  </a:cubicBezTo>
                  <a:lnTo>
                    <a:pt x="231316" y="252167"/>
                  </a:lnTo>
                  <a:lnTo>
                    <a:pt x="214063" y="252167"/>
                  </a:lnTo>
                  <a:cubicBezTo>
                    <a:pt x="211507" y="252167"/>
                    <a:pt x="209590" y="250890"/>
                    <a:pt x="208312" y="248337"/>
                  </a:cubicBezTo>
                  <a:cubicBezTo>
                    <a:pt x="207034" y="245783"/>
                    <a:pt x="207673" y="243230"/>
                    <a:pt x="208951" y="241314"/>
                  </a:cubicBezTo>
                  <a:lnTo>
                    <a:pt x="256876" y="183220"/>
                  </a:lnTo>
                  <a:cubicBezTo>
                    <a:pt x="258792" y="180667"/>
                    <a:pt x="263266" y="180028"/>
                    <a:pt x="265821" y="182582"/>
                  </a:cubicBezTo>
                  <a:cubicBezTo>
                    <a:pt x="267739" y="183859"/>
                    <a:pt x="268377" y="186412"/>
                    <a:pt x="268377" y="188327"/>
                  </a:cubicBezTo>
                  <a:lnTo>
                    <a:pt x="264544" y="224716"/>
                  </a:lnTo>
                  <a:lnTo>
                    <a:pt x="281796" y="224716"/>
                  </a:lnTo>
                  <a:cubicBezTo>
                    <a:pt x="285631" y="224716"/>
                    <a:pt x="288186" y="227270"/>
                    <a:pt x="288186" y="231100"/>
                  </a:cubicBezTo>
                  <a:cubicBezTo>
                    <a:pt x="288826" y="233015"/>
                    <a:pt x="288826" y="234292"/>
                    <a:pt x="287547" y="235569"/>
                  </a:cubicBezTo>
                  <a:lnTo>
                    <a:pt x="287547" y="235569"/>
                  </a:lnTo>
                  <a:close/>
                </a:path>
              </a:pathLst>
            </a:custGeom>
            <a:solidFill>
              <a:srgbClr val="43B02A"/>
            </a:solidFill>
            <a:ln w="6390" cap="flat">
              <a:noFill/>
              <a:prstDash val="solid"/>
              <a:miter/>
            </a:ln>
          </p:spPr>
          <p:txBody>
            <a:bodyPr rtlCol="0" anchor="ctr"/>
            <a:lstStyle/>
            <a:p>
              <a:endParaRPr lang="en-US"/>
            </a:p>
          </p:txBody>
        </p:sp>
      </p:grpSp>
      <p:grpSp>
        <p:nvGrpSpPr>
          <p:cNvPr id="657" name="Graphic 4">
            <a:extLst>
              <a:ext uri="{FF2B5EF4-FFF2-40B4-BE49-F238E27FC236}">
                <a16:creationId xmlns:a16="http://schemas.microsoft.com/office/drawing/2014/main" id="{884545E7-58B0-C246-ACFB-82360760E32F}"/>
              </a:ext>
            </a:extLst>
          </p:cNvPr>
          <p:cNvGrpSpPr/>
          <p:nvPr/>
        </p:nvGrpSpPr>
        <p:grpSpPr>
          <a:xfrm>
            <a:off x="10329595" y="1893013"/>
            <a:ext cx="362309" cy="361971"/>
            <a:chOff x="9278827" y="1893013"/>
            <a:chExt cx="362309" cy="361971"/>
          </a:xfrm>
          <a:solidFill>
            <a:srgbClr val="43B02A"/>
          </a:solidFill>
        </p:grpSpPr>
        <p:sp>
          <p:nvSpPr>
            <p:cNvPr id="658" name="Graphic 4">
              <a:extLst>
                <a:ext uri="{FF2B5EF4-FFF2-40B4-BE49-F238E27FC236}">
                  <a16:creationId xmlns:a16="http://schemas.microsoft.com/office/drawing/2014/main" id="{0AD458C3-87ED-EE45-BC06-43A36289AC8E}"/>
                </a:ext>
              </a:extLst>
            </p:cNvPr>
            <p:cNvSpPr/>
            <p:nvPr/>
          </p:nvSpPr>
          <p:spPr>
            <a:xfrm>
              <a:off x="9443688" y="2009840"/>
              <a:ext cx="33227" cy="48518"/>
            </a:xfrm>
            <a:custGeom>
              <a:avLst/>
              <a:gdLst>
                <a:gd name="connsiteX0" fmla="*/ 12780 w 33227"/>
                <a:gd name="connsiteY0" fmla="*/ 31920 h 48518"/>
                <a:gd name="connsiteX1" fmla="*/ 12780 w 33227"/>
                <a:gd name="connsiteY1" fmla="*/ 48518 h 48518"/>
                <a:gd name="connsiteX2" fmla="*/ 33227 w 33227"/>
                <a:gd name="connsiteY2" fmla="*/ 22982 h 48518"/>
                <a:gd name="connsiteX3" fmla="*/ 26837 w 33227"/>
                <a:gd name="connsiteY3" fmla="*/ 22982 h 48518"/>
                <a:gd name="connsiteX4" fmla="*/ 20447 w 33227"/>
                <a:gd name="connsiteY4" fmla="*/ 16598 h 48518"/>
                <a:gd name="connsiteX5" fmla="*/ 20447 w 33227"/>
                <a:gd name="connsiteY5" fmla="*/ 0 h 48518"/>
                <a:gd name="connsiteX6" fmla="*/ 0 w 33227"/>
                <a:gd name="connsiteY6" fmla="*/ 25536 h 48518"/>
                <a:gd name="connsiteX7" fmla="*/ 7029 w 33227"/>
                <a:gd name="connsiteY7" fmla="*/ 25536 h 48518"/>
                <a:gd name="connsiteX8" fmla="*/ 12780 w 33227"/>
                <a:gd name="connsiteY8" fmla="*/ 31920 h 4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27" h="48518">
                  <a:moveTo>
                    <a:pt x="12780" y="31920"/>
                  </a:moveTo>
                  <a:lnTo>
                    <a:pt x="12780" y="48518"/>
                  </a:lnTo>
                  <a:lnTo>
                    <a:pt x="33227" y="22982"/>
                  </a:lnTo>
                  <a:lnTo>
                    <a:pt x="26837" y="22982"/>
                  </a:lnTo>
                  <a:cubicBezTo>
                    <a:pt x="23004" y="22982"/>
                    <a:pt x="20447" y="20429"/>
                    <a:pt x="20447" y="16598"/>
                  </a:cubicBezTo>
                  <a:lnTo>
                    <a:pt x="20447" y="0"/>
                  </a:lnTo>
                  <a:lnTo>
                    <a:pt x="0" y="25536"/>
                  </a:lnTo>
                  <a:lnTo>
                    <a:pt x="7029" y="25536"/>
                  </a:lnTo>
                  <a:cubicBezTo>
                    <a:pt x="10224" y="25536"/>
                    <a:pt x="12780" y="28089"/>
                    <a:pt x="12780" y="31920"/>
                  </a:cubicBezTo>
                  <a:close/>
                </a:path>
              </a:pathLst>
            </a:custGeom>
            <a:solidFill>
              <a:srgbClr val="43B02A"/>
            </a:solidFill>
            <a:ln w="6390" cap="flat">
              <a:noFill/>
              <a:prstDash val="solid"/>
              <a:miter/>
            </a:ln>
          </p:spPr>
          <p:txBody>
            <a:bodyPr rtlCol="0" anchor="ctr"/>
            <a:lstStyle/>
            <a:p>
              <a:endParaRPr lang="en-US"/>
            </a:p>
          </p:txBody>
        </p:sp>
        <p:sp>
          <p:nvSpPr>
            <p:cNvPr id="659" name="Graphic 4">
              <a:extLst>
                <a:ext uri="{FF2B5EF4-FFF2-40B4-BE49-F238E27FC236}">
                  <a16:creationId xmlns:a16="http://schemas.microsoft.com/office/drawing/2014/main" id="{310374CD-DBB4-524E-9BDA-BF1871E8874F}"/>
                </a:ext>
              </a:extLst>
            </p:cNvPr>
            <p:cNvSpPr/>
            <p:nvPr/>
          </p:nvSpPr>
          <p:spPr>
            <a:xfrm>
              <a:off x="9411657" y="1979820"/>
              <a:ext cx="96649" cy="135993"/>
            </a:xfrm>
            <a:custGeom>
              <a:avLst/>
              <a:gdLst>
                <a:gd name="connsiteX0" fmla="*/ 48644 w 96649"/>
                <a:gd name="connsiteY0" fmla="*/ 135993 h 135993"/>
                <a:gd name="connsiteX1" fmla="*/ 88261 w 96649"/>
                <a:gd name="connsiteY1" fmla="*/ 77261 h 135993"/>
                <a:gd name="connsiteX2" fmla="*/ 96568 w 96649"/>
                <a:gd name="connsiteY2" fmla="*/ 46618 h 135993"/>
                <a:gd name="connsiteX3" fmla="*/ 46727 w 96649"/>
                <a:gd name="connsiteY3" fmla="*/ 15 h 135993"/>
                <a:gd name="connsiteX4" fmla="*/ 81 w 96649"/>
                <a:gd name="connsiteY4" fmla="*/ 46618 h 135993"/>
                <a:gd name="connsiteX5" fmla="*/ 8387 w 96649"/>
                <a:gd name="connsiteY5" fmla="*/ 77261 h 135993"/>
                <a:gd name="connsiteX6" fmla="*/ 48644 w 96649"/>
                <a:gd name="connsiteY6" fmla="*/ 135993 h 135993"/>
                <a:gd name="connsiteX7" fmla="*/ 13499 w 96649"/>
                <a:gd name="connsiteY7" fmla="*/ 57470 h 135993"/>
                <a:gd name="connsiteX8" fmla="*/ 53756 w 96649"/>
                <a:gd name="connsiteY8" fmla="*/ 7675 h 135993"/>
                <a:gd name="connsiteX9" fmla="*/ 62702 w 96649"/>
                <a:gd name="connsiteY9" fmla="*/ 6399 h 135993"/>
                <a:gd name="connsiteX10" fmla="*/ 65258 w 96649"/>
                <a:gd name="connsiteY10" fmla="*/ 11506 h 135993"/>
                <a:gd name="connsiteX11" fmla="*/ 65258 w 96649"/>
                <a:gd name="connsiteY11" fmla="*/ 40234 h 135993"/>
                <a:gd name="connsiteX12" fmla="*/ 78676 w 96649"/>
                <a:gd name="connsiteY12" fmla="*/ 40234 h 135993"/>
                <a:gd name="connsiteX13" fmla="*/ 85066 w 96649"/>
                <a:gd name="connsiteY13" fmla="*/ 46618 h 135993"/>
                <a:gd name="connsiteX14" fmla="*/ 83789 w 96649"/>
                <a:gd name="connsiteY14" fmla="*/ 50448 h 135993"/>
                <a:gd name="connsiteX15" fmla="*/ 43532 w 96649"/>
                <a:gd name="connsiteY15" fmla="*/ 100243 h 135993"/>
                <a:gd name="connsiteX16" fmla="*/ 38420 w 96649"/>
                <a:gd name="connsiteY16" fmla="*/ 102797 h 135993"/>
                <a:gd name="connsiteX17" fmla="*/ 36503 w 96649"/>
                <a:gd name="connsiteY17" fmla="*/ 102797 h 135993"/>
                <a:gd name="connsiteX18" fmla="*/ 32030 w 96649"/>
                <a:gd name="connsiteY18" fmla="*/ 96413 h 135993"/>
                <a:gd name="connsiteX19" fmla="*/ 32030 w 96649"/>
                <a:gd name="connsiteY19" fmla="*/ 67685 h 135993"/>
                <a:gd name="connsiteX20" fmla="*/ 18612 w 96649"/>
                <a:gd name="connsiteY20" fmla="*/ 67685 h 135993"/>
                <a:gd name="connsiteX21" fmla="*/ 12222 w 96649"/>
                <a:gd name="connsiteY21" fmla="*/ 61301 h 135993"/>
                <a:gd name="connsiteX22" fmla="*/ 13499 w 96649"/>
                <a:gd name="connsiteY22" fmla="*/ 57470 h 13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6649" h="135993">
                  <a:moveTo>
                    <a:pt x="48644" y="135993"/>
                  </a:moveTo>
                  <a:cubicBezTo>
                    <a:pt x="59507" y="120672"/>
                    <a:pt x="83150" y="86198"/>
                    <a:pt x="88261" y="77261"/>
                  </a:cubicBezTo>
                  <a:cubicBezTo>
                    <a:pt x="94012" y="68323"/>
                    <a:pt x="97207" y="57470"/>
                    <a:pt x="96568" y="46618"/>
                  </a:cubicBezTo>
                  <a:cubicBezTo>
                    <a:pt x="95291" y="19805"/>
                    <a:pt x="72926" y="-624"/>
                    <a:pt x="46727" y="15"/>
                  </a:cubicBezTo>
                  <a:cubicBezTo>
                    <a:pt x="21167" y="653"/>
                    <a:pt x="1358" y="21082"/>
                    <a:pt x="81" y="46618"/>
                  </a:cubicBezTo>
                  <a:cubicBezTo>
                    <a:pt x="-558" y="57470"/>
                    <a:pt x="2637" y="68323"/>
                    <a:pt x="8387" y="77261"/>
                  </a:cubicBezTo>
                  <a:cubicBezTo>
                    <a:pt x="14138" y="85560"/>
                    <a:pt x="37781" y="120033"/>
                    <a:pt x="48644" y="135993"/>
                  </a:cubicBezTo>
                  <a:close/>
                  <a:moveTo>
                    <a:pt x="13499" y="57470"/>
                  </a:moveTo>
                  <a:lnTo>
                    <a:pt x="53756" y="7675"/>
                  </a:lnTo>
                  <a:cubicBezTo>
                    <a:pt x="55673" y="5122"/>
                    <a:pt x="60146" y="4483"/>
                    <a:pt x="62702" y="6399"/>
                  </a:cubicBezTo>
                  <a:cubicBezTo>
                    <a:pt x="63980" y="7675"/>
                    <a:pt x="65258" y="9591"/>
                    <a:pt x="65258" y="11506"/>
                  </a:cubicBezTo>
                  <a:lnTo>
                    <a:pt x="65258" y="40234"/>
                  </a:lnTo>
                  <a:lnTo>
                    <a:pt x="78676" y="40234"/>
                  </a:lnTo>
                  <a:cubicBezTo>
                    <a:pt x="82511" y="40234"/>
                    <a:pt x="85066" y="42787"/>
                    <a:pt x="85066" y="46618"/>
                  </a:cubicBezTo>
                  <a:cubicBezTo>
                    <a:pt x="85066" y="47894"/>
                    <a:pt x="84427" y="49810"/>
                    <a:pt x="83789" y="50448"/>
                  </a:cubicBezTo>
                  <a:lnTo>
                    <a:pt x="43532" y="100243"/>
                  </a:lnTo>
                  <a:cubicBezTo>
                    <a:pt x="42254" y="101520"/>
                    <a:pt x="40337" y="102797"/>
                    <a:pt x="38420" y="102797"/>
                  </a:cubicBezTo>
                  <a:cubicBezTo>
                    <a:pt x="37781" y="102797"/>
                    <a:pt x="37142" y="102797"/>
                    <a:pt x="36503" y="102797"/>
                  </a:cubicBezTo>
                  <a:cubicBezTo>
                    <a:pt x="33947" y="102158"/>
                    <a:pt x="32030" y="99605"/>
                    <a:pt x="32030" y="96413"/>
                  </a:cubicBezTo>
                  <a:lnTo>
                    <a:pt x="32030" y="67685"/>
                  </a:lnTo>
                  <a:lnTo>
                    <a:pt x="18612" y="67685"/>
                  </a:lnTo>
                  <a:cubicBezTo>
                    <a:pt x="14777" y="67685"/>
                    <a:pt x="12222" y="65131"/>
                    <a:pt x="12222" y="61301"/>
                  </a:cubicBezTo>
                  <a:cubicBezTo>
                    <a:pt x="12222" y="60024"/>
                    <a:pt x="12860" y="58747"/>
                    <a:pt x="13499" y="57470"/>
                  </a:cubicBezTo>
                  <a:close/>
                </a:path>
              </a:pathLst>
            </a:custGeom>
            <a:solidFill>
              <a:srgbClr val="43B02A"/>
            </a:solidFill>
            <a:ln w="6390" cap="flat">
              <a:noFill/>
              <a:prstDash val="solid"/>
              <a:miter/>
            </a:ln>
          </p:spPr>
          <p:txBody>
            <a:bodyPr rtlCol="0" anchor="ctr"/>
            <a:lstStyle/>
            <a:p>
              <a:endParaRPr lang="en-US"/>
            </a:p>
          </p:txBody>
        </p:sp>
        <p:sp>
          <p:nvSpPr>
            <p:cNvPr id="660" name="Graphic 4">
              <a:extLst>
                <a:ext uri="{FF2B5EF4-FFF2-40B4-BE49-F238E27FC236}">
                  <a16:creationId xmlns:a16="http://schemas.microsoft.com/office/drawing/2014/main" id="{58AE7F88-B0D7-9948-8BFF-1C8C953BD373}"/>
                </a:ext>
              </a:extLst>
            </p:cNvPr>
            <p:cNvSpPr/>
            <p:nvPr/>
          </p:nvSpPr>
          <p:spPr>
            <a:xfrm>
              <a:off x="9356785" y="2050059"/>
              <a:ext cx="12140" cy="75969"/>
            </a:xfrm>
            <a:custGeom>
              <a:avLst/>
              <a:gdLst>
                <a:gd name="connsiteX0" fmla="*/ 12140 w 12140"/>
                <a:gd name="connsiteY0" fmla="*/ 0 h 75969"/>
                <a:gd name="connsiteX1" fmla="*/ 0 w 12140"/>
                <a:gd name="connsiteY1" fmla="*/ 16598 h 75969"/>
                <a:gd name="connsiteX2" fmla="*/ 0 w 12140"/>
                <a:gd name="connsiteY2" fmla="*/ 75969 h 75969"/>
                <a:gd name="connsiteX3" fmla="*/ 12140 w 12140"/>
                <a:gd name="connsiteY3" fmla="*/ 70862 h 75969"/>
                <a:gd name="connsiteX4" fmla="*/ 12140 w 12140"/>
                <a:gd name="connsiteY4" fmla="*/ 0 h 75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40" h="75969">
                  <a:moveTo>
                    <a:pt x="12140" y="0"/>
                  </a:moveTo>
                  <a:cubicBezTo>
                    <a:pt x="5111" y="1915"/>
                    <a:pt x="0" y="8938"/>
                    <a:pt x="0" y="16598"/>
                  </a:cubicBezTo>
                  <a:lnTo>
                    <a:pt x="0" y="75969"/>
                  </a:lnTo>
                  <a:cubicBezTo>
                    <a:pt x="3834" y="73416"/>
                    <a:pt x="7668" y="71501"/>
                    <a:pt x="12140" y="70862"/>
                  </a:cubicBezTo>
                  <a:lnTo>
                    <a:pt x="12140" y="0"/>
                  </a:lnTo>
                  <a:close/>
                </a:path>
              </a:pathLst>
            </a:custGeom>
            <a:solidFill>
              <a:srgbClr val="43B02A"/>
            </a:solidFill>
            <a:ln w="6390" cap="flat">
              <a:noFill/>
              <a:prstDash val="solid"/>
              <a:miter/>
            </a:ln>
          </p:spPr>
          <p:txBody>
            <a:bodyPr rtlCol="0" anchor="ctr"/>
            <a:lstStyle/>
            <a:p>
              <a:endParaRPr lang="en-US"/>
            </a:p>
          </p:txBody>
        </p:sp>
        <p:sp>
          <p:nvSpPr>
            <p:cNvPr id="661" name="Graphic 4">
              <a:extLst>
                <a:ext uri="{FF2B5EF4-FFF2-40B4-BE49-F238E27FC236}">
                  <a16:creationId xmlns:a16="http://schemas.microsoft.com/office/drawing/2014/main" id="{01D201C1-BC1B-7249-B831-D43211C00A4E}"/>
                </a:ext>
              </a:extLst>
            </p:cNvPr>
            <p:cNvSpPr/>
            <p:nvPr/>
          </p:nvSpPr>
          <p:spPr>
            <a:xfrm>
              <a:off x="9278827" y="189301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72139 h 361971"/>
                <a:gd name="connsiteX7" fmla="*/ 242179 w 362309"/>
                <a:gd name="connsiteY7" fmla="*/ 132787 h 361971"/>
                <a:gd name="connsiteX8" fmla="*/ 231955 w 362309"/>
                <a:gd name="connsiteY8" fmla="*/ 170452 h 361971"/>
                <a:gd name="connsiteX9" fmla="*/ 186587 w 362309"/>
                <a:gd name="connsiteY9" fmla="*/ 237484 h 361971"/>
                <a:gd name="connsiteX10" fmla="*/ 177641 w 362309"/>
                <a:gd name="connsiteY10" fmla="*/ 239399 h 361971"/>
                <a:gd name="connsiteX11" fmla="*/ 175723 w 362309"/>
                <a:gd name="connsiteY11" fmla="*/ 237484 h 361971"/>
                <a:gd name="connsiteX12" fmla="*/ 130355 w 362309"/>
                <a:gd name="connsiteY12" fmla="*/ 170452 h 361971"/>
                <a:gd name="connsiteX13" fmla="*/ 120131 w 362309"/>
                <a:gd name="connsiteY13" fmla="*/ 132787 h 361971"/>
                <a:gd name="connsiteX14" fmla="*/ 181474 w 362309"/>
                <a:gd name="connsiteY14" fmla="*/ 72139 h 361971"/>
                <a:gd name="connsiteX15" fmla="*/ 297771 w 362309"/>
                <a:gd name="connsiteY15" fmla="*/ 258551 h 361971"/>
                <a:gd name="connsiteX16" fmla="*/ 297771 w 362309"/>
                <a:gd name="connsiteY16" fmla="*/ 258551 h 361971"/>
                <a:gd name="connsiteX17" fmla="*/ 266461 w 362309"/>
                <a:gd name="connsiteY17" fmla="*/ 289195 h 361971"/>
                <a:gd name="connsiteX18" fmla="*/ 96488 w 362309"/>
                <a:gd name="connsiteY18" fmla="*/ 289195 h 361971"/>
                <a:gd name="connsiteX19" fmla="*/ 65178 w 362309"/>
                <a:gd name="connsiteY19" fmla="*/ 258551 h 361971"/>
                <a:gd name="connsiteX20" fmla="*/ 65178 w 362309"/>
                <a:gd name="connsiteY20" fmla="*/ 258551 h 361971"/>
                <a:gd name="connsiteX21" fmla="*/ 65178 w 362309"/>
                <a:gd name="connsiteY21" fmla="*/ 173644 h 361971"/>
                <a:gd name="connsiteX22" fmla="*/ 95210 w 362309"/>
                <a:gd name="connsiteY22" fmla="*/ 143640 h 361971"/>
                <a:gd name="connsiteX23" fmla="*/ 96488 w 362309"/>
                <a:gd name="connsiteY23" fmla="*/ 143640 h 361971"/>
                <a:gd name="connsiteX24" fmla="*/ 102878 w 362309"/>
                <a:gd name="connsiteY24" fmla="*/ 150024 h 361971"/>
                <a:gd name="connsiteX25" fmla="*/ 102878 w 362309"/>
                <a:gd name="connsiteY25" fmla="*/ 176836 h 361971"/>
                <a:gd name="connsiteX26" fmla="*/ 131633 w 362309"/>
                <a:gd name="connsiteY26" fmla="*/ 176836 h 361971"/>
                <a:gd name="connsiteX27" fmla="*/ 138022 w 362309"/>
                <a:gd name="connsiteY27" fmla="*/ 183220 h 361971"/>
                <a:gd name="connsiteX28" fmla="*/ 131633 w 362309"/>
                <a:gd name="connsiteY28" fmla="*/ 189604 h 361971"/>
                <a:gd name="connsiteX29" fmla="*/ 102878 w 362309"/>
                <a:gd name="connsiteY29" fmla="*/ 189604 h 361971"/>
                <a:gd name="connsiteX30" fmla="*/ 102878 w 362309"/>
                <a:gd name="connsiteY30" fmla="*/ 233654 h 361971"/>
                <a:gd name="connsiteX31" fmla="*/ 96488 w 362309"/>
                <a:gd name="connsiteY31" fmla="*/ 240038 h 361971"/>
                <a:gd name="connsiteX32" fmla="*/ 77958 w 362309"/>
                <a:gd name="connsiteY32" fmla="*/ 257913 h 361971"/>
                <a:gd name="connsiteX33" fmla="*/ 77958 w 362309"/>
                <a:gd name="connsiteY33" fmla="*/ 258551 h 361971"/>
                <a:gd name="connsiteX34" fmla="*/ 96488 w 362309"/>
                <a:gd name="connsiteY34" fmla="*/ 277065 h 361971"/>
                <a:gd name="connsiteX35" fmla="*/ 266461 w 362309"/>
                <a:gd name="connsiteY35" fmla="*/ 277065 h 361971"/>
                <a:gd name="connsiteX36" fmla="*/ 284991 w 362309"/>
                <a:gd name="connsiteY36" fmla="*/ 258551 h 361971"/>
                <a:gd name="connsiteX37" fmla="*/ 266461 w 362309"/>
                <a:gd name="connsiteY37" fmla="*/ 240038 h 361971"/>
                <a:gd name="connsiteX38" fmla="*/ 266461 w 362309"/>
                <a:gd name="connsiteY38" fmla="*/ 240038 h 361971"/>
                <a:gd name="connsiteX39" fmla="*/ 260071 w 362309"/>
                <a:gd name="connsiteY39" fmla="*/ 233654 h 361971"/>
                <a:gd name="connsiteX40" fmla="*/ 260071 w 362309"/>
                <a:gd name="connsiteY40" fmla="*/ 189604 h 361971"/>
                <a:gd name="connsiteX41" fmla="*/ 231316 w 362309"/>
                <a:gd name="connsiteY41" fmla="*/ 189604 h 361971"/>
                <a:gd name="connsiteX42" fmla="*/ 224926 w 362309"/>
                <a:gd name="connsiteY42" fmla="*/ 183220 h 361971"/>
                <a:gd name="connsiteX43" fmla="*/ 231316 w 362309"/>
                <a:gd name="connsiteY43" fmla="*/ 176836 h 361971"/>
                <a:gd name="connsiteX44" fmla="*/ 260071 w 362309"/>
                <a:gd name="connsiteY44" fmla="*/ 176836 h 361971"/>
                <a:gd name="connsiteX45" fmla="*/ 260071 w 362309"/>
                <a:gd name="connsiteY45" fmla="*/ 150024 h 361971"/>
                <a:gd name="connsiteX46" fmla="*/ 266461 w 362309"/>
                <a:gd name="connsiteY46" fmla="*/ 143640 h 361971"/>
                <a:gd name="connsiteX47" fmla="*/ 297771 w 362309"/>
                <a:gd name="connsiteY47" fmla="*/ 172368 h 361971"/>
                <a:gd name="connsiteX48" fmla="*/ 297771 w 362309"/>
                <a:gd name="connsiteY48" fmla="*/ 173644 h 361971"/>
                <a:gd name="connsiteX49" fmla="*/ 297771 w 362309"/>
                <a:gd name="connsiteY49" fmla="*/ 25855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181474" y="72139"/>
                  </a:moveTo>
                  <a:cubicBezTo>
                    <a:pt x="215341" y="72139"/>
                    <a:pt x="242179" y="99590"/>
                    <a:pt x="242179" y="132787"/>
                  </a:cubicBezTo>
                  <a:cubicBezTo>
                    <a:pt x="242818" y="146193"/>
                    <a:pt x="238984" y="158961"/>
                    <a:pt x="231955" y="170452"/>
                  </a:cubicBezTo>
                  <a:cubicBezTo>
                    <a:pt x="224287" y="182582"/>
                    <a:pt x="187864" y="234931"/>
                    <a:pt x="186587" y="237484"/>
                  </a:cubicBezTo>
                  <a:cubicBezTo>
                    <a:pt x="184669" y="240676"/>
                    <a:pt x="180836" y="241315"/>
                    <a:pt x="177641" y="239399"/>
                  </a:cubicBezTo>
                  <a:cubicBezTo>
                    <a:pt x="177002" y="238761"/>
                    <a:pt x="176362" y="238123"/>
                    <a:pt x="175723" y="237484"/>
                  </a:cubicBezTo>
                  <a:cubicBezTo>
                    <a:pt x="174446" y="234931"/>
                    <a:pt x="137384" y="182582"/>
                    <a:pt x="130355" y="170452"/>
                  </a:cubicBezTo>
                  <a:cubicBezTo>
                    <a:pt x="123326" y="159600"/>
                    <a:pt x="119492" y="146193"/>
                    <a:pt x="120131" y="132787"/>
                  </a:cubicBezTo>
                  <a:cubicBezTo>
                    <a:pt x="120131" y="99590"/>
                    <a:pt x="147607" y="72139"/>
                    <a:pt x="181474" y="72139"/>
                  </a:cubicBezTo>
                  <a:close/>
                  <a:moveTo>
                    <a:pt x="297771" y="258551"/>
                  </a:moveTo>
                  <a:lnTo>
                    <a:pt x="297771" y="258551"/>
                  </a:lnTo>
                  <a:cubicBezTo>
                    <a:pt x="297771" y="275788"/>
                    <a:pt x="283713" y="289195"/>
                    <a:pt x="266461" y="289195"/>
                  </a:cubicBezTo>
                  <a:lnTo>
                    <a:pt x="96488" y="289195"/>
                  </a:lnTo>
                  <a:cubicBezTo>
                    <a:pt x="79235" y="289195"/>
                    <a:pt x="65178" y="275788"/>
                    <a:pt x="65178" y="258551"/>
                  </a:cubicBezTo>
                  <a:lnTo>
                    <a:pt x="65178" y="258551"/>
                  </a:lnTo>
                  <a:lnTo>
                    <a:pt x="65178" y="173644"/>
                  </a:lnTo>
                  <a:cubicBezTo>
                    <a:pt x="65178" y="157046"/>
                    <a:pt x="78597" y="143640"/>
                    <a:pt x="95210" y="143640"/>
                  </a:cubicBezTo>
                  <a:cubicBezTo>
                    <a:pt x="95849" y="143640"/>
                    <a:pt x="95849" y="143640"/>
                    <a:pt x="96488" y="143640"/>
                  </a:cubicBezTo>
                  <a:cubicBezTo>
                    <a:pt x="100322" y="143640"/>
                    <a:pt x="102878" y="146193"/>
                    <a:pt x="102878" y="150024"/>
                  </a:cubicBezTo>
                  <a:lnTo>
                    <a:pt x="102878" y="176836"/>
                  </a:lnTo>
                  <a:lnTo>
                    <a:pt x="131633" y="176836"/>
                  </a:lnTo>
                  <a:cubicBezTo>
                    <a:pt x="135467" y="176836"/>
                    <a:pt x="138022" y="179390"/>
                    <a:pt x="138022" y="183220"/>
                  </a:cubicBezTo>
                  <a:cubicBezTo>
                    <a:pt x="138022" y="187051"/>
                    <a:pt x="135467" y="189604"/>
                    <a:pt x="131633" y="189604"/>
                  </a:cubicBezTo>
                  <a:lnTo>
                    <a:pt x="102878" y="189604"/>
                  </a:lnTo>
                  <a:lnTo>
                    <a:pt x="102878" y="233654"/>
                  </a:lnTo>
                  <a:cubicBezTo>
                    <a:pt x="102878" y="237484"/>
                    <a:pt x="100322" y="240038"/>
                    <a:pt x="96488" y="240038"/>
                  </a:cubicBezTo>
                  <a:cubicBezTo>
                    <a:pt x="86264" y="240038"/>
                    <a:pt x="77958" y="248337"/>
                    <a:pt x="77958" y="257913"/>
                  </a:cubicBezTo>
                  <a:cubicBezTo>
                    <a:pt x="77958" y="257913"/>
                    <a:pt x="77958" y="257913"/>
                    <a:pt x="77958" y="258551"/>
                  </a:cubicBezTo>
                  <a:cubicBezTo>
                    <a:pt x="77958" y="268766"/>
                    <a:pt x="86264" y="277065"/>
                    <a:pt x="96488" y="277065"/>
                  </a:cubicBezTo>
                  <a:lnTo>
                    <a:pt x="266461" y="277065"/>
                  </a:lnTo>
                  <a:cubicBezTo>
                    <a:pt x="276685" y="277065"/>
                    <a:pt x="284991" y="268766"/>
                    <a:pt x="284991" y="258551"/>
                  </a:cubicBezTo>
                  <a:cubicBezTo>
                    <a:pt x="284991" y="248337"/>
                    <a:pt x="276685" y="240038"/>
                    <a:pt x="266461" y="240038"/>
                  </a:cubicBezTo>
                  <a:cubicBezTo>
                    <a:pt x="266461" y="240038"/>
                    <a:pt x="266461" y="240038"/>
                    <a:pt x="266461" y="240038"/>
                  </a:cubicBezTo>
                  <a:cubicBezTo>
                    <a:pt x="262626" y="240038"/>
                    <a:pt x="260071" y="237484"/>
                    <a:pt x="260071" y="233654"/>
                  </a:cubicBezTo>
                  <a:lnTo>
                    <a:pt x="260071" y="189604"/>
                  </a:lnTo>
                  <a:lnTo>
                    <a:pt x="231316" y="189604"/>
                  </a:lnTo>
                  <a:cubicBezTo>
                    <a:pt x="227482" y="189604"/>
                    <a:pt x="224926" y="187051"/>
                    <a:pt x="224926" y="183220"/>
                  </a:cubicBezTo>
                  <a:cubicBezTo>
                    <a:pt x="224926" y="179390"/>
                    <a:pt x="227482" y="176836"/>
                    <a:pt x="231316" y="176836"/>
                  </a:cubicBezTo>
                  <a:lnTo>
                    <a:pt x="260071" y="176836"/>
                  </a:lnTo>
                  <a:lnTo>
                    <a:pt x="260071" y="150024"/>
                  </a:lnTo>
                  <a:cubicBezTo>
                    <a:pt x="260071" y="146193"/>
                    <a:pt x="262626" y="143640"/>
                    <a:pt x="266461" y="143640"/>
                  </a:cubicBezTo>
                  <a:cubicBezTo>
                    <a:pt x="283075" y="143001"/>
                    <a:pt x="297132" y="155769"/>
                    <a:pt x="297771" y="172368"/>
                  </a:cubicBezTo>
                  <a:cubicBezTo>
                    <a:pt x="297771" y="173006"/>
                    <a:pt x="297771" y="173006"/>
                    <a:pt x="297771" y="173644"/>
                  </a:cubicBezTo>
                  <a:lnTo>
                    <a:pt x="297771" y="258551"/>
                  </a:lnTo>
                  <a:close/>
                </a:path>
              </a:pathLst>
            </a:custGeom>
            <a:solidFill>
              <a:srgbClr val="43B02A"/>
            </a:solidFill>
            <a:ln w="6390" cap="flat">
              <a:noFill/>
              <a:prstDash val="solid"/>
              <a:miter/>
            </a:ln>
          </p:spPr>
          <p:txBody>
            <a:bodyPr rtlCol="0" anchor="ctr"/>
            <a:lstStyle/>
            <a:p>
              <a:endParaRPr lang="en-US"/>
            </a:p>
          </p:txBody>
        </p:sp>
        <p:sp>
          <p:nvSpPr>
            <p:cNvPr id="662" name="Graphic 4">
              <a:extLst>
                <a:ext uri="{FF2B5EF4-FFF2-40B4-BE49-F238E27FC236}">
                  <a16:creationId xmlns:a16="http://schemas.microsoft.com/office/drawing/2014/main" id="{92C1C666-6640-4549-B06D-595E808F742B}"/>
                </a:ext>
              </a:extLst>
            </p:cNvPr>
            <p:cNvSpPr/>
            <p:nvPr/>
          </p:nvSpPr>
          <p:spPr>
            <a:xfrm>
              <a:off x="9551678" y="2050059"/>
              <a:ext cx="12140" cy="75969"/>
            </a:xfrm>
            <a:custGeom>
              <a:avLst/>
              <a:gdLst>
                <a:gd name="connsiteX0" fmla="*/ 12140 w 12140"/>
                <a:gd name="connsiteY0" fmla="*/ 16598 h 75969"/>
                <a:gd name="connsiteX1" fmla="*/ 0 w 12140"/>
                <a:gd name="connsiteY1" fmla="*/ 0 h 75969"/>
                <a:gd name="connsiteX2" fmla="*/ 0 w 12140"/>
                <a:gd name="connsiteY2" fmla="*/ 70862 h 75969"/>
                <a:gd name="connsiteX3" fmla="*/ 12140 w 12140"/>
                <a:gd name="connsiteY3" fmla="*/ 75969 h 75969"/>
                <a:gd name="connsiteX4" fmla="*/ 12140 w 12140"/>
                <a:gd name="connsiteY4" fmla="*/ 16598 h 75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40" h="75969">
                  <a:moveTo>
                    <a:pt x="12140" y="16598"/>
                  </a:moveTo>
                  <a:cubicBezTo>
                    <a:pt x="12140" y="8938"/>
                    <a:pt x="7029" y="1915"/>
                    <a:pt x="0" y="0"/>
                  </a:cubicBezTo>
                  <a:lnTo>
                    <a:pt x="0" y="70862"/>
                  </a:lnTo>
                  <a:cubicBezTo>
                    <a:pt x="4473" y="71501"/>
                    <a:pt x="8945" y="73416"/>
                    <a:pt x="12140" y="75969"/>
                  </a:cubicBezTo>
                  <a:lnTo>
                    <a:pt x="12140" y="16598"/>
                  </a:lnTo>
                  <a:close/>
                </a:path>
              </a:pathLst>
            </a:custGeom>
            <a:solidFill>
              <a:srgbClr val="43B02A"/>
            </a:solidFill>
            <a:ln w="6390" cap="flat">
              <a:noFill/>
              <a:prstDash val="solid"/>
              <a:miter/>
            </a:ln>
          </p:spPr>
          <p:txBody>
            <a:bodyPr rtlCol="0" anchor="ctr"/>
            <a:lstStyle/>
            <a:p>
              <a:endParaRPr lang="en-US"/>
            </a:p>
          </p:txBody>
        </p:sp>
      </p:grpSp>
      <p:grpSp>
        <p:nvGrpSpPr>
          <p:cNvPr id="663" name="Graphic 4">
            <a:extLst>
              <a:ext uri="{FF2B5EF4-FFF2-40B4-BE49-F238E27FC236}">
                <a16:creationId xmlns:a16="http://schemas.microsoft.com/office/drawing/2014/main" id="{A25F834A-4880-D243-A1EA-73AD21852613}"/>
              </a:ext>
            </a:extLst>
          </p:cNvPr>
          <p:cNvGrpSpPr/>
          <p:nvPr/>
        </p:nvGrpSpPr>
        <p:grpSpPr>
          <a:xfrm>
            <a:off x="10937917" y="1893013"/>
            <a:ext cx="362309" cy="361971"/>
            <a:chOff x="9887149" y="1893013"/>
            <a:chExt cx="362309" cy="361971"/>
          </a:xfrm>
          <a:solidFill>
            <a:srgbClr val="43B02A"/>
          </a:solidFill>
        </p:grpSpPr>
        <p:sp>
          <p:nvSpPr>
            <p:cNvPr id="664" name="Graphic 4">
              <a:extLst>
                <a:ext uri="{FF2B5EF4-FFF2-40B4-BE49-F238E27FC236}">
                  <a16:creationId xmlns:a16="http://schemas.microsoft.com/office/drawing/2014/main" id="{6DD2A1D5-BF01-E242-9E65-255FA627D658}"/>
                </a:ext>
              </a:extLst>
            </p:cNvPr>
            <p:cNvSpPr/>
            <p:nvPr/>
          </p:nvSpPr>
          <p:spPr>
            <a:xfrm>
              <a:off x="9887149" y="189301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09" y="280895"/>
                    <a:pt x="362309" y="180667"/>
                  </a:cubicBezTo>
                  <a:cubicBezTo>
                    <a:pt x="362309"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1474" y="12768"/>
                  </a:cubicBezTo>
                  <a:cubicBezTo>
                    <a:pt x="274128" y="12768"/>
                    <a:pt x="349529" y="88099"/>
                    <a:pt x="349529" y="180667"/>
                  </a:cubicBezTo>
                  <a:cubicBezTo>
                    <a:pt x="349529" y="273873"/>
                    <a:pt x="274128" y="349204"/>
                    <a:pt x="180835" y="349204"/>
                  </a:cubicBezTo>
                  <a:close/>
                </a:path>
              </a:pathLst>
            </a:custGeom>
            <a:solidFill>
              <a:srgbClr val="43B02A"/>
            </a:solidFill>
            <a:ln w="6390" cap="flat">
              <a:noFill/>
              <a:prstDash val="solid"/>
              <a:miter/>
            </a:ln>
          </p:spPr>
          <p:txBody>
            <a:bodyPr rtlCol="0" anchor="ctr"/>
            <a:lstStyle/>
            <a:p>
              <a:endParaRPr lang="en-US"/>
            </a:p>
          </p:txBody>
        </p:sp>
        <p:sp>
          <p:nvSpPr>
            <p:cNvPr id="665" name="Graphic 4">
              <a:extLst>
                <a:ext uri="{FF2B5EF4-FFF2-40B4-BE49-F238E27FC236}">
                  <a16:creationId xmlns:a16="http://schemas.microsoft.com/office/drawing/2014/main" id="{EF053E91-D9A1-E840-8B7F-3765FF4623FB}"/>
                </a:ext>
              </a:extLst>
            </p:cNvPr>
            <p:cNvSpPr/>
            <p:nvPr/>
          </p:nvSpPr>
          <p:spPr>
            <a:xfrm>
              <a:off x="9961273" y="2044952"/>
              <a:ext cx="213424" cy="148746"/>
            </a:xfrm>
            <a:custGeom>
              <a:avLst/>
              <a:gdLst>
                <a:gd name="connsiteX0" fmla="*/ 202561 w 213424"/>
                <a:gd name="connsiteY0" fmla="*/ 26174 h 148746"/>
                <a:gd name="connsiteX1" fmla="*/ 180835 w 213424"/>
                <a:gd name="connsiteY1" fmla="*/ 26174 h 148746"/>
                <a:gd name="connsiteX2" fmla="*/ 177640 w 213424"/>
                <a:gd name="connsiteY2" fmla="*/ 26813 h 148746"/>
                <a:gd name="connsiteX3" fmla="*/ 168055 w 213424"/>
                <a:gd name="connsiteY3" fmla="*/ 6384 h 148746"/>
                <a:gd name="connsiteX4" fmla="*/ 154636 w 213424"/>
                <a:gd name="connsiteY4" fmla="*/ 0 h 148746"/>
                <a:gd name="connsiteX5" fmla="*/ 58787 w 213424"/>
                <a:gd name="connsiteY5" fmla="*/ 0 h 148746"/>
                <a:gd name="connsiteX6" fmla="*/ 45368 w 213424"/>
                <a:gd name="connsiteY6" fmla="*/ 6384 h 148746"/>
                <a:gd name="connsiteX7" fmla="*/ 35783 w 213424"/>
                <a:gd name="connsiteY7" fmla="*/ 26813 h 148746"/>
                <a:gd name="connsiteX8" fmla="*/ 32589 w 213424"/>
                <a:gd name="connsiteY8" fmla="*/ 26174 h 148746"/>
                <a:gd name="connsiteX9" fmla="*/ 10863 w 213424"/>
                <a:gd name="connsiteY9" fmla="*/ 26174 h 148746"/>
                <a:gd name="connsiteX10" fmla="*/ 0 w 213424"/>
                <a:gd name="connsiteY10" fmla="*/ 37027 h 148746"/>
                <a:gd name="connsiteX11" fmla="*/ 0 w 213424"/>
                <a:gd name="connsiteY11" fmla="*/ 37027 h 148746"/>
                <a:gd name="connsiteX12" fmla="*/ 0 w 213424"/>
                <a:gd name="connsiteY12" fmla="*/ 45965 h 148746"/>
                <a:gd name="connsiteX13" fmla="*/ 9585 w 213424"/>
                <a:gd name="connsiteY13" fmla="*/ 56817 h 148746"/>
                <a:gd name="connsiteX14" fmla="*/ 17891 w 213424"/>
                <a:gd name="connsiteY14" fmla="*/ 58733 h 148746"/>
                <a:gd name="connsiteX15" fmla="*/ 12780 w 213424"/>
                <a:gd name="connsiteY15" fmla="*/ 75969 h 148746"/>
                <a:gd name="connsiteX16" fmla="*/ 12780 w 213424"/>
                <a:gd name="connsiteY16" fmla="*/ 111720 h 148746"/>
                <a:gd name="connsiteX17" fmla="*/ 17253 w 213424"/>
                <a:gd name="connsiteY17" fmla="*/ 123211 h 148746"/>
                <a:gd name="connsiteX18" fmla="*/ 17253 w 213424"/>
                <a:gd name="connsiteY18" fmla="*/ 137894 h 148746"/>
                <a:gd name="connsiteX19" fmla="*/ 28116 w 213424"/>
                <a:gd name="connsiteY19" fmla="*/ 148747 h 148746"/>
                <a:gd name="connsiteX20" fmla="*/ 28116 w 213424"/>
                <a:gd name="connsiteY20" fmla="*/ 148747 h 148746"/>
                <a:gd name="connsiteX21" fmla="*/ 58787 w 213424"/>
                <a:gd name="connsiteY21" fmla="*/ 148747 h 148746"/>
                <a:gd name="connsiteX22" fmla="*/ 69650 w 213424"/>
                <a:gd name="connsiteY22" fmla="*/ 137894 h 148746"/>
                <a:gd name="connsiteX23" fmla="*/ 69650 w 213424"/>
                <a:gd name="connsiteY23" fmla="*/ 130872 h 148746"/>
                <a:gd name="connsiteX24" fmla="*/ 143774 w 213424"/>
                <a:gd name="connsiteY24" fmla="*/ 130872 h 148746"/>
                <a:gd name="connsiteX25" fmla="*/ 143774 w 213424"/>
                <a:gd name="connsiteY25" fmla="*/ 137256 h 148746"/>
                <a:gd name="connsiteX26" fmla="*/ 154636 w 213424"/>
                <a:gd name="connsiteY26" fmla="*/ 148108 h 148746"/>
                <a:gd name="connsiteX27" fmla="*/ 154636 w 213424"/>
                <a:gd name="connsiteY27" fmla="*/ 148108 h 148746"/>
                <a:gd name="connsiteX28" fmla="*/ 185308 w 213424"/>
                <a:gd name="connsiteY28" fmla="*/ 148108 h 148746"/>
                <a:gd name="connsiteX29" fmla="*/ 196171 w 213424"/>
                <a:gd name="connsiteY29" fmla="*/ 137256 h 148746"/>
                <a:gd name="connsiteX30" fmla="*/ 196171 w 213424"/>
                <a:gd name="connsiteY30" fmla="*/ 122572 h 148746"/>
                <a:gd name="connsiteX31" fmla="*/ 200644 w 213424"/>
                <a:gd name="connsiteY31" fmla="*/ 111081 h 148746"/>
                <a:gd name="connsiteX32" fmla="*/ 200644 w 213424"/>
                <a:gd name="connsiteY32" fmla="*/ 75331 h 148746"/>
                <a:gd name="connsiteX33" fmla="*/ 195532 w 213424"/>
                <a:gd name="connsiteY33" fmla="*/ 58094 h 148746"/>
                <a:gd name="connsiteX34" fmla="*/ 203839 w 213424"/>
                <a:gd name="connsiteY34" fmla="*/ 56179 h 148746"/>
                <a:gd name="connsiteX35" fmla="*/ 213424 w 213424"/>
                <a:gd name="connsiteY35" fmla="*/ 45326 h 148746"/>
                <a:gd name="connsiteX36" fmla="*/ 213424 w 213424"/>
                <a:gd name="connsiteY36" fmla="*/ 36389 h 148746"/>
                <a:gd name="connsiteX37" fmla="*/ 202561 w 213424"/>
                <a:gd name="connsiteY37" fmla="*/ 26174 h 148746"/>
                <a:gd name="connsiteX38" fmla="*/ 200644 w 213424"/>
                <a:gd name="connsiteY38" fmla="*/ 44049 h 148746"/>
                <a:gd name="connsiteX39" fmla="*/ 183391 w 213424"/>
                <a:gd name="connsiteY39" fmla="*/ 48518 h 148746"/>
                <a:gd name="connsiteX40" fmla="*/ 178918 w 213424"/>
                <a:gd name="connsiteY40" fmla="*/ 52349 h 148746"/>
                <a:gd name="connsiteX41" fmla="*/ 179557 w 213424"/>
                <a:gd name="connsiteY41" fmla="*/ 58094 h 148746"/>
                <a:gd name="connsiteX42" fmla="*/ 184030 w 213424"/>
                <a:gd name="connsiteY42" fmla="*/ 64478 h 148746"/>
                <a:gd name="connsiteX43" fmla="*/ 187225 w 213424"/>
                <a:gd name="connsiteY43" fmla="*/ 75331 h 148746"/>
                <a:gd name="connsiteX44" fmla="*/ 187225 w 213424"/>
                <a:gd name="connsiteY44" fmla="*/ 111081 h 148746"/>
                <a:gd name="connsiteX45" fmla="*/ 185308 w 213424"/>
                <a:gd name="connsiteY45" fmla="*/ 114912 h 148746"/>
                <a:gd name="connsiteX46" fmla="*/ 183391 w 213424"/>
                <a:gd name="connsiteY46" fmla="*/ 120019 h 148746"/>
                <a:gd name="connsiteX47" fmla="*/ 183391 w 213424"/>
                <a:gd name="connsiteY47" fmla="*/ 135340 h 148746"/>
                <a:gd name="connsiteX48" fmla="*/ 157192 w 213424"/>
                <a:gd name="connsiteY48" fmla="*/ 135340 h 148746"/>
                <a:gd name="connsiteX49" fmla="*/ 157192 w 213424"/>
                <a:gd name="connsiteY49" fmla="*/ 124488 h 148746"/>
                <a:gd name="connsiteX50" fmla="*/ 150802 w 213424"/>
                <a:gd name="connsiteY50" fmla="*/ 118104 h 148746"/>
                <a:gd name="connsiteX51" fmla="*/ 59426 w 213424"/>
                <a:gd name="connsiteY51" fmla="*/ 120019 h 148746"/>
                <a:gd name="connsiteX52" fmla="*/ 57509 w 213424"/>
                <a:gd name="connsiteY52" fmla="*/ 124488 h 148746"/>
                <a:gd name="connsiteX53" fmla="*/ 57509 w 213424"/>
                <a:gd name="connsiteY53" fmla="*/ 135340 h 148746"/>
                <a:gd name="connsiteX54" fmla="*/ 31311 w 213424"/>
                <a:gd name="connsiteY54" fmla="*/ 135340 h 148746"/>
                <a:gd name="connsiteX55" fmla="*/ 31311 w 213424"/>
                <a:gd name="connsiteY55" fmla="*/ 120019 h 148746"/>
                <a:gd name="connsiteX56" fmla="*/ 29394 w 213424"/>
                <a:gd name="connsiteY56" fmla="*/ 114912 h 148746"/>
                <a:gd name="connsiteX57" fmla="*/ 26837 w 213424"/>
                <a:gd name="connsiteY57" fmla="*/ 111081 h 148746"/>
                <a:gd name="connsiteX58" fmla="*/ 26837 w 213424"/>
                <a:gd name="connsiteY58" fmla="*/ 75331 h 148746"/>
                <a:gd name="connsiteX59" fmla="*/ 30032 w 213424"/>
                <a:gd name="connsiteY59" fmla="*/ 64478 h 148746"/>
                <a:gd name="connsiteX60" fmla="*/ 34506 w 213424"/>
                <a:gd name="connsiteY60" fmla="*/ 58094 h 148746"/>
                <a:gd name="connsiteX61" fmla="*/ 32589 w 213424"/>
                <a:gd name="connsiteY61" fmla="*/ 49157 h 148746"/>
                <a:gd name="connsiteX62" fmla="*/ 30671 w 213424"/>
                <a:gd name="connsiteY62" fmla="*/ 48518 h 148746"/>
                <a:gd name="connsiteX63" fmla="*/ 13419 w 213424"/>
                <a:gd name="connsiteY63" fmla="*/ 44049 h 148746"/>
                <a:gd name="connsiteX64" fmla="*/ 13419 w 213424"/>
                <a:gd name="connsiteY64" fmla="*/ 38942 h 148746"/>
                <a:gd name="connsiteX65" fmla="*/ 29394 w 213424"/>
                <a:gd name="connsiteY65" fmla="*/ 38942 h 148746"/>
                <a:gd name="connsiteX66" fmla="*/ 31311 w 213424"/>
                <a:gd name="connsiteY66" fmla="*/ 42134 h 148746"/>
                <a:gd name="connsiteX67" fmla="*/ 35145 w 213424"/>
                <a:gd name="connsiteY67" fmla="*/ 47241 h 148746"/>
                <a:gd name="connsiteX68" fmla="*/ 37701 w 213424"/>
                <a:gd name="connsiteY68" fmla="*/ 47880 h 148746"/>
                <a:gd name="connsiteX69" fmla="*/ 42812 w 213424"/>
                <a:gd name="connsiteY69" fmla="*/ 45326 h 148746"/>
                <a:gd name="connsiteX70" fmla="*/ 44091 w 213424"/>
                <a:gd name="connsiteY70" fmla="*/ 42134 h 148746"/>
                <a:gd name="connsiteX71" fmla="*/ 55592 w 213424"/>
                <a:gd name="connsiteY71" fmla="*/ 15322 h 148746"/>
                <a:gd name="connsiteX72" fmla="*/ 59426 w 213424"/>
                <a:gd name="connsiteY72" fmla="*/ 13406 h 148746"/>
                <a:gd name="connsiteX73" fmla="*/ 155275 w 213424"/>
                <a:gd name="connsiteY73" fmla="*/ 13406 h 148746"/>
                <a:gd name="connsiteX74" fmla="*/ 159110 w 213424"/>
                <a:gd name="connsiteY74" fmla="*/ 15322 h 148746"/>
                <a:gd name="connsiteX75" fmla="*/ 171250 w 213424"/>
                <a:gd name="connsiteY75" fmla="*/ 44049 h 148746"/>
                <a:gd name="connsiteX76" fmla="*/ 179557 w 213424"/>
                <a:gd name="connsiteY76" fmla="*/ 47880 h 148746"/>
                <a:gd name="connsiteX77" fmla="*/ 179557 w 213424"/>
                <a:gd name="connsiteY77" fmla="*/ 47880 h 148746"/>
                <a:gd name="connsiteX78" fmla="*/ 180835 w 213424"/>
                <a:gd name="connsiteY78" fmla="*/ 47241 h 148746"/>
                <a:gd name="connsiteX79" fmla="*/ 183391 w 213424"/>
                <a:gd name="connsiteY79" fmla="*/ 44049 h 148746"/>
                <a:gd name="connsiteX80" fmla="*/ 185308 w 213424"/>
                <a:gd name="connsiteY80" fmla="*/ 39581 h 148746"/>
                <a:gd name="connsiteX81" fmla="*/ 201283 w 213424"/>
                <a:gd name="connsiteY81" fmla="*/ 39581 h 148746"/>
                <a:gd name="connsiteX82" fmla="*/ 200644 w 213424"/>
                <a:gd name="connsiteY82" fmla="*/ 44049 h 148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13424" h="148746">
                  <a:moveTo>
                    <a:pt x="202561" y="26174"/>
                  </a:moveTo>
                  <a:lnTo>
                    <a:pt x="180835" y="26174"/>
                  </a:lnTo>
                  <a:cubicBezTo>
                    <a:pt x="179557" y="26174"/>
                    <a:pt x="178918" y="26174"/>
                    <a:pt x="177640" y="26813"/>
                  </a:cubicBezTo>
                  <a:cubicBezTo>
                    <a:pt x="175084" y="19790"/>
                    <a:pt x="171889" y="12768"/>
                    <a:pt x="168055" y="6384"/>
                  </a:cubicBezTo>
                  <a:cubicBezTo>
                    <a:pt x="164860" y="2554"/>
                    <a:pt x="159748" y="0"/>
                    <a:pt x="154636" y="0"/>
                  </a:cubicBezTo>
                  <a:lnTo>
                    <a:pt x="58787" y="0"/>
                  </a:lnTo>
                  <a:cubicBezTo>
                    <a:pt x="53676" y="0"/>
                    <a:pt x="48563" y="2554"/>
                    <a:pt x="45368" y="6384"/>
                  </a:cubicBezTo>
                  <a:cubicBezTo>
                    <a:pt x="41535" y="12768"/>
                    <a:pt x="38340" y="19790"/>
                    <a:pt x="35783" y="26813"/>
                  </a:cubicBezTo>
                  <a:cubicBezTo>
                    <a:pt x="34506" y="26174"/>
                    <a:pt x="33866" y="26174"/>
                    <a:pt x="32589" y="26174"/>
                  </a:cubicBezTo>
                  <a:lnTo>
                    <a:pt x="10863" y="26174"/>
                  </a:lnTo>
                  <a:cubicBezTo>
                    <a:pt x="5111" y="26174"/>
                    <a:pt x="0" y="31281"/>
                    <a:pt x="0" y="37027"/>
                  </a:cubicBezTo>
                  <a:cubicBezTo>
                    <a:pt x="0" y="37027"/>
                    <a:pt x="0" y="37027"/>
                    <a:pt x="0" y="37027"/>
                  </a:cubicBezTo>
                  <a:lnTo>
                    <a:pt x="0" y="45965"/>
                  </a:lnTo>
                  <a:cubicBezTo>
                    <a:pt x="0" y="51710"/>
                    <a:pt x="4473" y="56179"/>
                    <a:pt x="9585" y="56817"/>
                  </a:cubicBezTo>
                  <a:lnTo>
                    <a:pt x="17891" y="58733"/>
                  </a:lnTo>
                  <a:cubicBezTo>
                    <a:pt x="14696" y="63840"/>
                    <a:pt x="12780" y="69585"/>
                    <a:pt x="12780" y="75969"/>
                  </a:cubicBezTo>
                  <a:lnTo>
                    <a:pt x="12780" y="111720"/>
                  </a:lnTo>
                  <a:cubicBezTo>
                    <a:pt x="12780" y="116188"/>
                    <a:pt x="14058" y="120019"/>
                    <a:pt x="17253" y="123211"/>
                  </a:cubicBezTo>
                  <a:lnTo>
                    <a:pt x="17253" y="137894"/>
                  </a:lnTo>
                  <a:cubicBezTo>
                    <a:pt x="17253" y="143640"/>
                    <a:pt x="22365" y="148747"/>
                    <a:pt x="28116" y="148747"/>
                  </a:cubicBezTo>
                  <a:lnTo>
                    <a:pt x="28116" y="148747"/>
                  </a:lnTo>
                  <a:lnTo>
                    <a:pt x="58787" y="148747"/>
                  </a:lnTo>
                  <a:cubicBezTo>
                    <a:pt x="64538" y="148747"/>
                    <a:pt x="69650" y="143640"/>
                    <a:pt x="69650" y="137894"/>
                  </a:cubicBezTo>
                  <a:lnTo>
                    <a:pt x="69650" y="130872"/>
                  </a:lnTo>
                  <a:lnTo>
                    <a:pt x="143774" y="130872"/>
                  </a:lnTo>
                  <a:lnTo>
                    <a:pt x="143774" y="137256"/>
                  </a:lnTo>
                  <a:cubicBezTo>
                    <a:pt x="143774" y="143001"/>
                    <a:pt x="148885" y="148108"/>
                    <a:pt x="154636" y="148108"/>
                  </a:cubicBezTo>
                  <a:lnTo>
                    <a:pt x="154636" y="148108"/>
                  </a:lnTo>
                  <a:lnTo>
                    <a:pt x="185308" y="148108"/>
                  </a:lnTo>
                  <a:cubicBezTo>
                    <a:pt x="191059" y="148108"/>
                    <a:pt x="196171" y="143001"/>
                    <a:pt x="196171" y="137256"/>
                  </a:cubicBezTo>
                  <a:lnTo>
                    <a:pt x="196171" y="122572"/>
                  </a:lnTo>
                  <a:cubicBezTo>
                    <a:pt x="198727" y="119380"/>
                    <a:pt x="200644" y="115550"/>
                    <a:pt x="200644" y="111081"/>
                  </a:cubicBezTo>
                  <a:lnTo>
                    <a:pt x="200644" y="75331"/>
                  </a:lnTo>
                  <a:cubicBezTo>
                    <a:pt x="200644" y="69585"/>
                    <a:pt x="198727" y="63201"/>
                    <a:pt x="195532" y="58094"/>
                  </a:cubicBezTo>
                  <a:lnTo>
                    <a:pt x="203839" y="56179"/>
                  </a:lnTo>
                  <a:cubicBezTo>
                    <a:pt x="209589" y="55541"/>
                    <a:pt x="213424" y="51072"/>
                    <a:pt x="213424" y="45326"/>
                  </a:cubicBezTo>
                  <a:lnTo>
                    <a:pt x="213424" y="36389"/>
                  </a:lnTo>
                  <a:cubicBezTo>
                    <a:pt x="213424" y="31281"/>
                    <a:pt x="208312" y="26174"/>
                    <a:pt x="202561" y="26174"/>
                  </a:cubicBezTo>
                  <a:close/>
                  <a:moveTo>
                    <a:pt x="200644" y="44049"/>
                  </a:moveTo>
                  <a:lnTo>
                    <a:pt x="183391" y="48518"/>
                  </a:lnTo>
                  <a:cubicBezTo>
                    <a:pt x="181474" y="49157"/>
                    <a:pt x="179557" y="50433"/>
                    <a:pt x="178918" y="52349"/>
                  </a:cubicBezTo>
                  <a:cubicBezTo>
                    <a:pt x="178279" y="54264"/>
                    <a:pt x="178279" y="56179"/>
                    <a:pt x="179557" y="58094"/>
                  </a:cubicBezTo>
                  <a:lnTo>
                    <a:pt x="184030" y="64478"/>
                  </a:lnTo>
                  <a:cubicBezTo>
                    <a:pt x="185947" y="67670"/>
                    <a:pt x="187225" y="71500"/>
                    <a:pt x="187225" y="75331"/>
                  </a:cubicBezTo>
                  <a:lnTo>
                    <a:pt x="187225" y="111081"/>
                  </a:lnTo>
                  <a:cubicBezTo>
                    <a:pt x="187225" y="112358"/>
                    <a:pt x="187225" y="113635"/>
                    <a:pt x="185308" y="114912"/>
                  </a:cubicBezTo>
                  <a:cubicBezTo>
                    <a:pt x="184030" y="116188"/>
                    <a:pt x="183391" y="118104"/>
                    <a:pt x="183391" y="120019"/>
                  </a:cubicBezTo>
                  <a:lnTo>
                    <a:pt x="183391" y="135340"/>
                  </a:lnTo>
                  <a:lnTo>
                    <a:pt x="157192" y="135340"/>
                  </a:lnTo>
                  <a:lnTo>
                    <a:pt x="157192" y="124488"/>
                  </a:lnTo>
                  <a:cubicBezTo>
                    <a:pt x="157192" y="120657"/>
                    <a:pt x="154636" y="118104"/>
                    <a:pt x="150802" y="118104"/>
                  </a:cubicBezTo>
                  <a:cubicBezTo>
                    <a:pt x="61343" y="118104"/>
                    <a:pt x="61343" y="118104"/>
                    <a:pt x="59426" y="120019"/>
                  </a:cubicBezTo>
                  <a:cubicBezTo>
                    <a:pt x="58148" y="121296"/>
                    <a:pt x="57509" y="122572"/>
                    <a:pt x="57509" y="124488"/>
                  </a:cubicBezTo>
                  <a:lnTo>
                    <a:pt x="57509" y="135340"/>
                  </a:lnTo>
                  <a:lnTo>
                    <a:pt x="31311" y="135340"/>
                  </a:lnTo>
                  <a:lnTo>
                    <a:pt x="31311" y="120019"/>
                  </a:lnTo>
                  <a:cubicBezTo>
                    <a:pt x="31311" y="118104"/>
                    <a:pt x="30671" y="116188"/>
                    <a:pt x="29394" y="114912"/>
                  </a:cubicBezTo>
                  <a:cubicBezTo>
                    <a:pt x="27476" y="112996"/>
                    <a:pt x="26837" y="112358"/>
                    <a:pt x="26837" y="111081"/>
                  </a:cubicBezTo>
                  <a:lnTo>
                    <a:pt x="26837" y="75331"/>
                  </a:lnTo>
                  <a:cubicBezTo>
                    <a:pt x="26837" y="71500"/>
                    <a:pt x="28116" y="67670"/>
                    <a:pt x="30032" y="64478"/>
                  </a:cubicBezTo>
                  <a:lnTo>
                    <a:pt x="34506" y="58094"/>
                  </a:lnTo>
                  <a:cubicBezTo>
                    <a:pt x="36422" y="54902"/>
                    <a:pt x="35783" y="51072"/>
                    <a:pt x="32589" y="49157"/>
                  </a:cubicBezTo>
                  <a:cubicBezTo>
                    <a:pt x="31950" y="48518"/>
                    <a:pt x="31311" y="48518"/>
                    <a:pt x="30671" y="48518"/>
                  </a:cubicBezTo>
                  <a:lnTo>
                    <a:pt x="13419" y="44049"/>
                  </a:lnTo>
                  <a:lnTo>
                    <a:pt x="13419" y="38942"/>
                  </a:lnTo>
                  <a:lnTo>
                    <a:pt x="29394" y="38942"/>
                  </a:lnTo>
                  <a:lnTo>
                    <a:pt x="31311" y="42134"/>
                  </a:lnTo>
                  <a:cubicBezTo>
                    <a:pt x="31950" y="44049"/>
                    <a:pt x="33227" y="45965"/>
                    <a:pt x="35145" y="47241"/>
                  </a:cubicBezTo>
                  <a:cubicBezTo>
                    <a:pt x="35783" y="47241"/>
                    <a:pt x="36422" y="47880"/>
                    <a:pt x="37701" y="47880"/>
                  </a:cubicBezTo>
                  <a:cubicBezTo>
                    <a:pt x="39617" y="47880"/>
                    <a:pt x="41535" y="47241"/>
                    <a:pt x="42812" y="45326"/>
                  </a:cubicBezTo>
                  <a:cubicBezTo>
                    <a:pt x="43451" y="44688"/>
                    <a:pt x="44091" y="43411"/>
                    <a:pt x="44091" y="42134"/>
                  </a:cubicBezTo>
                  <a:cubicBezTo>
                    <a:pt x="48563" y="30005"/>
                    <a:pt x="54314" y="16598"/>
                    <a:pt x="55592" y="15322"/>
                  </a:cubicBezTo>
                  <a:cubicBezTo>
                    <a:pt x="56871" y="14045"/>
                    <a:pt x="58148" y="13406"/>
                    <a:pt x="59426" y="13406"/>
                  </a:cubicBezTo>
                  <a:lnTo>
                    <a:pt x="155275" y="13406"/>
                  </a:lnTo>
                  <a:cubicBezTo>
                    <a:pt x="156553" y="13406"/>
                    <a:pt x="157831" y="14045"/>
                    <a:pt x="159110" y="15322"/>
                  </a:cubicBezTo>
                  <a:cubicBezTo>
                    <a:pt x="160387" y="17237"/>
                    <a:pt x="166777" y="31920"/>
                    <a:pt x="171250" y="44049"/>
                  </a:cubicBezTo>
                  <a:cubicBezTo>
                    <a:pt x="172528" y="47241"/>
                    <a:pt x="176362" y="49157"/>
                    <a:pt x="179557" y="47880"/>
                  </a:cubicBezTo>
                  <a:cubicBezTo>
                    <a:pt x="179557" y="47880"/>
                    <a:pt x="179557" y="47880"/>
                    <a:pt x="179557" y="47880"/>
                  </a:cubicBezTo>
                  <a:cubicBezTo>
                    <a:pt x="180196" y="47880"/>
                    <a:pt x="180196" y="47241"/>
                    <a:pt x="180835" y="47241"/>
                  </a:cubicBezTo>
                  <a:cubicBezTo>
                    <a:pt x="182113" y="46603"/>
                    <a:pt x="183391" y="45326"/>
                    <a:pt x="183391" y="44049"/>
                  </a:cubicBezTo>
                  <a:lnTo>
                    <a:pt x="185308" y="39581"/>
                  </a:lnTo>
                  <a:lnTo>
                    <a:pt x="201283" y="39581"/>
                  </a:lnTo>
                  <a:lnTo>
                    <a:pt x="200644" y="44049"/>
                  </a:lnTo>
                  <a:close/>
                </a:path>
              </a:pathLst>
            </a:custGeom>
            <a:solidFill>
              <a:srgbClr val="43B02A"/>
            </a:solidFill>
            <a:ln w="6390" cap="flat">
              <a:noFill/>
              <a:prstDash val="solid"/>
              <a:miter/>
            </a:ln>
          </p:spPr>
          <p:txBody>
            <a:bodyPr rtlCol="0" anchor="ctr"/>
            <a:lstStyle/>
            <a:p>
              <a:endParaRPr lang="en-US"/>
            </a:p>
          </p:txBody>
        </p:sp>
        <p:sp>
          <p:nvSpPr>
            <p:cNvPr id="666" name="Graphic 4">
              <a:extLst>
                <a:ext uri="{FF2B5EF4-FFF2-40B4-BE49-F238E27FC236}">
                  <a16:creationId xmlns:a16="http://schemas.microsoft.com/office/drawing/2014/main" id="{23642FA7-7AB4-0940-A8DB-168AD97C690C}"/>
                </a:ext>
              </a:extLst>
            </p:cNvPr>
            <p:cNvSpPr/>
            <p:nvPr/>
          </p:nvSpPr>
          <p:spPr>
            <a:xfrm>
              <a:off x="10039230" y="2009680"/>
              <a:ext cx="55592" cy="21865"/>
            </a:xfrm>
            <a:custGeom>
              <a:avLst/>
              <a:gdLst>
                <a:gd name="connsiteX0" fmla="*/ 1917 w 55592"/>
                <a:gd name="connsiteY0" fmla="*/ 11012 h 21865"/>
                <a:gd name="connsiteX1" fmla="*/ 1917 w 55592"/>
                <a:gd name="connsiteY1" fmla="*/ 19950 h 21865"/>
                <a:gd name="connsiteX2" fmla="*/ 1917 w 55592"/>
                <a:gd name="connsiteY2" fmla="*/ 19950 h 21865"/>
                <a:gd name="connsiteX3" fmla="*/ 6390 w 55592"/>
                <a:gd name="connsiteY3" fmla="*/ 21865 h 21865"/>
                <a:gd name="connsiteX4" fmla="*/ 10863 w 55592"/>
                <a:gd name="connsiteY4" fmla="*/ 19950 h 21865"/>
                <a:gd name="connsiteX5" fmla="*/ 28755 w 55592"/>
                <a:gd name="connsiteY5" fmla="*/ 12928 h 21865"/>
                <a:gd name="connsiteX6" fmla="*/ 46647 w 55592"/>
                <a:gd name="connsiteY6" fmla="*/ 19950 h 21865"/>
                <a:gd name="connsiteX7" fmla="*/ 46647 w 55592"/>
                <a:gd name="connsiteY7" fmla="*/ 19950 h 21865"/>
                <a:gd name="connsiteX8" fmla="*/ 55593 w 55592"/>
                <a:gd name="connsiteY8" fmla="*/ 11012 h 21865"/>
                <a:gd name="connsiteX9" fmla="*/ 1917 w 55592"/>
                <a:gd name="connsiteY9" fmla="*/ 11012 h 21865"/>
                <a:gd name="connsiteX10" fmla="*/ 1917 w 55592"/>
                <a:gd name="connsiteY10" fmla="*/ 11012 h 21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592" h="21865">
                  <a:moveTo>
                    <a:pt x="1917" y="11012"/>
                  </a:moveTo>
                  <a:cubicBezTo>
                    <a:pt x="-639" y="13566"/>
                    <a:pt x="-639" y="17396"/>
                    <a:pt x="1917" y="19950"/>
                  </a:cubicBezTo>
                  <a:cubicBezTo>
                    <a:pt x="1917" y="19950"/>
                    <a:pt x="1917" y="19950"/>
                    <a:pt x="1917" y="19950"/>
                  </a:cubicBezTo>
                  <a:cubicBezTo>
                    <a:pt x="3195" y="21227"/>
                    <a:pt x="4473" y="21865"/>
                    <a:pt x="6390" y="21865"/>
                  </a:cubicBezTo>
                  <a:cubicBezTo>
                    <a:pt x="8307" y="21865"/>
                    <a:pt x="9585" y="21227"/>
                    <a:pt x="10863" y="19950"/>
                  </a:cubicBezTo>
                  <a:cubicBezTo>
                    <a:pt x="15975" y="15481"/>
                    <a:pt x="22365" y="12928"/>
                    <a:pt x="28755" y="12928"/>
                  </a:cubicBezTo>
                  <a:cubicBezTo>
                    <a:pt x="35144" y="12928"/>
                    <a:pt x="41534" y="15481"/>
                    <a:pt x="46647" y="19950"/>
                  </a:cubicBezTo>
                  <a:lnTo>
                    <a:pt x="46647" y="19950"/>
                  </a:lnTo>
                  <a:lnTo>
                    <a:pt x="55593" y="11012"/>
                  </a:lnTo>
                  <a:cubicBezTo>
                    <a:pt x="40896" y="-3671"/>
                    <a:pt x="16613" y="-3671"/>
                    <a:pt x="1917" y="11012"/>
                  </a:cubicBezTo>
                  <a:lnTo>
                    <a:pt x="1917" y="11012"/>
                  </a:lnTo>
                  <a:close/>
                </a:path>
              </a:pathLst>
            </a:custGeom>
            <a:solidFill>
              <a:srgbClr val="43B02A"/>
            </a:solidFill>
            <a:ln w="6390" cap="flat">
              <a:noFill/>
              <a:prstDash val="solid"/>
              <a:miter/>
            </a:ln>
          </p:spPr>
          <p:txBody>
            <a:bodyPr rtlCol="0" anchor="ctr"/>
            <a:lstStyle/>
            <a:p>
              <a:endParaRPr lang="en-US"/>
            </a:p>
          </p:txBody>
        </p:sp>
        <p:sp>
          <p:nvSpPr>
            <p:cNvPr id="667" name="Graphic 4">
              <a:extLst>
                <a:ext uri="{FF2B5EF4-FFF2-40B4-BE49-F238E27FC236}">
                  <a16:creationId xmlns:a16="http://schemas.microsoft.com/office/drawing/2014/main" id="{1121DA02-B0D5-4A45-B822-91F2642AA414}"/>
                </a:ext>
              </a:extLst>
            </p:cNvPr>
            <p:cNvSpPr/>
            <p:nvPr/>
          </p:nvSpPr>
          <p:spPr>
            <a:xfrm>
              <a:off x="10023805" y="1982389"/>
              <a:ext cx="92742" cy="30004"/>
            </a:xfrm>
            <a:custGeom>
              <a:avLst/>
              <a:gdLst>
                <a:gd name="connsiteX0" fmla="*/ 90826 w 92742"/>
                <a:gd name="connsiteY0" fmla="*/ 27451 h 30004"/>
                <a:gd name="connsiteX1" fmla="*/ 90826 w 92742"/>
                <a:gd name="connsiteY1" fmla="*/ 18514 h 30004"/>
                <a:gd name="connsiteX2" fmla="*/ 44818 w 92742"/>
                <a:gd name="connsiteY2" fmla="*/ 0 h 30004"/>
                <a:gd name="connsiteX3" fmla="*/ 2006 w 92742"/>
                <a:gd name="connsiteY3" fmla="*/ 18514 h 30004"/>
                <a:gd name="connsiteX4" fmla="*/ 1367 w 92742"/>
                <a:gd name="connsiteY4" fmla="*/ 19790 h 30004"/>
                <a:gd name="connsiteX5" fmla="*/ 2006 w 92742"/>
                <a:gd name="connsiteY5" fmla="*/ 28728 h 30004"/>
                <a:gd name="connsiteX6" fmla="*/ 2006 w 92742"/>
                <a:gd name="connsiteY6" fmla="*/ 28728 h 30004"/>
                <a:gd name="connsiteX7" fmla="*/ 5839 w 92742"/>
                <a:gd name="connsiteY7" fmla="*/ 30005 h 30004"/>
                <a:gd name="connsiteX8" fmla="*/ 10952 w 92742"/>
                <a:gd name="connsiteY8" fmla="*/ 27451 h 30004"/>
                <a:gd name="connsiteX9" fmla="*/ 44179 w 92742"/>
                <a:gd name="connsiteY9" fmla="*/ 12768 h 30004"/>
                <a:gd name="connsiteX10" fmla="*/ 81241 w 92742"/>
                <a:gd name="connsiteY10" fmla="*/ 27451 h 30004"/>
                <a:gd name="connsiteX11" fmla="*/ 90826 w 92742"/>
                <a:gd name="connsiteY11" fmla="*/ 27451 h 30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742" h="30004">
                  <a:moveTo>
                    <a:pt x="90826" y="27451"/>
                  </a:moveTo>
                  <a:cubicBezTo>
                    <a:pt x="93382" y="24897"/>
                    <a:pt x="93382" y="21067"/>
                    <a:pt x="90826" y="18514"/>
                  </a:cubicBezTo>
                  <a:cubicBezTo>
                    <a:pt x="78046" y="7022"/>
                    <a:pt x="62071" y="0"/>
                    <a:pt x="44818" y="0"/>
                  </a:cubicBezTo>
                  <a:cubicBezTo>
                    <a:pt x="28843" y="0"/>
                    <a:pt x="13508" y="7022"/>
                    <a:pt x="2006" y="18514"/>
                  </a:cubicBezTo>
                  <a:lnTo>
                    <a:pt x="1367" y="19790"/>
                  </a:lnTo>
                  <a:cubicBezTo>
                    <a:pt x="-551" y="22344"/>
                    <a:pt x="-551" y="26813"/>
                    <a:pt x="2006" y="28728"/>
                  </a:cubicBezTo>
                  <a:cubicBezTo>
                    <a:pt x="2006" y="28728"/>
                    <a:pt x="2006" y="28728"/>
                    <a:pt x="2006" y="28728"/>
                  </a:cubicBezTo>
                  <a:cubicBezTo>
                    <a:pt x="3283" y="29366"/>
                    <a:pt x="4562" y="30005"/>
                    <a:pt x="5839" y="30005"/>
                  </a:cubicBezTo>
                  <a:cubicBezTo>
                    <a:pt x="7757" y="30005"/>
                    <a:pt x="9673" y="29366"/>
                    <a:pt x="10952" y="27451"/>
                  </a:cubicBezTo>
                  <a:cubicBezTo>
                    <a:pt x="19258" y="17875"/>
                    <a:pt x="31399" y="12768"/>
                    <a:pt x="44179" y="12768"/>
                  </a:cubicBezTo>
                  <a:cubicBezTo>
                    <a:pt x="58237" y="12768"/>
                    <a:pt x="71017" y="17875"/>
                    <a:pt x="81241" y="27451"/>
                  </a:cubicBezTo>
                  <a:cubicBezTo>
                    <a:pt x="84436" y="30005"/>
                    <a:pt x="88270" y="30005"/>
                    <a:pt x="90826" y="27451"/>
                  </a:cubicBezTo>
                  <a:close/>
                </a:path>
              </a:pathLst>
            </a:custGeom>
            <a:solidFill>
              <a:srgbClr val="43B02A"/>
            </a:solidFill>
            <a:ln w="6390" cap="flat">
              <a:noFill/>
              <a:prstDash val="solid"/>
              <a:miter/>
            </a:ln>
          </p:spPr>
          <p:txBody>
            <a:bodyPr rtlCol="0" anchor="ctr"/>
            <a:lstStyle/>
            <a:p>
              <a:endParaRPr lang="en-US"/>
            </a:p>
          </p:txBody>
        </p:sp>
        <p:sp>
          <p:nvSpPr>
            <p:cNvPr id="668" name="Graphic 4">
              <a:extLst>
                <a:ext uri="{FF2B5EF4-FFF2-40B4-BE49-F238E27FC236}">
                  <a16:creationId xmlns:a16="http://schemas.microsoft.com/office/drawing/2014/main" id="{1B47844C-8683-5E46-8865-796D50A6B75B}"/>
                </a:ext>
              </a:extLst>
            </p:cNvPr>
            <p:cNvSpPr/>
            <p:nvPr/>
          </p:nvSpPr>
          <p:spPr>
            <a:xfrm>
              <a:off x="10004085" y="1955555"/>
              <a:ext cx="127798" cy="37047"/>
            </a:xfrm>
            <a:custGeom>
              <a:avLst/>
              <a:gdLst>
                <a:gd name="connsiteX0" fmla="*/ 6390 w 127798"/>
                <a:gd name="connsiteY0" fmla="*/ 37048 h 37047"/>
                <a:gd name="connsiteX1" fmla="*/ 10863 w 127798"/>
                <a:gd name="connsiteY1" fmla="*/ 35133 h 37047"/>
                <a:gd name="connsiteX2" fmla="*/ 114380 w 127798"/>
                <a:gd name="connsiteY2" fmla="*/ 32579 h 37047"/>
                <a:gd name="connsiteX3" fmla="*/ 116936 w 127798"/>
                <a:gd name="connsiteY3" fmla="*/ 35133 h 37047"/>
                <a:gd name="connsiteX4" fmla="*/ 125882 w 127798"/>
                <a:gd name="connsiteY4" fmla="*/ 35133 h 37047"/>
                <a:gd name="connsiteX5" fmla="*/ 125882 w 127798"/>
                <a:gd name="connsiteY5" fmla="*/ 35133 h 37047"/>
                <a:gd name="connsiteX6" fmla="*/ 125882 w 127798"/>
                <a:gd name="connsiteY6" fmla="*/ 26195 h 37047"/>
                <a:gd name="connsiteX7" fmla="*/ 4473 w 127798"/>
                <a:gd name="connsiteY7" fmla="*/ 23641 h 37047"/>
                <a:gd name="connsiteX8" fmla="*/ 1917 w 127798"/>
                <a:gd name="connsiteY8" fmla="*/ 26195 h 37047"/>
                <a:gd name="connsiteX9" fmla="*/ 1917 w 127798"/>
                <a:gd name="connsiteY9" fmla="*/ 35133 h 37047"/>
                <a:gd name="connsiteX10" fmla="*/ 6390 w 127798"/>
                <a:gd name="connsiteY10" fmla="*/ 37048 h 37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98" h="37047">
                  <a:moveTo>
                    <a:pt x="6390" y="37048"/>
                  </a:moveTo>
                  <a:cubicBezTo>
                    <a:pt x="8307" y="37048"/>
                    <a:pt x="9585" y="36409"/>
                    <a:pt x="10863" y="35133"/>
                  </a:cubicBezTo>
                  <a:cubicBezTo>
                    <a:pt x="38978" y="5766"/>
                    <a:pt x="84986" y="5128"/>
                    <a:pt x="114380" y="32579"/>
                  </a:cubicBezTo>
                  <a:cubicBezTo>
                    <a:pt x="115019" y="33217"/>
                    <a:pt x="115658" y="33856"/>
                    <a:pt x="116936" y="35133"/>
                  </a:cubicBezTo>
                  <a:cubicBezTo>
                    <a:pt x="119492" y="37686"/>
                    <a:pt x="123326" y="37686"/>
                    <a:pt x="125882" y="35133"/>
                  </a:cubicBezTo>
                  <a:cubicBezTo>
                    <a:pt x="125882" y="35133"/>
                    <a:pt x="125882" y="35133"/>
                    <a:pt x="125882" y="35133"/>
                  </a:cubicBezTo>
                  <a:cubicBezTo>
                    <a:pt x="128437" y="32579"/>
                    <a:pt x="128437" y="28749"/>
                    <a:pt x="125882" y="26195"/>
                  </a:cubicBezTo>
                  <a:cubicBezTo>
                    <a:pt x="93293" y="-7640"/>
                    <a:pt x="38339" y="-8917"/>
                    <a:pt x="4473" y="23641"/>
                  </a:cubicBezTo>
                  <a:cubicBezTo>
                    <a:pt x="3834" y="24280"/>
                    <a:pt x="3195" y="24918"/>
                    <a:pt x="1917" y="26195"/>
                  </a:cubicBezTo>
                  <a:cubicBezTo>
                    <a:pt x="-639" y="28749"/>
                    <a:pt x="-639" y="32579"/>
                    <a:pt x="1917" y="35133"/>
                  </a:cubicBezTo>
                  <a:cubicBezTo>
                    <a:pt x="3195" y="35771"/>
                    <a:pt x="5112" y="36409"/>
                    <a:pt x="6390" y="37048"/>
                  </a:cubicBezTo>
                  <a:close/>
                </a:path>
              </a:pathLst>
            </a:custGeom>
            <a:solidFill>
              <a:srgbClr val="43B02A"/>
            </a:solidFill>
            <a:ln w="6390" cap="flat">
              <a:noFill/>
              <a:prstDash val="solid"/>
              <a:miter/>
            </a:ln>
          </p:spPr>
          <p:txBody>
            <a:bodyPr rtlCol="0" anchor="ctr"/>
            <a:lstStyle/>
            <a:p>
              <a:endParaRPr lang="en-US"/>
            </a:p>
          </p:txBody>
        </p:sp>
      </p:grpSp>
      <p:grpSp>
        <p:nvGrpSpPr>
          <p:cNvPr id="669" name="Graphic 4">
            <a:extLst>
              <a:ext uri="{FF2B5EF4-FFF2-40B4-BE49-F238E27FC236}">
                <a16:creationId xmlns:a16="http://schemas.microsoft.com/office/drawing/2014/main" id="{A1323819-A2B1-6840-9099-783463DB490A}"/>
              </a:ext>
            </a:extLst>
          </p:cNvPr>
          <p:cNvGrpSpPr/>
          <p:nvPr/>
        </p:nvGrpSpPr>
        <p:grpSpPr>
          <a:xfrm>
            <a:off x="11376267" y="918179"/>
            <a:ext cx="361670" cy="361971"/>
            <a:chOff x="10325499" y="918179"/>
            <a:chExt cx="361670" cy="361971"/>
          </a:xfrm>
          <a:solidFill>
            <a:srgbClr val="43B02A"/>
          </a:solidFill>
        </p:grpSpPr>
        <p:sp>
          <p:nvSpPr>
            <p:cNvPr id="670" name="Graphic 4">
              <a:extLst>
                <a:ext uri="{FF2B5EF4-FFF2-40B4-BE49-F238E27FC236}">
                  <a16:creationId xmlns:a16="http://schemas.microsoft.com/office/drawing/2014/main" id="{13244594-6AE5-DD45-AA11-845B34468104}"/>
                </a:ext>
              </a:extLst>
            </p:cNvPr>
            <p:cNvSpPr/>
            <p:nvPr/>
          </p:nvSpPr>
          <p:spPr>
            <a:xfrm>
              <a:off x="10441157" y="1026728"/>
              <a:ext cx="62795" cy="33813"/>
            </a:xfrm>
            <a:custGeom>
              <a:avLst/>
              <a:gdLst>
                <a:gd name="connsiteX0" fmla="*/ 61343 w 62795"/>
                <a:gd name="connsiteY0" fmla="*/ 617 h 33813"/>
                <a:gd name="connsiteX1" fmla="*/ 1917 w 62795"/>
                <a:gd name="connsiteY1" fmla="*/ 617 h 33813"/>
                <a:gd name="connsiteX2" fmla="*/ 0 w 62795"/>
                <a:gd name="connsiteY2" fmla="*/ 2532 h 33813"/>
                <a:gd name="connsiteX3" fmla="*/ 0 w 62795"/>
                <a:gd name="connsiteY3" fmla="*/ 2532 h 33813"/>
                <a:gd name="connsiteX4" fmla="*/ 0 w 62795"/>
                <a:gd name="connsiteY4" fmla="*/ 33813 h 33813"/>
                <a:gd name="connsiteX5" fmla="*/ 8307 w 62795"/>
                <a:gd name="connsiteY5" fmla="*/ 33813 h 33813"/>
                <a:gd name="connsiteX6" fmla="*/ 31311 w 62795"/>
                <a:gd name="connsiteY6" fmla="*/ 12746 h 33813"/>
                <a:gd name="connsiteX7" fmla="*/ 35783 w 62795"/>
                <a:gd name="connsiteY7" fmla="*/ 13384 h 33813"/>
                <a:gd name="connsiteX8" fmla="*/ 42812 w 62795"/>
                <a:gd name="connsiteY8" fmla="*/ 3170 h 33813"/>
                <a:gd name="connsiteX9" fmla="*/ 51758 w 62795"/>
                <a:gd name="connsiteY9" fmla="*/ 617 h 33813"/>
                <a:gd name="connsiteX10" fmla="*/ 54314 w 62795"/>
                <a:gd name="connsiteY10" fmla="*/ 9554 h 33813"/>
                <a:gd name="connsiteX11" fmla="*/ 53676 w 62795"/>
                <a:gd name="connsiteY11" fmla="*/ 10193 h 33813"/>
                <a:gd name="connsiteX12" fmla="*/ 47286 w 62795"/>
                <a:gd name="connsiteY12" fmla="*/ 19130 h 33813"/>
                <a:gd name="connsiteX13" fmla="*/ 54314 w 62795"/>
                <a:gd name="connsiteY13" fmla="*/ 33813 h 33813"/>
                <a:gd name="connsiteX14" fmla="*/ 62622 w 62795"/>
                <a:gd name="connsiteY14" fmla="*/ 33813 h 33813"/>
                <a:gd name="connsiteX15" fmla="*/ 62622 w 62795"/>
                <a:gd name="connsiteY15" fmla="*/ 2532 h 33813"/>
                <a:gd name="connsiteX16" fmla="*/ 61343 w 62795"/>
                <a:gd name="connsiteY16" fmla="*/ 617 h 33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795" h="33813">
                  <a:moveTo>
                    <a:pt x="61343" y="617"/>
                  </a:moveTo>
                  <a:lnTo>
                    <a:pt x="1917" y="617"/>
                  </a:lnTo>
                  <a:cubicBezTo>
                    <a:pt x="639" y="617"/>
                    <a:pt x="0" y="1255"/>
                    <a:pt x="0" y="2532"/>
                  </a:cubicBezTo>
                  <a:cubicBezTo>
                    <a:pt x="0" y="2532"/>
                    <a:pt x="0" y="2532"/>
                    <a:pt x="0" y="2532"/>
                  </a:cubicBezTo>
                  <a:lnTo>
                    <a:pt x="0" y="33813"/>
                  </a:lnTo>
                  <a:lnTo>
                    <a:pt x="8307" y="33813"/>
                  </a:lnTo>
                  <a:cubicBezTo>
                    <a:pt x="9585" y="21684"/>
                    <a:pt x="19170" y="12746"/>
                    <a:pt x="31311" y="12746"/>
                  </a:cubicBezTo>
                  <a:cubicBezTo>
                    <a:pt x="32589" y="12746"/>
                    <a:pt x="34506" y="12746"/>
                    <a:pt x="35783" y="13384"/>
                  </a:cubicBezTo>
                  <a:lnTo>
                    <a:pt x="42812" y="3170"/>
                  </a:lnTo>
                  <a:cubicBezTo>
                    <a:pt x="44730" y="-22"/>
                    <a:pt x="48563" y="-660"/>
                    <a:pt x="51758" y="617"/>
                  </a:cubicBezTo>
                  <a:cubicBezTo>
                    <a:pt x="54953" y="2532"/>
                    <a:pt x="55592" y="6362"/>
                    <a:pt x="54314" y="9554"/>
                  </a:cubicBezTo>
                  <a:cubicBezTo>
                    <a:pt x="54314" y="9554"/>
                    <a:pt x="54314" y="10193"/>
                    <a:pt x="53676" y="10193"/>
                  </a:cubicBezTo>
                  <a:lnTo>
                    <a:pt x="47286" y="19130"/>
                  </a:lnTo>
                  <a:cubicBezTo>
                    <a:pt x="51119" y="22960"/>
                    <a:pt x="53676" y="28068"/>
                    <a:pt x="54314" y="33813"/>
                  </a:cubicBezTo>
                  <a:lnTo>
                    <a:pt x="62622" y="33813"/>
                  </a:lnTo>
                  <a:lnTo>
                    <a:pt x="62622" y="2532"/>
                  </a:lnTo>
                  <a:cubicBezTo>
                    <a:pt x="63261" y="1255"/>
                    <a:pt x="61982" y="617"/>
                    <a:pt x="61343" y="617"/>
                  </a:cubicBezTo>
                  <a:close/>
                </a:path>
              </a:pathLst>
            </a:custGeom>
            <a:solidFill>
              <a:srgbClr val="43B02A"/>
            </a:solidFill>
            <a:ln w="6390" cap="flat">
              <a:noFill/>
              <a:prstDash val="solid"/>
              <a:miter/>
            </a:ln>
          </p:spPr>
          <p:txBody>
            <a:bodyPr rtlCol="0" anchor="ctr"/>
            <a:lstStyle/>
            <a:p>
              <a:endParaRPr lang="en-US"/>
            </a:p>
          </p:txBody>
        </p:sp>
        <p:sp>
          <p:nvSpPr>
            <p:cNvPr id="671" name="Graphic 4">
              <a:extLst>
                <a:ext uri="{FF2B5EF4-FFF2-40B4-BE49-F238E27FC236}">
                  <a16:creationId xmlns:a16="http://schemas.microsoft.com/office/drawing/2014/main" id="{A161D62C-78D5-CF49-9D7B-A9D81194CBCC}"/>
                </a:ext>
              </a:extLst>
            </p:cNvPr>
            <p:cNvSpPr/>
            <p:nvPr/>
          </p:nvSpPr>
          <p:spPr>
            <a:xfrm>
              <a:off x="10457132" y="1109060"/>
              <a:ext cx="31949" cy="47241"/>
            </a:xfrm>
            <a:custGeom>
              <a:avLst/>
              <a:gdLst>
                <a:gd name="connsiteX0" fmla="*/ 19170 w 31949"/>
                <a:gd name="connsiteY0" fmla="*/ 21706 h 47241"/>
                <a:gd name="connsiteX1" fmla="*/ 17892 w 31949"/>
                <a:gd name="connsiteY1" fmla="*/ 16598 h 47241"/>
                <a:gd name="connsiteX2" fmla="*/ 19809 w 31949"/>
                <a:gd name="connsiteY2" fmla="*/ 0 h 47241"/>
                <a:gd name="connsiteX3" fmla="*/ 0 w 31949"/>
                <a:gd name="connsiteY3" fmla="*/ 23621 h 47241"/>
                <a:gd name="connsiteX4" fmla="*/ 7668 w 31949"/>
                <a:gd name="connsiteY4" fmla="*/ 23621 h 47241"/>
                <a:gd name="connsiteX5" fmla="*/ 12780 w 31949"/>
                <a:gd name="connsiteY5" fmla="*/ 25536 h 47241"/>
                <a:gd name="connsiteX6" fmla="*/ 14058 w 31949"/>
                <a:gd name="connsiteY6" fmla="*/ 30643 h 47241"/>
                <a:gd name="connsiteX7" fmla="*/ 12141 w 31949"/>
                <a:gd name="connsiteY7" fmla="*/ 47241 h 47241"/>
                <a:gd name="connsiteX8" fmla="*/ 31950 w 31949"/>
                <a:gd name="connsiteY8" fmla="*/ 23621 h 47241"/>
                <a:gd name="connsiteX9" fmla="*/ 24282 w 31949"/>
                <a:gd name="connsiteY9" fmla="*/ 23621 h 47241"/>
                <a:gd name="connsiteX10" fmla="*/ 19170 w 31949"/>
                <a:gd name="connsiteY10" fmla="*/ 21706 h 4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949" h="47241">
                  <a:moveTo>
                    <a:pt x="19170" y="21706"/>
                  </a:moveTo>
                  <a:cubicBezTo>
                    <a:pt x="17892" y="20429"/>
                    <a:pt x="17253" y="18514"/>
                    <a:pt x="17892" y="16598"/>
                  </a:cubicBezTo>
                  <a:lnTo>
                    <a:pt x="19809" y="0"/>
                  </a:lnTo>
                  <a:lnTo>
                    <a:pt x="0" y="23621"/>
                  </a:lnTo>
                  <a:lnTo>
                    <a:pt x="7668" y="23621"/>
                  </a:lnTo>
                  <a:cubicBezTo>
                    <a:pt x="9585" y="23621"/>
                    <a:pt x="11502" y="24259"/>
                    <a:pt x="12780" y="25536"/>
                  </a:cubicBezTo>
                  <a:cubicBezTo>
                    <a:pt x="14058" y="26813"/>
                    <a:pt x="14697" y="28728"/>
                    <a:pt x="14058" y="30643"/>
                  </a:cubicBezTo>
                  <a:lnTo>
                    <a:pt x="12141" y="47241"/>
                  </a:lnTo>
                  <a:lnTo>
                    <a:pt x="31950" y="23621"/>
                  </a:lnTo>
                  <a:lnTo>
                    <a:pt x="24282" y="23621"/>
                  </a:lnTo>
                  <a:cubicBezTo>
                    <a:pt x="22365" y="23621"/>
                    <a:pt x="20447" y="22982"/>
                    <a:pt x="19170" y="21706"/>
                  </a:cubicBezTo>
                  <a:close/>
                </a:path>
              </a:pathLst>
            </a:custGeom>
            <a:solidFill>
              <a:srgbClr val="43B02A"/>
            </a:solidFill>
            <a:ln w="6390" cap="flat">
              <a:noFill/>
              <a:prstDash val="solid"/>
              <a:miter/>
            </a:ln>
          </p:spPr>
          <p:txBody>
            <a:bodyPr rtlCol="0" anchor="ctr"/>
            <a:lstStyle/>
            <a:p>
              <a:endParaRPr lang="en-US"/>
            </a:p>
          </p:txBody>
        </p:sp>
        <p:sp>
          <p:nvSpPr>
            <p:cNvPr id="672" name="Graphic 4">
              <a:extLst>
                <a:ext uri="{FF2B5EF4-FFF2-40B4-BE49-F238E27FC236}">
                  <a16:creationId xmlns:a16="http://schemas.microsoft.com/office/drawing/2014/main" id="{70ED880D-D5CA-C947-BCF4-5B28E575349F}"/>
                </a:ext>
              </a:extLst>
            </p:cNvPr>
            <p:cNvSpPr/>
            <p:nvPr/>
          </p:nvSpPr>
          <p:spPr>
            <a:xfrm>
              <a:off x="10415597" y="1010108"/>
              <a:ext cx="113741" cy="177474"/>
            </a:xfrm>
            <a:custGeom>
              <a:avLst/>
              <a:gdLst>
                <a:gd name="connsiteX0" fmla="*/ 105434 w 113741"/>
                <a:gd name="connsiteY0" fmla="*/ 14683 h 177474"/>
                <a:gd name="connsiteX1" fmla="*/ 90737 w 113741"/>
                <a:gd name="connsiteY1" fmla="*/ 0 h 177474"/>
                <a:gd name="connsiteX2" fmla="*/ 90737 w 113741"/>
                <a:gd name="connsiteY2" fmla="*/ 0 h 177474"/>
                <a:gd name="connsiteX3" fmla="*/ 23004 w 113741"/>
                <a:gd name="connsiteY3" fmla="*/ 0 h 177474"/>
                <a:gd name="connsiteX4" fmla="*/ 8307 w 113741"/>
                <a:gd name="connsiteY4" fmla="*/ 14683 h 177474"/>
                <a:gd name="connsiteX5" fmla="*/ 8307 w 113741"/>
                <a:gd name="connsiteY5" fmla="*/ 151939 h 177474"/>
                <a:gd name="connsiteX6" fmla="*/ 14697 w 113741"/>
                <a:gd name="connsiteY6" fmla="*/ 151939 h 177474"/>
                <a:gd name="connsiteX7" fmla="*/ 21087 w 113741"/>
                <a:gd name="connsiteY7" fmla="*/ 158323 h 177474"/>
                <a:gd name="connsiteX8" fmla="*/ 14697 w 113741"/>
                <a:gd name="connsiteY8" fmla="*/ 164707 h 177474"/>
                <a:gd name="connsiteX9" fmla="*/ 0 w 113741"/>
                <a:gd name="connsiteY9" fmla="*/ 164707 h 177474"/>
                <a:gd name="connsiteX10" fmla="*/ 0 w 113741"/>
                <a:gd name="connsiteY10" fmla="*/ 177475 h 177474"/>
                <a:gd name="connsiteX11" fmla="*/ 113741 w 113741"/>
                <a:gd name="connsiteY11" fmla="*/ 177475 h 177474"/>
                <a:gd name="connsiteX12" fmla="*/ 113741 w 113741"/>
                <a:gd name="connsiteY12" fmla="*/ 164707 h 177474"/>
                <a:gd name="connsiteX13" fmla="*/ 99044 w 113741"/>
                <a:gd name="connsiteY13" fmla="*/ 164707 h 177474"/>
                <a:gd name="connsiteX14" fmla="*/ 92654 w 113741"/>
                <a:gd name="connsiteY14" fmla="*/ 158323 h 177474"/>
                <a:gd name="connsiteX15" fmla="*/ 99044 w 113741"/>
                <a:gd name="connsiteY15" fmla="*/ 151939 h 177474"/>
                <a:gd name="connsiteX16" fmla="*/ 105434 w 113741"/>
                <a:gd name="connsiteY16" fmla="*/ 151939 h 177474"/>
                <a:gd name="connsiteX17" fmla="*/ 105434 w 113741"/>
                <a:gd name="connsiteY17" fmla="*/ 14683 h 177474"/>
                <a:gd name="connsiteX18" fmla="*/ 91376 w 113741"/>
                <a:gd name="connsiteY18" fmla="*/ 120657 h 177474"/>
                <a:gd name="connsiteX19" fmla="*/ 49202 w 113741"/>
                <a:gd name="connsiteY19" fmla="*/ 171091 h 177474"/>
                <a:gd name="connsiteX20" fmla="*/ 44091 w 113741"/>
                <a:gd name="connsiteY20" fmla="*/ 173644 h 177474"/>
                <a:gd name="connsiteX21" fmla="*/ 41535 w 113741"/>
                <a:gd name="connsiteY21" fmla="*/ 173006 h 177474"/>
                <a:gd name="connsiteX22" fmla="*/ 37701 w 113741"/>
                <a:gd name="connsiteY22" fmla="*/ 166622 h 177474"/>
                <a:gd name="connsiteX23" fmla="*/ 40896 w 113741"/>
                <a:gd name="connsiteY23" fmla="*/ 135340 h 177474"/>
                <a:gd name="connsiteX24" fmla="*/ 26837 w 113741"/>
                <a:gd name="connsiteY24" fmla="*/ 135340 h 177474"/>
                <a:gd name="connsiteX25" fmla="*/ 21087 w 113741"/>
                <a:gd name="connsiteY25" fmla="*/ 131510 h 177474"/>
                <a:gd name="connsiteX26" fmla="*/ 21726 w 113741"/>
                <a:gd name="connsiteY26" fmla="*/ 124488 h 177474"/>
                <a:gd name="connsiteX27" fmla="*/ 63899 w 113741"/>
                <a:gd name="connsiteY27" fmla="*/ 74054 h 177474"/>
                <a:gd name="connsiteX28" fmla="*/ 72845 w 113741"/>
                <a:gd name="connsiteY28" fmla="*/ 73416 h 177474"/>
                <a:gd name="connsiteX29" fmla="*/ 75402 w 113741"/>
                <a:gd name="connsiteY29" fmla="*/ 79161 h 177474"/>
                <a:gd name="connsiteX30" fmla="*/ 72207 w 113741"/>
                <a:gd name="connsiteY30" fmla="*/ 109804 h 177474"/>
                <a:gd name="connsiteX31" fmla="*/ 86264 w 113741"/>
                <a:gd name="connsiteY31" fmla="*/ 109804 h 177474"/>
                <a:gd name="connsiteX32" fmla="*/ 92654 w 113741"/>
                <a:gd name="connsiteY32" fmla="*/ 116188 h 177474"/>
                <a:gd name="connsiteX33" fmla="*/ 91376 w 113741"/>
                <a:gd name="connsiteY33" fmla="*/ 120657 h 177474"/>
                <a:gd name="connsiteX34" fmla="*/ 91376 w 113741"/>
                <a:gd name="connsiteY34" fmla="*/ 120657 h 177474"/>
                <a:gd name="connsiteX35" fmla="*/ 101600 w 113741"/>
                <a:gd name="connsiteY35" fmla="*/ 57456 h 177474"/>
                <a:gd name="connsiteX36" fmla="*/ 95210 w 113741"/>
                <a:gd name="connsiteY36" fmla="*/ 63840 h 177474"/>
                <a:gd name="connsiteX37" fmla="*/ 19170 w 113741"/>
                <a:gd name="connsiteY37" fmla="*/ 63840 h 177474"/>
                <a:gd name="connsiteX38" fmla="*/ 12780 w 113741"/>
                <a:gd name="connsiteY38" fmla="*/ 57456 h 177474"/>
                <a:gd name="connsiteX39" fmla="*/ 12780 w 113741"/>
                <a:gd name="connsiteY39" fmla="*/ 19790 h 177474"/>
                <a:gd name="connsiteX40" fmla="*/ 27477 w 113741"/>
                <a:gd name="connsiteY40" fmla="*/ 5107 h 177474"/>
                <a:gd name="connsiteX41" fmla="*/ 27477 w 113741"/>
                <a:gd name="connsiteY41" fmla="*/ 5107 h 177474"/>
                <a:gd name="connsiteX42" fmla="*/ 86903 w 113741"/>
                <a:gd name="connsiteY42" fmla="*/ 5107 h 177474"/>
                <a:gd name="connsiteX43" fmla="*/ 101600 w 113741"/>
                <a:gd name="connsiteY43" fmla="*/ 19790 h 177474"/>
                <a:gd name="connsiteX44" fmla="*/ 101600 w 113741"/>
                <a:gd name="connsiteY44" fmla="*/ 57456 h 177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13741" h="177474">
                  <a:moveTo>
                    <a:pt x="105434" y="14683"/>
                  </a:moveTo>
                  <a:cubicBezTo>
                    <a:pt x="105434" y="6384"/>
                    <a:pt x="99044" y="0"/>
                    <a:pt x="90737" y="0"/>
                  </a:cubicBezTo>
                  <a:lnTo>
                    <a:pt x="90737" y="0"/>
                  </a:lnTo>
                  <a:lnTo>
                    <a:pt x="23004" y="0"/>
                  </a:lnTo>
                  <a:cubicBezTo>
                    <a:pt x="14697" y="0"/>
                    <a:pt x="8307" y="6384"/>
                    <a:pt x="8307" y="14683"/>
                  </a:cubicBezTo>
                  <a:lnTo>
                    <a:pt x="8307" y="151939"/>
                  </a:lnTo>
                  <a:lnTo>
                    <a:pt x="14697" y="151939"/>
                  </a:lnTo>
                  <a:cubicBezTo>
                    <a:pt x="18531" y="151939"/>
                    <a:pt x="21087" y="154492"/>
                    <a:pt x="21087" y="158323"/>
                  </a:cubicBezTo>
                  <a:cubicBezTo>
                    <a:pt x="21087" y="162153"/>
                    <a:pt x="18531" y="164707"/>
                    <a:pt x="14697" y="164707"/>
                  </a:cubicBezTo>
                  <a:lnTo>
                    <a:pt x="0" y="164707"/>
                  </a:lnTo>
                  <a:lnTo>
                    <a:pt x="0" y="177475"/>
                  </a:lnTo>
                  <a:lnTo>
                    <a:pt x="113741" y="177475"/>
                  </a:lnTo>
                  <a:lnTo>
                    <a:pt x="113741" y="164707"/>
                  </a:lnTo>
                  <a:lnTo>
                    <a:pt x="99044" y="164707"/>
                  </a:lnTo>
                  <a:cubicBezTo>
                    <a:pt x="95210" y="164707"/>
                    <a:pt x="92654" y="162153"/>
                    <a:pt x="92654" y="158323"/>
                  </a:cubicBezTo>
                  <a:cubicBezTo>
                    <a:pt x="92654" y="154492"/>
                    <a:pt x="95210" y="151939"/>
                    <a:pt x="99044" y="151939"/>
                  </a:cubicBezTo>
                  <a:lnTo>
                    <a:pt x="105434" y="151939"/>
                  </a:lnTo>
                  <a:lnTo>
                    <a:pt x="105434" y="14683"/>
                  </a:lnTo>
                  <a:close/>
                  <a:moveTo>
                    <a:pt x="91376" y="120657"/>
                  </a:moveTo>
                  <a:lnTo>
                    <a:pt x="49202" y="171091"/>
                  </a:lnTo>
                  <a:cubicBezTo>
                    <a:pt x="47925" y="172368"/>
                    <a:pt x="46007" y="173644"/>
                    <a:pt x="44091" y="173644"/>
                  </a:cubicBezTo>
                  <a:cubicBezTo>
                    <a:pt x="43452" y="173644"/>
                    <a:pt x="42173" y="173644"/>
                    <a:pt x="41535" y="173006"/>
                  </a:cubicBezTo>
                  <a:cubicBezTo>
                    <a:pt x="38978" y="171729"/>
                    <a:pt x="37701" y="169176"/>
                    <a:pt x="37701" y="166622"/>
                  </a:cubicBezTo>
                  <a:lnTo>
                    <a:pt x="40896" y="135340"/>
                  </a:lnTo>
                  <a:lnTo>
                    <a:pt x="26837" y="135340"/>
                  </a:lnTo>
                  <a:cubicBezTo>
                    <a:pt x="24282" y="135340"/>
                    <a:pt x="22365" y="134064"/>
                    <a:pt x="21087" y="131510"/>
                  </a:cubicBezTo>
                  <a:cubicBezTo>
                    <a:pt x="19809" y="128956"/>
                    <a:pt x="20447" y="126403"/>
                    <a:pt x="21726" y="124488"/>
                  </a:cubicBezTo>
                  <a:lnTo>
                    <a:pt x="63899" y="74054"/>
                  </a:lnTo>
                  <a:cubicBezTo>
                    <a:pt x="66456" y="71501"/>
                    <a:pt x="70289" y="70862"/>
                    <a:pt x="72845" y="73416"/>
                  </a:cubicBezTo>
                  <a:cubicBezTo>
                    <a:pt x="74762" y="74693"/>
                    <a:pt x="75402" y="76608"/>
                    <a:pt x="75402" y="79161"/>
                  </a:cubicBezTo>
                  <a:lnTo>
                    <a:pt x="72207" y="109804"/>
                  </a:lnTo>
                  <a:lnTo>
                    <a:pt x="86264" y="109804"/>
                  </a:lnTo>
                  <a:cubicBezTo>
                    <a:pt x="90098" y="109804"/>
                    <a:pt x="92654" y="112358"/>
                    <a:pt x="92654" y="116188"/>
                  </a:cubicBezTo>
                  <a:cubicBezTo>
                    <a:pt x="93293" y="118104"/>
                    <a:pt x="92654" y="119380"/>
                    <a:pt x="91376" y="120657"/>
                  </a:cubicBezTo>
                  <a:lnTo>
                    <a:pt x="91376" y="120657"/>
                  </a:lnTo>
                  <a:close/>
                  <a:moveTo>
                    <a:pt x="101600" y="57456"/>
                  </a:moveTo>
                  <a:cubicBezTo>
                    <a:pt x="101600" y="61286"/>
                    <a:pt x="99044" y="63840"/>
                    <a:pt x="95210" y="63840"/>
                  </a:cubicBezTo>
                  <a:lnTo>
                    <a:pt x="19170" y="63840"/>
                  </a:lnTo>
                  <a:cubicBezTo>
                    <a:pt x="15336" y="63840"/>
                    <a:pt x="12780" y="61286"/>
                    <a:pt x="12780" y="57456"/>
                  </a:cubicBezTo>
                  <a:lnTo>
                    <a:pt x="12780" y="19790"/>
                  </a:lnTo>
                  <a:cubicBezTo>
                    <a:pt x="12780" y="11491"/>
                    <a:pt x="19170" y="5107"/>
                    <a:pt x="27477" y="5107"/>
                  </a:cubicBezTo>
                  <a:cubicBezTo>
                    <a:pt x="27477" y="5107"/>
                    <a:pt x="27477" y="5107"/>
                    <a:pt x="27477" y="5107"/>
                  </a:cubicBezTo>
                  <a:lnTo>
                    <a:pt x="86903" y="5107"/>
                  </a:lnTo>
                  <a:cubicBezTo>
                    <a:pt x="95210" y="5107"/>
                    <a:pt x="101600" y="11491"/>
                    <a:pt x="101600" y="19790"/>
                  </a:cubicBezTo>
                  <a:lnTo>
                    <a:pt x="101600" y="57456"/>
                  </a:lnTo>
                  <a:close/>
                </a:path>
              </a:pathLst>
            </a:custGeom>
            <a:solidFill>
              <a:srgbClr val="43B02A"/>
            </a:solidFill>
            <a:ln w="6390" cap="flat">
              <a:noFill/>
              <a:prstDash val="solid"/>
              <a:miter/>
            </a:ln>
          </p:spPr>
          <p:txBody>
            <a:bodyPr rtlCol="0" anchor="ctr"/>
            <a:lstStyle/>
            <a:p>
              <a:endParaRPr lang="en-US"/>
            </a:p>
          </p:txBody>
        </p:sp>
        <p:sp>
          <p:nvSpPr>
            <p:cNvPr id="673" name="Graphic 4">
              <a:extLst>
                <a:ext uri="{FF2B5EF4-FFF2-40B4-BE49-F238E27FC236}">
                  <a16:creationId xmlns:a16="http://schemas.microsoft.com/office/drawing/2014/main" id="{1DFF52B3-5FAB-684A-A302-7E9D1471382C}"/>
                </a:ext>
              </a:extLst>
            </p:cNvPr>
            <p:cNvSpPr/>
            <p:nvPr/>
          </p:nvSpPr>
          <p:spPr>
            <a:xfrm>
              <a:off x="10462244" y="1052635"/>
              <a:ext cx="20447" cy="8545"/>
            </a:xfrm>
            <a:custGeom>
              <a:avLst/>
              <a:gdLst>
                <a:gd name="connsiteX0" fmla="*/ 0 w 20447"/>
                <a:gd name="connsiteY0" fmla="*/ 8545 h 8545"/>
                <a:gd name="connsiteX1" fmla="*/ 20447 w 20447"/>
                <a:gd name="connsiteY1" fmla="*/ 8545 h 8545"/>
                <a:gd name="connsiteX2" fmla="*/ 8306 w 20447"/>
                <a:gd name="connsiteY2" fmla="*/ 246 h 8545"/>
                <a:gd name="connsiteX3" fmla="*/ 0 w 20447"/>
                <a:gd name="connsiteY3" fmla="*/ 8545 h 8545"/>
              </a:gdLst>
              <a:ahLst/>
              <a:cxnLst>
                <a:cxn ang="0">
                  <a:pos x="connsiteX0" y="connsiteY0"/>
                </a:cxn>
                <a:cxn ang="0">
                  <a:pos x="connsiteX1" y="connsiteY1"/>
                </a:cxn>
                <a:cxn ang="0">
                  <a:pos x="connsiteX2" y="connsiteY2"/>
                </a:cxn>
                <a:cxn ang="0">
                  <a:pos x="connsiteX3" y="connsiteY3"/>
                </a:cxn>
              </a:cxnLst>
              <a:rect l="l" t="t" r="r" b="b"/>
              <a:pathLst>
                <a:path w="20447" h="8545">
                  <a:moveTo>
                    <a:pt x="0" y="8545"/>
                  </a:moveTo>
                  <a:lnTo>
                    <a:pt x="20447" y="8545"/>
                  </a:lnTo>
                  <a:cubicBezTo>
                    <a:pt x="19170" y="2800"/>
                    <a:pt x="14058" y="-1031"/>
                    <a:pt x="8306" y="246"/>
                  </a:cubicBezTo>
                  <a:cubicBezTo>
                    <a:pt x="4473" y="884"/>
                    <a:pt x="639" y="4076"/>
                    <a:pt x="0" y="8545"/>
                  </a:cubicBezTo>
                  <a:close/>
                </a:path>
              </a:pathLst>
            </a:custGeom>
            <a:solidFill>
              <a:srgbClr val="43B02A"/>
            </a:solidFill>
            <a:ln w="6390" cap="flat">
              <a:noFill/>
              <a:prstDash val="solid"/>
              <a:miter/>
            </a:ln>
          </p:spPr>
          <p:txBody>
            <a:bodyPr rtlCol="0" anchor="ctr"/>
            <a:lstStyle/>
            <a:p>
              <a:endParaRPr lang="en-US"/>
            </a:p>
          </p:txBody>
        </p:sp>
        <p:sp>
          <p:nvSpPr>
            <p:cNvPr id="674" name="Graphic 4">
              <a:extLst>
                <a:ext uri="{FF2B5EF4-FFF2-40B4-BE49-F238E27FC236}">
                  <a16:creationId xmlns:a16="http://schemas.microsoft.com/office/drawing/2014/main" id="{6FE05E96-F57B-AC49-B358-F0F139162E42}"/>
                </a:ext>
              </a:extLst>
            </p:cNvPr>
            <p:cNvSpPr/>
            <p:nvPr/>
          </p:nvSpPr>
          <p:spPr>
            <a:xfrm>
              <a:off x="10551015" y="1027345"/>
              <a:ext cx="44802" cy="68308"/>
            </a:xfrm>
            <a:custGeom>
              <a:avLst/>
              <a:gdLst>
                <a:gd name="connsiteX0" fmla="*/ 20496 w 44802"/>
                <a:gd name="connsiteY0" fmla="*/ 14045 h 68308"/>
                <a:gd name="connsiteX1" fmla="*/ 48 w 44802"/>
                <a:gd name="connsiteY1" fmla="*/ 40857 h 68308"/>
                <a:gd name="connsiteX2" fmla="*/ 15384 w 44802"/>
                <a:gd name="connsiteY2" fmla="*/ 67670 h 68308"/>
                <a:gd name="connsiteX3" fmla="*/ 16663 w 44802"/>
                <a:gd name="connsiteY3" fmla="*/ 68309 h 68308"/>
                <a:gd name="connsiteX4" fmla="*/ 25608 w 44802"/>
                <a:gd name="connsiteY4" fmla="*/ 15960 h 68308"/>
                <a:gd name="connsiteX5" fmla="*/ 34554 w 44802"/>
                <a:gd name="connsiteY5" fmla="*/ 13406 h 68308"/>
                <a:gd name="connsiteX6" fmla="*/ 34554 w 44802"/>
                <a:gd name="connsiteY6" fmla="*/ 13406 h 68308"/>
                <a:gd name="connsiteX7" fmla="*/ 37110 w 44802"/>
                <a:gd name="connsiteY7" fmla="*/ 22344 h 68308"/>
                <a:gd name="connsiteX8" fmla="*/ 37110 w 44802"/>
                <a:gd name="connsiteY8" fmla="*/ 22344 h 68308"/>
                <a:gd name="connsiteX9" fmla="*/ 29442 w 44802"/>
                <a:gd name="connsiteY9" fmla="*/ 63201 h 68308"/>
                <a:gd name="connsiteX10" fmla="*/ 42222 w 44802"/>
                <a:gd name="connsiteY10" fmla="*/ 45965 h 68308"/>
                <a:gd name="connsiteX11" fmla="*/ 35193 w 44802"/>
                <a:gd name="connsiteY11" fmla="*/ 0 h 68308"/>
                <a:gd name="connsiteX12" fmla="*/ 20496 w 44802"/>
                <a:gd name="connsiteY12" fmla="*/ 14045 h 6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802" h="68308">
                  <a:moveTo>
                    <a:pt x="20496" y="14045"/>
                  </a:moveTo>
                  <a:cubicBezTo>
                    <a:pt x="10912" y="21067"/>
                    <a:pt x="3243" y="27451"/>
                    <a:pt x="48" y="40857"/>
                  </a:cubicBezTo>
                  <a:cubicBezTo>
                    <a:pt x="-591" y="52349"/>
                    <a:pt x="5160" y="62563"/>
                    <a:pt x="15384" y="67670"/>
                  </a:cubicBezTo>
                  <a:cubicBezTo>
                    <a:pt x="16023" y="67670"/>
                    <a:pt x="16023" y="68309"/>
                    <a:pt x="16663" y="68309"/>
                  </a:cubicBezTo>
                  <a:cubicBezTo>
                    <a:pt x="16663" y="47880"/>
                    <a:pt x="17301" y="31281"/>
                    <a:pt x="25608" y="15960"/>
                  </a:cubicBezTo>
                  <a:cubicBezTo>
                    <a:pt x="27525" y="12768"/>
                    <a:pt x="31359" y="11491"/>
                    <a:pt x="34554" y="13406"/>
                  </a:cubicBezTo>
                  <a:cubicBezTo>
                    <a:pt x="34554" y="13406"/>
                    <a:pt x="34554" y="13406"/>
                    <a:pt x="34554" y="13406"/>
                  </a:cubicBezTo>
                  <a:cubicBezTo>
                    <a:pt x="37749" y="15322"/>
                    <a:pt x="39027" y="19152"/>
                    <a:pt x="37110" y="22344"/>
                  </a:cubicBezTo>
                  <a:cubicBezTo>
                    <a:pt x="37110" y="22344"/>
                    <a:pt x="37110" y="22344"/>
                    <a:pt x="37110" y="22344"/>
                  </a:cubicBezTo>
                  <a:cubicBezTo>
                    <a:pt x="30720" y="33835"/>
                    <a:pt x="29442" y="47241"/>
                    <a:pt x="29442" y="63201"/>
                  </a:cubicBezTo>
                  <a:cubicBezTo>
                    <a:pt x="35193" y="58733"/>
                    <a:pt x="39666" y="52987"/>
                    <a:pt x="42222" y="45965"/>
                  </a:cubicBezTo>
                  <a:cubicBezTo>
                    <a:pt x="47334" y="30643"/>
                    <a:pt x="44778" y="13406"/>
                    <a:pt x="35193" y="0"/>
                  </a:cubicBezTo>
                  <a:cubicBezTo>
                    <a:pt x="30720" y="5107"/>
                    <a:pt x="26248" y="10214"/>
                    <a:pt x="20496" y="14045"/>
                  </a:cubicBezTo>
                  <a:close/>
                </a:path>
              </a:pathLst>
            </a:custGeom>
            <a:solidFill>
              <a:srgbClr val="43B02A"/>
            </a:solidFill>
            <a:ln w="6390" cap="flat">
              <a:noFill/>
              <a:prstDash val="solid"/>
              <a:miter/>
            </a:ln>
          </p:spPr>
          <p:txBody>
            <a:bodyPr rtlCol="0" anchor="ctr"/>
            <a:lstStyle/>
            <a:p>
              <a:endParaRPr lang="en-US"/>
            </a:p>
          </p:txBody>
        </p:sp>
        <p:sp>
          <p:nvSpPr>
            <p:cNvPr id="675" name="Graphic 4">
              <a:extLst>
                <a:ext uri="{FF2B5EF4-FFF2-40B4-BE49-F238E27FC236}">
                  <a16:creationId xmlns:a16="http://schemas.microsoft.com/office/drawing/2014/main" id="{06E0BCD0-21DC-B44F-B534-44824339E2E1}"/>
                </a:ext>
              </a:extLst>
            </p:cNvPr>
            <p:cNvSpPr/>
            <p:nvPr/>
          </p:nvSpPr>
          <p:spPr>
            <a:xfrm>
              <a:off x="10325499" y="918179"/>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79879 w 361670"/>
                <a:gd name="connsiteY7" fmla="*/ 160238 h 361971"/>
                <a:gd name="connsiteX8" fmla="*/ 254959 w 361670"/>
                <a:gd name="connsiteY8" fmla="*/ 187051 h 361971"/>
                <a:gd name="connsiteX9" fmla="*/ 254959 w 361670"/>
                <a:gd name="connsiteY9" fmla="*/ 267489 h 361971"/>
                <a:gd name="connsiteX10" fmla="*/ 240261 w 361670"/>
                <a:gd name="connsiteY10" fmla="*/ 282172 h 361971"/>
                <a:gd name="connsiteX11" fmla="*/ 235789 w 361670"/>
                <a:gd name="connsiteY11" fmla="*/ 282172 h 361971"/>
                <a:gd name="connsiteX12" fmla="*/ 221092 w 361670"/>
                <a:gd name="connsiteY12" fmla="*/ 267489 h 361971"/>
                <a:gd name="connsiteX13" fmla="*/ 221092 w 361670"/>
                <a:gd name="connsiteY13" fmla="*/ 233654 h 361971"/>
                <a:gd name="connsiteX14" fmla="*/ 219174 w 361670"/>
                <a:gd name="connsiteY14" fmla="*/ 231739 h 361971"/>
                <a:gd name="connsiteX15" fmla="*/ 208312 w 361670"/>
                <a:gd name="connsiteY15" fmla="*/ 231739 h 361971"/>
                <a:gd name="connsiteX16" fmla="*/ 208312 w 361670"/>
                <a:gd name="connsiteY16" fmla="*/ 244507 h 361971"/>
                <a:gd name="connsiteX17" fmla="*/ 210229 w 361670"/>
                <a:gd name="connsiteY17" fmla="*/ 244507 h 361971"/>
                <a:gd name="connsiteX18" fmla="*/ 216619 w 361670"/>
                <a:gd name="connsiteY18" fmla="*/ 250891 h 361971"/>
                <a:gd name="connsiteX19" fmla="*/ 216619 w 361670"/>
                <a:gd name="connsiteY19" fmla="*/ 276426 h 361971"/>
                <a:gd name="connsiteX20" fmla="*/ 210229 w 361670"/>
                <a:gd name="connsiteY20" fmla="*/ 282810 h 361971"/>
                <a:gd name="connsiteX21" fmla="*/ 83708 w 361670"/>
                <a:gd name="connsiteY21" fmla="*/ 282810 h 361971"/>
                <a:gd name="connsiteX22" fmla="*/ 77318 w 361670"/>
                <a:gd name="connsiteY22" fmla="*/ 276426 h 361971"/>
                <a:gd name="connsiteX23" fmla="*/ 77318 w 361670"/>
                <a:gd name="connsiteY23" fmla="*/ 250891 h 361971"/>
                <a:gd name="connsiteX24" fmla="*/ 83708 w 361670"/>
                <a:gd name="connsiteY24" fmla="*/ 244507 h 361971"/>
                <a:gd name="connsiteX25" fmla="*/ 85625 w 361670"/>
                <a:gd name="connsiteY25" fmla="*/ 244507 h 361971"/>
                <a:gd name="connsiteX26" fmla="*/ 85625 w 361670"/>
                <a:gd name="connsiteY26" fmla="*/ 107251 h 361971"/>
                <a:gd name="connsiteX27" fmla="*/ 113102 w 361670"/>
                <a:gd name="connsiteY27" fmla="*/ 79800 h 361971"/>
                <a:gd name="connsiteX28" fmla="*/ 180835 w 361670"/>
                <a:gd name="connsiteY28" fmla="*/ 79800 h 361971"/>
                <a:gd name="connsiteX29" fmla="*/ 208312 w 361670"/>
                <a:gd name="connsiteY29" fmla="*/ 107251 h 361971"/>
                <a:gd name="connsiteX30" fmla="*/ 208312 w 361670"/>
                <a:gd name="connsiteY30" fmla="*/ 218971 h 361971"/>
                <a:gd name="connsiteX31" fmla="*/ 219174 w 361670"/>
                <a:gd name="connsiteY31" fmla="*/ 218971 h 361971"/>
                <a:gd name="connsiteX32" fmla="*/ 233872 w 361670"/>
                <a:gd name="connsiteY32" fmla="*/ 233654 h 361971"/>
                <a:gd name="connsiteX33" fmla="*/ 233872 w 361670"/>
                <a:gd name="connsiteY33" fmla="*/ 267489 h 361971"/>
                <a:gd name="connsiteX34" fmla="*/ 235789 w 361670"/>
                <a:gd name="connsiteY34" fmla="*/ 269404 h 361971"/>
                <a:gd name="connsiteX35" fmla="*/ 240261 w 361670"/>
                <a:gd name="connsiteY35" fmla="*/ 269404 h 361971"/>
                <a:gd name="connsiteX36" fmla="*/ 242179 w 361670"/>
                <a:gd name="connsiteY36" fmla="*/ 267489 h 361971"/>
                <a:gd name="connsiteX37" fmla="*/ 242179 w 361670"/>
                <a:gd name="connsiteY37" fmla="*/ 188327 h 361971"/>
                <a:gd name="connsiteX38" fmla="*/ 236428 w 361670"/>
                <a:gd name="connsiteY38" fmla="*/ 188966 h 361971"/>
                <a:gd name="connsiteX39" fmla="*/ 212784 w 361670"/>
                <a:gd name="connsiteY39" fmla="*/ 147470 h 361971"/>
                <a:gd name="connsiteX40" fmla="*/ 237705 w 361670"/>
                <a:gd name="connsiteY40" fmla="*/ 113635 h 361971"/>
                <a:gd name="connsiteX41" fmla="*/ 253680 w 361670"/>
                <a:gd name="connsiteY41" fmla="*/ 97037 h 361971"/>
                <a:gd name="connsiteX42" fmla="*/ 258154 w 361670"/>
                <a:gd name="connsiteY42" fmla="*/ 93845 h 361971"/>
                <a:gd name="connsiteX43" fmla="*/ 263265 w 361670"/>
                <a:gd name="connsiteY43" fmla="*/ 95121 h 361971"/>
                <a:gd name="connsiteX44" fmla="*/ 279879 w 361670"/>
                <a:gd name="connsiteY44" fmla="*/ 160238 h 361971"/>
                <a:gd name="connsiteX45" fmla="*/ 279879 w 361670"/>
                <a:gd name="connsiteY45" fmla="*/ 16023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61670" h="361971">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1670" y="81077"/>
                    <a:pt x="280518" y="0"/>
                    <a:pt x="180835" y="0"/>
                  </a:cubicBezTo>
                  <a:cubicBezTo>
                    <a:pt x="180835" y="0"/>
                    <a:pt x="180835" y="0"/>
                    <a:pt x="180835" y="0"/>
                  </a:cubicBezTo>
                  <a:close/>
                  <a:moveTo>
                    <a:pt x="279879" y="160238"/>
                  </a:moveTo>
                  <a:cubicBezTo>
                    <a:pt x="275406" y="172368"/>
                    <a:pt x="266460" y="181944"/>
                    <a:pt x="254959" y="187051"/>
                  </a:cubicBezTo>
                  <a:lnTo>
                    <a:pt x="254959" y="267489"/>
                  </a:lnTo>
                  <a:cubicBezTo>
                    <a:pt x="254959" y="275788"/>
                    <a:pt x="248569" y="282172"/>
                    <a:pt x="240261" y="282172"/>
                  </a:cubicBezTo>
                  <a:lnTo>
                    <a:pt x="235789" y="282172"/>
                  </a:lnTo>
                  <a:cubicBezTo>
                    <a:pt x="227482" y="282172"/>
                    <a:pt x="221092" y="275788"/>
                    <a:pt x="221092" y="267489"/>
                  </a:cubicBezTo>
                  <a:lnTo>
                    <a:pt x="221092" y="233654"/>
                  </a:lnTo>
                  <a:cubicBezTo>
                    <a:pt x="221092" y="232377"/>
                    <a:pt x="220453" y="231739"/>
                    <a:pt x="219174" y="231739"/>
                  </a:cubicBezTo>
                  <a:lnTo>
                    <a:pt x="208312" y="231739"/>
                  </a:lnTo>
                  <a:lnTo>
                    <a:pt x="208312" y="244507"/>
                  </a:lnTo>
                  <a:lnTo>
                    <a:pt x="210229" y="244507"/>
                  </a:lnTo>
                  <a:cubicBezTo>
                    <a:pt x="214063" y="244507"/>
                    <a:pt x="216619" y="247060"/>
                    <a:pt x="216619" y="250891"/>
                  </a:cubicBezTo>
                  <a:lnTo>
                    <a:pt x="216619" y="276426"/>
                  </a:lnTo>
                  <a:cubicBezTo>
                    <a:pt x="216619" y="280257"/>
                    <a:pt x="214063" y="282810"/>
                    <a:pt x="210229" y="282810"/>
                  </a:cubicBezTo>
                  <a:lnTo>
                    <a:pt x="83708" y="282810"/>
                  </a:lnTo>
                  <a:cubicBezTo>
                    <a:pt x="79874" y="282810"/>
                    <a:pt x="77318" y="280257"/>
                    <a:pt x="77318" y="276426"/>
                  </a:cubicBezTo>
                  <a:lnTo>
                    <a:pt x="77318" y="250891"/>
                  </a:lnTo>
                  <a:cubicBezTo>
                    <a:pt x="77318" y="247060"/>
                    <a:pt x="79874" y="244507"/>
                    <a:pt x="83708" y="244507"/>
                  </a:cubicBezTo>
                  <a:lnTo>
                    <a:pt x="85625" y="244507"/>
                  </a:lnTo>
                  <a:lnTo>
                    <a:pt x="85625" y="107251"/>
                  </a:lnTo>
                  <a:cubicBezTo>
                    <a:pt x="85625" y="91929"/>
                    <a:pt x="97766" y="79800"/>
                    <a:pt x="113102" y="79800"/>
                  </a:cubicBezTo>
                  <a:lnTo>
                    <a:pt x="180835" y="79800"/>
                  </a:lnTo>
                  <a:cubicBezTo>
                    <a:pt x="196171" y="79800"/>
                    <a:pt x="208312" y="91929"/>
                    <a:pt x="208312" y="107251"/>
                  </a:cubicBezTo>
                  <a:lnTo>
                    <a:pt x="208312" y="218971"/>
                  </a:lnTo>
                  <a:lnTo>
                    <a:pt x="219174" y="218971"/>
                  </a:lnTo>
                  <a:cubicBezTo>
                    <a:pt x="227482" y="218971"/>
                    <a:pt x="233872" y="225355"/>
                    <a:pt x="233872" y="233654"/>
                  </a:cubicBezTo>
                  <a:lnTo>
                    <a:pt x="233872" y="267489"/>
                  </a:lnTo>
                  <a:cubicBezTo>
                    <a:pt x="233872" y="268766"/>
                    <a:pt x="234510" y="269404"/>
                    <a:pt x="235789" y="269404"/>
                  </a:cubicBezTo>
                  <a:lnTo>
                    <a:pt x="240261" y="269404"/>
                  </a:lnTo>
                  <a:cubicBezTo>
                    <a:pt x="241539" y="269404"/>
                    <a:pt x="242179" y="268766"/>
                    <a:pt x="242179" y="267489"/>
                  </a:cubicBezTo>
                  <a:lnTo>
                    <a:pt x="242179" y="188327"/>
                  </a:lnTo>
                  <a:cubicBezTo>
                    <a:pt x="240261" y="189604"/>
                    <a:pt x="238344" y="189604"/>
                    <a:pt x="236428" y="188966"/>
                  </a:cubicBezTo>
                  <a:cubicBezTo>
                    <a:pt x="220453" y="181944"/>
                    <a:pt x="210868" y="164707"/>
                    <a:pt x="212784" y="147470"/>
                  </a:cubicBezTo>
                  <a:cubicBezTo>
                    <a:pt x="216619" y="129595"/>
                    <a:pt x="228120" y="121296"/>
                    <a:pt x="237705" y="113635"/>
                  </a:cubicBezTo>
                  <a:cubicBezTo>
                    <a:pt x="244095" y="109166"/>
                    <a:pt x="249846" y="103420"/>
                    <a:pt x="253680" y="97037"/>
                  </a:cubicBezTo>
                  <a:cubicBezTo>
                    <a:pt x="254319" y="95121"/>
                    <a:pt x="256236" y="94483"/>
                    <a:pt x="258154" y="93845"/>
                  </a:cubicBezTo>
                  <a:cubicBezTo>
                    <a:pt x="260070" y="93206"/>
                    <a:pt x="261987" y="93845"/>
                    <a:pt x="263265" y="95121"/>
                  </a:cubicBezTo>
                  <a:cubicBezTo>
                    <a:pt x="283074" y="108528"/>
                    <a:pt x="288186" y="141086"/>
                    <a:pt x="279879" y="160238"/>
                  </a:cubicBezTo>
                  <a:lnTo>
                    <a:pt x="279879" y="160238"/>
                  </a:lnTo>
                  <a:close/>
                </a:path>
              </a:pathLst>
            </a:custGeom>
            <a:solidFill>
              <a:srgbClr val="43B02A"/>
            </a:solidFill>
            <a:ln w="6390" cap="flat">
              <a:noFill/>
              <a:prstDash val="solid"/>
              <a:miter/>
            </a:ln>
          </p:spPr>
          <p:txBody>
            <a:bodyPr rtlCol="0" anchor="ctr"/>
            <a:lstStyle/>
            <a:p>
              <a:endParaRPr lang="en-US"/>
            </a:p>
          </p:txBody>
        </p:sp>
      </p:grpSp>
      <p:grpSp>
        <p:nvGrpSpPr>
          <p:cNvPr id="676" name="Graphic 4">
            <a:extLst>
              <a:ext uri="{FF2B5EF4-FFF2-40B4-BE49-F238E27FC236}">
                <a16:creationId xmlns:a16="http://schemas.microsoft.com/office/drawing/2014/main" id="{F51502C7-6459-B644-8028-24BB508B3A79}"/>
              </a:ext>
            </a:extLst>
          </p:cNvPr>
          <p:cNvGrpSpPr/>
          <p:nvPr/>
        </p:nvGrpSpPr>
        <p:grpSpPr>
          <a:xfrm>
            <a:off x="11376267" y="1402723"/>
            <a:ext cx="361670" cy="361971"/>
            <a:chOff x="10325499" y="1402723"/>
            <a:chExt cx="361670" cy="361971"/>
          </a:xfrm>
          <a:solidFill>
            <a:srgbClr val="43B02A"/>
          </a:solidFill>
        </p:grpSpPr>
        <p:sp>
          <p:nvSpPr>
            <p:cNvPr id="677" name="Graphic 4">
              <a:extLst>
                <a:ext uri="{FF2B5EF4-FFF2-40B4-BE49-F238E27FC236}">
                  <a16:creationId xmlns:a16="http://schemas.microsoft.com/office/drawing/2014/main" id="{683C7C01-2CD6-464E-9FB8-188B31D8B83D}"/>
                </a:ext>
              </a:extLst>
            </p:cNvPr>
            <p:cNvSpPr/>
            <p:nvPr/>
          </p:nvSpPr>
          <p:spPr>
            <a:xfrm>
              <a:off x="10490359" y="1567430"/>
              <a:ext cx="42174" cy="51710"/>
            </a:xfrm>
            <a:custGeom>
              <a:avLst/>
              <a:gdLst>
                <a:gd name="connsiteX0" fmla="*/ 26199 w 42174"/>
                <a:gd name="connsiteY0" fmla="*/ 22344 h 51710"/>
                <a:gd name="connsiteX1" fmla="*/ 24921 w 42174"/>
                <a:gd name="connsiteY1" fmla="*/ 17237 h 51710"/>
                <a:gd name="connsiteX2" fmla="*/ 27477 w 42174"/>
                <a:gd name="connsiteY2" fmla="*/ 0 h 51710"/>
                <a:gd name="connsiteX3" fmla="*/ 0 w 42174"/>
                <a:gd name="connsiteY3" fmla="*/ 27451 h 51710"/>
                <a:gd name="connsiteX4" fmla="*/ 10863 w 42174"/>
                <a:gd name="connsiteY4" fmla="*/ 27451 h 51710"/>
                <a:gd name="connsiteX5" fmla="*/ 17253 w 42174"/>
                <a:gd name="connsiteY5" fmla="*/ 33835 h 51710"/>
                <a:gd name="connsiteX6" fmla="*/ 17253 w 42174"/>
                <a:gd name="connsiteY6" fmla="*/ 34474 h 51710"/>
                <a:gd name="connsiteX7" fmla="*/ 14697 w 42174"/>
                <a:gd name="connsiteY7" fmla="*/ 51710 h 51710"/>
                <a:gd name="connsiteX8" fmla="*/ 42174 w 42174"/>
                <a:gd name="connsiteY8" fmla="*/ 24259 h 51710"/>
                <a:gd name="connsiteX9" fmla="*/ 31311 w 42174"/>
                <a:gd name="connsiteY9" fmla="*/ 24259 h 51710"/>
                <a:gd name="connsiteX10" fmla="*/ 26199 w 42174"/>
                <a:gd name="connsiteY10" fmla="*/ 22344 h 5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174" h="51710">
                  <a:moveTo>
                    <a:pt x="26199" y="22344"/>
                  </a:moveTo>
                  <a:cubicBezTo>
                    <a:pt x="24921" y="21067"/>
                    <a:pt x="24282" y="19152"/>
                    <a:pt x="24921" y="17237"/>
                  </a:cubicBezTo>
                  <a:lnTo>
                    <a:pt x="27477" y="0"/>
                  </a:lnTo>
                  <a:lnTo>
                    <a:pt x="0" y="27451"/>
                  </a:lnTo>
                  <a:lnTo>
                    <a:pt x="10863" y="27451"/>
                  </a:lnTo>
                  <a:cubicBezTo>
                    <a:pt x="14697" y="27451"/>
                    <a:pt x="17253" y="30005"/>
                    <a:pt x="17253" y="33835"/>
                  </a:cubicBezTo>
                  <a:cubicBezTo>
                    <a:pt x="17253" y="34474"/>
                    <a:pt x="17253" y="34474"/>
                    <a:pt x="17253" y="34474"/>
                  </a:cubicBezTo>
                  <a:lnTo>
                    <a:pt x="14697" y="51710"/>
                  </a:lnTo>
                  <a:lnTo>
                    <a:pt x="42174" y="24259"/>
                  </a:lnTo>
                  <a:lnTo>
                    <a:pt x="31311" y="24259"/>
                  </a:lnTo>
                  <a:cubicBezTo>
                    <a:pt x="29394" y="24898"/>
                    <a:pt x="27477" y="24259"/>
                    <a:pt x="26199" y="22344"/>
                  </a:cubicBezTo>
                  <a:close/>
                </a:path>
              </a:pathLst>
            </a:custGeom>
            <a:solidFill>
              <a:srgbClr val="43B02A"/>
            </a:solidFill>
            <a:ln w="6390" cap="flat">
              <a:noFill/>
              <a:prstDash val="solid"/>
              <a:miter/>
            </a:ln>
          </p:spPr>
          <p:txBody>
            <a:bodyPr rtlCol="0" anchor="ctr"/>
            <a:lstStyle/>
            <a:p>
              <a:endParaRPr lang="en-US"/>
            </a:p>
          </p:txBody>
        </p:sp>
        <p:sp>
          <p:nvSpPr>
            <p:cNvPr id="678" name="Graphic 4">
              <a:extLst>
                <a:ext uri="{FF2B5EF4-FFF2-40B4-BE49-F238E27FC236}">
                  <a16:creationId xmlns:a16="http://schemas.microsoft.com/office/drawing/2014/main" id="{5C75F0B1-8BE6-A243-B775-7989ED68C861}"/>
                </a:ext>
              </a:extLst>
            </p:cNvPr>
            <p:cNvSpPr/>
            <p:nvPr/>
          </p:nvSpPr>
          <p:spPr>
            <a:xfrm>
              <a:off x="10394510" y="1535510"/>
              <a:ext cx="225565" cy="131510"/>
            </a:xfrm>
            <a:custGeom>
              <a:avLst/>
              <a:gdLst>
                <a:gd name="connsiteX0" fmla="*/ 211508 w 225565"/>
                <a:gd name="connsiteY0" fmla="*/ 30005 h 131510"/>
                <a:gd name="connsiteX1" fmla="*/ 205118 w 225565"/>
                <a:gd name="connsiteY1" fmla="*/ 36389 h 131510"/>
                <a:gd name="connsiteX2" fmla="*/ 191059 w 225565"/>
                <a:gd name="connsiteY2" fmla="*/ 36389 h 131510"/>
                <a:gd name="connsiteX3" fmla="*/ 191059 w 225565"/>
                <a:gd name="connsiteY3" fmla="*/ 40219 h 131510"/>
                <a:gd name="connsiteX4" fmla="*/ 178279 w 225565"/>
                <a:gd name="connsiteY4" fmla="*/ 40219 h 131510"/>
                <a:gd name="connsiteX5" fmla="*/ 178279 w 225565"/>
                <a:gd name="connsiteY5" fmla="*/ 0 h 131510"/>
                <a:gd name="connsiteX6" fmla="*/ 88820 w 225565"/>
                <a:gd name="connsiteY6" fmla="*/ 0 h 131510"/>
                <a:gd name="connsiteX7" fmla="*/ 54314 w 225565"/>
                <a:gd name="connsiteY7" fmla="*/ 34474 h 131510"/>
                <a:gd name="connsiteX8" fmla="*/ 49842 w 225565"/>
                <a:gd name="connsiteY8" fmla="*/ 36389 h 131510"/>
                <a:gd name="connsiteX9" fmla="*/ 35784 w 225565"/>
                <a:gd name="connsiteY9" fmla="*/ 36389 h 131510"/>
                <a:gd name="connsiteX10" fmla="*/ 35784 w 225565"/>
                <a:gd name="connsiteY10" fmla="*/ 50434 h 131510"/>
                <a:gd name="connsiteX11" fmla="*/ 23004 w 225565"/>
                <a:gd name="connsiteY11" fmla="*/ 50434 h 131510"/>
                <a:gd name="connsiteX12" fmla="*/ 23004 w 225565"/>
                <a:gd name="connsiteY12" fmla="*/ 46603 h 131510"/>
                <a:gd name="connsiteX13" fmla="*/ 14058 w 225565"/>
                <a:gd name="connsiteY13" fmla="*/ 46603 h 131510"/>
                <a:gd name="connsiteX14" fmla="*/ 7668 w 225565"/>
                <a:gd name="connsiteY14" fmla="*/ 40219 h 131510"/>
                <a:gd name="connsiteX15" fmla="*/ 7668 w 225565"/>
                <a:gd name="connsiteY15" fmla="*/ 20429 h 131510"/>
                <a:gd name="connsiteX16" fmla="*/ 0 w 225565"/>
                <a:gd name="connsiteY16" fmla="*/ 20429 h 131510"/>
                <a:gd name="connsiteX17" fmla="*/ 0 w 225565"/>
                <a:gd name="connsiteY17" fmla="*/ 85545 h 131510"/>
                <a:gd name="connsiteX18" fmla="*/ 7668 w 225565"/>
                <a:gd name="connsiteY18" fmla="*/ 85545 h 131510"/>
                <a:gd name="connsiteX19" fmla="*/ 7668 w 225565"/>
                <a:gd name="connsiteY19" fmla="*/ 65755 h 131510"/>
                <a:gd name="connsiteX20" fmla="*/ 14058 w 225565"/>
                <a:gd name="connsiteY20" fmla="*/ 59371 h 131510"/>
                <a:gd name="connsiteX21" fmla="*/ 23004 w 225565"/>
                <a:gd name="connsiteY21" fmla="*/ 59371 h 131510"/>
                <a:gd name="connsiteX22" fmla="*/ 23004 w 225565"/>
                <a:gd name="connsiteY22" fmla="*/ 55541 h 131510"/>
                <a:gd name="connsiteX23" fmla="*/ 35784 w 225565"/>
                <a:gd name="connsiteY23" fmla="*/ 55541 h 131510"/>
                <a:gd name="connsiteX24" fmla="*/ 35784 w 225565"/>
                <a:gd name="connsiteY24" fmla="*/ 69585 h 131510"/>
                <a:gd name="connsiteX25" fmla="*/ 55593 w 225565"/>
                <a:gd name="connsiteY25" fmla="*/ 69585 h 131510"/>
                <a:gd name="connsiteX26" fmla="*/ 61983 w 225565"/>
                <a:gd name="connsiteY26" fmla="*/ 75969 h 131510"/>
                <a:gd name="connsiteX27" fmla="*/ 61983 w 225565"/>
                <a:gd name="connsiteY27" fmla="*/ 116189 h 131510"/>
                <a:gd name="connsiteX28" fmla="*/ 102239 w 225565"/>
                <a:gd name="connsiteY28" fmla="*/ 116189 h 131510"/>
                <a:gd name="connsiteX29" fmla="*/ 106712 w 225565"/>
                <a:gd name="connsiteY29" fmla="*/ 118104 h 131510"/>
                <a:gd name="connsiteX30" fmla="*/ 120131 w 225565"/>
                <a:gd name="connsiteY30" fmla="*/ 131510 h 131510"/>
                <a:gd name="connsiteX31" fmla="*/ 178918 w 225565"/>
                <a:gd name="connsiteY31" fmla="*/ 131510 h 131510"/>
                <a:gd name="connsiteX32" fmla="*/ 178918 w 225565"/>
                <a:gd name="connsiteY32" fmla="*/ 60009 h 131510"/>
                <a:gd name="connsiteX33" fmla="*/ 191698 w 225565"/>
                <a:gd name="connsiteY33" fmla="*/ 60009 h 131510"/>
                <a:gd name="connsiteX34" fmla="*/ 191698 w 225565"/>
                <a:gd name="connsiteY34" fmla="*/ 68947 h 131510"/>
                <a:gd name="connsiteX35" fmla="*/ 205756 w 225565"/>
                <a:gd name="connsiteY35" fmla="*/ 68947 h 131510"/>
                <a:gd name="connsiteX36" fmla="*/ 212146 w 225565"/>
                <a:gd name="connsiteY36" fmla="*/ 75331 h 131510"/>
                <a:gd name="connsiteX37" fmla="*/ 212146 w 225565"/>
                <a:gd name="connsiteY37" fmla="*/ 89376 h 131510"/>
                <a:gd name="connsiteX38" fmla="*/ 225565 w 225565"/>
                <a:gd name="connsiteY38" fmla="*/ 89376 h 131510"/>
                <a:gd name="connsiteX39" fmla="*/ 225565 w 225565"/>
                <a:gd name="connsiteY39" fmla="*/ 14045 h 131510"/>
                <a:gd name="connsiteX40" fmla="*/ 212146 w 225565"/>
                <a:gd name="connsiteY40" fmla="*/ 14045 h 131510"/>
                <a:gd name="connsiteX41" fmla="*/ 211508 w 225565"/>
                <a:gd name="connsiteY41" fmla="*/ 30005 h 131510"/>
                <a:gd name="connsiteX42" fmla="*/ 157832 w 225565"/>
                <a:gd name="connsiteY42" fmla="*/ 54902 h 131510"/>
                <a:gd name="connsiteX43" fmla="*/ 106074 w 225565"/>
                <a:gd name="connsiteY43" fmla="*/ 106613 h 131510"/>
                <a:gd name="connsiteX44" fmla="*/ 101600 w 225565"/>
                <a:gd name="connsiteY44" fmla="*/ 108528 h 131510"/>
                <a:gd name="connsiteX45" fmla="*/ 99044 w 225565"/>
                <a:gd name="connsiteY45" fmla="*/ 107889 h 131510"/>
                <a:gd name="connsiteX46" fmla="*/ 95849 w 225565"/>
                <a:gd name="connsiteY46" fmla="*/ 101505 h 131510"/>
                <a:gd name="connsiteX47" fmla="*/ 100322 w 225565"/>
                <a:gd name="connsiteY47" fmla="*/ 72777 h 131510"/>
                <a:gd name="connsiteX48" fmla="*/ 81792 w 225565"/>
                <a:gd name="connsiteY48" fmla="*/ 72777 h 131510"/>
                <a:gd name="connsiteX49" fmla="*/ 76040 w 225565"/>
                <a:gd name="connsiteY49" fmla="*/ 68947 h 131510"/>
                <a:gd name="connsiteX50" fmla="*/ 77319 w 225565"/>
                <a:gd name="connsiteY50" fmla="*/ 61925 h 131510"/>
                <a:gd name="connsiteX51" fmla="*/ 129077 w 225565"/>
                <a:gd name="connsiteY51" fmla="*/ 10214 h 131510"/>
                <a:gd name="connsiteX52" fmla="*/ 136745 w 225565"/>
                <a:gd name="connsiteY52" fmla="*/ 8938 h 131510"/>
                <a:gd name="connsiteX53" fmla="*/ 139940 w 225565"/>
                <a:gd name="connsiteY53" fmla="*/ 15322 h 131510"/>
                <a:gd name="connsiteX54" fmla="*/ 135467 w 225565"/>
                <a:gd name="connsiteY54" fmla="*/ 44688 h 131510"/>
                <a:gd name="connsiteX55" fmla="*/ 153998 w 225565"/>
                <a:gd name="connsiteY55" fmla="*/ 44688 h 131510"/>
                <a:gd name="connsiteX56" fmla="*/ 160388 w 225565"/>
                <a:gd name="connsiteY56" fmla="*/ 51072 h 131510"/>
                <a:gd name="connsiteX57" fmla="*/ 157832 w 225565"/>
                <a:gd name="connsiteY57" fmla="*/ 54902 h 131510"/>
                <a:gd name="connsiteX58" fmla="*/ 157832 w 225565"/>
                <a:gd name="connsiteY58" fmla="*/ 54902 h 1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25565" h="131510">
                  <a:moveTo>
                    <a:pt x="211508" y="30005"/>
                  </a:moveTo>
                  <a:cubicBezTo>
                    <a:pt x="211508" y="33835"/>
                    <a:pt x="208951" y="36389"/>
                    <a:pt x="205118" y="36389"/>
                  </a:cubicBezTo>
                  <a:lnTo>
                    <a:pt x="191059" y="36389"/>
                  </a:lnTo>
                  <a:lnTo>
                    <a:pt x="191059" y="40219"/>
                  </a:lnTo>
                  <a:lnTo>
                    <a:pt x="178279" y="40219"/>
                  </a:lnTo>
                  <a:lnTo>
                    <a:pt x="178279" y="0"/>
                  </a:lnTo>
                  <a:lnTo>
                    <a:pt x="88820" y="0"/>
                  </a:lnTo>
                  <a:lnTo>
                    <a:pt x="54314" y="34474"/>
                  </a:lnTo>
                  <a:cubicBezTo>
                    <a:pt x="53037" y="35750"/>
                    <a:pt x="51759" y="36389"/>
                    <a:pt x="49842" y="36389"/>
                  </a:cubicBezTo>
                  <a:lnTo>
                    <a:pt x="35784" y="36389"/>
                  </a:lnTo>
                  <a:lnTo>
                    <a:pt x="35784" y="50434"/>
                  </a:lnTo>
                  <a:lnTo>
                    <a:pt x="23004" y="50434"/>
                  </a:lnTo>
                  <a:lnTo>
                    <a:pt x="23004" y="46603"/>
                  </a:lnTo>
                  <a:lnTo>
                    <a:pt x="14058" y="46603"/>
                  </a:lnTo>
                  <a:cubicBezTo>
                    <a:pt x="10225" y="46603"/>
                    <a:pt x="7668" y="44050"/>
                    <a:pt x="7668" y="40219"/>
                  </a:cubicBezTo>
                  <a:lnTo>
                    <a:pt x="7668" y="20429"/>
                  </a:lnTo>
                  <a:lnTo>
                    <a:pt x="0" y="20429"/>
                  </a:lnTo>
                  <a:lnTo>
                    <a:pt x="0" y="85545"/>
                  </a:lnTo>
                  <a:lnTo>
                    <a:pt x="7668" y="85545"/>
                  </a:lnTo>
                  <a:lnTo>
                    <a:pt x="7668" y="65755"/>
                  </a:lnTo>
                  <a:cubicBezTo>
                    <a:pt x="7668" y="61925"/>
                    <a:pt x="10225" y="59371"/>
                    <a:pt x="14058" y="59371"/>
                  </a:cubicBezTo>
                  <a:lnTo>
                    <a:pt x="23004" y="59371"/>
                  </a:lnTo>
                  <a:lnTo>
                    <a:pt x="23004" y="55541"/>
                  </a:lnTo>
                  <a:lnTo>
                    <a:pt x="35784" y="55541"/>
                  </a:lnTo>
                  <a:lnTo>
                    <a:pt x="35784" y="69585"/>
                  </a:lnTo>
                  <a:lnTo>
                    <a:pt x="55593" y="69585"/>
                  </a:lnTo>
                  <a:cubicBezTo>
                    <a:pt x="59427" y="69585"/>
                    <a:pt x="61983" y="72139"/>
                    <a:pt x="61983" y="75969"/>
                  </a:cubicBezTo>
                  <a:lnTo>
                    <a:pt x="61983" y="116189"/>
                  </a:lnTo>
                  <a:lnTo>
                    <a:pt x="102239" y="116189"/>
                  </a:lnTo>
                  <a:cubicBezTo>
                    <a:pt x="104156" y="116189"/>
                    <a:pt x="105434" y="116827"/>
                    <a:pt x="106712" y="118104"/>
                  </a:cubicBezTo>
                  <a:lnTo>
                    <a:pt x="120131" y="131510"/>
                  </a:lnTo>
                  <a:lnTo>
                    <a:pt x="178918" y="131510"/>
                  </a:lnTo>
                  <a:lnTo>
                    <a:pt x="178918" y="60009"/>
                  </a:lnTo>
                  <a:lnTo>
                    <a:pt x="191698" y="60009"/>
                  </a:lnTo>
                  <a:lnTo>
                    <a:pt x="191698" y="68947"/>
                  </a:lnTo>
                  <a:lnTo>
                    <a:pt x="205756" y="68947"/>
                  </a:lnTo>
                  <a:cubicBezTo>
                    <a:pt x="209590" y="68947"/>
                    <a:pt x="212146" y="71501"/>
                    <a:pt x="212146" y="75331"/>
                  </a:cubicBezTo>
                  <a:lnTo>
                    <a:pt x="212146" y="89376"/>
                  </a:lnTo>
                  <a:lnTo>
                    <a:pt x="225565" y="89376"/>
                  </a:lnTo>
                  <a:lnTo>
                    <a:pt x="225565" y="14045"/>
                  </a:lnTo>
                  <a:lnTo>
                    <a:pt x="212146" y="14045"/>
                  </a:lnTo>
                  <a:lnTo>
                    <a:pt x="211508" y="30005"/>
                  </a:lnTo>
                  <a:close/>
                  <a:moveTo>
                    <a:pt x="157832" y="54902"/>
                  </a:moveTo>
                  <a:lnTo>
                    <a:pt x="106074" y="106613"/>
                  </a:lnTo>
                  <a:cubicBezTo>
                    <a:pt x="104795" y="107889"/>
                    <a:pt x="103517" y="108528"/>
                    <a:pt x="101600" y="108528"/>
                  </a:cubicBezTo>
                  <a:cubicBezTo>
                    <a:pt x="100322" y="108528"/>
                    <a:pt x="99684" y="108528"/>
                    <a:pt x="99044" y="107889"/>
                  </a:cubicBezTo>
                  <a:cubicBezTo>
                    <a:pt x="96489" y="106613"/>
                    <a:pt x="95210" y="104059"/>
                    <a:pt x="95849" y="101505"/>
                  </a:cubicBezTo>
                  <a:lnTo>
                    <a:pt x="100322" y="72777"/>
                  </a:lnTo>
                  <a:lnTo>
                    <a:pt x="81792" y="72777"/>
                  </a:lnTo>
                  <a:cubicBezTo>
                    <a:pt x="79235" y="72777"/>
                    <a:pt x="76679" y="71501"/>
                    <a:pt x="76040" y="68947"/>
                  </a:cubicBezTo>
                  <a:cubicBezTo>
                    <a:pt x="74763" y="66393"/>
                    <a:pt x="75402" y="63840"/>
                    <a:pt x="77319" y="61925"/>
                  </a:cubicBezTo>
                  <a:lnTo>
                    <a:pt x="129077" y="10214"/>
                  </a:lnTo>
                  <a:cubicBezTo>
                    <a:pt x="130994" y="8299"/>
                    <a:pt x="134189" y="7661"/>
                    <a:pt x="136745" y="8938"/>
                  </a:cubicBezTo>
                  <a:cubicBezTo>
                    <a:pt x="139301" y="10214"/>
                    <a:pt x="140579" y="12768"/>
                    <a:pt x="139940" y="15322"/>
                  </a:cubicBezTo>
                  <a:lnTo>
                    <a:pt x="135467" y="44688"/>
                  </a:lnTo>
                  <a:lnTo>
                    <a:pt x="153998" y="44688"/>
                  </a:lnTo>
                  <a:cubicBezTo>
                    <a:pt x="157832" y="44688"/>
                    <a:pt x="160388" y="47880"/>
                    <a:pt x="160388" y="51072"/>
                  </a:cubicBezTo>
                  <a:cubicBezTo>
                    <a:pt x="159110" y="52349"/>
                    <a:pt x="158471" y="53626"/>
                    <a:pt x="157832" y="54902"/>
                  </a:cubicBezTo>
                  <a:lnTo>
                    <a:pt x="157832" y="54902"/>
                  </a:lnTo>
                  <a:close/>
                </a:path>
              </a:pathLst>
            </a:custGeom>
            <a:solidFill>
              <a:srgbClr val="43B02A"/>
            </a:solidFill>
            <a:ln w="6390" cap="flat">
              <a:noFill/>
              <a:prstDash val="solid"/>
              <a:miter/>
            </a:ln>
          </p:spPr>
          <p:txBody>
            <a:bodyPr rtlCol="0" anchor="ctr"/>
            <a:lstStyle/>
            <a:p>
              <a:endParaRPr lang="en-US"/>
            </a:p>
          </p:txBody>
        </p:sp>
        <p:sp>
          <p:nvSpPr>
            <p:cNvPr id="679" name="Graphic 4">
              <a:extLst>
                <a:ext uri="{FF2B5EF4-FFF2-40B4-BE49-F238E27FC236}">
                  <a16:creationId xmlns:a16="http://schemas.microsoft.com/office/drawing/2014/main" id="{85C26691-5B43-5C41-9CAD-D708E822790E}"/>
                </a:ext>
              </a:extLst>
            </p:cNvPr>
            <p:cNvSpPr/>
            <p:nvPr/>
          </p:nvSpPr>
          <p:spPr>
            <a:xfrm>
              <a:off x="10325499" y="1402723"/>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153358 w 361670"/>
                <a:gd name="connsiteY7" fmla="*/ 90014 h 361971"/>
                <a:gd name="connsiteX8" fmla="*/ 159748 w 361670"/>
                <a:gd name="connsiteY8" fmla="*/ 83630 h 361971"/>
                <a:gd name="connsiteX9" fmla="*/ 216619 w 361670"/>
                <a:gd name="connsiteY9" fmla="*/ 83630 h 361971"/>
                <a:gd name="connsiteX10" fmla="*/ 223009 w 361670"/>
                <a:gd name="connsiteY10" fmla="*/ 90014 h 361971"/>
                <a:gd name="connsiteX11" fmla="*/ 223009 w 361670"/>
                <a:gd name="connsiteY11" fmla="*/ 105336 h 361971"/>
                <a:gd name="connsiteX12" fmla="*/ 216619 w 361670"/>
                <a:gd name="connsiteY12" fmla="*/ 111720 h 361971"/>
                <a:gd name="connsiteX13" fmla="*/ 212784 w 361670"/>
                <a:gd name="connsiteY13" fmla="*/ 111720 h 361971"/>
                <a:gd name="connsiteX14" fmla="*/ 212784 w 361670"/>
                <a:gd name="connsiteY14" fmla="*/ 115550 h 361971"/>
                <a:gd name="connsiteX15" fmla="*/ 200005 w 361670"/>
                <a:gd name="connsiteY15" fmla="*/ 115550 h 361971"/>
                <a:gd name="connsiteX16" fmla="*/ 200005 w 361670"/>
                <a:gd name="connsiteY16" fmla="*/ 105336 h 361971"/>
                <a:gd name="connsiteX17" fmla="*/ 206395 w 361670"/>
                <a:gd name="connsiteY17" fmla="*/ 98952 h 361971"/>
                <a:gd name="connsiteX18" fmla="*/ 210229 w 361670"/>
                <a:gd name="connsiteY18" fmla="*/ 98952 h 361971"/>
                <a:gd name="connsiteX19" fmla="*/ 210229 w 361670"/>
                <a:gd name="connsiteY19" fmla="*/ 96398 h 361971"/>
                <a:gd name="connsiteX20" fmla="*/ 166138 w 361670"/>
                <a:gd name="connsiteY20" fmla="*/ 96398 h 361971"/>
                <a:gd name="connsiteX21" fmla="*/ 166138 w 361670"/>
                <a:gd name="connsiteY21" fmla="*/ 98952 h 361971"/>
                <a:gd name="connsiteX22" fmla="*/ 169972 w 361670"/>
                <a:gd name="connsiteY22" fmla="*/ 98952 h 361971"/>
                <a:gd name="connsiteX23" fmla="*/ 176362 w 361670"/>
                <a:gd name="connsiteY23" fmla="*/ 105336 h 361971"/>
                <a:gd name="connsiteX24" fmla="*/ 176362 w 361670"/>
                <a:gd name="connsiteY24" fmla="*/ 115550 h 361971"/>
                <a:gd name="connsiteX25" fmla="*/ 163582 w 361670"/>
                <a:gd name="connsiteY25" fmla="*/ 115550 h 361971"/>
                <a:gd name="connsiteX26" fmla="*/ 163582 w 361670"/>
                <a:gd name="connsiteY26" fmla="*/ 111720 h 361971"/>
                <a:gd name="connsiteX27" fmla="*/ 159748 w 361670"/>
                <a:gd name="connsiteY27" fmla="*/ 111720 h 361971"/>
                <a:gd name="connsiteX28" fmla="*/ 153358 w 361670"/>
                <a:gd name="connsiteY28" fmla="*/ 105336 h 361971"/>
                <a:gd name="connsiteX29" fmla="*/ 153358 w 361670"/>
                <a:gd name="connsiteY29" fmla="*/ 90014 h 361971"/>
                <a:gd name="connsiteX30" fmla="*/ 306078 w 361670"/>
                <a:gd name="connsiteY30" fmla="*/ 229823 h 361971"/>
                <a:gd name="connsiteX31" fmla="*/ 299688 w 361670"/>
                <a:gd name="connsiteY31" fmla="*/ 236207 h 361971"/>
                <a:gd name="connsiteX32" fmla="*/ 273489 w 361670"/>
                <a:gd name="connsiteY32" fmla="*/ 236207 h 361971"/>
                <a:gd name="connsiteX33" fmla="*/ 267099 w 361670"/>
                <a:gd name="connsiteY33" fmla="*/ 229823 h 361971"/>
                <a:gd name="connsiteX34" fmla="*/ 267099 w 361670"/>
                <a:gd name="connsiteY34" fmla="*/ 215779 h 361971"/>
                <a:gd name="connsiteX35" fmla="*/ 259431 w 361670"/>
                <a:gd name="connsiteY35" fmla="*/ 215779 h 361971"/>
                <a:gd name="connsiteX36" fmla="*/ 259431 w 361670"/>
                <a:gd name="connsiteY36" fmla="*/ 271958 h 361971"/>
                <a:gd name="connsiteX37" fmla="*/ 253041 w 361670"/>
                <a:gd name="connsiteY37" fmla="*/ 278342 h 361971"/>
                <a:gd name="connsiteX38" fmla="*/ 185947 w 361670"/>
                <a:gd name="connsiteY38" fmla="*/ 278342 h 361971"/>
                <a:gd name="connsiteX39" fmla="*/ 181474 w 361670"/>
                <a:gd name="connsiteY39" fmla="*/ 276426 h 361971"/>
                <a:gd name="connsiteX40" fmla="*/ 167416 w 361670"/>
                <a:gd name="connsiteY40" fmla="*/ 263020 h 361971"/>
                <a:gd name="connsiteX41" fmla="*/ 123325 w 361670"/>
                <a:gd name="connsiteY41" fmla="*/ 263020 h 361971"/>
                <a:gd name="connsiteX42" fmla="*/ 116935 w 361670"/>
                <a:gd name="connsiteY42" fmla="*/ 256636 h 361971"/>
                <a:gd name="connsiteX43" fmla="*/ 116935 w 361670"/>
                <a:gd name="connsiteY43" fmla="*/ 216417 h 361971"/>
                <a:gd name="connsiteX44" fmla="*/ 97127 w 361670"/>
                <a:gd name="connsiteY44" fmla="*/ 216417 h 361971"/>
                <a:gd name="connsiteX45" fmla="*/ 90737 w 361670"/>
                <a:gd name="connsiteY45" fmla="*/ 210033 h 361971"/>
                <a:gd name="connsiteX46" fmla="*/ 90737 w 361670"/>
                <a:gd name="connsiteY46" fmla="*/ 206203 h 361971"/>
                <a:gd name="connsiteX47" fmla="*/ 88181 w 361670"/>
                <a:gd name="connsiteY47" fmla="*/ 206203 h 361971"/>
                <a:gd name="connsiteX48" fmla="*/ 88181 w 361670"/>
                <a:gd name="connsiteY48" fmla="*/ 225993 h 361971"/>
                <a:gd name="connsiteX49" fmla="*/ 81791 w 361670"/>
                <a:gd name="connsiteY49" fmla="*/ 232377 h 361971"/>
                <a:gd name="connsiteX50" fmla="*/ 61343 w 361670"/>
                <a:gd name="connsiteY50" fmla="*/ 232377 h 361971"/>
                <a:gd name="connsiteX51" fmla="*/ 54953 w 361670"/>
                <a:gd name="connsiteY51" fmla="*/ 225993 h 361971"/>
                <a:gd name="connsiteX52" fmla="*/ 54953 w 361670"/>
                <a:gd name="connsiteY52" fmla="*/ 148108 h 361971"/>
                <a:gd name="connsiteX53" fmla="*/ 61343 w 361670"/>
                <a:gd name="connsiteY53" fmla="*/ 141724 h 361971"/>
                <a:gd name="connsiteX54" fmla="*/ 81791 w 361670"/>
                <a:gd name="connsiteY54" fmla="*/ 141724 h 361971"/>
                <a:gd name="connsiteX55" fmla="*/ 88181 w 361670"/>
                <a:gd name="connsiteY55" fmla="*/ 148108 h 361971"/>
                <a:gd name="connsiteX56" fmla="*/ 88181 w 361670"/>
                <a:gd name="connsiteY56" fmla="*/ 167899 h 361971"/>
                <a:gd name="connsiteX57" fmla="*/ 90737 w 361670"/>
                <a:gd name="connsiteY57" fmla="*/ 167899 h 361971"/>
                <a:gd name="connsiteX58" fmla="*/ 90737 w 361670"/>
                <a:gd name="connsiteY58" fmla="*/ 164068 h 361971"/>
                <a:gd name="connsiteX59" fmla="*/ 97127 w 361670"/>
                <a:gd name="connsiteY59" fmla="*/ 157684 h 361971"/>
                <a:gd name="connsiteX60" fmla="*/ 115019 w 361670"/>
                <a:gd name="connsiteY60" fmla="*/ 157684 h 361971"/>
                <a:gd name="connsiteX61" fmla="*/ 149525 w 361670"/>
                <a:gd name="connsiteY61" fmla="*/ 123211 h 361971"/>
                <a:gd name="connsiteX62" fmla="*/ 153997 w 361670"/>
                <a:gd name="connsiteY62" fmla="*/ 121296 h 361971"/>
                <a:gd name="connsiteX63" fmla="*/ 252403 w 361670"/>
                <a:gd name="connsiteY63" fmla="*/ 121296 h 361971"/>
                <a:gd name="connsiteX64" fmla="*/ 258792 w 361670"/>
                <a:gd name="connsiteY64" fmla="*/ 127680 h 361971"/>
                <a:gd name="connsiteX65" fmla="*/ 258792 w 361670"/>
                <a:gd name="connsiteY65" fmla="*/ 157684 h 361971"/>
                <a:gd name="connsiteX66" fmla="*/ 266460 w 361670"/>
                <a:gd name="connsiteY66" fmla="*/ 157684 h 361971"/>
                <a:gd name="connsiteX67" fmla="*/ 266460 w 361670"/>
                <a:gd name="connsiteY67" fmla="*/ 143001 h 361971"/>
                <a:gd name="connsiteX68" fmla="*/ 272850 w 361670"/>
                <a:gd name="connsiteY68" fmla="*/ 136617 h 361971"/>
                <a:gd name="connsiteX69" fmla="*/ 299049 w 361670"/>
                <a:gd name="connsiteY69" fmla="*/ 136617 h 361971"/>
                <a:gd name="connsiteX70" fmla="*/ 305439 w 361670"/>
                <a:gd name="connsiteY70" fmla="*/ 143001 h 361971"/>
                <a:gd name="connsiteX71" fmla="*/ 306078 w 361670"/>
                <a:gd name="connsiteY71" fmla="*/ 22982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1670"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1670" y="80438"/>
                    <a:pt x="280518" y="0"/>
                    <a:pt x="180835" y="0"/>
                  </a:cubicBezTo>
                  <a:cubicBezTo>
                    <a:pt x="180835" y="0"/>
                    <a:pt x="180835" y="0"/>
                    <a:pt x="180835" y="0"/>
                  </a:cubicBezTo>
                  <a:close/>
                  <a:moveTo>
                    <a:pt x="153358" y="90014"/>
                  </a:moveTo>
                  <a:cubicBezTo>
                    <a:pt x="153358" y="86184"/>
                    <a:pt x="155915" y="83630"/>
                    <a:pt x="159748" y="83630"/>
                  </a:cubicBezTo>
                  <a:lnTo>
                    <a:pt x="216619" y="83630"/>
                  </a:lnTo>
                  <a:cubicBezTo>
                    <a:pt x="220453" y="83630"/>
                    <a:pt x="223009" y="86184"/>
                    <a:pt x="223009" y="90014"/>
                  </a:cubicBezTo>
                  <a:lnTo>
                    <a:pt x="223009" y="105336"/>
                  </a:lnTo>
                  <a:cubicBezTo>
                    <a:pt x="223009" y="109166"/>
                    <a:pt x="220453" y="111720"/>
                    <a:pt x="216619" y="111720"/>
                  </a:cubicBezTo>
                  <a:lnTo>
                    <a:pt x="212784" y="111720"/>
                  </a:lnTo>
                  <a:lnTo>
                    <a:pt x="212784" y="115550"/>
                  </a:lnTo>
                  <a:lnTo>
                    <a:pt x="200005" y="115550"/>
                  </a:lnTo>
                  <a:lnTo>
                    <a:pt x="200005" y="105336"/>
                  </a:lnTo>
                  <a:cubicBezTo>
                    <a:pt x="200005" y="101505"/>
                    <a:pt x="202561" y="98952"/>
                    <a:pt x="206395" y="98952"/>
                  </a:cubicBezTo>
                  <a:lnTo>
                    <a:pt x="210229" y="98952"/>
                  </a:lnTo>
                  <a:lnTo>
                    <a:pt x="210229" y="96398"/>
                  </a:lnTo>
                  <a:lnTo>
                    <a:pt x="166138" y="96398"/>
                  </a:lnTo>
                  <a:lnTo>
                    <a:pt x="166138" y="98952"/>
                  </a:lnTo>
                  <a:lnTo>
                    <a:pt x="169972" y="98952"/>
                  </a:lnTo>
                  <a:cubicBezTo>
                    <a:pt x="173806" y="98952"/>
                    <a:pt x="176362" y="101505"/>
                    <a:pt x="176362" y="105336"/>
                  </a:cubicBezTo>
                  <a:lnTo>
                    <a:pt x="176362" y="115550"/>
                  </a:lnTo>
                  <a:lnTo>
                    <a:pt x="163582" y="115550"/>
                  </a:lnTo>
                  <a:lnTo>
                    <a:pt x="163582" y="111720"/>
                  </a:lnTo>
                  <a:lnTo>
                    <a:pt x="159748" y="111720"/>
                  </a:lnTo>
                  <a:cubicBezTo>
                    <a:pt x="155915" y="111720"/>
                    <a:pt x="153358" y="109166"/>
                    <a:pt x="153358" y="105336"/>
                  </a:cubicBezTo>
                  <a:lnTo>
                    <a:pt x="153358" y="90014"/>
                  </a:lnTo>
                  <a:close/>
                  <a:moveTo>
                    <a:pt x="306078" y="229823"/>
                  </a:moveTo>
                  <a:cubicBezTo>
                    <a:pt x="306078" y="233654"/>
                    <a:pt x="303522" y="236207"/>
                    <a:pt x="299688" y="236207"/>
                  </a:cubicBezTo>
                  <a:lnTo>
                    <a:pt x="273489" y="236207"/>
                  </a:lnTo>
                  <a:cubicBezTo>
                    <a:pt x="269655" y="236207"/>
                    <a:pt x="267099" y="233654"/>
                    <a:pt x="267099" y="229823"/>
                  </a:cubicBezTo>
                  <a:lnTo>
                    <a:pt x="267099" y="215779"/>
                  </a:lnTo>
                  <a:lnTo>
                    <a:pt x="259431" y="215779"/>
                  </a:lnTo>
                  <a:lnTo>
                    <a:pt x="259431" y="271958"/>
                  </a:lnTo>
                  <a:cubicBezTo>
                    <a:pt x="259431" y="275788"/>
                    <a:pt x="256875" y="278342"/>
                    <a:pt x="253041" y="278342"/>
                  </a:cubicBezTo>
                  <a:lnTo>
                    <a:pt x="185947" y="278342"/>
                  </a:lnTo>
                  <a:cubicBezTo>
                    <a:pt x="184030" y="278342"/>
                    <a:pt x="182752" y="277703"/>
                    <a:pt x="181474" y="276426"/>
                  </a:cubicBezTo>
                  <a:lnTo>
                    <a:pt x="167416" y="263020"/>
                  </a:lnTo>
                  <a:lnTo>
                    <a:pt x="123325" y="263020"/>
                  </a:lnTo>
                  <a:cubicBezTo>
                    <a:pt x="119492" y="263020"/>
                    <a:pt x="116935" y="260466"/>
                    <a:pt x="116935" y="256636"/>
                  </a:cubicBezTo>
                  <a:lnTo>
                    <a:pt x="116935" y="216417"/>
                  </a:lnTo>
                  <a:lnTo>
                    <a:pt x="97127" y="216417"/>
                  </a:lnTo>
                  <a:cubicBezTo>
                    <a:pt x="93293" y="216417"/>
                    <a:pt x="90737" y="213863"/>
                    <a:pt x="90737" y="210033"/>
                  </a:cubicBezTo>
                  <a:lnTo>
                    <a:pt x="90737" y="206203"/>
                  </a:lnTo>
                  <a:lnTo>
                    <a:pt x="88181" y="206203"/>
                  </a:lnTo>
                  <a:lnTo>
                    <a:pt x="88181" y="225993"/>
                  </a:lnTo>
                  <a:cubicBezTo>
                    <a:pt x="88181" y="229823"/>
                    <a:pt x="85625" y="232377"/>
                    <a:pt x="81791" y="232377"/>
                  </a:cubicBezTo>
                  <a:lnTo>
                    <a:pt x="61343" y="232377"/>
                  </a:lnTo>
                  <a:cubicBezTo>
                    <a:pt x="57509" y="232377"/>
                    <a:pt x="54953" y="229823"/>
                    <a:pt x="54953" y="225993"/>
                  </a:cubicBezTo>
                  <a:lnTo>
                    <a:pt x="54953" y="148108"/>
                  </a:lnTo>
                  <a:cubicBezTo>
                    <a:pt x="54953" y="144278"/>
                    <a:pt x="57509" y="141724"/>
                    <a:pt x="61343" y="141724"/>
                  </a:cubicBezTo>
                  <a:lnTo>
                    <a:pt x="81791" y="141724"/>
                  </a:lnTo>
                  <a:cubicBezTo>
                    <a:pt x="85625" y="141724"/>
                    <a:pt x="88181" y="144278"/>
                    <a:pt x="88181" y="148108"/>
                  </a:cubicBezTo>
                  <a:lnTo>
                    <a:pt x="88181" y="167899"/>
                  </a:lnTo>
                  <a:lnTo>
                    <a:pt x="90737" y="167899"/>
                  </a:lnTo>
                  <a:lnTo>
                    <a:pt x="90737" y="164068"/>
                  </a:lnTo>
                  <a:cubicBezTo>
                    <a:pt x="90737" y="160238"/>
                    <a:pt x="93293" y="157684"/>
                    <a:pt x="97127" y="157684"/>
                  </a:cubicBezTo>
                  <a:lnTo>
                    <a:pt x="115019" y="157684"/>
                  </a:lnTo>
                  <a:lnTo>
                    <a:pt x="149525" y="123211"/>
                  </a:lnTo>
                  <a:cubicBezTo>
                    <a:pt x="150802" y="121934"/>
                    <a:pt x="152080" y="121296"/>
                    <a:pt x="153997" y="121296"/>
                  </a:cubicBezTo>
                  <a:lnTo>
                    <a:pt x="252403" y="121296"/>
                  </a:lnTo>
                  <a:cubicBezTo>
                    <a:pt x="256236" y="121296"/>
                    <a:pt x="258792" y="123849"/>
                    <a:pt x="258792" y="127680"/>
                  </a:cubicBezTo>
                  <a:lnTo>
                    <a:pt x="258792" y="157684"/>
                  </a:lnTo>
                  <a:lnTo>
                    <a:pt x="266460" y="157684"/>
                  </a:lnTo>
                  <a:lnTo>
                    <a:pt x="266460" y="143001"/>
                  </a:lnTo>
                  <a:cubicBezTo>
                    <a:pt x="266460" y="139171"/>
                    <a:pt x="269016" y="136617"/>
                    <a:pt x="272850" y="136617"/>
                  </a:cubicBezTo>
                  <a:lnTo>
                    <a:pt x="299049" y="136617"/>
                  </a:lnTo>
                  <a:cubicBezTo>
                    <a:pt x="302883" y="136617"/>
                    <a:pt x="305439" y="139171"/>
                    <a:pt x="305439" y="143001"/>
                  </a:cubicBezTo>
                  <a:lnTo>
                    <a:pt x="306078" y="229823"/>
                  </a:lnTo>
                  <a:close/>
                </a:path>
              </a:pathLst>
            </a:custGeom>
            <a:solidFill>
              <a:srgbClr val="43B02A"/>
            </a:solidFill>
            <a:ln w="6390" cap="flat">
              <a:noFill/>
              <a:prstDash val="solid"/>
              <a:miter/>
            </a:ln>
          </p:spPr>
          <p:txBody>
            <a:bodyPr rtlCol="0" anchor="ctr"/>
            <a:lstStyle/>
            <a:p>
              <a:endParaRPr lang="en-US"/>
            </a:p>
          </p:txBody>
        </p:sp>
      </p:grpSp>
      <p:grpSp>
        <p:nvGrpSpPr>
          <p:cNvPr id="680" name="Graphic 4">
            <a:extLst>
              <a:ext uri="{FF2B5EF4-FFF2-40B4-BE49-F238E27FC236}">
                <a16:creationId xmlns:a16="http://schemas.microsoft.com/office/drawing/2014/main" id="{7EE1729A-E178-7643-B4F8-0BEC01A79D25}"/>
              </a:ext>
            </a:extLst>
          </p:cNvPr>
          <p:cNvGrpSpPr/>
          <p:nvPr/>
        </p:nvGrpSpPr>
        <p:grpSpPr>
          <a:xfrm>
            <a:off x="11376267" y="1893013"/>
            <a:ext cx="361670" cy="361971"/>
            <a:chOff x="10325499" y="1893013"/>
            <a:chExt cx="361670" cy="361971"/>
          </a:xfrm>
          <a:solidFill>
            <a:srgbClr val="43B02A"/>
          </a:solidFill>
        </p:grpSpPr>
        <p:sp>
          <p:nvSpPr>
            <p:cNvPr id="681" name="Graphic 4">
              <a:extLst>
                <a:ext uri="{FF2B5EF4-FFF2-40B4-BE49-F238E27FC236}">
                  <a16:creationId xmlns:a16="http://schemas.microsoft.com/office/drawing/2014/main" id="{E2874421-04A3-DF45-B3D9-DE0B19ACFD95}"/>
                </a:ext>
              </a:extLst>
            </p:cNvPr>
            <p:cNvSpPr/>
            <p:nvPr/>
          </p:nvSpPr>
          <p:spPr>
            <a:xfrm>
              <a:off x="10412402" y="2058996"/>
              <a:ext cx="186585" cy="121295"/>
            </a:xfrm>
            <a:custGeom>
              <a:avLst/>
              <a:gdLst>
                <a:gd name="connsiteX0" fmla="*/ 169972 w 186585"/>
                <a:gd name="connsiteY0" fmla="*/ 30005 h 121295"/>
                <a:gd name="connsiteX1" fmla="*/ 167416 w 186585"/>
                <a:gd name="connsiteY1" fmla="*/ 33197 h 121295"/>
                <a:gd name="connsiteX2" fmla="*/ 166138 w 186585"/>
                <a:gd name="connsiteY2" fmla="*/ 33835 h 121295"/>
                <a:gd name="connsiteX3" fmla="*/ 163582 w 186585"/>
                <a:gd name="connsiteY3" fmla="*/ 34473 h 121295"/>
                <a:gd name="connsiteX4" fmla="*/ 157831 w 186585"/>
                <a:gd name="connsiteY4" fmla="*/ 30643 h 121295"/>
                <a:gd name="connsiteX5" fmla="*/ 145691 w 186585"/>
                <a:gd name="connsiteY5" fmla="*/ 1915 h 121295"/>
                <a:gd name="connsiteX6" fmla="*/ 141856 w 186585"/>
                <a:gd name="connsiteY6" fmla="*/ 0 h 121295"/>
                <a:gd name="connsiteX7" fmla="*/ 46007 w 186585"/>
                <a:gd name="connsiteY7" fmla="*/ 0 h 121295"/>
                <a:gd name="connsiteX8" fmla="*/ 42173 w 186585"/>
                <a:gd name="connsiteY8" fmla="*/ 1915 h 121295"/>
                <a:gd name="connsiteX9" fmla="*/ 30672 w 186585"/>
                <a:gd name="connsiteY9" fmla="*/ 28728 h 121295"/>
                <a:gd name="connsiteX10" fmla="*/ 28755 w 186585"/>
                <a:gd name="connsiteY10" fmla="*/ 31920 h 121295"/>
                <a:gd name="connsiteX11" fmla="*/ 28116 w 186585"/>
                <a:gd name="connsiteY11" fmla="*/ 32558 h 121295"/>
                <a:gd name="connsiteX12" fmla="*/ 27477 w 186585"/>
                <a:gd name="connsiteY12" fmla="*/ 33197 h 121295"/>
                <a:gd name="connsiteX13" fmla="*/ 27477 w 186585"/>
                <a:gd name="connsiteY13" fmla="*/ 33197 h 121295"/>
                <a:gd name="connsiteX14" fmla="*/ 21726 w 186585"/>
                <a:gd name="connsiteY14" fmla="*/ 33835 h 121295"/>
                <a:gd name="connsiteX15" fmla="*/ 17892 w 186585"/>
                <a:gd name="connsiteY15" fmla="*/ 28728 h 121295"/>
                <a:gd name="connsiteX16" fmla="*/ 15975 w 186585"/>
                <a:gd name="connsiteY16" fmla="*/ 25536 h 121295"/>
                <a:gd name="connsiteX17" fmla="*/ 0 w 186585"/>
                <a:gd name="connsiteY17" fmla="*/ 25536 h 121295"/>
                <a:gd name="connsiteX18" fmla="*/ 0 w 186585"/>
                <a:gd name="connsiteY18" fmla="*/ 30643 h 121295"/>
                <a:gd name="connsiteX19" fmla="*/ 17253 w 186585"/>
                <a:gd name="connsiteY19" fmla="*/ 35112 h 121295"/>
                <a:gd name="connsiteX20" fmla="*/ 21726 w 186585"/>
                <a:gd name="connsiteY20" fmla="*/ 38942 h 121295"/>
                <a:gd name="connsiteX21" fmla="*/ 21087 w 186585"/>
                <a:gd name="connsiteY21" fmla="*/ 44688 h 121295"/>
                <a:gd name="connsiteX22" fmla="*/ 16614 w 186585"/>
                <a:gd name="connsiteY22" fmla="*/ 51072 h 121295"/>
                <a:gd name="connsiteX23" fmla="*/ 13419 w 186585"/>
                <a:gd name="connsiteY23" fmla="*/ 61925 h 121295"/>
                <a:gd name="connsiteX24" fmla="*/ 13419 w 186585"/>
                <a:gd name="connsiteY24" fmla="*/ 97675 h 121295"/>
                <a:gd name="connsiteX25" fmla="*/ 15336 w 186585"/>
                <a:gd name="connsiteY25" fmla="*/ 101505 h 121295"/>
                <a:gd name="connsiteX26" fmla="*/ 17253 w 186585"/>
                <a:gd name="connsiteY26" fmla="*/ 105974 h 121295"/>
                <a:gd name="connsiteX27" fmla="*/ 17253 w 186585"/>
                <a:gd name="connsiteY27" fmla="*/ 121296 h 121295"/>
                <a:gd name="connsiteX28" fmla="*/ 43452 w 186585"/>
                <a:gd name="connsiteY28" fmla="*/ 121296 h 121295"/>
                <a:gd name="connsiteX29" fmla="*/ 43452 w 186585"/>
                <a:gd name="connsiteY29" fmla="*/ 110443 h 121295"/>
                <a:gd name="connsiteX30" fmla="*/ 45368 w 186585"/>
                <a:gd name="connsiteY30" fmla="*/ 105974 h 121295"/>
                <a:gd name="connsiteX31" fmla="*/ 136745 w 186585"/>
                <a:gd name="connsiteY31" fmla="*/ 104059 h 121295"/>
                <a:gd name="connsiteX32" fmla="*/ 143135 w 186585"/>
                <a:gd name="connsiteY32" fmla="*/ 110443 h 121295"/>
                <a:gd name="connsiteX33" fmla="*/ 143135 w 186585"/>
                <a:gd name="connsiteY33" fmla="*/ 121296 h 121295"/>
                <a:gd name="connsiteX34" fmla="*/ 169333 w 186585"/>
                <a:gd name="connsiteY34" fmla="*/ 121296 h 121295"/>
                <a:gd name="connsiteX35" fmla="*/ 169333 w 186585"/>
                <a:gd name="connsiteY35" fmla="*/ 105974 h 121295"/>
                <a:gd name="connsiteX36" fmla="*/ 171251 w 186585"/>
                <a:gd name="connsiteY36" fmla="*/ 101505 h 121295"/>
                <a:gd name="connsiteX37" fmla="*/ 173167 w 186585"/>
                <a:gd name="connsiteY37" fmla="*/ 97675 h 121295"/>
                <a:gd name="connsiteX38" fmla="*/ 173167 w 186585"/>
                <a:gd name="connsiteY38" fmla="*/ 61925 h 121295"/>
                <a:gd name="connsiteX39" fmla="*/ 169972 w 186585"/>
                <a:gd name="connsiteY39" fmla="*/ 51072 h 121295"/>
                <a:gd name="connsiteX40" fmla="*/ 165500 w 186585"/>
                <a:gd name="connsiteY40" fmla="*/ 44688 h 121295"/>
                <a:gd name="connsiteX41" fmla="*/ 167416 w 186585"/>
                <a:gd name="connsiteY41" fmla="*/ 35750 h 121295"/>
                <a:gd name="connsiteX42" fmla="*/ 169333 w 186585"/>
                <a:gd name="connsiteY42" fmla="*/ 35112 h 121295"/>
                <a:gd name="connsiteX43" fmla="*/ 186586 w 186585"/>
                <a:gd name="connsiteY43" fmla="*/ 30643 h 121295"/>
                <a:gd name="connsiteX44" fmla="*/ 186586 w 186585"/>
                <a:gd name="connsiteY44" fmla="*/ 25536 h 121295"/>
                <a:gd name="connsiteX45" fmla="*/ 171251 w 186585"/>
                <a:gd name="connsiteY45" fmla="*/ 25536 h 121295"/>
                <a:gd name="connsiteX46" fmla="*/ 169972 w 186585"/>
                <a:gd name="connsiteY46" fmla="*/ 30005 h 12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86585" h="121295">
                  <a:moveTo>
                    <a:pt x="169972" y="30005"/>
                  </a:moveTo>
                  <a:cubicBezTo>
                    <a:pt x="169333" y="31281"/>
                    <a:pt x="168056" y="32558"/>
                    <a:pt x="167416" y="33197"/>
                  </a:cubicBezTo>
                  <a:cubicBezTo>
                    <a:pt x="166777" y="33197"/>
                    <a:pt x="166777" y="33835"/>
                    <a:pt x="166138" y="33835"/>
                  </a:cubicBezTo>
                  <a:cubicBezTo>
                    <a:pt x="165500" y="33835"/>
                    <a:pt x="164861" y="34473"/>
                    <a:pt x="163582" y="34473"/>
                  </a:cubicBezTo>
                  <a:cubicBezTo>
                    <a:pt x="161026" y="34473"/>
                    <a:pt x="158471" y="33197"/>
                    <a:pt x="157831" y="30643"/>
                  </a:cubicBezTo>
                  <a:cubicBezTo>
                    <a:pt x="152720" y="18514"/>
                    <a:pt x="146969" y="3830"/>
                    <a:pt x="145691" y="1915"/>
                  </a:cubicBezTo>
                  <a:cubicBezTo>
                    <a:pt x="144412" y="638"/>
                    <a:pt x="143774" y="638"/>
                    <a:pt x="141856" y="0"/>
                  </a:cubicBezTo>
                  <a:lnTo>
                    <a:pt x="46007" y="0"/>
                  </a:lnTo>
                  <a:cubicBezTo>
                    <a:pt x="44730" y="0"/>
                    <a:pt x="43452" y="1277"/>
                    <a:pt x="42173" y="1915"/>
                  </a:cubicBezTo>
                  <a:cubicBezTo>
                    <a:pt x="40896" y="3830"/>
                    <a:pt x="35783" y="17237"/>
                    <a:pt x="30672" y="28728"/>
                  </a:cubicBezTo>
                  <a:cubicBezTo>
                    <a:pt x="30672" y="30005"/>
                    <a:pt x="30032" y="31281"/>
                    <a:pt x="28755" y="31920"/>
                  </a:cubicBezTo>
                  <a:lnTo>
                    <a:pt x="28116" y="32558"/>
                  </a:lnTo>
                  <a:lnTo>
                    <a:pt x="27477" y="33197"/>
                  </a:lnTo>
                  <a:lnTo>
                    <a:pt x="27477" y="33197"/>
                  </a:lnTo>
                  <a:cubicBezTo>
                    <a:pt x="25560" y="34473"/>
                    <a:pt x="23642" y="34473"/>
                    <a:pt x="21726" y="33835"/>
                  </a:cubicBezTo>
                  <a:cubicBezTo>
                    <a:pt x="19809" y="33197"/>
                    <a:pt x="18531" y="31281"/>
                    <a:pt x="17892" y="28728"/>
                  </a:cubicBezTo>
                  <a:lnTo>
                    <a:pt x="15975" y="25536"/>
                  </a:lnTo>
                  <a:lnTo>
                    <a:pt x="0" y="25536"/>
                  </a:lnTo>
                  <a:lnTo>
                    <a:pt x="0" y="30643"/>
                  </a:lnTo>
                  <a:lnTo>
                    <a:pt x="17253" y="35112"/>
                  </a:lnTo>
                  <a:cubicBezTo>
                    <a:pt x="19170" y="35750"/>
                    <a:pt x="21087" y="37027"/>
                    <a:pt x="21726" y="38942"/>
                  </a:cubicBezTo>
                  <a:cubicBezTo>
                    <a:pt x="22365" y="40857"/>
                    <a:pt x="22365" y="42773"/>
                    <a:pt x="21087" y="44688"/>
                  </a:cubicBezTo>
                  <a:lnTo>
                    <a:pt x="16614" y="51072"/>
                  </a:lnTo>
                  <a:cubicBezTo>
                    <a:pt x="14697" y="54264"/>
                    <a:pt x="13419" y="58094"/>
                    <a:pt x="13419" y="61925"/>
                  </a:cubicBezTo>
                  <a:lnTo>
                    <a:pt x="13419" y="97675"/>
                  </a:lnTo>
                  <a:cubicBezTo>
                    <a:pt x="13419" y="98952"/>
                    <a:pt x="13419" y="100229"/>
                    <a:pt x="15336" y="101505"/>
                  </a:cubicBezTo>
                  <a:cubicBezTo>
                    <a:pt x="16614" y="102782"/>
                    <a:pt x="17253" y="104697"/>
                    <a:pt x="17253" y="105974"/>
                  </a:cubicBezTo>
                  <a:lnTo>
                    <a:pt x="17253" y="121296"/>
                  </a:lnTo>
                  <a:lnTo>
                    <a:pt x="43452" y="121296"/>
                  </a:lnTo>
                  <a:lnTo>
                    <a:pt x="43452" y="110443"/>
                  </a:lnTo>
                  <a:cubicBezTo>
                    <a:pt x="43452" y="108528"/>
                    <a:pt x="44091" y="107251"/>
                    <a:pt x="45368" y="105974"/>
                  </a:cubicBezTo>
                  <a:cubicBezTo>
                    <a:pt x="47286" y="104059"/>
                    <a:pt x="47286" y="104059"/>
                    <a:pt x="136745" y="104059"/>
                  </a:cubicBezTo>
                  <a:cubicBezTo>
                    <a:pt x="140579" y="104059"/>
                    <a:pt x="143135" y="106613"/>
                    <a:pt x="143135" y="110443"/>
                  </a:cubicBezTo>
                  <a:lnTo>
                    <a:pt x="143135" y="121296"/>
                  </a:lnTo>
                  <a:lnTo>
                    <a:pt x="169333" y="121296"/>
                  </a:lnTo>
                  <a:lnTo>
                    <a:pt x="169333" y="105974"/>
                  </a:lnTo>
                  <a:cubicBezTo>
                    <a:pt x="169333" y="104059"/>
                    <a:pt x="169972" y="102144"/>
                    <a:pt x="171251" y="101505"/>
                  </a:cubicBezTo>
                  <a:cubicBezTo>
                    <a:pt x="173167" y="99590"/>
                    <a:pt x="173167" y="98952"/>
                    <a:pt x="173167" y="97675"/>
                  </a:cubicBezTo>
                  <a:lnTo>
                    <a:pt x="173167" y="61925"/>
                  </a:lnTo>
                  <a:cubicBezTo>
                    <a:pt x="173167" y="58094"/>
                    <a:pt x="171889" y="54264"/>
                    <a:pt x="169972" y="51072"/>
                  </a:cubicBezTo>
                  <a:lnTo>
                    <a:pt x="165500" y="44688"/>
                  </a:lnTo>
                  <a:cubicBezTo>
                    <a:pt x="163582" y="41496"/>
                    <a:pt x="164221" y="37665"/>
                    <a:pt x="167416" y="35750"/>
                  </a:cubicBezTo>
                  <a:cubicBezTo>
                    <a:pt x="168056" y="35112"/>
                    <a:pt x="168695" y="35112"/>
                    <a:pt x="169333" y="35112"/>
                  </a:cubicBezTo>
                  <a:lnTo>
                    <a:pt x="186586" y="30643"/>
                  </a:lnTo>
                  <a:lnTo>
                    <a:pt x="186586" y="25536"/>
                  </a:lnTo>
                  <a:lnTo>
                    <a:pt x="171251" y="25536"/>
                  </a:lnTo>
                  <a:lnTo>
                    <a:pt x="169972" y="30005"/>
                  </a:lnTo>
                  <a:close/>
                </a:path>
              </a:pathLst>
            </a:custGeom>
            <a:solidFill>
              <a:srgbClr val="43B02A"/>
            </a:solidFill>
            <a:ln w="6390" cap="flat">
              <a:noFill/>
              <a:prstDash val="solid"/>
              <a:miter/>
            </a:ln>
          </p:spPr>
          <p:txBody>
            <a:bodyPr rtlCol="0" anchor="ctr"/>
            <a:lstStyle/>
            <a:p>
              <a:endParaRPr lang="en-US"/>
            </a:p>
          </p:txBody>
        </p:sp>
        <p:sp>
          <p:nvSpPr>
            <p:cNvPr id="682" name="Graphic 4">
              <a:extLst>
                <a:ext uri="{FF2B5EF4-FFF2-40B4-BE49-F238E27FC236}">
                  <a16:creationId xmlns:a16="http://schemas.microsoft.com/office/drawing/2014/main" id="{2F9F0977-07B9-364D-B1B1-7BA892E4285F}"/>
                </a:ext>
              </a:extLst>
            </p:cNvPr>
            <p:cNvSpPr/>
            <p:nvPr/>
          </p:nvSpPr>
          <p:spPr>
            <a:xfrm>
              <a:off x="10325499" y="1893013"/>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118853 w 361670"/>
                <a:gd name="connsiteY7" fmla="*/ 88099 h 361971"/>
                <a:gd name="connsiteX8" fmla="*/ 240261 w 361670"/>
                <a:gd name="connsiteY8" fmla="*/ 86184 h 361971"/>
                <a:gd name="connsiteX9" fmla="*/ 242179 w 361670"/>
                <a:gd name="connsiteY9" fmla="*/ 88099 h 361971"/>
                <a:gd name="connsiteX10" fmla="*/ 242179 w 361670"/>
                <a:gd name="connsiteY10" fmla="*/ 97037 h 361971"/>
                <a:gd name="connsiteX11" fmla="*/ 233233 w 361670"/>
                <a:gd name="connsiteY11" fmla="*/ 97037 h 361971"/>
                <a:gd name="connsiteX12" fmla="*/ 233233 w 361670"/>
                <a:gd name="connsiteY12" fmla="*/ 97037 h 361971"/>
                <a:gd name="connsiteX13" fmla="*/ 129715 w 361670"/>
                <a:gd name="connsiteY13" fmla="*/ 94483 h 361971"/>
                <a:gd name="connsiteX14" fmla="*/ 127160 w 361670"/>
                <a:gd name="connsiteY14" fmla="*/ 97037 h 361971"/>
                <a:gd name="connsiteX15" fmla="*/ 122686 w 361670"/>
                <a:gd name="connsiteY15" fmla="*/ 98952 h 361971"/>
                <a:gd name="connsiteX16" fmla="*/ 118214 w 361670"/>
                <a:gd name="connsiteY16" fmla="*/ 97037 h 361971"/>
                <a:gd name="connsiteX17" fmla="*/ 118853 w 361670"/>
                <a:gd name="connsiteY17" fmla="*/ 88099 h 361971"/>
                <a:gd name="connsiteX18" fmla="*/ 118853 w 361670"/>
                <a:gd name="connsiteY18" fmla="*/ 88099 h 361971"/>
                <a:gd name="connsiteX19" fmla="*/ 180835 w 361670"/>
                <a:gd name="connsiteY19" fmla="*/ 102144 h 361971"/>
                <a:gd name="connsiteX20" fmla="*/ 147607 w 361670"/>
                <a:gd name="connsiteY20" fmla="*/ 116827 h 361971"/>
                <a:gd name="connsiteX21" fmla="*/ 142495 w 361670"/>
                <a:gd name="connsiteY21" fmla="*/ 119381 h 361971"/>
                <a:gd name="connsiteX22" fmla="*/ 138661 w 361670"/>
                <a:gd name="connsiteY22" fmla="*/ 118104 h 361971"/>
                <a:gd name="connsiteX23" fmla="*/ 137384 w 361670"/>
                <a:gd name="connsiteY23" fmla="*/ 109166 h 361971"/>
                <a:gd name="connsiteX24" fmla="*/ 137384 w 361670"/>
                <a:gd name="connsiteY24" fmla="*/ 109166 h 361971"/>
                <a:gd name="connsiteX25" fmla="*/ 138661 w 361670"/>
                <a:gd name="connsiteY25" fmla="*/ 107889 h 361971"/>
                <a:gd name="connsiteX26" fmla="*/ 180835 w 361670"/>
                <a:gd name="connsiteY26" fmla="*/ 89376 h 361971"/>
                <a:gd name="connsiteX27" fmla="*/ 226843 w 361670"/>
                <a:gd name="connsiteY27" fmla="*/ 107889 h 361971"/>
                <a:gd name="connsiteX28" fmla="*/ 226204 w 361670"/>
                <a:gd name="connsiteY28" fmla="*/ 116827 h 361971"/>
                <a:gd name="connsiteX29" fmla="*/ 217897 w 361670"/>
                <a:gd name="connsiteY29" fmla="*/ 116827 h 361971"/>
                <a:gd name="connsiteX30" fmla="*/ 180835 w 361670"/>
                <a:gd name="connsiteY30" fmla="*/ 102144 h 361971"/>
                <a:gd name="connsiteX31" fmla="*/ 207673 w 361670"/>
                <a:gd name="connsiteY31" fmla="*/ 127680 h 361971"/>
                <a:gd name="connsiteX32" fmla="*/ 198727 w 361670"/>
                <a:gd name="connsiteY32" fmla="*/ 136617 h 361971"/>
                <a:gd name="connsiteX33" fmla="*/ 180835 w 361670"/>
                <a:gd name="connsiteY33" fmla="*/ 129595 h 361971"/>
                <a:gd name="connsiteX34" fmla="*/ 162943 w 361670"/>
                <a:gd name="connsiteY34" fmla="*/ 136617 h 361971"/>
                <a:gd name="connsiteX35" fmla="*/ 158470 w 361670"/>
                <a:gd name="connsiteY35" fmla="*/ 138533 h 361971"/>
                <a:gd name="connsiteX36" fmla="*/ 153997 w 361670"/>
                <a:gd name="connsiteY36" fmla="*/ 136617 h 361971"/>
                <a:gd name="connsiteX37" fmla="*/ 153997 w 361670"/>
                <a:gd name="connsiteY37" fmla="*/ 127680 h 361971"/>
                <a:gd name="connsiteX38" fmla="*/ 153997 w 361670"/>
                <a:gd name="connsiteY38" fmla="*/ 127680 h 361971"/>
                <a:gd name="connsiteX39" fmla="*/ 180835 w 361670"/>
                <a:gd name="connsiteY39" fmla="*/ 116827 h 361971"/>
                <a:gd name="connsiteX40" fmla="*/ 207673 w 361670"/>
                <a:gd name="connsiteY40" fmla="*/ 127680 h 361971"/>
                <a:gd name="connsiteX41" fmla="*/ 207673 w 361670"/>
                <a:gd name="connsiteY41" fmla="*/ 127680 h 361971"/>
                <a:gd name="connsiteX42" fmla="*/ 286908 w 361670"/>
                <a:gd name="connsiteY42" fmla="*/ 197903 h 361971"/>
                <a:gd name="connsiteX43" fmla="*/ 277323 w 361670"/>
                <a:gd name="connsiteY43" fmla="*/ 208756 h 361971"/>
                <a:gd name="connsiteX44" fmla="*/ 269016 w 361670"/>
                <a:gd name="connsiteY44" fmla="*/ 210671 h 361971"/>
                <a:gd name="connsiteX45" fmla="*/ 274128 w 361670"/>
                <a:gd name="connsiteY45" fmla="*/ 227908 h 361971"/>
                <a:gd name="connsiteX46" fmla="*/ 274128 w 361670"/>
                <a:gd name="connsiteY46" fmla="*/ 263659 h 361971"/>
                <a:gd name="connsiteX47" fmla="*/ 269655 w 361670"/>
                <a:gd name="connsiteY47" fmla="*/ 275150 h 361971"/>
                <a:gd name="connsiteX48" fmla="*/ 269655 w 361670"/>
                <a:gd name="connsiteY48" fmla="*/ 289833 h 361971"/>
                <a:gd name="connsiteX49" fmla="*/ 258792 w 361670"/>
                <a:gd name="connsiteY49" fmla="*/ 300686 h 361971"/>
                <a:gd name="connsiteX50" fmla="*/ 258792 w 361670"/>
                <a:gd name="connsiteY50" fmla="*/ 300686 h 361971"/>
                <a:gd name="connsiteX51" fmla="*/ 228120 w 361670"/>
                <a:gd name="connsiteY51" fmla="*/ 300686 h 361971"/>
                <a:gd name="connsiteX52" fmla="*/ 217258 w 361670"/>
                <a:gd name="connsiteY52" fmla="*/ 289833 h 361971"/>
                <a:gd name="connsiteX53" fmla="*/ 217258 w 361670"/>
                <a:gd name="connsiteY53" fmla="*/ 283449 h 361971"/>
                <a:gd name="connsiteX54" fmla="*/ 143135 w 361670"/>
                <a:gd name="connsiteY54" fmla="*/ 283449 h 361971"/>
                <a:gd name="connsiteX55" fmla="*/ 143135 w 361670"/>
                <a:gd name="connsiteY55" fmla="*/ 290471 h 361971"/>
                <a:gd name="connsiteX56" fmla="*/ 132271 w 361670"/>
                <a:gd name="connsiteY56" fmla="*/ 301324 h 361971"/>
                <a:gd name="connsiteX57" fmla="*/ 132271 w 361670"/>
                <a:gd name="connsiteY57" fmla="*/ 301324 h 361971"/>
                <a:gd name="connsiteX58" fmla="*/ 101600 w 361670"/>
                <a:gd name="connsiteY58" fmla="*/ 301324 h 361971"/>
                <a:gd name="connsiteX59" fmla="*/ 90737 w 361670"/>
                <a:gd name="connsiteY59" fmla="*/ 290471 h 361971"/>
                <a:gd name="connsiteX60" fmla="*/ 90737 w 361670"/>
                <a:gd name="connsiteY60" fmla="*/ 275788 h 361971"/>
                <a:gd name="connsiteX61" fmla="*/ 86264 w 361670"/>
                <a:gd name="connsiteY61" fmla="*/ 264297 h 361971"/>
                <a:gd name="connsiteX62" fmla="*/ 86264 w 361670"/>
                <a:gd name="connsiteY62" fmla="*/ 228547 h 361971"/>
                <a:gd name="connsiteX63" fmla="*/ 91376 w 361670"/>
                <a:gd name="connsiteY63" fmla="*/ 211310 h 361971"/>
                <a:gd name="connsiteX64" fmla="*/ 83069 w 361670"/>
                <a:gd name="connsiteY64" fmla="*/ 209395 h 361971"/>
                <a:gd name="connsiteX65" fmla="*/ 73484 w 361670"/>
                <a:gd name="connsiteY65" fmla="*/ 198542 h 361971"/>
                <a:gd name="connsiteX66" fmla="*/ 73484 w 361670"/>
                <a:gd name="connsiteY66" fmla="*/ 189604 h 361971"/>
                <a:gd name="connsiteX67" fmla="*/ 84347 w 361670"/>
                <a:gd name="connsiteY67" fmla="*/ 178752 h 361971"/>
                <a:gd name="connsiteX68" fmla="*/ 106073 w 361670"/>
                <a:gd name="connsiteY68" fmla="*/ 178752 h 361971"/>
                <a:gd name="connsiteX69" fmla="*/ 109268 w 361670"/>
                <a:gd name="connsiteY69" fmla="*/ 179390 h 361971"/>
                <a:gd name="connsiteX70" fmla="*/ 118853 w 361670"/>
                <a:gd name="connsiteY70" fmla="*/ 158961 h 361971"/>
                <a:gd name="connsiteX71" fmla="*/ 132271 w 361670"/>
                <a:gd name="connsiteY71" fmla="*/ 152577 h 361971"/>
                <a:gd name="connsiteX72" fmla="*/ 228120 w 361670"/>
                <a:gd name="connsiteY72" fmla="*/ 152577 h 361971"/>
                <a:gd name="connsiteX73" fmla="*/ 241539 w 361670"/>
                <a:gd name="connsiteY73" fmla="*/ 158961 h 361971"/>
                <a:gd name="connsiteX74" fmla="*/ 251124 w 361670"/>
                <a:gd name="connsiteY74" fmla="*/ 179390 h 361971"/>
                <a:gd name="connsiteX75" fmla="*/ 254319 w 361670"/>
                <a:gd name="connsiteY75" fmla="*/ 178752 h 361971"/>
                <a:gd name="connsiteX76" fmla="*/ 276045 w 361670"/>
                <a:gd name="connsiteY76" fmla="*/ 178752 h 361971"/>
                <a:gd name="connsiteX77" fmla="*/ 286908 w 361670"/>
                <a:gd name="connsiteY77" fmla="*/ 189604 h 361971"/>
                <a:gd name="connsiteX78" fmla="*/ 286908 w 361670"/>
                <a:gd name="connsiteY78" fmla="*/ 189604 h 361971"/>
                <a:gd name="connsiteX79" fmla="*/ 286908 w 361670"/>
                <a:gd name="connsiteY79" fmla="*/ 19790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361670" h="361971">
                  <a:moveTo>
                    <a:pt x="180835" y="0"/>
                  </a:moveTo>
                  <a:cubicBezTo>
                    <a:pt x="80513" y="0"/>
                    <a:pt x="0" y="81077"/>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1670" y="81077"/>
                    <a:pt x="280518" y="0"/>
                    <a:pt x="180835" y="0"/>
                  </a:cubicBezTo>
                  <a:cubicBezTo>
                    <a:pt x="180835" y="0"/>
                    <a:pt x="180835" y="0"/>
                    <a:pt x="180835" y="0"/>
                  </a:cubicBezTo>
                  <a:close/>
                  <a:moveTo>
                    <a:pt x="118853" y="88099"/>
                  </a:moveTo>
                  <a:cubicBezTo>
                    <a:pt x="152080" y="53625"/>
                    <a:pt x="206395" y="52987"/>
                    <a:pt x="240261" y="86184"/>
                  </a:cubicBezTo>
                  <a:cubicBezTo>
                    <a:pt x="240900" y="86822"/>
                    <a:pt x="241539" y="87461"/>
                    <a:pt x="242179" y="88099"/>
                  </a:cubicBezTo>
                  <a:cubicBezTo>
                    <a:pt x="244734" y="90653"/>
                    <a:pt x="244734" y="94483"/>
                    <a:pt x="242179" y="97037"/>
                  </a:cubicBezTo>
                  <a:cubicBezTo>
                    <a:pt x="239623" y="99590"/>
                    <a:pt x="235789" y="99590"/>
                    <a:pt x="233233" y="97037"/>
                  </a:cubicBezTo>
                  <a:cubicBezTo>
                    <a:pt x="233233" y="97037"/>
                    <a:pt x="233233" y="97037"/>
                    <a:pt x="233233" y="97037"/>
                  </a:cubicBezTo>
                  <a:cubicBezTo>
                    <a:pt x="205117" y="67670"/>
                    <a:pt x="159110" y="67032"/>
                    <a:pt x="129715" y="94483"/>
                  </a:cubicBezTo>
                  <a:cubicBezTo>
                    <a:pt x="129076" y="95121"/>
                    <a:pt x="128438" y="95760"/>
                    <a:pt x="127160" y="97037"/>
                  </a:cubicBezTo>
                  <a:cubicBezTo>
                    <a:pt x="125881" y="98313"/>
                    <a:pt x="124604" y="98952"/>
                    <a:pt x="122686" y="98952"/>
                  </a:cubicBezTo>
                  <a:cubicBezTo>
                    <a:pt x="120770" y="98952"/>
                    <a:pt x="119492" y="98313"/>
                    <a:pt x="118214" y="97037"/>
                  </a:cubicBezTo>
                  <a:cubicBezTo>
                    <a:pt x="116297" y="95121"/>
                    <a:pt x="116297" y="90653"/>
                    <a:pt x="118853" y="88099"/>
                  </a:cubicBezTo>
                  <a:lnTo>
                    <a:pt x="118853" y="88099"/>
                  </a:lnTo>
                  <a:close/>
                  <a:moveTo>
                    <a:pt x="180835" y="102144"/>
                  </a:moveTo>
                  <a:cubicBezTo>
                    <a:pt x="168055" y="102144"/>
                    <a:pt x="155915" y="107251"/>
                    <a:pt x="147607" y="116827"/>
                  </a:cubicBezTo>
                  <a:cubicBezTo>
                    <a:pt x="146330" y="118104"/>
                    <a:pt x="144412" y="119381"/>
                    <a:pt x="142495" y="119381"/>
                  </a:cubicBezTo>
                  <a:cubicBezTo>
                    <a:pt x="141217" y="119381"/>
                    <a:pt x="139940" y="118742"/>
                    <a:pt x="138661" y="118104"/>
                  </a:cubicBezTo>
                  <a:cubicBezTo>
                    <a:pt x="136105" y="116189"/>
                    <a:pt x="135466" y="111720"/>
                    <a:pt x="137384" y="109166"/>
                  </a:cubicBezTo>
                  <a:cubicBezTo>
                    <a:pt x="137384" y="109166"/>
                    <a:pt x="137384" y="109166"/>
                    <a:pt x="137384" y="109166"/>
                  </a:cubicBezTo>
                  <a:lnTo>
                    <a:pt x="138661" y="107889"/>
                  </a:lnTo>
                  <a:cubicBezTo>
                    <a:pt x="149525" y="95760"/>
                    <a:pt x="164860" y="89376"/>
                    <a:pt x="180835" y="89376"/>
                  </a:cubicBezTo>
                  <a:cubicBezTo>
                    <a:pt x="198088" y="89376"/>
                    <a:pt x="214702" y="95760"/>
                    <a:pt x="226843" y="107889"/>
                  </a:cubicBezTo>
                  <a:cubicBezTo>
                    <a:pt x="229399" y="110443"/>
                    <a:pt x="228759" y="114273"/>
                    <a:pt x="226204" y="116827"/>
                  </a:cubicBezTo>
                  <a:cubicBezTo>
                    <a:pt x="223648" y="118742"/>
                    <a:pt x="220453" y="118742"/>
                    <a:pt x="217897" y="116827"/>
                  </a:cubicBezTo>
                  <a:cubicBezTo>
                    <a:pt x="207673" y="107251"/>
                    <a:pt x="194254" y="102144"/>
                    <a:pt x="180835" y="102144"/>
                  </a:cubicBezTo>
                  <a:close/>
                  <a:moveTo>
                    <a:pt x="207673" y="127680"/>
                  </a:moveTo>
                  <a:lnTo>
                    <a:pt x="198727" y="136617"/>
                  </a:lnTo>
                  <a:cubicBezTo>
                    <a:pt x="193615" y="132149"/>
                    <a:pt x="187225" y="129595"/>
                    <a:pt x="180835" y="129595"/>
                  </a:cubicBezTo>
                  <a:cubicBezTo>
                    <a:pt x="174445" y="129595"/>
                    <a:pt x="168055" y="132149"/>
                    <a:pt x="162943" y="136617"/>
                  </a:cubicBezTo>
                  <a:cubicBezTo>
                    <a:pt x="161665" y="137894"/>
                    <a:pt x="160387" y="138533"/>
                    <a:pt x="158470" y="138533"/>
                  </a:cubicBezTo>
                  <a:cubicBezTo>
                    <a:pt x="156553" y="138533"/>
                    <a:pt x="155275" y="137894"/>
                    <a:pt x="153997" y="136617"/>
                  </a:cubicBezTo>
                  <a:cubicBezTo>
                    <a:pt x="151441" y="134064"/>
                    <a:pt x="151441" y="130233"/>
                    <a:pt x="153997" y="127680"/>
                  </a:cubicBezTo>
                  <a:cubicBezTo>
                    <a:pt x="153997" y="127680"/>
                    <a:pt x="153997" y="127680"/>
                    <a:pt x="153997" y="127680"/>
                  </a:cubicBezTo>
                  <a:cubicBezTo>
                    <a:pt x="161026" y="120657"/>
                    <a:pt x="170611" y="116827"/>
                    <a:pt x="180835" y="116827"/>
                  </a:cubicBezTo>
                  <a:cubicBezTo>
                    <a:pt x="190420" y="116827"/>
                    <a:pt x="200005" y="120657"/>
                    <a:pt x="207673" y="127680"/>
                  </a:cubicBezTo>
                  <a:lnTo>
                    <a:pt x="207673" y="127680"/>
                  </a:lnTo>
                  <a:close/>
                  <a:moveTo>
                    <a:pt x="286908" y="197903"/>
                  </a:moveTo>
                  <a:cubicBezTo>
                    <a:pt x="286908" y="203649"/>
                    <a:pt x="282435" y="208118"/>
                    <a:pt x="277323" y="208756"/>
                  </a:cubicBezTo>
                  <a:lnTo>
                    <a:pt x="269016" y="210671"/>
                  </a:lnTo>
                  <a:cubicBezTo>
                    <a:pt x="272211" y="215779"/>
                    <a:pt x="273489" y="221524"/>
                    <a:pt x="274128" y="227908"/>
                  </a:cubicBezTo>
                  <a:lnTo>
                    <a:pt x="274128" y="263659"/>
                  </a:lnTo>
                  <a:cubicBezTo>
                    <a:pt x="274128" y="268127"/>
                    <a:pt x="272850" y="271958"/>
                    <a:pt x="269655" y="275150"/>
                  </a:cubicBezTo>
                  <a:lnTo>
                    <a:pt x="269655" y="289833"/>
                  </a:lnTo>
                  <a:cubicBezTo>
                    <a:pt x="269655" y="295579"/>
                    <a:pt x="264544" y="300686"/>
                    <a:pt x="258792" y="300686"/>
                  </a:cubicBezTo>
                  <a:lnTo>
                    <a:pt x="258792" y="300686"/>
                  </a:lnTo>
                  <a:lnTo>
                    <a:pt x="228120" y="300686"/>
                  </a:lnTo>
                  <a:cubicBezTo>
                    <a:pt x="222369" y="300686"/>
                    <a:pt x="217258" y="295579"/>
                    <a:pt x="217258" y="289833"/>
                  </a:cubicBezTo>
                  <a:lnTo>
                    <a:pt x="217258" y="283449"/>
                  </a:lnTo>
                  <a:lnTo>
                    <a:pt x="143135" y="283449"/>
                  </a:lnTo>
                  <a:lnTo>
                    <a:pt x="143135" y="290471"/>
                  </a:lnTo>
                  <a:cubicBezTo>
                    <a:pt x="143135" y="296217"/>
                    <a:pt x="138022" y="301324"/>
                    <a:pt x="132271" y="301324"/>
                  </a:cubicBezTo>
                  <a:lnTo>
                    <a:pt x="132271" y="301324"/>
                  </a:lnTo>
                  <a:lnTo>
                    <a:pt x="101600" y="301324"/>
                  </a:lnTo>
                  <a:cubicBezTo>
                    <a:pt x="95849" y="301324"/>
                    <a:pt x="90737" y="296217"/>
                    <a:pt x="90737" y="290471"/>
                  </a:cubicBezTo>
                  <a:lnTo>
                    <a:pt x="90737" y="275788"/>
                  </a:lnTo>
                  <a:cubicBezTo>
                    <a:pt x="88181" y="272596"/>
                    <a:pt x="86264" y="268766"/>
                    <a:pt x="86264" y="264297"/>
                  </a:cubicBezTo>
                  <a:lnTo>
                    <a:pt x="86264" y="228547"/>
                  </a:lnTo>
                  <a:cubicBezTo>
                    <a:pt x="86264" y="222801"/>
                    <a:pt x="88181" y="216417"/>
                    <a:pt x="91376" y="211310"/>
                  </a:cubicBezTo>
                  <a:lnTo>
                    <a:pt x="83069" y="209395"/>
                  </a:lnTo>
                  <a:cubicBezTo>
                    <a:pt x="77318" y="208756"/>
                    <a:pt x="73484" y="204287"/>
                    <a:pt x="73484" y="198542"/>
                  </a:cubicBezTo>
                  <a:lnTo>
                    <a:pt x="73484" y="189604"/>
                  </a:lnTo>
                  <a:cubicBezTo>
                    <a:pt x="73484" y="183859"/>
                    <a:pt x="78596" y="178752"/>
                    <a:pt x="84347" y="178752"/>
                  </a:cubicBezTo>
                  <a:lnTo>
                    <a:pt x="106073" y="178752"/>
                  </a:lnTo>
                  <a:cubicBezTo>
                    <a:pt x="107350" y="178752"/>
                    <a:pt x="107990" y="178752"/>
                    <a:pt x="109268" y="179390"/>
                  </a:cubicBezTo>
                  <a:cubicBezTo>
                    <a:pt x="111824" y="172368"/>
                    <a:pt x="115019" y="165345"/>
                    <a:pt x="118853" y="158961"/>
                  </a:cubicBezTo>
                  <a:cubicBezTo>
                    <a:pt x="122048" y="155131"/>
                    <a:pt x="127160" y="152577"/>
                    <a:pt x="132271" y="152577"/>
                  </a:cubicBezTo>
                  <a:lnTo>
                    <a:pt x="228120" y="152577"/>
                  </a:lnTo>
                  <a:cubicBezTo>
                    <a:pt x="233233" y="152577"/>
                    <a:pt x="238344" y="155131"/>
                    <a:pt x="241539" y="158961"/>
                  </a:cubicBezTo>
                  <a:cubicBezTo>
                    <a:pt x="245374" y="165345"/>
                    <a:pt x="248569" y="172368"/>
                    <a:pt x="251124" y="179390"/>
                  </a:cubicBezTo>
                  <a:cubicBezTo>
                    <a:pt x="252403" y="178752"/>
                    <a:pt x="253041" y="178752"/>
                    <a:pt x="254319" y="178752"/>
                  </a:cubicBezTo>
                  <a:lnTo>
                    <a:pt x="276045" y="178752"/>
                  </a:lnTo>
                  <a:cubicBezTo>
                    <a:pt x="281796" y="178752"/>
                    <a:pt x="286908" y="183859"/>
                    <a:pt x="286908" y="189604"/>
                  </a:cubicBezTo>
                  <a:cubicBezTo>
                    <a:pt x="286908" y="189604"/>
                    <a:pt x="286908" y="189604"/>
                    <a:pt x="286908" y="189604"/>
                  </a:cubicBezTo>
                  <a:lnTo>
                    <a:pt x="286908" y="197903"/>
                  </a:lnTo>
                  <a:close/>
                </a:path>
              </a:pathLst>
            </a:custGeom>
            <a:solidFill>
              <a:srgbClr val="43B02A"/>
            </a:solidFill>
            <a:ln w="6390" cap="flat">
              <a:noFill/>
              <a:prstDash val="solid"/>
              <a:miter/>
            </a:ln>
          </p:spPr>
          <p:txBody>
            <a:bodyPr rtlCol="0" anchor="ctr"/>
            <a:lstStyle/>
            <a:p>
              <a:endParaRPr lang="en-US"/>
            </a:p>
          </p:txBody>
        </p:sp>
      </p:grpSp>
      <p:grpSp>
        <p:nvGrpSpPr>
          <p:cNvPr id="683" name="Graphic 4">
            <a:extLst>
              <a:ext uri="{FF2B5EF4-FFF2-40B4-BE49-F238E27FC236}">
                <a16:creationId xmlns:a16="http://schemas.microsoft.com/office/drawing/2014/main" id="{79FB545D-41A3-504F-AA7E-CC23528DCFBD}"/>
              </a:ext>
            </a:extLst>
          </p:cNvPr>
          <p:cNvGrpSpPr/>
          <p:nvPr/>
        </p:nvGrpSpPr>
        <p:grpSpPr>
          <a:xfrm>
            <a:off x="8852242" y="3824168"/>
            <a:ext cx="362309" cy="361971"/>
            <a:chOff x="7801474" y="3824168"/>
            <a:chExt cx="362309" cy="361971"/>
          </a:xfrm>
          <a:solidFill>
            <a:srgbClr val="43B02A"/>
          </a:solidFill>
        </p:grpSpPr>
        <p:sp>
          <p:nvSpPr>
            <p:cNvPr id="684" name="Graphic 4">
              <a:extLst>
                <a:ext uri="{FF2B5EF4-FFF2-40B4-BE49-F238E27FC236}">
                  <a16:creationId xmlns:a16="http://schemas.microsoft.com/office/drawing/2014/main" id="{5D7309D4-1696-114B-AB4F-CBCFFC43BA95}"/>
                </a:ext>
              </a:extLst>
            </p:cNvPr>
            <p:cNvSpPr/>
            <p:nvPr/>
          </p:nvSpPr>
          <p:spPr>
            <a:xfrm>
              <a:off x="7801474" y="3824168"/>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895"/>
                    <a:pt x="81152" y="361971"/>
                    <a:pt x="180835" y="361971"/>
                  </a:cubicBezTo>
                  <a:cubicBezTo>
                    <a:pt x="281157" y="361971"/>
                    <a:pt x="362309" y="280895"/>
                    <a:pt x="362309" y="181305"/>
                  </a:cubicBezTo>
                  <a:cubicBezTo>
                    <a:pt x="362309" y="181305"/>
                    <a:pt x="362309" y="181305"/>
                    <a:pt x="362309" y="181305"/>
                  </a:cubicBezTo>
                  <a:cubicBezTo>
                    <a:pt x="362309" y="81076"/>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lnTo>
                    <a:pt x="181474" y="349204"/>
                  </a:lnTo>
                  <a:close/>
                </a:path>
              </a:pathLst>
            </a:custGeom>
            <a:solidFill>
              <a:srgbClr val="43B02A"/>
            </a:solidFill>
            <a:ln w="6390" cap="flat">
              <a:noFill/>
              <a:prstDash val="solid"/>
              <a:miter/>
            </a:ln>
          </p:spPr>
          <p:txBody>
            <a:bodyPr rtlCol="0" anchor="ctr"/>
            <a:lstStyle/>
            <a:p>
              <a:endParaRPr lang="en-US"/>
            </a:p>
          </p:txBody>
        </p:sp>
        <p:sp>
          <p:nvSpPr>
            <p:cNvPr id="685" name="Graphic 4">
              <a:extLst>
                <a:ext uri="{FF2B5EF4-FFF2-40B4-BE49-F238E27FC236}">
                  <a16:creationId xmlns:a16="http://schemas.microsoft.com/office/drawing/2014/main" id="{A5F8542E-DB39-B642-8355-CA19D2DA5887}"/>
                </a:ext>
              </a:extLst>
            </p:cNvPr>
            <p:cNvSpPr/>
            <p:nvPr/>
          </p:nvSpPr>
          <p:spPr>
            <a:xfrm>
              <a:off x="7856757" y="3870771"/>
              <a:ext cx="251743" cy="268436"/>
            </a:xfrm>
            <a:custGeom>
              <a:avLst/>
              <a:gdLst>
                <a:gd name="connsiteX0" fmla="*/ 192007 w 251743"/>
                <a:gd name="connsiteY0" fmla="*/ 35750 h 268436"/>
                <a:gd name="connsiteX1" fmla="*/ 183061 w 251743"/>
                <a:gd name="connsiteY1" fmla="*/ 36389 h 268436"/>
                <a:gd name="connsiteX2" fmla="*/ 183701 w 251743"/>
                <a:gd name="connsiteY2" fmla="*/ 45326 h 268436"/>
                <a:gd name="connsiteX3" fmla="*/ 185617 w 251743"/>
                <a:gd name="connsiteY3" fmla="*/ 46603 h 268436"/>
                <a:gd name="connsiteX4" fmla="*/ 222679 w 251743"/>
                <a:gd name="connsiteY4" fmla="*/ 202372 h 268436"/>
                <a:gd name="connsiteX5" fmla="*/ 66765 w 251743"/>
                <a:gd name="connsiteY5" fmla="*/ 239399 h 268436"/>
                <a:gd name="connsiteX6" fmla="*/ 29703 w 251743"/>
                <a:gd name="connsiteY6" fmla="*/ 83630 h 268436"/>
                <a:gd name="connsiteX7" fmla="*/ 74432 w 251743"/>
                <a:gd name="connsiteY7" fmla="*/ 42134 h 268436"/>
                <a:gd name="connsiteX8" fmla="*/ 97437 w 251743"/>
                <a:gd name="connsiteY8" fmla="*/ 63840 h 268436"/>
                <a:gd name="connsiteX9" fmla="*/ 112772 w 251743"/>
                <a:gd name="connsiteY9" fmla="*/ 63840 h 268436"/>
                <a:gd name="connsiteX10" fmla="*/ 122996 w 251743"/>
                <a:gd name="connsiteY10" fmla="*/ 68947 h 268436"/>
                <a:gd name="connsiteX11" fmla="*/ 125552 w 251743"/>
                <a:gd name="connsiteY11" fmla="*/ 69585 h 268436"/>
                <a:gd name="connsiteX12" fmla="*/ 137054 w 251743"/>
                <a:gd name="connsiteY12" fmla="*/ 69585 h 268436"/>
                <a:gd name="connsiteX13" fmla="*/ 143444 w 251743"/>
                <a:gd name="connsiteY13" fmla="*/ 63201 h 268436"/>
                <a:gd name="connsiteX14" fmla="*/ 143444 w 251743"/>
                <a:gd name="connsiteY14" fmla="*/ 58094 h 268436"/>
                <a:gd name="connsiteX15" fmla="*/ 170921 w 251743"/>
                <a:gd name="connsiteY15" fmla="*/ 58094 h 268436"/>
                <a:gd name="connsiteX16" fmla="*/ 177311 w 251743"/>
                <a:gd name="connsiteY16" fmla="*/ 51710 h 268436"/>
                <a:gd name="connsiteX17" fmla="*/ 170921 w 251743"/>
                <a:gd name="connsiteY17" fmla="*/ 45326 h 268436"/>
                <a:gd name="connsiteX18" fmla="*/ 143444 w 251743"/>
                <a:gd name="connsiteY18" fmla="*/ 45326 h 268436"/>
                <a:gd name="connsiteX19" fmla="*/ 143444 w 251743"/>
                <a:gd name="connsiteY19" fmla="*/ 24259 h 268436"/>
                <a:gd name="connsiteX20" fmla="*/ 170921 w 251743"/>
                <a:gd name="connsiteY20" fmla="*/ 24259 h 268436"/>
                <a:gd name="connsiteX21" fmla="*/ 177311 w 251743"/>
                <a:gd name="connsiteY21" fmla="*/ 17875 h 268436"/>
                <a:gd name="connsiteX22" fmla="*/ 170921 w 251743"/>
                <a:gd name="connsiteY22" fmla="*/ 11491 h 268436"/>
                <a:gd name="connsiteX23" fmla="*/ 143444 w 251743"/>
                <a:gd name="connsiteY23" fmla="*/ 11491 h 268436"/>
                <a:gd name="connsiteX24" fmla="*/ 143444 w 251743"/>
                <a:gd name="connsiteY24" fmla="*/ 6384 h 268436"/>
                <a:gd name="connsiteX25" fmla="*/ 137054 w 251743"/>
                <a:gd name="connsiteY25" fmla="*/ 0 h 268436"/>
                <a:gd name="connsiteX26" fmla="*/ 125552 w 251743"/>
                <a:gd name="connsiteY26" fmla="*/ 0 h 268436"/>
                <a:gd name="connsiteX27" fmla="*/ 122996 w 251743"/>
                <a:gd name="connsiteY27" fmla="*/ 638 h 268436"/>
                <a:gd name="connsiteX28" fmla="*/ 112772 w 251743"/>
                <a:gd name="connsiteY28" fmla="*/ 5745 h 268436"/>
                <a:gd name="connsiteX29" fmla="*/ 97437 w 251743"/>
                <a:gd name="connsiteY29" fmla="*/ 5745 h 268436"/>
                <a:gd name="connsiteX30" fmla="*/ 74432 w 251743"/>
                <a:gd name="connsiteY30" fmla="*/ 28089 h 268436"/>
                <a:gd name="connsiteX31" fmla="*/ 11172 w 251743"/>
                <a:gd name="connsiteY31" fmla="*/ 194073 h 268436"/>
                <a:gd name="connsiteX32" fmla="*/ 177311 w 251743"/>
                <a:gd name="connsiteY32" fmla="*/ 257274 h 268436"/>
                <a:gd name="connsiteX33" fmla="*/ 240571 w 251743"/>
                <a:gd name="connsiteY33" fmla="*/ 91291 h 268436"/>
                <a:gd name="connsiteX34" fmla="*/ 192007 w 251743"/>
                <a:gd name="connsiteY34" fmla="*/ 35750 h 268436"/>
                <a:gd name="connsiteX35" fmla="*/ 192007 w 251743"/>
                <a:gd name="connsiteY35" fmla="*/ 35750 h 268436"/>
                <a:gd name="connsiteX36" fmla="*/ 97437 w 251743"/>
                <a:gd name="connsiteY36" fmla="*/ 18513 h 268436"/>
                <a:gd name="connsiteX37" fmla="*/ 114689 w 251743"/>
                <a:gd name="connsiteY37" fmla="*/ 18513 h 268436"/>
                <a:gd name="connsiteX38" fmla="*/ 117245 w 251743"/>
                <a:gd name="connsiteY38" fmla="*/ 17875 h 268436"/>
                <a:gd name="connsiteX39" fmla="*/ 127469 w 251743"/>
                <a:gd name="connsiteY39" fmla="*/ 12768 h 268436"/>
                <a:gd name="connsiteX40" fmla="*/ 131303 w 251743"/>
                <a:gd name="connsiteY40" fmla="*/ 12768 h 268436"/>
                <a:gd name="connsiteX41" fmla="*/ 131303 w 251743"/>
                <a:gd name="connsiteY41" fmla="*/ 56817 h 268436"/>
                <a:gd name="connsiteX42" fmla="*/ 127469 w 251743"/>
                <a:gd name="connsiteY42" fmla="*/ 56817 h 268436"/>
                <a:gd name="connsiteX43" fmla="*/ 117245 w 251743"/>
                <a:gd name="connsiteY43" fmla="*/ 51710 h 268436"/>
                <a:gd name="connsiteX44" fmla="*/ 114689 w 251743"/>
                <a:gd name="connsiteY44" fmla="*/ 51072 h 268436"/>
                <a:gd name="connsiteX45" fmla="*/ 97437 w 251743"/>
                <a:gd name="connsiteY45" fmla="*/ 51072 h 268436"/>
                <a:gd name="connsiteX46" fmla="*/ 86573 w 251743"/>
                <a:gd name="connsiteY46" fmla="*/ 34473 h 268436"/>
                <a:gd name="connsiteX47" fmla="*/ 97437 w 251743"/>
                <a:gd name="connsiteY47" fmla="*/ 18513 h 2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51743" h="268436">
                  <a:moveTo>
                    <a:pt x="192007" y="35750"/>
                  </a:moveTo>
                  <a:cubicBezTo>
                    <a:pt x="189451" y="33197"/>
                    <a:pt x="184978" y="33835"/>
                    <a:pt x="183061" y="36389"/>
                  </a:cubicBezTo>
                  <a:cubicBezTo>
                    <a:pt x="180506" y="38942"/>
                    <a:pt x="181145" y="43411"/>
                    <a:pt x="183701" y="45326"/>
                  </a:cubicBezTo>
                  <a:cubicBezTo>
                    <a:pt x="184340" y="45965"/>
                    <a:pt x="184978" y="45965"/>
                    <a:pt x="185617" y="46603"/>
                  </a:cubicBezTo>
                  <a:cubicBezTo>
                    <a:pt x="238654" y="79161"/>
                    <a:pt x="255268" y="148747"/>
                    <a:pt x="222679" y="202372"/>
                  </a:cubicBezTo>
                  <a:cubicBezTo>
                    <a:pt x="190091" y="255998"/>
                    <a:pt x="120440" y="271958"/>
                    <a:pt x="66765" y="239399"/>
                  </a:cubicBezTo>
                  <a:cubicBezTo>
                    <a:pt x="13089" y="206841"/>
                    <a:pt x="-2886" y="137256"/>
                    <a:pt x="29703" y="83630"/>
                  </a:cubicBezTo>
                  <a:cubicBezTo>
                    <a:pt x="40566" y="65755"/>
                    <a:pt x="55902" y="51710"/>
                    <a:pt x="74432" y="42134"/>
                  </a:cubicBezTo>
                  <a:cubicBezTo>
                    <a:pt x="76988" y="61286"/>
                    <a:pt x="91047" y="63840"/>
                    <a:pt x="97437" y="63840"/>
                  </a:cubicBezTo>
                  <a:lnTo>
                    <a:pt x="112772" y="63840"/>
                  </a:lnTo>
                  <a:lnTo>
                    <a:pt x="122996" y="68947"/>
                  </a:lnTo>
                  <a:cubicBezTo>
                    <a:pt x="123635" y="69585"/>
                    <a:pt x="124913" y="69585"/>
                    <a:pt x="125552" y="69585"/>
                  </a:cubicBezTo>
                  <a:lnTo>
                    <a:pt x="137054" y="69585"/>
                  </a:lnTo>
                  <a:cubicBezTo>
                    <a:pt x="140888" y="69585"/>
                    <a:pt x="143444" y="67032"/>
                    <a:pt x="143444" y="63201"/>
                  </a:cubicBezTo>
                  <a:lnTo>
                    <a:pt x="143444" y="58094"/>
                  </a:lnTo>
                  <a:lnTo>
                    <a:pt x="170921" y="58094"/>
                  </a:lnTo>
                  <a:cubicBezTo>
                    <a:pt x="174755" y="58094"/>
                    <a:pt x="177311" y="55541"/>
                    <a:pt x="177311" y="51710"/>
                  </a:cubicBezTo>
                  <a:cubicBezTo>
                    <a:pt x="177311" y="47880"/>
                    <a:pt x="174755" y="45326"/>
                    <a:pt x="170921" y="45326"/>
                  </a:cubicBezTo>
                  <a:lnTo>
                    <a:pt x="143444" y="45326"/>
                  </a:lnTo>
                  <a:lnTo>
                    <a:pt x="143444" y="24259"/>
                  </a:lnTo>
                  <a:lnTo>
                    <a:pt x="170921" y="24259"/>
                  </a:lnTo>
                  <a:cubicBezTo>
                    <a:pt x="174755" y="24259"/>
                    <a:pt x="177311" y="21705"/>
                    <a:pt x="177311" y="17875"/>
                  </a:cubicBezTo>
                  <a:cubicBezTo>
                    <a:pt x="177311" y="14045"/>
                    <a:pt x="174755" y="11491"/>
                    <a:pt x="170921" y="11491"/>
                  </a:cubicBezTo>
                  <a:lnTo>
                    <a:pt x="143444" y="11491"/>
                  </a:lnTo>
                  <a:lnTo>
                    <a:pt x="143444" y="6384"/>
                  </a:lnTo>
                  <a:cubicBezTo>
                    <a:pt x="143444" y="2553"/>
                    <a:pt x="140888" y="0"/>
                    <a:pt x="137054" y="0"/>
                  </a:cubicBezTo>
                  <a:lnTo>
                    <a:pt x="125552" y="0"/>
                  </a:lnTo>
                  <a:cubicBezTo>
                    <a:pt x="124274" y="0"/>
                    <a:pt x="123635" y="0"/>
                    <a:pt x="122996" y="638"/>
                  </a:cubicBezTo>
                  <a:lnTo>
                    <a:pt x="112772" y="5745"/>
                  </a:lnTo>
                  <a:lnTo>
                    <a:pt x="97437" y="5745"/>
                  </a:lnTo>
                  <a:cubicBezTo>
                    <a:pt x="91047" y="5745"/>
                    <a:pt x="76988" y="8299"/>
                    <a:pt x="74432" y="28089"/>
                  </a:cubicBezTo>
                  <a:cubicBezTo>
                    <a:pt x="11172" y="56817"/>
                    <a:pt x="-17582" y="130872"/>
                    <a:pt x="11172" y="194073"/>
                  </a:cubicBezTo>
                  <a:cubicBezTo>
                    <a:pt x="39927" y="257274"/>
                    <a:pt x="114050" y="286002"/>
                    <a:pt x="177311" y="257274"/>
                  </a:cubicBezTo>
                  <a:cubicBezTo>
                    <a:pt x="240571" y="228546"/>
                    <a:pt x="269325" y="154492"/>
                    <a:pt x="240571" y="91291"/>
                  </a:cubicBezTo>
                  <a:cubicBezTo>
                    <a:pt x="230986" y="68309"/>
                    <a:pt x="213733" y="49157"/>
                    <a:pt x="192007" y="35750"/>
                  </a:cubicBezTo>
                  <a:lnTo>
                    <a:pt x="192007" y="35750"/>
                  </a:lnTo>
                  <a:close/>
                  <a:moveTo>
                    <a:pt x="97437" y="18513"/>
                  </a:moveTo>
                  <a:lnTo>
                    <a:pt x="114689" y="18513"/>
                  </a:lnTo>
                  <a:cubicBezTo>
                    <a:pt x="115967" y="18513"/>
                    <a:pt x="116606" y="18513"/>
                    <a:pt x="117245" y="17875"/>
                  </a:cubicBezTo>
                  <a:lnTo>
                    <a:pt x="127469" y="12768"/>
                  </a:lnTo>
                  <a:lnTo>
                    <a:pt x="131303" y="12768"/>
                  </a:lnTo>
                  <a:lnTo>
                    <a:pt x="131303" y="56817"/>
                  </a:lnTo>
                  <a:lnTo>
                    <a:pt x="127469" y="56817"/>
                  </a:lnTo>
                  <a:lnTo>
                    <a:pt x="117245" y="51710"/>
                  </a:lnTo>
                  <a:cubicBezTo>
                    <a:pt x="116606" y="51072"/>
                    <a:pt x="115328" y="51072"/>
                    <a:pt x="114689" y="51072"/>
                  </a:cubicBezTo>
                  <a:lnTo>
                    <a:pt x="97437" y="51072"/>
                  </a:lnTo>
                  <a:cubicBezTo>
                    <a:pt x="94242" y="51072"/>
                    <a:pt x="86573" y="51072"/>
                    <a:pt x="86573" y="34473"/>
                  </a:cubicBezTo>
                  <a:cubicBezTo>
                    <a:pt x="86573" y="17875"/>
                    <a:pt x="94242" y="18513"/>
                    <a:pt x="97437" y="18513"/>
                  </a:cubicBezTo>
                  <a:close/>
                </a:path>
              </a:pathLst>
            </a:custGeom>
            <a:solidFill>
              <a:srgbClr val="43B02A"/>
            </a:solidFill>
            <a:ln w="6390" cap="flat">
              <a:noFill/>
              <a:prstDash val="solid"/>
              <a:miter/>
            </a:ln>
          </p:spPr>
          <p:txBody>
            <a:bodyPr rtlCol="0" anchor="ctr"/>
            <a:lstStyle/>
            <a:p>
              <a:endParaRPr lang="en-US"/>
            </a:p>
          </p:txBody>
        </p:sp>
        <p:sp>
          <p:nvSpPr>
            <p:cNvPr id="686" name="Graphic 4">
              <a:extLst>
                <a:ext uri="{FF2B5EF4-FFF2-40B4-BE49-F238E27FC236}">
                  <a16:creationId xmlns:a16="http://schemas.microsoft.com/office/drawing/2014/main" id="{E170CC61-52D2-584B-A6CB-357BEA5AC5A6}"/>
                </a:ext>
              </a:extLst>
            </p:cNvPr>
            <p:cNvSpPr/>
            <p:nvPr/>
          </p:nvSpPr>
          <p:spPr>
            <a:xfrm>
              <a:off x="7895406" y="3961423"/>
              <a:ext cx="177001" cy="121933"/>
            </a:xfrm>
            <a:custGeom>
              <a:avLst/>
              <a:gdLst>
                <a:gd name="connsiteX0" fmla="*/ 177002 w 177001"/>
                <a:gd name="connsiteY0" fmla="*/ 38304 h 121933"/>
                <a:gd name="connsiteX1" fmla="*/ 177002 w 177001"/>
                <a:gd name="connsiteY1" fmla="*/ 31281 h 121933"/>
                <a:gd name="connsiteX2" fmla="*/ 166777 w 177001"/>
                <a:gd name="connsiteY2" fmla="*/ 21705 h 121933"/>
                <a:gd name="connsiteX3" fmla="*/ 148247 w 177001"/>
                <a:gd name="connsiteY3" fmla="*/ 21705 h 121933"/>
                <a:gd name="connsiteX4" fmla="*/ 146969 w 177001"/>
                <a:gd name="connsiteY4" fmla="*/ 21705 h 121933"/>
                <a:gd name="connsiteX5" fmla="*/ 139301 w 177001"/>
                <a:gd name="connsiteY5" fmla="*/ 5745 h 121933"/>
                <a:gd name="connsiteX6" fmla="*/ 127160 w 177001"/>
                <a:gd name="connsiteY6" fmla="*/ 0 h 121933"/>
                <a:gd name="connsiteX7" fmla="*/ 49203 w 177001"/>
                <a:gd name="connsiteY7" fmla="*/ 0 h 121933"/>
                <a:gd name="connsiteX8" fmla="*/ 37062 w 177001"/>
                <a:gd name="connsiteY8" fmla="*/ 5745 h 121933"/>
                <a:gd name="connsiteX9" fmla="*/ 29394 w 177001"/>
                <a:gd name="connsiteY9" fmla="*/ 21705 h 121933"/>
                <a:gd name="connsiteX10" fmla="*/ 10224 w 177001"/>
                <a:gd name="connsiteY10" fmla="*/ 21705 h 121933"/>
                <a:gd name="connsiteX11" fmla="*/ 0 w 177001"/>
                <a:gd name="connsiteY11" fmla="*/ 31281 h 121933"/>
                <a:gd name="connsiteX12" fmla="*/ 0 w 177001"/>
                <a:gd name="connsiteY12" fmla="*/ 38304 h 121933"/>
                <a:gd name="connsiteX13" fmla="*/ 8946 w 177001"/>
                <a:gd name="connsiteY13" fmla="*/ 47880 h 121933"/>
                <a:gd name="connsiteX14" fmla="*/ 14058 w 177001"/>
                <a:gd name="connsiteY14" fmla="*/ 49156 h 121933"/>
                <a:gd name="connsiteX15" fmla="*/ 10863 w 177001"/>
                <a:gd name="connsiteY15" fmla="*/ 61924 h 121933"/>
                <a:gd name="connsiteX16" fmla="*/ 10863 w 177001"/>
                <a:gd name="connsiteY16" fmla="*/ 90652 h 121933"/>
                <a:gd name="connsiteX17" fmla="*/ 14697 w 177001"/>
                <a:gd name="connsiteY17" fmla="*/ 100228 h 121933"/>
                <a:gd name="connsiteX18" fmla="*/ 14697 w 177001"/>
                <a:gd name="connsiteY18" fmla="*/ 111720 h 121933"/>
                <a:gd name="connsiteX19" fmla="*/ 24282 w 177001"/>
                <a:gd name="connsiteY19" fmla="*/ 121934 h 121933"/>
                <a:gd name="connsiteX20" fmla="*/ 24282 w 177001"/>
                <a:gd name="connsiteY20" fmla="*/ 121934 h 121933"/>
                <a:gd name="connsiteX21" fmla="*/ 49203 w 177001"/>
                <a:gd name="connsiteY21" fmla="*/ 121934 h 121933"/>
                <a:gd name="connsiteX22" fmla="*/ 59427 w 177001"/>
                <a:gd name="connsiteY22" fmla="*/ 111720 h 121933"/>
                <a:gd name="connsiteX23" fmla="*/ 59427 w 177001"/>
                <a:gd name="connsiteY23" fmla="*/ 111720 h 121933"/>
                <a:gd name="connsiteX24" fmla="*/ 59427 w 177001"/>
                <a:gd name="connsiteY24" fmla="*/ 107251 h 121933"/>
                <a:gd name="connsiteX25" fmla="*/ 117575 w 177001"/>
                <a:gd name="connsiteY25" fmla="*/ 107251 h 121933"/>
                <a:gd name="connsiteX26" fmla="*/ 117575 w 177001"/>
                <a:gd name="connsiteY26" fmla="*/ 111720 h 121933"/>
                <a:gd name="connsiteX27" fmla="*/ 127799 w 177001"/>
                <a:gd name="connsiteY27" fmla="*/ 121934 h 121933"/>
                <a:gd name="connsiteX28" fmla="*/ 127799 w 177001"/>
                <a:gd name="connsiteY28" fmla="*/ 121934 h 121933"/>
                <a:gd name="connsiteX29" fmla="*/ 152720 w 177001"/>
                <a:gd name="connsiteY29" fmla="*/ 121934 h 121933"/>
                <a:gd name="connsiteX30" fmla="*/ 162943 w 177001"/>
                <a:gd name="connsiteY30" fmla="*/ 111720 h 121933"/>
                <a:gd name="connsiteX31" fmla="*/ 162943 w 177001"/>
                <a:gd name="connsiteY31" fmla="*/ 111720 h 121933"/>
                <a:gd name="connsiteX32" fmla="*/ 162943 w 177001"/>
                <a:gd name="connsiteY32" fmla="*/ 100228 h 121933"/>
                <a:gd name="connsiteX33" fmla="*/ 166777 w 177001"/>
                <a:gd name="connsiteY33" fmla="*/ 90652 h 121933"/>
                <a:gd name="connsiteX34" fmla="*/ 166777 w 177001"/>
                <a:gd name="connsiteY34" fmla="*/ 61924 h 121933"/>
                <a:gd name="connsiteX35" fmla="*/ 163582 w 177001"/>
                <a:gd name="connsiteY35" fmla="*/ 49156 h 121933"/>
                <a:gd name="connsiteX36" fmla="*/ 168695 w 177001"/>
                <a:gd name="connsiteY36" fmla="*/ 47880 h 121933"/>
                <a:gd name="connsiteX37" fmla="*/ 177002 w 177001"/>
                <a:gd name="connsiteY37" fmla="*/ 38304 h 121933"/>
                <a:gd name="connsiteX38" fmla="*/ 164222 w 177001"/>
                <a:gd name="connsiteY38" fmla="*/ 35750 h 121933"/>
                <a:gd name="connsiteX39" fmla="*/ 151442 w 177001"/>
                <a:gd name="connsiteY39" fmla="*/ 38942 h 121933"/>
                <a:gd name="connsiteX40" fmla="*/ 146969 w 177001"/>
                <a:gd name="connsiteY40" fmla="*/ 46603 h 121933"/>
                <a:gd name="connsiteX41" fmla="*/ 147607 w 177001"/>
                <a:gd name="connsiteY41" fmla="*/ 48518 h 121933"/>
                <a:gd name="connsiteX42" fmla="*/ 151442 w 177001"/>
                <a:gd name="connsiteY42" fmla="*/ 53625 h 121933"/>
                <a:gd name="connsiteX43" fmla="*/ 153997 w 177001"/>
                <a:gd name="connsiteY43" fmla="*/ 61924 h 121933"/>
                <a:gd name="connsiteX44" fmla="*/ 153997 w 177001"/>
                <a:gd name="connsiteY44" fmla="*/ 90652 h 121933"/>
                <a:gd name="connsiteX45" fmla="*/ 152720 w 177001"/>
                <a:gd name="connsiteY45" fmla="*/ 93206 h 121933"/>
                <a:gd name="connsiteX46" fmla="*/ 150802 w 177001"/>
                <a:gd name="connsiteY46" fmla="*/ 98313 h 121933"/>
                <a:gd name="connsiteX47" fmla="*/ 150802 w 177001"/>
                <a:gd name="connsiteY47" fmla="*/ 109804 h 121933"/>
                <a:gd name="connsiteX48" fmla="*/ 131633 w 177001"/>
                <a:gd name="connsiteY48" fmla="*/ 109804 h 121933"/>
                <a:gd name="connsiteX49" fmla="*/ 131633 w 177001"/>
                <a:gd name="connsiteY49" fmla="*/ 102144 h 121933"/>
                <a:gd name="connsiteX50" fmla="*/ 125243 w 177001"/>
                <a:gd name="connsiteY50" fmla="*/ 95760 h 121933"/>
                <a:gd name="connsiteX51" fmla="*/ 49842 w 177001"/>
                <a:gd name="connsiteY51" fmla="*/ 97675 h 121933"/>
                <a:gd name="connsiteX52" fmla="*/ 47925 w 177001"/>
                <a:gd name="connsiteY52" fmla="*/ 102144 h 121933"/>
                <a:gd name="connsiteX53" fmla="*/ 47925 w 177001"/>
                <a:gd name="connsiteY53" fmla="*/ 109804 h 121933"/>
                <a:gd name="connsiteX54" fmla="*/ 28755 w 177001"/>
                <a:gd name="connsiteY54" fmla="*/ 109804 h 121933"/>
                <a:gd name="connsiteX55" fmla="*/ 28755 w 177001"/>
                <a:gd name="connsiteY55" fmla="*/ 98313 h 121933"/>
                <a:gd name="connsiteX56" fmla="*/ 26838 w 177001"/>
                <a:gd name="connsiteY56" fmla="*/ 93206 h 121933"/>
                <a:gd name="connsiteX57" fmla="*/ 25560 w 177001"/>
                <a:gd name="connsiteY57" fmla="*/ 90652 h 121933"/>
                <a:gd name="connsiteX58" fmla="*/ 25560 w 177001"/>
                <a:gd name="connsiteY58" fmla="*/ 61924 h 121933"/>
                <a:gd name="connsiteX59" fmla="*/ 28116 w 177001"/>
                <a:gd name="connsiteY59" fmla="*/ 53625 h 121933"/>
                <a:gd name="connsiteX60" fmla="*/ 31950 w 177001"/>
                <a:gd name="connsiteY60" fmla="*/ 48518 h 121933"/>
                <a:gd name="connsiteX61" fmla="*/ 30033 w 177001"/>
                <a:gd name="connsiteY61" fmla="*/ 39580 h 121933"/>
                <a:gd name="connsiteX62" fmla="*/ 28116 w 177001"/>
                <a:gd name="connsiteY62" fmla="*/ 38942 h 121933"/>
                <a:gd name="connsiteX63" fmla="*/ 15336 w 177001"/>
                <a:gd name="connsiteY63" fmla="*/ 35750 h 121933"/>
                <a:gd name="connsiteX64" fmla="*/ 15336 w 177001"/>
                <a:gd name="connsiteY64" fmla="*/ 33835 h 121933"/>
                <a:gd name="connsiteX65" fmla="*/ 30033 w 177001"/>
                <a:gd name="connsiteY65" fmla="*/ 33835 h 121933"/>
                <a:gd name="connsiteX66" fmla="*/ 35145 w 177001"/>
                <a:gd name="connsiteY66" fmla="*/ 33835 h 121933"/>
                <a:gd name="connsiteX67" fmla="*/ 35783 w 177001"/>
                <a:gd name="connsiteY67" fmla="*/ 33835 h 121933"/>
                <a:gd name="connsiteX68" fmla="*/ 37062 w 177001"/>
                <a:gd name="connsiteY68" fmla="*/ 33835 h 121933"/>
                <a:gd name="connsiteX69" fmla="*/ 37701 w 177001"/>
                <a:gd name="connsiteY69" fmla="*/ 33835 h 121933"/>
                <a:gd name="connsiteX70" fmla="*/ 41535 w 177001"/>
                <a:gd name="connsiteY70" fmla="*/ 30643 h 121933"/>
                <a:gd name="connsiteX71" fmla="*/ 49203 w 177001"/>
                <a:gd name="connsiteY71" fmla="*/ 14044 h 121933"/>
                <a:gd name="connsiteX72" fmla="*/ 51119 w 177001"/>
                <a:gd name="connsiteY72" fmla="*/ 12768 h 121933"/>
                <a:gd name="connsiteX73" fmla="*/ 129077 w 177001"/>
                <a:gd name="connsiteY73" fmla="*/ 12768 h 121933"/>
                <a:gd name="connsiteX74" fmla="*/ 130994 w 177001"/>
                <a:gd name="connsiteY74" fmla="*/ 14044 h 121933"/>
                <a:gd name="connsiteX75" fmla="*/ 138022 w 177001"/>
                <a:gd name="connsiteY75" fmla="*/ 30643 h 121933"/>
                <a:gd name="connsiteX76" fmla="*/ 143774 w 177001"/>
                <a:gd name="connsiteY76" fmla="*/ 34473 h 121933"/>
                <a:gd name="connsiteX77" fmla="*/ 145052 w 177001"/>
                <a:gd name="connsiteY77" fmla="*/ 34473 h 121933"/>
                <a:gd name="connsiteX78" fmla="*/ 146969 w 177001"/>
                <a:gd name="connsiteY78" fmla="*/ 34473 h 121933"/>
                <a:gd name="connsiteX79" fmla="*/ 164222 w 177001"/>
                <a:gd name="connsiteY79" fmla="*/ 34473 h 121933"/>
                <a:gd name="connsiteX80" fmla="*/ 164222 w 177001"/>
                <a:gd name="connsiteY80" fmla="*/ 35750 h 12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77001" h="121933">
                  <a:moveTo>
                    <a:pt x="177002" y="38304"/>
                  </a:moveTo>
                  <a:lnTo>
                    <a:pt x="177002" y="31281"/>
                  </a:lnTo>
                  <a:cubicBezTo>
                    <a:pt x="177002" y="25536"/>
                    <a:pt x="172528" y="21067"/>
                    <a:pt x="166777" y="21705"/>
                  </a:cubicBezTo>
                  <a:lnTo>
                    <a:pt x="148247" y="21705"/>
                  </a:lnTo>
                  <a:lnTo>
                    <a:pt x="146969" y="21705"/>
                  </a:lnTo>
                  <a:cubicBezTo>
                    <a:pt x="145052" y="15960"/>
                    <a:pt x="142496" y="10852"/>
                    <a:pt x="139301" y="5745"/>
                  </a:cubicBezTo>
                  <a:cubicBezTo>
                    <a:pt x="136106" y="2553"/>
                    <a:pt x="132272" y="0"/>
                    <a:pt x="127160" y="0"/>
                  </a:cubicBezTo>
                  <a:lnTo>
                    <a:pt x="49203" y="0"/>
                  </a:lnTo>
                  <a:cubicBezTo>
                    <a:pt x="44730" y="0"/>
                    <a:pt x="40257" y="2553"/>
                    <a:pt x="37062" y="5745"/>
                  </a:cubicBezTo>
                  <a:cubicBezTo>
                    <a:pt x="33867" y="10852"/>
                    <a:pt x="31311" y="15960"/>
                    <a:pt x="29394" y="21705"/>
                  </a:cubicBezTo>
                  <a:lnTo>
                    <a:pt x="10224" y="21705"/>
                  </a:lnTo>
                  <a:cubicBezTo>
                    <a:pt x="4473" y="21705"/>
                    <a:pt x="0" y="26174"/>
                    <a:pt x="0" y="31281"/>
                  </a:cubicBezTo>
                  <a:lnTo>
                    <a:pt x="0" y="38304"/>
                  </a:lnTo>
                  <a:cubicBezTo>
                    <a:pt x="0" y="43411"/>
                    <a:pt x="3834" y="47880"/>
                    <a:pt x="8946" y="47880"/>
                  </a:cubicBezTo>
                  <a:lnTo>
                    <a:pt x="14058" y="49156"/>
                  </a:lnTo>
                  <a:cubicBezTo>
                    <a:pt x="12141" y="52987"/>
                    <a:pt x="10863" y="57456"/>
                    <a:pt x="10863" y="61924"/>
                  </a:cubicBezTo>
                  <a:lnTo>
                    <a:pt x="10863" y="90652"/>
                  </a:lnTo>
                  <a:cubicBezTo>
                    <a:pt x="10863" y="94483"/>
                    <a:pt x="12141" y="97675"/>
                    <a:pt x="14697" y="100228"/>
                  </a:cubicBezTo>
                  <a:lnTo>
                    <a:pt x="14697" y="111720"/>
                  </a:lnTo>
                  <a:cubicBezTo>
                    <a:pt x="14697" y="117465"/>
                    <a:pt x="19170" y="121934"/>
                    <a:pt x="24282" y="121934"/>
                  </a:cubicBezTo>
                  <a:cubicBezTo>
                    <a:pt x="24282" y="121934"/>
                    <a:pt x="24282" y="121934"/>
                    <a:pt x="24282" y="121934"/>
                  </a:cubicBezTo>
                  <a:lnTo>
                    <a:pt x="49203" y="121934"/>
                  </a:lnTo>
                  <a:cubicBezTo>
                    <a:pt x="54953" y="121934"/>
                    <a:pt x="59427" y="117465"/>
                    <a:pt x="59427" y="111720"/>
                  </a:cubicBezTo>
                  <a:lnTo>
                    <a:pt x="59427" y="111720"/>
                  </a:lnTo>
                  <a:lnTo>
                    <a:pt x="59427" y="107251"/>
                  </a:lnTo>
                  <a:lnTo>
                    <a:pt x="117575" y="107251"/>
                  </a:lnTo>
                  <a:lnTo>
                    <a:pt x="117575" y="111720"/>
                  </a:lnTo>
                  <a:cubicBezTo>
                    <a:pt x="117575" y="117465"/>
                    <a:pt x="122048" y="121934"/>
                    <a:pt x="127799" y="121934"/>
                  </a:cubicBezTo>
                  <a:lnTo>
                    <a:pt x="127799" y="121934"/>
                  </a:lnTo>
                  <a:lnTo>
                    <a:pt x="152720" y="121934"/>
                  </a:lnTo>
                  <a:cubicBezTo>
                    <a:pt x="158471" y="121934"/>
                    <a:pt x="162943" y="117465"/>
                    <a:pt x="162943" y="111720"/>
                  </a:cubicBezTo>
                  <a:lnTo>
                    <a:pt x="162943" y="111720"/>
                  </a:lnTo>
                  <a:lnTo>
                    <a:pt x="162943" y="100228"/>
                  </a:lnTo>
                  <a:cubicBezTo>
                    <a:pt x="165500" y="97675"/>
                    <a:pt x="166777" y="93844"/>
                    <a:pt x="166777" y="90652"/>
                  </a:cubicBezTo>
                  <a:lnTo>
                    <a:pt x="166777" y="61924"/>
                  </a:lnTo>
                  <a:cubicBezTo>
                    <a:pt x="166777" y="57456"/>
                    <a:pt x="165500" y="52987"/>
                    <a:pt x="163582" y="49156"/>
                  </a:cubicBezTo>
                  <a:lnTo>
                    <a:pt x="168695" y="47880"/>
                  </a:lnTo>
                  <a:cubicBezTo>
                    <a:pt x="172528" y="47880"/>
                    <a:pt x="177002" y="43411"/>
                    <a:pt x="177002" y="38304"/>
                  </a:cubicBezTo>
                  <a:close/>
                  <a:moveTo>
                    <a:pt x="164222" y="35750"/>
                  </a:moveTo>
                  <a:lnTo>
                    <a:pt x="151442" y="38942"/>
                  </a:lnTo>
                  <a:cubicBezTo>
                    <a:pt x="148247" y="39580"/>
                    <a:pt x="145691" y="43411"/>
                    <a:pt x="146969" y="46603"/>
                  </a:cubicBezTo>
                  <a:cubicBezTo>
                    <a:pt x="146969" y="47241"/>
                    <a:pt x="147607" y="47880"/>
                    <a:pt x="147607" y="48518"/>
                  </a:cubicBezTo>
                  <a:lnTo>
                    <a:pt x="151442" y="53625"/>
                  </a:lnTo>
                  <a:cubicBezTo>
                    <a:pt x="153358" y="56179"/>
                    <a:pt x="153997" y="58732"/>
                    <a:pt x="153997" y="61924"/>
                  </a:cubicBezTo>
                  <a:lnTo>
                    <a:pt x="153997" y="90652"/>
                  </a:lnTo>
                  <a:cubicBezTo>
                    <a:pt x="153997" y="91291"/>
                    <a:pt x="153997" y="91929"/>
                    <a:pt x="152720" y="93206"/>
                  </a:cubicBezTo>
                  <a:cubicBezTo>
                    <a:pt x="151442" y="94483"/>
                    <a:pt x="150802" y="96398"/>
                    <a:pt x="150802" y="98313"/>
                  </a:cubicBezTo>
                  <a:lnTo>
                    <a:pt x="150802" y="109804"/>
                  </a:lnTo>
                  <a:lnTo>
                    <a:pt x="131633" y="109804"/>
                  </a:lnTo>
                  <a:lnTo>
                    <a:pt x="131633" y="102144"/>
                  </a:lnTo>
                  <a:cubicBezTo>
                    <a:pt x="131633" y="98313"/>
                    <a:pt x="129077" y="95760"/>
                    <a:pt x="125243" y="95760"/>
                  </a:cubicBezTo>
                  <a:cubicBezTo>
                    <a:pt x="51758" y="95760"/>
                    <a:pt x="51758" y="95760"/>
                    <a:pt x="49842" y="97675"/>
                  </a:cubicBezTo>
                  <a:cubicBezTo>
                    <a:pt x="48563" y="98952"/>
                    <a:pt x="47925" y="100228"/>
                    <a:pt x="47925" y="102144"/>
                  </a:cubicBezTo>
                  <a:lnTo>
                    <a:pt x="47925" y="109804"/>
                  </a:lnTo>
                  <a:lnTo>
                    <a:pt x="28755" y="109804"/>
                  </a:lnTo>
                  <a:lnTo>
                    <a:pt x="28755" y="98313"/>
                  </a:lnTo>
                  <a:cubicBezTo>
                    <a:pt x="28755" y="96398"/>
                    <a:pt x="28116" y="94483"/>
                    <a:pt x="26838" y="93206"/>
                  </a:cubicBezTo>
                  <a:cubicBezTo>
                    <a:pt x="25560" y="91929"/>
                    <a:pt x="25560" y="91291"/>
                    <a:pt x="25560" y="90652"/>
                  </a:cubicBezTo>
                  <a:lnTo>
                    <a:pt x="25560" y="61924"/>
                  </a:lnTo>
                  <a:cubicBezTo>
                    <a:pt x="25560" y="58732"/>
                    <a:pt x="26199" y="56179"/>
                    <a:pt x="28116" y="53625"/>
                  </a:cubicBezTo>
                  <a:lnTo>
                    <a:pt x="31950" y="48518"/>
                  </a:lnTo>
                  <a:cubicBezTo>
                    <a:pt x="33867" y="45326"/>
                    <a:pt x="33228" y="41496"/>
                    <a:pt x="30033" y="39580"/>
                  </a:cubicBezTo>
                  <a:cubicBezTo>
                    <a:pt x="29394" y="38942"/>
                    <a:pt x="28755" y="38942"/>
                    <a:pt x="28116" y="38942"/>
                  </a:cubicBezTo>
                  <a:lnTo>
                    <a:pt x="15336" y="35750"/>
                  </a:lnTo>
                  <a:lnTo>
                    <a:pt x="15336" y="33835"/>
                  </a:lnTo>
                  <a:lnTo>
                    <a:pt x="30033" y="33835"/>
                  </a:lnTo>
                  <a:lnTo>
                    <a:pt x="35145" y="33835"/>
                  </a:lnTo>
                  <a:lnTo>
                    <a:pt x="35783" y="33835"/>
                  </a:lnTo>
                  <a:cubicBezTo>
                    <a:pt x="36423" y="33835"/>
                    <a:pt x="37062" y="33835"/>
                    <a:pt x="37062" y="33835"/>
                  </a:cubicBezTo>
                  <a:lnTo>
                    <a:pt x="37701" y="33835"/>
                  </a:lnTo>
                  <a:cubicBezTo>
                    <a:pt x="39618" y="33196"/>
                    <a:pt x="40896" y="31920"/>
                    <a:pt x="41535" y="30643"/>
                  </a:cubicBezTo>
                  <a:cubicBezTo>
                    <a:pt x="44730" y="23620"/>
                    <a:pt x="48563" y="15321"/>
                    <a:pt x="49203" y="14044"/>
                  </a:cubicBezTo>
                  <a:cubicBezTo>
                    <a:pt x="49842" y="13406"/>
                    <a:pt x="50481" y="12768"/>
                    <a:pt x="51119" y="12768"/>
                  </a:cubicBezTo>
                  <a:lnTo>
                    <a:pt x="129077" y="12768"/>
                  </a:lnTo>
                  <a:cubicBezTo>
                    <a:pt x="129716" y="12768"/>
                    <a:pt x="130355" y="13406"/>
                    <a:pt x="130994" y="14044"/>
                  </a:cubicBezTo>
                  <a:cubicBezTo>
                    <a:pt x="132272" y="15321"/>
                    <a:pt x="135467" y="23620"/>
                    <a:pt x="138022" y="30643"/>
                  </a:cubicBezTo>
                  <a:cubicBezTo>
                    <a:pt x="139301" y="33196"/>
                    <a:pt x="141217" y="34473"/>
                    <a:pt x="143774" y="34473"/>
                  </a:cubicBezTo>
                  <a:cubicBezTo>
                    <a:pt x="144412" y="34473"/>
                    <a:pt x="144412" y="34473"/>
                    <a:pt x="145052" y="34473"/>
                  </a:cubicBezTo>
                  <a:cubicBezTo>
                    <a:pt x="145691" y="34473"/>
                    <a:pt x="146330" y="34473"/>
                    <a:pt x="146969" y="34473"/>
                  </a:cubicBezTo>
                  <a:lnTo>
                    <a:pt x="164222" y="34473"/>
                  </a:lnTo>
                  <a:lnTo>
                    <a:pt x="164222" y="35750"/>
                  </a:lnTo>
                  <a:close/>
                </a:path>
              </a:pathLst>
            </a:custGeom>
            <a:solidFill>
              <a:srgbClr val="43B02A"/>
            </a:solidFill>
            <a:ln w="6390" cap="flat">
              <a:noFill/>
              <a:prstDash val="solid"/>
              <a:miter/>
            </a:ln>
          </p:spPr>
          <p:txBody>
            <a:bodyPr rtlCol="0" anchor="ctr"/>
            <a:lstStyle/>
            <a:p>
              <a:endParaRPr lang="en-US"/>
            </a:p>
          </p:txBody>
        </p:sp>
      </p:grpSp>
      <p:grpSp>
        <p:nvGrpSpPr>
          <p:cNvPr id="687" name="Graphic 4">
            <a:extLst>
              <a:ext uri="{FF2B5EF4-FFF2-40B4-BE49-F238E27FC236}">
                <a16:creationId xmlns:a16="http://schemas.microsoft.com/office/drawing/2014/main" id="{06D8B58F-06CF-804C-B367-36BC1DFD134B}"/>
              </a:ext>
            </a:extLst>
          </p:cNvPr>
          <p:cNvGrpSpPr/>
          <p:nvPr/>
        </p:nvGrpSpPr>
        <p:grpSpPr>
          <a:xfrm>
            <a:off x="10937917" y="3339623"/>
            <a:ext cx="362309" cy="361971"/>
            <a:chOff x="9887149" y="3339623"/>
            <a:chExt cx="362309" cy="361971"/>
          </a:xfrm>
          <a:solidFill>
            <a:srgbClr val="43B02A"/>
          </a:solidFill>
        </p:grpSpPr>
        <p:sp>
          <p:nvSpPr>
            <p:cNvPr id="688" name="Graphic 4">
              <a:extLst>
                <a:ext uri="{FF2B5EF4-FFF2-40B4-BE49-F238E27FC236}">
                  <a16:creationId xmlns:a16="http://schemas.microsoft.com/office/drawing/2014/main" id="{804734CE-25D6-3846-9ED3-ABA91838A71D}"/>
                </a:ext>
              </a:extLst>
            </p:cNvPr>
            <p:cNvSpPr/>
            <p:nvPr/>
          </p:nvSpPr>
          <p:spPr>
            <a:xfrm>
              <a:off x="9887149" y="333962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 name="connsiteX11" fmla="*/ 180835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7"/>
                    <a:pt x="0" y="181305"/>
                  </a:cubicBezTo>
                  <a:cubicBezTo>
                    <a:pt x="0" y="281533"/>
                    <a:pt x="81152" y="361972"/>
                    <a:pt x="181474" y="361972"/>
                  </a:cubicBezTo>
                  <a:cubicBezTo>
                    <a:pt x="281157" y="361972"/>
                    <a:pt x="362309" y="280895"/>
                    <a:pt x="362309" y="181305"/>
                  </a:cubicBezTo>
                  <a:cubicBezTo>
                    <a:pt x="362309"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1474" y="12768"/>
                  </a:cubicBezTo>
                  <a:cubicBezTo>
                    <a:pt x="274128" y="12768"/>
                    <a:pt x="349529" y="88099"/>
                    <a:pt x="349529" y="180667"/>
                  </a:cubicBezTo>
                  <a:cubicBezTo>
                    <a:pt x="349529" y="273873"/>
                    <a:pt x="274128" y="349204"/>
                    <a:pt x="180835" y="349204"/>
                  </a:cubicBezTo>
                  <a:lnTo>
                    <a:pt x="180835" y="349204"/>
                  </a:lnTo>
                  <a:close/>
                </a:path>
              </a:pathLst>
            </a:custGeom>
            <a:solidFill>
              <a:srgbClr val="43B02A"/>
            </a:solidFill>
            <a:ln w="6390" cap="flat">
              <a:noFill/>
              <a:prstDash val="solid"/>
              <a:miter/>
            </a:ln>
          </p:spPr>
          <p:txBody>
            <a:bodyPr rtlCol="0" anchor="ctr"/>
            <a:lstStyle/>
            <a:p>
              <a:endParaRPr lang="en-US"/>
            </a:p>
          </p:txBody>
        </p:sp>
        <p:sp>
          <p:nvSpPr>
            <p:cNvPr id="689" name="Graphic 4">
              <a:extLst>
                <a:ext uri="{FF2B5EF4-FFF2-40B4-BE49-F238E27FC236}">
                  <a16:creationId xmlns:a16="http://schemas.microsoft.com/office/drawing/2014/main" id="{A5D718BF-E73B-314A-8B8A-69F669D1E05C}"/>
                </a:ext>
              </a:extLst>
            </p:cNvPr>
            <p:cNvSpPr/>
            <p:nvPr/>
          </p:nvSpPr>
          <p:spPr>
            <a:xfrm>
              <a:off x="10025172" y="3562005"/>
              <a:ext cx="64299" cy="25316"/>
            </a:xfrm>
            <a:custGeom>
              <a:avLst/>
              <a:gdLst>
                <a:gd name="connsiteX0" fmla="*/ 59426 w 64299"/>
                <a:gd name="connsiteY0" fmla="*/ 6803 h 25316"/>
                <a:gd name="connsiteX1" fmla="*/ 42812 w 64299"/>
                <a:gd name="connsiteY1" fmla="*/ 420 h 25316"/>
                <a:gd name="connsiteX2" fmla="*/ 37061 w 64299"/>
                <a:gd name="connsiteY2" fmla="*/ 1058 h 25316"/>
                <a:gd name="connsiteX3" fmla="*/ 34506 w 64299"/>
                <a:gd name="connsiteY3" fmla="*/ 6165 h 25316"/>
                <a:gd name="connsiteX4" fmla="*/ 0 w 64299"/>
                <a:gd name="connsiteY4" fmla="*/ 6165 h 25316"/>
                <a:gd name="connsiteX5" fmla="*/ 0 w 64299"/>
                <a:gd name="connsiteY5" fmla="*/ 18933 h 25316"/>
                <a:gd name="connsiteX6" fmla="*/ 34506 w 64299"/>
                <a:gd name="connsiteY6" fmla="*/ 18933 h 25316"/>
                <a:gd name="connsiteX7" fmla="*/ 40896 w 64299"/>
                <a:gd name="connsiteY7" fmla="*/ 25317 h 25316"/>
                <a:gd name="connsiteX8" fmla="*/ 43451 w 64299"/>
                <a:gd name="connsiteY8" fmla="*/ 24679 h 25316"/>
                <a:gd name="connsiteX9" fmla="*/ 60066 w 64299"/>
                <a:gd name="connsiteY9" fmla="*/ 18295 h 25316"/>
                <a:gd name="connsiteX10" fmla="*/ 63899 w 64299"/>
                <a:gd name="connsiteY10" fmla="*/ 9995 h 25316"/>
                <a:gd name="connsiteX11" fmla="*/ 59426 w 64299"/>
                <a:gd name="connsiteY11" fmla="*/ 6803 h 25316"/>
                <a:gd name="connsiteX12" fmla="*/ 59426 w 64299"/>
                <a:gd name="connsiteY12" fmla="*/ 6803 h 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299" h="25316">
                  <a:moveTo>
                    <a:pt x="59426" y="6803"/>
                  </a:moveTo>
                  <a:lnTo>
                    <a:pt x="42812" y="420"/>
                  </a:lnTo>
                  <a:cubicBezTo>
                    <a:pt x="40896" y="-219"/>
                    <a:pt x="38340" y="-219"/>
                    <a:pt x="37061" y="1058"/>
                  </a:cubicBezTo>
                  <a:cubicBezTo>
                    <a:pt x="35145" y="2335"/>
                    <a:pt x="34506" y="4250"/>
                    <a:pt x="34506" y="6165"/>
                  </a:cubicBezTo>
                  <a:lnTo>
                    <a:pt x="0" y="6165"/>
                  </a:lnTo>
                  <a:lnTo>
                    <a:pt x="0" y="18933"/>
                  </a:lnTo>
                  <a:lnTo>
                    <a:pt x="34506" y="18933"/>
                  </a:lnTo>
                  <a:cubicBezTo>
                    <a:pt x="34506" y="22763"/>
                    <a:pt x="37061" y="25317"/>
                    <a:pt x="40896" y="25317"/>
                  </a:cubicBezTo>
                  <a:cubicBezTo>
                    <a:pt x="41535" y="25317"/>
                    <a:pt x="42812" y="25317"/>
                    <a:pt x="43451" y="24679"/>
                  </a:cubicBezTo>
                  <a:lnTo>
                    <a:pt x="60066" y="18295"/>
                  </a:lnTo>
                  <a:cubicBezTo>
                    <a:pt x="63261" y="17018"/>
                    <a:pt x="65177" y="13187"/>
                    <a:pt x="63899" y="9995"/>
                  </a:cubicBezTo>
                  <a:cubicBezTo>
                    <a:pt x="61982" y="8719"/>
                    <a:pt x="60704" y="7442"/>
                    <a:pt x="59426" y="6803"/>
                  </a:cubicBezTo>
                  <a:lnTo>
                    <a:pt x="59426" y="6803"/>
                  </a:lnTo>
                  <a:close/>
                </a:path>
              </a:pathLst>
            </a:custGeom>
            <a:solidFill>
              <a:srgbClr val="43B02A"/>
            </a:solidFill>
            <a:ln w="6390" cap="flat">
              <a:noFill/>
              <a:prstDash val="solid"/>
              <a:miter/>
            </a:ln>
          </p:spPr>
          <p:txBody>
            <a:bodyPr rtlCol="0" anchor="ctr"/>
            <a:lstStyle/>
            <a:p>
              <a:endParaRPr lang="en-US"/>
            </a:p>
          </p:txBody>
        </p:sp>
        <p:sp>
          <p:nvSpPr>
            <p:cNvPr id="690" name="Graphic 4">
              <a:extLst>
                <a:ext uri="{FF2B5EF4-FFF2-40B4-BE49-F238E27FC236}">
                  <a16:creationId xmlns:a16="http://schemas.microsoft.com/office/drawing/2014/main" id="{F9FDB0F8-9F61-CF43-8825-02810A21BB0C}"/>
                </a:ext>
              </a:extLst>
            </p:cNvPr>
            <p:cNvSpPr/>
            <p:nvPr/>
          </p:nvSpPr>
          <p:spPr>
            <a:xfrm>
              <a:off x="9955286" y="3528557"/>
              <a:ext cx="209826" cy="93015"/>
            </a:xfrm>
            <a:custGeom>
              <a:avLst/>
              <a:gdLst>
                <a:gd name="connsiteX0" fmla="*/ 189378 w 209826"/>
                <a:gd name="connsiteY0" fmla="*/ 28759 h 93015"/>
                <a:gd name="connsiteX1" fmla="*/ 154872 w 209826"/>
                <a:gd name="connsiteY1" fmla="*/ 20460 h 93015"/>
                <a:gd name="connsiteX2" fmla="*/ 124201 w 209826"/>
                <a:gd name="connsiteY2" fmla="*/ 3862 h 93015"/>
                <a:gd name="connsiteX3" fmla="*/ 122922 w 209826"/>
                <a:gd name="connsiteY3" fmla="*/ 3224 h 93015"/>
                <a:gd name="connsiteX4" fmla="*/ 54550 w 209826"/>
                <a:gd name="connsiteY4" fmla="*/ 670 h 93015"/>
                <a:gd name="connsiteX5" fmla="*/ 52633 w 209826"/>
                <a:gd name="connsiteY5" fmla="*/ 670 h 93015"/>
                <a:gd name="connsiteX6" fmla="*/ 34742 w 209826"/>
                <a:gd name="connsiteY6" fmla="*/ 6416 h 93015"/>
                <a:gd name="connsiteX7" fmla="*/ 2792 w 209826"/>
                <a:gd name="connsiteY7" fmla="*/ 31951 h 93015"/>
                <a:gd name="connsiteX8" fmla="*/ 6626 w 209826"/>
                <a:gd name="connsiteY8" fmla="*/ 77916 h 93015"/>
                <a:gd name="connsiteX9" fmla="*/ 16850 w 209826"/>
                <a:gd name="connsiteY9" fmla="*/ 83662 h 93015"/>
                <a:gd name="connsiteX10" fmla="*/ 27713 w 209826"/>
                <a:gd name="connsiteY10" fmla="*/ 84300 h 93015"/>
                <a:gd name="connsiteX11" fmla="*/ 46883 w 209826"/>
                <a:gd name="connsiteY11" fmla="*/ 92599 h 93015"/>
                <a:gd name="connsiteX12" fmla="*/ 46883 w 209826"/>
                <a:gd name="connsiteY12" fmla="*/ 92599 h 93015"/>
                <a:gd name="connsiteX13" fmla="*/ 65413 w 209826"/>
                <a:gd name="connsiteY13" fmla="*/ 84939 h 93015"/>
                <a:gd name="connsiteX14" fmla="*/ 147204 w 209826"/>
                <a:gd name="connsiteY14" fmla="*/ 84939 h 93015"/>
                <a:gd name="connsiteX15" fmla="*/ 183627 w 209826"/>
                <a:gd name="connsiteY15" fmla="*/ 86215 h 93015"/>
                <a:gd name="connsiteX16" fmla="*/ 185544 w 209826"/>
                <a:gd name="connsiteY16" fmla="*/ 84300 h 93015"/>
                <a:gd name="connsiteX17" fmla="*/ 197046 w 209826"/>
                <a:gd name="connsiteY17" fmla="*/ 83662 h 93015"/>
                <a:gd name="connsiteX18" fmla="*/ 197685 w 209826"/>
                <a:gd name="connsiteY18" fmla="*/ 83662 h 93015"/>
                <a:gd name="connsiteX19" fmla="*/ 209187 w 209826"/>
                <a:gd name="connsiteY19" fmla="*/ 68340 h 93015"/>
                <a:gd name="connsiteX20" fmla="*/ 209826 w 209826"/>
                <a:gd name="connsiteY20" fmla="*/ 51742 h 93015"/>
                <a:gd name="connsiteX21" fmla="*/ 189378 w 209826"/>
                <a:gd name="connsiteY21" fmla="*/ 28759 h 93015"/>
                <a:gd name="connsiteX22" fmla="*/ 196407 w 209826"/>
                <a:gd name="connsiteY22" fmla="*/ 50465 h 93015"/>
                <a:gd name="connsiteX23" fmla="*/ 195768 w 209826"/>
                <a:gd name="connsiteY23" fmla="*/ 67063 h 93015"/>
                <a:gd name="connsiteX24" fmla="*/ 193851 w 209826"/>
                <a:gd name="connsiteY24" fmla="*/ 70255 h 93015"/>
                <a:gd name="connsiteX25" fmla="*/ 181071 w 209826"/>
                <a:gd name="connsiteY25" fmla="*/ 70894 h 93015"/>
                <a:gd name="connsiteX26" fmla="*/ 175959 w 209826"/>
                <a:gd name="connsiteY26" fmla="*/ 73447 h 93015"/>
                <a:gd name="connsiteX27" fmla="*/ 165097 w 209826"/>
                <a:gd name="connsiteY27" fmla="*/ 79193 h 93015"/>
                <a:gd name="connsiteX28" fmla="*/ 154233 w 209826"/>
                <a:gd name="connsiteY28" fmla="*/ 74086 h 93015"/>
                <a:gd name="connsiteX29" fmla="*/ 149122 w 209826"/>
                <a:gd name="connsiteY29" fmla="*/ 71532 h 93015"/>
                <a:gd name="connsiteX30" fmla="*/ 61579 w 209826"/>
                <a:gd name="connsiteY30" fmla="*/ 71532 h 93015"/>
                <a:gd name="connsiteX31" fmla="*/ 56468 w 209826"/>
                <a:gd name="connsiteY31" fmla="*/ 74086 h 93015"/>
                <a:gd name="connsiteX32" fmla="*/ 45604 w 209826"/>
                <a:gd name="connsiteY32" fmla="*/ 79193 h 93015"/>
                <a:gd name="connsiteX33" fmla="*/ 45604 w 209826"/>
                <a:gd name="connsiteY33" fmla="*/ 79193 h 93015"/>
                <a:gd name="connsiteX34" fmla="*/ 34742 w 209826"/>
                <a:gd name="connsiteY34" fmla="*/ 73447 h 93015"/>
                <a:gd name="connsiteX35" fmla="*/ 29629 w 209826"/>
                <a:gd name="connsiteY35" fmla="*/ 70894 h 93015"/>
                <a:gd name="connsiteX36" fmla="*/ 15572 w 209826"/>
                <a:gd name="connsiteY36" fmla="*/ 70255 h 93015"/>
                <a:gd name="connsiteX37" fmla="*/ 14293 w 209826"/>
                <a:gd name="connsiteY37" fmla="*/ 35143 h 93015"/>
                <a:gd name="connsiteX38" fmla="*/ 40493 w 209826"/>
                <a:gd name="connsiteY38" fmla="*/ 17268 h 93015"/>
                <a:gd name="connsiteX39" fmla="*/ 52633 w 209826"/>
                <a:gd name="connsiteY39" fmla="*/ 13438 h 93015"/>
                <a:gd name="connsiteX40" fmla="*/ 53912 w 209826"/>
                <a:gd name="connsiteY40" fmla="*/ 13438 h 93015"/>
                <a:gd name="connsiteX41" fmla="*/ 117172 w 209826"/>
                <a:gd name="connsiteY41" fmla="*/ 15353 h 93015"/>
                <a:gd name="connsiteX42" fmla="*/ 148482 w 209826"/>
                <a:gd name="connsiteY42" fmla="*/ 32590 h 93015"/>
                <a:gd name="connsiteX43" fmla="*/ 150399 w 209826"/>
                <a:gd name="connsiteY43" fmla="*/ 33228 h 93015"/>
                <a:gd name="connsiteX44" fmla="*/ 184266 w 209826"/>
                <a:gd name="connsiteY44" fmla="*/ 41527 h 93015"/>
                <a:gd name="connsiteX45" fmla="*/ 196407 w 209826"/>
                <a:gd name="connsiteY45" fmla="*/ 50465 h 93015"/>
                <a:gd name="connsiteX46" fmla="*/ 196407 w 209826"/>
                <a:gd name="connsiteY46" fmla="*/ 50465 h 93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09826" h="93015">
                  <a:moveTo>
                    <a:pt x="189378" y="28759"/>
                  </a:moveTo>
                  <a:cubicBezTo>
                    <a:pt x="179154" y="25567"/>
                    <a:pt x="163818" y="22375"/>
                    <a:pt x="154872" y="20460"/>
                  </a:cubicBezTo>
                  <a:lnTo>
                    <a:pt x="124201" y="3862"/>
                  </a:lnTo>
                  <a:lnTo>
                    <a:pt x="122922" y="3224"/>
                  </a:lnTo>
                  <a:cubicBezTo>
                    <a:pt x="110782" y="-1245"/>
                    <a:pt x="81388" y="32"/>
                    <a:pt x="54550" y="670"/>
                  </a:cubicBezTo>
                  <a:lnTo>
                    <a:pt x="52633" y="670"/>
                  </a:lnTo>
                  <a:cubicBezTo>
                    <a:pt x="46243" y="670"/>
                    <a:pt x="39853" y="2585"/>
                    <a:pt x="34742" y="6416"/>
                  </a:cubicBezTo>
                  <a:cubicBezTo>
                    <a:pt x="29629" y="8969"/>
                    <a:pt x="4709" y="23652"/>
                    <a:pt x="2792" y="31951"/>
                  </a:cubicBezTo>
                  <a:cubicBezTo>
                    <a:pt x="-1681" y="52380"/>
                    <a:pt x="-1042" y="68340"/>
                    <a:pt x="6626" y="77916"/>
                  </a:cubicBezTo>
                  <a:cubicBezTo>
                    <a:pt x="9182" y="81108"/>
                    <a:pt x="13016" y="83023"/>
                    <a:pt x="16850" y="83662"/>
                  </a:cubicBezTo>
                  <a:lnTo>
                    <a:pt x="27713" y="84300"/>
                  </a:lnTo>
                  <a:cubicBezTo>
                    <a:pt x="32824" y="90046"/>
                    <a:pt x="39853" y="93238"/>
                    <a:pt x="46883" y="92599"/>
                  </a:cubicBezTo>
                  <a:lnTo>
                    <a:pt x="46883" y="92599"/>
                  </a:lnTo>
                  <a:cubicBezTo>
                    <a:pt x="53912" y="92599"/>
                    <a:pt x="60301" y="90046"/>
                    <a:pt x="65413" y="84939"/>
                  </a:cubicBezTo>
                  <a:lnTo>
                    <a:pt x="147204" y="84939"/>
                  </a:lnTo>
                  <a:cubicBezTo>
                    <a:pt x="156789" y="95153"/>
                    <a:pt x="172764" y="95791"/>
                    <a:pt x="183627" y="86215"/>
                  </a:cubicBezTo>
                  <a:cubicBezTo>
                    <a:pt x="184266" y="85577"/>
                    <a:pt x="184905" y="84939"/>
                    <a:pt x="185544" y="84300"/>
                  </a:cubicBezTo>
                  <a:lnTo>
                    <a:pt x="197046" y="83662"/>
                  </a:lnTo>
                  <a:lnTo>
                    <a:pt x="197685" y="83662"/>
                  </a:lnTo>
                  <a:cubicBezTo>
                    <a:pt x="204714" y="82385"/>
                    <a:pt x="209187" y="72809"/>
                    <a:pt x="209187" y="68340"/>
                  </a:cubicBezTo>
                  <a:lnTo>
                    <a:pt x="209826" y="51742"/>
                  </a:lnTo>
                  <a:cubicBezTo>
                    <a:pt x="209826" y="40251"/>
                    <a:pt x="203436" y="32590"/>
                    <a:pt x="189378" y="28759"/>
                  </a:cubicBezTo>
                  <a:close/>
                  <a:moveTo>
                    <a:pt x="196407" y="50465"/>
                  </a:moveTo>
                  <a:lnTo>
                    <a:pt x="195768" y="67063"/>
                  </a:lnTo>
                  <a:cubicBezTo>
                    <a:pt x="195129" y="68340"/>
                    <a:pt x="195129" y="69617"/>
                    <a:pt x="193851" y="70255"/>
                  </a:cubicBezTo>
                  <a:lnTo>
                    <a:pt x="181071" y="70894"/>
                  </a:lnTo>
                  <a:cubicBezTo>
                    <a:pt x="179154" y="70894"/>
                    <a:pt x="177237" y="72171"/>
                    <a:pt x="175959" y="73447"/>
                  </a:cubicBezTo>
                  <a:cubicBezTo>
                    <a:pt x="173403" y="77278"/>
                    <a:pt x="169569" y="79193"/>
                    <a:pt x="165097" y="79193"/>
                  </a:cubicBezTo>
                  <a:cubicBezTo>
                    <a:pt x="160623" y="79193"/>
                    <a:pt x="156789" y="77278"/>
                    <a:pt x="154233" y="74086"/>
                  </a:cubicBezTo>
                  <a:cubicBezTo>
                    <a:pt x="152956" y="72171"/>
                    <a:pt x="151038" y="71532"/>
                    <a:pt x="149122" y="71532"/>
                  </a:cubicBezTo>
                  <a:lnTo>
                    <a:pt x="61579" y="71532"/>
                  </a:lnTo>
                  <a:cubicBezTo>
                    <a:pt x="59663" y="71532"/>
                    <a:pt x="57745" y="72809"/>
                    <a:pt x="56468" y="74086"/>
                  </a:cubicBezTo>
                  <a:cubicBezTo>
                    <a:pt x="53912" y="77278"/>
                    <a:pt x="50078" y="79193"/>
                    <a:pt x="45604" y="79193"/>
                  </a:cubicBezTo>
                  <a:lnTo>
                    <a:pt x="45604" y="79193"/>
                  </a:lnTo>
                  <a:cubicBezTo>
                    <a:pt x="41132" y="79193"/>
                    <a:pt x="37298" y="77278"/>
                    <a:pt x="34742" y="73447"/>
                  </a:cubicBezTo>
                  <a:cubicBezTo>
                    <a:pt x="33463" y="71532"/>
                    <a:pt x="31547" y="70894"/>
                    <a:pt x="29629" y="70894"/>
                  </a:cubicBezTo>
                  <a:lnTo>
                    <a:pt x="15572" y="70255"/>
                  </a:lnTo>
                  <a:cubicBezTo>
                    <a:pt x="11098" y="63871"/>
                    <a:pt x="10460" y="51742"/>
                    <a:pt x="14293" y="35143"/>
                  </a:cubicBezTo>
                  <a:cubicBezTo>
                    <a:pt x="22601" y="28121"/>
                    <a:pt x="30908" y="22375"/>
                    <a:pt x="40493" y="17268"/>
                  </a:cubicBezTo>
                  <a:cubicBezTo>
                    <a:pt x="44327" y="14715"/>
                    <a:pt x="48160" y="13438"/>
                    <a:pt x="52633" y="13438"/>
                  </a:cubicBezTo>
                  <a:lnTo>
                    <a:pt x="53912" y="13438"/>
                  </a:lnTo>
                  <a:cubicBezTo>
                    <a:pt x="70525" y="12800"/>
                    <a:pt x="105670" y="11523"/>
                    <a:pt x="117172" y="15353"/>
                  </a:cubicBezTo>
                  <a:lnTo>
                    <a:pt x="148482" y="32590"/>
                  </a:lnTo>
                  <a:cubicBezTo>
                    <a:pt x="149122" y="32590"/>
                    <a:pt x="149761" y="33228"/>
                    <a:pt x="150399" y="33228"/>
                  </a:cubicBezTo>
                  <a:cubicBezTo>
                    <a:pt x="158067" y="34505"/>
                    <a:pt x="174682" y="38335"/>
                    <a:pt x="184266" y="41527"/>
                  </a:cubicBezTo>
                  <a:cubicBezTo>
                    <a:pt x="197046" y="44081"/>
                    <a:pt x="197046" y="48550"/>
                    <a:pt x="196407" y="50465"/>
                  </a:cubicBezTo>
                  <a:lnTo>
                    <a:pt x="196407" y="50465"/>
                  </a:lnTo>
                  <a:close/>
                </a:path>
              </a:pathLst>
            </a:custGeom>
            <a:solidFill>
              <a:srgbClr val="43B02A"/>
            </a:solidFill>
            <a:ln w="6390" cap="flat">
              <a:noFill/>
              <a:prstDash val="solid"/>
              <a:miter/>
            </a:ln>
          </p:spPr>
          <p:txBody>
            <a:bodyPr rtlCol="0" anchor="ctr"/>
            <a:lstStyle/>
            <a:p>
              <a:endParaRPr lang="en-US"/>
            </a:p>
          </p:txBody>
        </p:sp>
        <p:sp>
          <p:nvSpPr>
            <p:cNvPr id="691" name="Graphic 4">
              <a:extLst>
                <a:ext uri="{FF2B5EF4-FFF2-40B4-BE49-F238E27FC236}">
                  <a16:creationId xmlns:a16="http://schemas.microsoft.com/office/drawing/2014/main" id="{43977E67-4832-1040-8D85-8EB247F40F76}"/>
                </a:ext>
              </a:extLst>
            </p:cNvPr>
            <p:cNvSpPr/>
            <p:nvPr/>
          </p:nvSpPr>
          <p:spPr>
            <a:xfrm>
              <a:off x="10087154" y="3441767"/>
              <a:ext cx="103517" cy="104058"/>
            </a:xfrm>
            <a:custGeom>
              <a:avLst/>
              <a:gdLst>
                <a:gd name="connsiteX0" fmla="*/ 103517 w 103517"/>
                <a:gd name="connsiteY0" fmla="*/ 52349 h 104058"/>
                <a:gd name="connsiteX1" fmla="*/ 103517 w 103517"/>
                <a:gd name="connsiteY1" fmla="*/ 52349 h 104058"/>
                <a:gd name="connsiteX2" fmla="*/ 51758 w 103517"/>
                <a:gd name="connsiteY2" fmla="*/ 0 h 104058"/>
                <a:gd name="connsiteX3" fmla="*/ 0 w 103517"/>
                <a:gd name="connsiteY3" fmla="*/ 51710 h 104058"/>
                <a:gd name="connsiteX4" fmla="*/ 0 w 103517"/>
                <a:gd name="connsiteY4" fmla="*/ 51710 h 104058"/>
                <a:gd name="connsiteX5" fmla="*/ 0 w 103517"/>
                <a:gd name="connsiteY5" fmla="*/ 52349 h 104058"/>
                <a:gd name="connsiteX6" fmla="*/ 0 w 103517"/>
                <a:gd name="connsiteY6" fmla="*/ 52987 h 104058"/>
                <a:gd name="connsiteX7" fmla="*/ 51119 w 103517"/>
                <a:gd name="connsiteY7" fmla="*/ 104059 h 104058"/>
                <a:gd name="connsiteX8" fmla="*/ 52398 w 103517"/>
                <a:gd name="connsiteY8" fmla="*/ 104059 h 104058"/>
                <a:gd name="connsiteX9" fmla="*/ 103517 w 103517"/>
                <a:gd name="connsiteY9" fmla="*/ 52349 h 104058"/>
                <a:gd name="connsiteX10" fmla="*/ 103517 w 103517"/>
                <a:gd name="connsiteY10" fmla="*/ 52349 h 104058"/>
                <a:gd name="connsiteX11" fmla="*/ 51758 w 103517"/>
                <a:gd name="connsiteY11" fmla="*/ 13406 h 104058"/>
                <a:gd name="connsiteX12" fmla="*/ 90098 w 103517"/>
                <a:gd name="connsiteY12" fmla="*/ 45965 h 104058"/>
                <a:gd name="connsiteX13" fmla="*/ 71568 w 103517"/>
                <a:gd name="connsiteY13" fmla="*/ 45965 h 104058"/>
                <a:gd name="connsiteX14" fmla="*/ 45368 w 103517"/>
                <a:gd name="connsiteY14" fmla="*/ 32558 h 104058"/>
                <a:gd name="connsiteX15" fmla="*/ 31950 w 103517"/>
                <a:gd name="connsiteY15" fmla="*/ 45965 h 104058"/>
                <a:gd name="connsiteX16" fmla="*/ 13419 w 103517"/>
                <a:gd name="connsiteY16" fmla="*/ 45965 h 104058"/>
                <a:gd name="connsiteX17" fmla="*/ 51758 w 103517"/>
                <a:gd name="connsiteY17" fmla="*/ 13406 h 104058"/>
                <a:gd name="connsiteX18" fmla="*/ 51758 w 103517"/>
                <a:gd name="connsiteY18" fmla="*/ 13406 h 104058"/>
                <a:gd name="connsiteX19" fmla="*/ 51758 w 103517"/>
                <a:gd name="connsiteY19" fmla="*/ 60648 h 104058"/>
                <a:gd name="connsiteX20" fmla="*/ 44091 w 103517"/>
                <a:gd name="connsiteY20" fmla="*/ 52987 h 104058"/>
                <a:gd name="connsiteX21" fmla="*/ 51758 w 103517"/>
                <a:gd name="connsiteY21" fmla="*/ 45326 h 104058"/>
                <a:gd name="connsiteX22" fmla="*/ 59427 w 103517"/>
                <a:gd name="connsiteY22" fmla="*/ 52987 h 104058"/>
                <a:gd name="connsiteX23" fmla="*/ 51758 w 103517"/>
                <a:gd name="connsiteY23" fmla="*/ 60648 h 104058"/>
                <a:gd name="connsiteX24" fmla="*/ 51758 w 103517"/>
                <a:gd name="connsiteY24" fmla="*/ 60648 h 104058"/>
                <a:gd name="connsiteX25" fmla="*/ 51758 w 103517"/>
                <a:gd name="connsiteY25" fmla="*/ 60648 h 104058"/>
                <a:gd name="connsiteX26" fmla="*/ 13419 w 103517"/>
                <a:gd name="connsiteY26" fmla="*/ 58733 h 104058"/>
                <a:gd name="connsiteX27" fmla="*/ 31950 w 103517"/>
                <a:gd name="connsiteY27" fmla="*/ 58733 h 104058"/>
                <a:gd name="connsiteX28" fmla="*/ 45368 w 103517"/>
                <a:gd name="connsiteY28" fmla="*/ 72139 h 104058"/>
                <a:gd name="connsiteX29" fmla="*/ 45368 w 103517"/>
                <a:gd name="connsiteY29" fmla="*/ 90653 h 104058"/>
                <a:gd name="connsiteX30" fmla="*/ 13419 w 103517"/>
                <a:gd name="connsiteY30" fmla="*/ 58733 h 104058"/>
                <a:gd name="connsiteX31" fmla="*/ 58148 w 103517"/>
                <a:gd name="connsiteY31" fmla="*/ 90653 h 104058"/>
                <a:gd name="connsiteX32" fmla="*/ 58148 w 103517"/>
                <a:gd name="connsiteY32" fmla="*/ 72139 h 104058"/>
                <a:gd name="connsiteX33" fmla="*/ 71568 w 103517"/>
                <a:gd name="connsiteY33" fmla="*/ 58733 h 104058"/>
                <a:gd name="connsiteX34" fmla="*/ 90098 w 103517"/>
                <a:gd name="connsiteY34" fmla="*/ 58733 h 104058"/>
                <a:gd name="connsiteX35" fmla="*/ 58148 w 103517"/>
                <a:gd name="connsiteY35" fmla="*/ 90653 h 104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03517" h="104058">
                  <a:moveTo>
                    <a:pt x="103517" y="52349"/>
                  </a:moveTo>
                  <a:cubicBezTo>
                    <a:pt x="103517" y="52349"/>
                    <a:pt x="103517" y="52349"/>
                    <a:pt x="103517" y="52349"/>
                  </a:cubicBezTo>
                  <a:cubicBezTo>
                    <a:pt x="103517" y="22982"/>
                    <a:pt x="80513" y="0"/>
                    <a:pt x="51758" y="0"/>
                  </a:cubicBezTo>
                  <a:cubicBezTo>
                    <a:pt x="23004" y="0"/>
                    <a:pt x="0" y="22982"/>
                    <a:pt x="0" y="51710"/>
                  </a:cubicBezTo>
                  <a:lnTo>
                    <a:pt x="0" y="51710"/>
                  </a:lnTo>
                  <a:cubicBezTo>
                    <a:pt x="0" y="51710"/>
                    <a:pt x="0" y="52349"/>
                    <a:pt x="0" y="52349"/>
                  </a:cubicBezTo>
                  <a:cubicBezTo>
                    <a:pt x="0" y="52349"/>
                    <a:pt x="0" y="52987"/>
                    <a:pt x="0" y="52987"/>
                  </a:cubicBezTo>
                  <a:cubicBezTo>
                    <a:pt x="639" y="81077"/>
                    <a:pt x="23004" y="103421"/>
                    <a:pt x="51119" y="104059"/>
                  </a:cubicBezTo>
                  <a:lnTo>
                    <a:pt x="52398" y="104059"/>
                  </a:lnTo>
                  <a:cubicBezTo>
                    <a:pt x="80513" y="104059"/>
                    <a:pt x="103517" y="81077"/>
                    <a:pt x="103517" y="52349"/>
                  </a:cubicBezTo>
                  <a:cubicBezTo>
                    <a:pt x="103517" y="52987"/>
                    <a:pt x="103517" y="52987"/>
                    <a:pt x="103517" y="52349"/>
                  </a:cubicBezTo>
                  <a:close/>
                  <a:moveTo>
                    <a:pt x="51758" y="13406"/>
                  </a:moveTo>
                  <a:cubicBezTo>
                    <a:pt x="70928" y="13406"/>
                    <a:pt x="86903" y="27451"/>
                    <a:pt x="90098" y="45965"/>
                  </a:cubicBezTo>
                  <a:lnTo>
                    <a:pt x="71568" y="45965"/>
                  </a:lnTo>
                  <a:cubicBezTo>
                    <a:pt x="68373" y="35112"/>
                    <a:pt x="56232" y="29366"/>
                    <a:pt x="45368" y="32558"/>
                  </a:cubicBezTo>
                  <a:cubicBezTo>
                    <a:pt x="38978" y="34474"/>
                    <a:pt x="33867" y="39581"/>
                    <a:pt x="31950" y="45965"/>
                  </a:cubicBezTo>
                  <a:lnTo>
                    <a:pt x="13419" y="45965"/>
                  </a:lnTo>
                  <a:cubicBezTo>
                    <a:pt x="16614" y="27451"/>
                    <a:pt x="33228" y="14045"/>
                    <a:pt x="51758" y="13406"/>
                  </a:cubicBezTo>
                  <a:lnTo>
                    <a:pt x="51758" y="13406"/>
                  </a:lnTo>
                  <a:close/>
                  <a:moveTo>
                    <a:pt x="51758" y="60648"/>
                  </a:moveTo>
                  <a:cubicBezTo>
                    <a:pt x="47286" y="60648"/>
                    <a:pt x="44091" y="56818"/>
                    <a:pt x="44091" y="52987"/>
                  </a:cubicBezTo>
                  <a:cubicBezTo>
                    <a:pt x="44091" y="49157"/>
                    <a:pt x="47925" y="45326"/>
                    <a:pt x="51758" y="45326"/>
                  </a:cubicBezTo>
                  <a:cubicBezTo>
                    <a:pt x="55593" y="45326"/>
                    <a:pt x="59427" y="49157"/>
                    <a:pt x="59427" y="52987"/>
                  </a:cubicBezTo>
                  <a:cubicBezTo>
                    <a:pt x="60066" y="56818"/>
                    <a:pt x="56232" y="60648"/>
                    <a:pt x="51758" y="60648"/>
                  </a:cubicBezTo>
                  <a:cubicBezTo>
                    <a:pt x="51758" y="60648"/>
                    <a:pt x="51758" y="60648"/>
                    <a:pt x="51758" y="60648"/>
                  </a:cubicBezTo>
                  <a:lnTo>
                    <a:pt x="51758" y="60648"/>
                  </a:lnTo>
                  <a:close/>
                  <a:moveTo>
                    <a:pt x="13419" y="58733"/>
                  </a:moveTo>
                  <a:lnTo>
                    <a:pt x="31950" y="58733"/>
                  </a:lnTo>
                  <a:cubicBezTo>
                    <a:pt x="33867" y="65117"/>
                    <a:pt x="38978" y="70224"/>
                    <a:pt x="45368" y="72139"/>
                  </a:cubicBezTo>
                  <a:lnTo>
                    <a:pt x="45368" y="90653"/>
                  </a:lnTo>
                  <a:cubicBezTo>
                    <a:pt x="29394" y="88099"/>
                    <a:pt x="16614" y="75331"/>
                    <a:pt x="13419" y="58733"/>
                  </a:cubicBezTo>
                  <a:close/>
                  <a:moveTo>
                    <a:pt x="58148" y="90653"/>
                  </a:moveTo>
                  <a:lnTo>
                    <a:pt x="58148" y="72139"/>
                  </a:lnTo>
                  <a:cubicBezTo>
                    <a:pt x="64538" y="70224"/>
                    <a:pt x="69650" y="65117"/>
                    <a:pt x="71568" y="58733"/>
                  </a:cubicBezTo>
                  <a:lnTo>
                    <a:pt x="90098" y="58733"/>
                  </a:lnTo>
                  <a:cubicBezTo>
                    <a:pt x="87543" y="75331"/>
                    <a:pt x="74763" y="88099"/>
                    <a:pt x="58148" y="90653"/>
                  </a:cubicBezTo>
                  <a:close/>
                </a:path>
              </a:pathLst>
            </a:custGeom>
            <a:solidFill>
              <a:srgbClr val="43B02A"/>
            </a:solidFill>
            <a:ln w="6390" cap="flat">
              <a:noFill/>
              <a:prstDash val="solid"/>
              <a:miter/>
            </a:ln>
          </p:spPr>
          <p:txBody>
            <a:bodyPr rtlCol="0" anchor="ctr"/>
            <a:lstStyle/>
            <a:p>
              <a:endParaRPr lang="en-US"/>
            </a:p>
          </p:txBody>
        </p:sp>
        <p:sp>
          <p:nvSpPr>
            <p:cNvPr id="692" name="Graphic 4">
              <a:extLst>
                <a:ext uri="{FF2B5EF4-FFF2-40B4-BE49-F238E27FC236}">
                  <a16:creationId xmlns:a16="http://schemas.microsoft.com/office/drawing/2014/main" id="{3F4EA34E-78C6-AA43-8D60-5D462F03FB64}"/>
                </a:ext>
              </a:extLst>
            </p:cNvPr>
            <p:cNvSpPr/>
            <p:nvPr/>
          </p:nvSpPr>
          <p:spPr>
            <a:xfrm>
              <a:off x="10037215" y="3410649"/>
              <a:ext cx="51053" cy="78998"/>
            </a:xfrm>
            <a:custGeom>
              <a:avLst/>
              <a:gdLst>
                <a:gd name="connsiteX0" fmla="*/ 5848 w 51053"/>
                <a:gd name="connsiteY0" fmla="*/ 78998 h 78998"/>
                <a:gd name="connsiteX1" fmla="*/ 6488 w 51053"/>
                <a:gd name="connsiteY1" fmla="*/ 78998 h 78998"/>
                <a:gd name="connsiteX2" fmla="*/ 12878 w 51053"/>
                <a:gd name="connsiteY2" fmla="*/ 73252 h 78998"/>
                <a:gd name="connsiteX3" fmla="*/ 48661 w 51053"/>
                <a:gd name="connsiteY3" fmla="*/ 11328 h 78998"/>
                <a:gd name="connsiteX4" fmla="*/ 49939 w 51053"/>
                <a:gd name="connsiteY4" fmla="*/ 2390 h 78998"/>
                <a:gd name="connsiteX5" fmla="*/ 40993 w 51053"/>
                <a:gd name="connsiteY5" fmla="*/ 1114 h 78998"/>
                <a:gd name="connsiteX6" fmla="*/ 40993 w 51053"/>
                <a:gd name="connsiteY6" fmla="*/ 1114 h 78998"/>
                <a:gd name="connsiteX7" fmla="*/ 98 w 51053"/>
                <a:gd name="connsiteY7" fmla="*/ 71976 h 78998"/>
                <a:gd name="connsiteX8" fmla="*/ 5848 w 51053"/>
                <a:gd name="connsiteY8" fmla="*/ 78998 h 78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053" h="78998">
                  <a:moveTo>
                    <a:pt x="5848" y="78998"/>
                  </a:moveTo>
                  <a:lnTo>
                    <a:pt x="6488" y="78998"/>
                  </a:lnTo>
                  <a:cubicBezTo>
                    <a:pt x="9683" y="78998"/>
                    <a:pt x="12238" y="76444"/>
                    <a:pt x="12878" y="73252"/>
                  </a:cubicBezTo>
                  <a:cubicBezTo>
                    <a:pt x="15433" y="48355"/>
                    <a:pt x="28853" y="26011"/>
                    <a:pt x="48661" y="11328"/>
                  </a:cubicBezTo>
                  <a:cubicBezTo>
                    <a:pt x="51218" y="9413"/>
                    <a:pt x="51856" y="4944"/>
                    <a:pt x="49939" y="2390"/>
                  </a:cubicBezTo>
                  <a:cubicBezTo>
                    <a:pt x="48023" y="-163"/>
                    <a:pt x="43549" y="-802"/>
                    <a:pt x="40993" y="1114"/>
                  </a:cubicBezTo>
                  <a:lnTo>
                    <a:pt x="40993" y="1114"/>
                  </a:lnTo>
                  <a:cubicBezTo>
                    <a:pt x="17989" y="17712"/>
                    <a:pt x="3293" y="43886"/>
                    <a:pt x="98" y="71976"/>
                  </a:cubicBezTo>
                  <a:cubicBezTo>
                    <a:pt x="-542" y="75168"/>
                    <a:pt x="2015" y="78360"/>
                    <a:pt x="5848" y="78998"/>
                  </a:cubicBezTo>
                  <a:close/>
                </a:path>
              </a:pathLst>
            </a:custGeom>
            <a:solidFill>
              <a:srgbClr val="43B02A"/>
            </a:solidFill>
            <a:ln w="6390" cap="flat">
              <a:noFill/>
              <a:prstDash val="solid"/>
              <a:miter/>
            </a:ln>
          </p:spPr>
          <p:txBody>
            <a:bodyPr rtlCol="0" anchor="ctr"/>
            <a:lstStyle/>
            <a:p>
              <a:endParaRPr lang="en-US"/>
            </a:p>
          </p:txBody>
        </p:sp>
        <p:sp>
          <p:nvSpPr>
            <p:cNvPr id="693" name="Graphic 4">
              <a:extLst>
                <a:ext uri="{FF2B5EF4-FFF2-40B4-BE49-F238E27FC236}">
                  <a16:creationId xmlns:a16="http://schemas.microsoft.com/office/drawing/2014/main" id="{EA976ED5-1237-F344-A721-163F92CD8182}"/>
                </a:ext>
              </a:extLst>
            </p:cNvPr>
            <p:cNvSpPr/>
            <p:nvPr/>
          </p:nvSpPr>
          <p:spPr>
            <a:xfrm>
              <a:off x="10053828" y="3425970"/>
              <a:ext cx="42108" cy="62399"/>
            </a:xfrm>
            <a:custGeom>
              <a:avLst/>
              <a:gdLst>
                <a:gd name="connsiteX0" fmla="*/ 99 w 42108"/>
                <a:gd name="connsiteY0" fmla="*/ 55377 h 62399"/>
                <a:gd name="connsiteX1" fmla="*/ 5210 w 42108"/>
                <a:gd name="connsiteY1" fmla="*/ 62400 h 62399"/>
                <a:gd name="connsiteX2" fmla="*/ 5210 w 42108"/>
                <a:gd name="connsiteY2" fmla="*/ 62400 h 62399"/>
                <a:gd name="connsiteX3" fmla="*/ 6488 w 42108"/>
                <a:gd name="connsiteY3" fmla="*/ 62400 h 62399"/>
                <a:gd name="connsiteX4" fmla="*/ 12878 w 42108"/>
                <a:gd name="connsiteY4" fmla="*/ 57293 h 62399"/>
                <a:gd name="connsiteX5" fmla="*/ 39716 w 42108"/>
                <a:gd name="connsiteY5" fmla="*/ 11328 h 62399"/>
                <a:gd name="connsiteX6" fmla="*/ 40994 w 42108"/>
                <a:gd name="connsiteY6" fmla="*/ 2390 h 62399"/>
                <a:gd name="connsiteX7" fmla="*/ 32048 w 42108"/>
                <a:gd name="connsiteY7" fmla="*/ 1114 h 62399"/>
                <a:gd name="connsiteX8" fmla="*/ 99 w 42108"/>
                <a:gd name="connsiteY8" fmla="*/ 55377 h 6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108" h="62399">
                  <a:moveTo>
                    <a:pt x="99" y="55377"/>
                  </a:moveTo>
                  <a:cubicBezTo>
                    <a:pt x="-540" y="58569"/>
                    <a:pt x="2015" y="62400"/>
                    <a:pt x="5210" y="62400"/>
                  </a:cubicBezTo>
                  <a:cubicBezTo>
                    <a:pt x="5210" y="62400"/>
                    <a:pt x="5210" y="62400"/>
                    <a:pt x="5210" y="62400"/>
                  </a:cubicBezTo>
                  <a:lnTo>
                    <a:pt x="6488" y="62400"/>
                  </a:lnTo>
                  <a:cubicBezTo>
                    <a:pt x="9683" y="62400"/>
                    <a:pt x="12240" y="59846"/>
                    <a:pt x="12878" y="57293"/>
                  </a:cubicBezTo>
                  <a:cubicBezTo>
                    <a:pt x="15435" y="39417"/>
                    <a:pt x="25019" y="22819"/>
                    <a:pt x="39716" y="11328"/>
                  </a:cubicBezTo>
                  <a:cubicBezTo>
                    <a:pt x="42272" y="9413"/>
                    <a:pt x="42911" y="4944"/>
                    <a:pt x="40994" y="2390"/>
                  </a:cubicBezTo>
                  <a:cubicBezTo>
                    <a:pt x="39077" y="-163"/>
                    <a:pt x="34604" y="-802"/>
                    <a:pt x="32048" y="1114"/>
                  </a:cubicBezTo>
                  <a:cubicBezTo>
                    <a:pt x="14795" y="14520"/>
                    <a:pt x="3932" y="34310"/>
                    <a:pt x="99" y="55377"/>
                  </a:cubicBezTo>
                  <a:close/>
                </a:path>
              </a:pathLst>
            </a:custGeom>
            <a:solidFill>
              <a:srgbClr val="43B02A"/>
            </a:solidFill>
            <a:ln w="6390" cap="flat">
              <a:noFill/>
              <a:prstDash val="solid"/>
              <a:miter/>
            </a:ln>
          </p:spPr>
          <p:txBody>
            <a:bodyPr rtlCol="0" anchor="ctr"/>
            <a:lstStyle/>
            <a:p>
              <a:endParaRPr lang="en-US"/>
            </a:p>
          </p:txBody>
        </p:sp>
        <p:sp>
          <p:nvSpPr>
            <p:cNvPr id="694" name="Graphic 4">
              <a:extLst>
                <a:ext uri="{FF2B5EF4-FFF2-40B4-BE49-F238E27FC236}">
                  <a16:creationId xmlns:a16="http://schemas.microsoft.com/office/drawing/2014/main" id="{93FB2417-C3CF-3A4E-926A-240C48138987}"/>
                </a:ext>
              </a:extLst>
            </p:cNvPr>
            <p:cNvSpPr/>
            <p:nvPr/>
          </p:nvSpPr>
          <p:spPr>
            <a:xfrm>
              <a:off x="10071697" y="3441679"/>
              <a:ext cx="31520" cy="44776"/>
            </a:xfrm>
            <a:custGeom>
              <a:avLst/>
              <a:gdLst>
                <a:gd name="connsiteX0" fmla="*/ 121 w 31520"/>
                <a:gd name="connsiteY0" fmla="*/ 37115 h 44776"/>
                <a:gd name="connsiteX1" fmla="*/ 5233 w 31520"/>
                <a:gd name="connsiteY1" fmla="*/ 44776 h 44776"/>
                <a:gd name="connsiteX2" fmla="*/ 5233 w 31520"/>
                <a:gd name="connsiteY2" fmla="*/ 44776 h 44776"/>
                <a:gd name="connsiteX3" fmla="*/ 6511 w 31520"/>
                <a:gd name="connsiteY3" fmla="*/ 44776 h 44776"/>
                <a:gd name="connsiteX4" fmla="*/ 12901 w 31520"/>
                <a:gd name="connsiteY4" fmla="*/ 39669 h 44776"/>
                <a:gd name="connsiteX5" fmla="*/ 29515 w 31520"/>
                <a:gd name="connsiteY5" fmla="*/ 10941 h 44776"/>
                <a:gd name="connsiteX6" fmla="*/ 30154 w 31520"/>
                <a:gd name="connsiteY6" fmla="*/ 2003 h 44776"/>
                <a:gd name="connsiteX7" fmla="*/ 21208 w 31520"/>
                <a:gd name="connsiteY7" fmla="*/ 1365 h 44776"/>
                <a:gd name="connsiteX8" fmla="*/ 21208 w 31520"/>
                <a:gd name="connsiteY8" fmla="*/ 1365 h 44776"/>
                <a:gd name="connsiteX9" fmla="*/ 121 w 31520"/>
                <a:gd name="connsiteY9" fmla="*/ 37115 h 4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520" h="44776">
                  <a:moveTo>
                    <a:pt x="121" y="37115"/>
                  </a:moveTo>
                  <a:cubicBezTo>
                    <a:pt x="-518" y="40307"/>
                    <a:pt x="1399" y="44138"/>
                    <a:pt x="5233" y="44776"/>
                  </a:cubicBezTo>
                  <a:cubicBezTo>
                    <a:pt x="5233" y="44776"/>
                    <a:pt x="5233" y="44776"/>
                    <a:pt x="5233" y="44776"/>
                  </a:cubicBezTo>
                  <a:lnTo>
                    <a:pt x="6511" y="44776"/>
                  </a:lnTo>
                  <a:cubicBezTo>
                    <a:pt x="9706" y="44776"/>
                    <a:pt x="12262" y="42861"/>
                    <a:pt x="12901" y="39669"/>
                  </a:cubicBezTo>
                  <a:cubicBezTo>
                    <a:pt x="15457" y="28816"/>
                    <a:pt x="21208" y="18602"/>
                    <a:pt x="29515" y="10941"/>
                  </a:cubicBezTo>
                  <a:cubicBezTo>
                    <a:pt x="32071" y="8387"/>
                    <a:pt x="32071" y="4557"/>
                    <a:pt x="30154" y="2003"/>
                  </a:cubicBezTo>
                  <a:cubicBezTo>
                    <a:pt x="27598" y="-550"/>
                    <a:pt x="23764" y="-550"/>
                    <a:pt x="21208" y="1365"/>
                  </a:cubicBezTo>
                  <a:cubicBezTo>
                    <a:pt x="21208" y="1365"/>
                    <a:pt x="21208" y="1365"/>
                    <a:pt x="21208" y="1365"/>
                  </a:cubicBezTo>
                  <a:cubicBezTo>
                    <a:pt x="10346" y="11579"/>
                    <a:pt x="3316" y="23709"/>
                    <a:pt x="121" y="37115"/>
                  </a:cubicBezTo>
                  <a:close/>
                </a:path>
              </a:pathLst>
            </a:custGeom>
            <a:solidFill>
              <a:srgbClr val="43B02A"/>
            </a:solidFill>
            <a:ln w="6390" cap="flat">
              <a:noFill/>
              <a:prstDash val="solid"/>
              <a:miter/>
            </a:ln>
          </p:spPr>
          <p:txBody>
            <a:bodyPr rtlCol="0" anchor="ctr"/>
            <a:lstStyle/>
            <a:p>
              <a:endParaRPr lang="en-US"/>
            </a:p>
          </p:txBody>
        </p:sp>
      </p:grpSp>
      <p:grpSp>
        <p:nvGrpSpPr>
          <p:cNvPr id="695" name="Graphic 4">
            <a:extLst>
              <a:ext uri="{FF2B5EF4-FFF2-40B4-BE49-F238E27FC236}">
                <a16:creationId xmlns:a16="http://schemas.microsoft.com/office/drawing/2014/main" id="{41559012-D9B6-FC40-84B5-6C03F97BBF0D}"/>
              </a:ext>
            </a:extLst>
          </p:cNvPr>
          <p:cNvGrpSpPr/>
          <p:nvPr/>
        </p:nvGrpSpPr>
        <p:grpSpPr>
          <a:xfrm>
            <a:off x="10329595" y="4308712"/>
            <a:ext cx="362309" cy="361971"/>
            <a:chOff x="9278827" y="4308712"/>
            <a:chExt cx="362309" cy="361971"/>
          </a:xfrm>
          <a:solidFill>
            <a:srgbClr val="43B02A"/>
          </a:solidFill>
        </p:grpSpPr>
        <p:sp>
          <p:nvSpPr>
            <p:cNvPr id="696" name="Graphic 4">
              <a:extLst>
                <a:ext uri="{FF2B5EF4-FFF2-40B4-BE49-F238E27FC236}">
                  <a16:creationId xmlns:a16="http://schemas.microsoft.com/office/drawing/2014/main" id="{23C0D536-E5D7-294A-8144-A76A946A6A4D}"/>
                </a:ext>
              </a:extLst>
            </p:cNvPr>
            <p:cNvSpPr/>
            <p:nvPr/>
          </p:nvSpPr>
          <p:spPr>
            <a:xfrm>
              <a:off x="9395763" y="4478526"/>
              <a:ext cx="34505" cy="45326"/>
            </a:xfrm>
            <a:custGeom>
              <a:avLst/>
              <a:gdLst>
                <a:gd name="connsiteX0" fmla="*/ 17253 w 34505"/>
                <a:gd name="connsiteY0" fmla="*/ 18513 h 45326"/>
                <a:gd name="connsiteX1" fmla="*/ 15336 w 34505"/>
                <a:gd name="connsiteY1" fmla="*/ 12768 h 45326"/>
                <a:gd name="connsiteX2" fmla="*/ 17891 w 34505"/>
                <a:gd name="connsiteY2" fmla="*/ 0 h 45326"/>
                <a:gd name="connsiteX3" fmla="*/ 0 w 34505"/>
                <a:gd name="connsiteY3" fmla="*/ 26812 h 45326"/>
                <a:gd name="connsiteX4" fmla="*/ 12141 w 34505"/>
                <a:gd name="connsiteY4" fmla="*/ 24897 h 45326"/>
                <a:gd name="connsiteX5" fmla="*/ 12780 w 34505"/>
                <a:gd name="connsiteY5" fmla="*/ 24897 h 45326"/>
                <a:gd name="connsiteX6" fmla="*/ 19170 w 34505"/>
                <a:gd name="connsiteY6" fmla="*/ 31281 h 45326"/>
                <a:gd name="connsiteX7" fmla="*/ 19170 w 34505"/>
                <a:gd name="connsiteY7" fmla="*/ 32558 h 45326"/>
                <a:gd name="connsiteX8" fmla="*/ 16614 w 34505"/>
                <a:gd name="connsiteY8" fmla="*/ 45326 h 45326"/>
                <a:gd name="connsiteX9" fmla="*/ 34506 w 34505"/>
                <a:gd name="connsiteY9" fmla="*/ 18513 h 45326"/>
                <a:gd name="connsiteX10" fmla="*/ 22365 w 34505"/>
                <a:gd name="connsiteY10" fmla="*/ 20428 h 45326"/>
                <a:gd name="connsiteX11" fmla="*/ 17253 w 34505"/>
                <a:gd name="connsiteY11" fmla="*/ 18513 h 45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05" h="45326">
                  <a:moveTo>
                    <a:pt x="17253" y="18513"/>
                  </a:moveTo>
                  <a:cubicBezTo>
                    <a:pt x="15975" y="17236"/>
                    <a:pt x="15336" y="14683"/>
                    <a:pt x="15336" y="12768"/>
                  </a:cubicBezTo>
                  <a:lnTo>
                    <a:pt x="17891" y="0"/>
                  </a:lnTo>
                  <a:lnTo>
                    <a:pt x="0" y="26812"/>
                  </a:lnTo>
                  <a:lnTo>
                    <a:pt x="12141" y="24897"/>
                  </a:lnTo>
                  <a:lnTo>
                    <a:pt x="12780" y="24897"/>
                  </a:lnTo>
                  <a:cubicBezTo>
                    <a:pt x="16614" y="24897"/>
                    <a:pt x="19170" y="27451"/>
                    <a:pt x="19170" y="31281"/>
                  </a:cubicBezTo>
                  <a:cubicBezTo>
                    <a:pt x="19170" y="31920"/>
                    <a:pt x="19170" y="31920"/>
                    <a:pt x="19170" y="32558"/>
                  </a:cubicBezTo>
                  <a:lnTo>
                    <a:pt x="16614" y="45326"/>
                  </a:lnTo>
                  <a:lnTo>
                    <a:pt x="34506" y="18513"/>
                  </a:lnTo>
                  <a:lnTo>
                    <a:pt x="22365" y="20428"/>
                  </a:lnTo>
                  <a:cubicBezTo>
                    <a:pt x="21086" y="20428"/>
                    <a:pt x="18531" y="19790"/>
                    <a:pt x="17253" y="18513"/>
                  </a:cubicBezTo>
                  <a:close/>
                </a:path>
              </a:pathLst>
            </a:custGeom>
            <a:solidFill>
              <a:srgbClr val="43B02A"/>
            </a:solidFill>
            <a:ln w="6390" cap="flat">
              <a:noFill/>
              <a:prstDash val="solid"/>
              <a:miter/>
            </a:ln>
          </p:spPr>
          <p:txBody>
            <a:bodyPr rtlCol="0" anchor="ctr"/>
            <a:lstStyle/>
            <a:p>
              <a:endParaRPr lang="en-US"/>
            </a:p>
          </p:txBody>
        </p:sp>
        <p:sp>
          <p:nvSpPr>
            <p:cNvPr id="697" name="Graphic 4">
              <a:extLst>
                <a:ext uri="{FF2B5EF4-FFF2-40B4-BE49-F238E27FC236}">
                  <a16:creationId xmlns:a16="http://schemas.microsoft.com/office/drawing/2014/main" id="{61F22C13-1632-F741-917A-76E8018C6063}"/>
                </a:ext>
              </a:extLst>
            </p:cNvPr>
            <p:cNvSpPr/>
            <p:nvPr/>
          </p:nvSpPr>
          <p:spPr>
            <a:xfrm>
              <a:off x="9397041" y="4407025"/>
              <a:ext cx="31949" cy="9575"/>
            </a:xfrm>
            <a:custGeom>
              <a:avLst/>
              <a:gdLst>
                <a:gd name="connsiteX0" fmla="*/ 31950 w 31949"/>
                <a:gd name="connsiteY0" fmla="*/ 2553 h 9575"/>
                <a:gd name="connsiteX1" fmla="*/ 29394 w 31949"/>
                <a:gd name="connsiteY1" fmla="*/ 0 h 9575"/>
                <a:gd name="connsiteX2" fmla="*/ 29394 w 31949"/>
                <a:gd name="connsiteY2" fmla="*/ 0 h 9575"/>
                <a:gd name="connsiteX3" fmla="*/ 2556 w 31949"/>
                <a:gd name="connsiteY3" fmla="*/ 0 h 9575"/>
                <a:gd name="connsiteX4" fmla="*/ 0 w 31949"/>
                <a:gd name="connsiteY4" fmla="*/ 2553 h 9575"/>
                <a:gd name="connsiteX5" fmla="*/ 0 w 31949"/>
                <a:gd name="connsiteY5" fmla="*/ 2553 h 9575"/>
                <a:gd name="connsiteX6" fmla="*/ 0 w 31949"/>
                <a:gd name="connsiteY6" fmla="*/ 9576 h 9575"/>
                <a:gd name="connsiteX7" fmla="*/ 31950 w 31949"/>
                <a:gd name="connsiteY7" fmla="*/ 9576 h 9575"/>
                <a:gd name="connsiteX8" fmla="*/ 31950 w 31949"/>
                <a:gd name="connsiteY8" fmla="*/ 2553 h 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49" h="9575">
                  <a:moveTo>
                    <a:pt x="31950" y="2553"/>
                  </a:moveTo>
                  <a:cubicBezTo>
                    <a:pt x="31950" y="1277"/>
                    <a:pt x="30672" y="0"/>
                    <a:pt x="29394" y="0"/>
                  </a:cubicBezTo>
                  <a:lnTo>
                    <a:pt x="29394" y="0"/>
                  </a:lnTo>
                  <a:lnTo>
                    <a:pt x="2556" y="0"/>
                  </a:lnTo>
                  <a:cubicBezTo>
                    <a:pt x="1278" y="0"/>
                    <a:pt x="0" y="1277"/>
                    <a:pt x="0" y="2553"/>
                  </a:cubicBezTo>
                  <a:lnTo>
                    <a:pt x="0" y="2553"/>
                  </a:lnTo>
                  <a:lnTo>
                    <a:pt x="0" y="9576"/>
                  </a:lnTo>
                  <a:lnTo>
                    <a:pt x="31950" y="9576"/>
                  </a:lnTo>
                  <a:lnTo>
                    <a:pt x="31950" y="2553"/>
                  </a:lnTo>
                  <a:close/>
                </a:path>
              </a:pathLst>
            </a:custGeom>
            <a:solidFill>
              <a:srgbClr val="43B02A"/>
            </a:solidFill>
            <a:ln w="6390" cap="flat">
              <a:noFill/>
              <a:prstDash val="solid"/>
              <a:miter/>
            </a:ln>
          </p:spPr>
          <p:txBody>
            <a:bodyPr rtlCol="0" anchor="ctr"/>
            <a:lstStyle/>
            <a:p>
              <a:endParaRPr lang="en-US"/>
            </a:p>
          </p:txBody>
        </p:sp>
        <p:sp>
          <p:nvSpPr>
            <p:cNvPr id="698" name="Graphic 4">
              <a:extLst>
                <a:ext uri="{FF2B5EF4-FFF2-40B4-BE49-F238E27FC236}">
                  <a16:creationId xmlns:a16="http://schemas.microsoft.com/office/drawing/2014/main" id="{EF016E44-C47F-0849-AC2A-ABC0F52FCE0D}"/>
                </a:ext>
              </a:extLst>
            </p:cNvPr>
            <p:cNvSpPr/>
            <p:nvPr/>
          </p:nvSpPr>
          <p:spPr>
            <a:xfrm>
              <a:off x="9370203" y="4429369"/>
              <a:ext cx="85625" cy="143639"/>
            </a:xfrm>
            <a:custGeom>
              <a:avLst/>
              <a:gdLst>
                <a:gd name="connsiteX0" fmla="*/ 83069 w 85625"/>
                <a:gd name="connsiteY0" fmla="*/ 0 h 143639"/>
                <a:gd name="connsiteX1" fmla="*/ 2556 w 85625"/>
                <a:gd name="connsiteY1" fmla="*/ 0 h 143639"/>
                <a:gd name="connsiteX2" fmla="*/ 0 w 85625"/>
                <a:gd name="connsiteY2" fmla="*/ 2553 h 143639"/>
                <a:gd name="connsiteX3" fmla="*/ 0 w 85625"/>
                <a:gd name="connsiteY3" fmla="*/ 141086 h 143639"/>
                <a:gd name="connsiteX4" fmla="*/ 2556 w 85625"/>
                <a:gd name="connsiteY4" fmla="*/ 143640 h 143639"/>
                <a:gd name="connsiteX5" fmla="*/ 83069 w 85625"/>
                <a:gd name="connsiteY5" fmla="*/ 143640 h 143639"/>
                <a:gd name="connsiteX6" fmla="*/ 85625 w 85625"/>
                <a:gd name="connsiteY6" fmla="*/ 141086 h 143639"/>
                <a:gd name="connsiteX7" fmla="*/ 85625 w 85625"/>
                <a:gd name="connsiteY7" fmla="*/ 141086 h 143639"/>
                <a:gd name="connsiteX8" fmla="*/ 85625 w 85625"/>
                <a:gd name="connsiteY8" fmla="*/ 2553 h 143639"/>
                <a:gd name="connsiteX9" fmla="*/ 83069 w 85625"/>
                <a:gd name="connsiteY9" fmla="*/ 0 h 143639"/>
                <a:gd name="connsiteX10" fmla="*/ 83069 w 85625"/>
                <a:gd name="connsiteY10" fmla="*/ 0 h 143639"/>
                <a:gd name="connsiteX11" fmla="*/ 79235 w 85625"/>
                <a:gd name="connsiteY11" fmla="*/ 63201 h 143639"/>
                <a:gd name="connsiteX12" fmla="*/ 35783 w 85625"/>
                <a:gd name="connsiteY12" fmla="*/ 127680 h 143639"/>
                <a:gd name="connsiteX13" fmla="*/ 30671 w 85625"/>
                <a:gd name="connsiteY13" fmla="*/ 130872 h 143639"/>
                <a:gd name="connsiteX14" fmla="*/ 24281 w 85625"/>
                <a:gd name="connsiteY14" fmla="*/ 124488 h 143639"/>
                <a:gd name="connsiteX15" fmla="*/ 24281 w 85625"/>
                <a:gd name="connsiteY15" fmla="*/ 123211 h 143639"/>
                <a:gd name="connsiteX16" fmla="*/ 30671 w 85625"/>
                <a:gd name="connsiteY16" fmla="*/ 88737 h 143639"/>
                <a:gd name="connsiteX17" fmla="*/ 13419 w 85625"/>
                <a:gd name="connsiteY17" fmla="*/ 91291 h 143639"/>
                <a:gd name="connsiteX18" fmla="*/ 5751 w 85625"/>
                <a:gd name="connsiteY18" fmla="*/ 86184 h 143639"/>
                <a:gd name="connsiteX19" fmla="*/ 7029 w 85625"/>
                <a:gd name="connsiteY19" fmla="*/ 81715 h 143639"/>
                <a:gd name="connsiteX20" fmla="*/ 49841 w 85625"/>
                <a:gd name="connsiteY20" fmla="*/ 17237 h 143639"/>
                <a:gd name="connsiteX21" fmla="*/ 58787 w 85625"/>
                <a:gd name="connsiteY21" fmla="*/ 15321 h 143639"/>
                <a:gd name="connsiteX22" fmla="*/ 61343 w 85625"/>
                <a:gd name="connsiteY22" fmla="*/ 21705 h 143639"/>
                <a:gd name="connsiteX23" fmla="*/ 54953 w 85625"/>
                <a:gd name="connsiteY23" fmla="*/ 56179 h 143639"/>
                <a:gd name="connsiteX24" fmla="*/ 72206 w 85625"/>
                <a:gd name="connsiteY24" fmla="*/ 53625 h 143639"/>
                <a:gd name="connsiteX25" fmla="*/ 78596 w 85625"/>
                <a:gd name="connsiteY25" fmla="*/ 56817 h 143639"/>
                <a:gd name="connsiteX26" fmla="*/ 79235 w 85625"/>
                <a:gd name="connsiteY26" fmla="*/ 63201 h 143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5625" h="143639">
                  <a:moveTo>
                    <a:pt x="83069" y="0"/>
                  </a:moveTo>
                  <a:lnTo>
                    <a:pt x="2556" y="0"/>
                  </a:lnTo>
                  <a:cubicBezTo>
                    <a:pt x="1278" y="0"/>
                    <a:pt x="0" y="1277"/>
                    <a:pt x="0" y="2553"/>
                  </a:cubicBezTo>
                  <a:lnTo>
                    <a:pt x="0" y="141086"/>
                  </a:lnTo>
                  <a:cubicBezTo>
                    <a:pt x="0" y="142363"/>
                    <a:pt x="1278" y="143640"/>
                    <a:pt x="2556" y="143640"/>
                  </a:cubicBezTo>
                  <a:lnTo>
                    <a:pt x="83069" y="143640"/>
                  </a:lnTo>
                  <a:cubicBezTo>
                    <a:pt x="84347" y="143640"/>
                    <a:pt x="85625" y="142363"/>
                    <a:pt x="85625" y="141086"/>
                  </a:cubicBezTo>
                  <a:cubicBezTo>
                    <a:pt x="85625" y="141086"/>
                    <a:pt x="85625" y="141086"/>
                    <a:pt x="85625" y="141086"/>
                  </a:cubicBezTo>
                  <a:lnTo>
                    <a:pt x="85625" y="2553"/>
                  </a:lnTo>
                  <a:cubicBezTo>
                    <a:pt x="85625" y="1277"/>
                    <a:pt x="84986" y="0"/>
                    <a:pt x="83069" y="0"/>
                  </a:cubicBezTo>
                  <a:cubicBezTo>
                    <a:pt x="83069" y="0"/>
                    <a:pt x="83069" y="0"/>
                    <a:pt x="83069" y="0"/>
                  </a:cubicBezTo>
                  <a:close/>
                  <a:moveTo>
                    <a:pt x="79235" y="63201"/>
                  </a:moveTo>
                  <a:lnTo>
                    <a:pt x="35783" y="127680"/>
                  </a:lnTo>
                  <a:cubicBezTo>
                    <a:pt x="34506" y="129595"/>
                    <a:pt x="32589" y="130872"/>
                    <a:pt x="30671" y="130872"/>
                  </a:cubicBezTo>
                  <a:cubicBezTo>
                    <a:pt x="26837" y="130872"/>
                    <a:pt x="24281" y="128318"/>
                    <a:pt x="24281" y="124488"/>
                  </a:cubicBezTo>
                  <a:cubicBezTo>
                    <a:pt x="24281" y="123849"/>
                    <a:pt x="24281" y="123849"/>
                    <a:pt x="24281" y="123211"/>
                  </a:cubicBezTo>
                  <a:lnTo>
                    <a:pt x="30671" y="88737"/>
                  </a:lnTo>
                  <a:lnTo>
                    <a:pt x="13419" y="91291"/>
                  </a:lnTo>
                  <a:cubicBezTo>
                    <a:pt x="10224" y="91929"/>
                    <a:pt x="6390" y="89376"/>
                    <a:pt x="5751" y="86184"/>
                  </a:cubicBezTo>
                  <a:cubicBezTo>
                    <a:pt x="5751" y="84269"/>
                    <a:pt x="5751" y="82992"/>
                    <a:pt x="7029" y="81715"/>
                  </a:cubicBezTo>
                  <a:lnTo>
                    <a:pt x="49841" y="17237"/>
                  </a:lnTo>
                  <a:cubicBezTo>
                    <a:pt x="51758" y="14045"/>
                    <a:pt x="55592" y="13406"/>
                    <a:pt x="58787" y="15321"/>
                  </a:cubicBezTo>
                  <a:cubicBezTo>
                    <a:pt x="60704" y="16598"/>
                    <a:pt x="61982" y="19152"/>
                    <a:pt x="61343" y="21705"/>
                  </a:cubicBezTo>
                  <a:lnTo>
                    <a:pt x="54953" y="56179"/>
                  </a:lnTo>
                  <a:lnTo>
                    <a:pt x="72206" y="53625"/>
                  </a:lnTo>
                  <a:cubicBezTo>
                    <a:pt x="74762" y="52987"/>
                    <a:pt x="77318" y="54264"/>
                    <a:pt x="78596" y="56817"/>
                  </a:cubicBezTo>
                  <a:cubicBezTo>
                    <a:pt x="79874" y="58094"/>
                    <a:pt x="79874" y="60648"/>
                    <a:pt x="79235" y="63201"/>
                  </a:cubicBezTo>
                  <a:close/>
                </a:path>
              </a:pathLst>
            </a:custGeom>
            <a:solidFill>
              <a:srgbClr val="43B02A"/>
            </a:solidFill>
            <a:ln w="6390" cap="flat">
              <a:noFill/>
              <a:prstDash val="solid"/>
              <a:miter/>
            </a:ln>
          </p:spPr>
          <p:txBody>
            <a:bodyPr rtlCol="0" anchor="ctr"/>
            <a:lstStyle/>
            <a:p>
              <a:endParaRPr lang="en-US"/>
            </a:p>
          </p:txBody>
        </p:sp>
        <p:sp>
          <p:nvSpPr>
            <p:cNvPr id="699" name="Graphic 4">
              <a:extLst>
                <a:ext uri="{FF2B5EF4-FFF2-40B4-BE49-F238E27FC236}">
                  <a16:creationId xmlns:a16="http://schemas.microsoft.com/office/drawing/2014/main" id="{F18245A8-1914-6D41-A6D9-8D65E46A6757}"/>
                </a:ext>
              </a:extLst>
            </p:cNvPr>
            <p:cNvSpPr/>
            <p:nvPr/>
          </p:nvSpPr>
          <p:spPr>
            <a:xfrm>
              <a:off x="9278827" y="4308712"/>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84352 w 362309"/>
                <a:gd name="connsiteY6" fmla="*/ 127680 h 361971"/>
                <a:gd name="connsiteX7" fmla="*/ 279880 w 362309"/>
                <a:gd name="connsiteY7" fmla="*/ 139171 h 361971"/>
                <a:gd name="connsiteX8" fmla="*/ 279880 w 362309"/>
                <a:gd name="connsiteY8" fmla="*/ 150662 h 361971"/>
                <a:gd name="connsiteX9" fmla="*/ 260071 w 362309"/>
                <a:gd name="connsiteY9" fmla="*/ 170452 h 361971"/>
                <a:gd name="connsiteX10" fmla="*/ 257515 w 362309"/>
                <a:gd name="connsiteY10" fmla="*/ 170452 h 361971"/>
                <a:gd name="connsiteX11" fmla="*/ 257515 w 362309"/>
                <a:gd name="connsiteY11" fmla="*/ 257913 h 361971"/>
                <a:gd name="connsiteX12" fmla="*/ 237706 w 362309"/>
                <a:gd name="connsiteY12" fmla="*/ 277703 h 361971"/>
                <a:gd name="connsiteX13" fmla="*/ 228760 w 362309"/>
                <a:gd name="connsiteY13" fmla="*/ 277703 h 361971"/>
                <a:gd name="connsiteX14" fmla="*/ 208951 w 362309"/>
                <a:gd name="connsiteY14" fmla="*/ 257913 h 361971"/>
                <a:gd name="connsiteX15" fmla="*/ 208951 w 362309"/>
                <a:gd name="connsiteY15" fmla="*/ 257913 h 361971"/>
                <a:gd name="connsiteX16" fmla="*/ 208951 w 362309"/>
                <a:gd name="connsiteY16" fmla="*/ 231100 h 361971"/>
                <a:gd name="connsiteX17" fmla="*/ 201922 w 362309"/>
                <a:gd name="connsiteY17" fmla="*/ 224078 h 361971"/>
                <a:gd name="connsiteX18" fmla="*/ 190420 w 362309"/>
                <a:gd name="connsiteY18" fmla="*/ 224078 h 361971"/>
                <a:gd name="connsiteX19" fmla="*/ 190420 w 362309"/>
                <a:gd name="connsiteY19" fmla="*/ 262382 h 361971"/>
                <a:gd name="connsiteX20" fmla="*/ 175084 w 362309"/>
                <a:gd name="connsiteY20" fmla="*/ 277703 h 361971"/>
                <a:gd name="connsiteX21" fmla="*/ 94571 w 362309"/>
                <a:gd name="connsiteY21" fmla="*/ 277703 h 361971"/>
                <a:gd name="connsiteX22" fmla="*/ 79235 w 362309"/>
                <a:gd name="connsiteY22" fmla="*/ 262382 h 361971"/>
                <a:gd name="connsiteX23" fmla="*/ 79235 w 362309"/>
                <a:gd name="connsiteY23" fmla="*/ 123849 h 361971"/>
                <a:gd name="connsiteX24" fmla="*/ 94571 w 362309"/>
                <a:gd name="connsiteY24" fmla="*/ 108528 h 361971"/>
                <a:gd name="connsiteX25" fmla="*/ 106073 w 362309"/>
                <a:gd name="connsiteY25" fmla="*/ 108528 h 361971"/>
                <a:gd name="connsiteX26" fmla="*/ 106073 w 362309"/>
                <a:gd name="connsiteY26" fmla="*/ 101505 h 361971"/>
                <a:gd name="connsiteX27" fmla="*/ 121409 w 362309"/>
                <a:gd name="connsiteY27" fmla="*/ 86184 h 361971"/>
                <a:gd name="connsiteX28" fmla="*/ 121409 w 362309"/>
                <a:gd name="connsiteY28" fmla="*/ 86184 h 361971"/>
                <a:gd name="connsiteX29" fmla="*/ 148247 w 362309"/>
                <a:gd name="connsiteY29" fmla="*/ 86184 h 361971"/>
                <a:gd name="connsiteX30" fmla="*/ 163582 w 362309"/>
                <a:gd name="connsiteY30" fmla="*/ 101505 h 361971"/>
                <a:gd name="connsiteX31" fmla="*/ 163582 w 362309"/>
                <a:gd name="connsiteY31" fmla="*/ 101505 h 361971"/>
                <a:gd name="connsiteX32" fmla="*/ 163582 w 362309"/>
                <a:gd name="connsiteY32" fmla="*/ 108528 h 361971"/>
                <a:gd name="connsiteX33" fmla="*/ 175084 w 362309"/>
                <a:gd name="connsiteY33" fmla="*/ 108528 h 361971"/>
                <a:gd name="connsiteX34" fmla="*/ 190420 w 362309"/>
                <a:gd name="connsiteY34" fmla="*/ 123849 h 361971"/>
                <a:gd name="connsiteX35" fmla="*/ 190420 w 362309"/>
                <a:gd name="connsiteY35" fmla="*/ 211310 h 361971"/>
                <a:gd name="connsiteX36" fmla="*/ 201922 w 362309"/>
                <a:gd name="connsiteY36" fmla="*/ 211310 h 361971"/>
                <a:gd name="connsiteX37" fmla="*/ 221731 w 362309"/>
                <a:gd name="connsiteY37" fmla="*/ 231100 h 361971"/>
                <a:gd name="connsiteX38" fmla="*/ 221731 w 362309"/>
                <a:gd name="connsiteY38" fmla="*/ 257913 h 361971"/>
                <a:gd name="connsiteX39" fmla="*/ 228760 w 362309"/>
                <a:gd name="connsiteY39" fmla="*/ 264935 h 361971"/>
                <a:gd name="connsiteX40" fmla="*/ 237706 w 362309"/>
                <a:gd name="connsiteY40" fmla="*/ 264935 h 361971"/>
                <a:gd name="connsiteX41" fmla="*/ 244735 w 362309"/>
                <a:gd name="connsiteY41" fmla="*/ 257913 h 361971"/>
                <a:gd name="connsiteX42" fmla="*/ 244735 w 362309"/>
                <a:gd name="connsiteY42" fmla="*/ 170452 h 361971"/>
                <a:gd name="connsiteX43" fmla="*/ 242179 w 362309"/>
                <a:gd name="connsiteY43" fmla="*/ 170452 h 361971"/>
                <a:gd name="connsiteX44" fmla="*/ 222370 w 362309"/>
                <a:gd name="connsiteY44" fmla="*/ 150662 h 361971"/>
                <a:gd name="connsiteX45" fmla="*/ 222370 w 362309"/>
                <a:gd name="connsiteY45" fmla="*/ 139171 h 361971"/>
                <a:gd name="connsiteX46" fmla="*/ 217897 w 362309"/>
                <a:gd name="connsiteY46" fmla="*/ 127680 h 361971"/>
                <a:gd name="connsiteX47" fmla="*/ 217897 w 362309"/>
                <a:gd name="connsiteY47" fmla="*/ 118742 h 361971"/>
                <a:gd name="connsiteX48" fmla="*/ 224287 w 362309"/>
                <a:gd name="connsiteY48" fmla="*/ 112358 h 361971"/>
                <a:gd name="connsiteX49" fmla="*/ 231316 w 362309"/>
                <a:gd name="connsiteY49" fmla="*/ 112358 h 361971"/>
                <a:gd name="connsiteX50" fmla="*/ 231316 w 362309"/>
                <a:gd name="connsiteY50" fmla="*/ 90653 h 361971"/>
                <a:gd name="connsiteX51" fmla="*/ 237706 w 362309"/>
                <a:gd name="connsiteY51" fmla="*/ 84269 h 361971"/>
                <a:gd name="connsiteX52" fmla="*/ 244096 w 362309"/>
                <a:gd name="connsiteY52" fmla="*/ 90653 h 361971"/>
                <a:gd name="connsiteX53" fmla="*/ 244096 w 362309"/>
                <a:gd name="connsiteY53" fmla="*/ 112358 h 361971"/>
                <a:gd name="connsiteX54" fmla="*/ 258154 w 362309"/>
                <a:gd name="connsiteY54" fmla="*/ 112358 h 361971"/>
                <a:gd name="connsiteX55" fmla="*/ 258154 w 362309"/>
                <a:gd name="connsiteY55" fmla="*/ 90653 h 361971"/>
                <a:gd name="connsiteX56" fmla="*/ 264544 w 362309"/>
                <a:gd name="connsiteY56" fmla="*/ 84269 h 361971"/>
                <a:gd name="connsiteX57" fmla="*/ 270934 w 362309"/>
                <a:gd name="connsiteY57" fmla="*/ 90653 h 361971"/>
                <a:gd name="connsiteX58" fmla="*/ 270934 w 362309"/>
                <a:gd name="connsiteY58" fmla="*/ 112358 h 361971"/>
                <a:gd name="connsiteX59" fmla="*/ 277962 w 362309"/>
                <a:gd name="connsiteY59" fmla="*/ 112358 h 361971"/>
                <a:gd name="connsiteX60" fmla="*/ 284352 w 362309"/>
                <a:gd name="connsiteY60" fmla="*/ 118742 h 361971"/>
                <a:gd name="connsiteX61" fmla="*/ 284352 w 362309"/>
                <a:gd name="connsiteY61" fmla="*/ 12768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284352" y="127680"/>
                  </a:moveTo>
                  <a:cubicBezTo>
                    <a:pt x="284352" y="131510"/>
                    <a:pt x="282436" y="135979"/>
                    <a:pt x="279880" y="139171"/>
                  </a:cubicBezTo>
                  <a:lnTo>
                    <a:pt x="279880" y="150662"/>
                  </a:lnTo>
                  <a:cubicBezTo>
                    <a:pt x="279880" y="161515"/>
                    <a:pt x="270934" y="170452"/>
                    <a:pt x="260071" y="170452"/>
                  </a:cubicBezTo>
                  <a:lnTo>
                    <a:pt x="257515" y="170452"/>
                  </a:lnTo>
                  <a:lnTo>
                    <a:pt x="257515" y="257913"/>
                  </a:lnTo>
                  <a:cubicBezTo>
                    <a:pt x="257515" y="268766"/>
                    <a:pt x="248569" y="277703"/>
                    <a:pt x="237706" y="277703"/>
                  </a:cubicBezTo>
                  <a:lnTo>
                    <a:pt x="228760" y="277703"/>
                  </a:lnTo>
                  <a:cubicBezTo>
                    <a:pt x="217897" y="277703"/>
                    <a:pt x="208951" y="268766"/>
                    <a:pt x="208951" y="257913"/>
                  </a:cubicBezTo>
                  <a:cubicBezTo>
                    <a:pt x="208951" y="257913"/>
                    <a:pt x="208951" y="257913"/>
                    <a:pt x="208951" y="257913"/>
                  </a:cubicBezTo>
                  <a:lnTo>
                    <a:pt x="208951" y="231100"/>
                  </a:lnTo>
                  <a:cubicBezTo>
                    <a:pt x="208951" y="227270"/>
                    <a:pt x="205756" y="224078"/>
                    <a:pt x="201922" y="224078"/>
                  </a:cubicBezTo>
                  <a:lnTo>
                    <a:pt x="190420" y="224078"/>
                  </a:lnTo>
                  <a:lnTo>
                    <a:pt x="190420" y="262382"/>
                  </a:lnTo>
                  <a:cubicBezTo>
                    <a:pt x="190420" y="270681"/>
                    <a:pt x="183392" y="277703"/>
                    <a:pt x="175084" y="277703"/>
                  </a:cubicBezTo>
                  <a:lnTo>
                    <a:pt x="94571" y="277703"/>
                  </a:lnTo>
                  <a:cubicBezTo>
                    <a:pt x="86264" y="277703"/>
                    <a:pt x="79235" y="270681"/>
                    <a:pt x="79235" y="262382"/>
                  </a:cubicBezTo>
                  <a:lnTo>
                    <a:pt x="79235" y="123849"/>
                  </a:lnTo>
                  <a:cubicBezTo>
                    <a:pt x="79235" y="115550"/>
                    <a:pt x="86264" y="108528"/>
                    <a:pt x="94571" y="108528"/>
                  </a:cubicBezTo>
                  <a:lnTo>
                    <a:pt x="106073" y="108528"/>
                  </a:lnTo>
                  <a:lnTo>
                    <a:pt x="106073" y="101505"/>
                  </a:lnTo>
                  <a:cubicBezTo>
                    <a:pt x="106073" y="93206"/>
                    <a:pt x="113102" y="86184"/>
                    <a:pt x="121409" y="86184"/>
                  </a:cubicBezTo>
                  <a:lnTo>
                    <a:pt x="121409" y="86184"/>
                  </a:lnTo>
                  <a:lnTo>
                    <a:pt x="148247" y="86184"/>
                  </a:lnTo>
                  <a:cubicBezTo>
                    <a:pt x="156553" y="86184"/>
                    <a:pt x="163582" y="93206"/>
                    <a:pt x="163582" y="101505"/>
                  </a:cubicBezTo>
                  <a:lnTo>
                    <a:pt x="163582" y="101505"/>
                  </a:lnTo>
                  <a:lnTo>
                    <a:pt x="163582" y="108528"/>
                  </a:lnTo>
                  <a:lnTo>
                    <a:pt x="175084" y="108528"/>
                  </a:lnTo>
                  <a:cubicBezTo>
                    <a:pt x="183392" y="108528"/>
                    <a:pt x="190420" y="115550"/>
                    <a:pt x="190420" y="123849"/>
                  </a:cubicBezTo>
                  <a:lnTo>
                    <a:pt x="190420" y="211310"/>
                  </a:lnTo>
                  <a:lnTo>
                    <a:pt x="201922" y="211310"/>
                  </a:lnTo>
                  <a:cubicBezTo>
                    <a:pt x="212785" y="211310"/>
                    <a:pt x="221731" y="220247"/>
                    <a:pt x="221731" y="231100"/>
                  </a:cubicBezTo>
                  <a:lnTo>
                    <a:pt x="221731" y="257913"/>
                  </a:lnTo>
                  <a:cubicBezTo>
                    <a:pt x="221731" y="261743"/>
                    <a:pt x="224926" y="264935"/>
                    <a:pt x="228760" y="264935"/>
                  </a:cubicBezTo>
                  <a:lnTo>
                    <a:pt x="237706" y="264935"/>
                  </a:lnTo>
                  <a:cubicBezTo>
                    <a:pt x="241540" y="264935"/>
                    <a:pt x="244735" y="261743"/>
                    <a:pt x="244735" y="257913"/>
                  </a:cubicBezTo>
                  <a:lnTo>
                    <a:pt x="244735" y="170452"/>
                  </a:lnTo>
                  <a:lnTo>
                    <a:pt x="242179" y="170452"/>
                  </a:lnTo>
                  <a:cubicBezTo>
                    <a:pt x="231316" y="170452"/>
                    <a:pt x="222370" y="161515"/>
                    <a:pt x="222370" y="150662"/>
                  </a:cubicBezTo>
                  <a:lnTo>
                    <a:pt x="222370" y="139171"/>
                  </a:lnTo>
                  <a:cubicBezTo>
                    <a:pt x="219814" y="135979"/>
                    <a:pt x="217897" y="132149"/>
                    <a:pt x="217897" y="127680"/>
                  </a:cubicBezTo>
                  <a:lnTo>
                    <a:pt x="217897" y="118742"/>
                  </a:lnTo>
                  <a:cubicBezTo>
                    <a:pt x="217897" y="114912"/>
                    <a:pt x="220453" y="112358"/>
                    <a:pt x="224287" y="112358"/>
                  </a:cubicBezTo>
                  <a:lnTo>
                    <a:pt x="231316" y="112358"/>
                  </a:lnTo>
                  <a:lnTo>
                    <a:pt x="231316" y="90653"/>
                  </a:lnTo>
                  <a:cubicBezTo>
                    <a:pt x="231316" y="86822"/>
                    <a:pt x="233872" y="84269"/>
                    <a:pt x="237706" y="84269"/>
                  </a:cubicBezTo>
                  <a:cubicBezTo>
                    <a:pt x="241540" y="84269"/>
                    <a:pt x="244096" y="86822"/>
                    <a:pt x="244096" y="90653"/>
                  </a:cubicBezTo>
                  <a:lnTo>
                    <a:pt x="244096" y="112358"/>
                  </a:lnTo>
                  <a:lnTo>
                    <a:pt x="258154" y="112358"/>
                  </a:lnTo>
                  <a:lnTo>
                    <a:pt x="258154" y="90653"/>
                  </a:lnTo>
                  <a:cubicBezTo>
                    <a:pt x="258154" y="86822"/>
                    <a:pt x="260710" y="84269"/>
                    <a:pt x="264544" y="84269"/>
                  </a:cubicBezTo>
                  <a:cubicBezTo>
                    <a:pt x="268377" y="84269"/>
                    <a:pt x="270934" y="86822"/>
                    <a:pt x="270934" y="90653"/>
                  </a:cubicBezTo>
                  <a:lnTo>
                    <a:pt x="270934" y="112358"/>
                  </a:lnTo>
                  <a:lnTo>
                    <a:pt x="277962" y="112358"/>
                  </a:lnTo>
                  <a:cubicBezTo>
                    <a:pt x="281796" y="112358"/>
                    <a:pt x="284352" y="114912"/>
                    <a:pt x="284352" y="118742"/>
                  </a:cubicBezTo>
                  <a:lnTo>
                    <a:pt x="284352" y="127680"/>
                  </a:lnTo>
                  <a:close/>
                </a:path>
              </a:pathLst>
            </a:custGeom>
            <a:solidFill>
              <a:srgbClr val="43B02A"/>
            </a:solidFill>
            <a:ln w="6390" cap="flat">
              <a:noFill/>
              <a:prstDash val="solid"/>
              <a:miter/>
            </a:ln>
          </p:spPr>
          <p:txBody>
            <a:bodyPr rtlCol="0" anchor="ctr"/>
            <a:lstStyle/>
            <a:p>
              <a:endParaRPr lang="en-US"/>
            </a:p>
          </p:txBody>
        </p:sp>
        <p:sp>
          <p:nvSpPr>
            <p:cNvPr id="700" name="Graphic 4">
              <a:extLst>
                <a:ext uri="{FF2B5EF4-FFF2-40B4-BE49-F238E27FC236}">
                  <a16:creationId xmlns:a16="http://schemas.microsoft.com/office/drawing/2014/main" id="{F192D6FD-824F-1645-BCA0-B851300CECE8}"/>
                </a:ext>
              </a:extLst>
            </p:cNvPr>
            <p:cNvSpPr/>
            <p:nvPr/>
          </p:nvSpPr>
          <p:spPr>
            <a:xfrm>
              <a:off x="9508865" y="4433838"/>
              <a:ext cx="40895" cy="31919"/>
            </a:xfrm>
            <a:custGeom>
              <a:avLst/>
              <a:gdLst>
                <a:gd name="connsiteX0" fmla="*/ 0 w 40895"/>
                <a:gd name="connsiteY0" fmla="*/ 0 h 31919"/>
                <a:gd name="connsiteX1" fmla="*/ 0 w 40895"/>
                <a:gd name="connsiteY1" fmla="*/ 2553 h 31919"/>
                <a:gd name="connsiteX2" fmla="*/ 2556 w 40895"/>
                <a:gd name="connsiteY2" fmla="*/ 7022 h 31919"/>
                <a:gd name="connsiteX3" fmla="*/ 4473 w 40895"/>
                <a:gd name="connsiteY3" fmla="*/ 11491 h 31919"/>
                <a:gd name="connsiteX4" fmla="*/ 4473 w 40895"/>
                <a:gd name="connsiteY4" fmla="*/ 24897 h 31919"/>
                <a:gd name="connsiteX5" fmla="*/ 11502 w 40895"/>
                <a:gd name="connsiteY5" fmla="*/ 31920 h 31919"/>
                <a:gd name="connsiteX6" fmla="*/ 29394 w 40895"/>
                <a:gd name="connsiteY6" fmla="*/ 31920 h 31919"/>
                <a:gd name="connsiteX7" fmla="*/ 36423 w 40895"/>
                <a:gd name="connsiteY7" fmla="*/ 24897 h 31919"/>
                <a:gd name="connsiteX8" fmla="*/ 36423 w 40895"/>
                <a:gd name="connsiteY8" fmla="*/ 11491 h 31919"/>
                <a:gd name="connsiteX9" fmla="*/ 38340 w 40895"/>
                <a:gd name="connsiteY9" fmla="*/ 7022 h 31919"/>
                <a:gd name="connsiteX10" fmla="*/ 40896 w 40895"/>
                <a:gd name="connsiteY10" fmla="*/ 2553 h 31919"/>
                <a:gd name="connsiteX11" fmla="*/ 40896 w 40895"/>
                <a:gd name="connsiteY11" fmla="*/ 0 h 31919"/>
                <a:gd name="connsiteX12" fmla="*/ 0 w 40895"/>
                <a:gd name="connsiteY12" fmla="*/ 0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895" h="31919">
                  <a:moveTo>
                    <a:pt x="0" y="0"/>
                  </a:moveTo>
                  <a:lnTo>
                    <a:pt x="0" y="2553"/>
                  </a:lnTo>
                  <a:cubicBezTo>
                    <a:pt x="639" y="4468"/>
                    <a:pt x="1278" y="5745"/>
                    <a:pt x="2556" y="7022"/>
                  </a:cubicBezTo>
                  <a:cubicBezTo>
                    <a:pt x="3834" y="8299"/>
                    <a:pt x="4473" y="9576"/>
                    <a:pt x="4473" y="11491"/>
                  </a:cubicBezTo>
                  <a:lnTo>
                    <a:pt x="4473" y="24897"/>
                  </a:lnTo>
                  <a:cubicBezTo>
                    <a:pt x="4473" y="28728"/>
                    <a:pt x="7668" y="31920"/>
                    <a:pt x="11502" y="31920"/>
                  </a:cubicBezTo>
                  <a:lnTo>
                    <a:pt x="29394" y="31920"/>
                  </a:lnTo>
                  <a:cubicBezTo>
                    <a:pt x="33228" y="31920"/>
                    <a:pt x="36423" y="28728"/>
                    <a:pt x="36423" y="24897"/>
                  </a:cubicBezTo>
                  <a:lnTo>
                    <a:pt x="36423" y="11491"/>
                  </a:lnTo>
                  <a:cubicBezTo>
                    <a:pt x="36423" y="9576"/>
                    <a:pt x="37062" y="8299"/>
                    <a:pt x="38340" y="7022"/>
                  </a:cubicBezTo>
                  <a:cubicBezTo>
                    <a:pt x="39618" y="5745"/>
                    <a:pt x="40257" y="4468"/>
                    <a:pt x="40896" y="2553"/>
                  </a:cubicBezTo>
                  <a:lnTo>
                    <a:pt x="40896" y="0"/>
                  </a:lnTo>
                  <a:lnTo>
                    <a:pt x="0" y="0"/>
                  </a:lnTo>
                  <a:close/>
                </a:path>
              </a:pathLst>
            </a:custGeom>
            <a:solidFill>
              <a:srgbClr val="43B02A"/>
            </a:solidFill>
            <a:ln w="6390" cap="flat">
              <a:noFill/>
              <a:prstDash val="solid"/>
              <a:miter/>
            </a:ln>
          </p:spPr>
          <p:txBody>
            <a:bodyPr rtlCol="0" anchor="ctr"/>
            <a:lstStyle/>
            <a:p>
              <a:endParaRPr lang="en-US"/>
            </a:p>
          </p:txBody>
        </p:sp>
      </p:grpSp>
      <p:grpSp>
        <p:nvGrpSpPr>
          <p:cNvPr id="701" name="Graphic 4">
            <a:extLst>
              <a:ext uri="{FF2B5EF4-FFF2-40B4-BE49-F238E27FC236}">
                <a16:creationId xmlns:a16="http://schemas.microsoft.com/office/drawing/2014/main" id="{F6ED337D-1209-A748-BD7C-2D131CAD4F30}"/>
              </a:ext>
            </a:extLst>
          </p:cNvPr>
          <p:cNvGrpSpPr/>
          <p:nvPr/>
        </p:nvGrpSpPr>
        <p:grpSpPr>
          <a:xfrm>
            <a:off x="11376267" y="4308712"/>
            <a:ext cx="361670" cy="361971"/>
            <a:chOff x="10325499" y="4308712"/>
            <a:chExt cx="361670" cy="361971"/>
          </a:xfrm>
          <a:solidFill>
            <a:srgbClr val="43B02A"/>
          </a:solidFill>
        </p:grpSpPr>
        <p:sp>
          <p:nvSpPr>
            <p:cNvPr id="702" name="Graphic 4">
              <a:extLst>
                <a:ext uri="{FF2B5EF4-FFF2-40B4-BE49-F238E27FC236}">
                  <a16:creationId xmlns:a16="http://schemas.microsoft.com/office/drawing/2014/main" id="{76D9361D-86F9-754B-88E4-AFA8BDFDEF43}"/>
                </a:ext>
              </a:extLst>
            </p:cNvPr>
            <p:cNvSpPr/>
            <p:nvPr/>
          </p:nvSpPr>
          <p:spPr>
            <a:xfrm>
              <a:off x="10476940" y="4410217"/>
              <a:ext cx="67733" cy="57455"/>
            </a:xfrm>
            <a:custGeom>
              <a:avLst/>
              <a:gdLst>
                <a:gd name="connsiteX0" fmla="*/ 38978 w 67733"/>
                <a:gd name="connsiteY0" fmla="*/ 57456 h 57455"/>
                <a:gd name="connsiteX1" fmla="*/ 58148 w 67733"/>
                <a:gd name="connsiteY1" fmla="*/ 38942 h 57455"/>
                <a:gd name="connsiteX2" fmla="*/ 58148 w 67733"/>
                <a:gd name="connsiteY2" fmla="*/ 18513 h 57455"/>
                <a:gd name="connsiteX3" fmla="*/ 60704 w 67733"/>
                <a:gd name="connsiteY3" fmla="*/ 13406 h 57455"/>
                <a:gd name="connsiteX4" fmla="*/ 67733 w 67733"/>
                <a:gd name="connsiteY4" fmla="*/ 3830 h 57455"/>
                <a:gd name="connsiteX5" fmla="*/ 67733 w 67733"/>
                <a:gd name="connsiteY5" fmla="*/ 0 h 57455"/>
                <a:gd name="connsiteX6" fmla="*/ 0 w 67733"/>
                <a:gd name="connsiteY6" fmla="*/ 0 h 57455"/>
                <a:gd name="connsiteX7" fmla="*/ 0 w 67733"/>
                <a:gd name="connsiteY7" fmla="*/ 3830 h 57455"/>
                <a:gd name="connsiteX8" fmla="*/ 7029 w 67733"/>
                <a:gd name="connsiteY8" fmla="*/ 13406 h 57455"/>
                <a:gd name="connsiteX9" fmla="*/ 9585 w 67733"/>
                <a:gd name="connsiteY9" fmla="*/ 18513 h 57455"/>
                <a:gd name="connsiteX10" fmla="*/ 9585 w 67733"/>
                <a:gd name="connsiteY10" fmla="*/ 38942 h 57455"/>
                <a:gd name="connsiteX11" fmla="*/ 28116 w 67733"/>
                <a:gd name="connsiteY11" fmla="*/ 57456 h 57455"/>
                <a:gd name="connsiteX12" fmla="*/ 28116 w 67733"/>
                <a:gd name="connsiteY12" fmla="*/ 57456 h 57455"/>
                <a:gd name="connsiteX13" fmla="*/ 38978 w 67733"/>
                <a:gd name="connsiteY13" fmla="*/ 57456 h 5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7733" h="57455">
                  <a:moveTo>
                    <a:pt x="38978" y="57456"/>
                  </a:moveTo>
                  <a:cubicBezTo>
                    <a:pt x="49203" y="57456"/>
                    <a:pt x="58148" y="49157"/>
                    <a:pt x="58148" y="38942"/>
                  </a:cubicBezTo>
                  <a:lnTo>
                    <a:pt x="58148" y="18513"/>
                  </a:lnTo>
                  <a:cubicBezTo>
                    <a:pt x="58148" y="16598"/>
                    <a:pt x="59427" y="14683"/>
                    <a:pt x="60704" y="13406"/>
                  </a:cubicBezTo>
                  <a:cubicBezTo>
                    <a:pt x="63261" y="12129"/>
                    <a:pt x="67733" y="7022"/>
                    <a:pt x="67733" y="3830"/>
                  </a:cubicBezTo>
                  <a:lnTo>
                    <a:pt x="67733" y="0"/>
                  </a:lnTo>
                  <a:lnTo>
                    <a:pt x="0" y="0"/>
                  </a:lnTo>
                  <a:lnTo>
                    <a:pt x="0" y="3830"/>
                  </a:lnTo>
                  <a:cubicBezTo>
                    <a:pt x="0" y="7661"/>
                    <a:pt x="5112" y="12129"/>
                    <a:pt x="7029" y="13406"/>
                  </a:cubicBezTo>
                  <a:cubicBezTo>
                    <a:pt x="8946" y="14683"/>
                    <a:pt x="9585" y="16598"/>
                    <a:pt x="9585" y="18513"/>
                  </a:cubicBezTo>
                  <a:lnTo>
                    <a:pt x="9585" y="38942"/>
                  </a:lnTo>
                  <a:cubicBezTo>
                    <a:pt x="9585" y="49157"/>
                    <a:pt x="17892" y="57456"/>
                    <a:pt x="28116" y="57456"/>
                  </a:cubicBezTo>
                  <a:cubicBezTo>
                    <a:pt x="28116" y="57456"/>
                    <a:pt x="28116" y="57456"/>
                    <a:pt x="28116" y="57456"/>
                  </a:cubicBezTo>
                  <a:lnTo>
                    <a:pt x="38978" y="57456"/>
                  </a:lnTo>
                  <a:close/>
                </a:path>
              </a:pathLst>
            </a:custGeom>
            <a:solidFill>
              <a:srgbClr val="43B02A"/>
            </a:solidFill>
            <a:ln w="6390" cap="flat">
              <a:noFill/>
              <a:prstDash val="solid"/>
              <a:miter/>
            </a:ln>
          </p:spPr>
          <p:txBody>
            <a:bodyPr rtlCol="0" anchor="ctr"/>
            <a:lstStyle/>
            <a:p>
              <a:endParaRPr lang="en-US"/>
            </a:p>
          </p:txBody>
        </p:sp>
        <p:sp>
          <p:nvSpPr>
            <p:cNvPr id="703" name="Graphic 4">
              <a:extLst>
                <a:ext uri="{FF2B5EF4-FFF2-40B4-BE49-F238E27FC236}">
                  <a16:creationId xmlns:a16="http://schemas.microsoft.com/office/drawing/2014/main" id="{9A4D1AB9-FF58-254B-BF80-93DCC147A3CC}"/>
                </a:ext>
              </a:extLst>
            </p:cNvPr>
            <p:cNvSpPr/>
            <p:nvPr/>
          </p:nvSpPr>
          <p:spPr>
            <a:xfrm>
              <a:off x="10542118" y="4485323"/>
              <a:ext cx="70928" cy="45242"/>
            </a:xfrm>
            <a:custGeom>
              <a:avLst/>
              <a:gdLst>
                <a:gd name="connsiteX0" fmla="*/ 12780 w 70928"/>
                <a:gd name="connsiteY0" fmla="*/ 3417 h 45242"/>
                <a:gd name="connsiteX1" fmla="*/ 0 w 70928"/>
                <a:gd name="connsiteY1" fmla="*/ 24485 h 45242"/>
                <a:gd name="connsiteX2" fmla="*/ 42812 w 70928"/>
                <a:gd name="connsiteY2" fmla="*/ 11078 h 45242"/>
                <a:gd name="connsiteX3" fmla="*/ 51119 w 70928"/>
                <a:gd name="connsiteY3" fmla="*/ 9163 h 45242"/>
                <a:gd name="connsiteX4" fmla="*/ 58787 w 70928"/>
                <a:gd name="connsiteY4" fmla="*/ 13632 h 45242"/>
                <a:gd name="connsiteX5" fmla="*/ 54314 w 70928"/>
                <a:gd name="connsiteY5" fmla="*/ 21293 h 45242"/>
                <a:gd name="connsiteX6" fmla="*/ 46007 w 70928"/>
                <a:gd name="connsiteY6" fmla="*/ 23208 h 45242"/>
                <a:gd name="connsiteX7" fmla="*/ 5111 w 70928"/>
                <a:gd name="connsiteY7" fmla="*/ 35976 h 45242"/>
                <a:gd name="connsiteX8" fmla="*/ 8945 w 70928"/>
                <a:gd name="connsiteY8" fmla="*/ 37253 h 45242"/>
                <a:gd name="connsiteX9" fmla="*/ 37061 w 70928"/>
                <a:gd name="connsiteY9" fmla="*/ 44275 h 45242"/>
                <a:gd name="connsiteX10" fmla="*/ 70928 w 70928"/>
                <a:gd name="connsiteY10" fmla="*/ 7886 h 45242"/>
                <a:gd name="connsiteX11" fmla="*/ 49202 w 70928"/>
                <a:gd name="connsiteY11" fmla="*/ 3417 h 45242"/>
                <a:gd name="connsiteX12" fmla="*/ 12780 w 70928"/>
                <a:gd name="connsiteY12" fmla="*/ 3417 h 4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928" h="45242">
                  <a:moveTo>
                    <a:pt x="12780" y="3417"/>
                  </a:moveTo>
                  <a:cubicBezTo>
                    <a:pt x="5750" y="7886"/>
                    <a:pt x="639" y="16185"/>
                    <a:pt x="0" y="24485"/>
                  </a:cubicBezTo>
                  <a:cubicBezTo>
                    <a:pt x="13419" y="18101"/>
                    <a:pt x="28115" y="13632"/>
                    <a:pt x="42812" y="11078"/>
                  </a:cubicBezTo>
                  <a:lnTo>
                    <a:pt x="51119" y="9163"/>
                  </a:lnTo>
                  <a:cubicBezTo>
                    <a:pt x="54314" y="8525"/>
                    <a:pt x="58148" y="10440"/>
                    <a:pt x="58787" y="13632"/>
                  </a:cubicBezTo>
                  <a:cubicBezTo>
                    <a:pt x="59426" y="16824"/>
                    <a:pt x="57509" y="20654"/>
                    <a:pt x="54314" y="21293"/>
                  </a:cubicBezTo>
                  <a:lnTo>
                    <a:pt x="46007" y="23208"/>
                  </a:lnTo>
                  <a:cubicBezTo>
                    <a:pt x="31950" y="25761"/>
                    <a:pt x="17891" y="30230"/>
                    <a:pt x="5111" y="35976"/>
                  </a:cubicBezTo>
                  <a:cubicBezTo>
                    <a:pt x="6390" y="35976"/>
                    <a:pt x="7668" y="36614"/>
                    <a:pt x="8945" y="37253"/>
                  </a:cubicBezTo>
                  <a:cubicBezTo>
                    <a:pt x="16614" y="44275"/>
                    <a:pt x="26837" y="46828"/>
                    <a:pt x="37061" y="44275"/>
                  </a:cubicBezTo>
                  <a:cubicBezTo>
                    <a:pt x="54314" y="39168"/>
                    <a:pt x="67094" y="25123"/>
                    <a:pt x="70928" y="7886"/>
                  </a:cubicBezTo>
                  <a:cubicBezTo>
                    <a:pt x="63260" y="7248"/>
                    <a:pt x="56231" y="5971"/>
                    <a:pt x="49202" y="3417"/>
                  </a:cubicBezTo>
                  <a:cubicBezTo>
                    <a:pt x="35783" y="226"/>
                    <a:pt x="25560" y="-2328"/>
                    <a:pt x="12780" y="3417"/>
                  </a:cubicBezTo>
                  <a:close/>
                </a:path>
              </a:pathLst>
            </a:custGeom>
            <a:solidFill>
              <a:srgbClr val="43B02A"/>
            </a:solidFill>
            <a:ln w="6390" cap="flat">
              <a:noFill/>
              <a:prstDash val="solid"/>
              <a:miter/>
            </a:ln>
          </p:spPr>
          <p:txBody>
            <a:bodyPr rtlCol="0" anchor="ctr"/>
            <a:lstStyle/>
            <a:p>
              <a:endParaRPr lang="en-US"/>
            </a:p>
          </p:txBody>
        </p:sp>
        <p:sp>
          <p:nvSpPr>
            <p:cNvPr id="704" name="Graphic 4">
              <a:extLst>
                <a:ext uri="{FF2B5EF4-FFF2-40B4-BE49-F238E27FC236}">
                  <a16:creationId xmlns:a16="http://schemas.microsoft.com/office/drawing/2014/main" id="{548A3F7B-2777-F740-811A-7B8C1B8B48A2}"/>
                </a:ext>
              </a:extLst>
            </p:cNvPr>
            <p:cNvSpPr/>
            <p:nvPr/>
          </p:nvSpPr>
          <p:spPr>
            <a:xfrm>
              <a:off x="10325499" y="4308712"/>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56875 w 361670"/>
                <a:gd name="connsiteY7" fmla="*/ 233654 h 361971"/>
                <a:gd name="connsiteX8" fmla="*/ 244734 w 361670"/>
                <a:gd name="connsiteY8" fmla="*/ 235569 h 361971"/>
                <a:gd name="connsiteX9" fmla="*/ 216619 w 361670"/>
                <a:gd name="connsiteY9" fmla="*/ 224078 h 361971"/>
                <a:gd name="connsiteX10" fmla="*/ 215341 w 361670"/>
                <a:gd name="connsiteY10" fmla="*/ 215779 h 361971"/>
                <a:gd name="connsiteX11" fmla="*/ 192337 w 361670"/>
                <a:gd name="connsiteY11" fmla="*/ 237484 h 361971"/>
                <a:gd name="connsiteX12" fmla="*/ 192337 w 361670"/>
                <a:gd name="connsiteY12" fmla="*/ 301324 h 361971"/>
                <a:gd name="connsiteX13" fmla="*/ 185947 w 361670"/>
                <a:gd name="connsiteY13" fmla="*/ 307708 h 361971"/>
                <a:gd name="connsiteX14" fmla="*/ 179557 w 361670"/>
                <a:gd name="connsiteY14" fmla="*/ 301324 h 361971"/>
                <a:gd name="connsiteX15" fmla="*/ 179557 w 361670"/>
                <a:gd name="connsiteY15" fmla="*/ 273234 h 361971"/>
                <a:gd name="connsiteX16" fmla="*/ 102878 w 361670"/>
                <a:gd name="connsiteY16" fmla="*/ 220247 h 361971"/>
                <a:gd name="connsiteX17" fmla="*/ 93293 w 361670"/>
                <a:gd name="connsiteY17" fmla="*/ 217055 h 361971"/>
                <a:gd name="connsiteX18" fmla="*/ 89459 w 361670"/>
                <a:gd name="connsiteY18" fmla="*/ 208756 h 361971"/>
                <a:gd name="connsiteX19" fmla="*/ 89459 w 361670"/>
                <a:gd name="connsiteY19" fmla="*/ 208756 h 361971"/>
                <a:gd name="connsiteX20" fmla="*/ 97766 w 361670"/>
                <a:gd name="connsiteY20" fmla="*/ 204926 h 361971"/>
                <a:gd name="connsiteX21" fmla="*/ 107350 w 361670"/>
                <a:gd name="connsiteY21" fmla="*/ 208118 h 361971"/>
                <a:gd name="connsiteX22" fmla="*/ 155915 w 361670"/>
                <a:gd name="connsiteY22" fmla="*/ 229185 h 361971"/>
                <a:gd name="connsiteX23" fmla="*/ 143135 w 361670"/>
                <a:gd name="connsiteY23" fmla="*/ 200457 h 361971"/>
                <a:gd name="connsiteX24" fmla="*/ 101600 w 361670"/>
                <a:gd name="connsiteY24" fmla="*/ 197265 h 361971"/>
                <a:gd name="connsiteX25" fmla="*/ 74762 w 361670"/>
                <a:gd name="connsiteY25" fmla="*/ 199819 h 361971"/>
                <a:gd name="connsiteX26" fmla="*/ 109907 w 361670"/>
                <a:gd name="connsiteY26" fmla="*/ 247698 h 361971"/>
                <a:gd name="connsiteX27" fmla="*/ 143774 w 361670"/>
                <a:gd name="connsiteY27" fmla="*/ 242591 h 361971"/>
                <a:gd name="connsiteX28" fmla="*/ 152720 w 361670"/>
                <a:gd name="connsiteY28" fmla="*/ 244506 h 361971"/>
                <a:gd name="connsiteX29" fmla="*/ 150802 w 361670"/>
                <a:gd name="connsiteY29" fmla="*/ 253444 h 361971"/>
                <a:gd name="connsiteX30" fmla="*/ 121409 w 361670"/>
                <a:gd name="connsiteY30" fmla="*/ 263020 h 361971"/>
                <a:gd name="connsiteX31" fmla="*/ 104156 w 361670"/>
                <a:gd name="connsiteY31" fmla="*/ 259190 h 361971"/>
                <a:gd name="connsiteX32" fmla="*/ 61982 w 361670"/>
                <a:gd name="connsiteY32" fmla="*/ 191519 h 361971"/>
                <a:gd name="connsiteX33" fmla="*/ 69011 w 361670"/>
                <a:gd name="connsiteY33" fmla="*/ 185774 h 361971"/>
                <a:gd name="connsiteX34" fmla="*/ 69650 w 361670"/>
                <a:gd name="connsiteY34" fmla="*/ 185774 h 361971"/>
                <a:gd name="connsiteX35" fmla="*/ 98405 w 361670"/>
                <a:gd name="connsiteY35" fmla="*/ 184497 h 361971"/>
                <a:gd name="connsiteX36" fmla="*/ 148246 w 361670"/>
                <a:gd name="connsiteY36" fmla="*/ 188966 h 361971"/>
                <a:gd name="connsiteX37" fmla="*/ 166138 w 361670"/>
                <a:gd name="connsiteY37" fmla="*/ 237484 h 361971"/>
                <a:gd name="connsiteX38" fmla="*/ 178918 w 361670"/>
                <a:gd name="connsiteY38" fmla="*/ 250252 h 361971"/>
                <a:gd name="connsiteX39" fmla="*/ 178918 w 361670"/>
                <a:gd name="connsiteY39" fmla="*/ 237484 h 361971"/>
                <a:gd name="connsiteX40" fmla="*/ 178918 w 361670"/>
                <a:gd name="connsiteY40" fmla="*/ 234292 h 361971"/>
                <a:gd name="connsiteX41" fmla="*/ 178918 w 361670"/>
                <a:gd name="connsiteY41" fmla="*/ 171729 h 361971"/>
                <a:gd name="connsiteX42" fmla="*/ 148885 w 361670"/>
                <a:gd name="connsiteY42" fmla="*/ 140448 h 361971"/>
                <a:gd name="connsiteX43" fmla="*/ 148885 w 361670"/>
                <a:gd name="connsiteY43" fmla="*/ 123211 h 361971"/>
                <a:gd name="connsiteX44" fmla="*/ 138661 w 361670"/>
                <a:gd name="connsiteY44" fmla="*/ 104697 h 361971"/>
                <a:gd name="connsiteX45" fmla="*/ 138661 w 361670"/>
                <a:gd name="connsiteY45" fmla="*/ 94483 h 361971"/>
                <a:gd name="connsiteX46" fmla="*/ 145051 w 361670"/>
                <a:gd name="connsiteY46" fmla="*/ 88099 h 361971"/>
                <a:gd name="connsiteX47" fmla="*/ 159110 w 361670"/>
                <a:gd name="connsiteY47" fmla="*/ 88099 h 361971"/>
                <a:gd name="connsiteX48" fmla="*/ 159110 w 361670"/>
                <a:gd name="connsiteY48" fmla="*/ 59371 h 361971"/>
                <a:gd name="connsiteX49" fmla="*/ 165500 w 361670"/>
                <a:gd name="connsiteY49" fmla="*/ 52987 h 361971"/>
                <a:gd name="connsiteX50" fmla="*/ 171889 w 361670"/>
                <a:gd name="connsiteY50" fmla="*/ 59371 h 361971"/>
                <a:gd name="connsiteX51" fmla="*/ 171889 w 361670"/>
                <a:gd name="connsiteY51" fmla="*/ 88099 h 361971"/>
                <a:gd name="connsiteX52" fmla="*/ 199366 w 361670"/>
                <a:gd name="connsiteY52" fmla="*/ 88099 h 361971"/>
                <a:gd name="connsiteX53" fmla="*/ 199366 w 361670"/>
                <a:gd name="connsiteY53" fmla="*/ 59371 h 361971"/>
                <a:gd name="connsiteX54" fmla="*/ 205756 w 361670"/>
                <a:gd name="connsiteY54" fmla="*/ 52987 h 361971"/>
                <a:gd name="connsiteX55" fmla="*/ 212146 w 361670"/>
                <a:gd name="connsiteY55" fmla="*/ 59371 h 361971"/>
                <a:gd name="connsiteX56" fmla="*/ 212146 w 361670"/>
                <a:gd name="connsiteY56" fmla="*/ 88099 h 361971"/>
                <a:gd name="connsiteX57" fmla="*/ 226204 w 361670"/>
                <a:gd name="connsiteY57" fmla="*/ 88099 h 361971"/>
                <a:gd name="connsiteX58" fmla="*/ 232594 w 361670"/>
                <a:gd name="connsiteY58" fmla="*/ 94483 h 361971"/>
                <a:gd name="connsiteX59" fmla="*/ 232594 w 361670"/>
                <a:gd name="connsiteY59" fmla="*/ 104697 h 361971"/>
                <a:gd name="connsiteX60" fmla="*/ 222369 w 361670"/>
                <a:gd name="connsiteY60" fmla="*/ 123211 h 361971"/>
                <a:gd name="connsiteX61" fmla="*/ 222369 w 361670"/>
                <a:gd name="connsiteY61" fmla="*/ 140448 h 361971"/>
                <a:gd name="connsiteX62" fmla="*/ 192337 w 361670"/>
                <a:gd name="connsiteY62" fmla="*/ 171729 h 361971"/>
                <a:gd name="connsiteX63" fmla="*/ 192337 w 361670"/>
                <a:gd name="connsiteY63" fmla="*/ 217694 h 361971"/>
                <a:gd name="connsiteX64" fmla="*/ 203839 w 361670"/>
                <a:gd name="connsiteY64" fmla="*/ 208118 h 361971"/>
                <a:gd name="connsiteX65" fmla="*/ 224287 w 361670"/>
                <a:gd name="connsiteY65" fmla="*/ 167899 h 361971"/>
                <a:gd name="connsiteX66" fmla="*/ 268377 w 361670"/>
                <a:gd name="connsiteY66" fmla="*/ 168537 h 361971"/>
                <a:gd name="connsiteX67" fmla="*/ 292659 w 361670"/>
                <a:gd name="connsiteY67" fmla="*/ 172368 h 361971"/>
                <a:gd name="connsiteX68" fmla="*/ 297771 w 361670"/>
                <a:gd name="connsiteY68" fmla="*/ 173644 h 361971"/>
                <a:gd name="connsiteX69" fmla="*/ 299688 w 361670"/>
                <a:gd name="connsiteY69" fmla="*/ 178113 h 361971"/>
                <a:gd name="connsiteX70" fmla="*/ 256875 w 361670"/>
                <a:gd name="connsiteY70" fmla="*/ 233654 h 361971"/>
                <a:gd name="connsiteX71" fmla="*/ 256875 w 361670"/>
                <a:gd name="connsiteY71" fmla="*/ 23365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1670"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1670" y="81077"/>
                    <a:pt x="280518" y="0"/>
                    <a:pt x="180835" y="0"/>
                  </a:cubicBezTo>
                  <a:cubicBezTo>
                    <a:pt x="180835" y="0"/>
                    <a:pt x="180835" y="0"/>
                    <a:pt x="180835" y="0"/>
                  </a:cubicBezTo>
                  <a:close/>
                  <a:moveTo>
                    <a:pt x="256875" y="233654"/>
                  </a:moveTo>
                  <a:cubicBezTo>
                    <a:pt x="253041" y="234930"/>
                    <a:pt x="249208" y="235569"/>
                    <a:pt x="244734" y="235569"/>
                  </a:cubicBezTo>
                  <a:cubicBezTo>
                    <a:pt x="234510" y="234930"/>
                    <a:pt x="224287" y="231100"/>
                    <a:pt x="216619" y="224078"/>
                  </a:cubicBezTo>
                  <a:cubicBezTo>
                    <a:pt x="214063" y="222163"/>
                    <a:pt x="213424" y="218971"/>
                    <a:pt x="215341" y="215779"/>
                  </a:cubicBezTo>
                  <a:cubicBezTo>
                    <a:pt x="206395" y="221524"/>
                    <a:pt x="198088" y="228546"/>
                    <a:pt x="192337" y="237484"/>
                  </a:cubicBezTo>
                  <a:lnTo>
                    <a:pt x="192337" y="301324"/>
                  </a:lnTo>
                  <a:cubicBezTo>
                    <a:pt x="192337" y="305154"/>
                    <a:pt x="189781" y="307708"/>
                    <a:pt x="185947" y="307708"/>
                  </a:cubicBezTo>
                  <a:cubicBezTo>
                    <a:pt x="182113" y="307708"/>
                    <a:pt x="179557" y="305154"/>
                    <a:pt x="179557" y="301324"/>
                  </a:cubicBezTo>
                  <a:lnTo>
                    <a:pt x="179557" y="273234"/>
                  </a:lnTo>
                  <a:cubicBezTo>
                    <a:pt x="161026" y="238761"/>
                    <a:pt x="127160" y="227908"/>
                    <a:pt x="102878" y="220247"/>
                  </a:cubicBezTo>
                  <a:lnTo>
                    <a:pt x="93293" y="217055"/>
                  </a:lnTo>
                  <a:cubicBezTo>
                    <a:pt x="90098" y="215779"/>
                    <a:pt x="88181" y="212587"/>
                    <a:pt x="89459" y="208756"/>
                  </a:cubicBezTo>
                  <a:cubicBezTo>
                    <a:pt x="89459" y="208756"/>
                    <a:pt x="89459" y="208756"/>
                    <a:pt x="89459" y="208756"/>
                  </a:cubicBezTo>
                  <a:cubicBezTo>
                    <a:pt x="90737" y="205564"/>
                    <a:pt x="94571" y="203649"/>
                    <a:pt x="97766" y="204926"/>
                  </a:cubicBezTo>
                  <a:lnTo>
                    <a:pt x="107350" y="208118"/>
                  </a:lnTo>
                  <a:cubicBezTo>
                    <a:pt x="124604" y="213225"/>
                    <a:pt x="140579" y="220247"/>
                    <a:pt x="155915" y="229185"/>
                  </a:cubicBezTo>
                  <a:cubicBezTo>
                    <a:pt x="156553" y="218332"/>
                    <a:pt x="152080" y="207479"/>
                    <a:pt x="143135" y="200457"/>
                  </a:cubicBezTo>
                  <a:cubicBezTo>
                    <a:pt x="128438" y="192158"/>
                    <a:pt x="115658" y="194711"/>
                    <a:pt x="101600" y="197265"/>
                  </a:cubicBezTo>
                  <a:cubicBezTo>
                    <a:pt x="92654" y="199180"/>
                    <a:pt x="83708" y="199819"/>
                    <a:pt x="74762" y="199819"/>
                  </a:cubicBezTo>
                  <a:cubicBezTo>
                    <a:pt x="76679" y="220886"/>
                    <a:pt x="90098" y="239399"/>
                    <a:pt x="109907" y="247698"/>
                  </a:cubicBezTo>
                  <a:cubicBezTo>
                    <a:pt x="121409" y="252167"/>
                    <a:pt x="134189" y="250252"/>
                    <a:pt x="143774" y="242591"/>
                  </a:cubicBezTo>
                  <a:cubicBezTo>
                    <a:pt x="146969" y="240676"/>
                    <a:pt x="150802" y="241314"/>
                    <a:pt x="152720" y="244506"/>
                  </a:cubicBezTo>
                  <a:cubicBezTo>
                    <a:pt x="154636" y="247698"/>
                    <a:pt x="153997" y="251529"/>
                    <a:pt x="150802" y="253444"/>
                  </a:cubicBezTo>
                  <a:cubicBezTo>
                    <a:pt x="142495" y="259828"/>
                    <a:pt x="132271" y="263020"/>
                    <a:pt x="121409" y="263020"/>
                  </a:cubicBezTo>
                  <a:cubicBezTo>
                    <a:pt x="115658" y="263020"/>
                    <a:pt x="109268" y="261743"/>
                    <a:pt x="104156" y="259190"/>
                  </a:cubicBezTo>
                  <a:cubicBezTo>
                    <a:pt x="76679" y="246422"/>
                    <a:pt x="58787" y="217694"/>
                    <a:pt x="61982" y="191519"/>
                  </a:cubicBezTo>
                  <a:cubicBezTo>
                    <a:pt x="62621" y="188327"/>
                    <a:pt x="65816" y="185774"/>
                    <a:pt x="69011" y="185774"/>
                  </a:cubicBezTo>
                  <a:cubicBezTo>
                    <a:pt x="69011" y="185774"/>
                    <a:pt x="69650" y="185774"/>
                    <a:pt x="69650" y="185774"/>
                  </a:cubicBezTo>
                  <a:cubicBezTo>
                    <a:pt x="79235" y="187689"/>
                    <a:pt x="88820" y="187051"/>
                    <a:pt x="98405" y="184497"/>
                  </a:cubicBezTo>
                  <a:cubicBezTo>
                    <a:pt x="113102" y="181944"/>
                    <a:pt x="129715" y="178752"/>
                    <a:pt x="148246" y="188966"/>
                  </a:cubicBezTo>
                  <a:cubicBezTo>
                    <a:pt x="163582" y="199819"/>
                    <a:pt x="170611" y="218971"/>
                    <a:pt x="166138" y="237484"/>
                  </a:cubicBezTo>
                  <a:cubicBezTo>
                    <a:pt x="170611" y="241314"/>
                    <a:pt x="175084" y="245783"/>
                    <a:pt x="178918" y="250252"/>
                  </a:cubicBezTo>
                  <a:lnTo>
                    <a:pt x="178918" y="237484"/>
                  </a:lnTo>
                  <a:cubicBezTo>
                    <a:pt x="178918" y="236207"/>
                    <a:pt x="178918" y="235569"/>
                    <a:pt x="178918" y="234292"/>
                  </a:cubicBezTo>
                  <a:lnTo>
                    <a:pt x="178918" y="171729"/>
                  </a:lnTo>
                  <a:cubicBezTo>
                    <a:pt x="162305" y="171091"/>
                    <a:pt x="148885" y="157046"/>
                    <a:pt x="148885" y="140448"/>
                  </a:cubicBezTo>
                  <a:lnTo>
                    <a:pt x="148885" y="123211"/>
                  </a:lnTo>
                  <a:cubicBezTo>
                    <a:pt x="143135" y="118742"/>
                    <a:pt x="139300" y="112358"/>
                    <a:pt x="138661" y="104697"/>
                  </a:cubicBezTo>
                  <a:lnTo>
                    <a:pt x="138661" y="94483"/>
                  </a:lnTo>
                  <a:cubicBezTo>
                    <a:pt x="138661" y="90653"/>
                    <a:pt x="141217" y="88099"/>
                    <a:pt x="145051" y="88099"/>
                  </a:cubicBezTo>
                  <a:lnTo>
                    <a:pt x="159110" y="88099"/>
                  </a:lnTo>
                  <a:lnTo>
                    <a:pt x="159110" y="59371"/>
                  </a:lnTo>
                  <a:cubicBezTo>
                    <a:pt x="159110" y="55541"/>
                    <a:pt x="161665" y="52987"/>
                    <a:pt x="165500" y="52987"/>
                  </a:cubicBezTo>
                  <a:cubicBezTo>
                    <a:pt x="169333" y="52987"/>
                    <a:pt x="171889" y="55541"/>
                    <a:pt x="171889" y="59371"/>
                  </a:cubicBezTo>
                  <a:lnTo>
                    <a:pt x="171889" y="88099"/>
                  </a:lnTo>
                  <a:lnTo>
                    <a:pt x="199366" y="88099"/>
                  </a:lnTo>
                  <a:lnTo>
                    <a:pt x="199366" y="59371"/>
                  </a:lnTo>
                  <a:cubicBezTo>
                    <a:pt x="199366" y="55541"/>
                    <a:pt x="201922" y="52987"/>
                    <a:pt x="205756" y="52987"/>
                  </a:cubicBezTo>
                  <a:cubicBezTo>
                    <a:pt x="209589" y="52987"/>
                    <a:pt x="212146" y="55541"/>
                    <a:pt x="212146" y="59371"/>
                  </a:cubicBezTo>
                  <a:lnTo>
                    <a:pt x="212146" y="88099"/>
                  </a:lnTo>
                  <a:lnTo>
                    <a:pt x="226204" y="88099"/>
                  </a:lnTo>
                  <a:cubicBezTo>
                    <a:pt x="230038" y="88099"/>
                    <a:pt x="232594" y="90653"/>
                    <a:pt x="232594" y="94483"/>
                  </a:cubicBezTo>
                  <a:lnTo>
                    <a:pt x="232594" y="104697"/>
                  </a:lnTo>
                  <a:cubicBezTo>
                    <a:pt x="231954" y="111720"/>
                    <a:pt x="228120" y="118742"/>
                    <a:pt x="222369" y="123211"/>
                  </a:cubicBezTo>
                  <a:lnTo>
                    <a:pt x="222369" y="140448"/>
                  </a:lnTo>
                  <a:cubicBezTo>
                    <a:pt x="222369" y="157046"/>
                    <a:pt x="208951" y="171091"/>
                    <a:pt x="192337" y="171729"/>
                  </a:cubicBezTo>
                  <a:lnTo>
                    <a:pt x="192337" y="217694"/>
                  </a:lnTo>
                  <a:cubicBezTo>
                    <a:pt x="196171" y="213863"/>
                    <a:pt x="200005" y="210671"/>
                    <a:pt x="203839" y="208118"/>
                  </a:cubicBezTo>
                  <a:cubicBezTo>
                    <a:pt x="201922" y="191519"/>
                    <a:pt x="209589" y="175560"/>
                    <a:pt x="224287" y="167899"/>
                  </a:cubicBezTo>
                  <a:cubicBezTo>
                    <a:pt x="241539" y="160238"/>
                    <a:pt x="255597" y="164707"/>
                    <a:pt x="268377" y="168537"/>
                  </a:cubicBezTo>
                  <a:cubicBezTo>
                    <a:pt x="276045" y="171729"/>
                    <a:pt x="284352" y="173006"/>
                    <a:pt x="292659" y="172368"/>
                  </a:cubicBezTo>
                  <a:cubicBezTo>
                    <a:pt x="294576" y="172368"/>
                    <a:pt x="296493" y="172368"/>
                    <a:pt x="297771" y="173644"/>
                  </a:cubicBezTo>
                  <a:cubicBezTo>
                    <a:pt x="299049" y="174921"/>
                    <a:pt x="299688" y="176836"/>
                    <a:pt x="299688" y="178113"/>
                  </a:cubicBezTo>
                  <a:cubicBezTo>
                    <a:pt x="300327" y="201734"/>
                    <a:pt x="282435" y="224716"/>
                    <a:pt x="256875" y="233654"/>
                  </a:cubicBezTo>
                  <a:lnTo>
                    <a:pt x="256875" y="233654"/>
                  </a:lnTo>
                  <a:close/>
                </a:path>
              </a:pathLst>
            </a:custGeom>
            <a:solidFill>
              <a:srgbClr val="43B02A"/>
            </a:solidFill>
            <a:ln w="6390" cap="flat">
              <a:noFill/>
              <a:prstDash val="solid"/>
              <a:miter/>
            </a:ln>
          </p:spPr>
          <p:txBody>
            <a:bodyPr rtlCol="0" anchor="ctr"/>
            <a:lstStyle/>
            <a:p>
              <a:endParaRPr lang="en-US"/>
            </a:p>
          </p:txBody>
        </p:sp>
      </p:grpSp>
      <p:grpSp>
        <p:nvGrpSpPr>
          <p:cNvPr id="705" name="Graphic 4">
            <a:extLst>
              <a:ext uri="{FF2B5EF4-FFF2-40B4-BE49-F238E27FC236}">
                <a16:creationId xmlns:a16="http://schemas.microsoft.com/office/drawing/2014/main" id="{D21599C0-748F-574D-A6E0-8845EA5044E7}"/>
              </a:ext>
            </a:extLst>
          </p:cNvPr>
          <p:cNvGrpSpPr/>
          <p:nvPr/>
        </p:nvGrpSpPr>
        <p:grpSpPr>
          <a:xfrm>
            <a:off x="11376267" y="3339623"/>
            <a:ext cx="361670" cy="361971"/>
            <a:chOff x="10325499" y="3339623"/>
            <a:chExt cx="361670" cy="361971"/>
          </a:xfrm>
          <a:solidFill>
            <a:srgbClr val="43B02A"/>
          </a:solidFill>
        </p:grpSpPr>
        <p:sp>
          <p:nvSpPr>
            <p:cNvPr id="706" name="Graphic 4">
              <a:extLst>
                <a:ext uri="{FF2B5EF4-FFF2-40B4-BE49-F238E27FC236}">
                  <a16:creationId xmlns:a16="http://schemas.microsoft.com/office/drawing/2014/main" id="{FBBBF456-AAE6-654C-886E-CFEAD9E83F10}"/>
                </a:ext>
              </a:extLst>
            </p:cNvPr>
            <p:cNvSpPr/>
            <p:nvPr/>
          </p:nvSpPr>
          <p:spPr>
            <a:xfrm>
              <a:off x="10538923" y="3500500"/>
              <a:ext cx="31949" cy="31919"/>
            </a:xfrm>
            <a:custGeom>
              <a:avLst/>
              <a:gdLst>
                <a:gd name="connsiteX0" fmla="*/ 31950 w 31949"/>
                <a:gd name="connsiteY0" fmla="*/ 13406 h 31919"/>
                <a:gd name="connsiteX1" fmla="*/ 18530 w 31949"/>
                <a:gd name="connsiteY1" fmla="*/ 0 h 31919"/>
                <a:gd name="connsiteX2" fmla="*/ 0 w 31949"/>
                <a:gd name="connsiteY2" fmla="*/ 0 h 31919"/>
                <a:gd name="connsiteX3" fmla="*/ 31950 w 31949"/>
                <a:gd name="connsiteY3" fmla="*/ 31920 h 31919"/>
                <a:gd name="connsiteX4" fmla="*/ 31950 w 31949"/>
                <a:gd name="connsiteY4" fmla="*/ 13406 h 3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49" h="31919">
                  <a:moveTo>
                    <a:pt x="31950" y="13406"/>
                  </a:moveTo>
                  <a:cubicBezTo>
                    <a:pt x="25560" y="11491"/>
                    <a:pt x="20447" y="6384"/>
                    <a:pt x="18530" y="0"/>
                  </a:cubicBezTo>
                  <a:lnTo>
                    <a:pt x="0" y="0"/>
                  </a:lnTo>
                  <a:cubicBezTo>
                    <a:pt x="2555" y="16598"/>
                    <a:pt x="15335" y="29366"/>
                    <a:pt x="31950" y="31920"/>
                  </a:cubicBezTo>
                  <a:lnTo>
                    <a:pt x="31950" y="13406"/>
                  </a:lnTo>
                  <a:close/>
                </a:path>
              </a:pathLst>
            </a:custGeom>
            <a:solidFill>
              <a:srgbClr val="43B02A"/>
            </a:solidFill>
            <a:ln w="6390" cap="flat">
              <a:noFill/>
              <a:prstDash val="solid"/>
              <a:miter/>
            </a:ln>
          </p:spPr>
          <p:txBody>
            <a:bodyPr rtlCol="0" anchor="ctr"/>
            <a:lstStyle/>
            <a:p>
              <a:endParaRPr lang="en-US"/>
            </a:p>
          </p:txBody>
        </p:sp>
        <p:sp>
          <p:nvSpPr>
            <p:cNvPr id="707" name="Graphic 4">
              <a:extLst>
                <a:ext uri="{FF2B5EF4-FFF2-40B4-BE49-F238E27FC236}">
                  <a16:creationId xmlns:a16="http://schemas.microsoft.com/office/drawing/2014/main" id="{9D0DA07A-F230-5047-9109-20BE32EBD0F0}"/>
                </a:ext>
              </a:extLst>
            </p:cNvPr>
            <p:cNvSpPr/>
            <p:nvPr/>
          </p:nvSpPr>
          <p:spPr>
            <a:xfrm>
              <a:off x="10569594" y="3486455"/>
              <a:ext cx="15335" cy="15321"/>
            </a:xfrm>
            <a:custGeom>
              <a:avLst/>
              <a:gdLst>
                <a:gd name="connsiteX0" fmla="*/ 15336 w 15335"/>
                <a:gd name="connsiteY0" fmla="*/ 7661 h 15321"/>
                <a:gd name="connsiteX1" fmla="*/ 7668 w 15335"/>
                <a:gd name="connsiteY1" fmla="*/ 15322 h 15321"/>
                <a:gd name="connsiteX2" fmla="*/ 1 w 15335"/>
                <a:gd name="connsiteY2" fmla="*/ 7661 h 15321"/>
                <a:gd name="connsiteX3" fmla="*/ 7668 w 15335"/>
                <a:gd name="connsiteY3" fmla="*/ 0 h 15321"/>
                <a:gd name="connsiteX4" fmla="*/ 15336 w 15335"/>
                <a:gd name="connsiteY4" fmla="*/ 7661 h 1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5" h="15321">
                  <a:moveTo>
                    <a:pt x="15336" y="7661"/>
                  </a:moveTo>
                  <a:cubicBezTo>
                    <a:pt x="15336" y="11892"/>
                    <a:pt x="11903" y="15322"/>
                    <a:pt x="7668" y="15322"/>
                  </a:cubicBezTo>
                  <a:cubicBezTo>
                    <a:pt x="3433" y="15322"/>
                    <a:pt x="1" y="11892"/>
                    <a:pt x="1" y="7661"/>
                  </a:cubicBezTo>
                  <a:cubicBezTo>
                    <a:pt x="1" y="3430"/>
                    <a:pt x="3433" y="0"/>
                    <a:pt x="7668" y="0"/>
                  </a:cubicBezTo>
                  <a:cubicBezTo>
                    <a:pt x="11903" y="0"/>
                    <a:pt x="15336" y="3430"/>
                    <a:pt x="15336" y="7661"/>
                  </a:cubicBezTo>
                  <a:close/>
                </a:path>
              </a:pathLst>
            </a:custGeom>
            <a:solidFill>
              <a:srgbClr val="43B02A"/>
            </a:solidFill>
            <a:ln w="6390" cap="flat">
              <a:noFill/>
              <a:prstDash val="solid"/>
              <a:miter/>
            </a:ln>
          </p:spPr>
          <p:txBody>
            <a:bodyPr rtlCol="0" anchor="ctr"/>
            <a:lstStyle/>
            <a:p>
              <a:endParaRPr lang="en-US"/>
            </a:p>
          </p:txBody>
        </p:sp>
        <p:sp>
          <p:nvSpPr>
            <p:cNvPr id="708" name="Graphic 4">
              <a:extLst>
                <a:ext uri="{FF2B5EF4-FFF2-40B4-BE49-F238E27FC236}">
                  <a16:creationId xmlns:a16="http://schemas.microsoft.com/office/drawing/2014/main" id="{E0A49C08-C85E-2545-A12B-1E2A409414BF}"/>
                </a:ext>
              </a:extLst>
            </p:cNvPr>
            <p:cNvSpPr/>
            <p:nvPr/>
          </p:nvSpPr>
          <p:spPr>
            <a:xfrm>
              <a:off x="10538923" y="3455360"/>
              <a:ext cx="76679" cy="32371"/>
            </a:xfrm>
            <a:custGeom>
              <a:avLst/>
              <a:gdLst>
                <a:gd name="connsiteX0" fmla="*/ 18530 w 76679"/>
                <a:gd name="connsiteY0" fmla="*/ 32372 h 32371"/>
                <a:gd name="connsiteX1" fmla="*/ 44730 w 76679"/>
                <a:gd name="connsiteY1" fmla="*/ 18965 h 32371"/>
                <a:gd name="connsiteX2" fmla="*/ 58148 w 76679"/>
                <a:gd name="connsiteY2" fmla="*/ 32372 h 32371"/>
                <a:gd name="connsiteX3" fmla="*/ 76679 w 76679"/>
                <a:gd name="connsiteY3" fmla="*/ 32372 h 32371"/>
                <a:gd name="connsiteX4" fmla="*/ 31950 w 76679"/>
                <a:gd name="connsiteY4" fmla="*/ 452 h 32371"/>
                <a:gd name="connsiteX5" fmla="*/ 0 w 76679"/>
                <a:gd name="connsiteY5" fmla="*/ 32372 h 32371"/>
                <a:gd name="connsiteX6" fmla="*/ 18530 w 76679"/>
                <a:gd name="connsiteY6" fmla="*/ 32372 h 32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79" h="32371">
                  <a:moveTo>
                    <a:pt x="18530" y="32372"/>
                  </a:moveTo>
                  <a:cubicBezTo>
                    <a:pt x="21725" y="21519"/>
                    <a:pt x="33866" y="15773"/>
                    <a:pt x="44730" y="18965"/>
                  </a:cubicBezTo>
                  <a:cubicBezTo>
                    <a:pt x="51119" y="20881"/>
                    <a:pt x="56231" y="25988"/>
                    <a:pt x="58148" y="32372"/>
                  </a:cubicBezTo>
                  <a:lnTo>
                    <a:pt x="76679" y="32372"/>
                  </a:lnTo>
                  <a:cubicBezTo>
                    <a:pt x="72845" y="11305"/>
                    <a:pt x="53036" y="-2740"/>
                    <a:pt x="31950" y="452"/>
                  </a:cubicBezTo>
                  <a:cubicBezTo>
                    <a:pt x="15975" y="3005"/>
                    <a:pt x="3195" y="15773"/>
                    <a:pt x="0" y="32372"/>
                  </a:cubicBezTo>
                  <a:lnTo>
                    <a:pt x="18530" y="32372"/>
                  </a:lnTo>
                  <a:close/>
                </a:path>
              </a:pathLst>
            </a:custGeom>
            <a:solidFill>
              <a:srgbClr val="43B02A"/>
            </a:solidFill>
            <a:ln w="6390" cap="flat">
              <a:noFill/>
              <a:prstDash val="solid"/>
              <a:miter/>
            </a:ln>
          </p:spPr>
          <p:txBody>
            <a:bodyPr rtlCol="0" anchor="ctr"/>
            <a:lstStyle/>
            <a:p>
              <a:endParaRPr lang="en-US"/>
            </a:p>
          </p:txBody>
        </p:sp>
        <p:sp>
          <p:nvSpPr>
            <p:cNvPr id="709" name="Graphic 4">
              <a:extLst>
                <a:ext uri="{FF2B5EF4-FFF2-40B4-BE49-F238E27FC236}">
                  <a16:creationId xmlns:a16="http://schemas.microsoft.com/office/drawing/2014/main" id="{2EA1B7DE-8B94-844E-AADE-2487CCF17E66}"/>
                </a:ext>
              </a:extLst>
            </p:cNvPr>
            <p:cNvSpPr/>
            <p:nvPr/>
          </p:nvSpPr>
          <p:spPr>
            <a:xfrm>
              <a:off x="10406690" y="3540630"/>
              <a:ext cx="183991" cy="66482"/>
            </a:xfrm>
            <a:custGeom>
              <a:avLst/>
              <a:gdLst>
                <a:gd name="connsiteX0" fmla="*/ 172490 w 183991"/>
                <a:gd name="connsiteY0" fmla="*/ 28817 h 66482"/>
                <a:gd name="connsiteX1" fmla="*/ 138623 w 183991"/>
                <a:gd name="connsiteY1" fmla="*/ 20517 h 66482"/>
                <a:gd name="connsiteX2" fmla="*/ 136706 w 183991"/>
                <a:gd name="connsiteY2" fmla="*/ 19879 h 66482"/>
                <a:gd name="connsiteX3" fmla="*/ 105395 w 183991"/>
                <a:gd name="connsiteY3" fmla="*/ 2642 h 66482"/>
                <a:gd name="connsiteX4" fmla="*/ 42135 w 183991"/>
                <a:gd name="connsiteY4" fmla="*/ 727 h 66482"/>
                <a:gd name="connsiteX5" fmla="*/ 40857 w 183991"/>
                <a:gd name="connsiteY5" fmla="*/ 727 h 66482"/>
                <a:gd name="connsiteX6" fmla="*/ 28716 w 183991"/>
                <a:gd name="connsiteY6" fmla="*/ 4558 h 66482"/>
                <a:gd name="connsiteX7" fmla="*/ 2517 w 183991"/>
                <a:gd name="connsiteY7" fmla="*/ 22433 h 66482"/>
                <a:gd name="connsiteX8" fmla="*/ 3795 w 183991"/>
                <a:gd name="connsiteY8" fmla="*/ 57545 h 66482"/>
                <a:gd name="connsiteX9" fmla="*/ 17853 w 183991"/>
                <a:gd name="connsiteY9" fmla="*/ 58183 h 66482"/>
                <a:gd name="connsiteX10" fmla="*/ 22965 w 183991"/>
                <a:gd name="connsiteY10" fmla="*/ 60737 h 66482"/>
                <a:gd name="connsiteX11" fmla="*/ 33828 w 183991"/>
                <a:gd name="connsiteY11" fmla="*/ 66482 h 66482"/>
                <a:gd name="connsiteX12" fmla="*/ 33828 w 183991"/>
                <a:gd name="connsiteY12" fmla="*/ 66482 h 66482"/>
                <a:gd name="connsiteX13" fmla="*/ 44052 w 183991"/>
                <a:gd name="connsiteY13" fmla="*/ 61375 h 66482"/>
                <a:gd name="connsiteX14" fmla="*/ 49164 w 183991"/>
                <a:gd name="connsiteY14" fmla="*/ 58821 h 66482"/>
                <a:gd name="connsiteX15" fmla="*/ 136706 w 183991"/>
                <a:gd name="connsiteY15" fmla="*/ 58821 h 66482"/>
                <a:gd name="connsiteX16" fmla="*/ 141818 w 183991"/>
                <a:gd name="connsiteY16" fmla="*/ 61375 h 66482"/>
                <a:gd name="connsiteX17" fmla="*/ 152681 w 183991"/>
                <a:gd name="connsiteY17" fmla="*/ 66482 h 66482"/>
                <a:gd name="connsiteX18" fmla="*/ 163544 w 183991"/>
                <a:gd name="connsiteY18" fmla="*/ 60737 h 66482"/>
                <a:gd name="connsiteX19" fmla="*/ 168656 w 183991"/>
                <a:gd name="connsiteY19" fmla="*/ 58183 h 66482"/>
                <a:gd name="connsiteX20" fmla="*/ 181436 w 183991"/>
                <a:gd name="connsiteY20" fmla="*/ 57545 h 66482"/>
                <a:gd name="connsiteX21" fmla="*/ 183353 w 183991"/>
                <a:gd name="connsiteY21" fmla="*/ 54353 h 66482"/>
                <a:gd name="connsiteX22" fmla="*/ 183992 w 183991"/>
                <a:gd name="connsiteY22" fmla="*/ 37754 h 66482"/>
                <a:gd name="connsiteX23" fmla="*/ 172490 w 183991"/>
                <a:gd name="connsiteY23" fmla="*/ 28817 h 66482"/>
                <a:gd name="connsiteX24" fmla="*/ 115619 w 183991"/>
                <a:gd name="connsiteY24" fmla="*/ 39669 h 66482"/>
                <a:gd name="connsiteX25" fmla="*/ 99005 w 183991"/>
                <a:gd name="connsiteY25" fmla="*/ 46053 h 66482"/>
                <a:gd name="connsiteX26" fmla="*/ 96449 w 183991"/>
                <a:gd name="connsiteY26" fmla="*/ 46692 h 66482"/>
                <a:gd name="connsiteX27" fmla="*/ 92615 w 183991"/>
                <a:gd name="connsiteY27" fmla="*/ 45415 h 66482"/>
                <a:gd name="connsiteX28" fmla="*/ 90059 w 183991"/>
                <a:gd name="connsiteY28" fmla="*/ 40308 h 66482"/>
                <a:gd name="connsiteX29" fmla="*/ 55554 w 183991"/>
                <a:gd name="connsiteY29" fmla="*/ 40308 h 66482"/>
                <a:gd name="connsiteX30" fmla="*/ 55554 w 183991"/>
                <a:gd name="connsiteY30" fmla="*/ 27540 h 66482"/>
                <a:gd name="connsiteX31" fmla="*/ 90059 w 183991"/>
                <a:gd name="connsiteY31" fmla="*/ 27540 h 66482"/>
                <a:gd name="connsiteX32" fmla="*/ 96449 w 183991"/>
                <a:gd name="connsiteY32" fmla="*/ 21156 h 66482"/>
                <a:gd name="connsiteX33" fmla="*/ 98366 w 183991"/>
                <a:gd name="connsiteY33" fmla="*/ 21794 h 66482"/>
                <a:gd name="connsiteX34" fmla="*/ 114980 w 183991"/>
                <a:gd name="connsiteY34" fmla="*/ 28178 h 66482"/>
                <a:gd name="connsiteX35" fmla="*/ 119454 w 183991"/>
                <a:gd name="connsiteY35" fmla="*/ 33924 h 66482"/>
                <a:gd name="connsiteX36" fmla="*/ 115619 w 183991"/>
                <a:gd name="connsiteY36" fmla="*/ 39669 h 66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83991" h="66482">
                  <a:moveTo>
                    <a:pt x="172490" y="28817"/>
                  </a:moveTo>
                  <a:cubicBezTo>
                    <a:pt x="162905" y="25625"/>
                    <a:pt x="146291" y="22433"/>
                    <a:pt x="138623" y="20517"/>
                  </a:cubicBezTo>
                  <a:cubicBezTo>
                    <a:pt x="137984" y="20517"/>
                    <a:pt x="137345" y="19879"/>
                    <a:pt x="136706" y="19879"/>
                  </a:cubicBezTo>
                  <a:lnTo>
                    <a:pt x="105395" y="2642"/>
                  </a:lnTo>
                  <a:cubicBezTo>
                    <a:pt x="93894" y="-1188"/>
                    <a:pt x="58749" y="89"/>
                    <a:pt x="42135" y="727"/>
                  </a:cubicBezTo>
                  <a:lnTo>
                    <a:pt x="40857" y="727"/>
                  </a:lnTo>
                  <a:cubicBezTo>
                    <a:pt x="36384" y="727"/>
                    <a:pt x="31911" y="2004"/>
                    <a:pt x="28716" y="4558"/>
                  </a:cubicBezTo>
                  <a:cubicBezTo>
                    <a:pt x="19131" y="9665"/>
                    <a:pt x="10825" y="15410"/>
                    <a:pt x="2517" y="22433"/>
                  </a:cubicBezTo>
                  <a:cubicBezTo>
                    <a:pt x="-1316" y="38393"/>
                    <a:pt x="-678" y="50522"/>
                    <a:pt x="3795" y="57545"/>
                  </a:cubicBezTo>
                  <a:lnTo>
                    <a:pt x="17853" y="58183"/>
                  </a:lnTo>
                  <a:cubicBezTo>
                    <a:pt x="19770" y="58183"/>
                    <a:pt x="21687" y="59460"/>
                    <a:pt x="22965" y="60737"/>
                  </a:cubicBezTo>
                  <a:cubicBezTo>
                    <a:pt x="25521" y="64567"/>
                    <a:pt x="29355" y="66482"/>
                    <a:pt x="33828" y="66482"/>
                  </a:cubicBezTo>
                  <a:lnTo>
                    <a:pt x="33828" y="66482"/>
                  </a:lnTo>
                  <a:cubicBezTo>
                    <a:pt x="37662" y="66482"/>
                    <a:pt x="42135" y="64567"/>
                    <a:pt x="44052" y="61375"/>
                  </a:cubicBezTo>
                  <a:cubicBezTo>
                    <a:pt x="45330" y="59460"/>
                    <a:pt x="47247" y="58821"/>
                    <a:pt x="49164" y="58821"/>
                  </a:cubicBezTo>
                  <a:lnTo>
                    <a:pt x="136706" y="58821"/>
                  </a:lnTo>
                  <a:cubicBezTo>
                    <a:pt x="138623" y="58821"/>
                    <a:pt x="140540" y="60098"/>
                    <a:pt x="141818" y="61375"/>
                  </a:cubicBezTo>
                  <a:cubicBezTo>
                    <a:pt x="144374" y="64567"/>
                    <a:pt x="148208" y="66482"/>
                    <a:pt x="152681" y="66482"/>
                  </a:cubicBezTo>
                  <a:cubicBezTo>
                    <a:pt x="157154" y="66482"/>
                    <a:pt x="160988" y="64567"/>
                    <a:pt x="163544" y="60737"/>
                  </a:cubicBezTo>
                  <a:cubicBezTo>
                    <a:pt x="164822" y="58821"/>
                    <a:pt x="166738" y="58183"/>
                    <a:pt x="168656" y="58183"/>
                  </a:cubicBezTo>
                  <a:lnTo>
                    <a:pt x="181436" y="57545"/>
                  </a:lnTo>
                  <a:cubicBezTo>
                    <a:pt x="182074" y="56268"/>
                    <a:pt x="182713" y="55629"/>
                    <a:pt x="183353" y="54353"/>
                  </a:cubicBezTo>
                  <a:lnTo>
                    <a:pt x="183992" y="37754"/>
                  </a:lnTo>
                  <a:cubicBezTo>
                    <a:pt x="183353" y="36477"/>
                    <a:pt x="183353" y="32009"/>
                    <a:pt x="172490" y="28817"/>
                  </a:cubicBezTo>
                  <a:close/>
                  <a:moveTo>
                    <a:pt x="115619" y="39669"/>
                  </a:moveTo>
                  <a:lnTo>
                    <a:pt x="99005" y="46053"/>
                  </a:lnTo>
                  <a:cubicBezTo>
                    <a:pt x="98366" y="46053"/>
                    <a:pt x="97728" y="46692"/>
                    <a:pt x="96449" y="46692"/>
                  </a:cubicBezTo>
                  <a:cubicBezTo>
                    <a:pt x="95172" y="46692"/>
                    <a:pt x="93894" y="46053"/>
                    <a:pt x="92615" y="45415"/>
                  </a:cubicBezTo>
                  <a:cubicBezTo>
                    <a:pt x="90699" y="44138"/>
                    <a:pt x="90059" y="42223"/>
                    <a:pt x="90059" y="40308"/>
                  </a:cubicBezTo>
                  <a:lnTo>
                    <a:pt x="55554" y="40308"/>
                  </a:lnTo>
                  <a:lnTo>
                    <a:pt x="55554" y="27540"/>
                  </a:lnTo>
                  <a:lnTo>
                    <a:pt x="90059" y="27540"/>
                  </a:lnTo>
                  <a:cubicBezTo>
                    <a:pt x="90059" y="23709"/>
                    <a:pt x="93254" y="21156"/>
                    <a:pt x="96449" y="21156"/>
                  </a:cubicBezTo>
                  <a:cubicBezTo>
                    <a:pt x="97089" y="21156"/>
                    <a:pt x="97728" y="21156"/>
                    <a:pt x="98366" y="21794"/>
                  </a:cubicBezTo>
                  <a:lnTo>
                    <a:pt x="114980" y="28178"/>
                  </a:lnTo>
                  <a:cubicBezTo>
                    <a:pt x="117536" y="28817"/>
                    <a:pt x="118814" y="31370"/>
                    <a:pt x="119454" y="33924"/>
                  </a:cubicBezTo>
                  <a:cubicBezTo>
                    <a:pt x="120092" y="36477"/>
                    <a:pt x="118175" y="39031"/>
                    <a:pt x="115619" y="39669"/>
                  </a:cubicBezTo>
                  <a:close/>
                </a:path>
              </a:pathLst>
            </a:custGeom>
            <a:solidFill>
              <a:srgbClr val="43B02A"/>
            </a:solidFill>
            <a:ln w="6390" cap="flat">
              <a:noFill/>
              <a:prstDash val="solid"/>
              <a:miter/>
            </a:ln>
          </p:spPr>
          <p:txBody>
            <a:bodyPr rtlCol="0" anchor="ctr"/>
            <a:lstStyle/>
            <a:p>
              <a:endParaRPr lang="en-US"/>
            </a:p>
          </p:txBody>
        </p:sp>
        <p:sp>
          <p:nvSpPr>
            <p:cNvPr id="710" name="Graphic 4">
              <a:extLst>
                <a:ext uri="{FF2B5EF4-FFF2-40B4-BE49-F238E27FC236}">
                  <a16:creationId xmlns:a16="http://schemas.microsoft.com/office/drawing/2014/main" id="{636D3F30-4C41-B64E-89B2-5DC2AA551D88}"/>
                </a:ext>
              </a:extLst>
            </p:cNvPr>
            <p:cNvSpPr/>
            <p:nvPr/>
          </p:nvSpPr>
          <p:spPr>
            <a:xfrm>
              <a:off x="10583653" y="3500500"/>
              <a:ext cx="31949" cy="31919"/>
            </a:xfrm>
            <a:custGeom>
              <a:avLst/>
              <a:gdLst>
                <a:gd name="connsiteX0" fmla="*/ 13419 w 31949"/>
                <a:gd name="connsiteY0" fmla="*/ 0 h 31919"/>
                <a:gd name="connsiteX1" fmla="*/ 0 w 31949"/>
                <a:gd name="connsiteY1" fmla="*/ 13406 h 31919"/>
                <a:gd name="connsiteX2" fmla="*/ 0 w 31949"/>
                <a:gd name="connsiteY2" fmla="*/ 31920 h 31919"/>
                <a:gd name="connsiteX3" fmla="*/ 31950 w 31949"/>
                <a:gd name="connsiteY3" fmla="*/ 0 h 31919"/>
                <a:gd name="connsiteX4" fmla="*/ 13419 w 31949"/>
                <a:gd name="connsiteY4" fmla="*/ 0 h 3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49" h="31919">
                  <a:moveTo>
                    <a:pt x="13419" y="0"/>
                  </a:moveTo>
                  <a:cubicBezTo>
                    <a:pt x="11501" y="6384"/>
                    <a:pt x="6390" y="11491"/>
                    <a:pt x="0" y="13406"/>
                  </a:cubicBezTo>
                  <a:lnTo>
                    <a:pt x="0" y="31920"/>
                  </a:lnTo>
                  <a:cubicBezTo>
                    <a:pt x="16614" y="29366"/>
                    <a:pt x="29394" y="16598"/>
                    <a:pt x="31950" y="0"/>
                  </a:cubicBezTo>
                  <a:lnTo>
                    <a:pt x="13419" y="0"/>
                  </a:lnTo>
                  <a:close/>
                </a:path>
              </a:pathLst>
            </a:custGeom>
            <a:solidFill>
              <a:srgbClr val="43B02A"/>
            </a:solidFill>
            <a:ln w="6390" cap="flat">
              <a:noFill/>
              <a:prstDash val="solid"/>
              <a:miter/>
            </a:ln>
          </p:spPr>
          <p:txBody>
            <a:bodyPr rtlCol="0" anchor="ctr"/>
            <a:lstStyle/>
            <a:p>
              <a:endParaRPr lang="en-US"/>
            </a:p>
          </p:txBody>
        </p:sp>
        <p:sp>
          <p:nvSpPr>
            <p:cNvPr id="711" name="Graphic 4">
              <a:extLst>
                <a:ext uri="{FF2B5EF4-FFF2-40B4-BE49-F238E27FC236}">
                  <a16:creationId xmlns:a16="http://schemas.microsoft.com/office/drawing/2014/main" id="{84BCA089-E013-5943-A57F-D0779638255C}"/>
                </a:ext>
              </a:extLst>
            </p:cNvPr>
            <p:cNvSpPr/>
            <p:nvPr/>
          </p:nvSpPr>
          <p:spPr>
            <a:xfrm>
              <a:off x="10325499" y="3339623"/>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14063 w 361670"/>
                <a:gd name="connsiteY7" fmla="*/ 104697 h 361971"/>
                <a:gd name="connsiteX8" fmla="*/ 213424 w 361670"/>
                <a:gd name="connsiteY8" fmla="*/ 113635 h 361971"/>
                <a:gd name="connsiteX9" fmla="*/ 196810 w 361670"/>
                <a:gd name="connsiteY9" fmla="*/ 142363 h 361971"/>
                <a:gd name="connsiteX10" fmla="*/ 190420 w 361670"/>
                <a:gd name="connsiteY10" fmla="*/ 147470 h 361971"/>
                <a:gd name="connsiteX11" fmla="*/ 189142 w 361670"/>
                <a:gd name="connsiteY11" fmla="*/ 147470 h 361971"/>
                <a:gd name="connsiteX12" fmla="*/ 184030 w 361670"/>
                <a:gd name="connsiteY12" fmla="*/ 139809 h 361971"/>
                <a:gd name="connsiteX13" fmla="*/ 184030 w 361670"/>
                <a:gd name="connsiteY13" fmla="*/ 139809 h 361971"/>
                <a:gd name="connsiteX14" fmla="*/ 204478 w 361670"/>
                <a:gd name="connsiteY14" fmla="*/ 104697 h 361971"/>
                <a:gd name="connsiteX15" fmla="*/ 214063 w 361670"/>
                <a:gd name="connsiteY15" fmla="*/ 104697 h 361971"/>
                <a:gd name="connsiteX16" fmla="*/ 214063 w 361670"/>
                <a:gd name="connsiteY16" fmla="*/ 104697 h 361971"/>
                <a:gd name="connsiteX17" fmla="*/ 207034 w 361670"/>
                <a:gd name="connsiteY17" fmla="*/ 88738 h 361971"/>
                <a:gd name="connsiteX18" fmla="*/ 205756 w 361670"/>
                <a:gd name="connsiteY18" fmla="*/ 97675 h 361971"/>
                <a:gd name="connsiteX19" fmla="*/ 179557 w 361670"/>
                <a:gd name="connsiteY19" fmla="*/ 143640 h 361971"/>
                <a:gd name="connsiteX20" fmla="*/ 173167 w 361670"/>
                <a:gd name="connsiteY20" fmla="*/ 148747 h 361971"/>
                <a:gd name="connsiteX21" fmla="*/ 171889 w 361670"/>
                <a:gd name="connsiteY21" fmla="*/ 148747 h 361971"/>
                <a:gd name="connsiteX22" fmla="*/ 166777 w 361670"/>
                <a:gd name="connsiteY22" fmla="*/ 141724 h 361971"/>
                <a:gd name="connsiteX23" fmla="*/ 166777 w 361670"/>
                <a:gd name="connsiteY23" fmla="*/ 141724 h 361971"/>
                <a:gd name="connsiteX24" fmla="*/ 198088 w 361670"/>
                <a:gd name="connsiteY24" fmla="*/ 87461 h 361971"/>
                <a:gd name="connsiteX25" fmla="*/ 207034 w 361670"/>
                <a:gd name="connsiteY25" fmla="*/ 88738 h 361971"/>
                <a:gd name="connsiteX26" fmla="*/ 191059 w 361670"/>
                <a:gd name="connsiteY26" fmla="*/ 72139 h 361971"/>
                <a:gd name="connsiteX27" fmla="*/ 200005 w 361670"/>
                <a:gd name="connsiteY27" fmla="*/ 72778 h 361971"/>
                <a:gd name="connsiteX28" fmla="*/ 199366 w 361670"/>
                <a:gd name="connsiteY28" fmla="*/ 81715 h 361971"/>
                <a:gd name="connsiteX29" fmla="*/ 198727 w 361670"/>
                <a:gd name="connsiteY29" fmla="*/ 82354 h 361971"/>
                <a:gd name="connsiteX30" fmla="*/ 162943 w 361670"/>
                <a:gd name="connsiteY30" fmla="*/ 144278 h 361971"/>
                <a:gd name="connsiteX31" fmla="*/ 156553 w 361670"/>
                <a:gd name="connsiteY31" fmla="*/ 150024 h 361971"/>
                <a:gd name="connsiteX32" fmla="*/ 155915 w 361670"/>
                <a:gd name="connsiteY32" fmla="*/ 150024 h 361971"/>
                <a:gd name="connsiteX33" fmla="*/ 150164 w 361670"/>
                <a:gd name="connsiteY33" fmla="*/ 143001 h 361971"/>
                <a:gd name="connsiteX34" fmla="*/ 150164 w 361670"/>
                <a:gd name="connsiteY34" fmla="*/ 143001 h 361971"/>
                <a:gd name="connsiteX35" fmla="*/ 191059 w 361670"/>
                <a:gd name="connsiteY35" fmla="*/ 72139 h 361971"/>
                <a:gd name="connsiteX36" fmla="*/ 276684 w 361670"/>
                <a:gd name="connsiteY36" fmla="*/ 256636 h 361971"/>
                <a:gd name="connsiteX37" fmla="*/ 265182 w 361670"/>
                <a:gd name="connsiteY37" fmla="*/ 271958 h 361971"/>
                <a:gd name="connsiteX38" fmla="*/ 264544 w 361670"/>
                <a:gd name="connsiteY38" fmla="*/ 271958 h 361971"/>
                <a:gd name="connsiteX39" fmla="*/ 253041 w 361670"/>
                <a:gd name="connsiteY39" fmla="*/ 272596 h 361971"/>
                <a:gd name="connsiteX40" fmla="*/ 217258 w 361670"/>
                <a:gd name="connsiteY40" fmla="*/ 275149 h 361971"/>
                <a:gd name="connsiteX41" fmla="*/ 215341 w 361670"/>
                <a:gd name="connsiteY41" fmla="*/ 273234 h 361971"/>
                <a:gd name="connsiteX42" fmla="*/ 133550 w 361670"/>
                <a:gd name="connsiteY42" fmla="*/ 273234 h 361971"/>
                <a:gd name="connsiteX43" fmla="*/ 115019 w 361670"/>
                <a:gd name="connsiteY43" fmla="*/ 280895 h 361971"/>
                <a:gd name="connsiteX44" fmla="*/ 115019 w 361670"/>
                <a:gd name="connsiteY44" fmla="*/ 280895 h 361971"/>
                <a:gd name="connsiteX45" fmla="*/ 95849 w 361670"/>
                <a:gd name="connsiteY45" fmla="*/ 272596 h 361971"/>
                <a:gd name="connsiteX46" fmla="*/ 84986 w 361670"/>
                <a:gd name="connsiteY46" fmla="*/ 271958 h 361971"/>
                <a:gd name="connsiteX47" fmla="*/ 74762 w 361670"/>
                <a:gd name="connsiteY47" fmla="*/ 266212 h 361971"/>
                <a:gd name="connsiteX48" fmla="*/ 70928 w 361670"/>
                <a:gd name="connsiteY48" fmla="*/ 220247 h 361971"/>
                <a:gd name="connsiteX49" fmla="*/ 102878 w 361670"/>
                <a:gd name="connsiteY49" fmla="*/ 194711 h 361971"/>
                <a:gd name="connsiteX50" fmla="*/ 120770 w 361670"/>
                <a:gd name="connsiteY50" fmla="*/ 188966 h 361971"/>
                <a:gd name="connsiteX51" fmla="*/ 122686 w 361670"/>
                <a:gd name="connsiteY51" fmla="*/ 188966 h 361971"/>
                <a:gd name="connsiteX52" fmla="*/ 191059 w 361670"/>
                <a:gd name="connsiteY52" fmla="*/ 191519 h 361971"/>
                <a:gd name="connsiteX53" fmla="*/ 192337 w 361670"/>
                <a:gd name="connsiteY53" fmla="*/ 192158 h 361971"/>
                <a:gd name="connsiteX54" fmla="*/ 223009 w 361670"/>
                <a:gd name="connsiteY54" fmla="*/ 208756 h 361971"/>
                <a:gd name="connsiteX55" fmla="*/ 257514 w 361670"/>
                <a:gd name="connsiteY55" fmla="*/ 217055 h 361971"/>
                <a:gd name="connsiteX56" fmla="*/ 277323 w 361670"/>
                <a:gd name="connsiteY56" fmla="*/ 239399 h 361971"/>
                <a:gd name="connsiteX57" fmla="*/ 276684 w 361670"/>
                <a:gd name="connsiteY57" fmla="*/ 256636 h 361971"/>
                <a:gd name="connsiteX58" fmla="*/ 252403 w 361670"/>
                <a:gd name="connsiteY58" fmla="*/ 206203 h 361971"/>
                <a:gd name="connsiteX59" fmla="*/ 251124 w 361670"/>
                <a:gd name="connsiteY59" fmla="*/ 206203 h 361971"/>
                <a:gd name="connsiteX60" fmla="*/ 200005 w 361670"/>
                <a:gd name="connsiteY60" fmla="*/ 155131 h 361971"/>
                <a:gd name="connsiteX61" fmla="*/ 200005 w 361670"/>
                <a:gd name="connsiteY61" fmla="*/ 154492 h 361971"/>
                <a:gd name="connsiteX62" fmla="*/ 200005 w 361670"/>
                <a:gd name="connsiteY62" fmla="*/ 153854 h 361971"/>
                <a:gd name="connsiteX63" fmla="*/ 251764 w 361670"/>
                <a:gd name="connsiteY63" fmla="*/ 102144 h 361971"/>
                <a:gd name="connsiteX64" fmla="*/ 303522 w 361670"/>
                <a:gd name="connsiteY64" fmla="*/ 153854 h 361971"/>
                <a:gd name="connsiteX65" fmla="*/ 303522 w 361670"/>
                <a:gd name="connsiteY65" fmla="*/ 154492 h 361971"/>
                <a:gd name="connsiteX66" fmla="*/ 303522 w 361670"/>
                <a:gd name="connsiteY66" fmla="*/ 155131 h 361971"/>
                <a:gd name="connsiteX67" fmla="*/ 252403 w 361670"/>
                <a:gd name="connsiteY67" fmla="*/ 20620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61670" h="361971">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1670" y="81077"/>
                    <a:pt x="280518" y="0"/>
                    <a:pt x="180835" y="0"/>
                  </a:cubicBezTo>
                  <a:cubicBezTo>
                    <a:pt x="180835" y="0"/>
                    <a:pt x="180835" y="0"/>
                    <a:pt x="180835" y="0"/>
                  </a:cubicBezTo>
                  <a:close/>
                  <a:moveTo>
                    <a:pt x="214063" y="104697"/>
                  </a:moveTo>
                  <a:cubicBezTo>
                    <a:pt x="216619" y="107251"/>
                    <a:pt x="215979" y="111081"/>
                    <a:pt x="213424" y="113635"/>
                  </a:cubicBezTo>
                  <a:cubicBezTo>
                    <a:pt x="205117" y="121296"/>
                    <a:pt x="199366" y="131510"/>
                    <a:pt x="196810" y="142363"/>
                  </a:cubicBezTo>
                  <a:cubicBezTo>
                    <a:pt x="196171" y="145555"/>
                    <a:pt x="193615" y="147470"/>
                    <a:pt x="190420" y="147470"/>
                  </a:cubicBezTo>
                  <a:lnTo>
                    <a:pt x="189142" y="147470"/>
                  </a:lnTo>
                  <a:cubicBezTo>
                    <a:pt x="185947" y="146832"/>
                    <a:pt x="183391" y="143001"/>
                    <a:pt x="184030" y="139809"/>
                  </a:cubicBezTo>
                  <a:cubicBezTo>
                    <a:pt x="184030" y="139809"/>
                    <a:pt x="184030" y="139809"/>
                    <a:pt x="184030" y="139809"/>
                  </a:cubicBezTo>
                  <a:cubicBezTo>
                    <a:pt x="187225" y="126403"/>
                    <a:pt x="194254" y="114273"/>
                    <a:pt x="204478" y="104697"/>
                  </a:cubicBezTo>
                  <a:cubicBezTo>
                    <a:pt x="207034" y="102144"/>
                    <a:pt x="211507" y="102144"/>
                    <a:pt x="214063" y="104697"/>
                  </a:cubicBezTo>
                  <a:cubicBezTo>
                    <a:pt x="214063" y="104697"/>
                    <a:pt x="214063" y="104697"/>
                    <a:pt x="214063" y="104697"/>
                  </a:cubicBezTo>
                  <a:close/>
                  <a:moveTo>
                    <a:pt x="207034" y="88738"/>
                  </a:moveTo>
                  <a:cubicBezTo>
                    <a:pt x="208951" y="91291"/>
                    <a:pt x="208951" y="95760"/>
                    <a:pt x="205756" y="97675"/>
                  </a:cubicBezTo>
                  <a:cubicBezTo>
                    <a:pt x="191698" y="109166"/>
                    <a:pt x="182113" y="125765"/>
                    <a:pt x="179557" y="143640"/>
                  </a:cubicBezTo>
                  <a:cubicBezTo>
                    <a:pt x="178918" y="146832"/>
                    <a:pt x="176362" y="149385"/>
                    <a:pt x="173167" y="148747"/>
                  </a:cubicBezTo>
                  <a:lnTo>
                    <a:pt x="171889" y="148747"/>
                  </a:lnTo>
                  <a:cubicBezTo>
                    <a:pt x="168695" y="148108"/>
                    <a:pt x="166138" y="144916"/>
                    <a:pt x="166777" y="141724"/>
                  </a:cubicBezTo>
                  <a:cubicBezTo>
                    <a:pt x="166777" y="141724"/>
                    <a:pt x="166777" y="141724"/>
                    <a:pt x="166777" y="141724"/>
                  </a:cubicBezTo>
                  <a:cubicBezTo>
                    <a:pt x="169972" y="120657"/>
                    <a:pt x="181474" y="101505"/>
                    <a:pt x="198088" y="87461"/>
                  </a:cubicBezTo>
                  <a:cubicBezTo>
                    <a:pt x="200644" y="85546"/>
                    <a:pt x="205117" y="86184"/>
                    <a:pt x="207034" y="88738"/>
                  </a:cubicBezTo>
                  <a:close/>
                  <a:moveTo>
                    <a:pt x="191059" y="72139"/>
                  </a:moveTo>
                  <a:cubicBezTo>
                    <a:pt x="193615" y="69586"/>
                    <a:pt x="198088" y="70224"/>
                    <a:pt x="200005" y="72778"/>
                  </a:cubicBezTo>
                  <a:cubicBezTo>
                    <a:pt x="201922" y="75331"/>
                    <a:pt x="201922" y="79800"/>
                    <a:pt x="199366" y="81715"/>
                  </a:cubicBezTo>
                  <a:cubicBezTo>
                    <a:pt x="199366" y="81715"/>
                    <a:pt x="198727" y="82354"/>
                    <a:pt x="198727" y="82354"/>
                  </a:cubicBezTo>
                  <a:cubicBezTo>
                    <a:pt x="178918" y="97037"/>
                    <a:pt x="165500" y="119381"/>
                    <a:pt x="162943" y="144278"/>
                  </a:cubicBezTo>
                  <a:cubicBezTo>
                    <a:pt x="162305" y="147470"/>
                    <a:pt x="159748" y="150024"/>
                    <a:pt x="156553" y="150024"/>
                  </a:cubicBezTo>
                  <a:lnTo>
                    <a:pt x="155915" y="150024"/>
                  </a:lnTo>
                  <a:cubicBezTo>
                    <a:pt x="152720" y="149385"/>
                    <a:pt x="150164" y="146193"/>
                    <a:pt x="150164" y="143001"/>
                  </a:cubicBezTo>
                  <a:cubicBezTo>
                    <a:pt x="150164" y="143001"/>
                    <a:pt x="150164" y="143001"/>
                    <a:pt x="150164" y="143001"/>
                  </a:cubicBezTo>
                  <a:cubicBezTo>
                    <a:pt x="153358" y="114912"/>
                    <a:pt x="168055" y="89376"/>
                    <a:pt x="191059" y="72139"/>
                  </a:cubicBezTo>
                  <a:close/>
                  <a:moveTo>
                    <a:pt x="276684" y="256636"/>
                  </a:moveTo>
                  <a:cubicBezTo>
                    <a:pt x="276684" y="261743"/>
                    <a:pt x="272211" y="270681"/>
                    <a:pt x="265182" y="271958"/>
                  </a:cubicBezTo>
                  <a:lnTo>
                    <a:pt x="264544" y="271958"/>
                  </a:lnTo>
                  <a:lnTo>
                    <a:pt x="253041" y="272596"/>
                  </a:lnTo>
                  <a:cubicBezTo>
                    <a:pt x="244095" y="283449"/>
                    <a:pt x="227482" y="284087"/>
                    <a:pt x="217258" y="275149"/>
                  </a:cubicBezTo>
                  <a:cubicBezTo>
                    <a:pt x="216619" y="274511"/>
                    <a:pt x="215979" y="273873"/>
                    <a:pt x="215341" y="273234"/>
                  </a:cubicBezTo>
                  <a:lnTo>
                    <a:pt x="133550" y="273234"/>
                  </a:lnTo>
                  <a:cubicBezTo>
                    <a:pt x="128438" y="278341"/>
                    <a:pt x="122048" y="280895"/>
                    <a:pt x="115019" y="280895"/>
                  </a:cubicBezTo>
                  <a:lnTo>
                    <a:pt x="115019" y="280895"/>
                  </a:lnTo>
                  <a:cubicBezTo>
                    <a:pt x="107990" y="280895"/>
                    <a:pt x="100961" y="277703"/>
                    <a:pt x="95849" y="272596"/>
                  </a:cubicBezTo>
                  <a:lnTo>
                    <a:pt x="84986" y="271958"/>
                  </a:lnTo>
                  <a:cubicBezTo>
                    <a:pt x="81152" y="271958"/>
                    <a:pt x="77318" y="269404"/>
                    <a:pt x="74762" y="266212"/>
                  </a:cubicBezTo>
                  <a:cubicBezTo>
                    <a:pt x="67733" y="255998"/>
                    <a:pt x="66456" y="240676"/>
                    <a:pt x="70928" y="220247"/>
                  </a:cubicBezTo>
                  <a:cubicBezTo>
                    <a:pt x="72845" y="212587"/>
                    <a:pt x="97766" y="197903"/>
                    <a:pt x="102878" y="194711"/>
                  </a:cubicBezTo>
                  <a:cubicBezTo>
                    <a:pt x="107990" y="191519"/>
                    <a:pt x="114380" y="189604"/>
                    <a:pt x="120770" y="188966"/>
                  </a:cubicBezTo>
                  <a:lnTo>
                    <a:pt x="122686" y="188966"/>
                  </a:lnTo>
                  <a:cubicBezTo>
                    <a:pt x="149525" y="188327"/>
                    <a:pt x="178918" y="187689"/>
                    <a:pt x="191059" y="191519"/>
                  </a:cubicBezTo>
                  <a:lnTo>
                    <a:pt x="192337" y="192158"/>
                  </a:lnTo>
                  <a:lnTo>
                    <a:pt x="223009" y="208756"/>
                  </a:lnTo>
                  <a:cubicBezTo>
                    <a:pt x="231315" y="210671"/>
                    <a:pt x="247290" y="213863"/>
                    <a:pt x="257514" y="217055"/>
                  </a:cubicBezTo>
                  <a:cubicBezTo>
                    <a:pt x="270934" y="221524"/>
                    <a:pt x="277962" y="228546"/>
                    <a:pt x="277323" y="239399"/>
                  </a:cubicBezTo>
                  <a:lnTo>
                    <a:pt x="276684" y="256636"/>
                  </a:lnTo>
                  <a:close/>
                  <a:moveTo>
                    <a:pt x="252403" y="206203"/>
                  </a:moveTo>
                  <a:lnTo>
                    <a:pt x="251124" y="206203"/>
                  </a:lnTo>
                  <a:cubicBezTo>
                    <a:pt x="223009" y="205564"/>
                    <a:pt x="200644" y="183220"/>
                    <a:pt x="200005" y="155131"/>
                  </a:cubicBezTo>
                  <a:cubicBezTo>
                    <a:pt x="200005" y="155131"/>
                    <a:pt x="200005" y="155131"/>
                    <a:pt x="200005" y="154492"/>
                  </a:cubicBezTo>
                  <a:cubicBezTo>
                    <a:pt x="200005" y="153854"/>
                    <a:pt x="200005" y="153854"/>
                    <a:pt x="200005" y="153854"/>
                  </a:cubicBezTo>
                  <a:cubicBezTo>
                    <a:pt x="200005" y="125126"/>
                    <a:pt x="223009" y="102144"/>
                    <a:pt x="251764" y="102144"/>
                  </a:cubicBezTo>
                  <a:cubicBezTo>
                    <a:pt x="280518" y="102144"/>
                    <a:pt x="303522" y="125126"/>
                    <a:pt x="303522" y="153854"/>
                  </a:cubicBezTo>
                  <a:cubicBezTo>
                    <a:pt x="303522" y="153854"/>
                    <a:pt x="303522" y="154492"/>
                    <a:pt x="303522" y="154492"/>
                  </a:cubicBezTo>
                  <a:cubicBezTo>
                    <a:pt x="303522" y="154492"/>
                    <a:pt x="303522" y="155131"/>
                    <a:pt x="303522" y="155131"/>
                  </a:cubicBezTo>
                  <a:cubicBezTo>
                    <a:pt x="302883" y="183220"/>
                    <a:pt x="280518" y="206203"/>
                    <a:pt x="252403" y="206203"/>
                  </a:cubicBezTo>
                  <a:close/>
                </a:path>
              </a:pathLst>
            </a:custGeom>
            <a:solidFill>
              <a:srgbClr val="43B02A"/>
            </a:solidFill>
            <a:ln w="6390" cap="flat">
              <a:noFill/>
              <a:prstDash val="solid"/>
              <a:miter/>
            </a:ln>
          </p:spPr>
          <p:txBody>
            <a:bodyPr rtlCol="0" anchor="ctr"/>
            <a:lstStyle/>
            <a:p>
              <a:endParaRPr lang="en-US"/>
            </a:p>
          </p:txBody>
        </p:sp>
      </p:grpSp>
      <p:grpSp>
        <p:nvGrpSpPr>
          <p:cNvPr id="712" name="Graphic 4">
            <a:extLst>
              <a:ext uri="{FF2B5EF4-FFF2-40B4-BE49-F238E27FC236}">
                <a16:creationId xmlns:a16="http://schemas.microsoft.com/office/drawing/2014/main" id="{5B959B34-4D71-F840-86AB-479B10DFB07E}"/>
              </a:ext>
            </a:extLst>
          </p:cNvPr>
          <p:cNvGrpSpPr/>
          <p:nvPr/>
        </p:nvGrpSpPr>
        <p:grpSpPr>
          <a:xfrm>
            <a:off x="8852242" y="3339623"/>
            <a:ext cx="362309" cy="361971"/>
            <a:chOff x="7801474" y="3339623"/>
            <a:chExt cx="362309" cy="361971"/>
          </a:xfrm>
          <a:solidFill>
            <a:srgbClr val="43B02A"/>
          </a:solidFill>
        </p:grpSpPr>
        <p:sp>
          <p:nvSpPr>
            <p:cNvPr id="713" name="Graphic 4">
              <a:extLst>
                <a:ext uri="{FF2B5EF4-FFF2-40B4-BE49-F238E27FC236}">
                  <a16:creationId xmlns:a16="http://schemas.microsoft.com/office/drawing/2014/main" id="{77B473B5-952F-4C4B-8211-1C8E142B33E7}"/>
                </a:ext>
              </a:extLst>
            </p:cNvPr>
            <p:cNvSpPr/>
            <p:nvPr/>
          </p:nvSpPr>
          <p:spPr>
            <a:xfrm>
              <a:off x="7801474" y="33396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lnTo>
                    <a:pt x="181474" y="349204"/>
                  </a:lnTo>
                  <a:close/>
                </a:path>
              </a:pathLst>
            </a:custGeom>
            <a:solidFill>
              <a:srgbClr val="43B02A"/>
            </a:solidFill>
            <a:ln w="6390" cap="flat">
              <a:noFill/>
              <a:prstDash val="solid"/>
              <a:miter/>
            </a:ln>
          </p:spPr>
          <p:txBody>
            <a:bodyPr rtlCol="0" anchor="ctr"/>
            <a:lstStyle/>
            <a:p>
              <a:endParaRPr lang="en-US"/>
            </a:p>
          </p:txBody>
        </p:sp>
        <p:sp>
          <p:nvSpPr>
            <p:cNvPr id="714" name="Graphic 4">
              <a:extLst>
                <a:ext uri="{FF2B5EF4-FFF2-40B4-BE49-F238E27FC236}">
                  <a16:creationId xmlns:a16="http://schemas.microsoft.com/office/drawing/2014/main" id="{745EDE32-344A-6F46-9D9B-2FACEC2C7FDC}"/>
                </a:ext>
              </a:extLst>
            </p:cNvPr>
            <p:cNvSpPr/>
            <p:nvPr/>
          </p:nvSpPr>
          <p:spPr>
            <a:xfrm>
              <a:off x="7870613" y="3413039"/>
              <a:ext cx="225437" cy="216672"/>
            </a:xfrm>
            <a:custGeom>
              <a:avLst/>
              <a:gdLst>
                <a:gd name="connsiteX0" fmla="*/ 203711 w 225437"/>
                <a:gd name="connsiteY0" fmla="*/ 146832 h 216672"/>
                <a:gd name="connsiteX1" fmla="*/ 166650 w 225437"/>
                <a:gd name="connsiteY1" fmla="*/ 137894 h 216672"/>
                <a:gd name="connsiteX2" fmla="*/ 133422 w 225437"/>
                <a:gd name="connsiteY2" fmla="*/ 120019 h 216672"/>
                <a:gd name="connsiteX3" fmla="*/ 132144 w 225437"/>
                <a:gd name="connsiteY3" fmla="*/ 119381 h 216672"/>
                <a:gd name="connsiteX4" fmla="*/ 58660 w 225437"/>
                <a:gd name="connsiteY4" fmla="*/ 116827 h 216672"/>
                <a:gd name="connsiteX5" fmla="*/ 56743 w 225437"/>
                <a:gd name="connsiteY5" fmla="*/ 116827 h 216672"/>
                <a:gd name="connsiteX6" fmla="*/ 37573 w 225437"/>
                <a:gd name="connsiteY6" fmla="*/ 122573 h 216672"/>
                <a:gd name="connsiteX7" fmla="*/ 35656 w 225437"/>
                <a:gd name="connsiteY7" fmla="*/ 123849 h 216672"/>
                <a:gd name="connsiteX8" fmla="*/ 35656 w 225437"/>
                <a:gd name="connsiteY8" fmla="*/ 118104 h 216672"/>
                <a:gd name="connsiteX9" fmla="*/ 54826 w 225437"/>
                <a:gd name="connsiteY9" fmla="*/ 98952 h 216672"/>
                <a:gd name="connsiteX10" fmla="*/ 96361 w 225437"/>
                <a:gd name="connsiteY10" fmla="*/ 98952 h 216672"/>
                <a:gd name="connsiteX11" fmla="*/ 118086 w 225437"/>
                <a:gd name="connsiteY11" fmla="*/ 77246 h 216672"/>
                <a:gd name="connsiteX12" fmla="*/ 96361 w 225437"/>
                <a:gd name="connsiteY12" fmla="*/ 55541 h 216672"/>
                <a:gd name="connsiteX13" fmla="*/ 52909 w 225437"/>
                <a:gd name="connsiteY13" fmla="*/ 55541 h 216672"/>
                <a:gd name="connsiteX14" fmla="*/ 43963 w 225437"/>
                <a:gd name="connsiteY14" fmla="*/ 46603 h 216672"/>
                <a:gd name="connsiteX15" fmla="*/ 43963 w 225437"/>
                <a:gd name="connsiteY15" fmla="*/ 42134 h 216672"/>
                <a:gd name="connsiteX16" fmla="*/ 52909 w 225437"/>
                <a:gd name="connsiteY16" fmla="*/ 33197 h 216672"/>
                <a:gd name="connsiteX17" fmla="*/ 100833 w 225437"/>
                <a:gd name="connsiteY17" fmla="*/ 33197 h 216672"/>
                <a:gd name="connsiteX18" fmla="*/ 123837 w 225437"/>
                <a:gd name="connsiteY18" fmla="*/ 50434 h 216672"/>
                <a:gd name="connsiteX19" fmla="*/ 128949 w 225437"/>
                <a:gd name="connsiteY19" fmla="*/ 50434 h 216672"/>
                <a:gd name="connsiteX20" fmla="*/ 140451 w 225437"/>
                <a:gd name="connsiteY20" fmla="*/ 54902 h 216672"/>
                <a:gd name="connsiteX21" fmla="*/ 148758 w 225437"/>
                <a:gd name="connsiteY21" fmla="*/ 54902 h 216672"/>
                <a:gd name="connsiteX22" fmla="*/ 155148 w 225437"/>
                <a:gd name="connsiteY22" fmla="*/ 48518 h 216672"/>
                <a:gd name="connsiteX23" fmla="*/ 155148 w 225437"/>
                <a:gd name="connsiteY23" fmla="*/ 46603 h 216672"/>
                <a:gd name="connsiteX24" fmla="*/ 178790 w 225437"/>
                <a:gd name="connsiteY24" fmla="*/ 46603 h 216672"/>
                <a:gd name="connsiteX25" fmla="*/ 185180 w 225437"/>
                <a:gd name="connsiteY25" fmla="*/ 40219 h 216672"/>
                <a:gd name="connsiteX26" fmla="*/ 178790 w 225437"/>
                <a:gd name="connsiteY26" fmla="*/ 33835 h 216672"/>
                <a:gd name="connsiteX27" fmla="*/ 155148 w 225437"/>
                <a:gd name="connsiteY27" fmla="*/ 33835 h 216672"/>
                <a:gd name="connsiteX28" fmla="*/ 155148 w 225437"/>
                <a:gd name="connsiteY28" fmla="*/ 21067 h 216672"/>
                <a:gd name="connsiteX29" fmla="*/ 178790 w 225437"/>
                <a:gd name="connsiteY29" fmla="*/ 21067 h 216672"/>
                <a:gd name="connsiteX30" fmla="*/ 185180 w 225437"/>
                <a:gd name="connsiteY30" fmla="*/ 14683 h 216672"/>
                <a:gd name="connsiteX31" fmla="*/ 178790 w 225437"/>
                <a:gd name="connsiteY31" fmla="*/ 8299 h 216672"/>
                <a:gd name="connsiteX32" fmla="*/ 155148 w 225437"/>
                <a:gd name="connsiteY32" fmla="*/ 8299 h 216672"/>
                <a:gd name="connsiteX33" fmla="*/ 155148 w 225437"/>
                <a:gd name="connsiteY33" fmla="*/ 6384 h 216672"/>
                <a:gd name="connsiteX34" fmla="*/ 148758 w 225437"/>
                <a:gd name="connsiteY34" fmla="*/ 0 h 216672"/>
                <a:gd name="connsiteX35" fmla="*/ 140451 w 225437"/>
                <a:gd name="connsiteY35" fmla="*/ 0 h 216672"/>
                <a:gd name="connsiteX36" fmla="*/ 128949 w 225437"/>
                <a:gd name="connsiteY36" fmla="*/ 4469 h 216672"/>
                <a:gd name="connsiteX37" fmla="*/ 123837 w 225437"/>
                <a:gd name="connsiteY37" fmla="*/ 4469 h 216672"/>
                <a:gd name="connsiteX38" fmla="*/ 100833 w 225437"/>
                <a:gd name="connsiteY38" fmla="*/ 21706 h 216672"/>
                <a:gd name="connsiteX39" fmla="*/ 52909 w 225437"/>
                <a:gd name="connsiteY39" fmla="*/ 21706 h 216672"/>
                <a:gd name="connsiteX40" fmla="*/ 31183 w 225437"/>
                <a:gd name="connsiteY40" fmla="*/ 43411 h 216672"/>
                <a:gd name="connsiteX41" fmla="*/ 31183 w 225437"/>
                <a:gd name="connsiteY41" fmla="*/ 47880 h 216672"/>
                <a:gd name="connsiteX42" fmla="*/ 52909 w 225437"/>
                <a:gd name="connsiteY42" fmla="*/ 69586 h 216672"/>
                <a:gd name="connsiteX43" fmla="*/ 96361 w 225437"/>
                <a:gd name="connsiteY43" fmla="*/ 69586 h 216672"/>
                <a:gd name="connsiteX44" fmla="*/ 105306 w 225437"/>
                <a:gd name="connsiteY44" fmla="*/ 78523 h 216672"/>
                <a:gd name="connsiteX45" fmla="*/ 96361 w 225437"/>
                <a:gd name="connsiteY45" fmla="*/ 87461 h 216672"/>
                <a:gd name="connsiteX46" fmla="*/ 96361 w 225437"/>
                <a:gd name="connsiteY46" fmla="*/ 87461 h 216672"/>
                <a:gd name="connsiteX47" fmla="*/ 54826 w 225437"/>
                <a:gd name="connsiteY47" fmla="*/ 87461 h 216672"/>
                <a:gd name="connsiteX48" fmla="*/ 22876 w 225437"/>
                <a:gd name="connsiteY48" fmla="*/ 119381 h 216672"/>
                <a:gd name="connsiteX49" fmla="*/ 22876 w 225437"/>
                <a:gd name="connsiteY49" fmla="*/ 128318 h 216672"/>
                <a:gd name="connsiteX50" fmla="*/ 24154 w 225437"/>
                <a:gd name="connsiteY50" fmla="*/ 132149 h 216672"/>
                <a:gd name="connsiteX51" fmla="*/ 3067 w 225437"/>
                <a:gd name="connsiteY51" fmla="*/ 151300 h 216672"/>
                <a:gd name="connsiteX52" fmla="*/ 6901 w 225437"/>
                <a:gd name="connsiteY52" fmla="*/ 200457 h 216672"/>
                <a:gd name="connsiteX53" fmla="*/ 17764 w 225437"/>
                <a:gd name="connsiteY53" fmla="*/ 206203 h 216672"/>
                <a:gd name="connsiteX54" fmla="*/ 29266 w 225437"/>
                <a:gd name="connsiteY54" fmla="*/ 206841 h 216672"/>
                <a:gd name="connsiteX55" fmla="*/ 49714 w 225437"/>
                <a:gd name="connsiteY55" fmla="*/ 216417 h 216672"/>
                <a:gd name="connsiteX56" fmla="*/ 49714 w 225437"/>
                <a:gd name="connsiteY56" fmla="*/ 216417 h 216672"/>
                <a:gd name="connsiteX57" fmla="*/ 69522 w 225437"/>
                <a:gd name="connsiteY57" fmla="*/ 208118 h 216672"/>
                <a:gd name="connsiteX58" fmla="*/ 158343 w 225437"/>
                <a:gd name="connsiteY58" fmla="*/ 208118 h 216672"/>
                <a:gd name="connsiteX59" fmla="*/ 197321 w 225437"/>
                <a:gd name="connsiteY59" fmla="*/ 209395 h 216672"/>
                <a:gd name="connsiteX60" fmla="*/ 199238 w 225437"/>
                <a:gd name="connsiteY60" fmla="*/ 207479 h 216672"/>
                <a:gd name="connsiteX61" fmla="*/ 212018 w 225437"/>
                <a:gd name="connsiteY61" fmla="*/ 206841 h 216672"/>
                <a:gd name="connsiteX62" fmla="*/ 212657 w 225437"/>
                <a:gd name="connsiteY62" fmla="*/ 206841 h 216672"/>
                <a:gd name="connsiteX63" fmla="*/ 224798 w 225437"/>
                <a:gd name="connsiteY63" fmla="*/ 190243 h 216672"/>
                <a:gd name="connsiteX64" fmla="*/ 225437 w 225437"/>
                <a:gd name="connsiteY64" fmla="*/ 172368 h 216672"/>
                <a:gd name="connsiteX65" fmla="*/ 203711 w 225437"/>
                <a:gd name="connsiteY65" fmla="*/ 146832 h 216672"/>
                <a:gd name="connsiteX66" fmla="*/ 123198 w 225437"/>
                <a:gd name="connsiteY66" fmla="*/ 17237 h 216672"/>
                <a:gd name="connsiteX67" fmla="*/ 131505 w 225437"/>
                <a:gd name="connsiteY67" fmla="*/ 17237 h 216672"/>
                <a:gd name="connsiteX68" fmla="*/ 137256 w 225437"/>
                <a:gd name="connsiteY68" fmla="*/ 13406 h 216672"/>
                <a:gd name="connsiteX69" fmla="*/ 139812 w 225437"/>
                <a:gd name="connsiteY69" fmla="*/ 12768 h 216672"/>
                <a:gd name="connsiteX70" fmla="*/ 141729 w 225437"/>
                <a:gd name="connsiteY70" fmla="*/ 12768 h 216672"/>
                <a:gd name="connsiteX71" fmla="*/ 141729 w 225437"/>
                <a:gd name="connsiteY71" fmla="*/ 43411 h 216672"/>
                <a:gd name="connsiteX72" fmla="*/ 139812 w 225437"/>
                <a:gd name="connsiteY72" fmla="*/ 43411 h 216672"/>
                <a:gd name="connsiteX73" fmla="*/ 137256 w 225437"/>
                <a:gd name="connsiteY73" fmla="*/ 42773 h 216672"/>
                <a:gd name="connsiteX74" fmla="*/ 131505 w 225437"/>
                <a:gd name="connsiteY74" fmla="*/ 38942 h 216672"/>
                <a:gd name="connsiteX75" fmla="*/ 123198 w 225437"/>
                <a:gd name="connsiteY75" fmla="*/ 38942 h 216672"/>
                <a:gd name="connsiteX76" fmla="*/ 112335 w 225437"/>
                <a:gd name="connsiteY76" fmla="*/ 28090 h 216672"/>
                <a:gd name="connsiteX77" fmla="*/ 123198 w 225437"/>
                <a:gd name="connsiteY77" fmla="*/ 17237 h 216672"/>
                <a:gd name="connsiteX78" fmla="*/ 123198 w 225437"/>
                <a:gd name="connsiteY78" fmla="*/ 17237 h 216672"/>
                <a:gd name="connsiteX79" fmla="*/ 212018 w 225437"/>
                <a:gd name="connsiteY79" fmla="*/ 170452 h 216672"/>
                <a:gd name="connsiteX80" fmla="*/ 211379 w 225437"/>
                <a:gd name="connsiteY80" fmla="*/ 188327 h 216672"/>
                <a:gd name="connsiteX81" fmla="*/ 209462 w 225437"/>
                <a:gd name="connsiteY81" fmla="*/ 192796 h 216672"/>
                <a:gd name="connsiteX82" fmla="*/ 195405 w 225437"/>
                <a:gd name="connsiteY82" fmla="*/ 193435 h 216672"/>
                <a:gd name="connsiteX83" fmla="*/ 190292 w 225437"/>
                <a:gd name="connsiteY83" fmla="*/ 195988 h 216672"/>
                <a:gd name="connsiteX84" fmla="*/ 178151 w 225437"/>
                <a:gd name="connsiteY84" fmla="*/ 202372 h 216672"/>
                <a:gd name="connsiteX85" fmla="*/ 166650 w 225437"/>
                <a:gd name="connsiteY85" fmla="*/ 196627 h 216672"/>
                <a:gd name="connsiteX86" fmla="*/ 161538 w 225437"/>
                <a:gd name="connsiteY86" fmla="*/ 194073 h 216672"/>
                <a:gd name="connsiteX87" fmla="*/ 66966 w 225437"/>
                <a:gd name="connsiteY87" fmla="*/ 194073 h 216672"/>
                <a:gd name="connsiteX88" fmla="*/ 61855 w 225437"/>
                <a:gd name="connsiteY88" fmla="*/ 196627 h 216672"/>
                <a:gd name="connsiteX89" fmla="*/ 50353 w 225437"/>
                <a:gd name="connsiteY89" fmla="*/ 202372 h 216672"/>
                <a:gd name="connsiteX90" fmla="*/ 50353 w 225437"/>
                <a:gd name="connsiteY90" fmla="*/ 202372 h 216672"/>
                <a:gd name="connsiteX91" fmla="*/ 38212 w 225437"/>
                <a:gd name="connsiteY91" fmla="*/ 195988 h 216672"/>
                <a:gd name="connsiteX92" fmla="*/ 33100 w 225437"/>
                <a:gd name="connsiteY92" fmla="*/ 193435 h 216672"/>
                <a:gd name="connsiteX93" fmla="*/ 19042 w 225437"/>
                <a:gd name="connsiteY93" fmla="*/ 192796 h 216672"/>
                <a:gd name="connsiteX94" fmla="*/ 17764 w 225437"/>
                <a:gd name="connsiteY94" fmla="*/ 192158 h 216672"/>
                <a:gd name="connsiteX95" fmla="*/ 15847 w 225437"/>
                <a:gd name="connsiteY95" fmla="*/ 153854 h 216672"/>
                <a:gd name="connsiteX96" fmla="*/ 44601 w 225437"/>
                <a:gd name="connsiteY96" fmla="*/ 134064 h 216672"/>
                <a:gd name="connsiteX97" fmla="*/ 58021 w 225437"/>
                <a:gd name="connsiteY97" fmla="*/ 129595 h 216672"/>
                <a:gd name="connsiteX98" fmla="*/ 59299 w 225437"/>
                <a:gd name="connsiteY98" fmla="*/ 129595 h 216672"/>
                <a:gd name="connsiteX99" fmla="*/ 127671 w 225437"/>
                <a:gd name="connsiteY99" fmla="*/ 131510 h 216672"/>
                <a:gd name="connsiteX100" fmla="*/ 161538 w 225437"/>
                <a:gd name="connsiteY100" fmla="*/ 150024 h 216672"/>
                <a:gd name="connsiteX101" fmla="*/ 163455 w 225437"/>
                <a:gd name="connsiteY101" fmla="*/ 150662 h 216672"/>
                <a:gd name="connsiteX102" fmla="*/ 200516 w 225437"/>
                <a:gd name="connsiteY102" fmla="*/ 159600 h 216672"/>
                <a:gd name="connsiteX103" fmla="*/ 212018 w 225437"/>
                <a:gd name="connsiteY103" fmla="*/ 170452 h 216672"/>
                <a:gd name="connsiteX104" fmla="*/ 212018 w 225437"/>
                <a:gd name="connsiteY104" fmla="*/ 170452 h 216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225437" h="216672">
                  <a:moveTo>
                    <a:pt x="203711" y="146832"/>
                  </a:moveTo>
                  <a:cubicBezTo>
                    <a:pt x="193487" y="143640"/>
                    <a:pt x="177512" y="140448"/>
                    <a:pt x="166650" y="137894"/>
                  </a:cubicBezTo>
                  <a:lnTo>
                    <a:pt x="133422" y="120019"/>
                  </a:lnTo>
                  <a:lnTo>
                    <a:pt x="132144" y="119381"/>
                  </a:lnTo>
                  <a:cubicBezTo>
                    <a:pt x="118725" y="114912"/>
                    <a:pt x="87415" y="115550"/>
                    <a:pt x="58660" y="116827"/>
                  </a:cubicBezTo>
                  <a:lnTo>
                    <a:pt x="56743" y="116827"/>
                  </a:lnTo>
                  <a:cubicBezTo>
                    <a:pt x="49714" y="116827"/>
                    <a:pt x="43324" y="119381"/>
                    <a:pt x="37573" y="122573"/>
                  </a:cubicBezTo>
                  <a:lnTo>
                    <a:pt x="35656" y="123849"/>
                  </a:lnTo>
                  <a:lnTo>
                    <a:pt x="35656" y="118104"/>
                  </a:lnTo>
                  <a:cubicBezTo>
                    <a:pt x="35656" y="107251"/>
                    <a:pt x="43963" y="98952"/>
                    <a:pt x="54826" y="98952"/>
                  </a:cubicBezTo>
                  <a:lnTo>
                    <a:pt x="96361" y="98952"/>
                  </a:lnTo>
                  <a:cubicBezTo>
                    <a:pt x="108501" y="98952"/>
                    <a:pt x="118086" y="89376"/>
                    <a:pt x="118086" y="77246"/>
                  </a:cubicBezTo>
                  <a:cubicBezTo>
                    <a:pt x="118086" y="65755"/>
                    <a:pt x="108501" y="56179"/>
                    <a:pt x="96361" y="55541"/>
                  </a:cubicBezTo>
                  <a:lnTo>
                    <a:pt x="52909" y="55541"/>
                  </a:lnTo>
                  <a:cubicBezTo>
                    <a:pt x="47796" y="55541"/>
                    <a:pt x="43963" y="51710"/>
                    <a:pt x="43963" y="46603"/>
                  </a:cubicBezTo>
                  <a:lnTo>
                    <a:pt x="43963" y="42134"/>
                  </a:lnTo>
                  <a:cubicBezTo>
                    <a:pt x="43963" y="37027"/>
                    <a:pt x="47796" y="33197"/>
                    <a:pt x="52909" y="33197"/>
                  </a:cubicBezTo>
                  <a:lnTo>
                    <a:pt x="100833" y="33197"/>
                  </a:lnTo>
                  <a:cubicBezTo>
                    <a:pt x="102751" y="44688"/>
                    <a:pt x="110418" y="50434"/>
                    <a:pt x="123837" y="50434"/>
                  </a:cubicBezTo>
                  <a:lnTo>
                    <a:pt x="128949" y="50434"/>
                  </a:lnTo>
                  <a:cubicBezTo>
                    <a:pt x="132144" y="53626"/>
                    <a:pt x="136617" y="54902"/>
                    <a:pt x="140451" y="54902"/>
                  </a:cubicBezTo>
                  <a:lnTo>
                    <a:pt x="148758" y="54902"/>
                  </a:lnTo>
                  <a:cubicBezTo>
                    <a:pt x="152592" y="54902"/>
                    <a:pt x="155148" y="52349"/>
                    <a:pt x="155148" y="48518"/>
                  </a:cubicBezTo>
                  <a:lnTo>
                    <a:pt x="155148" y="46603"/>
                  </a:lnTo>
                  <a:lnTo>
                    <a:pt x="178790" y="46603"/>
                  </a:lnTo>
                  <a:cubicBezTo>
                    <a:pt x="182625" y="46603"/>
                    <a:pt x="185180" y="44050"/>
                    <a:pt x="185180" y="40219"/>
                  </a:cubicBezTo>
                  <a:cubicBezTo>
                    <a:pt x="185180" y="36389"/>
                    <a:pt x="182625" y="33835"/>
                    <a:pt x="178790" y="33835"/>
                  </a:cubicBezTo>
                  <a:lnTo>
                    <a:pt x="155148" y="33835"/>
                  </a:lnTo>
                  <a:lnTo>
                    <a:pt x="155148" y="21067"/>
                  </a:lnTo>
                  <a:lnTo>
                    <a:pt x="178790" y="21067"/>
                  </a:lnTo>
                  <a:cubicBezTo>
                    <a:pt x="182625" y="21067"/>
                    <a:pt x="185180" y="18514"/>
                    <a:pt x="185180" y="14683"/>
                  </a:cubicBezTo>
                  <a:cubicBezTo>
                    <a:pt x="185180" y="10853"/>
                    <a:pt x="182625" y="8299"/>
                    <a:pt x="178790" y="8299"/>
                  </a:cubicBezTo>
                  <a:lnTo>
                    <a:pt x="155148" y="8299"/>
                  </a:lnTo>
                  <a:lnTo>
                    <a:pt x="155148" y="6384"/>
                  </a:lnTo>
                  <a:cubicBezTo>
                    <a:pt x="155148" y="2554"/>
                    <a:pt x="152592" y="0"/>
                    <a:pt x="148758" y="0"/>
                  </a:cubicBezTo>
                  <a:lnTo>
                    <a:pt x="140451" y="0"/>
                  </a:lnTo>
                  <a:cubicBezTo>
                    <a:pt x="135978" y="0"/>
                    <a:pt x="132144" y="1277"/>
                    <a:pt x="128949" y="4469"/>
                  </a:cubicBezTo>
                  <a:lnTo>
                    <a:pt x="123837" y="4469"/>
                  </a:lnTo>
                  <a:cubicBezTo>
                    <a:pt x="110418" y="4469"/>
                    <a:pt x="102751" y="10214"/>
                    <a:pt x="100833" y="21706"/>
                  </a:cubicBezTo>
                  <a:lnTo>
                    <a:pt x="52909" y="21706"/>
                  </a:lnTo>
                  <a:cubicBezTo>
                    <a:pt x="40768" y="21706"/>
                    <a:pt x="31183" y="31282"/>
                    <a:pt x="31183" y="43411"/>
                  </a:cubicBezTo>
                  <a:lnTo>
                    <a:pt x="31183" y="47880"/>
                  </a:lnTo>
                  <a:cubicBezTo>
                    <a:pt x="31183" y="60010"/>
                    <a:pt x="40768" y="69586"/>
                    <a:pt x="52909" y="69586"/>
                  </a:cubicBezTo>
                  <a:lnTo>
                    <a:pt x="96361" y="69586"/>
                  </a:lnTo>
                  <a:cubicBezTo>
                    <a:pt x="101472" y="69586"/>
                    <a:pt x="105306" y="73416"/>
                    <a:pt x="105306" y="78523"/>
                  </a:cubicBezTo>
                  <a:cubicBezTo>
                    <a:pt x="105306" y="83630"/>
                    <a:pt x="101472" y="87461"/>
                    <a:pt x="96361" y="87461"/>
                  </a:cubicBezTo>
                  <a:cubicBezTo>
                    <a:pt x="96361" y="87461"/>
                    <a:pt x="96361" y="87461"/>
                    <a:pt x="96361" y="87461"/>
                  </a:cubicBezTo>
                  <a:lnTo>
                    <a:pt x="54826" y="87461"/>
                  </a:lnTo>
                  <a:cubicBezTo>
                    <a:pt x="36934" y="87461"/>
                    <a:pt x="22876" y="101505"/>
                    <a:pt x="22876" y="119381"/>
                  </a:cubicBezTo>
                  <a:lnTo>
                    <a:pt x="22876" y="128318"/>
                  </a:lnTo>
                  <a:cubicBezTo>
                    <a:pt x="22876" y="129595"/>
                    <a:pt x="23515" y="130872"/>
                    <a:pt x="24154" y="132149"/>
                  </a:cubicBezTo>
                  <a:cubicBezTo>
                    <a:pt x="15208" y="137894"/>
                    <a:pt x="4345" y="146193"/>
                    <a:pt x="3067" y="151300"/>
                  </a:cubicBezTo>
                  <a:cubicBezTo>
                    <a:pt x="-2045" y="173644"/>
                    <a:pt x="-767" y="190243"/>
                    <a:pt x="6901" y="200457"/>
                  </a:cubicBezTo>
                  <a:cubicBezTo>
                    <a:pt x="9457" y="203649"/>
                    <a:pt x="13291" y="206203"/>
                    <a:pt x="17764" y="206203"/>
                  </a:cubicBezTo>
                  <a:lnTo>
                    <a:pt x="29266" y="206841"/>
                  </a:lnTo>
                  <a:cubicBezTo>
                    <a:pt x="34378" y="212587"/>
                    <a:pt x="42046" y="216417"/>
                    <a:pt x="49714" y="216417"/>
                  </a:cubicBezTo>
                  <a:lnTo>
                    <a:pt x="49714" y="216417"/>
                  </a:lnTo>
                  <a:cubicBezTo>
                    <a:pt x="57381" y="216417"/>
                    <a:pt x="64411" y="213225"/>
                    <a:pt x="69522" y="208118"/>
                  </a:cubicBezTo>
                  <a:lnTo>
                    <a:pt x="158343" y="208118"/>
                  </a:lnTo>
                  <a:cubicBezTo>
                    <a:pt x="168566" y="218971"/>
                    <a:pt x="185820" y="219609"/>
                    <a:pt x="197321" y="209395"/>
                  </a:cubicBezTo>
                  <a:cubicBezTo>
                    <a:pt x="197960" y="208756"/>
                    <a:pt x="198600" y="208118"/>
                    <a:pt x="199238" y="207479"/>
                  </a:cubicBezTo>
                  <a:lnTo>
                    <a:pt x="212018" y="206841"/>
                  </a:lnTo>
                  <a:lnTo>
                    <a:pt x="212657" y="206841"/>
                  </a:lnTo>
                  <a:cubicBezTo>
                    <a:pt x="219686" y="205564"/>
                    <a:pt x="224159" y="195350"/>
                    <a:pt x="224798" y="190243"/>
                  </a:cubicBezTo>
                  <a:lnTo>
                    <a:pt x="225437" y="172368"/>
                  </a:lnTo>
                  <a:cubicBezTo>
                    <a:pt x="224798" y="159600"/>
                    <a:pt x="217769" y="151300"/>
                    <a:pt x="203711" y="146832"/>
                  </a:cubicBezTo>
                  <a:close/>
                  <a:moveTo>
                    <a:pt x="123198" y="17237"/>
                  </a:moveTo>
                  <a:lnTo>
                    <a:pt x="131505" y="17237"/>
                  </a:lnTo>
                  <a:cubicBezTo>
                    <a:pt x="134061" y="17237"/>
                    <a:pt x="135978" y="15960"/>
                    <a:pt x="137256" y="13406"/>
                  </a:cubicBezTo>
                  <a:cubicBezTo>
                    <a:pt x="137895" y="12768"/>
                    <a:pt x="139173" y="12768"/>
                    <a:pt x="139812" y="12768"/>
                  </a:cubicBezTo>
                  <a:lnTo>
                    <a:pt x="141729" y="12768"/>
                  </a:lnTo>
                  <a:lnTo>
                    <a:pt x="141729" y="43411"/>
                  </a:lnTo>
                  <a:lnTo>
                    <a:pt x="139812" y="43411"/>
                  </a:lnTo>
                  <a:cubicBezTo>
                    <a:pt x="138534" y="43411"/>
                    <a:pt x="137895" y="43411"/>
                    <a:pt x="137256" y="42773"/>
                  </a:cubicBezTo>
                  <a:cubicBezTo>
                    <a:pt x="135978" y="40219"/>
                    <a:pt x="134061" y="38942"/>
                    <a:pt x="131505" y="38942"/>
                  </a:cubicBezTo>
                  <a:lnTo>
                    <a:pt x="123198" y="38942"/>
                  </a:lnTo>
                  <a:cubicBezTo>
                    <a:pt x="114891" y="38942"/>
                    <a:pt x="112335" y="36389"/>
                    <a:pt x="112335" y="28090"/>
                  </a:cubicBezTo>
                  <a:cubicBezTo>
                    <a:pt x="112335" y="19790"/>
                    <a:pt x="114891" y="17237"/>
                    <a:pt x="123198" y="17237"/>
                  </a:cubicBezTo>
                  <a:lnTo>
                    <a:pt x="123198" y="17237"/>
                  </a:lnTo>
                  <a:close/>
                  <a:moveTo>
                    <a:pt x="212018" y="170452"/>
                  </a:moveTo>
                  <a:lnTo>
                    <a:pt x="211379" y="188327"/>
                  </a:lnTo>
                  <a:cubicBezTo>
                    <a:pt x="210740" y="189604"/>
                    <a:pt x="210101" y="191519"/>
                    <a:pt x="209462" y="192796"/>
                  </a:cubicBezTo>
                  <a:lnTo>
                    <a:pt x="195405" y="193435"/>
                  </a:lnTo>
                  <a:cubicBezTo>
                    <a:pt x="193487" y="193435"/>
                    <a:pt x="191570" y="194711"/>
                    <a:pt x="190292" y="195988"/>
                  </a:cubicBezTo>
                  <a:cubicBezTo>
                    <a:pt x="187736" y="199819"/>
                    <a:pt x="183264" y="202372"/>
                    <a:pt x="178151" y="202372"/>
                  </a:cubicBezTo>
                  <a:cubicBezTo>
                    <a:pt x="173679" y="202372"/>
                    <a:pt x="169205" y="200457"/>
                    <a:pt x="166650" y="196627"/>
                  </a:cubicBezTo>
                  <a:cubicBezTo>
                    <a:pt x="165371" y="194711"/>
                    <a:pt x="163455" y="194073"/>
                    <a:pt x="161538" y="194073"/>
                  </a:cubicBezTo>
                  <a:lnTo>
                    <a:pt x="66966" y="194073"/>
                  </a:lnTo>
                  <a:cubicBezTo>
                    <a:pt x="65050" y="194073"/>
                    <a:pt x="63132" y="195350"/>
                    <a:pt x="61855" y="196627"/>
                  </a:cubicBezTo>
                  <a:cubicBezTo>
                    <a:pt x="59299" y="200457"/>
                    <a:pt x="54826" y="202372"/>
                    <a:pt x="50353" y="202372"/>
                  </a:cubicBezTo>
                  <a:lnTo>
                    <a:pt x="50353" y="202372"/>
                  </a:lnTo>
                  <a:cubicBezTo>
                    <a:pt x="45241" y="202372"/>
                    <a:pt x="40768" y="199819"/>
                    <a:pt x="38212" y="195988"/>
                  </a:cubicBezTo>
                  <a:cubicBezTo>
                    <a:pt x="36934" y="194073"/>
                    <a:pt x="35017" y="193435"/>
                    <a:pt x="33100" y="193435"/>
                  </a:cubicBezTo>
                  <a:lnTo>
                    <a:pt x="19042" y="192796"/>
                  </a:lnTo>
                  <a:cubicBezTo>
                    <a:pt x="18403" y="192796"/>
                    <a:pt x="18403" y="192796"/>
                    <a:pt x="17764" y="192158"/>
                  </a:cubicBezTo>
                  <a:cubicBezTo>
                    <a:pt x="12652" y="185135"/>
                    <a:pt x="12013" y="171729"/>
                    <a:pt x="15847" y="153854"/>
                  </a:cubicBezTo>
                  <a:cubicBezTo>
                    <a:pt x="24793" y="146193"/>
                    <a:pt x="34378" y="139809"/>
                    <a:pt x="44601" y="134064"/>
                  </a:cubicBezTo>
                  <a:cubicBezTo>
                    <a:pt x="48436" y="131510"/>
                    <a:pt x="53548" y="129595"/>
                    <a:pt x="58021" y="129595"/>
                  </a:cubicBezTo>
                  <a:lnTo>
                    <a:pt x="59299" y="129595"/>
                  </a:lnTo>
                  <a:cubicBezTo>
                    <a:pt x="77191" y="128957"/>
                    <a:pt x="115530" y="127680"/>
                    <a:pt x="127671" y="131510"/>
                  </a:cubicBezTo>
                  <a:lnTo>
                    <a:pt x="161538" y="150024"/>
                  </a:lnTo>
                  <a:cubicBezTo>
                    <a:pt x="162176" y="150024"/>
                    <a:pt x="162815" y="150662"/>
                    <a:pt x="163455" y="150662"/>
                  </a:cubicBezTo>
                  <a:cubicBezTo>
                    <a:pt x="172400" y="152577"/>
                    <a:pt x="189654" y="156408"/>
                    <a:pt x="200516" y="159600"/>
                  </a:cubicBezTo>
                  <a:cubicBezTo>
                    <a:pt x="212018" y="162792"/>
                    <a:pt x="212018" y="167899"/>
                    <a:pt x="212018" y="170452"/>
                  </a:cubicBezTo>
                  <a:lnTo>
                    <a:pt x="212018" y="170452"/>
                  </a:lnTo>
                  <a:close/>
                </a:path>
              </a:pathLst>
            </a:custGeom>
            <a:solidFill>
              <a:srgbClr val="43B02A"/>
            </a:solidFill>
            <a:ln w="6390" cap="flat">
              <a:noFill/>
              <a:prstDash val="solid"/>
              <a:miter/>
            </a:ln>
          </p:spPr>
          <p:txBody>
            <a:bodyPr rtlCol="0" anchor="ctr"/>
            <a:lstStyle/>
            <a:p>
              <a:endParaRPr lang="en-US"/>
            </a:p>
          </p:txBody>
        </p:sp>
      </p:grpSp>
      <p:grpSp>
        <p:nvGrpSpPr>
          <p:cNvPr id="715" name="Graphic 4">
            <a:extLst>
              <a:ext uri="{FF2B5EF4-FFF2-40B4-BE49-F238E27FC236}">
                <a16:creationId xmlns:a16="http://schemas.microsoft.com/office/drawing/2014/main" id="{B5D76ADD-956A-A048-B804-E530BE44E4EA}"/>
              </a:ext>
            </a:extLst>
          </p:cNvPr>
          <p:cNvGrpSpPr/>
          <p:nvPr/>
        </p:nvGrpSpPr>
        <p:grpSpPr>
          <a:xfrm>
            <a:off x="10329595" y="4793256"/>
            <a:ext cx="362309" cy="361971"/>
            <a:chOff x="9278827" y="4793256"/>
            <a:chExt cx="362309" cy="361971"/>
          </a:xfrm>
          <a:solidFill>
            <a:srgbClr val="43B02A"/>
          </a:solidFill>
        </p:grpSpPr>
        <p:sp>
          <p:nvSpPr>
            <p:cNvPr id="716" name="Graphic 4">
              <a:extLst>
                <a:ext uri="{FF2B5EF4-FFF2-40B4-BE49-F238E27FC236}">
                  <a16:creationId xmlns:a16="http://schemas.microsoft.com/office/drawing/2014/main" id="{9D806681-1161-7243-ACAC-ADD3A2B964E4}"/>
                </a:ext>
              </a:extLst>
            </p:cNvPr>
            <p:cNvSpPr/>
            <p:nvPr/>
          </p:nvSpPr>
          <p:spPr>
            <a:xfrm>
              <a:off x="9371481" y="4885185"/>
              <a:ext cx="114380" cy="178113"/>
            </a:xfrm>
            <a:custGeom>
              <a:avLst/>
              <a:gdLst>
                <a:gd name="connsiteX0" fmla="*/ 105434 w 114380"/>
                <a:gd name="connsiteY0" fmla="*/ 14683 h 178113"/>
                <a:gd name="connsiteX1" fmla="*/ 90738 w 114380"/>
                <a:gd name="connsiteY1" fmla="*/ 0 h 178113"/>
                <a:gd name="connsiteX2" fmla="*/ 23004 w 114380"/>
                <a:gd name="connsiteY2" fmla="*/ 0 h 178113"/>
                <a:gd name="connsiteX3" fmla="*/ 8307 w 114380"/>
                <a:gd name="connsiteY3" fmla="*/ 14683 h 178113"/>
                <a:gd name="connsiteX4" fmla="*/ 8307 w 114380"/>
                <a:gd name="connsiteY4" fmla="*/ 152577 h 178113"/>
                <a:gd name="connsiteX5" fmla="*/ 14697 w 114380"/>
                <a:gd name="connsiteY5" fmla="*/ 152577 h 178113"/>
                <a:gd name="connsiteX6" fmla="*/ 21087 w 114380"/>
                <a:gd name="connsiteY6" fmla="*/ 158961 h 178113"/>
                <a:gd name="connsiteX7" fmla="*/ 14697 w 114380"/>
                <a:gd name="connsiteY7" fmla="*/ 165345 h 178113"/>
                <a:gd name="connsiteX8" fmla="*/ 0 w 114380"/>
                <a:gd name="connsiteY8" fmla="*/ 165345 h 178113"/>
                <a:gd name="connsiteX9" fmla="*/ 0 w 114380"/>
                <a:gd name="connsiteY9" fmla="*/ 178113 h 178113"/>
                <a:gd name="connsiteX10" fmla="*/ 114380 w 114380"/>
                <a:gd name="connsiteY10" fmla="*/ 178113 h 178113"/>
                <a:gd name="connsiteX11" fmla="*/ 114380 w 114380"/>
                <a:gd name="connsiteY11" fmla="*/ 165345 h 178113"/>
                <a:gd name="connsiteX12" fmla="*/ 99683 w 114380"/>
                <a:gd name="connsiteY12" fmla="*/ 165345 h 178113"/>
                <a:gd name="connsiteX13" fmla="*/ 93293 w 114380"/>
                <a:gd name="connsiteY13" fmla="*/ 158961 h 178113"/>
                <a:gd name="connsiteX14" fmla="*/ 99683 w 114380"/>
                <a:gd name="connsiteY14" fmla="*/ 152577 h 178113"/>
                <a:gd name="connsiteX15" fmla="*/ 106073 w 114380"/>
                <a:gd name="connsiteY15" fmla="*/ 152577 h 178113"/>
                <a:gd name="connsiteX16" fmla="*/ 105434 w 114380"/>
                <a:gd name="connsiteY16" fmla="*/ 14683 h 178113"/>
                <a:gd name="connsiteX17" fmla="*/ 101600 w 114380"/>
                <a:gd name="connsiteY17" fmla="*/ 56818 h 178113"/>
                <a:gd name="connsiteX18" fmla="*/ 95210 w 114380"/>
                <a:gd name="connsiteY18" fmla="*/ 63202 h 178113"/>
                <a:gd name="connsiteX19" fmla="*/ 18531 w 114380"/>
                <a:gd name="connsiteY19" fmla="*/ 63202 h 178113"/>
                <a:gd name="connsiteX20" fmla="*/ 12141 w 114380"/>
                <a:gd name="connsiteY20" fmla="*/ 56818 h 178113"/>
                <a:gd name="connsiteX21" fmla="*/ 12141 w 114380"/>
                <a:gd name="connsiteY21" fmla="*/ 18514 h 178113"/>
                <a:gd name="connsiteX22" fmla="*/ 26838 w 114380"/>
                <a:gd name="connsiteY22" fmla="*/ 3831 h 178113"/>
                <a:gd name="connsiteX23" fmla="*/ 26838 w 114380"/>
                <a:gd name="connsiteY23" fmla="*/ 3831 h 178113"/>
                <a:gd name="connsiteX24" fmla="*/ 86264 w 114380"/>
                <a:gd name="connsiteY24" fmla="*/ 3831 h 178113"/>
                <a:gd name="connsiteX25" fmla="*/ 100961 w 114380"/>
                <a:gd name="connsiteY25" fmla="*/ 18514 h 178113"/>
                <a:gd name="connsiteX26" fmla="*/ 101600 w 114380"/>
                <a:gd name="connsiteY26" fmla="*/ 56818 h 178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4380" h="178113">
                  <a:moveTo>
                    <a:pt x="105434" y="14683"/>
                  </a:moveTo>
                  <a:cubicBezTo>
                    <a:pt x="105434" y="6384"/>
                    <a:pt x="99044" y="0"/>
                    <a:pt x="90738" y="0"/>
                  </a:cubicBezTo>
                  <a:lnTo>
                    <a:pt x="23004" y="0"/>
                  </a:lnTo>
                  <a:cubicBezTo>
                    <a:pt x="14697" y="0"/>
                    <a:pt x="8307" y="6384"/>
                    <a:pt x="8307" y="14683"/>
                  </a:cubicBezTo>
                  <a:lnTo>
                    <a:pt x="8307" y="152577"/>
                  </a:lnTo>
                  <a:lnTo>
                    <a:pt x="14697" y="152577"/>
                  </a:lnTo>
                  <a:cubicBezTo>
                    <a:pt x="18531" y="152577"/>
                    <a:pt x="21087" y="155131"/>
                    <a:pt x="21087" y="158961"/>
                  </a:cubicBezTo>
                  <a:cubicBezTo>
                    <a:pt x="21087" y="162792"/>
                    <a:pt x="18531" y="165345"/>
                    <a:pt x="14697" y="165345"/>
                  </a:cubicBezTo>
                  <a:lnTo>
                    <a:pt x="0" y="165345"/>
                  </a:lnTo>
                  <a:lnTo>
                    <a:pt x="0" y="178113"/>
                  </a:lnTo>
                  <a:lnTo>
                    <a:pt x="114380" y="178113"/>
                  </a:lnTo>
                  <a:lnTo>
                    <a:pt x="114380" y="165345"/>
                  </a:lnTo>
                  <a:lnTo>
                    <a:pt x="99683" y="165345"/>
                  </a:lnTo>
                  <a:cubicBezTo>
                    <a:pt x="95849" y="165345"/>
                    <a:pt x="93293" y="162792"/>
                    <a:pt x="93293" y="158961"/>
                  </a:cubicBezTo>
                  <a:cubicBezTo>
                    <a:pt x="93293" y="155131"/>
                    <a:pt x="95849" y="152577"/>
                    <a:pt x="99683" y="152577"/>
                  </a:cubicBezTo>
                  <a:lnTo>
                    <a:pt x="106073" y="152577"/>
                  </a:lnTo>
                  <a:lnTo>
                    <a:pt x="105434" y="14683"/>
                  </a:lnTo>
                  <a:close/>
                  <a:moveTo>
                    <a:pt x="101600" y="56818"/>
                  </a:moveTo>
                  <a:cubicBezTo>
                    <a:pt x="101600" y="60648"/>
                    <a:pt x="99044" y="63202"/>
                    <a:pt x="95210" y="63202"/>
                  </a:cubicBezTo>
                  <a:lnTo>
                    <a:pt x="18531" y="63202"/>
                  </a:lnTo>
                  <a:cubicBezTo>
                    <a:pt x="14697" y="63202"/>
                    <a:pt x="12141" y="60648"/>
                    <a:pt x="12141" y="56818"/>
                  </a:cubicBezTo>
                  <a:lnTo>
                    <a:pt x="12141" y="18514"/>
                  </a:lnTo>
                  <a:cubicBezTo>
                    <a:pt x="12141" y="10215"/>
                    <a:pt x="18531" y="3831"/>
                    <a:pt x="26838" y="3831"/>
                  </a:cubicBezTo>
                  <a:cubicBezTo>
                    <a:pt x="26838" y="3831"/>
                    <a:pt x="26838" y="3831"/>
                    <a:pt x="26838" y="3831"/>
                  </a:cubicBezTo>
                  <a:lnTo>
                    <a:pt x="86264" y="3831"/>
                  </a:lnTo>
                  <a:cubicBezTo>
                    <a:pt x="94571" y="3831"/>
                    <a:pt x="100961" y="10215"/>
                    <a:pt x="100961" y="18514"/>
                  </a:cubicBezTo>
                  <a:lnTo>
                    <a:pt x="101600" y="56818"/>
                  </a:lnTo>
                  <a:close/>
                </a:path>
              </a:pathLst>
            </a:custGeom>
            <a:solidFill>
              <a:srgbClr val="43B02A"/>
            </a:solidFill>
            <a:ln w="6390" cap="flat">
              <a:noFill/>
              <a:prstDash val="solid"/>
              <a:miter/>
            </a:ln>
          </p:spPr>
          <p:txBody>
            <a:bodyPr rtlCol="0" anchor="ctr"/>
            <a:lstStyle/>
            <a:p>
              <a:endParaRPr lang="en-US"/>
            </a:p>
          </p:txBody>
        </p:sp>
        <p:sp>
          <p:nvSpPr>
            <p:cNvPr id="717" name="Graphic 4">
              <a:extLst>
                <a:ext uri="{FF2B5EF4-FFF2-40B4-BE49-F238E27FC236}">
                  <a16:creationId xmlns:a16="http://schemas.microsoft.com/office/drawing/2014/main" id="{4896544D-1745-4548-A792-588485A4ED06}"/>
                </a:ext>
              </a:extLst>
            </p:cNvPr>
            <p:cNvSpPr/>
            <p:nvPr/>
          </p:nvSpPr>
          <p:spPr>
            <a:xfrm>
              <a:off x="9397041" y="4901784"/>
              <a:ext cx="62795" cy="34473"/>
            </a:xfrm>
            <a:custGeom>
              <a:avLst/>
              <a:gdLst>
                <a:gd name="connsiteX0" fmla="*/ 61343 w 62795"/>
                <a:gd name="connsiteY0" fmla="*/ 0 h 34473"/>
                <a:gd name="connsiteX1" fmla="*/ 1917 w 62795"/>
                <a:gd name="connsiteY1" fmla="*/ 0 h 34473"/>
                <a:gd name="connsiteX2" fmla="*/ 0 w 62795"/>
                <a:gd name="connsiteY2" fmla="*/ 1915 h 34473"/>
                <a:gd name="connsiteX3" fmla="*/ 0 w 62795"/>
                <a:gd name="connsiteY3" fmla="*/ 1915 h 34473"/>
                <a:gd name="connsiteX4" fmla="*/ 0 w 62795"/>
                <a:gd name="connsiteY4" fmla="*/ 33835 h 34473"/>
                <a:gd name="connsiteX5" fmla="*/ 8307 w 62795"/>
                <a:gd name="connsiteY5" fmla="*/ 33835 h 34473"/>
                <a:gd name="connsiteX6" fmla="*/ 33228 w 62795"/>
                <a:gd name="connsiteY6" fmla="*/ 12768 h 34473"/>
                <a:gd name="connsiteX7" fmla="*/ 35783 w 62795"/>
                <a:gd name="connsiteY7" fmla="*/ 13406 h 34473"/>
                <a:gd name="connsiteX8" fmla="*/ 42813 w 62795"/>
                <a:gd name="connsiteY8" fmla="*/ 3192 h 34473"/>
                <a:gd name="connsiteX9" fmla="*/ 51758 w 62795"/>
                <a:gd name="connsiteY9" fmla="*/ 1915 h 34473"/>
                <a:gd name="connsiteX10" fmla="*/ 53676 w 62795"/>
                <a:gd name="connsiteY10" fmla="*/ 10214 h 34473"/>
                <a:gd name="connsiteX11" fmla="*/ 47286 w 62795"/>
                <a:gd name="connsiteY11" fmla="*/ 19790 h 34473"/>
                <a:gd name="connsiteX12" fmla="*/ 54314 w 62795"/>
                <a:gd name="connsiteY12" fmla="*/ 34473 h 34473"/>
                <a:gd name="connsiteX13" fmla="*/ 62622 w 62795"/>
                <a:gd name="connsiteY13" fmla="*/ 34473 h 34473"/>
                <a:gd name="connsiteX14" fmla="*/ 62622 w 62795"/>
                <a:gd name="connsiteY14" fmla="*/ 2553 h 34473"/>
                <a:gd name="connsiteX15" fmla="*/ 61343 w 62795"/>
                <a:gd name="connsiteY15" fmla="*/ 0 h 3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795" h="34473">
                  <a:moveTo>
                    <a:pt x="61343" y="0"/>
                  </a:moveTo>
                  <a:lnTo>
                    <a:pt x="1917" y="0"/>
                  </a:lnTo>
                  <a:cubicBezTo>
                    <a:pt x="639" y="0"/>
                    <a:pt x="0" y="638"/>
                    <a:pt x="0" y="1915"/>
                  </a:cubicBezTo>
                  <a:cubicBezTo>
                    <a:pt x="0" y="1915"/>
                    <a:pt x="0" y="1915"/>
                    <a:pt x="0" y="1915"/>
                  </a:cubicBezTo>
                  <a:lnTo>
                    <a:pt x="0" y="33835"/>
                  </a:lnTo>
                  <a:lnTo>
                    <a:pt x="8307" y="33835"/>
                  </a:lnTo>
                  <a:cubicBezTo>
                    <a:pt x="9585" y="21067"/>
                    <a:pt x="20448" y="11491"/>
                    <a:pt x="33228" y="12768"/>
                  </a:cubicBezTo>
                  <a:cubicBezTo>
                    <a:pt x="33867" y="12768"/>
                    <a:pt x="35145" y="12768"/>
                    <a:pt x="35783" y="13406"/>
                  </a:cubicBezTo>
                  <a:lnTo>
                    <a:pt x="42813" y="3192"/>
                  </a:lnTo>
                  <a:cubicBezTo>
                    <a:pt x="44730" y="638"/>
                    <a:pt x="49203" y="0"/>
                    <a:pt x="51758" y="1915"/>
                  </a:cubicBezTo>
                  <a:cubicBezTo>
                    <a:pt x="54314" y="3830"/>
                    <a:pt x="54953" y="7661"/>
                    <a:pt x="53676" y="10214"/>
                  </a:cubicBezTo>
                  <a:lnTo>
                    <a:pt x="47286" y="19790"/>
                  </a:lnTo>
                  <a:cubicBezTo>
                    <a:pt x="51119" y="23621"/>
                    <a:pt x="53676" y="28728"/>
                    <a:pt x="54314" y="34473"/>
                  </a:cubicBezTo>
                  <a:lnTo>
                    <a:pt x="62622" y="34473"/>
                  </a:lnTo>
                  <a:lnTo>
                    <a:pt x="62622" y="2553"/>
                  </a:lnTo>
                  <a:cubicBezTo>
                    <a:pt x="63261" y="1277"/>
                    <a:pt x="61983" y="0"/>
                    <a:pt x="61343" y="0"/>
                  </a:cubicBezTo>
                  <a:close/>
                </a:path>
              </a:pathLst>
            </a:custGeom>
            <a:solidFill>
              <a:srgbClr val="43B02A"/>
            </a:solidFill>
            <a:ln w="6390" cap="flat">
              <a:noFill/>
              <a:prstDash val="solid"/>
              <a:miter/>
            </a:ln>
          </p:spPr>
          <p:txBody>
            <a:bodyPr rtlCol="0" anchor="ctr"/>
            <a:lstStyle/>
            <a:p>
              <a:endParaRPr lang="en-US"/>
            </a:p>
          </p:txBody>
        </p:sp>
        <p:sp>
          <p:nvSpPr>
            <p:cNvPr id="718" name="Graphic 4">
              <a:extLst>
                <a:ext uri="{FF2B5EF4-FFF2-40B4-BE49-F238E27FC236}">
                  <a16:creationId xmlns:a16="http://schemas.microsoft.com/office/drawing/2014/main" id="{0C341B31-1CDE-EB4E-B143-82B48DB7D719}"/>
                </a:ext>
              </a:extLst>
            </p:cNvPr>
            <p:cNvSpPr/>
            <p:nvPr/>
          </p:nvSpPr>
          <p:spPr>
            <a:xfrm>
              <a:off x="9418128" y="4927074"/>
              <a:ext cx="20447" cy="8545"/>
            </a:xfrm>
            <a:custGeom>
              <a:avLst/>
              <a:gdLst>
                <a:gd name="connsiteX0" fmla="*/ 0 w 20447"/>
                <a:gd name="connsiteY0" fmla="*/ 8545 h 8545"/>
                <a:gd name="connsiteX1" fmla="*/ 20447 w 20447"/>
                <a:gd name="connsiteY1" fmla="*/ 8545 h 8545"/>
                <a:gd name="connsiteX2" fmla="*/ 7668 w 20447"/>
                <a:gd name="connsiteY2" fmla="*/ 246 h 8545"/>
                <a:gd name="connsiteX3" fmla="*/ 0 w 20447"/>
                <a:gd name="connsiteY3" fmla="*/ 8545 h 8545"/>
              </a:gdLst>
              <a:ahLst/>
              <a:cxnLst>
                <a:cxn ang="0">
                  <a:pos x="connsiteX0" y="connsiteY0"/>
                </a:cxn>
                <a:cxn ang="0">
                  <a:pos x="connsiteX1" y="connsiteY1"/>
                </a:cxn>
                <a:cxn ang="0">
                  <a:pos x="connsiteX2" y="connsiteY2"/>
                </a:cxn>
                <a:cxn ang="0">
                  <a:pos x="connsiteX3" y="connsiteY3"/>
                </a:cxn>
              </a:cxnLst>
              <a:rect l="l" t="t" r="r" b="b"/>
              <a:pathLst>
                <a:path w="20447" h="8545">
                  <a:moveTo>
                    <a:pt x="0" y="8545"/>
                  </a:moveTo>
                  <a:lnTo>
                    <a:pt x="20447" y="8545"/>
                  </a:lnTo>
                  <a:cubicBezTo>
                    <a:pt x="19170" y="2799"/>
                    <a:pt x="13419" y="-1031"/>
                    <a:pt x="7668" y="246"/>
                  </a:cubicBezTo>
                  <a:cubicBezTo>
                    <a:pt x="3834" y="1523"/>
                    <a:pt x="639" y="4715"/>
                    <a:pt x="0" y="8545"/>
                  </a:cubicBezTo>
                  <a:close/>
                </a:path>
              </a:pathLst>
            </a:custGeom>
            <a:solidFill>
              <a:srgbClr val="43B02A"/>
            </a:solidFill>
            <a:ln w="6390" cap="flat">
              <a:noFill/>
              <a:prstDash val="solid"/>
              <a:miter/>
            </a:ln>
          </p:spPr>
          <p:txBody>
            <a:bodyPr rtlCol="0" anchor="ctr"/>
            <a:lstStyle/>
            <a:p>
              <a:endParaRPr lang="en-US"/>
            </a:p>
          </p:txBody>
        </p:sp>
        <p:sp>
          <p:nvSpPr>
            <p:cNvPr id="719" name="Graphic 4">
              <a:extLst>
                <a:ext uri="{FF2B5EF4-FFF2-40B4-BE49-F238E27FC236}">
                  <a16:creationId xmlns:a16="http://schemas.microsoft.com/office/drawing/2014/main" id="{D02CC725-3697-F947-B907-16770236DB75}"/>
                </a:ext>
              </a:extLst>
            </p:cNvPr>
            <p:cNvSpPr/>
            <p:nvPr/>
          </p:nvSpPr>
          <p:spPr>
            <a:xfrm>
              <a:off x="9511421" y="4931789"/>
              <a:ext cx="38978" cy="33835"/>
            </a:xfrm>
            <a:custGeom>
              <a:avLst/>
              <a:gdLst>
                <a:gd name="connsiteX0" fmla="*/ 0 w 38978"/>
                <a:gd name="connsiteY0" fmla="*/ 0 h 33835"/>
                <a:gd name="connsiteX1" fmla="*/ 0 w 38978"/>
                <a:gd name="connsiteY1" fmla="*/ 1915 h 33835"/>
                <a:gd name="connsiteX2" fmla="*/ 2556 w 38978"/>
                <a:gd name="connsiteY2" fmla="*/ 5745 h 33835"/>
                <a:gd name="connsiteX3" fmla="*/ 4473 w 38978"/>
                <a:gd name="connsiteY3" fmla="*/ 10214 h 33835"/>
                <a:gd name="connsiteX4" fmla="*/ 4473 w 38978"/>
                <a:gd name="connsiteY4" fmla="*/ 27451 h 33835"/>
                <a:gd name="connsiteX5" fmla="*/ 10863 w 38978"/>
                <a:gd name="connsiteY5" fmla="*/ 33835 h 33835"/>
                <a:gd name="connsiteX6" fmla="*/ 28116 w 38978"/>
                <a:gd name="connsiteY6" fmla="*/ 33835 h 33835"/>
                <a:gd name="connsiteX7" fmla="*/ 34506 w 38978"/>
                <a:gd name="connsiteY7" fmla="*/ 27451 h 33835"/>
                <a:gd name="connsiteX8" fmla="*/ 34506 w 38978"/>
                <a:gd name="connsiteY8" fmla="*/ 10214 h 33835"/>
                <a:gd name="connsiteX9" fmla="*/ 36422 w 38978"/>
                <a:gd name="connsiteY9" fmla="*/ 5745 h 33835"/>
                <a:gd name="connsiteX10" fmla="*/ 38978 w 38978"/>
                <a:gd name="connsiteY10" fmla="*/ 1915 h 33835"/>
                <a:gd name="connsiteX11" fmla="*/ 38978 w 38978"/>
                <a:gd name="connsiteY11" fmla="*/ 0 h 33835"/>
                <a:gd name="connsiteX12" fmla="*/ 0 w 38978"/>
                <a:gd name="connsiteY12" fmla="*/ 0 h 33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978" h="33835">
                  <a:moveTo>
                    <a:pt x="0" y="0"/>
                  </a:moveTo>
                  <a:lnTo>
                    <a:pt x="0" y="1915"/>
                  </a:lnTo>
                  <a:cubicBezTo>
                    <a:pt x="639" y="3192"/>
                    <a:pt x="1278" y="4468"/>
                    <a:pt x="2556" y="5745"/>
                  </a:cubicBezTo>
                  <a:cubicBezTo>
                    <a:pt x="3834" y="7022"/>
                    <a:pt x="4473" y="8299"/>
                    <a:pt x="4473" y="10214"/>
                  </a:cubicBezTo>
                  <a:lnTo>
                    <a:pt x="4473" y="27451"/>
                  </a:lnTo>
                  <a:cubicBezTo>
                    <a:pt x="4473" y="31281"/>
                    <a:pt x="7029" y="33835"/>
                    <a:pt x="10863" y="33835"/>
                  </a:cubicBezTo>
                  <a:lnTo>
                    <a:pt x="28116" y="33835"/>
                  </a:lnTo>
                  <a:cubicBezTo>
                    <a:pt x="31950" y="33835"/>
                    <a:pt x="34506" y="31281"/>
                    <a:pt x="34506" y="27451"/>
                  </a:cubicBezTo>
                  <a:lnTo>
                    <a:pt x="34506" y="10214"/>
                  </a:lnTo>
                  <a:cubicBezTo>
                    <a:pt x="34506" y="8299"/>
                    <a:pt x="35145" y="7022"/>
                    <a:pt x="36422" y="5745"/>
                  </a:cubicBezTo>
                  <a:cubicBezTo>
                    <a:pt x="37701" y="4468"/>
                    <a:pt x="38340" y="3192"/>
                    <a:pt x="38978" y="1915"/>
                  </a:cubicBezTo>
                  <a:lnTo>
                    <a:pt x="38978" y="0"/>
                  </a:lnTo>
                  <a:lnTo>
                    <a:pt x="0" y="0"/>
                  </a:lnTo>
                  <a:close/>
                </a:path>
              </a:pathLst>
            </a:custGeom>
            <a:solidFill>
              <a:srgbClr val="43B02A"/>
            </a:solidFill>
            <a:ln w="6390" cap="flat">
              <a:noFill/>
              <a:prstDash val="solid"/>
              <a:miter/>
            </a:ln>
          </p:spPr>
          <p:txBody>
            <a:bodyPr rtlCol="0" anchor="ctr"/>
            <a:lstStyle/>
            <a:p>
              <a:endParaRPr lang="en-US"/>
            </a:p>
          </p:txBody>
        </p:sp>
        <p:sp>
          <p:nvSpPr>
            <p:cNvPr id="720" name="Graphic 4">
              <a:extLst>
                <a:ext uri="{FF2B5EF4-FFF2-40B4-BE49-F238E27FC236}">
                  <a16:creationId xmlns:a16="http://schemas.microsoft.com/office/drawing/2014/main" id="{17FBB744-FEB9-D04B-A4E6-24CF31041140}"/>
                </a:ext>
              </a:extLst>
            </p:cNvPr>
            <p:cNvSpPr/>
            <p:nvPr/>
          </p:nvSpPr>
          <p:spPr>
            <a:xfrm>
              <a:off x="9278827" y="479325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83075 w 362309"/>
                <a:gd name="connsiteY6" fmla="*/ 140448 h 361971"/>
                <a:gd name="connsiteX7" fmla="*/ 278601 w 362309"/>
                <a:gd name="connsiteY7" fmla="*/ 151300 h 361971"/>
                <a:gd name="connsiteX8" fmla="*/ 278601 w 362309"/>
                <a:gd name="connsiteY8" fmla="*/ 165984 h 361971"/>
                <a:gd name="connsiteX9" fmla="*/ 259431 w 362309"/>
                <a:gd name="connsiteY9" fmla="*/ 185135 h 361971"/>
                <a:gd name="connsiteX10" fmla="*/ 257515 w 362309"/>
                <a:gd name="connsiteY10" fmla="*/ 185135 h 361971"/>
                <a:gd name="connsiteX11" fmla="*/ 257515 w 362309"/>
                <a:gd name="connsiteY11" fmla="*/ 268127 h 361971"/>
                <a:gd name="connsiteX12" fmla="*/ 242818 w 362309"/>
                <a:gd name="connsiteY12" fmla="*/ 282810 h 361971"/>
                <a:gd name="connsiteX13" fmla="*/ 238345 w 362309"/>
                <a:gd name="connsiteY13" fmla="*/ 282810 h 361971"/>
                <a:gd name="connsiteX14" fmla="*/ 223648 w 362309"/>
                <a:gd name="connsiteY14" fmla="*/ 268127 h 361971"/>
                <a:gd name="connsiteX15" fmla="*/ 223648 w 362309"/>
                <a:gd name="connsiteY15" fmla="*/ 234292 h 361971"/>
                <a:gd name="connsiteX16" fmla="*/ 221731 w 362309"/>
                <a:gd name="connsiteY16" fmla="*/ 232377 h 361971"/>
                <a:gd name="connsiteX17" fmla="*/ 210868 w 362309"/>
                <a:gd name="connsiteY17" fmla="*/ 232377 h 361971"/>
                <a:gd name="connsiteX18" fmla="*/ 210868 w 362309"/>
                <a:gd name="connsiteY18" fmla="*/ 245145 h 361971"/>
                <a:gd name="connsiteX19" fmla="*/ 212785 w 362309"/>
                <a:gd name="connsiteY19" fmla="*/ 245145 h 361971"/>
                <a:gd name="connsiteX20" fmla="*/ 219175 w 362309"/>
                <a:gd name="connsiteY20" fmla="*/ 251529 h 361971"/>
                <a:gd name="connsiteX21" fmla="*/ 219175 w 362309"/>
                <a:gd name="connsiteY21" fmla="*/ 277065 h 361971"/>
                <a:gd name="connsiteX22" fmla="*/ 212785 w 362309"/>
                <a:gd name="connsiteY22" fmla="*/ 283449 h 361971"/>
                <a:gd name="connsiteX23" fmla="*/ 85625 w 362309"/>
                <a:gd name="connsiteY23" fmla="*/ 283449 h 361971"/>
                <a:gd name="connsiteX24" fmla="*/ 79235 w 362309"/>
                <a:gd name="connsiteY24" fmla="*/ 277065 h 361971"/>
                <a:gd name="connsiteX25" fmla="*/ 79235 w 362309"/>
                <a:gd name="connsiteY25" fmla="*/ 251529 h 361971"/>
                <a:gd name="connsiteX26" fmla="*/ 85625 w 362309"/>
                <a:gd name="connsiteY26" fmla="*/ 245145 h 361971"/>
                <a:gd name="connsiteX27" fmla="*/ 87543 w 362309"/>
                <a:gd name="connsiteY27" fmla="*/ 245145 h 361971"/>
                <a:gd name="connsiteX28" fmla="*/ 87543 w 362309"/>
                <a:gd name="connsiteY28" fmla="*/ 107251 h 361971"/>
                <a:gd name="connsiteX29" fmla="*/ 115019 w 362309"/>
                <a:gd name="connsiteY29" fmla="*/ 79800 h 361971"/>
                <a:gd name="connsiteX30" fmla="*/ 182752 w 362309"/>
                <a:gd name="connsiteY30" fmla="*/ 79800 h 361971"/>
                <a:gd name="connsiteX31" fmla="*/ 210229 w 362309"/>
                <a:gd name="connsiteY31" fmla="*/ 107251 h 361971"/>
                <a:gd name="connsiteX32" fmla="*/ 210229 w 362309"/>
                <a:gd name="connsiteY32" fmla="*/ 219609 h 361971"/>
                <a:gd name="connsiteX33" fmla="*/ 221092 w 362309"/>
                <a:gd name="connsiteY33" fmla="*/ 219609 h 361971"/>
                <a:gd name="connsiteX34" fmla="*/ 235789 w 362309"/>
                <a:gd name="connsiteY34" fmla="*/ 234292 h 361971"/>
                <a:gd name="connsiteX35" fmla="*/ 235789 w 362309"/>
                <a:gd name="connsiteY35" fmla="*/ 268127 h 361971"/>
                <a:gd name="connsiteX36" fmla="*/ 237706 w 362309"/>
                <a:gd name="connsiteY36" fmla="*/ 270042 h 361971"/>
                <a:gd name="connsiteX37" fmla="*/ 242179 w 362309"/>
                <a:gd name="connsiteY37" fmla="*/ 270042 h 361971"/>
                <a:gd name="connsiteX38" fmla="*/ 244096 w 362309"/>
                <a:gd name="connsiteY38" fmla="*/ 268127 h 361971"/>
                <a:gd name="connsiteX39" fmla="*/ 244096 w 362309"/>
                <a:gd name="connsiteY39" fmla="*/ 268127 h 361971"/>
                <a:gd name="connsiteX40" fmla="*/ 244096 w 362309"/>
                <a:gd name="connsiteY40" fmla="*/ 185135 h 361971"/>
                <a:gd name="connsiteX41" fmla="*/ 242179 w 362309"/>
                <a:gd name="connsiteY41" fmla="*/ 185135 h 361971"/>
                <a:gd name="connsiteX42" fmla="*/ 223009 w 362309"/>
                <a:gd name="connsiteY42" fmla="*/ 165984 h 361971"/>
                <a:gd name="connsiteX43" fmla="*/ 223009 w 362309"/>
                <a:gd name="connsiteY43" fmla="*/ 151300 h 361971"/>
                <a:gd name="connsiteX44" fmla="*/ 218536 w 362309"/>
                <a:gd name="connsiteY44" fmla="*/ 140448 h 361971"/>
                <a:gd name="connsiteX45" fmla="*/ 218536 w 362309"/>
                <a:gd name="connsiteY45" fmla="*/ 132149 h 361971"/>
                <a:gd name="connsiteX46" fmla="*/ 224926 w 362309"/>
                <a:gd name="connsiteY46" fmla="*/ 125765 h 361971"/>
                <a:gd name="connsiteX47" fmla="*/ 231316 w 362309"/>
                <a:gd name="connsiteY47" fmla="*/ 125765 h 361971"/>
                <a:gd name="connsiteX48" fmla="*/ 231316 w 362309"/>
                <a:gd name="connsiteY48" fmla="*/ 98313 h 361971"/>
                <a:gd name="connsiteX49" fmla="*/ 237706 w 362309"/>
                <a:gd name="connsiteY49" fmla="*/ 91929 h 361971"/>
                <a:gd name="connsiteX50" fmla="*/ 244096 w 362309"/>
                <a:gd name="connsiteY50" fmla="*/ 98313 h 361971"/>
                <a:gd name="connsiteX51" fmla="*/ 244096 w 362309"/>
                <a:gd name="connsiteY51" fmla="*/ 125765 h 361971"/>
                <a:gd name="connsiteX52" fmla="*/ 256876 w 362309"/>
                <a:gd name="connsiteY52" fmla="*/ 125765 h 361971"/>
                <a:gd name="connsiteX53" fmla="*/ 256876 w 362309"/>
                <a:gd name="connsiteY53" fmla="*/ 98313 h 361971"/>
                <a:gd name="connsiteX54" fmla="*/ 263266 w 362309"/>
                <a:gd name="connsiteY54" fmla="*/ 91929 h 361971"/>
                <a:gd name="connsiteX55" fmla="*/ 269656 w 362309"/>
                <a:gd name="connsiteY55" fmla="*/ 98313 h 361971"/>
                <a:gd name="connsiteX56" fmla="*/ 269656 w 362309"/>
                <a:gd name="connsiteY56" fmla="*/ 125765 h 361971"/>
                <a:gd name="connsiteX57" fmla="*/ 276046 w 362309"/>
                <a:gd name="connsiteY57" fmla="*/ 125765 h 361971"/>
                <a:gd name="connsiteX58" fmla="*/ 282436 w 362309"/>
                <a:gd name="connsiteY58" fmla="*/ 132149 h 361971"/>
                <a:gd name="connsiteX59" fmla="*/ 283075 w 362309"/>
                <a:gd name="connsiteY59" fmla="*/ 14044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0438"/>
                    <a:pt x="281157" y="0"/>
                    <a:pt x="181474" y="0"/>
                  </a:cubicBezTo>
                  <a:close/>
                  <a:moveTo>
                    <a:pt x="283075" y="140448"/>
                  </a:moveTo>
                  <a:cubicBezTo>
                    <a:pt x="283075" y="144278"/>
                    <a:pt x="281157" y="148108"/>
                    <a:pt x="278601" y="151300"/>
                  </a:cubicBezTo>
                  <a:lnTo>
                    <a:pt x="278601" y="165984"/>
                  </a:lnTo>
                  <a:cubicBezTo>
                    <a:pt x="278601" y="176836"/>
                    <a:pt x="270295" y="185135"/>
                    <a:pt x="259431" y="185135"/>
                  </a:cubicBezTo>
                  <a:lnTo>
                    <a:pt x="257515" y="185135"/>
                  </a:lnTo>
                  <a:lnTo>
                    <a:pt x="257515" y="268127"/>
                  </a:lnTo>
                  <a:cubicBezTo>
                    <a:pt x="257515" y="276426"/>
                    <a:pt x="251125" y="282810"/>
                    <a:pt x="242818" y="282810"/>
                  </a:cubicBezTo>
                  <a:lnTo>
                    <a:pt x="238345" y="282810"/>
                  </a:lnTo>
                  <a:cubicBezTo>
                    <a:pt x="230038" y="282810"/>
                    <a:pt x="223648" y="276426"/>
                    <a:pt x="223648" y="268127"/>
                  </a:cubicBezTo>
                  <a:lnTo>
                    <a:pt x="223648" y="234292"/>
                  </a:lnTo>
                  <a:cubicBezTo>
                    <a:pt x="223648" y="233015"/>
                    <a:pt x="223009" y="232377"/>
                    <a:pt x="221731" y="232377"/>
                  </a:cubicBezTo>
                  <a:lnTo>
                    <a:pt x="210868" y="232377"/>
                  </a:lnTo>
                  <a:lnTo>
                    <a:pt x="210868" y="245145"/>
                  </a:lnTo>
                  <a:lnTo>
                    <a:pt x="212785" y="245145"/>
                  </a:lnTo>
                  <a:cubicBezTo>
                    <a:pt x="216619" y="245145"/>
                    <a:pt x="219175" y="247698"/>
                    <a:pt x="219175" y="251529"/>
                  </a:cubicBezTo>
                  <a:lnTo>
                    <a:pt x="219175" y="277065"/>
                  </a:lnTo>
                  <a:cubicBezTo>
                    <a:pt x="219175" y="280895"/>
                    <a:pt x="216619" y="283449"/>
                    <a:pt x="212785" y="283449"/>
                  </a:cubicBezTo>
                  <a:lnTo>
                    <a:pt x="85625" y="283449"/>
                  </a:lnTo>
                  <a:cubicBezTo>
                    <a:pt x="81792" y="283449"/>
                    <a:pt x="79235" y="280895"/>
                    <a:pt x="79235" y="277065"/>
                  </a:cubicBezTo>
                  <a:lnTo>
                    <a:pt x="79235" y="251529"/>
                  </a:lnTo>
                  <a:cubicBezTo>
                    <a:pt x="79235" y="247698"/>
                    <a:pt x="81792" y="245145"/>
                    <a:pt x="85625" y="245145"/>
                  </a:cubicBezTo>
                  <a:lnTo>
                    <a:pt x="87543" y="245145"/>
                  </a:lnTo>
                  <a:lnTo>
                    <a:pt x="87543" y="107251"/>
                  </a:lnTo>
                  <a:cubicBezTo>
                    <a:pt x="87543" y="91929"/>
                    <a:pt x="99683" y="79800"/>
                    <a:pt x="115019" y="79800"/>
                  </a:cubicBezTo>
                  <a:lnTo>
                    <a:pt x="182752" y="79800"/>
                  </a:lnTo>
                  <a:cubicBezTo>
                    <a:pt x="198088" y="79800"/>
                    <a:pt x="210229" y="91929"/>
                    <a:pt x="210229" y="107251"/>
                  </a:cubicBezTo>
                  <a:lnTo>
                    <a:pt x="210229" y="219609"/>
                  </a:lnTo>
                  <a:lnTo>
                    <a:pt x="221092" y="219609"/>
                  </a:lnTo>
                  <a:cubicBezTo>
                    <a:pt x="229399" y="219609"/>
                    <a:pt x="235789" y="225993"/>
                    <a:pt x="235789" y="234292"/>
                  </a:cubicBezTo>
                  <a:lnTo>
                    <a:pt x="235789" y="268127"/>
                  </a:lnTo>
                  <a:cubicBezTo>
                    <a:pt x="235789" y="269404"/>
                    <a:pt x="236428" y="270042"/>
                    <a:pt x="237706" y="270042"/>
                  </a:cubicBezTo>
                  <a:lnTo>
                    <a:pt x="242179" y="270042"/>
                  </a:lnTo>
                  <a:cubicBezTo>
                    <a:pt x="243456" y="270042"/>
                    <a:pt x="244096" y="269404"/>
                    <a:pt x="244096" y="268127"/>
                  </a:cubicBezTo>
                  <a:cubicBezTo>
                    <a:pt x="244096" y="268127"/>
                    <a:pt x="244096" y="268127"/>
                    <a:pt x="244096" y="268127"/>
                  </a:cubicBezTo>
                  <a:lnTo>
                    <a:pt x="244096" y="185135"/>
                  </a:lnTo>
                  <a:lnTo>
                    <a:pt x="242179" y="185135"/>
                  </a:lnTo>
                  <a:cubicBezTo>
                    <a:pt x="231316" y="185135"/>
                    <a:pt x="223009" y="176836"/>
                    <a:pt x="223009" y="165984"/>
                  </a:cubicBezTo>
                  <a:lnTo>
                    <a:pt x="223009" y="151300"/>
                  </a:lnTo>
                  <a:cubicBezTo>
                    <a:pt x="220453" y="148108"/>
                    <a:pt x="219175" y="144278"/>
                    <a:pt x="218536" y="140448"/>
                  </a:cubicBezTo>
                  <a:lnTo>
                    <a:pt x="218536" y="132149"/>
                  </a:lnTo>
                  <a:cubicBezTo>
                    <a:pt x="218536" y="128318"/>
                    <a:pt x="221092" y="125765"/>
                    <a:pt x="224926" y="125765"/>
                  </a:cubicBezTo>
                  <a:lnTo>
                    <a:pt x="231316" y="125765"/>
                  </a:lnTo>
                  <a:lnTo>
                    <a:pt x="231316" y="98313"/>
                  </a:lnTo>
                  <a:cubicBezTo>
                    <a:pt x="231316" y="94483"/>
                    <a:pt x="233872" y="91929"/>
                    <a:pt x="237706" y="91929"/>
                  </a:cubicBezTo>
                  <a:cubicBezTo>
                    <a:pt x="241540" y="91929"/>
                    <a:pt x="244096" y="94483"/>
                    <a:pt x="244096" y="98313"/>
                  </a:cubicBezTo>
                  <a:lnTo>
                    <a:pt x="244096" y="125765"/>
                  </a:lnTo>
                  <a:lnTo>
                    <a:pt x="256876" y="125765"/>
                  </a:lnTo>
                  <a:lnTo>
                    <a:pt x="256876" y="98313"/>
                  </a:lnTo>
                  <a:cubicBezTo>
                    <a:pt x="256876" y="94483"/>
                    <a:pt x="259431" y="91929"/>
                    <a:pt x="263266" y="91929"/>
                  </a:cubicBezTo>
                  <a:cubicBezTo>
                    <a:pt x="267100" y="91929"/>
                    <a:pt x="269656" y="94483"/>
                    <a:pt x="269656" y="98313"/>
                  </a:cubicBezTo>
                  <a:lnTo>
                    <a:pt x="269656" y="125765"/>
                  </a:lnTo>
                  <a:lnTo>
                    <a:pt x="276046" y="125765"/>
                  </a:lnTo>
                  <a:cubicBezTo>
                    <a:pt x="279880" y="125765"/>
                    <a:pt x="282436" y="128318"/>
                    <a:pt x="282436" y="132149"/>
                  </a:cubicBezTo>
                  <a:lnTo>
                    <a:pt x="283075" y="140448"/>
                  </a:lnTo>
                  <a:close/>
                </a:path>
              </a:pathLst>
            </a:custGeom>
            <a:solidFill>
              <a:srgbClr val="43B02A"/>
            </a:solidFill>
            <a:ln w="6390" cap="flat">
              <a:noFill/>
              <a:prstDash val="solid"/>
              <a:miter/>
            </a:ln>
          </p:spPr>
          <p:txBody>
            <a:bodyPr rtlCol="0" anchor="ctr"/>
            <a:lstStyle/>
            <a:p>
              <a:endParaRPr lang="en-US"/>
            </a:p>
          </p:txBody>
        </p:sp>
      </p:grpSp>
      <p:grpSp>
        <p:nvGrpSpPr>
          <p:cNvPr id="721" name="Graphic 4">
            <a:extLst>
              <a:ext uri="{FF2B5EF4-FFF2-40B4-BE49-F238E27FC236}">
                <a16:creationId xmlns:a16="http://schemas.microsoft.com/office/drawing/2014/main" id="{93DAAC94-192D-694D-AAA4-276B4C5D5DD4}"/>
              </a:ext>
            </a:extLst>
          </p:cNvPr>
          <p:cNvGrpSpPr/>
          <p:nvPr/>
        </p:nvGrpSpPr>
        <p:grpSpPr>
          <a:xfrm>
            <a:off x="9290591" y="3824168"/>
            <a:ext cx="361674" cy="361971"/>
            <a:chOff x="8239823" y="3824168"/>
            <a:chExt cx="361674" cy="361971"/>
          </a:xfrm>
          <a:solidFill>
            <a:srgbClr val="43B02A"/>
          </a:solidFill>
        </p:grpSpPr>
        <p:sp>
          <p:nvSpPr>
            <p:cNvPr id="722" name="Graphic 4">
              <a:extLst>
                <a:ext uri="{FF2B5EF4-FFF2-40B4-BE49-F238E27FC236}">
                  <a16:creationId xmlns:a16="http://schemas.microsoft.com/office/drawing/2014/main" id="{7072C6A0-BFCC-B843-94BD-4061B782A2B4}"/>
                </a:ext>
              </a:extLst>
            </p:cNvPr>
            <p:cNvSpPr/>
            <p:nvPr/>
          </p:nvSpPr>
          <p:spPr>
            <a:xfrm>
              <a:off x="8239823" y="3824168"/>
              <a:ext cx="361674" cy="361971"/>
            </a:xfrm>
            <a:custGeom>
              <a:avLst/>
              <a:gdLst>
                <a:gd name="connsiteX0" fmla="*/ 180836 w 361674"/>
                <a:gd name="connsiteY0" fmla="*/ 0 h 361971"/>
                <a:gd name="connsiteX1" fmla="*/ 0 w 361674"/>
                <a:gd name="connsiteY1" fmla="*/ 180667 h 361971"/>
                <a:gd name="connsiteX2" fmla="*/ 180836 w 361674"/>
                <a:gd name="connsiteY2" fmla="*/ 361971 h 361971"/>
                <a:gd name="connsiteX3" fmla="*/ 361670 w 361674"/>
                <a:gd name="connsiteY3" fmla="*/ 181305 h 361971"/>
                <a:gd name="connsiteX4" fmla="*/ 361670 w 361674"/>
                <a:gd name="connsiteY4" fmla="*/ 181305 h 361971"/>
                <a:gd name="connsiteX5" fmla="*/ 180836 w 361674"/>
                <a:gd name="connsiteY5" fmla="*/ 0 h 361971"/>
                <a:gd name="connsiteX6" fmla="*/ 259431 w 361674"/>
                <a:gd name="connsiteY6" fmla="*/ 199819 h 361971"/>
                <a:gd name="connsiteX7" fmla="*/ 259431 w 361674"/>
                <a:gd name="connsiteY7" fmla="*/ 228546 h 361971"/>
                <a:gd name="connsiteX8" fmla="*/ 255597 w 361674"/>
                <a:gd name="connsiteY8" fmla="*/ 238122 h 361971"/>
                <a:gd name="connsiteX9" fmla="*/ 255597 w 361674"/>
                <a:gd name="connsiteY9" fmla="*/ 249614 h 361971"/>
                <a:gd name="connsiteX10" fmla="*/ 245374 w 361674"/>
                <a:gd name="connsiteY10" fmla="*/ 259828 h 361971"/>
                <a:gd name="connsiteX11" fmla="*/ 220453 w 361674"/>
                <a:gd name="connsiteY11" fmla="*/ 259828 h 361971"/>
                <a:gd name="connsiteX12" fmla="*/ 210229 w 361674"/>
                <a:gd name="connsiteY12" fmla="*/ 249614 h 361971"/>
                <a:gd name="connsiteX13" fmla="*/ 210229 w 361674"/>
                <a:gd name="connsiteY13" fmla="*/ 245145 h 361971"/>
                <a:gd name="connsiteX14" fmla="*/ 152081 w 361674"/>
                <a:gd name="connsiteY14" fmla="*/ 245145 h 361971"/>
                <a:gd name="connsiteX15" fmla="*/ 152081 w 361674"/>
                <a:gd name="connsiteY15" fmla="*/ 249614 h 361971"/>
                <a:gd name="connsiteX16" fmla="*/ 141856 w 361674"/>
                <a:gd name="connsiteY16" fmla="*/ 259828 h 361971"/>
                <a:gd name="connsiteX17" fmla="*/ 141856 w 361674"/>
                <a:gd name="connsiteY17" fmla="*/ 259828 h 361971"/>
                <a:gd name="connsiteX18" fmla="*/ 116936 w 361674"/>
                <a:gd name="connsiteY18" fmla="*/ 259828 h 361971"/>
                <a:gd name="connsiteX19" fmla="*/ 106712 w 361674"/>
                <a:gd name="connsiteY19" fmla="*/ 249614 h 361971"/>
                <a:gd name="connsiteX20" fmla="*/ 106712 w 361674"/>
                <a:gd name="connsiteY20" fmla="*/ 249614 h 361971"/>
                <a:gd name="connsiteX21" fmla="*/ 106712 w 361674"/>
                <a:gd name="connsiteY21" fmla="*/ 238122 h 361971"/>
                <a:gd name="connsiteX22" fmla="*/ 102878 w 361674"/>
                <a:gd name="connsiteY22" fmla="*/ 228546 h 361971"/>
                <a:gd name="connsiteX23" fmla="*/ 102878 w 361674"/>
                <a:gd name="connsiteY23" fmla="*/ 199819 h 361971"/>
                <a:gd name="connsiteX24" fmla="*/ 106073 w 361674"/>
                <a:gd name="connsiteY24" fmla="*/ 187051 h 361971"/>
                <a:gd name="connsiteX25" fmla="*/ 100961 w 361674"/>
                <a:gd name="connsiteY25" fmla="*/ 185774 h 361971"/>
                <a:gd name="connsiteX26" fmla="*/ 92015 w 361674"/>
                <a:gd name="connsiteY26" fmla="*/ 176198 h 361971"/>
                <a:gd name="connsiteX27" fmla="*/ 92015 w 361674"/>
                <a:gd name="connsiteY27" fmla="*/ 169176 h 361971"/>
                <a:gd name="connsiteX28" fmla="*/ 102239 w 361674"/>
                <a:gd name="connsiteY28" fmla="*/ 159600 h 361971"/>
                <a:gd name="connsiteX29" fmla="*/ 121409 w 361674"/>
                <a:gd name="connsiteY29" fmla="*/ 159600 h 361971"/>
                <a:gd name="connsiteX30" fmla="*/ 129076 w 361674"/>
                <a:gd name="connsiteY30" fmla="*/ 143640 h 361971"/>
                <a:gd name="connsiteX31" fmla="*/ 141217 w 361674"/>
                <a:gd name="connsiteY31" fmla="*/ 137894 h 361971"/>
                <a:gd name="connsiteX32" fmla="*/ 219175 w 361674"/>
                <a:gd name="connsiteY32" fmla="*/ 137894 h 361971"/>
                <a:gd name="connsiteX33" fmla="*/ 231315 w 361674"/>
                <a:gd name="connsiteY33" fmla="*/ 143640 h 361971"/>
                <a:gd name="connsiteX34" fmla="*/ 238984 w 361674"/>
                <a:gd name="connsiteY34" fmla="*/ 159600 h 361971"/>
                <a:gd name="connsiteX35" fmla="*/ 240261 w 361674"/>
                <a:gd name="connsiteY35" fmla="*/ 159600 h 361971"/>
                <a:gd name="connsiteX36" fmla="*/ 258792 w 361674"/>
                <a:gd name="connsiteY36" fmla="*/ 159600 h 361971"/>
                <a:gd name="connsiteX37" fmla="*/ 269016 w 361674"/>
                <a:gd name="connsiteY37" fmla="*/ 169176 h 361971"/>
                <a:gd name="connsiteX38" fmla="*/ 269016 w 361674"/>
                <a:gd name="connsiteY38" fmla="*/ 176198 h 361971"/>
                <a:gd name="connsiteX39" fmla="*/ 260070 w 361674"/>
                <a:gd name="connsiteY39" fmla="*/ 185774 h 361971"/>
                <a:gd name="connsiteX40" fmla="*/ 254959 w 361674"/>
                <a:gd name="connsiteY40" fmla="*/ 187051 h 361971"/>
                <a:gd name="connsiteX41" fmla="*/ 259431 w 361674"/>
                <a:gd name="connsiteY41" fmla="*/ 199819 h 361971"/>
                <a:gd name="connsiteX42" fmla="*/ 259431 w 361674"/>
                <a:gd name="connsiteY42" fmla="*/ 199819 h 361971"/>
                <a:gd name="connsiteX43" fmla="*/ 180836 w 361674"/>
                <a:gd name="connsiteY43" fmla="*/ 315369 h 361971"/>
                <a:gd name="connsiteX44" fmla="*/ 55592 w 361674"/>
                <a:gd name="connsiteY44" fmla="*/ 188966 h 361971"/>
                <a:gd name="connsiteX45" fmla="*/ 129716 w 361674"/>
                <a:gd name="connsiteY45" fmla="*/ 74692 h 361971"/>
                <a:gd name="connsiteX46" fmla="*/ 152720 w 361674"/>
                <a:gd name="connsiteY46" fmla="*/ 52348 h 361971"/>
                <a:gd name="connsiteX47" fmla="*/ 168056 w 361674"/>
                <a:gd name="connsiteY47" fmla="*/ 52348 h 361971"/>
                <a:gd name="connsiteX48" fmla="*/ 178279 w 361674"/>
                <a:gd name="connsiteY48" fmla="*/ 47241 h 361971"/>
                <a:gd name="connsiteX49" fmla="*/ 180836 w 361674"/>
                <a:gd name="connsiteY49" fmla="*/ 46603 h 361971"/>
                <a:gd name="connsiteX50" fmla="*/ 192337 w 361674"/>
                <a:gd name="connsiteY50" fmla="*/ 46603 h 361971"/>
                <a:gd name="connsiteX51" fmla="*/ 198727 w 361674"/>
                <a:gd name="connsiteY51" fmla="*/ 52987 h 361971"/>
                <a:gd name="connsiteX52" fmla="*/ 198727 w 361674"/>
                <a:gd name="connsiteY52" fmla="*/ 58094 h 361971"/>
                <a:gd name="connsiteX53" fmla="*/ 226843 w 361674"/>
                <a:gd name="connsiteY53" fmla="*/ 58094 h 361971"/>
                <a:gd name="connsiteX54" fmla="*/ 233233 w 361674"/>
                <a:gd name="connsiteY54" fmla="*/ 64478 h 361971"/>
                <a:gd name="connsiteX55" fmla="*/ 226843 w 361674"/>
                <a:gd name="connsiteY55" fmla="*/ 70862 h 361971"/>
                <a:gd name="connsiteX56" fmla="*/ 199366 w 361674"/>
                <a:gd name="connsiteY56" fmla="*/ 70862 h 361971"/>
                <a:gd name="connsiteX57" fmla="*/ 199366 w 361674"/>
                <a:gd name="connsiteY57" fmla="*/ 91929 h 361971"/>
                <a:gd name="connsiteX58" fmla="*/ 226843 w 361674"/>
                <a:gd name="connsiteY58" fmla="*/ 91929 h 361971"/>
                <a:gd name="connsiteX59" fmla="*/ 233233 w 361674"/>
                <a:gd name="connsiteY59" fmla="*/ 98313 h 361971"/>
                <a:gd name="connsiteX60" fmla="*/ 226843 w 361674"/>
                <a:gd name="connsiteY60" fmla="*/ 104697 h 361971"/>
                <a:gd name="connsiteX61" fmla="*/ 199366 w 361674"/>
                <a:gd name="connsiteY61" fmla="*/ 104697 h 361971"/>
                <a:gd name="connsiteX62" fmla="*/ 199366 w 361674"/>
                <a:gd name="connsiteY62" fmla="*/ 109804 h 361971"/>
                <a:gd name="connsiteX63" fmla="*/ 192976 w 361674"/>
                <a:gd name="connsiteY63" fmla="*/ 116188 h 361971"/>
                <a:gd name="connsiteX64" fmla="*/ 181474 w 361674"/>
                <a:gd name="connsiteY64" fmla="*/ 116188 h 361971"/>
                <a:gd name="connsiteX65" fmla="*/ 178918 w 361674"/>
                <a:gd name="connsiteY65" fmla="*/ 115550 h 361971"/>
                <a:gd name="connsiteX66" fmla="*/ 168695 w 361674"/>
                <a:gd name="connsiteY66" fmla="*/ 110443 h 361971"/>
                <a:gd name="connsiteX67" fmla="*/ 153358 w 361674"/>
                <a:gd name="connsiteY67" fmla="*/ 110443 h 361971"/>
                <a:gd name="connsiteX68" fmla="*/ 130355 w 361674"/>
                <a:gd name="connsiteY68" fmla="*/ 88737 h 361971"/>
                <a:gd name="connsiteX69" fmla="*/ 81152 w 361674"/>
                <a:gd name="connsiteY69" fmla="*/ 240676 h 361971"/>
                <a:gd name="connsiteX70" fmla="*/ 233233 w 361674"/>
                <a:gd name="connsiteY70" fmla="*/ 289833 h 361971"/>
                <a:gd name="connsiteX71" fmla="*/ 282435 w 361674"/>
                <a:gd name="connsiteY71" fmla="*/ 137894 h 361971"/>
                <a:gd name="connsiteX72" fmla="*/ 240900 w 361674"/>
                <a:gd name="connsiteY72" fmla="*/ 93206 h 361971"/>
                <a:gd name="connsiteX73" fmla="*/ 238345 w 361674"/>
                <a:gd name="connsiteY73" fmla="*/ 84268 h 361971"/>
                <a:gd name="connsiteX74" fmla="*/ 247290 w 361674"/>
                <a:gd name="connsiteY74" fmla="*/ 81715 h 361971"/>
                <a:gd name="connsiteX75" fmla="*/ 247930 w 361674"/>
                <a:gd name="connsiteY75" fmla="*/ 81715 h 361971"/>
                <a:gd name="connsiteX76" fmla="*/ 288825 w 361674"/>
                <a:gd name="connsiteY76" fmla="*/ 254721 h 361971"/>
                <a:gd name="connsiteX77" fmla="*/ 180836 w 361674"/>
                <a:gd name="connsiteY77" fmla="*/ 315369 h 361971"/>
                <a:gd name="connsiteX78" fmla="*/ 180836 w 361674"/>
                <a:gd name="connsiteY78" fmla="*/ 31536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361674" h="361971">
                  <a:moveTo>
                    <a:pt x="180836" y="0"/>
                  </a:moveTo>
                  <a:cubicBezTo>
                    <a:pt x="80513" y="0"/>
                    <a:pt x="0" y="81076"/>
                    <a:pt x="0" y="180667"/>
                  </a:cubicBezTo>
                  <a:cubicBezTo>
                    <a:pt x="0" y="280895"/>
                    <a:pt x="81152" y="361971"/>
                    <a:pt x="180836" y="361971"/>
                  </a:cubicBezTo>
                  <a:cubicBezTo>
                    <a:pt x="281157" y="361971"/>
                    <a:pt x="361670" y="280895"/>
                    <a:pt x="361670" y="181305"/>
                  </a:cubicBezTo>
                  <a:lnTo>
                    <a:pt x="361670" y="181305"/>
                  </a:lnTo>
                  <a:cubicBezTo>
                    <a:pt x="362309" y="81076"/>
                    <a:pt x="281157" y="0"/>
                    <a:pt x="180836" y="0"/>
                  </a:cubicBezTo>
                  <a:close/>
                  <a:moveTo>
                    <a:pt x="259431" y="199819"/>
                  </a:moveTo>
                  <a:lnTo>
                    <a:pt x="259431" y="228546"/>
                  </a:lnTo>
                  <a:cubicBezTo>
                    <a:pt x="259431" y="232377"/>
                    <a:pt x="258154" y="235569"/>
                    <a:pt x="255597" y="238122"/>
                  </a:cubicBezTo>
                  <a:lnTo>
                    <a:pt x="255597" y="249614"/>
                  </a:lnTo>
                  <a:cubicBezTo>
                    <a:pt x="255597" y="255359"/>
                    <a:pt x="251125" y="259828"/>
                    <a:pt x="245374" y="259828"/>
                  </a:cubicBezTo>
                  <a:lnTo>
                    <a:pt x="220453" y="259828"/>
                  </a:lnTo>
                  <a:cubicBezTo>
                    <a:pt x="214702" y="259828"/>
                    <a:pt x="210229" y="255359"/>
                    <a:pt x="210229" y="249614"/>
                  </a:cubicBezTo>
                  <a:lnTo>
                    <a:pt x="210229" y="245145"/>
                  </a:lnTo>
                  <a:lnTo>
                    <a:pt x="152081" y="245145"/>
                  </a:lnTo>
                  <a:lnTo>
                    <a:pt x="152081" y="249614"/>
                  </a:lnTo>
                  <a:cubicBezTo>
                    <a:pt x="152081" y="255359"/>
                    <a:pt x="147607" y="259828"/>
                    <a:pt x="141856" y="259828"/>
                  </a:cubicBezTo>
                  <a:lnTo>
                    <a:pt x="141856" y="259828"/>
                  </a:lnTo>
                  <a:lnTo>
                    <a:pt x="116936" y="259828"/>
                  </a:lnTo>
                  <a:cubicBezTo>
                    <a:pt x="111185" y="259828"/>
                    <a:pt x="106712" y="255359"/>
                    <a:pt x="106712" y="249614"/>
                  </a:cubicBezTo>
                  <a:lnTo>
                    <a:pt x="106712" y="249614"/>
                  </a:lnTo>
                  <a:lnTo>
                    <a:pt x="106712" y="238122"/>
                  </a:lnTo>
                  <a:cubicBezTo>
                    <a:pt x="104156" y="235569"/>
                    <a:pt x="102878" y="231738"/>
                    <a:pt x="102878" y="228546"/>
                  </a:cubicBezTo>
                  <a:lnTo>
                    <a:pt x="102878" y="199819"/>
                  </a:lnTo>
                  <a:cubicBezTo>
                    <a:pt x="102878" y="195350"/>
                    <a:pt x="104156" y="190881"/>
                    <a:pt x="106073" y="187051"/>
                  </a:cubicBezTo>
                  <a:lnTo>
                    <a:pt x="100961" y="185774"/>
                  </a:lnTo>
                  <a:cubicBezTo>
                    <a:pt x="95849" y="185135"/>
                    <a:pt x="92015" y="181305"/>
                    <a:pt x="92015" y="176198"/>
                  </a:cubicBezTo>
                  <a:lnTo>
                    <a:pt x="92015" y="169176"/>
                  </a:lnTo>
                  <a:cubicBezTo>
                    <a:pt x="92015" y="163430"/>
                    <a:pt x="96488" y="159600"/>
                    <a:pt x="102239" y="159600"/>
                  </a:cubicBezTo>
                  <a:lnTo>
                    <a:pt x="121409" y="159600"/>
                  </a:lnTo>
                  <a:cubicBezTo>
                    <a:pt x="123326" y="153854"/>
                    <a:pt x="125881" y="148747"/>
                    <a:pt x="129076" y="143640"/>
                  </a:cubicBezTo>
                  <a:cubicBezTo>
                    <a:pt x="132271" y="140448"/>
                    <a:pt x="136745" y="137894"/>
                    <a:pt x="141217" y="137894"/>
                  </a:cubicBezTo>
                  <a:lnTo>
                    <a:pt x="219175" y="137894"/>
                  </a:lnTo>
                  <a:cubicBezTo>
                    <a:pt x="223648" y="137894"/>
                    <a:pt x="228120" y="140448"/>
                    <a:pt x="231315" y="143640"/>
                  </a:cubicBezTo>
                  <a:cubicBezTo>
                    <a:pt x="234510" y="148747"/>
                    <a:pt x="237067" y="153854"/>
                    <a:pt x="238984" y="159600"/>
                  </a:cubicBezTo>
                  <a:lnTo>
                    <a:pt x="240261" y="159600"/>
                  </a:lnTo>
                  <a:lnTo>
                    <a:pt x="258792" y="159600"/>
                  </a:lnTo>
                  <a:cubicBezTo>
                    <a:pt x="264544" y="159600"/>
                    <a:pt x="269016" y="164068"/>
                    <a:pt x="269016" y="169176"/>
                  </a:cubicBezTo>
                  <a:lnTo>
                    <a:pt x="269016" y="176198"/>
                  </a:lnTo>
                  <a:cubicBezTo>
                    <a:pt x="269016" y="181305"/>
                    <a:pt x="265182" y="185774"/>
                    <a:pt x="260070" y="185774"/>
                  </a:cubicBezTo>
                  <a:lnTo>
                    <a:pt x="254959" y="187051"/>
                  </a:lnTo>
                  <a:cubicBezTo>
                    <a:pt x="258792" y="190881"/>
                    <a:pt x="259431" y="195350"/>
                    <a:pt x="259431" y="199819"/>
                  </a:cubicBezTo>
                  <a:lnTo>
                    <a:pt x="259431" y="199819"/>
                  </a:lnTo>
                  <a:close/>
                  <a:moveTo>
                    <a:pt x="180836" y="315369"/>
                  </a:moveTo>
                  <a:cubicBezTo>
                    <a:pt x="111185" y="315369"/>
                    <a:pt x="54953" y="258551"/>
                    <a:pt x="55592" y="188966"/>
                  </a:cubicBezTo>
                  <a:cubicBezTo>
                    <a:pt x="55592" y="139809"/>
                    <a:pt x="84986" y="94483"/>
                    <a:pt x="129716" y="74692"/>
                  </a:cubicBezTo>
                  <a:cubicBezTo>
                    <a:pt x="132271" y="54902"/>
                    <a:pt x="146330" y="52348"/>
                    <a:pt x="152720" y="52348"/>
                  </a:cubicBezTo>
                  <a:lnTo>
                    <a:pt x="168056" y="52348"/>
                  </a:lnTo>
                  <a:lnTo>
                    <a:pt x="178279" y="47241"/>
                  </a:lnTo>
                  <a:cubicBezTo>
                    <a:pt x="178918" y="46603"/>
                    <a:pt x="180196" y="46603"/>
                    <a:pt x="180836" y="46603"/>
                  </a:cubicBezTo>
                  <a:lnTo>
                    <a:pt x="192337" y="46603"/>
                  </a:lnTo>
                  <a:cubicBezTo>
                    <a:pt x="196171" y="46603"/>
                    <a:pt x="198727" y="49156"/>
                    <a:pt x="198727" y="52987"/>
                  </a:cubicBezTo>
                  <a:lnTo>
                    <a:pt x="198727" y="58094"/>
                  </a:lnTo>
                  <a:lnTo>
                    <a:pt x="226843" y="58094"/>
                  </a:lnTo>
                  <a:cubicBezTo>
                    <a:pt x="230677" y="58094"/>
                    <a:pt x="233233" y="60648"/>
                    <a:pt x="233233" y="64478"/>
                  </a:cubicBezTo>
                  <a:cubicBezTo>
                    <a:pt x="233233" y="68308"/>
                    <a:pt x="230677" y="70862"/>
                    <a:pt x="226843" y="70862"/>
                  </a:cubicBezTo>
                  <a:lnTo>
                    <a:pt x="199366" y="70862"/>
                  </a:lnTo>
                  <a:lnTo>
                    <a:pt x="199366" y="91929"/>
                  </a:lnTo>
                  <a:lnTo>
                    <a:pt x="226843" y="91929"/>
                  </a:lnTo>
                  <a:cubicBezTo>
                    <a:pt x="230677" y="91929"/>
                    <a:pt x="233233" y="94483"/>
                    <a:pt x="233233" y="98313"/>
                  </a:cubicBezTo>
                  <a:cubicBezTo>
                    <a:pt x="233233" y="102144"/>
                    <a:pt x="230677" y="104697"/>
                    <a:pt x="226843" y="104697"/>
                  </a:cubicBezTo>
                  <a:lnTo>
                    <a:pt x="199366" y="104697"/>
                  </a:lnTo>
                  <a:lnTo>
                    <a:pt x="199366" y="109804"/>
                  </a:lnTo>
                  <a:cubicBezTo>
                    <a:pt x="199366" y="113635"/>
                    <a:pt x="196810" y="116188"/>
                    <a:pt x="192976" y="116188"/>
                  </a:cubicBezTo>
                  <a:lnTo>
                    <a:pt x="181474" y="116188"/>
                  </a:lnTo>
                  <a:cubicBezTo>
                    <a:pt x="180196" y="116188"/>
                    <a:pt x="179557" y="116188"/>
                    <a:pt x="178918" y="115550"/>
                  </a:cubicBezTo>
                  <a:lnTo>
                    <a:pt x="168695" y="110443"/>
                  </a:lnTo>
                  <a:lnTo>
                    <a:pt x="153358" y="110443"/>
                  </a:lnTo>
                  <a:cubicBezTo>
                    <a:pt x="146969" y="110443"/>
                    <a:pt x="132911" y="107889"/>
                    <a:pt x="130355" y="88737"/>
                  </a:cubicBezTo>
                  <a:cubicBezTo>
                    <a:pt x="74762" y="116827"/>
                    <a:pt x="52397" y="185135"/>
                    <a:pt x="81152" y="240676"/>
                  </a:cubicBezTo>
                  <a:cubicBezTo>
                    <a:pt x="109907" y="296217"/>
                    <a:pt x="177641" y="318560"/>
                    <a:pt x="233233" y="289833"/>
                  </a:cubicBezTo>
                  <a:cubicBezTo>
                    <a:pt x="288825" y="261105"/>
                    <a:pt x="311190" y="193435"/>
                    <a:pt x="282435" y="137894"/>
                  </a:cubicBezTo>
                  <a:cubicBezTo>
                    <a:pt x="272850" y="119380"/>
                    <a:pt x="258792" y="104059"/>
                    <a:pt x="240900" y="93206"/>
                  </a:cubicBezTo>
                  <a:cubicBezTo>
                    <a:pt x="237705" y="91291"/>
                    <a:pt x="236428" y="87460"/>
                    <a:pt x="238345" y="84268"/>
                  </a:cubicBezTo>
                  <a:cubicBezTo>
                    <a:pt x="240261" y="81076"/>
                    <a:pt x="244095" y="79800"/>
                    <a:pt x="247290" y="81715"/>
                  </a:cubicBezTo>
                  <a:cubicBezTo>
                    <a:pt x="247290" y="81715"/>
                    <a:pt x="247290" y="81715"/>
                    <a:pt x="247930" y="81715"/>
                  </a:cubicBezTo>
                  <a:cubicBezTo>
                    <a:pt x="307356" y="118104"/>
                    <a:pt x="325887" y="195988"/>
                    <a:pt x="288825" y="254721"/>
                  </a:cubicBezTo>
                  <a:cubicBezTo>
                    <a:pt x="265821" y="292386"/>
                    <a:pt x="224925" y="315369"/>
                    <a:pt x="180836" y="315369"/>
                  </a:cubicBezTo>
                  <a:lnTo>
                    <a:pt x="180836" y="315369"/>
                  </a:lnTo>
                  <a:close/>
                </a:path>
              </a:pathLst>
            </a:custGeom>
            <a:solidFill>
              <a:srgbClr val="43B02A"/>
            </a:solidFill>
            <a:ln w="6390" cap="flat">
              <a:noFill/>
              <a:prstDash val="solid"/>
              <a:miter/>
            </a:ln>
          </p:spPr>
          <p:txBody>
            <a:bodyPr rtlCol="0" anchor="ctr"/>
            <a:lstStyle/>
            <a:p>
              <a:endParaRPr lang="en-US"/>
            </a:p>
          </p:txBody>
        </p:sp>
        <p:sp>
          <p:nvSpPr>
            <p:cNvPr id="723" name="Graphic 4">
              <a:extLst>
                <a:ext uri="{FF2B5EF4-FFF2-40B4-BE49-F238E27FC236}">
                  <a16:creationId xmlns:a16="http://schemas.microsoft.com/office/drawing/2014/main" id="{663AF936-5150-A946-8CB7-057EBCCC64E1}"/>
                </a:ext>
              </a:extLst>
            </p:cNvPr>
            <p:cNvSpPr/>
            <p:nvPr/>
          </p:nvSpPr>
          <p:spPr>
            <a:xfrm>
              <a:off x="8381041" y="3883539"/>
              <a:ext cx="44090" cy="44049"/>
            </a:xfrm>
            <a:custGeom>
              <a:avLst/>
              <a:gdLst>
                <a:gd name="connsiteX0" fmla="*/ 11502 w 44090"/>
                <a:gd name="connsiteY0" fmla="*/ 38304 h 44049"/>
                <a:gd name="connsiteX1" fmla="*/ 28116 w 44090"/>
                <a:gd name="connsiteY1" fmla="*/ 38304 h 44049"/>
                <a:gd name="connsiteX2" fmla="*/ 30672 w 44090"/>
                <a:gd name="connsiteY2" fmla="*/ 38942 h 44049"/>
                <a:gd name="connsiteX3" fmla="*/ 40896 w 44090"/>
                <a:gd name="connsiteY3" fmla="*/ 44049 h 44049"/>
                <a:gd name="connsiteX4" fmla="*/ 44091 w 44090"/>
                <a:gd name="connsiteY4" fmla="*/ 44049 h 44049"/>
                <a:gd name="connsiteX5" fmla="*/ 44091 w 44090"/>
                <a:gd name="connsiteY5" fmla="*/ 0 h 44049"/>
                <a:gd name="connsiteX6" fmla="*/ 40896 w 44090"/>
                <a:gd name="connsiteY6" fmla="*/ 0 h 44049"/>
                <a:gd name="connsiteX7" fmla="*/ 30672 w 44090"/>
                <a:gd name="connsiteY7" fmla="*/ 5107 h 44049"/>
                <a:gd name="connsiteX8" fmla="*/ 28116 w 44090"/>
                <a:gd name="connsiteY8" fmla="*/ 5745 h 44049"/>
                <a:gd name="connsiteX9" fmla="*/ 10863 w 44090"/>
                <a:gd name="connsiteY9" fmla="*/ 5745 h 44049"/>
                <a:gd name="connsiteX10" fmla="*/ 0 w 44090"/>
                <a:gd name="connsiteY10" fmla="*/ 22344 h 44049"/>
                <a:gd name="connsiteX11" fmla="*/ 11502 w 44090"/>
                <a:gd name="connsiteY11" fmla="*/ 38304 h 44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090" h="44049">
                  <a:moveTo>
                    <a:pt x="11502" y="38304"/>
                  </a:moveTo>
                  <a:lnTo>
                    <a:pt x="28116" y="38304"/>
                  </a:lnTo>
                  <a:cubicBezTo>
                    <a:pt x="29394" y="38304"/>
                    <a:pt x="30033" y="38304"/>
                    <a:pt x="30672" y="38942"/>
                  </a:cubicBezTo>
                  <a:lnTo>
                    <a:pt x="40896" y="44049"/>
                  </a:lnTo>
                  <a:lnTo>
                    <a:pt x="44091" y="44049"/>
                  </a:lnTo>
                  <a:lnTo>
                    <a:pt x="44091" y="0"/>
                  </a:lnTo>
                  <a:lnTo>
                    <a:pt x="40896" y="0"/>
                  </a:lnTo>
                  <a:lnTo>
                    <a:pt x="30672" y="5107"/>
                  </a:lnTo>
                  <a:cubicBezTo>
                    <a:pt x="30033" y="5745"/>
                    <a:pt x="28755" y="5745"/>
                    <a:pt x="28116" y="5745"/>
                  </a:cubicBezTo>
                  <a:lnTo>
                    <a:pt x="10863" y="5745"/>
                  </a:lnTo>
                  <a:cubicBezTo>
                    <a:pt x="7029" y="5745"/>
                    <a:pt x="0" y="5745"/>
                    <a:pt x="0" y="22344"/>
                  </a:cubicBezTo>
                  <a:cubicBezTo>
                    <a:pt x="0" y="38942"/>
                    <a:pt x="7668" y="38304"/>
                    <a:pt x="11502" y="38304"/>
                  </a:cubicBezTo>
                  <a:close/>
                </a:path>
              </a:pathLst>
            </a:custGeom>
            <a:solidFill>
              <a:srgbClr val="43B02A"/>
            </a:solidFill>
            <a:ln w="6390" cap="flat">
              <a:noFill/>
              <a:prstDash val="solid"/>
              <a:miter/>
            </a:ln>
          </p:spPr>
          <p:txBody>
            <a:bodyPr rtlCol="0" anchor="ctr"/>
            <a:lstStyle/>
            <a:p>
              <a:endParaRPr lang="en-US"/>
            </a:p>
          </p:txBody>
        </p:sp>
        <p:sp>
          <p:nvSpPr>
            <p:cNvPr id="724" name="Graphic 4">
              <a:extLst>
                <a:ext uri="{FF2B5EF4-FFF2-40B4-BE49-F238E27FC236}">
                  <a16:creationId xmlns:a16="http://schemas.microsoft.com/office/drawing/2014/main" id="{1631D79F-96A4-C546-AF10-CCFDB13F47FA}"/>
                </a:ext>
              </a:extLst>
            </p:cNvPr>
            <p:cNvSpPr/>
            <p:nvPr/>
          </p:nvSpPr>
          <p:spPr>
            <a:xfrm>
              <a:off x="8347813" y="3973553"/>
              <a:ext cx="148885" cy="97036"/>
            </a:xfrm>
            <a:custGeom>
              <a:avLst/>
              <a:gdLst>
                <a:gd name="connsiteX0" fmla="*/ 129715 w 148885"/>
                <a:gd name="connsiteY0" fmla="*/ 21706 h 97036"/>
                <a:gd name="connsiteX1" fmla="*/ 128438 w 148885"/>
                <a:gd name="connsiteY1" fmla="*/ 21706 h 97036"/>
                <a:gd name="connsiteX2" fmla="*/ 122686 w 148885"/>
                <a:gd name="connsiteY2" fmla="*/ 17875 h 97036"/>
                <a:gd name="connsiteX3" fmla="*/ 115658 w 148885"/>
                <a:gd name="connsiteY3" fmla="*/ 1277 h 97036"/>
                <a:gd name="connsiteX4" fmla="*/ 113740 w 148885"/>
                <a:gd name="connsiteY4" fmla="*/ 0 h 97036"/>
                <a:gd name="connsiteX5" fmla="*/ 35783 w 148885"/>
                <a:gd name="connsiteY5" fmla="*/ 0 h 97036"/>
                <a:gd name="connsiteX6" fmla="*/ 33866 w 148885"/>
                <a:gd name="connsiteY6" fmla="*/ 1277 h 97036"/>
                <a:gd name="connsiteX7" fmla="*/ 26199 w 148885"/>
                <a:gd name="connsiteY7" fmla="*/ 17875 h 97036"/>
                <a:gd name="connsiteX8" fmla="*/ 22365 w 148885"/>
                <a:gd name="connsiteY8" fmla="*/ 21067 h 97036"/>
                <a:gd name="connsiteX9" fmla="*/ 21726 w 148885"/>
                <a:gd name="connsiteY9" fmla="*/ 21067 h 97036"/>
                <a:gd name="connsiteX10" fmla="*/ 20447 w 148885"/>
                <a:gd name="connsiteY10" fmla="*/ 21067 h 97036"/>
                <a:gd name="connsiteX11" fmla="*/ 19809 w 148885"/>
                <a:gd name="connsiteY11" fmla="*/ 21067 h 97036"/>
                <a:gd name="connsiteX12" fmla="*/ 14696 w 148885"/>
                <a:gd name="connsiteY12" fmla="*/ 21067 h 97036"/>
                <a:gd name="connsiteX13" fmla="*/ 0 w 148885"/>
                <a:gd name="connsiteY13" fmla="*/ 21067 h 97036"/>
                <a:gd name="connsiteX14" fmla="*/ 0 w 148885"/>
                <a:gd name="connsiteY14" fmla="*/ 22983 h 97036"/>
                <a:gd name="connsiteX15" fmla="*/ 12780 w 148885"/>
                <a:gd name="connsiteY15" fmla="*/ 26175 h 97036"/>
                <a:gd name="connsiteX16" fmla="*/ 17253 w 148885"/>
                <a:gd name="connsiteY16" fmla="*/ 30005 h 97036"/>
                <a:gd name="connsiteX17" fmla="*/ 16614 w 148885"/>
                <a:gd name="connsiteY17" fmla="*/ 35751 h 97036"/>
                <a:gd name="connsiteX18" fmla="*/ 12780 w 148885"/>
                <a:gd name="connsiteY18" fmla="*/ 40858 h 97036"/>
                <a:gd name="connsiteX19" fmla="*/ 10224 w 148885"/>
                <a:gd name="connsiteY19" fmla="*/ 49157 h 97036"/>
                <a:gd name="connsiteX20" fmla="*/ 10224 w 148885"/>
                <a:gd name="connsiteY20" fmla="*/ 77885 h 97036"/>
                <a:gd name="connsiteX21" fmla="*/ 11501 w 148885"/>
                <a:gd name="connsiteY21" fmla="*/ 80438 h 97036"/>
                <a:gd name="connsiteX22" fmla="*/ 13419 w 148885"/>
                <a:gd name="connsiteY22" fmla="*/ 85546 h 97036"/>
                <a:gd name="connsiteX23" fmla="*/ 13419 w 148885"/>
                <a:gd name="connsiteY23" fmla="*/ 97037 h 97036"/>
                <a:gd name="connsiteX24" fmla="*/ 32589 w 148885"/>
                <a:gd name="connsiteY24" fmla="*/ 97037 h 97036"/>
                <a:gd name="connsiteX25" fmla="*/ 32589 w 148885"/>
                <a:gd name="connsiteY25" fmla="*/ 89376 h 97036"/>
                <a:gd name="connsiteX26" fmla="*/ 34506 w 148885"/>
                <a:gd name="connsiteY26" fmla="*/ 84907 h 97036"/>
                <a:gd name="connsiteX27" fmla="*/ 109907 w 148885"/>
                <a:gd name="connsiteY27" fmla="*/ 82992 h 97036"/>
                <a:gd name="connsiteX28" fmla="*/ 116297 w 148885"/>
                <a:gd name="connsiteY28" fmla="*/ 89376 h 97036"/>
                <a:gd name="connsiteX29" fmla="*/ 116297 w 148885"/>
                <a:gd name="connsiteY29" fmla="*/ 97037 h 97036"/>
                <a:gd name="connsiteX30" fmla="*/ 135466 w 148885"/>
                <a:gd name="connsiteY30" fmla="*/ 97037 h 97036"/>
                <a:gd name="connsiteX31" fmla="*/ 135466 w 148885"/>
                <a:gd name="connsiteY31" fmla="*/ 85546 h 97036"/>
                <a:gd name="connsiteX32" fmla="*/ 137384 w 148885"/>
                <a:gd name="connsiteY32" fmla="*/ 81077 h 97036"/>
                <a:gd name="connsiteX33" fmla="*/ 138661 w 148885"/>
                <a:gd name="connsiteY33" fmla="*/ 78523 h 97036"/>
                <a:gd name="connsiteX34" fmla="*/ 138661 w 148885"/>
                <a:gd name="connsiteY34" fmla="*/ 49795 h 97036"/>
                <a:gd name="connsiteX35" fmla="*/ 136105 w 148885"/>
                <a:gd name="connsiteY35" fmla="*/ 41496 h 97036"/>
                <a:gd name="connsiteX36" fmla="*/ 132271 w 148885"/>
                <a:gd name="connsiteY36" fmla="*/ 36389 h 97036"/>
                <a:gd name="connsiteX37" fmla="*/ 131633 w 148885"/>
                <a:gd name="connsiteY37" fmla="*/ 30643 h 97036"/>
                <a:gd name="connsiteX38" fmla="*/ 136105 w 148885"/>
                <a:gd name="connsiteY38" fmla="*/ 26813 h 97036"/>
                <a:gd name="connsiteX39" fmla="*/ 148885 w 148885"/>
                <a:gd name="connsiteY39" fmla="*/ 23621 h 97036"/>
                <a:gd name="connsiteX40" fmla="*/ 148885 w 148885"/>
                <a:gd name="connsiteY40" fmla="*/ 21706 h 97036"/>
                <a:gd name="connsiteX41" fmla="*/ 130994 w 148885"/>
                <a:gd name="connsiteY41" fmla="*/ 21706 h 97036"/>
                <a:gd name="connsiteX42" fmla="*/ 129715 w 148885"/>
                <a:gd name="connsiteY42" fmla="*/ 21706 h 97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48885" h="97036">
                  <a:moveTo>
                    <a:pt x="129715" y="21706"/>
                  </a:moveTo>
                  <a:cubicBezTo>
                    <a:pt x="129076" y="21706"/>
                    <a:pt x="129076" y="21706"/>
                    <a:pt x="128438" y="21706"/>
                  </a:cubicBezTo>
                  <a:cubicBezTo>
                    <a:pt x="125881" y="21706"/>
                    <a:pt x="123325" y="20429"/>
                    <a:pt x="122686" y="17875"/>
                  </a:cubicBezTo>
                  <a:cubicBezTo>
                    <a:pt x="120130" y="10853"/>
                    <a:pt x="116297" y="2554"/>
                    <a:pt x="115658" y="1277"/>
                  </a:cubicBezTo>
                  <a:cubicBezTo>
                    <a:pt x="115019" y="639"/>
                    <a:pt x="114380" y="639"/>
                    <a:pt x="113740" y="0"/>
                  </a:cubicBezTo>
                  <a:lnTo>
                    <a:pt x="35783" y="0"/>
                  </a:lnTo>
                  <a:cubicBezTo>
                    <a:pt x="35145" y="0"/>
                    <a:pt x="33866" y="639"/>
                    <a:pt x="33866" y="1277"/>
                  </a:cubicBezTo>
                  <a:cubicBezTo>
                    <a:pt x="33227" y="2554"/>
                    <a:pt x="29394" y="10853"/>
                    <a:pt x="26199" y="17875"/>
                  </a:cubicBezTo>
                  <a:cubicBezTo>
                    <a:pt x="25560" y="19791"/>
                    <a:pt x="24281" y="21067"/>
                    <a:pt x="22365" y="21067"/>
                  </a:cubicBezTo>
                  <a:lnTo>
                    <a:pt x="21726" y="21067"/>
                  </a:lnTo>
                  <a:lnTo>
                    <a:pt x="20447" y="21067"/>
                  </a:lnTo>
                  <a:lnTo>
                    <a:pt x="19809" y="21067"/>
                  </a:lnTo>
                  <a:lnTo>
                    <a:pt x="14696" y="21067"/>
                  </a:lnTo>
                  <a:lnTo>
                    <a:pt x="0" y="21067"/>
                  </a:lnTo>
                  <a:lnTo>
                    <a:pt x="0" y="22983"/>
                  </a:lnTo>
                  <a:lnTo>
                    <a:pt x="12780" y="26175"/>
                  </a:lnTo>
                  <a:cubicBezTo>
                    <a:pt x="14696" y="26813"/>
                    <a:pt x="16614" y="28090"/>
                    <a:pt x="17253" y="30005"/>
                  </a:cubicBezTo>
                  <a:cubicBezTo>
                    <a:pt x="17891" y="31920"/>
                    <a:pt x="17891" y="33835"/>
                    <a:pt x="16614" y="35751"/>
                  </a:cubicBezTo>
                  <a:lnTo>
                    <a:pt x="12780" y="40858"/>
                  </a:lnTo>
                  <a:cubicBezTo>
                    <a:pt x="10863" y="43411"/>
                    <a:pt x="10224" y="45965"/>
                    <a:pt x="10224" y="49157"/>
                  </a:cubicBezTo>
                  <a:lnTo>
                    <a:pt x="10224" y="77885"/>
                  </a:lnTo>
                  <a:cubicBezTo>
                    <a:pt x="10224" y="78523"/>
                    <a:pt x="10224" y="79162"/>
                    <a:pt x="11501" y="80438"/>
                  </a:cubicBezTo>
                  <a:cubicBezTo>
                    <a:pt x="12780" y="81715"/>
                    <a:pt x="13419" y="83630"/>
                    <a:pt x="13419" y="85546"/>
                  </a:cubicBezTo>
                  <a:lnTo>
                    <a:pt x="13419" y="97037"/>
                  </a:lnTo>
                  <a:lnTo>
                    <a:pt x="32589" y="97037"/>
                  </a:lnTo>
                  <a:lnTo>
                    <a:pt x="32589" y="89376"/>
                  </a:lnTo>
                  <a:cubicBezTo>
                    <a:pt x="32589" y="87461"/>
                    <a:pt x="33227" y="86184"/>
                    <a:pt x="34506" y="84907"/>
                  </a:cubicBezTo>
                  <a:cubicBezTo>
                    <a:pt x="36422" y="82992"/>
                    <a:pt x="36422" y="82992"/>
                    <a:pt x="109907" y="82992"/>
                  </a:cubicBezTo>
                  <a:cubicBezTo>
                    <a:pt x="113740" y="82992"/>
                    <a:pt x="116297" y="85546"/>
                    <a:pt x="116297" y="89376"/>
                  </a:cubicBezTo>
                  <a:lnTo>
                    <a:pt x="116297" y="97037"/>
                  </a:lnTo>
                  <a:lnTo>
                    <a:pt x="135466" y="97037"/>
                  </a:lnTo>
                  <a:lnTo>
                    <a:pt x="135466" y="85546"/>
                  </a:lnTo>
                  <a:cubicBezTo>
                    <a:pt x="135466" y="83630"/>
                    <a:pt x="136105" y="81715"/>
                    <a:pt x="137384" y="81077"/>
                  </a:cubicBezTo>
                  <a:cubicBezTo>
                    <a:pt x="138661" y="79800"/>
                    <a:pt x="138661" y="79162"/>
                    <a:pt x="138661" y="78523"/>
                  </a:cubicBezTo>
                  <a:lnTo>
                    <a:pt x="138661" y="49795"/>
                  </a:lnTo>
                  <a:cubicBezTo>
                    <a:pt x="138661" y="46603"/>
                    <a:pt x="138022" y="44050"/>
                    <a:pt x="136105" y="41496"/>
                  </a:cubicBezTo>
                  <a:lnTo>
                    <a:pt x="132271" y="36389"/>
                  </a:lnTo>
                  <a:cubicBezTo>
                    <a:pt x="130994" y="34474"/>
                    <a:pt x="130994" y="32559"/>
                    <a:pt x="131633" y="30643"/>
                  </a:cubicBezTo>
                  <a:cubicBezTo>
                    <a:pt x="132271" y="28728"/>
                    <a:pt x="134189" y="27451"/>
                    <a:pt x="136105" y="26813"/>
                  </a:cubicBezTo>
                  <a:lnTo>
                    <a:pt x="148885" y="23621"/>
                  </a:lnTo>
                  <a:lnTo>
                    <a:pt x="148885" y="21706"/>
                  </a:lnTo>
                  <a:lnTo>
                    <a:pt x="130994" y="21706"/>
                  </a:lnTo>
                  <a:cubicBezTo>
                    <a:pt x="130994" y="21706"/>
                    <a:pt x="130355" y="21706"/>
                    <a:pt x="129715" y="21706"/>
                  </a:cubicBezTo>
                  <a:close/>
                </a:path>
              </a:pathLst>
            </a:custGeom>
            <a:solidFill>
              <a:srgbClr val="43B02A"/>
            </a:solidFill>
            <a:ln w="6390" cap="flat">
              <a:noFill/>
              <a:prstDash val="solid"/>
              <a:miter/>
            </a:ln>
          </p:spPr>
          <p:txBody>
            <a:bodyPr rtlCol="0" anchor="ctr"/>
            <a:lstStyle/>
            <a:p>
              <a:endParaRPr lang="en-US"/>
            </a:p>
          </p:txBody>
        </p:sp>
      </p:grpSp>
      <p:grpSp>
        <p:nvGrpSpPr>
          <p:cNvPr id="725" name="Graphic 4">
            <a:extLst>
              <a:ext uri="{FF2B5EF4-FFF2-40B4-BE49-F238E27FC236}">
                <a16:creationId xmlns:a16="http://schemas.microsoft.com/office/drawing/2014/main" id="{5297F888-A0AE-9343-9087-26CE6CB3DEC7}"/>
              </a:ext>
            </a:extLst>
          </p:cNvPr>
          <p:cNvGrpSpPr/>
          <p:nvPr/>
        </p:nvGrpSpPr>
        <p:grpSpPr>
          <a:xfrm>
            <a:off x="9290591" y="3339623"/>
            <a:ext cx="361674" cy="361971"/>
            <a:chOff x="8239823" y="3339623"/>
            <a:chExt cx="361674" cy="361971"/>
          </a:xfrm>
          <a:solidFill>
            <a:srgbClr val="43B02A"/>
          </a:solidFill>
        </p:grpSpPr>
        <p:sp>
          <p:nvSpPr>
            <p:cNvPr id="726" name="Graphic 4">
              <a:extLst>
                <a:ext uri="{FF2B5EF4-FFF2-40B4-BE49-F238E27FC236}">
                  <a16:creationId xmlns:a16="http://schemas.microsoft.com/office/drawing/2014/main" id="{A78954D4-5680-2A46-A875-EC4381FF04A6}"/>
                </a:ext>
              </a:extLst>
            </p:cNvPr>
            <p:cNvSpPr/>
            <p:nvPr/>
          </p:nvSpPr>
          <p:spPr>
            <a:xfrm>
              <a:off x="8320428" y="3541268"/>
              <a:ext cx="199279" cy="73504"/>
            </a:xfrm>
            <a:custGeom>
              <a:avLst/>
              <a:gdLst>
                <a:gd name="connsiteX0" fmla="*/ 187773 w 199279"/>
                <a:gd name="connsiteY0" fmla="*/ 30732 h 73504"/>
                <a:gd name="connsiteX1" fmla="*/ 150711 w 199279"/>
                <a:gd name="connsiteY1" fmla="*/ 21794 h 73504"/>
                <a:gd name="connsiteX2" fmla="*/ 148794 w 199279"/>
                <a:gd name="connsiteY2" fmla="*/ 21156 h 73504"/>
                <a:gd name="connsiteX3" fmla="*/ 114927 w 199279"/>
                <a:gd name="connsiteY3" fmla="*/ 2642 h 73504"/>
                <a:gd name="connsiteX4" fmla="*/ 45916 w 199279"/>
                <a:gd name="connsiteY4" fmla="*/ 727 h 73504"/>
                <a:gd name="connsiteX5" fmla="*/ 44638 w 199279"/>
                <a:gd name="connsiteY5" fmla="*/ 727 h 73504"/>
                <a:gd name="connsiteX6" fmla="*/ 31219 w 199279"/>
                <a:gd name="connsiteY6" fmla="*/ 5196 h 73504"/>
                <a:gd name="connsiteX7" fmla="*/ 2465 w 199279"/>
                <a:gd name="connsiteY7" fmla="*/ 24986 h 73504"/>
                <a:gd name="connsiteX8" fmla="*/ 4382 w 199279"/>
                <a:gd name="connsiteY8" fmla="*/ 63290 h 73504"/>
                <a:gd name="connsiteX9" fmla="*/ 5660 w 199279"/>
                <a:gd name="connsiteY9" fmla="*/ 63928 h 73504"/>
                <a:gd name="connsiteX10" fmla="*/ 19717 w 199279"/>
                <a:gd name="connsiteY10" fmla="*/ 64567 h 73504"/>
                <a:gd name="connsiteX11" fmla="*/ 24829 w 199279"/>
                <a:gd name="connsiteY11" fmla="*/ 67120 h 73504"/>
                <a:gd name="connsiteX12" fmla="*/ 36970 w 199279"/>
                <a:gd name="connsiteY12" fmla="*/ 73504 h 73504"/>
                <a:gd name="connsiteX13" fmla="*/ 36970 w 199279"/>
                <a:gd name="connsiteY13" fmla="*/ 73504 h 73504"/>
                <a:gd name="connsiteX14" fmla="*/ 48472 w 199279"/>
                <a:gd name="connsiteY14" fmla="*/ 67759 h 73504"/>
                <a:gd name="connsiteX15" fmla="*/ 53584 w 199279"/>
                <a:gd name="connsiteY15" fmla="*/ 65205 h 73504"/>
                <a:gd name="connsiteX16" fmla="*/ 148155 w 199279"/>
                <a:gd name="connsiteY16" fmla="*/ 65205 h 73504"/>
                <a:gd name="connsiteX17" fmla="*/ 153267 w 199279"/>
                <a:gd name="connsiteY17" fmla="*/ 67759 h 73504"/>
                <a:gd name="connsiteX18" fmla="*/ 164769 w 199279"/>
                <a:gd name="connsiteY18" fmla="*/ 73504 h 73504"/>
                <a:gd name="connsiteX19" fmla="*/ 176910 w 199279"/>
                <a:gd name="connsiteY19" fmla="*/ 67120 h 73504"/>
                <a:gd name="connsiteX20" fmla="*/ 182022 w 199279"/>
                <a:gd name="connsiteY20" fmla="*/ 64567 h 73504"/>
                <a:gd name="connsiteX21" fmla="*/ 196080 w 199279"/>
                <a:gd name="connsiteY21" fmla="*/ 63928 h 73504"/>
                <a:gd name="connsiteX22" fmla="*/ 197997 w 199279"/>
                <a:gd name="connsiteY22" fmla="*/ 59460 h 73504"/>
                <a:gd name="connsiteX23" fmla="*/ 198635 w 199279"/>
                <a:gd name="connsiteY23" fmla="*/ 41584 h 73504"/>
                <a:gd name="connsiteX24" fmla="*/ 187773 w 199279"/>
                <a:gd name="connsiteY24" fmla="*/ 30732 h 7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9279" h="73504">
                  <a:moveTo>
                    <a:pt x="187773" y="30732"/>
                  </a:moveTo>
                  <a:cubicBezTo>
                    <a:pt x="177549" y="27540"/>
                    <a:pt x="159657" y="23709"/>
                    <a:pt x="150711" y="21794"/>
                  </a:cubicBezTo>
                  <a:cubicBezTo>
                    <a:pt x="150072" y="21794"/>
                    <a:pt x="149433" y="21156"/>
                    <a:pt x="148794" y="21156"/>
                  </a:cubicBezTo>
                  <a:lnTo>
                    <a:pt x="114927" y="2642"/>
                  </a:lnTo>
                  <a:cubicBezTo>
                    <a:pt x="102147" y="-1188"/>
                    <a:pt x="64447" y="88"/>
                    <a:pt x="45916" y="727"/>
                  </a:cubicBezTo>
                  <a:lnTo>
                    <a:pt x="44638" y="727"/>
                  </a:lnTo>
                  <a:cubicBezTo>
                    <a:pt x="39527" y="727"/>
                    <a:pt x="35053" y="2642"/>
                    <a:pt x="31219" y="5196"/>
                  </a:cubicBezTo>
                  <a:cubicBezTo>
                    <a:pt x="20996" y="10941"/>
                    <a:pt x="11411" y="17325"/>
                    <a:pt x="2465" y="24986"/>
                  </a:cubicBezTo>
                  <a:cubicBezTo>
                    <a:pt x="-1369" y="42861"/>
                    <a:pt x="-730" y="55629"/>
                    <a:pt x="4382" y="63290"/>
                  </a:cubicBezTo>
                  <a:cubicBezTo>
                    <a:pt x="5021" y="63928"/>
                    <a:pt x="5021" y="63928"/>
                    <a:pt x="5660" y="63928"/>
                  </a:cubicBezTo>
                  <a:lnTo>
                    <a:pt x="19717" y="64567"/>
                  </a:lnTo>
                  <a:cubicBezTo>
                    <a:pt x="21634" y="64567"/>
                    <a:pt x="23552" y="65844"/>
                    <a:pt x="24829" y="67120"/>
                  </a:cubicBezTo>
                  <a:cubicBezTo>
                    <a:pt x="27386" y="70951"/>
                    <a:pt x="31858" y="73504"/>
                    <a:pt x="36970" y="73504"/>
                  </a:cubicBezTo>
                  <a:lnTo>
                    <a:pt x="36970" y="73504"/>
                  </a:lnTo>
                  <a:cubicBezTo>
                    <a:pt x="41443" y="73504"/>
                    <a:pt x="45916" y="71589"/>
                    <a:pt x="48472" y="67759"/>
                  </a:cubicBezTo>
                  <a:cubicBezTo>
                    <a:pt x="49750" y="65844"/>
                    <a:pt x="51667" y="65205"/>
                    <a:pt x="53584" y="65205"/>
                  </a:cubicBezTo>
                  <a:lnTo>
                    <a:pt x="148155" y="65205"/>
                  </a:lnTo>
                  <a:cubicBezTo>
                    <a:pt x="150072" y="65205"/>
                    <a:pt x="151989" y="66482"/>
                    <a:pt x="153267" y="67759"/>
                  </a:cubicBezTo>
                  <a:cubicBezTo>
                    <a:pt x="155823" y="71589"/>
                    <a:pt x="160296" y="73504"/>
                    <a:pt x="164769" y="73504"/>
                  </a:cubicBezTo>
                  <a:cubicBezTo>
                    <a:pt x="169881" y="73504"/>
                    <a:pt x="174354" y="70951"/>
                    <a:pt x="176910" y="67120"/>
                  </a:cubicBezTo>
                  <a:cubicBezTo>
                    <a:pt x="178188" y="65205"/>
                    <a:pt x="180105" y="64567"/>
                    <a:pt x="182022" y="64567"/>
                  </a:cubicBezTo>
                  <a:lnTo>
                    <a:pt x="196080" y="63928"/>
                  </a:lnTo>
                  <a:cubicBezTo>
                    <a:pt x="196719" y="62652"/>
                    <a:pt x="197997" y="61375"/>
                    <a:pt x="197997" y="59460"/>
                  </a:cubicBezTo>
                  <a:lnTo>
                    <a:pt x="198635" y="41584"/>
                  </a:lnTo>
                  <a:cubicBezTo>
                    <a:pt x="199914" y="39669"/>
                    <a:pt x="200553" y="34562"/>
                    <a:pt x="187773" y="30732"/>
                  </a:cubicBezTo>
                  <a:close/>
                </a:path>
              </a:pathLst>
            </a:custGeom>
            <a:solidFill>
              <a:srgbClr val="43B02A"/>
            </a:solidFill>
            <a:ln w="6390" cap="flat">
              <a:noFill/>
              <a:prstDash val="solid"/>
              <a:miter/>
            </a:ln>
          </p:spPr>
          <p:txBody>
            <a:bodyPr rtlCol="0" anchor="ctr"/>
            <a:lstStyle/>
            <a:p>
              <a:endParaRPr lang="en-US"/>
            </a:p>
          </p:txBody>
        </p:sp>
        <p:sp>
          <p:nvSpPr>
            <p:cNvPr id="727" name="Graphic 4">
              <a:extLst>
                <a:ext uri="{FF2B5EF4-FFF2-40B4-BE49-F238E27FC236}">
                  <a16:creationId xmlns:a16="http://schemas.microsoft.com/office/drawing/2014/main" id="{F3E322EE-AC6D-DC45-8749-00B6CA301166}"/>
                </a:ext>
              </a:extLst>
            </p:cNvPr>
            <p:cNvSpPr/>
            <p:nvPr/>
          </p:nvSpPr>
          <p:spPr>
            <a:xfrm>
              <a:off x="8239823" y="3339623"/>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292659 w 361674"/>
                <a:gd name="connsiteY7" fmla="*/ 262382 h 361971"/>
                <a:gd name="connsiteX8" fmla="*/ 280518 w 361674"/>
                <a:gd name="connsiteY8" fmla="*/ 278980 h 361971"/>
                <a:gd name="connsiteX9" fmla="*/ 279880 w 361674"/>
                <a:gd name="connsiteY9" fmla="*/ 278980 h 361971"/>
                <a:gd name="connsiteX10" fmla="*/ 267100 w 361674"/>
                <a:gd name="connsiteY10" fmla="*/ 279618 h 361971"/>
                <a:gd name="connsiteX11" fmla="*/ 246651 w 361674"/>
                <a:gd name="connsiteY11" fmla="*/ 289194 h 361971"/>
                <a:gd name="connsiteX12" fmla="*/ 226843 w 361674"/>
                <a:gd name="connsiteY12" fmla="*/ 280895 h 361971"/>
                <a:gd name="connsiteX13" fmla="*/ 138022 w 361674"/>
                <a:gd name="connsiteY13" fmla="*/ 280895 h 361971"/>
                <a:gd name="connsiteX14" fmla="*/ 118214 w 361674"/>
                <a:gd name="connsiteY14" fmla="*/ 289194 h 361971"/>
                <a:gd name="connsiteX15" fmla="*/ 118214 w 361674"/>
                <a:gd name="connsiteY15" fmla="*/ 289194 h 361971"/>
                <a:gd name="connsiteX16" fmla="*/ 97766 w 361674"/>
                <a:gd name="connsiteY16" fmla="*/ 279618 h 361971"/>
                <a:gd name="connsiteX17" fmla="*/ 86264 w 361674"/>
                <a:gd name="connsiteY17" fmla="*/ 278980 h 361971"/>
                <a:gd name="connsiteX18" fmla="*/ 75402 w 361674"/>
                <a:gd name="connsiteY18" fmla="*/ 273234 h 361971"/>
                <a:gd name="connsiteX19" fmla="*/ 71567 w 361674"/>
                <a:gd name="connsiteY19" fmla="*/ 224078 h 361971"/>
                <a:gd name="connsiteX20" fmla="*/ 92654 w 361674"/>
                <a:gd name="connsiteY20" fmla="*/ 204926 h 361971"/>
                <a:gd name="connsiteX21" fmla="*/ 91376 w 361674"/>
                <a:gd name="connsiteY21" fmla="*/ 201095 h 361971"/>
                <a:gd name="connsiteX22" fmla="*/ 91376 w 361674"/>
                <a:gd name="connsiteY22" fmla="*/ 192158 h 361971"/>
                <a:gd name="connsiteX23" fmla="*/ 123326 w 361674"/>
                <a:gd name="connsiteY23" fmla="*/ 160238 h 361971"/>
                <a:gd name="connsiteX24" fmla="*/ 164861 w 361674"/>
                <a:gd name="connsiteY24" fmla="*/ 160238 h 361971"/>
                <a:gd name="connsiteX25" fmla="*/ 173806 w 361674"/>
                <a:gd name="connsiteY25" fmla="*/ 151300 h 361971"/>
                <a:gd name="connsiteX26" fmla="*/ 164861 w 361674"/>
                <a:gd name="connsiteY26" fmla="*/ 142363 h 361971"/>
                <a:gd name="connsiteX27" fmla="*/ 164861 w 361674"/>
                <a:gd name="connsiteY27" fmla="*/ 142363 h 361971"/>
                <a:gd name="connsiteX28" fmla="*/ 121409 w 361674"/>
                <a:gd name="connsiteY28" fmla="*/ 142363 h 361971"/>
                <a:gd name="connsiteX29" fmla="*/ 99683 w 361674"/>
                <a:gd name="connsiteY29" fmla="*/ 120657 h 361971"/>
                <a:gd name="connsiteX30" fmla="*/ 99683 w 361674"/>
                <a:gd name="connsiteY30" fmla="*/ 116189 h 361971"/>
                <a:gd name="connsiteX31" fmla="*/ 121409 w 361674"/>
                <a:gd name="connsiteY31" fmla="*/ 94483 h 361971"/>
                <a:gd name="connsiteX32" fmla="*/ 169333 w 361674"/>
                <a:gd name="connsiteY32" fmla="*/ 94483 h 361971"/>
                <a:gd name="connsiteX33" fmla="*/ 192337 w 361674"/>
                <a:gd name="connsiteY33" fmla="*/ 77246 h 361971"/>
                <a:gd name="connsiteX34" fmla="*/ 197449 w 361674"/>
                <a:gd name="connsiteY34" fmla="*/ 77246 h 361971"/>
                <a:gd name="connsiteX35" fmla="*/ 208951 w 361674"/>
                <a:gd name="connsiteY35" fmla="*/ 72778 h 361971"/>
                <a:gd name="connsiteX36" fmla="*/ 217258 w 361674"/>
                <a:gd name="connsiteY36" fmla="*/ 72778 h 361971"/>
                <a:gd name="connsiteX37" fmla="*/ 223648 w 361674"/>
                <a:gd name="connsiteY37" fmla="*/ 79162 h 361971"/>
                <a:gd name="connsiteX38" fmla="*/ 223648 w 361674"/>
                <a:gd name="connsiteY38" fmla="*/ 81077 h 361971"/>
                <a:gd name="connsiteX39" fmla="*/ 247290 w 361674"/>
                <a:gd name="connsiteY39" fmla="*/ 81077 h 361971"/>
                <a:gd name="connsiteX40" fmla="*/ 253680 w 361674"/>
                <a:gd name="connsiteY40" fmla="*/ 87461 h 361971"/>
                <a:gd name="connsiteX41" fmla="*/ 247290 w 361674"/>
                <a:gd name="connsiteY41" fmla="*/ 93845 h 361971"/>
                <a:gd name="connsiteX42" fmla="*/ 223648 w 361674"/>
                <a:gd name="connsiteY42" fmla="*/ 93845 h 361971"/>
                <a:gd name="connsiteX43" fmla="*/ 223648 w 361674"/>
                <a:gd name="connsiteY43" fmla="*/ 106613 h 361971"/>
                <a:gd name="connsiteX44" fmla="*/ 247290 w 361674"/>
                <a:gd name="connsiteY44" fmla="*/ 106613 h 361971"/>
                <a:gd name="connsiteX45" fmla="*/ 253680 w 361674"/>
                <a:gd name="connsiteY45" fmla="*/ 112997 h 361971"/>
                <a:gd name="connsiteX46" fmla="*/ 247290 w 361674"/>
                <a:gd name="connsiteY46" fmla="*/ 119381 h 361971"/>
                <a:gd name="connsiteX47" fmla="*/ 223648 w 361674"/>
                <a:gd name="connsiteY47" fmla="*/ 119381 h 361971"/>
                <a:gd name="connsiteX48" fmla="*/ 223648 w 361674"/>
                <a:gd name="connsiteY48" fmla="*/ 121296 h 361971"/>
                <a:gd name="connsiteX49" fmla="*/ 217258 w 361674"/>
                <a:gd name="connsiteY49" fmla="*/ 127680 h 361971"/>
                <a:gd name="connsiteX50" fmla="*/ 208951 w 361674"/>
                <a:gd name="connsiteY50" fmla="*/ 127680 h 361971"/>
                <a:gd name="connsiteX51" fmla="*/ 197449 w 361674"/>
                <a:gd name="connsiteY51" fmla="*/ 123211 h 361971"/>
                <a:gd name="connsiteX52" fmla="*/ 192337 w 361674"/>
                <a:gd name="connsiteY52" fmla="*/ 123211 h 361971"/>
                <a:gd name="connsiteX53" fmla="*/ 169333 w 361674"/>
                <a:gd name="connsiteY53" fmla="*/ 105974 h 361971"/>
                <a:gd name="connsiteX54" fmla="*/ 121409 w 361674"/>
                <a:gd name="connsiteY54" fmla="*/ 105974 h 361971"/>
                <a:gd name="connsiteX55" fmla="*/ 112463 w 361674"/>
                <a:gd name="connsiteY55" fmla="*/ 114912 h 361971"/>
                <a:gd name="connsiteX56" fmla="*/ 112463 w 361674"/>
                <a:gd name="connsiteY56" fmla="*/ 119381 h 361971"/>
                <a:gd name="connsiteX57" fmla="*/ 121409 w 361674"/>
                <a:gd name="connsiteY57" fmla="*/ 128318 h 361971"/>
                <a:gd name="connsiteX58" fmla="*/ 164861 w 361674"/>
                <a:gd name="connsiteY58" fmla="*/ 128318 h 361971"/>
                <a:gd name="connsiteX59" fmla="*/ 186586 w 361674"/>
                <a:gd name="connsiteY59" fmla="*/ 150024 h 361971"/>
                <a:gd name="connsiteX60" fmla="*/ 164861 w 361674"/>
                <a:gd name="connsiteY60" fmla="*/ 171729 h 361971"/>
                <a:gd name="connsiteX61" fmla="*/ 123326 w 361674"/>
                <a:gd name="connsiteY61" fmla="*/ 171729 h 361971"/>
                <a:gd name="connsiteX62" fmla="*/ 104156 w 361674"/>
                <a:gd name="connsiteY62" fmla="*/ 190881 h 361971"/>
                <a:gd name="connsiteX63" fmla="*/ 104156 w 361674"/>
                <a:gd name="connsiteY63" fmla="*/ 196627 h 361971"/>
                <a:gd name="connsiteX64" fmla="*/ 106073 w 361674"/>
                <a:gd name="connsiteY64" fmla="*/ 195350 h 361971"/>
                <a:gd name="connsiteX65" fmla="*/ 125243 w 361674"/>
                <a:gd name="connsiteY65" fmla="*/ 189604 h 361971"/>
                <a:gd name="connsiteX66" fmla="*/ 127160 w 361674"/>
                <a:gd name="connsiteY66" fmla="*/ 189604 h 361971"/>
                <a:gd name="connsiteX67" fmla="*/ 200644 w 361674"/>
                <a:gd name="connsiteY67" fmla="*/ 192158 h 361971"/>
                <a:gd name="connsiteX68" fmla="*/ 201922 w 361674"/>
                <a:gd name="connsiteY68" fmla="*/ 192796 h 361971"/>
                <a:gd name="connsiteX69" fmla="*/ 235150 w 361674"/>
                <a:gd name="connsiteY69" fmla="*/ 210671 h 361971"/>
                <a:gd name="connsiteX70" fmla="*/ 272211 w 361674"/>
                <a:gd name="connsiteY70" fmla="*/ 219609 h 361971"/>
                <a:gd name="connsiteX71" fmla="*/ 293298 w 361674"/>
                <a:gd name="connsiteY71" fmla="*/ 243230 h 361971"/>
                <a:gd name="connsiteX72" fmla="*/ 292659 w 361674"/>
                <a:gd name="connsiteY72" fmla="*/ 26238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61674" h="361971">
                  <a:moveTo>
                    <a:pt x="180836" y="0"/>
                  </a:moveTo>
                  <a:cubicBezTo>
                    <a:pt x="80513" y="0"/>
                    <a:pt x="0" y="81077"/>
                    <a:pt x="0" y="180667"/>
                  </a:cubicBezTo>
                  <a:cubicBezTo>
                    <a:pt x="0" y="280895"/>
                    <a:pt x="81152" y="361972"/>
                    <a:pt x="180836" y="361972"/>
                  </a:cubicBezTo>
                  <a:cubicBezTo>
                    <a:pt x="281157" y="361972"/>
                    <a:pt x="361670" y="280895"/>
                    <a:pt x="361670" y="181305"/>
                  </a:cubicBezTo>
                  <a:lnTo>
                    <a:pt x="361670" y="181305"/>
                  </a:lnTo>
                  <a:cubicBezTo>
                    <a:pt x="362309" y="81077"/>
                    <a:pt x="281157" y="0"/>
                    <a:pt x="180836" y="0"/>
                  </a:cubicBezTo>
                  <a:cubicBezTo>
                    <a:pt x="180836" y="0"/>
                    <a:pt x="180836" y="0"/>
                    <a:pt x="180836" y="0"/>
                  </a:cubicBezTo>
                  <a:close/>
                  <a:moveTo>
                    <a:pt x="292659" y="262382"/>
                  </a:moveTo>
                  <a:cubicBezTo>
                    <a:pt x="292659" y="267489"/>
                    <a:pt x="287547" y="277703"/>
                    <a:pt x="280518" y="278980"/>
                  </a:cubicBezTo>
                  <a:lnTo>
                    <a:pt x="279880" y="278980"/>
                  </a:lnTo>
                  <a:lnTo>
                    <a:pt x="267100" y="279618"/>
                  </a:lnTo>
                  <a:cubicBezTo>
                    <a:pt x="261987" y="285364"/>
                    <a:pt x="254320" y="289194"/>
                    <a:pt x="246651" y="289194"/>
                  </a:cubicBezTo>
                  <a:cubicBezTo>
                    <a:pt x="238984" y="289194"/>
                    <a:pt x="231955" y="286002"/>
                    <a:pt x="226843" y="280895"/>
                  </a:cubicBezTo>
                  <a:lnTo>
                    <a:pt x="138022" y="280895"/>
                  </a:lnTo>
                  <a:cubicBezTo>
                    <a:pt x="132911" y="286641"/>
                    <a:pt x="125881" y="289194"/>
                    <a:pt x="118214" y="289194"/>
                  </a:cubicBezTo>
                  <a:lnTo>
                    <a:pt x="118214" y="289194"/>
                  </a:lnTo>
                  <a:cubicBezTo>
                    <a:pt x="110546" y="289194"/>
                    <a:pt x="102878" y="286002"/>
                    <a:pt x="97766" y="279618"/>
                  </a:cubicBezTo>
                  <a:lnTo>
                    <a:pt x="86264" y="278980"/>
                  </a:lnTo>
                  <a:cubicBezTo>
                    <a:pt x="81792" y="278980"/>
                    <a:pt x="77957" y="276426"/>
                    <a:pt x="75402" y="273234"/>
                  </a:cubicBezTo>
                  <a:cubicBezTo>
                    <a:pt x="67733" y="262382"/>
                    <a:pt x="66456" y="245783"/>
                    <a:pt x="71567" y="224078"/>
                  </a:cubicBezTo>
                  <a:cubicBezTo>
                    <a:pt x="72845" y="218971"/>
                    <a:pt x="83069" y="211310"/>
                    <a:pt x="92654" y="204926"/>
                  </a:cubicBezTo>
                  <a:cubicBezTo>
                    <a:pt x="92015" y="203649"/>
                    <a:pt x="91376" y="202372"/>
                    <a:pt x="91376" y="201095"/>
                  </a:cubicBezTo>
                  <a:lnTo>
                    <a:pt x="91376" y="192158"/>
                  </a:lnTo>
                  <a:cubicBezTo>
                    <a:pt x="91376" y="174283"/>
                    <a:pt x="105434" y="160238"/>
                    <a:pt x="123326" y="160238"/>
                  </a:cubicBezTo>
                  <a:lnTo>
                    <a:pt x="164861" y="160238"/>
                  </a:lnTo>
                  <a:cubicBezTo>
                    <a:pt x="169972" y="160238"/>
                    <a:pt x="173806" y="156408"/>
                    <a:pt x="173806" y="151300"/>
                  </a:cubicBezTo>
                  <a:cubicBezTo>
                    <a:pt x="173806" y="146193"/>
                    <a:pt x="169972" y="142363"/>
                    <a:pt x="164861" y="142363"/>
                  </a:cubicBezTo>
                  <a:cubicBezTo>
                    <a:pt x="164861" y="142363"/>
                    <a:pt x="164861" y="142363"/>
                    <a:pt x="164861" y="142363"/>
                  </a:cubicBezTo>
                  <a:lnTo>
                    <a:pt x="121409" y="142363"/>
                  </a:lnTo>
                  <a:cubicBezTo>
                    <a:pt x="109268" y="142363"/>
                    <a:pt x="99683" y="132787"/>
                    <a:pt x="99683" y="120657"/>
                  </a:cubicBezTo>
                  <a:lnTo>
                    <a:pt x="99683" y="116189"/>
                  </a:lnTo>
                  <a:cubicBezTo>
                    <a:pt x="99683" y="104059"/>
                    <a:pt x="109268" y="94483"/>
                    <a:pt x="121409" y="94483"/>
                  </a:cubicBezTo>
                  <a:lnTo>
                    <a:pt x="169333" y="94483"/>
                  </a:lnTo>
                  <a:cubicBezTo>
                    <a:pt x="171251" y="82992"/>
                    <a:pt x="179557" y="77246"/>
                    <a:pt x="192337" y="77246"/>
                  </a:cubicBezTo>
                  <a:lnTo>
                    <a:pt x="197449" y="77246"/>
                  </a:lnTo>
                  <a:cubicBezTo>
                    <a:pt x="200644" y="74054"/>
                    <a:pt x="205117" y="72778"/>
                    <a:pt x="208951" y="72778"/>
                  </a:cubicBezTo>
                  <a:lnTo>
                    <a:pt x="217258" y="72778"/>
                  </a:lnTo>
                  <a:cubicBezTo>
                    <a:pt x="221092" y="72778"/>
                    <a:pt x="223648" y="75331"/>
                    <a:pt x="223648" y="79162"/>
                  </a:cubicBezTo>
                  <a:lnTo>
                    <a:pt x="223648" y="81077"/>
                  </a:lnTo>
                  <a:lnTo>
                    <a:pt x="247290" y="81077"/>
                  </a:lnTo>
                  <a:cubicBezTo>
                    <a:pt x="251125" y="81077"/>
                    <a:pt x="253680" y="83630"/>
                    <a:pt x="253680" y="87461"/>
                  </a:cubicBezTo>
                  <a:cubicBezTo>
                    <a:pt x="253680" y="91291"/>
                    <a:pt x="251125" y="93845"/>
                    <a:pt x="247290" y="93845"/>
                  </a:cubicBezTo>
                  <a:lnTo>
                    <a:pt x="223648" y="93845"/>
                  </a:lnTo>
                  <a:lnTo>
                    <a:pt x="223648" y="106613"/>
                  </a:lnTo>
                  <a:lnTo>
                    <a:pt x="247290" y="106613"/>
                  </a:lnTo>
                  <a:cubicBezTo>
                    <a:pt x="251125" y="106613"/>
                    <a:pt x="253680" y="109166"/>
                    <a:pt x="253680" y="112997"/>
                  </a:cubicBezTo>
                  <a:cubicBezTo>
                    <a:pt x="253680" y="116827"/>
                    <a:pt x="251125" y="119381"/>
                    <a:pt x="247290" y="119381"/>
                  </a:cubicBezTo>
                  <a:lnTo>
                    <a:pt x="223648" y="119381"/>
                  </a:lnTo>
                  <a:lnTo>
                    <a:pt x="223648" y="121296"/>
                  </a:lnTo>
                  <a:cubicBezTo>
                    <a:pt x="223648" y="125126"/>
                    <a:pt x="221092" y="127680"/>
                    <a:pt x="217258" y="127680"/>
                  </a:cubicBezTo>
                  <a:lnTo>
                    <a:pt x="208951" y="127680"/>
                  </a:lnTo>
                  <a:cubicBezTo>
                    <a:pt x="204478" y="127680"/>
                    <a:pt x="200644" y="126403"/>
                    <a:pt x="197449" y="123211"/>
                  </a:cubicBezTo>
                  <a:lnTo>
                    <a:pt x="192337" y="123211"/>
                  </a:lnTo>
                  <a:cubicBezTo>
                    <a:pt x="178918" y="123211"/>
                    <a:pt x="171251" y="117465"/>
                    <a:pt x="169333" y="105974"/>
                  </a:cubicBezTo>
                  <a:lnTo>
                    <a:pt x="121409" y="105974"/>
                  </a:lnTo>
                  <a:cubicBezTo>
                    <a:pt x="116297" y="105974"/>
                    <a:pt x="112463" y="109805"/>
                    <a:pt x="112463" y="114912"/>
                  </a:cubicBezTo>
                  <a:lnTo>
                    <a:pt x="112463" y="119381"/>
                  </a:lnTo>
                  <a:cubicBezTo>
                    <a:pt x="112463" y="124488"/>
                    <a:pt x="116297" y="128318"/>
                    <a:pt x="121409" y="128318"/>
                  </a:cubicBezTo>
                  <a:lnTo>
                    <a:pt x="164861" y="128318"/>
                  </a:lnTo>
                  <a:cubicBezTo>
                    <a:pt x="177001" y="128318"/>
                    <a:pt x="186586" y="137894"/>
                    <a:pt x="186586" y="150024"/>
                  </a:cubicBezTo>
                  <a:cubicBezTo>
                    <a:pt x="186586" y="161515"/>
                    <a:pt x="177001" y="171091"/>
                    <a:pt x="164861" y="171729"/>
                  </a:cubicBezTo>
                  <a:lnTo>
                    <a:pt x="123326" y="171729"/>
                  </a:lnTo>
                  <a:cubicBezTo>
                    <a:pt x="112463" y="171729"/>
                    <a:pt x="104156" y="180028"/>
                    <a:pt x="104156" y="190881"/>
                  </a:cubicBezTo>
                  <a:lnTo>
                    <a:pt x="104156" y="196627"/>
                  </a:lnTo>
                  <a:lnTo>
                    <a:pt x="106073" y="195350"/>
                  </a:lnTo>
                  <a:cubicBezTo>
                    <a:pt x="111824" y="191519"/>
                    <a:pt x="118214" y="189604"/>
                    <a:pt x="125243" y="189604"/>
                  </a:cubicBezTo>
                  <a:lnTo>
                    <a:pt x="127160" y="189604"/>
                  </a:lnTo>
                  <a:cubicBezTo>
                    <a:pt x="155915" y="188327"/>
                    <a:pt x="187864" y="187689"/>
                    <a:pt x="200644" y="192158"/>
                  </a:cubicBezTo>
                  <a:lnTo>
                    <a:pt x="201922" y="192796"/>
                  </a:lnTo>
                  <a:lnTo>
                    <a:pt x="235150" y="210671"/>
                  </a:lnTo>
                  <a:cubicBezTo>
                    <a:pt x="246013" y="212587"/>
                    <a:pt x="261987" y="216417"/>
                    <a:pt x="272211" y="219609"/>
                  </a:cubicBezTo>
                  <a:cubicBezTo>
                    <a:pt x="286270" y="224078"/>
                    <a:pt x="293298" y="232377"/>
                    <a:pt x="293298" y="243230"/>
                  </a:cubicBezTo>
                  <a:lnTo>
                    <a:pt x="292659" y="262382"/>
                  </a:lnTo>
                  <a:close/>
                </a:path>
              </a:pathLst>
            </a:custGeom>
            <a:solidFill>
              <a:srgbClr val="43B02A"/>
            </a:solidFill>
            <a:ln w="6390" cap="flat">
              <a:noFill/>
              <a:prstDash val="solid"/>
              <a:miter/>
            </a:ln>
          </p:spPr>
          <p:txBody>
            <a:bodyPr rtlCol="0" anchor="ctr"/>
            <a:lstStyle/>
            <a:p>
              <a:endParaRPr lang="en-US"/>
            </a:p>
          </p:txBody>
        </p:sp>
        <p:sp>
          <p:nvSpPr>
            <p:cNvPr id="728" name="Graphic 4">
              <a:extLst>
                <a:ext uri="{FF2B5EF4-FFF2-40B4-BE49-F238E27FC236}">
                  <a16:creationId xmlns:a16="http://schemas.microsoft.com/office/drawing/2014/main" id="{295CE7D6-C508-C542-AF38-E0C3F3425506}"/>
                </a:ext>
              </a:extLst>
            </p:cNvPr>
            <p:cNvSpPr/>
            <p:nvPr/>
          </p:nvSpPr>
          <p:spPr>
            <a:xfrm>
              <a:off x="8421937" y="3425807"/>
              <a:ext cx="29393" cy="30643"/>
            </a:xfrm>
            <a:custGeom>
              <a:avLst/>
              <a:gdLst>
                <a:gd name="connsiteX0" fmla="*/ 10224 w 29393"/>
                <a:gd name="connsiteY0" fmla="*/ 26174 h 30643"/>
                <a:gd name="connsiteX1" fmla="*/ 19170 w 29393"/>
                <a:gd name="connsiteY1" fmla="*/ 26174 h 30643"/>
                <a:gd name="connsiteX2" fmla="*/ 24921 w 29393"/>
                <a:gd name="connsiteY2" fmla="*/ 30005 h 30643"/>
                <a:gd name="connsiteX3" fmla="*/ 27477 w 29393"/>
                <a:gd name="connsiteY3" fmla="*/ 30643 h 30643"/>
                <a:gd name="connsiteX4" fmla="*/ 29394 w 29393"/>
                <a:gd name="connsiteY4" fmla="*/ 30643 h 30643"/>
                <a:gd name="connsiteX5" fmla="*/ 29394 w 29393"/>
                <a:gd name="connsiteY5" fmla="*/ 0 h 30643"/>
                <a:gd name="connsiteX6" fmla="*/ 27477 w 29393"/>
                <a:gd name="connsiteY6" fmla="*/ 0 h 30643"/>
                <a:gd name="connsiteX7" fmla="*/ 24921 w 29393"/>
                <a:gd name="connsiteY7" fmla="*/ 638 h 30643"/>
                <a:gd name="connsiteX8" fmla="*/ 19170 w 29393"/>
                <a:gd name="connsiteY8" fmla="*/ 4469 h 30643"/>
                <a:gd name="connsiteX9" fmla="*/ 10863 w 29393"/>
                <a:gd name="connsiteY9" fmla="*/ 4469 h 30643"/>
                <a:gd name="connsiteX10" fmla="*/ 0 w 29393"/>
                <a:gd name="connsiteY10" fmla="*/ 15322 h 30643"/>
                <a:gd name="connsiteX11" fmla="*/ 10224 w 29393"/>
                <a:gd name="connsiteY11" fmla="*/ 26174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393" h="30643">
                  <a:moveTo>
                    <a:pt x="10224" y="26174"/>
                  </a:moveTo>
                  <a:lnTo>
                    <a:pt x="19170" y="26174"/>
                  </a:lnTo>
                  <a:cubicBezTo>
                    <a:pt x="21726" y="26174"/>
                    <a:pt x="23642" y="27451"/>
                    <a:pt x="24921" y="30005"/>
                  </a:cubicBezTo>
                  <a:cubicBezTo>
                    <a:pt x="25560" y="30643"/>
                    <a:pt x="26837" y="30643"/>
                    <a:pt x="27477" y="30643"/>
                  </a:cubicBezTo>
                  <a:lnTo>
                    <a:pt x="29394" y="30643"/>
                  </a:lnTo>
                  <a:lnTo>
                    <a:pt x="29394" y="0"/>
                  </a:lnTo>
                  <a:lnTo>
                    <a:pt x="27477" y="0"/>
                  </a:lnTo>
                  <a:cubicBezTo>
                    <a:pt x="26199" y="0"/>
                    <a:pt x="25560" y="0"/>
                    <a:pt x="24921" y="638"/>
                  </a:cubicBezTo>
                  <a:cubicBezTo>
                    <a:pt x="23642" y="2554"/>
                    <a:pt x="21726" y="4469"/>
                    <a:pt x="19170" y="4469"/>
                  </a:cubicBezTo>
                  <a:lnTo>
                    <a:pt x="10863" y="4469"/>
                  </a:lnTo>
                  <a:cubicBezTo>
                    <a:pt x="2556" y="4469"/>
                    <a:pt x="0" y="7022"/>
                    <a:pt x="0" y="15322"/>
                  </a:cubicBezTo>
                  <a:cubicBezTo>
                    <a:pt x="0" y="23621"/>
                    <a:pt x="1917" y="26174"/>
                    <a:pt x="10224" y="26174"/>
                  </a:cubicBezTo>
                  <a:close/>
                </a:path>
              </a:pathLst>
            </a:custGeom>
            <a:solidFill>
              <a:srgbClr val="43B02A"/>
            </a:solidFill>
            <a:ln w="6390" cap="flat">
              <a:noFill/>
              <a:prstDash val="solid"/>
              <a:miter/>
            </a:ln>
          </p:spPr>
          <p:txBody>
            <a:bodyPr rtlCol="0" anchor="ctr"/>
            <a:lstStyle/>
            <a:p>
              <a:endParaRPr lang="en-US"/>
            </a:p>
          </p:txBody>
        </p:sp>
      </p:grpSp>
      <p:grpSp>
        <p:nvGrpSpPr>
          <p:cNvPr id="729" name="Graphic 4">
            <a:extLst>
              <a:ext uri="{FF2B5EF4-FFF2-40B4-BE49-F238E27FC236}">
                <a16:creationId xmlns:a16="http://schemas.microsoft.com/office/drawing/2014/main" id="{13AFCCED-1F64-A748-AFD6-B3E32480F7C6}"/>
              </a:ext>
            </a:extLst>
          </p:cNvPr>
          <p:cNvGrpSpPr/>
          <p:nvPr/>
        </p:nvGrpSpPr>
        <p:grpSpPr>
          <a:xfrm>
            <a:off x="9891245" y="2855717"/>
            <a:ext cx="362312" cy="361971"/>
            <a:chOff x="8840477" y="2855717"/>
            <a:chExt cx="362312" cy="361971"/>
          </a:xfrm>
          <a:solidFill>
            <a:srgbClr val="43B02A"/>
          </a:solidFill>
        </p:grpSpPr>
        <p:sp>
          <p:nvSpPr>
            <p:cNvPr id="730" name="Graphic 4">
              <a:extLst>
                <a:ext uri="{FF2B5EF4-FFF2-40B4-BE49-F238E27FC236}">
                  <a16:creationId xmlns:a16="http://schemas.microsoft.com/office/drawing/2014/main" id="{E4F7258F-0355-B247-AD93-18BE7134C761}"/>
                </a:ext>
              </a:extLst>
            </p:cNvPr>
            <p:cNvSpPr/>
            <p:nvPr/>
          </p:nvSpPr>
          <p:spPr>
            <a:xfrm>
              <a:off x="8840477" y="2855717"/>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6"/>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6"/>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234"/>
                    <a:pt x="274767" y="348565"/>
                    <a:pt x="181474" y="349204"/>
                  </a:cubicBezTo>
                  <a:close/>
                </a:path>
              </a:pathLst>
            </a:custGeom>
            <a:solidFill>
              <a:srgbClr val="43B02A"/>
            </a:solidFill>
            <a:ln w="6390" cap="flat">
              <a:noFill/>
              <a:prstDash val="solid"/>
              <a:miter/>
            </a:ln>
          </p:spPr>
          <p:txBody>
            <a:bodyPr rtlCol="0" anchor="ctr"/>
            <a:lstStyle/>
            <a:p>
              <a:endParaRPr lang="en-US"/>
            </a:p>
          </p:txBody>
        </p:sp>
        <p:sp>
          <p:nvSpPr>
            <p:cNvPr id="731" name="Graphic 4">
              <a:extLst>
                <a:ext uri="{FF2B5EF4-FFF2-40B4-BE49-F238E27FC236}">
                  <a16:creationId xmlns:a16="http://schemas.microsoft.com/office/drawing/2014/main" id="{BC1B2EBC-DDA1-014E-8D76-2F94FD0B634F}"/>
                </a:ext>
              </a:extLst>
            </p:cNvPr>
            <p:cNvSpPr/>
            <p:nvPr/>
          </p:nvSpPr>
          <p:spPr>
            <a:xfrm>
              <a:off x="8939522" y="3006858"/>
              <a:ext cx="164860" cy="110602"/>
            </a:xfrm>
            <a:custGeom>
              <a:avLst/>
              <a:gdLst>
                <a:gd name="connsiteX0" fmla="*/ 164861 w 164860"/>
                <a:gd name="connsiteY0" fmla="*/ 26972 h 110602"/>
                <a:gd name="connsiteX1" fmla="*/ 158471 w 164860"/>
                <a:gd name="connsiteY1" fmla="*/ 20588 h 110602"/>
                <a:gd name="connsiteX2" fmla="*/ 146969 w 164860"/>
                <a:gd name="connsiteY2" fmla="*/ 20588 h 110602"/>
                <a:gd name="connsiteX3" fmla="*/ 143135 w 164860"/>
                <a:gd name="connsiteY3" fmla="*/ 21865 h 110602"/>
                <a:gd name="connsiteX4" fmla="*/ 130355 w 164860"/>
                <a:gd name="connsiteY4" fmla="*/ 6544 h 110602"/>
                <a:gd name="connsiteX5" fmla="*/ 120770 w 164860"/>
                <a:gd name="connsiteY5" fmla="*/ 1436 h 110602"/>
                <a:gd name="connsiteX6" fmla="*/ 45368 w 164860"/>
                <a:gd name="connsiteY6" fmla="*/ 1436 h 110602"/>
                <a:gd name="connsiteX7" fmla="*/ 35783 w 164860"/>
                <a:gd name="connsiteY7" fmla="*/ 6544 h 110602"/>
                <a:gd name="connsiteX8" fmla="*/ 23004 w 164860"/>
                <a:gd name="connsiteY8" fmla="*/ 21865 h 110602"/>
                <a:gd name="connsiteX9" fmla="*/ 18531 w 164860"/>
                <a:gd name="connsiteY9" fmla="*/ 19950 h 110602"/>
                <a:gd name="connsiteX10" fmla="*/ 6390 w 164860"/>
                <a:gd name="connsiteY10" fmla="*/ 19950 h 110602"/>
                <a:gd name="connsiteX11" fmla="*/ 0 w 164860"/>
                <a:gd name="connsiteY11" fmla="*/ 26334 h 110602"/>
                <a:gd name="connsiteX12" fmla="*/ 6390 w 164860"/>
                <a:gd name="connsiteY12" fmla="*/ 32718 h 110602"/>
                <a:gd name="connsiteX13" fmla="*/ 12780 w 164860"/>
                <a:gd name="connsiteY13" fmla="*/ 32718 h 110602"/>
                <a:gd name="connsiteX14" fmla="*/ 6390 w 164860"/>
                <a:gd name="connsiteY14" fmla="*/ 40379 h 110602"/>
                <a:gd name="connsiteX15" fmla="*/ 1917 w 164860"/>
                <a:gd name="connsiteY15" fmla="*/ 55700 h 110602"/>
                <a:gd name="connsiteX16" fmla="*/ 1917 w 164860"/>
                <a:gd name="connsiteY16" fmla="*/ 101027 h 110602"/>
                <a:gd name="connsiteX17" fmla="*/ 11502 w 164860"/>
                <a:gd name="connsiteY17" fmla="*/ 110603 h 110602"/>
                <a:gd name="connsiteX18" fmla="*/ 34506 w 164860"/>
                <a:gd name="connsiteY18" fmla="*/ 110603 h 110602"/>
                <a:gd name="connsiteX19" fmla="*/ 44091 w 164860"/>
                <a:gd name="connsiteY19" fmla="*/ 101027 h 110602"/>
                <a:gd name="connsiteX20" fmla="*/ 44091 w 164860"/>
                <a:gd name="connsiteY20" fmla="*/ 97835 h 110602"/>
                <a:gd name="connsiteX21" fmla="*/ 120131 w 164860"/>
                <a:gd name="connsiteY21" fmla="*/ 97835 h 110602"/>
                <a:gd name="connsiteX22" fmla="*/ 120131 w 164860"/>
                <a:gd name="connsiteY22" fmla="*/ 101027 h 110602"/>
                <a:gd name="connsiteX23" fmla="*/ 129716 w 164860"/>
                <a:gd name="connsiteY23" fmla="*/ 110603 h 110602"/>
                <a:gd name="connsiteX24" fmla="*/ 152720 w 164860"/>
                <a:gd name="connsiteY24" fmla="*/ 110603 h 110602"/>
                <a:gd name="connsiteX25" fmla="*/ 162305 w 164860"/>
                <a:gd name="connsiteY25" fmla="*/ 101027 h 110602"/>
                <a:gd name="connsiteX26" fmla="*/ 162305 w 164860"/>
                <a:gd name="connsiteY26" fmla="*/ 55700 h 110602"/>
                <a:gd name="connsiteX27" fmla="*/ 157831 w 164860"/>
                <a:gd name="connsiteY27" fmla="*/ 40379 h 110602"/>
                <a:gd name="connsiteX28" fmla="*/ 151441 w 164860"/>
                <a:gd name="connsiteY28" fmla="*/ 32718 h 110602"/>
                <a:gd name="connsiteX29" fmla="*/ 157192 w 164860"/>
                <a:gd name="connsiteY29" fmla="*/ 32718 h 110602"/>
                <a:gd name="connsiteX30" fmla="*/ 164861 w 164860"/>
                <a:gd name="connsiteY30" fmla="*/ 26972 h 110602"/>
                <a:gd name="connsiteX31" fmla="*/ 164861 w 164860"/>
                <a:gd name="connsiteY31" fmla="*/ 26972 h 110602"/>
                <a:gd name="connsiteX32" fmla="*/ 46007 w 164860"/>
                <a:gd name="connsiteY32" fmla="*/ 15481 h 110602"/>
                <a:gd name="connsiteX33" fmla="*/ 46647 w 164860"/>
                <a:gd name="connsiteY33" fmla="*/ 14843 h 110602"/>
                <a:gd name="connsiteX34" fmla="*/ 119492 w 164860"/>
                <a:gd name="connsiteY34" fmla="*/ 14843 h 110602"/>
                <a:gd name="connsiteX35" fmla="*/ 120770 w 164860"/>
                <a:gd name="connsiteY35" fmla="*/ 15481 h 110602"/>
                <a:gd name="connsiteX36" fmla="*/ 127160 w 164860"/>
                <a:gd name="connsiteY36" fmla="*/ 23142 h 110602"/>
                <a:gd name="connsiteX37" fmla="*/ 127160 w 164860"/>
                <a:gd name="connsiteY37" fmla="*/ 23142 h 110602"/>
                <a:gd name="connsiteX38" fmla="*/ 130994 w 164860"/>
                <a:gd name="connsiteY38" fmla="*/ 31441 h 110602"/>
                <a:gd name="connsiteX39" fmla="*/ 129716 w 164860"/>
                <a:gd name="connsiteY39" fmla="*/ 32080 h 110602"/>
                <a:gd name="connsiteX40" fmla="*/ 38340 w 164860"/>
                <a:gd name="connsiteY40" fmla="*/ 32080 h 110602"/>
                <a:gd name="connsiteX41" fmla="*/ 37062 w 164860"/>
                <a:gd name="connsiteY41" fmla="*/ 31441 h 110602"/>
                <a:gd name="connsiteX42" fmla="*/ 40896 w 164860"/>
                <a:gd name="connsiteY42" fmla="*/ 23780 h 110602"/>
                <a:gd name="connsiteX43" fmla="*/ 40896 w 164860"/>
                <a:gd name="connsiteY43" fmla="*/ 23780 h 110602"/>
                <a:gd name="connsiteX44" fmla="*/ 46007 w 164860"/>
                <a:gd name="connsiteY44" fmla="*/ 15481 h 110602"/>
                <a:gd name="connsiteX45" fmla="*/ 134189 w 164860"/>
                <a:gd name="connsiteY45" fmla="*/ 98473 h 110602"/>
                <a:gd name="connsiteX46" fmla="*/ 134189 w 164860"/>
                <a:gd name="connsiteY46" fmla="*/ 97196 h 110602"/>
                <a:gd name="connsiteX47" fmla="*/ 141217 w 164860"/>
                <a:gd name="connsiteY47" fmla="*/ 96558 h 110602"/>
                <a:gd name="connsiteX48" fmla="*/ 146969 w 164860"/>
                <a:gd name="connsiteY48" fmla="*/ 89535 h 110602"/>
                <a:gd name="connsiteX49" fmla="*/ 139940 w 164860"/>
                <a:gd name="connsiteY49" fmla="*/ 83790 h 110602"/>
                <a:gd name="connsiteX50" fmla="*/ 127160 w 164860"/>
                <a:gd name="connsiteY50" fmla="*/ 85067 h 110602"/>
                <a:gd name="connsiteX51" fmla="*/ 39617 w 164860"/>
                <a:gd name="connsiteY51" fmla="*/ 85067 h 110602"/>
                <a:gd name="connsiteX52" fmla="*/ 27477 w 164860"/>
                <a:gd name="connsiteY52" fmla="*/ 83790 h 110602"/>
                <a:gd name="connsiteX53" fmla="*/ 20447 w 164860"/>
                <a:gd name="connsiteY53" fmla="*/ 89535 h 110602"/>
                <a:gd name="connsiteX54" fmla="*/ 26199 w 164860"/>
                <a:gd name="connsiteY54" fmla="*/ 96558 h 110602"/>
                <a:gd name="connsiteX55" fmla="*/ 32589 w 164860"/>
                <a:gd name="connsiteY55" fmla="*/ 97196 h 110602"/>
                <a:gd name="connsiteX56" fmla="*/ 32589 w 164860"/>
                <a:gd name="connsiteY56" fmla="*/ 98473 h 110602"/>
                <a:gd name="connsiteX57" fmla="*/ 15336 w 164860"/>
                <a:gd name="connsiteY57" fmla="*/ 98473 h 110602"/>
                <a:gd name="connsiteX58" fmla="*/ 15336 w 164860"/>
                <a:gd name="connsiteY58" fmla="*/ 59531 h 110602"/>
                <a:gd name="connsiteX59" fmla="*/ 19170 w 164860"/>
                <a:gd name="connsiteY59" fmla="*/ 61446 h 110602"/>
                <a:gd name="connsiteX60" fmla="*/ 40896 w 164860"/>
                <a:gd name="connsiteY60" fmla="*/ 63999 h 110602"/>
                <a:gd name="connsiteX61" fmla="*/ 41535 w 164860"/>
                <a:gd name="connsiteY61" fmla="*/ 63999 h 110602"/>
                <a:gd name="connsiteX62" fmla="*/ 48563 w 164860"/>
                <a:gd name="connsiteY62" fmla="*/ 58254 h 110602"/>
                <a:gd name="connsiteX63" fmla="*/ 42812 w 164860"/>
                <a:gd name="connsiteY63" fmla="*/ 51231 h 110602"/>
                <a:gd name="connsiteX64" fmla="*/ 21087 w 164860"/>
                <a:gd name="connsiteY64" fmla="*/ 48678 h 110602"/>
                <a:gd name="connsiteX65" fmla="*/ 17253 w 164860"/>
                <a:gd name="connsiteY65" fmla="*/ 49316 h 110602"/>
                <a:gd name="connsiteX66" fmla="*/ 17253 w 164860"/>
                <a:gd name="connsiteY66" fmla="*/ 48678 h 110602"/>
                <a:gd name="connsiteX67" fmla="*/ 26199 w 164860"/>
                <a:gd name="connsiteY67" fmla="*/ 37825 h 110602"/>
                <a:gd name="connsiteX68" fmla="*/ 37062 w 164860"/>
                <a:gd name="connsiteY68" fmla="*/ 42932 h 110602"/>
                <a:gd name="connsiteX69" fmla="*/ 83708 w 164860"/>
                <a:gd name="connsiteY69" fmla="*/ 44209 h 110602"/>
                <a:gd name="connsiteX70" fmla="*/ 130355 w 164860"/>
                <a:gd name="connsiteY70" fmla="*/ 42932 h 110602"/>
                <a:gd name="connsiteX71" fmla="*/ 141217 w 164860"/>
                <a:gd name="connsiteY71" fmla="*/ 37825 h 110602"/>
                <a:gd name="connsiteX72" fmla="*/ 150164 w 164860"/>
                <a:gd name="connsiteY72" fmla="*/ 48678 h 110602"/>
                <a:gd name="connsiteX73" fmla="*/ 150164 w 164860"/>
                <a:gd name="connsiteY73" fmla="*/ 49316 h 110602"/>
                <a:gd name="connsiteX74" fmla="*/ 146330 w 164860"/>
                <a:gd name="connsiteY74" fmla="*/ 48678 h 110602"/>
                <a:gd name="connsiteX75" fmla="*/ 124604 w 164860"/>
                <a:gd name="connsiteY75" fmla="*/ 51231 h 110602"/>
                <a:gd name="connsiteX76" fmla="*/ 118853 w 164860"/>
                <a:gd name="connsiteY76" fmla="*/ 58254 h 110602"/>
                <a:gd name="connsiteX77" fmla="*/ 125881 w 164860"/>
                <a:gd name="connsiteY77" fmla="*/ 63999 h 110602"/>
                <a:gd name="connsiteX78" fmla="*/ 126521 w 164860"/>
                <a:gd name="connsiteY78" fmla="*/ 63999 h 110602"/>
                <a:gd name="connsiteX79" fmla="*/ 148246 w 164860"/>
                <a:gd name="connsiteY79" fmla="*/ 61446 h 110602"/>
                <a:gd name="connsiteX80" fmla="*/ 152081 w 164860"/>
                <a:gd name="connsiteY80" fmla="*/ 59531 h 110602"/>
                <a:gd name="connsiteX81" fmla="*/ 152081 w 164860"/>
                <a:gd name="connsiteY81" fmla="*/ 98473 h 110602"/>
                <a:gd name="connsiteX82" fmla="*/ 134189 w 164860"/>
                <a:gd name="connsiteY82" fmla="*/ 98473 h 110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64860" h="110602">
                  <a:moveTo>
                    <a:pt x="164861" y="26972"/>
                  </a:moveTo>
                  <a:cubicBezTo>
                    <a:pt x="164861" y="23142"/>
                    <a:pt x="162305" y="20588"/>
                    <a:pt x="158471" y="20588"/>
                  </a:cubicBezTo>
                  <a:lnTo>
                    <a:pt x="146969" y="20588"/>
                  </a:lnTo>
                  <a:cubicBezTo>
                    <a:pt x="145691" y="20588"/>
                    <a:pt x="144412" y="21227"/>
                    <a:pt x="143135" y="21865"/>
                  </a:cubicBezTo>
                  <a:lnTo>
                    <a:pt x="130355" y="6544"/>
                  </a:lnTo>
                  <a:cubicBezTo>
                    <a:pt x="127799" y="3352"/>
                    <a:pt x="124604" y="1436"/>
                    <a:pt x="120770" y="1436"/>
                  </a:cubicBezTo>
                  <a:cubicBezTo>
                    <a:pt x="95849" y="-479"/>
                    <a:pt x="70928" y="-479"/>
                    <a:pt x="45368" y="1436"/>
                  </a:cubicBezTo>
                  <a:cubicBezTo>
                    <a:pt x="41535" y="2075"/>
                    <a:pt x="38340" y="3990"/>
                    <a:pt x="35783" y="6544"/>
                  </a:cubicBezTo>
                  <a:lnTo>
                    <a:pt x="23004" y="21865"/>
                  </a:lnTo>
                  <a:cubicBezTo>
                    <a:pt x="21726" y="20588"/>
                    <a:pt x="20447" y="19950"/>
                    <a:pt x="18531" y="19950"/>
                  </a:cubicBezTo>
                  <a:lnTo>
                    <a:pt x="6390" y="19950"/>
                  </a:lnTo>
                  <a:cubicBezTo>
                    <a:pt x="2556" y="19950"/>
                    <a:pt x="0" y="22504"/>
                    <a:pt x="0" y="26334"/>
                  </a:cubicBezTo>
                  <a:cubicBezTo>
                    <a:pt x="0" y="30164"/>
                    <a:pt x="2556" y="32718"/>
                    <a:pt x="6390" y="32718"/>
                  </a:cubicBezTo>
                  <a:lnTo>
                    <a:pt x="12780" y="32718"/>
                  </a:lnTo>
                  <a:cubicBezTo>
                    <a:pt x="8946" y="36548"/>
                    <a:pt x="7029" y="39740"/>
                    <a:pt x="6390" y="40379"/>
                  </a:cubicBezTo>
                  <a:cubicBezTo>
                    <a:pt x="3195" y="44847"/>
                    <a:pt x="1278" y="49955"/>
                    <a:pt x="1917" y="55700"/>
                  </a:cubicBezTo>
                  <a:lnTo>
                    <a:pt x="1917" y="101027"/>
                  </a:lnTo>
                  <a:cubicBezTo>
                    <a:pt x="1917" y="106134"/>
                    <a:pt x="6390" y="110603"/>
                    <a:pt x="11502" y="110603"/>
                  </a:cubicBezTo>
                  <a:lnTo>
                    <a:pt x="34506" y="110603"/>
                  </a:lnTo>
                  <a:cubicBezTo>
                    <a:pt x="39617" y="110603"/>
                    <a:pt x="44091" y="106134"/>
                    <a:pt x="44091" y="101027"/>
                  </a:cubicBezTo>
                  <a:lnTo>
                    <a:pt x="44091" y="97835"/>
                  </a:lnTo>
                  <a:cubicBezTo>
                    <a:pt x="68372" y="99111"/>
                    <a:pt x="95210" y="99111"/>
                    <a:pt x="120131" y="97835"/>
                  </a:cubicBezTo>
                  <a:lnTo>
                    <a:pt x="120131" y="101027"/>
                  </a:lnTo>
                  <a:cubicBezTo>
                    <a:pt x="120131" y="106134"/>
                    <a:pt x="124604" y="110603"/>
                    <a:pt x="129716" y="110603"/>
                  </a:cubicBezTo>
                  <a:lnTo>
                    <a:pt x="152720" y="110603"/>
                  </a:lnTo>
                  <a:cubicBezTo>
                    <a:pt x="157831" y="110603"/>
                    <a:pt x="162305" y="106134"/>
                    <a:pt x="162305" y="101027"/>
                  </a:cubicBezTo>
                  <a:lnTo>
                    <a:pt x="162305" y="55700"/>
                  </a:lnTo>
                  <a:cubicBezTo>
                    <a:pt x="162305" y="49955"/>
                    <a:pt x="161026" y="44847"/>
                    <a:pt x="157831" y="40379"/>
                  </a:cubicBezTo>
                  <a:lnTo>
                    <a:pt x="151441" y="32718"/>
                  </a:lnTo>
                  <a:lnTo>
                    <a:pt x="157192" y="32718"/>
                  </a:lnTo>
                  <a:cubicBezTo>
                    <a:pt x="162305" y="33995"/>
                    <a:pt x="164861" y="30803"/>
                    <a:pt x="164861" y="26972"/>
                  </a:cubicBezTo>
                  <a:cubicBezTo>
                    <a:pt x="164861" y="27611"/>
                    <a:pt x="164861" y="27611"/>
                    <a:pt x="164861" y="26972"/>
                  </a:cubicBezTo>
                  <a:close/>
                  <a:moveTo>
                    <a:pt x="46007" y="15481"/>
                  </a:moveTo>
                  <a:cubicBezTo>
                    <a:pt x="46007" y="15481"/>
                    <a:pt x="46647" y="14843"/>
                    <a:pt x="46647" y="14843"/>
                  </a:cubicBezTo>
                  <a:cubicBezTo>
                    <a:pt x="70928" y="12928"/>
                    <a:pt x="95210" y="12928"/>
                    <a:pt x="119492" y="14843"/>
                  </a:cubicBezTo>
                  <a:cubicBezTo>
                    <a:pt x="120131" y="14843"/>
                    <a:pt x="120131" y="14843"/>
                    <a:pt x="120770" y="15481"/>
                  </a:cubicBezTo>
                  <a:lnTo>
                    <a:pt x="127160" y="23142"/>
                  </a:lnTo>
                  <a:lnTo>
                    <a:pt x="127160" y="23142"/>
                  </a:lnTo>
                  <a:cubicBezTo>
                    <a:pt x="130994" y="27611"/>
                    <a:pt x="130994" y="28888"/>
                    <a:pt x="130994" y="31441"/>
                  </a:cubicBezTo>
                  <a:cubicBezTo>
                    <a:pt x="130355" y="31441"/>
                    <a:pt x="129716" y="32080"/>
                    <a:pt x="129716" y="32080"/>
                  </a:cubicBezTo>
                  <a:cubicBezTo>
                    <a:pt x="99044" y="33356"/>
                    <a:pt x="68372" y="33356"/>
                    <a:pt x="38340" y="32080"/>
                  </a:cubicBezTo>
                  <a:cubicBezTo>
                    <a:pt x="37062" y="32080"/>
                    <a:pt x="37062" y="31441"/>
                    <a:pt x="37062" y="31441"/>
                  </a:cubicBezTo>
                  <a:cubicBezTo>
                    <a:pt x="37062" y="29526"/>
                    <a:pt x="37062" y="27611"/>
                    <a:pt x="40896" y="23780"/>
                  </a:cubicBezTo>
                  <a:lnTo>
                    <a:pt x="40896" y="23780"/>
                  </a:lnTo>
                  <a:lnTo>
                    <a:pt x="46007" y="15481"/>
                  </a:lnTo>
                  <a:close/>
                  <a:moveTo>
                    <a:pt x="134189" y="98473"/>
                  </a:moveTo>
                  <a:lnTo>
                    <a:pt x="134189" y="97196"/>
                  </a:lnTo>
                  <a:lnTo>
                    <a:pt x="141217" y="96558"/>
                  </a:lnTo>
                  <a:cubicBezTo>
                    <a:pt x="145051" y="96558"/>
                    <a:pt x="147607" y="93366"/>
                    <a:pt x="146969" y="89535"/>
                  </a:cubicBezTo>
                  <a:cubicBezTo>
                    <a:pt x="146969" y="85705"/>
                    <a:pt x="143774" y="83151"/>
                    <a:pt x="139940" y="83790"/>
                  </a:cubicBezTo>
                  <a:lnTo>
                    <a:pt x="127160" y="85067"/>
                  </a:lnTo>
                  <a:cubicBezTo>
                    <a:pt x="97766" y="86343"/>
                    <a:pt x="69012" y="86343"/>
                    <a:pt x="39617" y="85067"/>
                  </a:cubicBezTo>
                  <a:lnTo>
                    <a:pt x="27477" y="83790"/>
                  </a:lnTo>
                  <a:cubicBezTo>
                    <a:pt x="23642" y="83151"/>
                    <a:pt x="21087" y="85705"/>
                    <a:pt x="20447" y="89535"/>
                  </a:cubicBezTo>
                  <a:cubicBezTo>
                    <a:pt x="19809" y="93366"/>
                    <a:pt x="22365" y="95919"/>
                    <a:pt x="26199" y="96558"/>
                  </a:cubicBezTo>
                  <a:lnTo>
                    <a:pt x="32589" y="97196"/>
                  </a:lnTo>
                  <a:lnTo>
                    <a:pt x="32589" y="98473"/>
                  </a:lnTo>
                  <a:lnTo>
                    <a:pt x="15336" y="98473"/>
                  </a:lnTo>
                  <a:lnTo>
                    <a:pt x="15336" y="59531"/>
                  </a:lnTo>
                  <a:cubicBezTo>
                    <a:pt x="16614" y="60807"/>
                    <a:pt x="17892" y="61446"/>
                    <a:pt x="19170" y="61446"/>
                  </a:cubicBezTo>
                  <a:lnTo>
                    <a:pt x="40896" y="63999"/>
                  </a:lnTo>
                  <a:lnTo>
                    <a:pt x="41535" y="63999"/>
                  </a:lnTo>
                  <a:cubicBezTo>
                    <a:pt x="45368" y="63999"/>
                    <a:pt x="47925" y="61446"/>
                    <a:pt x="48563" y="58254"/>
                  </a:cubicBezTo>
                  <a:cubicBezTo>
                    <a:pt x="48563" y="54423"/>
                    <a:pt x="46007" y="51870"/>
                    <a:pt x="42812" y="51231"/>
                  </a:cubicBezTo>
                  <a:lnTo>
                    <a:pt x="21087" y="48678"/>
                  </a:lnTo>
                  <a:cubicBezTo>
                    <a:pt x="19809" y="48678"/>
                    <a:pt x="18531" y="48678"/>
                    <a:pt x="17253" y="49316"/>
                  </a:cubicBezTo>
                  <a:cubicBezTo>
                    <a:pt x="17253" y="49316"/>
                    <a:pt x="17253" y="49316"/>
                    <a:pt x="17253" y="48678"/>
                  </a:cubicBezTo>
                  <a:lnTo>
                    <a:pt x="26199" y="37825"/>
                  </a:lnTo>
                  <a:cubicBezTo>
                    <a:pt x="28755" y="41017"/>
                    <a:pt x="32589" y="42932"/>
                    <a:pt x="37062" y="42932"/>
                  </a:cubicBezTo>
                  <a:cubicBezTo>
                    <a:pt x="52397" y="43571"/>
                    <a:pt x="68372" y="44209"/>
                    <a:pt x="83708" y="44209"/>
                  </a:cubicBezTo>
                  <a:cubicBezTo>
                    <a:pt x="99044" y="44209"/>
                    <a:pt x="114380" y="43571"/>
                    <a:pt x="130355" y="42932"/>
                  </a:cubicBezTo>
                  <a:cubicBezTo>
                    <a:pt x="134828" y="42932"/>
                    <a:pt x="138661" y="41017"/>
                    <a:pt x="141217" y="37825"/>
                  </a:cubicBezTo>
                  <a:lnTo>
                    <a:pt x="150164" y="48678"/>
                  </a:lnTo>
                  <a:cubicBezTo>
                    <a:pt x="150164" y="48678"/>
                    <a:pt x="150164" y="48678"/>
                    <a:pt x="150164" y="49316"/>
                  </a:cubicBezTo>
                  <a:cubicBezTo>
                    <a:pt x="148886" y="48678"/>
                    <a:pt x="147607" y="48678"/>
                    <a:pt x="146330" y="48678"/>
                  </a:cubicBezTo>
                  <a:lnTo>
                    <a:pt x="124604" y="51231"/>
                  </a:lnTo>
                  <a:cubicBezTo>
                    <a:pt x="120770" y="51231"/>
                    <a:pt x="118214" y="54423"/>
                    <a:pt x="118853" y="58254"/>
                  </a:cubicBezTo>
                  <a:cubicBezTo>
                    <a:pt x="118853" y="62084"/>
                    <a:pt x="122048" y="64638"/>
                    <a:pt x="125881" y="63999"/>
                  </a:cubicBezTo>
                  <a:lnTo>
                    <a:pt x="126521" y="63999"/>
                  </a:lnTo>
                  <a:lnTo>
                    <a:pt x="148246" y="61446"/>
                  </a:lnTo>
                  <a:cubicBezTo>
                    <a:pt x="149525" y="61446"/>
                    <a:pt x="150802" y="60807"/>
                    <a:pt x="152081" y="59531"/>
                  </a:cubicBezTo>
                  <a:lnTo>
                    <a:pt x="152081" y="98473"/>
                  </a:lnTo>
                  <a:lnTo>
                    <a:pt x="134189" y="98473"/>
                  </a:lnTo>
                  <a:close/>
                </a:path>
              </a:pathLst>
            </a:custGeom>
            <a:solidFill>
              <a:srgbClr val="43B02A"/>
            </a:solidFill>
            <a:ln w="6390" cap="flat">
              <a:noFill/>
              <a:prstDash val="solid"/>
              <a:miter/>
            </a:ln>
          </p:spPr>
          <p:txBody>
            <a:bodyPr rtlCol="0" anchor="ctr"/>
            <a:lstStyle/>
            <a:p>
              <a:endParaRPr lang="en-US"/>
            </a:p>
          </p:txBody>
        </p:sp>
        <p:sp>
          <p:nvSpPr>
            <p:cNvPr id="732" name="Graphic 4">
              <a:extLst>
                <a:ext uri="{FF2B5EF4-FFF2-40B4-BE49-F238E27FC236}">
                  <a16:creationId xmlns:a16="http://schemas.microsoft.com/office/drawing/2014/main" id="{1E4CF447-DD64-5D4B-B099-0694683D95AE}"/>
                </a:ext>
              </a:extLst>
            </p:cNvPr>
            <p:cNvSpPr/>
            <p:nvPr/>
          </p:nvSpPr>
          <p:spPr>
            <a:xfrm>
              <a:off x="9105823" y="3084787"/>
              <a:ext cx="33540" cy="42249"/>
            </a:xfrm>
            <a:custGeom>
              <a:avLst/>
              <a:gdLst>
                <a:gd name="connsiteX0" fmla="*/ 11339 w 33540"/>
                <a:gd name="connsiteY0" fmla="*/ 2669 h 42249"/>
                <a:gd name="connsiteX1" fmla="*/ 2393 w 33540"/>
                <a:gd name="connsiteY1" fmla="*/ 1392 h 42249"/>
                <a:gd name="connsiteX2" fmla="*/ 2393 w 33540"/>
                <a:gd name="connsiteY2" fmla="*/ 1392 h 42249"/>
                <a:gd name="connsiteX3" fmla="*/ 1114 w 33540"/>
                <a:gd name="connsiteY3" fmla="*/ 10330 h 42249"/>
                <a:gd name="connsiteX4" fmla="*/ 1114 w 33540"/>
                <a:gd name="connsiteY4" fmla="*/ 10330 h 42249"/>
                <a:gd name="connsiteX5" fmla="*/ 22201 w 33540"/>
                <a:gd name="connsiteY5" fmla="*/ 39696 h 42249"/>
                <a:gd name="connsiteX6" fmla="*/ 27314 w 33540"/>
                <a:gd name="connsiteY6" fmla="*/ 42250 h 42249"/>
                <a:gd name="connsiteX7" fmla="*/ 31147 w 33540"/>
                <a:gd name="connsiteY7" fmla="*/ 40973 h 42249"/>
                <a:gd name="connsiteX8" fmla="*/ 32425 w 33540"/>
                <a:gd name="connsiteY8" fmla="*/ 32035 h 42249"/>
                <a:gd name="connsiteX9" fmla="*/ 11339 w 33540"/>
                <a:gd name="connsiteY9" fmla="*/ 2669 h 4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40" h="42249">
                  <a:moveTo>
                    <a:pt x="11339" y="2669"/>
                  </a:moveTo>
                  <a:cubicBezTo>
                    <a:pt x="9422" y="115"/>
                    <a:pt x="5588" y="-1162"/>
                    <a:pt x="2393" y="1392"/>
                  </a:cubicBezTo>
                  <a:cubicBezTo>
                    <a:pt x="2393" y="1392"/>
                    <a:pt x="2393" y="1392"/>
                    <a:pt x="2393" y="1392"/>
                  </a:cubicBezTo>
                  <a:cubicBezTo>
                    <a:pt x="-163" y="3307"/>
                    <a:pt x="-802" y="7138"/>
                    <a:pt x="1114" y="10330"/>
                  </a:cubicBezTo>
                  <a:cubicBezTo>
                    <a:pt x="1114" y="10330"/>
                    <a:pt x="1114" y="10330"/>
                    <a:pt x="1114" y="10330"/>
                  </a:cubicBezTo>
                  <a:lnTo>
                    <a:pt x="22201" y="39696"/>
                  </a:lnTo>
                  <a:cubicBezTo>
                    <a:pt x="23479" y="41611"/>
                    <a:pt x="25396" y="42250"/>
                    <a:pt x="27314" y="42250"/>
                  </a:cubicBezTo>
                  <a:cubicBezTo>
                    <a:pt x="28591" y="42250"/>
                    <a:pt x="29869" y="41611"/>
                    <a:pt x="31147" y="40973"/>
                  </a:cubicBezTo>
                  <a:cubicBezTo>
                    <a:pt x="33704" y="39058"/>
                    <a:pt x="34342" y="35227"/>
                    <a:pt x="32425" y="32035"/>
                  </a:cubicBezTo>
                  <a:lnTo>
                    <a:pt x="11339" y="2669"/>
                  </a:lnTo>
                  <a:close/>
                </a:path>
              </a:pathLst>
            </a:custGeom>
            <a:solidFill>
              <a:srgbClr val="43B02A"/>
            </a:solidFill>
            <a:ln w="6390" cap="flat">
              <a:noFill/>
              <a:prstDash val="solid"/>
              <a:miter/>
            </a:ln>
          </p:spPr>
          <p:txBody>
            <a:bodyPr rtlCol="0" anchor="ctr"/>
            <a:lstStyle/>
            <a:p>
              <a:endParaRPr lang="en-US"/>
            </a:p>
          </p:txBody>
        </p:sp>
        <p:sp>
          <p:nvSpPr>
            <p:cNvPr id="733" name="Graphic 4">
              <a:extLst>
                <a:ext uri="{FF2B5EF4-FFF2-40B4-BE49-F238E27FC236}">
                  <a16:creationId xmlns:a16="http://schemas.microsoft.com/office/drawing/2014/main" id="{EA95C64C-6E53-804B-B1F2-D1376398E314}"/>
                </a:ext>
              </a:extLst>
            </p:cNvPr>
            <p:cNvSpPr/>
            <p:nvPr/>
          </p:nvSpPr>
          <p:spPr>
            <a:xfrm>
              <a:off x="8907735" y="3085066"/>
              <a:ext cx="33540" cy="41971"/>
            </a:xfrm>
            <a:custGeom>
              <a:avLst/>
              <a:gdLst>
                <a:gd name="connsiteX0" fmla="*/ 22201 w 33540"/>
                <a:gd name="connsiteY0" fmla="*/ 2390 h 41971"/>
                <a:gd name="connsiteX1" fmla="*/ 1114 w 33540"/>
                <a:gd name="connsiteY1" fmla="*/ 31757 h 41971"/>
                <a:gd name="connsiteX2" fmla="*/ 2393 w 33540"/>
                <a:gd name="connsiteY2" fmla="*/ 40694 h 41971"/>
                <a:gd name="connsiteX3" fmla="*/ 6227 w 33540"/>
                <a:gd name="connsiteY3" fmla="*/ 41971 h 41971"/>
                <a:gd name="connsiteX4" fmla="*/ 11339 w 33540"/>
                <a:gd name="connsiteY4" fmla="*/ 39417 h 41971"/>
                <a:gd name="connsiteX5" fmla="*/ 32425 w 33540"/>
                <a:gd name="connsiteY5" fmla="*/ 10051 h 41971"/>
                <a:gd name="connsiteX6" fmla="*/ 31147 w 33540"/>
                <a:gd name="connsiteY6" fmla="*/ 1114 h 41971"/>
                <a:gd name="connsiteX7" fmla="*/ 31147 w 33540"/>
                <a:gd name="connsiteY7" fmla="*/ 1114 h 41971"/>
                <a:gd name="connsiteX8" fmla="*/ 22201 w 33540"/>
                <a:gd name="connsiteY8" fmla="*/ 2390 h 4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540" h="41971">
                  <a:moveTo>
                    <a:pt x="22201" y="2390"/>
                  </a:moveTo>
                  <a:lnTo>
                    <a:pt x="1114" y="31757"/>
                  </a:lnTo>
                  <a:cubicBezTo>
                    <a:pt x="-802" y="34310"/>
                    <a:pt x="-163" y="38779"/>
                    <a:pt x="2393" y="40694"/>
                  </a:cubicBezTo>
                  <a:cubicBezTo>
                    <a:pt x="3670" y="41333"/>
                    <a:pt x="4949" y="41971"/>
                    <a:pt x="6227" y="41971"/>
                  </a:cubicBezTo>
                  <a:cubicBezTo>
                    <a:pt x="8144" y="41971"/>
                    <a:pt x="10060" y="41333"/>
                    <a:pt x="11339" y="39417"/>
                  </a:cubicBezTo>
                  <a:lnTo>
                    <a:pt x="32425" y="10051"/>
                  </a:lnTo>
                  <a:cubicBezTo>
                    <a:pt x="34342" y="7497"/>
                    <a:pt x="33704" y="3029"/>
                    <a:pt x="31147" y="1114"/>
                  </a:cubicBezTo>
                  <a:cubicBezTo>
                    <a:pt x="31147" y="1114"/>
                    <a:pt x="31147" y="1114"/>
                    <a:pt x="31147" y="1114"/>
                  </a:cubicBezTo>
                  <a:cubicBezTo>
                    <a:pt x="28591" y="-802"/>
                    <a:pt x="24119" y="-163"/>
                    <a:pt x="22201" y="2390"/>
                  </a:cubicBezTo>
                  <a:close/>
                </a:path>
              </a:pathLst>
            </a:custGeom>
            <a:solidFill>
              <a:srgbClr val="43B02A"/>
            </a:solidFill>
            <a:ln w="6390" cap="flat">
              <a:noFill/>
              <a:prstDash val="solid"/>
              <a:miter/>
            </a:ln>
          </p:spPr>
          <p:txBody>
            <a:bodyPr rtlCol="0" anchor="ctr"/>
            <a:lstStyle/>
            <a:p>
              <a:endParaRPr lang="en-US"/>
            </a:p>
          </p:txBody>
        </p:sp>
        <p:sp>
          <p:nvSpPr>
            <p:cNvPr id="734" name="Graphic 4">
              <a:extLst>
                <a:ext uri="{FF2B5EF4-FFF2-40B4-BE49-F238E27FC236}">
                  <a16:creationId xmlns:a16="http://schemas.microsoft.com/office/drawing/2014/main" id="{9EDE48D0-5E66-8A4A-92DF-294D8B9AE04E}"/>
                </a:ext>
              </a:extLst>
            </p:cNvPr>
            <p:cNvSpPr/>
            <p:nvPr/>
          </p:nvSpPr>
          <p:spPr>
            <a:xfrm>
              <a:off x="8882651" y="2996773"/>
              <a:ext cx="24950" cy="84937"/>
            </a:xfrm>
            <a:custGeom>
              <a:avLst/>
              <a:gdLst>
                <a:gd name="connsiteX0" fmla="*/ 23643 w 24950"/>
                <a:gd name="connsiteY0" fmla="*/ 74084 h 84937"/>
                <a:gd name="connsiteX1" fmla="*/ 23643 w 24950"/>
                <a:gd name="connsiteY1" fmla="*/ 10245 h 84937"/>
                <a:gd name="connsiteX2" fmla="*/ 22365 w 24950"/>
                <a:gd name="connsiteY2" fmla="*/ 1307 h 84937"/>
                <a:gd name="connsiteX3" fmla="*/ 13419 w 24950"/>
                <a:gd name="connsiteY3" fmla="*/ 2584 h 84937"/>
                <a:gd name="connsiteX4" fmla="*/ 13419 w 24950"/>
                <a:gd name="connsiteY4" fmla="*/ 82384 h 84937"/>
                <a:gd name="connsiteX5" fmla="*/ 18531 w 24950"/>
                <a:gd name="connsiteY5" fmla="*/ 84937 h 84937"/>
                <a:gd name="connsiteX6" fmla="*/ 22365 w 24950"/>
                <a:gd name="connsiteY6" fmla="*/ 83660 h 84937"/>
                <a:gd name="connsiteX7" fmla="*/ 23643 w 24950"/>
                <a:gd name="connsiteY7" fmla="*/ 74084 h 84937"/>
                <a:gd name="connsiteX8" fmla="*/ 23643 w 24950"/>
                <a:gd name="connsiteY8" fmla="*/ 74084 h 84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950" h="84937">
                  <a:moveTo>
                    <a:pt x="23643" y="74084"/>
                  </a:moveTo>
                  <a:cubicBezTo>
                    <a:pt x="8946" y="55571"/>
                    <a:pt x="8946" y="28758"/>
                    <a:pt x="23643" y="10245"/>
                  </a:cubicBezTo>
                  <a:cubicBezTo>
                    <a:pt x="25560" y="7691"/>
                    <a:pt x="25560" y="3222"/>
                    <a:pt x="22365" y="1307"/>
                  </a:cubicBezTo>
                  <a:cubicBezTo>
                    <a:pt x="19808" y="-608"/>
                    <a:pt x="15336" y="-608"/>
                    <a:pt x="13419" y="2584"/>
                  </a:cubicBezTo>
                  <a:cubicBezTo>
                    <a:pt x="-4473" y="26204"/>
                    <a:pt x="-4473" y="58763"/>
                    <a:pt x="13419" y="82384"/>
                  </a:cubicBezTo>
                  <a:cubicBezTo>
                    <a:pt x="14697" y="83660"/>
                    <a:pt x="16613" y="84937"/>
                    <a:pt x="18531" y="84937"/>
                  </a:cubicBezTo>
                  <a:cubicBezTo>
                    <a:pt x="19808" y="84937"/>
                    <a:pt x="21087" y="84299"/>
                    <a:pt x="22365" y="83660"/>
                  </a:cubicBezTo>
                  <a:cubicBezTo>
                    <a:pt x="25560" y="80468"/>
                    <a:pt x="25560" y="76638"/>
                    <a:pt x="23643" y="74084"/>
                  </a:cubicBezTo>
                  <a:cubicBezTo>
                    <a:pt x="23643" y="74084"/>
                    <a:pt x="23643" y="74084"/>
                    <a:pt x="23643" y="74084"/>
                  </a:cubicBezTo>
                  <a:close/>
                </a:path>
              </a:pathLst>
            </a:custGeom>
            <a:solidFill>
              <a:srgbClr val="43B02A"/>
            </a:solidFill>
            <a:ln w="6390" cap="flat">
              <a:noFill/>
              <a:prstDash val="solid"/>
              <a:miter/>
            </a:ln>
          </p:spPr>
          <p:txBody>
            <a:bodyPr rtlCol="0" anchor="ctr"/>
            <a:lstStyle/>
            <a:p>
              <a:endParaRPr lang="en-US"/>
            </a:p>
          </p:txBody>
        </p:sp>
        <p:sp>
          <p:nvSpPr>
            <p:cNvPr id="735" name="Graphic 4">
              <a:extLst>
                <a:ext uri="{FF2B5EF4-FFF2-40B4-BE49-F238E27FC236}">
                  <a16:creationId xmlns:a16="http://schemas.microsoft.com/office/drawing/2014/main" id="{07E79B1A-4E99-1146-A1CD-5C8A5DE11805}"/>
                </a:ext>
              </a:extLst>
            </p:cNvPr>
            <p:cNvSpPr/>
            <p:nvPr/>
          </p:nvSpPr>
          <p:spPr>
            <a:xfrm>
              <a:off x="8917796" y="3014878"/>
              <a:ext cx="17691" cy="46403"/>
            </a:xfrm>
            <a:custGeom>
              <a:avLst/>
              <a:gdLst>
                <a:gd name="connsiteX0" fmla="*/ 5751 w 17691"/>
                <a:gd name="connsiteY0" fmla="*/ 43850 h 46403"/>
                <a:gd name="connsiteX1" fmla="*/ 10863 w 17691"/>
                <a:gd name="connsiteY1" fmla="*/ 46404 h 46403"/>
                <a:gd name="connsiteX2" fmla="*/ 14697 w 17691"/>
                <a:gd name="connsiteY2" fmla="*/ 45127 h 46403"/>
                <a:gd name="connsiteX3" fmla="*/ 16613 w 17691"/>
                <a:gd name="connsiteY3" fmla="*/ 36189 h 46403"/>
                <a:gd name="connsiteX4" fmla="*/ 16613 w 17691"/>
                <a:gd name="connsiteY4" fmla="*/ 10015 h 46403"/>
                <a:gd name="connsiteX5" fmla="*/ 14697 w 17691"/>
                <a:gd name="connsiteY5" fmla="*/ 1077 h 46403"/>
                <a:gd name="connsiteX6" fmla="*/ 5751 w 17691"/>
                <a:gd name="connsiteY6" fmla="*/ 2993 h 46403"/>
                <a:gd name="connsiteX7" fmla="*/ 5751 w 17691"/>
                <a:gd name="connsiteY7" fmla="*/ 43850 h 4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91" h="46403">
                  <a:moveTo>
                    <a:pt x="5751" y="43850"/>
                  </a:moveTo>
                  <a:cubicBezTo>
                    <a:pt x="7028" y="45765"/>
                    <a:pt x="8946" y="46404"/>
                    <a:pt x="10863" y="46404"/>
                  </a:cubicBezTo>
                  <a:cubicBezTo>
                    <a:pt x="12141" y="46404"/>
                    <a:pt x="13418" y="45765"/>
                    <a:pt x="14697" y="45127"/>
                  </a:cubicBezTo>
                  <a:cubicBezTo>
                    <a:pt x="17892" y="43212"/>
                    <a:pt x="18531" y="39381"/>
                    <a:pt x="16613" y="36189"/>
                  </a:cubicBezTo>
                  <a:cubicBezTo>
                    <a:pt x="11502" y="28528"/>
                    <a:pt x="11502" y="17676"/>
                    <a:pt x="16613" y="10015"/>
                  </a:cubicBezTo>
                  <a:cubicBezTo>
                    <a:pt x="18531" y="6823"/>
                    <a:pt x="17892" y="2993"/>
                    <a:pt x="14697" y="1077"/>
                  </a:cubicBezTo>
                  <a:cubicBezTo>
                    <a:pt x="11502" y="-838"/>
                    <a:pt x="7668" y="-199"/>
                    <a:pt x="5751" y="2993"/>
                  </a:cubicBezTo>
                  <a:cubicBezTo>
                    <a:pt x="-1917" y="15761"/>
                    <a:pt x="-1917" y="31720"/>
                    <a:pt x="5751" y="43850"/>
                  </a:cubicBezTo>
                  <a:close/>
                </a:path>
              </a:pathLst>
            </a:custGeom>
            <a:solidFill>
              <a:srgbClr val="43B02A"/>
            </a:solidFill>
            <a:ln w="6390" cap="flat">
              <a:noFill/>
              <a:prstDash val="solid"/>
              <a:miter/>
            </a:ln>
          </p:spPr>
          <p:txBody>
            <a:bodyPr rtlCol="0" anchor="ctr"/>
            <a:lstStyle/>
            <a:p>
              <a:endParaRPr lang="en-US"/>
            </a:p>
          </p:txBody>
        </p:sp>
        <p:sp>
          <p:nvSpPr>
            <p:cNvPr id="736" name="Graphic 4">
              <a:extLst>
                <a:ext uri="{FF2B5EF4-FFF2-40B4-BE49-F238E27FC236}">
                  <a16:creationId xmlns:a16="http://schemas.microsoft.com/office/drawing/2014/main" id="{CF24CF5C-E717-7341-ACF2-1127B14BAC93}"/>
                </a:ext>
              </a:extLst>
            </p:cNvPr>
            <p:cNvSpPr/>
            <p:nvPr/>
          </p:nvSpPr>
          <p:spPr>
            <a:xfrm>
              <a:off x="8900302" y="3005653"/>
              <a:ext cx="21676" cy="65204"/>
            </a:xfrm>
            <a:custGeom>
              <a:avLst/>
              <a:gdLst>
                <a:gd name="connsiteX0" fmla="*/ 9826 w 21676"/>
                <a:gd name="connsiteY0" fmla="*/ 62651 h 65204"/>
                <a:gd name="connsiteX1" fmla="*/ 14937 w 21676"/>
                <a:gd name="connsiteY1" fmla="*/ 65205 h 65204"/>
                <a:gd name="connsiteX2" fmla="*/ 21327 w 21676"/>
                <a:gd name="connsiteY2" fmla="*/ 58821 h 65204"/>
                <a:gd name="connsiteX3" fmla="*/ 20050 w 21676"/>
                <a:gd name="connsiteY3" fmla="*/ 54991 h 65204"/>
                <a:gd name="connsiteX4" fmla="*/ 20050 w 21676"/>
                <a:gd name="connsiteY4" fmla="*/ 10303 h 65204"/>
                <a:gd name="connsiteX5" fmla="*/ 19411 w 21676"/>
                <a:gd name="connsiteY5" fmla="*/ 1365 h 65204"/>
                <a:gd name="connsiteX6" fmla="*/ 10465 w 21676"/>
                <a:gd name="connsiteY6" fmla="*/ 2004 h 65204"/>
                <a:gd name="connsiteX7" fmla="*/ 9826 w 21676"/>
                <a:gd name="connsiteY7" fmla="*/ 2642 h 65204"/>
                <a:gd name="connsiteX8" fmla="*/ 9826 w 21676"/>
                <a:gd name="connsiteY8" fmla="*/ 62651 h 65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676" h="65204">
                  <a:moveTo>
                    <a:pt x="9826" y="62651"/>
                  </a:moveTo>
                  <a:cubicBezTo>
                    <a:pt x="11104" y="64567"/>
                    <a:pt x="13021" y="65205"/>
                    <a:pt x="14937" y="65205"/>
                  </a:cubicBezTo>
                  <a:cubicBezTo>
                    <a:pt x="18772" y="65205"/>
                    <a:pt x="21327" y="62651"/>
                    <a:pt x="21327" y="58821"/>
                  </a:cubicBezTo>
                  <a:cubicBezTo>
                    <a:pt x="21327" y="57544"/>
                    <a:pt x="20689" y="56267"/>
                    <a:pt x="20050" y="54991"/>
                  </a:cubicBezTo>
                  <a:cubicBezTo>
                    <a:pt x="10465" y="41584"/>
                    <a:pt x="10465" y="23709"/>
                    <a:pt x="20050" y="10303"/>
                  </a:cubicBezTo>
                  <a:cubicBezTo>
                    <a:pt x="22606" y="7749"/>
                    <a:pt x="21967" y="3280"/>
                    <a:pt x="19411" y="1365"/>
                  </a:cubicBezTo>
                  <a:cubicBezTo>
                    <a:pt x="16855" y="-550"/>
                    <a:pt x="12382" y="-550"/>
                    <a:pt x="10465" y="2004"/>
                  </a:cubicBezTo>
                  <a:cubicBezTo>
                    <a:pt x="10465" y="2004"/>
                    <a:pt x="9826" y="2642"/>
                    <a:pt x="9826" y="2642"/>
                  </a:cubicBezTo>
                  <a:cubicBezTo>
                    <a:pt x="-2954" y="21155"/>
                    <a:pt x="-3593" y="45415"/>
                    <a:pt x="9826" y="62651"/>
                  </a:cubicBezTo>
                  <a:close/>
                </a:path>
              </a:pathLst>
            </a:custGeom>
            <a:solidFill>
              <a:srgbClr val="43B02A"/>
            </a:solidFill>
            <a:ln w="6390" cap="flat">
              <a:noFill/>
              <a:prstDash val="solid"/>
              <a:miter/>
            </a:ln>
          </p:spPr>
          <p:txBody>
            <a:bodyPr rtlCol="0" anchor="ctr"/>
            <a:lstStyle/>
            <a:p>
              <a:endParaRPr lang="en-US"/>
            </a:p>
          </p:txBody>
        </p:sp>
        <p:sp>
          <p:nvSpPr>
            <p:cNvPr id="737" name="Graphic 4">
              <a:extLst>
                <a:ext uri="{FF2B5EF4-FFF2-40B4-BE49-F238E27FC236}">
                  <a16:creationId xmlns:a16="http://schemas.microsoft.com/office/drawing/2014/main" id="{22C25182-9751-AE48-AE5C-5B38544F338C}"/>
                </a:ext>
              </a:extLst>
            </p:cNvPr>
            <p:cNvSpPr/>
            <p:nvPr/>
          </p:nvSpPr>
          <p:spPr>
            <a:xfrm>
              <a:off x="9136941" y="2996455"/>
              <a:ext cx="24950" cy="83978"/>
            </a:xfrm>
            <a:custGeom>
              <a:avLst/>
              <a:gdLst>
                <a:gd name="connsiteX0" fmla="*/ 11532 w 24950"/>
                <a:gd name="connsiteY0" fmla="*/ 2264 h 83978"/>
                <a:gd name="connsiteX1" fmla="*/ 2586 w 24950"/>
                <a:gd name="connsiteY1" fmla="*/ 1626 h 83978"/>
                <a:gd name="connsiteX2" fmla="*/ 1308 w 24950"/>
                <a:gd name="connsiteY2" fmla="*/ 9925 h 83978"/>
                <a:gd name="connsiteX3" fmla="*/ 1308 w 24950"/>
                <a:gd name="connsiteY3" fmla="*/ 73764 h 83978"/>
                <a:gd name="connsiteX4" fmla="*/ 2586 w 24950"/>
                <a:gd name="connsiteY4" fmla="*/ 82702 h 83978"/>
                <a:gd name="connsiteX5" fmla="*/ 6420 w 24950"/>
                <a:gd name="connsiteY5" fmla="*/ 83979 h 83978"/>
                <a:gd name="connsiteX6" fmla="*/ 11532 w 24950"/>
                <a:gd name="connsiteY6" fmla="*/ 81425 h 83978"/>
                <a:gd name="connsiteX7" fmla="*/ 11532 w 24950"/>
                <a:gd name="connsiteY7" fmla="*/ 2264 h 83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0" h="83978">
                  <a:moveTo>
                    <a:pt x="11532" y="2264"/>
                  </a:moveTo>
                  <a:cubicBezTo>
                    <a:pt x="8976" y="-290"/>
                    <a:pt x="5142" y="-928"/>
                    <a:pt x="2586" y="1626"/>
                  </a:cubicBezTo>
                  <a:cubicBezTo>
                    <a:pt x="30" y="3541"/>
                    <a:pt x="-609" y="7371"/>
                    <a:pt x="1308" y="9925"/>
                  </a:cubicBezTo>
                  <a:cubicBezTo>
                    <a:pt x="16005" y="28438"/>
                    <a:pt x="16005" y="55251"/>
                    <a:pt x="1308" y="73764"/>
                  </a:cubicBezTo>
                  <a:cubicBezTo>
                    <a:pt x="-609" y="76318"/>
                    <a:pt x="-609" y="80787"/>
                    <a:pt x="2586" y="82702"/>
                  </a:cubicBezTo>
                  <a:cubicBezTo>
                    <a:pt x="3864" y="83340"/>
                    <a:pt x="5142" y="83979"/>
                    <a:pt x="6420" y="83979"/>
                  </a:cubicBezTo>
                  <a:cubicBezTo>
                    <a:pt x="8337" y="83979"/>
                    <a:pt x="10254" y="83340"/>
                    <a:pt x="11532" y="81425"/>
                  </a:cubicBezTo>
                  <a:cubicBezTo>
                    <a:pt x="29424" y="58443"/>
                    <a:pt x="29424" y="25885"/>
                    <a:pt x="11532" y="2264"/>
                  </a:cubicBezTo>
                  <a:close/>
                </a:path>
              </a:pathLst>
            </a:custGeom>
            <a:solidFill>
              <a:srgbClr val="43B02A"/>
            </a:solidFill>
            <a:ln w="6390" cap="flat">
              <a:noFill/>
              <a:prstDash val="solid"/>
              <a:miter/>
            </a:ln>
          </p:spPr>
          <p:txBody>
            <a:bodyPr rtlCol="0" anchor="ctr"/>
            <a:lstStyle/>
            <a:p>
              <a:endParaRPr lang="en-US"/>
            </a:p>
          </p:txBody>
        </p:sp>
        <p:sp>
          <p:nvSpPr>
            <p:cNvPr id="738" name="Graphic 4">
              <a:extLst>
                <a:ext uri="{FF2B5EF4-FFF2-40B4-BE49-F238E27FC236}">
                  <a16:creationId xmlns:a16="http://schemas.microsoft.com/office/drawing/2014/main" id="{2B5FB033-08DE-8544-A51D-0BA9DEBF84E8}"/>
                </a:ext>
              </a:extLst>
            </p:cNvPr>
            <p:cNvSpPr/>
            <p:nvPr/>
          </p:nvSpPr>
          <p:spPr>
            <a:xfrm>
              <a:off x="9108877" y="3015977"/>
              <a:ext cx="18348" cy="45942"/>
            </a:xfrm>
            <a:custGeom>
              <a:avLst/>
              <a:gdLst>
                <a:gd name="connsiteX0" fmla="*/ 3173 w 18348"/>
                <a:gd name="connsiteY0" fmla="*/ 44666 h 45942"/>
                <a:gd name="connsiteX1" fmla="*/ 7007 w 18348"/>
                <a:gd name="connsiteY1" fmla="*/ 45943 h 45942"/>
                <a:gd name="connsiteX2" fmla="*/ 12119 w 18348"/>
                <a:gd name="connsiteY2" fmla="*/ 43389 h 45942"/>
                <a:gd name="connsiteX3" fmla="*/ 12119 w 18348"/>
                <a:gd name="connsiteY3" fmla="*/ 3170 h 45942"/>
                <a:gd name="connsiteX4" fmla="*/ 3173 w 18348"/>
                <a:gd name="connsiteY4" fmla="*/ 616 h 45942"/>
                <a:gd name="connsiteX5" fmla="*/ 617 w 18348"/>
                <a:gd name="connsiteY5" fmla="*/ 9554 h 45942"/>
                <a:gd name="connsiteX6" fmla="*/ 1256 w 18348"/>
                <a:gd name="connsiteY6" fmla="*/ 10192 h 45942"/>
                <a:gd name="connsiteX7" fmla="*/ 1256 w 18348"/>
                <a:gd name="connsiteY7" fmla="*/ 36367 h 45942"/>
                <a:gd name="connsiteX8" fmla="*/ 3173 w 18348"/>
                <a:gd name="connsiteY8" fmla="*/ 44666 h 45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348" h="45942">
                  <a:moveTo>
                    <a:pt x="3173" y="44666"/>
                  </a:moveTo>
                  <a:cubicBezTo>
                    <a:pt x="4451" y="45304"/>
                    <a:pt x="5729" y="45943"/>
                    <a:pt x="7007" y="45943"/>
                  </a:cubicBezTo>
                  <a:cubicBezTo>
                    <a:pt x="8924" y="45943"/>
                    <a:pt x="10841" y="44666"/>
                    <a:pt x="12119" y="43389"/>
                  </a:cubicBezTo>
                  <a:cubicBezTo>
                    <a:pt x="20426" y="31260"/>
                    <a:pt x="20426" y="15300"/>
                    <a:pt x="12119" y="3170"/>
                  </a:cubicBezTo>
                  <a:cubicBezTo>
                    <a:pt x="10202" y="-22"/>
                    <a:pt x="6368" y="-660"/>
                    <a:pt x="3173" y="616"/>
                  </a:cubicBezTo>
                  <a:cubicBezTo>
                    <a:pt x="-22" y="2532"/>
                    <a:pt x="-661" y="6362"/>
                    <a:pt x="617" y="9554"/>
                  </a:cubicBezTo>
                  <a:cubicBezTo>
                    <a:pt x="617" y="9554"/>
                    <a:pt x="617" y="10192"/>
                    <a:pt x="1256" y="10192"/>
                  </a:cubicBezTo>
                  <a:cubicBezTo>
                    <a:pt x="6368" y="17853"/>
                    <a:pt x="6368" y="28706"/>
                    <a:pt x="1256" y="36367"/>
                  </a:cubicBezTo>
                  <a:cubicBezTo>
                    <a:pt x="-661" y="38282"/>
                    <a:pt x="-22" y="42751"/>
                    <a:pt x="3173" y="44666"/>
                  </a:cubicBezTo>
                  <a:close/>
                </a:path>
              </a:pathLst>
            </a:custGeom>
            <a:solidFill>
              <a:srgbClr val="43B02A"/>
            </a:solidFill>
            <a:ln w="6390" cap="flat">
              <a:noFill/>
              <a:prstDash val="solid"/>
              <a:miter/>
            </a:ln>
          </p:spPr>
          <p:txBody>
            <a:bodyPr rtlCol="0" anchor="ctr"/>
            <a:lstStyle/>
            <a:p>
              <a:endParaRPr lang="en-US"/>
            </a:p>
          </p:txBody>
        </p:sp>
        <p:sp>
          <p:nvSpPr>
            <p:cNvPr id="739" name="Graphic 4">
              <a:extLst>
                <a:ext uri="{FF2B5EF4-FFF2-40B4-BE49-F238E27FC236}">
                  <a16:creationId xmlns:a16="http://schemas.microsoft.com/office/drawing/2014/main" id="{DCCDE472-FB79-F84F-8F2B-1C1B843A6E17}"/>
                </a:ext>
              </a:extLst>
            </p:cNvPr>
            <p:cNvSpPr/>
            <p:nvPr/>
          </p:nvSpPr>
          <p:spPr>
            <a:xfrm>
              <a:off x="9123076" y="3006543"/>
              <a:ext cx="20923" cy="64953"/>
            </a:xfrm>
            <a:custGeom>
              <a:avLst/>
              <a:gdLst>
                <a:gd name="connsiteX0" fmla="*/ 1115 w 20923"/>
                <a:gd name="connsiteY0" fmla="*/ 54739 h 64953"/>
                <a:gd name="connsiteX1" fmla="*/ 2393 w 20923"/>
                <a:gd name="connsiteY1" fmla="*/ 63677 h 64953"/>
                <a:gd name="connsiteX2" fmla="*/ 6226 w 20923"/>
                <a:gd name="connsiteY2" fmla="*/ 64953 h 64953"/>
                <a:gd name="connsiteX3" fmla="*/ 11339 w 20923"/>
                <a:gd name="connsiteY3" fmla="*/ 62400 h 64953"/>
                <a:gd name="connsiteX4" fmla="*/ 11339 w 20923"/>
                <a:gd name="connsiteY4" fmla="*/ 2390 h 64953"/>
                <a:gd name="connsiteX5" fmla="*/ 2393 w 20923"/>
                <a:gd name="connsiteY5" fmla="*/ 1114 h 64953"/>
                <a:gd name="connsiteX6" fmla="*/ 1115 w 20923"/>
                <a:gd name="connsiteY6" fmla="*/ 10051 h 64953"/>
                <a:gd name="connsiteX7" fmla="*/ 1115 w 20923"/>
                <a:gd name="connsiteY7" fmla="*/ 54739 h 64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23" h="64953">
                  <a:moveTo>
                    <a:pt x="1115" y="54739"/>
                  </a:moveTo>
                  <a:cubicBezTo>
                    <a:pt x="-802" y="57293"/>
                    <a:pt x="-164" y="61761"/>
                    <a:pt x="2393" y="63677"/>
                  </a:cubicBezTo>
                  <a:cubicBezTo>
                    <a:pt x="3671" y="64315"/>
                    <a:pt x="4949" y="64953"/>
                    <a:pt x="6226" y="64953"/>
                  </a:cubicBezTo>
                  <a:cubicBezTo>
                    <a:pt x="8144" y="64953"/>
                    <a:pt x="10061" y="64315"/>
                    <a:pt x="11339" y="62400"/>
                  </a:cubicBezTo>
                  <a:cubicBezTo>
                    <a:pt x="24119" y="44525"/>
                    <a:pt x="24119" y="20266"/>
                    <a:pt x="11339" y="2390"/>
                  </a:cubicBezTo>
                  <a:cubicBezTo>
                    <a:pt x="9421" y="-163"/>
                    <a:pt x="4949" y="-802"/>
                    <a:pt x="2393" y="1114"/>
                  </a:cubicBezTo>
                  <a:cubicBezTo>
                    <a:pt x="-164" y="3029"/>
                    <a:pt x="-802" y="7498"/>
                    <a:pt x="1115" y="10051"/>
                  </a:cubicBezTo>
                  <a:cubicBezTo>
                    <a:pt x="10700" y="22819"/>
                    <a:pt x="10700" y="41333"/>
                    <a:pt x="1115" y="54739"/>
                  </a:cubicBezTo>
                  <a:close/>
                </a:path>
              </a:pathLst>
            </a:custGeom>
            <a:solidFill>
              <a:srgbClr val="43B02A"/>
            </a:solidFill>
            <a:ln w="6390" cap="flat">
              <a:noFill/>
              <a:prstDash val="solid"/>
              <a:miter/>
            </a:ln>
          </p:spPr>
          <p:txBody>
            <a:bodyPr rtlCol="0" anchor="ctr"/>
            <a:lstStyle/>
            <a:p>
              <a:endParaRPr lang="en-US"/>
            </a:p>
          </p:txBody>
        </p:sp>
        <p:sp>
          <p:nvSpPr>
            <p:cNvPr id="740" name="Graphic 4">
              <a:extLst>
                <a:ext uri="{FF2B5EF4-FFF2-40B4-BE49-F238E27FC236}">
                  <a16:creationId xmlns:a16="http://schemas.microsoft.com/office/drawing/2014/main" id="{0420690F-E0C3-B14F-956A-34738F699990}"/>
                </a:ext>
              </a:extLst>
            </p:cNvPr>
            <p:cNvSpPr/>
            <p:nvPr/>
          </p:nvSpPr>
          <p:spPr>
            <a:xfrm>
              <a:off x="8979302" y="2945732"/>
              <a:ext cx="84853" cy="24927"/>
            </a:xfrm>
            <a:custGeom>
              <a:avLst/>
              <a:gdLst>
                <a:gd name="connsiteX0" fmla="*/ 6866 w 84853"/>
                <a:gd name="connsiteY0" fmla="*/ 24898 h 24927"/>
                <a:gd name="connsiteX1" fmla="*/ 10700 w 84853"/>
                <a:gd name="connsiteY1" fmla="*/ 23621 h 24927"/>
                <a:gd name="connsiteX2" fmla="*/ 74599 w 84853"/>
                <a:gd name="connsiteY2" fmla="*/ 23621 h 24927"/>
                <a:gd name="connsiteX3" fmla="*/ 83545 w 84853"/>
                <a:gd name="connsiteY3" fmla="*/ 22344 h 24927"/>
                <a:gd name="connsiteX4" fmla="*/ 82267 w 84853"/>
                <a:gd name="connsiteY4" fmla="*/ 13406 h 24927"/>
                <a:gd name="connsiteX5" fmla="*/ 2393 w 84853"/>
                <a:gd name="connsiteY5" fmla="*/ 13406 h 24927"/>
                <a:gd name="connsiteX6" fmla="*/ 1115 w 84853"/>
                <a:gd name="connsiteY6" fmla="*/ 22344 h 24927"/>
                <a:gd name="connsiteX7" fmla="*/ 6866 w 84853"/>
                <a:gd name="connsiteY7" fmla="*/ 24898 h 24927"/>
                <a:gd name="connsiteX8" fmla="*/ 6866 w 84853"/>
                <a:gd name="connsiteY8" fmla="*/ 24898 h 24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853" h="24927">
                  <a:moveTo>
                    <a:pt x="6866" y="24898"/>
                  </a:moveTo>
                  <a:cubicBezTo>
                    <a:pt x="8144" y="24898"/>
                    <a:pt x="9421" y="24259"/>
                    <a:pt x="10700" y="23621"/>
                  </a:cubicBezTo>
                  <a:cubicBezTo>
                    <a:pt x="29231" y="8938"/>
                    <a:pt x="56068" y="8938"/>
                    <a:pt x="74599" y="23621"/>
                  </a:cubicBezTo>
                  <a:cubicBezTo>
                    <a:pt x="77155" y="25536"/>
                    <a:pt x="81628" y="25536"/>
                    <a:pt x="83545" y="22344"/>
                  </a:cubicBezTo>
                  <a:cubicBezTo>
                    <a:pt x="85462" y="19790"/>
                    <a:pt x="85462" y="15322"/>
                    <a:pt x="82267" y="13406"/>
                  </a:cubicBezTo>
                  <a:cubicBezTo>
                    <a:pt x="58624" y="-4469"/>
                    <a:pt x="26036" y="-4469"/>
                    <a:pt x="2393" y="13406"/>
                  </a:cubicBezTo>
                  <a:cubicBezTo>
                    <a:pt x="-164" y="15322"/>
                    <a:pt x="-802" y="19790"/>
                    <a:pt x="1115" y="22344"/>
                  </a:cubicBezTo>
                  <a:cubicBezTo>
                    <a:pt x="3031" y="24259"/>
                    <a:pt x="4949" y="24898"/>
                    <a:pt x="6866" y="24898"/>
                  </a:cubicBezTo>
                  <a:lnTo>
                    <a:pt x="6866" y="24898"/>
                  </a:lnTo>
                  <a:close/>
                </a:path>
              </a:pathLst>
            </a:custGeom>
            <a:solidFill>
              <a:srgbClr val="43B02A"/>
            </a:solidFill>
            <a:ln w="6390" cap="flat">
              <a:noFill/>
              <a:prstDash val="solid"/>
              <a:miter/>
            </a:ln>
          </p:spPr>
          <p:txBody>
            <a:bodyPr rtlCol="0" anchor="ctr"/>
            <a:lstStyle/>
            <a:p>
              <a:endParaRPr lang="en-US"/>
            </a:p>
          </p:txBody>
        </p:sp>
        <p:sp>
          <p:nvSpPr>
            <p:cNvPr id="741" name="Graphic 4">
              <a:extLst>
                <a:ext uri="{FF2B5EF4-FFF2-40B4-BE49-F238E27FC236}">
                  <a16:creationId xmlns:a16="http://schemas.microsoft.com/office/drawing/2014/main" id="{BFB0DC12-6FD9-3B4A-B24D-5EB4D79A80F5}"/>
                </a:ext>
              </a:extLst>
            </p:cNvPr>
            <p:cNvSpPr/>
            <p:nvPr/>
          </p:nvSpPr>
          <p:spPr>
            <a:xfrm>
              <a:off x="8999148" y="2980365"/>
              <a:ext cx="46091" cy="17715"/>
            </a:xfrm>
            <a:custGeom>
              <a:avLst/>
              <a:gdLst>
                <a:gd name="connsiteX0" fmla="*/ 43252 w 46091"/>
                <a:gd name="connsiteY0" fmla="*/ 6224 h 17715"/>
                <a:gd name="connsiteX1" fmla="*/ 2996 w 46091"/>
                <a:gd name="connsiteY1" fmla="*/ 6224 h 17715"/>
                <a:gd name="connsiteX2" fmla="*/ 1078 w 46091"/>
                <a:gd name="connsiteY2" fmla="*/ 15162 h 17715"/>
                <a:gd name="connsiteX3" fmla="*/ 1078 w 46091"/>
                <a:gd name="connsiteY3" fmla="*/ 15162 h 17715"/>
                <a:gd name="connsiteX4" fmla="*/ 6191 w 46091"/>
                <a:gd name="connsiteY4" fmla="*/ 17716 h 17715"/>
                <a:gd name="connsiteX5" fmla="*/ 10024 w 46091"/>
                <a:gd name="connsiteY5" fmla="*/ 16439 h 17715"/>
                <a:gd name="connsiteX6" fmla="*/ 36223 w 46091"/>
                <a:gd name="connsiteY6" fmla="*/ 16439 h 17715"/>
                <a:gd name="connsiteX7" fmla="*/ 45169 w 46091"/>
                <a:gd name="connsiteY7" fmla="*/ 14524 h 17715"/>
                <a:gd name="connsiteX8" fmla="*/ 43252 w 46091"/>
                <a:gd name="connsiteY8" fmla="*/ 6224 h 17715"/>
                <a:gd name="connsiteX9" fmla="*/ 43252 w 46091"/>
                <a:gd name="connsiteY9" fmla="*/ 6224 h 17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091" h="17715">
                  <a:moveTo>
                    <a:pt x="43252" y="6224"/>
                  </a:moveTo>
                  <a:cubicBezTo>
                    <a:pt x="31111" y="-2075"/>
                    <a:pt x="15136" y="-2075"/>
                    <a:pt x="2996" y="6224"/>
                  </a:cubicBezTo>
                  <a:cubicBezTo>
                    <a:pt x="-199" y="8140"/>
                    <a:pt x="-839" y="11970"/>
                    <a:pt x="1078" y="15162"/>
                  </a:cubicBezTo>
                  <a:cubicBezTo>
                    <a:pt x="1078" y="15162"/>
                    <a:pt x="1078" y="15162"/>
                    <a:pt x="1078" y="15162"/>
                  </a:cubicBezTo>
                  <a:cubicBezTo>
                    <a:pt x="2356" y="17077"/>
                    <a:pt x="4273" y="17716"/>
                    <a:pt x="6191" y="17716"/>
                  </a:cubicBezTo>
                  <a:cubicBezTo>
                    <a:pt x="7468" y="17716"/>
                    <a:pt x="8746" y="17077"/>
                    <a:pt x="10024" y="16439"/>
                  </a:cubicBezTo>
                  <a:cubicBezTo>
                    <a:pt x="17692" y="11332"/>
                    <a:pt x="28555" y="11332"/>
                    <a:pt x="36223" y="16439"/>
                  </a:cubicBezTo>
                  <a:cubicBezTo>
                    <a:pt x="39418" y="18354"/>
                    <a:pt x="43252" y="17716"/>
                    <a:pt x="45169" y="14524"/>
                  </a:cubicBezTo>
                  <a:cubicBezTo>
                    <a:pt x="47086" y="11970"/>
                    <a:pt x="45808" y="8140"/>
                    <a:pt x="43252" y="6224"/>
                  </a:cubicBezTo>
                  <a:lnTo>
                    <a:pt x="43252" y="6224"/>
                  </a:lnTo>
                  <a:close/>
                </a:path>
              </a:pathLst>
            </a:custGeom>
            <a:solidFill>
              <a:srgbClr val="43B02A"/>
            </a:solidFill>
            <a:ln w="6390" cap="flat">
              <a:noFill/>
              <a:prstDash val="solid"/>
              <a:miter/>
            </a:ln>
          </p:spPr>
          <p:txBody>
            <a:bodyPr rtlCol="0" anchor="ctr"/>
            <a:lstStyle/>
            <a:p>
              <a:endParaRPr lang="en-US"/>
            </a:p>
          </p:txBody>
        </p:sp>
        <p:sp>
          <p:nvSpPr>
            <p:cNvPr id="742" name="Graphic 4">
              <a:extLst>
                <a:ext uri="{FF2B5EF4-FFF2-40B4-BE49-F238E27FC236}">
                  <a16:creationId xmlns:a16="http://schemas.microsoft.com/office/drawing/2014/main" id="{2D7B700D-0F46-5043-8FC2-F434D329B2F5}"/>
                </a:ext>
              </a:extLst>
            </p:cNvPr>
            <p:cNvSpPr/>
            <p:nvPr/>
          </p:nvSpPr>
          <p:spPr>
            <a:xfrm>
              <a:off x="8990166" y="2963607"/>
              <a:ext cx="64850" cy="21097"/>
            </a:xfrm>
            <a:custGeom>
              <a:avLst/>
              <a:gdLst>
                <a:gd name="connsiteX0" fmla="*/ 63736 w 64850"/>
                <a:gd name="connsiteY0" fmla="*/ 18514 h 21097"/>
                <a:gd name="connsiteX1" fmla="*/ 62458 w 64850"/>
                <a:gd name="connsiteY1" fmla="*/ 9576 h 21097"/>
                <a:gd name="connsiteX2" fmla="*/ 2393 w 64850"/>
                <a:gd name="connsiteY2" fmla="*/ 9576 h 21097"/>
                <a:gd name="connsiteX3" fmla="*/ 1114 w 64850"/>
                <a:gd name="connsiteY3" fmla="*/ 18514 h 21097"/>
                <a:gd name="connsiteX4" fmla="*/ 1114 w 64850"/>
                <a:gd name="connsiteY4" fmla="*/ 18514 h 21097"/>
                <a:gd name="connsiteX5" fmla="*/ 6227 w 64850"/>
                <a:gd name="connsiteY5" fmla="*/ 21067 h 21097"/>
                <a:gd name="connsiteX6" fmla="*/ 10060 w 64850"/>
                <a:gd name="connsiteY6" fmla="*/ 19790 h 21097"/>
                <a:gd name="connsiteX7" fmla="*/ 54790 w 64850"/>
                <a:gd name="connsiteY7" fmla="*/ 19790 h 21097"/>
                <a:gd name="connsiteX8" fmla="*/ 63736 w 64850"/>
                <a:gd name="connsiteY8" fmla="*/ 18514 h 21097"/>
                <a:gd name="connsiteX9" fmla="*/ 63736 w 64850"/>
                <a:gd name="connsiteY9" fmla="*/ 18514 h 21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850" h="21097">
                  <a:moveTo>
                    <a:pt x="63736" y="18514"/>
                  </a:moveTo>
                  <a:cubicBezTo>
                    <a:pt x="65653" y="15960"/>
                    <a:pt x="65014" y="11491"/>
                    <a:pt x="62458" y="9576"/>
                  </a:cubicBezTo>
                  <a:cubicBezTo>
                    <a:pt x="44566" y="-3192"/>
                    <a:pt x="20284" y="-3192"/>
                    <a:pt x="2393" y="9576"/>
                  </a:cubicBezTo>
                  <a:cubicBezTo>
                    <a:pt x="-163" y="11491"/>
                    <a:pt x="-802" y="15960"/>
                    <a:pt x="1114" y="18514"/>
                  </a:cubicBezTo>
                  <a:cubicBezTo>
                    <a:pt x="1114" y="18514"/>
                    <a:pt x="1114" y="18514"/>
                    <a:pt x="1114" y="18514"/>
                  </a:cubicBezTo>
                  <a:cubicBezTo>
                    <a:pt x="2393" y="20429"/>
                    <a:pt x="4309" y="21067"/>
                    <a:pt x="6227" y="21067"/>
                  </a:cubicBezTo>
                  <a:cubicBezTo>
                    <a:pt x="7504" y="21067"/>
                    <a:pt x="8783" y="20429"/>
                    <a:pt x="10060" y="19790"/>
                  </a:cubicBezTo>
                  <a:cubicBezTo>
                    <a:pt x="23479" y="10214"/>
                    <a:pt x="41371" y="10214"/>
                    <a:pt x="54790" y="19790"/>
                  </a:cubicBezTo>
                  <a:cubicBezTo>
                    <a:pt x="57346" y="21706"/>
                    <a:pt x="61180" y="21706"/>
                    <a:pt x="63736" y="18514"/>
                  </a:cubicBezTo>
                  <a:cubicBezTo>
                    <a:pt x="63097" y="18514"/>
                    <a:pt x="63097" y="18514"/>
                    <a:pt x="63736" y="18514"/>
                  </a:cubicBezTo>
                  <a:close/>
                </a:path>
              </a:pathLst>
            </a:custGeom>
            <a:solidFill>
              <a:srgbClr val="43B02A"/>
            </a:solidFill>
            <a:ln w="6390" cap="flat">
              <a:noFill/>
              <a:prstDash val="solid"/>
              <a:miter/>
            </a:ln>
          </p:spPr>
          <p:txBody>
            <a:bodyPr rtlCol="0" anchor="ctr"/>
            <a:lstStyle/>
            <a:p>
              <a:endParaRPr lang="en-US"/>
            </a:p>
          </p:txBody>
        </p:sp>
      </p:grpSp>
      <p:grpSp>
        <p:nvGrpSpPr>
          <p:cNvPr id="743" name="Graphic 4">
            <a:extLst>
              <a:ext uri="{FF2B5EF4-FFF2-40B4-BE49-F238E27FC236}">
                <a16:creationId xmlns:a16="http://schemas.microsoft.com/office/drawing/2014/main" id="{97367B67-59BC-544C-AD50-4A0C9A685616}"/>
              </a:ext>
            </a:extLst>
          </p:cNvPr>
          <p:cNvGrpSpPr/>
          <p:nvPr/>
        </p:nvGrpSpPr>
        <p:grpSpPr>
          <a:xfrm>
            <a:off x="9290591" y="2371173"/>
            <a:ext cx="361674" cy="361971"/>
            <a:chOff x="8239823" y="2371173"/>
            <a:chExt cx="361674" cy="361971"/>
          </a:xfrm>
          <a:solidFill>
            <a:srgbClr val="43B02A"/>
          </a:solidFill>
        </p:grpSpPr>
        <p:sp>
          <p:nvSpPr>
            <p:cNvPr id="744" name="Graphic 4">
              <a:extLst>
                <a:ext uri="{FF2B5EF4-FFF2-40B4-BE49-F238E27FC236}">
                  <a16:creationId xmlns:a16="http://schemas.microsoft.com/office/drawing/2014/main" id="{69C0C44B-8926-ED4F-9F46-1C4B89A3F800}"/>
                </a:ext>
              </a:extLst>
            </p:cNvPr>
            <p:cNvSpPr/>
            <p:nvPr/>
          </p:nvSpPr>
          <p:spPr>
            <a:xfrm>
              <a:off x="8330560" y="2511611"/>
              <a:ext cx="136105" cy="135988"/>
            </a:xfrm>
            <a:custGeom>
              <a:avLst/>
              <a:gdLst>
                <a:gd name="connsiteX0" fmla="*/ 0 w 136105"/>
                <a:gd name="connsiteY0" fmla="*/ 67680 h 135988"/>
                <a:gd name="connsiteX1" fmla="*/ 67734 w 136105"/>
                <a:gd name="connsiteY1" fmla="*/ 135989 h 135988"/>
                <a:gd name="connsiteX2" fmla="*/ 136106 w 136105"/>
                <a:gd name="connsiteY2" fmla="*/ 68318 h 135988"/>
                <a:gd name="connsiteX3" fmla="*/ 68373 w 136105"/>
                <a:gd name="connsiteY3" fmla="*/ 10 h 135988"/>
                <a:gd name="connsiteX4" fmla="*/ 68373 w 136105"/>
                <a:gd name="connsiteY4" fmla="*/ 10 h 135988"/>
                <a:gd name="connsiteX5" fmla="*/ 0 w 136105"/>
                <a:gd name="connsiteY5" fmla="*/ 67680 h 135988"/>
                <a:gd name="connsiteX6" fmla="*/ 81153 w 136105"/>
                <a:gd name="connsiteY6" fmla="*/ 10224 h 135988"/>
                <a:gd name="connsiteX7" fmla="*/ 84986 w 136105"/>
                <a:gd name="connsiteY7" fmla="*/ 16608 h 135988"/>
                <a:gd name="connsiteX8" fmla="*/ 81153 w 136105"/>
                <a:gd name="connsiteY8" fmla="*/ 54912 h 135988"/>
                <a:gd name="connsiteX9" fmla="*/ 96489 w 136105"/>
                <a:gd name="connsiteY9" fmla="*/ 54912 h 135988"/>
                <a:gd name="connsiteX10" fmla="*/ 102239 w 136105"/>
                <a:gd name="connsiteY10" fmla="*/ 58743 h 135988"/>
                <a:gd name="connsiteX11" fmla="*/ 101600 w 136105"/>
                <a:gd name="connsiteY11" fmla="*/ 65126 h 135988"/>
                <a:gd name="connsiteX12" fmla="*/ 56232 w 136105"/>
                <a:gd name="connsiteY12" fmla="*/ 123859 h 135988"/>
                <a:gd name="connsiteX13" fmla="*/ 51119 w 136105"/>
                <a:gd name="connsiteY13" fmla="*/ 126413 h 135988"/>
                <a:gd name="connsiteX14" fmla="*/ 48564 w 136105"/>
                <a:gd name="connsiteY14" fmla="*/ 125774 h 135988"/>
                <a:gd name="connsiteX15" fmla="*/ 44730 w 136105"/>
                <a:gd name="connsiteY15" fmla="*/ 119390 h 135988"/>
                <a:gd name="connsiteX16" fmla="*/ 48564 w 136105"/>
                <a:gd name="connsiteY16" fmla="*/ 81086 h 135988"/>
                <a:gd name="connsiteX17" fmla="*/ 33228 w 136105"/>
                <a:gd name="connsiteY17" fmla="*/ 81086 h 135988"/>
                <a:gd name="connsiteX18" fmla="*/ 26838 w 136105"/>
                <a:gd name="connsiteY18" fmla="*/ 74702 h 135988"/>
                <a:gd name="connsiteX19" fmla="*/ 28116 w 136105"/>
                <a:gd name="connsiteY19" fmla="*/ 70872 h 135988"/>
                <a:gd name="connsiteX20" fmla="*/ 73484 w 136105"/>
                <a:gd name="connsiteY20" fmla="*/ 12140 h 135988"/>
                <a:gd name="connsiteX21" fmla="*/ 81153 w 136105"/>
                <a:gd name="connsiteY21" fmla="*/ 10224 h 135988"/>
                <a:gd name="connsiteX22" fmla="*/ 81153 w 136105"/>
                <a:gd name="connsiteY22" fmla="*/ 10224 h 135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6105" h="135988">
                  <a:moveTo>
                    <a:pt x="0" y="67680"/>
                  </a:moveTo>
                  <a:cubicBezTo>
                    <a:pt x="0" y="105346"/>
                    <a:pt x="30672" y="135989"/>
                    <a:pt x="67734" y="135989"/>
                  </a:cubicBezTo>
                  <a:cubicBezTo>
                    <a:pt x="104795" y="135989"/>
                    <a:pt x="136106" y="105346"/>
                    <a:pt x="136106" y="68318"/>
                  </a:cubicBezTo>
                  <a:cubicBezTo>
                    <a:pt x="136106" y="30653"/>
                    <a:pt x="105434" y="10"/>
                    <a:pt x="68373" y="10"/>
                  </a:cubicBezTo>
                  <a:cubicBezTo>
                    <a:pt x="68373" y="10"/>
                    <a:pt x="68373" y="10"/>
                    <a:pt x="68373" y="10"/>
                  </a:cubicBezTo>
                  <a:cubicBezTo>
                    <a:pt x="30033" y="-628"/>
                    <a:pt x="0" y="30015"/>
                    <a:pt x="0" y="67680"/>
                  </a:cubicBezTo>
                  <a:close/>
                  <a:moveTo>
                    <a:pt x="81153" y="10224"/>
                  </a:moveTo>
                  <a:cubicBezTo>
                    <a:pt x="83709" y="11501"/>
                    <a:pt x="85625" y="14055"/>
                    <a:pt x="84986" y="16608"/>
                  </a:cubicBezTo>
                  <a:lnTo>
                    <a:pt x="81153" y="54912"/>
                  </a:lnTo>
                  <a:lnTo>
                    <a:pt x="96489" y="54912"/>
                  </a:lnTo>
                  <a:cubicBezTo>
                    <a:pt x="99044" y="54912"/>
                    <a:pt x="100961" y="56189"/>
                    <a:pt x="102239" y="58743"/>
                  </a:cubicBezTo>
                  <a:cubicBezTo>
                    <a:pt x="103517" y="60658"/>
                    <a:pt x="102879" y="63211"/>
                    <a:pt x="101600" y="65126"/>
                  </a:cubicBezTo>
                  <a:lnTo>
                    <a:pt x="56232" y="123859"/>
                  </a:lnTo>
                  <a:cubicBezTo>
                    <a:pt x="54954" y="125136"/>
                    <a:pt x="53037" y="126413"/>
                    <a:pt x="51119" y="126413"/>
                  </a:cubicBezTo>
                  <a:cubicBezTo>
                    <a:pt x="50481" y="126413"/>
                    <a:pt x="49842" y="126413"/>
                    <a:pt x="48564" y="125774"/>
                  </a:cubicBezTo>
                  <a:cubicBezTo>
                    <a:pt x="46008" y="124497"/>
                    <a:pt x="44091" y="121944"/>
                    <a:pt x="44730" y="119390"/>
                  </a:cubicBezTo>
                  <a:lnTo>
                    <a:pt x="48564" y="81086"/>
                  </a:lnTo>
                  <a:lnTo>
                    <a:pt x="33228" y="81086"/>
                  </a:lnTo>
                  <a:cubicBezTo>
                    <a:pt x="29394" y="81086"/>
                    <a:pt x="26838" y="77894"/>
                    <a:pt x="26838" y="74702"/>
                  </a:cubicBezTo>
                  <a:cubicBezTo>
                    <a:pt x="26838" y="73426"/>
                    <a:pt x="27477" y="72149"/>
                    <a:pt x="28116" y="70872"/>
                  </a:cubicBezTo>
                  <a:lnTo>
                    <a:pt x="73484" y="12140"/>
                  </a:lnTo>
                  <a:cubicBezTo>
                    <a:pt x="75402" y="10224"/>
                    <a:pt x="78597" y="8948"/>
                    <a:pt x="81153" y="10224"/>
                  </a:cubicBezTo>
                  <a:lnTo>
                    <a:pt x="81153" y="10224"/>
                  </a:lnTo>
                  <a:close/>
                </a:path>
              </a:pathLst>
            </a:custGeom>
            <a:solidFill>
              <a:srgbClr val="43B02A"/>
            </a:solidFill>
            <a:ln w="6390" cap="flat">
              <a:noFill/>
              <a:prstDash val="solid"/>
              <a:miter/>
            </a:ln>
          </p:spPr>
          <p:txBody>
            <a:bodyPr rtlCol="0" anchor="ctr"/>
            <a:lstStyle/>
            <a:p>
              <a:endParaRPr lang="en-US"/>
            </a:p>
          </p:txBody>
        </p:sp>
        <p:sp>
          <p:nvSpPr>
            <p:cNvPr id="745" name="Graphic 4">
              <a:extLst>
                <a:ext uri="{FF2B5EF4-FFF2-40B4-BE49-F238E27FC236}">
                  <a16:creationId xmlns:a16="http://schemas.microsoft.com/office/drawing/2014/main" id="{6EBFFEDD-F4A0-9D49-8F45-50A072997292}"/>
                </a:ext>
              </a:extLst>
            </p:cNvPr>
            <p:cNvSpPr/>
            <p:nvPr/>
          </p:nvSpPr>
          <p:spPr>
            <a:xfrm>
              <a:off x="8377846" y="2549286"/>
              <a:ext cx="37061" cy="60647"/>
            </a:xfrm>
            <a:custGeom>
              <a:avLst/>
              <a:gdLst>
                <a:gd name="connsiteX0" fmla="*/ 14058 w 37061"/>
                <a:gd name="connsiteY0" fmla="*/ 32558 h 60647"/>
                <a:gd name="connsiteX1" fmla="*/ 15975 w 37061"/>
                <a:gd name="connsiteY1" fmla="*/ 37665 h 60647"/>
                <a:gd name="connsiteX2" fmla="*/ 13419 w 37061"/>
                <a:gd name="connsiteY2" fmla="*/ 60648 h 60647"/>
                <a:gd name="connsiteX3" fmla="*/ 37062 w 37061"/>
                <a:gd name="connsiteY3" fmla="*/ 30005 h 60647"/>
                <a:gd name="connsiteX4" fmla="*/ 27477 w 37061"/>
                <a:gd name="connsiteY4" fmla="*/ 30005 h 60647"/>
                <a:gd name="connsiteX5" fmla="*/ 23004 w 37061"/>
                <a:gd name="connsiteY5" fmla="*/ 28089 h 60647"/>
                <a:gd name="connsiteX6" fmla="*/ 21726 w 37061"/>
                <a:gd name="connsiteY6" fmla="*/ 22982 h 60647"/>
                <a:gd name="connsiteX7" fmla="*/ 23643 w 37061"/>
                <a:gd name="connsiteY7" fmla="*/ 0 h 60647"/>
                <a:gd name="connsiteX8" fmla="*/ 0 w 37061"/>
                <a:gd name="connsiteY8" fmla="*/ 30643 h 60647"/>
                <a:gd name="connsiteX9" fmla="*/ 9585 w 37061"/>
                <a:gd name="connsiteY9" fmla="*/ 30643 h 60647"/>
                <a:gd name="connsiteX10" fmla="*/ 14058 w 37061"/>
                <a:gd name="connsiteY10" fmla="*/ 32558 h 60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061" h="60647">
                  <a:moveTo>
                    <a:pt x="14058" y="32558"/>
                  </a:moveTo>
                  <a:cubicBezTo>
                    <a:pt x="15336" y="33835"/>
                    <a:pt x="15975" y="35750"/>
                    <a:pt x="15975" y="37665"/>
                  </a:cubicBezTo>
                  <a:lnTo>
                    <a:pt x="13419" y="60648"/>
                  </a:lnTo>
                  <a:lnTo>
                    <a:pt x="37062" y="30005"/>
                  </a:lnTo>
                  <a:lnTo>
                    <a:pt x="27477" y="30005"/>
                  </a:lnTo>
                  <a:cubicBezTo>
                    <a:pt x="25560" y="30005"/>
                    <a:pt x="23643" y="29366"/>
                    <a:pt x="23004" y="28089"/>
                  </a:cubicBezTo>
                  <a:cubicBezTo>
                    <a:pt x="21726" y="26813"/>
                    <a:pt x="21087" y="24897"/>
                    <a:pt x="21726" y="22982"/>
                  </a:cubicBezTo>
                  <a:lnTo>
                    <a:pt x="23643" y="0"/>
                  </a:lnTo>
                  <a:lnTo>
                    <a:pt x="0" y="30643"/>
                  </a:lnTo>
                  <a:lnTo>
                    <a:pt x="9585" y="30643"/>
                  </a:lnTo>
                  <a:cubicBezTo>
                    <a:pt x="10863" y="30005"/>
                    <a:pt x="12780" y="31281"/>
                    <a:pt x="14058" y="32558"/>
                  </a:cubicBezTo>
                  <a:close/>
                </a:path>
              </a:pathLst>
            </a:custGeom>
            <a:solidFill>
              <a:srgbClr val="43B02A"/>
            </a:solidFill>
            <a:ln w="6390" cap="flat">
              <a:noFill/>
              <a:prstDash val="solid"/>
              <a:miter/>
            </a:ln>
          </p:spPr>
          <p:txBody>
            <a:bodyPr rtlCol="0" anchor="ctr"/>
            <a:lstStyle/>
            <a:p>
              <a:endParaRPr lang="en-US"/>
            </a:p>
          </p:txBody>
        </p:sp>
        <p:sp>
          <p:nvSpPr>
            <p:cNvPr id="746" name="Graphic 4">
              <a:extLst>
                <a:ext uri="{FF2B5EF4-FFF2-40B4-BE49-F238E27FC236}">
                  <a16:creationId xmlns:a16="http://schemas.microsoft.com/office/drawing/2014/main" id="{6120576A-212B-1347-989F-C3002A83EEEA}"/>
                </a:ext>
              </a:extLst>
            </p:cNvPr>
            <p:cNvSpPr/>
            <p:nvPr/>
          </p:nvSpPr>
          <p:spPr>
            <a:xfrm>
              <a:off x="8443024" y="2457357"/>
              <a:ext cx="41534" cy="9575"/>
            </a:xfrm>
            <a:custGeom>
              <a:avLst/>
              <a:gdLst>
                <a:gd name="connsiteX0" fmla="*/ 41535 w 41534"/>
                <a:gd name="connsiteY0" fmla="*/ 2554 h 9575"/>
                <a:gd name="connsiteX1" fmla="*/ 38978 w 41534"/>
                <a:gd name="connsiteY1" fmla="*/ 0 h 9575"/>
                <a:gd name="connsiteX2" fmla="*/ 38978 w 41534"/>
                <a:gd name="connsiteY2" fmla="*/ 0 h 9575"/>
                <a:gd name="connsiteX3" fmla="*/ 2555 w 41534"/>
                <a:gd name="connsiteY3" fmla="*/ 0 h 9575"/>
                <a:gd name="connsiteX4" fmla="*/ 0 w 41534"/>
                <a:gd name="connsiteY4" fmla="*/ 2554 h 9575"/>
                <a:gd name="connsiteX5" fmla="*/ 0 w 41534"/>
                <a:gd name="connsiteY5" fmla="*/ 2554 h 9575"/>
                <a:gd name="connsiteX6" fmla="*/ 0 w 41534"/>
                <a:gd name="connsiteY6" fmla="*/ 9576 h 9575"/>
                <a:gd name="connsiteX7" fmla="*/ 41535 w 41534"/>
                <a:gd name="connsiteY7" fmla="*/ 9576 h 9575"/>
                <a:gd name="connsiteX8" fmla="*/ 41535 w 41534"/>
                <a:gd name="connsiteY8" fmla="*/ 2554 h 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34" h="9575">
                  <a:moveTo>
                    <a:pt x="41535" y="2554"/>
                  </a:moveTo>
                  <a:cubicBezTo>
                    <a:pt x="41535" y="1277"/>
                    <a:pt x="40256" y="0"/>
                    <a:pt x="38978" y="0"/>
                  </a:cubicBezTo>
                  <a:lnTo>
                    <a:pt x="38978" y="0"/>
                  </a:lnTo>
                  <a:lnTo>
                    <a:pt x="2555" y="0"/>
                  </a:lnTo>
                  <a:cubicBezTo>
                    <a:pt x="1278" y="0"/>
                    <a:pt x="0" y="1277"/>
                    <a:pt x="0" y="2554"/>
                  </a:cubicBezTo>
                  <a:lnTo>
                    <a:pt x="0" y="2554"/>
                  </a:lnTo>
                  <a:lnTo>
                    <a:pt x="0" y="9576"/>
                  </a:lnTo>
                  <a:lnTo>
                    <a:pt x="41535" y="9576"/>
                  </a:lnTo>
                  <a:lnTo>
                    <a:pt x="41535" y="2554"/>
                  </a:lnTo>
                  <a:close/>
                </a:path>
              </a:pathLst>
            </a:custGeom>
            <a:solidFill>
              <a:srgbClr val="43B02A"/>
            </a:solidFill>
            <a:ln w="6390" cap="flat">
              <a:noFill/>
              <a:prstDash val="solid"/>
              <a:miter/>
            </a:ln>
          </p:spPr>
          <p:txBody>
            <a:bodyPr rtlCol="0" anchor="ctr"/>
            <a:lstStyle/>
            <a:p>
              <a:endParaRPr lang="en-US"/>
            </a:p>
          </p:txBody>
        </p:sp>
        <p:sp>
          <p:nvSpPr>
            <p:cNvPr id="747" name="Graphic 4">
              <a:extLst>
                <a:ext uri="{FF2B5EF4-FFF2-40B4-BE49-F238E27FC236}">
                  <a16:creationId xmlns:a16="http://schemas.microsoft.com/office/drawing/2014/main" id="{5BB18DEB-210A-8A41-B29D-747E4D4C1BE3}"/>
                </a:ext>
              </a:extLst>
            </p:cNvPr>
            <p:cNvSpPr/>
            <p:nvPr/>
          </p:nvSpPr>
          <p:spPr>
            <a:xfrm>
              <a:off x="8239823" y="2371173"/>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284352 w 361674"/>
                <a:gd name="connsiteY7" fmla="*/ 273235 h 361971"/>
                <a:gd name="connsiteX8" fmla="*/ 269016 w 361674"/>
                <a:gd name="connsiteY8" fmla="*/ 288556 h 361971"/>
                <a:gd name="connsiteX9" fmla="*/ 269016 w 361674"/>
                <a:gd name="connsiteY9" fmla="*/ 288556 h 361971"/>
                <a:gd name="connsiteX10" fmla="*/ 205756 w 361674"/>
                <a:gd name="connsiteY10" fmla="*/ 288556 h 361971"/>
                <a:gd name="connsiteX11" fmla="*/ 199366 w 361674"/>
                <a:gd name="connsiteY11" fmla="*/ 282172 h 361971"/>
                <a:gd name="connsiteX12" fmla="*/ 205756 w 361674"/>
                <a:gd name="connsiteY12" fmla="*/ 275788 h 361971"/>
                <a:gd name="connsiteX13" fmla="*/ 269016 w 361674"/>
                <a:gd name="connsiteY13" fmla="*/ 275788 h 361971"/>
                <a:gd name="connsiteX14" fmla="*/ 271572 w 361674"/>
                <a:gd name="connsiteY14" fmla="*/ 273235 h 361971"/>
                <a:gd name="connsiteX15" fmla="*/ 271572 w 361674"/>
                <a:gd name="connsiteY15" fmla="*/ 273235 h 361971"/>
                <a:gd name="connsiteX16" fmla="*/ 271572 w 361674"/>
                <a:gd name="connsiteY16" fmla="*/ 111081 h 361971"/>
                <a:gd name="connsiteX17" fmla="*/ 269016 w 361674"/>
                <a:gd name="connsiteY17" fmla="*/ 108528 h 361971"/>
                <a:gd name="connsiteX18" fmla="*/ 269016 w 361674"/>
                <a:gd name="connsiteY18" fmla="*/ 108528 h 361971"/>
                <a:gd name="connsiteX19" fmla="*/ 178918 w 361674"/>
                <a:gd name="connsiteY19" fmla="*/ 108528 h 361971"/>
                <a:gd name="connsiteX20" fmla="*/ 176362 w 361674"/>
                <a:gd name="connsiteY20" fmla="*/ 111081 h 361971"/>
                <a:gd name="connsiteX21" fmla="*/ 176362 w 361674"/>
                <a:gd name="connsiteY21" fmla="*/ 111081 h 361971"/>
                <a:gd name="connsiteX22" fmla="*/ 176362 w 361674"/>
                <a:gd name="connsiteY22" fmla="*/ 124488 h 361971"/>
                <a:gd name="connsiteX23" fmla="*/ 174446 w 361674"/>
                <a:gd name="connsiteY23" fmla="*/ 128957 h 361971"/>
                <a:gd name="connsiteX24" fmla="*/ 237705 w 361674"/>
                <a:gd name="connsiteY24" fmla="*/ 224078 h 361971"/>
                <a:gd name="connsiteX25" fmla="*/ 142496 w 361674"/>
                <a:gd name="connsiteY25" fmla="*/ 287279 h 361971"/>
                <a:gd name="connsiteX26" fmla="*/ 79235 w 361674"/>
                <a:gd name="connsiteY26" fmla="*/ 192158 h 361971"/>
                <a:gd name="connsiteX27" fmla="*/ 158471 w 361674"/>
                <a:gd name="connsiteY27" fmla="*/ 127680 h 361971"/>
                <a:gd name="connsiteX28" fmla="*/ 164221 w 361674"/>
                <a:gd name="connsiteY28" fmla="*/ 127680 h 361971"/>
                <a:gd name="connsiteX29" fmla="*/ 163582 w 361674"/>
                <a:gd name="connsiteY29" fmla="*/ 124488 h 361971"/>
                <a:gd name="connsiteX30" fmla="*/ 163582 w 361674"/>
                <a:gd name="connsiteY30" fmla="*/ 111081 h 361971"/>
                <a:gd name="connsiteX31" fmla="*/ 178918 w 361674"/>
                <a:gd name="connsiteY31" fmla="*/ 95760 h 361971"/>
                <a:gd name="connsiteX32" fmla="*/ 178918 w 361674"/>
                <a:gd name="connsiteY32" fmla="*/ 95760 h 361971"/>
                <a:gd name="connsiteX33" fmla="*/ 190420 w 361674"/>
                <a:gd name="connsiteY33" fmla="*/ 95760 h 361971"/>
                <a:gd name="connsiteX34" fmla="*/ 190420 w 361674"/>
                <a:gd name="connsiteY34" fmla="*/ 88738 h 361971"/>
                <a:gd name="connsiteX35" fmla="*/ 205756 w 361674"/>
                <a:gd name="connsiteY35" fmla="*/ 73416 h 361971"/>
                <a:gd name="connsiteX36" fmla="*/ 205756 w 361674"/>
                <a:gd name="connsiteY36" fmla="*/ 73416 h 361971"/>
                <a:gd name="connsiteX37" fmla="*/ 242179 w 361674"/>
                <a:gd name="connsiteY37" fmla="*/ 73416 h 361971"/>
                <a:gd name="connsiteX38" fmla="*/ 257515 w 361674"/>
                <a:gd name="connsiteY38" fmla="*/ 88738 h 361971"/>
                <a:gd name="connsiteX39" fmla="*/ 257515 w 361674"/>
                <a:gd name="connsiteY39" fmla="*/ 88738 h 361971"/>
                <a:gd name="connsiteX40" fmla="*/ 257515 w 361674"/>
                <a:gd name="connsiteY40" fmla="*/ 95760 h 361971"/>
                <a:gd name="connsiteX41" fmla="*/ 269016 w 361674"/>
                <a:gd name="connsiteY41" fmla="*/ 95760 h 361971"/>
                <a:gd name="connsiteX42" fmla="*/ 284352 w 361674"/>
                <a:gd name="connsiteY42" fmla="*/ 111081 h 361971"/>
                <a:gd name="connsiteX43" fmla="*/ 284352 w 361674"/>
                <a:gd name="connsiteY43" fmla="*/ 111081 h 361971"/>
                <a:gd name="connsiteX44" fmla="*/ 284352 w 361674"/>
                <a:gd name="connsiteY44" fmla="*/ 27323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1674" h="361971">
                  <a:moveTo>
                    <a:pt x="180836" y="0"/>
                  </a:moveTo>
                  <a:cubicBezTo>
                    <a:pt x="80513" y="0"/>
                    <a:pt x="0" y="81077"/>
                    <a:pt x="0" y="180667"/>
                  </a:cubicBezTo>
                  <a:cubicBezTo>
                    <a:pt x="0" y="280895"/>
                    <a:pt x="81152" y="361972"/>
                    <a:pt x="180836" y="361972"/>
                  </a:cubicBezTo>
                  <a:cubicBezTo>
                    <a:pt x="281157" y="361972"/>
                    <a:pt x="361670" y="280895"/>
                    <a:pt x="361670" y="181305"/>
                  </a:cubicBezTo>
                  <a:cubicBezTo>
                    <a:pt x="361670" y="181305"/>
                    <a:pt x="361670" y="181305"/>
                    <a:pt x="361670" y="181305"/>
                  </a:cubicBezTo>
                  <a:cubicBezTo>
                    <a:pt x="362309" y="81077"/>
                    <a:pt x="281157" y="0"/>
                    <a:pt x="180836" y="0"/>
                  </a:cubicBezTo>
                  <a:cubicBezTo>
                    <a:pt x="180836" y="0"/>
                    <a:pt x="180836" y="0"/>
                    <a:pt x="180836" y="0"/>
                  </a:cubicBezTo>
                  <a:close/>
                  <a:moveTo>
                    <a:pt x="284352" y="273235"/>
                  </a:moveTo>
                  <a:cubicBezTo>
                    <a:pt x="284352" y="281534"/>
                    <a:pt x="277323" y="288556"/>
                    <a:pt x="269016" y="288556"/>
                  </a:cubicBezTo>
                  <a:lnTo>
                    <a:pt x="269016" y="288556"/>
                  </a:lnTo>
                  <a:lnTo>
                    <a:pt x="205756" y="288556"/>
                  </a:lnTo>
                  <a:cubicBezTo>
                    <a:pt x="201922" y="288556"/>
                    <a:pt x="199366" y="286003"/>
                    <a:pt x="199366" y="282172"/>
                  </a:cubicBezTo>
                  <a:cubicBezTo>
                    <a:pt x="199366" y="278342"/>
                    <a:pt x="201922" y="275788"/>
                    <a:pt x="205756" y="275788"/>
                  </a:cubicBezTo>
                  <a:lnTo>
                    <a:pt x="269016" y="275788"/>
                  </a:lnTo>
                  <a:cubicBezTo>
                    <a:pt x="270295" y="275788"/>
                    <a:pt x="271572" y="274511"/>
                    <a:pt x="271572" y="273235"/>
                  </a:cubicBezTo>
                  <a:lnTo>
                    <a:pt x="271572" y="273235"/>
                  </a:lnTo>
                  <a:lnTo>
                    <a:pt x="271572" y="111081"/>
                  </a:lnTo>
                  <a:cubicBezTo>
                    <a:pt x="271572" y="109805"/>
                    <a:pt x="270295" y="108528"/>
                    <a:pt x="269016" y="108528"/>
                  </a:cubicBezTo>
                  <a:lnTo>
                    <a:pt x="269016" y="108528"/>
                  </a:lnTo>
                  <a:lnTo>
                    <a:pt x="178918" y="108528"/>
                  </a:lnTo>
                  <a:cubicBezTo>
                    <a:pt x="177641" y="108528"/>
                    <a:pt x="176362" y="109805"/>
                    <a:pt x="176362" y="111081"/>
                  </a:cubicBezTo>
                  <a:lnTo>
                    <a:pt x="176362" y="111081"/>
                  </a:lnTo>
                  <a:lnTo>
                    <a:pt x="176362" y="124488"/>
                  </a:lnTo>
                  <a:cubicBezTo>
                    <a:pt x="176362" y="125765"/>
                    <a:pt x="175723" y="127680"/>
                    <a:pt x="174446" y="128957"/>
                  </a:cubicBezTo>
                  <a:cubicBezTo>
                    <a:pt x="217897" y="137894"/>
                    <a:pt x="246651" y="180667"/>
                    <a:pt x="237705" y="224078"/>
                  </a:cubicBezTo>
                  <a:cubicBezTo>
                    <a:pt x="228760" y="267489"/>
                    <a:pt x="185947" y="296217"/>
                    <a:pt x="142496" y="287279"/>
                  </a:cubicBezTo>
                  <a:cubicBezTo>
                    <a:pt x="99044" y="278342"/>
                    <a:pt x="70289" y="235569"/>
                    <a:pt x="79235" y="192158"/>
                  </a:cubicBezTo>
                  <a:cubicBezTo>
                    <a:pt x="86903" y="154492"/>
                    <a:pt x="120131" y="127680"/>
                    <a:pt x="158471" y="127680"/>
                  </a:cubicBezTo>
                  <a:cubicBezTo>
                    <a:pt x="160387" y="127680"/>
                    <a:pt x="162305" y="127680"/>
                    <a:pt x="164221" y="127680"/>
                  </a:cubicBezTo>
                  <a:cubicBezTo>
                    <a:pt x="163582" y="127041"/>
                    <a:pt x="163582" y="125765"/>
                    <a:pt x="163582" y="124488"/>
                  </a:cubicBezTo>
                  <a:lnTo>
                    <a:pt x="163582" y="111081"/>
                  </a:lnTo>
                  <a:cubicBezTo>
                    <a:pt x="163582" y="102782"/>
                    <a:pt x="170611" y="95760"/>
                    <a:pt x="178918" y="95760"/>
                  </a:cubicBezTo>
                  <a:lnTo>
                    <a:pt x="178918" y="95760"/>
                  </a:lnTo>
                  <a:lnTo>
                    <a:pt x="190420" y="95760"/>
                  </a:lnTo>
                  <a:lnTo>
                    <a:pt x="190420" y="88738"/>
                  </a:lnTo>
                  <a:cubicBezTo>
                    <a:pt x="190420" y="80438"/>
                    <a:pt x="197449" y="73416"/>
                    <a:pt x="205756" y="73416"/>
                  </a:cubicBezTo>
                  <a:lnTo>
                    <a:pt x="205756" y="73416"/>
                  </a:lnTo>
                  <a:lnTo>
                    <a:pt x="242179" y="73416"/>
                  </a:lnTo>
                  <a:cubicBezTo>
                    <a:pt x="250485" y="73416"/>
                    <a:pt x="257515" y="80438"/>
                    <a:pt x="257515" y="88738"/>
                  </a:cubicBezTo>
                  <a:lnTo>
                    <a:pt x="257515" y="88738"/>
                  </a:lnTo>
                  <a:lnTo>
                    <a:pt x="257515" y="95760"/>
                  </a:lnTo>
                  <a:lnTo>
                    <a:pt x="269016" y="95760"/>
                  </a:lnTo>
                  <a:cubicBezTo>
                    <a:pt x="277323" y="95760"/>
                    <a:pt x="284352" y="102782"/>
                    <a:pt x="284352" y="111081"/>
                  </a:cubicBezTo>
                  <a:lnTo>
                    <a:pt x="284352" y="111081"/>
                  </a:lnTo>
                  <a:lnTo>
                    <a:pt x="284352" y="273235"/>
                  </a:lnTo>
                  <a:close/>
                </a:path>
              </a:pathLst>
            </a:custGeom>
            <a:solidFill>
              <a:srgbClr val="43B02A"/>
            </a:solidFill>
            <a:ln w="6390" cap="flat">
              <a:noFill/>
              <a:prstDash val="solid"/>
              <a:miter/>
            </a:ln>
          </p:spPr>
          <p:txBody>
            <a:bodyPr rtlCol="0" anchor="ctr"/>
            <a:lstStyle/>
            <a:p>
              <a:endParaRPr lang="en-US"/>
            </a:p>
          </p:txBody>
        </p:sp>
      </p:grpSp>
      <p:grpSp>
        <p:nvGrpSpPr>
          <p:cNvPr id="748" name="Graphic 4">
            <a:extLst>
              <a:ext uri="{FF2B5EF4-FFF2-40B4-BE49-F238E27FC236}">
                <a16:creationId xmlns:a16="http://schemas.microsoft.com/office/drawing/2014/main" id="{AF2E1C66-F0BC-9644-A7B8-45B24DFDC9F7}"/>
              </a:ext>
            </a:extLst>
          </p:cNvPr>
          <p:cNvGrpSpPr/>
          <p:nvPr/>
        </p:nvGrpSpPr>
        <p:grpSpPr>
          <a:xfrm>
            <a:off x="11376267" y="2371173"/>
            <a:ext cx="361670" cy="361971"/>
            <a:chOff x="10325499" y="2371173"/>
            <a:chExt cx="361670" cy="361971"/>
          </a:xfrm>
          <a:solidFill>
            <a:srgbClr val="43B02A"/>
          </a:solidFill>
        </p:grpSpPr>
        <p:sp>
          <p:nvSpPr>
            <p:cNvPr id="749" name="Graphic 4">
              <a:extLst>
                <a:ext uri="{FF2B5EF4-FFF2-40B4-BE49-F238E27FC236}">
                  <a16:creationId xmlns:a16="http://schemas.microsoft.com/office/drawing/2014/main" id="{A2A76DFA-0ED7-564C-B4B3-C17A0793A9D1}"/>
                </a:ext>
              </a:extLst>
            </p:cNvPr>
            <p:cNvSpPr/>
            <p:nvPr/>
          </p:nvSpPr>
          <p:spPr>
            <a:xfrm>
              <a:off x="10325499" y="2371173"/>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56236 w 361670"/>
                <a:gd name="connsiteY7" fmla="*/ 191519 h 361971"/>
                <a:gd name="connsiteX8" fmla="*/ 255597 w 361670"/>
                <a:gd name="connsiteY8" fmla="*/ 198542 h 361971"/>
                <a:gd name="connsiteX9" fmla="*/ 201922 w 361670"/>
                <a:gd name="connsiteY9" fmla="*/ 263020 h 361971"/>
                <a:gd name="connsiteX10" fmla="*/ 196810 w 361670"/>
                <a:gd name="connsiteY10" fmla="*/ 265574 h 361971"/>
                <a:gd name="connsiteX11" fmla="*/ 194254 w 361670"/>
                <a:gd name="connsiteY11" fmla="*/ 264935 h 361971"/>
                <a:gd name="connsiteX12" fmla="*/ 190420 w 361670"/>
                <a:gd name="connsiteY12" fmla="*/ 258551 h 361971"/>
                <a:gd name="connsiteX13" fmla="*/ 194893 w 361670"/>
                <a:gd name="connsiteY13" fmla="*/ 217055 h 361971"/>
                <a:gd name="connsiteX14" fmla="*/ 175084 w 361670"/>
                <a:gd name="connsiteY14" fmla="*/ 217055 h 361971"/>
                <a:gd name="connsiteX15" fmla="*/ 169333 w 361670"/>
                <a:gd name="connsiteY15" fmla="*/ 213225 h 361971"/>
                <a:gd name="connsiteX16" fmla="*/ 169972 w 361670"/>
                <a:gd name="connsiteY16" fmla="*/ 206203 h 361971"/>
                <a:gd name="connsiteX17" fmla="*/ 224287 w 361670"/>
                <a:gd name="connsiteY17" fmla="*/ 141724 h 361971"/>
                <a:gd name="connsiteX18" fmla="*/ 233233 w 361670"/>
                <a:gd name="connsiteY18" fmla="*/ 141086 h 361971"/>
                <a:gd name="connsiteX19" fmla="*/ 235789 w 361670"/>
                <a:gd name="connsiteY19" fmla="*/ 146832 h 361971"/>
                <a:gd name="connsiteX20" fmla="*/ 231315 w 361670"/>
                <a:gd name="connsiteY20" fmla="*/ 188327 h 361971"/>
                <a:gd name="connsiteX21" fmla="*/ 251124 w 361670"/>
                <a:gd name="connsiteY21" fmla="*/ 188327 h 361971"/>
                <a:gd name="connsiteX22" fmla="*/ 256236 w 361670"/>
                <a:gd name="connsiteY22" fmla="*/ 191519 h 361971"/>
                <a:gd name="connsiteX23" fmla="*/ 256236 w 361670"/>
                <a:gd name="connsiteY23" fmla="*/ 191519 h 361971"/>
                <a:gd name="connsiteX24" fmla="*/ 174445 w 361670"/>
                <a:gd name="connsiteY24" fmla="*/ 80438 h 361971"/>
                <a:gd name="connsiteX25" fmla="*/ 174445 w 361670"/>
                <a:gd name="connsiteY25" fmla="*/ 60010 h 361971"/>
                <a:gd name="connsiteX26" fmla="*/ 177640 w 361670"/>
                <a:gd name="connsiteY26" fmla="*/ 54264 h 361971"/>
                <a:gd name="connsiteX27" fmla="*/ 184030 w 361670"/>
                <a:gd name="connsiteY27" fmla="*/ 54264 h 361971"/>
                <a:gd name="connsiteX28" fmla="*/ 248569 w 361670"/>
                <a:gd name="connsiteY28" fmla="*/ 97037 h 361971"/>
                <a:gd name="connsiteX29" fmla="*/ 250485 w 361670"/>
                <a:gd name="connsiteY29" fmla="*/ 105974 h 361971"/>
                <a:gd name="connsiteX30" fmla="*/ 248569 w 361670"/>
                <a:gd name="connsiteY30" fmla="*/ 107889 h 361971"/>
                <a:gd name="connsiteX31" fmla="*/ 184030 w 361670"/>
                <a:gd name="connsiteY31" fmla="*/ 150662 h 361971"/>
                <a:gd name="connsiteX32" fmla="*/ 177640 w 361670"/>
                <a:gd name="connsiteY32" fmla="*/ 150662 h 361971"/>
                <a:gd name="connsiteX33" fmla="*/ 174445 w 361670"/>
                <a:gd name="connsiteY33" fmla="*/ 144916 h 361971"/>
                <a:gd name="connsiteX34" fmla="*/ 174445 w 361670"/>
                <a:gd name="connsiteY34" fmla="*/ 125126 h 361971"/>
                <a:gd name="connsiteX35" fmla="*/ 122686 w 361670"/>
                <a:gd name="connsiteY35" fmla="*/ 188966 h 361971"/>
                <a:gd name="connsiteX36" fmla="*/ 180835 w 361670"/>
                <a:gd name="connsiteY36" fmla="*/ 240676 h 361971"/>
                <a:gd name="connsiteX37" fmla="*/ 187225 w 361670"/>
                <a:gd name="connsiteY37" fmla="*/ 247060 h 361971"/>
                <a:gd name="connsiteX38" fmla="*/ 180835 w 361670"/>
                <a:gd name="connsiteY38" fmla="*/ 253444 h 361971"/>
                <a:gd name="connsiteX39" fmla="*/ 111824 w 361670"/>
                <a:gd name="connsiteY39" fmla="*/ 180667 h 361971"/>
                <a:gd name="connsiteX40" fmla="*/ 180835 w 361670"/>
                <a:gd name="connsiteY40" fmla="*/ 111720 h 361971"/>
                <a:gd name="connsiteX41" fmla="*/ 187225 w 361670"/>
                <a:gd name="connsiteY41" fmla="*/ 118104 h 361971"/>
                <a:gd name="connsiteX42" fmla="*/ 187225 w 361670"/>
                <a:gd name="connsiteY42" fmla="*/ 132787 h 361971"/>
                <a:gd name="connsiteX43" fmla="*/ 233872 w 361670"/>
                <a:gd name="connsiteY43" fmla="*/ 101505 h 361971"/>
                <a:gd name="connsiteX44" fmla="*/ 187225 w 361670"/>
                <a:gd name="connsiteY44" fmla="*/ 70224 h 361971"/>
                <a:gd name="connsiteX45" fmla="*/ 187225 w 361670"/>
                <a:gd name="connsiteY45" fmla="*/ 84907 h 361971"/>
                <a:gd name="connsiteX46" fmla="*/ 180835 w 361670"/>
                <a:gd name="connsiteY46" fmla="*/ 91291 h 361971"/>
                <a:gd name="connsiteX47" fmla="*/ 90098 w 361670"/>
                <a:gd name="connsiteY47" fmla="*/ 181944 h 361971"/>
                <a:gd name="connsiteX48" fmla="*/ 180835 w 361670"/>
                <a:gd name="connsiteY48" fmla="*/ 272596 h 361971"/>
                <a:gd name="connsiteX49" fmla="*/ 271572 w 361670"/>
                <a:gd name="connsiteY49" fmla="*/ 181944 h 361971"/>
                <a:gd name="connsiteX50" fmla="*/ 277962 w 361670"/>
                <a:gd name="connsiteY50" fmla="*/ 175560 h 361971"/>
                <a:gd name="connsiteX51" fmla="*/ 284352 w 361670"/>
                <a:gd name="connsiteY51" fmla="*/ 181944 h 361971"/>
                <a:gd name="connsiteX52" fmla="*/ 180835 w 361670"/>
                <a:gd name="connsiteY52" fmla="*/ 285364 h 361971"/>
                <a:gd name="connsiteX53" fmla="*/ 77318 w 361670"/>
                <a:gd name="connsiteY53" fmla="*/ 181944 h 361971"/>
                <a:gd name="connsiteX54" fmla="*/ 174445 w 361670"/>
                <a:gd name="connsiteY54" fmla="*/ 80438 h 361971"/>
                <a:gd name="connsiteX55" fmla="*/ 174445 w 361670"/>
                <a:gd name="connsiteY55" fmla="*/ 80438 h 361971"/>
                <a:gd name="connsiteX56" fmla="*/ 180835 w 361670"/>
                <a:gd name="connsiteY56" fmla="*/ 308346 h 361971"/>
                <a:gd name="connsiteX57" fmla="*/ 56231 w 361670"/>
                <a:gd name="connsiteY57" fmla="*/ 183859 h 361971"/>
                <a:gd name="connsiteX58" fmla="*/ 62621 w 361670"/>
                <a:gd name="connsiteY58" fmla="*/ 177475 h 361971"/>
                <a:gd name="connsiteX59" fmla="*/ 69011 w 361670"/>
                <a:gd name="connsiteY59" fmla="*/ 183859 h 361971"/>
                <a:gd name="connsiteX60" fmla="*/ 180835 w 361670"/>
                <a:gd name="connsiteY60" fmla="*/ 295579 h 361971"/>
                <a:gd name="connsiteX61" fmla="*/ 292659 w 361670"/>
                <a:gd name="connsiteY61" fmla="*/ 183859 h 361971"/>
                <a:gd name="connsiteX62" fmla="*/ 262626 w 361670"/>
                <a:gd name="connsiteY62" fmla="*/ 107889 h 361971"/>
                <a:gd name="connsiteX63" fmla="*/ 263265 w 361670"/>
                <a:gd name="connsiteY63" fmla="*/ 98952 h 361971"/>
                <a:gd name="connsiteX64" fmla="*/ 272211 w 361670"/>
                <a:gd name="connsiteY64" fmla="*/ 99590 h 361971"/>
                <a:gd name="connsiteX65" fmla="*/ 272211 w 361670"/>
                <a:gd name="connsiteY65" fmla="*/ 99590 h 361971"/>
                <a:gd name="connsiteX66" fmla="*/ 265821 w 361670"/>
                <a:gd name="connsiteY66" fmla="*/ 275788 h 361971"/>
                <a:gd name="connsiteX67" fmla="*/ 180835 w 361670"/>
                <a:gd name="connsiteY67" fmla="*/ 308346 h 361971"/>
                <a:gd name="connsiteX68" fmla="*/ 180835 w 361670"/>
                <a:gd name="connsiteY68" fmla="*/ 30834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61670" h="361971">
                  <a:moveTo>
                    <a:pt x="180835" y="0"/>
                  </a:moveTo>
                  <a:cubicBezTo>
                    <a:pt x="80513" y="0"/>
                    <a:pt x="0" y="81077"/>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1670" y="81077"/>
                    <a:pt x="280518" y="0"/>
                    <a:pt x="180835" y="0"/>
                  </a:cubicBezTo>
                  <a:cubicBezTo>
                    <a:pt x="180835" y="0"/>
                    <a:pt x="180835" y="0"/>
                    <a:pt x="180835" y="0"/>
                  </a:cubicBezTo>
                  <a:close/>
                  <a:moveTo>
                    <a:pt x="256236" y="191519"/>
                  </a:moveTo>
                  <a:cubicBezTo>
                    <a:pt x="257514" y="194073"/>
                    <a:pt x="256875" y="196627"/>
                    <a:pt x="255597" y="198542"/>
                  </a:cubicBezTo>
                  <a:lnTo>
                    <a:pt x="201922" y="263020"/>
                  </a:lnTo>
                  <a:cubicBezTo>
                    <a:pt x="200644" y="264297"/>
                    <a:pt x="198727" y="265574"/>
                    <a:pt x="196810" y="265574"/>
                  </a:cubicBezTo>
                  <a:cubicBezTo>
                    <a:pt x="196171" y="265574"/>
                    <a:pt x="194893" y="265574"/>
                    <a:pt x="194254" y="264935"/>
                  </a:cubicBezTo>
                  <a:cubicBezTo>
                    <a:pt x="191698" y="263659"/>
                    <a:pt x="190420" y="261105"/>
                    <a:pt x="190420" y="258551"/>
                  </a:cubicBezTo>
                  <a:lnTo>
                    <a:pt x="194893" y="217055"/>
                  </a:lnTo>
                  <a:lnTo>
                    <a:pt x="175084" y="217055"/>
                  </a:lnTo>
                  <a:cubicBezTo>
                    <a:pt x="172528" y="217055"/>
                    <a:pt x="170611" y="215779"/>
                    <a:pt x="169333" y="213225"/>
                  </a:cubicBezTo>
                  <a:cubicBezTo>
                    <a:pt x="168055" y="211310"/>
                    <a:pt x="168695" y="208118"/>
                    <a:pt x="169972" y="206203"/>
                  </a:cubicBezTo>
                  <a:lnTo>
                    <a:pt x="224287" y="141724"/>
                  </a:lnTo>
                  <a:cubicBezTo>
                    <a:pt x="226204" y="139171"/>
                    <a:pt x="230677" y="138533"/>
                    <a:pt x="233233" y="141086"/>
                  </a:cubicBezTo>
                  <a:cubicBezTo>
                    <a:pt x="235149" y="142363"/>
                    <a:pt x="235789" y="144916"/>
                    <a:pt x="235789" y="146832"/>
                  </a:cubicBezTo>
                  <a:lnTo>
                    <a:pt x="231315" y="188327"/>
                  </a:lnTo>
                  <a:lnTo>
                    <a:pt x="251124" y="188327"/>
                  </a:lnTo>
                  <a:cubicBezTo>
                    <a:pt x="253041" y="187689"/>
                    <a:pt x="254959" y="189604"/>
                    <a:pt x="256236" y="191519"/>
                  </a:cubicBezTo>
                  <a:lnTo>
                    <a:pt x="256236" y="191519"/>
                  </a:lnTo>
                  <a:close/>
                  <a:moveTo>
                    <a:pt x="174445" y="80438"/>
                  </a:moveTo>
                  <a:lnTo>
                    <a:pt x="174445" y="60010"/>
                  </a:lnTo>
                  <a:cubicBezTo>
                    <a:pt x="174445" y="57456"/>
                    <a:pt x="175723" y="55541"/>
                    <a:pt x="177640" y="54264"/>
                  </a:cubicBezTo>
                  <a:cubicBezTo>
                    <a:pt x="179557" y="52987"/>
                    <a:pt x="182113" y="53626"/>
                    <a:pt x="184030" y="54264"/>
                  </a:cubicBezTo>
                  <a:lnTo>
                    <a:pt x="248569" y="97037"/>
                  </a:lnTo>
                  <a:cubicBezTo>
                    <a:pt x="251764" y="98952"/>
                    <a:pt x="252403" y="102782"/>
                    <a:pt x="250485" y="105974"/>
                  </a:cubicBezTo>
                  <a:cubicBezTo>
                    <a:pt x="249846" y="106613"/>
                    <a:pt x="249208" y="107251"/>
                    <a:pt x="248569" y="107889"/>
                  </a:cubicBezTo>
                  <a:lnTo>
                    <a:pt x="184030" y="150662"/>
                  </a:lnTo>
                  <a:cubicBezTo>
                    <a:pt x="182113" y="151939"/>
                    <a:pt x="179557" y="151939"/>
                    <a:pt x="177640" y="150662"/>
                  </a:cubicBezTo>
                  <a:cubicBezTo>
                    <a:pt x="175723" y="149385"/>
                    <a:pt x="174445" y="147470"/>
                    <a:pt x="174445" y="144916"/>
                  </a:cubicBezTo>
                  <a:lnTo>
                    <a:pt x="174445" y="125126"/>
                  </a:lnTo>
                  <a:cubicBezTo>
                    <a:pt x="142495" y="128318"/>
                    <a:pt x="119492" y="157046"/>
                    <a:pt x="122686" y="188966"/>
                  </a:cubicBezTo>
                  <a:cubicBezTo>
                    <a:pt x="125881" y="218971"/>
                    <a:pt x="150802" y="241315"/>
                    <a:pt x="180835" y="240676"/>
                  </a:cubicBezTo>
                  <a:cubicBezTo>
                    <a:pt x="184669" y="240676"/>
                    <a:pt x="187225" y="243230"/>
                    <a:pt x="187225" y="247060"/>
                  </a:cubicBezTo>
                  <a:cubicBezTo>
                    <a:pt x="187225" y="250891"/>
                    <a:pt x="184669" y="253444"/>
                    <a:pt x="180835" y="253444"/>
                  </a:cubicBezTo>
                  <a:cubicBezTo>
                    <a:pt x="141856" y="252167"/>
                    <a:pt x="110545" y="219609"/>
                    <a:pt x="111824" y="180667"/>
                  </a:cubicBezTo>
                  <a:cubicBezTo>
                    <a:pt x="113102" y="143001"/>
                    <a:pt x="143135" y="112997"/>
                    <a:pt x="180835" y="111720"/>
                  </a:cubicBezTo>
                  <a:cubicBezTo>
                    <a:pt x="184669" y="111720"/>
                    <a:pt x="187225" y="114273"/>
                    <a:pt x="187225" y="118104"/>
                  </a:cubicBezTo>
                  <a:lnTo>
                    <a:pt x="187225" y="132787"/>
                  </a:lnTo>
                  <a:lnTo>
                    <a:pt x="233872" y="101505"/>
                  </a:lnTo>
                  <a:lnTo>
                    <a:pt x="187225" y="70224"/>
                  </a:lnTo>
                  <a:lnTo>
                    <a:pt x="187225" y="84907"/>
                  </a:lnTo>
                  <a:cubicBezTo>
                    <a:pt x="187225" y="88738"/>
                    <a:pt x="184669" y="91291"/>
                    <a:pt x="180835" y="91291"/>
                  </a:cubicBezTo>
                  <a:cubicBezTo>
                    <a:pt x="130994" y="91291"/>
                    <a:pt x="90098" y="131510"/>
                    <a:pt x="90098" y="181944"/>
                  </a:cubicBezTo>
                  <a:cubicBezTo>
                    <a:pt x="90098" y="231739"/>
                    <a:pt x="130355" y="272596"/>
                    <a:pt x="180835" y="272596"/>
                  </a:cubicBezTo>
                  <a:cubicBezTo>
                    <a:pt x="230677" y="272596"/>
                    <a:pt x="271572" y="232377"/>
                    <a:pt x="271572" y="181944"/>
                  </a:cubicBezTo>
                  <a:cubicBezTo>
                    <a:pt x="271572" y="178113"/>
                    <a:pt x="274128" y="175560"/>
                    <a:pt x="277962" y="175560"/>
                  </a:cubicBezTo>
                  <a:cubicBezTo>
                    <a:pt x="281796" y="175560"/>
                    <a:pt x="284352" y="178113"/>
                    <a:pt x="284352" y="181944"/>
                  </a:cubicBezTo>
                  <a:cubicBezTo>
                    <a:pt x="284352" y="238761"/>
                    <a:pt x="238344" y="285364"/>
                    <a:pt x="180835" y="285364"/>
                  </a:cubicBezTo>
                  <a:cubicBezTo>
                    <a:pt x="123325" y="285364"/>
                    <a:pt x="77318" y="239399"/>
                    <a:pt x="77318" y="181944"/>
                  </a:cubicBezTo>
                  <a:cubicBezTo>
                    <a:pt x="77318" y="128957"/>
                    <a:pt x="119492" y="83630"/>
                    <a:pt x="174445" y="80438"/>
                  </a:cubicBezTo>
                  <a:lnTo>
                    <a:pt x="174445" y="80438"/>
                  </a:lnTo>
                  <a:close/>
                  <a:moveTo>
                    <a:pt x="180835" y="308346"/>
                  </a:moveTo>
                  <a:cubicBezTo>
                    <a:pt x="111824" y="308346"/>
                    <a:pt x="56231" y="252806"/>
                    <a:pt x="56231" y="183859"/>
                  </a:cubicBezTo>
                  <a:cubicBezTo>
                    <a:pt x="56231" y="180028"/>
                    <a:pt x="58787" y="177475"/>
                    <a:pt x="62621" y="177475"/>
                  </a:cubicBezTo>
                  <a:cubicBezTo>
                    <a:pt x="66456" y="177475"/>
                    <a:pt x="69011" y="180028"/>
                    <a:pt x="69011" y="183859"/>
                  </a:cubicBezTo>
                  <a:cubicBezTo>
                    <a:pt x="69011" y="245783"/>
                    <a:pt x="118853" y="295579"/>
                    <a:pt x="180835" y="295579"/>
                  </a:cubicBezTo>
                  <a:cubicBezTo>
                    <a:pt x="242818" y="295579"/>
                    <a:pt x="292659" y="245783"/>
                    <a:pt x="292659" y="183859"/>
                  </a:cubicBezTo>
                  <a:cubicBezTo>
                    <a:pt x="292659" y="155769"/>
                    <a:pt x="281796" y="128318"/>
                    <a:pt x="262626" y="107889"/>
                  </a:cubicBezTo>
                  <a:cubicBezTo>
                    <a:pt x="260070" y="105336"/>
                    <a:pt x="260070" y="101505"/>
                    <a:pt x="263265" y="98952"/>
                  </a:cubicBezTo>
                  <a:cubicBezTo>
                    <a:pt x="265821" y="96398"/>
                    <a:pt x="269655" y="96398"/>
                    <a:pt x="272211" y="99590"/>
                  </a:cubicBezTo>
                  <a:lnTo>
                    <a:pt x="272211" y="99590"/>
                  </a:lnTo>
                  <a:cubicBezTo>
                    <a:pt x="319497" y="150024"/>
                    <a:pt x="316302" y="228547"/>
                    <a:pt x="265821" y="275788"/>
                  </a:cubicBezTo>
                  <a:cubicBezTo>
                    <a:pt x="242818" y="296217"/>
                    <a:pt x="212146" y="308346"/>
                    <a:pt x="180835" y="308346"/>
                  </a:cubicBezTo>
                  <a:lnTo>
                    <a:pt x="180835" y="308346"/>
                  </a:lnTo>
                  <a:close/>
                </a:path>
              </a:pathLst>
            </a:custGeom>
            <a:solidFill>
              <a:srgbClr val="43B02A"/>
            </a:solidFill>
            <a:ln w="6390" cap="flat">
              <a:noFill/>
              <a:prstDash val="solid"/>
              <a:miter/>
            </a:ln>
          </p:spPr>
          <p:txBody>
            <a:bodyPr rtlCol="0" anchor="ctr"/>
            <a:lstStyle/>
            <a:p>
              <a:endParaRPr lang="en-US"/>
            </a:p>
          </p:txBody>
        </p:sp>
        <p:sp>
          <p:nvSpPr>
            <p:cNvPr id="750" name="Graphic 4">
              <a:extLst>
                <a:ext uri="{FF2B5EF4-FFF2-40B4-BE49-F238E27FC236}">
                  <a16:creationId xmlns:a16="http://schemas.microsoft.com/office/drawing/2014/main" id="{A5D34EF9-8F60-9543-A61D-8672F05A3B22}"/>
                </a:ext>
              </a:extLst>
            </p:cNvPr>
            <p:cNvSpPr/>
            <p:nvPr/>
          </p:nvSpPr>
          <p:spPr>
            <a:xfrm>
              <a:off x="10514641" y="2537157"/>
              <a:ext cx="47924" cy="72139"/>
            </a:xfrm>
            <a:custGeom>
              <a:avLst/>
              <a:gdLst>
                <a:gd name="connsiteX0" fmla="*/ 29394 w 47924"/>
                <a:gd name="connsiteY0" fmla="*/ 32558 h 72139"/>
                <a:gd name="connsiteX1" fmla="*/ 28116 w 47924"/>
                <a:gd name="connsiteY1" fmla="*/ 27451 h 72139"/>
                <a:gd name="connsiteX2" fmla="*/ 31311 w 47924"/>
                <a:gd name="connsiteY2" fmla="*/ 0 h 72139"/>
                <a:gd name="connsiteX3" fmla="*/ 0 w 47924"/>
                <a:gd name="connsiteY3" fmla="*/ 37666 h 72139"/>
                <a:gd name="connsiteX4" fmla="*/ 13419 w 47924"/>
                <a:gd name="connsiteY4" fmla="*/ 37666 h 72139"/>
                <a:gd name="connsiteX5" fmla="*/ 19809 w 47924"/>
                <a:gd name="connsiteY5" fmla="*/ 44050 h 72139"/>
                <a:gd name="connsiteX6" fmla="*/ 19809 w 47924"/>
                <a:gd name="connsiteY6" fmla="*/ 44688 h 72139"/>
                <a:gd name="connsiteX7" fmla="*/ 16614 w 47924"/>
                <a:gd name="connsiteY7" fmla="*/ 72139 h 72139"/>
                <a:gd name="connsiteX8" fmla="*/ 47925 w 47924"/>
                <a:gd name="connsiteY8" fmla="*/ 34474 h 72139"/>
                <a:gd name="connsiteX9" fmla="*/ 34506 w 47924"/>
                <a:gd name="connsiteY9" fmla="*/ 34474 h 72139"/>
                <a:gd name="connsiteX10" fmla="*/ 29394 w 47924"/>
                <a:gd name="connsiteY10" fmla="*/ 32558 h 72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924" h="72139">
                  <a:moveTo>
                    <a:pt x="29394" y="32558"/>
                  </a:moveTo>
                  <a:cubicBezTo>
                    <a:pt x="28116" y="31282"/>
                    <a:pt x="27477" y="29366"/>
                    <a:pt x="28116" y="27451"/>
                  </a:cubicBezTo>
                  <a:lnTo>
                    <a:pt x="31311" y="0"/>
                  </a:lnTo>
                  <a:lnTo>
                    <a:pt x="0" y="37666"/>
                  </a:lnTo>
                  <a:lnTo>
                    <a:pt x="13419" y="37666"/>
                  </a:lnTo>
                  <a:cubicBezTo>
                    <a:pt x="17253" y="37666"/>
                    <a:pt x="19809" y="40219"/>
                    <a:pt x="19809" y="44050"/>
                  </a:cubicBezTo>
                  <a:cubicBezTo>
                    <a:pt x="19809" y="44050"/>
                    <a:pt x="19809" y="44688"/>
                    <a:pt x="19809" y="44688"/>
                  </a:cubicBezTo>
                  <a:lnTo>
                    <a:pt x="16614" y="72139"/>
                  </a:lnTo>
                  <a:lnTo>
                    <a:pt x="47925" y="34474"/>
                  </a:lnTo>
                  <a:lnTo>
                    <a:pt x="34506" y="34474"/>
                  </a:lnTo>
                  <a:cubicBezTo>
                    <a:pt x="32589" y="34474"/>
                    <a:pt x="30672" y="33835"/>
                    <a:pt x="29394" y="32558"/>
                  </a:cubicBezTo>
                  <a:close/>
                </a:path>
              </a:pathLst>
            </a:custGeom>
            <a:solidFill>
              <a:srgbClr val="43B02A"/>
            </a:solidFill>
            <a:ln w="6390" cap="flat">
              <a:noFill/>
              <a:prstDash val="solid"/>
              <a:miter/>
            </a:ln>
          </p:spPr>
          <p:txBody>
            <a:bodyPr rtlCol="0" anchor="ctr"/>
            <a:lstStyle/>
            <a:p>
              <a:endParaRPr lang="en-US"/>
            </a:p>
          </p:txBody>
        </p:sp>
      </p:grpSp>
      <p:grpSp>
        <p:nvGrpSpPr>
          <p:cNvPr id="751" name="Graphic 4">
            <a:extLst>
              <a:ext uri="{FF2B5EF4-FFF2-40B4-BE49-F238E27FC236}">
                <a16:creationId xmlns:a16="http://schemas.microsoft.com/office/drawing/2014/main" id="{7DAD42F9-30DF-694D-862A-AE3E73EF4C5D}"/>
              </a:ext>
            </a:extLst>
          </p:cNvPr>
          <p:cNvGrpSpPr/>
          <p:nvPr/>
        </p:nvGrpSpPr>
        <p:grpSpPr>
          <a:xfrm>
            <a:off x="10329595" y="2855717"/>
            <a:ext cx="362309" cy="361971"/>
            <a:chOff x="9278827" y="2855717"/>
            <a:chExt cx="362309" cy="361971"/>
          </a:xfrm>
          <a:solidFill>
            <a:srgbClr val="43B02A"/>
          </a:solidFill>
        </p:grpSpPr>
        <p:sp>
          <p:nvSpPr>
            <p:cNvPr id="752" name="Graphic 4">
              <a:extLst>
                <a:ext uri="{FF2B5EF4-FFF2-40B4-BE49-F238E27FC236}">
                  <a16:creationId xmlns:a16="http://schemas.microsoft.com/office/drawing/2014/main" id="{41D5A6C9-BA3C-3C41-90AB-1BA14FF25CEA}"/>
                </a:ext>
              </a:extLst>
            </p:cNvPr>
            <p:cNvSpPr/>
            <p:nvPr/>
          </p:nvSpPr>
          <p:spPr>
            <a:xfrm>
              <a:off x="9391929" y="3045322"/>
              <a:ext cx="136105" cy="60009"/>
            </a:xfrm>
            <a:custGeom>
              <a:avLst/>
              <a:gdLst>
                <a:gd name="connsiteX0" fmla="*/ 133549 w 136105"/>
                <a:gd name="connsiteY0" fmla="*/ 23621 h 60009"/>
                <a:gd name="connsiteX1" fmla="*/ 111824 w 136105"/>
                <a:gd name="connsiteY1" fmla="*/ 26174 h 60009"/>
                <a:gd name="connsiteX2" fmla="*/ 111184 w 136105"/>
                <a:gd name="connsiteY2" fmla="*/ 26174 h 60009"/>
                <a:gd name="connsiteX3" fmla="*/ 104156 w 136105"/>
                <a:gd name="connsiteY3" fmla="*/ 20429 h 60009"/>
                <a:gd name="connsiteX4" fmla="*/ 109907 w 136105"/>
                <a:gd name="connsiteY4" fmla="*/ 13406 h 60009"/>
                <a:gd name="connsiteX5" fmla="*/ 131633 w 136105"/>
                <a:gd name="connsiteY5" fmla="*/ 10853 h 60009"/>
                <a:gd name="connsiteX6" fmla="*/ 135466 w 136105"/>
                <a:gd name="connsiteY6" fmla="*/ 11491 h 60009"/>
                <a:gd name="connsiteX7" fmla="*/ 135466 w 136105"/>
                <a:gd name="connsiteY7" fmla="*/ 10853 h 60009"/>
                <a:gd name="connsiteX8" fmla="*/ 126520 w 136105"/>
                <a:gd name="connsiteY8" fmla="*/ 0 h 60009"/>
                <a:gd name="connsiteX9" fmla="*/ 115658 w 136105"/>
                <a:gd name="connsiteY9" fmla="*/ 5107 h 60009"/>
                <a:gd name="connsiteX10" fmla="*/ 69011 w 136105"/>
                <a:gd name="connsiteY10" fmla="*/ 6384 h 60009"/>
                <a:gd name="connsiteX11" fmla="*/ 22365 w 136105"/>
                <a:gd name="connsiteY11" fmla="*/ 5107 h 60009"/>
                <a:gd name="connsiteX12" fmla="*/ 11501 w 136105"/>
                <a:gd name="connsiteY12" fmla="*/ 0 h 60009"/>
                <a:gd name="connsiteX13" fmla="*/ 2555 w 136105"/>
                <a:gd name="connsiteY13" fmla="*/ 10853 h 60009"/>
                <a:gd name="connsiteX14" fmla="*/ 2555 w 136105"/>
                <a:gd name="connsiteY14" fmla="*/ 10853 h 60009"/>
                <a:gd name="connsiteX15" fmla="*/ 6390 w 136105"/>
                <a:gd name="connsiteY15" fmla="*/ 10214 h 60009"/>
                <a:gd name="connsiteX16" fmla="*/ 28115 w 136105"/>
                <a:gd name="connsiteY16" fmla="*/ 12768 h 60009"/>
                <a:gd name="connsiteX17" fmla="*/ 33866 w 136105"/>
                <a:gd name="connsiteY17" fmla="*/ 19790 h 60009"/>
                <a:gd name="connsiteX18" fmla="*/ 26837 w 136105"/>
                <a:gd name="connsiteY18" fmla="*/ 25536 h 60009"/>
                <a:gd name="connsiteX19" fmla="*/ 25560 w 136105"/>
                <a:gd name="connsiteY19" fmla="*/ 25536 h 60009"/>
                <a:gd name="connsiteX20" fmla="*/ 3834 w 136105"/>
                <a:gd name="connsiteY20" fmla="*/ 22982 h 60009"/>
                <a:gd name="connsiteX21" fmla="*/ 0 w 136105"/>
                <a:gd name="connsiteY21" fmla="*/ 21067 h 60009"/>
                <a:gd name="connsiteX22" fmla="*/ 0 w 136105"/>
                <a:gd name="connsiteY22" fmla="*/ 60009 h 60009"/>
                <a:gd name="connsiteX23" fmla="*/ 17253 w 136105"/>
                <a:gd name="connsiteY23" fmla="*/ 60009 h 60009"/>
                <a:gd name="connsiteX24" fmla="*/ 17253 w 136105"/>
                <a:gd name="connsiteY24" fmla="*/ 58733 h 60009"/>
                <a:gd name="connsiteX25" fmla="*/ 10863 w 136105"/>
                <a:gd name="connsiteY25" fmla="*/ 58094 h 60009"/>
                <a:gd name="connsiteX26" fmla="*/ 5111 w 136105"/>
                <a:gd name="connsiteY26" fmla="*/ 51072 h 60009"/>
                <a:gd name="connsiteX27" fmla="*/ 12140 w 136105"/>
                <a:gd name="connsiteY27" fmla="*/ 45326 h 60009"/>
                <a:gd name="connsiteX28" fmla="*/ 24281 w 136105"/>
                <a:gd name="connsiteY28" fmla="*/ 46603 h 60009"/>
                <a:gd name="connsiteX29" fmla="*/ 111824 w 136105"/>
                <a:gd name="connsiteY29" fmla="*/ 46603 h 60009"/>
                <a:gd name="connsiteX30" fmla="*/ 124604 w 136105"/>
                <a:gd name="connsiteY30" fmla="*/ 45326 h 60009"/>
                <a:gd name="connsiteX31" fmla="*/ 131633 w 136105"/>
                <a:gd name="connsiteY31" fmla="*/ 51072 h 60009"/>
                <a:gd name="connsiteX32" fmla="*/ 125881 w 136105"/>
                <a:gd name="connsiteY32" fmla="*/ 58094 h 60009"/>
                <a:gd name="connsiteX33" fmla="*/ 118853 w 136105"/>
                <a:gd name="connsiteY33" fmla="*/ 58733 h 60009"/>
                <a:gd name="connsiteX34" fmla="*/ 118853 w 136105"/>
                <a:gd name="connsiteY34" fmla="*/ 60009 h 60009"/>
                <a:gd name="connsiteX35" fmla="*/ 136105 w 136105"/>
                <a:gd name="connsiteY35" fmla="*/ 60009 h 60009"/>
                <a:gd name="connsiteX36" fmla="*/ 136105 w 136105"/>
                <a:gd name="connsiteY36" fmla="*/ 21067 h 60009"/>
                <a:gd name="connsiteX37" fmla="*/ 133549 w 136105"/>
                <a:gd name="connsiteY37" fmla="*/ 23621 h 60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6105" h="60009">
                  <a:moveTo>
                    <a:pt x="133549" y="23621"/>
                  </a:moveTo>
                  <a:lnTo>
                    <a:pt x="111824" y="26174"/>
                  </a:lnTo>
                  <a:lnTo>
                    <a:pt x="111184" y="26174"/>
                  </a:lnTo>
                  <a:cubicBezTo>
                    <a:pt x="107350" y="26174"/>
                    <a:pt x="104794" y="23621"/>
                    <a:pt x="104156" y="20429"/>
                  </a:cubicBezTo>
                  <a:cubicBezTo>
                    <a:pt x="104156" y="16598"/>
                    <a:pt x="106712" y="14045"/>
                    <a:pt x="109907" y="13406"/>
                  </a:cubicBezTo>
                  <a:lnTo>
                    <a:pt x="131633" y="10853"/>
                  </a:lnTo>
                  <a:cubicBezTo>
                    <a:pt x="132910" y="10853"/>
                    <a:pt x="134189" y="10853"/>
                    <a:pt x="135466" y="11491"/>
                  </a:cubicBezTo>
                  <a:cubicBezTo>
                    <a:pt x="135466" y="11491"/>
                    <a:pt x="135466" y="11491"/>
                    <a:pt x="135466" y="10853"/>
                  </a:cubicBezTo>
                  <a:lnTo>
                    <a:pt x="126520" y="0"/>
                  </a:lnTo>
                  <a:cubicBezTo>
                    <a:pt x="123964" y="3192"/>
                    <a:pt x="120130" y="5107"/>
                    <a:pt x="115658" y="5107"/>
                  </a:cubicBezTo>
                  <a:cubicBezTo>
                    <a:pt x="100322" y="5746"/>
                    <a:pt x="84347" y="6384"/>
                    <a:pt x="69011" y="6384"/>
                  </a:cubicBezTo>
                  <a:cubicBezTo>
                    <a:pt x="53675" y="6384"/>
                    <a:pt x="38340" y="5746"/>
                    <a:pt x="22365" y="5107"/>
                  </a:cubicBezTo>
                  <a:cubicBezTo>
                    <a:pt x="17891" y="5107"/>
                    <a:pt x="14058" y="3192"/>
                    <a:pt x="11501" y="0"/>
                  </a:cubicBezTo>
                  <a:lnTo>
                    <a:pt x="2555" y="10853"/>
                  </a:lnTo>
                  <a:lnTo>
                    <a:pt x="2555" y="10853"/>
                  </a:lnTo>
                  <a:cubicBezTo>
                    <a:pt x="3834" y="10214"/>
                    <a:pt x="5111" y="10214"/>
                    <a:pt x="6390" y="10214"/>
                  </a:cubicBezTo>
                  <a:lnTo>
                    <a:pt x="28115" y="12768"/>
                  </a:lnTo>
                  <a:cubicBezTo>
                    <a:pt x="31950" y="12768"/>
                    <a:pt x="34505" y="15960"/>
                    <a:pt x="33866" y="19790"/>
                  </a:cubicBezTo>
                  <a:cubicBezTo>
                    <a:pt x="33866" y="23621"/>
                    <a:pt x="30671" y="26174"/>
                    <a:pt x="26837" y="25536"/>
                  </a:cubicBezTo>
                  <a:lnTo>
                    <a:pt x="25560" y="25536"/>
                  </a:lnTo>
                  <a:lnTo>
                    <a:pt x="3834" y="22982"/>
                  </a:lnTo>
                  <a:cubicBezTo>
                    <a:pt x="2555" y="22982"/>
                    <a:pt x="1278" y="22344"/>
                    <a:pt x="0" y="21067"/>
                  </a:cubicBezTo>
                  <a:lnTo>
                    <a:pt x="0" y="60009"/>
                  </a:lnTo>
                  <a:lnTo>
                    <a:pt x="17253" y="60009"/>
                  </a:lnTo>
                  <a:lnTo>
                    <a:pt x="17253" y="58733"/>
                  </a:lnTo>
                  <a:lnTo>
                    <a:pt x="10863" y="58094"/>
                  </a:lnTo>
                  <a:cubicBezTo>
                    <a:pt x="7029" y="57456"/>
                    <a:pt x="4473" y="54902"/>
                    <a:pt x="5111" y="51072"/>
                  </a:cubicBezTo>
                  <a:cubicBezTo>
                    <a:pt x="5750" y="47241"/>
                    <a:pt x="8306" y="44688"/>
                    <a:pt x="12140" y="45326"/>
                  </a:cubicBezTo>
                  <a:lnTo>
                    <a:pt x="24281" y="46603"/>
                  </a:lnTo>
                  <a:cubicBezTo>
                    <a:pt x="53675" y="47880"/>
                    <a:pt x="83069" y="47880"/>
                    <a:pt x="111824" y="46603"/>
                  </a:cubicBezTo>
                  <a:lnTo>
                    <a:pt x="124604" y="45326"/>
                  </a:lnTo>
                  <a:cubicBezTo>
                    <a:pt x="128438" y="45326"/>
                    <a:pt x="130994" y="47880"/>
                    <a:pt x="131633" y="51072"/>
                  </a:cubicBezTo>
                  <a:cubicBezTo>
                    <a:pt x="131633" y="54902"/>
                    <a:pt x="129076" y="57456"/>
                    <a:pt x="125881" y="58094"/>
                  </a:cubicBezTo>
                  <a:lnTo>
                    <a:pt x="118853" y="58733"/>
                  </a:lnTo>
                  <a:lnTo>
                    <a:pt x="118853" y="60009"/>
                  </a:lnTo>
                  <a:lnTo>
                    <a:pt x="136105" y="60009"/>
                  </a:lnTo>
                  <a:lnTo>
                    <a:pt x="136105" y="21067"/>
                  </a:lnTo>
                  <a:cubicBezTo>
                    <a:pt x="136105" y="22344"/>
                    <a:pt x="134828" y="22982"/>
                    <a:pt x="133549" y="23621"/>
                  </a:cubicBezTo>
                  <a:close/>
                </a:path>
              </a:pathLst>
            </a:custGeom>
            <a:solidFill>
              <a:srgbClr val="43B02A"/>
            </a:solidFill>
            <a:ln w="6390" cap="flat">
              <a:noFill/>
              <a:prstDash val="solid"/>
              <a:miter/>
            </a:ln>
          </p:spPr>
          <p:txBody>
            <a:bodyPr rtlCol="0" anchor="ctr"/>
            <a:lstStyle/>
            <a:p>
              <a:endParaRPr lang="en-US"/>
            </a:p>
          </p:txBody>
        </p:sp>
        <p:sp>
          <p:nvSpPr>
            <p:cNvPr id="753" name="Graphic 4">
              <a:extLst>
                <a:ext uri="{FF2B5EF4-FFF2-40B4-BE49-F238E27FC236}">
                  <a16:creationId xmlns:a16="http://schemas.microsoft.com/office/drawing/2014/main" id="{5F452B4D-4D68-4F46-911B-FFF65BEE2C65}"/>
                </a:ext>
              </a:extLst>
            </p:cNvPr>
            <p:cNvSpPr/>
            <p:nvPr/>
          </p:nvSpPr>
          <p:spPr>
            <a:xfrm>
              <a:off x="9413655" y="3018988"/>
              <a:ext cx="93932" cy="19630"/>
            </a:xfrm>
            <a:custGeom>
              <a:avLst/>
              <a:gdLst>
                <a:gd name="connsiteX0" fmla="*/ 3835 w 93932"/>
                <a:gd name="connsiteY0" fmla="*/ 10374 h 19630"/>
                <a:gd name="connsiteX1" fmla="*/ 0 w 93932"/>
                <a:gd name="connsiteY1" fmla="*/ 18035 h 19630"/>
                <a:gd name="connsiteX2" fmla="*/ 1278 w 93932"/>
                <a:gd name="connsiteY2" fmla="*/ 18673 h 19630"/>
                <a:gd name="connsiteX3" fmla="*/ 92654 w 93932"/>
                <a:gd name="connsiteY3" fmla="*/ 18673 h 19630"/>
                <a:gd name="connsiteX4" fmla="*/ 93933 w 93932"/>
                <a:gd name="connsiteY4" fmla="*/ 18035 h 19630"/>
                <a:gd name="connsiteX5" fmla="*/ 90099 w 93932"/>
                <a:gd name="connsiteY5" fmla="*/ 9735 h 19630"/>
                <a:gd name="connsiteX6" fmla="*/ 90099 w 93932"/>
                <a:gd name="connsiteY6" fmla="*/ 9735 h 19630"/>
                <a:gd name="connsiteX7" fmla="*/ 83709 w 93932"/>
                <a:gd name="connsiteY7" fmla="*/ 2075 h 19630"/>
                <a:gd name="connsiteX8" fmla="*/ 82430 w 93932"/>
                <a:gd name="connsiteY8" fmla="*/ 1436 h 19630"/>
                <a:gd name="connsiteX9" fmla="*/ 9585 w 93932"/>
                <a:gd name="connsiteY9" fmla="*/ 1436 h 19630"/>
                <a:gd name="connsiteX10" fmla="*/ 8946 w 93932"/>
                <a:gd name="connsiteY10" fmla="*/ 2075 h 19630"/>
                <a:gd name="connsiteX11" fmla="*/ 3835 w 93932"/>
                <a:gd name="connsiteY11" fmla="*/ 10374 h 19630"/>
                <a:gd name="connsiteX12" fmla="*/ 3835 w 93932"/>
                <a:gd name="connsiteY12" fmla="*/ 10374 h 1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3932" h="19630">
                  <a:moveTo>
                    <a:pt x="3835" y="10374"/>
                  </a:moveTo>
                  <a:cubicBezTo>
                    <a:pt x="0" y="14843"/>
                    <a:pt x="0" y="16119"/>
                    <a:pt x="0" y="18035"/>
                  </a:cubicBezTo>
                  <a:cubicBezTo>
                    <a:pt x="0" y="18035"/>
                    <a:pt x="640" y="18673"/>
                    <a:pt x="1278" y="18673"/>
                  </a:cubicBezTo>
                  <a:cubicBezTo>
                    <a:pt x="31950" y="19950"/>
                    <a:pt x="62622" y="19950"/>
                    <a:pt x="92654" y="18673"/>
                  </a:cubicBezTo>
                  <a:cubicBezTo>
                    <a:pt x="93294" y="18673"/>
                    <a:pt x="93933" y="18673"/>
                    <a:pt x="93933" y="18035"/>
                  </a:cubicBezTo>
                  <a:cubicBezTo>
                    <a:pt x="93933" y="15481"/>
                    <a:pt x="93933" y="14204"/>
                    <a:pt x="90099" y="9735"/>
                  </a:cubicBezTo>
                  <a:lnTo>
                    <a:pt x="90099" y="9735"/>
                  </a:lnTo>
                  <a:lnTo>
                    <a:pt x="83709" y="2075"/>
                  </a:lnTo>
                  <a:cubicBezTo>
                    <a:pt x="83709" y="1436"/>
                    <a:pt x="83069" y="1436"/>
                    <a:pt x="82430" y="1436"/>
                  </a:cubicBezTo>
                  <a:cubicBezTo>
                    <a:pt x="58149" y="-479"/>
                    <a:pt x="33867" y="-479"/>
                    <a:pt x="9585" y="1436"/>
                  </a:cubicBezTo>
                  <a:cubicBezTo>
                    <a:pt x="9585" y="1436"/>
                    <a:pt x="8946" y="1436"/>
                    <a:pt x="8946" y="2075"/>
                  </a:cubicBezTo>
                  <a:lnTo>
                    <a:pt x="3835" y="10374"/>
                  </a:lnTo>
                  <a:lnTo>
                    <a:pt x="3835" y="10374"/>
                  </a:lnTo>
                  <a:close/>
                </a:path>
              </a:pathLst>
            </a:custGeom>
            <a:solidFill>
              <a:srgbClr val="43B02A"/>
            </a:solidFill>
            <a:ln w="6390" cap="flat">
              <a:noFill/>
              <a:prstDash val="solid"/>
              <a:miter/>
            </a:ln>
          </p:spPr>
          <p:txBody>
            <a:bodyPr rtlCol="0" anchor="ctr"/>
            <a:lstStyle/>
            <a:p>
              <a:endParaRPr lang="en-US"/>
            </a:p>
          </p:txBody>
        </p:sp>
        <p:sp>
          <p:nvSpPr>
            <p:cNvPr id="754" name="Graphic 4">
              <a:extLst>
                <a:ext uri="{FF2B5EF4-FFF2-40B4-BE49-F238E27FC236}">
                  <a16:creationId xmlns:a16="http://schemas.microsoft.com/office/drawing/2014/main" id="{B2D4E855-CBD9-5640-BCB2-76B9E844437B}"/>
                </a:ext>
              </a:extLst>
            </p:cNvPr>
            <p:cNvSpPr/>
            <p:nvPr/>
          </p:nvSpPr>
          <p:spPr>
            <a:xfrm>
              <a:off x="9278827" y="28557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84991 w 362309"/>
                <a:gd name="connsiteY6" fmla="*/ 151300 h 361971"/>
                <a:gd name="connsiteX7" fmla="*/ 293937 w 362309"/>
                <a:gd name="connsiteY7" fmla="*/ 152577 h 361971"/>
                <a:gd name="connsiteX8" fmla="*/ 293937 w 362309"/>
                <a:gd name="connsiteY8" fmla="*/ 152577 h 361971"/>
                <a:gd name="connsiteX9" fmla="*/ 293937 w 362309"/>
                <a:gd name="connsiteY9" fmla="*/ 212587 h 361971"/>
                <a:gd name="connsiteX10" fmla="*/ 284991 w 362309"/>
                <a:gd name="connsiteY10" fmla="*/ 213863 h 361971"/>
                <a:gd name="connsiteX11" fmla="*/ 283713 w 362309"/>
                <a:gd name="connsiteY11" fmla="*/ 204926 h 361971"/>
                <a:gd name="connsiteX12" fmla="*/ 283713 w 362309"/>
                <a:gd name="connsiteY12" fmla="*/ 204926 h 361971"/>
                <a:gd name="connsiteX13" fmla="*/ 283713 w 362309"/>
                <a:gd name="connsiteY13" fmla="*/ 160238 h 361971"/>
                <a:gd name="connsiteX14" fmla="*/ 284991 w 362309"/>
                <a:gd name="connsiteY14" fmla="*/ 151300 h 361971"/>
                <a:gd name="connsiteX15" fmla="*/ 284991 w 362309"/>
                <a:gd name="connsiteY15" fmla="*/ 151300 h 361971"/>
                <a:gd name="connsiteX16" fmla="*/ 269016 w 362309"/>
                <a:gd name="connsiteY16" fmla="*/ 169814 h 361971"/>
                <a:gd name="connsiteX17" fmla="*/ 270934 w 362309"/>
                <a:gd name="connsiteY17" fmla="*/ 160876 h 361971"/>
                <a:gd name="connsiteX18" fmla="*/ 279880 w 362309"/>
                <a:gd name="connsiteY18" fmla="*/ 162792 h 361971"/>
                <a:gd name="connsiteX19" fmla="*/ 279880 w 362309"/>
                <a:gd name="connsiteY19" fmla="*/ 162792 h 361971"/>
                <a:gd name="connsiteX20" fmla="*/ 279880 w 362309"/>
                <a:gd name="connsiteY20" fmla="*/ 203011 h 361971"/>
                <a:gd name="connsiteX21" fmla="*/ 274767 w 362309"/>
                <a:gd name="connsiteY21" fmla="*/ 205564 h 361971"/>
                <a:gd name="connsiteX22" fmla="*/ 270934 w 362309"/>
                <a:gd name="connsiteY22" fmla="*/ 204287 h 361971"/>
                <a:gd name="connsiteX23" fmla="*/ 269016 w 362309"/>
                <a:gd name="connsiteY23" fmla="*/ 195350 h 361971"/>
                <a:gd name="connsiteX24" fmla="*/ 269016 w 362309"/>
                <a:gd name="connsiteY24" fmla="*/ 169814 h 361971"/>
                <a:gd name="connsiteX25" fmla="*/ 141217 w 362309"/>
                <a:gd name="connsiteY25" fmla="*/ 103420 h 361971"/>
                <a:gd name="connsiteX26" fmla="*/ 221092 w 362309"/>
                <a:gd name="connsiteY26" fmla="*/ 103420 h 361971"/>
                <a:gd name="connsiteX27" fmla="*/ 223009 w 362309"/>
                <a:gd name="connsiteY27" fmla="*/ 112358 h 361971"/>
                <a:gd name="connsiteX28" fmla="*/ 214063 w 362309"/>
                <a:gd name="connsiteY28" fmla="*/ 114273 h 361971"/>
                <a:gd name="connsiteX29" fmla="*/ 213424 w 362309"/>
                <a:gd name="connsiteY29" fmla="*/ 113635 h 361971"/>
                <a:gd name="connsiteX30" fmla="*/ 149525 w 362309"/>
                <a:gd name="connsiteY30" fmla="*/ 113635 h 361971"/>
                <a:gd name="connsiteX31" fmla="*/ 140579 w 362309"/>
                <a:gd name="connsiteY31" fmla="*/ 112358 h 361971"/>
                <a:gd name="connsiteX32" fmla="*/ 141217 w 362309"/>
                <a:gd name="connsiteY32" fmla="*/ 103420 h 361971"/>
                <a:gd name="connsiteX33" fmla="*/ 141217 w 362309"/>
                <a:gd name="connsiteY33" fmla="*/ 103420 h 361971"/>
                <a:gd name="connsiteX34" fmla="*/ 203839 w 362309"/>
                <a:gd name="connsiteY34" fmla="*/ 127680 h 361971"/>
                <a:gd name="connsiteX35" fmla="*/ 159110 w 362309"/>
                <a:gd name="connsiteY35" fmla="*/ 127680 h 361971"/>
                <a:gd name="connsiteX36" fmla="*/ 155276 w 362309"/>
                <a:gd name="connsiteY36" fmla="*/ 128956 h 361971"/>
                <a:gd name="connsiteX37" fmla="*/ 148886 w 362309"/>
                <a:gd name="connsiteY37" fmla="*/ 122572 h 361971"/>
                <a:gd name="connsiteX38" fmla="*/ 151442 w 362309"/>
                <a:gd name="connsiteY38" fmla="*/ 117465 h 361971"/>
                <a:gd name="connsiteX39" fmla="*/ 211507 w 362309"/>
                <a:gd name="connsiteY39" fmla="*/ 117465 h 361971"/>
                <a:gd name="connsiteX40" fmla="*/ 213424 w 362309"/>
                <a:gd name="connsiteY40" fmla="*/ 126403 h 361971"/>
                <a:gd name="connsiteX41" fmla="*/ 204478 w 362309"/>
                <a:gd name="connsiteY41" fmla="*/ 128318 h 361971"/>
                <a:gd name="connsiteX42" fmla="*/ 203839 w 362309"/>
                <a:gd name="connsiteY42" fmla="*/ 127680 h 361971"/>
                <a:gd name="connsiteX43" fmla="*/ 203839 w 362309"/>
                <a:gd name="connsiteY43" fmla="*/ 127680 h 361971"/>
                <a:gd name="connsiteX44" fmla="*/ 203200 w 362309"/>
                <a:gd name="connsiteY44" fmla="*/ 139809 h 361971"/>
                <a:gd name="connsiteX45" fmla="*/ 194254 w 362309"/>
                <a:gd name="connsiteY45" fmla="*/ 141724 h 361971"/>
                <a:gd name="connsiteX46" fmla="*/ 194254 w 362309"/>
                <a:gd name="connsiteY46" fmla="*/ 141724 h 361971"/>
                <a:gd name="connsiteX47" fmla="*/ 168056 w 362309"/>
                <a:gd name="connsiteY47" fmla="*/ 141724 h 361971"/>
                <a:gd name="connsiteX48" fmla="*/ 164222 w 362309"/>
                <a:gd name="connsiteY48" fmla="*/ 143001 h 361971"/>
                <a:gd name="connsiteX49" fmla="*/ 159110 w 362309"/>
                <a:gd name="connsiteY49" fmla="*/ 140448 h 361971"/>
                <a:gd name="connsiteX50" fmla="*/ 161027 w 362309"/>
                <a:gd name="connsiteY50" fmla="*/ 131510 h 361971"/>
                <a:gd name="connsiteX51" fmla="*/ 161027 w 362309"/>
                <a:gd name="connsiteY51" fmla="*/ 131510 h 361971"/>
                <a:gd name="connsiteX52" fmla="*/ 201283 w 362309"/>
                <a:gd name="connsiteY52" fmla="*/ 131510 h 361971"/>
                <a:gd name="connsiteX53" fmla="*/ 203200 w 362309"/>
                <a:gd name="connsiteY53" fmla="*/ 139809 h 361971"/>
                <a:gd name="connsiteX54" fmla="*/ 203200 w 362309"/>
                <a:gd name="connsiteY54" fmla="*/ 139809 h 361971"/>
                <a:gd name="connsiteX55" fmla="*/ 91376 w 362309"/>
                <a:gd name="connsiteY55" fmla="*/ 160876 h 361971"/>
                <a:gd name="connsiteX56" fmla="*/ 93293 w 362309"/>
                <a:gd name="connsiteY56" fmla="*/ 169814 h 361971"/>
                <a:gd name="connsiteX57" fmla="*/ 93293 w 362309"/>
                <a:gd name="connsiteY57" fmla="*/ 169814 h 361971"/>
                <a:gd name="connsiteX58" fmla="*/ 93293 w 362309"/>
                <a:gd name="connsiteY58" fmla="*/ 195988 h 361971"/>
                <a:gd name="connsiteX59" fmla="*/ 91376 w 362309"/>
                <a:gd name="connsiteY59" fmla="*/ 204926 h 361971"/>
                <a:gd name="connsiteX60" fmla="*/ 87543 w 362309"/>
                <a:gd name="connsiteY60" fmla="*/ 206203 h 361971"/>
                <a:gd name="connsiteX61" fmla="*/ 82430 w 362309"/>
                <a:gd name="connsiteY61" fmla="*/ 203649 h 361971"/>
                <a:gd name="connsiteX62" fmla="*/ 82430 w 362309"/>
                <a:gd name="connsiteY62" fmla="*/ 163430 h 361971"/>
                <a:gd name="connsiteX63" fmla="*/ 91376 w 362309"/>
                <a:gd name="connsiteY63" fmla="*/ 160876 h 361971"/>
                <a:gd name="connsiteX64" fmla="*/ 91376 w 362309"/>
                <a:gd name="connsiteY64" fmla="*/ 160876 h 361971"/>
                <a:gd name="connsiteX65" fmla="*/ 91376 w 362309"/>
                <a:gd name="connsiteY65" fmla="*/ 160876 h 361971"/>
                <a:gd name="connsiteX66" fmla="*/ 77958 w 362309"/>
                <a:gd name="connsiteY66" fmla="*/ 151300 h 361971"/>
                <a:gd name="connsiteX67" fmla="*/ 79235 w 362309"/>
                <a:gd name="connsiteY67" fmla="*/ 160238 h 361971"/>
                <a:gd name="connsiteX68" fmla="*/ 79235 w 362309"/>
                <a:gd name="connsiteY68" fmla="*/ 160238 h 361971"/>
                <a:gd name="connsiteX69" fmla="*/ 79235 w 362309"/>
                <a:gd name="connsiteY69" fmla="*/ 204926 h 361971"/>
                <a:gd name="connsiteX70" fmla="*/ 77958 w 362309"/>
                <a:gd name="connsiteY70" fmla="*/ 213863 h 361971"/>
                <a:gd name="connsiteX71" fmla="*/ 74123 w 362309"/>
                <a:gd name="connsiteY71" fmla="*/ 215140 h 361971"/>
                <a:gd name="connsiteX72" fmla="*/ 69012 w 362309"/>
                <a:gd name="connsiteY72" fmla="*/ 212587 h 361971"/>
                <a:gd name="connsiteX73" fmla="*/ 69012 w 362309"/>
                <a:gd name="connsiteY73" fmla="*/ 152577 h 361971"/>
                <a:gd name="connsiteX74" fmla="*/ 77958 w 362309"/>
                <a:gd name="connsiteY74" fmla="*/ 151300 h 361971"/>
                <a:gd name="connsiteX75" fmla="*/ 77958 w 362309"/>
                <a:gd name="connsiteY75" fmla="*/ 151300 h 361971"/>
                <a:gd name="connsiteX76" fmla="*/ 77958 w 362309"/>
                <a:gd name="connsiteY76" fmla="*/ 151300 h 361971"/>
                <a:gd name="connsiteX77" fmla="*/ 60704 w 362309"/>
                <a:gd name="connsiteY77" fmla="*/ 225355 h 361971"/>
                <a:gd name="connsiteX78" fmla="*/ 55593 w 362309"/>
                <a:gd name="connsiteY78" fmla="*/ 222801 h 361971"/>
                <a:gd name="connsiteX79" fmla="*/ 55593 w 362309"/>
                <a:gd name="connsiteY79" fmla="*/ 143001 h 361971"/>
                <a:gd name="connsiteX80" fmla="*/ 64538 w 362309"/>
                <a:gd name="connsiteY80" fmla="*/ 141086 h 361971"/>
                <a:gd name="connsiteX81" fmla="*/ 66456 w 362309"/>
                <a:gd name="connsiteY81" fmla="*/ 150024 h 361971"/>
                <a:gd name="connsiteX82" fmla="*/ 65817 w 362309"/>
                <a:gd name="connsiteY82" fmla="*/ 150662 h 361971"/>
                <a:gd name="connsiteX83" fmla="*/ 65817 w 362309"/>
                <a:gd name="connsiteY83" fmla="*/ 214502 h 361971"/>
                <a:gd name="connsiteX84" fmla="*/ 64538 w 362309"/>
                <a:gd name="connsiteY84" fmla="*/ 223439 h 361971"/>
                <a:gd name="connsiteX85" fmla="*/ 60704 w 362309"/>
                <a:gd name="connsiteY85" fmla="*/ 225355 h 361971"/>
                <a:gd name="connsiteX86" fmla="*/ 99683 w 362309"/>
                <a:gd name="connsiteY86" fmla="*/ 239399 h 361971"/>
                <a:gd name="connsiteX87" fmla="*/ 78597 w 362309"/>
                <a:gd name="connsiteY87" fmla="*/ 268766 h 361971"/>
                <a:gd name="connsiteX88" fmla="*/ 73484 w 362309"/>
                <a:gd name="connsiteY88" fmla="*/ 271319 h 361971"/>
                <a:gd name="connsiteX89" fmla="*/ 69650 w 362309"/>
                <a:gd name="connsiteY89" fmla="*/ 270042 h 361971"/>
                <a:gd name="connsiteX90" fmla="*/ 68373 w 362309"/>
                <a:gd name="connsiteY90" fmla="*/ 261105 h 361971"/>
                <a:gd name="connsiteX91" fmla="*/ 89459 w 362309"/>
                <a:gd name="connsiteY91" fmla="*/ 231738 h 361971"/>
                <a:gd name="connsiteX92" fmla="*/ 98405 w 362309"/>
                <a:gd name="connsiteY92" fmla="*/ 230462 h 361971"/>
                <a:gd name="connsiteX93" fmla="*/ 99683 w 362309"/>
                <a:gd name="connsiteY93" fmla="*/ 239399 h 361971"/>
                <a:gd name="connsiteX94" fmla="*/ 99683 w 362309"/>
                <a:gd name="connsiteY94" fmla="*/ 239399 h 361971"/>
                <a:gd name="connsiteX95" fmla="*/ 258154 w 362309"/>
                <a:gd name="connsiteY95" fmla="*/ 192796 h 361971"/>
                <a:gd name="connsiteX96" fmla="*/ 262626 w 362309"/>
                <a:gd name="connsiteY96" fmla="*/ 208118 h 361971"/>
                <a:gd name="connsiteX97" fmla="*/ 262626 w 362309"/>
                <a:gd name="connsiteY97" fmla="*/ 253444 h 361971"/>
                <a:gd name="connsiteX98" fmla="*/ 253041 w 362309"/>
                <a:gd name="connsiteY98" fmla="*/ 263020 h 361971"/>
                <a:gd name="connsiteX99" fmla="*/ 230038 w 362309"/>
                <a:gd name="connsiteY99" fmla="*/ 263020 h 361971"/>
                <a:gd name="connsiteX100" fmla="*/ 220453 w 362309"/>
                <a:gd name="connsiteY100" fmla="*/ 253444 h 361971"/>
                <a:gd name="connsiteX101" fmla="*/ 220453 w 362309"/>
                <a:gd name="connsiteY101" fmla="*/ 250252 h 361971"/>
                <a:gd name="connsiteX102" fmla="*/ 144412 w 362309"/>
                <a:gd name="connsiteY102" fmla="*/ 250252 h 361971"/>
                <a:gd name="connsiteX103" fmla="*/ 144412 w 362309"/>
                <a:gd name="connsiteY103" fmla="*/ 253444 h 361971"/>
                <a:gd name="connsiteX104" fmla="*/ 134828 w 362309"/>
                <a:gd name="connsiteY104" fmla="*/ 263020 h 361971"/>
                <a:gd name="connsiteX105" fmla="*/ 111824 w 362309"/>
                <a:gd name="connsiteY105" fmla="*/ 263020 h 361971"/>
                <a:gd name="connsiteX106" fmla="*/ 102239 w 362309"/>
                <a:gd name="connsiteY106" fmla="*/ 253444 h 361971"/>
                <a:gd name="connsiteX107" fmla="*/ 102239 w 362309"/>
                <a:gd name="connsiteY107" fmla="*/ 208118 h 361971"/>
                <a:gd name="connsiteX108" fmla="*/ 106712 w 362309"/>
                <a:gd name="connsiteY108" fmla="*/ 192796 h 361971"/>
                <a:gd name="connsiteX109" fmla="*/ 113102 w 362309"/>
                <a:gd name="connsiteY109" fmla="*/ 185135 h 361971"/>
                <a:gd name="connsiteX110" fmla="*/ 106073 w 362309"/>
                <a:gd name="connsiteY110" fmla="*/ 185135 h 361971"/>
                <a:gd name="connsiteX111" fmla="*/ 99683 w 362309"/>
                <a:gd name="connsiteY111" fmla="*/ 178752 h 361971"/>
                <a:gd name="connsiteX112" fmla="*/ 106073 w 362309"/>
                <a:gd name="connsiteY112" fmla="*/ 172368 h 361971"/>
                <a:gd name="connsiteX113" fmla="*/ 118214 w 362309"/>
                <a:gd name="connsiteY113" fmla="*/ 172368 h 361971"/>
                <a:gd name="connsiteX114" fmla="*/ 122687 w 362309"/>
                <a:gd name="connsiteY114" fmla="*/ 174283 h 361971"/>
                <a:gd name="connsiteX115" fmla="*/ 135467 w 362309"/>
                <a:gd name="connsiteY115" fmla="*/ 158961 h 361971"/>
                <a:gd name="connsiteX116" fmla="*/ 145052 w 362309"/>
                <a:gd name="connsiteY116" fmla="*/ 153854 h 361971"/>
                <a:gd name="connsiteX117" fmla="*/ 220453 w 362309"/>
                <a:gd name="connsiteY117" fmla="*/ 153854 h 361971"/>
                <a:gd name="connsiteX118" fmla="*/ 230038 w 362309"/>
                <a:gd name="connsiteY118" fmla="*/ 158961 h 361971"/>
                <a:gd name="connsiteX119" fmla="*/ 242818 w 362309"/>
                <a:gd name="connsiteY119" fmla="*/ 174283 h 361971"/>
                <a:gd name="connsiteX120" fmla="*/ 246651 w 362309"/>
                <a:gd name="connsiteY120" fmla="*/ 173006 h 361971"/>
                <a:gd name="connsiteX121" fmla="*/ 258792 w 362309"/>
                <a:gd name="connsiteY121" fmla="*/ 173006 h 361971"/>
                <a:gd name="connsiteX122" fmla="*/ 265182 w 362309"/>
                <a:gd name="connsiteY122" fmla="*/ 179390 h 361971"/>
                <a:gd name="connsiteX123" fmla="*/ 258792 w 362309"/>
                <a:gd name="connsiteY123" fmla="*/ 185774 h 361971"/>
                <a:gd name="connsiteX124" fmla="*/ 253041 w 362309"/>
                <a:gd name="connsiteY124" fmla="*/ 185774 h 361971"/>
                <a:gd name="connsiteX125" fmla="*/ 258154 w 362309"/>
                <a:gd name="connsiteY125" fmla="*/ 192796 h 361971"/>
                <a:gd name="connsiteX126" fmla="*/ 296493 w 362309"/>
                <a:gd name="connsiteY126" fmla="*/ 270681 h 361971"/>
                <a:gd name="connsiteX127" fmla="*/ 292659 w 362309"/>
                <a:gd name="connsiteY127" fmla="*/ 271958 h 361971"/>
                <a:gd name="connsiteX128" fmla="*/ 287547 w 362309"/>
                <a:gd name="connsiteY128" fmla="*/ 269404 h 361971"/>
                <a:gd name="connsiteX129" fmla="*/ 266461 w 362309"/>
                <a:gd name="connsiteY129" fmla="*/ 240038 h 361971"/>
                <a:gd name="connsiteX130" fmla="*/ 267739 w 362309"/>
                <a:gd name="connsiteY130" fmla="*/ 231100 h 361971"/>
                <a:gd name="connsiteX131" fmla="*/ 267739 w 362309"/>
                <a:gd name="connsiteY131" fmla="*/ 231100 h 361971"/>
                <a:gd name="connsiteX132" fmla="*/ 276685 w 362309"/>
                <a:gd name="connsiteY132" fmla="*/ 232377 h 361971"/>
                <a:gd name="connsiteX133" fmla="*/ 297771 w 362309"/>
                <a:gd name="connsiteY133" fmla="*/ 261743 h 361971"/>
                <a:gd name="connsiteX134" fmla="*/ 296493 w 362309"/>
                <a:gd name="connsiteY134" fmla="*/ 270681 h 361971"/>
                <a:gd name="connsiteX135" fmla="*/ 296493 w 362309"/>
                <a:gd name="connsiteY135" fmla="*/ 270681 h 361971"/>
                <a:gd name="connsiteX136" fmla="*/ 307995 w 362309"/>
                <a:gd name="connsiteY136" fmla="*/ 222801 h 361971"/>
                <a:gd name="connsiteX137" fmla="*/ 302883 w 362309"/>
                <a:gd name="connsiteY137" fmla="*/ 225355 h 361971"/>
                <a:gd name="connsiteX138" fmla="*/ 299049 w 362309"/>
                <a:gd name="connsiteY138" fmla="*/ 224078 h 361971"/>
                <a:gd name="connsiteX139" fmla="*/ 297771 w 362309"/>
                <a:gd name="connsiteY139" fmla="*/ 215140 h 361971"/>
                <a:gd name="connsiteX140" fmla="*/ 297771 w 362309"/>
                <a:gd name="connsiteY140" fmla="*/ 151300 h 361971"/>
                <a:gd name="connsiteX141" fmla="*/ 299688 w 362309"/>
                <a:gd name="connsiteY141" fmla="*/ 142363 h 361971"/>
                <a:gd name="connsiteX142" fmla="*/ 307995 w 362309"/>
                <a:gd name="connsiteY142" fmla="*/ 143640 h 361971"/>
                <a:gd name="connsiteX143" fmla="*/ 307995 w 362309"/>
                <a:gd name="connsiteY143" fmla="*/ 222801 h 361971"/>
                <a:gd name="connsiteX144" fmla="*/ 307995 w 362309"/>
                <a:gd name="connsiteY144" fmla="*/ 22280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362309" h="361971">
                  <a:moveTo>
                    <a:pt x="181474" y="0"/>
                  </a:moveTo>
                  <a:cubicBezTo>
                    <a:pt x="81153" y="0"/>
                    <a:pt x="0" y="81076"/>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6"/>
                    <a:pt x="281157" y="0"/>
                    <a:pt x="181474" y="0"/>
                  </a:cubicBezTo>
                  <a:close/>
                  <a:moveTo>
                    <a:pt x="284991" y="151300"/>
                  </a:moveTo>
                  <a:cubicBezTo>
                    <a:pt x="287547" y="149385"/>
                    <a:pt x="292021" y="150024"/>
                    <a:pt x="293937" y="152577"/>
                  </a:cubicBezTo>
                  <a:cubicBezTo>
                    <a:pt x="293937" y="152577"/>
                    <a:pt x="293937" y="152577"/>
                    <a:pt x="293937" y="152577"/>
                  </a:cubicBezTo>
                  <a:cubicBezTo>
                    <a:pt x="306717" y="170452"/>
                    <a:pt x="306717" y="194711"/>
                    <a:pt x="293937" y="212587"/>
                  </a:cubicBezTo>
                  <a:cubicBezTo>
                    <a:pt x="292021" y="215140"/>
                    <a:pt x="288186" y="215779"/>
                    <a:pt x="284991" y="213863"/>
                  </a:cubicBezTo>
                  <a:cubicBezTo>
                    <a:pt x="282436" y="211948"/>
                    <a:pt x="281796" y="207479"/>
                    <a:pt x="283713" y="204926"/>
                  </a:cubicBezTo>
                  <a:cubicBezTo>
                    <a:pt x="283713" y="204926"/>
                    <a:pt x="283713" y="204926"/>
                    <a:pt x="283713" y="204926"/>
                  </a:cubicBezTo>
                  <a:cubicBezTo>
                    <a:pt x="293298" y="191519"/>
                    <a:pt x="293298" y="173644"/>
                    <a:pt x="283713" y="160238"/>
                  </a:cubicBezTo>
                  <a:cubicBezTo>
                    <a:pt x="281157" y="157684"/>
                    <a:pt x="281796" y="153854"/>
                    <a:pt x="284991" y="151300"/>
                  </a:cubicBezTo>
                  <a:cubicBezTo>
                    <a:pt x="284352" y="151300"/>
                    <a:pt x="284352" y="151300"/>
                    <a:pt x="284991" y="151300"/>
                  </a:cubicBezTo>
                  <a:close/>
                  <a:moveTo>
                    <a:pt x="269016" y="169814"/>
                  </a:moveTo>
                  <a:cubicBezTo>
                    <a:pt x="267100" y="166622"/>
                    <a:pt x="267739" y="162792"/>
                    <a:pt x="270934" y="160876"/>
                  </a:cubicBezTo>
                  <a:cubicBezTo>
                    <a:pt x="274128" y="158961"/>
                    <a:pt x="277962" y="159600"/>
                    <a:pt x="279880" y="162792"/>
                  </a:cubicBezTo>
                  <a:lnTo>
                    <a:pt x="279880" y="162792"/>
                  </a:lnTo>
                  <a:cubicBezTo>
                    <a:pt x="288186" y="174921"/>
                    <a:pt x="288186" y="190881"/>
                    <a:pt x="279880" y="203011"/>
                  </a:cubicBezTo>
                  <a:cubicBezTo>
                    <a:pt x="278601" y="204926"/>
                    <a:pt x="276685" y="205564"/>
                    <a:pt x="274767" y="205564"/>
                  </a:cubicBezTo>
                  <a:cubicBezTo>
                    <a:pt x="273490" y="205564"/>
                    <a:pt x="272211" y="204926"/>
                    <a:pt x="270934" y="204287"/>
                  </a:cubicBezTo>
                  <a:cubicBezTo>
                    <a:pt x="267739" y="202372"/>
                    <a:pt x="267100" y="198542"/>
                    <a:pt x="269016" y="195350"/>
                  </a:cubicBezTo>
                  <a:cubicBezTo>
                    <a:pt x="274767" y="187689"/>
                    <a:pt x="274767" y="177475"/>
                    <a:pt x="269016" y="169814"/>
                  </a:cubicBezTo>
                  <a:close/>
                  <a:moveTo>
                    <a:pt x="141217" y="103420"/>
                  </a:moveTo>
                  <a:cubicBezTo>
                    <a:pt x="164861" y="85545"/>
                    <a:pt x="197449" y="85545"/>
                    <a:pt x="221092" y="103420"/>
                  </a:cubicBezTo>
                  <a:cubicBezTo>
                    <a:pt x="224287" y="105336"/>
                    <a:pt x="224926" y="109166"/>
                    <a:pt x="223009" y="112358"/>
                  </a:cubicBezTo>
                  <a:cubicBezTo>
                    <a:pt x="221092" y="115550"/>
                    <a:pt x="217258" y="116188"/>
                    <a:pt x="214063" y="114273"/>
                  </a:cubicBezTo>
                  <a:cubicBezTo>
                    <a:pt x="214063" y="114273"/>
                    <a:pt x="213424" y="114273"/>
                    <a:pt x="213424" y="113635"/>
                  </a:cubicBezTo>
                  <a:cubicBezTo>
                    <a:pt x="194893" y="98952"/>
                    <a:pt x="168056" y="98952"/>
                    <a:pt x="149525" y="113635"/>
                  </a:cubicBezTo>
                  <a:cubicBezTo>
                    <a:pt x="146969" y="115550"/>
                    <a:pt x="142496" y="115550"/>
                    <a:pt x="140579" y="112358"/>
                  </a:cubicBezTo>
                  <a:cubicBezTo>
                    <a:pt x="138022" y="109804"/>
                    <a:pt x="138662" y="105974"/>
                    <a:pt x="141217" y="103420"/>
                  </a:cubicBezTo>
                  <a:lnTo>
                    <a:pt x="141217" y="103420"/>
                  </a:lnTo>
                  <a:close/>
                  <a:moveTo>
                    <a:pt x="203839" y="127680"/>
                  </a:moveTo>
                  <a:cubicBezTo>
                    <a:pt x="190420" y="118104"/>
                    <a:pt x="172528" y="118104"/>
                    <a:pt x="159110" y="127680"/>
                  </a:cubicBezTo>
                  <a:cubicBezTo>
                    <a:pt x="157832" y="128318"/>
                    <a:pt x="156553" y="128956"/>
                    <a:pt x="155276" y="128956"/>
                  </a:cubicBezTo>
                  <a:cubicBezTo>
                    <a:pt x="151442" y="128956"/>
                    <a:pt x="148886" y="126403"/>
                    <a:pt x="148886" y="122572"/>
                  </a:cubicBezTo>
                  <a:cubicBezTo>
                    <a:pt x="148886" y="120657"/>
                    <a:pt x="149525" y="118742"/>
                    <a:pt x="151442" y="117465"/>
                  </a:cubicBezTo>
                  <a:cubicBezTo>
                    <a:pt x="169333" y="104697"/>
                    <a:pt x="193615" y="104697"/>
                    <a:pt x="211507" y="117465"/>
                  </a:cubicBezTo>
                  <a:cubicBezTo>
                    <a:pt x="214702" y="119380"/>
                    <a:pt x="215341" y="123211"/>
                    <a:pt x="213424" y="126403"/>
                  </a:cubicBezTo>
                  <a:cubicBezTo>
                    <a:pt x="211507" y="129595"/>
                    <a:pt x="207673" y="130233"/>
                    <a:pt x="204478" y="128318"/>
                  </a:cubicBezTo>
                  <a:cubicBezTo>
                    <a:pt x="204478" y="127680"/>
                    <a:pt x="204478" y="127680"/>
                    <a:pt x="203839" y="127680"/>
                  </a:cubicBezTo>
                  <a:lnTo>
                    <a:pt x="203839" y="127680"/>
                  </a:lnTo>
                  <a:close/>
                  <a:moveTo>
                    <a:pt x="203200" y="139809"/>
                  </a:moveTo>
                  <a:cubicBezTo>
                    <a:pt x="201283" y="143001"/>
                    <a:pt x="197449" y="143640"/>
                    <a:pt x="194254" y="141724"/>
                  </a:cubicBezTo>
                  <a:cubicBezTo>
                    <a:pt x="194254" y="141724"/>
                    <a:pt x="194254" y="141724"/>
                    <a:pt x="194254" y="141724"/>
                  </a:cubicBezTo>
                  <a:cubicBezTo>
                    <a:pt x="186587" y="136617"/>
                    <a:pt x="175723" y="136617"/>
                    <a:pt x="168056" y="141724"/>
                  </a:cubicBezTo>
                  <a:cubicBezTo>
                    <a:pt x="166777" y="142363"/>
                    <a:pt x="165500" y="143001"/>
                    <a:pt x="164222" y="143001"/>
                  </a:cubicBezTo>
                  <a:cubicBezTo>
                    <a:pt x="162305" y="143001"/>
                    <a:pt x="160387" y="141724"/>
                    <a:pt x="159110" y="140448"/>
                  </a:cubicBezTo>
                  <a:cubicBezTo>
                    <a:pt x="157192" y="137256"/>
                    <a:pt x="157832" y="133425"/>
                    <a:pt x="161027" y="131510"/>
                  </a:cubicBezTo>
                  <a:cubicBezTo>
                    <a:pt x="161027" y="131510"/>
                    <a:pt x="161027" y="131510"/>
                    <a:pt x="161027" y="131510"/>
                  </a:cubicBezTo>
                  <a:cubicBezTo>
                    <a:pt x="173167" y="123211"/>
                    <a:pt x="189142" y="123211"/>
                    <a:pt x="201283" y="131510"/>
                  </a:cubicBezTo>
                  <a:cubicBezTo>
                    <a:pt x="204478" y="132787"/>
                    <a:pt x="205117" y="137256"/>
                    <a:pt x="203200" y="139809"/>
                  </a:cubicBezTo>
                  <a:lnTo>
                    <a:pt x="203200" y="139809"/>
                  </a:lnTo>
                  <a:close/>
                  <a:moveTo>
                    <a:pt x="91376" y="160876"/>
                  </a:moveTo>
                  <a:cubicBezTo>
                    <a:pt x="94571" y="162792"/>
                    <a:pt x="95210" y="166622"/>
                    <a:pt x="93293" y="169814"/>
                  </a:cubicBezTo>
                  <a:cubicBezTo>
                    <a:pt x="93293" y="169814"/>
                    <a:pt x="93293" y="169814"/>
                    <a:pt x="93293" y="169814"/>
                  </a:cubicBezTo>
                  <a:cubicBezTo>
                    <a:pt x="88181" y="177475"/>
                    <a:pt x="88181" y="188327"/>
                    <a:pt x="93293" y="195988"/>
                  </a:cubicBezTo>
                  <a:cubicBezTo>
                    <a:pt x="95210" y="199180"/>
                    <a:pt x="94571" y="203011"/>
                    <a:pt x="91376" y="204926"/>
                  </a:cubicBezTo>
                  <a:cubicBezTo>
                    <a:pt x="90098" y="205564"/>
                    <a:pt x="88820" y="206203"/>
                    <a:pt x="87543" y="206203"/>
                  </a:cubicBezTo>
                  <a:cubicBezTo>
                    <a:pt x="85625" y="206203"/>
                    <a:pt x="83708" y="204926"/>
                    <a:pt x="82430" y="203649"/>
                  </a:cubicBezTo>
                  <a:cubicBezTo>
                    <a:pt x="74123" y="191519"/>
                    <a:pt x="74123" y="175560"/>
                    <a:pt x="82430" y="163430"/>
                  </a:cubicBezTo>
                  <a:cubicBezTo>
                    <a:pt x="84986" y="159600"/>
                    <a:pt x="88820" y="158961"/>
                    <a:pt x="91376" y="160876"/>
                  </a:cubicBezTo>
                  <a:cubicBezTo>
                    <a:pt x="91376" y="160876"/>
                    <a:pt x="91376" y="160876"/>
                    <a:pt x="91376" y="160876"/>
                  </a:cubicBezTo>
                  <a:lnTo>
                    <a:pt x="91376" y="160876"/>
                  </a:lnTo>
                  <a:close/>
                  <a:moveTo>
                    <a:pt x="77958" y="151300"/>
                  </a:moveTo>
                  <a:cubicBezTo>
                    <a:pt x="80513" y="153216"/>
                    <a:pt x="81153" y="157684"/>
                    <a:pt x="79235" y="160238"/>
                  </a:cubicBezTo>
                  <a:cubicBezTo>
                    <a:pt x="79235" y="160238"/>
                    <a:pt x="79235" y="160238"/>
                    <a:pt x="79235" y="160238"/>
                  </a:cubicBezTo>
                  <a:cubicBezTo>
                    <a:pt x="69650" y="173644"/>
                    <a:pt x="69650" y="191519"/>
                    <a:pt x="79235" y="204926"/>
                  </a:cubicBezTo>
                  <a:cubicBezTo>
                    <a:pt x="81153" y="207479"/>
                    <a:pt x="80513" y="211948"/>
                    <a:pt x="77958" y="213863"/>
                  </a:cubicBezTo>
                  <a:cubicBezTo>
                    <a:pt x="76679" y="214502"/>
                    <a:pt x="75402" y="215140"/>
                    <a:pt x="74123" y="215140"/>
                  </a:cubicBezTo>
                  <a:cubicBezTo>
                    <a:pt x="72207" y="215140"/>
                    <a:pt x="70289" y="214502"/>
                    <a:pt x="69012" y="212587"/>
                  </a:cubicBezTo>
                  <a:cubicBezTo>
                    <a:pt x="56232" y="194711"/>
                    <a:pt x="56232" y="170452"/>
                    <a:pt x="69012" y="152577"/>
                  </a:cubicBezTo>
                  <a:cubicBezTo>
                    <a:pt x="70928" y="150024"/>
                    <a:pt x="75402" y="149385"/>
                    <a:pt x="77958" y="151300"/>
                  </a:cubicBezTo>
                  <a:cubicBezTo>
                    <a:pt x="77958" y="151300"/>
                    <a:pt x="77958" y="151300"/>
                    <a:pt x="77958" y="151300"/>
                  </a:cubicBezTo>
                  <a:lnTo>
                    <a:pt x="77958" y="151300"/>
                  </a:lnTo>
                  <a:close/>
                  <a:moveTo>
                    <a:pt x="60704" y="225355"/>
                  </a:moveTo>
                  <a:cubicBezTo>
                    <a:pt x="58788" y="225355"/>
                    <a:pt x="56871" y="224716"/>
                    <a:pt x="55593" y="222801"/>
                  </a:cubicBezTo>
                  <a:cubicBezTo>
                    <a:pt x="37701" y="199180"/>
                    <a:pt x="37701" y="166622"/>
                    <a:pt x="55593" y="143001"/>
                  </a:cubicBezTo>
                  <a:cubicBezTo>
                    <a:pt x="57509" y="139809"/>
                    <a:pt x="61343" y="139171"/>
                    <a:pt x="64538" y="141086"/>
                  </a:cubicBezTo>
                  <a:cubicBezTo>
                    <a:pt x="67733" y="143001"/>
                    <a:pt x="68373" y="146832"/>
                    <a:pt x="66456" y="150024"/>
                  </a:cubicBezTo>
                  <a:cubicBezTo>
                    <a:pt x="66456" y="150024"/>
                    <a:pt x="66456" y="150662"/>
                    <a:pt x="65817" y="150662"/>
                  </a:cubicBezTo>
                  <a:cubicBezTo>
                    <a:pt x="51119" y="169176"/>
                    <a:pt x="51119" y="195988"/>
                    <a:pt x="65817" y="214502"/>
                  </a:cubicBezTo>
                  <a:cubicBezTo>
                    <a:pt x="67733" y="217055"/>
                    <a:pt x="67733" y="221524"/>
                    <a:pt x="64538" y="223439"/>
                  </a:cubicBezTo>
                  <a:cubicBezTo>
                    <a:pt x="63261" y="224716"/>
                    <a:pt x="61983" y="225355"/>
                    <a:pt x="60704" y="225355"/>
                  </a:cubicBezTo>
                  <a:close/>
                  <a:moveTo>
                    <a:pt x="99683" y="239399"/>
                  </a:moveTo>
                  <a:lnTo>
                    <a:pt x="78597" y="268766"/>
                  </a:lnTo>
                  <a:cubicBezTo>
                    <a:pt x="77318" y="270681"/>
                    <a:pt x="75402" y="271319"/>
                    <a:pt x="73484" y="271319"/>
                  </a:cubicBezTo>
                  <a:cubicBezTo>
                    <a:pt x="72207" y="271319"/>
                    <a:pt x="70928" y="270681"/>
                    <a:pt x="69650" y="270042"/>
                  </a:cubicBezTo>
                  <a:cubicBezTo>
                    <a:pt x="67094" y="268127"/>
                    <a:pt x="66456" y="264297"/>
                    <a:pt x="68373" y="261105"/>
                  </a:cubicBezTo>
                  <a:lnTo>
                    <a:pt x="89459" y="231738"/>
                  </a:lnTo>
                  <a:cubicBezTo>
                    <a:pt x="91376" y="228546"/>
                    <a:pt x="95210" y="227908"/>
                    <a:pt x="98405" y="230462"/>
                  </a:cubicBezTo>
                  <a:cubicBezTo>
                    <a:pt x="100961" y="232377"/>
                    <a:pt x="101600" y="236207"/>
                    <a:pt x="99683" y="239399"/>
                  </a:cubicBezTo>
                  <a:lnTo>
                    <a:pt x="99683" y="239399"/>
                  </a:lnTo>
                  <a:close/>
                  <a:moveTo>
                    <a:pt x="258154" y="192796"/>
                  </a:moveTo>
                  <a:cubicBezTo>
                    <a:pt x="261349" y="197265"/>
                    <a:pt x="263266" y="202372"/>
                    <a:pt x="262626" y="208118"/>
                  </a:cubicBezTo>
                  <a:lnTo>
                    <a:pt x="262626" y="253444"/>
                  </a:lnTo>
                  <a:cubicBezTo>
                    <a:pt x="262626" y="258551"/>
                    <a:pt x="258154" y="263020"/>
                    <a:pt x="253041" y="263020"/>
                  </a:cubicBezTo>
                  <a:lnTo>
                    <a:pt x="230038" y="263020"/>
                  </a:lnTo>
                  <a:cubicBezTo>
                    <a:pt x="224926" y="263020"/>
                    <a:pt x="220453" y="258551"/>
                    <a:pt x="220453" y="253444"/>
                  </a:cubicBezTo>
                  <a:lnTo>
                    <a:pt x="220453" y="250252"/>
                  </a:lnTo>
                  <a:cubicBezTo>
                    <a:pt x="195532" y="251529"/>
                    <a:pt x="168695" y="251529"/>
                    <a:pt x="144412" y="250252"/>
                  </a:cubicBezTo>
                  <a:lnTo>
                    <a:pt x="144412" y="253444"/>
                  </a:lnTo>
                  <a:cubicBezTo>
                    <a:pt x="144412" y="258551"/>
                    <a:pt x="139940" y="263020"/>
                    <a:pt x="134828" y="263020"/>
                  </a:cubicBezTo>
                  <a:lnTo>
                    <a:pt x="111824" y="263020"/>
                  </a:lnTo>
                  <a:cubicBezTo>
                    <a:pt x="106712" y="263020"/>
                    <a:pt x="102239" y="258551"/>
                    <a:pt x="102239" y="253444"/>
                  </a:cubicBezTo>
                  <a:lnTo>
                    <a:pt x="102239" y="208118"/>
                  </a:lnTo>
                  <a:cubicBezTo>
                    <a:pt x="102239" y="203011"/>
                    <a:pt x="103517" y="197265"/>
                    <a:pt x="106712" y="192796"/>
                  </a:cubicBezTo>
                  <a:cubicBezTo>
                    <a:pt x="107351" y="192158"/>
                    <a:pt x="109907" y="188966"/>
                    <a:pt x="113102" y="185135"/>
                  </a:cubicBezTo>
                  <a:lnTo>
                    <a:pt x="106073" y="185135"/>
                  </a:lnTo>
                  <a:cubicBezTo>
                    <a:pt x="102239" y="185135"/>
                    <a:pt x="99683" y="182582"/>
                    <a:pt x="99683" y="178752"/>
                  </a:cubicBezTo>
                  <a:cubicBezTo>
                    <a:pt x="99683" y="174921"/>
                    <a:pt x="102239" y="172368"/>
                    <a:pt x="106073" y="172368"/>
                  </a:cubicBezTo>
                  <a:lnTo>
                    <a:pt x="118214" y="172368"/>
                  </a:lnTo>
                  <a:cubicBezTo>
                    <a:pt x="119492" y="172368"/>
                    <a:pt x="121409" y="173006"/>
                    <a:pt x="122687" y="174283"/>
                  </a:cubicBezTo>
                  <a:lnTo>
                    <a:pt x="135467" y="158961"/>
                  </a:lnTo>
                  <a:cubicBezTo>
                    <a:pt x="138022" y="156408"/>
                    <a:pt x="141217" y="154492"/>
                    <a:pt x="145052" y="153854"/>
                  </a:cubicBezTo>
                  <a:cubicBezTo>
                    <a:pt x="169972" y="151939"/>
                    <a:pt x="194893" y="151939"/>
                    <a:pt x="220453" y="153854"/>
                  </a:cubicBezTo>
                  <a:cubicBezTo>
                    <a:pt x="224287" y="154492"/>
                    <a:pt x="227482" y="156408"/>
                    <a:pt x="230038" y="158961"/>
                  </a:cubicBezTo>
                  <a:lnTo>
                    <a:pt x="242818" y="174283"/>
                  </a:lnTo>
                  <a:cubicBezTo>
                    <a:pt x="244096" y="173644"/>
                    <a:pt x="245374" y="173006"/>
                    <a:pt x="246651" y="173006"/>
                  </a:cubicBezTo>
                  <a:lnTo>
                    <a:pt x="258792" y="173006"/>
                  </a:lnTo>
                  <a:cubicBezTo>
                    <a:pt x="262626" y="173006"/>
                    <a:pt x="265182" y="175560"/>
                    <a:pt x="265182" y="179390"/>
                  </a:cubicBezTo>
                  <a:cubicBezTo>
                    <a:pt x="265182" y="183220"/>
                    <a:pt x="262626" y="185774"/>
                    <a:pt x="258792" y="185774"/>
                  </a:cubicBezTo>
                  <a:lnTo>
                    <a:pt x="253041" y="185774"/>
                  </a:lnTo>
                  <a:lnTo>
                    <a:pt x="258154" y="192796"/>
                  </a:lnTo>
                  <a:close/>
                  <a:moveTo>
                    <a:pt x="296493" y="270681"/>
                  </a:moveTo>
                  <a:cubicBezTo>
                    <a:pt x="295216" y="271319"/>
                    <a:pt x="293937" y="271958"/>
                    <a:pt x="292659" y="271958"/>
                  </a:cubicBezTo>
                  <a:cubicBezTo>
                    <a:pt x="290742" y="271958"/>
                    <a:pt x="288826" y="270681"/>
                    <a:pt x="287547" y="269404"/>
                  </a:cubicBezTo>
                  <a:lnTo>
                    <a:pt x="266461" y="240038"/>
                  </a:lnTo>
                  <a:cubicBezTo>
                    <a:pt x="264544" y="237484"/>
                    <a:pt x="265182" y="233015"/>
                    <a:pt x="267739" y="231100"/>
                  </a:cubicBezTo>
                  <a:cubicBezTo>
                    <a:pt x="267739" y="231100"/>
                    <a:pt x="267739" y="231100"/>
                    <a:pt x="267739" y="231100"/>
                  </a:cubicBezTo>
                  <a:cubicBezTo>
                    <a:pt x="270295" y="229185"/>
                    <a:pt x="274767" y="229823"/>
                    <a:pt x="276685" y="232377"/>
                  </a:cubicBezTo>
                  <a:lnTo>
                    <a:pt x="297771" y="261743"/>
                  </a:lnTo>
                  <a:cubicBezTo>
                    <a:pt x="299688" y="264297"/>
                    <a:pt x="299049" y="268127"/>
                    <a:pt x="296493" y="270681"/>
                  </a:cubicBezTo>
                  <a:lnTo>
                    <a:pt x="296493" y="270681"/>
                  </a:lnTo>
                  <a:close/>
                  <a:moveTo>
                    <a:pt x="307995" y="222801"/>
                  </a:moveTo>
                  <a:cubicBezTo>
                    <a:pt x="306717" y="224078"/>
                    <a:pt x="304800" y="225355"/>
                    <a:pt x="302883" y="225355"/>
                  </a:cubicBezTo>
                  <a:cubicBezTo>
                    <a:pt x="301606" y="225355"/>
                    <a:pt x="300327" y="224716"/>
                    <a:pt x="299049" y="224078"/>
                  </a:cubicBezTo>
                  <a:cubicBezTo>
                    <a:pt x="296493" y="222163"/>
                    <a:pt x="295854" y="217694"/>
                    <a:pt x="297771" y="215140"/>
                  </a:cubicBezTo>
                  <a:cubicBezTo>
                    <a:pt x="312468" y="196627"/>
                    <a:pt x="312468" y="169814"/>
                    <a:pt x="297771" y="151300"/>
                  </a:cubicBezTo>
                  <a:cubicBezTo>
                    <a:pt x="295854" y="148108"/>
                    <a:pt x="296493" y="144278"/>
                    <a:pt x="299688" y="142363"/>
                  </a:cubicBezTo>
                  <a:cubicBezTo>
                    <a:pt x="302244" y="140448"/>
                    <a:pt x="306078" y="141086"/>
                    <a:pt x="307995" y="143640"/>
                  </a:cubicBezTo>
                  <a:cubicBezTo>
                    <a:pt x="325887" y="166622"/>
                    <a:pt x="325248" y="199180"/>
                    <a:pt x="307995" y="222801"/>
                  </a:cubicBezTo>
                  <a:lnTo>
                    <a:pt x="307995" y="222801"/>
                  </a:lnTo>
                  <a:close/>
                </a:path>
              </a:pathLst>
            </a:custGeom>
            <a:solidFill>
              <a:srgbClr val="43B02A"/>
            </a:solidFill>
            <a:ln w="6390" cap="flat">
              <a:noFill/>
              <a:prstDash val="solid"/>
              <a:miter/>
            </a:ln>
          </p:spPr>
          <p:txBody>
            <a:bodyPr rtlCol="0" anchor="ctr"/>
            <a:lstStyle/>
            <a:p>
              <a:endParaRPr lang="en-US"/>
            </a:p>
          </p:txBody>
        </p:sp>
      </p:grpSp>
      <p:grpSp>
        <p:nvGrpSpPr>
          <p:cNvPr id="755" name="Graphic 4">
            <a:extLst>
              <a:ext uri="{FF2B5EF4-FFF2-40B4-BE49-F238E27FC236}">
                <a16:creationId xmlns:a16="http://schemas.microsoft.com/office/drawing/2014/main" id="{A67EAFFA-58A1-CF43-A3F6-679CD1B4B2AD}"/>
              </a:ext>
            </a:extLst>
          </p:cNvPr>
          <p:cNvGrpSpPr/>
          <p:nvPr/>
        </p:nvGrpSpPr>
        <p:grpSpPr>
          <a:xfrm>
            <a:off x="9891245" y="3824168"/>
            <a:ext cx="362312" cy="361971"/>
            <a:chOff x="8840477" y="3824168"/>
            <a:chExt cx="362312" cy="361971"/>
          </a:xfrm>
          <a:solidFill>
            <a:srgbClr val="43B02A"/>
          </a:solidFill>
        </p:grpSpPr>
        <p:sp>
          <p:nvSpPr>
            <p:cNvPr id="756" name="Graphic 4">
              <a:extLst>
                <a:ext uri="{FF2B5EF4-FFF2-40B4-BE49-F238E27FC236}">
                  <a16:creationId xmlns:a16="http://schemas.microsoft.com/office/drawing/2014/main" id="{276BF6B9-A313-734D-8F30-23749EA24CCC}"/>
                </a:ext>
              </a:extLst>
            </p:cNvPr>
            <p:cNvSpPr/>
            <p:nvPr/>
          </p:nvSpPr>
          <p:spPr>
            <a:xfrm>
              <a:off x="8840477" y="3824168"/>
              <a:ext cx="362312" cy="361971"/>
            </a:xfrm>
            <a:custGeom>
              <a:avLst/>
              <a:gdLst>
                <a:gd name="connsiteX0" fmla="*/ 181474 w 362312"/>
                <a:gd name="connsiteY0" fmla="*/ 0 h 361971"/>
                <a:gd name="connsiteX1" fmla="*/ 0 w 362312"/>
                <a:gd name="connsiteY1" fmla="*/ 180667 h 361971"/>
                <a:gd name="connsiteX2" fmla="*/ 180836 w 362312"/>
                <a:gd name="connsiteY2" fmla="*/ 361971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6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6"/>
                    <a:pt x="0" y="180667"/>
                  </a:cubicBezTo>
                  <a:cubicBezTo>
                    <a:pt x="0" y="280895"/>
                    <a:pt x="81152" y="361971"/>
                    <a:pt x="180836" y="361971"/>
                  </a:cubicBezTo>
                  <a:cubicBezTo>
                    <a:pt x="281157" y="361971"/>
                    <a:pt x="362309" y="280895"/>
                    <a:pt x="362309" y="181305"/>
                  </a:cubicBezTo>
                  <a:cubicBezTo>
                    <a:pt x="362309" y="181305"/>
                    <a:pt x="362309" y="181305"/>
                    <a:pt x="362309" y="181305"/>
                  </a:cubicBezTo>
                  <a:cubicBezTo>
                    <a:pt x="362949" y="81076"/>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29" y="88099"/>
                    <a:pt x="349529" y="180667"/>
                  </a:cubicBezTo>
                  <a:cubicBezTo>
                    <a:pt x="349529" y="180667"/>
                    <a:pt x="349529" y="180667"/>
                    <a:pt x="349529" y="180667"/>
                  </a:cubicBezTo>
                  <a:cubicBezTo>
                    <a:pt x="350169" y="273873"/>
                    <a:pt x="274767" y="349204"/>
                    <a:pt x="181474" y="349204"/>
                  </a:cubicBezTo>
                  <a:lnTo>
                    <a:pt x="181474" y="349204"/>
                  </a:lnTo>
                  <a:close/>
                </a:path>
              </a:pathLst>
            </a:custGeom>
            <a:solidFill>
              <a:srgbClr val="43B02A"/>
            </a:solidFill>
            <a:ln w="6390" cap="flat">
              <a:noFill/>
              <a:prstDash val="solid"/>
              <a:miter/>
            </a:ln>
          </p:spPr>
          <p:txBody>
            <a:bodyPr rtlCol="0" anchor="ctr"/>
            <a:lstStyle/>
            <a:p>
              <a:endParaRPr lang="en-US"/>
            </a:p>
          </p:txBody>
        </p:sp>
        <p:sp>
          <p:nvSpPr>
            <p:cNvPr id="757" name="Graphic 4">
              <a:extLst>
                <a:ext uri="{FF2B5EF4-FFF2-40B4-BE49-F238E27FC236}">
                  <a16:creationId xmlns:a16="http://schemas.microsoft.com/office/drawing/2014/main" id="{526A62E0-DC3C-F542-B29B-EDF09940EE69}"/>
                </a:ext>
              </a:extLst>
            </p:cNvPr>
            <p:cNvSpPr/>
            <p:nvPr/>
          </p:nvSpPr>
          <p:spPr>
            <a:xfrm>
              <a:off x="8985408" y="3939877"/>
              <a:ext cx="72727" cy="17471"/>
            </a:xfrm>
            <a:custGeom>
              <a:avLst/>
              <a:gdLst>
                <a:gd name="connsiteX0" fmla="*/ 5233 w 72727"/>
                <a:gd name="connsiteY0" fmla="*/ 4309 h 17471"/>
                <a:gd name="connsiteX1" fmla="*/ 121 w 72727"/>
                <a:gd name="connsiteY1" fmla="*/ 11970 h 17471"/>
                <a:gd name="connsiteX2" fmla="*/ 7789 w 72727"/>
                <a:gd name="connsiteY2" fmla="*/ 17077 h 17471"/>
                <a:gd name="connsiteX3" fmla="*/ 9706 w 72727"/>
                <a:gd name="connsiteY3" fmla="*/ 17077 h 17471"/>
                <a:gd name="connsiteX4" fmla="*/ 64660 w 72727"/>
                <a:gd name="connsiteY4" fmla="*/ 17077 h 17471"/>
                <a:gd name="connsiteX5" fmla="*/ 72328 w 72727"/>
                <a:gd name="connsiteY5" fmla="*/ 12608 h 17471"/>
                <a:gd name="connsiteX6" fmla="*/ 68494 w 72727"/>
                <a:gd name="connsiteY6" fmla="*/ 4309 h 17471"/>
                <a:gd name="connsiteX7" fmla="*/ 68494 w 72727"/>
                <a:gd name="connsiteY7" fmla="*/ 4309 h 17471"/>
                <a:gd name="connsiteX8" fmla="*/ 5233 w 72727"/>
                <a:gd name="connsiteY8" fmla="*/ 4309 h 17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727" h="17471">
                  <a:moveTo>
                    <a:pt x="5233" y="4309"/>
                  </a:moveTo>
                  <a:cubicBezTo>
                    <a:pt x="1399" y="4948"/>
                    <a:pt x="-518" y="8140"/>
                    <a:pt x="121" y="11970"/>
                  </a:cubicBezTo>
                  <a:cubicBezTo>
                    <a:pt x="761" y="15800"/>
                    <a:pt x="3956" y="17716"/>
                    <a:pt x="7789" y="17077"/>
                  </a:cubicBezTo>
                  <a:cubicBezTo>
                    <a:pt x="8428" y="17077"/>
                    <a:pt x="9067" y="17077"/>
                    <a:pt x="9706" y="17077"/>
                  </a:cubicBezTo>
                  <a:cubicBezTo>
                    <a:pt x="27598" y="11332"/>
                    <a:pt x="46768" y="11332"/>
                    <a:pt x="64660" y="17077"/>
                  </a:cubicBezTo>
                  <a:cubicBezTo>
                    <a:pt x="67855" y="18354"/>
                    <a:pt x="71689" y="16439"/>
                    <a:pt x="72328" y="12608"/>
                  </a:cubicBezTo>
                  <a:cubicBezTo>
                    <a:pt x="73605" y="9416"/>
                    <a:pt x="71689" y="5586"/>
                    <a:pt x="68494" y="4309"/>
                  </a:cubicBezTo>
                  <a:cubicBezTo>
                    <a:pt x="68494" y="4309"/>
                    <a:pt x="68494" y="4309"/>
                    <a:pt x="68494" y="4309"/>
                  </a:cubicBezTo>
                  <a:cubicBezTo>
                    <a:pt x="47407" y="-1436"/>
                    <a:pt x="25681" y="-1436"/>
                    <a:pt x="5233" y="4309"/>
                  </a:cubicBezTo>
                  <a:close/>
                </a:path>
              </a:pathLst>
            </a:custGeom>
            <a:solidFill>
              <a:srgbClr val="43B02A"/>
            </a:solidFill>
            <a:ln w="6390" cap="flat">
              <a:noFill/>
              <a:prstDash val="solid"/>
              <a:miter/>
            </a:ln>
          </p:spPr>
          <p:txBody>
            <a:bodyPr rtlCol="0" anchor="ctr"/>
            <a:lstStyle/>
            <a:p>
              <a:endParaRPr lang="en-US"/>
            </a:p>
          </p:txBody>
        </p:sp>
        <p:sp>
          <p:nvSpPr>
            <p:cNvPr id="758" name="Graphic 4">
              <a:extLst>
                <a:ext uri="{FF2B5EF4-FFF2-40B4-BE49-F238E27FC236}">
                  <a16:creationId xmlns:a16="http://schemas.microsoft.com/office/drawing/2014/main" id="{EC5EB161-11E7-314E-B87E-6037D11B5900}"/>
                </a:ext>
              </a:extLst>
            </p:cNvPr>
            <p:cNvSpPr/>
            <p:nvPr/>
          </p:nvSpPr>
          <p:spPr>
            <a:xfrm>
              <a:off x="8969793" y="3912745"/>
              <a:ext cx="105035" cy="21352"/>
            </a:xfrm>
            <a:custGeom>
              <a:avLst/>
              <a:gdLst>
                <a:gd name="connsiteX0" fmla="*/ 104556 w 105035"/>
                <a:gd name="connsiteY0" fmla="*/ 17396 h 21352"/>
                <a:gd name="connsiteX1" fmla="*/ 100722 w 105035"/>
                <a:gd name="connsiteY1" fmla="*/ 9097 h 21352"/>
                <a:gd name="connsiteX2" fmla="*/ 100722 w 105035"/>
                <a:gd name="connsiteY2" fmla="*/ 9097 h 21352"/>
                <a:gd name="connsiteX3" fmla="*/ 4234 w 105035"/>
                <a:gd name="connsiteY3" fmla="*/ 9097 h 21352"/>
                <a:gd name="connsiteX4" fmla="*/ 401 w 105035"/>
                <a:gd name="connsiteY4" fmla="*/ 17396 h 21352"/>
                <a:gd name="connsiteX5" fmla="*/ 6151 w 105035"/>
                <a:gd name="connsiteY5" fmla="*/ 21227 h 21352"/>
                <a:gd name="connsiteX6" fmla="*/ 8707 w 105035"/>
                <a:gd name="connsiteY6" fmla="*/ 20588 h 21352"/>
                <a:gd name="connsiteX7" fmla="*/ 96250 w 105035"/>
                <a:gd name="connsiteY7" fmla="*/ 20588 h 21352"/>
                <a:gd name="connsiteX8" fmla="*/ 104556 w 105035"/>
                <a:gd name="connsiteY8" fmla="*/ 17396 h 21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035" h="21352">
                  <a:moveTo>
                    <a:pt x="104556" y="17396"/>
                  </a:moveTo>
                  <a:cubicBezTo>
                    <a:pt x="105834" y="14204"/>
                    <a:pt x="104556" y="10374"/>
                    <a:pt x="100722" y="9097"/>
                  </a:cubicBezTo>
                  <a:cubicBezTo>
                    <a:pt x="100722" y="9097"/>
                    <a:pt x="100722" y="9097"/>
                    <a:pt x="100722" y="9097"/>
                  </a:cubicBezTo>
                  <a:cubicBezTo>
                    <a:pt x="69411" y="-3032"/>
                    <a:pt x="34906" y="-3032"/>
                    <a:pt x="4234" y="9097"/>
                  </a:cubicBezTo>
                  <a:cubicBezTo>
                    <a:pt x="1039" y="10374"/>
                    <a:pt x="-878" y="14204"/>
                    <a:pt x="401" y="17396"/>
                  </a:cubicBezTo>
                  <a:cubicBezTo>
                    <a:pt x="1678" y="19950"/>
                    <a:pt x="3595" y="21227"/>
                    <a:pt x="6151" y="21227"/>
                  </a:cubicBezTo>
                  <a:cubicBezTo>
                    <a:pt x="6790" y="21227"/>
                    <a:pt x="7429" y="21227"/>
                    <a:pt x="8707" y="20588"/>
                  </a:cubicBezTo>
                  <a:cubicBezTo>
                    <a:pt x="36823" y="9736"/>
                    <a:pt x="68134" y="9736"/>
                    <a:pt x="96250" y="20588"/>
                  </a:cubicBezTo>
                  <a:cubicBezTo>
                    <a:pt x="99445" y="22503"/>
                    <a:pt x="102640" y="20588"/>
                    <a:pt x="104556" y="17396"/>
                  </a:cubicBezTo>
                  <a:close/>
                </a:path>
              </a:pathLst>
            </a:custGeom>
            <a:solidFill>
              <a:srgbClr val="43B02A"/>
            </a:solidFill>
            <a:ln w="6390" cap="flat">
              <a:noFill/>
              <a:prstDash val="solid"/>
              <a:miter/>
            </a:ln>
          </p:spPr>
          <p:txBody>
            <a:bodyPr rtlCol="0" anchor="ctr"/>
            <a:lstStyle/>
            <a:p>
              <a:endParaRPr lang="en-US"/>
            </a:p>
          </p:txBody>
        </p:sp>
        <p:sp>
          <p:nvSpPr>
            <p:cNvPr id="759" name="Graphic 4">
              <a:extLst>
                <a:ext uri="{FF2B5EF4-FFF2-40B4-BE49-F238E27FC236}">
                  <a16:creationId xmlns:a16="http://schemas.microsoft.com/office/drawing/2014/main" id="{28CDD068-0299-E349-BD4E-A987DE87FBD9}"/>
                </a:ext>
              </a:extLst>
            </p:cNvPr>
            <p:cNvSpPr/>
            <p:nvPr/>
          </p:nvSpPr>
          <p:spPr>
            <a:xfrm>
              <a:off x="8955007" y="3886731"/>
              <a:ext cx="134540" cy="24897"/>
            </a:xfrm>
            <a:custGeom>
              <a:avLst/>
              <a:gdLst>
                <a:gd name="connsiteX0" fmla="*/ 6241 w 134540"/>
                <a:gd name="connsiteY0" fmla="*/ 24897 h 24897"/>
                <a:gd name="connsiteX1" fmla="*/ 8797 w 134540"/>
                <a:gd name="connsiteY1" fmla="*/ 24259 h 24897"/>
                <a:gd name="connsiteX2" fmla="*/ 125732 w 134540"/>
                <a:gd name="connsiteY2" fmla="*/ 24259 h 24897"/>
                <a:gd name="connsiteX3" fmla="*/ 134039 w 134540"/>
                <a:gd name="connsiteY3" fmla="*/ 21705 h 24897"/>
                <a:gd name="connsiteX4" fmla="*/ 131483 w 134540"/>
                <a:gd name="connsiteY4" fmla="*/ 13406 h 24897"/>
                <a:gd name="connsiteX5" fmla="*/ 130844 w 134540"/>
                <a:gd name="connsiteY5" fmla="*/ 13406 h 24897"/>
                <a:gd name="connsiteX6" fmla="*/ 3685 w 134540"/>
                <a:gd name="connsiteY6" fmla="*/ 13406 h 24897"/>
                <a:gd name="connsiteX7" fmla="*/ 490 w 134540"/>
                <a:gd name="connsiteY7" fmla="*/ 21705 h 24897"/>
                <a:gd name="connsiteX8" fmla="*/ 6241 w 134540"/>
                <a:gd name="connsiteY8" fmla="*/ 24897 h 24897"/>
                <a:gd name="connsiteX9" fmla="*/ 6241 w 134540"/>
                <a:gd name="connsiteY9" fmla="*/ 24897 h 24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540" h="24897">
                  <a:moveTo>
                    <a:pt x="6241" y="24897"/>
                  </a:moveTo>
                  <a:cubicBezTo>
                    <a:pt x="6880" y="24897"/>
                    <a:pt x="8157" y="24897"/>
                    <a:pt x="8797" y="24259"/>
                  </a:cubicBezTo>
                  <a:cubicBezTo>
                    <a:pt x="45858" y="8299"/>
                    <a:pt x="88671" y="8299"/>
                    <a:pt x="125732" y="24259"/>
                  </a:cubicBezTo>
                  <a:cubicBezTo>
                    <a:pt x="128927" y="25536"/>
                    <a:pt x="132761" y="24259"/>
                    <a:pt x="134039" y="21705"/>
                  </a:cubicBezTo>
                  <a:cubicBezTo>
                    <a:pt x="135317" y="19152"/>
                    <a:pt x="134039" y="14683"/>
                    <a:pt x="131483" y="13406"/>
                  </a:cubicBezTo>
                  <a:cubicBezTo>
                    <a:pt x="131483" y="13406"/>
                    <a:pt x="130844" y="13406"/>
                    <a:pt x="130844" y="13406"/>
                  </a:cubicBezTo>
                  <a:cubicBezTo>
                    <a:pt x="90588" y="-4469"/>
                    <a:pt x="43941" y="-4469"/>
                    <a:pt x="3685" y="13406"/>
                  </a:cubicBezTo>
                  <a:cubicBezTo>
                    <a:pt x="490" y="14683"/>
                    <a:pt x="-788" y="18513"/>
                    <a:pt x="490" y="21705"/>
                  </a:cubicBezTo>
                  <a:cubicBezTo>
                    <a:pt x="1128" y="23621"/>
                    <a:pt x="3685" y="24897"/>
                    <a:pt x="6241" y="24897"/>
                  </a:cubicBezTo>
                  <a:lnTo>
                    <a:pt x="6241" y="24897"/>
                  </a:lnTo>
                  <a:close/>
                </a:path>
              </a:pathLst>
            </a:custGeom>
            <a:solidFill>
              <a:srgbClr val="43B02A"/>
            </a:solidFill>
            <a:ln w="6390" cap="flat">
              <a:noFill/>
              <a:prstDash val="solid"/>
              <a:miter/>
            </a:ln>
          </p:spPr>
          <p:txBody>
            <a:bodyPr rtlCol="0" anchor="ctr"/>
            <a:lstStyle/>
            <a:p>
              <a:endParaRPr lang="en-US"/>
            </a:p>
          </p:txBody>
        </p:sp>
        <p:sp>
          <p:nvSpPr>
            <p:cNvPr id="760" name="Graphic 4">
              <a:extLst>
                <a:ext uri="{FF2B5EF4-FFF2-40B4-BE49-F238E27FC236}">
                  <a16:creationId xmlns:a16="http://schemas.microsoft.com/office/drawing/2014/main" id="{7C4244A0-077E-5A43-B907-C9428892419C}"/>
                </a:ext>
              </a:extLst>
            </p:cNvPr>
            <p:cNvSpPr/>
            <p:nvPr/>
          </p:nvSpPr>
          <p:spPr>
            <a:xfrm>
              <a:off x="8944634" y="3966530"/>
              <a:ext cx="157023" cy="158322"/>
            </a:xfrm>
            <a:custGeom>
              <a:avLst/>
              <a:gdLst>
                <a:gd name="connsiteX0" fmla="*/ 150164 w 157023"/>
                <a:gd name="connsiteY0" fmla="*/ 42134 h 158322"/>
                <a:gd name="connsiteX1" fmla="*/ 152719 w 157023"/>
                <a:gd name="connsiteY1" fmla="*/ 37027 h 158322"/>
                <a:gd name="connsiteX2" fmla="*/ 149524 w 157023"/>
                <a:gd name="connsiteY2" fmla="*/ 31920 h 158322"/>
                <a:gd name="connsiteX3" fmla="*/ 129076 w 157023"/>
                <a:gd name="connsiteY3" fmla="*/ 19152 h 158322"/>
                <a:gd name="connsiteX4" fmla="*/ 128438 w 157023"/>
                <a:gd name="connsiteY4" fmla="*/ 18513 h 158322"/>
                <a:gd name="connsiteX5" fmla="*/ 123325 w 157023"/>
                <a:gd name="connsiteY5" fmla="*/ 17237 h 158322"/>
                <a:gd name="connsiteX6" fmla="*/ 120130 w 157023"/>
                <a:gd name="connsiteY6" fmla="*/ 18513 h 158322"/>
                <a:gd name="connsiteX7" fmla="*/ 118214 w 157023"/>
                <a:gd name="connsiteY7" fmla="*/ 25536 h 158322"/>
                <a:gd name="connsiteX8" fmla="*/ 125881 w 157023"/>
                <a:gd name="connsiteY8" fmla="*/ 50433 h 158322"/>
                <a:gd name="connsiteX9" fmla="*/ 130354 w 157023"/>
                <a:gd name="connsiteY9" fmla="*/ 54902 h 158322"/>
                <a:gd name="connsiteX10" fmla="*/ 132271 w 157023"/>
                <a:gd name="connsiteY10" fmla="*/ 54902 h 158322"/>
                <a:gd name="connsiteX11" fmla="*/ 136105 w 157023"/>
                <a:gd name="connsiteY11" fmla="*/ 53625 h 158322"/>
                <a:gd name="connsiteX12" fmla="*/ 138661 w 157023"/>
                <a:gd name="connsiteY12" fmla="*/ 51710 h 158322"/>
                <a:gd name="connsiteX13" fmla="*/ 143774 w 157023"/>
                <a:gd name="connsiteY13" fmla="*/ 72139 h 158322"/>
                <a:gd name="connsiteX14" fmla="*/ 106712 w 157023"/>
                <a:gd name="connsiteY14" fmla="*/ 72139 h 158322"/>
                <a:gd name="connsiteX15" fmla="*/ 71567 w 157023"/>
                <a:gd name="connsiteY15" fmla="*/ 49795 h 158322"/>
                <a:gd name="connsiteX16" fmla="*/ 49202 w 157023"/>
                <a:gd name="connsiteY16" fmla="*/ 72139 h 158322"/>
                <a:gd name="connsiteX17" fmla="*/ 12140 w 157023"/>
                <a:gd name="connsiteY17" fmla="*/ 72139 h 158322"/>
                <a:gd name="connsiteX18" fmla="*/ 77957 w 157023"/>
                <a:gd name="connsiteY18" fmla="*/ 12768 h 158322"/>
                <a:gd name="connsiteX19" fmla="*/ 98404 w 157023"/>
                <a:gd name="connsiteY19" fmla="*/ 15960 h 158322"/>
                <a:gd name="connsiteX20" fmla="*/ 106712 w 157023"/>
                <a:gd name="connsiteY20" fmla="*/ 12129 h 158322"/>
                <a:gd name="connsiteX21" fmla="*/ 102878 w 157023"/>
                <a:gd name="connsiteY21" fmla="*/ 3830 h 158322"/>
                <a:gd name="connsiteX22" fmla="*/ 78596 w 157023"/>
                <a:gd name="connsiteY22" fmla="*/ 0 h 158322"/>
                <a:gd name="connsiteX23" fmla="*/ 0 w 157023"/>
                <a:gd name="connsiteY23" fmla="*/ 77885 h 158322"/>
                <a:gd name="connsiteX24" fmla="*/ 7668 w 157023"/>
                <a:gd name="connsiteY24" fmla="*/ 112358 h 158322"/>
                <a:gd name="connsiteX25" fmla="*/ 4473 w 157023"/>
                <a:gd name="connsiteY25" fmla="*/ 115550 h 158322"/>
                <a:gd name="connsiteX26" fmla="*/ 1917 w 157023"/>
                <a:gd name="connsiteY26" fmla="*/ 121296 h 158322"/>
                <a:gd name="connsiteX27" fmla="*/ 5111 w 157023"/>
                <a:gd name="connsiteY27" fmla="*/ 126403 h 158322"/>
                <a:gd name="connsiteX28" fmla="*/ 28115 w 157023"/>
                <a:gd name="connsiteY28" fmla="*/ 139171 h 158322"/>
                <a:gd name="connsiteX29" fmla="*/ 31310 w 157023"/>
                <a:gd name="connsiteY29" fmla="*/ 139809 h 158322"/>
                <a:gd name="connsiteX30" fmla="*/ 38340 w 157023"/>
                <a:gd name="connsiteY30" fmla="*/ 134064 h 158322"/>
                <a:gd name="connsiteX31" fmla="*/ 37700 w 157023"/>
                <a:gd name="connsiteY31" fmla="*/ 131510 h 158322"/>
                <a:gd name="connsiteX32" fmla="*/ 29394 w 157023"/>
                <a:gd name="connsiteY32" fmla="*/ 106613 h 158322"/>
                <a:gd name="connsiteX33" fmla="*/ 21086 w 157023"/>
                <a:gd name="connsiteY33" fmla="*/ 102782 h 158322"/>
                <a:gd name="connsiteX34" fmla="*/ 19170 w 157023"/>
                <a:gd name="connsiteY34" fmla="*/ 104059 h 158322"/>
                <a:gd name="connsiteX35" fmla="*/ 17891 w 157023"/>
                <a:gd name="connsiteY35" fmla="*/ 104697 h 158322"/>
                <a:gd name="connsiteX36" fmla="*/ 12780 w 157023"/>
                <a:gd name="connsiteY36" fmla="*/ 85545 h 158322"/>
                <a:gd name="connsiteX37" fmla="*/ 49841 w 157023"/>
                <a:gd name="connsiteY37" fmla="*/ 85545 h 158322"/>
                <a:gd name="connsiteX38" fmla="*/ 72206 w 157023"/>
                <a:gd name="connsiteY38" fmla="*/ 107889 h 158322"/>
                <a:gd name="connsiteX39" fmla="*/ 72206 w 157023"/>
                <a:gd name="connsiteY39" fmla="*/ 144916 h 158322"/>
                <a:gd name="connsiteX40" fmla="*/ 54953 w 157023"/>
                <a:gd name="connsiteY40" fmla="*/ 141086 h 158322"/>
                <a:gd name="connsiteX41" fmla="*/ 46646 w 157023"/>
                <a:gd name="connsiteY41" fmla="*/ 144916 h 158322"/>
                <a:gd name="connsiteX42" fmla="*/ 46646 w 157023"/>
                <a:gd name="connsiteY42" fmla="*/ 144916 h 158322"/>
                <a:gd name="connsiteX43" fmla="*/ 50480 w 157023"/>
                <a:gd name="connsiteY43" fmla="*/ 153216 h 158322"/>
                <a:gd name="connsiteX44" fmla="*/ 78596 w 157023"/>
                <a:gd name="connsiteY44" fmla="*/ 158323 h 158322"/>
                <a:gd name="connsiteX45" fmla="*/ 85625 w 157023"/>
                <a:gd name="connsiteY45" fmla="*/ 158323 h 158322"/>
                <a:gd name="connsiteX46" fmla="*/ 116297 w 157023"/>
                <a:gd name="connsiteY46" fmla="*/ 148747 h 158322"/>
                <a:gd name="connsiteX47" fmla="*/ 148885 w 157023"/>
                <a:gd name="connsiteY47" fmla="*/ 44688 h 158322"/>
                <a:gd name="connsiteX48" fmla="*/ 150164 w 157023"/>
                <a:gd name="connsiteY48" fmla="*/ 42134 h 158322"/>
                <a:gd name="connsiteX49" fmla="*/ 60704 w 157023"/>
                <a:gd name="connsiteY49" fmla="*/ 79161 h 158322"/>
                <a:gd name="connsiteX50" fmla="*/ 77318 w 157023"/>
                <a:gd name="connsiteY50" fmla="*/ 62563 h 158322"/>
                <a:gd name="connsiteX51" fmla="*/ 93932 w 157023"/>
                <a:gd name="connsiteY51" fmla="*/ 79161 h 158322"/>
                <a:gd name="connsiteX52" fmla="*/ 77318 w 157023"/>
                <a:gd name="connsiteY52" fmla="*/ 95760 h 158322"/>
                <a:gd name="connsiteX53" fmla="*/ 77318 w 157023"/>
                <a:gd name="connsiteY53" fmla="*/ 95760 h 158322"/>
                <a:gd name="connsiteX54" fmla="*/ 60704 w 157023"/>
                <a:gd name="connsiteY54" fmla="*/ 79161 h 158322"/>
                <a:gd name="connsiteX55" fmla="*/ 60704 w 157023"/>
                <a:gd name="connsiteY55" fmla="*/ 79161 h 158322"/>
                <a:gd name="connsiteX56" fmla="*/ 109268 w 157023"/>
                <a:gd name="connsiteY56" fmla="*/ 136617 h 158322"/>
                <a:gd name="connsiteX57" fmla="*/ 83708 w 157023"/>
                <a:gd name="connsiteY57" fmla="*/ 144278 h 158322"/>
                <a:gd name="connsiteX58" fmla="*/ 83708 w 157023"/>
                <a:gd name="connsiteY58" fmla="*/ 107251 h 158322"/>
                <a:gd name="connsiteX59" fmla="*/ 106073 w 157023"/>
                <a:gd name="connsiteY59" fmla="*/ 84907 h 158322"/>
                <a:gd name="connsiteX60" fmla="*/ 143134 w 157023"/>
                <a:gd name="connsiteY60" fmla="*/ 84907 h 158322"/>
                <a:gd name="connsiteX61" fmla="*/ 109268 w 157023"/>
                <a:gd name="connsiteY61" fmla="*/ 136617 h 158322"/>
                <a:gd name="connsiteX62" fmla="*/ 109268 w 157023"/>
                <a:gd name="connsiteY62" fmla="*/ 136617 h 158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57023" h="158322">
                  <a:moveTo>
                    <a:pt x="150164" y="42134"/>
                  </a:moveTo>
                  <a:cubicBezTo>
                    <a:pt x="152080" y="40857"/>
                    <a:pt x="152719" y="38942"/>
                    <a:pt x="152719" y="37027"/>
                  </a:cubicBezTo>
                  <a:cubicBezTo>
                    <a:pt x="152719" y="35112"/>
                    <a:pt x="151441" y="33197"/>
                    <a:pt x="149524" y="31920"/>
                  </a:cubicBezTo>
                  <a:lnTo>
                    <a:pt x="129076" y="19152"/>
                  </a:lnTo>
                  <a:lnTo>
                    <a:pt x="128438" y="18513"/>
                  </a:lnTo>
                  <a:cubicBezTo>
                    <a:pt x="127159" y="17237"/>
                    <a:pt x="125243" y="16598"/>
                    <a:pt x="123325" y="17237"/>
                  </a:cubicBezTo>
                  <a:cubicBezTo>
                    <a:pt x="122048" y="17237"/>
                    <a:pt x="120769" y="17875"/>
                    <a:pt x="120130" y="18513"/>
                  </a:cubicBezTo>
                  <a:cubicBezTo>
                    <a:pt x="118214" y="20429"/>
                    <a:pt x="116935" y="22982"/>
                    <a:pt x="118214" y="25536"/>
                  </a:cubicBezTo>
                  <a:lnTo>
                    <a:pt x="125881" y="50433"/>
                  </a:lnTo>
                  <a:cubicBezTo>
                    <a:pt x="126520" y="52349"/>
                    <a:pt x="127799" y="54264"/>
                    <a:pt x="130354" y="54902"/>
                  </a:cubicBezTo>
                  <a:cubicBezTo>
                    <a:pt x="130994" y="54902"/>
                    <a:pt x="131633" y="54902"/>
                    <a:pt x="132271" y="54902"/>
                  </a:cubicBezTo>
                  <a:cubicBezTo>
                    <a:pt x="133549" y="54902"/>
                    <a:pt x="134828" y="54264"/>
                    <a:pt x="136105" y="53625"/>
                  </a:cubicBezTo>
                  <a:lnTo>
                    <a:pt x="138661" y="51710"/>
                  </a:lnTo>
                  <a:cubicBezTo>
                    <a:pt x="141856" y="58094"/>
                    <a:pt x="143134" y="65117"/>
                    <a:pt x="143774" y="72139"/>
                  </a:cubicBezTo>
                  <a:lnTo>
                    <a:pt x="106712" y="72139"/>
                  </a:lnTo>
                  <a:cubicBezTo>
                    <a:pt x="102878" y="56179"/>
                    <a:pt x="87542" y="46603"/>
                    <a:pt x="71567" y="49795"/>
                  </a:cubicBezTo>
                  <a:cubicBezTo>
                    <a:pt x="60704" y="52349"/>
                    <a:pt x="51758" y="60648"/>
                    <a:pt x="49202" y="72139"/>
                  </a:cubicBezTo>
                  <a:lnTo>
                    <a:pt x="12140" y="72139"/>
                  </a:lnTo>
                  <a:cubicBezTo>
                    <a:pt x="15335" y="38304"/>
                    <a:pt x="44090" y="12768"/>
                    <a:pt x="77957" y="12768"/>
                  </a:cubicBezTo>
                  <a:cubicBezTo>
                    <a:pt x="84986" y="12768"/>
                    <a:pt x="92014" y="14045"/>
                    <a:pt x="98404" y="15960"/>
                  </a:cubicBezTo>
                  <a:cubicBezTo>
                    <a:pt x="101599" y="17237"/>
                    <a:pt x="105434" y="15321"/>
                    <a:pt x="106712" y="12129"/>
                  </a:cubicBezTo>
                  <a:cubicBezTo>
                    <a:pt x="107989" y="8937"/>
                    <a:pt x="106073" y="5107"/>
                    <a:pt x="102878" y="3830"/>
                  </a:cubicBezTo>
                  <a:cubicBezTo>
                    <a:pt x="95209" y="1277"/>
                    <a:pt x="86903" y="0"/>
                    <a:pt x="78596" y="0"/>
                  </a:cubicBezTo>
                  <a:cubicBezTo>
                    <a:pt x="35145" y="0"/>
                    <a:pt x="0" y="34473"/>
                    <a:pt x="0" y="77885"/>
                  </a:cubicBezTo>
                  <a:cubicBezTo>
                    <a:pt x="0" y="90014"/>
                    <a:pt x="2555" y="101505"/>
                    <a:pt x="7668" y="112358"/>
                  </a:cubicBezTo>
                  <a:lnTo>
                    <a:pt x="4473" y="115550"/>
                  </a:lnTo>
                  <a:cubicBezTo>
                    <a:pt x="2555" y="116827"/>
                    <a:pt x="1917" y="118742"/>
                    <a:pt x="1917" y="121296"/>
                  </a:cubicBezTo>
                  <a:cubicBezTo>
                    <a:pt x="1917" y="123211"/>
                    <a:pt x="3195" y="125126"/>
                    <a:pt x="5111" y="126403"/>
                  </a:cubicBezTo>
                  <a:lnTo>
                    <a:pt x="28115" y="139171"/>
                  </a:lnTo>
                  <a:cubicBezTo>
                    <a:pt x="28755" y="139809"/>
                    <a:pt x="30032" y="139809"/>
                    <a:pt x="31310" y="139809"/>
                  </a:cubicBezTo>
                  <a:cubicBezTo>
                    <a:pt x="35145" y="139809"/>
                    <a:pt x="37700" y="137256"/>
                    <a:pt x="38340" y="134064"/>
                  </a:cubicBezTo>
                  <a:cubicBezTo>
                    <a:pt x="38340" y="133425"/>
                    <a:pt x="38340" y="132149"/>
                    <a:pt x="37700" y="131510"/>
                  </a:cubicBezTo>
                  <a:lnTo>
                    <a:pt x="29394" y="106613"/>
                  </a:lnTo>
                  <a:cubicBezTo>
                    <a:pt x="28115" y="103421"/>
                    <a:pt x="24920" y="101505"/>
                    <a:pt x="21086" y="102782"/>
                  </a:cubicBezTo>
                  <a:cubicBezTo>
                    <a:pt x="20447" y="102782"/>
                    <a:pt x="19809" y="103421"/>
                    <a:pt x="19170" y="104059"/>
                  </a:cubicBezTo>
                  <a:lnTo>
                    <a:pt x="17891" y="104697"/>
                  </a:lnTo>
                  <a:cubicBezTo>
                    <a:pt x="15335" y="98313"/>
                    <a:pt x="13419" y="91929"/>
                    <a:pt x="12780" y="85545"/>
                  </a:cubicBezTo>
                  <a:lnTo>
                    <a:pt x="49841" y="85545"/>
                  </a:lnTo>
                  <a:cubicBezTo>
                    <a:pt x="52397" y="96398"/>
                    <a:pt x="60704" y="105336"/>
                    <a:pt x="72206" y="107889"/>
                  </a:cubicBezTo>
                  <a:lnTo>
                    <a:pt x="72206" y="144916"/>
                  </a:lnTo>
                  <a:cubicBezTo>
                    <a:pt x="66455" y="144278"/>
                    <a:pt x="60065" y="143001"/>
                    <a:pt x="54953" y="141086"/>
                  </a:cubicBezTo>
                  <a:cubicBezTo>
                    <a:pt x="51758" y="139809"/>
                    <a:pt x="47925" y="141724"/>
                    <a:pt x="46646" y="144916"/>
                  </a:cubicBezTo>
                  <a:cubicBezTo>
                    <a:pt x="46646" y="144916"/>
                    <a:pt x="46646" y="144916"/>
                    <a:pt x="46646" y="144916"/>
                  </a:cubicBezTo>
                  <a:cubicBezTo>
                    <a:pt x="45368" y="148108"/>
                    <a:pt x="47285" y="151939"/>
                    <a:pt x="50480" y="153216"/>
                  </a:cubicBezTo>
                  <a:cubicBezTo>
                    <a:pt x="59426" y="157046"/>
                    <a:pt x="69011" y="158323"/>
                    <a:pt x="78596" y="158323"/>
                  </a:cubicBezTo>
                  <a:cubicBezTo>
                    <a:pt x="81152" y="158323"/>
                    <a:pt x="83069" y="158323"/>
                    <a:pt x="85625" y="158323"/>
                  </a:cubicBezTo>
                  <a:cubicBezTo>
                    <a:pt x="96488" y="157684"/>
                    <a:pt x="106712" y="153854"/>
                    <a:pt x="116297" y="148747"/>
                  </a:cubicBezTo>
                  <a:cubicBezTo>
                    <a:pt x="153358" y="128318"/>
                    <a:pt x="167416" y="82353"/>
                    <a:pt x="148885" y="44688"/>
                  </a:cubicBezTo>
                  <a:lnTo>
                    <a:pt x="150164" y="42134"/>
                  </a:lnTo>
                  <a:close/>
                  <a:moveTo>
                    <a:pt x="60704" y="79161"/>
                  </a:moveTo>
                  <a:cubicBezTo>
                    <a:pt x="60704" y="70224"/>
                    <a:pt x="68372" y="62563"/>
                    <a:pt x="77318" y="62563"/>
                  </a:cubicBezTo>
                  <a:cubicBezTo>
                    <a:pt x="86264" y="62563"/>
                    <a:pt x="93932" y="70224"/>
                    <a:pt x="93932" y="79161"/>
                  </a:cubicBezTo>
                  <a:cubicBezTo>
                    <a:pt x="93932" y="88099"/>
                    <a:pt x="86264" y="95760"/>
                    <a:pt x="77318" y="95760"/>
                  </a:cubicBezTo>
                  <a:lnTo>
                    <a:pt x="77318" y="95760"/>
                  </a:lnTo>
                  <a:cubicBezTo>
                    <a:pt x="68372" y="95121"/>
                    <a:pt x="60704" y="88099"/>
                    <a:pt x="60704" y="79161"/>
                  </a:cubicBezTo>
                  <a:lnTo>
                    <a:pt x="60704" y="79161"/>
                  </a:lnTo>
                  <a:close/>
                  <a:moveTo>
                    <a:pt x="109268" y="136617"/>
                  </a:moveTo>
                  <a:cubicBezTo>
                    <a:pt x="101599" y="141086"/>
                    <a:pt x="92654" y="143640"/>
                    <a:pt x="83708" y="144278"/>
                  </a:cubicBezTo>
                  <a:lnTo>
                    <a:pt x="83708" y="107251"/>
                  </a:lnTo>
                  <a:cubicBezTo>
                    <a:pt x="94571" y="104697"/>
                    <a:pt x="103517" y="96398"/>
                    <a:pt x="106073" y="84907"/>
                  </a:cubicBezTo>
                  <a:lnTo>
                    <a:pt x="143134" y="84907"/>
                  </a:lnTo>
                  <a:cubicBezTo>
                    <a:pt x="140579" y="106613"/>
                    <a:pt x="128438" y="125765"/>
                    <a:pt x="109268" y="136617"/>
                  </a:cubicBezTo>
                  <a:lnTo>
                    <a:pt x="109268" y="136617"/>
                  </a:lnTo>
                  <a:close/>
                </a:path>
              </a:pathLst>
            </a:custGeom>
            <a:solidFill>
              <a:srgbClr val="43B02A"/>
            </a:solidFill>
            <a:ln w="6390" cap="flat">
              <a:noFill/>
              <a:prstDash val="solid"/>
              <a:miter/>
            </a:ln>
          </p:spPr>
          <p:txBody>
            <a:bodyPr rtlCol="0" anchor="ctr"/>
            <a:lstStyle/>
            <a:p>
              <a:endParaRPr lang="en-US"/>
            </a:p>
          </p:txBody>
        </p:sp>
      </p:grpSp>
      <p:grpSp>
        <p:nvGrpSpPr>
          <p:cNvPr id="761" name="Graphic 4">
            <a:extLst>
              <a:ext uri="{FF2B5EF4-FFF2-40B4-BE49-F238E27FC236}">
                <a16:creationId xmlns:a16="http://schemas.microsoft.com/office/drawing/2014/main" id="{85E49C1B-7B67-304E-88CF-69E25D823DD6}"/>
              </a:ext>
            </a:extLst>
          </p:cNvPr>
          <p:cNvGrpSpPr/>
          <p:nvPr/>
        </p:nvGrpSpPr>
        <p:grpSpPr>
          <a:xfrm>
            <a:off x="10329595" y="2371173"/>
            <a:ext cx="362309" cy="361971"/>
            <a:chOff x="9278827" y="2371173"/>
            <a:chExt cx="362309" cy="361971"/>
          </a:xfrm>
          <a:solidFill>
            <a:srgbClr val="43B02A"/>
          </a:solidFill>
        </p:grpSpPr>
        <p:sp>
          <p:nvSpPr>
            <p:cNvPr id="762" name="Graphic 4">
              <a:extLst>
                <a:ext uri="{FF2B5EF4-FFF2-40B4-BE49-F238E27FC236}">
                  <a16:creationId xmlns:a16="http://schemas.microsoft.com/office/drawing/2014/main" id="{7B40FC11-99F0-534E-B50F-A168D88A39A6}"/>
                </a:ext>
              </a:extLst>
            </p:cNvPr>
            <p:cNvSpPr/>
            <p:nvPr/>
          </p:nvSpPr>
          <p:spPr>
            <a:xfrm>
              <a:off x="9494168" y="2567800"/>
              <a:ext cx="38978" cy="49156"/>
            </a:xfrm>
            <a:custGeom>
              <a:avLst/>
              <a:gdLst>
                <a:gd name="connsiteX0" fmla="*/ 20447 w 38978"/>
                <a:gd name="connsiteY0" fmla="*/ 17237 h 49156"/>
                <a:gd name="connsiteX1" fmla="*/ 20447 w 38978"/>
                <a:gd name="connsiteY1" fmla="*/ 0 h 49156"/>
                <a:gd name="connsiteX2" fmla="*/ 0 w 38978"/>
                <a:gd name="connsiteY2" fmla="*/ 25536 h 49156"/>
                <a:gd name="connsiteX3" fmla="*/ 12140 w 38978"/>
                <a:gd name="connsiteY3" fmla="*/ 25536 h 49156"/>
                <a:gd name="connsiteX4" fmla="*/ 18530 w 38978"/>
                <a:gd name="connsiteY4" fmla="*/ 31920 h 49156"/>
                <a:gd name="connsiteX5" fmla="*/ 18530 w 38978"/>
                <a:gd name="connsiteY5" fmla="*/ 49157 h 49156"/>
                <a:gd name="connsiteX6" fmla="*/ 38978 w 38978"/>
                <a:gd name="connsiteY6" fmla="*/ 23621 h 49156"/>
                <a:gd name="connsiteX7" fmla="*/ 26837 w 38978"/>
                <a:gd name="connsiteY7" fmla="*/ 23621 h 49156"/>
                <a:gd name="connsiteX8" fmla="*/ 20447 w 38978"/>
                <a:gd name="connsiteY8" fmla="*/ 17237 h 49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78" h="49156">
                  <a:moveTo>
                    <a:pt x="20447" y="17237"/>
                  </a:moveTo>
                  <a:lnTo>
                    <a:pt x="20447" y="0"/>
                  </a:lnTo>
                  <a:lnTo>
                    <a:pt x="0" y="25536"/>
                  </a:lnTo>
                  <a:lnTo>
                    <a:pt x="12140" y="25536"/>
                  </a:lnTo>
                  <a:cubicBezTo>
                    <a:pt x="15975" y="25536"/>
                    <a:pt x="18530" y="28089"/>
                    <a:pt x="18530" y="31920"/>
                  </a:cubicBezTo>
                  <a:lnTo>
                    <a:pt x="18530" y="49157"/>
                  </a:lnTo>
                  <a:lnTo>
                    <a:pt x="38978" y="23621"/>
                  </a:lnTo>
                  <a:lnTo>
                    <a:pt x="26837" y="23621"/>
                  </a:lnTo>
                  <a:cubicBezTo>
                    <a:pt x="23004" y="23621"/>
                    <a:pt x="20447" y="20429"/>
                    <a:pt x="20447" y="17237"/>
                  </a:cubicBezTo>
                  <a:close/>
                </a:path>
              </a:pathLst>
            </a:custGeom>
            <a:solidFill>
              <a:srgbClr val="43B02A"/>
            </a:solidFill>
            <a:ln w="6390" cap="flat">
              <a:noFill/>
              <a:prstDash val="solid"/>
              <a:miter/>
            </a:ln>
          </p:spPr>
          <p:txBody>
            <a:bodyPr rtlCol="0" anchor="ctr"/>
            <a:lstStyle/>
            <a:p>
              <a:endParaRPr lang="en-US"/>
            </a:p>
          </p:txBody>
        </p:sp>
        <p:sp>
          <p:nvSpPr>
            <p:cNvPr id="763" name="Graphic 4">
              <a:extLst>
                <a:ext uri="{FF2B5EF4-FFF2-40B4-BE49-F238E27FC236}">
                  <a16:creationId xmlns:a16="http://schemas.microsoft.com/office/drawing/2014/main" id="{ED09D2BC-F3DF-BE4A-A87E-9094267851D5}"/>
                </a:ext>
              </a:extLst>
            </p:cNvPr>
            <p:cNvSpPr/>
            <p:nvPr/>
          </p:nvSpPr>
          <p:spPr>
            <a:xfrm>
              <a:off x="9456468" y="2535880"/>
              <a:ext cx="113740" cy="113634"/>
            </a:xfrm>
            <a:custGeom>
              <a:avLst/>
              <a:gdLst>
                <a:gd name="connsiteX0" fmla="*/ 56871 w 113740"/>
                <a:gd name="connsiteY0" fmla="*/ 0 h 113634"/>
                <a:gd name="connsiteX1" fmla="*/ 0 w 113740"/>
                <a:gd name="connsiteY1" fmla="*/ 56817 h 113634"/>
                <a:gd name="connsiteX2" fmla="*/ 56871 w 113740"/>
                <a:gd name="connsiteY2" fmla="*/ 113635 h 113634"/>
                <a:gd name="connsiteX3" fmla="*/ 113740 w 113740"/>
                <a:gd name="connsiteY3" fmla="*/ 56817 h 113634"/>
                <a:gd name="connsiteX4" fmla="*/ 56871 w 113740"/>
                <a:gd name="connsiteY4" fmla="*/ 0 h 113634"/>
                <a:gd name="connsiteX5" fmla="*/ 94571 w 113740"/>
                <a:gd name="connsiteY5" fmla="*/ 52987 h 113634"/>
                <a:gd name="connsiteX6" fmla="*/ 54314 w 113740"/>
                <a:gd name="connsiteY6" fmla="*/ 103420 h 113634"/>
                <a:gd name="connsiteX7" fmla="*/ 47286 w 113740"/>
                <a:gd name="connsiteY7" fmla="*/ 105336 h 113634"/>
                <a:gd name="connsiteX8" fmla="*/ 42812 w 113740"/>
                <a:gd name="connsiteY8" fmla="*/ 99590 h 113634"/>
                <a:gd name="connsiteX9" fmla="*/ 42812 w 113740"/>
                <a:gd name="connsiteY9" fmla="*/ 70862 h 113634"/>
                <a:gd name="connsiteX10" fmla="*/ 24281 w 113740"/>
                <a:gd name="connsiteY10" fmla="*/ 70862 h 113634"/>
                <a:gd name="connsiteX11" fmla="*/ 17891 w 113740"/>
                <a:gd name="connsiteY11" fmla="*/ 64478 h 113634"/>
                <a:gd name="connsiteX12" fmla="*/ 19170 w 113740"/>
                <a:gd name="connsiteY12" fmla="*/ 60648 h 113634"/>
                <a:gd name="connsiteX13" fmla="*/ 59426 w 113740"/>
                <a:gd name="connsiteY13" fmla="*/ 10214 h 113634"/>
                <a:gd name="connsiteX14" fmla="*/ 66456 w 113740"/>
                <a:gd name="connsiteY14" fmla="*/ 8299 h 113634"/>
                <a:gd name="connsiteX15" fmla="*/ 70928 w 113740"/>
                <a:gd name="connsiteY15" fmla="*/ 14045 h 113634"/>
                <a:gd name="connsiteX16" fmla="*/ 70928 w 113740"/>
                <a:gd name="connsiteY16" fmla="*/ 42773 h 113634"/>
                <a:gd name="connsiteX17" fmla="*/ 90098 w 113740"/>
                <a:gd name="connsiteY17" fmla="*/ 42773 h 113634"/>
                <a:gd name="connsiteX18" fmla="*/ 95849 w 113740"/>
                <a:gd name="connsiteY18" fmla="*/ 46603 h 113634"/>
                <a:gd name="connsiteX19" fmla="*/ 94571 w 113740"/>
                <a:gd name="connsiteY19" fmla="*/ 52987 h 113634"/>
                <a:gd name="connsiteX20" fmla="*/ 94571 w 113740"/>
                <a:gd name="connsiteY20" fmla="*/ 52987 h 113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3740" h="113634">
                  <a:moveTo>
                    <a:pt x="56871" y="0"/>
                  </a:moveTo>
                  <a:cubicBezTo>
                    <a:pt x="25560" y="0"/>
                    <a:pt x="0" y="25536"/>
                    <a:pt x="0" y="56817"/>
                  </a:cubicBezTo>
                  <a:cubicBezTo>
                    <a:pt x="0" y="88099"/>
                    <a:pt x="25560" y="113635"/>
                    <a:pt x="56871" y="113635"/>
                  </a:cubicBezTo>
                  <a:cubicBezTo>
                    <a:pt x="88181" y="113635"/>
                    <a:pt x="113740" y="88099"/>
                    <a:pt x="113740" y="56817"/>
                  </a:cubicBezTo>
                  <a:cubicBezTo>
                    <a:pt x="113740" y="25536"/>
                    <a:pt x="88181" y="0"/>
                    <a:pt x="56871" y="0"/>
                  </a:cubicBezTo>
                  <a:close/>
                  <a:moveTo>
                    <a:pt x="94571" y="52987"/>
                  </a:moveTo>
                  <a:lnTo>
                    <a:pt x="54314" y="103420"/>
                  </a:lnTo>
                  <a:cubicBezTo>
                    <a:pt x="52397" y="105336"/>
                    <a:pt x="49841" y="106612"/>
                    <a:pt x="47286" y="105336"/>
                  </a:cubicBezTo>
                  <a:cubicBezTo>
                    <a:pt x="44730" y="104697"/>
                    <a:pt x="42812" y="102144"/>
                    <a:pt x="42812" y="99590"/>
                  </a:cubicBezTo>
                  <a:lnTo>
                    <a:pt x="42812" y="70862"/>
                  </a:lnTo>
                  <a:lnTo>
                    <a:pt x="24281" y="70862"/>
                  </a:lnTo>
                  <a:cubicBezTo>
                    <a:pt x="20447" y="70862"/>
                    <a:pt x="17891" y="68308"/>
                    <a:pt x="17891" y="64478"/>
                  </a:cubicBezTo>
                  <a:cubicBezTo>
                    <a:pt x="17891" y="63201"/>
                    <a:pt x="18531" y="61925"/>
                    <a:pt x="19170" y="60648"/>
                  </a:cubicBezTo>
                  <a:lnTo>
                    <a:pt x="59426" y="10214"/>
                  </a:lnTo>
                  <a:cubicBezTo>
                    <a:pt x="61343" y="8299"/>
                    <a:pt x="63899" y="7022"/>
                    <a:pt x="66456" y="8299"/>
                  </a:cubicBezTo>
                  <a:cubicBezTo>
                    <a:pt x="69011" y="8938"/>
                    <a:pt x="70928" y="11491"/>
                    <a:pt x="70928" y="14045"/>
                  </a:cubicBezTo>
                  <a:lnTo>
                    <a:pt x="70928" y="42773"/>
                  </a:lnTo>
                  <a:lnTo>
                    <a:pt x="90098" y="42773"/>
                  </a:lnTo>
                  <a:cubicBezTo>
                    <a:pt x="92654" y="42773"/>
                    <a:pt x="94571" y="44049"/>
                    <a:pt x="95849" y="46603"/>
                  </a:cubicBezTo>
                  <a:cubicBezTo>
                    <a:pt x="96488" y="48518"/>
                    <a:pt x="96488" y="51072"/>
                    <a:pt x="94571" y="52987"/>
                  </a:cubicBezTo>
                  <a:lnTo>
                    <a:pt x="94571" y="52987"/>
                  </a:lnTo>
                  <a:close/>
                </a:path>
              </a:pathLst>
            </a:custGeom>
            <a:solidFill>
              <a:srgbClr val="43B02A"/>
            </a:solidFill>
            <a:ln w="6390" cap="flat">
              <a:noFill/>
              <a:prstDash val="solid"/>
              <a:miter/>
            </a:ln>
          </p:spPr>
          <p:txBody>
            <a:bodyPr rtlCol="0" anchor="ctr"/>
            <a:lstStyle/>
            <a:p>
              <a:endParaRPr lang="en-US"/>
            </a:p>
          </p:txBody>
        </p:sp>
        <p:sp>
          <p:nvSpPr>
            <p:cNvPr id="764" name="Graphic 4">
              <a:extLst>
                <a:ext uri="{FF2B5EF4-FFF2-40B4-BE49-F238E27FC236}">
                  <a16:creationId xmlns:a16="http://schemas.microsoft.com/office/drawing/2014/main" id="{B769C873-4BAE-6F47-817B-ED949F436FB5}"/>
                </a:ext>
              </a:extLst>
            </p:cNvPr>
            <p:cNvSpPr/>
            <p:nvPr/>
          </p:nvSpPr>
          <p:spPr>
            <a:xfrm>
              <a:off x="9278827" y="237117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0836 w 362309"/>
                <a:gd name="connsiteY6" fmla="*/ 71501 h 361971"/>
                <a:gd name="connsiteX7" fmla="*/ 188503 w 362309"/>
                <a:gd name="connsiteY7" fmla="*/ 75970 h 361971"/>
                <a:gd name="connsiteX8" fmla="*/ 188503 w 362309"/>
                <a:gd name="connsiteY8" fmla="*/ 75970 h 361971"/>
                <a:gd name="connsiteX9" fmla="*/ 207673 w 362309"/>
                <a:gd name="connsiteY9" fmla="*/ 146832 h 361971"/>
                <a:gd name="connsiteX10" fmla="*/ 203200 w 362309"/>
                <a:gd name="connsiteY10" fmla="*/ 154492 h 361971"/>
                <a:gd name="connsiteX11" fmla="*/ 201283 w 362309"/>
                <a:gd name="connsiteY11" fmla="*/ 154492 h 361971"/>
                <a:gd name="connsiteX12" fmla="*/ 194893 w 362309"/>
                <a:gd name="connsiteY12" fmla="*/ 150024 h 361971"/>
                <a:gd name="connsiteX13" fmla="*/ 175723 w 362309"/>
                <a:gd name="connsiteY13" fmla="*/ 79162 h 361971"/>
                <a:gd name="connsiteX14" fmla="*/ 180836 w 362309"/>
                <a:gd name="connsiteY14" fmla="*/ 71501 h 361971"/>
                <a:gd name="connsiteX15" fmla="*/ 180836 w 362309"/>
                <a:gd name="connsiteY15" fmla="*/ 71501 h 361971"/>
                <a:gd name="connsiteX16" fmla="*/ 116936 w 362309"/>
                <a:gd name="connsiteY16" fmla="*/ 79162 h 361971"/>
                <a:gd name="connsiteX17" fmla="*/ 71568 w 362309"/>
                <a:gd name="connsiteY17" fmla="*/ 240676 h 361971"/>
                <a:gd name="connsiteX18" fmla="*/ 65178 w 362309"/>
                <a:gd name="connsiteY18" fmla="*/ 245145 h 361971"/>
                <a:gd name="connsiteX19" fmla="*/ 63261 w 362309"/>
                <a:gd name="connsiteY19" fmla="*/ 245145 h 361971"/>
                <a:gd name="connsiteX20" fmla="*/ 58788 w 362309"/>
                <a:gd name="connsiteY20" fmla="*/ 237484 h 361971"/>
                <a:gd name="connsiteX21" fmla="*/ 104156 w 362309"/>
                <a:gd name="connsiteY21" fmla="*/ 75970 h 361971"/>
                <a:gd name="connsiteX22" fmla="*/ 111824 w 362309"/>
                <a:gd name="connsiteY22" fmla="*/ 71501 h 361971"/>
                <a:gd name="connsiteX23" fmla="*/ 111824 w 362309"/>
                <a:gd name="connsiteY23" fmla="*/ 71501 h 361971"/>
                <a:gd name="connsiteX24" fmla="*/ 116936 w 362309"/>
                <a:gd name="connsiteY24" fmla="*/ 79162 h 361971"/>
                <a:gd name="connsiteX25" fmla="*/ 116936 w 362309"/>
                <a:gd name="connsiteY25" fmla="*/ 79162 h 361971"/>
                <a:gd name="connsiteX26" fmla="*/ 152081 w 362309"/>
                <a:gd name="connsiteY26" fmla="*/ 238761 h 361971"/>
                <a:gd name="connsiteX27" fmla="*/ 145691 w 362309"/>
                <a:gd name="connsiteY27" fmla="*/ 245145 h 361971"/>
                <a:gd name="connsiteX28" fmla="*/ 139301 w 362309"/>
                <a:gd name="connsiteY28" fmla="*/ 238761 h 361971"/>
                <a:gd name="connsiteX29" fmla="*/ 139301 w 362309"/>
                <a:gd name="connsiteY29" fmla="*/ 188327 h 361971"/>
                <a:gd name="connsiteX30" fmla="*/ 145691 w 362309"/>
                <a:gd name="connsiteY30" fmla="*/ 181944 h 361971"/>
                <a:gd name="connsiteX31" fmla="*/ 152081 w 362309"/>
                <a:gd name="connsiteY31" fmla="*/ 188327 h 361971"/>
                <a:gd name="connsiteX32" fmla="*/ 152081 w 362309"/>
                <a:gd name="connsiteY32" fmla="*/ 238761 h 361971"/>
                <a:gd name="connsiteX33" fmla="*/ 152081 w 362309"/>
                <a:gd name="connsiteY33" fmla="*/ 163430 h 361971"/>
                <a:gd name="connsiteX34" fmla="*/ 145691 w 362309"/>
                <a:gd name="connsiteY34" fmla="*/ 169814 h 361971"/>
                <a:gd name="connsiteX35" fmla="*/ 139301 w 362309"/>
                <a:gd name="connsiteY35" fmla="*/ 163430 h 361971"/>
                <a:gd name="connsiteX36" fmla="*/ 139301 w 362309"/>
                <a:gd name="connsiteY36" fmla="*/ 128318 h 361971"/>
                <a:gd name="connsiteX37" fmla="*/ 145691 w 362309"/>
                <a:gd name="connsiteY37" fmla="*/ 121934 h 361971"/>
                <a:gd name="connsiteX38" fmla="*/ 152081 w 362309"/>
                <a:gd name="connsiteY38" fmla="*/ 128318 h 361971"/>
                <a:gd name="connsiteX39" fmla="*/ 152081 w 362309"/>
                <a:gd name="connsiteY39" fmla="*/ 163430 h 361971"/>
                <a:gd name="connsiteX40" fmla="*/ 152081 w 362309"/>
                <a:gd name="connsiteY40" fmla="*/ 102782 h 361971"/>
                <a:gd name="connsiteX41" fmla="*/ 145691 w 362309"/>
                <a:gd name="connsiteY41" fmla="*/ 109166 h 361971"/>
                <a:gd name="connsiteX42" fmla="*/ 139301 w 362309"/>
                <a:gd name="connsiteY42" fmla="*/ 102782 h 361971"/>
                <a:gd name="connsiteX43" fmla="*/ 139301 w 362309"/>
                <a:gd name="connsiteY43" fmla="*/ 77246 h 361971"/>
                <a:gd name="connsiteX44" fmla="*/ 145691 w 362309"/>
                <a:gd name="connsiteY44" fmla="*/ 70862 h 361971"/>
                <a:gd name="connsiteX45" fmla="*/ 152081 w 362309"/>
                <a:gd name="connsiteY45" fmla="*/ 77246 h 361971"/>
                <a:gd name="connsiteX46" fmla="*/ 152081 w 362309"/>
                <a:gd name="connsiteY46" fmla="*/ 102782 h 361971"/>
                <a:gd name="connsiteX47" fmla="*/ 234511 w 362309"/>
                <a:gd name="connsiteY47" fmla="*/ 290471 h 361971"/>
                <a:gd name="connsiteX48" fmla="*/ 164861 w 362309"/>
                <a:gd name="connsiteY48" fmla="*/ 220886 h 361971"/>
                <a:gd name="connsiteX49" fmla="*/ 234511 w 362309"/>
                <a:gd name="connsiteY49" fmla="*/ 151300 h 361971"/>
                <a:gd name="connsiteX50" fmla="*/ 304161 w 362309"/>
                <a:gd name="connsiteY50" fmla="*/ 220886 h 361971"/>
                <a:gd name="connsiteX51" fmla="*/ 304161 w 362309"/>
                <a:gd name="connsiteY51" fmla="*/ 220886 h 361971"/>
                <a:gd name="connsiteX52" fmla="*/ 234511 w 362309"/>
                <a:gd name="connsiteY52" fmla="*/ 290471 h 361971"/>
                <a:gd name="connsiteX53" fmla="*/ 234511 w 362309"/>
                <a:gd name="connsiteY53" fmla="*/ 29047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180836" y="71501"/>
                  </a:moveTo>
                  <a:cubicBezTo>
                    <a:pt x="184031" y="70862"/>
                    <a:pt x="187864" y="72778"/>
                    <a:pt x="188503" y="75970"/>
                  </a:cubicBezTo>
                  <a:cubicBezTo>
                    <a:pt x="188503" y="75970"/>
                    <a:pt x="188503" y="75970"/>
                    <a:pt x="188503" y="75970"/>
                  </a:cubicBezTo>
                  <a:lnTo>
                    <a:pt x="207673" y="146832"/>
                  </a:lnTo>
                  <a:cubicBezTo>
                    <a:pt x="208312" y="150024"/>
                    <a:pt x="206395" y="153854"/>
                    <a:pt x="203200" y="154492"/>
                  </a:cubicBezTo>
                  <a:cubicBezTo>
                    <a:pt x="202561" y="154492"/>
                    <a:pt x="201922" y="154492"/>
                    <a:pt x="201283" y="154492"/>
                  </a:cubicBezTo>
                  <a:cubicBezTo>
                    <a:pt x="198088" y="154492"/>
                    <a:pt x="195532" y="152577"/>
                    <a:pt x="194893" y="150024"/>
                  </a:cubicBezTo>
                  <a:lnTo>
                    <a:pt x="175723" y="79162"/>
                  </a:lnTo>
                  <a:cubicBezTo>
                    <a:pt x="175084" y="75331"/>
                    <a:pt x="177641" y="72139"/>
                    <a:pt x="180836" y="71501"/>
                  </a:cubicBezTo>
                  <a:lnTo>
                    <a:pt x="180836" y="71501"/>
                  </a:lnTo>
                  <a:close/>
                  <a:moveTo>
                    <a:pt x="116936" y="79162"/>
                  </a:moveTo>
                  <a:lnTo>
                    <a:pt x="71568" y="240676"/>
                  </a:lnTo>
                  <a:cubicBezTo>
                    <a:pt x="70928" y="243230"/>
                    <a:pt x="68373" y="245145"/>
                    <a:pt x="65178" y="245145"/>
                  </a:cubicBezTo>
                  <a:cubicBezTo>
                    <a:pt x="64538" y="245145"/>
                    <a:pt x="63899" y="245145"/>
                    <a:pt x="63261" y="245145"/>
                  </a:cubicBezTo>
                  <a:cubicBezTo>
                    <a:pt x="60066" y="243868"/>
                    <a:pt x="58148" y="240676"/>
                    <a:pt x="58788" y="237484"/>
                  </a:cubicBezTo>
                  <a:lnTo>
                    <a:pt x="104156" y="75970"/>
                  </a:lnTo>
                  <a:cubicBezTo>
                    <a:pt x="104795" y="72778"/>
                    <a:pt x="108629" y="70862"/>
                    <a:pt x="111824" y="71501"/>
                  </a:cubicBezTo>
                  <a:cubicBezTo>
                    <a:pt x="111824" y="71501"/>
                    <a:pt x="111824" y="71501"/>
                    <a:pt x="111824" y="71501"/>
                  </a:cubicBezTo>
                  <a:cubicBezTo>
                    <a:pt x="115658" y="72778"/>
                    <a:pt x="117575" y="75970"/>
                    <a:pt x="116936" y="79162"/>
                  </a:cubicBezTo>
                  <a:lnTo>
                    <a:pt x="116936" y="79162"/>
                  </a:lnTo>
                  <a:close/>
                  <a:moveTo>
                    <a:pt x="152081" y="238761"/>
                  </a:moveTo>
                  <a:cubicBezTo>
                    <a:pt x="152081" y="242591"/>
                    <a:pt x="149525" y="245145"/>
                    <a:pt x="145691" y="245145"/>
                  </a:cubicBezTo>
                  <a:cubicBezTo>
                    <a:pt x="141857" y="245145"/>
                    <a:pt x="139301" y="242591"/>
                    <a:pt x="139301" y="238761"/>
                  </a:cubicBezTo>
                  <a:lnTo>
                    <a:pt x="139301" y="188327"/>
                  </a:lnTo>
                  <a:cubicBezTo>
                    <a:pt x="139301" y="184497"/>
                    <a:pt x="141857" y="181944"/>
                    <a:pt x="145691" y="181944"/>
                  </a:cubicBezTo>
                  <a:cubicBezTo>
                    <a:pt x="149525" y="181944"/>
                    <a:pt x="152081" y="184497"/>
                    <a:pt x="152081" y="188327"/>
                  </a:cubicBezTo>
                  <a:lnTo>
                    <a:pt x="152081" y="238761"/>
                  </a:lnTo>
                  <a:close/>
                  <a:moveTo>
                    <a:pt x="152081" y="163430"/>
                  </a:moveTo>
                  <a:cubicBezTo>
                    <a:pt x="152081" y="167260"/>
                    <a:pt x="149525" y="169814"/>
                    <a:pt x="145691" y="169814"/>
                  </a:cubicBezTo>
                  <a:cubicBezTo>
                    <a:pt x="141857" y="169814"/>
                    <a:pt x="139301" y="167260"/>
                    <a:pt x="139301" y="163430"/>
                  </a:cubicBezTo>
                  <a:lnTo>
                    <a:pt x="139301" y="128318"/>
                  </a:lnTo>
                  <a:cubicBezTo>
                    <a:pt x="139301" y="124488"/>
                    <a:pt x="141857" y="121934"/>
                    <a:pt x="145691" y="121934"/>
                  </a:cubicBezTo>
                  <a:cubicBezTo>
                    <a:pt x="149525" y="121934"/>
                    <a:pt x="152081" y="124488"/>
                    <a:pt x="152081" y="128318"/>
                  </a:cubicBezTo>
                  <a:lnTo>
                    <a:pt x="152081" y="163430"/>
                  </a:lnTo>
                  <a:close/>
                  <a:moveTo>
                    <a:pt x="152081" y="102782"/>
                  </a:moveTo>
                  <a:cubicBezTo>
                    <a:pt x="152081" y="106613"/>
                    <a:pt x="149525" y="109166"/>
                    <a:pt x="145691" y="109166"/>
                  </a:cubicBezTo>
                  <a:cubicBezTo>
                    <a:pt x="141857" y="109166"/>
                    <a:pt x="139301" y="106613"/>
                    <a:pt x="139301" y="102782"/>
                  </a:cubicBezTo>
                  <a:lnTo>
                    <a:pt x="139301" y="77246"/>
                  </a:lnTo>
                  <a:cubicBezTo>
                    <a:pt x="139301" y="73416"/>
                    <a:pt x="141857" y="70862"/>
                    <a:pt x="145691" y="70862"/>
                  </a:cubicBezTo>
                  <a:cubicBezTo>
                    <a:pt x="149525" y="70862"/>
                    <a:pt x="152081" y="73416"/>
                    <a:pt x="152081" y="77246"/>
                  </a:cubicBezTo>
                  <a:lnTo>
                    <a:pt x="152081" y="102782"/>
                  </a:lnTo>
                  <a:close/>
                  <a:moveTo>
                    <a:pt x="234511" y="290471"/>
                  </a:moveTo>
                  <a:cubicBezTo>
                    <a:pt x="196172" y="290471"/>
                    <a:pt x="164861" y="259190"/>
                    <a:pt x="164861" y="220886"/>
                  </a:cubicBezTo>
                  <a:cubicBezTo>
                    <a:pt x="164861" y="182582"/>
                    <a:pt x="196172" y="151300"/>
                    <a:pt x="234511" y="151300"/>
                  </a:cubicBezTo>
                  <a:cubicBezTo>
                    <a:pt x="272851" y="151300"/>
                    <a:pt x="304161" y="182582"/>
                    <a:pt x="304161" y="220886"/>
                  </a:cubicBezTo>
                  <a:cubicBezTo>
                    <a:pt x="304161" y="220886"/>
                    <a:pt x="304161" y="220886"/>
                    <a:pt x="304161" y="220886"/>
                  </a:cubicBezTo>
                  <a:cubicBezTo>
                    <a:pt x="303522" y="259828"/>
                    <a:pt x="272851" y="290471"/>
                    <a:pt x="234511" y="290471"/>
                  </a:cubicBezTo>
                  <a:lnTo>
                    <a:pt x="234511" y="290471"/>
                  </a:lnTo>
                  <a:close/>
                </a:path>
              </a:pathLst>
            </a:custGeom>
            <a:solidFill>
              <a:srgbClr val="43B02A"/>
            </a:solidFill>
            <a:ln w="6390" cap="flat">
              <a:noFill/>
              <a:prstDash val="solid"/>
              <a:miter/>
            </a:ln>
          </p:spPr>
          <p:txBody>
            <a:bodyPr rtlCol="0" anchor="ctr"/>
            <a:lstStyle/>
            <a:p>
              <a:endParaRPr lang="en-US"/>
            </a:p>
          </p:txBody>
        </p:sp>
      </p:grpSp>
      <p:grpSp>
        <p:nvGrpSpPr>
          <p:cNvPr id="765" name="Graphic 4">
            <a:extLst>
              <a:ext uri="{FF2B5EF4-FFF2-40B4-BE49-F238E27FC236}">
                <a16:creationId xmlns:a16="http://schemas.microsoft.com/office/drawing/2014/main" id="{A3A9AC4D-2605-5747-BDB3-1A65DB3A42AD}"/>
              </a:ext>
            </a:extLst>
          </p:cNvPr>
          <p:cNvGrpSpPr/>
          <p:nvPr/>
        </p:nvGrpSpPr>
        <p:grpSpPr>
          <a:xfrm>
            <a:off x="10329595" y="3824168"/>
            <a:ext cx="362309" cy="361971"/>
            <a:chOff x="9278827" y="3824168"/>
            <a:chExt cx="362309" cy="361971"/>
          </a:xfrm>
          <a:solidFill>
            <a:srgbClr val="43B02A"/>
          </a:solidFill>
        </p:grpSpPr>
        <p:sp>
          <p:nvSpPr>
            <p:cNvPr id="766" name="Graphic 4">
              <a:extLst>
                <a:ext uri="{FF2B5EF4-FFF2-40B4-BE49-F238E27FC236}">
                  <a16:creationId xmlns:a16="http://schemas.microsoft.com/office/drawing/2014/main" id="{F48CD322-C06A-AD4C-BCB9-D28DF69B54C5}"/>
                </a:ext>
              </a:extLst>
            </p:cNvPr>
            <p:cNvSpPr/>
            <p:nvPr/>
          </p:nvSpPr>
          <p:spPr>
            <a:xfrm>
              <a:off x="9466691" y="4052076"/>
              <a:ext cx="58787" cy="59371"/>
            </a:xfrm>
            <a:custGeom>
              <a:avLst/>
              <a:gdLst>
                <a:gd name="connsiteX0" fmla="*/ 22365 w 58787"/>
                <a:gd name="connsiteY0" fmla="*/ 0 h 59371"/>
                <a:gd name="connsiteX1" fmla="*/ 0 w 58787"/>
                <a:gd name="connsiteY1" fmla="*/ 22344 h 59371"/>
                <a:gd name="connsiteX2" fmla="*/ 0 w 58787"/>
                <a:gd name="connsiteY2" fmla="*/ 59371 h 59371"/>
                <a:gd name="connsiteX3" fmla="*/ 58787 w 58787"/>
                <a:gd name="connsiteY3" fmla="*/ 0 h 59371"/>
                <a:gd name="connsiteX4" fmla="*/ 22365 w 58787"/>
                <a:gd name="connsiteY4" fmla="*/ 0 h 59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787" h="59371">
                  <a:moveTo>
                    <a:pt x="22365" y="0"/>
                  </a:moveTo>
                  <a:cubicBezTo>
                    <a:pt x="19809" y="10853"/>
                    <a:pt x="11502" y="19791"/>
                    <a:pt x="0" y="22344"/>
                  </a:cubicBezTo>
                  <a:lnTo>
                    <a:pt x="0" y="59371"/>
                  </a:lnTo>
                  <a:cubicBezTo>
                    <a:pt x="31311" y="56179"/>
                    <a:pt x="56232" y="31282"/>
                    <a:pt x="58787" y="0"/>
                  </a:cubicBezTo>
                  <a:lnTo>
                    <a:pt x="22365" y="0"/>
                  </a:lnTo>
                  <a:close/>
                </a:path>
              </a:pathLst>
            </a:custGeom>
            <a:solidFill>
              <a:srgbClr val="43B02A"/>
            </a:solidFill>
            <a:ln w="6390" cap="flat">
              <a:noFill/>
              <a:prstDash val="solid"/>
              <a:miter/>
            </a:ln>
          </p:spPr>
          <p:txBody>
            <a:bodyPr rtlCol="0" anchor="ctr"/>
            <a:lstStyle/>
            <a:p>
              <a:endParaRPr lang="en-US"/>
            </a:p>
          </p:txBody>
        </p:sp>
        <p:sp>
          <p:nvSpPr>
            <p:cNvPr id="767" name="Graphic 4">
              <a:extLst>
                <a:ext uri="{FF2B5EF4-FFF2-40B4-BE49-F238E27FC236}">
                  <a16:creationId xmlns:a16="http://schemas.microsoft.com/office/drawing/2014/main" id="{86B6434F-564D-7644-8201-CA2DC9F8CF7D}"/>
                </a:ext>
              </a:extLst>
            </p:cNvPr>
            <p:cNvSpPr/>
            <p:nvPr/>
          </p:nvSpPr>
          <p:spPr>
            <a:xfrm>
              <a:off x="9443688" y="4029093"/>
              <a:ext cx="33227" cy="33196"/>
            </a:xfrm>
            <a:custGeom>
              <a:avLst/>
              <a:gdLst>
                <a:gd name="connsiteX0" fmla="*/ 33227 w 33227"/>
                <a:gd name="connsiteY0" fmla="*/ 16598 h 33196"/>
                <a:gd name="connsiteX1" fmla="*/ 16614 w 33227"/>
                <a:gd name="connsiteY1" fmla="*/ 0 h 33196"/>
                <a:gd name="connsiteX2" fmla="*/ 0 w 33227"/>
                <a:gd name="connsiteY2" fmla="*/ 16598 h 33196"/>
                <a:gd name="connsiteX3" fmla="*/ 16614 w 33227"/>
                <a:gd name="connsiteY3" fmla="*/ 33197 h 33196"/>
                <a:gd name="connsiteX4" fmla="*/ 16614 w 33227"/>
                <a:gd name="connsiteY4" fmla="*/ 33197 h 33196"/>
                <a:gd name="connsiteX5" fmla="*/ 33227 w 33227"/>
                <a:gd name="connsiteY5" fmla="*/ 16598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227" h="33196">
                  <a:moveTo>
                    <a:pt x="33227" y="16598"/>
                  </a:moveTo>
                  <a:cubicBezTo>
                    <a:pt x="33227" y="7661"/>
                    <a:pt x="25560" y="0"/>
                    <a:pt x="16614" y="0"/>
                  </a:cubicBezTo>
                  <a:cubicBezTo>
                    <a:pt x="7668" y="0"/>
                    <a:pt x="0" y="7661"/>
                    <a:pt x="0" y="16598"/>
                  </a:cubicBezTo>
                  <a:cubicBezTo>
                    <a:pt x="0" y="25536"/>
                    <a:pt x="7668" y="33197"/>
                    <a:pt x="16614" y="33197"/>
                  </a:cubicBezTo>
                  <a:cubicBezTo>
                    <a:pt x="16614" y="33197"/>
                    <a:pt x="16614" y="33197"/>
                    <a:pt x="16614" y="33197"/>
                  </a:cubicBezTo>
                  <a:cubicBezTo>
                    <a:pt x="25560" y="32558"/>
                    <a:pt x="33227" y="25536"/>
                    <a:pt x="33227" y="16598"/>
                  </a:cubicBezTo>
                  <a:close/>
                </a:path>
              </a:pathLst>
            </a:custGeom>
            <a:solidFill>
              <a:srgbClr val="43B02A"/>
            </a:solidFill>
            <a:ln w="6390" cap="flat">
              <a:noFill/>
              <a:prstDash val="solid"/>
              <a:miter/>
            </a:ln>
          </p:spPr>
          <p:txBody>
            <a:bodyPr rtlCol="0" anchor="ctr"/>
            <a:lstStyle/>
            <a:p>
              <a:endParaRPr lang="en-US"/>
            </a:p>
          </p:txBody>
        </p:sp>
        <p:sp>
          <p:nvSpPr>
            <p:cNvPr id="768" name="Graphic 4">
              <a:extLst>
                <a:ext uri="{FF2B5EF4-FFF2-40B4-BE49-F238E27FC236}">
                  <a16:creationId xmlns:a16="http://schemas.microsoft.com/office/drawing/2014/main" id="{D9DBB610-8BB9-5C43-A357-1C67EEC956F6}"/>
                </a:ext>
              </a:extLst>
            </p:cNvPr>
            <p:cNvSpPr/>
            <p:nvPr/>
          </p:nvSpPr>
          <p:spPr>
            <a:xfrm>
              <a:off x="9278827" y="3824168"/>
              <a:ext cx="362309" cy="361971"/>
            </a:xfrm>
            <a:custGeom>
              <a:avLst/>
              <a:gdLst>
                <a:gd name="connsiteX0" fmla="*/ 181474 w 362309"/>
                <a:gd name="connsiteY0" fmla="*/ 0 h 361971"/>
                <a:gd name="connsiteX1" fmla="*/ 0 w 362309"/>
                <a:gd name="connsiteY1" fmla="*/ 180667 h 361971"/>
                <a:gd name="connsiteX2" fmla="*/ 180836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117575 w 362309"/>
                <a:gd name="connsiteY6" fmla="*/ 75331 h 361971"/>
                <a:gd name="connsiteX7" fmla="*/ 244735 w 362309"/>
                <a:gd name="connsiteY7" fmla="*/ 75331 h 361971"/>
                <a:gd name="connsiteX8" fmla="*/ 248569 w 362309"/>
                <a:gd name="connsiteY8" fmla="*/ 83630 h 361971"/>
                <a:gd name="connsiteX9" fmla="*/ 240261 w 362309"/>
                <a:gd name="connsiteY9" fmla="*/ 87460 h 361971"/>
                <a:gd name="connsiteX10" fmla="*/ 239623 w 362309"/>
                <a:gd name="connsiteY10" fmla="*/ 87460 h 361971"/>
                <a:gd name="connsiteX11" fmla="*/ 122687 w 362309"/>
                <a:gd name="connsiteY11" fmla="*/ 87460 h 361971"/>
                <a:gd name="connsiteX12" fmla="*/ 120131 w 362309"/>
                <a:gd name="connsiteY12" fmla="*/ 88099 h 361971"/>
                <a:gd name="connsiteX13" fmla="*/ 113741 w 362309"/>
                <a:gd name="connsiteY13" fmla="*/ 81715 h 361971"/>
                <a:gd name="connsiteX14" fmla="*/ 117575 w 362309"/>
                <a:gd name="connsiteY14" fmla="*/ 75331 h 361971"/>
                <a:gd name="connsiteX15" fmla="*/ 117575 w 362309"/>
                <a:gd name="connsiteY15" fmla="*/ 75331 h 361971"/>
                <a:gd name="connsiteX16" fmla="*/ 137384 w 362309"/>
                <a:gd name="connsiteY16" fmla="*/ 109804 h 361971"/>
                <a:gd name="connsiteX17" fmla="*/ 134828 w 362309"/>
                <a:gd name="connsiteY17" fmla="*/ 110443 h 361971"/>
                <a:gd name="connsiteX18" fmla="*/ 129077 w 362309"/>
                <a:gd name="connsiteY18" fmla="*/ 106612 h 361971"/>
                <a:gd name="connsiteX19" fmla="*/ 132911 w 362309"/>
                <a:gd name="connsiteY19" fmla="*/ 98313 h 361971"/>
                <a:gd name="connsiteX20" fmla="*/ 229399 w 362309"/>
                <a:gd name="connsiteY20" fmla="*/ 98313 h 361971"/>
                <a:gd name="connsiteX21" fmla="*/ 233233 w 362309"/>
                <a:gd name="connsiteY21" fmla="*/ 106612 h 361971"/>
                <a:gd name="connsiteX22" fmla="*/ 233233 w 362309"/>
                <a:gd name="connsiteY22" fmla="*/ 106612 h 361971"/>
                <a:gd name="connsiteX23" fmla="*/ 224926 w 362309"/>
                <a:gd name="connsiteY23" fmla="*/ 110443 h 361971"/>
                <a:gd name="connsiteX24" fmla="*/ 137384 w 362309"/>
                <a:gd name="connsiteY24" fmla="*/ 109804 h 361971"/>
                <a:gd name="connsiteX25" fmla="*/ 137384 w 362309"/>
                <a:gd name="connsiteY25" fmla="*/ 109804 h 361971"/>
                <a:gd name="connsiteX26" fmla="*/ 216619 w 362309"/>
                <a:gd name="connsiteY26" fmla="*/ 128318 h 361971"/>
                <a:gd name="connsiteX27" fmla="*/ 208951 w 362309"/>
                <a:gd name="connsiteY27" fmla="*/ 132787 h 361971"/>
                <a:gd name="connsiteX28" fmla="*/ 153997 w 362309"/>
                <a:gd name="connsiteY28" fmla="*/ 132787 h 361971"/>
                <a:gd name="connsiteX29" fmla="*/ 152081 w 362309"/>
                <a:gd name="connsiteY29" fmla="*/ 132787 h 361971"/>
                <a:gd name="connsiteX30" fmla="*/ 144412 w 362309"/>
                <a:gd name="connsiteY30" fmla="*/ 127680 h 361971"/>
                <a:gd name="connsiteX31" fmla="*/ 149525 w 362309"/>
                <a:gd name="connsiteY31" fmla="*/ 120019 h 361971"/>
                <a:gd name="connsiteX32" fmla="*/ 212146 w 362309"/>
                <a:gd name="connsiteY32" fmla="*/ 120019 h 361971"/>
                <a:gd name="connsiteX33" fmla="*/ 216619 w 362309"/>
                <a:gd name="connsiteY33" fmla="*/ 128318 h 361971"/>
                <a:gd name="connsiteX34" fmla="*/ 216619 w 362309"/>
                <a:gd name="connsiteY34" fmla="*/ 128318 h 361971"/>
                <a:gd name="connsiteX35" fmla="*/ 219175 w 362309"/>
                <a:gd name="connsiteY35" fmla="*/ 289833 h 361971"/>
                <a:gd name="connsiteX36" fmla="*/ 188503 w 362309"/>
                <a:gd name="connsiteY36" fmla="*/ 299409 h 361971"/>
                <a:gd name="connsiteX37" fmla="*/ 181474 w 362309"/>
                <a:gd name="connsiteY37" fmla="*/ 299409 h 361971"/>
                <a:gd name="connsiteX38" fmla="*/ 153358 w 362309"/>
                <a:gd name="connsiteY38" fmla="*/ 294301 h 361971"/>
                <a:gd name="connsiteX39" fmla="*/ 149525 w 362309"/>
                <a:gd name="connsiteY39" fmla="*/ 286002 h 361971"/>
                <a:gd name="connsiteX40" fmla="*/ 149525 w 362309"/>
                <a:gd name="connsiteY40" fmla="*/ 286002 h 361971"/>
                <a:gd name="connsiteX41" fmla="*/ 157832 w 362309"/>
                <a:gd name="connsiteY41" fmla="*/ 282172 h 361971"/>
                <a:gd name="connsiteX42" fmla="*/ 157832 w 362309"/>
                <a:gd name="connsiteY42" fmla="*/ 282172 h 361971"/>
                <a:gd name="connsiteX43" fmla="*/ 175084 w 362309"/>
                <a:gd name="connsiteY43" fmla="*/ 286002 h 361971"/>
                <a:gd name="connsiteX44" fmla="*/ 175084 w 362309"/>
                <a:gd name="connsiteY44" fmla="*/ 248975 h 361971"/>
                <a:gd name="connsiteX45" fmla="*/ 152720 w 362309"/>
                <a:gd name="connsiteY45" fmla="*/ 226631 h 361971"/>
                <a:gd name="connsiteX46" fmla="*/ 115658 w 362309"/>
                <a:gd name="connsiteY46" fmla="*/ 226631 h 361971"/>
                <a:gd name="connsiteX47" fmla="*/ 120770 w 362309"/>
                <a:gd name="connsiteY47" fmla="*/ 245783 h 361971"/>
                <a:gd name="connsiteX48" fmla="*/ 122048 w 362309"/>
                <a:gd name="connsiteY48" fmla="*/ 245145 h 361971"/>
                <a:gd name="connsiteX49" fmla="*/ 130994 w 362309"/>
                <a:gd name="connsiteY49" fmla="*/ 245783 h 361971"/>
                <a:gd name="connsiteX50" fmla="*/ 132272 w 362309"/>
                <a:gd name="connsiteY50" fmla="*/ 247698 h 361971"/>
                <a:gd name="connsiteX51" fmla="*/ 140579 w 362309"/>
                <a:gd name="connsiteY51" fmla="*/ 272596 h 361971"/>
                <a:gd name="connsiteX52" fmla="*/ 136745 w 362309"/>
                <a:gd name="connsiteY52" fmla="*/ 280895 h 361971"/>
                <a:gd name="connsiteX53" fmla="*/ 134189 w 362309"/>
                <a:gd name="connsiteY53" fmla="*/ 281533 h 361971"/>
                <a:gd name="connsiteX54" fmla="*/ 130994 w 362309"/>
                <a:gd name="connsiteY54" fmla="*/ 280895 h 361971"/>
                <a:gd name="connsiteX55" fmla="*/ 107990 w 362309"/>
                <a:gd name="connsiteY55" fmla="*/ 268127 h 361971"/>
                <a:gd name="connsiteX56" fmla="*/ 105434 w 362309"/>
                <a:gd name="connsiteY56" fmla="*/ 259190 h 361971"/>
                <a:gd name="connsiteX57" fmla="*/ 106712 w 362309"/>
                <a:gd name="connsiteY57" fmla="*/ 257274 h 361971"/>
                <a:gd name="connsiteX58" fmla="*/ 109907 w 362309"/>
                <a:gd name="connsiteY58" fmla="*/ 254082 h 361971"/>
                <a:gd name="connsiteX59" fmla="*/ 146330 w 362309"/>
                <a:gd name="connsiteY59" fmla="*/ 149385 h 361971"/>
                <a:gd name="connsiteX60" fmla="*/ 180836 w 362309"/>
                <a:gd name="connsiteY60" fmla="*/ 141724 h 361971"/>
                <a:gd name="connsiteX61" fmla="*/ 205117 w 362309"/>
                <a:gd name="connsiteY61" fmla="*/ 145555 h 361971"/>
                <a:gd name="connsiteX62" fmla="*/ 208951 w 362309"/>
                <a:gd name="connsiteY62" fmla="*/ 153854 h 361971"/>
                <a:gd name="connsiteX63" fmla="*/ 200644 w 362309"/>
                <a:gd name="connsiteY63" fmla="*/ 157684 h 361971"/>
                <a:gd name="connsiteX64" fmla="*/ 117575 w 362309"/>
                <a:gd name="connsiteY64" fmla="*/ 199819 h 361971"/>
                <a:gd name="connsiteX65" fmla="*/ 114380 w 362309"/>
                <a:gd name="connsiteY65" fmla="*/ 213863 h 361971"/>
                <a:gd name="connsiteX66" fmla="*/ 151442 w 362309"/>
                <a:gd name="connsiteY66" fmla="*/ 213863 h 361971"/>
                <a:gd name="connsiteX67" fmla="*/ 186587 w 362309"/>
                <a:gd name="connsiteY67" fmla="*/ 191519 h 361971"/>
                <a:gd name="connsiteX68" fmla="*/ 208951 w 362309"/>
                <a:gd name="connsiteY68" fmla="*/ 213863 h 361971"/>
                <a:gd name="connsiteX69" fmla="*/ 246013 w 362309"/>
                <a:gd name="connsiteY69" fmla="*/ 213863 h 361971"/>
                <a:gd name="connsiteX70" fmla="*/ 240901 w 362309"/>
                <a:gd name="connsiteY70" fmla="*/ 193435 h 361971"/>
                <a:gd name="connsiteX71" fmla="*/ 238345 w 362309"/>
                <a:gd name="connsiteY71" fmla="*/ 195350 h 361971"/>
                <a:gd name="connsiteX72" fmla="*/ 234511 w 362309"/>
                <a:gd name="connsiteY72" fmla="*/ 196627 h 361971"/>
                <a:gd name="connsiteX73" fmla="*/ 232594 w 362309"/>
                <a:gd name="connsiteY73" fmla="*/ 196627 h 361971"/>
                <a:gd name="connsiteX74" fmla="*/ 228121 w 362309"/>
                <a:gd name="connsiteY74" fmla="*/ 192158 h 361971"/>
                <a:gd name="connsiteX75" fmla="*/ 220453 w 362309"/>
                <a:gd name="connsiteY75" fmla="*/ 167260 h 361971"/>
                <a:gd name="connsiteX76" fmla="*/ 222370 w 362309"/>
                <a:gd name="connsiteY76" fmla="*/ 160238 h 361971"/>
                <a:gd name="connsiteX77" fmla="*/ 225565 w 362309"/>
                <a:gd name="connsiteY77" fmla="*/ 158961 h 361971"/>
                <a:gd name="connsiteX78" fmla="*/ 230677 w 362309"/>
                <a:gd name="connsiteY78" fmla="*/ 160238 h 361971"/>
                <a:gd name="connsiteX79" fmla="*/ 231316 w 362309"/>
                <a:gd name="connsiteY79" fmla="*/ 160876 h 361971"/>
                <a:gd name="connsiteX80" fmla="*/ 251764 w 362309"/>
                <a:gd name="connsiteY80" fmla="*/ 173644 h 361971"/>
                <a:gd name="connsiteX81" fmla="*/ 254959 w 362309"/>
                <a:gd name="connsiteY81" fmla="*/ 178752 h 361971"/>
                <a:gd name="connsiteX82" fmla="*/ 252403 w 362309"/>
                <a:gd name="connsiteY82" fmla="*/ 183859 h 361971"/>
                <a:gd name="connsiteX83" fmla="*/ 250486 w 362309"/>
                <a:gd name="connsiteY83" fmla="*/ 185774 h 361971"/>
                <a:gd name="connsiteX84" fmla="*/ 219175 w 362309"/>
                <a:gd name="connsiteY84" fmla="*/ 289833 h 361971"/>
                <a:gd name="connsiteX85" fmla="*/ 219175 w 362309"/>
                <a:gd name="connsiteY85" fmla="*/ 28983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362309" h="361971">
                  <a:moveTo>
                    <a:pt x="181474" y="0"/>
                  </a:moveTo>
                  <a:cubicBezTo>
                    <a:pt x="81153" y="0"/>
                    <a:pt x="0" y="81076"/>
                    <a:pt x="0" y="180667"/>
                  </a:cubicBezTo>
                  <a:cubicBezTo>
                    <a:pt x="0" y="280895"/>
                    <a:pt x="81153" y="361971"/>
                    <a:pt x="180836" y="361971"/>
                  </a:cubicBezTo>
                  <a:cubicBezTo>
                    <a:pt x="281157" y="361971"/>
                    <a:pt x="362310" y="280895"/>
                    <a:pt x="362310" y="181305"/>
                  </a:cubicBezTo>
                  <a:cubicBezTo>
                    <a:pt x="362310" y="181305"/>
                    <a:pt x="362310" y="181305"/>
                    <a:pt x="362310" y="181305"/>
                  </a:cubicBezTo>
                  <a:cubicBezTo>
                    <a:pt x="362310" y="81076"/>
                    <a:pt x="281157" y="0"/>
                    <a:pt x="181474" y="0"/>
                  </a:cubicBezTo>
                  <a:close/>
                  <a:moveTo>
                    <a:pt x="117575" y="75331"/>
                  </a:moveTo>
                  <a:cubicBezTo>
                    <a:pt x="158471" y="57456"/>
                    <a:pt x="204478" y="57456"/>
                    <a:pt x="244735" y="75331"/>
                  </a:cubicBezTo>
                  <a:cubicBezTo>
                    <a:pt x="247930" y="76608"/>
                    <a:pt x="249846" y="80438"/>
                    <a:pt x="248569" y="83630"/>
                  </a:cubicBezTo>
                  <a:cubicBezTo>
                    <a:pt x="247291" y="86822"/>
                    <a:pt x="243456" y="88737"/>
                    <a:pt x="240261" y="87460"/>
                  </a:cubicBezTo>
                  <a:cubicBezTo>
                    <a:pt x="240261" y="87460"/>
                    <a:pt x="239623" y="87460"/>
                    <a:pt x="239623" y="87460"/>
                  </a:cubicBezTo>
                  <a:cubicBezTo>
                    <a:pt x="202561" y="71500"/>
                    <a:pt x="159748" y="71500"/>
                    <a:pt x="122687" y="87460"/>
                  </a:cubicBezTo>
                  <a:cubicBezTo>
                    <a:pt x="122048" y="88099"/>
                    <a:pt x="120770" y="88099"/>
                    <a:pt x="120131" y="88099"/>
                  </a:cubicBezTo>
                  <a:cubicBezTo>
                    <a:pt x="116297" y="88099"/>
                    <a:pt x="113741" y="84907"/>
                    <a:pt x="113741" y="81715"/>
                  </a:cubicBezTo>
                  <a:cubicBezTo>
                    <a:pt x="113741" y="78523"/>
                    <a:pt x="115019" y="76608"/>
                    <a:pt x="117575" y="75331"/>
                  </a:cubicBezTo>
                  <a:lnTo>
                    <a:pt x="117575" y="75331"/>
                  </a:lnTo>
                  <a:close/>
                  <a:moveTo>
                    <a:pt x="137384" y="109804"/>
                  </a:moveTo>
                  <a:cubicBezTo>
                    <a:pt x="136745" y="109804"/>
                    <a:pt x="136106" y="110443"/>
                    <a:pt x="134828" y="110443"/>
                  </a:cubicBezTo>
                  <a:cubicBezTo>
                    <a:pt x="132272" y="110443"/>
                    <a:pt x="129716" y="108528"/>
                    <a:pt x="129077" y="106612"/>
                  </a:cubicBezTo>
                  <a:cubicBezTo>
                    <a:pt x="127799" y="103420"/>
                    <a:pt x="129716" y="99590"/>
                    <a:pt x="132911" y="98313"/>
                  </a:cubicBezTo>
                  <a:cubicBezTo>
                    <a:pt x="164222" y="86184"/>
                    <a:pt x="198727" y="86184"/>
                    <a:pt x="229399" y="98313"/>
                  </a:cubicBezTo>
                  <a:cubicBezTo>
                    <a:pt x="232594" y="99590"/>
                    <a:pt x="234511" y="103420"/>
                    <a:pt x="233233" y="106612"/>
                  </a:cubicBezTo>
                  <a:cubicBezTo>
                    <a:pt x="233233" y="106612"/>
                    <a:pt x="233233" y="106612"/>
                    <a:pt x="233233" y="106612"/>
                  </a:cubicBezTo>
                  <a:cubicBezTo>
                    <a:pt x="231955" y="109804"/>
                    <a:pt x="228121" y="111720"/>
                    <a:pt x="224926" y="110443"/>
                  </a:cubicBezTo>
                  <a:cubicBezTo>
                    <a:pt x="196810" y="98952"/>
                    <a:pt x="165500" y="98952"/>
                    <a:pt x="137384" y="109804"/>
                  </a:cubicBezTo>
                  <a:lnTo>
                    <a:pt x="137384" y="109804"/>
                  </a:lnTo>
                  <a:close/>
                  <a:moveTo>
                    <a:pt x="216619" y="128318"/>
                  </a:moveTo>
                  <a:cubicBezTo>
                    <a:pt x="215341" y="131510"/>
                    <a:pt x="212146" y="133425"/>
                    <a:pt x="208951" y="132787"/>
                  </a:cubicBezTo>
                  <a:cubicBezTo>
                    <a:pt x="191059" y="127041"/>
                    <a:pt x="171889" y="127041"/>
                    <a:pt x="153997" y="132787"/>
                  </a:cubicBezTo>
                  <a:cubicBezTo>
                    <a:pt x="153358" y="132787"/>
                    <a:pt x="152720" y="132787"/>
                    <a:pt x="152081" y="132787"/>
                  </a:cubicBezTo>
                  <a:cubicBezTo>
                    <a:pt x="148247" y="133425"/>
                    <a:pt x="145052" y="130872"/>
                    <a:pt x="144412" y="127680"/>
                  </a:cubicBezTo>
                  <a:cubicBezTo>
                    <a:pt x="143774" y="124488"/>
                    <a:pt x="146330" y="120657"/>
                    <a:pt x="149525" y="120019"/>
                  </a:cubicBezTo>
                  <a:cubicBezTo>
                    <a:pt x="169972" y="113635"/>
                    <a:pt x="191698" y="113635"/>
                    <a:pt x="212146" y="120019"/>
                  </a:cubicBezTo>
                  <a:cubicBezTo>
                    <a:pt x="215980" y="120657"/>
                    <a:pt x="217897" y="124488"/>
                    <a:pt x="216619" y="128318"/>
                  </a:cubicBezTo>
                  <a:cubicBezTo>
                    <a:pt x="216619" y="128318"/>
                    <a:pt x="216619" y="128318"/>
                    <a:pt x="216619" y="128318"/>
                  </a:cubicBezTo>
                  <a:close/>
                  <a:moveTo>
                    <a:pt x="219175" y="289833"/>
                  </a:moveTo>
                  <a:cubicBezTo>
                    <a:pt x="209590" y="294940"/>
                    <a:pt x="199367" y="298132"/>
                    <a:pt x="188503" y="299409"/>
                  </a:cubicBezTo>
                  <a:cubicBezTo>
                    <a:pt x="185947" y="299409"/>
                    <a:pt x="184031" y="299409"/>
                    <a:pt x="181474" y="299409"/>
                  </a:cubicBezTo>
                  <a:cubicBezTo>
                    <a:pt x="171889" y="299409"/>
                    <a:pt x="162305" y="297493"/>
                    <a:pt x="153358" y="294301"/>
                  </a:cubicBezTo>
                  <a:cubicBezTo>
                    <a:pt x="150164" y="293025"/>
                    <a:pt x="148247" y="289194"/>
                    <a:pt x="149525" y="286002"/>
                  </a:cubicBezTo>
                  <a:cubicBezTo>
                    <a:pt x="149525" y="286002"/>
                    <a:pt x="149525" y="286002"/>
                    <a:pt x="149525" y="286002"/>
                  </a:cubicBezTo>
                  <a:cubicBezTo>
                    <a:pt x="150802" y="282810"/>
                    <a:pt x="154637" y="280895"/>
                    <a:pt x="157832" y="282172"/>
                  </a:cubicBezTo>
                  <a:cubicBezTo>
                    <a:pt x="157832" y="282172"/>
                    <a:pt x="157832" y="282172"/>
                    <a:pt x="157832" y="282172"/>
                  </a:cubicBezTo>
                  <a:cubicBezTo>
                    <a:pt x="163582" y="284087"/>
                    <a:pt x="169333" y="285364"/>
                    <a:pt x="175084" y="286002"/>
                  </a:cubicBezTo>
                  <a:lnTo>
                    <a:pt x="175084" y="248975"/>
                  </a:lnTo>
                  <a:cubicBezTo>
                    <a:pt x="164222" y="246422"/>
                    <a:pt x="155276" y="238122"/>
                    <a:pt x="152720" y="226631"/>
                  </a:cubicBezTo>
                  <a:lnTo>
                    <a:pt x="115658" y="226631"/>
                  </a:lnTo>
                  <a:cubicBezTo>
                    <a:pt x="116297" y="233015"/>
                    <a:pt x="118214" y="239399"/>
                    <a:pt x="120770" y="245783"/>
                  </a:cubicBezTo>
                  <a:lnTo>
                    <a:pt x="122048" y="245145"/>
                  </a:lnTo>
                  <a:cubicBezTo>
                    <a:pt x="124604" y="242591"/>
                    <a:pt x="129077" y="243230"/>
                    <a:pt x="130994" y="245783"/>
                  </a:cubicBezTo>
                  <a:cubicBezTo>
                    <a:pt x="131633" y="246422"/>
                    <a:pt x="131633" y="247060"/>
                    <a:pt x="132272" y="247698"/>
                  </a:cubicBezTo>
                  <a:lnTo>
                    <a:pt x="140579" y="272596"/>
                  </a:lnTo>
                  <a:cubicBezTo>
                    <a:pt x="141857" y="275788"/>
                    <a:pt x="139940" y="279618"/>
                    <a:pt x="136745" y="280895"/>
                  </a:cubicBezTo>
                  <a:cubicBezTo>
                    <a:pt x="136106" y="280895"/>
                    <a:pt x="135467" y="281533"/>
                    <a:pt x="134189" y="281533"/>
                  </a:cubicBezTo>
                  <a:cubicBezTo>
                    <a:pt x="132911" y="281533"/>
                    <a:pt x="132272" y="281533"/>
                    <a:pt x="130994" y="280895"/>
                  </a:cubicBezTo>
                  <a:lnTo>
                    <a:pt x="107990" y="268127"/>
                  </a:lnTo>
                  <a:cubicBezTo>
                    <a:pt x="104795" y="266212"/>
                    <a:pt x="103517" y="262382"/>
                    <a:pt x="105434" y="259190"/>
                  </a:cubicBezTo>
                  <a:cubicBezTo>
                    <a:pt x="106073" y="258551"/>
                    <a:pt x="106073" y="257913"/>
                    <a:pt x="106712" y="257274"/>
                  </a:cubicBezTo>
                  <a:lnTo>
                    <a:pt x="109907" y="254082"/>
                  </a:lnTo>
                  <a:cubicBezTo>
                    <a:pt x="90738" y="215140"/>
                    <a:pt x="107351" y="168537"/>
                    <a:pt x="146330" y="149385"/>
                  </a:cubicBezTo>
                  <a:cubicBezTo>
                    <a:pt x="157192" y="144278"/>
                    <a:pt x="168695" y="141724"/>
                    <a:pt x="180836" y="141724"/>
                  </a:cubicBezTo>
                  <a:cubicBezTo>
                    <a:pt x="189142" y="141724"/>
                    <a:pt x="197449" y="143001"/>
                    <a:pt x="205117" y="145555"/>
                  </a:cubicBezTo>
                  <a:cubicBezTo>
                    <a:pt x="208312" y="146832"/>
                    <a:pt x="210229" y="150024"/>
                    <a:pt x="208951" y="153854"/>
                  </a:cubicBezTo>
                  <a:cubicBezTo>
                    <a:pt x="207673" y="157046"/>
                    <a:pt x="204478" y="158961"/>
                    <a:pt x="200644" y="157684"/>
                  </a:cubicBezTo>
                  <a:cubicBezTo>
                    <a:pt x="166138" y="146193"/>
                    <a:pt x="128438" y="165345"/>
                    <a:pt x="117575" y="199819"/>
                  </a:cubicBezTo>
                  <a:cubicBezTo>
                    <a:pt x="116297" y="204287"/>
                    <a:pt x="115019" y="208756"/>
                    <a:pt x="114380" y="213863"/>
                  </a:cubicBezTo>
                  <a:lnTo>
                    <a:pt x="151442" y="213863"/>
                  </a:lnTo>
                  <a:cubicBezTo>
                    <a:pt x="155276" y="197903"/>
                    <a:pt x="170612" y="188327"/>
                    <a:pt x="186587" y="191519"/>
                  </a:cubicBezTo>
                  <a:cubicBezTo>
                    <a:pt x="197449" y="194073"/>
                    <a:pt x="206395" y="202372"/>
                    <a:pt x="208951" y="213863"/>
                  </a:cubicBezTo>
                  <a:lnTo>
                    <a:pt x="246013" y="213863"/>
                  </a:lnTo>
                  <a:cubicBezTo>
                    <a:pt x="245374" y="206841"/>
                    <a:pt x="243456" y="199819"/>
                    <a:pt x="240901" y="193435"/>
                  </a:cubicBezTo>
                  <a:lnTo>
                    <a:pt x="238345" y="195350"/>
                  </a:lnTo>
                  <a:cubicBezTo>
                    <a:pt x="237067" y="195988"/>
                    <a:pt x="235789" y="196627"/>
                    <a:pt x="234511" y="196627"/>
                  </a:cubicBezTo>
                  <a:cubicBezTo>
                    <a:pt x="233872" y="196627"/>
                    <a:pt x="233233" y="196627"/>
                    <a:pt x="232594" y="196627"/>
                  </a:cubicBezTo>
                  <a:cubicBezTo>
                    <a:pt x="230677" y="195988"/>
                    <a:pt x="228760" y="194073"/>
                    <a:pt x="228121" y="192158"/>
                  </a:cubicBezTo>
                  <a:lnTo>
                    <a:pt x="220453" y="167260"/>
                  </a:lnTo>
                  <a:cubicBezTo>
                    <a:pt x="219814" y="164707"/>
                    <a:pt x="220453" y="162153"/>
                    <a:pt x="222370" y="160238"/>
                  </a:cubicBezTo>
                  <a:cubicBezTo>
                    <a:pt x="223009" y="159600"/>
                    <a:pt x="224287" y="158961"/>
                    <a:pt x="225565" y="158961"/>
                  </a:cubicBezTo>
                  <a:cubicBezTo>
                    <a:pt x="227482" y="158961"/>
                    <a:pt x="229399" y="158961"/>
                    <a:pt x="230677" y="160238"/>
                  </a:cubicBezTo>
                  <a:cubicBezTo>
                    <a:pt x="230677" y="160238"/>
                    <a:pt x="230677" y="160238"/>
                    <a:pt x="231316" y="160876"/>
                  </a:cubicBezTo>
                  <a:lnTo>
                    <a:pt x="251764" y="173644"/>
                  </a:lnTo>
                  <a:cubicBezTo>
                    <a:pt x="253681" y="174921"/>
                    <a:pt x="254959" y="176836"/>
                    <a:pt x="254959" y="178752"/>
                  </a:cubicBezTo>
                  <a:cubicBezTo>
                    <a:pt x="254959" y="180667"/>
                    <a:pt x="254320" y="182582"/>
                    <a:pt x="252403" y="183859"/>
                  </a:cubicBezTo>
                  <a:lnTo>
                    <a:pt x="250486" y="185774"/>
                  </a:lnTo>
                  <a:cubicBezTo>
                    <a:pt x="270295" y="223439"/>
                    <a:pt x="255597" y="269404"/>
                    <a:pt x="219175" y="289833"/>
                  </a:cubicBezTo>
                  <a:lnTo>
                    <a:pt x="219175" y="289833"/>
                  </a:lnTo>
                  <a:close/>
                </a:path>
              </a:pathLst>
            </a:custGeom>
            <a:solidFill>
              <a:srgbClr val="43B02A"/>
            </a:solidFill>
            <a:ln w="6390" cap="flat">
              <a:noFill/>
              <a:prstDash val="solid"/>
              <a:miter/>
            </a:ln>
          </p:spPr>
          <p:txBody>
            <a:bodyPr rtlCol="0" anchor="ctr"/>
            <a:lstStyle/>
            <a:p>
              <a:endParaRPr lang="en-US"/>
            </a:p>
          </p:txBody>
        </p:sp>
      </p:grpSp>
      <p:grpSp>
        <p:nvGrpSpPr>
          <p:cNvPr id="769" name="Graphic 4">
            <a:extLst>
              <a:ext uri="{FF2B5EF4-FFF2-40B4-BE49-F238E27FC236}">
                <a16:creationId xmlns:a16="http://schemas.microsoft.com/office/drawing/2014/main" id="{D45967C7-FD1E-5A46-B60C-30A9F5360A37}"/>
              </a:ext>
            </a:extLst>
          </p:cNvPr>
          <p:cNvGrpSpPr/>
          <p:nvPr/>
        </p:nvGrpSpPr>
        <p:grpSpPr>
          <a:xfrm>
            <a:off x="8852242" y="1893013"/>
            <a:ext cx="362309" cy="361971"/>
            <a:chOff x="7801474" y="1893013"/>
            <a:chExt cx="362309" cy="361971"/>
          </a:xfrm>
          <a:solidFill>
            <a:srgbClr val="43B02A"/>
          </a:solidFill>
        </p:grpSpPr>
        <p:sp>
          <p:nvSpPr>
            <p:cNvPr id="770" name="Graphic 4">
              <a:extLst>
                <a:ext uri="{FF2B5EF4-FFF2-40B4-BE49-F238E27FC236}">
                  <a16:creationId xmlns:a16="http://schemas.microsoft.com/office/drawing/2014/main" id="{28BAA2FD-865F-4045-B841-E1E2E0C1E4F3}"/>
                </a:ext>
              </a:extLst>
            </p:cNvPr>
            <p:cNvSpPr/>
            <p:nvPr/>
          </p:nvSpPr>
          <p:spPr>
            <a:xfrm>
              <a:off x="7801474" y="189301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close/>
                </a:path>
              </a:pathLst>
            </a:custGeom>
            <a:solidFill>
              <a:srgbClr val="43B02A"/>
            </a:solidFill>
            <a:ln w="6390" cap="flat">
              <a:noFill/>
              <a:prstDash val="solid"/>
              <a:miter/>
            </a:ln>
          </p:spPr>
          <p:txBody>
            <a:bodyPr rtlCol="0" anchor="ctr"/>
            <a:lstStyle/>
            <a:p>
              <a:endParaRPr lang="en-US"/>
            </a:p>
          </p:txBody>
        </p:sp>
        <p:sp>
          <p:nvSpPr>
            <p:cNvPr id="771" name="Graphic 4">
              <a:extLst>
                <a:ext uri="{FF2B5EF4-FFF2-40B4-BE49-F238E27FC236}">
                  <a16:creationId xmlns:a16="http://schemas.microsoft.com/office/drawing/2014/main" id="{C37C7F8D-18B5-E646-AF3A-54AF96D1D710}"/>
                </a:ext>
              </a:extLst>
            </p:cNvPr>
            <p:cNvSpPr/>
            <p:nvPr/>
          </p:nvSpPr>
          <p:spPr>
            <a:xfrm>
              <a:off x="7970750" y="1960019"/>
              <a:ext cx="96603" cy="138558"/>
            </a:xfrm>
            <a:custGeom>
              <a:avLst/>
              <a:gdLst>
                <a:gd name="connsiteX0" fmla="*/ 5809 w 96603"/>
                <a:gd name="connsiteY0" fmla="*/ 84933 h 138558"/>
                <a:gd name="connsiteX1" fmla="*/ 28812 w 96603"/>
                <a:gd name="connsiteY1" fmla="*/ 84933 h 138558"/>
                <a:gd name="connsiteX2" fmla="*/ 23700 w 96603"/>
                <a:gd name="connsiteY2" fmla="*/ 131536 h 138558"/>
                <a:gd name="connsiteX3" fmla="*/ 27534 w 96603"/>
                <a:gd name="connsiteY3" fmla="*/ 137920 h 138558"/>
                <a:gd name="connsiteX4" fmla="*/ 30090 w 96603"/>
                <a:gd name="connsiteY4" fmla="*/ 138558 h 138558"/>
                <a:gd name="connsiteX5" fmla="*/ 35202 w 96603"/>
                <a:gd name="connsiteY5" fmla="*/ 136005 h 138558"/>
                <a:gd name="connsiteX6" fmla="*/ 95268 w 96603"/>
                <a:gd name="connsiteY6" fmla="*/ 64504 h 138558"/>
                <a:gd name="connsiteX7" fmla="*/ 95907 w 96603"/>
                <a:gd name="connsiteY7" fmla="*/ 57482 h 138558"/>
                <a:gd name="connsiteX8" fmla="*/ 90156 w 96603"/>
                <a:gd name="connsiteY8" fmla="*/ 53651 h 138558"/>
                <a:gd name="connsiteX9" fmla="*/ 62040 w 96603"/>
                <a:gd name="connsiteY9" fmla="*/ 53651 h 138558"/>
                <a:gd name="connsiteX10" fmla="*/ 72263 w 96603"/>
                <a:gd name="connsiteY10" fmla="*/ 7687 h 138558"/>
                <a:gd name="connsiteX11" fmla="*/ 69068 w 96603"/>
                <a:gd name="connsiteY11" fmla="*/ 664 h 138558"/>
                <a:gd name="connsiteX12" fmla="*/ 61401 w 96603"/>
                <a:gd name="connsiteY12" fmla="*/ 1941 h 138558"/>
                <a:gd name="connsiteX13" fmla="*/ 1335 w 96603"/>
                <a:gd name="connsiteY13" fmla="*/ 74080 h 138558"/>
                <a:gd name="connsiteX14" fmla="*/ 696 w 96603"/>
                <a:gd name="connsiteY14" fmla="*/ 81103 h 138558"/>
                <a:gd name="connsiteX15" fmla="*/ 5809 w 96603"/>
                <a:gd name="connsiteY15" fmla="*/ 84933 h 138558"/>
                <a:gd name="connsiteX16" fmla="*/ 53733 w 96603"/>
                <a:gd name="connsiteY16" fmla="*/ 31307 h 138558"/>
                <a:gd name="connsiteX17" fmla="*/ 47343 w 96603"/>
                <a:gd name="connsiteY17" fmla="*/ 59397 h 138558"/>
                <a:gd name="connsiteX18" fmla="*/ 48621 w 96603"/>
                <a:gd name="connsiteY18" fmla="*/ 64504 h 138558"/>
                <a:gd name="connsiteX19" fmla="*/ 53733 w 96603"/>
                <a:gd name="connsiteY19" fmla="*/ 67058 h 138558"/>
                <a:gd name="connsiteX20" fmla="*/ 76098 w 96603"/>
                <a:gd name="connsiteY20" fmla="*/ 67058 h 138558"/>
                <a:gd name="connsiteX21" fmla="*/ 38397 w 96603"/>
                <a:gd name="connsiteY21" fmla="*/ 112384 h 138558"/>
                <a:gd name="connsiteX22" fmla="*/ 42231 w 96603"/>
                <a:gd name="connsiteY22" fmla="*/ 79826 h 138558"/>
                <a:gd name="connsiteX23" fmla="*/ 36480 w 96603"/>
                <a:gd name="connsiteY23" fmla="*/ 72803 h 138558"/>
                <a:gd name="connsiteX24" fmla="*/ 35841 w 96603"/>
                <a:gd name="connsiteY24" fmla="*/ 72803 h 138558"/>
                <a:gd name="connsiteX25" fmla="*/ 19227 w 96603"/>
                <a:gd name="connsiteY25" fmla="*/ 72803 h 138558"/>
                <a:gd name="connsiteX26" fmla="*/ 53733 w 96603"/>
                <a:gd name="connsiteY26" fmla="*/ 31307 h 138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6603" h="138558">
                  <a:moveTo>
                    <a:pt x="5809" y="84933"/>
                  </a:moveTo>
                  <a:lnTo>
                    <a:pt x="28812" y="84933"/>
                  </a:lnTo>
                  <a:lnTo>
                    <a:pt x="23700" y="131536"/>
                  </a:lnTo>
                  <a:cubicBezTo>
                    <a:pt x="23700" y="134090"/>
                    <a:pt x="24979" y="136643"/>
                    <a:pt x="27534" y="137920"/>
                  </a:cubicBezTo>
                  <a:cubicBezTo>
                    <a:pt x="28173" y="138558"/>
                    <a:pt x="29451" y="138558"/>
                    <a:pt x="30090" y="138558"/>
                  </a:cubicBezTo>
                  <a:cubicBezTo>
                    <a:pt x="32007" y="138558"/>
                    <a:pt x="33924" y="137920"/>
                    <a:pt x="35202" y="136005"/>
                  </a:cubicBezTo>
                  <a:lnTo>
                    <a:pt x="95268" y="64504"/>
                  </a:lnTo>
                  <a:cubicBezTo>
                    <a:pt x="96546" y="62589"/>
                    <a:pt x="97184" y="60035"/>
                    <a:pt x="95907" y="57482"/>
                  </a:cubicBezTo>
                  <a:cubicBezTo>
                    <a:pt x="94628" y="54928"/>
                    <a:pt x="92712" y="53651"/>
                    <a:pt x="90156" y="53651"/>
                  </a:cubicBezTo>
                  <a:lnTo>
                    <a:pt x="62040" y="53651"/>
                  </a:lnTo>
                  <a:lnTo>
                    <a:pt x="72263" y="7687"/>
                  </a:lnTo>
                  <a:cubicBezTo>
                    <a:pt x="72903" y="4495"/>
                    <a:pt x="71625" y="1941"/>
                    <a:pt x="69068" y="664"/>
                  </a:cubicBezTo>
                  <a:cubicBezTo>
                    <a:pt x="66513" y="-613"/>
                    <a:pt x="63318" y="26"/>
                    <a:pt x="61401" y="1941"/>
                  </a:cubicBezTo>
                  <a:lnTo>
                    <a:pt x="1335" y="74080"/>
                  </a:lnTo>
                  <a:cubicBezTo>
                    <a:pt x="58" y="75995"/>
                    <a:pt x="-581" y="78549"/>
                    <a:pt x="696" y="81103"/>
                  </a:cubicBezTo>
                  <a:cubicBezTo>
                    <a:pt x="1335" y="83656"/>
                    <a:pt x="3253" y="84933"/>
                    <a:pt x="5809" y="84933"/>
                  </a:cubicBezTo>
                  <a:close/>
                  <a:moveTo>
                    <a:pt x="53733" y="31307"/>
                  </a:moveTo>
                  <a:lnTo>
                    <a:pt x="47343" y="59397"/>
                  </a:lnTo>
                  <a:cubicBezTo>
                    <a:pt x="46704" y="61312"/>
                    <a:pt x="47343" y="63227"/>
                    <a:pt x="48621" y="64504"/>
                  </a:cubicBezTo>
                  <a:cubicBezTo>
                    <a:pt x="49899" y="65781"/>
                    <a:pt x="51816" y="67058"/>
                    <a:pt x="53733" y="67058"/>
                  </a:cubicBezTo>
                  <a:lnTo>
                    <a:pt x="76098" y="67058"/>
                  </a:lnTo>
                  <a:lnTo>
                    <a:pt x="38397" y="112384"/>
                  </a:lnTo>
                  <a:lnTo>
                    <a:pt x="42231" y="79826"/>
                  </a:lnTo>
                  <a:cubicBezTo>
                    <a:pt x="42870" y="76634"/>
                    <a:pt x="40314" y="73442"/>
                    <a:pt x="36480" y="72803"/>
                  </a:cubicBezTo>
                  <a:cubicBezTo>
                    <a:pt x="36480" y="72803"/>
                    <a:pt x="35841" y="72803"/>
                    <a:pt x="35841" y="72803"/>
                  </a:cubicBezTo>
                  <a:lnTo>
                    <a:pt x="19227" y="72803"/>
                  </a:lnTo>
                  <a:lnTo>
                    <a:pt x="53733" y="31307"/>
                  </a:lnTo>
                  <a:close/>
                </a:path>
              </a:pathLst>
            </a:custGeom>
            <a:solidFill>
              <a:srgbClr val="43B02A"/>
            </a:solidFill>
            <a:ln w="6390" cap="flat">
              <a:noFill/>
              <a:prstDash val="solid"/>
              <a:miter/>
            </a:ln>
          </p:spPr>
          <p:txBody>
            <a:bodyPr rtlCol="0" anchor="ctr"/>
            <a:lstStyle/>
            <a:p>
              <a:endParaRPr lang="en-US"/>
            </a:p>
          </p:txBody>
        </p:sp>
        <p:sp>
          <p:nvSpPr>
            <p:cNvPr id="772" name="Graphic 4">
              <a:extLst>
                <a:ext uri="{FF2B5EF4-FFF2-40B4-BE49-F238E27FC236}">
                  <a16:creationId xmlns:a16="http://schemas.microsoft.com/office/drawing/2014/main" id="{11471B5B-7DE3-4D4A-AAB3-18A137C13F7B}"/>
                </a:ext>
              </a:extLst>
            </p:cNvPr>
            <p:cNvSpPr/>
            <p:nvPr/>
          </p:nvSpPr>
          <p:spPr>
            <a:xfrm>
              <a:off x="7867929" y="2074956"/>
              <a:ext cx="234423" cy="111719"/>
            </a:xfrm>
            <a:custGeom>
              <a:avLst/>
              <a:gdLst>
                <a:gd name="connsiteX0" fmla="*/ 208312 w 234423"/>
                <a:gd name="connsiteY0" fmla="*/ 52349 h 111719"/>
                <a:gd name="connsiteX1" fmla="*/ 207033 w 234423"/>
                <a:gd name="connsiteY1" fmla="*/ 52349 h 111719"/>
                <a:gd name="connsiteX2" fmla="*/ 153358 w 234423"/>
                <a:gd name="connsiteY2" fmla="*/ 65117 h 111719"/>
                <a:gd name="connsiteX3" fmla="*/ 145690 w 234423"/>
                <a:gd name="connsiteY3" fmla="*/ 55541 h 111719"/>
                <a:gd name="connsiteX4" fmla="*/ 117574 w 234423"/>
                <a:gd name="connsiteY4" fmla="*/ 40857 h 111719"/>
                <a:gd name="connsiteX5" fmla="*/ 65177 w 234423"/>
                <a:gd name="connsiteY5" fmla="*/ 0 h 111719"/>
                <a:gd name="connsiteX6" fmla="*/ 6390 w 234423"/>
                <a:gd name="connsiteY6" fmla="*/ 0 h 111719"/>
                <a:gd name="connsiteX7" fmla="*/ 0 w 234423"/>
                <a:gd name="connsiteY7" fmla="*/ 6384 h 111719"/>
                <a:gd name="connsiteX8" fmla="*/ 6390 w 234423"/>
                <a:gd name="connsiteY8" fmla="*/ 12768 h 111719"/>
                <a:gd name="connsiteX9" fmla="*/ 65177 w 234423"/>
                <a:gd name="connsiteY9" fmla="*/ 12768 h 111719"/>
                <a:gd name="connsiteX10" fmla="*/ 107350 w 234423"/>
                <a:gd name="connsiteY10" fmla="*/ 48518 h 111719"/>
                <a:gd name="connsiteX11" fmla="*/ 111184 w 234423"/>
                <a:gd name="connsiteY11" fmla="*/ 51710 h 111719"/>
                <a:gd name="connsiteX12" fmla="*/ 138661 w 234423"/>
                <a:gd name="connsiteY12" fmla="*/ 65117 h 111719"/>
                <a:gd name="connsiteX13" fmla="*/ 145051 w 234423"/>
                <a:gd name="connsiteY13" fmla="*/ 78523 h 111719"/>
                <a:gd name="connsiteX14" fmla="*/ 140579 w 234423"/>
                <a:gd name="connsiteY14" fmla="*/ 77885 h 111719"/>
                <a:gd name="connsiteX15" fmla="*/ 108629 w 234423"/>
                <a:gd name="connsiteY15" fmla="*/ 70862 h 111719"/>
                <a:gd name="connsiteX16" fmla="*/ 96488 w 234423"/>
                <a:gd name="connsiteY16" fmla="*/ 65117 h 111719"/>
                <a:gd name="connsiteX17" fmla="*/ 75401 w 234423"/>
                <a:gd name="connsiteY17" fmla="*/ 49157 h 111719"/>
                <a:gd name="connsiteX18" fmla="*/ 66455 w 234423"/>
                <a:gd name="connsiteY18" fmla="*/ 51072 h 111719"/>
                <a:gd name="connsiteX19" fmla="*/ 67733 w 234423"/>
                <a:gd name="connsiteY19" fmla="*/ 59371 h 111719"/>
                <a:gd name="connsiteX20" fmla="*/ 88820 w 234423"/>
                <a:gd name="connsiteY20" fmla="*/ 75331 h 111719"/>
                <a:gd name="connsiteX21" fmla="*/ 106073 w 234423"/>
                <a:gd name="connsiteY21" fmla="*/ 82992 h 111719"/>
                <a:gd name="connsiteX22" fmla="*/ 137384 w 234423"/>
                <a:gd name="connsiteY22" fmla="*/ 90014 h 111719"/>
                <a:gd name="connsiteX23" fmla="*/ 144412 w 234423"/>
                <a:gd name="connsiteY23" fmla="*/ 91291 h 111719"/>
                <a:gd name="connsiteX24" fmla="*/ 156553 w 234423"/>
                <a:gd name="connsiteY24" fmla="*/ 84269 h 111719"/>
                <a:gd name="connsiteX25" fmla="*/ 158470 w 234423"/>
                <a:gd name="connsiteY25" fmla="*/ 76608 h 111719"/>
                <a:gd name="connsiteX26" fmla="*/ 211507 w 234423"/>
                <a:gd name="connsiteY26" fmla="*/ 63840 h 111719"/>
                <a:gd name="connsiteX27" fmla="*/ 219813 w 234423"/>
                <a:gd name="connsiteY27" fmla="*/ 67032 h 111719"/>
                <a:gd name="connsiteX28" fmla="*/ 221092 w 234423"/>
                <a:gd name="connsiteY28" fmla="*/ 69585 h 111719"/>
                <a:gd name="connsiteX29" fmla="*/ 220453 w 234423"/>
                <a:gd name="connsiteY29" fmla="*/ 70224 h 111719"/>
                <a:gd name="connsiteX30" fmla="*/ 161665 w 234423"/>
                <a:gd name="connsiteY30" fmla="*/ 96398 h 111719"/>
                <a:gd name="connsiteX31" fmla="*/ 150164 w 234423"/>
                <a:gd name="connsiteY31" fmla="*/ 98952 h 111719"/>
                <a:gd name="connsiteX32" fmla="*/ 99683 w 234423"/>
                <a:gd name="connsiteY32" fmla="*/ 98952 h 111719"/>
                <a:gd name="connsiteX33" fmla="*/ 79235 w 234423"/>
                <a:gd name="connsiteY33" fmla="*/ 92568 h 111719"/>
                <a:gd name="connsiteX34" fmla="*/ 35783 w 234423"/>
                <a:gd name="connsiteY34" fmla="*/ 63840 h 111719"/>
                <a:gd name="connsiteX35" fmla="*/ 8945 w 234423"/>
                <a:gd name="connsiteY35" fmla="*/ 55541 h 111719"/>
                <a:gd name="connsiteX36" fmla="*/ 6390 w 234423"/>
                <a:gd name="connsiteY36" fmla="*/ 55541 h 111719"/>
                <a:gd name="connsiteX37" fmla="*/ 0 w 234423"/>
                <a:gd name="connsiteY37" fmla="*/ 61925 h 111719"/>
                <a:gd name="connsiteX38" fmla="*/ 6390 w 234423"/>
                <a:gd name="connsiteY38" fmla="*/ 68309 h 111719"/>
                <a:gd name="connsiteX39" fmla="*/ 8945 w 234423"/>
                <a:gd name="connsiteY39" fmla="*/ 68309 h 111719"/>
                <a:gd name="connsiteX40" fmla="*/ 28755 w 234423"/>
                <a:gd name="connsiteY40" fmla="*/ 74693 h 111719"/>
                <a:gd name="connsiteX41" fmla="*/ 72206 w 234423"/>
                <a:gd name="connsiteY41" fmla="*/ 103421 h 111719"/>
                <a:gd name="connsiteX42" fmla="*/ 99683 w 234423"/>
                <a:gd name="connsiteY42" fmla="*/ 111720 h 111719"/>
                <a:gd name="connsiteX43" fmla="*/ 150164 w 234423"/>
                <a:gd name="connsiteY43" fmla="*/ 111720 h 111719"/>
                <a:gd name="connsiteX44" fmla="*/ 167416 w 234423"/>
                <a:gd name="connsiteY44" fmla="*/ 107889 h 111719"/>
                <a:gd name="connsiteX45" fmla="*/ 226203 w 234423"/>
                <a:gd name="connsiteY45" fmla="*/ 81077 h 111719"/>
                <a:gd name="connsiteX46" fmla="*/ 233872 w 234423"/>
                <a:gd name="connsiteY46" fmla="*/ 65117 h 111719"/>
                <a:gd name="connsiteX47" fmla="*/ 208312 w 234423"/>
                <a:gd name="connsiteY47" fmla="*/ 52349 h 11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34423" h="111719">
                  <a:moveTo>
                    <a:pt x="208312" y="52349"/>
                  </a:moveTo>
                  <a:lnTo>
                    <a:pt x="207033" y="52349"/>
                  </a:lnTo>
                  <a:lnTo>
                    <a:pt x="153358" y="65117"/>
                  </a:lnTo>
                  <a:cubicBezTo>
                    <a:pt x="151441" y="61286"/>
                    <a:pt x="148885" y="58094"/>
                    <a:pt x="145690" y="55541"/>
                  </a:cubicBezTo>
                  <a:cubicBezTo>
                    <a:pt x="136744" y="49157"/>
                    <a:pt x="127159" y="44049"/>
                    <a:pt x="117574" y="40857"/>
                  </a:cubicBezTo>
                  <a:cubicBezTo>
                    <a:pt x="113102" y="31920"/>
                    <a:pt x="94571" y="1277"/>
                    <a:pt x="65177" y="0"/>
                  </a:cubicBezTo>
                  <a:lnTo>
                    <a:pt x="6390" y="0"/>
                  </a:lnTo>
                  <a:cubicBezTo>
                    <a:pt x="2555" y="0"/>
                    <a:pt x="0" y="2554"/>
                    <a:pt x="0" y="6384"/>
                  </a:cubicBezTo>
                  <a:cubicBezTo>
                    <a:pt x="0" y="10214"/>
                    <a:pt x="2555" y="12768"/>
                    <a:pt x="6390" y="12768"/>
                  </a:cubicBezTo>
                  <a:lnTo>
                    <a:pt x="65177" y="12768"/>
                  </a:lnTo>
                  <a:cubicBezTo>
                    <a:pt x="90737" y="14045"/>
                    <a:pt x="107350" y="48518"/>
                    <a:pt x="107350" y="48518"/>
                  </a:cubicBezTo>
                  <a:cubicBezTo>
                    <a:pt x="107989" y="49795"/>
                    <a:pt x="109268" y="51072"/>
                    <a:pt x="111184" y="51710"/>
                  </a:cubicBezTo>
                  <a:cubicBezTo>
                    <a:pt x="120769" y="54902"/>
                    <a:pt x="130354" y="59371"/>
                    <a:pt x="138661" y="65117"/>
                  </a:cubicBezTo>
                  <a:cubicBezTo>
                    <a:pt x="143134" y="68309"/>
                    <a:pt x="145051" y="73416"/>
                    <a:pt x="145051" y="78523"/>
                  </a:cubicBezTo>
                  <a:cubicBezTo>
                    <a:pt x="145051" y="78523"/>
                    <a:pt x="143774" y="79161"/>
                    <a:pt x="140579" y="77885"/>
                  </a:cubicBezTo>
                  <a:lnTo>
                    <a:pt x="108629" y="70862"/>
                  </a:lnTo>
                  <a:cubicBezTo>
                    <a:pt x="104156" y="69585"/>
                    <a:pt x="100322" y="67670"/>
                    <a:pt x="96488" y="65117"/>
                  </a:cubicBezTo>
                  <a:lnTo>
                    <a:pt x="75401" y="49157"/>
                  </a:lnTo>
                  <a:cubicBezTo>
                    <a:pt x="72206" y="47241"/>
                    <a:pt x="68372" y="47880"/>
                    <a:pt x="66455" y="51072"/>
                  </a:cubicBezTo>
                  <a:cubicBezTo>
                    <a:pt x="64538" y="53625"/>
                    <a:pt x="65177" y="57456"/>
                    <a:pt x="67733" y="59371"/>
                  </a:cubicBezTo>
                  <a:lnTo>
                    <a:pt x="88820" y="75331"/>
                  </a:lnTo>
                  <a:cubicBezTo>
                    <a:pt x="93932" y="79161"/>
                    <a:pt x="99683" y="81715"/>
                    <a:pt x="106073" y="82992"/>
                  </a:cubicBezTo>
                  <a:lnTo>
                    <a:pt x="137384" y="90014"/>
                  </a:lnTo>
                  <a:cubicBezTo>
                    <a:pt x="139939" y="90653"/>
                    <a:pt x="141856" y="91291"/>
                    <a:pt x="144412" y="91291"/>
                  </a:cubicBezTo>
                  <a:cubicBezTo>
                    <a:pt x="149524" y="91291"/>
                    <a:pt x="153997" y="88737"/>
                    <a:pt x="156553" y="84269"/>
                  </a:cubicBezTo>
                  <a:cubicBezTo>
                    <a:pt x="157831" y="81715"/>
                    <a:pt x="158470" y="79161"/>
                    <a:pt x="158470" y="76608"/>
                  </a:cubicBezTo>
                  <a:lnTo>
                    <a:pt x="211507" y="63840"/>
                  </a:lnTo>
                  <a:cubicBezTo>
                    <a:pt x="214702" y="63201"/>
                    <a:pt x="217258" y="64478"/>
                    <a:pt x="219813" y="67032"/>
                  </a:cubicBezTo>
                  <a:cubicBezTo>
                    <a:pt x="220453" y="67670"/>
                    <a:pt x="221092" y="68309"/>
                    <a:pt x="221092" y="69585"/>
                  </a:cubicBezTo>
                  <a:lnTo>
                    <a:pt x="220453" y="70224"/>
                  </a:lnTo>
                  <a:lnTo>
                    <a:pt x="161665" y="96398"/>
                  </a:lnTo>
                  <a:cubicBezTo>
                    <a:pt x="157831" y="98313"/>
                    <a:pt x="153997" y="98952"/>
                    <a:pt x="150164" y="98952"/>
                  </a:cubicBezTo>
                  <a:lnTo>
                    <a:pt x="99683" y="98952"/>
                  </a:lnTo>
                  <a:cubicBezTo>
                    <a:pt x="92654" y="98952"/>
                    <a:pt x="84986" y="96398"/>
                    <a:pt x="79235" y="92568"/>
                  </a:cubicBezTo>
                  <a:lnTo>
                    <a:pt x="35783" y="63840"/>
                  </a:lnTo>
                  <a:cubicBezTo>
                    <a:pt x="27476" y="58733"/>
                    <a:pt x="18530" y="55541"/>
                    <a:pt x="8945" y="55541"/>
                  </a:cubicBezTo>
                  <a:lnTo>
                    <a:pt x="6390" y="55541"/>
                  </a:lnTo>
                  <a:cubicBezTo>
                    <a:pt x="2555" y="55541"/>
                    <a:pt x="0" y="58094"/>
                    <a:pt x="0" y="61925"/>
                  </a:cubicBezTo>
                  <a:cubicBezTo>
                    <a:pt x="0" y="65755"/>
                    <a:pt x="2555" y="68309"/>
                    <a:pt x="6390" y="68309"/>
                  </a:cubicBezTo>
                  <a:lnTo>
                    <a:pt x="8945" y="68309"/>
                  </a:lnTo>
                  <a:cubicBezTo>
                    <a:pt x="15975" y="68309"/>
                    <a:pt x="23004" y="70862"/>
                    <a:pt x="28755" y="74693"/>
                  </a:cubicBezTo>
                  <a:lnTo>
                    <a:pt x="72206" y="103421"/>
                  </a:lnTo>
                  <a:cubicBezTo>
                    <a:pt x="80513" y="108528"/>
                    <a:pt x="90098" y="111720"/>
                    <a:pt x="99683" y="111720"/>
                  </a:cubicBezTo>
                  <a:lnTo>
                    <a:pt x="150164" y="111720"/>
                  </a:lnTo>
                  <a:cubicBezTo>
                    <a:pt x="155914" y="111720"/>
                    <a:pt x="161665" y="110443"/>
                    <a:pt x="167416" y="107889"/>
                  </a:cubicBezTo>
                  <a:lnTo>
                    <a:pt x="226203" y="81077"/>
                  </a:lnTo>
                  <a:cubicBezTo>
                    <a:pt x="232593" y="78523"/>
                    <a:pt x="235788" y="71501"/>
                    <a:pt x="233872" y="65117"/>
                  </a:cubicBezTo>
                  <a:cubicBezTo>
                    <a:pt x="228120" y="56817"/>
                    <a:pt x="218536" y="51072"/>
                    <a:pt x="208312" y="52349"/>
                  </a:cubicBezTo>
                  <a:close/>
                </a:path>
              </a:pathLst>
            </a:custGeom>
            <a:solidFill>
              <a:srgbClr val="43B02A"/>
            </a:solidFill>
            <a:ln w="6390" cap="flat">
              <a:noFill/>
              <a:prstDash val="solid"/>
              <a:miter/>
            </a:ln>
          </p:spPr>
          <p:txBody>
            <a:bodyPr rtlCol="0" anchor="ctr"/>
            <a:lstStyle/>
            <a:p>
              <a:endParaRPr lang="en-US"/>
            </a:p>
          </p:txBody>
        </p:sp>
      </p:grpSp>
      <p:grpSp>
        <p:nvGrpSpPr>
          <p:cNvPr id="773" name="Graphic 4">
            <a:extLst>
              <a:ext uri="{FF2B5EF4-FFF2-40B4-BE49-F238E27FC236}">
                <a16:creationId xmlns:a16="http://schemas.microsoft.com/office/drawing/2014/main" id="{E1A2E83C-67F2-5042-95BC-277228B251A1}"/>
              </a:ext>
            </a:extLst>
          </p:cNvPr>
          <p:cNvGrpSpPr/>
          <p:nvPr/>
        </p:nvGrpSpPr>
        <p:grpSpPr>
          <a:xfrm>
            <a:off x="9290591" y="918179"/>
            <a:ext cx="361674" cy="361971"/>
            <a:chOff x="8239823" y="918179"/>
            <a:chExt cx="361674" cy="361971"/>
          </a:xfrm>
          <a:solidFill>
            <a:srgbClr val="43B02A"/>
          </a:solidFill>
        </p:grpSpPr>
        <p:sp>
          <p:nvSpPr>
            <p:cNvPr id="774" name="Graphic 4">
              <a:extLst>
                <a:ext uri="{FF2B5EF4-FFF2-40B4-BE49-F238E27FC236}">
                  <a16:creationId xmlns:a16="http://schemas.microsoft.com/office/drawing/2014/main" id="{5BC3117A-A6A0-9242-853F-E93EB68F10D1}"/>
                </a:ext>
              </a:extLst>
            </p:cNvPr>
            <p:cNvSpPr/>
            <p:nvPr/>
          </p:nvSpPr>
          <p:spPr>
            <a:xfrm>
              <a:off x="8366983" y="1070118"/>
              <a:ext cx="42173" cy="40857"/>
            </a:xfrm>
            <a:custGeom>
              <a:avLst/>
              <a:gdLst>
                <a:gd name="connsiteX0" fmla="*/ 10224 w 42173"/>
                <a:gd name="connsiteY0" fmla="*/ 35750 h 40857"/>
                <a:gd name="connsiteX1" fmla="*/ 26837 w 42173"/>
                <a:gd name="connsiteY1" fmla="*/ 35750 h 40857"/>
                <a:gd name="connsiteX2" fmla="*/ 29394 w 42173"/>
                <a:gd name="connsiteY2" fmla="*/ 36389 h 40857"/>
                <a:gd name="connsiteX3" fmla="*/ 38978 w 42173"/>
                <a:gd name="connsiteY3" fmla="*/ 40857 h 40857"/>
                <a:gd name="connsiteX4" fmla="*/ 42173 w 42173"/>
                <a:gd name="connsiteY4" fmla="*/ 40857 h 40857"/>
                <a:gd name="connsiteX5" fmla="*/ 42173 w 42173"/>
                <a:gd name="connsiteY5" fmla="*/ 0 h 40857"/>
                <a:gd name="connsiteX6" fmla="*/ 38978 w 42173"/>
                <a:gd name="connsiteY6" fmla="*/ 0 h 40857"/>
                <a:gd name="connsiteX7" fmla="*/ 29394 w 42173"/>
                <a:gd name="connsiteY7" fmla="*/ 4469 h 40857"/>
                <a:gd name="connsiteX8" fmla="*/ 26837 w 42173"/>
                <a:gd name="connsiteY8" fmla="*/ 5107 h 40857"/>
                <a:gd name="connsiteX9" fmla="*/ 10224 w 42173"/>
                <a:gd name="connsiteY9" fmla="*/ 5107 h 40857"/>
                <a:gd name="connsiteX10" fmla="*/ 0 w 42173"/>
                <a:gd name="connsiteY10" fmla="*/ 20429 h 40857"/>
                <a:gd name="connsiteX11" fmla="*/ 10224 w 42173"/>
                <a:gd name="connsiteY11" fmla="*/ 35750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173" h="40857">
                  <a:moveTo>
                    <a:pt x="10224" y="35750"/>
                  </a:moveTo>
                  <a:lnTo>
                    <a:pt x="26837" y="35750"/>
                  </a:lnTo>
                  <a:cubicBezTo>
                    <a:pt x="28116" y="35750"/>
                    <a:pt x="28755" y="35750"/>
                    <a:pt x="29394" y="36389"/>
                  </a:cubicBezTo>
                  <a:lnTo>
                    <a:pt x="38978" y="40857"/>
                  </a:lnTo>
                  <a:lnTo>
                    <a:pt x="42173" y="40857"/>
                  </a:lnTo>
                  <a:lnTo>
                    <a:pt x="42173" y="0"/>
                  </a:lnTo>
                  <a:lnTo>
                    <a:pt x="38978" y="0"/>
                  </a:lnTo>
                  <a:lnTo>
                    <a:pt x="29394" y="4469"/>
                  </a:lnTo>
                  <a:cubicBezTo>
                    <a:pt x="28755" y="5107"/>
                    <a:pt x="27476" y="5107"/>
                    <a:pt x="26837" y="5107"/>
                  </a:cubicBezTo>
                  <a:lnTo>
                    <a:pt x="10224" y="5107"/>
                  </a:lnTo>
                  <a:cubicBezTo>
                    <a:pt x="7029" y="5107"/>
                    <a:pt x="0" y="5107"/>
                    <a:pt x="0" y="20429"/>
                  </a:cubicBezTo>
                  <a:cubicBezTo>
                    <a:pt x="0" y="35750"/>
                    <a:pt x="7029" y="35750"/>
                    <a:pt x="10224" y="35750"/>
                  </a:cubicBezTo>
                  <a:close/>
                </a:path>
              </a:pathLst>
            </a:custGeom>
            <a:solidFill>
              <a:srgbClr val="43B02A"/>
            </a:solidFill>
            <a:ln w="6390" cap="flat">
              <a:noFill/>
              <a:prstDash val="solid"/>
              <a:miter/>
            </a:ln>
          </p:spPr>
          <p:txBody>
            <a:bodyPr rtlCol="0" anchor="ctr"/>
            <a:lstStyle/>
            <a:p>
              <a:endParaRPr lang="en-US"/>
            </a:p>
          </p:txBody>
        </p:sp>
        <p:sp>
          <p:nvSpPr>
            <p:cNvPr id="775" name="Graphic 4">
              <a:extLst>
                <a:ext uri="{FF2B5EF4-FFF2-40B4-BE49-F238E27FC236}">
                  <a16:creationId xmlns:a16="http://schemas.microsoft.com/office/drawing/2014/main" id="{0C0C43EA-71F6-E148-8F48-8FA9B21A99DB}"/>
                </a:ext>
              </a:extLst>
            </p:cNvPr>
            <p:cNvSpPr/>
            <p:nvPr/>
          </p:nvSpPr>
          <p:spPr>
            <a:xfrm>
              <a:off x="8239823" y="918179"/>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306078 w 361674"/>
                <a:gd name="connsiteY7" fmla="*/ 227908 h 361971"/>
                <a:gd name="connsiteX8" fmla="*/ 284352 w 361674"/>
                <a:gd name="connsiteY8" fmla="*/ 227908 h 361971"/>
                <a:gd name="connsiteX9" fmla="*/ 244735 w 361674"/>
                <a:gd name="connsiteY9" fmla="*/ 254083 h 361971"/>
                <a:gd name="connsiteX10" fmla="*/ 218536 w 361674"/>
                <a:gd name="connsiteY10" fmla="*/ 227908 h 361971"/>
                <a:gd name="connsiteX11" fmla="*/ 143135 w 361674"/>
                <a:gd name="connsiteY11" fmla="*/ 227908 h 361971"/>
                <a:gd name="connsiteX12" fmla="*/ 104156 w 361674"/>
                <a:gd name="connsiteY12" fmla="*/ 254721 h 361971"/>
                <a:gd name="connsiteX13" fmla="*/ 77318 w 361674"/>
                <a:gd name="connsiteY13" fmla="*/ 227908 h 361971"/>
                <a:gd name="connsiteX14" fmla="*/ 72207 w 361674"/>
                <a:gd name="connsiteY14" fmla="*/ 227908 h 361971"/>
                <a:gd name="connsiteX15" fmla="*/ 49202 w 361674"/>
                <a:gd name="connsiteY15" fmla="*/ 199819 h 361971"/>
                <a:gd name="connsiteX16" fmla="*/ 49202 w 361674"/>
                <a:gd name="connsiteY16" fmla="*/ 173006 h 361971"/>
                <a:gd name="connsiteX17" fmla="*/ 55592 w 361674"/>
                <a:gd name="connsiteY17" fmla="*/ 166622 h 361971"/>
                <a:gd name="connsiteX18" fmla="*/ 115019 w 361674"/>
                <a:gd name="connsiteY18" fmla="*/ 166622 h 361971"/>
                <a:gd name="connsiteX19" fmla="*/ 137384 w 361674"/>
                <a:gd name="connsiteY19" fmla="*/ 144916 h 361971"/>
                <a:gd name="connsiteX20" fmla="*/ 152081 w 361674"/>
                <a:gd name="connsiteY20" fmla="*/ 144916 h 361971"/>
                <a:gd name="connsiteX21" fmla="*/ 161666 w 361674"/>
                <a:gd name="connsiteY21" fmla="*/ 139809 h 361971"/>
                <a:gd name="connsiteX22" fmla="*/ 164221 w 361674"/>
                <a:gd name="connsiteY22" fmla="*/ 139171 h 361971"/>
                <a:gd name="connsiteX23" fmla="*/ 175084 w 361674"/>
                <a:gd name="connsiteY23" fmla="*/ 139171 h 361971"/>
                <a:gd name="connsiteX24" fmla="*/ 181474 w 361674"/>
                <a:gd name="connsiteY24" fmla="*/ 145555 h 361971"/>
                <a:gd name="connsiteX25" fmla="*/ 181474 w 361674"/>
                <a:gd name="connsiteY25" fmla="*/ 150024 h 361971"/>
                <a:gd name="connsiteX26" fmla="*/ 207673 w 361674"/>
                <a:gd name="connsiteY26" fmla="*/ 150024 h 361971"/>
                <a:gd name="connsiteX27" fmla="*/ 214063 w 361674"/>
                <a:gd name="connsiteY27" fmla="*/ 156408 h 361971"/>
                <a:gd name="connsiteX28" fmla="*/ 207673 w 361674"/>
                <a:gd name="connsiteY28" fmla="*/ 162792 h 361971"/>
                <a:gd name="connsiteX29" fmla="*/ 182113 w 361674"/>
                <a:gd name="connsiteY29" fmla="*/ 162792 h 361971"/>
                <a:gd name="connsiteX30" fmla="*/ 182113 w 361674"/>
                <a:gd name="connsiteY30" fmla="*/ 182582 h 361971"/>
                <a:gd name="connsiteX31" fmla="*/ 208312 w 361674"/>
                <a:gd name="connsiteY31" fmla="*/ 182582 h 361971"/>
                <a:gd name="connsiteX32" fmla="*/ 214702 w 361674"/>
                <a:gd name="connsiteY32" fmla="*/ 188966 h 361971"/>
                <a:gd name="connsiteX33" fmla="*/ 208312 w 361674"/>
                <a:gd name="connsiteY33" fmla="*/ 195350 h 361971"/>
                <a:gd name="connsiteX34" fmla="*/ 182113 w 361674"/>
                <a:gd name="connsiteY34" fmla="*/ 195350 h 361971"/>
                <a:gd name="connsiteX35" fmla="*/ 182113 w 361674"/>
                <a:gd name="connsiteY35" fmla="*/ 199819 h 361971"/>
                <a:gd name="connsiteX36" fmla="*/ 175723 w 361674"/>
                <a:gd name="connsiteY36" fmla="*/ 206203 h 361971"/>
                <a:gd name="connsiteX37" fmla="*/ 164861 w 361674"/>
                <a:gd name="connsiteY37" fmla="*/ 206203 h 361971"/>
                <a:gd name="connsiteX38" fmla="*/ 162305 w 361674"/>
                <a:gd name="connsiteY38" fmla="*/ 205564 h 361971"/>
                <a:gd name="connsiteX39" fmla="*/ 152720 w 361674"/>
                <a:gd name="connsiteY39" fmla="*/ 200457 h 361971"/>
                <a:gd name="connsiteX40" fmla="*/ 137384 w 361674"/>
                <a:gd name="connsiteY40" fmla="*/ 200457 h 361971"/>
                <a:gd name="connsiteX41" fmla="*/ 115019 w 361674"/>
                <a:gd name="connsiteY41" fmla="*/ 178752 h 361971"/>
                <a:gd name="connsiteX42" fmla="*/ 61982 w 361674"/>
                <a:gd name="connsiteY42" fmla="*/ 178752 h 361971"/>
                <a:gd name="connsiteX43" fmla="*/ 61982 w 361674"/>
                <a:gd name="connsiteY43" fmla="*/ 199180 h 361971"/>
                <a:gd name="connsiteX44" fmla="*/ 72207 w 361674"/>
                <a:gd name="connsiteY44" fmla="*/ 214502 h 361971"/>
                <a:gd name="connsiteX45" fmla="*/ 83069 w 361674"/>
                <a:gd name="connsiteY45" fmla="*/ 214502 h 361971"/>
                <a:gd name="connsiteX46" fmla="*/ 89459 w 361674"/>
                <a:gd name="connsiteY46" fmla="*/ 220886 h 361971"/>
                <a:gd name="connsiteX47" fmla="*/ 109907 w 361674"/>
                <a:gd name="connsiteY47" fmla="*/ 241315 h 361971"/>
                <a:gd name="connsiteX48" fmla="*/ 130355 w 361674"/>
                <a:gd name="connsiteY48" fmla="*/ 220886 h 361971"/>
                <a:gd name="connsiteX49" fmla="*/ 136745 w 361674"/>
                <a:gd name="connsiteY49" fmla="*/ 214502 h 361971"/>
                <a:gd name="connsiteX50" fmla="*/ 223648 w 361674"/>
                <a:gd name="connsiteY50" fmla="*/ 214502 h 361971"/>
                <a:gd name="connsiteX51" fmla="*/ 230038 w 361674"/>
                <a:gd name="connsiteY51" fmla="*/ 220886 h 361971"/>
                <a:gd name="connsiteX52" fmla="*/ 250485 w 361674"/>
                <a:gd name="connsiteY52" fmla="*/ 241315 h 361971"/>
                <a:gd name="connsiteX53" fmla="*/ 270934 w 361674"/>
                <a:gd name="connsiteY53" fmla="*/ 220886 h 361971"/>
                <a:gd name="connsiteX54" fmla="*/ 277323 w 361674"/>
                <a:gd name="connsiteY54" fmla="*/ 214502 h 361971"/>
                <a:gd name="connsiteX55" fmla="*/ 297771 w 361674"/>
                <a:gd name="connsiteY55" fmla="*/ 214502 h 361971"/>
                <a:gd name="connsiteX56" fmla="*/ 297771 w 361674"/>
                <a:gd name="connsiteY56" fmla="*/ 177475 h 361971"/>
                <a:gd name="connsiteX57" fmla="*/ 240900 w 361674"/>
                <a:gd name="connsiteY57" fmla="*/ 157046 h 361971"/>
                <a:gd name="connsiteX58" fmla="*/ 237705 w 361674"/>
                <a:gd name="connsiteY58" fmla="*/ 156408 h 361971"/>
                <a:gd name="connsiteX59" fmla="*/ 233872 w 361674"/>
                <a:gd name="connsiteY59" fmla="*/ 153854 h 361971"/>
                <a:gd name="connsiteX60" fmla="*/ 184669 w 361674"/>
                <a:gd name="connsiteY60" fmla="*/ 118104 h 361971"/>
                <a:gd name="connsiteX61" fmla="*/ 136106 w 361674"/>
                <a:gd name="connsiteY61" fmla="*/ 118104 h 361971"/>
                <a:gd name="connsiteX62" fmla="*/ 106712 w 361674"/>
                <a:gd name="connsiteY62" fmla="*/ 130872 h 361971"/>
                <a:gd name="connsiteX63" fmla="*/ 90098 w 361674"/>
                <a:gd name="connsiteY63" fmla="*/ 143640 h 361971"/>
                <a:gd name="connsiteX64" fmla="*/ 87542 w 361674"/>
                <a:gd name="connsiteY64" fmla="*/ 144916 h 361971"/>
                <a:gd name="connsiteX65" fmla="*/ 60066 w 361674"/>
                <a:gd name="connsiteY65" fmla="*/ 149385 h 361971"/>
                <a:gd name="connsiteX66" fmla="*/ 60066 w 361674"/>
                <a:gd name="connsiteY66" fmla="*/ 157046 h 361971"/>
                <a:gd name="connsiteX67" fmla="*/ 53676 w 361674"/>
                <a:gd name="connsiteY67" fmla="*/ 163430 h 361971"/>
                <a:gd name="connsiteX68" fmla="*/ 47286 w 361674"/>
                <a:gd name="connsiteY68" fmla="*/ 157046 h 361971"/>
                <a:gd name="connsiteX69" fmla="*/ 47286 w 361674"/>
                <a:gd name="connsiteY69" fmla="*/ 149385 h 361971"/>
                <a:gd name="connsiteX70" fmla="*/ 57509 w 361674"/>
                <a:gd name="connsiteY70" fmla="*/ 137894 h 361971"/>
                <a:gd name="connsiteX71" fmla="*/ 84347 w 361674"/>
                <a:gd name="connsiteY71" fmla="*/ 133425 h 361971"/>
                <a:gd name="connsiteX72" fmla="*/ 99044 w 361674"/>
                <a:gd name="connsiteY72" fmla="*/ 121934 h 361971"/>
                <a:gd name="connsiteX73" fmla="*/ 136106 w 361674"/>
                <a:gd name="connsiteY73" fmla="*/ 105974 h 361971"/>
                <a:gd name="connsiteX74" fmla="*/ 184669 w 361674"/>
                <a:gd name="connsiteY74" fmla="*/ 105974 h 361971"/>
                <a:gd name="connsiteX75" fmla="*/ 242818 w 361674"/>
                <a:gd name="connsiteY75" fmla="*/ 144278 h 361971"/>
                <a:gd name="connsiteX76" fmla="*/ 244095 w 361674"/>
                <a:gd name="connsiteY76" fmla="*/ 144278 h 361971"/>
                <a:gd name="connsiteX77" fmla="*/ 310551 w 361674"/>
                <a:gd name="connsiteY77" fmla="*/ 176836 h 361971"/>
                <a:gd name="connsiteX78" fmla="*/ 310551 w 361674"/>
                <a:gd name="connsiteY78" fmla="*/ 220247 h 361971"/>
                <a:gd name="connsiteX79" fmla="*/ 306078 w 361674"/>
                <a:gd name="connsiteY79" fmla="*/ 227908 h 361971"/>
                <a:gd name="connsiteX80" fmla="*/ 306078 w 361674"/>
                <a:gd name="connsiteY80" fmla="*/ 22790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61674" h="361971">
                  <a:moveTo>
                    <a:pt x="180836" y="0"/>
                  </a:moveTo>
                  <a:cubicBezTo>
                    <a:pt x="80513" y="0"/>
                    <a:pt x="0" y="81077"/>
                    <a:pt x="0" y="180667"/>
                  </a:cubicBezTo>
                  <a:cubicBezTo>
                    <a:pt x="0" y="280895"/>
                    <a:pt x="81152" y="361972"/>
                    <a:pt x="180836" y="361972"/>
                  </a:cubicBezTo>
                  <a:cubicBezTo>
                    <a:pt x="281157" y="361972"/>
                    <a:pt x="361670" y="280895"/>
                    <a:pt x="361670" y="181305"/>
                  </a:cubicBezTo>
                  <a:lnTo>
                    <a:pt x="361670" y="181305"/>
                  </a:lnTo>
                  <a:cubicBezTo>
                    <a:pt x="362309" y="81077"/>
                    <a:pt x="281157" y="0"/>
                    <a:pt x="180836" y="0"/>
                  </a:cubicBezTo>
                  <a:cubicBezTo>
                    <a:pt x="180836" y="0"/>
                    <a:pt x="180836" y="0"/>
                    <a:pt x="180836" y="0"/>
                  </a:cubicBezTo>
                  <a:close/>
                  <a:moveTo>
                    <a:pt x="306078" y="227908"/>
                  </a:moveTo>
                  <a:lnTo>
                    <a:pt x="284352" y="227908"/>
                  </a:lnTo>
                  <a:cubicBezTo>
                    <a:pt x="280518" y="245783"/>
                    <a:pt x="263265" y="257913"/>
                    <a:pt x="244735" y="254083"/>
                  </a:cubicBezTo>
                  <a:cubicBezTo>
                    <a:pt x="231315" y="251529"/>
                    <a:pt x="221092" y="241315"/>
                    <a:pt x="218536" y="227908"/>
                  </a:cubicBezTo>
                  <a:lnTo>
                    <a:pt x="143135" y="227908"/>
                  </a:lnTo>
                  <a:cubicBezTo>
                    <a:pt x="139940" y="245783"/>
                    <a:pt x="122048" y="257913"/>
                    <a:pt x="104156" y="254721"/>
                  </a:cubicBezTo>
                  <a:cubicBezTo>
                    <a:pt x="90737" y="252167"/>
                    <a:pt x="79874" y="241315"/>
                    <a:pt x="77318" y="227908"/>
                  </a:cubicBezTo>
                  <a:lnTo>
                    <a:pt x="72207" y="227908"/>
                  </a:lnTo>
                  <a:cubicBezTo>
                    <a:pt x="59427" y="227908"/>
                    <a:pt x="49202" y="208118"/>
                    <a:pt x="49202" y="199819"/>
                  </a:cubicBezTo>
                  <a:lnTo>
                    <a:pt x="49202" y="173006"/>
                  </a:lnTo>
                  <a:cubicBezTo>
                    <a:pt x="49202" y="169176"/>
                    <a:pt x="51758" y="166622"/>
                    <a:pt x="55592" y="166622"/>
                  </a:cubicBezTo>
                  <a:lnTo>
                    <a:pt x="115019" y="166622"/>
                  </a:lnTo>
                  <a:cubicBezTo>
                    <a:pt x="117575" y="147470"/>
                    <a:pt x="130994" y="144916"/>
                    <a:pt x="137384" y="144916"/>
                  </a:cubicBezTo>
                  <a:lnTo>
                    <a:pt x="152081" y="144916"/>
                  </a:lnTo>
                  <a:lnTo>
                    <a:pt x="161666" y="139809"/>
                  </a:lnTo>
                  <a:cubicBezTo>
                    <a:pt x="162305" y="139171"/>
                    <a:pt x="163582" y="139171"/>
                    <a:pt x="164221" y="139171"/>
                  </a:cubicBezTo>
                  <a:lnTo>
                    <a:pt x="175084" y="139171"/>
                  </a:lnTo>
                  <a:cubicBezTo>
                    <a:pt x="178918" y="139171"/>
                    <a:pt x="181474" y="141724"/>
                    <a:pt x="181474" y="145555"/>
                  </a:cubicBezTo>
                  <a:lnTo>
                    <a:pt x="181474" y="150024"/>
                  </a:lnTo>
                  <a:lnTo>
                    <a:pt x="207673" y="150024"/>
                  </a:lnTo>
                  <a:cubicBezTo>
                    <a:pt x="211507" y="150024"/>
                    <a:pt x="214063" y="152577"/>
                    <a:pt x="214063" y="156408"/>
                  </a:cubicBezTo>
                  <a:cubicBezTo>
                    <a:pt x="214063" y="160238"/>
                    <a:pt x="211507" y="162792"/>
                    <a:pt x="207673" y="162792"/>
                  </a:cubicBezTo>
                  <a:lnTo>
                    <a:pt x="182113" y="162792"/>
                  </a:lnTo>
                  <a:lnTo>
                    <a:pt x="182113" y="182582"/>
                  </a:lnTo>
                  <a:lnTo>
                    <a:pt x="208312" y="182582"/>
                  </a:lnTo>
                  <a:cubicBezTo>
                    <a:pt x="212146" y="182582"/>
                    <a:pt x="214702" y="185135"/>
                    <a:pt x="214702" y="188966"/>
                  </a:cubicBezTo>
                  <a:cubicBezTo>
                    <a:pt x="214702" y="192796"/>
                    <a:pt x="212146" y="195350"/>
                    <a:pt x="208312" y="195350"/>
                  </a:cubicBezTo>
                  <a:lnTo>
                    <a:pt x="182113" y="195350"/>
                  </a:lnTo>
                  <a:lnTo>
                    <a:pt x="182113" y="199819"/>
                  </a:lnTo>
                  <a:cubicBezTo>
                    <a:pt x="182113" y="203649"/>
                    <a:pt x="179557" y="206203"/>
                    <a:pt x="175723" y="206203"/>
                  </a:cubicBezTo>
                  <a:lnTo>
                    <a:pt x="164861" y="206203"/>
                  </a:lnTo>
                  <a:cubicBezTo>
                    <a:pt x="163582" y="206203"/>
                    <a:pt x="162943" y="206203"/>
                    <a:pt x="162305" y="205564"/>
                  </a:cubicBezTo>
                  <a:lnTo>
                    <a:pt x="152720" y="200457"/>
                  </a:lnTo>
                  <a:lnTo>
                    <a:pt x="137384" y="200457"/>
                  </a:lnTo>
                  <a:cubicBezTo>
                    <a:pt x="130994" y="200457"/>
                    <a:pt x="117575" y="197903"/>
                    <a:pt x="115019" y="178752"/>
                  </a:cubicBezTo>
                  <a:lnTo>
                    <a:pt x="61982" y="178752"/>
                  </a:lnTo>
                  <a:lnTo>
                    <a:pt x="61982" y="199180"/>
                  </a:lnTo>
                  <a:cubicBezTo>
                    <a:pt x="61982" y="203011"/>
                    <a:pt x="69012" y="213863"/>
                    <a:pt x="72207" y="214502"/>
                  </a:cubicBezTo>
                  <a:lnTo>
                    <a:pt x="83069" y="214502"/>
                  </a:lnTo>
                  <a:cubicBezTo>
                    <a:pt x="86903" y="214502"/>
                    <a:pt x="89459" y="217055"/>
                    <a:pt x="89459" y="220886"/>
                  </a:cubicBezTo>
                  <a:cubicBezTo>
                    <a:pt x="89459" y="232377"/>
                    <a:pt x="99044" y="241315"/>
                    <a:pt x="109907" y="241315"/>
                  </a:cubicBezTo>
                  <a:cubicBezTo>
                    <a:pt x="120770" y="241315"/>
                    <a:pt x="130355" y="231739"/>
                    <a:pt x="130355" y="220886"/>
                  </a:cubicBezTo>
                  <a:cubicBezTo>
                    <a:pt x="130355" y="217055"/>
                    <a:pt x="132911" y="214502"/>
                    <a:pt x="136745" y="214502"/>
                  </a:cubicBezTo>
                  <a:lnTo>
                    <a:pt x="223648" y="214502"/>
                  </a:lnTo>
                  <a:cubicBezTo>
                    <a:pt x="227482" y="214502"/>
                    <a:pt x="230038" y="217055"/>
                    <a:pt x="230038" y="220886"/>
                  </a:cubicBezTo>
                  <a:cubicBezTo>
                    <a:pt x="230038" y="232377"/>
                    <a:pt x="239623" y="241315"/>
                    <a:pt x="250485" y="241315"/>
                  </a:cubicBezTo>
                  <a:cubicBezTo>
                    <a:pt x="261349" y="241315"/>
                    <a:pt x="270934" y="231739"/>
                    <a:pt x="270934" y="220886"/>
                  </a:cubicBezTo>
                  <a:cubicBezTo>
                    <a:pt x="270934" y="217055"/>
                    <a:pt x="273490" y="214502"/>
                    <a:pt x="277323" y="214502"/>
                  </a:cubicBezTo>
                  <a:lnTo>
                    <a:pt x="297771" y="214502"/>
                  </a:lnTo>
                  <a:lnTo>
                    <a:pt x="297771" y="177475"/>
                  </a:lnTo>
                  <a:cubicBezTo>
                    <a:pt x="297771" y="170452"/>
                    <a:pt x="271572" y="164068"/>
                    <a:pt x="240900" y="157046"/>
                  </a:cubicBezTo>
                  <a:lnTo>
                    <a:pt x="237705" y="156408"/>
                  </a:lnTo>
                  <a:cubicBezTo>
                    <a:pt x="236428" y="155769"/>
                    <a:pt x="235150" y="155131"/>
                    <a:pt x="233872" y="153854"/>
                  </a:cubicBezTo>
                  <a:cubicBezTo>
                    <a:pt x="215980" y="130872"/>
                    <a:pt x="202561" y="118104"/>
                    <a:pt x="184669" y="118104"/>
                  </a:cubicBezTo>
                  <a:lnTo>
                    <a:pt x="136106" y="118104"/>
                  </a:lnTo>
                  <a:cubicBezTo>
                    <a:pt x="122048" y="118104"/>
                    <a:pt x="117575" y="122572"/>
                    <a:pt x="106712" y="130872"/>
                  </a:cubicBezTo>
                  <a:cubicBezTo>
                    <a:pt x="102239" y="134702"/>
                    <a:pt x="97127" y="139171"/>
                    <a:pt x="90098" y="143640"/>
                  </a:cubicBezTo>
                  <a:cubicBezTo>
                    <a:pt x="89459" y="144278"/>
                    <a:pt x="88181" y="144278"/>
                    <a:pt x="87542" y="144916"/>
                  </a:cubicBezTo>
                  <a:lnTo>
                    <a:pt x="60066" y="149385"/>
                  </a:lnTo>
                  <a:lnTo>
                    <a:pt x="60066" y="157046"/>
                  </a:lnTo>
                  <a:cubicBezTo>
                    <a:pt x="60066" y="160876"/>
                    <a:pt x="57509" y="163430"/>
                    <a:pt x="53676" y="163430"/>
                  </a:cubicBezTo>
                  <a:cubicBezTo>
                    <a:pt x="49842" y="163430"/>
                    <a:pt x="47286" y="160876"/>
                    <a:pt x="47286" y="157046"/>
                  </a:cubicBezTo>
                  <a:lnTo>
                    <a:pt x="47286" y="149385"/>
                  </a:lnTo>
                  <a:cubicBezTo>
                    <a:pt x="47286" y="143640"/>
                    <a:pt x="51758" y="138532"/>
                    <a:pt x="57509" y="137894"/>
                  </a:cubicBezTo>
                  <a:lnTo>
                    <a:pt x="84347" y="133425"/>
                  </a:lnTo>
                  <a:cubicBezTo>
                    <a:pt x="90098" y="128956"/>
                    <a:pt x="94571" y="125126"/>
                    <a:pt x="99044" y="121934"/>
                  </a:cubicBezTo>
                  <a:cubicBezTo>
                    <a:pt x="109907" y="112996"/>
                    <a:pt x="118214" y="105974"/>
                    <a:pt x="136106" y="105974"/>
                  </a:cubicBezTo>
                  <a:lnTo>
                    <a:pt x="184669" y="105974"/>
                  </a:lnTo>
                  <a:cubicBezTo>
                    <a:pt x="207034" y="105974"/>
                    <a:pt x="223009" y="120019"/>
                    <a:pt x="242818" y="144278"/>
                  </a:cubicBezTo>
                  <a:lnTo>
                    <a:pt x="244095" y="144278"/>
                  </a:lnTo>
                  <a:cubicBezTo>
                    <a:pt x="288825" y="154492"/>
                    <a:pt x="310551" y="159600"/>
                    <a:pt x="310551" y="176836"/>
                  </a:cubicBezTo>
                  <a:lnTo>
                    <a:pt x="310551" y="220247"/>
                  </a:lnTo>
                  <a:cubicBezTo>
                    <a:pt x="312468" y="224716"/>
                    <a:pt x="309912" y="227908"/>
                    <a:pt x="306078" y="227908"/>
                  </a:cubicBezTo>
                  <a:cubicBezTo>
                    <a:pt x="306078" y="227908"/>
                    <a:pt x="306078" y="227908"/>
                    <a:pt x="306078" y="227908"/>
                  </a:cubicBezTo>
                  <a:close/>
                </a:path>
              </a:pathLst>
            </a:custGeom>
            <a:solidFill>
              <a:srgbClr val="43B02A"/>
            </a:solidFill>
            <a:ln w="6390" cap="flat">
              <a:noFill/>
              <a:prstDash val="solid"/>
              <a:miter/>
            </a:ln>
          </p:spPr>
          <p:txBody>
            <a:bodyPr rtlCol="0" anchor="ctr"/>
            <a:lstStyle/>
            <a:p>
              <a:endParaRPr lang="en-US"/>
            </a:p>
          </p:txBody>
        </p:sp>
      </p:grpSp>
      <p:grpSp>
        <p:nvGrpSpPr>
          <p:cNvPr id="776" name="Graphic 4">
            <a:extLst>
              <a:ext uri="{FF2B5EF4-FFF2-40B4-BE49-F238E27FC236}">
                <a16:creationId xmlns:a16="http://schemas.microsoft.com/office/drawing/2014/main" id="{2A06E558-9398-EE46-9974-3D8FA7D13966}"/>
              </a:ext>
            </a:extLst>
          </p:cNvPr>
          <p:cNvGrpSpPr/>
          <p:nvPr/>
        </p:nvGrpSpPr>
        <p:grpSpPr>
          <a:xfrm>
            <a:off x="9290591" y="1402723"/>
            <a:ext cx="361674" cy="361971"/>
            <a:chOff x="8239823" y="1402723"/>
            <a:chExt cx="361674" cy="361971"/>
          </a:xfrm>
          <a:solidFill>
            <a:srgbClr val="43B02A"/>
          </a:solidFill>
        </p:grpSpPr>
        <p:sp>
          <p:nvSpPr>
            <p:cNvPr id="777" name="Graphic 4">
              <a:extLst>
                <a:ext uri="{FF2B5EF4-FFF2-40B4-BE49-F238E27FC236}">
                  <a16:creationId xmlns:a16="http://schemas.microsoft.com/office/drawing/2014/main" id="{D9C66C8C-92A6-0643-9C56-75DD142849CF}"/>
                </a:ext>
              </a:extLst>
            </p:cNvPr>
            <p:cNvSpPr/>
            <p:nvPr/>
          </p:nvSpPr>
          <p:spPr>
            <a:xfrm>
              <a:off x="8398294" y="1568068"/>
              <a:ext cx="46007" cy="35750"/>
            </a:xfrm>
            <a:custGeom>
              <a:avLst/>
              <a:gdLst>
                <a:gd name="connsiteX0" fmla="*/ 32589 w 46007"/>
                <a:gd name="connsiteY0" fmla="*/ 35750 h 35750"/>
                <a:gd name="connsiteX1" fmla="*/ 40895 w 46007"/>
                <a:gd name="connsiteY1" fmla="*/ 27451 h 35750"/>
                <a:gd name="connsiteX2" fmla="*/ 40895 w 46007"/>
                <a:gd name="connsiteY2" fmla="*/ 27451 h 35750"/>
                <a:gd name="connsiteX3" fmla="*/ 40895 w 46007"/>
                <a:gd name="connsiteY3" fmla="*/ 12768 h 35750"/>
                <a:gd name="connsiteX4" fmla="*/ 42812 w 46007"/>
                <a:gd name="connsiteY4" fmla="*/ 8299 h 35750"/>
                <a:gd name="connsiteX5" fmla="*/ 46007 w 46007"/>
                <a:gd name="connsiteY5" fmla="*/ 3192 h 35750"/>
                <a:gd name="connsiteX6" fmla="*/ 46007 w 46007"/>
                <a:gd name="connsiteY6" fmla="*/ 0 h 35750"/>
                <a:gd name="connsiteX7" fmla="*/ 0 w 46007"/>
                <a:gd name="connsiteY7" fmla="*/ 0 h 35750"/>
                <a:gd name="connsiteX8" fmla="*/ 0 w 46007"/>
                <a:gd name="connsiteY8" fmla="*/ 3192 h 35750"/>
                <a:gd name="connsiteX9" fmla="*/ 3195 w 46007"/>
                <a:gd name="connsiteY9" fmla="*/ 8299 h 35750"/>
                <a:gd name="connsiteX10" fmla="*/ 5111 w 46007"/>
                <a:gd name="connsiteY10" fmla="*/ 12768 h 35750"/>
                <a:gd name="connsiteX11" fmla="*/ 5111 w 46007"/>
                <a:gd name="connsiteY11" fmla="*/ 27451 h 35750"/>
                <a:gd name="connsiteX12" fmla="*/ 13419 w 46007"/>
                <a:gd name="connsiteY12" fmla="*/ 35750 h 35750"/>
                <a:gd name="connsiteX13" fmla="*/ 13419 w 46007"/>
                <a:gd name="connsiteY13" fmla="*/ 35750 h 35750"/>
                <a:gd name="connsiteX14" fmla="*/ 32589 w 46007"/>
                <a:gd name="connsiteY14" fmla="*/ 35750 h 3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007" h="35750">
                  <a:moveTo>
                    <a:pt x="32589" y="35750"/>
                  </a:moveTo>
                  <a:cubicBezTo>
                    <a:pt x="37061" y="35750"/>
                    <a:pt x="40895" y="31920"/>
                    <a:pt x="40895" y="27451"/>
                  </a:cubicBezTo>
                  <a:cubicBezTo>
                    <a:pt x="40895" y="27451"/>
                    <a:pt x="40895" y="27451"/>
                    <a:pt x="40895" y="27451"/>
                  </a:cubicBezTo>
                  <a:lnTo>
                    <a:pt x="40895" y="12768"/>
                  </a:lnTo>
                  <a:cubicBezTo>
                    <a:pt x="40895" y="10853"/>
                    <a:pt x="41535" y="9576"/>
                    <a:pt x="42812" y="8299"/>
                  </a:cubicBezTo>
                  <a:cubicBezTo>
                    <a:pt x="44090" y="7022"/>
                    <a:pt x="45368" y="5107"/>
                    <a:pt x="46007" y="3192"/>
                  </a:cubicBezTo>
                  <a:lnTo>
                    <a:pt x="46007" y="0"/>
                  </a:lnTo>
                  <a:lnTo>
                    <a:pt x="0" y="0"/>
                  </a:lnTo>
                  <a:lnTo>
                    <a:pt x="0" y="3192"/>
                  </a:lnTo>
                  <a:cubicBezTo>
                    <a:pt x="639" y="5107"/>
                    <a:pt x="1278" y="7022"/>
                    <a:pt x="3195" y="8299"/>
                  </a:cubicBezTo>
                  <a:cubicBezTo>
                    <a:pt x="4473" y="9576"/>
                    <a:pt x="5111" y="10853"/>
                    <a:pt x="5111" y="12768"/>
                  </a:cubicBezTo>
                  <a:lnTo>
                    <a:pt x="5111" y="27451"/>
                  </a:lnTo>
                  <a:cubicBezTo>
                    <a:pt x="5111" y="31920"/>
                    <a:pt x="8945" y="35750"/>
                    <a:pt x="13419" y="35750"/>
                  </a:cubicBezTo>
                  <a:cubicBezTo>
                    <a:pt x="13419" y="35750"/>
                    <a:pt x="13419" y="35750"/>
                    <a:pt x="13419" y="35750"/>
                  </a:cubicBezTo>
                  <a:lnTo>
                    <a:pt x="32589" y="35750"/>
                  </a:lnTo>
                  <a:close/>
                </a:path>
              </a:pathLst>
            </a:custGeom>
            <a:solidFill>
              <a:srgbClr val="43B02A"/>
            </a:solidFill>
            <a:ln w="6390" cap="flat">
              <a:noFill/>
              <a:prstDash val="solid"/>
              <a:miter/>
            </a:ln>
          </p:spPr>
          <p:txBody>
            <a:bodyPr rtlCol="0" anchor="ctr"/>
            <a:lstStyle/>
            <a:p>
              <a:endParaRPr lang="en-US"/>
            </a:p>
          </p:txBody>
        </p:sp>
        <p:sp>
          <p:nvSpPr>
            <p:cNvPr id="778" name="Graphic 4">
              <a:extLst>
                <a:ext uri="{FF2B5EF4-FFF2-40B4-BE49-F238E27FC236}">
                  <a16:creationId xmlns:a16="http://schemas.microsoft.com/office/drawing/2014/main" id="{A4975909-D927-0045-830D-86B0B7F269E4}"/>
                </a:ext>
              </a:extLst>
            </p:cNvPr>
            <p:cNvSpPr/>
            <p:nvPr/>
          </p:nvSpPr>
          <p:spPr>
            <a:xfrm>
              <a:off x="8239823" y="1402723"/>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300327 w 361674"/>
                <a:gd name="connsiteY7" fmla="*/ 148747 h 361971"/>
                <a:gd name="connsiteX8" fmla="*/ 290103 w 361674"/>
                <a:gd name="connsiteY8" fmla="*/ 160238 h 361971"/>
                <a:gd name="connsiteX9" fmla="*/ 279880 w 361674"/>
                <a:gd name="connsiteY9" fmla="*/ 162792 h 361971"/>
                <a:gd name="connsiteX10" fmla="*/ 285630 w 361674"/>
                <a:gd name="connsiteY10" fmla="*/ 182582 h 361971"/>
                <a:gd name="connsiteX11" fmla="*/ 285630 w 361674"/>
                <a:gd name="connsiteY11" fmla="*/ 222801 h 361971"/>
                <a:gd name="connsiteX12" fmla="*/ 280518 w 361674"/>
                <a:gd name="connsiteY12" fmla="*/ 234930 h 361971"/>
                <a:gd name="connsiteX13" fmla="*/ 280518 w 361674"/>
                <a:gd name="connsiteY13" fmla="*/ 252167 h 361971"/>
                <a:gd name="connsiteX14" fmla="*/ 269016 w 361674"/>
                <a:gd name="connsiteY14" fmla="*/ 263658 h 361971"/>
                <a:gd name="connsiteX15" fmla="*/ 269016 w 361674"/>
                <a:gd name="connsiteY15" fmla="*/ 263658 h 361971"/>
                <a:gd name="connsiteX16" fmla="*/ 234510 w 361674"/>
                <a:gd name="connsiteY16" fmla="*/ 263658 h 361971"/>
                <a:gd name="connsiteX17" fmla="*/ 223009 w 361674"/>
                <a:gd name="connsiteY17" fmla="*/ 252167 h 361971"/>
                <a:gd name="connsiteX18" fmla="*/ 223009 w 361674"/>
                <a:gd name="connsiteY18" fmla="*/ 252167 h 361971"/>
                <a:gd name="connsiteX19" fmla="*/ 223009 w 361674"/>
                <a:gd name="connsiteY19" fmla="*/ 243868 h 361971"/>
                <a:gd name="connsiteX20" fmla="*/ 194893 w 361674"/>
                <a:gd name="connsiteY20" fmla="*/ 243868 h 361971"/>
                <a:gd name="connsiteX21" fmla="*/ 188503 w 361674"/>
                <a:gd name="connsiteY21" fmla="*/ 237484 h 361971"/>
                <a:gd name="connsiteX22" fmla="*/ 194893 w 361674"/>
                <a:gd name="connsiteY22" fmla="*/ 231100 h 361971"/>
                <a:gd name="connsiteX23" fmla="*/ 229399 w 361674"/>
                <a:gd name="connsiteY23" fmla="*/ 231100 h 361971"/>
                <a:gd name="connsiteX24" fmla="*/ 235789 w 361674"/>
                <a:gd name="connsiteY24" fmla="*/ 237484 h 361971"/>
                <a:gd name="connsiteX25" fmla="*/ 235789 w 361674"/>
                <a:gd name="connsiteY25" fmla="*/ 250890 h 361971"/>
                <a:gd name="connsiteX26" fmla="*/ 267100 w 361674"/>
                <a:gd name="connsiteY26" fmla="*/ 250890 h 361971"/>
                <a:gd name="connsiteX27" fmla="*/ 267100 w 361674"/>
                <a:gd name="connsiteY27" fmla="*/ 232377 h 361971"/>
                <a:gd name="connsiteX28" fmla="*/ 269016 w 361674"/>
                <a:gd name="connsiteY28" fmla="*/ 227908 h 361971"/>
                <a:gd name="connsiteX29" fmla="*/ 271572 w 361674"/>
                <a:gd name="connsiteY29" fmla="*/ 222801 h 361971"/>
                <a:gd name="connsiteX30" fmla="*/ 271572 w 361674"/>
                <a:gd name="connsiteY30" fmla="*/ 182582 h 361971"/>
                <a:gd name="connsiteX31" fmla="*/ 267739 w 361674"/>
                <a:gd name="connsiteY31" fmla="*/ 169814 h 361971"/>
                <a:gd name="connsiteX32" fmla="*/ 262626 w 361674"/>
                <a:gd name="connsiteY32" fmla="*/ 162792 h 361971"/>
                <a:gd name="connsiteX33" fmla="*/ 264544 w 361674"/>
                <a:gd name="connsiteY33" fmla="*/ 153854 h 361971"/>
                <a:gd name="connsiteX34" fmla="*/ 266460 w 361674"/>
                <a:gd name="connsiteY34" fmla="*/ 153216 h 361971"/>
                <a:gd name="connsiteX35" fmla="*/ 286270 w 361674"/>
                <a:gd name="connsiteY35" fmla="*/ 148108 h 361971"/>
                <a:gd name="connsiteX36" fmla="*/ 286270 w 361674"/>
                <a:gd name="connsiteY36" fmla="*/ 148108 h 361971"/>
                <a:gd name="connsiteX37" fmla="*/ 286270 w 361674"/>
                <a:gd name="connsiteY37" fmla="*/ 141086 h 361971"/>
                <a:gd name="connsiteX38" fmla="*/ 266460 w 361674"/>
                <a:gd name="connsiteY38" fmla="*/ 141086 h 361971"/>
                <a:gd name="connsiteX39" fmla="*/ 258792 w 361674"/>
                <a:gd name="connsiteY39" fmla="*/ 153216 h 361971"/>
                <a:gd name="connsiteX40" fmla="*/ 249846 w 361674"/>
                <a:gd name="connsiteY40" fmla="*/ 155131 h 361971"/>
                <a:gd name="connsiteX41" fmla="*/ 247930 w 361674"/>
                <a:gd name="connsiteY41" fmla="*/ 146193 h 361971"/>
                <a:gd name="connsiteX42" fmla="*/ 250485 w 361674"/>
                <a:gd name="connsiteY42" fmla="*/ 142363 h 361971"/>
                <a:gd name="connsiteX43" fmla="*/ 238345 w 361674"/>
                <a:gd name="connsiteY43" fmla="*/ 114273 h 361971"/>
                <a:gd name="connsiteX44" fmla="*/ 233872 w 361674"/>
                <a:gd name="connsiteY44" fmla="*/ 111720 h 361971"/>
                <a:gd name="connsiteX45" fmla="*/ 125881 w 361674"/>
                <a:gd name="connsiteY45" fmla="*/ 111720 h 361971"/>
                <a:gd name="connsiteX46" fmla="*/ 120770 w 361674"/>
                <a:gd name="connsiteY46" fmla="*/ 114273 h 361971"/>
                <a:gd name="connsiteX47" fmla="*/ 109268 w 361674"/>
                <a:gd name="connsiteY47" fmla="*/ 142363 h 361971"/>
                <a:gd name="connsiteX48" fmla="*/ 111824 w 361674"/>
                <a:gd name="connsiteY48" fmla="*/ 146193 h 361971"/>
                <a:gd name="connsiteX49" fmla="*/ 110546 w 361674"/>
                <a:gd name="connsiteY49" fmla="*/ 155131 h 361971"/>
                <a:gd name="connsiteX50" fmla="*/ 101600 w 361674"/>
                <a:gd name="connsiteY50" fmla="*/ 153854 h 361971"/>
                <a:gd name="connsiteX51" fmla="*/ 100961 w 361674"/>
                <a:gd name="connsiteY51" fmla="*/ 153216 h 361971"/>
                <a:gd name="connsiteX52" fmla="*/ 93293 w 361674"/>
                <a:gd name="connsiteY52" fmla="*/ 141086 h 361971"/>
                <a:gd name="connsiteX53" fmla="*/ 73484 w 361674"/>
                <a:gd name="connsiteY53" fmla="*/ 141086 h 361971"/>
                <a:gd name="connsiteX54" fmla="*/ 73484 w 361674"/>
                <a:gd name="connsiteY54" fmla="*/ 148108 h 361971"/>
                <a:gd name="connsiteX55" fmla="*/ 73484 w 361674"/>
                <a:gd name="connsiteY55" fmla="*/ 148108 h 361971"/>
                <a:gd name="connsiteX56" fmla="*/ 93293 w 361674"/>
                <a:gd name="connsiteY56" fmla="*/ 153216 h 361971"/>
                <a:gd name="connsiteX57" fmla="*/ 97766 w 361674"/>
                <a:gd name="connsiteY57" fmla="*/ 157046 h 361971"/>
                <a:gd name="connsiteX58" fmla="*/ 97127 w 361674"/>
                <a:gd name="connsiteY58" fmla="*/ 162792 h 361971"/>
                <a:gd name="connsiteX59" fmla="*/ 92015 w 361674"/>
                <a:gd name="connsiteY59" fmla="*/ 169814 h 361971"/>
                <a:gd name="connsiteX60" fmla="*/ 88181 w 361674"/>
                <a:gd name="connsiteY60" fmla="*/ 182582 h 361971"/>
                <a:gd name="connsiteX61" fmla="*/ 88181 w 361674"/>
                <a:gd name="connsiteY61" fmla="*/ 222801 h 361971"/>
                <a:gd name="connsiteX62" fmla="*/ 90737 w 361674"/>
                <a:gd name="connsiteY62" fmla="*/ 227908 h 361971"/>
                <a:gd name="connsiteX63" fmla="*/ 92654 w 361674"/>
                <a:gd name="connsiteY63" fmla="*/ 232377 h 361971"/>
                <a:gd name="connsiteX64" fmla="*/ 92654 w 361674"/>
                <a:gd name="connsiteY64" fmla="*/ 250252 h 361971"/>
                <a:gd name="connsiteX65" fmla="*/ 123965 w 361674"/>
                <a:gd name="connsiteY65" fmla="*/ 250252 h 361971"/>
                <a:gd name="connsiteX66" fmla="*/ 123965 w 361674"/>
                <a:gd name="connsiteY66" fmla="*/ 236846 h 361971"/>
                <a:gd name="connsiteX67" fmla="*/ 125881 w 361674"/>
                <a:gd name="connsiteY67" fmla="*/ 232377 h 361971"/>
                <a:gd name="connsiteX68" fmla="*/ 169972 w 361674"/>
                <a:gd name="connsiteY68" fmla="*/ 230462 h 361971"/>
                <a:gd name="connsiteX69" fmla="*/ 173167 w 361674"/>
                <a:gd name="connsiteY69" fmla="*/ 227270 h 361971"/>
                <a:gd name="connsiteX70" fmla="*/ 173167 w 361674"/>
                <a:gd name="connsiteY70" fmla="*/ 227270 h 361971"/>
                <a:gd name="connsiteX71" fmla="*/ 173167 w 361674"/>
                <a:gd name="connsiteY71" fmla="*/ 213863 h 361971"/>
                <a:gd name="connsiteX72" fmla="*/ 169972 w 361674"/>
                <a:gd name="connsiteY72" fmla="*/ 213863 h 361971"/>
                <a:gd name="connsiteX73" fmla="*/ 148886 w 361674"/>
                <a:gd name="connsiteY73" fmla="*/ 192796 h 361971"/>
                <a:gd name="connsiteX74" fmla="*/ 148886 w 361674"/>
                <a:gd name="connsiteY74" fmla="*/ 180667 h 361971"/>
                <a:gd name="connsiteX75" fmla="*/ 143774 w 361674"/>
                <a:gd name="connsiteY75" fmla="*/ 168537 h 361971"/>
                <a:gd name="connsiteX76" fmla="*/ 143774 w 361674"/>
                <a:gd name="connsiteY76" fmla="*/ 158961 h 361971"/>
                <a:gd name="connsiteX77" fmla="*/ 150164 w 361674"/>
                <a:gd name="connsiteY77" fmla="*/ 152577 h 361971"/>
                <a:gd name="connsiteX78" fmla="*/ 158471 w 361674"/>
                <a:gd name="connsiteY78" fmla="*/ 152577 h 361971"/>
                <a:gd name="connsiteX79" fmla="*/ 158471 w 361674"/>
                <a:gd name="connsiteY79" fmla="*/ 124488 h 361971"/>
                <a:gd name="connsiteX80" fmla="*/ 164861 w 361674"/>
                <a:gd name="connsiteY80" fmla="*/ 118104 h 361971"/>
                <a:gd name="connsiteX81" fmla="*/ 171251 w 361674"/>
                <a:gd name="connsiteY81" fmla="*/ 124488 h 361971"/>
                <a:gd name="connsiteX82" fmla="*/ 171251 w 361674"/>
                <a:gd name="connsiteY82" fmla="*/ 152577 h 361971"/>
                <a:gd name="connsiteX83" fmla="*/ 187864 w 361674"/>
                <a:gd name="connsiteY83" fmla="*/ 152577 h 361971"/>
                <a:gd name="connsiteX84" fmla="*/ 187864 w 361674"/>
                <a:gd name="connsiteY84" fmla="*/ 124488 h 361971"/>
                <a:gd name="connsiteX85" fmla="*/ 194254 w 361674"/>
                <a:gd name="connsiteY85" fmla="*/ 118104 h 361971"/>
                <a:gd name="connsiteX86" fmla="*/ 200644 w 361674"/>
                <a:gd name="connsiteY86" fmla="*/ 124488 h 361971"/>
                <a:gd name="connsiteX87" fmla="*/ 200644 w 361674"/>
                <a:gd name="connsiteY87" fmla="*/ 152577 h 361971"/>
                <a:gd name="connsiteX88" fmla="*/ 208951 w 361674"/>
                <a:gd name="connsiteY88" fmla="*/ 152577 h 361971"/>
                <a:gd name="connsiteX89" fmla="*/ 215341 w 361674"/>
                <a:gd name="connsiteY89" fmla="*/ 158961 h 361971"/>
                <a:gd name="connsiteX90" fmla="*/ 215341 w 361674"/>
                <a:gd name="connsiteY90" fmla="*/ 168537 h 361971"/>
                <a:gd name="connsiteX91" fmla="*/ 210229 w 361674"/>
                <a:gd name="connsiteY91" fmla="*/ 180667 h 361971"/>
                <a:gd name="connsiteX92" fmla="*/ 210229 w 361674"/>
                <a:gd name="connsiteY92" fmla="*/ 192796 h 361971"/>
                <a:gd name="connsiteX93" fmla="*/ 189142 w 361674"/>
                <a:gd name="connsiteY93" fmla="*/ 213863 h 361971"/>
                <a:gd name="connsiteX94" fmla="*/ 189142 w 361674"/>
                <a:gd name="connsiteY94" fmla="*/ 213863 h 361971"/>
                <a:gd name="connsiteX95" fmla="*/ 185947 w 361674"/>
                <a:gd name="connsiteY95" fmla="*/ 213863 h 361971"/>
                <a:gd name="connsiteX96" fmla="*/ 185947 w 361674"/>
                <a:gd name="connsiteY96" fmla="*/ 227270 h 361971"/>
                <a:gd name="connsiteX97" fmla="*/ 169972 w 361674"/>
                <a:gd name="connsiteY97" fmla="*/ 243230 h 361971"/>
                <a:gd name="connsiteX98" fmla="*/ 136745 w 361674"/>
                <a:gd name="connsiteY98" fmla="*/ 243230 h 361971"/>
                <a:gd name="connsiteX99" fmla="*/ 136745 w 361674"/>
                <a:gd name="connsiteY99" fmla="*/ 251529 h 361971"/>
                <a:gd name="connsiteX100" fmla="*/ 125243 w 361674"/>
                <a:gd name="connsiteY100" fmla="*/ 263020 h 361971"/>
                <a:gd name="connsiteX101" fmla="*/ 125243 w 361674"/>
                <a:gd name="connsiteY101" fmla="*/ 263020 h 361971"/>
                <a:gd name="connsiteX102" fmla="*/ 91376 w 361674"/>
                <a:gd name="connsiteY102" fmla="*/ 263020 h 361971"/>
                <a:gd name="connsiteX103" fmla="*/ 79874 w 361674"/>
                <a:gd name="connsiteY103" fmla="*/ 251529 h 361971"/>
                <a:gd name="connsiteX104" fmla="*/ 79874 w 361674"/>
                <a:gd name="connsiteY104" fmla="*/ 251529 h 361971"/>
                <a:gd name="connsiteX105" fmla="*/ 79874 w 361674"/>
                <a:gd name="connsiteY105" fmla="*/ 234292 h 361971"/>
                <a:gd name="connsiteX106" fmla="*/ 74762 w 361674"/>
                <a:gd name="connsiteY106" fmla="*/ 222163 h 361971"/>
                <a:gd name="connsiteX107" fmla="*/ 74762 w 361674"/>
                <a:gd name="connsiteY107" fmla="*/ 181944 h 361971"/>
                <a:gd name="connsiteX108" fmla="*/ 80513 w 361674"/>
                <a:gd name="connsiteY108" fmla="*/ 162153 h 361971"/>
                <a:gd name="connsiteX109" fmla="*/ 70289 w 361674"/>
                <a:gd name="connsiteY109" fmla="*/ 159600 h 361971"/>
                <a:gd name="connsiteX110" fmla="*/ 60066 w 361674"/>
                <a:gd name="connsiteY110" fmla="*/ 148108 h 361971"/>
                <a:gd name="connsiteX111" fmla="*/ 60066 w 361674"/>
                <a:gd name="connsiteY111" fmla="*/ 138532 h 361971"/>
                <a:gd name="connsiteX112" fmla="*/ 71567 w 361674"/>
                <a:gd name="connsiteY112" fmla="*/ 127041 h 361971"/>
                <a:gd name="connsiteX113" fmla="*/ 71567 w 361674"/>
                <a:gd name="connsiteY113" fmla="*/ 127041 h 361971"/>
                <a:gd name="connsiteX114" fmla="*/ 95849 w 361674"/>
                <a:gd name="connsiteY114" fmla="*/ 127041 h 361971"/>
                <a:gd name="connsiteX115" fmla="*/ 99683 w 361674"/>
                <a:gd name="connsiteY115" fmla="*/ 128318 h 361971"/>
                <a:gd name="connsiteX116" fmla="*/ 110546 w 361674"/>
                <a:gd name="connsiteY116" fmla="*/ 104697 h 361971"/>
                <a:gd name="connsiteX117" fmla="*/ 125243 w 361674"/>
                <a:gd name="connsiteY117" fmla="*/ 97675 h 361971"/>
                <a:gd name="connsiteX118" fmla="*/ 233233 w 361674"/>
                <a:gd name="connsiteY118" fmla="*/ 97675 h 361971"/>
                <a:gd name="connsiteX119" fmla="*/ 247930 w 361674"/>
                <a:gd name="connsiteY119" fmla="*/ 104697 h 361971"/>
                <a:gd name="connsiteX120" fmla="*/ 258792 w 361674"/>
                <a:gd name="connsiteY120" fmla="*/ 128318 h 361971"/>
                <a:gd name="connsiteX121" fmla="*/ 262626 w 361674"/>
                <a:gd name="connsiteY121" fmla="*/ 127041 h 361971"/>
                <a:gd name="connsiteX122" fmla="*/ 286908 w 361674"/>
                <a:gd name="connsiteY122" fmla="*/ 127041 h 361971"/>
                <a:gd name="connsiteX123" fmla="*/ 298410 w 361674"/>
                <a:gd name="connsiteY123" fmla="*/ 138532 h 361971"/>
                <a:gd name="connsiteX124" fmla="*/ 298410 w 361674"/>
                <a:gd name="connsiteY124" fmla="*/ 138532 h 361971"/>
                <a:gd name="connsiteX125" fmla="*/ 300327 w 361674"/>
                <a:gd name="connsiteY125" fmla="*/ 14874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361674" h="361971">
                  <a:moveTo>
                    <a:pt x="180836" y="0"/>
                  </a:moveTo>
                  <a:cubicBezTo>
                    <a:pt x="80513" y="0"/>
                    <a:pt x="0" y="81077"/>
                    <a:pt x="0" y="180667"/>
                  </a:cubicBezTo>
                  <a:cubicBezTo>
                    <a:pt x="0" y="280257"/>
                    <a:pt x="81152" y="361972"/>
                    <a:pt x="180836" y="361972"/>
                  </a:cubicBezTo>
                  <a:cubicBezTo>
                    <a:pt x="281157" y="361972"/>
                    <a:pt x="361670" y="280895"/>
                    <a:pt x="361670" y="181305"/>
                  </a:cubicBezTo>
                  <a:cubicBezTo>
                    <a:pt x="361670" y="181305"/>
                    <a:pt x="361670" y="181305"/>
                    <a:pt x="361670" y="181305"/>
                  </a:cubicBezTo>
                  <a:cubicBezTo>
                    <a:pt x="362309" y="80438"/>
                    <a:pt x="281157" y="0"/>
                    <a:pt x="180836" y="0"/>
                  </a:cubicBezTo>
                  <a:cubicBezTo>
                    <a:pt x="180836" y="0"/>
                    <a:pt x="180836" y="0"/>
                    <a:pt x="180836" y="0"/>
                  </a:cubicBezTo>
                  <a:close/>
                  <a:moveTo>
                    <a:pt x="300327" y="148747"/>
                  </a:moveTo>
                  <a:cubicBezTo>
                    <a:pt x="300327" y="154492"/>
                    <a:pt x="295854" y="159600"/>
                    <a:pt x="290103" y="160238"/>
                  </a:cubicBezTo>
                  <a:lnTo>
                    <a:pt x="279880" y="162792"/>
                  </a:lnTo>
                  <a:cubicBezTo>
                    <a:pt x="283713" y="168537"/>
                    <a:pt x="285630" y="175560"/>
                    <a:pt x="285630" y="182582"/>
                  </a:cubicBezTo>
                  <a:lnTo>
                    <a:pt x="285630" y="222801"/>
                  </a:lnTo>
                  <a:cubicBezTo>
                    <a:pt x="285630" y="227270"/>
                    <a:pt x="283713" y="231738"/>
                    <a:pt x="280518" y="234930"/>
                  </a:cubicBezTo>
                  <a:lnTo>
                    <a:pt x="280518" y="252167"/>
                  </a:lnTo>
                  <a:cubicBezTo>
                    <a:pt x="280518" y="258551"/>
                    <a:pt x="275406" y="263658"/>
                    <a:pt x="269016" y="263658"/>
                  </a:cubicBezTo>
                  <a:lnTo>
                    <a:pt x="269016" y="263658"/>
                  </a:lnTo>
                  <a:lnTo>
                    <a:pt x="234510" y="263658"/>
                  </a:lnTo>
                  <a:cubicBezTo>
                    <a:pt x="228120" y="263658"/>
                    <a:pt x="223009" y="258551"/>
                    <a:pt x="223009" y="252167"/>
                  </a:cubicBezTo>
                  <a:lnTo>
                    <a:pt x="223009" y="252167"/>
                  </a:lnTo>
                  <a:lnTo>
                    <a:pt x="223009" y="243868"/>
                  </a:lnTo>
                  <a:lnTo>
                    <a:pt x="194893" y="243868"/>
                  </a:lnTo>
                  <a:cubicBezTo>
                    <a:pt x="191059" y="243868"/>
                    <a:pt x="188503" y="241314"/>
                    <a:pt x="188503" y="237484"/>
                  </a:cubicBezTo>
                  <a:cubicBezTo>
                    <a:pt x="188503" y="233654"/>
                    <a:pt x="191059" y="231100"/>
                    <a:pt x="194893" y="231100"/>
                  </a:cubicBezTo>
                  <a:lnTo>
                    <a:pt x="229399" y="231100"/>
                  </a:lnTo>
                  <a:cubicBezTo>
                    <a:pt x="233233" y="231100"/>
                    <a:pt x="235789" y="233654"/>
                    <a:pt x="235789" y="237484"/>
                  </a:cubicBezTo>
                  <a:lnTo>
                    <a:pt x="235789" y="250890"/>
                  </a:lnTo>
                  <a:lnTo>
                    <a:pt x="267100" y="250890"/>
                  </a:lnTo>
                  <a:lnTo>
                    <a:pt x="267100" y="232377"/>
                  </a:lnTo>
                  <a:cubicBezTo>
                    <a:pt x="267100" y="230462"/>
                    <a:pt x="267739" y="228546"/>
                    <a:pt x="269016" y="227908"/>
                  </a:cubicBezTo>
                  <a:cubicBezTo>
                    <a:pt x="271572" y="225993"/>
                    <a:pt x="271572" y="224716"/>
                    <a:pt x="271572" y="222801"/>
                  </a:cubicBezTo>
                  <a:lnTo>
                    <a:pt x="271572" y="182582"/>
                  </a:lnTo>
                  <a:cubicBezTo>
                    <a:pt x="271572" y="178113"/>
                    <a:pt x="270295" y="173644"/>
                    <a:pt x="267739" y="169814"/>
                  </a:cubicBezTo>
                  <a:lnTo>
                    <a:pt x="262626" y="162792"/>
                  </a:lnTo>
                  <a:cubicBezTo>
                    <a:pt x="260710" y="159600"/>
                    <a:pt x="261349" y="155769"/>
                    <a:pt x="264544" y="153854"/>
                  </a:cubicBezTo>
                  <a:cubicBezTo>
                    <a:pt x="265182" y="153216"/>
                    <a:pt x="265821" y="153216"/>
                    <a:pt x="266460" y="153216"/>
                  </a:cubicBezTo>
                  <a:lnTo>
                    <a:pt x="286270" y="148108"/>
                  </a:lnTo>
                  <a:lnTo>
                    <a:pt x="286270" y="148108"/>
                  </a:lnTo>
                  <a:lnTo>
                    <a:pt x="286270" y="141086"/>
                  </a:lnTo>
                  <a:lnTo>
                    <a:pt x="266460" y="141086"/>
                  </a:lnTo>
                  <a:lnTo>
                    <a:pt x="258792" y="153216"/>
                  </a:lnTo>
                  <a:cubicBezTo>
                    <a:pt x="256875" y="156408"/>
                    <a:pt x="253041" y="157046"/>
                    <a:pt x="249846" y="155131"/>
                  </a:cubicBezTo>
                  <a:cubicBezTo>
                    <a:pt x="246651" y="153216"/>
                    <a:pt x="246013" y="149385"/>
                    <a:pt x="247930" y="146193"/>
                  </a:cubicBezTo>
                  <a:lnTo>
                    <a:pt x="250485" y="142363"/>
                  </a:lnTo>
                  <a:cubicBezTo>
                    <a:pt x="245374" y="130233"/>
                    <a:pt x="239623" y="116188"/>
                    <a:pt x="238345" y="114273"/>
                  </a:cubicBezTo>
                  <a:cubicBezTo>
                    <a:pt x="237067" y="112996"/>
                    <a:pt x="235150" y="112358"/>
                    <a:pt x="233872" y="111720"/>
                  </a:cubicBezTo>
                  <a:lnTo>
                    <a:pt x="125881" y="111720"/>
                  </a:lnTo>
                  <a:cubicBezTo>
                    <a:pt x="123965" y="111720"/>
                    <a:pt x="122048" y="112996"/>
                    <a:pt x="120770" y="114273"/>
                  </a:cubicBezTo>
                  <a:cubicBezTo>
                    <a:pt x="119492" y="116188"/>
                    <a:pt x="113741" y="129595"/>
                    <a:pt x="109268" y="142363"/>
                  </a:cubicBezTo>
                  <a:lnTo>
                    <a:pt x="111824" y="146193"/>
                  </a:lnTo>
                  <a:cubicBezTo>
                    <a:pt x="113741" y="148747"/>
                    <a:pt x="113102" y="153216"/>
                    <a:pt x="110546" y="155131"/>
                  </a:cubicBezTo>
                  <a:cubicBezTo>
                    <a:pt x="107990" y="157046"/>
                    <a:pt x="103517" y="156408"/>
                    <a:pt x="101600" y="153854"/>
                  </a:cubicBezTo>
                  <a:cubicBezTo>
                    <a:pt x="101600" y="153854"/>
                    <a:pt x="101600" y="153216"/>
                    <a:pt x="100961" y="153216"/>
                  </a:cubicBezTo>
                  <a:lnTo>
                    <a:pt x="93293" y="141086"/>
                  </a:lnTo>
                  <a:lnTo>
                    <a:pt x="73484" y="141086"/>
                  </a:lnTo>
                  <a:lnTo>
                    <a:pt x="73484" y="148108"/>
                  </a:lnTo>
                  <a:lnTo>
                    <a:pt x="73484" y="148108"/>
                  </a:lnTo>
                  <a:lnTo>
                    <a:pt x="93293" y="153216"/>
                  </a:lnTo>
                  <a:cubicBezTo>
                    <a:pt x="95210" y="153854"/>
                    <a:pt x="97127" y="155131"/>
                    <a:pt x="97766" y="157046"/>
                  </a:cubicBezTo>
                  <a:cubicBezTo>
                    <a:pt x="98405" y="158961"/>
                    <a:pt x="98405" y="160876"/>
                    <a:pt x="97127" y="162792"/>
                  </a:cubicBezTo>
                  <a:lnTo>
                    <a:pt x="92015" y="169814"/>
                  </a:lnTo>
                  <a:cubicBezTo>
                    <a:pt x="89459" y="173644"/>
                    <a:pt x="88181" y="178113"/>
                    <a:pt x="88181" y="182582"/>
                  </a:cubicBezTo>
                  <a:lnTo>
                    <a:pt x="88181" y="222801"/>
                  </a:lnTo>
                  <a:cubicBezTo>
                    <a:pt x="88181" y="224716"/>
                    <a:pt x="88820" y="225993"/>
                    <a:pt x="90737" y="227908"/>
                  </a:cubicBezTo>
                  <a:cubicBezTo>
                    <a:pt x="92015" y="229185"/>
                    <a:pt x="92654" y="231100"/>
                    <a:pt x="92654" y="232377"/>
                  </a:cubicBezTo>
                  <a:lnTo>
                    <a:pt x="92654" y="250252"/>
                  </a:lnTo>
                  <a:lnTo>
                    <a:pt x="123965" y="250252"/>
                  </a:lnTo>
                  <a:lnTo>
                    <a:pt x="123965" y="236846"/>
                  </a:lnTo>
                  <a:cubicBezTo>
                    <a:pt x="123965" y="234930"/>
                    <a:pt x="124604" y="233654"/>
                    <a:pt x="125881" y="232377"/>
                  </a:cubicBezTo>
                  <a:cubicBezTo>
                    <a:pt x="127799" y="230462"/>
                    <a:pt x="127799" y="230462"/>
                    <a:pt x="169972" y="230462"/>
                  </a:cubicBezTo>
                  <a:cubicBezTo>
                    <a:pt x="171889" y="230462"/>
                    <a:pt x="173167" y="229185"/>
                    <a:pt x="173167" y="227270"/>
                  </a:cubicBezTo>
                  <a:cubicBezTo>
                    <a:pt x="173167" y="227270"/>
                    <a:pt x="173167" y="227270"/>
                    <a:pt x="173167" y="227270"/>
                  </a:cubicBezTo>
                  <a:lnTo>
                    <a:pt x="173167" y="213863"/>
                  </a:lnTo>
                  <a:lnTo>
                    <a:pt x="169972" y="213863"/>
                  </a:lnTo>
                  <a:cubicBezTo>
                    <a:pt x="158471" y="213863"/>
                    <a:pt x="148886" y="204287"/>
                    <a:pt x="148886" y="192796"/>
                  </a:cubicBezTo>
                  <a:lnTo>
                    <a:pt x="148886" y="180667"/>
                  </a:lnTo>
                  <a:cubicBezTo>
                    <a:pt x="145691" y="177475"/>
                    <a:pt x="144412" y="173006"/>
                    <a:pt x="143774" y="168537"/>
                  </a:cubicBezTo>
                  <a:lnTo>
                    <a:pt x="143774" y="158961"/>
                  </a:lnTo>
                  <a:cubicBezTo>
                    <a:pt x="143774" y="155131"/>
                    <a:pt x="146330" y="152577"/>
                    <a:pt x="150164" y="152577"/>
                  </a:cubicBezTo>
                  <a:lnTo>
                    <a:pt x="158471" y="152577"/>
                  </a:lnTo>
                  <a:lnTo>
                    <a:pt x="158471" y="124488"/>
                  </a:lnTo>
                  <a:cubicBezTo>
                    <a:pt x="158471" y="120657"/>
                    <a:pt x="161026" y="118104"/>
                    <a:pt x="164861" y="118104"/>
                  </a:cubicBezTo>
                  <a:cubicBezTo>
                    <a:pt x="168695" y="118104"/>
                    <a:pt x="171251" y="120657"/>
                    <a:pt x="171251" y="124488"/>
                  </a:cubicBezTo>
                  <a:lnTo>
                    <a:pt x="171251" y="152577"/>
                  </a:lnTo>
                  <a:lnTo>
                    <a:pt x="187864" y="152577"/>
                  </a:lnTo>
                  <a:lnTo>
                    <a:pt x="187864" y="124488"/>
                  </a:lnTo>
                  <a:cubicBezTo>
                    <a:pt x="187864" y="120657"/>
                    <a:pt x="190420" y="118104"/>
                    <a:pt x="194254" y="118104"/>
                  </a:cubicBezTo>
                  <a:cubicBezTo>
                    <a:pt x="198088" y="118104"/>
                    <a:pt x="200644" y="120657"/>
                    <a:pt x="200644" y="124488"/>
                  </a:cubicBezTo>
                  <a:lnTo>
                    <a:pt x="200644" y="152577"/>
                  </a:lnTo>
                  <a:lnTo>
                    <a:pt x="208951" y="152577"/>
                  </a:lnTo>
                  <a:cubicBezTo>
                    <a:pt x="212785" y="152577"/>
                    <a:pt x="215341" y="155131"/>
                    <a:pt x="215341" y="158961"/>
                  </a:cubicBezTo>
                  <a:lnTo>
                    <a:pt x="215341" y="168537"/>
                  </a:lnTo>
                  <a:cubicBezTo>
                    <a:pt x="215341" y="173006"/>
                    <a:pt x="213424" y="177475"/>
                    <a:pt x="210229" y="180667"/>
                  </a:cubicBezTo>
                  <a:lnTo>
                    <a:pt x="210229" y="192796"/>
                  </a:lnTo>
                  <a:cubicBezTo>
                    <a:pt x="210229" y="204287"/>
                    <a:pt x="200644" y="213863"/>
                    <a:pt x="189142" y="213863"/>
                  </a:cubicBezTo>
                  <a:lnTo>
                    <a:pt x="189142" y="213863"/>
                  </a:lnTo>
                  <a:lnTo>
                    <a:pt x="185947" y="213863"/>
                  </a:lnTo>
                  <a:lnTo>
                    <a:pt x="185947" y="227270"/>
                  </a:lnTo>
                  <a:cubicBezTo>
                    <a:pt x="185947" y="236207"/>
                    <a:pt x="178918" y="243230"/>
                    <a:pt x="169972" y="243230"/>
                  </a:cubicBezTo>
                  <a:lnTo>
                    <a:pt x="136745" y="243230"/>
                  </a:lnTo>
                  <a:lnTo>
                    <a:pt x="136745" y="251529"/>
                  </a:lnTo>
                  <a:cubicBezTo>
                    <a:pt x="136745" y="257913"/>
                    <a:pt x="131633" y="263020"/>
                    <a:pt x="125243" y="263020"/>
                  </a:cubicBezTo>
                  <a:lnTo>
                    <a:pt x="125243" y="263020"/>
                  </a:lnTo>
                  <a:lnTo>
                    <a:pt x="91376" y="263020"/>
                  </a:lnTo>
                  <a:cubicBezTo>
                    <a:pt x="84986" y="263020"/>
                    <a:pt x="79874" y="257913"/>
                    <a:pt x="79874" y="251529"/>
                  </a:cubicBezTo>
                  <a:lnTo>
                    <a:pt x="79874" y="251529"/>
                  </a:lnTo>
                  <a:lnTo>
                    <a:pt x="79874" y="234292"/>
                  </a:lnTo>
                  <a:cubicBezTo>
                    <a:pt x="76679" y="231100"/>
                    <a:pt x="74762" y="226631"/>
                    <a:pt x="74762" y="222163"/>
                  </a:cubicBezTo>
                  <a:lnTo>
                    <a:pt x="74762" y="181944"/>
                  </a:lnTo>
                  <a:cubicBezTo>
                    <a:pt x="74762" y="174921"/>
                    <a:pt x="76679" y="167899"/>
                    <a:pt x="80513" y="162153"/>
                  </a:cubicBezTo>
                  <a:lnTo>
                    <a:pt x="70289" y="159600"/>
                  </a:lnTo>
                  <a:cubicBezTo>
                    <a:pt x="64538" y="158961"/>
                    <a:pt x="60066" y="154492"/>
                    <a:pt x="60066" y="148108"/>
                  </a:cubicBezTo>
                  <a:lnTo>
                    <a:pt x="60066" y="138532"/>
                  </a:lnTo>
                  <a:cubicBezTo>
                    <a:pt x="60066" y="132148"/>
                    <a:pt x="65177" y="127041"/>
                    <a:pt x="71567" y="127041"/>
                  </a:cubicBezTo>
                  <a:lnTo>
                    <a:pt x="71567" y="127041"/>
                  </a:lnTo>
                  <a:lnTo>
                    <a:pt x="95849" y="127041"/>
                  </a:lnTo>
                  <a:cubicBezTo>
                    <a:pt x="97127" y="127041"/>
                    <a:pt x="98405" y="127680"/>
                    <a:pt x="99683" y="128318"/>
                  </a:cubicBezTo>
                  <a:cubicBezTo>
                    <a:pt x="102878" y="120019"/>
                    <a:pt x="106073" y="112358"/>
                    <a:pt x="110546" y="104697"/>
                  </a:cubicBezTo>
                  <a:cubicBezTo>
                    <a:pt x="114380" y="100229"/>
                    <a:pt x="119492" y="97675"/>
                    <a:pt x="125243" y="97675"/>
                  </a:cubicBezTo>
                  <a:lnTo>
                    <a:pt x="233233" y="97675"/>
                  </a:lnTo>
                  <a:cubicBezTo>
                    <a:pt x="238984" y="97675"/>
                    <a:pt x="244095" y="100867"/>
                    <a:pt x="247930" y="104697"/>
                  </a:cubicBezTo>
                  <a:cubicBezTo>
                    <a:pt x="252403" y="112358"/>
                    <a:pt x="255597" y="120019"/>
                    <a:pt x="258792" y="128318"/>
                  </a:cubicBezTo>
                  <a:cubicBezTo>
                    <a:pt x="260070" y="127680"/>
                    <a:pt x="261349" y="127041"/>
                    <a:pt x="262626" y="127041"/>
                  </a:cubicBezTo>
                  <a:lnTo>
                    <a:pt x="286908" y="127041"/>
                  </a:lnTo>
                  <a:cubicBezTo>
                    <a:pt x="293298" y="127041"/>
                    <a:pt x="298410" y="132148"/>
                    <a:pt x="298410" y="138532"/>
                  </a:cubicBezTo>
                  <a:cubicBezTo>
                    <a:pt x="298410" y="138532"/>
                    <a:pt x="298410" y="138532"/>
                    <a:pt x="298410" y="138532"/>
                  </a:cubicBezTo>
                  <a:lnTo>
                    <a:pt x="300327" y="148747"/>
                  </a:lnTo>
                  <a:close/>
                </a:path>
              </a:pathLst>
            </a:custGeom>
            <a:solidFill>
              <a:srgbClr val="43B02A"/>
            </a:solidFill>
            <a:ln w="6390" cap="flat">
              <a:noFill/>
              <a:prstDash val="solid"/>
              <a:miter/>
            </a:ln>
          </p:spPr>
          <p:txBody>
            <a:bodyPr rtlCol="0" anchor="ctr"/>
            <a:lstStyle/>
            <a:p>
              <a:endParaRPr lang="en-US"/>
            </a:p>
          </p:txBody>
        </p:sp>
      </p:grpSp>
      <p:grpSp>
        <p:nvGrpSpPr>
          <p:cNvPr id="779" name="Graphic 4">
            <a:extLst>
              <a:ext uri="{FF2B5EF4-FFF2-40B4-BE49-F238E27FC236}">
                <a16:creationId xmlns:a16="http://schemas.microsoft.com/office/drawing/2014/main" id="{961DC2E3-04E7-CC4F-A1CE-F1AF5E70D30E}"/>
              </a:ext>
            </a:extLst>
          </p:cNvPr>
          <p:cNvGrpSpPr/>
          <p:nvPr/>
        </p:nvGrpSpPr>
        <p:grpSpPr>
          <a:xfrm>
            <a:off x="9290591" y="1893013"/>
            <a:ext cx="361674" cy="361971"/>
            <a:chOff x="8239823" y="1893013"/>
            <a:chExt cx="361674" cy="361971"/>
          </a:xfrm>
          <a:solidFill>
            <a:srgbClr val="43B02A"/>
          </a:solidFill>
        </p:grpSpPr>
        <p:sp>
          <p:nvSpPr>
            <p:cNvPr id="780" name="Graphic 4">
              <a:extLst>
                <a:ext uri="{FF2B5EF4-FFF2-40B4-BE49-F238E27FC236}">
                  <a16:creationId xmlns:a16="http://schemas.microsoft.com/office/drawing/2014/main" id="{03BC5ECB-F598-9644-B7E3-B09924C0F7D8}"/>
                </a:ext>
              </a:extLst>
            </p:cNvPr>
            <p:cNvSpPr/>
            <p:nvPr/>
          </p:nvSpPr>
          <p:spPr>
            <a:xfrm>
              <a:off x="8427688" y="1991326"/>
              <a:ext cx="56870" cy="81076"/>
            </a:xfrm>
            <a:custGeom>
              <a:avLst/>
              <a:gdLst>
                <a:gd name="connsiteX0" fmla="*/ 21726 w 56870"/>
                <a:gd name="connsiteY0" fmla="*/ 42773 h 81076"/>
                <a:gd name="connsiteX1" fmla="*/ 23004 w 56870"/>
                <a:gd name="connsiteY1" fmla="*/ 47880 h 81076"/>
                <a:gd name="connsiteX2" fmla="*/ 19170 w 56870"/>
                <a:gd name="connsiteY2" fmla="*/ 81077 h 81076"/>
                <a:gd name="connsiteX3" fmla="*/ 56871 w 56870"/>
                <a:gd name="connsiteY3" fmla="*/ 35750 h 81076"/>
                <a:gd name="connsiteX4" fmla="*/ 34506 w 56870"/>
                <a:gd name="connsiteY4" fmla="*/ 35750 h 81076"/>
                <a:gd name="connsiteX5" fmla="*/ 29394 w 56870"/>
                <a:gd name="connsiteY5" fmla="*/ 33197 h 81076"/>
                <a:gd name="connsiteX6" fmla="*/ 28116 w 56870"/>
                <a:gd name="connsiteY6" fmla="*/ 28090 h 81076"/>
                <a:gd name="connsiteX7" fmla="*/ 34506 w 56870"/>
                <a:gd name="connsiteY7" fmla="*/ 0 h 81076"/>
                <a:gd name="connsiteX8" fmla="*/ 0 w 56870"/>
                <a:gd name="connsiteY8" fmla="*/ 41496 h 81076"/>
                <a:gd name="connsiteX9" fmla="*/ 16614 w 56870"/>
                <a:gd name="connsiteY9" fmla="*/ 41496 h 81076"/>
                <a:gd name="connsiteX10" fmla="*/ 21726 w 56870"/>
                <a:gd name="connsiteY10" fmla="*/ 42773 h 81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870" h="81076">
                  <a:moveTo>
                    <a:pt x="21726" y="42773"/>
                  </a:moveTo>
                  <a:cubicBezTo>
                    <a:pt x="23004" y="44050"/>
                    <a:pt x="23642" y="45965"/>
                    <a:pt x="23004" y="47880"/>
                  </a:cubicBezTo>
                  <a:lnTo>
                    <a:pt x="19170" y="81077"/>
                  </a:lnTo>
                  <a:lnTo>
                    <a:pt x="56871" y="35750"/>
                  </a:lnTo>
                  <a:lnTo>
                    <a:pt x="34506" y="35750"/>
                  </a:lnTo>
                  <a:cubicBezTo>
                    <a:pt x="32589" y="35750"/>
                    <a:pt x="30671" y="35112"/>
                    <a:pt x="29394" y="33197"/>
                  </a:cubicBezTo>
                  <a:cubicBezTo>
                    <a:pt x="28116" y="31920"/>
                    <a:pt x="27476" y="30005"/>
                    <a:pt x="28116" y="28090"/>
                  </a:cubicBezTo>
                  <a:lnTo>
                    <a:pt x="34506" y="0"/>
                  </a:lnTo>
                  <a:lnTo>
                    <a:pt x="0" y="41496"/>
                  </a:lnTo>
                  <a:lnTo>
                    <a:pt x="16614" y="41496"/>
                  </a:lnTo>
                  <a:cubicBezTo>
                    <a:pt x="19170" y="41496"/>
                    <a:pt x="20447" y="42134"/>
                    <a:pt x="21726" y="42773"/>
                  </a:cubicBezTo>
                  <a:close/>
                </a:path>
              </a:pathLst>
            </a:custGeom>
            <a:solidFill>
              <a:srgbClr val="43B02A"/>
            </a:solidFill>
            <a:ln w="6390" cap="flat">
              <a:noFill/>
              <a:prstDash val="solid"/>
              <a:miter/>
            </a:ln>
          </p:spPr>
          <p:txBody>
            <a:bodyPr rtlCol="0" anchor="ctr"/>
            <a:lstStyle/>
            <a:p>
              <a:endParaRPr lang="en-US"/>
            </a:p>
          </p:txBody>
        </p:sp>
        <p:sp>
          <p:nvSpPr>
            <p:cNvPr id="781" name="Graphic 4">
              <a:extLst>
                <a:ext uri="{FF2B5EF4-FFF2-40B4-BE49-F238E27FC236}">
                  <a16:creationId xmlns:a16="http://schemas.microsoft.com/office/drawing/2014/main" id="{356E61D5-D9B0-4E4F-AD83-A46BAB4FA649}"/>
                </a:ext>
              </a:extLst>
            </p:cNvPr>
            <p:cNvSpPr/>
            <p:nvPr/>
          </p:nvSpPr>
          <p:spPr>
            <a:xfrm>
              <a:off x="8239823" y="1893013"/>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169972 w 361674"/>
                <a:gd name="connsiteY7" fmla="*/ 141724 h 361971"/>
                <a:gd name="connsiteX8" fmla="*/ 230038 w 361674"/>
                <a:gd name="connsiteY8" fmla="*/ 69585 h 361971"/>
                <a:gd name="connsiteX9" fmla="*/ 238984 w 361674"/>
                <a:gd name="connsiteY9" fmla="*/ 68947 h 361971"/>
                <a:gd name="connsiteX10" fmla="*/ 240900 w 361674"/>
                <a:gd name="connsiteY10" fmla="*/ 75331 h 361971"/>
                <a:gd name="connsiteX11" fmla="*/ 230677 w 361674"/>
                <a:gd name="connsiteY11" fmla="*/ 121296 h 361971"/>
                <a:gd name="connsiteX12" fmla="*/ 258792 w 361674"/>
                <a:gd name="connsiteY12" fmla="*/ 121296 h 361971"/>
                <a:gd name="connsiteX13" fmla="*/ 264544 w 361674"/>
                <a:gd name="connsiteY13" fmla="*/ 125126 h 361971"/>
                <a:gd name="connsiteX14" fmla="*/ 263905 w 361674"/>
                <a:gd name="connsiteY14" fmla="*/ 132149 h 361971"/>
                <a:gd name="connsiteX15" fmla="*/ 203839 w 361674"/>
                <a:gd name="connsiteY15" fmla="*/ 203649 h 361971"/>
                <a:gd name="connsiteX16" fmla="*/ 198727 w 361674"/>
                <a:gd name="connsiteY16" fmla="*/ 206203 h 361971"/>
                <a:gd name="connsiteX17" fmla="*/ 196171 w 361674"/>
                <a:gd name="connsiteY17" fmla="*/ 205564 h 361971"/>
                <a:gd name="connsiteX18" fmla="*/ 192337 w 361674"/>
                <a:gd name="connsiteY18" fmla="*/ 199180 h 361971"/>
                <a:gd name="connsiteX19" fmla="*/ 197449 w 361674"/>
                <a:gd name="connsiteY19" fmla="*/ 152577 h 361971"/>
                <a:gd name="connsiteX20" fmla="*/ 174446 w 361674"/>
                <a:gd name="connsiteY20" fmla="*/ 152577 h 361971"/>
                <a:gd name="connsiteX21" fmla="*/ 168056 w 361674"/>
                <a:gd name="connsiteY21" fmla="*/ 146193 h 361971"/>
                <a:gd name="connsiteX22" fmla="*/ 169972 w 361674"/>
                <a:gd name="connsiteY22" fmla="*/ 141724 h 361971"/>
                <a:gd name="connsiteX23" fmla="*/ 169972 w 361674"/>
                <a:gd name="connsiteY23" fmla="*/ 141724 h 361971"/>
                <a:gd name="connsiteX24" fmla="*/ 290103 w 361674"/>
                <a:gd name="connsiteY24" fmla="*/ 264297 h 361971"/>
                <a:gd name="connsiteX25" fmla="*/ 231315 w 361674"/>
                <a:gd name="connsiteY25" fmla="*/ 291110 h 361971"/>
                <a:gd name="connsiteX26" fmla="*/ 214063 w 361674"/>
                <a:gd name="connsiteY26" fmla="*/ 294940 h 361971"/>
                <a:gd name="connsiteX27" fmla="*/ 163582 w 361674"/>
                <a:gd name="connsiteY27" fmla="*/ 294940 h 361971"/>
                <a:gd name="connsiteX28" fmla="*/ 136106 w 361674"/>
                <a:gd name="connsiteY28" fmla="*/ 286641 h 361971"/>
                <a:gd name="connsiteX29" fmla="*/ 92654 w 361674"/>
                <a:gd name="connsiteY29" fmla="*/ 257913 h 361971"/>
                <a:gd name="connsiteX30" fmla="*/ 72845 w 361674"/>
                <a:gd name="connsiteY30" fmla="*/ 251529 h 361971"/>
                <a:gd name="connsiteX31" fmla="*/ 70289 w 361674"/>
                <a:gd name="connsiteY31" fmla="*/ 251529 h 361971"/>
                <a:gd name="connsiteX32" fmla="*/ 63899 w 361674"/>
                <a:gd name="connsiteY32" fmla="*/ 245145 h 361971"/>
                <a:gd name="connsiteX33" fmla="*/ 70289 w 361674"/>
                <a:gd name="connsiteY33" fmla="*/ 238761 h 361971"/>
                <a:gd name="connsiteX34" fmla="*/ 72845 w 361674"/>
                <a:gd name="connsiteY34" fmla="*/ 238761 h 361971"/>
                <a:gd name="connsiteX35" fmla="*/ 99683 w 361674"/>
                <a:gd name="connsiteY35" fmla="*/ 247060 h 361971"/>
                <a:gd name="connsiteX36" fmla="*/ 143135 w 361674"/>
                <a:gd name="connsiteY36" fmla="*/ 275788 h 361971"/>
                <a:gd name="connsiteX37" fmla="*/ 163582 w 361674"/>
                <a:gd name="connsiteY37" fmla="*/ 282172 h 361971"/>
                <a:gd name="connsiteX38" fmla="*/ 214063 w 361674"/>
                <a:gd name="connsiteY38" fmla="*/ 282172 h 361971"/>
                <a:gd name="connsiteX39" fmla="*/ 226204 w 361674"/>
                <a:gd name="connsiteY39" fmla="*/ 279619 h 361971"/>
                <a:gd name="connsiteX40" fmla="*/ 284991 w 361674"/>
                <a:gd name="connsiteY40" fmla="*/ 253444 h 361971"/>
                <a:gd name="connsiteX41" fmla="*/ 285630 w 361674"/>
                <a:gd name="connsiteY41" fmla="*/ 252806 h 361971"/>
                <a:gd name="connsiteX42" fmla="*/ 284352 w 361674"/>
                <a:gd name="connsiteY42" fmla="*/ 250252 h 361971"/>
                <a:gd name="connsiteX43" fmla="*/ 276045 w 361674"/>
                <a:gd name="connsiteY43" fmla="*/ 247060 h 361971"/>
                <a:gd name="connsiteX44" fmla="*/ 223009 w 361674"/>
                <a:gd name="connsiteY44" fmla="*/ 259828 h 361971"/>
                <a:gd name="connsiteX45" fmla="*/ 221092 w 361674"/>
                <a:gd name="connsiteY45" fmla="*/ 267489 h 361971"/>
                <a:gd name="connsiteX46" fmla="*/ 209590 w 361674"/>
                <a:gd name="connsiteY46" fmla="*/ 274511 h 361971"/>
                <a:gd name="connsiteX47" fmla="*/ 202561 w 361674"/>
                <a:gd name="connsiteY47" fmla="*/ 273235 h 361971"/>
                <a:gd name="connsiteX48" fmla="*/ 171251 w 361674"/>
                <a:gd name="connsiteY48" fmla="*/ 266212 h 361971"/>
                <a:gd name="connsiteX49" fmla="*/ 153997 w 361674"/>
                <a:gd name="connsiteY49" fmla="*/ 258551 h 361971"/>
                <a:gd name="connsiteX50" fmla="*/ 132911 w 361674"/>
                <a:gd name="connsiteY50" fmla="*/ 242591 h 361971"/>
                <a:gd name="connsiteX51" fmla="*/ 130994 w 361674"/>
                <a:gd name="connsiteY51" fmla="*/ 233654 h 361971"/>
                <a:gd name="connsiteX52" fmla="*/ 139940 w 361674"/>
                <a:gd name="connsiteY52" fmla="*/ 231739 h 361971"/>
                <a:gd name="connsiteX53" fmla="*/ 140579 w 361674"/>
                <a:gd name="connsiteY53" fmla="*/ 232377 h 361971"/>
                <a:gd name="connsiteX54" fmla="*/ 161666 w 361674"/>
                <a:gd name="connsiteY54" fmla="*/ 248337 h 361971"/>
                <a:gd name="connsiteX55" fmla="*/ 173806 w 361674"/>
                <a:gd name="connsiteY55" fmla="*/ 254083 h 361971"/>
                <a:gd name="connsiteX56" fmla="*/ 205756 w 361674"/>
                <a:gd name="connsiteY56" fmla="*/ 261105 h 361971"/>
                <a:gd name="connsiteX57" fmla="*/ 210229 w 361674"/>
                <a:gd name="connsiteY57" fmla="*/ 261743 h 361971"/>
                <a:gd name="connsiteX58" fmla="*/ 203839 w 361674"/>
                <a:gd name="connsiteY58" fmla="*/ 248337 h 361971"/>
                <a:gd name="connsiteX59" fmla="*/ 176362 w 361674"/>
                <a:gd name="connsiteY59" fmla="*/ 234931 h 361971"/>
                <a:gd name="connsiteX60" fmla="*/ 172528 w 361674"/>
                <a:gd name="connsiteY60" fmla="*/ 231739 h 361971"/>
                <a:gd name="connsiteX61" fmla="*/ 130355 w 361674"/>
                <a:gd name="connsiteY61" fmla="*/ 195988 h 361971"/>
                <a:gd name="connsiteX62" fmla="*/ 71567 w 361674"/>
                <a:gd name="connsiteY62" fmla="*/ 195988 h 361971"/>
                <a:gd name="connsiteX63" fmla="*/ 65177 w 361674"/>
                <a:gd name="connsiteY63" fmla="*/ 189604 h 361971"/>
                <a:gd name="connsiteX64" fmla="*/ 71567 w 361674"/>
                <a:gd name="connsiteY64" fmla="*/ 183220 h 361971"/>
                <a:gd name="connsiteX65" fmla="*/ 130355 w 361674"/>
                <a:gd name="connsiteY65" fmla="*/ 183220 h 361971"/>
                <a:gd name="connsiteX66" fmla="*/ 182752 w 361674"/>
                <a:gd name="connsiteY66" fmla="*/ 224078 h 361971"/>
                <a:gd name="connsiteX67" fmla="*/ 210868 w 361674"/>
                <a:gd name="connsiteY67" fmla="*/ 238761 h 361971"/>
                <a:gd name="connsiteX68" fmla="*/ 218536 w 361674"/>
                <a:gd name="connsiteY68" fmla="*/ 248337 h 361971"/>
                <a:gd name="connsiteX69" fmla="*/ 272211 w 361674"/>
                <a:gd name="connsiteY69" fmla="*/ 235569 h 361971"/>
                <a:gd name="connsiteX70" fmla="*/ 272850 w 361674"/>
                <a:gd name="connsiteY70" fmla="*/ 235569 h 361971"/>
                <a:gd name="connsiteX71" fmla="*/ 295854 w 361674"/>
                <a:gd name="connsiteY71" fmla="*/ 249614 h 361971"/>
                <a:gd name="connsiteX72" fmla="*/ 290103 w 361674"/>
                <a:gd name="connsiteY72" fmla="*/ 264297 h 361971"/>
                <a:gd name="connsiteX73" fmla="*/ 290103 w 361674"/>
                <a:gd name="connsiteY73" fmla="*/ 26429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61674" h="361971">
                  <a:moveTo>
                    <a:pt x="180836" y="0"/>
                  </a:moveTo>
                  <a:cubicBezTo>
                    <a:pt x="80513" y="0"/>
                    <a:pt x="0" y="81077"/>
                    <a:pt x="0" y="180667"/>
                  </a:cubicBezTo>
                  <a:cubicBezTo>
                    <a:pt x="0" y="280895"/>
                    <a:pt x="81152" y="361972"/>
                    <a:pt x="180836" y="361972"/>
                  </a:cubicBezTo>
                  <a:cubicBezTo>
                    <a:pt x="281157" y="361972"/>
                    <a:pt x="361670" y="280895"/>
                    <a:pt x="361670" y="181305"/>
                  </a:cubicBezTo>
                  <a:cubicBezTo>
                    <a:pt x="361670" y="181305"/>
                    <a:pt x="361670" y="181305"/>
                    <a:pt x="361670" y="181305"/>
                  </a:cubicBezTo>
                  <a:cubicBezTo>
                    <a:pt x="362309" y="81077"/>
                    <a:pt x="281157" y="0"/>
                    <a:pt x="180836" y="0"/>
                  </a:cubicBezTo>
                  <a:cubicBezTo>
                    <a:pt x="180836" y="0"/>
                    <a:pt x="180836" y="0"/>
                    <a:pt x="180836" y="0"/>
                  </a:cubicBezTo>
                  <a:close/>
                  <a:moveTo>
                    <a:pt x="169972" y="141724"/>
                  </a:moveTo>
                  <a:lnTo>
                    <a:pt x="230038" y="69585"/>
                  </a:lnTo>
                  <a:cubicBezTo>
                    <a:pt x="232594" y="67032"/>
                    <a:pt x="236428" y="66393"/>
                    <a:pt x="238984" y="68947"/>
                  </a:cubicBezTo>
                  <a:cubicBezTo>
                    <a:pt x="240900" y="70224"/>
                    <a:pt x="241540" y="72777"/>
                    <a:pt x="240900" y="75331"/>
                  </a:cubicBezTo>
                  <a:lnTo>
                    <a:pt x="230677" y="121296"/>
                  </a:lnTo>
                  <a:lnTo>
                    <a:pt x="258792" y="121296"/>
                  </a:lnTo>
                  <a:cubicBezTo>
                    <a:pt x="261349" y="121296"/>
                    <a:pt x="263265" y="122573"/>
                    <a:pt x="264544" y="125126"/>
                  </a:cubicBezTo>
                  <a:cubicBezTo>
                    <a:pt x="265821" y="127680"/>
                    <a:pt x="265182" y="130233"/>
                    <a:pt x="263905" y="132149"/>
                  </a:cubicBezTo>
                  <a:lnTo>
                    <a:pt x="203839" y="203649"/>
                  </a:lnTo>
                  <a:cubicBezTo>
                    <a:pt x="202561" y="204926"/>
                    <a:pt x="200644" y="206203"/>
                    <a:pt x="198727" y="206203"/>
                  </a:cubicBezTo>
                  <a:cubicBezTo>
                    <a:pt x="198088" y="206203"/>
                    <a:pt x="196810" y="206203"/>
                    <a:pt x="196171" y="205564"/>
                  </a:cubicBezTo>
                  <a:cubicBezTo>
                    <a:pt x="193615" y="204287"/>
                    <a:pt x="192337" y="201734"/>
                    <a:pt x="192337" y="199180"/>
                  </a:cubicBezTo>
                  <a:lnTo>
                    <a:pt x="197449" y="152577"/>
                  </a:lnTo>
                  <a:lnTo>
                    <a:pt x="174446" y="152577"/>
                  </a:lnTo>
                  <a:cubicBezTo>
                    <a:pt x="170611" y="152577"/>
                    <a:pt x="168056" y="150024"/>
                    <a:pt x="168056" y="146193"/>
                  </a:cubicBezTo>
                  <a:cubicBezTo>
                    <a:pt x="168695" y="144278"/>
                    <a:pt x="169333" y="143001"/>
                    <a:pt x="169972" y="141724"/>
                  </a:cubicBezTo>
                  <a:lnTo>
                    <a:pt x="169972" y="141724"/>
                  </a:lnTo>
                  <a:close/>
                  <a:moveTo>
                    <a:pt x="290103" y="264297"/>
                  </a:moveTo>
                  <a:lnTo>
                    <a:pt x="231315" y="291110"/>
                  </a:lnTo>
                  <a:cubicBezTo>
                    <a:pt x="226204" y="293663"/>
                    <a:pt x="219814" y="294940"/>
                    <a:pt x="214063" y="294940"/>
                  </a:cubicBezTo>
                  <a:lnTo>
                    <a:pt x="163582" y="294940"/>
                  </a:lnTo>
                  <a:cubicBezTo>
                    <a:pt x="153997" y="294940"/>
                    <a:pt x="144412" y="291748"/>
                    <a:pt x="136106" y="286641"/>
                  </a:cubicBezTo>
                  <a:lnTo>
                    <a:pt x="92654" y="257913"/>
                  </a:lnTo>
                  <a:cubicBezTo>
                    <a:pt x="86903" y="254083"/>
                    <a:pt x="79874" y="251529"/>
                    <a:pt x="72845" y="251529"/>
                  </a:cubicBezTo>
                  <a:lnTo>
                    <a:pt x="70289" y="251529"/>
                  </a:lnTo>
                  <a:cubicBezTo>
                    <a:pt x="66456" y="251529"/>
                    <a:pt x="63899" y="248975"/>
                    <a:pt x="63899" y="245145"/>
                  </a:cubicBezTo>
                  <a:cubicBezTo>
                    <a:pt x="63899" y="241315"/>
                    <a:pt x="66456" y="238761"/>
                    <a:pt x="70289" y="238761"/>
                  </a:cubicBezTo>
                  <a:lnTo>
                    <a:pt x="72845" y="238761"/>
                  </a:lnTo>
                  <a:cubicBezTo>
                    <a:pt x="82430" y="238761"/>
                    <a:pt x="92015" y="241315"/>
                    <a:pt x="99683" y="247060"/>
                  </a:cubicBezTo>
                  <a:lnTo>
                    <a:pt x="143135" y="275788"/>
                  </a:lnTo>
                  <a:cubicBezTo>
                    <a:pt x="148886" y="279619"/>
                    <a:pt x="156553" y="282172"/>
                    <a:pt x="163582" y="282172"/>
                  </a:cubicBezTo>
                  <a:lnTo>
                    <a:pt x="214063" y="282172"/>
                  </a:lnTo>
                  <a:cubicBezTo>
                    <a:pt x="217897" y="282172"/>
                    <a:pt x="222370" y="281534"/>
                    <a:pt x="226204" y="279619"/>
                  </a:cubicBezTo>
                  <a:lnTo>
                    <a:pt x="284991" y="253444"/>
                  </a:lnTo>
                  <a:cubicBezTo>
                    <a:pt x="284991" y="253444"/>
                    <a:pt x="285630" y="253444"/>
                    <a:pt x="285630" y="252806"/>
                  </a:cubicBezTo>
                  <a:cubicBezTo>
                    <a:pt x="285630" y="252167"/>
                    <a:pt x="284991" y="250891"/>
                    <a:pt x="284352" y="250252"/>
                  </a:cubicBezTo>
                  <a:cubicBezTo>
                    <a:pt x="282435" y="248337"/>
                    <a:pt x="279240" y="247060"/>
                    <a:pt x="276045" y="247060"/>
                  </a:cubicBezTo>
                  <a:lnTo>
                    <a:pt x="223009" y="259828"/>
                  </a:lnTo>
                  <a:cubicBezTo>
                    <a:pt x="223009" y="262382"/>
                    <a:pt x="222370" y="264935"/>
                    <a:pt x="221092" y="267489"/>
                  </a:cubicBezTo>
                  <a:cubicBezTo>
                    <a:pt x="218536" y="271958"/>
                    <a:pt x="214063" y="274511"/>
                    <a:pt x="209590" y="274511"/>
                  </a:cubicBezTo>
                  <a:cubicBezTo>
                    <a:pt x="207034" y="274511"/>
                    <a:pt x="204478" y="273873"/>
                    <a:pt x="202561" y="273235"/>
                  </a:cubicBezTo>
                  <a:lnTo>
                    <a:pt x="171251" y="266212"/>
                  </a:lnTo>
                  <a:cubicBezTo>
                    <a:pt x="164861" y="264935"/>
                    <a:pt x="159110" y="262382"/>
                    <a:pt x="153997" y="258551"/>
                  </a:cubicBezTo>
                  <a:lnTo>
                    <a:pt x="132911" y="242591"/>
                  </a:lnTo>
                  <a:cubicBezTo>
                    <a:pt x="129716" y="240676"/>
                    <a:pt x="129076" y="236846"/>
                    <a:pt x="130994" y="233654"/>
                  </a:cubicBezTo>
                  <a:cubicBezTo>
                    <a:pt x="132911" y="230462"/>
                    <a:pt x="136745" y="229823"/>
                    <a:pt x="139940" y="231739"/>
                  </a:cubicBezTo>
                  <a:cubicBezTo>
                    <a:pt x="139940" y="231739"/>
                    <a:pt x="140579" y="231739"/>
                    <a:pt x="140579" y="232377"/>
                  </a:cubicBezTo>
                  <a:lnTo>
                    <a:pt x="161666" y="248337"/>
                  </a:lnTo>
                  <a:cubicBezTo>
                    <a:pt x="165500" y="250891"/>
                    <a:pt x="169333" y="252806"/>
                    <a:pt x="173806" y="254083"/>
                  </a:cubicBezTo>
                  <a:lnTo>
                    <a:pt x="205756" y="261105"/>
                  </a:lnTo>
                  <a:cubicBezTo>
                    <a:pt x="208951" y="262382"/>
                    <a:pt x="210229" y="261743"/>
                    <a:pt x="210229" y="261743"/>
                  </a:cubicBezTo>
                  <a:cubicBezTo>
                    <a:pt x="210229" y="256636"/>
                    <a:pt x="208312" y="251529"/>
                    <a:pt x="203839" y="248337"/>
                  </a:cubicBezTo>
                  <a:cubicBezTo>
                    <a:pt x="195532" y="242591"/>
                    <a:pt x="185947" y="238123"/>
                    <a:pt x="176362" y="234931"/>
                  </a:cubicBezTo>
                  <a:cubicBezTo>
                    <a:pt x="175084" y="234292"/>
                    <a:pt x="173806" y="233015"/>
                    <a:pt x="172528" y="231739"/>
                  </a:cubicBezTo>
                  <a:cubicBezTo>
                    <a:pt x="172528" y="231739"/>
                    <a:pt x="155915" y="196627"/>
                    <a:pt x="130355" y="195988"/>
                  </a:cubicBezTo>
                  <a:lnTo>
                    <a:pt x="71567" y="195988"/>
                  </a:lnTo>
                  <a:cubicBezTo>
                    <a:pt x="67733" y="195988"/>
                    <a:pt x="65177" y="193435"/>
                    <a:pt x="65177" y="189604"/>
                  </a:cubicBezTo>
                  <a:cubicBezTo>
                    <a:pt x="65177" y="185774"/>
                    <a:pt x="67733" y="183220"/>
                    <a:pt x="71567" y="183220"/>
                  </a:cubicBezTo>
                  <a:lnTo>
                    <a:pt x="130355" y="183220"/>
                  </a:lnTo>
                  <a:cubicBezTo>
                    <a:pt x="159748" y="184497"/>
                    <a:pt x="178279" y="215140"/>
                    <a:pt x="182752" y="224078"/>
                  </a:cubicBezTo>
                  <a:cubicBezTo>
                    <a:pt x="192976" y="227270"/>
                    <a:pt x="202561" y="232377"/>
                    <a:pt x="210868" y="238761"/>
                  </a:cubicBezTo>
                  <a:cubicBezTo>
                    <a:pt x="214063" y="241315"/>
                    <a:pt x="216619" y="244507"/>
                    <a:pt x="218536" y="248337"/>
                  </a:cubicBezTo>
                  <a:lnTo>
                    <a:pt x="272211" y="235569"/>
                  </a:lnTo>
                  <a:lnTo>
                    <a:pt x="272850" y="235569"/>
                  </a:lnTo>
                  <a:cubicBezTo>
                    <a:pt x="283075" y="234292"/>
                    <a:pt x="292659" y="240038"/>
                    <a:pt x="295854" y="249614"/>
                  </a:cubicBezTo>
                  <a:cubicBezTo>
                    <a:pt x="299049" y="254721"/>
                    <a:pt x="295854" y="261743"/>
                    <a:pt x="290103" y="264297"/>
                  </a:cubicBezTo>
                  <a:lnTo>
                    <a:pt x="290103" y="264297"/>
                  </a:lnTo>
                  <a:close/>
                </a:path>
              </a:pathLst>
            </a:custGeom>
            <a:solidFill>
              <a:srgbClr val="43B02A"/>
            </a:solidFill>
            <a:ln w="6390" cap="flat">
              <a:noFill/>
              <a:prstDash val="solid"/>
              <a:miter/>
            </a:ln>
          </p:spPr>
          <p:txBody>
            <a:bodyPr rtlCol="0" anchor="ctr"/>
            <a:lstStyle/>
            <a:p>
              <a:endParaRPr lang="en-US"/>
            </a:p>
          </p:txBody>
        </p:sp>
      </p:grpSp>
      <p:grpSp>
        <p:nvGrpSpPr>
          <p:cNvPr id="782" name="Graphic 4">
            <a:extLst>
              <a:ext uri="{FF2B5EF4-FFF2-40B4-BE49-F238E27FC236}">
                <a16:creationId xmlns:a16="http://schemas.microsoft.com/office/drawing/2014/main" id="{8843B878-D37A-D04A-AEC9-260A00849570}"/>
              </a:ext>
            </a:extLst>
          </p:cNvPr>
          <p:cNvGrpSpPr/>
          <p:nvPr/>
        </p:nvGrpSpPr>
        <p:grpSpPr>
          <a:xfrm>
            <a:off x="10937917" y="2855717"/>
            <a:ext cx="362309" cy="361971"/>
            <a:chOff x="9887149" y="2855717"/>
            <a:chExt cx="362309" cy="361971"/>
          </a:xfrm>
          <a:solidFill>
            <a:srgbClr val="43B02A"/>
          </a:solidFill>
        </p:grpSpPr>
        <p:sp>
          <p:nvSpPr>
            <p:cNvPr id="783" name="Graphic 4">
              <a:extLst>
                <a:ext uri="{FF2B5EF4-FFF2-40B4-BE49-F238E27FC236}">
                  <a16:creationId xmlns:a16="http://schemas.microsoft.com/office/drawing/2014/main" id="{5351A076-F3A3-F946-B18B-74C873DF685B}"/>
                </a:ext>
              </a:extLst>
            </p:cNvPr>
            <p:cNvSpPr/>
            <p:nvPr/>
          </p:nvSpPr>
          <p:spPr>
            <a:xfrm>
              <a:off x="9887149" y="28557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6"/>
                    <a:pt x="0" y="181305"/>
                  </a:cubicBezTo>
                  <a:cubicBezTo>
                    <a:pt x="0" y="281533"/>
                    <a:pt x="81152" y="361972"/>
                    <a:pt x="181474" y="361972"/>
                  </a:cubicBezTo>
                  <a:cubicBezTo>
                    <a:pt x="281157" y="361972"/>
                    <a:pt x="362309" y="280895"/>
                    <a:pt x="362309" y="180667"/>
                  </a:cubicBezTo>
                  <a:cubicBezTo>
                    <a:pt x="362309" y="80438"/>
                    <a:pt x="281157" y="0"/>
                    <a:pt x="180835" y="0"/>
                  </a:cubicBezTo>
                  <a:cubicBezTo>
                    <a:pt x="180835" y="0"/>
                    <a:pt x="180835" y="0"/>
                    <a:pt x="180835" y="0"/>
                  </a:cubicBezTo>
                  <a:close/>
                  <a:moveTo>
                    <a:pt x="180835" y="349204"/>
                  </a:moveTo>
                  <a:cubicBezTo>
                    <a:pt x="87542" y="349204"/>
                    <a:pt x="12780" y="273873"/>
                    <a:pt x="12780" y="180667"/>
                  </a:cubicBezTo>
                  <a:cubicBezTo>
                    <a:pt x="12780" y="87460"/>
                    <a:pt x="88181" y="12768"/>
                    <a:pt x="181474" y="12768"/>
                  </a:cubicBezTo>
                  <a:cubicBezTo>
                    <a:pt x="274128" y="12768"/>
                    <a:pt x="349529" y="88099"/>
                    <a:pt x="349529" y="180667"/>
                  </a:cubicBezTo>
                  <a:cubicBezTo>
                    <a:pt x="349529" y="273873"/>
                    <a:pt x="274128" y="349204"/>
                    <a:pt x="180835" y="349204"/>
                  </a:cubicBezTo>
                  <a:close/>
                </a:path>
              </a:pathLst>
            </a:custGeom>
            <a:solidFill>
              <a:srgbClr val="43B02A"/>
            </a:solidFill>
            <a:ln w="6390" cap="flat">
              <a:noFill/>
              <a:prstDash val="solid"/>
              <a:miter/>
            </a:ln>
          </p:spPr>
          <p:txBody>
            <a:bodyPr rtlCol="0" anchor="ctr"/>
            <a:lstStyle/>
            <a:p>
              <a:endParaRPr lang="en-US"/>
            </a:p>
          </p:txBody>
        </p:sp>
        <p:sp>
          <p:nvSpPr>
            <p:cNvPr id="784" name="Graphic 4">
              <a:extLst>
                <a:ext uri="{FF2B5EF4-FFF2-40B4-BE49-F238E27FC236}">
                  <a16:creationId xmlns:a16="http://schemas.microsoft.com/office/drawing/2014/main" id="{D9C78364-0EAF-0E47-A313-B42B14F7F852}"/>
                </a:ext>
              </a:extLst>
            </p:cNvPr>
            <p:cNvSpPr/>
            <p:nvPr/>
          </p:nvSpPr>
          <p:spPr>
            <a:xfrm>
              <a:off x="9985554" y="3003187"/>
              <a:ext cx="153682" cy="153854"/>
            </a:xfrm>
            <a:custGeom>
              <a:avLst/>
              <a:gdLst>
                <a:gd name="connsiteX0" fmla="*/ 146969 w 153682"/>
                <a:gd name="connsiteY0" fmla="*/ 40858 h 153854"/>
                <a:gd name="connsiteX1" fmla="*/ 148247 w 153682"/>
                <a:gd name="connsiteY1" fmla="*/ 31920 h 153854"/>
                <a:gd name="connsiteX2" fmla="*/ 146330 w 153682"/>
                <a:gd name="connsiteY2" fmla="*/ 30643 h 153854"/>
                <a:gd name="connsiteX3" fmla="*/ 125882 w 153682"/>
                <a:gd name="connsiteY3" fmla="*/ 18514 h 153854"/>
                <a:gd name="connsiteX4" fmla="*/ 125243 w 153682"/>
                <a:gd name="connsiteY4" fmla="*/ 17875 h 153854"/>
                <a:gd name="connsiteX5" fmla="*/ 120131 w 153682"/>
                <a:gd name="connsiteY5" fmla="*/ 16598 h 153854"/>
                <a:gd name="connsiteX6" fmla="*/ 116936 w 153682"/>
                <a:gd name="connsiteY6" fmla="*/ 17875 h 153854"/>
                <a:gd name="connsiteX7" fmla="*/ 115019 w 153682"/>
                <a:gd name="connsiteY7" fmla="*/ 24898 h 153854"/>
                <a:gd name="connsiteX8" fmla="*/ 122048 w 153682"/>
                <a:gd name="connsiteY8" fmla="*/ 49157 h 153854"/>
                <a:gd name="connsiteX9" fmla="*/ 126521 w 153682"/>
                <a:gd name="connsiteY9" fmla="*/ 53626 h 153854"/>
                <a:gd name="connsiteX10" fmla="*/ 128438 w 153682"/>
                <a:gd name="connsiteY10" fmla="*/ 53626 h 153854"/>
                <a:gd name="connsiteX11" fmla="*/ 132272 w 153682"/>
                <a:gd name="connsiteY11" fmla="*/ 52349 h 153854"/>
                <a:gd name="connsiteX12" fmla="*/ 134189 w 153682"/>
                <a:gd name="connsiteY12" fmla="*/ 51072 h 153854"/>
                <a:gd name="connsiteX13" fmla="*/ 139301 w 153682"/>
                <a:gd name="connsiteY13" fmla="*/ 70224 h 153854"/>
                <a:gd name="connsiteX14" fmla="*/ 104156 w 153682"/>
                <a:gd name="connsiteY14" fmla="*/ 70224 h 153854"/>
                <a:gd name="connsiteX15" fmla="*/ 70289 w 153682"/>
                <a:gd name="connsiteY15" fmla="*/ 48518 h 153854"/>
                <a:gd name="connsiteX16" fmla="*/ 48564 w 153682"/>
                <a:gd name="connsiteY16" fmla="*/ 70224 h 153854"/>
                <a:gd name="connsiteX17" fmla="*/ 12780 w 153682"/>
                <a:gd name="connsiteY17" fmla="*/ 70224 h 153854"/>
                <a:gd name="connsiteX18" fmla="*/ 82430 w 153682"/>
                <a:gd name="connsiteY18" fmla="*/ 13406 h 153854"/>
                <a:gd name="connsiteX19" fmla="*/ 95849 w 153682"/>
                <a:gd name="connsiteY19" fmla="*/ 15960 h 153854"/>
                <a:gd name="connsiteX20" fmla="*/ 104156 w 153682"/>
                <a:gd name="connsiteY20" fmla="*/ 12130 h 153854"/>
                <a:gd name="connsiteX21" fmla="*/ 100322 w 153682"/>
                <a:gd name="connsiteY21" fmla="*/ 3830 h 153854"/>
                <a:gd name="connsiteX22" fmla="*/ 99684 w 153682"/>
                <a:gd name="connsiteY22" fmla="*/ 3830 h 153854"/>
                <a:gd name="connsiteX23" fmla="*/ 76040 w 153682"/>
                <a:gd name="connsiteY23" fmla="*/ 0 h 153854"/>
                <a:gd name="connsiteX24" fmla="*/ 0 w 153682"/>
                <a:gd name="connsiteY24" fmla="*/ 75970 h 153854"/>
                <a:gd name="connsiteX25" fmla="*/ 7668 w 153682"/>
                <a:gd name="connsiteY25" fmla="*/ 109166 h 153854"/>
                <a:gd name="connsiteX26" fmla="*/ 4473 w 153682"/>
                <a:gd name="connsiteY26" fmla="*/ 111720 h 153854"/>
                <a:gd name="connsiteX27" fmla="*/ 2556 w 153682"/>
                <a:gd name="connsiteY27" fmla="*/ 117465 h 153854"/>
                <a:gd name="connsiteX28" fmla="*/ 5751 w 153682"/>
                <a:gd name="connsiteY28" fmla="*/ 122573 h 153854"/>
                <a:gd name="connsiteX29" fmla="*/ 28116 w 153682"/>
                <a:gd name="connsiteY29" fmla="*/ 134702 h 153854"/>
                <a:gd name="connsiteX30" fmla="*/ 31311 w 153682"/>
                <a:gd name="connsiteY30" fmla="*/ 135341 h 153854"/>
                <a:gd name="connsiteX31" fmla="*/ 35784 w 153682"/>
                <a:gd name="connsiteY31" fmla="*/ 134064 h 153854"/>
                <a:gd name="connsiteX32" fmla="*/ 37701 w 153682"/>
                <a:gd name="connsiteY32" fmla="*/ 127041 h 153854"/>
                <a:gd name="connsiteX33" fmla="*/ 29394 w 153682"/>
                <a:gd name="connsiteY33" fmla="*/ 103421 h 153854"/>
                <a:gd name="connsiteX34" fmla="*/ 24921 w 153682"/>
                <a:gd name="connsiteY34" fmla="*/ 99590 h 153854"/>
                <a:gd name="connsiteX35" fmla="*/ 19170 w 153682"/>
                <a:gd name="connsiteY35" fmla="*/ 100867 h 153854"/>
                <a:gd name="connsiteX36" fmla="*/ 18531 w 153682"/>
                <a:gd name="connsiteY36" fmla="*/ 101505 h 153854"/>
                <a:gd name="connsiteX37" fmla="*/ 14058 w 153682"/>
                <a:gd name="connsiteY37" fmla="*/ 83630 h 153854"/>
                <a:gd name="connsiteX38" fmla="*/ 49842 w 153682"/>
                <a:gd name="connsiteY38" fmla="*/ 83630 h 153854"/>
                <a:gd name="connsiteX39" fmla="*/ 70929 w 153682"/>
                <a:gd name="connsiteY39" fmla="*/ 105336 h 153854"/>
                <a:gd name="connsiteX40" fmla="*/ 70929 w 153682"/>
                <a:gd name="connsiteY40" fmla="*/ 140448 h 153854"/>
                <a:gd name="connsiteX41" fmla="*/ 54314 w 153682"/>
                <a:gd name="connsiteY41" fmla="*/ 136617 h 153854"/>
                <a:gd name="connsiteX42" fmla="*/ 46008 w 153682"/>
                <a:gd name="connsiteY42" fmla="*/ 140448 h 153854"/>
                <a:gd name="connsiteX43" fmla="*/ 49842 w 153682"/>
                <a:gd name="connsiteY43" fmla="*/ 148747 h 153854"/>
                <a:gd name="connsiteX44" fmla="*/ 49842 w 153682"/>
                <a:gd name="connsiteY44" fmla="*/ 148747 h 153854"/>
                <a:gd name="connsiteX45" fmla="*/ 77319 w 153682"/>
                <a:gd name="connsiteY45" fmla="*/ 153854 h 153854"/>
                <a:gd name="connsiteX46" fmla="*/ 84348 w 153682"/>
                <a:gd name="connsiteY46" fmla="*/ 153854 h 153854"/>
                <a:gd name="connsiteX47" fmla="*/ 153358 w 153682"/>
                <a:gd name="connsiteY47" fmla="*/ 71501 h 153854"/>
                <a:gd name="connsiteX48" fmla="*/ 145691 w 153682"/>
                <a:gd name="connsiteY48" fmla="*/ 44050 h 153854"/>
                <a:gd name="connsiteX49" fmla="*/ 146969 w 153682"/>
                <a:gd name="connsiteY49" fmla="*/ 40858 h 153854"/>
                <a:gd name="connsiteX50" fmla="*/ 60704 w 153682"/>
                <a:gd name="connsiteY50" fmla="*/ 75970 h 153854"/>
                <a:gd name="connsiteX51" fmla="*/ 76679 w 153682"/>
                <a:gd name="connsiteY51" fmla="*/ 60010 h 153854"/>
                <a:gd name="connsiteX52" fmla="*/ 92654 w 153682"/>
                <a:gd name="connsiteY52" fmla="*/ 75970 h 153854"/>
                <a:gd name="connsiteX53" fmla="*/ 76679 w 153682"/>
                <a:gd name="connsiteY53" fmla="*/ 91930 h 153854"/>
                <a:gd name="connsiteX54" fmla="*/ 76679 w 153682"/>
                <a:gd name="connsiteY54" fmla="*/ 91930 h 153854"/>
                <a:gd name="connsiteX55" fmla="*/ 60704 w 153682"/>
                <a:gd name="connsiteY55" fmla="*/ 75970 h 153854"/>
                <a:gd name="connsiteX56" fmla="*/ 107351 w 153682"/>
                <a:gd name="connsiteY56" fmla="*/ 131510 h 153854"/>
                <a:gd name="connsiteX57" fmla="*/ 83069 w 153682"/>
                <a:gd name="connsiteY57" fmla="*/ 139171 h 153854"/>
                <a:gd name="connsiteX58" fmla="*/ 83069 w 153682"/>
                <a:gd name="connsiteY58" fmla="*/ 104059 h 153854"/>
                <a:gd name="connsiteX59" fmla="*/ 104156 w 153682"/>
                <a:gd name="connsiteY59" fmla="*/ 82354 h 153854"/>
                <a:gd name="connsiteX60" fmla="*/ 139301 w 153682"/>
                <a:gd name="connsiteY60" fmla="*/ 82354 h 153854"/>
                <a:gd name="connsiteX61" fmla="*/ 107351 w 153682"/>
                <a:gd name="connsiteY61" fmla="*/ 131510 h 153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53682" h="153854">
                  <a:moveTo>
                    <a:pt x="146969" y="40858"/>
                  </a:moveTo>
                  <a:cubicBezTo>
                    <a:pt x="149525" y="38942"/>
                    <a:pt x="150164" y="34474"/>
                    <a:pt x="148247" y="31920"/>
                  </a:cubicBezTo>
                  <a:cubicBezTo>
                    <a:pt x="147608" y="31282"/>
                    <a:pt x="146969" y="30643"/>
                    <a:pt x="146330" y="30643"/>
                  </a:cubicBezTo>
                  <a:lnTo>
                    <a:pt x="125882" y="18514"/>
                  </a:lnTo>
                  <a:lnTo>
                    <a:pt x="125243" y="17875"/>
                  </a:lnTo>
                  <a:cubicBezTo>
                    <a:pt x="123965" y="16598"/>
                    <a:pt x="122048" y="15960"/>
                    <a:pt x="120131" y="16598"/>
                  </a:cubicBezTo>
                  <a:cubicBezTo>
                    <a:pt x="118853" y="16598"/>
                    <a:pt x="117575" y="17237"/>
                    <a:pt x="116936" y="17875"/>
                  </a:cubicBezTo>
                  <a:cubicBezTo>
                    <a:pt x="115019" y="19790"/>
                    <a:pt x="113741" y="22344"/>
                    <a:pt x="115019" y="24898"/>
                  </a:cubicBezTo>
                  <a:lnTo>
                    <a:pt x="122048" y="49157"/>
                  </a:lnTo>
                  <a:cubicBezTo>
                    <a:pt x="122687" y="51072"/>
                    <a:pt x="123965" y="52987"/>
                    <a:pt x="126521" y="53626"/>
                  </a:cubicBezTo>
                  <a:cubicBezTo>
                    <a:pt x="127160" y="53626"/>
                    <a:pt x="127799" y="53626"/>
                    <a:pt x="128438" y="53626"/>
                  </a:cubicBezTo>
                  <a:cubicBezTo>
                    <a:pt x="129716" y="53626"/>
                    <a:pt x="130994" y="52987"/>
                    <a:pt x="132272" y="52349"/>
                  </a:cubicBezTo>
                  <a:lnTo>
                    <a:pt x="134189" y="51072"/>
                  </a:lnTo>
                  <a:cubicBezTo>
                    <a:pt x="136745" y="57456"/>
                    <a:pt x="138662" y="63840"/>
                    <a:pt x="139301" y="70224"/>
                  </a:cubicBezTo>
                  <a:lnTo>
                    <a:pt x="104156" y="70224"/>
                  </a:lnTo>
                  <a:cubicBezTo>
                    <a:pt x="100961" y="54902"/>
                    <a:pt x="85625" y="45326"/>
                    <a:pt x="70289" y="48518"/>
                  </a:cubicBezTo>
                  <a:cubicBezTo>
                    <a:pt x="59427" y="51072"/>
                    <a:pt x="51119" y="59371"/>
                    <a:pt x="48564" y="70224"/>
                  </a:cubicBezTo>
                  <a:lnTo>
                    <a:pt x="12780" y="70224"/>
                  </a:lnTo>
                  <a:cubicBezTo>
                    <a:pt x="15975" y="35112"/>
                    <a:pt x="47286" y="10214"/>
                    <a:pt x="82430" y="13406"/>
                  </a:cubicBezTo>
                  <a:cubicBezTo>
                    <a:pt x="86904" y="14045"/>
                    <a:pt x="91376" y="14683"/>
                    <a:pt x="95849" y="15960"/>
                  </a:cubicBezTo>
                  <a:cubicBezTo>
                    <a:pt x="99044" y="17237"/>
                    <a:pt x="102879" y="15322"/>
                    <a:pt x="104156" y="12130"/>
                  </a:cubicBezTo>
                  <a:cubicBezTo>
                    <a:pt x="105434" y="8938"/>
                    <a:pt x="103517" y="5107"/>
                    <a:pt x="100322" y="3830"/>
                  </a:cubicBezTo>
                  <a:cubicBezTo>
                    <a:pt x="100322" y="3830"/>
                    <a:pt x="100322" y="3830"/>
                    <a:pt x="99684" y="3830"/>
                  </a:cubicBezTo>
                  <a:cubicBezTo>
                    <a:pt x="92015" y="1277"/>
                    <a:pt x="83709" y="0"/>
                    <a:pt x="76040" y="0"/>
                  </a:cubicBezTo>
                  <a:cubicBezTo>
                    <a:pt x="33867" y="0"/>
                    <a:pt x="0" y="33835"/>
                    <a:pt x="0" y="75970"/>
                  </a:cubicBezTo>
                  <a:cubicBezTo>
                    <a:pt x="0" y="87461"/>
                    <a:pt x="2556" y="98952"/>
                    <a:pt x="7668" y="109166"/>
                  </a:cubicBezTo>
                  <a:lnTo>
                    <a:pt x="4473" y="111720"/>
                  </a:lnTo>
                  <a:cubicBezTo>
                    <a:pt x="2556" y="112997"/>
                    <a:pt x="1917" y="114912"/>
                    <a:pt x="2556" y="117465"/>
                  </a:cubicBezTo>
                  <a:cubicBezTo>
                    <a:pt x="2556" y="119381"/>
                    <a:pt x="3835" y="121296"/>
                    <a:pt x="5751" y="122573"/>
                  </a:cubicBezTo>
                  <a:lnTo>
                    <a:pt x="28116" y="134702"/>
                  </a:lnTo>
                  <a:cubicBezTo>
                    <a:pt x="28755" y="135341"/>
                    <a:pt x="30033" y="135341"/>
                    <a:pt x="31311" y="135341"/>
                  </a:cubicBezTo>
                  <a:cubicBezTo>
                    <a:pt x="32589" y="135341"/>
                    <a:pt x="34506" y="134702"/>
                    <a:pt x="35784" y="134064"/>
                  </a:cubicBezTo>
                  <a:cubicBezTo>
                    <a:pt x="37701" y="132149"/>
                    <a:pt x="38340" y="129595"/>
                    <a:pt x="37701" y="127041"/>
                  </a:cubicBezTo>
                  <a:lnTo>
                    <a:pt x="29394" y="103421"/>
                  </a:lnTo>
                  <a:cubicBezTo>
                    <a:pt x="28755" y="101505"/>
                    <a:pt x="26838" y="100229"/>
                    <a:pt x="24921" y="99590"/>
                  </a:cubicBezTo>
                  <a:cubicBezTo>
                    <a:pt x="23004" y="98952"/>
                    <a:pt x="20448" y="99590"/>
                    <a:pt x="19170" y="100867"/>
                  </a:cubicBezTo>
                  <a:lnTo>
                    <a:pt x="18531" y="101505"/>
                  </a:lnTo>
                  <a:cubicBezTo>
                    <a:pt x="15975" y="95760"/>
                    <a:pt x="14697" y="89376"/>
                    <a:pt x="14058" y="83630"/>
                  </a:cubicBezTo>
                  <a:lnTo>
                    <a:pt x="49842" y="83630"/>
                  </a:lnTo>
                  <a:cubicBezTo>
                    <a:pt x="52398" y="94483"/>
                    <a:pt x="60704" y="102782"/>
                    <a:pt x="70929" y="105336"/>
                  </a:cubicBezTo>
                  <a:lnTo>
                    <a:pt x="70929" y="140448"/>
                  </a:lnTo>
                  <a:cubicBezTo>
                    <a:pt x="65178" y="139809"/>
                    <a:pt x="59427" y="138533"/>
                    <a:pt x="54314" y="136617"/>
                  </a:cubicBezTo>
                  <a:cubicBezTo>
                    <a:pt x="51119" y="135341"/>
                    <a:pt x="47286" y="137256"/>
                    <a:pt x="46008" y="140448"/>
                  </a:cubicBezTo>
                  <a:cubicBezTo>
                    <a:pt x="44730" y="143640"/>
                    <a:pt x="46647" y="147470"/>
                    <a:pt x="49842" y="148747"/>
                  </a:cubicBezTo>
                  <a:lnTo>
                    <a:pt x="49842" y="148747"/>
                  </a:lnTo>
                  <a:cubicBezTo>
                    <a:pt x="58788" y="151939"/>
                    <a:pt x="67734" y="153854"/>
                    <a:pt x="77319" y="153854"/>
                  </a:cubicBezTo>
                  <a:cubicBezTo>
                    <a:pt x="79874" y="153854"/>
                    <a:pt x="81792" y="153854"/>
                    <a:pt x="84348" y="153854"/>
                  </a:cubicBezTo>
                  <a:cubicBezTo>
                    <a:pt x="126521" y="150024"/>
                    <a:pt x="157193" y="112997"/>
                    <a:pt x="153358" y="71501"/>
                  </a:cubicBezTo>
                  <a:cubicBezTo>
                    <a:pt x="152720" y="61925"/>
                    <a:pt x="150164" y="52987"/>
                    <a:pt x="145691" y="44050"/>
                  </a:cubicBezTo>
                  <a:lnTo>
                    <a:pt x="146969" y="40858"/>
                  </a:lnTo>
                  <a:close/>
                  <a:moveTo>
                    <a:pt x="60704" y="75970"/>
                  </a:moveTo>
                  <a:cubicBezTo>
                    <a:pt x="60704" y="67032"/>
                    <a:pt x="67734" y="60010"/>
                    <a:pt x="76679" y="60010"/>
                  </a:cubicBezTo>
                  <a:cubicBezTo>
                    <a:pt x="85625" y="60010"/>
                    <a:pt x="92654" y="67032"/>
                    <a:pt x="92654" y="75970"/>
                  </a:cubicBezTo>
                  <a:cubicBezTo>
                    <a:pt x="92654" y="84907"/>
                    <a:pt x="85625" y="91930"/>
                    <a:pt x="76679" y="91930"/>
                  </a:cubicBezTo>
                  <a:lnTo>
                    <a:pt x="76679" y="91930"/>
                  </a:lnTo>
                  <a:cubicBezTo>
                    <a:pt x="67734" y="91930"/>
                    <a:pt x="60704" y="84907"/>
                    <a:pt x="60704" y="75970"/>
                  </a:cubicBezTo>
                  <a:close/>
                  <a:moveTo>
                    <a:pt x="107351" y="131510"/>
                  </a:moveTo>
                  <a:cubicBezTo>
                    <a:pt x="99684" y="135341"/>
                    <a:pt x="91376" y="137894"/>
                    <a:pt x="83069" y="139171"/>
                  </a:cubicBezTo>
                  <a:lnTo>
                    <a:pt x="83069" y="104059"/>
                  </a:lnTo>
                  <a:cubicBezTo>
                    <a:pt x="93933" y="101505"/>
                    <a:pt x="102239" y="93206"/>
                    <a:pt x="104156" y="82354"/>
                  </a:cubicBezTo>
                  <a:lnTo>
                    <a:pt x="139301" y="82354"/>
                  </a:lnTo>
                  <a:cubicBezTo>
                    <a:pt x="137384" y="103421"/>
                    <a:pt x="125243" y="121934"/>
                    <a:pt x="107351" y="131510"/>
                  </a:cubicBezTo>
                  <a:close/>
                </a:path>
              </a:pathLst>
            </a:custGeom>
            <a:solidFill>
              <a:srgbClr val="43B02A"/>
            </a:solidFill>
            <a:ln w="6390" cap="flat">
              <a:noFill/>
              <a:prstDash val="solid"/>
              <a:miter/>
            </a:ln>
          </p:spPr>
          <p:txBody>
            <a:bodyPr rtlCol="0" anchor="ctr"/>
            <a:lstStyle/>
            <a:p>
              <a:endParaRPr lang="en-US"/>
            </a:p>
          </p:txBody>
        </p:sp>
        <p:sp>
          <p:nvSpPr>
            <p:cNvPr id="785" name="Graphic 4">
              <a:extLst>
                <a:ext uri="{FF2B5EF4-FFF2-40B4-BE49-F238E27FC236}">
                  <a16:creationId xmlns:a16="http://schemas.microsoft.com/office/drawing/2014/main" id="{BD09634A-E8E8-9041-AA15-F11EBA297313}"/>
                </a:ext>
              </a:extLst>
            </p:cNvPr>
            <p:cNvSpPr/>
            <p:nvPr/>
          </p:nvSpPr>
          <p:spPr>
            <a:xfrm>
              <a:off x="9941841" y="2938448"/>
              <a:ext cx="62094" cy="106873"/>
            </a:xfrm>
            <a:custGeom>
              <a:avLst/>
              <a:gdLst>
                <a:gd name="connsiteX0" fmla="*/ 58410 w 62094"/>
                <a:gd name="connsiteY0" fmla="*/ 900 h 106873"/>
                <a:gd name="connsiteX1" fmla="*/ 50103 w 62094"/>
                <a:gd name="connsiteY1" fmla="*/ 3454 h 106873"/>
                <a:gd name="connsiteX2" fmla="*/ 901 w 62094"/>
                <a:gd name="connsiteY2" fmla="*/ 97298 h 106873"/>
                <a:gd name="connsiteX3" fmla="*/ 3457 w 62094"/>
                <a:gd name="connsiteY3" fmla="*/ 106235 h 106873"/>
                <a:gd name="connsiteX4" fmla="*/ 6652 w 62094"/>
                <a:gd name="connsiteY4" fmla="*/ 106874 h 106873"/>
                <a:gd name="connsiteX5" fmla="*/ 12403 w 62094"/>
                <a:gd name="connsiteY5" fmla="*/ 103682 h 106873"/>
                <a:gd name="connsiteX6" fmla="*/ 61605 w 62094"/>
                <a:gd name="connsiteY6" fmla="*/ 9838 h 106873"/>
                <a:gd name="connsiteX7" fmla="*/ 58410 w 62094"/>
                <a:gd name="connsiteY7" fmla="*/ 900 h 10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094" h="106873">
                  <a:moveTo>
                    <a:pt x="58410" y="900"/>
                  </a:moveTo>
                  <a:cubicBezTo>
                    <a:pt x="55215" y="-1015"/>
                    <a:pt x="51381" y="262"/>
                    <a:pt x="50103" y="3454"/>
                  </a:cubicBezTo>
                  <a:lnTo>
                    <a:pt x="901" y="97298"/>
                  </a:lnTo>
                  <a:cubicBezTo>
                    <a:pt x="-1017" y="100490"/>
                    <a:pt x="262" y="104320"/>
                    <a:pt x="3457" y="106235"/>
                  </a:cubicBezTo>
                  <a:cubicBezTo>
                    <a:pt x="4096" y="106874"/>
                    <a:pt x="5373" y="106874"/>
                    <a:pt x="6652" y="106874"/>
                  </a:cubicBezTo>
                  <a:cubicBezTo>
                    <a:pt x="9208" y="106874"/>
                    <a:pt x="11125" y="105597"/>
                    <a:pt x="12403" y="103682"/>
                  </a:cubicBezTo>
                  <a:lnTo>
                    <a:pt x="61605" y="9838"/>
                  </a:lnTo>
                  <a:cubicBezTo>
                    <a:pt x="62883" y="6007"/>
                    <a:pt x="61605" y="2177"/>
                    <a:pt x="58410" y="900"/>
                  </a:cubicBezTo>
                  <a:close/>
                </a:path>
              </a:pathLst>
            </a:custGeom>
            <a:solidFill>
              <a:srgbClr val="43B02A"/>
            </a:solidFill>
            <a:ln w="6390" cap="flat">
              <a:noFill/>
              <a:prstDash val="solid"/>
              <a:miter/>
            </a:ln>
          </p:spPr>
          <p:txBody>
            <a:bodyPr rtlCol="0" anchor="ctr"/>
            <a:lstStyle/>
            <a:p>
              <a:endParaRPr lang="en-US"/>
            </a:p>
          </p:txBody>
        </p:sp>
        <p:sp>
          <p:nvSpPr>
            <p:cNvPr id="786" name="Graphic 4">
              <a:extLst>
                <a:ext uri="{FF2B5EF4-FFF2-40B4-BE49-F238E27FC236}">
                  <a16:creationId xmlns:a16="http://schemas.microsoft.com/office/drawing/2014/main" id="{CA42E46A-2CF5-4348-A2CB-D8C66C94060E}"/>
                </a:ext>
              </a:extLst>
            </p:cNvPr>
            <p:cNvSpPr/>
            <p:nvPr/>
          </p:nvSpPr>
          <p:spPr>
            <a:xfrm>
              <a:off x="10132661" y="2938909"/>
              <a:ext cx="61695" cy="106263"/>
            </a:xfrm>
            <a:custGeom>
              <a:avLst/>
              <a:gdLst>
                <a:gd name="connsiteX0" fmla="*/ 61206 w 61695"/>
                <a:gd name="connsiteY0" fmla="*/ 96837 h 106263"/>
                <a:gd name="connsiteX1" fmla="*/ 12003 w 61695"/>
                <a:gd name="connsiteY1" fmla="*/ 2993 h 106263"/>
                <a:gd name="connsiteX2" fmla="*/ 3057 w 61695"/>
                <a:gd name="connsiteY2" fmla="*/ 1077 h 106263"/>
                <a:gd name="connsiteX3" fmla="*/ 502 w 61695"/>
                <a:gd name="connsiteY3" fmla="*/ 8738 h 106263"/>
                <a:gd name="connsiteX4" fmla="*/ 49704 w 61695"/>
                <a:gd name="connsiteY4" fmla="*/ 102583 h 106263"/>
                <a:gd name="connsiteX5" fmla="*/ 58011 w 61695"/>
                <a:gd name="connsiteY5" fmla="*/ 105775 h 106263"/>
                <a:gd name="connsiteX6" fmla="*/ 61206 w 61695"/>
                <a:gd name="connsiteY6" fmla="*/ 96837 h 106263"/>
                <a:gd name="connsiteX7" fmla="*/ 61206 w 61695"/>
                <a:gd name="connsiteY7" fmla="*/ 96837 h 106263"/>
                <a:gd name="connsiteX8" fmla="*/ 61206 w 61695"/>
                <a:gd name="connsiteY8" fmla="*/ 96837 h 106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695" h="106263">
                  <a:moveTo>
                    <a:pt x="61206" y="96837"/>
                  </a:moveTo>
                  <a:lnTo>
                    <a:pt x="12003" y="2993"/>
                  </a:lnTo>
                  <a:cubicBezTo>
                    <a:pt x="10086" y="-199"/>
                    <a:pt x="6252" y="-838"/>
                    <a:pt x="3057" y="1077"/>
                  </a:cubicBezTo>
                  <a:cubicBezTo>
                    <a:pt x="502" y="2993"/>
                    <a:pt x="-777" y="6185"/>
                    <a:pt x="502" y="8738"/>
                  </a:cubicBezTo>
                  <a:lnTo>
                    <a:pt x="49704" y="102583"/>
                  </a:lnTo>
                  <a:cubicBezTo>
                    <a:pt x="50981" y="105775"/>
                    <a:pt x="54816" y="107051"/>
                    <a:pt x="58011" y="105775"/>
                  </a:cubicBezTo>
                  <a:cubicBezTo>
                    <a:pt x="61206" y="103859"/>
                    <a:pt x="62484" y="100029"/>
                    <a:pt x="61206" y="96837"/>
                  </a:cubicBezTo>
                  <a:cubicBezTo>
                    <a:pt x="61206" y="96837"/>
                    <a:pt x="61206" y="96837"/>
                    <a:pt x="61206" y="96837"/>
                  </a:cubicBezTo>
                  <a:lnTo>
                    <a:pt x="61206" y="96837"/>
                  </a:lnTo>
                  <a:close/>
                </a:path>
              </a:pathLst>
            </a:custGeom>
            <a:solidFill>
              <a:srgbClr val="43B02A"/>
            </a:solidFill>
            <a:ln w="6390" cap="flat">
              <a:noFill/>
              <a:prstDash val="solid"/>
              <a:miter/>
            </a:ln>
          </p:spPr>
          <p:txBody>
            <a:bodyPr rtlCol="0" anchor="ctr"/>
            <a:lstStyle/>
            <a:p>
              <a:endParaRPr lang="en-US"/>
            </a:p>
          </p:txBody>
        </p:sp>
        <p:sp>
          <p:nvSpPr>
            <p:cNvPr id="787" name="Graphic 4">
              <a:extLst>
                <a:ext uri="{FF2B5EF4-FFF2-40B4-BE49-F238E27FC236}">
                  <a16:creationId xmlns:a16="http://schemas.microsoft.com/office/drawing/2014/main" id="{0F26FB6E-B5E9-0A41-869C-8C0FA075CA04}"/>
                </a:ext>
              </a:extLst>
            </p:cNvPr>
            <p:cNvSpPr/>
            <p:nvPr/>
          </p:nvSpPr>
          <p:spPr>
            <a:xfrm>
              <a:off x="10061594" y="2917004"/>
              <a:ext cx="12779" cy="32558"/>
            </a:xfrm>
            <a:custGeom>
              <a:avLst/>
              <a:gdLst>
                <a:gd name="connsiteX0" fmla="*/ 6390 w 12779"/>
                <a:gd name="connsiteY0" fmla="*/ 32558 h 32558"/>
                <a:gd name="connsiteX1" fmla="*/ 12780 w 12779"/>
                <a:gd name="connsiteY1" fmla="*/ 26174 h 32558"/>
                <a:gd name="connsiteX2" fmla="*/ 12780 w 12779"/>
                <a:gd name="connsiteY2" fmla="*/ 6384 h 32558"/>
                <a:gd name="connsiteX3" fmla="*/ 6390 w 12779"/>
                <a:gd name="connsiteY3" fmla="*/ 0 h 32558"/>
                <a:gd name="connsiteX4" fmla="*/ 0 w 12779"/>
                <a:gd name="connsiteY4" fmla="*/ 6384 h 32558"/>
                <a:gd name="connsiteX5" fmla="*/ 0 w 12779"/>
                <a:gd name="connsiteY5" fmla="*/ 26174 h 32558"/>
                <a:gd name="connsiteX6" fmla="*/ 6390 w 12779"/>
                <a:gd name="connsiteY6" fmla="*/ 32558 h 3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32558">
                  <a:moveTo>
                    <a:pt x="6390" y="32558"/>
                  </a:moveTo>
                  <a:cubicBezTo>
                    <a:pt x="10224" y="32558"/>
                    <a:pt x="12780" y="30005"/>
                    <a:pt x="12780" y="26174"/>
                  </a:cubicBezTo>
                  <a:lnTo>
                    <a:pt x="12780" y="6384"/>
                  </a:lnTo>
                  <a:cubicBezTo>
                    <a:pt x="12780" y="2554"/>
                    <a:pt x="10224" y="0"/>
                    <a:pt x="6390" y="0"/>
                  </a:cubicBezTo>
                  <a:cubicBezTo>
                    <a:pt x="2556" y="0"/>
                    <a:pt x="0" y="2554"/>
                    <a:pt x="0" y="6384"/>
                  </a:cubicBezTo>
                  <a:lnTo>
                    <a:pt x="0" y="26174"/>
                  </a:lnTo>
                  <a:cubicBezTo>
                    <a:pt x="0" y="30005"/>
                    <a:pt x="3195" y="32558"/>
                    <a:pt x="6390" y="32558"/>
                  </a:cubicBezTo>
                  <a:close/>
                </a:path>
              </a:pathLst>
            </a:custGeom>
            <a:solidFill>
              <a:srgbClr val="43B02A"/>
            </a:solidFill>
            <a:ln w="6390" cap="flat">
              <a:noFill/>
              <a:prstDash val="solid"/>
              <a:miter/>
            </a:ln>
          </p:spPr>
          <p:txBody>
            <a:bodyPr rtlCol="0" anchor="ctr"/>
            <a:lstStyle/>
            <a:p>
              <a:endParaRPr lang="en-US"/>
            </a:p>
          </p:txBody>
        </p:sp>
        <p:sp>
          <p:nvSpPr>
            <p:cNvPr id="788" name="Graphic 4">
              <a:extLst>
                <a:ext uri="{FF2B5EF4-FFF2-40B4-BE49-F238E27FC236}">
                  <a16:creationId xmlns:a16="http://schemas.microsoft.com/office/drawing/2014/main" id="{DE294D6A-4E53-024C-916F-F8FDCBCAF121}"/>
                </a:ext>
              </a:extLst>
            </p:cNvPr>
            <p:cNvSpPr/>
            <p:nvPr/>
          </p:nvSpPr>
          <p:spPr>
            <a:xfrm>
              <a:off x="10061594" y="2956584"/>
              <a:ext cx="12779" cy="32558"/>
            </a:xfrm>
            <a:custGeom>
              <a:avLst/>
              <a:gdLst>
                <a:gd name="connsiteX0" fmla="*/ 6390 w 12779"/>
                <a:gd name="connsiteY0" fmla="*/ 32558 h 32558"/>
                <a:gd name="connsiteX1" fmla="*/ 12780 w 12779"/>
                <a:gd name="connsiteY1" fmla="*/ 26174 h 32558"/>
                <a:gd name="connsiteX2" fmla="*/ 12780 w 12779"/>
                <a:gd name="connsiteY2" fmla="*/ 6384 h 32558"/>
                <a:gd name="connsiteX3" fmla="*/ 6390 w 12779"/>
                <a:gd name="connsiteY3" fmla="*/ 0 h 32558"/>
                <a:gd name="connsiteX4" fmla="*/ 0 w 12779"/>
                <a:gd name="connsiteY4" fmla="*/ 6384 h 32558"/>
                <a:gd name="connsiteX5" fmla="*/ 0 w 12779"/>
                <a:gd name="connsiteY5" fmla="*/ 26174 h 32558"/>
                <a:gd name="connsiteX6" fmla="*/ 6390 w 12779"/>
                <a:gd name="connsiteY6" fmla="*/ 32558 h 3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32558">
                  <a:moveTo>
                    <a:pt x="6390" y="32558"/>
                  </a:moveTo>
                  <a:cubicBezTo>
                    <a:pt x="10224" y="32558"/>
                    <a:pt x="12780" y="30005"/>
                    <a:pt x="12780" y="26174"/>
                  </a:cubicBezTo>
                  <a:lnTo>
                    <a:pt x="12780" y="6384"/>
                  </a:lnTo>
                  <a:cubicBezTo>
                    <a:pt x="12780" y="2554"/>
                    <a:pt x="10224" y="0"/>
                    <a:pt x="6390" y="0"/>
                  </a:cubicBezTo>
                  <a:cubicBezTo>
                    <a:pt x="2556" y="0"/>
                    <a:pt x="0" y="2554"/>
                    <a:pt x="0" y="6384"/>
                  </a:cubicBezTo>
                  <a:lnTo>
                    <a:pt x="0" y="26174"/>
                  </a:lnTo>
                  <a:cubicBezTo>
                    <a:pt x="0" y="30005"/>
                    <a:pt x="3195" y="32558"/>
                    <a:pt x="6390" y="32558"/>
                  </a:cubicBezTo>
                  <a:close/>
                </a:path>
              </a:pathLst>
            </a:custGeom>
            <a:solidFill>
              <a:srgbClr val="43B02A"/>
            </a:solidFill>
            <a:ln w="6390" cap="flat">
              <a:noFill/>
              <a:prstDash val="solid"/>
              <a:miter/>
            </a:ln>
          </p:spPr>
          <p:txBody>
            <a:bodyPr rtlCol="0" anchor="ctr"/>
            <a:lstStyle/>
            <a:p>
              <a:endParaRPr lang="en-US"/>
            </a:p>
          </p:txBody>
        </p:sp>
      </p:grpSp>
      <p:grpSp>
        <p:nvGrpSpPr>
          <p:cNvPr id="789" name="Graphic 4">
            <a:extLst>
              <a:ext uri="{FF2B5EF4-FFF2-40B4-BE49-F238E27FC236}">
                <a16:creationId xmlns:a16="http://schemas.microsoft.com/office/drawing/2014/main" id="{AB43CB3F-2691-9648-BD27-D6997376C4D3}"/>
              </a:ext>
            </a:extLst>
          </p:cNvPr>
          <p:cNvGrpSpPr/>
          <p:nvPr/>
        </p:nvGrpSpPr>
        <p:grpSpPr>
          <a:xfrm>
            <a:off x="10329595" y="3339623"/>
            <a:ext cx="362309" cy="361971"/>
            <a:chOff x="9278827" y="3339623"/>
            <a:chExt cx="362309" cy="361971"/>
          </a:xfrm>
          <a:solidFill>
            <a:srgbClr val="43B02A"/>
          </a:solidFill>
        </p:grpSpPr>
        <p:sp>
          <p:nvSpPr>
            <p:cNvPr id="790" name="Graphic 4">
              <a:extLst>
                <a:ext uri="{FF2B5EF4-FFF2-40B4-BE49-F238E27FC236}">
                  <a16:creationId xmlns:a16="http://schemas.microsoft.com/office/drawing/2014/main" id="{3F43268F-558B-AF44-BE45-A3326F1077CA}"/>
                </a:ext>
              </a:extLst>
            </p:cNvPr>
            <p:cNvSpPr/>
            <p:nvPr/>
          </p:nvSpPr>
          <p:spPr>
            <a:xfrm>
              <a:off x="9350395" y="3449428"/>
              <a:ext cx="216618" cy="142362"/>
            </a:xfrm>
            <a:custGeom>
              <a:avLst/>
              <a:gdLst>
                <a:gd name="connsiteX0" fmla="*/ 190420 w 216618"/>
                <a:gd name="connsiteY0" fmla="*/ 42134 h 142362"/>
                <a:gd name="connsiteX1" fmla="*/ 181474 w 216618"/>
                <a:gd name="connsiteY1" fmla="*/ 44049 h 142362"/>
                <a:gd name="connsiteX2" fmla="*/ 181474 w 216618"/>
                <a:gd name="connsiteY2" fmla="*/ 44049 h 142362"/>
                <a:gd name="connsiteX3" fmla="*/ 179557 w 216618"/>
                <a:gd name="connsiteY3" fmla="*/ 35112 h 142362"/>
                <a:gd name="connsiteX4" fmla="*/ 179557 w 216618"/>
                <a:gd name="connsiteY4" fmla="*/ 35112 h 142362"/>
                <a:gd name="connsiteX5" fmla="*/ 182113 w 216618"/>
                <a:gd name="connsiteY5" fmla="*/ 31281 h 142362"/>
                <a:gd name="connsiteX6" fmla="*/ 169972 w 216618"/>
                <a:gd name="connsiteY6" fmla="*/ 2553 h 142362"/>
                <a:gd name="connsiteX7" fmla="*/ 164860 w 216618"/>
                <a:gd name="connsiteY7" fmla="*/ 0 h 142362"/>
                <a:gd name="connsiteX8" fmla="*/ 54314 w 216618"/>
                <a:gd name="connsiteY8" fmla="*/ 0 h 142362"/>
                <a:gd name="connsiteX9" fmla="*/ 49202 w 216618"/>
                <a:gd name="connsiteY9" fmla="*/ 2553 h 142362"/>
                <a:gd name="connsiteX10" fmla="*/ 37061 w 216618"/>
                <a:gd name="connsiteY10" fmla="*/ 31281 h 142362"/>
                <a:gd name="connsiteX11" fmla="*/ 39617 w 216618"/>
                <a:gd name="connsiteY11" fmla="*/ 35112 h 142362"/>
                <a:gd name="connsiteX12" fmla="*/ 37700 w 216618"/>
                <a:gd name="connsiteY12" fmla="*/ 44049 h 142362"/>
                <a:gd name="connsiteX13" fmla="*/ 37700 w 216618"/>
                <a:gd name="connsiteY13" fmla="*/ 44049 h 142362"/>
                <a:gd name="connsiteX14" fmla="*/ 28755 w 216618"/>
                <a:gd name="connsiteY14" fmla="*/ 42134 h 142362"/>
                <a:gd name="connsiteX15" fmla="*/ 28755 w 216618"/>
                <a:gd name="connsiteY15" fmla="*/ 42134 h 142362"/>
                <a:gd name="connsiteX16" fmla="*/ 20447 w 216618"/>
                <a:gd name="connsiteY16" fmla="*/ 30005 h 142362"/>
                <a:gd name="connsiteX17" fmla="*/ 0 w 216618"/>
                <a:gd name="connsiteY17" fmla="*/ 30005 h 142362"/>
                <a:gd name="connsiteX18" fmla="*/ 0 w 216618"/>
                <a:gd name="connsiteY18" fmla="*/ 37665 h 142362"/>
                <a:gd name="connsiteX19" fmla="*/ 0 w 216618"/>
                <a:gd name="connsiteY19" fmla="*/ 37665 h 142362"/>
                <a:gd name="connsiteX20" fmla="*/ 19809 w 216618"/>
                <a:gd name="connsiteY20" fmla="*/ 42773 h 142362"/>
                <a:gd name="connsiteX21" fmla="*/ 24281 w 216618"/>
                <a:gd name="connsiteY21" fmla="*/ 46603 h 142362"/>
                <a:gd name="connsiteX22" fmla="*/ 23642 w 216618"/>
                <a:gd name="connsiteY22" fmla="*/ 52349 h 142362"/>
                <a:gd name="connsiteX23" fmla="*/ 18530 w 216618"/>
                <a:gd name="connsiteY23" fmla="*/ 60009 h 142362"/>
                <a:gd name="connsiteX24" fmla="*/ 14696 w 216618"/>
                <a:gd name="connsiteY24" fmla="*/ 73416 h 142362"/>
                <a:gd name="connsiteX25" fmla="*/ 14696 w 216618"/>
                <a:gd name="connsiteY25" fmla="*/ 114273 h 142362"/>
                <a:gd name="connsiteX26" fmla="*/ 17253 w 216618"/>
                <a:gd name="connsiteY26" fmla="*/ 119381 h 142362"/>
                <a:gd name="connsiteX27" fmla="*/ 19170 w 216618"/>
                <a:gd name="connsiteY27" fmla="*/ 123849 h 142362"/>
                <a:gd name="connsiteX28" fmla="*/ 19170 w 216618"/>
                <a:gd name="connsiteY28" fmla="*/ 142363 h 142362"/>
                <a:gd name="connsiteX29" fmla="*/ 51758 w 216618"/>
                <a:gd name="connsiteY29" fmla="*/ 142363 h 142362"/>
                <a:gd name="connsiteX30" fmla="*/ 51758 w 216618"/>
                <a:gd name="connsiteY30" fmla="*/ 128957 h 142362"/>
                <a:gd name="connsiteX31" fmla="*/ 53675 w 216618"/>
                <a:gd name="connsiteY31" fmla="*/ 124488 h 142362"/>
                <a:gd name="connsiteX32" fmla="*/ 158470 w 216618"/>
                <a:gd name="connsiteY32" fmla="*/ 122573 h 142362"/>
                <a:gd name="connsiteX33" fmla="*/ 164860 w 216618"/>
                <a:gd name="connsiteY33" fmla="*/ 128957 h 142362"/>
                <a:gd name="connsiteX34" fmla="*/ 164860 w 216618"/>
                <a:gd name="connsiteY34" fmla="*/ 142363 h 142362"/>
                <a:gd name="connsiteX35" fmla="*/ 197448 w 216618"/>
                <a:gd name="connsiteY35" fmla="*/ 142363 h 142362"/>
                <a:gd name="connsiteX36" fmla="*/ 197448 w 216618"/>
                <a:gd name="connsiteY36" fmla="*/ 123849 h 142362"/>
                <a:gd name="connsiteX37" fmla="*/ 199366 w 216618"/>
                <a:gd name="connsiteY37" fmla="*/ 119381 h 142362"/>
                <a:gd name="connsiteX38" fmla="*/ 201922 w 216618"/>
                <a:gd name="connsiteY38" fmla="*/ 114273 h 142362"/>
                <a:gd name="connsiteX39" fmla="*/ 201922 w 216618"/>
                <a:gd name="connsiteY39" fmla="*/ 73416 h 142362"/>
                <a:gd name="connsiteX40" fmla="*/ 198088 w 216618"/>
                <a:gd name="connsiteY40" fmla="*/ 60009 h 142362"/>
                <a:gd name="connsiteX41" fmla="*/ 192976 w 216618"/>
                <a:gd name="connsiteY41" fmla="*/ 52349 h 142362"/>
                <a:gd name="connsiteX42" fmla="*/ 192337 w 216618"/>
                <a:gd name="connsiteY42" fmla="*/ 46603 h 142362"/>
                <a:gd name="connsiteX43" fmla="*/ 196810 w 216618"/>
                <a:gd name="connsiteY43" fmla="*/ 42773 h 142362"/>
                <a:gd name="connsiteX44" fmla="*/ 216618 w 216618"/>
                <a:gd name="connsiteY44" fmla="*/ 37665 h 142362"/>
                <a:gd name="connsiteX45" fmla="*/ 216618 w 216618"/>
                <a:gd name="connsiteY45" fmla="*/ 37665 h 142362"/>
                <a:gd name="connsiteX46" fmla="*/ 216618 w 216618"/>
                <a:gd name="connsiteY46" fmla="*/ 30005 h 142362"/>
                <a:gd name="connsiteX47" fmla="*/ 196171 w 216618"/>
                <a:gd name="connsiteY47" fmla="*/ 30005 h 142362"/>
                <a:gd name="connsiteX48" fmla="*/ 190420 w 216618"/>
                <a:gd name="connsiteY48" fmla="*/ 42134 h 142362"/>
                <a:gd name="connsiteX49" fmla="*/ 123964 w 216618"/>
                <a:gd name="connsiteY49" fmla="*/ 100867 h 142362"/>
                <a:gd name="connsiteX50" fmla="*/ 104794 w 216618"/>
                <a:gd name="connsiteY50" fmla="*/ 105336 h 142362"/>
                <a:gd name="connsiteX51" fmla="*/ 72845 w 216618"/>
                <a:gd name="connsiteY51" fmla="*/ 94483 h 142362"/>
                <a:gd name="connsiteX52" fmla="*/ 71567 w 216618"/>
                <a:gd name="connsiteY52" fmla="*/ 85545 h 142362"/>
                <a:gd name="connsiteX53" fmla="*/ 80513 w 216618"/>
                <a:gd name="connsiteY53" fmla="*/ 83630 h 142362"/>
                <a:gd name="connsiteX54" fmla="*/ 118853 w 216618"/>
                <a:gd name="connsiteY54" fmla="*/ 89376 h 142362"/>
                <a:gd name="connsiteX55" fmla="*/ 158470 w 216618"/>
                <a:gd name="connsiteY55" fmla="*/ 35112 h 142362"/>
                <a:gd name="connsiteX56" fmla="*/ 128438 w 216618"/>
                <a:gd name="connsiteY56" fmla="*/ 32558 h 142362"/>
                <a:gd name="connsiteX57" fmla="*/ 82430 w 216618"/>
                <a:gd name="connsiteY57" fmla="*/ 36389 h 142362"/>
                <a:gd name="connsiteX58" fmla="*/ 68372 w 216618"/>
                <a:gd name="connsiteY58" fmla="*/ 70224 h 142362"/>
                <a:gd name="connsiteX59" fmla="*/ 122048 w 216618"/>
                <a:gd name="connsiteY59" fmla="*/ 47241 h 142362"/>
                <a:gd name="connsiteX60" fmla="*/ 133549 w 216618"/>
                <a:gd name="connsiteY60" fmla="*/ 43411 h 142362"/>
                <a:gd name="connsiteX61" fmla="*/ 141856 w 216618"/>
                <a:gd name="connsiteY61" fmla="*/ 47241 h 142362"/>
                <a:gd name="connsiteX62" fmla="*/ 138022 w 216618"/>
                <a:gd name="connsiteY62" fmla="*/ 55541 h 142362"/>
                <a:gd name="connsiteX63" fmla="*/ 125881 w 216618"/>
                <a:gd name="connsiteY63" fmla="*/ 59371 h 142362"/>
                <a:gd name="connsiteX64" fmla="*/ 69650 w 216618"/>
                <a:gd name="connsiteY64" fmla="*/ 84269 h 142362"/>
                <a:gd name="connsiteX65" fmla="*/ 67094 w 216618"/>
                <a:gd name="connsiteY65" fmla="*/ 86822 h 142362"/>
                <a:gd name="connsiteX66" fmla="*/ 66455 w 216618"/>
                <a:gd name="connsiteY66" fmla="*/ 86822 h 142362"/>
                <a:gd name="connsiteX67" fmla="*/ 46007 w 216618"/>
                <a:gd name="connsiteY67" fmla="*/ 107889 h 142362"/>
                <a:gd name="connsiteX68" fmla="*/ 37061 w 216618"/>
                <a:gd name="connsiteY68" fmla="*/ 109805 h 142362"/>
                <a:gd name="connsiteX69" fmla="*/ 37061 w 216618"/>
                <a:gd name="connsiteY69" fmla="*/ 109805 h 142362"/>
                <a:gd name="connsiteX70" fmla="*/ 35145 w 216618"/>
                <a:gd name="connsiteY70" fmla="*/ 100867 h 142362"/>
                <a:gd name="connsiteX71" fmla="*/ 56231 w 216618"/>
                <a:gd name="connsiteY71" fmla="*/ 77885 h 142362"/>
                <a:gd name="connsiteX72" fmla="*/ 76040 w 216618"/>
                <a:gd name="connsiteY72" fmla="*/ 24897 h 142362"/>
                <a:gd name="connsiteX73" fmla="*/ 130994 w 216618"/>
                <a:gd name="connsiteY73" fmla="*/ 19790 h 142362"/>
                <a:gd name="connsiteX74" fmla="*/ 162943 w 216618"/>
                <a:gd name="connsiteY74" fmla="*/ 21067 h 142362"/>
                <a:gd name="connsiteX75" fmla="*/ 170611 w 216618"/>
                <a:gd name="connsiteY75" fmla="*/ 25536 h 142362"/>
                <a:gd name="connsiteX76" fmla="*/ 170611 w 216618"/>
                <a:gd name="connsiteY76" fmla="*/ 26174 h 142362"/>
                <a:gd name="connsiteX77" fmla="*/ 123964 w 216618"/>
                <a:gd name="connsiteY77" fmla="*/ 100867 h 142362"/>
                <a:gd name="connsiteX78" fmla="*/ 123964 w 216618"/>
                <a:gd name="connsiteY78" fmla="*/ 100867 h 142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6618" h="142362">
                  <a:moveTo>
                    <a:pt x="190420" y="42134"/>
                  </a:moveTo>
                  <a:cubicBezTo>
                    <a:pt x="188503" y="45326"/>
                    <a:pt x="184669" y="45965"/>
                    <a:pt x="181474" y="44049"/>
                  </a:cubicBezTo>
                  <a:cubicBezTo>
                    <a:pt x="181474" y="44049"/>
                    <a:pt x="181474" y="44049"/>
                    <a:pt x="181474" y="44049"/>
                  </a:cubicBezTo>
                  <a:cubicBezTo>
                    <a:pt x="178279" y="42134"/>
                    <a:pt x="177640" y="38304"/>
                    <a:pt x="179557" y="35112"/>
                  </a:cubicBezTo>
                  <a:cubicBezTo>
                    <a:pt x="179557" y="35112"/>
                    <a:pt x="179557" y="35112"/>
                    <a:pt x="179557" y="35112"/>
                  </a:cubicBezTo>
                  <a:lnTo>
                    <a:pt x="182113" y="31281"/>
                  </a:lnTo>
                  <a:cubicBezTo>
                    <a:pt x="177001" y="18513"/>
                    <a:pt x="171250" y="4469"/>
                    <a:pt x="169972" y="2553"/>
                  </a:cubicBezTo>
                  <a:cubicBezTo>
                    <a:pt x="168694" y="1277"/>
                    <a:pt x="166777" y="638"/>
                    <a:pt x="164860" y="0"/>
                  </a:cubicBezTo>
                  <a:lnTo>
                    <a:pt x="54314" y="0"/>
                  </a:lnTo>
                  <a:cubicBezTo>
                    <a:pt x="52397" y="0"/>
                    <a:pt x="50480" y="1277"/>
                    <a:pt x="49202" y="2553"/>
                  </a:cubicBezTo>
                  <a:cubicBezTo>
                    <a:pt x="47925" y="4469"/>
                    <a:pt x="41535" y="19152"/>
                    <a:pt x="37061" y="31281"/>
                  </a:cubicBezTo>
                  <a:lnTo>
                    <a:pt x="39617" y="35112"/>
                  </a:lnTo>
                  <a:cubicBezTo>
                    <a:pt x="41535" y="38304"/>
                    <a:pt x="40895" y="42134"/>
                    <a:pt x="37700" y="44049"/>
                  </a:cubicBezTo>
                  <a:cubicBezTo>
                    <a:pt x="37700" y="44049"/>
                    <a:pt x="37700" y="44049"/>
                    <a:pt x="37700" y="44049"/>
                  </a:cubicBezTo>
                  <a:cubicBezTo>
                    <a:pt x="34505" y="45965"/>
                    <a:pt x="30671" y="45326"/>
                    <a:pt x="28755" y="42134"/>
                  </a:cubicBezTo>
                  <a:cubicBezTo>
                    <a:pt x="28755" y="42134"/>
                    <a:pt x="28755" y="42134"/>
                    <a:pt x="28755" y="42134"/>
                  </a:cubicBezTo>
                  <a:lnTo>
                    <a:pt x="20447" y="30005"/>
                  </a:lnTo>
                  <a:lnTo>
                    <a:pt x="0" y="30005"/>
                  </a:lnTo>
                  <a:lnTo>
                    <a:pt x="0" y="37665"/>
                  </a:lnTo>
                  <a:lnTo>
                    <a:pt x="0" y="37665"/>
                  </a:lnTo>
                  <a:lnTo>
                    <a:pt x="19809" y="42773"/>
                  </a:lnTo>
                  <a:cubicBezTo>
                    <a:pt x="21725" y="43411"/>
                    <a:pt x="23642" y="44688"/>
                    <a:pt x="24281" y="46603"/>
                  </a:cubicBezTo>
                  <a:cubicBezTo>
                    <a:pt x="24920" y="48518"/>
                    <a:pt x="24920" y="50433"/>
                    <a:pt x="23642" y="52349"/>
                  </a:cubicBezTo>
                  <a:lnTo>
                    <a:pt x="18530" y="60009"/>
                  </a:lnTo>
                  <a:cubicBezTo>
                    <a:pt x="15975" y="63840"/>
                    <a:pt x="14696" y="68309"/>
                    <a:pt x="14696" y="73416"/>
                  </a:cubicBezTo>
                  <a:lnTo>
                    <a:pt x="14696" y="114273"/>
                  </a:lnTo>
                  <a:cubicBezTo>
                    <a:pt x="14696" y="116189"/>
                    <a:pt x="15335" y="117465"/>
                    <a:pt x="17253" y="119381"/>
                  </a:cubicBezTo>
                  <a:cubicBezTo>
                    <a:pt x="18530" y="120657"/>
                    <a:pt x="19170" y="122573"/>
                    <a:pt x="19170" y="123849"/>
                  </a:cubicBezTo>
                  <a:lnTo>
                    <a:pt x="19170" y="142363"/>
                  </a:lnTo>
                  <a:lnTo>
                    <a:pt x="51758" y="142363"/>
                  </a:lnTo>
                  <a:lnTo>
                    <a:pt x="51758" y="128957"/>
                  </a:lnTo>
                  <a:cubicBezTo>
                    <a:pt x="51758" y="127041"/>
                    <a:pt x="52397" y="125765"/>
                    <a:pt x="53675" y="124488"/>
                  </a:cubicBezTo>
                  <a:cubicBezTo>
                    <a:pt x="55592" y="122573"/>
                    <a:pt x="55592" y="122573"/>
                    <a:pt x="158470" y="122573"/>
                  </a:cubicBezTo>
                  <a:cubicBezTo>
                    <a:pt x="162304" y="122573"/>
                    <a:pt x="164860" y="125126"/>
                    <a:pt x="164860" y="128957"/>
                  </a:cubicBezTo>
                  <a:lnTo>
                    <a:pt x="164860" y="142363"/>
                  </a:lnTo>
                  <a:lnTo>
                    <a:pt x="197448" y="142363"/>
                  </a:lnTo>
                  <a:lnTo>
                    <a:pt x="197448" y="123849"/>
                  </a:lnTo>
                  <a:cubicBezTo>
                    <a:pt x="197448" y="121934"/>
                    <a:pt x="198088" y="120019"/>
                    <a:pt x="199366" y="119381"/>
                  </a:cubicBezTo>
                  <a:cubicBezTo>
                    <a:pt x="201922" y="117465"/>
                    <a:pt x="201922" y="116189"/>
                    <a:pt x="201922" y="114273"/>
                  </a:cubicBezTo>
                  <a:lnTo>
                    <a:pt x="201922" y="73416"/>
                  </a:lnTo>
                  <a:cubicBezTo>
                    <a:pt x="201922" y="68947"/>
                    <a:pt x="200643" y="63840"/>
                    <a:pt x="198088" y="60009"/>
                  </a:cubicBezTo>
                  <a:lnTo>
                    <a:pt x="192976" y="52349"/>
                  </a:lnTo>
                  <a:cubicBezTo>
                    <a:pt x="191698" y="50433"/>
                    <a:pt x="191698" y="48518"/>
                    <a:pt x="192337" y="46603"/>
                  </a:cubicBezTo>
                  <a:cubicBezTo>
                    <a:pt x="192976" y="44688"/>
                    <a:pt x="194893" y="43411"/>
                    <a:pt x="196810" y="42773"/>
                  </a:cubicBezTo>
                  <a:lnTo>
                    <a:pt x="216618" y="37665"/>
                  </a:lnTo>
                  <a:lnTo>
                    <a:pt x="216618" y="37665"/>
                  </a:lnTo>
                  <a:lnTo>
                    <a:pt x="216618" y="30005"/>
                  </a:lnTo>
                  <a:lnTo>
                    <a:pt x="196171" y="30005"/>
                  </a:lnTo>
                  <a:lnTo>
                    <a:pt x="190420" y="42134"/>
                  </a:lnTo>
                  <a:close/>
                  <a:moveTo>
                    <a:pt x="123964" y="100867"/>
                  </a:moveTo>
                  <a:cubicBezTo>
                    <a:pt x="118214" y="103421"/>
                    <a:pt x="111184" y="105336"/>
                    <a:pt x="104794" y="105336"/>
                  </a:cubicBezTo>
                  <a:cubicBezTo>
                    <a:pt x="93293" y="104697"/>
                    <a:pt x="82430" y="101505"/>
                    <a:pt x="72845" y="94483"/>
                  </a:cubicBezTo>
                  <a:cubicBezTo>
                    <a:pt x="69650" y="92568"/>
                    <a:pt x="69011" y="88737"/>
                    <a:pt x="71567" y="85545"/>
                  </a:cubicBezTo>
                  <a:cubicBezTo>
                    <a:pt x="73484" y="82992"/>
                    <a:pt x="77318" y="81715"/>
                    <a:pt x="80513" y="83630"/>
                  </a:cubicBezTo>
                  <a:cubicBezTo>
                    <a:pt x="88181" y="88737"/>
                    <a:pt x="102878" y="96398"/>
                    <a:pt x="118853" y="89376"/>
                  </a:cubicBezTo>
                  <a:cubicBezTo>
                    <a:pt x="141856" y="78523"/>
                    <a:pt x="157831" y="56179"/>
                    <a:pt x="158470" y="35112"/>
                  </a:cubicBezTo>
                  <a:cubicBezTo>
                    <a:pt x="148246" y="35750"/>
                    <a:pt x="138022" y="35112"/>
                    <a:pt x="128438" y="32558"/>
                  </a:cubicBezTo>
                  <a:cubicBezTo>
                    <a:pt x="113102" y="29366"/>
                    <a:pt x="98404" y="26813"/>
                    <a:pt x="82430" y="36389"/>
                  </a:cubicBezTo>
                  <a:cubicBezTo>
                    <a:pt x="72206" y="44688"/>
                    <a:pt x="66455" y="57456"/>
                    <a:pt x="68372" y="70224"/>
                  </a:cubicBezTo>
                  <a:cubicBezTo>
                    <a:pt x="84986" y="60009"/>
                    <a:pt x="103517" y="52349"/>
                    <a:pt x="122048" y="47241"/>
                  </a:cubicBezTo>
                  <a:cubicBezTo>
                    <a:pt x="126520" y="45965"/>
                    <a:pt x="130354" y="44688"/>
                    <a:pt x="133549" y="43411"/>
                  </a:cubicBezTo>
                  <a:cubicBezTo>
                    <a:pt x="136744" y="42134"/>
                    <a:pt x="140579" y="44049"/>
                    <a:pt x="141856" y="47241"/>
                  </a:cubicBezTo>
                  <a:cubicBezTo>
                    <a:pt x="143134" y="50433"/>
                    <a:pt x="141217" y="54264"/>
                    <a:pt x="138022" y="55541"/>
                  </a:cubicBezTo>
                  <a:lnTo>
                    <a:pt x="125881" y="59371"/>
                  </a:lnTo>
                  <a:cubicBezTo>
                    <a:pt x="106073" y="64478"/>
                    <a:pt x="86903" y="73416"/>
                    <a:pt x="69650" y="84269"/>
                  </a:cubicBezTo>
                  <a:cubicBezTo>
                    <a:pt x="69011" y="85545"/>
                    <a:pt x="68372" y="86184"/>
                    <a:pt x="67094" y="86822"/>
                  </a:cubicBezTo>
                  <a:cubicBezTo>
                    <a:pt x="67094" y="86822"/>
                    <a:pt x="66455" y="86822"/>
                    <a:pt x="66455" y="86822"/>
                  </a:cubicBezTo>
                  <a:cubicBezTo>
                    <a:pt x="58787" y="92568"/>
                    <a:pt x="51758" y="99590"/>
                    <a:pt x="46007" y="107889"/>
                  </a:cubicBezTo>
                  <a:cubicBezTo>
                    <a:pt x="44090" y="111081"/>
                    <a:pt x="40256" y="111720"/>
                    <a:pt x="37061" y="109805"/>
                  </a:cubicBezTo>
                  <a:cubicBezTo>
                    <a:pt x="37061" y="109805"/>
                    <a:pt x="37061" y="109805"/>
                    <a:pt x="37061" y="109805"/>
                  </a:cubicBezTo>
                  <a:cubicBezTo>
                    <a:pt x="33866" y="107889"/>
                    <a:pt x="33227" y="104059"/>
                    <a:pt x="35145" y="100867"/>
                  </a:cubicBezTo>
                  <a:cubicBezTo>
                    <a:pt x="40895" y="91929"/>
                    <a:pt x="47925" y="84269"/>
                    <a:pt x="56231" y="77885"/>
                  </a:cubicBezTo>
                  <a:cubicBezTo>
                    <a:pt x="51119" y="57456"/>
                    <a:pt x="61343" y="33197"/>
                    <a:pt x="76040" y="24897"/>
                  </a:cubicBezTo>
                  <a:cubicBezTo>
                    <a:pt x="96488" y="13406"/>
                    <a:pt x="115019" y="16598"/>
                    <a:pt x="130994" y="19790"/>
                  </a:cubicBezTo>
                  <a:cubicBezTo>
                    <a:pt x="141217" y="22344"/>
                    <a:pt x="152080" y="22982"/>
                    <a:pt x="162943" y="21067"/>
                  </a:cubicBezTo>
                  <a:cubicBezTo>
                    <a:pt x="166138" y="20429"/>
                    <a:pt x="169972" y="22344"/>
                    <a:pt x="170611" y="25536"/>
                  </a:cubicBezTo>
                  <a:cubicBezTo>
                    <a:pt x="170611" y="25536"/>
                    <a:pt x="170611" y="26174"/>
                    <a:pt x="170611" y="26174"/>
                  </a:cubicBezTo>
                  <a:cubicBezTo>
                    <a:pt x="173806" y="55541"/>
                    <a:pt x="153997" y="86822"/>
                    <a:pt x="123964" y="100867"/>
                  </a:cubicBezTo>
                  <a:lnTo>
                    <a:pt x="123964" y="100867"/>
                  </a:lnTo>
                  <a:close/>
                </a:path>
              </a:pathLst>
            </a:custGeom>
            <a:solidFill>
              <a:srgbClr val="43B02A"/>
            </a:solidFill>
            <a:ln w="6390" cap="flat">
              <a:noFill/>
              <a:prstDash val="solid"/>
              <a:miter/>
            </a:ln>
          </p:spPr>
          <p:txBody>
            <a:bodyPr rtlCol="0" anchor="ctr"/>
            <a:lstStyle/>
            <a:p>
              <a:endParaRPr lang="en-US"/>
            </a:p>
          </p:txBody>
        </p:sp>
        <p:sp>
          <p:nvSpPr>
            <p:cNvPr id="791" name="Graphic 4">
              <a:extLst>
                <a:ext uri="{FF2B5EF4-FFF2-40B4-BE49-F238E27FC236}">
                  <a16:creationId xmlns:a16="http://schemas.microsoft.com/office/drawing/2014/main" id="{CD6926A6-FB38-934E-B3E9-32DFADCA52C8}"/>
                </a:ext>
              </a:extLst>
            </p:cNvPr>
            <p:cNvSpPr/>
            <p:nvPr/>
          </p:nvSpPr>
          <p:spPr>
            <a:xfrm>
              <a:off x="9278827" y="33396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302883 w 362309"/>
                <a:gd name="connsiteY6" fmla="*/ 148747 h 361971"/>
                <a:gd name="connsiteX7" fmla="*/ 292659 w 362309"/>
                <a:gd name="connsiteY7" fmla="*/ 160238 h 361971"/>
                <a:gd name="connsiteX8" fmla="*/ 281796 w 362309"/>
                <a:gd name="connsiteY8" fmla="*/ 162792 h 361971"/>
                <a:gd name="connsiteX9" fmla="*/ 288186 w 362309"/>
                <a:gd name="connsiteY9" fmla="*/ 183220 h 361971"/>
                <a:gd name="connsiteX10" fmla="*/ 288186 w 362309"/>
                <a:gd name="connsiteY10" fmla="*/ 224078 h 361971"/>
                <a:gd name="connsiteX11" fmla="*/ 283075 w 362309"/>
                <a:gd name="connsiteY11" fmla="*/ 236846 h 361971"/>
                <a:gd name="connsiteX12" fmla="*/ 283075 w 362309"/>
                <a:gd name="connsiteY12" fmla="*/ 254082 h 361971"/>
                <a:gd name="connsiteX13" fmla="*/ 271572 w 362309"/>
                <a:gd name="connsiteY13" fmla="*/ 265574 h 361971"/>
                <a:gd name="connsiteX14" fmla="*/ 271572 w 362309"/>
                <a:gd name="connsiteY14" fmla="*/ 265574 h 361971"/>
                <a:gd name="connsiteX15" fmla="*/ 236428 w 362309"/>
                <a:gd name="connsiteY15" fmla="*/ 265574 h 361971"/>
                <a:gd name="connsiteX16" fmla="*/ 224926 w 362309"/>
                <a:gd name="connsiteY16" fmla="*/ 254082 h 361971"/>
                <a:gd name="connsiteX17" fmla="*/ 224926 w 362309"/>
                <a:gd name="connsiteY17" fmla="*/ 245145 h 361971"/>
                <a:gd name="connsiteX18" fmla="*/ 137384 w 362309"/>
                <a:gd name="connsiteY18" fmla="*/ 245145 h 361971"/>
                <a:gd name="connsiteX19" fmla="*/ 137384 w 362309"/>
                <a:gd name="connsiteY19" fmla="*/ 254082 h 361971"/>
                <a:gd name="connsiteX20" fmla="*/ 125882 w 362309"/>
                <a:gd name="connsiteY20" fmla="*/ 265574 h 361971"/>
                <a:gd name="connsiteX21" fmla="*/ 125882 w 362309"/>
                <a:gd name="connsiteY21" fmla="*/ 265574 h 361971"/>
                <a:gd name="connsiteX22" fmla="*/ 90738 w 362309"/>
                <a:gd name="connsiteY22" fmla="*/ 265574 h 361971"/>
                <a:gd name="connsiteX23" fmla="*/ 79235 w 362309"/>
                <a:gd name="connsiteY23" fmla="*/ 254082 h 361971"/>
                <a:gd name="connsiteX24" fmla="*/ 79235 w 362309"/>
                <a:gd name="connsiteY24" fmla="*/ 254082 h 361971"/>
                <a:gd name="connsiteX25" fmla="*/ 79235 w 362309"/>
                <a:gd name="connsiteY25" fmla="*/ 236846 h 361971"/>
                <a:gd name="connsiteX26" fmla="*/ 74123 w 362309"/>
                <a:gd name="connsiteY26" fmla="*/ 224078 h 361971"/>
                <a:gd name="connsiteX27" fmla="*/ 74123 w 362309"/>
                <a:gd name="connsiteY27" fmla="*/ 183220 h 361971"/>
                <a:gd name="connsiteX28" fmla="*/ 80513 w 362309"/>
                <a:gd name="connsiteY28" fmla="*/ 162792 h 361971"/>
                <a:gd name="connsiteX29" fmla="*/ 69650 w 362309"/>
                <a:gd name="connsiteY29" fmla="*/ 160238 h 361971"/>
                <a:gd name="connsiteX30" fmla="*/ 59427 w 362309"/>
                <a:gd name="connsiteY30" fmla="*/ 148747 h 361971"/>
                <a:gd name="connsiteX31" fmla="*/ 59427 w 362309"/>
                <a:gd name="connsiteY31" fmla="*/ 138533 h 361971"/>
                <a:gd name="connsiteX32" fmla="*/ 70928 w 362309"/>
                <a:gd name="connsiteY32" fmla="*/ 127041 h 361971"/>
                <a:gd name="connsiteX33" fmla="*/ 70928 w 362309"/>
                <a:gd name="connsiteY33" fmla="*/ 127041 h 361971"/>
                <a:gd name="connsiteX34" fmla="*/ 95849 w 362309"/>
                <a:gd name="connsiteY34" fmla="*/ 127041 h 361971"/>
                <a:gd name="connsiteX35" fmla="*/ 99683 w 362309"/>
                <a:gd name="connsiteY35" fmla="*/ 128318 h 361971"/>
                <a:gd name="connsiteX36" fmla="*/ 110546 w 362309"/>
                <a:gd name="connsiteY36" fmla="*/ 104059 h 361971"/>
                <a:gd name="connsiteX37" fmla="*/ 125243 w 362309"/>
                <a:gd name="connsiteY37" fmla="*/ 97037 h 361971"/>
                <a:gd name="connsiteX38" fmla="*/ 235789 w 362309"/>
                <a:gd name="connsiteY38" fmla="*/ 97037 h 361971"/>
                <a:gd name="connsiteX39" fmla="*/ 250486 w 362309"/>
                <a:gd name="connsiteY39" fmla="*/ 104059 h 361971"/>
                <a:gd name="connsiteX40" fmla="*/ 261349 w 362309"/>
                <a:gd name="connsiteY40" fmla="*/ 128318 h 361971"/>
                <a:gd name="connsiteX41" fmla="*/ 265182 w 362309"/>
                <a:gd name="connsiteY41" fmla="*/ 127041 h 361971"/>
                <a:gd name="connsiteX42" fmla="*/ 290103 w 362309"/>
                <a:gd name="connsiteY42" fmla="*/ 127041 h 361971"/>
                <a:gd name="connsiteX43" fmla="*/ 301606 w 362309"/>
                <a:gd name="connsiteY43" fmla="*/ 138533 h 361971"/>
                <a:gd name="connsiteX44" fmla="*/ 301606 w 362309"/>
                <a:gd name="connsiteY44" fmla="*/ 138533 h 361971"/>
                <a:gd name="connsiteX45" fmla="*/ 302883 w 362309"/>
                <a:gd name="connsiteY45" fmla="*/ 14874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302883" y="148747"/>
                  </a:moveTo>
                  <a:cubicBezTo>
                    <a:pt x="302883" y="154492"/>
                    <a:pt x="298411" y="159600"/>
                    <a:pt x="292659" y="160238"/>
                  </a:cubicBezTo>
                  <a:lnTo>
                    <a:pt x="281796" y="162792"/>
                  </a:lnTo>
                  <a:cubicBezTo>
                    <a:pt x="285631" y="168537"/>
                    <a:pt x="288186" y="175560"/>
                    <a:pt x="288186" y="183220"/>
                  </a:cubicBezTo>
                  <a:lnTo>
                    <a:pt x="288186" y="224078"/>
                  </a:lnTo>
                  <a:cubicBezTo>
                    <a:pt x="288186" y="228546"/>
                    <a:pt x="286270" y="233654"/>
                    <a:pt x="283075" y="236846"/>
                  </a:cubicBezTo>
                  <a:lnTo>
                    <a:pt x="283075" y="254082"/>
                  </a:lnTo>
                  <a:cubicBezTo>
                    <a:pt x="283075" y="260466"/>
                    <a:pt x="277962" y="265574"/>
                    <a:pt x="271572" y="265574"/>
                  </a:cubicBezTo>
                  <a:lnTo>
                    <a:pt x="271572" y="265574"/>
                  </a:lnTo>
                  <a:lnTo>
                    <a:pt x="236428" y="265574"/>
                  </a:lnTo>
                  <a:cubicBezTo>
                    <a:pt x="230038" y="265574"/>
                    <a:pt x="224926" y="260466"/>
                    <a:pt x="224926" y="254082"/>
                  </a:cubicBezTo>
                  <a:lnTo>
                    <a:pt x="224926" y="245145"/>
                  </a:lnTo>
                  <a:lnTo>
                    <a:pt x="137384" y="245145"/>
                  </a:lnTo>
                  <a:lnTo>
                    <a:pt x="137384" y="254082"/>
                  </a:lnTo>
                  <a:cubicBezTo>
                    <a:pt x="137384" y="260466"/>
                    <a:pt x="132272" y="265574"/>
                    <a:pt x="125882" y="265574"/>
                  </a:cubicBezTo>
                  <a:lnTo>
                    <a:pt x="125882" y="265574"/>
                  </a:lnTo>
                  <a:lnTo>
                    <a:pt x="90738" y="265574"/>
                  </a:lnTo>
                  <a:cubicBezTo>
                    <a:pt x="84348" y="265574"/>
                    <a:pt x="79235" y="260466"/>
                    <a:pt x="79235" y="254082"/>
                  </a:cubicBezTo>
                  <a:lnTo>
                    <a:pt x="79235" y="254082"/>
                  </a:lnTo>
                  <a:lnTo>
                    <a:pt x="79235" y="236846"/>
                  </a:lnTo>
                  <a:cubicBezTo>
                    <a:pt x="76040" y="233654"/>
                    <a:pt x="74123" y="228546"/>
                    <a:pt x="74123" y="224078"/>
                  </a:cubicBezTo>
                  <a:lnTo>
                    <a:pt x="74123" y="183220"/>
                  </a:lnTo>
                  <a:cubicBezTo>
                    <a:pt x="74123" y="176198"/>
                    <a:pt x="76679" y="169176"/>
                    <a:pt x="80513" y="162792"/>
                  </a:cubicBezTo>
                  <a:lnTo>
                    <a:pt x="69650" y="160238"/>
                  </a:lnTo>
                  <a:cubicBezTo>
                    <a:pt x="63899" y="159600"/>
                    <a:pt x="59427" y="154492"/>
                    <a:pt x="59427" y="148747"/>
                  </a:cubicBezTo>
                  <a:lnTo>
                    <a:pt x="59427" y="138533"/>
                  </a:lnTo>
                  <a:cubicBezTo>
                    <a:pt x="59427" y="132149"/>
                    <a:pt x="64538" y="127041"/>
                    <a:pt x="70928" y="127041"/>
                  </a:cubicBezTo>
                  <a:lnTo>
                    <a:pt x="70928" y="127041"/>
                  </a:lnTo>
                  <a:lnTo>
                    <a:pt x="95849" y="127041"/>
                  </a:lnTo>
                  <a:cubicBezTo>
                    <a:pt x="97128" y="127041"/>
                    <a:pt x="99044" y="127680"/>
                    <a:pt x="99683" y="128318"/>
                  </a:cubicBezTo>
                  <a:cubicBezTo>
                    <a:pt x="102878" y="120019"/>
                    <a:pt x="106073" y="111720"/>
                    <a:pt x="110546" y="104059"/>
                  </a:cubicBezTo>
                  <a:cubicBezTo>
                    <a:pt x="114380" y="99590"/>
                    <a:pt x="119492" y="97037"/>
                    <a:pt x="125243" y="97037"/>
                  </a:cubicBezTo>
                  <a:lnTo>
                    <a:pt x="235789" y="97037"/>
                  </a:lnTo>
                  <a:cubicBezTo>
                    <a:pt x="241540" y="97037"/>
                    <a:pt x="246651" y="100229"/>
                    <a:pt x="250486" y="104059"/>
                  </a:cubicBezTo>
                  <a:cubicBezTo>
                    <a:pt x="254959" y="111720"/>
                    <a:pt x="258792" y="120019"/>
                    <a:pt x="261349" y="128318"/>
                  </a:cubicBezTo>
                  <a:cubicBezTo>
                    <a:pt x="262626" y="127041"/>
                    <a:pt x="263905" y="127041"/>
                    <a:pt x="265182" y="127041"/>
                  </a:cubicBezTo>
                  <a:lnTo>
                    <a:pt x="290103" y="127041"/>
                  </a:lnTo>
                  <a:cubicBezTo>
                    <a:pt x="296493" y="127041"/>
                    <a:pt x="301606" y="132149"/>
                    <a:pt x="301606" y="138533"/>
                  </a:cubicBezTo>
                  <a:lnTo>
                    <a:pt x="301606" y="138533"/>
                  </a:lnTo>
                  <a:lnTo>
                    <a:pt x="302883" y="148747"/>
                  </a:lnTo>
                  <a:close/>
                </a:path>
              </a:pathLst>
            </a:custGeom>
            <a:solidFill>
              <a:srgbClr val="43B02A"/>
            </a:solidFill>
            <a:ln w="6390" cap="flat">
              <a:noFill/>
              <a:prstDash val="solid"/>
              <a:miter/>
            </a:ln>
          </p:spPr>
          <p:txBody>
            <a:bodyPr rtlCol="0" anchor="ctr"/>
            <a:lstStyle/>
            <a:p>
              <a:endParaRPr lang="en-US"/>
            </a:p>
          </p:txBody>
        </p:sp>
      </p:grpSp>
      <p:grpSp>
        <p:nvGrpSpPr>
          <p:cNvPr id="792" name="Graphic 4">
            <a:extLst>
              <a:ext uri="{FF2B5EF4-FFF2-40B4-BE49-F238E27FC236}">
                <a16:creationId xmlns:a16="http://schemas.microsoft.com/office/drawing/2014/main" id="{92785F02-3FB3-F14C-809C-20B870339D36}"/>
              </a:ext>
            </a:extLst>
          </p:cNvPr>
          <p:cNvGrpSpPr/>
          <p:nvPr/>
        </p:nvGrpSpPr>
        <p:grpSpPr>
          <a:xfrm>
            <a:off x="9290591" y="2855717"/>
            <a:ext cx="362309" cy="361971"/>
            <a:chOff x="8239823" y="2855717"/>
            <a:chExt cx="362309" cy="361971"/>
          </a:xfrm>
          <a:solidFill>
            <a:srgbClr val="43B02A"/>
          </a:solidFill>
        </p:grpSpPr>
        <p:sp>
          <p:nvSpPr>
            <p:cNvPr id="793" name="Graphic 4">
              <a:extLst>
                <a:ext uri="{FF2B5EF4-FFF2-40B4-BE49-F238E27FC236}">
                  <a16:creationId xmlns:a16="http://schemas.microsoft.com/office/drawing/2014/main" id="{A90085CA-0B62-864C-97C1-01E38CE0312E}"/>
                </a:ext>
              </a:extLst>
            </p:cNvPr>
            <p:cNvSpPr/>
            <p:nvPr/>
          </p:nvSpPr>
          <p:spPr>
            <a:xfrm>
              <a:off x="8366903" y="2940572"/>
              <a:ext cx="103677" cy="149437"/>
            </a:xfrm>
            <a:custGeom>
              <a:avLst/>
              <a:gdLst>
                <a:gd name="connsiteX0" fmla="*/ 94651 w 103677"/>
                <a:gd name="connsiteY0" fmla="*/ 86236 h 149437"/>
                <a:gd name="connsiteX1" fmla="*/ 103597 w 103677"/>
                <a:gd name="connsiteY1" fmla="*/ 53678 h 149437"/>
                <a:gd name="connsiteX2" fmla="*/ 53756 w 103677"/>
                <a:gd name="connsiteY2" fmla="*/ 52 h 149437"/>
                <a:gd name="connsiteX3" fmla="*/ 80 w 103677"/>
                <a:gd name="connsiteY3" fmla="*/ 49847 h 149437"/>
                <a:gd name="connsiteX4" fmla="*/ 80 w 103677"/>
                <a:gd name="connsiteY4" fmla="*/ 53678 h 149437"/>
                <a:gd name="connsiteX5" fmla="*/ 9026 w 103677"/>
                <a:gd name="connsiteY5" fmla="*/ 86236 h 149437"/>
                <a:gd name="connsiteX6" fmla="*/ 51839 w 103677"/>
                <a:gd name="connsiteY6" fmla="*/ 149437 h 149437"/>
                <a:gd name="connsiteX7" fmla="*/ 94651 w 103677"/>
                <a:gd name="connsiteY7" fmla="*/ 86236 h 149437"/>
                <a:gd name="connsiteX8" fmla="*/ 37781 w 103677"/>
                <a:gd name="connsiteY8" fmla="*/ 118156 h 149437"/>
                <a:gd name="connsiteX9" fmla="*/ 35225 w 103677"/>
                <a:gd name="connsiteY9" fmla="*/ 117517 h 149437"/>
                <a:gd name="connsiteX10" fmla="*/ 31391 w 103677"/>
                <a:gd name="connsiteY10" fmla="*/ 111133 h 149437"/>
                <a:gd name="connsiteX11" fmla="*/ 35225 w 103677"/>
                <a:gd name="connsiteY11" fmla="*/ 77937 h 149437"/>
                <a:gd name="connsiteX12" fmla="*/ 19889 w 103677"/>
                <a:gd name="connsiteY12" fmla="*/ 77937 h 149437"/>
                <a:gd name="connsiteX13" fmla="*/ 13499 w 103677"/>
                <a:gd name="connsiteY13" fmla="*/ 71553 h 149437"/>
                <a:gd name="connsiteX14" fmla="*/ 14777 w 103677"/>
                <a:gd name="connsiteY14" fmla="*/ 67722 h 149437"/>
                <a:gd name="connsiteX15" fmla="*/ 59506 w 103677"/>
                <a:gd name="connsiteY15" fmla="*/ 14097 h 149437"/>
                <a:gd name="connsiteX16" fmla="*/ 68452 w 103677"/>
                <a:gd name="connsiteY16" fmla="*/ 13459 h 149437"/>
                <a:gd name="connsiteX17" fmla="*/ 71008 w 103677"/>
                <a:gd name="connsiteY17" fmla="*/ 19204 h 149437"/>
                <a:gd name="connsiteX18" fmla="*/ 67175 w 103677"/>
                <a:gd name="connsiteY18" fmla="*/ 52401 h 149437"/>
                <a:gd name="connsiteX19" fmla="*/ 82511 w 103677"/>
                <a:gd name="connsiteY19" fmla="*/ 52401 h 149437"/>
                <a:gd name="connsiteX20" fmla="*/ 88900 w 103677"/>
                <a:gd name="connsiteY20" fmla="*/ 58785 h 149437"/>
                <a:gd name="connsiteX21" fmla="*/ 87622 w 103677"/>
                <a:gd name="connsiteY21" fmla="*/ 62615 h 149437"/>
                <a:gd name="connsiteX22" fmla="*/ 42892 w 103677"/>
                <a:gd name="connsiteY22" fmla="*/ 116241 h 149437"/>
                <a:gd name="connsiteX23" fmla="*/ 37781 w 103677"/>
                <a:gd name="connsiteY23" fmla="*/ 118156 h 149437"/>
                <a:gd name="connsiteX24" fmla="*/ 37781 w 103677"/>
                <a:gd name="connsiteY24" fmla="*/ 118156 h 14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677" h="149437">
                  <a:moveTo>
                    <a:pt x="94651" y="86236"/>
                  </a:moveTo>
                  <a:cubicBezTo>
                    <a:pt x="101041" y="76660"/>
                    <a:pt x="104236" y="65169"/>
                    <a:pt x="103597" y="53678"/>
                  </a:cubicBezTo>
                  <a:cubicBezTo>
                    <a:pt x="104875" y="24950"/>
                    <a:pt x="82511" y="1329"/>
                    <a:pt x="53756" y="52"/>
                  </a:cubicBezTo>
                  <a:cubicBezTo>
                    <a:pt x="25001" y="-1225"/>
                    <a:pt x="1358" y="21119"/>
                    <a:pt x="80" y="49847"/>
                  </a:cubicBezTo>
                  <a:cubicBezTo>
                    <a:pt x="80" y="51124"/>
                    <a:pt x="80" y="52401"/>
                    <a:pt x="80" y="53678"/>
                  </a:cubicBezTo>
                  <a:cubicBezTo>
                    <a:pt x="-559" y="65169"/>
                    <a:pt x="2636" y="76660"/>
                    <a:pt x="9026" y="86236"/>
                  </a:cubicBezTo>
                  <a:cubicBezTo>
                    <a:pt x="15416" y="95812"/>
                    <a:pt x="40976" y="133477"/>
                    <a:pt x="51839" y="149437"/>
                  </a:cubicBezTo>
                  <a:cubicBezTo>
                    <a:pt x="62701" y="133477"/>
                    <a:pt x="88261" y="95812"/>
                    <a:pt x="94651" y="86236"/>
                  </a:cubicBezTo>
                  <a:close/>
                  <a:moveTo>
                    <a:pt x="37781" y="118156"/>
                  </a:moveTo>
                  <a:cubicBezTo>
                    <a:pt x="37141" y="118156"/>
                    <a:pt x="35864" y="118156"/>
                    <a:pt x="35225" y="117517"/>
                  </a:cubicBezTo>
                  <a:cubicBezTo>
                    <a:pt x="32669" y="116241"/>
                    <a:pt x="31391" y="113687"/>
                    <a:pt x="31391" y="111133"/>
                  </a:cubicBezTo>
                  <a:lnTo>
                    <a:pt x="35225" y="77937"/>
                  </a:lnTo>
                  <a:lnTo>
                    <a:pt x="19889" y="77937"/>
                  </a:lnTo>
                  <a:cubicBezTo>
                    <a:pt x="16055" y="77937"/>
                    <a:pt x="13499" y="74745"/>
                    <a:pt x="13499" y="71553"/>
                  </a:cubicBezTo>
                  <a:cubicBezTo>
                    <a:pt x="13499" y="70276"/>
                    <a:pt x="14138" y="68361"/>
                    <a:pt x="14777" y="67722"/>
                  </a:cubicBezTo>
                  <a:lnTo>
                    <a:pt x="59506" y="14097"/>
                  </a:lnTo>
                  <a:cubicBezTo>
                    <a:pt x="62062" y="11543"/>
                    <a:pt x="65896" y="10905"/>
                    <a:pt x="68452" y="13459"/>
                  </a:cubicBezTo>
                  <a:cubicBezTo>
                    <a:pt x="70370" y="14735"/>
                    <a:pt x="71008" y="16651"/>
                    <a:pt x="71008" y="19204"/>
                  </a:cubicBezTo>
                  <a:lnTo>
                    <a:pt x="67175" y="52401"/>
                  </a:lnTo>
                  <a:lnTo>
                    <a:pt x="82511" y="52401"/>
                  </a:lnTo>
                  <a:cubicBezTo>
                    <a:pt x="86344" y="52401"/>
                    <a:pt x="88900" y="54954"/>
                    <a:pt x="88900" y="58785"/>
                  </a:cubicBezTo>
                  <a:cubicBezTo>
                    <a:pt x="88900" y="60062"/>
                    <a:pt x="88261" y="61977"/>
                    <a:pt x="87622" y="62615"/>
                  </a:cubicBezTo>
                  <a:lnTo>
                    <a:pt x="42892" y="116241"/>
                  </a:lnTo>
                  <a:cubicBezTo>
                    <a:pt x="41615" y="117517"/>
                    <a:pt x="39698" y="118156"/>
                    <a:pt x="37781" y="118156"/>
                  </a:cubicBezTo>
                  <a:lnTo>
                    <a:pt x="37781" y="118156"/>
                  </a:lnTo>
                  <a:close/>
                </a:path>
              </a:pathLst>
            </a:custGeom>
            <a:solidFill>
              <a:srgbClr val="43B02A"/>
            </a:solidFill>
            <a:ln w="6390" cap="flat">
              <a:noFill/>
              <a:prstDash val="solid"/>
              <a:miter/>
            </a:ln>
          </p:spPr>
          <p:txBody>
            <a:bodyPr rtlCol="0" anchor="ctr"/>
            <a:lstStyle/>
            <a:p>
              <a:endParaRPr lang="en-US"/>
            </a:p>
          </p:txBody>
        </p:sp>
        <p:sp>
          <p:nvSpPr>
            <p:cNvPr id="794" name="Graphic 4">
              <a:extLst>
                <a:ext uri="{FF2B5EF4-FFF2-40B4-BE49-F238E27FC236}">
                  <a16:creationId xmlns:a16="http://schemas.microsoft.com/office/drawing/2014/main" id="{F69AF0B3-A193-6D4D-A869-D1B17370D170}"/>
                </a:ext>
              </a:extLst>
            </p:cNvPr>
            <p:cNvSpPr/>
            <p:nvPr/>
          </p:nvSpPr>
          <p:spPr>
            <a:xfrm>
              <a:off x="8239823" y="2855717"/>
              <a:ext cx="362309" cy="361971"/>
            </a:xfrm>
            <a:custGeom>
              <a:avLst/>
              <a:gdLst>
                <a:gd name="connsiteX0" fmla="*/ 180836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362309 w 362309"/>
                <a:gd name="connsiteY4" fmla="*/ 180667 h 361971"/>
                <a:gd name="connsiteX5" fmla="*/ 180836 w 362309"/>
                <a:gd name="connsiteY5" fmla="*/ 0 h 361971"/>
                <a:gd name="connsiteX6" fmla="*/ 180836 w 362309"/>
                <a:gd name="connsiteY6" fmla="*/ 0 h 361971"/>
                <a:gd name="connsiteX7" fmla="*/ 180836 w 362309"/>
                <a:gd name="connsiteY7" fmla="*/ 287917 h 361971"/>
                <a:gd name="connsiteX8" fmla="*/ 74123 w 362309"/>
                <a:gd name="connsiteY8" fmla="*/ 241314 h 361971"/>
                <a:gd name="connsiteX9" fmla="*/ 135466 w 362309"/>
                <a:gd name="connsiteY9" fmla="*/ 199180 h 361971"/>
                <a:gd name="connsiteX10" fmla="*/ 139940 w 362309"/>
                <a:gd name="connsiteY10" fmla="*/ 199819 h 361971"/>
                <a:gd name="connsiteX11" fmla="*/ 125243 w 362309"/>
                <a:gd name="connsiteY11" fmla="*/ 177475 h 361971"/>
                <a:gd name="connsiteX12" fmla="*/ 114380 w 362309"/>
                <a:gd name="connsiteY12" fmla="*/ 137894 h 361971"/>
                <a:gd name="connsiteX13" fmla="*/ 177001 w 362309"/>
                <a:gd name="connsiteY13" fmla="*/ 71500 h 361971"/>
                <a:gd name="connsiteX14" fmla="*/ 243456 w 362309"/>
                <a:gd name="connsiteY14" fmla="*/ 134064 h 361971"/>
                <a:gd name="connsiteX15" fmla="*/ 243456 w 362309"/>
                <a:gd name="connsiteY15" fmla="*/ 137894 h 361971"/>
                <a:gd name="connsiteX16" fmla="*/ 232594 w 362309"/>
                <a:gd name="connsiteY16" fmla="*/ 177475 h 361971"/>
                <a:gd name="connsiteX17" fmla="*/ 184031 w 362309"/>
                <a:gd name="connsiteY17" fmla="*/ 248975 h 361971"/>
                <a:gd name="connsiteX18" fmla="*/ 178918 w 362309"/>
                <a:gd name="connsiteY18" fmla="*/ 251529 h 361971"/>
                <a:gd name="connsiteX19" fmla="*/ 173806 w 362309"/>
                <a:gd name="connsiteY19" fmla="*/ 248975 h 361971"/>
                <a:gd name="connsiteX20" fmla="*/ 143135 w 362309"/>
                <a:gd name="connsiteY20" fmla="*/ 204287 h 361971"/>
                <a:gd name="connsiteX21" fmla="*/ 138022 w 362309"/>
                <a:gd name="connsiteY21" fmla="*/ 211310 h 361971"/>
                <a:gd name="connsiteX22" fmla="*/ 86903 w 362309"/>
                <a:gd name="connsiteY22" fmla="*/ 240676 h 361971"/>
                <a:gd name="connsiteX23" fmla="*/ 180836 w 362309"/>
                <a:gd name="connsiteY23" fmla="*/ 274511 h 361971"/>
                <a:gd name="connsiteX24" fmla="*/ 275406 w 362309"/>
                <a:gd name="connsiteY24" fmla="*/ 240676 h 361971"/>
                <a:gd name="connsiteX25" fmla="*/ 224287 w 362309"/>
                <a:gd name="connsiteY25" fmla="*/ 211310 h 361971"/>
                <a:gd name="connsiteX26" fmla="*/ 219175 w 362309"/>
                <a:gd name="connsiteY26" fmla="*/ 203649 h 361971"/>
                <a:gd name="connsiteX27" fmla="*/ 226843 w 362309"/>
                <a:gd name="connsiteY27" fmla="*/ 198542 h 361971"/>
                <a:gd name="connsiteX28" fmla="*/ 226843 w 362309"/>
                <a:gd name="connsiteY28" fmla="*/ 198542 h 361971"/>
                <a:gd name="connsiteX29" fmla="*/ 288186 w 362309"/>
                <a:gd name="connsiteY29" fmla="*/ 240676 h 361971"/>
                <a:gd name="connsiteX30" fmla="*/ 180836 w 362309"/>
                <a:gd name="connsiteY30" fmla="*/ 28791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2309" h="361971">
                  <a:moveTo>
                    <a:pt x="180836" y="0"/>
                  </a:moveTo>
                  <a:cubicBezTo>
                    <a:pt x="80513" y="0"/>
                    <a:pt x="0" y="81076"/>
                    <a:pt x="0" y="181305"/>
                  </a:cubicBezTo>
                  <a:cubicBezTo>
                    <a:pt x="0" y="281533"/>
                    <a:pt x="81152" y="361972"/>
                    <a:pt x="181474" y="361972"/>
                  </a:cubicBezTo>
                  <a:cubicBezTo>
                    <a:pt x="281796" y="361972"/>
                    <a:pt x="362309" y="280895"/>
                    <a:pt x="362309" y="180667"/>
                  </a:cubicBezTo>
                  <a:cubicBezTo>
                    <a:pt x="362309" y="180667"/>
                    <a:pt x="362309" y="180667"/>
                    <a:pt x="362309" y="180667"/>
                  </a:cubicBezTo>
                  <a:cubicBezTo>
                    <a:pt x="362309" y="80438"/>
                    <a:pt x="281157" y="0"/>
                    <a:pt x="180836" y="0"/>
                  </a:cubicBezTo>
                  <a:cubicBezTo>
                    <a:pt x="180836" y="0"/>
                    <a:pt x="180836" y="0"/>
                    <a:pt x="180836" y="0"/>
                  </a:cubicBezTo>
                  <a:close/>
                  <a:moveTo>
                    <a:pt x="180836" y="287917"/>
                  </a:moveTo>
                  <a:cubicBezTo>
                    <a:pt x="119492" y="287917"/>
                    <a:pt x="74123" y="268127"/>
                    <a:pt x="74123" y="241314"/>
                  </a:cubicBezTo>
                  <a:cubicBezTo>
                    <a:pt x="74123" y="222801"/>
                    <a:pt x="97127" y="206841"/>
                    <a:pt x="135466" y="199180"/>
                  </a:cubicBezTo>
                  <a:cubicBezTo>
                    <a:pt x="136745" y="199180"/>
                    <a:pt x="138661" y="199180"/>
                    <a:pt x="139940" y="199819"/>
                  </a:cubicBezTo>
                  <a:cubicBezTo>
                    <a:pt x="133550" y="190243"/>
                    <a:pt x="127799" y="181305"/>
                    <a:pt x="125243" y="177475"/>
                  </a:cubicBezTo>
                  <a:cubicBezTo>
                    <a:pt x="117575" y="165984"/>
                    <a:pt x="113741" y="151939"/>
                    <a:pt x="114380" y="137894"/>
                  </a:cubicBezTo>
                  <a:cubicBezTo>
                    <a:pt x="113102" y="102144"/>
                    <a:pt x="141217" y="72139"/>
                    <a:pt x="177001" y="71500"/>
                  </a:cubicBezTo>
                  <a:cubicBezTo>
                    <a:pt x="212785" y="70224"/>
                    <a:pt x="242818" y="98313"/>
                    <a:pt x="243456" y="134064"/>
                  </a:cubicBezTo>
                  <a:cubicBezTo>
                    <a:pt x="243456" y="135340"/>
                    <a:pt x="243456" y="136617"/>
                    <a:pt x="243456" y="137894"/>
                  </a:cubicBezTo>
                  <a:cubicBezTo>
                    <a:pt x="244095" y="151939"/>
                    <a:pt x="240261" y="165984"/>
                    <a:pt x="232594" y="177475"/>
                  </a:cubicBezTo>
                  <a:cubicBezTo>
                    <a:pt x="224925" y="190243"/>
                    <a:pt x="185947" y="246422"/>
                    <a:pt x="184031" y="248975"/>
                  </a:cubicBezTo>
                  <a:cubicBezTo>
                    <a:pt x="182752" y="250890"/>
                    <a:pt x="180836" y="251529"/>
                    <a:pt x="178918" y="251529"/>
                  </a:cubicBezTo>
                  <a:cubicBezTo>
                    <a:pt x="177001" y="251529"/>
                    <a:pt x="175084" y="250252"/>
                    <a:pt x="173806" y="248975"/>
                  </a:cubicBezTo>
                  <a:cubicBezTo>
                    <a:pt x="172528" y="247698"/>
                    <a:pt x="156553" y="224078"/>
                    <a:pt x="143135" y="204287"/>
                  </a:cubicBezTo>
                  <a:cubicBezTo>
                    <a:pt x="143774" y="207479"/>
                    <a:pt x="141217" y="210671"/>
                    <a:pt x="138022" y="211310"/>
                  </a:cubicBezTo>
                  <a:cubicBezTo>
                    <a:pt x="107990" y="217055"/>
                    <a:pt x="86903" y="229185"/>
                    <a:pt x="86903" y="240676"/>
                  </a:cubicBezTo>
                  <a:cubicBezTo>
                    <a:pt x="86903" y="256636"/>
                    <a:pt x="125881" y="274511"/>
                    <a:pt x="180836" y="274511"/>
                  </a:cubicBezTo>
                  <a:cubicBezTo>
                    <a:pt x="235789" y="274511"/>
                    <a:pt x="275406" y="256636"/>
                    <a:pt x="275406" y="240676"/>
                  </a:cubicBezTo>
                  <a:cubicBezTo>
                    <a:pt x="275406" y="229185"/>
                    <a:pt x="254320" y="217055"/>
                    <a:pt x="224287" y="211310"/>
                  </a:cubicBezTo>
                  <a:cubicBezTo>
                    <a:pt x="220453" y="210671"/>
                    <a:pt x="218536" y="207479"/>
                    <a:pt x="219175" y="203649"/>
                  </a:cubicBezTo>
                  <a:cubicBezTo>
                    <a:pt x="219814" y="199819"/>
                    <a:pt x="223009" y="197903"/>
                    <a:pt x="226843" y="198542"/>
                  </a:cubicBezTo>
                  <a:lnTo>
                    <a:pt x="226843" y="198542"/>
                  </a:lnTo>
                  <a:cubicBezTo>
                    <a:pt x="265182" y="206203"/>
                    <a:pt x="288186" y="222163"/>
                    <a:pt x="288186" y="240676"/>
                  </a:cubicBezTo>
                  <a:cubicBezTo>
                    <a:pt x="288186" y="267489"/>
                    <a:pt x="242179" y="287917"/>
                    <a:pt x="180836" y="287917"/>
                  </a:cubicBezTo>
                  <a:close/>
                </a:path>
              </a:pathLst>
            </a:custGeom>
            <a:solidFill>
              <a:srgbClr val="43B02A"/>
            </a:solidFill>
            <a:ln w="6390" cap="flat">
              <a:noFill/>
              <a:prstDash val="solid"/>
              <a:miter/>
            </a:ln>
          </p:spPr>
          <p:txBody>
            <a:bodyPr rtlCol="0" anchor="ctr"/>
            <a:lstStyle/>
            <a:p>
              <a:endParaRPr lang="en-US"/>
            </a:p>
          </p:txBody>
        </p:sp>
        <p:sp>
          <p:nvSpPr>
            <p:cNvPr id="795" name="Graphic 4">
              <a:extLst>
                <a:ext uri="{FF2B5EF4-FFF2-40B4-BE49-F238E27FC236}">
                  <a16:creationId xmlns:a16="http://schemas.microsoft.com/office/drawing/2014/main" id="{6679D076-C87E-F14B-A635-496ACE9B6E6C}"/>
                </a:ext>
              </a:extLst>
            </p:cNvPr>
            <p:cNvSpPr/>
            <p:nvPr/>
          </p:nvSpPr>
          <p:spPr>
            <a:xfrm>
              <a:off x="8400850" y="2978290"/>
              <a:ext cx="35144" cy="52987"/>
            </a:xfrm>
            <a:custGeom>
              <a:avLst/>
              <a:gdLst>
                <a:gd name="connsiteX0" fmla="*/ 21726 w 35144"/>
                <a:gd name="connsiteY0" fmla="*/ 24259 h 52987"/>
                <a:gd name="connsiteX1" fmla="*/ 20448 w 35144"/>
                <a:gd name="connsiteY1" fmla="*/ 19152 h 52987"/>
                <a:gd name="connsiteX2" fmla="*/ 22365 w 35144"/>
                <a:gd name="connsiteY2" fmla="*/ 0 h 52987"/>
                <a:gd name="connsiteX3" fmla="*/ 0 w 35144"/>
                <a:gd name="connsiteY3" fmla="*/ 26813 h 52987"/>
                <a:gd name="connsiteX4" fmla="*/ 8307 w 35144"/>
                <a:gd name="connsiteY4" fmla="*/ 26813 h 52987"/>
                <a:gd name="connsiteX5" fmla="*/ 13419 w 35144"/>
                <a:gd name="connsiteY5" fmla="*/ 28728 h 52987"/>
                <a:gd name="connsiteX6" fmla="*/ 14697 w 35144"/>
                <a:gd name="connsiteY6" fmla="*/ 33835 h 52987"/>
                <a:gd name="connsiteX7" fmla="*/ 12780 w 35144"/>
                <a:gd name="connsiteY7" fmla="*/ 52987 h 52987"/>
                <a:gd name="connsiteX8" fmla="*/ 35145 w 35144"/>
                <a:gd name="connsiteY8" fmla="*/ 26174 h 52987"/>
                <a:gd name="connsiteX9" fmla="*/ 26199 w 35144"/>
                <a:gd name="connsiteY9" fmla="*/ 26174 h 52987"/>
                <a:gd name="connsiteX10" fmla="*/ 21726 w 35144"/>
                <a:gd name="connsiteY10" fmla="*/ 24259 h 52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144" h="52987">
                  <a:moveTo>
                    <a:pt x="21726" y="24259"/>
                  </a:moveTo>
                  <a:cubicBezTo>
                    <a:pt x="20448" y="22982"/>
                    <a:pt x="19809" y="21067"/>
                    <a:pt x="20448" y="19152"/>
                  </a:cubicBezTo>
                  <a:lnTo>
                    <a:pt x="22365" y="0"/>
                  </a:lnTo>
                  <a:lnTo>
                    <a:pt x="0" y="26813"/>
                  </a:lnTo>
                  <a:lnTo>
                    <a:pt x="8307" y="26813"/>
                  </a:lnTo>
                  <a:cubicBezTo>
                    <a:pt x="10225" y="26813"/>
                    <a:pt x="12141" y="27451"/>
                    <a:pt x="13419" y="28728"/>
                  </a:cubicBezTo>
                  <a:cubicBezTo>
                    <a:pt x="14697" y="30005"/>
                    <a:pt x="15336" y="31920"/>
                    <a:pt x="14697" y="33835"/>
                  </a:cubicBezTo>
                  <a:lnTo>
                    <a:pt x="12780" y="52987"/>
                  </a:lnTo>
                  <a:lnTo>
                    <a:pt x="35145" y="26174"/>
                  </a:lnTo>
                  <a:lnTo>
                    <a:pt x="26199" y="26174"/>
                  </a:lnTo>
                  <a:cubicBezTo>
                    <a:pt x="24282" y="26174"/>
                    <a:pt x="23004" y="25536"/>
                    <a:pt x="21726" y="24259"/>
                  </a:cubicBezTo>
                  <a:close/>
                </a:path>
              </a:pathLst>
            </a:custGeom>
            <a:solidFill>
              <a:srgbClr val="43B02A"/>
            </a:solidFill>
            <a:ln w="6390" cap="flat">
              <a:noFill/>
              <a:prstDash val="solid"/>
              <a:miter/>
            </a:ln>
          </p:spPr>
          <p:txBody>
            <a:bodyPr rtlCol="0" anchor="ctr"/>
            <a:lstStyle/>
            <a:p>
              <a:endParaRPr lang="en-US"/>
            </a:p>
          </p:txBody>
        </p:sp>
      </p:grpSp>
      <p:grpSp>
        <p:nvGrpSpPr>
          <p:cNvPr id="796" name="Graphic 4">
            <a:extLst>
              <a:ext uri="{FF2B5EF4-FFF2-40B4-BE49-F238E27FC236}">
                <a16:creationId xmlns:a16="http://schemas.microsoft.com/office/drawing/2014/main" id="{FB3BF210-B325-E141-8F76-BE8D3852B9E3}"/>
              </a:ext>
            </a:extLst>
          </p:cNvPr>
          <p:cNvGrpSpPr/>
          <p:nvPr/>
        </p:nvGrpSpPr>
        <p:grpSpPr>
          <a:xfrm>
            <a:off x="11376267" y="2855717"/>
            <a:ext cx="361670" cy="361971"/>
            <a:chOff x="10325499" y="2855717"/>
            <a:chExt cx="361670" cy="361971"/>
          </a:xfrm>
          <a:solidFill>
            <a:srgbClr val="43B02A"/>
          </a:solidFill>
        </p:grpSpPr>
        <p:sp>
          <p:nvSpPr>
            <p:cNvPr id="797" name="Graphic 4">
              <a:extLst>
                <a:ext uri="{FF2B5EF4-FFF2-40B4-BE49-F238E27FC236}">
                  <a16:creationId xmlns:a16="http://schemas.microsoft.com/office/drawing/2014/main" id="{1A796AB6-2317-1C4E-868F-CDDE9148E4C3}"/>
                </a:ext>
              </a:extLst>
            </p:cNvPr>
            <p:cNvSpPr/>
            <p:nvPr/>
          </p:nvSpPr>
          <p:spPr>
            <a:xfrm>
              <a:off x="10483969" y="3063197"/>
              <a:ext cx="31949" cy="31919"/>
            </a:xfrm>
            <a:custGeom>
              <a:avLst/>
              <a:gdLst>
                <a:gd name="connsiteX0" fmla="*/ 31950 w 31949"/>
                <a:gd name="connsiteY0" fmla="*/ 15960 h 31919"/>
                <a:gd name="connsiteX1" fmla="*/ 15975 w 31949"/>
                <a:gd name="connsiteY1" fmla="*/ 0 h 31919"/>
                <a:gd name="connsiteX2" fmla="*/ 0 w 31949"/>
                <a:gd name="connsiteY2" fmla="*/ 15960 h 31919"/>
                <a:gd name="connsiteX3" fmla="*/ 15975 w 31949"/>
                <a:gd name="connsiteY3" fmla="*/ 31920 h 31919"/>
                <a:gd name="connsiteX4" fmla="*/ 15975 w 31949"/>
                <a:gd name="connsiteY4" fmla="*/ 31920 h 31919"/>
                <a:gd name="connsiteX5" fmla="*/ 31950 w 31949"/>
                <a:gd name="connsiteY5" fmla="*/ 15960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949" h="31919">
                  <a:moveTo>
                    <a:pt x="31950" y="15960"/>
                  </a:moveTo>
                  <a:cubicBezTo>
                    <a:pt x="31950" y="7022"/>
                    <a:pt x="24921" y="0"/>
                    <a:pt x="15975" y="0"/>
                  </a:cubicBezTo>
                  <a:cubicBezTo>
                    <a:pt x="7030" y="0"/>
                    <a:pt x="0" y="7022"/>
                    <a:pt x="0" y="15960"/>
                  </a:cubicBezTo>
                  <a:cubicBezTo>
                    <a:pt x="0" y="24897"/>
                    <a:pt x="7030" y="31920"/>
                    <a:pt x="15975" y="31920"/>
                  </a:cubicBezTo>
                  <a:lnTo>
                    <a:pt x="15975" y="31920"/>
                  </a:lnTo>
                  <a:cubicBezTo>
                    <a:pt x="24921" y="31920"/>
                    <a:pt x="31950" y="24897"/>
                    <a:pt x="31950" y="15960"/>
                  </a:cubicBezTo>
                  <a:close/>
                </a:path>
              </a:pathLst>
            </a:custGeom>
            <a:solidFill>
              <a:srgbClr val="43B02A"/>
            </a:solidFill>
            <a:ln w="6390" cap="flat">
              <a:noFill/>
              <a:prstDash val="solid"/>
              <a:miter/>
            </a:ln>
          </p:spPr>
          <p:txBody>
            <a:bodyPr rtlCol="0" anchor="ctr"/>
            <a:lstStyle/>
            <a:p>
              <a:endParaRPr lang="en-US"/>
            </a:p>
          </p:txBody>
        </p:sp>
        <p:sp>
          <p:nvSpPr>
            <p:cNvPr id="798" name="Graphic 4">
              <a:extLst>
                <a:ext uri="{FF2B5EF4-FFF2-40B4-BE49-F238E27FC236}">
                  <a16:creationId xmlns:a16="http://schemas.microsoft.com/office/drawing/2014/main" id="{E78AE91E-516E-1640-8E44-70048FB23222}"/>
                </a:ext>
              </a:extLst>
            </p:cNvPr>
            <p:cNvSpPr/>
            <p:nvPr/>
          </p:nvSpPr>
          <p:spPr>
            <a:xfrm>
              <a:off x="10506973" y="3085541"/>
              <a:ext cx="56869" cy="56817"/>
            </a:xfrm>
            <a:custGeom>
              <a:avLst/>
              <a:gdLst>
                <a:gd name="connsiteX0" fmla="*/ 21086 w 56869"/>
                <a:gd name="connsiteY0" fmla="*/ 0 h 56817"/>
                <a:gd name="connsiteX1" fmla="*/ 0 w 56869"/>
                <a:gd name="connsiteY1" fmla="*/ 21706 h 56817"/>
                <a:gd name="connsiteX2" fmla="*/ 0 w 56869"/>
                <a:gd name="connsiteY2" fmla="*/ 56817 h 56817"/>
                <a:gd name="connsiteX3" fmla="*/ 56870 w 56869"/>
                <a:gd name="connsiteY3" fmla="*/ 0 h 56817"/>
                <a:gd name="connsiteX4" fmla="*/ 21086 w 56869"/>
                <a:gd name="connsiteY4" fmla="*/ 0 h 56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69" h="56817">
                  <a:moveTo>
                    <a:pt x="21086" y="0"/>
                  </a:moveTo>
                  <a:cubicBezTo>
                    <a:pt x="18530" y="10853"/>
                    <a:pt x="10224" y="19152"/>
                    <a:pt x="0" y="21706"/>
                  </a:cubicBezTo>
                  <a:lnTo>
                    <a:pt x="0" y="56817"/>
                  </a:lnTo>
                  <a:cubicBezTo>
                    <a:pt x="30032" y="53625"/>
                    <a:pt x="53675" y="30005"/>
                    <a:pt x="56870" y="0"/>
                  </a:cubicBezTo>
                  <a:lnTo>
                    <a:pt x="21086" y="0"/>
                  </a:lnTo>
                  <a:close/>
                </a:path>
              </a:pathLst>
            </a:custGeom>
            <a:solidFill>
              <a:srgbClr val="43B02A"/>
            </a:solidFill>
            <a:ln w="6390" cap="flat">
              <a:noFill/>
              <a:prstDash val="solid"/>
              <a:miter/>
            </a:ln>
          </p:spPr>
          <p:txBody>
            <a:bodyPr rtlCol="0" anchor="ctr"/>
            <a:lstStyle/>
            <a:p>
              <a:endParaRPr lang="en-US"/>
            </a:p>
          </p:txBody>
        </p:sp>
        <p:sp>
          <p:nvSpPr>
            <p:cNvPr id="799" name="Graphic 4">
              <a:extLst>
                <a:ext uri="{FF2B5EF4-FFF2-40B4-BE49-F238E27FC236}">
                  <a16:creationId xmlns:a16="http://schemas.microsoft.com/office/drawing/2014/main" id="{CDD23CA6-0FFA-4847-A588-556D13CBB67E}"/>
                </a:ext>
              </a:extLst>
            </p:cNvPr>
            <p:cNvSpPr/>
            <p:nvPr/>
          </p:nvSpPr>
          <p:spPr>
            <a:xfrm>
              <a:off x="10325499" y="2855717"/>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174445 w 361670"/>
                <a:gd name="connsiteY7" fmla="*/ 67670 h 361971"/>
                <a:gd name="connsiteX8" fmla="*/ 180835 w 361670"/>
                <a:gd name="connsiteY8" fmla="*/ 61286 h 361971"/>
                <a:gd name="connsiteX9" fmla="*/ 187225 w 361670"/>
                <a:gd name="connsiteY9" fmla="*/ 67670 h 361971"/>
                <a:gd name="connsiteX10" fmla="*/ 187225 w 361670"/>
                <a:gd name="connsiteY10" fmla="*/ 87460 h 361971"/>
                <a:gd name="connsiteX11" fmla="*/ 180835 w 361670"/>
                <a:gd name="connsiteY11" fmla="*/ 93844 h 361971"/>
                <a:gd name="connsiteX12" fmla="*/ 174445 w 361670"/>
                <a:gd name="connsiteY12" fmla="*/ 87460 h 361971"/>
                <a:gd name="connsiteX13" fmla="*/ 174445 w 361670"/>
                <a:gd name="connsiteY13" fmla="*/ 67670 h 361971"/>
                <a:gd name="connsiteX14" fmla="*/ 174445 w 361670"/>
                <a:gd name="connsiteY14" fmla="*/ 107251 h 361971"/>
                <a:gd name="connsiteX15" fmla="*/ 180835 w 361670"/>
                <a:gd name="connsiteY15" fmla="*/ 100867 h 361971"/>
                <a:gd name="connsiteX16" fmla="*/ 187225 w 361670"/>
                <a:gd name="connsiteY16" fmla="*/ 107251 h 361971"/>
                <a:gd name="connsiteX17" fmla="*/ 187225 w 361670"/>
                <a:gd name="connsiteY17" fmla="*/ 127041 h 361971"/>
                <a:gd name="connsiteX18" fmla="*/ 180835 w 361670"/>
                <a:gd name="connsiteY18" fmla="*/ 133425 h 361971"/>
                <a:gd name="connsiteX19" fmla="*/ 174445 w 361670"/>
                <a:gd name="connsiteY19" fmla="*/ 127041 h 361971"/>
                <a:gd name="connsiteX20" fmla="*/ 174445 w 361670"/>
                <a:gd name="connsiteY20" fmla="*/ 107251 h 361971"/>
                <a:gd name="connsiteX21" fmla="*/ 60704 w 361670"/>
                <a:gd name="connsiteY21" fmla="*/ 188966 h 361971"/>
                <a:gd name="connsiteX22" fmla="*/ 54314 w 361670"/>
                <a:gd name="connsiteY22" fmla="*/ 182582 h 361971"/>
                <a:gd name="connsiteX23" fmla="*/ 54953 w 361670"/>
                <a:gd name="connsiteY23" fmla="*/ 179390 h 361971"/>
                <a:gd name="connsiteX24" fmla="*/ 104156 w 361670"/>
                <a:gd name="connsiteY24" fmla="*/ 85545 h 361971"/>
                <a:gd name="connsiteX25" fmla="*/ 113102 w 361670"/>
                <a:gd name="connsiteY25" fmla="*/ 83630 h 361971"/>
                <a:gd name="connsiteX26" fmla="*/ 115658 w 361670"/>
                <a:gd name="connsiteY26" fmla="*/ 91291 h 361971"/>
                <a:gd name="connsiteX27" fmla="*/ 66456 w 361670"/>
                <a:gd name="connsiteY27" fmla="*/ 185135 h 361971"/>
                <a:gd name="connsiteX28" fmla="*/ 60704 w 361670"/>
                <a:gd name="connsiteY28" fmla="*/ 188966 h 361971"/>
                <a:gd name="connsiteX29" fmla="*/ 60704 w 361670"/>
                <a:gd name="connsiteY29" fmla="*/ 188966 h 361971"/>
                <a:gd name="connsiteX30" fmla="*/ 211507 w 361670"/>
                <a:gd name="connsiteY30" fmla="*/ 290471 h 361971"/>
                <a:gd name="connsiteX31" fmla="*/ 181474 w 361670"/>
                <a:gd name="connsiteY31" fmla="*/ 299409 h 361971"/>
                <a:gd name="connsiteX32" fmla="*/ 174445 w 361670"/>
                <a:gd name="connsiteY32" fmla="*/ 299409 h 361971"/>
                <a:gd name="connsiteX33" fmla="*/ 146969 w 361670"/>
                <a:gd name="connsiteY33" fmla="*/ 294301 h 361971"/>
                <a:gd name="connsiteX34" fmla="*/ 143135 w 361670"/>
                <a:gd name="connsiteY34" fmla="*/ 286002 h 361971"/>
                <a:gd name="connsiteX35" fmla="*/ 151441 w 361670"/>
                <a:gd name="connsiteY35" fmla="*/ 282172 h 361971"/>
                <a:gd name="connsiteX36" fmla="*/ 168055 w 361670"/>
                <a:gd name="connsiteY36" fmla="*/ 286002 h 361971"/>
                <a:gd name="connsiteX37" fmla="*/ 168055 w 361670"/>
                <a:gd name="connsiteY37" fmla="*/ 250890 h 361971"/>
                <a:gd name="connsiteX38" fmla="*/ 146969 w 361670"/>
                <a:gd name="connsiteY38" fmla="*/ 229185 h 361971"/>
                <a:gd name="connsiteX39" fmla="*/ 111185 w 361670"/>
                <a:gd name="connsiteY39" fmla="*/ 229185 h 361971"/>
                <a:gd name="connsiteX40" fmla="*/ 115658 w 361670"/>
                <a:gd name="connsiteY40" fmla="*/ 247060 h 361971"/>
                <a:gd name="connsiteX41" fmla="*/ 116297 w 361670"/>
                <a:gd name="connsiteY41" fmla="*/ 246422 h 361971"/>
                <a:gd name="connsiteX42" fmla="*/ 122048 w 361670"/>
                <a:gd name="connsiteY42" fmla="*/ 245145 h 361971"/>
                <a:gd name="connsiteX43" fmla="*/ 126520 w 361670"/>
                <a:gd name="connsiteY43" fmla="*/ 248975 h 361971"/>
                <a:gd name="connsiteX44" fmla="*/ 134828 w 361670"/>
                <a:gd name="connsiteY44" fmla="*/ 272596 h 361971"/>
                <a:gd name="connsiteX45" fmla="*/ 132910 w 361670"/>
                <a:gd name="connsiteY45" fmla="*/ 279618 h 361971"/>
                <a:gd name="connsiteX46" fmla="*/ 125881 w 361670"/>
                <a:gd name="connsiteY46" fmla="*/ 280257 h 361971"/>
                <a:gd name="connsiteX47" fmla="*/ 103517 w 361670"/>
                <a:gd name="connsiteY47" fmla="*/ 268127 h 361971"/>
                <a:gd name="connsiteX48" fmla="*/ 100322 w 361670"/>
                <a:gd name="connsiteY48" fmla="*/ 263020 h 361971"/>
                <a:gd name="connsiteX49" fmla="*/ 102239 w 361670"/>
                <a:gd name="connsiteY49" fmla="*/ 257274 h 361971"/>
                <a:gd name="connsiteX50" fmla="*/ 105434 w 361670"/>
                <a:gd name="connsiteY50" fmla="*/ 254721 h 361971"/>
                <a:gd name="connsiteX51" fmla="*/ 141217 w 361670"/>
                <a:gd name="connsiteY51" fmla="*/ 153216 h 361971"/>
                <a:gd name="connsiteX52" fmla="*/ 198727 w 361670"/>
                <a:gd name="connsiteY52" fmla="*/ 149385 h 361971"/>
                <a:gd name="connsiteX53" fmla="*/ 203200 w 361670"/>
                <a:gd name="connsiteY53" fmla="*/ 157046 h 361971"/>
                <a:gd name="connsiteX54" fmla="*/ 195532 w 361670"/>
                <a:gd name="connsiteY54" fmla="*/ 161515 h 361971"/>
                <a:gd name="connsiteX55" fmla="*/ 194893 w 361670"/>
                <a:gd name="connsiteY55" fmla="*/ 161515 h 361971"/>
                <a:gd name="connsiteX56" fmla="*/ 114380 w 361670"/>
                <a:gd name="connsiteY56" fmla="*/ 201734 h 361971"/>
                <a:gd name="connsiteX57" fmla="*/ 111824 w 361670"/>
                <a:gd name="connsiteY57" fmla="*/ 215140 h 361971"/>
                <a:gd name="connsiteX58" fmla="*/ 147607 w 361670"/>
                <a:gd name="connsiteY58" fmla="*/ 215140 h 361971"/>
                <a:gd name="connsiteX59" fmla="*/ 182113 w 361670"/>
                <a:gd name="connsiteY59" fmla="*/ 194073 h 361971"/>
                <a:gd name="connsiteX60" fmla="*/ 203200 w 361670"/>
                <a:gd name="connsiteY60" fmla="*/ 215140 h 361971"/>
                <a:gd name="connsiteX61" fmla="*/ 238984 w 361670"/>
                <a:gd name="connsiteY61" fmla="*/ 215140 h 361971"/>
                <a:gd name="connsiteX62" fmla="*/ 233872 w 361670"/>
                <a:gd name="connsiteY62" fmla="*/ 195988 h 361971"/>
                <a:gd name="connsiteX63" fmla="*/ 231954 w 361670"/>
                <a:gd name="connsiteY63" fmla="*/ 197265 h 361971"/>
                <a:gd name="connsiteX64" fmla="*/ 228120 w 361670"/>
                <a:gd name="connsiteY64" fmla="*/ 198542 h 361971"/>
                <a:gd name="connsiteX65" fmla="*/ 221731 w 361670"/>
                <a:gd name="connsiteY65" fmla="*/ 194073 h 361971"/>
                <a:gd name="connsiteX66" fmla="*/ 214702 w 361670"/>
                <a:gd name="connsiteY66" fmla="*/ 169814 h 361971"/>
                <a:gd name="connsiteX67" fmla="*/ 216619 w 361670"/>
                <a:gd name="connsiteY67" fmla="*/ 162792 h 361971"/>
                <a:gd name="connsiteX68" fmla="*/ 219814 w 361670"/>
                <a:gd name="connsiteY68" fmla="*/ 161515 h 361971"/>
                <a:gd name="connsiteX69" fmla="*/ 224925 w 361670"/>
                <a:gd name="connsiteY69" fmla="*/ 162792 h 361971"/>
                <a:gd name="connsiteX70" fmla="*/ 225564 w 361670"/>
                <a:gd name="connsiteY70" fmla="*/ 163430 h 361971"/>
                <a:gd name="connsiteX71" fmla="*/ 246013 w 361670"/>
                <a:gd name="connsiteY71" fmla="*/ 175560 h 361971"/>
                <a:gd name="connsiteX72" fmla="*/ 249208 w 361670"/>
                <a:gd name="connsiteY72" fmla="*/ 180667 h 361971"/>
                <a:gd name="connsiteX73" fmla="*/ 246651 w 361670"/>
                <a:gd name="connsiteY73" fmla="*/ 186412 h 361971"/>
                <a:gd name="connsiteX74" fmla="*/ 244734 w 361670"/>
                <a:gd name="connsiteY74" fmla="*/ 187689 h 361971"/>
                <a:gd name="connsiteX75" fmla="*/ 211507 w 361670"/>
                <a:gd name="connsiteY75" fmla="*/ 290471 h 361971"/>
                <a:gd name="connsiteX76" fmla="*/ 211507 w 361670"/>
                <a:gd name="connsiteY76" fmla="*/ 290471 h 361971"/>
                <a:gd name="connsiteX77" fmla="*/ 303522 w 361670"/>
                <a:gd name="connsiteY77" fmla="*/ 188327 h 361971"/>
                <a:gd name="connsiteX78" fmla="*/ 300327 w 361670"/>
                <a:gd name="connsiteY78" fmla="*/ 188966 h 361971"/>
                <a:gd name="connsiteX79" fmla="*/ 294576 w 361670"/>
                <a:gd name="connsiteY79" fmla="*/ 185774 h 361971"/>
                <a:gd name="connsiteX80" fmla="*/ 245374 w 361670"/>
                <a:gd name="connsiteY80" fmla="*/ 91929 h 361971"/>
                <a:gd name="connsiteX81" fmla="*/ 247929 w 361670"/>
                <a:gd name="connsiteY81" fmla="*/ 83630 h 361971"/>
                <a:gd name="connsiteX82" fmla="*/ 256236 w 361670"/>
                <a:gd name="connsiteY82" fmla="*/ 86184 h 361971"/>
                <a:gd name="connsiteX83" fmla="*/ 305439 w 361670"/>
                <a:gd name="connsiteY83" fmla="*/ 180028 h 361971"/>
                <a:gd name="connsiteX84" fmla="*/ 303522 w 361670"/>
                <a:gd name="connsiteY84" fmla="*/ 188327 h 361971"/>
                <a:gd name="connsiteX85" fmla="*/ 303522 w 361670"/>
                <a:gd name="connsiteY85" fmla="*/ 188327 h 361971"/>
                <a:gd name="connsiteX86" fmla="*/ 303522 w 361670"/>
                <a:gd name="connsiteY86" fmla="*/ 18832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61670" h="361971">
                  <a:moveTo>
                    <a:pt x="180835" y="0"/>
                  </a:moveTo>
                  <a:cubicBezTo>
                    <a:pt x="80513" y="0"/>
                    <a:pt x="0" y="81076"/>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1670" y="80438"/>
                    <a:pt x="280518" y="0"/>
                    <a:pt x="180835" y="0"/>
                  </a:cubicBezTo>
                  <a:cubicBezTo>
                    <a:pt x="180835" y="0"/>
                    <a:pt x="180835" y="0"/>
                    <a:pt x="180835" y="0"/>
                  </a:cubicBezTo>
                  <a:close/>
                  <a:moveTo>
                    <a:pt x="174445" y="67670"/>
                  </a:moveTo>
                  <a:cubicBezTo>
                    <a:pt x="174445" y="63840"/>
                    <a:pt x="177001" y="61286"/>
                    <a:pt x="180835" y="61286"/>
                  </a:cubicBezTo>
                  <a:cubicBezTo>
                    <a:pt x="184669" y="61286"/>
                    <a:pt x="187225" y="63840"/>
                    <a:pt x="187225" y="67670"/>
                  </a:cubicBezTo>
                  <a:lnTo>
                    <a:pt x="187225" y="87460"/>
                  </a:lnTo>
                  <a:cubicBezTo>
                    <a:pt x="187225" y="91291"/>
                    <a:pt x="184669" y="93844"/>
                    <a:pt x="180835" y="93844"/>
                  </a:cubicBezTo>
                  <a:cubicBezTo>
                    <a:pt x="177001" y="93844"/>
                    <a:pt x="174445" y="91291"/>
                    <a:pt x="174445" y="87460"/>
                  </a:cubicBezTo>
                  <a:lnTo>
                    <a:pt x="174445" y="67670"/>
                  </a:lnTo>
                  <a:close/>
                  <a:moveTo>
                    <a:pt x="174445" y="107251"/>
                  </a:moveTo>
                  <a:cubicBezTo>
                    <a:pt x="174445" y="103420"/>
                    <a:pt x="177001" y="100867"/>
                    <a:pt x="180835" y="100867"/>
                  </a:cubicBezTo>
                  <a:cubicBezTo>
                    <a:pt x="184669" y="100867"/>
                    <a:pt x="187225" y="103420"/>
                    <a:pt x="187225" y="107251"/>
                  </a:cubicBezTo>
                  <a:lnTo>
                    <a:pt x="187225" y="127041"/>
                  </a:lnTo>
                  <a:cubicBezTo>
                    <a:pt x="187225" y="130872"/>
                    <a:pt x="184669" y="133425"/>
                    <a:pt x="180835" y="133425"/>
                  </a:cubicBezTo>
                  <a:cubicBezTo>
                    <a:pt x="177001" y="133425"/>
                    <a:pt x="174445" y="130872"/>
                    <a:pt x="174445" y="127041"/>
                  </a:cubicBezTo>
                  <a:lnTo>
                    <a:pt x="174445" y="107251"/>
                  </a:lnTo>
                  <a:close/>
                  <a:moveTo>
                    <a:pt x="60704" y="188966"/>
                  </a:moveTo>
                  <a:cubicBezTo>
                    <a:pt x="56871" y="188966"/>
                    <a:pt x="54314" y="186412"/>
                    <a:pt x="54314" y="182582"/>
                  </a:cubicBezTo>
                  <a:cubicBezTo>
                    <a:pt x="54314" y="181305"/>
                    <a:pt x="54314" y="180667"/>
                    <a:pt x="54953" y="179390"/>
                  </a:cubicBezTo>
                  <a:lnTo>
                    <a:pt x="104156" y="85545"/>
                  </a:lnTo>
                  <a:cubicBezTo>
                    <a:pt x="106073" y="82353"/>
                    <a:pt x="109907" y="81715"/>
                    <a:pt x="113102" y="83630"/>
                  </a:cubicBezTo>
                  <a:cubicBezTo>
                    <a:pt x="115658" y="85545"/>
                    <a:pt x="116935" y="88737"/>
                    <a:pt x="115658" y="91291"/>
                  </a:cubicBezTo>
                  <a:lnTo>
                    <a:pt x="66456" y="185135"/>
                  </a:lnTo>
                  <a:cubicBezTo>
                    <a:pt x="65177" y="187689"/>
                    <a:pt x="62621" y="188966"/>
                    <a:pt x="60704" y="188966"/>
                  </a:cubicBezTo>
                  <a:lnTo>
                    <a:pt x="60704" y="188966"/>
                  </a:lnTo>
                  <a:close/>
                  <a:moveTo>
                    <a:pt x="211507" y="290471"/>
                  </a:moveTo>
                  <a:cubicBezTo>
                    <a:pt x="202561" y="295578"/>
                    <a:pt x="192337" y="298770"/>
                    <a:pt x="181474" y="299409"/>
                  </a:cubicBezTo>
                  <a:cubicBezTo>
                    <a:pt x="178918" y="299409"/>
                    <a:pt x="177001" y="299409"/>
                    <a:pt x="174445" y="299409"/>
                  </a:cubicBezTo>
                  <a:cubicBezTo>
                    <a:pt x="164860" y="299409"/>
                    <a:pt x="155915" y="297493"/>
                    <a:pt x="146969" y="294301"/>
                  </a:cubicBezTo>
                  <a:cubicBezTo>
                    <a:pt x="143774" y="293025"/>
                    <a:pt x="141856" y="289194"/>
                    <a:pt x="143135" y="286002"/>
                  </a:cubicBezTo>
                  <a:cubicBezTo>
                    <a:pt x="144412" y="282810"/>
                    <a:pt x="148246" y="280895"/>
                    <a:pt x="151441" y="282172"/>
                  </a:cubicBezTo>
                  <a:cubicBezTo>
                    <a:pt x="156553" y="284087"/>
                    <a:pt x="162305" y="285364"/>
                    <a:pt x="168055" y="286002"/>
                  </a:cubicBezTo>
                  <a:lnTo>
                    <a:pt x="168055" y="250890"/>
                  </a:lnTo>
                  <a:cubicBezTo>
                    <a:pt x="157192" y="248337"/>
                    <a:pt x="148885" y="240038"/>
                    <a:pt x="146969" y="229185"/>
                  </a:cubicBezTo>
                  <a:lnTo>
                    <a:pt x="111185" y="229185"/>
                  </a:lnTo>
                  <a:cubicBezTo>
                    <a:pt x="111824" y="235569"/>
                    <a:pt x="113102" y="241314"/>
                    <a:pt x="115658" y="247060"/>
                  </a:cubicBezTo>
                  <a:lnTo>
                    <a:pt x="116297" y="246422"/>
                  </a:lnTo>
                  <a:cubicBezTo>
                    <a:pt x="118214" y="245145"/>
                    <a:pt x="120130" y="244506"/>
                    <a:pt x="122048" y="245145"/>
                  </a:cubicBezTo>
                  <a:cubicBezTo>
                    <a:pt x="123965" y="245783"/>
                    <a:pt x="125881" y="247060"/>
                    <a:pt x="126520" y="248975"/>
                  </a:cubicBezTo>
                  <a:lnTo>
                    <a:pt x="134828" y="272596"/>
                  </a:lnTo>
                  <a:cubicBezTo>
                    <a:pt x="135466" y="275149"/>
                    <a:pt x="134828" y="277703"/>
                    <a:pt x="132910" y="279618"/>
                  </a:cubicBezTo>
                  <a:cubicBezTo>
                    <a:pt x="130994" y="281533"/>
                    <a:pt x="127799" y="281533"/>
                    <a:pt x="125881" y="280257"/>
                  </a:cubicBezTo>
                  <a:lnTo>
                    <a:pt x="103517" y="268127"/>
                  </a:lnTo>
                  <a:cubicBezTo>
                    <a:pt x="101600" y="266850"/>
                    <a:pt x="100322" y="264935"/>
                    <a:pt x="100322" y="263020"/>
                  </a:cubicBezTo>
                  <a:cubicBezTo>
                    <a:pt x="100322" y="261105"/>
                    <a:pt x="100961" y="259190"/>
                    <a:pt x="102239" y="257274"/>
                  </a:cubicBezTo>
                  <a:lnTo>
                    <a:pt x="105434" y="254721"/>
                  </a:lnTo>
                  <a:cubicBezTo>
                    <a:pt x="86903" y="217055"/>
                    <a:pt x="102878" y="171091"/>
                    <a:pt x="141217" y="153216"/>
                  </a:cubicBezTo>
                  <a:cubicBezTo>
                    <a:pt x="159110" y="144916"/>
                    <a:pt x="179557" y="143640"/>
                    <a:pt x="198727" y="149385"/>
                  </a:cubicBezTo>
                  <a:cubicBezTo>
                    <a:pt x="201922" y="150662"/>
                    <a:pt x="203839" y="153854"/>
                    <a:pt x="203200" y="157046"/>
                  </a:cubicBezTo>
                  <a:cubicBezTo>
                    <a:pt x="201922" y="160238"/>
                    <a:pt x="198727" y="162153"/>
                    <a:pt x="195532" y="161515"/>
                  </a:cubicBezTo>
                  <a:cubicBezTo>
                    <a:pt x="195532" y="161515"/>
                    <a:pt x="195532" y="161515"/>
                    <a:pt x="194893" y="161515"/>
                  </a:cubicBezTo>
                  <a:cubicBezTo>
                    <a:pt x="161665" y="150662"/>
                    <a:pt x="125881" y="168537"/>
                    <a:pt x="114380" y="201734"/>
                  </a:cubicBezTo>
                  <a:cubicBezTo>
                    <a:pt x="113102" y="206203"/>
                    <a:pt x="111824" y="210671"/>
                    <a:pt x="111824" y="215140"/>
                  </a:cubicBezTo>
                  <a:lnTo>
                    <a:pt x="147607" y="215140"/>
                  </a:lnTo>
                  <a:cubicBezTo>
                    <a:pt x="151441" y="199819"/>
                    <a:pt x="166777" y="190243"/>
                    <a:pt x="182113" y="194073"/>
                  </a:cubicBezTo>
                  <a:cubicBezTo>
                    <a:pt x="192976" y="196627"/>
                    <a:pt x="201283" y="204926"/>
                    <a:pt x="203200" y="215140"/>
                  </a:cubicBezTo>
                  <a:lnTo>
                    <a:pt x="238984" y="215140"/>
                  </a:lnTo>
                  <a:cubicBezTo>
                    <a:pt x="238344" y="208756"/>
                    <a:pt x="236428" y="202372"/>
                    <a:pt x="233872" y="195988"/>
                  </a:cubicBezTo>
                  <a:lnTo>
                    <a:pt x="231954" y="197265"/>
                  </a:lnTo>
                  <a:cubicBezTo>
                    <a:pt x="230677" y="197903"/>
                    <a:pt x="229399" y="198542"/>
                    <a:pt x="228120" y="198542"/>
                  </a:cubicBezTo>
                  <a:cubicBezTo>
                    <a:pt x="224925" y="198542"/>
                    <a:pt x="222369" y="196627"/>
                    <a:pt x="221731" y="194073"/>
                  </a:cubicBezTo>
                  <a:lnTo>
                    <a:pt x="214702" y="169814"/>
                  </a:lnTo>
                  <a:cubicBezTo>
                    <a:pt x="214063" y="167260"/>
                    <a:pt x="214702" y="164707"/>
                    <a:pt x="216619" y="162792"/>
                  </a:cubicBezTo>
                  <a:cubicBezTo>
                    <a:pt x="217258" y="162153"/>
                    <a:pt x="218536" y="161515"/>
                    <a:pt x="219814" y="161515"/>
                  </a:cubicBezTo>
                  <a:cubicBezTo>
                    <a:pt x="221731" y="161515"/>
                    <a:pt x="223648" y="161515"/>
                    <a:pt x="224925" y="162792"/>
                  </a:cubicBezTo>
                  <a:lnTo>
                    <a:pt x="225564" y="163430"/>
                  </a:lnTo>
                  <a:lnTo>
                    <a:pt x="246013" y="175560"/>
                  </a:lnTo>
                  <a:cubicBezTo>
                    <a:pt x="247929" y="176836"/>
                    <a:pt x="249208" y="178752"/>
                    <a:pt x="249208" y="180667"/>
                  </a:cubicBezTo>
                  <a:cubicBezTo>
                    <a:pt x="249208" y="182582"/>
                    <a:pt x="248569" y="184497"/>
                    <a:pt x="246651" y="186412"/>
                  </a:cubicBezTo>
                  <a:lnTo>
                    <a:pt x="244734" y="187689"/>
                  </a:lnTo>
                  <a:cubicBezTo>
                    <a:pt x="261349" y="226631"/>
                    <a:pt x="247290" y="270681"/>
                    <a:pt x="211507" y="290471"/>
                  </a:cubicBezTo>
                  <a:lnTo>
                    <a:pt x="211507" y="290471"/>
                  </a:lnTo>
                  <a:close/>
                  <a:moveTo>
                    <a:pt x="303522" y="188327"/>
                  </a:moveTo>
                  <a:cubicBezTo>
                    <a:pt x="302883" y="188966"/>
                    <a:pt x="301605" y="188966"/>
                    <a:pt x="300327" y="188966"/>
                  </a:cubicBezTo>
                  <a:cubicBezTo>
                    <a:pt x="297771" y="188966"/>
                    <a:pt x="295854" y="187689"/>
                    <a:pt x="294576" y="185774"/>
                  </a:cubicBezTo>
                  <a:lnTo>
                    <a:pt x="245374" y="91929"/>
                  </a:lnTo>
                  <a:cubicBezTo>
                    <a:pt x="244095" y="88737"/>
                    <a:pt x="244734" y="84907"/>
                    <a:pt x="247929" y="83630"/>
                  </a:cubicBezTo>
                  <a:cubicBezTo>
                    <a:pt x="251124" y="81715"/>
                    <a:pt x="254959" y="82992"/>
                    <a:pt x="256236" y="86184"/>
                  </a:cubicBezTo>
                  <a:lnTo>
                    <a:pt x="305439" y="180028"/>
                  </a:lnTo>
                  <a:cubicBezTo>
                    <a:pt x="307995" y="182582"/>
                    <a:pt x="306717" y="186412"/>
                    <a:pt x="303522" y="188327"/>
                  </a:cubicBezTo>
                  <a:cubicBezTo>
                    <a:pt x="303522" y="188327"/>
                    <a:pt x="303522" y="188327"/>
                    <a:pt x="303522" y="188327"/>
                  </a:cubicBezTo>
                  <a:lnTo>
                    <a:pt x="303522" y="188327"/>
                  </a:lnTo>
                  <a:close/>
                </a:path>
              </a:pathLst>
            </a:custGeom>
            <a:solidFill>
              <a:srgbClr val="43B02A"/>
            </a:solidFill>
            <a:ln w="6390" cap="flat">
              <a:noFill/>
              <a:prstDash val="solid"/>
              <a:miter/>
            </a:ln>
          </p:spPr>
          <p:txBody>
            <a:bodyPr rtlCol="0" anchor="ctr"/>
            <a:lstStyle/>
            <a:p>
              <a:endParaRPr lang="en-US"/>
            </a:p>
          </p:txBody>
        </p:sp>
      </p:grpSp>
      <p:grpSp>
        <p:nvGrpSpPr>
          <p:cNvPr id="800" name="Graphic 4">
            <a:extLst>
              <a:ext uri="{FF2B5EF4-FFF2-40B4-BE49-F238E27FC236}">
                <a16:creationId xmlns:a16="http://schemas.microsoft.com/office/drawing/2014/main" id="{0B52CE8C-DD9D-2E4B-8C2B-B04DB3B68084}"/>
              </a:ext>
            </a:extLst>
          </p:cNvPr>
          <p:cNvGrpSpPr/>
          <p:nvPr/>
        </p:nvGrpSpPr>
        <p:grpSpPr>
          <a:xfrm>
            <a:off x="7805570" y="3339623"/>
            <a:ext cx="361670" cy="361971"/>
            <a:chOff x="6754802" y="3339623"/>
            <a:chExt cx="361670" cy="361971"/>
          </a:xfrm>
          <a:solidFill>
            <a:srgbClr val="43B02A"/>
          </a:solidFill>
        </p:grpSpPr>
        <p:sp>
          <p:nvSpPr>
            <p:cNvPr id="801" name="Graphic 4">
              <a:extLst>
                <a:ext uri="{FF2B5EF4-FFF2-40B4-BE49-F238E27FC236}">
                  <a16:creationId xmlns:a16="http://schemas.microsoft.com/office/drawing/2014/main" id="{9BC19A68-6CBF-B347-8983-B0741B773C1D}"/>
                </a:ext>
              </a:extLst>
            </p:cNvPr>
            <p:cNvSpPr/>
            <p:nvPr/>
          </p:nvSpPr>
          <p:spPr>
            <a:xfrm>
              <a:off x="6754802" y="3339623"/>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349204 h 361971"/>
                <a:gd name="connsiteX7" fmla="*/ 12780 w 361670"/>
                <a:gd name="connsiteY7" fmla="*/ 181305 h 361971"/>
                <a:gd name="connsiteX8" fmla="*/ 180836 w 361670"/>
                <a:gd name="connsiteY8" fmla="*/ 12768 h 361971"/>
                <a:gd name="connsiteX9" fmla="*/ 348890 w 361670"/>
                <a:gd name="connsiteY9" fmla="*/ 180667 h 361971"/>
                <a:gd name="connsiteX10" fmla="*/ 348890 w 361670"/>
                <a:gd name="connsiteY10" fmla="*/ 180667 h 361971"/>
                <a:gd name="connsiteX11" fmla="*/ 180836 w 361670"/>
                <a:gd name="connsiteY11" fmla="*/ 349204 h 361971"/>
                <a:gd name="connsiteX12" fmla="*/ 180836 w 361670"/>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6" y="0"/>
                  </a:moveTo>
                  <a:cubicBezTo>
                    <a:pt x="80513" y="0"/>
                    <a:pt x="0" y="81077"/>
                    <a:pt x="0" y="180667"/>
                  </a:cubicBezTo>
                  <a:cubicBezTo>
                    <a:pt x="0" y="280895"/>
                    <a:pt x="81153" y="361972"/>
                    <a:pt x="180836" y="361972"/>
                  </a:cubicBezTo>
                  <a:cubicBezTo>
                    <a:pt x="281157" y="361972"/>
                    <a:pt x="361670" y="280895"/>
                    <a:pt x="361670" y="181305"/>
                  </a:cubicBezTo>
                  <a:lnTo>
                    <a:pt x="361670" y="181305"/>
                  </a:lnTo>
                  <a:cubicBezTo>
                    <a:pt x="361670" y="81077"/>
                    <a:pt x="280518"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lnTo>
                    <a:pt x="348890" y="180667"/>
                  </a:lnTo>
                  <a:cubicBezTo>
                    <a:pt x="348890" y="273873"/>
                    <a:pt x="273490" y="349204"/>
                    <a:pt x="180836" y="349204"/>
                  </a:cubicBezTo>
                  <a:lnTo>
                    <a:pt x="180836" y="349204"/>
                  </a:lnTo>
                  <a:close/>
                </a:path>
              </a:pathLst>
            </a:custGeom>
            <a:solidFill>
              <a:srgbClr val="43B02A"/>
            </a:solidFill>
            <a:ln w="6390" cap="flat">
              <a:noFill/>
              <a:prstDash val="solid"/>
              <a:miter/>
            </a:ln>
          </p:spPr>
          <p:txBody>
            <a:bodyPr rtlCol="0" anchor="ctr"/>
            <a:lstStyle/>
            <a:p>
              <a:endParaRPr lang="en-US"/>
            </a:p>
          </p:txBody>
        </p:sp>
        <p:sp>
          <p:nvSpPr>
            <p:cNvPr id="802" name="Graphic 4">
              <a:extLst>
                <a:ext uri="{FF2B5EF4-FFF2-40B4-BE49-F238E27FC236}">
                  <a16:creationId xmlns:a16="http://schemas.microsoft.com/office/drawing/2014/main" id="{8809BEFC-B281-494D-98CD-955F5837B807}"/>
                </a:ext>
              </a:extLst>
            </p:cNvPr>
            <p:cNvSpPr/>
            <p:nvPr/>
          </p:nvSpPr>
          <p:spPr>
            <a:xfrm>
              <a:off x="6862792" y="3572000"/>
              <a:ext cx="12779" cy="56817"/>
            </a:xfrm>
            <a:custGeom>
              <a:avLst/>
              <a:gdLst>
                <a:gd name="connsiteX0" fmla="*/ 6390 w 12779"/>
                <a:gd name="connsiteY0" fmla="*/ 0 h 56817"/>
                <a:gd name="connsiteX1" fmla="*/ 0 w 12779"/>
                <a:gd name="connsiteY1" fmla="*/ 6384 h 56817"/>
                <a:gd name="connsiteX2" fmla="*/ 0 w 12779"/>
                <a:gd name="connsiteY2" fmla="*/ 50433 h 56817"/>
                <a:gd name="connsiteX3" fmla="*/ 6390 w 12779"/>
                <a:gd name="connsiteY3" fmla="*/ 56817 h 56817"/>
                <a:gd name="connsiteX4" fmla="*/ 12780 w 12779"/>
                <a:gd name="connsiteY4" fmla="*/ 50433 h 56817"/>
                <a:gd name="connsiteX5" fmla="*/ 12780 w 12779"/>
                <a:gd name="connsiteY5" fmla="*/ 6384 h 56817"/>
                <a:gd name="connsiteX6" fmla="*/ 6390 w 12779"/>
                <a:gd name="connsiteY6" fmla="*/ 0 h 56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56817">
                  <a:moveTo>
                    <a:pt x="6390" y="0"/>
                  </a:moveTo>
                  <a:cubicBezTo>
                    <a:pt x="2556" y="0"/>
                    <a:pt x="0" y="2553"/>
                    <a:pt x="0" y="6384"/>
                  </a:cubicBezTo>
                  <a:lnTo>
                    <a:pt x="0" y="50433"/>
                  </a:lnTo>
                  <a:cubicBezTo>
                    <a:pt x="0" y="54264"/>
                    <a:pt x="2556" y="56817"/>
                    <a:pt x="6390" y="56817"/>
                  </a:cubicBezTo>
                  <a:cubicBezTo>
                    <a:pt x="10224" y="56817"/>
                    <a:pt x="12780" y="54264"/>
                    <a:pt x="12780" y="50433"/>
                  </a:cubicBezTo>
                  <a:lnTo>
                    <a:pt x="12780" y="6384"/>
                  </a:lnTo>
                  <a:cubicBezTo>
                    <a:pt x="12780" y="2553"/>
                    <a:pt x="10224" y="0"/>
                    <a:pt x="6390" y="0"/>
                  </a:cubicBezTo>
                  <a:close/>
                </a:path>
              </a:pathLst>
            </a:custGeom>
            <a:solidFill>
              <a:srgbClr val="43B02A"/>
            </a:solidFill>
            <a:ln w="6390" cap="flat">
              <a:noFill/>
              <a:prstDash val="solid"/>
              <a:miter/>
            </a:ln>
          </p:spPr>
          <p:txBody>
            <a:bodyPr rtlCol="0" anchor="ctr"/>
            <a:lstStyle/>
            <a:p>
              <a:endParaRPr lang="en-US"/>
            </a:p>
          </p:txBody>
        </p:sp>
        <p:sp>
          <p:nvSpPr>
            <p:cNvPr id="803" name="Graphic 4">
              <a:extLst>
                <a:ext uri="{FF2B5EF4-FFF2-40B4-BE49-F238E27FC236}">
                  <a16:creationId xmlns:a16="http://schemas.microsoft.com/office/drawing/2014/main" id="{F26849E1-E9A8-2A44-8977-599AA55C8E37}"/>
                </a:ext>
              </a:extLst>
            </p:cNvPr>
            <p:cNvSpPr/>
            <p:nvPr/>
          </p:nvSpPr>
          <p:spPr>
            <a:xfrm>
              <a:off x="6896019" y="3576469"/>
              <a:ext cx="12779" cy="40857"/>
            </a:xfrm>
            <a:custGeom>
              <a:avLst/>
              <a:gdLst>
                <a:gd name="connsiteX0" fmla="*/ 6390 w 12779"/>
                <a:gd name="connsiteY0" fmla="*/ 0 h 40857"/>
                <a:gd name="connsiteX1" fmla="*/ 0 w 12779"/>
                <a:gd name="connsiteY1" fmla="*/ 6384 h 40857"/>
                <a:gd name="connsiteX2" fmla="*/ 0 w 12779"/>
                <a:gd name="connsiteY2" fmla="*/ 34474 h 40857"/>
                <a:gd name="connsiteX3" fmla="*/ 6390 w 12779"/>
                <a:gd name="connsiteY3" fmla="*/ 40858 h 40857"/>
                <a:gd name="connsiteX4" fmla="*/ 12780 w 12779"/>
                <a:gd name="connsiteY4" fmla="*/ 34474 h 40857"/>
                <a:gd name="connsiteX5" fmla="*/ 12780 w 12779"/>
                <a:gd name="connsiteY5" fmla="*/ 7023 h 40857"/>
                <a:gd name="connsiteX6" fmla="*/ 6390 w 12779"/>
                <a:gd name="connsiteY6" fmla="*/ 0 h 40857"/>
                <a:gd name="connsiteX7" fmla="*/ 6390 w 12779"/>
                <a:gd name="connsiteY7" fmla="*/ 0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9" h="40857">
                  <a:moveTo>
                    <a:pt x="6390" y="0"/>
                  </a:moveTo>
                  <a:cubicBezTo>
                    <a:pt x="2556" y="0"/>
                    <a:pt x="0" y="2554"/>
                    <a:pt x="0" y="6384"/>
                  </a:cubicBezTo>
                  <a:lnTo>
                    <a:pt x="0" y="34474"/>
                  </a:lnTo>
                  <a:cubicBezTo>
                    <a:pt x="0" y="38304"/>
                    <a:pt x="2556" y="40858"/>
                    <a:pt x="6390" y="40858"/>
                  </a:cubicBezTo>
                  <a:cubicBezTo>
                    <a:pt x="10225" y="40858"/>
                    <a:pt x="12780" y="38304"/>
                    <a:pt x="12780" y="34474"/>
                  </a:cubicBezTo>
                  <a:lnTo>
                    <a:pt x="12780" y="7023"/>
                  </a:lnTo>
                  <a:cubicBezTo>
                    <a:pt x="12780" y="3192"/>
                    <a:pt x="10225" y="0"/>
                    <a:pt x="6390" y="0"/>
                  </a:cubicBezTo>
                  <a:cubicBezTo>
                    <a:pt x="6390" y="0"/>
                    <a:pt x="6390" y="0"/>
                    <a:pt x="6390" y="0"/>
                  </a:cubicBezTo>
                  <a:close/>
                </a:path>
              </a:pathLst>
            </a:custGeom>
            <a:solidFill>
              <a:srgbClr val="43B02A"/>
            </a:solidFill>
            <a:ln w="6390" cap="flat">
              <a:noFill/>
              <a:prstDash val="solid"/>
              <a:miter/>
            </a:ln>
          </p:spPr>
          <p:txBody>
            <a:bodyPr rtlCol="0" anchor="ctr"/>
            <a:lstStyle/>
            <a:p>
              <a:endParaRPr lang="en-US"/>
            </a:p>
          </p:txBody>
        </p:sp>
        <p:sp>
          <p:nvSpPr>
            <p:cNvPr id="804" name="Graphic 4">
              <a:extLst>
                <a:ext uri="{FF2B5EF4-FFF2-40B4-BE49-F238E27FC236}">
                  <a16:creationId xmlns:a16="http://schemas.microsoft.com/office/drawing/2014/main" id="{42CABDCD-AA52-5D47-BC57-46615681A098}"/>
                </a:ext>
              </a:extLst>
            </p:cNvPr>
            <p:cNvSpPr/>
            <p:nvPr/>
          </p:nvSpPr>
          <p:spPr>
            <a:xfrm>
              <a:off x="6928609" y="3592429"/>
              <a:ext cx="12779" cy="58094"/>
            </a:xfrm>
            <a:custGeom>
              <a:avLst/>
              <a:gdLst>
                <a:gd name="connsiteX0" fmla="*/ 6390 w 12779"/>
                <a:gd name="connsiteY0" fmla="*/ 0 h 58094"/>
                <a:gd name="connsiteX1" fmla="*/ 0 w 12779"/>
                <a:gd name="connsiteY1" fmla="*/ 6384 h 58094"/>
                <a:gd name="connsiteX2" fmla="*/ 0 w 12779"/>
                <a:gd name="connsiteY2" fmla="*/ 51710 h 58094"/>
                <a:gd name="connsiteX3" fmla="*/ 6390 w 12779"/>
                <a:gd name="connsiteY3" fmla="*/ 58094 h 58094"/>
                <a:gd name="connsiteX4" fmla="*/ 12780 w 12779"/>
                <a:gd name="connsiteY4" fmla="*/ 51710 h 58094"/>
                <a:gd name="connsiteX5" fmla="*/ 12780 w 12779"/>
                <a:gd name="connsiteY5" fmla="*/ 6384 h 58094"/>
                <a:gd name="connsiteX6" fmla="*/ 6390 w 12779"/>
                <a:gd name="connsiteY6" fmla="*/ 0 h 58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58094">
                  <a:moveTo>
                    <a:pt x="6390" y="0"/>
                  </a:moveTo>
                  <a:cubicBezTo>
                    <a:pt x="2555" y="0"/>
                    <a:pt x="0" y="2554"/>
                    <a:pt x="0" y="6384"/>
                  </a:cubicBezTo>
                  <a:lnTo>
                    <a:pt x="0" y="51710"/>
                  </a:lnTo>
                  <a:cubicBezTo>
                    <a:pt x="0" y="55541"/>
                    <a:pt x="2555" y="58094"/>
                    <a:pt x="6390" y="58094"/>
                  </a:cubicBezTo>
                  <a:cubicBezTo>
                    <a:pt x="10224" y="58094"/>
                    <a:pt x="12780" y="55541"/>
                    <a:pt x="12780" y="51710"/>
                  </a:cubicBezTo>
                  <a:lnTo>
                    <a:pt x="12780" y="6384"/>
                  </a:lnTo>
                  <a:cubicBezTo>
                    <a:pt x="12780" y="3192"/>
                    <a:pt x="10224" y="0"/>
                    <a:pt x="6390" y="0"/>
                  </a:cubicBezTo>
                  <a:close/>
                </a:path>
              </a:pathLst>
            </a:custGeom>
            <a:solidFill>
              <a:srgbClr val="43B02A"/>
            </a:solidFill>
            <a:ln w="6390" cap="flat">
              <a:noFill/>
              <a:prstDash val="solid"/>
              <a:miter/>
            </a:ln>
          </p:spPr>
          <p:txBody>
            <a:bodyPr rtlCol="0" anchor="ctr"/>
            <a:lstStyle/>
            <a:p>
              <a:endParaRPr lang="en-US"/>
            </a:p>
          </p:txBody>
        </p:sp>
        <p:sp>
          <p:nvSpPr>
            <p:cNvPr id="805" name="Graphic 4">
              <a:extLst>
                <a:ext uri="{FF2B5EF4-FFF2-40B4-BE49-F238E27FC236}">
                  <a16:creationId xmlns:a16="http://schemas.microsoft.com/office/drawing/2014/main" id="{3690D5A1-8356-8240-AFF9-5B6E6BCA8E07}"/>
                </a:ext>
              </a:extLst>
            </p:cNvPr>
            <p:cNvSpPr/>
            <p:nvPr/>
          </p:nvSpPr>
          <p:spPr>
            <a:xfrm>
              <a:off x="6962475" y="3576469"/>
              <a:ext cx="12779" cy="58094"/>
            </a:xfrm>
            <a:custGeom>
              <a:avLst/>
              <a:gdLst>
                <a:gd name="connsiteX0" fmla="*/ 6390 w 12779"/>
                <a:gd name="connsiteY0" fmla="*/ 0 h 58094"/>
                <a:gd name="connsiteX1" fmla="*/ 0 w 12779"/>
                <a:gd name="connsiteY1" fmla="*/ 6384 h 58094"/>
                <a:gd name="connsiteX2" fmla="*/ 0 w 12779"/>
                <a:gd name="connsiteY2" fmla="*/ 51710 h 58094"/>
                <a:gd name="connsiteX3" fmla="*/ 6390 w 12779"/>
                <a:gd name="connsiteY3" fmla="*/ 58094 h 58094"/>
                <a:gd name="connsiteX4" fmla="*/ 12780 w 12779"/>
                <a:gd name="connsiteY4" fmla="*/ 51710 h 58094"/>
                <a:gd name="connsiteX5" fmla="*/ 12780 w 12779"/>
                <a:gd name="connsiteY5" fmla="*/ 6384 h 58094"/>
                <a:gd name="connsiteX6" fmla="*/ 6390 w 12779"/>
                <a:gd name="connsiteY6" fmla="*/ 0 h 58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58094">
                  <a:moveTo>
                    <a:pt x="6390" y="0"/>
                  </a:moveTo>
                  <a:cubicBezTo>
                    <a:pt x="2556" y="0"/>
                    <a:pt x="0" y="2554"/>
                    <a:pt x="0" y="6384"/>
                  </a:cubicBezTo>
                  <a:lnTo>
                    <a:pt x="0" y="51710"/>
                  </a:lnTo>
                  <a:cubicBezTo>
                    <a:pt x="0" y="55541"/>
                    <a:pt x="2556" y="58094"/>
                    <a:pt x="6390" y="58094"/>
                  </a:cubicBezTo>
                  <a:cubicBezTo>
                    <a:pt x="10224" y="58094"/>
                    <a:pt x="12780" y="55541"/>
                    <a:pt x="12780" y="51710"/>
                  </a:cubicBezTo>
                  <a:lnTo>
                    <a:pt x="12780" y="6384"/>
                  </a:lnTo>
                  <a:cubicBezTo>
                    <a:pt x="12780" y="3192"/>
                    <a:pt x="9585" y="0"/>
                    <a:pt x="6390" y="0"/>
                  </a:cubicBezTo>
                  <a:close/>
                </a:path>
              </a:pathLst>
            </a:custGeom>
            <a:solidFill>
              <a:srgbClr val="43B02A"/>
            </a:solidFill>
            <a:ln w="6390" cap="flat">
              <a:noFill/>
              <a:prstDash val="solid"/>
              <a:miter/>
            </a:ln>
          </p:spPr>
          <p:txBody>
            <a:bodyPr rtlCol="0" anchor="ctr"/>
            <a:lstStyle/>
            <a:p>
              <a:endParaRPr lang="en-US"/>
            </a:p>
          </p:txBody>
        </p:sp>
        <p:sp>
          <p:nvSpPr>
            <p:cNvPr id="806" name="Graphic 4">
              <a:extLst>
                <a:ext uri="{FF2B5EF4-FFF2-40B4-BE49-F238E27FC236}">
                  <a16:creationId xmlns:a16="http://schemas.microsoft.com/office/drawing/2014/main" id="{E23E135A-D6B4-3448-8EC4-C882D18DC0B3}"/>
                </a:ext>
              </a:extLst>
            </p:cNvPr>
            <p:cNvSpPr/>
            <p:nvPr/>
          </p:nvSpPr>
          <p:spPr>
            <a:xfrm>
              <a:off x="6995063" y="3572000"/>
              <a:ext cx="12779" cy="41495"/>
            </a:xfrm>
            <a:custGeom>
              <a:avLst/>
              <a:gdLst>
                <a:gd name="connsiteX0" fmla="*/ 6390 w 12779"/>
                <a:gd name="connsiteY0" fmla="*/ 0 h 41495"/>
                <a:gd name="connsiteX1" fmla="*/ 0 w 12779"/>
                <a:gd name="connsiteY1" fmla="*/ 6384 h 41495"/>
                <a:gd name="connsiteX2" fmla="*/ 0 w 12779"/>
                <a:gd name="connsiteY2" fmla="*/ 35112 h 41495"/>
                <a:gd name="connsiteX3" fmla="*/ 6390 w 12779"/>
                <a:gd name="connsiteY3" fmla="*/ 41496 h 41495"/>
                <a:gd name="connsiteX4" fmla="*/ 12780 w 12779"/>
                <a:gd name="connsiteY4" fmla="*/ 35112 h 41495"/>
                <a:gd name="connsiteX5" fmla="*/ 12780 w 12779"/>
                <a:gd name="connsiteY5" fmla="*/ 6384 h 41495"/>
                <a:gd name="connsiteX6" fmla="*/ 6390 w 12779"/>
                <a:gd name="connsiteY6" fmla="*/ 0 h 41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41495">
                  <a:moveTo>
                    <a:pt x="6390" y="0"/>
                  </a:moveTo>
                  <a:cubicBezTo>
                    <a:pt x="2556" y="0"/>
                    <a:pt x="0" y="2553"/>
                    <a:pt x="0" y="6384"/>
                  </a:cubicBezTo>
                  <a:lnTo>
                    <a:pt x="0" y="35112"/>
                  </a:lnTo>
                  <a:cubicBezTo>
                    <a:pt x="0" y="38942"/>
                    <a:pt x="2556" y="41496"/>
                    <a:pt x="6390" y="41496"/>
                  </a:cubicBezTo>
                  <a:cubicBezTo>
                    <a:pt x="10225" y="41496"/>
                    <a:pt x="12780" y="38942"/>
                    <a:pt x="12780" y="35112"/>
                  </a:cubicBezTo>
                  <a:lnTo>
                    <a:pt x="12780" y="6384"/>
                  </a:lnTo>
                  <a:cubicBezTo>
                    <a:pt x="12780" y="2553"/>
                    <a:pt x="10225" y="0"/>
                    <a:pt x="6390" y="0"/>
                  </a:cubicBezTo>
                  <a:close/>
                </a:path>
              </a:pathLst>
            </a:custGeom>
            <a:solidFill>
              <a:srgbClr val="43B02A"/>
            </a:solidFill>
            <a:ln w="6390" cap="flat">
              <a:noFill/>
              <a:prstDash val="solid"/>
              <a:miter/>
            </a:ln>
          </p:spPr>
          <p:txBody>
            <a:bodyPr rtlCol="0" anchor="ctr"/>
            <a:lstStyle/>
            <a:p>
              <a:endParaRPr lang="en-US"/>
            </a:p>
          </p:txBody>
        </p:sp>
        <p:sp>
          <p:nvSpPr>
            <p:cNvPr id="807" name="Graphic 4">
              <a:extLst>
                <a:ext uri="{FF2B5EF4-FFF2-40B4-BE49-F238E27FC236}">
                  <a16:creationId xmlns:a16="http://schemas.microsoft.com/office/drawing/2014/main" id="{9E7F7FDE-DCA7-624D-BDCE-473A47FBD4DD}"/>
                </a:ext>
              </a:extLst>
            </p:cNvPr>
            <p:cNvSpPr/>
            <p:nvPr/>
          </p:nvSpPr>
          <p:spPr>
            <a:xfrm>
              <a:off x="6907467" y="3482209"/>
              <a:ext cx="54325" cy="54679"/>
            </a:xfrm>
            <a:custGeom>
              <a:avLst/>
              <a:gdLst>
                <a:gd name="connsiteX0" fmla="*/ 15390 w 54325"/>
                <a:gd name="connsiteY0" fmla="*/ 2331 h 54679"/>
                <a:gd name="connsiteX1" fmla="*/ 2610 w 54325"/>
                <a:gd name="connsiteY1" fmla="*/ 39358 h 54679"/>
                <a:gd name="connsiteX2" fmla="*/ 27531 w 54325"/>
                <a:gd name="connsiteY2" fmla="*/ 54680 h 54679"/>
                <a:gd name="connsiteX3" fmla="*/ 39672 w 54325"/>
                <a:gd name="connsiteY3" fmla="*/ 52126 h 54679"/>
                <a:gd name="connsiteX4" fmla="*/ 51174 w 54325"/>
                <a:gd name="connsiteY4" fmla="*/ 15099 h 54679"/>
                <a:gd name="connsiteX5" fmla="*/ 15390 w 54325"/>
                <a:gd name="connsiteY5" fmla="*/ 2331 h 54679"/>
                <a:gd name="connsiteX6" fmla="*/ 33921 w 54325"/>
                <a:gd name="connsiteY6" fmla="*/ 39996 h 54679"/>
                <a:gd name="connsiteX7" fmla="*/ 14751 w 54325"/>
                <a:gd name="connsiteY7" fmla="*/ 32336 h 54679"/>
                <a:gd name="connsiteX8" fmla="*/ 21141 w 54325"/>
                <a:gd name="connsiteY8" fmla="*/ 13184 h 54679"/>
                <a:gd name="connsiteX9" fmla="*/ 27531 w 54325"/>
                <a:gd name="connsiteY9" fmla="*/ 11907 h 54679"/>
                <a:gd name="connsiteX10" fmla="*/ 42228 w 54325"/>
                <a:gd name="connsiteY10" fmla="*/ 26590 h 54679"/>
                <a:gd name="connsiteX11" fmla="*/ 33921 w 54325"/>
                <a:gd name="connsiteY11" fmla="*/ 39996 h 54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325" h="54679">
                  <a:moveTo>
                    <a:pt x="15390" y="2331"/>
                  </a:moveTo>
                  <a:cubicBezTo>
                    <a:pt x="1972" y="8715"/>
                    <a:pt x="-3780" y="25313"/>
                    <a:pt x="2610" y="39358"/>
                  </a:cubicBezTo>
                  <a:cubicBezTo>
                    <a:pt x="7083" y="48934"/>
                    <a:pt x="16668" y="54680"/>
                    <a:pt x="27531" y="54680"/>
                  </a:cubicBezTo>
                  <a:cubicBezTo>
                    <a:pt x="32004" y="54680"/>
                    <a:pt x="35838" y="53403"/>
                    <a:pt x="39672" y="52126"/>
                  </a:cubicBezTo>
                  <a:cubicBezTo>
                    <a:pt x="53091" y="45104"/>
                    <a:pt x="58203" y="28505"/>
                    <a:pt x="51174" y="15099"/>
                  </a:cubicBezTo>
                  <a:cubicBezTo>
                    <a:pt x="44145" y="1693"/>
                    <a:pt x="28170" y="-3415"/>
                    <a:pt x="15390" y="2331"/>
                  </a:cubicBezTo>
                  <a:close/>
                  <a:moveTo>
                    <a:pt x="33921" y="39996"/>
                  </a:moveTo>
                  <a:cubicBezTo>
                    <a:pt x="26253" y="43188"/>
                    <a:pt x="17946" y="39996"/>
                    <a:pt x="14751" y="32336"/>
                  </a:cubicBezTo>
                  <a:cubicBezTo>
                    <a:pt x="11556" y="25313"/>
                    <a:pt x="14751" y="17014"/>
                    <a:pt x="21141" y="13184"/>
                  </a:cubicBezTo>
                  <a:cubicBezTo>
                    <a:pt x="23058" y="11907"/>
                    <a:pt x="25614" y="11907"/>
                    <a:pt x="27531" y="11907"/>
                  </a:cubicBezTo>
                  <a:cubicBezTo>
                    <a:pt x="35838" y="11907"/>
                    <a:pt x="42228" y="18291"/>
                    <a:pt x="42228" y="26590"/>
                  </a:cubicBezTo>
                  <a:cubicBezTo>
                    <a:pt x="42228" y="32974"/>
                    <a:pt x="39033" y="38081"/>
                    <a:pt x="33921" y="39996"/>
                  </a:cubicBezTo>
                  <a:close/>
                </a:path>
              </a:pathLst>
            </a:custGeom>
            <a:solidFill>
              <a:srgbClr val="43B02A"/>
            </a:solidFill>
            <a:ln w="6390" cap="flat">
              <a:noFill/>
              <a:prstDash val="solid"/>
              <a:miter/>
            </a:ln>
          </p:spPr>
          <p:txBody>
            <a:bodyPr rtlCol="0" anchor="ctr"/>
            <a:lstStyle/>
            <a:p>
              <a:endParaRPr lang="en-US"/>
            </a:p>
          </p:txBody>
        </p:sp>
        <p:sp>
          <p:nvSpPr>
            <p:cNvPr id="808" name="Graphic 4">
              <a:extLst>
                <a:ext uri="{FF2B5EF4-FFF2-40B4-BE49-F238E27FC236}">
                  <a16:creationId xmlns:a16="http://schemas.microsoft.com/office/drawing/2014/main" id="{6C98B600-EBB8-E644-A71C-B7CAA7C993D6}"/>
                </a:ext>
              </a:extLst>
            </p:cNvPr>
            <p:cNvSpPr/>
            <p:nvPr/>
          </p:nvSpPr>
          <p:spPr>
            <a:xfrm>
              <a:off x="6861836" y="3391082"/>
              <a:ext cx="147903" cy="195601"/>
            </a:xfrm>
            <a:custGeom>
              <a:avLst/>
              <a:gdLst>
                <a:gd name="connsiteX0" fmla="*/ 126837 w 147903"/>
                <a:gd name="connsiteY0" fmla="*/ 108779 h 195601"/>
                <a:gd name="connsiteX1" fmla="*/ 77635 w 147903"/>
                <a:gd name="connsiteY1" fmla="*/ 1528 h 195601"/>
                <a:gd name="connsiteX2" fmla="*/ 70606 w 147903"/>
                <a:gd name="connsiteY2" fmla="*/ 890 h 195601"/>
                <a:gd name="connsiteX3" fmla="*/ 23321 w 147903"/>
                <a:gd name="connsiteY3" fmla="*/ 109418 h 195601"/>
                <a:gd name="connsiteX4" fmla="*/ 2234 w 147903"/>
                <a:gd name="connsiteY4" fmla="*/ 169427 h 195601"/>
                <a:gd name="connsiteX5" fmla="*/ 8624 w 147903"/>
                <a:gd name="connsiteY5" fmla="*/ 173896 h 195601"/>
                <a:gd name="connsiteX6" fmla="*/ 8624 w 147903"/>
                <a:gd name="connsiteY6" fmla="*/ 173896 h 195601"/>
                <a:gd name="connsiteX7" fmla="*/ 45686 w 147903"/>
                <a:gd name="connsiteY7" fmla="*/ 173896 h 195601"/>
                <a:gd name="connsiteX8" fmla="*/ 75079 w 147903"/>
                <a:gd name="connsiteY8" fmla="*/ 195601 h 195601"/>
                <a:gd name="connsiteX9" fmla="*/ 75718 w 147903"/>
                <a:gd name="connsiteY9" fmla="*/ 195601 h 195601"/>
                <a:gd name="connsiteX10" fmla="*/ 103195 w 147903"/>
                <a:gd name="connsiteY10" fmla="*/ 174534 h 195601"/>
                <a:gd name="connsiteX11" fmla="*/ 140257 w 147903"/>
                <a:gd name="connsiteY11" fmla="*/ 173896 h 195601"/>
                <a:gd name="connsiteX12" fmla="*/ 146647 w 147903"/>
                <a:gd name="connsiteY12" fmla="*/ 168789 h 195601"/>
                <a:gd name="connsiteX13" fmla="*/ 126837 w 147903"/>
                <a:gd name="connsiteY13" fmla="*/ 108779 h 195601"/>
                <a:gd name="connsiteX14" fmla="*/ 134506 w 147903"/>
                <a:gd name="connsiteY14" fmla="*/ 161128 h 195601"/>
                <a:gd name="connsiteX15" fmla="*/ 98083 w 147903"/>
                <a:gd name="connsiteY15" fmla="*/ 161766 h 195601"/>
                <a:gd name="connsiteX16" fmla="*/ 91693 w 147903"/>
                <a:gd name="connsiteY16" fmla="*/ 166873 h 195601"/>
                <a:gd name="connsiteX17" fmla="*/ 74440 w 147903"/>
                <a:gd name="connsiteY17" fmla="*/ 182833 h 195601"/>
                <a:gd name="connsiteX18" fmla="*/ 74440 w 147903"/>
                <a:gd name="connsiteY18" fmla="*/ 182833 h 195601"/>
                <a:gd name="connsiteX19" fmla="*/ 55270 w 147903"/>
                <a:gd name="connsiteY19" fmla="*/ 165597 h 195601"/>
                <a:gd name="connsiteX20" fmla="*/ 48881 w 147903"/>
                <a:gd name="connsiteY20" fmla="*/ 161128 h 195601"/>
                <a:gd name="connsiteX21" fmla="*/ 48881 w 147903"/>
                <a:gd name="connsiteY21" fmla="*/ 161128 h 195601"/>
                <a:gd name="connsiteX22" fmla="*/ 12458 w 147903"/>
                <a:gd name="connsiteY22" fmla="*/ 161128 h 195601"/>
                <a:gd name="connsiteX23" fmla="*/ 30988 w 147903"/>
                <a:gd name="connsiteY23" fmla="*/ 118355 h 195601"/>
                <a:gd name="connsiteX24" fmla="*/ 34823 w 147903"/>
                <a:gd name="connsiteY24" fmla="*/ 111971 h 195601"/>
                <a:gd name="connsiteX25" fmla="*/ 72523 w 147903"/>
                <a:gd name="connsiteY25" fmla="*/ 13658 h 195601"/>
                <a:gd name="connsiteX26" fmla="*/ 112780 w 147903"/>
                <a:gd name="connsiteY26" fmla="*/ 110694 h 195601"/>
                <a:gd name="connsiteX27" fmla="*/ 115336 w 147903"/>
                <a:gd name="connsiteY27" fmla="*/ 115802 h 195601"/>
                <a:gd name="connsiteX28" fmla="*/ 134506 w 147903"/>
                <a:gd name="connsiteY28" fmla="*/ 161128 h 195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47903" h="195601">
                  <a:moveTo>
                    <a:pt x="126837" y="108779"/>
                  </a:moveTo>
                  <a:cubicBezTo>
                    <a:pt x="126199" y="94735"/>
                    <a:pt x="121726" y="36002"/>
                    <a:pt x="77635" y="1528"/>
                  </a:cubicBezTo>
                  <a:cubicBezTo>
                    <a:pt x="75718" y="-387"/>
                    <a:pt x="72523" y="-387"/>
                    <a:pt x="70606" y="890"/>
                  </a:cubicBezTo>
                  <a:cubicBezTo>
                    <a:pt x="68689" y="2167"/>
                    <a:pt x="21403" y="31533"/>
                    <a:pt x="23321" y="109418"/>
                  </a:cubicBezTo>
                  <a:cubicBezTo>
                    <a:pt x="10541" y="117078"/>
                    <a:pt x="-6073" y="136869"/>
                    <a:pt x="2234" y="169427"/>
                  </a:cubicBezTo>
                  <a:cubicBezTo>
                    <a:pt x="2873" y="171981"/>
                    <a:pt x="5429" y="174534"/>
                    <a:pt x="8624" y="173896"/>
                  </a:cubicBezTo>
                  <a:lnTo>
                    <a:pt x="8624" y="173896"/>
                  </a:lnTo>
                  <a:lnTo>
                    <a:pt x="45686" y="173896"/>
                  </a:lnTo>
                  <a:cubicBezTo>
                    <a:pt x="48881" y="181557"/>
                    <a:pt x="57827" y="195601"/>
                    <a:pt x="75079" y="195601"/>
                  </a:cubicBezTo>
                  <a:lnTo>
                    <a:pt x="75718" y="195601"/>
                  </a:lnTo>
                  <a:cubicBezTo>
                    <a:pt x="88498" y="194963"/>
                    <a:pt x="99361" y="186664"/>
                    <a:pt x="103195" y="174534"/>
                  </a:cubicBezTo>
                  <a:lnTo>
                    <a:pt x="140257" y="173896"/>
                  </a:lnTo>
                  <a:cubicBezTo>
                    <a:pt x="143452" y="173896"/>
                    <a:pt x="146007" y="171981"/>
                    <a:pt x="146647" y="168789"/>
                  </a:cubicBezTo>
                  <a:cubicBezTo>
                    <a:pt x="151120" y="146445"/>
                    <a:pt x="143452" y="124101"/>
                    <a:pt x="126837" y="108779"/>
                  </a:cubicBezTo>
                  <a:close/>
                  <a:moveTo>
                    <a:pt x="134506" y="161128"/>
                  </a:moveTo>
                  <a:lnTo>
                    <a:pt x="98083" y="161766"/>
                  </a:lnTo>
                  <a:cubicBezTo>
                    <a:pt x="94888" y="161766"/>
                    <a:pt x="92332" y="163681"/>
                    <a:pt x="91693" y="166873"/>
                  </a:cubicBezTo>
                  <a:cubicBezTo>
                    <a:pt x="91693" y="166873"/>
                    <a:pt x="87859" y="182833"/>
                    <a:pt x="74440" y="182833"/>
                  </a:cubicBezTo>
                  <a:lnTo>
                    <a:pt x="74440" y="182833"/>
                  </a:lnTo>
                  <a:cubicBezTo>
                    <a:pt x="61022" y="182833"/>
                    <a:pt x="55270" y="165597"/>
                    <a:pt x="55270" y="165597"/>
                  </a:cubicBezTo>
                  <a:cubicBezTo>
                    <a:pt x="54632" y="163043"/>
                    <a:pt x="52075" y="161128"/>
                    <a:pt x="48881" y="161128"/>
                  </a:cubicBezTo>
                  <a:lnTo>
                    <a:pt x="48881" y="161128"/>
                  </a:lnTo>
                  <a:lnTo>
                    <a:pt x="12458" y="161128"/>
                  </a:lnTo>
                  <a:cubicBezTo>
                    <a:pt x="7985" y="144530"/>
                    <a:pt x="15653" y="126654"/>
                    <a:pt x="30988" y="118355"/>
                  </a:cubicBezTo>
                  <a:cubicBezTo>
                    <a:pt x="33545" y="117078"/>
                    <a:pt x="34823" y="115163"/>
                    <a:pt x="34823" y="111971"/>
                  </a:cubicBezTo>
                  <a:cubicBezTo>
                    <a:pt x="32267" y="51323"/>
                    <a:pt x="61660" y="21957"/>
                    <a:pt x="72523" y="13658"/>
                  </a:cubicBezTo>
                  <a:cubicBezTo>
                    <a:pt x="113419" y="48770"/>
                    <a:pt x="112780" y="110056"/>
                    <a:pt x="112780" y="110694"/>
                  </a:cubicBezTo>
                  <a:cubicBezTo>
                    <a:pt x="112780" y="112610"/>
                    <a:pt x="113419" y="114525"/>
                    <a:pt x="115336" y="115802"/>
                  </a:cubicBezTo>
                  <a:cubicBezTo>
                    <a:pt x="129394" y="127293"/>
                    <a:pt x="136422" y="143891"/>
                    <a:pt x="134506" y="161128"/>
                  </a:cubicBezTo>
                  <a:close/>
                </a:path>
              </a:pathLst>
            </a:custGeom>
            <a:solidFill>
              <a:srgbClr val="43B02A"/>
            </a:solidFill>
            <a:ln w="6390" cap="flat">
              <a:noFill/>
              <a:prstDash val="solid"/>
              <a:miter/>
            </a:ln>
          </p:spPr>
          <p:txBody>
            <a:bodyPr rtlCol="0" anchor="ctr"/>
            <a:lstStyle/>
            <a:p>
              <a:endParaRPr lang="en-US"/>
            </a:p>
          </p:txBody>
        </p:sp>
      </p:grpSp>
      <p:grpSp>
        <p:nvGrpSpPr>
          <p:cNvPr id="809" name="Graphic 4">
            <a:extLst>
              <a:ext uri="{FF2B5EF4-FFF2-40B4-BE49-F238E27FC236}">
                <a16:creationId xmlns:a16="http://schemas.microsoft.com/office/drawing/2014/main" id="{CC5F2200-691D-E142-911D-090C8BE6FCDD}"/>
              </a:ext>
            </a:extLst>
          </p:cNvPr>
          <p:cNvGrpSpPr/>
          <p:nvPr/>
        </p:nvGrpSpPr>
        <p:grpSpPr>
          <a:xfrm>
            <a:off x="8242642" y="3339623"/>
            <a:ext cx="362312" cy="361971"/>
            <a:chOff x="7191874" y="3339623"/>
            <a:chExt cx="362312" cy="361971"/>
          </a:xfrm>
          <a:solidFill>
            <a:srgbClr val="43B02A"/>
          </a:solidFill>
        </p:grpSpPr>
        <p:sp>
          <p:nvSpPr>
            <p:cNvPr id="810" name="Graphic 4">
              <a:extLst>
                <a:ext uri="{FF2B5EF4-FFF2-40B4-BE49-F238E27FC236}">
                  <a16:creationId xmlns:a16="http://schemas.microsoft.com/office/drawing/2014/main" id="{F960E4D8-AF2F-2D42-9D02-1451EC56109F}"/>
                </a:ext>
              </a:extLst>
            </p:cNvPr>
            <p:cNvSpPr/>
            <p:nvPr/>
          </p:nvSpPr>
          <p:spPr>
            <a:xfrm>
              <a:off x="7312017" y="3405378"/>
              <a:ext cx="123461" cy="169175"/>
            </a:xfrm>
            <a:custGeom>
              <a:avLst/>
              <a:gdLst>
                <a:gd name="connsiteX0" fmla="*/ 104143 w 123461"/>
                <a:gd name="connsiteY0" fmla="*/ 102144 h 169175"/>
                <a:gd name="connsiteX1" fmla="*/ 101587 w 123461"/>
                <a:gd name="connsiteY1" fmla="*/ 97037 h 169175"/>
                <a:gd name="connsiteX2" fmla="*/ 61331 w 123461"/>
                <a:gd name="connsiteY2" fmla="*/ 0 h 169175"/>
                <a:gd name="connsiteX3" fmla="*/ 23630 w 123461"/>
                <a:gd name="connsiteY3" fmla="*/ 98313 h 169175"/>
                <a:gd name="connsiteX4" fmla="*/ 19796 w 123461"/>
                <a:gd name="connsiteY4" fmla="*/ 104697 h 169175"/>
                <a:gd name="connsiteX5" fmla="*/ 1265 w 123461"/>
                <a:gd name="connsiteY5" fmla="*/ 147470 h 169175"/>
                <a:gd name="connsiteX6" fmla="*/ 37049 w 123461"/>
                <a:gd name="connsiteY6" fmla="*/ 147470 h 169175"/>
                <a:gd name="connsiteX7" fmla="*/ 37049 w 123461"/>
                <a:gd name="connsiteY7" fmla="*/ 147470 h 169175"/>
                <a:gd name="connsiteX8" fmla="*/ 43439 w 123461"/>
                <a:gd name="connsiteY8" fmla="*/ 151939 h 169175"/>
                <a:gd name="connsiteX9" fmla="*/ 62609 w 123461"/>
                <a:gd name="connsiteY9" fmla="*/ 169176 h 169175"/>
                <a:gd name="connsiteX10" fmla="*/ 63247 w 123461"/>
                <a:gd name="connsiteY10" fmla="*/ 169176 h 169175"/>
                <a:gd name="connsiteX11" fmla="*/ 80501 w 123461"/>
                <a:gd name="connsiteY11" fmla="*/ 153216 h 169175"/>
                <a:gd name="connsiteX12" fmla="*/ 86891 w 123461"/>
                <a:gd name="connsiteY12" fmla="*/ 148108 h 169175"/>
                <a:gd name="connsiteX13" fmla="*/ 123313 w 123461"/>
                <a:gd name="connsiteY13" fmla="*/ 147470 h 169175"/>
                <a:gd name="connsiteX14" fmla="*/ 104143 w 123461"/>
                <a:gd name="connsiteY14" fmla="*/ 102144 h 169175"/>
                <a:gd name="connsiteX15" fmla="*/ 72832 w 123461"/>
                <a:gd name="connsiteY15" fmla="*/ 128318 h 169175"/>
                <a:gd name="connsiteX16" fmla="*/ 60692 w 123461"/>
                <a:gd name="connsiteY16" fmla="*/ 130872 h 169175"/>
                <a:gd name="connsiteX17" fmla="*/ 33215 w 123461"/>
                <a:gd name="connsiteY17" fmla="*/ 103421 h 169175"/>
                <a:gd name="connsiteX18" fmla="*/ 34493 w 123461"/>
                <a:gd name="connsiteY18" fmla="*/ 94483 h 169175"/>
                <a:gd name="connsiteX19" fmla="*/ 48551 w 123461"/>
                <a:gd name="connsiteY19" fmla="*/ 78523 h 169175"/>
                <a:gd name="connsiteX20" fmla="*/ 84973 w 123461"/>
                <a:gd name="connsiteY20" fmla="*/ 92568 h 169175"/>
                <a:gd name="connsiteX21" fmla="*/ 72832 w 123461"/>
                <a:gd name="connsiteY21" fmla="*/ 128318 h 169175"/>
                <a:gd name="connsiteX22" fmla="*/ 72832 w 123461"/>
                <a:gd name="connsiteY22" fmla="*/ 128318 h 16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3461" h="169175">
                  <a:moveTo>
                    <a:pt x="104143" y="102144"/>
                  </a:moveTo>
                  <a:cubicBezTo>
                    <a:pt x="102865" y="100867"/>
                    <a:pt x="101587" y="98952"/>
                    <a:pt x="101587" y="97037"/>
                  </a:cubicBezTo>
                  <a:cubicBezTo>
                    <a:pt x="101587" y="96398"/>
                    <a:pt x="101587" y="35112"/>
                    <a:pt x="61331" y="0"/>
                  </a:cubicBezTo>
                  <a:cubicBezTo>
                    <a:pt x="50468" y="8299"/>
                    <a:pt x="21074" y="37027"/>
                    <a:pt x="23630" y="98313"/>
                  </a:cubicBezTo>
                  <a:cubicBezTo>
                    <a:pt x="23630" y="100867"/>
                    <a:pt x="22352" y="103421"/>
                    <a:pt x="19796" y="104697"/>
                  </a:cubicBezTo>
                  <a:cubicBezTo>
                    <a:pt x="4460" y="112997"/>
                    <a:pt x="-3207" y="130233"/>
                    <a:pt x="1265" y="147470"/>
                  </a:cubicBezTo>
                  <a:lnTo>
                    <a:pt x="37049" y="147470"/>
                  </a:lnTo>
                  <a:lnTo>
                    <a:pt x="37049" y="147470"/>
                  </a:lnTo>
                  <a:cubicBezTo>
                    <a:pt x="40244" y="147470"/>
                    <a:pt x="42800" y="149385"/>
                    <a:pt x="43439" y="151939"/>
                  </a:cubicBezTo>
                  <a:cubicBezTo>
                    <a:pt x="43439" y="151939"/>
                    <a:pt x="49190" y="169176"/>
                    <a:pt x="62609" y="169176"/>
                  </a:cubicBezTo>
                  <a:lnTo>
                    <a:pt x="63247" y="169176"/>
                  </a:lnTo>
                  <a:cubicBezTo>
                    <a:pt x="76667" y="169176"/>
                    <a:pt x="79862" y="153854"/>
                    <a:pt x="80501" y="153216"/>
                  </a:cubicBezTo>
                  <a:cubicBezTo>
                    <a:pt x="81140" y="150024"/>
                    <a:pt x="83696" y="148108"/>
                    <a:pt x="86891" y="148108"/>
                  </a:cubicBezTo>
                  <a:lnTo>
                    <a:pt x="123313" y="147470"/>
                  </a:lnTo>
                  <a:cubicBezTo>
                    <a:pt x="124591" y="129595"/>
                    <a:pt x="117562" y="112997"/>
                    <a:pt x="104143" y="102144"/>
                  </a:cubicBezTo>
                  <a:close/>
                  <a:moveTo>
                    <a:pt x="72832" y="128318"/>
                  </a:moveTo>
                  <a:cubicBezTo>
                    <a:pt x="68998" y="130233"/>
                    <a:pt x="65165" y="130872"/>
                    <a:pt x="60692" y="130872"/>
                  </a:cubicBezTo>
                  <a:cubicBezTo>
                    <a:pt x="45356" y="130872"/>
                    <a:pt x="33215" y="118742"/>
                    <a:pt x="33215" y="103421"/>
                  </a:cubicBezTo>
                  <a:cubicBezTo>
                    <a:pt x="33215" y="100229"/>
                    <a:pt x="33854" y="97037"/>
                    <a:pt x="34493" y="94483"/>
                  </a:cubicBezTo>
                  <a:cubicBezTo>
                    <a:pt x="37049" y="87461"/>
                    <a:pt x="41522" y="81715"/>
                    <a:pt x="48551" y="78523"/>
                  </a:cubicBezTo>
                  <a:cubicBezTo>
                    <a:pt x="62609" y="72139"/>
                    <a:pt x="78583" y="78523"/>
                    <a:pt x="84973" y="92568"/>
                  </a:cubicBezTo>
                  <a:cubicBezTo>
                    <a:pt x="91363" y="105974"/>
                    <a:pt x="85612" y="121934"/>
                    <a:pt x="72832" y="128318"/>
                  </a:cubicBezTo>
                  <a:lnTo>
                    <a:pt x="72832" y="128318"/>
                  </a:lnTo>
                  <a:close/>
                </a:path>
              </a:pathLst>
            </a:custGeom>
            <a:solidFill>
              <a:srgbClr val="43B02A"/>
            </a:solidFill>
            <a:ln w="6390" cap="flat">
              <a:noFill/>
              <a:prstDash val="solid"/>
              <a:miter/>
            </a:ln>
          </p:spPr>
          <p:txBody>
            <a:bodyPr rtlCol="0" anchor="ctr"/>
            <a:lstStyle/>
            <a:p>
              <a:endParaRPr lang="en-US"/>
            </a:p>
          </p:txBody>
        </p:sp>
        <p:sp>
          <p:nvSpPr>
            <p:cNvPr id="811" name="Graphic 4">
              <a:extLst>
                <a:ext uri="{FF2B5EF4-FFF2-40B4-BE49-F238E27FC236}">
                  <a16:creationId xmlns:a16="http://schemas.microsoft.com/office/drawing/2014/main" id="{4E636D10-7E15-524A-B9E7-1ABB61655852}"/>
                </a:ext>
              </a:extLst>
            </p:cNvPr>
            <p:cNvSpPr/>
            <p:nvPr/>
          </p:nvSpPr>
          <p:spPr>
            <a:xfrm>
              <a:off x="7358048" y="3494754"/>
              <a:ext cx="29320" cy="29329"/>
            </a:xfrm>
            <a:custGeom>
              <a:avLst/>
              <a:gdLst>
                <a:gd name="connsiteX0" fmla="*/ 14661 w 29320"/>
                <a:gd name="connsiteY0" fmla="*/ 0 h 29329"/>
                <a:gd name="connsiteX1" fmla="*/ 8271 w 29320"/>
                <a:gd name="connsiteY1" fmla="*/ 1277 h 29329"/>
                <a:gd name="connsiteX2" fmla="*/ 1241 w 29320"/>
                <a:gd name="connsiteY2" fmla="*/ 21067 h 29329"/>
                <a:gd name="connsiteX3" fmla="*/ 1241 w 29320"/>
                <a:gd name="connsiteY3" fmla="*/ 21067 h 29329"/>
                <a:gd name="connsiteX4" fmla="*/ 21051 w 29320"/>
                <a:gd name="connsiteY4" fmla="*/ 28090 h 29329"/>
                <a:gd name="connsiteX5" fmla="*/ 28080 w 29320"/>
                <a:gd name="connsiteY5" fmla="*/ 8299 h 29329"/>
                <a:gd name="connsiteX6" fmla="*/ 14661 w 29320"/>
                <a:gd name="connsiteY6" fmla="*/ 0 h 29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20" h="29329">
                  <a:moveTo>
                    <a:pt x="14661" y="0"/>
                  </a:moveTo>
                  <a:cubicBezTo>
                    <a:pt x="12744" y="0"/>
                    <a:pt x="10187" y="639"/>
                    <a:pt x="8271" y="1277"/>
                  </a:cubicBezTo>
                  <a:cubicBezTo>
                    <a:pt x="1241" y="5107"/>
                    <a:pt x="-1954" y="13407"/>
                    <a:pt x="1241" y="21067"/>
                  </a:cubicBezTo>
                  <a:cubicBezTo>
                    <a:pt x="1241" y="21067"/>
                    <a:pt x="1241" y="21067"/>
                    <a:pt x="1241" y="21067"/>
                  </a:cubicBezTo>
                  <a:cubicBezTo>
                    <a:pt x="5076" y="28090"/>
                    <a:pt x="13382" y="31282"/>
                    <a:pt x="21051" y="28090"/>
                  </a:cubicBezTo>
                  <a:cubicBezTo>
                    <a:pt x="28080" y="24259"/>
                    <a:pt x="31275" y="15960"/>
                    <a:pt x="28080" y="8299"/>
                  </a:cubicBezTo>
                  <a:cubicBezTo>
                    <a:pt x="25523" y="3192"/>
                    <a:pt x="20411" y="0"/>
                    <a:pt x="14661" y="0"/>
                  </a:cubicBezTo>
                  <a:close/>
                </a:path>
              </a:pathLst>
            </a:custGeom>
            <a:solidFill>
              <a:srgbClr val="43B02A"/>
            </a:solidFill>
            <a:ln w="6390" cap="flat">
              <a:noFill/>
              <a:prstDash val="solid"/>
              <a:miter/>
            </a:ln>
          </p:spPr>
          <p:txBody>
            <a:bodyPr rtlCol="0" anchor="ctr"/>
            <a:lstStyle/>
            <a:p>
              <a:endParaRPr lang="en-US"/>
            </a:p>
          </p:txBody>
        </p:sp>
        <p:sp>
          <p:nvSpPr>
            <p:cNvPr id="812" name="Graphic 4">
              <a:extLst>
                <a:ext uri="{FF2B5EF4-FFF2-40B4-BE49-F238E27FC236}">
                  <a16:creationId xmlns:a16="http://schemas.microsoft.com/office/drawing/2014/main" id="{DF8E8AD4-9BA6-ED4F-B266-C5480C354946}"/>
                </a:ext>
              </a:extLst>
            </p:cNvPr>
            <p:cNvSpPr/>
            <p:nvPr/>
          </p:nvSpPr>
          <p:spPr>
            <a:xfrm>
              <a:off x="7191874" y="333962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21409 w 362312"/>
                <a:gd name="connsiteY6" fmla="*/ 282810 h 361971"/>
                <a:gd name="connsiteX7" fmla="*/ 115019 w 362312"/>
                <a:gd name="connsiteY7" fmla="*/ 289194 h 361971"/>
                <a:gd name="connsiteX8" fmla="*/ 108629 w 362312"/>
                <a:gd name="connsiteY8" fmla="*/ 282810 h 361971"/>
                <a:gd name="connsiteX9" fmla="*/ 108629 w 362312"/>
                <a:gd name="connsiteY9" fmla="*/ 238761 h 361971"/>
                <a:gd name="connsiteX10" fmla="*/ 115019 w 362312"/>
                <a:gd name="connsiteY10" fmla="*/ 232377 h 361971"/>
                <a:gd name="connsiteX11" fmla="*/ 121409 w 362312"/>
                <a:gd name="connsiteY11" fmla="*/ 238761 h 361971"/>
                <a:gd name="connsiteX12" fmla="*/ 121409 w 362312"/>
                <a:gd name="connsiteY12" fmla="*/ 282810 h 361971"/>
                <a:gd name="connsiteX13" fmla="*/ 154636 w 362312"/>
                <a:gd name="connsiteY13" fmla="*/ 271319 h 361971"/>
                <a:gd name="connsiteX14" fmla="*/ 148246 w 362312"/>
                <a:gd name="connsiteY14" fmla="*/ 277703 h 361971"/>
                <a:gd name="connsiteX15" fmla="*/ 141856 w 362312"/>
                <a:gd name="connsiteY15" fmla="*/ 271319 h 361971"/>
                <a:gd name="connsiteX16" fmla="*/ 141856 w 362312"/>
                <a:gd name="connsiteY16" fmla="*/ 243868 h 361971"/>
                <a:gd name="connsiteX17" fmla="*/ 148246 w 362312"/>
                <a:gd name="connsiteY17" fmla="*/ 237484 h 361971"/>
                <a:gd name="connsiteX18" fmla="*/ 154636 w 362312"/>
                <a:gd name="connsiteY18" fmla="*/ 243868 h 361971"/>
                <a:gd name="connsiteX19" fmla="*/ 154636 w 362312"/>
                <a:gd name="connsiteY19" fmla="*/ 271319 h 361971"/>
                <a:gd name="connsiteX20" fmla="*/ 187864 w 362312"/>
                <a:gd name="connsiteY20" fmla="*/ 304516 h 361971"/>
                <a:gd name="connsiteX21" fmla="*/ 181474 w 362312"/>
                <a:gd name="connsiteY21" fmla="*/ 310900 h 361971"/>
                <a:gd name="connsiteX22" fmla="*/ 175084 w 362312"/>
                <a:gd name="connsiteY22" fmla="*/ 304516 h 361971"/>
                <a:gd name="connsiteX23" fmla="*/ 175084 w 362312"/>
                <a:gd name="connsiteY23" fmla="*/ 259190 h 361971"/>
                <a:gd name="connsiteX24" fmla="*/ 181474 w 362312"/>
                <a:gd name="connsiteY24" fmla="*/ 252806 h 361971"/>
                <a:gd name="connsiteX25" fmla="*/ 187864 w 362312"/>
                <a:gd name="connsiteY25" fmla="*/ 259190 h 361971"/>
                <a:gd name="connsiteX26" fmla="*/ 187864 w 362312"/>
                <a:gd name="connsiteY26" fmla="*/ 304516 h 361971"/>
                <a:gd name="connsiteX27" fmla="*/ 221092 w 362312"/>
                <a:gd name="connsiteY27" fmla="*/ 288556 h 361971"/>
                <a:gd name="connsiteX28" fmla="*/ 214702 w 362312"/>
                <a:gd name="connsiteY28" fmla="*/ 294940 h 361971"/>
                <a:gd name="connsiteX29" fmla="*/ 208312 w 362312"/>
                <a:gd name="connsiteY29" fmla="*/ 288556 h 361971"/>
                <a:gd name="connsiteX30" fmla="*/ 208312 w 362312"/>
                <a:gd name="connsiteY30" fmla="*/ 243230 h 361971"/>
                <a:gd name="connsiteX31" fmla="*/ 214702 w 362312"/>
                <a:gd name="connsiteY31" fmla="*/ 236846 h 361971"/>
                <a:gd name="connsiteX32" fmla="*/ 221092 w 362312"/>
                <a:gd name="connsiteY32" fmla="*/ 243230 h 361971"/>
                <a:gd name="connsiteX33" fmla="*/ 221092 w 362312"/>
                <a:gd name="connsiteY33" fmla="*/ 288556 h 361971"/>
                <a:gd name="connsiteX34" fmla="*/ 254320 w 362312"/>
                <a:gd name="connsiteY34" fmla="*/ 267489 h 361971"/>
                <a:gd name="connsiteX35" fmla="*/ 247930 w 362312"/>
                <a:gd name="connsiteY35" fmla="*/ 273873 h 361971"/>
                <a:gd name="connsiteX36" fmla="*/ 241540 w 362312"/>
                <a:gd name="connsiteY36" fmla="*/ 267489 h 361971"/>
                <a:gd name="connsiteX37" fmla="*/ 241540 w 362312"/>
                <a:gd name="connsiteY37" fmla="*/ 238761 h 361971"/>
                <a:gd name="connsiteX38" fmla="*/ 247930 w 362312"/>
                <a:gd name="connsiteY38" fmla="*/ 232377 h 361971"/>
                <a:gd name="connsiteX39" fmla="*/ 254320 w 362312"/>
                <a:gd name="connsiteY39" fmla="*/ 238761 h 361971"/>
                <a:gd name="connsiteX40" fmla="*/ 254320 w 362312"/>
                <a:gd name="connsiteY40" fmla="*/ 267489 h 361971"/>
                <a:gd name="connsiteX41" fmla="*/ 254320 w 362312"/>
                <a:gd name="connsiteY41" fmla="*/ 220247 h 361971"/>
                <a:gd name="connsiteX42" fmla="*/ 247930 w 362312"/>
                <a:gd name="connsiteY42" fmla="*/ 225355 h 361971"/>
                <a:gd name="connsiteX43" fmla="*/ 210868 w 362312"/>
                <a:gd name="connsiteY43" fmla="*/ 225993 h 361971"/>
                <a:gd name="connsiteX44" fmla="*/ 183391 w 362312"/>
                <a:gd name="connsiteY44" fmla="*/ 247060 h 361971"/>
                <a:gd name="connsiteX45" fmla="*/ 182752 w 362312"/>
                <a:gd name="connsiteY45" fmla="*/ 247060 h 361971"/>
                <a:gd name="connsiteX46" fmla="*/ 153358 w 362312"/>
                <a:gd name="connsiteY46" fmla="*/ 225355 h 361971"/>
                <a:gd name="connsiteX47" fmla="*/ 116297 w 362312"/>
                <a:gd name="connsiteY47" fmla="*/ 225355 h 361971"/>
                <a:gd name="connsiteX48" fmla="*/ 116297 w 362312"/>
                <a:gd name="connsiteY48" fmla="*/ 225355 h 361971"/>
                <a:gd name="connsiteX49" fmla="*/ 109907 w 362312"/>
                <a:gd name="connsiteY49" fmla="*/ 220886 h 361971"/>
                <a:gd name="connsiteX50" fmla="*/ 130994 w 362312"/>
                <a:gd name="connsiteY50" fmla="*/ 160876 h 361971"/>
                <a:gd name="connsiteX51" fmla="*/ 178279 w 362312"/>
                <a:gd name="connsiteY51" fmla="*/ 52349 h 361971"/>
                <a:gd name="connsiteX52" fmla="*/ 185308 w 362312"/>
                <a:gd name="connsiteY52" fmla="*/ 52987 h 361971"/>
                <a:gd name="connsiteX53" fmla="*/ 234510 w 362312"/>
                <a:gd name="connsiteY53" fmla="*/ 160238 h 361971"/>
                <a:gd name="connsiteX54" fmla="*/ 254320 w 362312"/>
                <a:gd name="connsiteY54" fmla="*/ 220247 h 361971"/>
                <a:gd name="connsiteX55" fmla="*/ 254320 w 362312"/>
                <a:gd name="connsiteY55" fmla="*/ 22024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21409" y="282810"/>
                  </a:moveTo>
                  <a:cubicBezTo>
                    <a:pt x="121409" y="286641"/>
                    <a:pt x="118853" y="289194"/>
                    <a:pt x="115019" y="289194"/>
                  </a:cubicBezTo>
                  <a:cubicBezTo>
                    <a:pt x="111185" y="289194"/>
                    <a:pt x="108629" y="286641"/>
                    <a:pt x="108629" y="282810"/>
                  </a:cubicBezTo>
                  <a:lnTo>
                    <a:pt x="108629" y="238761"/>
                  </a:lnTo>
                  <a:cubicBezTo>
                    <a:pt x="108629" y="234930"/>
                    <a:pt x="111185" y="232377"/>
                    <a:pt x="115019" y="232377"/>
                  </a:cubicBezTo>
                  <a:cubicBezTo>
                    <a:pt x="118853" y="232377"/>
                    <a:pt x="121409" y="234930"/>
                    <a:pt x="121409" y="238761"/>
                  </a:cubicBezTo>
                  <a:lnTo>
                    <a:pt x="121409" y="282810"/>
                  </a:lnTo>
                  <a:close/>
                  <a:moveTo>
                    <a:pt x="154636" y="271319"/>
                  </a:moveTo>
                  <a:cubicBezTo>
                    <a:pt x="154636" y="275149"/>
                    <a:pt x="152081" y="277703"/>
                    <a:pt x="148246" y="277703"/>
                  </a:cubicBezTo>
                  <a:cubicBezTo>
                    <a:pt x="144412" y="277703"/>
                    <a:pt x="141856" y="275149"/>
                    <a:pt x="141856" y="271319"/>
                  </a:cubicBezTo>
                  <a:lnTo>
                    <a:pt x="141856" y="243868"/>
                  </a:lnTo>
                  <a:cubicBezTo>
                    <a:pt x="141856" y="240038"/>
                    <a:pt x="144412" y="237484"/>
                    <a:pt x="148246" y="237484"/>
                  </a:cubicBezTo>
                  <a:cubicBezTo>
                    <a:pt x="152081" y="237484"/>
                    <a:pt x="154636" y="240038"/>
                    <a:pt x="154636" y="243868"/>
                  </a:cubicBezTo>
                  <a:lnTo>
                    <a:pt x="154636" y="271319"/>
                  </a:lnTo>
                  <a:close/>
                  <a:moveTo>
                    <a:pt x="187864" y="304516"/>
                  </a:moveTo>
                  <a:cubicBezTo>
                    <a:pt x="187864" y="308346"/>
                    <a:pt x="185308" y="310900"/>
                    <a:pt x="181474" y="310900"/>
                  </a:cubicBezTo>
                  <a:cubicBezTo>
                    <a:pt x="177641" y="310900"/>
                    <a:pt x="175084" y="308346"/>
                    <a:pt x="175084" y="304516"/>
                  </a:cubicBezTo>
                  <a:lnTo>
                    <a:pt x="175084" y="259190"/>
                  </a:lnTo>
                  <a:cubicBezTo>
                    <a:pt x="175084" y="255359"/>
                    <a:pt x="177641" y="252806"/>
                    <a:pt x="181474" y="252806"/>
                  </a:cubicBezTo>
                  <a:cubicBezTo>
                    <a:pt x="185308" y="252806"/>
                    <a:pt x="187864" y="255359"/>
                    <a:pt x="187864" y="259190"/>
                  </a:cubicBezTo>
                  <a:lnTo>
                    <a:pt x="187864" y="304516"/>
                  </a:lnTo>
                  <a:close/>
                  <a:moveTo>
                    <a:pt x="221092" y="288556"/>
                  </a:moveTo>
                  <a:cubicBezTo>
                    <a:pt x="221092" y="292386"/>
                    <a:pt x="218536" y="294940"/>
                    <a:pt x="214702" y="294940"/>
                  </a:cubicBezTo>
                  <a:cubicBezTo>
                    <a:pt x="210868" y="294940"/>
                    <a:pt x="208312" y="292386"/>
                    <a:pt x="208312" y="288556"/>
                  </a:cubicBezTo>
                  <a:lnTo>
                    <a:pt x="208312" y="243230"/>
                  </a:lnTo>
                  <a:cubicBezTo>
                    <a:pt x="208312" y="239399"/>
                    <a:pt x="210868" y="236846"/>
                    <a:pt x="214702" y="236846"/>
                  </a:cubicBezTo>
                  <a:cubicBezTo>
                    <a:pt x="218536" y="236846"/>
                    <a:pt x="221092" y="239399"/>
                    <a:pt x="221092" y="243230"/>
                  </a:cubicBezTo>
                  <a:lnTo>
                    <a:pt x="221092" y="288556"/>
                  </a:lnTo>
                  <a:close/>
                  <a:moveTo>
                    <a:pt x="254320" y="267489"/>
                  </a:moveTo>
                  <a:cubicBezTo>
                    <a:pt x="254320" y="271319"/>
                    <a:pt x="251764" y="273873"/>
                    <a:pt x="247930" y="273873"/>
                  </a:cubicBezTo>
                  <a:cubicBezTo>
                    <a:pt x="244095" y="273873"/>
                    <a:pt x="241540" y="271319"/>
                    <a:pt x="241540" y="267489"/>
                  </a:cubicBezTo>
                  <a:lnTo>
                    <a:pt x="241540" y="238761"/>
                  </a:lnTo>
                  <a:cubicBezTo>
                    <a:pt x="241540" y="234930"/>
                    <a:pt x="244095" y="232377"/>
                    <a:pt x="247930" y="232377"/>
                  </a:cubicBezTo>
                  <a:cubicBezTo>
                    <a:pt x="251764" y="232377"/>
                    <a:pt x="254320" y="234930"/>
                    <a:pt x="254320" y="238761"/>
                  </a:cubicBezTo>
                  <a:lnTo>
                    <a:pt x="254320" y="267489"/>
                  </a:lnTo>
                  <a:close/>
                  <a:moveTo>
                    <a:pt x="254320" y="220247"/>
                  </a:moveTo>
                  <a:cubicBezTo>
                    <a:pt x="253680" y="223439"/>
                    <a:pt x="251125" y="225355"/>
                    <a:pt x="247930" y="225355"/>
                  </a:cubicBezTo>
                  <a:lnTo>
                    <a:pt x="210868" y="225993"/>
                  </a:lnTo>
                  <a:cubicBezTo>
                    <a:pt x="207034" y="238122"/>
                    <a:pt x="196171" y="246422"/>
                    <a:pt x="183391" y="247060"/>
                  </a:cubicBezTo>
                  <a:lnTo>
                    <a:pt x="182752" y="247060"/>
                  </a:lnTo>
                  <a:cubicBezTo>
                    <a:pt x="165500" y="247060"/>
                    <a:pt x="156553" y="233015"/>
                    <a:pt x="153358" y="225355"/>
                  </a:cubicBezTo>
                  <a:lnTo>
                    <a:pt x="116297" y="225355"/>
                  </a:lnTo>
                  <a:lnTo>
                    <a:pt x="116297" y="225355"/>
                  </a:lnTo>
                  <a:cubicBezTo>
                    <a:pt x="113102" y="225355"/>
                    <a:pt x="110546" y="223439"/>
                    <a:pt x="109907" y="220886"/>
                  </a:cubicBezTo>
                  <a:cubicBezTo>
                    <a:pt x="100961" y="188327"/>
                    <a:pt x="118214" y="168537"/>
                    <a:pt x="130994" y="160876"/>
                  </a:cubicBezTo>
                  <a:cubicBezTo>
                    <a:pt x="129076" y="83630"/>
                    <a:pt x="176362" y="53626"/>
                    <a:pt x="178279" y="52349"/>
                  </a:cubicBezTo>
                  <a:cubicBezTo>
                    <a:pt x="180836" y="51072"/>
                    <a:pt x="183391" y="51072"/>
                    <a:pt x="185308" y="52987"/>
                  </a:cubicBezTo>
                  <a:cubicBezTo>
                    <a:pt x="229399" y="87461"/>
                    <a:pt x="233872" y="146193"/>
                    <a:pt x="234510" y="160238"/>
                  </a:cubicBezTo>
                  <a:cubicBezTo>
                    <a:pt x="251125" y="174921"/>
                    <a:pt x="258792" y="197903"/>
                    <a:pt x="254320" y="220247"/>
                  </a:cubicBezTo>
                  <a:lnTo>
                    <a:pt x="254320" y="220247"/>
                  </a:lnTo>
                  <a:close/>
                </a:path>
              </a:pathLst>
            </a:custGeom>
            <a:solidFill>
              <a:srgbClr val="43B02A"/>
            </a:solidFill>
            <a:ln w="6390" cap="flat">
              <a:noFill/>
              <a:prstDash val="solid"/>
              <a:miter/>
            </a:ln>
          </p:spPr>
          <p:txBody>
            <a:bodyPr rtlCol="0" anchor="ctr"/>
            <a:lstStyle/>
            <a:p>
              <a:endParaRPr lang="en-US"/>
            </a:p>
          </p:txBody>
        </p:sp>
      </p:grpSp>
      <p:grpSp>
        <p:nvGrpSpPr>
          <p:cNvPr id="820" name="Graphic 4">
            <a:extLst>
              <a:ext uri="{FF2B5EF4-FFF2-40B4-BE49-F238E27FC236}">
                <a16:creationId xmlns:a16="http://schemas.microsoft.com/office/drawing/2014/main" id="{F6ED1D5E-8710-6948-9C6B-505EF0D6D245}"/>
              </a:ext>
            </a:extLst>
          </p:cNvPr>
          <p:cNvGrpSpPr/>
          <p:nvPr/>
        </p:nvGrpSpPr>
        <p:grpSpPr>
          <a:xfrm>
            <a:off x="2560447" y="1893013"/>
            <a:ext cx="362309" cy="361971"/>
            <a:chOff x="2560447" y="1893013"/>
            <a:chExt cx="362309" cy="361971"/>
          </a:xfrm>
          <a:solidFill>
            <a:srgbClr val="26890D"/>
          </a:solidFill>
        </p:grpSpPr>
        <p:sp>
          <p:nvSpPr>
            <p:cNvPr id="821" name="Graphic 4">
              <a:extLst>
                <a:ext uri="{FF2B5EF4-FFF2-40B4-BE49-F238E27FC236}">
                  <a16:creationId xmlns:a16="http://schemas.microsoft.com/office/drawing/2014/main" id="{D566919D-8C3E-DE48-A987-48218CD19724}"/>
                </a:ext>
              </a:extLst>
            </p:cNvPr>
            <p:cNvSpPr/>
            <p:nvPr/>
          </p:nvSpPr>
          <p:spPr>
            <a:xfrm>
              <a:off x="2560447" y="189301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close/>
                </a:path>
              </a:pathLst>
            </a:custGeom>
            <a:solidFill>
              <a:srgbClr val="26890D"/>
            </a:solidFill>
            <a:ln w="6390" cap="flat">
              <a:noFill/>
              <a:prstDash val="solid"/>
              <a:miter/>
            </a:ln>
          </p:spPr>
          <p:txBody>
            <a:bodyPr rtlCol="0" anchor="ctr"/>
            <a:lstStyle/>
            <a:p>
              <a:endParaRPr lang="en-US"/>
            </a:p>
          </p:txBody>
        </p:sp>
        <p:sp>
          <p:nvSpPr>
            <p:cNvPr id="822" name="Graphic 4">
              <a:extLst>
                <a:ext uri="{FF2B5EF4-FFF2-40B4-BE49-F238E27FC236}">
                  <a16:creationId xmlns:a16="http://schemas.microsoft.com/office/drawing/2014/main" id="{9056FE45-DE47-274F-860C-E0728A18B846}"/>
                </a:ext>
              </a:extLst>
            </p:cNvPr>
            <p:cNvSpPr/>
            <p:nvPr/>
          </p:nvSpPr>
          <p:spPr>
            <a:xfrm>
              <a:off x="2635849" y="2085809"/>
              <a:ext cx="43451" cy="43411"/>
            </a:xfrm>
            <a:custGeom>
              <a:avLst/>
              <a:gdLst>
                <a:gd name="connsiteX0" fmla="*/ 43451 w 43451"/>
                <a:gd name="connsiteY0" fmla="*/ 21706 h 43411"/>
                <a:gd name="connsiteX1" fmla="*/ 21726 w 43451"/>
                <a:gd name="connsiteY1" fmla="*/ 0 h 43411"/>
                <a:gd name="connsiteX2" fmla="*/ 0 w 43451"/>
                <a:gd name="connsiteY2" fmla="*/ 21706 h 43411"/>
                <a:gd name="connsiteX3" fmla="*/ 21726 w 43451"/>
                <a:gd name="connsiteY3" fmla="*/ 43411 h 43411"/>
                <a:gd name="connsiteX4" fmla="*/ 21726 w 43451"/>
                <a:gd name="connsiteY4" fmla="*/ 43411 h 43411"/>
                <a:gd name="connsiteX5" fmla="*/ 43451 w 43451"/>
                <a:gd name="connsiteY5" fmla="*/ 21706 h 43411"/>
                <a:gd name="connsiteX6" fmla="*/ 12780 w 43451"/>
                <a:gd name="connsiteY6" fmla="*/ 21706 h 43411"/>
                <a:gd name="connsiteX7" fmla="*/ 21726 w 43451"/>
                <a:gd name="connsiteY7" fmla="*/ 12768 h 43411"/>
                <a:gd name="connsiteX8" fmla="*/ 30672 w 43451"/>
                <a:gd name="connsiteY8" fmla="*/ 21706 h 43411"/>
                <a:gd name="connsiteX9" fmla="*/ 21726 w 43451"/>
                <a:gd name="connsiteY9" fmla="*/ 30643 h 43411"/>
                <a:gd name="connsiteX10" fmla="*/ 21726 w 43451"/>
                <a:gd name="connsiteY10" fmla="*/ 30643 h 43411"/>
                <a:gd name="connsiteX11" fmla="*/ 12780 w 43451"/>
                <a:gd name="connsiteY11" fmla="*/ 21706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51" h="43411">
                  <a:moveTo>
                    <a:pt x="43451" y="21706"/>
                  </a:moveTo>
                  <a:cubicBezTo>
                    <a:pt x="43451" y="9576"/>
                    <a:pt x="33867" y="0"/>
                    <a:pt x="21726" y="0"/>
                  </a:cubicBezTo>
                  <a:cubicBezTo>
                    <a:pt x="9585" y="0"/>
                    <a:pt x="0" y="9576"/>
                    <a:pt x="0" y="21706"/>
                  </a:cubicBezTo>
                  <a:cubicBezTo>
                    <a:pt x="0" y="33835"/>
                    <a:pt x="9585" y="43411"/>
                    <a:pt x="21726" y="43411"/>
                  </a:cubicBezTo>
                  <a:cubicBezTo>
                    <a:pt x="21726" y="43411"/>
                    <a:pt x="21726" y="43411"/>
                    <a:pt x="21726" y="43411"/>
                  </a:cubicBezTo>
                  <a:cubicBezTo>
                    <a:pt x="33867" y="43411"/>
                    <a:pt x="43451" y="33197"/>
                    <a:pt x="43451" y="21706"/>
                  </a:cubicBezTo>
                  <a:close/>
                  <a:moveTo>
                    <a:pt x="12780" y="21706"/>
                  </a:moveTo>
                  <a:cubicBezTo>
                    <a:pt x="12780" y="16598"/>
                    <a:pt x="16614" y="12768"/>
                    <a:pt x="21726" y="12768"/>
                  </a:cubicBezTo>
                  <a:cubicBezTo>
                    <a:pt x="26838" y="12768"/>
                    <a:pt x="30672" y="16598"/>
                    <a:pt x="30672" y="21706"/>
                  </a:cubicBezTo>
                  <a:cubicBezTo>
                    <a:pt x="30672" y="26813"/>
                    <a:pt x="26838" y="30643"/>
                    <a:pt x="21726" y="30643"/>
                  </a:cubicBezTo>
                  <a:cubicBezTo>
                    <a:pt x="21726" y="30643"/>
                    <a:pt x="21726" y="30643"/>
                    <a:pt x="21726" y="30643"/>
                  </a:cubicBezTo>
                  <a:cubicBezTo>
                    <a:pt x="16614" y="30643"/>
                    <a:pt x="12780" y="26174"/>
                    <a:pt x="12780" y="21706"/>
                  </a:cubicBezTo>
                  <a:close/>
                </a:path>
              </a:pathLst>
            </a:custGeom>
            <a:solidFill>
              <a:srgbClr val="26890D"/>
            </a:solidFill>
            <a:ln w="6390" cap="flat">
              <a:noFill/>
              <a:prstDash val="solid"/>
              <a:miter/>
            </a:ln>
          </p:spPr>
          <p:txBody>
            <a:bodyPr rtlCol="0" anchor="ctr"/>
            <a:lstStyle/>
            <a:p>
              <a:endParaRPr lang="en-US"/>
            </a:p>
          </p:txBody>
        </p:sp>
        <p:sp>
          <p:nvSpPr>
            <p:cNvPr id="823" name="Graphic 4">
              <a:extLst>
                <a:ext uri="{FF2B5EF4-FFF2-40B4-BE49-F238E27FC236}">
                  <a16:creationId xmlns:a16="http://schemas.microsoft.com/office/drawing/2014/main" id="{566B91F8-837F-9548-919A-C09DFCEEA895}"/>
                </a:ext>
              </a:extLst>
            </p:cNvPr>
            <p:cNvSpPr/>
            <p:nvPr/>
          </p:nvSpPr>
          <p:spPr>
            <a:xfrm>
              <a:off x="2617957" y="1968344"/>
              <a:ext cx="247307" cy="212146"/>
            </a:xfrm>
            <a:custGeom>
              <a:avLst/>
              <a:gdLst>
                <a:gd name="connsiteX0" fmla="*/ 207673 w 247307"/>
                <a:gd name="connsiteY0" fmla="*/ 0 h 212146"/>
                <a:gd name="connsiteX1" fmla="*/ 168055 w 247307"/>
                <a:gd name="connsiteY1" fmla="*/ 40219 h 212146"/>
                <a:gd name="connsiteX2" fmla="*/ 196171 w 247307"/>
                <a:gd name="connsiteY2" fmla="*/ 100228 h 212146"/>
                <a:gd name="connsiteX3" fmla="*/ 129716 w 247307"/>
                <a:gd name="connsiteY3" fmla="*/ 100228 h 212146"/>
                <a:gd name="connsiteX4" fmla="*/ 100961 w 247307"/>
                <a:gd name="connsiteY4" fmla="*/ 132148 h 212146"/>
                <a:gd name="connsiteX5" fmla="*/ 129716 w 247307"/>
                <a:gd name="connsiteY5" fmla="*/ 160876 h 212146"/>
                <a:gd name="connsiteX6" fmla="*/ 173806 w 247307"/>
                <a:gd name="connsiteY6" fmla="*/ 160876 h 212146"/>
                <a:gd name="connsiteX7" fmla="*/ 195532 w 247307"/>
                <a:gd name="connsiteY7" fmla="*/ 176836 h 212146"/>
                <a:gd name="connsiteX8" fmla="*/ 179557 w 247307"/>
                <a:gd name="connsiteY8" fmla="*/ 198542 h 212146"/>
                <a:gd name="connsiteX9" fmla="*/ 173806 w 247307"/>
                <a:gd name="connsiteY9" fmla="*/ 198542 h 212146"/>
                <a:gd name="connsiteX10" fmla="*/ 51119 w 247307"/>
                <a:gd name="connsiteY10" fmla="*/ 198542 h 212146"/>
                <a:gd name="connsiteX11" fmla="*/ 79874 w 247307"/>
                <a:gd name="connsiteY11" fmla="*/ 138532 h 212146"/>
                <a:gd name="connsiteX12" fmla="*/ 38340 w 247307"/>
                <a:gd name="connsiteY12" fmla="*/ 100228 h 212146"/>
                <a:gd name="connsiteX13" fmla="*/ 0 w 247307"/>
                <a:gd name="connsiteY13" fmla="*/ 138532 h 212146"/>
                <a:gd name="connsiteX14" fmla="*/ 34506 w 247307"/>
                <a:gd name="connsiteY14" fmla="*/ 208118 h 212146"/>
                <a:gd name="connsiteX15" fmla="*/ 37701 w 247307"/>
                <a:gd name="connsiteY15" fmla="*/ 210671 h 212146"/>
                <a:gd name="connsiteX16" fmla="*/ 41535 w 247307"/>
                <a:gd name="connsiteY16" fmla="*/ 211948 h 212146"/>
                <a:gd name="connsiteX17" fmla="*/ 173806 w 247307"/>
                <a:gd name="connsiteY17" fmla="*/ 211948 h 212146"/>
                <a:gd name="connsiteX18" fmla="*/ 209590 w 247307"/>
                <a:gd name="connsiteY18" fmla="*/ 183859 h 212146"/>
                <a:gd name="connsiteX19" fmla="*/ 181474 w 247307"/>
                <a:gd name="connsiteY19" fmla="*/ 148108 h 212146"/>
                <a:gd name="connsiteX20" fmla="*/ 173806 w 247307"/>
                <a:gd name="connsiteY20" fmla="*/ 148108 h 212146"/>
                <a:gd name="connsiteX21" fmla="*/ 129716 w 247307"/>
                <a:gd name="connsiteY21" fmla="*/ 148108 h 212146"/>
                <a:gd name="connsiteX22" fmla="*/ 113102 w 247307"/>
                <a:gd name="connsiteY22" fmla="*/ 129595 h 212146"/>
                <a:gd name="connsiteX23" fmla="*/ 129716 w 247307"/>
                <a:gd name="connsiteY23" fmla="*/ 112996 h 212146"/>
                <a:gd name="connsiteX24" fmla="*/ 206395 w 247307"/>
                <a:gd name="connsiteY24" fmla="*/ 112996 h 212146"/>
                <a:gd name="connsiteX25" fmla="*/ 209590 w 247307"/>
                <a:gd name="connsiteY25" fmla="*/ 111720 h 212146"/>
                <a:gd name="connsiteX26" fmla="*/ 212785 w 247307"/>
                <a:gd name="connsiteY26" fmla="*/ 109166 h 212146"/>
                <a:gd name="connsiteX27" fmla="*/ 247290 w 247307"/>
                <a:gd name="connsiteY27" fmla="*/ 39581 h 212146"/>
                <a:gd name="connsiteX28" fmla="*/ 207673 w 247307"/>
                <a:gd name="connsiteY28" fmla="*/ 0 h 212146"/>
                <a:gd name="connsiteX29" fmla="*/ 207673 w 247307"/>
                <a:gd name="connsiteY29" fmla="*/ 0 h 212146"/>
                <a:gd name="connsiteX30" fmla="*/ 12780 w 247307"/>
                <a:gd name="connsiteY30" fmla="*/ 137894 h 212146"/>
                <a:gd name="connsiteX31" fmla="*/ 41535 w 247307"/>
                <a:gd name="connsiteY31" fmla="*/ 112358 h 212146"/>
                <a:gd name="connsiteX32" fmla="*/ 67094 w 247307"/>
                <a:gd name="connsiteY32" fmla="*/ 137894 h 212146"/>
                <a:gd name="connsiteX33" fmla="*/ 40257 w 247307"/>
                <a:gd name="connsiteY33" fmla="*/ 192158 h 212146"/>
                <a:gd name="connsiteX34" fmla="*/ 12780 w 247307"/>
                <a:gd name="connsiteY34" fmla="*/ 137894 h 212146"/>
                <a:gd name="connsiteX35" fmla="*/ 12780 w 247307"/>
                <a:gd name="connsiteY35" fmla="*/ 137894 h 212146"/>
                <a:gd name="connsiteX36" fmla="*/ 207673 w 247307"/>
                <a:gd name="connsiteY36" fmla="*/ 94483 h 212146"/>
                <a:gd name="connsiteX37" fmla="*/ 180835 w 247307"/>
                <a:gd name="connsiteY37" fmla="*/ 40219 h 212146"/>
                <a:gd name="connsiteX38" fmla="*/ 209590 w 247307"/>
                <a:gd name="connsiteY38" fmla="*/ 14683 h 212146"/>
                <a:gd name="connsiteX39" fmla="*/ 235150 w 247307"/>
                <a:gd name="connsiteY39" fmla="*/ 40219 h 212146"/>
                <a:gd name="connsiteX40" fmla="*/ 207673 w 247307"/>
                <a:gd name="connsiteY40" fmla="*/ 94483 h 212146"/>
                <a:gd name="connsiteX41" fmla="*/ 207673 w 247307"/>
                <a:gd name="connsiteY41" fmla="*/ 94483 h 212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47307" h="212146">
                  <a:moveTo>
                    <a:pt x="207673" y="0"/>
                  </a:moveTo>
                  <a:cubicBezTo>
                    <a:pt x="185947" y="0"/>
                    <a:pt x="168055" y="17875"/>
                    <a:pt x="168055" y="40219"/>
                  </a:cubicBezTo>
                  <a:cubicBezTo>
                    <a:pt x="168055" y="55541"/>
                    <a:pt x="185947" y="84907"/>
                    <a:pt x="196171" y="100228"/>
                  </a:cubicBezTo>
                  <a:lnTo>
                    <a:pt x="129716" y="100228"/>
                  </a:lnTo>
                  <a:cubicBezTo>
                    <a:pt x="113102" y="100867"/>
                    <a:pt x="100322" y="114912"/>
                    <a:pt x="100961" y="132148"/>
                  </a:cubicBezTo>
                  <a:cubicBezTo>
                    <a:pt x="101600" y="147470"/>
                    <a:pt x="114380" y="160238"/>
                    <a:pt x="129716" y="160876"/>
                  </a:cubicBezTo>
                  <a:lnTo>
                    <a:pt x="173806" y="160876"/>
                  </a:lnTo>
                  <a:cubicBezTo>
                    <a:pt x="184030" y="158961"/>
                    <a:pt x="194254" y="166622"/>
                    <a:pt x="195532" y="176836"/>
                  </a:cubicBezTo>
                  <a:cubicBezTo>
                    <a:pt x="197449" y="187051"/>
                    <a:pt x="189781" y="197265"/>
                    <a:pt x="179557" y="198542"/>
                  </a:cubicBezTo>
                  <a:cubicBezTo>
                    <a:pt x="177640" y="198542"/>
                    <a:pt x="175723" y="198542"/>
                    <a:pt x="173806" y="198542"/>
                  </a:cubicBezTo>
                  <a:lnTo>
                    <a:pt x="51119" y="198542"/>
                  </a:lnTo>
                  <a:cubicBezTo>
                    <a:pt x="61343" y="183220"/>
                    <a:pt x="79874" y="153854"/>
                    <a:pt x="79874" y="138532"/>
                  </a:cubicBezTo>
                  <a:cubicBezTo>
                    <a:pt x="79235" y="116827"/>
                    <a:pt x="60704" y="99590"/>
                    <a:pt x="38340" y="100228"/>
                  </a:cubicBezTo>
                  <a:cubicBezTo>
                    <a:pt x="17253" y="100867"/>
                    <a:pt x="639" y="117465"/>
                    <a:pt x="0" y="138532"/>
                  </a:cubicBezTo>
                  <a:cubicBezTo>
                    <a:pt x="0" y="158323"/>
                    <a:pt x="31311" y="203011"/>
                    <a:pt x="34506" y="208118"/>
                  </a:cubicBezTo>
                  <a:cubicBezTo>
                    <a:pt x="35145" y="209395"/>
                    <a:pt x="36423" y="210033"/>
                    <a:pt x="37701" y="210671"/>
                  </a:cubicBezTo>
                  <a:cubicBezTo>
                    <a:pt x="38978" y="211310"/>
                    <a:pt x="40257" y="211948"/>
                    <a:pt x="41535" y="211948"/>
                  </a:cubicBezTo>
                  <a:lnTo>
                    <a:pt x="173806" y="211948"/>
                  </a:lnTo>
                  <a:cubicBezTo>
                    <a:pt x="191059" y="213863"/>
                    <a:pt x="207034" y="201734"/>
                    <a:pt x="209590" y="183859"/>
                  </a:cubicBezTo>
                  <a:cubicBezTo>
                    <a:pt x="212146" y="165984"/>
                    <a:pt x="199366" y="150662"/>
                    <a:pt x="181474" y="148108"/>
                  </a:cubicBezTo>
                  <a:cubicBezTo>
                    <a:pt x="178918" y="148108"/>
                    <a:pt x="176362" y="148108"/>
                    <a:pt x="173806" y="148108"/>
                  </a:cubicBezTo>
                  <a:lnTo>
                    <a:pt x="129716" y="148108"/>
                  </a:lnTo>
                  <a:cubicBezTo>
                    <a:pt x="120131" y="147470"/>
                    <a:pt x="112463" y="139171"/>
                    <a:pt x="113102" y="129595"/>
                  </a:cubicBezTo>
                  <a:cubicBezTo>
                    <a:pt x="113741" y="120657"/>
                    <a:pt x="120770" y="113635"/>
                    <a:pt x="129716" y="112996"/>
                  </a:cubicBezTo>
                  <a:lnTo>
                    <a:pt x="206395" y="112996"/>
                  </a:lnTo>
                  <a:cubicBezTo>
                    <a:pt x="207673" y="112996"/>
                    <a:pt x="208951" y="112358"/>
                    <a:pt x="209590" y="111720"/>
                  </a:cubicBezTo>
                  <a:cubicBezTo>
                    <a:pt x="210868" y="111081"/>
                    <a:pt x="212146" y="110443"/>
                    <a:pt x="212785" y="109166"/>
                  </a:cubicBezTo>
                  <a:cubicBezTo>
                    <a:pt x="215980" y="104059"/>
                    <a:pt x="247290" y="60009"/>
                    <a:pt x="247290" y="39581"/>
                  </a:cubicBezTo>
                  <a:cubicBezTo>
                    <a:pt x="247929" y="17875"/>
                    <a:pt x="230038" y="0"/>
                    <a:pt x="207673" y="0"/>
                  </a:cubicBezTo>
                  <a:cubicBezTo>
                    <a:pt x="207673" y="0"/>
                    <a:pt x="207673" y="0"/>
                    <a:pt x="207673" y="0"/>
                  </a:cubicBezTo>
                  <a:close/>
                  <a:moveTo>
                    <a:pt x="12780" y="137894"/>
                  </a:moveTo>
                  <a:cubicBezTo>
                    <a:pt x="13419" y="123211"/>
                    <a:pt x="26199" y="111081"/>
                    <a:pt x="41535" y="112358"/>
                  </a:cubicBezTo>
                  <a:cubicBezTo>
                    <a:pt x="55592" y="112996"/>
                    <a:pt x="66455" y="124488"/>
                    <a:pt x="67094" y="137894"/>
                  </a:cubicBezTo>
                  <a:cubicBezTo>
                    <a:pt x="67094" y="148108"/>
                    <a:pt x="51758" y="174283"/>
                    <a:pt x="40257" y="192158"/>
                  </a:cubicBezTo>
                  <a:cubicBezTo>
                    <a:pt x="27477" y="174283"/>
                    <a:pt x="12780" y="148747"/>
                    <a:pt x="12780" y="137894"/>
                  </a:cubicBezTo>
                  <a:lnTo>
                    <a:pt x="12780" y="137894"/>
                  </a:lnTo>
                  <a:close/>
                  <a:moveTo>
                    <a:pt x="207673" y="94483"/>
                  </a:moveTo>
                  <a:cubicBezTo>
                    <a:pt x="195532" y="75969"/>
                    <a:pt x="180835" y="50433"/>
                    <a:pt x="180835" y="40219"/>
                  </a:cubicBezTo>
                  <a:cubicBezTo>
                    <a:pt x="181474" y="25536"/>
                    <a:pt x="194254" y="13406"/>
                    <a:pt x="209590" y="14683"/>
                  </a:cubicBezTo>
                  <a:cubicBezTo>
                    <a:pt x="223648" y="15322"/>
                    <a:pt x="234511" y="26813"/>
                    <a:pt x="235150" y="40219"/>
                  </a:cubicBezTo>
                  <a:cubicBezTo>
                    <a:pt x="235150" y="50433"/>
                    <a:pt x="219814" y="75969"/>
                    <a:pt x="207673" y="94483"/>
                  </a:cubicBezTo>
                  <a:lnTo>
                    <a:pt x="207673" y="94483"/>
                  </a:lnTo>
                  <a:close/>
                </a:path>
              </a:pathLst>
            </a:custGeom>
            <a:solidFill>
              <a:srgbClr val="26890D"/>
            </a:solidFill>
            <a:ln w="6390" cap="flat">
              <a:noFill/>
              <a:prstDash val="solid"/>
              <a:miter/>
            </a:ln>
          </p:spPr>
          <p:txBody>
            <a:bodyPr rtlCol="0" anchor="ctr"/>
            <a:lstStyle/>
            <a:p>
              <a:endParaRPr lang="en-US"/>
            </a:p>
          </p:txBody>
        </p:sp>
      </p:grpSp>
      <p:grpSp>
        <p:nvGrpSpPr>
          <p:cNvPr id="824" name="Graphic 4">
            <a:extLst>
              <a:ext uri="{FF2B5EF4-FFF2-40B4-BE49-F238E27FC236}">
                <a16:creationId xmlns:a16="http://schemas.microsoft.com/office/drawing/2014/main" id="{0051BEDC-C587-BF4A-8617-53C89F114E7A}"/>
              </a:ext>
            </a:extLst>
          </p:cNvPr>
          <p:cNvGrpSpPr/>
          <p:nvPr/>
        </p:nvGrpSpPr>
        <p:grpSpPr>
          <a:xfrm>
            <a:off x="2560447" y="1402723"/>
            <a:ext cx="362309" cy="361971"/>
            <a:chOff x="2560447" y="1402723"/>
            <a:chExt cx="362309" cy="361971"/>
          </a:xfrm>
          <a:solidFill>
            <a:srgbClr val="26890D"/>
          </a:solidFill>
        </p:grpSpPr>
        <p:sp>
          <p:nvSpPr>
            <p:cNvPr id="825" name="Graphic 4">
              <a:extLst>
                <a:ext uri="{FF2B5EF4-FFF2-40B4-BE49-F238E27FC236}">
                  <a16:creationId xmlns:a16="http://schemas.microsoft.com/office/drawing/2014/main" id="{6256B143-D190-644A-BA2B-08460FC8E15F}"/>
                </a:ext>
              </a:extLst>
            </p:cNvPr>
            <p:cNvSpPr/>
            <p:nvPr/>
          </p:nvSpPr>
          <p:spPr>
            <a:xfrm>
              <a:off x="2560447" y="14027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8565 h 361971"/>
                <a:gd name="connsiteX7" fmla="*/ 12780 w 362309"/>
                <a:gd name="connsiteY7" fmla="*/ 180667 h 361971"/>
                <a:gd name="connsiteX8" fmla="*/ 180835 w 362309"/>
                <a:gd name="connsiteY8" fmla="*/ 12130 h 361971"/>
                <a:gd name="connsiteX9" fmla="*/ 349529 w 362309"/>
                <a:gd name="connsiteY9" fmla="*/ 180028 h 361971"/>
                <a:gd name="connsiteX10" fmla="*/ 349529 w 362309"/>
                <a:gd name="connsiteY10" fmla="*/ 180028 h 361971"/>
                <a:gd name="connsiteX11" fmla="*/ 181474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0438"/>
                    <a:pt x="281157" y="0"/>
                    <a:pt x="181474" y="0"/>
                  </a:cubicBezTo>
                  <a:close/>
                  <a:moveTo>
                    <a:pt x="181474" y="348565"/>
                  </a:moveTo>
                  <a:cubicBezTo>
                    <a:pt x="88181" y="348565"/>
                    <a:pt x="12780" y="273234"/>
                    <a:pt x="12780" y="180667"/>
                  </a:cubicBezTo>
                  <a:cubicBezTo>
                    <a:pt x="12780" y="88099"/>
                    <a:pt x="88181" y="12130"/>
                    <a:pt x="180835" y="12130"/>
                  </a:cubicBezTo>
                  <a:cubicBezTo>
                    <a:pt x="273489" y="12130"/>
                    <a:pt x="349529" y="87461"/>
                    <a:pt x="349529" y="180028"/>
                  </a:cubicBezTo>
                  <a:cubicBezTo>
                    <a:pt x="349529" y="180028"/>
                    <a:pt x="349529" y="180028"/>
                    <a:pt x="349529" y="180028"/>
                  </a:cubicBezTo>
                  <a:cubicBezTo>
                    <a:pt x="349529" y="273234"/>
                    <a:pt x="274128" y="348565"/>
                    <a:pt x="181474" y="348565"/>
                  </a:cubicBezTo>
                  <a:close/>
                </a:path>
              </a:pathLst>
            </a:custGeom>
            <a:solidFill>
              <a:srgbClr val="26890D"/>
            </a:solidFill>
            <a:ln w="6390" cap="flat">
              <a:noFill/>
              <a:prstDash val="solid"/>
              <a:miter/>
            </a:ln>
          </p:spPr>
          <p:txBody>
            <a:bodyPr rtlCol="0" anchor="ctr"/>
            <a:lstStyle/>
            <a:p>
              <a:endParaRPr lang="en-US"/>
            </a:p>
          </p:txBody>
        </p:sp>
        <p:sp>
          <p:nvSpPr>
            <p:cNvPr id="826" name="Graphic 4">
              <a:extLst>
                <a:ext uri="{FF2B5EF4-FFF2-40B4-BE49-F238E27FC236}">
                  <a16:creationId xmlns:a16="http://schemas.microsoft.com/office/drawing/2014/main" id="{3EF75E35-78CA-1B48-89A3-3BC85F207177}"/>
                </a:ext>
              </a:extLst>
            </p:cNvPr>
            <p:cNvSpPr/>
            <p:nvPr/>
          </p:nvSpPr>
          <p:spPr>
            <a:xfrm>
              <a:off x="2699748" y="1460162"/>
              <a:ext cx="84986" cy="117481"/>
            </a:xfrm>
            <a:custGeom>
              <a:avLst/>
              <a:gdLst>
                <a:gd name="connsiteX0" fmla="*/ 42813 w 84986"/>
                <a:gd name="connsiteY0" fmla="*/ 117482 h 117481"/>
                <a:gd name="connsiteX1" fmla="*/ 47925 w 84986"/>
                <a:gd name="connsiteY1" fmla="*/ 114928 h 117481"/>
                <a:gd name="connsiteX2" fmla="*/ 84986 w 84986"/>
                <a:gd name="connsiteY2" fmla="*/ 40874 h 117481"/>
                <a:gd name="connsiteX3" fmla="*/ 40896 w 84986"/>
                <a:gd name="connsiteY3" fmla="*/ 17 h 117481"/>
                <a:gd name="connsiteX4" fmla="*/ 0 w 84986"/>
                <a:gd name="connsiteY4" fmla="*/ 40874 h 117481"/>
                <a:gd name="connsiteX5" fmla="*/ 37062 w 84986"/>
                <a:gd name="connsiteY5" fmla="*/ 114928 h 117481"/>
                <a:gd name="connsiteX6" fmla="*/ 42813 w 84986"/>
                <a:gd name="connsiteY6" fmla="*/ 117482 h 117481"/>
                <a:gd name="connsiteX7" fmla="*/ 42813 w 84986"/>
                <a:gd name="connsiteY7" fmla="*/ 10869 h 117481"/>
                <a:gd name="connsiteX8" fmla="*/ 72206 w 84986"/>
                <a:gd name="connsiteY8" fmla="*/ 40236 h 117481"/>
                <a:gd name="connsiteX9" fmla="*/ 42813 w 84986"/>
                <a:gd name="connsiteY9" fmla="*/ 99607 h 117481"/>
                <a:gd name="connsiteX10" fmla="*/ 13419 w 84986"/>
                <a:gd name="connsiteY10" fmla="*/ 40236 h 117481"/>
                <a:gd name="connsiteX11" fmla="*/ 42813 w 84986"/>
                <a:gd name="connsiteY11" fmla="*/ 10869 h 117481"/>
                <a:gd name="connsiteX12" fmla="*/ 42813 w 84986"/>
                <a:gd name="connsiteY12" fmla="*/ 10869 h 117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4986" h="117481">
                  <a:moveTo>
                    <a:pt x="42813" y="117482"/>
                  </a:moveTo>
                  <a:cubicBezTo>
                    <a:pt x="44730" y="117482"/>
                    <a:pt x="46646" y="116205"/>
                    <a:pt x="47925" y="114928"/>
                  </a:cubicBezTo>
                  <a:cubicBezTo>
                    <a:pt x="51759" y="109821"/>
                    <a:pt x="84986" y="61941"/>
                    <a:pt x="84986" y="40874"/>
                  </a:cubicBezTo>
                  <a:cubicBezTo>
                    <a:pt x="84347" y="17253"/>
                    <a:pt x="64538" y="-622"/>
                    <a:pt x="40896" y="17"/>
                  </a:cubicBezTo>
                  <a:cubicBezTo>
                    <a:pt x="18531" y="655"/>
                    <a:pt x="1278" y="18530"/>
                    <a:pt x="0" y="40874"/>
                  </a:cubicBezTo>
                  <a:cubicBezTo>
                    <a:pt x="0" y="61941"/>
                    <a:pt x="33228" y="109821"/>
                    <a:pt x="37062" y="114928"/>
                  </a:cubicBezTo>
                  <a:cubicBezTo>
                    <a:pt x="38340" y="116843"/>
                    <a:pt x="40257" y="117482"/>
                    <a:pt x="42813" y="117482"/>
                  </a:cubicBezTo>
                  <a:close/>
                  <a:moveTo>
                    <a:pt x="42813" y="10869"/>
                  </a:moveTo>
                  <a:cubicBezTo>
                    <a:pt x="59426" y="10869"/>
                    <a:pt x="72206" y="24276"/>
                    <a:pt x="72206" y="40236"/>
                  </a:cubicBezTo>
                  <a:cubicBezTo>
                    <a:pt x="72206" y="51727"/>
                    <a:pt x="55593" y="79816"/>
                    <a:pt x="42813" y="99607"/>
                  </a:cubicBezTo>
                  <a:cubicBezTo>
                    <a:pt x="30033" y="79816"/>
                    <a:pt x="13419" y="51727"/>
                    <a:pt x="13419" y="40236"/>
                  </a:cubicBezTo>
                  <a:cubicBezTo>
                    <a:pt x="12780" y="24276"/>
                    <a:pt x="26199" y="10869"/>
                    <a:pt x="42813" y="10869"/>
                  </a:cubicBezTo>
                  <a:lnTo>
                    <a:pt x="42813" y="10869"/>
                  </a:lnTo>
                  <a:close/>
                </a:path>
              </a:pathLst>
            </a:custGeom>
            <a:solidFill>
              <a:srgbClr val="26890D"/>
            </a:solidFill>
            <a:ln w="6390" cap="flat">
              <a:noFill/>
              <a:prstDash val="solid"/>
              <a:miter/>
            </a:ln>
          </p:spPr>
          <p:txBody>
            <a:bodyPr rtlCol="0" anchor="ctr"/>
            <a:lstStyle/>
            <a:p>
              <a:endParaRPr lang="en-US"/>
            </a:p>
          </p:txBody>
        </p:sp>
        <p:sp>
          <p:nvSpPr>
            <p:cNvPr id="827" name="Graphic 4">
              <a:extLst>
                <a:ext uri="{FF2B5EF4-FFF2-40B4-BE49-F238E27FC236}">
                  <a16:creationId xmlns:a16="http://schemas.microsoft.com/office/drawing/2014/main" id="{F1DC2BE3-EC99-E14D-99AD-A61C9D5533CC}"/>
                </a:ext>
              </a:extLst>
            </p:cNvPr>
            <p:cNvSpPr/>
            <p:nvPr/>
          </p:nvSpPr>
          <p:spPr>
            <a:xfrm>
              <a:off x="2621824" y="1557118"/>
              <a:ext cx="200733" cy="129692"/>
            </a:xfrm>
            <a:custGeom>
              <a:avLst/>
              <a:gdLst>
                <a:gd name="connsiteX0" fmla="*/ 145657 w 200733"/>
                <a:gd name="connsiteY0" fmla="*/ 43509 h 129692"/>
                <a:gd name="connsiteX1" fmla="*/ 196138 w 200733"/>
                <a:gd name="connsiteY1" fmla="*/ 38402 h 129692"/>
                <a:gd name="connsiteX2" fmla="*/ 200611 w 200733"/>
                <a:gd name="connsiteY2" fmla="*/ 24995 h 129692"/>
                <a:gd name="connsiteX3" fmla="*/ 155242 w 200733"/>
                <a:gd name="connsiteY3" fmla="*/ 98 h 129692"/>
                <a:gd name="connsiteX4" fmla="*/ 148213 w 200733"/>
                <a:gd name="connsiteY4" fmla="*/ 5843 h 129692"/>
                <a:gd name="connsiteX5" fmla="*/ 153964 w 200733"/>
                <a:gd name="connsiteY5" fmla="*/ 12866 h 129692"/>
                <a:gd name="connsiteX6" fmla="*/ 153964 w 200733"/>
                <a:gd name="connsiteY6" fmla="*/ 12866 h 129692"/>
                <a:gd name="connsiteX7" fmla="*/ 188470 w 200733"/>
                <a:gd name="connsiteY7" fmla="*/ 25634 h 129692"/>
                <a:gd name="connsiteX8" fmla="*/ 187831 w 200733"/>
                <a:gd name="connsiteY8" fmla="*/ 29464 h 129692"/>
                <a:gd name="connsiteX9" fmla="*/ 146935 w 200733"/>
                <a:gd name="connsiteY9" fmla="*/ 30741 h 129692"/>
                <a:gd name="connsiteX10" fmla="*/ 129682 w 200733"/>
                <a:gd name="connsiteY10" fmla="*/ 29464 h 129692"/>
                <a:gd name="connsiteX11" fmla="*/ 26804 w 200733"/>
                <a:gd name="connsiteY11" fmla="*/ 40317 h 129692"/>
                <a:gd name="connsiteX12" fmla="*/ 14025 w 200733"/>
                <a:gd name="connsiteY12" fmla="*/ 126501 h 129692"/>
                <a:gd name="connsiteX13" fmla="*/ 19136 w 200733"/>
                <a:gd name="connsiteY13" fmla="*/ 129693 h 129692"/>
                <a:gd name="connsiteX14" fmla="*/ 22331 w 200733"/>
                <a:gd name="connsiteY14" fmla="*/ 129054 h 129692"/>
                <a:gd name="connsiteX15" fmla="*/ 24248 w 200733"/>
                <a:gd name="connsiteY15" fmla="*/ 120117 h 129692"/>
                <a:gd name="connsiteX16" fmla="*/ 24248 w 200733"/>
                <a:gd name="connsiteY16" fmla="*/ 120117 h 129692"/>
                <a:gd name="connsiteX17" fmla="*/ 33194 w 200733"/>
                <a:gd name="connsiteY17" fmla="*/ 51170 h 129692"/>
                <a:gd name="connsiteX18" fmla="*/ 127765 w 200733"/>
                <a:gd name="connsiteY18" fmla="*/ 42232 h 129692"/>
                <a:gd name="connsiteX19" fmla="*/ 145657 w 200733"/>
                <a:gd name="connsiteY19" fmla="*/ 43509 h 129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0733" h="129692">
                  <a:moveTo>
                    <a:pt x="145657" y="43509"/>
                  </a:moveTo>
                  <a:cubicBezTo>
                    <a:pt x="178246" y="46062"/>
                    <a:pt x="189748" y="44786"/>
                    <a:pt x="196138" y="38402"/>
                  </a:cubicBezTo>
                  <a:cubicBezTo>
                    <a:pt x="199333" y="34571"/>
                    <a:pt x="201250" y="30102"/>
                    <a:pt x="200611" y="24995"/>
                  </a:cubicBezTo>
                  <a:cubicBezTo>
                    <a:pt x="199972" y="7120"/>
                    <a:pt x="165466" y="2013"/>
                    <a:pt x="155242" y="98"/>
                  </a:cubicBezTo>
                  <a:cubicBezTo>
                    <a:pt x="152047" y="-541"/>
                    <a:pt x="148852" y="2013"/>
                    <a:pt x="148213" y="5843"/>
                  </a:cubicBezTo>
                  <a:cubicBezTo>
                    <a:pt x="147574" y="9035"/>
                    <a:pt x="150130" y="12227"/>
                    <a:pt x="153964" y="12866"/>
                  </a:cubicBezTo>
                  <a:cubicBezTo>
                    <a:pt x="153964" y="12866"/>
                    <a:pt x="153964" y="12866"/>
                    <a:pt x="153964" y="12866"/>
                  </a:cubicBezTo>
                  <a:cubicBezTo>
                    <a:pt x="172495" y="15419"/>
                    <a:pt x="188470" y="21803"/>
                    <a:pt x="188470" y="25634"/>
                  </a:cubicBezTo>
                  <a:cubicBezTo>
                    <a:pt x="188470" y="27549"/>
                    <a:pt x="188470" y="28826"/>
                    <a:pt x="187831" y="29464"/>
                  </a:cubicBezTo>
                  <a:cubicBezTo>
                    <a:pt x="183358" y="33294"/>
                    <a:pt x="157798" y="32018"/>
                    <a:pt x="146935" y="30741"/>
                  </a:cubicBezTo>
                  <a:lnTo>
                    <a:pt x="129682" y="29464"/>
                  </a:lnTo>
                  <a:cubicBezTo>
                    <a:pt x="92621" y="26272"/>
                    <a:pt x="53642" y="23080"/>
                    <a:pt x="26804" y="40317"/>
                  </a:cubicBezTo>
                  <a:cubicBezTo>
                    <a:pt x="-3867" y="60107"/>
                    <a:pt x="-8340" y="91389"/>
                    <a:pt x="14025" y="126501"/>
                  </a:cubicBezTo>
                  <a:cubicBezTo>
                    <a:pt x="15303" y="128416"/>
                    <a:pt x="17220" y="129693"/>
                    <a:pt x="19136" y="129693"/>
                  </a:cubicBezTo>
                  <a:cubicBezTo>
                    <a:pt x="20414" y="129693"/>
                    <a:pt x="21693" y="129054"/>
                    <a:pt x="22331" y="129054"/>
                  </a:cubicBezTo>
                  <a:cubicBezTo>
                    <a:pt x="25526" y="127139"/>
                    <a:pt x="26165" y="123309"/>
                    <a:pt x="24248" y="120117"/>
                  </a:cubicBezTo>
                  <a:cubicBezTo>
                    <a:pt x="24248" y="120117"/>
                    <a:pt x="24248" y="120117"/>
                    <a:pt x="24248" y="120117"/>
                  </a:cubicBezTo>
                  <a:cubicBezTo>
                    <a:pt x="11469" y="99688"/>
                    <a:pt x="1884" y="70960"/>
                    <a:pt x="33194" y="51170"/>
                  </a:cubicBezTo>
                  <a:cubicBezTo>
                    <a:pt x="56198" y="36486"/>
                    <a:pt x="92621" y="39040"/>
                    <a:pt x="127765" y="42232"/>
                  </a:cubicBezTo>
                  <a:cubicBezTo>
                    <a:pt x="134155" y="42870"/>
                    <a:pt x="139906" y="43509"/>
                    <a:pt x="145657" y="43509"/>
                  </a:cubicBezTo>
                  <a:close/>
                </a:path>
              </a:pathLst>
            </a:custGeom>
            <a:solidFill>
              <a:srgbClr val="26890D"/>
            </a:solidFill>
            <a:ln w="6390" cap="flat">
              <a:noFill/>
              <a:prstDash val="solid"/>
              <a:miter/>
            </a:ln>
          </p:spPr>
          <p:txBody>
            <a:bodyPr rtlCol="0" anchor="ctr"/>
            <a:lstStyle/>
            <a:p>
              <a:endParaRPr lang="en-US"/>
            </a:p>
          </p:txBody>
        </p:sp>
        <p:sp>
          <p:nvSpPr>
            <p:cNvPr id="828" name="Graphic 4">
              <a:extLst>
                <a:ext uri="{FF2B5EF4-FFF2-40B4-BE49-F238E27FC236}">
                  <a16:creationId xmlns:a16="http://schemas.microsoft.com/office/drawing/2014/main" id="{73F8C087-49FC-E146-80A2-385CAF5BC861}"/>
                </a:ext>
              </a:extLst>
            </p:cNvPr>
            <p:cNvSpPr/>
            <p:nvPr/>
          </p:nvSpPr>
          <p:spPr>
            <a:xfrm>
              <a:off x="2719341" y="1538702"/>
              <a:ext cx="142164" cy="170452"/>
            </a:xfrm>
            <a:custGeom>
              <a:avLst/>
              <a:gdLst>
                <a:gd name="connsiteX0" fmla="*/ 136322 w 142164"/>
                <a:gd name="connsiteY0" fmla="*/ 29366 h 170452"/>
                <a:gd name="connsiteX1" fmla="*/ 65393 w 142164"/>
                <a:gd name="connsiteY1" fmla="*/ 0 h 170452"/>
                <a:gd name="connsiteX2" fmla="*/ 58365 w 142164"/>
                <a:gd name="connsiteY2" fmla="*/ 5746 h 170452"/>
                <a:gd name="connsiteX3" fmla="*/ 64116 w 142164"/>
                <a:gd name="connsiteY3" fmla="*/ 12768 h 170452"/>
                <a:gd name="connsiteX4" fmla="*/ 125459 w 142164"/>
                <a:gd name="connsiteY4" fmla="*/ 37027 h 170452"/>
                <a:gd name="connsiteX5" fmla="*/ 128015 w 142164"/>
                <a:gd name="connsiteY5" fmla="*/ 56179 h 170452"/>
                <a:gd name="connsiteX6" fmla="*/ 89036 w 142164"/>
                <a:gd name="connsiteY6" fmla="*/ 82353 h 170452"/>
                <a:gd name="connsiteX7" fmla="*/ 45585 w 142164"/>
                <a:gd name="connsiteY7" fmla="*/ 86184 h 170452"/>
                <a:gd name="connsiteX8" fmla="*/ 27054 w 142164"/>
                <a:gd name="connsiteY8" fmla="*/ 86184 h 170452"/>
                <a:gd name="connsiteX9" fmla="*/ 2133 w 142164"/>
                <a:gd name="connsiteY9" fmla="*/ 106613 h 170452"/>
                <a:gd name="connsiteX10" fmla="*/ 25137 w 142164"/>
                <a:gd name="connsiteY10" fmla="*/ 168537 h 170452"/>
                <a:gd name="connsiteX11" fmla="*/ 34083 w 142164"/>
                <a:gd name="connsiteY11" fmla="*/ 168537 h 170452"/>
                <a:gd name="connsiteX12" fmla="*/ 34083 w 142164"/>
                <a:gd name="connsiteY12" fmla="*/ 159600 h 170452"/>
                <a:gd name="connsiteX13" fmla="*/ 34083 w 142164"/>
                <a:gd name="connsiteY13" fmla="*/ 159600 h 170452"/>
                <a:gd name="connsiteX14" fmla="*/ 14274 w 142164"/>
                <a:gd name="connsiteY14" fmla="*/ 111081 h 170452"/>
                <a:gd name="connsiteX15" fmla="*/ 28332 w 142164"/>
                <a:gd name="connsiteY15" fmla="*/ 99590 h 170452"/>
                <a:gd name="connsiteX16" fmla="*/ 44946 w 142164"/>
                <a:gd name="connsiteY16" fmla="*/ 99590 h 170452"/>
                <a:gd name="connsiteX17" fmla="*/ 90953 w 142164"/>
                <a:gd name="connsiteY17" fmla="*/ 95760 h 170452"/>
                <a:gd name="connsiteX18" fmla="*/ 139517 w 142164"/>
                <a:gd name="connsiteY18" fmla="*/ 60648 h 170452"/>
                <a:gd name="connsiteX19" fmla="*/ 136322 w 142164"/>
                <a:gd name="connsiteY19" fmla="*/ 29366 h 17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2164" h="170452">
                  <a:moveTo>
                    <a:pt x="136322" y="29366"/>
                  </a:moveTo>
                  <a:cubicBezTo>
                    <a:pt x="118430" y="4469"/>
                    <a:pt x="67950" y="0"/>
                    <a:pt x="65393" y="0"/>
                  </a:cubicBezTo>
                  <a:cubicBezTo>
                    <a:pt x="61560" y="0"/>
                    <a:pt x="59004" y="2554"/>
                    <a:pt x="58365" y="5746"/>
                  </a:cubicBezTo>
                  <a:cubicBezTo>
                    <a:pt x="58365" y="9576"/>
                    <a:pt x="60921" y="12130"/>
                    <a:pt x="64116" y="12768"/>
                  </a:cubicBezTo>
                  <a:cubicBezTo>
                    <a:pt x="76895" y="14045"/>
                    <a:pt x="113318" y="19790"/>
                    <a:pt x="125459" y="37027"/>
                  </a:cubicBezTo>
                  <a:cubicBezTo>
                    <a:pt x="129293" y="42773"/>
                    <a:pt x="130571" y="49795"/>
                    <a:pt x="128015" y="56179"/>
                  </a:cubicBezTo>
                  <a:cubicBezTo>
                    <a:pt x="124820" y="68309"/>
                    <a:pt x="109484" y="77885"/>
                    <a:pt x="89036" y="82353"/>
                  </a:cubicBezTo>
                  <a:cubicBezTo>
                    <a:pt x="74978" y="85545"/>
                    <a:pt x="60282" y="86184"/>
                    <a:pt x="45585" y="86184"/>
                  </a:cubicBezTo>
                  <a:cubicBezTo>
                    <a:pt x="39195" y="85545"/>
                    <a:pt x="33444" y="85545"/>
                    <a:pt x="27054" y="86184"/>
                  </a:cubicBezTo>
                  <a:cubicBezTo>
                    <a:pt x="15552" y="87461"/>
                    <a:pt x="5967" y="95121"/>
                    <a:pt x="2133" y="106613"/>
                  </a:cubicBezTo>
                  <a:cubicBezTo>
                    <a:pt x="-1062" y="114912"/>
                    <a:pt x="-4896" y="137894"/>
                    <a:pt x="25137" y="168537"/>
                  </a:cubicBezTo>
                  <a:cubicBezTo>
                    <a:pt x="27693" y="171091"/>
                    <a:pt x="31527" y="171091"/>
                    <a:pt x="34083" y="168537"/>
                  </a:cubicBezTo>
                  <a:cubicBezTo>
                    <a:pt x="36639" y="165984"/>
                    <a:pt x="36639" y="162153"/>
                    <a:pt x="34083" y="159600"/>
                  </a:cubicBezTo>
                  <a:lnTo>
                    <a:pt x="34083" y="159600"/>
                  </a:lnTo>
                  <a:cubicBezTo>
                    <a:pt x="16830" y="141724"/>
                    <a:pt x="9162" y="123849"/>
                    <a:pt x="14274" y="111081"/>
                  </a:cubicBezTo>
                  <a:cubicBezTo>
                    <a:pt x="16191" y="104697"/>
                    <a:pt x="21942" y="100229"/>
                    <a:pt x="28332" y="99590"/>
                  </a:cubicBezTo>
                  <a:cubicBezTo>
                    <a:pt x="34083" y="98952"/>
                    <a:pt x="39834" y="98952"/>
                    <a:pt x="44946" y="99590"/>
                  </a:cubicBezTo>
                  <a:cubicBezTo>
                    <a:pt x="60282" y="100229"/>
                    <a:pt x="75617" y="98952"/>
                    <a:pt x="90953" y="95760"/>
                  </a:cubicBezTo>
                  <a:cubicBezTo>
                    <a:pt x="116513" y="90653"/>
                    <a:pt x="135044" y="77246"/>
                    <a:pt x="139517" y="60648"/>
                  </a:cubicBezTo>
                  <a:cubicBezTo>
                    <a:pt x="143990" y="49795"/>
                    <a:pt x="142712" y="38304"/>
                    <a:pt x="136322" y="29366"/>
                  </a:cubicBezTo>
                  <a:close/>
                </a:path>
              </a:pathLst>
            </a:custGeom>
            <a:solidFill>
              <a:srgbClr val="26890D"/>
            </a:solidFill>
            <a:ln w="6390" cap="flat">
              <a:noFill/>
              <a:prstDash val="solid"/>
              <a:miter/>
            </a:ln>
          </p:spPr>
          <p:txBody>
            <a:bodyPr rtlCol="0" anchor="ctr"/>
            <a:lstStyle/>
            <a:p>
              <a:endParaRPr lang="en-US"/>
            </a:p>
          </p:txBody>
        </p:sp>
      </p:grpSp>
      <p:grpSp>
        <p:nvGrpSpPr>
          <p:cNvPr id="829" name="Graphic 4">
            <a:extLst>
              <a:ext uri="{FF2B5EF4-FFF2-40B4-BE49-F238E27FC236}">
                <a16:creationId xmlns:a16="http://schemas.microsoft.com/office/drawing/2014/main" id="{2E71BB55-67A6-1B49-84D0-FBF61BF23AF9}"/>
              </a:ext>
            </a:extLst>
          </p:cNvPr>
          <p:cNvGrpSpPr/>
          <p:nvPr/>
        </p:nvGrpSpPr>
        <p:grpSpPr>
          <a:xfrm>
            <a:off x="2560447" y="3339623"/>
            <a:ext cx="362309" cy="361971"/>
            <a:chOff x="2560447" y="3339623"/>
            <a:chExt cx="362309" cy="361971"/>
          </a:xfrm>
          <a:solidFill>
            <a:srgbClr val="26890D"/>
          </a:solidFill>
        </p:grpSpPr>
        <p:sp>
          <p:nvSpPr>
            <p:cNvPr id="830" name="Graphic 4">
              <a:extLst>
                <a:ext uri="{FF2B5EF4-FFF2-40B4-BE49-F238E27FC236}">
                  <a16:creationId xmlns:a16="http://schemas.microsoft.com/office/drawing/2014/main" id="{13223F7B-DE00-C948-9491-C9ED61980895}"/>
                </a:ext>
              </a:extLst>
            </p:cNvPr>
            <p:cNvSpPr/>
            <p:nvPr/>
          </p:nvSpPr>
          <p:spPr>
            <a:xfrm>
              <a:off x="2560447" y="33396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lnTo>
                    <a:pt x="181474" y="349204"/>
                  </a:lnTo>
                  <a:close/>
                </a:path>
              </a:pathLst>
            </a:custGeom>
            <a:solidFill>
              <a:srgbClr val="26890D"/>
            </a:solidFill>
            <a:ln w="6390" cap="flat">
              <a:noFill/>
              <a:prstDash val="solid"/>
              <a:miter/>
            </a:ln>
          </p:spPr>
          <p:txBody>
            <a:bodyPr rtlCol="0" anchor="ctr"/>
            <a:lstStyle/>
            <a:p>
              <a:endParaRPr lang="en-US"/>
            </a:p>
          </p:txBody>
        </p:sp>
        <p:sp>
          <p:nvSpPr>
            <p:cNvPr id="831" name="Graphic 4">
              <a:extLst>
                <a:ext uri="{FF2B5EF4-FFF2-40B4-BE49-F238E27FC236}">
                  <a16:creationId xmlns:a16="http://schemas.microsoft.com/office/drawing/2014/main" id="{8CA5ACCF-CB0B-E948-99C2-3F9126FE268B}"/>
                </a:ext>
              </a:extLst>
            </p:cNvPr>
            <p:cNvSpPr/>
            <p:nvPr/>
          </p:nvSpPr>
          <p:spPr>
            <a:xfrm>
              <a:off x="2631376" y="3473687"/>
              <a:ext cx="90751" cy="128317"/>
            </a:xfrm>
            <a:custGeom>
              <a:avLst/>
              <a:gdLst>
                <a:gd name="connsiteX0" fmla="*/ 45369 w 90751"/>
                <a:gd name="connsiteY0" fmla="*/ 0 h 128317"/>
                <a:gd name="connsiteX1" fmla="*/ 0 w 90751"/>
                <a:gd name="connsiteY1" fmla="*/ 45326 h 128317"/>
                <a:gd name="connsiteX2" fmla="*/ 40257 w 90751"/>
                <a:gd name="connsiteY2" fmla="*/ 125765 h 128317"/>
                <a:gd name="connsiteX3" fmla="*/ 45369 w 90751"/>
                <a:gd name="connsiteY3" fmla="*/ 128318 h 128317"/>
                <a:gd name="connsiteX4" fmla="*/ 50481 w 90751"/>
                <a:gd name="connsiteY4" fmla="*/ 125765 h 128317"/>
                <a:gd name="connsiteX5" fmla="*/ 90737 w 90751"/>
                <a:gd name="connsiteY5" fmla="*/ 45326 h 128317"/>
                <a:gd name="connsiteX6" fmla="*/ 45369 w 90751"/>
                <a:gd name="connsiteY6" fmla="*/ 0 h 128317"/>
                <a:gd name="connsiteX7" fmla="*/ 45369 w 90751"/>
                <a:gd name="connsiteY7" fmla="*/ 110443 h 128317"/>
                <a:gd name="connsiteX8" fmla="*/ 12780 w 90751"/>
                <a:gd name="connsiteY8" fmla="*/ 45326 h 128317"/>
                <a:gd name="connsiteX9" fmla="*/ 44091 w 90751"/>
                <a:gd name="connsiteY9" fmla="*/ 11491 h 128317"/>
                <a:gd name="connsiteX10" fmla="*/ 77957 w 90751"/>
                <a:gd name="connsiteY10" fmla="*/ 42773 h 128317"/>
                <a:gd name="connsiteX11" fmla="*/ 77957 w 90751"/>
                <a:gd name="connsiteY11" fmla="*/ 45965 h 128317"/>
                <a:gd name="connsiteX12" fmla="*/ 45369 w 90751"/>
                <a:gd name="connsiteY12" fmla="*/ 110443 h 12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0751" h="128317">
                  <a:moveTo>
                    <a:pt x="45369" y="0"/>
                  </a:moveTo>
                  <a:cubicBezTo>
                    <a:pt x="20448" y="0"/>
                    <a:pt x="0" y="20429"/>
                    <a:pt x="0" y="45326"/>
                  </a:cubicBezTo>
                  <a:cubicBezTo>
                    <a:pt x="0" y="68309"/>
                    <a:pt x="35784" y="120019"/>
                    <a:pt x="40257" y="125765"/>
                  </a:cubicBezTo>
                  <a:cubicBezTo>
                    <a:pt x="41535" y="127680"/>
                    <a:pt x="43452" y="128318"/>
                    <a:pt x="45369" y="128318"/>
                  </a:cubicBezTo>
                  <a:cubicBezTo>
                    <a:pt x="47286" y="128318"/>
                    <a:pt x="49203" y="127041"/>
                    <a:pt x="50481" y="125765"/>
                  </a:cubicBezTo>
                  <a:cubicBezTo>
                    <a:pt x="54314" y="120019"/>
                    <a:pt x="90737" y="68309"/>
                    <a:pt x="90737" y="45326"/>
                  </a:cubicBezTo>
                  <a:cubicBezTo>
                    <a:pt x="91376" y="19790"/>
                    <a:pt x="70928" y="0"/>
                    <a:pt x="45369" y="0"/>
                  </a:cubicBezTo>
                  <a:close/>
                  <a:moveTo>
                    <a:pt x="45369" y="110443"/>
                  </a:moveTo>
                  <a:cubicBezTo>
                    <a:pt x="31311" y="89376"/>
                    <a:pt x="12780" y="57456"/>
                    <a:pt x="12780" y="45326"/>
                  </a:cubicBezTo>
                  <a:cubicBezTo>
                    <a:pt x="12141" y="27451"/>
                    <a:pt x="26199" y="12130"/>
                    <a:pt x="44091" y="11491"/>
                  </a:cubicBezTo>
                  <a:cubicBezTo>
                    <a:pt x="61982" y="10853"/>
                    <a:pt x="77318" y="24898"/>
                    <a:pt x="77957" y="42773"/>
                  </a:cubicBezTo>
                  <a:cubicBezTo>
                    <a:pt x="77957" y="44050"/>
                    <a:pt x="77957" y="44688"/>
                    <a:pt x="77957" y="45965"/>
                  </a:cubicBezTo>
                  <a:cubicBezTo>
                    <a:pt x="78596" y="57456"/>
                    <a:pt x="60066" y="89376"/>
                    <a:pt x="45369" y="110443"/>
                  </a:cubicBezTo>
                  <a:close/>
                </a:path>
              </a:pathLst>
            </a:custGeom>
            <a:solidFill>
              <a:srgbClr val="26890D"/>
            </a:solidFill>
            <a:ln w="6390" cap="flat">
              <a:noFill/>
              <a:prstDash val="solid"/>
              <a:miter/>
            </a:ln>
          </p:spPr>
          <p:txBody>
            <a:bodyPr rtlCol="0" anchor="ctr"/>
            <a:lstStyle/>
            <a:p>
              <a:endParaRPr lang="en-US"/>
            </a:p>
          </p:txBody>
        </p:sp>
        <p:sp>
          <p:nvSpPr>
            <p:cNvPr id="832" name="Graphic 4">
              <a:extLst>
                <a:ext uri="{FF2B5EF4-FFF2-40B4-BE49-F238E27FC236}">
                  <a16:creationId xmlns:a16="http://schemas.microsoft.com/office/drawing/2014/main" id="{06756440-000D-4B44-A2EF-5FFF5C443B1E}"/>
                </a:ext>
              </a:extLst>
            </p:cNvPr>
            <p:cNvSpPr/>
            <p:nvPr/>
          </p:nvSpPr>
          <p:spPr>
            <a:xfrm>
              <a:off x="2652462" y="3495393"/>
              <a:ext cx="48588" cy="48518"/>
            </a:xfrm>
            <a:custGeom>
              <a:avLst/>
              <a:gdLst>
                <a:gd name="connsiteX0" fmla="*/ 24282 w 48588"/>
                <a:gd name="connsiteY0" fmla="*/ 0 h 48518"/>
                <a:gd name="connsiteX1" fmla="*/ 0 w 48588"/>
                <a:gd name="connsiteY1" fmla="*/ 24259 h 48518"/>
                <a:gd name="connsiteX2" fmla="*/ 24282 w 48588"/>
                <a:gd name="connsiteY2" fmla="*/ 48518 h 48518"/>
                <a:gd name="connsiteX3" fmla="*/ 48564 w 48588"/>
                <a:gd name="connsiteY3" fmla="*/ 24259 h 48518"/>
                <a:gd name="connsiteX4" fmla="*/ 48564 w 48588"/>
                <a:gd name="connsiteY4" fmla="*/ 24259 h 48518"/>
                <a:gd name="connsiteX5" fmla="*/ 24282 w 48588"/>
                <a:gd name="connsiteY5" fmla="*/ 0 h 48518"/>
                <a:gd name="connsiteX6" fmla="*/ 24282 w 48588"/>
                <a:gd name="connsiteY6" fmla="*/ 0 h 48518"/>
                <a:gd name="connsiteX7" fmla="*/ 24282 w 48588"/>
                <a:gd name="connsiteY7" fmla="*/ 35750 h 48518"/>
                <a:gd name="connsiteX8" fmla="*/ 12780 w 48588"/>
                <a:gd name="connsiteY8" fmla="*/ 24259 h 48518"/>
                <a:gd name="connsiteX9" fmla="*/ 24282 w 48588"/>
                <a:gd name="connsiteY9" fmla="*/ 12768 h 48518"/>
                <a:gd name="connsiteX10" fmla="*/ 35784 w 48588"/>
                <a:gd name="connsiteY10" fmla="*/ 24259 h 48518"/>
                <a:gd name="connsiteX11" fmla="*/ 35784 w 48588"/>
                <a:gd name="connsiteY11" fmla="*/ 24259 h 48518"/>
                <a:gd name="connsiteX12" fmla="*/ 24282 w 48588"/>
                <a:gd name="connsiteY12" fmla="*/ 35750 h 4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588" h="48518">
                  <a:moveTo>
                    <a:pt x="24282" y="0"/>
                  </a:moveTo>
                  <a:cubicBezTo>
                    <a:pt x="10863" y="0"/>
                    <a:pt x="0" y="10852"/>
                    <a:pt x="0" y="24259"/>
                  </a:cubicBezTo>
                  <a:cubicBezTo>
                    <a:pt x="0" y="37665"/>
                    <a:pt x="10863" y="48518"/>
                    <a:pt x="24282" y="48518"/>
                  </a:cubicBezTo>
                  <a:cubicBezTo>
                    <a:pt x="37701" y="48518"/>
                    <a:pt x="48564" y="37665"/>
                    <a:pt x="48564" y="24259"/>
                  </a:cubicBezTo>
                  <a:cubicBezTo>
                    <a:pt x="48564" y="24259"/>
                    <a:pt x="48564" y="24259"/>
                    <a:pt x="48564" y="24259"/>
                  </a:cubicBezTo>
                  <a:cubicBezTo>
                    <a:pt x="49202" y="10852"/>
                    <a:pt x="37701" y="0"/>
                    <a:pt x="24282" y="0"/>
                  </a:cubicBezTo>
                  <a:cubicBezTo>
                    <a:pt x="24282" y="0"/>
                    <a:pt x="24282" y="0"/>
                    <a:pt x="24282" y="0"/>
                  </a:cubicBezTo>
                  <a:close/>
                  <a:moveTo>
                    <a:pt x="24282" y="35750"/>
                  </a:moveTo>
                  <a:cubicBezTo>
                    <a:pt x="17892" y="35750"/>
                    <a:pt x="12780" y="30643"/>
                    <a:pt x="12780" y="24259"/>
                  </a:cubicBezTo>
                  <a:cubicBezTo>
                    <a:pt x="12780" y="17875"/>
                    <a:pt x="17892" y="12768"/>
                    <a:pt x="24282" y="12768"/>
                  </a:cubicBezTo>
                  <a:cubicBezTo>
                    <a:pt x="30672" y="12768"/>
                    <a:pt x="35784" y="17875"/>
                    <a:pt x="35784" y="24259"/>
                  </a:cubicBezTo>
                  <a:lnTo>
                    <a:pt x="35784" y="24259"/>
                  </a:lnTo>
                  <a:cubicBezTo>
                    <a:pt x="36423" y="30643"/>
                    <a:pt x="30672" y="35750"/>
                    <a:pt x="24282" y="35750"/>
                  </a:cubicBezTo>
                  <a:close/>
                </a:path>
              </a:pathLst>
            </a:custGeom>
            <a:solidFill>
              <a:srgbClr val="26890D"/>
            </a:solidFill>
            <a:ln w="6390" cap="flat">
              <a:noFill/>
              <a:prstDash val="solid"/>
              <a:miter/>
            </a:ln>
          </p:spPr>
          <p:txBody>
            <a:bodyPr rtlCol="0" anchor="ctr"/>
            <a:lstStyle/>
            <a:p>
              <a:endParaRPr lang="en-US"/>
            </a:p>
          </p:txBody>
        </p:sp>
        <p:sp>
          <p:nvSpPr>
            <p:cNvPr id="833" name="Graphic 4">
              <a:extLst>
                <a:ext uri="{FF2B5EF4-FFF2-40B4-BE49-F238E27FC236}">
                  <a16:creationId xmlns:a16="http://schemas.microsoft.com/office/drawing/2014/main" id="{8825502B-DFF1-904E-B62A-05D796FB350B}"/>
                </a:ext>
              </a:extLst>
            </p:cNvPr>
            <p:cNvSpPr/>
            <p:nvPr/>
          </p:nvSpPr>
          <p:spPr>
            <a:xfrm>
              <a:off x="2669076" y="3428999"/>
              <a:ext cx="182752" cy="183220"/>
            </a:xfrm>
            <a:custGeom>
              <a:avLst/>
              <a:gdLst>
                <a:gd name="connsiteX0" fmla="*/ 158470 w 182752"/>
                <a:gd name="connsiteY0" fmla="*/ 0 h 183220"/>
                <a:gd name="connsiteX1" fmla="*/ 24282 w 182752"/>
                <a:gd name="connsiteY1" fmla="*/ 0 h 183220"/>
                <a:gd name="connsiteX2" fmla="*/ 0 w 182752"/>
                <a:gd name="connsiteY2" fmla="*/ 24259 h 183220"/>
                <a:gd name="connsiteX3" fmla="*/ 0 w 182752"/>
                <a:gd name="connsiteY3" fmla="*/ 30643 h 183220"/>
                <a:gd name="connsiteX4" fmla="*/ 6390 w 182752"/>
                <a:gd name="connsiteY4" fmla="*/ 37027 h 183220"/>
                <a:gd name="connsiteX5" fmla="*/ 12780 w 182752"/>
                <a:gd name="connsiteY5" fmla="*/ 30643 h 183220"/>
                <a:gd name="connsiteX6" fmla="*/ 12780 w 182752"/>
                <a:gd name="connsiteY6" fmla="*/ 24259 h 183220"/>
                <a:gd name="connsiteX7" fmla="*/ 24282 w 182752"/>
                <a:gd name="connsiteY7" fmla="*/ 12768 h 183220"/>
                <a:gd name="connsiteX8" fmla="*/ 113741 w 182752"/>
                <a:gd name="connsiteY8" fmla="*/ 12768 h 183220"/>
                <a:gd name="connsiteX9" fmla="*/ 71567 w 182752"/>
                <a:gd name="connsiteY9" fmla="*/ 170452 h 183220"/>
                <a:gd name="connsiteX10" fmla="*/ 24282 w 182752"/>
                <a:gd name="connsiteY10" fmla="*/ 170452 h 183220"/>
                <a:gd name="connsiteX11" fmla="*/ 17892 w 182752"/>
                <a:gd name="connsiteY11" fmla="*/ 176836 h 183220"/>
                <a:gd name="connsiteX12" fmla="*/ 24282 w 182752"/>
                <a:gd name="connsiteY12" fmla="*/ 183220 h 183220"/>
                <a:gd name="connsiteX13" fmla="*/ 158470 w 182752"/>
                <a:gd name="connsiteY13" fmla="*/ 183220 h 183220"/>
                <a:gd name="connsiteX14" fmla="*/ 182752 w 182752"/>
                <a:gd name="connsiteY14" fmla="*/ 158961 h 183220"/>
                <a:gd name="connsiteX15" fmla="*/ 182752 w 182752"/>
                <a:gd name="connsiteY15" fmla="*/ 24898 h 183220"/>
                <a:gd name="connsiteX16" fmla="*/ 158470 w 182752"/>
                <a:gd name="connsiteY16" fmla="*/ 0 h 183220"/>
                <a:gd name="connsiteX17" fmla="*/ 158470 w 182752"/>
                <a:gd name="connsiteY17" fmla="*/ 0 h 183220"/>
                <a:gd name="connsiteX18" fmla="*/ 158470 w 182752"/>
                <a:gd name="connsiteY18" fmla="*/ 12768 h 183220"/>
                <a:gd name="connsiteX19" fmla="*/ 169972 w 182752"/>
                <a:gd name="connsiteY19" fmla="*/ 24259 h 183220"/>
                <a:gd name="connsiteX20" fmla="*/ 169972 w 182752"/>
                <a:gd name="connsiteY20" fmla="*/ 24259 h 183220"/>
                <a:gd name="connsiteX21" fmla="*/ 169972 w 182752"/>
                <a:gd name="connsiteY21" fmla="*/ 137256 h 183220"/>
                <a:gd name="connsiteX22" fmla="*/ 102878 w 182752"/>
                <a:gd name="connsiteY22" fmla="*/ 100229 h 183220"/>
                <a:gd name="connsiteX23" fmla="*/ 126521 w 182752"/>
                <a:gd name="connsiteY23" fmla="*/ 12768 h 183220"/>
                <a:gd name="connsiteX24" fmla="*/ 158470 w 182752"/>
                <a:gd name="connsiteY24" fmla="*/ 12768 h 183220"/>
                <a:gd name="connsiteX25" fmla="*/ 158470 w 182752"/>
                <a:gd name="connsiteY25" fmla="*/ 170452 h 183220"/>
                <a:gd name="connsiteX26" fmla="*/ 84347 w 182752"/>
                <a:gd name="connsiteY26" fmla="*/ 170452 h 183220"/>
                <a:gd name="connsiteX27" fmla="*/ 99683 w 182752"/>
                <a:gd name="connsiteY27" fmla="*/ 112997 h 183220"/>
                <a:gd name="connsiteX28" fmla="*/ 169972 w 182752"/>
                <a:gd name="connsiteY28" fmla="*/ 151939 h 183220"/>
                <a:gd name="connsiteX29" fmla="*/ 169972 w 182752"/>
                <a:gd name="connsiteY29" fmla="*/ 158961 h 183220"/>
                <a:gd name="connsiteX30" fmla="*/ 158470 w 182752"/>
                <a:gd name="connsiteY30" fmla="*/ 170452 h 183220"/>
                <a:gd name="connsiteX31" fmla="*/ 158470 w 182752"/>
                <a:gd name="connsiteY31" fmla="*/ 170452 h 183220"/>
                <a:gd name="connsiteX32" fmla="*/ 158470 w 182752"/>
                <a:gd name="connsiteY32" fmla="*/ 170452 h 183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82752" h="183220">
                  <a:moveTo>
                    <a:pt x="158470" y="0"/>
                  </a:moveTo>
                  <a:lnTo>
                    <a:pt x="24282" y="0"/>
                  </a:lnTo>
                  <a:cubicBezTo>
                    <a:pt x="10863" y="0"/>
                    <a:pt x="0" y="10853"/>
                    <a:pt x="0" y="24259"/>
                  </a:cubicBezTo>
                  <a:lnTo>
                    <a:pt x="0" y="30643"/>
                  </a:lnTo>
                  <a:cubicBezTo>
                    <a:pt x="0" y="34474"/>
                    <a:pt x="2556" y="37027"/>
                    <a:pt x="6390" y="37027"/>
                  </a:cubicBezTo>
                  <a:cubicBezTo>
                    <a:pt x="10224" y="37027"/>
                    <a:pt x="12780" y="34474"/>
                    <a:pt x="12780" y="30643"/>
                  </a:cubicBezTo>
                  <a:lnTo>
                    <a:pt x="12780" y="24259"/>
                  </a:lnTo>
                  <a:cubicBezTo>
                    <a:pt x="12780" y="17875"/>
                    <a:pt x="17892" y="12768"/>
                    <a:pt x="24282" y="12768"/>
                  </a:cubicBezTo>
                  <a:lnTo>
                    <a:pt x="113741" y="12768"/>
                  </a:lnTo>
                  <a:lnTo>
                    <a:pt x="71567" y="170452"/>
                  </a:lnTo>
                  <a:lnTo>
                    <a:pt x="24282" y="170452"/>
                  </a:lnTo>
                  <a:cubicBezTo>
                    <a:pt x="20448" y="170452"/>
                    <a:pt x="17892" y="173006"/>
                    <a:pt x="17892" y="176836"/>
                  </a:cubicBezTo>
                  <a:cubicBezTo>
                    <a:pt x="17892" y="180667"/>
                    <a:pt x="20448" y="183220"/>
                    <a:pt x="24282" y="183220"/>
                  </a:cubicBezTo>
                  <a:lnTo>
                    <a:pt x="158470" y="183220"/>
                  </a:lnTo>
                  <a:cubicBezTo>
                    <a:pt x="171889" y="183220"/>
                    <a:pt x="182752" y="172368"/>
                    <a:pt x="182752" y="158961"/>
                  </a:cubicBezTo>
                  <a:lnTo>
                    <a:pt x="182752" y="24898"/>
                  </a:lnTo>
                  <a:cubicBezTo>
                    <a:pt x="182752" y="11491"/>
                    <a:pt x="171889" y="0"/>
                    <a:pt x="158470" y="0"/>
                  </a:cubicBezTo>
                  <a:cubicBezTo>
                    <a:pt x="158470" y="0"/>
                    <a:pt x="158470" y="0"/>
                    <a:pt x="158470" y="0"/>
                  </a:cubicBezTo>
                  <a:close/>
                  <a:moveTo>
                    <a:pt x="158470" y="12768"/>
                  </a:moveTo>
                  <a:cubicBezTo>
                    <a:pt x="164860" y="12768"/>
                    <a:pt x="169972" y="17875"/>
                    <a:pt x="169972" y="24259"/>
                  </a:cubicBezTo>
                  <a:lnTo>
                    <a:pt x="169972" y="24259"/>
                  </a:lnTo>
                  <a:lnTo>
                    <a:pt x="169972" y="137256"/>
                  </a:lnTo>
                  <a:lnTo>
                    <a:pt x="102878" y="100229"/>
                  </a:lnTo>
                  <a:lnTo>
                    <a:pt x="126521" y="12768"/>
                  </a:lnTo>
                  <a:lnTo>
                    <a:pt x="158470" y="12768"/>
                  </a:lnTo>
                  <a:close/>
                  <a:moveTo>
                    <a:pt x="158470" y="170452"/>
                  </a:moveTo>
                  <a:lnTo>
                    <a:pt x="84347" y="170452"/>
                  </a:lnTo>
                  <a:lnTo>
                    <a:pt x="99683" y="112997"/>
                  </a:lnTo>
                  <a:lnTo>
                    <a:pt x="169972" y="151939"/>
                  </a:lnTo>
                  <a:lnTo>
                    <a:pt x="169972" y="158961"/>
                  </a:lnTo>
                  <a:cubicBezTo>
                    <a:pt x="169972" y="165345"/>
                    <a:pt x="164860" y="170452"/>
                    <a:pt x="158470" y="170452"/>
                  </a:cubicBezTo>
                  <a:cubicBezTo>
                    <a:pt x="158470" y="170452"/>
                    <a:pt x="158470" y="170452"/>
                    <a:pt x="158470" y="170452"/>
                  </a:cubicBezTo>
                  <a:lnTo>
                    <a:pt x="158470" y="170452"/>
                  </a:lnTo>
                  <a:close/>
                </a:path>
              </a:pathLst>
            </a:custGeom>
            <a:solidFill>
              <a:srgbClr val="26890D"/>
            </a:solidFill>
            <a:ln w="6390" cap="flat">
              <a:noFill/>
              <a:prstDash val="solid"/>
              <a:miter/>
            </a:ln>
          </p:spPr>
          <p:txBody>
            <a:bodyPr rtlCol="0" anchor="ctr"/>
            <a:lstStyle/>
            <a:p>
              <a:endParaRPr lang="en-US"/>
            </a:p>
          </p:txBody>
        </p:sp>
      </p:grpSp>
      <p:grpSp>
        <p:nvGrpSpPr>
          <p:cNvPr id="834" name="Graphic 4">
            <a:extLst>
              <a:ext uri="{FF2B5EF4-FFF2-40B4-BE49-F238E27FC236}">
                <a16:creationId xmlns:a16="http://schemas.microsoft.com/office/drawing/2014/main" id="{4DA5C7E0-B16A-C546-B7DA-F3EBDB92BB94}"/>
              </a:ext>
            </a:extLst>
          </p:cNvPr>
          <p:cNvGrpSpPr/>
          <p:nvPr/>
        </p:nvGrpSpPr>
        <p:grpSpPr>
          <a:xfrm>
            <a:off x="2560447" y="918179"/>
            <a:ext cx="362309" cy="361971"/>
            <a:chOff x="2560447" y="918179"/>
            <a:chExt cx="362309" cy="361971"/>
          </a:xfrm>
          <a:solidFill>
            <a:srgbClr val="26890D"/>
          </a:solidFill>
        </p:grpSpPr>
        <p:sp>
          <p:nvSpPr>
            <p:cNvPr id="835" name="Graphic 4">
              <a:extLst>
                <a:ext uri="{FF2B5EF4-FFF2-40B4-BE49-F238E27FC236}">
                  <a16:creationId xmlns:a16="http://schemas.microsoft.com/office/drawing/2014/main" id="{7FC76738-90BF-5148-8B36-970AC380C1F6}"/>
                </a:ext>
              </a:extLst>
            </p:cNvPr>
            <p:cNvSpPr/>
            <p:nvPr/>
          </p:nvSpPr>
          <p:spPr>
            <a:xfrm>
              <a:off x="2560447" y="91817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737"/>
                    <a:pt x="88181" y="12768"/>
                    <a:pt x="180835" y="12768"/>
                  </a:cubicBezTo>
                  <a:cubicBezTo>
                    <a:pt x="273489" y="12768"/>
                    <a:pt x="349529" y="88099"/>
                    <a:pt x="349529" y="180667"/>
                  </a:cubicBezTo>
                  <a:cubicBezTo>
                    <a:pt x="349529" y="180667"/>
                    <a:pt x="349529" y="180667"/>
                    <a:pt x="349529" y="180667"/>
                  </a:cubicBezTo>
                  <a:cubicBezTo>
                    <a:pt x="349529" y="273873"/>
                    <a:pt x="274128" y="348565"/>
                    <a:pt x="181474" y="349204"/>
                  </a:cubicBezTo>
                  <a:close/>
                </a:path>
              </a:pathLst>
            </a:custGeom>
            <a:solidFill>
              <a:srgbClr val="26890D"/>
            </a:solidFill>
            <a:ln w="6390" cap="flat">
              <a:noFill/>
              <a:prstDash val="solid"/>
              <a:miter/>
            </a:ln>
          </p:spPr>
          <p:txBody>
            <a:bodyPr rtlCol="0" anchor="ctr"/>
            <a:lstStyle/>
            <a:p>
              <a:endParaRPr lang="en-US"/>
            </a:p>
          </p:txBody>
        </p:sp>
        <p:sp>
          <p:nvSpPr>
            <p:cNvPr id="836" name="Graphic 4">
              <a:extLst>
                <a:ext uri="{FF2B5EF4-FFF2-40B4-BE49-F238E27FC236}">
                  <a16:creationId xmlns:a16="http://schemas.microsoft.com/office/drawing/2014/main" id="{4FDCB86A-73E5-9848-A301-5461FA294893}"/>
                </a:ext>
              </a:extLst>
            </p:cNvPr>
            <p:cNvSpPr/>
            <p:nvPr/>
          </p:nvSpPr>
          <p:spPr>
            <a:xfrm>
              <a:off x="2645169" y="989041"/>
              <a:ext cx="193240" cy="219608"/>
            </a:xfrm>
            <a:custGeom>
              <a:avLst/>
              <a:gdLst>
                <a:gd name="connsiteX0" fmla="*/ 184295 w 193240"/>
                <a:gd name="connsiteY0" fmla="*/ 150024 h 219608"/>
                <a:gd name="connsiteX1" fmla="*/ 128063 w 193240"/>
                <a:gd name="connsiteY1" fmla="*/ 142363 h 219608"/>
                <a:gd name="connsiteX2" fmla="*/ 154901 w 193240"/>
                <a:gd name="connsiteY2" fmla="*/ 102144 h 219608"/>
                <a:gd name="connsiteX3" fmla="*/ 164486 w 193240"/>
                <a:gd name="connsiteY3" fmla="*/ 68309 h 219608"/>
                <a:gd name="connsiteX4" fmla="*/ 96753 w 193240"/>
                <a:gd name="connsiteY4" fmla="*/ 0 h 219608"/>
                <a:gd name="connsiteX5" fmla="*/ 96753 w 193240"/>
                <a:gd name="connsiteY5" fmla="*/ 0 h 219608"/>
                <a:gd name="connsiteX6" fmla="*/ 28380 w 193240"/>
                <a:gd name="connsiteY6" fmla="*/ 68309 h 219608"/>
                <a:gd name="connsiteX7" fmla="*/ 28380 w 193240"/>
                <a:gd name="connsiteY7" fmla="*/ 68309 h 219608"/>
                <a:gd name="connsiteX8" fmla="*/ 37965 w 193240"/>
                <a:gd name="connsiteY8" fmla="*/ 102782 h 219608"/>
                <a:gd name="connsiteX9" fmla="*/ 67359 w 193240"/>
                <a:gd name="connsiteY9" fmla="*/ 147470 h 219608"/>
                <a:gd name="connsiteX10" fmla="*/ 24546 w 193240"/>
                <a:gd name="connsiteY10" fmla="*/ 138532 h 219608"/>
                <a:gd name="connsiteX11" fmla="*/ 16879 w 193240"/>
                <a:gd name="connsiteY11" fmla="*/ 143001 h 219608"/>
                <a:gd name="connsiteX12" fmla="*/ 265 w 193240"/>
                <a:gd name="connsiteY12" fmla="*/ 202372 h 219608"/>
                <a:gd name="connsiteX13" fmla="*/ 904 w 193240"/>
                <a:gd name="connsiteY13" fmla="*/ 207479 h 219608"/>
                <a:gd name="connsiteX14" fmla="*/ 5377 w 193240"/>
                <a:gd name="connsiteY14" fmla="*/ 210033 h 219608"/>
                <a:gd name="connsiteX15" fmla="*/ 60330 w 193240"/>
                <a:gd name="connsiteY15" fmla="*/ 219609 h 219608"/>
                <a:gd name="connsiteX16" fmla="*/ 61608 w 193240"/>
                <a:gd name="connsiteY16" fmla="*/ 219609 h 219608"/>
                <a:gd name="connsiteX17" fmla="*/ 61608 w 193240"/>
                <a:gd name="connsiteY17" fmla="*/ 219609 h 219608"/>
                <a:gd name="connsiteX18" fmla="*/ 62886 w 193240"/>
                <a:gd name="connsiteY18" fmla="*/ 219609 h 219608"/>
                <a:gd name="connsiteX19" fmla="*/ 130619 w 193240"/>
                <a:gd name="connsiteY19" fmla="*/ 204926 h 219608"/>
                <a:gd name="connsiteX20" fmla="*/ 184934 w 193240"/>
                <a:gd name="connsiteY20" fmla="*/ 218332 h 219608"/>
                <a:gd name="connsiteX21" fmla="*/ 190685 w 193240"/>
                <a:gd name="connsiteY21" fmla="*/ 217055 h 219608"/>
                <a:gd name="connsiteX22" fmla="*/ 193241 w 193240"/>
                <a:gd name="connsiteY22" fmla="*/ 211948 h 219608"/>
                <a:gd name="connsiteX23" fmla="*/ 190046 w 193240"/>
                <a:gd name="connsiteY23" fmla="*/ 156408 h 219608"/>
                <a:gd name="connsiteX24" fmla="*/ 184295 w 193240"/>
                <a:gd name="connsiteY24" fmla="*/ 150024 h 219608"/>
                <a:gd name="connsiteX25" fmla="*/ 80778 w 193240"/>
                <a:gd name="connsiteY25" fmla="*/ 167260 h 219608"/>
                <a:gd name="connsiteX26" fmla="*/ 86529 w 193240"/>
                <a:gd name="connsiteY26" fmla="*/ 175560 h 219608"/>
                <a:gd name="connsiteX27" fmla="*/ 96753 w 193240"/>
                <a:gd name="connsiteY27" fmla="*/ 180667 h 219608"/>
                <a:gd name="connsiteX28" fmla="*/ 96753 w 193240"/>
                <a:gd name="connsiteY28" fmla="*/ 180667 h 219608"/>
                <a:gd name="connsiteX29" fmla="*/ 106977 w 193240"/>
                <a:gd name="connsiteY29" fmla="*/ 175560 h 219608"/>
                <a:gd name="connsiteX30" fmla="*/ 121034 w 193240"/>
                <a:gd name="connsiteY30" fmla="*/ 154492 h 219608"/>
                <a:gd name="connsiteX31" fmla="*/ 124868 w 193240"/>
                <a:gd name="connsiteY31" fmla="*/ 193435 h 219608"/>
                <a:gd name="connsiteX32" fmla="*/ 71832 w 193240"/>
                <a:gd name="connsiteY32" fmla="*/ 205564 h 219608"/>
                <a:gd name="connsiteX33" fmla="*/ 80778 w 193240"/>
                <a:gd name="connsiteY33" fmla="*/ 167260 h 219608"/>
                <a:gd name="connsiteX34" fmla="*/ 41160 w 193240"/>
                <a:gd name="connsiteY34" fmla="*/ 68309 h 219608"/>
                <a:gd name="connsiteX35" fmla="*/ 96114 w 193240"/>
                <a:gd name="connsiteY35" fmla="*/ 12768 h 219608"/>
                <a:gd name="connsiteX36" fmla="*/ 96753 w 193240"/>
                <a:gd name="connsiteY36" fmla="*/ 12768 h 219608"/>
                <a:gd name="connsiteX37" fmla="*/ 151706 w 193240"/>
                <a:gd name="connsiteY37" fmla="*/ 68309 h 219608"/>
                <a:gd name="connsiteX38" fmla="*/ 144038 w 193240"/>
                <a:gd name="connsiteY38" fmla="*/ 95760 h 219608"/>
                <a:gd name="connsiteX39" fmla="*/ 96114 w 193240"/>
                <a:gd name="connsiteY39" fmla="*/ 167899 h 219608"/>
                <a:gd name="connsiteX40" fmla="*/ 48828 w 193240"/>
                <a:gd name="connsiteY40" fmla="*/ 96398 h 219608"/>
                <a:gd name="connsiteX41" fmla="*/ 41160 w 193240"/>
                <a:gd name="connsiteY41" fmla="*/ 68309 h 219608"/>
                <a:gd name="connsiteX42" fmla="*/ 27741 w 193240"/>
                <a:gd name="connsiteY42" fmla="*/ 151939 h 219608"/>
                <a:gd name="connsiteX43" fmla="*/ 69276 w 193240"/>
                <a:gd name="connsiteY43" fmla="*/ 160876 h 219608"/>
                <a:gd name="connsiteX44" fmla="*/ 57135 w 193240"/>
                <a:gd name="connsiteY44" fmla="*/ 206203 h 219608"/>
                <a:gd name="connsiteX45" fmla="*/ 14961 w 193240"/>
                <a:gd name="connsiteY45" fmla="*/ 198542 h 219608"/>
                <a:gd name="connsiteX46" fmla="*/ 27741 w 193240"/>
                <a:gd name="connsiteY46" fmla="*/ 151939 h 219608"/>
                <a:gd name="connsiteX47" fmla="*/ 136370 w 193240"/>
                <a:gd name="connsiteY47" fmla="*/ 193435 h 219608"/>
                <a:gd name="connsiteX48" fmla="*/ 133175 w 193240"/>
                <a:gd name="connsiteY48" fmla="*/ 156408 h 219608"/>
                <a:gd name="connsiteX49" fmla="*/ 177266 w 193240"/>
                <a:gd name="connsiteY49" fmla="*/ 162792 h 219608"/>
                <a:gd name="connsiteX50" fmla="*/ 179183 w 193240"/>
                <a:gd name="connsiteY50" fmla="*/ 204287 h 219608"/>
                <a:gd name="connsiteX51" fmla="*/ 136370 w 193240"/>
                <a:gd name="connsiteY51" fmla="*/ 193435 h 21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93240" h="219608">
                  <a:moveTo>
                    <a:pt x="184295" y="150024"/>
                  </a:moveTo>
                  <a:lnTo>
                    <a:pt x="128063" y="142363"/>
                  </a:lnTo>
                  <a:lnTo>
                    <a:pt x="154901" y="102144"/>
                  </a:lnTo>
                  <a:cubicBezTo>
                    <a:pt x="161291" y="91929"/>
                    <a:pt x="164486" y="79800"/>
                    <a:pt x="164486" y="68309"/>
                  </a:cubicBezTo>
                  <a:cubicBezTo>
                    <a:pt x="164486" y="30643"/>
                    <a:pt x="133814" y="638"/>
                    <a:pt x="96753" y="0"/>
                  </a:cubicBezTo>
                  <a:lnTo>
                    <a:pt x="96753" y="0"/>
                  </a:lnTo>
                  <a:cubicBezTo>
                    <a:pt x="59052" y="0"/>
                    <a:pt x="28380" y="30643"/>
                    <a:pt x="28380" y="68309"/>
                  </a:cubicBezTo>
                  <a:cubicBezTo>
                    <a:pt x="28380" y="68309"/>
                    <a:pt x="28380" y="68309"/>
                    <a:pt x="28380" y="68309"/>
                  </a:cubicBezTo>
                  <a:cubicBezTo>
                    <a:pt x="28380" y="80438"/>
                    <a:pt x="31575" y="92568"/>
                    <a:pt x="37965" y="102782"/>
                  </a:cubicBezTo>
                  <a:lnTo>
                    <a:pt x="67359" y="147470"/>
                  </a:lnTo>
                  <a:lnTo>
                    <a:pt x="24546" y="138532"/>
                  </a:lnTo>
                  <a:cubicBezTo>
                    <a:pt x="21351" y="137894"/>
                    <a:pt x="18156" y="139809"/>
                    <a:pt x="16879" y="143001"/>
                  </a:cubicBezTo>
                  <a:lnTo>
                    <a:pt x="265" y="202372"/>
                  </a:lnTo>
                  <a:cubicBezTo>
                    <a:pt x="-374" y="204287"/>
                    <a:pt x="265" y="206203"/>
                    <a:pt x="904" y="207479"/>
                  </a:cubicBezTo>
                  <a:cubicBezTo>
                    <a:pt x="2182" y="208756"/>
                    <a:pt x="3460" y="210033"/>
                    <a:pt x="5377" y="210033"/>
                  </a:cubicBezTo>
                  <a:lnTo>
                    <a:pt x="60330" y="219609"/>
                  </a:lnTo>
                  <a:lnTo>
                    <a:pt x="61608" y="219609"/>
                  </a:lnTo>
                  <a:lnTo>
                    <a:pt x="61608" y="219609"/>
                  </a:lnTo>
                  <a:lnTo>
                    <a:pt x="62886" y="219609"/>
                  </a:lnTo>
                  <a:lnTo>
                    <a:pt x="130619" y="204926"/>
                  </a:lnTo>
                  <a:lnTo>
                    <a:pt x="184934" y="218332"/>
                  </a:lnTo>
                  <a:cubicBezTo>
                    <a:pt x="186851" y="218971"/>
                    <a:pt x="188768" y="218332"/>
                    <a:pt x="190685" y="217055"/>
                  </a:cubicBezTo>
                  <a:cubicBezTo>
                    <a:pt x="191963" y="215779"/>
                    <a:pt x="193241" y="213863"/>
                    <a:pt x="193241" y="211948"/>
                  </a:cubicBezTo>
                  <a:lnTo>
                    <a:pt x="190046" y="156408"/>
                  </a:lnTo>
                  <a:cubicBezTo>
                    <a:pt x="190046" y="153216"/>
                    <a:pt x="187490" y="150662"/>
                    <a:pt x="184295" y="150024"/>
                  </a:cubicBezTo>
                  <a:close/>
                  <a:moveTo>
                    <a:pt x="80778" y="167260"/>
                  </a:moveTo>
                  <a:lnTo>
                    <a:pt x="86529" y="175560"/>
                  </a:lnTo>
                  <a:cubicBezTo>
                    <a:pt x="88446" y="178752"/>
                    <a:pt x="92280" y="180667"/>
                    <a:pt x="96753" y="180667"/>
                  </a:cubicBezTo>
                  <a:lnTo>
                    <a:pt x="96753" y="180667"/>
                  </a:lnTo>
                  <a:cubicBezTo>
                    <a:pt x="100587" y="180667"/>
                    <a:pt x="104421" y="178752"/>
                    <a:pt x="106977" y="175560"/>
                  </a:cubicBezTo>
                  <a:lnTo>
                    <a:pt x="121034" y="154492"/>
                  </a:lnTo>
                  <a:lnTo>
                    <a:pt x="124868" y="193435"/>
                  </a:lnTo>
                  <a:lnTo>
                    <a:pt x="71832" y="205564"/>
                  </a:lnTo>
                  <a:lnTo>
                    <a:pt x="80778" y="167260"/>
                  </a:lnTo>
                  <a:close/>
                  <a:moveTo>
                    <a:pt x="41160" y="68309"/>
                  </a:moveTo>
                  <a:cubicBezTo>
                    <a:pt x="41160" y="37665"/>
                    <a:pt x="65442" y="13406"/>
                    <a:pt x="96114" y="12768"/>
                  </a:cubicBezTo>
                  <a:lnTo>
                    <a:pt x="96753" y="12768"/>
                  </a:lnTo>
                  <a:cubicBezTo>
                    <a:pt x="127424" y="12768"/>
                    <a:pt x="151706" y="37665"/>
                    <a:pt x="151706" y="68309"/>
                  </a:cubicBezTo>
                  <a:cubicBezTo>
                    <a:pt x="151706" y="77885"/>
                    <a:pt x="149150" y="87461"/>
                    <a:pt x="144038" y="95760"/>
                  </a:cubicBezTo>
                  <a:lnTo>
                    <a:pt x="96114" y="167899"/>
                  </a:lnTo>
                  <a:lnTo>
                    <a:pt x="48828" y="96398"/>
                  </a:lnTo>
                  <a:cubicBezTo>
                    <a:pt x="43716" y="87461"/>
                    <a:pt x="40521" y="77885"/>
                    <a:pt x="41160" y="68309"/>
                  </a:cubicBezTo>
                  <a:close/>
                  <a:moveTo>
                    <a:pt x="27741" y="151939"/>
                  </a:moveTo>
                  <a:lnTo>
                    <a:pt x="69276" y="160876"/>
                  </a:lnTo>
                  <a:lnTo>
                    <a:pt x="57135" y="206203"/>
                  </a:lnTo>
                  <a:lnTo>
                    <a:pt x="14961" y="198542"/>
                  </a:lnTo>
                  <a:lnTo>
                    <a:pt x="27741" y="151939"/>
                  </a:lnTo>
                  <a:close/>
                  <a:moveTo>
                    <a:pt x="136370" y="193435"/>
                  </a:moveTo>
                  <a:lnTo>
                    <a:pt x="133175" y="156408"/>
                  </a:lnTo>
                  <a:lnTo>
                    <a:pt x="177266" y="162792"/>
                  </a:lnTo>
                  <a:lnTo>
                    <a:pt x="179183" y="204287"/>
                  </a:lnTo>
                  <a:lnTo>
                    <a:pt x="136370" y="193435"/>
                  </a:lnTo>
                  <a:close/>
                </a:path>
              </a:pathLst>
            </a:custGeom>
            <a:solidFill>
              <a:srgbClr val="26890D"/>
            </a:solidFill>
            <a:ln w="6390" cap="flat">
              <a:noFill/>
              <a:prstDash val="solid"/>
              <a:miter/>
            </a:ln>
          </p:spPr>
          <p:txBody>
            <a:bodyPr rtlCol="0" anchor="ctr"/>
            <a:lstStyle/>
            <a:p>
              <a:endParaRPr lang="en-US"/>
            </a:p>
          </p:txBody>
        </p:sp>
        <p:sp>
          <p:nvSpPr>
            <p:cNvPr id="837" name="Graphic 4">
              <a:extLst>
                <a:ext uri="{FF2B5EF4-FFF2-40B4-BE49-F238E27FC236}">
                  <a16:creationId xmlns:a16="http://schemas.microsoft.com/office/drawing/2014/main" id="{073CBB18-F58D-0F47-AF69-B1C36610D6E9}"/>
                </a:ext>
              </a:extLst>
            </p:cNvPr>
            <p:cNvSpPr/>
            <p:nvPr/>
          </p:nvSpPr>
          <p:spPr>
            <a:xfrm>
              <a:off x="2706777" y="1022876"/>
              <a:ext cx="69011" cy="68946"/>
            </a:xfrm>
            <a:custGeom>
              <a:avLst/>
              <a:gdLst>
                <a:gd name="connsiteX0" fmla="*/ 69011 w 69011"/>
                <a:gd name="connsiteY0" fmla="*/ 34473 h 68946"/>
                <a:gd name="connsiteX1" fmla="*/ 34506 w 69011"/>
                <a:gd name="connsiteY1" fmla="*/ 0 h 68946"/>
                <a:gd name="connsiteX2" fmla="*/ 0 w 69011"/>
                <a:gd name="connsiteY2" fmla="*/ 34473 h 68946"/>
                <a:gd name="connsiteX3" fmla="*/ 34506 w 69011"/>
                <a:gd name="connsiteY3" fmla="*/ 68947 h 68946"/>
                <a:gd name="connsiteX4" fmla="*/ 69011 w 69011"/>
                <a:gd name="connsiteY4" fmla="*/ 34473 h 68946"/>
                <a:gd name="connsiteX5" fmla="*/ 12780 w 69011"/>
                <a:gd name="connsiteY5" fmla="*/ 34473 h 68946"/>
                <a:gd name="connsiteX6" fmla="*/ 34506 w 69011"/>
                <a:gd name="connsiteY6" fmla="*/ 12768 h 68946"/>
                <a:gd name="connsiteX7" fmla="*/ 56231 w 69011"/>
                <a:gd name="connsiteY7" fmla="*/ 34473 h 68946"/>
                <a:gd name="connsiteX8" fmla="*/ 34506 w 69011"/>
                <a:gd name="connsiteY8" fmla="*/ 56179 h 68946"/>
                <a:gd name="connsiteX9" fmla="*/ 12780 w 69011"/>
                <a:gd name="connsiteY9" fmla="*/ 34473 h 68946"/>
                <a:gd name="connsiteX10" fmla="*/ 12780 w 69011"/>
                <a:gd name="connsiteY10" fmla="*/ 34473 h 68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011" h="68946">
                  <a:moveTo>
                    <a:pt x="69011" y="34473"/>
                  </a:moveTo>
                  <a:cubicBezTo>
                    <a:pt x="69011" y="15322"/>
                    <a:pt x="53675" y="0"/>
                    <a:pt x="34506" y="0"/>
                  </a:cubicBezTo>
                  <a:cubicBezTo>
                    <a:pt x="15336" y="0"/>
                    <a:pt x="0" y="15322"/>
                    <a:pt x="0" y="34473"/>
                  </a:cubicBezTo>
                  <a:cubicBezTo>
                    <a:pt x="0" y="53625"/>
                    <a:pt x="15336" y="68947"/>
                    <a:pt x="34506" y="68947"/>
                  </a:cubicBezTo>
                  <a:cubicBezTo>
                    <a:pt x="53675" y="68947"/>
                    <a:pt x="69011" y="53625"/>
                    <a:pt x="69011" y="34473"/>
                  </a:cubicBezTo>
                  <a:close/>
                  <a:moveTo>
                    <a:pt x="12780" y="34473"/>
                  </a:moveTo>
                  <a:cubicBezTo>
                    <a:pt x="12780" y="22344"/>
                    <a:pt x="22365" y="12768"/>
                    <a:pt x="34506" y="12768"/>
                  </a:cubicBezTo>
                  <a:cubicBezTo>
                    <a:pt x="46646" y="12768"/>
                    <a:pt x="56231" y="22344"/>
                    <a:pt x="56231" y="34473"/>
                  </a:cubicBezTo>
                  <a:cubicBezTo>
                    <a:pt x="56231" y="46603"/>
                    <a:pt x="46646" y="56179"/>
                    <a:pt x="34506" y="56179"/>
                  </a:cubicBezTo>
                  <a:cubicBezTo>
                    <a:pt x="22365" y="56179"/>
                    <a:pt x="12780" y="46603"/>
                    <a:pt x="12780" y="34473"/>
                  </a:cubicBezTo>
                  <a:lnTo>
                    <a:pt x="12780" y="34473"/>
                  </a:lnTo>
                  <a:close/>
                </a:path>
              </a:pathLst>
            </a:custGeom>
            <a:solidFill>
              <a:srgbClr val="26890D"/>
            </a:solidFill>
            <a:ln w="6390" cap="flat">
              <a:noFill/>
              <a:prstDash val="solid"/>
              <a:miter/>
            </a:ln>
          </p:spPr>
          <p:txBody>
            <a:bodyPr rtlCol="0" anchor="ctr"/>
            <a:lstStyle/>
            <a:p>
              <a:endParaRPr lang="en-US"/>
            </a:p>
          </p:txBody>
        </p:sp>
      </p:grpSp>
      <p:grpSp>
        <p:nvGrpSpPr>
          <p:cNvPr id="838" name="Graphic 4">
            <a:extLst>
              <a:ext uri="{FF2B5EF4-FFF2-40B4-BE49-F238E27FC236}">
                <a16:creationId xmlns:a16="http://schemas.microsoft.com/office/drawing/2014/main" id="{CD54C021-14BE-DE44-8A4D-83C268F1753F}"/>
              </a:ext>
            </a:extLst>
          </p:cNvPr>
          <p:cNvGrpSpPr/>
          <p:nvPr/>
        </p:nvGrpSpPr>
        <p:grpSpPr>
          <a:xfrm>
            <a:off x="2560447" y="2855717"/>
            <a:ext cx="362309" cy="361971"/>
            <a:chOff x="2560447" y="2855717"/>
            <a:chExt cx="362309" cy="361971"/>
          </a:xfrm>
          <a:solidFill>
            <a:srgbClr val="26890D"/>
          </a:solidFill>
        </p:grpSpPr>
        <p:sp>
          <p:nvSpPr>
            <p:cNvPr id="839" name="Graphic 4">
              <a:extLst>
                <a:ext uri="{FF2B5EF4-FFF2-40B4-BE49-F238E27FC236}">
                  <a16:creationId xmlns:a16="http://schemas.microsoft.com/office/drawing/2014/main" id="{3E9997E0-B504-204D-BBE0-E9DEEA5638DD}"/>
                </a:ext>
              </a:extLst>
            </p:cNvPr>
            <p:cNvSpPr/>
            <p:nvPr/>
          </p:nvSpPr>
          <p:spPr>
            <a:xfrm>
              <a:off x="2560447" y="2855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6"/>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234"/>
                    <a:pt x="274128" y="348565"/>
                    <a:pt x="181474" y="349204"/>
                  </a:cubicBezTo>
                  <a:close/>
                </a:path>
              </a:pathLst>
            </a:custGeom>
            <a:solidFill>
              <a:srgbClr val="26890D"/>
            </a:solidFill>
            <a:ln w="6390" cap="flat">
              <a:noFill/>
              <a:prstDash val="solid"/>
              <a:miter/>
            </a:ln>
          </p:spPr>
          <p:txBody>
            <a:bodyPr rtlCol="0" anchor="ctr"/>
            <a:lstStyle/>
            <a:p>
              <a:endParaRPr lang="en-US"/>
            </a:p>
          </p:txBody>
        </p:sp>
        <p:sp>
          <p:nvSpPr>
            <p:cNvPr id="840" name="Graphic 4">
              <a:extLst>
                <a:ext uri="{FF2B5EF4-FFF2-40B4-BE49-F238E27FC236}">
                  <a16:creationId xmlns:a16="http://schemas.microsoft.com/office/drawing/2014/main" id="{017BF30A-CF4A-5C45-BAAE-84C9C0CB8569}"/>
                </a:ext>
              </a:extLst>
            </p:cNvPr>
            <p:cNvSpPr/>
            <p:nvPr/>
          </p:nvSpPr>
          <p:spPr>
            <a:xfrm>
              <a:off x="2723391" y="2961053"/>
              <a:ext cx="38339" cy="38303"/>
            </a:xfrm>
            <a:custGeom>
              <a:avLst/>
              <a:gdLst>
                <a:gd name="connsiteX0" fmla="*/ 38340 w 38339"/>
                <a:gd name="connsiteY0" fmla="*/ 19152 h 38303"/>
                <a:gd name="connsiteX1" fmla="*/ 19170 w 38339"/>
                <a:gd name="connsiteY1" fmla="*/ 0 h 38303"/>
                <a:gd name="connsiteX2" fmla="*/ 0 w 38339"/>
                <a:gd name="connsiteY2" fmla="*/ 19152 h 38303"/>
                <a:gd name="connsiteX3" fmla="*/ 19170 w 38339"/>
                <a:gd name="connsiteY3" fmla="*/ 38304 h 38303"/>
                <a:gd name="connsiteX4" fmla="*/ 38340 w 38339"/>
                <a:gd name="connsiteY4" fmla="*/ 19152 h 38303"/>
                <a:gd name="connsiteX5" fmla="*/ 12780 w 38339"/>
                <a:gd name="connsiteY5" fmla="*/ 19152 h 38303"/>
                <a:gd name="connsiteX6" fmla="*/ 19170 w 38339"/>
                <a:gd name="connsiteY6" fmla="*/ 12768 h 38303"/>
                <a:gd name="connsiteX7" fmla="*/ 25560 w 38339"/>
                <a:gd name="connsiteY7" fmla="*/ 19152 h 38303"/>
                <a:gd name="connsiteX8" fmla="*/ 19170 w 38339"/>
                <a:gd name="connsiteY8" fmla="*/ 25536 h 38303"/>
                <a:gd name="connsiteX9" fmla="*/ 12780 w 38339"/>
                <a:gd name="connsiteY9" fmla="*/ 19152 h 38303"/>
                <a:gd name="connsiteX10" fmla="*/ 12780 w 38339"/>
                <a:gd name="connsiteY10" fmla="*/ 19152 h 38303"/>
                <a:gd name="connsiteX11" fmla="*/ 12780 w 38339"/>
                <a:gd name="connsiteY11" fmla="*/ 19152 h 3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339" h="38303">
                  <a:moveTo>
                    <a:pt x="38340" y="19152"/>
                  </a:moveTo>
                  <a:cubicBezTo>
                    <a:pt x="38340" y="8299"/>
                    <a:pt x="30033" y="0"/>
                    <a:pt x="19170" y="0"/>
                  </a:cubicBezTo>
                  <a:cubicBezTo>
                    <a:pt x="8307" y="0"/>
                    <a:pt x="0" y="8299"/>
                    <a:pt x="0" y="19152"/>
                  </a:cubicBezTo>
                  <a:cubicBezTo>
                    <a:pt x="0" y="30005"/>
                    <a:pt x="8307" y="38304"/>
                    <a:pt x="19170" y="38304"/>
                  </a:cubicBezTo>
                  <a:cubicBezTo>
                    <a:pt x="30033" y="38304"/>
                    <a:pt x="38340" y="30005"/>
                    <a:pt x="38340" y="19152"/>
                  </a:cubicBezTo>
                  <a:close/>
                  <a:moveTo>
                    <a:pt x="12780" y="19152"/>
                  </a:moveTo>
                  <a:cubicBezTo>
                    <a:pt x="12780" y="15322"/>
                    <a:pt x="15336" y="12768"/>
                    <a:pt x="19170" y="12768"/>
                  </a:cubicBezTo>
                  <a:cubicBezTo>
                    <a:pt x="23004" y="12768"/>
                    <a:pt x="25560" y="15322"/>
                    <a:pt x="25560" y="19152"/>
                  </a:cubicBezTo>
                  <a:cubicBezTo>
                    <a:pt x="25560" y="22982"/>
                    <a:pt x="23004" y="25536"/>
                    <a:pt x="19170" y="25536"/>
                  </a:cubicBezTo>
                  <a:cubicBezTo>
                    <a:pt x="15975" y="25536"/>
                    <a:pt x="12780" y="22982"/>
                    <a:pt x="12780" y="19152"/>
                  </a:cubicBezTo>
                  <a:cubicBezTo>
                    <a:pt x="12780" y="19790"/>
                    <a:pt x="12780" y="19152"/>
                    <a:pt x="12780" y="19152"/>
                  </a:cubicBezTo>
                  <a:lnTo>
                    <a:pt x="12780" y="19152"/>
                  </a:lnTo>
                  <a:close/>
                </a:path>
              </a:pathLst>
            </a:custGeom>
            <a:solidFill>
              <a:srgbClr val="26890D"/>
            </a:solidFill>
            <a:ln w="6390" cap="flat">
              <a:noFill/>
              <a:prstDash val="solid"/>
              <a:miter/>
            </a:ln>
          </p:spPr>
          <p:txBody>
            <a:bodyPr rtlCol="0" anchor="ctr"/>
            <a:lstStyle/>
            <a:p>
              <a:endParaRPr lang="en-US"/>
            </a:p>
          </p:txBody>
        </p:sp>
        <p:sp>
          <p:nvSpPr>
            <p:cNvPr id="841" name="Graphic 4">
              <a:extLst>
                <a:ext uri="{FF2B5EF4-FFF2-40B4-BE49-F238E27FC236}">
                  <a16:creationId xmlns:a16="http://schemas.microsoft.com/office/drawing/2014/main" id="{43A00549-F2BD-E04F-A682-3EADEB7866B5}"/>
                </a:ext>
              </a:extLst>
            </p:cNvPr>
            <p:cNvSpPr/>
            <p:nvPr/>
          </p:nvSpPr>
          <p:spPr>
            <a:xfrm>
              <a:off x="2677383" y="3092585"/>
              <a:ext cx="22981" cy="33174"/>
            </a:xfrm>
            <a:custGeom>
              <a:avLst/>
              <a:gdLst>
                <a:gd name="connsiteX0" fmla="*/ 14058 w 22981"/>
                <a:gd name="connsiteY0" fmla="*/ 616 h 33174"/>
                <a:gd name="connsiteX1" fmla="*/ 0 w 22981"/>
                <a:gd name="connsiteY1" fmla="*/ 20407 h 33174"/>
                <a:gd name="connsiteX2" fmla="*/ 3195 w 22981"/>
                <a:gd name="connsiteY2" fmla="*/ 30621 h 33174"/>
                <a:gd name="connsiteX3" fmla="*/ 8307 w 22981"/>
                <a:gd name="connsiteY3" fmla="*/ 33175 h 33174"/>
                <a:gd name="connsiteX4" fmla="*/ 11502 w 22981"/>
                <a:gd name="connsiteY4" fmla="*/ 31898 h 33174"/>
                <a:gd name="connsiteX5" fmla="*/ 13419 w 22981"/>
                <a:gd name="connsiteY5" fmla="*/ 22960 h 33174"/>
                <a:gd name="connsiteX6" fmla="*/ 13419 w 22981"/>
                <a:gd name="connsiteY6" fmla="*/ 22960 h 33174"/>
                <a:gd name="connsiteX7" fmla="*/ 12141 w 22981"/>
                <a:gd name="connsiteY7" fmla="*/ 20407 h 33174"/>
                <a:gd name="connsiteX8" fmla="*/ 19809 w 22981"/>
                <a:gd name="connsiteY8" fmla="*/ 12108 h 33174"/>
                <a:gd name="connsiteX9" fmla="*/ 22365 w 22981"/>
                <a:gd name="connsiteY9" fmla="*/ 3170 h 33174"/>
                <a:gd name="connsiteX10" fmla="*/ 14058 w 22981"/>
                <a:gd name="connsiteY10" fmla="*/ 616 h 33174"/>
                <a:gd name="connsiteX11" fmla="*/ 14058 w 22981"/>
                <a:gd name="connsiteY11" fmla="*/ 616 h 33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981" h="33174">
                  <a:moveTo>
                    <a:pt x="14058" y="616"/>
                  </a:moveTo>
                  <a:cubicBezTo>
                    <a:pt x="1917" y="7639"/>
                    <a:pt x="0" y="14661"/>
                    <a:pt x="0" y="20407"/>
                  </a:cubicBezTo>
                  <a:cubicBezTo>
                    <a:pt x="0" y="24237"/>
                    <a:pt x="1278" y="27429"/>
                    <a:pt x="3195" y="30621"/>
                  </a:cubicBezTo>
                  <a:cubicBezTo>
                    <a:pt x="4473" y="32536"/>
                    <a:pt x="6390" y="33175"/>
                    <a:pt x="8307" y="33175"/>
                  </a:cubicBezTo>
                  <a:cubicBezTo>
                    <a:pt x="9585" y="33175"/>
                    <a:pt x="10863" y="32536"/>
                    <a:pt x="11502" y="31898"/>
                  </a:cubicBezTo>
                  <a:cubicBezTo>
                    <a:pt x="14697" y="29983"/>
                    <a:pt x="15336" y="26152"/>
                    <a:pt x="13419" y="22960"/>
                  </a:cubicBezTo>
                  <a:cubicBezTo>
                    <a:pt x="13419" y="22960"/>
                    <a:pt x="13419" y="22960"/>
                    <a:pt x="13419" y="22960"/>
                  </a:cubicBezTo>
                  <a:cubicBezTo>
                    <a:pt x="12780" y="22322"/>
                    <a:pt x="12141" y="21045"/>
                    <a:pt x="12141" y="20407"/>
                  </a:cubicBezTo>
                  <a:cubicBezTo>
                    <a:pt x="12141" y="17853"/>
                    <a:pt x="15336" y="14661"/>
                    <a:pt x="19809" y="12108"/>
                  </a:cubicBezTo>
                  <a:cubicBezTo>
                    <a:pt x="23004" y="10192"/>
                    <a:pt x="23643" y="6362"/>
                    <a:pt x="22365" y="3170"/>
                  </a:cubicBezTo>
                  <a:cubicBezTo>
                    <a:pt x="21087" y="-22"/>
                    <a:pt x="17253" y="-660"/>
                    <a:pt x="14058" y="616"/>
                  </a:cubicBezTo>
                  <a:lnTo>
                    <a:pt x="14058" y="616"/>
                  </a:lnTo>
                  <a:close/>
                </a:path>
              </a:pathLst>
            </a:custGeom>
            <a:solidFill>
              <a:srgbClr val="26890D"/>
            </a:solidFill>
            <a:ln w="6390" cap="flat">
              <a:noFill/>
              <a:prstDash val="solid"/>
              <a:miter/>
            </a:ln>
          </p:spPr>
          <p:txBody>
            <a:bodyPr rtlCol="0" anchor="ctr"/>
            <a:lstStyle/>
            <a:p>
              <a:endParaRPr lang="en-US"/>
            </a:p>
          </p:txBody>
        </p:sp>
        <p:sp>
          <p:nvSpPr>
            <p:cNvPr id="842" name="Graphic 4">
              <a:extLst>
                <a:ext uri="{FF2B5EF4-FFF2-40B4-BE49-F238E27FC236}">
                  <a16:creationId xmlns:a16="http://schemas.microsoft.com/office/drawing/2014/main" id="{4FBC43EC-E960-1744-A8F3-7CEF867E55A3}"/>
                </a:ext>
              </a:extLst>
            </p:cNvPr>
            <p:cNvSpPr/>
            <p:nvPr/>
          </p:nvSpPr>
          <p:spPr>
            <a:xfrm>
              <a:off x="2713068" y="3128215"/>
              <a:ext cx="38438" cy="14781"/>
            </a:xfrm>
            <a:custGeom>
              <a:avLst/>
              <a:gdLst>
                <a:gd name="connsiteX0" fmla="*/ 32048 w 38438"/>
                <a:gd name="connsiteY0" fmla="*/ 2014 h 14781"/>
                <a:gd name="connsiteX1" fmla="*/ 28853 w 38438"/>
                <a:gd name="connsiteY1" fmla="*/ 2014 h 14781"/>
                <a:gd name="connsiteX2" fmla="*/ 7766 w 38438"/>
                <a:gd name="connsiteY2" fmla="*/ 98 h 14781"/>
                <a:gd name="connsiteX3" fmla="*/ 99 w 38438"/>
                <a:gd name="connsiteY3" fmla="*/ 5206 h 14781"/>
                <a:gd name="connsiteX4" fmla="*/ 5210 w 38438"/>
                <a:gd name="connsiteY4" fmla="*/ 12866 h 14781"/>
                <a:gd name="connsiteX5" fmla="*/ 28214 w 38438"/>
                <a:gd name="connsiteY5" fmla="*/ 14782 h 14781"/>
                <a:gd name="connsiteX6" fmla="*/ 32048 w 38438"/>
                <a:gd name="connsiteY6" fmla="*/ 14782 h 14781"/>
                <a:gd name="connsiteX7" fmla="*/ 38438 w 38438"/>
                <a:gd name="connsiteY7" fmla="*/ 8398 h 14781"/>
                <a:gd name="connsiteX8" fmla="*/ 32048 w 38438"/>
                <a:gd name="connsiteY8" fmla="*/ 2014 h 14781"/>
                <a:gd name="connsiteX9" fmla="*/ 32048 w 38438"/>
                <a:gd name="connsiteY9" fmla="*/ 2014 h 1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438" h="14781">
                  <a:moveTo>
                    <a:pt x="32048" y="2014"/>
                  </a:moveTo>
                  <a:lnTo>
                    <a:pt x="28853" y="2014"/>
                  </a:lnTo>
                  <a:cubicBezTo>
                    <a:pt x="21824" y="2014"/>
                    <a:pt x="14795" y="1375"/>
                    <a:pt x="7766" y="98"/>
                  </a:cubicBezTo>
                  <a:cubicBezTo>
                    <a:pt x="3933" y="-540"/>
                    <a:pt x="738" y="2014"/>
                    <a:pt x="99" y="5206"/>
                  </a:cubicBezTo>
                  <a:cubicBezTo>
                    <a:pt x="-540" y="9036"/>
                    <a:pt x="2015" y="12228"/>
                    <a:pt x="5210" y="12866"/>
                  </a:cubicBezTo>
                  <a:cubicBezTo>
                    <a:pt x="12878" y="14143"/>
                    <a:pt x="20546" y="14782"/>
                    <a:pt x="28214" y="14782"/>
                  </a:cubicBezTo>
                  <a:lnTo>
                    <a:pt x="32048" y="14782"/>
                  </a:lnTo>
                  <a:cubicBezTo>
                    <a:pt x="35882" y="14782"/>
                    <a:pt x="38438" y="12228"/>
                    <a:pt x="38438" y="8398"/>
                  </a:cubicBezTo>
                  <a:cubicBezTo>
                    <a:pt x="38438" y="5206"/>
                    <a:pt x="35882" y="2014"/>
                    <a:pt x="32048" y="2014"/>
                  </a:cubicBezTo>
                  <a:cubicBezTo>
                    <a:pt x="32048" y="2014"/>
                    <a:pt x="32048" y="2014"/>
                    <a:pt x="32048" y="2014"/>
                  </a:cubicBezTo>
                  <a:close/>
                </a:path>
              </a:pathLst>
            </a:custGeom>
            <a:solidFill>
              <a:srgbClr val="26890D"/>
            </a:solidFill>
            <a:ln w="6390" cap="flat">
              <a:noFill/>
              <a:prstDash val="solid"/>
              <a:miter/>
            </a:ln>
          </p:spPr>
          <p:txBody>
            <a:bodyPr rtlCol="0" anchor="ctr"/>
            <a:lstStyle/>
            <a:p>
              <a:endParaRPr lang="en-US"/>
            </a:p>
          </p:txBody>
        </p:sp>
        <p:sp>
          <p:nvSpPr>
            <p:cNvPr id="843" name="Graphic 4">
              <a:extLst>
                <a:ext uri="{FF2B5EF4-FFF2-40B4-BE49-F238E27FC236}">
                  <a16:creationId xmlns:a16="http://schemas.microsoft.com/office/drawing/2014/main" id="{9AA65EAF-E852-C64A-A252-A0F79FE95323}"/>
                </a:ext>
              </a:extLst>
            </p:cNvPr>
            <p:cNvSpPr/>
            <p:nvPr/>
          </p:nvSpPr>
          <p:spPr>
            <a:xfrm>
              <a:off x="2776027" y="3095087"/>
              <a:ext cx="29794" cy="40887"/>
            </a:xfrm>
            <a:custGeom>
              <a:avLst/>
              <a:gdLst>
                <a:gd name="connsiteX0" fmla="*/ 20848 w 29794"/>
                <a:gd name="connsiteY0" fmla="*/ 1307 h 40887"/>
                <a:gd name="connsiteX1" fmla="*/ 11902 w 29794"/>
                <a:gd name="connsiteY1" fmla="*/ 2584 h 40887"/>
                <a:gd name="connsiteX2" fmla="*/ 13180 w 29794"/>
                <a:gd name="connsiteY2" fmla="*/ 11521 h 40887"/>
                <a:gd name="connsiteX3" fmla="*/ 17653 w 29794"/>
                <a:gd name="connsiteY3" fmla="*/ 17905 h 40887"/>
                <a:gd name="connsiteX4" fmla="*/ 4234 w 29794"/>
                <a:gd name="connsiteY4" fmla="*/ 28758 h 40887"/>
                <a:gd name="connsiteX5" fmla="*/ 400 w 29794"/>
                <a:gd name="connsiteY5" fmla="*/ 37057 h 40887"/>
                <a:gd name="connsiteX6" fmla="*/ 6151 w 29794"/>
                <a:gd name="connsiteY6" fmla="*/ 40888 h 40887"/>
                <a:gd name="connsiteX7" fmla="*/ 8707 w 29794"/>
                <a:gd name="connsiteY7" fmla="*/ 40249 h 40887"/>
                <a:gd name="connsiteX8" fmla="*/ 29794 w 29794"/>
                <a:gd name="connsiteY8" fmla="*/ 17267 h 40887"/>
                <a:gd name="connsiteX9" fmla="*/ 20848 w 29794"/>
                <a:gd name="connsiteY9" fmla="*/ 1307 h 40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94" h="40887">
                  <a:moveTo>
                    <a:pt x="20848" y="1307"/>
                  </a:moveTo>
                  <a:cubicBezTo>
                    <a:pt x="18292" y="-608"/>
                    <a:pt x="13819" y="-608"/>
                    <a:pt x="11902" y="2584"/>
                  </a:cubicBezTo>
                  <a:cubicBezTo>
                    <a:pt x="9985" y="5776"/>
                    <a:pt x="9985" y="9606"/>
                    <a:pt x="13180" y="11521"/>
                  </a:cubicBezTo>
                  <a:cubicBezTo>
                    <a:pt x="14458" y="12798"/>
                    <a:pt x="17653" y="15352"/>
                    <a:pt x="17653" y="17905"/>
                  </a:cubicBezTo>
                  <a:cubicBezTo>
                    <a:pt x="17653" y="20459"/>
                    <a:pt x="12541" y="25566"/>
                    <a:pt x="4234" y="28758"/>
                  </a:cubicBezTo>
                  <a:cubicBezTo>
                    <a:pt x="1039" y="30035"/>
                    <a:pt x="-878" y="33865"/>
                    <a:pt x="400" y="37057"/>
                  </a:cubicBezTo>
                  <a:cubicBezTo>
                    <a:pt x="1678" y="39611"/>
                    <a:pt x="3595" y="40888"/>
                    <a:pt x="6151" y="40888"/>
                  </a:cubicBezTo>
                  <a:cubicBezTo>
                    <a:pt x="6790" y="40888"/>
                    <a:pt x="8068" y="40888"/>
                    <a:pt x="8707" y="40249"/>
                  </a:cubicBezTo>
                  <a:cubicBezTo>
                    <a:pt x="22126" y="34504"/>
                    <a:pt x="29794" y="26843"/>
                    <a:pt x="29794" y="17267"/>
                  </a:cubicBezTo>
                  <a:cubicBezTo>
                    <a:pt x="29794" y="11521"/>
                    <a:pt x="26599" y="5137"/>
                    <a:pt x="20848" y="1307"/>
                  </a:cubicBezTo>
                  <a:close/>
                </a:path>
              </a:pathLst>
            </a:custGeom>
            <a:solidFill>
              <a:srgbClr val="26890D"/>
            </a:solidFill>
            <a:ln w="6390" cap="flat">
              <a:noFill/>
              <a:prstDash val="solid"/>
              <a:miter/>
            </a:ln>
          </p:spPr>
          <p:txBody>
            <a:bodyPr rtlCol="0" anchor="ctr"/>
            <a:lstStyle/>
            <a:p>
              <a:endParaRPr lang="en-US"/>
            </a:p>
          </p:txBody>
        </p:sp>
        <p:sp>
          <p:nvSpPr>
            <p:cNvPr id="844" name="Graphic 4">
              <a:extLst>
                <a:ext uri="{FF2B5EF4-FFF2-40B4-BE49-F238E27FC236}">
                  <a16:creationId xmlns:a16="http://schemas.microsoft.com/office/drawing/2014/main" id="{CDEEF08E-9FAC-A546-BF03-9876766809FE}"/>
                </a:ext>
              </a:extLst>
            </p:cNvPr>
            <p:cNvSpPr/>
            <p:nvPr/>
          </p:nvSpPr>
          <p:spPr>
            <a:xfrm>
              <a:off x="2691733" y="2929424"/>
              <a:ext cx="101655" cy="191866"/>
            </a:xfrm>
            <a:custGeom>
              <a:avLst/>
              <a:gdLst>
                <a:gd name="connsiteX0" fmla="*/ 66164 w 101655"/>
                <a:gd name="connsiteY0" fmla="*/ 154201 h 191866"/>
                <a:gd name="connsiteX1" fmla="*/ 57218 w 101655"/>
                <a:gd name="connsiteY1" fmla="*/ 153563 h 191866"/>
                <a:gd name="connsiteX2" fmla="*/ 57218 w 101655"/>
                <a:gd name="connsiteY2" fmla="*/ 101214 h 191866"/>
                <a:gd name="connsiteX3" fmla="*/ 101308 w 101655"/>
                <a:gd name="connsiteY3" fmla="*/ 44397 h 191866"/>
                <a:gd name="connsiteX4" fmla="*/ 44438 w 101655"/>
                <a:gd name="connsiteY4" fmla="*/ 347 h 191866"/>
                <a:gd name="connsiteX5" fmla="*/ 347 w 101655"/>
                <a:gd name="connsiteY5" fmla="*/ 57165 h 191866"/>
                <a:gd name="connsiteX6" fmla="*/ 44438 w 101655"/>
                <a:gd name="connsiteY6" fmla="*/ 101214 h 191866"/>
                <a:gd name="connsiteX7" fmla="*/ 44438 w 101655"/>
                <a:gd name="connsiteY7" fmla="*/ 153563 h 191866"/>
                <a:gd name="connsiteX8" fmla="*/ 39326 w 101655"/>
                <a:gd name="connsiteY8" fmla="*/ 153563 h 191866"/>
                <a:gd name="connsiteX9" fmla="*/ 33575 w 101655"/>
                <a:gd name="connsiteY9" fmla="*/ 160585 h 191866"/>
                <a:gd name="connsiteX10" fmla="*/ 40604 w 101655"/>
                <a:gd name="connsiteY10" fmla="*/ 166331 h 191866"/>
                <a:gd name="connsiteX11" fmla="*/ 40604 w 101655"/>
                <a:gd name="connsiteY11" fmla="*/ 166331 h 191866"/>
                <a:gd name="connsiteX12" fmla="*/ 45077 w 101655"/>
                <a:gd name="connsiteY12" fmla="*/ 166331 h 191866"/>
                <a:gd name="connsiteX13" fmla="*/ 45077 w 101655"/>
                <a:gd name="connsiteY13" fmla="*/ 185483 h 191866"/>
                <a:gd name="connsiteX14" fmla="*/ 51467 w 101655"/>
                <a:gd name="connsiteY14" fmla="*/ 191867 h 191866"/>
                <a:gd name="connsiteX15" fmla="*/ 57857 w 101655"/>
                <a:gd name="connsiteY15" fmla="*/ 185483 h 191866"/>
                <a:gd name="connsiteX16" fmla="*/ 57857 w 101655"/>
                <a:gd name="connsiteY16" fmla="*/ 166331 h 191866"/>
                <a:gd name="connsiteX17" fmla="*/ 64886 w 101655"/>
                <a:gd name="connsiteY17" fmla="*/ 166969 h 191866"/>
                <a:gd name="connsiteX18" fmla="*/ 65525 w 101655"/>
                <a:gd name="connsiteY18" fmla="*/ 166969 h 191866"/>
                <a:gd name="connsiteX19" fmla="*/ 71915 w 101655"/>
                <a:gd name="connsiteY19" fmla="*/ 161223 h 191866"/>
                <a:gd name="connsiteX20" fmla="*/ 66164 w 101655"/>
                <a:gd name="connsiteY20" fmla="*/ 154201 h 191866"/>
                <a:gd name="connsiteX21" fmla="*/ 12488 w 101655"/>
                <a:gd name="connsiteY21" fmla="*/ 50781 h 191866"/>
                <a:gd name="connsiteX22" fmla="*/ 50189 w 101655"/>
                <a:gd name="connsiteY22" fmla="*/ 12477 h 191866"/>
                <a:gd name="connsiteX23" fmla="*/ 88529 w 101655"/>
                <a:gd name="connsiteY23" fmla="*/ 50142 h 191866"/>
                <a:gd name="connsiteX24" fmla="*/ 50828 w 101655"/>
                <a:gd name="connsiteY24" fmla="*/ 88446 h 191866"/>
                <a:gd name="connsiteX25" fmla="*/ 50828 w 101655"/>
                <a:gd name="connsiteY25" fmla="*/ 88446 h 191866"/>
                <a:gd name="connsiteX26" fmla="*/ 12488 w 101655"/>
                <a:gd name="connsiteY26" fmla="*/ 50781 h 191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1655" h="191866">
                  <a:moveTo>
                    <a:pt x="66164" y="154201"/>
                  </a:moveTo>
                  <a:cubicBezTo>
                    <a:pt x="62969" y="154201"/>
                    <a:pt x="60413" y="153563"/>
                    <a:pt x="57218" y="153563"/>
                  </a:cubicBezTo>
                  <a:lnTo>
                    <a:pt x="57218" y="101214"/>
                  </a:lnTo>
                  <a:cubicBezTo>
                    <a:pt x="85334" y="97384"/>
                    <a:pt x="104503" y="72486"/>
                    <a:pt x="101308" y="44397"/>
                  </a:cubicBezTo>
                  <a:cubicBezTo>
                    <a:pt x="98114" y="16307"/>
                    <a:pt x="72554" y="-2845"/>
                    <a:pt x="44438" y="347"/>
                  </a:cubicBezTo>
                  <a:cubicBezTo>
                    <a:pt x="16322" y="4177"/>
                    <a:pt x="-2848" y="29075"/>
                    <a:pt x="347" y="57165"/>
                  </a:cubicBezTo>
                  <a:cubicBezTo>
                    <a:pt x="3542" y="80147"/>
                    <a:pt x="21434" y="98022"/>
                    <a:pt x="44438" y="101214"/>
                  </a:cubicBezTo>
                  <a:lnTo>
                    <a:pt x="44438" y="153563"/>
                  </a:lnTo>
                  <a:lnTo>
                    <a:pt x="39326" y="153563"/>
                  </a:lnTo>
                  <a:cubicBezTo>
                    <a:pt x="35492" y="153563"/>
                    <a:pt x="32936" y="156755"/>
                    <a:pt x="33575" y="160585"/>
                  </a:cubicBezTo>
                  <a:cubicBezTo>
                    <a:pt x="34214" y="164415"/>
                    <a:pt x="36770" y="166969"/>
                    <a:pt x="40604" y="166331"/>
                  </a:cubicBezTo>
                  <a:lnTo>
                    <a:pt x="40604" y="166331"/>
                  </a:lnTo>
                  <a:cubicBezTo>
                    <a:pt x="41882" y="166331"/>
                    <a:pt x="43160" y="166331"/>
                    <a:pt x="45077" y="166331"/>
                  </a:cubicBezTo>
                  <a:lnTo>
                    <a:pt x="45077" y="185483"/>
                  </a:lnTo>
                  <a:cubicBezTo>
                    <a:pt x="45077" y="189313"/>
                    <a:pt x="47633" y="191867"/>
                    <a:pt x="51467" y="191867"/>
                  </a:cubicBezTo>
                  <a:cubicBezTo>
                    <a:pt x="55301" y="191867"/>
                    <a:pt x="57857" y="189313"/>
                    <a:pt x="57857" y="185483"/>
                  </a:cubicBezTo>
                  <a:lnTo>
                    <a:pt x="57857" y="166331"/>
                  </a:lnTo>
                  <a:cubicBezTo>
                    <a:pt x="60413" y="166331"/>
                    <a:pt x="62969" y="166331"/>
                    <a:pt x="64886" y="166969"/>
                  </a:cubicBezTo>
                  <a:lnTo>
                    <a:pt x="65525" y="166969"/>
                  </a:lnTo>
                  <a:cubicBezTo>
                    <a:pt x="68720" y="166969"/>
                    <a:pt x="71276" y="164415"/>
                    <a:pt x="71915" y="161223"/>
                  </a:cubicBezTo>
                  <a:cubicBezTo>
                    <a:pt x="71915" y="157393"/>
                    <a:pt x="69359" y="154201"/>
                    <a:pt x="66164" y="154201"/>
                  </a:cubicBezTo>
                  <a:close/>
                  <a:moveTo>
                    <a:pt x="12488" y="50781"/>
                  </a:moveTo>
                  <a:cubicBezTo>
                    <a:pt x="12488" y="29713"/>
                    <a:pt x="29741" y="12477"/>
                    <a:pt x="50189" y="12477"/>
                  </a:cubicBezTo>
                  <a:cubicBezTo>
                    <a:pt x="71276" y="12477"/>
                    <a:pt x="88529" y="29713"/>
                    <a:pt x="88529" y="50142"/>
                  </a:cubicBezTo>
                  <a:cubicBezTo>
                    <a:pt x="88529" y="71209"/>
                    <a:pt x="71276" y="88446"/>
                    <a:pt x="50828" y="88446"/>
                  </a:cubicBezTo>
                  <a:cubicBezTo>
                    <a:pt x="50828" y="88446"/>
                    <a:pt x="50828" y="88446"/>
                    <a:pt x="50828" y="88446"/>
                  </a:cubicBezTo>
                  <a:cubicBezTo>
                    <a:pt x="29741" y="88446"/>
                    <a:pt x="13127" y="71848"/>
                    <a:pt x="12488" y="50781"/>
                  </a:cubicBezTo>
                  <a:close/>
                </a:path>
              </a:pathLst>
            </a:custGeom>
            <a:solidFill>
              <a:srgbClr val="26890D"/>
            </a:solidFill>
            <a:ln w="6390" cap="flat">
              <a:noFill/>
              <a:prstDash val="solid"/>
              <a:miter/>
            </a:ln>
          </p:spPr>
          <p:txBody>
            <a:bodyPr rtlCol="0" anchor="ctr"/>
            <a:lstStyle/>
            <a:p>
              <a:endParaRPr lang="en-US"/>
            </a:p>
          </p:txBody>
        </p:sp>
      </p:grpSp>
      <p:grpSp>
        <p:nvGrpSpPr>
          <p:cNvPr id="845" name="Graphic 4">
            <a:extLst>
              <a:ext uri="{FF2B5EF4-FFF2-40B4-BE49-F238E27FC236}">
                <a16:creationId xmlns:a16="http://schemas.microsoft.com/office/drawing/2014/main" id="{F7F57E76-CBF7-4A48-BB52-B053BA0A2846}"/>
              </a:ext>
            </a:extLst>
          </p:cNvPr>
          <p:cNvGrpSpPr/>
          <p:nvPr/>
        </p:nvGrpSpPr>
        <p:grpSpPr>
          <a:xfrm>
            <a:off x="2560447" y="3824168"/>
            <a:ext cx="362309" cy="361971"/>
            <a:chOff x="2560447" y="3824168"/>
            <a:chExt cx="362309" cy="361971"/>
          </a:xfrm>
          <a:solidFill>
            <a:srgbClr val="26890D"/>
          </a:solidFill>
        </p:grpSpPr>
        <p:sp>
          <p:nvSpPr>
            <p:cNvPr id="846" name="Graphic 4">
              <a:extLst>
                <a:ext uri="{FF2B5EF4-FFF2-40B4-BE49-F238E27FC236}">
                  <a16:creationId xmlns:a16="http://schemas.microsoft.com/office/drawing/2014/main" id="{F4494436-92D8-4D4E-8FBB-E48C9E1AE019}"/>
                </a:ext>
              </a:extLst>
            </p:cNvPr>
            <p:cNvSpPr/>
            <p:nvPr/>
          </p:nvSpPr>
          <p:spPr>
            <a:xfrm>
              <a:off x="2560447" y="3824168"/>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895"/>
                    <a:pt x="81152" y="361971"/>
                    <a:pt x="180835" y="361971"/>
                  </a:cubicBezTo>
                  <a:cubicBezTo>
                    <a:pt x="281157" y="361971"/>
                    <a:pt x="362309" y="280895"/>
                    <a:pt x="362309" y="181305"/>
                  </a:cubicBezTo>
                  <a:cubicBezTo>
                    <a:pt x="362309" y="181305"/>
                    <a:pt x="362309" y="181305"/>
                    <a:pt x="362309" y="181305"/>
                  </a:cubicBezTo>
                  <a:cubicBezTo>
                    <a:pt x="362309" y="81076"/>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lnTo>
                    <a:pt x="181474" y="349204"/>
                  </a:lnTo>
                  <a:close/>
                </a:path>
              </a:pathLst>
            </a:custGeom>
            <a:solidFill>
              <a:srgbClr val="26890D"/>
            </a:solidFill>
            <a:ln w="6390" cap="flat">
              <a:noFill/>
              <a:prstDash val="solid"/>
              <a:miter/>
            </a:ln>
          </p:spPr>
          <p:txBody>
            <a:bodyPr rtlCol="0" anchor="ctr"/>
            <a:lstStyle/>
            <a:p>
              <a:endParaRPr lang="en-US"/>
            </a:p>
          </p:txBody>
        </p:sp>
        <p:sp>
          <p:nvSpPr>
            <p:cNvPr id="847" name="Graphic 4">
              <a:extLst>
                <a:ext uri="{FF2B5EF4-FFF2-40B4-BE49-F238E27FC236}">
                  <a16:creationId xmlns:a16="http://schemas.microsoft.com/office/drawing/2014/main" id="{974CFF04-2ED1-7B40-A14D-63F10227899A}"/>
                </a:ext>
              </a:extLst>
            </p:cNvPr>
            <p:cNvSpPr/>
            <p:nvPr/>
          </p:nvSpPr>
          <p:spPr>
            <a:xfrm>
              <a:off x="2671632" y="3887369"/>
              <a:ext cx="140578" cy="235569"/>
            </a:xfrm>
            <a:custGeom>
              <a:avLst/>
              <a:gdLst>
                <a:gd name="connsiteX0" fmla="*/ 96488 w 140578"/>
                <a:gd name="connsiteY0" fmla="*/ 0 h 235569"/>
                <a:gd name="connsiteX1" fmla="*/ 44091 w 140578"/>
                <a:gd name="connsiteY1" fmla="*/ 0 h 235569"/>
                <a:gd name="connsiteX2" fmla="*/ 0 w 140578"/>
                <a:gd name="connsiteY2" fmla="*/ 44050 h 235569"/>
                <a:gd name="connsiteX3" fmla="*/ 0 w 140578"/>
                <a:gd name="connsiteY3" fmla="*/ 191519 h 235569"/>
                <a:gd name="connsiteX4" fmla="*/ 44091 w 140578"/>
                <a:gd name="connsiteY4" fmla="*/ 235569 h 235569"/>
                <a:gd name="connsiteX5" fmla="*/ 96488 w 140578"/>
                <a:gd name="connsiteY5" fmla="*/ 235569 h 235569"/>
                <a:gd name="connsiteX6" fmla="*/ 140579 w 140578"/>
                <a:gd name="connsiteY6" fmla="*/ 191519 h 235569"/>
                <a:gd name="connsiteX7" fmla="*/ 140579 w 140578"/>
                <a:gd name="connsiteY7" fmla="*/ 44050 h 235569"/>
                <a:gd name="connsiteX8" fmla="*/ 96488 w 140578"/>
                <a:gd name="connsiteY8" fmla="*/ 0 h 235569"/>
                <a:gd name="connsiteX9" fmla="*/ 96488 w 140578"/>
                <a:gd name="connsiteY9" fmla="*/ 222801 h 235569"/>
                <a:gd name="connsiteX10" fmla="*/ 44091 w 140578"/>
                <a:gd name="connsiteY10" fmla="*/ 222801 h 235569"/>
                <a:gd name="connsiteX11" fmla="*/ 13419 w 140578"/>
                <a:gd name="connsiteY11" fmla="*/ 195988 h 235569"/>
                <a:gd name="connsiteX12" fmla="*/ 127160 w 140578"/>
                <a:gd name="connsiteY12" fmla="*/ 195988 h 235569"/>
                <a:gd name="connsiteX13" fmla="*/ 96488 w 140578"/>
                <a:gd name="connsiteY13" fmla="*/ 222801 h 235569"/>
                <a:gd name="connsiteX14" fmla="*/ 96488 w 140578"/>
                <a:gd name="connsiteY14" fmla="*/ 222801 h 235569"/>
                <a:gd name="connsiteX15" fmla="*/ 127160 w 140578"/>
                <a:gd name="connsiteY15" fmla="*/ 183220 h 235569"/>
                <a:gd name="connsiteX16" fmla="*/ 12780 w 140578"/>
                <a:gd name="connsiteY16" fmla="*/ 183220 h 235569"/>
                <a:gd name="connsiteX17" fmla="*/ 12780 w 140578"/>
                <a:gd name="connsiteY17" fmla="*/ 44050 h 235569"/>
                <a:gd name="connsiteX18" fmla="*/ 44091 w 140578"/>
                <a:gd name="connsiteY18" fmla="*/ 12768 h 235569"/>
                <a:gd name="connsiteX19" fmla="*/ 96488 w 140578"/>
                <a:gd name="connsiteY19" fmla="*/ 12768 h 235569"/>
                <a:gd name="connsiteX20" fmla="*/ 127799 w 140578"/>
                <a:gd name="connsiteY20" fmla="*/ 44050 h 235569"/>
                <a:gd name="connsiteX21" fmla="*/ 127160 w 140578"/>
                <a:gd name="connsiteY21" fmla="*/ 183220 h 235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0578" h="235569">
                  <a:moveTo>
                    <a:pt x="96488" y="0"/>
                  </a:moveTo>
                  <a:lnTo>
                    <a:pt x="44091" y="0"/>
                  </a:lnTo>
                  <a:cubicBezTo>
                    <a:pt x="19809" y="0"/>
                    <a:pt x="0" y="19791"/>
                    <a:pt x="0" y="44050"/>
                  </a:cubicBezTo>
                  <a:lnTo>
                    <a:pt x="0" y="191519"/>
                  </a:lnTo>
                  <a:cubicBezTo>
                    <a:pt x="0" y="215779"/>
                    <a:pt x="19809" y="235569"/>
                    <a:pt x="44091" y="235569"/>
                  </a:cubicBezTo>
                  <a:lnTo>
                    <a:pt x="96488" y="235569"/>
                  </a:lnTo>
                  <a:cubicBezTo>
                    <a:pt x="120770" y="235569"/>
                    <a:pt x="140579" y="215779"/>
                    <a:pt x="140579" y="191519"/>
                  </a:cubicBezTo>
                  <a:lnTo>
                    <a:pt x="140579" y="44050"/>
                  </a:lnTo>
                  <a:cubicBezTo>
                    <a:pt x="139940" y="19791"/>
                    <a:pt x="120770" y="0"/>
                    <a:pt x="96488" y="0"/>
                  </a:cubicBezTo>
                  <a:close/>
                  <a:moveTo>
                    <a:pt x="96488" y="222801"/>
                  </a:moveTo>
                  <a:lnTo>
                    <a:pt x="44091" y="222801"/>
                  </a:lnTo>
                  <a:cubicBezTo>
                    <a:pt x="28755" y="222801"/>
                    <a:pt x="15336" y="211310"/>
                    <a:pt x="13419" y="195988"/>
                  </a:cubicBezTo>
                  <a:lnTo>
                    <a:pt x="127160" y="195988"/>
                  </a:lnTo>
                  <a:cubicBezTo>
                    <a:pt x="125243" y="211310"/>
                    <a:pt x="111824" y="222801"/>
                    <a:pt x="96488" y="222801"/>
                  </a:cubicBezTo>
                  <a:lnTo>
                    <a:pt x="96488" y="222801"/>
                  </a:lnTo>
                  <a:close/>
                  <a:moveTo>
                    <a:pt x="127160" y="183220"/>
                  </a:moveTo>
                  <a:lnTo>
                    <a:pt x="12780" y="183220"/>
                  </a:lnTo>
                  <a:lnTo>
                    <a:pt x="12780" y="44050"/>
                  </a:lnTo>
                  <a:cubicBezTo>
                    <a:pt x="12780" y="26813"/>
                    <a:pt x="26838" y="12768"/>
                    <a:pt x="44091" y="12768"/>
                  </a:cubicBezTo>
                  <a:lnTo>
                    <a:pt x="96488" y="12768"/>
                  </a:lnTo>
                  <a:cubicBezTo>
                    <a:pt x="113741" y="12768"/>
                    <a:pt x="127799" y="26813"/>
                    <a:pt x="127799" y="44050"/>
                  </a:cubicBezTo>
                  <a:lnTo>
                    <a:pt x="127160" y="183220"/>
                  </a:lnTo>
                  <a:close/>
                </a:path>
              </a:pathLst>
            </a:custGeom>
            <a:solidFill>
              <a:srgbClr val="26890D"/>
            </a:solidFill>
            <a:ln w="6390" cap="flat">
              <a:noFill/>
              <a:prstDash val="solid"/>
              <a:miter/>
            </a:ln>
          </p:spPr>
          <p:txBody>
            <a:bodyPr rtlCol="0" anchor="ctr"/>
            <a:lstStyle/>
            <a:p>
              <a:endParaRPr lang="en-US"/>
            </a:p>
          </p:txBody>
        </p:sp>
        <p:sp>
          <p:nvSpPr>
            <p:cNvPr id="848" name="Graphic 4">
              <a:extLst>
                <a:ext uri="{FF2B5EF4-FFF2-40B4-BE49-F238E27FC236}">
                  <a16:creationId xmlns:a16="http://schemas.microsoft.com/office/drawing/2014/main" id="{B4888A95-DE16-DB41-8256-C98E47A4BFBA}"/>
                </a:ext>
              </a:extLst>
            </p:cNvPr>
            <p:cNvSpPr/>
            <p:nvPr/>
          </p:nvSpPr>
          <p:spPr>
            <a:xfrm>
              <a:off x="2698412" y="3964992"/>
              <a:ext cx="85523" cy="81976"/>
            </a:xfrm>
            <a:custGeom>
              <a:avLst/>
              <a:gdLst>
                <a:gd name="connsiteX0" fmla="*/ 48621 w 85523"/>
                <a:gd name="connsiteY0" fmla="*/ 3454 h 81976"/>
                <a:gd name="connsiteX1" fmla="*/ 39675 w 85523"/>
                <a:gd name="connsiteY1" fmla="*/ 900 h 81976"/>
                <a:gd name="connsiteX2" fmla="*/ 37119 w 85523"/>
                <a:gd name="connsiteY2" fmla="*/ 3454 h 81976"/>
                <a:gd name="connsiteX3" fmla="*/ 697 w 85523"/>
                <a:gd name="connsiteY3" fmla="*/ 73039 h 81976"/>
                <a:gd name="connsiteX4" fmla="*/ 1336 w 85523"/>
                <a:gd name="connsiteY4" fmla="*/ 80061 h 81976"/>
                <a:gd name="connsiteX5" fmla="*/ 5809 w 85523"/>
                <a:gd name="connsiteY5" fmla="*/ 81976 h 81976"/>
                <a:gd name="connsiteX6" fmla="*/ 8365 w 85523"/>
                <a:gd name="connsiteY6" fmla="*/ 81338 h 81976"/>
                <a:gd name="connsiteX7" fmla="*/ 44148 w 85523"/>
                <a:gd name="connsiteY7" fmla="*/ 66016 h 81976"/>
                <a:gd name="connsiteX8" fmla="*/ 76737 w 85523"/>
                <a:gd name="connsiteY8" fmla="*/ 81338 h 81976"/>
                <a:gd name="connsiteX9" fmla="*/ 85044 w 85523"/>
                <a:gd name="connsiteY9" fmla="*/ 78146 h 81976"/>
                <a:gd name="connsiteX10" fmla="*/ 85044 w 85523"/>
                <a:gd name="connsiteY10" fmla="*/ 72400 h 81976"/>
                <a:gd name="connsiteX11" fmla="*/ 48621 w 85523"/>
                <a:gd name="connsiteY11" fmla="*/ 3454 h 81976"/>
                <a:gd name="connsiteX12" fmla="*/ 47343 w 85523"/>
                <a:gd name="connsiteY12" fmla="*/ 53887 h 81976"/>
                <a:gd name="connsiteX13" fmla="*/ 42231 w 85523"/>
                <a:gd name="connsiteY13" fmla="*/ 53887 h 81976"/>
                <a:gd name="connsiteX14" fmla="*/ 20505 w 85523"/>
                <a:gd name="connsiteY14" fmla="*/ 63463 h 81976"/>
                <a:gd name="connsiteX15" fmla="*/ 42870 w 85523"/>
                <a:gd name="connsiteY15" fmla="*/ 20690 h 81976"/>
                <a:gd name="connsiteX16" fmla="*/ 65235 w 85523"/>
                <a:gd name="connsiteY16" fmla="*/ 62824 h 81976"/>
                <a:gd name="connsiteX17" fmla="*/ 47343 w 85523"/>
                <a:gd name="connsiteY17" fmla="*/ 53887 h 81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23" h="81976">
                  <a:moveTo>
                    <a:pt x="48621" y="3454"/>
                  </a:moveTo>
                  <a:cubicBezTo>
                    <a:pt x="46704" y="262"/>
                    <a:pt x="42870" y="-1015"/>
                    <a:pt x="39675" y="900"/>
                  </a:cubicBezTo>
                  <a:cubicBezTo>
                    <a:pt x="38397" y="1538"/>
                    <a:pt x="37758" y="2177"/>
                    <a:pt x="37119" y="3454"/>
                  </a:cubicBezTo>
                  <a:lnTo>
                    <a:pt x="697" y="73039"/>
                  </a:lnTo>
                  <a:cubicBezTo>
                    <a:pt x="-581" y="75592"/>
                    <a:pt x="58" y="78146"/>
                    <a:pt x="1336" y="80061"/>
                  </a:cubicBezTo>
                  <a:cubicBezTo>
                    <a:pt x="2614" y="81338"/>
                    <a:pt x="4531" y="81976"/>
                    <a:pt x="5809" y="81976"/>
                  </a:cubicBezTo>
                  <a:cubicBezTo>
                    <a:pt x="6447" y="81976"/>
                    <a:pt x="7726" y="81976"/>
                    <a:pt x="8365" y="81338"/>
                  </a:cubicBezTo>
                  <a:lnTo>
                    <a:pt x="44148" y="66016"/>
                  </a:lnTo>
                  <a:lnTo>
                    <a:pt x="76737" y="81338"/>
                  </a:lnTo>
                  <a:cubicBezTo>
                    <a:pt x="79932" y="82615"/>
                    <a:pt x="83766" y="81338"/>
                    <a:pt x="85044" y="78146"/>
                  </a:cubicBezTo>
                  <a:cubicBezTo>
                    <a:pt x="85683" y="76231"/>
                    <a:pt x="85683" y="74316"/>
                    <a:pt x="85044" y="72400"/>
                  </a:cubicBezTo>
                  <a:lnTo>
                    <a:pt x="48621" y="3454"/>
                  </a:lnTo>
                  <a:close/>
                  <a:moveTo>
                    <a:pt x="47343" y="53887"/>
                  </a:moveTo>
                  <a:cubicBezTo>
                    <a:pt x="45426" y="53249"/>
                    <a:pt x="43509" y="53249"/>
                    <a:pt x="42231" y="53887"/>
                  </a:cubicBezTo>
                  <a:lnTo>
                    <a:pt x="20505" y="63463"/>
                  </a:lnTo>
                  <a:lnTo>
                    <a:pt x="42870" y="20690"/>
                  </a:lnTo>
                  <a:lnTo>
                    <a:pt x="65235" y="62824"/>
                  </a:lnTo>
                  <a:lnTo>
                    <a:pt x="47343" y="53887"/>
                  </a:lnTo>
                  <a:close/>
                </a:path>
              </a:pathLst>
            </a:custGeom>
            <a:solidFill>
              <a:srgbClr val="26890D"/>
            </a:solidFill>
            <a:ln w="6390" cap="flat">
              <a:noFill/>
              <a:prstDash val="solid"/>
              <a:miter/>
            </a:ln>
          </p:spPr>
          <p:txBody>
            <a:bodyPr rtlCol="0" anchor="ctr"/>
            <a:lstStyle/>
            <a:p>
              <a:endParaRPr lang="en-US"/>
            </a:p>
          </p:txBody>
        </p:sp>
        <p:sp>
          <p:nvSpPr>
            <p:cNvPr id="849" name="Graphic 4">
              <a:extLst>
                <a:ext uri="{FF2B5EF4-FFF2-40B4-BE49-F238E27FC236}">
                  <a16:creationId xmlns:a16="http://schemas.microsoft.com/office/drawing/2014/main" id="{0957601D-A7E5-7949-A8D5-157335911458}"/>
                </a:ext>
              </a:extLst>
            </p:cNvPr>
            <p:cNvSpPr/>
            <p:nvPr/>
          </p:nvSpPr>
          <p:spPr>
            <a:xfrm>
              <a:off x="2732337" y="4087187"/>
              <a:ext cx="19169" cy="19151"/>
            </a:xfrm>
            <a:custGeom>
              <a:avLst/>
              <a:gdLst>
                <a:gd name="connsiteX0" fmla="*/ 9585 w 19169"/>
                <a:gd name="connsiteY0" fmla="*/ 0 h 19151"/>
                <a:gd name="connsiteX1" fmla="*/ 0 w 19169"/>
                <a:gd name="connsiteY1" fmla="*/ 9576 h 19151"/>
                <a:gd name="connsiteX2" fmla="*/ 9585 w 19169"/>
                <a:gd name="connsiteY2" fmla="*/ 19152 h 19151"/>
                <a:gd name="connsiteX3" fmla="*/ 19170 w 19169"/>
                <a:gd name="connsiteY3" fmla="*/ 9576 h 19151"/>
                <a:gd name="connsiteX4" fmla="*/ 9585 w 19169"/>
                <a:gd name="connsiteY4" fmla="*/ 0 h 19151"/>
                <a:gd name="connsiteX5" fmla="*/ 9585 w 19169"/>
                <a:gd name="connsiteY5" fmla="*/ 0 h 19151"/>
                <a:gd name="connsiteX6" fmla="*/ 9585 w 19169"/>
                <a:gd name="connsiteY6" fmla="*/ 12768 h 19151"/>
                <a:gd name="connsiteX7" fmla="*/ 6390 w 19169"/>
                <a:gd name="connsiteY7" fmla="*/ 9576 h 19151"/>
                <a:gd name="connsiteX8" fmla="*/ 9585 w 19169"/>
                <a:gd name="connsiteY8" fmla="*/ 6384 h 19151"/>
                <a:gd name="connsiteX9" fmla="*/ 12780 w 19169"/>
                <a:gd name="connsiteY9" fmla="*/ 9576 h 19151"/>
                <a:gd name="connsiteX10" fmla="*/ 12780 w 19169"/>
                <a:gd name="connsiteY10" fmla="*/ 9576 h 19151"/>
                <a:gd name="connsiteX11" fmla="*/ 9585 w 19169"/>
                <a:gd name="connsiteY11" fmla="*/ 12768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169" h="19151">
                  <a:moveTo>
                    <a:pt x="9585" y="0"/>
                  </a:moveTo>
                  <a:cubicBezTo>
                    <a:pt x="4473" y="0"/>
                    <a:pt x="0" y="4469"/>
                    <a:pt x="0" y="9576"/>
                  </a:cubicBezTo>
                  <a:cubicBezTo>
                    <a:pt x="0" y="14683"/>
                    <a:pt x="4473" y="19152"/>
                    <a:pt x="9585" y="19152"/>
                  </a:cubicBezTo>
                  <a:cubicBezTo>
                    <a:pt x="14697" y="19152"/>
                    <a:pt x="19170" y="14683"/>
                    <a:pt x="19170" y="9576"/>
                  </a:cubicBezTo>
                  <a:cubicBezTo>
                    <a:pt x="19170" y="4469"/>
                    <a:pt x="14697" y="0"/>
                    <a:pt x="9585" y="0"/>
                  </a:cubicBezTo>
                  <a:cubicBezTo>
                    <a:pt x="9585" y="0"/>
                    <a:pt x="9585" y="0"/>
                    <a:pt x="9585" y="0"/>
                  </a:cubicBezTo>
                  <a:close/>
                  <a:moveTo>
                    <a:pt x="9585" y="12768"/>
                  </a:moveTo>
                  <a:cubicBezTo>
                    <a:pt x="7668" y="12768"/>
                    <a:pt x="6390" y="11491"/>
                    <a:pt x="6390" y="9576"/>
                  </a:cubicBezTo>
                  <a:cubicBezTo>
                    <a:pt x="6390" y="7661"/>
                    <a:pt x="7668" y="6384"/>
                    <a:pt x="9585" y="6384"/>
                  </a:cubicBezTo>
                  <a:cubicBezTo>
                    <a:pt x="11502" y="6384"/>
                    <a:pt x="12780" y="7661"/>
                    <a:pt x="12780" y="9576"/>
                  </a:cubicBezTo>
                  <a:lnTo>
                    <a:pt x="12780" y="9576"/>
                  </a:lnTo>
                  <a:cubicBezTo>
                    <a:pt x="12141" y="11491"/>
                    <a:pt x="10863" y="12768"/>
                    <a:pt x="9585" y="12768"/>
                  </a:cubicBezTo>
                  <a:close/>
                </a:path>
              </a:pathLst>
            </a:custGeom>
            <a:solidFill>
              <a:srgbClr val="26890D"/>
            </a:solidFill>
            <a:ln w="6390" cap="flat">
              <a:noFill/>
              <a:prstDash val="solid"/>
              <a:miter/>
            </a:ln>
          </p:spPr>
          <p:txBody>
            <a:bodyPr rtlCol="0" anchor="ctr"/>
            <a:lstStyle/>
            <a:p>
              <a:endParaRPr lang="en-US"/>
            </a:p>
          </p:txBody>
        </p:sp>
      </p:grpSp>
      <p:grpSp>
        <p:nvGrpSpPr>
          <p:cNvPr id="850" name="Graphic 4">
            <a:extLst>
              <a:ext uri="{FF2B5EF4-FFF2-40B4-BE49-F238E27FC236}">
                <a16:creationId xmlns:a16="http://schemas.microsoft.com/office/drawing/2014/main" id="{8DB826DC-AC2F-CD4C-A5AC-FB789AFBFC08}"/>
              </a:ext>
            </a:extLst>
          </p:cNvPr>
          <p:cNvGrpSpPr/>
          <p:nvPr/>
        </p:nvGrpSpPr>
        <p:grpSpPr>
          <a:xfrm>
            <a:off x="2560447" y="2371173"/>
            <a:ext cx="362309" cy="361971"/>
            <a:chOff x="2560447" y="2371173"/>
            <a:chExt cx="362309" cy="361971"/>
          </a:xfrm>
          <a:solidFill>
            <a:srgbClr val="26890D"/>
          </a:solidFill>
        </p:grpSpPr>
        <p:sp>
          <p:nvSpPr>
            <p:cNvPr id="851" name="Graphic 4">
              <a:extLst>
                <a:ext uri="{FF2B5EF4-FFF2-40B4-BE49-F238E27FC236}">
                  <a16:creationId xmlns:a16="http://schemas.microsoft.com/office/drawing/2014/main" id="{FB882762-5B4C-E24D-95EA-FB4E71882FBE}"/>
                </a:ext>
              </a:extLst>
            </p:cNvPr>
            <p:cNvSpPr/>
            <p:nvPr/>
          </p:nvSpPr>
          <p:spPr>
            <a:xfrm>
              <a:off x="2560447"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close/>
                </a:path>
              </a:pathLst>
            </a:custGeom>
            <a:solidFill>
              <a:srgbClr val="26890D"/>
            </a:solidFill>
            <a:ln w="6390" cap="flat">
              <a:noFill/>
              <a:prstDash val="solid"/>
              <a:miter/>
            </a:ln>
          </p:spPr>
          <p:txBody>
            <a:bodyPr rtlCol="0" anchor="ctr"/>
            <a:lstStyle/>
            <a:p>
              <a:endParaRPr lang="en-US"/>
            </a:p>
          </p:txBody>
        </p:sp>
        <p:sp>
          <p:nvSpPr>
            <p:cNvPr id="852" name="Graphic 4">
              <a:extLst>
                <a:ext uri="{FF2B5EF4-FFF2-40B4-BE49-F238E27FC236}">
                  <a16:creationId xmlns:a16="http://schemas.microsoft.com/office/drawing/2014/main" id="{186AC1E4-548D-194A-95F7-EC8AFB57C0E8}"/>
                </a:ext>
              </a:extLst>
            </p:cNvPr>
            <p:cNvSpPr/>
            <p:nvPr/>
          </p:nvSpPr>
          <p:spPr>
            <a:xfrm>
              <a:off x="2699748" y="2426714"/>
              <a:ext cx="86903" cy="121934"/>
            </a:xfrm>
            <a:custGeom>
              <a:avLst/>
              <a:gdLst>
                <a:gd name="connsiteX0" fmla="*/ 43451 w 86903"/>
                <a:gd name="connsiteY0" fmla="*/ 121934 h 121934"/>
                <a:gd name="connsiteX1" fmla="*/ 48564 w 86903"/>
                <a:gd name="connsiteY1" fmla="*/ 119381 h 121934"/>
                <a:gd name="connsiteX2" fmla="*/ 86903 w 86903"/>
                <a:gd name="connsiteY2" fmla="*/ 43411 h 121934"/>
                <a:gd name="connsiteX3" fmla="*/ 43451 w 86903"/>
                <a:gd name="connsiteY3" fmla="*/ 0 h 121934"/>
                <a:gd name="connsiteX4" fmla="*/ 0 w 86903"/>
                <a:gd name="connsiteY4" fmla="*/ 43411 h 121934"/>
                <a:gd name="connsiteX5" fmla="*/ 38340 w 86903"/>
                <a:gd name="connsiteY5" fmla="*/ 119381 h 121934"/>
                <a:gd name="connsiteX6" fmla="*/ 43451 w 86903"/>
                <a:gd name="connsiteY6" fmla="*/ 121934 h 121934"/>
                <a:gd name="connsiteX7" fmla="*/ 43451 w 86903"/>
                <a:gd name="connsiteY7" fmla="*/ 12768 h 121934"/>
                <a:gd name="connsiteX8" fmla="*/ 74123 w 86903"/>
                <a:gd name="connsiteY8" fmla="*/ 43411 h 121934"/>
                <a:gd name="connsiteX9" fmla="*/ 43451 w 86903"/>
                <a:gd name="connsiteY9" fmla="*/ 104697 h 121934"/>
                <a:gd name="connsiteX10" fmla="*/ 12780 w 86903"/>
                <a:gd name="connsiteY10" fmla="*/ 43411 h 121934"/>
                <a:gd name="connsiteX11" fmla="*/ 43451 w 86903"/>
                <a:gd name="connsiteY11" fmla="*/ 12768 h 121934"/>
                <a:gd name="connsiteX12" fmla="*/ 43451 w 86903"/>
                <a:gd name="connsiteY12" fmla="*/ 12768 h 12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903" h="121934">
                  <a:moveTo>
                    <a:pt x="43451" y="121934"/>
                  </a:moveTo>
                  <a:cubicBezTo>
                    <a:pt x="45369" y="121934"/>
                    <a:pt x="47285" y="120657"/>
                    <a:pt x="48564" y="119381"/>
                  </a:cubicBezTo>
                  <a:cubicBezTo>
                    <a:pt x="52398" y="113635"/>
                    <a:pt x="86903" y="65117"/>
                    <a:pt x="86903" y="43411"/>
                  </a:cubicBezTo>
                  <a:cubicBezTo>
                    <a:pt x="86903" y="19790"/>
                    <a:pt x="67733" y="0"/>
                    <a:pt x="43451" y="0"/>
                  </a:cubicBezTo>
                  <a:cubicBezTo>
                    <a:pt x="19809" y="0"/>
                    <a:pt x="0" y="19152"/>
                    <a:pt x="0" y="43411"/>
                  </a:cubicBezTo>
                  <a:cubicBezTo>
                    <a:pt x="0" y="65117"/>
                    <a:pt x="34506" y="113635"/>
                    <a:pt x="38340" y="119381"/>
                  </a:cubicBezTo>
                  <a:cubicBezTo>
                    <a:pt x="39618" y="120657"/>
                    <a:pt x="41535" y="121934"/>
                    <a:pt x="43451" y="121934"/>
                  </a:cubicBezTo>
                  <a:close/>
                  <a:moveTo>
                    <a:pt x="43451" y="12768"/>
                  </a:moveTo>
                  <a:cubicBezTo>
                    <a:pt x="60065" y="12768"/>
                    <a:pt x="74123" y="26174"/>
                    <a:pt x="74123" y="43411"/>
                  </a:cubicBezTo>
                  <a:cubicBezTo>
                    <a:pt x="74123" y="54902"/>
                    <a:pt x="56870" y="84269"/>
                    <a:pt x="43451" y="104697"/>
                  </a:cubicBezTo>
                  <a:cubicBezTo>
                    <a:pt x="30033" y="84907"/>
                    <a:pt x="12780" y="55541"/>
                    <a:pt x="12780" y="43411"/>
                  </a:cubicBezTo>
                  <a:cubicBezTo>
                    <a:pt x="13419" y="26174"/>
                    <a:pt x="26838" y="12768"/>
                    <a:pt x="43451" y="12768"/>
                  </a:cubicBezTo>
                  <a:lnTo>
                    <a:pt x="43451" y="12768"/>
                  </a:lnTo>
                  <a:close/>
                </a:path>
              </a:pathLst>
            </a:custGeom>
            <a:solidFill>
              <a:srgbClr val="26890D"/>
            </a:solidFill>
            <a:ln w="6390" cap="flat">
              <a:noFill/>
              <a:prstDash val="solid"/>
              <a:miter/>
            </a:ln>
          </p:spPr>
          <p:txBody>
            <a:bodyPr rtlCol="0" anchor="ctr"/>
            <a:lstStyle/>
            <a:p>
              <a:endParaRPr lang="en-US"/>
            </a:p>
          </p:txBody>
        </p:sp>
        <p:sp>
          <p:nvSpPr>
            <p:cNvPr id="853" name="Graphic 4">
              <a:extLst>
                <a:ext uri="{FF2B5EF4-FFF2-40B4-BE49-F238E27FC236}">
                  <a16:creationId xmlns:a16="http://schemas.microsoft.com/office/drawing/2014/main" id="{1361EF48-7C91-ED4F-AB49-DDC23BD861D1}"/>
                </a:ext>
              </a:extLst>
            </p:cNvPr>
            <p:cNvSpPr/>
            <p:nvPr/>
          </p:nvSpPr>
          <p:spPr>
            <a:xfrm>
              <a:off x="2643736" y="2529496"/>
              <a:ext cx="196371" cy="137255"/>
            </a:xfrm>
            <a:custGeom>
              <a:avLst/>
              <a:gdLst>
                <a:gd name="connsiteX0" fmla="*/ 144193 w 196371"/>
                <a:gd name="connsiteY0" fmla="*/ 3830 h 137255"/>
                <a:gd name="connsiteX1" fmla="*/ 138442 w 196371"/>
                <a:gd name="connsiteY1" fmla="*/ 0 h 137255"/>
                <a:gd name="connsiteX2" fmla="*/ 123746 w 196371"/>
                <a:gd name="connsiteY2" fmla="*/ 0 h 137255"/>
                <a:gd name="connsiteX3" fmla="*/ 117356 w 196371"/>
                <a:gd name="connsiteY3" fmla="*/ 6384 h 137255"/>
                <a:gd name="connsiteX4" fmla="*/ 123746 w 196371"/>
                <a:gd name="connsiteY4" fmla="*/ 12768 h 137255"/>
                <a:gd name="connsiteX5" fmla="*/ 134608 w 196371"/>
                <a:gd name="connsiteY5" fmla="*/ 12768 h 137255"/>
                <a:gd name="connsiteX6" fmla="*/ 180616 w 196371"/>
                <a:gd name="connsiteY6" fmla="*/ 123849 h 137255"/>
                <a:gd name="connsiteX7" fmla="*/ 15756 w 196371"/>
                <a:gd name="connsiteY7" fmla="*/ 123849 h 137255"/>
                <a:gd name="connsiteX8" fmla="*/ 17033 w 196371"/>
                <a:gd name="connsiteY8" fmla="*/ 120657 h 137255"/>
                <a:gd name="connsiteX9" fmla="*/ 20228 w 196371"/>
                <a:gd name="connsiteY9" fmla="*/ 118742 h 137255"/>
                <a:gd name="connsiteX10" fmla="*/ 17033 w 196371"/>
                <a:gd name="connsiteY10" fmla="*/ 120657 h 137255"/>
                <a:gd name="connsiteX11" fmla="*/ 61763 w 196371"/>
                <a:gd name="connsiteY11" fmla="*/ 13406 h 137255"/>
                <a:gd name="connsiteX12" fmla="*/ 76460 w 196371"/>
                <a:gd name="connsiteY12" fmla="*/ 13406 h 137255"/>
                <a:gd name="connsiteX13" fmla="*/ 82850 w 196371"/>
                <a:gd name="connsiteY13" fmla="*/ 7022 h 137255"/>
                <a:gd name="connsiteX14" fmla="*/ 76460 w 196371"/>
                <a:gd name="connsiteY14" fmla="*/ 638 h 137255"/>
                <a:gd name="connsiteX15" fmla="*/ 57290 w 196371"/>
                <a:gd name="connsiteY15" fmla="*/ 638 h 137255"/>
                <a:gd name="connsiteX16" fmla="*/ 51539 w 196371"/>
                <a:gd name="connsiteY16" fmla="*/ 4469 h 137255"/>
                <a:gd name="connsiteX17" fmla="*/ 420 w 196371"/>
                <a:gd name="connsiteY17" fmla="*/ 128318 h 137255"/>
                <a:gd name="connsiteX18" fmla="*/ 1059 w 196371"/>
                <a:gd name="connsiteY18" fmla="*/ 134064 h 137255"/>
                <a:gd name="connsiteX19" fmla="*/ 6171 w 196371"/>
                <a:gd name="connsiteY19" fmla="*/ 137256 h 137255"/>
                <a:gd name="connsiteX20" fmla="*/ 190201 w 196371"/>
                <a:gd name="connsiteY20" fmla="*/ 137256 h 137255"/>
                <a:gd name="connsiteX21" fmla="*/ 195313 w 196371"/>
                <a:gd name="connsiteY21" fmla="*/ 134064 h 137255"/>
                <a:gd name="connsiteX22" fmla="*/ 195952 w 196371"/>
                <a:gd name="connsiteY22" fmla="*/ 128318 h 137255"/>
                <a:gd name="connsiteX23" fmla="*/ 144193 w 196371"/>
                <a:gd name="connsiteY23" fmla="*/ 3830 h 13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6371" h="137255">
                  <a:moveTo>
                    <a:pt x="144193" y="3830"/>
                  </a:moveTo>
                  <a:cubicBezTo>
                    <a:pt x="142915" y="1277"/>
                    <a:pt x="140998" y="0"/>
                    <a:pt x="138442" y="0"/>
                  </a:cubicBezTo>
                  <a:lnTo>
                    <a:pt x="123746" y="0"/>
                  </a:lnTo>
                  <a:cubicBezTo>
                    <a:pt x="119912" y="0"/>
                    <a:pt x="117356" y="2554"/>
                    <a:pt x="117356" y="6384"/>
                  </a:cubicBezTo>
                  <a:cubicBezTo>
                    <a:pt x="117356" y="10214"/>
                    <a:pt x="119912" y="12768"/>
                    <a:pt x="123746" y="12768"/>
                  </a:cubicBezTo>
                  <a:lnTo>
                    <a:pt x="134608" y="12768"/>
                  </a:lnTo>
                  <a:lnTo>
                    <a:pt x="180616" y="123849"/>
                  </a:lnTo>
                  <a:lnTo>
                    <a:pt x="15756" y="123849"/>
                  </a:lnTo>
                  <a:lnTo>
                    <a:pt x="17033" y="120657"/>
                  </a:lnTo>
                  <a:lnTo>
                    <a:pt x="20228" y="118742"/>
                  </a:lnTo>
                  <a:lnTo>
                    <a:pt x="17033" y="120657"/>
                  </a:lnTo>
                  <a:lnTo>
                    <a:pt x="61763" y="13406"/>
                  </a:lnTo>
                  <a:lnTo>
                    <a:pt x="76460" y="13406"/>
                  </a:lnTo>
                  <a:cubicBezTo>
                    <a:pt x="80294" y="13406"/>
                    <a:pt x="82850" y="10853"/>
                    <a:pt x="82850" y="7022"/>
                  </a:cubicBezTo>
                  <a:cubicBezTo>
                    <a:pt x="82850" y="3192"/>
                    <a:pt x="80294" y="638"/>
                    <a:pt x="76460" y="638"/>
                  </a:cubicBezTo>
                  <a:lnTo>
                    <a:pt x="57290" y="638"/>
                  </a:lnTo>
                  <a:cubicBezTo>
                    <a:pt x="54734" y="638"/>
                    <a:pt x="52178" y="1915"/>
                    <a:pt x="51539" y="4469"/>
                  </a:cubicBezTo>
                  <a:lnTo>
                    <a:pt x="420" y="128318"/>
                  </a:lnTo>
                  <a:cubicBezTo>
                    <a:pt x="-219" y="130233"/>
                    <a:pt x="-219" y="132787"/>
                    <a:pt x="1059" y="134064"/>
                  </a:cubicBezTo>
                  <a:cubicBezTo>
                    <a:pt x="2337" y="135979"/>
                    <a:pt x="4254" y="136617"/>
                    <a:pt x="6171" y="137256"/>
                  </a:cubicBezTo>
                  <a:lnTo>
                    <a:pt x="190201" y="137256"/>
                  </a:lnTo>
                  <a:cubicBezTo>
                    <a:pt x="192118" y="137256"/>
                    <a:pt x="194035" y="135979"/>
                    <a:pt x="195313" y="134064"/>
                  </a:cubicBezTo>
                  <a:cubicBezTo>
                    <a:pt x="196591" y="132148"/>
                    <a:pt x="196591" y="130233"/>
                    <a:pt x="195952" y="128318"/>
                  </a:cubicBezTo>
                  <a:lnTo>
                    <a:pt x="144193" y="3830"/>
                  </a:lnTo>
                  <a:close/>
                </a:path>
              </a:pathLst>
            </a:custGeom>
            <a:solidFill>
              <a:srgbClr val="26890D"/>
            </a:solidFill>
            <a:ln w="6390" cap="flat">
              <a:noFill/>
              <a:prstDash val="solid"/>
              <a:miter/>
            </a:ln>
          </p:spPr>
          <p:txBody>
            <a:bodyPr rtlCol="0" anchor="ctr"/>
            <a:lstStyle/>
            <a:p>
              <a:endParaRPr lang="en-US"/>
            </a:p>
          </p:txBody>
        </p:sp>
        <p:sp>
          <p:nvSpPr>
            <p:cNvPr id="854" name="Graphic 4">
              <a:extLst>
                <a:ext uri="{FF2B5EF4-FFF2-40B4-BE49-F238E27FC236}">
                  <a16:creationId xmlns:a16="http://schemas.microsoft.com/office/drawing/2014/main" id="{606F3C0B-E3E4-C540-A746-AAD02EDE7226}"/>
                </a:ext>
              </a:extLst>
            </p:cNvPr>
            <p:cNvSpPr/>
            <p:nvPr/>
          </p:nvSpPr>
          <p:spPr>
            <a:xfrm>
              <a:off x="2736809" y="2608019"/>
              <a:ext cx="12779" cy="41495"/>
            </a:xfrm>
            <a:custGeom>
              <a:avLst/>
              <a:gdLst>
                <a:gd name="connsiteX0" fmla="*/ 6390 w 12779"/>
                <a:gd name="connsiteY0" fmla="*/ 0 h 41495"/>
                <a:gd name="connsiteX1" fmla="*/ 0 w 12779"/>
                <a:gd name="connsiteY1" fmla="*/ 6384 h 41495"/>
                <a:gd name="connsiteX2" fmla="*/ 0 w 12779"/>
                <a:gd name="connsiteY2" fmla="*/ 35112 h 41495"/>
                <a:gd name="connsiteX3" fmla="*/ 6390 w 12779"/>
                <a:gd name="connsiteY3" fmla="*/ 41496 h 41495"/>
                <a:gd name="connsiteX4" fmla="*/ 12780 w 12779"/>
                <a:gd name="connsiteY4" fmla="*/ 35112 h 41495"/>
                <a:gd name="connsiteX5" fmla="*/ 12780 w 12779"/>
                <a:gd name="connsiteY5" fmla="*/ 6384 h 41495"/>
                <a:gd name="connsiteX6" fmla="*/ 6390 w 12779"/>
                <a:gd name="connsiteY6" fmla="*/ 0 h 41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41495">
                  <a:moveTo>
                    <a:pt x="6390" y="0"/>
                  </a:moveTo>
                  <a:cubicBezTo>
                    <a:pt x="2556" y="0"/>
                    <a:pt x="0" y="2554"/>
                    <a:pt x="0" y="6384"/>
                  </a:cubicBezTo>
                  <a:lnTo>
                    <a:pt x="0" y="35112"/>
                  </a:lnTo>
                  <a:cubicBezTo>
                    <a:pt x="0" y="38942"/>
                    <a:pt x="2556" y="41496"/>
                    <a:pt x="6390" y="41496"/>
                  </a:cubicBezTo>
                  <a:cubicBezTo>
                    <a:pt x="10224" y="41496"/>
                    <a:pt x="12780" y="38942"/>
                    <a:pt x="12780" y="35112"/>
                  </a:cubicBezTo>
                  <a:lnTo>
                    <a:pt x="12780" y="6384"/>
                  </a:lnTo>
                  <a:cubicBezTo>
                    <a:pt x="12780" y="3192"/>
                    <a:pt x="10224" y="0"/>
                    <a:pt x="6390" y="0"/>
                  </a:cubicBezTo>
                  <a:close/>
                </a:path>
              </a:pathLst>
            </a:custGeom>
            <a:solidFill>
              <a:srgbClr val="26890D"/>
            </a:solidFill>
            <a:ln w="6390" cap="flat">
              <a:noFill/>
              <a:prstDash val="solid"/>
              <a:miter/>
            </a:ln>
          </p:spPr>
          <p:txBody>
            <a:bodyPr rtlCol="0" anchor="ctr"/>
            <a:lstStyle/>
            <a:p>
              <a:endParaRPr lang="en-US"/>
            </a:p>
          </p:txBody>
        </p:sp>
        <p:sp>
          <p:nvSpPr>
            <p:cNvPr id="855" name="Graphic 4">
              <a:extLst>
                <a:ext uri="{FF2B5EF4-FFF2-40B4-BE49-F238E27FC236}">
                  <a16:creationId xmlns:a16="http://schemas.microsoft.com/office/drawing/2014/main" id="{CB7080CD-264E-CF47-8307-04DB1D6C99DD}"/>
                </a:ext>
              </a:extLst>
            </p:cNvPr>
            <p:cNvSpPr/>
            <p:nvPr/>
          </p:nvSpPr>
          <p:spPr>
            <a:xfrm>
              <a:off x="2736809" y="2551840"/>
              <a:ext cx="12779" cy="41495"/>
            </a:xfrm>
            <a:custGeom>
              <a:avLst/>
              <a:gdLst>
                <a:gd name="connsiteX0" fmla="*/ 12780 w 12779"/>
                <a:gd name="connsiteY0" fmla="*/ 6384 h 41495"/>
                <a:gd name="connsiteX1" fmla="*/ 6390 w 12779"/>
                <a:gd name="connsiteY1" fmla="*/ 0 h 41495"/>
                <a:gd name="connsiteX2" fmla="*/ 0 w 12779"/>
                <a:gd name="connsiteY2" fmla="*/ 6384 h 41495"/>
                <a:gd name="connsiteX3" fmla="*/ 0 w 12779"/>
                <a:gd name="connsiteY3" fmla="*/ 35112 h 41495"/>
                <a:gd name="connsiteX4" fmla="*/ 6390 w 12779"/>
                <a:gd name="connsiteY4" fmla="*/ 41496 h 41495"/>
                <a:gd name="connsiteX5" fmla="*/ 12780 w 12779"/>
                <a:gd name="connsiteY5" fmla="*/ 35112 h 41495"/>
                <a:gd name="connsiteX6" fmla="*/ 12780 w 12779"/>
                <a:gd name="connsiteY6" fmla="*/ 6384 h 41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41495">
                  <a:moveTo>
                    <a:pt x="12780" y="6384"/>
                  </a:moveTo>
                  <a:cubicBezTo>
                    <a:pt x="12780" y="2554"/>
                    <a:pt x="10224" y="0"/>
                    <a:pt x="6390" y="0"/>
                  </a:cubicBezTo>
                  <a:cubicBezTo>
                    <a:pt x="2556" y="0"/>
                    <a:pt x="0" y="2554"/>
                    <a:pt x="0" y="6384"/>
                  </a:cubicBezTo>
                  <a:lnTo>
                    <a:pt x="0" y="35112"/>
                  </a:lnTo>
                  <a:cubicBezTo>
                    <a:pt x="0" y="38942"/>
                    <a:pt x="2556" y="41496"/>
                    <a:pt x="6390" y="41496"/>
                  </a:cubicBezTo>
                  <a:cubicBezTo>
                    <a:pt x="10224" y="41496"/>
                    <a:pt x="12780" y="38942"/>
                    <a:pt x="12780" y="35112"/>
                  </a:cubicBezTo>
                  <a:lnTo>
                    <a:pt x="12780" y="6384"/>
                  </a:lnTo>
                  <a:close/>
                </a:path>
              </a:pathLst>
            </a:custGeom>
            <a:solidFill>
              <a:srgbClr val="26890D"/>
            </a:solidFill>
            <a:ln w="6390" cap="flat">
              <a:noFill/>
              <a:prstDash val="solid"/>
              <a:miter/>
            </a:ln>
          </p:spPr>
          <p:txBody>
            <a:bodyPr rtlCol="0" anchor="ctr"/>
            <a:lstStyle/>
            <a:p>
              <a:endParaRPr lang="en-US"/>
            </a:p>
          </p:txBody>
        </p:sp>
      </p:grpSp>
      <p:grpSp>
        <p:nvGrpSpPr>
          <p:cNvPr id="860" name="Graphic 4">
            <a:extLst>
              <a:ext uri="{FF2B5EF4-FFF2-40B4-BE49-F238E27FC236}">
                <a16:creationId xmlns:a16="http://schemas.microsoft.com/office/drawing/2014/main" id="{E3DF0E15-3AB7-9C44-BBB9-B34696F7A1F5}"/>
              </a:ext>
            </a:extLst>
          </p:cNvPr>
          <p:cNvGrpSpPr/>
          <p:nvPr/>
        </p:nvGrpSpPr>
        <p:grpSpPr>
          <a:xfrm>
            <a:off x="2998797" y="1893013"/>
            <a:ext cx="362309" cy="361971"/>
            <a:chOff x="2998797" y="1893013"/>
            <a:chExt cx="362309" cy="361971"/>
          </a:xfrm>
          <a:solidFill>
            <a:srgbClr val="26890D"/>
          </a:solidFill>
        </p:grpSpPr>
        <p:sp>
          <p:nvSpPr>
            <p:cNvPr id="861" name="Graphic 4">
              <a:extLst>
                <a:ext uri="{FF2B5EF4-FFF2-40B4-BE49-F238E27FC236}">
                  <a16:creationId xmlns:a16="http://schemas.microsoft.com/office/drawing/2014/main" id="{B5DFAC00-8361-F948-B0DE-93A40434FE6C}"/>
                </a:ext>
              </a:extLst>
            </p:cNvPr>
            <p:cNvSpPr/>
            <p:nvPr/>
          </p:nvSpPr>
          <p:spPr>
            <a:xfrm>
              <a:off x="3237142" y="1981112"/>
              <a:ext cx="53675" cy="81076"/>
            </a:xfrm>
            <a:custGeom>
              <a:avLst/>
              <a:gdLst>
                <a:gd name="connsiteX0" fmla="*/ 26838 w 53675"/>
                <a:gd name="connsiteY0" fmla="*/ 0 h 81076"/>
                <a:gd name="connsiteX1" fmla="*/ 0 w 53675"/>
                <a:gd name="connsiteY1" fmla="*/ 26813 h 81076"/>
                <a:gd name="connsiteX2" fmla="*/ 26838 w 53675"/>
                <a:gd name="connsiteY2" fmla="*/ 81076 h 81076"/>
                <a:gd name="connsiteX3" fmla="*/ 53675 w 53675"/>
                <a:gd name="connsiteY3" fmla="*/ 26813 h 81076"/>
                <a:gd name="connsiteX4" fmla="*/ 26838 w 53675"/>
                <a:gd name="connsiteY4" fmla="*/ 0 h 810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75" h="81076">
                  <a:moveTo>
                    <a:pt x="26838" y="0"/>
                  </a:moveTo>
                  <a:cubicBezTo>
                    <a:pt x="12141" y="0"/>
                    <a:pt x="0" y="12130"/>
                    <a:pt x="0" y="26813"/>
                  </a:cubicBezTo>
                  <a:cubicBezTo>
                    <a:pt x="0" y="37027"/>
                    <a:pt x="14697" y="63201"/>
                    <a:pt x="26838" y="81076"/>
                  </a:cubicBezTo>
                  <a:cubicBezTo>
                    <a:pt x="38979" y="62563"/>
                    <a:pt x="53675" y="37027"/>
                    <a:pt x="53675" y="26813"/>
                  </a:cubicBezTo>
                  <a:cubicBezTo>
                    <a:pt x="53675" y="12130"/>
                    <a:pt x="41534" y="0"/>
                    <a:pt x="26838" y="0"/>
                  </a:cubicBezTo>
                  <a:close/>
                </a:path>
              </a:pathLst>
            </a:custGeom>
            <a:solidFill>
              <a:srgbClr val="26890D"/>
            </a:solidFill>
            <a:ln w="6390" cap="flat">
              <a:noFill/>
              <a:prstDash val="solid"/>
              <a:miter/>
            </a:ln>
          </p:spPr>
          <p:txBody>
            <a:bodyPr rtlCol="0" anchor="ctr"/>
            <a:lstStyle/>
            <a:p>
              <a:endParaRPr lang="en-US"/>
            </a:p>
          </p:txBody>
        </p:sp>
        <p:sp>
          <p:nvSpPr>
            <p:cNvPr id="862" name="Graphic 4">
              <a:extLst>
                <a:ext uri="{FF2B5EF4-FFF2-40B4-BE49-F238E27FC236}">
                  <a16:creationId xmlns:a16="http://schemas.microsoft.com/office/drawing/2014/main" id="{55819526-0A3F-2F45-8980-8DEA0626945D}"/>
                </a:ext>
              </a:extLst>
            </p:cNvPr>
            <p:cNvSpPr/>
            <p:nvPr/>
          </p:nvSpPr>
          <p:spPr>
            <a:xfrm>
              <a:off x="2998797" y="189301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270294 w 362309"/>
                <a:gd name="connsiteY6" fmla="*/ 184497 h 361971"/>
                <a:gd name="connsiteX7" fmla="*/ 267100 w 362309"/>
                <a:gd name="connsiteY7" fmla="*/ 187051 h 361971"/>
                <a:gd name="connsiteX8" fmla="*/ 263905 w 362309"/>
                <a:gd name="connsiteY8" fmla="*/ 188327 h 361971"/>
                <a:gd name="connsiteX9" fmla="*/ 187225 w 362309"/>
                <a:gd name="connsiteY9" fmla="*/ 188327 h 361971"/>
                <a:gd name="connsiteX10" fmla="*/ 168695 w 362309"/>
                <a:gd name="connsiteY10" fmla="*/ 204926 h 361971"/>
                <a:gd name="connsiteX11" fmla="*/ 185308 w 362309"/>
                <a:gd name="connsiteY11" fmla="*/ 223439 h 361971"/>
                <a:gd name="connsiteX12" fmla="*/ 187225 w 362309"/>
                <a:gd name="connsiteY12" fmla="*/ 223439 h 361971"/>
                <a:gd name="connsiteX13" fmla="*/ 231316 w 362309"/>
                <a:gd name="connsiteY13" fmla="*/ 223439 h 361971"/>
                <a:gd name="connsiteX14" fmla="*/ 259431 w 362309"/>
                <a:gd name="connsiteY14" fmla="*/ 259190 h 361971"/>
                <a:gd name="connsiteX15" fmla="*/ 231316 w 362309"/>
                <a:gd name="connsiteY15" fmla="*/ 287279 h 361971"/>
                <a:gd name="connsiteX16" fmla="*/ 99044 w 362309"/>
                <a:gd name="connsiteY16" fmla="*/ 287279 h 361971"/>
                <a:gd name="connsiteX17" fmla="*/ 95210 w 362309"/>
                <a:gd name="connsiteY17" fmla="*/ 286003 h 361971"/>
                <a:gd name="connsiteX18" fmla="*/ 92015 w 362309"/>
                <a:gd name="connsiteY18" fmla="*/ 283449 h 361971"/>
                <a:gd name="connsiteX19" fmla="*/ 57509 w 362309"/>
                <a:gd name="connsiteY19" fmla="*/ 213863 h 361971"/>
                <a:gd name="connsiteX20" fmla="*/ 97127 w 362309"/>
                <a:gd name="connsiteY20" fmla="*/ 174283 h 361971"/>
                <a:gd name="connsiteX21" fmla="*/ 136745 w 362309"/>
                <a:gd name="connsiteY21" fmla="*/ 213863 h 361971"/>
                <a:gd name="connsiteX22" fmla="*/ 107990 w 362309"/>
                <a:gd name="connsiteY22" fmla="*/ 273873 h 361971"/>
                <a:gd name="connsiteX23" fmla="*/ 230677 w 362309"/>
                <a:gd name="connsiteY23" fmla="*/ 273873 h 361971"/>
                <a:gd name="connsiteX24" fmla="*/ 246652 w 362309"/>
                <a:gd name="connsiteY24" fmla="*/ 252167 h 361971"/>
                <a:gd name="connsiteX25" fmla="*/ 230677 w 362309"/>
                <a:gd name="connsiteY25" fmla="*/ 236207 h 361971"/>
                <a:gd name="connsiteX26" fmla="*/ 186586 w 362309"/>
                <a:gd name="connsiteY26" fmla="*/ 236207 h 361971"/>
                <a:gd name="connsiteX27" fmla="*/ 154637 w 362309"/>
                <a:gd name="connsiteY27" fmla="*/ 207479 h 361971"/>
                <a:gd name="connsiteX28" fmla="*/ 183391 w 362309"/>
                <a:gd name="connsiteY28" fmla="*/ 175560 h 361971"/>
                <a:gd name="connsiteX29" fmla="*/ 185947 w 362309"/>
                <a:gd name="connsiteY29" fmla="*/ 175560 h 361971"/>
                <a:gd name="connsiteX30" fmla="*/ 253681 w 362309"/>
                <a:gd name="connsiteY30" fmla="*/ 175560 h 361971"/>
                <a:gd name="connsiteX31" fmla="*/ 225565 w 362309"/>
                <a:gd name="connsiteY31" fmla="*/ 115550 h 361971"/>
                <a:gd name="connsiteX32" fmla="*/ 269016 w 362309"/>
                <a:gd name="connsiteY32" fmla="*/ 79800 h 361971"/>
                <a:gd name="connsiteX33" fmla="*/ 304800 w 362309"/>
                <a:gd name="connsiteY33" fmla="*/ 116189 h 361971"/>
                <a:gd name="connsiteX34" fmla="*/ 270294 w 362309"/>
                <a:gd name="connsiteY34" fmla="*/ 184497 h 361971"/>
                <a:gd name="connsiteX35" fmla="*/ 270294 w 362309"/>
                <a:gd name="connsiteY35" fmla="*/ 18449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0667"/>
                  </a:cubicBezTo>
                  <a:cubicBezTo>
                    <a:pt x="362310" y="81077"/>
                    <a:pt x="281157" y="0"/>
                    <a:pt x="180835" y="0"/>
                  </a:cubicBezTo>
                  <a:cubicBezTo>
                    <a:pt x="180835" y="0"/>
                    <a:pt x="180835" y="0"/>
                    <a:pt x="180835" y="0"/>
                  </a:cubicBezTo>
                  <a:close/>
                  <a:moveTo>
                    <a:pt x="270294" y="184497"/>
                  </a:moveTo>
                  <a:cubicBezTo>
                    <a:pt x="269655" y="185774"/>
                    <a:pt x="268377" y="186412"/>
                    <a:pt x="267100" y="187051"/>
                  </a:cubicBezTo>
                  <a:cubicBezTo>
                    <a:pt x="265821" y="187689"/>
                    <a:pt x="265182" y="188327"/>
                    <a:pt x="263905" y="188327"/>
                  </a:cubicBezTo>
                  <a:lnTo>
                    <a:pt x="187225" y="188327"/>
                  </a:lnTo>
                  <a:cubicBezTo>
                    <a:pt x="177640" y="187689"/>
                    <a:pt x="169333" y="195350"/>
                    <a:pt x="168695" y="204926"/>
                  </a:cubicBezTo>
                  <a:cubicBezTo>
                    <a:pt x="168055" y="214502"/>
                    <a:pt x="175723" y="222801"/>
                    <a:pt x="185308" y="223439"/>
                  </a:cubicBezTo>
                  <a:cubicBezTo>
                    <a:pt x="185947" y="223439"/>
                    <a:pt x="186586" y="223439"/>
                    <a:pt x="187225" y="223439"/>
                  </a:cubicBezTo>
                  <a:lnTo>
                    <a:pt x="231316" y="223439"/>
                  </a:lnTo>
                  <a:cubicBezTo>
                    <a:pt x="248569" y="225355"/>
                    <a:pt x="261349" y="241315"/>
                    <a:pt x="259431" y="259190"/>
                  </a:cubicBezTo>
                  <a:cubicBezTo>
                    <a:pt x="257515" y="273873"/>
                    <a:pt x="246013" y="285364"/>
                    <a:pt x="231316" y="287279"/>
                  </a:cubicBezTo>
                  <a:lnTo>
                    <a:pt x="99044" y="287279"/>
                  </a:lnTo>
                  <a:cubicBezTo>
                    <a:pt x="97766" y="287279"/>
                    <a:pt x="96488" y="286641"/>
                    <a:pt x="95210" y="286003"/>
                  </a:cubicBezTo>
                  <a:cubicBezTo>
                    <a:pt x="93932" y="285364"/>
                    <a:pt x="92654" y="284726"/>
                    <a:pt x="92015" y="283449"/>
                  </a:cubicBezTo>
                  <a:cubicBezTo>
                    <a:pt x="88820" y="278342"/>
                    <a:pt x="57509" y="233654"/>
                    <a:pt x="57509" y="213863"/>
                  </a:cubicBezTo>
                  <a:cubicBezTo>
                    <a:pt x="57509" y="192158"/>
                    <a:pt x="75401" y="174283"/>
                    <a:pt x="97127" y="174283"/>
                  </a:cubicBezTo>
                  <a:cubicBezTo>
                    <a:pt x="118853" y="174283"/>
                    <a:pt x="136745" y="192158"/>
                    <a:pt x="136745" y="213863"/>
                  </a:cubicBezTo>
                  <a:cubicBezTo>
                    <a:pt x="136745" y="229185"/>
                    <a:pt x="118214" y="258551"/>
                    <a:pt x="107990" y="273873"/>
                  </a:cubicBezTo>
                  <a:lnTo>
                    <a:pt x="230677" y="273873"/>
                  </a:lnTo>
                  <a:cubicBezTo>
                    <a:pt x="240901" y="271958"/>
                    <a:pt x="248569" y="262382"/>
                    <a:pt x="246652" y="252167"/>
                  </a:cubicBezTo>
                  <a:cubicBezTo>
                    <a:pt x="245374" y="243868"/>
                    <a:pt x="238984" y="237484"/>
                    <a:pt x="230677" y="236207"/>
                  </a:cubicBezTo>
                  <a:lnTo>
                    <a:pt x="186586" y="236207"/>
                  </a:lnTo>
                  <a:cubicBezTo>
                    <a:pt x="169972" y="236846"/>
                    <a:pt x="155915" y="224078"/>
                    <a:pt x="154637" y="207479"/>
                  </a:cubicBezTo>
                  <a:cubicBezTo>
                    <a:pt x="153998" y="190881"/>
                    <a:pt x="166777" y="176836"/>
                    <a:pt x="183391" y="175560"/>
                  </a:cubicBezTo>
                  <a:cubicBezTo>
                    <a:pt x="184030" y="175560"/>
                    <a:pt x="185308" y="175560"/>
                    <a:pt x="185947" y="175560"/>
                  </a:cubicBezTo>
                  <a:lnTo>
                    <a:pt x="253681" y="175560"/>
                  </a:lnTo>
                  <a:cubicBezTo>
                    <a:pt x="243457" y="160238"/>
                    <a:pt x="225565" y="130872"/>
                    <a:pt x="225565" y="115550"/>
                  </a:cubicBezTo>
                  <a:cubicBezTo>
                    <a:pt x="227482" y="93845"/>
                    <a:pt x="247291" y="77246"/>
                    <a:pt x="269016" y="79800"/>
                  </a:cubicBezTo>
                  <a:cubicBezTo>
                    <a:pt x="288186" y="81715"/>
                    <a:pt x="303522" y="97037"/>
                    <a:pt x="304800" y="116189"/>
                  </a:cubicBezTo>
                  <a:cubicBezTo>
                    <a:pt x="304800" y="135341"/>
                    <a:pt x="273489" y="179390"/>
                    <a:pt x="270294" y="184497"/>
                  </a:cubicBezTo>
                  <a:lnTo>
                    <a:pt x="270294" y="184497"/>
                  </a:lnTo>
                  <a:close/>
                </a:path>
              </a:pathLst>
            </a:custGeom>
            <a:solidFill>
              <a:srgbClr val="26890D"/>
            </a:solidFill>
            <a:ln w="6390" cap="flat">
              <a:noFill/>
              <a:prstDash val="solid"/>
              <a:miter/>
            </a:ln>
          </p:spPr>
          <p:txBody>
            <a:bodyPr rtlCol="0" anchor="ctr"/>
            <a:lstStyle/>
            <a:p>
              <a:endParaRPr lang="en-US"/>
            </a:p>
          </p:txBody>
        </p:sp>
        <p:sp>
          <p:nvSpPr>
            <p:cNvPr id="863" name="Graphic 4">
              <a:extLst>
                <a:ext uri="{FF2B5EF4-FFF2-40B4-BE49-F238E27FC236}">
                  <a16:creationId xmlns:a16="http://schemas.microsoft.com/office/drawing/2014/main" id="{3D084606-D95D-A543-81BC-CD550F47CD80}"/>
                </a:ext>
              </a:extLst>
            </p:cNvPr>
            <p:cNvSpPr/>
            <p:nvPr/>
          </p:nvSpPr>
          <p:spPr>
            <a:xfrm>
              <a:off x="3069086" y="2079425"/>
              <a:ext cx="53675" cy="81076"/>
            </a:xfrm>
            <a:custGeom>
              <a:avLst/>
              <a:gdLst>
                <a:gd name="connsiteX0" fmla="*/ 53676 w 53675"/>
                <a:gd name="connsiteY0" fmla="*/ 26813 h 81076"/>
                <a:gd name="connsiteX1" fmla="*/ 26838 w 53675"/>
                <a:gd name="connsiteY1" fmla="*/ 0 h 81076"/>
                <a:gd name="connsiteX2" fmla="*/ 0 w 53675"/>
                <a:gd name="connsiteY2" fmla="*/ 26813 h 81076"/>
                <a:gd name="connsiteX3" fmla="*/ 0 w 53675"/>
                <a:gd name="connsiteY3" fmla="*/ 26813 h 81076"/>
                <a:gd name="connsiteX4" fmla="*/ 26838 w 53675"/>
                <a:gd name="connsiteY4" fmla="*/ 81076 h 81076"/>
                <a:gd name="connsiteX5" fmla="*/ 53676 w 53675"/>
                <a:gd name="connsiteY5" fmla="*/ 26813 h 81076"/>
                <a:gd name="connsiteX6" fmla="*/ 4473 w 53675"/>
                <a:gd name="connsiteY6" fmla="*/ 28089 h 81076"/>
                <a:gd name="connsiteX7" fmla="*/ 26199 w 53675"/>
                <a:gd name="connsiteY7" fmla="*/ 6384 h 81076"/>
                <a:gd name="connsiteX8" fmla="*/ 47925 w 53675"/>
                <a:gd name="connsiteY8" fmla="*/ 28089 h 81076"/>
                <a:gd name="connsiteX9" fmla="*/ 26199 w 53675"/>
                <a:gd name="connsiteY9" fmla="*/ 49795 h 81076"/>
                <a:gd name="connsiteX10" fmla="*/ 26199 w 53675"/>
                <a:gd name="connsiteY10" fmla="*/ 49795 h 81076"/>
                <a:gd name="connsiteX11" fmla="*/ 4473 w 53675"/>
                <a:gd name="connsiteY11" fmla="*/ 28089 h 81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675" h="81076">
                  <a:moveTo>
                    <a:pt x="53676" y="26813"/>
                  </a:moveTo>
                  <a:cubicBezTo>
                    <a:pt x="53676" y="12130"/>
                    <a:pt x="41535" y="0"/>
                    <a:pt x="26838" y="0"/>
                  </a:cubicBezTo>
                  <a:cubicBezTo>
                    <a:pt x="12141" y="0"/>
                    <a:pt x="0" y="12130"/>
                    <a:pt x="0" y="26813"/>
                  </a:cubicBezTo>
                  <a:lnTo>
                    <a:pt x="0" y="26813"/>
                  </a:lnTo>
                  <a:cubicBezTo>
                    <a:pt x="0" y="37027"/>
                    <a:pt x="14697" y="63201"/>
                    <a:pt x="26838" y="81076"/>
                  </a:cubicBezTo>
                  <a:cubicBezTo>
                    <a:pt x="38979" y="63201"/>
                    <a:pt x="53676" y="37665"/>
                    <a:pt x="53676" y="26813"/>
                  </a:cubicBezTo>
                  <a:close/>
                  <a:moveTo>
                    <a:pt x="4473" y="28089"/>
                  </a:moveTo>
                  <a:cubicBezTo>
                    <a:pt x="4473" y="15960"/>
                    <a:pt x="14058" y="6384"/>
                    <a:pt x="26199" y="6384"/>
                  </a:cubicBezTo>
                  <a:cubicBezTo>
                    <a:pt x="38340" y="6384"/>
                    <a:pt x="47925" y="15960"/>
                    <a:pt x="47925" y="28089"/>
                  </a:cubicBezTo>
                  <a:cubicBezTo>
                    <a:pt x="47925" y="40219"/>
                    <a:pt x="38340" y="49795"/>
                    <a:pt x="26199" y="49795"/>
                  </a:cubicBezTo>
                  <a:cubicBezTo>
                    <a:pt x="26199" y="49795"/>
                    <a:pt x="26199" y="49795"/>
                    <a:pt x="26199" y="49795"/>
                  </a:cubicBezTo>
                  <a:cubicBezTo>
                    <a:pt x="14697" y="49795"/>
                    <a:pt x="5112" y="39581"/>
                    <a:pt x="4473" y="28089"/>
                  </a:cubicBezTo>
                  <a:close/>
                </a:path>
              </a:pathLst>
            </a:custGeom>
            <a:solidFill>
              <a:srgbClr val="26890D"/>
            </a:solidFill>
            <a:ln w="6390" cap="flat">
              <a:noFill/>
              <a:prstDash val="solid"/>
              <a:miter/>
            </a:ln>
          </p:spPr>
          <p:txBody>
            <a:bodyPr rtlCol="0" anchor="ctr"/>
            <a:lstStyle/>
            <a:p>
              <a:endParaRPr lang="en-US"/>
            </a:p>
          </p:txBody>
        </p:sp>
        <p:sp>
          <p:nvSpPr>
            <p:cNvPr id="864" name="Graphic 4">
              <a:extLst>
                <a:ext uri="{FF2B5EF4-FFF2-40B4-BE49-F238E27FC236}">
                  <a16:creationId xmlns:a16="http://schemas.microsoft.com/office/drawing/2014/main" id="{48437367-F0E8-6747-9D43-DE5B14FD5AB1}"/>
                </a:ext>
              </a:extLst>
            </p:cNvPr>
            <p:cNvSpPr/>
            <p:nvPr/>
          </p:nvSpPr>
          <p:spPr>
            <a:xfrm>
              <a:off x="3086978" y="2098577"/>
              <a:ext cx="17891" cy="17875"/>
            </a:xfrm>
            <a:custGeom>
              <a:avLst/>
              <a:gdLst>
                <a:gd name="connsiteX0" fmla="*/ 17892 w 17891"/>
                <a:gd name="connsiteY0" fmla="*/ 8938 h 17875"/>
                <a:gd name="connsiteX1" fmla="*/ 8946 w 17891"/>
                <a:gd name="connsiteY1" fmla="*/ 0 h 17875"/>
                <a:gd name="connsiteX2" fmla="*/ 0 w 17891"/>
                <a:gd name="connsiteY2" fmla="*/ 8938 h 17875"/>
                <a:gd name="connsiteX3" fmla="*/ 8946 w 17891"/>
                <a:gd name="connsiteY3" fmla="*/ 17875 h 17875"/>
                <a:gd name="connsiteX4" fmla="*/ 8946 w 17891"/>
                <a:gd name="connsiteY4" fmla="*/ 17875 h 17875"/>
                <a:gd name="connsiteX5" fmla="*/ 17892 w 17891"/>
                <a:gd name="connsiteY5" fmla="*/ 8938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91" h="17875">
                  <a:moveTo>
                    <a:pt x="17892" y="8938"/>
                  </a:moveTo>
                  <a:cubicBezTo>
                    <a:pt x="17892" y="3830"/>
                    <a:pt x="14058" y="0"/>
                    <a:pt x="8946" y="0"/>
                  </a:cubicBezTo>
                  <a:cubicBezTo>
                    <a:pt x="3834" y="0"/>
                    <a:pt x="0" y="3830"/>
                    <a:pt x="0" y="8938"/>
                  </a:cubicBezTo>
                  <a:cubicBezTo>
                    <a:pt x="0" y="14045"/>
                    <a:pt x="3834" y="17875"/>
                    <a:pt x="8946" y="17875"/>
                  </a:cubicBezTo>
                  <a:cubicBezTo>
                    <a:pt x="8946" y="17875"/>
                    <a:pt x="8946" y="17875"/>
                    <a:pt x="8946" y="17875"/>
                  </a:cubicBezTo>
                  <a:cubicBezTo>
                    <a:pt x="13419" y="17875"/>
                    <a:pt x="17892" y="13406"/>
                    <a:pt x="17892" y="8938"/>
                  </a:cubicBezTo>
                  <a:close/>
                </a:path>
              </a:pathLst>
            </a:custGeom>
            <a:solidFill>
              <a:srgbClr val="26890D"/>
            </a:solidFill>
            <a:ln w="6390" cap="flat">
              <a:noFill/>
              <a:prstDash val="solid"/>
              <a:miter/>
            </a:ln>
          </p:spPr>
          <p:txBody>
            <a:bodyPr rtlCol="0" anchor="ctr"/>
            <a:lstStyle/>
            <a:p>
              <a:endParaRPr lang="en-US"/>
            </a:p>
          </p:txBody>
        </p:sp>
      </p:grpSp>
      <p:grpSp>
        <p:nvGrpSpPr>
          <p:cNvPr id="865" name="Graphic 4">
            <a:extLst>
              <a:ext uri="{FF2B5EF4-FFF2-40B4-BE49-F238E27FC236}">
                <a16:creationId xmlns:a16="http://schemas.microsoft.com/office/drawing/2014/main" id="{39DD267A-AFC4-6F4B-962D-40833EEBADD5}"/>
              </a:ext>
            </a:extLst>
          </p:cNvPr>
          <p:cNvGrpSpPr/>
          <p:nvPr/>
        </p:nvGrpSpPr>
        <p:grpSpPr>
          <a:xfrm>
            <a:off x="2998797" y="1402244"/>
            <a:ext cx="362309" cy="362450"/>
            <a:chOff x="2998797" y="1402244"/>
            <a:chExt cx="362309" cy="362450"/>
          </a:xfrm>
          <a:solidFill>
            <a:srgbClr val="26890D"/>
          </a:solidFill>
        </p:grpSpPr>
        <p:sp>
          <p:nvSpPr>
            <p:cNvPr id="866" name="Graphic 4">
              <a:extLst>
                <a:ext uri="{FF2B5EF4-FFF2-40B4-BE49-F238E27FC236}">
                  <a16:creationId xmlns:a16="http://schemas.microsoft.com/office/drawing/2014/main" id="{9CD7703D-77F9-FD45-B44A-907A3E197178}"/>
                </a:ext>
              </a:extLst>
            </p:cNvPr>
            <p:cNvSpPr/>
            <p:nvPr/>
          </p:nvSpPr>
          <p:spPr>
            <a:xfrm>
              <a:off x="2998797" y="1402244"/>
              <a:ext cx="362309" cy="362450"/>
            </a:xfrm>
            <a:custGeom>
              <a:avLst/>
              <a:gdLst>
                <a:gd name="connsiteX0" fmla="*/ 180835 w 362309"/>
                <a:gd name="connsiteY0" fmla="*/ 479 h 362450"/>
                <a:gd name="connsiteX1" fmla="*/ 0 w 362309"/>
                <a:gd name="connsiteY1" fmla="*/ 181784 h 362450"/>
                <a:gd name="connsiteX2" fmla="*/ 181474 w 362309"/>
                <a:gd name="connsiteY2" fmla="*/ 362451 h 362450"/>
                <a:gd name="connsiteX3" fmla="*/ 362310 w 362309"/>
                <a:gd name="connsiteY3" fmla="*/ 181145 h 362450"/>
                <a:gd name="connsiteX4" fmla="*/ 180835 w 362309"/>
                <a:gd name="connsiteY4" fmla="*/ 479 h 362450"/>
                <a:gd name="connsiteX5" fmla="*/ 180835 w 362309"/>
                <a:gd name="connsiteY5" fmla="*/ 479 h 362450"/>
                <a:gd name="connsiteX6" fmla="*/ 181474 w 362309"/>
                <a:gd name="connsiteY6" fmla="*/ 56019 h 362450"/>
                <a:gd name="connsiteX7" fmla="*/ 223648 w 362309"/>
                <a:gd name="connsiteY7" fmla="*/ 98154 h 362450"/>
                <a:gd name="connsiteX8" fmla="*/ 186586 w 362309"/>
                <a:gd name="connsiteY8" fmla="*/ 172208 h 362450"/>
                <a:gd name="connsiteX9" fmla="*/ 181474 w 362309"/>
                <a:gd name="connsiteY9" fmla="*/ 174761 h 362450"/>
                <a:gd name="connsiteX10" fmla="*/ 176362 w 362309"/>
                <a:gd name="connsiteY10" fmla="*/ 172208 h 362450"/>
                <a:gd name="connsiteX11" fmla="*/ 139301 w 362309"/>
                <a:gd name="connsiteY11" fmla="*/ 98154 h 362450"/>
                <a:gd name="connsiteX12" fmla="*/ 181474 w 362309"/>
                <a:gd name="connsiteY12" fmla="*/ 56019 h 362450"/>
                <a:gd name="connsiteX13" fmla="*/ 94571 w 362309"/>
                <a:gd name="connsiteY13" fmla="*/ 206043 h 362450"/>
                <a:gd name="connsiteX14" fmla="*/ 85625 w 362309"/>
                <a:gd name="connsiteY14" fmla="*/ 274990 h 362450"/>
                <a:gd name="connsiteX15" fmla="*/ 83708 w 362309"/>
                <a:gd name="connsiteY15" fmla="*/ 283928 h 362450"/>
                <a:gd name="connsiteX16" fmla="*/ 83708 w 362309"/>
                <a:gd name="connsiteY16" fmla="*/ 283928 h 362450"/>
                <a:gd name="connsiteX17" fmla="*/ 74762 w 362309"/>
                <a:gd name="connsiteY17" fmla="*/ 282013 h 362450"/>
                <a:gd name="connsiteX18" fmla="*/ 74762 w 362309"/>
                <a:gd name="connsiteY18" fmla="*/ 282013 h 362450"/>
                <a:gd name="connsiteX19" fmla="*/ 87542 w 362309"/>
                <a:gd name="connsiteY19" fmla="*/ 195829 h 362450"/>
                <a:gd name="connsiteX20" fmla="*/ 190420 w 362309"/>
                <a:gd name="connsiteY20" fmla="*/ 184976 h 362450"/>
                <a:gd name="connsiteX21" fmla="*/ 207673 w 362309"/>
                <a:gd name="connsiteY21" fmla="*/ 186253 h 362450"/>
                <a:gd name="connsiteX22" fmla="*/ 248569 w 362309"/>
                <a:gd name="connsiteY22" fmla="*/ 184976 h 362450"/>
                <a:gd name="connsiteX23" fmla="*/ 249208 w 362309"/>
                <a:gd name="connsiteY23" fmla="*/ 181145 h 362450"/>
                <a:gd name="connsiteX24" fmla="*/ 214702 w 362309"/>
                <a:gd name="connsiteY24" fmla="*/ 168377 h 362450"/>
                <a:gd name="connsiteX25" fmla="*/ 208951 w 362309"/>
                <a:gd name="connsiteY25" fmla="*/ 161355 h 362450"/>
                <a:gd name="connsiteX26" fmla="*/ 208951 w 362309"/>
                <a:gd name="connsiteY26" fmla="*/ 161355 h 362450"/>
                <a:gd name="connsiteX27" fmla="*/ 215980 w 362309"/>
                <a:gd name="connsiteY27" fmla="*/ 155610 h 362450"/>
                <a:gd name="connsiteX28" fmla="*/ 215980 w 362309"/>
                <a:gd name="connsiteY28" fmla="*/ 155610 h 362450"/>
                <a:gd name="connsiteX29" fmla="*/ 261349 w 362309"/>
                <a:gd name="connsiteY29" fmla="*/ 180507 h 362450"/>
                <a:gd name="connsiteX30" fmla="*/ 256876 w 362309"/>
                <a:gd name="connsiteY30" fmla="*/ 193913 h 362450"/>
                <a:gd name="connsiteX31" fmla="*/ 206395 w 362309"/>
                <a:gd name="connsiteY31" fmla="*/ 199021 h 362450"/>
                <a:gd name="connsiteX32" fmla="*/ 188503 w 362309"/>
                <a:gd name="connsiteY32" fmla="*/ 197744 h 362450"/>
                <a:gd name="connsiteX33" fmla="*/ 94571 w 362309"/>
                <a:gd name="connsiteY33" fmla="*/ 206043 h 362450"/>
                <a:gd name="connsiteX34" fmla="*/ 94571 w 362309"/>
                <a:gd name="connsiteY34" fmla="*/ 206043 h 362450"/>
                <a:gd name="connsiteX35" fmla="*/ 299049 w 362309"/>
                <a:gd name="connsiteY35" fmla="*/ 195829 h 362450"/>
                <a:gd name="connsiteX36" fmla="*/ 250486 w 362309"/>
                <a:gd name="connsiteY36" fmla="*/ 230941 h 362450"/>
                <a:gd name="connsiteX37" fmla="*/ 204478 w 362309"/>
                <a:gd name="connsiteY37" fmla="*/ 234771 h 362450"/>
                <a:gd name="connsiteX38" fmla="*/ 187864 w 362309"/>
                <a:gd name="connsiteY38" fmla="*/ 234771 h 362450"/>
                <a:gd name="connsiteX39" fmla="*/ 173167 w 362309"/>
                <a:gd name="connsiteY39" fmla="*/ 246262 h 362450"/>
                <a:gd name="connsiteX40" fmla="*/ 192976 w 362309"/>
                <a:gd name="connsiteY40" fmla="*/ 294780 h 362450"/>
                <a:gd name="connsiteX41" fmla="*/ 192976 w 362309"/>
                <a:gd name="connsiteY41" fmla="*/ 303718 h 362450"/>
                <a:gd name="connsiteX42" fmla="*/ 188503 w 362309"/>
                <a:gd name="connsiteY42" fmla="*/ 305633 h 362450"/>
                <a:gd name="connsiteX43" fmla="*/ 184030 w 362309"/>
                <a:gd name="connsiteY43" fmla="*/ 303718 h 362450"/>
                <a:gd name="connsiteX44" fmla="*/ 161027 w 362309"/>
                <a:gd name="connsiteY44" fmla="*/ 241793 h 362450"/>
                <a:gd name="connsiteX45" fmla="*/ 185947 w 362309"/>
                <a:gd name="connsiteY45" fmla="*/ 222003 h 362450"/>
                <a:gd name="connsiteX46" fmla="*/ 204478 w 362309"/>
                <a:gd name="connsiteY46" fmla="*/ 222003 h 362450"/>
                <a:gd name="connsiteX47" fmla="*/ 247930 w 362309"/>
                <a:gd name="connsiteY47" fmla="*/ 218173 h 362450"/>
                <a:gd name="connsiteX48" fmla="*/ 286908 w 362309"/>
                <a:gd name="connsiteY48" fmla="*/ 191998 h 362450"/>
                <a:gd name="connsiteX49" fmla="*/ 284352 w 362309"/>
                <a:gd name="connsiteY49" fmla="*/ 172846 h 362450"/>
                <a:gd name="connsiteX50" fmla="*/ 223009 w 362309"/>
                <a:gd name="connsiteY50" fmla="*/ 148587 h 362450"/>
                <a:gd name="connsiteX51" fmla="*/ 217258 w 362309"/>
                <a:gd name="connsiteY51" fmla="*/ 141565 h 362450"/>
                <a:gd name="connsiteX52" fmla="*/ 224287 w 362309"/>
                <a:gd name="connsiteY52" fmla="*/ 135819 h 362450"/>
                <a:gd name="connsiteX53" fmla="*/ 295215 w 362309"/>
                <a:gd name="connsiteY53" fmla="*/ 165186 h 362450"/>
                <a:gd name="connsiteX54" fmla="*/ 299049 w 362309"/>
                <a:gd name="connsiteY54" fmla="*/ 195829 h 362450"/>
                <a:gd name="connsiteX55" fmla="*/ 299049 w 362309"/>
                <a:gd name="connsiteY55" fmla="*/ 195829 h 36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62309" h="362450">
                  <a:moveTo>
                    <a:pt x="180835" y="479"/>
                  </a:moveTo>
                  <a:cubicBezTo>
                    <a:pt x="80513" y="479"/>
                    <a:pt x="0" y="81555"/>
                    <a:pt x="0" y="181784"/>
                  </a:cubicBezTo>
                  <a:cubicBezTo>
                    <a:pt x="0" y="282013"/>
                    <a:pt x="81152" y="362451"/>
                    <a:pt x="181474" y="362451"/>
                  </a:cubicBezTo>
                  <a:cubicBezTo>
                    <a:pt x="281157" y="362451"/>
                    <a:pt x="362310" y="281374"/>
                    <a:pt x="362310" y="181145"/>
                  </a:cubicBezTo>
                  <a:cubicBezTo>
                    <a:pt x="362310" y="80917"/>
                    <a:pt x="281157" y="-160"/>
                    <a:pt x="180835" y="479"/>
                  </a:cubicBezTo>
                  <a:cubicBezTo>
                    <a:pt x="180835" y="-160"/>
                    <a:pt x="180835" y="-160"/>
                    <a:pt x="180835" y="479"/>
                  </a:cubicBezTo>
                  <a:close/>
                  <a:moveTo>
                    <a:pt x="181474" y="56019"/>
                  </a:moveTo>
                  <a:cubicBezTo>
                    <a:pt x="205117" y="56019"/>
                    <a:pt x="223648" y="75171"/>
                    <a:pt x="223648" y="98154"/>
                  </a:cubicBezTo>
                  <a:cubicBezTo>
                    <a:pt x="223648" y="119221"/>
                    <a:pt x="190420" y="167101"/>
                    <a:pt x="186586" y="172208"/>
                  </a:cubicBezTo>
                  <a:cubicBezTo>
                    <a:pt x="185308" y="174123"/>
                    <a:pt x="183391" y="174761"/>
                    <a:pt x="181474" y="174761"/>
                  </a:cubicBezTo>
                  <a:cubicBezTo>
                    <a:pt x="179557" y="174761"/>
                    <a:pt x="177640" y="173485"/>
                    <a:pt x="176362" y="172208"/>
                  </a:cubicBezTo>
                  <a:cubicBezTo>
                    <a:pt x="172528" y="167101"/>
                    <a:pt x="139301" y="119221"/>
                    <a:pt x="139301" y="98154"/>
                  </a:cubicBezTo>
                  <a:cubicBezTo>
                    <a:pt x="139301" y="75171"/>
                    <a:pt x="158471" y="56019"/>
                    <a:pt x="181474" y="56019"/>
                  </a:cubicBezTo>
                  <a:close/>
                  <a:moveTo>
                    <a:pt x="94571" y="206043"/>
                  </a:moveTo>
                  <a:cubicBezTo>
                    <a:pt x="63899" y="225833"/>
                    <a:pt x="72845" y="254561"/>
                    <a:pt x="85625" y="274990"/>
                  </a:cubicBezTo>
                  <a:cubicBezTo>
                    <a:pt x="87542" y="278182"/>
                    <a:pt x="86903" y="282013"/>
                    <a:pt x="83708" y="283928"/>
                  </a:cubicBezTo>
                  <a:cubicBezTo>
                    <a:pt x="83708" y="283928"/>
                    <a:pt x="83708" y="283928"/>
                    <a:pt x="83708" y="283928"/>
                  </a:cubicBezTo>
                  <a:cubicBezTo>
                    <a:pt x="80513" y="285843"/>
                    <a:pt x="76679" y="285204"/>
                    <a:pt x="74762" y="282013"/>
                  </a:cubicBezTo>
                  <a:cubicBezTo>
                    <a:pt x="74762" y="282013"/>
                    <a:pt x="74762" y="282013"/>
                    <a:pt x="74762" y="282013"/>
                  </a:cubicBezTo>
                  <a:cubicBezTo>
                    <a:pt x="52398" y="246901"/>
                    <a:pt x="56871" y="214981"/>
                    <a:pt x="87542" y="195829"/>
                  </a:cubicBezTo>
                  <a:cubicBezTo>
                    <a:pt x="114380" y="178592"/>
                    <a:pt x="152720" y="181784"/>
                    <a:pt x="190420" y="184976"/>
                  </a:cubicBezTo>
                  <a:lnTo>
                    <a:pt x="207673" y="186253"/>
                  </a:lnTo>
                  <a:cubicBezTo>
                    <a:pt x="218536" y="186891"/>
                    <a:pt x="244096" y="188806"/>
                    <a:pt x="248569" y="184976"/>
                  </a:cubicBezTo>
                  <a:cubicBezTo>
                    <a:pt x="249208" y="184337"/>
                    <a:pt x="249208" y="183061"/>
                    <a:pt x="249208" y="181145"/>
                  </a:cubicBezTo>
                  <a:cubicBezTo>
                    <a:pt x="249208" y="177315"/>
                    <a:pt x="233233" y="170931"/>
                    <a:pt x="214702" y="168377"/>
                  </a:cubicBezTo>
                  <a:cubicBezTo>
                    <a:pt x="211507" y="167739"/>
                    <a:pt x="208951" y="164547"/>
                    <a:pt x="208951" y="161355"/>
                  </a:cubicBezTo>
                  <a:cubicBezTo>
                    <a:pt x="208951" y="161355"/>
                    <a:pt x="208951" y="161355"/>
                    <a:pt x="208951" y="161355"/>
                  </a:cubicBezTo>
                  <a:cubicBezTo>
                    <a:pt x="209590" y="158163"/>
                    <a:pt x="212785" y="155610"/>
                    <a:pt x="215980" y="155610"/>
                  </a:cubicBezTo>
                  <a:cubicBezTo>
                    <a:pt x="215980" y="155610"/>
                    <a:pt x="215980" y="155610"/>
                    <a:pt x="215980" y="155610"/>
                  </a:cubicBezTo>
                  <a:cubicBezTo>
                    <a:pt x="226204" y="156886"/>
                    <a:pt x="260710" y="162632"/>
                    <a:pt x="261349" y="180507"/>
                  </a:cubicBezTo>
                  <a:cubicBezTo>
                    <a:pt x="261987" y="185614"/>
                    <a:pt x="260071" y="190083"/>
                    <a:pt x="256876" y="193913"/>
                  </a:cubicBezTo>
                  <a:cubicBezTo>
                    <a:pt x="250486" y="200297"/>
                    <a:pt x="238345" y="200936"/>
                    <a:pt x="206395" y="199021"/>
                  </a:cubicBezTo>
                  <a:cubicBezTo>
                    <a:pt x="200644" y="198382"/>
                    <a:pt x="194893" y="198382"/>
                    <a:pt x="188503" y="197744"/>
                  </a:cubicBezTo>
                  <a:cubicBezTo>
                    <a:pt x="153998" y="193913"/>
                    <a:pt x="117575" y="190721"/>
                    <a:pt x="94571" y="206043"/>
                  </a:cubicBezTo>
                  <a:lnTo>
                    <a:pt x="94571" y="206043"/>
                  </a:lnTo>
                  <a:close/>
                  <a:moveTo>
                    <a:pt x="299049" y="195829"/>
                  </a:moveTo>
                  <a:cubicBezTo>
                    <a:pt x="294576" y="212427"/>
                    <a:pt x="276045" y="225833"/>
                    <a:pt x="250486" y="230941"/>
                  </a:cubicBezTo>
                  <a:cubicBezTo>
                    <a:pt x="235150" y="234133"/>
                    <a:pt x="219814" y="235409"/>
                    <a:pt x="204478" y="234771"/>
                  </a:cubicBezTo>
                  <a:cubicBezTo>
                    <a:pt x="198727" y="234133"/>
                    <a:pt x="192976" y="234133"/>
                    <a:pt x="187864" y="234771"/>
                  </a:cubicBezTo>
                  <a:cubicBezTo>
                    <a:pt x="181474" y="235409"/>
                    <a:pt x="175723" y="239878"/>
                    <a:pt x="173167" y="246262"/>
                  </a:cubicBezTo>
                  <a:cubicBezTo>
                    <a:pt x="168695" y="259030"/>
                    <a:pt x="175723" y="276905"/>
                    <a:pt x="192976" y="294780"/>
                  </a:cubicBezTo>
                  <a:cubicBezTo>
                    <a:pt x="195532" y="297334"/>
                    <a:pt x="195532" y="301164"/>
                    <a:pt x="192976" y="303718"/>
                  </a:cubicBezTo>
                  <a:cubicBezTo>
                    <a:pt x="191698" y="304995"/>
                    <a:pt x="190420" y="305633"/>
                    <a:pt x="188503" y="305633"/>
                  </a:cubicBezTo>
                  <a:cubicBezTo>
                    <a:pt x="186586" y="305633"/>
                    <a:pt x="185308" y="304995"/>
                    <a:pt x="184030" y="303718"/>
                  </a:cubicBezTo>
                  <a:cubicBezTo>
                    <a:pt x="153998" y="273075"/>
                    <a:pt x="157832" y="250093"/>
                    <a:pt x="161027" y="241793"/>
                  </a:cubicBezTo>
                  <a:cubicBezTo>
                    <a:pt x="164861" y="230941"/>
                    <a:pt x="174445" y="223280"/>
                    <a:pt x="185947" y="222003"/>
                  </a:cubicBezTo>
                  <a:cubicBezTo>
                    <a:pt x="192337" y="221365"/>
                    <a:pt x="198088" y="221365"/>
                    <a:pt x="204478" y="222003"/>
                  </a:cubicBezTo>
                  <a:cubicBezTo>
                    <a:pt x="219175" y="222641"/>
                    <a:pt x="233233" y="221365"/>
                    <a:pt x="247930" y="218173"/>
                  </a:cubicBezTo>
                  <a:cubicBezTo>
                    <a:pt x="268377" y="213704"/>
                    <a:pt x="283713" y="204128"/>
                    <a:pt x="286908" y="191998"/>
                  </a:cubicBezTo>
                  <a:cubicBezTo>
                    <a:pt x="288825" y="185614"/>
                    <a:pt x="288186" y="178592"/>
                    <a:pt x="284352" y="172846"/>
                  </a:cubicBezTo>
                  <a:cubicBezTo>
                    <a:pt x="272211" y="156248"/>
                    <a:pt x="236428" y="149864"/>
                    <a:pt x="223009" y="148587"/>
                  </a:cubicBezTo>
                  <a:cubicBezTo>
                    <a:pt x="219175" y="148587"/>
                    <a:pt x="216619" y="145395"/>
                    <a:pt x="217258" y="141565"/>
                  </a:cubicBezTo>
                  <a:cubicBezTo>
                    <a:pt x="217258" y="137734"/>
                    <a:pt x="220453" y="135181"/>
                    <a:pt x="224287" y="135819"/>
                  </a:cubicBezTo>
                  <a:cubicBezTo>
                    <a:pt x="226204" y="135819"/>
                    <a:pt x="277323" y="140288"/>
                    <a:pt x="295215" y="165186"/>
                  </a:cubicBezTo>
                  <a:cubicBezTo>
                    <a:pt x="300966" y="174761"/>
                    <a:pt x="302244" y="185614"/>
                    <a:pt x="299049" y="195829"/>
                  </a:cubicBezTo>
                  <a:lnTo>
                    <a:pt x="299049" y="195829"/>
                  </a:lnTo>
                  <a:close/>
                </a:path>
              </a:pathLst>
            </a:custGeom>
            <a:solidFill>
              <a:srgbClr val="26890D"/>
            </a:solidFill>
            <a:ln w="6390" cap="flat">
              <a:noFill/>
              <a:prstDash val="solid"/>
              <a:miter/>
            </a:ln>
          </p:spPr>
          <p:txBody>
            <a:bodyPr rtlCol="0" anchor="ctr"/>
            <a:lstStyle/>
            <a:p>
              <a:endParaRPr lang="en-US"/>
            </a:p>
          </p:txBody>
        </p:sp>
        <p:sp>
          <p:nvSpPr>
            <p:cNvPr id="867" name="Graphic 4">
              <a:extLst>
                <a:ext uri="{FF2B5EF4-FFF2-40B4-BE49-F238E27FC236}">
                  <a16:creationId xmlns:a16="http://schemas.microsoft.com/office/drawing/2014/main" id="{E2E04957-7EEE-6B4F-B117-D8C414F149AE}"/>
                </a:ext>
              </a:extLst>
            </p:cNvPr>
            <p:cNvSpPr/>
            <p:nvPr/>
          </p:nvSpPr>
          <p:spPr>
            <a:xfrm>
              <a:off x="3151517" y="1471032"/>
              <a:ext cx="58787" cy="88737"/>
            </a:xfrm>
            <a:custGeom>
              <a:avLst/>
              <a:gdLst>
                <a:gd name="connsiteX0" fmla="*/ 58787 w 58787"/>
                <a:gd name="connsiteY0" fmla="*/ 29366 h 88737"/>
                <a:gd name="connsiteX1" fmla="*/ 29394 w 58787"/>
                <a:gd name="connsiteY1" fmla="*/ 0 h 88737"/>
                <a:gd name="connsiteX2" fmla="*/ 0 w 58787"/>
                <a:gd name="connsiteY2" fmla="*/ 29366 h 88737"/>
                <a:gd name="connsiteX3" fmla="*/ 29394 w 58787"/>
                <a:gd name="connsiteY3" fmla="*/ 88737 h 88737"/>
                <a:gd name="connsiteX4" fmla="*/ 58787 w 58787"/>
                <a:gd name="connsiteY4" fmla="*/ 29366 h 887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787" h="88737">
                  <a:moveTo>
                    <a:pt x="58787" y="29366"/>
                  </a:moveTo>
                  <a:cubicBezTo>
                    <a:pt x="58787" y="12768"/>
                    <a:pt x="45368" y="0"/>
                    <a:pt x="29394" y="0"/>
                  </a:cubicBezTo>
                  <a:cubicBezTo>
                    <a:pt x="13419" y="0"/>
                    <a:pt x="0" y="13406"/>
                    <a:pt x="0" y="29366"/>
                  </a:cubicBezTo>
                  <a:cubicBezTo>
                    <a:pt x="0" y="40857"/>
                    <a:pt x="16614" y="68947"/>
                    <a:pt x="29394" y="88737"/>
                  </a:cubicBezTo>
                  <a:cubicBezTo>
                    <a:pt x="42173" y="69585"/>
                    <a:pt x="58787" y="40857"/>
                    <a:pt x="58787" y="29366"/>
                  </a:cubicBezTo>
                  <a:close/>
                </a:path>
              </a:pathLst>
            </a:custGeom>
            <a:solidFill>
              <a:srgbClr val="26890D"/>
            </a:solidFill>
            <a:ln w="6390" cap="flat">
              <a:noFill/>
              <a:prstDash val="solid"/>
              <a:miter/>
            </a:ln>
          </p:spPr>
          <p:txBody>
            <a:bodyPr rtlCol="0" anchor="ctr"/>
            <a:lstStyle/>
            <a:p>
              <a:endParaRPr lang="en-US"/>
            </a:p>
          </p:txBody>
        </p:sp>
      </p:grpSp>
      <p:grpSp>
        <p:nvGrpSpPr>
          <p:cNvPr id="868" name="Graphic 4">
            <a:extLst>
              <a:ext uri="{FF2B5EF4-FFF2-40B4-BE49-F238E27FC236}">
                <a16:creationId xmlns:a16="http://schemas.microsoft.com/office/drawing/2014/main" id="{2EAC8E81-CCDC-CB43-9877-B5167F48D586}"/>
              </a:ext>
            </a:extLst>
          </p:cNvPr>
          <p:cNvGrpSpPr/>
          <p:nvPr/>
        </p:nvGrpSpPr>
        <p:grpSpPr>
          <a:xfrm>
            <a:off x="2998797" y="3339623"/>
            <a:ext cx="362309" cy="361971"/>
            <a:chOff x="2998797" y="3339623"/>
            <a:chExt cx="362309" cy="361971"/>
          </a:xfrm>
          <a:solidFill>
            <a:srgbClr val="26890D"/>
          </a:solidFill>
        </p:grpSpPr>
        <p:sp>
          <p:nvSpPr>
            <p:cNvPr id="869" name="Graphic 4">
              <a:extLst>
                <a:ext uri="{FF2B5EF4-FFF2-40B4-BE49-F238E27FC236}">
                  <a16:creationId xmlns:a16="http://schemas.microsoft.com/office/drawing/2014/main" id="{1E731647-CBB7-3548-9505-4F384D174EC6}"/>
                </a:ext>
              </a:extLst>
            </p:cNvPr>
            <p:cNvSpPr/>
            <p:nvPr/>
          </p:nvSpPr>
          <p:spPr>
            <a:xfrm>
              <a:off x="3082505" y="3486455"/>
              <a:ext cx="65177" cy="97674"/>
            </a:xfrm>
            <a:custGeom>
              <a:avLst/>
              <a:gdLst>
                <a:gd name="connsiteX0" fmla="*/ 32589 w 65177"/>
                <a:gd name="connsiteY0" fmla="*/ 0 h 97674"/>
                <a:gd name="connsiteX1" fmla="*/ 0 w 65177"/>
                <a:gd name="connsiteY1" fmla="*/ 32558 h 97674"/>
                <a:gd name="connsiteX2" fmla="*/ 32589 w 65177"/>
                <a:gd name="connsiteY2" fmla="*/ 97675 h 97674"/>
                <a:gd name="connsiteX3" fmla="*/ 65177 w 65177"/>
                <a:gd name="connsiteY3" fmla="*/ 32558 h 97674"/>
                <a:gd name="connsiteX4" fmla="*/ 32589 w 65177"/>
                <a:gd name="connsiteY4" fmla="*/ 0 h 97674"/>
                <a:gd name="connsiteX5" fmla="*/ 32589 w 65177"/>
                <a:gd name="connsiteY5" fmla="*/ 57456 h 97674"/>
                <a:gd name="connsiteX6" fmla="*/ 8307 w 65177"/>
                <a:gd name="connsiteY6" fmla="*/ 33197 h 97674"/>
                <a:gd name="connsiteX7" fmla="*/ 32589 w 65177"/>
                <a:gd name="connsiteY7" fmla="*/ 8938 h 97674"/>
                <a:gd name="connsiteX8" fmla="*/ 56870 w 65177"/>
                <a:gd name="connsiteY8" fmla="*/ 33197 h 97674"/>
                <a:gd name="connsiteX9" fmla="*/ 56870 w 65177"/>
                <a:gd name="connsiteY9" fmla="*/ 33197 h 97674"/>
                <a:gd name="connsiteX10" fmla="*/ 32589 w 65177"/>
                <a:gd name="connsiteY10" fmla="*/ 57456 h 97674"/>
                <a:gd name="connsiteX11" fmla="*/ 32589 w 65177"/>
                <a:gd name="connsiteY11" fmla="*/ 57456 h 97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177" h="97674">
                  <a:moveTo>
                    <a:pt x="32589" y="0"/>
                  </a:moveTo>
                  <a:cubicBezTo>
                    <a:pt x="14697" y="0"/>
                    <a:pt x="0" y="14683"/>
                    <a:pt x="0" y="32558"/>
                  </a:cubicBezTo>
                  <a:cubicBezTo>
                    <a:pt x="0" y="45326"/>
                    <a:pt x="18531" y="76608"/>
                    <a:pt x="32589" y="97675"/>
                  </a:cubicBezTo>
                  <a:cubicBezTo>
                    <a:pt x="46647" y="76608"/>
                    <a:pt x="65177" y="44688"/>
                    <a:pt x="65177" y="32558"/>
                  </a:cubicBezTo>
                  <a:cubicBezTo>
                    <a:pt x="65177" y="14045"/>
                    <a:pt x="50480" y="0"/>
                    <a:pt x="32589" y="0"/>
                  </a:cubicBezTo>
                  <a:close/>
                  <a:moveTo>
                    <a:pt x="32589" y="57456"/>
                  </a:moveTo>
                  <a:cubicBezTo>
                    <a:pt x="19170" y="57456"/>
                    <a:pt x="8307" y="46603"/>
                    <a:pt x="8307" y="33197"/>
                  </a:cubicBezTo>
                  <a:cubicBezTo>
                    <a:pt x="8307" y="19790"/>
                    <a:pt x="19170" y="8938"/>
                    <a:pt x="32589" y="8938"/>
                  </a:cubicBezTo>
                  <a:cubicBezTo>
                    <a:pt x="46008" y="8938"/>
                    <a:pt x="56870" y="19790"/>
                    <a:pt x="56870" y="33197"/>
                  </a:cubicBezTo>
                  <a:cubicBezTo>
                    <a:pt x="56870" y="33197"/>
                    <a:pt x="56870" y="33197"/>
                    <a:pt x="56870" y="33197"/>
                  </a:cubicBezTo>
                  <a:cubicBezTo>
                    <a:pt x="56870" y="46603"/>
                    <a:pt x="46008" y="57456"/>
                    <a:pt x="32589" y="57456"/>
                  </a:cubicBezTo>
                  <a:lnTo>
                    <a:pt x="32589" y="57456"/>
                  </a:lnTo>
                  <a:close/>
                </a:path>
              </a:pathLst>
            </a:custGeom>
            <a:solidFill>
              <a:srgbClr val="26890D"/>
            </a:solidFill>
            <a:ln w="6390" cap="flat">
              <a:noFill/>
              <a:prstDash val="solid"/>
              <a:miter/>
            </a:ln>
          </p:spPr>
          <p:txBody>
            <a:bodyPr rtlCol="0" anchor="ctr"/>
            <a:lstStyle/>
            <a:p>
              <a:endParaRPr lang="en-US"/>
            </a:p>
          </p:txBody>
        </p:sp>
        <p:sp>
          <p:nvSpPr>
            <p:cNvPr id="870" name="Graphic 4">
              <a:extLst>
                <a:ext uri="{FF2B5EF4-FFF2-40B4-BE49-F238E27FC236}">
                  <a16:creationId xmlns:a16="http://schemas.microsoft.com/office/drawing/2014/main" id="{47474DFD-BFE5-5140-8478-674E750FBFE1}"/>
                </a:ext>
              </a:extLst>
            </p:cNvPr>
            <p:cNvSpPr/>
            <p:nvPr/>
          </p:nvSpPr>
          <p:spPr>
            <a:xfrm>
              <a:off x="3103592" y="3508161"/>
              <a:ext cx="23003" cy="22982"/>
            </a:xfrm>
            <a:custGeom>
              <a:avLst/>
              <a:gdLst>
                <a:gd name="connsiteX0" fmla="*/ 11502 w 23003"/>
                <a:gd name="connsiteY0" fmla="*/ 0 h 22982"/>
                <a:gd name="connsiteX1" fmla="*/ 0 w 23003"/>
                <a:gd name="connsiteY1" fmla="*/ 11491 h 22982"/>
                <a:gd name="connsiteX2" fmla="*/ 11502 w 23003"/>
                <a:gd name="connsiteY2" fmla="*/ 22982 h 22982"/>
                <a:gd name="connsiteX3" fmla="*/ 23004 w 23003"/>
                <a:gd name="connsiteY3" fmla="*/ 11491 h 22982"/>
                <a:gd name="connsiteX4" fmla="*/ 23004 w 23003"/>
                <a:gd name="connsiteY4" fmla="*/ 11491 h 22982"/>
                <a:gd name="connsiteX5" fmla="*/ 11502 w 23003"/>
                <a:gd name="connsiteY5" fmla="*/ 0 h 2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03" h="22982">
                  <a:moveTo>
                    <a:pt x="11502" y="0"/>
                  </a:moveTo>
                  <a:cubicBezTo>
                    <a:pt x="5112" y="0"/>
                    <a:pt x="0" y="5107"/>
                    <a:pt x="0" y="11491"/>
                  </a:cubicBezTo>
                  <a:cubicBezTo>
                    <a:pt x="0" y="17875"/>
                    <a:pt x="5112" y="22982"/>
                    <a:pt x="11502" y="22982"/>
                  </a:cubicBezTo>
                  <a:cubicBezTo>
                    <a:pt x="17892" y="22982"/>
                    <a:pt x="23004" y="17875"/>
                    <a:pt x="23004" y="11491"/>
                  </a:cubicBezTo>
                  <a:cubicBezTo>
                    <a:pt x="23004" y="11491"/>
                    <a:pt x="23004" y="11491"/>
                    <a:pt x="23004" y="11491"/>
                  </a:cubicBezTo>
                  <a:cubicBezTo>
                    <a:pt x="23004" y="5107"/>
                    <a:pt x="17892" y="0"/>
                    <a:pt x="11502" y="0"/>
                  </a:cubicBezTo>
                  <a:close/>
                </a:path>
              </a:pathLst>
            </a:custGeom>
            <a:solidFill>
              <a:srgbClr val="26890D"/>
            </a:solidFill>
            <a:ln w="6390" cap="flat">
              <a:noFill/>
              <a:prstDash val="solid"/>
              <a:miter/>
            </a:ln>
          </p:spPr>
          <p:txBody>
            <a:bodyPr rtlCol="0" anchor="ctr"/>
            <a:lstStyle/>
            <a:p>
              <a:endParaRPr lang="en-US"/>
            </a:p>
          </p:txBody>
        </p:sp>
        <p:sp>
          <p:nvSpPr>
            <p:cNvPr id="871" name="Graphic 4">
              <a:extLst>
                <a:ext uri="{FF2B5EF4-FFF2-40B4-BE49-F238E27FC236}">
                  <a16:creationId xmlns:a16="http://schemas.microsoft.com/office/drawing/2014/main" id="{DCACAD3E-89C9-5E4C-AFB6-AEAFB8AE70C2}"/>
                </a:ext>
              </a:extLst>
            </p:cNvPr>
            <p:cNvSpPr/>
            <p:nvPr/>
          </p:nvSpPr>
          <p:spPr>
            <a:xfrm>
              <a:off x="3209665" y="3442405"/>
              <a:ext cx="67094" cy="123849"/>
            </a:xfrm>
            <a:custGeom>
              <a:avLst/>
              <a:gdLst>
                <a:gd name="connsiteX0" fmla="*/ 67094 w 67094"/>
                <a:gd name="connsiteY0" fmla="*/ 123849 h 123849"/>
                <a:gd name="connsiteX1" fmla="*/ 67094 w 67094"/>
                <a:gd name="connsiteY1" fmla="*/ 11491 h 123849"/>
                <a:gd name="connsiteX2" fmla="*/ 55593 w 67094"/>
                <a:gd name="connsiteY2" fmla="*/ 0 h 123849"/>
                <a:gd name="connsiteX3" fmla="*/ 23643 w 67094"/>
                <a:gd name="connsiteY3" fmla="*/ 0 h 123849"/>
                <a:gd name="connsiteX4" fmla="*/ 0 w 67094"/>
                <a:gd name="connsiteY4" fmla="*/ 87461 h 123849"/>
                <a:gd name="connsiteX5" fmla="*/ 67094 w 67094"/>
                <a:gd name="connsiteY5" fmla="*/ 123849 h 123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094" h="123849">
                  <a:moveTo>
                    <a:pt x="67094" y="123849"/>
                  </a:moveTo>
                  <a:lnTo>
                    <a:pt x="67094" y="11491"/>
                  </a:lnTo>
                  <a:cubicBezTo>
                    <a:pt x="67094" y="5107"/>
                    <a:pt x="61982" y="0"/>
                    <a:pt x="55593" y="0"/>
                  </a:cubicBezTo>
                  <a:lnTo>
                    <a:pt x="23643" y="0"/>
                  </a:lnTo>
                  <a:lnTo>
                    <a:pt x="0" y="87461"/>
                  </a:lnTo>
                  <a:lnTo>
                    <a:pt x="67094" y="123849"/>
                  </a:lnTo>
                  <a:close/>
                </a:path>
              </a:pathLst>
            </a:custGeom>
            <a:solidFill>
              <a:srgbClr val="26890D"/>
            </a:solidFill>
            <a:ln w="6390" cap="flat">
              <a:noFill/>
              <a:prstDash val="solid"/>
              <a:miter/>
            </a:ln>
          </p:spPr>
          <p:txBody>
            <a:bodyPr rtlCol="0" anchor="ctr"/>
            <a:lstStyle/>
            <a:p>
              <a:endParaRPr lang="en-US"/>
            </a:p>
          </p:txBody>
        </p:sp>
        <p:sp>
          <p:nvSpPr>
            <p:cNvPr id="872" name="Graphic 4">
              <a:extLst>
                <a:ext uri="{FF2B5EF4-FFF2-40B4-BE49-F238E27FC236}">
                  <a16:creationId xmlns:a16="http://schemas.microsoft.com/office/drawing/2014/main" id="{C037267A-894A-8B45-86A0-175343EA7318}"/>
                </a:ext>
              </a:extLst>
            </p:cNvPr>
            <p:cNvSpPr/>
            <p:nvPr/>
          </p:nvSpPr>
          <p:spPr>
            <a:xfrm>
              <a:off x="3191134" y="3541996"/>
              <a:ext cx="85625" cy="57455"/>
            </a:xfrm>
            <a:custGeom>
              <a:avLst/>
              <a:gdLst>
                <a:gd name="connsiteX0" fmla="*/ 15336 w 85625"/>
                <a:gd name="connsiteY0" fmla="*/ 0 h 57455"/>
                <a:gd name="connsiteX1" fmla="*/ 0 w 85625"/>
                <a:gd name="connsiteY1" fmla="*/ 57456 h 57455"/>
                <a:gd name="connsiteX2" fmla="*/ 74123 w 85625"/>
                <a:gd name="connsiteY2" fmla="*/ 57456 h 57455"/>
                <a:gd name="connsiteX3" fmla="*/ 85625 w 85625"/>
                <a:gd name="connsiteY3" fmla="*/ 45965 h 57455"/>
                <a:gd name="connsiteX4" fmla="*/ 85625 w 85625"/>
                <a:gd name="connsiteY4" fmla="*/ 38942 h 57455"/>
                <a:gd name="connsiteX5" fmla="*/ 15336 w 85625"/>
                <a:gd name="connsiteY5" fmla="*/ 0 h 5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625" h="57455">
                  <a:moveTo>
                    <a:pt x="15336" y="0"/>
                  </a:moveTo>
                  <a:lnTo>
                    <a:pt x="0" y="57456"/>
                  </a:lnTo>
                  <a:lnTo>
                    <a:pt x="74123" y="57456"/>
                  </a:lnTo>
                  <a:cubicBezTo>
                    <a:pt x="80513" y="57456"/>
                    <a:pt x="85625" y="52349"/>
                    <a:pt x="85625" y="45965"/>
                  </a:cubicBezTo>
                  <a:lnTo>
                    <a:pt x="85625" y="38942"/>
                  </a:lnTo>
                  <a:lnTo>
                    <a:pt x="15336" y="0"/>
                  </a:lnTo>
                  <a:close/>
                </a:path>
              </a:pathLst>
            </a:custGeom>
            <a:solidFill>
              <a:srgbClr val="26890D"/>
            </a:solidFill>
            <a:ln w="6390" cap="flat">
              <a:noFill/>
              <a:prstDash val="solid"/>
              <a:miter/>
            </a:ln>
          </p:spPr>
          <p:txBody>
            <a:bodyPr rtlCol="0" anchor="ctr"/>
            <a:lstStyle/>
            <a:p>
              <a:endParaRPr lang="en-US"/>
            </a:p>
          </p:txBody>
        </p:sp>
        <p:sp>
          <p:nvSpPr>
            <p:cNvPr id="873" name="Graphic 4">
              <a:extLst>
                <a:ext uri="{FF2B5EF4-FFF2-40B4-BE49-F238E27FC236}">
                  <a16:creationId xmlns:a16="http://schemas.microsoft.com/office/drawing/2014/main" id="{F5559B27-B767-4545-94C3-E1DCA07290B4}"/>
                </a:ext>
              </a:extLst>
            </p:cNvPr>
            <p:cNvSpPr/>
            <p:nvPr/>
          </p:nvSpPr>
          <p:spPr>
            <a:xfrm>
              <a:off x="2998797" y="333962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1305 h 361971"/>
                <a:gd name="connsiteX4" fmla="*/ 180835 w 362309"/>
                <a:gd name="connsiteY4" fmla="*/ 0 h 361971"/>
                <a:gd name="connsiteX5" fmla="*/ 180835 w 362309"/>
                <a:gd name="connsiteY5" fmla="*/ 0 h 361971"/>
                <a:gd name="connsiteX6" fmla="*/ 116297 w 362309"/>
                <a:gd name="connsiteY6" fmla="*/ 261743 h 361971"/>
                <a:gd name="connsiteX7" fmla="*/ 111185 w 362309"/>
                <a:gd name="connsiteY7" fmla="*/ 259190 h 361971"/>
                <a:gd name="connsiteX8" fmla="*/ 70928 w 362309"/>
                <a:gd name="connsiteY8" fmla="*/ 178752 h 361971"/>
                <a:gd name="connsiteX9" fmla="*/ 114380 w 362309"/>
                <a:gd name="connsiteY9" fmla="*/ 131510 h 361971"/>
                <a:gd name="connsiteX10" fmla="*/ 161666 w 362309"/>
                <a:gd name="connsiteY10" fmla="*/ 174921 h 361971"/>
                <a:gd name="connsiteX11" fmla="*/ 161666 w 362309"/>
                <a:gd name="connsiteY11" fmla="*/ 178113 h 361971"/>
                <a:gd name="connsiteX12" fmla="*/ 121409 w 362309"/>
                <a:gd name="connsiteY12" fmla="*/ 258551 h 361971"/>
                <a:gd name="connsiteX13" fmla="*/ 116297 w 362309"/>
                <a:gd name="connsiteY13" fmla="*/ 261743 h 361971"/>
                <a:gd name="connsiteX14" fmla="*/ 116297 w 362309"/>
                <a:gd name="connsiteY14" fmla="*/ 261743 h 361971"/>
                <a:gd name="connsiteX15" fmla="*/ 290742 w 362309"/>
                <a:gd name="connsiteY15" fmla="*/ 248337 h 361971"/>
                <a:gd name="connsiteX16" fmla="*/ 266460 w 362309"/>
                <a:gd name="connsiteY16" fmla="*/ 272596 h 361971"/>
                <a:gd name="connsiteX17" fmla="*/ 132272 w 362309"/>
                <a:gd name="connsiteY17" fmla="*/ 272596 h 361971"/>
                <a:gd name="connsiteX18" fmla="*/ 125882 w 362309"/>
                <a:gd name="connsiteY18" fmla="*/ 266212 h 361971"/>
                <a:gd name="connsiteX19" fmla="*/ 132272 w 362309"/>
                <a:gd name="connsiteY19" fmla="*/ 259828 h 361971"/>
                <a:gd name="connsiteX20" fmla="*/ 179557 w 362309"/>
                <a:gd name="connsiteY20" fmla="*/ 259828 h 361971"/>
                <a:gd name="connsiteX21" fmla="*/ 221731 w 362309"/>
                <a:gd name="connsiteY21" fmla="*/ 102144 h 361971"/>
                <a:gd name="connsiteX22" fmla="*/ 132272 w 362309"/>
                <a:gd name="connsiteY22" fmla="*/ 102144 h 361971"/>
                <a:gd name="connsiteX23" fmla="*/ 120770 w 362309"/>
                <a:gd name="connsiteY23" fmla="*/ 113635 h 361971"/>
                <a:gd name="connsiteX24" fmla="*/ 120770 w 362309"/>
                <a:gd name="connsiteY24" fmla="*/ 113635 h 361971"/>
                <a:gd name="connsiteX25" fmla="*/ 120770 w 362309"/>
                <a:gd name="connsiteY25" fmla="*/ 120019 h 361971"/>
                <a:gd name="connsiteX26" fmla="*/ 114380 w 362309"/>
                <a:gd name="connsiteY26" fmla="*/ 126403 h 361971"/>
                <a:gd name="connsiteX27" fmla="*/ 107990 w 362309"/>
                <a:gd name="connsiteY27" fmla="*/ 120019 h 361971"/>
                <a:gd name="connsiteX28" fmla="*/ 107990 w 362309"/>
                <a:gd name="connsiteY28" fmla="*/ 113635 h 361971"/>
                <a:gd name="connsiteX29" fmla="*/ 132272 w 362309"/>
                <a:gd name="connsiteY29" fmla="*/ 89376 h 361971"/>
                <a:gd name="connsiteX30" fmla="*/ 266460 w 362309"/>
                <a:gd name="connsiteY30" fmla="*/ 89376 h 361971"/>
                <a:gd name="connsiteX31" fmla="*/ 290742 w 362309"/>
                <a:gd name="connsiteY31" fmla="*/ 113635 h 361971"/>
                <a:gd name="connsiteX32" fmla="*/ 290742 w 362309"/>
                <a:gd name="connsiteY32" fmla="*/ 24833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309" h="361971">
                  <a:moveTo>
                    <a:pt x="180835" y="0"/>
                  </a:moveTo>
                  <a:cubicBezTo>
                    <a:pt x="80513" y="0"/>
                    <a:pt x="0" y="81077"/>
                    <a:pt x="0" y="181305"/>
                  </a:cubicBezTo>
                  <a:cubicBezTo>
                    <a:pt x="0" y="281533"/>
                    <a:pt x="81152" y="361972"/>
                    <a:pt x="181474" y="361972"/>
                  </a:cubicBezTo>
                  <a:cubicBezTo>
                    <a:pt x="281157" y="361972"/>
                    <a:pt x="362310" y="280895"/>
                    <a:pt x="362310" y="181305"/>
                  </a:cubicBezTo>
                  <a:cubicBezTo>
                    <a:pt x="362310" y="81077"/>
                    <a:pt x="281157" y="0"/>
                    <a:pt x="180835" y="0"/>
                  </a:cubicBezTo>
                  <a:cubicBezTo>
                    <a:pt x="180835" y="0"/>
                    <a:pt x="180835" y="0"/>
                    <a:pt x="180835" y="0"/>
                  </a:cubicBezTo>
                  <a:close/>
                  <a:moveTo>
                    <a:pt x="116297" y="261743"/>
                  </a:moveTo>
                  <a:cubicBezTo>
                    <a:pt x="114380" y="261743"/>
                    <a:pt x="112463" y="260466"/>
                    <a:pt x="111185" y="259190"/>
                  </a:cubicBezTo>
                  <a:cubicBezTo>
                    <a:pt x="107351" y="253444"/>
                    <a:pt x="70928" y="201734"/>
                    <a:pt x="70928" y="178752"/>
                  </a:cubicBezTo>
                  <a:cubicBezTo>
                    <a:pt x="70289" y="153854"/>
                    <a:pt x="89459" y="132787"/>
                    <a:pt x="114380" y="131510"/>
                  </a:cubicBezTo>
                  <a:cubicBezTo>
                    <a:pt x="139301" y="130872"/>
                    <a:pt x="160387" y="150024"/>
                    <a:pt x="161666" y="174921"/>
                  </a:cubicBezTo>
                  <a:cubicBezTo>
                    <a:pt x="161666" y="176198"/>
                    <a:pt x="161666" y="177475"/>
                    <a:pt x="161666" y="178113"/>
                  </a:cubicBezTo>
                  <a:cubicBezTo>
                    <a:pt x="161666" y="201095"/>
                    <a:pt x="125882" y="252806"/>
                    <a:pt x="121409" y="258551"/>
                  </a:cubicBezTo>
                  <a:cubicBezTo>
                    <a:pt x="120131" y="261105"/>
                    <a:pt x="118214" y="262382"/>
                    <a:pt x="116297" y="261743"/>
                  </a:cubicBezTo>
                  <a:lnTo>
                    <a:pt x="116297" y="261743"/>
                  </a:lnTo>
                  <a:close/>
                  <a:moveTo>
                    <a:pt x="290742" y="248337"/>
                  </a:moveTo>
                  <a:cubicBezTo>
                    <a:pt x="290742" y="261743"/>
                    <a:pt x="279879" y="272596"/>
                    <a:pt x="266460" y="272596"/>
                  </a:cubicBezTo>
                  <a:lnTo>
                    <a:pt x="132272" y="272596"/>
                  </a:lnTo>
                  <a:cubicBezTo>
                    <a:pt x="128438" y="272596"/>
                    <a:pt x="125882" y="270042"/>
                    <a:pt x="125882" y="266212"/>
                  </a:cubicBezTo>
                  <a:cubicBezTo>
                    <a:pt x="125882" y="262382"/>
                    <a:pt x="128438" y="259828"/>
                    <a:pt x="132272" y="259828"/>
                  </a:cubicBezTo>
                  <a:lnTo>
                    <a:pt x="179557" y="259828"/>
                  </a:lnTo>
                  <a:lnTo>
                    <a:pt x="221731" y="102144"/>
                  </a:lnTo>
                  <a:lnTo>
                    <a:pt x="132272" y="102144"/>
                  </a:lnTo>
                  <a:cubicBezTo>
                    <a:pt x="125882" y="102144"/>
                    <a:pt x="120770" y="107251"/>
                    <a:pt x="120770" y="113635"/>
                  </a:cubicBezTo>
                  <a:lnTo>
                    <a:pt x="120770" y="113635"/>
                  </a:lnTo>
                  <a:lnTo>
                    <a:pt x="120770" y="120019"/>
                  </a:lnTo>
                  <a:cubicBezTo>
                    <a:pt x="120770" y="123849"/>
                    <a:pt x="118214" y="126403"/>
                    <a:pt x="114380" y="126403"/>
                  </a:cubicBezTo>
                  <a:cubicBezTo>
                    <a:pt x="110546" y="126403"/>
                    <a:pt x="107990" y="123849"/>
                    <a:pt x="107990" y="120019"/>
                  </a:cubicBezTo>
                  <a:lnTo>
                    <a:pt x="107990" y="113635"/>
                  </a:lnTo>
                  <a:cubicBezTo>
                    <a:pt x="107990" y="100229"/>
                    <a:pt x="118853" y="89376"/>
                    <a:pt x="132272" y="89376"/>
                  </a:cubicBezTo>
                  <a:lnTo>
                    <a:pt x="266460" y="89376"/>
                  </a:lnTo>
                  <a:cubicBezTo>
                    <a:pt x="279879" y="89376"/>
                    <a:pt x="290742" y="100229"/>
                    <a:pt x="290742" y="113635"/>
                  </a:cubicBezTo>
                  <a:lnTo>
                    <a:pt x="290742" y="248337"/>
                  </a:lnTo>
                  <a:close/>
                </a:path>
              </a:pathLst>
            </a:custGeom>
            <a:solidFill>
              <a:srgbClr val="26890D"/>
            </a:solidFill>
            <a:ln w="6390" cap="flat">
              <a:noFill/>
              <a:prstDash val="solid"/>
              <a:miter/>
            </a:ln>
          </p:spPr>
          <p:txBody>
            <a:bodyPr rtlCol="0" anchor="ctr"/>
            <a:lstStyle/>
            <a:p>
              <a:endParaRPr lang="en-US"/>
            </a:p>
          </p:txBody>
        </p:sp>
      </p:grpSp>
      <p:grpSp>
        <p:nvGrpSpPr>
          <p:cNvPr id="874" name="Graphic 4">
            <a:extLst>
              <a:ext uri="{FF2B5EF4-FFF2-40B4-BE49-F238E27FC236}">
                <a16:creationId xmlns:a16="http://schemas.microsoft.com/office/drawing/2014/main" id="{1D523A5D-7C2C-0C40-B0FA-508E51115368}"/>
              </a:ext>
            </a:extLst>
          </p:cNvPr>
          <p:cNvGrpSpPr/>
          <p:nvPr/>
        </p:nvGrpSpPr>
        <p:grpSpPr>
          <a:xfrm>
            <a:off x="2998797" y="918179"/>
            <a:ext cx="362309" cy="361971"/>
            <a:chOff x="2998797" y="918179"/>
            <a:chExt cx="362309" cy="361971"/>
          </a:xfrm>
          <a:solidFill>
            <a:srgbClr val="26890D"/>
          </a:solidFill>
        </p:grpSpPr>
        <p:sp>
          <p:nvSpPr>
            <p:cNvPr id="875" name="Graphic 4">
              <a:extLst>
                <a:ext uri="{FF2B5EF4-FFF2-40B4-BE49-F238E27FC236}">
                  <a16:creationId xmlns:a16="http://schemas.microsoft.com/office/drawing/2014/main" id="{D2576A5A-3BE8-2948-B4E9-E03D45082644}"/>
                </a:ext>
              </a:extLst>
            </p:cNvPr>
            <p:cNvSpPr/>
            <p:nvPr/>
          </p:nvSpPr>
          <p:spPr>
            <a:xfrm>
              <a:off x="3123401" y="1001171"/>
              <a:ext cx="110642" cy="155130"/>
            </a:xfrm>
            <a:custGeom>
              <a:avLst/>
              <a:gdLst>
                <a:gd name="connsiteX0" fmla="*/ 103517 w 110642"/>
                <a:gd name="connsiteY0" fmla="*/ 82992 h 155130"/>
                <a:gd name="connsiteX1" fmla="*/ 110546 w 110642"/>
                <a:gd name="connsiteY1" fmla="*/ 55541 h 155130"/>
                <a:gd name="connsiteX2" fmla="*/ 55593 w 110642"/>
                <a:gd name="connsiteY2" fmla="*/ 0 h 155130"/>
                <a:gd name="connsiteX3" fmla="*/ 54954 w 110642"/>
                <a:gd name="connsiteY3" fmla="*/ 0 h 155130"/>
                <a:gd name="connsiteX4" fmla="*/ 0 w 110642"/>
                <a:gd name="connsiteY4" fmla="*/ 55541 h 155130"/>
                <a:gd name="connsiteX5" fmla="*/ 7668 w 110642"/>
                <a:gd name="connsiteY5" fmla="*/ 83630 h 155130"/>
                <a:gd name="connsiteX6" fmla="*/ 54954 w 110642"/>
                <a:gd name="connsiteY6" fmla="*/ 155131 h 155130"/>
                <a:gd name="connsiteX7" fmla="*/ 103517 w 110642"/>
                <a:gd name="connsiteY7" fmla="*/ 82992 h 155130"/>
                <a:gd name="connsiteX8" fmla="*/ 21726 w 110642"/>
                <a:gd name="connsiteY8" fmla="*/ 56179 h 155130"/>
                <a:gd name="connsiteX9" fmla="*/ 56232 w 110642"/>
                <a:gd name="connsiteY9" fmla="*/ 21706 h 155130"/>
                <a:gd name="connsiteX10" fmla="*/ 90737 w 110642"/>
                <a:gd name="connsiteY10" fmla="*/ 56179 h 155130"/>
                <a:gd name="connsiteX11" fmla="*/ 56232 w 110642"/>
                <a:gd name="connsiteY11" fmla="*/ 90653 h 155130"/>
                <a:gd name="connsiteX12" fmla="*/ 21726 w 110642"/>
                <a:gd name="connsiteY12" fmla="*/ 56179 h 155130"/>
                <a:gd name="connsiteX13" fmla="*/ 21726 w 110642"/>
                <a:gd name="connsiteY13" fmla="*/ 56179 h 155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0642" h="155130">
                  <a:moveTo>
                    <a:pt x="103517" y="82992"/>
                  </a:moveTo>
                  <a:cubicBezTo>
                    <a:pt x="108629" y="74693"/>
                    <a:pt x="111185" y="65117"/>
                    <a:pt x="110546" y="55541"/>
                  </a:cubicBezTo>
                  <a:cubicBezTo>
                    <a:pt x="110546" y="24898"/>
                    <a:pt x="86264" y="638"/>
                    <a:pt x="55593" y="0"/>
                  </a:cubicBezTo>
                  <a:lnTo>
                    <a:pt x="54954" y="0"/>
                  </a:lnTo>
                  <a:cubicBezTo>
                    <a:pt x="24282" y="638"/>
                    <a:pt x="0" y="24898"/>
                    <a:pt x="0" y="55541"/>
                  </a:cubicBezTo>
                  <a:cubicBezTo>
                    <a:pt x="0" y="65117"/>
                    <a:pt x="2556" y="75331"/>
                    <a:pt x="7668" y="83630"/>
                  </a:cubicBezTo>
                  <a:lnTo>
                    <a:pt x="54954" y="155131"/>
                  </a:lnTo>
                  <a:lnTo>
                    <a:pt x="103517" y="82992"/>
                  </a:lnTo>
                  <a:close/>
                  <a:moveTo>
                    <a:pt x="21726" y="56179"/>
                  </a:moveTo>
                  <a:cubicBezTo>
                    <a:pt x="21726" y="37027"/>
                    <a:pt x="37062" y="21706"/>
                    <a:pt x="56232" y="21706"/>
                  </a:cubicBezTo>
                  <a:cubicBezTo>
                    <a:pt x="75401" y="21706"/>
                    <a:pt x="90737" y="37027"/>
                    <a:pt x="90737" y="56179"/>
                  </a:cubicBezTo>
                  <a:cubicBezTo>
                    <a:pt x="90737" y="75331"/>
                    <a:pt x="75401" y="90653"/>
                    <a:pt x="56232" y="90653"/>
                  </a:cubicBezTo>
                  <a:cubicBezTo>
                    <a:pt x="37062" y="90653"/>
                    <a:pt x="21726" y="75331"/>
                    <a:pt x="21726" y="56179"/>
                  </a:cubicBezTo>
                  <a:lnTo>
                    <a:pt x="21726" y="56179"/>
                  </a:lnTo>
                  <a:close/>
                </a:path>
              </a:pathLst>
            </a:custGeom>
            <a:solidFill>
              <a:srgbClr val="26890D"/>
            </a:solidFill>
            <a:ln w="6390" cap="flat">
              <a:noFill/>
              <a:prstDash val="solid"/>
              <a:miter/>
            </a:ln>
          </p:spPr>
          <p:txBody>
            <a:bodyPr rtlCol="0" anchor="ctr"/>
            <a:lstStyle/>
            <a:p>
              <a:endParaRPr lang="en-US"/>
            </a:p>
          </p:txBody>
        </p:sp>
        <p:sp>
          <p:nvSpPr>
            <p:cNvPr id="876" name="Graphic 4">
              <a:extLst>
                <a:ext uri="{FF2B5EF4-FFF2-40B4-BE49-F238E27FC236}">
                  <a16:creationId xmlns:a16="http://schemas.microsoft.com/office/drawing/2014/main" id="{343D699E-96A7-6648-8E77-44680228368A}"/>
                </a:ext>
              </a:extLst>
            </p:cNvPr>
            <p:cNvSpPr/>
            <p:nvPr/>
          </p:nvSpPr>
          <p:spPr>
            <a:xfrm>
              <a:off x="3152794" y="1143533"/>
              <a:ext cx="54314" cy="50433"/>
            </a:xfrm>
            <a:custGeom>
              <a:avLst/>
              <a:gdLst>
                <a:gd name="connsiteX0" fmla="*/ 54314 w 54314"/>
                <a:gd name="connsiteY0" fmla="*/ 38942 h 50433"/>
                <a:gd name="connsiteX1" fmla="*/ 50480 w 54314"/>
                <a:gd name="connsiteY1" fmla="*/ 0 h 50433"/>
                <a:gd name="connsiteX2" fmla="*/ 36423 w 54314"/>
                <a:gd name="connsiteY2" fmla="*/ 21067 h 50433"/>
                <a:gd name="connsiteX3" fmla="*/ 26199 w 54314"/>
                <a:gd name="connsiteY3" fmla="*/ 26174 h 50433"/>
                <a:gd name="connsiteX4" fmla="*/ 26199 w 54314"/>
                <a:gd name="connsiteY4" fmla="*/ 26174 h 50433"/>
                <a:gd name="connsiteX5" fmla="*/ 15975 w 54314"/>
                <a:gd name="connsiteY5" fmla="*/ 21067 h 50433"/>
                <a:gd name="connsiteX6" fmla="*/ 10224 w 54314"/>
                <a:gd name="connsiteY6" fmla="*/ 12768 h 50433"/>
                <a:gd name="connsiteX7" fmla="*/ 0 w 54314"/>
                <a:gd name="connsiteY7" fmla="*/ 50433 h 50433"/>
                <a:gd name="connsiteX8" fmla="*/ 54314 w 54314"/>
                <a:gd name="connsiteY8" fmla="*/ 38942 h 5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314" h="50433">
                  <a:moveTo>
                    <a:pt x="54314" y="38942"/>
                  </a:moveTo>
                  <a:lnTo>
                    <a:pt x="50480" y="0"/>
                  </a:lnTo>
                  <a:lnTo>
                    <a:pt x="36423" y="21067"/>
                  </a:lnTo>
                  <a:cubicBezTo>
                    <a:pt x="33867" y="24259"/>
                    <a:pt x="30672" y="26174"/>
                    <a:pt x="26199" y="26174"/>
                  </a:cubicBezTo>
                  <a:lnTo>
                    <a:pt x="26199" y="26174"/>
                  </a:lnTo>
                  <a:cubicBezTo>
                    <a:pt x="22365" y="26174"/>
                    <a:pt x="18531" y="24259"/>
                    <a:pt x="15975" y="21067"/>
                  </a:cubicBezTo>
                  <a:lnTo>
                    <a:pt x="10224" y="12768"/>
                  </a:lnTo>
                  <a:lnTo>
                    <a:pt x="0" y="50433"/>
                  </a:lnTo>
                  <a:lnTo>
                    <a:pt x="54314" y="38942"/>
                  </a:lnTo>
                  <a:close/>
                </a:path>
              </a:pathLst>
            </a:custGeom>
            <a:solidFill>
              <a:srgbClr val="26890D"/>
            </a:solidFill>
            <a:ln w="6390" cap="flat">
              <a:noFill/>
              <a:prstDash val="solid"/>
              <a:miter/>
            </a:ln>
          </p:spPr>
          <p:txBody>
            <a:bodyPr rtlCol="0" anchor="ctr"/>
            <a:lstStyle/>
            <a:p>
              <a:endParaRPr lang="en-US"/>
            </a:p>
          </p:txBody>
        </p:sp>
        <p:sp>
          <p:nvSpPr>
            <p:cNvPr id="877" name="Graphic 4">
              <a:extLst>
                <a:ext uri="{FF2B5EF4-FFF2-40B4-BE49-F238E27FC236}">
                  <a16:creationId xmlns:a16="http://schemas.microsoft.com/office/drawing/2014/main" id="{A6101BD9-3AFD-1B4B-9366-F2D1B5C06CC9}"/>
                </a:ext>
              </a:extLst>
            </p:cNvPr>
            <p:cNvSpPr/>
            <p:nvPr/>
          </p:nvSpPr>
          <p:spPr>
            <a:xfrm>
              <a:off x="2998797" y="918179"/>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1305 h 361971"/>
                <a:gd name="connsiteX4" fmla="*/ 180835 w 362309"/>
                <a:gd name="connsiteY4" fmla="*/ 0 h 361971"/>
                <a:gd name="connsiteX5" fmla="*/ 180835 w 362309"/>
                <a:gd name="connsiteY5" fmla="*/ 0 h 361971"/>
                <a:gd name="connsiteX6" fmla="*/ 274767 w 362309"/>
                <a:gd name="connsiteY6" fmla="*/ 287279 h 361971"/>
                <a:gd name="connsiteX7" fmla="*/ 269016 w 362309"/>
                <a:gd name="connsiteY7" fmla="*/ 288556 h 361971"/>
                <a:gd name="connsiteX8" fmla="*/ 214702 w 362309"/>
                <a:gd name="connsiteY8" fmla="*/ 275150 h 361971"/>
                <a:gd name="connsiteX9" fmla="*/ 146969 w 362309"/>
                <a:gd name="connsiteY9" fmla="*/ 289833 h 361971"/>
                <a:gd name="connsiteX10" fmla="*/ 145691 w 362309"/>
                <a:gd name="connsiteY10" fmla="*/ 289833 h 361971"/>
                <a:gd name="connsiteX11" fmla="*/ 145691 w 362309"/>
                <a:gd name="connsiteY11" fmla="*/ 289833 h 361971"/>
                <a:gd name="connsiteX12" fmla="*/ 145052 w 362309"/>
                <a:gd name="connsiteY12" fmla="*/ 289833 h 361971"/>
                <a:gd name="connsiteX13" fmla="*/ 90098 w 362309"/>
                <a:gd name="connsiteY13" fmla="*/ 280257 h 361971"/>
                <a:gd name="connsiteX14" fmla="*/ 84986 w 362309"/>
                <a:gd name="connsiteY14" fmla="*/ 272596 h 361971"/>
                <a:gd name="connsiteX15" fmla="*/ 84986 w 362309"/>
                <a:gd name="connsiteY15" fmla="*/ 271958 h 361971"/>
                <a:gd name="connsiteX16" fmla="*/ 100961 w 362309"/>
                <a:gd name="connsiteY16" fmla="*/ 212587 h 361971"/>
                <a:gd name="connsiteX17" fmla="*/ 108629 w 362309"/>
                <a:gd name="connsiteY17" fmla="*/ 208118 h 361971"/>
                <a:gd name="connsiteX18" fmla="*/ 151442 w 362309"/>
                <a:gd name="connsiteY18" fmla="*/ 217055 h 361971"/>
                <a:gd name="connsiteX19" fmla="*/ 122048 w 362309"/>
                <a:gd name="connsiteY19" fmla="*/ 172368 h 361971"/>
                <a:gd name="connsiteX20" fmla="*/ 112463 w 362309"/>
                <a:gd name="connsiteY20" fmla="*/ 138532 h 361971"/>
                <a:gd name="connsiteX21" fmla="*/ 180196 w 362309"/>
                <a:gd name="connsiteY21" fmla="*/ 70224 h 361971"/>
                <a:gd name="connsiteX22" fmla="*/ 180196 w 362309"/>
                <a:gd name="connsiteY22" fmla="*/ 70224 h 361971"/>
                <a:gd name="connsiteX23" fmla="*/ 247930 w 362309"/>
                <a:gd name="connsiteY23" fmla="*/ 138532 h 361971"/>
                <a:gd name="connsiteX24" fmla="*/ 238345 w 362309"/>
                <a:gd name="connsiteY24" fmla="*/ 172368 h 361971"/>
                <a:gd name="connsiteX25" fmla="*/ 211507 w 362309"/>
                <a:gd name="connsiteY25" fmla="*/ 212587 h 361971"/>
                <a:gd name="connsiteX26" fmla="*/ 267739 w 362309"/>
                <a:gd name="connsiteY26" fmla="*/ 220247 h 361971"/>
                <a:gd name="connsiteX27" fmla="*/ 273489 w 362309"/>
                <a:gd name="connsiteY27" fmla="*/ 225993 h 361971"/>
                <a:gd name="connsiteX28" fmla="*/ 276684 w 362309"/>
                <a:gd name="connsiteY28" fmla="*/ 281534 h 361971"/>
                <a:gd name="connsiteX29" fmla="*/ 274767 w 362309"/>
                <a:gd name="connsiteY29" fmla="*/ 287279 h 361971"/>
                <a:gd name="connsiteX30" fmla="*/ 274767 w 362309"/>
                <a:gd name="connsiteY30" fmla="*/ 28727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1305"/>
                  </a:cubicBezTo>
                  <a:cubicBezTo>
                    <a:pt x="362310" y="81077"/>
                    <a:pt x="281157" y="0"/>
                    <a:pt x="180835" y="0"/>
                  </a:cubicBezTo>
                  <a:cubicBezTo>
                    <a:pt x="180835" y="0"/>
                    <a:pt x="180835" y="0"/>
                    <a:pt x="180835" y="0"/>
                  </a:cubicBezTo>
                  <a:close/>
                  <a:moveTo>
                    <a:pt x="274767" y="287279"/>
                  </a:moveTo>
                  <a:cubicBezTo>
                    <a:pt x="273489" y="288556"/>
                    <a:pt x="270934" y="289194"/>
                    <a:pt x="269016" y="288556"/>
                  </a:cubicBezTo>
                  <a:lnTo>
                    <a:pt x="214702" y="275150"/>
                  </a:lnTo>
                  <a:lnTo>
                    <a:pt x="146969" y="289833"/>
                  </a:lnTo>
                  <a:cubicBezTo>
                    <a:pt x="146330" y="289833"/>
                    <a:pt x="146330" y="289833"/>
                    <a:pt x="145691" y="289833"/>
                  </a:cubicBezTo>
                  <a:lnTo>
                    <a:pt x="145691" y="289833"/>
                  </a:lnTo>
                  <a:lnTo>
                    <a:pt x="145052" y="289833"/>
                  </a:lnTo>
                  <a:lnTo>
                    <a:pt x="90098" y="280257"/>
                  </a:lnTo>
                  <a:cubicBezTo>
                    <a:pt x="86903" y="279618"/>
                    <a:pt x="84347" y="276426"/>
                    <a:pt x="84986" y="272596"/>
                  </a:cubicBezTo>
                  <a:cubicBezTo>
                    <a:pt x="84986" y="272596"/>
                    <a:pt x="84986" y="271958"/>
                    <a:pt x="84986" y="271958"/>
                  </a:cubicBezTo>
                  <a:lnTo>
                    <a:pt x="100961" y="212587"/>
                  </a:lnTo>
                  <a:cubicBezTo>
                    <a:pt x="101600" y="209395"/>
                    <a:pt x="105434" y="207479"/>
                    <a:pt x="108629" y="208118"/>
                  </a:cubicBezTo>
                  <a:lnTo>
                    <a:pt x="151442" y="217055"/>
                  </a:lnTo>
                  <a:lnTo>
                    <a:pt x="122048" y="172368"/>
                  </a:lnTo>
                  <a:cubicBezTo>
                    <a:pt x="115658" y="162153"/>
                    <a:pt x="112463" y="150662"/>
                    <a:pt x="112463" y="138532"/>
                  </a:cubicBezTo>
                  <a:cubicBezTo>
                    <a:pt x="112463" y="100867"/>
                    <a:pt x="143135" y="70862"/>
                    <a:pt x="180196" y="70224"/>
                  </a:cubicBezTo>
                  <a:lnTo>
                    <a:pt x="180196" y="70224"/>
                  </a:lnTo>
                  <a:cubicBezTo>
                    <a:pt x="217897" y="70224"/>
                    <a:pt x="247930" y="100867"/>
                    <a:pt x="247930" y="138532"/>
                  </a:cubicBezTo>
                  <a:cubicBezTo>
                    <a:pt x="247930" y="150662"/>
                    <a:pt x="244735" y="162153"/>
                    <a:pt x="238345" y="172368"/>
                  </a:cubicBezTo>
                  <a:lnTo>
                    <a:pt x="211507" y="212587"/>
                  </a:lnTo>
                  <a:lnTo>
                    <a:pt x="267739" y="220247"/>
                  </a:lnTo>
                  <a:cubicBezTo>
                    <a:pt x="270934" y="220886"/>
                    <a:pt x="272850" y="223439"/>
                    <a:pt x="273489" y="225993"/>
                  </a:cubicBezTo>
                  <a:lnTo>
                    <a:pt x="276684" y="281534"/>
                  </a:lnTo>
                  <a:cubicBezTo>
                    <a:pt x="277323" y="284726"/>
                    <a:pt x="276045" y="286002"/>
                    <a:pt x="274767" y="287279"/>
                  </a:cubicBezTo>
                  <a:lnTo>
                    <a:pt x="274767" y="287279"/>
                  </a:lnTo>
                  <a:close/>
                </a:path>
              </a:pathLst>
            </a:custGeom>
            <a:solidFill>
              <a:srgbClr val="26890D"/>
            </a:solidFill>
            <a:ln w="6390" cap="flat">
              <a:noFill/>
              <a:prstDash val="solid"/>
              <a:miter/>
            </a:ln>
          </p:spPr>
          <p:txBody>
            <a:bodyPr rtlCol="0" anchor="ctr"/>
            <a:lstStyle/>
            <a:p>
              <a:endParaRPr lang="en-US"/>
            </a:p>
          </p:txBody>
        </p:sp>
        <p:sp>
          <p:nvSpPr>
            <p:cNvPr id="878" name="Graphic 4">
              <a:extLst>
                <a:ext uri="{FF2B5EF4-FFF2-40B4-BE49-F238E27FC236}">
                  <a16:creationId xmlns:a16="http://schemas.microsoft.com/office/drawing/2014/main" id="{B33402FB-2E76-AE43-A39D-7C433CDEE4E9}"/>
                </a:ext>
              </a:extLst>
            </p:cNvPr>
            <p:cNvSpPr/>
            <p:nvPr/>
          </p:nvSpPr>
          <p:spPr>
            <a:xfrm>
              <a:off x="3157267" y="1035644"/>
              <a:ext cx="43451" cy="43411"/>
            </a:xfrm>
            <a:custGeom>
              <a:avLst/>
              <a:gdLst>
                <a:gd name="connsiteX0" fmla="*/ 43451 w 43451"/>
                <a:gd name="connsiteY0" fmla="*/ 21706 h 43411"/>
                <a:gd name="connsiteX1" fmla="*/ 21726 w 43451"/>
                <a:gd name="connsiteY1" fmla="*/ 0 h 43411"/>
                <a:gd name="connsiteX2" fmla="*/ 0 w 43451"/>
                <a:gd name="connsiteY2" fmla="*/ 21706 h 43411"/>
                <a:gd name="connsiteX3" fmla="*/ 21726 w 43451"/>
                <a:gd name="connsiteY3" fmla="*/ 43411 h 43411"/>
                <a:gd name="connsiteX4" fmla="*/ 21726 w 43451"/>
                <a:gd name="connsiteY4" fmla="*/ 43411 h 43411"/>
                <a:gd name="connsiteX5" fmla="*/ 43451 w 43451"/>
                <a:gd name="connsiteY5" fmla="*/ 21706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451" h="43411">
                  <a:moveTo>
                    <a:pt x="43451" y="21706"/>
                  </a:moveTo>
                  <a:cubicBezTo>
                    <a:pt x="43451" y="9576"/>
                    <a:pt x="33867" y="0"/>
                    <a:pt x="21726" y="0"/>
                  </a:cubicBezTo>
                  <a:cubicBezTo>
                    <a:pt x="9585" y="0"/>
                    <a:pt x="0" y="9576"/>
                    <a:pt x="0" y="21706"/>
                  </a:cubicBezTo>
                  <a:cubicBezTo>
                    <a:pt x="0" y="33835"/>
                    <a:pt x="9585" y="43411"/>
                    <a:pt x="21726" y="43411"/>
                  </a:cubicBezTo>
                  <a:cubicBezTo>
                    <a:pt x="21726" y="43411"/>
                    <a:pt x="21726" y="43411"/>
                    <a:pt x="21726" y="43411"/>
                  </a:cubicBezTo>
                  <a:cubicBezTo>
                    <a:pt x="33867" y="43411"/>
                    <a:pt x="43451" y="33835"/>
                    <a:pt x="43451" y="21706"/>
                  </a:cubicBezTo>
                  <a:close/>
                </a:path>
              </a:pathLst>
            </a:custGeom>
            <a:solidFill>
              <a:srgbClr val="26890D"/>
            </a:solidFill>
            <a:ln w="6390" cap="flat">
              <a:noFill/>
              <a:prstDash val="solid"/>
              <a:miter/>
            </a:ln>
          </p:spPr>
          <p:txBody>
            <a:bodyPr rtlCol="0" anchor="ctr"/>
            <a:lstStyle/>
            <a:p>
              <a:endParaRPr lang="en-US"/>
            </a:p>
          </p:txBody>
        </p:sp>
        <p:sp>
          <p:nvSpPr>
            <p:cNvPr id="879" name="Graphic 4">
              <a:extLst>
                <a:ext uri="{FF2B5EF4-FFF2-40B4-BE49-F238E27FC236}">
                  <a16:creationId xmlns:a16="http://schemas.microsoft.com/office/drawing/2014/main" id="{F9F5E21C-5AF3-1C4D-9121-3A0D87EA7C69}"/>
                </a:ext>
              </a:extLst>
            </p:cNvPr>
            <p:cNvSpPr/>
            <p:nvPr/>
          </p:nvSpPr>
          <p:spPr>
            <a:xfrm>
              <a:off x="3216055" y="1144810"/>
              <a:ext cx="46646" cy="47879"/>
            </a:xfrm>
            <a:custGeom>
              <a:avLst/>
              <a:gdLst>
                <a:gd name="connsiteX0" fmla="*/ 0 w 46646"/>
                <a:gd name="connsiteY0" fmla="*/ 0 h 47879"/>
                <a:gd name="connsiteX1" fmla="*/ 3834 w 46646"/>
                <a:gd name="connsiteY1" fmla="*/ 37666 h 47879"/>
                <a:gd name="connsiteX2" fmla="*/ 46647 w 46646"/>
                <a:gd name="connsiteY2" fmla="*/ 47880 h 47879"/>
                <a:gd name="connsiteX3" fmla="*/ 44091 w 46646"/>
                <a:gd name="connsiteY3" fmla="*/ 6384 h 47879"/>
              </a:gdLst>
              <a:ahLst/>
              <a:cxnLst>
                <a:cxn ang="0">
                  <a:pos x="connsiteX0" y="connsiteY0"/>
                </a:cxn>
                <a:cxn ang="0">
                  <a:pos x="connsiteX1" y="connsiteY1"/>
                </a:cxn>
                <a:cxn ang="0">
                  <a:pos x="connsiteX2" y="connsiteY2"/>
                </a:cxn>
                <a:cxn ang="0">
                  <a:pos x="connsiteX3" y="connsiteY3"/>
                </a:cxn>
              </a:cxnLst>
              <a:rect l="l" t="t" r="r" b="b"/>
              <a:pathLst>
                <a:path w="46646" h="47879">
                  <a:moveTo>
                    <a:pt x="0" y="0"/>
                  </a:moveTo>
                  <a:lnTo>
                    <a:pt x="3834" y="37666"/>
                  </a:lnTo>
                  <a:lnTo>
                    <a:pt x="46647" y="47880"/>
                  </a:lnTo>
                  <a:lnTo>
                    <a:pt x="44091" y="6384"/>
                  </a:lnTo>
                  <a:close/>
                </a:path>
              </a:pathLst>
            </a:custGeom>
            <a:solidFill>
              <a:srgbClr val="26890D"/>
            </a:solidFill>
            <a:ln w="6390" cap="flat">
              <a:noFill/>
              <a:prstDash val="solid"/>
              <a:miter/>
            </a:ln>
          </p:spPr>
          <p:txBody>
            <a:bodyPr rtlCol="0" anchor="ctr"/>
            <a:lstStyle/>
            <a:p>
              <a:endParaRPr lang="en-US"/>
            </a:p>
          </p:txBody>
        </p:sp>
        <p:sp>
          <p:nvSpPr>
            <p:cNvPr id="880" name="Graphic 4">
              <a:extLst>
                <a:ext uri="{FF2B5EF4-FFF2-40B4-BE49-F238E27FC236}">
                  <a16:creationId xmlns:a16="http://schemas.microsoft.com/office/drawing/2014/main" id="{CEBFDAFC-46ED-EB48-BC9A-E9CA350A0C50}"/>
                </a:ext>
              </a:extLst>
            </p:cNvPr>
            <p:cNvSpPr/>
            <p:nvPr/>
          </p:nvSpPr>
          <p:spPr>
            <a:xfrm>
              <a:off x="3097841" y="1140980"/>
              <a:ext cx="54314" cy="54263"/>
            </a:xfrm>
            <a:custGeom>
              <a:avLst/>
              <a:gdLst>
                <a:gd name="connsiteX0" fmla="*/ 54314 w 54314"/>
                <a:gd name="connsiteY0" fmla="*/ 8299 h 54263"/>
                <a:gd name="connsiteX1" fmla="*/ 12780 w 54314"/>
                <a:gd name="connsiteY1" fmla="*/ 0 h 54263"/>
                <a:gd name="connsiteX2" fmla="*/ 0 w 54314"/>
                <a:gd name="connsiteY2" fmla="*/ 46603 h 54263"/>
                <a:gd name="connsiteX3" fmla="*/ 42174 w 54314"/>
                <a:gd name="connsiteY3" fmla="*/ 54264 h 54263"/>
              </a:gdLst>
              <a:ahLst/>
              <a:cxnLst>
                <a:cxn ang="0">
                  <a:pos x="connsiteX0" y="connsiteY0"/>
                </a:cxn>
                <a:cxn ang="0">
                  <a:pos x="connsiteX1" y="connsiteY1"/>
                </a:cxn>
                <a:cxn ang="0">
                  <a:pos x="connsiteX2" y="connsiteY2"/>
                </a:cxn>
                <a:cxn ang="0">
                  <a:pos x="connsiteX3" y="connsiteY3"/>
                </a:cxn>
              </a:cxnLst>
              <a:rect l="l" t="t" r="r" b="b"/>
              <a:pathLst>
                <a:path w="54314" h="54263">
                  <a:moveTo>
                    <a:pt x="54314" y="8299"/>
                  </a:moveTo>
                  <a:lnTo>
                    <a:pt x="12780" y="0"/>
                  </a:lnTo>
                  <a:lnTo>
                    <a:pt x="0" y="46603"/>
                  </a:lnTo>
                  <a:lnTo>
                    <a:pt x="42174" y="54264"/>
                  </a:lnTo>
                  <a:close/>
                </a:path>
              </a:pathLst>
            </a:custGeom>
            <a:solidFill>
              <a:srgbClr val="26890D"/>
            </a:solidFill>
            <a:ln w="6390" cap="flat">
              <a:noFill/>
              <a:prstDash val="solid"/>
              <a:miter/>
            </a:ln>
          </p:spPr>
          <p:txBody>
            <a:bodyPr rtlCol="0" anchor="ctr"/>
            <a:lstStyle/>
            <a:p>
              <a:endParaRPr lang="en-US"/>
            </a:p>
          </p:txBody>
        </p:sp>
      </p:grpSp>
      <p:grpSp>
        <p:nvGrpSpPr>
          <p:cNvPr id="881" name="Graphic 4">
            <a:extLst>
              <a:ext uri="{FF2B5EF4-FFF2-40B4-BE49-F238E27FC236}">
                <a16:creationId xmlns:a16="http://schemas.microsoft.com/office/drawing/2014/main" id="{A6361CE4-D074-4843-932F-49FF93FD7FF4}"/>
              </a:ext>
            </a:extLst>
          </p:cNvPr>
          <p:cNvGrpSpPr/>
          <p:nvPr/>
        </p:nvGrpSpPr>
        <p:grpSpPr>
          <a:xfrm>
            <a:off x="2998797" y="2855717"/>
            <a:ext cx="362309" cy="361971"/>
            <a:chOff x="2998797" y="2855717"/>
            <a:chExt cx="362309" cy="361971"/>
          </a:xfrm>
          <a:solidFill>
            <a:srgbClr val="26890D"/>
          </a:solidFill>
        </p:grpSpPr>
        <p:sp>
          <p:nvSpPr>
            <p:cNvPr id="882" name="Graphic 4">
              <a:extLst>
                <a:ext uri="{FF2B5EF4-FFF2-40B4-BE49-F238E27FC236}">
                  <a16:creationId xmlns:a16="http://schemas.microsoft.com/office/drawing/2014/main" id="{8DAF16CA-7C5B-DB46-A2E3-6C0289316704}"/>
                </a:ext>
              </a:extLst>
            </p:cNvPr>
            <p:cNvSpPr/>
            <p:nvPr/>
          </p:nvSpPr>
          <p:spPr>
            <a:xfrm>
              <a:off x="3143210" y="2942539"/>
              <a:ext cx="75401" cy="75348"/>
            </a:xfrm>
            <a:custGeom>
              <a:avLst/>
              <a:gdLst>
                <a:gd name="connsiteX0" fmla="*/ 75401 w 75401"/>
                <a:gd name="connsiteY0" fmla="*/ 37666 h 75348"/>
                <a:gd name="connsiteX1" fmla="*/ 37701 w 75401"/>
                <a:gd name="connsiteY1" fmla="*/ 0 h 75348"/>
                <a:gd name="connsiteX2" fmla="*/ 0 w 75401"/>
                <a:gd name="connsiteY2" fmla="*/ 37666 h 75348"/>
                <a:gd name="connsiteX3" fmla="*/ 37701 w 75401"/>
                <a:gd name="connsiteY3" fmla="*/ 75331 h 75348"/>
                <a:gd name="connsiteX4" fmla="*/ 75401 w 75401"/>
                <a:gd name="connsiteY4" fmla="*/ 37666 h 75348"/>
                <a:gd name="connsiteX5" fmla="*/ 17892 w 75401"/>
                <a:gd name="connsiteY5" fmla="*/ 37666 h 75348"/>
                <a:gd name="connsiteX6" fmla="*/ 37062 w 75401"/>
                <a:gd name="connsiteY6" fmla="*/ 18514 h 75348"/>
                <a:gd name="connsiteX7" fmla="*/ 56232 w 75401"/>
                <a:gd name="connsiteY7" fmla="*/ 37666 h 75348"/>
                <a:gd name="connsiteX8" fmla="*/ 37062 w 75401"/>
                <a:gd name="connsiteY8" fmla="*/ 56818 h 75348"/>
                <a:gd name="connsiteX9" fmla="*/ 17892 w 75401"/>
                <a:gd name="connsiteY9" fmla="*/ 37666 h 75348"/>
                <a:gd name="connsiteX10" fmla="*/ 17892 w 75401"/>
                <a:gd name="connsiteY10" fmla="*/ 37666 h 75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5401" h="75348">
                  <a:moveTo>
                    <a:pt x="75401" y="37666"/>
                  </a:moveTo>
                  <a:cubicBezTo>
                    <a:pt x="75401" y="16598"/>
                    <a:pt x="58148" y="0"/>
                    <a:pt x="37701" y="0"/>
                  </a:cubicBezTo>
                  <a:cubicBezTo>
                    <a:pt x="17253" y="0"/>
                    <a:pt x="0" y="17237"/>
                    <a:pt x="0" y="37666"/>
                  </a:cubicBezTo>
                  <a:cubicBezTo>
                    <a:pt x="0" y="58094"/>
                    <a:pt x="17253" y="75331"/>
                    <a:pt x="37701" y="75331"/>
                  </a:cubicBezTo>
                  <a:cubicBezTo>
                    <a:pt x="58148" y="75970"/>
                    <a:pt x="75401" y="58733"/>
                    <a:pt x="75401" y="37666"/>
                  </a:cubicBezTo>
                  <a:close/>
                  <a:moveTo>
                    <a:pt x="17892" y="37666"/>
                  </a:moveTo>
                  <a:cubicBezTo>
                    <a:pt x="17892" y="26813"/>
                    <a:pt x="26199" y="18514"/>
                    <a:pt x="37062" y="18514"/>
                  </a:cubicBezTo>
                  <a:cubicBezTo>
                    <a:pt x="47925" y="18514"/>
                    <a:pt x="56232" y="26813"/>
                    <a:pt x="56232" y="37666"/>
                  </a:cubicBezTo>
                  <a:cubicBezTo>
                    <a:pt x="56232" y="48518"/>
                    <a:pt x="47925" y="56818"/>
                    <a:pt x="37062" y="56818"/>
                  </a:cubicBezTo>
                  <a:cubicBezTo>
                    <a:pt x="26199" y="56818"/>
                    <a:pt x="17892" y="48518"/>
                    <a:pt x="17892" y="37666"/>
                  </a:cubicBezTo>
                  <a:lnTo>
                    <a:pt x="17892" y="37666"/>
                  </a:lnTo>
                  <a:close/>
                </a:path>
              </a:pathLst>
            </a:custGeom>
            <a:solidFill>
              <a:srgbClr val="26890D"/>
            </a:solidFill>
            <a:ln w="6390" cap="flat">
              <a:noFill/>
              <a:prstDash val="solid"/>
              <a:miter/>
            </a:ln>
          </p:spPr>
          <p:txBody>
            <a:bodyPr rtlCol="0" anchor="ctr"/>
            <a:lstStyle/>
            <a:p>
              <a:endParaRPr lang="en-US"/>
            </a:p>
          </p:txBody>
        </p:sp>
        <p:sp>
          <p:nvSpPr>
            <p:cNvPr id="883" name="Graphic 4">
              <a:extLst>
                <a:ext uri="{FF2B5EF4-FFF2-40B4-BE49-F238E27FC236}">
                  <a16:creationId xmlns:a16="http://schemas.microsoft.com/office/drawing/2014/main" id="{028CABBB-3883-2741-A306-0083923BF2F6}"/>
                </a:ext>
              </a:extLst>
            </p:cNvPr>
            <p:cNvSpPr/>
            <p:nvPr/>
          </p:nvSpPr>
          <p:spPr>
            <a:xfrm>
              <a:off x="3174520" y="2973821"/>
              <a:ext cx="12779" cy="12767"/>
            </a:xfrm>
            <a:custGeom>
              <a:avLst/>
              <a:gdLst>
                <a:gd name="connsiteX0" fmla="*/ 12780 w 12779"/>
                <a:gd name="connsiteY0" fmla="*/ 6384 h 12767"/>
                <a:gd name="connsiteX1" fmla="*/ 6390 w 12779"/>
                <a:gd name="connsiteY1" fmla="*/ 0 h 12767"/>
                <a:gd name="connsiteX2" fmla="*/ 0 w 12779"/>
                <a:gd name="connsiteY2" fmla="*/ 6384 h 12767"/>
                <a:gd name="connsiteX3" fmla="*/ 6390 w 12779"/>
                <a:gd name="connsiteY3" fmla="*/ 12768 h 12767"/>
                <a:gd name="connsiteX4" fmla="*/ 12780 w 12779"/>
                <a:gd name="connsiteY4" fmla="*/ 6384 h 12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9" h="12767">
                  <a:moveTo>
                    <a:pt x="12780" y="6384"/>
                  </a:moveTo>
                  <a:cubicBezTo>
                    <a:pt x="12780" y="2554"/>
                    <a:pt x="10224" y="0"/>
                    <a:pt x="6390" y="0"/>
                  </a:cubicBezTo>
                  <a:cubicBezTo>
                    <a:pt x="2556" y="0"/>
                    <a:pt x="0" y="2554"/>
                    <a:pt x="0" y="6384"/>
                  </a:cubicBezTo>
                  <a:cubicBezTo>
                    <a:pt x="0" y="10214"/>
                    <a:pt x="2556" y="12768"/>
                    <a:pt x="6390" y="12768"/>
                  </a:cubicBezTo>
                  <a:cubicBezTo>
                    <a:pt x="10224" y="12768"/>
                    <a:pt x="12780" y="10214"/>
                    <a:pt x="12780" y="6384"/>
                  </a:cubicBezTo>
                  <a:close/>
                </a:path>
              </a:pathLst>
            </a:custGeom>
            <a:solidFill>
              <a:srgbClr val="26890D"/>
            </a:solidFill>
            <a:ln w="6390" cap="flat">
              <a:noFill/>
              <a:prstDash val="solid"/>
              <a:miter/>
            </a:ln>
          </p:spPr>
          <p:txBody>
            <a:bodyPr rtlCol="0" anchor="ctr"/>
            <a:lstStyle/>
            <a:p>
              <a:endParaRPr lang="en-US"/>
            </a:p>
          </p:txBody>
        </p:sp>
        <p:sp>
          <p:nvSpPr>
            <p:cNvPr id="884" name="Graphic 4">
              <a:extLst>
                <a:ext uri="{FF2B5EF4-FFF2-40B4-BE49-F238E27FC236}">
                  <a16:creationId xmlns:a16="http://schemas.microsoft.com/office/drawing/2014/main" id="{DAE10A8E-7E35-614D-BEC0-44C7219E5BBE}"/>
                </a:ext>
              </a:extLst>
            </p:cNvPr>
            <p:cNvSpPr/>
            <p:nvPr/>
          </p:nvSpPr>
          <p:spPr>
            <a:xfrm>
              <a:off x="2998797" y="28557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136745 w 362309"/>
                <a:gd name="connsiteY6" fmla="*/ 248975 h 361971"/>
                <a:gd name="connsiteX7" fmla="*/ 129077 w 362309"/>
                <a:gd name="connsiteY7" fmla="*/ 257274 h 361971"/>
                <a:gd name="connsiteX8" fmla="*/ 130355 w 362309"/>
                <a:gd name="connsiteY8" fmla="*/ 259828 h 361971"/>
                <a:gd name="connsiteX9" fmla="*/ 128438 w 362309"/>
                <a:gd name="connsiteY9" fmla="*/ 268766 h 361971"/>
                <a:gd name="connsiteX10" fmla="*/ 128438 w 362309"/>
                <a:gd name="connsiteY10" fmla="*/ 268766 h 361971"/>
                <a:gd name="connsiteX11" fmla="*/ 124604 w 362309"/>
                <a:gd name="connsiteY11" fmla="*/ 270042 h 361971"/>
                <a:gd name="connsiteX12" fmla="*/ 119492 w 362309"/>
                <a:gd name="connsiteY12" fmla="*/ 267489 h 361971"/>
                <a:gd name="connsiteX13" fmla="*/ 116297 w 362309"/>
                <a:gd name="connsiteY13" fmla="*/ 257274 h 361971"/>
                <a:gd name="connsiteX14" fmla="*/ 130355 w 362309"/>
                <a:gd name="connsiteY14" fmla="*/ 237484 h 361971"/>
                <a:gd name="connsiteX15" fmla="*/ 139301 w 362309"/>
                <a:gd name="connsiteY15" fmla="*/ 240038 h 361971"/>
                <a:gd name="connsiteX16" fmla="*/ 136745 w 362309"/>
                <a:gd name="connsiteY16" fmla="*/ 248975 h 361971"/>
                <a:gd name="connsiteX17" fmla="*/ 136745 w 362309"/>
                <a:gd name="connsiteY17" fmla="*/ 248975 h 361971"/>
                <a:gd name="connsiteX18" fmla="*/ 184669 w 362309"/>
                <a:gd name="connsiteY18" fmla="*/ 287279 h 361971"/>
                <a:gd name="connsiteX19" fmla="*/ 181474 w 362309"/>
                <a:gd name="connsiteY19" fmla="*/ 287279 h 361971"/>
                <a:gd name="connsiteX20" fmla="*/ 158471 w 362309"/>
                <a:gd name="connsiteY20" fmla="*/ 285364 h 361971"/>
                <a:gd name="connsiteX21" fmla="*/ 153358 w 362309"/>
                <a:gd name="connsiteY21" fmla="*/ 277703 h 361971"/>
                <a:gd name="connsiteX22" fmla="*/ 161027 w 362309"/>
                <a:gd name="connsiteY22" fmla="*/ 272596 h 361971"/>
                <a:gd name="connsiteX23" fmla="*/ 182113 w 362309"/>
                <a:gd name="connsiteY23" fmla="*/ 274511 h 361971"/>
                <a:gd name="connsiteX24" fmla="*/ 185308 w 362309"/>
                <a:gd name="connsiteY24" fmla="*/ 274511 h 361971"/>
                <a:gd name="connsiteX25" fmla="*/ 191698 w 362309"/>
                <a:gd name="connsiteY25" fmla="*/ 280895 h 361971"/>
                <a:gd name="connsiteX26" fmla="*/ 184669 w 362309"/>
                <a:gd name="connsiteY26" fmla="*/ 287279 h 361971"/>
                <a:gd name="connsiteX27" fmla="*/ 184669 w 362309"/>
                <a:gd name="connsiteY27" fmla="*/ 287279 h 361971"/>
                <a:gd name="connsiteX28" fmla="*/ 196171 w 362309"/>
                <a:gd name="connsiteY28" fmla="*/ 240676 h 361971"/>
                <a:gd name="connsiteX29" fmla="*/ 195532 w 362309"/>
                <a:gd name="connsiteY29" fmla="*/ 240676 h 361971"/>
                <a:gd name="connsiteX30" fmla="*/ 188503 w 362309"/>
                <a:gd name="connsiteY30" fmla="*/ 240038 h 361971"/>
                <a:gd name="connsiteX31" fmla="*/ 188503 w 362309"/>
                <a:gd name="connsiteY31" fmla="*/ 259190 h 361971"/>
                <a:gd name="connsiteX32" fmla="*/ 182113 w 362309"/>
                <a:gd name="connsiteY32" fmla="*/ 265574 h 361971"/>
                <a:gd name="connsiteX33" fmla="*/ 175723 w 362309"/>
                <a:gd name="connsiteY33" fmla="*/ 259190 h 361971"/>
                <a:gd name="connsiteX34" fmla="*/ 175723 w 362309"/>
                <a:gd name="connsiteY34" fmla="*/ 240038 h 361971"/>
                <a:gd name="connsiteX35" fmla="*/ 171250 w 362309"/>
                <a:gd name="connsiteY35" fmla="*/ 240038 h 361971"/>
                <a:gd name="connsiteX36" fmla="*/ 164221 w 362309"/>
                <a:gd name="connsiteY36" fmla="*/ 234292 h 361971"/>
                <a:gd name="connsiteX37" fmla="*/ 169972 w 362309"/>
                <a:gd name="connsiteY37" fmla="*/ 227270 h 361971"/>
                <a:gd name="connsiteX38" fmla="*/ 175084 w 362309"/>
                <a:gd name="connsiteY38" fmla="*/ 227270 h 361971"/>
                <a:gd name="connsiteX39" fmla="*/ 175084 w 362309"/>
                <a:gd name="connsiteY39" fmla="*/ 174921 h 361971"/>
                <a:gd name="connsiteX40" fmla="*/ 130994 w 362309"/>
                <a:gd name="connsiteY40" fmla="*/ 118104 h 361971"/>
                <a:gd name="connsiteX41" fmla="*/ 187864 w 362309"/>
                <a:gd name="connsiteY41" fmla="*/ 74054 h 361971"/>
                <a:gd name="connsiteX42" fmla="*/ 231955 w 362309"/>
                <a:gd name="connsiteY42" fmla="*/ 130872 h 361971"/>
                <a:gd name="connsiteX43" fmla="*/ 187864 w 362309"/>
                <a:gd name="connsiteY43" fmla="*/ 174921 h 361971"/>
                <a:gd name="connsiteX44" fmla="*/ 187864 w 362309"/>
                <a:gd name="connsiteY44" fmla="*/ 227270 h 361971"/>
                <a:gd name="connsiteX45" fmla="*/ 196810 w 362309"/>
                <a:gd name="connsiteY45" fmla="*/ 227908 h 361971"/>
                <a:gd name="connsiteX46" fmla="*/ 202561 w 362309"/>
                <a:gd name="connsiteY46" fmla="*/ 234930 h 361971"/>
                <a:gd name="connsiteX47" fmla="*/ 196171 w 362309"/>
                <a:gd name="connsiteY47" fmla="*/ 240676 h 361971"/>
                <a:gd name="connsiteX48" fmla="*/ 196171 w 362309"/>
                <a:gd name="connsiteY48" fmla="*/ 240676 h 361971"/>
                <a:gd name="connsiteX49" fmla="*/ 224287 w 362309"/>
                <a:gd name="connsiteY49" fmla="*/ 280257 h 361971"/>
                <a:gd name="connsiteX50" fmla="*/ 221731 w 362309"/>
                <a:gd name="connsiteY50" fmla="*/ 280895 h 361971"/>
                <a:gd name="connsiteX51" fmla="*/ 215341 w 362309"/>
                <a:gd name="connsiteY51" fmla="*/ 274511 h 361971"/>
                <a:gd name="connsiteX52" fmla="*/ 219175 w 362309"/>
                <a:gd name="connsiteY52" fmla="*/ 268766 h 361971"/>
                <a:gd name="connsiteX53" fmla="*/ 232594 w 362309"/>
                <a:gd name="connsiteY53" fmla="*/ 257913 h 361971"/>
                <a:gd name="connsiteX54" fmla="*/ 228121 w 362309"/>
                <a:gd name="connsiteY54" fmla="*/ 251529 h 361971"/>
                <a:gd name="connsiteX55" fmla="*/ 226204 w 362309"/>
                <a:gd name="connsiteY55" fmla="*/ 242591 h 361971"/>
                <a:gd name="connsiteX56" fmla="*/ 235150 w 362309"/>
                <a:gd name="connsiteY56" fmla="*/ 240676 h 361971"/>
                <a:gd name="connsiteX57" fmla="*/ 235789 w 362309"/>
                <a:gd name="connsiteY57" fmla="*/ 241314 h 361971"/>
                <a:gd name="connsiteX58" fmla="*/ 245374 w 362309"/>
                <a:gd name="connsiteY58" fmla="*/ 257913 h 361971"/>
                <a:gd name="connsiteX59" fmla="*/ 224287 w 362309"/>
                <a:gd name="connsiteY59" fmla="*/ 280257 h 361971"/>
                <a:gd name="connsiteX60" fmla="*/ 224287 w 362309"/>
                <a:gd name="connsiteY60" fmla="*/ 28025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62309" h="361971">
                  <a:moveTo>
                    <a:pt x="180835" y="0"/>
                  </a:moveTo>
                  <a:cubicBezTo>
                    <a:pt x="80513" y="0"/>
                    <a:pt x="0" y="81076"/>
                    <a:pt x="0" y="181305"/>
                  </a:cubicBezTo>
                  <a:cubicBezTo>
                    <a:pt x="0" y="281533"/>
                    <a:pt x="81152" y="361972"/>
                    <a:pt x="181474" y="361972"/>
                  </a:cubicBezTo>
                  <a:cubicBezTo>
                    <a:pt x="281157" y="361972"/>
                    <a:pt x="362310" y="280895"/>
                    <a:pt x="362310" y="180667"/>
                  </a:cubicBezTo>
                  <a:cubicBezTo>
                    <a:pt x="362310" y="80438"/>
                    <a:pt x="281157" y="0"/>
                    <a:pt x="180835" y="0"/>
                  </a:cubicBezTo>
                  <a:cubicBezTo>
                    <a:pt x="180835" y="0"/>
                    <a:pt x="180835" y="0"/>
                    <a:pt x="180835" y="0"/>
                  </a:cubicBezTo>
                  <a:close/>
                  <a:moveTo>
                    <a:pt x="136745" y="248975"/>
                  </a:moveTo>
                  <a:cubicBezTo>
                    <a:pt x="131633" y="251529"/>
                    <a:pt x="129077" y="254721"/>
                    <a:pt x="129077" y="257274"/>
                  </a:cubicBezTo>
                  <a:cubicBezTo>
                    <a:pt x="129077" y="258551"/>
                    <a:pt x="129716" y="259190"/>
                    <a:pt x="130355" y="259828"/>
                  </a:cubicBezTo>
                  <a:cubicBezTo>
                    <a:pt x="132272" y="263020"/>
                    <a:pt x="131633" y="266850"/>
                    <a:pt x="128438" y="268766"/>
                  </a:cubicBezTo>
                  <a:cubicBezTo>
                    <a:pt x="128438" y="268766"/>
                    <a:pt x="128438" y="268766"/>
                    <a:pt x="128438" y="268766"/>
                  </a:cubicBezTo>
                  <a:cubicBezTo>
                    <a:pt x="127160" y="269404"/>
                    <a:pt x="125882" y="270042"/>
                    <a:pt x="124604" y="270042"/>
                  </a:cubicBezTo>
                  <a:cubicBezTo>
                    <a:pt x="122687" y="270042"/>
                    <a:pt x="120770" y="268766"/>
                    <a:pt x="119492" y="267489"/>
                  </a:cubicBezTo>
                  <a:cubicBezTo>
                    <a:pt x="117575" y="264297"/>
                    <a:pt x="116297" y="261105"/>
                    <a:pt x="116297" y="257274"/>
                  </a:cubicBezTo>
                  <a:cubicBezTo>
                    <a:pt x="116297" y="252167"/>
                    <a:pt x="118853" y="244506"/>
                    <a:pt x="130355" y="237484"/>
                  </a:cubicBezTo>
                  <a:cubicBezTo>
                    <a:pt x="133550" y="235569"/>
                    <a:pt x="137384" y="236846"/>
                    <a:pt x="139301" y="240038"/>
                  </a:cubicBezTo>
                  <a:cubicBezTo>
                    <a:pt x="141218" y="243230"/>
                    <a:pt x="139940" y="247060"/>
                    <a:pt x="136745" y="248975"/>
                  </a:cubicBezTo>
                  <a:lnTo>
                    <a:pt x="136745" y="248975"/>
                  </a:lnTo>
                  <a:close/>
                  <a:moveTo>
                    <a:pt x="184669" y="287279"/>
                  </a:moveTo>
                  <a:lnTo>
                    <a:pt x="181474" y="287279"/>
                  </a:lnTo>
                  <a:cubicBezTo>
                    <a:pt x="173806" y="287279"/>
                    <a:pt x="166138" y="286641"/>
                    <a:pt x="158471" y="285364"/>
                  </a:cubicBezTo>
                  <a:cubicBezTo>
                    <a:pt x="154637" y="284725"/>
                    <a:pt x="152720" y="281533"/>
                    <a:pt x="153358" y="277703"/>
                  </a:cubicBezTo>
                  <a:cubicBezTo>
                    <a:pt x="153998" y="273873"/>
                    <a:pt x="157192" y="271958"/>
                    <a:pt x="161027" y="272596"/>
                  </a:cubicBezTo>
                  <a:cubicBezTo>
                    <a:pt x="168055" y="273873"/>
                    <a:pt x="175084" y="274511"/>
                    <a:pt x="182113" y="274511"/>
                  </a:cubicBezTo>
                  <a:lnTo>
                    <a:pt x="185308" y="274511"/>
                  </a:lnTo>
                  <a:cubicBezTo>
                    <a:pt x="189142" y="274511"/>
                    <a:pt x="191698" y="277065"/>
                    <a:pt x="191698" y="280895"/>
                  </a:cubicBezTo>
                  <a:cubicBezTo>
                    <a:pt x="191698" y="284725"/>
                    <a:pt x="187864" y="287279"/>
                    <a:pt x="184669" y="287279"/>
                  </a:cubicBezTo>
                  <a:lnTo>
                    <a:pt x="184669" y="287279"/>
                  </a:lnTo>
                  <a:close/>
                  <a:moveTo>
                    <a:pt x="196171" y="240676"/>
                  </a:moveTo>
                  <a:lnTo>
                    <a:pt x="195532" y="240676"/>
                  </a:lnTo>
                  <a:cubicBezTo>
                    <a:pt x="192976" y="240676"/>
                    <a:pt x="190420" y="240676"/>
                    <a:pt x="188503" y="240038"/>
                  </a:cubicBezTo>
                  <a:lnTo>
                    <a:pt x="188503" y="259190"/>
                  </a:lnTo>
                  <a:cubicBezTo>
                    <a:pt x="188503" y="263020"/>
                    <a:pt x="185947" y="265574"/>
                    <a:pt x="182113" y="265574"/>
                  </a:cubicBezTo>
                  <a:cubicBezTo>
                    <a:pt x="178279" y="265574"/>
                    <a:pt x="175723" y="263020"/>
                    <a:pt x="175723" y="259190"/>
                  </a:cubicBezTo>
                  <a:lnTo>
                    <a:pt x="175723" y="240038"/>
                  </a:lnTo>
                  <a:cubicBezTo>
                    <a:pt x="174445" y="240038"/>
                    <a:pt x="172528" y="240038"/>
                    <a:pt x="171250" y="240038"/>
                  </a:cubicBezTo>
                  <a:cubicBezTo>
                    <a:pt x="167416" y="240038"/>
                    <a:pt x="164861" y="237484"/>
                    <a:pt x="164221" y="234292"/>
                  </a:cubicBezTo>
                  <a:cubicBezTo>
                    <a:pt x="164221" y="230462"/>
                    <a:pt x="166777" y="227908"/>
                    <a:pt x="169972" y="227270"/>
                  </a:cubicBezTo>
                  <a:lnTo>
                    <a:pt x="175084" y="227270"/>
                  </a:lnTo>
                  <a:lnTo>
                    <a:pt x="175084" y="174921"/>
                  </a:lnTo>
                  <a:cubicBezTo>
                    <a:pt x="146969" y="171091"/>
                    <a:pt x="127799" y="146193"/>
                    <a:pt x="130994" y="118104"/>
                  </a:cubicBezTo>
                  <a:cubicBezTo>
                    <a:pt x="134189" y="90014"/>
                    <a:pt x="159748" y="70862"/>
                    <a:pt x="187864" y="74054"/>
                  </a:cubicBezTo>
                  <a:cubicBezTo>
                    <a:pt x="215980" y="77884"/>
                    <a:pt x="235150" y="102782"/>
                    <a:pt x="231955" y="130872"/>
                  </a:cubicBezTo>
                  <a:cubicBezTo>
                    <a:pt x="228760" y="153854"/>
                    <a:pt x="210868" y="171729"/>
                    <a:pt x="187864" y="174921"/>
                  </a:cubicBezTo>
                  <a:lnTo>
                    <a:pt x="187864" y="227270"/>
                  </a:lnTo>
                  <a:cubicBezTo>
                    <a:pt x="191059" y="227270"/>
                    <a:pt x="193615" y="227270"/>
                    <a:pt x="196810" y="227908"/>
                  </a:cubicBezTo>
                  <a:cubicBezTo>
                    <a:pt x="200644" y="227908"/>
                    <a:pt x="203200" y="231100"/>
                    <a:pt x="202561" y="234930"/>
                  </a:cubicBezTo>
                  <a:cubicBezTo>
                    <a:pt x="201922" y="238761"/>
                    <a:pt x="199366" y="240676"/>
                    <a:pt x="196171" y="240676"/>
                  </a:cubicBezTo>
                  <a:lnTo>
                    <a:pt x="196171" y="240676"/>
                  </a:lnTo>
                  <a:close/>
                  <a:moveTo>
                    <a:pt x="224287" y="280257"/>
                  </a:moveTo>
                  <a:cubicBezTo>
                    <a:pt x="223648" y="280257"/>
                    <a:pt x="223009" y="280895"/>
                    <a:pt x="221731" y="280895"/>
                  </a:cubicBezTo>
                  <a:cubicBezTo>
                    <a:pt x="217897" y="280895"/>
                    <a:pt x="215341" y="278341"/>
                    <a:pt x="215341" y="274511"/>
                  </a:cubicBezTo>
                  <a:cubicBezTo>
                    <a:pt x="215341" y="271958"/>
                    <a:pt x="216619" y="269404"/>
                    <a:pt x="219175" y="268766"/>
                  </a:cubicBezTo>
                  <a:cubicBezTo>
                    <a:pt x="226843" y="265574"/>
                    <a:pt x="232594" y="261105"/>
                    <a:pt x="232594" y="257913"/>
                  </a:cubicBezTo>
                  <a:cubicBezTo>
                    <a:pt x="232594" y="254721"/>
                    <a:pt x="230038" y="252806"/>
                    <a:pt x="228121" y="251529"/>
                  </a:cubicBezTo>
                  <a:cubicBezTo>
                    <a:pt x="224926" y="249614"/>
                    <a:pt x="224287" y="245783"/>
                    <a:pt x="226204" y="242591"/>
                  </a:cubicBezTo>
                  <a:cubicBezTo>
                    <a:pt x="228121" y="239399"/>
                    <a:pt x="231955" y="238761"/>
                    <a:pt x="235150" y="240676"/>
                  </a:cubicBezTo>
                  <a:cubicBezTo>
                    <a:pt x="235150" y="240676"/>
                    <a:pt x="235789" y="240676"/>
                    <a:pt x="235789" y="241314"/>
                  </a:cubicBezTo>
                  <a:cubicBezTo>
                    <a:pt x="241540" y="245145"/>
                    <a:pt x="244735" y="250890"/>
                    <a:pt x="245374" y="257913"/>
                  </a:cubicBezTo>
                  <a:cubicBezTo>
                    <a:pt x="245374" y="266212"/>
                    <a:pt x="237706" y="274511"/>
                    <a:pt x="224287" y="280257"/>
                  </a:cubicBezTo>
                  <a:lnTo>
                    <a:pt x="224287" y="280257"/>
                  </a:lnTo>
                  <a:close/>
                </a:path>
              </a:pathLst>
            </a:custGeom>
            <a:solidFill>
              <a:srgbClr val="26890D"/>
            </a:solidFill>
            <a:ln w="6390" cap="flat">
              <a:noFill/>
              <a:prstDash val="solid"/>
              <a:miter/>
            </a:ln>
          </p:spPr>
          <p:txBody>
            <a:bodyPr rtlCol="0" anchor="ctr"/>
            <a:lstStyle/>
            <a:p>
              <a:endParaRPr lang="en-US"/>
            </a:p>
          </p:txBody>
        </p:sp>
      </p:grpSp>
      <p:grpSp>
        <p:nvGrpSpPr>
          <p:cNvPr id="885" name="Graphic 4">
            <a:extLst>
              <a:ext uri="{FF2B5EF4-FFF2-40B4-BE49-F238E27FC236}">
                <a16:creationId xmlns:a16="http://schemas.microsoft.com/office/drawing/2014/main" id="{B1F454B2-7D10-A241-803B-2EA2C132D397}"/>
              </a:ext>
            </a:extLst>
          </p:cNvPr>
          <p:cNvGrpSpPr/>
          <p:nvPr/>
        </p:nvGrpSpPr>
        <p:grpSpPr>
          <a:xfrm>
            <a:off x="2998797" y="3824168"/>
            <a:ext cx="362309" cy="361971"/>
            <a:chOff x="2998797" y="3824168"/>
            <a:chExt cx="362309" cy="361971"/>
          </a:xfrm>
          <a:solidFill>
            <a:srgbClr val="26890D"/>
          </a:solidFill>
        </p:grpSpPr>
        <p:sp>
          <p:nvSpPr>
            <p:cNvPr id="886" name="Graphic 4">
              <a:extLst>
                <a:ext uri="{FF2B5EF4-FFF2-40B4-BE49-F238E27FC236}">
                  <a16:creationId xmlns:a16="http://schemas.microsoft.com/office/drawing/2014/main" id="{9116DDFA-60EE-C547-B5C0-2DA14A2A14FA}"/>
                </a:ext>
              </a:extLst>
            </p:cNvPr>
            <p:cNvSpPr/>
            <p:nvPr/>
          </p:nvSpPr>
          <p:spPr>
            <a:xfrm>
              <a:off x="3176437" y="4093572"/>
              <a:ext cx="6389" cy="6383"/>
            </a:xfrm>
            <a:custGeom>
              <a:avLst/>
              <a:gdLst>
                <a:gd name="connsiteX0" fmla="*/ 6390 w 6389"/>
                <a:gd name="connsiteY0" fmla="*/ 3192 h 6383"/>
                <a:gd name="connsiteX1" fmla="*/ 3195 w 6389"/>
                <a:gd name="connsiteY1" fmla="*/ 6384 h 6383"/>
                <a:gd name="connsiteX2" fmla="*/ 0 w 6389"/>
                <a:gd name="connsiteY2" fmla="*/ 3192 h 6383"/>
                <a:gd name="connsiteX3" fmla="*/ 3195 w 6389"/>
                <a:gd name="connsiteY3" fmla="*/ 0 h 6383"/>
                <a:gd name="connsiteX4" fmla="*/ 6390 w 6389"/>
                <a:gd name="connsiteY4" fmla="*/ 3192 h 6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9" h="6383">
                  <a:moveTo>
                    <a:pt x="6390" y="3192"/>
                  </a:moveTo>
                  <a:cubicBezTo>
                    <a:pt x="6390" y="4955"/>
                    <a:pt x="4960" y="6384"/>
                    <a:pt x="3195" y="6384"/>
                  </a:cubicBezTo>
                  <a:cubicBezTo>
                    <a:pt x="1430" y="6384"/>
                    <a:pt x="0" y="4955"/>
                    <a:pt x="0" y="3192"/>
                  </a:cubicBezTo>
                  <a:cubicBezTo>
                    <a:pt x="0" y="1429"/>
                    <a:pt x="1430" y="0"/>
                    <a:pt x="3195" y="0"/>
                  </a:cubicBezTo>
                  <a:cubicBezTo>
                    <a:pt x="4960" y="0"/>
                    <a:pt x="6390" y="1429"/>
                    <a:pt x="6390" y="3192"/>
                  </a:cubicBezTo>
                  <a:close/>
                </a:path>
              </a:pathLst>
            </a:custGeom>
            <a:solidFill>
              <a:srgbClr val="26890D"/>
            </a:solidFill>
            <a:ln w="6390" cap="flat">
              <a:noFill/>
              <a:prstDash val="solid"/>
              <a:miter/>
            </a:ln>
          </p:spPr>
          <p:txBody>
            <a:bodyPr rtlCol="0" anchor="ctr"/>
            <a:lstStyle/>
            <a:p>
              <a:endParaRPr lang="en-US"/>
            </a:p>
          </p:txBody>
        </p:sp>
        <p:sp>
          <p:nvSpPr>
            <p:cNvPr id="887" name="Graphic 4">
              <a:extLst>
                <a:ext uri="{FF2B5EF4-FFF2-40B4-BE49-F238E27FC236}">
                  <a16:creationId xmlns:a16="http://schemas.microsoft.com/office/drawing/2014/main" id="{EFF579C2-A98B-E84E-9CDF-F5EC170441F6}"/>
                </a:ext>
              </a:extLst>
            </p:cNvPr>
            <p:cNvSpPr/>
            <p:nvPr/>
          </p:nvSpPr>
          <p:spPr>
            <a:xfrm>
              <a:off x="3122762" y="4083357"/>
              <a:ext cx="113740" cy="26812"/>
            </a:xfrm>
            <a:custGeom>
              <a:avLst/>
              <a:gdLst>
                <a:gd name="connsiteX0" fmla="*/ 0 w 113740"/>
                <a:gd name="connsiteY0" fmla="*/ 0 h 26812"/>
                <a:gd name="connsiteX1" fmla="*/ 30672 w 113740"/>
                <a:gd name="connsiteY1" fmla="*/ 26813 h 26812"/>
                <a:gd name="connsiteX2" fmla="*/ 83069 w 113740"/>
                <a:gd name="connsiteY2" fmla="*/ 26813 h 26812"/>
                <a:gd name="connsiteX3" fmla="*/ 113741 w 113740"/>
                <a:gd name="connsiteY3" fmla="*/ 0 h 26812"/>
                <a:gd name="connsiteX4" fmla="*/ 0 w 113740"/>
                <a:gd name="connsiteY4" fmla="*/ 0 h 26812"/>
                <a:gd name="connsiteX5" fmla="*/ 56870 w 113740"/>
                <a:gd name="connsiteY5" fmla="*/ 23621 h 26812"/>
                <a:gd name="connsiteX6" fmla="*/ 47285 w 113740"/>
                <a:gd name="connsiteY6" fmla="*/ 14045 h 26812"/>
                <a:gd name="connsiteX7" fmla="*/ 56870 w 113740"/>
                <a:gd name="connsiteY7" fmla="*/ 4469 h 26812"/>
                <a:gd name="connsiteX8" fmla="*/ 66455 w 113740"/>
                <a:gd name="connsiteY8" fmla="*/ 14045 h 26812"/>
                <a:gd name="connsiteX9" fmla="*/ 56870 w 113740"/>
                <a:gd name="connsiteY9" fmla="*/ 23621 h 26812"/>
                <a:gd name="connsiteX10" fmla="*/ 56870 w 113740"/>
                <a:gd name="connsiteY10" fmla="*/ 23621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3740" h="26812">
                  <a:moveTo>
                    <a:pt x="0" y="0"/>
                  </a:moveTo>
                  <a:cubicBezTo>
                    <a:pt x="1917" y="15322"/>
                    <a:pt x="15336" y="26813"/>
                    <a:pt x="30672" y="26813"/>
                  </a:cubicBezTo>
                  <a:lnTo>
                    <a:pt x="83069" y="26813"/>
                  </a:lnTo>
                  <a:cubicBezTo>
                    <a:pt x="98405" y="26813"/>
                    <a:pt x="111824" y="15322"/>
                    <a:pt x="113741" y="0"/>
                  </a:cubicBezTo>
                  <a:lnTo>
                    <a:pt x="0" y="0"/>
                  </a:lnTo>
                  <a:close/>
                  <a:moveTo>
                    <a:pt x="56870" y="23621"/>
                  </a:moveTo>
                  <a:cubicBezTo>
                    <a:pt x="51758" y="23621"/>
                    <a:pt x="47285" y="19152"/>
                    <a:pt x="47285" y="14045"/>
                  </a:cubicBezTo>
                  <a:cubicBezTo>
                    <a:pt x="47285" y="8938"/>
                    <a:pt x="51758" y="4469"/>
                    <a:pt x="56870" y="4469"/>
                  </a:cubicBezTo>
                  <a:cubicBezTo>
                    <a:pt x="61982" y="4469"/>
                    <a:pt x="66455" y="8938"/>
                    <a:pt x="66455" y="14045"/>
                  </a:cubicBezTo>
                  <a:cubicBezTo>
                    <a:pt x="66455" y="19152"/>
                    <a:pt x="61982" y="22982"/>
                    <a:pt x="56870" y="23621"/>
                  </a:cubicBezTo>
                  <a:lnTo>
                    <a:pt x="56870" y="23621"/>
                  </a:lnTo>
                  <a:close/>
                </a:path>
              </a:pathLst>
            </a:custGeom>
            <a:solidFill>
              <a:srgbClr val="26890D"/>
            </a:solidFill>
            <a:ln w="6390" cap="flat">
              <a:noFill/>
              <a:prstDash val="solid"/>
              <a:miter/>
            </a:ln>
          </p:spPr>
          <p:txBody>
            <a:bodyPr rtlCol="0" anchor="ctr"/>
            <a:lstStyle/>
            <a:p>
              <a:endParaRPr lang="en-US"/>
            </a:p>
          </p:txBody>
        </p:sp>
        <p:sp>
          <p:nvSpPr>
            <p:cNvPr id="888" name="Graphic 4">
              <a:extLst>
                <a:ext uri="{FF2B5EF4-FFF2-40B4-BE49-F238E27FC236}">
                  <a16:creationId xmlns:a16="http://schemas.microsoft.com/office/drawing/2014/main" id="{7340AAE2-454F-D748-A13E-95C590C69197}"/>
                </a:ext>
              </a:extLst>
            </p:cNvPr>
            <p:cNvSpPr/>
            <p:nvPr/>
          </p:nvSpPr>
          <p:spPr>
            <a:xfrm>
              <a:off x="3157267" y="3984405"/>
              <a:ext cx="44729" cy="43411"/>
            </a:xfrm>
            <a:custGeom>
              <a:avLst/>
              <a:gdLst>
                <a:gd name="connsiteX0" fmla="*/ 0 w 44729"/>
                <a:gd name="connsiteY0" fmla="*/ 43411 h 43411"/>
                <a:gd name="connsiteX1" fmla="*/ 21726 w 44729"/>
                <a:gd name="connsiteY1" fmla="*/ 33835 h 43411"/>
                <a:gd name="connsiteX2" fmla="*/ 26838 w 44729"/>
                <a:gd name="connsiteY2" fmla="*/ 33835 h 43411"/>
                <a:gd name="connsiteX3" fmla="*/ 44730 w 44729"/>
                <a:gd name="connsiteY3" fmla="*/ 42134 h 43411"/>
                <a:gd name="connsiteX4" fmla="*/ 22365 w 44729"/>
                <a:gd name="connsiteY4" fmla="*/ 0 h 43411"/>
                <a:gd name="connsiteX5" fmla="*/ 0 w 44729"/>
                <a:gd name="connsiteY5" fmla="*/ 43411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729" h="43411">
                  <a:moveTo>
                    <a:pt x="0" y="43411"/>
                  </a:moveTo>
                  <a:lnTo>
                    <a:pt x="21726" y="33835"/>
                  </a:lnTo>
                  <a:cubicBezTo>
                    <a:pt x="23643" y="33197"/>
                    <a:pt x="25560" y="33197"/>
                    <a:pt x="26838" y="33835"/>
                  </a:cubicBezTo>
                  <a:lnTo>
                    <a:pt x="44730" y="42134"/>
                  </a:lnTo>
                  <a:lnTo>
                    <a:pt x="22365" y="0"/>
                  </a:lnTo>
                  <a:lnTo>
                    <a:pt x="0" y="43411"/>
                  </a:lnTo>
                  <a:close/>
                </a:path>
              </a:pathLst>
            </a:custGeom>
            <a:solidFill>
              <a:srgbClr val="26890D"/>
            </a:solidFill>
            <a:ln w="6390" cap="flat">
              <a:noFill/>
              <a:prstDash val="solid"/>
              <a:miter/>
            </a:ln>
          </p:spPr>
          <p:txBody>
            <a:bodyPr rtlCol="0" anchor="ctr"/>
            <a:lstStyle/>
            <a:p>
              <a:endParaRPr lang="en-US"/>
            </a:p>
          </p:txBody>
        </p:sp>
        <p:sp>
          <p:nvSpPr>
            <p:cNvPr id="889" name="Graphic 4">
              <a:extLst>
                <a:ext uri="{FF2B5EF4-FFF2-40B4-BE49-F238E27FC236}">
                  <a16:creationId xmlns:a16="http://schemas.microsoft.com/office/drawing/2014/main" id="{F127EE02-B2B1-384A-A688-88C0FAD95581}"/>
                </a:ext>
              </a:extLst>
            </p:cNvPr>
            <p:cNvSpPr/>
            <p:nvPr/>
          </p:nvSpPr>
          <p:spPr>
            <a:xfrm>
              <a:off x="2998797" y="3824168"/>
              <a:ext cx="362309" cy="361971"/>
            </a:xfrm>
            <a:custGeom>
              <a:avLst/>
              <a:gdLst>
                <a:gd name="connsiteX0" fmla="*/ 180835 w 362309"/>
                <a:gd name="connsiteY0" fmla="*/ 0 h 361971"/>
                <a:gd name="connsiteX1" fmla="*/ 0 w 362309"/>
                <a:gd name="connsiteY1" fmla="*/ 181305 h 361971"/>
                <a:gd name="connsiteX2" fmla="*/ 181474 w 362309"/>
                <a:gd name="connsiteY2" fmla="*/ 361971 h 361971"/>
                <a:gd name="connsiteX3" fmla="*/ 362310 w 362309"/>
                <a:gd name="connsiteY3" fmla="*/ 181305 h 361971"/>
                <a:gd name="connsiteX4" fmla="*/ 180835 w 362309"/>
                <a:gd name="connsiteY4" fmla="*/ 0 h 361971"/>
                <a:gd name="connsiteX5" fmla="*/ 180835 w 362309"/>
                <a:gd name="connsiteY5" fmla="*/ 0 h 361971"/>
                <a:gd name="connsiteX6" fmla="*/ 251125 w 362309"/>
                <a:gd name="connsiteY6" fmla="*/ 254721 h 361971"/>
                <a:gd name="connsiteX7" fmla="*/ 207034 w 362309"/>
                <a:gd name="connsiteY7" fmla="*/ 298770 h 361971"/>
                <a:gd name="connsiteX8" fmla="*/ 154637 w 362309"/>
                <a:gd name="connsiteY8" fmla="*/ 298770 h 361971"/>
                <a:gd name="connsiteX9" fmla="*/ 110546 w 362309"/>
                <a:gd name="connsiteY9" fmla="*/ 254721 h 361971"/>
                <a:gd name="connsiteX10" fmla="*/ 110546 w 362309"/>
                <a:gd name="connsiteY10" fmla="*/ 107251 h 361971"/>
                <a:gd name="connsiteX11" fmla="*/ 154637 w 362309"/>
                <a:gd name="connsiteY11" fmla="*/ 63201 h 361971"/>
                <a:gd name="connsiteX12" fmla="*/ 207034 w 362309"/>
                <a:gd name="connsiteY12" fmla="*/ 63201 h 361971"/>
                <a:gd name="connsiteX13" fmla="*/ 251125 w 362309"/>
                <a:gd name="connsiteY13" fmla="*/ 107251 h 361971"/>
                <a:gd name="connsiteX14" fmla="*/ 251125 w 362309"/>
                <a:gd name="connsiteY14" fmla="*/ 25472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2309" h="361971">
                  <a:moveTo>
                    <a:pt x="180835" y="0"/>
                  </a:moveTo>
                  <a:cubicBezTo>
                    <a:pt x="80513" y="0"/>
                    <a:pt x="0" y="81076"/>
                    <a:pt x="0" y="181305"/>
                  </a:cubicBezTo>
                  <a:cubicBezTo>
                    <a:pt x="0" y="281533"/>
                    <a:pt x="81152" y="361971"/>
                    <a:pt x="181474" y="361971"/>
                  </a:cubicBezTo>
                  <a:cubicBezTo>
                    <a:pt x="281157" y="361971"/>
                    <a:pt x="362310" y="280895"/>
                    <a:pt x="362310" y="181305"/>
                  </a:cubicBezTo>
                  <a:cubicBezTo>
                    <a:pt x="362310" y="81076"/>
                    <a:pt x="281157" y="0"/>
                    <a:pt x="180835" y="0"/>
                  </a:cubicBezTo>
                  <a:cubicBezTo>
                    <a:pt x="180835" y="0"/>
                    <a:pt x="180835" y="0"/>
                    <a:pt x="180835" y="0"/>
                  </a:cubicBezTo>
                  <a:close/>
                  <a:moveTo>
                    <a:pt x="251125" y="254721"/>
                  </a:moveTo>
                  <a:cubicBezTo>
                    <a:pt x="251125" y="278980"/>
                    <a:pt x="231316" y="298770"/>
                    <a:pt x="207034" y="298770"/>
                  </a:cubicBezTo>
                  <a:lnTo>
                    <a:pt x="154637" y="298770"/>
                  </a:lnTo>
                  <a:cubicBezTo>
                    <a:pt x="130355" y="298770"/>
                    <a:pt x="110546" y="278980"/>
                    <a:pt x="110546" y="254721"/>
                  </a:cubicBezTo>
                  <a:lnTo>
                    <a:pt x="110546" y="107251"/>
                  </a:lnTo>
                  <a:cubicBezTo>
                    <a:pt x="110546" y="82992"/>
                    <a:pt x="130355" y="63201"/>
                    <a:pt x="154637" y="63201"/>
                  </a:cubicBezTo>
                  <a:lnTo>
                    <a:pt x="207034" y="63201"/>
                  </a:lnTo>
                  <a:cubicBezTo>
                    <a:pt x="231316" y="63201"/>
                    <a:pt x="251125" y="82992"/>
                    <a:pt x="251125" y="107251"/>
                  </a:cubicBezTo>
                  <a:lnTo>
                    <a:pt x="251125" y="254721"/>
                  </a:lnTo>
                  <a:close/>
                </a:path>
              </a:pathLst>
            </a:custGeom>
            <a:solidFill>
              <a:srgbClr val="26890D"/>
            </a:solidFill>
            <a:ln w="6390" cap="flat">
              <a:noFill/>
              <a:prstDash val="solid"/>
              <a:miter/>
            </a:ln>
          </p:spPr>
          <p:txBody>
            <a:bodyPr rtlCol="0" anchor="ctr"/>
            <a:lstStyle/>
            <a:p>
              <a:endParaRPr lang="en-US"/>
            </a:p>
          </p:txBody>
        </p:sp>
        <p:sp>
          <p:nvSpPr>
            <p:cNvPr id="890" name="Graphic 4">
              <a:extLst>
                <a:ext uri="{FF2B5EF4-FFF2-40B4-BE49-F238E27FC236}">
                  <a16:creationId xmlns:a16="http://schemas.microsoft.com/office/drawing/2014/main" id="{1F1F53F0-3714-9846-9F45-4C165876EC0F}"/>
                </a:ext>
              </a:extLst>
            </p:cNvPr>
            <p:cNvSpPr/>
            <p:nvPr/>
          </p:nvSpPr>
          <p:spPr>
            <a:xfrm>
              <a:off x="3122123" y="3900137"/>
              <a:ext cx="115018" cy="170452"/>
            </a:xfrm>
            <a:custGeom>
              <a:avLst/>
              <a:gdLst>
                <a:gd name="connsiteX0" fmla="*/ 83708 w 115018"/>
                <a:gd name="connsiteY0" fmla="*/ 0 h 170452"/>
                <a:gd name="connsiteX1" fmla="*/ 31311 w 115018"/>
                <a:gd name="connsiteY1" fmla="*/ 0 h 170452"/>
                <a:gd name="connsiteX2" fmla="*/ 0 w 115018"/>
                <a:gd name="connsiteY2" fmla="*/ 31282 h 170452"/>
                <a:gd name="connsiteX3" fmla="*/ 0 w 115018"/>
                <a:gd name="connsiteY3" fmla="*/ 170452 h 170452"/>
                <a:gd name="connsiteX4" fmla="*/ 115019 w 115018"/>
                <a:gd name="connsiteY4" fmla="*/ 170452 h 170452"/>
                <a:gd name="connsiteX5" fmla="*/ 115019 w 115018"/>
                <a:gd name="connsiteY5" fmla="*/ 31282 h 170452"/>
                <a:gd name="connsiteX6" fmla="*/ 83708 w 115018"/>
                <a:gd name="connsiteY6" fmla="*/ 0 h 170452"/>
                <a:gd name="connsiteX7" fmla="*/ 99044 w 115018"/>
                <a:gd name="connsiteY7" fmla="*/ 145555 h 170452"/>
                <a:gd name="connsiteX8" fmla="*/ 92015 w 115018"/>
                <a:gd name="connsiteY8" fmla="*/ 146832 h 170452"/>
                <a:gd name="connsiteX9" fmla="*/ 59426 w 115018"/>
                <a:gd name="connsiteY9" fmla="*/ 131510 h 170452"/>
                <a:gd name="connsiteX10" fmla="*/ 23643 w 115018"/>
                <a:gd name="connsiteY10" fmla="*/ 146832 h 170452"/>
                <a:gd name="connsiteX11" fmla="*/ 21087 w 115018"/>
                <a:gd name="connsiteY11" fmla="*/ 147470 h 170452"/>
                <a:gd name="connsiteX12" fmla="*/ 16614 w 115018"/>
                <a:gd name="connsiteY12" fmla="*/ 145555 h 170452"/>
                <a:gd name="connsiteX13" fmla="*/ 15975 w 115018"/>
                <a:gd name="connsiteY13" fmla="*/ 138533 h 170452"/>
                <a:gd name="connsiteX14" fmla="*/ 52397 w 115018"/>
                <a:gd name="connsiteY14" fmla="*/ 68947 h 170452"/>
                <a:gd name="connsiteX15" fmla="*/ 61343 w 115018"/>
                <a:gd name="connsiteY15" fmla="*/ 66394 h 170452"/>
                <a:gd name="connsiteX16" fmla="*/ 63899 w 115018"/>
                <a:gd name="connsiteY16" fmla="*/ 68947 h 170452"/>
                <a:gd name="connsiteX17" fmla="*/ 100322 w 115018"/>
                <a:gd name="connsiteY17" fmla="*/ 138533 h 170452"/>
                <a:gd name="connsiteX18" fmla="*/ 99044 w 115018"/>
                <a:gd name="connsiteY18" fmla="*/ 145555 h 17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5018" h="170452">
                  <a:moveTo>
                    <a:pt x="83708" y="0"/>
                  </a:moveTo>
                  <a:lnTo>
                    <a:pt x="31311" y="0"/>
                  </a:lnTo>
                  <a:cubicBezTo>
                    <a:pt x="14058" y="0"/>
                    <a:pt x="0" y="14045"/>
                    <a:pt x="0" y="31282"/>
                  </a:cubicBezTo>
                  <a:lnTo>
                    <a:pt x="0" y="170452"/>
                  </a:lnTo>
                  <a:lnTo>
                    <a:pt x="115019" y="170452"/>
                  </a:lnTo>
                  <a:lnTo>
                    <a:pt x="115019" y="31282"/>
                  </a:lnTo>
                  <a:cubicBezTo>
                    <a:pt x="115019" y="14045"/>
                    <a:pt x="100961" y="0"/>
                    <a:pt x="83708" y="0"/>
                  </a:cubicBezTo>
                  <a:close/>
                  <a:moveTo>
                    <a:pt x="99044" y="145555"/>
                  </a:moveTo>
                  <a:cubicBezTo>
                    <a:pt x="97127" y="147470"/>
                    <a:pt x="93932" y="148108"/>
                    <a:pt x="92015" y="146832"/>
                  </a:cubicBezTo>
                  <a:lnTo>
                    <a:pt x="59426" y="131510"/>
                  </a:lnTo>
                  <a:lnTo>
                    <a:pt x="23643" y="146832"/>
                  </a:lnTo>
                  <a:cubicBezTo>
                    <a:pt x="23004" y="147470"/>
                    <a:pt x="21726" y="147470"/>
                    <a:pt x="21087" y="147470"/>
                  </a:cubicBezTo>
                  <a:cubicBezTo>
                    <a:pt x="19170" y="147470"/>
                    <a:pt x="17892" y="146832"/>
                    <a:pt x="16614" y="145555"/>
                  </a:cubicBezTo>
                  <a:cubicBezTo>
                    <a:pt x="14697" y="143640"/>
                    <a:pt x="14697" y="140448"/>
                    <a:pt x="15975" y="138533"/>
                  </a:cubicBezTo>
                  <a:lnTo>
                    <a:pt x="52397" y="68947"/>
                  </a:lnTo>
                  <a:cubicBezTo>
                    <a:pt x="54314" y="65755"/>
                    <a:pt x="58148" y="64478"/>
                    <a:pt x="61343" y="66394"/>
                  </a:cubicBezTo>
                  <a:cubicBezTo>
                    <a:pt x="62621" y="67032"/>
                    <a:pt x="63260" y="67670"/>
                    <a:pt x="63899" y="68947"/>
                  </a:cubicBezTo>
                  <a:lnTo>
                    <a:pt x="100322" y="138533"/>
                  </a:lnTo>
                  <a:cubicBezTo>
                    <a:pt x="100961" y="140448"/>
                    <a:pt x="100961" y="143001"/>
                    <a:pt x="99044" y="145555"/>
                  </a:cubicBezTo>
                  <a:close/>
                </a:path>
              </a:pathLst>
            </a:custGeom>
            <a:solidFill>
              <a:srgbClr val="26890D"/>
            </a:solidFill>
            <a:ln w="6390" cap="flat">
              <a:noFill/>
              <a:prstDash val="solid"/>
              <a:miter/>
            </a:ln>
          </p:spPr>
          <p:txBody>
            <a:bodyPr rtlCol="0" anchor="ctr"/>
            <a:lstStyle/>
            <a:p>
              <a:endParaRPr lang="en-US"/>
            </a:p>
          </p:txBody>
        </p:sp>
      </p:grpSp>
      <p:grpSp>
        <p:nvGrpSpPr>
          <p:cNvPr id="891" name="Graphic 4">
            <a:extLst>
              <a:ext uri="{FF2B5EF4-FFF2-40B4-BE49-F238E27FC236}">
                <a16:creationId xmlns:a16="http://schemas.microsoft.com/office/drawing/2014/main" id="{DA5A3C0A-A090-D348-B450-52C1C0447B82}"/>
              </a:ext>
            </a:extLst>
          </p:cNvPr>
          <p:cNvGrpSpPr/>
          <p:nvPr/>
        </p:nvGrpSpPr>
        <p:grpSpPr>
          <a:xfrm>
            <a:off x="2998797" y="2371173"/>
            <a:ext cx="362309" cy="361971"/>
            <a:chOff x="2998797" y="2371173"/>
            <a:chExt cx="362309" cy="361971"/>
          </a:xfrm>
          <a:solidFill>
            <a:srgbClr val="26890D"/>
          </a:solidFill>
        </p:grpSpPr>
        <p:sp>
          <p:nvSpPr>
            <p:cNvPr id="892" name="Graphic 4">
              <a:extLst>
                <a:ext uri="{FF2B5EF4-FFF2-40B4-BE49-F238E27FC236}">
                  <a16:creationId xmlns:a16="http://schemas.microsoft.com/office/drawing/2014/main" id="{30366782-856A-6F48-8003-C02696F00713}"/>
                </a:ext>
              </a:extLst>
            </p:cNvPr>
            <p:cNvSpPr/>
            <p:nvPr/>
          </p:nvSpPr>
          <p:spPr>
            <a:xfrm>
              <a:off x="3151517" y="2438843"/>
              <a:ext cx="61343" cy="91929"/>
            </a:xfrm>
            <a:custGeom>
              <a:avLst/>
              <a:gdLst>
                <a:gd name="connsiteX0" fmla="*/ 61343 w 61343"/>
                <a:gd name="connsiteY0" fmla="*/ 30643 h 91929"/>
                <a:gd name="connsiteX1" fmla="*/ 30672 w 61343"/>
                <a:gd name="connsiteY1" fmla="*/ 0 h 91929"/>
                <a:gd name="connsiteX2" fmla="*/ 0 w 61343"/>
                <a:gd name="connsiteY2" fmla="*/ 30643 h 91929"/>
                <a:gd name="connsiteX3" fmla="*/ 30672 w 61343"/>
                <a:gd name="connsiteY3" fmla="*/ 91929 h 91929"/>
                <a:gd name="connsiteX4" fmla="*/ 61343 w 61343"/>
                <a:gd name="connsiteY4" fmla="*/ 30643 h 919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43" h="91929">
                  <a:moveTo>
                    <a:pt x="61343" y="30643"/>
                  </a:moveTo>
                  <a:cubicBezTo>
                    <a:pt x="61343" y="14045"/>
                    <a:pt x="47925" y="0"/>
                    <a:pt x="30672" y="0"/>
                  </a:cubicBezTo>
                  <a:cubicBezTo>
                    <a:pt x="14058" y="0"/>
                    <a:pt x="0" y="13406"/>
                    <a:pt x="0" y="30643"/>
                  </a:cubicBezTo>
                  <a:cubicBezTo>
                    <a:pt x="0" y="42134"/>
                    <a:pt x="17253" y="71501"/>
                    <a:pt x="30672" y="91929"/>
                  </a:cubicBezTo>
                  <a:cubicBezTo>
                    <a:pt x="44091" y="72139"/>
                    <a:pt x="61343" y="42773"/>
                    <a:pt x="61343" y="30643"/>
                  </a:cubicBezTo>
                  <a:close/>
                </a:path>
              </a:pathLst>
            </a:custGeom>
            <a:solidFill>
              <a:srgbClr val="26890D"/>
            </a:solidFill>
            <a:ln w="6390" cap="flat">
              <a:noFill/>
              <a:prstDash val="solid"/>
              <a:miter/>
            </a:ln>
          </p:spPr>
          <p:txBody>
            <a:bodyPr rtlCol="0" anchor="ctr"/>
            <a:lstStyle/>
            <a:p>
              <a:endParaRPr lang="en-US"/>
            </a:p>
          </p:txBody>
        </p:sp>
        <p:sp>
          <p:nvSpPr>
            <p:cNvPr id="893" name="Graphic 4">
              <a:extLst>
                <a:ext uri="{FF2B5EF4-FFF2-40B4-BE49-F238E27FC236}">
                  <a16:creationId xmlns:a16="http://schemas.microsoft.com/office/drawing/2014/main" id="{522777F5-FDBD-EC40-9FE0-65DA67D1CC70}"/>
                </a:ext>
              </a:extLst>
            </p:cNvPr>
            <p:cNvSpPr/>
            <p:nvPr/>
          </p:nvSpPr>
          <p:spPr>
            <a:xfrm>
              <a:off x="2998797" y="237117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1305 h 361971"/>
                <a:gd name="connsiteX4" fmla="*/ 180835 w 362309"/>
                <a:gd name="connsiteY4" fmla="*/ 0 h 361971"/>
                <a:gd name="connsiteX5" fmla="*/ 180835 w 362309"/>
                <a:gd name="connsiteY5" fmla="*/ 0 h 361971"/>
                <a:gd name="connsiteX6" fmla="*/ 183391 w 362309"/>
                <a:gd name="connsiteY6" fmla="*/ 55541 h 361971"/>
                <a:gd name="connsiteX7" fmla="*/ 226843 w 362309"/>
                <a:gd name="connsiteY7" fmla="*/ 98952 h 361971"/>
                <a:gd name="connsiteX8" fmla="*/ 188503 w 362309"/>
                <a:gd name="connsiteY8" fmla="*/ 174921 h 361971"/>
                <a:gd name="connsiteX9" fmla="*/ 179557 w 362309"/>
                <a:gd name="connsiteY9" fmla="*/ 176198 h 361971"/>
                <a:gd name="connsiteX10" fmla="*/ 178279 w 362309"/>
                <a:gd name="connsiteY10" fmla="*/ 174921 h 361971"/>
                <a:gd name="connsiteX11" fmla="*/ 139940 w 362309"/>
                <a:gd name="connsiteY11" fmla="*/ 98952 h 361971"/>
                <a:gd name="connsiteX12" fmla="*/ 183391 w 362309"/>
                <a:gd name="connsiteY12" fmla="*/ 55541 h 361971"/>
                <a:gd name="connsiteX13" fmla="*/ 183391 w 362309"/>
                <a:gd name="connsiteY13" fmla="*/ 55541 h 361971"/>
                <a:gd name="connsiteX14" fmla="*/ 183391 w 362309"/>
                <a:gd name="connsiteY14" fmla="*/ 55541 h 361971"/>
                <a:gd name="connsiteX15" fmla="*/ 183391 w 362309"/>
                <a:gd name="connsiteY15" fmla="*/ 222163 h 361971"/>
                <a:gd name="connsiteX16" fmla="*/ 177001 w 362309"/>
                <a:gd name="connsiteY16" fmla="*/ 215779 h 361971"/>
                <a:gd name="connsiteX17" fmla="*/ 177001 w 362309"/>
                <a:gd name="connsiteY17" fmla="*/ 187051 h 361971"/>
                <a:gd name="connsiteX18" fmla="*/ 183391 w 362309"/>
                <a:gd name="connsiteY18" fmla="*/ 180667 h 361971"/>
                <a:gd name="connsiteX19" fmla="*/ 189781 w 362309"/>
                <a:gd name="connsiteY19" fmla="*/ 187051 h 361971"/>
                <a:gd name="connsiteX20" fmla="*/ 189781 w 362309"/>
                <a:gd name="connsiteY20" fmla="*/ 215779 h 361971"/>
                <a:gd name="connsiteX21" fmla="*/ 183391 w 362309"/>
                <a:gd name="connsiteY21" fmla="*/ 222163 h 361971"/>
                <a:gd name="connsiteX22" fmla="*/ 183391 w 362309"/>
                <a:gd name="connsiteY22" fmla="*/ 222163 h 361971"/>
                <a:gd name="connsiteX23" fmla="*/ 189781 w 362309"/>
                <a:gd name="connsiteY23" fmla="*/ 243230 h 361971"/>
                <a:gd name="connsiteX24" fmla="*/ 189781 w 362309"/>
                <a:gd name="connsiteY24" fmla="*/ 271958 h 361971"/>
                <a:gd name="connsiteX25" fmla="*/ 183391 w 362309"/>
                <a:gd name="connsiteY25" fmla="*/ 278342 h 361971"/>
                <a:gd name="connsiteX26" fmla="*/ 177001 w 362309"/>
                <a:gd name="connsiteY26" fmla="*/ 271958 h 361971"/>
                <a:gd name="connsiteX27" fmla="*/ 177001 w 362309"/>
                <a:gd name="connsiteY27" fmla="*/ 243230 h 361971"/>
                <a:gd name="connsiteX28" fmla="*/ 183391 w 362309"/>
                <a:gd name="connsiteY28" fmla="*/ 236846 h 361971"/>
                <a:gd name="connsiteX29" fmla="*/ 189781 w 362309"/>
                <a:gd name="connsiteY29" fmla="*/ 243230 h 361971"/>
                <a:gd name="connsiteX30" fmla="*/ 279240 w 362309"/>
                <a:gd name="connsiteY30" fmla="*/ 291748 h 361971"/>
                <a:gd name="connsiteX31" fmla="*/ 274128 w 362309"/>
                <a:gd name="connsiteY31" fmla="*/ 294940 h 361971"/>
                <a:gd name="connsiteX32" fmla="*/ 90098 w 362309"/>
                <a:gd name="connsiteY32" fmla="*/ 294940 h 361971"/>
                <a:gd name="connsiteX33" fmla="*/ 84986 w 362309"/>
                <a:gd name="connsiteY33" fmla="*/ 291748 h 361971"/>
                <a:gd name="connsiteX34" fmla="*/ 84347 w 362309"/>
                <a:gd name="connsiteY34" fmla="*/ 286003 h 361971"/>
                <a:gd name="connsiteX35" fmla="*/ 135467 w 362309"/>
                <a:gd name="connsiteY35" fmla="*/ 162153 h 361971"/>
                <a:gd name="connsiteX36" fmla="*/ 141218 w 362309"/>
                <a:gd name="connsiteY36" fmla="*/ 158323 h 361971"/>
                <a:gd name="connsiteX37" fmla="*/ 160387 w 362309"/>
                <a:gd name="connsiteY37" fmla="*/ 158323 h 361971"/>
                <a:gd name="connsiteX38" fmla="*/ 166777 w 362309"/>
                <a:gd name="connsiteY38" fmla="*/ 164707 h 361971"/>
                <a:gd name="connsiteX39" fmla="*/ 160387 w 362309"/>
                <a:gd name="connsiteY39" fmla="*/ 171091 h 361971"/>
                <a:gd name="connsiteX40" fmla="*/ 145052 w 362309"/>
                <a:gd name="connsiteY40" fmla="*/ 171091 h 361971"/>
                <a:gd name="connsiteX41" fmla="*/ 100322 w 362309"/>
                <a:gd name="connsiteY41" fmla="*/ 278342 h 361971"/>
                <a:gd name="connsiteX42" fmla="*/ 103517 w 362309"/>
                <a:gd name="connsiteY42" fmla="*/ 276427 h 361971"/>
                <a:gd name="connsiteX43" fmla="*/ 100322 w 362309"/>
                <a:gd name="connsiteY43" fmla="*/ 278342 h 361971"/>
                <a:gd name="connsiteX44" fmla="*/ 99044 w 362309"/>
                <a:gd name="connsiteY44" fmla="*/ 281534 h 361971"/>
                <a:gd name="connsiteX45" fmla="*/ 263905 w 362309"/>
                <a:gd name="connsiteY45" fmla="*/ 281534 h 361971"/>
                <a:gd name="connsiteX46" fmla="*/ 217897 w 362309"/>
                <a:gd name="connsiteY46" fmla="*/ 170452 h 361971"/>
                <a:gd name="connsiteX47" fmla="*/ 207034 w 362309"/>
                <a:gd name="connsiteY47" fmla="*/ 170452 h 361971"/>
                <a:gd name="connsiteX48" fmla="*/ 200644 w 362309"/>
                <a:gd name="connsiteY48" fmla="*/ 164068 h 361971"/>
                <a:gd name="connsiteX49" fmla="*/ 207034 w 362309"/>
                <a:gd name="connsiteY49" fmla="*/ 157684 h 361971"/>
                <a:gd name="connsiteX50" fmla="*/ 221731 w 362309"/>
                <a:gd name="connsiteY50" fmla="*/ 157684 h 361971"/>
                <a:gd name="connsiteX51" fmla="*/ 227482 w 362309"/>
                <a:gd name="connsiteY51" fmla="*/ 161515 h 361971"/>
                <a:gd name="connsiteX52" fmla="*/ 278602 w 362309"/>
                <a:gd name="connsiteY52" fmla="*/ 285364 h 361971"/>
                <a:gd name="connsiteX53" fmla="*/ 279240 w 362309"/>
                <a:gd name="connsiteY53" fmla="*/ 291748 h 361971"/>
                <a:gd name="connsiteX54" fmla="*/ 279240 w 362309"/>
                <a:gd name="connsiteY54" fmla="*/ 29174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1305"/>
                  </a:cubicBezTo>
                  <a:cubicBezTo>
                    <a:pt x="362310" y="81077"/>
                    <a:pt x="281157" y="0"/>
                    <a:pt x="180835" y="0"/>
                  </a:cubicBezTo>
                  <a:cubicBezTo>
                    <a:pt x="180835" y="0"/>
                    <a:pt x="180835" y="0"/>
                    <a:pt x="180835" y="0"/>
                  </a:cubicBezTo>
                  <a:close/>
                  <a:moveTo>
                    <a:pt x="183391" y="55541"/>
                  </a:moveTo>
                  <a:cubicBezTo>
                    <a:pt x="207034" y="55541"/>
                    <a:pt x="226843" y="74693"/>
                    <a:pt x="226843" y="98952"/>
                  </a:cubicBezTo>
                  <a:cubicBezTo>
                    <a:pt x="226843" y="120657"/>
                    <a:pt x="192976" y="169176"/>
                    <a:pt x="188503" y="174921"/>
                  </a:cubicBezTo>
                  <a:cubicBezTo>
                    <a:pt x="186586" y="178113"/>
                    <a:pt x="182752" y="178752"/>
                    <a:pt x="179557" y="176198"/>
                  </a:cubicBezTo>
                  <a:cubicBezTo>
                    <a:pt x="178918" y="175560"/>
                    <a:pt x="178279" y="175560"/>
                    <a:pt x="178279" y="174921"/>
                  </a:cubicBezTo>
                  <a:cubicBezTo>
                    <a:pt x="174445" y="169176"/>
                    <a:pt x="139940" y="120657"/>
                    <a:pt x="139940" y="98952"/>
                  </a:cubicBezTo>
                  <a:cubicBezTo>
                    <a:pt x="139940" y="74693"/>
                    <a:pt x="159110" y="55541"/>
                    <a:pt x="183391" y="55541"/>
                  </a:cubicBezTo>
                  <a:cubicBezTo>
                    <a:pt x="183391" y="55541"/>
                    <a:pt x="183391" y="55541"/>
                    <a:pt x="183391" y="55541"/>
                  </a:cubicBezTo>
                  <a:lnTo>
                    <a:pt x="183391" y="55541"/>
                  </a:lnTo>
                  <a:close/>
                  <a:moveTo>
                    <a:pt x="183391" y="222163"/>
                  </a:moveTo>
                  <a:cubicBezTo>
                    <a:pt x="179557" y="222163"/>
                    <a:pt x="177001" y="219609"/>
                    <a:pt x="177001" y="215779"/>
                  </a:cubicBezTo>
                  <a:lnTo>
                    <a:pt x="177001" y="187051"/>
                  </a:lnTo>
                  <a:cubicBezTo>
                    <a:pt x="177001" y="183220"/>
                    <a:pt x="179557" y="180667"/>
                    <a:pt x="183391" y="180667"/>
                  </a:cubicBezTo>
                  <a:cubicBezTo>
                    <a:pt x="187225" y="180667"/>
                    <a:pt x="189781" y="183220"/>
                    <a:pt x="189781" y="187051"/>
                  </a:cubicBezTo>
                  <a:lnTo>
                    <a:pt x="189781" y="215779"/>
                  </a:lnTo>
                  <a:cubicBezTo>
                    <a:pt x="189781" y="219609"/>
                    <a:pt x="186586" y="222163"/>
                    <a:pt x="183391" y="222163"/>
                  </a:cubicBezTo>
                  <a:lnTo>
                    <a:pt x="183391" y="222163"/>
                  </a:lnTo>
                  <a:close/>
                  <a:moveTo>
                    <a:pt x="189781" y="243230"/>
                  </a:moveTo>
                  <a:lnTo>
                    <a:pt x="189781" y="271958"/>
                  </a:lnTo>
                  <a:cubicBezTo>
                    <a:pt x="189781" y="275788"/>
                    <a:pt x="187225" y="278342"/>
                    <a:pt x="183391" y="278342"/>
                  </a:cubicBezTo>
                  <a:cubicBezTo>
                    <a:pt x="179557" y="278342"/>
                    <a:pt x="177001" y="275788"/>
                    <a:pt x="177001" y="271958"/>
                  </a:cubicBezTo>
                  <a:lnTo>
                    <a:pt x="177001" y="243230"/>
                  </a:lnTo>
                  <a:cubicBezTo>
                    <a:pt x="177001" y="239399"/>
                    <a:pt x="179557" y="236846"/>
                    <a:pt x="183391" y="236846"/>
                  </a:cubicBezTo>
                  <a:cubicBezTo>
                    <a:pt x="187225" y="236846"/>
                    <a:pt x="189781" y="240038"/>
                    <a:pt x="189781" y="243230"/>
                  </a:cubicBezTo>
                  <a:close/>
                  <a:moveTo>
                    <a:pt x="279240" y="291748"/>
                  </a:moveTo>
                  <a:cubicBezTo>
                    <a:pt x="277962" y="293663"/>
                    <a:pt x="276045" y="294302"/>
                    <a:pt x="274128" y="294940"/>
                  </a:cubicBezTo>
                  <a:lnTo>
                    <a:pt x="90098" y="294940"/>
                  </a:lnTo>
                  <a:cubicBezTo>
                    <a:pt x="88181" y="294940"/>
                    <a:pt x="86264" y="293663"/>
                    <a:pt x="84986" y="291748"/>
                  </a:cubicBezTo>
                  <a:cubicBezTo>
                    <a:pt x="83708" y="289833"/>
                    <a:pt x="83708" y="287918"/>
                    <a:pt x="84347" y="286003"/>
                  </a:cubicBezTo>
                  <a:lnTo>
                    <a:pt x="135467" y="162153"/>
                  </a:lnTo>
                  <a:cubicBezTo>
                    <a:pt x="136745" y="159600"/>
                    <a:pt x="138662" y="158323"/>
                    <a:pt x="141218" y="158323"/>
                  </a:cubicBezTo>
                  <a:lnTo>
                    <a:pt x="160387" y="158323"/>
                  </a:lnTo>
                  <a:cubicBezTo>
                    <a:pt x="164221" y="158323"/>
                    <a:pt x="166777" y="160876"/>
                    <a:pt x="166777" y="164707"/>
                  </a:cubicBezTo>
                  <a:cubicBezTo>
                    <a:pt x="166777" y="168537"/>
                    <a:pt x="164221" y="171091"/>
                    <a:pt x="160387" y="171091"/>
                  </a:cubicBezTo>
                  <a:lnTo>
                    <a:pt x="145052" y="171091"/>
                  </a:lnTo>
                  <a:lnTo>
                    <a:pt x="100322" y="278342"/>
                  </a:lnTo>
                  <a:lnTo>
                    <a:pt x="103517" y="276427"/>
                  </a:lnTo>
                  <a:lnTo>
                    <a:pt x="100322" y="278342"/>
                  </a:lnTo>
                  <a:lnTo>
                    <a:pt x="99044" y="281534"/>
                  </a:lnTo>
                  <a:lnTo>
                    <a:pt x="263905" y="281534"/>
                  </a:lnTo>
                  <a:lnTo>
                    <a:pt x="217897" y="170452"/>
                  </a:lnTo>
                  <a:lnTo>
                    <a:pt x="207034" y="170452"/>
                  </a:lnTo>
                  <a:cubicBezTo>
                    <a:pt x="203200" y="170452"/>
                    <a:pt x="200644" y="167899"/>
                    <a:pt x="200644" y="164068"/>
                  </a:cubicBezTo>
                  <a:cubicBezTo>
                    <a:pt x="200644" y="160238"/>
                    <a:pt x="203200" y="157684"/>
                    <a:pt x="207034" y="157684"/>
                  </a:cubicBezTo>
                  <a:lnTo>
                    <a:pt x="221731" y="157684"/>
                  </a:lnTo>
                  <a:cubicBezTo>
                    <a:pt x="224287" y="157684"/>
                    <a:pt x="226843" y="158961"/>
                    <a:pt x="227482" y="161515"/>
                  </a:cubicBezTo>
                  <a:lnTo>
                    <a:pt x="278602" y="285364"/>
                  </a:lnTo>
                  <a:cubicBezTo>
                    <a:pt x="279879" y="287918"/>
                    <a:pt x="279879" y="290471"/>
                    <a:pt x="279240" y="291748"/>
                  </a:cubicBezTo>
                  <a:lnTo>
                    <a:pt x="279240" y="291748"/>
                  </a:lnTo>
                  <a:close/>
                </a:path>
              </a:pathLst>
            </a:custGeom>
            <a:solidFill>
              <a:srgbClr val="26890D"/>
            </a:solidFill>
            <a:ln w="6390" cap="flat">
              <a:noFill/>
              <a:prstDash val="solid"/>
              <a:miter/>
            </a:ln>
          </p:spPr>
          <p:txBody>
            <a:bodyPr rtlCol="0" anchor="ctr"/>
            <a:lstStyle/>
            <a:p>
              <a:endParaRPr lang="en-US"/>
            </a:p>
          </p:txBody>
        </p:sp>
      </p:grpSp>
      <p:grpSp>
        <p:nvGrpSpPr>
          <p:cNvPr id="894" name="Graphic 4">
            <a:extLst>
              <a:ext uri="{FF2B5EF4-FFF2-40B4-BE49-F238E27FC236}">
                <a16:creationId xmlns:a16="http://schemas.microsoft.com/office/drawing/2014/main" id="{E6A92EAC-0CA7-F043-BE2C-D88821817390}"/>
              </a:ext>
            </a:extLst>
          </p:cNvPr>
          <p:cNvGrpSpPr/>
          <p:nvPr/>
        </p:nvGrpSpPr>
        <p:grpSpPr>
          <a:xfrm>
            <a:off x="6758898" y="2855717"/>
            <a:ext cx="362313" cy="361971"/>
            <a:chOff x="5708130" y="2855717"/>
            <a:chExt cx="362313" cy="361971"/>
          </a:xfrm>
          <a:solidFill>
            <a:srgbClr val="43B02A"/>
          </a:solidFill>
        </p:grpSpPr>
        <p:sp>
          <p:nvSpPr>
            <p:cNvPr id="895" name="Graphic 4">
              <a:extLst>
                <a:ext uri="{FF2B5EF4-FFF2-40B4-BE49-F238E27FC236}">
                  <a16:creationId xmlns:a16="http://schemas.microsoft.com/office/drawing/2014/main" id="{B55F6A36-CE0E-E04C-BE0D-1377E2886B2C}"/>
                </a:ext>
              </a:extLst>
            </p:cNvPr>
            <p:cNvSpPr/>
            <p:nvPr/>
          </p:nvSpPr>
          <p:spPr>
            <a:xfrm>
              <a:off x="5708130" y="285571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49530" y="273234"/>
                    <a:pt x="274767" y="348565"/>
                    <a:pt x="181474" y="349204"/>
                  </a:cubicBezTo>
                  <a:close/>
                </a:path>
              </a:pathLst>
            </a:custGeom>
            <a:solidFill>
              <a:srgbClr val="43B02A"/>
            </a:solidFill>
            <a:ln w="6390" cap="flat">
              <a:noFill/>
              <a:prstDash val="solid"/>
              <a:miter/>
            </a:ln>
          </p:spPr>
          <p:txBody>
            <a:bodyPr rtlCol="0" anchor="ctr"/>
            <a:lstStyle/>
            <a:p>
              <a:endParaRPr lang="en-US"/>
            </a:p>
          </p:txBody>
        </p:sp>
        <p:sp>
          <p:nvSpPr>
            <p:cNvPr id="896" name="Graphic 4">
              <a:extLst>
                <a:ext uri="{FF2B5EF4-FFF2-40B4-BE49-F238E27FC236}">
                  <a16:creationId xmlns:a16="http://schemas.microsoft.com/office/drawing/2014/main" id="{8A986EA0-2FD8-6E4A-B1EC-BFF69BD81A74}"/>
                </a:ext>
              </a:extLst>
            </p:cNvPr>
            <p:cNvSpPr/>
            <p:nvPr/>
          </p:nvSpPr>
          <p:spPr>
            <a:xfrm>
              <a:off x="5780976" y="2947647"/>
              <a:ext cx="219813" cy="176197"/>
            </a:xfrm>
            <a:custGeom>
              <a:avLst/>
              <a:gdLst>
                <a:gd name="connsiteX0" fmla="*/ 188503 w 219813"/>
                <a:gd name="connsiteY0" fmla="*/ 61925 h 176197"/>
                <a:gd name="connsiteX1" fmla="*/ 187225 w 219813"/>
                <a:gd name="connsiteY1" fmla="*/ 56817 h 176197"/>
                <a:gd name="connsiteX2" fmla="*/ 198088 w 219813"/>
                <a:gd name="connsiteY2" fmla="*/ 56817 h 176197"/>
                <a:gd name="connsiteX3" fmla="*/ 204478 w 219813"/>
                <a:gd name="connsiteY3" fmla="*/ 50433 h 176197"/>
                <a:gd name="connsiteX4" fmla="*/ 198088 w 219813"/>
                <a:gd name="connsiteY4" fmla="*/ 44049 h 176197"/>
                <a:gd name="connsiteX5" fmla="*/ 183391 w 219813"/>
                <a:gd name="connsiteY5" fmla="*/ 44049 h 176197"/>
                <a:gd name="connsiteX6" fmla="*/ 175723 w 219813"/>
                <a:gd name="connsiteY6" fmla="*/ 18514 h 176197"/>
                <a:gd name="connsiteX7" fmla="*/ 175084 w 219813"/>
                <a:gd name="connsiteY7" fmla="*/ 17237 h 176197"/>
                <a:gd name="connsiteX8" fmla="*/ 146969 w 219813"/>
                <a:gd name="connsiteY8" fmla="*/ 0 h 176197"/>
                <a:gd name="connsiteX9" fmla="*/ 69650 w 219813"/>
                <a:gd name="connsiteY9" fmla="*/ 0 h 176197"/>
                <a:gd name="connsiteX10" fmla="*/ 43451 w 219813"/>
                <a:gd name="connsiteY10" fmla="*/ 21706 h 176197"/>
                <a:gd name="connsiteX11" fmla="*/ 36423 w 219813"/>
                <a:gd name="connsiteY11" fmla="*/ 43411 h 176197"/>
                <a:gd name="connsiteX12" fmla="*/ 18531 w 219813"/>
                <a:gd name="connsiteY12" fmla="*/ 43411 h 176197"/>
                <a:gd name="connsiteX13" fmla="*/ 12141 w 219813"/>
                <a:gd name="connsiteY13" fmla="*/ 49795 h 176197"/>
                <a:gd name="connsiteX14" fmla="*/ 18531 w 219813"/>
                <a:gd name="connsiteY14" fmla="*/ 56179 h 176197"/>
                <a:gd name="connsiteX15" fmla="*/ 32589 w 219813"/>
                <a:gd name="connsiteY15" fmla="*/ 56179 h 176197"/>
                <a:gd name="connsiteX16" fmla="*/ 31310 w 219813"/>
                <a:gd name="connsiteY16" fmla="*/ 60648 h 176197"/>
                <a:gd name="connsiteX17" fmla="*/ 0 w 219813"/>
                <a:gd name="connsiteY17" fmla="*/ 98313 h 176197"/>
                <a:gd name="connsiteX18" fmla="*/ 0 w 219813"/>
                <a:gd name="connsiteY18" fmla="*/ 98952 h 176197"/>
                <a:gd name="connsiteX19" fmla="*/ 0 w 219813"/>
                <a:gd name="connsiteY19" fmla="*/ 124488 h 176197"/>
                <a:gd name="connsiteX20" fmla="*/ 5751 w 219813"/>
                <a:gd name="connsiteY20" fmla="*/ 135979 h 176197"/>
                <a:gd name="connsiteX21" fmla="*/ 5751 w 219813"/>
                <a:gd name="connsiteY21" fmla="*/ 169814 h 176197"/>
                <a:gd name="connsiteX22" fmla="*/ 12141 w 219813"/>
                <a:gd name="connsiteY22" fmla="*/ 176198 h 176197"/>
                <a:gd name="connsiteX23" fmla="*/ 51119 w 219813"/>
                <a:gd name="connsiteY23" fmla="*/ 176198 h 176197"/>
                <a:gd name="connsiteX24" fmla="*/ 57509 w 219813"/>
                <a:gd name="connsiteY24" fmla="*/ 169814 h 176197"/>
                <a:gd name="connsiteX25" fmla="*/ 57509 w 219813"/>
                <a:gd name="connsiteY25" fmla="*/ 150662 h 176197"/>
                <a:gd name="connsiteX26" fmla="*/ 84986 w 219813"/>
                <a:gd name="connsiteY26" fmla="*/ 153216 h 176197"/>
                <a:gd name="connsiteX27" fmla="*/ 106712 w 219813"/>
                <a:gd name="connsiteY27" fmla="*/ 153854 h 176197"/>
                <a:gd name="connsiteX28" fmla="*/ 161665 w 219813"/>
                <a:gd name="connsiteY28" fmla="*/ 151300 h 176197"/>
                <a:gd name="connsiteX29" fmla="*/ 161665 w 219813"/>
                <a:gd name="connsiteY29" fmla="*/ 169814 h 176197"/>
                <a:gd name="connsiteX30" fmla="*/ 168055 w 219813"/>
                <a:gd name="connsiteY30" fmla="*/ 176198 h 176197"/>
                <a:gd name="connsiteX31" fmla="*/ 207034 w 219813"/>
                <a:gd name="connsiteY31" fmla="*/ 176198 h 176197"/>
                <a:gd name="connsiteX32" fmla="*/ 213424 w 219813"/>
                <a:gd name="connsiteY32" fmla="*/ 169814 h 176197"/>
                <a:gd name="connsiteX33" fmla="*/ 213424 w 219813"/>
                <a:gd name="connsiteY33" fmla="*/ 137256 h 176197"/>
                <a:gd name="connsiteX34" fmla="*/ 219814 w 219813"/>
                <a:gd name="connsiteY34" fmla="*/ 128956 h 176197"/>
                <a:gd name="connsiteX35" fmla="*/ 219814 w 219813"/>
                <a:gd name="connsiteY35" fmla="*/ 127041 h 176197"/>
                <a:gd name="connsiteX36" fmla="*/ 219814 w 219813"/>
                <a:gd name="connsiteY36" fmla="*/ 97036 h 176197"/>
                <a:gd name="connsiteX37" fmla="*/ 219814 w 219813"/>
                <a:gd name="connsiteY37" fmla="*/ 95760 h 176197"/>
                <a:gd name="connsiteX38" fmla="*/ 188503 w 219813"/>
                <a:gd name="connsiteY38" fmla="*/ 61925 h 176197"/>
                <a:gd name="connsiteX39" fmla="*/ 54314 w 219813"/>
                <a:gd name="connsiteY39" fmla="*/ 26174 h 176197"/>
                <a:gd name="connsiteX40" fmla="*/ 68372 w 219813"/>
                <a:gd name="connsiteY40" fmla="*/ 13406 h 176197"/>
                <a:gd name="connsiteX41" fmla="*/ 145690 w 219813"/>
                <a:gd name="connsiteY41" fmla="*/ 13406 h 176197"/>
                <a:gd name="connsiteX42" fmla="*/ 162304 w 219813"/>
                <a:gd name="connsiteY42" fmla="*/ 23621 h 176197"/>
                <a:gd name="connsiteX43" fmla="*/ 174445 w 219813"/>
                <a:gd name="connsiteY43" fmla="*/ 61286 h 176197"/>
                <a:gd name="connsiteX44" fmla="*/ 44090 w 219813"/>
                <a:gd name="connsiteY44" fmla="*/ 61286 h 176197"/>
                <a:gd name="connsiteX45" fmla="*/ 54314 w 219813"/>
                <a:gd name="connsiteY45" fmla="*/ 26174 h 176197"/>
                <a:gd name="connsiteX46" fmla="*/ 43451 w 219813"/>
                <a:gd name="connsiteY46" fmla="*/ 164707 h 176197"/>
                <a:gd name="connsiteX47" fmla="*/ 17253 w 219813"/>
                <a:gd name="connsiteY47" fmla="*/ 164707 h 176197"/>
                <a:gd name="connsiteX48" fmla="*/ 17253 w 219813"/>
                <a:gd name="connsiteY48" fmla="*/ 144278 h 176197"/>
                <a:gd name="connsiteX49" fmla="*/ 17892 w 219813"/>
                <a:gd name="connsiteY49" fmla="*/ 144278 h 176197"/>
                <a:gd name="connsiteX50" fmla="*/ 17892 w 219813"/>
                <a:gd name="connsiteY50" fmla="*/ 144278 h 176197"/>
                <a:gd name="connsiteX51" fmla="*/ 43451 w 219813"/>
                <a:gd name="connsiteY51" fmla="*/ 150024 h 176197"/>
                <a:gd name="connsiteX52" fmla="*/ 43451 w 219813"/>
                <a:gd name="connsiteY52" fmla="*/ 164707 h 176197"/>
                <a:gd name="connsiteX53" fmla="*/ 84347 w 219813"/>
                <a:gd name="connsiteY53" fmla="*/ 141724 h 176197"/>
                <a:gd name="connsiteX54" fmla="*/ 21726 w 219813"/>
                <a:gd name="connsiteY54" fmla="*/ 132148 h 176197"/>
                <a:gd name="connsiteX55" fmla="*/ 11502 w 219813"/>
                <a:gd name="connsiteY55" fmla="*/ 125764 h 176197"/>
                <a:gd name="connsiteX56" fmla="*/ 11502 w 219813"/>
                <a:gd name="connsiteY56" fmla="*/ 100228 h 176197"/>
                <a:gd name="connsiteX57" fmla="*/ 38340 w 219813"/>
                <a:gd name="connsiteY57" fmla="*/ 73416 h 176197"/>
                <a:gd name="connsiteX58" fmla="*/ 177640 w 219813"/>
                <a:gd name="connsiteY58" fmla="*/ 73416 h 176197"/>
                <a:gd name="connsiteX59" fmla="*/ 205756 w 219813"/>
                <a:gd name="connsiteY59" fmla="*/ 99590 h 176197"/>
                <a:gd name="connsiteX60" fmla="*/ 205756 w 219813"/>
                <a:gd name="connsiteY60" fmla="*/ 127680 h 176197"/>
                <a:gd name="connsiteX61" fmla="*/ 187225 w 219813"/>
                <a:gd name="connsiteY61" fmla="*/ 136617 h 176197"/>
                <a:gd name="connsiteX62" fmla="*/ 84347 w 219813"/>
                <a:gd name="connsiteY62" fmla="*/ 141724 h 176197"/>
                <a:gd name="connsiteX63" fmla="*/ 84347 w 219813"/>
                <a:gd name="connsiteY63" fmla="*/ 141724 h 176197"/>
                <a:gd name="connsiteX64" fmla="*/ 199366 w 219813"/>
                <a:gd name="connsiteY64" fmla="*/ 164707 h 176197"/>
                <a:gd name="connsiteX65" fmla="*/ 173167 w 219813"/>
                <a:gd name="connsiteY65" fmla="*/ 164707 h 176197"/>
                <a:gd name="connsiteX66" fmla="*/ 173167 w 219813"/>
                <a:gd name="connsiteY66" fmla="*/ 151300 h 176197"/>
                <a:gd name="connsiteX67" fmla="*/ 191059 w 219813"/>
                <a:gd name="connsiteY67" fmla="*/ 148108 h 176197"/>
                <a:gd name="connsiteX68" fmla="*/ 200005 w 219813"/>
                <a:gd name="connsiteY68" fmla="*/ 145555 h 176197"/>
                <a:gd name="connsiteX69" fmla="*/ 200005 w 219813"/>
                <a:gd name="connsiteY69" fmla="*/ 164707 h 176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19813" h="176197">
                  <a:moveTo>
                    <a:pt x="188503" y="61925"/>
                  </a:moveTo>
                  <a:lnTo>
                    <a:pt x="187225" y="56817"/>
                  </a:lnTo>
                  <a:lnTo>
                    <a:pt x="198088" y="56817"/>
                  </a:lnTo>
                  <a:cubicBezTo>
                    <a:pt x="201922" y="56817"/>
                    <a:pt x="204478" y="54264"/>
                    <a:pt x="204478" y="50433"/>
                  </a:cubicBezTo>
                  <a:cubicBezTo>
                    <a:pt x="204478" y="46603"/>
                    <a:pt x="201922" y="44049"/>
                    <a:pt x="198088" y="44049"/>
                  </a:cubicBezTo>
                  <a:lnTo>
                    <a:pt x="183391" y="44049"/>
                  </a:lnTo>
                  <a:lnTo>
                    <a:pt x="175723" y="18514"/>
                  </a:lnTo>
                  <a:cubicBezTo>
                    <a:pt x="175723" y="17875"/>
                    <a:pt x="175723" y="17875"/>
                    <a:pt x="175084" y="17237"/>
                  </a:cubicBezTo>
                  <a:cubicBezTo>
                    <a:pt x="169333" y="7022"/>
                    <a:pt x="158470" y="0"/>
                    <a:pt x="146969" y="0"/>
                  </a:cubicBezTo>
                  <a:lnTo>
                    <a:pt x="69650" y="0"/>
                  </a:lnTo>
                  <a:cubicBezTo>
                    <a:pt x="50480" y="0"/>
                    <a:pt x="43451" y="21067"/>
                    <a:pt x="43451" y="21706"/>
                  </a:cubicBezTo>
                  <a:lnTo>
                    <a:pt x="36423" y="43411"/>
                  </a:lnTo>
                  <a:lnTo>
                    <a:pt x="18531" y="43411"/>
                  </a:lnTo>
                  <a:cubicBezTo>
                    <a:pt x="14697" y="43411"/>
                    <a:pt x="12141" y="45965"/>
                    <a:pt x="12141" y="49795"/>
                  </a:cubicBezTo>
                  <a:cubicBezTo>
                    <a:pt x="12141" y="53625"/>
                    <a:pt x="14697" y="56179"/>
                    <a:pt x="18531" y="56179"/>
                  </a:cubicBezTo>
                  <a:lnTo>
                    <a:pt x="32589" y="56179"/>
                  </a:lnTo>
                  <a:lnTo>
                    <a:pt x="31310" y="60648"/>
                  </a:lnTo>
                  <a:cubicBezTo>
                    <a:pt x="10224" y="65117"/>
                    <a:pt x="1278" y="86184"/>
                    <a:pt x="0" y="98313"/>
                  </a:cubicBezTo>
                  <a:cubicBezTo>
                    <a:pt x="0" y="98313"/>
                    <a:pt x="0" y="98952"/>
                    <a:pt x="0" y="98952"/>
                  </a:cubicBezTo>
                  <a:lnTo>
                    <a:pt x="0" y="124488"/>
                  </a:lnTo>
                  <a:cubicBezTo>
                    <a:pt x="0" y="128956"/>
                    <a:pt x="2556" y="133425"/>
                    <a:pt x="5751" y="135979"/>
                  </a:cubicBezTo>
                  <a:lnTo>
                    <a:pt x="5751" y="169814"/>
                  </a:lnTo>
                  <a:cubicBezTo>
                    <a:pt x="5751" y="173644"/>
                    <a:pt x="8307" y="176198"/>
                    <a:pt x="12141" y="176198"/>
                  </a:cubicBezTo>
                  <a:lnTo>
                    <a:pt x="51119" y="176198"/>
                  </a:lnTo>
                  <a:cubicBezTo>
                    <a:pt x="54953" y="176198"/>
                    <a:pt x="57509" y="173644"/>
                    <a:pt x="57509" y="169814"/>
                  </a:cubicBezTo>
                  <a:lnTo>
                    <a:pt x="57509" y="150662"/>
                  </a:lnTo>
                  <a:cubicBezTo>
                    <a:pt x="65816" y="151939"/>
                    <a:pt x="75401" y="152577"/>
                    <a:pt x="84986" y="153216"/>
                  </a:cubicBezTo>
                  <a:cubicBezTo>
                    <a:pt x="91376" y="153216"/>
                    <a:pt x="99044" y="153854"/>
                    <a:pt x="106712" y="153854"/>
                  </a:cubicBezTo>
                  <a:cubicBezTo>
                    <a:pt x="124604" y="153854"/>
                    <a:pt x="144412" y="153216"/>
                    <a:pt x="161665" y="151300"/>
                  </a:cubicBezTo>
                  <a:lnTo>
                    <a:pt x="161665" y="169814"/>
                  </a:lnTo>
                  <a:cubicBezTo>
                    <a:pt x="161665" y="173644"/>
                    <a:pt x="164221" y="176198"/>
                    <a:pt x="168055" y="176198"/>
                  </a:cubicBezTo>
                  <a:lnTo>
                    <a:pt x="207034" y="176198"/>
                  </a:lnTo>
                  <a:cubicBezTo>
                    <a:pt x="210868" y="176198"/>
                    <a:pt x="213424" y="173644"/>
                    <a:pt x="213424" y="169814"/>
                  </a:cubicBezTo>
                  <a:lnTo>
                    <a:pt x="213424" y="137256"/>
                  </a:lnTo>
                  <a:cubicBezTo>
                    <a:pt x="216619" y="135340"/>
                    <a:pt x="218536" y="132148"/>
                    <a:pt x="219814" y="128956"/>
                  </a:cubicBezTo>
                  <a:cubicBezTo>
                    <a:pt x="219814" y="128318"/>
                    <a:pt x="219814" y="127680"/>
                    <a:pt x="219814" y="127041"/>
                  </a:cubicBezTo>
                  <a:lnTo>
                    <a:pt x="219814" y="97036"/>
                  </a:lnTo>
                  <a:cubicBezTo>
                    <a:pt x="219814" y="96398"/>
                    <a:pt x="219814" y="96398"/>
                    <a:pt x="219814" y="95760"/>
                  </a:cubicBezTo>
                  <a:cubicBezTo>
                    <a:pt x="215980" y="80438"/>
                    <a:pt x="204478" y="67032"/>
                    <a:pt x="188503" y="61925"/>
                  </a:cubicBezTo>
                  <a:close/>
                  <a:moveTo>
                    <a:pt x="54314" y="26174"/>
                  </a:moveTo>
                  <a:cubicBezTo>
                    <a:pt x="54314" y="26174"/>
                    <a:pt x="58788" y="13406"/>
                    <a:pt x="68372" y="13406"/>
                  </a:cubicBezTo>
                  <a:lnTo>
                    <a:pt x="145690" y="13406"/>
                  </a:lnTo>
                  <a:cubicBezTo>
                    <a:pt x="152719" y="13406"/>
                    <a:pt x="159109" y="17237"/>
                    <a:pt x="162304" y="23621"/>
                  </a:cubicBezTo>
                  <a:lnTo>
                    <a:pt x="174445" y="61286"/>
                  </a:lnTo>
                  <a:lnTo>
                    <a:pt x="44090" y="61286"/>
                  </a:lnTo>
                  <a:lnTo>
                    <a:pt x="54314" y="26174"/>
                  </a:lnTo>
                  <a:close/>
                  <a:moveTo>
                    <a:pt x="43451" y="164707"/>
                  </a:moveTo>
                  <a:lnTo>
                    <a:pt x="17253" y="164707"/>
                  </a:lnTo>
                  <a:lnTo>
                    <a:pt x="17253" y="144278"/>
                  </a:lnTo>
                  <a:lnTo>
                    <a:pt x="17892" y="144278"/>
                  </a:lnTo>
                  <a:lnTo>
                    <a:pt x="17892" y="144278"/>
                  </a:lnTo>
                  <a:cubicBezTo>
                    <a:pt x="18531" y="144278"/>
                    <a:pt x="28755" y="147470"/>
                    <a:pt x="43451" y="150024"/>
                  </a:cubicBezTo>
                  <a:lnTo>
                    <a:pt x="43451" y="164707"/>
                  </a:lnTo>
                  <a:close/>
                  <a:moveTo>
                    <a:pt x="84347" y="141724"/>
                  </a:moveTo>
                  <a:cubicBezTo>
                    <a:pt x="63260" y="140448"/>
                    <a:pt x="42173" y="137256"/>
                    <a:pt x="21726" y="132148"/>
                  </a:cubicBezTo>
                  <a:cubicBezTo>
                    <a:pt x="16614" y="130233"/>
                    <a:pt x="11502" y="127041"/>
                    <a:pt x="11502" y="125764"/>
                  </a:cubicBezTo>
                  <a:lnTo>
                    <a:pt x="11502" y="100228"/>
                  </a:lnTo>
                  <a:cubicBezTo>
                    <a:pt x="12141" y="97036"/>
                    <a:pt x="16614" y="73416"/>
                    <a:pt x="38340" y="73416"/>
                  </a:cubicBezTo>
                  <a:lnTo>
                    <a:pt x="177640" y="73416"/>
                  </a:lnTo>
                  <a:cubicBezTo>
                    <a:pt x="191698" y="74054"/>
                    <a:pt x="203839" y="85545"/>
                    <a:pt x="205756" y="99590"/>
                  </a:cubicBezTo>
                  <a:lnTo>
                    <a:pt x="205756" y="127680"/>
                  </a:lnTo>
                  <a:cubicBezTo>
                    <a:pt x="200644" y="132787"/>
                    <a:pt x="194254" y="135340"/>
                    <a:pt x="187225" y="136617"/>
                  </a:cubicBezTo>
                  <a:cubicBezTo>
                    <a:pt x="168055" y="140448"/>
                    <a:pt x="120131" y="143001"/>
                    <a:pt x="84347" y="141724"/>
                  </a:cubicBezTo>
                  <a:lnTo>
                    <a:pt x="84347" y="141724"/>
                  </a:lnTo>
                  <a:close/>
                  <a:moveTo>
                    <a:pt x="199366" y="164707"/>
                  </a:moveTo>
                  <a:lnTo>
                    <a:pt x="173167" y="164707"/>
                  </a:lnTo>
                  <a:lnTo>
                    <a:pt x="173167" y="151300"/>
                  </a:lnTo>
                  <a:cubicBezTo>
                    <a:pt x="178918" y="150662"/>
                    <a:pt x="184669" y="149385"/>
                    <a:pt x="191059" y="148108"/>
                  </a:cubicBezTo>
                  <a:cubicBezTo>
                    <a:pt x="194254" y="147470"/>
                    <a:pt x="196810" y="146832"/>
                    <a:pt x="200005" y="145555"/>
                  </a:cubicBezTo>
                  <a:lnTo>
                    <a:pt x="200005" y="164707"/>
                  </a:lnTo>
                  <a:close/>
                </a:path>
              </a:pathLst>
            </a:custGeom>
            <a:solidFill>
              <a:srgbClr val="43B02A"/>
            </a:solidFill>
            <a:ln w="6390" cap="flat">
              <a:noFill/>
              <a:prstDash val="solid"/>
              <a:miter/>
            </a:ln>
          </p:spPr>
          <p:txBody>
            <a:bodyPr rtlCol="0" anchor="ctr"/>
            <a:lstStyle/>
            <a:p>
              <a:endParaRPr lang="en-US"/>
            </a:p>
          </p:txBody>
        </p:sp>
        <p:sp>
          <p:nvSpPr>
            <p:cNvPr id="897" name="Graphic 4">
              <a:extLst>
                <a:ext uri="{FF2B5EF4-FFF2-40B4-BE49-F238E27FC236}">
                  <a16:creationId xmlns:a16="http://schemas.microsoft.com/office/drawing/2014/main" id="{4773A7A5-7FDE-8847-AB0E-64B2D28142C0}"/>
                </a:ext>
              </a:extLst>
            </p:cNvPr>
            <p:cNvSpPr/>
            <p:nvPr/>
          </p:nvSpPr>
          <p:spPr>
            <a:xfrm>
              <a:off x="5886410" y="3033831"/>
              <a:ext cx="43451" cy="42772"/>
            </a:xfrm>
            <a:custGeom>
              <a:avLst/>
              <a:gdLst>
                <a:gd name="connsiteX0" fmla="*/ 37062 w 43451"/>
                <a:gd name="connsiteY0" fmla="*/ 14683 h 42772"/>
                <a:gd name="connsiteX1" fmla="*/ 28115 w 43451"/>
                <a:gd name="connsiteY1" fmla="*/ 14683 h 42772"/>
                <a:gd name="connsiteX2" fmla="*/ 28115 w 43451"/>
                <a:gd name="connsiteY2" fmla="*/ 6384 h 42772"/>
                <a:gd name="connsiteX3" fmla="*/ 21726 w 43451"/>
                <a:gd name="connsiteY3" fmla="*/ 0 h 42772"/>
                <a:gd name="connsiteX4" fmla="*/ 15336 w 43451"/>
                <a:gd name="connsiteY4" fmla="*/ 6384 h 42772"/>
                <a:gd name="connsiteX5" fmla="*/ 15336 w 43451"/>
                <a:gd name="connsiteY5" fmla="*/ 14683 h 42772"/>
                <a:gd name="connsiteX6" fmla="*/ 6390 w 43451"/>
                <a:gd name="connsiteY6" fmla="*/ 14683 h 42772"/>
                <a:gd name="connsiteX7" fmla="*/ 0 w 43451"/>
                <a:gd name="connsiteY7" fmla="*/ 21067 h 42772"/>
                <a:gd name="connsiteX8" fmla="*/ 6390 w 43451"/>
                <a:gd name="connsiteY8" fmla="*/ 27451 h 42772"/>
                <a:gd name="connsiteX9" fmla="*/ 15336 w 43451"/>
                <a:gd name="connsiteY9" fmla="*/ 27451 h 42772"/>
                <a:gd name="connsiteX10" fmla="*/ 15336 w 43451"/>
                <a:gd name="connsiteY10" fmla="*/ 36389 h 42772"/>
                <a:gd name="connsiteX11" fmla="*/ 21726 w 43451"/>
                <a:gd name="connsiteY11" fmla="*/ 42773 h 42772"/>
                <a:gd name="connsiteX12" fmla="*/ 28115 w 43451"/>
                <a:gd name="connsiteY12" fmla="*/ 36389 h 42772"/>
                <a:gd name="connsiteX13" fmla="*/ 28115 w 43451"/>
                <a:gd name="connsiteY13" fmla="*/ 27451 h 42772"/>
                <a:gd name="connsiteX14" fmla="*/ 37062 w 43451"/>
                <a:gd name="connsiteY14" fmla="*/ 27451 h 42772"/>
                <a:gd name="connsiteX15" fmla="*/ 43451 w 43451"/>
                <a:gd name="connsiteY15" fmla="*/ 21067 h 42772"/>
                <a:gd name="connsiteX16" fmla="*/ 37062 w 43451"/>
                <a:gd name="connsiteY16" fmla="*/ 14683 h 42772"/>
                <a:gd name="connsiteX17" fmla="*/ 37062 w 43451"/>
                <a:gd name="connsiteY17" fmla="*/ 14683 h 4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51" h="42772">
                  <a:moveTo>
                    <a:pt x="37062" y="14683"/>
                  </a:moveTo>
                  <a:lnTo>
                    <a:pt x="28115" y="14683"/>
                  </a:lnTo>
                  <a:lnTo>
                    <a:pt x="28115" y="6384"/>
                  </a:lnTo>
                  <a:cubicBezTo>
                    <a:pt x="28115" y="2554"/>
                    <a:pt x="25560" y="0"/>
                    <a:pt x="21726" y="0"/>
                  </a:cubicBezTo>
                  <a:cubicBezTo>
                    <a:pt x="17892" y="0"/>
                    <a:pt x="15336" y="2554"/>
                    <a:pt x="15336" y="6384"/>
                  </a:cubicBezTo>
                  <a:lnTo>
                    <a:pt x="15336" y="14683"/>
                  </a:lnTo>
                  <a:lnTo>
                    <a:pt x="6390" y="14683"/>
                  </a:lnTo>
                  <a:cubicBezTo>
                    <a:pt x="2556" y="14683"/>
                    <a:pt x="0" y="17237"/>
                    <a:pt x="0" y="21067"/>
                  </a:cubicBezTo>
                  <a:cubicBezTo>
                    <a:pt x="0" y="24897"/>
                    <a:pt x="2556" y="27451"/>
                    <a:pt x="6390" y="27451"/>
                  </a:cubicBezTo>
                  <a:lnTo>
                    <a:pt x="15336" y="27451"/>
                  </a:lnTo>
                  <a:lnTo>
                    <a:pt x="15336" y="36389"/>
                  </a:lnTo>
                  <a:cubicBezTo>
                    <a:pt x="15336" y="40219"/>
                    <a:pt x="17892" y="42773"/>
                    <a:pt x="21726" y="42773"/>
                  </a:cubicBezTo>
                  <a:cubicBezTo>
                    <a:pt x="25560" y="42773"/>
                    <a:pt x="28115" y="40219"/>
                    <a:pt x="28115" y="36389"/>
                  </a:cubicBezTo>
                  <a:lnTo>
                    <a:pt x="28115" y="27451"/>
                  </a:lnTo>
                  <a:lnTo>
                    <a:pt x="37062" y="27451"/>
                  </a:lnTo>
                  <a:cubicBezTo>
                    <a:pt x="40895" y="27451"/>
                    <a:pt x="43451" y="24897"/>
                    <a:pt x="43451" y="21067"/>
                  </a:cubicBezTo>
                  <a:cubicBezTo>
                    <a:pt x="43451" y="17237"/>
                    <a:pt x="40895" y="14683"/>
                    <a:pt x="37062" y="14683"/>
                  </a:cubicBezTo>
                  <a:lnTo>
                    <a:pt x="37062" y="14683"/>
                  </a:lnTo>
                  <a:close/>
                </a:path>
              </a:pathLst>
            </a:custGeom>
            <a:solidFill>
              <a:srgbClr val="43B02A"/>
            </a:solidFill>
            <a:ln w="6390" cap="flat">
              <a:noFill/>
              <a:prstDash val="solid"/>
              <a:miter/>
            </a:ln>
          </p:spPr>
          <p:txBody>
            <a:bodyPr rtlCol="0" anchor="ctr"/>
            <a:lstStyle/>
            <a:p>
              <a:endParaRPr lang="en-US"/>
            </a:p>
          </p:txBody>
        </p:sp>
        <p:sp>
          <p:nvSpPr>
            <p:cNvPr id="898" name="Graphic 4">
              <a:extLst>
                <a:ext uri="{FF2B5EF4-FFF2-40B4-BE49-F238E27FC236}">
                  <a16:creationId xmlns:a16="http://schemas.microsoft.com/office/drawing/2014/main" id="{C3DE748C-7113-1F42-A9DE-35CEE5022DBD}"/>
                </a:ext>
              </a:extLst>
            </p:cNvPr>
            <p:cNvSpPr/>
            <p:nvPr/>
          </p:nvSpPr>
          <p:spPr>
            <a:xfrm>
              <a:off x="5843597" y="3025404"/>
              <a:ext cx="41534" cy="58221"/>
            </a:xfrm>
            <a:custGeom>
              <a:avLst/>
              <a:gdLst>
                <a:gd name="connsiteX0" fmla="*/ 35145 w 41534"/>
                <a:gd name="connsiteY0" fmla="*/ 44177 h 58221"/>
                <a:gd name="connsiteX1" fmla="*/ 19809 w 41534"/>
                <a:gd name="connsiteY1" fmla="*/ 44177 h 58221"/>
                <a:gd name="connsiteX2" fmla="*/ 28116 w 41534"/>
                <a:gd name="connsiteY2" fmla="*/ 36516 h 58221"/>
                <a:gd name="connsiteX3" fmla="*/ 38340 w 41534"/>
                <a:gd name="connsiteY3" fmla="*/ 14172 h 58221"/>
                <a:gd name="connsiteX4" fmla="*/ 29394 w 41534"/>
                <a:gd name="connsiteY4" fmla="*/ 2043 h 58221"/>
                <a:gd name="connsiteX5" fmla="*/ 3834 w 41534"/>
                <a:gd name="connsiteY5" fmla="*/ 8427 h 58221"/>
                <a:gd name="connsiteX6" fmla="*/ 5112 w 41534"/>
                <a:gd name="connsiteY6" fmla="*/ 17364 h 58221"/>
                <a:gd name="connsiteX7" fmla="*/ 14058 w 41534"/>
                <a:gd name="connsiteY7" fmla="*/ 16726 h 58221"/>
                <a:gd name="connsiteX8" fmla="*/ 23643 w 41534"/>
                <a:gd name="connsiteY8" fmla="*/ 13534 h 58221"/>
                <a:gd name="connsiteX9" fmla="*/ 25560 w 41534"/>
                <a:gd name="connsiteY9" fmla="*/ 16087 h 58221"/>
                <a:gd name="connsiteX10" fmla="*/ 19170 w 41534"/>
                <a:gd name="connsiteY10" fmla="*/ 27579 h 58221"/>
                <a:gd name="connsiteX11" fmla="*/ 1917 w 41534"/>
                <a:gd name="connsiteY11" fmla="*/ 43538 h 58221"/>
                <a:gd name="connsiteX12" fmla="*/ 0 w 41534"/>
                <a:gd name="connsiteY12" fmla="*/ 48646 h 58221"/>
                <a:gd name="connsiteX13" fmla="*/ 0 w 41534"/>
                <a:gd name="connsiteY13" fmla="*/ 51838 h 58221"/>
                <a:gd name="connsiteX14" fmla="*/ 6390 w 41534"/>
                <a:gd name="connsiteY14" fmla="*/ 58222 h 58221"/>
                <a:gd name="connsiteX15" fmla="*/ 35145 w 41534"/>
                <a:gd name="connsiteY15" fmla="*/ 58222 h 58221"/>
                <a:gd name="connsiteX16" fmla="*/ 41535 w 41534"/>
                <a:gd name="connsiteY16" fmla="*/ 51838 h 58221"/>
                <a:gd name="connsiteX17" fmla="*/ 35145 w 41534"/>
                <a:gd name="connsiteY17" fmla="*/ 44177 h 58221"/>
                <a:gd name="connsiteX18" fmla="*/ 35145 w 41534"/>
                <a:gd name="connsiteY18" fmla="*/ 44177 h 58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1534" h="58221">
                  <a:moveTo>
                    <a:pt x="35145" y="44177"/>
                  </a:moveTo>
                  <a:lnTo>
                    <a:pt x="19809" y="44177"/>
                  </a:lnTo>
                  <a:lnTo>
                    <a:pt x="28116" y="36516"/>
                  </a:lnTo>
                  <a:cubicBezTo>
                    <a:pt x="35145" y="31409"/>
                    <a:pt x="38978" y="23110"/>
                    <a:pt x="38340" y="14172"/>
                  </a:cubicBezTo>
                  <a:cubicBezTo>
                    <a:pt x="37701" y="9065"/>
                    <a:pt x="34506" y="4596"/>
                    <a:pt x="29394" y="2043"/>
                  </a:cubicBezTo>
                  <a:cubicBezTo>
                    <a:pt x="20448" y="-2426"/>
                    <a:pt x="9585" y="766"/>
                    <a:pt x="3834" y="8427"/>
                  </a:cubicBezTo>
                  <a:cubicBezTo>
                    <a:pt x="1917" y="10980"/>
                    <a:pt x="1917" y="15449"/>
                    <a:pt x="5112" y="17364"/>
                  </a:cubicBezTo>
                  <a:cubicBezTo>
                    <a:pt x="7668" y="19279"/>
                    <a:pt x="12141" y="19279"/>
                    <a:pt x="14058" y="16726"/>
                  </a:cubicBezTo>
                  <a:cubicBezTo>
                    <a:pt x="14697" y="16087"/>
                    <a:pt x="19170" y="10980"/>
                    <a:pt x="23643" y="13534"/>
                  </a:cubicBezTo>
                  <a:cubicBezTo>
                    <a:pt x="25560" y="14811"/>
                    <a:pt x="25560" y="15449"/>
                    <a:pt x="25560" y="16087"/>
                  </a:cubicBezTo>
                  <a:cubicBezTo>
                    <a:pt x="25560" y="18003"/>
                    <a:pt x="24282" y="22471"/>
                    <a:pt x="19170" y="27579"/>
                  </a:cubicBezTo>
                  <a:cubicBezTo>
                    <a:pt x="10863" y="35878"/>
                    <a:pt x="1917" y="43538"/>
                    <a:pt x="1917" y="43538"/>
                  </a:cubicBezTo>
                  <a:cubicBezTo>
                    <a:pt x="639" y="44815"/>
                    <a:pt x="0" y="46730"/>
                    <a:pt x="0" y="48646"/>
                  </a:cubicBezTo>
                  <a:lnTo>
                    <a:pt x="0" y="51838"/>
                  </a:lnTo>
                  <a:cubicBezTo>
                    <a:pt x="0" y="55668"/>
                    <a:pt x="2556" y="58222"/>
                    <a:pt x="6390" y="58222"/>
                  </a:cubicBezTo>
                  <a:lnTo>
                    <a:pt x="35145" y="58222"/>
                  </a:lnTo>
                  <a:cubicBezTo>
                    <a:pt x="38978" y="58222"/>
                    <a:pt x="41535" y="55668"/>
                    <a:pt x="41535" y="51838"/>
                  </a:cubicBezTo>
                  <a:cubicBezTo>
                    <a:pt x="41535" y="48007"/>
                    <a:pt x="38978" y="44815"/>
                    <a:pt x="35145" y="44177"/>
                  </a:cubicBezTo>
                  <a:lnTo>
                    <a:pt x="35145" y="44177"/>
                  </a:lnTo>
                  <a:close/>
                </a:path>
              </a:pathLst>
            </a:custGeom>
            <a:solidFill>
              <a:srgbClr val="43B02A"/>
            </a:solidFill>
            <a:ln w="6390" cap="flat">
              <a:noFill/>
              <a:prstDash val="solid"/>
              <a:miter/>
            </a:ln>
          </p:spPr>
          <p:txBody>
            <a:bodyPr rtlCol="0" anchor="ctr"/>
            <a:lstStyle/>
            <a:p>
              <a:endParaRPr lang="en-US"/>
            </a:p>
          </p:txBody>
        </p:sp>
      </p:grpSp>
      <p:grpSp>
        <p:nvGrpSpPr>
          <p:cNvPr id="899" name="Graphic 4">
            <a:extLst>
              <a:ext uri="{FF2B5EF4-FFF2-40B4-BE49-F238E27FC236}">
                <a16:creationId xmlns:a16="http://schemas.microsoft.com/office/drawing/2014/main" id="{61A64D26-72E6-E34E-A865-1D86A06471E0}"/>
              </a:ext>
            </a:extLst>
          </p:cNvPr>
          <p:cNvGrpSpPr/>
          <p:nvPr/>
        </p:nvGrpSpPr>
        <p:grpSpPr>
          <a:xfrm>
            <a:off x="7805570" y="3824168"/>
            <a:ext cx="361670" cy="361971"/>
            <a:chOff x="6754802" y="3824168"/>
            <a:chExt cx="361670" cy="361971"/>
          </a:xfrm>
          <a:solidFill>
            <a:srgbClr val="43B02A"/>
          </a:solidFill>
        </p:grpSpPr>
        <p:sp>
          <p:nvSpPr>
            <p:cNvPr id="900" name="Graphic 4">
              <a:extLst>
                <a:ext uri="{FF2B5EF4-FFF2-40B4-BE49-F238E27FC236}">
                  <a16:creationId xmlns:a16="http://schemas.microsoft.com/office/drawing/2014/main" id="{FE36431C-1C76-8842-BCDB-C8BAF1A3F18B}"/>
                </a:ext>
              </a:extLst>
            </p:cNvPr>
            <p:cNvSpPr/>
            <p:nvPr/>
          </p:nvSpPr>
          <p:spPr>
            <a:xfrm>
              <a:off x="6754802" y="3824168"/>
              <a:ext cx="361670" cy="361971"/>
            </a:xfrm>
            <a:custGeom>
              <a:avLst/>
              <a:gdLst>
                <a:gd name="connsiteX0" fmla="*/ 180836 w 361670"/>
                <a:gd name="connsiteY0" fmla="*/ 0 h 361971"/>
                <a:gd name="connsiteX1" fmla="*/ 0 w 361670"/>
                <a:gd name="connsiteY1" fmla="*/ 180667 h 361971"/>
                <a:gd name="connsiteX2" fmla="*/ 180836 w 361670"/>
                <a:gd name="connsiteY2" fmla="*/ 361971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349204 h 361971"/>
                <a:gd name="connsiteX7" fmla="*/ 12780 w 361670"/>
                <a:gd name="connsiteY7" fmla="*/ 181305 h 361971"/>
                <a:gd name="connsiteX8" fmla="*/ 180836 w 361670"/>
                <a:gd name="connsiteY8" fmla="*/ 12768 h 361971"/>
                <a:gd name="connsiteX9" fmla="*/ 348890 w 361670"/>
                <a:gd name="connsiteY9" fmla="*/ 180667 h 361971"/>
                <a:gd name="connsiteX10" fmla="*/ 348890 w 361670"/>
                <a:gd name="connsiteY10" fmla="*/ 180667 h 361971"/>
                <a:gd name="connsiteX11" fmla="*/ 180836 w 361670"/>
                <a:gd name="connsiteY11" fmla="*/ 349204 h 361971"/>
                <a:gd name="connsiteX12" fmla="*/ 180836 w 361670"/>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6" y="0"/>
                  </a:moveTo>
                  <a:cubicBezTo>
                    <a:pt x="80513" y="0"/>
                    <a:pt x="0" y="81076"/>
                    <a:pt x="0" y="180667"/>
                  </a:cubicBezTo>
                  <a:cubicBezTo>
                    <a:pt x="0" y="280895"/>
                    <a:pt x="81153" y="361971"/>
                    <a:pt x="180836" y="361971"/>
                  </a:cubicBezTo>
                  <a:cubicBezTo>
                    <a:pt x="281157" y="361971"/>
                    <a:pt x="361670" y="280895"/>
                    <a:pt x="361670" y="181305"/>
                  </a:cubicBezTo>
                  <a:lnTo>
                    <a:pt x="361670" y="181305"/>
                  </a:lnTo>
                  <a:cubicBezTo>
                    <a:pt x="361670" y="81076"/>
                    <a:pt x="280518"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lnTo>
                    <a:pt x="348890" y="180667"/>
                  </a:lnTo>
                  <a:cubicBezTo>
                    <a:pt x="348890" y="273873"/>
                    <a:pt x="273490" y="349204"/>
                    <a:pt x="180836" y="349204"/>
                  </a:cubicBezTo>
                  <a:lnTo>
                    <a:pt x="180836" y="349204"/>
                  </a:lnTo>
                  <a:close/>
                </a:path>
              </a:pathLst>
            </a:custGeom>
            <a:solidFill>
              <a:srgbClr val="43B02A"/>
            </a:solidFill>
            <a:ln w="6390" cap="flat">
              <a:noFill/>
              <a:prstDash val="solid"/>
              <a:miter/>
            </a:ln>
          </p:spPr>
          <p:txBody>
            <a:bodyPr rtlCol="0" anchor="ctr"/>
            <a:lstStyle/>
            <a:p>
              <a:endParaRPr lang="en-US"/>
            </a:p>
          </p:txBody>
        </p:sp>
        <p:sp>
          <p:nvSpPr>
            <p:cNvPr id="901" name="Graphic 4">
              <a:extLst>
                <a:ext uri="{FF2B5EF4-FFF2-40B4-BE49-F238E27FC236}">
                  <a16:creationId xmlns:a16="http://schemas.microsoft.com/office/drawing/2014/main" id="{30F14749-FF54-7542-9DE7-9A412F44F96C}"/>
                </a:ext>
              </a:extLst>
            </p:cNvPr>
            <p:cNvSpPr/>
            <p:nvPr/>
          </p:nvSpPr>
          <p:spPr>
            <a:xfrm>
              <a:off x="6825091" y="3919927"/>
              <a:ext cx="221091" cy="172163"/>
            </a:xfrm>
            <a:custGeom>
              <a:avLst/>
              <a:gdLst>
                <a:gd name="connsiteX0" fmla="*/ 159748 w 221091"/>
                <a:gd name="connsiteY0" fmla="*/ 0 h 172163"/>
                <a:gd name="connsiteX1" fmla="*/ 6390 w 221091"/>
                <a:gd name="connsiteY1" fmla="*/ 0 h 172163"/>
                <a:gd name="connsiteX2" fmla="*/ 0 w 221091"/>
                <a:gd name="connsiteY2" fmla="*/ 6384 h 172163"/>
                <a:gd name="connsiteX3" fmla="*/ 0 w 221091"/>
                <a:gd name="connsiteY3" fmla="*/ 144916 h 172163"/>
                <a:gd name="connsiteX4" fmla="*/ 6390 w 221091"/>
                <a:gd name="connsiteY4" fmla="*/ 151300 h 172163"/>
                <a:gd name="connsiteX5" fmla="*/ 28116 w 221091"/>
                <a:gd name="connsiteY5" fmla="*/ 151300 h 172163"/>
                <a:gd name="connsiteX6" fmla="*/ 58148 w 221091"/>
                <a:gd name="connsiteY6" fmla="*/ 171729 h 172163"/>
                <a:gd name="connsiteX7" fmla="*/ 78597 w 221091"/>
                <a:gd name="connsiteY7" fmla="*/ 151300 h 172163"/>
                <a:gd name="connsiteX8" fmla="*/ 149525 w 221091"/>
                <a:gd name="connsiteY8" fmla="*/ 151300 h 172163"/>
                <a:gd name="connsiteX9" fmla="*/ 179557 w 221091"/>
                <a:gd name="connsiteY9" fmla="*/ 171729 h 172163"/>
                <a:gd name="connsiteX10" fmla="*/ 200005 w 221091"/>
                <a:gd name="connsiteY10" fmla="*/ 151300 h 172163"/>
                <a:gd name="connsiteX11" fmla="*/ 214702 w 221091"/>
                <a:gd name="connsiteY11" fmla="*/ 151300 h 172163"/>
                <a:gd name="connsiteX12" fmla="*/ 221092 w 221091"/>
                <a:gd name="connsiteY12" fmla="*/ 144916 h 172163"/>
                <a:gd name="connsiteX13" fmla="*/ 221092 w 221091"/>
                <a:gd name="connsiteY13" fmla="*/ 69585 h 172163"/>
                <a:gd name="connsiteX14" fmla="*/ 159748 w 221091"/>
                <a:gd name="connsiteY14" fmla="*/ 0 h 172163"/>
                <a:gd name="connsiteX15" fmla="*/ 159748 w 221091"/>
                <a:gd name="connsiteY15" fmla="*/ 12768 h 172163"/>
                <a:gd name="connsiteX16" fmla="*/ 207034 w 221091"/>
                <a:gd name="connsiteY16" fmla="*/ 59371 h 172163"/>
                <a:gd name="connsiteX17" fmla="*/ 12141 w 221091"/>
                <a:gd name="connsiteY17" fmla="*/ 59371 h 172163"/>
                <a:gd name="connsiteX18" fmla="*/ 12141 w 221091"/>
                <a:gd name="connsiteY18" fmla="*/ 12768 h 172163"/>
                <a:gd name="connsiteX19" fmla="*/ 159748 w 221091"/>
                <a:gd name="connsiteY19" fmla="*/ 12768 h 172163"/>
                <a:gd name="connsiteX20" fmla="*/ 208312 w 221091"/>
                <a:gd name="connsiteY20" fmla="*/ 98952 h 172163"/>
                <a:gd name="connsiteX21" fmla="*/ 188503 w 221091"/>
                <a:gd name="connsiteY21" fmla="*/ 98952 h 172163"/>
                <a:gd name="connsiteX22" fmla="*/ 188503 w 221091"/>
                <a:gd name="connsiteY22" fmla="*/ 93844 h 172163"/>
                <a:gd name="connsiteX23" fmla="*/ 208312 w 221091"/>
                <a:gd name="connsiteY23" fmla="*/ 93844 h 172163"/>
                <a:gd name="connsiteX24" fmla="*/ 208312 w 221091"/>
                <a:gd name="connsiteY24" fmla="*/ 98952 h 172163"/>
                <a:gd name="connsiteX25" fmla="*/ 53676 w 221091"/>
                <a:gd name="connsiteY25" fmla="*/ 157684 h 172163"/>
                <a:gd name="connsiteX26" fmla="*/ 40257 w 221091"/>
                <a:gd name="connsiteY26" fmla="*/ 144278 h 172163"/>
                <a:gd name="connsiteX27" fmla="*/ 53676 w 221091"/>
                <a:gd name="connsiteY27" fmla="*/ 130872 h 172163"/>
                <a:gd name="connsiteX28" fmla="*/ 67094 w 221091"/>
                <a:gd name="connsiteY28" fmla="*/ 144278 h 172163"/>
                <a:gd name="connsiteX29" fmla="*/ 53676 w 221091"/>
                <a:gd name="connsiteY29" fmla="*/ 157684 h 172163"/>
                <a:gd name="connsiteX30" fmla="*/ 53676 w 221091"/>
                <a:gd name="connsiteY30" fmla="*/ 157684 h 172163"/>
                <a:gd name="connsiteX31" fmla="*/ 53676 w 221091"/>
                <a:gd name="connsiteY31" fmla="*/ 157684 h 172163"/>
                <a:gd name="connsiteX32" fmla="*/ 175084 w 221091"/>
                <a:gd name="connsiteY32" fmla="*/ 157684 h 172163"/>
                <a:gd name="connsiteX33" fmla="*/ 161666 w 221091"/>
                <a:gd name="connsiteY33" fmla="*/ 144278 h 172163"/>
                <a:gd name="connsiteX34" fmla="*/ 175084 w 221091"/>
                <a:gd name="connsiteY34" fmla="*/ 130872 h 172163"/>
                <a:gd name="connsiteX35" fmla="*/ 188503 w 221091"/>
                <a:gd name="connsiteY35" fmla="*/ 144278 h 172163"/>
                <a:gd name="connsiteX36" fmla="*/ 175084 w 221091"/>
                <a:gd name="connsiteY36" fmla="*/ 157684 h 172163"/>
                <a:gd name="connsiteX37" fmla="*/ 175084 w 221091"/>
                <a:gd name="connsiteY37" fmla="*/ 157684 h 172163"/>
                <a:gd name="connsiteX38" fmla="*/ 200005 w 221091"/>
                <a:gd name="connsiteY38" fmla="*/ 138532 h 172163"/>
                <a:gd name="connsiteX39" fmla="*/ 169972 w 221091"/>
                <a:gd name="connsiteY39" fmla="*/ 118104 h 172163"/>
                <a:gd name="connsiteX40" fmla="*/ 149525 w 221091"/>
                <a:gd name="connsiteY40" fmla="*/ 138532 h 172163"/>
                <a:gd name="connsiteX41" fmla="*/ 78597 w 221091"/>
                <a:gd name="connsiteY41" fmla="*/ 138532 h 172163"/>
                <a:gd name="connsiteX42" fmla="*/ 48563 w 221091"/>
                <a:gd name="connsiteY42" fmla="*/ 118104 h 172163"/>
                <a:gd name="connsiteX43" fmla="*/ 28116 w 221091"/>
                <a:gd name="connsiteY43" fmla="*/ 138532 h 172163"/>
                <a:gd name="connsiteX44" fmla="*/ 12780 w 221091"/>
                <a:gd name="connsiteY44" fmla="*/ 138532 h 172163"/>
                <a:gd name="connsiteX45" fmla="*/ 12780 w 221091"/>
                <a:gd name="connsiteY45" fmla="*/ 72777 h 172163"/>
                <a:gd name="connsiteX46" fmla="*/ 208312 w 221091"/>
                <a:gd name="connsiteY46" fmla="*/ 72777 h 172163"/>
                <a:gd name="connsiteX47" fmla="*/ 208312 w 221091"/>
                <a:gd name="connsiteY47" fmla="*/ 81715 h 172163"/>
                <a:gd name="connsiteX48" fmla="*/ 182113 w 221091"/>
                <a:gd name="connsiteY48" fmla="*/ 81715 h 172163"/>
                <a:gd name="connsiteX49" fmla="*/ 175723 w 221091"/>
                <a:gd name="connsiteY49" fmla="*/ 88099 h 172163"/>
                <a:gd name="connsiteX50" fmla="*/ 175723 w 221091"/>
                <a:gd name="connsiteY50" fmla="*/ 105974 h 172163"/>
                <a:gd name="connsiteX51" fmla="*/ 182113 w 221091"/>
                <a:gd name="connsiteY51" fmla="*/ 112358 h 172163"/>
                <a:gd name="connsiteX52" fmla="*/ 208312 w 221091"/>
                <a:gd name="connsiteY52" fmla="*/ 112358 h 172163"/>
                <a:gd name="connsiteX53" fmla="*/ 208312 w 221091"/>
                <a:gd name="connsiteY53" fmla="*/ 139171 h 172163"/>
                <a:gd name="connsiteX54" fmla="*/ 200005 w 221091"/>
                <a:gd name="connsiteY54" fmla="*/ 139171 h 172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21091" h="172163">
                  <a:moveTo>
                    <a:pt x="159748" y="0"/>
                  </a:moveTo>
                  <a:lnTo>
                    <a:pt x="6390" y="0"/>
                  </a:lnTo>
                  <a:cubicBezTo>
                    <a:pt x="2556" y="0"/>
                    <a:pt x="0" y="2553"/>
                    <a:pt x="0" y="6384"/>
                  </a:cubicBezTo>
                  <a:lnTo>
                    <a:pt x="0" y="144916"/>
                  </a:lnTo>
                  <a:cubicBezTo>
                    <a:pt x="0" y="148747"/>
                    <a:pt x="2556" y="151300"/>
                    <a:pt x="6390" y="151300"/>
                  </a:cubicBezTo>
                  <a:lnTo>
                    <a:pt x="28116" y="151300"/>
                  </a:lnTo>
                  <a:cubicBezTo>
                    <a:pt x="30672" y="165345"/>
                    <a:pt x="44091" y="174283"/>
                    <a:pt x="58148" y="171729"/>
                  </a:cubicBezTo>
                  <a:cubicBezTo>
                    <a:pt x="68373" y="169814"/>
                    <a:pt x="76040" y="161515"/>
                    <a:pt x="78597" y="151300"/>
                  </a:cubicBezTo>
                  <a:lnTo>
                    <a:pt x="149525" y="151300"/>
                  </a:lnTo>
                  <a:cubicBezTo>
                    <a:pt x="152081" y="165345"/>
                    <a:pt x="165500" y="174283"/>
                    <a:pt x="179557" y="171729"/>
                  </a:cubicBezTo>
                  <a:cubicBezTo>
                    <a:pt x="189782" y="169814"/>
                    <a:pt x="197449" y="161515"/>
                    <a:pt x="200005" y="151300"/>
                  </a:cubicBezTo>
                  <a:lnTo>
                    <a:pt x="214702" y="151300"/>
                  </a:lnTo>
                  <a:cubicBezTo>
                    <a:pt x="218536" y="151300"/>
                    <a:pt x="221092" y="148747"/>
                    <a:pt x="221092" y="144916"/>
                  </a:cubicBezTo>
                  <a:lnTo>
                    <a:pt x="221092" y="69585"/>
                  </a:lnTo>
                  <a:cubicBezTo>
                    <a:pt x="221092" y="30643"/>
                    <a:pt x="193615" y="0"/>
                    <a:pt x="159748" y="0"/>
                  </a:cubicBezTo>
                  <a:close/>
                  <a:moveTo>
                    <a:pt x="159748" y="12768"/>
                  </a:moveTo>
                  <a:cubicBezTo>
                    <a:pt x="183392" y="12768"/>
                    <a:pt x="203200" y="33196"/>
                    <a:pt x="207034" y="59371"/>
                  </a:cubicBezTo>
                  <a:lnTo>
                    <a:pt x="12141" y="59371"/>
                  </a:lnTo>
                  <a:lnTo>
                    <a:pt x="12141" y="12768"/>
                  </a:lnTo>
                  <a:lnTo>
                    <a:pt x="159748" y="12768"/>
                  </a:lnTo>
                  <a:close/>
                  <a:moveTo>
                    <a:pt x="208312" y="98952"/>
                  </a:moveTo>
                  <a:lnTo>
                    <a:pt x="188503" y="98952"/>
                  </a:lnTo>
                  <a:lnTo>
                    <a:pt x="188503" y="93844"/>
                  </a:lnTo>
                  <a:lnTo>
                    <a:pt x="208312" y="93844"/>
                  </a:lnTo>
                  <a:lnTo>
                    <a:pt x="208312" y="98952"/>
                  </a:lnTo>
                  <a:close/>
                  <a:moveTo>
                    <a:pt x="53676" y="157684"/>
                  </a:moveTo>
                  <a:cubicBezTo>
                    <a:pt x="46647" y="157684"/>
                    <a:pt x="40257" y="151939"/>
                    <a:pt x="40257" y="144278"/>
                  </a:cubicBezTo>
                  <a:cubicBezTo>
                    <a:pt x="40257" y="136617"/>
                    <a:pt x="46008" y="130872"/>
                    <a:pt x="53676" y="130872"/>
                  </a:cubicBezTo>
                  <a:cubicBezTo>
                    <a:pt x="60704" y="130872"/>
                    <a:pt x="67094" y="136617"/>
                    <a:pt x="67094" y="144278"/>
                  </a:cubicBezTo>
                  <a:cubicBezTo>
                    <a:pt x="67094" y="151939"/>
                    <a:pt x="60704" y="157684"/>
                    <a:pt x="53676" y="157684"/>
                  </a:cubicBezTo>
                  <a:lnTo>
                    <a:pt x="53676" y="157684"/>
                  </a:lnTo>
                  <a:lnTo>
                    <a:pt x="53676" y="157684"/>
                  </a:lnTo>
                  <a:close/>
                  <a:moveTo>
                    <a:pt x="175084" y="157684"/>
                  </a:moveTo>
                  <a:cubicBezTo>
                    <a:pt x="168056" y="157684"/>
                    <a:pt x="161666" y="151939"/>
                    <a:pt x="161666" y="144278"/>
                  </a:cubicBezTo>
                  <a:cubicBezTo>
                    <a:pt x="161666" y="136617"/>
                    <a:pt x="167417" y="130872"/>
                    <a:pt x="175084" y="130872"/>
                  </a:cubicBezTo>
                  <a:cubicBezTo>
                    <a:pt x="182113" y="130872"/>
                    <a:pt x="188503" y="136617"/>
                    <a:pt x="188503" y="144278"/>
                  </a:cubicBezTo>
                  <a:cubicBezTo>
                    <a:pt x="187864" y="151939"/>
                    <a:pt x="182113" y="157684"/>
                    <a:pt x="175084" y="157684"/>
                  </a:cubicBezTo>
                  <a:lnTo>
                    <a:pt x="175084" y="157684"/>
                  </a:lnTo>
                  <a:close/>
                  <a:moveTo>
                    <a:pt x="200005" y="138532"/>
                  </a:moveTo>
                  <a:cubicBezTo>
                    <a:pt x="197449" y="124488"/>
                    <a:pt x="184031" y="115550"/>
                    <a:pt x="169972" y="118104"/>
                  </a:cubicBezTo>
                  <a:cubicBezTo>
                    <a:pt x="159748" y="120019"/>
                    <a:pt x="152081" y="128318"/>
                    <a:pt x="149525" y="138532"/>
                  </a:cubicBezTo>
                  <a:lnTo>
                    <a:pt x="78597" y="138532"/>
                  </a:lnTo>
                  <a:cubicBezTo>
                    <a:pt x="76040" y="124488"/>
                    <a:pt x="62622" y="115550"/>
                    <a:pt x="48563" y="118104"/>
                  </a:cubicBezTo>
                  <a:cubicBezTo>
                    <a:pt x="38340" y="120019"/>
                    <a:pt x="30672" y="128318"/>
                    <a:pt x="28116" y="138532"/>
                  </a:cubicBezTo>
                  <a:lnTo>
                    <a:pt x="12780" y="138532"/>
                  </a:lnTo>
                  <a:lnTo>
                    <a:pt x="12780" y="72777"/>
                  </a:lnTo>
                  <a:lnTo>
                    <a:pt x="208312" y="72777"/>
                  </a:lnTo>
                  <a:lnTo>
                    <a:pt x="208312" y="81715"/>
                  </a:lnTo>
                  <a:lnTo>
                    <a:pt x="182113" y="81715"/>
                  </a:lnTo>
                  <a:cubicBezTo>
                    <a:pt x="178279" y="81715"/>
                    <a:pt x="175723" y="84268"/>
                    <a:pt x="175723" y="88099"/>
                  </a:cubicBezTo>
                  <a:lnTo>
                    <a:pt x="175723" y="105974"/>
                  </a:lnTo>
                  <a:cubicBezTo>
                    <a:pt x="175723" y="109804"/>
                    <a:pt x="178279" y="112358"/>
                    <a:pt x="182113" y="112358"/>
                  </a:cubicBezTo>
                  <a:lnTo>
                    <a:pt x="208312" y="112358"/>
                  </a:lnTo>
                  <a:lnTo>
                    <a:pt x="208312" y="139171"/>
                  </a:lnTo>
                  <a:lnTo>
                    <a:pt x="200005" y="139171"/>
                  </a:lnTo>
                  <a:close/>
                </a:path>
              </a:pathLst>
            </a:custGeom>
            <a:solidFill>
              <a:srgbClr val="43B02A"/>
            </a:solidFill>
            <a:ln w="6390" cap="flat">
              <a:noFill/>
              <a:prstDash val="solid"/>
              <a:miter/>
            </a:ln>
          </p:spPr>
          <p:txBody>
            <a:bodyPr rtlCol="0" anchor="ctr"/>
            <a:lstStyle/>
            <a:p>
              <a:endParaRPr lang="en-US"/>
            </a:p>
          </p:txBody>
        </p:sp>
        <p:sp>
          <p:nvSpPr>
            <p:cNvPr id="902" name="Graphic 4">
              <a:extLst>
                <a:ext uri="{FF2B5EF4-FFF2-40B4-BE49-F238E27FC236}">
                  <a16:creationId xmlns:a16="http://schemas.microsoft.com/office/drawing/2014/main" id="{AD449D92-F3B2-3445-9C5F-8DDBB635ABBD}"/>
                </a:ext>
              </a:extLst>
            </p:cNvPr>
            <p:cNvSpPr/>
            <p:nvPr/>
          </p:nvSpPr>
          <p:spPr>
            <a:xfrm>
              <a:off x="6852568" y="3942271"/>
              <a:ext cx="12779" cy="26812"/>
            </a:xfrm>
            <a:custGeom>
              <a:avLst/>
              <a:gdLst>
                <a:gd name="connsiteX0" fmla="*/ 6390 w 12779"/>
                <a:gd name="connsiteY0" fmla="*/ 26812 h 26812"/>
                <a:gd name="connsiteX1" fmla="*/ 12780 w 12779"/>
                <a:gd name="connsiteY1" fmla="*/ 20428 h 26812"/>
                <a:gd name="connsiteX2" fmla="*/ 12780 w 12779"/>
                <a:gd name="connsiteY2" fmla="*/ 6384 h 26812"/>
                <a:gd name="connsiteX3" fmla="*/ 6390 w 12779"/>
                <a:gd name="connsiteY3" fmla="*/ 0 h 26812"/>
                <a:gd name="connsiteX4" fmla="*/ 0 w 12779"/>
                <a:gd name="connsiteY4" fmla="*/ 6384 h 26812"/>
                <a:gd name="connsiteX5" fmla="*/ 0 w 12779"/>
                <a:gd name="connsiteY5" fmla="*/ 20428 h 26812"/>
                <a:gd name="connsiteX6" fmla="*/ 6390 w 12779"/>
                <a:gd name="connsiteY6" fmla="*/ 26812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6812">
                  <a:moveTo>
                    <a:pt x="6390" y="26812"/>
                  </a:moveTo>
                  <a:cubicBezTo>
                    <a:pt x="10224" y="26812"/>
                    <a:pt x="12780" y="24259"/>
                    <a:pt x="12780" y="20428"/>
                  </a:cubicBezTo>
                  <a:lnTo>
                    <a:pt x="12780" y="6384"/>
                  </a:lnTo>
                  <a:cubicBezTo>
                    <a:pt x="12780" y="2553"/>
                    <a:pt x="10224" y="0"/>
                    <a:pt x="6390" y="0"/>
                  </a:cubicBezTo>
                  <a:cubicBezTo>
                    <a:pt x="2556" y="0"/>
                    <a:pt x="0" y="2553"/>
                    <a:pt x="0" y="6384"/>
                  </a:cubicBezTo>
                  <a:lnTo>
                    <a:pt x="0" y="20428"/>
                  </a:lnTo>
                  <a:cubicBezTo>
                    <a:pt x="0" y="24259"/>
                    <a:pt x="2556" y="26812"/>
                    <a:pt x="6390" y="26812"/>
                  </a:cubicBezTo>
                  <a:close/>
                </a:path>
              </a:pathLst>
            </a:custGeom>
            <a:solidFill>
              <a:srgbClr val="43B02A"/>
            </a:solidFill>
            <a:ln w="6390" cap="flat">
              <a:noFill/>
              <a:prstDash val="solid"/>
              <a:miter/>
            </a:ln>
          </p:spPr>
          <p:txBody>
            <a:bodyPr rtlCol="0" anchor="ctr"/>
            <a:lstStyle/>
            <a:p>
              <a:endParaRPr lang="en-US"/>
            </a:p>
          </p:txBody>
        </p:sp>
        <p:sp>
          <p:nvSpPr>
            <p:cNvPr id="903" name="Graphic 4">
              <a:extLst>
                <a:ext uri="{FF2B5EF4-FFF2-40B4-BE49-F238E27FC236}">
                  <a16:creationId xmlns:a16="http://schemas.microsoft.com/office/drawing/2014/main" id="{48362983-9385-8E48-B923-89DCE5FD9179}"/>
                </a:ext>
              </a:extLst>
            </p:cNvPr>
            <p:cNvSpPr/>
            <p:nvPr/>
          </p:nvSpPr>
          <p:spPr>
            <a:xfrm>
              <a:off x="6881962" y="3942271"/>
              <a:ext cx="12779" cy="26812"/>
            </a:xfrm>
            <a:custGeom>
              <a:avLst/>
              <a:gdLst>
                <a:gd name="connsiteX0" fmla="*/ 6390 w 12779"/>
                <a:gd name="connsiteY0" fmla="*/ 26812 h 26812"/>
                <a:gd name="connsiteX1" fmla="*/ 12780 w 12779"/>
                <a:gd name="connsiteY1" fmla="*/ 20428 h 26812"/>
                <a:gd name="connsiteX2" fmla="*/ 12780 w 12779"/>
                <a:gd name="connsiteY2" fmla="*/ 6384 h 26812"/>
                <a:gd name="connsiteX3" fmla="*/ 6390 w 12779"/>
                <a:gd name="connsiteY3" fmla="*/ 0 h 26812"/>
                <a:gd name="connsiteX4" fmla="*/ 0 w 12779"/>
                <a:gd name="connsiteY4" fmla="*/ 6384 h 26812"/>
                <a:gd name="connsiteX5" fmla="*/ 0 w 12779"/>
                <a:gd name="connsiteY5" fmla="*/ 20428 h 26812"/>
                <a:gd name="connsiteX6" fmla="*/ 6390 w 12779"/>
                <a:gd name="connsiteY6" fmla="*/ 26812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6812">
                  <a:moveTo>
                    <a:pt x="6390" y="26812"/>
                  </a:moveTo>
                  <a:cubicBezTo>
                    <a:pt x="10224" y="26812"/>
                    <a:pt x="12780" y="24259"/>
                    <a:pt x="12780" y="20428"/>
                  </a:cubicBezTo>
                  <a:lnTo>
                    <a:pt x="12780" y="6384"/>
                  </a:lnTo>
                  <a:cubicBezTo>
                    <a:pt x="12780" y="2553"/>
                    <a:pt x="10224" y="0"/>
                    <a:pt x="6390" y="0"/>
                  </a:cubicBezTo>
                  <a:cubicBezTo>
                    <a:pt x="2556" y="0"/>
                    <a:pt x="0" y="2553"/>
                    <a:pt x="0" y="6384"/>
                  </a:cubicBezTo>
                  <a:lnTo>
                    <a:pt x="0" y="20428"/>
                  </a:lnTo>
                  <a:cubicBezTo>
                    <a:pt x="0" y="24259"/>
                    <a:pt x="2556" y="26812"/>
                    <a:pt x="6390" y="26812"/>
                  </a:cubicBezTo>
                  <a:close/>
                </a:path>
              </a:pathLst>
            </a:custGeom>
            <a:solidFill>
              <a:srgbClr val="43B02A"/>
            </a:solidFill>
            <a:ln w="6390" cap="flat">
              <a:noFill/>
              <a:prstDash val="solid"/>
              <a:miter/>
            </a:ln>
          </p:spPr>
          <p:txBody>
            <a:bodyPr rtlCol="0" anchor="ctr"/>
            <a:lstStyle/>
            <a:p>
              <a:endParaRPr lang="en-US"/>
            </a:p>
          </p:txBody>
        </p:sp>
        <p:sp>
          <p:nvSpPr>
            <p:cNvPr id="904" name="Graphic 4">
              <a:extLst>
                <a:ext uri="{FF2B5EF4-FFF2-40B4-BE49-F238E27FC236}">
                  <a16:creationId xmlns:a16="http://schemas.microsoft.com/office/drawing/2014/main" id="{AF9CE46F-CB10-9A47-9516-9164CAE74537}"/>
                </a:ext>
              </a:extLst>
            </p:cNvPr>
            <p:cNvSpPr/>
            <p:nvPr/>
          </p:nvSpPr>
          <p:spPr>
            <a:xfrm>
              <a:off x="6911355" y="3942271"/>
              <a:ext cx="12779" cy="26812"/>
            </a:xfrm>
            <a:custGeom>
              <a:avLst/>
              <a:gdLst>
                <a:gd name="connsiteX0" fmla="*/ 6390 w 12779"/>
                <a:gd name="connsiteY0" fmla="*/ 26812 h 26812"/>
                <a:gd name="connsiteX1" fmla="*/ 12780 w 12779"/>
                <a:gd name="connsiteY1" fmla="*/ 20428 h 26812"/>
                <a:gd name="connsiteX2" fmla="*/ 12780 w 12779"/>
                <a:gd name="connsiteY2" fmla="*/ 6384 h 26812"/>
                <a:gd name="connsiteX3" fmla="*/ 6390 w 12779"/>
                <a:gd name="connsiteY3" fmla="*/ 0 h 26812"/>
                <a:gd name="connsiteX4" fmla="*/ 0 w 12779"/>
                <a:gd name="connsiteY4" fmla="*/ 6384 h 26812"/>
                <a:gd name="connsiteX5" fmla="*/ 0 w 12779"/>
                <a:gd name="connsiteY5" fmla="*/ 20428 h 26812"/>
                <a:gd name="connsiteX6" fmla="*/ 6390 w 12779"/>
                <a:gd name="connsiteY6" fmla="*/ 26812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6812">
                  <a:moveTo>
                    <a:pt x="6390" y="26812"/>
                  </a:moveTo>
                  <a:cubicBezTo>
                    <a:pt x="10224" y="26812"/>
                    <a:pt x="12780" y="24259"/>
                    <a:pt x="12780" y="20428"/>
                  </a:cubicBezTo>
                  <a:lnTo>
                    <a:pt x="12780" y="6384"/>
                  </a:lnTo>
                  <a:cubicBezTo>
                    <a:pt x="12780" y="2553"/>
                    <a:pt x="10224" y="0"/>
                    <a:pt x="6390" y="0"/>
                  </a:cubicBezTo>
                  <a:cubicBezTo>
                    <a:pt x="2556" y="0"/>
                    <a:pt x="0" y="2553"/>
                    <a:pt x="0" y="6384"/>
                  </a:cubicBezTo>
                  <a:lnTo>
                    <a:pt x="0" y="20428"/>
                  </a:lnTo>
                  <a:cubicBezTo>
                    <a:pt x="0" y="24259"/>
                    <a:pt x="3195" y="26812"/>
                    <a:pt x="6390" y="26812"/>
                  </a:cubicBezTo>
                  <a:close/>
                </a:path>
              </a:pathLst>
            </a:custGeom>
            <a:solidFill>
              <a:srgbClr val="43B02A"/>
            </a:solidFill>
            <a:ln w="6390" cap="flat">
              <a:noFill/>
              <a:prstDash val="solid"/>
              <a:miter/>
            </a:ln>
          </p:spPr>
          <p:txBody>
            <a:bodyPr rtlCol="0" anchor="ctr"/>
            <a:lstStyle/>
            <a:p>
              <a:endParaRPr lang="en-US"/>
            </a:p>
          </p:txBody>
        </p:sp>
        <p:sp>
          <p:nvSpPr>
            <p:cNvPr id="905" name="Graphic 4">
              <a:extLst>
                <a:ext uri="{FF2B5EF4-FFF2-40B4-BE49-F238E27FC236}">
                  <a16:creationId xmlns:a16="http://schemas.microsoft.com/office/drawing/2014/main" id="{0B6B6A83-5972-6149-B88A-0B3808FB8168}"/>
                </a:ext>
              </a:extLst>
            </p:cNvPr>
            <p:cNvSpPr/>
            <p:nvPr/>
          </p:nvSpPr>
          <p:spPr>
            <a:xfrm>
              <a:off x="6970782" y="3942271"/>
              <a:ext cx="12779" cy="26812"/>
            </a:xfrm>
            <a:custGeom>
              <a:avLst/>
              <a:gdLst>
                <a:gd name="connsiteX0" fmla="*/ 6390 w 12779"/>
                <a:gd name="connsiteY0" fmla="*/ 26812 h 26812"/>
                <a:gd name="connsiteX1" fmla="*/ 12780 w 12779"/>
                <a:gd name="connsiteY1" fmla="*/ 20428 h 26812"/>
                <a:gd name="connsiteX2" fmla="*/ 12780 w 12779"/>
                <a:gd name="connsiteY2" fmla="*/ 6384 h 26812"/>
                <a:gd name="connsiteX3" fmla="*/ 6390 w 12779"/>
                <a:gd name="connsiteY3" fmla="*/ 0 h 26812"/>
                <a:gd name="connsiteX4" fmla="*/ 0 w 12779"/>
                <a:gd name="connsiteY4" fmla="*/ 6384 h 26812"/>
                <a:gd name="connsiteX5" fmla="*/ 0 w 12779"/>
                <a:gd name="connsiteY5" fmla="*/ 20428 h 26812"/>
                <a:gd name="connsiteX6" fmla="*/ 6390 w 12779"/>
                <a:gd name="connsiteY6" fmla="*/ 26812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6812">
                  <a:moveTo>
                    <a:pt x="6390" y="26812"/>
                  </a:moveTo>
                  <a:cubicBezTo>
                    <a:pt x="10224" y="26812"/>
                    <a:pt x="12780" y="24259"/>
                    <a:pt x="12780" y="20428"/>
                  </a:cubicBezTo>
                  <a:lnTo>
                    <a:pt x="12780" y="6384"/>
                  </a:lnTo>
                  <a:cubicBezTo>
                    <a:pt x="12780" y="2553"/>
                    <a:pt x="10224" y="0"/>
                    <a:pt x="6390" y="0"/>
                  </a:cubicBezTo>
                  <a:cubicBezTo>
                    <a:pt x="2556" y="0"/>
                    <a:pt x="0" y="2553"/>
                    <a:pt x="0" y="6384"/>
                  </a:cubicBezTo>
                  <a:lnTo>
                    <a:pt x="0" y="20428"/>
                  </a:lnTo>
                  <a:cubicBezTo>
                    <a:pt x="0" y="24259"/>
                    <a:pt x="2556" y="26812"/>
                    <a:pt x="6390" y="26812"/>
                  </a:cubicBezTo>
                  <a:close/>
                </a:path>
              </a:pathLst>
            </a:custGeom>
            <a:solidFill>
              <a:srgbClr val="43B02A"/>
            </a:solidFill>
            <a:ln w="6390" cap="flat">
              <a:noFill/>
              <a:prstDash val="solid"/>
              <a:miter/>
            </a:ln>
          </p:spPr>
          <p:txBody>
            <a:bodyPr rtlCol="0" anchor="ctr"/>
            <a:lstStyle/>
            <a:p>
              <a:endParaRPr lang="en-US"/>
            </a:p>
          </p:txBody>
        </p:sp>
        <p:sp>
          <p:nvSpPr>
            <p:cNvPr id="906" name="Graphic 4">
              <a:extLst>
                <a:ext uri="{FF2B5EF4-FFF2-40B4-BE49-F238E27FC236}">
                  <a16:creationId xmlns:a16="http://schemas.microsoft.com/office/drawing/2014/main" id="{BD217A27-35C7-9D4A-B346-767E544945B9}"/>
                </a:ext>
              </a:extLst>
            </p:cNvPr>
            <p:cNvSpPr/>
            <p:nvPr/>
          </p:nvSpPr>
          <p:spPr>
            <a:xfrm>
              <a:off x="6940749" y="3942271"/>
              <a:ext cx="12779" cy="26812"/>
            </a:xfrm>
            <a:custGeom>
              <a:avLst/>
              <a:gdLst>
                <a:gd name="connsiteX0" fmla="*/ 6390 w 12779"/>
                <a:gd name="connsiteY0" fmla="*/ 26812 h 26812"/>
                <a:gd name="connsiteX1" fmla="*/ 12780 w 12779"/>
                <a:gd name="connsiteY1" fmla="*/ 20428 h 26812"/>
                <a:gd name="connsiteX2" fmla="*/ 12780 w 12779"/>
                <a:gd name="connsiteY2" fmla="*/ 6384 h 26812"/>
                <a:gd name="connsiteX3" fmla="*/ 6390 w 12779"/>
                <a:gd name="connsiteY3" fmla="*/ 0 h 26812"/>
                <a:gd name="connsiteX4" fmla="*/ 0 w 12779"/>
                <a:gd name="connsiteY4" fmla="*/ 6384 h 26812"/>
                <a:gd name="connsiteX5" fmla="*/ 0 w 12779"/>
                <a:gd name="connsiteY5" fmla="*/ 20428 h 26812"/>
                <a:gd name="connsiteX6" fmla="*/ 6390 w 12779"/>
                <a:gd name="connsiteY6" fmla="*/ 26812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6812">
                  <a:moveTo>
                    <a:pt x="6390" y="26812"/>
                  </a:moveTo>
                  <a:cubicBezTo>
                    <a:pt x="10225" y="26812"/>
                    <a:pt x="12780" y="24259"/>
                    <a:pt x="12780" y="20428"/>
                  </a:cubicBezTo>
                  <a:lnTo>
                    <a:pt x="12780" y="6384"/>
                  </a:lnTo>
                  <a:cubicBezTo>
                    <a:pt x="12780" y="2553"/>
                    <a:pt x="10225" y="0"/>
                    <a:pt x="6390" y="0"/>
                  </a:cubicBezTo>
                  <a:cubicBezTo>
                    <a:pt x="2556" y="0"/>
                    <a:pt x="0" y="2553"/>
                    <a:pt x="0" y="6384"/>
                  </a:cubicBezTo>
                  <a:lnTo>
                    <a:pt x="0" y="20428"/>
                  </a:lnTo>
                  <a:cubicBezTo>
                    <a:pt x="0" y="24259"/>
                    <a:pt x="3195" y="26812"/>
                    <a:pt x="6390" y="26812"/>
                  </a:cubicBezTo>
                  <a:close/>
                </a:path>
              </a:pathLst>
            </a:custGeom>
            <a:solidFill>
              <a:srgbClr val="43B02A"/>
            </a:solidFill>
            <a:ln w="6390" cap="flat">
              <a:noFill/>
              <a:prstDash val="solid"/>
              <a:miter/>
            </a:ln>
          </p:spPr>
          <p:txBody>
            <a:bodyPr rtlCol="0" anchor="ctr"/>
            <a:lstStyle/>
            <a:p>
              <a:endParaRPr lang="en-US"/>
            </a:p>
          </p:txBody>
        </p:sp>
        <p:sp>
          <p:nvSpPr>
            <p:cNvPr id="907" name="Graphic 4">
              <a:extLst>
                <a:ext uri="{FF2B5EF4-FFF2-40B4-BE49-F238E27FC236}">
                  <a16:creationId xmlns:a16="http://schemas.microsoft.com/office/drawing/2014/main" id="{3020A5B1-BA0F-634E-B52B-7A325FFECE82}"/>
                </a:ext>
              </a:extLst>
            </p:cNvPr>
            <p:cNvSpPr/>
            <p:nvPr/>
          </p:nvSpPr>
          <p:spPr>
            <a:xfrm>
              <a:off x="6852568" y="4002919"/>
              <a:ext cx="12779" cy="26812"/>
            </a:xfrm>
            <a:custGeom>
              <a:avLst/>
              <a:gdLst>
                <a:gd name="connsiteX0" fmla="*/ 6390 w 12779"/>
                <a:gd name="connsiteY0" fmla="*/ 0 h 26812"/>
                <a:gd name="connsiteX1" fmla="*/ 0 w 12779"/>
                <a:gd name="connsiteY1" fmla="*/ 6384 h 26812"/>
                <a:gd name="connsiteX2" fmla="*/ 0 w 12779"/>
                <a:gd name="connsiteY2" fmla="*/ 20428 h 26812"/>
                <a:gd name="connsiteX3" fmla="*/ 6390 w 12779"/>
                <a:gd name="connsiteY3" fmla="*/ 26812 h 26812"/>
                <a:gd name="connsiteX4" fmla="*/ 12780 w 12779"/>
                <a:gd name="connsiteY4" fmla="*/ 20428 h 26812"/>
                <a:gd name="connsiteX5" fmla="*/ 12780 w 12779"/>
                <a:gd name="connsiteY5" fmla="*/ 6384 h 26812"/>
                <a:gd name="connsiteX6" fmla="*/ 6390 w 12779"/>
                <a:gd name="connsiteY6" fmla="*/ 0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6812">
                  <a:moveTo>
                    <a:pt x="6390" y="0"/>
                  </a:moveTo>
                  <a:cubicBezTo>
                    <a:pt x="2556" y="0"/>
                    <a:pt x="0" y="2553"/>
                    <a:pt x="0" y="6384"/>
                  </a:cubicBezTo>
                  <a:lnTo>
                    <a:pt x="0" y="20428"/>
                  </a:lnTo>
                  <a:cubicBezTo>
                    <a:pt x="0" y="24259"/>
                    <a:pt x="2556" y="26812"/>
                    <a:pt x="6390" y="26812"/>
                  </a:cubicBezTo>
                  <a:cubicBezTo>
                    <a:pt x="10224" y="26812"/>
                    <a:pt x="12780" y="24259"/>
                    <a:pt x="12780" y="20428"/>
                  </a:cubicBezTo>
                  <a:lnTo>
                    <a:pt x="12780" y="6384"/>
                  </a:lnTo>
                  <a:cubicBezTo>
                    <a:pt x="12780" y="2553"/>
                    <a:pt x="10224" y="0"/>
                    <a:pt x="6390" y="0"/>
                  </a:cubicBezTo>
                  <a:close/>
                </a:path>
              </a:pathLst>
            </a:custGeom>
            <a:solidFill>
              <a:srgbClr val="43B02A"/>
            </a:solidFill>
            <a:ln w="6390" cap="flat">
              <a:noFill/>
              <a:prstDash val="solid"/>
              <a:miter/>
            </a:ln>
          </p:spPr>
          <p:txBody>
            <a:bodyPr rtlCol="0" anchor="ctr"/>
            <a:lstStyle/>
            <a:p>
              <a:endParaRPr lang="en-US"/>
            </a:p>
          </p:txBody>
        </p:sp>
        <p:sp>
          <p:nvSpPr>
            <p:cNvPr id="908" name="Graphic 4">
              <a:extLst>
                <a:ext uri="{FF2B5EF4-FFF2-40B4-BE49-F238E27FC236}">
                  <a16:creationId xmlns:a16="http://schemas.microsoft.com/office/drawing/2014/main" id="{CE050F4A-B381-9942-B216-BE54B1812FAA}"/>
                </a:ext>
              </a:extLst>
            </p:cNvPr>
            <p:cNvSpPr/>
            <p:nvPr/>
          </p:nvSpPr>
          <p:spPr>
            <a:xfrm>
              <a:off x="6881962" y="4002919"/>
              <a:ext cx="12779" cy="26812"/>
            </a:xfrm>
            <a:custGeom>
              <a:avLst/>
              <a:gdLst>
                <a:gd name="connsiteX0" fmla="*/ 6390 w 12779"/>
                <a:gd name="connsiteY0" fmla="*/ 0 h 26812"/>
                <a:gd name="connsiteX1" fmla="*/ 0 w 12779"/>
                <a:gd name="connsiteY1" fmla="*/ 6384 h 26812"/>
                <a:gd name="connsiteX2" fmla="*/ 0 w 12779"/>
                <a:gd name="connsiteY2" fmla="*/ 20428 h 26812"/>
                <a:gd name="connsiteX3" fmla="*/ 6390 w 12779"/>
                <a:gd name="connsiteY3" fmla="*/ 26812 h 26812"/>
                <a:gd name="connsiteX4" fmla="*/ 12780 w 12779"/>
                <a:gd name="connsiteY4" fmla="*/ 20428 h 26812"/>
                <a:gd name="connsiteX5" fmla="*/ 12780 w 12779"/>
                <a:gd name="connsiteY5" fmla="*/ 6384 h 26812"/>
                <a:gd name="connsiteX6" fmla="*/ 6390 w 12779"/>
                <a:gd name="connsiteY6" fmla="*/ 0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6812">
                  <a:moveTo>
                    <a:pt x="6390" y="0"/>
                  </a:moveTo>
                  <a:cubicBezTo>
                    <a:pt x="2556" y="0"/>
                    <a:pt x="0" y="2553"/>
                    <a:pt x="0" y="6384"/>
                  </a:cubicBezTo>
                  <a:lnTo>
                    <a:pt x="0" y="20428"/>
                  </a:lnTo>
                  <a:cubicBezTo>
                    <a:pt x="0" y="24259"/>
                    <a:pt x="2556" y="26812"/>
                    <a:pt x="6390" y="26812"/>
                  </a:cubicBezTo>
                  <a:cubicBezTo>
                    <a:pt x="10224" y="26812"/>
                    <a:pt x="12780" y="24259"/>
                    <a:pt x="12780" y="20428"/>
                  </a:cubicBezTo>
                  <a:lnTo>
                    <a:pt x="12780" y="6384"/>
                  </a:lnTo>
                  <a:cubicBezTo>
                    <a:pt x="12780" y="2553"/>
                    <a:pt x="10224" y="0"/>
                    <a:pt x="6390" y="0"/>
                  </a:cubicBezTo>
                  <a:close/>
                </a:path>
              </a:pathLst>
            </a:custGeom>
            <a:solidFill>
              <a:srgbClr val="43B02A"/>
            </a:solidFill>
            <a:ln w="6390" cap="flat">
              <a:noFill/>
              <a:prstDash val="solid"/>
              <a:miter/>
            </a:ln>
          </p:spPr>
          <p:txBody>
            <a:bodyPr rtlCol="0" anchor="ctr"/>
            <a:lstStyle/>
            <a:p>
              <a:endParaRPr lang="en-US"/>
            </a:p>
          </p:txBody>
        </p:sp>
        <p:sp>
          <p:nvSpPr>
            <p:cNvPr id="909" name="Graphic 4">
              <a:extLst>
                <a:ext uri="{FF2B5EF4-FFF2-40B4-BE49-F238E27FC236}">
                  <a16:creationId xmlns:a16="http://schemas.microsoft.com/office/drawing/2014/main" id="{C1F84E22-A841-4844-8949-EAC1F60CDCA1}"/>
                </a:ext>
              </a:extLst>
            </p:cNvPr>
            <p:cNvSpPr/>
            <p:nvPr/>
          </p:nvSpPr>
          <p:spPr>
            <a:xfrm>
              <a:off x="6911355" y="4002919"/>
              <a:ext cx="12779" cy="26812"/>
            </a:xfrm>
            <a:custGeom>
              <a:avLst/>
              <a:gdLst>
                <a:gd name="connsiteX0" fmla="*/ 6390 w 12779"/>
                <a:gd name="connsiteY0" fmla="*/ 0 h 26812"/>
                <a:gd name="connsiteX1" fmla="*/ 0 w 12779"/>
                <a:gd name="connsiteY1" fmla="*/ 6384 h 26812"/>
                <a:gd name="connsiteX2" fmla="*/ 0 w 12779"/>
                <a:gd name="connsiteY2" fmla="*/ 20428 h 26812"/>
                <a:gd name="connsiteX3" fmla="*/ 6390 w 12779"/>
                <a:gd name="connsiteY3" fmla="*/ 26812 h 26812"/>
                <a:gd name="connsiteX4" fmla="*/ 12780 w 12779"/>
                <a:gd name="connsiteY4" fmla="*/ 20428 h 26812"/>
                <a:gd name="connsiteX5" fmla="*/ 12780 w 12779"/>
                <a:gd name="connsiteY5" fmla="*/ 6384 h 26812"/>
                <a:gd name="connsiteX6" fmla="*/ 6390 w 12779"/>
                <a:gd name="connsiteY6" fmla="*/ 0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6812">
                  <a:moveTo>
                    <a:pt x="6390" y="0"/>
                  </a:moveTo>
                  <a:cubicBezTo>
                    <a:pt x="2556" y="0"/>
                    <a:pt x="0" y="2553"/>
                    <a:pt x="0" y="6384"/>
                  </a:cubicBezTo>
                  <a:lnTo>
                    <a:pt x="0" y="20428"/>
                  </a:lnTo>
                  <a:cubicBezTo>
                    <a:pt x="0" y="24259"/>
                    <a:pt x="2556" y="26812"/>
                    <a:pt x="6390" y="26812"/>
                  </a:cubicBezTo>
                  <a:cubicBezTo>
                    <a:pt x="10224" y="26812"/>
                    <a:pt x="12780" y="24259"/>
                    <a:pt x="12780" y="20428"/>
                  </a:cubicBezTo>
                  <a:lnTo>
                    <a:pt x="12780" y="6384"/>
                  </a:lnTo>
                  <a:cubicBezTo>
                    <a:pt x="12780" y="2553"/>
                    <a:pt x="10224" y="0"/>
                    <a:pt x="6390" y="0"/>
                  </a:cubicBezTo>
                  <a:close/>
                </a:path>
              </a:pathLst>
            </a:custGeom>
            <a:solidFill>
              <a:srgbClr val="43B02A"/>
            </a:solidFill>
            <a:ln w="6390" cap="flat">
              <a:noFill/>
              <a:prstDash val="solid"/>
              <a:miter/>
            </a:ln>
          </p:spPr>
          <p:txBody>
            <a:bodyPr rtlCol="0" anchor="ctr"/>
            <a:lstStyle/>
            <a:p>
              <a:endParaRPr lang="en-US"/>
            </a:p>
          </p:txBody>
        </p:sp>
        <p:sp>
          <p:nvSpPr>
            <p:cNvPr id="910" name="Graphic 4">
              <a:extLst>
                <a:ext uri="{FF2B5EF4-FFF2-40B4-BE49-F238E27FC236}">
                  <a16:creationId xmlns:a16="http://schemas.microsoft.com/office/drawing/2014/main" id="{CD195A30-B924-6147-BCC9-810C2D09CD81}"/>
                </a:ext>
              </a:extLst>
            </p:cNvPr>
            <p:cNvSpPr/>
            <p:nvPr/>
          </p:nvSpPr>
          <p:spPr>
            <a:xfrm>
              <a:off x="6970782" y="4002919"/>
              <a:ext cx="12779" cy="26812"/>
            </a:xfrm>
            <a:custGeom>
              <a:avLst/>
              <a:gdLst>
                <a:gd name="connsiteX0" fmla="*/ 6390 w 12779"/>
                <a:gd name="connsiteY0" fmla="*/ 0 h 26812"/>
                <a:gd name="connsiteX1" fmla="*/ 0 w 12779"/>
                <a:gd name="connsiteY1" fmla="*/ 6384 h 26812"/>
                <a:gd name="connsiteX2" fmla="*/ 0 w 12779"/>
                <a:gd name="connsiteY2" fmla="*/ 20428 h 26812"/>
                <a:gd name="connsiteX3" fmla="*/ 6390 w 12779"/>
                <a:gd name="connsiteY3" fmla="*/ 26812 h 26812"/>
                <a:gd name="connsiteX4" fmla="*/ 12780 w 12779"/>
                <a:gd name="connsiteY4" fmla="*/ 20428 h 26812"/>
                <a:gd name="connsiteX5" fmla="*/ 12780 w 12779"/>
                <a:gd name="connsiteY5" fmla="*/ 6384 h 26812"/>
                <a:gd name="connsiteX6" fmla="*/ 6390 w 12779"/>
                <a:gd name="connsiteY6" fmla="*/ 0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6812">
                  <a:moveTo>
                    <a:pt x="6390" y="0"/>
                  </a:moveTo>
                  <a:cubicBezTo>
                    <a:pt x="2556" y="0"/>
                    <a:pt x="0" y="2553"/>
                    <a:pt x="0" y="6384"/>
                  </a:cubicBezTo>
                  <a:lnTo>
                    <a:pt x="0" y="20428"/>
                  </a:lnTo>
                  <a:cubicBezTo>
                    <a:pt x="0" y="24259"/>
                    <a:pt x="2556" y="26812"/>
                    <a:pt x="6390" y="26812"/>
                  </a:cubicBezTo>
                  <a:cubicBezTo>
                    <a:pt x="10224" y="26812"/>
                    <a:pt x="12780" y="24259"/>
                    <a:pt x="12780" y="20428"/>
                  </a:cubicBezTo>
                  <a:lnTo>
                    <a:pt x="12780" y="6384"/>
                  </a:lnTo>
                  <a:cubicBezTo>
                    <a:pt x="12780" y="2553"/>
                    <a:pt x="9585" y="0"/>
                    <a:pt x="6390" y="0"/>
                  </a:cubicBezTo>
                  <a:close/>
                </a:path>
              </a:pathLst>
            </a:custGeom>
            <a:solidFill>
              <a:srgbClr val="43B02A"/>
            </a:solidFill>
            <a:ln w="6390" cap="flat">
              <a:noFill/>
              <a:prstDash val="solid"/>
              <a:miter/>
            </a:ln>
          </p:spPr>
          <p:txBody>
            <a:bodyPr rtlCol="0" anchor="ctr"/>
            <a:lstStyle/>
            <a:p>
              <a:endParaRPr lang="en-US"/>
            </a:p>
          </p:txBody>
        </p:sp>
        <p:sp>
          <p:nvSpPr>
            <p:cNvPr id="911" name="Graphic 4">
              <a:extLst>
                <a:ext uri="{FF2B5EF4-FFF2-40B4-BE49-F238E27FC236}">
                  <a16:creationId xmlns:a16="http://schemas.microsoft.com/office/drawing/2014/main" id="{E25C5966-AC7A-2644-880D-C35FFDAB20ED}"/>
                </a:ext>
              </a:extLst>
            </p:cNvPr>
            <p:cNvSpPr/>
            <p:nvPr/>
          </p:nvSpPr>
          <p:spPr>
            <a:xfrm>
              <a:off x="6940749" y="4002919"/>
              <a:ext cx="12779" cy="26812"/>
            </a:xfrm>
            <a:custGeom>
              <a:avLst/>
              <a:gdLst>
                <a:gd name="connsiteX0" fmla="*/ 6390 w 12779"/>
                <a:gd name="connsiteY0" fmla="*/ 0 h 26812"/>
                <a:gd name="connsiteX1" fmla="*/ 0 w 12779"/>
                <a:gd name="connsiteY1" fmla="*/ 6384 h 26812"/>
                <a:gd name="connsiteX2" fmla="*/ 0 w 12779"/>
                <a:gd name="connsiteY2" fmla="*/ 20428 h 26812"/>
                <a:gd name="connsiteX3" fmla="*/ 6390 w 12779"/>
                <a:gd name="connsiteY3" fmla="*/ 26812 h 26812"/>
                <a:gd name="connsiteX4" fmla="*/ 12780 w 12779"/>
                <a:gd name="connsiteY4" fmla="*/ 20428 h 26812"/>
                <a:gd name="connsiteX5" fmla="*/ 12780 w 12779"/>
                <a:gd name="connsiteY5" fmla="*/ 6384 h 26812"/>
                <a:gd name="connsiteX6" fmla="*/ 6390 w 12779"/>
                <a:gd name="connsiteY6" fmla="*/ 0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6812">
                  <a:moveTo>
                    <a:pt x="6390" y="0"/>
                  </a:moveTo>
                  <a:cubicBezTo>
                    <a:pt x="2556" y="0"/>
                    <a:pt x="0" y="2553"/>
                    <a:pt x="0" y="6384"/>
                  </a:cubicBezTo>
                  <a:lnTo>
                    <a:pt x="0" y="20428"/>
                  </a:lnTo>
                  <a:cubicBezTo>
                    <a:pt x="0" y="24259"/>
                    <a:pt x="2556" y="26812"/>
                    <a:pt x="6390" y="26812"/>
                  </a:cubicBezTo>
                  <a:cubicBezTo>
                    <a:pt x="10225" y="26812"/>
                    <a:pt x="12780" y="24259"/>
                    <a:pt x="12780" y="20428"/>
                  </a:cubicBezTo>
                  <a:lnTo>
                    <a:pt x="12780" y="6384"/>
                  </a:lnTo>
                  <a:cubicBezTo>
                    <a:pt x="12780" y="2553"/>
                    <a:pt x="10225" y="0"/>
                    <a:pt x="6390" y="0"/>
                  </a:cubicBezTo>
                  <a:close/>
                </a:path>
              </a:pathLst>
            </a:custGeom>
            <a:solidFill>
              <a:srgbClr val="43B02A"/>
            </a:solidFill>
            <a:ln w="6390" cap="flat">
              <a:noFill/>
              <a:prstDash val="solid"/>
              <a:miter/>
            </a:ln>
          </p:spPr>
          <p:txBody>
            <a:bodyPr rtlCol="0" anchor="ctr"/>
            <a:lstStyle/>
            <a:p>
              <a:endParaRPr lang="en-US"/>
            </a:p>
          </p:txBody>
        </p:sp>
      </p:grpSp>
      <p:grpSp>
        <p:nvGrpSpPr>
          <p:cNvPr id="912" name="Graphic 4">
            <a:extLst>
              <a:ext uri="{FF2B5EF4-FFF2-40B4-BE49-F238E27FC236}">
                <a16:creationId xmlns:a16="http://schemas.microsoft.com/office/drawing/2014/main" id="{EA968E15-49D4-EE40-9BC4-E09402095659}"/>
              </a:ext>
            </a:extLst>
          </p:cNvPr>
          <p:cNvGrpSpPr/>
          <p:nvPr/>
        </p:nvGrpSpPr>
        <p:grpSpPr>
          <a:xfrm>
            <a:off x="7197248" y="2855717"/>
            <a:ext cx="362309" cy="361971"/>
            <a:chOff x="6146480" y="2855717"/>
            <a:chExt cx="362309" cy="361971"/>
          </a:xfrm>
          <a:solidFill>
            <a:srgbClr val="43B02A"/>
          </a:solidFill>
        </p:grpSpPr>
        <p:sp>
          <p:nvSpPr>
            <p:cNvPr id="913" name="Graphic 4">
              <a:extLst>
                <a:ext uri="{FF2B5EF4-FFF2-40B4-BE49-F238E27FC236}">
                  <a16:creationId xmlns:a16="http://schemas.microsoft.com/office/drawing/2014/main" id="{20F5ABF4-C9D5-BF4C-8779-6D7FE9839E57}"/>
                </a:ext>
              </a:extLst>
            </p:cNvPr>
            <p:cNvSpPr/>
            <p:nvPr/>
          </p:nvSpPr>
          <p:spPr>
            <a:xfrm>
              <a:off x="6235939" y="3091925"/>
              <a:ext cx="26198" cy="20428"/>
            </a:xfrm>
            <a:custGeom>
              <a:avLst/>
              <a:gdLst>
                <a:gd name="connsiteX0" fmla="*/ 639 w 26198"/>
                <a:gd name="connsiteY0" fmla="*/ 0 h 20428"/>
                <a:gd name="connsiteX1" fmla="*/ 639 w 26198"/>
                <a:gd name="connsiteY1" fmla="*/ 0 h 20428"/>
                <a:gd name="connsiteX2" fmla="*/ 0 w 26198"/>
                <a:gd name="connsiteY2" fmla="*/ 20429 h 20428"/>
                <a:gd name="connsiteX3" fmla="*/ 26199 w 26198"/>
                <a:gd name="connsiteY3" fmla="*/ 20429 h 20428"/>
                <a:gd name="connsiteX4" fmla="*/ 26199 w 26198"/>
                <a:gd name="connsiteY4" fmla="*/ 5746 h 20428"/>
                <a:gd name="connsiteX5" fmla="*/ 639 w 26198"/>
                <a:gd name="connsiteY5" fmla="*/ 0 h 20428"/>
                <a:gd name="connsiteX6" fmla="*/ 639 w 26198"/>
                <a:gd name="connsiteY6" fmla="*/ 0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98" h="20428">
                  <a:moveTo>
                    <a:pt x="639" y="0"/>
                  </a:moveTo>
                  <a:lnTo>
                    <a:pt x="639" y="0"/>
                  </a:lnTo>
                  <a:lnTo>
                    <a:pt x="0" y="20429"/>
                  </a:lnTo>
                  <a:lnTo>
                    <a:pt x="26199" y="20429"/>
                  </a:lnTo>
                  <a:lnTo>
                    <a:pt x="26199" y="5746"/>
                  </a:lnTo>
                  <a:cubicBezTo>
                    <a:pt x="11502" y="3192"/>
                    <a:pt x="1278" y="0"/>
                    <a:pt x="639" y="0"/>
                  </a:cubicBezTo>
                  <a:lnTo>
                    <a:pt x="639" y="0"/>
                  </a:lnTo>
                  <a:close/>
                </a:path>
              </a:pathLst>
            </a:custGeom>
            <a:solidFill>
              <a:srgbClr val="43B02A"/>
            </a:solidFill>
            <a:ln w="6390" cap="flat">
              <a:noFill/>
              <a:prstDash val="solid"/>
              <a:miter/>
            </a:ln>
          </p:spPr>
          <p:txBody>
            <a:bodyPr rtlCol="0" anchor="ctr"/>
            <a:lstStyle/>
            <a:p>
              <a:endParaRPr lang="en-US"/>
            </a:p>
          </p:txBody>
        </p:sp>
        <p:sp>
          <p:nvSpPr>
            <p:cNvPr id="914" name="Graphic 4">
              <a:extLst>
                <a:ext uri="{FF2B5EF4-FFF2-40B4-BE49-F238E27FC236}">
                  <a16:creationId xmlns:a16="http://schemas.microsoft.com/office/drawing/2014/main" id="{BD0539C5-8E7A-624F-8696-9C0060B4A7C5}"/>
                </a:ext>
              </a:extLst>
            </p:cNvPr>
            <p:cNvSpPr/>
            <p:nvPr/>
          </p:nvSpPr>
          <p:spPr>
            <a:xfrm>
              <a:off x="6262777" y="2960415"/>
              <a:ext cx="130354" cy="47879"/>
            </a:xfrm>
            <a:custGeom>
              <a:avLst/>
              <a:gdLst>
                <a:gd name="connsiteX0" fmla="*/ 130355 w 130354"/>
                <a:gd name="connsiteY0" fmla="*/ 47880 h 47879"/>
                <a:gd name="connsiteX1" fmla="*/ 118214 w 130354"/>
                <a:gd name="connsiteY1" fmla="*/ 10214 h 47879"/>
                <a:gd name="connsiteX2" fmla="*/ 101600 w 130354"/>
                <a:gd name="connsiteY2" fmla="*/ 0 h 47879"/>
                <a:gd name="connsiteX3" fmla="*/ 24921 w 130354"/>
                <a:gd name="connsiteY3" fmla="*/ 0 h 47879"/>
                <a:gd name="connsiteX4" fmla="*/ 10863 w 130354"/>
                <a:gd name="connsiteY4" fmla="*/ 12768 h 47879"/>
                <a:gd name="connsiteX5" fmla="*/ 0 w 130354"/>
                <a:gd name="connsiteY5" fmla="*/ 47241 h 47879"/>
                <a:gd name="connsiteX6" fmla="*/ 130355 w 130354"/>
                <a:gd name="connsiteY6" fmla="*/ 47880 h 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354" h="47879">
                  <a:moveTo>
                    <a:pt x="130355" y="47880"/>
                  </a:moveTo>
                  <a:lnTo>
                    <a:pt x="118214" y="10214"/>
                  </a:lnTo>
                  <a:cubicBezTo>
                    <a:pt x="115019" y="3830"/>
                    <a:pt x="108629" y="0"/>
                    <a:pt x="101600" y="0"/>
                  </a:cubicBezTo>
                  <a:lnTo>
                    <a:pt x="24921" y="0"/>
                  </a:lnTo>
                  <a:cubicBezTo>
                    <a:pt x="15336" y="0"/>
                    <a:pt x="10863" y="12768"/>
                    <a:pt x="10863" y="12768"/>
                  </a:cubicBezTo>
                  <a:lnTo>
                    <a:pt x="0" y="47241"/>
                  </a:lnTo>
                  <a:lnTo>
                    <a:pt x="130355" y="47880"/>
                  </a:lnTo>
                  <a:close/>
                </a:path>
              </a:pathLst>
            </a:custGeom>
            <a:solidFill>
              <a:srgbClr val="43B02A"/>
            </a:solidFill>
            <a:ln w="6390" cap="flat">
              <a:noFill/>
              <a:prstDash val="solid"/>
              <a:miter/>
            </a:ln>
          </p:spPr>
          <p:txBody>
            <a:bodyPr rtlCol="0" anchor="ctr"/>
            <a:lstStyle/>
            <a:p>
              <a:endParaRPr lang="en-US"/>
            </a:p>
          </p:txBody>
        </p:sp>
        <p:sp>
          <p:nvSpPr>
            <p:cNvPr id="915" name="Graphic 4">
              <a:extLst>
                <a:ext uri="{FF2B5EF4-FFF2-40B4-BE49-F238E27FC236}">
                  <a16:creationId xmlns:a16="http://schemas.microsoft.com/office/drawing/2014/main" id="{EF35A717-6DA7-B746-89C9-8A532E79430D}"/>
                </a:ext>
              </a:extLst>
            </p:cNvPr>
            <p:cNvSpPr/>
            <p:nvPr/>
          </p:nvSpPr>
          <p:spPr>
            <a:xfrm>
              <a:off x="6230827" y="3021063"/>
              <a:ext cx="194254" cy="68637"/>
            </a:xfrm>
            <a:custGeom>
              <a:avLst/>
              <a:gdLst>
                <a:gd name="connsiteX0" fmla="*/ 194254 w 194254"/>
                <a:gd name="connsiteY0" fmla="*/ 53625 h 68637"/>
                <a:gd name="connsiteX1" fmla="*/ 194254 w 194254"/>
                <a:gd name="connsiteY1" fmla="*/ 26174 h 68637"/>
                <a:gd name="connsiteX2" fmla="*/ 166138 w 194254"/>
                <a:gd name="connsiteY2" fmla="*/ 0 h 68637"/>
                <a:gd name="connsiteX3" fmla="*/ 26838 w 194254"/>
                <a:gd name="connsiteY3" fmla="*/ 0 h 68637"/>
                <a:gd name="connsiteX4" fmla="*/ 0 w 194254"/>
                <a:gd name="connsiteY4" fmla="*/ 26813 h 68637"/>
                <a:gd name="connsiteX5" fmla="*/ 0 w 194254"/>
                <a:gd name="connsiteY5" fmla="*/ 52349 h 68637"/>
                <a:gd name="connsiteX6" fmla="*/ 9585 w 194254"/>
                <a:gd name="connsiteY6" fmla="*/ 58733 h 68637"/>
                <a:gd name="connsiteX7" fmla="*/ 72207 w 194254"/>
                <a:gd name="connsiteY7" fmla="*/ 68308 h 68637"/>
                <a:gd name="connsiteX8" fmla="*/ 175723 w 194254"/>
                <a:gd name="connsiteY8" fmla="*/ 62563 h 68637"/>
                <a:gd name="connsiteX9" fmla="*/ 194254 w 194254"/>
                <a:gd name="connsiteY9" fmla="*/ 53625 h 68637"/>
                <a:gd name="connsiteX10" fmla="*/ 85625 w 194254"/>
                <a:gd name="connsiteY10" fmla="*/ 61286 h 68637"/>
                <a:gd name="connsiteX11" fmla="*/ 56871 w 194254"/>
                <a:gd name="connsiteY11" fmla="*/ 61286 h 68637"/>
                <a:gd name="connsiteX12" fmla="*/ 50481 w 194254"/>
                <a:gd name="connsiteY12" fmla="*/ 54902 h 68637"/>
                <a:gd name="connsiteX13" fmla="*/ 50481 w 194254"/>
                <a:gd name="connsiteY13" fmla="*/ 51710 h 68637"/>
                <a:gd name="connsiteX14" fmla="*/ 52398 w 194254"/>
                <a:gd name="connsiteY14" fmla="*/ 46603 h 68637"/>
                <a:gd name="connsiteX15" fmla="*/ 69650 w 194254"/>
                <a:gd name="connsiteY15" fmla="*/ 30643 h 68637"/>
                <a:gd name="connsiteX16" fmla="*/ 76040 w 194254"/>
                <a:gd name="connsiteY16" fmla="*/ 19152 h 68637"/>
                <a:gd name="connsiteX17" fmla="*/ 74124 w 194254"/>
                <a:gd name="connsiteY17" fmla="*/ 16598 h 68637"/>
                <a:gd name="connsiteX18" fmla="*/ 64539 w 194254"/>
                <a:gd name="connsiteY18" fmla="*/ 19790 h 68637"/>
                <a:gd name="connsiteX19" fmla="*/ 55593 w 194254"/>
                <a:gd name="connsiteY19" fmla="*/ 20429 h 68637"/>
                <a:gd name="connsiteX20" fmla="*/ 54954 w 194254"/>
                <a:gd name="connsiteY20" fmla="*/ 12130 h 68637"/>
                <a:gd name="connsiteX21" fmla="*/ 80513 w 194254"/>
                <a:gd name="connsiteY21" fmla="*/ 5746 h 68637"/>
                <a:gd name="connsiteX22" fmla="*/ 89459 w 194254"/>
                <a:gd name="connsiteY22" fmla="*/ 17875 h 68637"/>
                <a:gd name="connsiteX23" fmla="*/ 79235 w 194254"/>
                <a:gd name="connsiteY23" fmla="*/ 40219 h 68637"/>
                <a:gd name="connsiteX24" fmla="*/ 70929 w 194254"/>
                <a:gd name="connsiteY24" fmla="*/ 47880 h 68637"/>
                <a:gd name="connsiteX25" fmla="*/ 86264 w 194254"/>
                <a:gd name="connsiteY25" fmla="*/ 47880 h 68637"/>
                <a:gd name="connsiteX26" fmla="*/ 92654 w 194254"/>
                <a:gd name="connsiteY26" fmla="*/ 54264 h 68637"/>
                <a:gd name="connsiteX27" fmla="*/ 85625 w 194254"/>
                <a:gd name="connsiteY27" fmla="*/ 61286 h 68637"/>
                <a:gd name="connsiteX28" fmla="*/ 85625 w 194254"/>
                <a:gd name="connsiteY28" fmla="*/ 61286 h 68637"/>
                <a:gd name="connsiteX29" fmla="*/ 130355 w 194254"/>
                <a:gd name="connsiteY29" fmla="*/ 40219 h 68637"/>
                <a:gd name="connsiteX30" fmla="*/ 121409 w 194254"/>
                <a:gd name="connsiteY30" fmla="*/ 40219 h 68637"/>
                <a:gd name="connsiteX31" fmla="*/ 121409 w 194254"/>
                <a:gd name="connsiteY31" fmla="*/ 49157 h 68637"/>
                <a:gd name="connsiteX32" fmla="*/ 115019 w 194254"/>
                <a:gd name="connsiteY32" fmla="*/ 55541 h 68637"/>
                <a:gd name="connsiteX33" fmla="*/ 108629 w 194254"/>
                <a:gd name="connsiteY33" fmla="*/ 49157 h 68637"/>
                <a:gd name="connsiteX34" fmla="*/ 108629 w 194254"/>
                <a:gd name="connsiteY34" fmla="*/ 40219 h 68637"/>
                <a:gd name="connsiteX35" fmla="*/ 99683 w 194254"/>
                <a:gd name="connsiteY35" fmla="*/ 40219 h 68637"/>
                <a:gd name="connsiteX36" fmla="*/ 93293 w 194254"/>
                <a:gd name="connsiteY36" fmla="*/ 33835 h 68637"/>
                <a:gd name="connsiteX37" fmla="*/ 99683 w 194254"/>
                <a:gd name="connsiteY37" fmla="*/ 27451 h 68637"/>
                <a:gd name="connsiteX38" fmla="*/ 108629 w 194254"/>
                <a:gd name="connsiteY38" fmla="*/ 27451 h 68637"/>
                <a:gd name="connsiteX39" fmla="*/ 108629 w 194254"/>
                <a:gd name="connsiteY39" fmla="*/ 19152 h 68637"/>
                <a:gd name="connsiteX40" fmla="*/ 115019 w 194254"/>
                <a:gd name="connsiteY40" fmla="*/ 12768 h 68637"/>
                <a:gd name="connsiteX41" fmla="*/ 121409 w 194254"/>
                <a:gd name="connsiteY41" fmla="*/ 19152 h 68637"/>
                <a:gd name="connsiteX42" fmla="*/ 121409 w 194254"/>
                <a:gd name="connsiteY42" fmla="*/ 27451 h 68637"/>
                <a:gd name="connsiteX43" fmla="*/ 130355 w 194254"/>
                <a:gd name="connsiteY43" fmla="*/ 27451 h 68637"/>
                <a:gd name="connsiteX44" fmla="*/ 136745 w 194254"/>
                <a:gd name="connsiteY44" fmla="*/ 33835 h 68637"/>
                <a:gd name="connsiteX45" fmla="*/ 130355 w 194254"/>
                <a:gd name="connsiteY45" fmla="*/ 40219 h 68637"/>
                <a:gd name="connsiteX46" fmla="*/ 130355 w 194254"/>
                <a:gd name="connsiteY46" fmla="*/ 40219 h 6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94254" h="68637">
                  <a:moveTo>
                    <a:pt x="194254" y="53625"/>
                  </a:moveTo>
                  <a:lnTo>
                    <a:pt x="194254" y="26174"/>
                  </a:lnTo>
                  <a:cubicBezTo>
                    <a:pt x="192337" y="12130"/>
                    <a:pt x="180196" y="1277"/>
                    <a:pt x="166138" y="0"/>
                  </a:cubicBezTo>
                  <a:lnTo>
                    <a:pt x="26838" y="0"/>
                  </a:lnTo>
                  <a:cubicBezTo>
                    <a:pt x="4473" y="0"/>
                    <a:pt x="639" y="23621"/>
                    <a:pt x="0" y="26813"/>
                  </a:cubicBezTo>
                  <a:lnTo>
                    <a:pt x="0" y="52349"/>
                  </a:lnTo>
                  <a:cubicBezTo>
                    <a:pt x="0" y="53625"/>
                    <a:pt x="4473" y="56817"/>
                    <a:pt x="9585" y="58733"/>
                  </a:cubicBezTo>
                  <a:cubicBezTo>
                    <a:pt x="30033" y="63840"/>
                    <a:pt x="51119" y="67032"/>
                    <a:pt x="72207" y="68308"/>
                  </a:cubicBezTo>
                  <a:cubicBezTo>
                    <a:pt x="107990" y="69585"/>
                    <a:pt x="156553" y="67032"/>
                    <a:pt x="175723" y="62563"/>
                  </a:cubicBezTo>
                  <a:cubicBezTo>
                    <a:pt x="182752" y="61925"/>
                    <a:pt x="189142" y="58733"/>
                    <a:pt x="194254" y="53625"/>
                  </a:cubicBezTo>
                  <a:close/>
                  <a:moveTo>
                    <a:pt x="85625" y="61286"/>
                  </a:moveTo>
                  <a:lnTo>
                    <a:pt x="56871" y="61286"/>
                  </a:lnTo>
                  <a:cubicBezTo>
                    <a:pt x="53037" y="61286"/>
                    <a:pt x="50481" y="58733"/>
                    <a:pt x="50481" y="54902"/>
                  </a:cubicBezTo>
                  <a:lnTo>
                    <a:pt x="50481" y="51710"/>
                  </a:lnTo>
                  <a:cubicBezTo>
                    <a:pt x="50481" y="49795"/>
                    <a:pt x="51119" y="47880"/>
                    <a:pt x="52398" y="46603"/>
                  </a:cubicBezTo>
                  <a:cubicBezTo>
                    <a:pt x="52398" y="46603"/>
                    <a:pt x="60704" y="38942"/>
                    <a:pt x="69650" y="30643"/>
                  </a:cubicBezTo>
                  <a:cubicBezTo>
                    <a:pt x="74762" y="25536"/>
                    <a:pt x="76679" y="21706"/>
                    <a:pt x="76040" y="19152"/>
                  </a:cubicBezTo>
                  <a:cubicBezTo>
                    <a:pt x="76040" y="19152"/>
                    <a:pt x="76040" y="17875"/>
                    <a:pt x="74124" y="16598"/>
                  </a:cubicBezTo>
                  <a:cubicBezTo>
                    <a:pt x="69650" y="14045"/>
                    <a:pt x="65177" y="19152"/>
                    <a:pt x="64539" y="19790"/>
                  </a:cubicBezTo>
                  <a:cubicBezTo>
                    <a:pt x="61982" y="22344"/>
                    <a:pt x="58149" y="22344"/>
                    <a:pt x="55593" y="20429"/>
                  </a:cubicBezTo>
                  <a:cubicBezTo>
                    <a:pt x="53037" y="18514"/>
                    <a:pt x="53037" y="14683"/>
                    <a:pt x="54954" y="12130"/>
                  </a:cubicBezTo>
                  <a:cubicBezTo>
                    <a:pt x="60704" y="3830"/>
                    <a:pt x="71567" y="1277"/>
                    <a:pt x="80513" y="5746"/>
                  </a:cubicBezTo>
                  <a:cubicBezTo>
                    <a:pt x="84986" y="7661"/>
                    <a:pt x="88820" y="12130"/>
                    <a:pt x="89459" y="17875"/>
                  </a:cubicBezTo>
                  <a:cubicBezTo>
                    <a:pt x="89459" y="26174"/>
                    <a:pt x="85625" y="34473"/>
                    <a:pt x="79235" y="40219"/>
                  </a:cubicBezTo>
                  <a:cubicBezTo>
                    <a:pt x="76040" y="42773"/>
                    <a:pt x="73484" y="45965"/>
                    <a:pt x="70929" y="47880"/>
                  </a:cubicBezTo>
                  <a:lnTo>
                    <a:pt x="86264" y="47880"/>
                  </a:lnTo>
                  <a:cubicBezTo>
                    <a:pt x="90098" y="47880"/>
                    <a:pt x="92654" y="50433"/>
                    <a:pt x="92654" y="54264"/>
                  </a:cubicBezTo>
                  <a:cubicBezTo>
                    <a:pt x="92654" y="58094"/>
                    <a:pt x="88820" y="61286"/>
                    <a:pt x="85625" y="61286"/>
                  </a:cubicBezTo>
                  <a:lnTo>
                    <a:pt x="85625" y="61286"/>
                  </a:lnTo>
                  <a:close/>
                  <a:moveTo>
                    <a:pt x="130355" y="40219"/>
                  </a:moveTo>
                  <a:lnTo>
                    <a:pt x="121409" y="40219"/>
                  </a:lnTo>
                  <a:lnTo>
                    <a:pt x="121409" y="49157"/>
                  </a:lnTo>
                  <a:cubicBezTo>
                    <a:pt x="121409" y="52987"/>
                    <a:pt x="118853" y="55541"/>
                    <a:pt x="115019" y="55541"/>
                  </a:cubicBezTo>
                  <a:cubicBezTo>
                    <a:pt x="111185" y="55541"/>
                    <a:pt x="108629" y="52987"/>
                    <a:pt x="108629" y="49157"/>
                  </a:cubicBezTo>
                  <a:lnTo>
                    <a:pt x="108629" y="40219"/>
                  </a:lnTo>
                  <a:lnTo>
                    <a:pt x="99683" y="40219"/>
                  </a:lnTo>
                  <a:cubicBezTo>
                    <a:pt x="95849" y="40219"/>
                    <a:pt x="93293" y="37665"/>
                    <a:pt x="93293" y="33835"/>
                  </a:cubicBezTo>
                  <a:cubicBezTo>
                    <a:pt x="93293" y="30005"/>
                    <a:pt x="95849" y="27451"/>
                    <a:pt x="99683" y="27451"/>
                  </a:cubicBezTo>
                  <a:lnTo>
                    <a:pt x="108629" y="27451"/>
                  </a:lnTo>
                  <a:lnTo>
                    <a:pt x="108629" y="19152"/>
                  </a:lnTo>
                  <a:cubicBezTo>
                    <a:pt x="108629" y="15322"/>
                    <a:pt x="111185" y="12768"/>
                    <a:pt x="115019" y="12768"/>
                  </a:cubicBezTo>
                  <a:cubicBezTo>
                    <a:pt x="118853" y="12768"/>
                    <a:pt x="121409" y="15322"/>
                    <a:pt x="121409" y="19152"/>
                  </a:cubicBezTo>
                  <a:lnTo>
                    <a:pt x="121409" y="27451"/>
                  </a:lnTo>
                  <a:lnTo>
                    <a:pt x="130355" y="27451"/>
                  </a:lnTo>
                  <a:cubicBezTo>
                    <a:pt x="134189" y="27451"/>
                    <a:pt x="136745" y="30005"/>
                    <a:pt x="136745" y="33835"/>
                  </a:cubicBezTo>
                  <a:cubicBezTo>
                    <a:pt x="136745" y="37665"/>
                    <a:pt x="133550" y="40219"/>
                    <a:pt x="130355" y="40219"/>
                  </a:cubicBezTo>
                  <a:lnTo>
                    <a:pt x="130355" y="40219"/>
                  </a:lnTo>
                  <a:close/>
                </a:path>
              </a:pathLst>
            </a:custGeom>
            <a:solidFill>
              <a:srgbClr val="43B02A"/>
            </a:solidFill>
            <a:ln w="6390" cap="flat">
              <a:noFill/>
              <a:prstDash val="solid"/>
              <a:miter/>
            </a:ln>
          </p:spPr>
          <p:txBody>
            <a:bodyPr rtlCol="0" anchor="ctr"/>
            <a:lstStyle/>
            <a:p>
              <a:endParaRPr lang="en-US"/>
            </a:p>
          </p:txBody>
        </p:sp>
        <p:sp>
          <p:nvSpPr>
            <p:cNvPr id="916" name="Graphic 4">
              <a:extLst>
                <a:ext uri="{FF2B5EF4-FFF2-40B4-BE49-F238E27FC236}">
                  <a16:creationId xmlns:a16="http://schemas.microsoft.com/office/drawing/2014/main" id="{F64C6496-3780-104B-89D2-97B2865F9E7B}"/>
                </a:ext>
              </a:extLst>
            </p:cNvPr>
            <p:cNvSpPr/>
            <p:nvPr/>
          </p:nvSpPr>
          <p:spPr>
            <a:xfrm>
              <a:off x="6391854" y="3093201"/>
              <a:ext cx="26198" cy="19151"/>
            </a:xfrm>
            <a:custGeom>
              <a:avLst/>
              <a:gdLst>
                <a:gd name="connsiteX0" fmla="*/ 0 w 26198"/>
                <a:gd name="connsiteY0" fmla="*/ 5746 h 19151"/>
                <a:gd name="connsiteX1" fmla="*/ 0 w 26198"/>
                <a:gd name="connsiteY1" fmla="*/ 19152 h 19151"/>
                <a:gd name="connsiteX2" fmla="*/ 26199 w 26198"/>
                <a:gd name="connsiteY2" fmla="*/ 19152 h 19151"/>
                <a:gd name="connsiteX3" fmla="*/ 26199 w 26198"/>
                <a:gd name="connsiteY3" fmla="*/ 0 h 19151"/>
                <a:gd name="connsiteX4" fmla="*/ 17892 w 26198"/>
                <a:gd name="connsiteY4" fmla="*/ 2554 h 19151"/>
                <a:gd name="connsiteX5" fmla="*/ 0 w 26198"/>
                <a:gd name="connsiteY5" fmla="*/ 5746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98" h="19151">
                  <a:moveTo>
                    <a:pt x="0" y="5746"/>
                  </a:moveTo>
                  <a:lnTo>
                    <a:pt x="0" y="19152"/>
                  </a:lnTo>
                  <a:lnTo>
                    <a:pt x="26199" y="19152"/>
                  </a:lnTo>
                  <a:lnTo>
                    <a:pt x="26199" y="0"/>
                  </a:lnTo>
                  <a:cubicBezTo>
                    <a:pt x="23643" y="1277"/>
                    <a:pt x="20448" y="1915"/>
                    <a:pt x="17892" y="2554"/>
                  </a:cubicBezTo>
                  <a:cubicBezTo>
                    <a:pt x="12141" y="3830"/>
                    <a:pt x="6390" y="5107"/>
                    <a:pt x="0" y="5746"/>
                  </a:cubicBezTo>
                  <a:close/>
                </a:path>
              </a:pathLst>
            </a:custGeom>
            <a:solidFill>
              <a:srgbClr val="43B02A"/>
            </a:solidFill>
            <a:ln w="6390" cap="flat">
              <a:noFill/>
              <a:prstDash val="solid"/>
              <a:miter/>
            </a:ln>
          </p:spPr>
          <p:txBody>
            <a:bodyPr rtlCol="0" anchor="ctr"/>
            <a:lstStyle/>
            <a:p>
              <a:endParaRPr lang="en-US"/>
            </a:p>
          </p:txBody>
        </p:sp>
        <p:sp>
          <p:nvSpPr>
            <p:cNvPr id="917" name="Graphic 4">
              <a:extLst>
                <a:ext uri="{FF2B5EF4-FFF2-40B4-BE49-F238E27FC236}">
                  <a16:creationId xmlns:a16="http://schemas.microsoft.com/office/drawing/2014/main" id="{8F69810C-F82B-D548-8411-586DE82F7999}"/>
                </a:ext>
              </a:extLst>
            </p:cNvPr>
            <p:cNvSpPr/>
            <p:nvPr/>
          </p:nvSpPr>
          <p:spPr>
            <a:xfrm>
              <a:off x="6146480" y="2855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91381 w 362309"/>
                <a:gd name="connsiteY6" fmla="*/ 220247 h 361971"/>
                <a:gd name="connsiteX7" fmla="*/ 291381 w 362309"/>
                <a:gd name="connsiteY7" fmla="*/ 222163 h 361971"/>
                <a:gd name="connsiteX8" fmla="*/ 284991 w 362309"/>
                <a:gd name="connsiteY8" fmla="*/ 230462 h 361971"/>
                <a:gd name="connsiteX9" fmla="*/ 284991 w 362309"/>
                <a:gd name="connsiteY9" fmla="*/ 263020 h 361971"/>
                <a:gd name="connsiteX10" fmla="*/ 278601 w 362309"/>
                <a:gd name="connsiteY10" fmla="*/ 269404 h 361971"/>
                <a:gd name="connsiteX11" fmla="*/ 239623 w 362309"/>
                <a:gd name="connsiteY11" fmla="*/ 269404 h 361971"/>
                <a:gd name="connsiteX12" fmla="*/ 233233 w 362309"/>
                <a:gd name="connsiteY12" fmla="*/ 263020 h 361971"/>
                <a:gd name="connsiteX13" fmla="*/ 233233 w 362309"/>
                <a:gd name="connsiteY13" fmla="*/ 244506 h 361971"/>
                <a:gd name="connsiteX14" fmla="*/ 178279 w 362309"/>
                <a:gd name="connsiteY14" fmla="*/ 247060 h 361971"/>
                <a:gd name="connsiteX15" fmla="*/ 156553 w 362309"/>
                <a:gd name="connsiteY15" fmla="*/ 246422 h 361971"/>
                <a:gd name="connsiteX16" fmla="*/ 129076 w 362309"/>
                <a:gd name="connsiteY16" fmla="*/ 243868 h 361971"/>
                <a:gd name="connsiteX17" fmla="*/ 129076 w 362309"/>
                <a:gd name="connsiteY17" fmla="*/ 263020 h 361971"/>
                <a:gd name="connsiteX18" fmla="*/ 122686 w 362309"/>
                <a:gd name="connsiteY18" fmla="*/ 269404 h 361971"/>
                <a:gd name="connsiteX19" fmla="*/ 83708 w 362309"/>
                <a:gd name="connsiteY19" fmla="*/ 269404 h 361971"/>
                <a:gd name="connsiteX20" fmla="*/ 77318 w 362309"/>
                <a:gd name="connsiteY20" fmla="*/ 263020 h 361971"/>
                <a:gd name="connsiteX21" fmla="*/ 77318 w 362309"/>
                <a:gd name="connsiteY21" fmla="*/ 229185 h 361971"/>
                <a:gd name="connsiteX22" fmla="*/ 71567 w 362309"/>
                <a:gd name="connsiteY22" fmla="*/ 217694 h 361971"/>
                <a:gd name="connsiteX23" fmla="*/ 71567 w 362309"/>
                <a:gd name="connsiteY23" fmla="*/ 190881 h 361971"/>
                <a:gd name="connsiteX24" fmla="*/ 102878 w 362309"/>
                <a:gd name="connsiteY24" fmla="*/ 153216 h 361971"/>
                <a:gd name="connsiteX25" fmla="*/ 104156 w 362309"/>
                <a:gd name="connsiteY25" fmla="*/ 148747 h 361971"/>
                <a:gd name="connsiteX26" fmla="*/ 90098 w 362309"/>
                <a:gd name="connsiteY26" fmla="*/ 148747 h 361971"/>
                <a:gd name="connsiteX27" fmla="*/ 83708 w 362309"/>
                <a:gd name="connsiteY27" fmla="*/ 142363 h 361971"/>
                <a:gd name="connsiteX28" fmla="*/ 90098 w 362309"/>
                <a:gd name="connsiteY28" fmla="*/ 135979 h 361971"/>
                <a:gd name="connsiteX29" fmla="*/ 107990 w 362309"/>
                <a:gd name="connsiteY29" fmla="*/ 135979 h 361971"/>
                <a:gd name="connsiteX30" fmla="*/ 115019 w 362309"/>
                <a:gd name="connsiteY30" fmla="*/ 113635 h 361971"/>
                <a:gd name="connsiteX31" fmla="*/ 141217 w 362309"/>
                <a:gd name="connsiteY31" fmla="*/ 91929 h 361971"/>
                <a:gd name="connsiteX32" fmla="*/ 217897 w 362309"/>
                <a:gd name="connsiteY32" fmla="*/ 91929 h 361971"/>
                <a:gd name="connsiteX33" fmla="*/ 246013 w 362309"/>
                <a:gd name="connsiteY33" fmla="*/ 109166 h 361971"/>
                <a:gd name="connsiteX34" fmla="*/ 246651 w 362309"/>
                <a:gd name="connsiteY34" fmla="*/ 110443 h 361971"/>
                <a:gd name="connsiteX35" fmla="*/ 254958 w 362309"/>
                <a:gd name="connsiteY35" fmla="*/ 135979 h 361971"/>
                <a:gd name="connsiteX36" fmla="*/ 269655 w 362309"/>
                <a:gd name="connsiteY36" fmla="*/ 135979 h 361971"/>
                <a:gd name="connsiteX37" fmla="*/ 276045 w 362309"/>
                <a:gd name="connsiteY37" fmla="*/ 142363 h 361971"/>
                <a:gd name="connsiteX38" fmla="*/ 269655 w 362309"/>
                <a:gd name="connsiteY38" fmla="*/ 148747 h 361971"/>
                <a:gd name="connsiteX39" fmla="*/ 258792 w 362309"/>
                <a:gd name="connsiteY39" fmla="*/ 148747 h 361971"/>
                <a:gd name="connsiteX40" fmla="*/ 260070 w 362309"/>
                <a:gd name="connsiteY40" fmla="*/ 153854 h 361971"/>
                <a:gd name="connsiteX41" fmla="*/ 290742 w 362309"/>
                <a:gd name="connsiteY41" fmla="*/ 188966 h 361971"/>
                <a:gd name="connsiteX42" fmla="*/ 290742 w 362309"/>
                <a:gd name="connsiteY42" fmla="*/ 190243 h 361971"/>
                <a:gd name="connsiteX43" fmla="*/ 291381 w 362309"/>
                <a:gd name="connsiteY43" fmla="*/ 22024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2309" h="361971">
                  <a:moveTo>
                    <a:pt x="181474" y="0"/>
                  </a:moveTo>
                  <a:cubicBezTo>
                    <a:pt x="81152" y="0"/>
                    <a:pt x="0" y="81076"/>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309" y="81076"/>
                    <a:pt x="281157" y="0"/>
                    <a:pt x="181474" y="0"/>
                  </a:cubicBezTo>
                  <a:close/>
                  <a:moveTo>
                    <a:pt x="291381" y="220247"/>
                  </a:moveTo>
                  <a:cubicBezTo>
                    <a:pt x="291381" y="220886"/>
                    <a:pt x="291381" y="221524"/>
                    <a:pt x="291381" y="222163"/>
                  </a:cubicBezTo>
                  <a:cubicBezTo>
                    <a:pt x="290103" y="225355"/>
                    <a:pt x="288186" y="228546"/>
                    <a:pt x="284991" y="230462"/>
                  </a:cubicBezTo>
                  <a:lnTo>
                    <a:pt x="284991" y="263020"/>
                  </a:lnTo>
                  <a:cubicBezTo>
                    <a:pt x="284991" y="266850"/>
                    <a:pt x="282435" y="269404"/>
                    <a:pt x="278601" y="269404"/>
                  </a:cubicBezTo>
                  <a:lnTo>
                    <a:pt x="239623" y="269404"/>
                  </a:lnTo>
                  <a:cubicBezTo>
                    <a:pt x="235788" y="269404"/>
                    <a:pt x="233233" y="266850"/>
                    <a:pt x="233233" y="263020"/>
                  </a:cubicBezTo>
                  <a:lnTo>
                    <a:pt x="233233" y="244506"/>
                  </a:lnTo>
                  <a:cubicBezTo>
                    <a:pt x="215980" y="245783"/>
                    <a:pt x="196171" y="247060"/>
                    <a:pt x="178279" y="247060"/>
                  </a:cubicBezTo>
                  <a:cubicBezTo>
                    <a:pt x="170611" y="247060"/>
                    <a:pt x="162943" y="247060"/>
                    <a:pt x="156553" y="246422"/>
                  </a:cubicBezTo>
                  <a:cubicBezTo>
                    <a:pt x="146969" y="245783"/>
                    <a:pt x="137384" y="245145"/>
                    <a:pt x="129076" y="243868"/>
                  </a:cubicBezTo>
                  <a:lnTo>
                    <a:pt x="129076" y="263020"/>
                  </a:lnTo>
                  <a:cubicBezTo>
                    <a:pt x="129076" y="266850"/>
                    <a:pt x="126521" y="269404"/>
                    <a:pt x="122686" y="269404"/>
                  </a:cubicBezTo>
                  <a:lnTo>
                    <a:pt x="83708" y="269404"/>
                  </a:lnTo>
                  <a:cubicBezTo>
                    <a:pt x="79874" y="269404"/>
                    <a:pt x="77318" y="266850"/>
                    <a:pt x="77318" y="263020"/>
                  </a:cubicBezTo>
                  <a:lnTo>
                    <a:pt x="77318" y="229185"/>
                  </a:lnTo>
                  <a:cubicBezTo>
                    <a:pt x="74123" y="226631"/>
                    <a:pt x="71567" y="222163"/>
                    <a:pt x="71567" y="217694"/>
                  </a:cubicBezTo>
                  <a:lnTo>
                    <a:pt x="71567" y="190881"/>
                  </a:lnTo>
                  <a:cubicBezTo>
                    <a:pt x="72845" y="178752"/>
                    <a:pt x="81791" y="157684"/>
                    <a:pt x="102878" y="153216"/>
                  </a:cubicBezTo>
                  <a:lnTo>
                    <a:pt x="104156" y="148747"/>
                  </a:lnTo>
                  <a:lnTo>
                    <a:pt x="90098" y="148747"/>
                  </a:lnTo>
                  <a:cubicBezTo>
                    <a:pt x="86264" y="148747"/>
                    <a:pt x="83708" y="146193"/>
                    <a:pt x="83708" y="142363"/>
                  </a:cubicBezTo>
                  <a:cubicBezTo>
                    <a:pt x="83708" y="138532"/>
                    <a:pt x="86264" y="135979"/>
                    <a:pt x="90098" y="135979"/>
                  </a:cubicBezTo>
                  <a:lnTo>
                    <a:pt x="107990" y="135979"/>
                  </a:lnTo>
                  <a:lnTo>
                    <a:pt x="115019" y="113635"/>
                  </a:lnTo>
                  <a:cubicBezTo>
                    <a:pt x="115019" y="112996"/>
                    <a:pt x="122048" y="91929"/>
                    <a:pt x="141217" y="91929"/>
                  </a:cubicBezTo>
                  <a:lnTo>
                    <a:pt x="217897" y="91929"/>
                  </a:lnTo>
                  <a:cubicBezTo>
                    <a:pt x="230038" y="91929"/>
                    <a:pt x="240900" y="98313"/>
                    <a:pt x="246013" y="109166"/>
                  </a:cubicBezTo>
                  <a:cubicBezTo>
                    <a:pt x="246013" y="109804"/>
                    <a:pt x="246651" y="109804"/>
                    <a:pt x="246651" y="110443"/>
                  </a:cubicBezTo>
                  <a:lnTo>
                    <a:pt x="254958" y="135979"/>
                  </a:lnTo>
                  <a:lnTo>
                    <a:pt x="269655" y="135979"/>
                  </a:lnTo>
                  <a:cubicBezTo>
                    <a:pt x="273489" y="135979"/>
                    <a:pt x="276045" y="138532"/>
                    <a:pt x="276045" y="142363"/>
                  </a:cubicBezTo>
                  <a:cubicBezTo>
                    <a:pt x="276045" y="146193"/>
                    <a:pt x="273489" y="148747"/>
                    <a:pt x="269655" y="148747"/>
                  </a:cubicBezTo>
                  <a:lnTo>
                    <a:pt x="258792" y="148747"/>
                  </a:lnTo>
                  <a:lnTo>
                    <a:pt x="260070" y="153854"/>
                  </a:lnTo>
                  <a:cubicBezTo>
                    <a:pt x="276045" y="158961"/>
                    <a:pt x="288186" y="172368"/>
                    <a:pt x="290742" y="188966"/>
                  </a:cubicBezTo>
                  <a:cubicBezTo>
                    <a:pt x="290742" y="189604"/>
                    <a:pt x="290742" y="189604"/>
                    <a:pt x="290742" y="190243"/>
                  </a:cubicBezTo>
                  <a:lnTo>
                    <a:pt x="291381" y="220247"/>
                  </a:lnTo>
                  <a:close/>
                </a:path>
              </a:pathLst>
            </a:custGeom>
            <a:solidFill>
              <a:srgbClr val="43B02A"/>
            </a:solidFill>
            <a:ln w="6390" cap="flat">
              <a:noFill/>
              <a:prstDash val="solid"/>
              <a:miter/>
            </a:ln>
          </p:spPr>
          <p:txBody>
            <a:bodyPr rtlCol="0" anchor="ctr"/>
            <a:lstStyle/>
            <a:p>
              <a:endParaRPr lang="en-US"/>
            </a:p>
          </p:txBody>
        </p:sp>
      </p:grpSp>
      <p:grpSp>
        <p:nvGrpSpPr>
          <p:cNvPr id="918" name="Graphic 4">
            <a:extLst>
              <a:ext uri="{FF2B5EF4-FFF2-40B4-BE49-F238E27FC236}">
                <a16:creationId xmlns:a16="http://schemas.microsoft.com/office/drawing/2014/main" id="{173C4660-78FD-BE44-8879-5C869E04AFFD}"/>
              </a:ext>
            </a:extLst>
          </p:cNvPr>
          <p:cNvGrpSpPr/>
          <p:nvPr/>
        </p:nvGrpSpPr>
        <p:grpSpPr>
          <a:xfrm>
            <a:off x="8242642" y="3824168"/>
            <a:ext cx="362312" cy="361971"/>
            <a:chOff x="7191874" y="3824168"/>
            <a:chExt cx="362312" cy="361971"/>
          </a:xfrm>
          <a:solidFill>
            <a:srgbClr val="43B02A"/>
          </a:solidFill>
        </p:grpSpPr>
        <p:sp>
          <p:nvSpPr>
            <p:cNvPr id="919" name="Graphic 4">
              <a:extLst>
                <a:ext uri="{FF2B5EF4-FFF2-40B4-BE49-F238E27FC236}">
                  <a16:creationId xmlns:a16="http://schemas.microsoft.com/office/drawing/2014/main" id="{EC1FA10E-9CA0-A74E-AEFA-56E387F97938}"/>
                </a:ext>
              </a:extLst>
            </p:cNvPr>
            <p:cNvSpPr/>
            <p:nvPr/>
          </p:nvSpPr>
          <p:spPr>
            <a:xfrm>
              <a:off x="7424468" y="4051437"/>
              <a:ext cx="26837" cy="26812"/>
            </a:xfrm>
            <a:custGeom>
              <a:avLst/>
              <a:gdLst>
                <a:gd name="connsiteX0" fmla="*/ 13419 w 26837"/>
                <a:gd name="connsiteY0" fmla="*/ 0 h 26812"/>
                <a:gd name="connsiteX1" fmla="*/ 0 w 26837"/>
                <a:gd name="connsiteY1" fmla="*/ 13406 h 26812"/>
                <a:gd name="connsiteX2" fmla="*/ 13419 w 26837"/>
                <a:gd name="connsiteY2" fmla="*/ 26813 h 26812"/>
                <a:gd name="connsiteX3" fmla="*/ 26837 w 26837"/>
                <a:gd name="connsiteY3" fmla="*/ 13406 h 26812"/>
                <a:gd name="connsiteX4" fmla="*/ 13419 w 26837"/>
                <a:gd name="connsiteY4" fmla="*/ 0 h 26812"/>
                <a:gd name="connsiteX5" fmla="*/ 13419 w 26837"/>
                <a:gd name="connsiteY5" fmla="*/ 0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37" h="26812">
                  <a:moveTo>
                    <a:pt x="13419" y="0"/>
                  </a:moveTo>
                  <a:cubicBezTo>
                    <a:pt x="6390" y="0"/>
                    <a:pt x="0" y="5746"/>
                    <a:pt x="0" y="13406"/>
                  </a:cubicBezTo>
                  <a:cubicBezTo>
                    <a:pt x="0" y="21067"/>
                    <a:pt x="5751" y="26813"/>
                    <a:pt x="13419" y="26813"/>
                  </a:cubicBezTo>
                  <a:cubicBezTo>
                    <a:pt x="20447" y="26813"/>
                    <a:pt x="26837" y="21067"/>
                    <a:pt x="26837" y="13406"/>
                  </a:cubicBezTo>
                  <a:cubicBezTo>
                    <a:pt x="26837" y="5746"/>
                    <a:pt x="20447" y="0"/>
                    <a:pt x="13419" y="0"/>
                  </a:cubicBezTo>
                  <a:lnTo>
                    <a:pt x="13419" y="0"/>
                  </a:lnTo>
                  <a:close/>
                </a:path>
              </a:pathLst>
            </a:custGeom>
            <a:solidFill>
              <a:srgbClr val="43B02A"/>
            </a:solidFill>
            <a:ln w="6390" cap="flat">
              <a:noFill/>
              <a:prstDash val="solid"/>
              <a:miter/>
            </a:ln>
          </p:spPr>
          <p:txBody>
            <a:bodyPr rtlCol="0" anchor="ctr"/>
            <a:lstStyle/>
            <a:p>
              <a:endParaRPr lang="en-US"/>
            </a:p>
          </p:txBody>
        </p:sp>
        <p:sp>
          <p:nvSpPr>
            <p:cNvPr id="920" name="Graphic 4">
              <a:extLst>
                <a:ext uri="{FF2B5EF4-FFF2-40B4-BE49-F238E27FC236}">
                  <a16:creationId xmlns:a16="http://schemas.microsoft.com/office/drawing/2014/main" id="{F6B7366E-8E62-A542-8BEF-E0CE76658830}"/>
                </a:ext>
              </a:extLst>
            </p:cNvPr>
            <p:cNvSpPr/>
            <p:nvPr/>
          </p:nvSpPr>
          <p:spPr>
            <a:xfrm>
              <a:off x="7451944" y="4013772"/>
              <a:ext cx="19808" cy="5107"/>
            </a:xfrm>
            <a:custGeom>
              <a:avLst/>
              <a:gdLst>
                <a:gd name="connsiteX0" fmla="*/ 0 w 19808"/>
                <a:gd name="connsiteY0" fmla="*/ 0 h 5107"/>
                <a:gd name="connsiteX1" fmla="*/ 19808 w 19808"/>
                <a:gd name="connsiteY1" fmla="*/ 0 h 5107"/>
                <a:gd name="connsiteX2" fmla="*/ 19808 w 19808"/>
                <a:gd name="connsiteY2" fmla="*/ 5107 h 5107"/>
                <a:gd name="connsiteX3" fmla="*/ 0 w 19808"/>
                <a:gd name="connsiteY3" fmla="*/ 5107 h 5107"/>
              </a:gdLst>
              <a:ahLst/>
              <a:cxnLst>
                <a:cxn ang="0">
                  <a:pos x="connsiteX0" y="connsiteY0"/>
                </a:cxn>
                <a:cxn ang="0">
                  <a:pos x="connsiteX1" y="connsiteY1"/>
                </a:cxn>
                <a:cxn ang="0">
                  <a:pos x="connsiteX2" y="connsiteY2"/>
                </a:cxn>
                <a:cxn ang="0">
                  <a:pos x="connsiteX3" y="connsiteY3"/>
                </a:cxn>
              </a:cxnLst>
              <a:rect l="l" t="t" r="r" b="b"/>
              <a:pathLst>
                <a:path w="19808" h="5107">
                  <a:moveTo>
                    <a:pt x="0" y="0"/>
                  </a:moveTo>
                  <a:lnTo>
                    <a:pt x="19808" y="0"/>
                  </a:lnTo>
                  <a:lnTo>
                    <a:pt x="19808" y="5107"/>
                  </a:lnTo>
                  <a:lnTo>
                    <a:pt x="0" y="5107"/>
                  </a:lnTo>
                  <a:close/>
                </a:path>
              </a:pathLst>
            </a:custGeom>
            <a:solidFill>
              <a:srgbClr val="43B02A"/>
            </a:solidFill>
            <a:ln w="6390" cap="flat">
              <a:noFill/>
              <a:prstDash val="solid"/>
              <a:miter/>
            </a:ln>
          </p:spPr>
          <p:txBody>
            <a:bodyPr rtlCol="0" anchor="ctr"/>
            <a:lstStyle/>
            <a:p>
              <a:endParaRPr lang="en-US"/>
            </a:p>
          </p:txBody>
        </p:sp>
        <p:sp>
          <p:nvSpPr>
            <p:cNvPr id="921" name="Graphic 4">
              <a:extLst>
                <a:ext uri="{FF2B5EF4-FFF2-40B4-BE49-F238E27FC236}">
                  <a16:creationId xmlns:a16="http://schemas.microsoft.com/office/drawing/2014/main" id="{E8364BA3-D9D6-F34B-B517-825509AEF91B}"/>
                </a:ext>
              </a:extLst>
            </p:cNvPr>
            <p:cNvSpPr/>
            <p:nvPr/>
          </p:nvSpPr>
          <p:spPr>
            <a:xfrm>
              <a:off x="7303059" y="4051437"/>
              <a:ext cx="26837" cy="26222"/>
            </a:xfrm>
            <a:custGeom>
              <a:avLst/>
              <a:gdLst>
                <a:gd name="connsiteX0" fmla="*/ 13419 w 26837"/>
                <a:gd name="connsiteY0" fmla="*/ 0 h 26222"/>
                <a:gd name="connsiteX1" fmla="*/ 0 w 26837"/>
                <a:gd name="connsiteY1" fmla="*/ 13406 h 26222"/>
                <a:gd name="connsiteX2" fmla="*/ 13419 w 26837"/>
                <a:gd name="connsiteY2" fmla="*/ 26174 h 26222"/>
                <a:gd name="connsiteX3" fmla="*/ 26837 w 26837"/>
                <a:gd name="connsiteY3" fmla="*/ 12768 h 26222"/>
                <a:gd name="connsiteX4" fmla="*/ 13419 w 26837"/>
                <a:gd name="connsiteY4" fmla="*/ 0 h 26222"/>
                <a:gd name="connsiteX5" fmla="*/ 13419 w 26837"/>
                <a:gd name="connsiteY5" fmla="*/ 0 h 2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37" h="26222">
                  <a:moveTo>
                    <a:pt x="13419" y="0"/>
                  </a:moveTo>
                  <a:cubicBezTo>
                    <a:pt x="6390" y="0"/>
                    <a:pt x="0" y="5746"/>
                    <a:pt x="0" y="13406"/>
                  </a:cubicBezTo>
                  <a:cubicBezTo>
                    <a:pt x="0" y="21067"/>
                    <a:pt x="5751" y="26813"/>
                    <a:pt x="13419" y="26174"/>
                  </a:cubicBezTo>
                  <a:cubicBezTo>
                    <a:pt x="20447" y="26174"/>
                    <a:pt x="26837" y="20429"/>
                    <a:pt x="26837" y="12768"/>
                  </a:cubicBezTo>
                  <a:cubicBezTo>
                    <a:pt x="26837" y="5746"/>
                    <a:pt x="20447" y="0"/>
                    <a:pt x="13419" y="0"/>
                  </a:cubicBezTo>
                  <a:cubicBezTo>
                    <a:pt x="13419" y="0"/>
                    <a:pt x="13419" y="0"/>
                    <a:pt x="13419" y="0"/>
                  </a:cubicBezTo>
                  <a:close/>
                </a:path>
              </a:pathLst>
            </a:custGeom>
            <a:solidFill>
              <a:srgbClr val="43B02A"/>
            </a:solidFill>
            <a:ln w="6390" cap="flat">
              <a:noFill/>
              <a:prstDash val="solid"/>
              <a:miter/>
            </a:ln>
          </p:spPr>
          <p:txBody>
            <a:bodyPr rtlCol="0" anchor="ctr"/>
            <a:lstStyle/>
            <a:p>
              <a:endParaRPr lang="en-US"/>
            </a:p>
          </p:txBody>
        </p:sp>
        <p:sp>
          <p:nvSpPr>
            <p:cNvPr id="922" name="Graphic 4">
              <a:extLst>
                <a:ext uri="{FF2B5EF4-FFF2-40B4-BE49-F238E27FC236}">
                  <a16:creationId xmlns:a16="http://schemas.microsoft.com/office/drawing/2014/main" id="{533004FE-412B-7C4A-A8E8-BD51548AD463}"/>
                </a:ext>
              </a:extLst>
            </p:cNvPr>
            <p:cNvSpPr/>
            <p:nvPr/>
          </p:nvSpPr>
          <p:spPr>
            <a:xfrm>
              <a:off x="7276221" y="3932695"/>
              <a:ext cx="194254" cy="46602"/>
            </a:xfrm>
            <a:custGeom>
              <a:avLst/>
              <a:gdLst>
                <a:gd name="connsiteX0" fmla="*/ 194254 w 194254"/>
                <a:gd name="connsiteY0" fmla="*/ 46603 h 46602"/>
                <a:gd name="connsiteX1" fmla="*/ 146969 w 194254"/>
                <a:gd name="connsiteY1" fmla="*/ 0 h 46602"/>
                <a:gd name="connsiteX2" fmla="*/ 0 w 194254"/>
                <a:gd name="connsiteY2" fmla="*/ 0 h 46602"/>
                <a:gd name="connsiteX3" fmla="*/ 0 w 194254"/>
                <a:gd name="connsiteY3" fmla="*/ 46603 h 46602"/>
                <a:gd name="connsiteX4" fmla="*/ 194254 w 194254"/>
                <a:gd name="connsiteY4" fmla="*/ 46603 h 46602"/>
                <a:gd name="connsiteX5" fmla="*/ 132272 w 194254"/>
                <a:gd name="connsiteY5" fmla="*/ 15960 h 46602"/>
                <a:gd name="connsiteX6" fmla="*/ 138662 w 194254"/>
                <a:gd name="connsiteY6" fmla="*/ 9576 h 46602"/>
                <a:gd name="connsiteX7" fmla="*/ 145052 w 194254"/>
                <a:gd name="connsiteY7" fmla="*/ 15960 h 46602"/>
                <a:gd name="connsiteX8" fmla="*/ 145052 w 194254"/>
                <a:gd name="connsiteY8" fmla="*/ 30004 h 46602"/>
                <a:gd name="connsiteX9" fmla="*/ 138662 w 194254"/>
                <a:gd name="connsiteY9" fmla="*/ 36388 h 46602"/>
                <a:gd name="connsiteX10" fmla="*/ 132272 w 194254"/>
                <a:gd name="connsiteY10" fmla="*/ 30004 h 46602"/>
                <a:gd name="connsiteX11" fmla="*/ 132272 w 194254"/>
                <a:gd name="connsiteY11" fmla="*/ 15960 h 46602"/>
                <a:gd name="connsiteX12" fmla="*/ 102879 w 194254"/>
                <a:gd name="connsiteY12" fmla="*/ 15960 h 46602"/>
                <a:gd name="connsiteX13" fmla="*/ 109269 w 194254"/>
                <a:gd name="connsiteY13" fmla="*/ 9576 h 46602"/>
                <a:gd name="connsiteX14" fmla="*/ 115658 w 194254"/>
                <a:gd name="connsiteY14" fmla="*/ 15960 h 46602"/>
                <a:gd name="connsiteX15" fmla="*/ 115658 w 194254"/>
                <a:gd name="connsiteY15" fmla="*/ 30004 h 46602"/>
                <a:gd name="connsiteX16" fmla="*/ 109269 w 194254"/>
                <a:gd name="connsiteY16" fmla="*/ 36388 h 46602"/>
                <a:gd name="connsiteX17" fmla="*/ 102879 w 194254"/>
                <a:gd name="connsiteY17" fmla="*/ 30004 h 46602"/>
                <a:gd name="connsiteX18" fmla="*/ 102879 w 194254"/>
                <a:gd name="connsiteY18" fmla="*/ 15960 h 46602"/>
                <a:gd name="connsiteX19" fmla="*/ 73484 w 194254"/>
                <a:gd name="connsiteY19" fmla="*/ 15960 h 46602"/>
                <a:gd name="connsiteX20" fmla="*/ 79874 w 194254"/>
                <a:gd name="connsiteY20" fmla="*/ 9576 h 46602"/>
                <a:gd name="connsiteX21" fmla="*/ 86264 w 194254"/>
                <a:gd name="connsiteY21" fmla="*/ 15960 h 46602"/>
                <a:gd name="connsiteX22" fmla="*/ 86264 w 194254"/>
                <a:gd name="connsiteY22" fmla="*/ 30004 h 46602"/>
                <a:gd name="connsiteX23" fmla="*/ 79874 w 194254"/>
                <a:gd name="connsiteY23" fmla="*/ 36388 h 46602"/>
                <a:gd name="connsiteX24" fmla="*/ 73484 w 194254"/>
                <a:gd name="connsiteY24" fmla="*/ 30004 h 46602"/>
                <a:gd name="connsiteX25" fmla="*/ 73484 w 194254"/>
                <a:gd name="connsiteY25" fmla="*/ 15960 h 46602"/>
                <a:gd name="connsiteX26" fmla="*/ 44091 w 194254"/>
                <a:gd name="connsiteY26" fmla="*/ 15960 h 46602"/>
                <a:gd name="connsiteX27" fmla="*/ 50481 w 194254"/>
                <a:gd name="connsiteY27" fmla="*/ 9576 h 46602"/>
                <a:gd name="connsiteX28" fmla="*/ 56871 w 194254"/>
                <a:gd name="connsiteY28" fmla="*/ 15960 h 46602"/>
                <a:gd name="connsiteX29" fmla="*/ 56871 w 194254"/>
                <a:gd name="connsiteY29" fmla="*/ 30004 h 46602"/>
                <a:gd name="connsiteX30" fmla="*/ 50481 w 194254"/>
                <a:gd name="connsiteY30" fmla="*/ 36388 h 46602"/>
                <a:gd name="connsiteX31" fmla="*/ 44091 w 194254"/>
                <a:gd name="connsiteY31" fmla="*/ 30004 h 46602"/>
                <a:gd name="connsiteX32" fmla="*/ 44091 w 194254"/>
                <a:gd name="connsiteY32" fmla="*/ 15960 h 46602"/>
                <a:gd name="connsiteX33" fmla="*/ 14058 w 194254"/>
                <a:gd name="connsiteY33" fmla="*/ 15960 h 46602"/>
                <a:gd name="connsiteX34" fmla="*/ 20448 w 194254"/>
                <a:gd name="connsiteY34" fmla="*/ 9576 h 46602"/>
                <a:gd name="connsiteX35" fmla="*/ 26838 w 194254"/>
                <a:gd name="connsiteY35" fmla="*/ 15960 h 46602"/>
                <a:gd name="connsiteX36" fmla="*/ 26838 w 194254"/>
                <a:gd name="connsiteY36" fmla="*/ 30004 h 46602"/>
                <a:gd name="connsiteX37" fmla="*/ 20448 w 194254"/>
                <a:gd name="connsiteY37" fmla="*/ 36388 h 46602"/>
                <a:gd name="connsiteX38" fmla="*/ 14058 w 194254"/>
                <a:gd name="connsiteY38" fmla="*/ 30004 h 46602"/>
                <a:gd name="connsiteX39" fmla="*/ 14058 w 194254"/>
                <a:gd name="connsiteY39" fmla="*/ 15960 h 4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4254" h="46602">
                  <a:moveTo>
                    <a:pt x="194254" y="46603"/>
                  </a:moveTo>
                  <a:cubicBezTo>
                    <a:pt x="190420" y="19790"/>
                    <a:pt x="170612" y="0"/>
                    <a:pt x="146969" y="0"/>
                  </a:cubicBezTo>
                  <a:lnTo>
                    <a:pt x="0" y="0"/>
                  </a:lnTo>
                  <a:lnTo>
                    <a:pt x="0" y="46603"/>
                  </a:lnTo>
                  <a:lnTo>
                    <a:pt x="194254" y="46603"/>
                  </a:lnTo>
                  <a:close/>
                  <a:moveTo>
                    <a:pt x="132272" y="15960"/>
                  </a:moveTo>
                  <a:cubicBezTo>
                    <a:pt x="132272" y="12129"/>
                    <a:pt x="134828" y="9576"/>
                    <a:pt x="138662" y="9576"/>
                  </a:cubicBezTo>
                  <a:cubicBezTo>
                    <a:pt x="142496" y="9576"/>
                    <a:pt x="145052" y="12129"/>
                    <a:pt x="145052" y="15960"/>
                  </a:cubicBezTo>
                  <a:lnTo>
                    <a:pt x="145052" y="30004"/>
                  </a:lnTo>
                  <a:cubicBezTo>
                    <a:pt x="145052" y="33835"/>
                    <a:pt x="142496" y="36388"/>
                    <a:pt x="138662" y="36388"/>
                  </a:cubicBezTo>
                  <a:cubicBezTo>
                    <a:pt x="134828" y="36388"/>
                    <a:pt x="132272" y="33835"/>
                    <a:pt x="132272" y="30004"/>
                  </a:cubicBezTo>
                  <a:lnTo>
                    <a:pt x="132272" y="15960"/>
                  </a:lnTo>
                  <a:close/>
                  <a:moveTo>
                    <a:pt x="102879" y="15960"/>
                  </a:moveTo>
                  <a:cubicBezTo>
                    <a:pt x="102879" y="12129"/>
                    <a:pt x="105434" y="9576"/>
                    <a:pt x="109269" y="9576"/>
                  </a:cubicBezTo>
                  <a:cubicBezTo>
                    <a:pt x="113102" y="9576"/>
                    <a:pt x="115658" y="12129"/>
                    <a:pt x="115658" y="15960"/>
                  </a:cubicBezTo>
                  <a:lnTo>
                    <a:pt x="115658" y="30004"/>
                  </a:lnTo>
                  <a:cubicBezTo>
                    <a:pt x="115658" y="33835"/>
                    <a:pt x="113102" y="36388"/>
                    <a:pt x="109269" y="36388"/>
                  </a:cubicBezTo>
                  <a:cubicBezTo>
                    <a:pt x="105434" y="36388"/>
                    <a:pt x="102879" y="33835"/>
                    <a:pt x="102879" y="30004"/>
                  </a:cubicBezTo>
                  <a:lnTo>
                    <a:pt x="102879" y="15960"/>
                  </a:lnTo>
                  <a:close/>
                  <a:moveTo>
                    <a:pt x="73484" y="15960"/>
                  </a:moveTo>
                  <a:cubicBezTo>
                    <a:pt x="73484" y="12129"/>
                    <a:pt x="76040" y="9576"/>
                    <a:pt x="79874" y="9576"/>
                  </a:cubicBezTo>
                  <a:cubicBezTo>
                    <a:pt x="83709" y="9576"/>
                    <a:pt x="86264" y="12129"/>
                    <a:pt x="86264" y="15960"/>
                  </a:cubicBezTo>
                  <a:lnTo>
                    <a:pt x="86264" y="30004"/>
                  </a:lnTo>
                  <a:cubicBezTo>
                    <a:pt x="86264" y="33835"/>
                    <a:pt x="83709" y="36388"/>
                    <a:pt x="79874" y="36388"/>
                  </a:cubicBezTo>
                  <a:cubicBezTo>
                    <a:pt x="76040" y="36388"/>
                    <a:pt x="73484" y="33835"/>
                    <a:pt x="73484" y="30004"/>
                  </a:cubicBezTo>
                  <a:lnTo>
                    <a:pt x="73484" y="15960"/>
                  </a:lnTo>
                  <a:close/>
                  <a:moveTo>
                    <a:pt x="44091" y="15960"/>
                  </a:moveTo>
                  <a:cubicBezTo>
                    <a:pt x="44091" y="12129"/>
                    <a:pt x="46647" y="9576"/>
                    <a:pt x="50481" y="9576"/>
                  </a:cubicBezTo>
                  <a:cubicBezTo>
                    <a:pt x="54314" y="9576"/>
                    <a:pt x="56871" y="12129"/>
                    <a:pt x="56871" y="15960"/>
                  </a:cubicBezTo>
                  <a:lnTo>
                    <a:pt x="56871" y="30004"/>
                  </a:lnTo>
                  <a:cubicBezTo>
                    <a:pt x="56871" y="33835"/>
                    <a:pt x="54314" y="36388"/>
                    <a:pt x="50481" y="36388"/>
                  </a:cubicBezTo>
                  <a:cubicBezTo>
                    <a:pt x="46647" y="36388"/>
                    <a:pt x="44091" y="33835"/>
                    <a:pt x="44091" y="30004"/>
                  </a:cubicBezTo>
                  <a:lnTo>
                    <a:pt x="44091" y="15960"/>
                  </a:lnTo>
                  <a:close/>
                  <a:moveTo>
                    <a:pt x="14058" y="15960"/>
                  </a:moveTo>
                  <a:cubicBezTo>
                    <a:pt x="14058" y="12129"/>
                    <a:pt x="16614" y="9576"/>
                    <a:pt x="20448" y="9576"/>
                  </a:cubicBezTo>
                  <a:cubicBezTo>
                    <a:pt x="24282" y="9576"/>
                    <a:pt x="26838" y="12129"/>
                    <a:pt x="26838" y="15960"/>
                  </a:cubicBezTo>
                  <a:lnTo>
                    <a:pt x="26838" y="30004"/>
                  </a:lnTo>
                  <a:cubicBezTo>
                    <a:pt x="26838" y="33835"/>
                    <a:pt x="24282" y="36388"/>
                    <a:pt x="20448" y="36388"/>
                  </a:cubicBezTo>
                  <a:cubicBezTo>
                    <a:pt x="16614" y="36388"/>
                    <a:pt x="14058" y="33835"/>
                    <a:pt x="14058" y="30004"/>
                  </a:cubicBezTo>
                  <a:lnTo>
                    <a:pt x="14058" y="15960"/>
                  </a:lnTo>
                  <a:close/>
                </a:path>
              </a:pathLst>
            </a:custGeom>
            <a:solidFill>
              <a:srgbClr val="43B02A"/>
            </a:solidFill>
            <a:ln w="6390" cap="flat">
              <a:noFill/>
              <a:prstDash val="solid"/>
              <a:miter/>
            </a:ln>
          </p:spPr>
          <p:txBody>
            <a:bodyPr rtlCol="0" anchor="ctr"/>
            <a:lstStyle/>
            <a:p>
              <a:endParaRPr lang="en-US"/>
            </a:p>
          </p:txBody>
        </p:sp>
        <p:sp>
          <p:nvSpPr>
            <p:cNvPr id="923" name="Graphic 4">
              <a:extLst>
                <a:ext uri="{FF2B5EF4-FFF2-40B4-BE49-F238E27FC236}">
                  <a16:creationId xmlns:a16="http://schemas.microsoft.com/office/drawing/2014/main" id="{0767B7CB-7B85-0C49-B9DD-2C3AFA0C172F}"/>
                </a:ext>
              </a:extLst>
            </p:cNvPr>
            <p:cNvSpPr/>
            <p:nvPr/>
          </p:nvSpPr>
          <p:spPr>
            <a:xfrm>
              <a:off x="7191874" y="3824168"/>
              <a:ext cx="362312" cy="361971"/>
            </a:xfrm>
            <a:custGeom>
              <a:avLst/>
              <a:gdLst>
                <a:gd name="connsiteX0" fmla="*/ 181474 w 362312"/>
                <a:gd name="connsiteY0" fmla="*/ 0 h 361971"/>
                <a:gd name="connsiteX1" fmla="*/ 0 w 362312"/>
                <a:gd name="connsiteY1" fmla="*/ 180667 h 361971"/>
                <a:gd name="connsiteX2" fmla="*/ 180836 w 362312"/>
                <a:gd name="connsiteY2" fmla="*/ 361971 h 361971"/>
                <a:gd name="connsiteX3" fmla="*/ 362309 w 362312"/>
                <a:gd name="connsiteY3" fmla="*/ 181305 h 361971"/>
                <a:gd name="connsiteX4" fmla="*/ 362309 w 362312"/>
                <a:gd name="connsiteY4" fmla="*/ 181305 h 361971"/>
                <a:gd name="connsiteX5" fmla="*/ 181474 w 362312"/>
                <a:gd name="connsiteY5" fmla="*/ 0 h 361971"/>
                <a:gd name="connsiteX6" fmla="*/ 292020 w 362312"/>
                <a:gd name="connsiteY6" fmla="*/ 240676 h 361971"/>
                <a:gd name="connsiteX7" fmla="*/ 285630 w 362312"/>
                <a:gd name="connsiteY7" fmla="*/ 247060 h 361971"/>
                <a:gd name="connsiteX8" fmla="*/ 270934 w 362312"/>
                <a:gd name="connsiteY8" fmla="*/ 247060 h 361971"/>
                <a:gd name="connsiteX9" fmla="*/ 240900 w 362312"/>
                <a:gd name="connsiteY9" fmla="*/ 266850 h 361971"/>
                <a:gd name="connsiteX10" fmla="*/ 221092 w 362312"/>
                <a:gd name="connsiteY10" fmla="*/ 247060 h 361971"/>
                <a:gd name="connsiteX11" fmla="*/ 150164 w 362312"/>
                <a:gd name="connsiteY11" fmla="*/ 247060 h 361971"/>
                <a:gd name="connsiteX12" fmla="*/ 120131 w 362312"/>
                <a:gd name="connsiteY12" fmla="*/ 267489 h 361971"/>
                <a:gd name="connsiteX13" fmla="*/ 99683 w 362312"/>
                <a:gd name="connsiteY13" fmla="*/ 247060 h 361971"/>
                <a:gd name="connsiteX14" fmla="*/ 77957 w 362312"/>
                <a:gd name="connsiteY14" fmla="*/ 247060 h 361971"/>
                <a:gd name="connsiteX15" fmla="*/ 71567 w 362312"/>
                <a:gd name="connsiteY15" fmla="*/ 240676 h 361971"/>
                <a:gd name="connsiteX16" fmla="*/ 71567 w 362312"/>
                <a:gd name="connsiteY16" fmla="*/ 102144 h 361971"/>
                <a:gd name="connsiteX17" fmla="*/ 77957 w 362312"/>
                <a:gd name="connsiteY17" fmla="*/ 95760 h 361971"/>
                <a:gd name="connsiteX18" fmla="*/ 231315 w 362312"/>
                <a:gd name="connsiteY18" fmla="*/ 95760 h 361971"/>
                <a:gd name="connsiteX19" fmla="*/ 292020 w 362312"/>
                <a:gd name="connsiteY19" fmla="*/ 164707 h 361971"/>
                <a:gd name="connsiteX20" fmla="*/ 292020 w 362312"/>
                <a:gd name="connsiteY20" fmla="*/ 24067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2312" h="361971">
                  <a:moveTo>
                    <a:pt x="181474" y="0"/>
                  </a:moveTo>
                  <a:cubicBezTo>
                    <a:pt x="81152" y="0"/>
                    <a:pt x="0" y="81076"/>
                    <a:pt x="0" y="180667"/>
                  </a:cubicBezTo>
                  <a:cubicBezTo>
                    <a:pt x="0" y="280895"/>
                    <a:pt x="81152" y="361971"/>
                    <a:pt x="180836" y="361971"/>
                  </a:cubicBezTo>
                  <a:cubicBezTo>
                    <a:pt x="281157" y="361971"/>
                    <a:pt x="362309" y="280895"/>
                    <a:pt x="362309" y="181305"/>
                  </a:cubicBezTo>
                  <a:cubicBezTo>
                    <a:pt x="362309" y="181305"/>
                    <a:pt x="362309" y="181305"/>
                    <a:pt x="362309" y="181305"/>
                  </a:cubicBezTo>
                  <a:cubicBezTo>
                    <a:pt x="362949" y="81076"/>
                    <a:pt x="281796" y="0"/>
                    <a:pt x="181474" y="0"/>
                  </a:cubicBezTo>
                  <a:close/>
                  <a:moveTo>
                    <a:pt x="292020" y="240676"/>
                  </a:moveTo>
                  <a:cubicBezTo>
                    <a:pt x="292020" y="244506"/>
                    <a:pt x="289464" y="247060"/>
                    <a:pt x="285630" y="247060"/>
                  </a:cubicBezTo>
                  <a:lnTo>
                    <a:pt x="270934" y="247060"/>
                  </a:lnTo>
                  <a:cubicBezTo>
                    <a:pt x="268377" y="261105"/>
                    <a:pt x="254320" y="270042"/>
                    <a:pt x="240900" y="266850"/>
                  </a:cubicBezTo>
                  <a:cubicBezTo>
                    <a:pt x="230677" y="264935"/>
                    <a:pt x="223009" y="257274"/>
                    <a:pt x="221092" y="247060"/>
                  </a:cubicBezTo>
                  <a:lnTo>
                    <a:pt x="150164" y="247060"/>
                  </a:lnTo>
                  <a:cubicBezTo>
                    <a:pt x="147607" y="261105"/>
                    <a:pt x="134189" y="270042"/>
                    <a:pt x="120131" y="267489"/>
                  </a:cubicBezTo>
                  <a:cubicBezTo>
                    <a:pt x="109907" y="265574"/>
                    <a:pt x="102239" y="257274"/>
                    <a:pt x="99683" y="247060"/>
                  </a:cubicBezTo>
                  <a:lnTo>
                    <a:pt x="77957" y="247060"/>
                  </a:lnTo>
                  <a:cubicBezTo>
                    <a:pt x="74123" y="247060"/>
                    <a:pt x="71567" y="244506"/>
                    <a:pt x="71567" y="240676"/>
                  </a:cubicBezTo>
                  <a:lnTo>
                    <a:pt x="71567" y="102144"/>
                  </a:lnTo>
                  <a:cubicBezTo>
                    <a:pt x="71567" y="98313"/>
                    <a:pt x="74123" y="95760"/>
                    <a:pt x="77957" y="95760"/>
                  </a:cubicBezTo>
                  <a:lnTo>
                    <a:pt x="231315" y="95760"/>
                  </a:lnTo>
                  <a:cubicBezTo>
                    <a:pt x="264544" y="95760"/>
                    <a:pt x="292020" y="127041"/>
                    <a:pt x="292020" y="164707"/>
                  </a:cubicBezTo>
                  <a:lnTo>
                    <a:pt x="292020" y="240676"/>
                  </a:lnTo>
                  <a:close/>
                </a:path>
              </a:pathLst>
            </a:custGeom>
            <a:solidFill>
              <a:srgbClr val="43B02A"/>
            </a:solidFill>
            <a:ln w="6390" cap="flat">
              <a:noFill/>
              <a:prstDash val="solid"/>
              <a:miter/>
            </a:ln>
          </p:spPr>
          <p:txBody>
            <a:bodyPr rtlCol="0" anchor="ctr"/>
            <a:lstStyle/>
            <a:p>
              <a:endParaRPr lang="en-US"/>
            </a:p>
          </p:txBody>
        </p:sp>
        <p:sp>
          <p:nvSpPr>
            <p:cNvPr id="924" name="Graphic 4">
              <a:extLst>
                <a:ext uri="{FF2B5EF4-FFF2-40B4-BE49-F238E27FC236}">
                  <a16:creationId xmlns:a16="http://schemas.microsoft.com/office/drawing/2014/main" id="{7DEE7CB4-EEF9-C344-8592-003CE18B93CC}"/>
                </a:ext>
              </a:extLst>
            </p:cNvPr>
            <p:cNvSpPr/>
            <p:nvPr/>
          </p:nvSpPr>
          <p:spPr>
            <a:xfrm>
              <a:off x="7275582" y="3992066"/>
              <a:ext cx="195531" cy="65754"/>
            </a:xfrm>
            <a:custGeom>
              <a:avLst/>
              <a:gdLst>
                <a:gd name="connsiteX0" fmla="*/ 169972 w 195531"/>
                <a:gd name="connsiteY0" fmla="*/ 39581 h 65754"/>
                <a:gd name="connsiteX1" fmla="*/ 163582 w 195531"/>
                <a:gd name="connsiteY1" fmla="*/ 33197 h 65754"/>
                <a:gd name="connsiteX2" fmla="*/ 163582 w 195531"/>
                <a:gd name="connsiteY2" fmla="*/ 15321 h 65754"/>
                <a:gd name="connsiteX3" fmla="*/ 169972 w 195531"/>
                <a:gd name="connsiteY3" fmla="*/ 8937 h 65754"/>
                <a:gd name="connsiteX4" fmla="*/ 195532 w 195531"/>
                <a:gd name="connsiteY4" fmla="*/ 8937 h 65754"/>
                <a:gd name="connsiteX5" fmla="*/ 195532 w 195531"/>
                <a:gd name="connsiteY5" fmla="*/ 0 h 65754"/>
                <a:gd name="connsiteX6" fmla="*/ 0 w 195531"/>
                <a:gd name="connsiteY6" fmla="*/ 0 h 65754"/>
                <a:gd name="connsiteX7" fmla="*/ 0 w 195531"/>
                <a:gd name="connsiteY7" fmla="*/ 65755 h 65754"/>
                <a:gd name="connsiteX8" fmla="*/ 15336 w 195531"/>
                <a:gd name="connsiteY8" fmla="*/ 65755 h 65754"/>
                <a:gd name="connsiteX9" fmla="*/ 45368 w 195531"/>
                <a:gd name="connsiteY9" fmla="*/ 45326 h 65754"/>
                <a:gd name="connsiteX10" fmla="*/ 65817 w 195531"/>
                <a:gd name="connsiteY10" fmla="*/ 65755 h 65754"/>
                <a:gd name="connsiteX11" fmla="*/ 136745 w 195531"/>
                <a:gd name="connsiteY11" fmla="*/ 65755 h 65754"/>
                <a:gd name="connsiteX12" fmla="*/ 166777 w 195531"/>
                <a:gd name="connsiteY12" fmla="*/ 45965 h 65754"/>
                <a:gd name="connsiteX13" fmla="*/ 186587 w 195531"/>
                <a:gd name="connsiteY13" fmla="*/ 65755 h 65754"/>
                <a:gd name="connsiteX14" fmla="*/ 194893 w 195531"/>
                <a:gd name="connsiteY14" fmla="*/ 65755 h 65754"/>
                <a:gd name="connsiteX15" fmla="*/ 194893 w 195531"/>
                <a:gd name="connsiteY15" fmla="*/ 38942 h 65754"/>
                <a:gd name="connsiteX16" fmla="*/ 169972 w 195531"/>
                <a:gd name="connsiteY16" fmla="*/ 38942 h 65754"/>
                <a:gd name="connsiteX17" fmla="*/ 27477 w 195531"/>
                <a:gd name="connsiteY17" fmla="*/ 31281 h 65754"/>
                <a:gd name="connsiteX18" fmla="*/ 21087 w 195531"/>
                <a:gd name="connsiteY18" fmla="*/ 37665 h 65754"/>
                <a:gd name="connsiteX19" fmla="*/ 14697 w 195531"/>
                <a:gd name="connsiteY19" fmla="*/ 31281 h 65754"/>
                <a:gd name="connsiteX20" fmla="*/ 14697 w 195531"/>
                <a:gd name="connsiteY20" fmla="*/ 17237 h 65754"/>
                <a:gd name="connsiteX21" fmla="*/ 21087 w 195531"/>
                <a:gd name="connsiteY21" fmla="*/ 10853 h 65754"/>
                <a:gd name="connsiteX22" fmla="*/ 27477 w 195531"/>
                <a:gd name="connsiteY22" fmla="*/ 17237 h 65754"/>
                <a:gd name="connsiteX23" fmla="*/ 27477 w 195531"/>
                <a:gd name="connsiteY23" fmla="*/ 31281 h 65754"/>
                <a:gd name="connsiteX24" fmla="*/ 57509 w 195531"/>
                <a:gd name="connsiteY24" fmla="*/ 31281 h 65754"/>
                <a:gd name="connsiteX25" fmla="*/ 51119 w 195531"/>
                <a:gd name="connsiteY25" fmla="*/ 37665 h 65754"/>
                <a:gd name="connsiteX26" fmla="*/ 44730 w 195531"/>
                <a:gd name="connsiteY26" fmla="*/ 31281 h 65754"/>
                <a:gd name="connsiteX27" fmla="*/ 44730 w 195531"/>
                <a:gd name="connsiteY27" fmla="*/ 17237 h 65754"/>
                <a:gd name="connsiteX28" fmla="*/ 51119 w 195531"/>
                <a:gd name="connsiteY28" fmla="*/ 10853 h 65754"/>
                <a:gd name="connsiteX29" fmla="*/ 57509 w 195531"/>
                <a:gd name="connsiteY29" fmla="*/ 17237 h 65754"/>
                <a:gd name="connsiteX30" fmla="*/ 57509 w 195531"/>
                <a:gd name="connsiteY30" fmla="*/ 31281 h 65754"/>
                <a:gd name="connsiteX31" fmla="*/ 86903 w 195531"/>
                <a:gd name="connsiteY31" fmla="*/ 31281 h 65754"/>
                <a:gd name="connsiteX32" fmla="*/ 80513 w 195531"/>
                <a:gd name="connsiteY32" fmla="*/ 37665 h 65754"/>
                <a:gd name="connsiteX33" fmla="*/ 74123 w 195531"/>
                <a:gd name="connsiteY33" fmla="*/ 31281 h 65754"/>
                <a:gd name="connsiteX34" fmla="*/ 74123 w 195531"/>
                <a:gd name="connsiteY34" fmla="*/ 17237 h 65754"/>
                <a:gd name="connsiteX35" fmla="*/ 80513 w 195531"/>
                <a:gd name="connsiteY35" fmla="*/ 10853 h 65754"/>
                <a:gd name="connsiteX36" fmla="*/ 86903 w 195531"/>
                <a:gd name="connsiteY36" fmla="*/ 17237 h 65754"/>
                <a:gd name="connsiteX37" fmla="*/ 86903 w 195531"/>
                <a:gd name="connsiteY37" fmla="*/ 31281 h 65754"/>
                <a:gd name="connsiteX38" fmla="*/ 116297 w 195531"/>
                <a:gd name="connsiteY38" fmla="*/ 31281 h 65754"/>
                <a:gd name="connsiteX39" fmla="*/ 109907 w 195531"/>
                <a:gd name="connsiteY39" fmla="*/ 37665 h 65754"/>
                <a:gd name="connsiteX40" fmla="*/ 103517 w 195531"/>
                <a:gd name="connsiteY40" fmla="*/ 31281 h 65754"/>
                <a:gd name="connsiteX41" fmla="*/ 103517 w 195531"/>
                <a:gd name="connsiteY41" fmla="*/ 17237 h 65754"/>
                <a:gd name="connsiteX42" fmla="*/ 109907 w 195531"/>
                <a:gd name="connsiteY42" fmla="*/ 10853 h 65754"/>
                <a:gd name="connsiteX43" fmla="*/ 116297 w 195531"/>
                <a:gd name="connsiteY43" fmla="*/ 17237 h 65754"/>
                <a:gd name="connsiteX44" fmla="*/ 116297 w 195531"/>
                <a:gd name="connsiteY44" fmla="*/ 31281 h 65754"/>
                <a:gd name="connsiteX45" fmla="*/ 145691 w 195531"/>
                <a:gd name="connsiteY45" fmla="*/ 31281 h 65754"/>
                <a:gd name="connsiteX46" fmla="*/ 139301 w 195531"/>
                <a:gd name="connsiteY46" fmla="*/ 37665 h 65754"/>
                <a:gd name="connsiteX47" fmla="*/ 132911 w 195531"/>
                <a:gd name="connsiteY47" fmla="*/ 31281 h 65754"/>
                <a:gd name="connsiteX48" fmla="*/ 132911 w 195531"/>
                <a:gd name="connsiteY48" fmla="*/ 17237 h 65754"/>
                <a:gd name="connsiteX49" fmla="*/ 139301 w 195531"/>
                <a:gd name="connsiteY49" fmla="*/ 10853 h 65754"/>
                <a:gd name="connsiteX50" fmla="*/ 145691 w 195531"/>
                <a:gd name="connsiteY50" fmla="*/ 17237 h 65754"/>
                <a:gd name="connsiteX51" fmla="*/ 145691 w 195531"/>
                <a:gd name="connsiteY51" fmla="*/ 31281 h 6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95531" h="65754">
                  <a:moveTo>
                    <a:pt x="169972" y="39581"/>
                  </a:moveTo>
                  <a:cubicBezTo>
                    <a:pt x="166138" y="39581"/>
                    <a:pt x="163582" y="37027"/>
                    <a:pt x="163582" y="33197"/>
                  </a:cubicBezTo>
                  <a:lnTo>
                    <a:pt x="163582" y="15321"/>
                  </a:lnTo>
                  <a:cubicBezTo>
                    <a:pt x="163582" y="11491"/>
                    <a:pt x="166138" y="8937"/>
                    <a:pt x="169972" y="8937"/>
                  </a:cubicBezTo>
                  <a:lnTo>
                    <a:pt x="195532" y="8937"/>
                  </a:lnTo>
                  <a:lnTo>
                    <a:pt x="195532" y="0"/>
                  </a:lnTo>
                  <a:lnTo>
                    <a:pt x="0" y="0"/>
                  </a:lnTo>
                  <a:lnTo>
                    <a:pt x="0" y="65755"/>
                  </a:lnTo>
                  <a:lnTo>
                    <a:pt x="15336" y="65755"/>
                  </a:lnTo>
                  <a:cubicBezTo>
                    <a:pt x="17892" y="51710"/>
                    <a:pt x="31311" y="42773"/>
                    <a:pt x="45368" y="45326"/>
                  </a:cubicBezTo>
                  <a:cubicBezTo>
                    <a:pt x="55593" y="47241"/>
                    <a:pt x="63261" y="55541"/>
                    <a:pt x="65817" y="65755"/>
                  </a:cubicBezTo>
                  <a:lnTo>
                    <a:pt x="136745" y="65755"/>
                  </a:lnTo>
                  <a:cubicBezTo>
                    <a:pt x="139301" y="51710"/>
                    <a:pt x="153358" y="42773"/>
                    <a:pt x="166777" y="45965"/>
                  </a:cubicBezTo>
                  <a:cubicBezTo>
                    <a:pt x="177002" y="47880"/>
                    <a:pt x="184669" y="55541"/>
                    <a:pt x="186587" y="65755"/>
                  </a:cubicBezTo>
                  <a:lnTo>
                    <a:pt x="194893" y="65755"/>
                  </a:lnTo>
                  <a:lnTo>
                    <a:pt x="194893" y="38942"/>
                  </a:lnTo>
                  <a:lnTo>
                    <a:pt x="169972" y="38942"/>
                  </a:lnTo>
                  <a:close/>
                  <a:moveTo>
                    <a:pt x="27477" y="31281"/>
                  </a:moveTo>
                  <a:cubicBezTo>
                    <a:pt x="27477" y="35112"/>
                    <a:pt x="24921" y="37665"/>
                    <a:pt x="21087" y="37665"/>
                  </a:cubicBezTo>
                  <a:cubicBezTo>
                    <a:pt x="17253" y="37665"/>
                    <a:pt x="14697" y="35112"/>
                    <a:pt x="14697" y="31281"/>
                  </a:cubicBezTo>
                  <a:lnTo>
                    <a:pt x="14697" y="17237"/>
                  </a:lnTo>
                  <a:cubicBezTo>
                    <a:pt x="14697" y="13406"/>
                    <a:pt x="17253" y="10853"/>
                    <a:pt x="21087" y="10853"/>
                  </a:cubicBezTo>
                  <a:cubicBezTo>
                    <a:pt x="24921" y="10853"/>
                    <a:pt x="27477" y="13406"/>
                    <a:pt x="27477" y="17237"/>
                  </a:cubicBezTo>
                  <a:lnTo>
                    <a:pt x="27477" y="31281"/>
                  </a:lnTo>
                  <a:close/>
                  <a:moveTo>
                    <a:pt x="57509" y="31281"/>
                  </a:moveTo>
                  <a:cubicBezTo>
                    <a:pt x="57509" y="35112"/>
                    <a:pt x="54953" y="37665"/>
                    <a:pt x="51119" y="37665"/>
                  </a:cubicBezTo>
                  <a:cubicBezTo>
                    <a:pt x="47286" y="37665"/>
                    <a:pt x="44730" y="35112"/>
                    <a:pt x="44730" y="31281"/>
                  </a:cubicBezTo>
                  <a:lnTo>
                    <a:pt x="44730" y="17237"/>
                  </a:lnTo>
                  <a:cubicBezTo>
                    <a:pt x="44730" y="13406"/>
                    <a:pt x="47286" y="10853"/>
                    <a:pt x="51119" y="10853"/>
                  </a:cubicBezTo>
                  <a:cubicBezTo>
                    <a:pt x="54953" y="10853"/>
                    <a:pt x="57509" y="13406"/>
                    <a:pt x="57509" y="17237"/>
                  </a:cubicBezTo>
                  <a:lnTo>
                    <a:pt x="57509" y="31281"/>
                  </a:lnTo>
                  <a:close/>
                  <a:moveTo>
                    <a:pt x="86903" y="31281"/>
                  </a:moveTo>
                  <a:cubicBezTo>
                    <a:pt x="86903" y="35112"/>
                    <a:pt x="84348" y="37665"/>
                    <a:pt x="80513" y="37665"/>
                  </a:cubicBezTo>
                  <a:cubicBezTo>
                    <a:pt x="76679" y="37665"/>
                    <a:pt x="74123" y="35112"/>
                    <a:pt x="74123" y="31281"/>
                  </a:cubicBezTo>
                  <a:lnTo>
                    <a:pt x="74123" y="17237"/>
                  </a:lnTo>
                  <a:cubicBezTo>
                    <a:pt x="74123" y="13406"/>
                    <a:pt x="76679" y="10853"/>
                    <a:pt x="80513" y="10853"/>
                  </a:cubicBezTo>
                  <a:cubicBezTo>
                    <a:pt x="84348" y="10853"/>
                    <a:pt x="86903" y="13406"/>
                    <a:pt x="86903" y="17237"/>
                  </a:cubicBezTo>
                  <a:lnTo>
                    <a:pt x="86903" y="31281"/>
                  </a:lnTo>
                  <a:close/>
                  <a:moveTo>
                    <a:pt x="116297" y="31281"/>
                  </a:moveTo>
                  <a:cubicBezTo>
                    <a:pt x="116297" y="35112"/>
                    <a:pt x="113741" y="37665"/>
                    <a:pt x="109907" y="37665"/>
                  </a:cubicBezTo>
                  <a:cubicBezTo>
                    <a:pt x="106073" y="37665"/>
                    <a:pt x="103517" y="35112"/>
                    <a:pt x="103517" y="31281"/>
                  </a:cubicBezTo>
                  <a:lnTo>
                    <a:pt x="103517" y="17237"/>
                  </a:lnTo>
                  <a:cubicBezTo>
                    <a:pt x="103517" y="13406"/>
                    <a:pt x="106073" y="10853"/>
                    <a:pt x="109907" y="10853"/>
                  </a:cubicBezTo>
                  <a:cubicBezTo>
                    <a:pt x="113741" y="10853"/>
                    <a:pt x="116297" y="13406"/>
                    <a:pt x="116297" y="17237"/>
                  </a:cubicBezTo>
                  <a:lnTo>
                    <a:pt x="116297" y="31281"/>
                  </a:lnTo>
                  <a:close/>
                  <a:moveTo>
                    <a:pt x="145691" y="31281"/>
                  </a:moveTo>
                  <a:cubicBezTo>
                    <a:pt x="145691" y="35112"/>
                    <a:pt x="143135" y="37665"/>
                    <a:pt x="139301" y="37665"/>
                  </a:cubicBezTo>
                  <a:cubicBezTo>
                    <a:pt x="135467" y="37665"/>
                    <a:pt x="132911" y="35112"/>
                    <a:pt x="132911" y="31281"/>
                  </a:cubicBezTo>
                  <a:lnTo>
                    <a:pt x="132911" y="17237"/>
                  </a:lnTo>
                  <a:cubicBezTo>
                    <a:pt x="132911" y="13406"/>
                    <a:pt x="135467" y="10853"/>
                    <a:pt x="139301" y="10853"/>
                  </a:cubicBezTo>
                  <a:cubicBezTo>
                    <a:pt x="143135" y="10853"/>
                    <a:pt x="145691" y="13406"/>
                    <a:pt x="145691" y="17237"/>
                  </a:cubicBezTo>
                  <a:lnTo>
                    <a:pt x="145691" y="31281"/>
                  </a:lnTo>
                  <a:close/>
                </a:path>
              </a:pathLst>
            </a:custGeom>
            <a:solidFill>
              <a:srgbClr val="43B02A"/>
            </a:solidFill>
            <a:ln w="6390" cap="flat">
              <a:noFill/>
              <a:prstDash val="solid"/>
              <a:miter/>
            </a:ln>
          </p:spPr>
          <p:txBody>
            <a:bodyPr rtlCol="0" anchor="ctr"/>
            <a:lstStyle/>
            <a:p>
              <a:endParaRPr lang="en-US"/>
            </a:p>
          </p:txBody>
        </p:sp>
      </p:grpSp>
      <p:grpSp>
        <p:nvGrpSpPr>
          <p:cNvPr id="925" name="Graphic 4">
            <a:extLst>
              <a:ext uri="{FF2B5EF4-FFF2-40B4-BE49-F238E27FC236}">
                <a16:creationId xmlns:a16="http://schemas.microsoft.com/office/drawing/2014/main" id="{0FB1ED40-E917-0E43-94A8-A0486B0B3C5C}"/>
              </a:ext>
            </a:extLst>
          </p:cNvPr>
          <p:cNvGrpSpPr/>
          <p:nvPr/>
        </p:nvGrpSpPr>
        <p:grpSpPr>
          <a:xfrm>
            <a:off x="8852242" y="4793256"/>
            <a:ext cx="362309" cy="361971"/>
            <a:chOff x="7801474" y="4793256"/>
            <a:chExt cx="362309" cy="361971"/>
          </a:xfrm>
          <a:solidFill>
            <a:srgbClr val="43B02A"/>
          </a:solidFill>
        </p:grpSpPr>
        <p:sp>
          <p:nvSpPr>
            <p:cNvPr id="926" name="Graphic 4">
              <a:extLst>
                <a:ext uri="{FF2B5EF4-FFF2-40B4-BE49-F238E27FC236}">
                  <a16:creationId xmlns:a16="http://schemas.microsoft.com/office/drawing/2014/main" id="{26D7013B-9C21-2E4F-92AB-519159C88F39}"/>
                </a:ext>
              </a:extLst>
            </p:cNvPr>
            <p:cNvSpPr/>
            <p:nvPr/>
          </p:nvSpPr>
          <p:spPr>
            <a:xfrm>
              <a:off x="7801474" y="479325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8565 h 361971"/>
                <a:gd name="connsiteX7" fmla="*/ 12780 w 362309"/>
                <a:gd name="connsiteY7" fmla="*/ 180667 h 361971"/>
                <a:gd name="connsiteX8" fmla="*/ 180835 w 362309"/>
                <a:gd name="connsiteY8" fmla="*/ 12129 h 361971"/>
                <a:gd name="connsiteX9" fmla="*/ 349529 w 362309"/>
                <a:gd name="connsiteY9" fmla="*/ 180028 h 361971"/>
                <a:gd name="connsiteX10" fmla="*/ 349529 w 362309"/>
                <a:gd name="connsiteY10" fmla="*/ 180028 h 361971"/>
                <a:gd name="connsiteX11" fmla="*/ 181474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0438"/>
                    <a:pt x="281157" y="0"/>
                    <a:pt x="181474" y="0"/>
                  </a:cubicBezTo>
                  <a:close/>
                  <a:moveTo>
                    <a:pt x="181474" y="348565"/>
                  </a:moveTo>
                  <a:cubicBezTo>
                    <a:pt x="88181" y="348565"/>
                    <a:pt x="12780" y="273234"/>
                    <a:pt x="12780" y="180667"/>
                  </a:cubicBezTo>
                  <a:cubicBezTo>
                    <a:pt x="12780" y="87461"/>
                    <a:pt x="88181" y="12129"/>
                    <a:pt x="180835" y="12129"/>
                  </a:cubicBezTo>
                  <a:cubicBezTo>
                    <a:pt x="274128" y="12129"/>
                    <a:pt x="349529" y="87461"/>
                    <a:pt x="349529" y="180028"/>
                  </a:cubicBezTo>
                  <a:cubicBezTo>
                    <a:pt x="349529" y="180028"/>
                    <a:pt x="349529" y="180028"/>
                    <a:pt x="349529" y="180028"/>
                  </a:cubicBezTo>
                  <a:cubicBezTo>
                    <a:pt x="349529" y="273234"/>
                    <a:pt x="274128" y="348565"/>
                    <a:pt x="181474" y="348565"/>
                  </a:cubicBezTo>
                  <a:close/>
                </a:path>
              </a:pathLst>
            </a:custGeom>
            <a:solidFill>
              <a:srgbClr val="43B02A"/>
            </a:solidFill>
            <a:ln w="6390" cap="flat">
              <a:noFill/>
              <a:prstDash val="solid"/>
              <a:miter/>
            </a:ln>
          </p:spPr>
          <p:txBody>
            <a:bodyPr rtlCol="0" anchor="ctr"/>
            <a:lstStyle/>
            <a:p>
              <a:endParaRPr lang="en-US"/>
            </a:p>
          </p:txBody>
        </p:sp>
        <p:sp>
          <p:nvSpPr>
            <p:cNvPr id="927" name="Graphic 4">
              <a:extLst>
                <a:ext uri="{FF2B5EF4-FFF2-40B4-BE49-F238E27FC236}">
                  <a16:creationId xmlns:a16="http://schemas.microsoft.com/office/drawing/2014/main" id="{D300A58F-5190-FF4B-A109-FB254AA496C8}"/>
                </a:ext>
              </a:extLst>
            </p:cNvPr>
            <p:cNvSpPr/>
            <p:nvPr/>
          </p:nvSpPr>
          <p:spPr>
            <a:xfrm>
              <a:off x="7870485" y="4861565"/>
              <a:ext cx="223708" cy="224387"/>
            </a:xfrm>
            <a:custGeom>
              <a:avLst/>
              <a:gdLst>
                <a:gd name="connsiteX0" fmla="*/ 112464 w 223708"/>
                <a:gd name="connsiteY0" fmla="*/ 0 h 224387"/>
                <a:gd name="connsiteX1" fmla="*/ 0 w 223708"/>
                <a:gd name="connsiteY1" fmla="*/ 111081 h 224387"/>
                <a:gd name="connsiteX2" fmla="*/ 3195 w 223708"/>
                <a:gd name="connsiteY2" fmla="*/ 138532 h 224387"/>
                <a:gd name="connsiteX3" fmla="*/ 3195 w 223708"/>
                <a:gd name="connsiteY3" fmla="*/ 139171 h 224387"/>
                <a:gd name="connsiteX4" fmla="*/ 3195 w 223708"/>
                <a:gd name="connsiteY4" fmla="*/ 139809 h 224387"/>
                <a:gd name="connsiteX5" fmla="*/ 139301 w 223708"/>
                <a:gd name="connsiteY5" fmla="*/ 220886 h 224387"/>
                <a:gd name="connsiteX6" fmla="*/ 220453 w 223708"/>
                <a:gd name="connsiteY6" fmla="*/ 139809 h 224387"/>
                <a:gd name="connsiteX7" fmla="*/ 220453 w 223708"/>
                <a:gd name="connsiteY7" fmla="*/ 139171 h 224387"/>
                <a:gd name="connsiteX8" fmla="*/ 220453 w 223708"/>
                <a:gd name="connsiteY8" fmla="*/ 138532 h 224387"/>
                <a:gd name="connsiteX9" fmla="*/ 138662 w 223708"/>
                <a:gd name="connsiteY9" fmla="*/ 3192 h 224387"/>
                <a:gd name="connsiteX10" fmla="*/ 112464 w 223708"/>
                <a:gd name="connsiteY10" fmla="*/ 0 h 224387"/>
                <a:gd name="connsiteX11" fmla="*/ 112464 w 223708"/>
                <a:gd name="connsiteY11" fmla="*/ 0 h 224387"/>
                <a:gd name="connsiteX12" fmla="*/ 112464 w 223708"/>
                <a:gd name="connsiteY12" fmla="*/ 12768 h 224387"/>
                <a:gd name="connsiteX13" fmla="*/ 212146 w 223708"/>
                <a:gd name="connsiteY13" fmla="*/ 112358 h 224387"/>
                <a:gd name="connsiteX14" fmla="*/ 210868 w 223708"/>
                <a:gd name="connsiteY14" fmla="*/ 129595 h 224387"/>
                <a:gd name="connsiteX15" fmla="*/ 143774 w 223708"/>
                <a:gd name="connsiteY15" fmla="*/ 107889 h 224387"/>
                <a:gd name="connsiteX16" fmla="*/ 107990 w 223708"/>
                <a:gd name="connsiteY16" fmla="*/ 81715 h 224387"/>
                <a:gd name="connsiteX17" fmla="*/ 81792 w 223708"/>
                <a:gd name="connsiteY17" fmla="*/ 107889 h 224387"/>
                <a:gd name="connsiteX18" fmla="*/ 14697 w 223708"/>
                <a:gd name="connsiteY18" fmla="*/ 129595 h 224387"/>
                <a:gd name="connsiteX19" fmla="*/ 13419 w 223708"/>
                <a:gd name="connsiteY19" fmla="*/ 112358 h 224387"/>
                <a:gd name="connsiteX20" fmla="*/ 112464 w 223708"/>
                <a:gd name="connsiteY20" fmla="*/ 12768 h 224387"/>
                <a:gd name="connsiteX21" fmla="*/ 112464 w 223708"/>
                <a:gd name="connsiteY21" fmla="*/ 130872 h 224387"/>
                <a:gd name="connsiteX22" fmla="*/ 93294 w 223708"/>
                <a:gd name="connsiteY22" fmla="*/ 112358 h 224387"/>
                <a:gd name="connsiteX23" fmla="*/ 111824 w 223708"/>
                <a:gd name="connsiteY23" fmla="*/ 93206 h 224387"/>
                <a:gd name="connsiteX24" fmla="*/ 130994 w 223708"/>
                <a:gd name="connsiteY24" fmla="*/ 111720 h 224387"/>
                <a:gd name="connsiteX25" fmla="*/ 112464 w 223708"/>
                <a:gd name="connsiteY25" fmla="*/ 130872 h 224387"/>
                <a:gd name="connsiteX26" fmla="*/ 112464 w 223708"/>
                <a:gd name="connsiteY26" fmla="*/ 130872 h 224387"/>
                <a:gd name="connsiteX27" fmla="*/ 17253 w 223708"/>
                <a:gd name="connsiteY27" fmla="*/ 141724 h 224387"/>
                <a:gd name="connsiteX28" fmla="*/ 81792 w 223708"/>
                <a:gd name="connsiteY28" fmla="*/ 120657 h 224387"/>
                <a:gd name="connsiteX29" fmla="*/ 106074 w 223708"/>
                <a:gd name="connsiteY29" fmla="*/ 143001 h 224387"/>
                <a:gd name="connsiteX30" fmla="*/ 106074 w 223708"/>
                <a:gd name="connsiteY30" fmla="*/ 211310 h 224387"/>
                <a:gd name="connsiteX31" fmla="*/ 17253 w 223708"/>
                <a:gd name="connsiteY31" fmla="*/ 141724 h 224387"/>
                <a:gd name="connsiteX32" fmla="*/ 118853 w 223708"/>
                <a:gd name="connsiteY32" fmla="*/ 211310 h 224387"/>
                <a:gd name="connsiteX33" fmla="*/ 118853 w 223708"/>
                <a:gd name="connsiteY33" fmla="*/ 143001 h 224387"/>
                <a:gd name="connsiteX34" fmla="*/ 142496 w 223708"/>
                <a:gd name="connsiteY34" fmla="*/ 120657 h 224387"/>
                <a:gd name="connsiteX35" fmla="*/ 207034 w 223708"/>
                <a:gd name="connsiteY35" fmla="*/ 141724 h 224387"/>
                <a:gd name="connsiteX36" fmla="*/ 118853 w 223708"/>
                <a:gd name="connsiteY36" fmla="*/ 211310 h 224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3708" h="224387">
                  <a:moveTo>
                    <a:pt x="112464" y="0"/>
                  </a:moveTo>
                  <a:cubicBezTo>
                    <a:pt x="50481" y="0"/>
                    <a:pt x="640" y="49795"/>
                    <a:pt x="0" y="111081"/>
                  </a:cubicBezTo>
                  <a:cubicBezTo>
                    <a:pt x="0" y="120019"/>
                    <a:pt x="1278" y="129595"/>
                    <a:pt x="3195" y="138532"/>
                  </a:cubicBezTo>
                  <a:cubicBezTo>
                    <a:pt x="3195" y="138532"/>
                    <a:pt x="3195" y="139171"/>
                    <a:pt x="3195" y="139171"/>
                  </a:cubicBezTo>
                  <a:cubicBezTo>
                    <a:pt x="3195" y="139171"/>
                    <a:pt x="3195" y="139171"/>
                    <a:pt x="3195" y="139809"/>
                  </a:cubicBezTo>
                  <a:cubicBezTo>
                    <a:pt x="18531" y="199819"/>
                    <a:pt x="79235" y="236207"/>
                    <a:pt x="139301" y="220886"/>
                  </a:cubicBezTo>
                  <a:cubicBezTo>
                    <a:pt x="178918" y="210671"/>
                    <a:pt x="210229" y="180028"/>
                    <a:pt x="220453" y="139809"/>
                  </a:cubicBezTo>
                  <a:lnTo>
                    <a:pt x="220453" y="139171"/>
                  </a:lnTo>
                  <a:cubicBezTo>
                    <a:pt x="220453" y="139171"/>
                    <a:pt x="220453" y="138532"/>
                    <a:pt x="220453" y="138532"/>
                  </a:cubicBezTo>
                  <a:cubicBezTo>
                    <a:pt x="235150" y="78523"/>
                    <a:pt x="198728" y="17875"/>
                    <a:pt x="138662" y="3192"/>
                  </a:cubicBezTo>
                  <a:cubicBezTo>
                    <a:pt x="129716" y="1276"/>
                    <a:pt x="120770" y="0"/>
                    <a:pt x="112464" y="0"/>
                  </a:cubicBezTo>
                  <a:lnTo>
                    <a:pt x="112464" y="0"/>
                  </a:lnTo>
                  <a:close/>
                  <a:moveTo>
                    <a:pt x="112464" y="12768"/>
                  </a:moveTo>
                  <a:cubicBezTo>
                    <a:pt x="167417" y="12768"/>
                    <a:pt x="211508" y="57456"/>
                    <a:pt x="212146" y="112358"/>
                  </a:cubicBezTo>
                  <a:cubicBezTo>
                    <a:pt x="212146" y="118104"/>
                    <a:pt x="211508" y="123849"/>
                    <a:pt x="210868" y="129595"/>
                  </a:cubicBezTo>
                  <a:lnTo>
                    <a:pt x="143774" y="107889"/>
                  </a:lnTo>
                  <a:cubicBezTo>
                    <a:pt x="141218" y="90652"/>
                    <a:pt x="125243" y="79161"/>
                    <a:pt x="107990" y="81715"/>
                  </a:cubicBezTo>
                  <a:cubicBezTo>
                    <a:pt x="94571" y="83630"/>
                    <a:pt x="83709" y="94483"/>
                    <a:pt x="81792" y="107889"/>
                  </a:cubicBezTo>
                  <a:lnTo>
                    <a:pt x="14697" y="129595"/>
                  </a:lnTo>
                  <a:cubicBezTo>
                    <a:pt x="13419" y="123849"/>
                    <a:pt x="13419" y="118104"/>
                    <a:pt x="13419" y="112358"/>
                  </a:cubicBezTo>
                  <a:cubicBezTo>
                    <a:pt x="12780" y="57456"/>
                    <a:pt x="57509" y="12768"/>
                    <a:pt x="112464" y="12768"/>
                  </a:cubicBezTo>
                  <a:close/>
                  <a:moveTo>
                    <a:pt x="112464" y="130872"/>
                  </a:moveTo>
                  <a:cubicBezTo>
                    <a:pt x="102239" y="130872"/>
                    <a:pt x="93294" y="122572"/>
                    <a:pt x="93294" y="112358"/>
                  </a:cubicBezTo>
                  <a:cubicBezTo>
                    <a:pt x="93294" y="102144"/>
                    <a:pt x="101600" y="93206"/>
                    <a:pt x="111824" y="93206"/>
                  </a:cubicBezTo>
                  <a:cubicBezTo>
                    <a:pt x="122048" y="93206"/>
                    <a:pt x="130355" y="101505"/>
                    <a:pt x="130994" y="111720"/>
                  </a:cubicBezTo>
                  <a:cubicBezTo>
                    <a:pt x="130994" y="122572"/>
                    <a:pt x="122687" y="130872"/>
                    <a:pt x="112464" y="130872"/>
                  </a:cubicBezTo>
                  <a:cubicBezTo>
                    <a:pt x="112464" y="130872"/>
                    <a:pt x="112464" y="130872"/>
                    <a:pt x="112464" y="130872"/>
                  </a:cubicBezTo>
                  <a:close/>
                  <a:moveTo>
                    <a:pt x="17253" y="141724"/>
                  </a:moveTo>
                  <a:lnTo>
                    <a:pt x="81792" y="120657"/>
                  </a:lnTo>
                  <a:cubicBezTo>
                    <a:pt x="84986" y="132148"/>
                    <a:pt x="93933" y="140448"/>
                    <a:pt x="106074" y="143001"/>
                  </a:cubicBezTo>
                  <a:lnTo>
                    <a:pt x="106074" y="211310"/>
                  </a:lnTo>
                  <a:cubicBezTo>
                    <a:pt x="64539" y="208756"/>
                    <a:pt x="29394" y="181305"/>
                    <a:pt x="17253" y="141724"/>
                  </a:cubicBezTo>
                  <a:close/>
                  <a:moveTo>
                    <a:pt x="118853" y="211310"/>
                  </a:moveTo>
                  <a:lnTo>
                    <a:pt x="118853" y="143001"/>
                  </a:lnTo>
                  <a:cubicBezTo>
                    <a:pt x="130355" y="140448"/>
                    <a:pt x="139301" y="131510"/>
                    <a:pt x="142496" y="120657"/>
                  </a:cubicBezTo>
                  <a:lnTo>
                    <a:pt x="207034" y="141724"/>
                  </a:lnTo>
                  <a:cubicBezTo>
                    <a:pt x="194893" y="181305"/>
                    <a:pt x="159748" y="208756"/>
                    <a:pt x="118853" y="211310"/>
                  </a:cubicBezTo>
                  <a:close/>
                </a:path>
              </a:pathLst>
            </a:custGeom>
            <a:solidFill>
              <a:srgbClr val="43B02A"/>
            </a:solidFill>
            <a:ln w="6390" cap="flat">
              <a:noFill/>
              <a:prstDash val="solid"/>
              <a:miter/>
            </a:ln>
          </p:spPr>
          <p:txBody>
            <a:bodyPr rtlCol="0" anchor="ctr"/>
            <a:lstStyle/>
            <a:p>
              <a:endParaRPr lang="en-US"/>
            </a:p>
          </p:txBody>
        </p:sp>
      </p:grpSp>
      <p:grpSp>
        <p:nvGrpSpPr>
          <p:cNvPr id="928" name="Graphic 4">
            <a:extLst>
              <a:ext uri="{FF2B5EF4-FFF2-40B4-BE49-F238E27FC236}">
                <a16:creationId xmlns:a16="http://schemas.microsoft.com/office/drawing/2014/main" id="{8062A5EF-B34F-BD42-980E-631500B4E6DE}"/>
              </a:ext>
            </a:extLst>
          </p:cNvPr>
          <p:cNvGrpSpPr/>
          <p:nvPr/>
        </p:nvGrpSpPr>
        <p:grpSpPr>
          <a:xfrm>
            <a:off x="8852242" y="4308712"/>
            <a:ext cx="362309" cy="361971"/>
            <a:chOff x="7801474" y="4308712"/>
            <a:chExt cx="362309" cy="361971"/>
          </a:xfrm>
          <a:solidFill>
            <a:srgbClr val="43B02A"/>
          </a:solidFill>
        </p:grpSpPr>
        <p:sp>
          <p:nvSpPr>
            <p:cNvPr id="929" name="Graphic 4">
              <a:extLst>
                <a:ext uri="{FF2B5EF4-FFF2-40B4-BE49-F238E27FC236}">
                  <a16:creationId xmlns:a16="http://schemas.microsoft.com/office/drawing/2014/main" id="{ECF279CD-E566-0A40-921A-97C77EAF35F6}"/>
                </a:ext>
              </a:extLst>
            </p:cNvPr>
            <p:cNvSpPr/>
            <p:nvPr/>
          </p:nvSpPr>
          <p:spPr>
            <a:xfrm>
              <a:off x="7801474" y="430871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lnTo>
                    <a:pt x="181474" y="349204"/>
                  </a:lnTo>
                  <a:close/>
                </a:path>
              </a:pathLst>
            </a:custGeom>
            <a:solidFill>
              <a:srgbClr val="43B02A"/>
            </a:solidFill>
            <a:ln w="6390" cap="flat">
              <a:noFill/>
              <a:prstDash val="solid"/>
              <a:miter/>
            </a:ln>
          </p:spPr>
          <p:txBody>
            <a:bodyPr rtlCol="0" anchor="ctr"/>
            <a:lstStyle/>
            <a:p>
              <a:endParaRPr lang="en-US"/>
            </a:p>
          </p:txBody>
        </p:sp>
        <p:sp>
          <p:nvSpPr>
            <p:cNvPr id="930" name="Graphic 4">
              <a:extLst>
                <a:ext uri="{FF2B5EF4-FFF2-40B4-BE49-F238E27FC236}">
                  <a16:creationId xmlns:a16="http://schemas.microsoft.com/office/drawing/2014/main" id="{182FA590-20C7-E542-9353-61AD069C7286}"/>
                </a:ext>
              </a:extLst>
            </p:cNvPr>
            <p:cNvSpPr/>
            <p:nvPr/>
          </p:nvSpPr>
          <p:spPr>
            <a:xfrm>
              <a:off x="7865302" y="4405012"/>
              <a:ext cx="47455" cy="169274"/>
            </a:xfrm>
            <a:custGeom>
              <a:avLst/>
              <a:gdLst>
                <a:gd name="connsiteX0" fmla="*/ 32660 w 47455"/>
                <a:gd name="connsiteY0" fmla="*/ 21166 h 169274"/>
                <a:gd name="connsiteX1" fmla="*/ 34577 w 47455"/>
                <a:gd name="connsiteY1" fmla="*/ 30103 h 169274"/>
                <a:gd name="connsiteX2" fmla="*/ 40967 w 47455"/>
                <a:gd name="connsiteY2" fmla="*/ 35210 h 169274"/>
                <a:gd name="connsiteX3" fmla="*/ 42245 w 47455"/>
                <a:gd name="connsiteY3" fmla="*/ 35210 h 169274"/>
                <a:gd name="connsiteX4" fmla="*/ 47357 w 47455"/>
                <a:gd name="connsiteY4" fmla="*/ 27550 h 169274"/>
                <a:gd name="connsiteX5" fmla="*/ 47357 w 47455"/>
                <a:gd name="connsiteY5" fmla="*/ 27550 h 169274"/>
                <a:gd name="connsiteX6" fmla="*/ 42884 w 47455"/>
                <a:gd name="connsiteY6" fmla="*/ 5206 h 169274"/>
                <a:gd name="connsiteX7" fmla="*/ 35855 w 47455"/>
                <a:gd name="connsiteY7" fmla="*/ 99 h 169274"/>
                <a:gd name="connsiteX8" fmla="*/ 10295 w 47455"/>
                <a:gd name="connsiteY8" fmla="*/ 3929 h 169274"/>
                <a:gd name="connsiteX9" fmla="*/ 4544 w 47455"/>
                <a:gd name="connsiteY9" fmla="*/ 10951 h 169274"/>
                <a:gd name="connsiteX10" fmla="*/ 11573 w 47455"/>
                <a:gd name="connsiteY10" fmla="*/ 16697 h 169274"/>
                <a:gd name="connsiteX11" fmla="*/ 21158 w 47455"/>
                <a:gd name="connsiteY11" fmla="*/ 15420 h 169274"/>
                <a:gd name="connsiteX12" fmla="*/ 30743 w 47455"/>
                <a:gd name="connsiteY12" fmla="*/ 167359 h 169274"/>
                <a:gd name="connsiteX13" fmla="*/ 35216 w 47455"/>
                <a:gd name="connsiteY13" fmla="*/ 169274 h 169274"/>
                <a:gd name="connsiteX14" fmla="*/ 39689 w 47455"/>
                <a:gd name="connsiteY14" fmla="*/ 167359 h 169274"/>
                <a:gd name="connsiteX15" fmla="*/ 40328 w 47455"/>
                <a:gd name="connsiteY15" fmla="*/ 158421 h 169274"/>
                <a:gd name="connsiteX16" fmla="*/ 32660 w 47455"/>
                <a:gd name="connsiteY16" fmla="*/ 21166 h 169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7455" h="169274">
                  <a:moveTo>
                    <a:pt x="32660" y="21166"/>
                  </a:moveTo>
                  <a:lnTo>
                    <a:pt x="34577" y="30103"/>
                  </a:lnTo>
                  <a:cubicBezTo>
                    <a:pt x="35216" y="33295"/>
                    <a:pt x="37772" y="35210"/>
                    <a:pt x="40967" y="35210"/>
                  </a:cubicBezTo>
                  <a:lnTo>
                    <a:pt x="42245" y="35210"/>
                  </a:lnTo>
                  <a:cubicBezTo>
                    <a:pt x="45440" y="34572"/>
                    <a:pt x="47996" y="31380"/>
                    <a:pt x="47357" y="27550"/>
                  </a:cubicBezTo>
                  <a:cubicBezTo>
                    <a:pt x="47357" y="27550"/>
                    <a:pt x="47357" y="27550"/>
                    <a:pt x="47357" y="27550"/>
                  </a:cubicBezTo>
                  <a:lnTo>
                    <a:pt x="42884" y="5206"/>
                  </a:lnTo>
                  <a:cubicBezTo>
                    <a:pt x="42245" y="2014"/>
                    <a:pt x="39050" y="-540"/>
                    <a:pt x="35855" y="99"/>
                  </a:cubicBezTo>
                  <a:lnTo>
                    <a:pt x="10295" y="3929"/>
                  </a:lnTo>
                  <a:cubicBezTo>
                    <a:pt x="6461" y="4567"/>
                    <a:pt x="4544" y="7759"/>
                    <a:pt x="4544" y="10951"/>
                  </a:cubicBezTo>
                  <a:cubicBezTo>
                    <a:pt x="4544" y="14143"/>
                    <a:pt x="8378" y="16697"/>
                    <a:pt x="11573" y="16697"/>
                  </a:cubicBezTo>
                  <a:lnTo>
                    <a:pt x="21158" y="15420"/>
                  </a:lnTo>
                  <a:cubicBezTo>
                    <a:pt x="-31239" y="97135"/>
                    <a:pt x="30104" y="166720"/>
                    <a:pt x="30743" y="167359"/>
                  </a:cubicBezTo>
                  <a:cubicBezTo>
                    <a:pt x="32021" y="168635"/>
                    <a:pt x="33938" y="169274"/>
                    <a:pt x="35216" y="169274"/>
                  </a:cubicBezTo>
                  <a:cubicBezTo>
                    <a:pt x="36494" y="169274"/>
                    <a:pt x="38411" y="168635"/>
                    <a:pt x="39689" y="167359"/>
                  </a:cubicBezTo>
                  <a:cubicBezTo>
                    <a:pt x="42245" y="164805"/>
                    <a:pt x="42245" y="160975"/>
                    <a:pt x="40328" y="158421"/>
                  </a:cubicBezTo>
                  <a:cubicBezTo>
                    <a:pt x="37772" y="155229"/>
                    <a:pt x="-15265" y="94581"/>
                    <a:pt x="32660" y="21166"/>
                  </a:cubicBezTo>
                  <a:close/>
                </a:path>
              </a:pathLst>
            </a:custGeom>
            <a:solidFill>
              <a:srgbClr val="43B02A"/>
            </a:solidFill>
            <a:ln w="6390" cap="flat">
              <a:noFill/>
              <a:prstDash val="solid"/>
              <a:miter/>
            </a:ln>
          </p:spPr>
          <p:txBody>
            <a:bodyPr rtlCol="0" anchor="ctr"/>
            <a:lstStyle/>
            <a:p>
              <a:endParaRPr lang="en-US"/>
            </a:p>
          </p:txBody>
        </p:sp>
        <p:sp>
          <p:nvSpPr>
            <p:cNvPr id="931" name="Graphic 4">
              <a:extLst>
                <a:ext uri="{FF2B5EF4-FFF2-40B4-BE49-F238E27FC236}">
                  <a16:creationId xmlns:a16="http://schemas.microsoft.com/office/drawing/2014/main" id="{9BF1483F-B198-FF48-9503-DDE7AC378D8F}"/>
                </a:ext>
              </a:extLst>
            </p:cNvPr>
            <p:cNvSpPr/>
            <p:nvPr/>
          </p:nvSpPr>
          <p:spPr>
            <a:xfrm>
              <a:off x="8053116" y="4405660"/>
              <a:ext cx="47060" cy="168625"/>
            </a:xfrm>
            <a:custGeom>
              <a:avLst/>
              <a:gdLst>
                <a:gd name="connsiteX0" fmla="*/ 16096 w 47060"/>
                <a:gd name="connsiteY0" fmla="*/ 2003 h 168625"/>
                <a:gd name="connsiteX1" fmla="*/ 7150 w 47060"/>
                <a:gd name="connsiteY1" fmla="*/ 1365 h 168625"/>
                <a:gd name="connsiteX2" fmla="*/ 6511 w 47060"/>
                <a:gd name="connsiteY2" fmla="*/ 10302 h 168625"/>
                <a:gd name="connsiteX3" fmla="*/ 14818 w 47060"/>
                <a:gd name="connsiteY3" fmla="*/ 147558 h 168625"/>
                <a:gd name="connsiteX4" fmla="*/ 12901 w 47060"/>
                <a:gd name="connsiteY4" fmla="*/ 138621 h 168625"/>
                <a:gd name="connsiteX5" fmla="*/ 5233 w 47060"/>
                <a:gd name="connsiteY5" fmla="*/ 133514 h 168625"/>
                <a:gd name="connsiteX6" fmla="*/ 121 w 47060"/>
                <a:gd name="connsiteY6" fmla="*/ 141174 h 168625"/>
                <a:gd name="connsiteX7" fmla="*/ 4594 w 47060"/>
                <a:gd name="connsiteY7" fmla="*/ 163518 h 168625"/>
                <a:gd name="connsiteX8" fmla="*/ 10984 w 47060"/>
                <a:gd name="connsiteY8" fmla="*/ 168626 h 168625"/>
                <a:gd name="connsiteX9" fmla="*/ 11623 w 47060"/>
                <a:gd name="connsiteY9" fmla="*/ 168626 h 168625"/>
                <a:gd name="connsiteX10" fmla="*/ 37182 w 47060"/>
                <a:gd name="connsiteY10" fmla="*/ 164795 h 168625"/>
                <a:gd name="connsiteX11" fmla="*/ 42934 w 47060"/>
                <a:gd name="connsiteY11" fmla="*/ 157773 h 168625"/>
                <a:gd name="connsiteX12" fmla="*/ 35905 w 47060"/>
                <a:gd name="connsiteY12" fmla="*/ 152027 h 168625"/>
                <a:gd name="connsiteX13" fmla="*/ 26320 w 47060"/>
                <a:gd name="connsiteY13" fmla="*/ 153304 h 168625"/>
                <a:gd name="connsiteX14" fmla="*/ 16096 w 47060"/>
                <a:gd name="connsiteY14" fmla="*/ 2003 h 16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7060" h="168625">
                  <a:moveTo>
                    <a:pt x="16096" y="2003"/>
                  </a:moveTo>
                  <a:cubicBezTo>
                    <a:pt x="13540" y="-550"/>
                    <a:pt x="9706" y="-550"/>
                    <a:pt x="7150" y="1365"/>
                  </a:cubicBezTo>
                  <a:cubicBezTo>
                    <a:pt x="4594" y="3918"/>
                    <a:pt x="4594" y="7749"/>
                    <a:pt x="6511" y="10302"/>
                  </a:cubicBezTo>
                  <a:cubicBezTo>
                    <a:pt x="9067" y="12856"/>
                    <a:pt x="62742" y="74142"/>
                    <a:pt x="14818" y="147558"/>
                  </a:cubicBezTo>
                  <a:lnTo>
                    <a:pt x="12901" y="138621"/>
                  </a:lnTo>
                  <a:cubicBezTo>
                    <a:pt x="12262" y="134790"/>
                    <a:pt x="9067" y="132875"/>
                    <a:pt x="5233" y="133514"/>
                  </a:cubicBezTo>
                  <a:cubicBezTo>
                    <a:pt x="1399" y="134152"/>
                    <a:pt x="-518" y="137344"/>
                    <a:pt x="121" y="141174"/>
                  </a:cubicBezTo>
                  <a:lnTo>
                    <a:pt x="4594" y="163518"/>
                  </a:lnTo>
                  <a:cubicBezTo>
                    <a:pt x="5233" y="166710"/>
                    <a:pt x="7789" y="168626"/>
                    <a:pt x="10984" y="168626"/>
                  </a:cubicBezTo>
                  <a:lnTo>
                    <a:pt x="11623" y="168626"/>
                  </a:lnTo>
                  <a:lnTo>
                    <a:pt x="37182" y="164795"/>
                  </a:lnTo>
                  <a:cubicBezTo>
                    <a:pt x="41016" y="164157"/>
                    <a:pt x="42934" y="160965"/>
                    <a:pt x="42934" y="157773"/>
                  </a:cubicBezTo>
                  <a:cubicBezTo>
                    <a:pt x="42934" y="154581"/>
                    <a:pt x="39100" y="152027"/>
                    <a:pt x="35905" y="152027"/>
                  </a:cubicBezTo>
                  <a:lnTo>
                    <a:pt x="26320" y="153304"/>
                  </a:lnTo>
                  <a:cubicBezTo>
                    <a:pt x="78078" y="72227"/>
                    <a:pt x="16735" y="2642"/>
                    <a:pt x="16096" y="2003"/>
                  </a:cubicBezTo>
                  <a:close/>
                </a:path>
              </a:pathLst>
            </a:custGeom>
            <a:solidFill>
              <a:srgbClr val="43B02A"/>
            </a:solidFill>
            <a:ln w="6390" cap="flat">
              <a:noFill/>
              <a:prstDash val="solid"/>
              <a:miter/>
            </a:ln>
          </p:spPr>
          <p:txBody>
            <a:bodyPr rtlCol="0" anchor="ctr"/>
            <a:lstStyle/>
            <a:p>
              <a:endParaRPr lang="en-US"/>
            </a:p>
          </p:txBody>
        </p:sp>
        <p:sp>
          <p:nvSpPr>
            <p:cNvPr id="932" name="Graphic 4">
              <a:extLst>
                <a:ext uri="{FF2B5EF4-FFF2-40B4-BE49-F238E27FC236}">
                  <a16:creationId xmlns:a16="http://schemas.microsoft.com/office/drawing/2014/main" id="{BF84D77A-8BC8-D24E-A00B-3539905BB467}"/>
                </a:ext>
              </a:extLst>
            </p:cNvPr>
            <p:cNvSpPr/>
            <p:nvPr/>
          </p:nvSpPr>
          <p:spPr>
            <a:xfrm>
              <a:off x="7904352" y="4414047"/>
              <a:ext cx="155914" cy="155769"/>
            </a:xfrm>
            <a:custGeom>
              <a:avLst/>
              <a:gdLst>
                <a:gd name="connsiteX0" fmla="*/ 77957 w 155914"/>
                <a:gd name="connsiteY0" fmla="*/ 0 h 155769"/>
                <a:gd name="connsiteX1" fmla="*/ 0 w 155914"/>
                <a:gd name="connsiteY1" fmla="*/ 77885 h 155769"/>
                <a:gd name="connsiteX2" fmla="*/ 77957 w 155914"/>
                <a:gd name="connsiteY2" fmla="*/ 155769 h 155769"/>
                <a:gd name="connsiteX3" fmla="*/ 155915 w 155914"/>
                <a:gd name="connsiteY3" fmla="*/ 77885 h 155769"/>
                <a:gd name="connsiteX4" fmla="*/ 155915 w 155914"/>
                <a:gd name="connsiteY4" fmla="*/ 77885 h 155769"/>
                <a:gd name="connsiteX5" fmla="*/ 77957 w 155914"/>
                <a:gd name="connsiteY5" fmla="*/ 0 h 155769"/>
                <a:gd name="connsiteX6" fmla="*/ 77957 w 155914"/>
                <a:gd name="connsiteY6" fmla="*/ 12768 h 155769"/>
                <a:gd name="connsiteX7" fmla="*/ 143135 w 155914"/>
                <a:gd name="connsiteY7" fmla="*/ 77246 h 155769"/>
                <a:gd name="connsiteX8" fmla="*/ 139301 w 155914"/>
                <a:gd name="connsiteY8" fmla="*/ 99590 h 155769"/>
                <a:gd name="connsiteX9" fmla="*/ 103517 w 155914"/>
                <a:gd name="connsiteY9" fmla="*/ 84269 h 155769"/>
                <a:gd name="connsiteX10" fmla="*/ 104156 w 155914"/>
                <a:gd name="connsiteY10" fmla="*/ 77885 h 155769"/>
                <a:gd name="connsiteX11" fmla="*/ 76679 w 155914"/>
                <a:gd name="connsiteY11" fmla="*/ 52987 h 155769"/>
                <a:gd name="connsiteX12" fmla="*/ 51758 w 155914"/>
                <a:gd name="connsiteY12" fmla="*/ 77885 h 155769"/>
                <a:gd name="connsiteX13" fmla="*/ 52397 w 155914"/>
                <a:gd name="connsiteY13" fmla="*/ 82354 h 155769"/>
                <a:gd name="connsiteX14" fmla="*/ 15975 w 155914"/>
                <a:gd name="connsiteY14" fmla="*/ 98313 h 155769"/>
                <a:gd name="connsiteX15" fmla="*/ 12780 w 155914"/>
                <a:gd name="connsiteY15" fmla="*/ 77885 h 155769"/>
                <a:gd name="connsiteX16" fmla="*/ 77957 w 155914"/>
                <a:gd name="connsiteY16" fmla="*/ 12768 h 155769"/>
                <a:gd name="connsiteX17" fmla="*/ 78597 w 155914"/>
                <a:gd name="connsiteY17" fmla="*/ 91291 h 155769"/>
                <a:gd name="connsiteX18" fmla="*/ 65177 w 155914"/>
                <a:gd name="connsiteY18" fmla="*/ 77885 h 155769"/>
                <a:gd name="connsiteX19" fmla="*/ 78597 w 155914"/>
                <a:gd name="connsiteY19" fmla="*/ 64478 h 155769"/>
                <a:gd name="connsiteX20" fmla="*/ 92015 w 155914"/>
                <a:gd name="connsiteY20" fmla="*/ 77885 h 155769"/>
                <a:gd name="connsiteX21" fmla="*/ 92015 w 155914"/>
                <a:gd name="connsiteY21" fmla="*/ 77885 h 155769"/>
                <a:gd name="connsiteX22" fmla="*/ 78597 w 155914"/>
                <a:gd name="connsiteY22" fmla="*/ 91291 h 155769"/>
                <a:gd name="connsiteX23" fmla="*/ 21087 w 155914"/>
                <a:gd name="connsiteY23" fmla="*/ 110443 h 155769"/>
                <a:gd name="connsiteX24" fmla="*/ 57509 w 155914"/>
                <a:gd name="connsiteY24" fmla="*/ 94483 h 155769"/>
                <a:gd name="connsiteX25" fmla="*/ 70928 w 155914"/>
                <a:gd name="connsiteY25" fmla="*/ 103421 h 155769"/>
                <a:gd name="connsiteX26" fmla="*/ 70928 w 155914"/>
                <a:gd name="connsiteY26" fmla="*/ 143001 h 155769"/>
                <a:gd name="connsiteX27" fmla="*/ 21087 w 155914"/>
                <a:gd name="connsiteY27" fmla="*/ 110443 h 155769"/>
                <a:gd name="connsiteX28" fmla="*/ 84347 w 155914"/>
                <a:gd name="connsiteY28" fmla="*/ 143001 h 155769"/>
                <a:gd name="connsiteX29" fmla="*/ 84347 w 155914"/>
                <a:gd name="connsiteY29" fmla="*/ 103421 h 155769"/>
                <a:gd name="connsiteX30" fmla="*/ 97766 w 155914"/>
                <a:gd name="connsiteY30" fmla="*/ 95760 h 155769"/>
                <a:gd name="connsiteX31" fmla="*/ 133550 w 155914"/>
                <a:gd name="connsiteY31" fmla="*/ 111720 h 155769"/>
                <a:gd name="connsiteX32" fmla="*/ 84347 w 155914"/>
                <a:gd name="connsiteY32" fmla="*/ 143001 h 155769"/>
                <a:gd name="connsiteX33" fmla="*/ 84347 w 155914"/>
                <a:gd name="connsiteY33" fmla="*/ 143001 h 155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55914" h="155769">
                  <a:moveTo>
                    <a:pt x="77957" y="0"/>
                  </a:moveTo>
                  <a:cubicBezTo>
                    <a:pt x="35145" y="0"/>
                    <a:pt x="0" y="35112"/>
                    <a:pt x="0" y="77885"/>
                  </a:cubicBezTo>
                  <a:cubicBezTo>
                    <a:pt x="0" y="120657"/>
                    <a:pt x="35145" y="155769"/>
                    <a:pt x="77957" y="155769"/>
                  </a:cubicBezTo>
                  <a:cubicBezTo>
                    <a:pt x="120770" y="155769"/>
                    <a:pt x="155915" y="120657"/>
                    <a:pt x="155915" y="77885"/>
                  </a:cubicBezTo>
                  <a:cubicBezTo>
                    <a:pt x="155915" y="77885"/>
                    <a:pt x="155915" y="77885"/>
                    <a:pt x="155915" y="77885"/>
                  </a:cubicBezTo>
                  <a:cubicBezTo>
                    <a:pt x="155276" y="35112"/>
                    <a:pt x="120770" y="639"/>
                    <a:pt x="77957" y="0"/>
                  </a:cubicBezTo>
                  <a:close/>
                  <a:moveTo>
                    <a:pt x="77957" y="12768"/>
                  </a:moveTo>
                  <a:cubicBezTo>
                    <a:pt x="113741" y="12768"/>
                    <a:pt x="143135" y="41496"/>
                    <a:pt x="143135" y="77246"/>
                  </a:cubicBezTo>
                  <a:cubicBezTo>
                    <a:pt x="143135" y="84907"/>
                    <a:pt x="141856" y="92568"/>
                    <a:pt x="139301" y="99590"/>
                  </a:cubicBezTo>
                  <a:lnTo>
                    <a:pt x="103517" y="84269"/>
                  </a:lnTo>
                  <a:cubicBezTo>
                    <a:pt x="104156" y="82354"/>
                    <a:pt x="104156" y="79800"/>
                    <a:pt x="104156" y="77885"/>
                  </a:cubicBezTo>
                  <a:cubicBezTo>
                    <a:pt x="103517" y="63202"/>
                    <a:pt x="91376" y="52349"/>
                    <a:pt x="76679" y="52987"/>
                  </a:cubicBezTo>
                  <a:cubicBezTo>
                    <a:pt x="63261" y="53626"/>
                    <a:pt x="52397" y="64478"/>
                    <a:pt x="51758" y="77885"/>
                  </a:cubicBezTo>
                  <a:cubicBezTo>
                    <a:pt x="51758" y="79162"/>
                    <a:pt x="51758" y="81077"/>
                    <a:pt x="52397" y="82354"/>
                  </a:cubicBezTo>
                  <a:lnTo>
                    <a:pt x="15975" y="98313"/>
                  </a:lnTo>
                  <a:cubicBezTo>
                    <a:pt x="13419" y="91930"/>
                    <a:pt x="12780" y="84907"/>
                    <a:pt x="12780" y="77885"/>
                  </a:cubicBezTo>
                  <a:cubicBezTo>
                    <a:pt x="12780" y="42135"/>
                    <a:pt x="42173" y="13407"/>
                    <a:pt x="77957" y="12768"/>
                  </a:cubicBezTo>
                  <a:close/>
                  <a:moveTo>
                    <a:pt x="78597" y="91291"/>
                  </a:moveTo>
                  <a:cubicBezTo>
                    <a:pt x="70928" y="91291"/>
                    <a:pt x="65177" y="85546"/>
                    <a:pt x="65177" y="77885"/>
                  </a:cubicBezTo>
                  <a:cubicBezTo>
                    <a:pt x="65177" y="70224"/>
                    <a:pt x="70928" y="64478"/>
                    <a:pt x="78597" y="64478"/>
                  </a:cubicBezTo>
                  <a:cubicBezTo>
                    <a:pt x="86264" y="64478"/>
                    <a:pt x="92015" y="70224"/>
                    <a:pt x="92015" y="77885"/>
                  </a:cubicBezTo>
                  <a:lnTo>
                    <a:pt x="92015" y="77885"/>
                  </a:lnTo>
                  <a:cubicBezTo>
                    <a:pt x="92015" y="85546"/>
                    <a:pt x="85625" y="91291"/>
                    <a:pt x="78597" y="91291"/>
                  </a:cubicBezTo>
                  <a:close/>
                  <a:moveTo>
                    <a:pt x="21087" y="110443"/>
                  </a:moveTo>
                  <a:lnTo>
                    <a:pt x="57509" y="94483"/>
                  </a:lnTo>
                  <a:cubicBezTo>
                    <a:pt x="60704" y="98952"/>
                    <a:pt x="65817" y="102144"/>
                    <a:pt x="70928" y="103421"/>
                  </a:cubicBezTo>
                  <a:lnTo>
                    <a:pt x="70928" y="143001"/>
                  </a:lnTo>
                  <a:cubicBezTo>
                    <a:pt x="50481" y="140448"/>
                    <a:pt x="31950" y="128318"/>
                    <a:pt x="21087" y="110443"/>
                  </a:cubicBezTo>
                  <a:close/>
                  <a:moveTo>
                    <a:pt x="84347" y="143001"/>
                  </a:moveTo>
                  <a:lnTo>
                    <a:pt x="84347" y="103421"/>
                  </a:lnTo>
                  <a:cubicBezTo>
                    <a:pt x="89459" y="102144"/>
                    <a:pt x="93932" y="99590"/>
                    <a:pt x="97766" y="95760"/>
                  </a:cubicBezTo>
                  <a:lnTo>
                    <a:pt x="133550" y="111720"/>
                  </a:lnTo>
                  <a:cubicBezTo>
                    <a:pt x="123326" y="128957"/>
                    <a:pt x="104795" y="140448"/>
                    <a:pt x="84347" y="143001"/>
                  </a:cubicBezTo>
                  <a:lnTo>
                    <a:pt x="84347" y="143001"/>
                  </a:lnTo>
                  <a:close/>
                </a:path>
              </a:pathLst>
            </a:custGeom>
            <a:solidFill>
              <a:srgbClr val="43B02A"/>
            </a:solidFill>
            <a:ln w="6390" cap="flat">
              <a:noFill/>
              <a:prstDash val="solid"/>
              <a:miter/>
            </a:ln>
          </p:spPr>
          <p:txBody>
            <a:bodyPr rtlCol="0" anchor="ctr"/>
            <a:lstStyle/>
            <a:p>
              <a:endParaRPr lang="en-US"/>
            </a:p>
          </p:txBody>
        </p:sp>
      </p:grpSp>
      <p:grpSp>
        <p:nvGrpSpPr>
          <p:cNvPr id="933" name="Graphic 4">
            <a:extLst>
              <a:ext uri="{FF2B5EF4-FFF2-40B4-BE49-F238E27FC236}">
                <a16:creationId xmlns:a16="http://schemas.microsoft.com/office/drawing/2014/main" id="{CDC1B6B0-AD64-724A-A289-4047DA7E654E}"/>
              </a:ext>
            </a:extLst>
          </p:cNvPr>
          <p:cNvGrpSpPr/>
          <p:nvPr/>
        </p:nvGrpSpPr>
        <p:grpSpPr>
          <a:xfrm>
            <a:off x="9290591" y="4793256"/>
            <a:ext cx="361674" cy="361971"/>
            <a:chOff x="8239823" y="4793256"/>
            <a:chExt cx="361674" cy="361971"/>
          </a:xfrm>
          <a:solidFill>
            <a:srgbClr val="43B02A"/>
          </a:solidFill>
        </p:grpSpPr>
        <p:sp>
          <p:nvSpPr>
            <p:cNvPr id="934" name="Graphic 4">
              <a:extLst>
                <a:ext uri="{FF2B5EF4-FFF2-40B4-BE49-F238E27FC236}">
                  <a16:creationId xmlns:a16="http://schemas.microsoft.com/office/drawing/2014/main" id="{EC71B016-1C50-5C49-945C-FF081020E8BE}"/>
                </a:ext>
              </a:extLst>
            </p:cNvPr>
            <p:cNvSpPr/>
            <p:nvPr/>
          </p:nvSpPr>
          <p:spPr>
            <a:xfrm>
              <a:off x="8326088" y="4982222"/>
              <a:ext cx="88181" cy="90652"/>
            </a:xfrm>
            <a:custGeom>
              <a:avLst/>
              <a:gdLst>
                <a:gd name="connsiteX0" fmla="*/ 88181 w 88181"/>
                <a:gd name="connsiteY0" fmla="*/ 22344 h 90652"/>
                <a:gd name="connsiteX1" fmla="*/ 64538 w 88181"/>
                <a:gd name="connsiteY1" fmla="*/ 0 h 90652"/>
                <a:gd name="connsiteX2" fmla="*/ 0 w 88181"/>
                <a:gd name="connsiteY2" fmla="*/ 21067 h 90652"/>
                <a:gd name="connsiteX3" fmla="*/ 88181 w 88181"/>
                <a:gd name="connsiteY3" fmla="*/ 90653 h 90652"/>
                <a:gd name="connsiteX4" fmla="*/ 88181 w 88181"/>
                <a:gd name="connsiteY4" fmla="*/ 22344 h 90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81" h="90652">
                  <a:moveTo>
                    <a:pt x="88181" y="22344"/>
                  </a:moveTo>
                  <a:cubicBezTo>
                    <a:pt x="76679" y="19791"/>
                    <a:pt x="67094" y="11491"/>
                    <a:pt x="64538" y="0"/>
                  </a:cubicBezTo>
                  <a:lnTo>
                    <a:pt x="0" y="21067"/>
                  </a:lnTo>
                  <a:cubicBezTo>
                    <a:pt x="12141" y="60010"/>
                    <a:pt x="47286" y="88099"/>
                    <a:pt x="88181" y="90653"/>
                  </a:cubicBezTo>
                  <a:lnTo>
                    <a:pt x="88181" y="22344"/>
                  </a:lnTo>
                  <a:close/>
                </a:path>
              </a:pathLst>
            </a:custGeom>
            <a:solidFill>
              <a:srgbClr val="43B02A"/>
            </a:solidFill>
            <a:ln w="6390" cap="flat">
              <a:noFill/>
              <a:prstDash val="solid"/>
              <a:miter/>
            </a:ln>
          </p:spPr>
          <p:txBody>
            <a:bodyPr rtlCol="0" anchor="ctr"/>
            <a:lstStyle/>
            <a:p>
              <a:endParaRPr lang="en-US"/>
            </a:p>
          </p:txBody>
        </p:sp>
        <p:sp>
          <p:nvSpPr>
            <p:cNvPr id="935" name="Graphic 4">
              <a:extLst>
                <a:ext uri="{FF2B5EF4-FFF2-40B4-BE49-F238E27FC236}">
                  <a16:creationId xmlns:a16="http://schemas.microsoft.com/office/drawing/2014/main" id="{0F13C327-E5F5-4646-8207-53BEDB4BF76C}"/>
                </a:ext>
              </a:extLst>
            </p:cNvPr>
            <p:cNvSpPr/>
            <p:nvPr/>
          </p:nvSpPr>
          <p:spPr>
            <a:xfrm>
              <a:off x="8402128" y="4955409"/>
              <a:ext cx="37700" cy="37665"/>
            </a:xfrm>
            <a:custGeom>
              <a:avLst/>
              <a:gdLst>
                <a:gd name="connsiteX0" fmla="*/ 37701 w 37700"/>
                <a:gd name="connsiteY0" fmla="*/ 18514 h 37665"/>
                <a:gd name="connsiteX1" fmla="*/ 18531 w 37700"/>
                <a:gd name="connsiteY1" fmla="*/ 0 h 37665"/>
                <a:gd name="connsiteX2" fmla="*/ 0 w 37700"/>
                <a:gd name="connsiteY2" fmla="*/ 19152 h 37665"/>
                <a:gd name="connsiteX3" fmla="*/ 18531 w 37700"/>
                <a:gd name="connsiteY3" fmla="*/ 37666 h 37665"/>
                <a:gd name="connsiteX4" fmla="*/ 37701 w 37700"/>
                <a:gd name="connsiteY4" fmla="*/ 19152 h 37665"/>
                <a:gd name="connsiteX5" fmla="*/ 37701 w 37700"/>
                <a:gd name="connsiteY5" fmla="*/ 18514 h 3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700" h="37665">
                  <a:moveTo>
                    <a:pt x="37701" y="18514"/>
                  </a:moveTo>
                  <a:cubicBezTo>
                    <a:pt x="37701" y="8299"/>
                    <a:pt x="28755" y="0"/>
                    <a:pt x="18531" y="0"/>
                  </a:cubicBezTo>
                  <a:cubicBezTo>
                    <a:pt x="8306" y="0"/>
                    <a:pt x="0" y="8938"/>
                    <a:pt x="0" y="19152"/>
                  </a:cubicBezTo>
                  <a:cubicBezTo>
                    <a:pt x="0" y="29367"/>
                    <a:pt x="8306" y="37666"/>
                    <a:pt x="18531" y="37666"/>
                  </a:cubicBezTo>
                  <a:cubicBezTo>
                    <a:pt x="28755" y="37666"/>
                    <a:pt x="37701" y="29367"/>
                    <a:pt x="37701" y="19152"/>
                  </a:cubicBezTo>
                  <a:cubicBezTo>
                    <a:pt x="37701" y="19152"/>
                    <a:pt x="37701" y="18514"/>
                    <a:pt x="37701" y="18514"/>
                  </a:cubicBezTo>
                  <a:close/>
                </a:path>
              </a:pathLst>
            </a:custGeom>
            <a:solidFill>
              <a:srgbClr val="43B02A"/>
            </a:solidFill>
            <a:ln w="6390" cap="flat">
              <a:noFill/>
              <a:prstDash val="solid"/>
              <a:miter/>
            </a:ln>
          </p:spPr>
          <p:txBody>
            <a:bodyPr rtlCol="0" anchor="ctr"/>
            <a:lstStyle/>
            <a:p>
              <a:endParaRPr lang="en-US"/>
            </a:p>
          </p:txBody>
        </p:sp>
        <p:sp>
          <p:nvSpPr>
            <p:cNvPr id="936" name="Graphic 4">
              <a:extLst>
                <a:ext uri="{FF2B5EF4-FFF2-40B4-BE49-F238E27FC236}">
                  <a16:creationId xmlns:a16="http://schemas.microsoft.com/office/drawing/2014/main" id="{3DE6A71C-8ABC-474B-B4A5-9ED2F4B9B5A8}"/>
                </a:ext>
              </a:extLst>
            </p:cNvPr>
            <p:cNvSpPr/>
            <p:nvPr/>
          </p:nvSpPr>
          <p:spPr>
            <a:xfrm>
              <a:off x="8320975" y="4873694"/>
              <a:ext cx="199366" cy="116826"/>
            </a:xfrm>
            <a:custGeom>
              <a:avLst/>
              <a:gdLst>
                <a:gd name="connsiteX0" fmla="*/ 69012 w 199366"/>
                <a:gd name="connsiteY0" fmla="*/ 95121 h 116826"/>
                <a:gd name="connsiteX1" fmla="*/ 104795 w 199366"/>
                <a:gd name="connsiteY1" fmla="*/ 68947 h 116826"/>
                <a:gd name="connsiteX2" fmla="*/ 130994 w 199366"/>
                <a:gd name="connsiteY2" fmla="*/ 95121 h 116826"/>
                <a:gd name="connsiteX3" fmla="*/ 198088 w 199366"/>
                <a:gd name="connsiteY3" fmla="*/ 116827 h 116826"/>
                <a:gd name="connsiteX4" fmla="*/ 199367 w 199366"/>
                <a:gd name="connsiteY4" fmla="*/ 99590 h 116826"/>
                <a:gd name="connsiteX5" fmla="*/ 99684 w 199366"/>
                <a:gd name="connsiteY5" fmla="*/ 0 h 116826"/>
                <a:gd name="connsiteX6" fmla="*/ 0 w 199366"/>
                <a:gd name="connsiteY6" fmla="*/ 99590 h 116826"/>
                <a:gd name="connsiteX7" fmla="*/ 1278 w 199366"/>
                <a:gd name="connsiteY7" fmla="*/ 116827 h 116826"/>
                <a:gd name="connsiteX8" fmla="*/ 69012 w 199366"/>
                <a:gd name="connsiteY8" fmla="*/ 95121 h 116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366" h="116826">
                  <a:moveTo>
                    <a:pt x="69012" y="95121"/>
                  </a:moveTo>
                  <a:cubicBezTo>
                    <a:pt x="71568" y="77885"/>
                    <a:pt x="87543" y="66394"/>
                    <a:pt x="104795" y="68947"/>
                  </a:cubicBezTo>
                  <a:cubicBezTo>
                    <a:pt x="118214" y="70862"/>
                    <a:pt x="129077" y="81715"/>
                    <a:pt x="130994" y="95121"/>
                  </a:cubicBezTo>
                  <a:lnTo>
                    <a:pt x="198088" y="116827"/>
                  </a:lnTo>
                  <a:cubicBezTo>
                    <a:pt x="199367" y="111081"/>
                    <a:pt x="199367" y="105336"/>
                    <a:pt x="199367" y="99590"/>
                  </a:cubicBezTo>
                  <a:cubicBezTo>
                    <a:pt x="199367" y="44688"/>
                    <a:pt x="154637" y="0"/>
                    <a:pt x="99684" y="0"/>
                  </a:cubicBezTo>
                  <a:cubicBezTo>
                    <a:pt x="44730" y="0"/>
                    <a:pt x="0" y="44688"/>
                    <a:pt x="0" y="99590"/>
                  </a:cubicBezTo>
                  <a:cubicBezTo>
                    <a:pt x="0" y="105336"/>
                    <a:pt x="640" y="111081"/>
                    <a:pt x="1278" y="116827"/>
                  </a:cubicBezTo>
                  <a:lnTo>
                    <a:pt x="69012" y="95121"/>
                  </a:lnTo>
                  <a:close/>
                </a:path>
              </a:pathLst>
            </a:custGeom>
            <a:solidFill>
              <a:srgbClr val="43B02A"/>
            </a:solidFill>
            <a:ln w="6390" cap="flat">
              <a:noFill/>
              <a:prstDash val="solid"/>
              <a:miter/>
            </a:ln>
          </p:spPr>
          <p:txBody>
            <a:bodyPr rtlCol="0" anchor="ctr"/>
            <a:lstStyle/>
            <a:p>
              <a:endParaRPr lang="en-US"/>
            </a:p>
          </p:txBody>
        </p:sp>
        <p:sp>
          <p:nvSpPr>
            <p:cNvPr id="937" name="Graphic 4">
              <a:extLst>
                <a:ext uri="{FF2B5EF4-FFF2-40B4-BE49-F238E27FC236}">
                  <a16:creationId xmlns:a16="http://schemas.microsoft.com/office/drawing/2014/main" id="{E6825923-983B-154A-88A6-264ECC24046C}"/>
                </a:ext>
              </a:extLst>
            </p:cNvPr>
            <p:cNvSpPr/>
            <p:nvPr/>
          </p:nvSpPr>
          <p:spPr>
            <a:xfrm>
              <a:off x="8239823" y="4793256"/>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289464 w 361674"/>
                <a:gd name="connsiteY7" fmla="*/ 208118 h 361971"/>
                <a:gd name="connsiteX8" fmla="*/ 289464 w 361674"/>
                <a:gd name="connsiteY8" fmla="*/ 208118 h 361971"/>
                <a:gd name="connsiteX9" fmla="*/ 152720 w 361674"/>
                <a:gd name="connsiteY9" fmla="*/ 289194 h 361971"/>
                <a:gd name="connsiteX10" fmla="*/ 72207 w 361674"/>
                <a:gd name="connsiteY10" fmla="*/ 208756 h 361971"/>
                <a:gd name="connsiteX11" fmla="*/ 72207 w 361674"/>
                <a:gd name="connsiteY11" fmla="*/ 208118 h 361971"/>
                <a:gd name="connsiteX12" fmla="*/ 72207 w 361674"/>
                <a:gd name="connsiteY12" fmla="*/ 207479 h 361971"/>
                <a:gd name="connsiteX13" fmla="*/ 154636 w 361674"/>
                <a:gd name="connsiteY13" fmla="*/ 71501 h 361971"/>
                <a:gd name="connsiteX14" fmla="*/ 290742 w 361674"/>
                <a:gd name="connsiteY14" fmla="*/ 153854 h 361971"/>
                <a:gd name="connsiteX15" fmla="*/ 290742 w 361674"/>
                <a:gd name="connsiteY15" fmla="*/ 207479 h 361971"/>
                <a:gd name="connsiteX16" fmla="*/ 289464 w 361674"/>
                <a:gd name="connsiteY16" fmla="*/ 208118 h 361971"/>
                <a:gd name="connsiteX17" fmla="*/ 289464 w 361674"/>
                <a:gd name="connsiteY17" fmla="*/ 20811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1674" h="361971">
                  <a:moveTo>
                    <a:pt x="180836" y="0"/>
                  </a:moveTo>
                  <a:cubicBezTo>
                    <a:pt x="80513" y="0"/>
                    <a:pt x="0" y="81077"/>
                    <a:pt x="0" y="180667"/>
                  </a:cubicBezTo>
                  <a:cubicBezTo>
                    <a:pt x="0" y="280257"/>
                    <a:pt x="81152" y="361972"/>
                    <a:pt x="180836" y="361972"/>
                  </a:cubicBezTo>
                  <a:cubicBezTo>
                    <a:pt x="281157" y="361972"/>
                    <a:pt x="361670" y="280895"/>
                    <a:pt x="361670" y="181305"/>
                  </a:cubicBezTo>
                  <a:cubicBezTo>
                    <a:pt x="361670" y="181305"/>
                    <a:pt x="361670" y="181305"/>
                    <a:pt x="361670" y="181305"/>
                  </a:cubicBezTo>
                  <a:cubicBezTo>
                    <a:pt x="362309" y="80438"/>
                    <a:pt x="281157" y="0"/>
                    <a:pt x="180836" y="0"/>
                  </a:cubicBezTo>
                  <a:cubicBezTo>
                    <a:pt x="180836" y="0"/>
                    <a:pt x="180836" y="0"/>
                    <a:pt x="180836" y="0"/>
                  </a:cubicBezTo>
                  <a:close/>
                  <a:moveTo>
                    <a:pt x="289464" y="208118"/>
                  </a:moveTo>
                  <a:cubicBezTo>
                    <a:pt x="289464" y="208118"/>
                    <a:pt x="289464" y="208118"/>
                    <a:pt x="289464" y="208118"/>
                  </a:cubicBezTo>
                  <a:cubicBezTo>
                    <a:pt x="274128" y="268766"/>
                    <a:pt x="212785" y="304516"/>
                    <a:pt x="152720" y="289194"/>
                  </a:cubicBezTo>
                  <a:cubicBezTo>
                    <a:pt x="113102" y="278980"/>
                    <a:pt x="82430" y="248337"/>
                    <a:pt x="72207" y="208756"/>
                  </a:cubicBezTo>
                  <a:lnTo>
                    <a:pt x="72207" y="208118"/>
                  </a:lnTo>
                  <a:cubicBezTo>
                    <a:pt x="72207" y="208118"/>
                    <a:pt x="72207" y="207479"/>
                    <a:pt x="72207" y="207479"/>
                  </a:cubicBezTo>
                  <a:cubicBezTo>
                    <a:pt x="57509" y="147470"/>
                    <a:pt x="93932" y="86822"/>
                    <a:pt x="154636" y="71501"/>
                  </a:cubicBezTo>
                  <a:cubicBezTo>
                    <a:pt x="214702" y="56817"/>
                    <a:pt x="275406" y="93206"/>
                    <a:pt x="290742" y="153854"/>
                  </a:cubicBezTo>
                  <a:cubicBezTo>
                    <a:pt x="295215" y="171729"/>
                    <a:pt x="295215" y="189604"/>
                    <a:pt x="290742" y="207479"/>
                  </a:cubicBezTo>
                  <a:cubicBezTo>
                    <a:pt x="290103" y="206841"/>
                    <a:pt x="290103" y="207479"/>
                    <a:pt x="289464" y="208118"/>
                  </a:cubicBezTo>
                  <a:lnTo>
                    <a:pt x="289464" y="208118"/>
                  </a:lnTo>
                  <a:close/>
                </a:path>
              </a:pathLst>
            </a:custGeom>
            <a:solidFill>
              <a:srgbClr val="43B02A"/>
            </a:solidFill>
            <a:ln w="6390" cap="flat">
              <a:noFill/>
              <a:prstDash val="solid"/>
              <a:miter/>
            </a:ln>
          </p:spPr>
          <p:txBody>
            <a:bodyPr rtlCol="0" anchor="ctr"/>
            <a:lstStyle/>
            <a:p>
              <a:endParaRPr lang="en-US"/>
            </a:p>
          </p:txBody>
        </p:sp>
        <p:sp>
          <p:nvSpPr>
            <p:cNvPr id="938" name="Graphic 4">
              <a:extLst>
                <a:ext uri="{FF2B5EF4-FFF2-40B4-BE49-F238E27FC236}">
                  <a16:creationId xmlns:a16="http://schemas.microsoft.com/office/drawing/2014/main" id="{93EF98C5-1733-1E41-BE24-0EB4A5BD6D1E}"/>
                </a:ext>
              </a:extLst>
            </p:cNvPr>
            <p:cNvSpPr/>
            <p:nvPr/>
          </p:nvSpPr>
          <p:spPr>
            <a:xfrm>
              <a:off x="8427049" y="4982222"/>
              <a:ext cx="88819" cy="90652"/>
            </a:xfrm>
            <a:custGeom>
              <a:avLst/>
              <a:gdLst>
                <a:gd name="connsiteX0" fmla="*/ 24281 w 88819"/>
                <a:gd name="connsiteY0" fmla="*/ 0 h 90652"/>
                <a:gd name="connsiteX1" fmla="*/ 0 w 88819"/>
                <a:gd name="connsiteY1" fmla="*/ 22344 h 90652"/>
                <a:gd name="connsiteX2" fmla="*/ 0 w 88819"/>
                <a:gd name="connsiteY2" fmla="*/ 90653 h 90652"/>
                <a:gd name="connsiteX3" fmla="*/ 88820 w 88819"/>
                <a:gd name="connsiteY3" fmla="*/ 21067 h 90652"/>
                <a:gd name="connsiteX4" fmla="*/ 24281 w 88819"/>
                <a:gd name="connsiteY4" fmla="*/ 0 h 90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19" h="90652">
                  <a:moveTo>
                    <a:pt x="24281" y="0"/>
                  </a:moveTo>
                  <a:cubicBezTo>
                    <a:pt x="21086" y="11491"/>
                    <a:pt x="12140" y="19791"/>
                    <a:pt x="0" y="22344"/>
                  </a:cubicBezTo>
                  <a:lnTo>
                    <a:pt x="0" y="90653"/>
                  </a:lnTo>
                  <a:cubicBezTo>
                    <a:pt x="40895" y="88099"/>
                    <a:pt x="76040" y="60010"/>
                    <a:pt x="88820" y="21067"/>
                  </a:cubicBezTo>
                  <a:lnTo>
                    <a:pt x="24281" y="0"/>
                  </a:lnTo>
                  <a:close/>
                </a:path>
              </a:pathLst>
            </a:custGeom>
            <a:solidFill>
              <a:srgbClr val="43B02A"/>
            </a:solidFill>
            <a:ln w="6390" cap="flat">
              <a:noFill/>
              <a:prstDash val="solid"/>
              <a:miter/>
            </a:ln>
          </p:spPr>
          <p:txBody>
            <a:bodyPr rtlCol="0" anchor="ctr"/>
            <a:lstStyle/>
            <a:p>
              <a:endParaRPr lang="en-US"/>
            </a:p>
          </p:txBody>
        </p:sp>
      </p:grpSp>
      <p:grpSp>
        <p:nvGrpSpPr>
          <p:cNvPr id="939" name="Graphic 4">
            <a:extLst>
              <a:ext uri="{FF2B5EF4-FFF2-40B4-BE49-F238E27FC236}">
                <a16:creationId xmlns:a16="http://schemas.microsoft.com/office/drawing/2014/main" id="{2A3E7F93-C5B1-AA4F-92AC-66A4F8E3BF90}"/>
              </a:ext>
            </a:extLst>
          </p:cNvPr>
          <p:cNvGrpSpPr/>
          <p:nvPr/>
        </p:nvGrpSpPr>
        <p:grpSpPr>
          <a:xfrm>
            <a:off x="9290591" y="4308712"/>
            <a:ext cx="361674" cy="361971"/>
            <a:chOff x="8239823" y="4308712"/>
            <a:chExt cx="361674" cy="361971"/>
          </a:xfrm>
          <a:solidFill>
            <a:srgbClr val="43B02A"/>
          </a:solidFill>
        </p:grpSpPr>
        <p:sp>
          <p:nvSpPr>
            <p:cNvPr id="940" name="Graphic 4">
              <a:extLst>
                <a:ext uri="{FF2B5EF4-FFF2-40B4-BE49-F238E27FC236}">
                  <a16:creationId xmlns:a16="http://schemas.microsoft.com/office/drawing/2014/main" id="{127AD8A2-A2F1-3848-A2F7-3575338D4E73}"/>
                </a:ext>
              </a:extLst>
            </p:cNvPr>
            <p:cNvSpPr/>
            <p:nvPr/>
          </p:nvSpPr>
          <p:spPr>
            <a:xfrm>
              <a:off x="8407239" y="4478526"/>
              <a:ext cx="26838" cy="26812"/>
            </a:xfrm>
            <a:custGeom>
              <a:avLst/>
              <a:gdLst>
                <a:gd name="connsiteX0" fmla="*/ 26838 w 26838"/>
                <a:gd name="connsiteY0" fmla="*/ 13406 h 26812"/>
                <a:gd name="connsiteX1" fmla="*/ 13419 w 26838"/>
                <a:gd name="connsiteY1" fmla="*/ 0 h 26812"/>
                <a:gd name="connsiteX2" fmla="*/ 0 w 26838"/>
                <a:gd name="connsiteY2" fmla="*/ 13406 h 26812"/>
                <a:gd name="connsiteX3" fmla="*/ 13419 w 26838"/>
                <a:gd name="connsiteY3" fmla="*/ 26812 h 26812"/>
                <a:gd name="connsiteX4" fmla="*/ 26838 w 26838"/>
                <a:gd name="connsiteY4" fmla="*/ 13406 h 26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8" h="26812">
                  <a:moveTo>
                    <a:pt x="26838" y="13406"/>
                  </a:moveTo>
                  <a:cubicBezTo>
                    <a:pt x="26838" y="5745"/>
                    <a:pt x="21087" y="0"/>
                    <a:pt x="13419" y="0"/>
                  </a:cubicBezTo>
                  <a:cubicBezTo>
                    <a:pt x="5751" y="0"/>
                    <a:pt x="0" y="5745"/>
                    <a:pt x="0" y="13406"/>
                  </a:cubicBezTo>
                  <a:cubicBezTo>
                    <a:pt x="0" y="21067"/>
                    <a:pt x="5751" y="26812"/>
                    <a:pt x="13419" y="26812"/>
                  </a:cubicBezTo>
                  <a:cubicBezTo>
                    <a:pt x="21087" y="26812"/>
                    <a:pt x="26838" y="21067"/>
                    <a:pt x="26838" y="13406"/>
                  </a:cubicBezTo>
                  <a:close/>
                </a:path>
              </a:pathLst>
            </a:custGeom>
            <a:solidFill>
              <a:srgbClr val="43B02A"/>
            </a:solidFill>
            <a:ln w="6390" cap="flat">
              <a:noFill/>
              <a:prstDash val="solid"/>
              <a:miter/>
            </a:ln>
          </p:spPr>
          <p:txBody>
            <a:bodyPr rtlCol="0" anchor="ctr"/>
            <a:lstStyle/>
            <a:p>
              <a:endParaRPr lang="en-US"/>
            </a:p>
          </p:txBody>
        </p:sp>
        <p:sp>
          <p:nvSpPr>
            <p:cNvPr id="941" name="Graphic 4">
              <a:extLst>
                <a:ext uri="{FF2B5EF4-FFF2-40B4-BE49-F238E27FC236}">
                  <a16:creationId xmlns:a16="http://schemas.microsoft.com/office/drawing/2014/main" id="{1203CCC7-B584-A14C-A264-E9559C69F1B7}"/>
                </a:ext>
              </a:extLst>
            </p:cNvPr>
            <p:cNvSpPr/>
            <p:nvPr/>
          </p:nvSpPr>
          <p:spPr>
            <a:xfrm>
              <a:off x="8355397" y="4427482"/>
              <a:ext cx="130410" cy="86794"/>
            </a:xfrm>
            <a:custGeom>
              <a:avLst/>
              <a:gdLst>
                <a:gd name="connsiteX0" fmla="*/ 39702 w 130410"/>
                <a:gd name="connsiteY0" fmla="*/ 69558 h 86794"/>
                <a:gd name="connsiteX1" fmla="*/ 39062 w 130410"/>
                <a:gd name="connsiteY1" fmla="*/ 65089 h 86794"/>
                <a:gd name="connsiteX2" fmla="*/ 65261 w 130410"/>
                <a:gd name="connsiteY2" fmla="*/ 38915 h 86794"/>
                <a:gd name="connsiteX3" fmla="*/ 91460 w 130410"/>
                <a:gd name="connsiteY3" fmla="*/ 65089 h 86794"/>
                <a:gd name="connsiteX4" fmla="*/ 90821 w 130410"/>
                <a:gd name="connsiteY4" fmla="*/ 71473 h 86794"/>
                <a:gd name="connsiteX5" fmla="*/ 126605 w 130410"/>
                <a:gd name="connsiteY5" fmla="*/ 86794 h 86794"/>
                <a:gd name="connsiteX6" fmla="*/ 86987 w 130410"/>
                <a:gd name="connsiteY6" fmla="*/ 3803 h 86794"/>
                <a:gd name="connsiteX7" fmla="*/ 3917 w 130410"/>
                <a:gd name="connsiteY7" fmla="*/ 43383 h 86794"/>
                <a:gd name="connsiteX8" fmla="*/ 3279 w 130410"/>
                <a:gd name="connsiteY8" fmla="*/ 86156 h 86794"/>
                <a:gd name="connsiteX9" fmla="*/ 39702 w 130410"/>
                <a:gd name="connsiteY9" fmla="*/ 69558 h 86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410" h="86794">
                  <a:moveTo>
                    <a:pt x="39702" y="69558"/>
                  </a:moveTo>
                  <a:cubicBezTo>
                    <a:pt x="39702" y="68281"/>
                    <a:pt x="39062" y="66366"/>
                    <a:pt x="39062" y="65089"/>
                  </a:cubicBezTo>
                  <a:cubicBezTo>
                    <a:pt x="39062" y="50406"/>
                    <a:pt x="50564" y="38915"/>
                    <a:pt x="65261" y="38915"/>
                  </a:cubicBezTo>
                  <a:cubicBezTo>
                    <a:pt x="79958" y="38915"/>
                    <a:pt x="91460" y="50406"/>
                    <a:pt x="91460" y="65089"/>
                  </a:cubicBezTo>
                  <a:cubicBezTo>
                    <a:pt x="91460" y="67004"/>
                    <a:pt x="91460" y="69558"/>
                    <a:pt x="90821" y="71473"/>
                  </a:cubicBezTo>
                  <a:lnTo>
                    <a:pt x="126605" y="86794"/>
                  </a:lnTo>
                  <a:cubicBezTo>
                    <a:pt x="138746" y="52959"/>
                    <a:pt x="120854" y="15932"/>
                    <a:pt x="86987" y="3803"/>
                  </a:cubicBezTo>
                  <a:cubicBezTo>
                    <a:pt x="53120" y="-8327"/>
                    <a:pt x="16058" y="9548"/>
                    <a:pt x="3917" y="43383"/>
                  </a:cubicBezTo>
                  <a:cubicBezTo>
                    <a:pt x="-1194" y="56790"/>
                    <a:pt x="-1194" y="72111"/>
                    <a:pt x="3279" y="86156"/>
                  </a:cubicBezTo>
                  <a:lnTo>
                    <a:pt x="39702" y="69558"/>
                  </a:lnTo>
                  <a:close/>
                </a:path>
              </a:pathLst>
            </a:custGeom>
            <a:solidFill>
              <a:srgbClr val="43B02A"/>
            </a:solidFill>
            <a:ln w="6390" cap="flat">
              <a:noFill/>
              <a:prstDash val="solid"/>
              <a:miter/>
            </a:ln>
          </p:spPr>
          <p:txBody>
            <a:bodyPr rtlCol="0" anchor="ctr"/>
            <a:lstStyle/>
            <a:p>
              <a:endParaRPr lang="en-US"/>
            </a:p>
          </p:txBody>
        </p:sp>
        <p:sp>
          <p:nvSpPr>
            <p:cNvPr id="942" name="Graphic 4">
              <a:extLst>
                <a:ext uri="{FF2B5EF4-FFF2-40B4-BE49-F238E27FC236}">
                  <a16:creationId xmlns:a16="http://schemas.microsoft.com/office/drawing/2014/main" id="{CD360D4F-A3A6-EF44-8FC3-DE53DB4D3CD0}"/>
                </a:ext>
              </a:extLst>
            </p:cNvPr>
            <p:cNvSpPr/>
            <p:nvPr/>
          </p:nvSpPr>
          <p:spPr>
            <a:xfrm>
              <a:off x="8363788" y="4508530"/>
              <a:ext cx="49841" cy="48518"/>
            </a:xfrm>
            <a:custGeom>
              <a:avLst/>
              <a:gdLst>
                <a:gd name="connsiteX0" fmla="*/ 49841 w 49841"/>
                <a:gd name="connsiteY0" fmla="*/ 8938 h 48518"/>
                <a:gd name="connsiteX1" fmla="*/ 36422 w 49841"/>
                <a:gd name="connsiteY1" fmla="*/ 0 h 48518"/>
                <a:gd name="connsiteX2" fmla="*/ 0 w 49841"/>
                <a:gd name="connsiteY2" fmla="*/ 15960 h 48518"/>
                <a:gd name="connsiteX3" fmla="*/ 49841 w 49841"/>
                <a:gd name="connsiteY3" fmla="*/ 48519 h 48518"/>
                <a:gd name="connsiteX4" fmla="*/ 49841 w 49841"/>
                <a:gd name="connsiteY4" fmla="*/ 8938 h 48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841" h="48518">
                  <a:moveTo>
                    <a:pt x="49841" y="8938"/>
                  </a:moveTo>
                  <a:cubicBezTo>
                    <a:pt x="44730" y="7661"/>
                    <a:pt x="39617" y="4469"/>
                    <a:pt x="36422" y="0"/>
                  </a:cubicBezTo>
                  <a:lnTo>
                    <a:pt x="0" y="15960"/>
                  </a:lnTo>
                  <a:cubicBezTo>
                    <a:pt x="10224" y="34474"/>
                    <a:pt x="29394" y="46603"/>
                    <a:pt x="49841" y="48519"/>
                  </a:cubicBezTo>
                  <a:lnTo>
                    <a:pt x="49841" y="8938"/>
                  </a:lnTo>
                  <a:close/>
                </a:path>
              </a:pathLst>
            </a:custGeom>
            <a:solidFill>
              <a:srgbClr val="43B02A"/>
            </a:solidFill>
            <a:ln w="6390" cap="flat">
              <a:noFill/>
              <a:prstDash val="solid"/>
              <a:miter/>
            </a:ln>
          </p:spPr>
          <p:txBody>
            <a:bodyPr rtlCol="0" anchor="ctr"/>
            <a:lstStyle/>
            <a:p>
              <a:endParaRPr lang="en-US"/>
            </a:p>
          </p:txBody>
        </p:sp>
        <p:sp>
          <p:nvSpPr>
            <p:cNvPr id="943" name="Graphic 4">
              <a:extLst>
                <a:ext uri="{FF2B5EF4-FFF2-40B4-BE49-F238E27FC236}">
                  <a16:creationId xmlns:a16="http://schemas.microsoft.com/office/drawing/2014/main" id="{7D647663-CC74-4542-8886-B1571942188F}"/>
                </a:ext>
              </a:extLst>
            </p:cNvPr>
            <p:cNvSpPr/>
            <p:nvPr/>
          </p:nvSpPr>
          <p:spPr>
            <a:xfrm>
              <a:off x="8239823" y="4308712"/>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103517 w 361674"/>
                <a:gd name="connsiteY7" fmla="*/ 263020 h 361971"/>
                <a:gd name="connsiteX8" fmla="*/ 99044 w 361674"/>
                <a:gd name="connsiteY8" fmla="*/ 264935 h 361971"/>
                <a:gd name="connsiteX9" fmla="*/ 94571 w 361674"/>
                <a:gd name="connsiteY9" fmla="*/ 263020 h 361971"/>
                <a:gd name="connsiteX10" fmla="*/ 84986 w 361674"/>
                <a:gd name="connsiteY10" fmla="*/ 111081 h 361971"/>
                <a:gd name="connsiteX11" fmla="*/ 74762 w 361674"/>
                <a:gd name="connsiteY11" fmla="*/ 112358 h 361971"/>
                <a:gd name="connsiteX12" fmla="*/ 67733 w 361674"/>
                <a:gd name="connsiteY12" fmla="*/ 106613 h 361971"/>
                <a:gd name="connsiteX13" fmla="*/ 73484 w 361674"/>
                <a:gd name="connsiteY13" fmla="*/ 99590 h 361971"/>
                <a:gd name="connsiteX14" fmla="*/ 99044 w 361674"/>
                <a:gd name="connsiteY14" fmla="*/ 95760 h 361971"/>
                <a:gd name="connsiteX15" fmla="*/ 106073 w 361674"/>
                <a:gd name="connsiteY15" fmla="*/ 100867 h 361971"/>
                <a:gd name="connsiteX16" fmla="*/ 110546 w 361674"/>
                <a:gd name="connsiteY16" fmla="*/ 123211 h 361971"/>
                <a:gd name="connsiteX17" fmla="*/ 105434 w 361674"/>
                <a:gd name="connsiteY17" fmla="*/ 130872 h 361971"/>
                <a:gd name="connsiteX18" fmla="*/ 105434 w 361674"/>
                <a:gd name="connsiteY18" fmla="*/ 130872 h 361971"/>
                <a:gd name="connsiteX19" fmla="*/ 104156 w 361674"/>
                <a:gd name="connsiteY19" fmla="*/ 130872 h 361971"/>
                <a:gd name="connsiteX20" fmla="*/ 97766 w 361674"/>
                <a:gd name="connsiteY20" fmla="*/ 125765 h 361971"/>
                <a:gd name="connsiteX21" fmla="*/ 95849 w 361674"/>
                <a:gd name="connsiteY21" fmla="*/ 116827 h 361971"/>
                <a:gd name="connsiteX22" fmla="*/ 81152 w 361674"/>
                <a:gd name="connsiteY22" fmla="*/ 210671 h 361971"/>
                <a:gd name="connsiteX23" fmla="*/ 104156 w 361674"/>
                <a:gd name="connsiteY23" fmla="*/ 254082 h 361971"/>
                <a:gd name="connsiteX24" fmla="*/ 103517 w 361674"/>
                <a:gd name="connsiteY24" fmla="*/ 263020 h 361971"/>
                <a:gd name="connsiteX25" fmla="*/ 103517 w 361674"/>
                <a:gd name="connsiteY25" fmla="*/ 263020 h 361971"/>
                <a:gd name="connsiteX26" fmla="*/ 103517 w 361674"/>
                <a:gd name="connsiteY26" fmla="*/ 263020 h 361971"/>
                <a:gd name="connsiteX27" fmla="*/ 180196 w 361674"/>
                <a:gd name="connsiteY27" fmla="*/ 261105 h 361971"/>
                <a:gd name="connsiteX28" fmla="*/ 102878 w 361674"/>
                <a:gd name="connsiteY28" fmla="*/ 183220 h 361971"/>
                <a:gd name="connsiteX29" fmla="*/ 180836 w 361674"/>
                <a:gd name="connsiteY29" fmla="*/ 105974 h 361971"/>
                <a:gd name="connsiteX30" fmla="*/ 258154 w 361674"/>
                <a:gd name="connsiteY30" fmla="*/ 183859 h 361971"/>
                <a:gd name="connsiteX31" fmla="*/ 180196 w 361674"/>
                <a:gd name="connsiteY31" fmla="*/ 261105 h 361971"/>
                <a:gd name="connsiteX32" fmla="*/ 180196 w 361674"/>
                <a:gd name="connsiteY32" fmla="*/ 261105 h 361971"/>
                <a:gd name="connsiteX33" fmla="*/ 180196 w 361674"/>
                <a:gd name="connsiteY33" fmla="*/ 261105 h 361971"/>
                <a:gd name="connsiteX34" fmla="*/ 286908 w 361674"/>
                <a:gd name="connsiteY34" fmla="*/ 248975 h 361971"/>
                <a:gd name="connsiteX35" fmla="*/ 293937 w 361674"/>
                <a:gd name="connsiteY35" fmla="*/ 254721 h 361971"/>
                <a:gd name="connsiteX36" fmla="*/ 288186 w 361674"/>
                <a:gd name="connsiteY36" fmla="*/ 261743 h 361971"/>
                <a:gd name="connsiteX37" fmla="*/ 262626 w 361674"/>
                <a:gd name="connsiteY37" fmla="*/ 265574 h 361971"/>
                <a:gd name="connsiteX38" fmla="*/ 261349 w 361674"/>
                <a:gd name="connsiteY38" fmla="*/ 265574 h 361971"/>
                <a:gd name="connsiteX39" fmla="*/ 254959 w 361674"/>
                <a:gd name="connsiteY39" fmla="*/ 260466 h 361971"/>
                <a:gd name="connsiteX40" fmla="*/ 250485 w 361674"/>
                <a:gd name="connsiteY40" fmla="*/ 238122 h 361971"/>
                <a:gd name="connsiteX41" fmla="*/ 255597 w 361674"/>
                <a:gd name="connsiteY41" fmla="*/ 230462 h 361971"/>
                <a:gd name="connsiteX42" fmla="*/ 255597 w 361674"/>
                <a:gd name="connsiteY42" fmla="*/ 230462 h 361971"/>
                <a:gd name="connsiteX43" fmla="*/ 263265 w 361674"/>
                <a:gd name="connsiteY43" fmla="*/ 235569 h 361971"/>
                <a:gd name="connsiteX44" fmla="*/ 265182 w 361674"/>
                <a:gd name="connsiteY44" fmla="*/ 244506 h 361971"/>
                <a:gd name="connsiteX45" fmla="*/ 256875 w 361674"/>
                <a:gd name="connsiteY45" fmla="*/ 107251 h 361971"/>
                <a:gd name="connsiteX46" fmla="*/ 256875 w 361674"/>
                <a:gd name="connsiteY46" fmla="*/ 98313 h 361971"/>
                <a:gd name="connsiteX47" fmla="*/ 265821 w 361674"/>
                <a:gd name="connsiteY47" fmla="*/ 98313 h 361971"/>
                <a:gd name="connsiteX48" fmla="*/ 266460 w 361674"/>
                <a:gd name="connsiteY48" fmla="*/ 98952 h 361971"/>
                <a:gd name="connsiteX49" fmla="*/ 276045 w 361674"/>
                <a:gd name="connsiteY49" fmla="*/ 250890 h 361971"/>
                <a:gd name="connsiteX50" fmla="*/ 286908 w 361674"/>
                <a:gd name="connsiteY50" fmla="*/ 24897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61674" h="361971">
                  <a:moveTo>
                    <a:pt x="180836" y="0"/>
                  </a:moveTo>
                  <a:cubicBezTo>
                    <a:pt x="80513" y="0"/>
                    <a:pt x="0" y="81077"/>
                    <a:pt x="0" y="180667"/>
                  </a:cubicBezTo>
                  <a:cubicBezTo>
                    <a:pt x="0" y="280257"/>
                    <a:pt x="81152" y="361972"/>
                    <a:pt x="180836" y="361972"/>
                  </a:cubicBezTo>
                  <a:cubicBezTo>
                    <a:pt x="281157" y="361972"/>
                    <a:pt x="361670" y="280895"/>
                    <a:pt x="361670" y="181305"/>
                  </a:cubicBezTo>
                  <a:cubicBezTo>
                    <a:pt x="361670" y="181305"/>
                    <a:pt x="361670" y="181305"/>
                    <a:pt x="361670" y="181305"/>
                  </a:cubicBezTo>
                  <a:cubicBezTo>
                    <a:pt x="362309" y="81077"/>
                    <a:pt x="281157" y="0"/>
                    <a:pt x="180836" y="0"/>
                  </a:cubicBezTo>
                  <a:cubicBezTo>
                    <a:pt x="180836" y="0"/>
                    <a:pt x="180836" y="0"/>
                    <a:pt x="180836" y="0"/>
                  </a:cubicBezTo>
                  <a:close/>
                  <a:moveTo>
                    <a:pt x="103517" y="263020"/>
                  </a:moveTo>
                  <a:cubicBezTo>
                    <a:pt x="102239" y="264297"/>
                    <a:pt x="100961" y="264935"/>
                    <a:pt x="99044" y="264935"/>
                  </a:cubicBezTo>
                  <a:cubicBezTo>
                    <a:pt x="97127" y="264935"/>
                    <a:pt x="95210" y="264297"/>
                    <a:pt x="94571" y="263020"/>
                  </a:cubicBezTo>
                  <a:cubicBezTo>
                    <a:pt x="93932" y="262382"/>
                    <a:pt x="32589" y="192796"/>
                    <a:pt x="84986" y="111081"/>
                  </a:cubicBezTo>
                  <a:lnTo>
                    <a:pt x="74762" y="112358"/>
                  </a:lnTo>
                  <a:cubicBezTo>
                    <a:pt x="70928" y="112997"/>
                    <a:pt x="67733" y="110443"/>
                    <a:pt x="67733" y="106613"/>
                  </a:cubicBezTo>
                  <a:cubicBezTo>
                    <a:pt x="67733" y="102782"/>
                    <a:pt x="69650" y="99590"/>
                    <a:pt x="73484" y="99590"/>
                  </a:cubicBezTo>
                  <a:lnTo>
                    <a:pt x="99044" y="95760"/>
                  </a:lnTo>
                  <a:cubicBezTo>
                    <a:pt x="102239" y="95121"/>
                    <a:pt x="105434" y="97675"/>
                    <a:pt x="106073" y="100867"/>
                  </a:cubicBezTo>
                  <a:lnTo>
                    <a:pt x="110546" y="123211"/>
                  </a:lnTo>
                  <a:cubicBezTo>
                    <a:pt x="111185" y="126403"/>
                    <a:pt x="108629" y="130233"/>
                    <a:pt x="105434" y="130872"/>
                  </a:cubicBezTo>
                  <a:cubicBezTo>
                    <a:pt x="105434" y="130872"/>
                    <a:pt x="105434" y="130872"/>
                    <a:pt x="105434" y="130872"/>
                  </a:cubicBezTo>
                  <a:lnTo>
                    <a:pt x="104156" y="130872"/>
                  </a:lnTo>
                  <a:cubicBezTo>
                    <a:pt x="100961" y="130872"/>
                    <a:pt x="98405" y="128957"/>
                    <a:pt x="97766" y="125765"/>
                  </a:cubicBezTo>
                  <a:lnTo>
                    <a:pt x="95849" y="116827"/>
                  </a:lnTo>
                  <a:cubicBezTo>
                    <a:pt x="76679" y="144278"/>
                    <a:pt x="70928" y="178752"/>
                    <a:pt x="81152" y="210671"/>
                  </a:cubicBezTo>
                  <a:cubicBezTo>
                    <a:pt x="85625" y="226631"/>
                    <a:pt x="93932" y="241314"/>
                    <a:pt x="104156" y="254082"/>
                  </a:cubicBezTo>
                  <a:cubicBezTo>
                    <a:pt x="106073" y="256636"/>
                    <a:pt x="106073" y="260466"/>
                    <a:pt x="103517" y="263020"/>
                  </a:cubicBezTo>
                  <a:cubicBezTo>
                    <a:pt x="103517" y="263020"/>
                    <a:pt x="103517" y="263020"/>
                    <a:pt x="103517" y="263020"/>
                  </a:cubicBezTo>
                  <a:lnTo>
                    <a:pt x="103517" y="263020"/>
                  </a:lnTo>
                  <a:close/>
                  <a:moveTo>
                    <a:pt x="180196" y="261105"/>
                  </a:moveTo>
                  <a:cubicBezTo>
                    <a:pt x="137384" y="261105"/>
                    <a:pt x="102239" y="225993"/>
                    <a:pt x="102878" y="183220"/>
                  </a:cubicBezTo>
                  <a:cubicBezTo>
                    <a:pt x="102878" y="140448"/>
                    <a:pt x="138022" y="105336"/>
                    <a:pt x="180836" y="105974"/>
                  </a:cubicBezTo>
                  <a:cubicBezTo>
                    <a:pt x="223648" y="105974"/>
                    <a:pt x="258154" y="141086"/>
                    <a:pt x="258154" y="183859"/>
                  </a:cubicBezTo>
                  <a:cubicBezTo>
                    <a:pt x="258154" y="225993"/>
                    <a:pt x="223648" y="261105"/>
                    <a:pt x="180196" y="261105"/>
                  </a:cubicBezTo>
                  <a:cubicBezTo>
                    <a:pt x="180196" y="261105"/>
                    <a:pt x="180196" y="261105"/>
                    <a:pt x="180196" y="261105"/>
                  </a:cubicBezTo>
                  <a:lnTo>
                    <a:pt x="180196" y="261105"/>
                  </a:lnTo>
                  <a:close/>
                  <a:moveTo>
                    <a:pt x="286908" y="248975"/>
                  </a:moveTo>
                  <a:cubicBezTo>
                    <a:pt x="290742" y="248337"/>
                    <a:pt x="293937" y="250890"/>
                    <a:pt x="293937" y="254721"/>
                  </a:cubicBezTo>
                  <a:cubicBezTo>
                    <a:pt x="293937" y="258551"/>
                    <a:pt x="292020" y="261743"/>
                    <a:pt x="288186" y="261743"/>
                  </a:cubicBezTo>
                  <a:lnTo>
                    <a:pt x="262626" y="265574"/>
                  </a:lnTo>
                  <a:lnTo>
                    <a:pt x="261349" y="265574"/>
                  </a:lnTo>
                  <a:cubicBezTo>
                    <a:pt x="258154" y="265574"/>
                    <a:pt x="255597" y="263658"/>
                    <a:pt x="254959" y="260466"/>
                  </a:cubicBezTo>
                  <a:lnTo>
                    <a:pt x="250485" y="238122"/>
                  </a:lnTo>
                  <a:cubicBezTo>
                    <a:pt x="249846" y="234930"/>
                    <a:pt x="252403" y="231100"/>
                    <a:pt x="255597" y="230462"/>
                  </a:cubicBezTo>
                  <a:cubicBezTo>
                    <a:pt x="255597" y="230462"/>
                    <a:pt x="255597" y="230462"/>
                    <a:pt x="255597" y="230462"/>
                  </a:cubicBezTo>
                  <a:cubicBezTo>
                    <a:pt x="258792" y="229823"/>
                    <a:pt x="262626" y="232377"/>
                    <a:pt x="263265" y="235569"/>
                  </a:cubicBezTo>
                  <a:lnTo>
                    <a:pt x="265182" y="244506"/>
                  </a:lnTo>
                  <a:cubicBezTo>
                    <a:pt x="313107" y="171091"/>
                    <a:pt x="259431" y="109805"/>
                    <a:pt x="256875" y="107251"/>
                  </a:cubicBezTo>
                  <a:cubicBezTo>
                    <a:pt x="254320" y="104697"/>
                    <a:pt x="254320" y="100867"/>
                    <a:pt x="256875" y="98313"/>
                  </a:cubicBezTo>
                  <a:cubicBezTo>
                    <a:pt x="259431" y="95760"/>
                    <a:pt x="263265" y="95760"/>
                    <a:pt x="265821" y="98313"/>
                  </a:cubicBezTo>
                  <a:cubicBezTo>
                    <a:pt x="265821" y="98313"/>
                    <a:pt x="266460" y="98952"/>
                    <a:pt x="266460" y="98952"/>
                  </a:cubicBezTo>
                  <a:cubicBezTo>
                    <a:pt x="267100" y="99590"/>
                    <a:pt x="328443" y="169176"/>
                    <a:pt x="276045" y="250890"/>
                  </a:cubicBezTo>
                  <a:lnTo>
                    <a:pt x="286908" y="248975"/>
                  </a:lnTo>
                  <a:close/>
                </a:path>
              </a:pathLst>
            </a:custGeom>
            <a:solidFill>
              <a:srgbClr val="43B02A"/>
            </a:solidFill>
            <a:ln w="6390" cap="flat">
              <a:noFill/>
              <a:prstDash val="solid"/>
              <a:miter/>
            </a:ln>
          </p:spPr>
          <p:txBody>
            <a:bodyPr rtlCol="0" anchor="ctr"/>
            <a:lstStyle/>
            <a:p>
              <a:endParaRPr lang="en-US"/>
            </a:p>
          </p:txBody>
        </p:sp>
        <p:sp>
          <p:nvSpPr>
            <p:cNvPr id="944" name="Graphic 4">
              <a:extLst>
                <a:ext uri="{FF2B5EF4-FFF2-40B4-BE49-F238E27FC236}">
                  <a16:creationId xmlns:a16="http://schemas.microsoft.com/office/drawing/2014/main" id="{89FB9A05-563A-2545-BC67-C83316126B1D}"/>
                </a:ext>
              </a:extLst>
            </p:cNvPr>
            <p:cNvSpPr/>
            <p:nvPr/>
          </p:nvSpPr>
          <p:spPr>
            <a:xfrm>
              <a:off x="8426409" y="4509807"/>
              <a:ext cx="49202" cy="47241"/>
            </a:xfrm>
            <a:custGeom>
              <a:avLst/>
              <a:gdLst>
                <a:gd name="connsiteX0" fmla="*/ 13419 w 49202"/>
                <a:gd name="connsiteY0" fmla="*/ 0 h 47241"/>
                <a:gd name="connsiteX1" fmla="*/ 0 w 49202"/>
                <a:gd name="connsiteY1" fmla="*/ 7661 h 47241"/>
                <a:gd name="connsiteX2" fmla="*/ 0 w 49202"/>
                <a:gd name="connsiteY2" fmla="*/ 47242 h 47241"/>
                <a:gd name="connsiteX3" fmla="*/ 49203 w 49202"/>
                <a:gd name="connsiteY3" fmla="*/ 15960 h 47241"/>
                <a:gd name="connsiteX4" fmla="*/ 13419 w 49202"/>
                <a:gd name="connsiteY4" fmla="*/ 0 h 47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02" h="47241">
                  <a:moveTo>
                    <a:pt x="13419" y="0"/>
                  </a:moveTo>
                  <a:cubicBezTo>
                    <a:pt x="9585" y="3831"/>
                    <a:pt x="5112" y="6384"/>
                    <a:pt x="0" y="7661"/>
                  </a:cubicBezTo>
                  <a:lnTo>
                    <a:pt x="0" y="47242"/>
                  </a:lnTo>
                  <a:cubicBezTo>
                    <a:pt x="20448" y="45327"/>
                    <a:pt x="38979" y="33197"/>
                    <a:pt x="49203" y="15960"/>
                  </a:cubicBezTo>
                  <a:lnTo>
                    <a:pt x="13419" y="0"/>
                  </a:lnTo>
                  <a:close/>
                </a:path>
              </a:pathLst>
            </a:custGeom>
            <a:solidFill>
              <a:srgbClr val="43B02A"/>
            </a:solidFill>
            <a:ln w="6390" cap="flat">
              <a:noFill/>
              <a:prstDash val="solid"/>
              <a:miter/>
            </a:ln>
          </p:spPr>
          <p:txBody>
            <a:bodyPr rtlCol="0" anchor="ctr"/>
            <a:lstStyle/>
            <a:p>
              <a:endParaRPr lang="en-US"/>
            </a:p>
          </p:txBody>
        </p:sp>
      </p:grpSp>
      <p:grpSp>
        <p:nvGrpSpPr>
          <p:cNvPr id="945" name="Graphic 4">
            <a:extLst>
              <a:ext uri="{FF2B5EF4-FFF2-40B4-BE49-F238E27FC236}">
                <a16:creationId xmlns:a16="http://schemas.microsoft.com/office/drawing/2014/main" id="{DEF69D21-63A7-D24F-9E70-419F29897B0B}"/>
              </a:ext>
            </a:extLst>
          </p:cNvPr>
          <p:cNvGrpSpPr/>
          <p:nvPr/>
        </p:nvGrpSpPr>
        <p:grpSpPr>
          <a:xfrm>
            <a:off x="467104" y="3339623"/>
            <a:ext cx="362309" cy="361971"/>
            <a:chOff x="467104" y="3339623"/>
            <a:chExt cx="362309" cy="361971"/>
          </a:xfrm>
          <a:solidFill>
            <a:srgbClr val="26890D"/>
          </a:solidFill>
        </p:grpSpPr>
        <p:sp>
          <p:nvSpPr>
            <p:cNvPr id="946" name="Graphic 4">
              <a:extLst>
                <a:ext uri="{FF2B5EF4-FFF2-40B4-BE49-F238E27FC236}">
                  <a16:creationId xmlns:a16="http://schemas.microsoft.com/office/drawing/2014/main" id="{96152F64-73E8-C046-96A1-C839BCD297B4}"/>
                </a:ext>
              </a:extLst>
            </p:cNvPr>
            <p:cNvSpPr/>
            <p:nvPr/>
          </p:nvSpPr>
          <p:spPr>
            <a:xfrm>
              <a:off x="467104" y="3339623"/>
              <a:ext cx="362309" cy="361971"/>
            </a:xfrm>
            <a:custGeom>
              <a:avLst/>
              <a:gdLst>
                <a:gd name="connsiteX0" fmla="*/ 181474 w 362309"/>
                <a:gd name="connsiteY0" fmla="*/ 0 h 361971"/>
                <a:gd name="connsiteX1" fmla="*/ 0 w 362309"/>
                <a:gd name="connsiteY1" fmla="*/ 180667 h 361971"/>
                <a:gd name="connsiteX2" fmla="*/ 181474 w 362309"/>
                <a:gd name="connsiteY2" fmla="*/ 361972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0 h 361971"/>
                <a:gd name="connsiteX7" fmla="*/ 181474 w 362309"/>
                <a:gd name="connsiteY7" fmla="*/ 349204 h 361971"/>
                <a:gd name="connsiteX8" fmla="*/ 13419 w 362309"/>
                <a:gd name="connsiteY8" fmla="*/ 181305 h 361971"/>
                <a:gd name="connsiteX9" fmla="*/ 181474 w 362309"/>
                <a:gd name="connsiteY9" fmla="*/ 12768 h 361971"/>
                <a:gd name="connsiteX10" fmla="*/ 349530 w 362309"/>
                <a:gd name="connsiteY10" fmla="*/ 181305 h 361971"/>
                <a:gd name="connsiteX11" fmla="*/ 349530 w 362309"/>
                <a:gd name="connsiteY11" fmla="*/ 181305 h 361971"/>
                <a:gd name="connsiteX12" fmla="*/ 181474 w 362309"/>
                <a:gd name="connsiteY12" fmla="*/ 349204 h 361971"/>
                <a:gd name="connsiteX13" fmla="*/ 181474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1474" y="0"/>
                  </a:moveTo>
                  <a:cubicBezTo>
                    <a:pt x="81152" y="0"/>
                    <a:pt x="0" y="81077"/>
                    <a:pt x="0" y="180667"/>
                  </a:cubicBezTo>
                  <a:cubicBezTo>
                    <a:pt x="0" y="280895"/>
                    <a:pt x="81152" y="361972"/>
                    <a:pt x="181474" y="361972"/>
                  </a:cubicBezTo>
                  <a:cubicBezTo>
                    <a:pt x="281796" y="361972"/>
                    <a:pt x="362309" y="280895"/>
                    <a:pt x="362309" y="180667"/>
                  </a:cubicBezTo>
                  <a:lnTo>
                    <a:pt x="362309" y="180667"/>
                  </a:lnTo>
                  <a:cubicBezTo>
                    <a:pt x="362309" y="81077"/>
                    <a:pt x="281796" y="0"/>
                    <a:pt x="181474" y="0"/>
                  </a:cubicBezTo>
                  <a:cubicBezTo>
                    <a:pt x="181474" y="0"/>
                    <a:pt x="181474"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lnTo>
                    <a:pt x="181474" y="349204"/>
                  </a:lnTo>
                  <a:close/>
                </a:path>
              </a:pathLst>
            </a:custGeom>
            <a:solidFill>
              <a:srgbClr val="26890D"/>
            </a:solidFill>
            <a:ln w="6390" cap="flat">
              <a:noFill/>
              <a:prstDash val="solid"/>
              <a:miter/>
            </a:ln>
          </p:spPr>
          <p:txBody>
            <a:bodyPr rtlCol="0" anchor="ctr"/>
            <a:lstStyle/>
            <a:p>
              <a:endParaRPr lang="en-US"/>
            </a:p>
          </p:txBody>
        </p:sp>
        <p:sp>
          <p:nvSpPr>
            <p:cNvPr id="947" name="Graphic 4">
              <a:extLst>
                <a:ext uri="{FF2B5EF4-FFF2-40B4-BE49-F238E27FC236}">
                  <a16:creationId xmlns:a16="http://schemas.microsoft.com/office/drawing/2014/main" id="{E0741992-0EE1-2B4C-878E-F6AA0A0420B8}"/>
                </a:ext>
              </a:extLst>
            </p:cNvPr>
            <p:cNvSpPr/>
            <p:nvPr/>
          </p:nvSpPr>
          <p:spPr>
            <a:xfrm>
              <a:off x="538671" y="3442405"/>
              <a:ext cx="219257" cy="156407"/>
            </a:xfrm>
            <a:custGeom>
              <a:avLst/>
              <a:gdLst>
                <a:gd name="connsiteX0" fmla="*/ 213424 w 219257"/>
                <a:gd name="connsiteY0" fmla="*/ 0 h 156407"/>
                <a:gd name="connsiteX1" fmla="*/ 6390 w 219257"/>
                <a:gd name="connsiteY1" fmla="*/ 0 h 156407"/>
                <a:gd name="connsiteX2" fmla="*/ 0 w 219257"/>
                <a:gd name="connsiteY2" fmla="*/ 6384 h 156407"/>
                <a:gd name="connsiteX3" fmla="*/ 0 w 219257"/>
                <a:gd name="connsiteY3" fmla="*/ 150024 h 156407"/>
                <a:gd name="connsiteX4" fmla="*/ 6390 w 219257"/>
                <a:gd name="connsiteY4" fmla="*/ 156408 h 156407"/>
                <a:gd name="connsiteX5" fmla="*/ 212785 w 219257"/>
                <a:gd name="connsiteY5" fmla="*/ 156408 h 156407"/>
                <a:gd name="connsiteX6" fmla="*/ 219175 w 219257"/>
                <a:gd name="connsiteY6" fmla="*/ 150024 h 156407"/>
                <a:gd name="connsiteX7" fmla="*/ 219175 w 219257"/>
                <a:gd name="connsiteY7" fmla="*/ 6384 h 156407"/>
                <a:gd name="connsiteX8" fmla="*/ 213424 w 219257"/>
                <a:gd name="connsiteY8" fmla="*/ 0 h 156407"/>
                <a:gd name="connsiteX9" fmla="*/ 207034 w 219257"/>
                <a:gd name="connsiteY9" fmla="*/ 143640 h 156407"/>
                <a:gd name="connsiteX10" fmla="*/ 12780 w 219257"/>
                <a:gd name="connsiteY10" fmla="*/ 143640 h 156407"/>
                <a:gd name="connsiteX11" fmla="*/ 12780 w 219257"/>
                <a:gd name="connsiteY11" fmla="*/ 12768 h 156407"/>
                <a:gd name="connsiteX12" fmla="*/ 206395 w 219257"/>
                <a:gd name="connsiteY12" fmla="*/ 12768 h 156407"/>
                <a:gd name="connsiteX13" fmla="*/ 206395 w 219257"/>
                <a:gd name="connsiteY13" fmla="*/ 143640 h 156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9257" h="156407">
                  <a:moveTo>
                    <a:pt x="213424" y="0"/>
                  </a:moveTo>
                  <a:lnTo>
                    <a:pt x="6390" y="0"/>
                  </a:lnTo>
                  <a:cubicBezTo>
                    <a:pt x="2556" y="0"/>
                    <a:pt x="0" y="2554"/>
                    <a:pt x="0" y="6384"/>
                  </a:cubicBezTo>
                  <a:lnTo>
                    <a:pt x="0" y="150024"/>
                  </a:lnTo>
                  <a:cubicBezTo>
                    <a:pt x="0" y="153854"/>
                    <a:pt x="2556" y="156408"/>
                    <a:pt x="6390" y="156408"/>
                  </a:cubicBezTo>
                  <a:lnTo>
                    <a:pt x="212785" y="156408"/>
                  </a:lnTo>
                  <a:cubicBezTo>
                    <a:pt x="216619" y="156408"/>
                    <a:pt x="219175" y="153854"/>
                    <a:pt x="219175" y="150024"/>
                  </a:cubicBezTo>
                  <a:lnTo>
                    <a:pt x="219175" y="6384"/>
                  </a:lnTo>
                  <a:cubicBezTo>
                    <a:pt x="219814" y="3192"/>
                    <a:pt x="216619" y="0"/>
                    <a:pt x="213424" y="0"/>
                  </a:cubicBezTo>
                  <a:close/>
                  <a:moveTo>
                    <a:pt x="207034" y="143640"/>
                  </a:moveTo>
                  <a:lnTo>
                    <a:pt x="12780" y="143640"/>
                  </a:lnTo>
                  <a:lnTo>
                    <a:pt x="12780" y="12768"/>
                  </a:lnTo>
                  <a:lnTo>
                    <a:pt x="206395" y="12768"/>
                  </a:lnTo>
                  <a:lnTo>
                    <a:pt x="206395" y="143640"/>
                  </a:lnTo>
                  <a:close/>
                </a:path>
              </a:pathLst>
            </a:custGeom>
            <a:solidFill>
              <a:srgbClr val="26890D"/>
            </a:solidFill>
            <a:ln w="6390" cap="flat">
              <a:noFill/>
              <a:prstDash val="solid"/>
              <a:miter/>
            </a:ln>
          </p:spPr>
          <p:txBody>
            <a:bodyPr rtlCol="0" anchor="ctr"/>
            <a:lstStyle/>
            <a:p>
              <a:endParaRPr lang="en-US"/>
            </a:p>
          </p:txBody>
        </p:sp>
        <p:sp>
          <p:nvSpPr>
            <p:cNvPr id="948" name="Graphic 4">
              <a:extLst>
                <a:ext uri="{FF2B5EF4-FFF2-40B4-BE49-F238E27FC236}">
                  <a16:creationId xmlns:a16="http://schemas.microsoft.com/office/drawing/2014/main" id="{67906793-FD5C-3641-B30F-40359D7F8FEC}"/>
                </a:ext>
              </a:extLst>
            </p:cNvPr>
            <p:cNvSpPr/>
            <p:nvPr/>
          </p:nvSpPr>
          <p:spPr>
            <a:xfrm>
              <a:off x="562314" y="3470495"/>
              <a:ext cx="172528" cy="12767"/>
            </a:xfrm>
            <a:custGeom>
              <a:avLst/>
              <a:gdLst>
                <a:gd name="connsiteX0" fmla="*/ 6390 w 172528"/>
                <a:gd name="connsiteY0" fmla="*/ 12768 h 12767"/>
                <a:gd name="connsiteX1" fmla="*/ 166138 w 172528"/>
                <a:gd name="connsiteY1" fmla="*/ 12768 h 12767"/>
                <a:gd name="connsiteX2" fmla="*/ 172528 w 172528"/>
                <a:gd name="connsiteY2" fmla="*/ 6384 h 12767"/>
                <a:gd name="connsiteX3" fmla="*/ 166138 w 172528"/>
                <a:gd name="connsiteY3" fmla="*/ 0 h 12767"/>
                <a:gd name="connsiteX4" fmla="*/ 6390 w 172528"/>
                <a:gd name="connsiteY4" fmla="*/ 0 h 12767"/>
                <a:gd name="connsiteX5" fmla="*/ 0 w 172528"/>
                <a:gd name="connsiteY5" fmla="*/ 6384 h 12767"/>
                <a:gd name="connsiteX6" fmla="*/ 6390 w 172528"/>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528" h="12767">
                  <a:moveTo>
                    <a:pt x="6390" y="12768"/>
                  </a:moveTo>
                  <a:lnTo>
                    <a:pt x="166138" y="12768"/>
                  </a:lnTo>
                  <a:cubicBezTo>
                    <a:pt x="169972" y="12768"/>
                    <a:pt x="172528" y="10214"/>
                    <a:pt x="172528" y="6384"/>
                  </a:cubicBezTo>
                  <a:cubicBezTo>
                    <a:pt x="172528" y="2554"/>
                    <a:pt x="169972" y="0"/>
                    <a:pt x="166138" y="0"/>
                  </a:cubicBezTo>
                  <a:lnTo>
                    <a:pt x="6390" y="0"/>
                  </a:lnTo>
                  <a:cubicBezTo>
                    <a:pt x="2556" y="0"/>
                    <a:pt x="0" y="2554"/>
                    <a:pt x="0" y="6384"/>
                  </a:cubicBezTo>
                  <a:cubicBezTo>
                    <a:pt x="0" y="10214"/>
                    <a:pt x="2556" y="12768"/>
                    <a:pt x="6390" y="12768"/>
                  </a:cubicBezTo>
                  <a:close/>
                </a:path>
              </a:pathLst>
            </a:custGeom>
            <a:solidFill>
              <a:srgbClr val="26890D"/>
            </a:solidFill>
            <a:ln w="6390" cap="flat">
              <a:noFill/>
              <a:prstDash val="solid"/>
              <a:miter/>
            </a:ln>
          </p:spPr>
          <p:txBody>
            <a:bodyPr rtlCol="0" anchor="ctr"/>
            <a:lstStyle/>
            <a:p>
              <a:endParaRPr lang="en-US"/>
            </a:p>
          </p:txBody>
        </p:sp>
        <p:sp>
          <p:nvSpPr>
            <p:cNvPr id="949" name="Graphic 4">
              <a:extLst>
                <a:ext uri="{FF2B5EF4-FFF2-40B4-BE49-F238E27FC236}">
                  <a16:creationId xmlns:a16="http://schemas.microsoft.com/office/drawing/2014/main" id="{169F7E0D-DD7E-FD4D-9AAE-3C3C60B5BFEC}"/>
                </a:ext>
              </a:extLst>
            </p:cNvPr>
            <p:cNvSpPr/>
            <p:nvPr/>
          </p:nvSpPr>
          <p:spPr>
            <a:xfrm>
              <a:off x="562314" y="3510076"/>
              <a:ext cx="81152" cy="12767"/>
            </a:xfrm>
            <a:custGeom>
              <a:avLst/>
              <a:gdLst>
                <a:gd name="connsiteX0" fmla="*/ 6390 w 81152"/>
                <a:gd name="connsiteY0" fmla="*/ 12768 h 12767"/>
                <a:gd name="connsiteX1" fmla="*/ 74762 w 81152"/>
                <a:gd name="connsiteY1" fmla="*/ 12768 h 12767"/>
                <a:gd name="connsiteX2" fmla="*/ 81152 w 81152"/>
                <a:gd name="connsiteY2" fmla="*/ 6384 h 12767"/>
                <a:gd name="connsiteX3" fmla="*/ 74762 w 81152"/>
                <a:gd name="connsiteY3" fmla="*/ 0 h 12767"/>
                <a:gd name="connsiteX4" fmla="*/ 6390 w 81152"/>
                <a:gd name="connsiteY4" fmla="*/ 0 h 12767"/>
                <a:gd name="connsiteX5" fmla="*/ 0 w 81152"/>
                <a:gd name="connsiteY5" fmla="*/ 6384 h 12767"/>
                <a:gd name="connsiteX6" fmla="*/ 6390 w 81152"/>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152" h="12767">
                  <a:moveTo>
                    <a:pt x="6390" y="12768"/>
                  </a:moveTo>
                  <a:lnTo>
                    <a:pt x="74762" y="12768"/>
                  </a:lnTo>
                  <a:cubicBezTo>
                    <a:pt x="78596" y="12768"/>
                    <a:pt x="81152" y="10214"/>
                    <a:pt x="81152" y="6384"/>
                  </a:cubicBezTo>
                  <a:cubicBezTo>
                    <a:pt x="81152" y="2553"/>
                    <a:pt x="78596" y="0"/>
                    <a:pt x="74762" y="0"/>
                  </a:cubicBezTo>
                  <a:lnTo>
                    <a:pt x="6390" y="0"/>
                  </a:lnTo>
                  <a:cubicBezTo>
                    <a:pt x="2556" y="0"/>
                    <a:pt x="0" y="2553"/>
                    <a:pt x="0" y="6384"/>
                  </a:cubicBezTo>
                  <a:cubicBezTo>
                    <a:pt x="0" y="10214"/>
                    <a:pt x="2556" y="12768"/>
                    <a:pt x="6390" y="12768"/>
                  </a:cubicBezTo>
                  <a:close/>
                </a:path>
              </a:pathLst>
            </a:custGeom>
            <a:solidFill>
              <a:srgbClr val="26890D"/>
            </a:solidFill>
            <a:ln w="6390" cap="flat">
              <a:noFill/>
              <a:prstDash val="solid"/>
              <a:miter/>
            </a:ln>
          </p:spPr>
          <p:txBody>
            <a:bodyPr rtlCol="0" anchor="ctr"/>
            <a:lstStyle/>
            <a:p>
              <a:endParaRPr lang="en-US"/>
            </a:p>
          </p:txBody>
        </p:sp>
        <p:sp>
          <p:nvSpPr>
            <p:cNvPr id="950" name="Graphic 4">
              <a:extLst>
                <a:ext uri="{FF2B5EF4-FFF2-40B4-BE49-F238E27FC236}">
                  <a16:creationId xmlns:a16="http://schemas.microsoft.com/office/drawing/2014/main" id="{C79670EE-3A5E-264D-B110-17AFECA54F36}"/>
                </a:ext>
              </a:extLst>
            </p:cNvPr>
            <p:cNvSpPr/>
            <p:nvPr/>
          </p:nvSpPr>
          <p:spPr>
            <a:xfrm>
              <a:off x="562314" y="3529866"/>
              <a:ext cx="81152" cy="12767"/>
            </a:xfrm>
            <a:custGeom>
              <a:avLst/>
              <a:gdLst>
                <a:gd name="connsiteX0" fmla="*/ 6390 w 81152"/>
                <a:gd name="connsiteY0" fmla="*/ 12768 h 12767"/>
                <a:gd name="connsiteX1" fmla="*/ 74762 w 81152"/>
                <a:gd name="connsiteY1" fmla="*/ 12768 h 12767"/>
                <a:gd name="connsiteX2" fmla="*/ 81152 w 81152"/>
                <a:gd name="connsiteY2" fmla="*/ 6384 h 12767"/>
                <a:gd name="connsiteX3" fmla="*/ 74762 w 81152"/>
                <a:gd name="connsiteY3" fmla="*/ 0 h 12767"/>
                <a:gd name="connsiteX4" fmla="*/ 6390 w 81152"/>
                <a:gd name="connsiteY4" fmla="*/ 0 h 12767"/>
                <a:gd name="connsiteX5" fmla="*/ 0 w 81152"/>
                <a:gd name="connsiteY5" fmla="*/ 6384 h 12767"/>
                <a:gd name="connsiteX6" fmla="*/ 6390 w 81152"/>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152" h="12767">
                  <a:moveTo>
                    <a:pt x="6390" y="12768"/>
                  </a:moveTo>
                  <a:lnTo>
                    <a:pt x="74762" y="12768"/>
                  </a:lnTo>
                  <a:cubicBezTo>
                    <a:pt x="78596" y="12768"/>
                    <a:pt x="81152" y="10215"/>
                    <a:pt x="81152" y="6384"/>
                  </a:cubicBezTo>
                  <a:cubicBezTo>
                    <a:pt x="81152" y="2554"/>
                    <a:pt x="78596" y="0"/>
                    <a:pt x="74762" y="0"/>
                  </a:cubicBezTo>
                  <a:lnTo>
                    <a:pt x="6390" y="0"/>
                  </a:lnTo>
                  <a:cubicBezTo>
                    <a:pt x="2556" y="0"/>
                    <a:pt x="0" y="2554"/>
                    <a:pt x="0" y="6384"/>
                  </a:cubicBezTo>
                  <a:cubicBezTo>
                    <a:pt x="0" y="10215"/>
                    <a:pt x="2556" y="12768"/>
                    <a:pt x="6390" y="12768"/>
                  </a:cubicBezTo>
                  <a:close/>
                </a:path>
              </a:pathLst>
            </a:custGeom>
            <a:solidFill>
              <a:srgbClr val="26890D"/>
            </a:solidFill>
            <a:ln w="6390" cap="flat">
              <a:noFill/>
              <a:prstDash val="solid"/>
              <a:miter/>
            </a:ln>
          </p:spPr>
          <p:txBody>
            <a:bodyPr rtlCol="0" anchor="ctr"/>
            <a:lstStyle/>
            <a:p>
              <a:endParaRPr lang="en-US"/>
            </a:p>
          </p:txBody>
        </p:sp>
        <p:sp>
          <p:nvSpPr>
            <p:cNvPr id="951" name="Graphic 4">
              <a:extLst>
                <a:ext uri="{FF2B5EF4-FFF2-40B4-BE49-F238E27FC236}">
                  <a16:creationId xmlns:a16="http://schemas.microsoft.com/office/drawing/2014/main" id="{6AAC9A82-D371-144F-B89F-2BAE47DDDBC5}"/>
                </a:ext>
              </a:extLst>
            </p:cNvPr>
            <p:cNvSpPr/>
            <p:nvPr/>
          </p:nvSpPr>
          <p:spPr>
            <a:xfrm>
              <a:off x="562314" y="3549656"/>
              <a:ext cx="81152" cy="12767"/>
            </a:xfrm>
            <a:custGeom>
              <a:avLst/>
              <a:gdLst>
                <a:gd name="connsiteX0" fmla="*/ 6390 w 81152"/>
                <a:gd name="connsiteY0" fmla="*/ 12768 h 12767"/>
                <a:gd name="connsiteX1" fmla="*/ 74762 w 81152"/>
                <a:gd name="connsiteY1" fmla="*/ 12768 h 12767"/>
                <a:gd name="connsiteX2" fmla="*/ 81152 w 81152"/>
                <a:gd name="connsiteY2" fmla="*/ 6384 h 12767"/>
                <a:gd name="connsiteX3" fmla="*/ 74762 w 81152"/>
                <a:gd name="connsiteY3" fmla="*/ 0 h 12767"/>
                <a:gd name="connsiteX4" fmla="*/ 6390 w 81152"/>
                <a:gd name="connsiteY4" fmla="*/ 0 h 12767"/>
                <a:gd name="connsiteX5" fmla="*/ 0 w 81152"/>
                <a:gd name="connsiteY5" fmla="*/ 6384 h 12767"/>
                <a:gd name="connsiteX6" fmla="*/ 6390 w 81152"/>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152" h="12767">
                  <a:moveTo>
                    <a:pt x="6390" y="12768"/>
                  </a:moveTo>
                  <a:lnTo>
                    <a:pt x="74762" y="12768"/>
                  </a:lnTo>
                  <a:cubicBezTo>
                    <a:pt x="78596" y="12768"/>
                    <a:pt x="81152" y="10214"/>
                    <a:pt x="81152" y="6384"/>
                  </a:cubicBezTo>
                  <a:cubicBezTo>
                    <a:pt x="81152" y="2553"/>
                    <a:pt x="78596" y="0"/>
                    <a:pt x="74762" y="0"/>
                  </a:cubicBezTo>
                  <a:lnTo>
                    <a:pt x="6390" y="0"/>
                  </a:lnTo>
                  <a:cubicBezTo>
                    <a:pt x="2556" y="0"/>
                    <a:pt x="0" y="2553"/>
                    <a:pt x="0" y="6384"/>
                  </a:cubicBezTo>
                  <a:cubicBezTo>
                    <a:pt x="0" y="10214"/>
                    <a:pt x="2556" y="12768"/>
                    <a:pt x="6390" y="12768"/>
                  </a:cubicBezTo>
                  <a:close/>
                </a:path>
              </a:pathLst>
            </a:custGeom>
            <a:solidFill>
              <a:srgbClr val="26890D"/>
            </a:solidFill>
            <a:ln w="6390" cap="flat">
              <a:noFill/>
              <a:prstDash val="solid"/>
              <a:miter/>
            </a:ln>
          </p:spPr>
          <p:txBody>
            <a:bodyPr rtlCol="0" anchor="ctr"/>
            <a:lstStyle/>
            <a:p>
              <a:endParaRPr lang="en-US"/>
            </a:p>
          </p:txBody>
        </p:sp>
        <p:sp>
          <p:nvSpPr>
            <p:cNvPr id="952" name="Graphic 4">
              <a:extLst>
                <a:ext uri="{FF2B5EF4-FFF2-40B4-BE49-F238E27FC236}">
                  <a16:creationId xmlns:a16="http://schemas.microsoft.com/office/drawing/2014/main" id="{E9D68D7D-DB4B-AB4D-B4EC-8987D40E0A63}"/>
                </a:ext>
              </a:extLst>
            </p:cNvPr>
            <p:cNvSpPr/>
            <p:nvPr/>
          </p:nvSpPr>
          <p:spPr>
            <a:xfrm>
              <a:off x="668764" y="3485178"/>
              <a:ext cx="69534" cy="84906"/>
            </a:xfrm>
            <a:custGeom>
              <a:avLst/>
              <a:gdLst>
                <a:gd name="connsiteX0" fmla="*/ 41157 w 69534"/>
                <a:gd name="connsiteY0" fmla="*/ 6384 h 84906"/>
                <a:gd name="connsiteX1" fmla="*/ 34767 w 69534"/>
                <a:gd name="connsiteY1" fmla="*/ 0 h 84906"/>
                <a:gd name="connsiteX2" fmla="*/ 28377 w 69534"/>
                <a:gd name="connsiteY2" fmla="*/ 6384 h 84906"/>
                <a:gd name="connsiteX3" fmla="*/ 28377 w 69534"/>
                <a:gd name="connsiteY3" fmla="*/ 33197 h 84906"/>
                <a:gd name="connsiteX4" fmla="*/ 3457 w 69534"/>
                <a:gd name="connsiteY4" fmla="*/ 47242 h 84906"/>
                <a:gd name="connsiteX5" fmla="*/ 901 w 69534"/>
                <a:gd name="connsiteY5" fmla="*/ 56179 h 84906"/>
                <a:gd name="connsiteX6" fmla="*/ 6652 w 69534"/>
                <a:gd name="connsiteY6" fmla="*/ 59371 h 84906"/>
                <a:gd name="connsiteX7" fmla="*/ 9847 w 69534"/>
                <a:gd name="connsiteY7" fmla="*/ 58733 h 84906"/>
                <a:gd name="connsiteX8" fmla="*/ 28377 w 69534"/>
                <a:gd name="connsiteY8" fmla="*/ 47880 h 84906"/>
                <a:gd name="connsiteX9" fmla="*/ 28377 w 69534"/>
                <a:gd name="connsiteY9" fmla="*/ 64478 h 84906"/>
                <a:gd name="connsiteX10" fmla="*/ 20710 w 69534"/>
                <a:gd name="connsiteY10" fmla="*/ 67670 h 84906"/>
                <a:gd name="connsiteX11" fmla="*/ 16876 w 69534"/>
                <a:gd name="connsiteY11" fmla="*/ 75970 h 84906"/>
                <a:gd name="connsiteX12" fmla="*/ 25182 w 69534"/>
                <a:gd name="connsiteY12" fmla="*/ 79800 h 84906"/>
                <a:gd name="connsiteX13" fmla="*/ 25821 w 69534"/>
                <a:gd name="connsiteY13" fmla="*/ 79800 h 84906"/>
                <a:gd name="connsiteX14" fmla="*/ 28377 w 69534"/>
                <a:gd name="connsiteY14" fmla="*/ 78523 h 84906"/>
                <a:gd name="connsiteX15" fmla="*/ 34767 w 69534"/>
                <a:gd name="connsiteY15" fmla="*/ 84907 h 84906"/>
                <a:gd name="connsiteX16" fmla="*/ 41157 w 69534"/>
                <a:gd name="connsiteY16" fmla="*/ 78523 h 84906"/>
                <a:gd name="connsiteX17" fmla="*/ 41157 w 69534"/>
                <a:gd name="connsiteY17" fmla="*/ 78523 h 84906"/>
                <a:gd name="connsiteX18" fmla="*/ 44352 w 69534"/>
                <a:gd name="connsiteY18" fmla="*/ 79800 h 84906"/>
                <a:gd name="connsiteX19" fmla="*/ 46908 w 69534"/>
                <a:gd name="connsiteY19" fmla="*/ 80438 h 84906"/>
                <a:gd name="connsiteX20" fmla="*/ 53298 w 69534"/>
                <a:gd name="connsiteY20" fmla="*/ 74054 h 84906"/>
                <a:gd name="connsiteX21" fmla="*/ 49464 w 69534"/>
                <a:gd name="connsiteY21" fmla="*/ 68309 h 84906"/>
                <a:gd name="connsiteX22" fmla="*/ 41157 w 69534"/>
                <a:gd name="connsiteY22" fmla="*/ 65117 h 84906"/>
                <a:gd name="connsiteX23" fmla="*/ 41157 w 69534"/>
                <a:gd name="connsiteY23" fmla="*/ 49157 h 84906"/>
                <a:gd name="connsiteX24" fmla="*/ 59688 w 69534"/>
                <a:gd name="connsiteY24" fmla="*/ 59371 h 84906"/>
                <a:gd name="connsiteX25" fmla="*/ 68634 w 69534"/>
                <a:gd name="connsiteY25" fmla="*/ 56818 h 84906"/>
                <a:gd name="connsiteX26" fmla="*/ 66078 w 69534"/>
                <a:gd name="connsiteY26" fmla="*/ 47880 h 84906"/>
                <a:gd name="connsiteX27" fmla="*/ 41157 w 69534"/>
                <a:gd name="connsiteY27" fmla="*/ 33835 h 84906"/>
                <a:gd name="connsiteX28" fmla="*/ 41157 w 69534"/>
                <a:gd name="connsiteY28" fmla="*/ 6384 h 84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9534" h="84906">
                  <a:moveTo>
                    <a:pt x="41157" y="6384"/>
                  </a:moveTo>
                  <a:cubicBezTo>
                    <a:pt x="41157" y="2554"/>
                    <a:pt x="38601" y="0"/>
                    <a:pt x="34767" y="0"/>
                  </a:cubicBezTo>
                  <a:cubicBezTo>
                    <a:pt x="30933" y="0"/>
                    <a:pt x="28377" y="2554"/>
                    <a:pt x="28377" y="6384"/>
                  </a:cubicBezTo>
                  <a:lnTo>
                    <a:pt x="28377" y="33197"/>
                  </a:lnTo>
                  <a:lnTo>
                    <a:pt x="3457" y="47242"/>
                  </a:lnTo>
                  <a:cubicBezTo>
                    <a:pt x="262" y="49157"/>
                    <a:pt x="-1016" y="52987"/>
                    <a:pt x="901" y="56179"/>
                  </a:cubicBezTo>
                  <a:cubicBezTo>
                    <a:pt x="2179" y="58094"/>
                    <a:pt x="4096" y="59371"/>
                    <a:pt x="6652" y="59371"/>
                  </a:cubicBezTo>
                  <a:cubicBezTo>
                    <a:pt x="7930" y="59371"/>
                    <a:pt x="8569" y="59371"/>
                    <a:pt x="9847" y="58733"/>
                  </a:cubicBezTo>
                  <a:lnTo>
                    <a:pt x="28377" y="47880"/>
                  </a:lnTo>
                  <a:lnTo>
                    <a:pt x="28377" y="64478"/>
                  </a:lnTo>
                  <a:lnTo>
                    <a:pt x="20710" y="67670"/>
                  </a:lnTo>
                  <a:cubicBezTo>
                    <a:pt x="17515" y="68947"/>
                    <a:pt x="15598" y="72778"/>
                    <a:pt x="16876" y="75970"/>
                  </a:cubicBezTo>
                  <a:cubicBezTo>
                    <a:pt x="18154" y="79162"/>
                    <a:pt x="21987" y="81077"/>
                    <a:pt x="25182" y="79800"/>
                  </a:cubicBezTo>
                  <a:cubicBezTo>
                    <a:pt x="25182" y="79800"/>
                    <a:pt x="25182" y="79800"/>
                    <a:pt x="25821" y="79800"/>
                  </a:cubicBezTo>
                  <a:lnTo>
                    <a:pt x="28377" y="78523"/>
                  </a:lnTo>
                  <a:cubicBezTo>
                    <a:pt x="28377" y="82354"/>
                    <a:pt x="30933" y="84907"/>
                    <a:pt x="34767" y="84907"/>
                  </a:cubicBezTo>
                  <a:cubicBezTo>
                    <a:pt x="38601" y="84907"/>
                    <a:pt x="41157" y="82354"/>
                    <a:pt x="41157" y="78523"/>
                  </a:cubicBezTo>
                  <a:lnTo>
                    <a:pt x="41157" y="78523"/>
                  </a:lnTo>
                  <a:lnTo>
                    <a:pt x="44352" y="79800"/>
                  </a:lnTo>
                  <a:cubicBezTo>
                    <a:pt x="44991" y="79800"/>
                    <a:pt x="46269" y="80438"/>
                    <a:pt x="46908" y="80438"/>
                  </a:cubicBezTo>
                  <a:cubicBezTo>
                    <a:pt x="50742" y="80438"/>
                    <a:pt x="53298" y="77246"/>
                    <a:pt x="53298" y="74054"/>
                  </a:cubicBezTo>
                  <a:cubicBezTo>
                    <a:pt x="53298" y="71501"/>
                    <a:pt x="52020" y="68947"/>
                    <a:pt x="49464" y="68309"/>
                  </a:cubicBezTo>
                  <a:lnTo>
                    <a:pt x="41157" y="65117"/>
                  </a:lnTo>
                  <a:lnTo>
                    <a:pt x="41157" y="49157"/>
                  </a:lnTo>
                  <a:lnTo>
                    <a:pt x="59688" y="59371"/>
                  </a:lnTo>
                  <a:cubicBezTo>
                    <a:pt x="62883" y="61286"/>
                    <a:pt x="66717" y="60010"/>
                    <a:pt x="68634" y="56818"/>
                  </a:cubicBezTo>
                  <a:cubicBezTo>
                    <a:pt x="70551" y="53626"/>
                    <a:pt x="69273" y="49795"/>
                    <a:pt x="66078" y="47880"/>
                  </a:cubicBezTo>
                  <a:lnTo>
                    <a:pt x="41157" y="33835"/>
                  </a:lnTo>
                  <a:lnTo>
                    <a:pt x="41157" y="6384"/>
                  </a:lnTo>
                  <a:close/>
                </a:path>
              </a:pathLst>
            </a:custGeom>
            <a:solidFill>
              <a:srgbClr val="26890D"/>
            </a:solidFill>
            <a:ln w="6390" cap="flat">
              <a:noFill/>
              <a:prstDash val="solid"/>
              <a:miter/>
            </a:ln>
          </p:spPr>
          <p:txBody>
            <a:bodyPr rtlCol="0" anchor="ctr"/>
            <a:lstStyle/>
            <a:p>
              <a:endParaRPr lang="en-US"/>
            </a:p>
          </p:txBody>
        </p:sp>
      </p:grpSp>
      <p:grpSp>
        <p:nvGrpSpPr>
          <p:cNvPr id="953" name="Graphic 4">
            <a:extLst>
              <a:ext uri="{FF2B5EF4-FFF2-40B4-BE49-F238E27FC236}">
                <a16:creationId xmlns:a16="http://schemas.microsoft.com/office/drawing/2014/main" id="{313DA81C-FF0C-2E4A-8B60-6638A05D2BBA}"/>
              </a:ext>
            </a:extLst>
          </p:cNvPr>
          <p:cNvGrpSpPr/>
          <p:nvPr/>
        </p:nvGrpSpPr>
        <p:grpSpPr>
          <a:xfrm>
            <a:off x="467104" y="3824168"/>
            <a:ext cx="362309" cy="361971"/>
            <a:chOff x="467104" y="3824168"/>
            <a:chExt cx="362309" cy="361971"/>
          </a:xfrm>
          <a:solidFill>
            <a:srgbClr val="26890D"/>
          </a:solidFill>
        </p:grpSpPr>
        <p:sp>
          <p:nvSpPr>
            <p:cNvPr id="954" name="Graphic 4">
              <a:extLst>
                <a:ext uri="{FF2B5EF4-FFF2-40B4-BE49-F238E27FC236}">
                  <a16:creationId xmlns:a16="http://schemas.microsoft.com/office/drawing/2014/main" id="{9D919A9D-D0CB-784F-819A-F9E28DB5A056}"/>
                </a:ext>
              </a:extLst>
            </p:cNvPr>
            <p:cNvSpPr/>
            <p:nvPr/>
          </p:nvSpPr>
          <p:spPr>
            <a:xfrm>
              <a:off x="467104" y="3824168"/>
              <a:ext cx="362309" cy="361971"/>
            </a:xfrm>
            <a:custGeom>
              <a:avLst/>
              <a:gdLst>
                <a:gd name="connsiteX0" fmla="*/ 181474 w 362309"/>
                <a:gd name="connsiteY0" fmla="*/ 0 h 361971"/>
                <a:gd name="connsiteX1" fmla="*/ 0 w 362309"/>
                <a:gd name="connsiteY1" fmla="*/ 180667 h 361971"/>
                <a:gd name="connsiteX2" fmla="*/ 181474 w 362309"/>
                <a:gd name="connsiteY2" fmla="*/ 361971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349204 h 361971"/>
                <a:gd name="connsiteX7" fmla="*/ 13419 w 362309"/>
                <a:gd name="connsiteY7" fmla="*/ 181305 h 361971"/>
                <a:gd name="connsiteX8" fmla="*/ 181474 w 362309"/>
                <a:gd name="connsiteY8" fmla="*/ 12768 h 361971"/>
                <a:gd name="connsiteX9" fmla="*/ 349530 w 362309"/>
                <a:gd name="connsiteY9" fmla="*/ 181305 h 361971"/>
                <a:gd name="connsiteX10" fmla="*/ 349530 w 362309"/>
                <a:gd name="connsiteY10" fmla="*/ 181305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895"/>
                    <a:pt x="81152" y="361971"/>
                    <a:pt x="181474" y="361971"/>
                  </a:cubicBezTo>
                  <a:cubicBezTo>
                    <a:pt x="281796" y="361971"/>
                    <a:pt x="362309" y="280895"/>
                    <a:pt x="362309" y="180667"/>
                  </a:cubicBezTo>
                  <a:lnTo>
                    <a:pt x="362309" y="180667"/>
                  </a:lnTo>
                  <a:cubicBezTo>
                    <a:pt x="362309" y="81076"/>
                    <a:pt x="281157"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lnTo>
                    <a:pt x="181474" y="349204"/>
                  </a:lnTo>
                  <a:close/>
                </a:path>
              </a:pathLst>
            </a:custGeom>
            <a:solidFill>
              <a:srgbClr val="26890D"/>
            </a:solidFill>
            <a:ln w="6390" cap="flat">
              <a:noFill/>
              <a:prstDash val="solid"/>
              <a:miter/>
            </a:ln>
          </p:spPr>
          <p:txBody>
            <a:bodyPr rtlCol="0" anchor="ctr"/>
            <a:lstStyle/>
            <a:p>
              <a:endParaRPr lang="en-US"/>
            </a:p>
          </p:txBody>
        </p:sp>
        <p:sp>
          <p:nvSpPr>
            <p:cNvPr id="955" name="Graphic 4">
              <a:extLst>
                <a:ext uri="{FF2B5EF4-FFF2-40B4-BE49-F238E27FC236}">
                  <a16:creationId xmlns:a16="http://schemas.microsoft.com/office/drawing/2014/main" id="{7EF7CBAA-3F5D-8343-A11D-E79968938A30}"/>
                </a:ext>
              </a:extLst>
            </p:cNvPr>
            <p:cNvSpPr/>
            <p:nvPr/>
          </p:nvSpPr>
          <p:spPr>
            <a:xfrm>
              <a:off x="567742" y="3894950"/>
              <a:ext cx="161348" cy="220965"/>
            </a:xfrm>
            <a:custGeom>
              <a:avLst/>
              <a:gdLst>
                <a:gd name="connsiteX0" fmla="*/ 143457 w 161348"/>
                <a:gd name="connsiteY0" fmla="*/ 12848 h 220965"/>
                <a:gd name="connsiteX1" fmla="*/ 143457 w 161348"/>
                <a:gd name="connsiteY1" fmla="*/ 12848 h 220965"/>
                <a:gd name="connsiteX2" fmla="*/ 154959 w 161348"/>
                <a:gd name="connsiteY2" fmla="*/ 12848 h 220965"/>
                <a:gd name="connsiteX3" fmla="*/ 161349 w 161348"/>
                <a:gd name="connsiteY3" fmla="*/ 6464 h 220965"/>
                <a:gd name="connsiteX4" fmla="*/ 154959 w 161348"/>
                <a:gd name="connsiteY4" fmla="*/ 80 h 220965"/>
                <a:gd name="connsiteX5" fmla="*/ 29716 w 161348"/>
                <a:gd name="connsiteY5" fmla="*/ 80 h 220965"/>
                <a:gd name="connsiteX6" fmla="*/ 7351 w 161348"/>
                <a:gd name="connsiteY6" fmla="*/ 9018 h 220965"/>
                <a:gd name="connsiteX7" fmla="*/ 323 w 161348"/>
                <a:gd name="connsiteY7" fmla="*/ 35192 h 220965"/>
                <a:gd name="connsiteX8" fmla="*/ 323 w 161348"/>
                <a:gd name="connsiteY8" fmla="*/ 196068 h 220965"/>
                <a:gd name="connsiteX9" fmla="*/ 7351 w 161348"/>
                <a:gd name="connsiteY9" fmla="*/ 213944 h 220965"/>
                <a:gd name="connsiteX10" fmla="*/ 25882 w 161348"/>
                <a:gd name="connsiteY10" fmla="*/ 220966 h 220965"/>
                <a:gd name="connsiteX11" fmla="*/ 154320 w 161348"/>
                <a:gd name="connsiteY11" fmla="*/ 220966 h 220965"/>
                <a:gd name="connsiteX12" fmla="*/ 160710 w 161348"/>
                <a:gd name="connsiteY12" fmla="*/ 214582 h 220965"/>
                <a:gd name="connsiteX13" fmla="*/ 160710 w 161348"/>
                <a:gd name="connsiteY13" fmla="*/ 44130 h 220965"/>
                <a:gd name="connsiteX14" fmla="*/ 154320 w 161348"/>
                <a:gd name="connsiteY14" fmla="*/ 37746 h 220965"/>
                <a:gd name="connsiteX15" fmla="*/ 142818 w 161348"/>
                <a:gd name="connsiteY15" fmla="*/ 37746 h 220965"/>
                <a:gd name="connsiteX16" fmla="*/ 143457 w 161348"/>
                <a:gd name="connsiteY16" fmla="*/ 12848 h 220965"/>
                <a:gd name="connsiteX17" fmla="*/ 147930 w 161348"/>
                <a:gd name="connsiteY17" fmla="*/ 207560 h 220965"/>
                <a:gd name="connsiteX18" fmla="*/ 26521 w 161348"/>
                <a:gd name="connsiteY18" fmla="*/ 207560 h 220965"/>
                <a:gd name="connsiteX19" fmla="*/ 15658 w 161348"/>
                <a:gd name="connsiteY19" fmla="*/ 204368 h 220965"/>
                <a:gd name="connsiteX20" fmla="*/ 12463 w 161348"/>
                <a:gd name="connsiteY20" fmla="*/ 196068 h 220965"/>
                <a:gd name="connsiteX21" fmla="*/ 12463 w 161348"/>
                <a:gd name="connsiteY21" fmla="*/ 47960 h 220965"/>
                <a:gd name="connsiteX22" fmla="*/ 25882 w 161348"/>
                <a:gd name="connsiteY22" fmla="*/ 51152 h 220965"/>
                <a:gd name="connsiteX23" fmla="*/ 147291 w 161348"/>
                <a:gd name="connsiteY23" fmla="*/ 51152 h 220965"/>
                <a:gd name="connsiteX24" fmla="*/ 147291 w 161348"/>
                <a:gd name="connsiteY24" fmla="*/ 207560 h 220965"/>
                <a:gd name="connsiteX25" fmla="*/ 26521 w 161348"/>
                <a:gd name="connsiteY25" fmla="*/ 37746 h 220965"/>
                <a:gd name="connsiteX26" fmla="*/ 13102 w 161348"/>
                <a:gd name="connsiteY26" fmla="*/ 27531 h 220965"/>
                <a:gd name="connsiteX27" fmla="*/ 13102 w 161348"/>
                <a:gd name="connsiteY27" fmla="*/ 26893 h 220965"/>
                <a:gd name="connsiteX28" fmla="*/ 13102 w 161348"/>
                <a:gd name="connsiteY28" fmla="*/ 26893 h 220965"/>
                <a:gd name="connsiteX29" fmla="*/ 16936 w 161348"/>
                <a:gd name="connsiteY29" fmla="*/ 17955 h 220965"/>
                <a:gd name="connsiteX30" fmla="*/ 29716 w 161348"/>
                <a:gd name="connsiteY30" fmla="*/ 13486 h 220965"/>
                <a:gd name="connsiteX31" fmla="*/ 128760 w 161348"/>
                <a:gd name="connsiteY31" fmla="*/ 13486 h 220965"/>
                <a:gd name="connsiteX32" fmla="*/ 128760 w 161348"/>
                <a:gd name="connsiteY32" fmla="*/ 38384 h 220965"/>
                <a:gd name="connsiteX33" fmla="*/ 26521 w 161348"/>
                <a:gd name="connsiteY33" fmla="*/ 37746 h 220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1348" h="220965">
                  <a:moveTo>
                    <a:pt x="143457" y="12848"/>
                  </a:moveTo>
                  <a:lnTo>
                    <a:pt x="143457" y="12848"/>
                  </a:lnTo>
                  <a:lnTo>
                    <a:pt x="154959" y="12848"/>
                  </a:lnTo>
                  <a:cubicBezTo>
                    <a:pt x="158793" y="12848"/>
                    <a:pt x="161349" y="10294"/>
                    <a:pt x="161349" y="6464"/>
                  </a:cubicBezTo>
                  <a:cubicBezTo>
                    <a:pt x="161349" y="2634"/>
                    <a:pt x="158793" y="80"/>
                    <a:pt x="154959" y="80"/>
                  </a:cubicBezTo>
                  <a:lnTo>
                    <a:pt x="29716" y="80"/>
                  </a:lnTo>
                  <a:cubicBezTo>
                    <a:pt x="21409" y="-558"/>
                    <a:pt x="13102" y="2634"/>
                    <a:pt x="7351" y="9018"/>
                  </a:cubicBezTo>
                  <a:cubicBezTo>
                    <a:pt x="1600" y="16678"/>
                    <a:pt x="-955" y="26254"/>
                    <a:pt x="323" y="35192"/>
                  </a:cubicBezTo>
                  <a:lnTo>
                    <a:pt x="323" y="196068"/>
                  </a:lnTo>
                  <a:cubicBezTo>
                    <a:pt x="-316" y="203091"/>
                    <a:pt x="2879" y="209475"/>
                    <a:pt x="7351" y="213944"/>
                  </a:cubicBezTo>
                  <a:cubicBezTo>
                    <a:pt x="12463" y="218412"/>
                    <a:pt x="19492" y="220966"/>
                    <a:pt x="25882" y="220966"/>
                  </a:cubicBezTo>
                  <a:lnTo>
                    <a:pt x="154320" y="220966"/>
                  </a:lnTo>
                  <a:cubicBezTo>
                    <a:pt x="158154" y="220966"/>
                    <a:pt x="160710" y="218412"/>
                    <a:pt x="160710" y="214582"/>
                  </a:cubicBezTo>
                  <a:lnTo>
                    <a:pt x="160710" y="44130"/>
                  </a:lnTo>
                  <a:cubicBezTo>
                    <a:pt x="160710" y="40299"/>
                    <a:pt x="158154" y="37746"/>
                    <a:pt x="154320" y="37746"/>
                  </a:cubicBezTo>
                  <a:lnTo>
                    <a:pt x="142818" y="37746"/>
                  </a:lnTo>
                  <a:cubicBezTo>
                    <a:pt x="137067" y="30085"/>
                    <a:pt x="137067" y="19870"/>
                    <a:pt x="143457" y="12848"/>
                  </a:cubicBezTo>
                  <a:close/>
                  <a:moveTo>
                    <a:pt x="147930" y="207560"/>
                  </a:moveTo>
                  <a:lnTo>
                    <a:pt x="26521" y="207560"/>
                  </a:lnTo>
                  <a:cubicBezTo>
                    <a:pt x="22687" y="207560"/>
                    <a:pt x="18853" y="206283"/>
                    <a:pt x="15658" y="204368"/>
                  </a:cubicBezTo>
                  <a:cubicBezTo>
                    <a:pt x="13741" y="201814"/>
                    <a:pt x="12463" y="199260"/>
                    <a:pt x="12463" y="196068"/>
                  </a:cubicBezTo>
                  <a:lnTo>
                    <a:pt x="12463" y="47960"/>
                  </a:lnTo>
                  <a:cubicBezTo>
                    <a:pt x="16936" y="49875"/>
                    <a:pt x="21409" y="51152"/>
                    <a:pt x="25882" y="51152"/>
                  </a:cubicBezTo>
                  <a:lnTo>
                    <a:pt x="147291" y="51152"/>
                  </a:lnTo>
                  <a:lnTo>
                    <a:pt x="147291" y="207560"/>
                  </a:lnTo>
                  <a:close/>
                  <a:moveTo>
                    <a:pt x="26521" y="37746"/>
                  </a:moveTo>
                  <a:cubicBezTo>
                    <a:pt x="20131" y="38384"/>
                    <a:pt x="14380" y="33915"/>
                    <a:pt x="13102" y="27531"/>
                  </a:cubicBezTo>
                  <a:cubicBezTo>
                    <a:pt x="13102" y="27531"/>
                    <a:pt x="13102" y="26893"/>
                    <a:pt x="13102" y="26893"/>
                  </a:cubicBezTo>
                  <a:lnTo>
                    <a:pt x="13102" y="26893"/>
                  </a:lnTo>
                  <a:cubicBezTo>
                    <a:pt x="13741" y="23701"/>
                    <a:pt x="15019" y="20509"/>
                    <a:pt x="16936" y="17955"/>
                  </a:cubicBezTo>
                  <a:cubicBezTo>
                    <a:pt x="20131" y="14763"/>
                    <a:pt x="25243" y="12848"/>
                    <a:pt x="29716" y="13486"/>
                  </a:cubicBezTo>
                  <a:lnTo>
                    <a:pt x="128760" y="13486"/>
                  </a:lnTo>
                  <a:cubicBezTo>
                    <a:pt x="124926" y="21147"/>
                    <a:pt x="124926" y="30723"/>
                    <a:pt x="128760" y="38384"/>
                  </a:cubicBezTo>
                  <a:lnTo>
                    <a:pt x="26521" y="37746"/>
                  </a:lnTo>
                  <a:close/>
                </a:path>
              </a:pathLst>
            </a:custGeom>
            <a:solidFill>
              <a:srgbClr val="26890D"/>
            </a:solidFill>
            <a:ln w="6390" cap="flat">
              <a:noFill/>
              <a:prstDash val="solid"/>
              <a:miter/>
            </a:ln>
          </p:spPr>
          <p:txBody>
            <a:bodyPr rtlCol="0" anchor="ctr"/>
            <a:lstStyle/>
            <a:p>
              <a:endParaRPr lang="en-US"/>
            </a:p>
          </p:txBody>
        </p:sp>
        <p:sp>
          <p:nvSpPr>
            <p:cNvPr id="956" name="Graphic 4">
              <a:extLst>
                <a:ext uri="{FF2B5EF4-FFF2-40B4-BE49-F238E27FC236}">
                  <a16:creationId xmlns:a16="http://schemas.microsoft.com/office/drawing/2014/main" id="{210AC0BB-69B0-A845-8365-372D892EFECF}"/>
                </a:ext>
              </a:extLst>
            </p:cNvPr>
            <p:cNvSpPr/>
            <p:nvPr/>
          </p:nvSpPr>
          <p:spPr>
            <a:xfrm>
              <a:off x="596820" y="3973097"/>
              <a:ext cx="103836" cy="103692"/>
            </a:xfrm>
            <a:custGeom>
              <a:avLst/>
              <a:gdLst>
                <a:gd name="connsiteX0" fmla="*/ 0 w 103836"/>
                <a:gd name="connsiteY0" fmla="*/ 51527 h 103692"/>
                <a:gd name="connsiteX1" fmla="*/ 3195 w 103836"/>
                <a:gd name="connsiteY1" fmla="*/ 68764 h 103692"/>
                <a:gd name="connsiteX2" fmla="*/ 3195 w 103836"/>
                <a:gd name="connsiteY2" fmla="*/ 69402 h 103692"/>
                <a:gd name="connsiteX3" fmla="*/ 69650 w 103836"/>
                <a:gd name="connsiteY3" fmla="*/ 100684 h 103692"/>
                <a:gd name="connsiteX4" fmla="*/ 100961 w 103836"/>
                <a:gd name="connsiteY4" fmla="*/ 69402 h 103692"/>
                <a:gd name="connsiteX5" fmla="*/ 100961 w 103836"/>
                <a:gd name="connsiteY5" fmla="*/ 68764 h 103692"/>
                <a:gd name="connsiteX6" fmla="*/ 100961 w 103836"/>
                <a:gd name="connsiteY6" fmla="*/ 34290 h 103692"/>
                <a:gd name="connsiteX7" fmla="*/ 100961 w 103836"/>
                <a:gd name="connsiteY7" fmla="*/ 34290 h 103692"/>
                <a:gd name="connsiteX8" fmla="*/ 34506 w 103836"/>
                <a:gd name="connsiteY8" fmla="*/ 3009 h 103692"/>
                <a:gd name="connsiteX9" fmla="*/ 3195 w 103836"/>
                <a:gd name="connsiteY9" fmla="*/ 34290 h 103692"/>
                <a:gd name="connsiteX10" fmla="*/ 3195 w 103836"/>
                <a:gd name="connsiteY10" fmla="*/ 34929 h 103692"/>
                <a:gd name="connsiteX11" fmla="*/ 0 w 103836"/>
                <a:gd name="connsiteY11" fmla="*/ 51527 h 103692"/>
                <a:gd name="connsiteX12" fmla="*/ 93932 w 103836"/>
                <a:gd name="connsiteY12" fmla="*/ 51527 h 103692"/>
                <a:gd name="connsiteX13" fmla="*/ 92654 w 103836"/>
                <a:gd name="connsiteY13" fmla="*/ 62380 h 103692"/>
                <a:gd name="connsiteX14" fmla="*/ 81152 w 103836"/>
                <a:gd name="connsiteY14" fmla="*/ 62380 h 103692"/>
                <a:gd name="connsiteX15" fmla="*/ 81152 w 103836"/>
                <a:gd name="connsiteY15" fmla="*/ 40674 h 103692"/>
                <a:gd name="connsiteX16" fmla="*/ 92654 w 103836"/>
                <a:gd name="connsiteY16" fmla="*/ 40674 h 103692"/>
                <a:gd name="connsiteX17" fmla="*/ 93932 w 103836"/>
                <a:gd name="connsiteY17" fmla="*/ 51527 h 103692"/>
                <a:gd name="connsiteX18" fmla="*/ 72206 w 103836"/>
                <a:gd name="connsiteY18" fmla="*/ 51527 h 103692"/>
                <a:gd name="connsiteX19" fmla="*/ 71567 w 103836"/>
                <a:gd name="connsiteY19" fmla="*/ 62380 h 103692"/>
                <a:gd name="connsiteX20" fmla="*/ 56231 w 103836"/>
                <a:gd name="connsiteY20" fmla="*/ 62380 h 103692"/>
                <a:gd name="connsiteX21" fmla="*/ 56231 w 103836"/>
                <a:gd name="connsiteY21" fmla="*/ 40674 h 103692"/>
                <a:gd name="connsiteX22" fmla="*/ 71567 w 103836"/>
                <a:gd name="connsiteY22" fmla="*/ 40674 h 103692"/>
                <a:gd name="connsiteX23" fmla="*/ 72206 w 103836"/>
                <a:gd name="connsiteY23" fmla="*/ 51527 h 103692"/>
                <a:gd name="connsiteX24" fmla="*/ 33867 w 103836"/>
                <a:gd name="connsiteY24" fmla="*/ 71956 h 103692"/>
                <a:gd name="connsiteX25" fmla="*/ 47286 w 103836"/>
                <a:gd name="connsiteY25" fmla="*/ 71956 h 103692"/>
                <a:gd name="connsiteX26" fmla="*/ 47286 w 103836"/>
                <a:gd name="connsiteY26" fmla="*/ 92385 h 103692"/>
                <a:gd name="connsiteX27" fmla="*/ 33867 w 103836"/>
                <a:gd name="connsiteY27" fmla="*/ 71956 h 103692"/>
                <a:gd name="connsiteX28" fmla="*/ 56231 w 103836"/>
                <a:gd name="connsiteY28" fmla="*/ 92385 h 103692"/>
                <a:gd name="connsiteX29" fmla="*/ 56231 w 103836"/>
                <a:gd name="connsiteY29" fmla="*/ 71956 h 103692"/>
                <a:gd name="connsiteX30" fmla="*/ 69650 w 103836"/>
                <a:gd name="connsiteY30" fmla="*/ 71956 h 103692"/>
                <a:gd name="connsiteX31" fmla="*/ 56231 w 103836"/>
                <a:gd name="connsiteY31" fmla="*/ 92385 h 103692"/>
                <a:gd name="connsiteX32" fmla="*/ 56231 w 103836"/>
                <a:gd name="connsiteY32" fmla="*/ 92385 h 103692"/>
                <a:gd name="connsiteX33" fmla="*/ 56231 w 103836"/>
                <a:gd name="connsiteY33" fmla="*/ 31098 h 103692"/>
                <a:gd name="connsiteX34" fmla="*/ 56231 w 103836"/>
                <a:gd name="connsiteY34" fmla="*/ 10670 h 103692"/>
                <a:gd name="connsiteX35" fmla="*/ 69650 w 103836"/>
                <a:gd name="connsiteY35" fmla="*/ 31098 h 103692"/>
                <a:gd name="connsiteX36" fmla="*/ 56231 w 103836"/>
                <a:gd name="connsiteY36" fmla="*/ 31098 h 103692"/>
                <a:gd name="connsiteX37" fmla="*/ 46647 w 103836"/>
                <a:gd name="connsiteY37" fmla="*/ 10670 h 103692"/>
                <a:gd name="connsiteX38" fmla="*/ 46647 w 103836"/>
                <a:gd name="connsiteY38" fmla="*/ 31098 h 103692"/>
                <a:gd name="connsiteX39" fmla="*/ 33228 w 103836"/>
                <a:gd name="connsiteY39" fmla="*/ 31098 h 103692"/>
                <a:gd name="connsiteX40" fmla="*/ 46647 w 103836"/>
                <a:gd name="connsiteY40" fmla="*/ 10670 h 103692"/>
                <a:gd name="connsiteX41" fmla="*/ 46647 w 103836"/>
                <a:gd name="connsiteY41" fmla="*/ 10670 h 103692"/>
                <a:gd name="connsiteX42" fmla="*/ 46647 w 103836"/>
                <a:gd name="connsiteY42" fmla="*/ 40674 h 103692"/>
                <a:gd name="connsiteX43" fmla="*/ 46647 w 103836"/>
                <a:gd name="connsiteY43" fmla="*/ 62380 h 103692"/>
                <a:gd name="connsiteX44" fmla="*/ 31311 w 103836"/>
                <a:gd name="connsiteY44" fmla="*/ 62380 h 103692"/>
                <a:gd name="connsiteX45" fmla="*/ 31311 w 103836"/>
                <a:gd name="connsiteY45" fmla="*/ 40674 h 103692"/>
                <a:gd name="connsiteX46" fmla="*/ 46647 w 103836"/>
                <a:gd name="connsiteY46" fmla="*/ 40674 h 103692"/>
                <a:gd name="connsiteX47" fmla="*/ 21726 w 103836"/>
                <a:gd name="connsiteY47" fmla="*/ 62380 h 103692"/>
                <a:gd name="connsiteX48" fmla="*/ 10224 w 103836"/>
                <a:gd name="connsiteY48" fmla="*/ 62380 h 103692"/>
                <a:gd name="connsiteX49" fmla="*/ 10224 w 103836"/>
                <a:gd name="connsiteY49" fmla="*/ 40674 h 103692"/>
                <a:gd name="connsiteX50" fmla="*/ 21726 w 103836"/>
                <a:gd name="connsiteY50" fmla="*/ 40674 h 103692"/>
                <a:gd name="connsiteX51" fmla="*/ 21726 w 103836"/>
                <a:gd name="connsiteY51" fmla="*/ 62380 h 103692"/>
                <a:gd name="connsiteX52" fmla="*/ 14697 w 103836"/>
                <a:gd name="connsiteY52" fmla="*/ 71956 h 103692"/>
                <a:gd name="connsiteX53" fmla="*/ 23643 w 103836"/>
                <a:gd name="connsiteY53" fmla="*/ 71956 h 103692"/>
                <a:gd name="connsiteX54" fmla="*/ 29394 w 103836"/>
                <a:gd name="connsiteY54" fmla="*/ 87916 h 103692"/>
                <a:gd name="connsiteX55" fmla="*/ 14697 w 103836"/>
                <a:gd name="connsiteY55" fmla="*/ 71956 h 103692"/>
                <a:gd name="connsiteX56" fmla="*/ 73484 w 103836"/>
                <a:gd name="connsiteY56" fmla="*/ 87916 h 103692"/>
                <a:gd name="connsiteX57" fmla="*/ 79235 w 103836"/>
                <a:gd name="connsiteY57" fmla="*/ 71956 h 103692"/>
                <a:gd name="connsiteX58" fmla="*/ 88181 w 103836"/>
                <a:gd name="connsiteY58" fmla="*/ 71956 h 103692"/>
                <a:gd name="connsiteX59" fmla="*/ 73484 w 103836"/>
                <a:gd name="connsiteY59" fmla="*/ 87916 h 103692"/>
                <a:gd name="connsiteX60" fmla="*/ 73484 w 103836"/>
                <a:gd name="connsiteY60" fmla="*/ 87916 h 103692"/>
                <a:gd name="connsiteX61" fmla="*/ 88820 w 103836"/>
                <a:gd name="connsiteY61" fmla="*/ 31098 h 103692"/>
                <a:gd name="connsiteX62" fmla="*/ 79874 w 103836"/>
                <a:gd name="connsiteY62" fmla="*/ 31098 h 103692"/>
                <a:gd name="connsiteX63" fmla="*/ 74123 w 103836"/>
                <a:gd name="connsiteY63" fmla="*/ 15138 h 103692"/>
                <a:gd name="connsiteX64" fmla="*/ 88820 w 103836"/>
                <a:gd name="connsiteY64" fmla="*/ 31098 h 103692"/>
                <a:gd name="connsiteX65" fmla="*/ 88820 w 103836"/>
                <a:gd name="connsiteY65" fmla="*/ 31098 h 103692"/>
                <a:gd name="connsiteX66" fmla="*/ 30033 w 103836"/>
                <a:gd name="connsiteY66" fmla="*/ 15138 h 103692"/>
                <a:gd name="connsiteX67" fmla="*/ 24282 w 103836"/>
                <a:gd name="connsiteY67" fmla="*/ 31098 h 103692"/>
                <a:gd name="connsiteX68" fmla="*/ 15336 w 103836"/>
                <a:gd name="connsiteY68" fmla="*/ 31098 h 103692"/>
                <a:gd name="connsiteX69" fmla="*/ 30033 w 103836"/>
                <a:gd name="connsiteY69" fmla="*/ 15138 h 103692"/>
                <a:gd name="connsiteX70" fmla="*/ 30033 w 103836"/>
                <a:gd name="connsiteY70" fmla="*/ 15138 h 103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03836" h="103692">
                  <a:moveTo>
                    <a:pt x="0" y="51527"/>
                  </a:moveTo>
                  <a:cubicBezTo>
                    <a:pt x="0" y="57273"/>
                    <a:pt x="1278" y="63018"/>
                    <a:pt x="3195" y="68764"/>
                  </a:cubicBezTo>
                  <a:cubicBezTo>
                    <a:pt x="3195" y="68764"/>
                    <a:pt x="3195" y="68764"/>
                    <a:pt x="3195" y="69402"/>
                  </a:cubicBezTo>
                  <a:cubicBezTo>
                    <a:pt x="12780" y="96215"/>
                    <a:pt x="42813" y="110260"/>
                    <a:pt x="69650" y="100684"/>
                  </a:cubicBezTo>
                  <a:cubicBezTo>
                    <a:pt x="84347" y="95577"/>
                    <a:pt x="95849" y="84086"/>
                    <a:pt x="100961" y="69402"/>
                  </a:cubicBezTo>
                  <a:lnTo>
                    <a:pt x="100961" y="68764"/>
                  </a:lnTo>
                  <a:cubicBezTo>
                    <a:pt x="104795" y="57273"/>
                    <a:pt x="104795" y="45143"/>
                    <a:pt x="100961" y="34290"/>
                  </a:cubicBezTo>
                  <a:lnTo>
                    <a:pt x="100961" y="34290"/>
                  </a:lnTo>
                  <a:cubicBezTo>
                    <a:pt x="91376" y="7478"/>
                    <a:pt x="61343" y="-6567"/>
                    <a:pt x="34506" y="3009"/>
                  </a:cubicBezTo>
                  <a:cubicBezTo>
                    <a:pt x="19809" y="8116"/>
                    <a:pt x="8307" y="19607"/>
                    <a:pt x="3195" y="34290"/>
                  </a:cubicBezTo>
                  <a:cubicBezTo>
                    <a:pt x="3195" y="34290"/>
                    <a:pt x="3195" y="34290"/>
                    <a:pt x="3195" y="34929"/>
                  </a:cubicBezTo>
                  <a:cubicBezTo>
                    <a:pt x="639" y="40036"/>
                    <a:pt x="0" y="45782"/>
                    <a:pt x="0" y="51527"/>
                  </a:cubicBezTo>
                  <a:close/>
                  <a:moveTo>
                    <a:pt x="93932" y="51527"/>
                  </a:moveTo>
                  <a:cubicBezTo>
                    <a:pt x="93932" y="55358"/>
                    <a:pt x="93293" y="59188"/>
                    <a:pt x="92654" y="62380"/>
                  </a:cubicBezTo>
                  <a:lnTo>
                    <a:pt x="81152" y="62380"/>
                  </a:lnTo>
                  <a:cubicBezTo>
                    <a:pt x="81791" y="55358"/>
                    <a:pt x="81791" y="47697"/>
                    <a:pt x="81152" y="40674"/>
                  </a:cubicBezTo>
                  <a:lnTo>
                    <a:pt x="92654" y="40674"/>
                  </a:lnTo>
                  <a:cubicBezTo>
                    <a:pt x="93293" y="43866"/>
                    <a:pt x="93932" y="47697"/>
                    <a:pt x="93932" y="51527"/>
                  </a:cubicBezTo>
                  <a:close/>
                  <a:moveTo>
                    <a:pt x="72206" y="51527"/>
                  </a:moveTo>
                  <a:cubicBezTo>
                    <a:pt x="72206" y="55358"/>
                    <a:pt x="72206" y="58550"/>
                    <a:pt x="71567" y="62380"/>
                  </a:cubicBezTo>
                  <a:lnTo>
                    <a:pt x="56231" y="62380"/>
                  </a:lnTo>
                  <a:lnTo>
                    <a:pt x="56231" y="40674"/>
                  </a:lnTo>
                  <a:lnTo>
                    <a:pt x="71567" y="40674"/>
                  </a:lnTo>
                  <a:cubicBezTo>
                    <a:pt x="72206" y="43866"/>
                    <a:pt x="72206" y="47697"/>
                    <a:pt x="72206" y="51527"/>
                  </a:cubicBezTo>
                  <a:close/>
                  <a:moveTo>
                    <a:pt x="33867" y="71956"/>
                  </a:moveTo>
                  <a:lnTo>
                    <a:pt x="47286" y="71956"/>
                  </a:lnTo>
                  <a:lnTo>
                    <a:pt x="47286" y="92385"/>
                  </a:lnTo>
                  <a:cubicBezTo>
                    <a:pt x="40257" y="87278"/>
                    <a:pt x="35145" y="80255"/>
                    <a:pt x="33867" y="71956"/>
                  </a:cubicBezTo>
                  <a:close/>
                  <a:moveTo>
                    <a:pt x="56231" y="92385"/>
                  </a:moveTo>
                  <a:lnTo>
                    <a:pt x="56231" y="71956"/>
                  </a:lnTo>
                  <a:lnTo>
                    <a:pt x="69650" y="71956"/>
                  </a:lnTo>
                  <a:cubicBezTo>
                    <a:pt x="67733" y="80255"/>
                    <a:pt x="63260" y="87278"/>
                    <a:pt x="56231" y="92385"/>
                  </a:cubicBezTo>
                  <a:lnTo>
                    <a:pt x="56231" y="92385"/>
                  </a:lnTo>
                  <a:close/>
                  <a:moveTo>
                    <a:pt x="56231" y="31098"/>
                  </a:moveTo>
                  <a:lnTo>
                    <a:pt x="56231" y="10670"/>
                  </a:lnTo>
                  <a:cubicBezTo>
                    <a:pt x="63260" y="15777"/>
                    <a:pt x="67733" y="22799"/>
                    <a:pt x="69650" y="31098"/>
                  </a:cubicBezTo>
                  <a:lnTo>
                    <a:pt x="56231" y="31098"/>
                  </a:lnTo>
                  <a:close/>
                  <a:moveTo>
                    <a:pt x="46647" y="10670"/>
                  </a:moveTo>
                  <a:lnTo>
                    <a:pt x="46647" y="31098"/>
                  </a:lnTo>
                  <a:lnTo>
                    <a:pt x="33228" y="31098"/>
                  </a:lnTo>
                  <a:cubicBezTo>
                    <a:pt x="35145" y="22799"/>
                    <a:pt x="40257" y="15138"/>
                    <a:pt x="46647" y="10670"/>
                  </a:cubicBezTo>
                  <a:lnTo>
                    <a:pt x="46647" y="10670"/>
                  </a:lnTo>
                  <a:close/>
                  <a:moveTo>
                    <a:pt x="46647" y="40674"/>
                  </a:moveTo>
                  <a:lnTo>
                    <a:pt x="46647" y="62380"/>
                  </a:lnTo>
                  <a:lnTo>
                    <a:pt x="31311" y="62380"/>
                  </a:lnTo>
                  <a:cubicBezTo>
                    <a:pt x="30672" y="55358"/>
                    <a:pt x="30672" y="47697"/>
                    <a:pt x="31311" y="40674"/>
                  </a:cubicBezTo>
                  <a:lnTo>
                    <a:pt x="46647" y="40674"/>
                  </a:lnTo>
                  <a:close/>
                  <a:moveTo>
                    <a:pt x="21726" y="62380"/>
                  </a:moveTo>
                  <a:lnTo>
                    <a:pt x="10224" y="62380"/>
                  </a:lnTo>
                  <a:cubicBezTo>
                    <a:pt x="8307" y="55358"/>
                    <a:pt x="8307" y="47697"/>
                    <a:pt x="10224" y="40674"/>
                  </a:cubicBezTo>
                  <a:lnTo>
                    <a:pt x="21726" y="40674"/>
                  </a:lnTo>
                  <a:cubicBezTo>
                    <a:pt x="21087" y="47697"/>
                    <a:pt x="21087" y="55358"/>
                    <a:pt x="21726" y="62380"/>
                  </a:cubicBezTo>
                  <a:close/>
                  <a:moveTo>
                    <a:pt x="14697" y="71956"/>
                  </a:moveTo>
                  <a:lnTo>
                    <a:pt x="23643" y="71956"/>
                  </a:lnTo>
                  <a:cubicBezTo>
                    <a:pt x="24921" y="77702"/>
                    <a:pt x="26838" y="82809"/>
                    <a:pt x="29394" y="87916"/>
                  </a:cubicBezTo>
                  <a:cubicBezTo>
                    <a:pt x="23643" y="84086"/>
                    <a:pt x="18531" y="78340"/>
                    <a:pt x="14697" y="71956"/>
                  </a:cubicBezTo>
                  <a:close/>
                  <a:moveTo>
                    <a:pt x="73484" y="87916"/>
                  </a:moveTo>
                  <a:cubicBezTo>
                    <a:pt x="76040" y="82809"/>
                    <a:pt x="77957" y="77702"/>
                    <a:pt x="79235" y="71956"/>
                  </a:cubicBezTo>
                  <a:lnTo>
                    <a:pt x="88181" y="71956"/>
                  </a:lnTo>
                  <a:cubicBezTo>
                    <a:pt x="84986" y="78340"/>
                    <a:pt x="79874" y="83447"/>
                    <a:pt x="73484" y="87916"/>
                  </a:cubicBezTo>
                  <a:lnTo>
                    <a:pt x="73484" y="87916"/>
                  </a:lnTo>
                  <a:close/>
                  <a:moveTo>
                    <a:pt x="88820" y="31098"/>
                  </a:moveTo>
                  <a:lnTo>
                    <a:pt x="79874" y="31098"/>
                  </a:lnTo>
                  <a:cubicBezTo>
                    <a:pt x="78596" y="25353"/>
                    <a:pt x="76679" y="20246"/>
                    <a:pt x="74123" y="15138"/>
                  </a:cubicBezTo>
                  <a:cubicBezTo>
                    <a:pt x="79874" y="18969"/>
                    <a:pt x="84986" y="24714"/>
                    <a:pt x="88820" y="31098"/>
                  </a:cubicBezTo>
                  <a:lnTo>
                    <a:pt x="88820" y="31098"/>
                  </a:lnTo>
                  <a:close/>
                  <a:moveTo>
                    <a:pt x="30033" y="15138"/>
                  </a:moveTo>
                  <a:cubicBezTo>
                    <a:pt x="27477" y="20246"/>
                    <a:pt x="25560" y="25353"/>
                    <a:pt x="24282" y="31098"/>
                  </a:cubicBezTo>
                  <a:lnTo>
                    <a:pt x="15336" y="31098"/>
                  </a:lnTo>
                  <a:cubicBezTo>
                    <a:pt x="18531" y="24714"/>
                    <a:pt x="23643" y="18969"/>
                    <a:pt x="30033" y="15138"/>
                  </a:cubicBezTo>
                  <a:lnTo>
                    <a:pt x="30033" y="15138"/>
                  </a:lnTo>
                  <a:close/>
                </a:path>
              </a:pathLst>
            </a:custGeom>
            <a:solidFill>
              <a:srgbClr val="26890D"/>
            </a:solidFill>
            <a:ln w="6390" cap="flat">
              <a:noFill/>
              <a:prstDash val="solid"/>
              <a:miter/>
            </a:ln>
          </p:spPr>
          <p:txBody>
            <a:bodyPr rtlCol="0" anchor="ctr"/>
            <a:lstStyle/>
            <a:p>
              <a:endParaRPr lang="en-US"/>
            </a:p>
          </p:txBody>
        </p:sp>
      </p:grpSp>
      <p:grpSp>
        <p:nvGrpSpPr>
          <p:cNvPr id="957" name="Graphic 4">
            <a:extLst>
              <a:ext uri="{FF2B5EF4-FFF2-40B4-BE49-F238E27FC236}">
                <a16:creationId xmlns:a16="http://schemas.microsoft.com/office/drawing/2014/main" id="{3FB53400-A8DB-764C-A6B3-E9670F58642A}"/>
              </a:ext>
            </a:extLst>
          </p:cNvPr>
          <p:cNvGrpSpPr/>
          <p:nvPr/>
        </p:nvGrpSpPr>
        <p:grpSpPr>
          <a:xfrm>
            <a:off x="905454" y="3339623"/>
            <a:ext cx="362309" cy="361971"/>
            <a:chOff x="905454" y="3339623"/>
            <a:chExt cx="362309" cy="361971"/>
          </a:xfrm>
          <a:solidFill>
            <a:srgbClr val="26890D"/>
          </a:solidFill>
        </p:grpSpPr>
        <p:sp>
          <p:nvSpPr>
            <p:cNvPr id="958" name="Graphic 4">
              <a:extLst>
                <a:ext uri="{FF2B5EF4-FFF2-40B4-BE49-F238E27FC236}">
                  <a16:creationId xmlns:a16="http://schemas.microsoft.com/office/drawing/2014/main" id="{B550DAC5-A219-F349-AF37-EF250714EB94}"/>
                </a:ext>
              </a:extLst>
            </p:cNvPr>
            <p:cNvSpPr/>
            <p:nvPr/>
          </p:nvSpPr>
          <p:spPr>
            <a:xfrm>
              <a:off x="989801" y="3455173"/>
              <a:ext cx="193615" cy="130871"/>
            </a:xfrm>
            <a:custGeom>
              <a:avLst/>
              <a:gdLst>
                <a:gd name="connsiteX0" fmla="*/ 0 w 193615"/>
                <a:gd name="connsiteY0" fmla="*/ 130872 h 130871"/>
                <a:gd name="connsiteX1" fmla="*/ 193615 w 193615"/>
                <a:gd name="connsiteY1" fmla="*/ 130872 h 130871"/>
                <a:gd name="connsiteX2" fmla="*/ 193615 w 193615"/>
                <a:gd name="connsiteY2" fmla="*/ 0 h 130871"/>
                <a:gd name="connsiteX3" fmla="*/ 0 w 193615"/>
                <a:gd name="connsiteY3" fmla="*/ 0 h 130871"/>
                <a:gd name="connsiteX4" fmla="*/ 0 w 193615"/>
                <a:gd name="connsiteY4" fmla="*/ 130872 h 130871"/>
                <a:gd name="connsiteX5" fmla="*/ 185308 w 193615"/>
                <a:gd name="connsiteY5" fmla="*/ 85546 h 130871"/>
                <a:gd name="connsiteX6" fmla="*/ 176362 w 193615"/>
                <a:gd name="connsiteY6" fmla="*/ 88099 h 130871"/>
                <a:gd name="connsiteX7" fmla="*/ 157832 w 193615"/>
                <a:gd name="connsiteY7" fmla="*/ 77885 h 130871"/>
                <a:gd name="connsiteX8" fmla="*/ 157832 w 193615"/>
                <a:gd name="connsiteY8" fmla="*/ 93845 h 130871"/>
                <a:gd name="connsiteX9" fmla="*/ 166138 w 193615"/>
                <a:gd name="connsiteY9" fmla="*/ 97037 h 130871"/>
                <a:gd name="connsiteX10" fmla="*/ 169333 w 193615"/>
                <a:gd name="connsiteY10" fmla="*/ 105336 h 130871"/>
                <a:gd name="connsiteX11" fmla="*/ 163582 w 193615"/>
                <a:gd name="connsiteY11" fmla="*/ 109166 h 130871"/>
                <a:gd name="connsiteX12" fmla="*/ 161027 w 193615"/>
                <a:gd name="connsiteY12" fmla="*/ 108528 h 130871"/>
                <a:gd name="connsiteX13" fmla="*/ 157832 w 193615"/>
                <a:gd name="connsiteY13" fmla="*/ 107251 h 130871"/>
                <a:gd name="connsiteX14" fmla="*/ 157832 w 193615"/>
                <a:gd name="connsiteY14" fmla="*/ 107251 h 130871"/>
                <a:gd name="connsiteX15" fmla="*/ 151442 w 193615"/>
                <a:gd name="connsiteY15" fmla="*/ 113635 h 130871"/>
                <a:gd name="connsiteX16" fmla="*/ 145052 w 193615"/>
                <a:gd name="connsiteY16" fmla="*/ 107251 h 130871"/>
                <a:gd name="connsiteX17" fmla="*/ 142496 w 193615"/>
                <a:gd name="connsiteY17" fmla="*/ 108528 h 130871"/>
                <a:gd name="connsiteX18" fmla="*/ 134189 w 193615"/>
                <a:gd name="connsiteY18" fmla="*/ 105336 h 130871"/>
                <a:gd name="connsiteX19" fmla="*/ 137384 w 193615"/>
                <a:gd name="connsiteY19" fmla="*/ 97037 h 130871"/>
                <a:gd name="connsiteX20" fmla="*/ 137384 w 193615"/>
                <a:gd name="connsiteY20" fmla="*/ 97037 h 130871"/>
                <a:gd name="connsiteX21" fmla="*/ 145052 w 193615"/>
                <a:gd name="connsiteY21" fmla="*/ 93845 h 130871"/>
                <a:gd name="connsiteX22" fmla="*/ 145052 w 193615"/>
                <a:gd name="connsiteY22" fmla="*/ 77246 h 130871"/>
                <a:gd name="connsiteX23" fmla="*/ 126521 w 193615"/>
                <a:gd name="connsiteY23" fmla="*/ 88099 h 130871"/>
                <a:gd name="connsiteX24" fmla="*/ 123326 w 193615"/>
                <a:gd name="connsiteY24" fmla="*/ 88738 h 130871"/>
                <a:gd name="connsiteX25" fmla="*/ 117575 w 193615"/>
                <a:gd name="connsiteY25" fmla="*/ 85546 h 130871"/>
                <a:gd name="connsiteX26" fmla="*/ 120131 w 193615"/>
                <a:gd name="connsiteY26" fmla="*/ 76608 h 130871"/>
                <a:gd name="connsiteX27" fmla="*/ 120131 w 193615"/>
                <a:gd name="connsiteY27" fmla="*/ 76608 h 130871"/>
                <a:gd name="connsiteX28" fmla="*/ 145052 w 193615"/>
                <a:gd name="connsiteY28" fmla="*/ 62563 h 130871"/>
                <a:gd name="connsiteX29" fmla="*/ 145052 w 193615"/>
                <a:gd name="connsiteY29" fmla="*/ 35751 h 130871"/>
                <a:gd name="connsiteX30" fmla="*/ 151442 w 193615"/>
                <a:gd name="connsiteY30" fmla="*/ 29367 h 130871"/>
                <a:gd name="connsiteX31" fmla="*/ 157832 w 193615"/>
                <a:gd name="connsiteY31" fmla="*/ 35751 h 130871"/>
                <a:gd name="connsiteX32" fmla="*/ 157832 w 193615"/>
                <a:gd name="connsiteY32" fmla="*/ 62563 h 130871"/>
                <a:gd name="connsiteX33" fmla="*/ 182752 w 193615"/>
                <a:gd name="connsiteY33" fmla="*/ 76608 h 130871"/>
                <a:gd name="connsiteX34" fmla="*/ 185308 w 193615"/>
                <a:gd name="connsiteY34" fmla="*/ 85546 h 130871"/>
                <a:gd name="connsiteX35" fmla="*/ 185308 w 193615"/>
                <a:gd name="connsiteY35" fmla="*/ 85546 h 130871"/>
                <a:gd name="connsiteX36" fmla="*/ 185308 w 193615"/>
                <a:gd name="connsiteY36" fmla="*/ 85546 h 130871"/>
                <a:gd name="connsiteX37" fmla="*/ 16614 w 193615"/>
                <a:gd name="connsiteY37" fmla="*/ 15322 h 130871"/>
                <a:gd name="connsiteX38" fmla="*/ 176362 w 193615"/>
                <a:gd name="connsiteY38" fmla="*/ 15322 h 130871"/>
                <a:gd name="connsiteX39" fmla="*/ 182752 w 193615"/>
                <a:gd name="connsiteY39" fmla="*/ 21706 h 130871"/>
                <a:gd name="connsiteX40" fmla="*/ 176362 w 193615"/>
                <a:gd name="connsiteY40" fmla="*/ 28090 h 130871"/>
                <a:gd name="connsiteX41" fmla="*/ 16614 w 193615"/>
                <a:gd name="connsiteY41" fmla="*/ 28090 h 130871"/>
                <a:gd name="connsiteX42" fmla="*/ 10224 w 193615"/>
                <a:gd name="connsiteY42" fmla="*/ 21706 h 130871"/>
                <a:gd name="connsiteX43" fmla="*/ 16614 w 193615"/>
                <a:gd name="connsiteY43" fmla="*/ 15322 h 130871"/>
                <a:gd name="connsiteX44" fmla="*/ 16614 w 193615"/>
                <a:gd name="connsiteY44" fmla="*/ 55541 h 130871"/>
                <a:gd name="connsiteX45" fmla="*/ 84986 w 193615"/>
                <a:gd name="connsiteY45" fmla="*/ 55541 h 130871"/>
                <a:gd name="connsiteX46" fmla="*/ 91376 w 193615"/>
                <a:gd name="connsiteY46" fmla="*/ 61925 h 130871"/>
                <a:gd name="connsiteX47" fmla="*/ 84986 w 193615"/>
                <a:gd name="connsiteY47" fmla="*/ 68309 h 130871"/>
                <a:gd name="connsiteX48" fmla="*/ 16614 w 193615"/>
                <a:gd name="connsiteY48" fmla="*/ 68309 h 130871"/>
                <a:gd name="connsiteX49" fmla="*/ 10224 w 193615"/>
                <a:gd name="connsiteY49" fmla="*/ 61925 h 130871"/>
                <a:gd name="connsiteX50" fmla="*/ 16614 w 193615"/>
                <a:gd name="connsiteY50" fmla="*/ 55541 h 130871"/>
                <a:gd name="connsiteX51" fmla="*/ 16614 w 193615"/>
                <a:gd name="connsiteY51" fmla="*/ 74693 h 130871"/>
                <a:gd name="connsiteX52" fmla="*/ 84986 w 193615"/>
                <a:gd name="connsiteY52" fmla="*/ 74693 h 130871"/>
                <a:gd name="connsiteX53" fmla="*/ 91376 w 193615"/>
                <a:gd name="connsiteY53" fmla="*/ 81077 h 130871"/>
                <a:gd name="connsiteX54" fmla="*/ 84986 w 193615"/>
                <a:gd name="connsiteY54" fmla="*/ 87461 h 130871"/>
                <a:gd name="connsiteX55" fmla="*/ 16614 w 193615"/>
                <a:gd name="connsiteY55" fmla="*/ 87461 h 130871"/>
                <a:gd name="connsiteX56" fmla="*/ 10224 w 193615"/>
                <a:gd name="connsiteY56" fmla="*/ 81077 h 130871"/>
                <a:gd name="connsiteX57" fmla="*/ 16614 w 193615"/>
                <a:gd name="connsiteY57" fmla="*/ 74693 h 130871"/>
                <a:gd name="connsiteX58" fmla="*/ 16614 w 193615"/>
                <a:gd name="connsiteY58" fmla="*/ 94483 h 130871"/>
                <a:gd name="connsiteX59" fmla="*/ 84986 w 193615"/>
                <a:gd name="connsiteY59" fmla="*/ 94483 h 130871"/>
                <a:gd name="connsiteX60" fmla="*/ 91376 w 193615"/>
                <a:gd name="connsiteY60" fmla="*/ 100867 h 130871"/>
                <a:gd name="connsiteX61" fmla="*/ 84986 w 193615"/>
                <a:gd name="connsiteY61" fmla="*/ 107251 h 130871"/>
                <a:gd name="connsiteX62" fmla="*/ 16614 w 193615"/>
                <a:gd name="connsiteY62" fmla="*/ 107251 h 130871"/>
                <a:gd name="connsiteX63" fmla="*/ 10224 w 193615"/>
                <a:gd name="connsiteY63" fmla="*/ 100867 h 130871"/>
                <a:gd name="connsiteX64" fmla="*/ 16614 w 193615"/>
                <a:gd name="connsiteY64" fmla="*/ 94483 h 13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93615" h="130871">
                  <a:moveTo>
                    <a:pt x="0" y="130872"/>
                  </a:moveTo>
                  <a:lnTo>
                    <a:pt x="193615" y="130872"/>
                  </a:lnTo>
                  <a:lnTo>
                    <a:pt x="193615" y="0"/>
                  </a:lnTo>
                  <a:lnTo>
                    <a:pt x="0" y="0"/>
                  </a:lnTo>
                  <a:lnTo>
                    <a:pt x="0" y="130872"/>
                  </a:lnTo>
                  <a:close/>
                  <a:moveTo>
                    <a:pt x="185308" y="85546"/>
                  </a:moveTo>
                  <a:cubicBezTo>
                    <a:pt x="183391" y="88738"/>
                    <a:pt x="179557" y="89376"/>
                    <a:pt x="176362" y="88099"/>
                  </a:cubicBezTo>
                  <a:lnTo>
                    <a:pt x="157832" y="77885"/>
                  </a:lnTo>
                  <a:lnTo>
                    <a:pt x="157832" y="93845"/>
                  </a:lnTo>
                  <a:lnTo>
                    <a:pt x="166138" y="97037"/>
                  </a:lnTo>
                  <a:cubicBezTo>
                    <a:pt x="169333" y="98313"/>
                    <a:pt x="170611" y="102144"/>
                    <a:pt x="169333" y="105336"/>
                  </a:cubicBezTo>
                  <a:cubicBezTo>
                    <a:pt x="168055" y="107889"/>
                    <a:pt x="166138" y="109166"/>
                    <a:pt x="163582" y="109166"/>
                  </a:cubicBezTo>
                  <a:cubicBezTo>
                    <a:pt x="162943" y="109166"/>
                    <a:pt x="161665" y="109166"/>
                    <a:pt x="161027" y="108528"/>
                  </a:cubicBezTo>
                  <a:lnTo>
                    <a:pt x="157832" y="107251"/>
                  </a:lnTo>
                  <a:lnTo>
                    <a:pt x="157832" y="107251"/>
                  </a:lnTo>
                  <a:cubicBezTo>
                    <a:pt x="157832" y="111081"/>
                    <a:pt x="155275" y="113635"/>
                    <a:pt x="151442" y="113635"/>
                  </a:cubicBezTo>
                  <a:cubicBezTo>
                    <a:pt x="147608" y="113635"/>
                    <a:pt x="145052" y="111081"/>
                    <a:pt x="145052" y="107251"/>
                  </a:cubicBezTo>
                  <a:lnTo>
                    <a:pt x="142496" y="108528"/>
                  </a:lnTo>
                  <a:cubicBezTo>
                    <a:pt x="139301" y="109805"/>
                    <a:pt x="135467" y="108528"/>
                    <a:pt x="134189" y="105336"/>
                  </a:cubicBezTo>
                  <a:cubicBezTo>
                    <a:pt x="132911" y="102144"/>
                    <a:pt x="134189" y="98313"/>
                    <a:pt x="137384" y="97037"/>
                  </a:cubicBezTo>
                  <a:cubicBezTo>
                    <a:pt x="137384" y="97037"/>
                    <a:pt x="137384" y="97037"/>
                    <a:pt x="137384" y="97037"/>
                  </a:cubicBezTo>
                  <a:lnTo>
                    <a:pt x="145052" y="93845"/>
                  </a:lnTo>
                  <a:lnTo>
                    <a:pt x="145052" y="77246"/>
                  </a:lnTo>
                  <a:lnTo>
                    <a:pt x="126521" y="88099"/>
                  </a:lnTo>
                  <a:cubicBezTo>
                    <a:pt x="125882" y="88738"/>
                    <a:pt x="124604" y="88738"/>
                    <a:pt x="123326" y="88738"/>
                  </a:cubicBezTo>
                  <a:cubicBezTo>
                    <a:pt x="120770" y="88738"/>
                    <a:pt x="118853" y="87461"/>
                    <a:pt x="117575" y="85546"/>
                  </a:cubicBezTo>
                  <a:cubicBezTo>
                    <a:pt x="115658" y="82354"/>
                    <a:pt x="116936" y="78523"/>
                    <a:pt x="120131" y="76608"/>
                  </a:cubicBezTo>
                  <a:cubicBezTo>
                    <a:pt x="120131" y="76608"/>
                    <a:pt x="120131" y="76608"/>
                    <a:pt x="120131" y="76608"/>
                  </a:cubicBezTo>
                  <a:lnTo>
                    <a:pt x="145052" y="62563"/>
                  </a:lnTo>
                  <a:lnTo>
                    <a:pt x="145052" y="35751"/>
                  </a:lnTo>
                  <a:cubicBezTo>
                    <a:pt x="145052" y="31920"/>
                    <a:pt x="147608" y="29367"/>
                    <a:pt x="151442" y="29367"/>
                  </a:cubicBezTo>
                  <a:cubicBezTo>
                    <a:pt x="155275" y="29367"/>
                    <a:pt x="157832" y="31920"/>
                    <a:pt x="157832" y="35751"/>
                  </a:cubicBezTo>
                  <a:lnTo>
                    <a:pt x="157832" y="62563"/>
                  </a:lnTo>
                  <a:lnTo>
                    <a:pt x="182752" y="76608"/>
                  </a:lnTo>
                  <a:cubicBezTo>
                    <a:pt x="185947" y="78523"/>
                    <a:pt x="187225" y="82354"/>
                    <a:pt x="185308" y="85546"/>
                  </a:cubicBezTo>
                  <a:cubicBezTo>
                    <a:pt x="185308" y="85546"/>
                    <a:pt x="185308" y="85546"/>
                    <a:pt x="185308" y="85546"/>
                  </a:cubicBezTo>
                  <a:lnTo>
                    <a:pt x="185308" y="85546"/>
                  </a:lnTo>
                  <a:close/>
                  <a:moveTo>
                    <a:pt x="16614" y="15322"/>
                  </a:moveTo>
                  <a:lnTo>
                    <a:pt x="176362" y="15322"/>
                  </a:lnTo>
                  <a:cubicBezTo>
                    <a:pt x="180196" y="15322"/>
                    <a:pt x="182752" y="17875"/>
                    <a:pt x="182752" y="21706"/>
                  </a:cubicBezTo>
                  <a:cubicBezTo>
                    <a:pt x="182752" y="25536"/>
                    <a:pt x="180196" y="28090"/>
                    <a:pt x="176362" y="28090"/>
                  </a:cubicBezTo>
                  <a:lnTo>
                    <a:pt x="16614" y="28090"/>
                  </a:lnTo>
                  <a:cubicBezTo>
                    <a:pt x="12780" y="28090"/>
                    <a:pt x="10224" y="25536"/>
                    <a:pt x="10224" y="21706"/>
                  </a:cubicBezTo>
                  <a:cubicBezTo>
                    <a:pt x="10224" y="17875"/>
                    <a:pt x="12780" y="15322"/>
                    <a:pt x="16614" y="15322"/>
                  </a:cubicBezTo>
                  <a:close/>
                  <a:moveTo>
                    <a:pt x="16614" y="55541"/>
                  </a:moveTo>
                  <a:lnTo>
                    <a:pt x="84986" y="55541"/>
                  </a:lnTo>
                  <a:cubicBezTo>
                    <a:pt x="88820" y="55541"/>
                    <a:pt x="91376" y="58094"/>
                    <a:pt x="91376" y="61925"/>
                  </a:cubicBezTo>
                  <a:cubicBezTo>
                    <a:pt x="91376" y="65755"/>
                    <a:pt x="88820" y="68309"/>
                    <a:pt x="84986" y="68309"/>
                  </a:cubicBezTo>
                  <a:lnTo>
                    <a:pt x="16614" y="68309"/>
                  </a:lnTo>
                  <a:cubicBezTo>
                    <a:pt x="12780" y="68309"/>
                    <a:pt x="10224" y="65755"/>
                    <a:pt x="10224" y="61925"/>
                  </a:cubicBezTo>
                  <a:cubicBezTo>
                    <a:pt x="10224" y="58094"/>
                    <a:pt x="12780" y="55541"/>
                    <a:pt x="16614" y="55541"/>
                  </a:cubicBezTo>
                  <a:close/>
                  <a:moveTo>
                    <a:pt x="16614" y="74693"/>
                  </a:moveTo>
                  <a:lnTo>
                    <a:pt x="84986" y="74693"/>
                  </a:lnTo>
                  <a:cubicBezTo>
                    <a:pt x="88820" y="74693"/>
                    <a:pt x="91376" y="77246"/>
                    <a:pt x="91376" y="81077"/>
                  </a:cubicBezTo>
                  <a:cubicBezTo>
                    <a:pt x="91376" y="84907"/>
                    <a:pt x="88820" y="87461"/>
                    <a:pt x="84986" y="87461"/>
                  </a:cubicBezTo>
                  <a:lnTo>
                    <a:pt x="16614" y="87461"/>
                  </a:lnTo>
                  <a:cubicBezTo>
                    <a:pt x="12780" y="87461"/>
                    <a:pt x="10224" y="84907"/>
                    <a:pt x="10224" y="81077"/>
                  </a:cubicBezTo>
                  <a:cubicBezTo>
                    <a:pt x="10224" y="77246"/>
                    <a:pt x="12780" y="74693"/>
                    <a:pt x="16614" y="74693"/>
                  </a:cubicBezTo>
                  <a:close/>
                  <a:moveTo>
                    <a:pt x="16614" y="94483"/>
                  </a:moveTo>
                  <a:lnTo>
                    <a:pt x="84986" y="94483"/>
                  </a:lnTo>
                  <a:cubicBezTo>
                    <a:pt x="88820" y="94483"/>
                    <a:pt x="91376" y="97037"/>
                    <a:pt x="91376" y="100867"/>
                  </a:cubicBezTo>
                  <a:cubicBezTo>
                    <a:pt x="91376" y="104697"/>
                    <a:pt x="88820" y="107251"/>
                    <a:pt x="84986" y="107251"/>
                  </a:cubicBezTo>
                  <a:lnTo>
                    <a:pt x="16614" y="107251"/>
                  </a:lnTo>
                  <a:cubicBezTo>
                    <a:pt x="12780" y="107251"/>
                    <a:pt x="10224" y="104697"/>
                    <a:pt x="10224" y="100867"/>
                  </a:cubicBezTo>
                  <a:cubicBezTo>
                    <a:pt x="10224" y="97037"/>
                    <a:pt x="12780" y="94483"/>
                    <a:pt x="16614" y="94483"/>
                  </a:cubicBezTo>
                  <a:close/>
                </a:path>
              </a:pathLst>
            </a:custGeom>
            <a:solidFill>
              <a:srgbClr val="26890D"/>
            </a:solidFill>
            <a:ln w="6390" cap="flat">
              <a:noFill/>
              <a:prstDash val="solid"/>
              <a:miter/>
            </a:ln>
          </p:spPr>
          <p:txBody>
            <a:bodyPr rtlCol="0" anchor="ctr"/>
            <a:lstStyle/>
            <a:p>
              <a:endParaRPr lang="en-US"/>
            </a:p>
          </p:txBody>
        </p:sp>
        <p:sp>
          <p:nvSpPr>
            <p:cNvPr id="959" name="Graphic 4">
              <a:extLst>
                <a:ext uri="{FF2B5EF4-FFF2-40B4-BE49-F238E27FC236}">
                  <a16:creationId xmlns:a16="http://schemas.microsoft.com/office/drawing/2014/main" id="{9E3A65FC-F393-C141-B30D-618D3B8EE02E}"/>
                </a:ext>
              </a:extLst>
            </p:cNvPr>
            <p:cNvSpPr/>
            <p:nvPr/>
          </p:nvSpPr>
          <p:spPr>
            <a:xfrm>
              <a:off x="905454" y="3339623"/>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90742 w 362309"/>
                <a:gd name="connsiteY6" fmla="*/ 252806 h 361971"/>
                <a:gd name="connsiteX7" fmla="*/ 284352 w 362309"/>
                <a:gd name="connsiteY7" fmla="*/ 259190 h 361971"/>
                <a:gd name="connsiteX8" fmla="*/ 77957 w 362309"/>
                <a:gd name="connsiteY8" fmla="*/ 259190 h 361971"/>
                <a:gd name="connsiteX9" fmla="*/ 71567 w 362309"/>
                <a:gd name="connsiteY9" fmla="*/ 252806 h 361971"/>
                <a:gd name="connsiteX10" fmla="*/ 71567 w 362309"/>
                <a:gd name="connsiteY10" fmla="*/ 109166 h 361971"/>
                <a:gd name="connsiteX11" fmla="*/ 77957 w 362309"/>
                <a:gd name="connsiteY11" fmla="*/ 102782 h 361971"/>
                <a:gd name="connsiteX12" fmla="*/ 284352 w 362309"/>
                <a:gd name="connsiteY12" fmla="*/ 102782 h 361971"/>
                <a:gd name="connsiteX13" fmla="*/ 290742 w 362309"/>
                <a:gd name="connsiteY13" fmla="*/ 109166 h 361971"/>
                <a:gd name="connsiteX14" fmla="*/ 290742 w 362309"/>
                <a:gd name="connsiteY14" fmla="*/ 25280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1157" y="0"/>
                    <a:pt x="180835" y="0"/>
                  </a:cubicBezTo>
                  <a:close/>
                  <a:moveTo>
                    <a:pt x="290742" y="252806"/>
                  </a:moveTo>
                  <a:cubicBezTo>
                    <a:pt x="290742" y="256636"/>
                    <a:pt x="288186" y="259190"/>
                    <a:pt x="284352" y="259190"/>
                  </a:cubicBezTo>
                  <a:lnTo>
                    <a:pt x="77957" y="259190"/>
                  </a:lnTo>
                  <a:cubicBezTo>
                    <a:pt x="74123" y="259190"/>
                    <a:pt x="71567" y="256636"/>
                    <a:pt x="71567" y="252806"/>
                  </a:cubicBezTo>
                  <a:lnTo>
                    <a:pt x="71567" y="109166"/>
                  </a:lnTo>
                  <a:cubicBezTo>
                    <a:pt x="71567" y="105336"/>
                    <a:pt x="74123" y="102782"/>
                    <a:pt x="77957" y="102782"/>
                  </a:cubicBezTo>
                  <a:lnTo>
                    <a:pt x="284352" y="102782"/>
                  </a:lnTo>
                  <a:cubicBezTo>
                    <a:pt x="288186" y="102782"/>
                    <a:pt x="290742" y="105336"/>
                    <a:pt x="290742" y="109166"/>
                  </a:cubicBezTo>
                  <a:lnTo>
                    <a:pt x="290742" y="252806"/>
                  </a:lnTo>
                  <a:close/>
                </a:path>
              </a:pathLst>
            </a:custGeom>
            <a:solidFill>
              <a:srgbClr val="26890D"/>
            </a:solidFill>
            <a:ln w="6390" cap="flat">
              <a:noFill/>
              <a:prstDash val="solid"/>
              <a:miter/>
            </a:ln>
          </p:spPr>
          <p:txBody>
            <a:bodyPr rtlCol="0" anchor="ctr"/>
            <a:lstStyle/>
            <a:p>
              <a:endParaRPr lang="en-US"/>
            </a:p>
          </p:txBody>
        </p:sp>
      </p:grpSp>
      <p:grpSp>
        <p:nvGrpSpPr>
          <p:cNvPr id="960" name="Graphic 4">
            <a:extLst>
              <a:ext uri="{FF2B5EF4-FFF2-40B4-BE49-F238E27FC236}">
                <a16:creationId xmlns:a16="http://schemas.microsoft.com/office/drawing/2014/main" id="{7E34F468-8A12-3548-9122-3E51984750CA}"/>
              </a:ext>
            </a:extLst>
          </p:cNvPr>
          <p:cNvGrpSpPr/>
          <p:nvPr/>
        </p:nvGrpSpPr>
        <p:grpSpPr>
          <a:xfrm>
            <a:off x="905454" y="3824168"/>
            <a:ext cx="362309" cy="361971"/>
            <a:chOff x="905454" y="3824168"/>
            <a:chExt cx="362309" cy="361971"/>
          </a:xfrm>
          <a:solidFill>
            <a:srgbClr val="26890D"/>
          </a:solidFill>
        </p:grpSpPr>
        <p:sp>
          <p:nvSpPr>
            <p:cNvPr id="961" name="Graphic 4">
              <a:extLst>
                <a:ext uri="{FF2B5EF4-FFF2-40B4-BE49-F238E27FC236}">
                  <a16:creationId xmlns:a16="http://schemas.microsoft.com/office/drawing/2014/main" id="{F42A01DD-52DB-C542-B722-CBF229F43DD2}"/>
                </a:ext>
              </a:extLst>
            </p:cNvPr>
            <p:cNvSpPr/>
            <p:nvPr/>
          </p:nvSpPr>
          <p:spPr>
            <a:xfrm>
              <a:off x="1068397" y="3983767"/>
              <a:ext cx="13418" cy="20428"/>
            </a:xfrm>
            <a:custGeom>
              <a:avLst/>
              <a:gdLst>
                <a:gd name="connsiteX0" fmla="*/ 13419 w 13418"/>
                <a:gd name="connsiteY0" fmla="*/ 20428 h 20428"/>
                <a:gd name="connsiteX1" fmla="*/ 13419 w 13418"/>
                <a:gd name="connsiteY1" fmla="*/ 0 h 20428"/>
                <a:gd name="connsiteX2" fmla="*/ 0 w 13418"/>
                <a:gd name="connsiteY2" fmla="*/ 20428 h 20428"/>
                <a:gd name="connsiteX3" fmla="*/ 13419 w 13418"/>
                <a:gd name="connsiteY3" fmla="*/ 20428 h 20428"/>
              </a:gdLst>
              <a:ahLst/>
              <a:cxnLst>
                <a:cxn ang="0">
                  <a:pos x="connsiteX0" y="connsiteY0"/>
                </a:cxn>
                <a:cxn ang="0">
                  <a:pos x="connsiteX1" y="connsiteY1"/>
                </a:cxn>
                <a:cxn ang="0">
                  <a:pos x="connsiteX2" y="connsiteY2"/>
                </a:cxn>
                <a:cxn ang="0">
                  <a:pos x="connsiteX3" y="connsiteY3"/>
                </a:cxn>
              </a:cxnLst>
              <a:rect l="l" t="t" r="r" b="b"/>
              <a:pathLst>
                <a:path w="13418" h="20428">
                  <a:moveTo>
                    <a:pt x="13419" y="20428"/>
                  </a:moveTo>
                  <a:lnTo>
                    <a:pt x="13419" y="0"/>
                  </a:lnTo>
                  <a:cubicBezTo>
                    <a:pt x="6390" y="5107"/>
                    <a:pt x="1917" y="12129"/>
                    <a:pt x="0" y="20428"/>
                  </a:cubicBezTo>
                  <a:lnTo>
                    <a:pt x="13419" y="20428"/>
                  </a:lnTo>
                  <a:close/>
                </a:path>
              </a:pathLst>
            </a:custGeom>
            <a:solidFill>
              <a:srgbClr val="26890D"/>
            </a:solidFill>
            <a:ln w="6390" cap="flat">
              <a:noFill/>
              <a:prstDash val="solid"/>
              <a:miter/>
            </a:ln>
          </p:spPr>
          <p:txBody>
            <a:bodyPr rtlCol="0" anchor="ctr"/>
            <a:lstStyle/>
            <a:p>
              <a:endParaRPr lang="en-US"/>
            </a:p>
          </p:txBody>
        </p:sp>
        <p:sp>
          <p:nvSpPr>
            <p:cNvPr id="962" name="Graphic 4">
              <a:extLst>
                <a:ext uri="{FF2B5EF4-FFF2-40B4-BE49-F238E27FC236}">
                  <a16:creationId xmlns:a16="http://schemas.microsoft.com/office/drawing/2014/main" id="{29DF737D-F982-2441-AF26-92670C94F7BF}"/>
                </a:ext>
              </a:extLst>
            </p:cNvPr>
            <p:cNvSpPr/>
            <p:nvPr/>
          </p:nvSpPr>
          <p:spPr>
            <a:xfrm>
              <a:off x="1049866" y="4045053"/>
              <a:ext cx="15335" cy="15959"/>
            </a:xfrm>
            <a:custGeom>
              <a:avLst/>
              <a:gdLst>
                <a:gd name="connsiteX0" fmla="*/ 8946 w 15335"/>
                <a:gd name="connsiteY0" fmla="*/ 0 h 15959"/>
                <a:gd name="connsiteX1" fmla="*/ 0 w 15335"/>
                <a:gd name="connsiteY1" fmla="*/ 0 h 15959"/>
                <a:gd name="connsiteX2" fmla="*/ 15336 w 15335"/>
                <a:gd name="connsiteY2" fmla="*/ 15960 h 15959"/>
                <a:gd name="connsiteX3" fmla="*/ 8946 w 15335"/>
                <a:gd name="connsiteY3" fmla="*/ 0 h 15959"/>
              </a:gdLst>
              <a:ahLst/>
              <a:cxnLst>
                <a:cxn ang="0">
                  <a:pos x="connsiteX0" y="connsiteY0"/>
                </a:cxn>
                <a:cxn ang="0">
                  <a:pos x="connsiteX1" y="connsiteY1"/>
                </a:cxn>
                <a:cxn ang="0">
                  <a:pos x="connsiteX2" y="connsiteY2"/>
                </a:cxn>
                <a:cxn ang="0">
                  <a:pos x="connsiteX3" y="connsiteY3"/>
                </a:cxn>
              </a:cxnLst>
              <a:rect l="l" t="t" r="r" b="b"/>
              <a:pathLst>
                <a:path w="15335" h="15959">
                  <a:moveTo>
                    <a:pt x="8946" y="0"/>
                  </a:moveTo>
                  <a:lnTo>
                    <a:pt x="0" y="0"/>
                  </a:lnTo>
                  <a:cubicBezTo>
                    <a:pt x="3834" y="6384"/>
                    <a:pt x="8946" y="12130"/>
                    <a:pt x="15336" y="15960"/>
                  </a:cubicBezTo>
                  <a:cubicBezTo>
                    <a:pt x="12141" y="10853"/>
                    <a:pt x="10224" y="5746"/>
                    <a:pt x="8946" y="0"/>
                  </a:cubicBezTo>
                  <a:close/>
                </a:path>
              </a:pathLst>
            </a:custGeom>
            <a:solidFill>
              <a:srgbClr val="26890D"/>
            </a:solidFill>
            <a:ln w="6390" cap="flat">
              <a:noFill/>
              <a:prstDash val="solid"/>
              <a:miter/>
            </a:ln>
          </p:spPr>
          <p:txBody>
            <a:bodyPr rtlCol="0" anchor="ctr"/>
            <a:lstStyle/>
            <a:p>
              <a:endParaRPr lang="en-US"/>
            </a:p>
          </p:txBody>
        </p:sp>
        <p:sp>
          <p:nvSpPr>
            <p:cNvPr id="963" name="Graphic 4">
              <a:extLst>
                <a:ext uri="{FF2B5EF4-FFF2-40B4-BE49-F238E27FC236}">
                  <a16:creationId xmlns:a16="http://schemas.microsoft.com/office/drawing/2014/main" id="{A05F0C7F-7009-4D4E-9F8F-E4BD6CDF5D29}"/>
                </a:ext>
              </a:extLst>
            </p:cNvPr>
            <p:cNvSpPr/>
            <p:nvPr/>
          </p:nvSpPr>
          <p:spPr>
            <a:xfrm>
              <a:off x="1065521" y="4013772"/>
              <a:ext cx="16294" cy="21705"/>
            </a:xfrm>
            <a:custGeom>
              <a:avLst/>
              <a:gdLst>
                <a:gd name="connsiteX0" fmla="*/ 958 w 16294"/>
                <a:gd name="connsiteY0" fmla="*/ 21706 h 21705"/>
                <a:gd name="connsiteX1" fmla="*/ 16294 w 16294"/>
                <a:gd name="connsiteY1" fmla="*/ 21706 h 21705"/>
                <a:gd name="connsiteX2" fmla="*/ 16294 w 16294"/>
                <a:gd name="connsiteY2" fmla="*/ 0 h 21705"/>
                <a:gd name="connsiteX3" fmla="*/ 958 w 16294"/>
                <a:gd name="connsiteY3" fmla="*/ 0 h 21705"/>
                <a:gd name="connsiteX4" fmla="*/ 958 w 16294"/>
                <a:gd name="connsiteY4" fmla="*/ 21706 h 21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4" h="21705">
                  <a:moveTo>
                    <a:pt x="958" y="21706"/>
                  </a:moveTo>
                  <a:lnTo>
                    <a:pt x="16294" y="21706"/>
                  </a:lnTo>
                  <a:lnTo>
                    <a:pt x="16294" y="0"/>
                  </a:lnTo>
                  <a:lnTo>
                    <a:pt x="958" y="0"/>
                  </a:lnTo>
                  <a:cubicBezTo>
                    <a:pt x="-319" y="7023"/>
                    <a:pt x="-319" y="14045"/>
                    <a:pt x="958" y="21706"/>
                  </a:cubicBezTo>
                  <a:close/>
                </a:path>
              </a:pathLst>
            </a:custGeom>
            <a:solidFill>
              <a:srgbClr val="26890D"/>
            </a:solidFill>
            <a:ln w="6390" cap="flat">
              <a:noFill/>
              <a:prstDash val="solid"/>
              <a:miter/>
            </a:ln>
          </p:spPr>
          <p:txBody>
            <a:bodyPr rtlCol="0" anchor="ctr"/>
            <a:lstStyle/>
            <a:p>
              <a:endParaRPr lang="en-US"/>
            </a:p>
          </p:txBody>
        </p:sp>
        <p:sp>
          <p:nvSpPr>
            <p:cNvPr id="964" name="Graphic 4">
              <a:extLst>
                <a:ext uri="{FF2B5EF4-FFF2-40B4-BE49-F238E27FC236}">
                  <a16:creationId xmlns:a16="http://schemas.microsoft.com/office/drawing/2014/main" id="{BF5D1AAF-0829-8846-9122-3A29EBC1F097}"/>
                </a:ext>
              </a:extLst>
            </p:cNvPr>
            <p:cNvSpPr/>
            <p:nvPr/>
          </p:nvSpPr>
          <p:spPr>
            <a:xfrm>
              <a:off x="1043955" y="4013772"/>
              <a:ext cx="12939" cy="21705"/>
            </a:xfrm>
            <a:custGeom>
              <a:avLst/>
              <a:gdLst>
                <a:gd name="connsiteX0" fmla="*/ 1438 w 12939"/>
                <a:gd name="connsiteY0" fmla="*/ 0 h 21705"/>
                <a:gd name="connsiteX1" fmla="*/ 1438 w 12939"/>
                <a:gd name="connsiteY1" fmla="*/ 21706 h 21705"/>
                <a:gd name="connsiteX2" fmla="*/ 12940 w 12939"/>
                <a:gd name="connsiteY2" fmla="*/ 21706 h 21705"/>
                <a:gd name="connsiteX3" fmla="*/ 12940 w 12939"/>
                <a:gd name="connsiteY3" fmla="*/ 0 h 21705"/>
                <a:gd name="connsiteX4" fmla="*/ 1438 w 12939"/>
                <a:gd name="connsiteY4" fmla="*/ 0 h 21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39" h="21705">
                  <a:moveTo>
                    <a:pt x="1438" y="0"/>
                  </a:moveTo>
                  <a:cubicBezTo>
                    <a:pt x="-479" y="7023"/>
                    <a:pt x="-479" y="14683"/>
                    <a:pt x="1438" y="21706"/>
                  </a:cubicBezTo>
                  <a:lnTo>
                    <a:pt x="12940" y="21706"/>
                  </a:lnTo>
                  <a:cubicBezTo>
                    <a:pt x="12301" y="14683"/>
                    <a:pt x="12301" y="7023"/>
                    <a:pt x="12940" y="0"/>
                  </a:cubicBezTo>
                  <a:lnTo>
                    <a:pt x="1438" y="0"/>
                  </a:lnTo>
                  <a:close/>
                </a:path>
              </a:pathLst>
            </a:custGeom>
            <a:solidFill>
              <a:srgbClr val="26890D"/>
            </a:solidFill>
            <a:ln w="6390" cap="flat">
              <a:noFill/>
              <a:prstDash val="solid"/>
              <a:miter/>
            </a:ln>
          </p:spPr>
          <p:txBody>
            <a:bodyPr rtlCol="0" anchor="ctr"/>
            <a:lstStyle/>
            <a:p>
              <a:endParaRPr lang="en-US"/>
            </a:p>
          </p:txBody>
        </p:sp>
        <p:sp>
          <p:nvSpPr>
            <p:cNvPr id="965" name="Graphic 4">
              <a:extLst>
                <a:ext uri="{FF2B5EF4-FFF2-40B4-BE49-F238E27FC236}">
                  <a16:creationId xmlns:a16="http://schemas.microsoft.com/office/drawing/2014/main" id="{2B50FDCC-2573-1D42-9806-A119D3633314}"/>
                </a:ext>
              </a:extLst>
            </p:cNvPr>
            <p:cNvSpPr/>
            <p:nvPr/>
          </p:nvSpPr>
          <p:spPr>
            <a:xfrm>
              <a:off x="1091401" y="3983129"/>
              <a:ext cx="13418" cy="20428"/>
            </a:xfrm>
            <a:custGeom>
              <a:avLst/>
              <a:gdLst>
                <a:gd name="connsiteX0" fmla="*/ 0 w 13418"/>
                <a:gd name="connsiteY0" fmla="*/ 0 h 20428"/>
                <a:gd name="connsiteX1" fmla="*/ 0 w 13418"/>
                <a:gd name="connsiteY1" fmla="*/ 20429 h 20428"/>
                <a:gd name="connsiteX2" fmla="*/ 13419 w 13418"/>
                <a:gd name="connsiteY2" fmla="*/ 20429 h 20428"/>
                <a:gd name="connsiteX3" fmla="*/ 0 w 13418"/>
                <a:gd name="connsiteY3" fmla="*/ 0 h 20428"/>
              </a:gdLst>
              <a:ahLst/>
              <a:cxnLst>
                <a:cxn ang="0">
                  <a:pos x="connsiteX0" y="connsiteY0"/>
                </a:cxn>
                <a:cxn ang="0">
                  <a:pos x="connsiteX1" y="connsiteY1"/>
                </a:cxn>
                <a:cxn ang="0">
                  <a:pos x="connsiteX2" y="connsiteY2"/>
                </a:cxn>
                <a:cxn ang="0">
                  <a:pos x="connsiteX3" y="connsiteY3"/>
                </a:cxn>
              </a:cxnLst>
              <a:rect l="l" t="t" r="r" b="b"/>
              <a:pathLst>
                <a:path w="13418" h="20428">
                  <a:moveTo>
                    <a:pt x="0" y="0"/>
                  </a:moveTo>
                  <a:lnTo>
                    <a:pt x="0" y="20429"/>
                  </a:lnTo>
                  <a:lnTo>
                    <a:pt x="13419" y="20429"/>
                  </a:lnTo>
                  <a:cubicBezTo>
                    <a:pt x="11502" y="12768"/>
                    <a:pt x="7029" y="5107"/>
                    <a:pt x="0" y="0"/>
                  </a:cubicBezTo>
                  <a:close/>
                </a:path>
              </a:pathLst>
            </a:custGeom>
            <a:solidFill>
              <a:srgbClr val="26890D"/>
            </a:solidFill>
            <a:ln w="6390" cap="flat">
              <a:noFill/>
              <a:prstDash val="solid"/>
              <a:miter/>
            </a:ln>
          </p:spPr>
          <p:txBody>
            <a:bodyPr rtlCol="0" anchor="ctr"/>
            <a:lstStyle/>
            <a:p>
              <a:endParaRPr lang="en-US"/>
            </a:p>
          </p:txBody>
        </p:sp>
        <p:sp>
          <p:nvSpPr>
            <p:cNvPr id="966" name="Graphic 4">
              <a:extLst>
                <a:ext uri="{FF2B5EF4-FFF2-40B4-BE49-F238E27FC236}">
                  <a16:creationId xmlns:a16="http://schemas.microsoft.com/office/drawing/2014/main" id="{BBC0D6E2-5637-CA4E-BF07-B0AB5CCD1FF6}"/>
                </a:ext>
              </a:extLst>
            </p:cNvPr>
            <p:cNvSpPr/>
            <p:nvPr/>
          </p:nvSpPr>
          <p:spPr>
            <a:xfrm>
              <a:off x="1091401" y="4045053"/>
              <a:ext cx="13418" cy="20428"/>
            </a:xfrm>
            <a:custGeom>
              <a:avLst/>
              <a:gdLst>
                <a:gd name="connsiteX0" fmla="*/ 0 w 13418"/>
                <a:gd name="connsiteY0" fmla="*/ 0 h 20428"/>
                <a:gd name="connsiteX1" fmla="*/ 0 w 13418"/>
                <a:gd name="connsiteY1" fmla="*/ 20429 h 20428"/>
                <a:gd name="connsiteX2" fmla="*/ 13419 w 13418"/>
                <a:gd name="connsiteY2" fmla="*/ 0 h 20428"/>
                <a:gd name="connsiteX3" fmla="*/ 0 w 13418"/>
                <a:gd name="connsiteY3" fmla="*/ 0 h 20428"/>
              </a:gdLst>
              <a:ahLst/>
              <a:cxnLst>
                <a:cxn ang="0">
                  <a:pos x="connsiteX0" y="connsiteY0"/>
                </a:cxn>
                <a:cxn ang="0">
                  <a:pos x="connsiteX1" y="connsiteY1"/>
                </a:cxn>
                <a:cxn ang="0">
                  <a:pos x="connsiteX2" y="connsiteY2"/>
                </a:cxn>
                <a:cxn ang="0">
                  <a:pos x="connsiteX3" y="connsiteY3"/>
                </a:cxn>
              </a:cxnLst>
              <a:rect l="l" t="t" r="r" b="b"/>
              <a:pathLst>
                <a:path w="13418" h="20428">
                  <a:moveTo>
                    <a:pt x="0" y="0"/>
                  </a:moveTo>
                  <a:lnTo>
                    <a:pt x="0" y="20429"/>
                  </a:lnTo>
                  <a:cubicBezTo>
                    <a:pt x="7029" y="15322"/>
                    <a:pt x="11502" y="8299"/>
                    <a:pt x="13419" y="0"/>
                  </a:cubicBezTo>
                  <a:lnTo>
                    <a:pt x="0" y="0"/>
                  </a:lnTo>
                  <a:close/>
                </a:path>
              </a:pathLst>
            </a:custGeom>
            <a:solidFill>
              <a:srgbClr val="26890D"/>
            </a:solidFill>
            <a:ln w="6390" cap="flat">
              <a:noFill/>
              <a:prstDash val="solid"/>
              <a:miter/>
            </a:ln>
          </p:spPr>
          <p:txBody>
            <a:bodyPr rtlCol="0" anchor="ctr"/>
            <a:lstStyle/>
            <a:p>
              <a:endParaRPr lang="en-US"/>
            </a:p>
          </p:txBody>
        </p:sp>
        <p:sp>
          <p:nvSpPr>
            <p:cNvPr id="967" name="Graphic 4">
              <a:extLst>
                <a:ext uri="{FF2B5EF4-FFF2-40B4-BE49-F238E27FC236}">
                  <a16:creationId xmlns:a16="http://schemas.microsoft.com/office/drawing/2014/main" id="{43FDB26A-AD66-4D4E-9D77-6E67C5E09E2E}"/>
                </a:ext>
              </a:extLst>
            </p:cNvPr>
            <p:cNvSpPr/>
            <p:nvPr/>
          </p:nvSpPr>
          <p:spPr>
            <a:xfrm>
              <a:off x="1116321" y="4013772"/>
              <a:ext cx="12939" cy="21705"/>
            </a:xfrm>
            <a:custGeom>
              <a:avLst/>
              <a:gdLst>
                <a:gd name="connsiteX0" fmla="*/ 639 w 12939"/>
                <a:gd name="connsiteY0" fmla="*/ 10853 h 21705"/>
                <a:gd name="connsiteX1" fmla="*/ 0 w 12939"/>
                <a:gd name="connsiteY1" fmla="*/ 21706 h 21705"/>
                <a:gd name="connsiteX2" fmla="*/ 11502 w 12939"/>
                <a:gd name="connsiteY2" fmla="*/ 21706 h 21705"/>
                <a:gd name="connsiteX3" fmla="*/ 11502 w 12939"/>
                <a:gd name="connsiteY3" fmla="*/ 0 h 21705"/>
                <a:gd name="connsiteX4" fmla="*/ 0 w 12939"/>
                <a:gd name="connsiteY4" fmla="*/ 0 h 21705"/>
                <a:gd name="connsiteX5" fmla="*/ 639 w 12939"/>
                <a:gd name="connsiteY5" fmla="*/ 10853 h 2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39" h="21705">
                  <a:moveTo>
                    <a:pt x="639" y="10853"/>
                  </a:moveTo>
                  <a:cubicBezTo>
                    <a:pt x="639" y="14683"/>
                    <a:pt x="639" y="17875"/>
                    <a:pt x="0" y="21706"/>
                  </a:cubicBezTo>
                  <a:lnTo>
                    <a:pt x="11502" y="21706"/>
                  </a:lnTo>
                  <a:cubicBezTo>
                    <a:pt x="13419" y="14683"/>
                    <a:pt x="13419" y="7023"/>
                    <a:pt x="11502" y="0"/>
                  </a:cubicBezTo>
                  <a:lnTo>
                    <a:pt x="0" y="0"/>
                  </a:lnTo>
                  <a:cubicBezTo>
                    <a:pt x="639" y="3192"/>
                    <a:pt x="639" y="7023"/>
                    <a:pt x="639" y="10853"/>
                  </a:cubicBezTo>
                  <a:close/>
                </a:path>
              </a:pathLst>
            </a:custGeom>
            <a:solidFill>
              <a:srgbClr val="26890D"/>
            </a:solidFill>
            <a:ln w="6390" cap="flat">
              <a:noFill/>
              <a:prstDash val="solid"/>
              <a:miter/>
            </a:ln>
          </p:spPr>
          <p:txBody>
            <a:bodyPr rtlCol="0" anchor="ctr"/>
            <a:lstStyle/>
            <a:p>
              <a:endParaRPr lang="en-US"/>
            </a:p>
          </p:txBody>
        </p:sp>
        <p:sp>
          <p:nvSpPr>
            <p:cNvPr id="968" name="Graphic 4">
              <a:extLst>
                <a:ext uri="{FF2B5EF4-FFF2-40B4-BE49-F238E27FC236}">
                  <a16:creationId xmlns:a16="http://schemas.microsoft.com/office/drawing/2014/main" id="{59686AC6-4FEB-C04E-8A29-E617282028B3}"/>
                </a:ext>
              </a:extLst>
            </p:cNvPr>
            <p:cNvSpPr/>
            <p:nvPr/>
          </p:nvSpPr>
          <p:spPr>
            <a:xfrm>
              <a:off x="1091401" y="4013772"/>
              <a:ext cx="16294" cy="21705"/>
            </a:xfrm>
            <a:custGeom>
              <a:avLst/>
              <a:gdLst>
                <a:gd name="connsiteX0" fmla="*/ 0 w 16294"/>
                <a:gd name="connsiteY0" fmla="*/ 21706 h 21705"/>
                <a:gd name="connsiteX1" fmla="*/ 15336 w 16294"/>
                <a:gd name="connsiteY1" fmla="*/ 21706 h 21705"/>
                <a:gd name="connsiteX2" fmla="*/ 15336 w 16294"/>
                <a:gd name="connsiteY2" fmla="*/ 0 h 21705"/>
                <a:gd name="connsiteX3" fmla="*/ 0 w 16294"/>
                <a:gd name="connsiteY3" fmla="*/ 0 h 21705"/>
                <a:gd name="connsiteX4" fmla="*/ 0 w 16294"/>
                <a:gd name="connsiteY4" fmla="*/ 21706 h 21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4" h="21705">
                  <a:moveTo>
                    <a:pt x="0" y="21706"/>
                  </a:moveTo>
                  <a:lnTo>
                    <a:pt x="15336" y="21706"/>
                  </a:lnTo>
                  <a:cubicBezTo>
                    <a:pt x="16614" y="14683"/>
                    <a:pt x="16614" y="7023"/>
                    <a:pt x="15336" y="0"/>
                  </a:cubicBezTo>
                  <a:lnTo>
                    <a:pt x="0" y="0"/>
                  </a:lnTo>
                  <a:lnTo>
                    <a:pt x="0" y="21706"/>
                  </a:lnTo>
                  <a:close/>
                </a:path>
              </a:pathLst>
            </a:custGeom>
            <a:solidFill>
              <a:srgbClr val="26890D"/>
            </a:solidFill>
            <a:ln w="6390" cap="flat">
              <a:noFill/>
              <a:prstDash val="solid"/>
              <a:miter/>
            </a:ln>
          </p:spPr>
          <p:txBody>
            <a:bodyPr rtlCol="0" anchor="ctr"/>
            <a:lstStyle/>
            <a:p>
              <a:endParaRPr lang="en-US"/>
            </a:p>
          </p:txBody>
        </p:sp>
        <p:sp>
          <p:nvSpPr>
            <p:cNvPr id="969" name="Graphic 4">
              <a:extLst>
                <a:ext uri="{FF2B5EF4-FFF2-40B4-BE49-F238E27FC236}">
                  <a16:creationId xmlns:a16="http://schemas.microsoft.com/office/drawing/2014/main" id="{F684AEC5-EDAE-F34C-971F-27FC52DFA38E}"/>
                </a:ext>
              </a:extLst>
            </p:cNvPr>
            <p:cNvSpPr/>
            <p:nvPr/>
          </p:nvSpPr>
          <p:spPr>
            <a:xfrm>
              <a:off x="1068397" y="4045053"/>
              <a:ext cx="13418" cy="20428"/>
            </a:xfrm>
            <a:custGeom>
              <a:avLst/>
              <a:gdLst>
                <a:gd name="connsiteX0" fmla="*/ 0 w 13418"/>
                <a:gd name="connsiteY0" fmla="*/ 0 h 20428"/>
                <a:gd name="connsiteX1" fmla="*/ 13419 w 13418"/>
                <a:gd name="connsiteY1" fmla="*/ 20429 h 20428"/>
                <a:gd name="connsiteX2" fmla="*/ 13419 w 13418"/>
                <a:gd name="connsiteY2" fmla="*/ 0 h 20428"/>
                <a:gd name="connsiteX3" fmla="*/ 0 w 13418"/>
                <a:gd name="connsiteY3" fmla="*/ 0 h 20428"/>
              </a:gdLst>
              <a:ahLst/>
              <a:cxnLst>
                <a:cxn ang="0">
                  <a:pos x="connsiteX0" y="connsiteY0"/>
                </a:cxn>
                <a:cxn ang="0">
                  <a:pos x="connsiteX1" y="connsiteY1"/>
                </a:cxn>
                <a:cxn ang="0">
                  <a:pos x="connsiteX2" y="connsiteY2"/>
                </a:cxn>
                <a:cxn ang="0">
                  <a:pos x="connsiteX3" y="connsiteY3"/>
                </a:cxn>
              </a:cxnLst>
              <a:rect l="l" t="t" r="r" b="b"/>
              <a:pathLst>
                <a:path w="13418" h="20428">
                  <a:moveTo>
                    <a:pt x="0" y="0"/>
                  </a:moveTo>
                  <a:cubicBezTo>
                    <a:pt x="1917" y="8299"/>
                    <a:pt x="6390" y="15322"/>
                    <a:pt x="13419" y="20429"/>
                  </a:cubicBezTo>
                  <a:lnTo>
                    <a:pt x="13419" y="0"/>
                  </a:lnTo>
                  <a:lnTo>
                    <a:pt x="0" y="0"/>
                  </a:lnTo>
                  <a:close/>
                </a:path>
              </a:pathLst>
            </a:custGeom>
            <a:solidFill>
              <a:srgbClr val="26890D"/>
            </a:solidFill>
            <a:ln w="6390" cap="flat">
              <a:noFill/>
              <a:prstDash val="solid"/>
              <a:miter/>
            </a:ln>
          </p:spPr>
          <p:txBody>
            <a:bodyPr rtlCol="0" anchor="ctr"/>
            <a:lstStyle/>
            <a:p>
              <a:endParaRPr lang="en-US"/>
            </a:p>
          </p:txBody>
        </p:sp>
        <p:sp>
          <p:nvSpPr>
            <p:cNvPr id="970" name="Graphic 4">
              <a:extLst>
                <a:ext uri="{FF2B5EF4-FFF2-40B4-BE49-F238E27FC236}">
                  <a16:creationId xmlns:a16="http://schemas.microsoft.com/office/drawing/2014/main" id="{B63501CF-50D0-4E48-B814-B17F2ED94CE4}"/>
                </a:ext>
              </a:extLst>
            </p:cNvPr>
            <p:cNvSpPr/>
            <p:nvPr/>
          </p:nvSpPr>
          <p:spPr>
            <a:xfrm>
              <a:off x="1018555" y="3942271"/>
              <a:ext cx="136105" cy="160400"/>
            </a:xfrm>
            <a:custGeom>
              <a:avLst/>
              <a:gdLst>
                <a:gd name="connsiteX0" fmla="*/ 0 w 136105"/>
                <a:gd name="connsiteY0" fmla="*/ 0 h 160400"/>
                <a:gd name="connsiteX1" fmla="*/ 0 w 136105"/>
                <a:gd name="connsiteY1" fmla="*/ 148747 h 160400"/>
                <a:gd name="connsiteX2" fmla="*/ 3195 w 136105"/>
                <a:gd name="connsiteY2" fmla="*/ 157046 h 160400"/>
                <a:gd name="connsiteX3" fmla="*/ 14058 w 136105"/>
                <a:gd name="connsiteY3" fmla="*/ 160238 h 160400"/>
                <a:gd name="connsiteX4" fmla="*/ 136106 w 136105"/>
                <a:gd name="connsiteY4" fmla="*/ 160238 h 160400"/>
                <a:gd name="connsiteX5" fmla="*/ 136106 w 136105"/>
                <a:gd name="connsiteY5" fmla="*/ 2553 h 160400"/>
                <a:gd name="connsiteX6" fmla="*/ 14058 w 136105"/>
                <a:gd name="connsiteY6" fmla="*/ 2553 h 160400"/>
                <a:gd name="connsiteX7" fmla="*/ 0 w 136105"/>
                <a:gd name="connsiteY7" fmla="*/ 0 h 160400"/>
                <a:gd name="connsiteX8" fmla="*/ 67733 w 136105"/>
                <a:gd name="connsiteY8" fmla="*/ 30004 h 160400"/>
                <a:gd name="connsiteX9" fmla="*/ 116297 w 136105"/>
                <a:gd name="connsiteY9" fmla="*/ 64478 h 160400"/>
                <a:gd name="connsiteX10" fmla="*/ 116297 w 136105"/>
                <a:gd name="connsiteY10" fmla="*/ 64478 h 160400"/>
                <a:gd name="connsiteX11" fmla="*/ 116297 w 136105"/>
                <a:gd name="connsiteY11" fmla="*/ 98952 h 160400"/>
                <a:gd name="connsiteX12" fmla="*/ 116297 w 136105"/>
                <a:gd name="connsiteY12" fmla="*/ 99590 h 160400"/>
                <a:gd name="connsiteX13" fmla="*/ 49842 w 136105"/>
                <a:gd name="connsiteY13" fmla="*/ 130872 h 160400"/>
                <a:gd name="connsiteX14" fmla="*/ 18531 w 136105"/>
                <a:gd name="connsiteY14" fmla="*/ 99590 h 160400"/>
                <a:gd name="connsiteX15" fmla="*/ 18531 w 136105"/>
                <a:gd name="connsiteY15" fmla="*/ 98952 h 160400"/>
                <a:gd name="connsiteX16" fmla="*/ 18531 w 136105"/>
                <a:gd name="connsiteY16" fmla="*/ 64478 h 160400"/>
                <a:gd name="connsiteX17" fmla="*/ 18531 w 136105"/>
                <a:gd name="connsiteY17" fmla="*/ 63840 h 160400"/>
                <a:gd name="connsiteX18" fmla="*/ 67733 w 136105"/>
                <a:gd name="connsiteY18" fmla="*/ 30004 h 16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6105" h="160400">
                  <a:moveTo>
                    <a:pt x="0" y="0"/>
                  </a:moveTo>
                  <a:lnTo>
                    <a:pt x="0" y="148747"/>
                  </a:lnTo>
                  <a:cubicBezTo>
                    <a:pt x="0" y="151939"/>
                    <a:pt x="639" y="155131"/>
                    <a:pt x="3195" y="157046"/>
                  </a:cubicBezTo>
                  <a:cubicBezTo>
                    <a:pt x="6390" y="159600"/>
                    <a:pt x="10224" y="160876"/>
                    <a:pt x="14058" y="160238"/>
                  </a:cubicBezTo>
                  <a:lnTo>
                    <a:pt x="136106" y="160238"/>
                  </a:lnTo>
                  <a:lnTo>
                    <a:pt x="136106" y="2553"/>
                  </a:lnTo>
                  <a:lnTo>
                    <a:pt x="14058" y="2553"/>
                  </a:lnTo>
                  <a:cubicBezTo>
                    <a:pt x="8946" y="3192"/>
                    <a:pt x="4473" y="1915"/>
                    <a:pt x="0" y="0"/>
                  </a:cubicBezTo>
                  <a:close/>
                  <a:moveTo>
                    <a:pt x="67733" y="30004"/>
                  </a:moveTo>
                  <a:cubicBezTo>
                    <a:pt x="89459" y="30004"/>
                    <a:pt x="109268" y="43411"/>
                    <a:pt x="116297" y="64478"/>
                  </a:cubicBezTo>
                  <a:lnTo>
                    <a:pt x="116297" y="64478"/>
                  </a:lnTo>
                  <a:cubicBezTo>
                    <a:pt x="120131" y="75969"/>
                    <a:pt x="120131" y="88099"/>
                    <a:pt x="116297" y="98952"/>
                  </a:cubicBezTo>
                  <a:lnTo>
                    <a:pt x="116297" y="99590"/>
                  </a:lnTo>
                  <a:cubicBezTo>
                    <a:pt x="106712" y="126403"/>
                    <a:pt x="76679" y="140448"/>
                    <a:pt x="49842" y="130872"/>
                  </a:cubicBezTo>
                  <a:cubicBezTo>
                    <a:pt x="35145" y="125764"/>
                    <a:pt x="23643" y="114273"/>
                    <a:pt x="18531" y="99590"/>
                  </a:cubicBezTo>
                  <a:lnTo>
                    <a:pt x="18531" y="98952"/>
                  </a:lnTo>
                  <a:cubicBezTo>
                    <a:pt x="14697" y="87460"/>
                    <a:pt x="14697" y="75331"/>
                    <a:pt x="18531" y="64478"/>
                  </a:cubicBezTo>
                  <a:lnTo>
                    <a:pt x="18531" y="63840"/>
                  </a:lnTo>
                  <a:cubicBezTo>
                    <a:pt x="26838" y="43411"/>
                    <a:pt x="46008" y="30004"/>
                    <a:pt x="67733" y="30004"/>
                  </a:cubicBezTo>
                  <a:close/>
                </a:path>
              </a:pathLst>
            </a:custGeom>
            <a:solidFill>
              <a:srgbClr val="26890D"/>
            </a:solidFill>
            <a:ln w="6390" cap="flat">
              <a:noFill/>
              <a:prstDash val="solid"/>
              <a:miter/>
            </a:ln>
          </p:spPr>
          <p:txBody>
            <a:bodyPr rtlCol="0" anchor="ctr"/>
            <a:lstStyle/>
            <a:p>
              <a:endParaRPr lang="en-US"/>
            </a:p>
          </p:txBody>
        </p:sp>
        <p:sp>
          <p:nvSpPr>
            <p:cNvPr id="971" name="Graphic 4">
              <a:extLst>
                <a:ext uri="{FF2B5EF4-FFF2-40B4-BE49-F238E27FC236}">
                  <a16:creationId xmlns:a16="http://schemas.microsoft.com/office/drawing/2014/main" id="{65AD68DD-1D21-B649-ACD7-251A108F754D}"/>
                </a:ext>
              </a:extLst>
            </p:cNvPr>
            <p:cNvSpPr/>
            <p:nvPr/>
          </p:nvSpPr>
          <p:spPr>
            <a:xfrm>
              <a:off x="1018555" y="3907675"/>
              <a:ext cx="115657" cy="24435"/>
            </a:xfrm>
            <a:custGeom>
              <a:avLst/>
              <a:gdLst>
                <a:gd name="connsiteX0" fmla="*/ 115658 w 115657"/>
                <a:gd name="connsiteY0" fmla="*/ 122 h 24435"/>
                <a:gd name="connsiteX1" fmla="*/ 16614 w 115657"/>
                <a:gd name="connsiteY1" fmla="*/ 122 h 24435"/>
                <a:gd name="connsiteX2" fmla="*/ 3834 w 115657"/>
                <a:gd name="connsiteY2" fmla="*/ 4591 h 24435"/>
                <a:gd name="connsiteX3" fmla="*/ 0 w 115657"/>
                <a:gd name="connsiteY3" fmla="*/ 13528 h 24435"/>
                <a:gd name="connsiteX4" fmla="*/ 0 w 115657"/>
                <a:gd name="connsiteY4" fmla="*/ 13528 h 24435"/>
                <a:gd name="connsiteX5" fmla="*/ 12780 w 115657"/>
                <a:gd name="connsiteY5" fmla="*/ 24381 h 24435"/>
                <a:gd name="connsiteX6" fmla="*/ 13419 w 115657"/>
                <a:gd name="connsiteY6" fmla="*/ 24381 h 24435"/>
                <a:gd name="connsiteX7" fmla="*/ 115658 w 115657"/>
                <a:gd name="connsiteY7" fmla="*/ 24381 h 24435"/>
                <a:gd name="connsiteX8" fmla="*/ 115658 w 115657"/>
                <a:gd name="connsiteY8" fmla="*/ 122 h 24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5657" h="24435">
                  <a:moveTo>
                    <a:pt x="115658" y="122"/>
                  </a:moveTo>
                  <a:lnTo>
                    <a:pt x="16614" y="122"/>
                  </a:lnTo>
                  <a:cubicBezTo>
                    <a:pt x="12141" y="-516"/>
                    <a:pt x="7029" y="1399"/>
                    <a:pt x="3834" y="4591"/>
                  </a:cubicBezTo>
                  <a:cubicBezTo>
                    <a:pt x="1917" y="7144"/>
                    <a:pt x="639" y="10336"/>
                    <a:pt x="0" y="13528"/>
                  </a:cubicBezTo>
                  <a:lnTo>
                    <a:pt x="0" y="13528"/>
                  </a:lnTo>
                  <a:cubicBezTo>
                    <a:pt x="639" y="19912"/>
                    <a:pt x="6390" y="25020"/>
                    <a:pt x="12780" y="24381"/>
                  </a:cubicBezTo>
                  <a:cubicBezTo>
                    <a:pt x="12780" y="24381"/>
                    <a:pt x="13419" y="24381"/>
                    <a:pt x="13419" y="24381"/>
                  </a:cubicBezTo>
                  <a:lnTo>
                    <a:pt x="115658" y="24381"/>
                  </a:lnTo>
                  <a:cubicBezTo>
                    <a:pt x="111824" y="16720"/>
                    <a:pt x="112463" y="7783"/>
                    <a:pt x="115658" y="122"/>
                  </a:cubicBezTo>
                  <a:close/>
                </a:path>
              </a:pathLst>
            </a:custGeom>
            <a:solidFill>
              <a:srgbClr val="26890D"/>
            </a:solidFill>
            <a:ln w="6390" cap="flat">
              <a:noFill/>
              <a:prstDash val="solid"/>
              <a:miter/>
            </a:ln>
          </p:spPr>
          <p:txBody>
            <a:bodyPr rtlCol="0" anchor="ctr"/>
            <a:lstStyle/>
            <a:p>
              <a:endParaRPr lang="en-US"/>
            </a:p>
          </p:txBody>
        </p:sp>
        <p:sp>
          <p:nvSpPr>
            <p:cNvPr id="972" name="Graphic 4">
              <a:extLst>
                <a:ext uri="{FF2B5EF4-FFF2-40B4-BE49-F238E27FC236}">
                  <a16:creationId xmlns:a16="http://schemas.microsoft.com/office/drawing/2014/main" id="{58FDE508-BAFB-D847-81BE-BC65ABAC20E2}"/>
                </a:ext>
              </a:extLst>
            </p:cNvPr>
            <p:cNvSpPr/>
            <p:nvPr/>
          </p:nvSpPr>
          <p:spPr>
            <a:xfrm>
              <a:off x="1108654" y="4045053"/>
              <a:ext cx="15335" cy="15959"/>
            </a:xfrm>
            <a:custGeom>
              <a:avLst/>
              <a:gdLst>
                <a:gd name="connsiteX0" fmla="*/ 5751 w 15335"/>
                <a:gd name="connsiteY0" fmla="*/ 0 h 15959"/>
                <a:gd name="connsiteX1" fmla="*/ 0 w 15335"/>
                <a:gd name="connsiteY1" fmla="*/ 15960 h 15959"/>
                <a:gd name="connsiteX2" fmla="*/ 15336 w 15335"/>
                <a:gd name="connsiteY2" fmla="*/ 0 h 15959"/>
                <a:gd name="connsiteX3" fmla="*/ 5751 w 15335"/>
                <a:gd name="connsiteY3" fmla="*/ 0 h 15959"/>
              </a:gdLst>
              <a:ahLst/>
              <a:cxnLst>
                <a:cxn ang="0">
                  <a:pos x="connsiteX0" y="connsiteY0"/>
                </a:cxn>
                <a:cxn ang="0">
                  <a:pos x="connsiteX1" y="connsiteY1"/>
                </a:cxn>
                <a:cxn ang="0">
                  <a:pos x="connsiteX2" y="connsiteY2"/>
                </a:cxn>
                <a:cxn ang="0">
                  <a:pos x="connsiteX3" y="connsiteY3"/>
                </a:cxn>
              </a:cxnLst>
              <a:rect l="l" t="t" r="r" b="b"/>
              <a:pathLst>
                <a:path w="15335" h="15959">
                  <a:moveTo>
                    <a:pt x="5751" y="0"/>
                  </a:moveTo>
                  <a:cubicBezTo>
                    <a:pt x="4473" y="5746"/>
                    <a:pt x="2556" y="10853"/>
                    <a:pt x="0" y="15960"/>
                  </a:cubicBezTo>
                  <a:cubicBezTo>
                    <a:pt x="6390" y="12130"/>
                    <a:pt x="11502" y="7022"/>
                    <a:pt x="15336" y="0"/>
                  </a:cubicBezTo>
                  <a:lnTo>
                    <a:pt x="5751" y="0"/>
                  </a:lnTo>
                  <a:close/>
                </a:path>
              </a:pathLst>
            </a:custGeom>
            <a:solidFill>
              <a:srgbClr val="26890D"/>
            </a:solidFill>
            <a:ln w="6390" cap="flat">
              <a:noFill/>
              <a:prstDash val="solid"/>
              <a:miter/>
            </a:ln>
          </p:spPr>
          <p:txBody>
            <a:bodyPr rtlCol="0" anchor="ctr"/>
            <a:lstStyle/>
            <a:p>
              <a:endParaRPr lang="en-US"/>
            </a:p>
          </p:txBody>
        </p:sp>
        <p:sp>
          <p:nvSpPr>
            <p:cNvPr id="973" name="Graphic 4">
              <a:extLst>
                <a:ext uri="{FF2B5EF4-FFF2-40B4-BE49-F238E27FC236}">
                  <a16:creationId xmlns:a16="http://schemas.microsoft.com/office/drawing/2014/main" id="{71E25EA3-CB2D-624A-8249-3FBB90F4113F}"/>
                </a:ext>
              </a:extLst>
            </p:cNvPr>
            <p:cNvSpPr/>
            <p:nvPr/>
          </p:nvSpPr>
          <p:spPr>
            <a:xfrm>
              <a:off x="1049866" y="3988236"/>
              <a:ext cx="15335" cy="15959"/>
            </a:xfrm>
            <a:custGeom>
              <a:avLst/>
              <a:gdLst>
                <a:gd name="connsiteX0" fmla="*/ 8946 w 15335"/>
                <a:gd name="connsiteY0" fmla="*/ 15960 h 15959"/>
                <a:gd name="connsiteX1" fmla="*/ 15336 w 15335"/>
                <a:gd name="connsiteY1" fmla="*/ 0 h 15959"/>
                <a:gd name="connsiteX2" fmla="*/ 0 w 15335"/>
                <a:gd name="connsiteY2" fmla="*/ 15960 h 15959"/>
                <a:gd name="connsiteX3" fmla="*/ 8946 w 15335"/>
                <a:gd name="connsiteY3" fmla="*/ 15960 h 15959"/>
              </a:gdLst>
              <a:ahLst/>
              <a:cxnLst>
                <a:cxn ang="0">
                  <a:pos x="connsiteX0" y="connsiteY0"/>
                </a:cxn>
                <a:cxn ang="0">
                  <a:pos x="connsiteX1" y="connsiteY1"/>
                </a:cxn>
                <a:cxn ang="0">
                  <a:pos x="connsiteX2" y="connsiteY2"/>
                </a:cxn>
                <a:cxn ang="0">
                  <a:pos x="connsiteX3" y="connsiteY3"/>
                </a:cxn>
              </a:cxnLst>
              <a:rect l="l" t="t" r="r" b="b"/>
              <a:pathLst>
                <a:path w="15335" h="15959">
                  <a:moveTo>
                    <a:pt x="8946" y="15960"/>
                  </a:moveTo>
                  <a:cubicBezTo>
                    <a:pt x="10224" y="10215"/>
                    <a:pt x="12780" y="5107"/>
                    <a:pt x="15336" y="0"/>
                  </a:cubicBezTo>
                  <a:cubicBezTo>
                    <a:pt x="8946" y="3831"/>
                    <a:pt x="3834" y="8938"/>
                    <a:pt x="0" y="15960"/>
                  </a:cubicBezTo>
                  <a:lnTo>
                    <a:pt x="8946" y="15960"/>
                  </a:lnTo>
                  <a:close/>
                </a:path>
              </a:pathLst>
            </a:custGeom>
            <a:solidFill>
              <a:srgbClr val="26890D"/>
            </a:solidFill>
            <a:ln w="6390" cap="flat">
              <a:noFill/>
              <a:prstDash val="solid"/>
              <a:miter/>
            </a:ln>
          </p:spPr>
          <p:txBody>
            <a:bodyPr rtlCol="0" anchor="ctr"/>
            <a:lstStyle/>
            <a:p>
              <a:endParaRPr lang="en-US"/>
            </a:p>
          </p:txBody>
        </p:sp>
        <p:sp>
          <p:nvSpPr>
            <p:cNvPr id="974" name="Graphic 4">
              <a:extLst>
                <a:ext uri="{FF2B5EF4-FFF2-40B4-BE49-F238E27FC236}">
                  <a16:creationId xmlns:a16="http://schemas.microsoft.com/office/drawing/2014/main" id="{23719386-FCC1-F84C-A9A0-D28F5FD40C45}"/>
                </a:ext>
              </a:extLst>
            </p:cNvPr>
            <p:cNvSpPr/>
            <p:nvPr/>
          </p:nvSpPr>
          <p:spPr>
            <a:xfrm>
              <a:off x="1108015" y="3988236"/>
              <a:ext cx="15335" cy="15959"/>
            </a:xfrm>
            <a:custGeom>
              <a:avLst/>
              <a:gdLst>
                <a:gd name="connsiteX0" fmla="*/ 6390 w 15335"/>
                <a:gd name="connsiteY0" fmla="*/ 15960 h 15959"/>
                <a:gd name="connsiteX1" fmla="*/ 15336 w 15335"/>
                <a:gd name="connsiteY1" fmla="*/ 15960 h 15959"/>
                <a:gd name="connsiteX2" fmla="*/ 0 w 15335"/>
                <a:gd name="connsiteY2" fmla="*/ 0 h 15959"/>
                <a:gd name="connsiteX3" fmla="*/ 6390 w 15335"/>
                <a:gd name="connsiteY3" fmla="*/ 15960 h 15959"/>
              </a:gdLst>
              <a:ahLst/>
              <a:cxnLst>
                <a:cxn ang="0">
                  <a:pos x="connsiteX0" y="connsiteY0"/>
                </a:cxn>
                <a:cxn ang="0">
                  <a:pos x="connsiteX1" y="connsiteY1"/>
                </a:cxn>
                <a:cxn ang="0">
                  <a:pos x="connsiteX2" y="connsiteY2"/>
                </a:cxn>
                <a:cxn ang="0">
                  <a:pos x="connsiteX3" y="connsiteY3"/>
                </a:cxn>
              </a:cxnLst>
              <a:rect l="l" t="t" r="r" b="b"/>
              <a:pathLst>
                <a:path w="15335" h="15959">
                  <a:moveTo>
                    <a:pt x="6390" y="15960"/>
                  </a:moveTo>
                  <a:lnTo>
                    <a:pt x="15336" y="15960"/>
                  </a:lnTo>
                  <a:cubicBezTo>
                    <a:pt x="11502" y="9576"/>
                    <a:pt x="6390" y="3831"/>
                    <a:pt x="0" y="0"/>
                  </a:cubicBezTo>
                  <a:cubicBezTo>
                    <a:pt x="3195" y="5107"/>
                    <a:pt x="5112" y="10215"/>
                    <a:pt x="6390" y="15960"/>
                  </a:cubicBezTo>
                  <a:close/>
                </a:path>
              </a:pathLst>
            </a:custGeom>
            <a:solidFill>
              <a:srgbClr val="26890D"/>
            </a:solidFill>
            <a:ln w="6390" cap="flat">
              <a:noFill/>
              <a:prstDash val="solid"/>
              <a:miter/>
            </a:ln>
          </p:spPr>
          <p:txBody>
            <a:bodyPr rtlCol="0" anchor="ctr"/>
            <a:lstStyle/>
            <a:p>
              <a:endParaRPr lang="en-US"/>
            </a:p>
          </p:txBody>
        </p:sp>
        <p:sp>
          <p:nvSpPr>
            <p:cNvPr id="975" name="Graphic 4">
              <a:extLst>
                <a:ext uri="{FF2B5EF4-FFF2-40B4-BE49-F238E27FC236}">
                  <a16:creationId xmlns:a16="http://schemas.microsoft.com/office/drawing/2014/main" id="{3C080382-33AF-7C44-A1BC-5E8225316168}"/>
                </a:ext>
              </a:extLst>
            </p:cNvPr>
            <p:cNvSpPr/>
            <p:nvPr/>
          </p:nvSpPr>
          <p:spPr>
            <a:xfrm>
              <a:off x="905454" y="3824168"/>
              <a:ext cx="362309" cy="361971"/>
            </a:xfrm>
            <a:custGeom>
              <a:avLst/>
              <a:gdLst>
                <a:gd name="connsiteX0" fmla="*/ 180835 w 362309"/>
                <a:gd name="connsiteY0" fmla="*/ 0 h 361971"/>
                <a:gd name="connsiteX1" fmla="*/ 0 w 362309"/>
                <a:gd name="connsiteY1" fmla="*/ 180667 h 361971"/>
                <a:gd name="connsiteX2" fmla="*/ 180835 w 362309"/>
                <a:gd name="connsiteY2" fmla="*/ 361971 h 361971"/>
                <a:gd name="connsiteX3" fmla="*/ 362309 w 362309"/>
                <a:gd name="connsiteY3" fmla="*/ 180667 h 361971"/>
                <a:gd name="connsiteX4" fmla="*/ 362309 w 362309"/>
                <a:gd name="connsiteY4" fmla="*/ 180667 h 361971"/>
                <a:gd name="connsiteX5" fmla="*/ 180835 w 362309"/>
                <a:gd name="connsiteY5" fmla="*/ 0 h 361971"/>
                <a:gd name="connsiteX6" fmla="*/ 254959 w 362309"/>
                <a:gd name="connsiteY6" fmla="*/ 108528 h 361971"/>
                <a:gd name="connsiteX7" fmla="*/ 261348 w 362309"/>
                <a:gd name="connsiteY7" fmla="*/ 114912 h 361971"/>
                <a:gd name="connsiteX8" fmla="*/ 261348 w 362309"/>
                <a:gd name="connsiteY8" fmla="*/ 284725 h 361971"/>
                <a:gd name="connsiteX9" fmla="*/ 254959 w 362309"/>
                <a:gd name="connsiteY9" fmla="*/ 291109 h 361971"/>
                <a:gd name="connsiteX10" fmla="*/ 126521 w 362309"/>
                <a:gd name="connsiteY10" fmla="*/ 291109 h 361971"/>
                <a:gd name="connsiteX11" fmla="*/ 107990 w 362309"/>
                <a:gd name="connsiteY11" fmla="*/ 284725 h 361971"/>
                <a:gd name="connsiteX12" fmla="*/ 100961 w 362309"/>
                <a:gd name="connsiteY12" fmla="*/ 266850 h 361971"/>
                <a:gd name="connsiteX13" fmla="*/ 100961 w 362309"/>
                <a:gd name="connsiteY13" fmla="*/ 105974 h 361971"/>
                <a:gd name="connsiteX14" fmla="*/ 107990 w 362309"/>
                <a:gd name="connsiteY14" fmla="*/ 79161 h 361971"/>
                <a:gd name="connsiteX15" fmla="*/ 130355 w 362309"/>
                <a:gd name="connsiteY15" fmla="*/ 70224 h 361971"/>
                <a:gd name="connsiteX16" fmla="*/ 256237 w 362309"/>
                <a:gd name="connsiteY16" fmla="*/ 70224 h 361971"/>
                <a:gd name="connsiteX17" fmla="*/ 262626 w 362309"/>
                <a:gd name="connsiteY17" fmla="*/ 76608 h 361971"/>
                <a:gd name="connsiteX18" fmla="*/ 256237 w 362309"/>
                <a:gd name="connsiteY18" fmla="*/ 82992 h 361971"/>
                <a:gd name="connsiteX19" fmla="*/ 244735 w 362309"/>
                <a:gd name="connsiteY19" fmla="*/ 82992 h 361971"/>
                <a:gd name="connsiteX20" fmla="*/ 244735 w 362309"/>
                <a:gd name="connsiteY20" fmla="*/ 82992 h 361971"/>
                <a:gd name="connsiteX21" fmla="*/ 244735 w 362309"/>
                <a:gd name="connsiteY21" fmla="*/ 107889 h 361971"/>
                <a:gd name="connsiteX22" fmla="*/ 254959 w 362309"/>
                <a:gd name="connsiteY22" fmla="*/ 10852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2309" h="361971">
                  <a:moveTo>
                    <a:pt x="180835" y="0"/>
                  </a:moveTo>
                  <a:cubicBezTo>
                    <a:pt x="80513" y="0"/>
                    <a:pt x="0" y="81076"/>
                    <a:pt x="0" y="180667"/>
                  </a:cubicBezTo>
                  <a:cubicBezTo>
                    <a:pt x="0" y="280895"/>
                    <a:pt x="81152" y="361971"/>
                    <a:pt x="180835" y="361971"/>
                  </a:cubicBezTo>
                  <a:cubicBezTo>
                    <a:pt x="280518" y="361971"/>
                    <a:pt x="362309" y="280895"/>
                    <a:pt x="362309" y="180667"/>
                  </a:cubicBezTo>
                  <a:lnTo>
                    <a:pt x="362309" y="180667"/>
                  </a:lnTo>
                  <a:cubicBezTo>
                    <a:pt x="361670" y="81076"/>
                    <a:pt x="281157" y="0"/>
                    <a:pt x="180835" y="0"/>
                  </a:cubicBezTo>
                  <a:close/>
                  <a:moveTo>
                    <a:pt x="254959" y="108528"/>
                  </a:moveTo>
                  <a:cubicBezTo>
                    <a:pt x="258792" y="108528"/>
                    <a:pt x="261348" y="111081"/>
                    <a:pt x="261348" y="114912"/>
                  </a:cubicBezTo>
                  <a:lnTo>
                    <a:pt x="261348" y="284725"/>
                  </a:lnTo>
                  <a:cubicBezTo>
                    <a:pt x="261348" y="288556"/>
                    <a:pt x="258792" y="291109"/>
                    <a:pt x="254959" y="291109"/>
                  </a:cubicBezTo>
                  <a:lnTo>
                    <a:pt x="126521" y="291109"/>
                  </a:lnTo>
                  <a:cubicBezTo>
                    <a:pt x="119492" y="291109"/>
                    <a:pt x="113102" y="289194"/>
                    <a:pt x="107990" y="284725"/>
                  </a:cubicBezTo>
                  <a:cubicBezTo>
                    <a:pt x="103517" y="280257"/>
                    <a:pt x="100961" y="273873"/>
                    <a:pt x="100961" y="266850"/>
                  </a:cubicBezTo>
                  <a:lnTo>
                    <a:pt x="100961" y="105974"/>
                  </a:lnTo>
                  <a:cubicBezTo>
                    <a:pt x="99683" y="96398"/>
                    <a:pt x="102239" y="86822"/>
                    <a:pt x="107990" y="79161"/>
                  </a:cubicBezTo>
                  <a:cubicBezTo>
                    <a:pt x="113741" y="72777"/>
                    <a:pt x="122048" y="69585"/>
                    <a:pt x="130355" y="70224"/>
                  </a:cubicBezTo>
                  <a:lnTo>
                    <a:pt x="256237" y="70224"/>
                  </a:lnTo>
                  <a:cubicBezTo>
                    <a:pt x="260070" y="70224"/>
                    <a:pt x="262626" y="72777"/>
                    <a:pt x="262626" y="76608"/>
                  </a:cubicBezTo>
                  <a:cubicBezTo>
                    <a:pt x="262626" y="80438"/>
                    <a:pt x="260070" y="82992"/>
                    <a:pt x="256237" y="82992"/>
                  </a:cubicBezTo>
                  <a:lnTo>
                    <a:pt x="244735" y="82992"/>
                  </a:lnTo>
                  <a:lnTo>
                    <a:pt x="244735" y="82992"/>
                  </a:lnTo>
                  <a:cubicBezTo>
                    <a:pt x="238984" y="90014"/>
                    <a:pt x="238984" y="100867"/>
                    <a:pt x="244735" y="107889"/>
                  </a:cubicBezTo>
                  <a:lnTo>
                    <a:pt x="254959" y="108528"/>
                  </a:lnTo>
                  <a:close/>
                </a:path>
              </a:pathLst>
            </a:custGeom>
            <a:solidFill>
              <a:srgbClr val="26890D"/>
            </a:solidFill>
            <a:ln w="6390" cap="flat">
              <a:noFill/>
              <a:prstDash val="solid"/>
              <a:miter/>
            </a:ln>
          </p:spPr>
          <p:txBody>
            <a:bodyPr rtlCol="0" anchor="ctr"/>
            <a:lstStyle/>
            <a:p>
              <a:endParaRPr lang="en-US"/>
            </a:p>
          </p:txBody>
        </p:sp>
      </p:grpSp>
      <p:grpSp>
        <p:nvGrpSpPr>
          <p:cNvPr id="976" name="Graphic 4">
            <a:extLst>
              <a:ext uri="{FF2B5EF4-FFF2-40B4-BE49-F238E27FC236}">
                <a16:creationId xmlns:a16="http://schemas.microsoft.com/office/drawing/2014/main" id="{A46F2549-046D-8840-B91F-62938E2286B0}"/>
              </a:ext>
            </a:extLst>
          </p:cNvPr>
          <p:cNvGrpSpPr/>
          <p:nvPr/>
        </p:nvGrpSpPr>
        <p:grpSpPr>
          <a:xfrm>
            <a:off x="7805570" y="1402723"/>
            <a:ext cx="361670" cy="361971"/>
            <a:chOff x="6754802" y="1402723"/>
            <a:chExt cx="361670" cy="361971"/>
          </a:xfrm>
          <a:solidFill>
            <a:srgbClr val="43B02A"/>
          </a:solidFill>
        </p:grpSpPr>
        <p:sp>
          <p:nvSpPr>
            <p:cNvPr id="977" name="Graphic 4">
              <a:extLst>
                <a:ext uri="{FF2B5EF4-FFF2-40B4-BE49-F238E27FC236}">
                  <a16:creationId xmlns:a16="http://schemas.microsoft.com/office/drawing/2014/main" id="{1E05BDB3-9DD1-8C4A-A77A-42645FF8BB73}"/>
                </a:ext>
              </a:extLst>
            </p:cNvPr>
            <p:cNvSpPr/>
            <p:nvPr/>
          </p:nvSpPr>
          <p:spPr>
            <a:xfrm>
              <a:off x="6754802" y="1402723"/>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0 h 361971"/>
                <a:gd name="connsiteX7" fmla="*/ 180836 w 361670"/>
                <a:gd name="connsiteY7" fmla="*/ 348565 h 361971"/>
                <a:gd name="connsiteX8" fmla="*/ 12780 w 361670"/>
                <a:gd name="connsiteY8" fmla="*/ 180667 h 361971"/>
                <a:gd name="connsiteX9" fmla="*/ 180836 w 361670"/>
                <a:gd name="connsiteY9" fmla="*/ 12130 h 361971"/>
                <a:gd name="connsiteX10" fmla="*/ 348890 w 361670"/>
                <a:gd name="connsiteY10" fmla="*/ 180028 h 361971"/>
                <a:gd name="connsiteX11" fmla="*/ 348890 w 361670"/>
                <a:gd name="connsiteY11" fmla="*/ 180028 h 361971"/>
                <a:gd name="connsiteX12" fmla="*/ 180836 w 361670"/>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6" y="0"/>
                  </a:moveTo>
                  <a:cubicBezTo>
                    <a:pt x="80513" y="0"/>
                    <a:pt x="0" y="81077"/>
                    <a:pt x="0" y="180667"/>
                  </a:cubicBezTo>
                  <a:cubicBezTo>
                    <a:pt x="0" y="280257"/>
                    <a:pt x="81153" y="361972"/>
                    <a:pt x="180836" y="361972"/>
                  </a:cubicBezTo>
                  <a:cubicBezTo>
                    <a:pt x="281157" y="361972"/>
                    <a:pt x="361670" y="280895"/>
                    <a:pt x="361670" y="181305"/>
                  </a:cubicBezTo>
                  <a:cubicBezTo>
                    <a:pt x="361670" y="181305"/>
                    <a:pt x="361670" y="181305"/>
                    <a:pt x="361670" y="181305"/>
                  </a:cubicBezTo>
                  <a:cubicBezTo>
                    <a:pt x="361670" y="80438"/>
                    <a:pt x="280518" y="0"/>
                    <a:pt x="180836" y="0"/>
                  </a:cubicBezTo>
                  <a:cubicBezTo>
                    <a:pt x="180836" y="0"/>
                    <a:pt x="180836" y="0"/>
                    <a:pt x="180836" y="0"/>
                  </a:cubicBezTo>
                  <a:close/>
                  <a:moveTo>
                    <a:pt x="180836" y="348565"/>
                  </a:moveTo>
                  <a:cubicBezTo>
                    <a:pt x="87543" y="348565"/>
                    <a:pt x="12780" y="273234"/>
                    <a:pt x="12780" y="180667"/>
                  </a:cubicBezTo>
                  <a:cubicBezTo>
                    <a:pt x="12780" y="87461"/>
                    <a:pt x="88181" y="12130"/>
                    <a:pt x="180836" y="12130"/>
                  </a:cubicBezTo>
                  <a:cubicBezTo>
                    <a:pt x="274128" y="12130"/>
                    <a:pt x="348890" y="87461"/>
                    <a:pt x="348890" y="180028"/>
                  </a:cubicBezTo>
                  <a:lnTo>
                    <a:pt x="348890" y="180028"/>
                  </a:lnTo>
                  <a:cubicBezTo>
                    <a:pt x="348890" y="273234"/>
                    <a:pt x="273490" y="348565"/>
                    <a:pt x="180836" y="348565"/>
                  </a:cubicBezTo>
                  <a:close/>
                </a:path>
              </a:pathLst>
            </a:custGeom>
            <a:solidFill>
              <a:srgbClr val="43B02A"/>
            </a:solidFill>
            <a:ln w="6390" cap="flat">
              <a:noFill/>
              <a:prstDash val="solid"/>
              <a:miter/>
            </a:ln>
          </p:spPr>
          <p:txBody>
            <a:bodyPr rtlCol="0" anchor="ctr"/>
            <a:lstStyle/>
            <a:p>
              <a:endParaRPr lang="en-US"/>
            </a:p>
          </p:txBody>
        </p:sp>
        <p:sp>
          <p:nvSpPr>
            <p:cNvPr id="978" name="Graphic 4">
              <a:extLst>
                <a:ext uri="{FF2B5EF4-FFF2-40B4-BE49-F238E27FC236}">
                  <a16:creationId xmlns:a16="http://schemas.microsoft.com/office/drawing/2014/main" id="{4CDA172A-51D7-EE4A-981D-E59B03014C8D}"/>
                </a:ext>
              </a:extLst>
            </p:cNvPr>
            <p:cNvSpPr/>
            <p:nvPr/>
          </p:nvSpPr>
          <p:spPr>
            <a:xfrm>
              <a:off x="6828270" y="1476024"/>
              <a:ext cx="214139" cy="215893"/>
            </a:xfrm>
            <a:custGeom>
              <a:avLst/>
              <a:gdLst>
                <a:gd name="connsiteX0" fmla="*/ 202577 w 214139"/>
                <a:gd name="connsiteY0" fmla="*/ 165460 h 215893"/>
                <a:gd name="connsiteX1" fmla="*/ 202577 w 214139"/>
                <a:gd name="connsiteY1" fmla="*/ 85660 h 215893"/>
                <a:gd name="connsiteX2" fmla="*/ 181490 w 214139"/>
                <a:gd name="connsiteY2" fmla="*/ 63955 h 215893"/>
                <a:gd name="connsiteX3" fmla="*/ 148902 w 214139"/>
                <a:gd name="connsiteY3" fmla="*/ 63955 h 215893"/>
                <a:gd name="connsiteX4" fmla="*/ 127176 w 214139"/>
                <a:gd name="connsiteY4" fmla="*/ 85660 h 215893"/>
                <a:gd name="connsiteX5" fmla="*/ 127176 w 214139"/>
                <a:gd name="connsiteY5" fmla="*/ 102259 h 215893"/>
                <a:gd name="connsiteX6" fmla="*/ 54969 w 214139"/>
                <a:gd name="connsiteY6" fmla="*/ 2669 h 215893"/>
                <a:gd name="connsiteX7" fmla="*/ 46024 w 214139"/>
                <a:gd name="connsiteY7" fmla="*/ 1392 h 215893"/>
                <a:gd name="connsiteX8" fmla="*/ 28771 w 214139"/>
                <a:gd name="connsiteY8" fmla="*/ 12883 h 215893"/>
                <a:gd name="connsiteX9" fmla="*/ 26854 w 214139"/>
                <a:gd name="connsiteY9" fmla="*/ 21182 h 215893"/>
                <a:gd name="connsiteX10" fmla="*/ 30049 w 214139"/>
                <a:gd name="connsiteY10" fmla="*/ 27566 h 215893"/>
                <a:gd name="connsiteX11" fmla="*/ 30049 w 214139"/>
                <a:gd name="connsiteY11" fmla="*/ 122049 h 215893"/>
                <a:gd name="connsiteX12" fmla="*/ 655 w 214139"/>
                <a:gd name="connsiteY12" fmla="*/ 164183 h 215893"/>
                <a:gd name="connsiteX13" fmla="*/ 42829 w 214139"/>
                <a:gd name="connsiteY13" fmla="*/ 193550 h 215893"/>
                <a:gd name="connsiteX14" fmla="*/ 72222 w 214139"/>
                <a:gd name="connsiteY14" fmla="*/ 151416 h 215893"/>
                <a:gd name="connsiteX15" fmla="*/ 42829 w 214139"/>
                <a:gd name="connsiteY15" fmla="*/ 122049 h 215893"/>
                <a:gd name="connsiteX16" fmla="*/ 42829 w 214139"/>
                <a:gd name="connsiteY16" fmla="*/ 53102 h 215893"/>
                <a:gd name="connsiteX17" fmla="*/ 92670 w 214139"/>
                <a:gd name="connsiteY17" fmla="*/ 153331 h 215893"/>
                <a:gd name="connsiteX18" fmla="*/ 98421 w 214139"/>
                <a:gd name="connsiteY18" fmla="*/ 157161 h 215893"/>
                <a:gd name="connsiteX19" fmla="*/ 127176 w 214139"/>
                <a:gd name="connsiteY19" fmla="*/ 157161 h 215893"/>
                <a:gd name="connsiteX20" fmla="*/ 127176 w 214139"/>
                <a:gd name="connsiteY20" fmla="*/ 162268 h 215893"/>
                <a:gd name="connsiteX21" fmla="*/ 106728 w 214139"/>
                <a:gd name="connsiteY21" fmla="*/ 162268 h 215893"/>
                <a:gd name="connsiteX22" fmla="*/ 79890 w 214139"/>
                <a:gd name="connsiteY22" fmla="*/ 189081 h 215893"/>
                <a:gd name="connsiteX23" fmla="*/ 106728 w 214139"/>
                <a:gd name="connsiteY23" fmla="*/ 215894 h 215893"/>
                <a:gd name="connsiteX24" fmla="*/ 187241 w 214139"/>
                <a:gd name="connsiteY24" fmla="*/ 215894 h 215893"/>
                <a:gd name="connsiteX25" fmla="*/ 214079 w 214139"/>
                <a:gd name="connsiteY25" fmla="*/ 189081 h 215893"/>
                <a:gd name="connsiteX26" fmla="*/ 202577 w 214139"/>
                <a:gd name="connsiteY26" fmla="*/ 165460 h 215893"/>
                <a:gd name="connsiteX27" fmla="*/ 202577 w 214139"/>
                <a:gd name="connsiteY27" fmla="*/ 165460 h 215893"/>
                <a:gd name="connsiteX28" fmla="*/ 60081 w 214139"/>
                <a:gd name="connsiteY28" fmla="*/ 157161 h 215893"/>
                <a:gd name="connsiteX29" fmla="*/ 36439 w 214139"/>
                <a:gd name="connsiteY29" fmla="*/ 180782 h 215893"/>
                <a:gd name="connsiteX30" fmla="*/ 12796 w 214139"/>
                <a:gd name="connsiteY30" fmla="*/ 157161 h 215893"/>
                <a:gd name="connsiteX31" fmla="*/ 36439 w 214139"/>
                <a:gd name="connsiteY31" fmla="*/ 133540 h 215893"/>
                <a:gd name="connsiteX32" fmla="*/ 37078 w 214139"/>
                <a:gd name="connsiteY32" fmla="*/ 133540 h 215893"/>
                <a:gd name="connsiteX33" fmla="*/ 60081 w 214139"/>
                <a:gd name="connsiteY33" fmla="*/ 157161 h 215893"/>
                <a:gd name="connsiteX34" fmla="*/ 92031 w 214139"/>
                <a:gd name="connsiteY34" fmla="*/ 122688 h 215893"/>
                <a:gd name="connsiteX35" fmla="*/ 86280 w 214139"/>
                <a:gd name="connsiteY35" fmla="*/ 111835 h 215893"/>
                <a:gd name="connsiteX36" fmla="*/ 98421 w 214139"/>
                <a:gd name="connsiteY36" fmla="*/ 104812 h 215893"/>
                <a:gd name="connsiteX37" fmla="*/ 92031 w 214139"/>
                <a:gd name="connsiteY37" fmla="*/ 122688 h 215893"/>
                <a:gd name="connsiteX38" fmla="*/ 71584 w 214139"/>
                <a:gd name="connsiteY38" fmla="*/ 82469 h 215893"/>
                <a:gd name="connsiteX39" fmla="*/ 80529 w 214139"/>
                <a:gd name="connsiteY39" fmla="*/ 77361 h 215893"/>
                <a:gd name="connsiteX40" fmla="*/ 76695 w 214139"/>
                <a:gd name="connsiteY40" fmla="*/ 92044 h 215893"/>
                <a:gd name="connsiteX41" fmla="*/ 71584 w 214139"/>
                <a:gd name="connsiteY41" fmla="*/ 82469 h 215893"/>
                <a:gd name="connsiteX42" fmla="*/ 57525 w 214139"/>
                <a:gd name="connsiteY42" fmla="*/ 53102 h 215893"/>
                <a:gd name="connsiteX43" fmla="*/ 63276 w 214139"/>
                <a:gd name="connsiteY43" fmla="*/ 49910 h 215893"/>
                <a:gd name="connsiteX44" fmla="*/ 61359 w 214139"/>
                <a:gd name="connsiteY44" fmla="*/ 60125 h 215893"/>
                <a:gd name="connsiteX45" fmla="*/ 57525 w 214139"/>
                <a:gd name="connsiteY45" fmla="*/ 53102 h 215893"/>
                <a:gd name="connsiteX46" fmla="*/ 59443 w 214139"/>
                <a:gd name="connsiteY46" fmla="*/ 30758 h 215893"/>
                <a:gd name="connsiteX47" fmla="*/ 62638 w 214139"/>
                <a:gd name="connsiteY47" fmla="*/ 35227 h 215893"/>
                <a:gd name="connsiteX48" fmla="*/ 57525 w 214139"/>
                <a:gd name="connsiteY48" fmla="*/ 37781 h 215893"/>
                <a:gd name="connsiteX49" fmla="*/ 59443 w 214139"/>
                <a:gd name="connsiteY49" fmla="*/ 30758 h 215893"/>
                <a:gd name="connsiteX50" fmla="*/ 81807 w 214139"/>
                <a:gd name="connsiteY50" fmla="*/ 61401 h 215893"/>
                <a:gd name="connsiteX51" fmla="*/ 72861 w 214139"/>
                <a:gd name="connsiteY51" fmla="*/ 66509 h 215893"/>
                <a:gd name="connsiteX52" fmla="*/ 75417 w 214139"/>
                <a:gd name="connsiteY52" fmla="*/ 52464 h 215893"/>
                <a:gd name="connsiteX53" fmla="*/ 81807 w 214139"/>
                <a:gd name="connsiteY53" fmla="*/ 61401 h 215893"/>
                <a:gd name="connsiteX54" fmla="*/ 88836 w 214139"/>
                <a:gd name="connsiteY54" fmla="*/ 95875 h 215893"/>
                <a:gd name="connsiteX55" fmla="*/ 93309 w 214139"/>
                <a:gd name="connsiteY55" fmla="*/ 78000 h 215893"/>
                <a:gd name="connsiteX56" fmla="*/ 100977 w 214139"/>
                <a:gd name="connsiteY56" fmla="*/ 88214 h 215893"/>
                <a:gd name="connsiteX57" fmla="*/ 88836 w 214139"/>
                <a:gd name="connsiteY57" fmla="*/ 95875 h 215893"/>
                <a:gd name="connsiteX58" fmla="*/ 112479 w 214139"/>
                <a:gd name="connsiteY58" fmla="*/ 104174 h 215893"/>
                <a:gd name="connsiteX59" fmla="*/ 120786 w 214139"/>
                <a:gd name="connsiteY59" fmla="*/ 115665 h 215893"/>
                <a:gd name="connsiteX60" fmla="*/ 104811 w 214139"/>
                <a:gd name="connsiteY60" fmla="*/ 124603 h 215893"/>
                <a:gd name="connsiteX61" fmla="*/ 112479 w 214139"/>
                <a:gd name="connsiteY61" fmla="*/ 104174 h 215893"/>
                <a:gd name="connsiteX62" fmla="*/ 47940 w 214139"/>
                <a:gd name="connsiteY62" fmla="*/ 14798 h 215893"/>
                <a:gd name="connsiteX63" fmla="*/ 49219 w 214139"/>
                <a:gd name="connsiteY63" fmla="*/ 16713 h 215893"/>
                <a:gd name="connsiteX64" fmla="*/ 46663 w 214139"/>
                <a:gd name="connsiteY64" fmla="*/ 31397 h 215893"/>
                <a:gd name="connsiteX65" fmla="*/ 40912 w 214139"/>
                <a:gd name="connsiteY65" fmla="*/ 19905 h 215893"/>
                <a:gd name="connsiteX66" fmla="*/ 47940 w 214139"/>
                <a:gd name="connsiteY66" fmla="*/ 14798 h 215893"/>
                <a:gd name="connsiteX67" fmla="*/ 102255 w 214139"/>
                <a:gd name="connsiteY67" fmla="*/ 142478 h 215893"/>
                <a:gd name="connsiteX68" fmla="*/ 101616 w 214139"/>
                <a:gd name="connsiteY68" fmla="*/ 141201 h 215893"/>
                <a:gd name="connsiteX69" fmla="*/ 127176 w 214139"/>
                <a:gd name="connsiteY69" fmla="*/ 126518 h 215893"/>
                <a:gd name="connsiteX70" fmla="*/ 127176 w 214139"/>
                <a:gd name="connsiteY70" fmla="*/ 143116 h 215893"/>
                <a:gd name="connsiteX71" fmla="*/ 102255 w 214139"/>
                <a:gd name="connsiteY71" fmla="*/ 142478 h 215893"/>
                <a:gd name="connsiteX72" fmla="*/ 139956 w 214139"/>
                <a:gd name="connsiteY72" fmla="*/ 148862 h 215893"/>
                <a:gd name="connsiteX73" fmla="*/ 139956 w 214139"/>
                <a:gd name="connsiteY73" fmla="*/ 85660 h 215893"/>
                <a:gd name="connsiteX74" fmla="*/ 148902 w 214139"/>
                <a:gd name="connsiteY74" fmla="*/ 76723 h 215893"/>
                <a:gd name="connsiteX75" fmla="*/ 182129 w 214139"/>
                <a:gd name="connsiteY75" fmla="*/ 76723 h 215893"/>
                <a:gd name="connsiteX76" fmla="*/ 190436 w 214139"/>
                <a:gd name="connsiteY76" fmla="*/ 85022 h 215893"/>
                <a:gd name="connsiteX77" fmla="*/ 190436 w 214139"/>
                <a:gd name="connsiteY77" fmla="*/ 85022 h 215893"/>
                <a:gd name="connsiteX78" fmla="*/ 190436 w 214139"/>
                <a:gd name="connsiteY78" fmla="*/ 159715 h 215893"/>
                <a:gd name="connsiteX79" fmla="*/ 140594 w 214139"/>
                <a:gd name="connsiteY79" fmla="*/ 159715 h 215893"/>
                <a:gd name="connsiteX80" fmla="*/ 139956 w 214139"/>
                <a:gd name="connsiteY80" fmla="*/ 148862 h 215893"/>
                <a:gd name="connsiteX81" fmla="*/ 187241 w 214139"/>
                <a:gd name="connsiteY81" fmla="*/ 201849 h 215893"/>
                <a:gd name="connsiteX82" fmla="*/ 106728 w 214139"/>
                <a:gd name="connsiteY82" fmla="*/ 201849 h 215893"/>
                <a:gd name="connsiteX83" fmla="*/ 92670 w 214139"/>
                <a:gd name="connsiteY83" fmla="*/ 187804 h 215893"/>
                <a:gd name="connsiteX84" fmla="*/ 106728 w 214139"/>
                <a:gd name="connsiteY84" fmla="*/ 173759 h 215893"/>
                <a:gd name="connsiteX85" fmla="*/ 187241 w 214139"/>
                <a:gd name="connsiteY85" fmla="*/ 173759 h 215893"/>
                <a:gd name="connsiteX86" fmla="*/ 201299 w 214139"/>
                <a:gd name="connsiteY86" fmla="*/ 187804 h 215893"/>
                <a:gd name="connsiteX87" fmla="*/ 187241 w 214139"/>
                <a:gd name="connsiteY87" fmla="*/ 201849 h 215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14139" h="215893">
                  <a:moveTo>
                    <a:pt x="202577" y="165460"/>
                  </a:moveTo>
                  <a:lnTo>
                    <a:pt x="202577" y="85660"/>
                  </a:lnTo>
                  <a:cubicBezTo>
                    <a:pt x="202577" y="73531"/>
                    <a:pt x="192992" y="63955"/>
                    <a:pt x="181490" y="63955"/>
                  </a:cubicBezTo>
                  <a:lnTo>
                    <a:pt x="148902" y="63955"/>
                  </a:lnTo>
                  <a:cubicBezTo>
                    <a:pt x="136761" y="63955"/>
                    <a:pt x="127176" y="73531"/>
                    <a:pt x="127176" y="85660"/>
                  </a:cubicBezTo>
                  <a:lnTo>
                    <a:pt x="127176" y="102259"/>
                  </a:lnTo>
                  <a:lnTo>
                    <a:pt x="54969" y="2669"/>
                  </a:lnTo>
                  <a:cubicBezTo>
                    <a:pt x="53053" y="115"/>
                    <a:pt x="49219" y="-1162"/>
                    <a:pt x="46024" y="1392"/>
                  </a:cubicBezTo>
                  <a:lnTo>
                    <a:pt x="28771" y="12883"/>
                  </a:lnTo>
                  <a:cubicBezTo>
                    <a:pt x="26214" y="14798"/>
                    <a:pt x="24937" y="17990"/>
                    <a:pt x="26854" y="21182"/>
                  </a:cubicBezTo>
                  <a:lnTo>
                    <a:pt x="30049" y="27566"/>
                  </a:lnTo>
                  <a:lnTo>
                    <a:pt x="30049" y="122049"/>
                  </a:lnTo>
                  <a:cubicBezTo>
                    <a:pt x="10240" y="125880"/>
                    <a:pt x="-3179" y="144393"/>
                    <a:pt x="655" y="164183"/>
                  </a:cubicBezTo>
                  <a:cubicBezTo>
                    <a:pt x="4489" y="183974"/>
                    <a:pt x="23019" y="197380"/>
                    <a:pt x="42829" y="193550"/>
                  </a:cubicBezTo>
                  <a:cubicBezTo>
                    <a:pt x="62638" y="189719"/>
                    <a:pt x="76056" y="171206"/>
                    <a:pt x="72222" y="151416"/>
                  </a:cubicBezTo>
                  <a:cubicBezTo>
                    <a:pt x="69666" y="136094"/>
                    <a:pt x="57525" y="124603"/>
                    <a:pt x="42829" y="122049"/>
                  </a:cubicBezTo>
                  <a:lnTo>
                    <a:pt x="42829" y="53102"/>
                  </a:lnTo>
                  <a:lnTo>
                    <a:pt x="92670" y="153331"/>
                  </a:lnTo>
                  <a:cubicBezTo>
                    <a:pt x="93948" y="155246"/>
                    <a:pt x="95865" y="157161"/>
                    <a:pt x="98421" y="157161"/>
                  </a:cubicBezTo>
                  <a:lnTo>
                    <a:pt x="127176" y="157161"/>
                  </a:lnTo>
                  <a:lnTo>
                    <a:pt x="127176" y="162268"/>
                  </a:lnTo>
                  <a:lnTo>
                    <a:pt x="106728" y="162268"/>
                  </a:lnTo>
                  <a:cubicBezTo>
                    <a:pt x="92031" y="162268"/>
                    <a:pt x="79890" y="174398"/>
                    <a:pt x="79890" y="189081"/>
                  </a:cubicBezTo>
                  <a:cubicBezTo>
                    <a:pt x="79890" y="203764"/>
                    <a:pt x="92031" y="215894"/>
                    <a:pt x="106728" y="215894"/>
                  </a:cubicBezTo>
                  <a:lnTo>
                    <a:pt x="187241" y="215894"/>
                  </a:lnTo>
                  <a:cubicBezTo>
                    <a:pt x="201938" y="215894"/>
                    <a:pt x="214079" y="203764"/>
                    <a:pt x="214079" y="189081"/>
                  </a:cubicBezTo>
                  <a:cubicBezTo>
                    <a:pt x="214718" y="178867"/>
                    <a:pt x="210245" y="170567"/>
                    <a:pt x="202577" y="165460"/>
                  </a:cubicBezTo>
                  <a:lnTo>
                    <a:pt x="202577" y="165460"/>
                  </a:lnTo>
                  <a:close/>
                  <a:moveTo>
                    <a:pt x="60081" y="157161"/>
                  </a:moveTo>
                  <a:cubicBezTo>
                    <a:pt x="60081" y="170567"/>
                    <a:pt x="49219" y="180782"/>
                    <a:pt x="36439" y="180782"/>
                  </a:cubicBezTo>
                  <a:cubicBezTo>
                    <a:pt x="23019" y="180782"/>
                    <a:pt x="12796" y="169929"/>
                    <a:pt x="12796" y="157161"/>
                  </a:cubicBezTo>
                  <a:cubicBezTo>
                    <a:pt x="12796" y="144393"/>
                    <a:pt x="23019" y="133540"/>
                    <a:pt x="36439" y="133540"/>
                  </a:cubicBezTo>
                  <a:lnTo>
                    <a:pt x="37078" y="133540"/>
                  </a:lnTo>
                  <a:cubicBezTo>
                    <a:pt x="49858" y="133540"/>
                    <a:pt x="60081" y="144393"/>
                    <a:pt x="60081" y="157161"/>
                  </a:cubicBezTo>
                  <a:close/>
                  <a:moveTo>
                    <a:pt x="92031" y="122688"/>
                  </a:moveTo>
                  <a:lnTo>
                    <a:pt x="86280" y="111835"/>
                  </a:lnTo>
                  <a:lnTo>
                    <a:pt x="98421" y="104812"/>
                  </a:lnTo>
                  <a:lnTo>
                    <a:pt x="92031" y="122688"/>
                  </a:lnTo>
                  <a:close/>
                  <a:moveTo>
                    <a:pt x="71584" y="82469"/>
                  </a:moveTo>
                  <a:lnTo>
                    <a:pt x="80529" y="77361"/>
                  </a:lnTo>
                  <a:lnTo>
                    <a:pt x="76695" y="92044"/>
                  </a:lnTo>
                  <a:lnTo>
                    <a:pt x="71584" y="82469"/>
                  </a:lnTo>
                  <a:close/>
                  <a:moveTo>
                    <a:pt x="57525" y="53102"/>
                  </a:moveTo>
                  <a:lnTo>
                    <a:pt x="63276" y="49910"/>
                  </a:lnTo>
                  <a:lnTo>
                    <a:pt x="61359" y="60125"/>
                  </a:lnTo>
                  <a:lnTo>
                    <a:pt x="57525" y="53102"/>
                  </a:lnTo>
                  <a:close/>
                  <a:moveTo>
                    <a:pt x="59443" y="30758"/>
                  </a:moveTo>
                  <a:lnTo>
                    <a:pt x="62638" y="35227"/>
                  </a:lnTo>
                  <a:lnTo>
                    <a:pt x="57525" y="37781"/>
                  </a:lnTo>
                  <a:lnTo>
                    <a:pt x="59443" y="30758"/>
                  </a:lnTo>
                  <a:close/>
                  <a:moveTo>
                    <a:pt x="81807" y="61401"/>
                  </a:moveTo>
                  <a:lnTo>
                    <a:pt x="72861" y="66509"/>
                  </a:lnTo>
                  <a:lnTo>
                    <a:pt x="75417" y="52464"/>
                  </a:lnTo>
                  <a:lnTo>
                    <a:pt x="81807" y="61401"/>
                  </a:lnTo>
                  <a:close/>
                  <a:moveTo>
                    <a:pt x="88836" y="95875"/>
                  </a:moveTo>
                  <a:lnTo>
                    <a:pt x="93309" y="78000"/>
                  </a:lnTo>
                  <a:lnTo>
                    <a:pt x="100977" y="88214"/>
                  </a:lnTo>
                  <a:lnTo>
                    <a:pt x="88836" y="95875"/>
                  </a:lnTo>
                  <a:close/>
                  <a:moveTo>
                    <a:pt x="112479" y="104174"/>
                  </a:moveTo>
                  <a:lnTo>
                    <a:pt x="120786" y="115665"/>
                  </a:lnTo>
                  <a:lnTo>
                    <a:pt x="104811" y="124603"/>
                  </a:lnTo>
                  <a:lnTo>
                    <a:pt x="112479" y="104174"/>
                  </a:lnTo>
                  <a:close/>
                  <a:moveTo>
                    <a:pt x="47940" y="14798"/>
                  </a:moveTo>
                  <a:lnTo>
                    <a:pt x="49219" y="16713"/>
                  </a:lnTo>
                  <a:lnTo>
                    <a:pt x="46663" y="31397"/>
                  </a:lnTo>
                  <a:lnTo>
                    <a:pt x="40912" y="19905"/>
                  </a:lnTo>
                  <a:lnTo>
                    <a:pt x="47940" y="14798"/>
                  </a:lnTo>
                  <a:close/>
                  <a:moveTo>
                    <a:pt x="102255" y="142478"/>
                  </a:moveTo>
                  <a:lnTo>
                    <a:pt x="101616" y="141201"/>
                  </a:lnTo>
                  <a:lnTo>
                    <a:pt x="127176" y="126518"/>
                  </a:lnTo>
                  <a:lnTo>
                    <a:pt x="127176" y="143116"/>
                  </a:lnTo>
                  <a:lnTo>
                    <a:pt x="102255" y="142478"/>
                  </a:lnTo>
                  <a:close/>
                  <a:moveTo>
                    <a:pt x="139956" y="148862"/>
                  </a:moveTo>
                  <a:lnTo>
                    <a:pt x="139956" y="85660"/>
                  </a:lnTo>
                  <a:cubicBezTo>
                    <a:pt x="139956" y="80553"/>
                    <a:pt x="143789" y="76723"/>
                    <a:pt x="148902" y="76723"/>
                  </a:cubicBezTo>
                  <a:lnTo>
                    <a:pt x="182129" y="76723"/>
                  </a:lnTo>
                  <a:cubicBezTo>
                    <a:pt x="186602" y="76723"/>
                    <a:pt x="190436" y="80553"/>
                    <a:pt x="190436" y="85022"/>
                  </a:cubicBezTo>
                  <a:cubicBezTo>
                    <a:pt x="190436" y="85022"/>
                    <a:pt x="190436" y="85022"/>
                    <a:pt x="190436" y="85022"/>
                  </a:cubicBezTo>
                  <a:lnTo>
                    <a:pt x="190436" y="159715"/>
                  </a:lnTo>
                  <a:lnTo>
                    <a:pt x="140594" y="159715"/>
                  </a:lnTo>
                  <a:lnTo>
                    <a:pt x="139956" y="148862"/>
                  </a:lnTo>
                  <a:close/>
                  <a:moveTo>
                    <a:pt x="187241" y="201849"/>
                  </a:moveTo>
                  <a:lnTo>
                    <a:pt x="106728" y="201849"/>
                  </a:lnTo>
                  <a:cubicBezTo>
                    <a:pt x="99060" y="201849"/>
                    <a:pt x="92670" y="195465"/>
                    <a:pt x="92670" y="187804"/>
                  </a:cubicBezTo>
                  <a:cubicBezTo>
                    <a:pt x="92670" y="180143"/>
                    <a:pt x="99060" y="173759"/>
                    <a:pt x="106728" y="173759"/>
                  </a:cubicBezTo>
                  <a:lnTo>
                    <a:pt x="187241" y="173759"/>
                  </a:lnTo>
                  <a:cubicBezTo>
                    <a:pt x="194909" y="173759"/>
                    <a:pt x="201299" y="180143"/>
                    <a:pt x="201299" y="187804"/>
                  </a:cubicBezTo>
                  <a:cubicBezTo>
                    <a:pt x="201299" y="195465"/>
                    <a:pt x="194909" y="201849"/>
                    <a:pt x="187241" y="201849"/>
                  </a:cubicBezTo>
                  <a:close/>
                </a:path>
              </a:pathLst>
            </a:custGeom>
            <a:solidFill>
              <a:srgbClr val="43B02A"/>
            </a:solidFill>
            <a:ln w="6390" cap="flat">
              <a:noFill/>
              <a:prstDash val="solid"/>
              <a:miter/>
            </a:ln>
          </p:spPr>
          <p:txBody>
            <a:bodyPr rtlCol="0" anchor="ctr"/>
            <a:lstStyle/>
            <a:p>
              <a:endParaRPr lang="en-US"/>
            </a:p>
          </p:txBody>
        </p:sp>
        <p:sp>
          <p:nvSpPr>
            <p:cNvPr id="979" name="Graphic 4">
              <a:extLst>
                <a:ext uri="{FF2B5EF4-FFF2-40B4-BE49-F238E27FC236}">
                  <a16:creationId xmlns:a16="http://schemas.microsoft.com/office/drawing/2014/main" id="{4A4B351D-8C57-7E47-9BF9-E6E6810BB334}"/>
                </a:ext>
              </a:extLst>
            </p:cNvPr>
            <p:cNvSpPr/>
            <p:nvPr/>
          </p:nvSpPr>
          <p:spPr>
            <a:xfrm>
              <a:off x="6973977" y="1560407"/>
              <a:ext cx="38339" cy="32558"/>
            </a:xfrm>
            <a:custGeom>
              <a:avLst/>
              <a:gdLst>
                <a:gd name="connsiteX0" fmla="*/ 31950 w 38339"/>
                <a:gd name="connsiteY0" fmla="*/ 0 h 32558"/>
                <a:gd name="connsiteX1" fmla="*/ 6390 w 38339"/>
                <a:gd name="connsiteY1" fmla="*/ 0 h 32558"/>
                <a:gd name="connsiteX2" fmla="*/ 0 w 38339"/>
                <a:gd name="connsiteY2" fmla="*/ 6384 h 32558"/>
                <a:gd name="connsiteX3" fmla="*/ 0 w 38339"/>
                <a:gd name="connsiteY3" fmla="*/ 26174 h 32558"/>
                <a:gd name="connsiteX4" fmla="*/ 6390 w 38339"/>
                <a:gd name="connsiteY4" fmla="*/ 32558 h 32558"/>
                <a:gd name="connsiteX5" fmla="*/ 31950 w 38339"/>
                <a:gd name="connsiteY5" fmla="*/ 32558 h 32558"/>
                <a:gd name="connsiteX6" fmla="*/ 38340 w 38339"/>
                <a:gd name="connsiteY6" fmla="*/ 26174 h 32558"/>
                <a:gd name="connsiteX7" fmla="*/ 38340 w 38339"/>
                <a:gd name="connsiteY7" fmla="*/ 6384 h 32558"/>
                <a:gd name="connsiteX8" fmla="*/ 31950 w 38339"/>
                <a:gd name="connsiteY8" fmla="*/ 0 h 32558"/>
                <a:gd name="connsiteX9" fmla="*/ 25560 w 38339"/>
                <a:gd name="connsiteY9" fmla="*/ 19790 h 32558"/>
                <a:gd name="connsiteX10" fmla="*/ 12780 w 38339"/>
                <a:gd name="connsiteY10" fmla="*/ 19790 h 32558"/>
                <a:gd name="connsiteX11" fmla="*/ 12780 w 38339"/>
                <a:gd name="connsiteY11" fmla="*/ 12768 h 32558"/>
                <a:gd name="connsiteX12" fmla="*/ 25560 w 38339"/>
                <a:gd name="connsiteY12" fmla="*/ 12768 h 32558"/>
                <a:gd name="connsiteX13" fmla="*/ 25560 w 38339"/>
                <a:gd name="connsiteY13" fmla="*/ 19790 h 3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339" h="32558">
                  <a:moveTo>
                    <a:pt x="31950" y="0"/>
                  </a:moveTo>
                  <a:lnTo>
                    <a:pt x="6390" y="0"/>
                  </a:lnTo>
                  <a:cubicBezTo>
                    <a:pt x="2556" y="0"/>
                    <a:pt x="0" y="2554"/>
                    <a:pt x="0" y="6384"/>
                  </a:cubicBezTo>
                  <a:lnTo>
                    <a:pt x="0" y="26174"/>
                  </a:lnTo>
                  <a:cubicBezTo>
                    <a:pt x="0" y="30005"/>
                    <a:pt x="2556" y="32558"/>
                    <a:pt x="6390" y="32558"/>
                  </a:cubicBezTo>
                  <a:lnTo>
                    <a:pt x="31950" y="32558"/>
                  </a:lnTo>
                  <a:cubicBezTo>
                    <a:pt x="35783" y="32558"/>
                    <a:pt x="38340" y="30005"/>
                    <a:pt x="38340" y="26174"/>
                  </a:cubicBezTo>
                  <a:lnTo>
                    <a:pt x="38340" y="6384"/>
                  </a:lnTo>
                  <a:cubicBezTo>
                    <a:pt x="38340" y="2554"/>
                    <a:pt x="35783" y="0"/>
                    <a:pt x="31950" y="0"/>
                  </a:cubicBezTo>
                  <a:close/>
                  <a:moveTo>
                    <a:pt x="25560" y="19790"/>
                  </a:moveTo>
                  <a:lnTo>
                    <a:pt x="12780" y="19790"/>
                  </a:lnTo>
                  <a:lnTo>
                    <a:pt x="12780" y="12768"/>
                  </a:lnTo>
                  <a:lnTo>
                    <a:pt x="25560" y="12768"/>
                  </a:lnTo>
                  <a:lnTo>
                    <a:pt x="25560" y="19790"/>
                  </a:lnTo>
                  <a:close/>
                </a:path>
              </a:pathLst>
            </a:custGeom>
            <a:solidFill>
              <a:srgbClr val="43B02A"/>
            </a:solidFill>
            <a:ln w="6390" cap="flat">
              <a:noFill/>
              <a:prstDash val="solid"/>
              <a:miter/>
            </a:ln>
          </p:spPr>
          <p:txBody>
            <a:bodyPr rtlCol="0" anchor="ctr"/>
            <a:lstStyle/>
            <a:p>
              <a:endParaRPr lang="en-US"/>
            </a:p>
          </p:txBody>
        </p:sp>
        <p:sp>
          <p:nvSpPr>
            <p:cNvPr id="980" name="Graphic 4">
              <a:extLst>
                <a:ext uri="{FF2B5EF4-FFF2-40B4-BE49-F238E27FC236}">
                  <a16:creationId xmlns:a16="http://schemas.microsoft.com/office/drawing/2014/main" id="{B41B823F-4453-FE4C-8DBE-57CB60794826}"/>
                </a:ext>
              </a:extLst>
            </p:cNvPr>
            <p:cNvSpPr/>
            <p:nvPr/>
          </p:nvSpPr>
          <p:spPr>
            <a:xfrm>
              <a:off x="6933720" y="1657444"/>
              <a:ext cx="83069" cy="12767"/>
            </a:xfrm>
            <a:custGeom>
              <a:avLst/>
              <a:gdLst>
                <a:gd name="connsiteX0" fmla="*/ 76679 w 83069"/>
                <a:gd name="connsiteY0" fmla="*/ 0 h 12767"/>
                <a:gd name="connsiteX1" fmla="*/ 6390 w 83069"/>
                <a:gd name="connsiteY1" fmla="*/ 0 h 12767"/>
                <a:gd name="connsiteX2" fmla="*/ 6390 w 83069"/>
                <a:gd name="connsiteY2" fmla="*/ 0 h 12767"/>
                <a:gd name="connsiteX3" fmla="*/ 0 w 83069"/>
                <a:gd name="connsiteY3" fmla="*/ 6384 h 12767"/>
                <a:gd name="connsiteX4" fmla="*/ 6390 w 83069"/>
                <a:gd name="connsiteY4" fmla="*/ 12768 h 12767"/>
                <a:gd name="connsiteX5" fmla="*/ 76679 w 83069"/>
                <a:gd name="connsiteY5" fmla="*/ 12768 h 12767"/>
                <a:gd name="connsiteX6" fmla="*/ 76679 w 83069"/>
                <a:gd name="connsiteY6" fmla="*/ 12768 h 12767"/>
                <a:gd name="connsiteX7" fmla="*/ 83069 w 83069"/>
                <a:gd name="connsiteY7" fmla="*/ 6384 h 12767"/>
                <a:gd name="connsiteX8" fmla="*/ 76679 w 83069"/>
                <a:gd name="connsiteY8"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069" h="12767">
                  <a:moveTo>
                    <a:pt x="76679" y="0"/>
                  </a:moveTo>
                  <a:lnTo>
                    <a:pt x="6390" y="0"/>
                  </a:lnTo>
                  <a:lnTo>
                    <a:pt x="6390" y="0"/>
                  </a:lnTo>
                  <a:cubicBezTo>
                    <a:pt x="2556" y="0"/>
                    <a:pt x="0" y="2554"/>
                    <a:pt x="0" y="6384"/>
                  </a:cubicBezTo>
                  <a:cubicBezTo>
                    <a:pt x="0" y="10214"/>
                    <a:pt x="2556" y="12768"/>
                    <a:pt x="6390" y="12768"/>
                  </a:cubicBezTo>
                  <a:lnTo>
                    <a:pt x="76679" y="12768"/>
                  </a:lnTo>
                  <a:lnTo>
                    <a:pt x="76679" y="12768"/>
                  </a:lnTo>
                  <a:cubicBezTo>
                    <a:pt x="80513" y="12768"/>
                    <a:pt x="83069" y="10214"/>
                    <a:pt x="83069" y="6384"/>
                  </a:cubicBezTo>
                  <a:cubicBezTo>
                    <a:pt x="83069" y="2554"/>
                    <a:pt x="80513" y="0"/>
                    <a:pt x="76679" y="0"/>
                  </a:cubicBezTo>
                  <a:close/>
                </a:path>
              </a:pathLst>
            </a:custGeom>
            <a:solidFill>
              <a:srgbClr val="43B02A"/>
            </a:solidFill>
            <a:ln w="6390" cap="flat">
              <a:noFill/>
              <a:prstDash val="solid"/>
              <a:miter/>
            </a:ln>
          </p:spPr>
          <p:txBody>
            <a:bodyPr rtlCol="0" anchor="ctr"/>
            <a:lstStyle/>
            <a:p>
              <a:endParaRPr lang="en-US"/>
            </a:p>
          </p:txBody>
        </p:sp>
      </p:grpSp>
      <p:grpSp>
        <p:nvGrpSpPr>
          <p:cNvPr id="981" name="Graphic 4">
            <a:extLst>
              <a:ext uri="{FF2B5EF4-FFF2-40B4-BE49-F238E27FC236}">
                <a16:creationId xmlns:a16="http://schemas.microsoft.com/office/drawing/2014/main" id="{15C6FF53-AAD4-4D49-9DDF-09BF3E44CBD6}"/>
              </a:ext>
            </a:extLst>
          </p:cNvPr>
          <p:cNvGrpSpPr/>
          <p:nvPr/>
        </p:nvGrpSpPr>
        <p:grpSpPr>
          <a:xfrm>
            <a:off x="7805570" y="1893013"/>
            <a:ext cx="361670" cy="361971"/>
            <a:chOff x="6754802" y="1893013"/>
            <a:chExt cx="361670" cy="361971"/>
          </a:xfrm>
          <a:solidFill>
            <a:srgbClr val="43B02A"/>
          </a:solidFill>
        </p:grpSpPr>
        <p:sp>
          <p:nvSpPr>
            <p:cNvPr id="982" name="Graphic 4">
              <a:extLst>
                <a:ext uri="{FF2B5EF4-FFF2-40B4-BE49-F238E27FC236}">
                  <a16:creationId xmlns:a16="http://schemas.microsoft.com/office/drawing/2014/main" id="{B67B0718-A60B-B144-BF19-77AC74A0D4DC}"/>
                </a:ext>
              </a:extLst>
            </p:cNvPr>
            <p:cNvSpPr/>
            <p:nvPr/>
          </p:nvSpPr>
          <p:spPr>
            <a:xfrm>
              <a:off x="6754802" y="1893013"/>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0 h 361971"/>
                <a:gd name="connsiteX7" fmla="*/ 180836 w 361670"/>
                <a:gd name="connsiteY7" fmla="*/ 349204 h 361971"/>
                <a:gd name="connsiteX8" fmla="*/ 12780 w 361670"/>
                <a:gd name="connsiteY8" fmla="*/ 181305 h 361971"/>
                <a:gd name="connsiteX9" fmla="*/ 180836 w 361670"/>
                <a:gd name="connsiteY9" fmla="*/ 12768 h 361971"/>
                <a:gd name="connsiteX10" fmla="*/ 348890 w 361670"/>
                <a:gd name="connsiteY10" fmla="*/ 180667 h 361971"/>
                <a:gd name="connsiteX11" fmla="*/ 348890 w 361670"/>
                <a:gd name="connsiteY11" fmla="*/ 180667 h 361971"/>
                <a:gd name="connsiteX12" fmla="*/ 180836 w 361670"/>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6" y="0"/>
                  </a:moveTo>
                  <a:cubicBezTo>
                    <a:pt x="80513" y="0"/>
                    <a:pt x="0" y="81077"/>
                    <a:pt x="0" y="180667"/>
                  </a:cubicBezTo>
                  <a:cubicBezTo>
                    <a:pt x="0" y="280895"/>
                    <a:pt x="81153" y="361972"/>
                    <a:pt x="180836" y="361972"/>
                  </a:cubicBezTo>
                  <a:cubicBezTo>
                    <a:pt x="281157" y="361972"/>
                    <a:pt x="361670" y="280895"/>
                    <a:pt x="361670" y="181305"/>
                  </a:cubicBezTo>
                  <a:cubicBezTo>
                    <a:pt x="361670" y="181305"/>
                    <a:pt x="361670" y="181305"/>
                    <a:pt x="361670" y="181305"/>
                  </a:cubicBezTo>
                  <a:cubicBezTo>
                    <a:pt x="361670" y="81077"/>
                    <a:pt x="280518" y="0"/>
                    <a:pt x="180836" y="0"/>
                  </a:cubicBezTo>
                  <a:cubicBezTo>
                    <a:pt x="180836" y="0"/>
                    <a:pt x="180836"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cubicBezTo>
                    <a:pt x="348890" y="180667"/>
                    <a:pt x="348890" y="180667"/>
                    <a:pt x="348890" y="180667"/>
                  </a:cubicBezTo>
                  <a:cubicBezTo>
                    <a:pt x="348890" y="273873"/>
                    <a:pt x="273490" y="349204"/>
                    <a:pt x="180836" y="349204"/>
                  </a:cubicBezTo>
                  <a:close/>
                </a:path>
              </a:pathLst>
            </a:custGeom>
            <a:solidFill>
              <a:srgbClr val="43B02A"/>
            </a:solidFill>
            <a:ln w="6390" cap="flat">
              <a:noFill/>
              <a:prstDash val="solid"/>
              <a:miter/>
            </a:ln>
          </p:spPr>
          <p:txBody>
            <a:bodyPr rtlCol="0" anchor="ctr"/>
            <a:lstStyle/>
            <a:p>
              <a:endParaRPr lang="en-US"/>
            </a:p>
          </p:txBody>
        </p:sp>
        <p:sp>
          <p:nvSpPr>
            <p:cNvPr id="983" name="Graphic 4">
              <a:extLst>
                <a:ext uri="{FF2B5EF4-FFF2-40B4-BE49-F238E27FC236}">
                  <a16:creationId xmlns:a16="http://schemas.microsoft.com/office/drawing/2014/main" id="{0A6F2B6F-3497-C94B-B55C-00BFA22392EE}"/>
                </a:ext>
              </a:extLst>
            </p:cNvPr>
            <p:cNvSpPr/>
            <p:nvPr/>
          </p:nvSpPr>
          <p:spPr>
            <a:xfrm>
              <a:off x="6822374" y="1989161"/>
              <a:ext cx="223867" cy="169425"/>
            </a:xfrm>
            <a:custGeom>
              <a:avLst/>
              <a:gdLst>
                <a:gd name="connsiteX0" fmla="*/ 221893 w 223867"/>
                <a:gd name="connsiteY0" fmla="*/ 62175 h 169425"/>
                <a:gd name="connsiteX1" fmla="*/ 154159 w 223867"/>
                <a:gd name="connsiteY1" fmla="*/ 1527 h 169425"/>
                <a:gd name="connsiteX2" fmla="*/ 149047 w 223867"/>
                <a:gd name="connsiteY2" fmla="*/ 250 h 169425"/>
                <a:gd name="connsiteX3" fmla="*/ 144574 w 223867"/>
                <a:gd name="connsiteY3" fmla="*/ 3442 h 169425"/>
                <a:gd name="connsiteX4" fmla="*/ 117097 w 223867"/>
                <a:gd name="connsiteY4" fmla="*/ 54514 h 169425"/>
                <a:gd name="connsiteX5" fmla="*/ 99205 w 223867"/>
                <a:gd name="connsiteY5" fmla="*/ 37916 h 169425"/>
                <a:gd name="connsiteX6" fmla="*/ 81314 w 223867"/>
                <a:gd name="connsiteY6" fmla="*/ 37916 h 169425"/>
                <a:gd name="connsiteX7" fmla="*/ 63422 w 223867"/>
                <a:gd name="connsiteY7" fmla="*/ 55153 h 169425"/>
                <a:gd name="connsiteX8" fmla="*/ 60866 w 223867"/>
                <a:gd name="connsiteY8" fmla="*/ 67921 h 169425"/>
                <a:gd name="connsiteX9" fmla="*/ 37862 w 223867"/>
                <a:gd name="connsiteY9" fmla="*/ 67921 h 169425"/>
                <a:gd name="connsiteX10" fmla="*/ 19971 w 223867"/>
                <a:gd name="connsiteY10" fmla="*/ 85796 h 169425"/>
                <a:gd name="connsiteX11" fmla="*/ 19971 w 223867"/>
                <a:gd name="connsiteY11" fmla="*/ 85796 h 169425"/>
                <a:gd name="connsiteX12" fmla="*/ 19971 w 223867"/>
                <a:gd name="connsiteY12" fmla="*/ 103671 h 169425"/>
                <a:gd name="connsiteX13" fmla="*/ 21248 w 223867"/>
                <a:gd name="connsiteY13" fmla="*/ 110055 h 169425"/>
                <a:gd name="connsiteX14" fmla="*/ 1440 w 223867"/>
                <a:gd name="connsiteY14" fmla="*/ 148359 h 169425"/>
                <a:gd name="connsiteX15" fmla="*/ 30833 w 223867"/>
                <a:gd name="connsiteY15" fmla="*/ 169426 h 169425"/>
                <a:gd name="connsiteX16" fmla="*/ 130516 w 223867"/>
                <a:gd name="connsiteY16" fmla="*/ 169426 h 169425"/>
                <a:gd name="connsiteX17" fmla="*/ 161188 w 223867"/>
                <a:gd name="connsiteY17" fmla="*/ 138783 h 169425"/>
                <a:gd name="connsiteX18" fmla="*/ 143296 w 223867"/>
                <a:gd name="connsiteY18" fmla="*/ 111332 h 169425"/>
                <a:gd name="connsiteX19" fmla="*/ 143296 w 223867"/>
                <a:gd name="connsiteY19" fmla="*/ 82604 h 169425"/>
                <a:gd name="connsiteX20" fmla="*/ 159910 w 223867"/>
                <a:gd name="connsiteY20" fmla="*/ 54514 h 169425"/>
                <a:gd name="connsiteX21" fmla="*/ 183553 w 223867"/>
                <a:gd name="connsiteY21" fmla="*/ 77497 h 169425"/>
                <a:gd name="connsiteX22" fmla="*/ 183553 w 223867"/>
                <a:gd name="connsiteY22" fmla="*/ 77497 h 169425"/>
                <a:gd name="connsiteX23" fmla="*/ 162466 w 223867"/>
                <a:gd name="connsiteY23" fmla="*/ 104309 h 169425"/>
                <a:gd name="connsiteX24" fmla="*/ 161188 w 223867"/>
                <a:gd name="connsiteY24" fmla="*/ 109417 h 169425"/>
                <a:gd name="connsiteX25" fmla="*/ 164383 w 223867"/>
                <a:gd name="connsiteY25" fmla="*/ 113885 h 169425"/>
                <a:gd name="connsiteX26" fmla="*/ 194416 w 223867"/>
                <a:gd name="connsiteY26" fmla="*/ 124738 h 169425"/>
                <a:gd name="connsiteX27" fmla="*/ 196972 w 223867"/>
                <a:gd name="connsiteY27" fmla="*/ 124738 h 169425"/>
                <a:gd name="connsiteX28" fmla="*/ 214864 w 223867"/>
                <a:gd name="connsiteY28" fmla="*/ 99202 h 169425"/>
                <a:gd name="connsiteX29" fmla="*/ 223170 w 223867"/>
                <a:gd name="connsiteY29" fmla="*/ 81965 h 169425"/>
                <a:gd name="connsiteX30" fmla="*/ 222531 w 223867"/>
                <a:gd name="connsiteY30" fmla="*/ 66005 h 169425"/>
                <a:gd name="connsiteX31" fmla="*/ 221893 w 223867"/>
                <a:gd name="connsiteY31" fmla="*/ 62175 h 169425"/>
                <a:gd name="connsiteX32" fmla="*/ 131155 w 223867"/>
                <a:gd name="connsiteY32" fmla="*/ 156658 h 169425"/>
                <a:gd name="connsiteX33" fmla="*/ 31472 w 223867"/>
                <a:gd name="connsiteY33" fmla="*/ 156658 h 169425"/>
                <a:gd name="connsiteX34" fmla="*/ 12302 w 223867"/>
                <a:gd name="connsiteY34" fmla="*/ 140060 h 169425"/>
                <a:gd name="connsiteX35" fmla="*/ 28916 w 223867"/>
                <a:gd name="connsiteY35" fmla="*/ 120908 h 169425"/>
                <a:gd name="connsiteX36" fmla="*/ 30833 w 223867"/>
                <a:gd name="connsiteY36" fmla="*/ 120908 h 169425"/>
                <a:gd name="connsiteX37" fmla="*/ 130516 w 223867"/>
                <a:gd name="connsiteY37" fmla="*/ 120908 h 169425"/>
                <a:gd name="connsiteX38" fmla="*/ 147130 w 223867"/>
                <a:gd name="connsiteY38" fmla="*/ 140060 h 169425"/>
                <a:gd name="connsiteX39" fmla="*/ 131155 w 223867"/>
                <a:gd name="connsiteY39" fmla="*/ 156658 h 169425"/>
                <a:gd name="connsiteX40" fmla="*/ 212308 w 223867"/>
                <a:gd name="connsiteY40" fmla="*/ 78773 h 169425"/>
                <a:gd name="connsiteX41" fmla="*/ 205918 w 223867"/>
                <a:gd name="connsiteY41" fmla="*/ 90265 h 169425"/>
                <a:gd name="connsiteX42" fmla="*/ 204000 w 223867"/>
                <a:gd name="connsiteY42" fmla="*/ 93457 h 169425"/>
                <a:gd name="connsiteX43" fmla="*/ 195054 w 223867"/>
                <a:gd name="connsiteY43" fmla="*/ 111332 h 169425"/>
                <a:gd name="connsiteX44" fmla="*/ 178441 w 223867"/>
                <a:gd name="connsiteY44" fmla="*/ 105586 h 169425"/>
                <a:gd name="connsiteX45" fmla="*/ 193777 w 223867"/>
                <a:gd name="connsiteY45" fmla="*/ 86434 h 169425"/>
                <a:gd name="connsiteX46" fmla="*/ 198249 w 223867"/>
                <a:gd name="connsiteY46" fmla="*/ 84519 h 169425"/>
                <a:gd name="connsiteX47" fmla="*/ 201444 w 223867"/>
                <a:gd name="connsiteY47" fmla="*/ 79412 h 169425"/>
                <a:gd name="connsiteX48" fmla="*/ 199528 w 223867"/>
                <a:gd name="connsiteY48" fmla="*/ 73666 h 169425"/>
                <a:gd name="connsiteX49" fmla="*/ 164383 w 223867"/>
                <a:gd name="connsiteY49" fmla="*/ 39193 h 169425"/>
                <a:gd name="connsiteX50" fmla="*/ 159271 w 223867"/>
                <a:gd name="connsiteY50" fmla="*/ 37277 h 169425"/>
                <a:gd name="connsiteX51" fmla="*/ 154798 w 223867"/>
                <a:gd name="connsiteY51" fmla="*/ 40469 h 169425"/>
                <a:gd name="connsiteX52" fmla="*/ 133072 w 223867"/>
                <a:gd name="connsiteY52" fmla="*/ 76858 h 169425"/>
                <a:gd name="connsiteX53" fmla="*/ 132433 w 223867"/>
                <a:gd name="connsiteY53" fmla="*/ 80050 h 169425"/>
                <a:gd name="connsiteX54" fmla="*/ 132433 w 223867"/>
                <a:gd name="connsiteY54" fmla="*/ 108140 h 169425"/>
                <a:gd name="connsiteX55" fmla="*/ 39141 w 223867"/>
                <a:gd name="connsiteY55" fmla="*/ 108140 h 169425"/>
                <a:gd name="connsiteX56" fmla="*/ 34028 w 223867"/>
                <a:gd name="connsiteY56" fmla="*/ 103033 h 169425"/>
                <a:gd name="connsiteX57" fmla="*/ 34028 w 223867"/>
                <a:gd name="connsiteY57" fmla="*/ 103033 h 169425"/>
                <a:gd name="connsiteX58" fmla="*/ 34028 w 223867"/>
                <a:gd name="connsiteY58" fmla="*/ 85157 h 169425"/>
                <a:gd name="connsiteX59" fmla="*/ 39141 w 223867"/>
                <a:gd name="connsiteY59" fmla="*/ 80050 h 169425"/>
                <a:gd name="connsiteX60" fmla="*/ 39141 w 223867"/>
                <a:gd name="connsiteY60" fmla="*/ 80050 h 169425"/>
                <a:gd name="connsiteX61" fmla="*/ 67256 w 223867"/>
                <a:gd name="connsiteY61" fmla="*/ 80050 h 169425"/>
                <a:gd name="connsiteX62" fmla="*/ 73646 w 223867"/>
                <a:gd name="connsiteY62" fmla="*/ 73666 h 169425"/>
                <a:gd name="connsiteX63" fmla="*/ 76841 w 223867"/>
                <a:gd name="connsiteY63" fmla="*/ 56429 h 169425"/>
                <a:gd name="connsiteX64" fmla="*/ 76841 w 223867"/>
                <a:gd name="connsiteY64" fmla="*/ 55153 h 169425"/>
                <a:gd name="connsiteX65" fmla="*/ 81953 w 223867"/>
                <a:gd name="connsiteY65" fmla="*/ 50045 h 169425"/>
                <a:gd name="connsiteX66" fmla="*/ 81953 w 223867"/>
                <a:gd name="connsiteY66" fmla="*/ 50045 h 169425"/>
                <a:gd name="connsiteX67" fmla="*/ 99845 w 223867"/>
                <a:gd name="connsiteY67" fmla="*/ 50045 h 169425"/>
                <a:gd name="connsiteX68" fmla="*/ 104956 w 223867"/>
                <a:gd name="connsiteY68" fmla="*/ 55153 h 169425"/>
                <a:gd name="connsiteX69" fmla="*/ 104956 w 223867"/>
                <a:gd name="connsiteY69" fmla="*/ 55153 h 169425"/>
                <a:gd name="connsiteX70" fmla="*/ 104956 w 223867"/>
                <a:gd name="connsiteY70" fmla="*/ 56429 h 169425"/>
                <a:gd name="connsiteX71" fmla="*/ 108151 w 223867"/>
                <a:gd name="connsiteY71" fmla="*/ 74305 h 169425"/>
                <a:gd name="connsiteX72" fmla="*/ 113264 w 223867"/>
                <a:gd name="connsiteY72" fmla="*/ 79412 h 169425"/>
                <a:gd name="connsiteX73" fmla="*/ 119654 w 223867"/>
                <a:gd name="connsiteY73" fmla="*/ 76220 h 169425"/>
                <a:gd name="connsiteX74" fmla="*/ 152242 w 223867"/>
                <a:gd name="connsiteY74" fmla="*/ 16210 h 169425"/>
                <a:gd name="connsiteX75" fmla="*/ 212946 w 223867"/>
                <a:gd name="connsiteY75" fmla="*/ 69836 h 169425"/>
                <a:gd name="connsiteX76" fmla="*/ 212308 w 223867"/>
                <a:gd name="connsiteY76" fmla="*/ 78773 h 169425"/>
                <a:gd name="connsiteX77" fmla="*/ 212308 w 223867"/>
                <a:gd name="connsiteY77" fmla="*/ 78773 h 1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23867" h="169425">
                  <a:moveTo>
                    <a:pt x="221893" y="62175"/>
                  </a:moveTo>
                  <a:lnTo>
                    <a:pt x="154159" y="1527"/>
                  </a:lnTo>
                  <a:cubicBezTo>
                    <a:pt x="152881" y="250"/>
                    <a:pt x="150964" y="-388"/>
                    <a:pt x="149047" y="250"/>
                  </a:cubicBezTo>
                  <a:cubicBezTo>
                    <a:pt x="147130" y="889"/>
                    <a:pt x="145213" y="1527"/>
                    <a:pt x="144574" y="3442"/>
                  </a:cubicBezTo>
                  <a:lnTo>
                    <a:pt x="117097" y="54514"/>
                  </a:lnTo>
                  <a:cubicBezTo>
                    <a:pt x="116459" y="45577"/>
                    <a:pt x="108790" y="37916"/>
                    <a:pt x="99205" y="37916"/>
                  </a:cubicBezTo>
                  <a:lnTo>
                    <a:pt x="81314" y="37916"/>
                  </a:lnTo>
                  <a:cubicBezTo>
                    <a:pt x="71729" y="37916"/>
                    <a:pt x="64061" y="45577"/>
                    <a:pt x="63422" y="55153"/>
                  </a:cubicBezTo>
                  <a:lnTo>
                    <a:pt x="60866" y="67921"/>
                  </a:lnTo>
                  <a:lnTo>
                    <a:pt x="37862" y="67921"/>
                  </a:lnTo>
                  <a:cubicBezTo>
                    <a:pt x="28277" y="67921"/>
                    <a:pt x="19971" y="75581"/>
                    <a:pt x="19971" y="85796"/>
                  </a:cubicBezTo>
                  <a:cubicBezTo>
                    <a:pt x="19971" y="85796"/>
                    <a:pt x="19971" y="85796"/>
                    <a:pt x="19971" y="85796"/>
                  </a:cubicBezTo>
                  <a:lnTo>
                    <a:pt x="19971" y="103671"/>
                  </a:lnTo>
                  <a:cubicBezTo>
                    <a:pt x="19971" y="105586"/>
                    <a:pt x="20610" y="108140"/>
                    <a:pt x="21248" y="110055"/>
                  </a:cubicBezTo>
                  <a:cubicBezTo>
                    <a:pt x="5274" y="115162"/>
                    <a:pt x="-3673" y="132399"/>
                    <a:pt x="1440" y="148359"/>
                  </a:cubicBezTo>
                  <a:cubicBezTo>
                    <a:pt x="5274" y="161127"/>
                    <a:pt x="17415" y="169426"/>
                    <a:pt x="30833" y="169426"/>
                  </a:cubicBezTo>
                  <a:lnTo>
                    <a:pt x="130516" y="169426"/>
                  </a:lnTo>
                  <a:cubicBezTo>
                    <a:pt x="147130" y="169426"/>
                    <a:pt x="161188" y="156020"/>
                    <a:pt x="161188" y="138783"/>
                  </a:cubicBezTo>
                  <a:cubicBezTo>
                    <a:pt x="161188" y="126653"/>
                    <a:pt x="154159" y="115801"/>
                    <a:pt x="143296" y="111332"/>
                  </a:cubicBezTo>
                  <a:lnTo>
                    <a:pt x="143296" y="82604"/>
                  </a:lnTo>
                  <a:lnTo>
                    <a:pt x="159910" y="54514"/>
                  </a:lnTo>
                  <a:lnTo>
                    <a:pt x="183553" y="77497"/>
                  </a:lnTo>
                  <a:lnTo>
                    <a:pt x="183553" y="77497"/>
                  </a:lnTo>
                  <a:lnTo>
                    <a:pt x="162466" y="104309"/>
                  </a:lnTo>
                  <a:cubicBezTo>
                    <a:pt x="161188" y="105586"/>
                    <a:pt x="160549" y="107501"/>
                    <a:pt x="161188" y="109417"/>
                  </a:cubicBezTo>
                  <a:cubicBezTo>
                    <a:pt x="161827" y="111332"/>
                    <a:pt x="163105" y="112609"/>
                    <a:pt x="164383" y="113885"/>
                  </a:cubicBezTo>
                  <a:cubicBezTo>
                    <a:pt x="173968" y="118993"/>
                    <a:pt x="184192" y="122823"/>
                    <a:pt x="194416" y="124738"/>
                  </a:cubicBezTo>
                  <a:cubicBezTo>
                    <a:pt x="195054" y="124738"/>
                    <a:pt x="196333" y="124738"/>
                    <a:pt x="196972" y="124738"/>
                  </a:cubicBezTo>
                  <a:cubicBezTo>
                    <a:pt x="205279" y="122185"/>
                    <a:pt x="211669" y="113885"/>
                    <a:pt x="214864" y="99202"/>
                  </a:cubicBezTo>
                  <a:cubicBezTo>
                    <a:pt x="219336" y="94095"/>
                    <a:pt x="222531" y="88349"/>
                    <a:pt x="223170" y="81965"/>
                  </a:cubicBezTo>
                  <a:cubicBezTo>
                    <a:pt x="224449" y="76858"/>
                    <a:pt x="223809" y="71113"/>
                    <a:pt x="222531" y="66005"/>
                  </a:cubicBezTo>
                  <a:cubicBezTo>
                    <a:pt x="223809" y="64090"/>
                    <a:pt x="223170" y="62813"/>
                    <a:pt x="221893" y="62175"/>
                  </a:cubicBezTo>
                  <a:close/>
                  <a:moveTo>
                    <a:pt x="131155" y="156658"/>
                  </a:moveTo>
                  <a:lnTo>
                    <a:pt x="31472" y="156658"/>
                  </a:lnTo>
                  <a:cubicBezTo>
                    <a:pt x="21887" y="157296"/>
                    <a:pt x="12941" y="149636"/>
                    <a:pt x="12302" y="140060"/>
                  </a:cubicBezTo>
                  <a:cubicBezTo>
                    <a:pt x="11663" y="130484"/>
                    <a:pt x="19331" y="121546"/>
                    <a:pt x="28916" y="120908"/>
                  </a:cubicBezTo>
                  <a:cubicBezTo>
                    <a:pt x="29556" y="120908"/>
                    <a:pt x="30194" y="120908"/>
                    <a:pt x="30833" y="120908"/>
                  </a:cubicBezTo>
                  <a:lnTo>
                    <a:pt x="130516" y="120908"/>
                  </a:lnTo>
                  <a:cubicBezTo>
                    <a:pt x="140101" y="121546"/>
                    <a:pt x="147769" y="129845"/>
                    <a:pt x="147130" y="140060"/>
                  </a:cubicBezTo>
                  <a:cubicBezTo>
                    <a:pt x="147769" y="148997"/>
                    <a:pt x="140740" y="156020"/>
                    <a:pt x="131155" y="156658"/>
                  </a:cubicBezTo>
                  <a:close/>
                  <a:moveTo>
                    <a:pt x="212308" y="78773"/>
                  </a:moveTo>
                  <a:cubicBezTo>
                    <a:pt x="211669" y="83242"/>
                    <a:pt x="209113" y="87073"/>
                    <a:pt x="205918" y="90265"/>
                  </a:cubicBezTo>
                  <a:cubicBezTo>
                    <a:pt x="205279" y="90903"/>
                    <a:pt x="204639" y="92180"/>
                    <a:pt x="204000" y="93457"/>
                  </a:cubicBezTo>
                  <a:cubicBezTo>
                    <a:pt x="202084" y="103033"/>
                    <a:pt x="198249" y="109417"/>
                    <a:pt x="195054" y="111332"/>
                  </a:cubicBezTo>
                  <a:cubicBezTo>
                    <a:pt x="189304" y="110055"/>
                    <a:pt x="183553" y="108140"/>
                    <a:pt x="178441" y="105586"/>
                  </a:cubicBezTo>
                  <a:lnTo>
                    <a:pt x="193777" y="86434"/>
                  </a:lnTo>
                  <a:lnTo>
                    <a:pt x="198249" y="84519"/>
                  </a:lnTo>
                  <a:cubicBezTo>
                    <a:pt x="200167" y="83881"/>
                    <a:pt x="201444" y="81965"/>
                    <a:pt x="201444" y="79412"/>
                  </a:cubicBezTo>
                  <a:cubicBezTo>
                    <a:pt x="201444" y="77497"/>
                    <a:pt x="200805" y="75581"/>
                    <a:pt x="199528" y="73666"/>
                  </a:cubicBezTo>
                  <a:lnTo>
                    <a:pt x="164383" y="39193"/>
                  </a:lnTo>
                  <a:cubicBezTo>
                    <a:pt x="163105" y="37916"/>
                    <a:pt x="161188" y="37277"/>
                    <a:pt x="159271" y="37277"/>
                  </a:cubicBezTo>
                  <a:cubicBezTo>
                    <a:pt x="157354" y="37277"/>
                    <a:pt x="155437" y="38554"/>
                    <a:pt x="154798" y="40469"/>
                  </a:cubicBezTo>
                  <a:lnTo>
                    <a:pt x="133072" y="76858"/>
                  </a:lnTo>
                  <a:cubicBezTo>
                    <a:pt x="132433" y="78135"/>
                    <a:pt x="132433" y="78773"/>
                    <a:pt x="132433" y="80050"/>
                  </a:cubicBezTo>
                  <a:lnTo>
                    <a:pt x="132433" y="108140"/>
                  </a:lnTo>
                  <a:lnTo>
                    <a:pt x="39141" y="108140"/>
                  </a:lnTo>
                  <a:cubicBezTo>
                    <a:pt x="36584" y="108140"/>
                    <a:pt x="34028" y="106225"/>
                    <a:pt x="34028" y="103033"/>
                  </a:cubicBezTo>
                  <a:cubicBezTo>
                    <a:pt x="34028" y="103033"/>
                    <a:pt x="34028" y="103033"/>
                    <a:pt x="34028" y="103033"/>
                  </a:cubicBezTo>
                  <a:lnTo>
                    <a:pt x="34028" y="85157"/>
                  </a:lnTo>
                  <a:cubicBezTo>
                    <a:pt x="34028" y="82604"/>
                    <a:pt x="35946" y="80050"/>
                    <a:pt x="39141" y="80050"/>
                  </a:cubicBezTo>
                  <a:lnTo>
                    <a:pt x="39141" y="80050"/>
                  </a:lnTo>
                  <a:lnTo>
                    <a:pt x="67256" y="80050"/>
                  </a:lnTo>
                  <a:cubicBezTo>
                    <a:pt x="71090" y="80050"/>
                    <a:pt x="73646" y="77497"/>
                    <a:pt x="73646" y="73666"/>
                  </a:cubicBezTo>
                  <a:lnTo>
                    <a:pt x="76841" y="56429"/>
                  </a:lnTo>
                  <a:cubicBezTo>
                    <a:pt x="76841" y="55791"/>
                    <a:pt x="76841" y="55791"/>
                    <a:pt x="76841" y="55153"/>
                  </a:cubicBezTo>
                  <a:cubicBezTo>
                    <a:pt x="76841" y="52599"/>
                    <a:pt x="78758" y="50045"/>
                    <a:pt x="81953" y="50045"/>
                  </a:cubicBezTo>
                  <a:lnTo>
                    <a:pt x="81953" y="50045"/>
                  </a:lnTo>
                  <a:lnTo>
                    <a:pt x="99845" y="50045"/>
                  </a:lnTo>
                  <a:cubicBezTo>
                    <a:pt x="102400" y="50045"/>
                    <a:pt x="104956" y="51961"/>
                    <a:pt x="104956" y="55153"/>
                  </a:cubicBezTo>
                  <a:cubicBezTo>
                    <a:pt x="104956" y="55153"/>
                    <a:pt x="104956" y="55153"/>
                    <a:pt x="104956" y="55153"/>
                  </a:cubicBezTo>
                  <a:cubicBezTo>
                    <a:pt x="104956" y="55791"/>
                    <a:pt x="104956" y="55791"/>
                    <a:pt x="104956" y="56429"/>
                  </a:cubicBezTo>
                  <a:lnTo>
                    <a:pt x="108151" y="74305"/>
                  </a:lnTo>
                  <a:cubicBezTo>
                    <a:pt x="108790" y="76858"/>
                    <a:pt x="110707" y="78773"/>
                    <a:pt x="113264" y="79412"/>
                  </a:cubicBezTo>
                  <a:cubicBezTo>
                    <a:pt x="115820" y="80050"/>
                    <a:pt x="118375" y="78135"/>
                    <a:pt x="119654" y="76220"/>
                  </a:cubicBezTo>
                  <a:lnTo>
                    <a:pt x="152242" y="16210"/>
                  </a:lnTo>
                  <a:lnTo>
                    <a:pt x="212946" y="69836"/>
                  </a:lnTo>
                  <a:cubicBezTo>
                    <a:pt x="212308" y="73028"/>
                    <a:pt x="212308" y="75581"/>
                    <a:pt x="212308" y="78773"/>
                  </a:cubicBezTo>
                  <a:lnTo>
                    <a:pt x="212308" y="78773"/>
                  </a:lnTo>
                  <a:close/>
                </a:path>
              </a:pathLst>
            </a:custGeom>
            <a:solidFill>
              <a:srgbClr val="43B02A"/>
            </a:solidFill>
            <a:ln w="6390" cap="flat">
              <a:noFill/>
              <a:prstDash val="solid"/>
              <a:miter/>
            </a:ln>
          </p:spPr>
          <p:txBody>
            <a:bodyPr rtlCol="0" anchor="ctr"/>
            <a:lstStyle/>
            <a:p>
              <a:endParaRPr lang="en-US"/>
            </a:p>
          </p:txBody>
        </p:sp>
        <p:sp>
          <p:nvSpPr>
            <p:cNvPr id="984" name="Graphic 4">
              <a:extLst>
                <a:ext uri="{FF2B5EF4-FFF2-40B4-BE49-F238E27FC236}">
                  <a16:creationId xmlns:a16="http://schemas.microsoft.com/office/drawing/2014/main" id="{29F7A4B0-4AF1-4A4B-9D19-185BA70BEAD2}"/>
                </a:ext>
              </a:extLst>
            </p:cNvPr>
            <p:cNvSpPr/>
            <p:nvPr/>
          </p:nvSpPr>
          <p:spPr>
            <a:xfrm>
              <a:off x="6900881" y="2049420"/>
              <a:ext cx="22866" cy="22343"/>
            </a:xfrm>
            <a:custGeom>
              <a:avLst/>
              <a:gdLst>
                <a:gd name="connsiteX0" fmla="*/ 14308 w 22866"/>
                <a:gd name="connsiteY0" fmla="*/ 0 h 22343"/>
                <a:gd name="connsiteX1" fmla="*/ 8558 w 22866"/>
                <a:gd name="connsiteY1" fmla="*/ 0 h 22343"/>
                <a:gd name="connsiteX2" fmla="*/ 2168 w 22866"/>
                <a:gd name="connsiteY2" fmla="*/ 5107 h 22343"/>
                <a:gd name="connsiteX3" fmla="*/ 251 w 22866"/>
                <a:gd name="connsiteY3" fmla="*/ 14683 h 22343"/>
                <a:gd name="connsiteX4" fmla="*/ 1528 w 22866"/>
                <a:gd name="connsiteY4" fmla="*/ 19790 h 22343"/>
                <a:gd name="connsiteX5" fmla="*/ 6641 w 22866"/>
                <a:gd name="connsiteY5" fmla="*/ 22344 h 22343"/>
                <a:gd name="connsiteX6" fmla="*/ 16225 w 22866"/>
                <a:gd name="connsiteY6" fmla="*/ 22344 h 22343"/>
                <a:gd name="connsiteX7" fmla="*/ 21338 w 22866"/>
                <a:gd name="connsiteY7" fmla="*/ 19790 h 22343"/>
                <a:gd name="connsiteX8" fmla="*/ 22615 w 22866"/>
                <a:gd name="connsiteY8" fmla="*/ 14683 h 22343"/>
                <a:gd name="connsiteX9" fmla="*/ 20698 w 22866"/>
                <a:gd name="connsiteY9" fmla="*/ 5107 h 22343"/>
                <a:gd name="connsiteX10" fmla="*/ 14308 w 22866"/>
                <a:gd name="connsiteY10" fmla="*/ 0 h 22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866" h="22343">
                  <a:moveTo>
                    <a:pt x="14308" y="0"/>
                  </a:moveTo>
                  <a:lnTo>
                    <a:pt x="8558" y="0"/>
                  </a:lnTo>
                  <a:cubicBezTo>
                    <a:pt x="5363" y="0"/>
                    <a:pt x="2807" y="1915"/>
                    <a:pt x="2168" y="5107"/>
                  </a:cubicBezTo>
                  <a:lnTo>
                    <a:pt x="251" y="14683"/>
                  </a:lnTo>
                  <a:cubicBezTo>
                    <a:pt x="-388" y="16598"/>
                    <a:pt x="251" y="18514"/>
                    <a:pt x="1528" y="19790"/>
                  </a:cubicBezTo>
                  <a:cubicBezTo>
                    <a:pt x="2807" y="21067"/>
                    <a:pt x="4723" y="22344"/>
                    <a:pt x="6641" y="22344"/>
                  </a:cubicBezTo>
                  <a:lnTo>
                    <a:pt x="16225" y="22344"/>
                  </a:lnTo>
                  <a:cubicBezTo>
                    <a:pt x="18143" y="22344"/>
                    <a:pt x="20059" y="21706"/>
                    <a:pt x="21338" y="19790"/>
                  </a:cubicBezTo>
                  <a:cubicBezTo>
                    <a:pt x="22615" y="18514"/>
                    <a:pt x="23254" y="16598"/>
                    <a:pt x="22615" y="14683"/>
                  </a:cubicBezTo>
                  <a:lnTo>
                    <a:pt x="20698" y="5107"/>
                  </a:lnTo>
                  <a:cubicBezTo>
                    <a:pt x="20059" y="2554"/>
                    <a:pt x="17503" y="0"/>
                    <a:pt x="14308" y="0"/>
                  </a:cubicBezTo>
                  <a:close/>
                </a:path>
              </a:pathLst>
            </a:custGeom>
            <a:solidFill>
              <a:srgbClr val="43B02A"/>
            </a:solidFill>
            <a:ln w="6390" cap="flat">
              <a:noFill/>
              <a:prstDash val="solid"/>
              <a:miter/>
            </a:ln>
          </p:spPr>
          <p:txBody>
            <a:bodyPr rtlCol="0" anchor="ctr"/>
            <a:lstStyle/>
            <a:p>
              <a:endParaRPr lang="en-US"/>
            </a:p>
          </p:txBody>
        </p:sp>
        <p:sp>
          <p:nvSpPr>
            <p:cNvPr id="985" name="Graphic 4">
              <a:extLst>
                <a:ext uri="{FF2B5EF4-FFF2-40B4-BE49-F238E27FC236}">
                  <a16:creationId xmlns:a16="http://schemas.microsoft.com/office/drawing/2014/main" id="{A759FD25-749E-EC4F-9652-C0F295E1F91A}"/>
                </a:ext>
              </a:extLst>
            </p:cNvPr>
            <p:cNvSpPr/>
            <p:nvPr/>
          </p:nvSpPr>
          <p:spPr>
            <a:xfrm>
              <a:off x="6849373" y="2121560"/>
              <a:ext cx="22364" cy="12767"/>
            </a:xfrm>
            <a:custGeom>
              <a:avLst/>
              <a:gdLst>
                <a:gd name="connsiteX0" fmla="*/ 15975 w 22364"/>
                <a:gd name="connsiteY0" fmla="*/ 0 h 12767"/>
                <a:gd name="connsiteX1" fmla="*/ 6390 w 22364"/>
                <a:gd name="connsiteY1" fmla="*/ 0 h 12767"/>
                <a:gd name="connsiteX2" fmla="*/ 0 w 22364"/>
                <a:gd name="connsiteY2" fmla="*/ 6384 h 12767"/>
                <a:gd name="connsiteX3" fmla="*/ 6390 w 22364"/>
                <a:gd name="connsiteY3" fmla="*/ 12768 h 12767"/>
                <a:gd name="connsiteX4" fmla="*/ 15975 w 22364"/>
                <a:gd name="connsiteY4" fmla="*/ 12768 h 12767"/>
                <a:gd name="connsiteX5" fmla="*/ 22365 w 22364"/>
                <a:gd name="connsiteY5" fmla="*/ 6384 h 12767"/>
                <a:gd name="connsiteX6" fmla="*/ 15975 w 22364"/>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64" h="12767">
                  <a:moveTo>
                    <a:pt x="15975" y="0"/>
                  </a:moveTo>
                  <a:lnTo>
                    <a:pt x="6390" y="0"/>
                  </a:lnTo>
                  <a:cubicBezTo>
                    <a:pt x="2556" y="0"/>
                    <a:pt x="0" y="2554"/>
                    <a:pt x="0" y="6384"/>
                  </a:cubicBezTo>
                  <a:cubicBezTo>
                    <a:pt x="0" y="10214"/>
                    <a:pt x="2556" y="12768"/>
                    <a:pt x="6390" y="12768"/>
                  </a:cubicBezTo>
                  <a:lnTo>
                    <a:pt x="15975" y="12768"/>
                  </a:lnTo>
                  <a:cubicBezTo>
                    <a:pt x="19809" y="12768"/>
                    <a:pt x="22365" y="10214"/>
                    <a:pt x="22365" y="6384"/>
                  </a:cubicBezTo>
                  <a:cubicBezTo>
                    <a:pt x="22365" y="2554"/>
                    <a:pt x="19170" y="0"/>
                    <a:pt x="15975" y="0"/>
                  </a:cubicBezTo>
                  <a:close/>
                </a:path>
              </a:pathLst>
            </a:custGeom>
            <a:solidFill>
              <a:srgbClr val="43B02A"/>
            </a:solidFill>
            <a:ln w="6390" cap="flat">
              <a:noFill/>
              <a:prstDash val="solid"/>
              <a:miter/>
            </a:ln>
          </p:spPr>
          <p:txBody>
            <a:bodyPr rtlCol="0" anchor="ctr"/>
            <a:lstStyle/>
            <a:p>
              <a:endParaRPr lang="en-US"/>
            </a:p>
          </p:txBody>
        </p:sp>
        <p:sp>
          <p:nvSpPr>
            <p:cNvPr id="986" name="Graphic 4">
              <a:extLst>
                <a:ext uri="{FF2B5EF4-FFF2-40B4-BE49-F238E27FC236}">
                  <a16:creationId xmlns:a16="http://schemas.microsoft.com/office/drawing/2014/main" id="{DE25F2FA-D1F6-B94C-B782-85EEF9342441}"/>
                </a:ext>
              </a:extLst>
            </p:cNvPr>
            <p:cNvSpPr/>
            <p:nvPr/>
          </p:nvSpPr>
          <p:spPr>
            <a:xfrm>
              <a:off x="6873655" y="2121560"/>
              <a:ext cx="27477" cy="12767"/>
            </a:xfrm>
            <a:custGeom>
              <a:avLst/>
              <a:gdLst>
                <a:gd name="connsiteX0" fmla="*/ 21087 w 27477"/>
                <a:gd name="connsiteY0" fmla="*/ 0 h 12767"/>
                <a:gd name="connsiteX1" fmla="*/ 6390 w 27477"/>
                <a:gd name="connsiteY1" fmla="*/ 0 h 12767"/>
                <a:gd name="connsiteX2" fmla="*/ 0 w 27477"/>
                <a:gd name="connsiteY2" fmla="*/ 6384 h 12767"/>
                <a:gd name="connsiteX3" fmla="*/ 6390 w 27477"/>
                <a:gd name="connsiteY3" fmla="*/ 12768 h 12767"/>
                <a:gd name="connsiteX4" fmla="*/ 21087 w 27477"/>
                <a:gd name="connsiteY4" fmla="*/ 12768 h 12767"/>
                <a:gd name="connsiteX5" fmla="*/ 27477 w 27477"/>
                <a:gd name="connsiteY5" fmla="*/ 6384 h 12767"/>
                <a:gd name="connsiteX6" fmla="*/ 21087 w 27477"/>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77" h="12767">
                  <a:moveTo>
                    <a:pt x="21087" y="0"/>
                  </a:moveTo>
                  <a:lnTo>
                    <a:pt x="6390" y="0"/>
                  </a:lnTo>
                  <a:cubicBezTo>
                    <a:pt x="2556" y="0"/>
                    <a:pt x="0" y="2554"/>
                    <a:pt x="0" y="6384"/>
                  </a:cubicBezTo>
                  <a:cubicBezTo>
                    <a:pt x="0" y="10214"/>
                    <a:pt x="2556" y="12768"/>
                    <a:pt x="6390" y="12768"/>
                  </a:cubicBezTo>
                  <a:lnTo>
                    <a:pt x="21087" y="12768"/>
                  </a:lnTo>
                  <a:cubicBezTo>
                    <a:pt x="24921" y="12768"/>
                    <a:pt x="27477" y="10214"/>
                    <a:pt x="27477" y="6384"/>
                  </a:cubicBezTo>
                  <a:cubicBezTo>
                    <a:pt x="27477" y="2554"/>
                    <a:pt x="24921" y="0"/>
                    <a:pt x="21087" y="0"/>
                  </a:cubicBezTo>
                  <a:close/>
                </a:path>
              </a:pathLst>
            </a:custGeom>
            <a:solidFill>
              <a:srgbClr val="43B02A"/>
            </a:solidFill>
            <a:ln w="6390" cap="flat">
              <a:noFill/>
              <a:prstDash val="solid"/>
              <a:miter/>
            </a:ln>
          </p:spPr>
          <p:txBody>
            <a:bodyPr rtlCol="0" anchor="ctr"/>
            <a:lstStyle/>
            <a:p>
              <a:endParaRPr lang="en-US"/>
            </a:p>
          </p:txBody>
        </p:sp>
        <p:sp>
          <p:nvSpPr>
            <p:cNvPr id="987" name="Graphic 4">
              <a:extLst>
                <a:ext uri="{FF2B5EF4-FFF2-40B4-BE49-F238E27FC236}">
                  <a16:creationId xmlns:a16="http://schemas.microsoft.com/office/drawing/2014/main" id="{316941E6-06E5-9F43-A049-A425FC06561D}"/>
                </a:ext>
              </a:extLst>
            </p:cNvPr>
            <p:cNvSpPr/>
            <p:nvPr/>
          </p:nvSpPr>
          <p:spPr>
            <a:xfrm>
              <a:off x="6903688" y="2121560"/>
              <a:ext cx="27476" cy="12767"/>
            </a:xfrm>
            <a:custGeom>
              <a:avLst/>
              <a:gdLst>
                <a:gd name="connsiteX0" fmla="*/ 21086 w 27476"/>
                <a:gd name="connsiteY0" fmla="*/ 0 h 12767"/>
                <a:gd name="connsiteX1" fmla="*/ 6390 w 27476"/>
                <a:gd name="connsiteY1" fmla="*/ 0 h 12767"/>
                <a:gd name="connsiteX2" fmla="*/ 0 w 27476"/>
                <a:gd name="connsiteY2" fmla="*/ 6384 h 12767"/>
                <a:gd name="connsiteX3" fmla="*/ 6390 w 27476"/>
                <a:gd name="connsiteY3" fmla="*/ 12768 h 12767"/>
                <a:gd name="connsiteX4" fmla="*/ 21086 w 27476"/>
                <a:gd name="connsiteY4" fmla="*/ 12768 h 12767"/>
                <a:gd name="connsiteX5" fmla="*/ 27476 w 27476"/>
                <a:gd name="connsiteY5" fmla="*/ 6384 h 12767"/>
                <a:gd name="connsiteX6" fmla="*/ 21086 w 27476"/>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76" h="12767">
                  <a:moveTo>
                    <a:pt x="21086" y="0"/>
                  </a:moveTo>
                  <a:lnTo>
                    <a:pt x="6390" y="0"/>
                  </a:lnTo>
                  <a:cubicBezTo>
                    <a:pt x="2556" y="0"/>
                    <a:pt x="0" y="2554"/>
                    <a:pt x="0" y="6384"/>
                  </a:cubicBezTo>
                  <a:cubicBezTo>
                    <a:pt x="0" y="10214"/>
                    <a:pt x="2556" y="12768"/>
                    <a:pt x="6390" y="12768"/>
                  </a:cubicBezTo>
                  <a:lnTo>
                    <a:pt x="21086" y="12768"/>
                  </a:lnTo>
                  <a:cubicBezTo>
                    <a:pt x="24921" y="12768"/>
                    <a:pt x="27476" y="10214"/>
                    <a:pt x="27476" y="6384"/>
                  </a:cubicBezTo>
                  <a:cubicBezTo>
                    <a:pt x="27476" y="2554"/>
                    <a:pt x="24281" y="0"/>
                    <a:pt x="21086" y="0"/>
                  </a:cubicBezTo>
                  <a:close/>
                </a:path>
              </a:pathLst>
            </a:custGeom>
            <a:solidFill>
              <a:srgbClr val="43B02A"/>
            </a:solidFill>
            <a:ln w="6390" cap="flat">
              <a:noFill/>
              <a:prstDash val="solid"/>
              <a:miter/>
            </a:ln>
          </p:spPr>
          <p:txBody>
            <a:bodyPr rtlCol="0" anchor="ctr"/>
            <a:lstStyle/>
            <a:p>
              <a:endParaRPr lang="en-US"/>
            </a:p>
          </p:txBody>
        </p:sp>
        <p:sp>
          <p:nvSpPr>
            <p:cNvPr id="988" name="Graphic 4">
              <a:extLst>
                <a:ext uri="{FF2B5EF4-FFF2-40B4-BE49-F238E27FC236}">
                  <a16:creationId xmlns:a16="http://schemas.microsoft.com/office/drawing/2014/main" id="{626B9E1D-2B2B-E448-BBFF-1E5D14F23E3A}"/>
                </a:ext>
              </a:extLst>
            </p:cNvPr>
            <p:cNvSpPr/>
            <p:nvPr/>
          </p:nvSpPr>
          <p:spPr>
            <a:xfrm>
              <a:off x="6933081" y="2121560"/>
              <a:ext cx="22364" cy="12767"/>
            </a:xfrm>
            <a:custGeom>
              <a:avLst/>
              <a:gdLst>
                <a:gd name="connsiteX0" fmla="*/ 15975 w 22364"/>
                <a:gd name="connsiteY0" fmla="*/ 0 h 12767"/>
                <a:gd name="connsiteX1" fmla="*/ 6390 w 22364"/>
                <a:gd name="connsiteY1" fmla="*/ 0 h 12767"/>
                <a:gd name="connsiteX2" fmla="*/ 0 w 22364"/>
                <a:gd name="connsiteY2" fmla="*/ 6384 h 12767"/>
                <a:gd name="connsiteX3" fmla="*/ 6390 w 22364"/>
                <a:gd name="connsiteY3" fmla="*/ 12768 h 12767"/>
                <a:gd name="connsiteX4" fmla="*/ 15975 w 22364"/>
                <a:gd name="connsiteY4" fmla="*/ 12768 h 12767"/>
                <a:gd name="connsiteX5" fmla="*/ 22365 w 22364"/>
                <a:gd name="connsiteY5" fmla="*/ 6384 h 12767"/>
                <a:gd name="connsiteX6" fmla="*/ 15975 w 22364"/>
                <a:gd name="connsiteY6" fmla="*/ 0 h 12767"/>
                <a:gd name="connsiteX7" fmla="*/ 15975 w 22364"/>
                <a:gd name="connsiteY7"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64" h="12767">
                  <a:moveTo>
                    <a:pt x="15975" y="0"/>
                  </a:moveTo>
                  <a:lnTo>
                    <a:pt x="6390" y="0"/>
                  </a:lnTo>
                  <a:cubicBezTo>
                    <a:pt x="2556" y="0"/>
                    <a:pt x="0" y="2554"/>
                    <a:pt x="0" y="6384"/>
                  </a:cubicBezTo>
                  <a:cubicBezTo>
                    <a:pt x="0" y="10214"/>
                    <a:pt x="2556" y="12768"/>
                    <a:pt x="6390" y="12768"/>
                  </a:cubicBezTo>
                  <a:lnTo>
                    <a:pt x="15975" y="12768"/>
                  </a:lnTo>
                  <a:cubicBezTo>
                    <a:pt x="19809" y="12768"/>
                    <a:pt x="22365" y="10214"/>
                    <a:pt x="22365" y="6384"/>
                  </a:cubicBezTo>
                  <a:cubicBezTo>
                    <a:pt x="22365" y="2554"/>
                    <a:pt x="19809" y="0"/>
                    <a:pt x="15975" y="0"/>
                  </a:cubicBezTo>
                  <a:lnTo>
                    <a:pt x="15975" y="0"/>
                  </a:lnTo>
                  <a:close/>
                </a:path>
              </a:pathLst>
            </a:custGeom>
            <a:solidFill>
              <a:srgbClr val="43B02A"/>
            </a:solidFill>
            <a:ln w="6390" cap="flat">
              <a:noFill/>
              <a:prstDash val="solid"/>
              <a:miter/>
            </a:ln>
          </p:spPr>
          <p:txBody>
            <a:bodyPr rtlCol="0" anchor="ctr"/>
            <a:lstStyle/>
            <a:p>
              <a:endParaRPr lang="en-US"/>
            </a:p>
          </p:txBody>
        </p:sp>
      </p:grpSp>
      <p:grpSp>
        <p:nvGrpSpPr>
          <p:cNvPr id="989" name="Graphic 4">
            <a:extLst>
              <a:ext uri="{FF2B5EF4-FFF2-40B4-BE49-F238E27FC236}">
                <a16:creationId xmlns:a16="http://schemas.microsoft.com/office/drawing/2014/main" id="{C8A76792-35BE-424E-B568-C180A9ACAA53}"/>
              </a:ext>
            </a:extLst>
          </p:cNvPr>
          <p:cNvGrpSpPr/>
          <p:nvPr/>
        </p:nvGrpSpPr>
        <p:grpSpPr>
          <a:xfrm>
            <a:off x="6758898" y="4308712"/>
            <a:ext cx="362313" cy="361971"/>
            <a:chOff x="5708130" y="4308712"/>
            <a:chExt cx="362313" cy="361971"/>
          </a:xfrm>
          <a:solidFill>
            <a:srgbClr val="43B02A"/>
          </a:solidFill>
        </p:grpSpPr>
        <p:sp>
          <p:nvSpPr>
            <p:cNvPr id="990" name="Graphic 4">
              <a:extLst>
                <a:ext uri="{FF2B5EF4-FFF2-40B4-BE49-F238E27FC236}">
                  <a16:creationId xmlns:a16="http://schemas.microsoft.com/office/drawing/2014/main" id="{CB4A2B64-83F0-6547-9DAA-B7829D181AFE}"/>
                </a:ext>
              </a:extLst>
            </p:cNvPr>
            <p:cNvSpPr/>
            <p:nvPr/>
          </p:nvSpPr>
          <p:spPr>
            <a:xfrm>
              <a:off x="5708130" y="4308712"/>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lnTo>
                    <a:pt x="349530" y="180667"/>
                  </a:lnTo>
                  <a:cubicBezTo>
                    <a:pt x="350168" y="273873"/>
                    <a:pt x="274767" y="349204"/>
                    <a:pt x="181474" y="349204"/>
                  </a:cubicBezTo>
                  <a:lnTo>
                    <a:pt x="181474" y="349204"/>
                  </a:lnTo>
                  <a:close/>
                </a:path>
              </a:pathLst>
            </a:custGeom>
            <a:solidFill>
              <a:srgbClr val="43B02A"/>
            </a:solidFill>
            <a:ln w="6390" cap="flat">
              <a:noFill/>
              <a:prstDash val="solid"/>
              <a:miter/>
            </a:ln>
          </p:spPr>
          <p:txBody>
            <a:bodyPr rtlCol="0" anchor="ctr"/>
            <a:lstStyle/>
            <a:p>
              <a:endParaRPr lang="en-US"/>
            </a:p>
          </p:txBody>
        </p:sp>
        <p:sp>
          <p:nvSpPr>
            <p:cNvPr id="991" name="Graphic 4">
              <a:extLst>
                <a:ext uri="{FF2B5EF4-FFF2-40B4-BE49-F238E27FC236}">
                  <a16:creationId xmlns:a16="http://schemas.microsoft.com/office/drawing/2014/main" id="{C2A8A897-DE79-5B46-8CF9-9B9E7A9DB35A}"/>
                </a:ext>
              </a:extLst>
            </p:cNvPr>
            <p:cNvSpPr/>
            <p:nvPr/>
          </p:nvSpPr>
          <p:spPr>
            <a:xfrm>
              <a:off x="5778420" y="4405748"/>
              <a:ext cx="220452" cy="168447"/>
            </a:xfrm>
            <a:custGeom>
              <a:avLst/>
              <a:gdLst>
                <a:gd name="connsiteX0" fmla="*/ 196810 w 220452"/>
                <a:gd name="connsiteY0" fmla="*/ 67032 h 168447"/>
                <a:gd name="connsiteX1" fmla="*/ 162305 w 220452"/>
                <a:gd name="connsiteY1" fmla="*/ 67032 h 168447"/>
                <a:gd name="connsiteX2" fmla="*/ 162305 w 220452"/>
                <a:gd name="connsiteY2" fmla="*/ 28090 h 168447"/>
                <a:gd name="connsiteX3" fmla="*/ 155915 w 220452"/>
                <a:gd name="connsiteY3" fmla="*/ 21706 h 168447"/>
                <a:gd name="connsiteX4" fmla="*/ 147608 w 220452"/>
                <a:gd name="connsiteY4" fmla="*/ 21706 h 168447"/>
                <a:gd name="connsiteX5" fmla="*/ 140579 w 220452"/>
                <a:gd name="connsiteY5" fmla="*/ 5746 h 168447"/>
                <a:gd name="connsiteX6" fmla="*/ 125882 w 220452"/>
                <a:gd name="connsiteY6" fmla="*/ 0 h 168447"/>
                <a:gd name="connsiteX7" fmla="*/ 103517 w 220452"/>
                <a:gd name="connsiteY7" fmla="*/ 22344 h 168447"/>
                <a:gd name="connsiteX8" fmla="*/ 6390 w 220452"/>
                <a:gd name="connsiteY8" fmla="*/ 22344 h 168447"/>
                <a:gd name="connsiteX9" fmla="*/ 0 w 220452"/>
                <a:gd name="connsiteY9" fmla="*/ 28728 h 168447"/>
                <a:gd name="connsiteX10" fmla="*/ 0 w 220452"/>
                <a:gd name="connsiteY10" fmla="*/ 148108 h 168447"/>
                <a:gd name="connsiteX11" fmla="*/ 6390 w 220452"/>
                <a:gd name="connsiteY11" fmla="*/ 154492 h 168447"/>
                <a:gd name="connsiteX12" fmla="*/ 23643 w 220452"/>
                <a:gd name="connsiteY12" fmla="*/ 154492 h 168447"/>
                <a:gd name="connsiteX13" fmla="*/ 51119 w 220452"/>
                <a:gd name="connsiteY13" fmla="*/ 167260 h 168447"/>
                <a:gd name="connsiteX14" fmla="*/ 64539 w 220452"/>
                <a:gd name="connsiteY14" fmla="*/ 152577 h 168447"/>
                <a:gd name="connsiteX15" fmla="*/ 148885 w 220452"/>
                <a:gd name="connsiteY15" fmla="*/ 152577 h 168447"/>
                <a:gd name="connsiteX16" fmla="*/ 175084 w 220452"/>
                <a:gd name="connsiteY16" fmla="*/ 167260 h 168447"/>
                <a:gd name="connsiteX17" fmla="*/ 189781 w 220452"/>
                <a:gd name="connsiteY17" fmla="*/ 152577 h 168447"/>
                <a:gd name="connsiteX18" fmla="*/ 214063 w 220452"/>
                <a:gd name="connsiteY18" fmla="*/ 152577 h 168447"/>
                <a:gd name="connsiteX19" fmla="*/ 220453 w 220452"/>
                <a:gd name="connsiteY19" fmla="*/ 146193 h 168447"/>
                <a:gd name="connsiteX20" fmla="*/ 220453 w 220452"/>
                <a:gd name="connsiteY20" fmla="*/ 89376 h 168447"/>
                <a:gd name="connsiteX21" fmla="*/ 214063 w 220452"/>
                <a:gd name="connsiteY21" fmla="*/ 74054 h 168447"/>
                <a:gd name="connsiteX22" fmla="*/ 196810 w 220452"/>
                <a:gd name="connsiteY22" fmla="*/ 67032 h 168447"/>
                <a:gd name="connsiteX23" fmla="*/ 126521 w 220452"/>
                <a:gd name="connsiteY23" fmla="*/ 12130 h 168447"/>
                <a:gd name="connsiteX24" fmla="*/ 132272 w 220452"/>
                <a:gd name="connsiteY24" fmla="*/ 14045 h 168447"/>
                <a:gd name="connsiteX25" fmla="*/ 135467 w 220452"/>
                <a:gd name="connsiteY25" fmla="*/ 21067 h 168447"/>
                <a:gd name="connsiteX26" fmla="*/ 117575 w 220452"/>
                <a:gd name="connsiteY26" fmla="*/ 21067 h 168447"/>
                <a:gd name="connsiteX27" fmla="*/ 126521 w 220452"/>
                <a:gd name="connsiteY27" fmla="*/ 12130 h 168447"/>
                <a:gd name="connsiteX28" fmla="*/ 126521 w 220452"/>
                <a:gd name="connsiteY28" fmla="*/ 12130 h 168447"/>
                <a:gd name="connsiteX29" fmla="*/ 13419 w 220452"/>
                <a:gd name="connsiteY29" fmla="*/ 34474 h 168447"/>
                <a:gd name="connsiteX30" fmla="*/ 149525 w 220452"/>
                <a:gd name="connsiteY30" fmla="*/ 34474 h 168447"/>
                <a:gd name="connsiteX31" fmla="*/ 149525 w 220452"/>
                <a:gd name="connsiteY31" fmla="*/ 73416 h 168447"/>
                <a:gd name="connsiteX32" fmla="*/ 149525 w 220452"/>
                <a:gd name="connsiteY32" fmla="*/ 74054 h 168447"/>
                <a:gd name="connsiteX33" fmla="*/ 148885 w 220452"/>
                <a:gd name="connsiteY33" fmla="*/ 76608 h 168447"/>
                <a:gd name="connsiteX34" fmla="*/ 148885 w 220452"/>
                <a:gd name="connsiteY34" fmla="*/ 139171 h 168447"/>
                <a:gd name="connsiteX35" fmla="*/ 64539 w 220452"/>
                <a:gd name="connsiteY35" fmla="*/ 139171 h 168447"/>
                <a:gd name="connsiteX36" fmla="*/ 37701 w 220452"/>
                <a:gd name="connsiteY36" fmla="*/ 125765 h 168447"/>
                <a:gd name="connsiteX37" fmla="*/ 24282 w 220452"/>
                <a:gd name="connsiteY37" fmla="*/ 140448 h 168447"/>
                <a:gd name="connsiteX38" fmla="*/ 14058 w 220452"/>
                <a:gd name="connsiteY38" fmla="*/ 140448 h 168447"/>
                <a:gd name="connsiteX39" fmla="*/ 14058 w 220452"/>
                <a:gd name="connsiteY39" fmla="*/ 34474 h 168447"/>
                <a:gd name="connsiteX40" fmla="*/ 44730 w 220452"/>
                <a:gd name="connsiteY40" fmla="*/ 155131 h 168447"/>
                <a:gd name="connsiteX41" fmla="*/ 35784 w 220452"/>
                <a:gd name="connsiteY41" fmla="*/ 146193 h 168447"/>
                <a:gd name="connsiteX42" fmla="*/ 44730 w 220452"/>
                <a:gd name="connsiteY42" fmla="*/ 137256 h 168447"/>
                <a:gd name="connsiteX43" fmla="*/ 53676 w 220452"/>
                <a:gd name="connsiteY43" fmla="*/ 146193 h 168447"/>
                <a:gd name="connsiteX44" fmla="*/ 53676 w 220452"/>
                <a:gd name="connsiteY44" fmla="*/ 146193 h 168447"/>
                <a:gd name="connsiteX45" fmla="*/ 44730 w 220452"/>
                <a:gd name="connsiteY45" fmla="*/ 155131 h 168447"/>
                <a:gd name="connsiteX46" fmla="*/ 44730 w 220452"/>
                <a:gd name="connsiteY46" fmla="*/ 155131 h 168447"/>
                <a:gd name="connsiteX47" fmla="*/ 44730 w 220452"/>
                <a:gd name="connsiteY47" fmla="*/ 155131 h 168447"/>
                <a:gd name="connsiteX48" fmla="*/ 170611 w 220452"/>
                <a:gd name="connsiteY48" fmla="*/ 155131 h 168447"/>
                <a:gd name="connsiteX49" fmla="*/ 162305 w 220452"/>
                <a:gd name="connsiteY49" fmla="*/ 147470 h 168447"/>
                <a:gd name="connsiteX50" fmla="*/ 162305 w 220452"/>
                <a:gd name="connsiteY50" fmla="*/ 146193 h 168447"/>
                <a:gd name="connsiteX51" fmla="*/ 162305 w 220452"/>
                <a:gd name="connsiteY51" fmla="*/ 144278 h 168447"/>
                <a:gd name="connsiteX52" fmla="*/ 173168 w 220452"/>
                <a:gd name="connsiteY52" fmla="*/ 138533 h 168447"/>
                <a:gd name="connsiteX53" fmla="*/ 179557 w 220452"/>
                <a:gd name="connsiteY53" fmla="*/ 146832 h 168447"/>
                <a:gd name="connsiteX54" fmla="*/ 170611 w 220452"/>
                <a:gd name="connsiteY54" fmla="*/ 155131 h 168447"/>
                <a:gd name="connsiteX55" fmla="*/ 170611 w 220452"/>
                <a:gd name="connsiteY55" fmla="*/ 155131 h 168447"/>
                <a:gd name="connsiteX56" fmla="*/ 208951 w 220452"/>
                <a:gd name="connsiteY56" fmla="*/ 139809 h 168447"/>
                <a:gd name="connsiteX57" fmla="*/ 190420 w 220452"/>
                <a:gd name="connsiteY57" fmla="*/ 139809 h 168447"/>
                <a:gd name="connsiteX58" fmla="*/ 163583 w 220452"/>
                <a:gd name="connsiteY58" fmla="*/ 126403 h 168447"/>
                <a:gd name="connsiteX59" fmla="*/ 162305 w 220452"/>
                <a:gd name="connsiteY59" fmla="*/ 127041 h 168447"/>
                <a:gd name="connsiteX60" fmla="*/ 162305 w 220452"/>
                <a:gd name="connsiteY60" fmla="*/ 79800 h 168447"/>
                <a:gd name="connsiteX61" fmla="*/ 197449 w 220452"/>
                <a:gd name="connsiteY61" fmla="*/ 79800 h 168447"/>
                <a:gd name="connsiteX62" fmla="*/ 207034 w 220452"/>
                <a:gd name="connsiteY62" fmla="*/ 82992 h 168447"/>
                <a:gd name="connsiteX63" fmla="*/ 208951 w 220452"/>
                <a:gd name="connsiteY63" fmla="*/ 89376 h 168447"/>
                <a:gd name="connsiteX64" fmla="*/ 208951 w 220452"/>
                <a:gd name="connsiteY64" fmla="*/ 139809 h 16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20452" h="168447">
                  <a:moveTo>
                    <a:pt x="196810" y="67032"/>
                  </a:moveTo>
                  <a:lnTo>
                    <a:pt x="162305" y="67032"/>
                  </a:lnTo>
                  <a:lnTo>
                    <a:pt x="162305" y="28090"/>
                  </a:lnTo>
                  <a:cubicBezTo>
                    <a:pt x="162305" y="24259"/>
                    <a:pt x="159748" y="21706"/>
                    <a:pt x="155915" y="21706"/>
                  </a:cubicBezTo>
                  <a:lnTo>
                    <a:pt x="147608" y="21706"/>
                  </a:lnTo>
                  <a:cubicBezTo>
                    <a:pt x="146969" y="15960"/>
                    <a:pt x="144413" y="10214"/>
                    <a:pt x="140579" y="5746"/>
                  </a:cubicBezTo>
                  <a:cubicBezTo>
                    <a:pt x="136745" y="1915"/>
                    <a:pt x="131633" y="0"/>
                    <a:pt x="125882" y="0"/>
                  </a:cubicBezTo>
                  <a:cubicBezTo>
                    <a:pt x="110546" y="0"/>
                    <a:pt x="104795" y="12768"/>
                    <a:pt x="103517" y="22344"/>
                  </a:cubicBezTo>
                  <a:lnTo>
                    <a:pt x="6390" y="22344"/>
                  </a:lnTo>
                  <a:cubicBezTo>
                    <a:pt x="2556" y="22344"/>
                    <a:pt x="0" y="24898"/>
                    <a:pt x="0" y="28728"/>
                  </a:cubicBezTo>
                  <a:lnTo>
                    <a:pt x="0" y="148108"/>
                  </a:lnTo>
                  <a:cubicBezTo>
                    <a:pt x="0" y="151939"/>
                    <a:pt x="2556" y="154492"/>
                    <a:pt x="6390" y="154492"/>
                  </a:cubicBezTo>
                  <a:lnTo>
                    <a:pt x="23643" y="154492"/>
                  </a:lnTo>
                  <a:cubicBezTo>
                    <a:pt x="27477" y="165345"/>
                    <a:pt x="39618" y="171091"/>
                    <a:pt x="51119" y="167260"/>
                  </a:cubicBezTo>
                  <a:cubicBezTo>
                    <a:pt x="57509" y="164707"/>
                    <a:pt x="62621" y="159600"/>
                    <a:pt x="64539" y="152577"/>
                  </a:cubicBezTo>
                  <a:lnTo>
                    <a:pt x="148885" y="152577"/>
                  </a:lnTo>
                  <a:cubicBezTo>
                    <a:pt x="152080" y="164068"/>
                    <a:pt x="164221" y="170452"/>
                    <a:pt x="175084" y="167260"/>
                  </a:cubicBezTo>
                  <a:cubicBezTo>
                    <a:pt x="182113" y="165345"/>
                    <a:pt x="187864" y="159600"/>
                    <a:pt x="189781" y="152577"/>
                  </a:cubicBezTo>
                  <a:lnTo>
                    <a:pt x="214063" y="152577"/>
                  </a:lnTo>
                  <a:cubicBezTo>
                    <a:pt x="217897" y="152577"/>
                    <a:pt x="220453" y="150024"/>
                    <a:pt x="220453" y="146193"/>
                  </a:cubicBezTo>
                  <a:lnTo>
                    <a:pt x="220453" y="89376"/>
                  </a:lnTo>
                  <a:cubicBezTo>
                    <a:pt x="220453" y="83630"/>
                    <a:pt x="218536" y="77885"/>
                    <a:pt x="214063" y="74054"/>
                  </a:cubicBezTo>
                  <a:cubicBezTo>
                    <a:pt x="210229" y="69586"/>
                    <a:pt x="203839" y="67032"/>
                    <a:pt x="196810" y="67032"/>
                  </a:cubicBezTo>
                  <a:close/>
                  <a:moveTo>
                    <a:pt x="126521" y="12130"/>
                  </a:moveTo>
                  <a:cubicBezTo>
                    <a:pt x="128438" y="12130"/>
                    <a:pt x="130355" y="12768"/>
                    <a:pt x="132272" y="14045"/>
                  </a:cubicBezTo>
                  <a:cubicBezTo>
                    <a:pt x="134189" y="15960"/>
                    <a:pt x="134828" y="18514"/>
                    <a:pt x="135467" y="21067"/>
                  </a:cubicBezTo>
                  <a:lnTo>
                    <a:pt x="117575" y="21067"/>
                  </a:lnTo>
                  <a:cubicBezTo>
                    <a:pt x="118214" y="17875"/>
                    <a:pt x="120131" y="12768"/>
                    <a:pt x="126521" y="12130"/>
                  </a:cubicBezTo>
                  <a:lnTo>
                    <a:pt x="126521" y="12130"/>
                  </a:lnTo>
                  <a:close/>
                  <a:moveTo>
                    <a:pt x="13419" y="34474"/>
                  </a:moveTo>
                  <a:lnTo>
                    <a:pt x="149525" y="34474"/>
                  </a:lnTo>
                  <a:lnTo>
                    <a:pt x="149525" y="73416"/>
                  </a:lnTo>
                  <a:cubicBezTo>
                    <a:pt x="149525" y="73416"/>
                    <a:pt x="149525" y="74054"/>
                    <a:pt x="149525" y="74054"/>
                  </a:cubicBezTo>
                  <a:cubicBezTo>
                    <a:pt x="148885" y="74693"/>
                    <a:pt x="148885" y="75970"/>
                    <a:pt x="148885" y="76608"/>
                  </a:cubicBezTo>
                  <a:lnTo>
                    <a:pt x="148885" y="139171"/>
                  </a:lnTo>
                  <a:lnTo>
                    <a:pt x="64539" y="139171"/>
                  </a:lnTo>
                  <a:cubicBezTo>
                    <a:pt x="60704" y="128318"/>
                    <a:pt x="48564" y="121934"/>
                    <a:pt x="37701" y="125765"/>
                  </a:cubicBezTo>
                  <a:cubicBezTo>
                    <a:pt x="30672" y="128318"/>
                    <a:pt x="25560" y="133425"/>
                    <a:pt x="24282" y="140448"/>
                  </a:cubicBezTo>
                  <a:lnTo>
                    <a:pt x="14058" y="140448"/>
                  </a:lnTo>
                  <a:lnTo>
                    <a:pt x="14058" y="34474"/>
                  </a:lnTo>
                  <a:close/>
                  <a:moveTo>
                    <a:pt x="44730" y="155131"/>
                  </a:moveTo>
                  <a:cubicBezTo>
                    <a:pt x="39618" y="155131"/>
                    <a:pt x="35784" y="151300"/>
                    <a:pt x="35784" y="146193"/>
                  </a:cubicBezTo>
                  <a:cubicBezTo>
                    <a:pt x="35784" y="141086"/>
                    <a:pt x="39618" y="137256"/>
                    <a:pt x="44730" y="137256"/>
                  </a:cubicBezTo>
                  <a:cubicBezTo>
                    <a:pt x="49841" y="137256"/>
                    <a:pt x="53676" y="141086"/>
                    <a:pt x="53676" y="146193"/>
                  </a:cubicBezTo>
                  <a:lnTo>
                    <a:pt x="53676" y="146193"/>
                  </a:lnTo>
                  <a:cubicBezTo>
                    <a:pt x="53676" y="151300"/>
                    <a:pt x="49841" y="155131"/>
                    <a:pt x="44730" y="155131"/>
                  </a:cubicBezTo>
                  <a:cubicBezTo>
                    <a:pt x="44730" y="155131"/>
                    <a:pt x="44730" y="155131"/>
                    <a:pt x="44730" y="155131"/>
                  </a:cubicBezTo>
                  <a:lnTo>
                    <a:pt x="44730" y="155131"/>
                  </a:lnTo>
                  <a:close/>
                  <a:moveTo>
                    <a:pt x="170611" y="155131"/>
                  </a:moveTo>
                  <a:cubicBezTo>
                    <a:pt x="166138" y="155131"/>
                    <a:pt x="162305" y="151939"/>
                    <a:pt x="162305" y="147470"/>
                  </a:cubicBezTo>
                  <a:cubicBezTo>
                    <a:pt x="162305" y="146832"/>
                    <a:pt x="162305" y="146832"/>
                    <a:pt x="162305" y="146193"/>
                  </a:cubicBezTo>
                  <a:lnTo>
                    <a:pt x="162305" y="144278"/>
                  </a:lnTo>
                  <a:cubicBezTo>
                    <a:pt x="163583" y="139809"/>
                    <a:pt x="168055" y="137256"/>
                    <a:pt x="173168" y="138533"/>
                  </a:cubicBezTo>
                  <a:cubicBezTo>
                    <a:pt x="177001" y="139809"/>
                    <a:pt x="179557" y="143001"/>
                    <a:pt x="179557" y="146832"/>
                  </a:cubicBezTo>
                  <a:cubicBezTo>
                    <a:pt x="178918" y="150662"/>
                    <a:pt x="175084" y="155131"/>
                    <a:pt x="170611" y="155131"/>
                  </a:cubicBezTo>
                  <a:lnTo>
                    <a:pt x="170611" y="155131"/>
                  </a:lnTo>
                  <a:close/>
                  <a:moveTo>
                    <a:pt x="208951" y="139809"/>
                  </a:moveTo>
                  <a:lnTo>
                    <a:pt x="190420" y="139809"/>
                  </a:lnTo>
                  <a:cubicBezTo>
                    <a:pt x="186586" y="128957"/>
                    <a:pt x="174445" y="122573"/>
                    <a:pt x="163583" y="126403"/>
                  </a:cubicBezTo>
                  <a:cubicBezTo>
                    <a:pt x="162943" y="126403"/>
                    <a:pt x="162305" y="127041"/>
                    <a:pt x="162305" y="127041"/>
                  </a:cubicBezTo>
                  <a:lnTo>
                    <a:pt x="162305" y="79800"/>
                  </a:lnTo>
                  <a:lnTo>
                    <a:pt x="197449" y="79800"/>
                  </a:lnTo>
                  <a:cubicBezTo>
                    <a:pt x="201283" y="79800"/>
                    <a:pt x="204478" y="81077"/>
                    <a:pt x="207034" y="82992"/>
                  </a:cubicBezTo>
                  <a:cubicBezTo>
                    <a:pt x="208951" y="84907"/>
                    <a:pt x="209590" y="86822"/>
                    <a:pt x="208951" y="89376"/>
                  </a:cubicBezTo>
                  <a:lnTo>
                    <a:pt x="208951" y="139809"/>
                  </a:lnTo>
                  <a:close/>
                </a:path>
              </a:pathLst>
            </a:custGeom>
            <a:solidFill>
              <a:srgbClr val="43B02A"/>
            </a:solidFill>
            <a:ln w="6390" cap="flat">
              <a:noFill/>
              <a:prstDash val="solid"/>
              <a:miter/>
            </a:ln>
          </p:spPr>
          <p:txBody>
            <a:bodyPr rtlCol="0" anchor="ctr"/>
            <a:lstStyle/>
            <a:p>
              <a:endParaRPr lang="en-US"/>
            </a:p>
          </p:txBody>
        </p:sp>
        <p:sp>
          <p:nvSpPr>
            <p:cNvPr id="992" name="Graphic 4">
              <a:extLst>
                <a:ext uri="{FF2B5EF4-FFF2-40B4-BE49-F238E27FC236}">
                  <a16:creationId xmlns:a16="http://schemas.microsoft.com/office/drawing/2014/main" id="{57936F21-1B0F-A446-BFE5-D682C4020A8A}"/>
                </a:ext>
              </a:extLst>
            </p:cNvPr>
            <p:cNvSpPr/>
            <p:nvPr/>
          </p:nvSpPr>
          <p:spPr>
            <a:xfrm>
              <a:off x="5829539" y="4455543"/>
              <a:ext cx="60704" cy="60647"/>
            </a:xfrm>
            <a:custGeom>
              <a:avLst/>
              <a:gdLst>
                <a:gd name="connsiteX0" fmla="*/ 6390 w 60704"/>
                <a:gd name="connsiteY0" fmla="*/ 36389 h 60647"/>
                <a:gd name="connsiteX1" fmla="*/ 23643 w 60704"/>
                <a:gd name="connsiteY1" fmla="*/ 36389 h 60647"/>
                <a:gd name="connsiteX2" fmla="*/ 23643 w 60704"/>
                <a:gd name="connsiteY2" fmla="*/ 54264 h 60647"/>
                <a:gd name="connsiteX3" fmla="*/ 30033 w 60704"/>
                <a:gd name="connsiteY3" fmla="*/ 60648 h 60647"/>
                <a:gd name="connsiteX4" fmla="*/ 36423 w 60704"/>
                <a:gd name="connsiteY4" fmla="*/ 54264 h 60647"/>
                <a:gd name="connsiteX5" fmla="*/ 36423 w 60704"/>
                <a:gd name="connsiteY5" fmla="*/ 36389 h 60647"/>
                <a:gd name="connsiteX6" fmla="*/ 54314 w 60704"/>
                <a:gd name="connsiteY6" fmla="*/ 36389 h 60647"/>
                <a:gd name="connsiteX7" fmla="*/ 60704 w 60704"/>
                <a:gd name="connsiteY7" fmla="*/ 30005 h 60647"/>
                <a:gd name="connsiteX8" fmla="*/ 54314 w 60704"/>
                <a:gd name="connsiteY8" fmla="*/ 23621 h 60647"/>
                <a:gd name="connsiteX9" fmla="*/ 36423 w 60704"/>
                <a:gd name="connsiteY9" fmla="*/ 23621 h 60647"/>
                <a:gd name="connsiteX10" fmla="*/ 36423 w 60704"/>
                <a:gd name="connsiteY10" fmla="*/ 6384 h 60647"/>
                <a:gd name="connsiteX11" fmla="*/ 30033 w 60704"/>
                <a:gd name="connsiteY11" fmla="*/ 0 h 60647"/>
                <a:gd name="connsiteX12" fmla="*/ 23643 w 60704"/>
                <a:gd name="connsiteY12" fmla="*/ 6384 h 60647"/>
                <a:gd name="connsiteX13" fmla="*/ 23643 w 60704"/>
                <a:gd name="connsiteY13" fmla="*/ 23621 h 60647"/>
                <a:gd name="connsiteX14" fmla="*/ 6390 w 60704"/>
                <a:gd name="connsiteY14" fmla="*/ 23621 h 60647"/>
                <a:gd name="connsiteX15" fmla="*/ 0 w 60704"/>
                <a:gd name="connsiteY15" fmla="*/ 30005 h 60647"/>
                <a:gd name="connsiteX16" fmla="*/ 6390 w 60704"/>
                <a:gd name="connsiteY16" fmla="*/ 36389 h 60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704" h="60647">
                  <a:moveTo>
                    <a:pt x="6390" y="36389"/>
                  </a:moveTo>
                  <a:lnTo>
                    <a:pt x="23643" y="36389"/>
                  </a:lnTo>
                  <a:lnTo>
                    <a:pt x="23643" y="54264"/>
                  </a:lnTo>
                  <a:cubicBezTo>
                    <a:pt x="23643" y="58094"/>
                    <a:pt x="26199" y="60648"/>
                    <a:pt x="30033" y="60648"/>
                  </a:cubicBezTo>
                  <a:cubicBezTo>
                    <a:pt x="33867" y="60648"/>
                    <a:pt x="36423" y="58094"/>
                    <a:pt x="36423" y="54264"/>
                  </a:cubicBezTo>
                  <a:lnTo>
                    <a:pt x="36423" y="36389"/>
                  </a:lnTo>
                  <a:lnTo>
                    <a:pt x="54314" y="36389"/>
                  </a:lnTo>
                  <a:cubicBezTo>
                    <a:pt x="58149" y="36389"/>
                    <a:pt x="60704" y="33835"/>
                    <a:pt x="60704" y="30005"/>
                  </a:cubicBezTo>
                  <a:cubicBezTo>
                    <a:pt x="60704" y="26175"/>
                    <a:pt x="58149" y="23621"/>
                    <a:pt x="54314" y="23621"/>
                  </a:cubicBezTo>
                  <a:lnTo>
                    <a:pt x="36423" y="23621"/>
                  </a:lnTo>
                  <a:lnTo>
                    <a:pt x="36423" y="6384"/>
                  </a:lnTo>
                  <a:cubicBezTo>
                    <a:pt x="36423" y="2554"/>
                    <a:pt x="33867" y="0"/>
                    <a:pt x="30033" y="0"/>
                  </a:cubicBezTo>
                  <a:cubicBezTo>
                    <a:pt x="26199" y="0"/>
                    <a:pt x="23643" y="2554"/>
                    <a:pt x="23643" y="6384"/>
                  </a:cubicBezTo>
                  <a:lnTo>
                    <a:pt x="23643" y="23621"/>
                  </a:lnTo>
                  <a:lnTo>
                    <a:pt x="6390" y="23621"/>
                  </a:lnTo>
                  <a:cubicBezTo>
                    <a:pt x="2556" y="23621"/>
                    <a:pt x="0" y="26175"/>
                    <a:pt x="0" y="30005"/>
                  </a:cubicBezTo>
                  <a:cubicBezTo>
                    <a:pt x="0" y="33835"/>
                    <a:pt x="2556" y="36389"/>
                    <a:pt x="6390" y="36389"/>
                  </a:cubicBezTo>
                  <a:close/>
                </a:path>
              </a:pathLst>
            </a:custGeom>
            <a:solidFill>
              <a:srgbClr val="43B02A"/>
            </a:solidFill>
            <a:ln w="6390" cap="flat">
              <a:noFill/>
              <a:prstDash val="solid"/>
              <a:miter/>
            </a:ln>
          </p:spPr>
          <p:txBody>
            <a:bodyPr rtlCol="0" anchor="ctr"/>
            <a:lstStyle/>
            <a:p>
              <a:endParaRPr lang="en-US"/>
            </a:p>
          </p:txBody>
        </p:sp>
      </p:grpSp>
      <p:grpSp>
        <p:nvGrpSpPr>
          <p:cNvPr id="993" name="Graphic 4">
            <a:extLst>
              <a:ext uri="{FF2B5EF4-FFF2-40B4-BE49-F238E27FC236}">
                <a16:creationId xmlns:a16="http://schemas.microsoft.com/office/drawing/2014/main" id="{3FED0C8F-E1F2-A84A-B566-6B2945E40734}"/>
              </a:ext>
            </a:extLst>
          </p:cNvPr>
          <p:cNvGrpSpPr/>
          <p:nvPr/>
        </p:nvGrpSpPr>
        <p:grpSpPr>
          <a:xfrm>
            <a:off x="8242642" y="1402723"/>
            <a:ext cx="362312" cy="361971"/>
            <a:chOff x="7191874" y="1402723"/>
            <a:chExt cx="362312" cy="361971"/>
          </a:xfrm>
          <a:solidFill>
            <a:srgbClr val="43B02A"/>
          </a:solidFill>
        </p:grpSpPr>
        <p:sp>
          <p:nvSpPr>
            <p:cNvPr id="994" name="Graphic 4">
              <a:extLst>
                <a:ext uri="{FF2B5EF4-FFF2-40B4-BE49-F238E27FC236}">
                  <a16:creationId xmlns:a16="http://schemas.microsoft.com/office/drawing/2014/main" id="{4A916324-BD57-E740-A85B-72804E80F8D1}"/>
                </a:ext>
              </a:extLst>
            </p:cNvPr>
            <p:cNvSpPr/>
            <p:nvPr/>
          </p:nvSpPr>
          <p:spPr>
            <a:xfrm>
              <a:off x="7339481" y="1529126"/>
              <a:ext cx="8946" cy="14044"/>
            </a:xfrm>
            <a:custGeom>
              <a:avLst/>
              <a:gdLst>
                <a:gd name="connsiteX0" fmla="*/ 8946 w 8946"/>
                <a:gd name="connsiteY0" fmla="*/ 8299 h 14044"/>
                <a:gd name="connsiteX1" fmla="*/ 2556 w 8946"/>
                <a:gd name="connsiteY1" fmla="*/ 0 h 14044"/>
                <a:gd name="connsiteX2" fmla="*/ 0 w 8946"/>
                <a:gd name="connsiteY2" fmla="*/ 14045 h 14044"/>
              </a:gdLst>
              <a:ahLst/>
              <a:cxnLst>
                <a:cxn ang="0">
                  <a:pos x="connsiteX0" y="connsiteY0"/>
                </a:cxn>
                <a:cxn ang="0">
                  <a:pos x="connsiteX1" y="connsiteY1"/>
                </a:cxn>
                <a:cxn ang="0">
                  <a:pos x="connsiteX2" y="connsiteY2"/>
                </a:cxn>
              </a:cxnLst>
              <a:rect l="l" t="t" r="r" b="b"/>
              <a:pathLst>
                <a:path w="8946" h="14044">
                  <a:moveTo>
                    <a:pt x="8946" y="8299"/>
                  </a:moveTo>
                  <a:lnTo>
                    <a:pt x="2556" y="0"/>
                  </a:lnTo>
                  <a:lnTo>
                    <a:pt x="0" y="14045"/>
                  </a:lnTo>
                  <a:close/>
                </a:path>
              </a:pathLst>
            </a:custGeom>
            <a:solidFill>
              <a:srgbClr val="43B02A"/>
            </a:solidFill>
            <a:ln w="6390" cap="flat">
              <a:noFill/>
              <a:prstDash val="solid"/>
              <a:miter/>
            </a:ln>
          </p:spPr>
          <p:txBody>
            <a:bodyPr rtlCol="0" anchor="ctr"/>
            <a:lstStyle/>
            <a:p>
              <a:endParaRPr lang="en-US"/>
            </a:p>
          </p:txBody>
        </p:sp>
        <p:sp>
          <p:nvSpPr>
            <p:cNvPr id="995" name="Graphic 4">
              <a:extLst>
                <a:ext uri="{FF2B5EF4-FFF2-40B4-BE49-F238E27FC236}">
                  <a16:creationId xmlns:a16="http://schemas.microsoft.com/office/drawing/2014/main" id="{1B57413C-2758-6242-AD1E-542FFFA9A4D8}"/>
                </a:ext>
              </a:extLst>
            </p:cNvPr>
            <p:cNvSpPr/>
            <p:nvPr/>
          </p:nvSpPr>
          <p:spPr>
            <a:xfrm>
              <a:off x="7324785" y="1506782"/>
              <a:ext cx="4472" cy="7660"/>
            </a:xfrm>
            <a:custGeom>
              <a:avLst/>
              <a:gdLst>
                <a:gd name="connsiteX0" fmla="*/ 1278 w 4472"/>
                <a:gd name="connsiteY0" fmla="*/ 0 h 7660"/>
                <a:gd name="connsiteX1" fmla="*/ 0 w 4472"/>
                <a:gd name="connsiteY1" fmla="*/ 7661 h 7660"/>
                <a:gd name="connsiteX2" fmla="*/ 4473 w 4472"/>
                <a:gd name="connsiteY2" fmla="*/ 4469 h 7660"/>
              </a:gdLst>
              <a:ahLst/>
              <a:cxnLst>
                <a:cxn ang="0">
                  <a:pos x="connsiteX0" y="connsiteY0"/>
                </a:cxn>
                <a:cxn ang="0">
                  <a:pos x="connsiteX1" y="connsiteY1"/>
                </a:cxn>
                <a:cxn ang="0">
                  <a:pos x="connsiteX2" y="connsiteY2"/>
                </a:cxn>
              </a:cxnLst>
              <a:rect l="l" t="t" r="r" b="b"/>
              <a:pathLst>
                <a:path w="4472" h="7660">
                  <a:moveTo>
                    <a:pt x="1278" y="0"/>
                  </a:moveTo>
                  <a:lnTo>
                    <a:pt x="0" y="7661"/>
                  </a:lnTo>
                  <a:lnTo>
                    <a:pt x="4473" y="4469"/>
                  </a:lnTo>
                  <a:close/>
                </a:path>
              </a:pathLst>
            </a:custGeom>
            <a:solidFill>
              <a:srgbClr val="43B02A"/>
            </a:solidFill>
            <a:ln w="6390" cap="flat">
              <a:noFill/>
              <a:prstDash val="solid"/>
              <a:miter/>
            </a:ln>
          </p:spPr>
          <p:txBody>
            <a:bodyPr rtlCol="0" anchor="ctr"/>
            <a:lstStyle/>
            <a:p>
              <a:endParaRPr lang="en-US"/>
            </a:p>
          </p:txBody>
        </p:sp>
        <p:sp>
          <p:nvSpPr>
            <p:cNvPr id="996" name="Graphic 4">
              <a:extLst>
                <a:ext uri="{FF2B5EF4-FFF2-40B4-BE49-F238E27FC236}">
                  <a16:creationId xmlns:a16="http://schemas.microsoft.com/office/drawing/2014/main" id="{7D8248F9-0649-C843-B0E8-29A6D23360AD}"/>
                </a:ext>
              </a:extLst>
            </p:cNvPr>
            <p:cNvSpPr/>
            <p:nvPr/>
          </p:nvSpPr>
          <p:spPr>
            <a:xfrm>
              <a:off x="7371431" y="1580198"/>
              <a:ext cx="15974" cy="20428"/>
            </a:xfrm>
            <a:custGeom>
              <a:avLst/>
              <a:gdLst>
                <a:gd name="connsiteX0" fmla="*/ 7668 w 15974"/>
                <a:gd name="connsiteY0" fmla="*/ 0 h 20428"/>
                <a:gd name="connsiteX1" fmla="*/ 0 w 15974"/>
                <a:gd name="connsiteY1" fmla="*/ 20429 h 20428"/>
                <a:gd name="connsiteX2" fmla="*/ 15975 w 15974"/>
                <a:gd name="connsiteY2" fmla="*/ 11491 h 20428"/>
              </a:gdLst>
              <a:ahLst/>
              <a:cxnLst>
                <a:cxn ang="0">
                  <a:pos x="connsiteX0" y="connsiteY0"/>
                </a:cxn>
                <a:cxn ang="0">
                  <a:pos x="connsiteX1" y="connsiteY1"/>
                </a:cxn>
                <a:cxn ang="0">
                  <a:pos x="connsiteX2" y="connsiteY2"/>
                </a:cxn>
              </a:cxnLst>
              <a:rect l="l" t="t" r="r" b="b"/>
              <a:pathLst>
                <a:path w="15974" h="20428">
                  <a:moveTo>
                    <a:pt x="7668" y="0"/>
                  </a:moveTo>
                  <a:lnTo>
                    <a:pt x="0" y="20429"/>
                  </a:lnTo>
                  <a:lnTo>
                    <a:pt x="15975" y="11491"/>
                  </a:lnTo>
                  <a:close/>
                </a:path>
              </a:pathLst>
            </a:custGeom>
            <a:solidFill>
              <a:srgbClr val="43B02A"/>
            </a:solidFill>
            <a:ln w="6390" cap="flat">
              <a:noFill/>
              <a:prstDash val="solid"/>
              <a:miter/>
            </a:ln>
          </p:spPr>
          <p:txBody>
            <a:bodyPr rtlCol="0" anchor="ctr"/>
            <a:lstStyle/>
            <a:p>
              <a:endParaRPr lang="en-US"/>
            </a:p>
          </p:txBody>
        </p:sp>
        <p:sp>
          <p:nvSpPr>
            <p:cNvPr id="997" name="Graphic 4">
              <a:extLst>
                <a:ext uri="{FF2B5EF4-FFF2-40B4-BE49-F238E27FC236}">
                  <a16:creationId xmlns:a16="http://schemas.microsoft.com/office/drawing/2014/main" id="{E679C98B-03EE-964B-8CC6-37A223E24BB2}"/>
                </a:ext>
              </a:extLst>
            </p:cNvPr>
            <p:cNvSpPr/>
            <p:nvPr/>
          </p:nvSpPr>
          <p:spPr>
            <a:xfrm>
              <a:off x="7355456" y="1554023"/>
              <a:ext cx="12141" cy="17875"/>
            </a:xfrm>
            <a:custGeom>
              <a:avLst/>
              <a:gdLst>
                <a:gd name="connsiteX0" fmla="*/ 4473 w 12141"/>
                <a:gd name="connsiteY0" fmla="*/ 0 h 17875"/>
                <a:gd name="connsiteX1" fmla="*/ 0 w 12141"/>
                <a:gd name="connsiteY1" fmla="*/ 17875 h 17875"/>
                <a:gd name="connsiteX2" fmla="*/ 12141 w 12141"/>
                <a:gd name="connsiteY2" fmla="*/ 10214 h 17875"/>
              </a:gdLst>
              <a:ahLst/>
              <a:cxnLst>
                <a:cxn ang="0">
                  <a:pos x="connsiteX0" y="connsiteY0"/>
                </a:cxn>
                <a:cxn ang="0">
                  <a:pos x="connsiteX1" y="connsiteY1"/>
                </a:cxn>
                <a:cxn ang="0">
                  <a:pos x="connsiteX2" y="connsiteY2"/>
                </a:cxn>
              </a:cxnLst>
              <a:rect l="l" t="t" r="r" b="b"/>
              <a:pathLst>
                <a:path w="12141" h="17875">
                  <a:moveTo>
                    <a:pt x="4473" y="0"/>
                  </a:moveTo>
                  <a:lnTo>
                    <a:pt x="0" y="17875"/>
                  </a:lnTo>
                  <a:lnTo>
                    <a:pt x="12141" y="10214"/>
                  </a:lnTo>
                  <a:close/>
                </a:path>
              </a:pathLst>
            </a:custGeom>
            <a:solidFill>
              <a:srgbClr val="43B02A"/>
            </a:solidFill>
            <a:ln w="6390" cap="flat">
              <a:noFill/>
              <a:prstDash val="solid"/>
              <a:miter/>
            </a:ln>
          </p:spPr>
          <p:txBody>
            <a:bodyPr rtlCol="0" anchor="ctr"/>
            <a:lstStyle/>
            <a:p>
              <a:endParaRPr lang="en-US"/>
            </a:p>
          </p:txBody>
        </p:sp>
        <p:sp>
          <p:nvSpPr>
            <p:cNvPr id="998" name="Graphic 4">
              <a:extLst>
                <a:ext uri="{FF2B5EF4-FFF2-40B4-BE49-F238E27FC236}">
                  <a16:creationId xmlns:a16="http://schemas.microsoft.com/office/drawing/2014/main" id="{94C162D9-0E51-2B42-AFAE-E81415B7B03C}"/>
                </a:ext>
              </a:extLst>
            </p:cNvPr>
            <p:cNvSpPr/>
            <p:nvPr/>
          </p:nvSpPr>
          <p:spPr>
            <a:xfrm>
              <a:off x="7279416" y="1609564"/>
              <a:ext cx="47924" cy="47879"/>
            </a:xfrm>
            <a:custGeom>
              <a:avLst/>
              <a:gdLst>
                <a:gd name="connsiteX0" fmla="*/ 23643 w 47924"/>
                <a:gd name="connsiteY0" fmla="*/ 0 h 47879"/>
                <a:gd name="connsiteX1" fmla="*/ 23643 w 47924"/>
                <a:gd name="connsiteY1" fmla="*/ 0 h 47879"/>
                <a:gd name="connsiteX2" fmla="*/ 0 w 47924"/>
                <a:gd name="connsiteY2" fmla="*/ 24259 h 47879"/>
                <a:gd name="connsiteX3" fmla="*/ 24282 w 47924"/>
                <a:gd name="connsiteY3" fmla="*/ 47880 h 47879"/>
                <a:gd name="connsiteX4" fmla="*/ 47925 w 47924"/>
                <a:gd name="connsiteY4" fmla="*/ 23621 h 47879"/>
                <a:gd name="connsiteX5" fmla="*/ 23643 w 47924"/>
                <a:gd name="connsiteY5" fmla="*/ 0 h 47879"/>
                <a:gd name="connsiteX6" fmla="*/ 23643 w 47924"/>
                <a:gd name="connsiteY6" fmla="*/ 0 h 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24" h="47879">
                  <a:moveTo>
                    <a:pt x="23643" y="0"/>
                  </a:moveTo>
                  <a:lnTo>
                    <a:pt x="23643" y="0"/>
                  </a:lnTo>
                  <a:cubicBezTo>
                    <a:pt x="10225" y="0"/>
                    <a:pt x="0" y="10853"/>
                    <a:pt x="0" y="24259"/>
                  </a:cubicBezTo>
                  <a:cubicBezTo>
                    <a:pt x="0" y="37665"/>
                    <a:pt x="10863" y="47880"/>
                    <a:pt x="24282" y="47880"/>
                  </a:cubicBezTo>
                  <a:cubicBezTo>
                    <a:pt x="37701" y="47880"/>
                    <a:pt x="47925" y="37027"/>
                    <a:pt x="47925" y="23621"/>
                  </a:cubicBezTo>
                  <a:cubicBezTo>
                    <a:pt x="47286" y="10853"/>
                    <a:pt x="37062" y="0"/>
                    <a:pt x="23643" y="0"/>
                  </a:cubicBezTo>
                  <a:lnTo>
                    <a:pt x="23643" y="0"/>
                  </a:lnTo>
                  <a:close/>
                </a:path>
              </a:pathLst>
            </a:custGeom>
            <a:solidFill>
              <a:srgbClr val="43B02A"/>
            </a:solidFill>
            <a:ln w="6390" cap="flat">
              <a:noFill/>
              <a:prstDash val="solid"/>
              <a:miter/>
            </a:ln>
          </p:spPr>
          <p:txBody>
            <a:bodyPr rtlCol="0" anchor="ctr"/>
            <a:lstStyle/>
            <a:p>
              <a:endParaRPr lang="en-US"/>
            </a:p>
          </p:txBody>
        </p:sp>
        <p:sp>
          <p:nvSpPr>
            <p:cNvPr id="999" name="Graphic 4">
              <a:extLst>
                <a:ext uri="{FF2B5EF4-FFF2-40B4-BE49-F238E27FC236}">
                  <a16:creationId xmlns:a16="http://schemas.microsoft.com/office/drawing/2014/main" id="{D37F6D75-D1C6-F346-8A8A-5965345C7AA4}"/>
                </a:ext>
              </a:extLst>
            </p:cNvPr>
            <p:cNvSpPr/>
            <p:nvPr/>
          </p:nvSpPr>
          <p:spPr>
            <a:xfrm>
              <a:off x="7306893" y="1490822"/>
              <a:ext cx="8946" cy="16598"/>
            </a:xfrm>
            <a:custGeom>
              <a:avLst/>
              <a:gdLst>
                <a:gd name="connsiteX0" fmla="*/ 8946 w 8946"/>
                <a:gd name="connsiteY0" fmla="*/ 1915 h 16598"/>
                <a:gd name="connsiteX1" fmla="*/ 7668 w 8946"/>
                <a:gd name="connsiteY1" fmla="*/ 0 h 16598"/>
                <a:gd name="connsiteX2" fmla="*/ 0 w 8946"/>
                <a:gd name="connsiteY2" fmla="*/ 5107 h 16598"/>
                <a:gd name="connsiteX3" fmla="*/ 5751 w 8946"/>
                <a:gd name="connsiteY3" fmla="*/ 16598 h 16598"/>
              </a:gdLst>
              <a:ahLst/>
              <a:cxnLst>
                <a:cxn ang="0">
                  <a:pos x="connsiteX0" y="connsiteY0"/>
                </a:cxn>
                <a:cxn ang="0">
                  <a:pos x="connsiteX1" y="connsiteY1"/>
                </a:cxn>
                <a:cxn ang="0">
                  <a:pos x="connsiteX2" y="connsiteY2"/>
                </a:cxn>
                <a:cxn ang="0">
                  <a:pos x="connsiteX3" y="connsiteY3"/>
                </a:cxn>
              </a:cxnLst>
              <a:rect l="l" t="t" r="r" b="b"/>
              <a:pathLst>
                <a:path w="8946" h="16598">
                  <a:moveTo>
                    <a:pt x="8946" y="1915"/>
                  </a:moveTo>
                  <a:lnTo>
                    <a:pt x="7668" y="0"/>
                  </a:lnTo>
                  <a:lnTo>
                    <a:pt x="0" y="5107"/>
                  </a:lnTo>
                  <a:lnTo>
                    <a:pt x="5751" y="16598"/>
                  </a:lnTo>
                  <a:close/>
                </a:path>
              </a:pathLst>
            </a:custGeom>
            <a:solidFill>
              <a:srgbClr val="43B02A"/>
            </a:solidFill>
            <a:ln w="6390" cap="flat">
              <a:noFill/>
              <a:prstDash val="solid"/>
              <a:miter/>
            </a:ln>
          </p:spPr>
          <p:txBody>
            <a:bodyPr rtlCol="0" anchor="ctr"/>
            <a:lstStyle/>
            <a:p>
              <a:endParaRPr lang="en-US"/>
            </a:p>
          </p:txBody>
        </p:sp>
        <p:sp>
          <p:nvSpPr>
            <p:cNvPr id="1000" name="Graphic 4">
              <a:extLst>
                <a:ext uri="{FF2B5EF4-FFF2-40B4-BE49-F238E27FC236}">
                  <a16:creationId xmlns:a16="http://schemas.microsoft.com/office/drawing/2014/main" id="{8FA6292D-6441-4C41-8733-2E7BF185C5D1}"/>
                </a:ext>
              </a:extLst>
            </p:cNvPr>
            <p:cNvSpPr/>
            <p:nvPr/>
          </p:nvSpPr>
          <p:spPr>
            <a:xfrm>
              <a:off x="7353539" y="1580836"/>
              <a:ext cx="11501" cy="17875"/>
            </a:xfrm>
            <a:custGeom>
              <a:avLst/>
              <a:gdLst>
                <a:gd name="connsiteX0" fmla="*/ 5111 w 11501"/>
                <a:gd name="connsiteY0" fmla="*/ 17875 h 17875"/>
                <a:gd name="connsiteX1" fmla="*/ 11501 w 11501"/>
                <a:gd name="connsiteY1" fmla="*/ 0 h 17875"/>
                <a:gd name="connsiteX2" fmla="*/ 0 w 11501"/>
                <a:gd name="connsiteY2" fmla="*/ 7022 h 17875"/>
              </a:gdLst>
              <a:ahLst/>
              <a:cxnLst>
                <a:cxn ang="0">
                  <a:pos x="connsiteX0" y="connsiteY0"/>
                </a:cxn>
                <a:cxn ang="0">
                  <a:pos x="connsiteX1" y="connsiteY1"/>
                </a:cxn>
                <a:cxn ang="0">
                  <a:pos x="connsiteX2" y="connsiteY2"/>
                </a:cxn>
              </a:cxnLst>
              <a:rect l="l" t="t" r="r" b="b"/>
              <a:pathLst>
                <a:path w="11501" h="17875">
                  <a:moveTo>
                    <a:pt x="5111" y="17875"/>
                  </a:moveTo>
                  <a:lnTo>
                    <a:pt x="11501" y="0"/>
                  </a:lnTo>
                  <a:lnTo>
                    <a:pt x="0" y="7022"/>
                  </a:lnTo>
                  <a:close/>
                </a:path>
              </a:pathLst>
            </a:custGeom>
            <a:solidFill>
              <a:srgbClr val="43B02A"/>
            </a:solidFill>
            <a:ln w="6390" cap="flat">
              <a:noFill/>
              <a:prstDash val="solid"/>
              <a:miter/>
            </a:ln>
          </p:spPr>
          <p:txBody>
            <a:bodyPr rtlCol="0" anchor="ctr"/>
            <a:lstStyle/>
            <a:p>
              <a:endParaRPr lang="en-US"/>
            </a:p>
          </p:txBody>
        </p:sp>
        <p:sp>
          <p:nvSpPr>
            <p:cNvPr id="1001" name="Graphic 4">
              <a:extLst>
                <a:ext uri="{FF2B5EF4-FFF2-40B4-BE49-F238E27FC236}">
                  <a16:creationId xmlns:a16="http://schemas.microsoft.com/office/drawing/2014/main" id="{D8485F75-3C7C-E840-818D-61125E8D546F}"/>
                </a:ext>
              </a:extLst>
            </p:cNvPr>
            <p:cNvSpPr/>
            <p:nvPr/>
          </p:nvSpPr>
          <p:spPr>
            <a:xfrm>
              <a:off x="7324145" y="1525934"/>
              <a:ext cx="5751" cy="10852"/>
            </a:xfrm>
            <a:custGeom>
              <a:avLst/>
              <a:gdLst>
                <a:gd name="connsiteX0" fmla="*/ 0 w 5751"/>
                <a:gd name="connsiteY0" fmla="*/ 3192 h 10852"/>
                <a:gd name="connsiteX1" fmla="*/ 3195 w 5751"/>
                <a:gd name="connsiteY1" fmla="*/ 10853 h 10852"/>
                <a:gd name="connsiteX2" fmla="*/ 5751 w 5751"/>
                <a:gd name="connsiteY2" fmla="*/ 0 h 10852"/>
              </a:gdLst>
              <a:ahLst/>
              <a:cxnLst>
                <a:cxn ang="0">
                  <a:pos x="connsiteX0" y="connsiteY0"/>
                </a:cxn>
                <a:cxn ang="0">
                  <a:pos x="connsiteX1" y="connsiteY1"/>
                </a:cxn>
                <a:cxn ang="0">
                  <a:pos x="connsiteX2" y="connsiteY2"/>
                </a:cxn>
              </a:cxnLst>
              <a:rect l="l" t="t" r="r" b="b"/>
              <a:pathLst>
                <a:path w="5751" h="10852">
                  <a:moveTo>
                    <a:pt x="0" y="3192"/>
                  </a:moveTo>
                  <a:lnTo>
                    <a:pt x="3195" y="10853"/>
                  </a:lnTo>
                  <a:lnTo>
                    <a:pt x="5751" y="0"/>
                  </a:lnTo>
                  <a:close/>
                </a:path>
              </a:pathLst>
            </a:custGeom>
            <a:solidFill>
              <a:srgbClr val="43B02A"/>
            </a:solidFill>
            <a:ln w="6390" cap="flat">
              <a:noFill/>
              <a:prstDash val="solid"/>
              <a:miter/>
            </a:ln>
          </p:spPr>
          <p:txBody>
            <a:bodyPr rtlCol="0" anchor="ctr"/>
            <a:lstStyle/>
            <a:p>
              <a:endParaRPr lang="en-US"/>
            </a:p>
          </p:txBody>
        </p:sp>
        <p:sp>
          <p:nvSpPr>
            <p:cNvPr id="1002" name="Graphic 4">
              <a:extLst>
                <a:ext uri="{FF2B5EF4-FFF2-40B4-BE49-F238E27FC236}">
                  <a16:creationId xmlns:a16="http://schemas.microsoft.com/office/drawing/2014/main" id="{00449E62-BB8E-9A4E-8F5D-21D6AECA4A5E}"/>
                </a:ext>
              </a:extLst>
            </p:cNvPr>
            <p:cNvSpPr/>
            <p:nvPr/>
          </p:nvSpPr>
          <p:spPr>
            <a:xfrm>
              <a:off x="7338203" y="1552747"/>
              <a:ext cx="8946" cy="15321"/>
            </a:xfrm>
            <a:custGeom>
              <a:avLst/>
              <a:gdLst>
                <a:gd name="connsiteX0" fmla="*/ 0 w 8946"/>
                <a:gd name="connsiteY0" fmla="*/ 5746 h 15321"/>
                <a:gd name="connsiteX1" fmla="*/ 5111 w 8946"/>
                <a:gd name="connsiteY1" fmla="*/ 15322 h 15321"/>
                <a:gd name="connsiteX2" fmla="*/ 8946 w 8946"/>
                <a:gd name="connsiteY2" fmla="*/ 0 h 15321"/>
              </a:gdLst>
              <a:ahLst/>
              <a:cxnLst>
                <a:cxn ang="0">
                  <a:pos x="connsiteX0" y="connsiteY0"/>
                </a:cxn>
                <a:cxn ang="0">
                  <a:pos x="connsiteX1" y="connsiteY1"/>
                </a:cxn>
                <a:cxn ang="0">
                  <a:pos x="connsiteX2" y="connsiteY2"/>
                </a:cxn>
              </a:cxnLst>
              <a:rect l="l" t="t" r="r" b="b"/>
              <a:pathLst>
                <a:path w="8946" h="15321">
                  <a:moveTo>
                    <a:pt x="0" y="5746"/>
                  </a:moveTo>
                  <a:lnTo>
                    <a:pt x="5111" y="15322"/>
                  </a:lnTo>
                  <a:lnTo>
                    <a:pt x="8946" y="0"/>
                  </a:lnTo>
                  <a:close/>
                </a:path>
              </a:pathLst>
            </a:custGeom>
            <a:solidFill>
              <a:srgbClr val="43B02A"/>
            </a:solidFill>
            <a:ln w="6390" cap="flat">
              <a:noFill/>
              <a:prstDash val="solid"/>
              <a:miter/>
            </a:ln>
          </p:spPr>
          <p:txBody>
            <a:bodyPr rtlCol="0" anchor="ctr"/>
            <a:lstStyle/>
            <a:p>
              <a:endParaRPr lang="en-US"/>
            </a:p>
          </p:txBody>
        </p:sp>
        <p:sp>
          <p:nvSpPr>
            <p:cNvPr id="1003" name="Graphic 4">
              <a:extLst>
                <a:ext uri="{FF2B5EF4-FFF2-40B4-BE49-F238E27FC236}">
                  <a16:creationId xmlns:a16="http://schemas.microsoft.com/office/drawing/2014/main" id="{8F57018A-D25F-0740-9F6D-E57D8E5DC107}"/>
                </a:ext>
              </a:extLst>
            </p:cNvPr>
            <p:cNvSpPr/>
            <p:nvPr/>
          </p:nvSpPr>
          <p:spPr>
            <a:xfrm>
              <a:off x="7359290" y="1649783"/>
              <a:ext cx="108628" cy="28089"/>
            </a:xfrm>
            <a:custGeom>
              <a:avLst/>
              <a:gdLst>
                <a:gd name="connsiteX0" fmla="*/ 94571 w 108628"/>
                <a:gd name="connsiteY0" fmla="*/ 0 h 28089"/>
                <a:gd name="connsiteX1" fmla="*/ 14058 w 108628"/>
                <a:gd name="connsiteY1" fmla="*/ 0 h 28089"/>
                <a:gd name="connsiteX2" fmla="*/ 0 w 108628"/>
                <a:gd name="connsiteY2" fmla="*/ 14045 h 28089"/>
                <a:gd name="connsiteX3" fmla="*/ 14058 w 108628"/>
                <a:gd name="connsiteY3" fmla="*/ 28090 h 28089"/>
                <a:gd name="connsiteX4" fmla="*/ 14058 w 108628"/>
                <a:gd name="connsiteY4" fmla="*/ 28090 h 28089"/>
                <a:gd name="connsiteX5" fmla="*/ 94571 w 108628"/>
                <a:gd name="connsiteY5" fmla="*/ 28090 h 28089"/>
                <a:gd name="connsiteX6" fmla="*/ 108629 w 108628"/>
                <a:gd name="connsiteY6" fmla="*/ 14045 h 28089"/>
                <a:gd name="connsiteX7" fmla="*/ 94571 w 108628"/>
                <a:gd name="connsiteY7" fmla="*/ 0 h 28089"/>
                <a:gd name="connsiteX8" fmla="*/ 89459 w 108628"/>
                <a:gd name="connsiteY8" fmla="*/ 20429 h 28089"/>
                <a:gd name="connsiteX9" fmla="*/ 89459 w 108628"/>
                <a:gd name="connsiteY9" fmla="*/ 20429 h 28089"/>
                <a:gd name="connsiteX10" fmla="*/ 19170 w 108628"/>
                <a:gd name="connsiteY10" fmla="*/ 20429 h 28089"/>
                <a:gd name="connsiteX11" fmla="*/ 12780 w 108628"/>
                <a:gd name="connsiteY11" fmla="*/ 14045 h 28089"/>
                <a:gd name="connsiteX12" fmla="*/ 19170 w 108628"/>
                <a:gd name="connsiteY12" fmla="*/ 7661 h 28089"/>
                <a:gd name="connsiteX13" fmla="*/ 89459 w 108628"/>
                <a:gd name="connsiteY13" fmla="*/ 7661 h 28089"/>
                <a:gd name="connsiteX14" fmla="*/ 95849 w 108628"/>
                <a:gd name="connsiteY14" fmla="*/ 14045 h 28089"/>
                <a:gd name="connsiteX15" fmla="*/ 89459 w 108628"/>
                <a:gd name="connsiteY15" fmla="*/ 20429 h 28089"/>
                <a:gd name="connsiteX16" fmla="*/ 89459 w 108628"/>
                <a:gd name="connsiteY16" fmla="*/ 20429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8628" h="28089">
                  <a:moveTo>
                    <a:pt x="94571" y="0"/>
                  </a:moveTo>
                  <a:lnTo>
                    <a:pt x="14058" y="0"/>
                  </a:lnTo>
                  <a:cubicBezTo>
                    <a:pt x="6390" y="0"/>
                    <a:pt x="0" y="6384"/>
                    <a:pt x="0" y="14045"/>
                  </a:cubicBezTo>
                  <a:cubicBezTo>
                    <a:pt x="0" y="21706"/>
                    <a:pt x="6390" y="28090"/>
                    <a:pt x="14058" y="28090"/>
                  </a:cubicBezTo>
                  <a:lnTo>
                    <a:pt x="14058" y="28090"/>
                  </a:lnTo>
                  <a:lnTo>
                    <a:pt x="94571" y="28090"/>
                  </a:lnTo>
                  <a:cubicBezTo>
                    <a:pt x="102239" y="28090"/>
                    <a:pt x="108629" y="21706"/>
                    <a:pt x="108629" y="14045"/>
                  </a:cubicBezTo>
                  <a:cubicBezTo>
                    <a:pt x="108629" y="6384"/>
                    <a:pt x="102239" y="0"/>
                    <a:pt x="94571" y="0"/>
                  </a:cubicBezTo>
                  <a:close/>
                  <a:moveTo>
                    <a:pt x="89459" y="20429"/>
                  </a:moveTo>
                  <a:lnTo>
                    <a:pt x="89459" y="20429"/>
                  </a:lnTo>
                  <a:lnTo>
                    <a:pt x="19170" y="20429"/>
                  </a:lnTo>
                  <a:cubicBezTo>
                    <a:pt x="15336" y="20429"/>
                    <a:pt x="12780" y="17875"/>
                    <a:pt x="12780" y="14045"/>
                  </a:cubicBezTo>
                  <a:cubicBezTo>
                    <a:pt x="12780" y="10214"/>
                    <a:pt x="15336" y="7661"/>
                    <a:pt x="19170" y="7661"/>
                  </a:cubicBezTo>
                  <a:lnTo>
                    <a:pt x="89459" y="7661"/>
                  </a:lnTo>
                  <a:cubicBezTo>
                    <a:pt x="93294" y="7661"/>
                    <a:pt x="95849" y="10214"/>
                    <a:pt x="95849" y="14045"/>
                  </a:cubicBezTo>
                  <a:cubicBezTo>
                    <a:pt x="95849" y="17875"/>
                    <a:pt x="92654" y="20429"/>
                    <a:pt x="89459" y="20429"/>
                  </a:cubicBezTo>
                  <a:lnTo>
                    <a:pt x="89459" y="20429"/>
                  </a:lnTo>
                  <a:close/>
                </a:path>
              </a:pathLst>
            </a:custGeom>
            <a:solidFill>
              <a:srgbClr val="43B02A"/>
            </a:solidFill>
            <a:ln w="6390" cap="flat">
              <a:noFill/>
              <a:prstDash val="solid"/>
              <a:miter/>
            </a:ln>
          </p:spPr>
          <p:txBody>
            <a:bodyPr rtlCol="0" anchor="ctr"/>
            <a:lstStyle/>
            <a:p>
              <a:endParaRPr lang="en-US"/>
            </a:p>
          </p:txBody>
        </p:sp>
        <p:sp>
          <p:nvSpPr>
            <p:cNvPr id="1004" name="Graphic 4">
              <a:extLst>
                <a:ext uri="{FF2B5EF4-FFF2-40B4-BE49-F238E27FC236}">
                  <a16:creationId xmlns:a16="http://schemas.microsoft.com/office/drawing/2014/main" id="{D080345A-E2B7-6B48-9AAA-68250126CCEC}"/>
                </a:ext>
              </a:extLst>
            </p:cNvPr>
            <p:cNvSpPr/>
            <p:nvPr/>
          </p:nvSpPr>
          <p:spPr>
            <a:xfrm>
              <a:off x="7191874" y="140272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61987 w 362312"/>
                <a:gd name="connsiteY6" fmla="*/ 287918 h 361971"/>
                <a:gd name="connsiteX7" fmla="*/ 181474 w 362312"/>
                <a:gd name="connsiteY7" fmla="*/ 287918 h 361971"/>
                <a:gd name="connsiteX8" fmla="*/ 154636 w 362312"/>
                <a:gd name="connsiteY8" fmla="*/ 261105 h 361971"/>
                <a:gd name="connsiteX9" fmla="*/ 181474 w 362312"/>
                <a:gd name="connsiteY9" fmla="*/ 234292 h 361971"/>
                <a:gd name="connsiteX10" fmla="*/ 181474 w 362312"/>
                <a:gd name="connsiteY10" fmla="*/ 234292 h 361971"/>
                <a:gd name="connsiteX11" fmla="*/ 201922 w 362312"/>
                <a:gd name="connsiteY11" fmla="*/ 234292 h 361971"/>
                <a:gd name="connsiteX12" fmla="*/ 201922 w 362312"/>
                <a:gd name="connsiteY12" fmla="*/ 229185 h 361971"/>
                <a:gd name="connsiteX13" fmla="*/ 173167 w 362312"/>
                <a:gd name="connsiteY13" fmla="*/ 229185 h 361971"/>
                <a:gd name="connsiteX14" fmla="*/ 167416 w 362312"/>
                <a:gd name="connsiteY14" fmla="*/ 225355 h 361971"/>
                <a:gd name="connsiteX15" fmla="*/ 117575 w 362312"/>
                <a:gd name="connsiteY15" fmla="*/ 125126 h 361971"/>
                <a:gd name="connsiteX16" fmla="*/ 117575 w 362312"/>
                <a:gd name="connsiteY16" fmla="*/ 194073 h 361971"/>
                <a:gd name="connsiteX17" fmla="*/ 146969 w 362312"/>
                <a:gd name="connsiteY17" fmla="*/ 236207 h 361971"/>
                <a:gd name="connsiteX18" fmla="*/ 104795 w 362312"/>
                <a:gd name="connsiteY18" fmla="*/ 265574 h 361971"/>
                <a:gd name="connsiteX19" fmla="*/ 75402 w 362312"/>
                <a:gd name="connsiteY19" fmla="*/ 223439 h 361971"/>
                <a:gd name="connsiteX20" fmla="*/ 104795 w 362312"/>
                <a:gd name="connsiteY20" fmla="*/ 194073 h 361971"/>
                <a:gd name="connsiteX21" fmla="*/ 104795 w 362312"/>
                <a:gd name="connsiteY21" fmla="*/ 99590 h 361971"/>
                <a:gd name="connsiteX22" fmla="*/ 101600 w 362312"/>
                <a:gd name="connsiteY22" fmla="*/ 93206 h 361971"/>
                <a:gd name="connsiteX23" fmla="*/ 103517 w 362312"/>
                <a:gd name="connsiteY23" fmla="*/ 84907 h 361971"/>
                <a:gd name="connsiteX24" fmla="*/ 120770 w 362312"/>
                <a:gd name="connsiteY24" fmla="*/ 73416 h 361971"/>
                <a:gd name="connsiteX25" fmla="*/ 129716 w 362312"/>
                <a:gd name="connsiteY25" fmla="*/ 74693 h 361971"/>
                <a:gd name="connsiteX26" fmla="*/ 201922 w 362312"/>
                <a:gd name="connsiteY26" fmla="*/ 174921 h 361971"/>
                <a:gd name="connsiteX27" fmla="*/ 201922 w 362312"/>
                <a:gd name="connsiteY27" fmla="*/ 158961 h 361971"/>
                <a:gd name="connsiteX28" fmla="*/ 223009 w 362312"/>
                <a:gd name="connsiteY28" fmla="*/ 137256 h 361971"/>
                <a:gd name="connsiteX29" fmla="*/ 255597 w 362312"/>
                <a:gd name="connsiteY29" fmla="*/ 137256 h 361971"/>
                <a:gd name="connsiteX30" fmla="*/ 276685 w 362312"/>
                <a:gd name="connsiteY30" fmla="*/ 158961 h 361971"/>
                <a:gd name="connsiteX31" fmla="*/ 276685 w 362312"/>
                <a:gd name="connsiteY31" fmla="*/ 238761 h 361971"/>
                <a:gd name="connsiteX32" fmla="*/ 283713 w 362312"/>
                <a:gd name="connsiteY32" fmla="*/ 276426 h 361971"/>
                <a:gd name="connsiteX33" fmla="*/ 261987 w 362312"/>
                <a:gd name="connsiteY33" fmla="*/ 287918 h 361971"/>
                <a:gd name="connsiteX34" fmla="*/ 261987 w 362312"/>
                <a:gd name="connsiteY34" fmla="*/ 28791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0438"/>
                    <a:pt x="281796" y="0"/>
                    <a:pt x="181474" y="0"/>
                  </a:cubicBezTo>
                  <a:close/>
                  <a:moveTo>
                    <a:pt x="261987" y="287918"/>
                  </a:moveTo>
                  <a:lnTo>
                    <a:pt x="181474" y="287918"/>
                  </a:lnTo>
                  <a:cubicBezTo>
                    <a:pt x="166777" y="287918"/>
                    <a:pt x="154636" y="275788"/>
                    <a:pt x="154636" y="261105"/>
                  </a:cubicBezTo>
                  <a:cubicBezTo>
                    <a:pt x="154636" y="246422"/>
                    <a:pt x="166777" y="234292"/>
                    <a:pt x="181474" y="234292"/>
                  </a:cubicBezTo>
                  <a:cubicBezTo>
                    <a:pt x="181474" y="234292"/>
                    <a:pt x="181474" y="234292"/>
                    <a:pt x="181474" y="234292"/>
                  </a:cubicBezTo>
                  <a:lnTo>
                    <a:pt x="201922" y="234292"/>
                  </a:lnTo>
                  <a:lnTo>
                    <a:pt x="201922" y="229185"/>
                  </a:lnTo>
                  <a:lnTo>
                    <a:pt x="173167" y="229185"/>
                  </a:lnTo>
                  <a:cubicBezTo>
                    <a:pt x="170611" y="229185"/>
                    <a:pt x="168695" y="227908"/>
                    <a:pt x="167416" y="225355"/>
                  </a:cubicBezTo>
                  <a:lnTo>
                    <a:pt x="117575" y="125126"/>
                  </a:lnTo>
                  <a:lnTo>
                    <a:pt x="117575" y="194073"/>
                  </a:lnTo>
                  <a:cubicBezTo>
                    <a:pt x="137384" y="197903"/>
                    <a:pt x="150802" y="216417"/>
                    <a:pt x="146969" y="236207"/>
                  </a:cubicBezTo>
                  <a:cubicBezTo>
                    <a:pt x="143135" y="255998"/>
                    <a:pt x="124604" y="269404"/>
                    <a:pt x="104795" y="265574"/>
                  </a:cubicBezTo>
                  <a:cubicBezTo>
                    <a:pt x="84986" y="261743"/>
                    <a:pt x="71567" y="243230"/>
                    <a:pt x="75402" y="223439"/>
                  </a:cubicBezTo>
                  <a:cubicBezTo>
                    <a:pt x="77957" y="208118"/>
                    <a:pt x="90098" y="196627"/>
                    <a:pt x="104795" y="194073"/>
                  </a:cubicBezTo>
                  <a:lnTo>
                    <a:pt x="104795" y="99590"/>
                  </a:lnTo>
                  <a:lnTo>
                    <a:pt x="101600" y="93206"/>
                  </a:lnTo>
                  <a:cubicBezTo>
                    <a:pt x="100322" y="90014"/>
                    <a:pt x="100961" y="86822"/>
                    <a:pt x="103517" y="84907"/>
                  </a:cubicBezTo>
                  <a:lnTo>
                    <a:pt x="120770" y="73416"/>
                  </a:lnTo>
                  <a:cubicBezTo>
                    <a:pt x="123326" y="71501"/>
                    <a:pt x="127160" y="72139"/>
                    <a:pt x="129716" y="74693"/>
                  </a:cubicBezTo>
                  <a:lnTo>
                    <a:pt x="201922" y="174921"/>
                  </a:lnTo>
                  <a:lnTo>
                    <a:pt x="201922" y="158961"/>
                  </a:lnTo>
                  <a:cubicBezTo>
                    <a:pt x="201922" y="146832"/>
                    <a:pt x="211507" y="137256"/>
                    <a:pt x="223009" y="137256"/>
                  </a:cubicBezTo>
                  <a:lnTo>
                    <a:pt x="255597" y="137256"/>
                  </a:lnTo>
                  <a:cubicBezTo>
                    <a:pt x="267739" y="137256"/>
                    <a:pt x="276685" y="146832"/>
                    <a:pt x="276685" y="158961"/>
                  </a:cubicBezTo>
                  <a:lnTo>
                    <a:pt x="276685" y="238761"/>
                  </a:lnTo>
                  <a:cubicBezTo>
                    <a:pt x="288825" y="247060"/>
                    <a:pt x="292020" y="264297"/>
                    <a:pt x="283713" y="276426"/>
                  </a:cubicBezTo>
                  <a:cubicBezTo>
                    <a:pt x="279240" y="283449"/>
                    <a:pt x="270934" y="287918"/>
                    <a:pt x="261987" y="287918"/>
                  </a:cubicBezTo>
                  <a:lnTo>
                    <a:pt x="261987" y="287918"/>
                  </a:lnTo>
                  <a:close/>
                </a:path>
              </a:pathLst>
            </a:custGeom>
            <a:solidFill>
              <a:srgbClr val="43B02A"/>
            </a:solidFill>
            <a:ln w="6390" cap="flat">
              <a:noFill/>
              <a:prstDash val="solid"/>
              <a:miter/>
            </a:ln>
          </p:spPr>
          <p:txBody>
            <a:bodyPr rtlCol="0" anchor="ctr"/>
            <a:lstStyle/>
            <a:p>
              <a:endParaRPr lang="en-US"/>
            </a:p>
          </p:txBody>
        </p:sp>
        <p:sp>
          <p:nvSpPr>
            <p:cNvPr id="1005" name="Graphic 4">
              <a:extLst>
                <a:ext uri="{FF2B5EF4-FFF2-40B4-BE49-F238E27FC236}">
                  <a16:creationId xmlns:a16="http://schemas.microsoft.com/office/drawing/2014/main" id="{0A762292-8E0F-1140-B0FA-FB6B543D7D94}"/>
                </a:ext>
              </a:extLst>
            </p:cNvPr>
            <p:cNvSpPr/>
            <p:nvPr/>
          </p:nvSpPr>
          <p:spPr>
            <a:xfrm>
              <a:off x="7407214" y="1552747"/>
              <a:ext cx="49202" cy="84268"/>
            </a:xfrm>
            <a:custGeom>
              <a:avLst/>
              <a:gdLst>
                <a:gd name="connsiteX0" fmla="*/ 49203 w 49202"/>
                <a:gd name="connsiteY0" fmla="*/ 84269 h 84268"/>
                <a:gd name="connsiteX1" fmla="*/ 49203 w 49202"/>
                <a:gd name="connsiteY1" fmla="*/ 8938 h 84268"/>
                <a:gd name="connsiteX2" fmla="*/ 40896 w 49202"/>
                <a:gd name="connsiteY2" fmla="*/ 0 h 84268"/>
                <a:gd name="connsiteX3" fmla="*/ 8307 w 49202"/>
                <a:gd name="connsiteY3" fmla="*/ 0 h 84268"/>
                <a:gd name="connsiteX4" fmla="*/ 0 w 49202"/>
                <a:gd name="connsiteY4" fmla="*/ 8938 h 84268"/>
                <a:gd name="connsiteX5" fmla="*/ 0 w 49202"/>
                <a:gd name="connsiteY5" fmla="*/ 83630 h 84268"/>
                <a:gd name="connsiteX6" fmla="*/ 49203 w 49202"/>
                <a:gd name="connsiteY6" fmla="*/ 84269 h 84268"/>
                <a:gd name="connsiteX7" fmla="*/ 49203 w 49202"/>
                <a:gd name="connsiteY7" fmla="*/ 84269 h 84268"/>
                <a:gd name="connsiteX8" fmla="*/ 43452 w 49202"/>
                <a:gd name="connsiteY8" fmla="*/ 33835 h 84268"/>
                <a:gd name="connsiteX9" fmla="*/ 37062 w 49202"/>
                <a:gd name="connsiteY9" fmla="*/ 40219 h 84268"/>
                <a:gd name="connsiteX10" fmla="*/ 11502 w 49202"/>
                <a:gd name="connsiteY10" fmla="*/ 40219 h 84268"/>
                <a:gd name="connsiteX11" fmla="*/ 5112 w 49202"/>
                <a:gd name="connsiteY11" fmla="*/ 33835 h 84268"/>
                <a:gd name="connsiteX12" fmla="*/ 5112 w 49202"/>
                <a:gd name="connsiteY12" fmla="*/ 14045 h 84268"/>
                <a:gd name="connsiteX13" fmla="*/ 11502 w 49202"/>
                <a:gd name="connsiteY13" fmla="*/ 7661 h 84268"/>
                <a:gd name="connsiteX14" fmla="*/ 37062 w 49202"/>
                <a:gd name="connsiteY14" fmla="*/ 7661 h 84268"/>
                <a:gd name="connsiteX15" fmla="*/ 43452 w 49202"/>
                <a:gd name="connsiteY15" fmla="*/ 14045 h 84268"/>
                <a:gd name="connsiteX16" fmla="*/ 43452 w 49202"/>
                <a:gd name="connsiteY16" fmla="*/ 33835 h 84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202" h="84268">
                  <a:moveTo>
                    <a:pt x="49203" y="84269"/>
                  </a:moveTo>
                  <a:lnTo>
                    <a:pt x="49203" y="8938"/>
                  </a:lnTo>
                  <a:cubicBezTo>
                    <a:pt x="49203" y="4469"/>
                    <a:pt x="45369" y="0"/>
                    <a:pt x="40896" y="0"/>
                  </a:cubicBezTo>
                  <a:lnTo>
                    <a:pt x="8307" y="0"/>
                  </a:lnTo>
                  <a:cubicBezTo>
                    <a:pt x="3835" y="0"/>
                    <a:pt x="0" y="3830"/>
                    <a:pt x="0" y="8938"/>
                  </a:cubicBezTo>
                  <a:lnTo>
                    <a:pt x="0" y="83630"/>
                  </a:lnTo>
                  <a:lnTo>
                    <a:pt x="49203" y="84269"/>
                  </a:lnTo>
                  <a:lnTo>
                    <a:pt x="49203" y="84269"/>
                  </a:lnTo>
                  <a:close/>
                  <a:moveTo>
                    <a:pt x="43452" y="33835"/>
                  </a:moveTo>
                  <a:cubicBezTo>
                    <a:pt x="43452" y="37665"/>
                    <a:pt x="40896" y="40219"/>
                    <a:pt x="37062" y="40219"/>
                  </a:cubicBezTo>
                  <a:lnTo>
                    <a:pt x="11502" y="40219"/>
                  </a:lnTo>
                  <a:cubicBezTo>
                    <a:pt x="7668" y="40219"/>
                    <a:pt x="5112" y="37665"/>
                    <a:pt x="5112" y="33835"/>
                  </a:cubicBezTo>
                  <a:lnTo>
                    <a:pt x="5112" y="14045"/>
                  </a:lnTo>
                  <a:cubicBezTo>
                    <a:pt x="5112" y="10214"/>
                    <a:pt x="7668" y="7661"/>
                    <a:pt x="11502" y="7661"/>
                  </a:cubicBezTo>
                  <a:lnTo>
                    <a:pt x="37062" y="7661"/>
                  </a:lnTo>
                  <a:cubicBezTo>
                    <a:pt x="40896" y="7661"/>
                    <a:pt x="43452" y="10214"/>
                    <a:pt x="43452" y="14045"/>
                  </a:cubicBezTo>
                  <a:lnTo>
                    <a:pt x="43452" y="33835"/>
                  </a:lnTo>
                  <a:close/>
                </a:path>
              </a:pathLst>
            </a:custGeom>
            <a:solidFill>
              <a:srgbClr val="43B02A"/>
            </a:solidFill>
            <a:ln w="6390" cap="flat">
              <a:noFill/>
              <a:prstDash val="solid"/>
              <a:miter/>
            </a:ln>
          </p:spPr>
          <p:txBody>
            <a:bodyPr rtlCol="0" anchor="ctr"/>
            <a:lstStyle/>
            <a:p>
              <a:endParaRPr lang="en-US"/>
            </a:p>
          </p:txBody>
        </p:sp>
        <p:sp>
          <p:nvSpPr>
            <p:cNvPr id="1006" name="Graphic 4">
              <a:extLst>
                <a:ext uri="{FF2B5EF4-FFF2-40B4-BE49-F238E27FC236}">
                  <a16:creationId xmlns:a16="http://schemas.microsoft.com/office/drawing/2014/main" id="{DA76C0AF-9F59-C540-9215-57515DA3EF8C}"/>
                </a:ext>
              </a:extLst>
            </p:cNvPr>
            <p:cNvSpPr/>
            <p:nvPr/>
          </p:nvSpPr>
          <p:spPr>
            <a:xfrm>
              <a:off x="7368236" y="1602542"/>
              <a:ext cx="25559" cy="16598"/>
            </a:xfrm>
            <a:custGeom>
              <a:avLst/>
              <a:gdLst>
                <a:gd name="connsiteX0" fmla="*/ 0 w 25559"/>
                <a:gd name="connsiteY0" fmla="*/ 15322 h 16598"/>
                <a:gd name="connsiteX1" fmla="*/ 639 w 25559"/>
                <a:gd name="connsiteY1" fmla="*/ 16598 h 16598"/>
                <a:gd name="connsiteX2" fmla="*/ 25560 w 25559"/>
                <a:gd name="connsiteY2" fmla="*/ 16598 h 16598"/>
                <a:gd name="connsiteX3" fmla="*/ 25560 w 25559"/>
                <a:gd name="connsiteY3" fmla="*/ 0 h 16598"/>
              </a:gdLst>
              <a:ahLst/>
              <a:cxnLst>
                <a:cxn ang="0">
                  <a:pos x="connsiteX0" y="connsiteY0"/>
                </a:cxn>
                <a:cxn ang="0">
                  <a:pos x="connsiteX1" y="connsiteY1"/>
                </a:cxn>
                <a:cxn ang="0">
                  <a:pos x="connsiteX2" y="connsiteY2"/>
                </a:cxn>
                <a:cxn ang="0">
                  <a:pos x="connsiteX3" y="connsiteY3"/>
                </a:cxn>
              </a:cxnLst>
              <a:rect l="l" t="t" r="r" b="b"/>
              <a:pathLst>
                <a:path w="25559" h="16598">
                  <a:moveTo>
                    <a:pt x="0" y="15322"/>
                  </a:moveTo>
                  <a:lnTo>
                    <a:pt x="639" y="16598"/>
                  </a:lnTo>
                  <a:lnTo>
                    <a:pt x="25560" y="16598"/>
                  </a:lnTo>
                  <a:lnTo>
                    <a:pt x="25560" y="0"/>
                  </a:lnTo>
                  <a:close/>
                </a:path>
              </a:pathLst>
            </a:custGeom>
            <a:solidFill>
              <a:srgbClr val="43B02A"/>
            </a:solidFill>
            <a:ln w="6390" cap="flat">
              <a:noFill/>
              <a:prstDash val="solid"/>
              <a:miter/>
            </a:ln>
          </p:spPr>
          <p:txBody>
            <a:bodyPr rtlCol="0" anchor="ctr"/>
            <a:lstStyle/>
            <a:p>
              <a:endParaRPr lang="en-US"/>
            </a:p>
          </p:txBody>
        </p:sp>
        <p:sp>
          <p:nvSpPr>
            <p:cNvPr id="1007" name="Graphic 4">
              <a:extLst>
                <a:ext uri="{FF2B5EF4-FFF2-40B4-BE49-F238E27FC236}">
                  <a16:creationId xmlns:a16="http://schemas.microsoft.com/office/drawing/2014/main" id="{E7DD7EBF-74FB-9249-A76B-B2A7209E1FD0}"/>
                </a:ext>
              </a:extLst>
            </p:cNvPr>
            <p:cNvSpPr/>
            <p:nvPr/>
          </p:nvSpPr>
          <p:spPr>
            <a:xfrm>
              <a:off x="7425106" y="1573175"/>
              <a:ext cx="12140" cy="7022"/>
            </a:xfrm>
            <a:custGeom>
              <a:avLst/>
              <a:gdLst>
                <a:gd name="connsiteX0" fmla="*/ 0 w 12140"/>
                <a:gd name="connsiteY0" fmla="*/ 0 h 7022"/>
                <a:gd name="connsiteX1" fmla="*/ 12141 w 12140"/>
                <a:gd name="connsiteY1" fmla="*/ 0 h 7022"/>
                <a:gd name="connsiteX2" fmla="*/ 12141 w 12140"/>
                <a:gd name="connsiteY2" fmla="*/ 7022 h 7022"/>
                <a:gd name="connsiteX3" fmla="*/ 0 w 12140"/>
                <a:gd name="connsiteY3" fmla="*/ 7022 h 7022"/>
              </a:gdLst>
              <a:ahLst/>
              <a:cxnLst>
                <a:cxn ang="0">
                  <a:pos x="connsiteX0" y="connsiteY0"/>
                </a:cxn>
                <a:cxn ang="0">
                  <a:pos x="connsiteX1" y="connsiteY1"/>
                </a:cxn>
                <a:cxn ang="0">
                  <a:pos x="connsiteX2" y="connsiteY2"/>
                </a:cxn>
                <a:cxn ang="0">
                  <a:pos x="connsiteX3" y="connsiteY3"/>
                </a:cxn>
              </a:cxnLst>
              <a:rect l="l" t="t" r="r" b="b"/>
              <a:pathLst>
                <a:path w="12140" h="7022">
                  <a:moveTo>
                    <a:pt x="0" y="0"/>
                  </a:moveTo>
                  <a:lnTo>
                    <a:pt x="12141" y="0"/>
                  </a:lnTo>
                  <a:lnTo>
                    <a:pt x="12141" y="7022"/>
                  </a:lnTo>
                  <a:lnTo>
                    <a:pt x="0" y="7022"/>
                  </a:lnTo>
                  <a:close/>
                </a:path>
              </a:pathLst>
            </a:custGeom>
            <a:solidFill>
              <a:srgbClr val="43B02A"/>
            </a:solidFill>
            <a:ln w="6390" cap="flat">
              <a:noFill/>
              <a:prstDash val="solid"/>
              <a:miter/>
            </a:ln>
          </p:spPr>
          <p:txBody>
            <a:bodyPr rtlCol="0" anchor="ctr"/>
            <a:lstStyle/>
            <a:p>
              <a:endParaRPr lang="en-US"/>
            </a:p>
          </p:txBody>
        </p:sp>
      </p:grpSp>
      <p:grpSp>
        <p:nvGrpSpPr>
          <p:cNvPr id="1008" name="Graphic 4">
            <a:extLst>
              <a:ext uri="{FF2B5EF4-FFF2-40B4-BE49-F238E27FC236}">
                <a16:creationId xmlns:a16="http://schemas.microsoft.com/office/drawing/2014/main" id="{40D2646E-7795-DE4A-8C94-96B0EFE832AE}"/>
              </a:ext>
            </a:extLst>
          </p:cNvPr>
          <p:cNvGrpSpPr/>
          <p:nvPr/>
        </p:nvGrpSpPr>
        <p:grpSpPr>
          <a:xfrm>
            <a:off x="8242642" y="1893013"/>
            <a:ext cx="362312" cy="361971"/>
            <a:chOff x="7191874" y="1893013"/>
            <a:chExt cx="362312" cy="361971"/>
          </a:xfrm>
          <a:solidFill>
            <a:srgbClr val="43B02A"/>
          </a:solidFill>
        </p:grpSpPr>
        <p:sp>
          <p:nvSpPr>
            <p:cNvPr id="1009" name="Graphic 4">
              <a:extLst>
                <a:ext uri="{FF2B5EF4-FFF2-40B4-BE49-F238E27FC236}">
                  <a16:creationId xmlns:a16="http://schemas.microsoft.com/office/drawing/2014/main" id="{19844FC6-F615-EA4F-BE7D-B18ABFF0FA4E}"/>
                </a:ext>
              </a:extLst>
            </p:cNvPr>
            <p:cNvSpPr/>
            <p:nvPr/>
          </p:nvSpPr>
          <p:spPr>
            <a:xfrm>
              <a:off x="7275545" y="2110068"/>
              <a:ext cx="135541" cy="35787"/>
            </a:xfrm>
            <a:custGeom>
              <a:avLst/>
              <a:gdLst>
                <a:gd name="connsiteX0" fmla="*/ 116335 w 135541"/>
                <a:gd name="connsiteY0" fmla="*/ 0 h 35787"/>
                <a:gd name="connsiteX1" fmla="*/ 16651 w 135541"/>
                <a:gd name="connsiteY1" fmla="*/ 0 h 35787"/>
                <a:gd name="connsiteX2" fmla="*/ 37 w 135541"/>
                <a:gd name="connsiteY2" fmla="*/ 19152 h 35787"/>
                <a:gd name="connsiteX3" fmla="*/ 16651 w 135541"/>
                <a:gd name="connsiteY3" fmla="*/ 35750 h 35787"/>
                <a:gd name="connsiteX4" fmla="*/ 116335 w 135541"/>
                <a:gd name="connsiteY4" fmla="*/ 35750 h 35787"/>
                <a:gd name="connsiteX5" fmla="*/ 135504 w 135541"/>
                <a:gd name="connsiteY5" fmla="*/ 19152 h 35787"/>
                <a:gd name="connsiteX6" fmla="*/ 118890 w 135541"/>
                <a:gd name="connsiteY6" fmla="*/ 0 h 35787"/>
                <a:gd name="connsiteX7" fmla="*/ 116335 w 135541"/>
                <a:gd name="connsiteY7" fmla="*/ 0 h 35787"/>
                <a:gd name="connsiteX8" fmla="*/ 27514 w 135541"/>
                <a:gd name="connsiteY8" fmla="*/ 24259 h 35787"/>
                <a:gd name="connsiteX9" fmla="*/ 17929 w 135541"/>
                <a:gd name="connsiteY9" fmla="*/ 24259 h 35787"/>
                <a:gd name="connsiteX10" fmla="*/ 11539 w 135541"/>
                <a:gd name="connsiteY10" fmla="*/ 17875 h 35787"/>
                <a:gd name="connsiteX11" fmla="*/ 17929 w 135541"/>
                <a:gd name="connsiteY11" fmla="*/ 11491 h 35787"/>
                <a:gd name="connsiteX12" fmla="*/ 27514 w 135541"/>
                <a:gd name="connsiteY12" fmla="*/ 11491 h 35787"/>
                <a:gd name="connsiteX13" fmla="*/ 33904 w 135541"/>
                <a:gd name="connsiteY13" fmla="*/ 17875 h 35787"/>
                <a:gd name="connsiteX14" fmla="*/ 27514 w 135541"/>
                <a:gd name="connsiteY14" fmla="*/ 24259 h 35787"/>
                <a:gd name="connsiteX15" fmla="*/ 57547 w 135541"/>
                <a:gd name="connsiteY15" fmla="*/ 24259 h 35787"/>
                <a:gd name="connsiteX16" fmla="*/ 42850 w 135541"/>
                <a:gd name="connsiteY16" fmla="*/ 24259 h 35787"/>
                <a:gd name="connsiteX17" fmla="*/ 36460 w 135541"/>
                <a:gd name="connsiteY17" fmla="*/ 17875 h 35787"/>
                <a:gd name="connsiteX18" fmla="*/ 42850 w 135541"/>
                <a:gd name="connsiteY18" fmla="*/ 11491 h 35787"/>
                <a:gd name="connsiteX19" fmla="*/ 57547 w 135541"/>
                <a:gd name="connsiteY19" fmla="*/ 11491 h 35787"/>
                <a:gd name="connsiteX20" fmla="*/ 63937 w 135541"/>
                <a:gd name="connsiteY20" fmla="*/ 17875 h 35787"/>
                <a:gd name="connsiteX21" fmla="*/ 57547 w 135541"/>
                <a:gd name="connsiteY21" fmla="*/ 24259 h 35787"/>
                <a:gd name="connsiteX22" fmla="*/ 86940 w 135541"/>
                <a:gd name="connsiteY22" fmla="*/ 24259 h 35787"/>
                <a:gd name="connsiteX23" fmla="*/ 72244 w 135541"/>
                <a:gd name="connsiteY23" fmla="*/ 24259 h 35787"/>
                <a:gd name="connsiteX24" fmla="*/ 65854 w 135541"/>
                <a:gd name="connsiteY24" fmla="*/ 17875 h 35787"/>
                <a:gd name="connsiteX25" fmla="*/ 72244 w 135541"/>
                <a:gd name="connsiteY25" fmla="*/ 11491 h 35787"/>
                <a:gd name="connsiteX26" fmla="*/ 86940 w 135541"/>
                <a:gd name="connsiteY26" fmla="*/ 11491 h 35787"/>
                <a:gd name="connsiteX27" fmla="*/ 93330 w 135541"/>
                <a:gd name="connsiteY27" fmla="*/ 17875 h 35787"/>
                <a:gd name="connsiteX28" fmla="*/ 86940 w 135541"/>
                <a:gd name="connsiteY28" fmla="*/ 24259 h 35787"/>
                <a:gd name="connsiteX29" fmla="*/ 111222 w 135541"/>
                <a:gd name="connsiteY29" fmla="*/ 24259 h 35787"/>
                <a:gd name="connsiteX30" fmla="*/ 101637 w 135541"/>
                <a:gd name="connsiteY30" fmla="*/ 24259 h 35787"/>
                <a:gd name="connsiteX31" fmla="*/ 95247 w 135541"/>
                <a:gd name="connsiteY31" fmla="*/ 17875 h 35787"/>
                <a:gd name="connsiteX32" fmla="*/ 101637 w 135541"/>
                <a:gd name="connsiteY32" fmla="*/ 11491 h 35787"/>
                <a:gd name="connsiteX33" fmla="*/ 111222 w 135541"/>
                <a:gd name="connsiteY33" fmla="*/ 11491 h 35787"/>
                <a:gd name="connsiteX34" fmla="*/ 117612 w 135541"/>
                <a:gd name="connsiteY34" fmla="*/ 17875 h 35787"/>
                <a:gd name="connsiteX35" fmla="*/ 111222 w 135541"/>
                <a:gd name="connsiteY35" fmla="*/ 24259 h 35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541" h="35787">
                  <a:moveTo>
                    <a:pt x="116335" y="0"/>
                  </a:moveTo>
                  <a:lnTo>
                    <a:pt x="16651" y="0"/>
                  </a:lnTo>
                  <a:cubicBezTo>
                    <a:pt x="7066" y="638"/>
                    <a:pt x="-602" y="8938"/>
                    <a:pt x="37" y="19152"/>
                  </a:cubicBezTo>
                  <a:cubicBezTo>
                    <a:pt x="676" y="28089"/>
                    <a:pt x="7706" y="35112"/>
                    <a:pt x="16651" y="35750"/>
                  </a:cubicBezTo>
                  <a:lnTo>
                    <a:pt x="116335" y="35750"/>
                  </a:lnTo>
                  <a:cubicBezTo>
                    <a:pt x="125919" y="36389"/>
                    <a:pt x="134865" y="28728"/>
                    <a:pt x="135504" y="19152"/>
                  </a:cubicBezTo>
                  <a:cubicBezTo>
                    <a:pt x="136143" y="9576"/>
                    <a:pt x="128475" y="638"/>
                    <a:pt x="118890" y="0"/>
                  </a:cubicBezTo>
                  <a:cubicBezTo>
                    <a:pt x="117612" y="0"/>
                    <a:pt x="116973" y="0"/>
                    <a:pt x="116335" y="0"/>
                  </a:cubicBezTo>
                  <a:close/>
                  <a:moveTo>
                    <a:pt x="27514" y="24259"/>
                  </a:moveTo>
                  <a:lnTo>
                    <a:pt x="17929" y="24259"/>
                  </a:lnTo>
                  <a:cubicBezTo>
                    <a:pt x="14096" y="24259"/>
                    <a:pt x="11539" y="21706"/>
                    <a:pt x="11539" y="17875"/>
                  </a:cubicBezTo>
                  <a:cubicBezTo>
                    <a:pt x="11539" y="14045"/>
                    <a:pt x="14096" y="11491"/>
                    <a:pt x="17929" y="11491"/>
                  </a:cubicBezTo>
                  <a:lnTo>
                    <a:pt x="27514" y="11491"/>
                  </a:lnTo>
                  <a:cubicBezTo>
                    <a:pt x="31348" y="11491"/>
                    <a:pt x="33904" y="14045"/>
                    <a:pt x="33904" y="17875"/>
                  </a:cubicBezTo>
                  <a:cubicBezTo>
                    <a:pt x="33904" y="21706"/>
                    <a:pt x="31348" y="24259"/>
                    <a:pt x="27514" y="24259"/>
                  </a:cubicBezTo>
                  <a:close/>
                  <a:moveTo>
                    <a:pt x="57547" y="24259"/>
                  </a:moveTo>
                  <a:lnTo>
                    <a:pt x="42850" y="24259"/>
                  </a:lnTo>
                  <a:cubicBezTo>
                    <a:pt x="39016" y="24259"/>
                    <a:pt x="36460" y="21706"/>
                    <a:pt x="36460" y="17875"/>
                  </a:cubicBezTo>
                  <a:cubicBezTo>
                    <a:pt x="36460" y="14045"/>
                    <a:pt x="39016" y="11491"/>
                    <a:pt x="42850" y="11491"/>
                  </a:cubicBezTo>
                  <a:lnTo>
                    <a:pt x="57547" y="11491"/>
                  </a:lnTo>
                  <a:cubicBezTo>
                    <a:pt x="61380" y="11491"/>
                    <a:pt x="63937" y="14045"/>
                    <a:pt x="63937" y="17875"/>
                  </a:cubicBezTo>
                  <a:cubicBezTo>
                    <a:pt x="63937" y="21706"/>
                    <a:pt x="60742" y="24259"/>
                    <a:pt x="57547" y="24259"/>
                  </a:cubicBezTo>
                  <a:close/>
                  <a:moveTo>
                    <a:pt x="86940" y="24259"/>
                  </a:moveTo>
                  <a:lnTo>
                    <a:pt x="72244" y="24259"/>
                  </a:lnTo>
                  <a:cubicBezTo>
                    <a:pt x="68410" y="24259"/>
                    <a:pt x="65854" y="21706"/>
                    <a:pt x="65854" y="17875"/>
                  </a:cubicBezTo>
                  <a:cubicBezTo>
                    <a:pt x="65854" y="14045"/>
                    <a:pt x="68410" y="11491"/>
                    <a:pt x="72244" y="11491"/>
                  </a:cubicBezTo>
                  <a:lnTo>
                    <a:pt x="86940" y="11491"/>
                  </a:lnTo>
                  <a:cubicBezTo>
                    <a:pt x="90775" y="11491"/>
                    <a:pt x="93330" y="14045"/>
                    <a:pt x="93330" y="17875"/>
                  </a:cubicBezTo>
                  <a:cubicBezTo>
                    <a:pt x="93330" y="21706"/>
                    <a:pt x="90775" y="24259"/>
                    <a:pt x="86940" y="24259"/>
                  </a:cubicBezTo>
                  <a:close/>
                  <a:moveTo>
                    <a:pt x="111222" y="24259"/>
                  </a:moveTo>
                  <a:lnTo>
                    <a:pt x="101637" y="24259"/>
                  </a:lnTo>
                  <a:cubicBezTo>
                    <a:pt x="97804" y="24259"/>
                    <a:pt x="95247" y="21706"/>
                    <a:pt x="95247" y="17875"/>
                  </a:cubicBezTo>
                  <a:cubicBezTo>
                    <a:pt x="95247" y="14045"/>
                    <a:pt x="97804" y="11491"/>
                    <a:pt x="101637" y="11491"/>
                  </a:cubicBezTo>
                  <a:lnTo>
                    <a:pt x="111222" y="11491"/>
                  </a:lnTo>
                  <a:cubicBezTo>
                    <a:pt x="115056" y="11491"/>
                    <a:pt x="117612" y="14045"/>
                    <a:pt x="117612" y="17875"/>
                  </a:cubicBezTo>
                  <a:cubicBezTo>
                    <a:pt x="117612" y="21706"/>
                    <a:pt x="115056" y="24259"/>
                    <a:pt x="111222" y="24259"/>
                  </a:cubicBezTo>
                  <a:close/>
                </a:path>
              </a:pathLst>
            </a:custGeom>
            <a:solidFill>
              <a:srgbClr val="43B02A"/>
            </a:solidFill>
            <a:ln w="6390" cap="flat">
              <a:noFill/>
              <a:prstDash val="solid"/>
              <a:miter/>
            </a:ln>
          </p:spPr>
          <p:txBody>
            <a:bodyPr rtlCol="0" anchor="ctr"/>
            <a:lstStyle/>
            <a:p>
              <a:endParaRPr lang="en-US"/>
            </a:p>
          </p:txBody>
        </p:sp>
        <p:sp>
          <p:nvSpPr>
            <p:cNvPr id="1010" name="Graphic 4">
              <a:extLst>
                <a:ext uri="{FF2B5EF4-FFF2-40B4-BE49-F238E27FC236}">
                  <a16:creationId xmlns:a16="http://schemas.microsoft.com/office/drawing/2014/main" id="{DA3337DD-AB73-B74B-946B-A9E7303494E0}"/>
                </a:ext>
              </a:extLst>
            </p:cNvPr>
            <p:cNvSpPr/>
            <p:nvPr/>
          </p:nvSpPr>
          <p:spPr>
            <a:xfrm>
              <a:off x="7293474" y="2005371"/>
              <a:ext cx="180036" cy="95121"/>
            </a:xfrm>
            <a:custGeom>
              <a:avLst/>
              <a:gdLst>
                <a:gd name="connsiteX0" fmla="*/ 118853 w 180036"/>
                <a:gd name="connsiteY0" fmla="*/ 0 h 95121"/>
                <a:gd name="connsiteX1" fmla="*/ 86264 w 180036"/>
                <a:gd name="connsiteY1" fmla="*/ 60009 h 95121"/>
                <a:gd name="connsiteX2" fmla="*/ 77318 w 180036"/>
                <a:gd name="connsiteY2" fmla="*/ 62563 h 95121"/>
                <a:gd name="connsiteX3" fmla="*/ 74123 w 180036"/>
                <a:gd name="connsiteY3" fmla="*/ 58094 h 95121"/>
                <a:gd name="connsiteX4" fmla="*/ 70928 w 180036"/>
                <a:gd name="connsiteY4" fmla="*/ 40219 h 95121"/>
                <a:gd name="connsiteX5" fmla="*/ 70928 w 180036"/>
                <a:gd name="connsiteY5" fmla="*/ 38942 h 95121"/>
                <a:gd name="connsiteX6" fmla="*/ 65816 w 180036"/>
                <a:gd name="connsiteY6" fmla="*/ 33835 h 95121"/>
                <a:gd name="connsiteX7" fmla="*/ 65816 w 180036"/>
                <a:gd name="connsiteY7" fmla="*/ 33835 h 95121"/>
                <a:gd name="connsiteX8" fmla="*/ 47925 w 180036"/>
                <a:gd name="connsiteY8" fmla="*/ 33835 h 95121"/>
                <a:gd name="connsiteX9" fmla="*/ 42812 w 180036"/>
                <a:gd name="connsiteY9" fmla="*/ 38942 h 95121"/>
                <a:gd name="connsiteX10" fmla="*/ 42812 w 180036"/>
                <a:gd name="connsiteY10" fmla="*/ 38942 h 95121"/>
                <a:gd name="connsiteX11" fmla="*/ 42812 w 180036"/>
                <a:gd name="connsiteY11" fmla="*/ 40219 h 95121"/>
                <a:gd name="connsiteX12" fmla="*/ 39617 w 180036"/>
                <a:gd name="connsiteY12" fmla="*/ 57456 h 95121"/>
                <a:gd name="connsiteX13" fmla="*/ 33227 w 180036"/>
                <a:gd name="connsiteY13" fmla="*/ 63840 h 95121"/>
                <a:gd name="connsiteX14" fmla="*/ 5111 w 180036"/>
                <a:gd name="connsiteY14" fmla="*/ 63840 h 95121"/>
                <a:gd name="connsiteX15" fmla="*/ 0 w 180036"/>
                <a:gd name="connsiteY15" fmla="*/ 68947 h 95121"/>
                <a:gd name="connsiteX16" fmla="*/ 0 w 180036"/>
                <a:gd name="connsiteY16" fmla="*/ 68947 h 95121"/>
                <a:gd name="connsiteX17" fmla="*/ 0 w 180036"/>
                <a:gd name="connsiteY17" fmla="*/ 86822 h 95121"/>
                <a:gd name="connsiteX18" fmla="*/ 5111 w 180036"/>
                <a:gd name="connsiteY18" fmla="*/ 91929 h 95121"/>
                <a:gd name="connsiteX19" fmla="*/ 5111 w 180036"/>
                <a:gd name="connsiteY19" fmla="*/ 91929 h 95121"/>
                <a:gd name="connsiteX20" fmla="*/ 98405 w 180036"/>
                <a:gd name="connsiteY20" fmla="*/ 91929 h 95121"/>
                <a:gd name="connsiteX21" fmla="*/ 98405 w 180036"/>
                <a:gd name="connsiteY21" fmla="*/ 63840 h 95121"/>
                <a:gd name="connsiteX22" fmla="*/ 99044 w 180036"/>
                <a:gd name="connsiteY22" fmla="*/ 60648 h 95121"/>
                <a:gd name="connsiteX23" fmla="*/ 120770 w 180036"/>
                <a:gd name="connsiteY23" fmla="*/ 24259 h 95121"/>
                <a:gd name="connsiteX24" fmla="*/ 129715 w 180036"/>
                <a:gd name="connsiteY24" fmla="*/ 22344 h 95121"/>
                <a:gd name="connsiteX25" fmla="*/ 130994 w 180036"/>
                <a:gd name="connsiteY25" fmla="*/ 22982 h 95121"/>
                <a:gd name="connsiteX26" fmla="*/ 166777 w 180036"/>
                <a:gd name="connsiteY26" fmla="*/ 57456 h 95121"/>
                <a:gd name="connsiteX27" fmla="*/ 168695 w 180036"/>
                <a:gd name="connsiteY27" fmla="*/ 63201 h 95121"/>
                <a:gd name="connsiteX28" fmla="*/ 165500 w 180036"/>
                <a:gd name="connsiteY28" fmla="*/ 68309 h 95121"/>
                <a:gd name="connsiteX29" fmla="*/ 161026 w 180036"/>
                <a:gd name="connsiteY29" fmla="*/ 70224 h 95121"/>
                <a:gd name="connsiteX30" fmla="*/ 145690 w 180036"/>
                <a:gd name="connsiteY30" fmla="*/ 89376 h 95121"/>
                <a:gd name="connsiteX31" fmla="*/ 162305 w 180036"/>
                <a:gd name="connsiteY31" fmla="*/ 95121 h 95121"/>
                <a:gd name="connsiteX32" fmla="*/ 171250 w 180036"/>
                <a:gd name="connsiteY32" fmla="*/ 77246 h 95121"/>
                <a:gd name="connsiteX33" fmla="*/ 173167 w 180036"/>
                <a:gd name="connsiteY33" fmla="*/ 74054 h 95121"/>
                <a:gd name="connsiteX34" fmla="*/ 179557 w 180036"/>
                <a:gd name="connsiteY34" fmla="*/ 62563 h 95121"/>
                <a:gd name="connsiteX35" fmla="*/ 179557 w 180036"/>
                <a:gd name="connsiteY35" fmla="*/ 54264 h 95121"/>
                <a:gd name="connsiteX36" fmla="*/ 118853 w 180036"/>
                <a:gd name="connsiteY36" fmla="*/ 0 h 95121"/>
                <a:gd name="connsiteX37" fmla="*/ 66456 w 180036"/>
                <a:gd name="connsiteY37" fmla="*/ 63840 h 95121"/>
                <a:gd name="connsiteX38" fmla="*/ 61343 w 180036"/>
                <a:gd name="connsiteY38" fmla="*/ 66393 h 95121"/>
                <a:gd name="connsiteX39" fmla="*/ 51758 w 180036"/>
                <a:gd name="connsiteY39" fmla="*/ 66393 h 95121"/>
                <a:gd name="connsiteX40" fmla="*/ 46646 w 180036"/>
                <a:gd name="connsiteY40" fmla="*/ 63840 h 95121"/>
                <a:gd name="connsiteX41" fmla="*/ 45368 w 180036"/>
                <a:gd name="connsiteY41" fmla="*/ 58733 h 95121"/>
                <a:gd name="connsiteX42" fmla="*/ 47286 w 180036"/>
                <a:gd name="connsiteY42" fmla="*/ 49157 h 95121"/>
                <a:gd name="connsiteX43" fmla="*/ 53676 w 180036"/>
                <a:gd name="connsiteY43" fmla="*/ 44049 h 95121"/>
                <a:gd name="connsiteX44" fmla="*/ 59426 w 180036"/>
                <a:gd name="connsiteY44" fmla="*/ 44049 h 95121"/>
                <a:gd name="connsiteX45" fmla="*/ 65816 w 180036"/>
                <a:gd name="connsiteY45" fmla="*/ 49157 h 95121"/>
                <a:gd name="connsiteX46" fmla="*/ 67733 w 180036"/>
                <a:gd name="connsiteY46" fmla="*/ 58733 h 95121"/>
                <a:gd name="connsiteX47" fmla="*/ 66456 w 180036"/>
                <a:gd name="connsiteY47" fmla="*/ 63840 h 95121"/>
                <a:gd name="connsiteX48" fmla="*/ 66456 w 180036"/>
                <a:gd name="connsiteY48" fmla="*/ 63840 h 95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80036" h="95121">
                  <a:moveTo>
                    <a:pt x="118853" y="0"/>
                  </a:moveTo>
                  <a:lnTo>
                    <a:pt x="86264" y="60009"/>
                  </a:lnTo>
                  <a:cubicBezTo>
                    <a:pt x="84347" y="63201"/>
                    <a:pt x="80513" y="64478"/>
                    <a:pt x="77318" y="62563"/>
                  </a:cubicBezTo>
                  <a:cubicBezTo>
                    <a:pt x="75401" y="61925"/>
                    <a:pt x="74123" y="60009"/>
                    <a:pt x="74123" y="58094"/>
                  </a:cubicBezTo>
                  <a:lnTo>
                    <a:pt x="70928" y="40219"/>
                  </a:lnTo>
                  <a:cubicBezTo>
                    <a:pt x="70928" y="39581"/>
                    <a:pt x="70928" y="39581"/>
                    <a:pt x="70928" y="38942"/>
                  </a:cubicBezTo>
                  <a:cubicBezTo>
                    <a:pt x="70928" y="36389"/>
                    <a:pt x="69011" y="33835"/>
                    <a:pt x="65816" y="33835"/>
                  </a:cubicBezTo>
                  <a:lnTo>
                    <a:pt x="65816" y="33835"/>
                  </a:lnTo>
                  <a:lnTo>
                    <a:pt x="47925" y="33835"/>
                  </a:lnTo>
                  <a:cubicBezTo>
                    <a:pt x="45368" y="33835"/>
                    <a:pt x="42812" y="35750"/>
                    <a:pt x="42812" y="38942"/>
                  </a:cubicBezTo>
                  <a:cubicBezTo>
                    <a:pt x="42812" y="38942"/>
                    <a:pt x="42812" y="38942"/>
                    <a:pt x="42812" y="38942"/>
                  </a:cubicBezTo>
                  <a:cubicBezTo>
                    <a:pt x="42812" y="39581"/>
                    <a:pt x="42812" y="39581"/>
                    <a:pt x="42812" y="40219"/>
                  </a:cubicBezTo>
                  <a:lnTo>
                    <a:pt x="39617" y="57456"/>
                  </a:lnTo>
                  <a:cubicBezTo>
                    <a:pt x="39617" y="61286"/>
                    <a:pt x="37061" y="63840"/>
                    <a:pt x="33227" y="63840"/>
                  </a:cubicBezTo>
                  <a:lnTo>
                    <a:pt x="5111" y="63840"/>
                  </a:lnTo>
                  <a:cubicBezTo>
                    <a:pt x="2556" y="63840"/>
                    <a:pt x="0" y="65755"/>
                    <a:pt x="0" y="68947"/>
                  </a:cubicBezTo>
                  <a:cubicBezTo>
                    <a:pt x="0" y="68947"/>
                    <a:pt x="0" y="68947"/>
                    <a:pt x="0" y="68947"/>
                  </a:cubicBezTo>
                  <a:lnTo>
                    <a:pt x="0" y="86822"/>
                  </a:lnTo>
                  <a:cubicBezTo>
                    <a:pt x="0" y="89376"/>
                    <a:pt x="1917" y="91929"/>
                    <a:pt x="5111" y="91929"/>
                  </a:cubicBezTo>
                  <a:lnTo>
                    <a:pt x="5111" y="91929"/>
                  </a:lnTo>
                  <a:lnTo>
                    <a:pt x="98405" y="91929"/>
                  </a:lnTo>
                  <a:lnTo>
                    <a:pt x="98405" y="63840"/>
                  </a:lnTo>
                  <a:cubicBezTo>
                    <a:pt x="98405" y="62563"/>
                    <a:pt x="98405" y="61286"/>
                    <a:pt x="99044" y="60648"/>
                  </a:cubicBezTo>
                  <a:lnTo>
                    <a:pt x="120770" y="24259"/>
                  </a:lnTo>
                  <a:cubicBezTo>
                    <a:pt x="122686" y="21067"/>
                    <a:pt x="126520" y="20429"/>
                    <a:pt x="129715" y="22344"/>
                  </a:cubicBezTo>
                  <a:cubicBezTo>
                    <a:pt x="130355" y="22344"/>
                    <a:pt x="130355" y="22982"/>
                    <a:pt x="130994" y="22982"/>
                  </a:cubicBezTo>
                  <a:lnTo>
                    <a:pt x="166777" y="57456"/>
                  </a:lnTo>
                  <a:cubicBezTo>
                    <a:pt x="168055" y="58733"/>
                    <a:pt x="168695" y="61286"/>
                    <a:pt x="168695" y="63201"/>
                  </a:cubicBezTo>
                  <a:cubicBezTo>
                    <a:pt x="168695" y="65117"/>
                    <a:pt x="167416" y="67032"/>
                    <a:pt x="165500" y="68309"/>
                  </a:cubicBezTo>
                  <a:lnTo>
                    <a:pt x="161026" y="70224"/>
                  </a:lnTo>
                  <a:lnTo>
                    <a:pt x="145690" y="89376"/>
                  </a:lnTo>
                  <a:cubicBezTo>
                    <a:pt x="150802" y="91929"/>
                    <a:pt x="156553" y="93845"/>
                    <a:pt x="162305" y="95121"/>
                  </a:cubicBezTo>
                  <a:cubicBezTo>
                    <a:pt x="166138" y="93845"/>
                    <a:pt x="169333" y="86822"/>
                    <a:pt x="171250" y="77246"/>
                  </a:cubicBezTo>
                  <a:cubicBezTo>
                    <a:pt x="171250" y="75969"/>
                    <a:pt x="171889" y="74693"/>
                    <a:pt x="173167" y="74054"/>
                  </a:cubicBezTo>
                  <a:cubicBezTo>
                    <a:pt x="176362" y="70862"/>
                    <a:pt x="178918" y="67032"/>
                    <a:pt x="179557" y="62563"/>
                  </a:cubicBezTo>
                  <a:cubicBezTo>
                    <a:pt x="180196" y="60009"/>
                    <a:pt x="180196" y="56817"/>
                    <a:pt x="179557" y="54264"/>
                  </a:cubicBezTo>
                  <a:lnTo>
                    <a:pt x="118853" y="0"/>
                  </a:lnTo>
                  <a:close/>
                  <a:moveTo>
                    <a:pt x="66456" y="63840"/>
                  </a:moveTo>
                  <a:cubicBezTo>
                    <a:pt x="65177" y="65117"/>
                    <a:pt x="63261" y="66393"/>
                    <a:pt x="61343" y="66393"/>
                  </a:cubicBezTo>
                  <a:lnTo>
                    <a:pt x="51758" y="66393"/>
                  </a:lnTo>
                  <a:cubicBezTo>
                    <a:pt x="49841" y="66393"/>
                    <a:pt x="47925" y="65755"/>
                    <a:pt x="46646" y="63840"/>
                  </a:cubicBezTo>
                  <a:cubicBezTo>
                    <a:pt x="45368" y="62563"/>
                    <a:pt x="44730" y="60648"/>
                    <a:pt x="45368" y="58733"/>
                  </a:cubicBezTo>
                  <a:lnTo>
                    <a:pt x="47286" y="49157"/>
                  </a:lnTo>
                  <a:cubicBezTo>
                    <a:pt x="47925" y="45965"/>
                    <a:pt x="50481" y="44049"/>
                    <a:pt x="53676" y="44049"/>
                  </a:cubicBezTo>
                  <a:lnTo>
                    <a:pt x="59426" y="44049"/>
                  </a:lnTo>
                  <a:cubicBezTo>
                    <a:pt x="62621" y="44049"/>
                    <a:pt x="65177" y="45965"/>
                    <a:pt x="65816" y="49157"/>
                  </a:cubicBezTo>
                  <a:lnTo>
                    <a:pt x="67733" y="58733"/>
                  </a:lnTo>
                  <a:cubicBezTo>
                    <a:pt x="68372" y="60648"/>
                    <a:pt x="67733" y="62563"/>
                    <a:pt x="66456" y="63840"/>
                  </a:cubicBezTo>
                  <a:lnTo>
                    <a:pt x="66456" y="63840"/>
                  </a:lnTo>
                  <a:close/>
                </a:path>
              </a:pathLst>
            </a:custGeom>
            <a:solidFill>
              <a:srgbClr val="43B02A"/>
            </a:solidFill>
            <a:ln w="6390" cap="flat">
              <a:noFill/>
              <a:prstDash val="solid"/>
              <a:miter/>
            </a:ln>
          </p:spPr>
          <p:txBody>
            <a:bodyPr rtlCol="0" anchor="ctr"/>
            <a:lstStyle/>
            <a:p>
              <a:endParaRPr lang="en-US"/>
            </a:p>
          </p:txBody>
        </p:sp>
        <p:sp>
          <p:nvSpPr>
            <p:cNvPr id="1011" name="Graphic 4">
              <a:extLst>
                <a:ext uri="{FF2B5EF4-FFF2-40B4-BE49-F238E27FC236}">
                  <a16:creationId xmlns:a16="http://schemas.microsoft.com/office/drawing/2014/main" id="{4F0050F7-999D-9A42-9DB2-3CFED367047E}"/>
                </a:ext>
              </a:extLst>
            </p:cNvPr>
            <p:cNvSpPr/>
            <p:nvPr/>
          </p:nvSpPr>
          <p:spPr>
            <a:xfrm>
              <a:off x="7191874" y="189301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93298 w 362312"/>
                <a:gd name="connsiteY6" fmla="*/ 176836 h 361971"/>
                <a:gd name="connsiteX7" fmla="*/ 284991 w 362312"/>
                <a:gd name="connsiteY7" fmla="*/ 194073 h 361971"/>
                <a:gd name="connsiteX8" fmla="*/ 267100 w 362312"/>
                <a:gd name="connsiteY8" fmla="*/ 219609 h 361971"/>
                <a:gd name="connsiteX9" fmla="*/ 264544 w 362312"/>
                <a:gd name="connsiteY9" fmla="*/ 219609 h 361971"/>
                <a:gd name="connsiteX10" fmla="*/ 234510 w 362312"/>
                <a:gd name="connsiteY10" fmla="*/ 208756 h 361971"/>
                <a:gd name="connsiteX11" fmla="*/ 231315 w 362312"/>
                <a:gd name="connsiteY11" fmla="*/ 204287 h 361971"/>
                <a:gd name="connsiteX12" fmla="*/ 232594 w 362312"/>
                <a:gd name="connsiteY12" fmla="*/ 199180 h 361971"/>
                <a:gd name="connsiteX13" fmla="*/ 253680 w 362312"/>
                <a:gd name="connsiteY13" fmla="*/ 172368 h 361971"/>
                <a:gd name="connsiteX14" fmla="*/ 253680 w 362312"/>
                <a:gd name="connsiteY14" fmla="*/ 172368 h 361971"/>
                <a:gd name="connsiteX15" fmla="*/ 230038 w 362312"/>
                <a:gd name="connsiteY15" fmla="*/ 149385 h 361971"/>
                <a:gd name="connsiteX16" fmla="*/ 213424 w 362312"/>
                <a:gd name="connsiteY16" fmla="*/ 177475 h 361971"/>
                <a:gd name="connsiteX17" fmla="*/ 213424 w 362312"/>
                <a:gd name="connsiteY17" fmla="*/ 206203 h 361971"/>
                <a:gd name="connsiteX18" fmla="*/ 228120 w 362312"/>
                <a:gd name="connsiteY18" fmla="*/ 247060 h 361971"/>
                <a:gd name="connsiteX19" fmla="*/ 200644 w 362312"/>
                <a:gd name="connsiteY19" fmla="*/ 264935 h 361971"/>
                <a:gd name="connsiteX20" fmla="*/ 100961 w 362312"/>
                <a:gd name="connsiteY20" fmla="*/ 264935 h 361971"/>
                <a:gd name="connsiteX21" fmla="*/ 70289 w 362312"/>
                <a:gd name="connsiteY21" fmla="*/ 234292 h 361971"/>
                <a:gd name="connsiteX22" fmla="*/ 91376 w 362312"/>
                <a:gd name="connsiteY22" fmla="*/ 204926 h 361971"/>
                <a:gd name="connsiteX23" fmla="*/ 90098 w 362312"/>
                <a:gd name="connsiteY23" fmla="*/ 198542 h 361971"/>
                <a:gd name="connsiteX24" fmla="*/ 90098 w 362312"/>
                <a:gd name="connsiteY24" fmla="*/ 180667 h 361971"/>
                <a:gd name="connsiteX25" fmla="*/ 107990 w 362312"/>
                <a:gd name="connsiteY25" fmla="*/ 162792 h 361971"/>
                <a:gd name="connsiteX26" fmla="*/ 130994 w 362312"/>
                <a:gd name="connsiteY26" fmla="*/ 162792 h 361971"/>
                <a:gd name="connsiteX27" fmla="*/ 133550 w 362312"/>
                <a:gd name="connsiteY27" fmla="*/ 150024 h 361971"/>
                <a:gd name="connsiteX28" fmla="*/ 151441 w 362312"/>
                <a:gd name="connsiteY28" fmla="*/ 132787 h 361971"/>
                <a:gd name="connsiteX29" fmla="*/ 169333 w 362312"/>
                <a:gd name="connsiteY29" fmla="*/ 132787 h 361971"/>
                <a:gd name="connsiteX30" fmla="*/ 187225 w 362312"/>
                <a:gd name="connsiteY30" fmla="*/ 149385 h 361971"/>
                <a:gd name="connsiteX31" fmla="*/ 214702 w 362312"/>
                <a:gd name="connsiteY31" fmla="*/ 98313 h 361971"/>
                <a:gd name="connsiteX32" fmla="*/ 219175 w 362312"/>
                <a:gd name="connsiteY32" fmla="*/ 95121 h 361971"/>
                <a:gd name="connsiteX33" fmla="*/ 224287 w 362312"/>
                <a:gd name="connsiteY33" fmla="*/ 96398 h 361971"/>
                <a:gd name="connsiteX34" fmla="*/ 292020 w 362312"/>
                <a:gd name="connsiteY34" fmla="*/ 157046 h 361971"/>
                <a:gd name="connsiteX35" fmla="*/ 293937 w 362312"/>
                <a:gd name="connsiteY35" fmla="*/ 160238 h 361971"/>
                <a:gd name="connsiteX36" fmla="*/ 293298 w 362312"/>
                <a:gd name="connsiteY36" fmla="*/ 17683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293298" y="176836"/>
                  </a:moveTo>
                  <a:cubicBezTo>
                    <a:pt x="292020" y="183220"/>
                    <a:pt x="288825" y="188966"/>
                    <a:pt x="284991" y="194073"/>
                  </a:cubicBezTo>
                  <a:cubicBezTo>
                    <a:pt x="281157" y="208756"/>
                    <a:pt x="275406" y="217694"/>
                    <a:pt x="267100" y="219609"/>
                  </a:cubicBezTo>
                  <a:cubicBezTo>
                    <a:pt x="266460" y="219609"/>
                    <a:pt x="265821" y="220247"/>
                    <a:pt x="264544" y="219609"/>
                  </a:cubicBezTo>
                  <a:cubicBezTo>
                    <a:pt x="253680" y="217694"/>
                    <a:pt x="243456" y="214502"/>
                    <a:pt x="234510" y="208756"/>
                  </a:cubicBezTo>
                  <a:cubicBezTo>
                    <a:pt x="232594" y="208118"/>
                    <a:pt x="231315" y="206203"/>
                    <a:pt x="231315" y="204287"/>
                  </a:cubicBezTo>
                  <a:cubicBezTo>
                    <a:pt x="230677" y="202372"/>
                    <a:pt x="231315" y="200457"/>
                    <a:pt x="232594" y="199180"/>
                  </a:cubicBezTo>
                  <a:lnTo>
                    <a:pt x="253680" y="172368"/>
                  </a:lnTo>
                  <a:lnTo>
                    <a:pt x="253680" y="172368"/>
                  </a:lnTo>
                  <a:lnTo>
                    <a:pt x="230038" y="149385"/>
                  </a:lnTo>
                  <a:lnTo>
                    <a:pt x="213424" y="177475"/>
                  </a:lnTo>
                  <a:lnTo>
                    <a:pt x="213424" y="206203"/>
                  </a:lnTo>
                  <a:cubicBezTo>
                    <a:pt x="228760" y="213225"/>
                    <a:pt x="235789" y="231739"/>
                    <a:pt x="228120" y="247060"/>
                  </a:cubicBezTo>
                  <a:cubicBezTo>
                    <a:pt x="223009" y="257913"/>
                    <a:pt x="212146" y="264935"/>
                    <a:pt x="200644" y="264935"/>
                  </a:cubicBezTo>
                  <a:lnTo>
                    <a:pt x="100961" y="264935"/>
                  </a:lnTo>
                  <a:cubicBezTo>
                    <a:pt x="84347" y="264935"/>
                    <a:pt x="70289" y="251529"/>
                    <a:pt x="70289" y="234292"/>
                  </a:cubicBezTo>
                  <a:cubicBezTo>
                    <a:pt x="70289" y="220886"/>
                    <a:pt x="78597" y="209395"/>
                    <a:pt x="91376" y="204926"/>
                  </a:cubicBezTo>
                  <a:cubicBezTo>
                    <a:pt x="90737" y="203011"/>
                    <a:pt x="90098" y="200457"/>
                    <a:pt x="90098" y="198542"/>
                  </a:cubicBezTo>
                  <a:lnTo>
                    <a:pt x="90098" y="180667"/>
                  </a:lnTo>
                  <a:cubicBezTo>
                    <a:pt x="90098" y="171091"/>
                    <a:pt x="97766" y="162792"/>
                    <a:pt x="107990" y="162792"/>
                  </a:cubicBezTo>
                  <a:lnTo>
                    <a:pt x="130994" y="162792"/>
                  </a:lnTo>
                  <a:lnTo>
                    <a:pt x="133550" y="150024"/>
                  </a:lnTo>
                  <a:cubicBezTo>
                    <a:pt x="134189" y="140448"/>
                    <a:pt x="141856" y="132787"/>
                    <a:pt x="151441" y="132787"/>
                  </a:cubicBezTo>
                  <a:lnTo>
                    <a:pt x="169333" y="132787"/>
                  </a:lnTo>
                  <a:cubicBezTo>
                    <a:pt x="178279" y="132787"/>
                    <a:pt x="186586" y="139809"/>
                    <a:pt x="187225" y="149385"/>
                  </a:cubicBezTo>
                  <a:lnTo>
                    <a:pt x="214702" y="98313"/>
                  </a:lnTo>
                  <a:cubicBezTo>
                    <a:pt x="215341" y="96398"/>
                    <a:pt x="217258" y="95121"/>
                    <a:pt x="219175" y="95121"/>
                  </a:cubicBezTo>
                  <a:cubicBezTo>
                    <a:pt x="221092" y="94483"/>
                    <a:pt x="223009" y="95121"/>
                    <a:pt x="224287" y="96398"/>
                  </a:cubicBezTo>
                  <a:lnTo>
                    <a:pt x="292020" y="157046"/>
                  </a:lnTo>
                  <a:cubicBezTo>
                    <a:pt x="292659" y="157684"/>
                    <a:pt x="293298" y="158961"/>
                    <a:pt x="293937" y="160238"/>
                  </a:cubicBezTo>
                  <a:cubicBezTo>
                    <a:pt x="293937" y="166622"/>
                    <a:pt x="293937" y="171729"/>
                    <a:pt x="293298" y="176836"/>
                  </a:cubicBezTo>
                  <a:close/>
                </a:path>
              </a:pathLst>
            </a:custGeom>
            <a:solidFill>
              <a:srgbClr val="43B02A"/>
            </a:solidFill>
            <a:ln w="6390" cap="flat">
              <a:noFill/>
              <a:prstDash val="solid"/>
              <a:miter/>
            </a:ln>
          </p:spPr>
          <p:txBody>
            <a:bodyPr rtlCol="0" anchor="ctr"/>
            <a:lstStyle/>
            <a:p>
              <a:endParaRPr lang="en-US"/>
            </a:p>
          </p:txBody>
        </p:sp>
      </p:grpSp>
      <p:grpSp>
        <p:nvGrpSpPr>
          <p:cNvPr id="1012" name="Graphic 4">
            <a:extLst>
              <a:ext uri="{FF2B5EF4-FFF2-40B4-BE49-F238E27FC236}">
                <a16:creationId xmlns:a16="http://schemas.microsoft.com/office/drawing/2014/main" id="{9075DCBA-56E4-F84E-B92D-CCA7B5BD23C7}"/>
              </a:ext>
            </a:extLst>
          </p:cNvPr>
          <p:cNvGrpSpPr/>
          <p:nvPr/>
        </p:nvGrpSpPr>
        <p:grpSpPr>
          <a:xfrm>
            <a:off x="7197248" y="4308712"/>
            <a:ext cx="362309" cy="361971"/>
            <a:chOff x="6146480" y="4308712"/>
            <a:chExt cx="362309" cy="361971"/>
          </a:xfrm>
          <a:solidFill>
            <a:srgbClr val="43B02A"/>
          </a:solidFill>
        </p:grpSpPr>
        <p:sp>
          <p:nvSpPr>
            <p:cNvPr id="1013" name="Graphic 4">
              <a:extLst>
                <a:ext uri="{FF2B5EF4-FFF2-40B4-BE49-F238E27FC236}">
                  <a16:creationId xmlns:a16="http://schemas.microsoft.com/office/drawing/2014/main" id="{15D459FD-8C2A-1346-BB43-9B1CEC5F2C16}"/>
                </a:ext>
              </a:extLst>
            </p:cNvPr>
            <p:cNvSpPr/>
            <p:nvPr/>
          </p:nvSpPr>
          <p:spPr>
            <a:xfrm>
              <a:off x="6251914" y="4543642"/>
              <a:ext cx="17322" cy="17236"/>
            </a:xfrm>
            <a:custGeom>
              <a:avLst/>
              <a:gdLst>
                <a:gd name="connsiteX0" fmla="*/ 8946 w 17322"/>
                <a:gd name="connsiteY0" fmla="*/ 0 h 17236"/>
                <a:gd name="connsiteX1" fmla="*/ 0 w 17322"/>
                <a:gd name="connsiteY1" fmla="*/ 8299 h 17236"/>
                <a:gd name="connsiteX2" fmla="*/ 8307 w 17322"/>
                <a:gd name="connsiteY2" fmla="*/ 17237 h 17236"/>
                <a:gd name="connsiteX3" fmla="*/ 17253 w 17322"/>
                <a:gd name="connsiteY3" fmla="*/ 8938 h 17236"/>
                <a:gd name="connsiteX4" fmla="*/ 17253 w 17322"/>
                <a:gd name="connsiteY4" fmla="*/ 8938 h 17236"/>
                <a:gd name="connsiteX5" fmla="*/ 8946 w 17322"/>
                <a:gd name="connsiteY5" fmla="*/ 0 h 17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22" h="17236">
                  <a:moveTo>
                    <a:pt x="8946" y="0"/>
                  </a:moveTo>
                  <a:cubicBezTo>
                    <a:pt x="3834" y="0"/>
                    <a:pt x="0" y="3831"/>
                    <a:pt x="0" y="8299"/>
                  </a:cubicBezTo>
                  <a:cubicBezTo>
                    <a:pt x="0" y="13407"/>
                    <a:pt x="3834" y="17237"/>
                    <a:pt x="8307" y="17237"/>
                  </a:cubicBezTo>
                  <a:cubicBezTo>
                    <a:pt x="13419" y="17237"/>
                    <a:pt x="17253" y="13407"/>
                    <a:pt x="17253" y="8938"/>
                  </a:cubicBezTo>
                  <a:cubicBezTo>
                    <a:pt x="17253" y="8938"/>
                    <a:pt x="17253" y="8938"/>
                    <a:pt x="17253" y="8938"/>
                  </a:cubicBezTo>
                  <a:cubicBezTo>
                    <a:pt x="17892" y="3831"/>
                    <a:pt x="14058" y="0"/>
                    <a:pt x="8946" y="0"/>
                  </a:cubicBezTo>
                  <a:close/>
                </a:path>
              </a:pathLst>
            </a:custGeom>
            <a:solidFill>
              <a:srgbClr val="43B02A"/>
            </a:solidFill>
            <a:ln w="6390" cap="flat">
              <a:noFill/>
              <a:prstDash val="solid"/>
              <a:miter/>
            </a:ln>
          </p:spPr>
          <p:txBody>
            <a:bodyPr rtlCol="0" anchor="ctr"/>
            <a:lstStyle/>
            <a:p>
              <a:endParaRPr lang="en-US"/>
            </a:p>
          </p:txBody>
        </p:sp>
        <p:sp>
          <p:nvSpPr>
            <p:cNvPr id="1014" name="Graphic 4">
              <a:extLst>
                <a:ext uri="{FF2B5EF4-FFF2-40B4-BE49-F238E27FC236}">
                  <a16:creationId xmlns:a16="http://schemas.microsoft.com/office/drawing/2014/main" id="{E5935DB3-93A3-7343-B327-DB43622434D4}"/>
                </a:ext>
              </a:extLst>
            </p:cNvPr>
            <p:cNvSpPr/>
            <p:nvPr/>
          </p:nvSpPr>
          <p:spPr>
            <a:xfrm>
              <a:off x="6333066" y="4418516"/>
              <a:ext cx="17892" cy="9575"/>
            </a:xfrm>
            <a:custGeom>
              <a:avLst/>
              <a:gdLst>
                <a:gd name="connsiteX0" fmla="*/ 15336 w 17892"/>
                <a:gd name="connsiteY0" fmla="*/ 1915 h 9575"/>
                <a:gd name="connsiteX1" fmla="*/ 9585 w 17892"/>
                <a:gd name="connsiteY1" fmla="*/ 0 h 9575"/>
                <a:gd name="connsiteX2" fmla="*/ 0 w 17892"/>
                <a:gd name="connsiteY2" fmla="*/ 9576 h 9575"/>
                <a:gd name="connsiteX3" fmla="*/ 17892 w 17892"/>
                <a:gd name="connsiteY3" fmla="*/ 9576 h 9575"/>
                <a:gd name="connsiteX4" fmla="*/ 15336 w 17892"/>
                <a:gd name="connsiteY4" fmla="*/ 1915 h 9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92" h="9575">
                  <a:moveTo>
                    <a:pt x="15336" y="1915"/>
                  </a:moveTo>
                  <a:cubicBezTo>
                    <a:pt x="14058" y="638"/>
                    <a:pt x="12141" y="0"/>
                    <a:pt x="9585" y="0"/>
                  </a:cubicBezTo>
                  <a:cubicBezTo>
                    <a:pt x="3834" y="0"/>
                    <a:pt x="1278" y="5107"/>
                    <a:pt x="0" y="9576"/>
                  </a:cubicBezTo>
                  <a:lnTo>
                    <a:pt x="17892" y="9576"/>
                  </a:lnTo>
                  <a:cubicBezTo>
                    <a:pt x="17892" y="6384"/>
                    <a:pt x="17253" y="3830"/>
                    <a:pt x="15336" y="1915"/>
                  </a:cubicBezTo>
                  <a:close/>
                </a:path>
              </a:pathLst>
            </a:custGeom>
            <a:solidFill>
              <a:srgbClr val="43B02A"/>
            </a:solidFill>
            <a:ln w="6390" cap="flat">
              <a:noFill/>
              <a:prstDash val="solid"/>
              <a:miter/>
            </a:ln>
          </p:spPr>
          <p:txBody>
            <a:bodyPr rtlCol="0" anchor="ctr"/>
            <a:lstStyle/>
            <a:p>
              <a:endParaRPr lang="en-US"/>
            </a:p>
          </p:txBody>
        </p:sp>
        <p:sp>
          <p:nvSpPr>
            <p:cNvPr id="1015" name="Graphic 4">
              <a:extLst>
                <a:ext uri="{FF2B5EF4-FFF2-40B4-BE49-F238E27FC236}">
                  <a16:creationId xmlns:a16="http://schemas.microsoft.com/office/drawing/2014/main" id="{EB2D1E73-F607-C04C-B4F5-9C4F8871AB71}"/>
                </a:ext>
              </a:extLst>
            </p:cNvPr>
            <p:cNvSpPr/>
            <p:nvPr/>
          </p:nvSpPr>
          <p:spPr>
            <a:xfrm>
              <a:off x="6230188" y="4440860"/>
              <a:ext cx="136105" cy="106612"/>
            </a:xfrm>
            <a:custGeom>
              <a:avLst/>
              <a:gdLst>
                <a:gd name="connsiteX0" fmla="*/ 30672 w 136105"/>
                <a:gd name="connsiteY0" fmla="*/ 90014 h 106612"/>
                <a:gd name="connsiteX1" fmla="*/ 51119 w 136105"/>
                <a:gd name="connsiteY1" fmla="*/ 104697 h 106612"/>
                <a:gd name="connsiteX2" fmla="*/ 135467 w 136105"/>
                <a:gd name="connsiteY2" fmla="*/ 104697 h 106612"/>
                <a:gd name="connsiteX3" fmla="*/ 135467 w 136105"/>
                <a:gd name="connsiteY3" fmla="*/ 42134 h 106612"/>
                <a:gd name="connsiteX4" fmla="*/ 136106 w 136105"/>
                <a:gd name="connsiteY4" fmla="*/ 39581 h 106612"/>
                <a:gd name="connsiteX5" fmla="*/ 136106 w 136105"/>
                <a:gd name="connsiteY5" fmla="*/ 38942 h 106612"/>
                <a:gd name="connsiteX6" fmla="*/ 136106 w 136105"/>
                <a:gd name="connsiteY6" fmla="*/ 0 h 106612"/>
                <a:gd name="connsiteX7" fmla="*/ 0 w 136105"/>
                <a:gd name="connsiteY7" fmla="*/ 0 h 106612"/>
                <a:gd name="connsiteX8" fmla="*/ 0 w 136105"/>
                <a:gd name="connsiteY8" fmla="*/ 106613 h 106612"/>
                <a:gd name="connsiteX9" fmla="*/ 10224 w 136105"/>
                <a:gd name="connsiteY9" fmla="*/ 106613 h 106612"/>
                <a:gd name="connsiteX10" fmla="*/ 30672 w 136105"/>
                <a:gd name="connsiteY10" fmla="*/ 90014 h 106612"/>
                <a:gd name="connsiteX11" fmla="*/ 43451 w 136105"/>
                <a:gd name="connsiteY11" fmla="*/ 38304 h 106612"/>
                <a:gd name="connsiteX12" fmla="*/ 60704 w 136105"/>
                <a:gd name="connsiteY12" fmla="*/ 38304 h 106612"/>
                <a:gd name="connsiteX13" fmla="*/ 60704 w 136105"/>
                <a:gd name="connsiteY13" fmla="*/ 21067 h 106612"/>
                <a:gd name="connsiteX14" fmla="*/ 67094 w 136105"/>
                <a:gd name="connsiteY14" fmla="*/ 14683 h 106612"/>
                <a:gd name="connsiteX15" fmla="*/ 73484 w 136105"/>
                <a:gd name="connsiteY15" fmla="*/ 21067 h 106612"/>
                <a:gd name="connsiteX16" fmla="*/ 73484 w 136105"/>
                <a:gd name="connsiteY16" fmla="*/ 38304 h 106612"/>
                <a:gd name="connsiteX17" fmla="*/ 91376 w 136105"/>
                <a:gd name="connsiteY17" fmla="*/ 38304 h 106612"/>
                <a:gd name="connsiteX18" fmla="*/ 97766 w 136105"/>
                <a:gd name="connsiteY18" fmla="*/ 44688 h 106612"/>
                <a:gd name="connsiteX19" fmla="*/ 91376 w 136105"/>
                <a:gd name="connsiteY19" fmla="*/ 51072 h 106612"/>
                <a:gd name="connsiteX20" fmla="*/ 73484 w 136105"/>
                <a:gd name="connsiteY20" fmla="*/ 51072 h 106612"/>
                <a:gd name="connsiteX21" fmla="*/ 73484 w 136105"/>
                <a:gd name="connsiteY21" fmla="*/ 68947 h 106612"/>
                <a:gd name="connsiteX22" fmla="*/ 67094 w 136105"/>
                <a:gd name="connsiteY22" fmla="*/ 75331 h 106612"/>
                <a:gd name="connsiteX23" fmla="*/ 60704 w 136105"/>
                <a:gd name="connsiteY23" fmla="*/ 68947 h 106612"/>
                <a:gd name="connsiteX24" fmla="*/ 60704 w 136105"/>
                <a:gd name="connsiteY24" fmla="*/ 51072 h 106612"/>
                <a:gd name="connsiteX25" fmla="*/ 43451 w 136105"/>
                <a:gd name="connsiteY25" fmla="*/ 51072 h 106612"/>
                <a:gd name="connsiteX26" fmla="*/ 37062 w 136105"/>
                <a:gd name="connsiteY26" fmla="*/ 44688 h 106612"/>
                <a:gd name="connsiteX27" fmla="*/ 43451 w 136105"/>
                <a:gd name="connsiteY27" fmla="*/ 38304 h 106612"/>
                <a:gd name="connsiteX28" fmla="*/ 43451 w 136105"/>
                <a:gd name="connsiteY28" fmla="*/ 38304 h 106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36105" h="106612">
                  <a:moveTo>
                    <a:pt x="30672" y="90014"/>
                  </a:moveTo>
                  <a:cubicBezTo>
                    <a:pt x="39618" y="90014"/>
                    <a:pt x="47925" y="95760"/>
                    <a:pt x="51119" y="104697"/>
                  </a:cubicBezTo>
                  <a:lnTo>
                    <a:pt x="135467" y="104697"/>
                  </a:lnTo>
                  <a:lnTo>
                    <a:pt x="135467" y="42134"/>
                  </a:lnTo>
                  <a:cubicBezTo>
                    <a:pt x="135467" y="41496"/>
                    <a:pt x="135467" y="40219"/>
                    <a:pt x="136106" y="39581"/>
                  </a:cubicBezTo>
                  <a:cubicBezTo>
                    <a:pt x="136106" y="39581"/>
                    <a:pt x="136106" y="38942"/>
                    <a:pt x="136106" y="38942"/>
                  </a:cubicBezTo>
                  <a:lnTo>
                    <a:pt x="136106" y="0"/>
                  </a:lnTo>
                  <a:lnTo>
                    <a:pt x="0" y="0"/>
                  </a:lnTo>
                  <a:lnTo>
                    <a:pt x="0" y="106613"/>
                  </a:lnTo>
                  <a:lnTo>
                    <a:pt x="10224" y="106613"/>
                  </a:lnTo>
                  <a:cubicBezTo>
                    <a:pt x="12780" y="96398"/>
                    <a:pt x="21087" y="90014"/>
                    <a:pt x="30672" y="90014"/>
                  </a:cubicBezTo>
                  <a:close/>
                  <a:moveTo>
                    <a:pt x="43451" y="38304"/>
                  </a:moveTo>
                  <a:lnTo>
                    <a:pt x="60704" y="38304"/>
                  </a:lnTo>
                  <a:lnTo>
                    <a:pt x="60704" y="21067"/>
                  </a:lnTo>
                  <a:cubicBezTo>
                    <a:pt x="60704" y="17237"/>
                    <a:pt x="63261" y="14683"/>
                    <a:pt x="67094" y="14683"/>
                  </a:cubicBezTo>
                  <a:cubicBezTo>
                    <a:pt x="70928" y="14683"/>
                    <a:pt x="73484" y="17237"/>
                    <a:pt x="73484" y="21067"/>
                  </a:cubicBezTo>
                  <a:lnTo>
                    <a:pt x="73484" y="38304"/>
                  </a:lnTo>
                  <a:lnTo>
                    <a:pt x="91376" y="38304"/>
                  </a:lnTo>
                  <a:cubicBezTo>
                    <a:pt x="95210" y="38304"/>
                    <a:pt x="97766" y="40858"/>
                    <a:pt x="97766" y="44688"/>
                  </a:cubicBezTo>
                  <a:cubicBezTo>
                    <a:pt x="97766" y="48518"/>
                    <a:pt x="95210" y="51072"/>
                    <a:pt x="91376" y="51072"/>
                  </a:cubicBezTo>
                  <a:lnTo>
                    <a:pt x="73484" y="51072"/>
                  </a:lnTo>
                  <a:lnTo>
                    <a:pt x="73484" y="68947"/>
                  </a:lnTo>
                  <a:cubicBezTo>
                    <a:pt x="73484" y="72778"/>
                    <a:pt x="70928" y="75331"/>
                    <a:pt x="67094" y="75331"/>
                  </a:cubicBezTo>
                  <a:cubicBezTo>
                    <a:pt x="63261" y="75331"/>
                    <a:pt x="60704" y="72778"/>
                    <a:pt x="60704" y="68947"/>
                  </a:cubicBezTo>
                  <a:lnTo>
                    <a:pt x="60704" y="51072"/>
                  </a:lnTo>
                  <a:lnTo>
                    <a:pt x="43451" y="51072"/>
                  </a:lnTo>
                  <a:cubicBezTo>
                    <a:pt x="39618" y="51072"/>
                    <a:pt x="37062" y="48518"/>
                    <a:pt x="37062" y="44688"/>
                  </a:cubicBezTo>
                  <a:cubicBezTo>
                    <a:pt x="37062" y="40858"/>
                    <a:pt x="40257" y="38304"/>
                    <a:pt x="43451" y="38304"/>
                  </a:cubicBezTo>
                  <a:lnTo>
                    <a:pt x="43451" y="38304"/>
                  </a:lnTo>
                  <a:close/>
                </a:path>
              </a:pathLst>
            </a:custGeom>
            <a:solidFill>
              <a:srgbClr val="43B02A"/>
            </a:solidFill>
            <a:ln w="6390" cap="flat">
              <a:noFill/>
              <a:prstDash val="solid"/>
              <a:miter/>
            </a:ln>
          </p:spPr>
          <p:txBody>
            <a:bodyPr rtlCol="0" anchor="ctr"/>
            <a:lstStyle/>
            <a:p>
              <a:endParaRPr lang="en-US"/>
            </a:p>
          </p:txBody>
        </p:sp>
        <p:sp>
          <p:nvSpPr>
            <p:cNvPr id="1016" name="Graphic 4">
              <a:extLst>
                <a:ext uri="{FF2B5EF4-FFF2-40B4-BE49-F238E27FC236}">
                  <a16:creationId xmlns:a16="http://schemas.microsoft.com/office/drawing/2014/main" id="{06CBE02B-8B02-8241-9957-67E5A878A92C}"/>
                </a:ext>
              </a:extLst>
            </p:cNvPr>
            <p:cNvSpPr/>
            <p:nvPr/>
          </p:nvSpPr>
          <p:spPr>
            <a:xfrm>
              <a:off x="6378435" y="4543642"/>
              <a:ext cx="17333" cy="17306"/>
            </a:xfrm>
            <a:custGeom>
              <a:avLst/>
              <a:gdLst>
                <a:gd name="connsiteX0" fmla="*/ 8307 w 17333"/>
                <a:gd name="connsiteY0" fmla="*/ 0 h 17306"/>
                <a:gd name="connsiteX1" fmla="*/ 0 w 17333"/>
                <a:gd name="connsiteY1" fmla="*/ 6384 h 17306"/>
                <a:gd name="connsiteX2" fmla="*/ 0 w 17333"/>
                <a:gd name="connsiteY2" fmla="*/ 8299 h 17306"/>
                <a:gd name="connsiteX3" fmla="*/ 0 w 17333"/>
                <a:gd name="connsiteY3" fmla="*/ 9576 h 17306"/>
                <a:gd name="connsiteX4" fmla="*/ 9585 w 17333"/>
                <a:gd name="connsiteY4" fmla="*/ 17237 h 17306"/>
                <a:gd name="connsiteX5" fmla="*/ 17253 w 17333"/>
                <a:gd name="connsiteY5" fmla="*/ 7661 h 17306"/>
                <a:gd name="connsiteX6" fmla="*/ 8307 w 17333"/>
                <a:gd name="connsiteY6" fmla="*/ 0 h 17306"/>
                <a:gd name="connsiteX7" fmla="*/ 8307 w 17333"/>
                <a:gd name="connsiteY7" fmla="*/ 0 h 17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33" h="17306">
                  <a:moveTo>
                    <a:pt x="8307" y="0"/>
                  </a:moveTo>
                  <a:cubicBezTo>
                    <a:pt x="4473" y="0"/>
                    <a:pt x="1278" y="2554"/>
                    <a:pt x="0" y="6384"/>
                  </a:cubicBezTo>
                  <a:lnTo>
                    <a:pt x="0" y="8299"/>
                  </a:lnTo>
                  <a:cubicBezTo>
                    <a:pt x="0" y="8938"/>
                    <a:pt x="0" y="8938"/>
                    <a:pt x="0" y="9576"/>
                  </a:cubicBezTo>
                  <a:cubicBezTo>
                    <a:pt x="639" y="14045"/>
                    <a:pt x="4473" y="17875"/>
                    <a:pt x="9585" y="17237"/>
                  </a:cubicBezTo>
                  <a:cubicBezTo>
                    <a:pt x="14697" y="16599"/>
                    <a:pt x="17892" y="12768"/>
                    <a:pt x="17253" y="7661"/>
                  </a:cubicBezTo>
                  <a:cubicBezTo>
                    <a:pt x="16614" y="3192"/>
                    <a:pt x="12780" y="0"/>
                    <a:pt x="8307" y="0"/>
                  </a:cubicBezTo>
                  <a:lnTo>
                    <a:pt x="8307" y="0"/>
                  </a:lnTo>
                  <a:close/>
                </a:path>
              </a:pathLst>
            </a:custGeom>
            <a:solidFill>
              <a:srgbClr val="43B02A"/>
            </a:solidFill>
            <a:ln w="6390" cap="flat">
              <a:noFill/>
              <a:prstDash val="solid"/>
              <a:miter/>
            </a:ln>
          </p:spPr>
          <p:txBody>
            <a:bodyPr rtlCol="0" anchor="ctr"/>
            <a:lstStyle/>
            <a:p>
              <a:endParaRPr lang="en-US"/>
            </a:p>
          </p:txBody>
        </p:sp>
        <p:sp>
          <p:nvSpPr>
            <p:cNvPr id="1017" name="Graphic 4">
              <a:extLst>
                <a:ext uri="{FF2B5EF4-FFF2-40B4-BE49-F238E27FC236}">
                  <a16:creationId xmlns:a16="http://schemas.microsoft.com/office/drawing/2014/main" id="{02372A3B-D09F-1544-BA99-AFA59361980C}"/>
                </a:ext>
              </a:extLst>
            </p:cNvPr>
            <p:cNvSpPr/>
            <p:nvPr/>
          </p:nvSpPr>
          <p:spPr>
            <a:xfrm>
              <a:off x="6378435" y="4485548"/>
              <a:ext cx="47285" cy="59370"/>
            </a:xfrm>
            <a:custGeom>
              <a:avLst/>
              <a:gdLst>
                <a:gd name="connsiteX0" fmla="*/ 35145 w 47285"/>
                <a:gd name="connsiteY0" fmla="*/ 0 h 59370"/>
                <a:gd name="connsiteX1" fmla="*/ 0 w 47285"/>
                <a:gd name="connsiteY1" fmla="*/ 0 h 59370"/>
                <a:gd name="connsiteX2" fmla="*/ 0 w 47285"/>
                <a:gd name="connsiteY2" fmla="*/ 46603 h 59370"/>
                <a:gd name="connsiteX3" fmla="*/ 8307 w 47285"/>
                <a:gd name="connsiteY3" fmla="*/ 44688 h 59370"/>
                <a:gd name="connsiteX4" fmla="*/ 28755 w 47285"/>
                <a:gd name="connsiteY4" fmla="*/ 59371 h 59370"/>
                <a:gd name="connsiteX5" fmla="*/ 47285 w 47285"/>
                <a:gd name="connsiteY5" fmla="*/ 59371 h 59370"/>
                <a:gd name="connsiteX6" fmla="*/ 47285 w 47285"/>
                <a:gd name="connsiteY6" fmla="*/ 8938 h 59370"/>
                <a:gd name="connsiteX7" fmla="*/ 45368 w 47285"/>
                <a:gd name="connsiteY7" fmla="*/ 2554 h 59370"/>
                <a:gd name="connsiteX8" fmla="*/ 35145 w 47285"/>
                <a:gd name="connsiteY8" fmla="*/ 0 h 5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285" h="59370">
                  <a:moveTo>
                    <a:pt x="35145" y="0"/>
                  </a:moveTo>
                  <a:lnTo>
                    <a:pt x="0" y="0"/>
                  </a:lnTo>
                  <a:lnTo>
                    <a:pt x="0" y="46603"/>
                  </a:lnTo>
                  <a:cubicBezTo>
                    <a:pt x="2556" y="45326"/>
                    <a:pt x="5751" y="44688"/>
                    <a:pt x="8307" y="44688"/>
                  </a:cubicBezTo>
                  <a:cubicBezTo>
                    <a:pt x="17253" y="44688"/>
                    <a:pt x="25560" y="50434"/>
                    <a:pt x="28755" y="59371"/>
                  </a:cubicBezTo>
                  <a:lnTo>
                    <a:pt x="47285" y="59371"/>
                  </a:lnTo>
                  <a:lnTo>
                    <a:pt x="47285" y="8938"/>
                  </a:lnTo>
                  <a:cubicBezTo>
                    <a:pt x="47285" y="6384"/>
                    <a:pt x="46646" y="4469"/>
                    <a:pt x="45368" y="2554"/>
                  </a:cubicBezTo>
                  <a:cubicBezTo>
                    <a:pt x="42173" y="1277"/>
                    <a:pt x="38340" y="0"/>
                    <a:pt x="35145" y="0"/>
                  </a:cubicBezTo>
                  <a:close/>
                </a:path>
              </a:pathLst>
            </a:custGeom>
            <a:solidFill>
              <a:srgbClr val="43B02A"/>
            </a:solidFill>
            <a:ln w="6390" cap="flat">
              <a:noFill/>
              <a:prstDash val="solid"/>
              <a:miter/>
            </a:ln>
          </p:spPr>
          <p:txBody>
            <a:bodyPr rtlCol="0" anchor="ctr"/>
            <a:lstStyle/>
            <a:p>
              <a:endParaRPr lang="en-US"/>
            </a:p>
          </p:txBody>
        </p:sp>
        <p:sp>
          <p:nvSpPr>
            <p:cNvPr id="1018" name="Graphic 4">
              <a:extLst>
                <a:ext uri="{FF2B5EF4-FFF2-40B4-BE49-F238E27FC236}">
                  <a16:creationId xmlns:a16="http://schemas.microsoft.com/office/drawing/2014/main" id="{28E50114-4229-1545-8E3D-338467696B0E}"/>
                </a:ext>
              </a:extLst>
            </p:cNvPr>
            <p:cNvSpPr/>
            <p:nvPr/>
          </p:nvSpPr>
          <p:spPr>
            <a:xfrm>
              <a:off x="6146480" y="430871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292020 w 362309"/>
                <a:gd name="connsiteY7" fmla="*/ 243230 h 361971"/>
                <a:gd name="connsiteX8" fmla="*/ 285630 w 362309"/>
                <a:gd name="connsiteY8" fmla="*/ 249614 h 361971"/>
                <a:gd name="connsiteX9" fmla="*/ 261348 w 362309"/>
                <a:gd name="connsiteY9" fmla="*/ 249614 h 361971"/>
                <a:gd name="connsiteX10" fmla="*/ 235150 w 362309"/>
                <a:gd name="connsiteY10" fmla="*/ 264297 h 361971"/>
                <a:gd name="connsiteX11" fmla="*/ 220453 w 362309"/>
                <a:gd name="connsiteY11" fmla="*/ 249614 h 361971"/>
                <a:gd name="connsiteX12" fmla="*/ 134828 w 362309"/>
                <a:gd name="connsiteY12" fmla="*/ 249614 h 361971"/>
                <a:gd name="connsiteX13" fmla="*/ 108629 w 362309"/>
                <a:gd name="connsiteY13" fmla="*/ 264297 h 361971"/>
                <a:gd name="connsiteX14" fmla="*/ 94571 w 362309"/>
                <a:gd name="connsiteY14" fmla="*/ 250890 h 361971"/>
                <a:gd name="connsiteX15" fmla="*/ 77318 w 362309"/>
                <a:gd name="connsiteY15" fmla="*/ 250890 h 361971"/>
                <a:gd name="connsiteX16" fmla="*/ 70928 w 362309"/>
                <a:gd name="connsiteY16" fmla="*/ 244506 h 361971"/>
                <a:gd name="connsiteX17" fmla="*/ 70928 w 362309"/>
                <a:gd name="connsiteY17" fmla="*/ 125126 h 361971"/>
                <a:gd name="connsiteX18" fmla="*/ 77318 w 362309"/>
                <a:gd name="connsiteY18" fmla="*/ 118742 h 361971"/>
                <a:gd name="connsiteX19" fmla="*/ 174445 w 362309"/>
                <a:gd name="connsiteY19" fmla="*/ 118742 h 361971"/>
                <a:gd name="connsiteX20" fmla="*/ 196810 w 362309"/>
                <a:gd name="connsiteY20" fmla="*/ 96398 h 361971"/>
                <a:gd name="connsiteX21" fmla="*/ 211507 w 362309"/>
                <a:gd name="connsiteY21" fmla="*/ 102144 h 361971"/>
                <a:gd name="connsiteX22" fmla="*/ 218536 w 362309"/>
                <a:gd name="connsiteY22" fmla="*/ 118104 h 361971"/>
                <a:gd name="connsiteX23" fmla="*/ 226843 w 362309"/>
                <a:gd name="connsiteY23" fmla="*/ 118104 h 361971"/>
                <a:gd name="connsiteX24" fmla="*/ 233233 w 362309"/>
                <a:gd name="connsiteY24" fmla="*/ 124488 h 361971"/>
                <a:gd name="connsiteX25" fmla="*/ 233233 w 362309"/>
                <a:gd name="connsiteY25" fmla="*/ 163430 h 361971"/>
                <a:gd name="connsiteX26" fmla="*/ 267738 w 362309"/>
                <a:gd name="connsiteY26" fmla="*/ 163430 h 361971"/>
                <a:gd name="connsiteX27" fmla="*/ 286269 w 362309"/>
                <a:gd name="connsiteY27" fmla="*/ 170452 h 361971"/>
                <a:gd name="connsiteX28" fmla="*/ 292659 w 362309"/>
                <a:gd name="connsiteY28" fmla="*/ 185774 h 361971"/>
                <a:gd name="connsiteX29" fmla="*/ 292020 w 362309"/>
                <a:gd name="connsiteY29" fmla="*/ 24323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1077"/>
                    <a:pt x="281157" y="0"/>
                    <a:pt x="181474" y="0"/>
                  </a:cubicBezTo>
                  <a:lnTo>
                    <a:pt x="181474" y="0"/>
                  </a:lnTo>
                  <a:close/>
                  <a:moveTo>
                    <a:pt x="292020" y="243230"/>
                  </a:moveTo>
                  <a:cubicBezTo>
                    <a:pt x="292020" y="247060"/>
                    <a:pt x="289464" y="249614"/>
                    <a:pt x="285630" y="249614"/>
                  </a:cubicBezTo>
                  <a:lnTo>
                    <a:pt x="261348" y="249614"/>
                  </a:lnTo>
                  <a:cubicBezTo>
                    <a:pt x="258153" y="261105"/>
                    <a:pt x="246013" y="267489"/>
                    <a:pt x="235150" y="264297"/>
                  </a:cubicBezTo>
                  <a:cubicBezTo>
                    <a:pt x="228120" y="262382"/>
                    <a:pt x="222370" y="256636"/>
                    <a:pt x="220453" y="249614"/>
                  </a:cubicBezTo>
                  <a:lnTo>
                    <a:pt x="134828" y="249614"/>
                  </a:lnTo>
                  <a:cubicBezTo>
                    <a:pt x="131633" y="261105"/>
                    <a:pt x="120131" y="267489"/>
                    <a:pt x="108629" y="264297"/>
                  </a:cubicBezTo>
                  <a:cubicBezTo>
                    <a:pt x="102239" y="262382"/>
                    <a:pt x="96488" y="257274"/>
                    <a:pt x="94571" y="250890"/>
                  </a:cubicBezTo>
                  <a:lnTo>
                    <a:pt x="77318" y="250890"/>
                  </a:lnTo>
                  <a:cubicBezTo>
                    <a:pt x="73484" y="250890"/>
                    <a:pt x="70928" y="248337"/>
                    <a:pt x="70928" y="244506"/>
                  </a:cubicBezTo>
                  <a:lnTo>
                    <a:pt x="70928" y="125126"/>
                  </a:lnTo>
                  <a:cubicBezTo>
                    <a:pt x="70928" y="121296"/>
                    <a:pt x="73484" y="118742"/>
                    <a:pt x="77318" y="118742"/>
                  </a:cubicBezTo>
                  <a:lnTo>
                    <a:pt x="174445" y="118742"/>
                  </a:lnTo>
                  <a:cubicBezTo>
                    <a:pt x="175723" y="109166"/>
                    <a:pt x="181474" y="96398"/>
                    <a:pt x="196810" y="96398"/>
                  </a:cubicBezTo>
                  <a:cubicBezTo>
                    <a:pt x="202561" y="96398"/>
                    <a:pt x="207673" y="98313"/>
                    <a:pt x="211507" y="102144"/>
                  </a:cubicBezTo>
                  <a:cubicBezTo>
                    <a:pt x="215341" y="106613"/>
                    <a:pt x="217897" y="112358"/>
                    <a:pt x="218536" y="118104"/>
                  </a:cubicBezTo>
                  <a:lnTo>
                    <a:pt x="226843" y="118104"/>
                  </a:lnTo>
                  <a:cubicBezTo>
                    <a:pt x="230677" y="118104"/>
                    <a:pt x="233233" y="120657"/>
                    <a:pt x="233233" y="124488"/>
                  </a:cubicBezTo>
                  <a:lnTo>
                    <a:pt x="233233" y="163430"/>
                  </a:lnTo>
                  <a:lnTo>
                    <a:pt x="267738" y="163430"/>
                  </a:lnTo>
                  <a:cubicBezTo>
                    <a:pt x="274767" y="163430"/>
                    <a:pt x="281157" y="165984"/>
                    <a:pt x="286269" y="170452"/>
                  </a:cubicBezTo>
                  <a:cubicBezTo>
                    <a:pt x="290742" y="174283"/>
                    <a:pt x="292659" y="180028"/>
                    <a:pt x="292659" y="185774"/>
                  </a:cubicBezTo>
                  <a:lnTo>
                    <a:pt x="292020" y="243230"/>
                  </a:lnTo>
                  <a:close/>
                </a:path>
              </a:pathLst>
            </a:custGeom>
            <a:solidFill>
              <a:srgbClr val="43B02A"/>
            </a:solidFill>
            <a:ln w="6390" cap="flat">
              <a:noFill/>
              <a:prstDash val="solid"/>
              <a:miter/>
            </a:ln>
          </p:spPr>
          <p:txBody>
            <a:bodyPr rtlCol="0" anchor="ctr"/>
            <a:lstStyle/>
            <a:p>
              <a:endParaRPr lang="en-US"/>
            </a:p>
          </p:txBody>
        </p:sp>
      </p:grpSp>
      <p:grpSp>
        <p:nvGrpSpPr>
          <p:cNvPr id="1019" name="Graphic 4">
            <a:extLst>
              <a:ext uri="{FF2B5EF4-FFF2-40B4-BE49-F238E27FC236}">
                <a16:creationId xmlns:a16="http://schemas.microsoft.com/office/drawing/2014/main" id="{AD1FD97F-EBAB-9F4D-9776-32191B41D4F6}"/>
              </a:ext>
            </a:extLst>
          </p:cNvPr>
          <p:cNvGrpSpPr/>
          <p:nvPr/>
        </p:nvGrpSpPr>
        <p:grpSpPr>
          <a:xfrm>
            <a:off x="6758898" y="4793256"/>
            <a:ext cx="362313" cy="361971"/>
            <a:chOff x="5708130" y="4793256"/>
            <a:chExt cx="362313" cy="361971"/>
          </a:xfrm>
          <a:solidFill>
            <a:srgbClr val="43B02A"/>
          </a:solidFill>
        </p:grpSpPr>
        <p:sp>
          <p:nvSpPr>
            <p:cNvPr id="1020" name="Graphic 4">
              <a:extLst>
                <a:ext uri="{FF2B5EF4-FFF2-40B4-BE49-F238E27FC236}">
                  <a16:creationId xmlns:a16="http://schemas.microsoft.com/office/drawing/2014/main" id="{4625DA6D-4146-7D48-BC93-5B268F27A6E1}"/>
                </a:ext>
              </a:extLst>
            </p:cNvPr>
            <p:cNvSpPr/>
            <p:nvPr/>
          </p:nvSpPr>
          <p:spPr>
            <a:xfrm>
              <a:off x="5708130" y="4793256"/>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8565 h 361971"/>
                <a:gd name="connsiteX7" fmla="*/ 12780 w 362313"/>
                <a:gd name="connsiteY7" fmla="*/ 180667 h 361971"/>
                <a:gd name="connsiteX8" fmla="*/ 180835 w 362313"/>
                <a:gd name="connsiteY8" fmla="*/ 12129 h 361971"/>
                <a:gd name="connsiteX9" fmla="*/ 349530 w 362313"/>
                <a:gd name="connsiteY9" fmla="*/ 180028 h 361971"/>
                <a:gd name="connsiteX10" fmla="*/ 349530 w 362313"/>
                <a:gd name="connsiteY10" fmla="*/ 180028 h 361971"/>
                <a:gd name="connsiteX11" fmla="*/ 181474 w 362313"/>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948" y="80438"/>
                    <a:pt x="281796" y="0"/>
                    <a:pt x="181474" y="0"/>
                  </a:cubicBezTo>
                  <a:close/>
                  <a:moveTo>
                    <a:pt x="181474" y="348565"/>
                  </a:moveTo>
                  <a:cubicBezTo>
                    <a:pt x="88181" y="348565"/>
                    <a:pt x="12780" y="273234"/>
                    <a:pt x="12780" y="180667"/>
                  </a:cubicBezTo>
                  <a:cubicBezTo>
                    <a:pt x="12780" y="88099"/>
                    <a:pt x="88181" y="12129"/>
                    <a:pt x="180835" y="12129"/>
                  </a:cubicBezTo>
                  <a:cubicBezTo>
                    <a:pt x="274128" y="12129"/>
                    <a:pt x="349530" y="87461"/>
                    <a:pt x="349530" y="180028"/>
                  </a:cubicBezTo>
                  <a:lnTo>
                    <a:pt x="349530" y="180028"/>
                  </a:lnTo>
                  <a:cubicBezTo>
                    <a:pt x="349530" y="273234"/>
                    <a:pt x="274767" y="348565"/>
                    <a:pt x="181474" y="348565"/>
                  </a:cubicBezTo>
                  <a:close/>
                </a:path>
              </a:pathLst>
            </a:custGeom>
            <a:solidFill>
              <a:srgbClr val="43B02A"/>
            </a:solidFill>
            <a:ln w="6390" cap="flat">
              <a:noFill/>
              <a:prstDash val="solid"/>
              <a:miter/>
            </a:ln>
          </p:spPr>
          <p:txBody>
            <a:bodyPr rtlCol="0" anchor="ctr"/>
            <a:lstStyle/>
            <a:p>
              <a:endParaRPr lang="en-US"/>
            </a:p>
          </p:txBody>
        </p:sp>
        <p:sp>
          <p:nvSpPr>
            <p:cNvPr id="1021" name="Graphic 4">
              <a:extLst>
                <a:ext uri="{FF2B5EF4-FFF2-40B4-BE49-F238E27FC236}">
                  <a16:creationId xmlns:a16="http://schemas.microsoft.com/office/drawing/2014/main" id="{F999C7EF-6B1B-4B41-AA87-94BC825E8D63}"/>
                </a:ext>
              </a:extLst>
            </p:cNvPr>
            <p:cNvSpPr/>
            <p:nvPr/>
          </p:nvSpPr>
          <p:spPr>
            <a:xfrm>
              <a:off x="5916442" y="4954771"/>
              <a:ext cx="92654" cy="89375"/>
            </a:xfrm>
            <a:custGeom>
              <a:avLst/>
              <a:gdLst>
                <a:gd name="connsiteX0" fmla="*/ 92015 w 92654"/>
                <a:gd name="connsiteY0" fmla="*/ 48518 h 89375"/>
                <a:gd name="connsiteX1" fmla="*/ 70928 w 92654"/>
                <a:gd name="connsiteY1" fmla="*/ 11491 h 89375"/>
                <a:gd name="connsiteX2" fmla="*/ 51119 w 92654"/>
                <a:gd name="connsiteY2" fmla="*/ 0 h 89375"/>
                <a:gd name="connsiteX3" fmla="*/ 6390 w 92654"/>
                <a:gd name="connsiteY3" fmla="*/ 0 h 89375"/>
                <a:gd name="connsiteX4" fmla="*/ 0 w 92654"/>
                <a:gd name="connsiteY4" fmla="*/ 6384 h 89375"/>
                <a:gd name="connsiteX5" fmla="*/ 0 w 92654"/>
                <a:gd name="connsiteY5" fmla="*/ 82992 h 89375"/>
                <a:gd name="connsiteX6" fmla="*/ 6390 w 92654"/>
                <a:gd name="connsiteY6" fmla="*/ 89376 h 89375"/>
                <a:gd name="connsiteX7" fmla="*/ 17253 w 92654"/>
                <a:gd name="connsiteY7" fmla="*/ 89376 h 89375"/>
                <a:gd name="connsiteX8" fmla="*/ 23642 w 92654"/>
                <a:gd name="connsiteY8" fmla="*/ 82992 h 89375"/>
                <a:gd name="connsiteX9" fmla="*/ 17253 w 92654"/>
                <a:gd name="connsiteY9" fmla="*/ 76608 h 89375"/>
                <a:gd name="connsiteX10" fmla="*/ 12780 w 92654"/>
                <a:gd name="connsiteY10" fmla="*/ 76608 h 89375"/>
                <a:gd name="connsiteX11" fmla="*/ 12780 w 92654"/>
                <a:gd name="connsiteY11" fmla="*/ 12768 h 89375"/>
                <a:gd name="connsiteX12" fmla="*/ 51119 w 92654"/>
                <a:gd name="connsiteY12" fmla="*/ 12768 h 89375"/>
                <a:gd name="connsiteX13" fmla="*/ 59426 w 92654"/>
                <a:gd name="connsiteY13" fmla="*/ 17875 h 89375"/>
                <a:gd name="connsiteX14" fmla="*/ 79874 w 92654"/>
                <a:gd name="connsiteY14" fmla="*/ 53626 h 89375"/>
                <a:gd name="connsiteX15" fmla="*/ 79874 w 92654"/>
                <a:gd name="connsiteY15" fmla="*/ 76608 h 89375"/>
                <a:gd name="connsiteX16" fmla="*/ 78596 w 92654"/>
                <a:gd name="connsiteY16" fmla="*/ 76608 h 89375"/>
                <a:gd name="connsiteX17" fmla="*/ 72206 w 92654"/>
                <a:gd name="connsiteY17" fmla="*/ 82992 h 89375"/>
                <a:gd name="connsiteX18" fmla="*/ 78596 w 92654"/>
                <a:gd name="connsiteY18" fmla="*/ 89376 h 89375"/>
                <a:gd name="connsiteX19" fmla="*/ 86264 w 92654"/>
                <a:gd name="connsiteY19" fmla="*/ 89376 h 89375"/>
                <a:gd name="connsiteX20" fmla="*/ 92654 w 92654"/>
                <a:gd name="connsiteY20" fmla="*/ 82992 h 89375"/>
                <a:gd name="connsiteX21" fmla="*/ 92654 w 92654"/>
                <a:gd name="connsiteY21" fmla="*/ 51710 h 89375"/>
                <a:gd name="connsiteX22" fmla="*/ 92015 w 92654"/>
                <a:gd name="connsiteY22" fmla="*/ 48518 h 89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2654" h="89375">
                  <a:moveTo>
                    <a:pt x="92015" y="48518"/>
                  </a:moveTo>
                  <a:lnTo>
                    <a:pt x="70928" y="11491"/>
                  </a:lnTo>
                  <a:cubicBezTo>
                    <a:pt x="67094" y="4469"/>
                    <a:pt x="59426" y="0"/>
                    <a:pt x="51119" y="0"/>
                  </a:cubicBezTo>
                  <a:lnTo>
                    <a:pt x="6390" y="0"/>
                  </a:lnTo>
                  <a:cubicBezTo>
                    <a:pt x="2556" y="0"/>
                    <a:pt x="0" y="2554"/>
                    <a:pt x="0" y="6384"/>
                  </a:cubicBezTo>
                  <a:lnTo>
                    <a:pt x="0" y="82992"/>
                  </a:lnTo>
                  <a:cubicBezTo>
                    <a:pt x="0" y="86822"/>
                    <a:pt x="2556" y="89376"/>
                    <a:pt x="6390" y="89376"/>
                  </a:cubicBezTo>
                  <a:lnTo>
                    <a:pt x="17253" y="89376"/>
                  </a:lnTo>
                  <a:cubicBezTo>
                    <a:pt x="21087" y="89376"/>
                    <a:pt x="23642" y="86822"/>
                    <a:pt x="23642" y="82992"/>
                  </a:cubicBezTo>
                  <a:cubicBezTo>
                    <a:pt x="23642" y="79162"/>
                    <a:pt x="21087" y="76608"/>
                    <a:pt x="17253" y="76608"/>
                  </a:cubicBezTo>
                  <a:lnTo>
                    <a:pt x="12780" y="76608"/>
                  </a:lnTo>
                  <a:lnTo>
                    <a:pt x="12780" y="12768"/>
                  </a:lnTo>
                  <a:lnTo>
                    <a:pt x="51119" y="12768"/>
                  </a:lnTo>
                  <a:cubicBezTo>
                    <a:pt x="54953" y="12768"/>
                    <a:pt x="58148" y="14683"/>
                    <a:pt x="59426" y="17875"/>
                  </a:cubicBezTo>
                  <a:lnTo>
                    <a:pt x="79874" y="53626"/>
                  </a:lnTo>
                  <a:lnTo>
                    <a:pt x="79874" y="76608"/>
                  </a:lnTo>
                  <a:lnTo>
                    <a:pt x="78596" y="76608"/>
                  </a:lnTo>
                  <a:cubicBezTo>
                    <a:pt x="74762" y="76608"/>
                    <a:pt x="72206" y="79162"/>
                    <a:pt x="72206" y="82992"/>
                  </a:cubicBezTo>
                  <a:cubicBezTo>
                    <a:pt x="72206" y="86822"/>
                    <a:pt x="74762" y="89376"/>
                    <a:pt x="78596" y="89376"/>
                  </a:cubicBezTo>
                  <a:lnTo>
                    <a:pt x="86264" y="89376"/>
                  </a:lnTo>
                  <a:cubicBezTo>
                    <a:pt x="90098" y="89376"/>
                    <a:pt x="92654" y="86822"/>
                    <a:pt x="92654" y="82992"/>
                  </a:cubicBezTo>
                  <a:lnTo>
                    <a:pt x="92654" y="51710"/>
                  </a:lnTo>
                  <a:cubicBezTo>
                    <a:pt x="92654" y="50434"/>
                    <a:pt x="92654" y="49795"/>
                    <a:pt x="92015" y="48518"/>
                  </a:cubicBezTo>
                  <a:close/>
                </a:path>
              </a:pathLst>
            </a:custGeom>
            <a:solidFill>
              <a:srgbClr val="43B02A"/>
            </a:solidFill>
            <a:ln w="6390" cap="flat">
              <a:noFill/>
              <a:prstDash val="solid"/>
              <a:miter/>
            </a:ln>
          </p:spPr>
          <p:txBody>
            <a:bodyPr rtlCol="0" anchor="ctr"/>
            <a:lstStyle/>
            <a:p>
              <a:endParaRPr lang="en-US"/>
            </a:p>
          </p:txBody>
        </p:sp>
        <p:sp>
          <p:nvSpPr>
            <p:cNvPr id="1022" name="Graphic 4">
              <a:extLst>
                <a:ext uri="{FF2B5EF4-FFF2-40B4-BE49-F238E27FC236}">
                  <a16:creationId xmlns:a16="http://schemas.microsoft.com/office/drawing/2014/main" id="{BFD26128-5B5F-CB4B-B664-B05718519B0F}"/>
                </a:ext>
              </a:extLst>
            </p:cNvPr>
            <p:cNvSpPr/>
            <p:nvPr/>
          </p:nvSpPr>
          <p:spPr>
            <a:xfrm>
              <a:off x="5930500" y="4971369"/>
              <a:ext cx="48244" cy="31919"/>
            </a:xfrm>
            <a:custGeom>
              <a:avLst/>
              <a:gdLst>
                <a:gd name="connsiteX0" fmla="*/ 46647 w 48244"/>
                <a:gd name="connsiteY0" fmla="*/ 26813 h 31919"/>
                <a:gd name="connsiteX1" fmla="*/ 47286 w 48244"/>
                <a:gd name="connsiteY1" fmla="*/ 26175 h 31919"/>
                <a:gd name="connsiteX2" fmla="*/ 47286 w 48244"/>
                <a:gd name="connsiteY2" fmla="*/ 18514 h 31919"/>
                <a:gd name="connsiteX3" fmla="*/ 39618 w 48244"/>
                <a:gd name="connsiteY3" fmla="*/ 4469 h 31919"/>
                <a:gd name="connsiteX4" fmla="*/ 31311 w 48244"/>
                <a:gd name="connsiteY4" fmla="*/ 0 h 31919"/>
                <a:gd name="connsiteX5" fmla="*/ 8946 w 48244"/>
                <a:gd name="connsiteY5" fmla="*/ 0 h 31919"/>
                <a:gd name="connsiteX6" fmla="*/ 0 w 48244"/>
                <a:gd name="connsiteY6" fmla="*/ 8938 h 31919"/>
                <a:gd name="connsiteX7" fmla="*/ 0 w 48244"/>
                <a:gd name="connsiteY7" fmla="*/ 22983 h 31919"/>
                <a:gd name="connsiteX8" fmla="*/ 8946 w 48244"/>
                <a:gd name="connsiteY8" fmla="*/ 31920 h 31919"/>
                <a:gd name="connsiteX9" fmla="*/ 38979 w 48244"/>
                <a:gd name="connsiteY9" fmla="*/ 31920 h 31919"/>
                <a:gd name="connsiteX10" fmla="*/ 46647 w 48244"/>
                <a:gd name="connsiteY10" fmla="*/ 26813 h 31919"/>
                <a:gd name="connsiteX11" fmla="*/ 13419 w 48244"/>
                <a:gd name="connsiteY11" fmla="*/ 18514 h 31919"/>
                <a:gd name="connsiteX12" fmla="*/ 13419 w 48244"/>
                <a:gd name="connsiteY12" fmla="*/ 12130 h 31919"/>
                <a:gd name="connsiteX13" fmla="*/ 29394 w 48244"/>
                <a:gd name="connsiteY13" fmla="*/ 12130 h 31919"/>
                <a:gd name="connsiteX14" fmla="*/ 32589 w 48244"/>
                <a:gd name="connsiteY14" fmla="*/ 18514 h 31919"/>
                <a:gd name="connsiteX15" fmla="*/ 13419 w 48244"/>
                <a:gd name="connsiteY15" fmla="*/ 18514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44" h="31919">
                  <a:moveTo>
                    <a:pt x="46647" y="26813"/>
                  </a:moveTo>
                  <a:lnTo>
                    <a:pt x="47286" y="26175"/>
                  </a:lnTo>
                  <a:cubicBezTo>
                    <a:pt x="48564" y="23621"/>
                    <a:pt x="48564" y="21067"/>
                    <a:pt x="47286" y="18514"/>
                  </a:cubicBezTo>
                  <a:lnTo>
                    <a:pt x="39618" y="4469"/>
                  </a:lnTo>
                  <a:cubicBezTo>
                    <a:pt x="38340" y="1277"/>
                    <a:pt x="35145" y="0"/>
                    <a:pt x="31311" y="0"/>
                  </a:cubicBezTo>
                  <a:lnTo>
                    <a:pt x="8946" y="0"/>
                  </a:lnTo>
                  <a:cubicBezTo>
                    <a:pt x="3834" y="0"/>
                    <a:pt x="0" y="3831"/>
                    <a:pt x="0" y="8938"/>
                  </a:cubicBezTo>
                  <a:lnTo>
                    <a:pt x="0" y="22983"/>
                  </a:lnTo>
                  <a:cubicBezTo>
                    <a:pt x="0" y="28090"/>
                    <a:pt x="3834" y="31920"/>
                    <a:pt x="8946" y="31920"/>
                  </a:cubicBezTo>
                  <a:lnTo>
                    <a:pt x="38979" y="31920"/>
                  </a:lnTo>
                  <a:cubicBezTo>
                    <a:pt x="42174" y="31282"/>
                    <a:pt x="44730" y="29367"/>
                    <a:pt x="46647" y="26813"/>
                  </a:cubicBezTo>
                  <a:close/>
                  <a:moveTo>
                    <a:pt x="13419" y="18514"/>
                  </a:moveTo>
                  <a:lnTo>
                    <a:pt x="13419" y="12130"/>
                  </a:lnTo>
                  <a:lnTo>
                    <a:pt x="29394" y="12130"/>
                  </a:lnTo>
                  <a:lnTo>
                    <a:pt x="32589" y="18514"/>
                  </a:lnTo>
                  <a:lnTo>
                    <a:pt x="13419" y="18514"/>
                  </a:lnTo>
                  <a:close/>
                </a:path>
              </a:pathLst>
            </a:custGeom>
            <a:solidFill>
              <a:srgbClr val="43B02A"/>
            </a:solidFill>
            <a:ln w="6390" cap="flat">
              <a:noFill/>
              <a:prstDash val="solid"/>
              <a:miter/>
            </a:ln>
          </p:spPr>
          <p:txBody>
            <a:bodyPr rtlCol="0" anchor="ctr"/>
            <a:lstStyle/>
            <a:p>
              <a:endParaRPr lang="en-US"/>
            </a:p>
          </p:txBody>
        </p:sp>
        <p:sp>
          <p:nvSpPr>
            <p:cNvPr id="1023" name="Graphic 4">
              <a:extLst>
                <a:ext uri="{FF2B5EF4-FFF2-40B4-BE49-F238E27FC236}">
                  <a16:creationId xmlns:a16="http://schemas.microsoft.com/office/drawing/2014/main" id="{35AAD7A7-898B-5B41-8779-B8D953288AA0}"/>
                </a:ext>
              </a:extLst>
            </p:cNvPr>
            <p:cNvSpPr/>
            <p:nvPr/>
          </p:nvSpPr>
          <p:spPr>
            <a:xfrm>
              <a:off x="5769234" y="4930512"/>
              <a:ext cx="188103" cy="114273"/>
            </a:xfrm>
            <a:custGeom>
              <a:avLst/>
              <a:gdLst>
                <a:gd name="connsiteX0" fmla="*/ 137623 w 188103"/>
                <a:gd name="connsiteY0" fmla="*/ 69585 h 114273"/>
                <a:gd name="connsiteX1" fmla="*/ 135067 w 188103"/>
                <a:gd name="connsiteY1" fmla="*/ 69585 h 114273"/>
                <a:gd name="connsiteX2" fmla="*/ 142735 w 188103"/>
                <a:gd name="connsiteY2" fmla="*/ 23621 h 114273"/>
                <a:gd name="connsiteX3" fmla="*/ 144013 w 188103"/>
                <a:gd name="connsiteY3" fmla="*/ 18513 h 114273"/>
                <a:gd name="connsiteX4" fmla="*/ 150403 w 188103"/>
                <a:gd name="connsiteY4" fmla="*/ 12768 h 114273"/>
                <a:gd name="connsiteX5" fmla="*/ 181714 w 188103"/>
                <a:gd name="connsiteY5" fmla="*/ 12768 h 114273"/>
                <a:gd name="connsiteX6" fmla="*/ 188104 w 188103"/>
                <a:gd name="connsiteY6" fmla="*/ 6384 h 114273"/>
                <a:gd name="connsiteX7" fmla="*/ 181714 w 188103"/>
                <a:gd name="connsiteY7" fmla="*/ 0 h 114273"/>
                <a:gd name="connsiteX8" fmla="*/ 147847 w 188103"/>
                <a:gd name="connsiteY8" fmla="*/ 0 h 114273"/>
                <a:gd name="connsiteX9" fmla="*/ 143374 w 188103"/>
                <a:gd name="connsiteY9" fmla="*/ 1277 h 114273"/>
                <a:gd name="connsiteX10" fmla="*/ 134428 w 188103"/>
                <a:gd name="connsiteY10" fmla="*/ 8937 h 114273"/>
                <a:gd name="connsiteX11" fmla="*/ 9825 w 188103"/>
                <a:gd name="connsiteY11" fmla="*/ 8937 h 114273"/>
                <a:gd name="connsiteX12" fmla="*/ 2157 w 188103"/>
                <a:gd name="connsiteY12" fmla="*/ 12768 h 114273"/>
                <a:gd name="connsiteX13" fmla="*/ 240 w 188103"/>
                <a:gd name="connsiteY13" fmla="*/ 21067 h 114273"/>
                <a:gd name="connsiteX14" fmla="*/ 14937 w 188103"/>
                <a:gd name="connsiteY14" fmla="*/ 73416 h 114273"/>
                <a:gd name="connsiteX15" fmla="*/ 14297 w 188103"/>
                <a:gd name="connsiteY15" fmla="*/ 75331 h 114273"/>
                <a:gd name="connsiteX16" fmla="*/ 14297 w 188103"/>
                <a:gd name="connsiteY16" fmla="*/ 107889 h 114273"/>
                <a:gd name="connsiteX17" fmla="*/ 20687 w 188103"/>
                <a:gd name="connsiteY17" fmla="*/ 114273 h 114273"/>
                <a:gd name="connsiteX18" fmla="*/ 32189 w 188103"/>
                <a:gd name="connsiteY18" fmla="*/ 114273 h 114273"/>
                <a:gd name="connsiteX19" fmla="*/ 38579 w 188103"/>
                <a:gd name="connsiteY19" fmla="*/ 107889 h 114273"/>
                <a:gd name="connsiteX20" fmla="*/ 32189 w 188103"/>
                <a:gd name="connsiteY20" fmla="*/ 101505 h 114273"/>
                <a:gd name="connsiteX21" fmla="*/ 27077 w 188103"/>
                <a:gd name="connsiteY21" fmla="*/ 101505 h 114273"/>
                <a:gd name="connsiteX22" fmla="*/ 27077 w 188103"/>
                <a:gd name="connsiteY22" fmla="*/ 81715 h 114273"/>
                <a:gd name="connsiteX23" fmla="*/ 129955 w 188103"/>
                <a:gd name="connsiteY23" fmla="*/ 81715 h 114273"/>
                <a:gd name="connsiteX24" fmla="*/ 129955 w 188103"/>
                <a:gd name="connsiteY24" fmla="*/ 101505 h 114273"/>
                <a:gd name="connsiteX25" fmla="*/ 94811 w 188103"/>
                <a:gd name="connsiteY25" fmla="*/ 101505 h 114273"/>
                <a:gd name="connsiteX26" fmla="*/ 88421 w 188103"/>
                <a:gd name="connsiteY26" fmla="*/ 107889 h 114273"/>
                <a:gd name="connsiteX27" fmla="*/ 94811 w 188103"/>
                <a:gd name="connsiteY27" fmla="*/ 114273 h 114273"/>
                <a:gd name="connsiteX28" fmla="*/ 136345 w 188103"/>
                <a:gd name="connsiteY28" fmla="*/ 114273 h 114273"/>
                <a:gd name="connsiteX29" fmla="*/ 142735 w 188103"/>
                <a:gd name="connsiteY29" fmla="*/ 107889 h 114273"/>
                <a:gd name="connsiteX30" fmla="*/ 142735 w 188103"/>
                <a:gd name="connsiteY30" fmla="*/ 75331 h 114273"/>
                <a:gd name="connsiteX31" fmla="*/ 137623 w 188103"/>
                <a:gd name="connsiteY31" fmla="*/ 69585 h 114273"/>
                <a:gd name="connsiteX32" fmla="*/ 28355 w 188103"/>
                <a:gd name="connsiteY32" fmla="*/ 69585 h 114273"/>
                <a:gd name="connsiteX33" fmla="*/ 14937 w 188103"/>
                <a:gd name="connsiteY33" fmla="*/ 22344 h 114273"/>
                <a:gd name="connsiteX34" fmla="*/ 130594 w 188103"/>
                <a:gd name="connsiteY34" fmla="*/ 22344 h 114273"/>
                <a:gd name="connsiteX35" fmla="*/ 122287 w 188103"/>
                <a:gd name="connsiteY35" fmla="*/ 69585 h 114273"/>
                <a:gd name="connsiteX36" fmla="*/ 28355 w 188103"/>
                <a:gd name="connsiteY36" fmla="*/ 69585 h 114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88103" h="114273">
                  <a:moveTo>
                    <a:pt x="137623" y="69585"/>
                  </a:moveTo>
                  <a:lnTo>
                    <a:pt x="135067" y="69585"/>
                  </a:lnTo>
                  <a:lnTo>
                    <a:pt x="142735" y="23621"/>
                  </a:lnTo>
                  <a:lnTo>
                    <a:pt x="144013" y="18513"/>
                  </a:lnTo>
                  <a:lnTo>
                    <a:pt x="150403" y="12768"/>
                  </a:lnTo>
                  <a:lnTo>
                    <a:pt x="181714" y="12768"/>
                  </a:lnTo>
                  <a:cubicBezTo>
                    <a:pt x="185548" y="12768"/>
                    <a:pt x="188104" y="10214"/>
                    <a:pt x="188104" y="6384"/>
                  </a:cubicBezTo>
                  <a:cubicBezTo>
                    <a:pt x="188104" y="2553"/>
                    <a:pt x="185548" y="0"/>
                    <a:pt x="181714" y="0"/>
                  </a:cubicBezTo>
                  <a:lnTo>
                    <a:pt x="147847" y="0"/>
                  </a:lnTo>
                  <a:cubicBezTo>
                    <a:pt x="146569" y="0"/>
                    <a:pt x="144652" y="638"/>
                    <a:pt x="143374" y="1277"/>
                  </a:cubicBezTo>
                  <a:lnTo>
                    <a:pt x="134428" y="8937"/>
                  </a:lnTo>
                  <a:lnTo>
                    <a:pt x="9825" y="8937"/>
                  </a:lnTo>
                  <a:cubicBezTo>
                    <a:pt x="6630" y="8937"/>
                    <a:pt x="4074" y="10214"/>
                    <a:pt x="2157" y="12768"/>
                  </a:cubicBezTo>
                  <a:cubicBezTo>
                    <a:pt x="240" y="15321"/>
                    <a:pt x="-400" y="18513"/>
                    <a:pt x="240" y="21067"/>
                  </a:cubicBezTo>
                  <a:lnTo>
                    <a:pt x="14937" y="73416"/>
                  </a:lnTo>
                  <a:cubicBezTo>
                    <a:pt x="14937" y="74054"/>
                    <a:pt x="14297" y="74693"/>
                    <a:pt x="14297" y="75331"/>
                  </a:cubicBezTo>
                  <a:lnTo>
                    <a:pt x="14297" y="107889"/>
                  </a:lnTo>
                  <a:cubicBezTo>
                    <a:pt x="14297" y="111720"/>
                    <a:pt x="16853" y="114273"/>
                    <a:pt x="20687" y="114273"/>
                  </a:cubicBezTo>
                  <a:lnTo>
                    <a:pt x="32189" y="114273"/>
                  </a:lnTo>
                  <a:cubicBezTo>
                    <a:pt x="36023" y="114273"/>
                    <a:pt x="38579" y="111720"/>
                    <a:pt x="38579" y="107889"/>
                  </a:cubicBezTo>
                  <a:cubicBezTo>
                    <a:pt x="38579" y="104059"/>
                    <a:pt x="36023" y="101505"/>
                    <a:pt x="32189" y="101505"/>
                  </a:cubicBezTo>
                  <a:lnTo>
                    <a:pt x="27077" y="101505"/>
                  </a:lnTo>
                  <a:lnTo>
                    <a:pt x="27077" y="81715"/>
                  </a:lnTo>
                  <a:lnTo>
                    <a:pt x="129955" y="81715"/>
                  </a:lnTo>
                  <a:lnTo>
                    <a:pt x="129955" y="101505"/>
                  </a:lnTo>
                  <a:lnTo>
                    <a:pt x="94811" y="101505"/>
                  </a:lnTo>
                  <a:cubicBezTo>
                    <a:pt x="90977" y="101505"/>
                    <a:pt x="88421" y="104059"/>
                    <a:pt x="88421" y="107889"/>
                  </a:cubicBezTo>
                  <a:cubicBezTo>
                    <a:pt x="88421" y="111720"/>
                    <a:pt x="90977" y="114273"/>
                    <a:pt x="94811" y="114273"/>
                  </a:cubicBezTo>
                  <a:lnTo>
                    <a:pt x="136345" y="114273"/>
                  </a:lnTo>
                  <a:cubicBezTo>
                    <a:pt x="140179" y="114273"/>
                    <a:pt x="142735" y="111720"/>
                    <a:pt x="142735" y="107889"/>
                  </a:cubicBezTo>
                  <a:lnTo>
                    <a:pt x="142735" y="75331"/>
                  </a:lnTo>
                  <a:cubicBezTo>
                    <a:pt x="144013" y="72777"/>
                    <a:pt x="141457" y="69585"/>
                    <a:pt x="137623" y="69585"/>
                  </a:cubicBezTo>
                  <a:close/>
                  <a:moveTo>
                    <a:pt x="28355" y="69585"/>
                  </a:moveTo>
                  <a:lnTo>
                    <a:pt x="14937" y="22344"/>
                  </a:lnTo>
                  <a:lnTo>
                    <a:pt x="130594" y="22344"/>
                  </a:lnTo>
                  <a:lnTo>
                    <a:pt x="122287" y="69585"/>
                  </a:lnTo>
                  <a:lnTo>
                    <a:pt x="28355" y="69585"/>
                  </a:lnTo>
                  <a:close/>
                </a:path>
              </a:pathLst>
            </a:custGeom>
            <a:solidFill>
              <a:srgbClr val="43B02A"/>
            </a:solidFill>
            <a:ln w="6390" cap="flat">
              <a:noFill/>
              <a:prstDash val="solid"/>
              <a:miter/>
            </a:ln>
          </p:spPr>
          <p:txBody>
            <a:bodyPr rtlCol="0" anchor="ctr"/>
            <a:lstStyle/>
            <a:p>
              <a:endParaRPr lang="en-US"/>
            </a:p>
          </p:txBody>
        </p:sp>
        <p:sp>
          <p:nvSpPr>
            <p:cNvPr id="1024" name="Graphic 4">
              <a:extLst>
                <a:ext uri="{FF2B5EF4-FFF2-40B4-BE49-F238E27FC236}">
                  <a16:creationId xmlns:a16="http://schemas.microsoft.com/office/drawing/2014/main" id="{67D1034F-266A-2D4C-8FB7-9EE83D62515A}"/>
                </a:ext>
              </a:extLst>
            </p:cNvPr>
            <p:cNvSpPr/>
            <p:nvPr/>
          </p:nvSpPr>
          <p:spPr>
            <a:xfrm>
              <a:off x="5944670" y="5025710"/>
              <a:ext cx="39428" cy="39503"/>
            </a:xfrm>
            <a:custGeom>
              <a:avLst/>
              <a:gdLst>
                <a:gd name="connsiteX0" fmla="*/ 15224 w 39428"/>
                <a:gd name="connsiteY0" fmla="*/ 561 h 39503"/>
                <a:gd name="connsiteX1" fmla="*/ 528 w 39428"/>
                <a:gd name="connsiteY1" fmla="*/ 24182 h 39503"/>
                <a:gd name="connsiteX2" fmla="*/ 528 w 39428"/>
                <a:gd name="connsiteY2" fmla="*/ 24182 h 39503"/>
                <a:gd name="connsiteX3" fmla="*/ 9473 w 39428"/>
                <a:gd name="connsiteY3" fmla="*/ 36311 h 39503"/>
                <a:gd name="connsiteX4" fmla="*/ 19697 w 39428"/>
                <a:gd name="connsiteY4" fmla="*/ 39503 h 39503"/>
                <a:gd name="connsiteX5" fmla="*/ 24170 w 39428"/>
                <a:gd name="connsiteY5" fmla="*/ 38865 h 39503"/>
                <a:gd name="connsiteX6" fmla="*/ 38867 w 39428"/>
                <a:gd name="connsiteY6" fmla="*/ 15244 h 39503"/>
                <a:gd name="connsiteX7" fmla="*/ 15224 w 39428"/>
                <a:gd name="connsiteY7" fmla="*/ 561 h 39503"/>
                <a:gd name="connsiteX8" fmla="*/ 15224 w 39428"/>
                <a:gd name="connsiteY8" fmla="*/ 561 h 39503"/>
                <a:gd name="connsiteX9" fmla="*/ 21614 w 39428"/>
                <a:gd name="connsiteY9" fmla="*/ 26097 h 39503"/>
                <a:gd name="connsiteX10" fmla="*/ 16502 w 39428"/>
                <a:gd name="connsiteY10" fmla="*/ 25458 h 39503"/>
                <a:gd name="connsiteX11" fmla="*/ 13946 w 39428"/>
                <a:gd name="connsiteY11" fmla="*/ 15882 h 39503"/>
                <a:gd name="connsiteX12" fmla="*/ 18419 w 39428"/>
                <a:gd name="connsiteY12" fmla="*/ 12690 h 39503"/>
                <a:gd name="connsiteX13" fmla="*/ 19697 w 39428"/>
                <a:gd name="connsiteY13" fmla="*/ 12690 h 39503"/>
                <a:gd name="connsiteX14" fmla="*/ 26726 w 39428"/>
                <a:gd name="connsiteY14" fmla="*/ 19074 h 39503"/>
                <a:gd name="connsiteX15" fmla="*/ 21614 w 39428"/>
                <a:gd name="connsiteY15" fmla="*/ 26097 h 39503"/>
                <a:gd name="connsiteX16" fmla="*/ 21614 w 39428"/>
                <a:gd name="connsiteY16" fmla="*/ 26097 h 3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428" h="39503">
                  <a:moveTo>
                    <a:pt x="15224" y="561"/>
                  </a:moveTo>
                  <a:cubicBezTo>
                    <a:pt x="5000" y="3114"/>
                    <a:pt x="-2029" y="13329"/>
                    <a:pt x="528" y="24182"/>
                  </a:cubicBezTo>
                  <a:cubicBezTo>
                    <a:pt x="528" y="24182"/>
                    <a:pt x="528" y="24182"/>
                    <a:pt x="528" y="24182"/>
                  </a:cubicBezTo>
                  <a:cubicBezTo>
                    <a:pt x="1805" y="29289"/>
                    <a:pt x="5000" y="33758"/>
                    <a:pt x="9473" y="36311"/>
                  </a:cubicBezTo>
                  <a:cubicBezTo>
                    <a:pt x="12668" y="38226"/>
                    <a:pt x="15863" y="39503"/>
                    <a:pt x="19697" y="39503"/>
                  </a:cubicBezTo>
                  <a:cubicBezTo>
                    <a:pt x="20975" y="39503"/>
                    <a:pt x="22892" y="39503"/>
                    <a:pt x="24170" y="38865"/>
                  </a:cubicBezTo>
                  <a:cubicBezTo>
                    <a:pt x="35033" y="36311"/>
                    <a:pt x="41423" y="26097"/>
                    <a:pt x="38867" y="15244"/>
                  </a:cubicBezTo>
                  <a:cubicBezTo>
                    <a:pt x="36311" y="4391"/>
                    <a:pt x="26087" y="-1993"/>
                    <a:pt x="15224" y="561"/>
                  </a:cubicBezTo>
                  <a:lnTo>
                    <a:pt x="15224" y="561"/>
                  </a:lnTo>
                  <a:close/>
                  <a:moveTo>
                    <a:pt x="21614" y="26097"/>
                  </a:moveTo>
                  <a:cubicBezTo>
                    <a:pt x="19697" y="26735"/>
                    <a:pt x="17780" y="26097"/>
                    <a:pt x="16502" y="25458"/>
                  </a:cubicBezTo>
                  <a:cubicBezTo>
                    <a:pt x="13307" y="23543"/>
                    <a:pt x="12029" y="19074"/>
                    <a:pt x="13946" y="15882"/>
                  </a:cubicBezTo>
                  <a:cubicBezTo>
                    <a:pt x="14585" y="14606"/>
                    <a:pt x="16502" y="13329"/>
                    <a:pt x="18419" y="12690"/>
                  </a:cubicBezTo>
                  <a:lnTo>
                    <a:pt x="19697" y="12690"/>
                  </a:lnTo>
                  <a:cubicBezTo>
                    <a:pt x="23531" y="12690"/>
                    <a:pt x="26726" y="15244"/>
                    <a:pt x="26726" y="19074"/>
                  </a:cubicBezTo>
                  <a:cubicBezTo>
                    <a:pt x="26726" y="22905"/>
                    <a:pt x="24809" y="26097"/>
                    <a:pt x="21614" y="26097"/>
                  </a:cubicBezTo>
                  <a:lnTo>
                    <a:pt x="21614" y="26097"/>
                  </a:lnTo>
                  <a:close/>
                </a:path>
              </a:pathLst>
            </a:custGeom>
            <a:solidFill>
              <a:srgbClr val="43B02A"/>
            </a:solidFill>
            <a:ln w="6390" cap="flat">
              <a:noFill/>
              <a:prstDash val="solid"/>
              <a:miter/>
            </a:ln>
          </p:spPr>
          <p:txBody>
            <a:bodyPr rtlCol="0" anchor="ctr"/>
            <a:lstStyle/>
            <a:p>
              <a:endParaRPr lang="en-US"/>
            </a:p>
          </p:txBody>
        </p:sp>
        <p:sp>
          <p:nvSpPr>
            <p:cNvPr id="1025" name="Graphic 4">
              <a:extLst>
                <a:ext uri="{FF2B5EF4-FFF2-40B4-BE49-F238E27FC236}">
                  <a16:creationId xmlns:a16="http://schemas.microsoft.com/office/drawing/2014/main" id="{53668005-FEFD-A64C-BF03-3883C03EF789}"/>
                </a:ext>
              </a:extLst>
            </p:cNvPr>
            <p:cNvSpPr/>
            <p:nvPr/>
          </p:nvSpPr>
          <p:spPr>
            <a:xfrm>
              <a:off x="5813702" y="5025938"/>
              <a:ext cx="39368" cy="39275"/>
            </a:xfrm>
            <a:custGeom>
              <a:avLst/>
              <a:gdLst>
                <a:gd name="connsiteX0" fmla="*/ 29895 w 39368"/>
                <a:gd name="connsiteY0" fmla="*/ 2886 h 39275"/>
                <a:gd name="connsiteX1" fmla="*/ 3057 w 39368"/>
                <a:gd name="connsiteY1" fmla="*/ 9270 h 39275"/>
                <a:gd name="connsiteX2" fmla="*/ 501 w 39368"/>
                <a:gd name="connsiteY2" fmla="*/ 23954 h 39275"/>
                <a:gd name="connsiteX3" fmla="*/ 19671 w 39368"/>
                <a:gd name="connsiteY3" fmla="*/ 39275 h 39275"/>
                <a:gd name="connsiteX4" fmla="*/ 24144 w 39368"/>
                <a:gd name="connsiteY4" fmla="*/ 38637 h 39275"/>
                <a:gd name="connsiteX5" fmla="*/ 38841 w 39368"/>
                <a:gd name="connsiteY5" fmla="*/ 15016 h 39275"/>
                <a:gd name="connsiteX6" fmla="*/ 29895 w 39368"/>
                <a:gd name="connsiteY6" fmla="*/ 2886 h 39275"/>
                <a:gd name="connsiteX7" fmla="*/ 29895 w 39368"/>
                <a:gd name="connsiteY7" fmla="*/ 2886 h 39275"/>
                <a:gd name="connsiteX8" fmla="*/ 21588 w 39368"/>
                <a:gd name="connsiteY8" fmla="*/ 26507 h 39275"/>
                <a:gd name="connsiteX9" fmla="*/ 16476 w 39368"/>
                <a:gd name="connsiteY9" fmla="*/ 25869 h 39275"/>
                <a:gd name="connsiteX10" fmla="*/ 13920 w 39368"/>
                <a:gd name="connsiteY10" fmla="*/ 16293 h 39275"/>
                <a:gd name="connsiteX11" fmla="*/ 18393 w 39368"/>
                <a:gd name="connsiteY11" fmla="*/ 13101 h 39275"/>
                <a:gd name="connsiteX12" fmla="*/ 19671 w 39368"/>
                <a:gd name="connsiteY12" fmla="*/ 13101 h 39275"/>
                <a:gd name="connsiteX13" fmla="*/ 26700 w 39368"/>
                <a:gd name="connsiteY13" fmla="*/ 19485 h 39275"/>
                <a:gd name="connsiteX14" fmla="*/ 21588 w 39368"/>
                <a:gd name="connsiteY14" fmla="*/ 26507 h 39275"/>
                <a:gd name="connsiteX15" fmla="*/ 21588 w 39368"/>
                <a:gd name="connsiteY15" fmla="*/ 26507 h 39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368" h="39275">
                  <a:moveTo>
                    <a:pt x="29895" y="2886"/>
                  </a:moveTo>
                  <a:cubicBezTo>
                    <a:pt x="20949" y="-2859"/>
                    <a:pt x="8808" y="333"/>
                    <a:pt x="3057" y="9270"/>
                  </a:cubicBezTo>
                  <a:cubicBezTo>
                    <a:pt x="501" y="13739"/>
                    <a:pt x="-777" y="18846"/>
                    <a:pt x="501" y="23954"/>
                  </a:cubicBezTo>
                  <a:cubicBezTo>
                    <a:pt x="2418" y="32891"/>
                    <a:pt x="10725" y="39275"/>
                    <a:pt x="19671" y="39275"/>
                  </a:cubicBezTo>
                  <a:cubicBezTo>
                    <a:pt x="20949" y="39275"/>
                    <a:pt x="22866" y="39275"/>
                    <a:pt x="24144" y="38637"/>
                  </a:cubicBezTo>
                  <a:cubicBezTo>
                    <a:pt x="34368" y="36083"/>
                    <a:pt x="41397" y="25230"/>
                    <a:pt x="38841" y="15016"/>
                  </a:cubicBezTo>
                  <a:cubicBezTo>
                    <a:pt x="37563" y="9909"/>
                    <a:pt x="35007" y="5440"/>
                    <a:pt x="29895" y="2886"/>
                  </a:cubicBezTo>
                  <a:lnTo>
                    <a:pt x="29895" y="2886"/>
                  </a:lnTo>
                  <a:close/>
                  <a:moveTo>
                    <a:pt x="21588" y="26507"/>
                  </a:moveTo>
                  <a:cubicBezTo>
                    <a:pt x="19671" y="27146"/>
                    <a:pt x="17754" y="26507"/>
                    <a:pt x="16476" y="25869"/>
                  </a:cubicBezTo>
                  <a:cubicBezTo>
                    <a:pt x="13281" y="23954"/>
                    <a:pt x="12003" y="19485"/>
                    <a:pt x="13920" y="16293"/>
                  </a:cubicBezTo>
                  <a:cubicBezTo>
                    <a:pt x="14559" y="15016"/>
                    <a:pt x="16476" y="13739"/>
                    <a:pt x="18393" y="13101"/>
                  </a:cubicBezTo>
                  <a:lnTo>
                    <a:pt x="19671" y="13101"/>
                  </a:lnTo>
                  <a:cubicBezTo>
                    <a:pt x="23505" y="13101"/>
                    <a:pt x="26700" y="15654"/>
                    <a:pt x="26700" y="19485"/>
                  </a:cubicBezTo>
                  <a:cubicBezTo>
                    <a:pt x="26700" y="22677"/>
                    <a:pt x="24783" y="25869"/>
                    <a:pt x="21588" y="26507"/>
                  </a:cubicBezTo>
                  <a:lnTo>
                    <a:pt x="21588" y="26507"/>
                  </a:lnTo>
                  <a:close/>
                </a:path>
              </a:pathLst>
            </a:custGeom>
            <a:solidFill>
              <a:srgbClr val="43B02A"/>
            </a:solidFill>
            <a:ln w="6390" cap="flat">
              <a:noFill/>
              <a:prstDash val="solid"/>
              <a:miter/>
            </a:ln>
          </p:spPr>
          <p:txBody>
            <a:bodyPr rtlCol="0" anchor="ctr"/>
            <a:lstStyle/>
            <a:p>
              <a:endParaRPr lang="en-US"/>
            </a:p>
          </p:txBody>
        </p:sp>
        <p:sp>
          <p:nvSpPr>
            <p:cNvPr id="1026" name="Graphic 4">
              <a:extLst>
                <a:ext uri="{FF2B5EF4-FFF2-40B4-BE49-F238E27FC236}">
                  <a16:creationId xmlns:a16="http://schemas.microsoft.com/office/drawing/2014/main" id="{98E82543-06AE-474C-BF8D-C176EEF58131}"/>
                </a:ext>
              </a:extLst>
            </p:cNvPr>
            <p:cNvSpPr/>
            <p:nvPr/>
          </p:nvSpPr>
          <p:spPr>
            <a:xfrm>
              <a:off x="5777781" y="4881834"/>
              <a:ext cx="125881" cy="55700"/>
            </a:xfrm>
            <a:custGeom>
              <a:avLst/>
              <a:gdLst>
                <a:gd name="connsiteX0" fmla="*/ 6390 w 125881"/>
                <a:gd name="connsiteY0" fmla="*/ 55700 h 55700"/>
                <a:gd name="connsiteX1" fmla="*/ 8946 w 125881"/>
                <a:gd name="connsiteY1" fmla="*/ 55062 h 55700"/>
                <a:gd name="connsiteX2" fmla="*/ 12780 w 125881"/>
                <a:gd name="connsiteY2" fmla="*/ 49316 h 55700"/>
                <a:gd name="connsiteX3" fmla="*/ 28755 w 125881"/>
                <a:gd name="connsiteY3" fmla="*/ 32079 h 55700"/>
                <a:gd name="connsiteX4" fmla="*/ 46008 w 125881"/>
                <a:gd name="connsiteY4" fmla="*/ 50593 h 55700"/>
                <a:gd name="connsiteX5" fmla="*/ 46008 w 125881"/>
                <a:gd name="connsiteY5" fmla="*/ 50593 h 55700"/>
                <a:gd name="connsiteX6" fmla="*/ 46647 w 125881"/>
                <a:gd name="connsiteY6" fmla="*/ 51231 h 55700"/>
                <a:gd name="connsiteX7" fmla="*/ 51120 w 125881"/>
                <a:gd name="connsiteY7" fmla="*/ 53147 h 55700"/>
                <a:gd name="connsiteX8" fmla="*/ 55593 w 125881"/>
                <a:gd name="connsiteY8" fmla="*/ 51231 h 55700"/>
                <a:gd name="connsiteX9" fmla="*/ 55593 w 125881"/>
                <a:gd name="connsiteY9" fmla="*/ 42294 h 55700"/>
                <a:gd name="connsiteX10" fmla="*/ 55593 w 125881"/>
                <a:gd name="connsiteY10" fmla="*/ 42294 h 55700"/>
                <a:gd name="connsiteX11" fmla="*/ 82430 w 125881"/>
                <a:gd name="connsiteY11" fmla="*/ 14204 h 55700"/>
                <a:gd name="connsiteX12" fmla="*/ 113102 w 125881"/>
                <a:gd name="connsiteY12" fmla="*/ 46763 h 55700"/>
                <a:gd name="connsiteX13" fmla="*/ 119492 w 125881"/>
                <a:gd name="connsiteY13" fmla="*/ 52508 h 55700"/>
                <a:gd name="connsiteX14" fmla="*/ 119492 w 125881"/>
                <a:gd name="connsiteY14" fmla="*/ 52508 h 55700"/>
                <a:gd name="connsiteX15" fmla="*/ 125882 w 125881"/>
                <a:gd name="connsiteY15" fmla="*/ 46124 h 55700"/>
                <a:gd name="connsiteX16" fmla="*/ 122687 w 125881"/>
                <a:gd name="connsiteY16" fmla="*/ 37825 h 55700"/>
                <a:gd name="connsiteX17" fmla="*/ 90737 w 125881"/>
                <a:gd name="connsiteY17" fmla="*/ 3351 h 55700"/>
                <a:gd name="connsiteX18" fmla="*/ 74763 w 125881"/>
                <a:gd name="connsiteY18" fmla="*/ 3351 h 55700"/>
                <a:gd name="connsiteX19" fmla="*/ 47285 w 125881"/>
                <a:gd name="connsiteY19" fmla="*/ 32079 h 55700"/>
                <a:gd name="connsiteX20" fmla="*/ 35145 w 125881"/>
                <a:gd name="connsiteY20" fmla="*/ 19311 h 55700"/>
                <a:gd name="connsiteX21" fmla="*/ 22365 w 125881"/>
                <a:gd name="connsiteY21" fmla="*/ 19950 h 55700"/>
                <a:gd name="connsiteX22" fmla="*/ 2556 w 125881"/>
                <a:gd name="connsiteY22" fmla="*/ 41017 h 55700"/>
                <a:gd name="connsiteX23" fmla="*/ 639 w 125881"/>
                <a:gd name="connsiteY23" fmla="*/ 51231 h 55700"/>
                <a:gd name="connsiteX24" fmla="*/ 6390 w 125881"/>
                <a:gd name="connsiteY24" fmla="*/ 55700 h 5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5881" h="55700">
                  <a:moveTo>
                    <a:pt x="6390" y="55700"/>
                  </a:moveTo>
                  <a:cubicBezTo>
                    <a:pt x="7029" y="55700"/>
                    <a:pt x="8307" y="55700"/>
                    <a:pt x="8946" y="55062"/>
                  </a:cubicBezTo>
                  <a:cubicBezTo>
                    <a:pt x="11502" y="53785"/>
                    <a:pt x="12780" y="51870"/>
                    <a:pt x="12780" y="49316"/>
                  </a:cubicBezTo>
                  <a:lnTo>
                    <a:pt x="28755" y="32079"/>
                  </a:lnTo>
                  <a:lnTo>
                    <a:pt x="46008" y="50593"/>
                  </a:lnTo>
                  <a:lnTo>
                    <a:pt x="46008" y="50593"/>
                  </a:lnTo>
                  <a:lnTo>
                    <a:pt x="46647" y="51231"/>
                  </a:lnTo>
                  <a:cubicBezTo>
                    <a:pt x="47925" y="52508"/>
                    <a:pt x="49842" y="53147"/>
                    <a:pt x="51120" y="53147"/>
                  </a:cubicBezTo>
                  <a:cubicBezTo>
                    <a:pt x="53037" y="53147"/>
                    <a:pt x="54315" y="52508"/>
                    <a:pt x="55593" y="51231"/>
                  </a:cubicBezTo>
                  <a:cubicBezTo>
                    <a:pt x="58148" y="48678"/>
                    <a:pt x="58148" y="44847"/>
                    <a:pt x="55593" y="42294"/>
                  </a:cubicBezTo>
                  <a:lnTo>
                    <a:pt x="55593" y="42294"/>
                  </a:lnTo>
                  <a:lnTo>
                    <a:pt x="82430" y="14204"/>
                  </a:lnTo>
                  <a:lnTo>
                    <a:pt x="113102" y="46763"/>
                  </a:lnTo>
                  <a:cubicBezTo>
                    <a:pt x="113102" y="49955"/>
                    <a:pt x="116297" y="52508"/>
                    <a:pt x="119492" y="52508"/>
                  </a:cubicBezTo>
                  <a:lnTo>
                    <a:pt x="119492" y="52508"/>
                  </a:lnTo>
                  <a:cubicBezTo>
                    <a:pt x="123326" y="52508"/>
                    <a:pt x="125882" y="49955"/>
                    <a:pt x="125882" y="46124"/>
                  </a:cubicBezTo>
                  <a:cubicBezTo>
                    <a:pt x="125882" y="42932"/>
                    <a:pt x="124604" y="40379"/>
                    <a:pt x="122687" y="37825"/>
                  </a:cubicBezTo>
                  <a:lnTo>
                    <a:pt x="90737" y="3351"/>
                  </a:lnTo>
                  <a:cubicBezTo>
                    <a:pt x="86264" y="-1117"/>
                    <a:pt x="79235" y="-1117"/>
                    <a:pt x="74763" y="3351"/>
                  </a:cubicBezTo>
                  <a:lnTo>
                    <a:pt x="47285" y="32079"/>
                  </a:lnTo>
                  <a:lnTo>
                    <a:pt x="35145" y="19311"/>
                  </a:lnTo>
                  <a:cubicBezTo>
                    <a:pt x="31311" y="16119"/>
                    <a:pt x="26199" y="16119"/>
                    <a:pt x="22365" y="19950"/>
                  </a:cubicBezTo>
                  <a:lnTo>
                    <a:pt x="2556" y="41017"/>
                  </a:lnTo>
                  <a:cubicBezTo>
                    <a:pt x="0" y="43571"/>
                    <a:pt x="-639" y="47401"/>
                    <a:pt x="639" y="51231"/>
                  </a:cubicBezTo>
                  <a:cubicBezTo>
                    <a:pt x="1278" y="54423"/>
                    <a:pt x="3834" y="55700"/>
                    <a:pt x="6390" y="55700"/>
                  </a:cubicBezTo>
                  <a:close/>
                </a:path>
              </a:pathLst>
            </a:custGeom>
            <a:solidFill>
              <a:srgbClr val="43B02A"/>
            </a:solidFill>
            <a:ln w="6390" cap="flat">
              <a:noFill/>
              <a:prstDash val="solid"/>
              <a:miter/>
            </a:ln>
          </p:spPr>
          <p:txBody>
            <a:bodyPr rtlCol="0" anchor="ctr"/>
            <a:lstStyle/>
            <a:p>
              <a:endParaRPr lang="en-US"/>
            </a:p>
          </p:txBody>
        </p:sp>
      </p:grpSp>
      <p:grpSp>
        <p:nvGrpSpPr>
          <p:cNvPr id="1027" name="Graphic 4">
            <a:extLst>
              <a:ext uri="{FF2B5EF4-FFF2-40B4-BE49-F238E27FC236}">
                <a16:creationId xmlns:a16="http://schemas.microsoft.com/office/drawing/2014/main" id="{2B6CE642-58FB-C547-B9CC-EFA01B252DC2}"/>
              </a:ext>
            </a:extLst>
          </p:cNvPr>
          <p:cNvGrpSpPr/>
          <p:nvPr/>
        </p:nvGrpSpPr>
        <p:grpSpPr>
          <a:xfrm>
            <a:off x="7197248" y="4793256"/>
            <a:ext cx="362309" cy="361971"/>
            <a:chOff x="6146480" y="4793256"/>
            <a:chExt cx="362309" cy="361971"/>
          </a:xfrm>
          <a:solidFill>
            <a:srgbClr val="43B02A"/>
          </a:solidFill>
        </p:grpSpPr>
        <p:sp>
          <p:nvSpPr>
            <p:cNvPr id="1028" name="Graphic 4">
              <a:extLst>
                <a:ext uri="{FF2B5EF4-FFF2-40B4-BE49-F238E27FC236}">
                  <a16:creationId xmlns:a16="http://schemas.microsoft.com/office/drawing/2014/main" id="{C159DBE5-EBEA-2D4C-8944-5D5B80DAD877}"/>
                </a:ext>
              </a:extLst>
            </p:cNvPr>
            <p:cNvSpPr/>
            <p:nvPr/>
          </p:nvSpPr>
          <p:spPr>
            <a:xfrm>
              <a:off x="6221881" y="4952856"/>
              <a:ext cx="115657" cy="47241"/>
            </a:xfrm>
            <a:custGeom>
              <a:avLst/>
              <a:gdLst>
                <a:gd name="connsiteX0" fmla="*/ 0 w 115657"/>
                <a:gd name="connsiteY0" fmla="*/ 0 h 47241"/>
                <a:gd name="connsiteX1" fmla="*/ 14058 w 115657"/>
                <a:gd name="connsiteY1" fmla="*/ 47241 h 47241"/>
                <a:gd name="connsiteX2" fmla="*/ 107351 w 115657"/>
                <a:gd name="connsiteY2" fmla="*/ 47241 h 47241"/>
                <a:gd name="connsiteX3" fmla="*/ 115658 w 115657"/>
                <a:gd name="connsiteY3" fmla="*/ 0 h 47241"/>
              </a:gdLst>
              <a:ahLst/>
              <a:cxnLst>
                <a:cxn ang="0">
                  <a:pos x="connsiteX0" y="connsiteY0"/>
                </a:cxn>
                <a:cxn ang="0">
                  <a:pos x="connsiteX1" y="connsiteY1"/>
                </a:cxn>
                <a:cxn ang="0">
                  <a:pos x="connsiteX2" y="connsiteY2"/>
                </a:cxn>
                <a:cxn ang="0">
                  <a:pos x="connsiteX3" y="connsiteY3"/>
                </a:cxn>
              </a:cxnLst>
              <a:rect l="l" t="t" r="r" b="b"/>
              <a:pathLst>
                <a:path w="115657" h="47241">
                  <a:moveTo>
                    <a:pt x="0" y="0"/>
                  </a:moveTo>
                  <a:lnTo>
                    <a:pt x="14058" y="47241"/>
                  </a:lnTo>
                  <a:lnTo>
                    <a:pt x="107351" y="47241"/>
                  </a:lnTo>
                  <a:lnTo>
                    <a:pt x="115658" y="0"/>
                  </a:lnTo>
                  <a:close/>
                </a:path>
              </a:pathLst>
            </a:custGeom>
            <a:solidFill>
              <a:srgbClr val="43B02A"/>
            </a:solidFill>
            <a:ln w="6390" cap="flat">
              <a:noFill/>
              <a:prstDash val="solid"/>
              <a:miter/>
            </a:ln>
          </p:spPr>
          <p:txBody>
            <a:bodyPr rtlCol="0" anchor="ctr"/>
            <a:lstStyle/>
            <a:p>
              <a:endParaRPr lang="en-US"/>
            </a:p>
          </p:txBody>
        </p:sp>
        <p:sp>
          <p:nvSpPr>
            <p:cNvPr id="1029" name="Graphic 4">
              <a:extLst>
                <a:ext uri="{FF2B5EF4-FFF2-40B4-BE49-F238E27FC236}">
                  <a16:creationId xmlns:a16="http://schemas.microsoft.com/office/drawing/2014/main" id="{1E2A2559-BC5F-8D4B-9525-0CAA915A77B6}"/>
                </a:ext>
              </a:extLst>
            </p:cNvPr>
            <p:cNvSpPr/>
            <p:nvPr/>
          </p:nvSpPr>
          <p:spPr>
            <a:xfrm>
              <a:off x="6146480" y="479325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71567 w 362309"/>
                <a:gd name="connsiteY7" fmla="*/ 130233 h 361971"/>
                <a:gd name="connsiteX8" fmla="*/ 91376 w 362309"/>
                <a:gd name="connsiteY8" fmla="*/ 109166 h 361971"/>
                <a:gd name="connsiteX9" fmla="*/ 104156 w 362309"/>
                <a:gd name="connsiteY9" fmla="*/ 108528 h 361971"/>
                <a:gd name="connsiteX10" fmla="*/ 116297 w 362309"/>
                <a:gd name="connsiteY10" fmla="*/ 121296 h 361971"/>
                <a:gd name="connsiteX11" fmla="*/ 143774 w 362309"/>
                <a:gd name="connsiteY11" fmla="*/ 92568 h 361971"/>
                <a:gd name="connsiteX12" fmla="*/ 159748 w 362309"/>
                <a:gd name="connsiteY12" fmla="*/ 92568 h 361971"/>
                <a:gd name="connsiteX13" fmla="*/ 191698 w 362309"/>
                <a:gd name="connsiteY13" fmla="*/ 127041 h 361971"/>
                <a:gd name="connsiteX14" fmla="*/ 194893 w 362309"/>
                <a:gd name="connsiteY14" fmla="*/ 135341 h 361971"/>
                <a:gd name="connsiteX15" fmla="*/ 188503 w 362309"/>
                <a:gd name="connsiteY15" fmla="*/ 141724 h 361971"/>
                <a:gd name="connsiteX16" fmla="*/ 188503 w 362309"/>
                <a:gd name="connsiteY16" fmla="*/ 141724 h 361971"/>
                <a:gd name="connsiteX17" fmla="*/ 182113 w 362309"/>
                <a:gd name="connsiteY17" fmla="*/ 135979 h 361971"/>
                <a:gd name="connsiteX18" fmla="*/ 151441 w 362309"/>
                <a:gd name="connsiteY18" fmla="*/ 103421 h 361971"/>
                <a:gd name="connsiteX19" fmla="*/ 124604 w 362309"/>
                <a:gd name="connsiteY19" fmla="*/ 131510 h 361971"/>
                <a:gd name="connsiteX20" fmla="*/ 124604 w 362309"/>
                <a:gd name="connsiteY20" fmla="*/ 131510 h 361971"/>
                <a:gd name="connsiteX21" fmla="*/ 123965 w 362309"/>
                <a:gd name="connsiteY21" fmla="*/ 140448 h 361971"/>
                <a:gd name="connsiteX22" fmla="*/ 119492 w 362309"/>
                <a:gd name="connsiteY22" fmla="*/ 142363 h 361971"/>
                <a:gd name="connsiteX23" fmla="*/ 115019 w 362309"/>
                <a:gd name="connsiteY23" fmla="*/ 140448 h 361971"/>
                <a:gd name="connsiteX24" fmla="*/ 115019 w 362309"/>
                <a:gd name="connsiteY24" fmla="*/ 139171 h 361971"/>
                <a:gd name="connsiteX25" fmla="*/ 115019 w 362309"/>
                <a:gd name="connsiteY25" fmla="*/ 139171 h 361971"/>
                <a:gd name="connsiteX26" fmla="*/ 97766 w 362309"/>
                <a:gd name="connsiteY26" fmla="*/ 120657 h 361971"/>
                <a:gd name="connsiteX27" fmla="*/ 81791 w 362309"/>
                <a:gd name="connsiteY27" fmla="*/ 137894 h 361971"/>
                <a:gd name="connsiteX28" fmla="*/ 77957 w 362309"/>
                <a:gd name="connsiteY28" fmla="*/ 143640 h 361971"/>
                <a:gd name="connsiteX29" fmla="*/ 75401 w 362309"/>
                <a:gd name="connsiteY29" fmla="*/ 144278 h 361971"/>
                <a:gd name="connsiteX30" fmla="*/ 69650 w 362309"/>
                <a:gd name="connsiteY30" fmla="*/ 140448 h 361971"/>
                <a:gd name="connsiteX31" fmla="*/ 71567 w 362309"/>
                <a:gd name="connsiteY31" fmla="*/ 130233 h 361971"/>
                <a:gd name="connsiteX32" fmla="*/ 129076 w 362309"/>
                <a:gd name="connsiteY32" fmla="*/ 271319 h 361971"/>
                <a:gd name="connsiteX33" fmla="*/ 124604 w 362309"/>
                <a:gd name="connsiteY33" fmla="*/ 271958 h 361971"/>
                <a:gd name="connsiteX34" fmla="*/ 114380 w 362309"/>
                <a:gd name="connsiteY34" fmla="*/ 268766 h 361971"/>
                <a:gd name="connsiteX35" fmla="*/ 107990 w 362309"/>
                <a:gd name="connsiteY35" fmla="*/ 241953 h 361971"/>
                <a:gd name="connsiteX36" fmla="*/ 134828 w 362309"/>
                <a:gd name="connsiteY36" fmla="*/ 235569 h 361971"/>
                <a:gd name="connsiteX37" fmla="*/ 141217 w 362309"/>
                <a:gd name="connsiteY37" fmla="*/ 262382 h 361971"/>
                <a:gd name="connsiteX38" fmla="*/ 129076 w 362309"/>
                <a:gd name="connsiteY38" fmla="*/ 271319 h 361971"/>
                <a:gd name="connsiteX39" fmla="*/ 204478 w 362309"/>
                <a:gd name="connsiteY39" fmla="*/ 245783 h 361971"/>
                <a:gd name="connsiteX40" fmla="*/ 198088 w 362309"/>
                <a:gd name="connsiteY40" fmla="*/ 252167 h 361971"/>
                <a:gd name="connsiteX41" fmla="*/ 156553 w 362309"/>
                <a:gd name="connsiteY41" fmla="*/ 252167 h 361971"/>
                <a:gd name="connsiteX42" fmla="*/ 150164 w 362309"/>
                <a:gd name="connsiteY42" fmla="*/ 245783 h 361971"/>
                <a:gd name="connsiteX43" fmla="*/ 156553 w 362309"/>
                <a:gd name="connsiteY43" fmla="*/ 239399 h 361971"/>
                <a:gd name="connsiteX44" fmla="*/ 192337 w 362309"/>
                <a:gd name="connsiteY44" fmla="*/ 239399 h 361971"/>
                <a:gd name="connsiteX45" fmla="*/ 192337 w 362309"/>
                <a:gd name="connsiteY45" fmla="*/ 219609 h 361971"/>
                <a:gd name="connsiteX46" fmla="*/ 89459 w 362309"/>
                <a:gd name="connsiteY46" fmla="*/ 219609 h 361971"/>
                <a:gd name="connsiteX47" fmla="*/ 89459 w 362309"/>
                <a:gd name="connsiteY47" fmla="*/ 239399 h 361971"/>
                <a:gd name="connsiteX48" fmla="*/ 94571 w 362309"/>
                <a:gd name="connsiteY48" fmla="*/ 239399 h 361971"/>
                <a:gd name="connsiteX49" fmla="*/ 100961 w 362309"/>
                <a:gd name="connsiteY49" fmla="*/ 245783 h 361971"/>
                <a:gd name="connsiteX50" fmla="*/ 94571 w 362309"/>
                <a:gd name="connsiteY50" fmla="*/ 252167 h 361971"/>
                <a:gd name="connsiteX51" fmla="*/ 83069 w 362309"/>
                <a:gd name="connsiteY51" fmla="*/ 252167 h 361971"/>
                <a:gd name="connsiteX52" fmla="*/ 76679 w 362309"/>
                <a:gd name="connsiteY52" fmla="*/ 245783 h 361971"/>
                <a:gd name="connsiteX53" fmla="*/ 76679 w 362309"/>
                <a:gd name="connsiteY53" fmla="*/ 213225 h 361971"/>
                <a:gd name="connsiteX54" fmla="*/ 77318 w 362309"/>
                <a:gd name="connsiteY54" fmla="*/ 211310 h 361971"/>
                <a:gd name="connsiteX55" fmla="*/ 62621 w 362309"/>
                <a:gd name="connsiteY55" fmla="*/ 158961 h 361971"/>
                <a:gd name="connsiteX56" fmla="*/ 64538 w 362309"/>
                <a:gd name="connsiteY56" fmla="*/ 150662 h 361971"/>
                <a:gd name="connsiteX57" fmla="*/ 72206 w 362309"/>
                <a:gd name="connsiteY57" fmla="*/ 146832 h 361971"/>
                <a:gd name="connsiteX58" fmla="*/ 196810 w 362309"/>
                <a:gd name="connsiteY58" fmla="*/ 146832 h 361971"/>
                <a:gd name="connsiteX59" fmla="*/ 205756 w 362309"/>
                <a:gd name="connsiteY59" fmla="*/ 139171 h 361971"/>
                <a:gd name="connsiteX60" fmla="*/ 210229 w 362309"/>
                <a:gd name="connsiteY60" fmla="*/ 137894 h 361971"/>
                <a:gd name="connsiteX61" fmla="*/ 244095 w 362309"/>
                <a:gd name="connsiteY61" fmla="*/ 137894 h 361971"/>
                <a:gd name="connsiteX62" fmla="*/ 250485 w 362309"/>
                <a:gd name="connsiteY62" fmla="*/ 144278 h 361971"/>
                <a:gd name="connsiteX63" fmla="*/ 244095 w 362309"/>
                <a:gd name="connsiteY63" fmla="*/ 150662 h 361971"/>
                <a:gd name="connsiteX64" fmla="*/ 211507 w 362309"/>
                <a:gd name="connsiteY64" fmla="*/ 150662 h 361971"/>
                <a:gd name="connsiteX65" fmla="*/ 205117 w 362309"/>
                <a:gd name="connsiteY65" fmla="*/ 156408 h 361971"/>
                <a:gd name="connsiteX66" fmla="*/ 203839 w 362309"/>
                <a:gd name="connsiteY66" fmla="*/ 161515 h 361971"/>
                <a:gd name="connsiteX67" fmla="*/ 196171 w 362309"/>
                <a:gd name="connsiteY67" fmla="*/ 207479 h 361971"/>
                <a:gd name="connsiteX68" fmla="*/ 198727 w 362309"/>
                <a:gd name="connsiteY68" fmla="*/ 207479 h 361971"/>
                <a:gd name="connsiteX69" fmla="*/ 205117 w 362309"/>
                <a:gd name="connsiteY69" fmla="*/ 213863 h 361971"/>
                <a:gd name="connsiteX70" fmla="*/ 204478 w 362309"/>
                <a:gd name="connsiteY70" fmla="*/ 245783 h 361971"/>
                <a:gd name="connsiteX71" fmla="*/ 260070 w 362309"/>
                <a:gd name="connsiteY71" fmla="*/ 271319 h 361971"/>
                <a:gd name="connsiteX72" fmla="*/ 255597 w 362309"/>
                <a:gd name="connsiteY72" fmla="*/ 271958 h 361971"/>
                <a:gd name="connsiteX73" fmla="*/ 245373 w 362309"/>
                <a:gd name="connsiteY73" fmla="*/ 268766 h 361971"/>
                <a:gd name="connsiteX74" fmla="*/ 236428 w 362309"/>
                <a:gd name="connsiteY74" fmla="*/ 256636 h 361971"/>
                <a:gd name="connsiteX75" fmla="*/ 251124 w 362309"/>
                <a:gd name="connsiteY75" fmla="*/ 233015 h 361971"/>
                <a:gd name="connsiteX76" fmla="*/ 274767 w 362309"/>
                <a:gd name="connsiteY76" fmla="*/ 247698 h 361971"/>
                <a:gd name="connsiteX77" fmla="*/ 260070 w 362309"/>
                <a:gd name="connsiteY77" fmla="*/ 271319 h 361971"/>
                <a:gd name="connsiteX78" fmla="*/ 260070 w 362309"/>
                <a:gd name="connsiteY78" fmla="*/ 271319 h 361971"/>
                <a:gd name="connsiteX79" fmla="*/ 231315 w 362309"/>
                <a:gd name="connsiteY79" fmla="*/ 209395 h 361971"/>
                <a:gd name="connsiteX80" fmla="*/ 222370 w 362309"/>
                <a:gd name="connsiteY80" fmla="*/ 200457 h 361971"/>
                <a:gd name="connsiteX81" fmla="*/ 222370 w 362309"/>
                <a:gd name="connsiteY81" fmla="*/ 200457 h 361971"/>
                <a:gd name="connsiteX82" fmla="*/ 222370 w 362309"/>
                <a:gd name="connsiteY82" fmla="*/ 186412 h 361971"/>
                <a:gd name="connsiteX83" fmla="*/ 230677 w 362309"/>
                <a:gd name="connsiteY83" fmla="*/ 177475 h 361971"/>
                <a:gd name="connsiteX84" fmla="*/ 230677 w 362309"/>
                <a:gd name="connsiteY84" fmla="*/ 177475 h 361971"/>
                <a:gd name="connsiteX85" fmla="*/ 253041 w 362309"/>
                <a:gd name="connsiteY85" fmla="*/ 177475 h 361971"/>
                <a:gd name="connsiteX86" fmla="*/ 260709 w 362309"/>
                <a:gd name="connsiteY86" fmla="*/ 181944 h 361971"/>
                <a:gd name="connsiteX87" fmla="*/ 268377 w 362309"/>
                <a:gd name="connsiteY87" fmla="*/ 196627 h 361971"/>
                <a:gd name="connsiteX88" fmla="*/ 268377 w 362309"/>
                <a:gd name="connsiteY88" fmla="*/ 204287 h 361971"/>
                <a:gd name="connsiteX89" fmla="*/ 267738 w 362309"/>
                <a:gd name="connsiteY89" fmla="*/ 204926 h 361971"/>
                <a:gd name="connsiteX90" fmla="*/ 260070 w 362309"/>
                <a:gd name="connsiteY90" fmla="*/ 209395 h 361971"/>
                <a:gd name="connsiteX91" fmla="*/ 231315 w 362309"/>
                <a:gd name="connsiteY91" fmla="*/ 209395 h 361971"/>
                <a:gd name="connsiteX92" fmla="*/ 300966 w 362309"/>
                <a:gd name="connsiteY92" fmla="*/ 244506 h 361971"/>
                <a:gd name="connsiteX93" fmla="*/ 294576 w 362309"/>
                <a:gd name="connsiteY93" fmla="*/ 250890 h 361971"/>
                <a:gd name="connsiteX94" fmla="*/ 286908 w 362309"/>
                <a:gd name="connsiteY94" fmla="*/ 250890 h 361971"/>
                <a:gd name="connsiteX95" fmla="*/ 280518 w 362309"/>
                <a:gd name="connsiteY95" fmla="*/ 244506 h 361971"/>
                <a:gd name="connsiteX96" fmla="*/ 286908 w 362309"/>
                <a:gd name="connsiteY96" fmla="*/ 238122 h 361971"/>
                <a:gd name="connsiteX97" fmla="*/ 288186 w 362309"/>
                <a:gd name="connsiteY97" fmla="*/ 238122 h 361971"/>
                <a:gd name="connsiteX98" fmla="*/ 288186 w 362309"/>
                <a:gd name="connsiteY98" fmla="*/ 215140 h 361971"/>
                <a:gd name="connsiteX99" fmla="*/ 267738 w 362309"/>
                <a:gd name="connsiteY99" fmla="*/ 179390 h 361971"/>
                <a:gd name="connsiteX100" fmla="*/ 259431 w 362309"/>
                <a:gd name="connsiteY100" fmla="*/ 174283 h 361971"/>
                <a:gd name="connsiteX101" fmla="*/ 221092 w 362309"/>
                <a:gd name="connsiteY101" fmla="*/ 174283 h 361971"/>
                <a:gd name="connsiteX102" fmla="*/ 221092 w 362309"/>
                <a:gd name="connsiteY102" fmla="*/ 238122 h 361971"/>
                <a:gd name="connsiteX103" fmla="*/ 225565 w 362309"/>
                <a:gd name="connsiteY103" fmla="*/ 238122 h 361971"/>
                <a:gd name="connsiteX104" fmla="*/ 231955 w 362309"/>
                <a:gd name="connsiteY104" fmla="*/ 244506 h 361971"/>
                <a:gd name="connsiteX105" fmla="*/ 225565 w 362309"/>
                <a:gd name="connsiteY105" fmla="*/ 250890 h 361971"/>
                <a:gd name="connsiteX106" fmla="*/ 214702 w 362309"/>
                <a:gd name="connsiteY106" fmla="*/ 250890 h 361971"/>
                <a:gd name="connsiteX107" fmla="*/ 208312 w 362309"/>
                <a:gd name="connsiteY107" fmla="*/ 244506 h 361971"/>
                <a:gd name="connsiteX108" fmla="*/ 208312 w 362309"/>
                <a:gd name="connsiteY108" fmla="*/ 167899 h 361971"/>
                <a:gd name="connsiteX109" fmla="*/ 214702 w 362309"/>
                <a:gd name="connsiteY109" fmla="*/ 161515 h 361971"/>
                <a:gd name="connsiteX110" fmla="*/ 259431 w 362309"/>
                <a:gd name="connsiteY110" fmla="*/ 161515 h 361971"/>
                <a:gd name="connsiteX111" fmla="*/ 279240 w 362309"/>
                <a:gd name="connsiteY111" fmla="*/ 173006 h 361971"/>
                <a:gd name="connsiteX112" fmla="*/ 300327 w 362309"/>
                <a:gd name="connsiteY112" fmla="*/ 210033 h 361971"/>
                <a:gd name="connsiteX113" fmla="*/ 300966 w 362309"/>
                <a:gd name="connsiteY113" fmla="*/ 213225 h 361971"/>
                <a:gd name="connsiteX114" fmla="*/ 300966 w 362309"/>
                <a:gd name="connsiteY114" fmla="*/ 24450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0438"/>
                    <a:pt x="281157" y="0"/>
                    <a:pt x="181474" y="0"/>
                  </a:cubicBezTo>
                  <a:lnTo>
                    <a:pt x="181474" y="0"/>
                  </a:lnTo>
                  <a:close/>
                  <a:moveTo>
                    <a:pt x="71567" y="130233"/>
                  </a:moveTo>
                  <a:lnTo>
                    <a:pt x="91376" y="109166"/>
                  </a:lnTo>
                  <a:cubicBezTo>
                    <a:pt x="95210" y="105974"/>
                    <a:pt x="100322" y="105336"/>
                    <a:pt x="104156" y="108528"/>
                  </a:cubicBezTo>
                  <a:lnTo>
                    <a:pt x="116297" y="121296"/>
                  </a:lnTo>
                  <a:lnTo>
                    <a:pt x="143774" y="92568"/>
                  </a:lnTo>
                  <a:cubicBezTo>
                    <a:pt x="148246" y="88099"/>
                    <a:pt x="155275" y="88099"/>
                    <a:pt x="159748" y="92568"/>
                  </a:cubicBezTo>
                  <a:lnTo>
                    <a:pt x="191698" y="127041"/>
                  </a:lnTo>
                  <a:cubicBezTo>
                    <a:pt x="193615" y="128957"/>
                    <a:pt x="194893" y="132149"/>
                    <a:pt x="194893" y="135341"/>
                  </a:cubicBezTo>
                  <a:cubicBezTo>
                    <a:pt x="194893" y="139171"/>
                    <a:pt x="192337" y="141724"/>
                    <a:pt x="188503" y="141724"/>
                  </a:cubicBezTo>
                  <a:lnTo>
                    <a:pt x="188503" y="141724"/>
                  </a:lnTo>
                  <a:cubicBezTo>
                    <a:pt x="185308" y="141724"/>
                    <a:pt x="182113" y="139171"/>
                    <a:pt x="182113" y="135979"/>
                  </a:cubicBezTo>
                  <a:lnTo>
                    <a:pt x="151441" y="103421"/>
                  </a:lnTo>
                  <a:lnTo>
                    <a:pt x="124604" y="131510"/>
                  </a:lnTo>
                  <a:lnTo>
                    <a:pt x="124604" y="131510"/>
                  </a:lnTo>
                  <a:cubicBezTo>
                    <a:pt x="127160" y="134064"/>
                    <a:pt x="127160" y="137894"/>
                    <a:pt x="123965" y="140448"/>
                  </a:cubicBezTo>
                  <a:cubicBezTo>
                    <a:pt x="122686" y="141724"/>
                    <a:pt x="121409" y="142363"/>
                    <a:pt x="119492" y="142363"/>
                  </a:cubicBezTo>
                  <a:cubicBezTo>
                    <a:pt x="117575" y="142363"/>
                    <a:pt x="116297" y="141724"/>
                    <a:pt x="115019" y="140448"/>
                  </a:cubicBezTo>
                  <a:lnTo>
                    <a:pt x="115019" y="139171"/>
                  </a:lnTo>
                  <a:lnTo>
                    <a:pt x="115019" y="139171"/>
                  </a:lnTo>
                  <a:lnTo>
                    <a:pt x="97766" y="120657"/>
                  </a:lnTo>
                  <a:lnTo>
                    <a:pt x="81791" y="137894"/>
                  </a:lnTo>
                  <a:cubicBezTo>
                    <a:pt x="81791" y="140448"/>
                    <a:pt x="80513" y="143001"/>
                    <a:pt x="77957" y="143640"/>
                  </a:cubicBezTo>
                  <a:cubicBezTo>
                    <a:pt x="77318" y="144278"/>
                    <a:pt x="76040" y="144278"/>
                    <a:pt x="75401" y="144278"/>
                  </a:cubicBezTo>
                  <a:cubicBezTo>
                    <a:pt x="72845" y="144278"/>
                    <a:pt x="70289" y="143001"/>
                    <a:pt x="69650" y="140448"/>
                  </a:cubicBezTo>
                  <a:cubicBezTo>
                    <a:pt x="68372" y="137256"/>
                    <a:pt x="69011" y="132787"/>
                    <a:pt x="71567" y="130233"/>
                  </a:cubicBezTo>
                  <a:close/>
                  <a:moveTo>
                    <a:pt x="129076" y="271319"/>
                  </a:moveTo>
                  <a:cubicBezTo>
                    <a:pt x="127799" y="271958"/>
                    <a:pt x="125881" y="271958"/>
                    <a:pt x="124604" y="271958"/>
                  </a:cubicBezTo>
                  <a:cubicBezTo>
                    <a:pt x="120770" y="271958"/>
                    <a:pt x="117575" y="270681"/>
                    <a:pt x="114380" y="268766"/>
                  </a:cubicBezTo>
                  <a:cubicBezTo>
                    <a:pt x="105434" y="263020"/>
                    <a:pt x="102239" y="250890"/>
                    <a:pt x="107990" y="241953"/>
                  </a:cubicBezTo>
                  <a:cubicBezTo>
                    <a:pt x="113741" y="233015"/>
                    <a:pt x="125881" y="229823"/>
                    <a:pt x="134828" y="235569"/>
                  </a:cubicBezTo>
                  <a:cubicBezTo>
                    <a:pt x="143774" y="241314"/>
                    <a:pt x="146969" y="253444"/>
                    <a:pt x="141217" y="262382"/>
                  </a:cubicBezTo>
                  <a:cubicBezTo>
                    <a:pt x="138661" y="266850"/>
                    <a:pt x="134189" y="270042"/>
                    <a:pt x="129076" y="271319"/>
                  </a:cubicBezTo>
                  <a:close/>
                  <a:moveTo>
                    <a:pt x="204478" y="245783"/>
                  </a:moveTo>
                  <a:cubicBezTo>
                    <a:pt x="204478" y="249614"/>
                    <a:pt x="201922" y="252167"/>
                    <a:pt x="198088" y="252167"/>
                  </a:cubicBezTo>
                  <a:lnTo>
                    <a:pt x="156553" y="252167"/>
                  </a:lnTo>
                  <a:cubicBezTo>
                    <a:pt x="152719" y="252167"/>
                    <a:pt x="150164" y="249614"/>
                    <a:pt x="150164" y="245783"/>
                  </a:cubicBezTo>
                  <a:cubicBezTo>
                    <a:pt x="150164" y="241953"/>
                    <a:pt x="152719" y="239399"/>
                    <a:pt x="156553" y="239399"/>
                  </a:cubicBezTo>
                  <a:lnTo>
                    <a:pt x="192337" y="239399"/>
                  </a:lnTo>
                  <a:lnTo>
                    <a:pt x="192337" y="219609"/>
                  </a:lnTo>
                  <a:lnTo>
                    <a:pt x="89459" y="219609"/>
                  </a:lnTo>
                  <a:lnTo>
                    <a:pt x="89459" y="239399"/>
                  </a:lnTo>
                  <a:lnTo>
                    <a:pt x="94571" y="239399"/>
                  </a:lnTo>
                  <a:cubicBezTo>
                    <a:pt x="98405" y="239399"/>
                    <a:pt x="100961" y="241953"/>
                    <a:pt x="100961" y="245783"/>
                  </a:cubicBezTo>
                  <a:cubicBezTo>
                    <a:pt x="100961" y="249614"/>
                    <a:pt x="98405" y="252167"/>
                    <a:pt x="94571" y="252167"/>
                  </a:cubicBezTo>
                  <a:lnTo>
                    <a:pt x="83069" y="252167"/>
                  </a:lnTo>
                  <a:cubicBezTo>
                    <a:pt x="79235" y="252167"/>
                    <a:pt x="76679" y="249614"/>
                    <a:pt x="76679" y="245783"/>
                  </a:cubicBezTo>
                  <a:lnTo>
                    <a:pt x="76679" y="213225"/>
                  </a:lnTo>
                  <a:cubicBezTo>
                    <a:pt x="76679" y="212587"/>
                    <a:pt x="76679" y="211948"/>
                    <a:pt x="77318" y="211310"/>
                  </a:cubicBezTo>
                  <a:lnTo>
                    <a:pt x="62621" y="158961"/>
                  </a:lnTo>
                  <a:cubicBezTo>
                    <a:pt x="61343" y="155769"/>
                    <a:pt x="61982" y="152577"/>
                    <a:pt x="64538" y="150662"/>
                  </a:cubicBezTo>
                  <a:cubicBezTo>
                    <a:pt x="66455" y="148108"/>
                    <a:pt x="69011" y="146832"/>
                    <a:pt x="72206" y="146832"/>
                  </a:cubicBezTo>
                  <a:lnTo>
                    <a:pt x="196810" y="146832"/>
                  </a:lnTo>
                  <a:lnTo>
                    <a:pt x="205756" y="139171"/>
                  </a:lnTo>
                  <a:cubicBezTo>
                    <a:pt x="207034" y="137894"/>
                    <a:pt x="208312" y="137894"/>
                    <a:pt x="210229" y="137894"/>
                  </a:cubicBezTo>
                  <a:lnTo>
                    <a:pt x="244095" y="137894"/>
                  </a:lnTo>
                  <a:cubicBezTo>
                    <a:pt x="247929" y="137894"/>
                    <a:pt x="250485" y="140448"/>
                    <a:pt x="250485" y="144278"/>
                  </a:cubicBezTo>
                  <a:cubicBezTo>
                    <a:pt x="250485" y="148108"/>
                    <a:pt x="247929" y="150662"/>
                    <a:pt x="244095" y="150662"/>
                  </a:cubicBezTo>
                  <a:lnTo>
                    <a:pt x="211507" y="150662"/>
                  </a:lnTo>
                  <a:lnTo>
                    <a:pt x="205117" y="156408"/>
                  </a:lnTo>
                  <a:lnTo>
                    <a:pt x="203839" y="161515"/>
                  </a:lnTo>
                  <a:lnTo>
                    <a:pt x="196171" y="207479"/>
                  </a:lnTo>
                  <a:lnTo>
                    <a:pt x="198727" y="207479"/>
                  </a:lnTo>
                  <a:cubicBezTo>
                    <a:pt x="202561" y="207479"/>
                    <a:pt x="205117" y="210033"/>
                    <a:pt x="205117" y="213863"/>
                  </a:cubicBezTo>
                  <a:lnTo>
                    <a:pt x="204478" y="245783"/>
                  </a:lnTo>
                  <a:close/>
                  <a:moveTo>
                    <a:pt x="260070" y="271319"/>
                  </a:moveTo>
                  <a:cubicBezTo>
                    <a:pt x="258792" y="271958"/>
                    <a:pt x="256875" y="271958"/>
                    <a:pt x="255597" y="271958"/>
                  </a:cubicBezTo>
                  <a:cubicBezTo>
                    <a:pt x="251763" y="271958"/>
                    <a:pt x="248568" y="270681"/>
                    <a:pt x="245373" y="268766"/>
                  </a:cubicBezTo>
                  <a:cubicBezTo>
                    <a:pt x="240900" y="266212"/>
                    <a:pt x="237705" y="261743"/>
                    <a:pt x="236428" y="256636"/>
                  </a:cubicBezTo>
                  <a:cubicBezTo>
                    <a:pt x="233872" y="246422"/>
                    <a:pt x="240261" y="235569"/>
                    <a:pt x="251124" y="233015"/>
                  </a:cubicBezTo>
                  <a:cubicBezTo>
                    <a:pt x="261348" y="230462"/>
                    <a:pt x="272211" y="236846"/>
                    <a:pt x="274767" y="247698"/>
                  </a:cubicBezTo>
                  <a:cubicBezTo>
                    <a:pt x="277323" y="258551"/>
                    <a:pt x="270933" y="268766"/>
                    <a:pt x="260070" y="271319"/>
                  </a:cubicBezTo>
                  <a:cubicBezTo>
                    <a:pt x="260070" y="271319"/>
                    <a:pt x="260070" y="271319"/>
                    <a:pt x="260070" y="271319"/>
                  </a:cubicBezTo>
                  <a:close/>
                  <a:moveTo>
                    <a:pt x="231315" y="209395"/>
                  </a:moveTo>
                  <a:cubicBezTo>
                    <a:pt x="226204" y="209395"/>
                    <a:pt x="222370" y="205564"/>
                    <a:pt x="222370" y="200457"/>
                  </a:cubicBezTo>
                  <a:cubicBezTo>
                    <a:pt x="222370" y="200457"/>
                    <a:pt x="222370" y="200457"/>
                    <a:pt x="222370" y="200457"/>
                  </a:cubicBezTo>
                  <a:lnTo>
                    <a:pt x="222370" y="186412"/>
                  </a:lnTo>
                  <a:cubicBezTo>
                    <a:pt x="222370" y="181305"/>
                    <a:pt x="226204" y="177475"/>
                    <a:pt x="230677" y="177475"/>
                  </a:cubicBezTo>
                  <a:cubicBezTo>
                    <a:pt x="230677" y="177475"/>
                    <a:pt x="230677" y="177475"/>
                    <a:pt x="230677" y="177475"/>
                  </a:cubicBezTo>
                  <a:lnTo>
                    <a:pt x="253041" y="177475"/>
                  </a:lnTo>
                  <a:cubicBezTo>
                    <a:pt x="256236" y="177475"/>
                    <a:pt x="259431" y="179390"/>
                    <a:pt x="260709" y="181944"/>
                  </a:cubicBezTo>
                  <a:lnTo>
                    <a:pt x="268377" y="196627"/>
                  </a:lnTo>
                  <a:cubicBezTo>
                    <a:pt x="269655" y="199180"/>
                    <a:pt x="269655" y="202372"/>
                    <a:pt x="268377" y="204287"/>
                  </a:cubicBezTo>
                  <a:cubicBezTo>
                    <a:pt x="268377" y="204287"/>
                    <a:pt x="268377" y="204926"/>
                    <a:pt x="267738" y="204926"/>
                  </a:cubicBezTo>
                  <a:cubicBezTo>
                    <a:pt x="266460" y="207479"/>
                    <a:pt x="263265" y="208756"/>
                    <a:pt x="260070" y="209395"/>
                  </a:cubicBezTo>
                  <a:lnTo>
                    <a:pt x="231315" y="209395"/>
                  </a:lnTo>
                  <a:close/>
                  <a:moveTo>
                    <a:pt x="300966" y="244506"/>
                  </a:moveTo>
                  <a:cubicBezTo>
                    <a:pt x="300966" y="248337"/>
                    <a:pt x="298410" y="250890"/>
                    <a:pt x="294576" y="250890"/>
                  </a:cubicBezTo>
                  <a:lnTo>
                    <a:pt x="286908" y="250890"/>
                  </a:lnTo>
                  <a:cubicBezTo>
                    <a:pt x="283074" y="250890"/>
                    <a:pt x="280518" y="248337"/>
                    <a:pt x="280518" y="244506"/>
                  </a:cubicBezTo>
                  <a:cubicBezTo>
                    <a:pt x="280518" y="240676"/>
                    <a:pt x="283074" y="238122"/>
                    <a:pt x="286908" y="238122"/>
                  </a:cubicBezTo>
                  <a:lnTo>
                    <a:pt x="288186" y="238122"/>
                  </a:lnTo>
                  <a:lnTo>
                    <a:pt x="288186" y="215140"/>
                  </a:lnTo>
                  <a:lnTo>
                    <a:pt x="267738" y="179390"/>
                  </a:lnTo>
                  <a:cubicBezTo>
                    <a:pt x="265821" y="176198"/>
                    <a:pt x="262626" y="174283"/>
                    <a:pt x="259431" y="174283"/>
                  </a:cubicBezTo>
                  <a:lnTo>
                    <a:pt x="221092" y="174283"/>
                  </a:lnTo>
                  <a:lnTo>
                    <a:pt x="221092" y="238122"/>
                  </a:lnTo>
                  <a:lnTo>
                    <a:pt x="225565" y="238122"/>
                  </a:lnTo>
                  <a:cubicBezTo>
                    <a:pt x="229399" y="238122"/>
                    <a:pt x="231955" y="240676"/>
                    <a:pt x="231955" y="244506"/>
                  </a:cubicBezTo>
                  <a:cubicBezTo>
                    <a:pt x="231955" y="248337"/>
                    <a:pt x="229399" y="250890"/>
                    <a:pt x="225565" y="250890"/>
                  </a:cubicBezTo>
                  <a:lnTo>
                    <a:pt x="214702" y="250890"/>
                  </a:lnTo>
                  <a:cubicBezTo>
                    <a:pt x="210868" y="250890"/>
                    <a:pt x="208312" y="248337"/>
                    <a:pt x="208312" y="244506"/>
                  </a:cubicBezTo>
                  <a:lnTo>
                    <a:pt x="208312" y="167899"/>
                  </a:lnTo>
                  <a:cubicBezTo>
                    <a:pt x="208312" y="164068"/>
                    <a:pt x="210868" y="161515"/>
                    <a:pt x="214702" y="161515"/>
                  </a:cubicBezTo>
                  <a:lnTo>
                    <a:pt x="259431" y="161515"/>
                  </a:lnTo>
                  <a:cubicBezTo>
                    <a:pt x="267738" y="161515"/>
                    <a:pt x="275406" y="165984"/>
                    <a:pt x="279240" y="173006"/>
                  </a:cubicBezTo>
                  <a:lnTo>
                    <a:pt x="300327" y="210033"/>
                  </a:lnTo>
                  <a:cubicBezTo>
                    <a:pt x="300966" y="210671"/>
                    <a:pt x="300966" y="211948"/>
                    <a:pt x="300966" y="213225"/>
                  </a:cubicBezTo>
                  <a:lnTo>
                    <a:pt x="300966" y="244506"/>
                  </a:lnTo>
                  <a:close/>
                </a:path>
              </a:pathLst>
            </a:custGeom>
            <a:solidFill>
              <a:srgbClr val="43B02A"/>
            </a:solidFill>
            <a:ln w="6390" cap="flat">
              <a:noFill/>
              <a:prstDash val="solid"/>
              <a:miter/>
            </a:ln>
          </p:spPr>
          <p:txBody>
            <a:bodyPr rtlCol="0" anchor="ctr"/>
            <a:lstStyle/>
            <a:p>
              <a:endParaRPr lang="en-US"/>
            </a:p>
          </p:txBody>
        </p:sp>
        <p:sp>
          <p:nvSpPr>
            <p:cNvPr id="1030" name="Graphic 4">
              <a:extLst>
                <a:ext uri="{FF2B5EF4-FFF2-40B4-BE49-F238E27FC236}">
                  <a16:creationId xmlns:a16="http://schemas.microsoft.com/office/drawing/2014/main" id="{CE2DD202-15DA-514F-A225-B2681C806C93}"/>
                </a:ext>
              </a:extLst>
            </p:cNvPr>
            <p:cNvSpPr/>
            <p:nvPr/>
          </p:nvSpPr>
          <p:spPr>
            <a:xfrm>
              <a:off x="6395688" y="5039039"/>
              <a:ext cx="14390" cy="13825"/>
            </a:xfrm>
            <a:custGeom>
              <a:avLst/>
              <a:gdLst>
                <a:gd name="connsiteX0" fmla="*/ 7029 w 14390"/>
                <a:gd name="connsiteY0" fmla="*/ 0 h 13825"/>
                <a:gd name="connsiteX1" fmla="*/ 0 w 14390"/>
                <a:gd name="connsiteY1" fmla="*/ 6384 h 13825"/>
                <a:gd name="connsiteX2" fmla="*/ 3834 w 14390"/>
                <a:gd name="connsiteY2" fmla="*/ 12768 h 13825"/>
                <a:gd name="connsiteX3" fmla="*/ 8946 w 14390"/>
                <a:gd name="connsiteY3" fmla="*/ 13406 h 13825"/>
                <a:gd name="connsiteX4" fmla="*/ 14058 w 14390"/>
                <a:gd name="connsiteY4" fmla="*/ 5745 h 13825"/>
                <a:gd name="connsiteX5" fmla="*/ 7029 w 14390"/>
                <a:gd name="connsiteY5" fmla="*/ 0 h 13825"/>
                <a:gd name="connsiteX6" fmla="*/ 7029 w 14390"/>
                <a:gd name="connsiteY6" fmla="*/ 0 h 1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90" h="13825">
                  <a:moveTo>
                    <a:pt x="7029" y="0"/>
                  </a:moveTo>
                  <a:cubicBezTo>
                    <a:pt x="3195" y="0"/>
                    <a:pt x="0" y="2553"/>
                    <a:pt x="0" y="6384"/>
                  </a:cubicBezTo>
                  <a:cubicBezTo>
                    <a:pt x="0" y="8937"/>
                    <a:pt x="1278" y="11491"/>
                    <a:pt x="3834" y="12768"/>
                  </a:cubicBezTo>
                  <a:cubicBezTo>
                    <a:pt x="5112" y="14045"/>
                    <a:pt x="7029" y="14045"/>
                    <a:pt x="8946" y="13406"/>
                  </a:cubicBezTo>
                  <a:cubicBezTo>
                    <a:pt x="12780" y="12768"/>
                    <a:pt x="15336" y="8937"/>
                    <a:pt x="14058" y="5745"/>
                  </a:cubicBezTo>
                  <a:cubicBezTo>
                    <a:pt x="13419" y="1915"/>
                    <a:pt x="10224" y="0"/>
                    <a:pt x="7029" y="0"/>
                  </a:cubicBezTo>
                  <a:lnTo>
                    <a:pt x="7029" y="0"/>
                  </a:lnTo>
                  <a:close/>
                </a:path>
              </a:pathLst>
            </a:custGeom>
            <a:solidFill>
              <a:srgbClr val="43B02A"/>
            </a:solidFill>
            <a:ln w="6390" cap="flat">
              <a:noFill/>
              <a:prstDash val="solid"/>
              <a:miter/>
            </a:ln>
          </p:spPr>
          <p:txBody>
            <a:bodyPr rtlCol="0" anchor="ctr"/>
            <a:lstStyle/>
            <a:p>
              <a:endParaRPr lang="en-US"/>
            </a:p>
          </p:txBody>
        </p:sp>
        <p:sp>
          <p:nvSpPr>
            <p:cNvPr id="1031" name="Graphic 4">
              <a:extLst>
                <a:ext uri="{FF2B5EF4-FFF2-40B4-BE49-F238E27FC236}">
                  <a16:creationId xmlns:a16="http://schemas.microsoft.com/office/drawing/2014/main" id="{9543E6B0-DBE2-7B43-A320-4269978498B8}"/>
                </a:ext>
              </a:extLst>
            </p:cNvPr>
            <p:cNvSpPr/>
            <p:nvPr/>
          </p:nvSpPr>
          <p:spPr>
            <a:xfrm>
              <a:off x="6265212" y="5038942"/>
              <a:ext cx="13872" cy="13923"/>
            </a:xfrm>
            <a:custGeom>
              <a:avLst/>
              <a:gdLst>
                <a:gd name="connsiteX0" fmla="*/ 6511 w 13872"/>
                <a:gd name="connsiteY0" fmla="*/ 98 h 13923"/>
                <a:gd name="connsiteX1" fmla="*/ 5233 w 13872"/>
                <a:gd name="connsiteY1" fmla="*/ 98 h 13923"/>
                <a:gd name="connsiteX2" fmla="*/ 121 w 13872"/>
                <a:gd name="connsiteY2" fmla="*/ 8397 h 13923"/>
                <a:gd name="connsiteX3" fmla="*/ 3316 w 13872"/>
                <a:gd name="connsiteY3" fmla="*/ 12866 h 13923"/>
                <a:gd name="connsiteX4" fmla="*/ 8428 w 13872"/>
                <a:gd name="connsiteY4" fmla="*/ 13504 h 13923"/>
                <a:gd name="connsiteX5" fmla="*/ 13540 w 13872"/>
                <a:gd name="connsiteY5" fmla="*/ 5843 h 13923"/>
                <a:gd name="connsiteX6" fmla="*/ 6511 w 13872"/>
                <a:gd name="connsiteY6" fmla="*/ 98 h 13923"/>
                <a:gd name="connsiteX7" fmla="*/ 6511 w 13872"/>
                <a:gd name="connsiteY7" fmla="*/ 98 h 1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72" h="13923">
                  <a:moveTo>
                    <a:pt x="6511" y="98"/>
                  </a:moveTo>
                  <a:cubicBezTo>
                    <a:pt x="5872" y="98"/>
                    <a:pt x="5233" y="98"/>
                    <a:pt x="5233" y="98"/>
                  </a:cubicBezTo>
                  <a:cubicBezTo>
                    <a:pt x="1399" y="736"/>
                    <a:pt x="-518" y="4567"/>
                    <a:pt x="121" y="8397"/>
                  </a:cubicBezTo>
                  <a:cubicBezTo>
                    <a:pt x="760" y="10312"/>
                    <a:pt x="1399" y="11589"/>
                    <a:pt x="3316" y="12866"/>
                  </a:cubicBezTo>
                  <a:cubicBezTo>
                    <a:pt x="4594" y="14143"/>
                    <a:pt x="6511" y="14143"/>
                    <a:pt x="8428" y="13504"/>
                  </a:cubicBezTo>
                  <a:cubicBezTo>
                    <a:pt x="12262" y="12866"/>
                    <a:pt x="14818" y="9035"/>
                    <a:pt x="13540" y="5843"/>
                  </a:cubicBezTo>
                  <a:cubicBezTo>
                    <a:pt x="12901" y="2013"/>
                    <a:pt x="9706" y="-541"/>
                    <a:pt x="6511" y="98"/>
                  </a:cubicBezTo>
                  <a:lnTo>
                    <a:pt x="6511" y="98"/>
                  </a:lnTo>
                  <a:close/>
                </a:path>
              </a:pathLst>
            </a:custGeom>
            <a:solidFill>
              <a:srgbClr val="43B02A"/>
            </a:solidFill>
            <a:ln w="6390" cap="flat">
              <a:noFill/>
              <a:prstDash val="solid"/>
              <a:miter/>
            </a:ln>
          </p:spPr>
          <p:txBody>
            <a:bodyPr rtlCol="0" anchor="ctr"/>
            <a:lstStyle/>
            <a:p>
              <a:endParaRPr lang="en-US"/>
            </a:p>
          </p:txBody>
        </p:sp>
        <p:sp>
          <p:nvSpPr>
            <p:cNvPr id="1032" name="Graphic 4">
              <a:extLst>
                <a:ext uri="{FF2B5EF4-FFF2-40B4-BE49-F238E27FC236}">
                  <a16:creationId xmlns:a16="http://schemas.microsoft.com/office/drawing/2014/main" id="{90F31869-C3BD-B747-A304-14368BCBEDFD}"/>
                </a:ext>
              </a:extLst>
            </p:cNvPr>
            <p:cNvSpPr/>
            <p:nvPr/>
          </p:nvSpPr>
          <p:spPr>
            <a:xfrm>
              <a:off x="6382269" y="4983499"/>
              <a:ext cx="18530" cy="6383"/>
            </a:xfrm>
            <a:custGeom>
              <a:avLst/>
              <a:gdLst>
                <a:gd name="connsiteX0" fmla="*/ 0 w 18530"/>
                <a:gd name="connsiteY0" fmla="*/ 0 h 6383"/>
                <a:gd name="connsiteX1" fmla="*/ 0 w 18530"/>
                <a:gd name="connsiteY1" fmla="*/ 6384 h 6383"/>
                <a:gd name="connsiteX2" fmla="*/ 18531 w 18530"/>
                <a:gd name="connsiteY2" fmla="*/ 6384 h 6383"/>
                <a:gd name="connsiteX3" fmla="*/ 15336 w 18530"/>
                <a:gd name="connsiteY3" fmla="*/ 0 h 6383"/>
              </a:gdLst>
              <a:ahLst/>
              <a:cxnLst>
                <a:cxn ang="0">
                  <a:pos x="connsiteX0" y="connsiteY0"/>
                </a:cxn>
                <a:cxn ang="0">
                  <a:pos x="connsiteX1" y="connsiteY1"/>
                </a:cxn>
                <a:cxn ang="0">
                  <a:pos x="connsiteX2" y="connsiteY2"/>
                </a:cxn>
                <a:cxn ang="0">
                  <a:pos x="connsiteX3" y="connsiteY3"/>
                </a:cxn>
              </a:cxnLst>
              <a:rect l="l" t="t" r="r" b="b"/>
              <a:pathLst>
                <a:path w="18530" h="6383">
                  <a:moveTo>
                    <a:pt x="0" y="0"/>
                  </a:moveTo>
                  <a:lnTo>
                    <a:pt x="0" y="6384"/>
                  </a:lnTo>
                  <a:lnTo>
                    <a:pt x="18531" y="6384"/>
                  </a:lnTo>
                  <a:lnTo>
                    <a:pt x="15336" y="0"/>
                  </a:lnTo>
                  <a:close/>
                </a:path>
              </a:pathLst>
            </a:custGeom>
            <a:solidFill>
              <a:srgbClr val="43B02A"/>
            </a:solidFill>
            <a:ln w="6390" cap="flat">
              <a:noFill/>
              <a:prstDash val="solid"/>
              <a:miter/>
            </a:ln>
          </p:spPr>
          <p:txBody>
            <a:bodyPr rtlCol="0" anchor="ctr"/>
            <a:lstStyle/>
            <a:p>
              <a:endParaRPr lang="en-US"/>
            </a:p>
          </p:txBody>
        </p:sp>
      </p:grpSp>
      <p:grpSp>
        <p:nvGrpSpPr>
          <p:cNvPr id="1033" name="Graphic 4">
            <a:extLst>
              <a:ext uri="{FF2B5EF4-FFF2-40B4-BE49-F238E27FC236}">
                <a16:creationId xmlns:a16="http://schemas.microsoft.com/office/drawing/2014/main" id="{863F7079-B6C7-7C4D-8360-1976FEB8B34A}"/>
              </a:ext>
            </a:extLst>
          </p:cNvPr>
          <p:cNvGrpSpPr/>
          <p:nvPr/>
        </p:nvGrpSpPr>
        <p:grpSpPr>
          <a:xfrm>
            <a:off x="6758898" y="3339623"/>
            <a:ext cx="362313" cy="361971"/>
            <a:chOff x="5708130" y="3339623"/>
            <a:chExt cx="362313" cy="361971"/>
          </a:xfrm>
          <a:solidFill>
            <a:srgbClr val="43B02A"/>
          </a:solidFill>
        </p:grpSpPr>
        <p:sp>
          <p:nvSpPr>
            <p:cNvPr id="1034" name="Graphic 4">
              <a:extLst>
                <a:ext uri="{FF2B5EF4-FFF2-40B4-BE49-F238E27FC236}">
                  <a16:creationId xmlns:a16="http://schemas.microsoft.com/office/drawing/2014/main" id="{DCBF4940-5064-294C-A364-590A7A660E3F}"/>
                </a:ext>
              </a:extLst>
            </p:cNvPr>
            <p:cNvSpPr/>
            <p:nvPr/>
          </p:nvSpPr>
          <p:spPr>
            <a:xfrm>
              <a:off x="5708130" y="33396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lnTo>
                    <a:pt x="349530" y="180667"/>
                  </a:lnTo>
                  <a:cubicBezTo>
                    <a:pt x="349530" y="273873"/>
                    <a:pt x="274767" y="349204"/>
                    <a:pt x="181474" y="349204"/>
                  </a:cubicBezTo>
                  <a:lnTo>
                    <a:pt x="181474" y="349204"/>
                  </a:lnTo>
                  <a:close/>
                </a:path>
              </a:pathLst>
            </a:custGeom>
            <a:solidFill>
              <a:srgbClr val="43B02A"/>
            </a:solidFill>
            <a:ln w="6390" cap="flat">
              <a:noFill/>
              <a:prstDash val="solid"/>
              <a:miter/>
            </a:ln>
          </p:spPr>
          <p:txBody>
            <a:bodyPr rtlCol="0" anchor="ctr"/>
            <a:lstStyle/>
            <a:p>
              <a:endParaRPr lang="en-US"/>
            </a:p>
          </p:txBody>
        </p:sp>
        <p:sp>
          <p:nvSpPr>
            <p:cNvPr id="1035" name="Graphic 4">
              <a:extLst>
                <a:ext uri="{FF2B5EF4-FFF2-40B4-BE49-F238E27FC236}">
                  <a16:creationId xmlns:a16="http://schemas.microsoft.com/office/drawing/2014/main" id="{8E04DAE4-F087-CD4C-879E-F2CE78334DCC}"/>
                </a:ext>
              </a:extLst>
            </p:cNvPr>
            <p:cNvSpPr/>
            <p:nvPr/>
          </p:nvSpPr>
          <p:spPr>
            <a:xfrm>
              <a:off x="5803979" y="3549018"/>
              <a:ext cx="31986" cy="31919"/>
            </a:xfrm>
            <a:custGeom>
              <a:avLst/>
              <a:gdLst>
                <a:gd name="connsiteX0" fmla="*/ 15975 w 31986"/>
                <a:gd name="connsiteY0" fmla="*/ 0 h 31919"/>
                <a:gd name="connsiteX1" fmla="*/ 0 w 31986"/>
                <a:gd name="connsiteY1" fmla="*/ 15960 h 31919"/>
                <a:gd name="connsiteX2" fmla="*/ 15975 w 31986"/>
                <a:gd name="connsiteY2" fmla="*/ 31920 h 31919"/>
                <a:gd name="connsiteX3" fmla="*/ 31950 w 31986"/>
                <a:gd name="connsiteY3" fmla="*/ 15960 h 31919"/>
                <a:gd name="connsiteX4" fmla="*/ 31950 w 31986"/>
                <a:gd name="connsiteY4" fmla="*/ 15960 h 31919"/>
                <a:gd name="connsiteX5" fmla="*/ 15975 w 31986"/>
                <a:gd name="connsiteY5" fmla="*/ 0 h 31919"/>
                <a:gd name="connsiteX6" fmla="*/ 15975 w 31986"/>
                <a:gd name="connsiteY6" fmla="*/ 19791 h 31919"/>
                <a:gd name="connsiteX7" fmla="*/ 12780 w 31986"/>
                <a:gd name="connsiteY7" fmla="*/ 16599 h 31919"/>
                <a:gd name="connsiteX8" fmla="*/ 15975 w 31986"/>
                <a:gd name="connsiteY8" fmla="*/ 13407 h 31919"/>
                <a:gd name="connsiteX9" fmla="*/ 19170 w 31986"/>
                <a:gd name="connsiteY9" fmla="*/ 16599 h 31919"/>
                <a:gd name="connsiteX10" fmla="*/ 19170 w 31986"/>
                <a:gd name="connsiteY10" fmla="*/ 16599 h 31919"/>
                <a:gd name="connsiteX11" fmla="*/ 15975 w 31986"/>
                <a:gd name="connsiteY11" fmla="*/ 19791 h 31919"/>
                <a:gd name="connsiteX12" fmla="*/ 15975 w 31986"/>
                <a:gd name="connsiteY12" fmla="*/ 19791 h 3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986" h="31919">
                  <a:moveTo>
                    <a:pt x="15975" y="0"/>
                  </a:moveTo>
                  <a:cubicBezTo>
                    <a:pt x="7029" y="0"/>
                    <a:pt x="0" y="7023"/>
                    <a:pt x="0" y="15960"/>
                  </a:cubicBezTo>
                  <a:cubicBezTo>
                    <a:pt x="0" y="24898"/>
                    <a:pt x="7029" y="31920"/>
                    <a:pt x="15975" y="31920"/>
                  </a:cubicBezTo>
                  <a:cubicBezTo>
                    <a:pt x="24921" y="31920"/>
                    <a:pt x="31950" y="24898"/>
                    <a:pt x="31950" y="15960"/>
                  </a:cubicBezTo>
                  <a:cubicBezTo>
                    <a:pt x="31950" y="15960"/>
                    <a:pt x="31950" y="15960"/>
                    <a:pt x="31950" y="15960"/>
                  </a:cubicBezTo>
                  <a:cubicBezTo>
                    <a:pt x="32589" y="7661"/>
                    <a:pt x="24921" y="0"/>
                    <a:pt x="15975" y="0"/>
                  </a:cubicBezTo>
                  <a:close/>
                  <a:moveTo>
                    <a:pt x="15975" y="19791"/>
                  </a:moveTo>
                  <a:cubicBezTo>
                    <a:pt x="14058" y="19791"/>
                    <a:pt x="12780" y="18514"/>
                    <a:pt x="12780" y="16599"/>
                  </a:cubicBezTo>
                  <a:cubicBezTo>
                    <a:pt x="12780" y="14683"/>
                    <a:pt x="14058" y="13407"/>
                    <a:pt x="15975" y="13407"/>
                  </a:cubicBezTo>
                  <a:cubicBezTo>
                    <a:pt x="17892" y="13407"/>
                    <a:pt x="19170" y="14683"/>
                    <a:pt x="19170" y="16599"/>
                  </a:cubicBezTo>
                  <a:lnTo>
                    <a:pt x="19170" y="16599"/>
                  </a:lnTo>
                  <a:cubicBezTo>
                    <a:pt x="19809" y="18514"/>
                    <a:pt x="18531" y="19791"/>
                    <a:pt x="15975" y="19791"/>
                  </a:cubicBezTo>
                  <a:cubicBezTo>
                    <a:pt x="16614" y="19791"/>
                    <a:pt x="15975" y="19791"/>
                    <a:pt x="15975" y="19791"/>
                  </a:cubicBezTo>
                  <a:close/>
                </a:path>
              </a:pathLst>
            </a:custGeom>
            <a:solidFill>
              <a:srgbClr val="43B02A"/>
            </a:solidFill>
            <a:ln w="6390" cap="flat">
              <a:noFill/>
              <a:prstDash val="solid"/>
              <a:miter/>
            </a:ln>
          </p:spPr>
          <p:txBody>
            <a:bodyPr rtlCol="0" anchor="ctr"/>
            <a:lstStyle/>
            <a:p>
              <a:endParaRPr lang="en-US"/>
            </a:p>
          </p:txBody>
        </p:sp>
        <p:sp>
          <p:nvSpPr>
            <p:cNvPr id="1036" name="Graphic 4">
              <a:extLst>
                <a:ext uri="{FF2B5EF4-FFF2-40B4-BE49-F238E27FC236}">
                  <a16:creationId xmlns:a16="http://schemas.microsoft.com/office/drawing/2014/main" id="{98F5CB6C-3453-4641-87D0-099B8183EC3B}"/>
                </a:ext>
              </a:extLst>
            </p:cNvPr>
            <p:cNvSpPr/>
            <p:nvPr/>
          </p:nvSpPr>
          <p:spPr>
            <a:xfrm>
              <a:off x="5878062" y="3548977"/>
              <a:ext cx="33267" cy="32598"/>
            </a:xfrm>
            <a:custGeom>
              <a:avLst/>
              <a:gdLst>
                <a:gd name="connsiteX0" fmla="*/ 17293 w 33267"/>
                <a:gd name="connsiteY0" fmla="*/ 40 h 32598"/>
                <a:gd name="connsiteX1" fmla="*/ 40 w 33267"/>
                <a:gd name="connsiteY1" fmla="*/ 15362 h 32598"/>
                <a:gd name="connsiteX2" fmla="*/ 15376 w 33267"/>
                <a:gd name="connsiteY2" fmla="*/ 32599 h 32598"/>
                <a:gd name="connsiteX3" fmla="*/ 17293 w 33267"/>
                <a:gd name="connsiteY3" fmla="*/ 32599 h 32598"/>
                <a:gd name="connsiteX4" fmla="*/ 33268 w 33267"/>
                <a:gd name="connsiteY4" fmla="*/ 16639 h 32598"/>
                <a:gd name="connsiteX5" fmla="*/ 17293 w 33267"/>
                <a:gd name="connsiteY5" fmla="*/ 40 h 32598"/>
                <a:gd name="connsiteX6" fmla="*/ 17293 w 33267"/>
                <a:gd name="connsiteY6" fmla="*/ 40 h 32598"/>
                <a:gd name="connsiteX7" fmla="*/ 17293 w 33267"/>
                <a:gd name="connsiteY7" fmla="*/ 19831 h 32598"/>
                <a:gd name="connsiteX8" fmla="*/ 13459 w 33267"/>
                <a:gd name="connsiteY8" fmla="*/ 16639 h 32598"/>
                <a:gd name="connsiteX9" fmla="*/ 16654 w 33267"/>
                <a:gd name="connsiteY9" fmla="*/ 12808 h 32598"/>
                <a:gd name="connsiteX10" fmla="*/ 17293 w 33267"/>
                <a:gd name="connsiteY10" fmla="*/ 12808 h 32598"/>
                <a:gd name="connsiteX11" fmla="*/ 20488 w 33267"/>
                <a:gd name="connsiteY11" fmla="*/ 16000 h 32598"/>
                <a:gd name="connsiteX12" fmla="*/ 17293 w 33267"/>
                <a:gd name="connsiteY12" fmla="*/ 19831 h 32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267" h="32598">
                  <a:moveTo>
                    <a:pt x="17293" y="40"/>
                  </a:moveTo>
                  <a:cubicBezTo>
                    <a:pt x="8347" y="-598"/>
                    <a:pt x="679" y="6424"/>
                    <a:pt x="40" y="15362"/>
                  </a:cubicBezTo>
                  <a:cubicBezTo>
                    <a:pt x="-599" y="24299"/>
                    <a:pt x="6430" y="31960"/>
                    <a:pt x="15376" y="32599"/>
                  </a:cubicBezTo>
                  <a:cubicBezTo>
                    <a:pt x="16015" y="32599"/>
                    <a:pt x="16654" y="32599"/>
                    <a:pt x="17293" y="32599"/>
                  </a:cubicBezTo>
                  <a:cubicBezTo>
                    <a:pt x="26239" y="32599"/>
                    <a:pt x="33268" y="24938"/>
                    <a:pt x="33268" y="16639"/>
                  </a:cubicBezTo>
                  <a:cubicBezTo>
                    <a:pt x="33268" y="7701"/>
                    <a:pt x="26239" y="40"/>
                    <a:pt x="17293" y="40"/>
                  </a:cubicBezTo>
                  <a:lnTo>
                    <a:pt x="17293" y="40"/>
                  </a:lnTo>
                  <a:close/>
                  <a:moveTo>
                    <a:pt x="17293" y="19831"/>
                  </a:moveTo>
                  <a:cubicBezTo>
                    <a:pt x="15376" y="19831"/>
                    <a:pt x="13459" y="18554"/>
                    <a:pt x="13459" y="16639"/>
                  </a:cubicBezTo>
                  <a:cubicBezTo>
                    <a:pt x="13459" y="14723"/>
                    <a:pt x="14737" y="12808"/>
                    <a:pt x="16654" y="12808"/>
                  </a:cubicBezTo>
                  <a:cubicBezTo>
                    <a:pt x="16654" y="12808"/>
                    <a:pt x="17293" y="12808"/>
                    <a:pt x="17293" y="12808"/>
                  </a:cubicBezTo>
                  <a:cubicBezTo>
                    <a:pt x="19210" y="12808"/>
                    <a:pt x="20488" y="14085"/>
                    <a:pt x="20488" y="16000"/>
                  </a:cubicBezTo>
                  <a:cubicBezTo>
                    <a:pt x="20488" y="18554"/>
                    <a:pt x="19210" y="19831"/>
                    <a:pt x="17293" y="19831"/>
                  </a:cubicBezTo>
                  <a:close/>
                </a:path>
              </a:pathLst>
            </a:custGeom>
            <a:solidFill>
              <a:srgbClr val="43B02A"/>
            </a:solidFill>
            <a:ln w="6390" cap="flat">
              <a:noFill/>
              <a:prstDash val="solid"/>
              <a:miter/>
            </a:ln>
          </p:spPr>
          <p:txBody>
            <a:bodyPr rtlCol="0" anchor="ctr"/>
            <a:lstStyle/>
            <a:p>
              <a:endParaRPr lang="en-US"/>
            </a:p>
          </p:txBody>
        </p:sp>
        <p:sp>
          <p:nvSpPr>
            <p:cNvPr id="1037" name="Graphic 4">
              <a:extLst>
                <a:ext uri="{FF2B5EF4-FFF2-40B4-BE49-F238E27FC236}">
                  <a16:creationId xmlns:a16="http://schemas.microsoft.com/office/drawing/2014/main" id="{81BB1808-EDAC-1840-9ACD-9041C1AA4430}"/>
                </a:ext>
              </a:extLst>
            </p:cNvPr>
            <p:cNvSpPr/>
            <p:nvPr/>
          </p:nvSpPr>
          <p:spPr>
            <a:xfrm>
              <a:off x="5899641" y="3409209"/>
              <a:ext cx="36796" cy="47241"/>
            </a:xfrm>
            <a:custGeom>
              <a:avLst/>
              <a:gdLst>
                <a:gd name="connsiteX0" fmla="*/ 7855 w 36796"/>
                <a:gd name="connsiteY0" fmla="*/ 44049 h 47241"/>
                <a:gd name="connsiteX1" fmla="*/ 18079 w 36796"/>
                <a:gd name="connsiteY1" fmla="*/ 47241 h 47241"/>
                <a:gd name="connsiteX2" fmla="*/ 28303 w 36796"/>
                <a:gd name="connsiteY2" fmla="*/ 44049 h 47241"/>
                <a:gd name="connsiteX3" fmla="*/ 36610 w 36796"/>
                <a:gd name="connsiteY3" fmla="*/ 31920 h 47241"/>
                <a:gd name="connsiteX4" fmla="*/ 23830 w 36796"/>
                <a:gd name="connsiteY4" fmla="*/ 1915 h 47241"/>
                <a:gd name="connsiteX5" fmla="*/ 19357 w 36796"/>
                <a:gd name="connsiteY5" fmla="*/ 0 h 47241"/>
                <a:gd name="connsiteX6" fmla="*/ 17440 w 36796"/>
                <a:gd name="connsiteY6" fmla="*/ 0 h 47241"/>
                <a:gd name="connsiteX7" fmla="*/ 12967 w 36796"/>
                <a:gd name="connsiteY7" fmla="*/ 1915 h 47241"/>
                <a:gd name="connsiteX8" fmla="*/ 187 w 36796"/>
                <a:gd name="connsiteY8" fmla="*/ 31920 h 47241"/>
                <a:gd name="connsiteX9" fmla="*/ 7855 w 36796"/>
                <a:gd name="connsiteY9" fmla="*/ 44049 h 47241"/>
                <a:gd name="connsiteX10" fmla="*/ 18079 w 36796"/>
                <a:gd name="connsiteY10" fmla="*/ 15321 h 47241"/>
                <a:gd name="connsiteX11" fmla="*/ 23830 w 36796"/>
                <a:gd name="connsiteY11" fmla="*/ 30004 h 47241"/>
                <a:gd name="connsiteX12" fmla="*/ 21274 w 36796"/>
                <a:gd name="connsiteY12" fmla="*/ 33196 h 47241"/>
                <a:gd name="connsiteX13" fmla="*/ 14245 w 36796"/>
                <a:gd name="connsiteY13" fmla="*/ 33196 h 47241"/>
                <a:gd name="connsiteX14" fmla="*/ 11689 w 36796"/>
                <a:gd name="connsiteY14" fmla="*/ 30004 h 47241"/>
                <a:gd name="connsiteX15" fmla="*/ 18079 w 36796"/>
                <a:gd name="connsiteY15" fmla="*/ 15321 h 47241"/>
                <a:gd name="connsiteX16" fmla="*/ 18079 w 36796"/>
                <a:gd name="connsiteY16" fmla="*/ 15321 h 4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796" h="47241">
                  <a:moveTo>
                    <a:pt x="7855" y="44049"/>
                  </a:moveTo>
                  <a:cubicBezTo>
                    <a:pt x="11050" y="45964"/>
                    <a:pt x="14245" y="47241"/>
                    <a:pt x="18079" y="47241"/>
                  </a:cubicBezTo>
                  <a:cubicBezTo>
                    <a:pt x="21913" y="47241"/>
                    <a:pt x="25108" y="45964"/>
                    <a:pt x="28303" y="44049"/>
                  </a:cubicBezTo>
                  <a:cubicBezTo>
                    <a:pt x="32776" y="41496"/>
                    <a:pt x="35971" y="37027"/>
                    <a:pt x="36610" y="31920"/>
                  </a:cubicBezTo>
                  <a:cubicBezTo>
                    <a:pt x="38527" y="18513"/>
                    <a:pt x="25108" y="3830"/>
                    <a:pt x="23830" y="1915"/>
                  </a:cubicBezTo>
                  <a:cubicBezTo>
                    <a:pt x="22552" y="638"/>
                    <a:pt x="20635" y="0"/>
                    <a:pt x="19357" y="0"/>
                  </a:cubicBezTo>
                  <a:lnTo>
                    <a:pt x="17440" y="0"/>
                  </a:lnTo>
                  <a:cubicBezTo>
                    <a:pt x="15523" y="0"/>
                    <a:pt x="13606" y="638"/>
                    <a:pt x="12967" y="1915"/>
                  </a:cubicBezTo>
                  <a:cubicBezTo>
                    <a:pt x="11689" y="3830"/>
                    <a:pt x="-1730" y="18513"/>
                    <a:pt x="187" y="31920"/>
                  </a:cubicBezTo>
                  <a:cubicBezTo>
                    <a:pt x="187" y="37027"/>
                    <a:pt x="3382" y="41496"/>
                    <a:pt x="7855" y="44049"/>
                  </a:cubicBezTo>
                  <a:close/>
                  <a:moveTo>
                    <a:pt x="18079" y="15321"/>
                  </a:moveTo>
                  <a:cubicBezTo>
                    <a:pt x="21274" y="19152"/>
                    <a:pt x="23830" y="24259"/>
                    <a:pt x="23830" y="30004"/>
                  </a:cubicBezTo>
                  <a:cubicBezTo>
                    <a:pt x="23830" y="31281"/>
                    <a:pt x="22552" y="32558"/>
                    <a:pt x="21274" y="33196"/>
                  </a:cubicBezTo>
                  <a:cubicBezTo>
                    <a:pt x="19357" y="34473"/>
                    <a:pt x="16162" y="34473"/>
                    <a:pt x="14245" y="33196"/>
                  </a:cubicBezTo>
                  <a:cubicBezTo>
                    <a:pt x="12967" y="32558"/>
                    <a:pt x="12328" y="31281"/>
                    <a:pt x="11689" y="30004"/>
                  </a:cubicBezTo>
                  <a:cubicBezTo>
                    <a:pt x="12328" y="24897"/>
                    <a:pt x="14245" y="19790"/>
                    <a:pt x="18079" y="15321"/>
                  </a:cubicBezTo>
                  <a:lnTo>
                    <a:pt x="18079" y="15321"/>
                  </a:lnTo>
                  <a:close/>
                </a:path>
              </a:pathLst>
            </a:custGeom>
            <a:solidFill>
              <a:srgbClr val="43B02A"/>
            </a:solidFill>
            <a:ln w="6390" cap="flat">
              <a:noFill/>
              <a:prstDash val="solid"/>
              <a:miter/>
            </a:ln>
          </p:spPr>
          <p:txBody>
            <a:bodyPr rtlCol="0" anchor="ctr"/>
            <a:lstStyle/>
            <a:p>
              <a:endParaRPr lang="en-US"/>
            </a:p>
          </p:txBody>
        </p:sp>
        <p:sp>
          <p:nvSpPr>
            <p:cNvPr id="1038" name="Graphic 4">
              <a:extLst>
                <a:ext uri="{FF2B5EF4-FFF2-40B4-BE49-F238E27FC236}">
                  <a16:creationId xmlns:a16="http://schemas.microsoft.com/office/drawing/2014/main" id="{B0F288A4-0E78-F34C-81E1-267594FC1057}"/>
                </a:ext>
              </a:extLst>
            </p:cNvPr>
            <p:cNvSpPr/>
            <p:nvPr/>
          </p:nvSpPr>
          <p:spPr>
            <a:xfrm>
              <a:off x="5778420" y="3413841"/>
              <a:ext cx="221730" cy="204762"/>
            </a:xfrm>
            <a:custGeom>
              <a:avLst/>
              <a:gdLst>
                <a:gd name="connsiteX0" fmla="*/ 193615 w 221730"/>
                <a:gd name="connsiteY0" fmla="*/ 2390 h 204762"/>
                <a:gd name="connsiteX1" fmla="*/ 185308 w 221730"/>
                <a:gd name="connsiteY1" fmla="*/ 1114 h 204762"/>
                <a:gd name="connsiteX2" fmla="*/ 172528 w 221730"/>
                <a:gd name="connsiteY2" fmla="*/ 10051 h 204762"/>
                <a:gd name="connsiteX3" fmla="*/ 170611 w 221730"/>
                <a:gd name="connsiteY3" fmla="*/ 18350 h 204762"/>
                <a:gd name="connsiteX4" fmla="*/ 185308 w 221730"/>
                <a:gd name="connsiteY4" fmla="*/ 42609 h 204762"/>
                <a:gd name="connsiteX5" fmla="*/ 168695 w 221730"/>
                <a:gd name="connsiteY5" fmla="*/ 44525 h 204762"/>
                <a:gd name="connsiteX6" fmla="*/ 162943 w 221730"/>
                <a:gd name="connsiteY6" fmla="*/ 50909 h 204762"/>
                <a:gd name="connsiteX7" fmla="*/ 162943 w 221730"/>
                <a:gd name="connsiteY7" fmla="*/ 87936 h 204762"/>
                <a:gd name="connsiteX8" fmla="*/ 169333 w 221730"/>
                <a:gd name="connsiteY8" fmla="*/ 94320 h 204762"/>
                <a:gd name="connsiteX9" fmla="*/ 207673 w 221730"/>
                <a:gd name="connsiteY9" fmla="*/ 94320 h 204762"/>
                <a:gd name="connsiteX10" fmla="*/ 196810 w 221730"/>
                <a:gd name="connsiteY10" fmla="*/ 113472 h 204762"/>
                <a:gd name="connsiteX11" fmla="*/ 157193 w 221730"/>
                <a:gd name="connsiteY11" fmla="*/ 126240 h 204762"/>
                <a:gd name="connsiteX12" fmla="*/ 157193 w 221730"/>
                <a:gd name="connsiteY12" fmla="*/ 124324 h 204762"/>
                <a:gd name="connsiteX13" fmla="*/ 145690 w 221730"/>
                <a:gd name="connsiteY13" fmla="*/ 112833 h 204762"/>
                <a:gd name="connsiteX14" fmla="*/ 145690 w 221730"/>
                <a:gd name="connsiteY14" fmla="*/ 112833 h 204762"/>
                <a:gd name="connsiteX15" fmla="*/ 137384 w 221730"/>
                <a:gd name="connsiteY15" fmla="*/ 80913 h 204762"/>
                <a:gd name="connsiteX16" fmla="*/ 122687 w 221730"/>
                <a:gd name="connsiteY16" fmla="*/ 69422 h 204762"/>
                <a:gd name="connsiteX17" fmla="*/ 99683 w 221730"/>
                <a:gd name="connsiteY17" fmla="*/ 67507 h 204762"/>
                <a:gd name="connsiteX18" fmla="*/ 56231 w 221730"/>
                <a:gd name="connsiteY18" fmla="*/ 67507 h 204762"/>
                <a:gd name="connsiteX19" fmla="*/ 33867 w 221730"/>
                <a:gd name="connsiteY19" fmla="*/ 69422 h 204762"/>
                <a:gd name="connsiteX20" fmla="*/ 19170 w 221730"/>
                <a:gd name="connsiteY20" fmla="*/ 81552 h 204762"/>
                <a:gd name="connsiteX21" fmla="*/ 11502 w 221730"/>
                <a:gd name="connsiteY21" fmla="*/ 112195 h 204762"/>
                <a:gd name="connsiteX22" fmla="*/ 11502 w 221730"/>
                <a:gd name="connsiteY22" fmla="*/ 112195 h 204762"/>
                <a:gd name="connsiteX23" fmla="*/ 0 w 221730"/>
                <a:gd name="connsiteY23" fmla="*/ 123686 h 204762"/>
                <a:gd name="connsiteX24" fmla="*/ 0 w 221730"/>
                <a:gd name="connsiteY24" fmla="*/ 123686 h 204762"/>
                <a:gd name="connsiteX25" fmla="*/ 0 w 221730"/>
                <a:gd name="connsiteY25" fmla="*/ 131985 h 204762"/>
                <a:gd name="connsiteX26" fmla="*/ 5751 w 221730"/>
                <a:gd name="connsiteY26" fmla="*/ 142200 h 204762"/>
                <a:gd name="connsiteX27" fmla="*/ 3195 w 221730"/>
                <a:gd name="connsiteY27" fmla="*/ 160713 h 204762"/>
                <a:gd name="connsiteX28" fmla="*/ 3195 w 221730"/>
                <a:gd name="connsiteY28" fmla="*/ 161990 h 204762"/>
                <a:gd name="connsiteX29" fmla="*/ 13419 w 221730"/>
                <a:gd name="connsiteY29" fmla="*/ 180504 h 204762"/>
                <a:gd name="connsiteX30" fmla="*/ 13419 w 221730"/>
                <a:gd name="connsiteY30" fmla="*/ 192633 h 204762"/>
                <a:gd name="connsiteX31" fmla="*/ 25560 w 221730"/>
                <a:gd name="connsiteY31" fmla="*/ 204763 h 204762"/>
                <a:gd name="connsiteX32" fmla="*/ 33228 w 221730"/>
                <a:gd name="connsiteY32" fmla="*/ 204763 h 204762"/>
                <a:gd name="connsiteX33" fmla="*/ 45369 w 221730"/>
                <a:gd name="connsiteY33" fmla="*/ 192633 h 204762"/>
                <a:gd name="connsiteX34" fmla="*/ 45369 w 221730"/>
                <a:gd name="connsiteY34" fmla="*/ 192633 h 204762"/>
                <a:gd name="connsiteX35" fmla="*/ 45369 w 221730"/>
                <a:gd name="connsiteY35" fmla="*/ 184334 h 204762"/>
                <a:gd name="connsiteX36" fmla="*/ 113102 w 221730"/>
                <a:gd name="connsiteY36" fmla="*/ 184334 h 204762"/>
                <a:gd name="connsiteX37" fmla="*/ 113102 w 221730"/>
                <a:gd name="connsiteY37" fmla="*/ 192633 h 204762"/>
                <a:gd name="connsiteX38" fmla="*/ 125243 w 221730"/>
                <a:gd name="connsiteY38" fmla="*/ 204763 h 204762"/>
                <a:gd name="connsiteX39" fmla="*/ 132911 w 221730"/>
                <a:gd name="connsiteY39" fmla="*/ 204763 h 204762"/>
                <a:gd name="connsiteX40" fmla="*/ 145052 w 221730"/>
                <a:gd name="connsiteY40" fmla="*/ 192633 h 204762"/>
                <a:gd name="connsiteX41" fmla="*/ 145052 w 221730"/>
                <a:gd name="connsiteY41" fmla="*/ 192633 h 204762"/>
                <a:gd name="connsiteX42" fmla="*/ 145052 w 221730"/>
                <a:gd name="connsiteY42" fmla="*/ 180504 h 204762"/>
                <a:gd name="connsiteX43" fmla="*/ 155275 w 221730"/>
                <a:gd name="connsiteY43" fmla="*/ 161990 h 204762"/>
                <a:gd name="connsiteX44" fmla="*/ 155275 w 221730"/>
                <a:gd name="connsiteY44" fmla="*/ 160713 h 204762"/>
                <a:gd name="connsiteX45" fmla="*/ 152720 w 221730"/>
                <a:gd name="connsiteY45" fmla="*/ 141561 h 204762"/>
                <a:gd name="connsiteX46" fmla="*/ 155915 w 221730"/>
                <a:gd name="connsiteY46" fmla="*/ 138369 h 204762"/>
                <a:gd name="connsiteX47" fmla="*/ 158470 w 221730"/>
                <a:gd name="connsiteY47" fmla="*/ 138369 h 204762"/>
                <a:gd name="connsiteX48" fmla="*/ 206395 w 221730"/>
                <a:gd name="connsiteY48" fmla="*/ 122409 h 204762"/>
                <a:gd name="connsiteX49" fmla="*/ 221731 w 221730"/>
                <a:gd name="connsiteY49" fmla="*/ 87297 h 204762"/>
                <a:gd name="connsiteX50" fmla="*/ 221731 w 221730"/>
                <a:gd name="connsiteY50" fmla="*/ 35587 h 204762"/>
                <a:gd name="connsiteX51" fmla="*/ 220453 w 221730"/>
                <a:gd name="connsiteY51" fmla="*/ 31118 h 204762"/>
                <a:gd name="connsiteX52" fmla="*/ 193615 w 221730"/>
                <a:gd name="connsiteY52" fmla="*/ 2390 h 204762"/>
                <a:gd name="connsiteX53" fmla="*/ 35784 w 221730"/>
                <a:gd name="connsiteY53" fmla="*/ 83467 h 204762"/>
                <a:gd name="connsiteX54" fmla="*/ 58149 w 221730"/>
                <a:gd name="connsiteY54" fmla="*/ 81552 h 204762"/>
                <a:gd name="connsiteX55" fmla="*/ 99683 w 221730"/>
                <a:gd name="connsiteY55" fmla="*/ 81552 h 204762"/>
                <a:gd name="connsiteX56" fmla="*/ 122687 w 221730"/>
                <a:gd name="connsiteY56" fmla="*/ 83467 h 204762"/>
                <a:gd name="connsiteX57" fmla="*/ 125882 w 221730"/>
                <a:gd name="connsiteY57" fmla="*/ 85382 h 204762"/>
                <a:gd name="connsiteX58" fmla="*/ 133550 w 221730"/>
                <a:gd name="connsiteY58" fmla="*/ 114110 h 204762"/>
                <a:gd name="connsiteX59" fmla="*/ 25560 w 221730"/>
                <a:gd name="connsiteY59" fmla="*/ 114110 h 204762"/>
                <a:gd name="connsiteX60" fmla="*/ 32589 w 221730"/>
                <a:gd name="connsiteY60" fmla="*/ 86020 h 204762"/>
                <a:gd name="connsiteX61" fmla="*/ 35784 w 221730"/>
                <a:gd name="connsiteY61" fmla="*/ 83467 h 204762"/>
                <a:gd name="connsiteX62" fmla="*/ 35784 w 221730"/>
                <a:gd name="connsiteY62" fmla="*/ 83467 h 204762"/>
                <a:gd name="connsiteX63" fmla="*/ 145052 w 221730"/>
                <a:gd name="connsiteY63" fmla="*/ 131985 h 204762"/>
                <a:gd name="connsiteX64" fmla="*/ 140579 w 221730"/>
                <a:gd name="connsiteY64" fmla="*/ 133900 h 204762"/>
                <a:gd name="connsiteX65" fmla="*/ 139301 w 221730"/>
                <a:gd name="connsiteY65" fmla="*/ 139008 h 204762"/>
                <a:gd name="connsiteX66" fmla="*/ 142496 w 221730"/>
                <a:gd name="connsiteY66" fmla="*/ 163267 h 204762"/>
                <a:gd name="connsiteX67" fmla="*/ 136106 w 221730"/>
                <a:gd name="connsiteY67" fmla="*/ 171566 h 204762"/>
                <a:gd name="connsiteX68" fmla="*/ 131633 w 221730"/>
                <a:gd name="connsiteY68" fmla="*/ 177312 h 204762"/>
                <a:gd name="connsiteX69" fmla="*/ 131633 w 221730"/>
                <a:gd name="connsiteY69" fmla="*/ 192633 h 204762"/>
                <a:gd name="connsiteX70" fmla="*/ 125243 w 221730"/>
                <a:gd name="connsiteY70" fmla="*/ 192633 h 204762"/>
                <a:gd name="connsiteX71" fmla="*/ 125243 w 221730"/>
                <a:gd name="connsiteY71" fmla="*/ 178588 h 204762"/>
                <a:gd name="connsiteX72" fmla="*/ 118853 w 221730"/>
                <a:gd name="connsiteY72" fmla="*/ 172204 h 204762"/>
                <a:gd name="connsiteX73" fmla="*/ 39618 w 221730"/>
                <a:gd name="connsiteY73" fmla="*/ 172204 h 204762"/>
                <a:gd name="connsiteX74" fmla="*/ 33228 w 221730"/>
                <a:gd name="connsiteY74" fmla="*/ 178588 h 204762"/>
                <a:gd name="connsiteX75" fmla="*/ 33228 w 221730"/>
                <a:gd name="connsiteY75" fmla="*/ 192633 h 204762"/>
                <a:gd name="connsiteX76" fmla="*/ 26838 w 221730"/>
                <a:gd name="connsiteY76" fmla="*/ 192633 h 204762"/>
                <a:gd name="connsiteX77" fmla="*/ 26838 w 221730"/>
                <a:gd name="connsiteY77" fmla="*/ 177950 h 204762"/>
                <a:gd name="connsiteX78" fmla="*/ 22365 w 221730"/>
                <a:gd name="connsiteY78" fmla="*/ 172204 h 204762"/>
                <a:gd name="connsiteX79" fmla="*/ 15975 w 221730"/>
                <a:gd name="connsiteY79" fmla="*/ 163905 h 204762"/>
                <a:gd name="connsiteX80" fmla="*/ 19170 w 221730"/>
                <a:gd name="connsiteY80" fmla="*/ 139646 h 204762"/>
                <a:gd name="connsiteX81" fmla="*/ 13419 w 221730"/>
                <a:gd name="connsiteY81" fmla="*/ 132624 h 204762"/>
                <a:gd name="connsiteX82" fmla="*/ 12780 w 221730"/>
                <a:gd name="connsiteY82" fmla="*/ 132624 h 204762"/>
                <a:gd name="connsiteX83" fmla="*/ 12780 w 221730"/>
                <a:gd name="connsiteY83" fmla="*/ 126240 h 204762"/>
                <a:gd name="connsiteX84" fmla="*/ 16614 w 221730"/>
                <a:gd name="connsiteY84" fmla="*/ 126240 h 204762"/>
                <a:gd name="connsiteX85" fmla="*/ 19170 w 221730"/>
                <a:gd name="connsiteY85" fmla="*/ 126878 h 204762"/>
                <a:gd name="connsiteX86" fmla="*/ 138662 w 221730"/>
                <a:gd name="connsiteY86" fmla="*/ 126878 h 204762"/>
                <a:gd name="connsiteX87" fmla="*/ 138662 w 221730"/>
                <a:gd name="connsiteY87" fmla="*/ 126878 h 204762"/>
                <a:gd name="connsiteX88" fmla="*/ 141218 w 221730"/>
                <a:gd name="connsiteY88" fmla="*/ 126240 h 204762"/>
                <a:gd name="connsiteX89" fmla="*/ 144413 w 221730"/>
                <a:gd name="connsiteY89" fmla="*/ 126240 h 204762"/>
                <a:gd name="connsiteX90" fmla="*/ 144413 w 221730"/>
                <a:gd name="connsiteY90" fmla="*/ 131985 h 204762"/>
                <a:gd name="connsiteX91" fmla="*/ 208951 w 221730"/>
                <a:gd name="connsiteY91" fmla="*/ 82190 h 204762"/>
                <a:gd name="connsiteX92" fmla="*/ 175723 w 221730"/>
                <a:gd name="connsiteY92" fmla="*/ 82190 h 204762"/>
                <a:gd name="connsiteX93" fmla="*/ 175723 w 221730"/>
                <a:gd name="connsiteY93" fmla="*/ 56654 h 204762"/>
                <a:gd name="connsiteX94" fmla="*/ 196171 w 221730"/>
                <a:gd name="connsiteY94" fmla="*/ 54101 h 204762"/>
                <a:gd name="connsiteX95" fmla="*/ 201283 w 221730"/>
                <a:gd name="connsiteY95" fmla="*/ 50270 h 204762"/>
                <a:gd name="connsiteX96" fmla="*/ 201283 w 221730"/>
                <a:gd name="connsiteY96" fmla="*/ 43886 h 204762"/>
                <a:gd name="connsiteX97" fmla="*/ 184669 w 221730"/>
                <a:gd name="connsiteY97" fmla="*/ 15797 h 204762"/>
                <a:gd name="connsiteX98" fmla="*/ 187864 w 221730"/>
                <a:gd name="connsiteY98" fmla="*/ 13882 h 204762"/>
                <a:gd name="connsiteX99" fmla="*/ 208951 w 221730"/>
                <a:gd name="connsiteY99" fmla="*/ 38779 h 204762"/>
                <a:gd name="connsiteX100" fmla="*/ 208951 w 221730"/>
                <a:gd name="connsiteY100" fmla="*/ 82190 h 204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221730" h="204762">
                  <a:moveTo>
                    <a:pt x="193615" y="2390"/>
                  </a:moveTo>
                  <a:cubicBezTo>
                    <a:pt x="191698" y="-163"/>
                    <a:pt x="187864" y="-802"/>
                    <a:pt x="185308" y="1114"/>
                  </a:cubicBezTo>
                  <a:lnTo>
                    <a:pt x="172528" y="10051"/>
                  </a:lnTo>
                  <a:cubicBezTo>
                    <a:pt x="169973" y="11966"/>
                    <a:pt x="168695" y="15797"/>
                    <a:pt x="170611" y="18350"/>
                  </a:cubicBezTo>
                  <a:lnTo>
                    <a:pt x="185308" y="42609"/>
                  </a:lnTo>
                  <a:lnTo>
                    <a:pt x="168695" y="44525"/>
                  </a:lnTo>
                  <a:cubicBezTo>
                    <a:pt x="165500" y="45163"/>
                    <a:pt x="162943" y="47717"/>
                    <a:pt x="162943" y="50909"/>
                  </a:cubicBezTo>
                  <a:lnTo>
                    <a:pt x="162943" y="87936"/>
                  </a:lnTo>
                  <a:cubicBezTo>
                    <a:pt x="162943" y="91766"/>
                    <a:pt x="165500" y="94320"/>
                    <a:pt x="169333" y="94320"/>
                  </a:cubicBezTo>
                  <a:lnTo>
                    <a:pt x="207673" y="94320"/>
                  </a:lnTo>
                  <a:cubicBezTo>
                    <a:pt x="205756" y="101342"/>
                    <a:pt x="201922" y="108364"/>
                    <a:pt x="196810" y="113472"/>
                  </a:cubicBezTo>
                  <a:cubicBezTo>
                    <a:pt x="187864" y="121771"/>
                    <a:pt x="174445" y="126240"/>
                    <a:pt x="157193" y="126240"/>
                  </a:cubicBezTo>
                  <a:lnTo>
                    <a:pt x="157193" y="124324"/>
                  </a:lnTo>
                  <a:cubicBezTo>
                    <a:pt x="157193" y="117940"/>
                    <a:pt x="152080" y="112833"/>
                    <a:pt x="145690" y="112833"/>
                  </a:cubicBezTo>
                  <a:cubicBezTo>
                    <a:pt x="145690" y="112833"/>
                    <a:pt x="145690" y="112833"/>
                    <a:pt x="145690" y="112833"/>
                  </a:cubicBezTo>
                  <a:lnTo>
                    <a:pt x="137384" y="80913"/>
                  </a:lnTo>
                  <a:cubicBezTo>
                    <a:pt x="135467" y="74529"/>
                    <a:pt x="129716" y="70060"/>
                    <a:pt x="122687" y="69422"/>
                  </a:cubicBezTo>
                  <a:lnTo>
                    <a:pt x="99683" y="67507"/>
                  </a:lnTo>
                  <a:cubicBezTo>
                    <a:pt x="84986" y="66230"/>
                    <a:pt x="70929" y="66230"/>
                    <a:pt x="56231" y="67507"/>
                  </a:cubicBezTo>
                  <a:lnTo>
                    <a:pt x="33867" y="69422"/>
                  </a:lnTo>
                  <a:cubicBezTo>
                    <a:pt x="26838" y="70060"/>
                    <a:pt x="21087" y="74529"/>
                    <a:pt x="19170" y="81552"/>
                  </a:cubicBezTo>
                  <a:lnTo>
                    <a:pt x="11502" y="112195"/>
                  </a:lnTo>
                  <a:lnTo>
                    <a:pt x="11502" y="112195"/>
                  </a:lnTo>
                  <a:cubicBezTo>
                    <a:pt x="5112" y="112195"/>
                    <a:pt x="0" y="117302"/>
                    <a:pt x="0" y="123686"/>
                  </a:cubicBezTo>
                  <a:cubicBezTo>
                    <a:pt x="0" y="123686"/>
                    <a:pt x="0" y="123686"/>
                    <a:pt x="0" y="123686"/>
                  </a:cubicBezTo>
                  <a:lnTo>
                    <a:pt x="0" y="131985"/>
                  </a:lnTo>
                  <a:cubicBezTo>
                    <a:pt x="0" y="135816"/>
                    <a:pt x="1917" y="139646"/>
                    <a:pt x="5751" y="142200"/>
                  </a:cubicBezTo>
                  <a:lnTo>
                    <a:pt x="3195" y="160713"/>
                  </a:lnTo>
                  <a:cubicBezTo>
                    <a:pt x="3195" y="160713"/>
                    <a:pt x="3195" y="161352"/>
                    <a:pt x="3195" y="161990"/>
                  </a:cubicBezTo>
                  <a:cubicBezTo>
                    <a:pt x="3195" y="169651"/>
                    <a:pt x="7029" y="176673"/>
                    <a:pt x="13419" y="180504"/>
                  </a:cubicBezTo>
                  <a:lnTo>
                    <a:pt x="13419" y="192633"/>
                  </a:lnTo>
                  <a:cubicBezTo>
                    <a:pt x="13419" y="199656"/>
                    <a:pt x="19170" y="204763"/>
                    <a:pt x="25560" y="204763"/>
                  </a:cubicBezTo>
                  <a:lnTo>
                    <a:pt x="33228" y="204763"/>
                  </a:lnTo>
                  <a:cubicBezTo>
                    <a:pt x="39618" y="204763"/>
                    <a:pt x="45369" y="199017"/>
                    <a:pt x="45369" y="192633"/>
                  </a:cubicBezTo>
                  <a:lnTo>
                    <a:pt x="45369" y="192633"/>
                  </a:lnTo>
                  <a:lnTo>
                    <a:pt x="45369" y="184334"/>
                  </a:lnTo>
                  <a:lnTo>
                    <a:pt x="113102" y="184334"/>
                  </a:lnTo>
                  <a:lnTo>
                    <a:pt x="113102" y="192633"/>
                  </a:lnTo>
                  <a:cubicBezTo>
                    <a:pt x="113102" y="199656"/>
                    <a:pt x="118853" y="204763"/>
                    <a:pt x="125243" y="204763"/>
                  </a:cubicBezTo>
                  <a:lnTo>
                    <a:pt x="132911" y="204763"/>
                  </a:lnTo>
                  <a:cubicBezTo>
                    <a:pt x="139301" y="204763"/>
                    <a:pt x="145052" y="199017"/>
                    <a:pt x="145052" y="192633"/>
                  </a:cubicBezTo>
                  <a:lnTo>
                    <a:pt x="145052" y="192633"/>
                  </a:lnTo>
                  <a:lnTo>
                    <a:pt x="145052" y="180504"/>
                  </a:lnTo>
                  <a:cubicBezTo>
                    <a:pt x="151442" y="176673"/>
                    <a:pt x="155275" y="169651"/>
                    <a:pt x="155275" y="161990"/>
                  </a:cubicBezTo>
                  <a:cubicBezTo>
                    <a:pt x="155275" y="161990"/>
                    <a:pt x="155275" y="161352"/>
                    <a:pt x="155275" y="160713"/>
                  </a:cubicBezTo>
                  <a:lnTo>
                    <a:pt x="152720" y="141561"/>
                  </a:lnTo>
                  <a:cubicBezTo>
                    <a:pt x="153998" y="140923"/>
                    <a:pt x="155275" y="139646"/>
                    <a:pt x="155915" y="138369"/>
                  </a:cubicBezTo>
                  <a:lnTo>
                    <a:pt x="158470" y="138369"/>
                  </a:lnTo>
                  <a:cubicBezTo>
                    <a:pt x="178918" y="138369"/>
                    <a:pt x="194893" y="133262"/>
                    <a:pt x="206395" y="122409"/>
                  </a:cubicBezTo>
                  <a:cubicBezTo>
                    <a:pt x="215980" y="112833"/>
                    <a:pt x="221092" y="100704"/>
                    <a:pt x="221731" y="87297"/>
                  </a:cubicBezTo>
                  <a:lnTo>
                    <a:pt x="221731" y="35587"/>
                  </a:lnTo>
                  <a:cubicBezTo>
                    <a:pt x="221731" y="34310"/>
                    <a:pt x="221092" y="32395"/>
                    <a:pt x="220453" y="31118"/>
                  </a:cubicBezTo>
                  <a:lnTo>
                    <a:pt x="193615" y="2390"/>
                  </a:lnTo>
                  <a:close/>
                  <a:moveTo>
                    <a:pt x="35784" y="83467"/>
                  </a:moveTo>
                  <a:lnTo>
                    <a:pt x="58149" y="81552"/>
                  </a:lnTo>
                  <a:cubicBezTo>
                    <a:pt x="71567" y="80275"/>
                    <a:pt x="85625" y="80275"/>
                    <a:pt x="99683" y="81552"/>
                  </a:cubicBezTo>
                  <a:lnTo>
                    <a:pt x="122687" y="83467"/>
                  </a:lnTo>
                  <a:cubicBezTo>
                    <a:pt x="123965" y="83467"/>
                    <a:pt x="125243" y="84105"/>
                    <a:pt x="125882" y="85382"/>
                  </a:cubicBezTo>
                  <a:lnTo>
                    <a:pt x="133550" y="114110"/>
                  </a:lnTo>
                  <a:lnTo>
                    <a:pt x="25560" y="114110"/>
                  </a:lnTo>
                  <a:lnTo>
                    <a:pt x="32589" y="86020"/>
                  </a:lnTo>
                  <a:cubicBezTo>
                    <a:pt x="32589" y="84744"/>
                    <a:pt x="33867" y="83467"/>
                    <a:pt x="35784" y="83467"/>
                  </a:cubicBezTo>
                  <a:lnTo>
                    <a:pt x="35784" y="83467"/>
                  </a:lnTo>
                  <a:close/>
                  <a:moveTo>
                    <a:pt x="145052" y="131985"/>
                  </a:moveTo>
                  <a:cubicBezTo>
                    <a:pt x="143135" y="131985"/>
                    <a:pt x="141857" y="132624"/>
                    <a:pt x="140579" y="133900"/>
                  </a:cubicBezTo>
                  <a:cubicBezTo>
                    <a:pt x="139301" y="135177"/>
                    <a:pt x="138662" y="137092"/>
                    <a:pt x="139301" y="139008"/>
                  </a:cubicBezTo>
                  <a:lnTo>
                    <a:pt x="142496" y="163267"/>
                  </a:lnTo>
                  <a:cubicBezTo>
                    <a:pt x="142496" y="167097"/>
                    <a:pt x="139940" y="170289"/>
                    <a:pt x="136106" y="171566"/>
                  </a:cubicBezTo>
                  <a:cubicBezTo>
                    <a:pt x="133550" y="172204"/>
                    <a:pt x="131633" y="174758"/>
                    <a:pt x="131633" y="177312"/>
                  </a:cubicBezTo>
                  <a:lnTo>
                    <a:pt x="131633" y="192633"/>
                  </a:lnTo>
                  <a:lnTo>
                    <a:pt x="125243" y="192633"/>
                  </a:lnTo>
                  <a:lnTo>
                    <a:pt x="125243" y="178588"/>
                  </a:lnTo>
                  <a:cubicBezTo>
                    <a:pt x="125243" y="174758"/>
                    <a:pt x="122687" y="172204"/>
                    <a:pt x="118853" y="172204"/>
                  </a:cubicBezTo>
                  <a:lnTo>
                    <a:pt x="39618" y="172204"/>
                  </a:lnTo>
                  <a:cubicBezTo>
                    <a:pt x="35784" y="172204"/>
                    <a:pt x="33228" y="174758"/>
                    <a:pt x="33228" y="178588"/>
                  </a:cubicBezTo>
                  <a:lnTo>
                    <a:pt x="33228" y="192633"/>
                  </a:lnTo>
                  <a:lnTo>
                    <a:pt x="26838" y="192633"/>
                  </a:lnTo>
                  <a:lnTo>
                    <a:pt x="26838" y="177950"/>
                  </a:lnTo>
                  <a:cubicBezTo>
                    <a:pt x="26838" y="175396"/>
                    <a:pt x="24921" y="172843"/>
                    <a:pt x="22365" y="172204"/>
                  </a:cubicBezTo>
                  <a:cubicBezTo>
                    <a:pt x="18531" y="170928"/>
                    <a:pt x="15975" y="167736"/>
                    <a:pt x="15975" y="163905"/>
                  </a:cubicBezTo>
                  <a:lnTo>
                    <a:pt x="19170" y="139646"/>
                  </a:lnTo>
                  <a:cubicBezTo>
                    <a:pt x="19809" y="136454"/>
                    <a:pt x="17253" y="132624"/>
                    <a:pt x="13419" y="132624"/>
                  </a:cubicBezTo>
                  <a:cubicBezTo>
                    <a:pt x="13419" y="132624"/>
                    <a:pt x="12780" y="132624"/>
                    <a:pt x="12780" y="132624"/>
                  </a:cubicBezTo>
                  <a:lnTo>
                    <a:pt x="12780" y="126240"/>
                  </a:lnTo>
                  <a:lnTo>
                    <a:pt x="16614" y="126240"/>
                  </a:lnTo>
                  <a:cubicBezTo>
                    <a:pt x="17253" y="126878"/>
                    <a:pt x="18531" y="126878"/>
                    <a:pt x="19170" y="126878"/>
                  </a:cubicBezTo>
                  <a:lnTo>
                    <a:pt x="138662" y="126878"/>
                  </a:lnTo>
                  <a:lnTo>
                    <a:pt x="138662" y="126878"/>
                  </a:lnTo>
                  <a:cubicBezTo>
                    <a:pt x="139940" y="126878"/>
                    <a:pt x="140579" y="126878"/>
                    <a:pt x="141218" y="126240"/>
                  </a:cubicBezTo>
                  <a:lnTo>
                    <a:pt x="144413" y="126240"/>
                  </a:lnTo>
                  <a:lnTo>
                    <a:pt x="144413" y="131985"/>
                  </a:lnTo>
                  <a:close/>
                  <a:moveTo>
                    <a:pt x="208951" y="82190"/>
                  </a:moveTo>
                  <a:lnTo>
                    <a:pt x="175723" y="82190"/>
                  </a:lnTo>
                  <a:lnTo>
                    <a:pt x="175723" y="56654"/>
                  </a:lnTo>
                  <a:lnTo>
                    <a:pt x="196171" y="54101"/>
                  </a:lnTo>
                  <a:cubicBezTo>
                    <a:pt x="198088" y="54101"/>
                    <a:pt x="200005" y="52185"/>
                    <a:pt x="201283" y="50270"/>
                  </a:cubicBezTo>
                  <a:cubicBezTo>
                    <a:pt x="202561" y="48355"/>
                    <a:pt x="201922" y="45801"/>
                    <a:pt x="201283" y="43886"/>
                  </a:cubicBezTo>
                  <a:lnTo>
                    <a:pt x="184669" y="15797"/>
                  </a:lnTo>
                  <a:lnTo>
                    <a:pt x="187864" y="13882"/>
                  </a:lnTo>
                  <a:lnTo>
                    <a:pt x="208951" y="38779"/>
                  </a:lnTo>
                  <a:lnTo>
                    <a:pt x="208951" y="82190"/>
                  </a:lnTo>
                  <a:close/>
                </a:path>
              </a:pathLst>
            </a:custGeom>
            <a:solidFill>
              <a:srgbClr val="43B02A"/>
            </a:solidFill>
            <a:ln w="6390" cap="flat">
              <a:noFill/>
              <a:prstDash val="solid"/>
              <a:miter/>
            </a:ln>
          </p:spPr>
          <p:txBody>
            <a:bodyPr rtlCol="0" anchor="ctr"/>
            <a:lstStyle/>
            <a:p>
              <a:endParaRPr lang="en-US"/>
            </a:p>
          </p:txBody>
        </p:sp>
      </p:grpSp>
      <p:grpSp>
        <p:nvGrpSpPr>
          <p:cNvPr id="1039" name="Graphic 4">
            <a:extLst>
              <a:ext uri="{FF2B5EF4-FFF2-40B4-BE49-F238E27FC236}">
                <a16:creationId xmlns:a16="http://schemas.microsoft.com/office/drawing/2014/main" id="{3CB65FC7-A362-0D4C-8C5B-0EB74C1F2E52}"/>
              </a:ext>
            </a:extLst>
          </p:cNvPr>
          <p:cNvGrpSpPr/>
          <p:nvPr/>
        </p:nvGrpSpPr>
        <p:grpSpPr>
          <a:xfrm>
            <a:off x="6758898" y="1402723"/>
            <a:ext cx="362313" cy="361971"/>
            <a:chOff x="5708130" y="1402723"/>
            <a:chExt cx="362313" cy="361971"/>
          </a:xfrm>
          <a:solidFill>
            <a:srgbClr val="43B02A"/>
          </a:solidFill>
        </p:grpSpPr>
        <p:sp>
          <p:nvSpPr>
            <p:cNvPr id="1040" name="Graphic 4">
              <a:extLst>
                <a:ext uri="{FF2B5EF4-FFF2-40B4-BE49-F238E27FC236}">
                  <a16:creationId xmlns:a16="http://schemas.microsoft.com/office/drawing/2014/main" id="{B35698F8-3272-124A-B974-32E350260BAA}"/>
                </a:ext>
              </a:extLst>
            </p:cNvPr>
            <p:cNvSpPr/>
            <p:nvPr/>
          </p:nvSpPr>
          <p:spPr>
            <a:xfrm>
              <a:off x="5708130" y="14027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8565 h 361971"/>
                <a:gd name="connsiteX7" fmla="*/ 12780 w 362313"/>
                <a:gd name="connsiteY7" fmla="*/ 180667 h 361971"/>
                <a:gd name="connsiteX8" fmla="*/ 180835 w 362313"/>
                <a:gd name="connsiteY8" fmla="*/ 12130 h 361971"/>
                <a:gd name="connsiteX9" fmla="*/ 349530 w 362313"/>
                <a:gd name="connsiteY9" fmla="*/ 180028 h 361971"/>
                <a:gd name="connsiteX10" fmla="*/ 349530 w 362313"/>
                <a:gd name="connsiteY10" fmla="*/ 180028 h 361971"/>
                <a:gd name="connsiteX11" fmla="*/ 181474 w 362313"/>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181474" y="348565"/>
                  </a:moveTo>
                  <a:cubicBezTo>
                    <a:pt x="88181" y="348565"/>
                    <a:pt x="12780" y="273234"/>
                    <a:pt x="12780" y="180667"/>
                  </a:cubicBezTo>
                  <a:cubicBezTo>
                    <a:pt x="12780" y="88099"/>
                    <a:pt x="88181" y="12130"/>
                    <a:pt x="180835" y="12130"/>
                  </a:cubicBezTo>
                  <a:cubicBezTo>
                    <a:pt x="274128" y="12130"/>
                    <a:pt x="349530" y="87461"/>
                    <a:pt x="349530" y="180028"/>
                  </a:cubicBezTo>
                  <a:lnTo>
                    <a:pt x="349530" y="180028"/>
                  </a:lnTo>
                  <a:cubicBezTo>
                    <a:pt x="349530" y="273234"/>
                    <a:pt x="274767" y="348565"/>
                    <a:pt x="181474" y="348565"/>
                  </a:cubicBezTo>
                  <a:close/>
                </a:path>
              </a:pathLst>
            </a:custGeom>
            <a:solidFill>
              <a:srgbClr val="43B02A"/>
            </a:solidFill>
            <a:ln w="6390" cap="flat">
              <a:noFill/>
              <a:prstDash val="solid"/>
              <a:miter/>
            </a:ln>
          </p:spPr>
          <p:txBody>
            <a:bodyPr rtlCol="0" anchor="ctr"/>
            <a:lstStyle/>
            <a:p>
              <a:endParaRPr lang="en-US"/>
            </a:p>
          </p:txBody>
        </p:sp>
        <p:sp>
          <p:nvSpPr>
            <p:cNvPr id="1041" name="Graphic 4">
              <a:extLst>
                <a:ext uri="{FF2B5EF4-FFF2-40B4-BE49-F238E27FC236}">
                  <a16:creationId xmlns:a16="http://schemas.microsoft.com/office/drawing/2014/main" id="{5D48EA12-9814-5945-83F5-21577F445F7F}"/>
                </a:ext>
              </a:extLst>
            </p:cNvPr>
            <p:cNvSpPr/>
            <p:nvPr/>
          </p:nvSpPr>
          <p:spPr>
            <a:xfrm>
              <a:off x="5939411" y="1644676"/>
              <a:ext cx="35179" cy="35111"/>
            </a:xfrm>
            <a:custGeom>
              <a:avLst/>
              <a:gdLst>
                <a:gd name="connsiteX0" fmla="*/ 17926 w 35179"/>
                <a:gd name="connsiteY0" fmla="*/ 0 h 35111"/>
                <a:gd name="connsiteX1" fmla="*/ 35 w 35179"/>
                <a:gd name="connsiteY1" fmla="*/ 17237 h 35111"/>
                <a:gd name="connsiteX2" fmla="*/ 17287 w 35179"/>
                <a:gd name="connsiteY2" fmla="*/ 35112 h 35111"/>
                <a:gd name="connsiteX3" fmla="*/ 35179 w 35179"/>
                <a:gd name="connsiteY3" fmla="*/ 17875 h 35111"/>
                <a:gd name="connsiteX4" fmla="*/ 35179 w 35179"/>
                <a:gd name="connsiteY4" fmla="*/ 17237 h 35111"/>
                <a:gd name="connsiteX5" fmla="*/ 17926 w 35179"/>
                <a:gd name="connsiteY5" fmla="*/ 0 h 35111"/>
                <a:gd name="connsiteX6" fmla="*/ 17926 w 35179"/>
                <a:gd name="connsiteY6" fmla="*/ 22344 h 35111"/>
                <a:gd name="connsiteX7" fmla="*/ 13453 w 35179"/>
                <a:gd name="connsiteY7" fmla="*/ 17875 h 35111"/>
                <a:gd name="connsiteX8" fmla="*/ 17926 w 35179"/>
                <a:gd name="connsiteY8" fmla="*/ 13406 h 35111"/>
                <a:gd name="connsiteX9" fmla="*/ 22399 w 35179"/>
                <a:gd name="connsiteY9" fmla="*/ 17875 h 35111"/>
                <a:gd name="connsiteX10" fmla="*/ 17926 w 35179"/>
                <a:gd name="connsiteY10" fmla="*/ 22344 h 35111"/>
                <a:gd name="connsiteX11" fmla="*/ 17926 w 35179"/>
                <a:gd name="connsiteY11" fmla="*/ 22344 h 35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179" h="35111">
                  <a:moveTo>
                    <a:pt x="17926" y="0"/>
                  </a:moveTo>
                  <a:cubicBezTo>
                    <a:pt x="8341" y="0"/>
                    <a:pt x="673" y="7661"/>
                    <a:pt x="35" y="17237"/>
                  </a:cubicBezTo>
                  <a:cubicBezTo>
                    <a:pt x="-604" y="26813"/>
                    <a:pt x="7703" y="34473"/>
                    <a:pt x="17287" y="35112"/>
                  </a:cubicBezTo>
                  <a:cubicBezTo>
                    <a:pt x="26872" y="35112"/>
                    <a:pt x="34540" y="27451"/>
                    <a:pt x="35179" y="17875"/>
                  </a:cubicBezTo>
                  <a:cubicBezTo>
                    <a:pt x="35179" y="17875"/>
                    <a:pt x="35179" y="17875"/>
                    <a:pt x="35179" y="17237"/>
                  </a:cubicBezTo>
                  <a:cubicBezTo>
                    <a:pt x="35179" y="7661"/>
                    <a:pt x="27511" y="0"/>
                    <a:pt x="17926" y="0"/>
                  </a:cubicBezTo>
                  <a:close/>
                  <a:moveTo>
                    <a:pt x="17926" y="22344"/>
                  </a:moveTo>
                  <a:cubicBezTo>
                    <a:pt x="15371" y="22344"/>
                    <a:pt x="13453" y="20429"/>
                    <a:pt x="13453" y="17875"/>
                  </a:cubicBezTo>
                  <a:cubicBezTo>
                    <a:pt x="13453" y="15322"/>
                    <a:pt x="15371" y="13406"/>
                    <a:pt x="17926" y="13406"/>
                  </a:cubicBezTo>
                  <a:cubicBezTo>
                    <a:pt x="20482" y="13406"/>
                    <a:pt x="22399" y="15322"/>
                    <a:pt x="22399" y="17875"/>
                  </a:cubicBezTo>
                  <a:cubicBezTo>
                    <a:pt x="22399" y="19790"/>
                    <a:pt x="20482" y="21706"/>
                    <a:pt x="17926" y="22344"/>
                  </a:cubicBezTo>
                  <a:lnTo>
                    <a:pt x="17926" y="22344"/>
                  </a:lnTo>
                  <a:close/>
                </a:path>
              </a:pathLst>
            </a:custGeom>
            <a:solidFill>
              <a:srgbClr val="43B02A"/>
            </a:solidFill>
            <a:ln w="6390" cap="flat">
              <a:noFill/>
              <a:prstDash val="solid"/>
              <a:miter/>
            </a:ln>
          </p:spPr>
          <p:txBody>
            <a:bodyPr rtlCol="0" anchor="ctr"/>
            <a:lstStyle/>
            <a:p>
              <a:endParaRPr lang="en-US"/>
            </a:p>
          </p:txBody>
        </p:sp>
        <p:sp>
          <p:nvSpPr>
            <p:cNvPr id="1042" name="Graphic 4">
              <a:extLst>
                <a:ext uri="{FF2B5EF4-FFF2-40B4-BE49-F238E27FC236}">
                  <a16:creationId xmlns:a16="http://schemas.microsoft.com/office/drawing/2014/main" id="{879B50E8-1640-BD49-9AC1-102DD542630B}"/>
                </a:ext>
              </a:extLst>
            </p:cNvPr>
            <p:cNvSpPr/>
            <p:nvPr/>
          </p:nvSpPr>
          <p:spPr>
            <a:xfrm>
              <a:off x="5807813" y="1644676"/>
              <a:ext cx="34505" cy="34473"/>
            </a:xfrm>
            <a:custGeom>
              <a:avLst/>
              <a:gdLst>
                <a:gd name="connsiteX0" fmla="*/ 17253 w 34505"/>
                <a:gd name="connsiteY0" fmla="*/ 0 h 34473"/>
                <a:gd name="connsiteX1" fmla="*/ 0 w 34505"/>
                <a:gd name="connsiteY1" fmla="*/ 17237 h 34473"/>
                <a:gd name="connsiteX2" fmla="*/ 17253 w 34505"/>
                <a:gd name="connsiteY2" fmla="*/ 34473 h 34473"/>
                <a:gd name="connsiteX3" fmla="*/ 34505 w 34505"/>
                <a:gd name="connsiteY3" fmla="*/ 17237 h 34473"/>
                <a:gd name="connsiteX4" fmla="*/ 34505 w 34505"/>
                <a:gd name="connsiteY4" fmla="*/ 17237 h 34473"/>
                <a:gd name="connsiteX5" fmla="*/ 17253 w 34505"/>
                <a:gd name="connsiteY5" fmla="*/ 0 h 34473"/>
                <a:gd name="connsiteX6" fmla="*/ 17253 w 34505"/>
                <a:gd name="connsiteY6" fmla="*/ 22344 h 34473"/>
                <a:gd name="connsiteX7" fmla="*/ 12780 w 34505"/>
                <a:gd name="connsiteY7" fmla="*/ 17875 h 34473"/>
                <a:gd name="connsiteX8" fmla="*/ 17253 w 34505"/>
                <a:gd name="connsiteY8" fmla="*/ 13406 h 34473"/>
                <a:gd name="connsiteX9" fmla="*/ 21726 w 34505"/>
                <a:gd name="connsiteY9" fmla="*/ 17875 h 34473"/>
                <a:gd name="connsiteX10" fmla="*/ 17253 w 34505"/>
                <a:gd name="connsiteY10" fmla="*/ 22344 h 34473"/>
                <a:gd name="connsiteX11" fmla="*/ 17253 w 34505"/>
                <a:gd name="connsiteY11" fmla="*/ 22344 h 3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05" h="34473">
                  <a:moveTo>
                    <a:pt x="17253" y="0"/>
                  </a:moveTo>
                  <a:cubicBezTo>
                    <a:pt x="7668" y="0"/>
                    <a:pt x="0" y="7661"/>
                    <a:pt x="0" y="17237"/>
                  </a:cubicBezTo>
                  <a:cubicBezTo>
                    <a:pt x="0" y="26813"/>
                    <a:pt x="7668" y="34473"/>
                    <a:pt x="17253" y="34473"/>
                  </a:cubicBezTo>
                  <a:cubicBezTo>
                    <a:pt x="26837" y="34473"/>
                    <a:pt x="34505" y="26813"/>
                    <a:pt x="34505" y="17237"/>
                  </a:cubicBezTo>
                  <a:cubicBezTo>
                    <a:pt x="34505" y="17237"/>
                    <a:pt x="34505" y="17237"/>
                    <a:pt x="34505" y="17237"/>
                  </a:cubicBezTo>
                  <a:cubicBezTo>
                    <a:pt x="34505" y="7661"/>
                    <a:pt x="26837" y="0"/>
                    <a:pt x="17253" y="0"/>
                  </a:cubicBezTo>
                  <a:close/>
                  <a:moveTo>
                    <a:pt x="17253" y="22344"/>
                  </a:moveTo>
                  <a:cubicBezTo>
                    <a:pt x="14697" y="22344"/>
                    <a:pt x="12780" y="20429"/>
                    <a:pt x="12780" y="17875"/>
                  </a:cubicBezTo>
                  <a:cubicBezTo>
                    <a:pt x="12780" y="15322"/>
                    <a:pt x="14697" y="13406"/>
                    <a:pt x="17253" y="13406"/>
                  </a:cubicBezTo>
                  <a:cubicBezTo>
                    <a:pt x="19809" y="13406"/>
                    <a:pt x="21726" y="15322"/>
                    <a:pt x="21726" y="17875"/>
                  </a:cubicBezTo>
                  <a:cubicBezTo>
                    <a:pt x="21726" y="19790"/>
                    <a:pt x="19809" y="21706"/>
                    <a:pt x="17253" y="22344"/>
                  </a:cubicBezTo>
                  <a:lnTo>
                    <a:pt x="17253" y="22344"/>
                  </a:lnTo>
                  <a:close/>
                </a:path>
              </a:pathLst>
            </a:custGeom>
            <a:solidFill>
              <a:srgbClr val="43B02A"/>
            </a:solidFill>
            <a:ln w="6390" cap="flat">
              <a:noFill/>
              <a:prstDash val="solid"/>
              <a:miter/>
            </a:ln>
          </p:spPr>
          <p:txBody>
            <a:bodyPr rtlCol="0" anchor="ctr"/>
            <a:lstStyle/>
            <a:p>
              <a:endParaRPr lang="en-US"/>
            </a:p>
          </p:txBody>
        </p:sp>
        <p:sp>
          <p:nvSpPr>
            <p:cNvPr id="1043" name="Graphic 4">
              <a:extLst>
                <a:ext uri="{FF2B5EF4-FFF2-40B4-BE49-F238E27FC236}">
                  <a16:creationId xmlns:a16="http://schemas.microsoft.com/office/drawing/2014/main" id="{FFBDD9C4-CE01-3142-90A1-6BDAECD6B92F}"/>
                </a:ext>
              </a:extLst>
            </p:cNvPr>
            <p:cNvSpPr/>
            <p:nvPr/>
          </p:nvSpPr>
          <p:spPr>
            <a:xfrm>
              <a:off x="5772030" y="1578283"/>
              <a:ext cx="233392" cy="85004"/>
            </a:xfrm>
            <a:custGeom>
              <a:avLst/>
              <a:gdLst>
                <a:gd name="connsiteX0" fmla="*/ 170611 w 233392"/>
                <a:gd name="connsiteY0" fmla="*/ 22344 h 85004"/>
                <a:gd name="connsiteX1" fmla="*/ 105434 w 233392"/>
                <a:gd name="connsiteY1" fmla="*/ 0 h 85004"/>
                <a:gd name="connsiteX2" fmla="*/ 103517 w 233392"/>
                <a:gd name="connsiteY2" fmla="*/ 0 h 85004"/>
                <a:gd name="connsiteX3" fmla="*/ 29394 w 233392"/>
                <a:gd name="connsiteY3" fmla="*/ 19790 h 85004"/>
                <a:gd name="connsiteX4" fmla="*/ 14697 w 233392"/>
                <a:gd name="connsiteY4" fmla="*/ 21706 h 85004"/>
                <a:gd name="connsiteX5" fmla="*/ 5112 w 233392"/>
                <a:gd name="connsiteY5" fmla="*/ 32558 h 85004"/>
                <a:gd name="connsiteX6" fmla="*/ 5112 w 233392"/>
                <a:gd name="connsiteY6" fmla="*/ 45326 h 85004"/>
                <a:gd name="connsiteX7" fmla="*/ 1917 w 233392"/>
                <a:gd name="connsiteY7" fmla="*/ 49795 h 85004"/>
                <a:gd name="connsiteX8" fmla="*/ 0 w 233392"/>
                <a:gd name="connsiteY8" fmla="*/ 56179 h 85004"/>
                <a:gd name="connsiteX9" fmla="*/ 0 w 233392"/>
                <a:gd name="connsiteY9" fmla="*/ 71500 h 85004"/>
                <a:gd name="connsiteX10" fmla="*/ 8307 w 233392"/>
                <a:gd name="connsiteY10" fmla="*/ 81715 h 85004"/>
                <a:gd name="connsiteX11" fmla="*/ 21087 w 233392"/>
                <a:gd name="connsiteY11" fmla="*/ 84907 h 85004"/>
                <a:gd name="connsiteX12" fmla="*/ 22365 w 233392"/>
                <a:gd name="connsiteY12" fmla="*/ 84907 h 85004"/>
                <a:gd name="connsiteX13" fmla="*/ 29394 w 233392"/>
                <a:gd name="connsiteY13" fmla="*/ 79161 h 85004"/>
                <a:gd name="connsiteX14" fmla="*/ 23643 w 233392"/>
                <a:gd name="connsiteY14" fmla="*/ 72139 h 85004"/>
                <a:gd name="connsiteX15" fmla="*/ 12141 w 233392"/>
                <a:gd name="connsiteY15" fmla="*/ 69585 h 85004"/>
                <a:gd name="connsiteX16" fmla="*/ 12141 w 233392"/>
                <a:gd name="connsiteY16" fmla="*/ 56179 h 85004"/>
                <a:gd name="connsiteX17" fmla="*/ 15975 w 233392"/>
                <a:gd name="connsiteY17" fmla="*/ 50433 h 85004"/>
                <a:gd name="connsiteX18" fmla="*/ 17253 w 233392"/>
                <a:gd name="connsiteY18" fmla="*/ 46603 h 85004"/>
                <a:gd name="connsiteX19" fmla="*/ 17253 w 233392"/>
                <a:gd name="connsiteY19" fmla="*/ 33835 h 85004"/>
                <a:gd name="connsiteX20" fmla="*/ 31950 w 233392"/>
                <a:gd name="connsiteY20" fmla="*/ 31920 h 85004"/>
                <a:gd name="connsiteX21" fmla="*/ 34506 w 233392"/>
                <a:gd name="connsiteY21" fmla="*/ 30643 h 85004"/>
                <a:gd name="connsiteX22" fmla="*/ 103517 w 233392"/>
                <a:gd name="connsiteY22" fmla="*/ 12130 h 85004"/>
                <a:gd name="connsiteX23" fmla="*/ 104795 w 233392"/>
                <a:gd name="connsiteY23" fmla="*/ 12130 h 85004"/>
                <a:gd name="connsiteX24" fmla="*/ 163583 w 233392"/>
                <a:gd name="connsiteY24" fmla="*/ 33197 h 85004"/>
                <a:gd name="connsiteX25" fmla="*/ 166778 w 233392"/>
                <a:gd name="connsiteY25" fmla="*/ 34473 h 85004"/>
                <a:gd name="connsiteX26" fmla="*/ 221092 w 233392"/>
                <a:gd name="connsiteY26" fmla="*/ 48518 h 85004"/>
                <a:gd name="connsiteX27" fmla="*/ 216619 w 233392"/>
                <a:gd name="connsiteY27" fmla="*/ 70224 h 85004"/>
                <a:gd name="connsiteX28" fmla="*/ 212146 w 233392"/>
                <a:gd name="connsiteY28" fmla="*/ 70862 h 85004"/>
                <a:gd name="connsiteX29" fmla="*/ 206395 w 233392"/>
                <a:gd name="connsiteY29" fmla="*/ 77884 h 85004"/>
                <a:gd name="connsiteX30" fmla="*/ 213424 w 233392"/>
                <a:gd name="connsiteY30" fmla="*/ 83630 h 85004"/>
                <a:gd name="connsiteX31" fmla="*/ 219175 w 233392"/>
                <a:gd name="connsiteY31" fmla="*/ 82992 h 85004"/>
                <a:gd name="connsiteX32" fmla="*/ 228121 w 233392"/>
                <a:gd name="connsiteY32" fmla="*/ 74692 h 85004"/>
                <a:gd name="connsiteX33" fmla="*/ 233233 w 233392"/>
                <a:gd name="connsiteY33" fmla="*/ 50433 h 85004"/>
                <a:gd name="connsiteX34" fmla="*/ 229399 w 233392"/>
                <a:gd name="connsiteY34" fmla="*/ 39581 h 85004"/>
                <a:gd name="connsiteX35" fmla="*/ 170611 w 233392"/>
                <a:gd name="connsiteY35" fmla="*/ 22344 h 85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33392" h="85004">
                  <a:moveTo>
                    <a:pt x="170611" y="22344"/>
                  </a:moveTo>
                  <a:cubicBezTo>
                    <a:pt x="152080" y="8299"/>
                    <a:pt x="129077" y="0"/>
                    <a:pt x="105434" y="0"/>
                  </a:cubicBezTo>
                  <a:lnTo>
                    <a:pt x="103517" y="0"/>
                  </a:lnTo>
                  <a:cubicBezTo>
                    <a:pt x="77318" y="0"/>
                    <a:pt x="51759" y="7022"/>
                    <a:pt x="29394" y="19790"/>
                  </a:cubicBezTo>
                  <a:lnTo>
                    <a:pt x="14697" y="21706"/>
                  </a:lnTo>
                  <a:cubicBezTo>
                    <a:pt x="9585" y="22344"/>
                    <a:pt x="5112" y="26813"/>
                    <a:pt x="5112" y="32558"/>
                  </a:cubicBezTo>
                  <a:lnTo>
                    <a:pt x="5112" y="45326"/>
                  </a:lnTo>
                  <a:lnTo>
                    <a:pt x="1917" y="49795"/>
                  </a:lnTo>
                  <a:cubicBezTo>
                    <a:pt x="639" y="51710"/>
                    <a:pt x="0" y="53625"/>
                    <a:pt x="0" y="56179"/>
                  </a:cubicBezTo>
                  <a:lnTo>
                    <a:pt x="0" y="71500"/>
                  </a:lnTo>
                  <a:cubicBezTo>
                    <a:pt x="0" y="76608"/>
                    <a:pt x="3834" y="81076"/>
                    <a:pt x="8307" y="81715"/>
                  </a:cubicBezTo>
                  <a:lnTo>
                    <a:pt x="21087" y="84907"/>
                  </a:lnTo>
                  <a:cubicBezTo>
                    <a:pt x="21726" y="84907"/>
                    <a:pt x="21726" y="84907"/>
                    <a:pt x="22365" y="84907"/>
                  </a:cubicBezTo>
                  <a:cubicBezTo>
                    <a:pt x="26199" y="85545"/>
                    <a:pt x="28755" y="82992"/>
                    <a:pt x="29394" y="79161"/>
                  </a:cubicBezTo>
                  <a:cubicBezTo>
                    <a:pt x="30033" y="75331"/>
                    <a:pt x="27477" y="72777"/>
                    <a:pt x="23643" y="72139"/>
                  </a:cubicBezTo>
                  <a:lnTo>
                    <a:pt x="12141" y="69585"/>
                  </a:lnTo>
                  <a:lnTo>
                    <a:pt x="12141" y="56179"/>
                  </a:lnTo>
                  <a:lnTo>
                    <a:pt x="15975" y="50433"/>
                  </a:lnTo>
                  <a:cubicBezTo>
                    <a:pt x="16614" y="49157"/>
                    <a:pt x="17253" y="47880"/>
                    <a:pt x="17253" y="46603"/>
                  </a:cubicBezTo>
                  <a:lnTo>
                    <a:pt x="17253" y="33835"/>
                  </a:lnTo>
                  <a:lnTo>
                    <a:pt x="31950" y="31920"/>
                  </a:lnTo>
                  <a:cubicBezTo>
                    <a:pt x="33228" y="31920"/>
                    <a:pt x="33867" y="31281"/>
                    <a:pt x="34506" y="30643"/>
                  </a:cubicBezTo>
                  <a:cubicBezTo>
                    <a:pt x="55593" y="17875"/>
                    <a:pt x="79235" y="11491"/>
                    <a:pt x="103517" y="12130"/>
                  </a:cubicBezTo>
                  <a:lnTo>
                    <a:pt x="104795" y="12130"/>
                  </a:lnTo>
                  <a:cubicBezTo>
                    <a:pt x="125882" y="12768"/>
                    <a:pt x="146969" y="19790"/>
                    <a:pt x="163583" y="33197"/>
                  </a:cubicBezTo>
                  <a:cubicBezTo>
                    <a:pt x="164860" y="33835"/>
                    <a:pt x="165500" y="34473"/>
                    <a:pt x="166778" y="34473"/>
                  </a:cubicBezTo>
                  <a:cubicBezTo>
                    <a:pt x="185308" y="36389"/>
                    <a:pt x="210229" y="40857"/>
                    <a:pt x="221092" y="48518"/>
                  </a:cubicBezTo>
                  <a:lnTo>
                    <a:pt x="216619" y="70224"/>
                  </a:lnTo>
                  <a:lnTo>
                    <a:pt x="212146" y="70862"/>
                  </a:lnTo>
                  <a:cubicBezTo>
                    <a:pt x="208312" y="71500"/>
                    <a:pt x="206395" y="74692"/>
                    <a:pt x="206395" y="77884"/>
                  </a:cubicBezTo>
                  <a:cubicBezTo>
                    <a:pt x="206395" y="81076"/>
                    <a:pt x="210229" y="83630"/>
                    <a:pt x="213424" y="83630"/>
                  </a:cubicBezTo>
                  <a:lnTo>
                    <a:pt x="219175" y="82992"/>
                  </a:lnTo>
                  <a:cubicBezTo>
                    <a:pt x="223648" y="82353"/>
                    <a:pt x="227482" y="79161"/>
                    <a:pt x="228121" y="74692"/>
                  </a:cubicBezTo>
                  <a:lnTo>
                    <a:pt x="233233" y="50433"/>
                  </a:lnTo>
                  <a:cubicBezTo>
                    <a:pt x="233872" y="46603"/>
                    <a:pt x="232594" y="42134"/>
                    <a:pt x="229399" y="39581"/>
                  </a:cubicBezTo>
                  <a:cubicBezTo>
                    <a:pt x="215980" y="28728"/>
                    <a:pt x="183391" y="23621"/>
                    <a:pt x="170611" y="22344"/>
                  </a:cubicBezTo>
                  <a:close/>
                </a:path>
              </a:pathLst>
            </a:custGeom>
            <a:solidFill>
              <a:srgbClr val="43B02A"/>
            </a:solidFill>
            <a:ln w="6390" cap="flat">
              <a:noFill/>
              <a:prstDash val="solid"/>
              <a:miter/>
            </a:ln>
          </p:spPr>
          <p:txBody>
            <a:bodyPr rtlCol="0" anchor="ctr"/>
            <a:lstStyle/>
            <a:p>
              <a:endParaRPr lang="en-US"/>
            </a:p>
          </p:txBody>
        </p:sp>
        <p:sp>
          <p:nvSpPr>
            <p:cNvPr id="1044" name="Graphic 4">
              <a:extLst>
                <a:ext uri="{FF2B5EF4-FFF2-40B4-BE49-F238E27FC236}">
                  <a16:creationId xmlns:a16="http://schemas.microsoft.com/office/drawing/2014/main" id="{286187D4-2988-AE4A-86B4-20424695F5BE}"/>
                </a:ext>
              </a:extLst>
            </p:cNvPr>
            <p:cNvSpPr/>
            <p:nvPr/>
          </p:nvSpPr>
          <p:spPr>
            <a:xfrm>
              <a:off x="5848070" y="1653613"/>
              <a:ext cx="86902" cy="12767"/>
            </a:xfrm>
            <a:custGeom>
              <a:avLst/>
              <a:gdLst>
                <a:gd name="connsiteX0" fmla="*/ 80513 w 86902"/>
                <a:gd name="connsiteY0" fmla="*/ 0 h 12767"/>
                <a:gd name="connsiteX1" fmla="*/ 6390 w 86902"/>
                <a:gd name="connsiteY1" fmla="*/ 0 h 12767"/>
                <a:gd name="connsiteX2" fmla="*/ 0 w 86902"/>
                <a:gd name="connsiteY2" fmla="*/ 6384 h 12767"/>
                <a:gd name="connsiteX3" fmla="*/ 6390 w 86902"/>
                <a:gd name="connsiteY3" fmla="*/ 12768 h 12767"/>
                <a:gd name="connsiteX4" fmla="*/ 80513 w 86902"/>
                <a:gd name="connsiteY4" fmla="*/ 12768 h 12767"/>
                <a:gd name="connsiteX5" fmla="*/ 86903 w 86902"/>
                <a:gd name="connsiteY5" fmla="*/ 6384 h 12767"/>
                <a:gd name="connsiteX6" fmla="*/ 80513 w 8690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902" h="12767">
                  <a:moveTo>
                    <a:pt x="80513" y="0"/>
                  </a:moveTo>
                  <a:lnTo>
                    <a:pt x="6390" y="0"/>
                  </a:lnTo>
                  <a:cubicBezTo>
                    <a:pt x="2556" y="0"/>
                    <a:pt x="0" y="2554"/>
                    <a:pt x="0" y="6384"/>
                  </a:cubicBezTo>
                  <a:cubicBezTo>
                    <a:pt x="0" y="10214"/>
                    <a:pt x="2556" y="12768"/>
                    <a:pt x="6390" y="12768"/>
                  </a:cubicBezTo>
                  <a:lnTo>
                    <a:pt x="80513" y="12768"/>
                  </a:lnTo>
                  <a:cubicBezTo>
                    <a:pt x="84347" y="12768"/>
                    <a:pt x="86903" y="10214"/>
                    <a:pt x="86903" y="6384"/>
                  </a:cubicBezTo>
                  <a:cubicBezTo>
                    <a:pt x="86903" y="2554"/>
                    <a:pt x="83708" y="0"/>
                    <a:pt x="80513" y="0"/>
                  </a:cubicBezTo>
                  <a:close/>
                </a:path>
              </a:pathLst>
            </a:custGeom>
            <a:solidFill>
              <a:srgbClr val="43B02A"/>
            </a:solidFill>
            <a:ln w="6390" cap="flat">
              <a:noFill/>
              <a:prstDash val="solid"/>
              <a:miter/>
            </a:ln>
          </p:spPr>
          <p:txBody>
            <a:bodyPr rtlCol="0" anchor="ctr"/>
            <a:lstStyle/>
            <a:p>
              <a:endParaRPr lang="en-US"/>
            </a:p>
          </p:txBody>
        </p:sp>
        <p:sp>
          <p:nvSpPr>
            <p:cNvPr id="1045" name="Graphic 4">
              <a:extLst>
                <a:ext uri="{FF2B5EF4-FFF2-40B4-BE49-F238E27FC236}">
                  <a16:creationId xmlns:a16="http://schemas.microsoft.com/office/drawing/2014/main" id="{DB4D2D50-E5D9-8C4B-94E9-14D207A9B386}"/>
                </a:ext>
              </a:extLst>
            </p:cNvPr>
            <p:cNvSpPr/>
            <p:nvPr/>
          </p:nvSpPr>
          <p:spPr>
            <a:xfrm>
              <a:off x="5864045" y="1531006"/>
              <a:ext cx="33866" cy="33869"/>
            </a:xfrm>
            <a:custGeom>
              <a:avLst/>
              <a:gdLst>
                <a:gd name="connsiteX0" fmla="*/ 0 w 33866"/>
                <a:gd name="connsiteY0" fmla="*/ 16633 h 33869"/>
                <a:gd name="connsiteX1" fmla="*/ 17253 w 33866"/>
                <a:gd name="connsiteY1" fmla="*/ 33870 h 33869"/>
                <a:gd name="connsiteX2" fmla="*/ 33867 w 33866"/>
                <a:gd name="connsiteY2" fmla="*/ 17271 h 33869"/>
                <a:gd name="connsiteX3" fmla="*/ 17253 w 33866"/>
                <a:gd name="connsiteY3" fmla="*/ 35 h 33869"/>
                <a:gd name="connsiteX4" fmla="*/ 0 w 33866"/>
                <a:gd name="connsiteY4" fmla="*/ 16633 h 33869"/>
                <a:gd name="connsiteX5" fmla="*/ 0 w 33866"/>
                <a:gd name="connsiteY5" fmla="*/ 16633 h 33869"/>
                <a:gd name="connsiteX6" fmla="*/ 21087 w 33866"/>
                <a:gd name="connsiteY6" fmla="*/ 16633 h 33869"/>
                <a:gd name="connsiteX7" fmla="*/ 16614 w 33866"/>
                <a:gd name="connsiteY7" fmla="*/ 21102 h 33869"/>
                <a:gd name="connsiteX8" fmla="*/ 12780 w 33866"/>
                <a:gd name="connsiteY8" fmla="*/ 17271 h 33869"/>
                <a:gd name="connsiteX9" fmla="*/ 16614 w 33866"/>
                <a:gd name="connsiteY9" fmla="*/ 12803 h 33869"/>
                <a:gd name="connsiteX10" fmla="*/ 21087 w 33866"/>
                <a:gd name="connsiteY10" fmla="*/ 16633 h 33869"/>
                <a:gd name="connsiteX11" fmla="*/ 21087 w 33866"/>
                <a:gd name="connsiteY11" fmla="*/ 16633 h 3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66" h="33869">
                  <a:moveTo>
                    <a:pt x="0" y="16633"/>
                  </a:moveTo>
                  <a:cubicBezTo>
                    <a:pt x="0" y="26209"/>
                    <a:pt x="7668" y="33870"/>
                    <a:pt x="17253" y="33870"/>
                  </a:cubicBezTo>
                  <a:cubicBezTo>
                    <a:pt x="26838" y="33870"/>
                    <a:pt x="33867" y="26209"/>
                    <a:pt x="33867" y="17271"/>
                  </a:cubicBezTo>
                  <a:cubicBezTo>
                    <a:pt x="33867" y="8334"/>
                    <a:pt x="26199" y="673"/>
                    <a:pt x="17253" y="35"/>
                  </a:cubicBezTo>
                  <a:cubicBezTo>
                    <a:pt x="8307" y="-604"/>
                    <a:pt x="0" y="7695"/>
                    <a:pt x="0" y="16633"/>
                  </a:cubicBezTo>
                  <a:lnTo>
                    <a:pt x="0" y="16633"/>
                  </a:lnTo>
                  <a:close/>
                  <a:moveTo>
                    <a:pt x="21087" y="16633"/>
                  </a:moveTo>
                  <a:cubicBezTo>
                    <a:pt x="21087" y="19187"/>
                    <a:pt x="19170" y="21102"/>
                    <a:pt x="16614" y="21102"/>
                  </a:cubicBezTo>
                  <a:cubicBezTo>
                    <a:pt x="14058" y="21102"/>
                    <a:pt x="12780" y="19187"/>
                    <a:pt x="12780" y="17271"/>
                  </a:cubicBezTo>
                  <a:cubicBezTo>
                    <a:pt x="12780" y="15356"/>
                    <a:pt x="14697" y="13441"/>
                    <a:pt x="16614" y="12803"/>
                  </a:cubicBezTo>
                  <a:cubicBezTo>
                    <a:pt x="19170" y="12803"/>
                    <a:pt x="21087" y="14718"/>
                    <a:pt x="21087" y="16633"/>
                  </a:cubicBezTo>
                  <a:lnTo>
                    <a:pt x="21087" y="16633"/>
                  </a:lnTo>
                  <a:close/>
                </a:path>
              </a:pathLst>
            </a:custGeom>
            <a:solidFill>
              <a:srgbClr val="43B02A"/>
            </a:solidFill>
            <a:ln w="6390" cap="flat">
              <a:noFill/>
              <a:prstDash val="solid"/>
              <a:miter/>
            </a:ln>
          </p:spPr>
          <p:txBody>
            <a:bodyPr rtlCol="0" anchor="ctr"/>
            <a:lstStyle/>
            <a:p>
              <a:endParaRPr lang="en-US"/>
            </a:p>
          </p:txBody>
        </p:sp>
        <p:sp>
          <p:nvSpPr>
            <p:cNvPr id="1046" name="Graphic 4">
              <a:extLst>
                <a:ext uri="{FF2B5EF4-FFF2-40B4-BE49-F238E27FC236}">
                  <a16:creationId xmlns:a16="http://schemas.microsoft.com/office/drawing/2014/main" id="{B81B19B3-881F-704F-B3E5-AD43C1F728CA}"/>
                </a:ext>
              </a:extLst>
            </p:cNvPr>
            <p:cNvSpPr/>
            <p:nvPr/>
          </p:nvSpPr>
          <p:spPr>
            <a:xfrm>
              <a:off x="5825675" y="1474701"/>
              <a:ext cx="111051" cy="36549"/>
            </a:xfrm>
            <a:custGeom>
              <a:avLst/>
              <a:gdLst>
                <a:gd name="connsiteX0" fmla="*/ 5781 w 111051"/>
                <a:gd name="connsiteY0" fmla="*/ 36549 h 36549"/>
                <a:gd name="connsiteX1" fmla="*/ 10893 w 111051"/>
                <a:gd name="connsiteY1" fmla="*/ 33996 h 36549"/>
                <a:gd name="connsiteX2" fmla="*/ 90128 w 111051"/>
                <a:gd name="connsiteY2" fmla="*/ 24420 h 36549"/>
                <a:gd name="connsiteX3" fmla="*/ 99713 w 111051"/>
                <a:gd name="connsiteY3" fmla="*/ 33996 h 36549"/>
                <a:gd name="connsiteX4" fmla="*/ 108659 w 111051"/>
                <a:gd name="connsiteY4" fmla="*/ 35273 h 36549"/>
                <a:gd name="connsiteX5" fmla="*/ 109937 w 111051"/>
                <a:gd name="connsiteY5" fmla="*/ 26335 h 36549"/>
                <a:gd name="connsiteX6" fmla="*/ 12810 w 111051"/>
                <a:gd name="connsiteY6" fmla="*/ 14844 h 36549"/>
                <a:gd name="connsiteX7" fmla="*/ 1309 w 111051"/>
                <a:gd name="connsiteY7" fmla="*/ 26335 h 36549"/>
                <a:gd name="connsiteX8" fmla="*/ 2586 w 111051"/>
                <a:gd name="connsiteY8" fmla="*/ 35273 h 36549"/>
                <a:gd name="connsiteX9" fmla="*/ 5781 w 111051"/>
                <a:gd name="connsiteY9" fmla="*/ 36549 h 36549"/>
                <a:gd name="connsiteX10" fmla="*/ 5781 w 111051"/>
                <a:gd name="connsiteY10" fmla="*/ 36549 h 36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051" h="36549">
                  <a:moveTo>
                    <a:pt x="5781" y="36549"/>
                  </a:moveTo>
                  <a:cubicBezTo>
                    <a:pt x="7698" y="36549"/>
                    <a:pt x="9615" y="35911"/>
                    <a:pt x="10893" y="33996"/>
                  </a:cubicBezTo>
                  <a:cubicBezTo>
                    <a:pt x="30063" y="9737"/>
                    <a:pt x="65847" y="5268"/>
                    <a:pt x="90128" y="24420"/>
                  </a:cubicBezTo>
                  <a:cubicBezTo>
                    <a:pt x="93963" y="26973"/>
                    <a:pt x="96518" y="30165"/>
                    <a:pt x="99713" y="33996"/>
                  </a:cubicBezTo>
                  <a:cubicBezTo>
                    <a:pt x="101630" y="36549"/>
                    <a:pt x="106103" y="37188"/>
                    <a:pt x="108659" y="35273"/>
                  </a:cubicBezTo>
                  <a:cubicBezTo>
                    <a:pt x="111215" y="33357"/>
                    <a:pt x="111854" y="28889"/>
                    <a:pt x="109937" y="26335"/>
                  </a:cubicBezTo>
                  <a:cubicBezTo>
                    <a:pt x="86295" y="-3670"/>
                    <a:pt x="42843" y="-8777"/>
                    <a:pt x="12810" y="14844"/>
                  </a:cubicBezTo>
                  <a:cubicBezTo>
                    <a:pt x="8337" y="18036"/>
                    <a:pt x="4503" y="21866"/>
                    <a:pt x="1309" y="26335"/>
                  </a:cubicBezTo>
                  <a:cubicBezTo>
                    <a:pt x="-609" y="28889"/>
                    <a:pt x="-609" y="33357"/>
                    <a:pt x="2586" y="35273"/>
                  </a:cubicBezTo>
                  <a:cubicBezTo>
                    <a:pt x="3225" y="35911"/>
                    <a:pt x="5142" y="36549"/>
                    <a:pt x="5781" y="36549"/>
                  </a:cubicBezTo>
                  <a:lnTo>
                    <a:pt x="5781" y="36549"/>
                  </a:lnTo>
                  <a:close/>
                </a:path>
              </a:pathLst>
            </a:custGeom>
            <a:solidFill>
              <a:srgbClr val="43B02A"/>
            </a:solidFill>
            <a:ln w="6390" cap="flat">
              <a:noFill/>
              <a:prstDash val="solid"/>
              <a:miter/>
            </a:ln>
          </p:spPr>
          <p:txBody>
            <a:bodyPr rtlCol="0" anchor="ctr"/>
            <a:lstStyle/>
            <a:p>
              <a:endParaRPr lang="en-US"/>
            </a:p>
          </p:txBody>
        </p:sp>
        <p:sp>
          <p:nvSpPr>
            <p:cNvPr id="1047" name="Graphic 4">
              <a:extLst>
                <a:ext uri="{FF2B5EF4-FFF2-40B4-BE49-F238E27FC236}">
                  <a16:creationId xmlns:a16="http://schemas.microsoft.com/office/drawing/2014/main" id="{1B5FA67F-0A54-8941-97DE-9EC0A9C5B8E9}"/>
                </a:ext>
              </a:extLst>
            </p:cNvPr>
            <p:cNvSpPr/>
            <p:nvPr/>
          </p:nvSpPr>
          <p:spPr>
            <a:xfrm>
              <a:off x="5845677" y="1503451"/>
              <a:ext cx="71240" cy="27590"/>
            </a:xfrm>
            <a:custGeom>
              <a:avLst/>
              <a:gdLst>
                <a:gd name="connsiteX0" fmla="*/ 59902 w 71240"/>
                <a:gd name="connsiteY0" fmla="*/ 25036 h 27590"/>
                <a:gd name="connsiteX1" fmla="*/ 65014 w 71240"/>
                <a:gd name="connsiteY1" fmla="*/ 27590 h 27590"/>
                <a:gd name="connsiteX2" fmla="*/ 68848 w 71240"/>
                <a:gd name="connsiteY2" fmla="*/ 26313 h 27590"/>
                <a:gd name="connsiteX3" fmla="*/ 70126 w 71240"/>
                <a:gd name="connsiteY3" fmla="*/ 17376 h 27590"/>
                <a:gd name="connsiteX4" fmla="*/ 10061 w 71240"/>
                <a:gd name="connsiteY4" fmla="*/ 8438 h 27590"/>
                <a:gd name="connsiteX5" fmla="*/ 1115 w 71240"/>
                <a:gd name="connsiteY5" fmla="*/ 17376 h 27590"/>
                <a:gd name="connsiteX6" fmla="*/ 2393 w 71240"/>
                <a:gd name="connsiteY6" fmla="*/ 26313 h 27590"/>
                <a:gd name="connsiteX7" fmla="*/ 11338 w 71240"/>
                <a:gd name="connsiteY7" fmla="*/ 25036 h 27590"/>
                <a:gd name="connsiteX8" fmla="*/ 53512 w 71240"/>
                <a:gd name="connsiteY8" fmla="*/ 18652 h 27590"/>
                <a:gd name="connsiteX9" fmla="*/ 59902 w 71240"/>
                <a:gd name="connsiteY9" fmla="*/ 25036 h 27590"/>
                <a:gd name="connsiteX10" fmla="*/ 59902 w 71240"/>
                <a:gd name="connsiteY10" fmla="*/ 25036 h 27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240" h="27590">
                  <a:moveTo>
                    <a:pt x="59902" y="25036"/>
                  </a:moveTo>
                  <a:cubicBezTo>
                    <a:pt x="61180" y="26952"/>
                    <a:pt x="63097" y="27590"/>
                    <a:pt x="65014" y="27590"/>
                  </a:cubicBezTo>
                  <a:cubicBezTo>
                    <a:pt x="66292" y="27590"/>
                    <a:pt x="67570" y="26952"/>
                    <a:pt x="68848" y="26313"/>
                  </a:cubicBezTo>
                  <a:cubicBezTo>
                    <a:pt x="71404" y="24398"/>
                    <a:pt x="72043" y="20568"/>
                    <a:pt x="70126" y="17376"/>
                  </a:cubicBezTo>
                  <a:cubicBezTo>
                    <a:pt x="56068" y="-1776"/>
                    <a:pt x="29230" y="-5607"/>
                    <a:pt x="10061" y="8438"/>
                  </a:cubicBezTo>
                  <a:cubicBezTo>
                    <a:pt x="6226" y="10992"/>
                    <a:pt x="3671" y="14184"/>
                    <a:pt x="1115" y="17376"/>
                  </a:cubicBezTo>
                  <a:cubicBezTo>
                    <a:pt x="-802" y="19929"/>
                    <a:pt x="-163" y="24398"/>
                    <a:pt x="2393" y="26313"/>
                  </a:cubicBezTo>
                  <a:cubicBezTo>
                    <a:pt x="4948" y="28228"/>
                    <a:pt x="9421" y="27590"/>
                    <a:pt x="11338" y="25036"/>
                  </a:cubicBezTo>
                  <a:cubicBezTo>
                    <a:pt x="20923" y="11630"/>
                    <a:pt x="40093" y="8438"/>
                    <a:pt x="53512" y="18652"/>
                  </a:cubicBezTo>
                  <a:cubicBezTo>
                    <a:pt x="56068" y="20568"/>
                    <a:pt x="57985" y="22483"/>
                    <a:pt x="59902" y="25036"/>
                  </a:cubicBezTo>
                  <a:lnTo>
                    <a:pt x="59902" y="25036"/>
                  </a:lnTo>
                  <a:close/>
                </a:path>
              </a:pathLst>
            </a:custGeom>
            <a:solidFill>
              <a:srgbClr val="43B02A"/>
            </a:solidFill>
            <a:ln w="6390" cap="flat">
              <a:noFill/>
              <a:prstDash val="solid"/>
              <a:miter/>
            </a:ln>
          </p:spPr>
          <p:txBody>
            <a:bodyPr rtlCol="0" anchor="ctr"/>
            <a:lstStyle/>
            <a:p>
              <a:endParaRPr lang="en-US"/>
            </a:p>
          </p:txBody>
        </p:sp>
      </p:grpSp>
      <p:grpSp>
        <p:nvGrpSpPr>
          <p:cNvPr id="1048" name="Graphic 4">
            <a:extLst>
              <a:ext uri="{FF2B5EF4-FFF2-40B4-BE49-F238E27FC236}">
                <a16:creationId xmlns:a16="http://schemas.microsoft.com/office/drawing/2014/main" id="{084F8E1B-43C1-794D-B42D-7D360BAB0A68}"/>
              </a:ext>
            </a:extLst>
          </p:cNvPr>
          <p:cNvGrpSpPr/>
          <p:nvPr/>
        </p:nvGrpSpPr>
        <p:grpSpPr>
          <a:xfrm>
            <a:off x="6758898" y="3824168"/>
            <a:ext cx="362313" cy="361971"/>
            <a:chOff x="5708130" y="3824168"/>
            <a:chExt cx="362313" cy="361971"/>
          </a:xfrm>
          <a:solidFill>
            <a:srgbClr val="43B02A"/>
          </a:solidFill>
        </p:grpSpPr>
        <p:sp>
          <p:nvSpPr>
            <p:cNvPr id="1049" name="Graphic 4">
              <a:extLst>
                <a:ext uri="{FF2B5EF4-FFF2-40B4-BE49-F238E27FC236}">
                  <a16:creationId xmlns:a16="http://schemas.microsoft.com/office/drawing/2014/main" id="{7CC6DE67-E375-914A-9813-C99397070202}"/>
                </a:ext>
              </a:extLst>
            </p:cNvPr>
            <p:cNvSpPr/>
            <p:nvPr/>
          </p:nvSpPr>
          <p:spPr>
            <a:xfrm>
              <a:off x="5708130" y="3824168"/>
              <a:ext cx="362313" cy="361971"/>
            </a:xfrm>
            <a:custGeom>
              <a:avLst/>
              <a:gdLst>
                <a:gd name="connsiteX0" fmla="*/ 181474 w 362313"/>
                <a:gd name="connsiteY0" fmla="*/ 0 h 361971"/>
                <a:gd name="connsiteX1" fmla="*/ 0 w 362313"/>
                <a:gd name="connsiteY1" fmla="*/ 180667 h 361971"/>
                <a:gd name="connsiteX2" fmla="*/ 180835 w 362313"/>
                <a:gd name="connsiteY2" fmla="*/ 361971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6"/>
                    <a:pt x="0" y="180667"/>
                  </a:cubicBezTo>
                  <a:cubicBezTo>
                    <a:pt x="0" y="280257"/>
                    <a:pt x="81152" y="361971"/>
                    <a:pt x="180835" y="361971"/>
                  </a:cubicBezTo>
                  <a:cubicBezTo>
                    <a:pt x="280518" y="361971"/>
                    <a:pt x="362310" y="280895"/>
                    <a:pt x="362310" y="181305"/>
                  </a:cubicBezTo>
                  <a:lnTo>
                    <a:pt x="362310" y="181305"/>
                  </a:lnTo>
                  <a:cubicBezTo>
                    <a:pt x="362948" y="81076"/>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lnTo>
                    <a:pt x="349530" y="180667"/>
                  </a:lnTo>
                  <a:cubicBezTo>
                    <a:pt x="349530" y="273873"/>
                    <a:pt x="274767" y="349204"/>
                    <a:pt x="181474" y="349204"/>
                  </a:cubicBezTo>
                  <a:lnTo>
                    <a:pt x="181474" y="349204"/>
                  </a:lnTo>
                  <a:close/>
                </a:path>
              </a:pathLst>
            </a:custGeom>
            <a:solidFill>
              <a:srgbClr val="43B02A"/>
            </a:solidFill>
            <a:ln w="6390" cap="flat">
              <a:noFill/>
              <a:prstDash val="solid"/>
              <a:miter/>
            </a:ln>
          </p:spPr>
          <p:txBody>
            <a:bodyPr rtlCol="0" anchor="ctr"/>
            <a:lstStyle/>
            <a:p>
              <a:endParaRPr lang="en-US"/>
            </a:p>
          </p:txBody>
        </p:sp>
        <p:sp>
          <p:nvSpPr>
            <p:cNvPr id="1050" name="Graphic 4">
              <a:extLst>
                <a:ext uri="{FF2B5EF4-FFF2-40B4-BE49-F238E27FC236}">
                  <a16:creationId xmlns:a16="http://schemas.microsoft.com/office/drawing/2014/main" id="{A3E7300D-EF8D-7A44-B933-3E7C8F511629}"/>
                </a:ext>
              </a:extLst>
            </p:cNvPr>
            <p:cNvSpPr/>
            <p:nvPr/>
          </p:nvSpPr>
          <p:spPr>
            <a:xfrm>
              <a:off x="5768170" y="3923439"/>
              <a:ext cx="242230" cy="164387"/>
            </a:xfrm>
            <a:custGeom>
              <a:avLst/>
              <a:gdLst>
                <a:gd name="connsiteX0" fmla="*/ 241566 w 242230"/>
                <a:gd name="connsiteY0" fmla="*/ 60329 h 164387"/>
                <a:gd name="connsiteX1" fmla="*/ 223674 w 242230"/>
                <a:gd name="connsiteY1" fmla="*/ 48837 h 164387"/>
                <a:gd name="connsiteX2" fmla="*/ 210894 w 242230"/>
                <a:gd name="connsiteY2" fmla="*/ 48837 h 164387"/>
                <a:gd name="connsiteX3" fmla="*/ 191724 w 242230"/>
                <a:gd name="connsiteY3" fmla="*/ 16279 h 164387"/>
                <a:gd name="connsiteX4" fmla="*/ 172554 w 242230"/>
                <a:gd name="connsiteY4" fmla="*/ 957 h 164387"/>
                <a:gd name="connsiteX5" fmla="*/ 171276 w 242230"/>
                <a:gd name="connsiteY5" fmla="*/ 957 h 164387"/>
                <a:gd name="connsiteX6" fmla="*/ 70315 w 242230"/>
                <a:gd name="connsiteY6" fmla="*/ 957 h 164387"/>
                <a:gd name="connsiteX7" fmla="*/ 69037 w 242230"/>
                <a:gd name="connsiteY7" fmla="*/ 957 h 164387"/>
                <a:gd name="connsiteX8" fmla="*/ 49867 w 242230"/>
                <a:gd name="connsiteY8" fmla="*/ 15641 h 164387"/>
                <a:gd name="connsiteX9" fmla="*/ 26864 w 242230"/>
                <a:gd name="connsiteY9" fmla="*/ 48837 h 164387"/>
                <a:gd name="connsiteX10" fmla="*/ 17918 w 242230"/>
                <a:gd name="connsiteY10" fmla="*/ 48837 h 164387"/>
                <a:gd name="connsiteX11" fmla="*/ 665 w 242230"/>
                <a:gd name="connsiteY11" fmla="*/ 59690 h 164387"/>
                <a:gd name="connsiteX12" fmla="*/ 1943 w 242230"/>
                <a:gd name="connsiteY12" fmla="*/ 70543 h 164387"/>
                <a:gd name="connsiteX13" fmla="*/ 11528 w 242230"/>
                <a:gd name="connsiteY13" fmla="*/ 77565 h 164387"/>
                <a:gd name="connsiteX14" fmla="*/ 16640 w 242230"/>
                <a:gd name="connsiteY14" fmla="*/ 78842 h 164387"/>
                <a:gd name="connsiteX15" fmla="*/ 16640 w 242230"/>
                <a:gd name="connsiteY15" fmla="*/ 79481 h 164387"/>
                <a:gd name="connsiteX16" fmla="*/ 16001 w 242230"/>
                <a:gd name="connsiteY16" fmla="*/ 142682 h 164387"/>
                <a:gd name="connsiteX17" fmla="*/ 22391 w 242230"/>
                <a:gd name="connsiteY17" fmla="*/ 157365 h 164387"/>
                <a:gd name="connsiteX18" fmla="*/ 37088 w 242230"/>
                <a:gd name="connsiteY18" fmla="*/ 163749 h 164387"/>
                <a:gd name="connsiteX19" fmla="*/ 51784 w 242230"/>
                <a:gd name="connsiteY19" fmla="*/ 163749 h 164387"/>
                <a:gd name="connsiteX20" fmla="*/ 72871 w 242230"/>
                <a:gd name="connsiteY20" fmla="*/ 142682 h 164387"/>
                <a:gd name="connsiteX21" fmla="*/ 72871 w 242230"/>
                <a:gd name="connsiteY21" fmla="*/ 140767 h 164387"/>
                <a:gd name="connsiteX22" fmla="*/ 169359 w 242230"/>
                <a:gd name="connsiteY22" fmla="*/ 140767 h 164387"/>
                <a:gd name="connsiteX23" fmla="*/ 169359 w 242230"/>
                <a:gd name="connsiteY23" fmla="*/ 143320 h 164387"/>
                <a:gd name="connsiteX24" fmla="*/ 190446 w 242230"/>
                <a:gd name="connsiteY24" fmla="*/ 164388 h 164387"/>
                <a:gd name="connsiteX25" fmla="*/ 205143 w 242230"/>
                <a:gd name="connsiteY25" fmla="*/ 164388 h 164387"/>
                <a:gd name="connsiteX26" fmla="*/ 226230 w 242230"/>
                <a:gd name="connsiteY26" fmla="*/ 143320 h 164387"/>
                <a:gd name="connsiteX27" fmla="*/ 226230 w 242230"/>
                <a:gd name="connsiteY27" fmla="*/ 143320 h 164387"/>
                <a:gd name="connsiteX28" fmla="*/ 225591 w 242230"/>
                <a:gd name="connsiteY28" fmla="*/ 82034 h 164387"/>
                <a:gd name="connsiteX29" fmla="*/ 231981 w 242230"/>
                <a:gd name="connsiteY29" fmla="*/ 77565 h 164387"/>
                <a:gd name="connsiteX30" fmla="*/ 240288 w 242230"/>
                <a:gd name="connsiteY30" fmla="*/ 70543 h 164387"/>
                <a:gd name="connsiteX31" fmla="*/ 241566 w 242230"/>
                <a:gd name="connsiteY31" fmla="*/ 60329 h 164387"/>
                <a:gd name="connsiteX32" fmla="*/ 61369 w 242230"/>
                <a:gd name="connsiteY32" fmla="*/ 22025 h 164387"/>
                <a:gd name="connsiteX33" fmla="*/ 62009 w 242230"/>
                <a:gd name="connsiteY33" fmla="*/ 21386 h 164387"/>
                <a:gd name="connsiteX34" fmla="*/ 72232 w 242230"/>
                <a:gd name="connsiteY34" fmla="*/ 13087 h 164387"/>
                <a:gd name="connsiteX35" fmla="*/ 170637 w 242230"/>
                <a:gd name="connsiteY35" fmla="*/ 13087 h 164387"/>
                <a:gd name="connsiteX36" fmla="*/ 181500 w 242230"/>
                <a:gd name="connsiteY36" fmla="*/ 21386 h 164387"/>
                <a:gd name="connsiteX37" fmla="*/ 198114 w 242230"/>
                <a:gd name="connsiteY37" fmla="*/ 50114 h 164387"/>
                <a:gd name="connsiteX38" fmla="*/ 42199 w 242230"/>
                <a:gd name="connsiteY38" fmla="*/ 50114 h 164387"/>
                <a:gd name="connsiteX39" fmla="*/ 61369 w 242230"/>
                <a:gd name="connsiteY39" fmla="*/ 22025 h 164387"/>
                <a:gd name="connsiteX40" fmla="*/ 229425 w 242230"/>
                <a:gd name="connsiteY40" fmla="*/ 64159 h 164387"/>
                <a:gd name="connsiteX41" fmla="*/ 227508 w 242230"/>
                <a:gd name="connsiteY41" fmla="*/ 65436 h 164387"/>
                <a:gd name="connsiteX42" fmla="*/ 225591 w 242230"/>
                <a:gd name="connsiteY42" fmla="*/ 66713 h 164387"/>
                <a:gd name="connsiteX43" fmla="*/ 216006 w 242230"/>
                <a:gd name="connsiteY43" fmla="*/ 73735 h 164387"/>
                <a:gd name="connsiteX44" fmla="*/ 213450 w 242230"/>
                <a:gd name="connsiteY44" fmla="*/ 78842 h 164387"/>
                <a:gd name="connsiteX45" fmla="*/ 214089 w 242230"/>
                <a:gd name="connsiteY45" fmla="*/ 143320 h 164387"/>
                <a:gd name="connsiteX46" fmla="*/ 205782 w 242230"/>
                <a:gd name="connsiteY46" fmla="*/ 151620 h 164387"/>
                <a:gd name="connsiteX47" fmla="*/ 205782 w 242230"/>
                <a:gd name="connsiteY47" fmla="*/ 151620 h 164387"/>
                <a:gd name="connsiteX48" fmla="*/ 191085 w 242230"/>
                <a:gd name="connsiteY48" fmla="*/ 151620 h 164387"/>
                <a:gd name="connsiteX49" fmla="*/ 182778 w 242230"/>
                <a:gd name="connsiteY49" fmla="*/ 143320 h 164387"/>
                <a:gd name="connsiteX50" fmla="*/ 182778 w 242230"/>
                <a:gd name="connsiteY50" fmla="*/ 134383 h 164387"/>
                <a:gd name="connsiteX51" fmla="*/ 176388 w 242230"/>
                <a:gd name="connsiteY51" fmla="*/ 127999 h 164387"/>
                <a:gd name="connsiteX52" fmla="*/ 67120 w 242230"/>
                <a:gd name="connsiteY52" fmla="*/ 127999 h 164387"/>
                <a:gd name="connsiteX53" fmla="*/ 60730 w 242230"/>
                <a:gd name="connsiteY53" fmla="*/ 134383 h 164387"/>
                <a:gd name="connsiteX54" fmla="*/ 60730 w 242230"/>
                <a:gd name="connsiteY54" fmla="*/ 143320 h 164387"/>
                <a:gd name="connsiteX55" fmla="*/ 52424 w 242230"/>
                <a:gd name="connsiteY55" fmla="*/ 151620 h 164387"/>
                <a:gd name="connsiteX56" fmla="*/ 37726 w 242230"/>
                <a:gd name="connsiteY56" fmla="*/ 151620 h 164387"/>
                <a:gd name="connsiteX57" fmla="*/ 31976 w 242230"/>
                <a:gd name="connsiteY57" fmla="*/ 149066 h 164387"/>
                <a:gd name="connsiteX58" fmla="*/ 29420 w 242230"/>
                <a:gd name="connsiteY58" fmla="*/ 143320 h 164387"/>
                <a:gd name="connsiteX59" fmla="*/ 30059 w 242230"/>
                <a:gd name="connsiteY59" fmla="*/ 78842 h 164387"/>
                <a:gd name="connsiteX60" fmla="*/ 29420 w 242230"/>
                <a:gd name="connsiteY60" fmla="*/ 76289 h 164387"/>
                <a:gd name="connsiteX61" fmla="*/ 28142 w 242230"/>
                <a:gd name="connsiteY61" fmla="*/ 71820 h 164387"/>
                <a:gd name="connsiteX62" fmla="*/ 23669 w 242230"/>
                <a:gd name="connsiteY62" fmla="*/ 67989 h 164387"/>
                <a:gd name="connsiteX63" fmla="*/ 15362 w 242230"/>
                <a:gd name="connsiteY63" fmla="*/ 65436 h 164387"/>
                <a:gd name="connsiteX64" fmla="*/ 13445 w 242230"/>
                <a:gd name="connsiteY64" fmla="*/ 64159 h 164387"/>
                <a:gd name="connsiteX65" fmla="*/ 13445 w 242230"/>
                <a:gd name="connsiteY65" fmla="*/ 62882 h 164387"/>
                <a:gd name="connsiteX66" fmla="*/ 16640 w 242230"/>
                <a:gd name="connsiteY66" fmla="*/ 61605 h 164387"/>
                <a:gd name="connsiteX67" fmla="*/ 17918 w 242230"/>
                <a:gd name="connsiteY67" fmla="*/ 61605 h 164387"/>
                <a:gd name="connsiteX68" fmla="*/ 27503 w 242230"/>
                <a:gd name="connsiteY68" fmla="*/ 61605 h 164387"/>
                <a:gd name="connsiteX69" fmla="*/ 31976 w 242230"/>
                <a:gd name="connsiteY69" fmla="*/ 63521 h 164387"/>
                <a:gd name="connsiteX70" fmla="*/ 207699 w 242230"/>
                <a:gd name="connsiteY70" fmla="*/ 63521 h 164387"/>
                <a:gd name="connsiteX71" fmla="*/ 212172 w 242230"/>
                <a:gd name="connsiteY71" fmla="*/ 61605 h 164387"/>
                <a:gd name="connsiteX72" fmla="*/ 224313 w 242230"/>
                <a:gd name="connsiteY72" fmla="*/ 61605 h 164387"/>
                <a:gd name="connsiteX73" fmla="*/ 225591 w 242230"/>
                <a:gd name="connsiteY73" fmla="*/ 61605 h 164387"/>
                <a:gd name="connsiteX74" fmla="*/ 228786 w 242230"/>
                <a:gd name="connsiteY74" fmla="*/ 62882 h 164387"/>
                <a:gd name="connsiteX75" fmla="*/ 229425 w 242230"/>
                <a:gd name="connsiteY75" fmla="*/ 64159 h 164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42230" h="164387">
                  <a:moveTo>
                    <a:pt x="241566" y="60329"/>
                  </a:moveTo>
                  <a:cubicBezTo>
                    <a:pt x="239649" y="52668"/>
                    <a:pt x="231981" y="47561"/>
                    <a:pt x="223674" y="48837"/>
                  </a:cubicBezTo>
                  <a:lnTo>
                    <a:pt x="210894" y="48837"/>
                  </a:lnTo>
                  <a:lnTo>
                    <a:pt x="191724" y="16279"/>
                  </a:lnTo>
                  <a:cubicBezTo>
                    <a:pt x="187890" y="8618"/>
                    <a:pt x="180861" y="2873"/>
                    <a:pt x="172554" y="957"/>
                  </a:cubicBezTo>
                  <a:cubicBezTo>
                    <a:pt x="171915" y="957"/>
                    <a:pt x="171915" y="957"/>
                    <a:pt x="171276" y="957"/>
                  </a:cubicBezTo>
                  <a:cubicBezTo>
                    <a:pt x="137410" y="-319"/>
                    <a:pt x="104182" y="-319"/>
                    <a:pt x="70315" y="957"/>
                  </a:cubicBezTo>
                  <a:cubicBezTo>
                    <a:pt x="69676" y="957"/>
                    <a:pt x="69676" y="957"/>
                    <a:pt x="69037" y="957"/>
                  </a:cubicBezTo>
                  <a:cubicBezTo>
                    <a:pt x="60730" y="2873"/>
                    <a:pt x="53701" y="7980"/>
                    <a:pt x="49867" y="15641"/>
                  </a:cubicBezTo>
                  <a:lnTo>
                    <a:pt x="26864" y="48837"/>
                  </a:lnTo>
                  <a:lnTo>
                    <a:pt x="17918" y="48837"/>
                  </a:lnTo>
                  <a:cubicBezTo>
                    <a:pt x="10250" y="47561"/>
                    <a:pt x="2582" y="52029"/>
                    <a:pt x="665" y="59690"/>
                  </a:cubicBezTo>
                  <a:cubicBezTo>
                    <a:pt x="-613" y="63521"/>
                    <a:pt x="26" y="67351"/>
                    <a:pt x="1943" y="70543"/>
                  </a:cubicBezTo>
                  <a:cubicBezTo>
                    <a:pt x="3860" y="74373"/>
                    <a:pt x="7694" y="76927"/>
                    <a:pt x="11528" y="77565"/>
                  </a:cubicBezTo>
                  <a:lnTo>
                    <a:pt x="16640" y="78842"/>
                  </a:lnTo>
                  <a:lnTo>
                    <a:pt x="16640" y="79481"/>
                  </a:lnTo>
                  <a:cubicBezTo>
                    <a:pt x="16640" y="95441"/>
                    <a:pt x="16001" y="124807"/>
                    <a:pt x="16001" y="142682"/>
                  </a:cubicBezTo>
                  <a:cubicBezTo>
                    <a:pt x="16001" y="148428"/>
                    <a:pt x="18557" y="153535"/>
                    <a:pt x="22391" y="157365"/>
                  </a:cubicBezTo>
                  <a:cubicBezTo>
                    <a:pt x="26225" y="161196"/>
                    <a:pt x="31336" y="163749"/>
                    <a:pt x="37088" y="163749"/>
                  </a:cubicBezTo>
                  <a:lnTo>
                    <a:pt x="51784" y="163749"/>
                  </a:lnTo>
                  <a:cubicBezTo>
                    <a:pt x="63286" y="163749"/>
                    <a:pt x="72871" y="154173"/>
                    <a:pt x="72871" y="142682"/>
                  </a:cubicBezTo>
                  <a:lnTo>
                    <a:pt x="72871" y="140767"/>
                  </a:lnTo>
                  <a:lnTo>
                    <a:pt x="169359" y="140767"/>
                  </a:lnTo>
                  <a:lnTo>
                    <a:pt x="169359" y="143320"/>
                  </a:lnTo>
                  <a:cubicBezTo>
                    <a:pt x="169359" y="154812"/>
                    <a:pt x="178944" y="164388"/>
                    <a:pt x="190446" y="164388"/>
                  </a:cubicBezTo>
                  <a:lnTo>
                    <a:pt x="205143" y="164388"/>
                  </a:lnTo>
                  <a:cubicBezTo>
                    <a:pt x="216645" y="164388"/>
                    <a:pt x="226230" y="154812"/>
                    <a:pt x="226230" y="143320"/>
                  </a:cubicBezTo>
                  <a:cubicBezTo>
                    <a:pt x="226230" y="143320"/>
                    <a:pt x="226230" y="143320"/>
                    <a:pt x="226230" y="143320"/>
                  </a:cubicBezTo>
                  <a:cubicBezTo>
                    <a:pt x="226230" y="126084"/>
                    <a:pt x="226230" y="97994"/>
                    <a:pt x="225591" y="82034"/>
                  </a:cubicBezTo>
                  <a:lnTo>
                    <a:pt x="231981" y="77565"/>
                  </a:lnTo>
                  <a:cubicBezTo>
                    <a:pt x="235814" y="76289"/>
                    <a:pt x="239009" y="73735"/>
                    <a:pt x="240288" y="70543"/>
                  </a:cubicBezTo>
                  <a:cubicBezTo>
                    <a:pt x="242204" y="67351"/>
                    <a:pt x="242844" y="63521"/>
                    <a:pt x="241566" y="60329"/>
                  </a:cubicBezTo>
                  <a:close/>
                  <a:moveTo>
                    <a:pt x="61369" y="22025"/>
                  </a:moveTo>
                  <a:cubicBezTo>
                    <a:pt x="61369" y="22025"/>
                    <a:pt x="62009" y="21386"/>
                    <a:pt x="62009" y="21386"/>
                  </a:cubicBezTo>
                  <a:cubicBezTo>
                    <a:pt x="63925" y="16917"/>
                    <a:pt x="67759" y="14364"/>
                    <a:pt x="72232" y="13087"/>
                  </a:cubicBezTo>
                  <a:cubicBezTo>
                    <a:pt x="105460" y="11810"/>
                    <a:pt x="137410" y="11810"/>
                    <a:pt x="170637" y="13087"/>
                  </a:cubicBezTo>
                  <a:cubicBezTo>
                    <a:pt x="175110" y="14364"/>
                    <a:pt x="179583" y="17556"/>
                    <a:pt x="181500" y="21386"/>
                  </a:cubicBezTo>
                  <a:lnTo>
                    <a:pt x="198114" y="50114"/>
                  </a:lnTo>
                  <a:lnTo>
                    <a:pt x="42199" y="50114"/>
                  </a:lnTo>
                  <a:lnTo>
                    <a:pt x="61369" y="22025"/>
                  </a:lnTo>
                  <a:close/>
                  <a:moveTo>
                    <a:pt x="229425" y="64159"/>
                  </a:moveTo>
                  <a:cubicBezTo>
                    <a:pt x="228786" y="64797"/>
                    <a:pt x="228147" y="65436"/>
                    <a:pt x="227508" y="65436"/>
                  </a:cubicBezTo>
                  <a:cubicBezTo>
                    <a:pt x="226869" y="65436"/>
                    <a:pt x="226230" y="66074"/>
                    <a:pt x="225591" y="66713"/>
                  </a:cubicBezTo>
                  <a:lnTo>
                    <a:pt x="216006" y="73735"/>
                  </a:lnTo>
                  <a:cubicBezTo>
                    <a:pt x="214089" y="75012"/>
                    <a:pt x="213450" y="76927"/>
                    <a:pt x="213450" y="78842"/>
                  </a:cubicBezTo>
                  <a:cubicBezTo>
                    <a:pt x="213450" y="94164"/>
                    <a:pt x="214089" y="124807"/>
                    <a:pt x="214089" y="143320"/>
                  </a:cubicBezTo>
                  <a:cubicBezTo>
                    <a:pt x="214089" y="147789"/>
                    <a:pt x="210255" y="151620"/>
                    <a:pt x="205782" y="151620"/>
                  </a:cubicBezTo>
                  <a:cubicBezTo>
                    <a:pt x="205782" y="151620"/>
                    <a:pt x="205782" y="151620"/>
                    <a:pt x="205782" y="151620"/>
                  </a:cubicBezTo>
                  <a:lnTo>
                    <a:pt x="191085" y="151620"/>
                  </a:lnTo>
                  <a:cubicBezTo>
                    <a:pt x="186612" y="151620"/>
                    <a:pt x="182778" y="147789"/>
                    <a:pt x="182778" y="143320"/>
                  </a:cubicBezTo>
                  <a:lnTo>
                    <a:pt x="182778" y="134383"/>
                  </a:lnTo>
                  <a:cubicBezTo>
                    <a:pt x="182778" y="130553"/>
                    <a:pt x="180222" y="127999"/>
                    <a:pt x="176388" y="127999"/>
                  </a:cubicBezTo>
                  <a:lnTo>
                    <a:pt x="67120" y="127999"/>
                  </a:lnTo>
                  <a:cubicBezTo>
                    <a:pt x="63286" y="127999"/>
                    <a:pt x="60730" y="130553"/>
                    <a:pt x="60730" y="134383"/>
                  </a:cubicBezTo>
                  <a:lnTo>
                    <a:pt x="60730" y="143320"/>
                  </a:lnTo>
                  <a:cubicBezTo>
                    <a:pt x="60730" y="147789"/>
                    <a:pt x="56896" y="151620"/>
                    <a:pt x="52424" y="151620"/>
                  </a:cubicBezTo>
                  <a:lnTo>
                    <a:pt x="37726" y="151620"/>
                  </a:lnTo>
                  <a:cubicBezTo>
                    <a:pt x="35810" y="151620"/>
                    <a:pt x="33254" y="150981"/>
                    <a:pt x="31976" y="149066"/>
                  </a:cubicBezTo>
                  <a:cubicBezTo>
                    <a:pt x="30698" y="147789"/>
                    <a:pt x="29420" y="145236"/>
                    <a:pt x="29420" y="143320"/>
                  </a:cubicBezTo>
                  <a:cubicBezTo>
                    <a:pt x="29420" y="124807"/>
                    <a:pt x="30059" y="94164"/>
                    <a:pt x="30059" y="78842"/>
                  </a:cubicBezTo>
                  <a:cubicBezTo>
                    <a:pt x="30059" y="78204"/>
                    <a:pt x="30059" y="77565"/>
                    <a:pt x="29420" y="76289"/>
                  </a:cubicBezTo>
                  <a:lnTo>
                    <a:pt x="28142" y="71820"/>
                  </a:lnTo>
                  <a:cubicBezTo>
                    <a:pt x="27503" y="69905"/>
                    <a:pt x="26225" y="68628"/>
                    <a:pt x="23669" y="67989"/>
                  </a:cubicBezTo>
                  <a:lnTo>
                    <a:pt x="15362" y="65436"/>
                  </a:lnTo>
                  <a:cubicBezTo>
                    <a:pt x="14723" y="65436"/>
                    <a:pt x="14084" y="64797"/>
                    <a:pt x="13445" y="64159"/>
                  </a:cubicBezTo>
                  <a:lnTo>
                    <a:pt x="13445" y="62882"/>
                  </a:lnTo>
                  <a:cubicBezTo>
                    <a:pt x="13445" y="61605"/>
                    <a:pt x="15362" y="60967"/>
                    <a:pt x="16640" y="61605"/>
                  </a:cubicBezTo>
                  <a:lnTo>
                    <a:pt x="17918" y="61605"/>
                  </a:lnTo>
                  <a:lnTo>
                    <a:pt x="27503" y="61605"/>
                  </a:lnTo>
                  <a:cubicBezTo>
                    <a:pt x="28781" y="62882"/>
                    <a:pt x="30059" y="63521"/>
                    <a:pt x="31976" y="63521"/>
                  </a:cubicBezTo>
                  <a:lnTo>
                    <a:pt x="207699" y="63521"/>
                  </a:lnTo>
                  <a:cubicBezTo>
                    <a:pt x="209616" y="63521"/>
                    <a:pt x="210894" y="62882"/>
                    <a:pt x="212172" y="61605"/>
                  </a:cubicBezTo>
                  <a:lnTo>
                    <a:pt x="224313" y="61605"/>
                  </a:lnTo>
                  <a:cubicBezTo>
                    <a:pt x="224952" y="61605"/>
                    <a:pt x="224952" y="61605"/>
                    <a:pt x="225591" y="61605"/>
                  </a:cubicBezTo>
                  <a:cubicBezTo>
                    <a:pt x="227508" y="61605"/>
                    <a:pt x="228786" y="62244"/>
                    <a:pt x="228786" y="62882"/>
                  </a:cubicBezTo>
                  <a:cubicBezTo>
                    <a:pt x="229425" y="63521"/>
                    <a:pt x="229425" y="64159"/>
                    <a:pt x="229425" y="64159"/>
                  </a:cubicBezTo>
                  <a:close/>
                </a:path>
              </a:pathLst>
            </a:custGeom>
            <a:solidFill>
              <a:srgbClr val="43B02A"/>
            </a:solidFill>
            <a:ln w="6390" cap="flat">
              <a:noFill/>
              <a:prstDash val="solid"/>
              <a:miter/>
            </a:ln>
          </p:spPr>
          <p:txBody>
            <a:bodyPr rtlCol="0" anchor="ctr"/>
            <a:lstStyle/>
            <a:p>
              <a:endParaRPr lang="en-US"/>
            </a:p>
          </p:txBody>
        </p:sp>
        <p:sp>
          <p:nvSpPr>
            <p:cNvPr id="1051" name="Graphic 4">
              <a:extLst>
                <a:ext uri="{FF2B5EF4-FFF2-40B4-BE49-F238E27FC236}">
                  <a16:creationId xmlns:a16="http://schemas.microsoft.com/office/drawing/2014/main" id="{BF9C3E49-54C3-DB47-B8E3-1575271DA7F9}"/>
                </a:ext>
              </a:extLst>
            </p:cNvPr>
            <p:cNvSpPr/>
            <p:nvPr/>
          </p:nvSpPr>
          <p:spPr>
            <a:xfrm>
              <a:off x="5808452" y="4020156"/>
              <a:ext cx="38339" cy="12767"/>
            </a:xfrm>
            <a:custGeom>
              <a:avLst/>
              <a:gdLst>
                <a:gd name="connsiteX0" fmla="*/ 31950 w 38339"/>
                <a:gd name="connsiteY0" fmla="*/ 0 h 12767"/>
                <a:gd name="connsiteX1" fmla="*/ 6390 w 38339"/>
                <a:gd name="connsiteY1" fmla="*/ 0 h 12767"/>
                <a:gd name="connsiteX2" fmla="*/ 0 w 38339"/>
                <a:gd name="connsiteY2" fmla="*/ 6384 h 12767"/>
                <a:gd name="connsiteX3" fmla="*/ 6390 w 38339"/>
                <a:gd name="connsiteY3" fmla="*/ 12768 h 12767"/>
                <a:gd name="connsiteX4" fmla="*/ 31950 w 38339"/>
                <a:gd name="connsiteY4" fmla="*/ 12768 h 12767"/>
                <a:gd name="connsiteX5" fmla="*/ 38340 w 38339"/>
                <a:gd name="connsiteY5" fmla="*/ 6384 h 12767"/>
                <a:gd name="connsiteX6" fmla="*/ 31950 w 3833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339" h="12767">
                  <a:moveTo>
                    <a:pt x="31950" y="0"/>
                  </a:moveTo>
                  <a:lnTo>
                    <a:pt x="6390" y="0"/>
                  </a:lnTo>
                  <a:cubicBezTo>
                    <a:pt x="2556" y="0"/>
                    <a:pt x="0" y="2554"/>
                    <a:pt x="0" y="6384"/>
                  </a:cubicBezTo>
                  <a:cubicBezTo>
                    <a:pt x="0" y="10215"/>
                    <a:pt x="2556" y="12768"/>
                    <a:pt x="6390" y="12768"/>
                  </a:cubicBezTo>
                  <a:lnTo>
                    <a:pt x="31950" y="12768"/>
                  </a:lnTo>
                  <a:cubicBezTo>
                    <a:pt x="35783" y="12768"/>
                    <a:pt x="38340" y="10215"/>
                    <a:pt x="38340" y="6384"/>
                  </a:cubicBezTo>
                  <a:cubicBezTo>
                    <a:pt x="38340" y="2554"/>
                    <a:pt x="35783" y="0"/>
                    <a:pt x="31950" y="0"/>
                  </a:cubicBezTo>
                  <a:close/>
                </a:path>
              </a:pathLst>
            </a:custGeom>
            <a:solidFill>
              <a:srgbClr val="43B02A"/>
            </a:solidFill>
            <a:ln w="6390" cap="flat">
              <a:noFill/>
              <a:prstDash val="solid"/>
              <a:miter/>
            </a:ln>
          </p:spPr>
          <p:txBody>
            <a:bodyPr rtlCol="0" anchor="ctr"/>
            <a:lstStyle/>
            <a:p>
              <a:endParaRPr lang="en-US"/>
            </a:p>
          </p:txBody>
        </p:sp>
        <p:sp>
          <p:nvSpPr>
            <p:cNvPr id="1052" name="Graphic 4">
              <a:extLst>
                <a:ext uri="{FF2B5EF4-FFF2-40B4-BE49-F238E27FC236}">
                  <a16:creationId xmlns:a16="http://schemas.microsoft.com/office/drawing/2014/main" id="{037FAE18-A792-8E4A-ADE0-40F85CAAC284}"/>
                </a:ext>
              </a:extLst>
            </p:cNvPr>
            <p:cNvSpPr/>
            <p:nvPr/>
          </p:nvSpPr>
          <p:spPr>
            <a:xfrm>
              <a:off x="5931139" y="4020156"/>
              <a:ext cx="38339" cy="12767"/>
            </a:xfrm>
            <a:custGeom>
              <a:avLst/>
              <a:gdLst>
                <a:gd name="connsiteX0" fmla="*/ 31950 w 38339"/>
                <a:gd name="connsiteY0" fmla="*/ 0 h 12767"/>
                <a:gd name="connsiteX1" fmla="*/ 6390 w 38339"/>
                <a:gd name="connsiteY1" fmla="*/ 0 h 12767"/>
                <a:gd name="connsiteX2" fmla="*/ 0 w 38339"/>
                <a:gd name="connsiteY2" fmla="*/ 6384 h 12767"/>
                <a:gd name="connsiteX3" fmla="*/ 6390 w 38339"/>
                <a:gd name="connsiteY3" fmla="*/ 12768 h 12767"/>
                <a:gd name="connsiteX4" fmla="*/ 31950 w 38339"/>
                <a:gd name="connsiteY4" fmla="*/ 12768 h 12767"/>
                <a:gd name="connsiteX5" fmla="*/ 38340 w 38339"/>
                <a:gd name="connsiteY5" fmla="*/ 6384 h 12767"/>
                <a:gd name="connsiteX6" fmla="*/ 31950 w 3833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339" h="12767">
                  <a:moveTo>
                    <a:pt x="31950" y="0"/>
                  </a:moveTo>
                  <a:lnTo>
                    <a:pt x="6390" y="0"/>
                  </a:lnTo>
                  <a:cubicBezTo>
                    <a:pt x="2556" y="0"/>
                    <a:pt x="0" y="2554"/>
                    <a:pt x="0" y="6384"/>
                  </a:cubicBezTo>
                  <a:cubicBezTo>
                    <a:pt x="0" y="10215"/>
                    <a:pt x="2556" y="12768"/>
                    <a:pt x="6390" y="12768"/>
                  </a:cubicBezTo>
                  <a:lnTo>
                    <a:pt x="31950" y="12768"/>
                  </a:lnTo>
                  <a:cubicBezTo>
                    <a:pt x="35783" y="12768"/>
                    <a:pt x="38340" y="10215"/>
                    <a:pt x="38340" y="6384"/>
                  </a:cubicBezTo>
                  <a:cubicBezTo>
                    <a:pt x="38340" y="2554"/>
                    <a:pt x="35145" y="0"/>
                    <a:pt x="31950" y="0"/>
                  </a:cubicBezTo>
                  <a:close/>
                </a:path>
              </a:pathLst>
            </a:custGeom>
            <a:solidFill>
              <a:srgbClr val="43B02A"/>
            </a:solidFill>
            <a:ln w="6390" cap="flat">
              <a:noFill/>
              <a:prstDash val="solid"/>
              <a:miter/>
            </a:ln>
          </p:spPr>
          <p:txBody>
            <a:bodyPr rtlCol="0" anchor="ctr"/>
            <a:lstStyle/>
            <a:p>
              <a:endParaRPr lang="en-US"/>
            </a:p>
          </p:txBody>
        </p:sp>
      </p:grpSp>
      <p:grpSp>
        <p:nvGrpSpPr>
          <p:cNvPr id="1053" name="Graphic 4">
            <a:extLst>
              <a:ext uri="{FF2B5EF4-FFF2-40B4-BE49-F238E27FC236}">
                <a16:creationId xmlns:a16="http://schemas.microsoft.com/office/drawing/2014/main" id="{8A6FCB8B-BDC2-254E-8E7E-4BA412ABDDA1}"/>
              </a:ext>
            </a:extLst>
          </p:cNvPr>
          <p:cNvGrpSpPr/>
          <p:nvPr/>
        </p:nvGrpSpPr>
        <p:grpSpPr>
          <a:xfrm>
            <a:off x="7197248" y="3339623"/>
            <a:ext cx="362309" cy="361971"/>
            <a:chOff x="6146480" y="3339623"/>
            <a:chExt cx="362309" cy="361971"/>
          </a:xfrm>
          <a:solidFill>
            <a:srgbClr val="43B02A"/>
          </a:solidFill>
        </p:grpSpPr>
        <p:sp>
          <p:nvSpPr>
            <p:cNvPr id="1054" name="Graphic 4">
              <a:extLst>
                <a:ext uri="{FF2B5EF4-FFF2-40B4-BE49-F238E27FC236}">
                  <a16:creationId xmlns:a16="http://schemas.microsoft.com/office/drawing/2014/main" id="{5444533E-926B-794C-BAC8-289E9159345E}"/>
                </a:ext>
              </a:extLst>
            </p:cNvPr>
            <p:cNvSpPr/>
            <p:nvPr/>
          </p:nvSpPr>
          <p:spPr>
            <a:xfrm>
              <a:off x="6329871" y="3561786"/>
              <a:ext cx="6515" cy="7022"/>
            </a:xfrm>
            <a:custGeom>
              <a:avLst/>
              <a:gdLst>
                <a:gd name="connsiteX0" fmla="*/ 3195 w 6515"/>
                <a:gd name="connsiteY0" fmla="*/ 0 h 7022"/>
                <a:gd name="connsiteX1" fmla="*/ 0 w 6515"/>
                <a:gd name="connsiteY1" fmla="*/ 3831 h 7022"/>
                <a:gd name="connsiteX2" fmla="*/ 3195 w 6515"/>
                <a:gd name="connsiteY2" fmla="*/ 7023 h 7022"/>
                <a:gd name="connsiteX3" fmla="*/ 6390 w 6515"/>
                <a:gd name="connsiteY3" fmla="*/ 3192 h 7022"/>
                <a:gd name="connsiteX4" fmla="*/ 3195 w 6515"/>
                <a:gd name="connsiteY4" fmla="*/ 0 h 7022"/>
                <a:gd name="connsiteX5" fmla="*/ 3195 w 6515"/>
                <a:gd name="connsiteY5" fmla="*/ 0 h 7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5" h="7022">
                  <a:moveTo>
                    <a:pt x="3195" y="0"/>
                  </a:moveTo>
                  <a:cubicBezTo>
                    <a:pt x="1278" y="0"/>
                    <a:pt x="0" y="1915"/>
                    <a:pt x="0" y="3831"/>
                  </a:cubicBezTo>
                  <a:cubicBezTo>
                    <a:pt x="0" y="5107"/>
                    <a:pt x="1278" y="6384"/>
                    <a:pt x="3195" y="7023"/>
                  </a:cubicBezTo>
                  <a:cubicBezTo>
                    <a:pt x="5112" y="7023"/>
                    <a:pt x="7029" y="5107"/>
                    <a:pt x="6390" y="3192"/>
                  </a:cubicBezTo>
                  <a:cubicBezTo>
                    <a:pt x="7029" y="1915"/>
                    <a:pt x="5112" y="0"/>
                    <a:pt x="3195" y="0"/>
                  </a:cubicBezTo>
                  <a:cubicBezTo>
                    <a:pt x="3195" y="0"/>
                    <a:pt x="3195" y="0"/>
                    <a:pt x="3195" y="0"/>
                  </a:cubicBezTo>
                  <a:close/>
                </a:path>
              </a:pathLst>
            </a:custGeom>
            <a:solidFill>
              <a:srgbClr val="43B02A"/>
            </a:solidFill>
            <a:ln w="6390" cap="flat">
              <a:noFill/>
              <a:prstDash val="solid"/>
              <a:miter/>
            </a:ln>
          </p:spPr>
          <p:txBody>
            <a:bodyPr rtlCol="0" anchor="ctr"/>
            <a:lstStyle/>
            <a:p>
              <a:endParaRPr lang="en-US"/>
            </a:p>
          </p:txBody>
        </p:sp>
        <p:sp>
          <p:nvSpPr>
            <p:cNvPr id="1055" name="Graphic 4">
              <a:extLst>
                <a:ext uri="{FF2B5EF4-FFF2-40B4-BE49-F238E27FC236}">
                  <a16:creationId xmlns:a16="http://schemas.microsoft.com/office/drawing/2014/main" id="{30C06F69-A485-7B4D-8A59-BF49459EA46B}"/>
                </a:ext>
              </a:extLst>
            </p:cNvPr>
            <p:cNvSpPr/>
            <p:nvPr/>
          </p:nvSpPr>
          <p:spPr>
            <a:xfrm>
              <a:off x="6241690" y="3494435"/>
              <a:ext cx="107990" cy="34154"/>
            </a:xfrm>
            <a:custGeom>
              <a:avLst/>
              <a:gdLst>
                <a:gd name="connsiteX0" fmla="*/ 107990 w 107990"/>
                <a:gd name="connsiteY0" fmla="*/ 33516 h 34154"/>
                <a:gd name="connsiteX1" fmla="*/ 100322 w 107990"/>
                <a:gd name="connsiteY1" fmla="*/ 4788 h 34154"/>
                <a:gd name="connsiteX2" fmla="*/ 97127 w 107990"/>
                <a:gd name="connsiteY2" fmla="*/ 2873 h 34154"/>
                <a:gd name="connsiteX3" fmla="*/ 74124 w 107990"/>
                <a:gd name="connsiteY3" fmla="*/ 958 h 34154"/>
                <a:gd name="connsiteX4" fmla="*/ 32589 w 107990"/>
                <a:gd name="connsiteY4" fmla="*/ 958 h 34154"/>
                <a:gd name="connsiteX5" fmla="*/ 10224 w 107990"/>
                <a:gd name="connsiteY5" fmla="*/ 2873 h 34154"/>
                <a:gd name="connsiteX6" fmla="*/ 6390 w 107990"/>
                <a:gd name="connsiteY6" fmla="*/ 6065 h 34154"/>
                <a:gd name="connsiteX7" fmla="*/ 0 w 107990"/>
                <a:gd name="connsiteY7" fmla="*/ 34154 h 34154"/>
                <a:gd name="connsiteX8" fmla="*/ 107990 w 107990"/>
                <a:gd name="connsiteY8" fmla="*/ 33516 h 34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90" h="34154">
                  <a:moveTo>
                    <a:pt x="107990" y="33516"/>
                  </a:moveTo>
                  <a:lnTo>
                    <a:pt x="100322" y="4788"/>
                  </a:lnTo>
                  <a:cubicBezTo>
                    <a:pt x="99683" y="3511"/>
                    <a:pt x="98405" y="2873"/>
                    <a:pt x="97127" y="2873"/>
                  </a:cubicBezTo>
                  <a:lnTo>
                    <a:pt x="74124" y="958"/>
                  </a:lnTo>
                  <a:cubicBezTo>
                    <a:pt x="60704" y="-319"/>
                    <a:pt x="46646" y="-319"/>
                    <a:pt x="32589" y="958"/>
                  </a:cubicBezTo>
                  <a:lnTo>
                    <a:pt x="10224" y="2873"/>
                  </a:lnTo>
                  <a:cubicBezTo>
                    <a:pt x="8307" y="2873"/>
                    <a:pt x="7029" y="4150"/>
                    <a:pt x="6390" y="6065"/>
                  </a:cubicBezTo>
                  <a:lnTo>
                    <a:pt x="0" y="34154"/>
                  </a:lnTo>
                  <a:lnTo>
                    <a:pt x="107990" y="33516"/>
                  </a:lnTo>
                  <a:close/>
                </a:path>
              </a:pathLst>
            </a:custGeom>
            <a:solidFill>
              <a:srgbClr val="43B02A"/>
            </a:solidFill>
            <a:ln w="6390" cap="flat">
              <a:noFill/>
              <a:prstDash val="solid"/>
              <a:miter/>
            </a:ln>
          </p:spPr>
          <p:txBody>
            <a:bodyPr rtlCol="0" anchor="ctr"/>
            <a:lstStyle/>
            <a:p>
              <a:endParaRPr lang="en-US"/>
            </a:p>
          </p:txBody>
        </p:sp>
        <p:sp>
          <p:nvSpPr>
            <p:cNvPr id="1056" name="Graphic 4">
              <a:extLst>
                <a:ext uri="{FF2B5EF4-FFF2-40B4-BE49-F238E27FC236}">
                  <a16:creationId xmlns:a16="http://schemas.microsoft.com/office/drawing/2014/main" id="{A16F4643-4AFF-A747-886E-4C565C57E72D}"/>
                </a:ext>
              </a:extLst>
            </p:cNvPr>
            <p:cNvSpPr/>
            <p:nvPr/>
          </p:nvSpPr>
          <p:spPr>
            <a:xfrm>
              <a:off x="6350149" y="3424530"/>
              <a:ext cx="11671" cy="18832"/>
            </a:xfrm>
            <a:custGeom>
              <a:avLst/>
              <a:gdLst>
                <a:gd name="connsiteX0" fmla="*/ 2087 w 11671"/>
                <a:gd name="connsiteY0" fmla="*/ 17875 h 18832"/>
                <a:gd name="connsiteX1" fmla="*/ 9116 w 11671"/>
                <a:gd name="connsiteY1" fmla="*/ 17875 h 18832"/>
                <a:gd name="connsiteX2" fmla="*/ 11672 w 11671"/>
                <a:gd name="connsiteY2" fmla="*/ 14683 h 18832"/>
                <a:gd name="connsiteX3" fmla="*/ 5921 w 11671"/>
                <a:gd name="connsiteY3" fmla="*/ 0 h 18832"/>
                <a:gd name="connsiteX4" fmla="*/ 170 w 11671"/>
                <a:gd name="connsiteY4" fmla="*/ 14683 h 18832"/>
                <a:gd name="connsiteX5" fmla="*/ 2087 w 11671"/>
                <a:gd name="connsiteY5" fmla="*/ 17875 h 18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71" h="18832">
                  <a:moveTo>
                    <a:pt x="2087" y="17875"/>
                  </a:moveTo>
                  <a:cubicBezTo>
                    <a:pt x="4004" y="19152"/>
                    <a:pt x="7199" y="19152"/>
                    <a:pt x="9116" y="17875"/>
                  </a:cubicBezTo>
                  <a:cubicBezTo>
                    <a:pt x="10394" y="17237"/>
                    <a:pt x="11033" y="15960"/>
                    <a:pt x="11672" y="14683"/>
                  </a:cubicBezTo>
                  <a:cubicBezTo>
                    <a:pt x="11033" y="9576"/>
                    <a:pt x="9116" y="4469"/>
                    <a:pt x="5921" y="0"/>
                  </a:cubicBezTo>
                  <a:cubicBezTo>
                    <a:pt x="2726" y="3831"/>
                    <a:pt x="170" y="8938"/>
                    <a:pt x="170" y="14683"/>
                  </a:cubicBezTo>
                  <a:cubicBezTo>
                    <a:pt x="-469" y="15960"/>
                    <a:pt x="809" y="17237"/>
                    <a:pt x="2087" y="17875"/>
                  </a:cubicBezTo>
                  <a:close/>
                </a:path>
              </a:pathLst>
            </a:custGeom>
            <a:solidFill>
              <a:srgbClr val="43B02A"/>
            </a:solidFill>
            <a:ln w="6390" cap="flat">
              <a:noFill/>
              <a:prstDash val="solid"/>
              <a:miter/>
            </a:ln>
          </p:spPr>
          <p:txBody>
            <a:bodyPr rtlCol="0" anchor="ctr"/>
            <a:lstStyle/>
            <a:p>
              <a:endParaRPr lang="en-US"/>
            </a:p>
          </p:txBody>
        </p:sp>
        <p:sp>
          <p:nvSpPr>
            <p:cNvPr id="1057" name="Graphic 4">
              <a:extLst>
                <a:ext uri="{FF2B5EF4-FFF2-40B4-BE49-F238E27FC236}">
                  <a16:creationId xmlns:a16="http://schemas.microsoft.com/office/drawing/2014/main" id="{4DC8646A-1711-D74C-B1EE-D63881EE2B81}"/>
                </a:ext>
              </a:extLst>
            </p:cNvPr>
            <p:cNvSpPr/>
            <p:nvPr/>
          </p:nvSpPr>
          <p:spPr>
            <a:xfrm>
              <a:off x="6255109" y="3562424"/>
              <a:ext cx="6389" cy="6383"/>
            </a:xfrm>
            <a:custGeom>
              <a:avLst/>
              <a:gdLst>
                <a:gd name="connsiteX0" fmla="*/ 6390 w 6389"/>
                <a:gd name="connsiteY0" fmla="*/ 3192 h 6383"/>
                <a:gd name="connsiteX1" fmla="*/ 3195 w 6389"/>
                <a:gd name="connsiteY1" fmla="*/ 6384 h 6383"/>
                <a:gd name="connsiteX2" fmla="*/ 0 w 6389"/>
                <a:gd name="connsiteY2" fmla="*/ 3192 h 6383"/>
                <a:gd name="connsiteX3" fmla="*/ 3195 w 6389"/>
                <a:gd name="connsiteY3" fmla="*/ 0 h 6383"/>
                <a:gd name="connsiteX4" fmla="*/ 6390 w 6389"/>
                <a:gd name="connsiteY4" fmla="*/ 3192 h 6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9" h="6383">
                  <a:moveTo>
                    <a:pt x="6390" y="3192"/>
                  </a:moveTo>
                  <a:cubicBezTo>
                    <a:pt x="6390" y="4955"/>
                    <a:pt x="4960" y="6384"/>
                    <a:pt x="3195" y="6384"/>
                  </a:cubicBezTo>
                  <a:cubicBezTo>
                    <a:pt x="1431" y="6384"/>
                    <a:pt x="0" y="4955"/>
                    <a:pt x="0" y="3192"/>
                  </a:cubicBezTo>
                  <a:cubicBezTo>
                    <a:pt x="0" y="1429"/>
                    <a:pt x="1431" y="0"/>
                    <a:pt x="3195" y="0"/>
                  </a:cubicBezTo>
                  <a:cubicBezTo>
                    <a:pt x="4960" y="0"/>
                    <a:pt x="6390" y="1429"/>
                    <a:pt x="6390" y="3192"/>
                  </a:cubicBezTo>
                  <a:close/>
                </a:path>
              </a:pathLst>
            </a:custGeom>
            <a:solidFill>
              <a:srgbClr val="43B02A"/>
            </a:solidFill>
            <a:ln w="6390" cap="flat">
              <a:noFill/>
              <a:prstDash val="solid"/>
              <a:miter/>
            </a:ln>
          </p:spPr>
          <p:txBody>
            <a:bodyPr rtlCol="0" anchor="ctr"/>
            <a:lstStyle/>
            <a:p>
              <a:endParaRPr lang="en-US"/>
            </a:p>
          </p:txBody>
        </p:sp>
        <p:sp>
          <p:nvSpPr>
            <p:cNvPr id="1058" name="Graphic 4">
              <a:extLst>
                <a:ext uri="{FF2B5EF4-FFF2-40B4-BE49-F238E27FC236}">
                  <a16:creationId xmlns:a16="http://schemas.microsoft.com/office/drawing/2014/main" id="{F4C8D350-64DC-B542-B29B-9A04B302513D}"/>
                </a:ext>
              </a:extLst>
            </p:cNvPr>
            <p:cNvSpPr/>
            <p:nvPr/>
          </p:nvSpPr>
          <p:spPr>
            <a:xfrm>
              <a:off x="6392493" y="3428999"/>
              <a:ext cx="33227" cy="67670"/>
            </a:xfrm>
            <a:custGeom>
              <a:avLst/>
              <a:gdLst>
                <a:gd name="connsiteX0" fmla="*/ 8307 w 33227"/>
                <a:gd name="connsiteY0" fmla="*/ 1915 h 67670"/>
                <a:gd name="connsiteX1" fmla="*/ 24921 w 33227"/>
                <a:gd name="connsiteY1" fmla="*/ 30005 h 67670"/>
                <a:gd name="connsiteX2" fmla="*/ 23004 w 33227"/>
                <a:gd name="connsiteY2" fmla="*/ 38942 h 67670"/>
                <a:gd name="connsiteX3" fmla="*/ 20447 w 33227"/>
                <a:gd name="connsiteY3" fmla="*/ 39581 h 67670"/>
                <a:gd name="connsiteX4" fmla="*/ 0 w 33227"/>
                <a:gd name="connsiteY4" fmla="*/ 42134 h 67670"/>
                <a:gd name="connsiteX5" fmla="*/ 0 w 33227"/>
                <a:gd name="connsiteY5" fmla="*/ 67670 h 67670"/>
                <a:gd name="connsiteX6" fmla="*/ 33227 w 33227"/>
                <a:gd name="connsiteY6" fmla="*/ 67670 h 67670"/>
                <a:gd name="connsiteX7" fmla="*/ 33227 w 33227"/>
                <a:gd name="connsiteY7" fmla="*/ 24898 h 67670"/>
                <a:gd name="connsiteX8" fmla="*/ 11502 w 33227"/>
                <a:gd name="connsiteY8" fmla="*/ 0 h 67670"/>
                <a:gd name="connsiteX9" fmla="*/ 8307 w 33227"/>
                <a:gd name="connsiteY9" fmla="*/ 1915 h 6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7" h="67670">
                  <a:moveTo>
                    <a:pt x="8307" y="1915"/>
                  </a:moveTo>
                  <a:lnTo>
                    <a:pt x="24921" y="30005"/>
                  </a:lnTo>
                  <a:cubicBezTo>
                    <a:pt x="26837" y="33197"/>
                    <a:pt x="25560" y="37027"/>
                    <a:pt x="23004" y="38942"/>
                  </a:cubicBezTo>
                  <a:cubicBezTo>
                    <a:pt x="22365" y="39581"/>
                    <a:pt x="21087" y="39581"/>
                    <a:pt x="20447" y="39581"/>
                  </a:cubicBezTo>
                  <a:lnTo>
                    <a:pt x="0" y="42134"/>
                  </a:lnTo>
                  <a:lnTo>
                    <a:pt x="0" y="67670"/>
                  </a:lnTo>
                  <a:lnTo>
                    <a:pt x="33227" y="67670"/>
                  </a:lnTo>
                  <a:lnTo>
                    <a:pt x="33227" y="24898"/>
                  </a:lnTo>
                  <a:lnTo>
                    <a:pt x="11502" y="0"/>
                  </a:lnTo>
                  <a:lnTo>
                    <a:pt x="8307" y="1915"/>
                  </a:lnTo>
                  <a:close/>
                </a:path>
              </a:pathLst>
            </a:custGeom>
            <a:solidFill>
              <a:srgbClr val="43B02A"/>
            </a:solidFill>
            <a:ln w="6390" cap="flat">
              <a:noFill/>
              <a:prstDash val="solid"/>
              <a:miter/>
            </a:ln>
          </p:spPr>
          <p:txBody>
            <a:bodyPr rtlCol="0" anchor="ctr"/>
            <a:lstStyle/>
            <a:p>
              <a:endParaRPr lang="en-US"/>
            </a:p>
          </p:txBody>
        </p:sp>
        <p:sp>
          <p:nvSpPr>
            <p:cNvPr id="1059" name="Graphic 4">
              <a:extLst>
                <a:ext uri="{FF2B5EF4-FFF2-40B4-BE49-F238E27FC236}">
                  <a16:creationId xmlns:a16="http://schemas.microsoft.com/office/drawing/2014/main" id="{01054849-816B-BF4F-9DED-F7E3D5533C56}"/>
                </a:ext>
              </a:extLst>
            </p:cNvPr>
            <p:cNvSpPr/>
            <p:nvPr/>
          </p:nvSpPr>
          <p:spPr>
            <a:xfrm>
              <a:off x="6146480" y="33396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03200 w 362309"/>
                <a:gd name="connsiteY6" fmla="*/ 71501 h 361971"/>
                <a:gd name="connsiteX7" fmla="*/ 207673 w 362309"/>
                <a:gd name="connsiteY7" fmla="*/ 69586 h 361971"/>
                <a:gd name="connsiteX8" fmla="*/ 209590 w 362309"/>
                <a:gd name="connsiteY8" fmla="*/ 69586 h 361971"/>
                <a:gd name="connsiteX9" fmla="*/ 214702 w 362309"/>
                <a:gd name="connsiteY9" fmla="*/ 71501 h 361971"/>
                <a:gd name="connsiteX10" fmla="*/ 227482 w 362309"/>
                <a:gd name="connsiteY10" fmla="*/ 101505 h 361971"/>
                <a:gd name="connsiteX11" fmla="*/ 219175 w 362309"/>
                <a:gd name="connsiteY11" fmla="*/ 113635 h 361971"/>
                <a:gd name="connsiteX12" fmla="*/ 208951 w 362309"/>
                <a:gd name="connsiteY12" fmla="*/ 116827 h 361971"/>
                <a:gd name="connsiteX13" fmla="*/ 198727 w 362309"/>
                <a:gd name="connsiteY13" fmla="*/ 113635 h 361971"/>
                <a:gd name="connsiteX14" fmla="*/ 190420 w 362309"/>
                <a:gd name="connsiteY14" fmla="*/ 101505 h 361971"/>
                <a:gd name="connsiteX15" fmla="*/ 203200 w 362309"/>
                <a:gd name="connsiteY15" fmla="*/ 71501 h 361971"/>
                <a:gd name="connsiteX16" fmla="*/ 203200 w 362309"/>
                <a:gd name="connsiteY16" fmla="*/ 71501 h 361971"/>
                <a:gd name="connsiteX17" fmla="*/ 292020 w 362309"/>
                <a:gd name="connsiteY17" fmla="*/ 162792 h 361971"/>
                <a:gd name="connsiteX18" fmla="*/ 276045 w 362309"/>
                <a:gd name="connsiteY18" fmla="*/ 197903 h 361971"/>
                <a:gd name="connsiteX19" fmla="*/ 228120 w 362309"/>
                <a:gd name="connsiteY19" fmla="*/ 213863 h 361971"/>
                <a:gd name="connsiteX20" fmla="*/ 225565 w 362309"/>
                <a:gd name="connsiteY20" fmla="*/ 213863 h 361971"/>
                <a:gd name="connsiteX21" fmla="*/ 222370 w 362309"/>
                <a:gd name="connsiteY21" fmla="*/ 217055 h 361971"/>
                <a:gd name="connsiteX22" fmla="*/ 224925 w 362309"/>
                <a:gd name="connsiteY22" fmla="*/ 236207 h 361971"/>
                <a:gd name="connsiteX23" fmla="*/ 224925 w 362309"/>
                <a:gd name="connsiteY23" fmla="*/ 237484 h 361971"/>
                <a:gd name="connsiteX24" fmla="*/ 214702 w 362309"/>
                <a:gd name="connsiteY24" fmla="*/ 255998 h 361971"/>
                <a:gd name="connsiteX25" fmla="*/ 214702 w 362309"/>
                <a:gd name="connsiteY25" fmla="*/ 268127 h 361971"/>
                <a:gd name="connsiteX26" fmla="*/ 202561 w 362309"/>
                <a:gd name="connsiteY26" fmla="*/ 280257 h 361971"/>
                <a:gd name="connsiteX27" fmla="*/ 194893 w 362309"/>
                <a:gd name="connsiteY27" fmla="*/ 280257 h 361971"/>
                <a:gd name="connsiteX28" fmla="*/ 182752 w 362309"/>
                <a:gd name="connsiteY28" fmla="*/ 268127 h 361971"/>
                <a:gd name="connsiteX29" fmla="*/ 182752 w 362309"/>
                <a:gd name="connsiteY29" fmla="*/ 268127 h 361971"/>
                <a:gd name="connsiteX30" fmla="*/ 182752 w 362309"/>
                <a:gd name="connsiteY30" fmla="*/ 259828 h 361971"/>
                <a:gd name="connsiteX31" fmla="*/ 115658 w 362309"/>
                <a:gd name="connsiteY31" fmla="*/ 259828 h 361971"/>
                <a:gd name="connsiteX32" fmla="*/ 115658 w 362309"/>
                <a:gd name="connsiteY32" fmla="*/ 268127 h 361971"/>
                <a:gd name="connsiteX33" fmla="*/ 103517 w 362309"/>
                <a:gd name="connsiteY33" fmla="*/ 280257 h 361971"/>
                <a:gd name="connsiteX34" fmla="*/ 95849 w 362309"/>
                <a:gd name="connsiteY34" fmla="*/ 280257 h 361971"/>
                <a:gd name="connsiteX35" fmla="*/ 83708 w 362309"/>
                <a:gd name="connsiteY35" fmla="*/ 268127 h 361971"/>
                <a:gd name="connsiteX36" fmla="*/ 83708 w 362309"/>
                <a:gd name="connsiteY36" fmla="*/ 268127 h 361971"/>
                <a:gd name="connsiteX37" fmla="*/ 83708 w 362309"/>
                <a:gd name="connsiteY37" fmla="*/ 256636 h 361971"/>
                <a:gd name="connsiteX38" fmla="*/ 73484 w 362309"/>
                <a:gd name="connsiteY38" fmla="*/ 238122 h 361971"/>
                <a:gd name="connsiteX39" fmla="*/ 73484 w 362309"/>
                <a:gd name="connsiteY39" fmla="*/ 236846 h 361971"/>
                <a:gd name="connsiteX40" fmla="*/ 76040 w 362309"/>
                <a:gd name="connsiteY40" fmla="*/ 218332 h 361971"/>
                <a:gd name="connsiteX41" fmla="*/ 70289 w 362309"/>
                <a:gd name="connsiteY41" fmla="*/ 208118 h 361971"/>
                <a:gd name="connsiteX42" fmla="*/ 70289 w 362309"/>
                <a:gd name="connsiteY42" fmla="*/ 199819 h 361971"/>
                <a:gd name="connsiteX43" fmla="*/ 81791 w 362309"/>
                <a:gd name="connsiteY43" fmla="*/ 188327 h 361971"/>
                <a:gd name="connsiteX44" fmla="*/ 81791 w 362309"/>
                <a:gd name="connsiteY44" fmla="*/ 188327 h 361971"/>
                <a:gd name="connsiteX45" fmla="*/ 81791 w 362309"/>
                <a:gd name="connsiteY45" fmla="*/ 188327 h 361971"/>
                <a:gd name="connsiteX46" fmla="*/ 89459 w 362309"/>
                <a:gd name="connsiteY46" fmla="*/ 157684 h 361971"/>
                <a:gd name="connsiteX47" fmla="*/ 104156 w 362309"/>
                <a:gd name="connsiteY47" fmla="*/ 145555 h 361971"/>
                <a:gd name="connsiteX48" fmla="*/ 126521 w 362309"/>
                <a:gd name="connsiteY48" fmla="*/ 143640 h 361971"/>
                <a:gd name="connsiteX49" fmla="*/ 169972 w 362309"/>
                <a:gd name="connsiteY49" fmla="*/ 143640 h 361971"/>
                <a:gd name="connsiteX50" fmla="*/ 192976 w 362309"/>
                <a:gd name="connsiteY50" fmla="*/ 145555 h 361971"/>
                <a:gd name="connsiteX51" fmla="*/ 207673 w 362309"/>
                <a:gd name="connsiteY51" fmla="*/ 157046 h 361971"/>
                <a:gd name="connsiteX52" fmla="*/ 215980 w 362309"/>
                <a:gd name="connsiteY52" fmla="*/ 188966 h 361971"/>
                <a:gd name="connsiteX53" fmla="*/ 227482 w 362309"/>
                <a:gd name="connsiteY53" fmla="*/ 200457 h 361971"/>
                <a:gd name="connsiteX54" fmla="*/ 227482 w 362309"/>
                <a:gd name="connsiteY54" fmla="*/ 200457 h 361971"/>
                <a:gd name="connsiteX55" fmla="*/ 227482 w 362309"/>
                <a:gd name="connsiteY55" fmla="*/ 202372 h 361971"/>
                <a:gd name="connsiteX56" fmla="*/ 267099 w 362309"/>
                <a:gd name="connsiteY56" fmla="*/ 189604 h 361971"/>
                <a:gd name="connsiteX57" fmla="*/ 277962 w 362309"/>
                <a:gd name="connsiteY57" fmla="*/ 170452 h 361971"/>
                <a:gd name="connsiteX58" fmla="*/ 239623 w 362309"/>
                <a:gd name="connsiteY58" fmla="*/ 170452 h 361971"/>
                <a:gd name="connsiteX59" fmla="*/ 233233 w 362309"/>
                <a:gd name="connsiteY59" fmla="*/ 164068 h 361971"/>
                <a:gd name="connsiteX60" fmla="*/ 233233 w 362309"/>
                <a:gd name="connsiteY60" fmla="*/ 127041 h 361971"/>
                <a:gd name="connsiteX61" fmla="*/ 238983 w 362309"/>
                <a:gd name="connsiteY61" fmla="*/ 120657 h 361971"/>
                <a:gd name="connsiteX62" fmla="*/ 254958 w 362309"/>
                <a:gd name="connsiteY62" fmla="*/ 118742 h 361971"/>
                <a:gd name="connsiteX63" fmla="*/ 240261 w 362309"/>
                <a:gd name="connsiteY63" fmla="*/ 94483 h 361971"/>
                <a:gd name="connsiteX64" fmla="*/ 242178 w 362309"/>
                <a:gd name="connsiteY64" fmla="*/ 86184 h 361971"/>
                <a:gd name="connsiteX65" fmla="*/ 254958 w 362309"/>
                <a:gd name="connsiteY65" fmla="*/ 77246 h 361971"/>
                <a:gd name="connsiteX66" fmla="*/ 263265 w 362309"/>
                <a:gd name="connsiteY66" fmla="*/ 78523 h 361971"/>
                <a:gd name="connsiteX67" fmla="*/ 290103 w 362309"/>
                <a:gd name="connsiteY67" fmla="*/ 109166 h 361971"/>
                <a:gd name="connsiteX68" fmla="*/ 291381 w 362309"/>
                <a:gd name="connsiteY68" fmla="*/ 113635 h 361971"/>
                <a:gd name="connsiteX69" fmla="*/ 292020 w 362309"/>
                <a:gd name="connsiteY69" fmla="*/ 16279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1077"/>
                    <a:pt x="281157" y="0"/>
                    <a:pt x="181474" y="0"/>
                  </a:cubicBezTo>
                  <a:close/>
                  <a:moveTo>
                    <a:pt x="203200" y="71501"/>
                  </a:moveTo>
                  <a:cubicBezTo>
                    <a:pt x="204478" y="70224"/>
                    <a:pt x="206395" y="69586"/>
                    <a:pt x="207673" y="69586"/>
                  </a:cubicBezTo>
                  <a:lnTo>
                    <a:pt x="209590" y="69586"/>
                  </a:lnTo>
                  <a:cubicBezTo>
                    <a:pt x="211507" y="69586"/>
                    <a:pt x="213424" y="70224"/>
                    <a:pt x="214702" y="71501"/>
                  </a:cubicBezTo>
                  <a:cubicBezTo>
                    <a:pt x="215980" y="73416"/>
                    <a:pt x="229399" y="88099"/>
                    <a:pt x="227482" y="101505"/>
                  </a:cubicBezTo>
                  <a:cubicBezTo>
                    <a:pt x="226843" y="106613"/>
                    <a:pt x="223648" y="111081"/>
                    <a:pt x="219175" y="113635"/>
                  </a:cubicBezTo>
                  <a:cubicBezTo>
                    <a:pt x="215980" y="115550"/>
                    <a:pt x="212785" y="116827"/>
                    <a:pt x="208951" y="116827"/>
                  </a:cubicBezTo>
                  <a:cubicBezTo>
                    <a:pt x="205117" y="116827"/>
                    <a:pt x="201922" y="115550"/>
                    <a:pt x="198727" y="113635"/>
                  </a:cubicBezTo>
                  <a:cubicBezTo>
                    <a:pt x="194254" y="111081"/>
                    <a:pt x="191059" y="106613"/>
                    <a:pt x="190420" y="101505"/>
                  </a:cubicBezTo>
                  <a:cubicBezTo>
                    <a:pt x="188503" y="88099"/>
                    <a:pt x="201922" y="73416"/>
                    <a:pt x="203200" y="71501"/>
                  </a:cubicBezTo>
                  <a:lnTo>
                    <a:pt x="203200" y="71501"/>
                  </a:lnTo>
                  <a:close/>
                  <a:moveTo>
                    <a:pt x="292020" y="162792"/>
                  </a:moveTo>
                  <a:cubicBezTo>
                    <a:pt x="291381" y="176198"/>
                    <a:pt x="285630" y="188327"/>
                    <a:pt x="276045" y="197903"/>
                  </a:cubicBezTo>
                  <a:cubicBezTo>
                    <a:pt x="264543" y="208756"/>
                    <a:pt x="248568" y="213863"/>
                    <a:pt x="228120" y="213863"/>
                  </a:cubicBezTo>
                  <a:lnTo>
                    <a:pt x="225565" y="213863"/>
                  </a:lnTo>
                  <a:cubicBezTo>
                    <a:pt x="224925" y="215140"/>
                    <a:pt x="223648" y="216417"/>
                    <a:pt x="222370" y="217055"/>
                  </a:cubicBezTo>
                  <a:lnTo>
                    <a:pt x="224925" y="236207"/>
                  </a:lnTo>
                  <a:cubicBezTo>
                    <a:pt x="224925" y="236207"/>
                    <a:pt x="224925" y="236846"/>
                    <a:pt x="224925" y="237484"/>
                  </a:cubicBezTo>
                  <a:cubicBezTo>
                    <a:pt x="224925" y="245145"/>
                    <a:pt x="221092" y="251529"/>
                    <a:pt x="214702" y="255998"/>
                  </a:cubicBezTo>
                  <a:lnTo>
                    <a:pt x="214702" y="268127"/>
                  </a:lnTo>
                  <a:cubicBezTo>
                    <a:pt x="214702" y="275149"/>
                    <a:pt x="208951" y="280257"/>
                    <a:pt x="202561" y="280257"/>
                  </a:cubicBezTo>
                  <a:lnTo>
                    <a:pt x="194893" y="280257"/>
                  </a:lnTo>
                  <a:cubicBezTo>
                    <a:pt x="188503" y="280257"/>
                    <a:pt x="182752" y="274511"/>
                    <a:pt x="182752" y="268127"/>
                  </a:cubicBezTo>
                  <a:lnTo>
                    <a:pt x="182752" y="268127"/>
                  </a:lnTo>
                  <a:lnTo>
                    <a:pt x="182752" y="259828"/>
                  </a:lnTo>
                  <a:lnTo>
                    <a:pt x="115658" y="259828"/>
                  </a:lnTo>
                  <a:lnTo>
                    <a:pt x="115658" y="268127"/>
                  </a:lnTo>
                  <a:cubicBezTo>
                    <a:pt x="115658" y="275149"/>
                    <a:pt x="109907" y="280257"/>
                    <a:pt x="103517" y="280257"/>
                  </a:cubicBezTo>
                  <a:lnTo>
                    <a:pt x="95849" y="280257"/>
                  </a:lnTo>
                  <a:cubicBezTo>
                    <a:pt x="89459" y="280257"/>
                    <a:pt x="83708" y="274511"/>
                    <a:pt x="83708" y="268127"/>
                  </a:cubicBezTo>
                  <a:lnTo>
                    <a:pt x="83708" y="268127"/>
                  </a:lnTo>
                  <a:lnTo>
                    <a:pt x="83708" y="256636"/>
                  </a:lnTo>
                  <a:cubicBezTo>
                    <a:pt x="77318" y="252806"/>
                    <a:pt x="73484" y="245783"/>
                    <a:pt x="73484" y="238122"/>
                  </a:cubicBezTo>
                  <a:cubicBezTo>
                    <a:pt x="73484" y="238122"/>
                    <a:pt x="73484" y="237484"/>
                    <a:pt x="73484" y="236846"/>
                  </a:cubicBezTo>
                  <a:lnTo>
                    <a:pt x="76040" y="218332"/>
                  </a:lnTo>
                  <a:cubicBezTo>
                    <a:pt x="72206" y="216417"/>
                    <a:pt x="70289" y="212587"/>
                    <a:pt x="70289" y="208118"/>
                  </a:cubicBezTo>
                  <a:lnTo>
                    <a:pt x="70289" y="199819"/>
                  </a:lnTo>
                  <a:cubicBezTo>
                    <a:pt x="70289" y="193435"/>
                    <a:pt x="75401" y="188327"/>
                    <a:pt x="81791" y="188327"/>
                  </a:cubicBezTo>
                  <a:cubicBezTo>
                    <a:pt x="81791" y="188327"/>
                    <a:pt x="81791" y="188327"/>
                    <a:pt x="81791" y="188327"/>
                  </a:cubicBezTo>
                  <a:lnTo>
                    <a:pt x="81791" y="188327"/>
                  </a:lnTo>
                  <a:lnTo>
                    <a:pt x="89459" y="157684"/>
                  </a:lnTo>
                  <a:cubicBezTo>
                    <a:pt x="91376" y="151300"/>
                    <a:pt x="97127" y="146193"/>
                    <a:pt x="104156" y="145555"/>
                  </a:cubicBezTo>
                  <a:lnTo>
                    <a:pt x="126521" y="143640"/>
                  </a:lnTo>
                  <a:cubicBezTo>
                    <a:pt x="141217" y="142363"/>
                    <a:pt x="155275" y="142363"/>
                    <a:pt x="169972" y="143640"/>
                  </a:cubicBezTo>
                  <a:lnTo>
                    <a:pt x="192976" y="145555"/>
                  </a:lnTo>
                  <a:cubicBezTo>
                    <a:pt x="199366" y="146193"/>
                    <a:pt x="205117" y="150662"/>
                    <a:pt x="207673" y="157046"/>
                  </a:cubicBezTo>
                  <a:lnTo>
                    <a:pt x="215980" y="188966"/>
                  </a:lnTo>
                  <a:cubicBezTo>
                    <a:pt x="222370" y="188966"/>
                    <a:pt x="227482" y="194073"/>
                    <a:pt x="227482" y="200457"/>
                  </a:cubicBezTo>
                  <a:cubicBezTo>
                    <a:pt x="227482" y="200457"/>
                    <a:pt x="227482" y="200457"/>
                    <a:pt x="227482" y="200457"/>
                  </a:cubicBezTo>
                  <a:lnTo>
                    <a:pt x="227482" y="202372"/>
                  </a:lnTo>
                  <a:cubicBezTo>
                    <a:pt x="244735" y="202372"/>
                    <a:pt x="258153" y="198542"/>
                    <a:pt x="267099" y="189604"/>
                  </a:cubicBezTo>
                  <a:cubicBezTo>
                    <a:pt x="272850" y="184497"/>
                    <a:pt x="276045" y="177475"/>
                    <a:pt x="277962" y="170452"/>
                  </a:cubicBezTo>
                  <a:lnTo>
                    <a:pt x="239623" y="170452"/>
                  </a:lnTo>
                  <a:cubicBezTo>
                    <a:pt x="235788" y="170452"/>
                    <a:pt x="233233" y="167899"/>
                    <a:pt x="233233" y="164068"/>
                  </a:cubicBezTo>
                  <a:lnTo>
                    <a:pt x="233233" y="127041"/>
                  </a:lnTo>
                  <a:cubicBezTo>
                    <a:pt x="233233" y="123849"/>
                    <a:pt x="235788" y="121296"/>
                    <a:pt x="238983" y="120657"/>
                  </a:cubicBezTo>
                  <a:lnTo>
                    <a:pt x="254958" y="118742"/>
                  </a:lnTo>
                  <a:lnTo>
                    <a:pt x="240261" y="94483"/>
                  </a:lnTo>
                  <a:cubicBezTo>
                    <a:pt x="238345" y="91291"/>
                    <a:pt x="238983" y="88099"/>
                    <a:pt x="242178" y="86184"/>
                  </a:cubicBezTo>
                  <a:lnTo>
                    <a:pt x="254958" y="77246"/>
                  </a:lnTo>
                  <a:cubicBezTo>
                    <a:pt x="257514" y="75331"/>
                    <a:pt x="261348" y="75970"/>
                    <a:pt x="263265" y="78523"/>
                  </a:cubicBezTo>
                  <a:lnTo>
                    <a:pt x="290103" y="109166"/>
                  </a:lnTo>
                  <a:cubicBezTo>
                    <a:pt x="291381" y="110443"/>
                    <a:pt x="291381" y="111720"/>
                    <a:pt x="291381" y="113635"/>
                  </a:cubicBezTo>
                  <a:lnTo>
                    <a:pt x="292020" y="162792"/>
                  </a:lnTo>
                  <a:close/>
                </a:path>
              </a:pathLst>
            </a:custGeom>
            <a:solidFill>
              <a:srgbClr val="43B02A"/>
            </a:solidFill>
            <a:ln w="6390" cap="flat">
              <a:noFill/>
              <a:prstDash val="solid"/>
              <a:miter/>
            </a:ln>
          </p:spPr>
          <p:txBody>
            <a:bodyPr rtlCol="0" anchor="ctr"/>
            <a:lstStyle/>
            <a:p>
              <a:endParaRPr lang="en-US"/>
            </a:p>
          </p:txBody>
        </p:sp>
        <p:sp>
          <p:nvSpPr>
            <p:cNvPr id="1060" name="Graphic 4">
              <a:extLst>
                <a:ext uri="{FF2B5EF4-FFF2-40B4-BE49-F238E27FC236}">
                  <a16:creationId xmlns:a16="http://schemas.microsoft.com/office/drawing/2014/main" id="{4A155F61-53DE-A844-A6DC-031C6C934B53}"/>
                </a:ext>
              </a:extLst>
            </p:cNvPr>
            <p:cNvSpPr/>
            <p:nvPr/>
          </p:nvSpPr>
          <p:spPr>
            <a:xfrm>
              <a:off x="6229549" y="3540080"/>
              <a:ext cx="132271" cy="67031"/>
            </a:xfrm>
            <a:custGeom>
              <a:avLst/>
              <a:gdLst>
                <a:gd name="connsiteX0" fmla="*/ 125881 w 132271"/>
                <a:gd name="connsiteY0" fmla="*/ 638 h 67031"/>
                <a:gd name="connsiteX1" fmla="*/ 125881 w 132271"/>
                <a:gd name="connsiteY1" fmla="*/ 638 h 67031"/>
                <a:gd name="connsiteX2" fmla="*/ 6390 w 132271"/>
                <a:gd name="connsiteY2" fmla="*/ 638 h 67031"/>
                <a:gd name="connsiteX3" fmla="*/ 3834 w 132271"/>
                <a:gd name="connsiteY3" fmla="*/ 0 h 67031"/>
                <a:gd name="connsiteX4" fmla="*/ 0 w 132271"/>
                <a:gd name="connsiteY4" fmla="*/ 0 h 67031"/>
                <a:gd name="connsiteX5" fmla="*/ 0 w 132271"/>
                <a:gd name="connsiteY5" fmla="*/ 6384 h 67031"/>
                <a:gd name="connsiteX6" fmla="*/ 5112 w 132271"/>
                <a:gd name="connsiteY6" fmla="*/ 8299 h 67031"/>
                <a:gd name="connsiteX7" fmla="*/ 6390 w 132271"/>
                <a:gd name="connsiteY7" fmla="*/ 13406 h 67031"/>
                <a:gd name="connsiteX8" fmla="*/ 2556 w 132271"/>
                <a:gd name="connsiteY8" fmla="*/ 37665 h 67031"/>
                <a:gd name="connsiteX9" fmla="*/ 8946 w 132271"/>
                <a:gd name="connsiteY9" fmla="*/ 45964 h 67031"/>
                <a:gd name="connsiteX10" fmla="*/ 13419 w 132271"/>
                <a:gd name="connsiteY10" fmla="*/ 51710 h 67031"/>
                <a:gd name="connsiteX11" fmla="*/ 13419 w 132271"/>
                <a:gd name="connsiteY11" fmla="*/ 67032 h 67031"/>
                <a:gd name="connsiteX12" fmla="*/ 19809 w 132271"/>
                <a:gd name="connsiteY12" fmla="*/ 67032 h 67031"/>
                <a:gd name="connsiteX13" fmla="*/ 19809 w 132271"/>
                <a:gd name="connsiteY13" fmla="*/ 52987 h 67031"/>
                <a:gd name="connsiteX14" fmla="*/ 26199 w 132271"/>
                <a:gd name="connsiteY14" fmla="*/ 46603 h 67031"/>
                <a:gd name="connsiteX15" fmla="*/ 106073 w 132271"/>
                <a:gd name="connsiteY15" fmla="*/ 46603 h 67031"/>
                <a:gd name="connsiteX16" fmla="*/ 112463 w 132271"/>
                <a:gd name="connsiteY16" fmla="*/ 52987 h 67031"/>
                <a:gd name="connsiteX17" fmla="*/ 112463 w 132271"/>
                <a:gd name="connsiteY17" fmla="*/ 67032 h 67031"/>
                <a:gd name="connsiteX18" fmla="*/ 118853 w 132271"/>
                <a:gd name="connsiteY18" fmla="*/ 67032 h 67031"/>
                <a:gd name="connsiteX19" fmla="*/ 118853 w 132271"/>
                <a:gd name="connsiteY19" fmla="*/ 51710 h 67031"/>
                <a:gd name="connsiteX20" fmla="*/ 123326 w 132271"/>
                <a:gd name="connsiteY20" fmla="*/ 45964 h 67031"/>
                <a:gd name="connsiteX21" fmla="*/ 129716 w 132271"/>
                <a:gd name="connsiteY21" fmla="*/ 37665 h 67031"/>
                <a:gd name="connsiteX22" fmla="*/ 126521 w 132271"/>
                <a:gd name="connsiteY22" fmla="*/ 13406 h 67031"/>
                <a:gd name="connsiteX23" fmla="*/ 127799 w 132271"/>
                <a:gd name="connsiteY23" fmla="*/ 8299 h 67031"/>
                <a:gd name="connsiteX24" fmla="*/ 132271 w 132271"/>
                <a:gd name="connsiteY24" fmla="*/ 6384 h 67031"/>
                <a:gd name="connsiteX25" fmla="*/ 132271 w 132271"/>
                <a:gd name="connsiteY25" fmla="*/ 638 h 67031"/>
                <a:gd name="connsiteX26" fmla="*/ 129076 w 132271"/>
                <a:gd name="connsiteY26" fmla="*/ 638 h 67031"/>
                <a:gd name="connsiteX27" fmla="*/ 125881 w 132271"/>
                <a:gd name="connsiteY27" fmla="*/ 638 h 67031"/>
                <a:gd name="connsiteX28" fmla="*/ 28755 w 132271"/>
                <a:gd name="connsiteY28" fmla="*/ 41496 h 67031"/>
                <a:gd name="connsiteX29" fmla="*/ 12141 w 132271"/>
                <a:gd name="connsiteY29" fmla="*/ 25536 h 67031"/>
                <a:gd name="connsiteX30" fmla="*/ 28115 w 132271"/>
                <a:gd name="connsiteY30" fmla="*/ 8937 h 67031"/>
                <a:gd name="connsiteX31" fmla="*/ 44730 w 132271"/>
                <a:gd name="connsiteY31" fmla="*/ 24897 h 67031"/>
                <a:gd name="connsiteX32" fmla="*/ 44730 w 132271"/>
                <a:gd name="connsiteY32" fmla="*/ 24897 h 67031"/>
                <a:gd name="connsiteX33" fmla="*/ 28755 w 132271"/>
                <a:gd name="connsiteY33" fmla="*/ 41496 h 67031"/>
                <a:gd name="connsiteX34" fmla="*/ 28755 w 132271"/>
                <a:gd name="connsiteY34" fmla="*/ 41496 h 67031"/>
                <a:gd name="connsiteX35" fmla="*/ 28755 w 132271"/>
                <a:gd name="connsiteY35" fmla="*/ 41496 h 67031"/>
                <a:gd name="connsiteX36" fmla="*/ 103517 w 132271"/>
                <a:gd name="connsiteY36" fmla="*/ 41496 h 67031"/>
                <a:gd name="connsiteX37" fmla="*/ 87542 w 132271"/>
                <a:gd name="connsiteY37" fmla="*/ 25536 h 67031"/>
                <a:gd name="connsiteX38" fmla="*/ 103517 w 132271"/>
                <a:gd name="connsiteY38" fmla="*/ 9576 h 67031"/>
                <a:gd name="connsiteX39" fmla="*/ 119492 w 132271"/>
                <a:gd name="connsiteY39" fmla="*/ 25536 h 67031"/>
                <a:gd name="connsiteX40" fmla="*/ 119492 w 132271"/>
                <a:gd name="connsiteY40" fmla="*/ 25536 h 67031"/>
                <a:gd name="connsiteX41" fmla="*/ 103517 w 132271"/>
                <a:gd name="connsiteY41" fmla="*/ 41496 h 67031"/>
                <a:gd name="connsiteX42" fmla="*/ 103517 w 132271"/>
                <a:gd name="connsiteY42" fmla="*/ 41496 h 67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32271" h="67031">
                  <a:moveTo>
                    <a:pt x="125881" y="638"/>
                  </a:moveTo>
                  <a:lnTo>
                    <a:pt x="125881" y="638"/>
                  </a:lnTo>
                  <a:lnTo>
                    <a:pt x="6390" y="638"/>
                  </a:lnTo>
                  <a:cubicBezTo>
                    <a:pt x="5751" y="638"/>
                    <a:pt x="4473" y="638"/>
                    <a:pt x="3834" y="0"/>
                  </a:cubicBezTo>
                  <a:lnTo>
                    <a:pt x="0" y="0"/>
                  </a:lnTo>
                  <a:lnTo>
                    <a:pt x="0" y="6384"/>
                  </a:lnTo>
                  <a:cubicBezTo>
                    <a:pt x="1917" y="6384"/>
                    <a:pt x="3834" y="7022"/>
                    <a:pt x="5112" y="8299"/>
                  </a:cubicBezTo>
                  <a:cubicBezTo>
                    <a:pt x="6390" y="9576"/>
                    <a:pt x="7029" y="11491"/>
                    <a:pt x="6390" y="13406"/>
                  </a:cubicBezTo>
                  <a:lnTo>
                    <a:pt x="2556" y="37665"/>
                  </a:lnTo>
                  <a:cubicBezTo>
                    <a:pt x="2556" y="41496"/>
                    <a:pt x="5112" y="44688"/>
                    <a:pt x="8946" y="45964"/>
                  </a:cubicBezTo>
                  <a:cubicBezTo>
                    <a:pt x="11502" y="46603"/>
                    <a:pt x="13419" y="49156"/>
                    <a:pt x="13419" y="51710"/>
                  </a:cubicBezTo>
                  <a:lnTo>
                    <a:pt x="13419" y="67032"/>
                  </a:lnTo>
                  <a:lnTo>
                    <a:pt x="19809" y="67032"/>
                  </a:lnTo>
                  <a:lnTo>
                    <a:pt x="19809" y="52987"/>
                  </a:lnTo>
                  <a:cubicBezTo>
                    <a:pt x="19809" y="49156"/>
                    <a:pt x="22365" y="46603"/>
                    <a:pt x="26199" y="46603"/>
                  </a:cubicBezTo>
                  <a:lnTo>
                    <a:pt x="106073" y="46603"/>
                  </a:lnTo>
                  <a:cubicBezTo>
                    <a:pt x="109907" y="46603"/>
                    <a:pt x="112463" y="49156"/>
                    <a:pt x="112463" y="52987"/>
                  </a:cubicBezTo>
                  <a:lnTo>
                    <a:pt x="112463" y="67032"/>
                  </a:lnTo>
                  <a:lnTo>
                    <a:pt x="118853" y="67032"/>
                  </a:lnTo>
                  <a:lnTo>
                    <a:pt x="118853" y="51710"/>
                  </a:lnTo>
                  <a:cubicBezTo>
                    <a:pt x="118853" y="49156"/>
                    <a:pt x="120770" y="46603"/>
                    <a:pt x="123326" y="45964"/>
                  </a:cubicBezTo>
                  <a:cubicBezTo>
                    <a:pt x="127160" y="44688"/>
                    <a:pt x="129716" y="41496"/>
                    <a:pt x="129716" y="37665"/>
                  </a:cubicBezTo>
                  <a:lnTo>
                    <a:pt x="126521" y="13406"/>
                  </a:lnTo>
                  <a:cubicBezTo>
                    <a:pt x="126521" y="11491"/>
                    <a:pt x="127160" y="9576"/>
                    <a:pt x="127799" y="8299"/>
                  </a:cubicBezTo>
                  <a:cubicBezTo>
                    <a:pt x="129076" y="7022"/>
                    <a:pt x="130354" y="6384"/>
                    <a:pt x="132271" y="6384"/>
                  </a:cubicBezTo>
                  <a:lnTo>
                    <a:pt x="132271" y="638"/>
                  </a:lnTo>
                  <a:lnTo>
                    <a:pt x="129076" y="638"/>
                  </a:lnTo>
                  <a:cubicBezTo>
                    <a:pt x="128438" y="638"/>
                    <a:pt x="127160" y="638"/>
                    <a:pt x="125881" y="638"/>
                  </a:cubicBezTo>
                  <a:close/>
                  <a:moveTo>
                    <a:pt x="28755" y="41496"/>
                  </a:moveTo>
                  <a:cubicBezTo>
                    <a:pt x="19809" y="41496"/>
                    <a:pt x="12141" y="34473"/>
                    <a:pt x="12141" y="25536"/>
                  </a:cubicBezTo>
                  <a:cubicBezTo>
                    <a:pt x="12141" y="16598"/>
                    <a:pt x="19170" y="8937"/>
                    <a:pt x="28115" y="8937"/>
                  </a:cubicBezTo>
                  <a:cubicBezTo>
                    <a:pt x="37062" y="8937"/>
                    <a:pt x="44730" y="15960"/>
                    <a:pt x="44730" y="24897"/>
                  </a:cubicBezTo>
                  <a:cubicBezTo>
                    <a:pt x="44730" y="24897"/>
                    <a:pt x="44730" y="24897"/>
                    <a:pt x="44730" y="24897"/>
                  </a:cubicBezTo>
                  <a:cubicBezTo>
                    <a:pt x="44730" y="34473"/>
                    <a:pt x="37700" y="41496"/>
                    <a:pt x="28755" y="41496"/>
                  </a:cubicBezTo>
                  <a:lnTo>
                    <a:pt x="28755" y="41496"/>
                  </a:lnTo>
                  <a:lnTo>
                    <a:pt x="28755" y="41496"/>
                  </a:lnTo>
                  <a:close/>
                  <a:moveTo>
                    <a:pt x="103517" y="41496"/>
                  </a:moveTo>
                  <a:cubicBezTo>
                    <a:pt x="94571" y="41496"/>
                    <a:pt x="87542" y="34473"/>
                    <a:pt x="87542" y="25536"/>
                  </a:cubicBezTo>
                  <a:cubicBezTo>
                    <a:pt x="87542" y="16598"/>
                    <a:pt x="94571" y="9576"/>
                    <a:pt x="103517" y="9576"/>
                  </a:cubicBezTo>
                  <a:cubicBezTo>
                    <a:pt x="112463" y="9576"/>
                    <a:pt x="119492" y="16598"/>
                    <a:pt x="119492" y="25536"/>
                  </a:cubicBezTo>
                  <a:lnTo>
                    <a:pt x="119492" y="25536"/>
                  </a:lnTo>
                  <a:cubicBezTo>
                    <a:pt x="120131" y="34473"/>
                    <a:pt x="112463" y="41496"/>
                    <a:pt x="103517" y="41496"/>
                  </a:cubicBezTo>
                  <a:lnTo>
                    <a:pt x="103517" y="41496"/>
                  </a:lnTo>
                  <a:close/>
                </a:path>
              </a:pathLst>
            </a:custGeom>
            <a:solidFill>
              <a:srgbClr val="43B02A"/>
            </a:solidFill>
            <a:ln w="6390" cap="flat">
              <a:noFill/>
              <a:prstDash val="solid"/>
              <a:miter/>
            </a:ln>
          </p:spPr>
          <p:txBody>
            <a:bodyPr rtlCol="0" anchor="ctr"/>
            <a:lstStyle/>
            <a:p>
              <a:endParaRPr lang="en-US"/>
            </a:p>
          </p:txBody>
        </p:sp>
      </p:grpSp>
      <p:grpSp>
        <p:nvGrpSpPr>
          <p:cNvPr id="1061" name="Graphic 4">
            <a:extLst>
              <a:ext uri="{FF2B5EF4-FFF2-40B4-BE49-F238E27FC236}">
                <a16:creationId xmlns:a16="http://schemas.microsoft.com/office/drawing/2014/main" id="{70006DC5-86A0-0B4B-B4ED-B7C57096AB03}"/>
              </a:ext>
            </a:extLst>
          </p:cNvPr>
          <p:cNvGrpSpPr/>
          <p:nvPr/>
        </p:nvGrpSpPr>
        <p:grpSpPr>
          <a:xfrm>
            <a:off x="7197248" y="1402723"/>
            <a:ext cx="362309" cy="361971"/>
            <a:chOff x="6146480" y="1402723"/>
            <a:chExt cx="362309" cy="361971"/>
          </a:xfrm>
          <a:solidFill>
            <a:srgbClr val="43B02A"/>
          </a:solidFill>
        </p:grpSpPr>
        <p:sp>
          <p:nvSpPr>
            <p:cNvPr id="1062" name="Graphic 4">
              <a:extLst>
                <a:ext uri="{FF2B5EF4-FFF2-40B4-BE49-F238E27FC236}">
                  <a16:creationId xmlns:a16="http://schemas.microsoft.com/office/drawing/2014/main" id="{9851469C-2EF1-D44E-BA86-3ABD2169BEE3}"/>
                </a:ext>
              </a:extLst>
            </p:cNvPr>
            <p:cNvSpPr/>
            <p:nvPr/>
          </p:nvSpPr>
          <p:spPr>
            <a:xfrm>
              <a:off x="6258943" y="1657444"/>
              <a:ext cx="8945" cy="8937"/>
            </a:xfrm>
            <a:custGeom>
              <a:avLst/>
              <a:gdLst>
                <a:gd name="connsiteX0" fmla="*/ 8946 w 8945"/>
                <a:gd name="connsiteY0" fmla="*/ 4469 h 8937"/>
                <a:gd name="connsiteX1" fmla="*/ 4473 w 8945"/>
                <a:gd name="connsiteY1" fmla="*/ 8938 h 8937"/>
                <a:gd name="connsiteX2" fmla="*/ 0 w 8945"/>
                <a:gd name="connsiteY2" fmla="*/ 4469 h 8937"/>
                <a:gd name="connsiteX3" fmla="*/ 4473 w 8945"/>
                <a:gd name="connsiteY3" fmla="*/ 0 h 8937"/>
                <a:gd name="connsiteX4" fmla="*/ 8946 w 8945"/>
                <a:gd name="connsiteY4" fmla="*/ 4469 h 8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5" h="8937">
                  <a:moveTo>
                    <a:pt x="8946" y="4469"/>
                  </a:moveTo>
                  <a:cubicBezTo>
                    <a:pt x="8946" y="6937"/>
                    <a:pt x="6943" y="8938"/>
                    <a:pt x="4473" y="8938"/>
                  </a:cubicBezTo>
                  <a:cubicBezTo>
                    <a:pt x="2003" y="8938"/>
                    <a:pt x="0" y="6937"/>
                    <a:pt x="0" y="4469"/>
                  </a:cubicBezTo>
                  <a:cubicBezTo>
                    <a:pt x="0" y="2001"/>
                    <a:pt x="2003" y="0"/>
                    <a:pt x="4473" y="0"/>
                  </a:cubicBezTo>
                  <a:cubicBezTo>
                    <a:pt x="6943" y="0"/>
                    <a:pt x="8946" y="2001"/>
                    <a:pt x="8946" y="4469"/>
                  </a:cubicBezTo>
                  <a:close/>
                </a:path>
              </a:pathLst>
            </a:custGeom>
            <a:solidFill>
              <a:srgbClr val="43B02A"/>
            </a:solidFill>
            <a:ln w="6390" cap="flat">
              <a:noFill/>
              <a:prstDash val="solid"/>
              <a:miter/>
            </a:ln>
          </p:spPr>
          <p:txBody>
            <a:bodyPr rtlCol="0" anchor="ctr"/>
            <a:lstStyle/>
            <a:p>
              <a:endParaRPr lang="en-US"/>
            </a:p>
          </p:txBody>
        </p:sp>
        <p:sp>
          <p:nvSpPr>
            <p:cNvPr id="1063" name="Graphic 4">
              <a:extLst>
                <a:ext uri="{FF2B5EF4-FFF2-40B4-BE49-F238E27FC236}">
                  <a16:creationId xmlns:a16="http://schemas.microsoft.com/office/drawing/2014/main" id="{C0358C1A-678C-C14C-AF1F-ACB39C61F70E}"/>
                </a:ext>
              </a:extLst>
            </p:cNvPr>
            <p:cNvSpPr/>
            <p:nvPr/>
          </p:nvSpPr>
          <p:spPr>
            <a:xfrm>
              <a:off x="6390575" y="1657444"/>
              <a:ext cx="9045" cy="9575"/>
            </a:xfrm>
            <a:custGeom>
              <a:avLst/>
              <a:gdLst>
                <a:gd name="connsiteX0" fmla="*/ 4473 w 9045"/>
                <a:gd name="connsiteY0" fmla="*/ 0 h 9575"/>
                <a:gd name="connsiteX1" fmla="*/ 0 w 9045"/>
                <a:gd name="connsiteY1" fmla="*/ 4469 h 9575"/>
                <a:gd name="connsiteX2" fmla="*/ 0 w 9045"/>
                <a:gd name="connsiteY2" fmla="*/ 4469 h 9575"/>
                <a:gd name="connsiteX3" fmla="*/ 3834 w 9045"/>
                <a:gd name="connsiteY3" fmla="*/ 9576 h 9575"/>
                <a:gd name="connsiteX4" fmla="*/ 8946 w 9045"/>
                <a:gd name="connsiteY4" fmla="*/ 5746 h 9575"/>
                <a:gd name="connsiteX5" fmla="*/ 8946 w 9045"/>
                <a:gd name="connsiteY5" fmla="*/ 4469 h 9575"/>
                <a:gd name="connsiteX6" fmla="*/ 4473 w 9045"/>
                <a:gd name="connsiteY6" fmla="*/ 0 h 9575"/>
                <a:gd name="connsiteX7" fmla="*/ 4473 w 9045"/>
                <a:gd name="connsiteY7" fmla="*/ 0 h 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45" h="9575">
                  <a:moveTo>
                    <a:pt x="4473" y="0"/>
                  </a:moveTo>
                  <a:cubicBezTo>
                    <a:pt x="1917" y="0"/>
                    <a:pt x="0" y="1915"/>
                    <a:pt x="0" y="4469"/>
                  </a:cubicBezTo>
                  <a:cubicBezTo>
                    <a:pt x="0" y="4469"/>
                    <a:pt x="0" y="4469"/>
                    <a:pt x="0" y="4469"/>
                  </a:cubicBezTo>
                  <a:cubicBezTo>
                    <a:pt x="0" y="7022"/>
                    <a:pt x="1278" y="9576"/>
                    <a:pt x="3834" y="9576"/>
                  </a:cubicBezTo>
                  <a:cubicBezTo>
                    <a:pt x="6390" y="9576"/>
                    <a:pt x="8946" y="8299"/>
                    <a:pt x="8946" y="5746"/>
                  </a:cubicBezTo>
                  <a:cubicBezTo>
                    <a:pt x="8946" y="5107"/>
                    <a:pt x="8946" y="5107"/>
                    <a:pt x="8946" y="4469"/>
                  </a:cubicBezTo>
                  <a:cubicBezTo>
                    <a:pt x="9585" y="1915"/>
                    <a:pt x="7029" y="0"/>
                    <a:pt x="4473" y="0"/>
                  </a:cubicBezTo>
                  <a:cubicBezTo>
                    <a:pt x="4473" y="0"/>
                    <a:pt x="4473" y="0"/>
                    <a:pt x="4473" y="0"/>
                  </a:cubicBezTo>
                  <a:close/>
                </a:path>
              </a:pathLst>
            </a:custGeom>
            <a:solidFill>
              <a:srgbClr val="43B02A"/>
            </a:solidFill>
            <a:ln w="6390" cap="flat">
              <a:noFill/>
              <a:prstDash val="solid"/>
              <a:miter/>
            </a:ln>
          </p:spPr>
          <p:txBody>
            <a:bodyPr rtlCol="0" anchor="ctr"/>
            <a:lstStyle/>
            <a:p>
              <a:endParaRPr lang="en-US"/>
            </a:p>
          </p:txBody>
        </p:sp>
        <p:sp>
          <p:nvSpPr>
            <p:cNvPr id="1064" name="Graphic 4">
              <a:extLst>
                <a:ext uri="{FF2B5EF4-FFF2-40B4-BE49-F238E27FC236}">
                  <a16:creationId xmlns:a16="http://schemas.microsoft.com/office/drawing/2014/main" id="{6147C3F5-6A38-5347-8C1C-9BFCAA6C8DF4}"/>
                </a:ext>
              </a:extLst>
            </p:cNvPr>
            <p:cNvSpPr/>
            <p:nvPr/>
          </p:nvSpPr>
          <p:spPr>
            <a:xfrm>
              <a:off x="6315174" y="1543809"/>
              <a:ext cx="8306" cy="8299"/>
            </a:xfrm>
            <a:custGeom>
              <a:avLst/>
              <a:gdLst>
                <a:gd name="connsiteX0" fmla="*/ 0 w 8306"/>
                <a:gd name="connsiteY0" fmla="*/ 3830 h 8299"/>
                <a:gd name="connsiteX1" fmla="*/ 4473 w 8306"/>
                <a:gd name="connsiteY1" fmla="*/ 8299 h 8299"/>
                <a:gd name="connsiteX2" fmla="*/ 8307 w 8306"/>
                <a:gd name="connsiteY2" fmla="*/ 4469 h 8299"/>
                <a:gd name="connsiteX3" fmla="*/ 4473 w 8306"/>
                <a:gd name="connsiteY3" fmla="*/ 0 h 8299"/>
                <a:gd name="connsiteX4" fmla="*/ 0 w 8306"/>
                <a:gd name="connsiteY4" fmla="*/ 3830 h 8299"/>
                <a:gd name="connsiteX5" fmla="*/ 0 w 8306"/>
                <a:gd name="connsiteY5" fmla="*/ 3830 h 8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06" h="8299">
                  <a:moveTo>
                    <a:pt x="0" y="3830"/>
                  </a:moveTo>
                  <a:cubicBezTo>
                    <a:pt x="0" y="6384"/>
                    <a:pt x="1917" y="8299"/>
                    <a:pt x="4473" y="8299"/>
                  </a:cubicBezTo>
                  <a:cubicBezTo>
                    <a:pt x="7029" y="8299"/>
                    <a:pt x="8307" y="6384"/>
                    <a:pt x="8307" y="4469"/>
                  </a:cubicBezTo>
                  <a:cubicBezTo>
                    <a:pt x="8307" y="2554"/>
                    <a:pt x="6390" y="638"/>
                    <a:pt x="4473" y="0"/>
                  </a:cubicBezTo>
                  <a:cubicBezTo>
                    <a:pt x="1917" y="0"/>
                    <a:pt x="0" y="1915"/>
                    <a:pt x="0" y="3830"/>
                  </a:cubicBezTo>
                  <a:lnTo>
                    <a:pt x="0" y="3830"/>
                  </a:lnTo>
                  <a:close/>
                </a:path>
              </a:pathLst>
            </a:custGeom>
            <a:solidFill>
              <a:srgbClr val="43B02A"/>
            </a:solidFill>
            <a:ln w="6390" cap="flat">
              <a:noFill/>
              <a:prstDash val="solid"/>
              <a:miter/>
            </a:ln>
          </p:spPr>
          <p:txBody>
            <a:bodyPr rtlCol="0" anchor="ctr"/>
            <a:lstStyle/>
            <a:p>
              <a:endParaRPr lang="en-US"/>
            </a:p>
          </p:txBody>
        </p:sp>
        <p:sp>
          <p:nvSpPr>
            <p:cNvPr id="1065" name="Graphic 4">
              <a:extLst>
                <a:ext uri="{FF2B5EF4-FFF2-40B4-BE49-F238E27FC236}">
                  <a16:creationId xmlns:a16="http://schemas.microsoft.com/office/drawing/2014/main" id="{B07A3EFE-1CD7-8046-B557-7223B63EA70D}"/>
                </a:ext>
              </a:extLst>
            </p:cNvPr>
            <p:cNvSpPr/>
            <p:nvPr/>
          </p:nvSpPr>
          <p:spPr>
            <a:xfrm>
              <a:off x="6146480" y="14027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118214 w 362309"/>
                <a:gd name="connsiteY7" fmla="*/ 98313 h 361971"/>
                <a:gd name="connsiteX8" fmla="*/ 215341 w 362309"/>
                <a:gd name="connsiteY8" fmla="*/ 86822 h 361971"/>
                <a:gd name="connsiteX9" fmla="*/ 226843 w 362309"/>
                <a:gd name="connsiteY9" fmla="*/ 98313 h 361971"/>
                <a:gd name="connsiteX10" fmla="*/ 225565 w 362309"/>
                <a:gd name="connsiteY10" fmla="*/ 107251 h 361971"/>
                <a:gd name="connsiteX11" fmla="*/ 225565 w 362309"/>
                <a:gd name="connsiteY11" fmla="*/ 107251 h 361971"/>
                <a:gd name="connsiteX12" fmla="*/ 216619 w 362309"/>
                <a:gd name="connsiteY12" fmla="*/ 105974 h 361971"/>
                <a:gd name="connsiteX13" fmla="*/ 137384 w 362309"/>
                <a:gd name="connsiteY13" fmla="*/ 96398 h 361971"/>
                <a:gd name="connsiteX14" fmla="*/ 127799 w 362309"/>
                <a:gd name="connsiteY14" fmla="*/ 105974 h 361971"/>
                <a:gd name="connsiteX15" fmla="*/ 122686 w 362309"/>
                <a:gd name="connsiteY15" fmla="*/ 108528 h 361971"/>
                <a:gd name="connsiteX16" fmla="*/ 116297 w 362309"/>
                <a:gd name="connsiteY16" fmla="*/ 102144 h 361971"/>
                <a:gd name="connsiteX17" fmla="*/ 118214 w 362309"/>
                <a:gd name="connsiteY17" fmla="*/ 98313 h 361971"/>
                <a:gd name="connsiteX18" fmla="*/ 118214 w 362309"/>
                <a:gd name="connsiteY18" fmla="*/ 98313 h 361971"/>
                <a:gd name="connsiteX19" fmla="*/ 172528 w 362309"/>
                <a:gd name="connsiteY19" fmla="*/ 113635 h 361971"/>
                <a:gd name="connsiteX20" fmla="*/ 148246 w 362309"/>
                <a:gd name="connsiteY20" fmla="*/ 125764 h 361971"/>
                <a:gd name="connsiteX21" fmla="*/ 139301 w 362309"/>
                <a:gd name="connsiteY21" fmla="*/ 127041 h 361971"/>
                <a:gd name="connsiteX22" fmla="*/ 138022 w 362309"/>
                <a:gd name="connsiteY22" fmla="*/ 118104 h 361971"/>
                <a:gd name="connsiteX23" fmla="*/ 198088 w 362309"/>
                <a:gd name="connsiteY23" fmla="*/ 109166 h 361971"/>
                <a:gd name="connsiteX24" fmla="*/ 207034 w 362309"/>
                <a:gd name="connsiteY24" fmla="*/ 118104 h 361971"/>
                <a:gd name="connsiteX25" fmla="*/ 205756 w 362309"/>
                <a:gd name="connsiteY25" fmla="*/ 127041 h 361971"/>
                <a:gd name="connsiteX26" fmla="*/ 201922 w 362309"/>
                <a:gd name="connsiteY26" fmla="*/ 128318 h 361971"/>
                <a:gd name="connsiteX27" fmla="*/ 196810 w 362309"/>
                <a:gd name="connsiteY27" fmla="*/ 125764 h 361971"/>
                <a:gd name="connsiteX28" fmla="*/ 172528 w 362309"/>
                <a:gd name="connsiteY28" fmla="*/ 113635 h 361971"/>
                <a:gd name="connsiteX29" fmla="*/ 172528 w 362309"/>
                <a:gd name="connsiteY29" fmla="*/ 113635 h 361971"/>
                <a:gd name="connsiteX30" fmla="*/ 189781 w 362309"/>
                <a:gd name="connsiteY30" fmla="*/ 145555 h 361971"/>
                <a:gd name="connsiteX31" fmla="*/ 172528 w 362309"/>
                <a:gd name="connsiteY31" fmla="*/ 162153 h 361971"/>
                <a:gd name="connsiteX32" fmla="*/ 155914 w 362309"/>
                <a:gd name="connsiteY32" fmla="*/ 144916 h 361971"/>
                <a:gd name="connsiteX33" fmla="*/ 173167 w 362309"/>
                <a:gd name="connsiteY33" fmla="*/ 128318 h 361971"/>
                <a:gd name="connsiteX34" fmla="*/ 173167 w 362309"/>
                <a:gd name="connsiteY34" fmla="*/ 128318 h 361971"/>
                <a:gd name="connsiteX35" fmla="*/ 189781 w 362309"/>
                <a:gd name="connsiteY35" fmla="*/ 145555 h 361971"/>
                <a:gd name="connsiteX36" fmla="*/ 189781 w 362309"/>
                <a:gd name="connsiteY36" fmla="*/ 145555 h 361971"/>
                <a:gd name="connsiteX37" fmla="*/ 116936 w 362309"/>
                <a:gd name="connsiteY37" fmla="*/ 277065 h 361971"/>
                <a:gd name="connsiteX38" fmla="*/ 99683 w 362309"/>
                <a:gd name="connsiteY38" fmla="*/ 259828 h 361971"/>
                <a:gd name="connsiteX39" fmla="*/ 116936 w 362309"/>
                <a:gd name="connsiteY39" fmla="*/ 242591 h 361971"/>
                <a:gd name="connsiteX40" fmla="*/ 134189 w 362309"/>
                <a:gd name="connsiteY40" fmla="*/ 259828 h 361971"/>
                <a:gd name="connsiteX41" fmla="*/ 134189 w 362309"/>
                <a:gd name="connsiteY41" fmla="*/ 259828 h 361971"/>
                <a:gd name="connsiteX42" fmla="*/ 116936 w 362309"/>
                <a:gd name="connsiteY42" fmla="*/ 277065 h 361971"/>
                <a:gd name="connsiteX43" fmla="*/ 116936 w 362309"/>
                <a:gd name="connsiteY43" fmla="*/ 277065 h 361971"/>
                <a:gd name="connsiteX44" fmla="*/ 219814 w 362309"/>
                <a:gd name="connsiteY44" fmla="*/ 264297 h 361971"/>
                <a:gd name="connsiteX45" fmla="*/ 145690 w 362309"/>
                <a:gd name="connsiteY45" fmla="*/ 264297 h 361971"/>
                <a:gd name="connsiteX46" fmla="*/ 139301 w 362309"/>
                <a:gd name="connsiteY46" fmla="*/ 257913 h 361971"/>
                <a:gd name="connsiteX47" fmla="*/ 145690 w 362309"/>
                <a:gd name="connsiteY47" fmla="*/ 251529 h 361971"/>
                <a:gd name="connsiteX48" fmla="*/ 219814 w 362309"/>
                <a:gd name="connsiteY48" fmla="*/ 251529 h 361971"/>
                <a:gd name="connsiteX49" fmla="*/ 226204 w 362309"/>
                <a:gd name="connsiteY49" fmla="*/ 257913 h 361971"/>
                <a:gd name="connsiteX50" fmla="*/ 219814 w 362309"/>
                <a:gd name="connsiteY50" fmla="*/ 264297 h 361971"/>
                <a:gd name="connsiteX51" fmla="*/ 219814 w 362309"/>
                <a:gd name="connsiteY51" fmla="*/ 264297 h 361971"/>
                <a:gd name="connsiteX52" fmla="*/ 249208 w 362309"/>
                <a:gd name="connsiteY52" fmla="*/ 277065 h 361971"/>
                <a:gd name="connsiteX53" fmla="*/ 231955 w 362309"/>
                <a:gd name="connsiteY53" fmla="*/ 259828 h 361971"/>
                <a:gd name="connsiteX54" fmla="*/ 249208 w 362309"/>
                <a:gd name="connsiteY54" fmla="*/ 242591 h 361971"/>
                <a:gd name="connsiteX55" fmla="*/ 266460 w 362309"/>
                <a:gd name="connsiteY55" fmla="*/ 259828 h 361971"/>
                <a:gd name="connsiteX56" fmla="*/ 266460 w 362309"/>
                <a:gd name="connsiteY56" fmla="*/ 259828 h 361971"/>
                <a:gd name="connsiteX57" fmla="*/ 249208 w 362309"/>
                <a:gd name="connsiteY57" fmla="*/ 277065 h 361971"/>
                <a:gd name="connsiteX58" fmla="*/ 249208 w 362309"/>
                <a:gd name="connsiteY58" fmla="*/ 277065 h 361971"/>
                <a:gd name="connsiteX59" fmla="*/ 298410 w 362309"/>
                <a:gd name="connsiteY59" fmla="*/ 226631 h 361971"/>
                <a:gd name="connsiteX60" fmla="*/ 293298 w 362309"/>
                <a:gd name="connsiteY60" fmla="*/ 250890 h 361971"/>
                <a:gd name="connsiteX61" fmla="*/ 284352 w 362309"/>
                <a:gd name="connsiteY61" fmla="*/ 259190 h 361971"/>
                <a:gd name="connsiteX62" fmla="*/ 278601 w 362309"/>
                <a:gd name="connsiteY62" fmla="*/ 259828 h 361971"/>
                <a:gd name="connsiteX63" fmla="*/ 271572 w 362309"/>
                <a:gd name="connsiteY63" fmla="*/ 254082 h 361971"/>
                <a:gd name="connsiteX64" fmla="*/ 277323 w 362309"/>
                <a:gd name="connsiteY64" fmla="*/ 247060 h 361971"/>
                <a:gd name="connsiteX65" fmla="*/ 281796 w 362309"/>
                <a:gd name="connsiteY65" fmla="*/ 246422 h 361971"/>
                <a:gd name="connsiteX66" fmla="*/ 286269 w 362309"/>
                <a:gd name="connsiteY66" fmla="*/ 224716 h 361971"/>
                <a:gd name="connsiteX67" fmla="*/ 231955 w 362309"/>
                <a:gd name="connsiteY67" fmla="*/ 210671 h 361971"/>
                <a:gd name="connsiteX68" fmla="*/ 228760 w 362309"/>
                <a:gd name="connsiteY68" fmla="*/ 209395 h 361971"/>
                <a:gd name="connsiteX69" fmla="*/ 169972 w 362309"/>
                <a:gd name="connsiteY69" fmla="*/ 188327 h 361971"/>
                <a:gd name="connsiteX70" fmla="*/ 168694 w 362309"/>
                <a:gd name="connsiteY70" fmla="*/ 188327 h 361971"/>
                <a:gd name="connsiteX71" fmla="*/ 99683 w 362309"/>
                <a:gd name="connsiteY71" fmla="*/ 206841 h 361971"/>
                <a:gd name="connsiteX72" fmla="*/ 97127 w 362309"/>
                <a:gd name="connsiteY72" fmla="*/ 208118 h 361971"/>
                <a:gd name="connsiteX73" fmla="*/ 82430 w 362309"/>
                <a:gd name="connsiteY73" fmla="*/ 210033 h 361971"/>
                <a:gd name="connsiteX74" fmla="*/ 82430 w 362309"/>
                <a:gd name="connsiteY74" fmla="*/ 222801 h 361971"/>
                <a:gd name="connsiteX75" fmla="*/ 81152 w 362309"/>
                <a:gd name="connsiteY75" fmla="*/ 226631 h 361971"/>
                <a:gd name="connsiteX76" fmla="*/ 77318 w 362309"/>
                <a:gd name="connsiteY76" fmla="*/ 232377 h 361971"/>
                <a:gd name="connsiteX77" fmla="*/ 77318 w 362309"/>
                <a:gd name="connsiteY77" fmla="*/ 245783 h 361971"/>
                <a:gd name="connsiteX78" fmla="*/ 88820 w 362309"/>
                <a:gd name="connsiteY78" fmla="*/ 248337 h 361971"/>
                <a:gd name="connsiteX79" fmla="*/ 94571 w 362309"/>
                <a:gd name="connsiteY79" fmla="*/ 255359 h 361971"/>
                <a:gd name="connsiteX80" fmla="*/ 87542 w 362309"/>
                <a:gd name="connsiteY80" fmla="*/ 261105 h 361971"/>
                <a:gd name="connsiteX81" fmla="*/ 86264 w 362309"/>
                <a:gd name="connsiteY81" fmla="*/ 261105 h 361971"/>
                <a:gd name="connsiteX82" fmla="*/ 72845 w 362309"/>
                <a:gd name="connsiteY82" fmla="*/ 257913 h 361971"/>
                <a:gd name="connsiteX83" fmla="*/ 64538 w 362309"/>
                <a:gd name="connsiteY83" fmla="*/ 247698 h 361971"/>
                <a:gd name="connsiteX84" fmla="*/ 64538 w 362309"/>
                <a:gd name="connsiteY84" fmla="*/ 232377 h 361971"/>
                <a:gd name="connsiteX85" fmla="*/ 66455 w 362309"/>
                <a:gd name="connsiteY85" fmla="*/ 225993 h 361971"/>
                <a:gd name="connsiteX86" fmla="*/ 69650 w 362309"/>
                <a:gd name="connsiteY86" fmla="*/ 221524 h 361971"/>
                <a:gd name="connsiteX87" fmla="*/ 69650 w 362309"/>
                <a:gd name="connsiteY87" fmla="*/ 208756 h 361971"/>
                <a:gd name="connsiteX88" fmla="*/ 79235 w 362309"/>
                <a:gd name="connsiteY88" fmla="*/ 197903 h 361971"/>
                <a:gd name="connsiteX89" fmla="*/ 93932 w 362309"/>
                <a:gd name="connsiteY89" fmla="*/ 195988 h 361971"/>
                <a:gd name="connsiteX90" fmla="*/ 168055 w 362309"/>
                <a:gd name="connsiteY90" fmla="*/ 176198 h 361971"/>
                <a:gd name="connsiteX91" fmla="*/ 169972 w 362309"/>
                <a:gd name="connsiteY91" fmla="*/ 176198 h 361971"/>
                <a:gd name="connsiteX92" fmla="*/ 235150 w 362309"/>
                <a:gd name="connsiteY92" fmla="*/ 198542 h 361971"/>
                <a:gd name="connsiteX93" fmla="*/ 295215 w 362309"/>
                <a:gd name="connsiteY93" fmla="*/ 216417 h 361971"/>
                <a:gd name="connsiteX94" fmla="*/ 298410 w 362309"/>
                <a:gd name="connsiteY94" fmla="*/ 226631 h 361971"/>
                <a:gd name="connsiteX95" fmla="*/ 298410 w 362309"/>
                <a:gd name="connsiteY95" fmla="*/ 22663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0438"/>
                    <a:pt x="281157" y="0"/>
                    <a:pt x="181474" y="0"/>
                  </a:cubicBezTo>
                  <a:lnTo>
                    <a:pt x="181474" y="0"/>
                  </a:lnTo>
                  <a:close/>
                  <a:moveTo>
                    <a:pt x="118214" y="98313"/>
                  </a:moveTo>
                  <a:cubicBezTo>
                    <a:pt x="141856" y="68309"/>
                    <a:pt x="185308" y="63201"/>
                    <a:pt x="215341" y="86822"/>
                  </a:cubicBezTo>
                  <a:cubicBezTo>
                    <a:pt x="219814" y="90014"/>
                    <a:pt x="223648" y="93845"/>
                    <a:pt x="226843" y="98313"/>
                  </a:cubicBezTo>
                  <a:cubicBezTo>
                    <a:pt x="228760" y="100867"/>
                    <a:pt x="228760" y="105336"/>
                    <a:pt x="225565" y="107251"/>
                  </a:cubicBezTo>
                  <a:cubicBezTo>
                    <a:pt x="225565" y="107251"/>
                    <a:pt x="225565" y="107251"/>
                    <a:pt x="225565" y="107251"/>
                  </a:cubicBezTo>
                  <a:cubicBezTo>
                    <a:pt x="223009" y="109166"/>
                    <a:pt x="218536" y="109166"/>
                    <a:pt x="216619" y="105974"/>
                  </a:cubicBezTo>
                  <a:cubicBezTo>
                    <a:pt x="197449" y="81715"/>
                    <a:pt x="161665" y="77246"/>
                    <a:pt x="137384" y="96398"/>
                  </a:cubicBezTo>
                  <a:cubicBezTo>
                    <a:pt x="133549" y="98952"/>
                    <a:pt x="130994" y="102144"/>
                    <a:pt x="127799" y="105974"/>
                  </a:cubicBezTo>
                  <a:cubicBezTo>
                    <a:pt x="126521" y="107251"/>
                    <a:pt x="124604" y="108528"/>
                    <a:pt x="122686" y="108528"/>
                  </a:cubicBezTo>
                  <a:cubicBezTo>
                    <a:pt x="118853" y="108528"/>
                    <a:pt x="116297" y="105974"/>
                    <a:pt x="116297" y="102144"/>
                  </a:cubicBezTo>
                  <a:cubicBezTo>
                    <a:pt x="116936" y="100867"/>
                    <a:pt x="117575" y="99590"/>
                    <a:pt x="118214" y="98313"/>
                  </a:cubicBezTo>
                  <a:lnTo>
                    <a:pt x="118214" y="98313"/>
                  </a:lnTo>
                  <a:close/>
                  <a:moveTo>
                    <a:pt x="172528" y="113635"/>
                  </a:moveTo>
                  <a:cubicBezTo>
                    <a:pt x="162943" y="113635"/>
                    <a:pt x="153997" y="118104"/>
                    <a:pt x="148246" y="125764"/>
                  </a:cubicBezTo>
                  <a:cubicBezTo>
                    <a:pt x="146329" y="128318"/>
                    <a:pt x="141856" y="128956"/>
                    <a:pt x="139301" y="127041"/>
                  </a:cubicBezTo>
                  <a:cubicBezTo>
                    <a:pt x="136744" y="125126"/>
                    <a:pt x="136106" y="120657"/>
                    <a:pt x="138022" y="118104"/>
                  </a:cubicBezTo>
                  <a:cubicBezTo>
                    <a:pt x="152080" y="98952"/>
                    <a:pt x="178918" y="95121"/>
                    <a:pt x="198088" y="109166"/>
                  </a:cubicBezTo>
                  <a:cubicBezTo>
                    <a:pt x="201922" y="111720"/>
                    <a:pt x="204478" y="114912"/>
                    <a:pt x="207034" y="118104"/>
                  </a:cubicBezTo>
                  <a:cubicBezTo>
                    <a:pt x="208951" y="120657"/>
                    <a:pt x="208312" y="125126"/>
                    <a:pt x="205756" y="127041"/>
                  </a:cubicBezTo>
                  <a:cubicBezTo>
                    <a:pt x="204478" y="127680"/>
                    <a:pt x="203200" y="128318"/>
                    <a:pt x="201922" y="128318"/>
                  </a:cubicBezTo>
                  <a:cubicBezTo>
                    <a:pt x="200005" y="128318"/>
                    <a:pt x="198088" y="127680"/>
                    <a:pt x="196810" y="125764"/>
                  </a:cubicBezTo>
                  <a:cubicBezTo>
                    <a:pt x="191698" y="118104"/>
                    <a:pt x="182113" y="113635"/>
                    <a:pt x="172528" y="113635"/>
                  </a:cubicBezTo>
                  <a:lnTo>
                    <a:pt x="172528" y="113635"/>
                  </a:lnTo>
                  <a:close/>
                  <a:moveTo>
                    <a:pt x="189781" y="145555"/>
                  </a:moveTo>
                  <a:cubicBezTo>
                    <a:pt x="189781" y="155131"/>
                    <a:pt x="182113" y="162153"/>
                    <a:pt x="172528" y="162153"/>
                  </a:cubicBezTo>
                  <a:cubicBezTo>
                    <a:pt x="162943" y="162153"/>
                    <a:pt x="155914" y="154492"/>
                    <a:pt x="155914" y="144916"/>
                  </a:cubicBezTo>
                  <a:cubicBezTo>
                    <a:pt x="155914" y="135340"/>
                    <a:pt x="163582" y="128318"/>
                    <a:pt x="173167" y="128318"/>
                  </a:cubicBezTo>
                  <a:cubicBezTo>
                    <a:pt x="173167" y="128318"/>
                    <a:pt x="173167" y="128318"/>
                    <a:pt x="173167" y="128318"/>
                  </a:cubicBezTo>
                  <a:cubicBezTo>
                    <a:pt x="182113" y="128318"/>
                    <a:pt x="189142" y="135979"/>
                    <a:pt x="189781" y="145555"/>
                  </a:cubicBezTo>
                  <a:lnTo>
                    <a:pt x="189781" y="145555"/>
                  </a:lnTo>
                  <a:close/>
                  <a:moveTo>
                    <a:pt x="116936" y="277065"/>
                  </a:moveTo>
                  <a:cubicBezTo>
                    <a:pt x="107351" y="277065"/>
                    <a:pt x="99683" y="269404"/>
                    <a:pt x="99683" y="259828"/>
                  </a:cubicBezTo>
                  <a:cubicBezTo>
                    <a:pt x="99683" y="250252"/>
                    <a:pt x="107351" y="242591"/>
                    <a:pt x="116936" y="242591"/>
                  </a:cubicBezTo>
                  <a:cubicBezTo>
                    <a:pt x="126521" y="242591"/>
                    <a:pt x="134189" y="250252"/>
                    <a:pt x="134189" y="259828"/>
                  </a:cubicBezTo>
                  <a:lnTo>
                    <a:pt x="134189" y="259828"/>
                  </a:lnTo>
                  <a:cubicBezTo>
                    <a:pt x="134189" y="268766"/>
                    <a:pt x="126521" y="276426"/>
                    <a:pt x="116936" y="277065"/>
                  </a:cubicBezTo>
                  <a:lnTo>
                    <a:pt x="116936" y="277065"/>
                  </a:lnTo>
                  <a:close/>
                  <a:moveTo>
                    <a:pt x="219814" y="264297"/>
                  </a:moveTo>
                  <a:lnTo>
                    <a:pt x="145690" y="264297"/>
                  </a:lnTo>
                  <a:cubicBezTo>
                    <a:pt x="141856" y="264297"/>
                    <a:pt x="139301" y="261743"/>
                    <a:pt x="139301" y="257913"/>
                  </a:cubicBezTo>
                  <a:cubicBezTo>
                    <a:pt x="139301" y="254082"/>
                    <a:pt x="141856" y="251529"/>
                    <a:pt x="145690" y="251529"/>
                  </a:cubicBezTo>
                  <a:lnTo>
                    <a:pt x="219814" y="251529"/>
                  </a:lnTo>
                  <a:cubicBezTo>
                    <a:pt x="223648" y="251529"/>
                    <a:pt x="226204" y="254082"/>
                    <a:pt x="226204" y="257913"/>
                  </a:cubicBezTo>
                  <a:cubicBezTo>
                    <a:pt x="226204" y="261743"/>
                    <a:pt x="223648" y="264297"/>
                    <a:pt x="219814" y="264297"/>
                  </a:cubicBezTo>
                  <a:lnTo>
                    <a:pt x="219814" y="264297"/>
                  </a:lnTo>
                  <a:close/>
                  <a:moveTo>
                    <a:pt x="249208" y="277065"/>
                  </a:moveTo>
                  <a:cubicBezTo>
                    <a:pt x="239623" y="277065"/>
                    <a:pt x="231955" y="269404"/>
                    <a:pt x="231955" y="259828"/>
                  </a:cubicBezTo>
                  <a:cubicBezTo>
                    <a:pt x="231955" y="250252"/>
                    <a:pt x="239623" y="242591"/>
                    <a:pt x="249208" y="242591"/>
                  </a:cubicBezTo>
                  <a:cubicBezTo>
                    <a:pt x="258792" y="242591"/>
                    <a:pt x="266460" y="250252"/>
                    <a:pt x="266460" y="259828"/>
                  </a:cubicBezTo>
                  <a:cubicBezTo>
                    <a:pt x="266460" y="259828"/>
                    <a:pt x="266460" y="259828"/>
                    <a:pt x="266460" y="259828"/>
                  </a:cubicBezTo>
                  <a:cubicBezTo>
                    <a:pt x="265821" y="268766"/>
                    <a:pt x="258153" y="276426"/>
                    <a:pt x="249208" y="277065"/>
                  </a:cubicBezTo>
                  <a:lnTo>
                    <a:pt x="249208" y="277065"/>
                  </a:lnTo>
                  <a:close/>
                  <a:moveTo>
                    <a:pt x="298410" y="226631"/>
                  </a:moveTo>
                  <a:lnTo>
                    <a:pt x="293298" y="250890"/>
                  </a:lnTo>
                  <a:cubicBezTo>
                    <a:pt x="292659" y="255359"/>
                    <a:pt x="288825" y="258551"/>
                    <a:pt x="284352" y="259190"/>
                  </a:cubicBezTo>
                  <a:lnTo>
                    <a:pt x="278601" y="259828"/>
                  </a:lnTo>
                  <a:cubicBezTo>
                    <a:pt x="274767" y="260466"/>
                    <a:pt x="271572" y="257913"/>
                    <a:pt x="271572" y="254082"/>
                  </a:cubicBezTo>
                  <a:cubicBezTo>
                    <a:pt x="271572" y="250252"/>
                    <a:pt x="273489" y="247060"/>
                    <a:pt x="277323" y="247060"/>
                  </a:cubicBezTo>
                  <a:lnTo>
                    <a:pt x="281796" y="246422"/>
                  </a:lnTo>
                  <a:lnTo>
                    <a:pt x="286269" y="224716"/>
                  </a:lnTo>
                  <a:cubicBezTo>
                    <a:pt x="275406" y="217055"/>
                    <a:pt x="250485" y="211948"/>
                    <a:pt x="231955" y="210671"/>
                  </a:cubicBezTo>
                  <a:cubicBezTo>
                    <a:pt x="230677" y="210671"/>
                    <a:pt x="229399" y="210033"/>
                    <a:pt x="228760" y="209395"/>
                  </a:cubicBezTo>
                  <a:cubicBezTo>
                    <a:pt x="212146" y="195988"/>
                    <a:pt x="191059" y="188966"/>
                    <a:pt x="169972" y="188327"/>
                  </a:cubicBezTo>
                  <a:lnTo>
                    <a:pt x="168694" y="188327"/>
                  </a:lnTo>
                  <a:cubicBezTo>
                    <a:pt x="144412" y="187689"/>
                    <a:pt x="120131" y="194711"/>
                    <a:pt x="99683" y="206841"/>
                  </a:cubicBezTo>
                  <a:cubicBezTo>
                    <a:pt x="99044" y="207479"/>
                    <a:pt x="97766" y="207479"/>
                    <a:pt x="97127" y="208118"/>
                  </a:cubicBezTo>
                  <a:lnTo>
                    <a:pt x="82430" y="210033"/>
                  </a:lnTo>
                  <a:lnTo>
                    <a:pt x="82430" y="222801"/>
                  </a:lnTo>
                  <a:cubicBezTo>
                    <a:pt x="82430" y="224078"/>
                    <a:pt x="81791" y="225355"/>
                    <a:pt x="81152" y="226631"/>
                  </a:cubicBezTo>
                  <a:lnTo>
                    <a:pt x="77318" y="232377"/>
                  </a:lnTo>
                  <a:lnTo>
                    <a:pt x="77318" y="245783"/>
                  </a:lnTo>
                  <a:lnTo>
                    <a:pt x="88820" y="248337"/>
                  </a:lnTo>
                  <a:cubicBezTo>
                    <a:pt x="92654" y="248975"/>
                    <a:pt x="95210" y="252167"/>
                    <a:pt x="94571" y="255359"/>
                  </a:cubicBezTo>
                  <a:cubicBezTo>
                    <a:pt x="93932" y="259190"/>
                    <a:pt x="90737" y="261743"/>
                    <a:pt x="87542" y="261105"/>
                  </a:cubicBezTo>
                  <a:cubicBezTo>
                    <a:pt x="86903" y="261105"/>
                    <a:pt x="86903" y="261105"/>
                    <a:pt x="86264" y="261105"/>
                  </a:cubicBezTo>
                  <a:lnTo>
                    <a:pt x="72845" y="257913"/>
                  </a:lnTo>
                  <a:cubicBezTo>
                    <a:pt x="67733" y="256636"/>
                    <a:pt x="64538" y="252167"/>
                    <a:pt x="64538" y="247698"/>
                  </a:cubicBezTo>
                  <a:lnTo>
                    <a:pt x="64538" y="232377"/>
                  </a:lnTo>
                  <a:cubicBezTo>
                    <a:pt x="64538" y="229823"/>
                    <a:pt x="65177" y="227908"/>
                    <a:pt x="66455" y="225993"/>
                  </a:cubicBezTo>
                  <a:lnTo>
                    <a:pt x="69650" y="221524"/>
                  </a:lnTo>
                  <a:lnTo>
                    <a:pt x="69650" y="208756"/>
                  </a:lnTo>
                  <a:cubicBezTo>
                    <a:pt x="69650" y="203649"/>
                    <a:pt x="73484" y="198542"/>
                    <a:pt x="79235" y="197903"/>
                  </a:cubicBezTo>
                  <a:lnTo>
                    <a:pt x="93932" y="195988"/>
                  </a:lnTo>
                  <a:cubicBezTo>
                    <a:pt x="116297" y="182582"/>
                    <a:pt x="142496" y="176198"/>
                    <a:pt x="168055" y="176198"/>
                  </a:cubicBezTo>
                  <a:lnTo>
                    <a:pt x="169972" y="176198"/>
                  </a:lnTo>
                  <a:cubicBezTo>
                    <a:pt x="193615" y="176836"/>
                    <a:pt x="216619" y="184497"/>
                    <a:pt x="235150" y="198542"/>
                  </a:cubicBezTo>
                  <a:cubicBezTo>
                    <a:pt x="247290" y="199819"/>
                    <a:pt x="280518" y="204287"/>
                    <a:pt x="295215" y="216417"/>
                  </a:cubicBezTo>
                  <a:cubicBezTo>
                    <a:pt x="297771" y="218332"/>
                    <a:pt x="299049" y="222163"/>
                    <a:pt x="298410" y="226631"/>
                  </a:cubicBezTo>
                  <a:lnTo>
                    <a:pt x="298410" y="226631"/>
                  </a:lnTo>
                  <a:close/>
                </a:path>
              </a:pathLst>
            </a:custGeom>
            <a:solidFill>
              <a:srgbClr val="43B02A"/>
            </a:solidFill>
            <a:ln w="6390" cap="flat">
              <a:noFill/>
              <a:prstDash val="solid"/>
              <a:miter/>
            </a:ln>
          </p:spPr>
          <p:txBody>
            <a:bodyPr rtlCol="0" anchor="ctr"/>
            <a:lstStyle/>
            <a:p>
              <a:endParaRPr lang="en-US"/>
            </a:p>
          </p:txBody>
        </p:sp>
      </p:grpSp>
      <p:grpSp>
        <p:nvGrpSpPr>
          <p:cNvPr id="1066" name="Graphic 4">
            <a:extLst>
              <a:ext uri="{FF2B5EF4-FFF2-40B4-BE49-F238E27FC236}">
                <a16:creationId xmlns:a16="http://schemas.microsoft.com/office/drawing/2014/main" id="{D91D3C04-433B-6944-ABD2-BB91CA831CA1}"/>
              </a:ext>
            </a:extLst>
          </p:cNvPr>
          <p:cNvGrpSpPr/>
          <p:nvPr/>
        </p:nvGrpSpPr>
        <p:grpSpPr>
          <a:xfrm>
            <a:off x="7197248" y="3824168"/>
            <a:ext cx="362309" cy="361971"/>
            <a:chOff x="6146480" y="3824168"/>
            <a:chExt cx="362309" cy="361971"/>
          </a:xfrm>
          <a:solidFill>
            <a:srgbClr val="43B02A"/>
          </a:solidFill>
        </p:grpSpPr>
        <p:sp>
          <p:nvSpPr>
            <p:cNvPr id="1067" name="Graphic 4">
              <a:extLst>
                <a:ext uri="{FF2B5EF4-FFF2-40B4-BE49-F238E27FC236}">
                  <a16:creationId xmlns:a16="http://schemas.microsoft.com/office/drawing/2014/main" id="{FB06A95A-7FEB-0C41-85D5-6B202FF98AC9}"/>
                </a:ext>
              </a:extLst>
            </p:cNvPr>
            <p:cNvSpPr/>
            <p:nvPr/>
          </p:nvSpPr>
          <p:spPr>
            <a:xfrm>
              <a:off x="6248080" y="3934930"/>
              <a:ext cx="155914" cy="38622"/>
            </a:xfrm>
            <a:custGeom>
              <a:avLst/>
              <a:gdLst>
                <a:gd name="connsiteX0" fmla="*/ 155915 w 155914"/>
                <a:gd name="connsiteY0" fmla="*/ 38623 h 38622"/>
                <a:gd name="connsiteX1" fmla="*/ 139301 w 155914"/>
                <a:gd name="connsiteY1" fmla="*/ 9895 h 38622"/>
                <a:gd name="connsiteX2" fmla="*/ 129077 w 155914"/>
                <a:gd name="connsiteY2" fmla="*/ 958 h 38622"/>
                <a:gd name="connsiteX3" fmla="*/ 30672 w 155914"/>
                <a:gd name="connsiteY3" fmla="*/ 958 h 38622"/>
                <a:gd name="connsiteX4" fmla="*/ 20448 w 155914"/>
                <a:gd name="connsiteY4" fmla="*/ 9257 h 38622"/>
                <a:gd name="connsiteX5" fmla="*/ 19809 w 155914"/>
                <a:gd name="connsiteY5" fmla="*/ 9895 h 38622"/>
                <a:gd name="connsiteX6" fmla="*/ 0 w 155914"/>
                <a:gd name="connsiteY6" fmla="*/ 37985 h 38622"/>
                <a:gd name="connsiteX7" fmla="*/ 155915 w 155914"/>
                <a:gd name="connsiteY7" fmla="*/ 38623 h 38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914" h="38622">
                  <a:moveTo>
                    <a:pt x="155915" y="38623"/>
                  </a:moveTo>
                  <a:lnTo>
                    <a:pt x="139301" y="9895"/>
                  </a:lnTo>
                  <a:cubicBezTo>
                    <a:pt x="137384" y="5426"/>
                    <a:pt x="133550" y="2234"/>
                    <a:pt x="129077" y="958"/>
                  </a:cubicBezTo>
                  <a:cubicBezTo>
                    <a:pt x="95849" y="-319"/>
                    <a:pt x="63899" y="-319"/>
                    <a:pt x="30672" y="958"/>
                  </a:cubicBezTo>
                  <a:cubicBezTo>
                    <a:pt x="26199" y="1596"/>
                    <a:pt x="22365" y="4788"/>
                    <a:pt x="20448" y="9257"/>
                  </a:cubicBezTo>
                  <a:cubicBezTo>
                    <a:pt x="20448" y="9257"/>
                    <a:pt x="20448" y="9895"/>
                    <a:pt x="19809" y="9895"/>
                  </a:cubicBezTo>
                  <a:lnTo>
                    <a:pt x="0" y="37985"/>
                  </a:lnTo>
                  <a:lnTo>
                    <a:pt x="155915" y="38623"/>
                  </a:lnTo>
                  <a:close/>
                </a:path>
              </a:pathLst>
            </a:custGeom>
            <a:solidFill>
              <a:srgbClr val="43B02A"/>
            </a:solidFill>
            <a:ln w="6390" cap="flat">
              <a:noFill/>
              <a:prstDash val="solid"/>
              <a:miter/>
            </a:ln>
          </p:spPr>
          <p:txBody>
            <a:bodyPr rtlCol="0" anchor="ctr"/>
            <a:lstStyle/>
            <a:p>
              <a:endParaRPr lang="en-US"/>
            </a:p>
          </p:txBody>
        </p:sp>
        <p:sp>
          <p:nvSpPr>
            <p:cNvPr id="1068" name="Graphic 4">
              <a:extLst>
                <a:ext uri="{FF2B5EF4-FFF2-40B4-BE49-F238E27FC236}">
                  <a16:creationId xmlns:a16="http://schemas.microsoft.com/office/drawing/2014/main" id="{1FE7777A-5E21-8440-BEFE-BBDCFB3F0027}"/>
                </a:ext>
              </a:extLst>
            </p:cNvPr>
            <p:cNvSpPr/>
            <p:nvPr/>
          </p:nvSpPr>
          <p:spPr>
            <a:xfrm>
              <a:off x="6220603" y="3984793"/>
              <a:ext cx="216619" cy="90264"/>
            </a:xfrm>
            <a:custGeom>
              <a:avLst/>
              <a:gdLst>
                <a:gd name="connsiteX0" fmla="*/ 211507 w 216619"/>
                <a:gd name="connsiteY0" fmla="*/ 250 h 90264"/>
                <a:gd name="connsiteX1" fmla="*/ 210229 w 216619"/>
                <a:gd name="connsiteY1" fmla="*/ 250 h 90264"/>
                <a:gd name="connsiteX2" fmla="*/ 198088 w 216619"/>
                <a:gd name="connsiteY2" fmla="*/ 250 h 90264"/>
                <a:gd name="connsiteX3" fmla="*/ 193615 w 216619"/>
                <a:gd name="connsiteY3" fmla="*/ 2166 h 90264"/>
                <a:gd name="connsiteX4" fmla="*/ 18531 w 216619"/>
                <a:gd name="connsiteY4" fmla="*/ 2166 h 90264"/>
                <a:gd name="connsiteX5" fmla="*/ 14058 w 216619"/>
                <a:gd name="connsiteY5" fmla="*/ 250 h 90264"/>
                <a:gd name="connsiteX6" fmla="*/ 4473 w 216619"/>
                <a:gd name="connsiteY6" fmla="*/ 250 h 90264"/>
                <a:gd name="connsiteX7" fmla="*/ 3195 w 216619"/>
                <a:gd name="connsiteY7" fmla="*/ 250 h 90264"/>
                <a:gd name="connsiteX8" fmla="*/ 0 w 216619"/>
                <a:gd name="connsiteY8" fmla="*/ 1527 h 90264"/>
                <a:gd name="connsiteX9" fmla="*/ 0 w 216619"/>
                <a:gd name="connsiteY9" fmla="*/ 2804 h 90264"/>
                <a:gd name="connsiteX10" fmla="*/ 1917 w 216619"/>
                <a:gd name="connsiteY10" fmla="*/ 4081 h 90264"/>
                <a:gd name="connsiteX11" fmla="*/ 10224 w 216619"/>
                <a:gd name="connsiteY11" fmla="*/ 6634 h 90264"/>
                <a:gd name="connsiteX12" fmla="*/ 14697 w 216619"/>
                <a:gd name="connsiteY12" fmla="*/ 10465 h 90264"/>
                <a:gd name="connsiteX13" fmla="*/ 16614 w 216619"/>
                <a:gd name="connsiteY13" fmla="*/ 14934 h 90264"/>
                <a:gd name="connsiteX14" fmla="*/ 17253 w 216619"/>
                <a:gd name="connsiteY14" fmla="*/ 17487 h 90264"/>
                <a:gd name="connsiteX15" fmla="*/ 16614 w 216619"/>
                <a:gd name="connsiteY15" fmla="*/ 81966 h 90264"/>
                <a:gd name="connsiteX16" fmla="*/ 19170 w 216619"/>
                <a:gd name="connsiteY16" fmla="*/ 87711 h 90264"/>
                <a:gd name="connsiteX17" fmla="*/ 24921 w 216619"/>
                <a:gd name="connsiteY17" fmla="*/ 90265 h 90264"/>
                <a:gd name="connsiteX18" fmla="*/ 39618 w 216619"/>
                <a:gd name="connsiteY18" fmla="*/ 90265 h 90264"/>
                <a:gd name="connsiteX19" fmla="*/ 47925 w 216619"/>
                <a:gd name="connsiteY19" fmla="*/ 81966 h 90264"/>
                <a:gd name="connsiteX20" fmla="*/ 47925 w 216619"/>
                <a:gd name="connsiteY20" fmla="*/ 73028 h 90264"/>
                <a:gd name="connsiteX21" fmla="*/ 54314 w 216619"/>
                <a:gd name="connsiteY21" fmla="*/ 66644 h 90264"/>
                <a:gd name="connsiteX22" fmla="*/ 163582 w 216619"/>
                <a:gd name="connsiteY22" fmla="*/ 66644 h 90264"/>
                <a:gd name="connsiteX23" fmla="*/ 169972 w 216619"/>
                <a:gd name="connsiteY23" fmla="*/ 73028 h 90264"/>
                <a:gd name="connsiteX24" fmla="*/ 169972 w 216619"/>
                <a:gd name="connsiteY24" fmla="*/ 81966 h 90264"/>
                <a:gd name="connsiteX25" fmla="*/ 178279 w 216619"/>
                <a:gd name="connsiteY25" fmla="*/ 90265 h 90264"/>
                <a:gd name="connsiteX26" fmla="*/ 192976 w 216619"/>
                <a:gd name="connsiteY26" fmla="*/ 90265 h 90264"/>
                <a:gd name="connsiteX27" fmla="*/ 198727 w 216619"/>
                <a:gd name="connsiteY27" fmla="*/ 87711 h 90264"/>
                <a:gd name="connsiteX28" fmla="*/ 201283 w 216619"/>
                <a:gd name="connsiteY28" fmla="*/ 81966 h 90264"/>
                <a:gd name="connsiteX29" fmla="*/ 200644 w 216619"/>
                <a:gd name="connsiteY29" fmla="*/ 17487 h 90264"/>
                <a:gd name="connsiteX30" fmla="*/ 203200 w 216619"/>
                <a:gd name="connsiteY30" fmla="*/ 12380 h 90264"/>
                <a:gd name="connsiteX31" fmla="*/ 212785 w 216619"/>
                <a:gd name="connsiteY31" fmla="*/ 5358 h 90264"/>
                <a:gd name="connsiteX32" fmla="*/ 214702 w 216619"/>
                <a:gd name="connsiteY32" fmla="*/ 4081 h 90264"/>
                <a:gd name="connsiteX33" fmla="*/ 216619 w 216619"/>
                <a:gd name="connsiteY33" fmla="*/ 2804 h 90264"/>
                <a:gd name="connsiteX34" fmla="*/ 216619 w 216619"/>
                <a:gd name="connsiteY34" fmla="*/ 1527 h 90264"/>
                <a:gd name="connsiteX35" fmla="*/ 211507 w 216619"/>
                <a:gd name="connsiteY35" fmla="*/ 250 h 90264"/>
                <a:gd name="connsiteX36" fmla="*/ 57509 w 216619"/>
                <a:gd name="connsiteY36" fmla="*/ 48130 h 90264"/>
                <a:gd name="connsiteX37" fmla="*/ 31950 w 216619"/>
                <a:gd name="connsiteY37" fmla="*/ 48130 h 90264"/>
                <a:gd name="connsiteX38" fmla="*/ 25560 w 216619"/>
                <a:gd name="connsiteY38" fmla="*/ 41746 h 90264"/>
                <a:gd name="connsiteX39" fmla="*/ 31950 w 216619"/>
                <a:gd name="connsiteY39" fmla="*/ 35362 h 90264"/>
                <a:gd name="connsiteX40" fmla="*/ 57509 w 216619"/>
                <a:gd name="connsiteY40" fmla="*/ 35362 h 90264"/>
                <a:gd name="connsiteX41" fmla="*/ 63899 w 216619"/>
                <a:gd name="connsiteY41" fmla="*/ 41746 h 90264"/>
                <a:gd name="connsiteX42" fmla="*/ 57509 w 216619"/>
                <a:gd name="connsiteY42" fmla="*/ 48130 h 90264"/>
                <a:gd name="connsiteX43" fmla="*/ 180196 w 216619"/>
                <a:gd name="connsiteY43" fmla="*/ 48130 h 90264"/>
                <a:gd name="connsiteX44" fmla="*/ 154637 w 216619"/>
                <a:gd name="connsiteY44" fmla="*/ 48130 h 90264"/>
                <a:gd name="connsiteX45" fmla="*/ 148247 w 216619"/>
                <a:gd name="connsiteY45" fmla="*/ 41746 h 90264"/>
                <a:gd name="connsiteX46" fmla="*/ 154637 w 216619"/>
                <a:gd name="connsiteY46" fmla="*/ 35362 h 90264"/>
                <a:gd name="connsiteX47" fmla="*/ 180196 w 216619"/>
                <a:gd name="connsiteY47" fmla="*/ 35362 h 90264"/>
                <a:gd name="connsiteX48" fmla="*/ 186586 w 216619"/>
                <a:gd name="connsiteY48" fmla="*/ 41746 h 90264"/>
                <a:gd name="connsiteX49" fmla="*/ 180196 w 216619"/>
                <a:gd name="connsiteY49" fmla="*/ 48130 h 90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16619" h="90264">
                  <a:moveTo>
                    <a:pt x="211507" y="250"/>
                  </a:moveTo>
                  <a:cubicBezTo>
                    <a:pt x="210868" y="250"/>
                    <a:pt x="210868" y="250"/>
                    <a:pt x="210229" y="250"/>
                  </a:cubicBezTo>
                  <a:lnTo>
                    <a:pt x="198088" y="250"/>
                  </a:lnTo>
                  <a:cubicBezTo>
                    <a:pt x="196810" y="1527"/>
                    <a:pt x="195532" y="2166"/>
                    <a:pt x="193615" y="2166"/>
                  </a:cubicBezTo>
                  <a:lnTo>
                    <a:pt x="18531" y="2166"/>
                  </a:lnTo>
                  <a:cubicBezTo>
                    <a:pt x="16614" y="2166"/>
                    <a:pt x="15336" y="1527"/>
                    <a:pt x="14058" y="250"/>
                  </a:cubicBezTo>
                  <a:lnTo>
                    <a:pt x="4473" y="250"/>
                  </a:lnTo>
                  <a:lnTo>
                    <a:pt x="3195" y="250"/>
                  </a:lnTo>
                  <a:cubicBezTo>
                    <a:pt x="1917" y="-388"/>
                    <a:pt x="639" y="250"/>
                    <a:pt x="0" y="1527"/>
                  </a:cubicBezTo>
                  <a:lnTo>
                    <a:pt x="0" y="2804"/>
                  </a:lnTo>
                  <a:cubicBezTo>
                    <a:pt x="639" y="3442"/>
                    <a:pt x="1278" y="4081"/>
                    <a:pt x="1917" y="4081"/>
                  </a:cubicBezTo>
                  <a:lnTo>
                    <a:pt x="10224" y="6634"/>
                  </a:lnTo>
                  <a:cubicBezTo>
                    <a:pt x="12141" y="7273"/>
                    <a:pt x="13419" y="8550"/>
                    <a:pt x="14697" y="10465"/>
                  </a:cubicBezTo>
                  <a:lnTo>
                    <a:pt x="16614" y="14934"/>
                  </a:lnTo>
                  <a:cubicBezTo>
                    <a:pt x="16614" y="15572"/>
                    <a:pt x="17253" y="16210"/>
                    <a:pt x="17253" y="17487"/>
                  </a:cubicBezTo>
                  <a:cubicBezTo>
                    <a:pt x="17253" y="32809"/>
                    <a:pt x="16614" y="63452"/>
                    <a:pt x="16614" y="81966"/>
                  </a:cubicBezTo>
                  <a:cubicBezTo>
                    <a:pt x="16614" y="83881"/>
                    <a:pt x="17253" y="86434"/>
                    <a:pt x="19170" y="87711"/>
                  </a:cubicBezTo>
                  <a:cubicBezTo>
                    <a:pt x="20448" y="88988"/>
                    <a:pt x="23004" y="90265"/>
                    <a:pt x="24921" y="90265"/>
                  </a:cubicBezTo>
                  <a:lnTo>
                    <a:pt x="39618" y="90265"/>
                  </a:lnTo>
                  <a:cubicBezTo>
                    <a:pt x="44091" y="90265"/>
                    <a:pt x="47925" y="86434"/>
                    <a:pt x="47925" y="81966"/>
                  </a:cubicBezTo>
                  <a:lnTo>
                    <a:pt x="47925" y="73028"/>
                  </a:lnTo>
                  <a:cubicBezTo>
                    <a:pt x="47925" y="69198"/>
                    <a:pt x="50481" y="66644"/>
                    <a:pt x="54314" y="66644"/>
                  </a:cubicBezTo>
                  <a:lnTo>
                    <a:pt x="163582" y="66644"/>
                  </a:lnTo>
                  <a:cubicBezTo>
                    <a:pt x="167416" y="66644"/>
                    <a:pt x="169972" y="69198"/>
                    <a:pt x="169972" y="73028"/>
                  </a:cubicBezTo>
                  <a:lnTo>
                    <a:pt x="169972" y="81966"/>
                  </a:lnTo>
                  <a:cubicBezTo>
                    <a:pt x="169972" y="86434"/>
                    <a:pt x="173806" y="90265"/>
                    <a:pt x="178279" y="90265"/>
                  </a:cubicBezTo>
                  <a:lnTo>
                    <a:pt x="192976" y="90265"/>
                  </a:lnTo>
                  <a:cubicBezTo>
                    <a:pt x="194893" y="90265"/>
                    <a:pt x="197449" y="89626"/>
                    <a:pt x="198727" y="87711"/>
                  </a:cubicBezTo>
                  <a:cubicBezTo>
                    <a:pt x="200005" y="86434"/>
                    <a:pt x="201283" y="83881"/>
                    <a:pt x="201283" y="81966"/>
                  </a:cubicBezTo>
                  <a:cubicBezTo>
                    <a:pt x="201283" y="63452"/>
                    <a:pt x="201283" y="32809"/>
                    <a:pt x="200644" y="17487"/>
                  </a:cubicBezTo>
                  <a:cubicBezTo>
                    <a:pt x="200644" y="15572"/>
                    <a:pt x="201283" y="13657"/>
                    <a:pt x="203200" y="12380"/>
                  </a:cubicBezTo>
                  <a:lnTo>
                    <a:pt x="212785" y="5358"/>
                  </a:lnTo>
                  <a:cubicBezTo>
                    <a:pt x="213424" y="4719"/>
                    <a:pt x="214063" y="4719"/>
                    <a:pt x="214702" y="4081"/>
                  </a:cubicBezTo>
                  <a:cubicBezTo>
                    <a:pt x="215341" y="4081"/>
                    <a:pt x="215980" y="3442"/>
                    <a:pt x="216619" y="2804"/>
                  </a:cubicBezTo>
                  <a:cubicBezTo>
                    <a:pt x="216619" y="2804"/>
                    <a:pt x="216619" y="2166"/>
                    <a:pt x="216619" y="1527"/>
                  </a:cubicBezTo>
                  <a:cubicBezTo>
                    <a:pt x="216619" y="889"/>
                    <a:pt x="213424" y="-388"/>
                    <a:pt x="211507" y="250"/>
                  </a:cubicBezTo>
                  <a:close/>
                  <a:moveTo>
                    <a:pt x="57509" y="48130"/>
                  </a:moveTo>
                  <a:lnTo>
                    <a:pt x="31950" y="48130"/>
                  </a:lnTo>
                  <a:cubicBezTo>
                    <a:pt x="28116" y="48130"/>
                    <a:pt x="25560" y="45577"/>
                    <a:pt x="25560" y="41746"/>
                  </a:cubicBezTo>
                  <a:cubicBezTo>
                    <a:pt x="25560" y="37916"/>
                    <a:pt x="28116" y="35362"/>
                    <a:pt x="31950" y="35362"/>
                  </a:cubicBezTo>
                  <a:lnTo>
                    <a:pt x="57509" y="35362"/>
                  </a:lnTo>
                  <a:cubicBezTo>
                    <a:pt x="61343" y="35362"/>
                    <a:pt x="63899" y="37916"/>
                    <a:pt x="63899" y="41746"/>
                  </a:cubicBezTo>
                  <a:cubicBezTo>
                    <a:pt x="63899" y="45577"/>
                    <a:pt x="61343" y="48130"/>
                    <a:pt x="57509" y="48130"/>
                  </a:cubicBezTo>
                  <a:close/>
                  <a:moveTo>
                    <a:pt x="180196" y="48130"/>
                  </a:moveTo>
                  <a:lnTo>
                    <a:pt x="154637" y="48130"/>
                  </a:lnTo>
                  <a:cubicBezTo>
                    <a:pt x="150802" y="48130"/>
                    <a:pt x="148247" y="45577"/>
                    <a:pt x="148247" y="41746"/>
                  </a:cubicBezTo>
                  <a:cubicBezTo>
                    <a:pt x="148247" y="37916"/>
                    <a:pt x="150802" y="35362"/>
                    <a:pt x="154637" y="35362"/>
                  </a:cubicBezTo>
                  <a:lnTo>
                    <a:pt x="180196" y="35362"/>
                  </a:lnTo>
                  <a:cubicBezTo>
                    <a:pt x="184030" y="35362"/>
                    <a:pt x="186586" y="37916"/>
                    <a:pt x="186586" y="41746"/>
                  </a:cubicBezTo>
                  <a:cubicBezTo>
                    <a:pt x="186586" y="45577"/>
                    <a:pt x="184030" y="48130"/>
                    <a:pt x="180196" y="48130"/>
                  </a:cubicBezTo>
                  <a:close/>
                </a:path>
              </a:pathLst>
            </a:custGeom>
            <a:solidFill>
              <a:srgbClr val="43B02A"/>
            </a:solidFill>
            <a:ln w="6390" cap="flat">
              <a:noFill/>
              <a:prstDash val="solid"/>
              <a:miter/>
            </a:ln>
          </p:spPr>
          <p:txBody>
            <a:bodyPr rtlCol="0" anchor="ctr"/>
            <a:lstStyle/>
            <a:p>
              <a:endParaRPr lang="en-US"/>
            </a:p>
          </p:txBody>
        </p:sp>
        <p:sp>
          <p:nvSpPr>
            <p:cNvPr id="1069" name="Graphic 4">
              <a:extLst>
                <a:ext uri="{FF2B5EF4-FFF2-40B4-BE49-F238E27FC236}">
                  <a16:creationId xmlns:a16="http://schemas.microsoft.com/office/drawing/2014/main" id="{58E8B5E1-0750-1A48-8B92-2206E82A9580}"/>
                </a:ext>
              </a:extLst>
            </p:cNvPr>
            <p:cNvSpPr/>
            <p:nvPr/>
          </p:nvSpPr>
          <p:spPr>
            <a:xfrm>
              <a:off x="6146480" y="3824168"/>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09 w 362309"/>
                <a:gd name="connsiteY3" fmla="*/ 181305 h 361971"/>
                <a:gd name="connsiteX4" fmla="*/ 362309 w 362309"/>
                <a:gd name="connsiteY4" fmla="*/ 181305 h 361971"/>
                <a:gd name="connsiteX5" fmla="*/ 181474 w 362309"/>
                <a:gd name="connsiteY5" fmla="*/ 0 h 361971"/>
                <a:gd name="connsiteX6" fmla="*/ 300327 w 362309"/>
                <a:gd name="connsiteY6" fmla="*/ 169176 h 361971"/>
                <a:gd name="connsiteX7" fmla="*/ 292020 w 362309"/>
                <a:gd name="connsiteY7" fmla="*/ 176198 h 361971"/>
                <a:gd name="connsiteX8" fmla="*/ 286269 w 362309"/>
                <a:gd name="connsiteY8" fmla="*/ 180667 h 361971"/>
                <a:gd name="connsiteX9" fmla="*/ 286908 w 362309"/>
                <a:gd name="connsiteY9" fmla="*/ 241953 h 361971"/>
                <a:gd name="connsiteX10" fmla="*/ 265821 w 362309"/>
                <a:gd name="connsiteY10" fmla="*/ 263020 h 361971"/>
                <a:gd name="connsiteX11" fmla="*/ 265821 w 362309"/>
                <a:gd name="connsiteY11" fmla="*/ 263020 h 361971"/>
                <a:gd name="connsiteX12" fmla="*/ 251124 w 362309"/>
                <a:gd name="connsiteY12" fmla="*/ 263020 h 361971"/>
                <a:gd name="connsiteX13" fmla="*/ 230038 w 362309"/>
                <a:gd name="connsiteY13" fmla="*/ 241953 h 361971"/>
                <a:gd name="connsiteX14" fmla="*/ 230038 w 362309"/>
                <a:gd name="connsiteY14" fmla="*/ 239399 h 361971"/>
                <a:gd name="connsiteX15" fmla="*/ 133549 w 362309"/>
                <a:gd name="connsiteY15" fmla="*/ 239399 h 361971"/>
                <a:gd name="connsiteX16" fmla="*/ 133549 w 362309"/>
                <a:gd name="connsiteY16" fmla="*/ 241953 h 361971"/>
                <a:gd name="connsiteX17" fmla="*/ 112463 w 362309"/>
                <a:gd name="connsiteY17" fmla="*/ 263020 h 361971"/>
                <a:gd name="connsiteX18" fmla="*/ 97766 w 362309"/>
                <a:gd name="connsiteY18" fmla="*/ 263020 h 361971"/>
                <a:gd name="connsiteX19" fmla="*/ 76679 w 362309"/>
                <a:gd name="connsiteY19" fmla="*/ 241953 h 361971"/>
                <a:gd name="connsiteX20" fmla="*/ 76679 w 362309"/>
                <a:gd name="connsiteY20" fmla="*/ 241953 h 361971"/>
                <a:gd name="connsiteX21" fmla="*/ 77318 w 362309"/>
                <a:gd name="connsiteY21" fmla="*/ 178752 h 361971"/>
                <a:gd name="connsiteX22" fmla="*/ 77318 w 362309"/>
                <a:gd name="connsiteY22" fmla="*/ 178113 h 361971"/>
                <a:gd name="connsiteX23" fmla="*/ 72206 w 362309"/>
                <a:gd name="connsiteY23" fmla="*/ 176836 h 361971"/>
                <a:gd name="connsiteX24" fmla="*/ 62621 w 362309"/>
                <a:gd name="connsiteY24" fmla="*/ 169814 h 361971"/>
                <a:gd name="connsiteX25" fmla="*/ 61343 w 362309"/>
                <a:gd name="connsiteY25" fmla="*/ 158961 h 361971"/>
                <a:gd name="connsiteX26" fmla="*/ 78596 w 362309"/>
                <a:gd name="connsiteY26" fmla="*/ 148108 h 361971"/>
                <a:gd name="connsiteX27" fmla="*/ 87542 w 362309"/>
                <a:gd name="connsiteY27" fmla="*/ 148108 h 361971"/>
                <a:gd name="connsiteX28" fmla="*/ 110546 w 362309"/>
                <a:gd name="connsiteY28" fmla="*/ 114912 h 361971"/>
                <a:gd name="connsiteX29" fmla="*/ 129716 w 362309"/>
                <a:gd name="connsiteY29" fmla="*/ 100228 h 361971"/>
                <a:gd name="connsiteX30" fmla="*/ 130994 w 362309"/>
                <a:gd name="connsiteY30" fmla="*/ 100228 h 361971"/>
                <a:gd name="connsiteX31" fmla="*/ 231955 w 362309"/>
                <a:gd name="connsiteY31" fmla="*/ 100228 h 361971"/>
                <a:gd name="connsiteX32" fmla="*/ 233233 w 362309"/>
                <a:gd name="connsiteY32" fmla="*/ 100228 h 361971"/>
                <a:gd name="connsiteX33" fmla="*/ 252403 w 362309"/>
                <a:gd name="connsiteY33" fmla="*/ 115550 h 361971"/>
                <a:gd name="connsiteX34" fmla="*/ 271572 w 362309"/>
                <a:gd name="connsiteY34" fmla="*/ 148108 h 361971"/>
                <a:gd name="connsiteX35" fmla="*/ 284352 w 362309"/>
                <a:gd name="connsiteY35" fmla="*/ 148108 h 361971"/>
                <a:gd name="connsiteX36" fmla="*/ 302244 w 362309"/>
                <a:gd name="connsiteY36" fmla="*/ 159600 h 361971"/>
                <a:gd name="connsiteX37" fmla="*/ 300327 w 362309"/>
                <a:gd name="connsiteY37" fmla="*/ 169176 h 361971"/>
                <a:gd name="connsiteX38" fmla="*/ 300327 w 362309"/>
                <a:gd name="connsiteY38" fmla="*/ 16917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2309" h="361971">
                  <a:moveTo>
                    <a:pt x="181474" y="0"/>
                  </a:moveTo>
                  <a:cubicBezTo>
                    <a:pt x="81152" y="0"/>
                    <a:pt x="0" y="81076"/>
                    <a:pt x="0" y="180667"/>
                  </a:cubicBezTo>
                  <a:cubicBezTo>
                    <a:pt x="0" y="280257"/>
                    <a:pt x="81152" y="361971"/>
                    <a:pt x="180835" y="361971"/>
                  </a:cubicBezTo>
                  <a:cubicBezTo>
                    <a:pt x="280518" y="361971"/>
                    <a:pt x="362309" y="280895"/>
                    <a:pt x="362309" y="181305"/>
                  </a:cubicBezTo>
                  <a:cubicBezTo>
                    <a:pt x="362309" y="181305"/>
                    <a:pt x="362309" y="181305"/>
                    <a:pt x="362309" y="181305"/>
                  </a:cubicBezTo>
                  <a:cubicBezTo>
                    <a:pt x="362309" y="81076"/>
                    <a:pt x="281157" y="0"/>
                    <a:pt x="181474" y="0"/>
                  </a:cubicBezTo>
                  <a:close/>
                  <a:moveTo>
                    <a:pt x="300327" y="169176"/>
                  </a:moveTo>
                  <a:cubicBezTo>
                    <a:pt x="298410" y="172368"/>
                    <a:pt x="295215" y="174921"/>
                    <a:pt x="292020" y="176198"/>
                  </a:cubicBezTo>
                  <a:lnTo>
                    <a:pt x="286269" y="180667"/>
                  </a:lnTo>
                  <a:cubicBezTo>
                    <a:pt x="286269" y="196627"/>
                    <a:pt x="286908" y="224716"/>
                    <a:pt x="286908" y="241953"/>
                  </a:cubicBezTo>
                  <a:cubicBezTo>
                    <a:pt x="286908" y="253444"/>
                    <a:pt x="277323" y="263020"/>
                    <a:pt x="265821" y="263020"/>
                  </a:cubicBezTo>
                  <a:cubicBezTo>
                    <a:pt x="265821" y="263020"/>
                    <a:pt x="265821" y="263020"/>
                    <a:pt x="265821" y="263020"/>
                  </a:cubicBezTo>
                  <a:lnTo>
                    <a:pt x="251124" y="263020"/>
                  </a:lnTo>
                  <a:cubicBezTo>
                    <a:pt x="239623" y="263020"/>
                    <a:pt x="230038" y="253444"/>
                    <a:pt x="230038" y="241953"/>
                  </a:cubicBezTo>
                  <a:lnTo>
                    <a:pt x="230038" y="239399"/>
                  </a:lnTo>
                  <a:lnTo>
                    <a:pt x="133549" y="239399"/>
                  </a:lnTo>
                  <a:lnTo>
                    <a:pt x="133549" y="241953"/>
                  </a:lnTo>
                  <a:cubicBezTo>
                    <a:pt x="133549" y="253444"/>
                    <a:pt x="123965" y="263020"/>
                    <a:pt x="112463" y="263020"/>
                  </a:cubicBezTo>
                  <a:lnTo>
                    <a:pt x="97766" y="263020"/>
                  </a:lnTo>
                  <a:cubicBezTo>
                    <a:pt x="86264" y="263020"/>
                    <a:pt x="76679" y="253444"/>
                    <a:pt x="76679" y="241953"/>
                  </a:cubicBezTo>
                  <a:cubicBezTo>
                    <a:pt x="76679" y="241953"/>
                    <a:pt x="76679" y="241953"/>
                    <a:pt x="76679" y="241953"/>
                  </a:cubicBezTo>
                  <a:cubicBezTo>
                    <a:pt x="76679" y="224078"/>
                    <a:pt x="76679" y="194073"/>
                    <a:pt x="77318" y="178752"/>
                  </a:cubicBezTo>
                  <a:lnTo>
                    <a:pt x="77318" y="178113"/>
                  </a:lnTo>
                  <a:lnTo>
                    <a:pt x="72206" y="176836"/>
                  </a:lnTo>
                  <a:cubicBezTo>
                    <a:pt x="68372" y="175560"/>
                    <a:pt x="64538" y="173006"/>
                    <a:pt x="62621" y="169814"/>
                  </a:cubicBezTo>
                  <a:cubicBezTo>
                    <a:pt x="60704" y="166622"/>
                    <a:pt x="60065" y="162792"/>
                    <a:pt x="61343" y="158961"/>
                  </a:cubicBezTo>
                  <a:cubicBezTo>
                    <a:pt x="63260" y="151300"/>
                    <a:pt x="70928" y="146832"/>
                    <a:pt x="78596" y="148108"/>
                  </a:cubicBezTo>
                  <a:lnTo>
                    <a:pt x="87542" y="148108"/>
                  </a:lnTo>
                  <a:lnTo>
                    <a:pt x="110546" y="114912"/>
                  </a:lnTo>
                  <a:cubicBezTo>
                    <a:pt x="114380" y="107251"/>
                    <a:pt x="121409" y="102144"/>
                    <a:pt x="129716" y="100228"/>
                  </a:cubicBezTo>
                  <a:cubicBezTo>
                    <a:pt x="130354" y="100228"/>
                    <a:pt x="130354" y="100228"/>
                    <a:pt x="130994" y="100228"/>
                  </a:cubicBezTo>
                  <a:cubicBezTo>
                    <a:pt x="164860" y="98952"/>
                    <a:pt x="198088" y="98952"/>
                    <a:pt x="231955" y="100228"/>
                  </a:cubicBezTo>
                  <a:cubicBezTo>
                    <a:pt x="232593" y="100228"/>
                    <a:pt x="232593" y="100228"/>
                    <a:pt x="233233" y="100228"/>
                  </a:cubicBezTo>
                  <a:cubicBezTo>
                    <a:pt x="241540" y="102144"/>
                    <a:pt x="248568" y="107889"/>
                    <a:pt x="252403" y="115550"/>
                  </a:cubicBezTo>
                  <a:lnTo>
                    <a:pt x="271572" y="148108"/>
                  </a:lnTo>
                  <a:lnTo>
                    <a:pt x="284352" y="148108"/>
                  </a:lnTo>
                  <a:cubicBezTo>
                    <a:pt x="292020" y="146832"/>
                    <a:pt x="299688" y="151939"/>
                    <a:pt x="302244" y="159600"/>
                  </a:cubicBezTo>
                  <a:cubicBezTo>
                    <a:pt x="302883" y="162792"/>
                    <a:pt x="302244" y="166622"/>
                    <a:pt x="300327" y="169176"/>
                  </a:cubicBezTo>
                  <a:lnTo>
                    <a:pt x="300327" y="169176"/>
                  </a:lnTo>
                  <a:close/>
                </a:path>
              </a:pathLst>
            </a:custGeom>
            <a:solidFill>
              <a:srgbClr val="43B02A"/>
            </a:solidFill>
            <a:ln w="6390" cap="flat">
              <a:noFill/>
              <a:prstDash val="solid"/>
              <a:miter/>
            </a:ln>
          </p:spPr>
          <p:txBody>
            <a:bodyPr rtlCol="0" anchor="ctr"/>
            <a:lstStyle/>
            <a:p>
              <a:endParaRPr lang="en-US"/>
            </a:p>
          </p:txBody>
        </p:sp>
      </p:grpSp>
      <p:grpSp>
        <p:nvGrpSpPr>
          <p:cNvPr id="1070" name="Graphic 4">
            <a:extLst>
              <a:ext uri="{FF2B5EF4-FFF2-40B4-BE49-F238E27FC236}">
                <a16:creationId xmlns:a16="http://schemas.microsoft.com/office/drawing/2014/main" id="{22FDB79B-AA4E-2A45-B8BE-EA5904A6F72E}"/>
              </a:ext>
            </a:extLst>
          </p:cNvPr>
          <p:cNvGrpSpPr/>
          <p:nvPr/>
        </p:nvGrpSpPr>
        <p:grpSpPr>
          <a:xfrm>
            <a:off x="2560447" y="4308712"/>
            <a:ext cx="362309" cy="361971"/>
            <a:chOff x="2560447" y="4308712"/>
            <a:chExt cx="362309" cy="361971"/>
          </a:xfrm>
          <a:solidFill>
            <a:srgbClr val="26890D"/>
          </a:solidFill>
        </p:grpSpPr>
        <p:sp>
          <p:nvSpPr>
            <p:cNvPr id="1071" name="Graphic 4">
              <a:extLst>
                <a:ext uri="{FF2B5EF4-FFF2-40B4-BE49-F238E27FC236}">
                  <a16:creationId xmlns:a16="http://schemas.microsoft.com/office/drawing/2014/main" id="{F022F74E-5AC6-7D47-AD50-89174C220B92}"/>
                </a:ext>
              </a:extLst>
            </p:cNvPr>
            <p:cNvSpPr/>
            <p:nvPr/>
          </p:nvSpPr>
          <p:spPr>
            <a:xfrm>
              <a:off x="2560447" y="430871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181474 w 362309"/>
                <a:gd name="connsiteY7" fmla="*/ 349204 h 361971"/>
                <a:gd name="connsiteX8" fmla="*/ 12780 w 362309"/>
                <a:gd name="connsiteY8" fmla="*/ 181305 h 361971"/>
                <a:gd name="connsiteX9" fmla="*/ 180835 w 362309"/>
                <a:gd name="connsiteY9" fmla="*/ 12768 h 361971"/>
                <a:gd name="connsiteX10" fmla="*/ 349529 w 362309"/>
                <a:gd name="connsiteY10" fmla="*/ 180667 h 361971"/>
                <a:gd name="connsiteX11" fmla="*/ 349529 w 362309"/>
                <a:gd name="connsiteY11" fmla="*/ 180667 h 361971"/>
                <a:gd name="connsiteX12" fmla="*/ 181474 w 362309"/>
                <a:gd name="connsiteY12" fmla="*/ 349204 h 361971"/>
                <a:gd name="connsiteX13" fmla="*/ 181474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lnTo>
                    <a:pt x="181474" y="0"/>
                  </a:ln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lnTo>
                    <a:pt x="181474" y="349204"/>
                  </a:lnTo>
                  <a:close/>
                </a:path>
              </a:pathLst>
            </a:custGeom>
            <a:solidFill>
              <a:srgbClr val="26890D"/>
            </a:solidFill>
            <a:ln w="6390" cap="flat">
              <a:noFill/>
              <a:prstDash val="solid"/>
              <a:miter/>
            </a:ln>
          </p:spPr>
          <p:txBody>
            <a:bodyPr rtlCol="0" anchor="ctr"/>
            <a:lstStyle/>
            <a:p>
              <a:endParaRPr lang="en-US"/>
            </a:p>
          </p:txBody>
        </p:sp>
        <p:sp>
          <p:nvSpPr>
            <p:cNvPr id="1072" name="Graphic 4">
              <a:extLst>
                <a:ext uri="{FF2B5EF4-FFF2-40B4-BE49-F238E27FC236}">
                  <a16:creationId xmlns:a16="http://schemas.microsoft.com/office/drawing/2014/main" id="{8590A6C0-F472-C044-BFB8-305D53C2174A}"/>
                </a:ext>
              </a:extLst>
            </p:cNvPr>
            <p:cNvSpPr/>
            <p:nvPr/>
          </p:nvSpPr>
          <p:spPr>
            <a:xfrm>
              <a:off x="2641437" y="4389407"/>
              <a:ext cx="202574" cy="201477"/>
            </a:xfrm>
            <a:custGeom>
              <a:avLst/>
              <a:gdLst>
                <a:gd name="connsiteX0" fmla="*/ 191861 w 202574"/>
                <a:gd name="connsiteY0" fmla="*/ 382 h 201477"/>
                <a:gd name="connsiteX1" fmla="*/ 3358 w 202574"/>
                <a:gd name="connsiteY1" fmla="*/ 94865 h 201477"/>
                <a:gd name="connsiteX2" fmla="*/ 163 w 202574"/>
                <a:gd name="connsiteY2" fmla="*/ 101249 h 201477"/>
                <a:gd name="connsiteX3" fmla="*/ 4636 w 202574"/>
                <a:gd name="connsiteY3" fmla="*/ 106994 h 201477"/>
                <a:gd name="connsiteX4" fmla="*/ 71091 w 202574"/>
                <a:gd name="connsiteY4" fmla="*/ 131253 h 201477"/>
                <a:gd name="connsiteX5" fmla="*/ 95373 w 202574"/>
                <a:gd name="connsiteY5" fmla="*/ 197008 h 201477"/>
                <a:gd name="connsiteX6" fmla="*/ 101124 w 202574"/>
                <a:gd name="connsiteY6" fmla="*/ 201477 h 201477"/>
                <a:gd name="connsiteX7" fmla="*/ 101763 w 202574"/>
                <a:gd name="connsiteY7" fmla="*/ 201477 h 201477"/>
                <a:gd name="connsiteX8" fmla="*/ 107514 w 202574"/>
                <a:gd name="connsiteY8" fmla="*/ 198285 h 201477"/>
                <a:gd name="connsiteX9" fmla="*/ 202085 w 202574"/>
                <a:gd name="connsiteY9" fmla="*/ 9958 h 201477"/>
                <a:gd name="connsiteX10" fmla="*/ 198890 w 202574"/>
                <a:gd name="connsiteY10" fmla="*/ 1659 h 201477"/>
                <a:gd name="connsiteX11" fmla="*/ 191861 w 202574"/>
                <a:gd name="connsiteY11" fmla="*/ 382 h 201477"/>
                <a:gd name="connsiteX12" fmla="*/ 191861 w 202574"/>
                <a:gd name="connsiteY12" fmla="*/ 382 h 201477"/>
                <a:gd name="connsiteX13" fmla="*/ 101124 w 202574"/>
                <a:gd name="connsiteY13" fmla="*/ 177856 h 201477"/>
                <a:gd name="connsiteX14" fmla="*/ 81315 w 202574"/>
                <a:gd name="connsiteY14" fmla="*/ 122954 h 201477"/>
                <a:gd name="connsiteX15" fmla="*/ 77481 w 202574"/>
                <a:gd name="connsiteY15" fmla="*/ 119124 h 201477"/>
                <a:gd name="connsiteX16" fmla="*/ 22528 w 202574"/>
                <a:gd name="connsiteY16" fmla="*/ 98695 h 201477"/>
                <a:gd name="connsiteX17" fmla="*/ 180359 w 202574"/>
                <a:gd name="connsiteY17" fmla="*/ 19534 h 201477"/>
                <a:gd name="connsiteX18" fmla="*/ 101124 w 202574"/>
                <a:gd name="connsiteY18" fmla="*/ 177856 h 201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2574" h="201477">
                  <a:moveTo>
                    <a:pt x="191861" y="382"/>
                  </a:moveTo>
                  <a:lnTo>
                    <a:pt x="3358" y="94865"/>
                  </a:lnTo>
                  <a:cubicBezTo>
                    <a:pt x="802" y="96141"/>
                    <a:pt x="-476" y="98695"/>
                    <a:pt x="163" y="101249"/>
                  </a:cubicBezTo>
                  <a:cubicBezTo>
                    <a:pt x="163" y="103802"/>
                    <a:pt x="2080" y="105717"/>
                    <a:pt x="4636" y="106994"/>
                  </a:cubicBezTo>
                  <a:lnTo>
                    <a:pt x="71091" y="131253"/>
                  </a:lnTo>
                  <a:lnTo>
                    <a:pt x="95373" y="197008"/>
                  </a:lnTo>
                  <a:cubicBezTo>
                    <a:pt x="96012" y="199562"/>
                    <a:pt x="98568" y="200839"/>
                    <a:pt x="101124" y="201477"/>
                  </a:cubicBezTo>
                  <a:lnTo>
                    <a:pt x="101763" y="201477"/>
                  </a:lnTo>
                  <a:cubicBezTo>
                    <a:pt x="104319" y="201477"/>
                    <a:pt x="106236" y="200200"/>
                    <a:pt x="107514" y="198285"/>
                  </a:cubicBezTo>
                  <a:lnTo>
                    <a:pt x="202085" y="9958"/>
                  </a:lnTo>
                  <a:cubicBezTo>
                    <a:pt x="203363" y="6766"/>
                    <a:pt x="202085" y="2935"/>
                    <a:pt x="198890" y="1659"/>
                  </a:cubicBezTo>
                  <a:cubicBezTo>
                    <a:pt x="195695" y="-257"/>
                    <a:pt x="193139" y="-257"/>
                    <a:pt x="191861" y="382"/>
                  </a:cubicBezTo>
                  <a:lnTo>
                    <a:pt x="191861" y="382"/>
                  </a:lnTo>
                  <a:close/>
                  <a:moveTo>
                    <a:pt x="101124" y="177856"/>
                  </a:moveTo>
                  <a:lnTo>
                    <a:pt x="81315" y="122954"/>
                  </a:lnTo>
                  <a:cubicBezTo>
                    <a:pt x="80676" y="121039"/>
                    <a:pt x="79398" y="119762"/>
                    <a:pt x="77481" y="119124"/>
                  </a:cubicBezTo>
                  <a:lnTo>
                    <a:pt x="22528" y="98695"/>
                  </a:lnTo>
                  <a:lnTo>
                    <a:pt x="180359" y="19534"/>
                  </a:lnTo>
                  <a:lnTo>
                    <a:pt x="101124" y="177856"/>
                  </a:lnTo>
                  <a:close/>
                </a:path>
              </a:pathLst>
            </a:custGeom>
            <a:solidFill>
              <a:srgbClr val="26890D"/>
            </a:solidFill>
            <a:ln w="6390" cap="flat">
              <a:noFill/>
              <a:prstDash val="solid"/>
              <a:miter/>
            </a:ln>
          </p:spPr>
          <p:txBody>
            <a:bodyPr rtlCol="0" anchor="ctr"/>
            <a:lstStyle/>
            <a:p>
              <a:endParaRPr lang="en-US"/>
            </a:p>
          </p:txBody>
        </p:sp>
      </p:grpSp>
      <p:grpSp>
        <p:nvGrpSpPr>
          <p:cNvPr id="1073" name="Graphic 4">
            <a:extLst>
              <a:ext uri="{FF2B5EF4-FFF2-40B4-BE49-F238E27FC236}">
                <a16:creationId xmlns:a16="http://schemas.microsoft.com/office/drawing/2014/main" id="{5E0C8213-1F58-8F42-BEE1-DF38EF89B43D}"/>
              </a:ext>
            </a:extLst>
          </p:cNvPr>
          <p:cNvGrpSpPr/>
          <p:nvPr/>
        </p:nvGrpSpPr>
        <p:grpSpPr>
          <a:xfrm>
            <a:off x="2560447" y="4793256"/>
            <a:ext cx="362309" cy="361971"/>
            <a:chOff x="2560447" y="4793256"/>
            <a:chExt cx="362309" cy="361971"/>
          </a:xfrm>
          <a:solidFill>
            <a:srgbClr val="26890D"/>
          </a:solidFill>
        </p:grpSpPr>
        <p:sp>
          <p:nvSpPr>
            <p:cNvPr id="1074" name="Graphic 4">
              <a:extLst>
                <a:ext uri="{FF2B5EF4-FFF2-40B4-BE49-F238E27FC236}">
                  <a16:creationId xmlns:a16="http://schemas.microsoft.com/office/drawing/2014/main" id="{3433B81F-E2A6-F643-81F1-BE2723370049}"/>
                </a:ext>
              </a:extLst>
            </p:cNvPr>
            <p:cNvSpPr/>
            <p:nvPr/>
          </p:nvSpPr>
          <p:spPr>
            <a:xfrm>
              <a:off x="2560447" y="479325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181474 w 362309"/>
                <a:gd name="connsiteY7" fmla="*/ 348565 h 361971"/>
                <a:gd name="connsiteX8" fmla="*/ 12780 w 362309"/>
                <a:gd name="connsiteY8" fmla="*/ 180667 h 361971"/>
                <a:gd name="connsiteX9" fmla="*/ 180835 w 362309"/>
                <a:gd name="connsiteY9" fmla="*/ 12129 h 361971"/>
                <a:gd name="connsiteX10" fmla="*/ 349529 w 362309"/>
                <a:gd name="connsiteY10" fmla="*/ 180028 h 361971"/>
                <a:gd name="connsiteX11" fmla="*/ 349529 w 362309"/>
                <a:gd name="connsiteY11" fmla="*/ 180028 h 361971"/>
                <a:gd name="connsiteX12" fmla="*/ 181474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0438"/>
                    <a:pt x="281157" y="0"/>
                    <a:pt x="181474" y="0"/>
                  </a:cubicBezTo>
                  <a:lnTo>
                    <a:pt x="181474" y="0"/>
                  </a:lnTo>
                  <a:close/>
                  <a:moveTo>
                    <a:pt x="181474" y="348565"/>
                  </a:moveTo>
                  <a:cubicBezTo>
                    <a:pt x="88181" y="348565"/>
                    <a:pt x="12780" y="273234"/>
                    <a:pt x="12780" y="180667"/>
                  </a:cubicBezTo>
                  <a:cubicBezTo>
                    <a:pt x="12780" y="87461"/>
                    <a:pt x="88181" y="12129"/>
                    <a:pt x="180835" y="12129"/>
                  </a:cubicBezTo>
                  <a:cubicBezTo>
                    <a:pt x="274128" y="12129"/>
                    <a:pt x="349529" y="87461"/>
                    <a:pt x="349529" y="180028"/>
                  </a:cubicBezTo>
                  <a:cubicBezTo>
                    <a:pt x="349529" y="180028"/>
                    <a:pt x="349529" y="180028"/>
                    <a:pt x="349529" y="180028"/>
                  </a:cubicBezTo>
                  <a:cubicBezTo>
                    <a:pt x="349529" y="273234"/>
                    <a:pt x="274128" y="348565"/>
                    <a:pt x="181474" y="348565"/>
                  </a:cubicBezTo>
                  <a:close/>
                </a:path>
              </a:pathLst>
            </a:custGeom>
            <a:solidFill>
              <a:srgbClr val="26890D"/>
            </a:solidFill>
            <a:ln w="6390" cap="flat">
              <a:noFill/>
              <a:prstDash val="solid"/>
              <a:miter/>
            </a:ln>
          </p:spPr>
          <p:txBody>
            <a:bodyPr rtlCol="0" anchor="ctr"/>
            <a:lstStyle/>
            <a:p>
              <a:endParaRPr lang="en-US"/>
            </a:p>
          </p:txBody>
        </p:sp>
        <p:sp>
          <p:nvSpPr>
            <p:cNvPr id="1075" name="Graphic 4">
              <a:extLst>
                <a:ext uri="{FF2B5EF4-FFF2-40B4-BE49-F238E27FC236}">
                  <a16:creationId xmlns:a16="http://schemas.microsoft.com/office/drawing/2014/main" id="{95C9200C-D1B2-6C49-B146-45D9C72BE56B}"/>
                </a:ext>
              </a:extLst>
            </p:cNvPr>
            <p:cNvSpPr/>
            <p:nvPr/>
          </p:nvSpPr>
          <p:spPr>
            <a:xfrm>
              <a:off x="2656935" y="4857096"/>
              <a:ext cx="170032" cy="233653"/>
            </a:xfrm>
            <a:custGeom>
              <a:avLst/>
              <a:gdLst>
                <a:gd name="connsiteX0" fmla="*/ 84986 w 170032"/>
                <a:gd name="connsiteY0" fmla="*/ 0 h 233653"/>
                <a:gd name="connsiteX1" fmla="*/ 84986 w 170032"/>
                <a:gd name="connsiteY1" fmla="*/ 0 h 233653"/>
                <a:gd name="connsiteX2" fmla="*/ 0 w 170032"/>
                <a:gd name="connsiteY2" fmla="*/ 84907 h 233653"/>
                <a:gd name="connsiteX3" fmla="*/ 12141 w 170032"/>
                <a:gd name="connsiteY3" fmla="*/ 127680 h 233653"/>
                <a:gd name="connsiteX4" fmla="*/ 79874 w 170032"/>
                <a:gd name="connsiteY4" fmla="*/ 230462 h 233653"/>
                <a:gd name="connsiteX5" fmla="*/ 84986 w 170032"/>
                <a:gd name="connsiteY5" fmla="*/ 233654 h 233653"/>
                <a:gd name="connsiteX6" fmla="*/ 84986 w 170032"/>
                <a:gd name="connsiteY6" fmla="*/ 233654 h 233653"/>
                <a:gd name="connsiteX7" fmla="*/ 90098 w 170032"/>
                <a:gd name="connsiteY7" fmla="*/ 230462 h 233653"/>
                <a:gd name="connsiteX8" fmla="*/ 158471 w 170032"/>
                <a:gd name="connsiteY8" fmla="*/ 127680 h 233653"/>
                <a:gd name="connsiteX9" fmla="*/ 169972 w 170032"/>
                <a:gd name="connsiteY9" fmla="*/ 84907 h 233653"/>
                <a:gd name="connsiteX10" fmla="*/ 84986 w 170032"/>
                <a:gd name="connsiteY10" fmla="*/ 0 h 233653"/>
                <a:gd name="connsiteX11" fmla="*/ 147608 w 170032"/>
                <a:gd name="connsiteY11" fmla="*/ 121296 h 233653"/>
                <a:gd name="connsiteX12" fmla="*/ 84986 w 170032"/>
                <a:gd name="connsiteY12" fmla="*/ 215779 h 233653"/>
                <a:gd name="connsiteX13" fmla="*/ 22365 w 170032"/>
                <a:gd name="connsiteY13" fmla="*/ 121296 h 233653"/>
                <a:gd name="connsiteX14" fmla="*/ 12780 w 170032"/>
                <a:gd name="connsiteY14" fmla="*/ 84907 h 233653"/>
                <a:gd name="connsiteX15" fmla="*/ 84986 w 170032"/>
                <a:gd name="connsiteY15" fmla="*/ 12768 h 233653"/>
                <a:gd name="connsiteX16" fmla="*/ 84986 w 170032"/>
                <a:gd name="connsiteY16" fmla="*/ 12768 h 233653"/>
                <a:gd name="connsiteX17" fmla="*/ 157192 w 170032"/>
                <a:gd name="connsiteY17" fmla="*/ 84907 h 233653"/>
                <a:gd name="connsiteX18" fmla="*/ 147608 w 170032"/>
                <a:gd name="connsiteY18" fmla="*/ 121296 h 233653"/>
                <a:gd name="connsiteX19" fmla="*/ 147608 w 170032"/>
                <a:gd name="connsiteY19" fmla="*/ 121296 h 23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032" h="233653">
                  <a:moveTo>
                    <a:pt x="84986" y="0"/>
                  </a:moveTo>
                  <a:lnTo>
                    <a:pt x="84986" y="0"/>
                  </a:lnTo>
                  <a:cubicBezTo>
                    <a:pt x="37701" y="0"/>
                    <a:pt x="0" y="38304"/>
                    <a:pt x="0" y="84907"/>
                  </a:cubicBezTo>
                  <a:cubicBezTo>
                    <a:pt x="0" y="100229"/>
                    <a:pt x="3834" y="114912"/>
                    <a:pt x="12141" y="127680"/>
                  </a:cubicBezTo>
                  <a:lnTo>
                    <a:pt x="79874" y="230462"/>
                  </a:lnTo>
                  <a:cubicBezTo>
                    <a:pt x="81152" y="232377"/>
                    <a:pt x="83069" y="233654"/>
                    <a:pt x="84986" y="233654"/>
                  </a:cubicBezTo>
                  <a:lnTo>
                    <a:pt x="84986" y="233654"/>
                  </a:lnTo>
                  <a:cubicBezTo>
                    <a:pt x="86903" y="233654"/>
                    <a:pt x="88820" y="232377"/>
                    <a:pt x="90098" y="230462"/>
                  </a:cubicBezTo>
                  <a:lnTo>
                    <a:pt x="158471" y="127680"/>
                  </a:lnTo>
                  <a:cubicBezTo>
                    <a:pt x="166138" y="114912"/>
                    <a:pt x="170611" y="100229"/>
                    <a:pt x="169972" y="84907"/>
                  </a:cubicBezTo>
                  <a:cubicBezTo>
                    <a:pt x="169972" y="38304"/>
                    <a:pt x="131633" y="0"/>
                    <a:pt x="84986" y="0"/>
                  </a:cubicBezTo>
                  <a:close/>
                  <a:moveTo>
                    <a:pt x="147608" y="121296"/>
                  </a:moveTo>
                  <a:lnTo>
                    <a:pt x="84986" y="215779"/>
                  </a:lnTo>
                  <a:lnTo>
                    <a:pt x="22365" y="121296"/>
                  </a:lnTo>
                  <a:cubicBezTo>
                    <a:pt x="15336" y="110443"/>
                    <a:pt x="12141" y="97675"/>
                    <a:pt x="12780" y="84907"/>
                  </a:cubicBezTo>
                  <a:cubicBezTo>
                    <a:pt x="12780" y="45326"/>
                    <a:pt x="44730" y="12768"/>
                    <a:pt x="84986" y="12768"/>
                  </a:cubicBezTo>
                  <a:lnTo>
                    <a:pt x="84986" y="12768"/>
                  </a:lnTo>
                  <a:cubicBezTo>
                    <a:pt x="125243" y="12768"/>
                    <a:pt x="157192" y="45326"/>
                    <a:pt x="157192" y="84907"/>
                  </a:cubicBezTo>
                  <a:cubicBezTo>
                    <a:pt x="157192" y="97675"/>
                    <a:pt x="153998" y="110443"/>
                    <a:pt x="147608" y="121296"/>
                  </a:cubicBezTo>
                  <a:lnTo>
                    <a:pt x="147608" y="121296"/>
                  </a:lnTo>
                  <a:close/>
                </a:path>
              </a:pathLst>
            </a:custGeom>
            <a:solidFill>
              <a:srgbClr val="26890D"/>
            </a:solidFill>
            <a:ln w="6390" cap="flat">
              <a:noFill/>
              <a:prstDash val="solid"/>
              <a:miter/>
            </a:ln>
          </p:spPr>
          <p:txBody>
            <a:bodyPr rtlCol="0" anchor="ctr"/>
            <a:lstStyle/>
            <a:p>
              <a:endParaRPr lang="en-US"/>
            </a:p>
          </p:txBody>
        </p:sp>
        <p:sp>
          <p:nvSpPr>
            <p:cNvPr id="1076" name="Graphic 4">
              <a:extLst>
                <a:ext uri="{FF2B5EF4-FFF2-40B4-BE49-F238E27FC236}">
                  <a16:creationId xmlns:a16="http://schemas.microsoft.com/office/drawing/2014/main" id="{ADCF207C-4024-214C-99C2-24171F31D87C}"/>
                </a:ext>
              </a:extLst>
            </p:cNvPr>
            <p:cNvSpPr/>
            <p:nvPr/>
          </p:nvSpPr>
          <p:spPr>
            <a:xfrm>
              <a:off x="2704221" y="4904337"/>
              <a:ext cx="75401" cy="75331"/>
            </a:xfrm>
            <a:custGeom>
              <a:avLst/>
              <a:gdLst>
                <a:gd name="connsiteX0" fmla="*/ 37701 w 75401"/>
                <a:gd name="connsiteY0" fmla="*/ 0 h 75331"/>
                <a:gd name="connsiteX1" fmla="*/ 0 w 75401"/>
                <a:gd name="connsiteY1" fmla="*/ 37666 h 75331"/>
                <a:gd name="connsiteX2" fmla="*/ 37701 w 75401"/>
                <a:gd name="connsiteY2" fmla="*/ 75331 h 75331"/>
                <a:gd name="connsiteX3" fmla="*/ 75401 w 75401"/>
                <a:gd name="connsiteY3" fmla="*/ 37666 h 75331"/>
                <a:gd name="connsiteX4" fmla="*/ 37701 w 75401"/>
                <a:gd name="connsiteY4" fmla="*/ 0 h 75331"/>
                <a:gd name="connsiteX5" fmla="*/ 37701 w 75401"/>
                <a:gd name="connsiteY5" fmla="*/ 63202 h 75331"/>
                <a:gd name="connsiteX6" fmla="*/ 12780 w 75401"/>
                <a:gd name="connsiteY6" fmla="*/ 38304 h 75331"/>
                <a:gd name="connsiteX7" fmla="*/ 37701 w 75401"/>
                <a:gd name="connsiteY7" fmla="*/ 13407 h 75331"/>
                <a:gd name="connsiteX8" fmla="*/ 62621 w 75401"/>
                <a:gd name="connsiteY8" fmla="*/ 38304 h 75331"/>
                <a:gd name="connsiteX9" fmla="*/ 37701 w 75401"/>
                <a:gd name="connsiteY9" fmla="*/ 63202 h 75331"/>
                <a:gd name="connsiteX10" fmla="*/ 37701 w 75401"/>
                <a:gd name="connsiteY10" fmla="*/ 63202 h 75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5401" h="75331">
                  <a:moveTo>
                    <a:pt x="37701" y="0"/>
                  </a:moveTo>
                  <a:cubicBezTo>
                    <a:pt x="16614" y="0"/>
                    <a:pt x="0" y="17237"/>
                    <a:pt x="0" y="37666"/>
                  </a:cubicBezTo>
                  <a:cubicBezTo>
                    <a:pt x="0" y="58094"/>
                    <a:pt x="17253" y="75331"/>
                    <a:pt x="37701" y="75331"/>
                  </a:cubicBezTo>
                  <a:cubicBezTo>
                    <a:pt x="58148" y="75331"/>
                    <a:pt x="75401" y="58094"/>
                    <a:pt x="75401" y="37666"/>
                  </a:cubicBezTo>
                  <a:cubicBezTo>
                    <a:pt x="75401" y="17237"/>
                    <a:pt x="58148" y="0"/>
                    <a:pt x="37701" y="0"/>
                  </a:cubicBezTo>
                  <a:close/>
                  <a:moveTo>
                    <a:pt x="37701" y="63202"/>
                  </a:moveTo>
                  <a:cubicBezTo>
                    <a:pt x="23643" y="63202"/>
                    <a:pt x="12780" y="51710"/>
                    <a:pt x="12780" y="38304"/>
                  </a:cubicBezTo>
                  <a:cubicBezTo>
                    <a:pt x="12780" y="24898"/>
                    <a:pt x="24282" y="13407"/>
                    <a:pt x="37701" y="13407"/>
                  </a:cubicBezTo>
                  <a:cubicBezTo>
                    <a:pt x="51119" y="13407"/>
                    <a:pt x="62621" y="24898"/>
                    <a:pt x="62621" y="38304"/>
                  </a:cubicBezTo>
                  <a:cubicBezTo>
                    <a:pt x="62621" y="51710"/>
                    <a:pt x="51119" y="63202"/>
                    <a:pt x="37701" y="63202"/>
                  </a:cubicBezTo>
                  <a:lnTo>
                    <a:pt x="37701" y="63202"/>
                  </a:lnTo>
                  <a:close/>
                </a:path>
              </a:pathLst>
            </a:custGeom>
            <a:solidFill>
              <a:srgbClr val="26890D"/>
            </a:solidFill>
            <a:ln w="6390" cap="flat">
              <a:noFill/>
              <a:prstDash val="solid"/>
              <a:miter/>
            </a:ln>
          </p:spPr>
          <p:txBody>
            <a:bodyPr rtlCol="0" anchor="ctr"/>
            <a:lstStyle/>
            <a:p>
              <a:endParaRPr lang="en-US"/>
            </a:p>
          </p:txBody>
        </p:sp>
      </p:grpSp>
      <p:grpSp>
        <p:nvGrpSpPr>
          <p:cNvPr id="1077" name="Graphic 4">
            <a:extLst>
              <a:ext uri="{FF2B5EF4-FFF2-40B4-BE49-F238E27FC236}">
                <a16:creationId xmlns:a16="http://schemas.microsoft.com/office/drawing/2014/main" id="{2B47B984-43CE-A441-A11D-9FE04ECA6577}"/>
              </a:ext>
            </a:extLst>
          </p:cNvPr>
          <p:cNvGrpSpPr/>
          <p:nvPr/>
        </p:nvGrpSpPr>
        <p:grpSpPr>
          <a:xfrm>
            <a:off x="7805570" y="4308712"/>
            <a:ext cx="361670" cy="361971"/>
            <a:chOff x="6754802" y="4308712"/>
            <a:chExt cx="361670" cy="361971"/>
          </a:xfrm>
          <a:solidFill>
            <a:srgbClr val="43B02A"/>
          </a:solidFill>
        </p:grpSpPr>
        <p:sp>
          <p:nvSpPr>
            <p:cNvPr id="1078" name="Graphic 4">
              <a:extLst>
                <a:ext uri="{FF2B5EF4-FFF2-40B4-BE49-F238E27FC236}">
                  <a16:creationId xmlns:a16="http://schemas.microsoft.com/office/drawing/2014/main" id="{B817D8CD-3E88-B545-8F73-9BD02F7713E3}"/>
                </a:ext>
              </a:extLst>
            </p:cNvPr>
            <p:cNvSpPr/>
            <p:nvPr/>
          </p:nvSpPr>
          <p:spPr>
            <a:xfrm>
              <a:off x="6754802" y="4308712"/>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0 h 361971"/>
                <a:gd name="connsiteX7" fmla="*/ 180836 w 361670"/>
                <a:gd name="connsiteY7" fmla="*/ 349204 h 361971"/>
                <a:gd name="connsiteX8" fmla="*/ 12780 w 361670"/>
                <a:gd name="connsiteY8" fmla="*/ 181305 h 361971"/>
                <a:gd name="connsiteX9" fmla="*/ 180836 w 361670"/>
                <a:gd name="connsiteY9" fmla="*/ 12768 h 361971"/>
                <a:gd name="connsiteX10" fmla="*/ 348890 w 361670"/>
                <a:gd name="connsiteY10" fmla="*/ 180667 h 361971"/>
                <a:gd name="connsiteX11" fmla="*/ 348890 w 361670"/>
                <a:gd name="connsiteY11" fmla="*/ 180667 h 361971"/>
                <a:gd name="connsiteX12" fmla="*/ 180836 w 361670"/>
                <a:gd name="connsiteY12" fmla="*/ 349204 h 361971"/>
                <a:gd name="connsiteX13" fmla="*/ 180836 w 361670"/>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0" h="361971">
                  <a:moveTo>
                    <a:pt x="180836" y="0"/>
                  </a:moveTo>
                  <a:cubicBezTo>
                    <a:pt x="80513" y="0"/>
                    <a:pt x="0" y="81077"/>
                    <a:pt x="0" y="180667"/>
                  </a:cubicBezTo>
                  <a:cubicBezTo>
                    <a:pt x="0" y="280257"/>
                    <a:pt x="81153" y="361972"/>
                    <a:pt x="180836" y="361972"/>
                  </a:cubicBezTo>
                  <a:cubicBezTo>
                    <a:pt x="281157" y="361972"/>
                    <a:pt x="361670" y="280895"/>
                    <a:pt x="361670" y="181305"/>
                  </a:cubicBezTo>
                  <a:cubicBezTo>
                    <a:pt x="361670" y="181305"/>
                    <a:pt x="361670" y="181305"/>
                    <a:pt x="361670" y="181305"/>
                  </a:cubicBezTo>
                  <a:cubicBezTo>
                    <a:pt x="361670" y="81077"/>
                    <a:pt x="280518" y="0"/>
                    <a:pt x="180836" y="0"/>
                  </a:cubicBezTo>
                  <a:cubicBezTo>
                    <a:pt x="180836" y="0"/>
                    <a:pt x="180836"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lnTo>
                    <a:pt x="348890" y="180667"/>
                  </a:lnTo>
                  <a:cubicBezTo>
                    <a:pt x="348890" y="273873"/>
                    <a:pt x="273490" y="349204"/>
                    <a:pt x="180836" y="349204"/>
                  </a:cubicBezTo>
                  <a:lnTo>
                    <a:pt x="180836" y="349204"/>
                  </a:lnTo>
                  <a:close/>
                </a:path>
              </a:pathLst>
            </a:custGeom>
            <a:solidFill>
              <a:srgbClr val="43B02A"/>
            </a:solidFill>
            <a:ln w="6390" cap="flat">
              <a:noFill/>
              <a:prstDash val="solid"/>
              <a:miter/>
            </a:ln>
          </p:spPr>
          <p:txBody>
            <a:bodyPr rtlCol="0" anchor="ctr"/>
            <a:lstStyle/>
            <a:p>
              <a:endParaRPr lang="en-US"/>
            </a:p>
          </p:txBody>
        </p:sp>
        <p:sp>
          <p:nvSpPr>
            <p:cNvPr id="1079" name="Graphic 4">
              <a:extLst>
                <a:ext uri="{FF2B5EF4-FFF2-40B4-BE49-F238E27FC236}">
                  <a16:creationId xmlns:a16="http://schemas.microsoft.com/office/drawing/2014/main" id="{E6893336-6D5C-E14A-B454-32C3122CD2CE}"/>
                </a:ext>
              </a:extLst>
            </p:cNvPr>
            <p:cNvSpPr/>
            <p:nvPr/>
          </p:nvSpPr>
          <p:spPr>
            <a:xfrm>
              <a:off x="6822535" y="4408940"/>
              <a:ext cx="225565" cy="161754"/>
            </a:xfrm>
            <a:custGeom>
              <a:avLst/>
              <a:gdLst>
                <a:gd name="connsiteX0" fmla="*/ 205118 w 225565"/>
                <a:gd name="connsiteY0" fmla="*/ 63840 h 161754"/>
                <a:gd name="connsiteX1" fmla="*/ 168695 w 225565"/>
                <a:gd name="connsiteY1" fmla="*/ 63840 h 161754"/>
                <a:gd name="connsiteX2" fmla="*/ 168695 w 225565"/>
                <a:gd name="connsiteY2" fmla="*/ 27451 h 161754"/>
                <a:gd name="connsiteX3" fmla="*/ 162305 w 225565"/>
                <a:gd name="connsiteY3" fmla="*/ 21067 h 161754"/>
                <a:gd name="connsiteX4" fmla="*/ 154637 w 225565"/>
                <a:gd name="connsiteY4" fmla="*/ 21067 h 161754"/>
                <a:gd name="connsiteX5" fmla="*/ 154637 w 225565"/>
                <a:gd name="connsiteY5" fmla="*/ 20429 h 161754"/>
                <a:gd name="connsiteX6" fmla="*/ 134189 w 225565"/>
                <a:gd name="connsiteY6" fmla="*/ 0 h 161754"/>
                <a:gd name="connsiteX7" fmla="*/ 113741 w 225565"/>
                <a:gd name="connsiteY7" fmla="*/ 20429 h 161754"/>
                <a:gd name="connsiteX8" fmla="*/ 113741 w 225565"/>
                <a:gd name="connsiteY8" fmla="*/ 21067 h 161754"/>
                <a:gd name="connsiteX9" fmla="*/ 20448 w 225565"/>
                <a:gd name="connsiteY9" fmla="*/ 21067 h 161754"/>
                <a:gd name="connsiteX10" fmla="*/ 14058 w 225565"/>
                <a:gd name="connsiteY10" fmla="*/ 27451 h 161754"/>
                <a:gd name="connsiteX11" fmla="*/ 14058 w 225565"/>
                <a:gd name="connsiteY11" fmla="*/ 49795 h 161754"/>
                <a:gd name="connsiteX12" fmla="*/ 6390 w 225565"/>
                <a:gd name="connsiteY12" fmla="*/ 49795 h 161754"/>
                <a:gd name="connsiteX13" fmla="*/ 0 w 225565"/>
                <a:gd name="connsiteY13" fmla="*/ 56179 h 161754"/>
                <a:gd name="connsiteX14" fmla="*/ 6390 w 225565"/>
                <a:gd name="connsiteY14" fmla="*/ 62563 h 161754"/>
                <a:gd name="connsiteX15" fmla="*/ 14058 w 225565"/>
                <a:gd name="connsiteY15" fmla="*/ 62563 h 161754"/>
                <a:gd name="connsiteX16" fmla="*/ 14058 w 225565"/>
                <a:gd name="connsiteY16" fmla="*/ 77885 h 161754"/>
                <a:gd name="connsiteX17" fmla="*/ 6390 w 225565"/>
                <a:gd name="connsiteY17" fmla="*/ 77885 h 161754"/>
                <a:gd name="connsiteX18" fmla="*/ 0 w 225565"/>
                <a:gd name="connsiteY18" fmla="*/ 84269 h 161754"/>
                <a:gd name="connsiteX19" fmla="*/ 6390 w 225565"/>
                <a:gd name="connsiteY19" fmla="*/ 90653 h 161754"/>
                <a:gd name="connsiteX20" fmla="*/ 14058 w 225565"/>
                <a:gd name="connsiteY20" fmla="*/ 90653 h 161754"/>
                <a:gd name="connsiteX21" fmla="*/ 14058 w 225565"/>
                <a:gd name="connsiteY21" fmla="*/ 141086 h 161754"/>
                <a:gd name="connsiteX22" fmla="*/ 20448 w 225565"/>
                <a:gd name="connsiteY22" fmla="*/ 147470 h 161754"/>
                <a:gd name="connsiteX23" fmla="*/ 36423 w 225565"/>
                <a:gd name="connsiteY23" fmla="*/ 147470 h 161754"/>
                <a:gd name="connsiteX24" fmla="*/ 61983 w 225565"/>
                <a:gd name="connsiteY24" fmla="*/ 160876 h 161754"/>
                <a:gd name="connsiteX25" fmla="*/ 75402 w 225565"/>
                <a:gd name="connsiteY25" fmla="*/ 147470 h 161754"/>
                <a:gd name="connsiteX26" fmla="*/ 157193 w 225565"/>
                <a:gd name="connsiteY26" fmla="*/ 147470 h 161754"/>
                <a:gd name="connsiteX27" fmla="*/ 182753 w 225565"/>
                <a:gd name="connsiteY27" fmla="*/ 160876 h 161754"/>
                <a:gd name="connsiteX28" fmla="*/ 196172 w 225565"/>
                <a:gd name="connsiteY28" fmla="*/ 147470 h 161754"/>
                <a:gd name="connsiteX29" fmla="*/ 219175 w 225565"/>
                <a:gd name="connsiteY29" fmla="*/ 147470 h 161754"/>
                <a:gd name="connsiteX30" fmla="*/ 225565 w 225565"/>
                <a:gd name="connsiteY30" fmla="*/ 141086 h 161754"/>
                <a:gd name="connsiteX31" fmla="*/ 225565 w 225565"/>
                <a:gd name="connsiteY31" fmla="*/ 84269 h 161754"/>
                <a:gd name="connsiteX32" fmla="*/ 205118 w 225565"/>
                <a:gd name="connsiteY32" fmla="*/ 63840 h 161754"/>
                <a:gd name="connsiteX33" fmla="*/ 126521 w 225565"/>
                <a:gd name="connsiteY33" fmla="*/ 20429 h 161754"/>
                <a:gd name="connsiteX34" fmla="*/ 134189 w 225565"/>
                <a:gd name="connsiteY34" fmla="*/ 12768 h 161754"/>
                <a:gd name="connsiteX35" fmla="*/ 141857 w 225565"/>
                <a:gd name="connsiteY35" fmla="*/ 20429 h 161754"/>
                <a:gd name="connsiteX36" fmla="*/ 141857 w 225565"/>
                <a:gd name="connsiteY36" fmla="*/ 21067 h 161754"/>
                <a:gd name="connsiteX37" fmla="*/ 125882 w 225565"/>
                <a:gd name="connsiteY37" fmla="*/ 21067 h 161754"/>
                <a:gd name="connsiteX38" fmla="*/ 126521 w 225565"/>
                <a:gd name="connsiteY38" fmla="*/ 20429 h 161754"/>
                <a:gd name="connsiteX39" fmla="*/ 126521 w 225565"/>
                <a:gd name="connsiteY39" fmla="*/ 20429 h 161754"/>
                <a:gd name="connsiteX40" fmla="*/ 26838 w 225565"/>
                <a:gd name="connsiteY40" fmla="*/ 62563 h 161754"/>
                <a:gd name="connsiteX41" fmla="*/ 42174 w 225565"/>
                <a:gd name="connsiteY41" fmla="*/ 62563 h 161754"/>
                <a:gd name="connsiteX42" fmla="*/ 42174 w 225565"/>
                <a:gd name="connsiteY42" fmla="*/ 77885 h 161754"/>
                <a:gd name="connsiteX43" fmla="*/ 26838 w 225565"/>
                <a:gd name="connsiteY43" fmla="*/ 77885 h 161754"/>
                <a:gd name="connsiteX44" fmla="*/ 26838 w 225565"/>
                <a:gd name="connsiteY44" fmla="*/ 62563 h 161754"/>
                <a:gd name="connsiteX45" fmla="*/ 70929 w 225565"/>
                <a:gd name="connsiteY45" fmla="*/ 62563 h 161754"/>
                <a:gd name="connsiteX46" fmla="*/ 70929 w 225565"/>
                <a:gd name="connsiteY46" fmla="*/ 77885 h 161754"/>
                <a:gd name="connsiteX47" fmla="*/ 55593 w 225565"/>
                <a:gd name="connsiteY47" fmla="*/ 77885 h 161754"/>
                <a:gd name="connsiteX48" fmla="*/ 55593 w 225565"/>
                <a:gd name="connsiteY48" fmla="*/ 62563 h 161754"/>
                <a:gd name="connsiteX49" fmla="*/ 70929 w 225565"/>
                <a:gd name="connsiteY49" fmla="*/ 62563 h 161754"/>
                <a:gd name="connsiteX50" fmla="*/ 99684 w 225565"/>
                <a:gd name="connsiteY50" fmla="*/ 62563 h 161754"/>
                <a:gd name="connsiteX51" fmla="*/ 99684 w 225565"/>
                <a:gd name="connsiteY51" fmla="*/ 77885 h 161754"/>
                <a:gd name="connsiteX52" fmla="*/ 84348 w 225565"/>
                <a:gd name="connsiteY52" fmla="*/ 77885 h 161754"/>
                <a:gd name="connsiteX53" fmla="*/ 84348 w 225565"/>
                <a:gd name="connsiteY53" fmla="*/ 62563 h 161754"/>
                <a:gd name="connsiteX54" fmla="*/ 99684 w 225565"/>
                <a:gd name="connsiteY54" fmla="*/ 62563 h 161754"/>
                <a:gd name="connsiteX55" fmla="*/ 127799 w 225565"/>
                <a:gd name="connsiteY55" fmla="*/ 62563 h 161754"/>
                <a:gd name="connsiteX56" fmla="*/ 127799 w 225565"/>
                <a:gd name="connsiteY56" fmla="*/ 77885 h 161754"/>
                <a:gd name="connsiteX57" fmla="*/ 112464 w 225565"/>
                <a:gd name="connsiteY57" fmla="*/ 77885 h 161754"/>
                <a:gd name="connsiteX58" fmla="*/ 112464 w 225565"/>
                <a:gd name="connsiteY58" fmla="*/ 62563 h 161754"/>
                <a:gd name="connsiteX59" fmla="*/ 127799 w 225565"/>
                <a:gd name="connsiteY59" fmla="*/ 62563 h 161754"/>
                <a:gd name="connsiteX60" fmla="*/ 26838 w 225565"/>
                <a:gd name="connsiteY60" fmla="*/ 90653 h 161754"/>
                <a:gd name="connsiteX61" fmla="*/ 141218 w 225565"/>
                <a:gd name="connsiteY61" fmla="*/ 90653 h 161754"/>
                <a:gd name="connsiteX62" fmla="*/ 147608 w 225565"/>
                <a:gd name="connsiteY62" fmla="*/ 84269 h 161754"/>
                <a:gd name="connsiteX63" fmla="*/ 141218 w 225565"/>
                <a:gd name="connsiteY63" fmla="*/ 77885 h 161754"/>
                <a:gd name="connsiteX64" fmla="*/ 140579 w 225565"/>
                <a:gd name="connsiteY64" fmla="*/ 77885 h 161754"/>
                <a:gd name="connsiteX65" fmla="*/ 140579 w 225565"/>
                <a:gd name="connsiteY65" fmla="*/ 62563 h 161754"/>
                <a:gd name="connsiteX66" fmla="*/ 141218 w 225565"/>
                <a:gd name="connsiteY66" fmla="*/ 62563 h 161754"/>
                <a:gd name="connsiteX67" fmla="*/ 147608 w 225565"/>
                <a:gd name="connsiteY67" fmla="*/ 56179 h 161754"/>
                <a:gd name="connsiteX68" fmla="*/ 141218 w 225565"/>
                <a:gd name="connsiteY68" fmla="*/ 49795 h 161754"/>
                <a:gd name="connsiteX69" fmla="*/ 26838 w 225565"/>
                <a:gd name="connsiteY69" fmla="*/ 49795 h 161754"/>
                <a:gd name="connsiteX70" fmla="*/ 26838 w 225565"/>
                <a:gd name="connsiteY70" fmla="*/ 33835 h 161754"/>
                <a:gd name="connsiteX71" fmla="*/ 155915 w 225565"/>
                <a:gd name="connsiteY71" fmla="*/ 33835 h 161754"/>
                <a:gd name="connsiteX72" fmla="*/ 155915 w 225565"/>
                <a:gd name="connsiteY72" fmla="*/ 134702 h 161754"/>
                <a:gd name="connsiteX73" fmla="*/ 75402 w 225565"/>
                <a:gd name="connsiteY73" fmla="*/ 134702 h 161754"/>
                <a:gd name="connsiteX74" fmla="*/ 49842 w 225565"/>
                <a:gd name="connsiteY74" fmla="*/ 121296 h 161754"/>
                <a:gd name="connsiteX75" fmla="*/ 36423 w 225565"/>
                <a:gd name="connsiteY75" fmla="*/ 134702 h 161754"/>
                <a:gd name="connsiteX76" fmla="*/ 26838 w 225565"/>
                <a:gd name="connsiteY76" fmla="*/ 134702 h 161754"/>
                <a:gd name="connsiteX77" fmla="*/ 26838 w 225565"/>
                <a:gd name="connsiteY77" fmla="*/ 90653 h 161754"/>
                <a:gd name="connsiteX78" fmla="*/ 56232 w 225565"/>
                <a:gd name="connsiteY78" fmla="*/ 148747 h 161754"/>
                <a:gd name="connsiteX79" fmla="*/ 48564 w 225565"/>
                <a:gd name="connsiteY79" fmla="*/ 141086 h 161754"/>
                <a:gd name="connsiteX80" fmla="*/ 56232 w 225565"/>
                <a:gd name="connsiteY80" fmla="*/ 133425 h 161754"/>
                <a:gd name="connsiteX81" fmla="*/ 63899 w 225565"/>
                <a:gd name="connsiteY81" fmla="*/ 141086 h 161754"/>
                <a:gd name="connsiteX82" fmla="*/ 63899 w 225565"/>
                <a:gd name="connsiteY82" fmla="*/ 141086 h 161754"/>
                <a:gd name="connsiteX83" fmla="*/ 56232 w 225565"/>
                <a:gd name="connsiteY83" fmla="*/ 148747 h 161754"/>
                <a:gd name="connsiteX84" fmla="*/ 56232 w 225565"/>
                <a:gd name="connsiteY84" fmla="*/ 148747 h 161754"/>
                <a:gd name="connsiteX85" fmla="*/ 177002 w 225565"/>
                <a:gd name="connsiteY85" fmla="*/ 148747 h 161754"/>
                <a:gd name="connsiteX86" fmla="*/ 169333 w 225565"/>
                <a:gd name="connsiteY86" fmla="*/ 141086 h 161754"/>
                <a:gd name="connsiteX87" fmla="*/ 177002 w 225565"/>
                <a:gd name="connsiteY87" fmla="*/ 133425 h 161754"/>
                <a:gd name="connsiteX88" fmla="*/ 184669 w 225565"/>
                <a:gd name="connsiteY88" fmla="*/ 141086 h 161754"/>
                <a:gd name="connsiteX89" fmla="*/ 184669 w 225565"/>
                <a:gd name="connsiteY89" fmla="*/ 141086 h 161754"/>
                <a:gd name="connsiteX90" fmla="*/ 177002 w 225565"/>
                <a:gd name="connsiteY90" fmla="*/ 148747 h 161754"/>
                <a:gd name="connsiteX91" fmla="*/ 177002 w 225565"/>
                <a:gd name="connsiteY91" fmla="*/ 148747 h 161754"/>
                <a:gd name="connsiteX92" fmla="*/ 212785 w 225565"/>
                <a:gd name="connsiteY92" fmla="*/ 134702 h 161754"/>
                <a:gd name="connsiteX93" fmla="*/ 196172 w 225565"/>
                <a:gd name="connsiteY93" fmla="*/ 134702 h 161754"/>
                <a:gd name="connsiteX94" fmla="*/ 176363 w 225565"/>
                <a:gd name="connsiteY94" fmla="*/ 120657 h 161754"/>
                <a:gd name="connsiteX95" fmla="*/ 168695 w 225565"/>
                <a:gd name="connsiteY95" fmla="*/ 121934 h 161754"/>
                <a:gd name="connsiteX96" fmla="*/ 168695 w 225565"/>
                <a:gd name="connsiteY96" fmla="*/ 76608 h 161754"/>
                <a:gd name="connsiteX97" fmla="*/ 205118 w 225565"/>
                <a:gd name="connsiteY97" fmla="*/ 76608 h 161754"/>
                <a:gd name="connsiteX98" fmla="*/ 212785 w 225565"/>
                <a:gd name="connsiteY98" fmla="*/ 84269 h 161754"/>
                <a:gd name="connsiteX99" fmla="*/ 212785 w 225565"/>
                <a:gd name="connsiteY99" fmla="*/ 134702 h 161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225565" h="161754">
                  <a:moveTo>
                    <a:pt x="205118" y="63840"/>
                  </a:moveTo>
                  <a:lnTo>
                    <a:pt x="168695" y="63840"/>
                  </a:lnTo>
                  <a:lnTo>
                    <a:pt x="168695" y="27451"/>
                  </a:lnTo>
                  <a:cubicBezTo>
                    <a:pt x="168695" y="23621"/>
                    <a:pt x="166138" y="21067"/>
                    <a:pt x="162305" y="21067"/>
                  </a:cubicBezTo>
                  <a:lnTo>
                    <a:pt x="154637" y="21067"/>
                  </a:lnTo>
                  <a:cubicBezTo>
                    <a:pt x="154637" y="21067"/>
                    <a:pt x="154637" y="20429"/>
                    <a:pt x="154637" y="20429"/>
                  </a:cubicBezTo>
                  <a:cubicBezTo>
                    <a:pt x="154637" y="8938"/>
                    <a:pt x="145052" y="0"/>
                    <a:pt x="134189" y="0"/>
                  </a:cubicBezTo>
                  <a:cubicBezTo>
                    <a:pt x="122687" y="0"/>
                    <a:pt x="113741" y="8938"/>
                    <a:pt x="113741" y="20429"/>
                  </a:cubicBezTo>
                  <a:cubicBezTo>
                    <a:pt x="113741" y="20429"/>
                    <a:pt x="113741" y="21067"/>
                    <a:pt x="113741" y="21067"/>
                  </a:cubicBezTo>
                  <a:lnTo>
                    <a:pt x="20448" y="21067"/>
                  </a:lnTo>
                  <a:cubicBezTo>
                    <a:pt x="16614" y="21067"/>
                    <a:pt x="14058" y="23621"/>
                    <a:pt x="14058" y="27451"/>
                  </a:cubicBezTo>
                  <a:lnTo>
                    <a:pt x="14058" y="49795"/>
                  </a:lnTo>
                  <a:lnTo>
                    <a:pt x="6390" y="49795"/>
                  </a:lnTo>
                  <a:cubicBezTo>
                    <a:pt x="2556" y="49795"/>
                    <a:pt x="0" y="52349"/>
                    <a:pt x="0" y="56179"/>
                  </a:cubicBezTo>
                  <a:cubicBezTo>
                    <a:pt x="0" y="60010"/>
                    <a:pt x="2556" y="62563"/>
                    <a:pt x="6390" y="62563"/>
                  </a:cubicBezTo>
                  <a:lnTo>
                    <a:pt x="14058" y="62563"/>
                  </a:lnTo>
                  <a:lnTo>
                    <a:pt x="14058" y="77885"/>
                  </a:lnTo>
                  <a:lnTo>
                    <a:pt x="6390" y="77885"/>
                  </a:lnTo>
                  <a:cubicBezTo>
                    <a:pt x="2556" y="77885"/>
                    <a:pt x="0" y="80438"/>
                    <a:pt x="0" y="84269"/>
                  </a:cubicBezTo>
                  <a:cubicBezTo>
                    <a:pt x="0" y="88099"/>
                    <a:pt x="2556" y="90653"/>
                    <a:pt x="6390" y="90653"/>
                  </a:cubicBezTo>
                  <a:lnTo>
                    <a:pt x="14058" y="90653"/>
                  </a:lnTo>
                  <a:lnTo>
                    <a:pt x="14058" y="141086"/>
                  </a:lnTo>
                  <a:cubicBezTo>
                    <a:pt x="14058" y="144916"/>
                    <a:pt x="16614" y="147470"/>
                    <a:pt x="20448" y="147470"/>
                  </a:cubicBezTo>
                  <a:lnTo>
                    <a:pt x="36423" y="147470"/>
                  </a:lnTo>
                  <a:cubicBezTo>
                    <a:pt x="39618" y="158323"/>
                    <a:pt x="51119" y="164068"/>
                    <a:pt x="61983" y="160876"/>
                  </a:cubicBezTo>
                  <a:cubicBezTo>
                    <a:pt x="68373" y="158961"/>
                    <a:pt x="72845" y="153854"/>
                    <a:pt x="75402" y="147470"/>
                  </a:cubicBezTo>
                  <a:lnTo>
                    <a:pt x="157193" y="147470"/>
                  </a:lnTo>
                  <a:cubicBezTo>
                    <a:pt x="160388" y="158323"/>
                    <a:pt x="171889" y="164068"/>
                    <a:pt x="182753" y="160876"/>
                  </a:cubicBezTo>
                  <a:cubicBezTo>
                    <a:pt x="189143" y="158961"/>
                    <a:pt x="193615" y="153854"/>
                    <a:pt x="196172" y="147470"/>
                  </a:cubicBezTo>
                  <a:lnTo>
                    <a:pt x="219175" y="147470"/>
                  </a:lnTo>
                  <a:cubicBezTo>
                    <a:pt x="223009" y="147470"/>
                    <a:pt x="225565" y="144916"/>
                    <a:pt x="225565" y="141086"/>
                  </a:cubicBezTo>
                  <a:lnTo>
                    <a:pt x="225565" y="84269"/>
                  </a:lnTo>
                  <a:cubicBezTo>
                    <a:pt x="225565" y="73416"/>
                    <a:pt x="216619" y="63840"/>
                    <a:pt x="205118" y="63840"/>
                  </a:cubicBezTo>
                  <a:close/>
                  <a:moveTo>
                    <a:pt x="126521" y="20429"/>
                  </a:moveTo>
                  <a:cubicBezTo>
                    <a:pt x="126521" y="15960"/>
                    <a:pt x="130355" y="12768"/>
                    <a:pt x="134189" y="12768"/>
                  </a:cubicBezTo>
                  <a:cubicBezTo>
                    <a:pt x="138662" y="12768"/>
                    <a:pt x="141857" y="15960"/>
                    <a:pt x="141857" y="20429"/>
                  </a:cubicBezTo>
                  <a:cubicBezTo>
                    <a:pt x="141857" y="20429"/>
                    <a:pt x="141857" y="21067"/>
                    <a:pt x="141857" y="21067"/>
                  </a:cubicBezTo>
                  <a:lnTo>
                    <a:pt x="125882" y="21067"/>
                  </a:lnTo>
                  <a:cubicBezTo>
                    <a:pt x="125882" y="21067"/>
                    <a:pt x="126521" y="20429"/>
                    <a:pt x="126521" y="20429"/>
                  </a:cubicBezTo>
                  <a:lnTo>
                    <a:pt x="126521" y="20429"/>
                  </a:lnTo>
                  <a:close/>
                  <a:moveTo>
                    <a:pt x="26838" y="62563"/>
                  </a:moveTo>
                  <a:lnTo>
                    <a:pt x="42174" y="62563"/>
                  </a:lnTo>
                  <a:lnTo>
                    <a:pt x="42174" y="77885"/>
                  </a:lnTo>
                  <a:lnTo>
                    <a:pt x="26838" y="77885"/>
                  </a:lnTo>
                  <a:lnTo>
                    <a:pt x="26838" y="62563"/>
                  </a:lnTo>
                  <a:close/>
                  <a:moveTo>
                    <a:pt x="70929" y="62563"/>
                  </a:moveTo>
                  <a:lnTo>
                    <a:pt x="70929" y="77885"/>
                  </a:lnTo>
                  <a:lnTo>
                    <a:pt x="55593" y="77885"/>
                  </a:lnTo>
                  <a:lnTo>
                    <a:pt x="55593" y="62563"/>
                  </a:lnTo>
                  <a:lnTo>
                    <a:pt x="70929" y="62563"/>
                  </a:lnTo>
                  <a:close/>
                  <a:moveTo>
                    <a:pt x="99684" y="62563"/>
                  </a:moveTo>
                  <a:lnTo>
                    <a:pt x="99684" y="77885"/>
                  </a:lnTo>
                  <a:lnTo>
                    <a:pt x="84348" y="77885"/>
                  </a:lnTo>
                  <a:lnTo>
                    <a:pt x="84348" y="62563"/>
                  </a:lnTo>
                  <a:lnTo>
                    <a:pt x="99684" y="62563"/>
                  </a:lnTo>
                  <a:close/>
                  <a:moveTo>
                    <a:pt x="127799" y="62563"/>
                  </a:moveTo>
                  <a:lnTo>
                    <a:pt x="127799" y="77885"/>
                  </a:lnTo>
                  <a:lnTo>
                    <a:pt x="112464" y="77885"/>
                  </a:lnTo>
                  <a:lnTo>
                    <a:pt x="112464" y="62563"/>
                  </a:lnTo>
                  <a:lnTo>
                    <a:pt x="127799" y="62563"/>
                  </a:lnTo>
                  <a:close/>
                  <a:moveTo>
                    <a:pt x="26838" y="90653"/>
                  </a:moveTo>
                  <a:lnTo>
                    <a:pt x="141218" y="90653"/>
                  </a:lnTo>
                  <a:cubicBezTo>
                    <a:pt x="145052" y="90653"/>
                    <a:pt x="147608" y="88099"/>
                    <a:pt x="147608" y="84269"/>
                  </a:cubicBezTo>
                  <a:cubicBezTo>
                    <a:pt x="147608" y="80438"/>
                    <a:pt x="145052" y="77885"/>
                    <a:pt x="141218" y="77885"/>
                  </a:cubicBezTo>
                  <a:lnTo>
                    <a:pt x="140579" y="77885"/>
                  </a:lnTo>
                  <a:lnTo>
                    <a:pt x="140579" y="62563"/>
                  </a:lnTo>
                  <a:lnTo>
                    <a:pt x="141218" y="62563"/>
                  </a:lnTo>
                  <a:cubicBezTo>
                    <a:pt x="145052" y="62563"/>
                    <a:pt x="147608" y="60010"/>
                    <a:pt x="147608" y="56179"/>
                  </a:cubicBezTo>
                  <a:cubicBezTo>
                    <a:pt x="147608" y="52349"/>
                    <a:pt x="145052" y="49795"/>
                    <a:pt x="141218" y="49795"/>
                  </a:cubicBezTo>
                  <a:lnTo>
                    <a:pt x="26838" y="49795"/>
                  </a:lnTo>
                  <a:lnTo>
                    <a:pt x="26838" y="33835"/>
                  </a:lnTo>
                  <a:lnTo>
                    <a:pt x="155915" y="33835"/>
                  </a:lnTo>
                  <a:lnTo>
                    <a:pt x="155915" y="134702"/>
                  </a:lnTo>
                  <a:lnTo>
                    <a:pt x="75402" y="134702"/>
                  </a:lnTo>
                  <a:cubicBezTo>
                    <a:pt x="72207" y="123849"/>
                    <a:pt x="60704" y="118104"/>
                    <a:pt x="49842" y="121296"/>
                  </a:cubicBezTo>
                  <a:cubicBezTo>
                    <a:pt x="43452" y="123211"/>
                    <a:pt x="38979" y="128318"/>
                    <a:pt x="36423" y="134702"/>
                  </a:cubicBezTo>
                  <a:lnTo>
                    <a:pt x="26838" y="134702"/>
                  </a:lnTo>
                  <a:lnTo>
                    <a:pt x="26838" y="90653"/>
                  </a:lnTo>
                  <a:close/>
                  <a:moveTo>
                    <a:pt x="56232" y="148747"/>
                  </a:moveTo>
                  <a:cubicBezTo>
                    <a:pt x="51759" y="148747"/>
                    <a:pt x="48564" y="145555"/>
                    <a:pt x="48564" y="141086"/>
                  </a:cubicBezTo>
                  <a:cubicBezTo>
                    <a:pt x="48564" y="136617"/>
                    <a:pt x="51759" y="133425"/>
                    <a:pt x="56232" y="133425"/>
                  </a:cubicBezTo>
                  <a:cubicBezTo>
                    <a:pt x="60704" y="133425"/>
                    <a:pt x="63899" y="136617"/>
                    <a:pt x="63899" y="141086"/>
                  </a:cubicBezTo>
                  <a:lnTo>
                    <a:pt x="63899" y="141086"/>
                  </a:lnTo>
                  <a:cubicBezTo>
                    <a:pt x="63899" y="145555"/>
                    <a:pt x="60704" y="148747"/>
                    <a:pt x="56232" y="148747"/>
                  </a:cubicBezTo>
                  <a:lnTo>
                    <a:pt x="56232" y="148747"/>
                  </a:lnTo>
                  <a:close/>
                  <a:moveTo>
                    <a:pt x="177002" y="148747"/>
                  </a:moveTo>
                  <a:cubicBezTo>
                    <a:pt x="172528" y="148747"/>
                    <a:pt x="169333" y="145555"/>
                    <a:pt x="169333" y="141086"/>
                  </a:cubicBezTo>
                  <a:cubicBezTo>
                    <a:pt x="169333" y="136617"/>
                    <a:pt x="172528" y="133425"/>
                    <a:pt x="177002" y="133425"/>
                  </a:cubicBezTo>
                  <a:cubicBezTo>
                    <a:pt x="181474" y="133425"/>
                    <a:pt x="184669" y="136617"/>
                    <a:pt x="184669" y="141086"/>
                  </a:cubicBezTo>
                  <a:lnTo>
                    <a:pt x="184669" y="141086"/>
                  </a:lnTo>
                  <a:cubicBezTo>
                    <a:pt x="184669" y="145555"/>
                    <a:pt x="180836" y="148747"/>
                    <a:pt x="177002" y="148747"/>
                  </a:cubicBezTo>
                  <a:lnTo>
                    <a:pt x="177002" y="148747"/>
                  </a:lnTo>
                  <a:close/>
                  <a:moveTo>
                    <a:pt x="212785" y="134702"/>
                  </a:moveTo>
                  <a:lnTo>
                    <a:pt x="196172" y="134702"/>
                  </a:lnTo>
                  <a:cubicBezTo>
                    <a:pt x="193615" y="126403"/>
                    <a:pt x="185308" y="120657"/>
                    <a:pt x="176363" y="120657"/>
                  </a:cubicBezTo>
                  <a:cubicBezTo>
                    <a:pt x="173807" y="120657"/>
                    <a:pt x="171251" y="121296"/>
                    <a:pt x="168695" y="121934"/>
                  </a:cubicBezTo>
                  <a:lnTo>
                    <a:pt x="168695" y="76608"/>
                  </a:lnTo>
                  <a:lnTo>
                    <a:pt x="205118" y="76608"/>
                  </a:lnTo>
                  <a:cubicBezTo>
                    <a:pt x="209590" y="76608"/>
                    <a:pt x="212785" y="79800"/>
                    <a:pt x="212785" y="84269"/>
                  </a:cubicBezTo>
                  <a:lnTo>
                    <a:pt x="212785" y="134702"/>
                  </a:lnTo>
                  <a:close/>
                </a:path>
              </a:pathLst>
            </a:custGeom>
            <a:solidFill>
              <a:srgbClr val="43B02A"/>
            </a:solidFill>
            <a:ln w="6390" cap="flat">
              <a:noFill/>
              <a:prstDash val="solid"/>
              <a:miter/>
            </a:ln>
          </p:spPr>
          <p:txBody>
            <a:bodyPr rtlCol="0" anchor="ctr"/>
            <a:lstStyle/>
            <a:p>
              <a:endParaRPr lang="en-US"/>
            </a:p>
          </p:txBody>
        </p:sp>
      </p:grpSp>
      <p:grpSp>
        <p:nvGrpSpPr>
          <p:cNvPr id="1080" name="Graphic 4">
            <a:extLst>
              <a:ext uri="{FF2B5EF4-FFF2-40B4-BE49-F238E27FC236}">
                <a16:creationId xmlns:a16="http://schemas.microsoft.com/office/drawing/2014/main" id="{D05E3A37-56C8-0144-B3DE-33F6E3FADF9A}"/>
              </a:ext>
            </a:extLst>
          </p:cNvPr>
          <p:cNvGrpSpPr/>
          <p:nvPr/>
        </p:nvGrpSpPr>
        <p:grpSpPr>
          <a:xfrm>
            <a:off x="2998797" y="4308712"/>
            <a:ext cx="362309" cy="361971"/>
            <a:chOff x="2998797" y="4308712"/>
            <a:chExt cx="362309" cy="361971"/>
          </a:xfrm>
          <a:solidFill>
            <a:srgbClr val="26890D"/>
          </a:solidFill>
        </p:grpSpPr>
        <p:sp>
          <p:nvSpPr>
            <p:cNvPr id="1081" name="Graphic 4">
              <a:extLst>
                <a:ext uri="{FF2B5EF4-FFF2-40B4-BE49-F238E27FC236}">
                  <a16:creationId xmlns:a16="http://schemas.microsoft.com/office/drawing/2014/main" id="{6203E470-9F59-604A-A071-AC8837C11BF8}"/>
                </a:ext>
              </a:extLst>
            </p:cNvPr>
            <p:cNvSpPr/>
            <p:nvPr/>
          </p:nvSpPr>
          <p:spPr>
            <a:xfrm>
              <a:off x="3101675" y="4410217"/>
              <a:ext cx="157831" cy="157684"/>
            </a:xfrm>
            <a:custGeom>
              <a:avLst/>
              <a:gdLst>
                <a:gd name="connsiteX0" fmla="*/ 54954 w 157831"/>
                <a:gd name="connsiteY0" fmla="*/ 98952 h 157684"/>
                <a:gd name="connsiteX1" fmla="*/ 58788 w 157831"/>
                <a:gd name="connsiteY1" fmla="*/ 102782 h 157684"/>
                <a:gd name="connsiteX2" fmla="*/ 78596 w 157831"/>
                <a:gd name="connsiteY2" fmla="*/ 157684 h 157684"/>
                <a:gd name="connsiteX3" fmla="*/ 157832 w 157831"/>
                <a:gd name="connsiteY3" fmla="*/ 0 h 157684"/>
                <a:gd name="connsiteX4" fmla="*/ 0 w 157831"/>
                <a:gd name="connsiteY4" fmla="*/ 79161 h 157684"/>
                <a:gd name="connsiteX5" fmla="*/ 54954 w 157831"/>
                <a:gd name="connsiteY5" fmla="*/ 98952 h 15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831" h="157684">
                  <a:moveTo>
                    <a:pt x="54954" y="98952"/>
                  </a:moveTo>
                  <a:cubicBezTo>
                    <a:pt x="56870" y="99590"/>
                    <a:pt x="58148" y="100867"/>
                    <a:pt x="58788" y="102782"/>
                  </a:cubicBezTo>
                  <a:lnTo>
                    <a:pt x="78596" y="157684"/>
                  </a:lnTo>
                  <a:lnTo>
                    <a:pt x="157832" y="0"/>
                  </a:lnTo>
                  <a:lnTo>
                    <a:pt x="0" y="79161"/>
                  </a:lnTo>
                  <a:lnTo>
                    <a:pt x="54954" y="98952"/>
                  </a:lnTo>
                  <a:close/>
                </a:path>
              </a:pathLst>
            </a:custGeom>
            <a:solidFill>
              <a:srgbClr val="26890D"/>
            </a:solidFill>
            <a:ln w="6390" cap="flat">
              <a:noFill/>
              <a:prstDash val="solid"/>
              <a:miter/>
            </a:ln>
          </p:spPr>
          <p:txBody>
            <a:bodyPr rtlCol="0" anchor="ctr"/>
            <a:lstStyle/>
            <a:p>
              <a:endParaRPr lang="en-US"/>
            </a:p>
          </p:txBody>
        </p:sp>
        <p:sp>
          <p:nvSpPr>
            <p:cNvPr id="1082" name="Graphic 4">
              <a:extLst>
                <a:ext uri="{FF2B5EF4-FFF2-40B4-BE49-F238E27FC236}">
                  <a16:creationId xmlns:a16="http://schemas.microsoft.com/office/drawing/2014/main" id="{E5E46575-B580-F240-B908-6D187471D3BA}"/>
                </a:ext>
              </a:extLst>
            </p:cNvPr>
            <p:cNvSpPr/>
            <p:nvPr/>
          </p:nvSpPr>
          <p:spPr>
            <a:xfrm>
              <a:off x="2998797" y="4308712"/>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280518 w 362309"/>
                <a:gd name="connsiteY6" fmla="*/ 89376 h 361971"/>
                <a:gd name="connsiteX7" fmla="*/ 185947 w 362309"/>
                <a:gd name="connsiteY7" fmla="*/ 277703 h 361971"/>
                <a:gd name="connsiteX8" fmla="*/ 180196 w 362309"/>
                <a:gd name="connsiteY8" fmla="*/ 280895 h 361971"/>
                <a:gd name="connsiteX9" fmla="*/ 180196 w 362309"/>
                <a:gd name="connsiteY9" fmla="*/ 280895 h 361971"/>
                <a:gd name="connsiteX10" fmla="*/ 174445 w 362309"/>
                <a:gd name="connsiteY10" fmla="*/ 276426 h 361971"/>
                <a:gd name="connsiteX11" fmla="*/ 150164 w 362309"/>
                <a:gd name="connsiteY11" fmla="*/ 210671 h 361971"/>
                <a:gd name="connsiteX12" fmla="*/ 83708 w 362309"/>
                <a:gd name="connsiteY12" fmla="*/ 186412 h 361971"/>
                <a:gd name="connsiteX13" fmla="*/ 79874 w 362309"/>
                <a:gd name="connsiteY13" fmla="*/ 178113 h 361971"/>
                <a:gd name="connsiteX14" fmla="*/ 83069 w 362309"/>
                <a:gd name="connsiteY14" fmla="*/ 174921 h 361971"/>
                <a:gd name="connsiteX15" fmla="*/ 271572 w 362309"/>
                <a:gd name="connsiteY15" fmla="*/ 81077 h 361971"/>
                <a:gd name="connsiteX16" fmla="*/ 279879 w 362309"/>
                <a:gd name="connsiteY16" fmla="*/ 83630 h 361971"/>
                <a:gd name="connsiteX17" fmla="*/ 280518 w 362309"/>
                <a:gd name="connsiteY17" fmla="*/ 89376 h 361971"/>
                <a:gd name="connsiteX18" fmla="*/ 280518 w 362309"/>
                <a:gd name="connsiteY18" fmla="*/ 8937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0667"/>
                  </a:cubicBezTo>
                  <a:cubicBezTo>
                    <a:pt x="362310" y="81077"/>
                    <a:pt x="281157" y="0"/>
                    <a:pt x="180835" y="0"/>
                  </a:cubicBezTo>
                  <a:cubicBezTo>
                    <a:pt x="180835" y="0"/>
                    <a:pt x="180835" y="0"/>
                    <a:pt x="180835" y="0"/>
                  </a:cubicBezTo>
                  <a:close/>
                  <a:moveTo>
                    <a:pt x="280518" y="89376"/>
                  </a:moveTo>
                  <a:lnTo>
                    <a:pt x="185947" y="277703"/>
                  </a:lnTo>
                  <a:cubicBezTo>
                    <a:pt x="184669" y="279618"/>
                    <a:pt x="182752" y="281534"/>
                    <a:pt x="180196" y="280895"/>
                  </a:cubicBezTo>
                  <a:lnTo>
                    <a:pt x="180196" y="280895"/>
                  </a:lnTo>
                  <a:cubicBezTo>
                    <a:pt x="177640" y="280895"/>
                    <a:pt x="175723" y="278980"/>
                    <a:pt x="174445" y="276426"/>
                  </a:cubicBezTo>
                  <a:lnTo>
                    <a:pt x="150164" y="210671"/>
                  </a:lnTo>
                  <a:lnTo>
                    <a:pt x="83708" y="186412"/>
                  </a:lnTo>
                  <a:cubicBezTo>
                    <a:pt x="80513" y="185135"/>
                    <a:pt x="78596" y="181305"/>
                    <a:pt x="79874" y="178113"/>
                  </a:cubicBezTo>
                  <a:cubicBezTo>
                    <a:pt x="80513" y="176836"/>
                    <a:pt x="81791" y="175560"/>
                    <a:pt x="83069" y="174921"/>
                  </a:cubicBezTo>
                  <a:lnTo>
                    <a:pt x="271572" y="81077"/>
                  </a:lnTo>
                  <a:cubicBezTo>
                    <a:pt x="274767" y="79162"/>
                    <a:pt x="278602" y="80438"/>
                    <a:pt x="279879" y="83630"/>
                  </a:cubicBezTo>
                  <a:cubicBezTo>
                    <a:pt x="281796" y="85546"/>
                    <a:pt x="281796" y="88099"/>
                    <a:pt x="280518" y="89376"/>
                  </a:cubicBezTo>
                  <a:lnTo>
                    <a:pt x="280518" y="89376"/>
                  </a:lnTo>
                  <a:close/>
                </a:path>
              </a:pathLst>
            </a:custGeom>
            <a:solidFill>
              <a:srgbClr val="26890D"/>
            </a:solidFill>
            <a:ln w="6390" cap="flat">
              <a:noFill/>
              <a:prstDash val="solid"/>
              <a:miter/>
            </a:ln>
          </p:spPr>
          <p:txBody>
            <a:bodyPr rtlCol="0" anchor="ctr"/>
            <a:lstStyle/>
            <a:p>
              <a:endParaRPr lang="en-US"/>
            </a:p>
          </p:txBody>
        </p:sp>
      </p:grpSp>
      <p:grpSp>
        <p:nvGrpSpPr>
          <p:cNvPr id="1083" name="Graphic 4">
            <a:extLst>
              <a:ext uri="{FF2B5EF4-FFF2-40B4-BE49-F238E27FC236}">
                <a16:creationId xmlns:a16="http://schemas.microsoft.com/office/drawing/2014/main" id="{F6CDFBF2-51D0-5140-9157-421B5432B282}"/>
              </a:ext>
            </a:extLst>
          </p:cNvPr>
          <p:cNvGrpSpPr/>
          <p:nvPr/>
        </p:nvGrpSpPr>
        <p:grpSpPr>
          <a:xfrm>
            <a:off x="2998797" y="4792777"/>
            <a:ext cx="362309" cy="362450"/>
            <a:chOff x="2998797" y="4792777"/>
            <a:chExt cx="362309" cy="362450"/>
          </a:xfrm>
          <a:solidFill>
            <a:srgbClr val="26890D"/>
          </a:solidFill>
        </p:grpSpPr>
        <p:sp>
          <p:nvSpPr>
            <p:cNvPr id="1084" name="Graphic 4">
              <a:extLst>
                <a:ext uri="{FF2B5EF4-FFF2-40B4-BE49-F238E27FC236}">
                  <a16:creationId xmlns:a16="http://schemas.microsoft.com/office/drawing/2014/main" id="{68F879DC-09C0-574F-9ED0-8EEB2C392343}"/>
                </a:ext>
              </a:extLst>
            </p:cNvPr>
            <p:cNvSpPr/>
            <p:nvPr/>
          </p:nvSpPr>
          <p:spPr>
            <a:xfrm>
              <a:off x="3107426" y="4869864"/>
              <a:ext cx="145120" cy="203010"/>
            </a:xfrm>
            <a:custGeom>
              <a:avLst/>
              <a:gdLst>
                <a:gd name="connsiteX0" fmla="*/ 72206 w 145120"/>
                <a:gd name="connsiteY0" fmla="*/ 0 h 203010"/>
                <a:gd name="connsiteX1" fmla="*/ 72206 w 145120"/>
                <a:gd name="connsiteY1" fmla="*/ 0 h 203010"/>
                <a:gd name="connsiteX2" fmla="*/ 0 w 145120"/>
                <a:gd name="connsiteY2" fmla="*/ 72139 h 203010"/>
                <a:gd name="connsiteX3" fmla="*/ 10224 w 145120"/>
                <a:gd name="connsiteY3" fmla="*/ 108528 h 203010"/>
                <a:gd name="connsiteX4" fmla="*/ 72845 w 145120"/>
                <a:gd name="connsiteY4" fmla="*/ 203011 h 203010"/>
                <a:gd name="connsiteX5" fmla="*/ 135467 w 145120"/>
                <a:gd name="connsiteY5" fmla="*/ 108528 h 203010"/>
                <a:gd name="connsiteX6" fmla="*/ 145052 w 145120"/>
                <a:gd name="connsiteY6" fmla="*/ 72777 h 203010"/>
                <a:gd name="connsiteX7" fmla="*/ 72206 w 145120"/>
                <a:gd name="connsiteY7" fmla="*/ 0 h 203010"/>
                <a:gd name="connsiteX8" fmla="*/ 72206 w 145120"/>
                <a:gd name="connsiteY8" fmla="*/ 110443 h 203010"/>
                <a:gd name="connsiteX9" fmla="*/ 34506 w 145120"/>
                <a:gd name="connsiteY9" fmla="*/ 72777 h 203010"/>
                <a:gd name="connsiteX10" fmla="*/ 72206 w 145120"/>
                <a:gd name="connsiteY10" fmla="*/ 35112 h 203010"/>
                <a:gd name="connsiteX11" fmla="*/ 109907 w 145120"/>
                <a:gd name="connsiteY11" fmla="*/ 72777 h 203010"/>
                <a:gd name="connsiteX12" fmla="*/ 72206 w 145120"/>
                <a:gd name="connsiteY12" fmla="*/ 110443 h 203010"/>
                <a:gd name="connsiteX13" fmla="*/ 72206 w 145120"/>
                <a:gd name="connsiteY13" fmla="*/ 110443 h 203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5120" h="203010">
                  <a:moveTo>
                    <a:pt x="72206" y="0"/>
                  </a:moveTo>
                  <a:lnTo>
                    <a:pt x="72206" y="0"/>
                  </a:lnTo>
                  <a:cubicBezTo>
                    <a:pt x="31950" y="0"/>
                    <a:pt x="0" y="32558"/>
                    <a:pt x="0" y="72139"/>
                  </a:cubicBezTo>
                  <a:cubicBezTo>
                    <a:pt x="0" y="84907"/>
                    <a:pt x="3195" y="97675"/>
                    <a:pt x="10224" y="108528"/>
                  </a:cubicBezTo>
                  <a:lnTo>
                    <a:pt x="72845" y="203011"/>
                  </a:lnTo>
                  <a:lnTo>
                    <a:pt x="135467" y="108528"/>
                  </a:lnTo>
                  <a:cubicBezTo>
                    <a:pt x="141857" y="97675"/>
                    <a:pt x="145691" y="85545"/>
                    <a:pt x="145052" y="72777"/>
                  </a:cubicBezTo>
                  <a:cubicBezTo>
                    <a:pt x="144413" y="32558"/>
                    <a:pt x="112463" y="0"/>
                    <a:pt x="72206" y="0"/>
                  </a:cubicBezTo>
                  <a:close/>
                  <a:moveTo>
                    <a:pt x="72206" y="110443"/>
                  </a:moveTo>
                  <a:cubicBezTo>
                    <a:pt x="51119" y="110443"/>
                    <a:pt x="34506" y="93206"/>
                    <a:pt x="34506" y="72777"/>
                  </a:cubicBezTo>
                  <a:cubicBezTo>
                    <a:pt x="34506" y="52349"/>
                    <a:pt x="51759" y="35112"/>
                    <a:pt x="72206" y="35112"/>
                  </a:cubicBezTo>
                  <a:cubicBezTo>
                    <a:pt x="92654" y="35112"/>
                    <a:pt x="109907" y="52349"/>
                    <a:pt x="109907" y="72777"/>
                  </a:cubicBezTo>
                  <a:cubicBezTo>
                    <a:pt x="109907" y="93206"/>
                    <a:pt x="93293" y="110443"/>
                    <a:pt x="72206" y="110443"/>
                  </a:cubicBezTo>
                  <a:lnTo>
                    <a:pt x="72206" y="110443"/>
                  </a:lnTo>
                  <a:close/>
                </a:path>
              </a:pathLst>
            </a:custGeom>
            <a:solidFill>
              <a:srgbClr val="26890D"/>
            </a:solidFill>
            <a:ln w="6390" cap="flat">
              <a:noFill/>
              <a:prstDash val="solid"/>
              <a:miter/>
            </a:ln>
          </p:spPr>
          <p:txBody>
            <a:bodyPr rtlCol="0" anchor="ctr"/>
            <a:lstStyle/>
            <a:p>
              <a:endParaRPr lang="en-US"/>
            </a:p>
          </p:txBody>
        </p:sp>
        <p:sp>
          <p:nvSpPr>
            <p:cNvPr id="1085" name="Graphic 4">
              <a:extLst>
                <a:ext uri="{FF2B5EF4-FFF2-40B4-BE49-F238E27FC236}">
                  <a16:creationId xmlns:a16="http://schemas.microsoft.com/office/drawing/2014/main" id="{FFCE133C-D95F-4244-A16D-9FB48BE3DB7F}"/>
                </a:ext>
              </a:extLst>
            </p:cNvPr>
            <p:cNvSpPr/>
            <p:nvPr/>
          </p:nvSpPr>
          <p:spPr>
            <a:xfrm>
              <a:off x="3154711" y="4917105"/>
              <a:ext cx="49841" cy="49795"/>
            </a:xfrm>
            <a:custGeom>
              <a:avLst/>
              <a:gdLst>
                <a:gd name="connsiteX0" fmla="*/ 49842 w 49841"/>
                <a:gd name="connsiteY0" fmla="*/ 24898 h 49795"/>
                <a:gd name="connsiteX1" fmla="*/ 24921 w 49841"/>
                <a:gd name="connsiteY1" fmla="*/ 49795 h 49795"/>
                <a:gd name="connsiteX2" fmla="*/ 0 w 49841"/>
                <a:gd name="connsiteY2" fmla="*/ 24898 h 49795"/>
                <a:gd name="connsiteX3" fmla="*/ 24921 w 49841"/>
                <a:gd name="connsiteY3" fmla="*/ 0 h 49795"/>
                <a:gd name="connsiteX4" fmla="*/ 49842 w 49841"/>
                <a:gd name="connsiteY4" fmla="*/ 24898 h 49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841" h="49795">
                  <a:moveTo>
                    <a:pt x="49842" y="24898"/>
                  </a:moveTo>
                  <a:cubicBezTo>
                    <a:pt x="49842" y="38648"/>
                    <a:pt x="38684" y="49795"/>
                    <a:pt x="24921" y="49795"/>
                  </a:cubicBezTo>
                  <a:cubicBezTo>
                    <a:pt x="11158" y="49795"/>
                    <a:pt x="0" y="38648"/>
                    <a:pt x="0" y="24898"/>
                  </a:cubicBezTo>
                  <a:cubicBezTo>
                    <a:pt x="0" y="11147"/>
                    <a:pt x="11158" y="0"/>
                    <a:pt x="24921" y="0"/>
                  </a:cubicBezTo>
                  <a:cubicBezTo>
                    <a:pt x="38684" y="0"/>
                    <a:pt x="49842" y="11147"/>
                    <a:pt x="49842" y="24898"/>
                  </a:cubicBezTo>
                  <a:close/>
                </a:path>
              </a:pathLst>
            </a:custGeom>
            <a:solidFill>
              <a:srgbClr val="26890D"/>
            </a:solidFill>
            <a:ln w="6390" cap="flat">
              <a:noFill/>
              <a:prstDash val="solid"/>
              <a:miter/>
            </a:ln>
          </p:spPr>
          <p:txBody>
            <a:bodyPr rtlCol="0" anchor="ctr"/>
            <a:lstStyle/>
            <a:p>
              <a:endParaRPr lang="en-US"/>
            </a:p>
          </p:txBody>
        </p:sp>
        <p:sp>
          <p:nvSpPr>
            <p:cNvPr id="1086" name="Graphic 4">
              <a:extLst>
                <a:ext uri="{FF2B5EF4-FFF2-40B4-BE49-F238E27FC236}">
                  <a16:creationId xmlns:a16="http://schemas.microsoft.com/office/drawing/2014/main" id="{C637E569-81B2-AC4D-B760-D9030409D929}"/>
                </a:ext>
              </a:extLst>
            </p:cNvPr>
            <p:cNvSpPr/>
            <p:nvPr/>
          </p:nvSpPr>
          <p:spPr>
            <a:xfrm>
              <a:off x="2998797" y="4792777"/>
              <a:ext cx="362309" cy="362450"/>
            </a:xfrm>
            <a:custGeom>
              <a:avLst/>
              <a:gdLst>
                <a:gd name="connsiteX0" fmla="*/ 180835 w 362309"/>
                <a:gd name="connsiteY0" fmla="*/ 479 h 362450"/>
                <a:gd name="connsiteX1" fmla="*/ 0 w 362309"/>
                <a:gd name="connsiteY1" fmla="*/ 181784 h 362450"/>
                <a:gd name="connsiteX2" fmla="*/ 181474 w 362309"/>
                <a:gd name="connsiteY2" fmla="*/ 362451 h 362450"/>
                <a:gd name="connsiteX3" fmla="*/ 362310 w 362309"/>
                <a:gd name="connsiteY3" fmla="*/ 181146 h 362450"/>
                <a:gd name="connsiteX4" fmla="*/ 180835 w 362309"/>
                <a:gd name="connsiteY4" fmla="*/ 479 h 362450"/>
                <a:gd name="connsiteX5" fmla="*/ 180835 w 362309"/>
                <a:gd name="connsiteY5" fmla="*/ 479 h 362450"/>
                <a:gd name="connsiteX6" fmla="*/ 254320 w 362309"/>
                <a:gd name="connsiteY6" fmla="*/ 191998 h 362450"/>
                <a:gd name="connsiteX7" fmla="*/ 185947 w 362309"/>
                <a:gd name="connsiteY7" fmla="*/ 294780 h 362450"/>
                <a:gd name="connsiteX8" fmla="*/ 180835 w 362309"/>
                <a:gd name="connsiteY8" fmla="*/ 297972 h 362450"/>
                <a:gd name="connsiteX9" fmla="*/ 180835 w 362309"/>
                <a:gd name="connsiteY9" fmla="*/ 297972 h 362450"/>
                <a:gd name="connsiteX10" fmla="*/ 175723 w 362309"/>
                <a:gd name="connsiteY10" fmla="*/ 294780 h 362450"/>
                <a:gd name="connsiteX11" fmla="*/ 107990 w 362309"/>
                <a:gd name="connsiteY11" fmla="*/ 191998 h 362450"/>
                <a:gd name="connsiteX12" fmla="*/ 95849 w 362309"/>
                <a:gd name="connsiteY12" fmla="*/ 149226 h 362450"/>
                <a:gd name="connsiteX13" fmla="*/ 180835 w 362309"/>
                <a:gd name="connsiteY13" fmla="*/ 64319 h 362450"/>
                <a:gd name="connsiteX14" fmla="*/ 180835 w 362309"/>
                <a:gd name="connsiteY14" fmla="*/ 64319 h 362450"/>
                <a:gd name="connsiteX15" fmla="*/ 265821 w 362309"/>
                <a:gd name="connsiteY15" fmla="*/ 149226 h 362450"/>
                <a:gd name="connsiteX16" fmla="*/ 254320 w 362309"/>
                <a:gd name="connsiteY16" fmla="*/ 191998 h 362450"/>
                <a:gd name="connsiteX17" fmla="*/ 254320 w 362309"/>
                <a:gd name="connsiteY17" fmla="*/ 191998 h 36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2309" h="362450">
                  <a:moveTo>
                    <a:pt x="180835" y="479"/>
                  </a:moveTo>
                  <a:cubicBezTo>
                    <a:pt x="80513" y="479"/>
                    <a:pt x="0" y="81556"/>
                    <a:pt x="0" y="181784"/>
                  </a:cubicBezTo>
                  <a:cubicBezTo>
                    <a:pt x="0" y="282012"/>
                    <a:pt x="81152" y="362451"/>
                    <a:pt x="181474" y="362451"/>
                  </a:cubicBezTo>
                  <a:cubicBezTo>
                    <a:pt x="281157" y="362451"/>
                    <a:pt x="362310" y="281374"/>
                    <a:pt x="362310" y="181146"/>
                  </a:cubicBezTo>
                  <a:cubicBezTo>
                    <a:pt x="362310" y="80917"/>
                    <a:pt x="281157" y="-160"/>
                    <a:pt x="180835" y="479"/>
                  </a:cubicBezTo>
                  <a:cubicBezTo>
                    <a:pt x="180835" y="-160"/>
                    <a:pt x="180835" y="-160"/>
                    <a:pt x="180835" y="479"/>
                  </a:cubicBezTo>
                  <a:close/>
                  <a:moveTo>
                    <a:pt x="254320" y="191998"/>
                  </a:moveTo>
                  <a:lnTo>
                    <a:pt x="185947" y="294780"/>
                  </a:lnTo>
                  <a:cubicBezTo>
                    <a:pt x="184669" y="296696"/>
                    <a:pt x="182752" y="297334"/>
                    <a:pt x="180835" y="297972"/>
                  </a:cubicBezTo>
                  <a:lnTo>
                    <a:pt x="180835" y="297972"/>
                  </a:lnTo>
                  <a:cubicBezTo>
                    <a:pt x="178918" y="297972"/>
                    <a:pt x="177001" y="296696"/>
                    <a:pt x="175723" y="294780"/>
                  </a:cubicBezTo>
                  <a:lnTo>
                    <a:pt x="107990" y="191998"/>
                  </a:lnTo>
                  <a:cubicBezTo>
                    <a:pt x="99683" y="179230"/>
                    <a:pt x="95849" y="163909"/>
                    <a:pt x="95849" y="149226"/>
                  </a:cubicBezTo>
                  <a:cubicBezTo>
                    <a:pt x="95849" y="101984"/>
                    <a:pt x="134189" y="64319"/>
                    <a:pt x="180835" y="64319"/>
                  </a:cubicBezTo>
                  <a:lnTo>
                    <a:pt x="180835" y="64319"/>
                  </a:lnTo>
                  <a:cubicBezTo>
                    <a:pt x="228121" y="64319"/>
                    <a:pt x="265821" y="102623"/>
                    <a:pt x="265821" y="149226"/>
                  </a:cubicBezTo>
                  <a:cubicBezTo>
                    <a:pt x="266460" y="164547"/>
                    <a:pt x="262626" y="179230"/>
                    <a:pt x="254320" y="191998"/>
                  </a:cubicBezTo>
                  <a:lnTo>
                    <a:pt x="254320" y="191998"/>
                  </a:lnTo>
                  <a:close/>
                </a:path>
              </a:pathLst>
            </a:custGeom>
            <a:solidFill>
              <a:srgbClr val="26890D"/>
            </a:solidFill>
            <a:ln w="6390" cap="flat">
              <a:noFill/>
              <a:prstDash val="solid"/>
              <a:miter/>
            </a:ln>
          </p:spPr>
          <p:txBody>
            <a:bodyPr rtlCol="0" anchor="ctr"/>
            <a:lstStyle/>
            <a:p>
              <a:endParaRPr lang="en-US"/>
            </a:p>
          </p:txBody>
        </p:sp>
      </p:grpSp>
      <p:grpSp>
        <p:nvGrpSpPr>
          <p:cNvPr id="1087" name="Graphic 4">
            <a:extLst>
              <a:ext uri="{FF2B5EF4-FFF2-40B4-BE49-F238E27FC236}">
                <a16:creationId xmlns:a16="http://schemas.microsoft.com/office/drawing/2014/main" id="{F24F6B35-B871-C24D-B474-0B261C195497}"/>
              </a:ext>
            </a:extLst>
          </p:cNvPr>
          <p:cNvGrpSpPr/>
          <p:nvPr/>
        </p:nvGrpSpPr>
        <p:grpSpPr>
          <a:xfrm>
            <a:off x="8242642" y="4308712"/>
            <a:ext cx="362312" cy="361971"/>
            <a:chOff x="7191874" y="4308712"/>
            <a:chExt cx="362312" cy="361971"/>
          </a:xfrm>
          <a:solidFill>
            <a:srgbClr val="43B02A"/>
          </a:solidFill>
        </p:grpSpPr>
        <p:sp>
          <p:nvSpPr>
            <p:cNvPr id="1088" name="Graphic 4">
              <a:extLst>
                <a:ext uri="{FF2B5EF4-FFF2-40B4-BE49-F238E27FC236}">
                  <a16:creationId xmlns:a16="http://schemas.microsoft.com/office/drawing/2014/main" id="{965B6697-DE0E-6242-A3D8-5ED830037D6A}"/>
                </a:ext>
              </a:extLst>
            </p:cNvPr>
            <p:cNvSpPr/>
            <p:nvPr/>
          </p:nvSpPr>
          <p:spPr>
            <a:xfrm>
              <a:off x="7372709" y="4470865"/>
              <a:ext cx="15335" cy="15321"/>
            </a:xfrm>
            <a:custGeom>
              <a:avLst/>
              <a:gdLst>
                <a:gd name="connsiteX0" fmla="*/ 0 w 15335"/>
                <a:gd name="connsiteY0" fmla="*/ 0 h 15321"/>
                <a:gd name="connsiteX1" fmla="*/ 15336 w 15335"/>
                <a:gd name="connsiteY1" fmla="*/ 0 h 15321"/>
                <a:gd name="connsiteX2" fmla="*/ 15336 w 15335"/>
                <a:gd name="connsiteY2" fmla="*/ 15322 h 15321"/>
                <a:gd name="connsiteX3" fmla="*/ 0 w 15335"/>
                <a:gd name="connsiteY3" fmla="*/ 15322 h 15321"/>
              </a:gdLst>
              <a:ahLst/>
              <a:cxnLst>
                <a:cxn ang="0">
                  <a:pos x="connsiteX0" y="connsiteY0"/>
                </a:cxn>
                <a:cxn ang="0">
                  <a:pos x="connsiteX1" y="connsiteY1"/>
                </a:cxn>
                <a:cxn ang="0">
                  <a:pos x="connsiteX2" y="connsiteY2"/>
                </a:cxn>
                <a:cxn ang="0">
                  <a:pos x="connsiteX3" y="connsiteY3"/>
                </a:cxn>
              </a:cxnLst>
              <a:rect l="l" t="t" r="r" b="b"/>
              <a:pathLst>
                <a:path w="15335" h="15321">
                  <a:moveTo>
                    <a:pt x="0" y="0"/>
                  </a:moveTo>
                  <a:lnTo>
                    <a:pt x="15336" y="0"/>
                  </a:lnTo>
                  <a:lnTo>
                    <a:pt x="15336" y="15322"/>
                  </a:lnTo>
                  <a:lnTo>
                    <a:pt x="0" y="15322"/>
                  </a:lnTo>
                  <a:close/>
                </a:path>
              </a:pathLst>
            </a:custGeom>
            <a:solidFill>
              <a:srgbClr val="43B02A"/>
            </a:solidFill>
            <a:ln w="6390" cap="flat">
              <a:noFill/>
              <a:prstDash val="solid"/>
              <a:miter/>
            </a:ln>
          </p:spPr>
          <p:txBody>
            <a:bodyPr rtlCol="0" anchor="ctr"/>
            <a:lstStyle/>
            <a:p>
              <a:endParaRPr lang="en-US"/>
            </a:p>
          </p:txBody>
        </p:sp>
        <p:sp>
          <p:nvSpPr>
            <p:cNvPr id="1089" name="Graphic 4">
              <a:extLst>
                <a:ext uri="{FF2B5EF4-FFF2-40B4-BE49-F238E27FC236}">
                  <a16:creationId xmlns:a16="http://schemas.microsoft.com/office/drawing/2014/main" id="{1A41F031-36CD-594B-88AB-11AA979E528E}"/>
                </a:ext>
              </a:extLst>
            </p:cNvPr>
            <p:cNvSpPr/>
            <p:nvPr/>
          </p:nvSpPr>
          <p:spPr>
            <a:xfrm>
              <a:off x="7287084" y="4442137"/>
              <a:ext cx="129076" cy="100866"/>
            </a:xfrm>
            <a:custGeom>
              <a:avLst/>
              <a:gdLst>
                <a:gd name="connsiteX0" fmla="*/ 29394 w 129076"/>
                <a:gd name="connsiteY0" fmla="*/ 86822 h 100866"/>
                <a:gd name="connsiteX1" fmla="*/ 48563 w 129076"/>
                <a:gd name="connsiteY1" fmla="*/ 100867 h 100866"/>
                <a:gd name="connsiteX2" fmla="*/ 129076 w 129076"/>
                <a:gd name="connsiteY2" fmla="*/ 100867 h 100866"/>
                <a:gd name="connsiteX3" fmla="*/ 129076 w 129076"/>
                <a:gd name="connsiteY3" fmla="*/ 0 h 100866"/>
                <a:gd name="connsiteX4" fmla="*/ 0 w 129076"/>
                <a:gd name="connsiteY4" fmla="*/ 0 h 100866"/>
                <a:gd name="connsiteX5" fmla="*/ 0 w 129076"/>
                <a:gd name="connsiteY5" fmla="*/ 15960 h 100866"/>
                <a:gd name="connsiteX6" fmla="*/ 114380 w 129076"/>
                <a:gd name="connsiteY6" fmla="*/ 15960 h 100866"/>
                <a:gd name="connsiteX7" fmla="*/ 120770 w 129076"/>
                <a:gd name="connsiteY7" fmla="*/ 22344 h 100866"/>
                <a:gd name="connsiteX8" fmla="*/ 114380 w 129076"/>
                <a:gd name="connsiteY8" fmla="*/ 28728 h 100866"/>
                <a:gd name="connsiteX9" fmla="*/ 113740 w 129076"/>
                <a:gd name="connsiteY9" fmla="*/ 28728 h 100866"/>
                <a:gd name="connsiteX10" fmla="*/ 113740 w 129076"/>
                <a:gd name="connsiteY10" fmla="*/ 44049 h 100866"/>
                <a:gd name="connsiteX11" fmla="*/ 114380 w 129076"/>
                <a:gd name="connsiteY11" fmla="*/ 44049 h 100866"/>
                <a:gd name="connsiteX12" fmla="*/ 120770 w 129076"/>
                <a:gd name="connsiteY12" fmla="*/ 50433 h 100866"/>
                <a:gd name="connsiteX13" fmla="*/ 114380 w 129076"/>
                <a:gd name="connsiteY13" fmla="*/ 56817 h 100866"/>
                <a:gd name="connsiteX14" fmla="*/ 0 w 129076"/>
                <a:gd name="connsiteY14" fmla="*/ 56817 h 100866"/>
                <a:gd name="connsiteX15" fmla="*/ 0 w 129076"/>
                <a:gd name="connsiteY15" fmla="*/ 100867 h 100866"/>
                <a:gd name="connsiteX16" fmla="*/ 10224 w 129076"/>
                <a:gd name="connsiteY16" fmla="*/ 100867 h 100866"/>
                <a:gd name="connsiteX17" fmla="*/ 29394 w 129076"/>
                <a:gd name="connsiteY17" fmla="*/ 86822 h 10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76" h="100866">
                  <a:moveTo>
                    <a:pt x="29394" y="86822"/>
                  </a:moveTo>
                  <a:cubicBezTo>
                    <a:pt x="38340" y="86822"/>
                    <a:pt x="46007" y="92568"/>
                    <a:pt x="48563" y="100867"/>
                  </a:cubicBezTo>
                  <a:lnTo>
                    <a:pt x="129076" y="100867"/>
                  </a:lnTo>
                  <a:lnTo>
                    <a:pt x="129076" y="0"/>
                  </a:lnTo>
                  <a:lnTo>
                    <a:pt x="0" y="0"/>
                  </a:lnTo>
                  <a:lnTo>
                    <a:pt x="0" y="15960"/>
                  </a:lnTo>
                  <a:lnTo>
                    <a:pt x="114380" y="15960"/>
                  </a:lnTo>
                  <a:cubicBezTo>
                    <a:pt x="118214" y="15960"/>
                    <a:pt x="120770" y="18513"/>
                    <a:pt x="120770" y="22344"/>
                  </a:cubicBezTo>
                  <a:cubicBezTo>
                    <a:pt x="120770" y="26174"/>
                    <a:pt x="118214" y="28728"/>
                    <a:pt x="114380" y="28728"/>
                  </a:cubicBezTo>
                  <a:lnTo>
                    <a:pt x="113740" y="28728"/>
                  </a:lnTo>
                  <a:lnTo>
                    <a:pt x="113740" y="44049"/>
                  </a:lnTo>
                  <a:lnTo>
                    <a:pt x="114380" y="44049"/>
                  </a:lnTo>
                  <a:cubicBezTo>
                    <a:pt x="118214" y="44049"/>
                    <a:pt x="120770" y="46603"/>
                    <a:pt x="120770" y="50433"/>
                  </a:cubicBezTo>
                  <a:cubicBezTo>
                    <a:pt x="120770" y="54264"/>
                    <a:pt x="118214" y="56817"/>
                    <a:pt x="114380" y="56817"/>
                  </a:cubicBezTo>
                  <a:lnTo>
                    <a:pt x="0" y="56817"/>
                  </a:lnTo>
                  <a:lnTo>
                    <a:pt x="0" y="100867"/>
                  </a:lnTo>
                  <a:lnTo>
                    <a:pt x="10224" y="100867"/>
                  </a:lnTo>
                  <a:cubicBezTo>
                    <a:pt x="12780" y="93206"/>
                    <a:pt x="20447" y="87461"/>
                    <a:pt x="29394" y="86822"/>
                  </a:cubicBezTo>
                  <a:close/>
                </a:path>
              </a:pathLst>
            </a:custGeom>
            <a:solidFill>
              <a:srgbClr val="43B02A"/>
            </a:solidFill>
            <a:ln w="6390" cap="flat">
              <a:noFill/>
              <a:prstDash val="solid"/>
              <a:miter/>
            </a:ln>
          </p:spPr>
          <p:txBody>
            <a:bodyPr rtlCol="0" anchor="ctr"/>
            <a:lstStyle/>
            <a:p>
              <a:endParaRPr lang="en-US"/>
            </a:p>
          </p:txBody>
        </p:sp>
        <p:sp>
          <p:nvSpPr>
            <p:cNvPr id="1090" name="Graphic 4">
              <a:extLst>
                <a:ext uri="{FF2B5EF4-FFF2-40B4-BE49-F238E27FC236}">
                  <a16:creationId xmlns:a16="http://schemas.microsoft.com/office/drawing/2014/main" id="{EA05D716-F86F-A848-B20C-B56D110CE2B3}"/>
                </a:ext>
              </a:extLst>
            </p:cNvPr>
            <p:cNvSpPr/>
            <p:nvPr/>
          </p:nvSpPr>
          <p:spPr>
            <a:xfrm>
              <a:off x="7344593" y="4470865"/>
              <a:ext cx="15335" cy="15321"/>
            </a:xfrm>
            <a:custGeom>
              <a:avLst/>
              <a:gdLst>
                <a:gd name="connsiteX0" fmla="*/ 0 w 15335"/>
                <a:gd name="connsiteY0" fmla="*/ 0 h 15321"/>
                <a:gd name="connsiteX1" fmla="*/ 15336 w 15335"/>
                <a:gd name="connsiteY1" fmla="*/ 0 h 15321"/>
                <a:gd name="connsiteX2" fmla="*/ 15336 w 15335"/>
                <a:gd name="connsiteY2" fmla="*/ 15322 h 15321"/>
                <a:gd name="connsiteX3" fmla="*/ 0 w 15335"/>
                <a:gd name="connsiteY3" fmla="*/ 15322 h 15321"/>
              </a:gdLst>
              <a:ahLst/>
              <a:cxnLst>
                <a:cxn ang="0">
                  <a:pos x="connsiteX0" y="connsiteY0"/>
                </a:cxn>
                <a:cxn ang="0">
                  <a:pos x="connsiteX1" y="connsiteY1"/>
                </a:cxn>
                <a:cxn ang="0">
                  <a:pos x="connsiteX2" y="connsiteY2"/>
                </a:cxn>
                <a:cxn ang="0">
                  <a:pos x="connsiteX3" y="connsiteY3"/>
                </a:cxn>
              </a:cxnLst>
              <a:rect l="l" t="t" r="r" b="b"/>
              <a:pathLst>
                <a:path w="15335" h="15321">
                  <a:moveTo>
                    <a:pt x="0" y="0"/>
                  </a:moveTo>
                  <a:lnTo>
                    <a:pt x="15336" y="0"/>
                  </a:lnTo>
                  <a:lnTo>
                    <a:pt x="15336" y="15322"/>
                  </a:lnTo>
                  <a:lnTo>
                    <a:pt x="0" y="15322"/>
                  </a:lnTo>
                  <a:close/>
                </a:path>
              </a:pathLst>
            </a:custGeom>
            <a:solidFill>
              <a:srgbClr val="43B02A"/>
            </a:solidFill>
            <a:ln w="6390" cap="flat">
              <a:noFill/>
              <a:prstDash val="solid"/>
              <a:miter/>
            </a:ln>
          </p:spPr>
          <p:txBody>
            <a:bodyPr rtlCol="0" anchor="ctr"/>
            <a:lstStyle/>
            <a:p>
              <a:endParaRPr lang="en-US"/>
            </a:p>
          </p:txBody>
        </p:sp>
        <p:sp>
          <p:nvSpPr>
            <p:cNvPr id="1091" name="Graphic 4">
              <a:extLst>
                <a:ext uri="{FF2B5EF4-FFF2-40B4-BE49-F238E27FC236}">
                  <a16:creationId xmlns:a16="http://schemas.microsoft.com/office/drawing/2014/main" id="{21BCEB20-2BA8-6C40-AED9-023A4C7DAF00}"/>
                </a:ext>
              </a:extLst>
            </p:cNvPr>
            <p:cNvSpPr/>
            <p:nvPr/>
          </p:nvSpPr>
          <p:spPr>
            <a:xfrm>
              <a:off x="7287723" y="4470865"/>
              <a:ext cx="15335" cy="15321"/>
            </a:xfrm>
            <a:custGeom>
              <a:avLst/>
              <a:gdLst>
                <a:gd name="connsiteX0" fmla="*/ 0 w 15335"/>
                <a:gd name="connsiteY0" fmla="*/ 0 h 15321"/>
                <a:gd name="connsiteX1" fmla="*/ 15336 w 15335"/>
                <a:gd name="connsiteY1" fmla="*/ 0 h 15321"/>
                <a:gd name="connsiteX2" fmla="*/ 15336 w 15335"/>
                <a:gd name="connsiteY2" fmla="*/ 15322 h 15321"/>
                <a:gd name="connsiteX3" fmla="*/ 0 w 15335"/>
                <a:gd name="connsiteY3" fmla="*/ 15322 h 15321"/>
              </a:gdLst>
              <a:ahLst/>
              <a:cxnLst>
                <a:cxn ang="0">
                  <a:pos x="connsiteX0" y="connsiteY0"/>
                </a:cxn>
                <a:cxn ang="0">
                  <a:pos x="connsiteX1" y="connsiteY1"/>
                </a:cxn>
                <a:cxn ang="0">
                  <a:pos x="connsiteX2" y="connsiteY2"/>
                </a:cxn>
                <a:cxn ang="0">
                  <a:pos x="connsiteX3" y="connsiteY3"/>
                </a:cxn>
              </a:cxnLst>
              <a:rect l="l" t="t" r="r" b="b"/>
              <a:pathLst>
                <a:path w="15335" h="15321">
                  <a:moveTo>
                    <a:pt x="0" y="0"/>
                  </a:moveTo>
                  <a:lnTo>
                    <a:pt x="15336" y="0"/>
                  </a:lnTo>
                  <a:lnTo>
                    <a:pt x="15336" y="15322"/>
                  </a:lnTo>
                  <a:lnTo>
                    <a:pt x="0" y="15322"/>
                  </a:lnTo>
                  <a:close/>
                </a:path>
              </a:pathLst>
            </a:custGeom>
            <a:solidFill>
              <a:srgbClr val="43B02A"/>
            </a:solidFill>
            <a:ln w="6390" cap="flat">
              <a:noFill/>
              <a:prstDash val="solid"/>
              <a:miter/>
            </a:ln>
          </p:spPr>
          <p:txBody>
            <a:bodyPr rtlCol="0" anchor="ctr"/>
            <a:lstStyle/>
            <a:p>
              <a:endParaRPr lang="en-US"/>
            </a:p>
          </p:txBody>
        </p:sp>
        <p:sp>
          <p:nvSpPr>
            <p:cNvPr id="1092" name="Graphic 4">
              <a:extLst>
                <a:ext uri="{FF2B5EF4-FFF2-40B4-BE49-F238E27FC236}">
                  <a16:creationId xmlns:a16="http://schemas.microsoft.com/office/drawing/2014/main" id="{C818B131-21B2-C64D-8755-0D627B05F618}"/>
                </a:ext>
              </a:extLst>
            </p:cNvPr>
            <p:cNvSpPr/>
            <p:nvPr/>
          </p:nvSpPr>
          <p:spPr>
            <a:xfrm>
              <a:off x="7315838" y="4470865"/>
              <a:ext cx="15335" cy="15321"/>
            </a:xfrm>
            <a:custGeom>
              <a:avLst/>
              <a:gdLst>
                <a:gd name="connsiteX0" fmla="*/ 0 w 15335"/>
                <a:gd name="connsiteY0" fmla="*/ 0 h 15321"/>
                <a:gd name="connsiteX1" fmla="*/ 15336 w 15335"/>
                <a:gd name="connsiteY1" fmla="*/ 0 h 15321"/>
                <a:gd name="connsiteX2" fmla="*/ 15336 w 15335"/>
                <a:gd name="connsiteY2" fmla="*/ 15322 h 15321"/>
                <a:gd name="connsiteX3" fmla="*/ 0 w 15335"/>
                <a:gd name="connsiteY3" fmla="*/ 15322 h 15321"/>
              </a:gdLst>
              <a:ahLst/>
              <a:cxnLst>
                <a:cxn ang="0">
                  <a:pos x="connsiteX0" y="connsiteY0"/>
                </a:cxn>
                <a:cxn ang="0">
                  <a:pos x="connsiteX1" y="connsiteY1"/>
                </a:cxn>
                <a:cxn ang="0">
                  <a:pos x="connsiteX2" y="connsiteY2"/>
                </a:cxn>
                <a:cxn ang="0">
                  <a:pos x="connsiteX3" y="connsiteY3"/>
                </a:cxn>
              </a:cxnLst>
              <a:rect l="l" t="t" r="r" b="b"/>
              <a:pathLst>
                <a:path w="15335" h="15321">
                  <a:moveTo>
                    <a:pt x="0" y="0"/>
                  </a:moveTo>
                  <a:lnTo>
                    <a:pt x="15336" y="0"/>
                  </a:lnTo>
                  <a:lnTo>
                    <a:pt x="15336" y="15322"/>
                  </a:lnTo>
                  <a:lnTo>
                    <a:pt x="0" y="15322"/>
                  </a:lnTo>
                  <a:close/>
                </a:path>
              </a:pathLst>
            </a:custGeom>
            <a:solidFill>
              <a:srgbClr val="43B02A"/>
            </a:solidFill>
            <a:ln w="6390" cap="flat">
              <a:noFill/>
              <a:prstDash val="solid"/>
              <a:miter/>
            </a:ln>
          </p:spPr>
          <p:txBody>
            <a:bodyPr rtlCol="0" anchor="ctr"/>
            <a:lstStyle/>
            <a:p>
              <a:endParaRPr lang="en-US"/>
            </a:p>
          </p:txBody>
        </p:sp>
        <p:sp>
          <p:nvSpPr>
            <p:cNvPr id="1093" name="Graphic 4">
              <a:extLst>
                <a:ext uri="{FF2B5EF4-FFF2-40B4-BE49-F238E27FC236}">
                  <a16:creationId xmlns:a16="http://schemas.microsoft.com/office/drawing/2014/main" id="{CB3D849B-DFA1-A14B-9FBC-1FF5210D0277}"/>
                </a:ext>
              </a:extLst>
            </p:cNvPr>
            <p:cNvSpPr/>
            <p:nvPr/>
          </p:nvSpPr>
          <p:spPr>
            <a:xfrm>
              <a:off x="7387406" y="4421708"/>
              <a:ext cx="15974" cy="8299"/>
            </a:xfrm>
            <a:custGeom>
              <a:avLst/>
              <a:gdLst>
                <a:gd name="connsiteX0" fmla="*/ 15336 w 15974"/>
                <a:gd name="connsiteY0" fmla="*/ 7661 h 8299"/>
                <a:gd name="connsiteX1" fmla="*/ 7668 w 15974"/>
                <a:gd name="connsiteY1" fmla="*/ 0 h 8299"/>
                <a:gd name="connsiteX2" fmla="*/ 0 w 15974"/>
                <a:gd name="connsiteY2" fmla="*/ 7661 h 8299"/>
                <a:gd name="connsiteX3" fmla="*/ 0 w 15974"/>
                <a:gd name="connsiteY3" fmla="*/ 8299 h 8299"/>
                <a:gd name="connsiteX4" fmla="*/ 15975 w 15974"/>
                <a:gd name="connsiteY4" fmla="*/ 8299 h 8299"/>
                <a:gd name="connsiteX5" fmla="*/ 15336 w 15974"/>
                <a:gd name="connsiteY5" fmla="*/ 7661 h 8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74" h="8299">
                  <a:moveTo>
                    <a:pt x="15336" y="7661"/>
                  </a:moveTo>
                  <a:cubicBezTo>
                    <a:pt x="15336" y="3192"/>
                    <a:pt x="11502" y="0"/>
                    <a:pt x="7668" y="0"/>
                  </a:cubicBezTo>
                  <a:cubicBezTo>
                    <a:pt x="3195" y="0"/>
                    <a:pt x="0" y="3192"/>
                    <a:pt x="0" y="7661"/>
                  </a:cubicBezTo>
                  <a:cubicBezTo>
                    <a:pt x="0" y="7661"/>
                    <a:pt x="0" y="8299"/>
                    <a:pt x="0" y="8299"/>
                  </a:cubicBezTo>
                  <a:lnTo>
                    <a:pt x="15975" y="8299"/>
                  </a:lnTo>
                  <a:cubicBezTo>
                    <a:pt x="15336" y="8299"/>
                    <a:pt x="15336" y="7661"/>
                    <a:pt x="15336" y="7661"/>
                  </a:cubicBezTo>
                  <a:close/>
                </a:path>
              </a:pathLst>
            </a:custGeom>
            <a:solidFill>
              <a:srgbClr val="43B02A"/>
            </a:solidFill>
            <a:ln w="6390" cap="flat">
              <a:noFill/>
              <a:prstDash val="solid"/>
              <a:miter/>
            </a:ln>
          </p:spPr>
          <p:txBody>
            <a:bodyPr rtlCol="0" anchor="ctr"/>
            <a:lstStyle/>
            <a:p>
              <a:endParaRPr lang="en-US"/>
            </a:p>
          </p:txBody>
        </p:sp>
        <p:sp>
          <p:nvSpPr>
            <p:cNvPr id="1094" name="Graphic 4">
              <a:extLst>
                <a:ext uri="{FF2B5EF4-FFF2-40B4-BE49-F238E27FC236}">
                  <a16:creationId xmlns:a16="http://schemas.microsoft.com/office/drawing/2014/main" id="{B96FAB0E-18D2-2945-9654-DFAF4304137B}"/>
                </a:ext>
              </a:extLst>
            </p:cNvPr>
            <p:cNvSpPr/>
            <p:nvPr/>
          </p:nvSpPr>
          <p:spPr>
            <a:xfrm>
              <a:off x="7308810" y="4541727"/>
              <a:ext cx="15335" cy="15321"/>
            </a:xfrm>
            <a:custGeom>
              <a:avLst/>
              <a:gdLst>
                <a:gd name="connsiteX0" fmla="*/ 7668 w 15335"/>
                <a:gd name="connsiteY0" fmla="*/ 0 h 15321"/>
                <a:gd name="connsiteX1" fmla="*/ 0 w 15335"/>
                <a:gd name="connsiteY1" fmla="*/ 7661 h 15321"/>
                <a:gd name="connsiteX2" fmla="*/ 7668 w 15335"/>
                <a:gd name="connsiteY2" fmla="*/ 15322 h 15321"/>
                <a:gd name="connsiteX3" fmla="*/ 15335 w 15335"/>
                <a:gd name="connsiteY3" fmla="*/ 7661 h 15321"/>
                <a:gd name="connsiteX4" fmla="*/ 15335 w 15335"/>
                <a:gd name="connsiteY4" fmla="*/ 7661 h 15321"/>
                <a:gd name="connsiteX5" fmla="*/ 7668 w 15335"/>
                <a:gd name="connsiteY5"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5" h="15321">
                  <a:moveTo>
                    <a:pt x="7668" y="0"/>
                  </a:moveTo>
                  <a:cubicBezTo>
                    <a:pt x="3195" y="0"/>
                    <a:pt x="0" y="3192"/>
                    <a:pt x="0" y="7661"/>
                  </a:cubicBezTo>
                  <a:cubicBezTo>
                    <a:pt x="0" y="12130"/>
                    <a:pt x="3195" y="15322"/>
                    <a:pt x="7668" y="15322"/>
                  </a:cubicBezTo>
                  <a:cubicBezTo>
                    <a:pt x="12140" y="15322"/>
                    <a:pt x="15335" y="12130"/>
                    <a:pt x="15335" y="7661"/>
                  </a:cubicBezTo>
                  <a:lnTo>
                    <a:pt x="15335" y="7661"/>
                  </a:lnTo>
                  <a:cubicBezTo>
                    <a:pt x="15335" y="3831"/>
                    <a:pt x="12140" y="0"/>
                    <a:pt x="7668" y="0"/>
                  </a:cubicBezTo>
                  <a:close/>
                </a:path>
              </a:pathLst>
            </a:custGeom>
            <a:solidFill>
              <a:srgbClr val="43B02A"/>
            </a:solidFill>
            <a:ln w="6390" cap="flat">
              <a:noFill/>
              <a:prstDash val="solid"/>
              <a:miter/>
            </a:ln>
          </p:spPr>
          <p:txBody>
            <a:bodyPr rtlCol="0" anchor="ctr"/>
            <a:lstStyle/>
            <a:p>
              <a:endParaRPr lang="en-US"/>
            </a:p>
          </p:txBody>
        </p:sp>
        <p:sp>
          <p:nvSpPr>
            <p:cNvPr id="1095" name="Graphic 4">
              <a:extLst>
                <a:ext uri="{FF2B5EF4-FFF2-40B4-BE49-F238E27FC236}">
                  <a16:creationId xmlns:a16="http://schemas.microsoft.com/office/drawing/2014/main" id="{BB04BFC1-0E03-B348-BC10-2C64E9407F0A}"/>
                </a:ext>
              </a:extLst>
            </p:cNvPr>
            <p:cNvSpPr/>
            <p:nvPr/>
          </p:nvSpPr>
          <p:spPr>
            <a:xfrm>
              <a:off x="7429579" y="4485548"/>
              <a:ext cx="43451" cy="58094"/>
            </a:xfrm>
            <a:custGeom>
              <a:avLst/>
              <a:gdLst>
                <a:gd name="connsiteX0" fmla="*/ 36423 w 43451"/>
                <a:gd name="connsiteY0" fmla="*/ 0 h 58094"/>
                <a:gd name="connsiteX1" fmla="*/ 0 w 43451"/>
                <a:gd name="connsiteY1" fmla="*/ 0 h 58094"/>
                <a:gd name="connsiteX2" fmla="*/ 0 w 43451"/>
                <a:gd name="connsiteY2" fmla="*/ 45326 h 58094"/>
                <a:gd name="connsiteX3" fmla="*/ 7668 w 43451"/>
                <a:gd name="connsiteY3" fmla="*/ 44050 h 58094"/>
                <a:gd name="connsiteX4" fmla="*/ 26838 w 43451"/>
                <a:gd name="connsiteY4" fmla="*/ 58094 h 58094"/>
                <a:gd name="connsiteX5" fmla="*/ 43452 w 43451"/>
                <a:gd name="connsiteY5" fmla="*/ 58094 h 58094"/>
                <a:gd name="connsiteX6" fmla="*/ 43452 w 43451"/>
                <a:gd name="connsiteY6" fmla="*/ 7661 h 58094"/>
                <a:gd name="connsiteX7" fmla="*/ 36423 w 43451"/>
                <a:gd name="connsiteY7" fmla="*/ 0 h 58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451" h="58094">
                  <a:moveTo>
                    <a:pt x="36423" y="0"/>
                  </a:moveTo>
                  <a:lnTo>
                    <a:pt x="0" y="0"/>
                  </a:lnTo>
                  <a:lnTo>
                    <a:pt x="0" y="45326"/>
                  </a:lnTo>
                  <a:cubicBezTo>
                    <a:pt x="2556" y="44050"/>
                    <a:pt x="5112" y="44050"/>
                    <a:pt x="7668" y="44050"/>
                  </a:cubicBezTo>
                  <a:cubicBezTo>
                    <a:pt x="16614" y="44050"/>
                    <a:pt x="24282" y="49795"/>
                    <a:pt x="26838" y="58094"/>
                  </a:cubicBezTo>
                  <a:lnTo>
                    <a:pt x="43452" y="58094"/>
                  </a:lnTo>
                  <a:lnTo>
                    <a:pt x="43452" y="7661"/>
                  </a:lnTo>
                  <a:cubicBezTo>
                    <a:pt x="43452" y="3830"/>
                    <a:pt x="40257" y="0"/>
                    <a:pt x="36423" y="0"/>
                  </a:cubicBezTo>
                  <a:close/>
                </a:path>
              </a:pathLst>
            </a:custGeom>
            <a:solidFill>
              <a:srgbClr val="43B02A"/>
            </a:solidFill>
            <a:ln w="6390" cap="flat">
              <a:noFill/>
              <a:prstDash val="solid"/>
              <a:miter/>
            </a:ln>
          </p:spPr>
          <p:txBody>
            <a:bodyPr rtlCol="0" anchor="ctr"/>
            <a:lstStyle/>
            <a:p>
              <a:endParaRPr lang="en-US"/>
            </a:p>
          </p:txBody>
        </p:sp>
        <p:sp>
          <p:nvSpPr>
            <p:cNvPr id="1096" name="Graphic 4">
              <a:extLst>
                <a:ext uri="{FF2B5EF4-FFF2-40B4-BE49-F238E27FC236}">
                  <a16:creationId xmlns:a16="http://schemas.microsoft.com/office/drawing/2014/main" id="{C3247D57-4C62-DF49-9585-A70C5CF9D19A}"/>
                </a:ext>
              </a:extLst>
            </p:cNvPr>
            <p:cNvSpPr/>
            <p:nvPr/>
          </p:nvSpPr>
          <p:spPr>
            <a:xfrm>
              <a:off x="7191874" y="4308712"/>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94576 w 362312"/>
                <a:gd name="connsiteY6" fmla="*/ 241314 h 361971"/>
                <a:gd name="connsiteX7" fmla="*/ 288186 w 362312"/>
                <a:gd name="connsiteY7" fmla="*/ 247698 h 361971"/>
                <a:gd name="connsiteX8" fmla="*/ 265182 w 362312"/>
                <a:gd name="connsiteY8" fmla="*/ 247698 h 361971"/>
                <a:gd name="connsiteX9" fmla="*/ 238984 w 362312"/>
                <a:gd name="connsiteY9" fmla="*/ 260466 h 361971"/>
                <a:gd name="connsiteX10" fmla="*/ 226204 w 362312"/>
                <a:gd name="connsiteY10" fmla="*/ 247698 h 361971"/>
                <a:gd name="connsiteX11" fmla="*/ 144412 w 362312"/>
                <a:gd name="connsiteY11" fmla="*/ 247698 h 361971"/>
                <a:gd name="connsiteX12" fmla="*/ 118853 w 362312"/>
                <a:gd name="connsiteY12" fmla="*/ 261105 h 361971"/>
                <a:gd name="connsiteX13" fmla="*/ 105434 w 362312"/>
                <a:gd name="connsiteY13" fmla="*/ 247698 h 361971"/>
                <a:gd name="connsiteX14" fmla="*/ 89459 w 362312"/>
                <a:gd name="connsiteY14" fmla="*/ 247698 h 361971"/>
                <a:gd name="connsiteX15" fmla="*/ 83069 w 362312"/>
                <a:gd name="connsiteY15" fmla="*/ 241314 h 361971"/>
                <a:gd name="connsiteX16" fmla="*/ 83069 w 362312"/>
                <a:gd name="connsiteY16" fmla="*/ 190881 h 361971"/>
                <a:gd name="connsiteX17" fmla="*/ 75402 w 362312"/>
                <a:gd name="connsiteY17" fmla="*/ 190881 h 361971"/>
                <a:gd name="connsiteX18" fmla="*/ 69012 w 362312"/>
                <a:gd name="connsiteY18" fmla="*/ 184497 h 361971"/>
                <a:gd name="connsiteX19" fmla="*/ 75402 w 362312"/>
                <a:gd name="connsiteY19" fmla="*/ 178113 h 361971"/>
                <a:gd name="connsiteX20" fmla="*/ 83069 w 362312"/>
                <a:gd name="connsiteY20" fmla="*/ 178113 h 361971"/>
                <a:gd name="connsiteX21" fmla="*/ 83069 w 362312"/>
                <a:gd name="connsiteY21" fmla="*/ 162792 h 361971"/>
                <a:gd name="connsiteX22" fmla="*/ 75402 w 362312"/>
                <a:gd name="connsiteY22" fmla="*/ 162792 h 361971"/>
                <a:gd name="connsiteX23" fmla="*/ 69012 w 362312"/>
                <a:gd name="connsiteY23" fmla="*/ 156408 h 361971"/>
                <a:gd name="connsiteX24" fmla="*/ 75402 w 362312"/>
                <a:gd name="connsiteY24" fmla="*/ 150024 h 361971"/>
                <a:gd name="connsiteX25" fmla="*/ 83069 w 362312"/>
                <a:gd name="connsiteY25" fmla="*/ 150024 h 361971"/>
                <a:gd name="connsiteX26" fmla="*/ 83069 w 362312"/>
                <a:gd name="connsiteY26" fmla="*/ 127680 h 361971"/>
                <a:gd name="connsiteX27" fmla="*/ 89459 w 362312"/>
                <a:gd name="connsiteY27" fmla="*/ 121296 h 361971"/>
                <a:gd name="connsiteX28" fmla="*/ 182752 w 362312"/>
                <a:gd name="connsiteY28" fmla="*/ 121296 h 361971"/>
                <a:gd name="connsiteX29" fmla="*/ 182752 w 362312"/>
                <a:gd name="connsiteY29" fmla="*/ 120657 h 361971"/>
                <a:gd name="connsiteX30" fmla="*/ 203200 w 362312"/>
                <a:gd name="connsiteY30" fmla="*/ 100229 h 361971"/>
                <a:gd name="connsiteX31" fmla="*/ 223648 w 362312"/>
                <a:gd name="connsiteY31" fmla="*/ 120657 h 361971"/>
                <a:gd name="connsiteX32" fmla="*/ 223648 w 362312"/>
                <a:gd name="connsiteY32" fmla="*/ 121296 h 361971"/>
                <a:gd name="connsiteX33" fmla="*/ 231315 w 362312"/>
                <a:gd name="connsiteY33" fmla="*/ 121296 h 361971"/>
                <a:gd name="connsiteX34" fmla="*/ 237705 w 362312"/>
                <a:gd name="connsiteY34" fmla="*/ 127680 h 361971"/>
                <a:gd name="connsiteX35" fmla="*/ 237705 w 362312"/>
                <a:gd name="connsiteY35" fmla="*/ 164068 h 361971"/>
                <a:gd name="connsiteX36" fmla="*/ 274128 w 362312"/>
                <a:gd name="connsiteY36" fmla="*/ 164068 h 361971"/>
                <a:gd name="connsiteX37" fmla="*/ 294576 w 362312"/>
                <a:gd name="connsiteY37" fmla="*/ 184497 h 361971"/>
                <a:gd name="connsiteX38" fmla="*/ 294576 w 362312"/>
                <a:gd name="connsiteY38" fmla="*/ 24131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294576" y="241314"/>
                  </a:moveTo>
                  <a:cubicBezTo>
                    <a:pt x="294576" y="245145"/>
                    <a:pt x="292020" y="247698"/>
                    <a:pt x="288186" y="247698"/>
                  </a:cubicBezTo>
                  <a:lnTo>
                    <a:pt x="265182" y="247698"/>
                  </a:lnTo>
                  <a:cubicBezTo>
                    <a:pt x="261349" y="258551"/>
                    <a:pt x="249846" y="264297"/>
                    <a:pt x="238984" y="260466"/>
                  </a:cubicBezTo>
                  <a:cubicBezTo>
                    <a:pt x="232594" y="258551"/>
                    <a:pt x="228120" y="253444"/>
                    <a:pt x="226204" y="247698"/>
                  </a:cubicBezTo>
                  <a:lnTo>
                    <a:pt x="144412" y="247698"/>
                  </a:lnTo>
                  <a:cubicBezTo>
                    <a:pt x="141217" y="258551"/>
                    <a:pt x="129716" y="264297"/>
                    <a:pt x="118853" y="261105"/>
                  </a:cubicBezTo>
                  <a:cubicBezTo>
                    <a:pt x="112463" y="259190"/>
                    <a:pt x="107990" y="254082"/>
                    <a:pt x="105434" y="247698"/>
                  </a:cubicBezTo>
                  <a:lnTo>
                    <a:pt x="89459" y="247698"/>
                  </a:lnTo>
                  <a:cubicBezTo>
                    <a:pt x="85625" y="247698"/>
                    <a:pt x="83069" y="245145"/>
                    <a:pt x="83069" y="241314"/>
                  </a:cubicBezTo>
                  <a:lnTo>
                    <a:pt x="83069" y="190881"/>
                  </a:lnTo>
                  <a:lnTo>
                    <a:pt x="75402" y="190881"/>
                  </a:lnTo>
                  <a:cubicBezTo>
                    <a:pt x="71567" y="190881"/>
                    <a:pt x="69012" y="188327"/>
                    <a:pt x="69012" y="184497"/>
                  </a:cubicBezTo>
                  <a:cubicBezTo>
                    <a:pt x="69012" y="180667"/>
                    <a:pt x="71567" y="178113"/>
                    <a:pt x="75402" y="178113"/>
                  </a:cubicBezTo>
                  <a:lnTo>
                    <a:pt x="83069" y="178113"/>
                  </a:lnTo>
                  <a:lnTo>
                    <a:pt x="83069" y="162792"/>
                  </a:lnTo>
                  <a:lnTo>
                    <a:pt x="75402" y="162792"/>
                  </a:lnTo>
                  <a:cubicBezTo>
                    <a:pt x="71567" y="162792"/>
                    <a:pt x="69012" y="160238"/>
                    <a:pt x="69012" y="156408"/>
                  </a:cubicBezTo>
                  <a:cubicBezTo>
                    <a:pt x="69012" y="152577"/>
                    <a:pt x="71567" y="150024"/>
                    <a:pt x="75402" y="150024"/>
                  </a:cubicBezTo>
                  <a:lnTo>
                    <a:pt x="83069" y="150024"/>
                  </a:lnTo>
                  <a:lnTo>
                    <a:pt x="83069" y="127680"/>
                  </a:lnTo>
                  <a:cubicBezTo>
                    <a:pt x="83069" y="123849"/>
                    <a:pt x="85625" y="121296"/>
                    <a:pt x="89459" y="121296"/>
                  </a:cubicBezTo>
                  <a:lnTo>
                    <a:pt x="182752" y="121296"/>
                  </a:lnTo>
                  <a:cubicBezTo>
                    <a:pt x="182752" y="121296"/>
                    <a:pt x="182752" y="120657"/>
                    <a:pt x="182752" y="120657"/>
                  </a:cubicBezTo>
                  <a:cubicBezTo>
                    <a:pt x="182752" y="109166"/>
                    <a:pt x="192337" y="100229"/>
                    <a:pt x="203200" y="100229"/>
                  </a:cubicBezTo>
                  <a:cubicBezTo>
                    <a:pt x="214702" y="100229"/>
                    <a:pt x="223648" y="109166"/>
                    <a:pt x="223648" y="120657"/>
                  </a:cubicBezTo>
                  <a:cubicBezTo>
                    <a:pt x="223648" y="120657"/>
                    <a:pt x="223648" y="121296"/>
                    <a:pt x="223648" y="121296"/>
                  </a:cubicBezTo>
                  <a:lnTo>
                    <a:pt x="231315" y="121296"/>
                  </a:lnTo>
                  <a:cubicBezTo>
                    <a:pt x="235150" y="121296"/>
                    <a:pt x="237705" y="123849"/>
                    <a:pt x="237705" y="127680"/>
                  </a:cubicBezTo>
                  <a:lnTo>
                    <a:pt x="237705" y="164068"/>
                  </a:lnTo>
                  <a:lnTo>
                    <a:pt x="274128" y="164068"/>
                  </a:lnTo>
                  <a:cubicBezTo>
                    <a:pt x="285630" y="164068"/>
                    <a:pt x="294576" y="173006"/>
                    <a:pt x="294576" y="184497"/>
                  </a:cubicBezTo>
                  <a:lnTo>
                    <a:pt x="294576" y="241314"/>
                  </a:lnTo>
                  <a:close/>
                </a:path>
              </a:pathLst>
            </a:custGeom>
            <a:solidFill>
              <a:srgbClr val="43B02A"/>
            </a:solidFill>
            <a:ln w="6390" cap="flat">
              <a:noFill/>
              <a:prstDash val="solid"/>
              <a:miter/>
            </a:ln>
          </p:spPr>
          <p:txBody>
            <a:bodyPr rtlCol="0" anchor="ctr"/>
            <a:lstStyle/>
            <a:p>
              <a:endParaRPr lang="en-US"/>
            </a:p>
          </p:txBody>
        </p:sp>
        <p:sp>
          <p:nvSpPr>
            <p:cNvPr id="1097" name="Graphic 4">
              <a:extLst>
                <a:ext uri="{FF2B5EF4-FFF2-40B4-BE49-F238E27FC236}">
                  <a16:creationId xmlns:a16="http://schemas.microsoft.com/office/drawing/2014/main" id="{CCB3D856-B667-C049-A69F-7EBF729DD150}"/>
                </a:ext>
              </a:extLst>
            </p:cNvPr>
            <p:cNvSpPr/>
            <p:nvPr/>
          </p:nvSpPr>
          <p:spPr>
            <a:xfrm>
              <a:off x="7429579" y="4541727"/>
              <a:ext cx="15336" cy="15321"/>
            </a:xfrm>
            <a:custGeom>
              <a:avLst/>
              <a:gdLst>
                <a:gd name="connsiteX0" fmla="*/ 7668 w 15336"/>
                <a:gd name="connsiteY0" fmla="*/ 0 h 15321"/>
                <a:gd name="connsiteX1" fmla="*/ 0 w 15336"/>
                <a:gd name="connsiteY1" fmla="*/ 7661 h 15321"/>
                <a:gd name="connsiteX2" fmla="*/ 7668 w 15336"/>
                <a:gd name="connsiteY2" fmla="*/ 15322 h 15321"/>
                <a:gd name="connsiteX3" fmla="*/ 15336 w 15336"/>
                <a:gd name="connsiteY3" fmla="*/ 7661 h 15321"/>
                <a:gd name="connsiteX4" fmla="*/ 15336 w 15336"/>
                <a:gd name="connsiteY4" fmla="*/ 7661 h 15321"/>
                <a:gd name="connsiteX5" fmla="*/ 7668 w 15336"/>
                <a:gd name="connsiteY5"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6" h="15321">
                  <a:moveTo>
                    <a:pt x="7668" y="0"/>
                  </a:moveTo>
                  <a:cubicBezTo>
                    <a:pt x="3195" y="0"/>
                    <a:pt x="0" y="3192"/>
                    <a:pt x="0" y="7661"/>
                  </a:cubicBezTo>
                  <a:cubicBezTo>
                    <a:pt x="0" y="12130"/>
                    <a:pt x="3195" y="15322"/>
                    <a:pt x="7668" y="15322"/>
                  </a:cubicBezTo>
                  <a:cubicBezTo>
                    <a:pt x="12141" y="15322"/>
                    <a:pt x="15336" y="12130"/>
                    <a:pt x="15336" y="7661"/>
                  </a:cubicBezTo>
                  <a:lnTo>
                    <a:pt x="15336" y="7661"/>
                  </a:lnTo>
                  <a:cubicBezTo>
                    <a:pt x="15336" y="3831"/>
                    <a:pt x="12141" y="0"/>
                    <a:pt x="7668" y="0"/>
                  </a:cubicBezTo>
                  <a:close/>
                </a:path>
              </a:pathLst>
            </a:custGeom>
            <a:solidFill>
              <a:srgbClr val="43B02A"/>
            </a:solidFill>
            <a:ln w="6390" cap="flat">
              <a:noFill/>
              <a:prstDash val="solid"/>
              <a:miter/>
            </a:ln>
          </p:spPr>
          <p:txBody>
            <a:bodyPr rtlCol="0" anchor="ctr"/>
            <a:lstStyle/>
            <a:p>
              <a:endParaRPr lang="en-US"/>
            </a:p>
          </p:txBody>
        </p:sp>
      </p:grpSp>
      <p:grpSp>
        <p:nvGrpSpPr>
          <p:cNvPr id="1098" name="Graphic 4">
            <a:extLst>
              <a:ext uri="{FF2B5EF4-FFF2-40B4-BE49-F238E27FC236}">
                <a16:creationId xmlns:a16="http://schemas.microsoft.com/office/drawing/2014/main" id="{7561AFF0-D055-D744-A814-1DF2E05ED584}"/>
              </a:ext>
            </a:extLst>
          </p:cNvPr>
          <p:cNvGrpSpPr/>
          <p:nvPr/>
        </p:nvGrpSpPr>
        <p:grpSpPr>
          <a:xfrm>
            <a:off x="467743" y="1893013"/>
            <a:ext cx="361670" cy="362610"/>
            <a:chOff x="467743" y="1893013"/>
            <a:chExt cx="361670" cy="362610"/>
          </a:xfrm>
          <a:solidFill>
            <a:srgbClr val="26890D"/>
          </a:solidFill>
        </p:grpSpPr>
        <p:sp>
          <p:nvSpPr>
            <p:cNvPr id="1099" name="Graphic 4">
              <a:extLst>
                <a:ext uri="{FF2B5EF4-FFF2-40B4-BE49-F238E27FC236}">
                  <a16:creationId xmlns:a16="http://schemas.microsoft.com/office/drawing/2014/main" id="{199CD6C8-91BA-FC4A-83E1-334E9D6B6C68}"/>
                </a:ext>
              </a:extLst>
            </p:cNvPr>
            <p:cNvSpPr/>
            <p:nvPr/>
          </p:nvSpPr>
          <p:spPr>
            <a:xfrm>
              <a:off x="467743" y="1893013"/>
              <a:ext cx="361670" cy="362610"/>
            </a:xfrm>
            <a:custGeom>
              <a:avLst/>
              <a:gdLst>
                <a:gd name="connsiteX0" fmla="*/ 180835 w 361670"/>
                <a:gd name="connsiteY0" fmla="*/ 0 h 362610"/>
                <a:gd name="connsiteX1" fmla="*/ 0 w 361670"/>
                <a:gd name="connsiteY1" fmla="*/ 181305 h 362610"/>
                <a:gd name="connsiteX2" fmla="*/ 180835 w 361670"/>
                <a:gd name="connsiteY2" fmla="*/ 362610 h 362610"/>
                <a:gd name="connsiteX3" fmla="*/ 361670 w 361670"/>
                <a:gd name="connsiteY3" fmla="*/ 181305 h 362610"/>
                <a:gd name="connsiteX4" fmla="*/ 361670 w 361670"/>
                <a:gd name="connsiteY4" fmla="*/ 181305 h 362610"/>
                <a:gd name="connsiteX5" fmla="*/ 180835 w 361670"/>
                <a:gd name="connsiteY5" fmla="*/ 0 h 362610"/>
                <a:gd name="connsiteX6" fmla="*/ 180835 w 361670"/>
                <a:gd name="connsiteY6" fmla="*/ 0 h 362610"/>
                <a:gd name="connsiteX7" fmla="*/ 180835 w 361670"/>
                <a:gd name="connsiteY7" fmla="*/ 349204 h 362610"/>
                <a:gd name="connsiteX8" fmla="*/ 12780 w 361670"/>
                <a:gd name="connsiteY8" fmla="*/ 180667 h 362610"/>
                <a:gd name="connsiteX9" fmla="*/ 180835 w 361670"/>
                <a:gd name="connsiteY9" fmla="*/ 12130 h 362610"/>
                <a:gd name="connsiteX10" fmla="*/ 348891 w 361670"/>
                <a:gd name="connsiteY10" fmla="*/ 180667 h 362610"/>
                <a:gd name="connsiteX11" fmla="*/ 180835 w 361670"/>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2610">
                  <a:moveTo>
                    <a:pt x="180835" y="0"/>
                  </a:moveTo>
                  <a:cubicBezTo>
                    <a:pt x="80513" y="0"/>
                    <a:pt x="0" y="81077"/>
                    <a:pt x="0" y="181305"/>
                  </a:cubicBezTo>
                  <a:cubicBezTo>
                    <a:pt x="0" y="281534"/>
                    <a:pt x="81152" y="362610"/>
                    <a:pt x="180835" y="362610"/>
                  </a:cubicBezTo>
                  <a:cubicBezTo>
                    <a:pt x="280518" y="362610"/>
                    <a:pt x="361670" y="281534"/>
                    <a:pt x="361670" y="181305"/>
                  </a:cubicBezTo>
                  <a:cubicBezTo>
                    <a:pt x="361670" y="181305"/>
                    <a:pt x="361670" y="181305"/>
                    <a:pt x="361670" y="181305"/>
                  </a:cubicBezTo>
                  <a:cubicBezTo>
                    <a:pt x="361670"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130"/>
                    <a:pt x="180835" y="12130"/>
                  </a:cubicBezTo>
                  <a:cubicBezTo>
                    <a:pt x="273489" y="12130"/>
                    <a:pt x="348891" y="87461"/>
                    <a:pt x="348891" y="180667"/>
                  </a:cubicBezTo>
                  <a:cubicBezTo>
                    <a:pt x="348891" y="273873"/>
                    <a:pt x="273489" y="349204"/>
                    <a:pt x="180835" y="349204"/>
                  </a:cubicBezTo>
                  <a:close/>
                </a:path>
              </a:pathLst>
            </a:custGeom>
            <a:solidFill>
              <a:srgbClr val="26890D"/>
            </a:solidFill>
            <a:ln w="6390" cap="flat">
              <a:noFill/>
              <a:prstDash val="solid"/>
              <a:miter/>
            </a:ln>
          </p:spPr>
          <p:txBody>
            <a:bodyPr rtlCol="0" anchor="ctr"/>
            <a:lstStyle/>
            <a:p>
              <a:endParaRPr lang="en-US"/>
            </a:p>
          </p:txBody>
        </p:sp>
        <p:sp>
          <p:nvSpPr>
            <p:cNvPr id="1100" name="Graphic 4">
              <a:extLst>
                <a:ext uri="{FF2B5EF4-FFF2-40B4-BE49-F238E27FC236}">
                  <a16:creationId xmlns:a16="http://schemas.microsoft.com/office/drawing/2014/main" id="{9A040140-7590-0C4A-9AE9-9F3151BE3C56}"/>
                </a:ext>
              </a:extLst>
            </p:cNvPr>
            <p:cNvSpPr/>
            <p:nvPr/>
          </p:nvSpPr>
          <p:spPr>
            <a:xfrm>
              <a:off x="665481" y="1967067"/>
              <a:ext cx="86614" cy="144278"/>
            </a:xfrm>
            <a:custGeom>
              <a:avLst/>
              <a:gdLst>
                <a:gd name="connsiteX0" fmla="*/ 36773 w 86614"/>
                <a:gd name="connsiteY0" fmla="*/ 0 h 144278"/>
                <a:gd name="connsiteX1" fmla="*/ 36773 w 86614"/>
                <a:gd name="connsiteY1" fmla="*/ 0 h 144278"/>
                <a:gd name="connsiteX2" fmla="*/ 13130 w 86614"/>
                <a:gd name="connsiteY2" fmla="*/ 10214 h 144278"/>
                <a:gd name="connsiteX3" fmla="*/ 989 w 86614"/>
                <a:gd name="connsiteY3" fmla="*/ 72777 h 144278"/>
                <a:gd name="connsiteX4" fmla="*/ 989 w 86614"/>
                <a:gd name="connsiteY4" fmla="*/ 73416 h 144278"/>
                <a:gd name="connsiteX5" fmla="*/ 12491 w 86614"/>
                <a:gd name="connsiteY5" fmla="*/ 125765 h 144278"/>
                <a:gd name="connsiteX6" fmla="*/ 18881 w 86614"/>
                <a:gd name="connsiteY6" fmla="*/ 130872 h 144278"/>
                <a:gd name="connsiteX7" fmla="*/ 71279 w 86614"/>
                <a:gd name="connsiteY7" fmla="*/ 143640 h 144278"/>
                <a:gd name="connsiteX8" fmla="*/ 73835 w 86614"/>
                <a:gd name="connsiteY8" fmla="*/ 144278 h 144278"/>
                <a:gd name="connsiteX9" fmla="*/ 76391 w 86614"/>
                <a:gd name="connsiteY9" fmla="*/ 143640 h 144278"/>
                <a:gd name="connsiteX10" fmla="*/ 79586 w 86614"/>
                <a:gd name="connsiteY10" fmla="*/ 139809 h 144278"/>
                <a:gd name="connsiteX11" fmla="*/ 86614 w 86614"/>
                <a:gd name="connsiteY11" fmla="*/ 61925 h 144278"/>
                <a:gd name="connsiteX12" fmla="*/ 86614 w 86614"/>
                <a:gd name="connsiteY12" fmla="*/ 61286 h 144278"/>
                <a:gd name="connsiteX13" fmla="*/ 36773 w 86614"/>
                <a:gd name="connsiteY13" fmla="*/ 0 h 144278"/>
                <a:gd name="connsiteX14" fmla="*/ 68723 w 86614"/>
                <a:gd name="connsiteY14" fmla="*/ 129595 h 144278"/>
                <a:gd name="connsiteX15" fmla="*/ 23354 w 86614"/>
                <a:gd name="connsiteY15" fmla="*/ 118742 h 144278"/>
                <a:gd name="connsiteX16" fmla="*/ 13130 w 86614"/>
                <a:gd name="connsiteY16" fmla="*/ 71501 h 144278"/>
                <a:gd name="connsiteX17" fmla="*/ 22076 w 86614"/>
                <a:gd name="connsiteY17" fmla="*/ 19152 h 144278"/>
                <a:gd name="connsiteX18" fmla="*/ 36134 w 86614"/>
                <a:gd name="connsiteY18" fmla="*/ 12768 h 144278"/>
                <a:gd name="connsiteX19" fmla="*/ 36134 w 86614"/>
                <a:gd name="connsiteY19" fmla="*/ 12768 h 144278"/>
                <a:gd name="connsiteX20" fmla="*/ 73196 w 86614"/>
                <a:gd name="connsiteY20" fmla="*/ 61925 h 144278"/>
                <a:gd name="connsiteX21" fmla="*/ 68723 w 86614"/>
                <a:gd name="connsiteY21" fmla="*/ 129595 h 144278"/>
                <a:gd name="connsiteX22" fmla="*/ 68723 w 86614"/>
                <a:gd name="connsiteY22" fmla="*/ 129595 h 14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614" h="144278">
                  <a:moveTo>
                    <a:pt x="36773" y="0"/>
                  </a:moveTo>
                  <a:lnTo>
                    <a:pt x="36773" y="0"/>
                  </a:lnTo>
                  <a:cubicBezTo>
                    <a:pt x="27827" y="0"/>
                    <a:pt x="18881" y="3830"/>
                    <a:pt x="13130" y="10214"/>
                  </a:cubicBezTo>
                  <a:cubicBezTo>
                    <a:pt x="-4123" y="30005"/>
                    <a:pt x="350" y="70862"/>
                    <a:pt x="989" y="72777"/>
                  </a:cubicBezTo>
                  <a:cubicBezTo>
                    <a:pt x="989" y="72777"/>
                    <a:pt x="989" y="73416"/>
                    <a:pt x="989" y="73416"/>
                  </a:cubicBezTo>
                  <a:cubicBezTo>
                    <a:pt x="3545" y="84269"/>
                    <a:pt x="12491" y="125126"/>
                    <a:pt x="12491" y="125765"/>
                  </a:cubicBezTo>
                  <a:cubicBezTo>
                    <a:pt x="13130" y="128957"/>
                    <a:pt x="15686" y="130872"/>
                    <a:pt x="18881" y="130872"/>
                  </a:cubicBezTo>
                  <a:cubicBezTo>
                    <a:pt x="32300" y="130233"/>
                    <a:pt x="61055" y="139809"/>
                    <a:pt x="71279" y="143640"/>
                  </a:cubicBezTo>
                  <a:cubicBezTo>
                    <a:pt x="71918" y="143640"/>
                    <a:pt x="72557" y="144278"/>
                    <a:pt x="73835" y="144278"/>
                  </a:cubicBezTo>
                  <a:cubicBezTo>
                    <a:pt x="75113" y="144278"/>
                    <a:pt x="75752" y="144278"/>
                    <a:pt x="76391" y="143640"/>
                  </a:cubicBezTo>
                  <a:cubicBezTo>
                    <a:pt x="78308" y="143001"/>
                    <a:pt x="78947" y="141086"/>
                    <a:pt x="79586" y="139809"/>
                  </a:cubicBezTo>
                  <a:cubicBezTo>
                    <a:pt x="85975" y="117465"/>
                    <a:pt x="86614" y="63840"/>
                    <a:pt x="86614" y="61925"/>
                  </a:cubicBezTo>
                  <a:lnTo>
                    <a:pt x="86614" y="61286"/>
                  </a:lnTo>
                  <a:cubicBezTo>
                    <a:pt x="85975" y="58733"/>
                    <a:pt x="79586" y="0"/>
                    <a:pt x="36773" y="0"/>
                  </a:cubicBezTo>
                  <a:close/>
                  <a:moveTo>
                    <a:pt x="68723" y="129595"/>
                  </a:moveTo>
                  <a:cubicBezTo>
                    <a:pt x="54026" y="123849"/>
                    <a:pt x="38690" y="120019"/>
                    <a:pt x="23354" y="118742"/>
                  </a:cubicBezTo>
                  <a:cubicBezTo>
                    <a:pt x="20798" y="107251"/>
                    <a:pt x="15047" y="80438"/>
                    <a:pt x="13130" y="71501"/>
                  </a:cubicBezTo>
                  <a:cubicBezTo>
                    <a:pt x="11852" y="60648"/>
                    <a:pt x="11213" y="31920"/>
                    <a:pt x="22076" y="19152"/>
                  </a:cubicBezTo>
                  <a:cubicBezTo>
                    <a:pt x="25910" y="15322"/>
                    <a:pt x="31022" y="12768"/>
                    <a:pt x="36134" y="12768"/>
                  </a:cubicBezTo>
                  <a:lnTo>
                    <a:pt x="36134" y="12768"/>
                  </a:lnTo>
                  <a:cubicBezTo>
                    <a:pt x="66167" y="12768"/>
                    <a:pt x="72557" y="57456"/>
                    <a:pt x="73196" y="61925"/>
                  </a:cubicBezTo>
                  <a:cubicBezTo>
                    <a:pt x="73835" y="84907"/>
                    <a:pt x="71918" y="107251"/>
                    <a:pt x="68723" y="129595"/>
                  </a:cubicBezTo>
                  <a:lnTo>
                    <a:pt x="68723" y="129595"/>
                  </a:lnTo>
                  <a:close/>
                </a:path>
              </a:pathLst>
            </a:custGeom>
            <a:solidFill>
              <a:srgbClr val="26890D"/>
            </a:solidFill>
            <a:ln w="6390" cap="flat">
              <a:noFill/>
              <a:prstDash val="solid"/>
              <a:miter/>
            </a:ln>
          </p:spPr>
          <p:txBody>
            <a:bodyPr rtlCol="0" anchor="ctr"/>
            <a:lstStyle/>
            <a:p>
              <a:endParaRPr lang="en-US"/>
            </a:p>
          </p:txBody>
        </p:sp>
        <p:sp>
          <p:nvSpPr>
            <p:cNvPr id="1101" name="Graphic 4">
              <a:extLst>
                <a:ext uri="{FF2B5EF4-FFF2-40B4-BE49-F238E27FC236}">
                  <a16:creationId xmlns:a16="http://schemas.microsoft.com/office/drawing/2014/main" id="{C23BF792-BD91-5847-8B9A-69BDC76CDD66}"/>
                </a:ext>
              </a:extLst>
            </p:cNvPr>
            <p:cNvSpPr/>
            <p:nvPr/>
          </p:nvSpPr>
          <p:spPr>
            <a:xfrm>
              <a:off x="674421" y="2117043"/>
              <a:ext cx="62976" cy="63887"/>
            </a:xfrm>
            <a:custGeom>
              <a:avLst/>
              <a:gdLst>
                <a:gd name="connsiteX0" fmla="*/ 9940 w 62976"/>
                <a:gd name="connsiteY0" fmla="*/ 48 h 63887"/>
                <a:gd name="connsiteX1" fmla="*/ 3551 w 62976"/>
                <a:gd name="connsiteY1" fmla="*/ 5793 h 63887"/>
                <a:gd name="connsiteX2" fmla="*/ 356 w 62976"/>
                <a:gd name="connsiteY2" fmla="*/ 29414 h 63887"/>
                <a:gd name="connsiteX3" fmla="*/ 25915 w 62976"/>
                <a:gd name="connsiteY3" fmla="*/ 63888 h 63887"/>
                <a:gd name="connsiteX4" fmla="*/ 25915 w 62976"/>
                <a:gd name="connsiteY4" fmla="*/ 63888 h 63887"/>
                <a:gd name="connsiteX5" fmla="*/ 30388 w 62976"/>
                <a:gd name="connsiteY5" fmla="*/ 63888 h 63887"/>
                <a:gd name="connsiteX6" fmla="*/ 60421 w 62976"/>
                <a:gd name="connsiteY6" fmla="*/ 37713 h 63887"/>
                <a:gd name="connsiteX7" fmla="*/ 62977 w 62976"/>
                <a:gd name="connsiteY7" fmla="*/ 21753 h 63887"/>
                <a:gd name="connsiteX8" fmla="*/ 61699 w 62976"/>
                <a:gd name="connsiteY8" fmla="*/ 17285 h 63887"/>
                <a:gd name="connsiteX9" fmla="*/ 9940 w 62976"/>
                <a:gd name="connsiteY9" fmla="*/ 48 h 63887"/>
                <a:gd name="connsiteX10" fmla="*/ 47641 w 62976"/>
                <a:gd name="connsiteY10" fmla="*/ 35798 h 63887"/>
                <a:gd name="connsiteX11" fmla="*/ 27832 w 62976"/>
                <a:gd name="connsiteY11" fmla="*/ 50481 h 63887"/>
                <a:gd name="connsiteX12" fmla="*/ 13135 w 62976"/>
                <a:gd name="connsiteY12" fmla="*/ 30691 h 63887"/>
                <a:gd name="connsiteX13" fmla="*/ 15691 w 62976"/>
                <a:gd name="connsiteY13" fmla="*/ 12177 h 63887"/>
                <a:gd name="connsiteX14" fmla="*/ 49558 w 62976"/>
                <a:gd name="connsiteY14" fmla="*/ 22392 h 63887"/>
                <a:gd name="connsiteX15" fmla="*/ 47641 w 62976"/>
                <a:gd name="connsiteY15" fmla="*/ 35798 h 6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976" h="63887">
                  <a:moveTo>
                    <a:pt x="9940" y="48"/>
                  </a:moveTo>
                  <a:cubicBezTo>
                    <a:pt x="6746" y="48"/>
                    <a:pt x="4190" y="2601"/>
                    <a:pt x="3551" y="5793"/>
                  </a:cubicBezTo>
                  <a:lnTo>
                    <a:pt x="356" y="29414"/>
                  </a:lnTo>
                  <a:cubicBezTo>
                    <a:pt x="-2200" y="46013"/>
                    <a:pt x="9301" y="61334"/>
                    <a:pt x="25915" y="63888"/>
                  </a:cubicBezTo>
                  <a:cubicBezTo>
                    <a:pt x="25915" y="63888"/>
                    <a:pt x="25915" y="63888"/>
                    <a:pt x="25915" y="63888"/>
                  </a:cubicBezTo>
                  <a:cubicBezTo>
                    <a:pt x="27193" y="63888"/>
                    <a:pt x="29110" y="63888"/>
                    <a:pt x="30388" y="63888"/>
                  </a:cubicBezTo>
                  <a:cubicBezTo>
                    <a:pt x="45724" y="63888"/>
                    <a:pt x="58504" y="53035"/>
                    <a:pt x="60421" y="37713"/>
                  </a:cubicBezTo>
                  <a:lnTo>
                    <a:pt x="62977" y="21753"/>
                  </a:lnTo>
                  <a:cubicBezTo>
                    <a:pt x="62977" y="19838"/>
                    <a:pt x="62977" y="18561"/>
                    <a:pt x="61699" y="17285"/>
                  </a:cubicBezTo>
                  <a:cubicBezTo>
                    <a:pt x="52753" y="5155"/>
                    <a:pt x="35500" y="-591"/>
                    <a:pt x="9940" y="48"/>
                  </a:cubicBezTo>
                  <a:close/>
                  <a:moveTo>
                    <a:pt x="47641" y="35798"/>
                  </a:moveTo>
                  <a:cubicBezTo>
                    <a:pt x="46363" y="45374"/>
                    <a:pt x="37417" y="52397"/>
                    <a:pt x="27832" y="50481"/>
                  </a:cubicBezTo>
                  <a:cubicBezTo>
                    <a:pt x="18247" y="48566"/>
                    <a:pt x="11218" y="40267"/>
                    <a:pt x="13135" y="30691"/>
                  </a:cubicBezTo>
                  <a:lnTo>
                    <a:pt x="15691" y="12177"/>
                  </a:lnTo>
                  <a:cubicBezTo>
                    <a:pt x="32305" y="12816"/>
                    <a:pt x="43807" y="16008"/>
                    <a:pt x="49558" y="22392"/>
                  </a:cubicBezTo>
                  <a:lnTo>
                    <a:pt x="47641" y="35798"/>
                  </a:lnTo>
                  <a:close/>
                </a:path>
              </a:pathLst>
            </a:custGeom>
            <a:solidFill>
              <a:srgbClr val="26890D"/>
            </a:solidFill>
            <a:ln w="6390" cap="flat">
              <a:noFill/>
              <a:prstDash val="solid"/>
              <a:miter/>
            </a:ln>
          </p:spPr>
          <p:txBody>
            <a:bodyPr rtlCol="0" anchor="ctr"/>
            <a:lstStyle/>
            <a:p>
              <a:endParaRPr lang="en-US"/>
            </a:p>
          </p:txBody>
        </p:sp>
        <p:sp>
          <p:nvSpPr>
            <p:cNvPr id="1102" name="Graphic 4">
              <a:extLst>
                <a:ext uri="{FF2B5EF4-FFF2-40B4-BE49-F238E27FC236}">
                  <a16:creationId xmlns:a16="http://schemas.microsoft.com/office/drawing/2014/main" id="{D5D85387-473B-D549-9B12-7961FD808791}"/>
                </a:ext>
              </a:extLst>
            </p:cNvPr>
            <p:cNvSpPr/>
            <p:nvPr/>
          </p:nvSpPr>
          <p:spPr>
            <a:xfrm>
              <a:off x="545061" y="1967067"/>
              <a:ext cx="86332" cy="143639"/>
            </a:xfrm>
            <a:custGeom>
              <a:avLst/>
              <a:gdLst>
                <a:gd name="connsiteX0" fmla="*/ 49841 w 86332"/>
                <a:gd name="connsiteY0" fmla="*/ 0 h 143639"/>
                <a:gd name="connsiteX1" fmla="*/ 49841 w 86332"/>
                <a:gd name="connsiteY1" fmla="*/ 0 h 143639"/>
                <a:gd name="connsiteX2" fmla="*/ 0 w 86332"/>
                <a:gd name="connsiteY2" fmla="*/ 60648 h 143639"/>
                <a:gd name="connsiteX3" fmla="*/ 0 w 86332"/>
                <a:gd name="connsiteY3" fmla="*/ 61286 h 143639"/>
                <a:gd name="connsiteX4" fmla="*/ 7029 w 86332"/>
                <a:gd name="connsiteY4" fmla="*/ 139171 h 143639"/>
                <a:gd name="connsiteX5" fmla="*/ 10224 w 86332"/>
                <a:gd name="connsiteY5" fmla="*/ 143001 h 143639"/>
                <a:gd name="connsiteX6" fmla="*/ 12780 w 86332"/>
                <a:gd name="connsiteY6" fmla="*/ 143640 h 143639"/>
                <a:gd name="connsiteX7" fmla="*/ 15336 w 86332"/>
                <a:gd name="connsiteY7" fmla="*/ 143001 h 143639"/>
                <a:gd name="connsiteX8" fmla="*/ 67733 w 86332"/>
                <a:gd name="connsiteY8" fmla="*/ 130233 h 143639"/>
                <a:gd name="connsiteX9" fmla="*/ 74123 w 86332"/>
                <a:gd name="connsiteY9" fmla="*/ 125126 h 143639"/>
                <a:gd name="connsiteX10" fmla="*/ 85625 w 86332"/>
                <a:gd name="connsiteY10" fmla="*/ 72777 h 143639"/>
                <a:gd name="connsiteX11" fmla="*/ 85625 w 86332"/>
                <a:gd name="connsiteY11" fmla="*/ 73416 h 143639"/>
                <a:gd name="connsiteX12" fmla="*/ 73484 w 86332"/>
                <a:gd name="connsiteY12" fmla="*/ 10853 h 143639"/>
                <a:gd name="connsiteX13" fmla="*/ 49841 w 86332"/>
                <a:gd name="connsiteY13" fmla="*/ 0 h 143639"/>
                <a:gd name="connsiteX14" fmla="*/ 73484 w 86332"/>
                <a:gd name="connsiteY14" fmla="*/ 71501 h 143639"/>
                <a:gd name="connsiteX15" fmla="*/ 63260 w 86332"/>
                <a:gd name="connsiteY15" fmla="*/ 118742 h 143639"/>
                <a:gd name="connsiteX16" fmla="*/ 17892 w 86332"/>
                <a:gd name="connsiteY16" fmla="*/ 129595 h 143639"/>
                <a:gd name="connsiteX17" fmla="*/ 13419 w 86332"/>
                <a:gd name="connsiteY17" fmla="*/ 61925 h 143639"/>
                <a:gd name="connsiteX18" fmla="*/ 50480 w 86332"/>
                <a:gd name="connsiteY18" fmla="*/ 12768 h 143639"/>
                <a:gd name="connsiteX19" fmla="*/ 50480 w 86332"/>
                <a:gd name="connsiteY19" fmla="*/ 12768 h 143639"/>
                <a:gd name="connsiteX20" fmla="*/ 64538 w 86332"/>
                <a:gd name="connsiteY20" fmla="*/ 19152 h 143639"/>
                <a:gd name="connsiteX21" fmla="*/ 73484 w 86332"/>
                <a:gd name="connsiteY21" fmla="*/ 71501 h 143639"/>
                <a:gd name="connsiteX22" fmla="*/ 73484 w 86332"/>
                <a:gd name="connsiteY22" fmla="*/ 71501 h 143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32" h="143639">
                  <a:moveTo>
                    <a:pt x="49841" y="0"/>
                  </a:moveTo>
                  <a:lnTo>
                    <a:pt x="49841" y="0"/>
                  </a:lnTo>
                  <a:cubicBezTo>
                    <a:pt x="7029" y="0"/>
                    <a:pt x="0" y="58094"/>
                    <a:pt x="0" y="60648"/>
                  </a:cubicBezTo>
                  <a:cubicBezTo>
                    <a:pt x="0" y="60648"/>
                    <a:pt x="0" y="61286"/>
                    <a:pt x="0" y="61286"/>
                  </a:cubicBezTo>
                  <a:cubicBezTo>
                    <a:pt x="0" y="63840"/>
                    <a:pt x="639" y="117465"/>
                    <a:pt x="7029" y="139171"/>
                  </a:cubicBezTo>
                  <a:cubicBezTo>
                    <a:pt x="7668" y="141086"/>
                    <a:pt x="8946" y="142363"/>
                    <a:pt x="10224" y="143001"/>
                  </a:cubicBezTo>
                  <a:cubicBezTo>
                    <a:pt x="10863" y="143640"/>
                    <a:pt x="12141" y="143640"/>
                    <a:pt x="12780" y="143640"/>
                  </a:cubicBezTo>
                  <a:cubicBezTo>
                    <a:pt x="13419" y="143640"/>
                    <a:pt x="14697" y="143640"/>
                    <a:pt x="15336" y="143001"/>
                  </a:cubicBezTo>
                  <a:cubicBezTo>
                    <a:pt x="25560" y="139171"/>
                    <a:pt x="54314" y="128957"/>
                    <a:pt x="67733" y="130233"/>
                  </a:cubicBezTo>
                  <a:cubicBezTo>
                    <a:pt x="70928" y="130233"/>
                    <a:pt x="73484" y="128318"/>
                    <a:pt x="74123" y="125126"/>
                  </a:cubicBezTo>
                  <a:cubicBezTo>
                    <a:pt x="74123" y="124488"/>
                    <a:pt x="83069" y="83630"/>
                    <a:pt x="85625" y="72777"/>
                  </a:cubicBezTo>
                  <a:lnTo>
                    <a:pt x="85625" y="73416"/>
                  </a:lnTo>
                  <a:cubicBezTo>
                    <a:pt x="85625" y="71501"/>
                    <a:pt x="90737" y="30643"/>
                    <a:pt x="73484" y="10853"/>
                  </a:cubicBezTo>
                  <a:cubicBezTo>
                    <a:pt x="67733" y="3830"/>
                    <a:pt x="58787" y="0"/>
                    <a:pt x="49841" y="0"/>
                  </a:cubicBezTo>
                  <a:close/>
                  <a:moveTo>
                    <a:pt x="73484" y="71501"/>
                  </a:moveTo>
                  <a:cubicBezTo>
                    <a:pt x="70928" y="80438"/>
                    <a:pt x="65177" y="107251"/>
                    <a:pt x="63260" y="118742"/>
                  </a:cubicBezTo>
                  <a:cubicBezTo>
                    <a:pt x="47925" y="120657"/>
                    <a:pt x="32589" y="124488"/>
                    <a:pt x="17892" y="129595"/>
                  </a:cubicBezTo>
                  <a:cubicBezTo>
                    <a:pt x="14697" y="107251"/>
                    <a:pt x="13419" y="84907"/>
                    <a:pt x="13419" y="61925"/>
                  </a:cubicBezTo>
                  <a:cubicBezTo>
                    <a:pt x="14058" y="57456"/>
                    <a:pt x="20448" y="12768"/>
                    <a:pt x="50480" y="12768"/>
                  </a:cubicBezTo>
                  <a:lnTo>
                    <a:pt x="50480" y="12768"/>
                  </a:lnTo>
                  <a:cubicBezTo>
                    <a:pt x="55592" y="12768"/>
                    <a:pt x="61343" y="14683"/>
                    <a:pt x="64538" y="19152"/>
                  </a:cubicBezTo>
                  <a:cubicBezTo>
                    <a:pt x="75401" y="31920"/>
                    <a:pt x="74762" y="60648"/>
                    <a:pt x="73484" y="71501"/>
                  </a:cubicBezTo>
                  <a:lnTo>
                    <a:pt x="73484" y="71501"/>
                  </a:lnTo>
                  <a:close/>
                </a:path>
              </a:pathLst>
            </a:custGeom>
            <a:solidFill>
              <a:srgbClr val="26890D"/>
            </a:solidFill>
            <a:ln w="6390" cap="flat">
              <a:noFill/>
              <a:prstDash val="solid"/>
              <a:miter/>
            </a:ln>
          </p:spPr>
          <p:txBody>
            <a:bodyPr rtlCol="0" anchor="ctr"/>
            <a:lstStyle/>
            <a:p>
              <a:endParaRPr lang="en-US"/>
            </a:p>
          </p:txBody>
        </p:sp>
        <p:sp>
          <p:nvSpPr>
            <p:cNvPr id="1103" name="Graphic 4">
              <a:extLst>
                <a:ext uri="{FF2B5EF4-FFF2-40B4-BE49-F238E27FC236}">
                  <a16:creationId xmlns:a16="http://schemas.microsoft.com/office/drawing/2014/main" id="{71B86F48-C5EC-5C47-97C6-108CE32D7B14}"/>
                </a:ext>
              </a:extLst>
            </p:cNvPr>
            <p:cNvSpPr/>
            <p:nvPr/>
          </p:nvSpPr>
          <p:spPr>
            <a:xfrm>
              <a:off x="559758" y="2116452"/>
              <a:ext cx="62337" cy="63839"/>
            </a:xfrm>
            <a:custGeom>
              <a:avLst/>
              <a:gdLst>
                <a:gd name="connsiteX0" fmla="*/ 59426 w 62337"/>
                <a:gd name="connsiteY0" fmla="*/ 5746 h 63839"/>
                <a:gd name="connsiteX1" fmla="*/ 53036 w 62337"/>
                <a:gd name="connsiteY1" fmla="*/ 0 h 63839"/>
                <a:gd name="connsiteX2" fmla="*/ 1278 w 62337"/>
                <a:gd name="connsiteY2" fmla="*/ 17237 h 63839"/>
                <a:gd name="connsiteX3" fmla="*/ 0 w 62337"/>
                <a:gd name="connsiteY3" fmla="*/ 21706 h 63839"/>
                <a:gd name="connsiteX4" fmla="*/ 1917 w 62337"/>
                <a:gd name="connsiteY4" fmla="*/ 37665 h 63839"/>
                <a:gd name="connsiteX5" fmla="*/ 31950 w 62337"/>
                <a:gd name="connsiteY5" fmla="*/ 63840 h 63839"/>
                <a:gd name="connsiteX6" fmla="*/ 36423 w 62337"/>
                <a:gd name="connsiteY6" fmla="*/ 63840 h 63839"/>
                <a:gd name="connsiteX7" fmla="*/ 61982 w 62337"/>
                <a:gd name="connsiteY7" fmla="*/ 29366 h 63839"/>
                <a:gd name="connsiteX8" fmla="*/ 59426 w 62337"/>
                <a:gd name="connsiteY8" fmla="*/ 5746 h 63839"/>
                <a:gd name="connsiteX9" fmla="*/ 46647 w 62337"/>
                <a:gd name="connsiteY9" fmla="*/ 44049 h 63839"/>
                <a:gd name="connsiteX10" fmla="*/ 22365 w 62337"/>
                <a:gd name="connsiteY10" fmla="*/ 47241 h 63839"/>
                <a:gd name="connsiteX11" fmla="*/ 15336 w 62337"/>
                <a:gd name="connsiteY11" fmla="*/ 35750 h 63839"/>
                <a:gd name="connsiteX12" fmla="*/ 13419 w 62337"/>
                <a:gd name="connsiteY12" fmla="*/ 22982 h 63839"/>
                <a:gd name="connsiteX13" fmla="*/ 47286 w 62337"/>
                <a:gd name="connsiteY13" fmla="*/ 12768 h 63839"/>
                <a:gd name="connsiteX14" fmla="*/ 49842 w 62337"/>
                <a:gd name="connsiteY14" fmla="*/ 31281 h 63839"/>
                <a:gd name="connsiteX15" fmla="*/ 46647 w 62337"/>
                <a:gd name="connsiteY15" fmla="*/ 44049 h 63839"/>
                <a:gd name="connsiteX16" fmla="*/ 46647 w 62337"/>
                <a:gd name="connsiteY16" fmla="*/ 44049 h 6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337" h="63839">
                  <a:moveTo>
                    <a:pt x="59426" y="5746"/>
                  </a:moveTo>
                  <a:cubicBezTo>
                    <a:pt x="58787" y="2554"/>
                    <a:pt x="56231" y="0"/>
                    <a:pt x="53036" y="0"/>
                  </a:cubicBezTo>
                  <a:cubicBezTo>
                    <a:pt x="27477" y="0"/>
                    <a:pt x="10224" y="5107"/>
                    <a:pt x="1278" y="17237"/>
                  </a:cubicBezTo>
                  <a:cubicBezTo>
                    <a:pt x="0" y="18514"/>
                    <a:pt x="0" y="20429"/>
                    <a:pt x="0" y="21706"/>
                  </a:cubicBezTo>
                  <a:lnTo>
                    <a:pt x="1917" y="37665"/>
                  </a:lnTo>
                  <a:cubicBezTo>
                    <a:pt x="3834" y="52349"/>
                    <a:pt x="16614" y="63840"/>
                    <a:pt x="31950" y="63840"/>
                  </a:cubicBezTo>
                  <a:cubicBezTo>
                    <a:pt x="33228" y="63840"/>
                    <a:pt x="35145" y="63840"/>
                    <a:pt x="36423" y="63840"/>
                  </a:cubicBezTo>
                  <a:cubicBezTo>
                    <a:pt x="53036" y="61286"/>
                    <a:pt x="64538" y="45965"/>
                    <a:pt x="61982" y="29366"/>
                  </a:cubicBezTo>
                  <a:lnTo>
                    <a:pt x="59426" y="5746"/>
                  </a:lnTo>
                  <a:close/>
                  <a:moveTo>
                    <a:pt x="46647" y="44049"/>
                  </a:moveTo>
                  <a:cubicBezTo>
                    <a:pt x="40896" y="51710"/>
                    <a:pt x="30033" y="53625"/>
                    <a:pt x="22365" y="47241"/>
                  </a:cubicBezTo>
                  <a:cubicBezTo>
                    <a:pt x="18531" y="44688"/>
                    <a:pt x="15975" y="40219"/>
                    <a:pt x="15336" y="35750"/>
                  </a:cubicBezTo>
                  <a:lnTo>
                    <a:pt x="13419" y="22982"/>
                  </a:lnTo>
                  <a:cubicBezTo>
                    <a:pt x="19809" y="16598"/>
                    <a:pt x="30672" y="13406"/>
                    <a:pt x="47286" y="12768"/>
                  </a:cubicBezTo>
                  <a:lnTo>
                    <a:pt x="49842" y="31281"/>
                  </a:lnTo>
                  <a:cubicBezTo>
                    <a:pt x="51119" y="36389"/>
                    <a:pt x="49842" y="40857"/>
                    <a:pt x="46647" y="44049"/>
                  </a:cubicBezTo>
                  <a:lnTo>
                    <a:pt x="46647" y="44049"/>
                  </a:lnTo>
                  <a:close/>
                </a:path>
              </a:pathLst>
            </a:custGeom>
            <a:solidFill>
              <a:srgbClr val="26890D"/>
            </a:solidFill>
            <a:ln w="6390" cap="flat">
              <a:noFill/>
              <a:prstDash val="solid"/>
              <a:miter/>
            </a:ln>
          </p:spPr>
          <p:txBody>
            <a:bodyPr rtlCol="0" anchor="ctr"/>
            <a:lstStyle/>
            <a:p>
              <a:endParaRPr lang="en-US"/>
            </a:p>
          </p:txBody>
        </p:sp>
      </p:grpSp>
      <p:grpSp>
        <p:nvGrpSpPr>
          <p:cNvPr id="1104" name="Graphic 4">
            <a:extLst>
              <a:ext uri="{FF2B5EF4-FFF2-40B4-BE49-F238E27FC236}">
                <a16:creationId xmlns:a16="http://schemas.microsoft.com/office/drawing/2014/main" id="{2F92BC2A-E836-6F46-AE18-2935DA9B24A9}"/>
              </a:ext>
            </a:extLst>
          </p:cNvPr>
          <p:cNvGrpSpPr/>
          <p:nvPr/>
        </p:nvGrpSpPr>
        <p:grpSpPr>
          <a:xfrm>
            <a:off x="905454" y="1893013"/>
            <a:ext cx="362309" cy="362610"/>
            <a:chOff x="905454" y="1893013"/>
            <a:chExt cx="362309" cy="362610"/>
          </a:xfrm>
          <a:solidFill>
            <a:srgbClr val="26890D"/>
          </a:solidFill>
        </p:grpSpPr>
        <p:sp>
          <p:nvSpPr>
            <p:cNvPr id="1105" name="Graphic 4">
              <a:extLst>
                <a:ext uri="{FF2B5EF4-FFF2-40B4-BE49-F238E27FC236}">
                  <a16:creationId xmlns:a16="http://schemas.microsoft.com/office/drawing/2014/main" id="{CAE0C612-2BD0-5B47-8A47-82E8A628F4ED}"/>
                </a:ext>
              </a:extLst>
            </p:cNvPr>
            <p:cNvSpPr/>
            <p:nvPr/>
          </p:nvSpPr>
          <p:spPr>
            <a:xfrm>
              <a:off x="1125105" y="2129859"/>
              <a:ext cx="36585" cy="37827"/>
            </a:xfrm>
            <a:custGeom>
              <a:avLst/>
              <a:gdLst>
                <a:gd name="connsiteX0" fmla="*/ 162 w 36585"/>
                <a:gd name="connsiteY0" fmla="*/ 17875 h 37827"/>
                <a:gd name="connsiteX1" fmla="*/ 14859 w 36585"/>
                <a:gd name="connsiteY1" fmla="*/ 37665 h 37827"/>
                <a:gd name="connsiteX2" fmla="*/ 34668 w 36585"/>
                <a:gd name="connsiteY2" fmla="*/ 22982 h 37827"/>
                <a:gd name="connsiteX3" fmla="*/ 36585 w 36585"/>
                <a:gd name="connsiteY3" fmla="*/ 10214 h 37827"/>
                <a:gd name="connsiteX4" fmla="*/ 2718 w 36585"/>
                <a:gd name="connsiteY4" fmla="*/ 0 h 37827"/>
                <a:gd name="connsiteX5" fmla="*/ 162 w 36585"/>
                <a:gd name="connsiteY5" fmla="*/ 17875 h 37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85" h="37827">
                  <a:moveTo>
                    <a:pt x="162" y="17875"/>
                  </a:moveTo>
                  <a:cubicBezTo>
                    <a:pt x="-1116" y="27451"/>
                    <a:pt x="5274" y="36389"/>
                    <a:pt x="14859" y="37665"/>
                  </a:cubicBezTo>
                  <a:cubicBezTo>
                    <a:pt x="24444" y="38942"/>
                    <a:pt x="33390" y="32558"/>
                    <a:pt x="34668" y="22982"/>
                  </a:cubicBezTo>
                  <a:lnTo>
                    <a:pt x="36585" y="10214"/>
                  </a:lnTo>
                  <a:cubicBezTo>
                    <a:pt x="30834" y="3830"/>
                    <a:pt x="19332" y="638"/>
                    <a:pt x="2718" y="0"/>
                  </a:cubicBezTo>
                  <a:lnTo>
                    <a:pt x="162" y="17875"/>
                  </a:lnTo>
                  <a:close/>
                </a:path>
              </a:pathLst>
            </a:custGeom>
            <a:solidFill>
              <a:srgbClr val="26890D"/>
            </a:solidFill>
            <a:ln w="6390" cap="flat">
              <a:noFill/>
              <a:prstDash val="solid"/>
              <a:miter/>
            </a:ln>
          </p:spPr>
          <p:txBody>
            <a:bodyPr rtlCol="0" anchor="ctr"/>
            <a:lstStyle/>
            <a:p>
              <a:endParaRPr lang="en-US"/>
            </a:p>
          </p:txBody>
        </p:sp>
        <p:sp>
          <p:nvSpPr>
            <p:cNvPr id="1106" name="Graphic 4">
              <a:extLst>
                <a:ext uri="{FF2B5EF4-FFF2-40B4-BE49-F238E27FC236}">
                  <a16:creationId xmlns:a16="http://schemas.microsoft.com/office/drawing/2014/main" id="{11500A44-94A6-1D48-8307-E50AEC589E0E}"/>
                </a:ext>
              </a:extLst>
            </p:cNvPr>
            <p:cNvSpPr/>
            <p:nvPr/>
          </p:nvSpPr>
          <p:spPr>
            <a:xfrm>
              <a:off x="996191" y="1979835"/>
              <a:ext cx="60751" cy="116826"/>
            </a:xfrm>
            <a:custGeom>
              <a:avLst/>
              <a:gdLst>
                <a:gd name="connsiteX0" fmla="*/ 37062 w 60751"/>
                <a:gd name="connsiteY0" fmla="*/ 0 h 116826"/>
                <a:gd name="connsiteX1" fmla="*/ 37062 w 60751"/>
                <a:gd name="connsiteY1" fmla="*/ 0 h 116826"/>
                <a:gd name="connsiteX2" fmla="*/ 0 w 60751"/>
                <a:gd name="connsiteY2" fmla="*/ 49157 h 116826"/>
                <a:gd name="connsiteX3" fmla="*/ 4473 w 60751"/>
                <a:gd name="connsiteY3" fmla="*/ 116827 h 116826"/>
                <a:gd name="connsiteX4" fmla="*/ 49842 w 60751"/>
                <a:gd name="connsiteY4" fmla="*/ 105974 h 116826"/>
                <a:gd name="connsiteX5" fmla="*/ 60065 w 60751"/>
                <a:gd name="connsiteY5" fmla="*/ 58733 h 116826"/>
                <a:gd name="connsiteX6" fmla="*/ 51119 w 60751"/>
                <a:gd name="connsiteY6" fmla="*/ 6384 h 116826"/>
                <a:gd name="connsiteX7" fmla="*/ 37062 w 60751"/>
                <a:gd name="connsiteY7" fmla="*/ 0 h 116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51" h="116826">
                  <a:moveTo>
                    <a:pt x="37062" y="0"/>
                  </a:moveTo>
                  <a:lnTo>
                    <a:pt x="37062" y="0"/>
                  </a:lnTo>
                  <a:cubicBezTo>
                    <a:pt x="7029" y="0"/>
                    <a:pt x="639" y="44688"/>
                    <a:pt x="0" y="49157"/>
                  </a:cubicBezTo>
                  <a:cubicBezTo>
                    <a:pt x="0" y="71501"/>
                    <a:pt x="1917" y="94483"/>
                    <a:pt x="4473" y="116827"/>
                  </a:cubicBezTo>
                  <a:cubicBezTo>
                    <a:pt x="19170" y="111081"/>
                    <a:pt x="34506" y="107251"/>
                    <a:pt x="49842" y="105974"/>
                  </a:cubicBezTo>
                  <a:cubicBezTo>
                    <a:pt x="52398" y="94483"/>
                    <a:pt x="58148" y="67670"/>
                    <a:pt x="60065" y="58733"/>
                  </a:cubicBezTo>
                  <a:cubicBezTo>
                    <a:pt x="61343" y="47880"/>
                    <a:pt x="61982" y="19152"/>
                    <a:pt x="51119" y="6384"/>
                  </a:cubicBezTo>
                  <a:cubicBezTo>
                    <a:pt x="47286" y="2554"/>
                    <a:pt x="42174" y="0"/>
                    <a:pt x="37062" y="0"/>
                  </a:cubicBezTo>
                  <a:close/>
                </a:path>
              </a:pathLst>
            </a:custGeom>
            <a:solidFill>
              <a:srgbClr val="26890D"/>
            </a:solidFill>
            <a:ln w="6390" cap="flat">
              <a:noFill/>
              <a:prstDash val="solid"/>
              <a:miter/>
            </a:ln>
          </p:spPr>
          <p:txBody>
            <a:bodyPr rtlCol="0" anchor="ctr"/>
            <a:lstStyle/>
            <a:p>
              <a:endParaRPr lang="en-US"/>
            </a:p>
          </p:txBody>
        </p:sp>
        <p:sp>
          <p:nvSpPr>
            <p:cNvPr id="1107" name="Graphic 4">
              <a:extLst>
                <a:ext uri="{FF2B5EF4-FFF2-40B4-BE49-F238E27FC236}">
                  <a16:creationId xmlns:a16="http://schemas.microsoft.com/office/drawing/2014/main" id="{16C5E942-D8F3-9443-8B1C-09BD09CF8D65}"/>
                </a:ext>
              </a:extLst>
            </p:cNvPr>
            <p:cNvSpPr/>
            <p:nvPr/>
          </p:nvSpPr>
          <p:spPr>
            <a:xfrm>
              <a:off x="1011527" y="2129859"/>
              <a:ext cx="36739" cy="37981"/>
            </a:xfrm>
            <a:custGeom>
              <a:avLst/>
              <a:gdLst>
                <a:gd name="connsiteX0" fmla="*/ 33867 w 36739"/>
                <a:gd name="connsiteY0" fmla="*/ 0 h 37981"/>
                <a:gd name="connsiteX1" fmla="*/ 0 w 36739"/>
                <a:gd name="connsiteY1" fmla="*/ 10214 h 37981"/>
                <a:gd name="connsiteX2" fmla="*/ 1917 w 36739"/>
                <a:gd name="connsiteY2" fmla="*/ 22982 h 37981"/>
                <a:gd name="connsiteX3" fmla="*/ 21726 w 36739"/>
                <a:gd name="connsiteY3" fmla="*/ 37665 h 37981"/>
                <a:gd name="connsiteX4" fmla="*/ 36423 w 36739"/>
                <a:gd name="connsiteY4" fmla="*/ 17875 h 37981"/>
                <a:gd name="connsiteX5" fmla="*/ 36423 w 36739"/>
                <a:gd name="connsiteY5" fmla="*/ 17875 h 37981"/>
                <a:gd name="connsiteX6" fmla="*/ 33867 w 36739"/>
                <a:gd name="connsiteY6" fmla="*/ 0 h 37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739" h="37981">
                  <a:moveTo>
                    <a:pt x="33867" y="0"/>
                  </a:moveTo>
                  <a:cubicBezTo>
                    <a:pt x="17253" y="638"/>
                    <a:pt x="5751" y="3830"/>
                    <a:pt x="0" y="10214"/>
                  </a:cubicBezTo>
                  <a:lnTo>
                    <a:pt x="1917" y="22982"/>
                  </a:lnTo>
                  <a:cubicBezTo>
                    <a:pt x="3195" y="32558"/>
                    <a:pt x="12141" y="39581"/>
                    <a:pt x="21726" y="37665"/>
                  </a:cubicBezTo>
                  <a:cubicBezTo>
                    <a:pt x="31311" y="36389"/>
                    <a:pt x="38340" y="27451"/>
                    <a:pt x="36423" y="17875"/>
                  </a:cubicBezTo>
                  <a:lnTo>
                    <a:pt x="36423" y="17875"/>
                  </a:lnTo>
                  <a:lnTo>
                    <a:pt x="33867" y="0"/>
                  </a:lnTo>
                  <a:close/>
                </a:path>
              </a:pathLst>
            </a:custGeom>
            <a:solidFill>
              <a:srgbClr val="26890D"/>
            </a:solidFill>
            <a:ln w="6390" cap="flat">
              <a:noFill/>
              <a:prstDash val="solid"/>
              <a:miter/>
            </a:ln>
          </p:spPr>
          <p:txBody>
            <a:bodyPr rtlCol="0" anchor="ctr"/>
            <a:lstStyle/>
            <a:p>
              <a:endParaRPr lang="en-US"/>
            </a:p>
          </p:txBody>
        </p:sp>
        <p:sp>
          <p:nvSpPr>
            <p:cNvPr id="1108" name="Graphic 4">
              <a:extLst>
                <a:ext uri="{FF2B5EF4-FFF2-40B4-BE49-F238E27FC236}">
                  <a16:creationId xmlns:a16="http://schemas.microsoft.com/office/drawing/2014/main" id="{AEDFB393-E4FD-B842-B518-BD1E65D5FB60}"/>
                </a:ext>
              </a:extLst>
            </p:cNvPr>
            <p:cNvSpPr/>
            <p:nvPr/>
          </p:nvSpPr>
          <p:spPr>
            <a:xfrm>
              <a:off x="1116275" y="1979835"/>
              <a:ext cx="60751" cy="116826"/>
            </a:xfrm>
            <a:custGeom>
              <a:avLst/>
              <a:gdLst>
                <a:gd name="connsiteX0" fmla="*/ 23689 w 60751"/>
                <a:gd name="connsiteY0" fmla="*/ 0 h 116826"/>
                <a:gd name="connsiteX1" fmla="*/ 23689 w 60751"/>
                <a:gd name="connsiteY1" fmla="*/ 0 h 116826"/>
                <a:gd name="connsiteX2" fmla="*/ 9632 w 60751"/>
                <a:gd name="connsiteY2" fmla="*/ 6384 h 116826"/>
                <a:gd name="connsiteX3" fmla="*/ 686 w 60751"/>
                <a:gd name="connsiteY3" fmla="*/ 58733 h 116826"/>
                <a:gd name="connsiteX4" fmla="*/ 10910 w 60751"/>
                <a:gd name="connsiteY4" fmla="*/ 105974 h 116826"/>
                <a:gd name="connsiteX5" fmla="*/ 56278 w 60751"/>
                <a:gd name="connsiteY5" fmla="*/ 116827 h 116826"/>
                <a:gd name="connsiteX6" fmla="*/ 60751 w 60751"/>
                <a:gd name="connsiteY6" fmla="*/ 49157 h 116826"/>
                <a:gd name="connsiteX7" fmla="*/ 23689 w 60751"/>
                <a:gd name="connsiteY7" fmla="*/ 0 h 116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51" h="116826">
                  <a:moveTo>
                    <a:pt x="23689" y="0"/>
                  </a:moveTo>
                  <a:lnTo>
                    <a:pt x="23689" y="0"/>
                  </a:lnTo>
                  <a:cubicBezTo>
                    <a:pt x="18578" y="0"/>
                    <a:pt x="12827" y="1915"/>
                    <a:pt x="9632" y="6384"/>
                  </a:cubicBezTo>
                  <a:cubicBezTo>
                    <a:pt x="-1231" y="19152"/>
                    <a:pt x="-592" y="47880"/>
                    <a:pt x="686" y="58733"/>
                  </a:cubicBezTo>
                  <a:cubicBezTo>
                    <a:pt x="3242" y="67670"/>
                    <a:pt x="8993" y="94483"/>
                    <a:pt x="10910" y="105974"/>
                  </a:cubicBezTo>
                  <a:cubicBezTo>
                    <a:pt x="26245" y="107889"/>
                    <a:pt x="41581" y="111720"/>
                    <a:pt x="56278" y="116827"/>
                  </a:cubicBezTo>
                  <a:cubicBezTo>
                    <a:pt x="59473" y="94483"/>
                    <a:pt x="60751" y="72139"/>
                    <a:pt x="60751" y="49157"/>
                  </a:cubicBezTo>
                  <a:cubicBezTo>
                    <a:pt x="60112" y="44688"/>
                    <a:pt x="53722" y="0"/>
                    <a:pt x="23689" y="0"/>
                  </a:cubicBezTo>
                  <a:close/>
                </a:path>
              </a:pathLst>
            </a:custGeom>
            <a:solidFill>
              <a:srgbClr val="26890D"/>
            </a:solidFill>
            <a:ln w="6390" cap="flat">
              <a:noFill/>
              <a:prstDash val="solid"/>
              <a:miter/>
            </a:ln>
          </p:spPr>
          <p:txBody>
            <a:bodyPr rtlCol="0" anchor="ctr"/>
            <a:lstStyle/>
            <a:p>
              <a:endParaRPr lang="en-US"/>
            </a:p>
          </p:txBody>
        </p:sp>
        <p:sp>
          <p:nvSpPr>
            <p:cNvPr id="1109" name="Graphic 4">
              <a:extLst>
                <a:ext uri="{FF2B5EF4-FFF2-40B4-BE49-F238E27FC236}">
                  <a16:creationId xmlns:a16="http://schemas.microsoft.com/office/drawing/2014/main" id="{837387F6-956E-A846-9F00-1ADD2683C445}"/>
                </a:ext>
              </a:extLst>
            </p:cNvPr>
            <p:cNvSpPr/>
            <p:nvPr/>
          </p:nvSpPr>
          <p:spPr>
            <a:xfrm>
              <a:off x="905454" y="189301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362309 w 362309"/>
                <a:gd name="connsiteY4" fmla="*/ 181305 h 362610"/>
                <a:gd name="connsiteX5" fmla="*/ 180835 w 362309"/>
                <a:gd name="connsiteY5" fmla="*/ 0 h 362610"/>
                <a:gd name="connsiteX6" fmla="*/ 180835 w 362309"/>
                <a:gd name="connsiteY6" fmla="*/ 0 h 362610"/>
                <a:gd name="connsiteX7" fmla="*/ 129077 w 362309"/>
                <a:gd name="connsiteY7" fmla="*/ 287279 h 362610"/>
                <a:gd name="connsiteX8" fmla="*/ 124604 w 362309"/>
                <a:gd name="connsiteY8" fmla="*/ 287279 h 362610"/>
                <a:gd name="connsiteX9" fmla="*/ 94571 w 362309"/>
                <a:gd name="connsiteY9" fmla="*/ 261105 h 362610"/>
                <a:gd name="connsiteX10" fmla="*/ 92015 w 362309"/>
                <a:gd name="connsiteY10" fmla="*/ 245145 h 362610"/>
                <a:gd name="connsiteX11" fmla="*/ 93293 w 362309"/>
                <a:gd name="connsiteY11" fmla="*/ 240676 h 362610"/>
                <a:gd name="connsiteX12" fmla="*/ 145052 w 362309"/>
                <a:gd name="connsiteY12" fmla="*/ 223439 h 362610"/>
                <a:gd name="connsiteX13" fmla="*/ 151441 w 362309"/>
                <a:gd name="connsiteY13" fmla="*/ 229185 h 362610"/>
                <a:gd name="connsiteX14" fmla="*/ 154636 w 362309"/>
                <a:gd name="connsiteY14" fmla="*/ 252806 h 362610"/>
                <a:gd name="connsiteX15" fmla="*/ 129077 w 362309"/>
                <a:gd name="connsiteY15" fmla="*/ 287279 h 362610"/>
                <a:gd name="connsiteX16" fmla="*/ 129077 w 362309"/>
                <a:gd name="connsiteY16" fmla="*/ 287279 h 362610"/>
                <a:gd name="connsiteX17" fmla="*/ 163582 w 362309"/>
                <a:gd name="connsiteY17" fmla="*/ 147470 h 362610"/>
                <a:gd name="connsiteX18" fmla="*/ 163582 w 362309"/>
                <a:gd name="connsiteY18" fmla="*/ 148108 h 362610"/>
                <a:gd name="connsiteX19" fmla="*/ 152081 w 362309"/>
                <a:gd name="connsiteY19" fmla="*/ 200457 h 362610"/>
                <a:gd name="connsiteX20" fmla="*/ 145052 w 362309"/>
                <a:gd name="connsiteY20" fmla="*/ 205564 h 362610"/>
                <a:gd name="connsiteX21" fmla="*/ 92654 w 362309"/>
                <a:gd name="connsiteY21" fmla="*/ 218332 h 362610"/>
                <a:gd name="connsiteX22" fmla="*/ 90098 w 362309"/>
                <a:gd name="connsiteY22" fmla="*/ 218971 h 362610"/>
                <a:gd name="connsiteX23" fmla="*/ 87542 w 362309"/>
                <a:gd name="connsiteY23" fmla="*/ 218332 h 362610"/>
                <a:gd name="connsiteX24" fmla="*/ 84347 w 362309"/>
                <a:gd name="connsiteY24" fmla="*/ 214502 h 362610"/>
                <a:gd name="connsiteX25" fmla="*/ 77318 w 362309"/>
                <a:gd name="connsiteY25" fmla="*/ 136617 h 362610"/>
                <a:gd name="connsiteX26" fmla="*/ 77318 w 362309"/>
                <a:gd name="connsiteY26" fmla="*/ 135979 h 362610"/>
                <a:gd name="connsiteX27" fmla="*/ 127160 w 362309"/>
                <a:gd name="connsiteY27" fmla="*/ 75331 h 362610"/>
                <a:gd name="connsiteX28" fmla="*/ 127160 w 362309"/>
                <a:gd name="connsiteY28" fmla="*/ 75331 h 362610"/>
                <a:gd name="connsiteX29" fmla="*/ 150803 w 362309"/>
                <a:gd name="connsiteY29" fmla="*/ 85545 h 362610"/>
                <a:gd name="connsiteX30" fmla="*/ 163582 w 362309"/>
                <a:gd name="connsiteY30" fmla="*/ 147470 h 362610"/>
                <a:gd name="connsiteX31" fmla="*/ 267099 w 362309"/>
                <a:gd name="connsiteY31" fmla="*/ 261743 h 362610"/>
                <a:gd name="connsiteX32" fmla="*/ 237067 w 362309"/>
                <a:gd name="connsiteY32" fmla="*/ 287918 h 362610"/>
                <a:gd name="connsiteX33" fmla="*/ 232594 w 362309"/>
                <a:gd name="connsiteY33" fmla="*/ 287918 h 362610"/>
                <a:gd name="connsiteX34" fmla="*/ 207034 w 362309"/>
                <a:gd name="connsiteY34" fmla="*/ 253444 h 362610"/>
                <a:gd name="connsiteX35" fmla="*/ 210229 w 362309"/>
                <a:gd name="connsiteY35" fmla="*/ 229823 h 362610"/>
                <a:gd name="connsiteX36" fmla="*/ 216619 w 362309"/>
                <a:gd name="connsiteY36" fmla="*/ 224078 h 362610"/>
                <a:gd name="connsiteX37" fmla="*/ 268377 w 362309"/>
                <a:gd name="connsiteY37" fmla="*/ 241315 h 362610"/>
                <a:gd name="connsiteX38" fmla="*/ 269655 w 362309"/>
                <a:gd name="connsiteY38" fmla="*/ 245783 h 362610"/>
                <a:gd name="connsiteX39" fmla="*/ 267099 w 362309"/>
                <a:gd name="connsiteY39" fmla="*/ 261743 h 362610"/>
                <a:gd name="connsiteX40" fmla="*/ 277323 w 362309"/>
                <a:gd name="connsiteY40" fmla="*/ 213863 h 362610"/>
                <a:gd name="connsiteX41" fmla="*/ 274128 w 362309"/>
                <a:gd name="connsiteY41" fmla="*/ 217694 h 362610"/>
                <a:gd name="connsiteX42" fmla="*/ 269016 w 362309"/>
                <a:gd name="connsiteY42" fmla="*/ 217694 h 362610"/>
                <a:gd name="connsiteX43" fmla="*/ 216619 w 362309"/>
                <a:gd name="connsiteY43" fmla="*/ 204926 h 362610"/>
                <a:gd name="connsiteX44" fmla="*/ 210229 w 362309"/>
                <a:gd name="connsiteY44" fmla="*/ 199819 h 362610"/>
                <a:gd name="connsiteX45" fmla="*/ 198727 w 362309"/>
                <a:gd name="connsiteY45" fmla="*/ 147470 h 362610"/>
                <a:gd name="connsiteX46" fmla="*/ 198727 w 362309"/>
                <a:gd name="connsiteY46" fmla="*/ 146832 h 362610"/>
                <a:gd name="connsiteX47" fmla="*/ 210868 w 362309"/>
                <a:gd name="connsiteY47" fmla="*/ 84269 h 362610"/>
                <a:gd name="connsiteX48" fmla="*/ 234511 w 362309"/>
                <a:gd name="connsiteY48" fmla="*/ 74054 h 362610"/>
                <a:gd name="connsiteX49" fmla="*/ 234511 w 362309"/>
                <a:gd name="connsiteY49" fmla="*/ 74054 h 362610"/>
                <a:gd name="connsiteX50" fmla="*/ 284352 w 362309"/>
                <a:gd name="connsiteY50" fmla="*/ 134702 h 362610"/>
                <a:gd name="connsiteX51" fmla="*/ 284352 w 362309"/>
                <a:gd name="connsiteY51" fmla="*/ 135341 h 362610"/>
                <a:gd name="connsiteX52" fmla="*/ 277323 w 362309"/>
                <a:gd name="connsiteY52" fmla="*/ 213863 h 362610"/>
                <a:gd name="connsiteX53" fmla="*/ 277323 w 362309"/>
                <a:gd name="connsiteY53" fmla="*/ 213863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181305"/>
                    <a:pt x="362309" y="181305"/>
                    <a:pt x="362309" y="181305"/>
                  </a:cubicBezTo>
                  <a:cubicBezTo>
                    <a:pt x="362309" y="81077"/>
                    <a:pt x="281157" y="0"/>
                    <a:pt x="180835" y="0"/>
                  </a:cubicBezTo>
                  <a:cubicBezTo>
                    <a:pt x="180835" y="0"/>
                    <a:pt x="180835" y="0"/>
                    <a:pt x="180835" y="0"/>
                  </a:cubicBezTo>
                  <a:close/>
                  <a:moveTo>
                    <a:pt x="129077" y="287279"/>
                  </a:moveTo>
                  <a:cubicBezTo>
                    <a:pt x="127799" y="287279"/>
                    <a:pt x="126521" y="287279"/>
                    <a:pt x="124604" y="287279"/>
                  </a:cubicBezTo>
                  <a:cubicBezTo>
                    <a:pt x="109268" y="287279"/>
                    <a:pt x="96488" y="276427"/>
                    <a:pt x="94571" y="261105"/>
                  </a:cubicBezTo>
                  <a:lnTo>
                    <a:pt x="92015" y="245145"/>
                  </a:lnTo>
                  <a:cubicBezTo>
                    <a:pt x="92015" y="243230"/>
                    <a:pt x="92015" y="241953"/>
                    <a:pt x="93293" y="240676"/>
                  </a:cubicBezTo>
                  <a:cubicBezTo>
                    <a:pt x="102239" y="228547"/>
                    <a:pt x="118853" y="222801"/>
                    <a:pt x="145052" y="223439"/>
                  </a:cubicBezTo>
                  <a:cubicBezTo>
                    <a:pt x="148247" y="223439"/>
                    <a:pt x="150803" y="225993"/>
                    <a:pt x="151441" y="229185"/>
                  </a:cubicBezTo>
                  <a:lnTo>
                    <a:pt x="154636" y="252806"/>
                  </a:lnTo>
                  <a:cubicBezTo>
                    <a:pt x="157192" y="269404"/>
                    <a:pt x="146330" y="284726"/>
                    <a:pt x="129077" y="287279"/>
                  </a:cubicBezTo>
                  <a:lnTo>
                    <a:pt x="129077" y="287279"/>
                  </a:lnTo>
                  <a:close/>
                  <a:moveTo>
                    <a:pt x="163582" y="147470"/>
                  </a:moveTo>
                  <a:cubicBezTo>
                    <a:pt x="163582" y="147470"/>
                    <a:pt x="163582" y="148108"/>
                    <a:pt x="163582" y="148108"/>
                  </a:cubicBezTo>
                  <a:cubicBezTo>
                    <a:pt x="161026" y="158961"/>
                    <a:pt x="152081" y="199819"/>
                    <a:pt x="152081" y="200457"/>
                  </a:cubicBezTo>
                  <a:cubicBezTo>
                    <a:pt x="151441" y="203649"/>
                    <a:pt x="148247" y="205564"/>
                    <a:pt x="145052" y="205564"/>
                  </a:cubicBezTo>
                  <a:cubicBezTo>
                    <a:pt x="131633" y="204926"/>
                    <a:pt x="102878" y="214502"/>
                    <a:pt x="92654" y="218332"/>
                  </a:cubicBezTo>
                  <a:cubicBezTo>
                    <a:pt x="92015" y="218332"/>
                    <a:pt x="91376" y="218971"/>
                    <a:pt x="90098" y="218971"/>
                  </a:cubicBezTo>
                  <a:cubicBezTo>
                    <a:pt x="88820" y="218971"/>
                    <a:pt x="88181" y="218971"/>
                    <a:pt x="87542" y="218332"/>
                  </a:cubicBezTo>
                  <a:cubicBezTo>
                    <a:pt x="85625" y="217694"/>
                    <a:pt x="84986" y="215779"/>
                    <a:pt x="84347" y="214502"/>
                  </a:cubicBezTo>
                  <a:cubicBezTo>
                    <a:pt x="77957" y="192158"/>
                    <a:pt x="77318" y="138533"/>
                    <a:pt x="77318" y="136617"/>
                  </a:cubicBezTo>
                  <a:lnTo>
                    <a:pt x="77318" y="135979"/>
                  </a:lnTo>
                  <a:cubicBezTo>
                    <a:pt x="77318" y="133425"/>
                    <a:pt x="84347" y="75331"/>
                    <a:pt x="127160" y="75331"/>
                  </a:cubicBezTo>
                  <a:lnTo>
                    <a:pt x="127160" y="75331"/>
                  </a:lnTo>
                  <a:cubicBezTo>
                    <a:pt x="136106" y="75331"/>
                    <a:pt x="145052" y="79161"/>
                    <a:pt x="150803" y="85545"/>
                  </a:cubicBezTo>
                  <a:cubicBezTo>
                    <a:pt x="168694" y="104059"/>
                    <a:pt x="164221" y="145555"/>
                    <a:pt x="163582" y="147470"/>
                  </a:cubicBezTo>
                  <a:close/>
                  <a:moveTo>
                    <a:pt x="267099" y="261743"/>
                  </a:moveTo>
                  <a:cubicBezTo>
                    <a:pt x="265182" y="276427"/>
                    <a:pt x="252403" y="287918"/>
                    <a:pt x="237067" y="287918"/>
                  </a:cubicBezTo>
                  <a:cubicBezTo>
                    <a:pt x="235789" y="287918"/>
                    <a:pt x="233872" y="287918"/>
                    <a:pt x="232594" y="287918"/>
                  </a:cubicBezTo>
                  <a:cubicBezTo>
                    <a:pt x="215980" y="285364"/>
                    <a:pt x="204478" y="270043"/>
                    <a:pt x="207034" y="253444"/>
                  </a:cubicBezTo>
                  <a:lnTo>
                    <a:pt x="210229" y="229823"/>
                  </a:lnTo>
                  <a:cubicBezTo>
                    <a:pt x="210868" y="226631"/>
                    <a:pt x="213424" y="224078"/>
                    <a:pt x="216619" y="224078"/>
                  </a:cubicBezTo>
                  <a:cubicBezTo>
                    <a:pt x="242179" y="224078"/>
                    <a:pt x="259431" y="229823"/>
                    <a:pt x="268377" y="241315"/>
                  </a:cubicBezTo>
                  <a:cubicBezTo>
                    <a:pt x="269655" y="242591"/>
                    <a:pt x="269655" y="244507"/>
                    <a:pt x="269655" y="245783"/>
                  </a:cubicBezTo>
                  <a:lnTo>
                    <a:pt x="267099" y="261743"/>
                  </a:lnTo>
                  <a:close/>
                  <a:moveTo>
                    <a:pt x="277323" y="213863"/>
                  </a:moveTo>
                  <a:cubicBezTo>
                    <a:pt x="276684" y="215779"/>
                    <a:pt x="275406" y="217055"/>
                    <a:pt x="274128" y="217694"/>
                  </a:cubicBezTo>
                  <a:cubicBezTo>
                    <a:pt x="272211" y="218332"/>
                    <a:pt x="270294" y="218332"/>
                    <a:pt x="269016" y="217694"/>
                  </a:cubicBezTo>
                  <a:cubicBezTo>
                    <a:pt x="258792" y="213863"/>
                    <a:pt x="230677" y="203649"/>
                    <a:pt x="216619" y="204926"/>
                  </a:cubicBezTo>
                  <a:cubicBezTo>
                    <a:pt x="213424" y="204926"/>
                    <a:pt x="210868" y="203011"/>
                    <a:pt x="210229" y="199819"/>
                  </a:cubicBezTo>
                  <a:cubicBezTo>
                    <a:pt x="210229" y="199180"/>
                    <a:pt x="201283" y="158323"/>
                    <a:pt x="198727" y="147470"/>
                  </a:cubicBezTo>
                  <a:cubicBezTo>
                    <a:pt x="198727" y="147470"/>
                    <a:pt x="198727" y="146832"/>
                    <a:pt x="198727" y="146832"/>
                  </a:cubicBezTo>
                  <a:cubicBezTo>
                    <a:pt x="198727" y="144916"/>
                    <a:pt x="193615" y="104059"/>
                    <a:pt x="210868" y="84269"/>
                  </a:cubicBezTo>
                  <a:cubicBezTo>
                    <a:pt x="216619" y="77246"/>
                    <a:pt x="225565" y="73416"/>
                    <a:pt x="234511" y="74054"/>
                  </a:cubicBezTo>
                  <a:lnTo>
                    <a:pt x="234511" y="74054"/>
                  </a:lnTo>
                  <a:cubicBezTo>
                    <a:pt x="277323" y="74054"/>
                    <a:pt x="284352" y="132149"/>
                    <a:pt x="284352" y="134702"/>
                  </a:cubicBezTo>
                  <a:lnTo>
                    <a:pt x="284352" y="135341"/>
                  </a:lnTo>
                  <a:cubicBezTo>
                    <a:pt x="284352" y="137894"/>
                    <a:pt x="283713" y="191519"/>
                    <a:pt x="277323" y="213863"/>
                  </a:cubicBezTo>
                  <a:lnTo>
                    <a:pt x="277323" y="213863"/>
                  </a:lnTo>
                  <a:close/>
                </a:path>
              </a:pathLst>
            </a:custGeom>
            <a:solidFill>
              <a:srgbClr val="26890D"/>
            </a:solidFill>
            <a:ln w="6390" cap="flat">
              <a:noFill/>
              <a:prstDash val="solid"/>
              <a:miter/>
            </a:ln>
          </p:spPr>
          <p:txBody>
            <a:bodyPr rtlCol="0" anchor="ctr"/>
            <a:lstStyle/>
            <a:p>
              <a:endParaRPr lang="en-US"/>
            </a:p>
          </p:txBody>
        </p:sp>
      </p:grpSp>
      <p:grpSp>
        <p:nvGrpSpPr>
          <p:cNvPr id="1110" name="Graphic 4">
            <a:extLst>
              <a:ext uri="{FF2B5EF4-FFF2-40B4-BE49-F238E27FC236}">
                <a16:creationId xmlns:a16="http://schemas.microsoft.com/office/drawing/2014/main" id="{3A87D284-6FAB-B24E-8F49-461D7C1197EE}"/>
              </a:ext>
            </a:extLst>
          </p:cNvPr>
          <p:cNvGrpSpPr/>
          <p:nvPr/>
        </p:nvGrpSpPr>
        <p:grpSpPr>
          <a:xfrm>
            <a:off x="467743" y="4793256"/>
            <a:ext cx="361670" cy="361971"/>
            <a:chOff x="467743" y="4793256"/>
            <a:chExt cx="361670" cy="361971"/>
          </a:xfrm>
          <a:solidFill>
            <a:srgbClr val="26890D"/>
          </a:solidFill>
        </p:grpSpPr>
        <p:sp>
          <p:nvSpPr>
            <p:cNvPr id="1111" name="Graphic 4">
              <a:extLst>
                <a:ext uri="{FF2B5EF4-FFF2-40B4-BE49-F238E27FC236}">
                  <a16:creationId xmlns:a16="http://schemas.microsoft.com/office/drawing/2014/main" id="{4149F3DF-EF51-DB49-8A18-1084E4750388}"/>
                </a:ext>
              </a:extLst>
            </p:cNvPr>
            <p:cNvSpPr/>
            <p:nvPr/>
          </p:nvSpPr>
          <p:spPr>
            <a:xfrm>
              <a:off x="467743" y="4793256"/>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0667 h 361971"/>
                <a:gd name="connsiteX4" fmla="*/ 361670 w 361670"/>
                <a:gd name="connsiteY4" fmla="*/ 180667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667 h 361971"/>
                <a:gd name="connsiteX9" fmla="*/ 180835 w 361670"/>
                <a:gd name="connsiteY9" fmla="*/ 12129 h 361971"/>
                <a:gd name="connsiteX10" fmla="*/ 348891 w 361670"/>
                <a:gd name="connsiteY10" fmla="*/ 180667 h 361971"/>
                <a:gd name="connsiteX11" fmla="*/ 348891 w 361670"/>
                <a:gd name="connsiteY11" fmla="*/ 180667 h 361971"/>
                <a:gd name="connsiteX12" fmla="*/ 180835 w 361670"/>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5" y="0"/>
                  </a:moveTo>
                  <a:cubicBezTo>
                    <a:pt x="80513" y="0"/>
                    <a:pt x="0" y="81077"/>
                    <a:pt x="0" y="180667"/>
                  </a:cubicBezTo>
                  <a:cubicBezTo>
                    <a:pt x="0" y="280895"/>
                    <a:pt x="81152" y="361972"/>
                    <a:pt x="180835" y="361972"/>
                  </a:cubicBezTo>
                  <a:cubicBezTo>
                    <a:pt x="280518" y="361972"/>
                    <a:pt x="361670" y="280895"/>
                    <a:pt x="361670" y="180667"/>
                  </a:cubicBezTo>
                  <a:cubicBezTo>
                    <a:pt x="361670" y="180667"/>
                    <a:pt x="361670" y="180667"/>
                    <a:pt x="361670" y="180667"/>
                  </a:cubicBezTo>
                  <a:cubicBezTo>
                    <a:pt x="361670" y="80438"/>
                    <a:pt x="281157" y="0"/>
                    <a:pt x="180835" y="0"/>
                  </a:cubicBezTo>
                  <a:cubicBezTo>
                    <a:pt x="180835" y="0"/>
                    <a:pt x="180835" y="0"/>
                    <a:pt x="180835" y="0"/>
                  </a:cubicBezTo>
                  <a:close/>
                  <a:moveTo>
                    <a:pt x="180835" y="348565"/>
                  </a:moveTo>
                  <a:cubicBezTo>
                    <a:pt x="87542" y="348565"/>
                    <a:pt x="12780" y="273234"/>
                    <a:pt x="12780" y="180667"/>
                  </a:cubicBezTo>
                  <a:cubicBezTo>
                    <a:pt x="12780" y="87461"/>
                    <a:pt x="88181" y="12129"/>
                    <a:pt x="180835" y="12129"/>
                  </a:cubicBezTo>
                  <a:cubicBezTo>
                    <a:pt x="273489" y="12129"/>
                    <a:pt x="348891" y="87461"/>
                    <a:pt x="348891" y="180667"/>
                  </a:cubicBezTo>
                  <a:lnTo>
                    <a:pt x="348891" y="180667"/>
                  </a:lnTo>
                  <a:cubicBezTo>
                    <a:pt x="348891" y="273234"/>
                    <a:pt x="273489" y="348565"/>
                    <a:pt x="180835" y="348565"/>
                  </a:cubicBezTo>
                  <a:close/>
                </a:path>
              </a:pathLst>
            </a:custGeom>
            <a:solidFill>
              <a:srgbClr val="26890D"/>
            </a:solidFill>
            <a:ln w="6390" cap="flat">
              <a:noFill/>
              <a:prstDash val="solid"/>
              <a:miter/>
            </a:ln>
          </p:spPr>
          <p:txBody>
            <a:bodyPr rtlCol="0" anchor="ctr"/>
            <a:lstStyle/>
            <a:p>
              <a:endParaRPr lang="en-US"/>
            </a:p>
          </p:txBody>
        </p:sp>
        <p:sp>
          <p:nvSpPr>
            <p:cNvPr id="1112" name="Graphic 4">
              <a:extLst>
                <a:ext uri="{FF2B5EF4-FFF2-40B4-BE49-F238E27FC236}">
                  <a16:creationId xmlns:a16="http://schemas.microsoft.com/office/drawing/2014/main" id="{9D547807-9741-AA4D-870F-F135C27C245F}"/>
                </a:ext>
              </a:extLst>
            </p:cNvPr>
            <p:cNvSpPr/>
            <p:nvPr/>
          </p:nvSpPr>
          <p:spPr>
            <a:xfrm>
              <a:off x="543521" y="4864314"/>
              <a:ext cx="210113" cy="216916"/>
            </a:xfrm>
            <a:custGeom>
              <a:avLst/>
              <a:gdLst>
                <a:gd name="connsiteX0" fmla="*/ 195155 w 210113"/>
                <a:gd name="connsiteY0" fmla="*/ 124292 h 216916"/>
                <a:gd name="connsiteX1" fmla="*/ 186848 w 210113"/>
                <a:gd name="connsiteY1" fmla="*/ 121100 h 216916"/>
                <a:gd name="connsiteX2" fmla="*/ 186848 w 210113"/>
                <a:gd name="connsiteY2" fmla="*/ 121100 h 216916"/>
                <a:gd name="connsiteX3" fmla="*/ 158732 w 210113"/>
                <a:gd name="connsiteY3" fmla="*/ 135145 h 216916"/>
                <a:gd name="connsiteX4" fmla="*/ 156176 w 210113"/>
                <a:gd name="connsiteY4" fmla="*/ 143444 h 216916"/>
                <a:gd name="connsiteX5" fmla="*/ 161927 w 210113"/>
                <a:gd name="connsiteY5" fmla="*/ 146636 h 216916"/>
                <a:gd name="connsiteX6" fmla="*/ 164483 w 210113"/>
                <a:gd name="connsiteY6" fmla="*/ 145998 h 216916"/>
                <a:gd name="connsiteX7" fmla="*/ 178541 w 210113"/>
                <a:gd name="connsiteY7" fmla="*/ 138975 h 216916"/>
                <a:gd name="connsiteX8" fmla="*/ 113364 w 210113"/>
                <a:gd name="connsiteY8" fmla="*/ 202815 h 216916"/>
                <a:gd name="connsiteX9" fmla="*/ 113364 w 210113"/>
                <a:gd name="connsiteY9" fmla="*/ 58537 h 216916"/>
                <a:gd name="connsiteX10" fmla="*/ 152342 w 210113"/>
                <a:gd name="connsiteY10" fmla="*/ 58537 h 216916"/>
                <a:gd name="connsiteX11" fmla="*/ 158732 w 210113"/>
                <a:gd name="connsiteY11" fmla="*/ 52153 h 216916"/>
                <a:gd name="connsiteX12" fmla="*/ 152342 w 210113"/>
                <a:gd name="connsiteY12" fmla="*/ 45769 h 216916"/>
                <a:gd name="connsiteX13" fmla="*/ 117837 w 210113"/>
                <a:gd name="connsiteY13" fmla="*/ 45769 h 216916"/>
                <a:gd name="connsiteX14" fmla="*/ 129338 w 210113"/>
                <a:gd name="connsiteY14" fmla="*/ 13849 h 216916"/>
                <a:gd name="connsiteX15" fmla="*/ 97389 w 210113"/>
                <a:gd name="connsiteY15" fmla="*/ 2358 h 216916"/>
                <a:gd name="connsiteX16" fmla="*/ 85887 w 210113"/>
                <a:gd name="connsiteY16" fmla="*/ 34278 h 216916"/>
                <a:gd name="connsiteX17" fmla="*/ 97389 w 210113"/>
                <a:gd name="connsiteY17" fmla="*/ 45769 h 216916"/>
                <a:gd name="connsiteX18" fmla="*/ 60966 w 210113"/>
                <a:gd name="connsiteY18" fmla="*/ 45769 h 216916"/>
                <a:gd name="connsiteX19" fmla="*/ 54576 w 210113"/>
                <a:gd name="connsiteY19" fmla="*/ 52153 h 216916"/>
                <a:gd name="connsiteX20" fmla="*/ 60966 w 210113"/>
                <a:gd name="connsiteY20" fmla="*/ 58537 h 216916"/>
                <a:gd name="connsiteX21" fmla="*/ 99945 w 210113"/>
                <a:gd name="connsiteY21" fmla="*/ 58537 h 216916"/>
                <a:gd name="connsiteX22" fmla="*/ 99945 w 210113"/>
                <a:gd name="connsiteY22" fmla="*/ 203453 h 216916"/>
                <a:gd name="connsiteX23" fmla="*/ 30294 w 210113"/>
                <a:gd name="connsiteY23" fmla="*/ 138337 h 216916"/>
                <a:gd name="connsiteX24" fmla="*/ 46269 w 210113"/>
                <a:gd name="connsiteY24" fmla="*/ 145998 h 216916"/>
                <a:gd name="connsiteX25" fmla="*/ 48825 w 210113"/>
                <a:gd name="connsiteY25" fmla="*/ 146636 h 216916"/>
                <a:gd name="connsiteX26" fmla="*/ 55215 w 210113"/>
                <a:gd name="connsiteY26" fmla="*/ 140252 h 216916"/>
                <a:gd name="connsiteX27" fmla="*/ 52020 w 210113"/>
                <a:gd name="connsiteY27" fmla="*/ 134507 h 216916"/>
                <a:gd name="connsiteX28" fmla="*/ 23904 w 210113"/>
                <a:gd name="connsiteY28" fmla="*/ 120462 h 216916"/>
                <a:gd name="connsiteX29" fmla="*/ 23265 w 210113"/>
                <a:gd name="connsiteY29" fmla="*/ 120462 h 216916"/>
                <a:gd name="connsiteX30" fmla="*/ 14959 w 210113"/>
                <a:gd name="connsiteY30" fmla="*/ 123654 h 216916"/>
                <a:gd name="connsiteX31" fmla="*/ 901 w 210113"/>
                <a:gd name="connsiteY31" fmla="*/ 151743 h 216916"/>
                <a:gd name="connsiteX32" fmla="*/ 3457 w 210113"/>
                <a:gd name="connsiteY32" fmla="*/ 160681 h 216916"/>
                <a:gd name="connsiteX33" fmla="*/ 12403 w 210113"/>
                <a:gd name="connsiteY33" fmla="*/ 158127 h 216916"/>
                <a:gd name="connsiteX34" fmla="*/ 12403 w 210113"/>
                <a:gd name="connsiteY34" fmla="*/ 157489 h 216916"/>
                <a:gd name="connsiteX35" fmla="*/ 18793 w 210113"/>
                <a:gd name="connsiteY35" fmla="*/ 145359 h 216916"/>
                <a:gd name="connsiteX36" fmla="*/ 119754 w 210113"/>
                <a:gd name="connsiteY36" fmla="*/ 215583 h 216916"/>
                <a:gd name="connsiteX37" fmla="*/ 190682 w 210113"/>
                <a:gd name="connsiteY37" fmla="*/ 142806 h 216916"/>
                <a:gd name="connsiteX38" fmla="*/ 198350 w 210113"/>
                <a:gd name="connsiteY38" fmla="*/ 157489 h 216916"/>
                <a:gd name="connsiteX39" fmla="*/ 204101 w 210113"/>
                <a:gd name="connsiteY39" fmla="*/ 161319 h 216916"/>
                <a:gd name="connsiteX40" fmla="*/ 206657 w 210113"/>
                <a:gd name="connsiteY40" fmla="*/ 160681 h 216916"/>
                <a:gd name="connsiteX41" fmla="*/ 209213 w 210113"/>
                <a:gd name="connsiteY41" fmla="*/ 152382 h 216916"/>
                <a:gd name="connsiteX42" fmla="*/ 195155 w 210113"/>
                <a:gd name="connsiteY42" fmla="*/ 124292 h 216916"/>
                <a:gd name="connsiteX43" fmla="*/ 96750 w 210113"/>
                <a:gd name="connsiteY43" fmla="*/ 25340 h 216916"/>
                <a:gd name="connsiteX44" fmla="*/ 107613 w 210113"/>
                <a:gd name="connsiteY44" fmla="*/ 14487 h 216916"/>
                <a:gd name="connsiteX45" fmla="*/ 118476 w 210113"/>
                <a:gd name="connsiteY45" fmla="*/ 25340 h 216916"/>
                <a:gd name="connsiteX46" fmla="*/ 107613 w 210113"/>
                <a:gd name="connsiteY46" fmla="*/ 36193 h 216916"/>
                <a:gd name="connsiteX47" fmla="*/ 107613 w 210113"/>
                <a:gd name="connsiteY47" fmla="*/ 36193 h 216916"/>
                <a:gd name="connsiteX48" fmla="*/ 96750 w 210113"/>
                <a:gd name="connsiteY48" fmla="*/ 25340 h 216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10113" h="216916">
                  <a:moveTo>
                    <a:pt x="195155" y="124292"/>
                  </a:moveTo>
                  <a:cubicBezTo>
                    <a:pt x="193877" y="121100"/>
                    <a:pt x="190043" y="119823"/>
                    <a:pt x="186848" y="121100"/>
                  </a:cubicBezTo>
                  <a:lnTo>
                    <a:pt x="186848" y="121100"/>
                  </a:lnTo>
                  <a:lnTo>
                    <a:pt x="158732" y="135145"/>
                  </a:lnTo>
                  <a:cubicBezTo>
                    <a:pt x="155537" y="137060"/>
                    <a:pt x="154259" y="140890"/>
                    <a:pt x="156176" y="143444"/>
                  </a:cubicBezTo>
                  <a:cubicBezTo>
                    <a:pt x="157454" y="145359"/>
                    <a:pt x="159371" y="146636"/>
                    <a:pt x="161927" y="146636"/>
                  </a:cubicBezTo>
                  <a:cubicBezTo>
                    <a:pt x="163205" y="146636"/>
                    <a:pt x="163844" y="146636"/>
                    <a:pt x="164483" y="145998"/>
                  </a:cubicBezTo>
                  <a:lnTo>
                    <a:pt x="178541" y="138975"/>
                  </a:lnTo>
                  <a:cubicBezTo>
                    <a:pt x="174068" y="172810"/>
                    <a:pt x="147230" y="198985"/>
                    <a:pt x="113364" y="202815"/>
                  </a:cubicBezTo>
                  <a:lnTo>
                    <a:pt x="113364" y="58537"/>
                  </a:lnTo>
                  <a:lnTo>
                    <a:pt x="152342" y="58537"/>
                  </a:lnTo>
                  <a:cubicBezTo>
                    <a:pt x="156176" y="58537"/>
                    <a:pt x="158732" y="55983"/>
                    <a:pt x="158732" y="52153"/>
                  </a:cubicBezTo>
                  <a:cubicBezTo>
                    <a:pt x="158732" y="48323"/>
                    <a:pt x="156176" y="45769"/>
                    <a:pt x="152342" y="45769"/>
                  </a:cubicBezTo>
                  <a:lnTo>
                    <a:pt x="117837" y="45769"/>
                  </a:lnTo>
                  <a:cubicBezTo>
                    <a:pt x="129977" y="40023"/>
                    <a:pt x="135089" y="25979"/>
                    <a:pt x="129338" y="13849"/>
                  </a:cubicBezTo>
                  <a:cubicBezTo>
                    <a:pt x="123587" y="1719"/>
                    <a:pt x="109530" y="-3388"/>
                    <a:pt x="97389" y="2358"/>
                  </a:cubicBezTo>
                  <a:cubicBezTo>
                    <a:pt x="85248" y="8103"/>
                    <a:pt x="80136" y="22148"/>
                    <a:pt x="85887" y="34278"/>
                  </a:cubicBezTo>
                  <a:cubicBezTo>
                    <a:pt x="88443" y="39385"/>
                    <a:pt x="92277" y="43215"/>
                    <a:pt x="97389" y="45769"/>
                  </a:cubicBezTo>
                  <a:lnTo>
                    <a:pt x="60966" y="45769"/>
                  </a:lnTo>
                  <a:cubicBezTo>
                    <a:pt x="57132" y="45769"/>
                    <a:pt x="54576" y="48323"/>
                    <a:pt x="54576" y="52153"/>
                  </a:cubicBezTo>
                  <a:cubicBezTo>
                    <a:pt x="54576" y="55983"/>
                    <a:pt x="57132" y="58537"/>
                    <a:pt x="60966" y="58537"/>
                  </a:cubicBezTo>
                  <a:lnTo>
                    <a:pt x="99945" y="58537"/>
                  </a:lnTo>
                  <a:lnTo>
                    <a:pt x="99945" y="203453"/>
                  </a:lnTo>
                  <a:cubicBezTo>
                    <a:pt x="64161" y="201538"/>
                    <a:pt x="34767" y="174087"/>
                    <a:pt x="30294" y="138337"/>
                  </a:cubicBezTo>
                  <a:lnTo>
                    <a:pt x="46269" y="145998"/>
                  </a:lnTo>
                  <a:cubicBezTo>
                    <a:pt x="46908" y="146636"/>
                    <a:pt x="48186" y="146636"/>
                    <a:pt x="48825" y="146636"/>
                  </a:cubicBezTo>
                  <a:cubicBezTo>
                    <a:pt x="52659" y="146636"/>
                    <a:pt x="55215" y="143444"/>
                    <a:pt x="55215" y="140252"/>
                  </a:cubicBezTo>
                  <a:cubicBezTo>
                    <a:pt x="55215" y="137698"/>
                    <a:pt x="53937" y="135783"/>
                    <a:pt x="52020" y="134507"/>
                  </a:cubicBezTo>
                  <a:lnTo>
                    <a:pt x="23904" y="120462"/>
                  </a:lnTo>
                  <a:lnTo>
                    <a:pt x="23265" y="120462"/>
                  </a:lnTo>
                  <a:cubicBezTo>
                    <a:pt x="20070" y="119185"/>
                    <a:pt x="16237" y="120462"/>
                    <a:pt x="14959" y="123654"/>
                  </a:cubicBezTo>
                  <a:lnTo>
                    <a:pt x="901" y="151743"/>
                  </a:lnTo>
                  <a:cubicBezTo>
                    <a:pt x="-1016" y="154935"/>
                    <a:pt x="262" y="158766"/>
                    <a:pt x="3457" y="160681"/>
                  </a:cubicBezTo>
                  <a:cubicBezTo>
                    <a:pt x="6652" y="162596"/>
                    <a:pt x="10486" y="161319"/>
                    <a:pt x="12403" y="158127"/>
                  </a:cubicBezTo>
                  <a:cubicBezTo>
                    <a:pt x="12403" y="158127"/>
                    <a:pt x="12403" y="158127"/>
                    <a:pt x="12403" y="157489"/>
                  </a:cubicBezTo>
                  <a:lnTo>
                    <a:pt x="18793" y="145359"/>
                  </a:lnTo>
                  <a:cubicBezTo>
                    <a:pt x="27099" y="192601"/>
                    <a:pt x="72468" y="223882"/>
                    <a:pt x="119754" y="215583"/>
                  </a:cubicBezTo>
                  <a:cubicBezTo>
                    <a:pt x="156815" y="209199"/>
                    <a:pt x="184931" y="179833"/>
                    <a:pt x="190682" y="142806"/>
                  </a:cubicBezTo>
                  <a:lnTo>
                    <a:pt x="198350" y="157489"/>
                  </a:lnTo>
                  <a:cubicBezTo>
                    <a:pt x="199628" y="159404"/>
                    <a:pt x="201545" y="161319"/>
                    <a:pt x="204101" y="161319"/>
                  </a:cubicBezTo>
                  <a:cubicBezTo>
                    <a:pt x="205379" y="161319"/>
                    <a:pt x="206018" y="161319"/>
                    <a:pt x="206657" y="160681"/>
                  </a:cubicBezTo>
                  <a:cubicBezTo>
                    <a:pt x="209852" y="159404"/>
                    <a:pt x="211130" y="155574"/>
                    <a:pt x="209213" y="152382"/>
                  </a:cubicBezTo>
                  <a:lnTo>
                    <a:pt x="195155" y="124292"/>
                  </a:lnTo>
                  <a:close/>
                  <a:moveTo>
                    <a:pt x="96750" y="25340"/>
                  </a:moveTo>
                  <a:cubicBezTo>
                    <a:pt x="96750" y="18956"/>
                    <a:pt x="101862" y="14487"/>
                    <a:pt x="107613" y="14487"/>
                  </a:cubicBezTo>
                  <a:cubicBezTo>
                    <a:pt x="113364" y="14487"/>
                    <a:pt x="118476" y="19595"/>
                    <a:pt x="118476" y="25340"/>
                  </a:cubicBezTo>
                  <a:cubicBezTo>
                    <a:pt x="118476" y="31724"/>
                    <a:pt x="113364" y="36193"/>
                    <a:pt x="107613" y="36193"/>
                  </a:cubicBezTo>
                  <a:cubicBezTo>
                    <a:pt x="107613" y="36193"/>
                    <a:pt x="107613" y="36193"/>
                    <a:pt x="107613" y="36193"/>
                  </a:cubicBezTo>
                  <a:cubicBezTo>
                    <a:pt x="101223" y="36831"/>
                    <a:pt x="96750" y="31724"/>
                    <a:pt x="96750" y="25340"/>
                  </a:cubicBezTo>
                  <a:close/>
                </a:path>
              </a:pathLst>
            </a:custGeom>
            <a:solidFill>
              <a:srgbClr val="26890D"/>
            </a:solidFill>
            <a:ln w="6390" cap="flat">
              <a:noFill/>
              <a:prstDash val="solid"/>
              <a:miter/>
            </a:ln>
          </p:spPr>
          <p:txBody>
            <a:bodyPr rtlCol="0" anchor="ctr"/>
            <a:lstStyle/>
            <a:p>
              <a:endParaRPr lang="en-US"/>
            </a:p>
          </p:txBody>
        </p:sp>
      </p:grpSp>
      <p:grpSp>
        <p:nvGrpSpPr>
          <p:cNvPr id="1113" name="Graphic 4">
            <a:extLst>
              <a:ext uri="{FF2B5EF4-FFF2-40B4-BE49-F238E27FC236}">
                <a16:creationId xmlns:a16="http://schemas.microsoft.com/office/drawing/2014/main" id="{A780DC3D-CD29-8F43-842C-D8BC172EE563}"/>
              </a:ext>
            </a:extLst>
          </p:cNvPr>
          <p:cNvGrpSpPr/>
          <p:nvPr/>
        </p:nvGrpSpPr>
        <p:grpSpPr>
          <a:xfrm>
            <a:off x="905454" y="4793256"/>
            <a:ext cx="362309" cy="361971"/>
            <a:chOff x="905454" y="4793256"/>
            <a:chExt cx="362309" cy="361971"/>
          </a:xfrm>
          <a:solidFill>
            <a:srgbClr val="26890D"/>
          </a:solidFill>
        </p:grpSpPr>
        <p:sp>
          <p:nvSpPr>
            <p:cNvPr id="1114" name="Graphic 4">
              <a:extLst>
                <a:ext uri="{FF2B5EF4-FFF2-40B4-BE49-F238E27FC236}">
                  <a16:creationId xmlns:a16="http://schemas.microsoft.com/office/drawing/2014/main" id="{E10C0D4D-E3EB-FE4C-B34E-BA30B567A791}"/>
                </a:ext>
              </a:extLst>
            </p:cNvPr>
            <p:cNvSpPr/>
            <p:nvPr/>
          </p:nvSpPr>
          <p:spPr>
            <a:xfrm>
              <a:off x="905454" y="4793256"/>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81796 w 362309"/>
                <a:gd name="connsiteY6" fmla="*/ 232377 h 361971"/>
                <a:gd name="connsiteX7" fmla="*/ 279240 w 362309"/>
                <a:gd name="connsiteY7" fmla="*/ 233015 h 361971"/>
                <a:gd name="connsiteX8" fmla="*/ 273489 w 362309"/>
                <a:gd name="connsiteY8" fmla="*/ 229185 h 361971"/>
                <a:gd name="connsiteX9" fmla="*/ 266460 w 362309"/>
                <a:gd name="connsiteY9" fmla="*/ 214502 h 361971"/>
                <a:gd name="connsiteX10" fmla="*/ 167416 w 362309"/>
                <a:gd name="connsiteY10" fmla="*/ 287279 h 361971"/>
                <a:gd name="connsiteX11" fmla="*/ 94571 w 362309"/>
                <a:gd name="connsiteY11" fmla="*/ 217055 h 361971"/>
                <a:gd name="connsiteX12" fmla="*/ 88820 w 362309"/>
                <a:gd name="connsiteY12" fmla="*/ 229185 h 361971"/>
                <a:gd name="connsiteX13" fmla="*/ 83069 w 362309"/>
                <a:gd name="connsiteY13" fmla="*/ 233015 h 361971"/>
                <a:gd name="connsiteX14" fmla="*/ 76679 w 362309"/>
                <a:gd name="connsiteY14" fmla="*/ 226631 h 361971"/>
                <a:gd name="connsiteX15" fmla="*/ 77318 w 362309"/>
                <a:gd name="connsiteY15" fmla="*/ 224078 h 361971"/>
                <a:gd name="connsiteX16" fmla="*/ 91376 w 362309"/>
                <a:gd name="connsiteY16" fmla="*/ 195988 h 361971"/>
                <a:gd name="connsiteX17" fmla="*/ 99683 w 362309"/>
                <a:gd name="connsiteY17" fmla="*/ 192796 h 361971"/>
                <a:gd name="connsiteX18" fmla="*/ 100322 w 362309"/>
                <a:gd name="connsiteY18" fmla="*/ 192796 h 361971"/>
                <a:gd name="connsiteX19" fmla="*/ 128438 w 362309"/>
                <a:gd name="connsiteY19" fmla="*/ 206841 h 361971"/>
                <a:gd name="connsiteX20" fmla="*/ 130994 w 362309"/>
                <a:gd name="connsiteY20" fmla="*/ 215140 h 361971"/>
                <a:gd name="connsiteX21" fmla="*/ 125243 w 362309"/>
                <a:gd name="connsiteY21" fmla="*/ 218332 h 361971"/>
                <a:gd name="connsiteX22" fmla="*/ 122687 w 362309"/>
                <a:gd name="connsiteY22" fmla="*/ 217694 h 361971"/>
                <a:gd name="connsiteX23" fmla="*/ 106712 w 362309"/>
                <a:gd name="connsiteY23" fmla="*/ 210033 h 361971"/>
                <a:gd name="connsiteX24" fmla="*/ 176362 w 362309"/>
                <a:gd name="connsiteY24" fmla="*/ 275149 h 361971"/>
                <a:gd name="connsiteX25" fmla="*/ 176362 w 362309"/>
                <a:gd name="connsiteY25" fmla="*/ 130872 h 361971"/>
                <a:gd name="connsiteX26" fmla="*/ 137384 w 362309"/>
                <a:gd name="connsiteY26" fmla="*/ 130872 h 361971"/>
                <a:gd name="connsiteX27" fmla="*/ 130994 w 362309"/>
                <a:gd name="connsiteY27" fmla="*/ 124488 h 361971"/>
                <a:gd name="connsiteX28" fmla="*/ 137384 w 362309"/>
                <a:gd name="connsiteY28" fmla="*/ 118104 h 361971"/>
                <a:gd name="connsiteX29" fmla="*/ 173806 w 362309"/>
                <a:gd name="connsiteY29" fmla="*/ 118104 h 361971"/>
                <a:gd name="connsiteX30" fmla="*/ 162304 w 362309"/>
                <a:gd name="connsiteY30" fmla="*/ 86184 h 361971"/>
                <a:gd name="connsiteX31" fmla="*/ 194254 w 362309"/>
                <a:gd name="connsiteY31" fmla="*/ 74693 h 361971"/>
                <a:gd name="connsiteX32" fmla="*/ 205756 w 362309"/>
                <a:gd name="connsiteY32" fmla="*/ 106613 h 361971"/>
                <a:gd name="connsiteX33" fmla="*/ 194254 w 362309"/>
                <a:gd name="connsiteY33" fmla="*/ 118104 h 361971"/>
                <a:gd name="connsiteX34" fmla="*/ 228760 w 362309"/>
                <a:gd name="connsiteY34" fmla="*/ 118104 h 361971"/>
                <a:gd name="connsiteX35" fmla="*/ 235150 w 362309"/>
                <a:gd name="connsiteY35" fmla="*/ 124488 h 361971"/>
                <a:gd name="connsiteX36" fmla="*/ 228760 w 362309"/>
                <a:gd name="connsiteY36" fmla="*/ 130872 h 361971"/>
                <a:gd name="connsiteX37" fmla="*/ 189781 w 362309"/>
                <a:gd name="connsiteY37" fmla="*/ 130872 h 361971"/>
                <a:gd name="connsiteX38" fmla="*/ 189781 w 362309"/>
                <a:gd name="connsiteY38" fmla="*/ 275149 h 361971"/>
                <a:gd name="connsiteX39" fmla="*/ 254959 w 362309"/>
                <a:gd name="connsiteY39" fmla="*/ 211310 h 361971"/>
                <a:gd name="connsiteX40" fmla="*/ 240901 w 362309"/>
                <a:gd name="connsiteY40" fmla="*/ 218332 h 361971"/>
                <a:gd name="connsiteX41" fmla="*/ 238345 w 362309"/>
                <a:gd name="connsiteY41" fmla="*/ 218971 h 361971"/>
                <a:gd name="connsiteX42" fmla="*/ 231955 w 362309"/>
                <a:gd name="connsiteY42" fmla="*/ 212587 h 361971"/>
                <a:gd name="connsiteX43" fmla="*/ 235150 w 362309"/>
                <a:gd name="connsiteY43" fmla="*/ 206841 h 361971"/>
                <a:gd name="connsiteX44" fmla="*/ 263265 w 362309"/>
                <a:gd name="connsiteY44" fmla="*/ 192796 h 361971"/>
                <a:gd name="connsiteX45" fmla="*/ 263904 w 362309"/>
                <a:gd name="connsiteY45" fmla="*/ 192796 h 361971"/>
                <a:gd name="connsiteX46" fmla="*/ 272211 w 362309"/>
                <a:gd name="connsiteY46" fmla="*/ 195988 h 361971"/>
                <a:gd name="connsiteX47" fmla="*/ 286269 w 362309"/>
                <a:gd name="connsiteY47" fmla="*/ 224078 h 361971"/>
                <a:gd name="connsiteX48" fmla="*/ 281796 w 362309"/>
                <a:gd name="connsiteY48" fmla="*/ 232377 h 361971"/>
                <a:gd name="connsiteX49" fmla="*/ 281796 w 362309"/>
                <a:gd name="connsiteY49" fmla="*/ 23237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0438"/>
                    <a:pt x="281157" y="0"/>
                    <a:pt x="180835" y="0"/>
                  </a:cubicBezTo>
                  <a:close/>
                  <a:moveTo>
                    <a:pt x="281796" y="232377"/>
                  </a:moveTo>
                  <a:cubicBezTo>
                    <a:pt x="281157" y="233015"/>
                    <a:pt x="279879" y="233015"/>
                    <a:pt x="279240" y="233015"/>
                  </a:cubicBezTo>
                  <a:cubicBezTo>
                    <a:pt x="276684" y="233015"/>
                    <a:pt x="274767" y="231738"/>
                    <a:pt x="273489" y="229185"/>
                  </a:cubicBezTo>
                  <a:lnTo>
                    <a:pt x="266460" y="214502"/>
                  </a:lnTo>
                  <a:cubicBezTo>
                    <a:pt x="259431" y="261743"/>
                    <a:pt x="214702" y="294940"/>
                    <a:pt x="167416" y="287279"/>
                  </a:cubicBezTo>
                  <a:cubicBezTo>
                    <a:pt x="130994" y="281533"/>
                    <a:pt x="101600" y="253444"/>
                    <a:pt x="94571" y="217055"/>
                  </a:cubicBezTo>
                  <a:lnTo>
                    <a:pt x="88820" y="229185"/>
                  </a:lnTo>
                  <a:cubicBezTo>
                    <a:pt x="87542" y="231100"/>
                    <a:pt x="85625" y="233015"/>
                    <a:pt x="83069" y="233015"/>
                  </a:cubicBezTo>
                  <a:cubicBezTo>
                    <a:pt x="79235" y="233015"/>
                    <a:pt x="76679" y="229823"/>
                    <a:pt x="76679" y="226631"/>
                  </a:cubicBezTo>
                  <a:cubicBezTo>
                    <a:pt x="76679" y="225355"/>
                    <a:pt x="76679" y="224716"/>
                    <a:pt x="77318" y="224078"/>
                  </a:cubicBezTo>
                  <a:lnTo>
                    <a:pt x="91376" y="195988"/>
                  </a:lnTo>
                  <a:cubicBezTo>
                    <a:pt x="92654" y="192796"/>
                    <a:pt x="96488" y="191519"/>
                    <a:pt x="99683" y="192796"/>
                  </a:cubicBezTo>
                  <a:lnTo>
                    <a:pt x="100322" y="192796"/>
                  </a:lnTo>
                  <a:lnTo>
                    <a:pt x="128438" y="206841"/>
                  </a:lnTo>
                  <a:cubicBezTo>
                    <a:pt x="131633" y="208756"/>
                    <a:pt x="132911" y="212587"/>
                    <a:pt x="130994" y="215140"/>
                  </a:cubicBezTo>
                  <a:cubicBezTo>
                    <a:pt x="129716" y="217055"/>
                    <a:pt x="127799" y="218332"/>
                    <a:pt x="125243" y="218332"/>
                  </a:cubicBezTo>
                  <a:cubicBezTo>
                    <a:pt x="123965" y="218332"/>
                    <a:pt x="123326" y="218332"/>
                    <a:pt x="122687" y="217694"/>
                  </a:cubicBezTo>
                  <a:lnTo>
                    <a:pt x="106712" y="210033"/>
                  </a:lnTo>
                  <a:cubicBezTo>
                    <a:pt x="111185" y="245783"/>
                    <a:pt x="140579" y="273234"/>
                    <a:pt x="176362" y="275149"/>
                  </a:cubicBezTo>
                  <a:lnTo>
                    <a:pt x="176362" y="130872"/>
                  </a:lnTo>
                  <a:lnTo>
                    <a:pt x="137384" y="130872"/>
                  </a:lnTo>
                  <a:cubicBezTo>
                    <a:pt x="133550" y="130872"/>
                    <a:pt x="130994" y="128318"/>
                    <a:pt x="130994" y="124488"/>
                  </a:cubicBezTo>
                  <a:cubicBezTo>
                    <a:pt x="130994" y="120657"/>
                    <a:pt x="133550" y="118104"/>
                    <a:pt x="137384" y="118104"/>
                  </a:cubicBezTo>
                  <a:lnTo>
                    <a:pt x="173806" y="118104"/>
                  </a:lnTo>
                  <a:cubicBezTo>
                    <a:pt x="161665" y="112358"/>
                    <a:pt x="156553" y="98313"/>
                    <a:pt x="162304" y="86184"/>
                  </a:cubicBezTo>
                  <a:cubicBezTo>
                    <a:pt x="168055" y="74054"/>
                    <a:pt x="182113" y="68947"/>
                    <a:pt x="194254" y="74693"/>
                  </a:cubicBezTo>
                  <a:cubicBezTo>
                    <a:pt x="206395" y="80438"/>
                    <a:pt x="211507" y="94483"/>
                    <a:pt x="205756" y="106613"/>
                  </a:cubicBezTo>
                  <a:cubicBezTo>
                    <a:pt x="203200" y="111720"/>
                    <a:pt x="199366" y="116189"/>
                    <a:pt x="194254" y="118104"/>
                  </a:cubicBezTo>
                  <a:lnTo>
                    <a:pt x="228760" y="118104"/>
                  </a:lnTo>
                  <a:cubicBezTo>
                    <a:pt x="232594" y="118104"/>
                    <a:pt x="235150" y="120657"/>
                    <a:pt x="235150" y="124488"/>
                  </a:cubicBezTo>
                  <a:cubicBezTo>
                    <a:pt x="235150" y="128318"/>
                    <a:pt x="232594" y="130872"/>
                    <a:pt x="228760" y="130872"/>
                  </a:cubicBezTo>
                  <a:lnTo>
                    <a:pt x="189781" y="130872"/>
                  </a:lnTo>
                  <a:lnTo>
                    <a:pt x="189781" y="275149"/>
                  </a:lnTo>
                  <a:cubicBezTo>
                    <a:pt x="223648" y="271319"/>
                    <a:pt x="249847" y="245145"/>
                    <a:pt x="254959" y="211310"/>
                  </a:cubicBezTo>
                  <a:lnTo>
                    <a:pt x="240901" y="218332"/>
                  </a:lnTo>
                  <a:cubicBezTo>
                    <a:pt x="240262" y="218971"/>
                    <a:pt x="238984" y="218971"/>
                    <a:pt x="238345" y="218971"/>
                  </a:cubicBezTo>
                  <a:cubicBezTo>
                    <a:pt x="234511" y="218971"/>
                    <a:pt x="231955" y="215779"/>
                    <a:pt x="231955" y="212587"/>
                  </a:cubicBezTo>
                  <a:cubicBezTo>
                    <a:pt x="231955" y="210033"/>
                    <a:pt x="233233" y="208118"/>
                    <a:pt x="235150" y="206841"/>
                  </a:cubicBezTo>
                  <a:lnTo>
                    <a:pt x="263265" y="192796"/>
                  </a:lnTo>
                  <a:lnTo>
                    <a:pt x="263904" y="192796"/>
                  </a:lnTo>
                  <a:cubicBezTo>
                    <a:pt x="267099" y="191519"/>
                    <a:pt x="270933" y="192796"/>
                    <a:pt x="272211" y="195988"/>
                  </a:cubicBezTo>
                  <a:lnTo>
                    <a:pt x="286269" y="224078"/>
                  </a:lnTo>
                  <a:cubicBezTo>
                    <a:pt x="286269" y="227270"/>
                    <a:pt x="284991" y="230462"/>
                    <a:pt x="281796" y="232377"/>
                  </a:cubicBezTo>
                  <a:lnTo>
                    <a:pt x="281796" y="232377"/>
                  </a:lnTo>
                  <a:close/>
                </a:path>
              </a:pathLst>
            </a:custGeom>
            <a:solidFill>
              <a:srgbClr val="26890D"/>
            </a:solidFill>
            <a:ln w="6390" cap="flat">
              <a:noFill/>
              <a:prstDash val="solid"/>
              <a:miter/>
            </a:ln>
          </p:spPr>
          <p:txBody>
            <a:bodyPr rtlCol="0" anchor="ctr"/>
            <a:lstStyle/>
            <a:p>
              <a:endParaRPr lang="en-US"/>
            </a:p>
          </p:txBody>
        </p:sp>
        <p:sp>
          <p:nvSpPr>
            <p:cNvPr id="1115" name="Graphic 4">
              <a:extLst>
                <a:ext uri="{FF2B5EF4-FFF2-40B4-BE49-F238E27FC236}">
                  <a16:creationId xmlns:a16="http://schemas.microsoft.com/office/drawing/2014/main" id="{6222045F-BE9F-9E4E-8766-9FAD4E8C39AF}"/>
                </a:ext>
              </a:extLst>
            </p:cNvPr>
            <p:cNvSpPr/>
            <p:nvPr/>
          </p:nvSpPr>
          <p:spPr>
            <a:xfrm>
              <a:off x="1078621" y="4878801"/>
              <a:ext cx="21725" cy="21759"/>
            </a:xfrm>
            <a:custGeom>
              <a:avLst/>
              <a:gdLst>
                <a:gd name="connsiteX0" fmla="*/ 21726 w 21725"/>
                <a:gd name="connsiteY0" fmla="*/ 10853 h 21759"/>
                <a:gd name="connsiteX1" fmla="*/ 10863 w 21725"/>
                <a:gd name="connsiteY1" fmla="*/ 0 h 21759"/>
                <a:gd name="connsiteX2" fmla="*/ 0 w 21725"/>
                <a:gd name="connsiteY2" fmla="*/ 10853 h 21759"/>
                <a:gd name="connsiteX3" fmla="*/ 10863 w 21725"/>
                <a:gd name="connsiteY3" fmla="*/ 21706 h 21759"/>
                <a:gd name="connsiteX4" fmla="*/ 10863 w 21725"/>
                <a:gd name="connsiteY4" fmla="*/ 21706 h 21759"/>
                <a:gd name="connsiteX5" fmla="*/ 21726 w 21725"/>
                <a:gd name="connsiteY5" fmla="*/ 10853 h 21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5" h="21759">
                  <a:moveTo>
                    <a:pt x="21726" y="10853"/>
                  </a:moveTo>
                  <a:cubicBezTo>
                    <a:pt x="21726" y="4469"/>
                    <a:pt x="16614" y="0"/>
                    <a:pt x="10863" y="0"/>
                  </a:cubicBezTo>
                  <a:cubicBezTo>
                    <a:pt x="5112" y="0"/>
                    <a:pt x="0" y="5107"/>
                    <a:pt x="0" y="10853"/>
                  </a:cubicBezTo>
                  <a:cubicBezTo>
                    <a:pt x="0" y="17237"/>
                    <a:pt x="5112" y="21706"/>
                    <a:pt x="10863" y="21706"/>
                  </a:cubicBezTo>
                  <a:lnTo>
                    <a:pt x="10863" y="21706"/>
                  </a:lnTo>
                  <a:cubicBezTo>
                    <a:pt x="16614" y="22344"/>
                    <a:pt x="21726" y="17237"/>
                    <a:pt x="21726" y="10853"/>
                  </a:cubicBezTo>
                  <a:close/>
                </a:path>
              </a:pathLst>
            </a:custGeom>
            <a:solidFill>
              <a:srgbClr val="26890D"/>
            </a:solidFill>
            <a:ln w="6390" cap="flat">
              <a:noFill/>
              <a:prstDash val="solid"/>
              <a:miter/>
            </a:ln>
          </p:spPr>
          <p:txBody>
            <a:bodyPr rtlCol="0" anchor="ctr"/>
            <a:lstStyle/>
            <a:p>
              <a:endParaRPr lang="en-US"/>
            </a:p>
          </p:txBody>
        </p:sp>
      </p:grpSp>
      <p:grpSp>
        <p:nvGrpSpPr>
          <p:cNvPr id="1116" name="Graphic 4">
            <a:extLst>
              <a:ext uri="{FF2B5EF4-FFF2-40B4-BE49-F238E27FC236}">
                <a16:creationId xmlns:a16="http://schemas.microsoft.com/office/drawing/2014/main" id="{708004E9-993B-E947-A985-4D4B406B433C}"/>
              </a:ext>
            </a:extLst>
          </p:cNvPr>
          <p:cNvGrpSpPr/>
          <p:nvPr/>
        </p:nvGrpSpPr>
        <p:grpSpPr>
          <a:xfrm>
            <a:off x="3607762" y="918179"/>
            <a:ext cx="362309" cy="361971"/>
            <a:chOff x="467104" y="5277162"/>
            <a:chExt cx="362309" cy="361971"/>
          </a:xfrm>
          <a:solidFill>
            <a:srgbClr val="26890D"/>
          </a:solidFill>
        </p:grpSpPr>
        <p:sp>
          <p:nvSpPr>
            <p:cNvPr id="1117" name="Graphic 4">
              <a:extLst>
                <a:ext uri="{FF2B5EF4-FFF2-40B4-BE49-F238E27FC236}">
                  <a16:creationId xmlns:a16="http://schemas.microsoft.com/office/drawing/2014/main" id="{19DB9FCD-BE5C-5640-8C1C-33A784806A74}"/>
                </a:ext>
              </a:extLst>
            </p:cNvPr>
            <p:cNvSpPr/>
            <p:nvPr/>
          </p:nvSpPr>
          <p:spPr>
            <a:xfrm>
              <a:off x="467104" y="5277162"/>
              <a:ext cx="362309" cy="361971"/>
            </a:xfrm>
            <a:custGeom>
              <a:avLst/>
              <a:gdLst>
                <a:gd name="connsiteX0" fmla="*/ 181474 w 362309"/>
                <a:gd name="connsiteY0" fmla="*/ 0 h 361971"/>
                <a:gd name="connsiteX1" fmla="*/ 0 w 362309"/>
                <a:gd name="connsiteY1" fmla="*/ 180667 h 361971"/>
                <a:gd name="connsiteX2" fmla="*/ 181474 w 362309"/>
                <a:gd name="connsiteY2" fmla="*/ 361972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0 h 361971"/>
                <a:gd name="connsiteX7" fmla="*/ 181474 w 362309"/>
                <a:gd name="connsiteY7" fmla="*/ 349204 h 361971"/>
                <a:gd name="connsiteX8" fmla="*/ 13419 w 362309"/>
                <a:gd name="connsiteY8" fmla="*/ 181305 h 361971"/>
                <a:gd name="connsiteX9" fmla="*/ 181474 w 362309"/>
                <a:gd name="connsiteY9" fmla="*/ 12768 h 361971"/>
                <a:gd name="connsiteX10" fmla="*/ 349530 w 362309"/>
                <a:gd name="connsiteY10" fmla="*/ 181305 h 361971"/>
                <a:gd name="connsiteX11" fmla="*/ 349530 w 362309"/>
                <a:gd name="connsiteY11" fmla="*/ 181305 h 361971"/>
                <a:gd name="connsiteX12" fmla="*/ 181474 w 362309"/>
                <a:gd name="connsiteY12" fmla="*/ 349204 h 361971"/>
                <a:gd name="connsiteX13" fmla="*/ 181474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1474" y="0"/>
                  </a:moveTo>
                  <a:cubicBezTo>
                    <a:pt x="81152" y="0"/>
                    <a:pt x="0" y="81077"/>
                    <a:pt x="0" y="180667"/>
                  </a:cubicBezTo>
                  <a:cubicBezTo>
                    <a:pt x="0" y="280895"/>
                    <a:pt x="81152" y="361972"/>
                    <a:pt x="181474" y="361972"/>
                  </a:cubicBezTo>
                  <a:cubicBezTo>
                    <a:pt x="281796" y="361972"/>
                    <a:pt x="362309" y="280895"/>
                    <a:pt x="362309" y="180667"/>
                  </a:cubicBezTo>
                  <a:lnTo>
                    <a:pt x="362309" y="180667"/>
                  </a:lnTo>
                  <a:cubicBezTo>
                    <a:pt x="362309" y="81077"/>
                    <a:pt x="281796" y="0"/>
                    <a:pt x="181474" y="0"/>
                  </a:cubicBezTo>
                  <a:cubicBezTo>
                    <a:pt x="181474" y="0"/>
                    <a:pt x="181474"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cubicBezTo>
                    <a:pt x="349530" y="181305"/>
                    <a:pt x="349530" y="181305"/>
                    <a:pt x="349530" y="181305"/>
                  </a:cubicBezTo>
                  <a:cubicBezTo>
                    <a:pt x="349530" y="273873"/>
                    <a:pt x="274128" y="349204"/>
                    <a:pt x="181474" y="349204"/>
                  </a:cubicBezTo>
                  <a:lnTo>
                    <a:pt x="181474" y="349204"/>
                  </a:lnTo>
                  <a:close/>
                </a:path>
              </a:pathLst>
            </a:custGeom>
            <a:solidFill>
              <a:srgbClr val="26890D"/>
            </a:solidFill>
            <a:ln w="6390" cap="flat">
              <a:noFill/>
              <a:prstDash val="solid"/>
              <a:miter/>
            </a:ln>
          </p:spPr>
          <p:txBody>
            <a:bodyPr rtlCol="0" anchor="ctr"/>
            <a:lstStyle/>
            <a:p>
              <a:endParaRPr lang="en-US"/>
            </a:p>
          </p:txBody>
        </p:sp>
        <p:sp>
          <p:nvSpPr>
            <p:cNvPr id="1118" name="Graphic 4">
              <a:extLst>
                <a:ext uri="{FF2B5EF4-FFF2-40B4-BE49-F238E27FC236}">
                  <a16:creationId xmlns:a16="http://schemas.microsoft.com/office/drawing/2014/main" id="{D3BA04FC-5BA0-C44D-9FB6-3BB445D7F8AD}"/>
                </a:ext>
              </a:extLst>
            </p:cNvPr>
            <p:cNvSpPr/>
            <p:nvPr/>
          </p:nvSpPr>
          <p:spPr>
            <a:xfrm>
              <a:off x="542505" y="5353131"/>
              <a:ext cx="211589" cy="211309"/>
            </a:xfrm>
            <a:custGeom>
              <a:avLst/>
              <a:gdLst>
                <a:gd name="connsiteX0" fmla="*/ 205756 w 211589"/>
                <a:gd name="connsiteY0" fmla="*/ 98952 h 211309"/>
                <a:gd name="connsiteX1" fmla="*/ 184030 w 211589"/>
                <a:gd name="connsiteY1" fmla="*/ 98952 h 211309"/>
                <a:gd name="connsiteX2" fmla="*/ 165499 w 211589"/>
                <a:gd name="connsiteY2" fmla="*/ 55540 h 211309"/>
                <a:gd name="connsiteX3" fmla="*/ 182113 w 211589"/>
                <a:gd name="connsiteY3" fmla="*/ 38942 h 211309"/>
                <a:gd name="connsiteX4" fmla="*/ 182752 w 211589"/>
                <a:gd name="connsiteY4" fmla="*/ 30004 h 211309"/>
                <a:gd name="connsiteX5" fmla="*/ 173806 w 211589"/>
                <a:gd name="connsiteY5" fmla="*/ 29366 h 211309"/>
                <a:gd name="connsiteX6" fmla="*/ 173167 w 211589"/>
                <a:gd name="connsiteY6" fmla="*/ 30004 h 211309"/>
                <a:gd name="connsiteX7" fmla="*/ 156553 w 211589"/>
                <a:gd name="connsiteY7" fmla="*/ 46603 h 211309"/>
                <a:gd name="connsiteX8" fmla="*/ 112463 w 211589"/>
                <a:gd name="connsiteY8" fmla="*/ 28728 h 211309"/>
                <a:gd name="connsiteX9" fmla="*/ 112463 w 211589"/>
                <a:gd name="connsiteY9" fmla="*/ 6384 h 211309"/>
                <a:gd name="connsiteX10" fmla="*/ 106073 w 211589"/>
                <a:gd name="connsiteY10" fmla="*/ 0 h 211309"/>
                <a:gd name="connsiteX11" fmla="*/ 99683 w 211589"/>
                <a:gd name="connsiteY11" fmla="*/ 6384 h 211309"/>
                <a:gd name="connsiteX12" fmla="*/ 99683 w 211589"/>
                <a:gd name="connsiteY12" fmla="*/ 28728 h 211309"/>
                <a:gd name="connsiteX13" fmla="*/ 55592 w 211589"/>
                <a:gd name="connsiteY13" fmla="*/ 46603 h 211309"/>
                <a:gd name="connsiteX14" fmla="*/ 38979 w 211589"/>
                <a:gd name="connsiteY14" fmla="*/ 30004 h 211309"/>
                <a:gd name="connsiteX15" fmla="*/ 30033 w 211589"/>
                <a:gd name="connsiteY15" fmla="*/ 30004 h 211309"/>
                <a:gd name="connsiteX16" fmla="*/ 30033 w 211589"/>
                <a:gd name="connsiteY16" fmla="*/ 30004 h 211309"/>
                <a:gd name="connsiteX17" fmla="*/ 30033 w 211589"/>
                <a:gd name="connsiteY17" fmla="*/ 38942 h 211309"/>
                <a:gd name="connsiteX18" fmla="*/ 46647 w 211589"/>
                <a:gd name="connsiteY18" fmla="*/ 55540 h 211309"/>
                <a:gd name="connsiteX19" fmla="*/ 28116 w 211589"/>
                <a:gd name="connsiteY19" fmla="*/ 99590 h 211309"/>
                <a:gd name="connsiteX20" fmla="*/ 6390 w 211589"/>
                <a:gd name="connsiteY20" fmla="*/ 99590 h 211309"/>
                <a:gd name="connsiteX21" fmla="*/ 0 w 211589"/>
                <a:gd name="connsiteY21" fmla="*/ 105974 h 211309"/>
                <a:gd name="connsiteX22" fmla="*/ 6390 w 211589"/>
                <a:gd name="connsiteY22" fmla="*/ 112358 h 211309"/>
                <a:gd name="connsiteX23" fmla="*/ 28116 w 211589"/>
                <a:gd name="connsiteY23" fmla="*/ 112358 h 211309"/>
                <a:gd name="connsiteX24" fmla="*/ 46647 w 211589"/>
                <a:gd name="connsiteY24" fmla="*/ 157046 h 211309"/>
                <a:gd name="connsiteX25" fmla="*/ 31311 w 211589"/>
                <a:gd name="connsiteY25" fmla="*/ 172368 h 211309"/>
                <a:gd name="connsiteX26" fmla="*/ 31311 w 211589"/>
                <a:gd name="connsiteY26" fmla="*/ 181305 h 211309"/>
                <a:gd name="connsiteX27" fmla="*/ 35784 w 211589"/>
                <a:gd name="connsiteY27" fmla="*/ 183220 h 211309"/>
                <a:gd name="connsiteX28" fmla="*/ 40257 w 211589"/>
                <a:gd name="connsiteY28" fmla="*/ 181305 h 211309"/>
                <a:gd name="connsiteX29" fmla="*/ 55592 w 211589"/>
                <a:gd name="connsiteY29" fmla="*/ 165984 h 211309"/>
                <a:gd name="connsiteX30" fmla="*/ 99683 w 211589"/>
                <a:gd name="connsiteY30" fmla="*/ 183859 h 211309"/>
                <a:gd name="connsiteX31" fmla="*/ 99683 w 211589"/>
                <a:gd name="connsiteY31" fmla="*/ 204926 h 211309"/>
                <a:gd name="connsiteX32" fmla="*/ 106073 w 211589"/>
                <a:gd name="connsiteY32" fmla="*/ 211310 h 211309"/>
                <a:gd name="connsiteX33" fmla="*/ 112463 w 211589"/>
                <a:gd name="connsiteY33" fmla="*/ 204926 h 211309"/>
                <a:gd name="connsiteX34" fmla="*/ 112463 w 211589"/>
                <a:gd name="connsiteY34" fmla="*/ 183220 h 211309"/>
                <a:gd name="connsiteX35" fmla="*/ 156553 w 211589"/>
                <a:gd name="connsiteY35" fmla="*/ 164707 h 211309"/>
                <a:gd name="connsiteX36" fmla="*/ 172528 w 211589"/>
                <a:gd name="connsiteY36" fmla="*/ 180667 h 211309"/>
                <a:gd name="connsiteX37" fmla="*/ 181474 w 211589"/>
                <a:gd name="connsiteY37" fmla="*/ 180667 h 211309"/>
                <a:gd name="connsiteX38" fmla="*/ 181474 w 211589"/>
                <a:gd name="connsiteY38" fmla="*/ 171729 h 211309"/>
                <a:gd name="connsiteX39" fmla="*/ 165499 w 211589"/>
                <a:gd name="connsiteY39" fmla="*/ 155769 h 211309"/>
                <a:gd name="connsiteX40" fmla="*/ 183391 w 211589"/>
                <a:gd name="connsiteY40" fmla="*/ 111081 h 211309"/>
                <a:gd name="connsiteX41" fmla="*/ 205117 w 211589"/>
                <a:gd name="connsiteY41" fmla="*/ 111081 h 211309"/>
                <a:gd name="connsiteX42" fmla="*/ 205117 w 211589"/>
                <a:gd name="connsiteY42" fmla="*/ 111081 h 211309"/>
                <a:gd name="connsiteX43" fmla="*/ 211507 w 211589"/>
                <a:gd name="connsiteY43" fmla="*/ 104697 h 211309"/>
                <a:gd name="connsiteX44" fmla="*/ 205756 w 211589"/>
                <a:gd name="connsiteY44" fmla="*/ 98952 h 211309"/>
                <a:gd name="connsiteX45" fmla="*/ 171250 w 211589"/>
                <a:gd name="connsiteY45" fmla="*/ 98313 h 211309"/>
                <a:gd name="connsiteX46" fmla="*/ 125243 w 211589"/>
                <a:gd name="connsiteY46" fmla="*/ 97675 h 211309"/>
                <a:gd name="connsiteX47" fmla="*/ 124604 w 211589"/>
                <a:gd name="connsiteY47" fmla="*/ 95760 h 211309"/>
                <a:gd name="connsiteX48" fmla="*/ 157192 w 211589"/>
                <a:gd name="connsiteY48" fmla="*/ 63840 h 211309"/>
                <a:gd name="connsiteX49" fmla="*/ 171250 w 211589"/>
                <a:gd name="connsiteY49" fmla="*/ 98313 h 211309"/>
                <a:gd name="connsiteX50" fmla="*/ 112463 w 211589"/>
                <a:gd name="connsiteY50" fmla="*/ 40219 h 211309"/>
                <a:gd name="connsiteX51" fmla="*/ 146969 w 211589"/>
                <a:gd name="connsiteY51" fmla="*/ 54264 h 211309"/>
                <a:gd name="connsiteX52" fmla="*/ 114380 w 211589"/>
                <a:gd name="connsiteY52" fmla="*/ 86184 h 211309"/>
                <a:gd name="connsiteX53" fmla="*/ 112463 w 211589"/>
                <a:gd name="connsiteY53" fmla="*/ 85545 h 211309"/>
                <a:gd name="connsiteX54" fmla="*/ 112463 w 211589"/>
                <a:gd name="connsiteY54" fmla="*/ 40219 h 211309"/>
                <a:gd name="connsiteX55" fmla="*/ 99683 w 211589"/>
                <a:gd name="connsiteY55" fmla="*/ 40219 h 211309"/>
                <a:gd name="connsiteX56" fmla="*/ 99683 w 211589"/>
                <a:gd name="connsiteY56" fmla="*/ 86184 h 211309"/>
                <a:gd name="connsiteX57" fmla="*/ 97127 w 211589"/>
                <a:gd name="connsiteY57" fmla="*/ 87460 h 211309"/>
                <a:gd name="connsiteX58" fmla="*/ 64538 w 211589"/>
                <a:gd name="connsiteY58" fmla="*/ 54902 h 211309"/>
                <a:gd name="connsiteX59" fmla="*/ 99683 w 211589"/>
                <a:gd name="connsiteY59" fmla="*/ 40219 h 211309"/>
                <a:gd name="connsiteX60" fmla="*/ 55592 w 211589"/>
                <a:gd name="connsiteY60" fmla="*/ 63840 h 211309"/>
                <a:gd name="connsiteX61" fmla="*/ 88181 w 211589"/>
                <a:gd name="connsiteY61" fmla="*/ 96398 h 211309"/>
                <a:gd name="connsiteX62" fmla="*/ 86903 w 211589"/>
                <a:gd name="connsiteY62" fmla="*/ 98952 h 211309"/>
                <a:gd name="connsiteX63" fmla="*/ 40896 w 211589"/>
                <a:gd name="connsiteY63" fmla="*/ 98952 h 211309"/>
                <a:gd name="connsiteX64" fmla="*/ 55592 w 211589"/>
                <a:gd name="connsiteY64" fmla="*/ 63840 h 211309"/>
                <a:gd name="connsiteX65" fmla="*/ 55592 w 211589"/>
                <a:gd name="connsiteY65" fmla="*/ 63840 h 211309"/>
                <a:gd name="connsiteX66" fmla="*/ 55592 w 211589"/>
                <a:gd name="connsiteY66" fmla="*/ 146832 h 211309"/>
                <a:gd name="connsiteX67" fmla="*/ 40896 w 211589"/>
                <a:gd name="connsiteY67" fmla="*/ 111081 h 211309"/>
                <a:gd name="connsiteX68" fmla="*/ 86903 w 211589"/>
                <a:gd name="connsiteY68" fmla="*/ 111081 h 211309"/>
                <a:gd name="connsiteX69" fmla="*/ 88181 w 211589"/>
                <a:gd name="connsiteY69" fmla="*/ 114273 h 211309"/>
                <a:gd name="connsiteX70" fmla="*/ 55592 w 211589"/>
                <a:gd name="connsiteY70" fmla="*/ 146832 h 211309"/>
                <a:gd name="connsiteX71" fmla="*/ 99683 w 211589"/>
                <a:gd name="connsiteY71" fmla="*/ 170452 h 211309"/>
                <a:gd name="connsiteX72" fmla="*/ 64538 w 211589"/>
                <a:gd name="connsiteY72" fmla="*/ 156408 h 211309"/>
                <a:gd name="connsiteX73" fmla="*/ 97127 w 211589"/>
                <a:gd name="connsiteY73" fmla="*/ 123849 h 211309"/>
                <a:gd name="connsiteX74" fmla="*/ 99044 w 211589"/>
                <a:gd name="connsiteY74" fmla="*/ 124488 h 211309"/>
                <a:gd name="connsiteX75" fmla="*/ 99683 w 211589"/>
                <a:gd name="connsiteY75" fmla="*/ 170452 h 211309"/>
                <a:gd name="connsiteX76" fmla="*/ 106073 w 211589"/>
                <a:gd name="connsiteY76" fmla="*/ 112358 h 211309"/>
                <a:gd name="connsiteX77" fmla="*/ 99044 w 211589"/>
                <a:gd name="connsiteY77" fmla="*/ 105336 h 211309"/>
                <a:gd name="connsiteX78" fmla="*/ 106073 w 211589"/>
                <a:gd name="connsiteY78" fmla="*/ 98313 h 211309"/>
                <a:gd name="connsiteX79" fmla="*/ 113102 w 211589"/>
                <a:gd name="connsiteY79" fmla="*/ 105336 h 211309"/>
                <a:gd name="connsiteX80" fmla="*/ 113102 w 211589"/>
                <a:gd name="connsiteY80" fmla="*/ 105336 h 211309"/>
                <a:gd name="connsiteX81" fmla="*/ 106073 w 211589"/>
                <a:gd name="connsiteY81" fmla="*/ 112358 h 211309"/>
                <a:gd name="connsiteX82" fmla="*/ 106073 w 211589"/>
                <a:gd name="connsiteY82" fmla="*/ 112358 h 211309"/>
                <a:gd name="connsiteX83" fmla="*/ 106073 w 211589"/>
                <a:gd name="connsiteY83" fmla="*/ 112358 h 211309"/>
                <a:gd name="connsiteX84" fmla="*/ 112463 w 211589"/>
                <a:gd name="connsiteY84" fmla="*/ 170452 h 211309"/>
                <a:gd name="connsiteX85" fmla="*/ 112463 w 211589"/>
                <a:gd name="connsiteY85" fmla="*/ 123849 h 211309"/>
                <a:gd name="connsiteX86" fmla="*/ 115019 w 211589"/>
                <a:gd name="connsiteY86" fmla="*/ 122572 h 211309"/>
                <a:gd name="connsiteX87" fmla="*/ 147608 w 211589"/>
                <a:gd name="connsiteY87" fmla="*/ 155131 h 211309"/>
                <a:gd name="connsiteX88" fmla="*/ 112463 w 211589"/>
                <a:gd name="connsiteY88" fmla="*/ 170452 h 211309"/>
                <a:gd name="connsiteX89" fmla="*/ 112463 w 211589"/>
                <a:gd name="connsiteY89" fmla="*/ 170452 h 211309"/>
                <a:gd name="connsiteX90" fmla="*/ 156553 w 211589"/>
                <a:gd name="connsiteY90" fmla="*/ 146193 h 211309"/>
                <a:gd name="connsiteX91" fmla="*/ 123965 w 211589"/>
                <a:gd name="connsiteY91" fmla="*/ 113635 h 211309"/>
                <a:gd name="connsiteX92" fmla="*/ 125243 w 211589"/>
                <a:gd name="connsiteY92" fmla="*/ 110443 h 211309"/>
                <a:gd name="connsiteX93" fmla="*/ 171250 w 211589"/>
                <a:gd name="connsiteY93" fmla="*/ 111081 h 211309"/>
                <a:gd name="connsiteX94" fmla="*/ 156553 w 211589"/>
                <a:gd name="connsiteY94" fmla="*/ 146193 h 211309"/>
                <a:gd name="connsiteX95" fmla="*/ 156553 w 211589"/>
                <a:gd name="connsiteY95" fmla="*/ 146193 h 211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11589" h="211309">
                  <a:moveTo>
                    <a:pt x="205756" y="98952"/>
                  </a:moveTo>
                  <a:lnTo>
                    <a:pt x="184030" y="98952"/>
                  </a:lnTo>
                  <a:cubicBezTo>
                    <a:pt x="182752" y="82992"/>
                    <a:pt x="176362" y="67670"/>
                    <a:pt x="165499" y="55540"/>
                  </a:cubicBezTo>
                  <a:lnTo>
                    <a:pt x="182113" y="38942"/>
                  </a:lnTo>
                  <a:cubicBezTo>
                    <a:pt x="184669" y="36388"/>
                    <a:pt x="185308" y="32558"/>
                    <a:pt x="182752" y="30004"/>
                  </a:cubicBezTo>
                  <a:cubicBezTo>
                    <a:pt x="180196" y="27451"/>
                    <a:pt x="176362" y="26812"/>
                    <a:pt x="173806" y="29366"/>
                  </a:cubicBezTo>
                  <a:cubicBezTo>
                    <a:pt x="173806" y="29366"/>
                    <a:pt x="173167" y="30004"/>
                    <a:pt x="173167" y="30004"/>
                  </a:cubicBezTo>
                  <a:lnTo>
                    <a:pt x="156553" y="46603"/>
                  </a:lnTo>
                  <a:cubicBezTo>
                    <a:pt x="144413" y="36388"/>
                    <a:pt x="129077" y="30004"/>
                    <a:pt x="112463" y="28728"/>
                  </a:cubicBezTo>
                  <a:lnTo>
                    <a:pt x="112463" y="6384"/>
                  </a:lnTo>
                  <a:cubicBezTo>
                    <a:pt x="112463" y="2553"/>
                    <a:pt x="109907" y="0"/>
                    <a:pt x="106073" y="0"/>
                  </a:cubicBezTo>
                  <a:cubicBezTo>
                    <a:pt x="102239" y="0"/>
                    <a:pt x="99683" y="2553"/>
                    <a:pt x="99683" y="6384"/>
                  </a:cubicBezTo>
                  <a:lnTo>
                    <a:pt x="99683" y="28728"/>
                  </a:lnTo>
                  <a:cubicBezTo>
                    <a:pt x="83708" y="30004"/>
                    <a:pt x="68372" y="36388"/>
                    <a:pt x="55592" y="46603"/>
                  </a:cubicBezTo>
                  <a:lnTo>
                    <a:pt x="38979" y="30004"/>
                  </a:lnTo>
                  <a:cubicBezTo>
                    <a:pt x="36423" y="27451"/>
                    <a:pt x="32589" y="27451"/>
                    <a:pt x="30033" y="30004"/>
                  </a:cubicBezTo>
                  <a:cubicBezTo>
                    <a:pt x="30033" y="30004"/>
                    <a:pt x="30033" y="30004"/>
                    <a:pt x="30033" y="30004"/>
                  </a:cubicBezTo>
                  <a:cubicBezTo>
                    <a:pt x="27477" y="32558"/>
                    <a:pt x="27477" y="36388"/>
                    <a:pt x="30033" y="38942"/>
                  </a:cubicBezTo>
                  <a:lnTo>
                    <a:pt x="46647" y="55540"/>
                  </a:lnTo>
                  <a:cubicBezTo>
                    <a:pt x="35784" y="67670"/>
                    <a:pt x="29394" y="82992"/>
                    <a:pt x="28116" y="99590"/>
                  </a:cubicBezTo>
                  <a:lnTo>
                    <a:pt x="6390" y="99590"/>
                  </a:lnTo>
                  <a:cubicBezTo>
                    <a:pt x="2556" y="99590"/>
                    <a:pt x="0" y="102144"/>
                    <a:pt x="0" y="105974"/>
                  </a:cubicBezTo>
                  <a:cubicBezTo>
                    <a:pt x="0" y="109804"/>
                    <a:pt x="2556" y="112358"/>
                    <a:pt x="6390" y="112358"/>
                  </a:cubicBezTo>
                  <a:lnTo>
                    <a:pt x="28116" y="112358"/>
                  </a:lnTo>
                  <a:cubicBezTo>
                    <a:pt x="29394" y="128956"/>
                    <a:pt x="35784" y="144278"/>
                    <a:pt x="46647" y="157046"/>
                  </a:cubicBezTo>
                  <a:lnTo>
                    <a:pt x="31311" y="172368"/>
                  </a:lnTo>
                  <a:cubicBezTo>
                    <a:pt x="28755" y="174921"/>
                    <a:pt x="28755" y="178752"/>
                    <a:pt x="31311" y="181305"/>
                  </a:cubicBezTo>
                  <a:cubicBezTo>
                    <a:pt x="32589" y="182582"/>
                    <a:pt x="33867" y="183220"/>
                    <a:pt x="35784" y="183220"/>
                  </a:cubicBezTo>
                  <a:cubicBezTo>
                    <a:pt x="37701" y="183220"/>
                    <a:pt x="38979" y="182582"/>
                    <a:pt x="40257" y="181305"/>
                  </a:cubicBezTo>
                  <a:lnTo>
                    <a:pt x="55592" y="165984"/>
                  </a:lnTo>
                  <a:cubicBezTo>
                    <a:pt x="67733" y="176198"/>
                    <a:pt x="83069" y="182582"/>
                    <a:pt x="99683" y="183859"/>
                  </a:cubicBezTo>
                  <a:lnTo>
                    <a:pt x="99683" y="204926"/>
                  </a:lnTo>
                  <a:cubicBezTo>
                    <a:pt x="99683" y="208756"/>
                    <a:pt x="102239" y="211310"/>
                    <a:pt x="106073" y="211310"/>
                  </a:cubicBezTo>
                  <a:cubicBezTo>
                    <a:pt x="109907" y="211310"/>
                    <a:pt x="112463" y="208756"/>
                    <a:pt x="112463" y="204926"/>
                  </a:cubicBezTo>
                  <a:lnTo>
                    <a:pt x="112463" y="183220"/>
                  </a:lnTo>
                  <a:cubicBezTo>
                    <a:pt x="129077" y="181944"/>
                    <a:pt x="144413" y="175560"/>
                    <a:pt x="156553" y="164707"/>
                  </a:cubicBezTo>
                  <a:lnTo>
                    <a:pt x="172528" y="180667"/>
                  </a:lnTo>
                  <a:cubicBezTo>
                    <a:pt x="175084" y="183220"/>
                    <a:pt x="178918" y="183220"/>
                    <a:pt x="181474" y="180667"/>
                  </a:cubicBezTo>
                  <a:cubicBezTo>
                    <a:pt x="184030" y="178113"/>
                    <a:pt x="184030" y="174283"/>
                    <a:pt x="181474" y="171729"/>
                  </a:cubicBezTo>
                  <a:lnTo>
                    <a:pt x="165499" y="155769"/>
                  </a:lnTo>
                  <a:cubicBezTo>
                    <a:pt x="176362" y="143001"/>
                    <a:pt x="182752" y="127680"/>
                    <a:pt x="183391" y="111081"/>
                  </a:cubicBezTo>
                  <a:lnTo>
                    <a:pt x="205117" y="111081"/>
                  </a:lnTo>
                  <a:lnTo>
                    <a:pt x="205117" y="111081"/>
                  </a:lnTo>
                  <a:cubicBezTo>
                    <a:pt x="208951" y="111081"/>
                    <a:pt x="211507" y="108528"/>
                    <a:pt x="211507" y="104697"/>
                  </a:cubicBezTo>
                  <a:cubicBezTo>
                    <a:pt x="212146" y="101505"/>
                    <a:pt x="208951" y="98952"/>
                    <a:pt x="205756" y="98952"/>
                  </a:cubicBezTo>
                  <a:close/>
                  <a:moveTo>
                    <a:pt x="171250" y="98313"/>
                  </a:moveTo>
                  <a:lnTo>
                    <a:pt x="125243" y="97675"/>
                  </a:lnTo>
                  <a:cubicBezTo>
                    <a:pt x="125243" y="97036"/>
                    <a:pt x="124604" y="96398"/>
                    <a:pt x="124604" y="95760"/>
                  </a:cubicBezTo>
                  <a:lnTo>
                    <a:pt x="157192" y="63840"/>
                  </a:lnTo>
                  <a:cubicBezTo>
                    <a:pt x="164221" y="73416"/>
                    <a:pt x="169333" y="85545"/>
                    <a:pt x="171250" y="98313"/>
                  </a:cubicBezTo>
                  <a:close/>
                  <a:moveTo>
                    <a:pt x="112463" y="40219"/>
                  </a:moveTo>
                  <a:cubicBezTo>
                    <a:pt x="125243" y="41496"/>
                    <a:pt x="137384" y="46603"/>
                    <a:pt x="146969" y="54264"/>
                  </a:cubicBezTo>
                  <a:lnTo>
                    <a:pt x="114380" y="86184"/>
                  </a:lnTo>
                  <a:lnTo>
                    <a:pt x="112463" y="85545"/>
                  </a:lnTo>
                  <a:lnTo>
                    <a:pt x="112463" y="40219"/>
                  </a:lnTo>
                  <a:close/>
                  <a:moveTo>
                    <a:pt x="99683" y="40219"/>
                  </a:moveTo>
                  <a:lnTo>
                    <a:pt x="99683" y="86184"/>
                  </a:lnTo>
                  <a:cubicBezTo>
                    <a:pt x="99044" y="86184"/>
                    <a:pt x="97766" y="86822"/>
                    <a:pt x="97127" y="87460"/>
                  </a:cubicBezTo>
                  <a:lnTo>
                    <a:pt x="64538" y="54902"/>
                  </a:lnTo>
                  <a:cubicBezTo>
                    <a:pt x="74762" y="46603"/>
                    <a:pt x="86903" y="41496"/>
                    <a:pt x="99683" y="40219"/>
                  </a:cubicBezTo>
                  <a:close/>
                  <a:moveTo>
                    <a:pt x="55592" y="63840"/>
                  </a:moveTo>
                  <a:lnTo>
                    <a:pt x="88181" y="96398"/>
                  </a:lnTo>
                  <a:cubicBezTo>
                    <a:pt x="87542" y="97036"/>
                    <a:pt x="87542" y="98313"/>
                    <a:pt x="86903" y="98952"/>
                  </a:cubicBezTo>
                  <a:lnTo>
                    <a:pt x="40896" y="98952"/>
                  </a:lnTo>
                  <a:cubicBezTo>
                    <a:pt x="42174" y="86184"/>
                    <a:pt x="47286" y="74054"/>
                    <a:pt x="55592" y="63840"/>
                  </a:cubicBezTo>
                  <a:lnTo>
                    <a:pt x="55592" y="63840"/>
                  </a:lnTo>
                  <a:close/>
                  <a:moveTo>
                    <a:pt x="55592" y="146832"/>
                  </a:moveTo>
                  <a:cubicBezTo>
                    <a:pt x="47286" y="136617"/>
                    <a:pt x="42174" y="124488"/>
                    <a:pt x="40896" y="111081"/>
                  </a:cubicBezTo>
                  <a:lnTo>
                    <a:pt x="86903" y="111081"/>
                  </a:lnTo>
                  <a:cubicBezTo>
                    <a:pt x="87542" y="112358"/>
                    <a:pt x="87542" y="112996"/>
                    <a:pt x="88181" y="114273"/>
                  </a:cubicBezTo>
                  <a:lnTo>
                    <a:pt x="55592" y="146832"/>
                  </a:lnTo>
                  <a:close/>
                  <a:moveTo>
                    <a:pt x="99683" y="170452"/>
                  </a:moveTo>
                  <a:cubicBezTo>
                    <a:pt x="86903" y="169176"/>
                    <a:pt x="74762" y="164068"/>
                    <a:pt x="64538" y="156408"/>
                  </a:cubicBezTo>
                  <a:lnTo>
                    <a:pt x="97127" y="123849"/>
                  </a:lnTo>
                  <a:cubicBezTo>
                    <a:pt x="97766" y="123849"/>
                    <a:pt x="98405" y="124488"/>
                    <a:pt x="99044" y="124488"/>
                  </a:cubicBezTo>
                  <a:lnTo>
                    <a:pt x="99683" y="170452"/>
                  </a:lnTo>
                  <a:close/>
                  <a:moveTo>
                    <a:pt x="106073" y="112358"/>
                  </a:moveTo>
                  <a:cubicBezTo>
                    <a:pt x="102239" y="112358"/>
                    <a:pt x="99044" y="109166"/>
                    <a:pt x="99044" y="105336"/>
                  </a:cubicBezTo>
                  <a:cubicBezTo>
                    <a:pt x="99044" y="101505"/>
                    <a:pt x="102239" y="98313"/>
                    <a:pt x="106073" y="98313"/>
                  </a:cubicBezTo>
                  <a:cubicBezTo>
                    <a:pt x="109907" y="98313"/>
                    <a:pt x="113102" y="101505"/>
                    <a:pt x="113102" y="105336"/>
                  </a:cubicBezTo>
                  <a:cubicBezTo>
                    <a:pt x="113102" y="105336"/>
                    <a:pt x="113102" y="105336"/>
                    <a:pt x="113102" y="105336"/>
                  </a:cubicBezTo>
                  <a:cubicBezTo>
                    <a:pt x="113102" y="109166"/>
                    <a:pt x="109907" y="112358"/>
                    <a:pt x="106073" y="112358"/>
                  </a:cubicBezTo>
                  <a:cubicBezTo>
                    <a:pt x="106073" y="112358"/>
                    <a:pt x="106073" y="112358"/>
                    <a:pt x="106073" y="112358"/>
                  </a:cubicBezTo>
                  <a:lnTo>
                    <a:pt x="106073" y="112358"/>
                  </a:lnTo>
                  <a:close/>
                  <a:moveTo>
                    <a:pt x="112463" y="170452"/>
                  </a:moveTo>
                  <a:lnTo>
                    <a:pt x="112463" y="123849"/>
                  </a:lnTo>
                  <a:cubicBezTo>
                    <a:pt x="113102" y="123849"/>
                    <a:pt x="114380" y="123211"/>
                    <a:pt x="115019" y="122572"/>
                  </a:cubicBezTo>
                  <a:lnTo>
                    <a:pt x="147608" y="155131"/>
                  </a:lnTo>
                  <a:cubicBezTo>
                    <a:pt x="137384" y="164068"/>
                    <a:pt x="125243" y="169176"/>
                    <a:pt x="112463" y="170452"/>
                  </a:cubicBezTo>
                  <a:lnTo>
                    <a:pt x="112463" y="170452"/>
                  </a:lnTo>
                  <a:close/>
                  <a:moveTo>
                    <a:pt x="156553" y="146193"/>
                  </a:moveTo>
                  <a:lnTo>
                    <a:pt x="123965" y="113635"/>
                  </a:lnTo>
                  <a:cubicBezTo>
                    <a:pt x="124604" y="112358"/>
                    <a:pt x="124604" y="111720"/>
                    <a:pt x="125243" y="110443"/>
                  </a:cubicBezTo>
                  <a:lnTo>
                    <a:pt x="171250" y="111081"/>
                  </a:lnTo>
                  <a:cubicBezTo>
                    <a:pt x="169972" y="123849"/>
                    <a:pt x="164860" y="136617"/>
                    <a:pt x="156553" y="146193"/>
                  </a:cubicBezTo>
                  <a:lnTo>
                    <a:pt x="156553" y="146193"/>
                  </a:lnTo>
                  <a:close/>
                </a:path>
              </a:pathLst>
            </a:custGeom>
            <a:solidFill>
              <a:srgbClr val="26890D"/>
            </a:solidFill>
            <a:ln w="6390" cap="flat">
              <a:noFill/>
              <a:prstDash val="solid"/>
              <a:miter/>
            </a:ln>
          </p:spPr>
          <p:txBody>
            <a:bodyPr rtlCol="0" anchor="ctr"/>
            <a:lstStyle/>
            <a:p>
              <a:endParaRPr lang="en-US"/>
            </a:p>
          </p:txBody>
        </p:sp>
      </p:grpSp>
      <p:grpSp>
        <p:nvGrpSpPr>
          <p:cNvPr id="1119" name="Graphic 4">
            <a:extLst>
              <a:ext uri="{FF2B5EF4-FFF2-40B4-BE49-F238E27FC236}">
                <a16:creationId xmlns:a16="http://schemas.microsoft.com/office/drawing/2014/main" id="{094B75D4-E71A-904E-B96E-CD433C50D14F}"/>
              </a:ext>
            </a:extLst>
          </p:cNvPr>
          <p:cNvGrpSpPr/>
          <p:nvPr/>
        </p:nvGrpSpPr>
        <p:grpSpPr>
          <a:xfrm>
            <a:off x="4045469" y="918179"/>
            <a:ext cx="362309" cy="361971"/>
            <a:chOff x="905454" y="5277162"/>
            <a:chExt cx="362309" cy="361971"/>
          </a:xfrm>
          <a:solidFill>
            <a:srgbClr val="26890D"/>
          </a:solidFill>
        </p:grpSpPr>
        <p:sp>
          <p:nvSpPr>
            <p:cNvPr id="1120" name="Graphic 4">
              <a:extLst>
                <a:ext uri="{FF2B5EF4-FFF2-40B4-BE49-F238E27FC236}">
                  <a16:creationId xmlns:a16="http://schemas.microsoft.com/office/drawing/2014/main" id="{521425B8-D143-A242-A110-3ED17C5926B5}"/>
                </a:ext>
              </a:extLst>
            </p:cNvPr>
            <p:cNvSpPr/>
            <p:nvPr/>
          </p:nvSpPr>
          <p:spPr>
            <a:xfrm>
              <a:off x="1045393" y="5393350"/>
              <a:ext cx="34505" cy="47241"/>
            </a:xfrm>
            <a:custGeom>
              <a:avLst/>
              <a:gdLst>
                <a:gd name="connsiteX0" fmla="*/ 34506 w 34505"/>
                <a:gd name="connsiteY0" fmla="*/ 45965 h 47241"/>
                <a:gd name="connsiteX1" fmla="*/ 34506 w 34505"/>
                <a:gd name="connsiteY1" fmla="*/ 0 h 47241"/>
                <a:gd name="connsiteX2" fmla="*/ 0 w 34505"/>
                <a:gd name="connsiteY2" fmla="*/ 14683 h 47241"/>
                <a:gd name="connsiteX3" fmla="*/ 32589 w 34505"/>
                <a:gd name="connsiteY3" fmla="*/ 47241 h 47241"/>
                <a:gd name="connsiteX4" fmla="*/ 34506 w 34505"/>
                <a:gd name="connsiteY4" fmla="*/ 45965 h 47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5" h="47241">
                  <a:moveTo>
                    <a:pt x="34506" y="45965"/>
                  </a:moveTo>
                  <a:lnTo>
                    <a:pt x="34506" y="0"/>
                  </a:lnTo>
                  <a:cubicBezTo>
                    <a:pt x="21726" y="1277"/>
                    <a:pt x="9585" y="6384"/>
                    <a:pt x="0" y="14683"/>
                  </a:cubicBezTo>
                  <a:lnTo>
                    <a:pt x="32589" y="47241"/>
                  </a:lnTo>
                  <a:cubicBezTo>
                    <a:pt x="32589" y="46603"/>
                    <a:pt x="33867" y="46603"/>
                    <a:pt x="34506" y="45965"/>
                  </a:cubicBezTo>
                  <a:close/>
                </a:path>
              </a:pathLst>
            </a:custGeom>
            <a:solidFill>
              <a:srgbClr val="26890D"/>
            </a:solidFill>
            <a:ln w="6390" cap="flat">
              <a:noFill/>
              <a:prstDash val="solid"/>
              <a:miter/>
            </a:ln>
          </p:spPr>
          <p:txBody>
            <a:bodyPr rtlCol="0" anchor="ctr"/>
            <a:lstStyle/>
            <a:p>
              <a:endParaRPr lang="en-US"/>
            </a:p>
          </p:txBody>
        </p:sp>
        <p:sp>
          <p:nvSpPr>
            <p:cNvPr id="1121" name="Graphic 4">
              <a:extLst>
                <a:ext uri="{FF2B5EF4-FFF2-40B4-BE49-F238E27FC236}">
                  <a16:creationId xmlns:a16="http://schemas.microsoft.com/office/drawing/2014/main" id="{82460CE4-3E6A-924D-ABCB-93DD74D5D2A3}"/>
                </a:ext>
              </a:extLst>
            </p:cNvPr>
            <p:cNvSpPr/>
            <p:nvPr/>
          </p:nvSpPr>
          <p:spPr>
            <a:xfrm>
              <a:off x="1021111" y="5416971"/>
              <a:ext cx="47285" cy="35111"/>
            </a:xfrm>
            <a:custGeom>
              <a:avLst/>
              <a:gdLst>
                <a:gd name="connsiteX0" fmla="*/ 47285 w 47285"/>
                <a:gd name="connsiteY0" fmla="*/ 32558 h 35111"/>
                <a:gd name="connsiteX1" fmla="*/ 14697 w 47285"/>
                <a:gd name="connsiteY1" fmla="*/ 0 h 35111"/>
                <a:gd name="connsiteX2" fmla="*/ 0 w 47285"/>
                <a:gd name="connsiteY2" fmla="*/ 35112 h 35111"/>
                <a:gd name="connsiteX3" fmla="*/ 46008 w 47285"/>
                <a:gd name="connsiteY3" fmla="*/ 35112 h 35111"/>
                <a:gd name="connsiteX4" fmla="*/ 47285 w 47285"/>
                <a:gd name="connsiteY4" fmla="*/ 32558 h 3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85" h="35111">
                  <a:moveTo>
                    <a:pt x="47285" y="32558"/>
                  </a:moveTo>
                  <a:lnTo>
                    <a:pt x="14697" y="0"/>
                  </a:lnTo>
                  <a:cubicBezTo>
                    <a:pt x="6390" y="10214"/>
                    <a:pt x="1278" y="22344"/>
                    <a:pt x="0" y="35112"/>
                  </a:cubicBezTo>
                  <a:lnTo>
                    <a:pt x="46008" y="35112"/>
                  </a:lnTo>
                  <a:cubicBezTo>
                    <a:pt x="46647" y="33835"/>
                    <a:pt x="47285" y="33196"/>
                    <a:pt x="47285" y="32558"/>
                  </a:cubicBezTo>
                  <a:close/>
                </a:path>
              </a:pathLst>
            </a:custGeom>
            <a:solidFill>
              <a:srgbClr val="26890D"/>
            </a:solidFill>
            <a:ln w="6390" cap="flat">
              <a:noFill/>
              <a:prstDash val="solid"/>
              <a:miter/>
            </a:ln>
          </p:spPr>
          <p:txBody>
            <a:bodyPr rtlCol="0" anchor="ctr"/>
            <a:lstStyle/>
            <a:p>
              <a:endParaRPr lang="en-US"/>
            </a:p>
          </p:txBody>
        </p:sp>
        <p:sp>
          <p:nvSpPr>
            <p:cNvPr id="1122" name="Graphic 4">
              <a:extLst>
                <a:ext uri="{FF2B5EF4-FFF2-40B4-BE49-F238E27FC236}">
                  <a16:creationId xmlns:a16="http://schemas.microsoft.com/office/drawing/2014/main" id="{B087D05F-CFFE-DA4E-BFEC-EEE2060C99FF}"/>
                </a:ext>
              </a:extLst>
            </p:cNvPr>
            <p:cNvSpPr/>
            <p:nvPr/>
          </p:nvSpPr>
          <p:spPr>
            <a:xfrm>
              <a:off x="1093318" y="5393989"/>
              <a:ext cx="34505" cy="46602"/>
            </a:xfrm>
            <a:custGeom>
              <a:avLst/>
              <a:gdLst>
                <a:gd name="connsiteX0" fmla="*/ 34506 w 34505"/>
                <a:gd name="connsiteY0" fmla="*/ 14045 h 46602"/>
                <a:gd name="connsiteX1" fmla="*/ 0 w 34505"/>
                <a:gd name="connsiteY1" fmla="*/ 0 h 46602"/>
                <a:gd name="connsiteX2" fmla="*/ 0 w 34505"/>
                <a:gd name="connsiteY2" fmla="*/ 45965 h 46602"/>
                <a:gd name="connsiteX3" fmla="*/ 1917 w 34505"/>
                <a:gd name="connsiteY3" fmla="*/ 46603 h 46602"/>
                <a:gd name="connsiteX4" fmla="*/ 34506 w 34505"/>
                <a:gd name="connsiteY4" fmla="*/ 14045 h 4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5" h="46602">
                  <a:moveTo>
                    <a:pt x="34506" y="14045"/>
                  </a:moveTo>
                  <a:cubicBezTo>
                    <a:pt x="24921" y="5746"/>
                    <a:pt x="12780" y="639"/>
                    <a:pt x="0" y="0"/>
                  </a:cubicBezTo>
                  <a:lnTo>
                    <a:pt x="0" y="45965"/>
                  </a:lnTo>
                  <a:lnTo>
                    <a:pt x="1917" y="46603"/>
                  </a:lnTo>
                  <a:lnTo>
                    <a:pt x="34506" y="14045"/>
                  </a:lnTo>
                  <a:close/>
                </a:path>
              </a:pathLst>
            </a:custGeom>
            <a:solidFill>
              <a:srgbClr val="26890D"/>
            </a:solidFill>
            <a:ln w="6390" cap="flat">
              <a:noFill/>
              <a:prstDash val="solid"/>
              <a:miter/>
            </a:ln>
          </p:spPr>
          <p:txBody>
            <a:bodyPr rtlCol="0" anchor="ctr"/>
            <a:lstStyle/>
            <a:p>
              <a:endParaRPr lang="en-US"/>
            </a:p>
          </p:txBody>
        </p:sp>
        <p:sp>
          <p:nvSpPr>
            <p:cNvPr id="1123" name="Graphic 4">
              <a:extLst>
                <a:ext uri="{FF2B5EF4-FFF2-40B4-BE49-F238E27FC236}">
                  <a16:creationId xmlns:a16="http://schemas.microsoft.com/office/drawing/2014/main" id="{189F644E-B8CB-064D-9D51-0FE3025A7745}"/>
                </a:ext>
              </a:extLst>
            </p:cNvPr>
            <p:cNvSpPr/>
            <p:nvPr/>
          </p:nvSpPr>
          <p:spPr>
            <a:xfrm>
              <a:off x="1021750" y="5464851"/>
              <a:ext cx="47285" cy="35750"/>
            </a:xfrm>
            <a:custGeom>
              <a:avLst/>
              <a:gdLst>
                <a:gd name="connsiteX0" fmla="*/ 46008 w 47285"/>
                <a:gd name="connsiteY0" fmla="*/ 0 h 35750"/>
                <a:gd name="connsiteX1" fmla="*/ 0 w 47285"/>
                <a:gd name="connsiteY1" fmla="*/ 0 h 35750"/>
                <a:gd name="connsiteX2" fmla="*/ 14697 w 47285"/>
                <a:gd name="connsiteY2" fmla="*/ 35750 h 35750"/>
                <a:gd name="connsiteX3" fmla="*/ 47286 w 47285"/>
                <a:gd name="connsiteY3" fmla="*/ 3192 h 35750"/>
                <a:gd name="connsiteX4" fmla="*/ 46008 w 47285"/>
                <a:gd name="connsiteY4" fmla="*/ 0 h 35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85" h="35750">
                  <a:moveTo>
                    <a:pt x="46008" y="0"/>
                  </a:moveTo>
                  <a:lnTo>
                    <a:pt x="0" y="0"/>
                  </a:lnTo>
                  <a:cubicBezTo>
                    <a:pt x="1278" y="12768"/>
                    <a:pt x="6390" y="25536"/>
                    <a:pt x="14697" y="35750"/>
                  </a:cubicBezTo>
                  <a:lnTo>
                    <a:pt x="47286" y="3192"/>
                  </a:lnTo>
                  <a:cubicBezTo>
                    <a:pt x="46647" y="1915"/>
                    <a:pt x="46008" y="638"/>
                    <a:pt x="46008" y="0"/>
                  </a:cubicBezTo>
                  <a:close/>
                </a:path>
              </a:pathLst>
            </a:custGeom>
            <a:solidFill>
              <a:srgbClr val="26890D"/>
            </a:solidFill>
            <a:ln w="6390" cap="flat">
              <a:noFill/>
              <a:prstDash val="solid"/>
              <a:miter/>
            </a:ln>
          </p:spPr>
          <p:txBody>
            <a:bodyPr rtlCol="0" anchor="ctr"/>
            <a:lstStyle/>
            <a:p>
              <a:endParaRPr lang="en-US"/>
            </a:p>
          </p:txBody>
        </p:sp>
        <p:sp>
          <p:nvSpPr>
            <p:cNvPr id="1124" name="Graphic 4">
              <a:extLst>
                <a:ext uri="{FF2B5EF4-FFF2-40B4-BE49-F238E27FC236}">
                  <a16:creationId xmlns:a16="http://schemas.microsoft.com/office/drawing/2014/main" id="{FB14D3F0-6C76-6B4D-BE51-6C8B244752EA}"/>
                </a:ext>
              </a:extLst>
            </p:cNvPr>
            <p:cNvSpPr/>
            <p:nvPr/>
          </p:nvSpPr>
          <p:spPr>
            <a:xfrm>
              <a:off x="1079260" y="5450806"/>
              <a:ext cx="14057" cy="14044"/>
            </a:xfrm>
            <a:custGeom>
              <a:avLst/>
              <a:gdLst>
                <a:gd name="connsiteX0" fmla="*/ 7029 w 14057"/>
                <a:gd name="connsiteY0" fmla="*/ 0 h 14044"/>
                <a:gd name="connsiteX1" fmla="*/ 0 w 14057"/>
                <a:gd name="connsiteY1" fmla="*/ 7022 h 14044"/>
                <a:gd name="connsiteX2" fmla="*/ 7029 w 14057"/>
                <a:gd name="connsiteY2" fmla="*/ 14045 h 14044"/>
                <a:gd name="connsiteX3" fmla="*/ 14058 w 14057"/>
                <a:gd name="connsiteY3" fmla="*/ 7022 h 14044"/>
                <a:gd name="connsiteX4" fmla="*/ 7029 w 14057"/>
                <a:gd name="connsiteY4" fmla="*/ 0 h 14044"/>
                <a:gd name="connsiteX5" fmla="*/ 7029 w 14057"/>
                <a:gd name="connsiteY5"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57" h="14044">
                  <a:moveTo>
                    <a:pt x="7029" y="0"/>
                  </a:moveTo>
                  <a:cubicBezTo>
                    <a:pt x="3195" y="0"/>
                    <a:pt x="0" y="3192"/>
                    <a:pt x="0" y="7022"/>
                  </a:cubicBezTo>
                  <a:cubicBezTo>
                    <a:pt x="0" y="10853"/>
                    <a:pt x="3195" y="14045"/>
                    <a:pt x="7029" y="14045"/>
                  </a:cubicBezTo>
                  <a:cubicBezTo>
                    <a:pt x="10863" y="14045"/>
                    <a:pt x="14058" y="10853"/>
                    <a:pt x="14058" y="7022"/>
                  </a:cubicBezTo>
                  <a:cubicBezTo>
                    <a:pt x="14058" y="3192"/>
                    <a:pt x="10863" y="0"/>
                    <a:pt x="7029" y="0"/>
                  </a:cubicBezTo>
                  <a:cubicBezTo>
                    <a:pt x="7029" y="0"/>
                    <a:pt x="7029" y="0"/>
                    <a:pt x="7029" y="0"/>
                  </a:cubicBezTo>
                  <a:close/>
                </a:path>
              </a:pathLst>
            </a:custGeom>
            <a:solidFill>
              <a:srgbClr val="26890D"/>
            </a:solidFill>
            <a:ln w="6390" cap="flat">
              <a:noFill/>
              <a:prstDash val="solid"/>
              <a:miter/>
            </a:ln>
          </p:spPr>
          <p:txBody>
            <a:bodyPr rtlCol="0" anchor="ctr"/>
            <a:lstStyle/>
            <a:p>
              <a:endParaRPr lang="en-US"/>
            </a:p>
          </p:txBody>
        </p:sp>
        <p:sp>
          <p:nvSpPr>
            <p:cNvPr id="1125" name="Graphic 4">
              <a:extLst>
                <a:ext uri="{FF2B5EF4-FFF2-40B4-BE49-F238E27FC236}">
                  <a16:creationId xmlns:a16="http://schemas.microsoft.com/office/drawing/2014/main" id="{5A12537F-EA56-3642-9B8F-FD62F5A040E0}"/>
                </a:ext>
              </a:extLst>
            </p:cNvPr>
            <p:cNvSpPr/>
            <p:nvPr/>
          </p:nvSpPr>
          <p:spPr>
            <a:xfrm>
              <a:off x="1104181" y="5416971"/>
              <a:ext cx="47285" cy="34473"/>
            </a:xfrm>
            <a:custGeom>
              <a:avLst/>
              <a:gdLst>
                <a:gd name="connsiteX0" fmla="*/ 1278 w 47285"/>
                <a:gd name="connsiteY0" fmla="*/ 33835 h 34473"/>
                <a:gd name="connsiteX1" fmla="*/ 47285 w 47285"/>
                <a:gd name="connsiteY1" fmla="*/ 34473 h 34473"/>
                <a:gd name="connsiteX2" fmla="*/ 32589 w 47285"/>
                <a:gd name="connsiteY2" fmla="*/ 0 h 34473"/>
                <a:gd name="connsiteX3" fmla="*/ 0 w 47285"/>
                <a:gd name="connsiteY3" fmla="*/ 31920 h 34473"/>
                <a:gd name="connsiteX4" fmla="*/ 1278 w 47285"/>
                <a:gd name="connsiteY4" fmla="*/ 33835 h 34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85" h="34473">
                  <a:moveTo>
                    <a:pt x="1278" y="33835"/>
                  </a:moveTo>
                  <a:lnTo>
                    <a:pt x="47285" y="34473"/>
                  </a:lnTo>
                  <a:cubicBezTo>
                    <a:pt x="46008" y="21705"/>
                    <a:pt x="40896" y="9576"/>
                    <a:pt x="32589" y="0"/>
                  </a:cubicBezTo>
                  <a:lnTo>
                    <a:pt x="0" y="31920"/>
                  </a:lnTo>
                  <a:cubicBezTo>
                    <a:pt x="639" y="32558"/>
                    <a:pt x="1278" y="33196"/>
                    <a:pt x="1278" y="33835"/>
                  </a:cubicBezTo>
                  <a:close/>
                </a:path>
              </a:pathLst>
            </a:custGeom>
            <a:solidFill>
              <a:srgbClr val="26890D"/>
            </a:solidFill>
            <a:ln w="6390" cap="flat">
              <a:noFill/>
              <a:prstDash val="solid"/>
              <a:miter/>
            </a:ln>
          </p:spPr>
          <p:txBody>
            <a:bodyPr rtlCol="0" anchor="ctr"/>
            <a:lstStyle/>
            <a:p>
              <a:endParaRPr lang="en-US"/>
            </a:p>
          </p:txBody>
        </p:sp>
        <p:sp>
          <p:nvSpPr>
            <p:cNvPr id="1126" name="Graphic 4">
              <a:extLst>
                <a:ext uri="{FF2B5EF4-FFF2-40B4-BE49-F238E27FC236}">
                  <a16:creationId xmlns:a16="http://schemas.microsoft.com/office/drawing/2014/main" id="{637250BA-8C7B-734D-A2ED-E321CABB106F}"/>
                </a:ext>
              </a:extLst>
            </p:cNvPr>
            <p:cNvSpPr/>
            <p:nvPr/>
          </p:nvSpPr>
          <p:spPr>
            <a:xfrm>
              <a:off x="1104181" y="5464212"/>
              <a:ext cx="47285" cy="35750"/>
            </a:xfrm>
            <a:custGeom>
              <a:avLst/>
              <a:gdLst>
                <a:gd name="connsiteX0" fmla="*/ 0 w 47285"/>
                <a:gd name="connsiteY0" fmla="*/ 3192 h 35750"/>
                <a:gd name="connsiteX1" fmla="*/ 32589 w 47285"/>
                <a:gd name="connsiteY1" fmla="*/ 35751 h 35750"/>
                <a:gd name="connsiteX2" fmla="*/ 47285 w 47285"/>
                <a:gd name="connsiteY2" fmla="*/ 639 h 35750"/>
                <a:gd name="connsiteX3" fmla="*/ 1278 w 47285"/>
                <a:gd name="connsiteY3" fmla="*/ 0 h 35750"/>
                <a:gd name="connsiteX4" fmla="*/ 0 w 47285"/>
                <a:gd name="connsiteY4" fmla="*/ 3192 h 35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85" h="35750">
                  <a:moveTo>
                    <a:pt x="0" y="3192"/>
                  </a:moveTo>
                  <a:lnTo>
                    <a:pt x="32589" y="35751"/>
                  </a:lnTo>
                  <a:cubicBezTo>
                    <a:pt x="40896" y="25536"/>
                    <a:pt x="46008" y="13407"/>
                    <a:pt x="47285" y="639"/>
                  </a:cubicBezTo>
                  <a:lnTo>
                    <a:pt x="1278" y="0"/>
                  </a:lnTo>
                  <a:cubicBezTo>
                    <a:pt x="1278" y="639"/>
                    <a:pt x="639" y="1915"/>
                    <a:pt x="0" y="3192"/>
                  </a:cubicBezTo>
                  <a:close/>
                </a:path>
              </a:pathLst>
            </a:custGeom>
            <a:solidFill>
              <a:srgbClr val="26890D"/>
            </a:solidFill>
            <a:ln w="6390" cap="flat">
              <a:noFill/>
              <a:prstDash val="solid"/>
              <a:miter/>
            </a:ln>
          </p:spPr>
          <p:txBody>
            <a:bodyPr rtlCol="0" anchor="ctr"/>
            <a:lstStyle/>
            <a:p>
              <a:endParaRPr lang="en-US"/>
            </a:p>
          </p:txBody>
        </p:sp>
        <p:sp>
          <p:nvSpPr>
            <p:cNvPr id="1127" name="Graphic 4">
              <a:extLst>
                <a:ext uri="{FF2B5EF4-FFF2-40B4-BE49-F238E27FC236}">
                  <a16:creationId xmlns:a16="http://schemas.microsoft.com/office/drawing/2014/main" id="{F9E96B39-ED98-574E-87A4-A04B27519FAA}"/>
                </a:ext>
              </a:extLst>
            </p:cNvPr>
            <p:cNvSpPr/>
            <p:nvPr/>
          </p:nvSpPr>
          <p:spPr>
            <a:xfrm>
              <a:off x="905454" y="5277162"/>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80518 w 362309"/>
                <a:gd name="connsiteY6" fmla="*/ 187051 h 361971"/>
                <a:gd name="connsiteX7" fmla="*/ 280518 w 362309"/>
                <a:gd name="connsiteY7" fmla="*/ 187051 h 361971"/>
                <a:gd name="connsiteX8" fmla="*/ 258792 w 362309"/>
                <a:gd name="connsiteY8" fmla="*/ 187051 h 361971"/>
                <a:gd name="connsiteX9" fmla="*/ 240901 w 362309"/>
                <a:gd name="connsiteY9" fmla="*/ 231738 h 361971"/>
                <a:gd name="connsiteX10" fmla="*/ 256875 w 362309"/>
                <a:gd name="connsiteY10" fmla="*/ 247698 h 361971"/>
                <a:gd name="connsiteX11" fmla="*/ 256875 w 362309"/>
                <a:gd name="connsiteY11" fmla="*/ 256636 h 361971"/>
                <a:gd name="connsiteX12" fmla="*/ 247930 w 362309"/>
                <a:gd name="connsiteY12" fmla="*/ 256636 h 361971"/>
                <a:gd name="connsiteX13" fmla="*/ 247930 w 362309"/>
                <a:gd name="connsiteY13" fmla="*/ 256636 h 361971"/>
                <a:gd name="connsiteX14" fmla="*/ 232594 w 362309"/>
                <a:gd name="connsiteY14" fmla="*/ 240676 h 361971"/>
                <a:gd name="connsiteX15" fmla="*/ 188503 w 362309"/>
                <a:gd name="connsiteY15" fmla="*/ 259190 h 361971"/>
                <a:gd name="connsiteX16" fmla="*/ 188503 w 362309"/>
                <a:gd name="connsiteY16" fmla="*/ 280895 h 361971"/>
                <a:gd name="connsiteX17" fmla="*/ 182113 w 362309"/>
                <a:gd name="connsiteY17" fmla="*/ 287279 h 361971"/>
                <a:gd name="connsiteX18" fmla="*/ 175723 w 362309"/>
                <a:gd name="connsiteY18" fmla="*/ 280895 h 361971"/>
                <a:gd name="connsiteX19" fmla="*/ 175723 w 362309"/>
                <a:gd name="connsiteY19" fmla="*/ 259190 h 361971"/>
                <a:gd name="connsiteX20" fmla="*/ 131633 w 362309"/>
                <a:gd name="connsiteY20" fmla="*/ 241314 h 361971"/>
                <a:gd name="connsiteX21" fmla="*/ 116297 w 362309"/>
                <a:gd name="connsiteY21" fmla="*/ 256636 h 361971"/>
                <a:gd name="connsiteX22" fmla="*/ 107351 w 362309"/>
                <a:gd name="connsiteY22" fmla="*/ 256636 h 361971"/>
                <a:gd name="connsiteX23" fmla="*/ 107351 w 362309"/>
                <a:gd name="connsiteY23" fmla="*/ 247698 h 361971"/>
                <a:gd name="connsiteX24" fmla="*/ 122687 w 362309"/>
                <a:gd name="connsiteY24" fmla="*/ 232377 h 361971"/>
                <a:gd name="connsiteX25" fmla="*/ 104156 w 362309"/>
                <a:gd name="connsiteY25" fmla="*/ 187689 h 361971"/>
                <a:gd name="connsiteX26" fmla="*/ 82430 w 362309"/>
                <a:gd name="connsiteY26" fmla="*/ 187689 h 361971"/>
                <a:gd name="connsiteX27" fmla="*/ 76040 w 362309"/>
                <a:gd name="connsiteY27" fmla="*/ 181305 h 361971"/>
                <a:gd name="connsiteX28" fmla="*/ 82430 w 362309"/>
                <a:gd name="connsiteY28" fmla="*/ 174921 h 361971"/>
                <a:gd name="connsiteX29" fmla="*/ 104156 w 362309"/>
                <a:gd name="connsiteY29" fmla="*/ 174921 h 361971"/>
                <a:gd name="connsiteX30" fmla="*/ 122687 w 362309"/>
                <a:gd name="connsiteY30" fmla="*/ 130872 h 361971"/>
                <a:gd name="connsiteX31" fmla="*/ 106073 w 362309"/>
                <a:gd name="connsiteY31" fmla="*/ 114273 h 361971"/>
                <a:gd name="connsiteX32" fmla="*/ 106073 w 362309"/>
                <a:gd name="connsiteY32" fmla="*/ 105336 h 361971"/>
                <a:gd name="connsiteX33" fmla="*/ 115019 w 362309"/>
                <a:gd name="connsiteY33" fmla="*/ 105336 h 361971"/>
                <a:gd name="connsiteX34" fmla="*/ 115019 w 362309"/>
                <a:gd name="connsiteY34" fmla="*/ 105336 h 361971"/>
                <a:gd name="connsiteX35" fmla="*/ 131633 w 362309"/>
                <a:gd name="connsiteY35" fmla="*/ 121934 h 361971"/>
                <a:gd name="connsiteX36" fmla="*/ 175723 w 362309"/>
                <a:gd name="connsiteY36" fmla="*/ 104059 h 361971"/>
                <a:gd name="connsiteX37" fmla="*/ 175723 w 362309"/>
                <a:gd name="connsiteY37" fmla="*/ 81715 h 361971"/>
                <a:gd name="connsiteX38" fmla="*/ 182113 w 362309"/>
                <a:gd name="connsiteY38" fmla="*/ 75331 h 361971"/>
                <a:gd name="connsiteX39" fmla="*/ 188503 w 362309"/>
                <a:gd name="connsiteY39" fmla="*/ 81715 h 361971"/>
                <a:gd name="connsiteX40" fmla="*/ 188503 w 362309"/>
                <a:gd name="connsiteY40" fmla="*/ 104059 h 361971"/>
                <a:gd name="connsiteX41" fmla="*/ 232594 w 362309"/>
                <a:gd name="connsiteY41" fmla="*/ 121934 h 361971"/>
                <a:gd name="connsiteX42" fmla="*/ 249208 w 362309"/>
                <a:gd name="connsiteY42" fmla="*/ 105336 h 361971"/>
                <a:gd name="connsiteX43" fmla="*/ 258154 w 362309"/>
                <a:gd name="connsiteY43" fmla="*/ 105336 h 361971"/>
                <a:gd name="connsiteX44" fmla="*/ 258154 w 362309"/>
                <a:gd name="connsiteY44" fmla="*/ 105336 h 361971"/>
                <a:gd name="connsiteX45" fmla="*/ 258154 w 362309"/>
                <a:gd name="connsiteY45" fmla="*/ 114273 h 361971"/>
                <a:gd name="connsiteX46" fmla="*/ 241540 w 362309"/>
                <a:gd name="connsiteY46" fmla="*/ 130872 h 361971"/>
                <a:gd name="connsiteX47" fmla="*/ 260070 w 362309"/>
                <a:gd name="connsiteY47" fmla="*/ 174283 h 361971"/>
                <a:gd name="connsiteX48" fmla="*/ 281796 w 362309"/>
                <a:gd name="connsiteY48" fmla="*/ 174283 h 361971"/>
                <a:gd name="connsiteX49" fmla="*/ 288186 w 362309"/>
                <a:gd name="connsiteY49" fmla="*/ 180667 h 361971"/>
                <a:gd name="connsiteX50" fmla="*/ 281796 w 362309"/>
                <a:gd name="connsiteY50" fmla="*/ 187051 h 361971"/>
                <a:gd name="connsiteX51" fmla="*/ 280518 w 362309"/>
                <a:gd name="connsiteY51" fmla="*/ 187051 h 361971"/>
                <a:gd name="connsiteX52" fmla="*/ 280518 w 362309"/>
                <a:gd name="connsiteY52" fmla="*/ 18705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1157" y="0"/>
                    <a:pt x="180835" y="0"/>
                  </a:cubicBezTo>
                  <a:close/>
                  <a:moveTo>
                    <a:pt x="280518" y="187051"/>
                  </a:moveTo>
                  <a:lnTo>
                    <a:pt x="280518" y="187051"/>
                  </a:lnTo>
                  <a:lnTo>
                    <a:pt x="258792" y="187051"/>
                  </a:lnTo>
                  <a:cubicBezTo>
                    <a:pt x="257514" y="203649"/>
                    <a:pt x="251125" y="218971"/>
                    <a:pt x="240901" y="231738"/>
                  </a:cubicBezTo>
                  <a:lnTo>
                    <a:pt x="256875" y="247698"/>
                  </a:lnTo>
                  <a:cubicBezTo>
                    <a:pt x="259431" y="250252"/>
                    <a:pt x="259431" y="254082"/>
                    <a:pt x="256875" y="256636"/>
                  </a:cubicBezTo>
                  <a:cubicBezTo>
                    <a:pt x="254320" y="259190"/>
                    <a:pt x="250486" y="259190"/>
                    <a:pt x="247930" y="256636"/>
                  </a:cubicBezTo>
                  <a:lnTo>
                    <a:pt x="247930" y="256636"/>
                  </a:lnTo>
                  <a:lnTo>
                    <a:pt x="232594" y="240676"/>
                  </a:lnTo>
                  <a:cubicBezTo>
                    <a:pt x="220453" y="251529"/>
                    <a:pt x="204478" y="257913"/>
                    <a:pt x="188503" y="259190"/>
                  </a:cubicBezTo>
                  <a:lnTo>
                    <a:pt x="188503" y="280895"/>
                  </a:lnTo>
                  <a:cubicBezTo>
                    <a:pt x="188503" y="284725"/>
                    <a:pt x="185947" y="287279"/>
                    <a:pt x="182113" y="287279"/>
                  </a:cubicBezTo>
                  <a:cubicBezTo>
                    <a:pt x="178279" y="287279"/>
                    <a:pt x="175723" y="284725"/>
                    <a:pt x="175723" y="280895"/>
                  </a:cubicBezTo>
                  <a:lnTo>
                    <a:pt x="175723" y="259190"/>
                  </a:lnTo>
                  <a:cubicBezTo>
                    <a:pt x="159748" y="257913"/>
                    <a:pt x="144413" y="251529"/>
                    <a:pt x="131633" y="241314"/>
                  </a:cubicBezTo>
                  <a:lnTo>
                    <a:pt x="116297" y="256636"/>
                  </a:lnTo>
                  <a:cubicBezTo>
                    <a:pt x="113741" y="259190"/>
                    <a:pt x="109907" y="259190"/>
                    <a:pt x="107351" y="256636"/>
                  </a:cubicBezTo>
                  <a:cubicBezTo>
                    <a:pt x="104795" y="254082"/>
                    <a:pt x="104795" y="250252"/>
                    <a:pt x="107351" y="247698"/>
                  </a:cubicBezTo>
                  <a:lnTo>
                    <a:pt x="122687" y="232377"/>
                  </a:lnTo>
                  <a:cubicBezTo>
                    <a:pt x="111824" y="219609"/>
                    <a:pt x="105434" y="204287"/>
                    <a:pt x="104156" y="187689"/>
                  </a:cubicBezTo>
                  <a:lnTo>
                    <a:pt x="82430" y="187689"/>
                  </a:lnTo>
                  <a:cubicBezTo>
                    <a:pt x="78596" y="187689"/>
                    <a:pt x="76040" y="185135"/>
                    <a:pt x="76040" y="181305"/>
                  </a:cubicBezTo>
                  <a:cubicBezTo>
                    <a:pt x="76040" y="177475"/>
                    <a:pt x="78596" y="174921"/>
                    <a:pt x="82430" y="174921"/>
                  </a:cubicBezTo>
                  <a:lnTo>
                    <a:pt x="104156" y="174921"/>
                  </a:lnTo>
                  <a:cubicBezTo>
                    <a:pt x="105434" y="158961"/>
                    <a:pt x="111824" y="143640"/>
                    <a:pt x="122687" y="130872"/>
                  </a:cubicBezTo>
                  <a:lnTo>
                    <a:pt x="106073" y="114273"/>
                  </a:lnTo>
                  <a:cubicBezTo>
                    <a:pt x="103517" y="111720"/>
                    <a:pt x="103517" y="107889"/>
                    <a:pt x="106073" y="105336"/>
                  </a:cubicBezTo>
                  <a:cubicBezTo>
                    <a:pt x="108629" y="102782"/>
                    <a:pt x="112463" y="102782"/>
                    <a:pt x="115019" y="105336"/>
                  </a:cubicBezTo>
                  <a:cubicBezTo>
                    <a:pt x="115019" y="105336"/>
                    <a:pt x="115019" y="105336"/>
                    <a:pt x="115019" y="105336"/>
                  </a:cubicBezTo>
                  <a:lnTo>
                    <a:pt x="131633" y="121934"/>
                  </a:lnTo>
                  <a:cubicBezTo>
                    <a:pt x="143774" y="111720"/>
                    <a:pt x="159110" y="105336"/>
                    <a:pt x="175723" y="104059"/>
                  </a:cubicBezTo>
                  <a:lnTo>
                    <a:pt x="175723" y="81715"/>
                  </a:lnTo>
                  <a:cubicBezTo>
                    <a:pt x="175723" y="77885"/>
                    <a:pt x="178279" y="75331"/>
                    <a:pt x="182113" y="75331"/>
                  </a:cubicBezTo>
                  <a:cubicBezTo>
                    <a:pt x="185947" y="75331"/>
                    <a:pt x="188503" y="77885"/>
                    <a:pt x="188503" y="81715"/>
                  </a:cubicBezTo>
                  <a:lnTo>
                    <a:pt x="188503" y="104059"/>
                  </a:lnTo>
                  <a:cubicBezTo>
                    <a:pt x="204478" y="105336"/>
                    <a:pt x="219814" y="111720"/>
                    <a:pt x="232594" y="121934"/>
                  </a:cubicBezTo>
                  <a:lnTo>
                    <a:pt x="249208" y="105336"/>
                  </a:lnTo>
                  <a:cubicBezTo>
                    <a:pt x="251764" y="102782"/>
                    <a:pt x="255597" y="102782"/>
                    <a:pt x="258154" y="105336"/>
                  </a:cubicBezTo>
                  <a:cubicBezTo>
                    <a:pt x="258154" y="105336"/>
                    <a:pt x="258154" y="105336"/>
                    <a:pt x="258154" y="105336"/>
                  </a:cubicBezTo>
                  <a:cubicBezTo>
                    <a:pt x="260709" y="107889"/>
                    <a:pt x="260709" y="111720"/>
                    <a:pt x="258154" y="114273"/>
                  </a:cubicBezTo>
                  <a:lnTo>
                    <a:pt x="241540" y="130872"/>
                  </a:lnTo>
                  <a:cubicBezTo>
                    <a:pt x="252403" y="143001"/>
                    <a:pt x="258792" y="158323"/>
                    <a:pt x="260070" y="174283"/>
                  </a:cubicBezTo>
                  <a:lnTo>
                    <a:pt x="281796" y="174283"/>
                  </a:lnTo>
                  <a:cubicBezTo>
                    <a:pt x="285630" y="174283"/>
                    <a:pt x="288186" y="176836"/>
                    <a:pt x="288186" y="180667"/>
                  </a:cubicBezTo>
                  <a:cubicBezTo>
                    <a:pt x="288186" y="184497"/>
                    <a:pt x="285630" y="187051"/>
                    <a:pt x="281796" y="187051"/>
                  </a:cubicBezTo>
                  <a:cubicBezTo>
                    <a:pt x="281157" y="187689"/>
                    <a:pt x="281157" y="187689"/>
                    <a:pt x="280518" y="187051"/>
                  </a:cubicBezTo>
                  <a:lnTo>
                    <a:pt x="280518" y="187051"/>
                  </a:lnTo>
                  <a:close/>
                </a:path>
              </a:pathLst>
            </a:custGeom>
            <a:solidFill>
              <a:srgbClr val="26890D"/>
            </a:solidFill>
            <a:ln w="6390" cap="flat">
              <a:noFill/>
              <a:prstDash val="solid"/>
              <a:miter/>
            </a:ln>
          </p:spPr>
          <p:txBody>
            <a:bodyPr rtlCol="0" anchor="ctr"/>
            <a:lstStyle/>
            <a:p>
              <a:endParaRPr lang="en-US"/>
            </a:p>
          </p:txBody>
        </p:sp>
        <p:sp>
          <p:nvSpPr>
            <p:cNvPr id="1128" name="Graphic 4">
              <a:extLst>
                <a:ext uri="{FF2B5EF4-FFF2-40B4-BE49-F238E27FC236}">
                  <a16:creationId xmlns:a16="http://schemas.microsoft.com/office/drawing/2014/main" id="{7012712B-69D9-4B47-8D2B-79D7609EDA74}"/>
                </a:ext>
              </a:extLst>
            </p:cNvPr>
            <p:cNvSpPr/>
            <p:nvPr/>
          </p:nvSpPr>
          <p:spPr>
            <a:xfrm>
              <a:off x="1092679" y="5476342"/>
              <a:ext cx="35144" cy="47241"/>
            </a:xfrm>
            <a:custGeom>
              <a:avLst/>
              <a:gdLst>
                <a:gd name="connsiteX0" fmla="*/ 0 w 35144"/>
                <a:gd name="connsiteY0" fmla="*/ 638 h 47241"/>
                <a:gd name="connsiteX1" fmla="*/ 0 w 35144"/>
                <a:gd name="connsiteY1" fmla="*/ 47241 h 47241"/>
                <a:gd name="connsiteX2" fmla="*/ 35145 w 35144"/>
                <a:gd name="connsiteY2" fmla="*/ 32558 h 47241"/>
                <a:gd name="connsiteX3" fmla="*/ 2556 w 35144"/>
                <a:gd name="connsiteY3" fmla="*/ 0 h 47241"/>
                <a:gd name="connsiteX4" fmla="*/ 0 w 35144"/>
                <a:gd name="connsiteY4" fmla="*/ 638 h 47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44" h="47241">
                  <a:moveTo>
                    <a:pt x="0" y="638"/>
                  </a:moveTo>
                  <a:lnTo>
                    <a:pt x="0" y="47241"/>
                  </a:lnTo>
                  <a:cubicBezTo>
                    <a:pt x="12780" y="45965"/>
                    <a:pt x="24921" y="40857"/>
                    <a:pt x="35145" y="32558"/>
                  </a:cubicBezTo>
                  <a:lnTo>
                    <a:pt x="2556" y="0"/>
                  </a:lnTo>
                  <a:lnTo>
                    <a:pt x="0" y="638"/>
                  </a:lnTo>
                  <a:close/>
                </a:path>
              </a:pathLst>
            </a:custGeom>
            <a:solidFill>
              <a:srgbClr val="26890D"/>
            </a:solidFill>
            <a:ln w="6390" cap="flat">
              <a:noFill/>
              <a:prstDash val="solid"/>
              <a:miter/>
            </a:ln>
          </p:spPr>
          <p:txBody>
            <a:bodyPr rtlCol="0" anchor="ctr"/>
            <a:lstStyle/>
            <a:p>
              <a:endParaRPr lang="en-US"/>
            </a:p>
          </p:txBody>
        </p:sp>
        <p:sp>
          <p:nvSpPr>
            <p:cNvPr id="1129" name="Graphic 4">
              <a:extLst>
                <a:ext uri="{FF2B5EF4-FFF2-40B4-BE49-F238E27FC236}">
                  <a16:creationId xmlns:a16="http://schemas.microsoft.com/office/drawing/2014/main" id="{9DE57E60-A5B5-8240-847C-B98C306452C6}"/>
                </a:ext>
              </a:extLst>
            </p:cNvPr>
            <p:cNvSpPr/>
            <p:nvPr/>
          </p:nvSpPr>
          <p:spPr>
            <a:xfrm>
              <a:off x="1045393" y="5475704"/>
              <a:ext cx="34505" cy="47241"/>
            </a:xfrm>
            <a:custGeom>
              <a:avLst/>
              <a:gdLst>
                <a:gd name="connsiteX0" fmla="*/ 0 w 34505"/>
                <a:gd name="connsiteY0" fmla="*/ 33197 h 47241"/>
                <a:gd name="connsiteX1" fmla="*/ 34506 w 34505"/>
                <a:gd name="connsiteY1" fmla="*/ 47242 h 47241"/>
                <a:gd name="connsiteX2" fmla="*/ 34506 w 34505"/>
                <a:gd name="connsiteY2" fmla="*/ 639 h 47241"/>
                <a:gd name="connsiteX3" fmla="*/ 32589 w 34505"/>
                <a:gd name="connsiteY3" fmla="*/ 0 h 47241"/>
                <a:gd name="connsiteX4" fmla="*/ 0 w 34505"/>
                <a:gd name="connsiteY4" fmla="*/ 33197 h 47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5" h="47241">
                  <a:moveTo>
                    <a:pt x="0" y="33197"/>
                  </a:moveTo>
                  <a:cubicBezTo>
                    <a:pt x="10224" y="41496"/>
                    <a:pt x="22365" y="46603"/>
                    <a:pt x="34506" y="47242"/>
                  </a:cubicBezTo>
                  <a:lnTo>
                    <a:pt x="34506" y="639"/>
                  </a:lnTo>
                  <a:cubicBezTo>
                    <a:pt x="33867" y="639"/>
                    <a:pt x="33228" y="0"/>
                    <a:pt x="32589" y="0"/>
                  </a:cubicBezTo>
                  <a:lnTo>
                    <a:pt x="0" y="33197"/>
                  </a:lnTo>
                  <a:close/>
                </a:path>
              </a:pathLst>
            </a:custGeom>
            <a:solidFill>
              <a:srgbClr val="26890D"/>
            </a:solidFill>
            <a:ln w="6390" cap="flat">
              <a:noFill/>
              <a:prstDash val="solid"/>
              <a:miter/>
            </a:ln>
          </p:spPr>
          <p:txBody>
            <a:bodyPr rtlCol="0" anchor="ctr"/>
            <a:lstStyle/>
            <a:p>
              <a:endParaRPr lang="en-US"/>
            </a:p>
          </p:txBody>
        </p:sp>
      </p:grpSp>
      <p:grpSp>
        <p:nvGrpSpPr>
          <p:cNvPr id="1130" name="Graphic 4">
            <a:extLst>
              <a:ext uri="{FF2B5EF4-FFF2-40B4-BE49-F238E27FC236}">
                <a16:creationId xmlns:a16="http://schemas.microsoft.com/office/drawing/2014/main" id="{7E49157B-AC02-284A-9114-791B9EE2284E}"/>
              </a:ext>
            </a:extLst>
          </p:cNvPr>
          <p:cNvGrpSpPr/>
          <p:nvPr/>
        </p:nvGrpSpPr>
        <p:grpSpPr>
          <a:xfrm>
            <a:off x="1514415" y="4793256"/>
            <a:ext cx="362309" cy="361971"/>
            <a:chOff x="1514415" y="4793256"/>
            <a:chExt cx="362309" cy="361971"/>
          </a:xfrm>
          <a:solidFill>
            <a:srgbClr val="26890D"/>
          </a:solidFill>
        </p:grpSpPr>
        <p:sp>
          <p:nvSpPr>
            <p:cNvPr id="1131" name="Graphic 4">
              <a:extLst>
                <a:ext uri="{FF2B5EF4-FFF2-40B4-BE49-F238E27FC236}">
                  <a16:creationId xmlns:a16="http://schemas.microsoft.com/office/drawing/2014/main" id="{BB02B721-8210-8549-A648-614FC8155C20}"/>
                </a:ext>
              </a:extLst>
            </p:cNvPr>
            <p:cNvSpPr/>
            <p:nvPr/>
          </p:nvSpPr>
          <p:spPr>
            <a:xfrm>
              <a:off x="1514415" y="479325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8565 h 361971"/>
                <a:gd name="connsiteX8" fmla="*/ 12780 w 362309"/>
                <a:gd name="connsiteY8" fmla="*/ 180667 h 361971"/>
                <a:gd name="connsiteX9" fmla="*/ 180835 w 362309"/>
                <a:gd name="connsiteY9" fmla="*/ 12129 h 361971"/>
                <a:gd name="connsiteX10" fmla="*/ 349530 w 362309"/>
                <a:gd name="connsiteY10" fmla="*/ 180028 h 361971"/>
                <a:gd name="connsiteX11" fmla="*/ 349530 w 362309"/>
                <a:gd name="connsiteY11" fmla="*/ 180028 h 361971"/>
                <a:gd name="connsiteX12" fmla="*/ 181474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0438"/>
                    <a:pt x="281157" y="0"/>
                    <a:pt x="181474" y="0"/>
                  </a:cubicBezTo>
                  <a:lnTo>
                    <a:pt x="181474" y="0"/>
                  </a:lnTo>
                  <a:close/>
                  <a:moveTo>
                    <a:pt x="181474" y="348565"/>
                  </a:moveTo>
                  <a:cubicBezTo>
                    <a:pt x="88181" y="348565"/>
                    <a:pt x="12780" y="273234"/>
                    <a:pt x="12780" y="180667"/>
                  </a:cubicBezTo>
                  <a:cubicBezTo>
                    <a:pt x="12780" y="87461"/>
                    <a:pt x="88181" y="12129"/>
                    <a:pt x="180835" y="12129"/>
                  </a:cubicBezTo>
                  <a:cubicBezTo>
                    <a:pt x="274128" y="12129"/>
                    <a:pt x="349530" y="87461"/>
                    <a:pt x="349530" y="180028"/>
                  </a:cubicBezTo>
                  <a:cubicBezTo>
                    <a:pt x="349530" y="180028"/>
                    <a:pt x="349530" y="180028"/>
                    <a:pt x="349530" y="180028"/>
                  </a:cubicBezTo>
                  <a:cubicBezTo>
                    <a:pt x="349530" y="273234"/>
                    <a:pt x="274128" y="348565"/>
                    <a:pt x="181474" y="348565"/>
                  </a:cubicBezTo>
                  <a:close/>
                </a:path>
              </a:pathLst>
            </a:custGeom>
            <a:solidFill>
              <a:srgbClr val="26890D"/>
            </a:solidFill>
            <a:ln w="6390" cap="flat">
              <a:noFill/>
              <a:prstDash val="solid"/>
              <a:miter/>
            </a:ln>
          </p:spPr>
          <p:txBody>
            <a:bodyPr rtlCol="0" anchor="ctr"/>
            <a:lstStyle/>
            <a:p>
              <a:endParaRPr lang="en-US"/>
            </a:p>
          </p:txBody>
        </p:sp>
        <p:sp>
          <p:nvSpPr>
            <p:cNvPr id="1132" name="Graphic 4">
              <a:extLst>
                <a:ext uri="{FF2B5EF4-FFF2-40B4-BE49-F238E27FC236}">
                  <a16:creationId xmlns:a16="http://schemas.microsoft.com/office/drawing/2014/main" id="{AB3B2F1B-4985-CC4D-8728-C506BA2A5F3E}"/>
                </a:ext>
              </a:extLst>
            </p:cNvPr>
            <p:cNvSpPr/>
            <p:nvPr/>
          </p:nvSpPr>
          <p:spPr>
            <a:xfrm>
              <a:off x="1650520" y="4915190"/>
              <a:ext cx="92015" cy="121295"/>
            </a:xfrm>
            <a:custGeom>
              <a:avLst/>
              <a:gdLst>
                <a:gd name="connsiteX0" fmla="*/ 92015 w 92015"/>
                <a:gd name="connsiteY0" fmla="*/ 45965 h 121295"/>
                <a:gd name="connsiteX1" fmla="*/ 46008 w 92015"/>
                <a:gd name="connsiteY1" fmla="*/ 0 h 121295"/>
                <a:gd name="connsiteX2" fmla="*/ 46008 w 92015"/>
                <a:gd name="connsiteY2" fmla="*/ 0 h 121295"/>
                <a:gd name="connsiteX3" fmla="*/ 0 w 92015"/>
                <a:gd name="connsiteY3" fmla="*/ 45965 h 121295"/>
                <a:gd name="connsiteX4" fmla="*/ 6390 w 92015"/>
                <a:gd name="connsiteY4" fmla="*/ 69586 h 121295"/>
                <a:gd name="connsiteX5" fmla="*/ 37701 w 92015"/>
                <a:gd name="connsiteY5" fmla="*/ 116827 h 121295"/>
                <a:gd name="connsiteX6" fmla="*/ 46008 w 92015"/>
                <a:gd name="connsiteY6" fmla="*/ 121296 h 121295"/>
                <a:gd name="connsiteX7" fmla="*/ 46008 w 92015"/>
                <a:gd name="connsiteY7" fmla="*/ 121296 h 121295"/>
                <a:gd name="connsiteX8" fmla="*/ 54314 w 92015"/>
                <a:gd name="connsiteY8" fmla="*/ 116827 h 121295"/>
                <a:gd name="connsiteX9" fmla="*/ 85625 w 92015"/>
                <a:gd name="connsiteY9" fmla="*/ 69586 h 121295"/>
                <a:gd name="connsiteX10" fmla="*/ 92015 w 92015"/>
                <a:gd name="connsiteY10" fmla="*/ 45965 h 121295"/>
                <a:gd name="connsiteX11" fmla="*/ 74762 w 92015"/>
                <a:gd name="connsiteY11" fmla="*/ 62563 h 121295"/>
                <a:gd name="connsiteX12" fmla="*/ 46008 w 92015"/>
                <a:gd name="connsiteY12" fmla="*/ 106613 h 121295"/>
                <a:gd name="connsiteX13" fmla="*/ 17253 w 92015"/>
                <a:gd name="connsiteY13" fmla="*/ 63202 h 121295"/>
                <a:gd name="connsiteX14" fmla="*/ 12780 w 92015"/>
                <a:gd name="connsiteY14" fmla="*/ 46603 h 121295"/>
                <a:gd name="connsiteX15" fmla="*/ 46008 w 92015"/>
                <a:gd name="connsiteY15" fmla="*/ 13407 h 121295"/>
                <a:gd name="connsiteX16" fmla="*/ 46647 w 92015"/>
                <a:gd name="connsiteY16" fmla="*/ 13407 h 121295"/>
                <a:gd name="connsiteX17" fmla="*/ 79874 w 92015"/>
                <a:gd name="connsiteY17" fmla="*/ 46603 h 121295"/>
                <a:gd name="connsiteX18" fmla="*/ 74762 w 92015"/>
                <a:gd name="connsiteY18" fmla="*/ 62563 h 12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2015" h="121295">
                  <a:moveTo>
                    <a:pt x="92015" y="45965"/>
                  </a:moveTo>
                  <a:cubicBezTo>
                    <a:pt x="92015" y="20429"/>
                    <a:pt x="71567" y="0"/>
                    <a:pt x="46008" y="0"/>
                  </a:cubicBezTo>
                  <a:lnTo>
                    <a:pt x="46008" y="0"/>
                  </a:lnTo>
                  <a:cubicBezTo>
                    <a:pt x="20448" y="0"/>
                    <a:pt x="0" y="20429"/>
                    <a:pt x="0" y="45965"/>
                  </a:cubicBezTo>
                  <a:cubicBezTo>
                    <a:pt x="0" y="54264"/>
                    <a:pt x="1917" y="62563"/>
                    <a:pt x="6390" y="69586"/>
                  </a:cubicBezTo>
                  <a:lnTo>
                    <a:pt x="37701" y="116827"/>
                  </a:lnTo>
                  <a:cubicBezTo>
                    <a:pt x="39618" y="119381"/>
                    <a:pt x="42813" y="121296"/>
                    <a:pt x="46008" y="121296"/>
                  </a:cubicBezTo>
                  <a:lnTo>
                    <a:pt x="46008" y="121296"/>
                  </a:lnTo>
                  <a:cubicBezTo>
                    <a:pt x="49203" y="121296"/>
                    <a:pt x="52398" y="119381"/>
                    <a:pt x="54314" y="116827"/>
                  </a:cubicBezTo>
                  <a:lnTo>
                    <a:pt x="85625" y="69586"/>
                  </a:lnTo>
                  <a:cubicBezTo>
                    <a:pt x="89459" y="62563"/>
                    <a:pt x="92015" y="54264"/>
                    <a:pt x="92015" y="45965"/>
                  </a:cubicBezTo>
                  <a:close/>
                  <a:moveTo>
                    <a:pt x="74762" y="62563"/>
                  </a:moveTo>
                  <a:lnTo>
                    <a:pt x="46008" y="106613"/>
                  </a:lnTo>
                  <a:lnTo>
                    <a:pt x="17253" y="63202"/>
                  </a:lnTo>
                  <a:cubicBezTo>
                    <a:pt x="14058" y="58094"/>
                    <a:pt x="12780" y="52349"/>
                    <a:pt x="12780" y="46603"/>
                  </a:cubicBezTo>
                  <a:cubicBezTo>
                    <a:pt x="12780" y="28090"/>
                    <a:pt x="27477" y="13407"/>
                    <a:pt x="46008" y="13407"/>
                  </a:cubicBezTo>
                  <a:lnTo>
                    <a:pt x="46647" y="13407"/>
                  </a:lnTo>
                  <a:cubicBezTo>
                    <a:pt x="65177" y="13407"/>
                    <a:pt x="79874" y="28728"/>
                    <a:pt x="79874" y="46603"/>
                  </a:cubicBezTo>
                  <a:cubicBezTo>
                    <a:pt x="79235" y="51710"/>
                    <a:pt x="77957" y="57456"/>
                    <a:pt x="74762" y="62563"/>
                  </a:cubicBezTo>
                  <a:close/>
                </a:path>
              </a:pathLst>
            </a:custGeom>
            <a:solidFill>
              <a:srgbClr val="26890D"/>
            </a:solidFill>
            <a:ln w="6390" cap="flat">
              <a:noFill/>
              <a:prstDash val="solid"/>
              <a:miter/>
            </a:ln>
          </p:spPr>
          <p:txBody>
            <a:bodyPr rtlCol="0" anchor="ctr"/>
            <a:lstStyle/>
            <a:p>
              <a:endParaRPr lang="en-US"/>
            </a:p>
          </p:txBody>
        </p:sp>
        <p:sp>
          <p:nvSpPr>
            <p:cNvPr id="1133" name="Graphic 4">
              <a:extLst>
                <a:ext uri="{FF2B5EF4-FFF2-40B4-BE49-F238E27FC236}">
                  <a16:creationId xmlns:a16="http://schemas.microsoft.com/office/drawing/2014/main" id="{C7579CA2-DD6D-F044-B1D9-944226E47F2D}"/>
                </a:ext>
              </a:extLst>
            </p:cNvPr>
            <p:cNvSpPr/>
            <p:nvPr/>
          </p:nvSpPr>
          <p:spPr>
            <a:xfrm>
              <a:off x="1672246" y="4936896"/>
              <a:ext cx="48563" cy="48518"/>
            </a:xfrm>
            <a:custGeom>
              <a:avLst/>
              <a:gdLst>
                <a:gd name="connsiteX0" fmla="*/ 24282 w 48563"/>
                <a:gd name="connsiteY0" fmla="*/ 0 h 48518"/>
                <a:gd name="connsiteX1" fmla="*/ 0 w 48563"/>
                <a:gd name="connsiteY1" fmla="*/ 24259 h 48518"/>
                <a:gd name="connsiteX2" fmla="*/ 24282 w 48563"/>
                <a:gd name="connsiteY2" fmla="*/ 48518 h 48518"/>
                <a:gd name="connsiteX3" fmla="*/ 48563 w 48563"/>
                <a:gd name="connsiteY3" fmla="*/ 24259 h 48518"/>
                <a:gd name="connsiteX4" fmla="*/ 24282 w 48563"/>
                <a:gd name="connsiteY4" fmla="*/ 0 h 48518"/>
                <a:gd name="connsiteX5" fmla="*/ 24282 w 48563"/>
                <a:gd name="connsiteY5" fmla="*/ 36389 h 48518"/>
                <a:gd name="connsiteX6" fmla="*/ 12780 w 48563"/>
                <a:gd name="connsiteY6" fmla="*/ 24897 h 48518"/>
                <a:gd name="connsiteX7" fmla="*/ 24282 w 48563"/>
                <a:gd name="connsiteY7" fmla="*/ 13406 h 48518"/>
                <a:gd name="connsiteX8" fmla="*/ 35783 w 48563"/>
                <a:gd name="connsiteY8" fmla="*/ 24897 h 48518"/>
                <a:gd name="connsiteX9" fmla="*/ 24282 w 48563"/>
                <a:gd name="connsiteY9" fmla="*/ 36389 h 48518"/>
                <a:gd name="connsiteX10" fmla="*/ 24282 w 48563"/>
                <a:gd name="connsiteY10" fmla="*/ 36389 h 4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563" h="48518">
                  <a:moveTo>
                    <a:pt x="24282" y="0"/>
                  </a:moveTo>
                  <a:cubicBezTo>
                    <a:pt x="10863" y="0"/>
                    <a:pt x="0" y="10853"/>
                    <a:pt x="0" y="24259"/>
                  </a:cubicBezTo>
                  <a:cubicBezTo>
                    <a:pt x="0" y="37665"/>
                    <a:pt x="10863" y="48518"/>
                    <a:pt x="24282" y="48518"/>
                  </a:cubicBezTo>
                  <a:cubicBezTo>
                    <a:pt x="37701" y="48518"/>
                    <a:pt x="48563" y="37665"/>
                    <a:pt x="48563" y="24259"/>
                  </a:cubicBezTo>
                  <a:cubicBezTo>
                    <a:pt x="48563" y="10853"/>
                    <a:pt x="37701" y="0"/>
                    <a:pt x="24282" y="0"/>
                  </a:cubicBezTo>
                  <a:close/>
                  <a:moveTo>
                    <a:pt x="24282" y="36389"/>
                  </a:moveTo>
                  <a:cubicBezTo>
                    <a:pt x="17892" y="36389"/>
                    <a:pt x="12780" y="31281"/>
                    <a:pt x="12780" y="24897"/>
                  </a:cubicBezTo>
                  <a:cubicBezTo>
                    <a:pt x="12780" y="18513"/>
                    <a:pt x="17892" y="13406"/>
                    <a:pt x="24282" y="13406"/>
                  </a:cubicBezTo>
                  <a:cubicBezTo>
                    <a:pt x="30672" y="13406"/>
                    <a:pt x="35783" y="18513"/>
                    <a:pt x="35783" y="24897"/>
                  </a:cubicBezTo>
                  <a:cubicBezTo>
                    <a:pt x="35783" y="31281"/>
                    <a:pt x="30672" y="36389"/>
                    <a:pt x="24282" y="36389"/>
                  </a:cubicBezTo>
                  <a:lnTo>
                    <a:pt x="24282" y="36389"/>
                  </a:lnTo>
                  <a:close/>
                </a:path>
              </a:pathLst>
            </a:custGeom>
            <a:solidFill>
              <a:srgbClr val="26890D"/>
            </a:solidFill>
            <a:ln w="6390" cap="flat">
              <a:noFill/>
              <a:prstDash val="solid"/>
              <a:miter/>
            </a:ln>
          </p:spPr>
          <p:txBody>
            <a:bodyPr rtlCol="0" anchor="ctr"/>
            <a:lstStyle/>
            <a:p>
              <a:endParaRPr lang="en-US"/>
            </a:p>
          </p:txBody>
        </p:sp>
        <p:sp>
          <p:nvSpPr>
            <p:cNvPr id="1134" name="Graphic 4">
              <a:extLst>
                <a:ext uri="{FF2B5EF4-FFF2-40B4-BE49-F238E27FC236}">
                  <a16:creationId xmlns:a16="http://schemas.microsoft.com/office/drawing/2014/main" id="{6672C68E-0EB1-4640-952D-5C6CADE5E332}"/>
                </a:ext>
              </a:extLst>
            </p:cNvPr>
            <p:cNvSpPr/>
            <p:nvPr/>
          </p:nvSpPr>
          <p:spPr>
            <a:xfrm>
              <a:off x="1575119" y="4967539"/>
              <a:ext cx="44729" cy="12767"/>
            </a:xfrm>
            <a:custGeom>
              <a:avLst/>
              <a:gdLst>
                <a:gd name="connsiteX0" fmla="*/ 44730 w 44729"/>
                <a:gd name="connsiteY0" fmla="*/ 6384 h 12767"/>
                <a:gd name="connsiteX1" fmla="*/ 38340 w 44729"/>
                <a:gd name="connsiteY1" fmla="*/ 0 h 12767"/>
                <a:gd name="connsiteX2" fmla="*/ 6390 w 44729"/>
                <a:gd name="connsiteY2" fmla="*/ 0 h 12767"/>
                <a:gd name="connsiteX3" fmla="*/ 0 w 44729"/>
                <a:gd name="connsiteY3" fmla="*/ 6384 h 12767"/>
                <a:gd name="connsiteX4" fmla="*/ 6390 w 44729"/>
                <a:gd name="connsiteY4" fmla="*/ 12768 h 12767"/>
                <a:gd name="connsiteX5" fmla="*/ 38340 w 44729"/>
                <a:gd name="connsiteY5" fmla="*/ 12768 h 12767"/>
                <a:gd name="connsiteX6" fmla="*/ 44730 w 44729"/>
                <a:gd name="connsiteY6" fmla="*/ 638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29" h="12767">
                  <a:moveTo>
                    <a:pt x="44730" y="6384"/>
                  </a:moveTo>
                  <a:cubicBezTo>
                    <a:pt x="44730" y="2554"/>
                    <a:pt x="42174" y="0"/>
                    <a:pt x="38340" y="0"/>
                  </a:cubicBezTo>
                  <a:lnTo>
                    <a:pt x="6390" y="0"/>
                  </a:lnTo>
                  <a:cubicBezTo>
                    <a:pt x="2556" y="0"/>
                    <a:pt x="0" y="2554"/>
                    <a:pt x="0" y="6384"/>
                  </a:cubicBezTo>
                  <a:cubicBezTo>
                    <a:pt x="0" y="10214"/>
                    <a:pt x="2556" y="12768"/>
                    <a:pt x="6390" y="12768"/>
                  </a:cubicBezTo>
                  <a:lnTo>
                    <a:pt x="38340" y="12768"/>
                  </a:lnTo>
                  <a:cubicBezTo>
                    <a:pt x="41535" y="12768"/>
                    <a:pt x="44730" y="9576"/>
                    <a:pt x="44730" y="6384"/>
                  </a:cubicBezTo>
                  <a:close/>
                </a:path>
              </a:pathLst>
            </a:custGeom>
            <a:solidFill>
              <a:srgbClr val="26890D"/>
            </a:solidFill>
            <a:ln w="6390" cap="flat">
              <a:noFill/>
              <a:prstDash val="solid"/>
              <a:miter/>
            </a:ln>
          </p:spPr>
          <p:txBody>
            <a:bodyPr rtlCol="0" anchor="ctr"/>
            <a:lstStyle/>
            <a:p>
              <a:endParaRPr lang="en-US"/>
            </a:p>
          </p:txBody>
        </p:sp>
        <p:sp>
          <p:nvSpPr>
            <p:cNvPr id="1135" name="Graphic 4">
              <a:extLst>
                <a:ext uri="{FF2B5EF4-FFF2-40B4-BE49-F238E27FC236}">
                  <a16:creationId xmlns:a16="http://schemas.microsoft.com/office/drawing/2014/main" id="{B23C7075-C272-B14C-B8CB-4FAA55988791}"/>
                </a:ext>
              </a:extLst>
            </p:cNvPr>
            <p:cNvSpPr/>
            <p:nvPr/>
          </p:nvSpPr>
          <p:spPr>
            <a:xfrm>
              <a:off x="1771929" y="4967539"/>
              <a:ext cx="44729" cy="12767"/>
            </a:xfrm>
            <a:custGeom>
              <a:avLst/>
              <a:gdLst>
                <a:gd name="connsiteX0" fmla="*/ 38340 w 44729"/>
                <a:gd name="connsiteY0" fmla="*/ 0 h 12767"/>
                <a:gd name="connsiteX1" fmla="*/ 6390 w 44729"/>
                <a:gd name="connsiteY1" fmla="*/ 0 h 12767"/>
                <a:gd name="connsiteX2" fmla="*/ 0 w 44729"/>
                <a:gd name="connsiteY2" fmla="*/ 6384 h 12767"/>
                <a:gd name="connsiteX3" fmla="*/ 6390 w 44729"/>
                <a:gd name="connsiteY3" fmla="*/ 12768 h 12767"/>
                <a:gd name="connsiteX4" fmla="*/ 38340 w 44729"/>
                <a:gd name="connsiteY4" fmla="*/ 12768 h 12767"/>
                <a:gd name="connsiteX5" fmla="*/ 44730 w 44729"/>
                <a:gd name="connsiteY5" fmla="*/ 6384 h 12767"/>
                <a:gd name="connsiteX6" fmla="*/ 38340 w 44729"/>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29" h="12767">
                  <a:moveTo>
                    <a:pt x="38340" y="0"/>
                  </a:moveTo>
                  <a:lnTo>
                    <a:pt x="6390" y="0"/>
                  </a:lnTo>
                  <a:cubicBezTo>
                    <a:pt x="2556" y="0"/>
                    <a:pt x="0" y="2554"/>
                    <a:pt x="0" y="6384"/>
                  </a:cubicBezTo>
                  <a:cubicBezTo>
                    <a:pt x="0" y="10214"/>
                    <a:pt x="2556" y="12768"/>
                    <a:pt x="6390" y="12768"/>
                  </a:cubicBezTo>
                  <a:lnTo>
                    <a:pt x="38340" y="12768"/>
                  </a:lnTo>
                  <a:cubicBezTo>
                    <a:pt x="42174" y="12768"/>
                    <a:pt x="44730" y="10214"/>
                    <a:pt x="44730" y="6384"/>
                  </a:cubicBezTo>
                  <a:cubicBezTo>
                    <a:pt x="44730" y="2554"/>
                    <a:pt x="42174" y="0"/>
                    <a:pt x="38340" y="0"/>
                  </a:cubicBezTo>
                  <a:close/>
                </a:path>
              </a:pathLst>
            </a:custGeom>
            <a:solidFill>
              <a:srgbClr val="26890D"/>
            </a:solidFill>
            <a:ln w="6390" cap="flat">
              <a:noFill/>
              <a:prstDash val="solid"/>
              <a:miter/>
            </a:ln>
          </p:spPr>
          <p:txBody>
            <a:bodyPr rtlCol="0" anchor="ctr"/>
            <a:lstStyle/>
            <a:p>
              <a:endParaRPr lang="en-US"/>
            </a:p>
          </p:txBody>
        </p:sp>
        <p:sp>
          <p:nvSpPr>
            <p:cNvPr id="1136" name="Graphic 4">
              <a:extLst>
                <a:ext uri="{FF2B5EF4-FFF2-40B4-BE49-F238E27FC236}">
                  <a16:creationId xmlns:a16="http://schemas.microsoft.com/office/drawing/2014/main" id="{EA7E3FD6-5326-6D4D-B405-180C0270B7B9}"/>
                </a:ext>
              </a:extLst>
            </p:cNvPr>
            <p:cNvSpPr/>
            <p:nvPr/>
          </p:nvSpPr>
          <p:spPr>
            <a:xfrm>
              <a:off x="1689499" y="4852627"/>
              <a:ext cx="12779" cy="44687"/>
            </a:xfrm>
            <a:custGeom>
              <a:avLst/>
              <a:gdLst>
                <a:gd name="connsiteX0" fmla="*/ 6390 w 12779"/>
                <a:gd name="connsiteY0" fmla="*/ 44688 h 44687"/>
                <a:gd name="connsiteX1" fmla="*/ 12780 w 12779"/>
                <a:gd name="connsiteY1" fmla="*/ 38304 h 44687"/>
                <a:gd name="connsiteX2" fmla="*/ 12780 w 12779"/>
                <a:gd name="connsiteY2" fmla="*/ 6384 h 44687"/>
                <a:gd name="connsiteX3" fmla="*/ 6390 w 12779"/>
                <a:gd name="connsiteY3" fmla="*/ 0 h 44687"/>
                <a:gd name="connsiteX4" fmla="*/ 0 w 12779"/>
                <a:gd name="connsiteY4" fmla="*/ 6384 h 44687"/>
                <a:gd name="connsiteX5" fmla="*/ 0 w 12779"/>
                <a:gd name="connsiteY5" fmla="*/ 38304 h 44687"/>
                <a:gd name="connsiteX6" fmla="*/ 6390 w 12779"/>
                <a:gd name="connsiteY6" fmla="*/ 44688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44687">
                  <a:moveTo>
                    <a:pt x="6390" y="44688"/>
                  </a:moveTo>
                  <a:cubicBezTo>
                    <a:pt x="10224" y="44688"/>
                    <a:pt x="12780" y="42134"/>
                    <a:pt x="12780" y="38304"/>
                  </a:cubicBezTo>
                  <a:lnTo>
                    <a:pt x="12780" y="6384"/>
                  </a:lnTo>
                  <a:cubicBezTo>
                    <a:pt x="12780" y="2554"/>
                    <a:pt x="10224" y="0"/>
                    <a:pt x="6390" y="0"/>
                  </a:cubicBezTo>
                  <a:cubicBezTo>
                    <a:pt x="2556" y="0"/>
                    <a:pt x="0" y="2554"/>
                    <a:pt x="0" y="6384"/>
                  </a:cubicBezTo>
                  <a:lnTo>
                    <a:pt x="0" y="38304"/>
                  </a:lnTo>
                  <a:cubicBezTo>
                    <a:pt x="0" y="41496"/>
                    <a:pt x="2556" y="44688"/>
                    <a:pt x="6390" y="44688"/>
                  </a:cubicBezTo>
                  <a:close/>
                </a:path>
              </a:pathLst>
            </a:custGeom>
            <a:solidFill>
              <a:srgbClr val="26890D"/>
            </a:solidFill>
            <a:ln w="6390" cap="flat">
              <a:noFill/>
              <a:prstDash val="solid"/>
              <a:miter/>
            </a:ln>
          </p:spPr>
          <p:txBody>
            <a:bodyPr rtlCol="0" anchor="ctr"/>
            <a:lstStyle/>
            <a:p>
              <a:endParaRPr lang="en-US"/>
            </a:p>
          </p:txBody>
        </p:sp>
        <p:sp>
          <p:nvSpPr>
            <p:cNvPr id="1137" name="Graphic 4">
              <a:extLst>
                <a:ext uri="{FF2B5EF4-FFF2-40B4-BE49-F238E27FC236}">
                  <a16:creationId xmlns:a16="http://schemas.microsoft.com/office/drawing/2014/main" id="{779503B2-CC81-AB42-A470-08C35359AD3A}"/>
                </a:ext>
              </a:extLst>
            </p:cNvPr>
            <p:cNvSpPr/>
            <p:nvPr/>
          </p:nvSpPr>
          <p:spPr>
            <a:xfrm>
              <a:off x="1690138" y="5050531"/>
              <a:ext cx="12779" cy="44687"/>
            </a:xfrm>
            <a:custGeom>
              <a:avLst/>
              <a:gdLst>
                <a:gd name="connsiteX0" fmla="*/ 6390 w 12779"/>
                <a:gd name="connsiteY0" fmla="*/ 0 h 44687"/>
                <a:gd name="connsiteX1" fmla="*/ 0 w 12779"/>
                <a:gd name="connsiteY1" fmla="*/ 6384 h 44687"/>
                <a:gd name="connsiteX2" fmla="*/ 0 w 12779"/>
                <a:gd name="connsiteY2" fmla="*/ 38304 h 44687"/>
                <a:gd name="connsiteX3" fmla="*/ 6390 w 12779"/>
                <a:gd name="connsiteY3" fmla="*/ 44688 h 44687"/>
                <a:gd name="connsiteX4" fmla="*/ 12780 w 12779"/>
                <a:gd name="connsiteY4" fmla="*/ 38304 h 44687"/>
                <a:gd name="connsiteX5" fmla="*/ 12780 w 12779"/>
                <a:gd name="connsiteY5" fmla="*/ 6384 h 44687"/>
                <a:gd name="connsiteX6" fmla="*/ 6390 w 12779"/>
                <a:gd name="connsiteY6" fmla="*/ 0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44687">
                  <a:moveTo>
                    <a:pt x="6390" y="0"/>
                  </a:moveTo>
                  <a:cubicBezTo>
                    <a:pt x="2556" y="0"/>
                    <a:pt x="0" y="2554"/>
                    <a:pt x="0" y="6384"/>
                  </a:cubicBezTo>
                  <a:lnTo>
                    <a:pt x="0" y="38304"/>
                  </a:lnTo>
                  <a:cubicBezTo>
                    <a:pt x="0" y="42134"/>
                    <a:pt x="2556" y="44688"/>
                    <a:pt x="6390" y="44688"/>
                  </a:cubicBezTo>
                  <a:cubicBezTo>
                    <a:pt x="10224" y="44688"/>
                    <a:pt x="12780" y="42134"/>
                    <a:pt x="12780" y="38304"/>
                  </a:cubicBezTo>
                  <a:lnTo>
                    <a:pt x="12780" y="6384"/>
                  </a:lnTo>
                  <a:cubicBezTo>
                    <a:pt x="12780" y="3192"/>
                    <a:pt x="10224" y="0"/>
                    <a:pt x="6390" y="0"/>
                  </a:cubicBezTo>
                  <a:close/>
                </a:path>
              </a:pathLst>
            </a:custGeom>
            <a:solidFill>
              <a:srgbClr val="26890D"/>
            </a:solidFill>
            <a:ln w="6390" cap="flat">
              <a:noFill/>
              <a:prstDash val="solid"/>
              <a:miter/>
            </a:ln>
          </p:spPr>
          <p:txBody>
            <a:bodyPr rtlCol="0" anchor="ctr"/>
            <a:lstStyle/>
            <a:p>
              <a:endParaRPr lang="en-US"/>
            </a:p>
          </p:txBody>
        </p:sp>
        <p:sp>
          <p:nvSpPr>
            <p:cNvPr id="1138" name="Graphic 4">
              <a:extLst>
                <a:ext uri="{FF2B5EF4-FFF2-40B4-BE49-F238E27FC236}">
                  <a16:creationId xmlns:a16="http://schemas.microsoft.com/office/drawing/2014/main" id="{3E3E425A-4F12-E84A-829E-3AD567B296C0}"/>
                </a:ext>
              </a:extLst>
            </p:cNvPr>
            <p:cNvSpPr/>
            <p:nvPr/>
          </p:nvSpPr>
          <p:spPr>
            <a:xfrm>
              <a:off x="1600040" y="4988606"/>
              <a:ext cx="81152" cy="81076"/>
            </a:xfrm>
            <a:custGeom>
              <a:avLst/>
              <a:gdLst>
                <a:gd name="connsiteX0" fmla="*/ 74762 w 81152"/>
                <a:gd name="connsiteY0" fmla="*/ 68309 h 81076"/>
                <a:gd name="connsiteX1" fmla="*/ 12780 w 81152"/>
                <a:gd name="connsiteY1" fmla="*/ 68309 h 81076"/>
                <a:gd name="connsiteX2" fmla="*/ 12780 w 81152"/>
                <a:gd name="connsiteY2" fmla="*/ 6384 h 81076"/>
                <a:gd name="connsiteX3" fmla="*/ 6390 w 81152"/>
                <a:gd name="connsiteY3" fmla="*/ 0 h 81076"/>
                <a:gd name="connsiteX4" fmla="*/ 0 w 81152"/>
                <a:gd name="connsiteY4" fmla="*/ 6384 h 81076"/>
                <a:gd name="connsiteX5" fmla="*/ 0 w 81152"/>
                <a:gd name="connsiteY5" fmla="*/ 74693 h 81076"/>
                <a:gd name="connsiteX6" fmla="*/ 6390 w 81152"/>
                <a:gd name="connsiteY6" fmla="*/ 81077 h 81076"/>
                <a:gd name="connsiteX7" fmla="*/ 74762 w 81152"/>
                <a:gd name="connsiteY7" fmla="*/ 81077 h 81076"/>
                <a:gd name="connsiteX8" fmla="*/ 81152 w 81152"/>
                <a:gd name="connsiteY8" fmla="*/ 74693 h 81076"/>
                <a:gd name="connsiteX9" fmla="*/ 74762 w 81152"/>
                <a:gd name="connsiteY9" fmla="*/ 68309 h 81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152" h="81076">
                  <a:moveTo>
                    <a:pt x="74762" y="68309"/>
                  </a:moveTo>
                  <a:lnTo>
                    <a:pt x="12780" y="68309"/>
                  </a:lnTo>
                  <a:lnTo>
                    <a:pt x="12780" y="6384"/>
                  </a:lnTo>
                  <a:cubicBezTo>
                    <a:pt x="12780" y="2554"/>
                    <a:pt x="10224" y="0"/>
                    <a:pt x="6390" y="0"/>
                  </a:cubicBezTo>
                  <a:cubicBezTo>
                    <a:pt x="2556" y="0"/>
                    <a:pt x="0" y="2554"/>
                    <a:pt x="0" y="6384"/>
                  </a:cubicBezTo>
                  <a:lnTo>
                    <a:pt x="0" y="74693"/>
                  </a:lnTo>
                  <a:cubicBezTo>
                    <a:pt x="0" y="78523"/>
                    <a:pt x="2556" y="81077"/>
                    <a:pt x="6390" y="81077"/>
                  </a:cubicBezTo>
                  <a:lnTo>
                    <a:pt x="74762" y="81077"/>
                  </a:lnTo>
                  <a:cubicBezTo>
                    <a:pt x="78596" y="81077"/>
                    <a:pt x="81152" y="78523"/>
                    <a:pt x="81152" y="74693"/>
                  </a:cubicBezTo>
                  <a:cubicBezTo>
                    <a:pt x="81152" y="70862"/>
                    <a:pt x="77957" y="68309"/>
                    <a:pt x="74762" y="68309"/>
                  </a:cubicBezTo>
                  <a:close/>
                </a:path>
              </a:pathLst>
            </a:custGeom>
            <a:solidFill>
              <a:srgbClr val="26890D"/>
            </a:solidFill>
            <a:ln w="6390" cap="flat">
              <a:noFill/>
              <a:prstDash val="solid"/>
              <a:miter/>
            </a:ln>
          </p:spPr>
          <p:txBody>
            <a:bodyPr rtlCol="0" anchor="ctr"/>
            <a:lstStyle/>
            <a:p>
              <a:endParaRPr lang="en-US"/>
            </a:p>
          </p:txBody>
        </p:sp>
        <p:sp>
          <p:nvSpPr>
            <p:cNvPr id="1139" name="Graphic 4">
              <a:extLst>
                <a:ext uri="{FF2B5EF4-FFF2-40B4-BE49-F238E27FC236}">
                  <a16:creationId xmlns:a16="http://schemas.microsoft.com/office/drawing/2014/main" id="{E207930C-6ECA-D847-B429-7BE40E789226}"/>
                </a:ext>
              </a:extLst>
            </p:cNvPr>
            <p:cNvSpPr/>
            <p:nvPr/>
          </p:nvSpPr>
          <p:spPr>
            <a:xfrm>
              <a:off x="1710586" y="4988606"/>
              <a:ext cx="81152" cy="81076"/>
            </a:xfrm>
            <a:custGeom>
              <a:avLst/>
              <a:gdLst>
                <a:gd name="connsiteX0" fmla="*/ 74762 w 81152"/>
                <a:gd name="connsiteY0" fmla="*/ 0 h 81076"/>
                <a:gd name="connsiteX1" fmla="*/ 68372 w 81152"/>
                <a:gd name="connsiteY1" fmla="*/ 6384 h 81076"/>
                <a:gd name="connsiteX2" fmla="*/ 68372 w 81152"/>
                <a:gd name="connsiteY2" fmla="*/ 68309 h 81076"/>
                <a:gd name="connsiteX3" fmla="*/ 6390 w 81152"/>
                <a:gd name="connsiteY3" fmla="*/ 68309 h 81076"/>
                <a:gd name="connsiteX4" fmla="*/ 0 w 81152"/>
                <a:gd name="connsiteY4" fmla="*/ 74693 h 81076"/>
                <a:gd name="connsiteX5" fmla="*/ 6390 w 81152"/>
                <a:gd name="connsiteY5" fmla="*/ 81077 h 81076"/>
                <a:gd name="connsiteX6" fmla="*/ 74762 w 81152"/>
                <a:gd name="connsiteY6" fmla="*/ 81077 h 81076"/>
                <a:gd name="connsiteX7" fmla="*/ 81152 w 81152"/>
                <a:gd name="connsiteY7" fmla="*/ 74693 h 81076"/>
                <a:gd name="connsiteX8" fmla="*/ 81152 w 81152"/>
                <a:gd name="connsiteY8" fmla="*/ 6384 h 81076"/>
                <a:gd name="connsiteX9" fmla="*/ 74762 w 81152"/>
                <a:gd name="connsiteY9" fmla="*/ 0 h 81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152" h="81076">
                  <a:moveTo>
                    <a:pt x="74762" y="0"/>
                  </a:moveTo>
                  <a:cubicBezTo>
                    <a:pt x="70928" y="0"/>
                    <a:pt x="68372" y="2554"/>
                    <a:pt x="68372" y="6384"/>
                  </a:cubicBezTo>
                  <a:lnTo>
                    <a:pt x="68372" y="68309"/>
                  </a:lnTo>
                  <a:lnTo>
                    <a:pt x="6390" y="68309"/>
                  </a:lnTo>
                  <a:cubicBezTo>
                    <a:pt x="2556" y="68309"/>
                    <a:pt x="0" y="70862"/>
                    <a:pt x="0" y="74693"/>
                  </a:cubicBezTo>
                  <a:cubicBezTo>
                    <a:pt x="0" y="78523"/>
                    <a:pt x="2556" y="81077"/>
                    <a:pt x="6390" y="81077"/>
                  </a:cubicBezTo>
                  <a:lnTo>
                    <a:pt x="74762" y="81077"/>
                  </a:lnTo>
                  <a:cubicBezTo>
                    <a:pt x="78596" y="81077"/>
                    <a:pt x="81152" y="78523"/>
                    <a:pt x="81152" y="74693"/>
                  </a:cubicBezTo>
                  <a:lnTo>
                    <a:pt x="81152" y="6384"/>
                  </a:lnTo>
                  <a:cubicBezTo>
                    <a:pt x="81152" y="2554"/>
                    <a:pt x="78596" y="0"/>
                    <a:pt x="74762" y="0"/>
                  </a:cubicBezTo>
                  <a:close/>
                </a:path>
              </a:pathLst>
            </a:custGeom>
            <a:solidFill>
              <a:srgbClr val="26890D"/>
            </a:solidFill>
            <a:ln w="6390" cap="flat">
              <a:noFill/>
              <a:prstDash val="solid"/>
              <a:miter/>
            </a:ln>
          </p:spPr>
          <p:txBody>
            <a:bodyPr rtlCol="0" anchor="ctr"/>
            <a:lstStyle/>
            <a:p>
              <a:endParaRPr lang="en-US"/>
            </a:p>
          </p:txBody>
        </p:sp>
        <p:sp>
          <p:nvSpPr>
            <p:cNvPr id="1140" name="Graphic 4">
              <a:extLst>
                <a:ext uri="{FF2B5EF4-FFF2-40B4-BE49-F238E27FC236}">
                  <a16:creationId xmlns:a16="http://schemas.microsoft.com/office/drawing/2014/main" id="{EC2D77DC-BBBF-2741-B571-9A6DC85143B2}"/>
                </a:ext>
              </a:extLst>
            </p:cNvPr>
            <p:cNvSpPr/>
            <p:nvPr/>
          </p:nvSpPr>
          <p:spPr>
            <a:xfrm>
              <a:off x="1710586" y="4877525"/>
              <a:ext cx="81152" cy="81076"/>
            </a:xfrm>
            <a:custGeom>
              <a:avLst/>
              <a:gdLst>
                <a:gd name="connsiteX0" fmla="*/ 6390 w 81152"/>
                <a:gd name="connsiteY0" fmla="*/ 12768 h 81076"/>
                <a:gd name="connsiteX1" fmla="*/ 68372 w 81152"/>
                <a:gd name="connsiteY1" fmla="*/ 12768 h 81076"/>
                <a:gd name="connsiteX2" fmla="*/ 68372 w 81152"/>
                <a:gd name="connsiteY2" fmla="*/ 74692 h 81076"/>
                <a:gd name="connsiteX3" fmla="*/ 74762 w 81152"/>
                <a:gd name="connsiteY3" fmla="*/ 81076 h 81076"/>
                <a:gd name="connsiteX4" fmla="*/ 81152 w 81152"/>
                <a:gd name="connsiteY4" fmla="*/ 74692 h 81076"/>
                <a:gd name="connsiteX5" fmla="*/ 81152 w 81152"/>
                <a:gd name="connsiteY5" fmla="*/ 6384 h 81076"/>
                <a:gd name="connsiteX6" fmla="*/ 74762 w 81152"/>
                <a:gd name="connsiteY6" fmla="*/ 0 h 81076"/>
                <a:gd name="connsiteX7" fmla="*/ 6390 w 81152"/>
                <a:gd name="connsiteY7" fmla="*/ 0 h 81076"/>
                <a:gd name="connsiteX8" fmla="*/ 0 w 81152"/>
                <a:gd name="connsiteY8" fmla="*/ 6384 h 81076"/>
                <a:gd name="connsiteX9" fmla="*/ 6390 w 81152"/>
                <a:gd name="connsiteY9" fmla="*/ 12768 h 81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152" h="81076">
                  <a:moveTo>
                    <a:pt x="6390" y="12768"/>
                  </a:moveTo>
                  <a:lnTo>
                    <a:pt x="68372" y="12768"/>
                  </a:lnTo>
                  <a:lnTo>
                    <a:pt x="68372" y="74692"/>
                  </a:lnTo>
                  <a:cubicBezTo>
                    <a:pt x="68372" y="78523"/>
                    <a:pt x="70928" y="81076"/>
                    <a:pt x="74762" y="81076"/>
                  </a:cubicBezTo>
                  <a:cubicBezTo>
                    <a:pt x="78596" y="81076"/>
                    <a:pt x="81152" y="78523"/>
                    <a:pt x="81152" y="74692"/>
                  </a:cubicBezTo>
                  <a:lnTo>
                    <a:pt x="81152" y="6384"/>
                  </a:lnTo>
                  <a:cubicBezTo>
                    <a:pt x="81152" y="2553"/>
                    <a:pt x="78596" y="0"/>
                    <a:pt x="74762" y="0"/>
                  </a:cubicBezTo>
                  <a:lnTo>
                    <a:pt x="6390" y="0"/>
                  </a:lnTo>
                  <a:cubicBezTo>
                    <a:pt x="2556" y="0"/>
                    <a:pt x="0" y="2553"/>
                    <a:pt x="0" y="6384"/>
                  </a:cubicBezTo>
                  <a:cubicBezTo>
                    <a:pt x="0" y="10214"/>
                    <a:pt x="2556" y="12768"/>
                    <a:pt x="6390" y="12768"/>
                  </a:cubicBezTo>
                  <a:close/>
                </a:path>
              </a:pathLst>
            </a:custGeom>
            <a:solidFill>
              <a:srgbClr val="26890D"/>
            </a:solidFill>
            <a:ln w="6390" cap="flat">
              <a:noFill/>
              <a:prstDash val="solid"/>
              <a:miter/>
            </a:ln>
          </p:spPr>
          <p:txBody>
            <a:bodyPr rtlCol="0" anchor="ctr"/>
            <a:lstStyle/>
            <a:p>
              <a:endParaRPr lang="en-US"/>
            </a:p>
          </p:txBody>
        </p:sp>
        <p:sp>
          <p:nvSpPr>
            <p:cNvPr id="1141" name="Graphic 4">
              <a:extLst>
                <a:ext uri="{FF2B5EF4-FFF2-40B4-BE49-F238E27FC236}">
                  <a16:creationId xmlns:a16="http://schemas.microsoft.com/office/drawing/2014/main" id="{AA0F5664-343D-F044-8B0B-79565758F7C9}"/>
                </a:ext>
              </a:extLst>
            </p:cNvPr>
            <p:cNvSpPr/>
            <p:nvPr/>
          </p:nvSpPr>
          <p:spPr>
            <a:xfrm>
              <a:off x="1599401" y="4877525"/>
              <a:ext cx="81152" cy="81076"/>
            </a:xfrm>
            <a:custGeom>
              <a:avLst/>
              <a:gdLst>
                <a:gd name="connsiteX0" fmla="*/ 6390 w 81152"/>
                <a:gd name="connsiteY0" fmla="*/ 81076 h 81076"/>
                <a:gd name="connsiteX1" fmla="*/ 12780 w 81152"/>
                <a:gd name="connsiteY1" fmla="*/ 74692 h 81076"/>
                <a:gd name="connsiteX2" fmla="*/ 12780 w 81152"/>
                <a:gd name="connsiteY2" fmla="*/ 12768 h 81076"/>
                <a:gd name="connsiteX3" fmla="*/ 74762 w 81152"/>
                <a:gd name="connsiteY3" fmla="*/ 12768 h 81076"/>
                <a:gd name="connsiteX4" fmla="*/ 81152 w 81152"/>
                <a:gd name="connsiteY4" fmla="*/ 6384 h 81076"/>
                <a:gd name="connsiteX5" fmla="*/ 74762 w 81152"/>
                <a:gd name="connsiteY5" fmla="*/ 0 h 81076"/>
                <a:gd name="connsiteX6" fmla="*/ 6390 w 81152"/>
                <a:gd name="connsiteY6" fmla="*/ 0 h 81076"/>
                <a:gd name="connsiteX7" fmla="*/ 0 w 81152"/>
                <a:gd name="connsiteY7" fmla="*/ 6384 h 81076"/>
                <a:gd name="connsiteX8" fmla="*/ 0 w 81152"/>
                <a:gd name="connsiteY8" fmla="*/ 74692 h 81076"/>
                <a:gd name="connsiteX9" fmla="*/ 6390 w 81152"/>
                <a:gd name="connsiteY9" fmla="*/ 81076 h 81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152" h="81076">
                  <a:moveTo>
                    <a:pt x="6390" y="81076"/>
                  </a:moveTo>
                  <a:cubicBezTo>
                    <a:pt x="10224" y="81076"/>
                    <a:pt x="12780" y="78523"/>
                    <a:pt x="12780" y="74692"/>
                  </a:cubicBezTo>
                  <a:lnTo>
                    <a:pt x="12780" y="12768"/>
                  </a:lnTo>
                  <a:lnTo>
                    <a:pt x="74762" y="12768"/>
                  </a:lnTo>
                  <a:cubicBezTo>
                    <a:pt x="78596" y="12768"/>
                    <a:pt x="81152" y="10214"/>
                    <a:pt x="81152" y="6384"/>
                  </a:cubicBezTo>
                  <a:cubicBezTo>
                    <a:pt x="81152" y="2553"/>
                    <a:pt x="78596" y="0"/>
                    <a:pt x="74762" y="0"/>
                  </a:cubicBezTo>
                  <a:lnTo>
                    <a:pt x="6390" y="0"/>
                  </a:lnTo>
                  <a:cubicBezTo>
                    <a:pt x="2556" y="0"/>
                    <a:pt x="0" y="2553"/>
                    <a:pt x="0" y="6384"/>
                  </a:cubicBezTo>
                  <a:lnTo>
                    <a:pt x="0" y="74692"/>
                  </a:lnTo>
                  <a:cubicBezTo>
                    <a:pt x="0" y="78523"/>
                    <a:pt x="3195" y="81076"/>
                    <a:pt x="6390" y="81076"/>
                  </a:cubicBezTo>
                  <a:close/>
                </a:path>
              </a:pathLst>
            </a:custGeom>
            <a:solidFill>
              <a:srgbClr val="26890D"/>
            </a:solidFill>
            <a:ln w="6390" cap="flat">
              <a:noFill/>
              <a:prstDash val="solid"/>
              <a:miter/>
            </a:ln>
          </p:spPr>
          <p:txBody>
            <a:bodyPr rtlCol="0" anchor="ctr"/>
            <a:lstStyle/>
            <a:p>
              <a:endParaRPr lang="en-US"/>
            </a:p>
          </p:txBody>
        </p:sp>
      </p:grpSp>
      <p:grpSp>
        <p:nvGrpSpPr>
          <p:cNvPr id="1142" name="Graphic 4">
            <a:extLst>
              <a:ext uri="{FF2B5EF4-FFF2-40B4-BE49-F238E27FC236}">
                <a16:creationId xmlns:a16="http://schemas.microsoft.com/office/drawing/2014/main" id="{724F8669-F38B-854E-A3B1-C8E84D63ABB6}"/>
              </a:ext>
            </a:extLst>
          </p:cNvPr>
          <p:cNvGrpSpPr/>
          <p:nvPr/>
        </p:nvGrpSpPr>
        <p:grpSpPr>
          <a:xfrm>
            <a:off x="1952125" y="4793256"/>
            <a:ext cx="362313" cy="361971"/>
            <a:chOff x="1952125" y="4793256"/>
            <a:chExt cx="362313" cy="361971"/>
          </a:xfrm>
          <a:solidFill>
            <a:srgbClr val="26890D"/>
          </a:solidFill>
        </p:grpSpPr>
        <p:sp>
          <p:nvSpPr>
            <p:cNvPr id="1143" name="Graphic 4">
              <a:extLst>
                <a:ext uri="{FF2B5EF4-FFF2-40B4-BE49-F238E27FC236}">
                  <a16:creationId xmlns:a16="http://schemas.microsoft.com/office/drawing/2014/main" id="{C7819A4D-62A2-B948-BEDB-A5BDA2FB9A13}"/>
                </a:ext>
              </a:extLst>
            </p:cNvPr>
            <p:cNvSpPr/>
            <p:nvPr/>
          </p:nvSpPr>
          <p:spPr>
            <a:xfrm>
              <a:off x="2101011" y="4927958"/>
              <a:ext cx="65890" cy="93206"/>
            </a:xfrm>
            <a:custGeom>
              <a:avLst/>
              <a:gdLst>
                <a:gd name="connsiteX0" fmla="*/ 33228 w 65890"/>
                <a:gd name="connsiteY0" fmla="*/ 0 h 93206"/>
                <a:gd name="connsiteX1" fmla="*/ 33228 w 65890"/>
                <a:gd name="connsiteY1" fmla="*/ 0 h 93206"/>
                <a:gd name="connsiteX2" fmla="*/ 0 w 65890"/>
                <a:gd name="connsiteY2" fmla="*/ 33197 h 93206"/>
                <a:gd name="connsiteX3" fmla="*/ 4473 w 65890"/>
                <a:gd name="connsiteY3" fmla="*/ 49795 h 93206"/>
                <a:gd name="connsiteX4" fmla="*/ 32589 w 65890"/>
                <a:gd name="connsiteY4" fmla="*/ 93206 h 93206"/>
                <a:gd name="connsiteX5" fmla="*/ 61343 w 65890"/>
                <a:gd name="connsiteY5" fmla="*/ 49795 h 93206"/>
                <a:gd name="connsiteX6" fmla="*/ 65816 w 65890"/>
                <a:gd name="connsiteY6" fmla="*/ 33197 h 93206"/>
                <a:gd name="connsiteX7" fmla="*/ 33228 w 65890"/>
                <a:gd name="connsiteY7" fmla="*/ 0 h 93206"/>
                <a:gd name="connsiteX8" fmla="*/ 33228 w 65890"/>
                <a:gd name="connsiteY8" fmla="*/ 0 h 93206"/>
                <a:gd name="connsiteX9" fmla="*/ 33228 w 65890"/>
                <a:gd name="connsiteY9" fmla="*/ 58094 h 93206"/>
                <a:gd name="connsiteX10" fmla="*/ 8946 w 65890"/>
                <a:gd name="connsiteY10" fmla="*/ 33835 h 93206"/>
                <a:gd name="connsiteX11" fmla="*/ 33228 w 65890"/>
                <a:gd name="connsiteY11" fmla="*/ 9576 h 93206"/>
                <a:gd name="connsiteX12" fmla="*/ 57509 w 65890"/>
                <a:gd name="connsiteY12" fmla="*/ 33835 h 93206"/>
                <a:gd name="connsiteX13" fmla="*/ 33228 w 65890"/>
                <a:gd name="connsiteY13" fmla="*/ 58094 h 93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890" h="93206">
                  <a:moveTo>
                    <a:pt x="33228" y="0"/>
                  </a:moveTo>
                  <a:lnTo>
                    <a:pt x="33228" y="0"/>
                  </a:lnTo>
                  <a:cubicBezTo>
                    <a:pt x="14697" y="0"/>
                    <a:pt x="0" y="15322"/>
                    <a:pt x="0" y="33197"/>
                  </a:cubicBezTo>
                  <a:cubicBezTo>
                    <a:pt x="0" y="38943"/>
                    <a:pt x="1278" y="44688"/>
                    <a:pt x="4473" y="49795"/>
                  </a:cubicBezTo>
                  <a:lnTo>
                    <a:pt x="32589" y="93206"/>
                  </a:lnTo>
                  <a:lnTo>
                    <a:pt x="61343" y="49795"/>
                  </a:lnTo>
                  <a:cubicBezTo>
                    <a:pt x="64538" y="44688"/>
                    <a:pt x="65816" y="38943"/>
                    <a:pt x="65816" y="33197"/>
                  </a:cubicBezTo>
                  <a:cubicBezTo>
                    <a:pt x="67094" y="15322"/>
                    <a:pt x="51759" y="0"/>
                    <a:pt x="33228" y="0"/>
                  </a:cubicBezTo>
                  <a:cubicBezTo>
                    <a:pt x="33228" y="0"/>
                    <a:pt x="33228" y="0"/>
                    <a:pt x="33228" y="0"/>
                  </a:cubicBezTo>
                  <a:close/>
                  <a:moveTo>
                    <a:pt x="33228" y="58094"/>
                  </a:moveTo>
                  <a:cubicBezTo>
                    <a:pt x="19809" y="58094"/>
                    <a:pt x="8946" y="47242"/>
                    <a:pt x="8946" y="33835"/>
                  </a:cubicBezTo>
                  <a:cubicBezTo>
                    <a:pt x="8946" y="20429"/>
                    <a:pt x="19809" y="9576"/>
                    <a:pt x="33228" y="9576"/>
                  </a:cubicBezTo>
                  <a:cubicBezTo>
                    <a:pt x="46647" y="9576"/>
                    <a:pt x="57509" y="20429"/>
                    <a:pt x="57509" y="33835"/>
                  </a:cubicBezTo>
                  <a:cubicBezTo>
                    <a:pt x="57509" y="46603"/>
                    <a:pt x="46647" y="58094"/>
                    <a:pt x="33228" y="58094"/>
                  </a:cubicBezTo>
                  <a:close/>
                </a:path>
              </a:pathLst>
            </a:custGeom>
            <a:solidFill>
              <a:srgbClr val="26890D"/>
            </a:solidFill>
            <a:ln w="6390" cap="flat">
              <a:noFill/>
              <a:prstDash val="solid"/>
              <a:miter/>
            </a:ln>
          </p:spPr>
          <p:txBody>
            <a:bodyPr rtlCol="0" anchor="ctr"/>
            <a:lstStyle/>
            <a:p>
              <a:endParaRPr lang="en-US"/>
            </a:p>
          </p:txBody>
        </p:sp>
        <p:sp>
          <p:nvSpPr>
            <p:cNvPr id="1144" name="Graphic 4">
              <a:extLst>
                <a:ext uri="{FF2B5EF4-FFF2-40B4-BE49-F238E27FC236}">
                  <a16:creationId xmlns:a16="http://schemas.microsoft.com/office/drawing/2014/main" id="{605BEB65-0D8C-AD46-9CE3-EEDAFBFCA603}"/>
                </a:ext>
              </a:extLst>
            </p:cNvPr>
            <p:cNvSpPr/>
            <p:nvPr/>
          </p:nvSpPr>
          <p:spPr>
            <a:xfrm>
              <a:off x="2122737" y="4949664"/>
              <a:ext cx="23003" cy="22982"/>
            </a:xfrm>
            <a:custGeom>
              <a:avLst/>
              <a:gdLst>
                <a:gd name="connsiteX0" fmla="*/ 11502 w 23003"/>
                <a:gd name="connsiteY0" fmla="*/ 0 h 22982"/>
                <a:gd name="connsiteX1" fmla="*/ 0 w 23003"/>
                <a:gd name="connsiteY1" fmla="*/ 11491 h 22982"/>
                <a:gd name="connsiteX2" fmla="*/ 11502 w 23003"/>
                <a:gd name="connsiteY2" fmla="*/ 22982 h 22982"/>
                <a:gd name="connsiteX3" fmla="*/ 23004 w 23003"/>
                <a:gd name="connsiteY3" fmla="*/ 11491 h 22982"/>
                <a:gd name="connsiteX4" fmla="*/ 11502 w 23003"/>
                <a:gd name="connsiteY4" fmla="*/ 0 h 22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03" h="22982">
                  <a:moveTo>
                    <a:pt x="11502" y="0"/>
                  </a:moveTo>
                  <a:cubicBezTo>
                    <a:pt x="5112" y="0"/>
                    <a:pt x="0" y="5107"/>
                    <a:pt x="0" y="11491"/>
                  </a:cubicBezTo>
                  <a:cubicBezTo>
                    <a:pt x="0" y="17875"/>
                    <a:pt x="5112" y="22982"/>
                    <a:pt x="11502" y="22982"/>
                  </a:cubicBezTo>
                  <a:cubicBezTo>
                    <a:pt x="17892" y="22982"/>
                    <a:pt x="23004" y="17875"/>
                    <a:pt x="23004" y="11491"/>
                  </a:cubicBezTo>
                  <a:cubicBezTo>
                    <a:pt x="23004" y="5107"/>
                    <a:pt x="17892" y="0"/>
                    <a:pt x="11502" y="0"/>
                  </a:cubicBezTo>
                  <a:close/>
                </a:path>
              </a:pathLst>
            </a:custGeom>
            <a:solidFill>
              <a:srgbClr val="26890D"/>
            </a:solidFill>
            <a:ln w="6390" cap="flat">
              <a:noFill/>
              <a:prstDash val="solid"/>
              <a:miter/>
            </a:ln>
          </p:spPr>
          <p:txBody>
            <a:bodyPr rtlCol="0" anchor="ctr"/>
            <a:lstStyle/>
            <a:p>
              <a:endParaRPr lang="en-US"/>
            </a:p>
          </p:txBody>
        </p:sp>
        <p:sp>
          <p:nvSpPr>
            <p:cNvPr id="1145" name="Graphic 4">
              <a:extLst>
                <a:ext uri="{FF2B5EF4-FFF2-40B4-BE49-F238E27FC236}">
                  <a16:creationId xmlns:a16="http://schemas.microsoft.com/office/drawing/2014/main" id="{3CB0D20E-3453-9149-BAE9-7A4E038EDC33}"/>
                </a:ext>
              </a:extLst>
            </p:cNvPr>
            <p:cNvSpPr/>
            <p:nvPr/>
          </p:nvSpPr>
          <p:spPr>
            <a:xfrm>
              <a:off x="1952125" y="4793256"/>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202561 w 362313"/>
                <a:gd name="connsiteY7" fmla="*/ 84269 h 361971"/>
                <a:gd name="connsiteX8" fmla="*/ 270933 w 362313"/>
                <a:gd name="connsiteY8" fmla="*/ 84269 h 361971"/>
                <a:gd name="connsiteX9" fmla="*/ 277323 w 362313"/>
                <a:gd name="connsiteY9" fmla="*/ 90653 h 361971"/>
                <a:gd name="connsiteX10" fmla="*/ 277323 w 362313"/>
                <a:gd name="connsiteY10" fmla="*/ 158961 h 361971"/>
                <a:gd name="connsiteX11" fmla="*/ 270933 w 362313"/>
                <a:gd name="connsiteY11" fmla="*/ 165345 h 361971"/>
                <a:gd name="connsiteX12" fmla="*/ 264543 w 362313"/>
                <a:gd name="connsiteY12" fmla="*/ 158961 h 361971"/>
                <a:gd name="connsiteX13" fmla="*/ 264543 w 362313"/>
                <a:gd name="connsiteY13" fmla="*/ 97037 h 361971"/>
                <a:gd name="connsiteX14" fmla="*/ 202561 w 362313"/>
                <a:gd name="connsiteY14" fmla="*/ 97037 h 361971"/>
                <a:gd name="connsiteX15" fmla="*/ 196171 w 362313"/>
                <a:gd name="connsiteY15" fmla="*/ 90653 h 361971"/>
                <a:gd name="connsiteX16" fmla="*/ 202561 w 362313"/>
                <a:gd name="connsiteY16" fmla="*/ 84269 h 361971"/>
                <a:gd name="connsiteX17" fmla="*/ 175084 w 362313"/>
                <a:gd name="connsiteY17" fmla="*/ 65117 h 361971"/>
                <a:gd name="connsiteX18" fmla="*/ 181474 w 362313"/>
                <a:gd name="connsiteY18" fmla="*/ 58733 h 361971"/>
                <a:gd name="connsiteX19" fmla="*/ 187864 w 362313"/>
                <a:gd name="connsiteY19" fmla="*/ 65117 h 361971"/>
                <a:gd name="connsiteX20" fmla="*/ 187864 w 362313"/>
                <a:gd name="connsiteY20" fmla="*/ 97037 h 361971"/>
                <a:gd name="connsiteX21" fmla="*/ 181474 w 362313"/>
                <a:gd name="connsiteY21" fmla="*/ 103421 h 361971"/>
                <a:gd name="connsiteX22" fmla="*/ 175084 w 362313"/>
                <a:gd name="connsiteY22" fmla="*/ 97037 h 361971"/>
                <a:gd name="connsiteX23" fmla="*/ 175084 w 362313"/>
                <a:gd name="connsiteY23" fmla="*/ 65117 h 361971"/>
                <a:gd name="connsiteX24" fmla="*/ 85625 w 362313"/>
                <a:gd name="connsiteY24" fmla="*/ 90653 h 361971"/>
                <a:gd name="connsiteX25" fmla="*/ 92015 w 362313"/>
                <a:gd name="connsiteY25" fmla="*/ 84269 h 361971"/>
                <a:gd name="connsiteX26" fmla="*/ 160387 w 362313"/>
                <a:gd name="connsiteY26" fmla="*/ 84269 h 361971"/>
                <a:gd name="connsiteX27" fmla="*/ 166777 w 362313"/>
                <a:gd name="connsiteY27" fmla="*/ 90653 h 361971"/>
                <a:gd name="connsiteX28" fmla="*/ 160387 w 362313"/>
                <a:gd name="connsiteY28" fmla="*/ 97037 h 361971"/>
                <a:gd name="connsiteX29" fmla="*/ 98405 w 362313"/>
                <a:gd name="connsiteY29" fmla="*/ 97037 h 361971"/>
                <a:gd name="connsiteX30" fmla="*/ 98405 w 362313"/>
                <a:gd name="connsiteY30" fmla="*/ 158961 h 361971"/>
                <a:gd name="connsiteX31" fmla="*/ 92015 w 362313"/>
                <a:gd name="connsiteY31" fmla="*/ 165345 h 361971"/>
                <a:gd name="connsiteX32" fmla="*/ 85625 w 362313"/>
                <a:gd name="connsiteY32" fmla="*/ 158961 h 361971"/>
                <a:gd name="connsiteX33" fmla="*/ 85625 w 362313"/>
                <a:gd name="connsiteY33" fmla="*/ 90653 h 361971"/>
                <a:gd name="connsiteX34" fmla="*/ 60704 w 362313"/>
                <a:gd name="connsiteY34" fmla="*/ 180667 h 361971"/>
                <a:gd name="connsiteX35" fmla="*/ 67094 w 362313"/>
                <a:gd name="connsiteY35" fmla="*/ 174283 h 361971"/>
                <a:gd name="connsiteX36" fmla="*/ 99044 w 362313"/>
                <a:gd name="connsiteY36" fmla="*/ 174283 h 361971"/>
                <a:gd name="connsiteX37" fmla="*/ 105434 w 362313"/>
                <a:gd name="connsiteY37" fmla="*/ 180667 h 361971"/>
                <a:gd name="connsiteX38" fmla="*/ 99044 w 362313"/>
                <a:gd name="connsiteY38" fmla="*/ 187051 h 361971"/>
                <a:gd name="connsiteX39" fmla="*/ 67094 w 362313"/>
                <a:gd name="connsiteY39" fmla="*/ 187051 h 361971"/>
                <a:gd name="connsiteX40" fmla="*/ 60704 w 362313"/>
                <a:gd name="connsiteY40" fmla="*/ 180667 h 361971"/>
                <a:gd name="connsiteX41" fmla="*/ 160387 w 362313"/>
                <a:gd name="connsiteY41" fmla="*/ 276426 h 361971"/>
                <a:gd name="connsiteX42" fmla="*/ 92015 w 362313"/>
                <a:gd name="connsiteY42" fmla="*/ 276426 h 361971"/>
                <a:gd name="connsiteX43" fmla="*/ 85625 w 362313"/>
                <a:gd name="connsiteY43" fmla="*/ 270042 h 361971"/>
                <a:gd name="connsiteX44" fmla="*/ 85625 w 362313"/>
                <a:gd name="connsiteY44" fmla="*/ 201734 h 361971"/>
                <a:gd name="connsiteX45" fmla="*/ 92015 w 362313"/>
                <a:gd name="connsiteY45" fmla="*/ 195350 h 361971"/>
                <a:gd name="connsiteX46" fmla="*/ 98405 w 362313"/>
                <a:gd name="connsiteY46" fmla="*/ 201734 h 361971"/>
                <a:gd name="connsiteX47" fmla="*/ 98405 w 362313"/>
                <a:gd name="connsiteY47" fmla="*/ 263658 h 361971"/>
                <a:gd name="connsiteX48" fmla="*/ 160387 w 362313"/>
                <a:gd name="connsiteY48" fmla="*/ 263658 h 361971"/>
                <a:gd name="connsiteX49" fmla="*/ 166777 w 362313"/>
                <a:gd name="connsiteY49" fmla="*/ 270042 h 361971"/>
                <a:gd name="connsiteX50" fmla="*/ 160387 w 362313"/>
                <a:gd name="connsiteY50" fmla="*/ 276426 h 361971"/>
                <a:gd name="connsiteX51" fmla="*/ 160387 w 362313"/>
                <a:gd name="connsiteY51" fmla="*/ 276426 h 361971"/>
                <a:gd name="connsiteX52" fmla="*/ 189142 w 362313"/>
                <a:gd name="connsiteY52" fmla="*/ 296217 h 361971"/>
                <a:gd name="connsiteX53" fmla="*/ 182752 w 362313"/>
                <a:gd name="connsiteY53" fmla="*/ 302601 h 361971"/>
                <a:gd name="connsiteX54" fmla="*/ 176362 w 362313"/>
                <a:gd name="connsiteY54" fmla="*/ 296217 h 361971"/>
                <a:gd name="connsiteX55" fmla="*/ 176362 w 362313"/>
                <a:gd name="connsiteY55" fmla="*/ 264297 h 361971"/>
                <a:gd name="connsiteX56" fmla="*/ 182752 w 362313"/>
                <a:gd name="connsiteY56" fmla="*/ 257913 h 361971"/>
                <a:gd name="connsiteX57" fmla="*/ 189142 w 362313"/>
                <a:gd name="connsiteY57" fmla="*/ 264297 h 361971"/>
                <a:gd name="connsiteX58" fmla="*/ 189142 w 362313"/>
                <a:gd name="connsiteY58" fmla="*/ 296217 h 361971"/>
                <a:gd name="connsiteX59" fmla="*/ 182113 w 362313"/>
                <a:gd name="connsiteY59" fmla="*/ 243230 h 361971"/>
                <a:gd name="connsiteX60" fmla="*/ 182113 w 362313"/>
                <a:gd name="connsiteY60" fmla="*/ 243230 h 361971"/>
                <a:gd name="connsiteX61" fmla="*/ 173806 w 362313"/>
                <a:gd name="connsiteY61" fmla="*/ 238761 h 361971"/>
                <a:gd name="connsiteX62" fmla="*/ 142496 w 362313"/>
                <a:gd name="connsiteY62" fmla="*/ 191519 h 361971"/>
                <a:gd name="connsiteX63" fmla="*/ 136106 w 362313"/>
                <a:gd name="connsiteY63" fmla="*/ 167899 h 361971"/>
                <a:gd name="connsiteX64" fmla="*/ 182113 w 362313"/>
                <a:gd name="connsiteY64" fmla="*/ 121934 h 361971"/>
                <a:gd name="connsiteX65" fmla="*/ 182113 w 362313"/>
                <a:gd name="connsiteY65" fmla="*/ 121934 h 361971"/>
                <a:gd name="connsiteX66" fmla="*/ 228121 w 362313"/>
                <a:gd name="connsiteY66" fmla="*/ 167899 h 361971"/>
                <a:gd name="connsiteX67" fmla="*/ 221731 w 362313"/>
                <a:gd name="connsiteY67" fmla="*/ 190881 h 361971"/>
                <a:gd name="connsiteX68" fmla="*/ 190420 w 362313"/>
                <a:gd name="connsiteY68" fmla="*/ 238122 h 361971"/>
                <a:gd name="connsiteX69" fmla="*/ 182113 w 362313"/>
                <a:gd name="connsiteY69" fmla="*/ 243230 h 361971"/>
                <a:gd name="connsiteX70" fmla="*/ 277323 w 362313"/>
                <a:gd name="connsiteY70" fmla="*/ 270042 h 361971"/>
                <a:gd name="connsiteX71" fmla="*/ 270933 w 362313"/>
                <a:gd name="connsiteY71" fmla="*/ 276426 h 361971"/>
                <a:gd name="connsiteX72" fmla="*/ 202561 w 362313"/>
                <a:gd name="connsiteY72" fmla="*/ 276426 h 361971"/>
                <a:gd name="connsiteX73" fmla="*/ 196171 w 362313"/>
                <a:gd name="connsiteY73" fmla="*/ 270042 h 361971"/>
                <a:gd name="connsiteX74" fmla="*/ 202561 w 362313"/>
                <a:gd name="connsiteY74" fmla="*/ 263658 h 361971"/>
                <a:gd name="connsiteX75" fmla="*/ 264543 w 362313"/>
                <a:gd name="connsiteY75" fmla="*/ 263658 h 361971"/>
                <a:gd name="connsiteX76" fmla="*/ 264543 w 362313"/>
                <a:gd name="connsiteY76" fmla="*/ 201734 h 361971"/>
                <a:gd name="connsiteX77" fmla="*/ 270933 w 362313"/>
                <a:gd name="connsiteY77" fmla="*/ 195350 h 361971"/>
                <a:gd name="connsiteX78" fmla="*/ 277323 w 362313"/>
                <a:gd name="connsiteY78" fmla="*/ 201734 h 361971"/>
                <a:gd name="connsiteX79" fmla="*/ 277323 w 362313"/>
                <a:gd name="connsiteY79" fmla="*/ 270042 h 361971"/>
                <a:gd name="connsiteX80" fmla="*/ 296493 w 362313"/>
                <a:gd name="connsiteY80" fmla="*/ 187051 h 361971"/>
                <a:gd name="connsiteX81" fmla="*/ 264543 w 362313"/>
                <a:gd name="connsiteY81" fmla="*/ 187051 h 361971"/>
                <a:gd name="connsiteX82" fmla="*/ 258153 w 362313"/>
                <a:gd name="connsiteY82" fmla="*/ 180667 h 361971"/>
                <a:gd name="connsiteX83" fmla="*/ 264543 w 362313"/>
                <a:gd name="connsiteY83" fmla="*/ 174283 h 361971"/>
                <a:gd name="connsiteX84" fmla="*/ 296493 w 362313"/>
                <a:gd name="connsiteY84" fmla="*/ 174283 h 361971"/>
                <a:gd name="connsiteX85" fmla="*/ 302883 w 362313"/>
                <a:gd name="connsiteY85" fmla="*/ 180667 h 361971"/>
                <a:gd name="connsiteX86" fmla="*/ 296493 w 362313"/>
                <a:gd name="connsiteY86" fmla="*/ 18705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lnTo>
                    <a:pt x="181474" y="0"/>
                  </a:lnTo>
                  <a:close/>
                  <a:moveTo>
                    <a:pt x="202561" y="84269"/>
                  </a:moveTo>
                  <a:lnTo>
                    <a:pt x="270933" y="84269"/>
                  </a:lnTo>
                  <a:cubicBezTo>
                    <a:pt x="274767" y="84269"/>
                    <a:pt x="277323" y="86822"/>
                    <a:pt x="277323" y="90653"/>
                  </a:cubicBezTo>
                  <a:lnTo>
                    <a:pt x="277323" y="158961"/>
                  </a:lnTo>
                  <a:cubicBezTo>
                    <a:pt x="277323" y="162792"/>
                    <a:pt x="274767" y="165345"/>
                    <a:pt x="270933" y="165345"/>
                  </a:cubicBezTo>
                  <a:cubicBezTo>
                    <a:pt x="267099" y="165345"/>
                    <a:pt x="264543" y="162792"/>
                    <a:pt x="264543" y="158961"/>
                  </a:cubicBezTo>
                  <a:lnTo>
                    <a:pt x="264543" y="97037"/>
                  </a:lnTo>
                  <a:lnTo>
                    <a:pt x="202561" y="97037"/>
                  </a:lnTo>
                  <a:cubicBezTo>
                    <a:pt x="198727" y="97037"/>
                    <a:pt x="196171" y="94483"/>
                    <a:pt x="196171" y="90653"/>
                  </a:cubicBezTo>
                  <a:cubicBezTo>
                    <a:pt x="196171" y="86822"/>
                    <a:pt x="199366" y="84269"/>
                    <a:pt x="202561" y="84269"/>
                  </a:cubicBezTo>
                  <a:close/>
                  <a:moveTo>
                    <a:pt x="175084" y="65117"/>
                  </a:moveTo>
                  <a:cubicBezTo>
                    <a:pt x="175084" y="61286"/>
                    <a:pt x="177640" y="58733"/>
                    <a:pt x="181474" y="58733"/>
                  </a:cubicBezTo>
                  <a:cubicBezTo>
                    <a:pt x="185308" y="58733"/>
                    <a:pt x="187864" y="61286"/>
                    <a:pt x="187864" y="65117"/>
                  </a:cubicBezTo>
                  <a:lnTo>
                    <a:pt x="187864" y="97037"/>
                  </a:lnTo>
                  <a:cubicBezTo>
                    <a:pt x="187864" y="100867"/>
                    <a:pt x="185308" y="103421"/>
                    <a:pt x="181474" y="103421"/>
                  </a:cubicBezTo>
                  <a:cubicBezTo>
                    <a:pt x="177640" y="103421"/>
                    <a:pt x="175084" y="100867"/>
                    <a:pt x="175084" y="97037"/>
                  </a:cubicBezTo>
                  <a:lnTo>
                    <a:pt x="175084" y="65117"/>
                  </a:lnTo>
                  <a:close/>
                  <a:moveTo>
                    <a:pt x="85625" y="90653"/>
                  </a:moveTo>
                  <a:cubicBezTo>
                    <a:pt x="85625" y="86822"/>
                    <a:pt x="88181" y="84269"/>
                    <a:pt x="92015" y="84269"/>
                  </a:cubicBezTo>
                  <a:lnTo>
                    <a:pt x="160387" y="84269"/>
                  </a:lnTo>
                  <a:cubicBezTo>
                    <a:pt x="164221" y="84269"/>
                    <a:pt x="166777" y="86822"/>
                    <a:pt x="166777" y="90653"/>
                  </a:cubicBezTo>
                  <a:cubicBezTo>
                    <a:pt x="166777" y="94483"/>
                    <a:pt x="164221" y="97037"/>
                    <a:pt x="160387" y="97037"/>
                  </a:cubicBezTo>
                  <a:lnTo>
                    <a:pt x="98405" y="97037"/>
                  </a:lnTo>
                  <a:lnTo>
                    <a:pt x="98405" y="158961"/>
                  </a:lnTo>
                  <a:cubicBezTo>
                    <a:pt x="98405" y="162792"/>
                    <a:pt x="95849" y="165345"/>
                    <a:pt x="92015" y="165345"/>
                  </a:cubicBezTo>
                  <a:cubicBezTo>
                    <a:pt x="88181" y="165345"/>
                    <a:pt x="85625" y="162792"/>
                    <a:pt x="85625" y="158961"/>
                  </a:cubicBezTo>
                  <a:lnTo>
                    <a:pt x="85625" y="90653"/>
                  </a:lnTo>
                  <a:close/>
                  <a:moveTo>
                    <a:pt x="60704" y="180667"/>
                  </a:moveTo>
                  <a:cubicBezTo>
                    <a:pt x="60704" y="176836"/>
                    <a:pt x="63260" y="174283"/>
                    <a:pt x="67094" y="174283"/>
                  </a:cubicBezTo>
                  <a:lnTo>
                    <a:pt x="99044" y="174283"/>
                  </a:lnTo>
                  <a:cubicBezTo>
                    <a:pt x="102878" y="174283"/>
                    <a:pt x="105434" y="176836"/>
                    <a:pt x="105434" y="180667"/>
                  </a:cubicBezTo>
                  <a:cubicBezTo>
                    <a:pt x="105434" y="184497"/>
                    <a:pt x="102878" y="187051"/>
                    <a:pt x="99044" y="187051"/>
                  </a:cubicBezTo>
                  <a:lnTo>
                    <a:pt x="67094" y="187051"/>
                  </a:lnTo>
                  <a:cubicBezTo>
                    <a:pt x="63260" y="187051"/>
                    <a:pt x="60704" y="183859"/>
                    <a:pt x="60704" y="180667"/>
                  </a:cubicBezTo>
                  <a:close/>
                  <a:moveTo>
                    <a:pt x="160387" y="276426"/>
                  </a:moveTo>
                  <a:lnTo>
                    <a:pt x="92015" y="276426"/>
                  </a:lnTo>
                  <a:cubicBezTo>
                    <a:pt x="88181" y="276426"/>
                    <a:pt x="85625" y="273873"/>
                    <a:pt x="85625" y="270042"/>
                  </a:cubicBezTo>
                  <a:lnTo>
                    <a:pt x="85625" y="201734"/>
                  </a:lnTo>
                  <a:cubicBezTo>
                    <a:pt x="85625" y="197903"/>
                    <a:pt x="88181" y="195350"/>
                    <a:pt x="92015" y="195350"/>
                  </a:cubicBezTo>
                  <a:cubicBezTo>
                    <a:pt x="95849" y="195350"/>
                    <a:pt x="98405" y="197903"/>
                    <a:pt x="98405" y="201734"/>
                  </a:cubicBezTo>
                  <a:lnTo>
                    <a:pt x="98405" y="263658"/>
                  </a:lnTo>
                  <a:lnTo>
                    <a:pt x="160387" y="263658"/>
                  </a:lnTo>
                  <a:cubicBezTo>
                    <a:pt x="164221" y="263658"/>
                    <a:pt x="166777" y="266212"/>
                    <a:pt x="166777" y="270042"/>
                  </a:cubicBezTo>
                  <a:cubicBezTo>
                    <a:pt x="166777" y="273873"/>
                    <a:pt x="164221" y="276426"/>
                    <a:pt x="160387" y="276426"/>
                  </a:cubicBezTo>
                  <a:lnTo>
                    <a:pt x="160387" y="276426"/>
                  </a:lnTo>
                  <a:close/>
                  <a:moveTo>
                    <a:pt x="189142" y="296217"/>
                  </a:moveTo>
                  <a:cubicBezTo>
                    <a:pt x="189142" y="300047"/>
                    <a:pt x="186586" y="302601"/>
                    <a:pt x="182752" y="302601"/>
                  </a:cubicBezTo>
                  <a:cubicBezTo>
                    <a:pt x="178918" y="302601"/>
                    <a:pt x="176362" y="300047"/>
                    <a:pt x="176362" y="296217"/>
                  </a:cubicBezTo>
                  <a:lnTo>
                    <a:pt x="176362" y="264297"/>
                  </a:lnTo>
                  <a:cubicBezTo>
                    <a:pt x="176362" y="260466"/>
                    <a:pt x="178918" y="257913"/>
                    <a:pt x="182752" y="257913"/>
                  </a:cubicBezTo>
                  <a:cubicBezTo>
                    <a:pt x="186586" y="257913"/>
                    <a:pt x="189142" y="260466"/>
                    <a:pt x="189142" y="264297"/>
                  </a:cubicBezTo>
                  <a:lnTo>
                    <a:pt x="189142" y="296217"/>
                  </a:lnTo>
                  <a:close/>
                  <a:moveTo>
                    <a:pt x="182113" y="243230"/>
                  </a:moveTo>
                  <a:lnTo>
                    <a:pt x="182113" y="243230"/>
                  </a:lnTo>
                  <a:cubicBezTo>
                    <a:pt x="178918" y="243230"/>
                    <a:pt x="175723" y="241314"/>
                    <a:pt x="173806" y="238761"/>
                  </a:cubicBezTo>
                  <a:lnTo>
                    <a:pt x="142496" y="191519"/>
                  </a:lnTo>
                  <a:cubicBezTo>
                    <a:pt x="138023" y="184497"/>
                    <a:pt x="136106" y="176198"/>
                    <a:pt x="136106" y="167899"/>
                  </a:cubicBezTo>
                  <a:cubicBezTo>
                    <a:pt x="136106" y="142363"/>
                    <a:pt x="156553" y="121934"/>
                    <a:pt x="182113" y="121934"/>
                  </a:cubicBezTo>
                  <a:lnTo>
                    <a:pt x="182113" y="121934"/>
                  </a:lnTo>
                  <a:cubicBezTo>
                    <a:pt x="207673" y="121934"/>
                    <a:pt x="228121" y="142363"/>
                    <a:pt x="228121" y="167899"/>
                  </a:cubicBezTo>
                  <a:cubicBezTo>
                    <a:pt x="228121" y="176198"/>
                    <a:pt x="226204" y="183859"/>
                    <a:pt x="221731" y="190881"/>
                  </a:cubicBezTo>
                  <a:lnTo>
                    <a:pt x="190420" y="238122"/>
                  </a:lnTo>
                  <a:cubicBezTo>
                    <a:pt x="188503" y="241314"/>
                    <a:pt x="185308" y="243230"/>
                    <a:pt x="182113" y="243230"/>
                  </a:cubicBezTo>
                  <a:close/>
                  <a:moveTo>
                    <a:pt x="277323" y="270042"/>
                  </a:moveTo>
                  <a:cubicBezTo>
                    <a:pt x="277323" y="273873"/>
                    <a:pt x="274767" y="276426"/>
                    <a:pt x="270933" y="276426"/>
                  </a:cubicBezTo>
                  <a:lnTo>
                    <a:pt x="202561" y="276426"/>
                  </a:lnTo>
                  <a:cubicBezTo>
                    <a:pt x="198727" y="276426"/>
                    <a:pt x="196171" y="273873"/>
                    <a:pt x="196171" y="270042"/>
                  </a:cubicBezTo>
                  <a:cubicBezTo>
                    <a:pt x="196171" y="266212"/>
                    <a:pt x="198727" y="263658"/>
                    <a:pt x="202561" y="263658"/>
                  </a:cubicBezTo>
                  <a:lnTo>
                    <a:pt x="264543" y="263658"/>
                  </a:lnTo>
                  <a:lnTo>
                    <a:pt x="264543" y="201734"/>
                  </a:lnTo>
                  <a:cubicBezTo>
                    <a:pt x="264543" y="197903"/>
                    <a:pt x="267099" y="195350"/>
                    <a:pt x="270933" y="195350"/>
                  </a:cubicBezTo>
                  <a:cubicBezTo>
                    <a:pt x="274767" y="195350"/>
                    <a:pt x="277323" y="197903"/>
                    <a:pt x="277323" y="201734"/>
                  </a:cubicBezTo>
                  <a:lnTo>
                    <a:pt x="277323" y="270042"/>
                  </a:lnTo>
                  <a:close/>
                  <a:moveTo>
                    <a:pt x="296493" y="187051"/>
                  </a:moveTo>
                  <a:lnTo>
                    <a:pt x="264543" y="187051"/>
                  </a:lnTo>
                  <a:cubicBezTo>
                    <a:pt x="260709" y="187051"/>
                    <a:pt x="258153" y="184497"/>
                    <a:pt x="258153" y="180667"/>
                  </a:cubicBezTo>
                  <a:cubicBezTo>
                    <a:pt x="258153" y="176836"/>
                    <a:pt x="260709" y="174283"/>
                    <a:pt x="264543" y="174283"/>
                  </a:cubicBezTo>
                  <a:lnTo>
                    <a:pt x="296493" y="174283"/>
                  </a:lnTo>
                  <a:cubicBezTo>
                    <a:pt x="300327" y="174283"/>
                    <a:pt x="302883" y="176836"/>
                    <a:pt x="302883" y="180667"/>
                  </a:cubicBezTo>
                  <a:cubicBezTo>
                    <a:pt x="302883" y="184497"/>
                    <a:pt x="299688" y="187051"/>
                    <a:pt x="296493" y="187051"/>
                  </a:cubicBezTo>
                  <a:close/>
                </a:path>
              </a:pathLst>
            </a:custGeom>
            <a:solidFill>
              <a:srgbClr val="26890D"/>
            </a:solidFill>
            <a:ln w="6390" cap="flat">
              <a:noFill/>
              <a:prstDash val="solid"/>
              <a:miter/>
            </a:ln>
          </p:spPr>
          <p:txBody>
            <a:bodyPr rtlCol="0" anchor="ctr"/>
            <a:lstStyle/>
            <a:p>
              <a:endParaRPr lang="en-US"/>
            </a:p>
          </p:txBody>
        </p:sp>
      </p:grpSp>
      <p:grpSp>
        <p:nvGrpSpPr>
          <p:cNvPr id="1146" name="Graphic 4">
            <a:extLst>
              <a:ext uri="{FF2B5EF4-FFF2-40B4-BE49-F238E27FC236}">
                <a16:creationId xmlns:a16="http://schemas.microsoft.com/office/drawing/2014/main" id="{0C85893B-E679-8847-B572-BF15A8B11973}"/>
              </a:ext>
            </a:extLst>
          </p:cNvPr>
          <p:cNvGrpSpPr/>
          <p:nvPr/>
        </p:nvGrpSpPr>
        <p:grpSpPr>
          <a:xfrm>
            <a:off x="1515054" y="3824168"/>
            <a:ext cx="362309" cy="361971"/>
            <a:chOff x="1515054" y="3824168"/>
            <a:chExt cx="362309" cy="361971"/>
          </a:xfrm>
          <a:solidFill>
            <a:srgbClr val="26890D"/>
          </a:solidFill>
        </p:grpSpPr>
        <p:sp>
          <p:nvSpPr>
            <p:cNvPr id="1147" name="Graphic 4">
              <a:extLst>
                <a:ext uri="{FF2B5EF4-FFF2-40B4-BE49-F238E27FC236}">
                  <a16:creationId xmlns:a16="http://schemas.microsoft.com/office/drawing/2014/main" id="{CD7C50EF-40DF-7B46-B095-8FCD01A1A520}"/>
                </a:ext>
              </a:extLst>
            </p:cNvPr>
            <p:cNvSpPr/>
            <p:nvPr/>
          </p:nvSpPr>
          <p:spPr>
            <a:xfrm>
              <a:off x="1515054" y="3824168"/>
              <a:ext cx="362309" cy="361971"/>
            </a:xfrm>
            <a:custGeom>
              <a:avLst/>
              <a:gdLst>
                <a:gd name="connsiteX0" fmla="*/ 180835 w 362309"/>
                <a:gd name="connsiteY0" fmla="*/ 0 h 361971"/>
                <a:gd name="connsiteX1" fmla="*/ 0 w 362309"/>
                <a:gd name="connsiteY1" fmla="*/ 180667 h 361971"/>
                <a:gd name="connsiteX2" fmla="*/ 180835 w 362309"/>
                <a:gd name="connsiteY2" fmla="*/ 361971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1305 h 361971"/>
                <a:gd name="connsiteX10" fmla="*/ 349529 w 362309"/>
                <a:gd name="connsiteY10" fmla="*/ 181305 h 361971"/>
                <a:gd name="connsiteX11" fmla="*/ 180835 w 362309"/>
                <a:gd name="connsiteY11" fmla="*/ 349204 h 361971"/>
                <a:gd name="connsiteX12" fmla="*/ 180835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6"/>
                    <a:pt x="0" y="180667"/>
                  </a:cubicBezTo>
                  <a:cubicBezTo>
                    <a:pt x="0" y="280895"/>
                    <a:pt x="81152" y="361971"/>
                    <a:pt x="180835" y="361971"/>
                  </a:cubicBezTo>
                  <a:cubicBezTo>
                    <a:pt x="280518" y="361971"/>
                    <a:pt x="362309" y="280895"/>
                    <a:pt x="362309" y="180667"/>
                  </a:cubicBezTo>
                  <a:lnTo>
                    <a:pt x="362309" y="180667"/>
                  </a:lnTo>
                  <a:cubicBezTo>
                    <a:pt x="361670" y="81076"/>
                    <a:pt x="280518" y="0"/>
                    <a:pt x="180835" y="0"/>
                  </a:cubicBezTo>
                  <a:close/>
                  <a:moveTo>
                    <a:pt x="180835" y="349204"/>
                  </a:moveTo>
                  <a:cubicBezTo>
                    <a:pt x="87542" y="349204"/>
                    <a:pt x="12780" y="273873"/>
                    <a:pt x="12780" y="180667"/>
                  </a:cubicBezTo>
                  <a:cubicBezTo>
                    <a:pt x="12780" y="87460"/>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26890D"/>
            </a:solidFill>
            <a:ln w="6390" cap="flat">
              <a:noFill/>
              <a:prstDash val="solid"/>
              <a:miter/>
            </a:ln>
          </p:spPr>
          <p:txBody>
            <a:bodyPr rtlCol="0" anchor="ctr"/>
            <a:lstStyle/>
            <a:p>
              <a:endParaRPr lang="en-US"/>
            </a:p>
          </p:txBody>
        </p:sp>
        <p:sp>
          <p:nvSpPr>
            <p:cNvPr id="1148" name="Graphic 4">
              <a:extLst>
                <a:ext uri="{FF2B5EF4-FFF2-40B4-BE49-F238E27FC236}">
                  <a16:creationId xmlns:a16="http://schemas.microsoft.com/office/drawing/2014/main" id="{3D320FFC-7DC1-9148-BC04-F9A66AEA7AF7}"/>
                </a:ext>
              </a:extLst>
            </p:cNvPr>
            <p:cNvSpPr/>
            <p:nvPr/>
          </p:nvSpPr>
          <p:spPr>
            <a:xfrm>
              <a:off x="1582954" y="3894042"/>
              <a:ext cx="221234" cy="220596"/>
            </a:xfrm>
            <a:custGeom>
              <a:avLst/>
              <a:gdLst>
                <a:gd name="connsiteX0" fmla="*/ 181946 w 221234"/>
                <a:gd name="connsiteY0" fmla="*/ 25246 h 220596"/>
                <a:gd name="connsiteX1" fmla="*/ 192170 w 221234"/>
                <a:gd name="connsiteY1" fmla="*/ 10563 h 220596"/>
                <a:gd name="connsiteX2" fmla="*/ 191531 w 221234"/>
                <a:gd name="connsiteY2" fmla="*/ 1625 h 220596"/>
                <a:gd name="connsiteX3" fmla="*/ 182585 w 221234"/>
                <a:gd name="connsiteY3" fmla="*/ 2264 h 220596"/>
                <a:gd name="connsiteX4" fmla="*/ 181946 w 221234"/>
                <a:gd name="connsiteY4" fmla="*/ 2902 h 220596"/>
                <a:gd name="connsiteX5" fmla="*/ 107184 w 221234"/>
                <a:gd name="connsiteY5" fmla="*/ 106961 h 220596"/>
                <a:gd name="connsiteX6" fmla="*/ 108462 w 221234"/>
                <a:gd name="connsiteY6" fmla="*/ 115899 h 220596"/>
                <a:gd name="connsiteX7" fmla="*/ 112296 w 221234"/>
                <a:gd name="connsiteY7" fmla="*/ 117176 h 220596"/>
                <a:gd name="connsiteX8" fmla="*/ 117408 w 221234"/>
                <a:gd name="connsiteY8" fmla="*/ 114622 h 220596"/>
                <a:gd name="connsiteX9" fmla="*/ 130188 w 221234"/>
                <a:gd name="connsiteY9" fmla="*/ 96109 h 220596"/>
                <a:gd name="connsiteX10" fmla="*/ 126354 w 221234"/>
                <a:gd name="connsiteY10" fmla="*/ 128667 h 220596"/>
                <a:gd name="connsiteX11" fmla="*/ 93765 w 221234"/>
                <a:gd name="connsiteY11" fmla="*/ 124837 h 220596"/>
                <a:gd name="connsiteX12" fmla="*/ 88653 w 221234"/>
                <a:gd name="connsiteY12" fmla="*/ 110153 h 220596"/>
                <a:gd name="connsiteX13" fmla="*/ 100155 w 221234"/>
                <a:gd name="connsiteY13" fmla="*/ 89725 h 220596"/>
                <a:gd name="connsiteX14" fmla="*/ 102711 w 221234"/>
                <a:gd name="connsiteY14" fmla="*/ 80787 h 220596"/>
                <a:gd name="connsiteX15" fmla="*/ 102711 w 221234"/>
                <a:gd name="connsiteY15" fmla="*/ 80787 h 220596"/>
                <a:gd name="connsiteX16" fmla="*/ 93765 w 221234"/>
                <a:gd name="connsiteY16" fmla="*/ 78233 h 220596"/>
                <a:gd name="connsiteX17" fmla="*/ 80346 w 221234"/>
                <a:gd name="connsiteY17" fmla="*/ 127390 h 220596"/>
                <a:gd name="connsiteX18" fmla="*/ 129549 w 221234"/>
                <a:gd name="connsiteY18" fmla="*/ 140797 h 220596"/>
                <a:gd name="connsiteX19" fmla="*/ 147441 w 221234"/>
                <a:gd name="connsiteY19" fmla="*/ 109515 h 220596"/>
                <a:gd name="connsiteX20" fmla="*/ 137217 w 221234"/>
                <a:gd name="connsiteY20" fmla="*/ 83979 h 220596"/>
                <a:gd name="connsiteX21" fmla="*/ 151275 w 221234"/>
                <a:gd name="connsiteY21" fmla="*/ 64189 h 220596"/>
                <a:gd name="connsiteX22" fmla="*/ 156387 w 221234"/>
                <a:gd name="connsiteY22" fmla="*/ 149734 h 220596"/>
                <a:gd name="connsiteX23" fmla="*/ 70761 w 221234"/>
                <a:gd name="connsiteY23" fmla="*/ 154841 h 220596"/>
                <a:gd name="connsiteX24" fmla="*/ 51592 w 221234"/>
                <a:gd name="connsiteY24" fmla="*/ 121006 h 220596"/>
                <a:gd name="connsiteX25" fmla="*/ 55426 w 221234"/>
                <a:gd name="connsiteY25" fmla="*/ 101854 h 220596"/>
                <a:gd name="connsiteX26" fmla="*/ 51592 w 221234"/>
                <a:gd name="connsiteY26" fmla="*/ 98024 h 220596"/>
                <a:gd name="connsiteX27" fmla="*/ 54148 w 221234"/>
                <a:gd name="connsiteY27" fmla="*/ 89725 h 220596"/>
                <a:gd name="connsiteX28" fmla="*/ 50314 w 221234"/>
                <a:gd name="connsiteY28" fmla="*/ 81425 h 220596"/>
                <a:gd name="connsiteX29" fmla="*/ 42007 w 221234"/>
                <a:gd name="connsiteY29" fmla="*/ 85256 h 220596"/>
                <a:gd name="connsiteX30" fmla="*/ 38812 w 221234"/>
                <a:gd name="connsiteY30" fmla="*/ 96747 h 220596"/>
                <a:gd name="connsiteX31" fmla="*/ 31144 w 221234"/>
                <a:gd name="connsiteY31" fmla="*/ 114622 h 220596"/>
                <a:gd name="connsiteX32" fmla="*/ 38812 w 221234"/>
                <a:gd name="connsiteY32" fmla="*/ 122283 h 220596"/>
                <a:gd name="connsiteX33" fmla="*/ 123798 w 221234"/>
                <a:gd name="connsiteY33" fmla="*/ 181654 h 220596"/>
                <a:gd name="connsiteX34" fmla="*/ 183224 w 221234"/>
                <a:gd name="connsiteY34" fmla="*/ 96747 h 220596"/>
                <a:gd name="connsiteX35" fmla="*/ 158943 w 221234"/>
                <a:gd name="connsiteY35" fmla="*/ 53974 h 220596"/>
                <a:gd name="connsiteX36" fmla="*/ 173000 w 221234"/>
                <a:gd name="connsiteY36" fmla="*/ 34184 h 220596"/>
                <a:gd name="connsiteX37" fmla="*/ 187058 w 221234"/>
                <a:gd name="connsiteY37" fmla="*/ 171440 h 220596"/>
                <a:gd name="connsiteX38" fmla="*/ 157026 w 221234"/>
                <a:gd name="connsiteY38" fmla="*/ 195699 h 220596"/>
                <a:gd name="connsiteX39" fmla="*/ 137856 w 221234"/>
                <a:gd name="connsiteY39" fmla="*/ 196976 h 220596"/>
                <a:gd name="connsiteX40" fmla="*/ 134661 w 221234"/>
                <a:gd name="connsiteY40" fmla="*/ 203998 h 220596"/>
                <a:gd name="connsiteX41" fmla="*/ 111018 w 221234"/>
                <a:gd name="connsiteY41" fmla="*/ 207190 h 220596"/>
                <a:gd name="connsiteX42" fmla="*/ 13252 w 221234"/>
                <a:gd name="connsiteY42" fmla="*/ 109515 h 220596"/>
                <a:gd name="connsiteX43" fmla="*/ 34339 w 221234"/>
                <a:gd name="connsiteY43" fmla="*/ 48867 h 220596"/>
                <a:gd name="connsiteX44" fmla="*/ 33061 w 221234"/>
                <a:gd name="connsiteY44" fmla="*/ 39929 h 220596"/>
                <a:gd name="connsiteX45" fmla="*/ 24115 w 221234"/>
                <a:gd name="connsiteY45" fmla="*/ 41206 h 220596"/>
                <a:gd name="connsiteX46" fmla="*/ 24115 w 221234"/>
                <a:gd name="connsiteY46" fmla="*/ 41206 h 220596"/>
                <a:gd name="connsiteX47" fmla="*/ 8140 w 221234"/>
                <a:gd name="connsiteY47" fmla="*/ 68657 h 220596"/>
                <a:gd name="connsiteX48" fmla="*/ 68844 w 221234"/>
                <a:gd name="connsiteY48" fmla="*/ 212297 h 220596"/>
                <a:gd name="connsiteX49" fmla="*/ 138495 w 221234"/>
                <a:gd name="connsiteY49" fmla="*/ 216766 h 220596"/>
                <a:gd name="connsiteX50" fmla="*/ 148080 w 221234"/>
                <a:gd name="connsiteY50" fmla="*/ 220596 h 220596"/>
                <a:gd name="connsiteX51" fmla="*/ 161499 w 221234"/>
                <a:gd name="connsiteY51" fmla="*/ 207828 h 220596"/>
                <a:gd name="connsiteX52" fmla="*/ 208784 w 221234"/>
                <a:gd name="connsiteY52" fmla="*/ 59081 h 220596"/>
                <a:gd name="connsiteX53" fmla="*/ 181946 w 221234"/>
                <a:gd name="connsiteY53" fmla="*/ 25246 h 220596"/>
                <a:gd name="connsiteX54" fmla="*/ 181946 w 221234"/>
                <a:gd name="connsiteY54" fmla="*/ 25246 h 220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21234" h="220596">
                  <a:moveTo>
                    <a:pt x="181946" y="25246"/>
                  </a:moveTo>
                  <a:lnTo>
                    <a:pt x="192170" y="10563"/>
                  </a:lnTo>
                  <a:cubicBezTo>
                    <a:pt x="194726" y="8009"/>
                    <a:pt x="194087" y="3541"/>
                    <a:pt x="191531" y="1625"/>
                  </a:cubicBezTo>
                  <a:cubicBezTo>
                    <a:pt x="188975" y="-928"/>
                    <a:pt x="184502" y="-290"/>
                    <a:pt x="182585" y="2264"/>
                  </a:cubicBezTo>
                  <a:cubicBezTo>
                    <a:pt x="182585" y="2264"/>
                    <a:pt x="181946" y="2902"/>
                    <a:pt x="181946" y="2902"/>
                  </a:cubicBezTo>
                  <a:lnTo>
                    <a:pt x="107184" y="106961"/>
                  </a:lnTo>
                  <a:cubicBezTo>
                    <a:pt x="105267" y="109515"/>
                    <a:pt x="105906" y="113984"/>
                    <a:pt x="108462" y="115899"/>
                  </a:cubicBezTo>
                  <a:cubicBezTo>
                    <a:pt x="109740" y="116537"/>
                    <a:pt x="111018" y="117176"/>
                    <a:pt x="112296" y="117176"/>
                  </a:cubicBezTo>
                  <a:cubicBezTo>
                    <a:pt x="114213" y="117176"/>
                    <a:pt x="116130" y="115899"/>
                    <a:pt x="117408" y="114622"/>
                  </a:cubicBezTo>
                  <a:lnTo>
                    <a:pt x="130188" y="96109"/>
                  </a:lnTo>
                  <a:cubicBezTo>
                    <a:pt x="138495" y="106323"/>
                    <a:pt x="136578" y="121006"/>
                    <a:pt x="126354" y="128667"/>
                  </a:cubicBezTo>
                  <a:cubicBezTo>
                    <a:pt x="116130" y="136328"/>
                    <a:pt x="101433" y="135051"/>
                    <a:pt x="93765" y="124837"/>
                  </a:cubicBezTo>
                  <a:cubicBezTo>
                    <a:pt x="90570" y="120368"/>
                    <a:pt x="88653" y="115261"/>
                    <a:pt x="88653" y="110153"/>
                  </a:cubicBezTo>
                  <a:cubicBezTo>
                    <a:pt x="88653" y="101854"/>
                    <a:pt x="93126" y="94193"/>
                    <a:pt x="100155" y="89725"/>
                  </a:cubicBezTo>
                  <a:cubicBezTo>
                    <a:pt x="103350" y="87809"/>
                    <a:pt x="103989" y="83979"/>
                    <a:pt x="102711" y="80787"/>
                  </a:cubicBezTo>
                  <a:cubicBezTo>
                    <a:pt x="102711" y="80787"/>
                    <a:pt x="102711" y="80787"/>
                    <a:pt x="102711" y="80787"/>
                  </a:cubicBezTo>
                  <a:cubicBezTo>
                    <a:pt x="100794" y="77595"/>
                    <a:pt x="96960" y="76957"/>
                    <a:pt x="93765" y="78233"/>
                  </a:cubicBezTo>
                  <a:cubicBezTo>
                    <a:pt x="76512" y="88448"/>
                    <a:pt x="70761" y="110153"/>
                    <a:pt x="80346" y="127390"/>
                  </a:cubicBezTo>
                  <a:cubicBezTo>
                    <a:pt x="89931" y="144627"/>
                    <a:pt x="112296" y="150373"/>
                    <a:pt x="129549" y="140797"/>
                  </a:cubicBezTo>
                  <a:cubicBezTo>
                    <a:pt x="140412" y="134413"/>
                    <a:pt x="147441" y="122283"/>
                    <a:pt x="147441" y="109515"/>
                  </a:cubicBezTo>
                  <a:cubicBezTo>
                    <a:pt x="147441" y="99939"/>
                    <a:pt x="143607" y="91001"/>
                    <a:pt x="137217" y="83979"/>
                  </a:cubicBezTo>
                  <a:lnTo>
                    <a:pt x="151275" y="64189"/>
                  </a:lnTo>
                  <a:cubicBezTo>
                    <a:pt x="176195" y="86533"/>
                    <a:pt x="178751" y="124837"/>
                    <a:pt x="156387" y="149734"/>
                  </a:cubicBezTo>
                  <a:cubicBezTo>
                    <a:pt x="134022" y="174632"/>
                    <a:pt x="95682" y="177185"/>
                    <a:pt x="70761" y="154841"/>
                  </a:cubicBezTo>
                  <a:cubicBezTo>
                    <a:pt x="60538" y="145904"/>
                    <a:pt x="54148" y="133774"/>
                    <a:pt x="51592" y="121006"/>
                  </a:cubicBezTo>
                  <a:cubicBezTo>
                    <a:pt x="57981" y="116537"/>
                    <a:pt x="59899" y="108238"/>
                    <a:pt x="55426" y="101854"/>
                  </a:cubicBezTo>
                  <a:cubicBezTo>
                    <a:pt x="54148" y="99939"/>
                    <a:pt x="52870" y="98662"/>
                    <a:pt x="51592" y="98024"/>
                  </a:cubicBezTo>
                  <a:cubicBezTo>
                    <a:pt x="52231" y="94832"/>
                    <a:pt x="52870" y="92278"/>
                    <a:pt x="54148" y="89725"/>
                  </a:cubicBezTo>
                  <a:cubicBezTo>
                    <a:pt x="55426" y="86533"/>
                    <a:pt x="53509" y="82702"/>
                    <a:pt x="50314" y="81425"/>
                  </a:cubicBezTo>
                  <a:cubicBezTo>
                    <a:pt x="47119" y="80149"/>
                    <a:pt x="43285" y="82064"/>
                    <a:pt x="42007" y="85256"/>
                  </a:cubicBezTo>
                  <a:cubicBezTo>
                    <a:pt x="40729" y="89086"/>
                    <a:pt x="39451" y="92917"/>
                    <a:pt x="38812" y="96747"/>
                  </a:cubicBezTo>
                  <a:cubicBezTo>
                    <a:pt x="31783" y="99939"/>
                    <a:pt x="28588" y="107600"/>
                    <a:pt x="31144" y="114622"/>
                  </a:cubicBezTo>
                  <a:cubicBezTo>
                    <a:pt x="32422" y="117814"/>
                    <a:pt x="34978" y="121006"/>
                    <a:pt x="38812" y="122283"/>
                  </a:cubicBezTo>
                  <a:cubicBezTo>
                    <a:pt x="45841" y="161864"/>
                    <a:pt x="84180" y="188676"/>
                    <a:pt x="123798" y="181654"/>
                  </a:cubicBezTo>
                  <a:cubicBezTo>
                    <a:pt x="163415" y="174632"/>
                    <a:pt x="190253" y="136328"/>
                    <a:pt x="183224" y="96747"/>
                  </a:cubicBezTo>
                  <a:cubicBezTo>
                    <a:pt x="180029" y="80149"/>
                    <a:pt x="171722" y="64827"/>
                    <a:pt x="158943" y="53974"/>
                  </a:cubicBezTo>
                  <a:lnTo>
                    <a:pt x="173000" y="34184"/>
                  </a:lnTo>
                  <a:cubicBezTo>
                    <a:pt x="214535" y="68019"/>
                    <a:pt x="220925" y="129944"/>
                    <a:pt x="187058" y="171440"/>
                  </a:cubicBezTo>
                  <a:cubicBezTo>
                    <a:pt x="178751" y="181654"/>
                    <a:pt x="168528" y="189953"/>
                    <a:pt x="157026" y="195699"/>
                  </a:cubicBezTo>
                  <a:cubicBezTo>
                    <a:pt x="151275" y="190592"/>
                    <a:pt x="142329" y="191230"/>
                    <a:pt x="137856" y="196976"/>
                  </a:cubicBezTo>
                  <a:cubicBezTo>
                    <a:pt x="135939" y="198891"/>
                    <a:pt x="135300" y="201444"/>
                    <a:pt x="134661" y="203998"/>
                  </a:cubicBezTo>
                  <a:cubicBezTo>
                    <a:pt x="126993" y="205913"/>
                    <a:pt x="119325" y="207190"/>
                    <a:pt x="111018" y="207190"/>
                  </a:cubicBezTo>
                  <a:cubicBezTo>
                    <a:pt x="56704" y="207190"/>
                    <a:pt x="13252" y="163141"/>
                    <a:pt x="13252" y="109515"/>
                  </a:cubicBezTo>
                  <a:cubicBezTo>
                    <a:pt x="13252" y="87809"/>
                    <a:pt x="20281" y="66104"/>
                    <a:pt x="34339" y="48867"/>
                  </a:cubicBezTo>
                  <a:cubicBezTo>
                    <a:pt x="36256" y="46313"/>
                    <a:pt x="36256" y="41845"/>
                    <a:pt x="33061" y="39929"/>
                  </a:cubicBezTo>
                  <a:cubicBezTo>
                    <a:pt x="30505" y="38014"/>
                    <a:pt x="26032" y="38014"/>
                    <a:pt x="24115" y="41206"/>
                  </a:cubicBezTo>
                  <a:lnTo>
                    <a:pt x="24115" y="41206"/>
                  </a:lnTo>
                  <a:cubicBezTo>
                    <a:pt x="17725" y="49505"/>
                    <a:pt x="11974" y="58443"/>
                    <a:pt x="8140" y="68657"/>
                  </a:cubicBezTo>
                  <a:cubicBezTo>
                    <a:pt x="-14864" y="124837"/>
                    <a:pt x="12613" y="189315"/>
                    <a:pt x="68844" y="212297"/>
                  </a:cubicBezTo>
                  <a:cubicBezTo>
                    <a:pt x="91209" y="221235"/>
                    <a:pt x="115491" y="222512"/>
                    <a:pt x="138495" y="216766"/>
                  </a:cubicBezTo>
                  <a:cubicBezTo>
                    <a:pt x="141051" y="219320"/>
                    <a:pt x="144246" y="220596"/>
                    <a:pt x="148080" y="220596"/>
                  </a:cubicBezTo>
                  <a:cubicBezTo>
                    <a:pt x="155109" y="220596"/>
                    <a:pt x="161499" y="214851"/>
                    <a:pt x="161499" y="207828"/>
                  </a:cubicBezTo>
                  <a:cubicBezTo>
                    <a:pt x="215813" y="179739"/>
                    <a:pt x="236900" y="113345"/>
                    <a:pt x="208784" y="59081"/>
                  </a:cubicBezTo>
                  <a:cubicBezTo>
                    <a:pt x="204311" y="46313"/>
                    <a:pt x="194087" y="34184"/>
                    <a:pt x="181946" y="25246"/>
                  </a:cubicBezTo>
                  <a:lnTo>
                    <a:pt x="181946" y="25246"/>
                  </a:lnTo>
                  <a:close/>
                </a:path>
              </a:pathLst>
            </a:custGeom>
            <a:solidFill>
              <a:srgbClr val="26890D"/>
            </a:solidFill>
            <a:ln w="6390" cap="flat">
              <a:noFill/>
              <a:prstDash val="solid"/>
              <a:miter/>
            </a:ln>
          </p:spPr>
          <p:txBody>
            <a:bodyPr rtlCol="0" anchor="ctr"/>
            <a:lstStyle/>
            <a:p>
              <a:endParaRPr lang="en-US"/>
            </a:p>
          </p:txBody>
        </p:sp>
      </p:grpSp>
      <p:sp>
        <p:nvSpPr>
          <p:cNvPr id="1149" name="Graphic 4">
            <a:extLst>
              <a:ext uri="{FF2B5EF4-FFF2-40B4-BE49-F238E27FC236}">
                <a16:creationId xmlns:a16="http://schemas.microsoft.com/office/drawing/2014/main" id="{E7A1172B-42F0-274B-8405-824B590A5494}"/>
              </a:ext>
            </a:extLst>
          </p:cNvPr>
          <p:cNvSpPr/>
          <p:nvPr/>
        </p:nvSpPr>
        <p:spPr>
          <a:xfrm>
            <a:off x="1952125" y="3824168"/>
            <a:ext cx="362313" cy="361971"/>
          </a:xfrm>
          <a:custGeom>
            <a:avLst/>
            <a:gdLst>
              <a:gd name="connsiteX0" fmla="*/ 181474 w 362313"/>
              <a:gd name="connsiteY0" fmla="*/ 0 h 361971"/>
              <a:gd name="connsiteX1" fmla="*/ 0 w 362313"/>
              <a:gd name="connsiteY1" fmla="*/ 180667 h 361971"/>
              <a:gd name="connsiteX2" fmla="*/ 180835 w 362313"/>
              <a:gd name="connsiteY2" fmla="*/ 361971 h 361971"/>
              <a:gd name="connsiteX3" fmla="*/ 362310 w 362313"/>
              <a:gd name="connsiteY3" fmla="*/ 181305 h 361971"/>
              <a:gd name="connsiteX4" fmla="*/ 362310 w 362313"/>
              <a:gd name="connsiteY4" fmla="*/ 181305 h 361971"/>
              <a:gd name="connsiteX5" fmla="*/ 181474 w 362313"/>
              <a:gd name="connsiteY5" fmla="*/ 0 h 361971"/>
              <a:gd name="connsiteX6" fmla="*/ 232594 w 362313"/>
              <a:gd name="connsiteY6" fmla="*/ 278980 h 361971"/>
              <a:gd name="connsiteX7" fmla="*/ 217897 w 362313"/>
              <a:gd name="connsiteY7" fmla="*/ 291748 h 361971"/>
              <a:gd name="connsiteX8" fmla="*/ 209590 w 362313"/>
              <a:gd name="connsiteY8" fmla="*/ 287917 h 361971"/>
              <a:gd name="connsiteX9" fmla="*/ 181474 w 362313"/>
              <a:gd name="connsiteY9" fmla="*/ 291748 h 361971"/>
              <a:gd name="connsiteX10" fmla="*/ 70928 w 362313"/>
              <a:gd name="connsiteY10" fmla="*/ 181305 h 361971"/>
              <a:gd name="connsiteX11" fmla="*/ 78596 w 362313"/>
              <a:gd name="connsiteY11" fmla="*/ 139809 h 361971"/>
              <a:gd name="connsiteX12" fmla="*/ 94571 w 362313"/>
              <a:gd name="connsiteY12" fmla="*/ 112358 h 361971"/>
              <a:gd name="connsiteX13" fmla="*/ 103517 w 362313"/>
              <a:gd name="connsiteY13" fmla="*/ 111081 h 361971"/>
              <a:gd name="connsiteX14" fmla="*/ 103517 w 362313"/>
              <a:gd name="connsiteY14" fmla="*/ 111081 h 361971"/>
              <a:gd name="connsiteX15" fmla="*/ 104795 w 362313"/>
              <a:gd name="connsiteY15" fmla="*/ 120019 h 361971"/>
              <a:gd name="connsiteX16" fmla="*/ 121409 w 362313"/>
              <a:gd name="connsiteY16" fmla="*/ 257274 h 361971"/>
              <a:gd name="connsiteX17" fmla="*/ 181474 w 362313"/>
              <a:gd name="connsiteY17" fmla="*/ 278341 h 361971"/>
              <a:gd name="connsiteX18" fmla="*/ 205117 w 362313"/>
              <a:gd name="connsiteY18" fmla="*/ 275149 h 361971"/>
              <a:gd name="connsiteX19" fmla="*/ 218536 w 362313"/>
              <a:gd name="connsiteY19" fmla="*/ 263020 h 361971"/>
              <a:gd name="connsiteX20" fmla="*/ 227482 w 362313"/>
              <a:gd name="connsiteY20" fmla="*/ 266212 h 361971"/>
              <a:gd name="connsiteX21" fmla="*/ 267738 w 362313"/>
              <a:gd name="connsiteY21" fmla="*/ 134064 h 361971"/>
              <a:gd name="connsiteX22" fmla="*/ 243457 w 362313"/>
              <a:gd name="connsiteY22" fmla="*/ 104059 h 361971"/>
              <a:gd name="connsiteX23" fmla="*/ 229399 w 362313"/>
              <a:gd name="connsiteY23" fmla="*/ 123849 h 361971"/>
              <a:gd name="connsiteX24" fmla="*/ 237706 w 362313"/>
              <a:gd name="connsiteY24" fmla="*/ 227270 h 361971"/>
              <a:gd name="connsiteX25" fmla="*/ 134189 w 362313"/>
              <a:gd name="connsiteY25" fmla="*/ 235569 h 361971"/>
              <a:gd name="connsiteX26" fmla="*/ 109268 w 362313"/>
              <a:gd name="connsiteY26" fmla="*/ 192158 h 361971"/>
              <a:gd name="connsiteX27" fmla="*/ 100322 w 362313"/>
              <a:gd name="connsiteY27" fmla="*/ 179390 h 361971"/>
              <a:gd name="connsiteX28" fmla="*/ 108629 w 362313"/>
              <a:gd name="connsiteY28" fmla="*/ 166622 h 361971"/>
              <a:gd name="connsiteX29" fmla="*/ 111824 w 362313"/>
              <a:gd name="connsiteY29" fmla="*/ 155131 h 361971"/>
              <a:gd name="connsiteX30" fmla="*/ 119492 w 362313"/>
              <a:gd name="connsiteY30" fmla="*/ 150662 h 361971"/>
              <a:gd name="connsiteX31" fmla="*/ 123965 w 362313"/>
              <a:gd name="connsiteY31" fmla="*/ 158323 h 361971"/>
              <a:gd name="connsiteX32" fmla="*/ 123965 w 362313"/>
              <a:gd name="connsiteY32" fmla="*/ 158961 h 361971"/>
              <a:gd name="connsiteX33" fmla="*/ 121409 w 362313"/>
              <a:gd name="connsiteY33" fmla="*/ 167260 h 361971"/>
              <a:gd name="connsiteX34" fmla="*/ 125243 w 362313"/>
              <a:gd name="connsiteY34" fmla="*/ 186412 h 361971"/>
              <a:gd name="connsiteX35" fmla="*/ 121409 w 362313"/>
              <a:gd name="connsiteY35" fmla="*/ 190243 h 361971"/>
              <a:gd name="connsiteX36" fmla="*/ 192337 w 362313"/>
              <a:gd name="connsiteY36" fmla="*/ 238122 h 361971"/>
              <a:gd name="connsiteX37" fmla="*/ 240262 w 362313"/>
              <a:gd name="connsiteY37" fmla="*/ 167260 h 361971"/>
              <a:gd name="connsiteX38" fmla="*/ 221092 w 362313"/>
              <a:gd name="connsiteY38" fmla="*/ 133425 h 361971"/>
              <a:gd name="connsiteX39" fmla="*/ 207034 w 362313"/>
              <a:gd name="connsiteY39" fmla="*/ 153854 h 361971"/>
              <a:gd name="connsiteX40" fmla="*/ 206395 w 362313"/>
              <a:gd name="connsiteY40" fmla="*/ 204926 h 361971"/>
              <a:gd name="connsiteX41" fmla="*/ 155275 w 362313"/>
              <a:gd name="connsiteY41" fmla="*/ 204287 h 361971"/>
              <a:gd name="connsiteX42" fmla="*/ 155914 w 362313"/>
              <a:gd name="connsiteY42" fmla="*/ 153216 h 361971"/>
              <a:gd name="connsiteX43" fmla="*/ 162943 w 362313"/>
              <a:gd name="connsiteY43" fmla="*/ 148108 h 361971"/>
              <a:gd name="connsiteX44" fmla="*/ 171889 w 362313"/>
              <a:gd name="connsiteY44" fmla="*/ 150024 h 361971"/>
              <a:gd name="connsiteX45" fmla="*/ 169972 w 362313"/>
              <a:gd name="connsiteY45" fmla="*/ 158961 h 361971"/>
              <a:gd name="connsiteX46" fmla="*/ 169333 w 362313"/>
              <a:gd name="connsiteY46" fmla="*/ 158961 h 361971"/>
              <a:gd name="connsiteX47" fmla="*/ 161027 w 362313"/>
              <a:gd name="connsiteY47" fmla="*/ 190881 h 361971"/>
              <a:gd name="connsiteX48" fmla="*/ 192976 w 362313"/>
              <a:gd name="connsiteY48" fmla="*/ 199180 h 361971"/>
              <a:gd name="connsiteX49" fmla="*/ 204478 w 362313"/>
              <a:gd name="connsiteY49" fmla="*/ 178752 h 361971"/>
              <a:gd name="connsiteX50" fmla="*/ 199366 w 362313"/>
              <a:gd name="connsiteY50" fmla="*/ 164068 h 361971"/>
              <a:gd name="connsiteX51" fmla="*/ 186586 w 362313"/>
              <a:gd name="connsiteY51" fmla="*/ 182582 h 361971"/>
              <a:gd name="connsiteX52" fmla="*/ 177640 w 362313"/>
              <a:gd name="connsiteY52" fmla="*/ 183859 h 361971"/>
              <a:gd name="connsiteX53" fmla="*/ 176362 w 362313"/>
              <a:gd name="connsiteY53" fmla="*/ 174921 h 361971"/>
              <a:gd name="connsiteX54" fmla="*/ 251124 w 362313"/>
              <a:gd name="connsiteY54" fmla="*/ 70862 h 361971"/>
              <a:gd name="connsiteX55" fmla="*/ 260071 w 362313"/>
              <a:gd name="connsiteY55" fmla="*/ 69585 h 361971"/>
              <a:gd name="connsiteX56" fmla="*/ 261348 w 362313"/>
              <a:gd name="connsiteY56" fmla="*/ 78523 h 361971"/>
              <a:gd name="connsiteX57" fmla="*/ 251124 w 362313"/>
              <a:gd name="connsiteY57" fmla="*/ 93206 h 361971"/>
              <a:gd name="connsiteX58" fmla="*/ 268377 w 362313"/>
              <a:gd name="connsiteY58" fmla="*/ 248337 h 361971"/>
              <a:gd name="connsiteX59" fmla="*/ 232594 w 362313"/>
              <a:gd name="connsiteY59" fmla="*/ 278980 h 361971"/>
              <a:gd name="connsiteX60" fmla="*/ 232594 w 362313"/>
              <a:gd name="connsiteY60" fmla="*/ 27898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62313" h="361971">
                <a:moveTo>
                  <a:pt x="181474" y="0"/>
                </a:moveTo>
                <a:cubicBezTo>
                  <a:pt x="81152" y="0"/>
                  <a:pt x="0" y="81076"/>
                  <a:pt x="0" y="180667"/>
                </a:cubicBezTo>
                <a:cubicBezTo>
                  <a:pt x="0" y="280895"/>
                  <a:pt x="81152" y="361971"/>
                  <a:pt x="180835" y="361971"/>
                </a:cubicBezTo>
                <a:cubicBezTo>
                  <a:pt x="281157" y="361971"/>
                  <a:pt x="362310" y="280895"/>
                  <a:pt x="362310" y="181305"/>
                </a:cubicBezTo>
                <a:cubicBezTo>
                  <a:pt x="362310" y="181305"/>
                  <a:pt x="362310" y="181305"/>
                  <a:pt x="362310" y="181305"/>
                </a:cubicBezTo>
                <a:cubicBezTo>
                  <a:pt x="362948" y="81076"/>
                  <a:pt x="281796" y="0"/>
                  <a:pt x="181474" y="0"/>
                </a:cubicBezTo>
                <a:close/>
                <a:moveTo>
                  <a:pt x="232594" y="278980"/>
                </a:moveTo>
                <a:cubicBezTo>
                  <a:pt x="231955" y="286641"/>
                  <a:pt x="225565" y="292386"/>
                  <a:pt x="217897" y="291748"/>
                </a:cubicBezTo>
                <a:cubicBezTo>
                  <a:pt x="214702" y="291748"/>
                  <a:pt x="212146" y="290471"/>
                  <a:pt x="209590" y="287917"/>
                </a:cubicBezTo>
                <a:cubicBezTo>
                  <a:pt x="200644" y="290471"/>
                  <a:pt x="191059" y="291748"/>
                  <a:pt x="181474" y="291748"/>
                </a:cubicBezTo>
                <a:cubicBezTo>
                  <a:pt x="120131" y="291748"/>
                  <a:pt x="70928" y="242591"/>
                  <a:pt x="70928" y="181305"/>
                </a:cubicBezTo>
                <a:cubicBezTo>
                  <a:pt x="70928" y="167260"/>
                  <a:pt x="73484" y="153216"/>
                  <a:pt x="78596" y="139809"/>
                </a:cubicBezTo>
                <a:cubicBezTo>
                  <a:pt x="82430" y="130233"/>
                  <a:pt x="87542" y="120657"/>
                  <a:pt x="94571" y="112358"/>
                </a:cubicBezTo>
                <a:cubicBezTo>
                  <a:pt x="96488" y="109804"/>
                  <a:pt x="100961" y="109166"/>
                  <a:pt x="103517" y="111081"/>
                </a:cubicBezTo>
                <a:cubicBezTo>
                  <a:pt x="103517" y="111081"/>
                  <a:pt x="103517" y="111081"/>
                  <a:pt x="103517" y="111081"/>
                </a:cubicBezTo>
                <a:cubicBezTo>
                  <a:pt x="106073" y="112996"/>
                  <a:pt x="106712" y="117465"/>
                  <a:pt x="104795" y="120019"/>
                </a:cubicBezTo>
                <a:cubicBezTo>
                  <a:pt x="71567" y="162153"/>
                  <a:pt x="78596" y="224078"/>
                  <a:pt x="121409" y="257274"/>
                </a:cubicBezTo>
                <a:cubicBezTo>
                  <a:pt x="138662" y="270681"/>
                  <a:pt x="159748" y="278341"/>
                  <a:pt x="181474" y="278341"/>
                </a:cubicBezTo>
                <a:cubicBezTo>
                  <a:pt x="189142" y="278341"/>
                  <a:pt x="197449" y="277065"/>
                  <a:pt x="205117" y="275149"/>
                </a:cubicBezTo>
                <a:cubicBezTo>
                  <a:pt x="205756" y="268127"/>
                  <a:pt x="212146" y="263020"/>
                  <a:pt x="218536" y="263020"/>
                </a:cubicBezTo>
                <a:cubicBezTo>
                  <a:pt x="221731" y="263020"/>
                  <a:pt x="224926" y="264297"/>
                  <a:pt x="227482" y="266212"/>
                </a:cubicBezTo>
                <a:cubicBezTo>
                  <a:pt x="275406" y="240676"/>
                  <a:pt x="293298" y="181944"/>
                  <a:pt x="267738" y="134064"/>
                </a:cubicBezTo>
                <a:cubicBezTo>
                  <a:pt x="261348" y="122572"/>
                  <a:pt x="253042" y="112358"/>
                  <a:pt x="243457" y="104059"/>
                </a:cubicBezTo>
                <a:lnTo>
                  <a:pt x="229399" y="123849"/>
                </a:lnTo>
                <a:cubicBezTo>
                  <a:pt x="260071" y="150024"/>
                  <a:pt x="263904" y="196627"/>
                  <a:pt x="237706" y="227270"/>
                </a:cubicBezTo>
                <a:cubicBezTo>
                  <a:pt x="211507" y="257913"/>
                  <a:pt x="164860" y="261743"/>
                  <a:pt x="134189" y="235569"/>
                </a:cubicBezTo>
                <a:cubicBezTo>
                  <a:pt x="121409" y="224716"/>
                  <a:pt x="112463" y="209395"/>
                  <a:pt x="109268" y="192158"/>
                </a:cubicBezTo>
                <a:cubicBezTo>
                  <a:pt x="104156" y="190243"/>
                  <a:pt x="100961" y="185135"/>
                  <a:pt x="100322" y="179390"/>
                </a:cubicBezTo>
                <a:cubicBezTo>
                  <a:pt x="100322" y="173644"/>
                  <a:pt x="103517" y="168537"/>
                  <a:pt x="108629" y="166622"/>
                </a:cubicBezTo>
                <a:cubicBezTo>
                  <a:pt x="109268" y="162792"/>
                  <a:pt x="110546" y="158961"/>
                  <a:pt x="111824" y="155131"/>
                </a:cubicBezTo>
                <a:cubicBezTo>
                  <a:pt x="113102" y="151939"/>
                  <a:pt x="116297" y="150024"/>
                  <a:pt x="119492" y="150662"/>
                </a:cubicBezTo>
                <a:cubicBezTo>
                  <a:pt x="122687" y="151939"/>
                  <a:pt x="124604" y="155131"/>
                  <a:pt x="123965" y="158323"/>
                </a:cubicBezTo>
                <a:cubicBezTo>
                  <a:pt x="123965" y="158323"/>
                  <a:pt x="123965" y="158961"/>
                  <a:pt x="123965" y="158961"/>
                </a:cubicBezTo>
                <a:cubicBezTo>
                  <a:pt x="122687" y="161515"/>
                  <a:pt x="122048" y="164707"/>
                  <a:pt x="121409" y="167260"/>
                </a:cubicBezTo>
                <a:cubicBezTo>
                  <a:pt x="127799" y="171091"/>
                  <a:pt x="129716" y="180028"/>
                  <a:pt x="125243" y="186412"/>
                </a:cubicBezTo>
                <a:cubicBezTo>
                  <a:pt x="123965" y="188327"/>
                  <a:pt x="122687" y="189604"/>
                  <a:pt x="121409" y="190243"/>
                </a:cubicBezTo>
                <a:cubicBezTo>
                  <a:pt x="127799" y="222801"/>
                  <a:pt x="159748" y="244506"/>
                  <a:pt x="192337" y="238122"/>
                </a:cubicBezTo>
                <a:cubicBezTo>
                  <a:pt x="224926" y="231738"/>
                  <a:pt x="246652" y="199819"/>
                  <a:pt x="240262" y="167260"/>
                </a:cubicBezTo>
                <a:cubicBezTo>
                  <a:pt x="237706" y="153854"/>
                  <a:pt x="230677" y="142363"/>
                  <a:pt x="221092" y="133425"/>
                </a:cubicBezTo>
                <a:lnTo>
                  <a:pt x="207034" y="153854"/>
                </a:lnTo>
                <a:cubicBezTo>
                  <a:pt x="221092" y="167899"/>
                  <a:pt x="220453" y="190881"/>
                  <a:pt x="206395" y="204926"/>
                </a:cubicBezTo>
                <a:cubicBezTo>
                  <a:pt x="192337" y="218971"/>
                  <a:pt x="169333" y="218332"/>
                  <a:pt x="155275" y="204287"/>
                </a:cubicBezTo>
                <a:cubicBezTo>
                  <a:pt x="141218" y="190243"/>
                  <a:pt x="141857" y="167260"/>
                  <a:pt x="155914" y="153216"/>
                </a:cubicBezTo>
                <a:cubicBezTo>
                  <a:pt x="157832" y="151300"/>
                  <a:pt x="160387" y="149385"/>
                  <a:pt x="162943" y="148108"/>
                </a:cubicBezTo>
                <a:cubicBezTo>
                  <a:pt x="166138" y="146193"/>
                  <a:pt x="169972" y="146832"/>
                  <a:pt x="171889" y="150024"/>
                </a:cubicBezTo>
                <a:cubicBezTo>
                  <a:pt x="173806" y="153216"/>
                  <a:pt x="173167" y="157046"/>
                  <a:pt x="169972" y="158961"/>
                </a:cubicBezTo>
                <a:cubicBezTo>
                  <a:pt x="169972" y="158961"/>
                  <a:pt x="169972" y="158961"/>
                  <a:pt x="169333" y="158961"/>
                </a:cubicBezTo>
                <a:cubicBezTo>
                  <a:pt x="158470" y="165345"/>
                  <a:pt x="154637" y="180028"/>
                  <a:pt x="161027" y="190881"/>
                </a:cubicBezTo>
                <a:cubicBezTo>
                  <a:pt x="167416" y="201734"/>
                  <a:pt x="182113" y="205564"/>
                  <a:pt x="192976" y="199180"/>
                </a:cubicBezTo>
                <a:cubicBezTo>
                  <a:pt x="200005" y="194711"/>
                  <a:pt x="204478" y="187051"/>
                  <a:pt x="204478" y="178752"/>
                </a:cubicBezTo>
                <a:cubicBezTo>
                  <a:pt x="204478" y="173644"/>
                  <a:pt x="202561" y="168537"/>
                  <a:pt x="199366" y="164068"/>
                </a:cubicBezTo>
                <a:lnTo>
                  <a:pt x="186586" y="182582"/>
                </a:lnTo>
                <a:cubicBezTo>
                  <a:pt x="184669" y="185774"/>
                  <a:pt x="180835" y="186412"/>
                  <a:pt x="177640" y="183859"/>
                </a:cubicBezTo>
                <a:cubicBezTo>
                  <a:pt x="174445" y="181944"/>
                  <a:pt x="173806" y="178113"/>
                  <a:pt x="176362" y="174921"/>
                </a:cubicBezTo>
                <a:lnTo>
                  <a:pt x="251124" y="70862"/>
                </a:lnTo>
                <a:cubicBezTo>
                  <a:pt x="253042" y="67670"/>
                  <a:pt x="256876" y="67032"/>
                  <a:pt x="260071" y="69585"/>
                </a:cubicBezTo>
                <a:cubicBezTo>
                  <a:pt x="263266" y="71500"/>
                  <a:pt x="263904" y="75331"/>
                  <a:pt x="261348" y="78523"/>
                </a:cubicBezTo>
                <a:lnTo>
                  <a:pt x="251124" y="93206"/>
                </a:lnTo>
                <a:cubicBezTo>
                  <a:pt x="298410" y="131510"/>
                  <a:pt x="306078" y="201095"/>
                  <a:pt x="268377" y="248337"/>
                </a:cubicBezTo>
                <a:cubicBezTo>
                  <a:pt x="258792" y="262382"/>
                  <a:pt x="246652" y="271958"/>
                  <a:pt x="232594" y="278980"/>
                </a:cubicBezTo>
                <a:lnTo>
                  <a:pt x="232594" y="278980"/>
                </a:lnTo>
                <a:close/>
              </a:path>
            </a:pathLst>
          </a:custGeom>
          <a:solidFill>
            <a:srgbClr val="26890D"/>
          </a:solidFill>
          <a:ln w="6390" cap="flat">
            <a:noFill/>
            <a:prstDash val="solid"/>
            <a:miter/>
          </a:ln>
        </p:spPr>
        <p:txBody>
          <a:bodyPr rtlCol="0" anchor="ctr"/>
          <a:lstStyle/>
          <a:p>
            <a:endParaRPr lang="en-US"/>
          </a:p>
        </p:txBody>
      </p:sp>
      <p:grpSp>
        <p:nvGrpSpPr>
          <p:cNvPr id="1150" name="Graphic 4">
            <a:extLst>
              <a:ext uri="{FF2B5EF4-FFF2-40B4-BE49-F238E27FC236}">
                <a16:creationId xmlns:a16="http://schemas.microsoft.com/office/drawing/2014/main" id="{93C8D14A-8B48-7449-AC59-9C26A47A93CD}"/>
              </a:ext>
            </a:extLst>
          </p:cNvPr>
          <p:cNvGrpSpPr/>
          <p:nvPr/>
        </p:nvGrpSpPr>
        <p:grpSpPr>
          <a:xfrm>
            <a:off x="5711588" y="4793256"/>
            <a:ext cx="362312" cy="361971"/>
            <a:chOff x="4660820" y="4793256"/>
            <a:chExt cx="362312" cy="361971"/>
          </a:xfrm>
          <a:solidFill>
            <a:srgbClr val="43B02A"/>
          </a:solidFill>
        </p:grpSpPr>
        <p:sp>
          <p:nvSpPr>
            <p:cNvPr id="1151" name="Graphic 4">
              <a:extLst>
                <a:ext uri="{FF2B5EF4-FFF2-40B4-BE49-F238E27FC236}">
                  <a16:creationId xmlns:a16="http://schemas.microsoft.com/office/drawing/2014/main" id="{E08F60DB-EE2E-0441-B4D3-EC9B2BD1B614}"/>
                </a:ext>
              </a:extLst>
            </p:cNvPr>
            <p:cNvSpPr/>
            <p:nvPr/>
          </p:nvSpPr>
          <p:spPr>
            <a:xfrm>
              <a:off x="4660820" y="4793256"/>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8565 h 361971"/>
                <a:gd name="connsiteX8" fmla="*/ 12780 w 362312"/>
                <a:gd name="connsiteY8" fmla="*/ 180667 h 361971"/>
                <a:gd name="connsiteX9" fmla="*/ 180835 w 362312"/>
                <a:gd name="connsiteY9" fmla="*/ 12129 h 361971"/>
                <a:gd name="connsiteX10" fmla="*/ 349529 w 362312"/>
                <a:gd name="connsiteY10" fmla="*/ 180028 h 361971"/>
                <a:gd name="connsiteX11" fmla="*/ 349529 w 362312"/>
                <a:gd name="connsiteY11" fmla="*/ 180028 h 361971"/>
                <a:gd name="connsiteX12" fmla="*/ 181474 w 362312"/>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0438"/>
                    <a:pt x="281796" y="0"/>
                    <a:pt x="181474" y="0"/>
                  </a:cubicBezTo>
                  <a:lnTo>
                    <a:pt x="181474" y="0"/>
                  </a:lnTo>
                  <a:close/>
                  <a:moveTo>
                    <a:pt x="181474" y="348565"/>
                  </a:moveTo>
                  <a:cubicBezTo>
                    <a:pt x="88181" y="348565"/>
                    <a:pt x="12780" y="273234"/>
                    <a:pt x="12780" y="180667"/>
                  </a:cubicBezTo>
                  <a:cubicBezTo>
                    <a:pt x="12780" y="87461"/>
                    <a:pt x="88181" y="12129"/>
                    <a:pt x="180835" y="12129"/>
                  </a:cubicBezTo>
                  <a:cubicBezTo>
                    <a:pt x="274128" y="12129"/>
                    <a:pt x="349529" y="87461"/>
                    <a:pt x="349529" y="180028"/>
                  </a:cubicBezTo>
                  <a:cubicBezTo>
                    <a:pt x="349529" y="180028"/>
                    <a:pt x="349529" y="180028"/>
                    <a:pt x="349529" y="180028"/>
                  </a:cubicBezTo>
                  <a:cubicBezTo>
                    <a:pt x="349529" y="273234"/>
                    <a:pt x="274767" y="348565"/>
                    <a:pt x="181474" y="348565"/>
                  </a:cubicBezTo>
                  <a:close/>
                </a:path>
              </a:pathLst>
            </a:custGeom>
            <a:solidFill>
              <a:srgbClr val="43B02A"/>
            </a:solidFill>
            <a:ln w="6390" cap="flat">
              <a:noFill/>
              <a:prstDash val="solid"/>
              <a:miter/>
            </a:ln>
          </p:spPr>
          <p:txBody>
            <a:bodyPr rtlCol="0" anchor="ctr"/>
            <a:lstStyle/>
            <a:p>
              <a:endParaRPr lang="en-US"/>
            </a:p>
          </p:txBody>
        </p:sp>
        <p:sp>
          <p:nvSpPr>
            <p:cNvPr id="1152" name="Graphic 4">
              <a:extLst>
                <a:ext uri="{FF2B5EF4-FFF2-40B4-BE49-F238E27FC236}">
                  <a16:creationId xmlns:a16="http://schemas.microsoft.com/office/drawing/2014/main" id="{20868505-BA84-7945-94A0-373A35BB1DC4}"/>
                </a:ext>
              </a:extLst>
            </p:cNvPr>
            <p:cNvSpPr/>
            <p:nvPr/>
          </p:nvSpPr>
          <p:spPr>
            <a:xfrm>
              <a:off x="4726771" y="4887101"/>
              <a:ext cx="232019" cy="174786"/>
            </a:xfrm>
            <a:custGeom>
              <a:avLst/>
              <a:gdLst>
                <a:gd name="connsiteX0" fmla="*/ 215206 w 232019"/>
                <a:gd name="connsiteY0" fmla="*/ 123211 h 174786"/>
                <a:gd name="connsiteX1" fmla="*/ 215206 w 232019"/>
                <a:gd name="connsiteY1" fmla="*/ 78523 h 174786"/>
                <a:gd name="connsiteX2" fmla="*/ 200509 w 232019"/>
                <a:gd name="connsiteY2" fmla="*/ 63840 h 174786"/>
                <a:gd name="connsiteX3" fmla="*/ 200509 w 232019"/>
                <a:gd name="connsiteY3" fmla="*/ 63840 h 174786"/>
                <a:gd name="connsiteX4" fmla="*/ 182618 w 232019"/>
                <a:gd name="connsiteY4" fmla="*/ 63840 h 174786"/>
                <a:gd name="connsiteX5" fmla="*/ 182618 w 232019"/>
                <a:gd name="connsiteY5" fmla="*/ 21705 h 174786"/>
                <a:gd name="connsiteX6" fmla="*/ 167921 w 232019"/>
                <a:gd name="connsiteY6" fmla="*/ 7022 h 174786"/>
                <a:gd name="connsiteX7" fmla="*/ 167921 w 232019"/>
                <a:gd name="connsiteY7" fmla="*/ 7022 h 174786"/>
                <a:gd name="connsiteX8" fmla="*/ 161531 w 232019"/>
                <a:gd name="connsiteY8" fmla="*/ 13406 h 174786"/>
                <a:gd name="connsiteX9" fmla="*/ 167921 w 232019"/>
                <a:gd name="connsiteY9" fmla="*/ 19790 h 174786"/>
                <a:gd name="connsiteX10" fmla="*/ 169838 w 232019"/>
                <a:gd name="connsiteY10" fmla="*/ 21705 h 174786"/>
                <a:gd name="connsiteX11" fmla="*/ 169838 w 232019"/>
                <a:gd name="connsiteY11" fmla="*/ 64478 h 174786"/>
                <a:gd name="connsiteX12" fmla="*/ 124469 w 232019"/>
                <a:gd name="connsiteY12" fmla="*/ 64478 h 174786"/>
                <a:gd name="connsiteX13" fmla="*/ 109772 w 232019"/>
                <a:gd name="connsiteY13" fmla="*/ 13406 h 174786"/>
                <a:gd name="connsiteX14" fmla="*/ 95075 w 232019"/>
                <a:gd name="connsiteY14" fmla="*/ 0 h 174786"/>
                <a:gd name="connsiteX15" fmla="*/ 46512 w 232019"/>
                <a:gd name="connsiteY15" fmla="*/ 0 h 174786"/>
                <a:gd name="connsiteX16" fmla="*/ 40122 w 232019"/>
                <a:gd name="connsiteY16" fmla="*/ 5745 h 174786"/>
                <a:gd name="connsiteX17" fmla="*/ 32454 w 232019"/>
                <a:gd name="connsiteY17" fmla="*/ 69585 h 174786"/>
                <a:gd name="connsiteX18" fmla="*/ 4977 w 232019"/>
                <a:gd name="connsiteY18" fmla="*/ 142363 h 174786"/>
                <a:gd name="connsiteX19" fmla="*/ 77823 w 232019"/>
                <a:gd name="connsiteY19" fmla="*/ 169814 h 174786"/>
                <a:gd name="connsiteX20" fmla="*/ 94436 w 232019"/>
                <a:gd name="connsiteY20" fmla="*/ 158323 h 174786"/>
                <a:gd name="connsiteX21" fmla="*/ 95715 w 232019"/>
                <a:gd name="connsiteY21" fmla="*/ 158323 h 174786"/>
                <a:gd name="connsiteX22" fmla="*/ 180701 w 232019"/>
                <a:gd name="connsiteY22" fmla="*/ 158323 h 174786"/>
                <a:gd name="connsiteX23" fmla="*/ 215845 w 232019"/>
                <a:gd name="connsiteY23" fmla="*/ 172368 h 174786"/>
                <a:gd name="connsiteX24" fmla="*/ 229903 w 232019"/>
                <a:gd name="connsiteY24" fmla="*/ 137256 h 174786"/>
                <a:gd name="connsiteX25" fmla="*/ 215206 w 232019"/>
                <a:gd name="connsiteY25" fmla="*/ 123211 h 174786"/>
                <a:gd name="connsiteX26" fmla="*/ 215206 w 232019"/>
                <a:gd name="connsiteY26" fmla="*/ 123211 h 174786"/>
                <a:gd name="connsiteX27" fmla="*/ 52263 w 232019"/>
                <a:gd name="connsiteY27" fmla="*/ 12129 h 174786"/>
                <a:gd name="connsiteX28" fmla="*/ 95075 w 232019"/>
                <a:gd name="connsiteY28" fmla="*/ 12129 h 174786"/>
                <a:gd name="connsiteX29" fmla="*/ 96993 w 232019"/>
                <a:gd name="connsiteY29" fmla="*/ 14044 h 174786"/>
                <a:gd name="connsiteX30" fmla="*/ 96993 w 232019"/>
                <a:gd name="connsiteY30" fmla="*/ 14044 h 174786"/>
                <a:gd name="connsiteX31" fmla="*/ 96993 w 232019"/>
                <a:gd name="connsiteY31" fmla="*/ 15960 h 174786"/>
                <a:gd name="connsiteX32" fmla="*/ 111050 w 232019"/>
                <a:gd name="connsiteY32" fmla="*/ 64478 h 174786"/>
                <a:gd name="connsiteX33" fmla="*/ 62487 w 232019"/>
                <a:gd name="connsiteY33" fmla="*/ 64478 h 174786"/>
                <a:gd name="connsiteX34" fmla="*/ 60570 w 232019"/>
                <a:gd name="connsiteY34" fmla="*/ 64478 h 174786"/>
                <a:gd name="connsiteX35" fmla="*/ 54180 w 232019"/>
                <a:gd name="connsiteY35" fmla="*/ 64478 h 174786"/>
                <a:gd name="connsiteX36" fmla="*/ 45234 w 232019"/>
                <a:gd name="connsiteY36" fmla="*/ 65116 h 174786"/>
                <a:gd name="connsiteX37" fmla="*/ 52263 w 232019"/>
                <a:gd name="connsiteY37" fmla="*/ 12129 h 174786"/>
                <a:gd name="connsiteX38" fmla="*/ 54819 w 232019"/>
                <a:gd name="connsiteY38" fmla="*/ 161515 h 174786"/>
                <a:gd name="connsiteX39" fmla="*/ 12645 w 232019"/>
                <a:gd name="connsiteY39" fmla="*/ 119380 h 174786"/>
                <a:gd name="connsiteX40" fmla="*/ 54819 w 232019"/>
                <a:gd name="connsiteY40" fmla="*/ 77246 h 174786"/>
                <a:gd name="connsiteX41" fmla="*/ 96993 w 232019"/>
                <a:gd name="connsiteY41" fmla="*/ 119380 h 174786"/>
                <a:gd name="connsiteX42" fmla="*/ 96993 w 232019"/>
                <a:gd name="connsiteY42" fmla="*/ 119380 h 174786"/>
                <a:gd name="connsiteX43" fmla="*/ 54819 w 232019"/>
                <a:gd name="connsiteY43" fmla="*/ 161515 h 174786"/>
                <a:gd name="connsiteX44" fmla="*/ 89963 w 232019"/>
                <a:gd name="connsiteY44" fmla="*/ 77246 h 174786"/>
                <a:gd name="connsiteX45" fmla="*/ 200509 w 232019"/>
                <a:gd name="connsiteY45" fmla="*/ 77246 h 174786"/>
                <a:gd name="connsiteX46" fmla="*/ 202427 w 232019"/>
                <a:gd name="connsiteY46" fmla="*/ 79161 h 174786"/>
                <a:gd name="connsiteX47" fmla="*/ 202427 w 232019"/>
                <a:gd name="connsiteY47" fmla="*/ 121934 h 174786"/>
                <a:gd name="connsiteX48" fmla="*/ 178145 w 232019"/>
                <a:gd name="connsiteY48" fmla="*/ 146193 h 174786"/>
                <a:gd name="connsiteX49" fmla="*/ 102743 w 232019"/>
                <a:gd name="connsiteY49" fmla="*/ 146193 h 174786"/>
                <a:gd name="connsiteX50" fmla="*/ 109133 w 232019"/>
                <a:gd name="connsiteY50" fmla="*/ 120019 h 174786"/>
                <a:gd name="connsiteX51" fmla="*/ 89963 w 232019"/>
                <a:gd name="connsiteY51" fmla="*/ 77246 h 174786"/>
                <a:gd name="connsiteX52" fmla="*/ 204982 w 232019"/>
                <a:gd name="connsiteY52" fmla="*/ 161515 h 174786"/>
                <a:gd name="connsiteX53" fmla="*/ 190924 w 232019"/>
                <a:gd name="connsiteY53" fmla="*/ 147470 h 174786"/>
                <a:gd name="connsiteX54" fmla="*/ 204982 w 232019"/>
                <a:gd name="connsiteY54" fmla="*/ 133425 h 174786"/>
                <a:gd name="connsiteX55" fmla="*/ 219040 w 232019"/>
                <a:gd name="connsiteY55" fmla="*/ 146832 h 174786"/>
                <a:gd name="connsiteX56" fmla="*/ 204982 w 232019"/>
                <a:gd name="connsiteY56" fmla="*/ 161515 h 174786"/>
                <a:gd name="connsiteX57" fmla="*/ 204982 w 232019"/>
                <a:gd name="connsiteY57" fmla="*/ 161515 h 174786"/>
                <a:gd name="connsiteX58" fmla="*/ 204982 w 232019"/>
                <a:gd name="connsiteY58" fmla="*/ 161515 h 17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32019" h="174786">
                  <a:moveTo>
                    <a:pt x="215206" y="123211"/>
                  </a:moveTo>
                  <a:lnTo>
                    <a:pt x="215206" y="78523"/>
                  </a:lnTo>
                  <a:cubicBezTo>
                    <a:pt x="215206" y="70862"/>
                    <a:pt x="208817" y="63840"/>
                    <a:pt x="200509" y="63840"/>
                  </a:cubicBezTo>
                  <a:cubicBezTo>
                    <a:pt x="200509" y="63840"/>
                    <a:pt x="200509" y="63840"/>
                    <a:pt x="200509" y="63840"/>
                  </a:cubicBezTo>
                  <a:lnTo>
                    <a:pt x="182618" y="63840"/>
                  </a:lnTo>
                  <a:lnTo>
                    <a:pt x="182618" y="21705"/>
                  </a:lnTo>
                  <a:cubicBezTo>
                    <a:pt x="182618" y="13406"/>
                    <a:pt x="176228" y="7022"/>
                    <a:pt x="167921" y="7022"/>
                  </a:cubicBezTo>
                  <a:cubicBezTo>
                    <a:pt x="167921" y="7022"/>
                    <a:pt x="167921" y="7022"/>
                    <a:pt x="167921" y="7022"/>
                  </a:cubicBezTo>
                  <a:cubicBezTo>
                    <a:pt x="164087" y="7022"/>
                    <a:pt x="161531" y="9576"/>
                    <a:pt x="161531" y="13406"/>
                  </a:cubicBezTo>
                  <a:cubicBezTo>
                    <a:pt x="161531" y="17236"/>
                    <a:pt x="164087" y="19790"/>
                    <a:pt x="167921" y="19790"/>
                  </a:cubicBezTo>
                  <a:cubicBezTo>
                    <a:pt x="168560" y="19790"/>
                    <a:pt x="169838" y="20428"/>
                    <a:pt x="169838" y="21705"/>
                  </a:cubicBezTo>
                  <a:lnTo>
                    <a:pt x="169838" y="64478"/>
                  </a:lnTo>
                  <a:lnTo>
                    <a:pt x="124469" y="64478"/>
                  </a:lnTo>
                  <a:lnTo>
                    <a:pt x="109772" y="13406"/>
                  </a:lnTo>
                  <a:cubicBezTo>
                    <a:pt x="109133" y="5745"/>
                    <a:pt x="102743" y="0"/>
                    <a:pt x="95075" y="0"/>
                  </a:cubicBezTo>
                  <a:lnTo>
                    <a:pt x="46512" y="0"/>
                  </a:lnTo>
                  <a:cubicBezTo>
                    <a:pt x="43317" y="0"/>
                    <a:pt x="40761" y="2553"/>
                    <a:pt x="40122" y="5745"/>
                  </a:cubicBezTo>
                  <a:lnTo>
                    <a:pt x="32454" y="69585"/>
                  </a:lnTo>
                  <a:cubicBezTo>
                    <a:pt x="4977" y="81715"/>
                    <a:pt x="-7803" y="114273"/>
                    <a:pt x="4977" y="142363"/>
                  </a:cubicBezTo>
                  <a:cubicBezTo>
                    <a:pt x="17118" y="169814"/>
                    <a:pt x="49707" y="182582"/>
                    <a:pt x="77823" y="169814"/>
                  </a:cubicBezTo>
                  <a:cubicBezTo>
                    <a:pt x="84213" y="167260"/>
                    <a:pt x="89963" y="162792"/>
                    <a:pt x="94436" y="158323"/>
                  </a:cubicBezTo>
                  <a:cubicBezTo>
                    <a:pt x="95075" y="158323"/>
                    <a:pt x="95075" y="158323"/>
                    <a:pt x="95715" y="158323"/>
                  </a:cubicBezTo>
                  <a:lnTo>
                    <a:pt x="180701" y="158323"/>
                  </a:lnTo>
                  <a:cubicBezTo>
                    <a:pt x="186452" y="171729"/>
                    <a:pt x="202427" y="178113"/>
                    <a:pt x="215845" y="172368"/>
                  </a:cubicBezTo>
                  <a:cubicBezTo>
                    <a:pt x="229264" y="166622"/>
                    <a:pt x="235654" y="150662"/>
                    <a:pt x="229903" y="137256"/>
                  </a:cubicBezTo>
                  <a:cubicBezTo>
                    <a:pt x="226708" y="130872"/>
                    <a:pt x="221596" y="125764"/>
                    <a:pt x="215206" y="123211"/>
                  </a:cubicBezTo>
                  <a:lnTo>
                    <a:pt x="215206" y="123211"/>
                  </a:lnTo>
                  <a:close/>
                  <a:moveTo>
                    <a:pt x="52263" y="12129"/>
                  </a:moveTo>
                  <a:lnTo>
                    <a:pt x="95075" y="12129"/>
                  </a:lnTo>
                  <a:cubicBezTo>
                    <a:pt x="95715" y="12129"/>
                    <a:pt x="96993" y="12768"/>
                    <a:pt x="96993" y="14044"/>
                  </a:cubicBezTo>
                  <a:cubicBezTo>
                    <a:pt x="96993" y="14044"/>
                    <a:pt x="96993" y="14044"/>
                    <a:pt x="96993" y="14044"/>
                  </a:cubicBezTo>
                  <a:cubicBezTo>
                    <a:pt x="96993" y="14683"/>
                    <a:pt x="96993" y="15321"/>
                    <a:pt x="96993" y="15960"/>
                  </a:cubicBezTo>
                  <a:lnTo>
                    <a:pt x="111050" y="64478"/>
                  </a:lnTo>
                  <a:lnTo>
                    <a:pt x="62487" y="64478"/>
                  </a:lnTo>
                  <a:cubicBezTo>
                    <a:pt x="61848" y="64478"/>
                    <a:pt x="61209" y="64478"/>
                    <a:pt x="60570" y="64478"/>
                  </a:cubicBezTo>
                  <a:cubicBezTo>
                    <a:pt x="58653" y="64478"/>
                    <a:pt x="56097" y="64478"/>
                    <a:pt x="54180" y="64478"/>
                  </a:cubicBezTo>
                  <a:cubicBezTo>
                    <a:pt x="50985" y="64478"/>
                    <a:pt x="47790" y="64478"/>
                    <a:pt x="45234" y="65116"/>
                  </a:cubicBezTo>
                  <a:lnTo>
                    <a:pt x="52263" y="12129"/>
                  </a:lnTo>
                  <a:close/>
                  <a:moveTo>
                    <a:pt x="54819" y="161515"/>
                  </a:moveTo>
                  <a:cubicBezTo>
                    <a:pt x="31176" y="161515"/>
                    <a:pt x="12645" y="142363"/>
                    <a:pt x="12645" y="119380"/>
                  </a:cubicBezTo>
                  <a:cubicBezTo>
                    <a:pt x="12645" y="96398"/>
                    <a:pt x="31815" y="77246"/>
                    <a:pt x="54819" y="77246"/>
                  </a:cubicBezTo>
                  <a:cubicBezTo>
                    <a:pt x="77823" y="77246"/>
                    <a:pt x="96993" y="96398"/>
                    <a:pt x="96993" y="119380"/>
                  </a:cubicBezTo>
                  <a:lnTo>
                    <a:pt x="96993" y="119380"/>
                  </a:lnTo>
                  <a:cubicBezTo>
                    <a:pt x="96993" y="142363"/>
                    <a:pt x="77823" y="161515"/>
                    <a:pt x="54819" y="161515"/>
                  </a:cubicBezTo>
                  <a:close/>
                  <a:moveTo>
                    <a:pt x="89963" y="77246"/>
                  </a:moveTo>
                  <a:lnTo>
                    <a:pt x="200509" y="77246"/>
                  </a:lnTo>
                  <a:cubicBezTo>
                    <a:pt x="201149" y="77246"/>
                    <a:pt x="202427" y="77884"/>
                    <a:pt x="202427" y="79161"/>
                  </a:cubicBezTo>
                  <a:lnTo>
                    <a:pt x="202427" y="121934"/>
                  </a:lnTo>
                  <a:cubicBezTo>
                    <a:pt x="189647" y="123211"/>
                    <a:pt x="179423" y="133425"/>
                    <a:pt x="178145" y="146193"/>
                  </a:cubicBezTo>
                  <a:lnTo>
                    <a:pt x="102743" y="146193"/>
                  </a:lnTo>
                  <a:cubicBezTo>
                    <a:pt x="107216" y="137894"/>
                    <a:pt x="109133" y="128956"/>
                    <a:pt x="109133" y="120019"/>
                  </a:cubicBezTo>
                  <a:cubicBezTo>
                    <a:pt x="109772" y="103420"/>
                    <a:pt x="102743" y="87460"/>
                    <a:pt x="89963" y="77246"/>
                  </a:cubicBezTo>
                  <a:close/>
                  <a:moveTo>
                    <a:pt x="204982" y="161515"/>
                  </a:moveTo>
                  <a:cubicBezTo>
                    <a:pt x="197314" y="161515"/>
                    <a:pt x="190924" y="155131"/>
                    <a:pt x="190924" y="147470"/>
                  </a:cubicBezTo>
                  <a:cubicBezTo>
                    <a:pt x="190924" y="139809"/>
                    <a:pt x="197314" y="133425"/>
                    <a:pt x="204982" y="133425"/>
                  </a:cubicBezTo>
                  <a:cubicBezTo>
                    <a:pt x="212650" y="133425"/>
                    <a:pt x="218401" y="139171"/>
                    <a:pt x="219040" y="146832"/>
                  </a:cubicBezTo>
                  <a:cubicBezTo>
                    <a:pt x="219040" y="155131"/>
                    <a:pt x="212650" y="161515"/>
                    <a:pt x="204982" y="161515"/>
                  </a:cubicBezTo>
                  <a:cubicBezTo>
                    <a:pt x="204982" y="161515"/>
                    <a:pt x="204982" y="161515"/>
                    <a:pt x="204982" y="161515"/>
                  </a:cubicBezTo>
                  <a:lnTo>
                    <a:pt x="204982" y="161515"/>
                  </a:lnTo>
                  <a:close/>
                </a:path>
              </a:pathLst>
            </a:custGeom>
            <a:solidFill>
              <a:srgbClr val="43B02A"/>
            </a:solidFill>
            <a:ln w="6390" cap="flat">
              <a:noFill/>
              <a:prstDash val="solid"/>
              <a:miter/>
            </a:ln>
          </p:spPr>
          <p:txBody>
            <a:bodyPr rtlCol="0" anchor="ctr"/>
            <a:lstStyle/>
            <a:p>
              <a:endParaRPr lang="en-US"/>
            </a:p>
          </p:txBody>
        </p:sp>
        <p:sp>
          <p:nvSpPr>
            <p:cNvPr id="1153" name="Graphic 4">
              <a:extLst>
                <a:ext uri="{FF2B5EF4-FFF2-40B4-BE49-F238E27FC236}">
                  <a16:creationId xmlns:a16="http://schemas.microsoft.com/office/drawing/2014/main" id="{3FDDDEC6-E062-A645-BCE4-487A2AF6C729}"/>
                </a:ext>
              </a:extLst>
            </p:cNvPr>
            <p:cNvSpPr/>
            <p:nvPr/>
          </p:nvSpPr>
          <p:spPr>
            <a:xfrm>
              <a:off x="4880633" y="4983499"/>
              <a:ext cx="28754" cy="12767"/>
            </a:xfrm>
            <a:custGeom>
              <a:avLst/>
              <a:gdLst>
                <a:gd name="connsiteX0" fmla="*/ 6390 w 28754"/>
                <a:gd name="connsiteY0" fmla="*/ 12768 h 12767"/>
                <a:gd name="connsiteX1" fmla="*/ 22365 w 28754"/>
                <a:gd name="connsiteY1" fmla="*/ 12768 h 12767"/>
                <a:gd name="connsiteX2" fmla="*/ 28755 w 28754"/>
                <a:gd name="connsiteY2" fmla="*/ 6384 h 12767"/>
                <a:gd name="connsiteX3" fmla="*/ 22365 w 28754"/>
                <a:gd name="connsiteY3" fmla="*/ 0 h 12767"/>
                <a:gd name="connsiteX4" fmla="*/ 6390 w 28754"/>
                <a:gd name="connsiteY4" fmla="*/ 0 h 12767"/>
                <a:gd name="connsiteX5" fmla="*/ 0 w 28754"/>
                <a:gd name="connsiteY5" fmla="*/ 6384 h 12767"/>
                <a:gd name="connsiteX6" fmla="*/ 6390 w 28754"/>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54" h="12767">
                  <a:moveTo>
                    <a:pt x="6390" y="12768"/>
                  </a:moveTo>
                  <a:lnTo>
                    <a:pt x="22365" y="12768"/>
                  </a:lnTo>
                  <a:cubicBezTo>
                    <a:pt x="26199" y="12768"/>
                    <a:pt x="28755" y="10214"/>
                    <a:pt x="28755" y="6384"/>
                  </a:cubicBezTo>
                  <a:cubicBezTo>
                    <a:pt x="28755" y="2554"/>
                    <a:pt x="26199" y="0"/>
                    <a:pt x="22365" y="0"/>
                  </a:cubicBezTo>
                  <a:lnTo>
                    <a:pt x="6390" y="0"/>
                  </a:lnTo>
                  <a:cubicBezTo>
                    <a:pt x="2556" y="0"/>
                    <a:pt x="0" y="2554"/>
                    <a:pt x="0" y="6384"/>
                  </a:cubicBezTo>
                  <a:cubicBezTo>
                    <a:pt x="0" y="10214"/>
                    <a:pt x="2556" y="12768"/>
                    <a:pt x="6390" y="12768"/>
                  </a:cubicBezTo>
                  <a:close/>
                </a:path>
              </a:pathLst>
            </a:custGeom>
            <a:solidFill>
              <a:srgbClr val="43B02A"/>
            </a:solidFill>
            <a:ln w="6390" cap="flat">
              <a:noFill/>
              <a:prstDash val="solid"/>
              <a:miter/>
            </a:ln>
          </p:spPr>
          <p:txBody>
            <a:bodyPr rtlCol="0" anchor="ctr"/>
            <a:lstStyle/>
            <a:p>
              <a:endParaRPr lang="en-US"/>
            </a:p>
          </p:txBody>
        </p:sp>
      </p:grpSp>
      <p:grpSp>
        <p:nvGrpSpPr>
          <p:cNvPr id="1154" name="Graphic 4">
            <a:extLst>
              <a:ext uri="{FF2B5EF4-FFF2-40B4-BE49-F238E27FC236}">
                <a16:creationId xmlns:a16="http://schemas.microsoft.com/office/drawing/2014/main" id="{2E0EEC2D-1ADD-2B49-9DCE-EB12D7D3A50B}"/>
              </a:ext>
            </a:extLst>
          </p:cNvPr>
          <p:cNvGrpSpPr/>
          <p:nvPr/>
        </p:nvGrpSpPr>
        <p:grpSpPr>
          <a:xfrm>
            <a:off x="6149937" y="4793256"/>
            <a:ext cx="362309" cy="361971"/>
            <a:chOff x="5099169" y="4793256"/>
            <a:chExt cx="362309" cy="361971"/>
          </a:xfrm>
          <a:solidFill>
            <a:srgbClr val="43B02A"/>
          </a:solidFill>
        </p:grpSpPr>
        <p:sp>
          <p:nvSpPr>
            <p:cNvPr id="1155" name="Graphic 4">
              <a:extLst>
                <a:ext uri="{FF2B5EF4-FFF2-40B4-BE49-F238E27FC236}">
                  <a16:creationId xmlns:a16="http://schemas.microsoft.com/office/drawing/2014/main" id="{EFB949D0-B37F-2743-9F82-15B6EC829D5F}"/>
                </a:ext>
              </a:extLst>
            </p:cNvPr>
            <p:cNvSpPr/>
            <p:nvPr/>
          </p:nvSpPr>
          <p:spPr>
            <a:xfrm>
              <a:off x="5177127" y="4964347"/>
              <a:ext cx="84347" cy="84268"/>
            </a:xfrm>
            <a:custGeom>
              <a:avLst/>
              <a:gdLst>
                <a:gd name="connsiteX0" fmla="*/ 84347 w 84347"/>
                <a:gd name="connsiteY0" fmla="*/ 42134 h 84268"/>
                <a:gd name="connsiteX1" fmla="*/ 42174 w 84347"/>
                <a:gd name="connsiteY1" fmla="*/ 84268 h 84268"/>
                <a:gd name="connsiteX2" fmla="*/ 0 w 84347"/>
                <a:gd name="connsiteY2" fmla="*/ 42134 h 84268"/>
                <a:gd name="connsiteX3" fmla="*/ 42174 w 84347"/>
                <a:gd name="connsiteY3" fmla="*/ 0 h 84268"/>
                <a:gd name="connsiteX4" fmla="*/ 84347 w 84347"/>
                <a:gd name="connsiteY4" fmla="*/ 42134 h 84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347" h="84268">
                  <a:moveTo>
                    <a:pt x="84347" y="42134"/>
                  </a:moveTo>
                  <a:cubicBezTo>
                    <a:pt x="84347" y="65404"/>
                    <a:pt x="65466" y="84268"/>
                    <a:pt x="42174" y="84268"/>
                  </a:cubicBezTo>
                  <a:cubicBezTo>
                    <a:pt x="18882" y="84268"/>
                    <a:pt x="0" y="65404"/>
                    <a:pt x="0" y="42134"/>
                  </a:cubicBezTo>
                  <a:cubicBezTo>
                    <a:pt x="0" y="18864"/>
                    <a:pt x="18882" y="0"/>
                    <a:pt x="42174" y="0"/>
                  </a:cubicBezTo>
                  <a:cubicBezTo>
                    <a:pt x="65466" y="0"/>
                    <a:pt x="84347" y="18864"/>
                    <a:pt x="84347" y="42134"/>
                  </a:cubicBezTo>
                  <a:close/>
                </a:path>
              </a:pathLst>
            </a:custGeom>
            <a:solidFill>
              <a:srgbClr val="43B02A"/>
            </a:solidFill>
            <a:ln w="6390" cap="flat">
              <a:noFill/>
              <a:prstDash val="solid"/>
              <a:miter/>
            </a:ln>
          </p:spPr>
          <p:txBody>
            <a:bodyPr rtlCol="0" anchor="ctr"/>
            <a:lstStyle/>
            <a:p>
              <a:endParaRPr lang="en-US"/>
            </a:p>
          </p:txBody>
        </p:sp>
        <p:sp>
          <p:nvSpPr>
            <p:cNvPr id="1156" name="Graphic 4">
              <a:extLst>
                <a:ext uri="{FF2B5EF4-FFF2-40B4-BE49-F238E27FC236}">
                  <a16:creationId xmlns:a16="http://schemas.microsoft.com/office/drawing/2014/main" id="{FBBDC856-F60B-9D44-9038-9C072520005D}"/>
                </a:ext>
              </a:extLst>
            </p:cNvPr>
            <p:cNvSpPr/>
            <p:nvPr/>
          </p:nvSpPr>
          <p:spPr>
            <a:xfrm>
              <a:off x="5210993" y="4899230"/>
              <a:ext cx="65177" cy="52986"/>
            </a:xfrm>
            <a:custGeom>
              <a:avLst/>
              <a:gdLst>
                <a:gd name="connsiteX0" fmla="*/ 14697 w 65177"/>
                <a:gd name="connsiteY0" fmla="*/ 52349 h 52986"/>
                <a:gd name="connsiteX1" fmla="*/ 16614 w 65177"/>
                <a:gd name="connsiteY1" fmla="*/ 52349 h 52986"/>
                <a:gd name="connsiteX2" fmla="*/ 65177 w 65177"/>
                <a:gd name="connsiteY2" fmla="*/ 52349 h 52986"/>
                <a:gd name="connsiteX3" fmla="*/ 51119 w 65177"/>
                <a:gd name="connsiteY3" fmla="*/ 3831 h 52986"/>
                <a:gd name="connsiteX4" fmla="*/ 51119 w 65177"/>
                <a:gd name="connsiteY4" fmla="*/ 1915 h 52986"/>
                <a:gd name="connsiteX5" fmla="*/ 49203 w 65177"/>
                <a:gd name="connsiteY5" fmla="*/ 0 h 52986"/>
                <a:gd name="connsiteX6" fmla="*/ 6390 w 65177"/>
                <a:gd name="connsiteY6" fmla="*/ 0 h 52986"/>
                <a:gd name="connsiteX7" fmla="*/ 0 w 65177"/>
                <a:gd name="connsiteY7" fmla="*/ 52987 h 52986"/>
                <a:gd name="connsiteX8" fmla="*/ 8946 w 65177"/>
                <a:gd name="connsiteY8" fmla="*/ 52349 h 52986"/>
                <a:gd name="connsiteX9" fmla="*/ 14697 w 65177"/>
                <a:gd name="connsiteY9" fmla="*/ 52349 h 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177" h="52986">
                  <a:moveTo>
                    <a:pt x="14697" y="52349"/>
                  </a:moveTo>
                  <a:cubicBezTo>
                    <a:pt x="15336" y="52349"/>
                    <a:pt x="15975" y="52349"/>
                    <a:pt x="16614" y="52349"/>
                  </a:cubicBezTo>
                  <a:lnTo>
                    <a:pt x="65177" y="52349"/>
                  </a:lnTo>
                  <a:lnTo>
                    <a:pt x="51119" y="3831"/>
                  </a:lnTo>
                  <a:cubicBezTo>
                    <a:pt x="51119" y="3192"/>
                    <a:pt x="51119" y="2554"/>
                    <a:pt x="51119" y="1915"/>
                  </a:cubicBezTo>
                  <a:cubicBezTo>
                    <a:pt x="51119" y="1277"/>
                    <a:pt x="50481" y="0"/>
                    <a:pt x="49203" y="0"/>
                  </a:cubicBezTo>
                  <a:lnTo>
                    <a:pt x="6390" y="0"/>
                  </a:lnTo>
                  <a:lnTo>
                    <a:pt x="0" y="52987"/>
                  </a:lnTo>
                  <a:cubicBezTo>
                    <a:pt x="3195" y="52349"/>
                    <a:pt x="5751" y="52349"/>
                    <a:pt x="8946" y="52349"/>
                  </a:cubicBezTo>
                  <a:cubicBezTo>
                    <a:pt x="10863" y="52349"/>
                    <a:pt x="12780" y="52349"/>
                    <a:pt x="14697" y="52349"/>
                  </a:cubicBezTo>
                  <a:close/>
                </a:path>
              </a:pathLst>
            </a:custGeom>
            <a:solidFill>
              <a:srgbClr val="43B02A"/>
            </a:solidFill>
            <a:ln w="6390" cap="flat">
              <a:noFill/>
              <a:prstDash val="solid"/>
              <a:miter/>
            </a:ln>
          </p:spPr>
          <p:txBody>
            <a:bodyPr rtlCol="0" anchor="ctr"/>
            <a:lstStyle/>
            <a:p>
              <a:endParaRPr lang="en-US"/>
            </a:p>
          </p:txBody>
        </p:sp>
        <p:sp>
          <p:nvSpPr>
            <p:cNvPr id="1157" name="Graphic 4">
              <a:extLst>
                <a:ext uri="{FF2B5EF4-FFF2-40B4-BE49-F238E27FC236}">
                  <a16:creationId xmlns:a16="http://schemas.microsoft.com/office/drawing/2014/main" id="{1BA26C09-3B37-744A-A7E3-D3F689B4CBD6}"/>
                </a:ext>
              </a:extLst>
            </p:cNvPr>
            <p:cNvSpPr/>
            <p:nvPr/>
          </p:nvSpPr>
          <p:spPr>
            <a:xfrm>
              <a:off x="5255084" y="4963708"/>
              <a:ext cx="112462" cy="68946"/>
            </a:xfrm>
            <a:custGeom>
              <a:avLst/>
              <a:gdLst>
                <a:gd name="connsiteX0" fmla="*/ 88181 w 112462"/>
                <a:gd name="connsiteY0" fmla="*/ 68947 h 68946"/>
                <a:gd name="connsiteX1" fmla="*/ 112463 w 112462"/>
                <a:gd name="connsiteY1" fmla="*/ 44688 h 68946"/>
                <a:gd name="connsiteX2" fmla="*/ 112463 w 112462"/>
                <a:gd name="connsiteY2" fmla="*/ 1915 h 68946"/>
                <a:gd name="connsiteX3" fmla="*/ 110546 w 112462"/>
                <a:gd name="connsiteY3" fmla="*/ 0 h 68946"/>
                <a:gd name="connsiteX4" fmla="*/ 0 w 112462"/>
                <a:gd name="connsiteY4" fmla="*/ 0 h 68946"/>
                <a:gd name="connsiteX5" fmla="*/ 13419 w 112462"/>
                <a:gd name="connsiteY5" fmla="*/ 68308 h 68946"/>
                <a:gd name="connsiteX6" fmla="*/ 88181 w 112462"/>
                <a:gd name="connsiteY6" fmla="*/ 68308 h 68946"/>
                <a:gd name="connsiteX7" fmla="*/ 69650 w 112462"/>
                <a:gd name="connsiteY7" fmla="*/ 19790 h 68946"/>
                <a:gd name="connsiteX8" fmla="*/ 85625 w 112462"/>
                <a:gd name="connsiteY8" fmla="*/ 19790 h 68946"/>
                <a:gd name="connsiteX9" fmla="*/ 92015 w 112462"/>
                <a:gd name="connsiteY9" fmla="*/ 26174 h 68946"/>
                <a:gd name="connsiteX10" fmla="*/ 85625 w 112462"/>
                <a:gd name="connsiteY10" fmla="*/ 32558 h 68946"/>
                <a:gd name="connsiteX11" fmla="*/ 69650 w 112462"/>
                <a:gd name="connsiteY11" fmla="*/ 32558 h 68946"/>
                <a:gd name="connsiteX12" fmla="*/ 63260 w 112462"/>
                <a:gd name="connsiteY12" fmla="*/ 26174 h 68946"/>
                <a:gd name="connsiteX13" fmla="*/ 69650 w 112462"/>
                <a:gd name="connsiteY13" fmla="*/ 19790 h 68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462" h="68946">
                  <a:moveTo>
                    <a:pt x="88181" y="68947"/>
                  </a:moveTo>
                  <a:cubicBezTo>
                    <a:pt x="89459" y="56179"/>
                    <a:pt x="99683" y="45964"/>
                    <a:pt x="112463" y="44688"/>
                  </a:cubicBezTo>
                  <a:lnTo>
                    <a:pt x="112463" y="1915"/>
                  </a:lnTo>
                  <a:cubicBezTo>
                    <a:pt x="112463" y="1276"/>
                    <a:pt x="111824" y="0"/>
                    <a:pt x="110546" y="0"/>
                  </a:cubicBezTo>
                  <a:lnTo>
                    <a:pt x="0" y="0"/>
                  </a:lnTo>
                  <a:cubicBezTo>
                    <a:pt x="20447" y="16598"/>
                    <a:pt x="25560" y="45326"/>
                    <a:pt x="13419" y="68308"/>
                  </a:cubicBezTo>
                  <a:lnTo>
                    <a:pt x="88181" y="68308"/>
                  </a:lnTo>
                  <a:close/>
                  <a:moveTo>
                    <a:pt x="69650" y="19790"/>
                  </a:moveTo>
                  <a:lnTo>
                    <a:pt x="85625" y="19790"/>
                  </a:lnTo>
                  <a:cubicBezTo>
                    <a:pt x="89459" y="19790"/>
                    <a:pt x="92015" y="22344"/>
                    <a:pt x="92015" y="26174"/>
                  </a:cubicBezTo>
                  <a:cubicBezTo>
                    <a:pt x="92015" y="30004"/>
                    <a:pt x="89459" y="32558"/>
                    <a:pt x="85625" y="32558"/>
                  </a:cubicBezTo>
                  <a:lnTo>
                    <a:pt x="69650" y="32558"/>
                  </a:lnTo>
                  <a:cubicBezTo>
                    <a:pt x="65816" y="32558"/>
                    <a:pt x="63260" y="30004"/>
                    <a:pt x="63260" y="26174"/>
                  </a:cubicBezTo>
                  <a:cubicBezTo>
                    <a:pt x="63260" y="22344"/>
                    <a:pt x="66455" y="19790"/>
                    <a:pt x="69650" y="19790"/>
                  </a:cubicBezTo>
                  <a:close/>
                </a:path>
              </a:pathLst>
            </a:custGeom>
            <a:solidFill>
              <a:srgbClr val="43B02A"/>
            </a:solidFill>
            <a:ln w="6390" cap="flat">
              <a:noFill/>
              <a:prstDash val="solid"/>
              <a:miter/>
            </a:ln>
          </p:spPr>
          <p:txBody>
            <a:bodyPr rtlCol="0" anchor="ctr"/>
            <a:lstStyle/>
            <a:p>
              <a:endParaRPr lang="en-US"/>
            </a:p>
          </p:txBody>
        </p:sp>
        <p:sp>
          <p:nvSpPr>
            <p:cNvPr id="1158" name="Graphic 4">
              <a:extLst>
                <a:ext uri="{FF2B5EF4-FFF2-40B4-BE49-F238E27FC236}">
                  <a16:creationId xmlns:a16="http://schemas.microsoft.com/office/drawing/2014/main" id="{50C8052C-A9D0-294B-826E-F60E255C2CF2}"/>
                </a:ext>
              </a:extLst>
            </p:cNvPr>
            <p:cNvSpPr/>
            <p:nvPr/>
          </p:nvSpPr>
          <p:spPr>
            <a:xfrm>
              <a:off x="5355406" y="5020526"/>
              <a:ext cx="28115" cy="28089"/>
            </a:xfrm>
            <a:custGeom>
              <a:avLst/>
              <a:gdLst>
                <a:gd name="connsiteX0" fmla="*/ 14058 w 28115"/>
                <a:gd name="connsiteY0" fmla="*/ 0 h 28089"/>
                <a:gd name="connsiteX1" fmla="*/ 0 w 28115"/>
                <a:gd name="connsiteY1" fmla="*/ 14045 h 28089"/>
                <a:gd name="connsiteX2" fmla="*/ 14058 w 28115"/>
                <a:gd name="connsiteY2" fmla="*/ 28090 h 28089"/>
                <a:gd name="connsiteX3" fmla="*/ 28116 w 28115"/>
                <a:gd name="connsiteY3" fmla="*/ 14045 h 28089"/>
                <a:gd name="connsiteX4" fmla="*/ 28116 w 28115"/>
                <a:gd name="connsiteY4" fmla="*/ 14045 h 28089"/>
                <a:gd name="connsiteX5" fmla="*/ 14058 w 28115"/>
                <a:gd name="connsiteY5" fmla="*/ 0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115" h="28089">
                  <a:moveTo>
                    <a:pt x="14058" y="0"/>
                  </a:moveTo>
                  <a:cubicBezTo>
                    <a:pt x="6390" y="0"/>
                    <a:pt x="0" y="6384"/>
                    <a:pt x="0" y="14045"/>
                  </a:cubicBezTo>
                  <a:cubicBezTo>
                    <a:pt x="0" y="21706"/>
                    <a:pt x="6390" y="28090"/>
                    <a:pt x="14058" y="28090"/>
                  </a:cubicBezTo>
                  <a:cubicBezTo>
                    <a:pt x="21726" y="28090"/>
                    <a:pt x="28116" y="21706"/>
                    <a:pt x="28116" y="14045"/>
                  </a:cubicBezTo>
                  <a:cubicBezTo>
                    <a:pt x="28116" y="14045"/>
                    <a:pt x="28116" y="14045"/>
                    <a:pt x="28116" y="14045"/>
                  </a:cubicBezTo>
                  <a:cubicBezTo>
                    <a:pt x="28116" y="6384"/>
                    <a:pt x="21726" y="0"/>
                    <a:pt x="14058" y="0"/>
                  </a:cubicBezTo>
                  <a:close/>
                </a:path>
              </a:pathLst>
            </a:custGeom>
            <a:solidFill>
              <a:srgbClr val="43B02A"/>
            </a:solidFill>
            <a:ln w="6390" cap="flat">
              <a:noFill/>
              <a:prstDash val="solid"/>
              <a:miter/>
            </a:ln>
          </p:spPr>
          <p:txBody>
            <a:bodyPr rtlCol="0" anchor="ctr"/>
            <a:lstStyle/>
            <a:p>
              <a:endParaRPr lang="en-US"/>
            </a:p>
          </p:txBody>
        </p:sp>
        <p:sp>
          <p:nvSpPr>
            <p:cNvPr id="1159" name="Graphic 4">
              <a:extLst>
                <a:ext uri="{FF2B5EF4-FFF2-40B4-BE49-F238E27FC236}">
                  <a16:creationId xmlns:a16="http://schemas.microsoft.com/office/drawing/2014/main" id="{C4D78287-E84A-9540-8173-10599D8FE264}"/>
                </a:ext>
              </a:extLst>
            </p:cNvPr>
            <p:cNvSpPr/>
            <p:nvPr/>
          </p:nvSpPr>
          <p:spPr>
            <a:xfrm>
              <a:off x="5099169" y="479325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70934 w 362309"/>
                <a:gd name="connsiteY7" fmla="*/ 268127 h 361971"/>
                <a:gd name="connsiteX8" fmla="*/ 246651 w 362309"/>
                <a:gd name="connsiteY8" fmla="*/ 252167 h 361971"/>
                <a:gd name="connsiteX9" fmla="*/ 161665 w 362309"/>
                <a:gd name="connsiteY9" fmla="*/ 252167 h 361971"/>
                <a:gd name="connsiteX10" fmla="*/ 160387 w 362309"/>
                <a:gd name="connsiteY10" fmla="*/ 252167 h 361971"/>
                <a:gd name="connsiteX11" fmla="*/ 82430 w 362309"/>
                <a:gd name="connsiteY11" fmla="*/ 252806 h 361971"/>
                <a:gd name="connsiteX12" fmla="*/ 81791 w 362309"/>
                <a:gd name="connsiteY12" fmla="*/ 174921 h 361971"/>
                <a:gd name="connsiteX13" fmla="*/ 98405 w 362309"/>
                <a:gd name="connsiteY13" fmla="*/ 163430 h 361971"/>
                <a:gd name="connsiteX14" fmla="*/ 106073 w 362309"/>
                <a:gd name="connsiteY14" fmla="*/ 99590 h 361971"/>
                <a:gd name="connsiteX15" fmla="*/ 112463 w 362309"/>
                <a:gd name="connsiteY15" fmla="*/ 93845 h 361971"/>
                <a:gd name="connsiteX16" fmla="*/ 161027 w 362309"/>
                <a:gd name="connsiteY16" fmla="*/ 93845 h 361971"/>
                <a:gd name="connsiteX17" fmla="*/ 175723 w 362309"/>
                <a:gd name="connsiteY17" fmla="*/ 107251 h 361971"/>
                <a:gd name="connsiteX18" fmla="*/ 190420 w 362309"/>
                <a:gd name="connsiteY18" fmla="*/ 158323 h 361971"/>
                <a:gd name="connsiteX19" fmla="*/ 235789 w 362309"/>
                <a:gd name="connsiteY19" fmla="*/ 158323 h 361971"/>
                <a:gd name="connsiteX20" fmla="*/ 235789 w 362309"/>
                <a:gd name="connsiteY20" fmla="*/ 116189 h 361971"/>
                <a:gd name="connsiteX21" fmla="*/ 233872 w 362309"/>
                <a:gd name="connsiteY21" fmla="*/ 114273 h 361971"/>
                <a:gd name="connsiteX22" fmla="*/ 233872 w 362309"/>
                <a:gd name="connsiteY22" fmla="*/ 114273 h 361971"/>
                <a:gd name="connsiteX23" fmla="*/ 227482 w 362309"/>
                <a:gd name="connsiteY23" fmla="*/ 107889 h 361971"/>
                <a:gd name="connsiteX24" fmla="*/ 233872 w 362309"/>
                <a:gd name="connsiteY24" fmla="*/ 101505 h 361971"/>
                <a:gd name="connsiteX25" fmla="*/ 248569 w 362309"/>
                <a:gd name="connsiteY25" fmla="*/ 116189 h 361971"/>
                <a:gd name="connsiteX26" fmla="*/ 248569 w 362309"/>
                <a:gd name="connsiteY26" fmla="*/ 116189 h 361971"/>
                <a:gd name="connsiteX27" fmla="*/ 248569 w 362309"/>
                <a:gd name="connsiteY27" fmla="*/ 158323 h 361971"/>
                <a:gd name="connsiteX28" fmla="*/ 266460 w 362309"/>
                <a:gd name="connsiteY28" fmla="*/ 158323 h 361971"/>
                <a:gd name="connsiteX29" fmla="*/ 281157 w 362309"/>
                <a:gd name="connsiteY29" fmla="*/ 173006 h 361971"/>
                <a:gd name="connsiteX30" fmla="*/ 281157 w 362309"/>
                <a:gd name="connsiteY30" fmla="*/ 217694 h 361971"/>
                <a:gd name="connsiteX31" fmla="*/ 295215 w 362309"/>
                <a:gd name="connsiteY31" fmla="*/ 252806 h 361971"/>
                <a:gd name="connsiteX32" fmla="*/ 270934 w 362309"/>
                <a:gd name="connsiteY32" fmla="*/ 268766 h 361971"/>
                <a:gd name="connsiteX33" fmla="*/ 270934 w 362309"/>
                <a:gd name="connsiteY33" fmla="*/ 26812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0438"/>
                    <a:pt x="281157" y="0"/>
                    <a:pt x="181474" y="0"/>
                  </a:cubicBezTo>
                  <a:cubicBezTo>
                    <a:pt x="181474" y="0"/>
                    <a:pt x="181474" y="0"/>
                    <a:pt x="181474" y="0"/>
                  </a:cubicBezTo>
                  <a:close/>
                  <a:moveTo>
                    <a:pt x="270934" y="268127"/>
                  </a:moveTo>
                  <a:cubicBezTo>
                    <a:pt x="260071" y="268127"/>
                    <a:pt x="250486" y="261743"/>
                    <a:pt x="246651" y="252167"/>
                  </a:cubicBezTo>
                  <a:lnTo>
                    <a:pt x="161665" y="252167"/>
                  </a:lnTo>
                  <a:cubicBezTo>
                    <a:pt x="161027" y="252167"/>
                    <a:pt x="161027" y="252167"/>
                    <a:pt x="160387" y="252167"/>
                  </a:cubicBezTo>
                  <a:cubicBezTo>
                    <a:pt x="139301" y="273873"/>
                    <a:pt x="104156" y="273873"/>
                    <a:pt x="82430" y="252806"/>
                  </a:cubicBezTo>
                  <a:cubicBezTo>
                    <a:pt x="60704" y="231738"/>
                    <a:pt x="60704" y="196627"/>
                    <a:pt x="81791" y="174921"/>
                  </a:cubicBezTo>
                  <a:cubicBezTo>
                    <a:pt x="86903" y="169814"/>
                    <a:pt x="92015" y="165984"/>
                    <a:pt x="98405" y="163430"/>
                  </a:cubicBezTo>
                  <a:lnTo>
                    <a:pt x="106073" y="99590"/>
                  </a:lnTo>
                  <a:cubicBezTo>
                    <a:pt x="106712" y="96398"/>
                    <a:pt x="109268" y="93845"/>
                    <a:pt x="112463" y="93845"/>
                  </a:cubicBezTo>
                  <a:lnTo>
                    <a:pt x="161027" y="93845"/>
                  </a:lnTo>
                  <a:cubicBezTo>
                    <a:pt x="168695" y="93845"/>
                    <a:pt x="175084" y="99590"/>
                    <a:pt x="175723" y="107251"/>
                  </a:cubicBezTo>
                  <a:lnTo>
                    <a:pt x="190420" y="158323"/>
                  </a:lnTo>
                  <a:lnTo>
                    <a:pt x="235789" y="158323"/>
                  </a:lnTo>
                  <a:lnTo>
                    <a:pt x="235789" y="116189"/>
                  </a:lnTo>
                  <a:cubicBezTo>
                    <a:pt x="235789" y="115550"/>
                    <a:pt x="235150" y="114273"/>
                    <a:pt x="233872" y="114273"/>
                  </a:cubicBezTo>
                  <a:cubicBezTo>
                    <a:pt x="233872" y="114273"/>
                    <a:pt x="233872" y="114273"/>
                    <a:pt x="233872" y="114273"/>
                  </a:cubicBezTo>
                  <a:cubicBezTo>
                    <a:pt x="230038" y="114273"/>
                    <a:pt x="227482" y="111720"/>
                    <a:pt x="227482" y="107889"/>
                  </a:cubicBezTo>
                  <a:cubicBezTo>
                    <a:pt x="227482" y="104059"/>
                    <a:pt x="230038" y="101505"/>
                    <a:pt x="233872" y="101505"/>
                  </a:cubicBezTo>
                  <a:cubicBezTo>
                    <a:pt x="242179" y="101505"/>
                    <a:pt x="248569" y="107889"/>
                    <a:pt x="248569" y="116189"/>
                  </a:cubicBezTo>
                  <a:cubicBezTo>
                    <a:pt x="248569" y="116189"/>
                    <a:pt x="248569" y="116189"/>
                    <a:pt x="248569" y="116189"/>
                  </a:cubicBezTo>
                  <a:lnTo>
                    <a:pt x="248569" y="158323"/>
                  </a:lnTo>
                  <a:lnTo>
                    <a:pt x="266460" y="158323"/>
                  </a:lnTo>
                  <a:cubicBezTo>
                    <a:pt x="274128" y="158323"/>
                    <a:pt x="281157" y="164707"/>
                    <a:pt x="281157" y="173006"/>
                  </a:cubicBezTo>
                  <a:lnTo>
                    <a:pt x="281157" y="217694"/>
                  </a:lnTo>
                  <a:cubicBezTo>
                    <a:pt x="294576" y="223439"/>
                    <a:pt x="300966" y="239399"/>
                    <a:pt x="295215" y="252806"/>
                  </a:cubicBezTo>
                  <a:cubicBezTo>
                    <a:pt x="290742" y="262382"/>
                    <a:pt x="281157" y="268766"/>
                    <a:pt x="270934" y="268766"/>
                  </a:cubicBezTo>
                  <a:lnTo>
                    <a:pt x="270934" y="268127"/>
                  </a:lnTo>
                  <a:close/>
                </a:path>
              </a:pathLst>
            </a:custGeom>
            <a:solidFill>
              <a:srgbClr val="43B02A"/>
            </a:solidFill>
            <a:ln w="6390" cap="flat">
              <a:noFill/>
              <a:prstDash val="solid"/>
              <a:miter/>
            </a:ln>
          </p:spPr>
          <p:txBody>
            <a:bodyPr rtlCol="0" anchor="ctr"/>
            <a:lstStyle/>
            <a:p>
              <a:endParaRPr lang="en-US"/>
            </a:p>
          </p:txBody>
        </p:sp>
      </p:grpSp>
      <p:grpSp>
        <p:nvGrpSpPr>
          <p:cNvPr id="1160" name="Graphic 4">
            <a:extLst>
              <a:ext uri="{FF2B5EF4-FFF2-40B4-BE49-F238E27FC236}">
                <a16:creationId xmlns:a16="http://schemas.microsoft.com/office/drawing/2014/main" id="{204E2B7F-D68A-7643-8B37-C425E1CA55C5}"/>
              </a:ext>
            </a:extLst>
          </p:cNvPr>
          <p:cNvGrpSpPr/>
          <p:nvPr/>
        </p:nvGrpSpPr>
        <p:grpSpPr>
          <a:xfrm>
            <a:off x="7805570" y="4793256"/>
            <a:ext cx="361670" cy="361971"/>
            <a:chOff x="6754802" y="4793256"/>
            <a:chExt cx="361670" cy="361971"/>
          </a:xfrm>
          <a:solidFill>
            <a:srgbClr val="43B02A"/>
          </a:solidFill>
        </p:grpSpPr>
        <p:sp>
          <p:nvSpPr>
            <p:cNvPr id="1161" name="Graphic 4">
              <a:extLst>
                <a:ext uri="{FF2B5EF4-FFF2-40B4-BE49-F238E27FC236}">
                  <a16:creationId xmlns:a16="http://schemas.microsoft.com/office/drawing/2014/main" id="{F33D8A14-61A2-EA46-9978-9BD75ACFEE0E}"/>
                </a:ext>
              </a:extLst>
            </p:cNvPr>
            <p:cNvSpPr/>
            <p:nvPr/>
          </p:nvSpPr>
          <p:spPr>
            <a:xfrm>
              <a:off x="6754802" y="4793256"/>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0 h 361971"/>
                <a:gd name="connsiteX7" fmla="*/ 180836 w 361670"/>
                <a:gd name="connsiteY7" fmla="*/ 348565 h 361971"/>
                <a:gd name="connsiteX8" fmla="*/ 12780 w 361670"/>
                <a:gd name="connsiteY8" fmla="*/ 180667 h 361971"/>
                <a:gd name="connsiteX9" fmla="*/ 180836 w 361670"/>
                <a:gd name="connsiteY9" fmla="*/ 12129 h 361971"/>
                <a:gd name="connsiteX10" fmla="*/ 348890 w 361670"/>
                <a:gd name="connsiteY10" fmla="*/ 180028 h 361971"/>
                <a:gd name="connsiteX11" fmla="*/ 348890 w 361670"/>
                <a:gd name="connsiteY11" fmla="*/ 180028 h 361971"/>
                <a:gd name="connsiteX12" fmla="*/ 180836 w 361670"/>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6" y="0"/>
                  </a:moveTo>
                  <a:cubicBezTo>
                    <a:pt x="80513" y="0"/>
                    <a:pt x="0" y="81077"/>
                    <a:pt x="0" y="180667"/>
                  </a:cubicBezTo>
                  <a:cubicBezTo>
                    <a:pt x="0" y="280257"/>
                    <a:pt x="81153" y="361972"/>
                    <a:pt x="180836" y="361972"/>
                  </a:cubicBezTo>
                  <a:cubicBezTo>
                    <a:pt x="281157" y="361972"/>
                    <a:pt x="361670" y="280895"/>
                    <a:pt x="361670" y="181305"/>
                  </a:cubicBezTo>
                  <a:cubicBezTo>
                    <a:pt x="361670" y="181305"/>
                    <a:pt x="361670" y="181305"/>
                    <a:pt x="361670" y="181305"/>
                  </a:cubicBezTo>
                  <a:cubicBezTo>
                    <a:pt x="361670" y="80438"/>
                    <a:pt x="280518" y="0"/>
                    <a:pt x="180836" y="0"/>
                  </a:cubicBezTo>
                  <a:cubicBezTo>
                    <a:pt x="180836" y="0"/>
                    <a:pt x="180836" y="0"/>
                    <a:pt x="180836" y="0"/>
                  </a:cubicBezTo>
                  <a:close/>
                  <a:moveTo>
                    <a:pt x="180836" y="348565"/>
                  </a:moveTo>
                  <a:cubicBezTo>
                    <a:pt x="87543" y="348565"/>
                    <a:pt x="12780" y="273234"/>
                    <a:pt x="12780" y="180667"/>
                  </a:cubicBezTo>
                  <a:cubicBezTo>
                    <a:pt x="12780" y="87461"/>
                    <a:pt x="88181" y="12129"/>
                    <a:pt x="180836" y="12129"/>
                  </a:cubicBezTo>
                  <a:cubicBezTo>
                    <a:pt x="274128" y="12129"/>
                    <a:pt x="348890" y="87461"/>
                    <a:pt x="348890" y="180028"/>
                  </a:cubicBezTo>
                  <a:lnTo>
                    <a:pt x="348890" y="180028"/>
                  </a:lnTo>
                  <a:cubicBezTo>
                    <a:pt x="348890" y="273234"/>
                    <a:pt x="273490" y="348565"/>
                    <a:pt x="180836" y="348565"/>
                  </a:cubicBezTo>
                  <a:close/>
                </a:path>
              </a:pathLst>
            </a:custGeom>
            <a:solidFill>
              <a:srgbClr val="43B02A"/>
            </a:solidFill>
            <a:ln w="6390" cap="flat">
              <a:noFill/>
              <a:prstDash val="solid"/>
              <a:miter/>
            </a:ln>
          </p:spPr>
          <p:txBody>
            <a:bodyPr rtlCol="0" anchor="ctr"/>
            <a:lstStyle/>
            <a:p>
              <a:endParaRPr lang="en-US"/>
            </a:p>
          </p:txBody>
        </p:sp>
        <p:sp>
          <p:nvSpPr>
            <p:cNvPr id="1162" name="Graphic 4">
              <a:extLst>
                <a:ext uri="{FF2B5EF4-FFF2-40B4-BE49-F238E27FC236}">
                  <a16:creationId xmlns:a16="http://schemas.microsoft.com/office/drawing/2014/main" id="{2AF348AC-941E-044B-A830-B6DB00BE6D53}"/>
                </a:ext>
              </a:extLst>
            </p:cNvPr>
            <p:cNvSpPr/>
            <p:nvPr/>
          </p:nvSpPr>
          <p:spPr>
            <a:xfrm>
              <a:off x="6834195" y="4884251"/>
              <a:ext cx="202399" cy="180324"/>
            </a:xfrm>
            <a:custGeom>
              <a:avLst/>
              <a:gdLst>
                <a:gd name="connsiteX0" fmla="*/ 169175 w 202399"/>
                <a:gd name="connsiteY0" fmla="*/ 34131 h 180324"/>
                <a:gd name="connsiteX1" fmla="*/ 134670 w 202399"/>
                <a:gd name="connsiteY1" fmla="*/ 16894 h 180324"/>
                <a:gd name="connsiteX2" fmla="*/ 127002 w 202399"/>
                <a:gd name="connsiteY2" fmla="*/ 19448 h 180324"/>
                <a:gd name="connsiteX3" fmla="*/ 93774 w 202399"/>
                <a:gd name="connsiteY3" fmla="*/ 934 h 180324"/>
                <a:gd name="connsiteX4" fmla="*/ 78439 w 202399"/>
                <a:gd name="connsiteY4" fmla="*/ 10510 h 180324"/>
                <a:gd name="connsiteX5" fmla="*/ 27958 w 202399"/>
                <a:gd name="connsiteY5" fmla="*/ 47537 h 180324"/>
                <a:gd name="connsiteX6" fmla="*/ 33709 w 202399"/>
                <a:gd name="connsiteY6" fmla="*/ 77542 h 180324"/>
                <a:gd name="connsiteX7" fmla="*/ 22846 w 202399"/>
                <a:gd name="connsiteY7" fmla="*/ 99886 h 180324"/>
                <a:gd name="connsiteX8" fmla="*/ 22207 w 202399"/>
                <a:gd name="connsiteY8" fmla="*/ 103078 h 180324"/>
                <a:gd name="connsiteX9" fmla="*/ 22846 w 202399"/>
                <a:gd name="connsiteY9" fmla="*/ 112654 h 180324"/>
                <a:gd name="connsiteX10" fmla="*/ 14539 w 202399"/>
                <a:gd name="connsiteY10" fmla="*/ 119038 h 180324"/>
                <a:gd name="connsiteX11" fmla="*/ 11983 w 202399"/>
                <a:gd name="connsiteY11" fmla="*/ 124145 h 180324"/>
                <a:gd name="connsiteX12" fmla="*/ 12622 w 202399"/>
                <a:gd name="connsiteY12" fmla="*/ 134359 h 180324"/>
                <a:gd name="connsiteX13" fmla="*/ 4315 w 202399"/>
                <a:gd name="connsiteY13" fmla="*/ 140743 h 180324"/>
                <a:gd name="connsiteX14" fmla="*/ 2398 w 202399"/>
                <a:gd name="connsiteY14" fmla="*/ 143297 h 180324"/>
                <a:gd name="connsiteX15" fmla="*/ 10705 w 202399"/>
                <a:gd name="connsiteY15" fmla="*/ 175217 h 180324"/>
                <a:gd name="connsiteX16" fmla="*/ 12622 w 202399"/>
                <a:gd name="connsiteY16" fmla="*/ 176493 h 180324"/>
                <a:gd name="connsiteX17" fmla="*/ 13261 w 202399"/>
                <a:gd name="connsiteY17" fmla="*/ 176493 h 180324"/>
                <a:gd name="connsiteX18" fmla="*/ 15178 w 202399"/>
                <a:gd name="connsiteY18" fmla="*/ 177132 h 180324"/>
                <a:gd name="connsiteX19" fmla="*/ 16456 w 202399"/>
                <a:gd name="connsiteY19" fmla="*/ 177770 h 180324"/>
                <a:gd name="connsiteX20" fmla="*/ 25402 w 202399"/>
                <a:gd name="connsiteY20" fmla="*/ 179685 h 180324"/>
                <a:gd name="connsiteX21" fmla="*/ 46489 w 202399"/>
                <a:gd name="connsiteY21" fmla="*/ 164364 h 180324"/>
                <a:gd name="connsiteX22" fmla="*/ 77799 w 202399"/>
                <a:gd name="connsiteY22" fmla="*/ 98609 h 180324"/>
                <a:gd name="connsiteX23" fmla="*/ 95052 w 202399"/>
                <a:gd name="connsiteY23" fmla="*/ 92225 h 180324"/>
                <a:gd name="connsiteX24" fmla="*/ 117417 w 202399"/>
                <a:gd name="connsiteY24" fmla="*/ 161172 h 180324"/>
                <a:gd name="connsiteX25" fmla="*/ 130836 w 202399"/>
                <a:gd name="connsiteY25" fmla="*/ 177132 h 180324"/>
                <a:gd name="connsiteX26" fmla="*/ 142977 w 202399"/>
                <a:gd name="connsiteY26" fmla="*/ 180324 h 180324"/>
                <a:gd name="connsiteX27" fmla="*/ 151283 w 202399"/>
                <a:gd name="connsiteY27" fmla="*/ 179047 h 180324"/>
                <a:gd name="connsiteX28" fmla="*/ 183873 w 202399"/>
                <a:gd name="connsiteY28" fmla="*/ 168194 h 180324"/>
                <a:gd name="connsiteX29" fmla="*/ 201125 w 202399"/>
                <a:gd name="connsiteY29" fmla="*/ 134359 h 180324"/>
                <a:gd name="connsiteX30" fmla="*/ 201125 w 202399"/>
                <a:gd name="connsiteY30" fmla="*/ 134359 h 180324"/>
                <a:gd name="connsiteX31" fmla="*/ 169175 w 202399"/>
                <a:gd name="connsiteY31" fmla="*/ 34131 h 180324"/>
                <a:gd name="connsiteX32" fmla="*/ 97608 w 202399"/>
                <a:gd name="connsiteY32" fmla="*/ 13064 h 180324"/>
                <a:gd name="connsiteX33" fmla="*/ 115500 w 202399"/>
                <a:gd name="connsiteY33" fmla="*/ 23278 h 180324"/>
                <a:gd name="connsiteX34" fmla="*/ 115500 w 202399"/>
                <a:gd name="connsiteY34" fmla="*/ 23278 h 180324"/>
                <a:gd name="connsiteX35" fmla="*/ 106554 w 202399"/>
                <a:gd name="connsiteY35" fmla="*/ 26470 h 180324"/>
                <a:gd name="connsiteX36" fmla="*/ 93135 w 202399"/>
                <a:gd name="connsiteY36" fmla="*/ 15617 h 180324"/>
                <a:gd name="connsiteX37" fmla="*/ 97608 w 202399"/>
                <a:gd name="connsiteY37" fmla="*/ 13064 h 180324"/>
                <a:gd name="connsiteX38" fmla="*/ 97608 w 202399"/>
                <a:gd name="connsiteY38" fmla="*/ 13064 h 180324"/>
                <a:gd name="connsiteX39" fmla="*/ 100803 w 202399"/>
                <a:gd name="connsiteY39" fmla="*/ 67966 h 180324"/>
                <a:gd name="connsiteX40" fmla="*/ 73965 w 202399"/>
                <a:gd name="connsiteY40" fmla="*/ 85841 h 180324"/>
                <a:gd name="connsiteX41" fmla="*/ 68854 w 202399"/>
                <a:gd name="connsiteY41" fmla="*/ 89671 h 180324"/>
                <a:gd name="connsiteX42" fmla="*/ 68214 w 202399"/>
                <a:gd name="connsiteY42" fmla="*/ 90310 h 180324"/>
                <a:gd name="connsiteX43" fmla="*/ 35626 w 202399"/>
                <a:gd name="connsiteY43" fmla="*/ 158618 h 180324"/>
                <a:gd name="connsiteX44" fmla="*/ 20290 w 202399"/>
                <a:gd name="connsiteY44" fmla="*/ 165002 h 180324"/>
                <a:gd name="connsiteX45" fmla="*/ 14539 w 202399"/>
                <a:gd name="connsiteY45" fmla="*/ 149681 h 180324"/>
                <a:gd name="connsiteX46" fmla="*/ 24124 w 202399"/>
                <a:gd name="connsiteY46" fmla="*/ 142020 h 180324"/>
                <a:gd name="connsiteX47" fmla="*/ 26679 w 202399"/>
                <a:gd name="connsiteY47" fmla="*/ 136913 h 180324"/>
                <a:gd name="connsiteX48" fmla="*/ 26041 w 202399"/>
                <a:gd name="connsiteY48" fmla="*/ 126060 h 180324"/>
                <a:gd name="connsiteX49" fmla="*/ 34348 w 202399"/>
                <a:gd name="connsiteY49" fmla="*/ 119676 h 180324"/>
                <a:gd name="connsiteX50" fmla="*/ 36904 w 202399"/>
                <a:gd name="connsiteY50" fmla="*/ 114569 h 180324"/>
                <a:gd name="connsiteX51" fmla="*/ 36264 w 202399"/>
                <a:gd name="connsiteY51" fmla="*/ 103078 h 180324"/>
                <a:gd name="connsiteX52" fmla="*/ 47128 w 202399"/>
                <a:gd name="connsiteY52" fmla="*/ 80096 h 180324"/>
                <a:gd name="connsiteX53" fmla="*/ 47128 w 202399"/>
                <a:gd name="connsiteY53" fmla="*/ 80096 h 180324"/>
                <a:gd name="connsiteX54" fmla="*/ 47128 w 202399"/>
                <a:gd name="connsiteY54" fmla="*/ 73073 h 180324"/>
                <a:gd name="connsiteX55" fmla="*/ 53518 w 202399"/>
                <a:gd name="connsiteY55" fmla="*/ 29024 h 180324"/>
                <a:gd name="connsiteX56" fmla="*/ 61824 w 202399"/>
                <a:gd name="connsiteY56" fmla="*/ 24555 h 180324"/>
                <a:gd name="connsiteX57" fmla="*/ 72049 w 202399"/>
                <a:gd name="connsiteY57" fmla="*/ 22640 h 180324"/>
                <a:gd name="connsiteX58" fmla="*/ 67575 w 202399"/>
                <a:gd name="connsiteY58" fmla="*/ 41792 h 180324"/>
                <a:gd name="connsiteX59" fmla="*/ 73965 w 202399"/>
                <a:gd name="connsiteY59" fmla="*/ 48176 h 180324"/>
                <a:gd name="connsiteX60" fmla="*/ 73965 w 202399"/>
                <a:gd name="connsiteY60" fmla="*/ 48176 h 180324"/>
                <a:gd name="connsiteX61" fmla="*/ 80355 w 202399"/>
                <a:gd name="connsiteY61" fmla="*/ 41792 h 180324"/>
                <a:gd name="connsiteX62" fmla="*/ 84829 w 202399"/>
                <a:gd name="connsiteY62" fmla="*/ 24555 h 180324"/>
                <a:gd name="connsiteX63" fmla="*/ 86106 w 202399"/>
                <a:gd name="connsiteY63" fmla="*/ 25193 h 180324"/>
                <a:gd name="connsiteX64" fmla="*/ 100803 w 202399"/>
                <a:gd name="connsiteY64" fmla="*/ 67966 h 180324"/>
                <a:gd name="connsiteX65" fmla="*/ 100803 w 202399"/>
                <a:gd name="connsiteY65" fmla="*/ 67966 h 180324"/>
                <a:gd name="connsiteX66" fmla="*/ 100803 w 202399"/>
                <a:gd name="connsiteY66" fmla="*/ 67966 h 180324"/>
                <a:gd name="connsiteX67" fmla="*/ 188984 w 202399"/>
                <a:gd name="connsiteY67" fmla="*/ 148404 h 180324"/>
                <a:gd name="connsiteX68" fmla="*/ 180678 w 202399"/>
                <a:gd name="connsiteY68" fmla="*/ 155426 h 180324"/>
                <a:gd name="connsiteX69" fmla="*/ 148088 w 202399"/>
                <a:gd name="connsiteY69" fmla="*/ 166279 h 180324"/>
                <a:gd name="connsiteX70" fmla="*/ 137226 w 202399"/>
                <a:gd name="connsiteY70" fmla="*/ 165641 h 180324"/>
                <a:gd name="connsiteX71" fmla="*/ 130197 w 202399"/>
                <a:gd name="connsiteY71" fmla="*/ 157342 h 180324"/>
                <a:gd name="connsiteX72" fmla="*/ 105276 w 202399"/>
                <a:gd name="connsiteY72" fmla="*/ 83926 h 180324"/>
                <a:gd name="connsiteX73" fmla="*/ 111666 w 202399"/>
                <a:gd name="connsiteY73" fmla="*/ 74350 h 180324"/>
                <a:gd name="connsiteX74" fmla="*/ 113583 w 202399"/>
                <a:gd name="connsiteY74" fmla="*/ 40515 h 180324"/>
                <a:gd name="connsiteX75" fmla="*/ 112944 w 202399"/>
                <a:gd name="connsiteY75" fmla="*/ 38600 h 180324"/>
                <a:gd name="connsiteX76" fmla="*/ 139143 w 202399"/>
                <a:gd name="connsiteY76" fmla="*/ 30301 h 180324"/>
                <a:gd name="connsiteX77" fmla="*/ 150006 w 202399"/>
                <a:gd name="connsiteY77" fmla="*/ 30939 h 180324"/>
                <a:gd name="connsiteX78" fmla="*/ 157034 w 202399"/>
                <a:gd name="connsiteY78" fmla="*/ 39238 h 180324"/>
                <a:gd name="connsiteX79" fmla="*/ 189623 w 202399"/>
                <a:gd name="connsiteY79" fmla="*/ 138190 h 180324"/>
                <a:gd name="connsiteX80" fmla="*/ 188984 w 202399"/>
                <a:gd name="connsiteY80" fmla="*/ 148404 h 180324"/>
                <a:gd name="connsiteX81" fmla="*/ 188984 w 202399"/>
                <a:gd name="connsiteY81" fmla="*/ 148404 h 180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202399" h="180324">
                  <a:moveTo>
                    <a:pt x="169175" y="34131"/>
                  </a:moveTo>
                  <a:cubicBezTo>
                    <a:pt x="164703" y="20086"/>
                    <a:pt x="149367" y="12425"/>
                    <a:pt x="134670" y="16894"/>
                  </a:cubicBezTo>
                  <a:lnTo>
                    <a:pt x="127002" y="19448"/>
                  </a:lnTo>
                  <a:cubicBezTo>
                    <a:pt x="123168" y="5403"/>
                    <a:pt x="107832" y="-2896"/>
                    <a:pt x="93774" y="934"/>
                  </a:cubicBezTo>
                  <a:cubicBezTo>
                    <a:pt x="88024" y="2211"/>
                    <a:pt x="82272" y="6041"/>
                    <a:pt x="78439" y="10510"/>
                  </a:cubicBezTo>
                  <a:cubicBezTo>
                    <a:pt x="54157" y="6680"/>
                    <a:pt x="31792" y="23278"/>
                    <a:pt x="27958" y="47537"/>
                  </a:cubicBezTo>
                  <a:cubicBezTo>
                    <a:pt x="26041" y="57752"/>
                    <a:pt x="28597" y="68604"/>
                    <a:pt x="33709" y="77542"/>
                  </a:cubicBezTo>
                  <a:lnTo>
                    <a:pt x="22846" y="99886"/>
                  </a:lnTo>
                  <a:cubicBezTo>
                    <a:pt x="22207" y="101163"/>
                    <a:pt x="22207" y="101801"/>
                    <a:pt x="22207" y="103078"/>
                  </a:cubicBezTo>
                  <a:lnTo>
                    <a:pt x="22846" y="112654"/>
                  </a:lnTo>
                  <a:lnTo>
                    <a:pt x="14539" y="119038"/>
                  </a:lnTo>
                  <a:cubicBezTo>
                    <a:pt x="13261" y="120315"/>
                    <a:pt x="11983" y="122230"/>
                    <a:pt x="11983" y="124145"/>
                  </a:cubicBezTo>
                  <a:lnTo>
                    <a:pt x="12622" y="134359"/>
                  </a:lnTo>
                  <a:lnTo>
                    <a:pt x="4315" y="140743"/>
                  </a:lnTo>
                  <a:cubicBezTo>
                    <a:pt x="3676" y="141382"/>
                    <a:pt x="3037" y="142020"/>
                    <a:pt x="2398" y="143297"/>
                  </a:cubicBezTo>
                  <a:cubicBezTo>
                    <a:pt x="-2714" y="154788"/>
                    <a:pt x="481" y="168194"/>
                    <a:pt x="10705" y="175217"/>
                  </a:cubicBezTo>
                  <a:cubicBezTo>
                    <a:pt x="11344" y="175855"/>
                    <a:pt x="11983" y="176493"/>
                    <a:pt x="12622" y="176493"/>
                  </a:cubicBezTo>
                  <a:lnTo>
                    <a:pt x="13261" y="176493"/>
                  </a:lnTo>
                  <a:lnTo>
                    <a:pt x="15178" y="177132"/>
                  </a:lnTo>
                  <a:lnTo>
                    <a:pt x="16456" y="177770"/>
                  </a:lnTo>
                  <a:cubicBezTo>
                    <a:pt x="19651" y="179047"/>
                    <a:pt x="22846" y="179685"/>
                    <a:pt x="25402" y="179685"/>
                  </a:cubicBezTo>
                  <a:cubicBezTo>
                    <a:pt x="34987" y="179685"/>
                    <a:pt x="43294" y="173302"/>
                    <a:pt x="46489" y="164364"/>
                  </a:cubicBezTo>
                  <a:lnTo>
                    <a:pt x="77799" y="98609"/>
                  </a:lnTo>
                  <a:cubicBezTo>
                    <a:pt x="84189" y="97332"/>
                    <a:pt x="89940" y="95417"/>
                    <a:pt x="95052" y="92225"/>
                  </a:cubicBezTo>
                  <a:lnTo>
                    <a:pt x="117417" y="161172"/>
                  </a:lnTo>
                  <a:cubicBezTo>
                    <a:pt x="119334" y="168194"/>
                    <a:pt x="124446" y="173940"/>
                    <a:pt x="130836" y="177132"/>
                  </a:cubicBezTo>
                  <a:cubicBezTo>
                    <a:pt x="134670" y="179047"/>
                    <a:pt x="139143" y="180324"/>
                    <a:pt x="142977" y="180324"/>
                  </a:cubicBezTo>
                  <a:cubicBezTo>
                    <a:pt x="145533" y="180324"/>
                    <a:pt x="148728" y="179685"/>
                    <a:pt x="151283" y="179047"/>
                  </a:cubicBezTo>
                  <a:lnTo>
                    <a:pt x="183873" y="168194"/>
                  </a:lnTo>
                  <a:cubicBezTo>
                    <a:pt x="197930" y="163726"/>
                    <a:pt x="205598" y="148404"/>
                    <a:pt x="201125" y="134359"/>
                  </a:cubicBezTo>
                  <a:cubicBezTo>
                    <a:pt x="201125" y="134359"/>
                    <a:pt x="201125" y="134359"/>
                    <a:pt x="201125" y="134359"/>
                  </a:cubicBezTo>
                  <a:lnTo>
                    <a:pt x="169175" y="34131"/>
                  </a:lnTo>
                  <a:close/>
                  <a:moveTo>
                    <a:pt x="97608" y="13064"/>
                  </a:moveTo>
                  <a:cubicBezTo>
                    <a:pt x="105276" y="11149"/>
                    <a:pt x="112944" y="15617"/>
                    <a:pt x="115500" y="23278"/>
                  </a:cubicBezTo>
                  <a:cubicBezTo>
                    <a:pt x="115500" y="23278"/>
                    <a:pt x="115500" y="23278"/>
                    <a:pt x="115500" y="23278"/>
                  </a:cubicBezTo>
                  <a:lnTo>
                    <a:pt x="106554" y="26470"/>
                  </a:lnTo>
                  <a:cubicBezTo>
                    <a:pt x="102720" y="22001"/>
                    <a:pt x="98247" y="18171"/>
                    <a:pt x="93135" y="15617"/>
                  </a:cubicBezTo>
                  <a:cubicBezTo>
                    <a:pt x="94413" y="14341"/>
                    <a:pt x="95691" y="13702"/>
                    <a:pt x="97608" y="13064"/>
                  </a:cubicBezTo>
                  <a:lnTo>
                    <a:pt x="97608" y="13064"/>
                  </a:lnTo>
                  <a:close/>
                  <a:moveTo>
                    <a:pt x="100803" y="67966"/>
                  </a:moveTo>
                  <a:cubicBezTo>
                    <a:pt x="95691" y="78180"/>
                    <a:pt x="85467" y="85203"/>
                    <a:pt x="73965" y="85841"/>
                  </a:cubicBezTo>
                  <a:cubicBezTo>
                    <a:pt x="71409" y="85841"/>
                    <a:pt x="69493" y="87756"/>
                    <a:pt x="68854" y="89671"/>
                  </a:cubicBezTo>
                  <a:cubicBezTo>
                    <a:pt x="68854" y="89671"/>
                    <a:pt x="68214" y="89671"/>
                    <a:pt x="68214" y="90310"/>
                  </a:cubicBezTo>
                  <a:lnTo>
                    <a:pt x="35626" y="158618"/>
                  </a:lnTo>
                  <a:cubicBezTo>
                    <a:pt x="31792" y="166279"/>
                    <a:pt x="27319" y="168194"/>
                    <a:pt x="20290" y="165002"/>
                  </a:cubicBezTo>
                  <a:cubicBezTo>
                    <a:pt x="15178" y="161810"/>
                    <a:pt x="12622" y="155426"/>
                    <a:pt x="14539" y="149681"/>
                  </a:cubicBezTo>
                  <a:lnTo>
                    <a:pt x="24124" y="142020"/>
                  </a:lnTo>
                  <a:cubicBezTo>
                    <a:pt x="26041" y="140743"/>
                    <a:pt x="26679" y="138828"/>
                    <a:pt x="26679" y="136913"/>
                  </a:cubicBezTo>
                  <a:lnTo>
                    <a:pt x="26041" y="126060"/>
                  </a:lnTo>
                  <a:lnTo>
                    <a:pt x="34348" y="119676"/>
                  </a:lnTo>
                  <a:cubicBezTo>
                    <a:pt x="36264" y="118399"/>
                    <a:pt x="36904" y="116484"/>
                    <a:pt x="36904" y="114569"/>
                  </a:cubicBezTo>
                  <a:lnTo>
                    <a:pt x="36264" y="103078"/>
                  </a:lnTo>
                  <a:lnTo>
                    <a:pt x="47128" y="80096"/>
                  </a:lnTo>
                  <a:lnTo>
                    <a:pt x="47128" y="80096"/>
                  </a:lnTo>
                  <a:cubicBezTo>
                    <a:pt x="48405" y="78180"/>
                    <a:pt x="48405" y="74988"/>
                    <a:pt x="47128" y="73073"/>
                  </a:cubicBezTo>
                  <a:cubicBezTo>
                    <a:pt x="36904" y="59028"/>
                    <a:pt x="39459" y="39238"/>
                    <a:pt x="53518" y="29024"/>
                  </a:cubicBezTo>
                  <a:cubicBezTo>
                    <a:pt x="56074" y="27109"/>
                    <a:pt x="58629" y="25832"/>
                    <a:pt x="61824" y="24555"/>
                  </a:cubicBezTo>
                  <a:cubicBezTo>
                    <a:pt x="65019" y="23278"/>
                    <a:pt x="68214" y="22640"/>
                    <a:pt x="72049" y="22640"/>
                  </a:cubicBezTo>
                  <a:cubicBezTo>
                    <a:pt x="69493" y="29024"/>
                    <a:pt x="68214" y="35408"/>
                    <a:pt x="67575" y="41792"/>
                  </a:cubicBezTo>
                  <a:cubicBezTo>
                    <a:pt x="67575" y="45622"/>
                    <a:pt x="70131" y="48176"/>
                    <a:pt x="73965" y="48176"/>
                  </a:cubicBezTo>
                  <a:lnTo>
                    <a:pt x="73965" y="48176"/>
                  </a:lnTo>
                  <a:cubicBezTo>
                    <a:pt x="77799" y="48176"/>
                    <a:pt x="80355" y="45622"/>
                    <a:pt x="80355" y="41792"/>
                  </a:cubicBezTo>
                  <a:cubicBezTo>
                    <a:pt x="80994" y="36046"/>
                    <a:pt x="82272" y="30301"/>
                    <a:pt x="84829" y="24555"/>
                  </a:cubicBezTo>
                  <a:cubicBezTo>
                    <a:pt x="85467" y="24555"/>
                    <a:pt x="85467" y="24555"/>
                    <a:pt x="86106" y="25193"/>
                  </a:cubicBezTo>
                  <a:cubicBezTo>
                    <a:pt x="101442" y="33493"/>
                    <a:pt x="108471" y="52006"/>
                    <a:pt x="100803" y="67966"/>
                  </a:cubicBezTo>
                  <a:cubicBezTo>
                    <a:pt x="100803" y="67966"/>
                    <a:pt x="100803" y="67966"/>
                    <a:pt x="100803" y="67966"/>
                  </a:cubicBezTo>
                  <a:lnTo>
                    <a:pt x="100803" y="67966"/>
                  </a:lnTo>
                  <a:close/>
                  <a:moveTo>
                    <a:pt x="188984" y="148404"/>
                  </a:moveTo>
                  <a:cubicBezTo>
                    <a:pt x="187068" y="151596"/>
                    <a:pt x="184511" y="154150"/>
                    <a:pt x="180678" y="155426"/>
                  </a:cubicBezTo>
                  <a:lnTo>
                    <a:pt x="148088" y="166279"/>
                  </a:lnTo>
                  <a:cubicBezTo>
                    <a:pt x="144254" y="167556"/>
                    <a:pt x="140421" y="166918"/>
                    <a:pt x="137226" y="165641"/>
                  </a:cubicBezTo>
                  <a:cubicBezTo>
                    <a:pt x="134031" y="163726"/>
                    <a:pt x="131475" y="161172"/>
                    <a:pt x="130197" y="157342"/>
                  </a:cubicBezTo>
                  <a:lnTo>
                    <a:pt x="105276" y="83926"/>
                  </a:lnTo>
                  <a:cubicBezTo>
                    <a:pt x="107832" y="80734"/>
                    <a:pt x="109749" y="77542"/>
                    <a:pt x="111666" y="74350"/>
                  </a:cubicBezTo>
                  <a:cubicBezTo>
                    <a:pt x="116778" y="63497"/>
                    <a:pt x="117417" y="51368"/>
                    <a:pt x="113583" y="40515"/>
                  </a:cubicBezTo>
                  <a:cubicBezTo>
                    <a:pt x="113583" y="39877"/>
                    <a:pt x="112944" y="39238"/>
                    <a:pt x="112944" y="38600"/>
                  </a:cubicBezTo>
                  <a:lnTo>
                    <a:pt x="139143" y="30301"/>
                  </a:lnTo>
                  <a:cubicBezTo>
                    <a:pt x="142977" y="29024"/>
                    <a:pt x="146811" y="29662"/>
                    <a:pt x="150006" y="30939"/>
                  </a:cubicBezTo>
                  <a:cubicBezTo>
                    <a:pt x="153201" y="32854"/>
                    <a:pt x="155757" y="35408"/>
                    <a:pt x="157034" y="39238"/>
                  </a:cubicBezTo>
                  <a:lnTo>
                    <a:pt x="189623" y="138190"/>
                  </a:lnTo>
                  <a:cubicBezTo>
                    <a:pt x="190263" y="140743"/>
                    <a:pt x="190263" y="144574"/>
                    <a:pt x="188984" y="148404"/>
                  </a:cubicBezTo>
                  <a:lnTo>
                    <a:pt x="188984" y="148404"/>
                  </a:lnTo>
                  <a:close/>
                </a:path>
              </a:pathLst>
            </a:custGeom>
            <a:solidFill>
              <a:srgbClr val="43B02A"/>
            </a:solidFill>
            <a:ln w="6390" cap="flat">
              <a:noFill/>
              <a:prstDash val="solid"/>
              <a:miter/>
            </a:ln>
          </p:spPr>
          <p:txBody>
            <a:bodyPr rtlCol="0" anchor="ctr"/>
            <a:lstStyle/>
            <a:p>
              <a:endParaRPr lang="en-US"/>
            </a:p>
          </p:txBody>
        </p:sp>
      </p:grpSp>
      <p:grpSp>
        <p:nvGrpSpPr>
          <p:cNvPr id="1163" name="Graphic 4">
            <a:extLst>
              <a:ext uri="{FF2B5EF4-FFF2-40B4-BE49-F238E27FC236}">
                <a16:creationId xmlns:a16="http://schemas.microsoft.com/office/drawing/2014/main" id="{870A0344-4846-8749-8F79-BCB52AC7E53C}"/>
              </a:ext>
            </a:extLst>
          </p:cNvPr>
          <p:cNvGrpSpPr/>
          <p:nvPr/>
        </p:nvGrpSpPr>
        <p:grpSpPr>
          <a:xfrm>
            <a:off x="8242642" y="4793256"/>
            <a:ext cx="362312" cy="361971"/>
            <a:chOff x="7191874" y="4793256"/>
            <a:chExt cx="362312" cy="361971"/>
          </a:xfrm>
          <a:solidFill>
            <a:srgbClr val="43B02A"/>
          </a:solidFill>
        </p:grpSpPr>
        <p:sp>
          <p:nvSpPr>
            <p:cNvPr id="1164" name="Graphic 4">
              <a:extLst>
                <a:ext uri="{FF2B5EF4-FFF2-40B4-BE49-F238E27FC236}">
                  <a16:creationId xmlns:a16="http://schemas.microsoft.com/office/drawing/2014/main" id="{0B163298-DACC-C547-B04F-763E3DC9E95D}"/>
                </a:ext>
              </a:extLst>
            </p:cNvPr>
            <p:cNvSpPr/>
            <p:nvPr/>
          </p:nvSpPr>
          <p:spPr>
            <a:xfrm>
              <a:off x="7285808" y="4907529"/>
              <a:ext cx="90117" cy="143201"/>
            </a:xfrm>
            <a:custGeom>
              <a:avLst/>
              <a:gdLst>
                <a:gd name="connsiteX0" fmla="*/ 71565 w 90117"/>
                <a:gd name="connsiteY0" fmla="*/ 2554 h 143201"/>
                <a:gd name="connsiteX1" fmla="*/ 70286 w 90117"/>
                <a:gd name="connsiteY1" fmla="*/ 1916 h 143201"/>
                <a:gd name="connsiteX2" fmla="*/ 65814 w 90117"/>
                <a:gd name="connsiteY2" fmla="*/ 19152 h 143201"/>
                <a:gd name="connsiteX3" fmla="*/ 59424 w 90117"/>
                <a:gd name="connsiteY3" fmla="*/ 25536 h 143201"/>
                <a:gd name="connsiteX4" fmla="*/ 59424 w 90117"/>
                <a:gd name="connsiteY4" fmla="*/ 25536 h 143201"/>
                <a:gd name="connsiteX5" fmla="*/ 53034 w 90117"/>
                <a:gd name="connsiteY5" fmla="*/ 19152 h 143201"/>
                <a:gd name="connsiteX6" fmla="*/ 57506 w 90117"/>
                <a:gd name="connsiteY6" fmla="*/ 0 h 143201"/>
                <a:gd name="connsiteX7" fmla="*/ 26196 w 90117"/>
                <a:gd name="connsiteY7" fmla="*/ 31920 h 143201"/>
                <a:gd name="connsiteX8" fmla="*/ 32586 w 90117"/>
                <a:gd name="connsiteY8" fmla="*/ 49795 h 143201"/>
                <a:gd name="connsiteX9" fmla="*/ 33225 w 90117"/>
                <a:gd name="connsiteY9" fmla="*/ 56818 h 143201"/>
                <a:gd name="connsiteX10" fmla="*/ 33225 w 90117"/>
                <a:gd name="connsiteY10" fmla="*/ 56818 h 143201"/>
                <a:gd name="connsiteX11" fmla="*/ 22362 w 90117"/>
                <a:gd name="connsiteY11" fmla="*/ 79800 h 143201"/>
                <a:gd name="connsiteX12" fmla="*/ 23001 w 90117"/>
                <a:gd name="connsiteY12" fmla="*/ 91291 h 143201"/>
                <a:gd name="connsiteX13" fmla="*/ 20445 w 90117"/>
                <a:gd name="connsiteY13" fmla="*/ 96398 h 143201"/>
                <a:gd name="connsiteX14" fmla="*/ 12138 w 90117"/>
                <a:gd name="connsiteY14" fmla="*/ 102782 h 143201"/>
                <a:gd name="connsiteX15" fmla="*/ 12777 w 90117"/>
                <a:gd name="connsiteY15" fmla="*/ 113635 h 143201"/>
                <a:gd name="connsiteX16" fmla="*/ 10222 w 90117"/>
                <a:gd name="connsiteY16" fmla="*/ 118742 h 143201"/>
                <a:gd name="connsiteX17" fmla="*/ 637 w 90117"/>
                <a:gd name="connsiteY17" fmla="*/ 126403 h 143201"/>
                <a:gd name="connsiteX18" fmla="*/ 6387 w 90117"/>
                <a:gd name="connsiteY18" fmla="*/ 141724 h 143201"/>
                <a:gd name="connsiteX19" fmla="*/ 21723 w 90117"/>
                <a:gd name="connsiteY19" fmla="*/ 135341 h 143201"/>
                <a:gd name="connsiteX20" fmla="*/ 54311 w 90117"/>
                <a:gd name="connsiteY20" fmla="*/ 67032 h 143201"/>
                <a:gd name="connsiteX21" fmla="*/ 54951 w 90117"/>
                <a:gd name="connsiteY21" fmla="*/ 66394 h 143201"/>
                <a:gd name="connsiteX22" fmla="*/ 60063 w 90117"/>
                <a:gd name="connsiteY22" fmla="*/ 62563 h 143201"/>
                <a:gd name="connsiteX23" fmla="*/ 90096 w 90117"/>
                <a:gd name="connsiteY23" fmla="*/ 29367 h 143201"/>
                <a:gd name="connsiteX24" fmla="*/ 71565 w 90117"/>
                <a:gd name="connsiteY24" fmla="*/ 2554 h 143201"/>
                <a:gd name="connsiteX25" fmla="*/ 71565 w 90117"/>
                <a:gd name="connsiteY25" fmla="*/ 2554 h 14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0117" h="143201">
                  <a:moveTo>
                    <a:pt x="71565" y="2554"/>
                  </a:moveTo>
                  <a:cubicBezTo>
                    <a:pt x="70926" y="2554"/>
                    <a:pt x="70926" y="2554"/>
                    <a:pt x="70286" y="1916"/>
                  </a:cubicBezTo>
                  <a:cubicBezTo>
                    <a:pt x="67731" y="7023"/>
                    <a:pt x="66453" y="12768"/>
                    <a:pt x="65814" y="19152"/>
                  </a:cubicBezTo>
                  <a:cubicBezTo>
                    <a:pt x="65814" y="22983"/>
                    <a:pt x="63258" y="25536"/>
                    <a:pt x="59424" y="25536"/>
                  </a:cubicBezTo>
                  <a:lnTo>
                    <a:pt x="59424" y="25536"/>
                  </a:lnTo>
                  <a:cubicBezTo>
                    <a:pt x="55590" y="25536"/>
                    <a:pt x="53034" y="22983"/>
                    <a:pt x="53034" y="19152"/>
                  </a:cubicBezTo>
                  <a:cubicBezTo>
                    <a:pt x="53673" y="12768"/>
                    <a:pt x="54951" y="6384"/>
                    <a:pt x="57506" y="0"/>
                  </a:cubicBezTo>
                  <a:cubicBezTo>
                    <a:pt x="40254" y="0"/>
                    <a:pt x="26196" y="14683"/>
                    <a:pt x="26196" y="31920"/>
                  </a:cubicBezTo>
                  <a:cubicBezTo>
                    <a:pt x="26196" y="38304"/>
                    <a:pt x="28113" y="44688"/>
                    <a:pt x="32586" y="49795"/>
                  </a:cubicBezTo>
                  <a:cubicBezTo>
                    <a:pt x="33864" y="51710"/>
                    <a:pt x="34503" y="54902"/>
                    <a:pt x="33225" y="56818"/>
                  </a:cubicBezTo>
                  <a:lnTo>
                    <a:pt x="33225" y="56818"/>
                  </a:lnTo>
                  <a:lnTo>
                    <a:pt x="22362" y="79800"/>
                  </a:lnTo>
                  <a:lnTo>
                    <a:pt x="23001" y="91291"/>
                  </a:lnTo>
                  <a:cubicBezTo>
                    <a:pt x="23001" y="93206"/>
                    <a:pt x="22362" y="95121"/>
                    <a:pt x="20445" y="96398"/>
                  </a:cubicBezTo>
                  <a:lnTo>
                    <a:pt x="12138" y="102782"/>
                  </a:lnTo>
                  <a:lnTo>
                    <a:pt x="12777" y="113635"/>
                  </a:lnTo>
                  <a:cubicBezTo>
                    <a:pt x="12777" y="115550"/>
                    <a:pt x="12138" y="117465"/>
                    <a:pt x="10222" y="118742"/>
                  </a:cubicBezTo>
                  <a:lnTo>
                    <a:pt x="637" y="126403"/>
                  </a:lnTo>
                  <a:cubicBezTo>
                    <a:pt x="-1281" y="132149"/>
                    <a:pt x="1275" y="138533"/>
                    <a:pt x="6387" y="141724"/>
                  </a:cubicBezTo>
                  <a:cubicBezTo>
                    <a:pt x="14055" y="144916"/>
                    <a:pt x="18528" y="143001"/>
                    <a:pt x="21723" y="135341"/>
                  </a:cubicBezTo>
                  <a:lnTo>
                    <a:pt x="54311" y="67032"/>
                  </a:lnTo>
                  <a:cubicBezTo>
                    <a:pt x="54311" y="67032"/>
                    <a:pt x="54311" y="66394"/>
                    <a:pt x="54951" y="66394"/>
                  </a:cubicBezTo>
                  <a:cubicBezTo>
                    <a:pt x="55590" y="64478"/>
                    <a:pt x="58146" y="62563"/>
                    <a:pt x="60063" y="62563"/>
                  </a:cubicBezTo>
                  <a:cubicBezTo>
                    <a:pt x="77316" y="61925"/>
                    <a:pt x="90735" y="47242"/>
                    <a:pt x="90096" y="29367"/>
                  </a:cubicBezTo>
                  <a:cubicBezTo>
                    <a:pt x="89456" y="17875"/>
                    <a:pt x="82427" y="7661"/>
                    <a:pt x="71565" y="2554"/>
                  </a:cubicBezTo>
                  <a:lnTo>
                    <a:pt x="71565" y="2554"/>
                  </a:lnTo>
                  <a:close/>
                </a:path>
              </a:pathLst>
            </a:custGeom>
            <a:solidFill>
              <a:srgbClr val="43B02A"/>
            </a:solidFill>
            <a:ln w="6390" cap="flat">
              <a:noFill/>
              <a:prstDash val="solid"/>
              <a:miter/>
            </a:ln>
          </p:spPr>
          <p:txBody>
            <a:bodyPr rtlCol="0" anchor="ctr"/>
            <a:lstStyle/>
            <a:p>
              <a:endParaRPr lang="en-US"/>
            </a:p>
          </p:txBody>
        </p:sp>
        <p:sp>
          <p:nvSpPr>
            <p:cNvPr id="1165" name="Graphic 4">
              <a:extLst>
                <a:ext uri="{FF2B5EF4-FFF2-40B4-BE49-F238E27FC236}">
                  <a16:creationId xmlns:a16="http://schemas.microsoft.com/office/drawing/2014/main" id="{F7395C50-0E1E-344A-A1BF-A33E7CF28241}"/>
                </a:ext>
              </a:extLst>
            </p:cNvPr>
            <p:cNvSpPr/>
            <p:nvPr/>
          </p:nvSpPr>
          <p:spPr>
            <a:xfrm>
              <a:off x="7365041" y="4896873"/>
              <a:ext cx="22364" cy="13210"/>
            </a:xfrm>
            <a:custGeom>
              <a:avLst/>
              <a:gdLst>
                <a:gd name="connsiteX0" fmla="*/ 22365 w 22364"/>
                <a:gd name="connsiteY0" fmla="*/ 10657 h 13210"/>
                <a:gd name="connsiteX1" fmla="*/ 4473 w 22364"/>
                <a:gd name="connsiteY1" fmla="*/ 442 h 13210"/>
                <a:gd name="connsiteX2" fmla="*/ 4473 w 22364"/>
                <a:gd name="connsiteY2" fmla="*/ 442 h 13210"/>
                <a:gd name="connsiteX3" fmla="*/ 0 w 22364"/>
                <a:gd name="connsiteY3" fmla="*/ 2357 h 13210"/>
                <a:gd name="connsiteX4" fmla="*/ 13419 w 22364"/>
                <a:gd name="connsiteY4" fmla="*/ 13210 h 13210"/>
                <a:gd name="connsiteX5" fmla="*/ 22365 w 22364"/>
                <a:gd name="connsiteY5" fmla="*/ 10657 h 1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64" h="13210">
                  <a:moveTo>
                    <a:pt x="22365" y="10657"/>
                  </a:moveTo>
                  <a:cubicBezTo>
                    <a:pt x="20448" y="2996"/>
                    <a:pt x="12141" y="-1473"/>
                    <a:pt x="4473" y="442"/>
                  </a:cubicBezTo>
                  <a:cubicBezTo>
                    <a:pt x="4473" y="442"/>
                    <a:pt x="4473" y="442"/>
                    <a:pt x="4473" y="442"/>
                  </a:cubicBezTo>
                  <a:cubicBezTo>
                    <a:pt x="2556" y="1081"/>
                    <a:pt x="1278" y="1719"/>
                    <a:pt x="0" y="2357"/>
                  </a:cubicBezTo>
                  <a:cubicBezTo>
                    <a:pt x="5112" y="4911"/>
                    <a:pt x="9585" y="8741"/>
                    <a:pt x="13419" y="13210"/>
                  </a:cubicBezTo>
                  <a:lnTo>
                    <a:pt x="22365" y="10657"/>
                  </a:lnTo>
                  <a:close/>
                </a:path>
              </a:pathLst>
            </a:custGeom>
            <a:solidFill>
              <a:srgbClr val="43B02A"/>
            </a:solidFill>
            <a:ln w="6390" cap="flat">
              <a:noFill/>
              <a:prstDash val="solid"/>
              <a:miter/>
            </a:ln>
          </p:spPr>
          <p:txBody>
            <a:bodyPr rtlCol="0" anchor="ctr"/>
            <a:lstStyle/>
            <a:p>
              <a:endParaRPr lang="en-US"/>
            </a:p>
          </p:txBody>
        </p:sp>
        <p:sp>
          <p:nvSpPr>
            <p:cNvPr id="1166" name="Graphic 4">
              <a:extLst>
                <a:ext uri="{FF2B5EF4-FFF2-40B4-BE49-F238E27FC236}">
                  <a16:creationId xmlns:a16="http://schemas.microsoft.com/office/drawing/2014/main" id="{4A9474DB-83B5-C141-99E2-99484AD7BD92}"/>
                </a:ext>
              </a:extLst>
            </p:cNvPr>
            <p:cNvSpPr/>
            <p:nvPr/>
          </p:nvSpPr>
          <p:spPr>
            <a:xfrm>
              <a:off x="7377182" y="4912487"/>
              <a:ext cx="84599" cy="137656"/>
            </a:xfrm>
            <a:custGeom>
              <a:avLst/>
              <a:gdLst>
                <a:gd name="connsiteX0" fmla="*/ 51758 w 84599"/>
                <a:gd name="connsiteY0" fmla="*/ 9726 h 137656"/>
                <a:gd name="connsiteX1" fmla="*/ 33867 w 84599"/>
                <a:gd name="connsiteY1" fmla="*/ 788 h 137656"/>
                <a:gd name="connsiteX2" fmla="*/ 7668 w 84599"/>
                <a:gd name="connsiteY2" fmla="*/ 9087 h 137656"/>
                <a:gd name="connsiteX3" fmla="*/ 8307 w 84599"/>
                <a:gd name="connsiteY3" fmla="*/ 11002 h 137656"/>
                <a:gd name="connsiteX4" fmla="*/ 6390 w 84599"/>
                <a:gd name="connsiteY4" fmla="*/ 44838 h 137656"/>
                <a:gd name="connsiteX5" fmla="*/ 0 w 84599"/>
                <a:gd name="connsiteY5" fmla="*/ 54414 h 137656"/>
                <a:gd name="connsiteX6" fmla="*/ 24282 w 84599"/>
                <a:gd name="connsiteY6" fmla="*/ 127829 h 137656"/>
                <a:gd name="connsiteX7" fmla="*/ 31311 w 84599"/>
                <a:gd name="connsiteY7" fmla="*/ 136128 h 137656"/>
                <a:gd name="connsiteX8" fmla="*/ 42173 w 84599"/>
                <a:gd name="connsiteY8" fmla="*/ 136767 h 137656"/>
                <a:gd name="connsiteX9" fmla="*/ 74762 w 84599"/>
                <a:gd name="connsiteY9" fmla="*/ 125914 h 137656"/>
                <a:gd name="connsiteX10" fmla="*/ 83069 w 84599"/>
                <a:gd name="connsiteY10" fmla="*/ 118892 h 137656"/>
                <a:gd name="connsiteX11" fmla="*/ 83708 w 84599"/>
                <a:gd name="connsiteY11" fmla="*/ 108039 h 137656"/>
                <a:gd name="connsiteX12" fmla="*/ 51758 w 84599"/>
                <a:gd name="connsiteY12" fmla="*/ 9726 h 137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4599" h="137656">
                  <a:moveTo>
                    <a:pt x="51758" y="9726"/>
                  </a:moveTo>
                  <a:cubicBezTo>
                    <a:pt x="49202" y="2065"/>
                    <a:pt x="40896" y="-1766"/>
                    <a:pt x="33867" y="788"/>
                  </a:cubicBezTo>
                  <a:lnTo>
                    <a:pt x="7668" y="9087"/>
                  </a:lnTo>
                  <a:cubicBezTo>
                    <a:pt x="8307" y="9726"/>
                    <a:pt x="8307" y="10364"/>
                    <a:pt x="8307" y="11002"/>
                  </a:cubicBezTo>
                  <a:cubicBezTo>
                    <a:pt x="12141" y="21855"/>
                    <a:pt x="11502" y="33985"/>
                    <a:pt x="6390" y="44838"/>
                  </a:cubicBezTo>
                  <a:cubicBezTo>
                    <a:pt x="4473" y="48668"/>
                    <a:pt x="2556" y="51860"/>
                    <a:pt x="0" y="54414"/>
                  </a:cubicBezTo>
                  <a:lnTo>
                    <a:pt x="24282" y="127829"/>
                  </a:lnTo>
                  <a:cubicBezTo>
                    <a:pt x="25560" y="131660"/>
                    <a:pt x="28116" y="134213"/>
                    <a:pt x="31311" y="136128"/>
                  </a:cubicBezTo>
                  <a:cubicBezTo>
                    <a:pt x="34506" y="138044"/>
                    <a:pt x="38340" y="138044"/>
                    <a:pt x="42173" y="136767"/>
                  </a:cubicBezTo>
                  <a:lnTo>
                    <a:pt x="74762" y="125914"/>
                  </a:lnTo>
                  <a:cubicBezTo>
                    <a:pt x="78597" y="124637"/>
                    <a:pt x="81152" y="122084"/>
                    <a:pt x="83069" y="118892"/>
                  </a:cubicBezTo>
                  <a:cubicBezTo>
                    <a:pt x="84986" y="115700"/>
                    <a:pt x="84986" y="111231"/>
                    <a:pt x="83708" y="108039"/>
                  </a:cubicBezTo>
                  <a:lnTo>
                    <a:pt x="51758" y="9726"/>
                  </a:lnTo>
                  <a:close/>
                </a:path>
              </a:pathLst>
            </a:custGeom>
            <a:solidFill>
              <a:srgbClr val="43B02A"/>
            </a:solidFill>
            <a:ln w="6390" cap="flat">
              <a:noFill/>
              <a:prstDash val="solid"/>
              <a:miter/>
            </a:ln>
          </p:spPr>
          <p:txBody>
            <a:bodyPr rtlCol="0" anchor="ctr"/>
            <a:lstStyle/>
            <a:p>
              <a:endParaRPr lang="en-US"/>
            </a:p>
          </p:txBody>
        </p:sp>
        <p:sp>
          <p:nvSpPr>
            <p:cNvPr id="1167" name="Graphic 4">
              <a:extLst>
                <a:ext uri="{FF2B5EF4-FFF2-40B4-BE49-F238E27FC236}">
                  <a16:creationId xmlns:a16="http://schemas.microsoft.com/office/drawing/2014/main" id="{A209BE88-B629-9B4B-BDA1-9274A4D574AF}"/>
                </a:ext>
              </a:extLst>
            </p:cNvPr>
            <p:cNvSpPr/>
            <p:nvPr/>
          </p:nvSpPr>
          <p:spPr>
            <a:xfrm>
              <a:off x="7191874" y="4793256"/>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79880 w 362312"/>
                <a:gd name="connsiteY6" fmla="*/ 245145 h 361971"/>
                <a:gd name="connsiteX7" fmla="*/ 263905 w 362312"/>
                <a:gd name="connsiteY7" fmla="*/ 258551 h 361971"/>
                <a:gd name="connsiteX8" fmla="*/ 231315 w 362312"/>
                <a:gd name="connsiteY8" fmla="*/ 269404 h 361971"/>
                <a:gd name="connsiteX9" fmla="*/ 223009 w 362312"/>
                <a:gd name="connsiteY9" fmla="*/ 270681 h 361971"/>
                <a:gd name="connsiteX10" fmla="*/ 210868 w 362312"/>
                <a:gd name="connsiteY10" fmla="*/ 267489 h 361971"/>
                <a:gd name="connsiteX11" fmla="*/ 197449 w 362312"/>
                <a:gd name="connsiteY11" fmla="*/ 251529 h 361971"/>
                <a:gd name="connsiteX12" fmla="*/ 175084 w 362312"/>
                <a:gd name="connsiteY12" fmla="*/ 182582 h 361971"/>
                <a:gd name="connsiteX13" fmla="*/ 157831 w 362312"/>
                <a:gd name="connsiteY13" fmla="*/ 188966 h 361971"/>
                <a:gd name="connsiteX14" fmla="*/ 126521 w 362312"/>
                <a:gd name="connsiteY14" fmla="*/ 254721 h 361971"/>
                <a:gd name="connsiteX15" fmla="*/ 105434 w 362312"/>
                <a:gd name="connsiteY15" fmla="*/ 270042 h 361971"/>
                <a:gd name="connsiteX16" fmla="*/ 96488 w 362312"/>
                <a:gd name="connsiteY16" fmla="*/ 268127 h 361971"/>
                <a:gd name="connsiteX17" fmla="*/ 95210 w 362312"/>
                <a:gd name="connsiteY17" fmla="*/ 267489 h 361971"/>
                <a:gd name="connsiteX18" fmla="*/ 93293 w 362312"/>
                <a:gd name="connsiteY18" fmla="*/ 266850 h 361971"/>
                <a:gd name="connsiteX19" fmla="*/ 92654 w 362312"/>
                <a:gd name="connsiteY19" fmla="*/ 266850 h 361971"/>
                <a:gd name="connsiteX20" fmla="*/ 90737 w 362312"/>
                <a:gd name="connsiteY20" fmla="*/ 265574 h 361971"/>
                <a:gd name="connsiteX21" fmla="*/ 82430 w 362312"/>
                <a:gd name="connsiteY21" fmla="*/ 233654 h 361971"/>
                <a:gd name="connsiteX22" fmla="*/ 84347 w 362312"/>
                <a:gd name="connsiteY22" fmla="*/ 231100 h 361971"/>
                <a:gd name="connsiteX23" fmla="*/ 92654 w 362312"/>
                <a:gd name="connsiteY23" fmla="*/ 224716 h 361971"/>
                <a:gd name="connsiteX24" fmla="*/ 92015 w 362312"/>
                <a:gd name="connsiteY24" fmla="*/ 214502 h 361971"/>
                <a:gd name="connsiteX25" fmla="*/ 94571 w 362312"/>
                <a:gd name="connsiteY25" fmla="*/ 209395 h 361971"/>
                <a:gd name="connsiteX26" fmla="*/ 102878 w 362312"/>
                <a:gd name="connsiteY26" fmla="*/ 203011 h 361971"/>
                <a:gd name="connsiteX27" fmla="*/ 102239 w 362312"/>
                <a:gd name="connsiteY27" fmla="*/ 193435 h 361971"/>
                <a:gd name="connsiteX28" fmla="*/ 102878 w 362312"/>
                <a:gd name="connsiteY28" fmla="*/ 190243 h 361971"/>
                <a:gd name="connsiteX29" fmla="*/ 113741 w 362312"/>
                <a:gd name="connsiteY29" fmla="*/ 167899 h 361971"/>
                <a:gd name="connsiteX30" fmla="*/ 128438 w 362312"/>
                <a:gd name="connsiteY30" fmla="*/ 107251 h 361971"/>
                <a:gd name="connsiteX31" fmla="*/ 158471 w 362312"/>
                <a:gd name="connsiteY31" fmla="*/ 101505 h 361971"/>
                <a:gd name="connsiteX32" fmla="*/ 173806 w 362312"/>
                <a:gd name="connsiteY32" fmla="*/ 91929 h 361971"/>
                <a:gd name="connsiteX33" fmla="*/ 207034 w 362312"/>
                <a:gd name="connsiteY33" fmla="*/ 110443 h 361971"/>
                <a:gd name="connsiteX34" fmla="*/ 214702 w 362312"/>
                <a:gd name="connsiteY34" fmla="*/ 107889 h 361971"/>
                <a:gd name="connsiteX35" fmla="*/ 248569 w 362312"/>
                <a:gd name="connsiteY35" fmla="*/ 125126 h 361971"/>
                <a:gd name="connsiteX36" fmla="*/ 248569 w 362312"/>
                <a:gd name="connsiteY36" fmla="*/ 125126 h 361971"/>
                <a:gd name="connsiteX37" fmla="*/ 281157 w 362312"/>
                <a:gd name="connsiteY37" fmla="*/ 224078 h 361971"/>
                <a:gd name="connsiteX38" fmla="*/ 279880 w 362312"/>
                <a:gd name="connsiteY38" fmla="*/ 245145 h 361971"/>
                <a:gd name="connsiteX39" fmla="*/ 279880 w 362312"/>
                <a:gd name="connsiteY39" fmla="*/ 24514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0438"/>
                    <a:pt x="281796" y="0"/>
                    <a:pt x="181474" y="0"/>
                  </a:cubicBezTo>
                  <a:close/>
                  <a:moveTo>
                    <a:pt x="279880" y="245145"/>
                  </a:moveTo>
                  <a:cubicBezTo>
                    <a:pt x="276685" y="251529"/>
                    <a:pt x="270934" y="256636"/>
                    <a:pt x="263905" y="258551"/>
                  </a:cubicBezTo>
                  <a:lnTo>
                    <a:pt x="231315" y="269404"/>
                  </a:lnTo>
                  <a:cubicBezTo>
                    <a:pt x="228760" y="270042"/>
                    <a:pt x="225565" y="270681"/>
                    <a:pt x="223009" y="270681"/>
                  </a:cubicBezTo>
                  <a:cubicBezTo>
                    <a:pt x="218536" y="270681"/>
                    <a:pt x="214702" y="269404"/>
                    <a:pt x="210868" y="267489"/>
                  </a:cubicBezTo>
                  <a:cubicBezTo>
                    <a:pt x="204478" y="264297"/>
                    <a:pt x="199366" y="258551"/>
                    <a:pt x="197449" y="251529"/>
                  </a:cubicBezTo>
                  <a:lnTo>
                    <a:pt x="175084" y="182582"/>
                  </a:lnTo>
                  <a:cubicBezTo>
                    <a:pt x="169972" y="185774"/>
                    <a:pt x="164221" y="188327"/>
                    <a:pt x="157831" y="188966"/>
                  </a:cubicBezTo>
                  <a:lnTo>
                    <a:pt x="126521" y="254721"/>
                  </a:lnTo>
                  <a:cubicBezTo>
                    <a:pt x="123326" y="263658"/>
                    <a:pt x="115019" y="269404"/>
                    <a:pt x="105434" y="270042"/>
                  </a:cubicBezTo>
                  <a:cubicBezTo>
                    <a:pt x="102239" y="270042"/>
                    <a:pt x="99044" y="269404"/>
                    <a:pt x="96488" y="268127"/>
                  </a:cubicBezTo>
                  <a:lnTo>
                    <a:pt x="95210" y="267489"/>
                  </a:lnTo>
                  <a:lnTo>
                    <a:pt x="93293" y="266850"/>
                  </a:lnTo>
                  <a:lnTo>
                    <a:pt x="92654" y="266850"/>
                  </a:lnTo>
                  <a:cubicBezTo>
                    <a:pt x="92015" y="266212"/>
                    <a:pt x="91376" y="266212"/>
                    <a:pt x="90737" y="265574"/>
                  </a:cubicBezTo>
                  <a:cubicBezTo>
                    <a:pt x="80513" y="258551"/>
                    <a:pt x="77318" y="245145"/>
                    <a:pt x="82430" y="233654"/>
                  </a:cubicBezTo>
                  <a:cubicBezTo>
                    <a:pt x="83069" y="233015"/>
                    <a:pt x="83708" y="231738"/>
                    <a:pt x="84347" y="231100"/>
                  </a:cubicBezTo>
                  <a:lnTo>
                    <a:pt x="92654" y="224716"/>
                  </a:lnTo>
                  <a:lnTo>
                    <a:pt x="92015" y="214502"/>
                  </a:lnTo>
                  <a:cubicBezTo>
                    <a:pt x="92015" y="212587"/>
                    <a:pt x="92654" y="210671"/>
                    <a:pt x="94571" y="209395"/>
                  </a:cubicBezTo>
                  <a:lnTo>
                    <a:pt x="102878" y="203011"/>
                  </a:lnTo>
                  <a:lnTo>
                    <a:pt x="102239" y="193435"/>
                  </a:lnTo>
                  <a:cubicBezTo>
                    <a:pt x="102239" y="192158"/>
                    <a:pt x="102239" y="191519"/>
                    <a:pt x="102878" y="190243"/>
                  </a:cubicBezTo>
                  <a:lnTo>
                    <a:pt x="113741" y="167899"/>
                  </a:lnTo>
                  <a:cubicBezTo>
                    <a:pt x="100961" y="146832"/>
                    <a:pt x="107351" y="120019"/>
                    <a:pt x="128438" y="107251"/>
                  </a:cubicBezTo>
                  <a:cubicBezTo>
                    <a:pt x="137384" y="101505"/>
                    <a:pt x="148246" y="99590"/>
                    <a:pt x="158471" y="101505"/>
                  </a:cubicBezTo>
                  <a:cubicBezTo>
                    <a:pt x="162305" y="97037"/>
                    <a:pt x="168056" y="93206"/>
                    <a:pt x="173806" y="91929"/>
                  </a:cubicBezTo>
                  <a:cubicBezTo>
                    <a:pt x="187864" y="88099"/>
                    <a:pt x="203200" y="96398"/>
                    <a:pt x="207034" y="110443"/>
                  </a:cubicBezTo>
                  <a:lnTo>
                    <a:pt x="214702" y="107889"/>
                  </a:lnTo>
                  <a:cubicBezTo>
                    <a:pt x="228760" y="103421"/>
                    <a:pt x="244095" y="111081"/>
                    <a:pt x="248569" y="125126"/>
                  </a:cubicBezTo>
                  <a:cubicBezTo>
                    <a:pt x="248569" y="125126"/>
                    <a:pt x="248569" y="125126"/>
                    <a:pt x="248569" y="125126"/>
                  </a:cubicBezTo>
                  <a:lnTo>
                    <a:pt x="281157" y="224078"/>
                  </a:lnTo>
                  <a:cubicBezTo>
                    <a:pt x="283713" y="231738"/>
                    <a:pt x="283075" y="238761"/>
                    <a:pt x="279880" y="245145"/>
                  </a:cubicBezTo>
                  <a:lnTo>
                    <a:pt x="279880" y="245145"/>
                  </a:lnTo>
                  <a:close/>
                </a:path>
              </a:pathLst>
            </a:custGeom>
            <a:solidFill>
              <a:srgbClr val="43B02A"/>
            </a:solidFill>
            <a:ln w="6390" cap="flat">
              <a:noFill/>
              <a:prstDash val="solid"/>
              <a:miter/>
            </a:ln>
          </p:spPr>
          <p:txBody>
            <a:bodyPr rtlCol="0" anchor="ctr"/>
            <a:lstStyle/>
            <a:p>
              <a:endParaRPr lang="en-US"/>
            </a:p>
          </p:txBody>
        </p:sp>
      </p:grpSp>
      <p:grpSp>
        <p:nvGrpSpPr>
          <p:cNvPr id="1168" name="Graphic 4">
            <a:extLst>
              <a:ext uri="{FF2B5EF4-FFF2-40B4-BE49-F238E27FC236}">
                <a16:creationId xmlns:a16="http://schemas.microsoft.com/office/drawing/2014/main" id="{93641985-3AEE-6546-93A3-49B03E22899B}"/>
              </a:ext>
            </a:extLst>
          </p:cNvPr>
          <p:cNvGrpSpPr/>
          <p:nvPr/>
        </p:nvGrpSpPr>
        <p:grpSpPr>
          <a:xfrm>
            <a:off x="6758898" y="918179"/>
            <a:ext cx="362313" cy="361971"/>
            <a:chOff x="5708130" y="918179"/>
            <a:chExt cx="362313" cy="361971"/>
          </a:xfrm>
          <a:solidFill>
            <a:srgbClr val="43B02A"/>
          </a:solidFill>
        </p:grpSpPr>
        <p:sp>
          <p:nvSpPr>
            <p:cNvPr id="1169" name="Graphic 4">
              <a:extLst>
                <a:ext uri="{FF2B5EF4-FFF2-40B4-BE49-F238E27FC236}">
                  <a16:creationId xmlns:a16="http://schemas.microsoft.com/office/drawing/2014/main" id="{C0D5F4F4-24AF-9C40-8864-B213C153622F}"/>
                </a:ext>
              </a:extLst>
            </p:cNvPr>
            <p:cNvSpPr/>
            <p:nvPr/>
          </p:nvSpPr>
          <p:spPr>
            <a:xfrm>
              <a:off x="5708130" y="918179"/>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lnTo>
                    <a:pt x="349530" y="180667"/>
                  </a:lnTo>
                  <a:cubicBezTo>
                    <a:pt x="349530" y="273873"/>
                    <a:pt x="274767" y="349204"/>
                    <a:pt x="181474" y="349204"/>
                  </a:cubicBezTo>
                  <a:close/>
                </a:path>
              </a:pathLst>
            </a:custGeom>
            <a:solidFill>
              <a:srgbClr val="43B02A"/>
            </a:solidFill>
            <a:ln w="6390" cap="flat">
              <a:noFill/>
              <a:prstDash val="solid"/>
              <a:miter/>
            </a:ln>
          </p:spPr>
          <p:txBody>
            <a:bodyPr rtlCol="0" anchor="ctr"/>
            <a:lstStyle/>
            <a:p>
              <a:endParaRPr lang="en-US"/>
            </a:p>
          </p:txBody>
        </p:sp>
        <p:sp>
          <p:nvSpPr>
            <p:cNvPr id="1170" name="Graphic 4">
              <a:extLst>
                <a:ext uri="{FF2B5EF4-FFF2-40B4-BE49-F238E27FC236}">
                  <a16:creationId xmlns:a16="http://schemas.microsoft.com/office/drawing/2014/main" id="{F502714E-22FD-6D48-8929-AD8290A8AA3A}"/>
                </a:ext>
              </a:extLst>
            </p:cNvPr>
            <p:cNvSpPr/>
            <p:nvPr/>
          </p:nvSpPr>
          <p:spPr>
            <a:xfrm>
              <a:off x="5781615" y="1013938"/>
              <a:ext cx="215340" cy="170452"/>
            </a:xfrm>
            <a:custGeom>
              <a:avLst/>
              <a:gdLst>
                <a:gd name="connsiteX0" fmla="*/ 215341 w 215340"/>
                <a:gd name="connsiteY0" fmla="*/ 99590 h 170452"/>
                <a:gd name="connsiteX1" fmla="*/ 185308 w 215340"/>
                <a:gd name="connsiteY1" fmla="*/ 58733 h 170452"/>
                <a:gd name="connsiteX2" fmla="*/ 184030 w 215340"/>
                <a:gd name="connsiteY2" fmla="*/ 55541 h 170452"/>
                <a:gd name="connsiteX3" fmla="*/ 194254 w 215340"/>
                <a:gd name="connsiteY3" fmla="*/ 55541 h 170452"/>
                <a:gd name="connsiteX4" fmla="*/ 200644 w 215340"/>
                <a:gd name="connsiteY4" fmla="*/ 49157 h 170452"/>
                <a:gd name="connsiteX5" fmla="*/ 194254 w 215340"/>
                <a:gd name="connsiteY5" fmla="*/ 42773 h 170452"/>
                <a:gd name="connsiteX6" fmla="*/ 179557 w 215340"/>
                <a:gd name="connsiteY6" fmla="*/ 42773 h 170452"/>
                <a:gd name="connsiteX7" fmla="*/ 171250 w 215340"/>
                <a:gd name="connsiteY7" fmla="*/ 18514 h 170452"/>
                <a:gd name="connsiteX8" fmla="*/ 170611 w 215340"/>
                <a:gd name="connsiteY8" fmla="*/ 17875 h 170452"/>
                <a:gd name="connsiteX9" fmla="*/ 143135 w 215340"/>
                <a:gd name="connsiteY9" fmla="*/ 0 h 170452"/>
                <a:gd name="connsiteX10" fmla="*/ 71567 w 215340"/>
                <a:gd name="connsiteY10" fmla="*/ 0 h 170452"/>
                <a:gd name="connsiteX11" fmla="*/ 44730 w 215340"/>
                <a:gd name="connsiteY11" fmla="*/ 17875 h 170452"/>
                <a:gd name="connsiteX12" fmla="*/ 44091 w 215340"/>
                <a:gd name="connsiteY12" fmla="*/ 18514 h 170452"/>
                <a:gd name="connsiteX13" fmla="*/ 35784 w 215340"/>
                <a:gd name="connsiteY13" fmla="*/ 42773 h 170452"/>
                <a:gd name="connsiteX14" fmla="*/ 21087 w 215340"/>
                <a:gd name="connsiteY14" fmla="*/ 42773 h 170452"/>
                <a:gd name="connsiteX15" fmla="*/ 14697 w 215340"/>
                <a:gd name="connsiteY15" fmla="*/ 49157 h 170452"/>
                <a:gd name="connsiteX16" fmla="*/ 21087 w 215340"/>
                <a:gd name="connsiteY16" fmla="*/ 55541 h 170452"/>
                <a:gd name="connsiteX17" fmla="*/ 31311 w 215340"/>
                <a:gd name="connsiteY17" fmla="*/ 55541 h 170452"/>
                <a:gd name="connsiteX18" fmla="*/ 30033 w 215340"/>
                <a:gd name="connsiteY18" fmla="*/ 58733 h 170452"/>
                <a:gd name="connsiteX19" fmla="*/ 0 w 215340"/>
                <a:gd name="connsiteY19" fmla="*/ 99590 h 170452"/>
                <a:gd name="connsiteX20" fmla="*/ 0 w 215340"/>
                <a:gd name="connsiteY20" fmla="*/ 120657 h 170452"/>
                <a:gd name="connsiteX21" fmla="*/ 3834 w 215340"/>
                <a:gd name="connsiteY21" fmla="*/ 129595 h 170452"/>
                <a:gd name="connsiteX22" fmla="*/ 7668 w 215340"/>
                <a:gd name="connsiteY22" fmla="*/ 132787 h 170452"/>
                <a:gd name="connsiteX23" fmla="*/ 7029 w 215340"/>
                <a:gd name="connsiteY23" fmla="*/ 135340 h 170452"/>
                <a:gd name="connsiteX24" fmla="*/ 7029 w 215340"/>
                <a:gd name="connsiteY24" fmla="*/ 164068 h 170452"/>
                <a:gd name="connsiteX25" fmla="*/ 13419 w 215340"/>
                <a:gd name="connsiteY25" fmla="*/ 170452 h 170452"/>
                <a:gd name="connsiteX26" fmla="*/ 49203 w 215340"/>
                <a:gd name="connsiteY26" fmla="*/ 170452 h 170452"/>
                <a:gd name="connsiteX27" fmla="*/ 55593 w 215340"/>
                <a:gd name="connsiteY27" fmla="*/ 164068 h 170452"/>
                <a:gd name="connsiteX28" fmla="*/ 55593 w 215340"/>
                <a:gd name="connsiteY28" fmla="*/ 146193 h 170452"/>
                <a:gd name="connsiteX29" fmla="*/ 109907 w 215340"/>
                <a:gd name="connsiteY29" fmla="*/ 148747 h 170452"/>
                <a:gd name="connsiteX30" fmla="*/ 157832 w 215340"/>
                <a:gd name="connsiteY30" fmla="*/ 146832 h 170452"/>
                <a:gd name="connsiteX31" fmla="*/ 157832 w 215340"/>
                <a:gd name="connsiteY31" fmla="*/ 164068 h 170452"/>
                <a:gd name="connsiteX32" fmla="*/ 164221 w 215340"/>
                <a:gd name="connsiteY32" fmla="*/ 170452 h 170452"/>
                <a:gd name="connsiteX33" fmla="*/ 200005 w 215340"/>
                <a:gd name="connsiteY33" fmla="*/ 170452 h 170452"/>
                <a:gd name="connsiteX34" fmla="*/ 206395 w 215340"/>
                <a:gd name="connsiteY34" fmla="*/ 164068 h 170452"/>
                <a:gd name="connsiteX35" fmla="*/ 206395 w 215340"/>
                <a:gd name="connsiteY35" fmla="*/ 135340 h 170452"/>
                <a:gd name="connsiteX36" fmla="*/ 206395 w 215340"/>
                <a:gd name="connsiteY36" fmla="*/ 134702 h 170452"/>
                <a:gd name="connsiteX37" fmla="*/ 211507 w 215340"/>
                <a:gd name="connsiteY37" fmla="*/ 129595 h 170452"/>
                <a:gd name="connsiteX38" fmla="*/ 214063 w 215340"/>
                <a:gd name="connsiteY38" fmla="*/ 120657 h 170452"/>
                <a:gd name="connsiteX39" fmla="*/ 215341 w 215340"/>
                <a:gd name="connsiteY39" fmla="*/ 99590 h 170452"/>
                <a:gd name="connsiteX40" fmla="*/ 56231 w 215340"/>
                <a:gd name="connsiteY40" fmla="*/ 22982 h 170452"/>
                <a:gd name="connsiteX41" fmla="*/ 72206 w 215340"/>
                <a:gd name="connsiteY41" fmla="*/ 12130 h 170452"/>
                <a:gd name="connsiteX42" fmla="*/ 143774 w 215340"/>
                <a:gd name="connsiteY42" fmla="*/ 12130 h 170452"/>
                <a:gd name="connsiteX43" fmla="*/ 159748 w 215340"/>
                <a:gd name="connsiteY43" fmla="*/ 22982 h 170452"/>
                <a:gd name="connsiteX44" fmla="*/ 171250 w 215340"/>
                <a:gd name="connsiteY44" fmla="*/ 56818 h 170452"/>
                <a:gd name="connsiteX45" fmla="*/ 45369 w 215340"/>
                <a:gd name="connsiteY45" fmla="*/ 56818 h 170452"/>
                <a:gd name="connsiteX46" fmla="*/ 56231 w 215340"/>
                <a:gd name="connsiteY46" fmla="*/ 22982 h 170452"/>
                <a:gd name="connsiteX47" fmla="*/ 44091 w 215340"/>
                <a:gd name="connsiteY47" fmla="*/ 157684 h 170452"/>
                <a:gd name="connsiteX48" fmla="*/ 21087 w 215340"/>
                <a:gd name="connsiteY48" fmla="*/ 157684 h 170452"/>
                <a:gd name="connsiteX49" fmla="*/ 21087 w 215340"/>
                <a:gd name="connsiteY49" fmla="*/ 139171 h 170452"/>
                <a:gd name="connsiteX50" fmla="*/ 44091 w 215340"/>
                <a:gd name="connsiteY50" fmla="*/ 144916 h 170452"/>
                <a:gd name="connsiteX51" fmla="*/ 44091 w 215340"/>
                <a:gd name="connsiteY51" fmla="*/ 157684 h 170452"/>
                <a:gd name="connsiteX52" fmla="*/ 194893 w 215340"/>
                <a:gd name="connsiteY52" fmla="*/ 157684 h 170452"/>
                <a:gd name="connsiteX53" fmla="*/ 171889 w 215340"/>
                <a:gd name="connsiteY53" fmla="*/ 157684 h 170452"/>
                <a:gd name="connsiteX54" fmla="*/ 171889 w 215340"/>
                <a:gd name="connsiteY54" fmla="*/ 145555 h 170452"/>
                <a:gd name="connsiteX55" fmla="*/ 194893 w 215340"/>
                <a:gd name="connsiteY55" fmla="*/ 140448 h 170452"/>
                <a:gd name="connsiteX56" fmla="*/ 194893 w 215340"/>
                <a:gd name="connsiteY56" fmla="*/ 157684 h 170452"/>
                <a:gd name="connsiteX57" fmla="*/ 111185 w 215340"/>
                <a:gd name="connsiteY57" fmla="*/ 135979 h 170452"/>
                <a:gd name="connsiteX58" fmla="*/ 13419 w 215340"/>
                <a:gd name="connsiteY58" fmla="*/ 120019 h 170452"/>
                <a:gd name="connsiteX59" fmla="*/ 13419 w 215340"/>
                <a:gd name="connsiteY59" fmla="*/ 98952 h 170452"/>
                <a:gd name="connsiteX60" fmla="*/ 41535 w 215340"/>
                <a:gd name="connsiteY60" fmla="*/ 69585 h 170452"/>
                <a:gd name="connsiteX61" fmla="*/ 173806 w 215340"/>
                <a:gd name="connsiteY61" fmla="*/ 69585 h 170452"/>
                <a:gd name="connsiteX62" fmla="*/ 201922 w 215340"/>
                <a:gd name="connsiteY62" fmla="*/ 98952 h 170452"/>
                <a:gd name="connsiteX63" fmla="*/ 201922 w 215340"/>
                <a:gd name="connsiteY63" fmla="*/ 120657 h 170452"/>
                <a:gd name="connsiteX64" fmla="*/ 201922 w 215340"/>
                <a:gd name="connsiteY64" fmla="*/ 121934 h 170452"/>
                <a:gd name="connsiteX65" fmla="*/ 111185 w 215340"/>
                <a:gd name="connsiteY65" fmla="*/ 135979 h 170452"/>
                <a:gd name="connsiteX66" fmla="*/ 111185 w 215340"/>
                <a:gd name="connsiteY66" fmla="*/ 135979 h 17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15340" h="170452">
                  <a:moveTo>
                    <a:pt x="215341" y="99590"/>
                  </a:moveTo>
                  <a:cubicBezTo>
                    <a:pt x="215341" y="81077"/>
                    <a:pt x="203200" y="64478"/>
                    <a:pt x="185308" y="58733"/>
                  </a:cubicBezTo>
                  <a:lnTo>
                    <a:pt x="184030" y="55541"/>
                  </a:lnTo>
                  <a:lnTo>
                    <a:pt x="194254" y="55541"/>
                  </a:lnTo>
                  <a:cubicBezTo>
                    <a:pt x="198088" y="55541"/>
                    <a:pt x="200644" y="52987"/>
                    <a:pt x="200644" y="49157"/>
                  </a:cubicBezTo>
                  <a:cubicBezTo>
                    <a:pt x="200644" y="45326"/>
                    <a:pt x="198088" y="42773"/>
                    <a:pt x="194254" y="42773"/>
                  </a:cubicBezTo>
                  <a:lnTo>
                    <a:pt x="179557" y="42773"/>
                  </a:lnTo>
                  <a:lnTo>
                    <a:pt x="171250" y="18514"/>
                  </a:lnTo>
                  <a:cubicBezTo>
                    <a:pt x="171250" y="17875"/>
                    <a:pt x="171250" y="17875"/>
                    <a:pt x="170611" y="17875"/>
                  </a:cubicBezTo>
                  <a:cubicBezTo>
                    <a:pt x="169973" y="17237"/>
                    <a:pt x="161027" y="0"/>
                    <a:pt x="143135" y="0"/>
                  </a:cubicBezTo>
                  <a:lnTo>
                    <a:pt x="71567" y="0"/>
                  </a:lnTo>
                  <a:cubicBezTo>
                    <a:pt x="54314" y="0"/>
                    <a:pt x="44730" y="17237"/>
                    <a:pt x="44730" y="17875"/>
                  </a:cubicBezTo>
                  <a:cubicBezTo>
                    <a:pt x="44730" y="17875"/>
                    <a:pt x="44091" y="18514"/>
                    <a:pt x="44091" y="18514"/>
                  </a:cubicBezTo>
                  <a:lnTo>
                    <a:pt x="35784" y="42773"/>
                  </a:lnTo>
                  <a:lnTo>
                    <a:pt x="21087" y="42773"/>
                  </a:lnTo>
                  <a:cubicBezTo>
                    <a:pt x="17253" y="42773"/>
                    <a:pt x="14697" y="45326"/>
                    <a:pt x="14697" y="49157"/>
                  </a:cubicBezTo>
                  <a:cubicBezTo>
                    <a:pt x="14697" y="52987"/>
                    <a:pt x="17253" y="55541"/>
                    <a:pt x="21087" y="55541"/>
                  </a:cubicBezTo>
                  <a:lnTo>
                    <a:pt x="31311" y="55541"/>
                  </a:lnTo>
                  <a:lnTo>
                    <a:pt x="30033" y="58733"/>
                  </a:lnTo>
                  <a:cubicBezTo>
                    <a:pt x="12141" y="63840"/>
                    <a:pt x="0" y="80438"/>
                    <a:pt x="0" y="99590"/>
                  </a:cubicBezTo>
                  <a:lnTo>
                    <a:pt x="0" y="120657"/>
                  </a:lnTo>
                  <a:cubicBezTo>
                    <a:pt x="0" y="123849"/>
                    <a:pt x="1278" y="127680"/>
                    <a:pt x="3834" y="129595"/>
                  </a:cubicBezTo>
                  <a:cubicBezTo>
                    <a:pt x="5112" y="130872"/>
                    <a:pt x="6390" y="131510"/>
                    <a:pt x="7668" y="132787"/>
                  </a:cubicBezTo>
                  <a:cubicBezTo>
                    <a:pt x="7668" y="133425"/>
                    <a:pt x="7029" y="134702"/>
                    <a:pt x="7029" y="135340"/>
                  </a:cubicBezTo>
                  <a:lnTo>
                    <a:pt x="7029" y="164068"/>
                  </a:lnTo>
                  <a:cubicBezTo>
                    <a:pt x="7029" y="167899"/>
                    <a:pt x="9585" y="170452"/>
                    <a:pt x="13419" y="170452"/>
                  </a:cubicBezTo>
                  <a:lnTo>
                    <a:pt x="49203" y="170452"/>
                  </a:lnTo>
                  <a:cubicBezTo>
                    <a:pt x="53036" y="170452"/>
                    <a:pt x="55593" y="167899"/>
                    <a:pt x="55593" y="164068"/>
                  </a:cubicBezTo>
                  <a:lnTo>
                    <a:pt x="55593" y="146193"/>
                  </a:lnTo>
                  <a:cubicBezTo>
                    <a:pt x="73484" y="148108"/>
                    <a:pt x="92015" y="148747"/>
                    <a:pt x="109907" y="148747"/>
                  </a:cubicBezTo>
                  <a:cubicBezTo>
                    <a:pt x="128438" y="148747"/>
                    <a:pt x="143774" y="148108"/>
                    <a:pt x="157832" y="146832"/>
                  </a:cubicBezTo>
                  <a:lnTo>
                    <a:pt x="157832" y="164068"/>
                  </a:lnTo>
                  <a:cubicBezTo>
                    <a:pt x="157832" y="167899"/>
                    <a:pt x="160388" y="170452"/>
                    <a:pt x="164221" y="170452"/>
                  </a:cubicBezTo>
                  <a:lnTo>
                    <a:pt x="200005" y="170452"/>
                  </a:lnTo>
                  <a:cubicBezTo>
                    <a:pt x="203839" y="170452"/>
                    <a:pt x="206395" y="167899"/>
                    <a:pt x="206395" y="164068"/>
                  </a:cubicBezTo>
                  <a:lnTo>
                    <a:pt x="206395" y="135340"/>
                  </a:lnTo>
                  <a:cubicBezTo>
                    <a:pt x="206395" y="135340"/>
                    <a:pt x="206395" y="134702"/>
                    <a:pt x="206395" y="134702"/>
                  </a:cubicBezTo>
                  <a:cubicBezTo>
                    <a:pt x="208312" y="133425"/>
                    <a:pt x="210229" y="131510"/>
                    <a:pt x="211507" y="129595"/>
                  </a:cubicBezTo>
                  <a:cubicBezTo>
                    <a:pt x="213424" y="127041"/>
                    <a:pt x="214063" y="123849"/>
                    <a:pt x="214063" y="120657"/>
                  </a:cubicBezTo>
                  <a:lnTo>
                    <a:pt x="215341" y="99590"/>
                  </a:lnTo>
                  <a:close/>
                  <a:moveTo>
                    <a:pt x="56231" y="22982"/>
                  </a:moveTo>
                  <a:cubicBezTo>
                    <a:pt x="59426" y="17237"/>
                    <a:pt x="65177" y="13406"/>
                    <a:pt x="72206" y="12130"/>
                  </a:cubicBezTo>
                  <a:lnTo>
                    <a:pt x="143774" y="12130"/>
                  </a:lnTo>
                  <a:cubicBezTo>
                    <a:pt x="150164" y="12768"/>
                    <a:pt x="156553" y="16598"/>
                    <a:pt x="159748" y="22982"/>
                  </a:cubicBezTo>
                  <a:lnTo>
                    <a:pt x="171250" y="56818"/>
                  </a:lnTo>
                  <a:lnTo>
                    <a:pt x="45369" y="56818"/>
                  </a:lnTo>
                  <a:lnTo>
                    <a:pt x="56231" y="22982"/>
                  </a:lnTo>
                  <a:close/>
                  <a:moveTo>
                    <a:pt x="44091" y="157684"/>
                  </a:moveTo>
                  <a:lnTo>
                    <a:pt x="21087" y="157684"/>
                  </a:lnTo>
                  <a:lnTo>
                    <a:pt x="21087" y="139171"/>
                  </a:lnTo>
                  <a:cubicBezTo>
                    <a:pt x="28755" y="141724"/>
                    <a:pt x="36423" y="143640"/>
                    <a:pt x="44091" y="144916"/>
                  </a:cubicBezTo>
                  <a:lnTo>
                    <a:pt x="44091" y="157684"/>
                  </a:lnTo>
                  <a:close/>
                  <a:moveTo>
                    <a:pt x="194893" y="157684"/>
                  </a:moveTo>
                  <a:lnTo>
                    <a:pt x="171889" y="157684"/>
                  </a:lnTo>
                  <a:lnTo>
                    <a:pt x="171889" y="145555"/>
                  </a:lnTo>
                  <a:cubicBezTo>
                    <a:pt x="179557" y="144278"/>
                    <a:pt x="187225" y="143001"/>
                    <a:pt x="194893" y="140448"/>
                  </a:cubicBezTo>
                  <a:lnTo>
                    <a:pt x="194893" y="157684"/>
                  </a:lnTo>
                  <a:close/>
                  <a:moveTo>
                    <a:pt x="111185" y="135979"/>
                  </a:moveTo>
                  <a:cubicBezTo>
                    <a:pt x="26838" y="135979"/>
                    <a:pt x="14697" y="121934"/>
                    <a:pt x="13419" y="120019"/>
                  </a:cubicBezTo>
                  <a:lnTo>
                    <a:pt x="13419" y="98952"/>
                  </a:lnTo>
                  <a:cubicBezTo>
                    <a:pt x="12780" y="82992"/>
                    <a:pt x="25560" y="69585"/>
                    <a:pt x="41535" y="69585"/>
                  </a:cubicBezTo>
                  <a:lnTo>
                    <a:pt x="173806" y="69585"/>
                  </a:lnTo>
                  <a:cubicBezTo>
                    <a:pt x="189781" y="70224"/>
                    <a:pt x="202561" y="82992"/>
                    <a:pt x="201922" y="98952"/>
                  </a:cubicBezTo>
                  <a:lnTo>
                    <a:pt x="201922" y="120657"/>
                  </a:lnTo>
                  <a:cubicBezTo>
                    <a:pt x="201922" y="121296"/>
                    <a:pt x="201922" y="121296"/>
                    <a:pt x="201922" y="121934"/>
                  </a:cubicBezTo>
                  <a:cubicBezTo>
                    <a:pt x="201283" y="123849"/>
                    <a:pt x="191059" y="135979"/>
                    <a:pt x="111185" y="135979"/>
                  </a:cubicBezTo>
                  <a:lnTo>
                    <a:pt x="111185" y="135979"/>
                  </a:lnTo>
                  <a:close/>
                </a:path>
              </a:pathLst>
            </a:custGeom>
            <a:solidFill>
              <a:srgbClr val="43B02A"/>
            </a:solidFill>
            <a:ln w="6390" cap="flat">
              <a:noFill/>
              <a:prstDash val="solid"/>
              <a:miter/>
            </a:ln>
          </p:spPr>
          <p:txBody>
            <a:bodyPr rtlCol="0" anchor="ctr"/>
            <a:lstStyle/>
            <a:p>
              <a:endParaRPr lang="en-US"/>
            </a:p>
          </p:txBody>
        </p:sp>
        <p:sp>
          <p:nvSpPr>
            <p:cNvPr id="1171" name="Graphic 4">
              <a:extLst>
                <a:ext uri="{FF2B5EF4-FFF2-40B4-BE49-F238E27FC236}">
                  <a16:creationId xmlns:a16="http://schemas.microsoft.com/office/drawing/2014/main" id="{AE7C788C-E5BA-9144-A4E7-EB7B6779E2CC}"/>
                </a:ext>
              </a:extLst>
            </p:cNvPr>
            <p:cNvSpPr/>
            <p:nvPr/>
          </p:nvSpPr>
          <p:spPr>
            <a:xfrm>
              <a:off x="5861489" y="1107145"/>
              <a:ext cx="56231" cy="12767"/>
            </a:xfrm>
            <a:custGeom>
              <a:avLst/>
              <a:gdLst>
                <a:gd name="connsiteX0" fmla="*/ 49841 w 56231"/>
                <a:gd name="connsiteY0" fmla="*/ 0 h 12767"/>
                <a:gd name="connsiteX1" fmla="*/ 6390 w 56231"/>
                <a:gd name="connsiteY1" fmla="*/ 0 h 12767"/>
                <a:gd name="connsiteX2" fmla="*/ 0 w 56231"/>
                <a:gd name="connsiteY2" fmla="*/ 6384 h 12767"/>
                <a:gd name="connsiteX3" fmla="*/ 6390 w 56231"/>
                <a:gd name="connsiteY3" fmla="*/ 12768 h 12767"/>
                <a:gd name="connsiteX4" fmla="*/ 49841 w 56231"/>
                <a:gd name="connsiteY4" fmla="*/ 12768 h 12767"/>
                <a:gd name="connsiteX5" fmla="*/ 56231 w 56231"/>
                <a:gd name="connsiteY5" fmla="*/ 6384 h 12767"/>
                <a:gd name="connsiteX6" fmla="*/ 49841 w 56231"/>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231" h="12767">
                  <a:moveTo>
                    <a:pt x="49841" y="0"/>
                  </a:moveTo>
                  <a:lnTo>
                    <a:pt x="6390" y="0"/>
                  </a:lnTo>
                  <a:cubicBezTo>
                    <a:pt x="2556" y="0"/>
                    <a:pt x="0" y="2554"/>
                    <a:pt x="0" y="6384"/>
                  </a:cubicBezTo>
                  <a:cubicBezTo>
                    <a:pt x="0" y="10214"/>
                    <a:pt x="2556" y="12768"/>
                    <a:pt x="6390" y="12768"/>
                  </a:cubicBezTo>
                  <a:lnTo>
                    <a:pt x="49841" y="12768"/>
                  </a:lnTo>
                  <a:cubicBezTo>
                    <a:pt x="53676" y="12768"/>
                    <a:pt x="56231" y="10214"/>
                    <a:pt x="56231" y="6384"/>
                  </a:cubicBezTo>
                  <a:cubicBezTo>
                    <a:pt x="56231" y="2554"/>
                    <a:pt x="53036" y="0"/>
                    <a:pt x="49841" y="0"/>
                  </a:cubicBezTo>
                  <a:close/>
                </a:path>
              </a:pathLst>
            </a:custGeom>
            <a:solidFill>
              <a:srgbClr val="43B02A"/>
            </a:solidFill>
            <a:ln w="6390" cap="flat">
              <a:noFill/>
              <a:prstDash val="solid"/>
              <a:miter/>
            </a:ln>
          </p:spPr>
          <p:txBody>
            <a:bodyPr rtlCol="0" anchor="ctr"/>
            <a:lstStyle/>
            <a:p>
              <a:endParaRPr lang="en-US"/>
            </a:p>
          </p:txBody>
        </p:sp>
        <p:sp>
          <p:nvSpPr>
            <p:cNvPr id="1172" name="Graphic 4">
              <a:extLst>
                <a:ext uri="{FF2B5EF4-FFF2-40B4-BE49-F238E27FC236}">
                  <a16:creationId xmlns:a16="http://schemas.microsoft.com/office/drawing/2014/main" id="{6EB2EF55-8006-5949-A3B1-3F1A028CC0AD}"/>
                </a:ext>
              </a:extLst>
            </p:cNvPr>
            <p:cNvSpPr/>
            <p:nvPr/>
          </p:nvSpPr>
          <p:spPr>
            <a:xfrm>
              <a:off x="5811647" y="1100122"/>
              <a:ext cx="26837" cy="26812"/>
            </a:xfrm>
            <a:custGeom>
              <a:avLst/>
              <a:gdLst>
                <a:gd name="connsiteX0" fmla="*/ 13419 w 26837"/>
                <a:gd name="connsiteY0" fmla="*/ 0 h 26812"/>
                <a:gd name="connsiteX1" fmla="*/ 0 w 26837"/>
                <a:gd name="connsiteY1" fmla="*/ 13406 h 26812"/>
                <a:gd name="connsiteX2" fmla="*/ 13419 w 26837"/>
                <a:gd name="connsiteY2" fmla="*/ 26813 h 26812"/>
                <a:gd name="connsiteX3" fmla="*/ 26838 w 26837"/>
                <a:gd name="connsiteY3" fmla="*/ 13406 h 26812"/>
                <a:gd name="connsiteX4" fmla="*/ 13419 w 26837"/>
                <a:gd name="connsiteY4" fmla="*/ 0 h 26812"/>
                <a:gd name="connsiteX5" fmla="*/ 13419 w 26837"/>
                <a:gd name="connsiteY5" fmla="*/ 0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37" h="26812">
                  <a:moveTo>
                    <a:pt x="13419" y="0"/>
                  </a:moveTo>
                  <a:cubicBezTo>
                    <a:pt x="6390" y="0"/>
                    <a:pt x="0" y="5746"/>
                    <a:pt x="0" y="13406"/>
                  </a:cubicBezTo>
                  <a:cubicBezTo>
                    <a:pt x="0" y="20429"/>
                    <a:pt x="5751" y="26813"/>
                    <a:pt x="13419" y="26813"/>
                  </a:cubicBezTo>
                  <a:cubicBezTo>
                    <a:pt x="20448" y="26813"/>
                    <a:pt x="26838" y="21067"/>
                    <a:pt x="26838" y="13406"/>
                  </a:cubicBezTo>
                  <a:cubicBezTo>
                    <a:pt x="26838" y="5746"/>
                    <a:pt x="20448" y="0"/>
                    <a:pt x="13419" y="0"/>
                  </a:cubicBezTo>
                  <a:cubicBezTo>
                    <a:pt x="13419" y="0"/>
                    <a:pt x="13419" y="0"/>
                    <a:pt x="13419" y="0"/>
                  </a:cubicBezTo>
                  <a:close/>
                </a:path>
              </a:pathLst>
            </a:custGeom>
            <a:solidFill>
              <a:srgbClr val="43B02A"/>
            </a:solidFill>
            <a:ln w="6390" cap="flat">
              <a:noFill/>
              <a:prstDash val="solid"/>
              <a:miter/>
            </a:ln>
          </p:spPr>
          <p:txBody>
            <a:bodyPr rtlCol="0" anchor="ctr"/>
            <a:lstStyle/>
            <a:p>
              <a:endParaRPr lang="en-US"/>
            </a:p>
          </p:txBody>
        </p:sp>
        <p:sp>
          <p:nvSpPr>
            <p:cNvPr id="1173" name="Graphic 4">
              <a:extLst>
                <a:ext uri="{FF2B5EF4-FFF2-40B4-BE49-F238E27FC236}">
                  <a16:creationId xmlns:a16="http://schemas.microsoft.com/office/drawing/2014/main" id="{449C0AA0-46B0-DD41-8524-3C1E5D5ACFE3}"/>
                </a:ext>
              </a:extLst>
            </p:cNvPr>
            <p:cNvSpPr/>
            <p:nvPr/>
          </p:nvSpPr>
          <p:spPr>
            <a:xfrm>
              <a:off x="5940724" y="1100122"/>
              <a:ext cx="26837" cy="26812"/>
            </a:xfrm>
            <a:custGeom>
              <a:avLst/>
              <a:gdLst>
                <a:gd name="connsiteX0" fmla="*/ 13419 w 26837"/>
                <a:gd name="connsiteY0" fmla="*/ 0 h 26812"/>
                <a:gd name="connsiteX1" fmla="*/ 0 w 26837"/>
                <a:gd name="connsiteY1" fmla="*/ 13406 h 26812"/>
                <a:gd name="connsiteX2" fmla="*/ 13419 w 26837"/>
                <a:gd name="connsiteY2" fmla="*/ 26813 h 26812"/>
                <a:gd name="connsiteX3" fmla="*/ 26838 w 26837"/>
                <a:gd name="connsiteY3" fmla="*/ 13406 h 26812"/>
                <a:gd name="connsiteX4" fmla="*/ 13419 w 26837"/>
                <a:gd name="connsiteY4" fmla="*/ 0 h 26812"/>
                <a:gd name="connsiteX5" fmla="*/ 13419 w 26837"/>
                <a:gd name="connsiteY5" fmla="*/ 0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37" h="26812">
                  <a:moveTo>
                    <a:pt x="13419" y="0"/>
                  </a:moveTo>
                  <a:cubicBezTo>
                    <a:pt x="6390" y="0"/>
                    <a:pt x="0" y="5746"/>
                    <a:pt x="0" y="13406"/>
                  </a:cubicBezTo>
                  <a:cubicBezTo>
                    <a:pt x="0" y="20429"/>
                    <a:pt x="5751" y="26813"/>
                    <a:pt x="13419" y="26813"/>
                  </a:cubicBezTo>
                  <a:cubicBezTo>
                    <a:pt x="20448" y="26813"/>
                    <a:pt x="26838" y="21067"/>
                    <a:pt x="26838" y="13406"/>
                  </a:cubicBezTo>
                  <a:cubicBezTo>
                    <a:pt x="26838" y="5746"/>
                    <a:pt x="21087" y="0"/>
                    <a:pt x="13419" y="0"/>
                  </a:cubicBezTo>
                  <a:cubicBezTo>
                    <a:pt x="13419" y="0"/>
                    <a:pt x="13419" y="0"/>
                    <a:pt x="13419" y="0"/>
                  </a:cubicBezTo>
                  <a:close/>
                </a:path>
              </a:pathLst>
            </a:custGeom>
            <a:solidFill>
              <a:srgbClr val="43B02A"/>
            </a:solidFill>
            <a:ln w="6390" cap="flat">
              <a:noFill/>
              <a:prstDash val="solid"/>
              <a:miter/>
            </a:ln>
          </p:spPr>
          <p:txBody>
            <a:bodyPr rtlCol="0" anchor="ctr"/>
            <a:lstStyle/>
            <a:p>
              <a:endParaRPr lang="en-US"/>
            </a:p>
          </p:txBody>
        </p:sp>
      </p:grpSp>
      <p:grpSp>
        <p:nvGrpSpPr>
          <p:cNvPr id="1174" name="Graphic 4">
            <a:extLst>
              <a:ext uri="{FF2B5EF4-FFF2-40B4-BE49-F238E27FC236}">
                <a16:creationId xmlns:a16="http://schemas.microsoft.com/office/drawing/2014/main" id="{363A2D6F-34F8-004A-A73D-69B53BFBB7DB}"/>
              </a:ext>
            </a:extLst>
          </p:cNvPr>
          <p:cNvGrpSpPr/>
          <p:nvPr/>
        </p:nvGrpSpPr>
        <p:grpSpPr>
          <a:xfrm>
            <a:off x="7197248" y="918179"/>
            <a:ext cx="362309" cy="361971"/>
            <a:chOff x="6146480" y="918179"/>
            <a:chExt cx="362309" cy="361971"/>
          </a:xfrm>
          <a:solidFill>
            <a:srgbClr val="43B02A"/>
          </a:solidFill>
        </p:grpSpPr>
        <p:sp>
          <p:nvSpPr>
            <p:cNvPr id="1175" name="Graphic 4">
              <a:extLst>
                <a:ext uri="{FF2B5EF4-FFF2-40B4-BE49-F238E27FC236}">
                  <a16:creationId xmlns:a16="http://schemas.microsoft.com/office/drawing/2014/main" id="{381175AE-D4AD-F74B-B309-970525B9F340}"/>
                </a:ext>
              </a:extLst>
            </p:cNvPr>
            <p:cNvSpPr/>
            <p:nvPr/>
          </p:nvSpPr>
          <p:spPr>
            <a:xfrm>
              <a:off x="6240412" y="1153109"/>
              <a:ext cx="23004" cy="18513"/>
            </a:xfrm>
            <a:custGeom>
              <a:avLst/>
              <a:gdLst>
                <a:gd name="connsiteX0" fmla="*/ 0 w 23004"/>
                <a:gd name="connsiteY0" fmla="*/ 18514 h 18513"/>
                <a:gd name="connsiteX1" fmla="*/ 23004 w 23004"/>
                <a:gd name="connsiteY1" fmla="*/ 18514 h 18513"/>
                <a:gd name="connsiteX2" fmla="*/ 23004 w 23004"/>
                <a:gd name="connsiteY2" fmla="*/ 5746 h 18513"/>
                <a:gd name="connsiteX3" fmla="*/ 0 w 23004"/>
                <a:gd name="connsiteY3" fmla="*/ 0 h 18513"/>
                <a:gd name="connsiteX4" fmla="*/ 0 w 23004"/>
                <a:gd name="connsiteY4" fmla="*/ 18514 h 18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04" h="18513">
                  <a:moveTo>
                    <a:pt x="0" y="18514"/>
                  </a:moveTo>
                  <a:lnTo>
                    <a:pt x="23004" y="18514"/>
                  </a:lnTo>
                  <a:lnTo>
                    <a:pt x="23004" y="5746"/>
                  </a:lnTo>
                  <a:cubicBezTo>
                    <a:pt x="15336" y="4469"/>
                    <a:pt x="7668" y="2554"/>
                    <a:pt x="0" y="0"/>
                  </a:cubicBezTo>
                  <a:lnTo>
                    <a:pt x="0" y="18514"/>
                  </a:lnTo>
                  <a:close/>
                </a:path>
              </a:pathLst>
            </a:custGeom>
            <a:solidFill>
              <a:srgbClr val="43B02A"/>
            </a:solidFill>
            <a:ln w="6390" cap="flat">
              <a:noFill/>
              <a:prstDash val="solid"/>
              <a:miter/>
            </a:ln>
          </p:spPr>
          <p:txBody>
            <a:bodyPr rtlCol="0" anchor="ctr"/>
            <a:lstStyle/>
            <a:p>
              <a:endParaRPr lang="en-US"/>
            </a:p>
          </p:txBody>
        </p:sp>
        <p:sp>
          <p:nvSpPr>
            <p:cNvPr id="1176" name="Graphic 4">
              <a:extLst>
                <a:ext uri="{FF2B5EF4-FFF2-40B4-BE49-F238E27FC236}">
                  <a16:creationId xmlns:a16="http://schemas.microsoft.com/office/drawing/2014/main" id="{D5A9AD99-0FE4-E441-B100-E4A25CEB2F98}"/>
                </a:ext>
              </a:extLst>
            </p:cNvPr>
            <p:cNvSpPr/>
            <p:nvPr/>
          </p:nvSpPr>
          <p:spPr>
            <a:xfrm>
              <a:off x="6233999" y="1084162"/>
              <a:ext cx="188526" cy="65755"/>
            </a:xfrm>
            <a:custGeom>
              <a:avLst/>
              <a:gdLst>
                <a:gd name="connsiteX0" fmla="*/ 187887 w 188526"/>
                <a:gd name="connsiteY0" fmla="*/ 29366 h 65755"/>
                <a:gd name="connsiteX1" fmla="*/ 159771 w 188526"/>
                <a:gd name="connsiteY1" fmla="*/ 0 h 65755"/>
                <a:gd name="connsiteX2" fmla="*/ 28139 w 188526"/>
                <a:gd name="connsiteY2" fmla="*/ 0 h 65755"/>
                <a:gd name="connsiteX3" fmla="*/ 23 w 188526"/>
                <a:gd name="connsiteY3" fmla="*/ 29366 h 65755"/>
                <a:gd name="connsiteX4" fmla="*/ 23 w 188526"/>
                <a:gd name="connsiteY4" fmla="*/ 49795 h 65755"/>
                <a:gd name="connsiteX5" fmla="*/ 97789 w 188526"/>
                <a:gd name="connsiteY5" fmla="*/ 65755 h 65755"/>
                <a:gd name="connsiteX6" fmla="*/ 188526 w 188526"/>
                <a:gd name="connsiteY6" fmla="*/ 51710 h 65755"/>
                <a:gd name="connsiteX7" fmla="*/ 188526 w 188526"/>
                <a:gd name="connsiteY7" fmla="*/ 50434 h 65755"/>
                <a:gd name="connsiteX8" fmla="*/ 187887 w 188526"/>
                <a:gd name="connsiteY8" fmla="*/ 29366 h 65755"/>
                <a:gd name="connsiteX9" fmla="*/ 28778 w 188526"/>
                <a:gd name="connsiteY9" fmla="*/ 42773 h 65755"/>
                <a:gd name="connsiteX10" fmla="*/ 15359 w 188526"/>
                <a:gd name="connsiteY10" fmla="*/ 29366 h 65755"/>
                <a:gd name="connsiteX11" fmla="*/ 28778 w 188526"/>
                <a:gd name="connsiteY11" fmla="*/ 15960 h 65755"/>
                <a:gd name="connsiteX12" fmla="*/ 42197 w 188526"/>
                <a:gd name="connsiteY12" fmla="*/ 29366 h 65755"/>
                <a:gd name="connsiteX13" fmla="*/ 28778 w 188526"/>
                <a:gd name="connsiteY13" fmla="*/ 42773 h 65755"/>
                <a:gd name="connsiteX14" fmla="*/ 28778 w 188526"/>
                <a:gd name="connsiteY14" fmla="*/ 42773 h 65755"/>
                <a:gd name="connsiteX15" fmla="*/ 28778 w 188526"/>
                <a:gd name="connsiteY15" fmla="*/ 42773 h 65755"/>
                <a:gd name="connsiteX16" fmla="*/ 115042 w 188526"/>
                <a:gd name="connsiteY16" fmla="*/ 35750 h 65755"/>
                <a:gd name="connsiteX17" fmla="*/ 71590 w 188526"/>
                <a:gd name="connsiteY17" fmla="*/ 35750 h 65755"/>
                <a:gd name="connsiteX18" fmla="*/ 65200 w 188526"/>
                <a:gd name="connsiteY18" fmla="*/ 29366 h 65755"/>
                <a:gd name="connsiteX19" fmla="*/ 71590 w 188526"/>
                <a:gd name="connsiteY19" fmla="*/ 22982 h 65755"/>
                <a:gd name="connsiteX20" fmla="*/ 115042 w 188526"/>
                <a:gd name="connsiteY20" fmla="*/ 22982 h 65755"/>
                <a:gd name="connsiteX21" fmla="*/ 121432 w 188526"/>
                <a:gd name="connsiteY21" fmla="*/ 29366 h 65755"/>
                <a:gd name="connsiteX22" fmla="*/ 115042 w 188526"/>
                <a:gd name="connsiteY22" fmla="*/ 35750 h 65755"/>
                <a:gd name="connsiteX23" fmla="*/ 158494 w 188526"/>
                <a:gd name="connsiteY23" fmla="*/ 42773 h 65755"/>
                <a:gd name="connsiteX24" fmla="*/ 145075 w 188526"/>
                <a:gd name="connsiteY24" fmla="*/ 29366 h 65755"/>
                <a:gd name="connsiteX25" fmla="*/ 158494 w 188526"/>
                <a:gd name="connsiteY25" fmla="*/ 15960 h 65755"/>
                <a:gd name="connsiteX26" fmla="*/ 171912 w 188526"/>
                <a:gd name="connsiteY26" fmla="*/ 29366 h 65755"/>
                <a:gd name="connsiteX27" fmla="*/ 158494 w 188526"/>
                <a:gd name="connsiteY27" fmla="*/ 42773 h 65755"/>
                <a:gd name="connsiteX28" fmla="*/ 158494 w 188526"/>
                <a:gd name="connsiteY28" fmla="*/ 42773 h 65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8526" h="65755">
                  <a:moveTo>
                    <a:pt x="187887" y="29366"/>
                  </a:moveTo>
                  <a:cubicBezTo>
                    <a:pt x="188526" y="13406"/>
                    <a:pt x="175746" y="0"/>
                    <a:pt x="159771" y="0"/>
                  </a:cubicBezTo>
                  <a:lnTo>
                    <a:pt x="28139" y="0"/>
                  </a:lnTo>
                  <a:cubicBezTo>
                    <a:pt x="12164" y="638"/>
                    <a:pt x="-616" y="13406"/>
                    <a:pt x="23" y="29366"/>
                  </a:cubicBezTo>
                  <a:lnTo>
                    <a:pt x="23" y="49795"/>
                  </a:lnTo>
                  <a:cubicBezTo>
                    <a:pt x="1301" y="51710"/>
                    <a:pt x="13442" y="65755"/>
                    <a:pt x="97789" y="65755"/>
                  </a:cubicBezTo>
                  <a:cubicBezTo>
                    <a:pt x="177664" y="65755"/>
                    <a:pt x="187887" y="53626"/>
                    <a:pt x="188526" y="51710"/>
                  </a:cubicBezTo>
                  <a:cubicBezTo>
                    <a:pt x="188526" y="51072"/>
                    <a:pt x="188526" y="51072"/>
                    <a:pt x="188526" y="50434"/>
                  </a:cubicBezTo>
                  <a:lnTo>
                    <a:pt x="187887" y="29366"/>
                  </a:lnTo>
                  <a:close/>
                  <a:moveTo>
                    <a:pt x="28778" y="42773"/>
                  </a:moveTo>
                  <a:cubicBezTo>
                    <a:pt x="21749" y="42773"/>
                    <a:pt x="15359" y="37027"/>
                    <a:pt x="15359" y="29366"/>
                  </a:cubicBezTo>
                  <a:cubicBezTo>
                    <a:pt x="15359" y="22344"/>
                    <a:pt x="21110" y="15960"/>
                    <a:pt x="28778" y="15960"/>
                  </a:cubicBezTo>
                  <a:cubicBezTo>
                    <a:pt x="35807" y="15960"/>
                    <a:pt x="42197" y="21706"/>
                    <a:pt x="42197" y="29366"/>
                  </a:cubicBezTo>
                  <a:cubicBezTo>
                    <a:pt x="42197" y="36389"/>
                    <a:pt x="36446" y="42773"/>
                    <a:pt x="28778" y="42773"/>
                  </a:cubicBezTo>
                  <a:cubicBezTo>
                    <a:pt x="28778" y="42773"/>
                    <a:pt x="28778" y="42773"/>
                    <a:pt x="28778" y="42773"/>
                  </a:cubicBezTo>
                  <a:lnTo>
                    <a:pt x="28778" y="42773"/>
                  </a:lnTo>
                  <a:close/>
                  <a:moveTo>
                    <a:pt x="115042" y="35750"/>
                  </a:moveTo>
                  <a:lnTo>
                    <a:pt x="71590" y="35750"/>
                  </a:lnTo>
                  <a:cubicBezTo>
                    <a:pt x="67757" y="35750"/>
                    <a:pt x="65200" y="33197"/>
                    <a:pt x="65200" y="29366"/>
                  </a:cubicBezTo>
                  <a:cubicBezTo>
                    <a:pt x="65200" y="25536"/>
                    <a:pt x="67757" y="22982"/>
                    <a:pt x="71590" y="22982"/>
                  </a:cubicBezTo>
                  <a:lnTo>
                    <a:pt x="115042" y="22982"/>
                  </a:lnTo>
                  <a:cubicBezTo>
                    <a:pt x="118876" y="22982"/>
                    <a:pt x="121432" y="25536"/>
                    <a:pt x="121432" y="29366"/>
                  </a:cubicBezTo>
                  <a:cubicBezTo>
                    <a:pt x="121432" y="33197"/>
                    <a:pt x="118876" y="35750"/>
                    <a:pt x="115042" y="35750"/>
                  </a:cubicBezTo>
                  <a:close/>
                  <a:moveTo>
                    <a:pt x="158494" y="42773"/>
                  </a:moveTo>
                  <a:cubicBezTo>
                    <a:pt x="151465" y="42773"/>
                    <a:pt x="145075" y="37027"/>
                    <a:pt x="145075" y="29366"/>
                  </a:cubicBezTo>
                  <a:cubicBezTo>
                    <a:pt x="145075" y="22344"/>
                    <a:pt x="150826" y="15960"/>
                    <a:pt x="158494" y="15960"/>
                  </a:cubicBezTo>
                  <a:cubicBezTo>
                    <a:pt x="165522" y="15960"/>
                    <a:pt x="171912" y="21706"/>
                    <a:pt x="171912" y="29366"/>
                  </a:cubicBezTo>
                  <a:cubicBezTo>
                    <a:pt x="171912" y="36389"/>
                    <a:pt x="165522" y="42773"/>
                    <a:pt x="158494" y="42773"/>
                  </a:cubicBezTo>
                  <a:lnTo>
                    <a:pt x="158494" y="42773"/>
                  </a:lnTo>
                  <a:close/>
                </a:path>
              </a:pathLst>
            </a:custGeom>
            <a:solidFill>
              <a:srgbClr val="43B02A"/>
            </a:solidFill>
            <a:ln w="6390" cap="flat">
              <a:noFill/>
              <a:prstDash val="solid"/>
              <a:miter/>
            </a:ln>
          </p:spPr>
          <p:txBody>
            <a:bodyPr rtlCol="0" anchor="ctr"/>
            <a:lstStyle/>
            <a:p>
              <a:endParaRPr lang="en-US"/>
            </a:p>
          </p:txBody>
        </p:sp>
        <p:sp>
          <p:nvSpPr>
            <p:cNvPr id="1177" name="Graphic 4">
              <a:extLst>
                <a:ext uri="{FF2B5EF4-FFF2-40B4-BE49-F238E27FC236}">
                  <a16:creationId xmlns:a16="http://schemas.microsoft.com/office/drawing/2014/main" id="{E9115CBE-809A-BD4A-8753-D33F028A6002}"/>
                </a:ext>
              </a:extLst>
            </p:cNvPr>
            <p:cNvSpPr/>
            <p:nvPr/>
          </p:nvSpPr>
          <p:spPr>
            <a:xfrm>
              <a:off x="6264055" y="1026068"/>
              <a:ext cx="125881" cy="44687"/>
            </a:xfrm>
            <a:custGeom>
              <a:avLst/>
              <a:gdLst>
                <a:gd name="connsiteX0" fmla="*/ 115019 w 125881"/>
                <a:gd name="connsiteY0" fmla="*/ 10853 h 44687"/>
                <a:gd name="connsiteX1" fmla="*/ 99044 w 125881"/>
                <a:gd name="connsiteY1" fmla="*/ 0 h 44687"/>
                <a:gd name="connsiteX2" fmla="*/ 27477 w 125881"/>
                <a:gd name="connsiteY2" fmla="*/ 0 h 44687"/>
                <a:gd name="connsiteX3" fmla="*/ 11502 w 125881"/>
                <a:gd name="connsiteY3" fmla="*/ 10853 h 44687"/>
                <a:gd name="connsiteX4" fmla="*/ 0 w 125881"/>
                <a:gd name="connsiteY4" fmla="*/ 44688 h 44687"/>
                <a:gd name="connsiteX5" fmla="*/ 125882 w 125881"/>
                <a:gd name="connsiteY5" fmla="*/ 44688 h 44687"/>
                <a:gd name="connsiteX6" fmla="*/ 115019 w 125881"/>
                <a:gd name="connsiteY6" fmla="*/ 10853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881" h="44687">
                  <a:moveTo>
                    <a:pt x="115019" y="10853"/>
                  </a:moveTo>
                  <a:cubicBezTo>
                    <a:pt x="111824" y="5107"/>
                    <a:pt x="106073" y="1277"/>
                    <a:pt x="99044" y="0"/>
                  </a:cubicBezTo>
                  <a:lnTo>
                    <a:pt x="27477" y="0"/>
                  </a:lnTo>
                  <a:cubicBezTo>
                    <a:pt x="21087" y="638"/>
                    <a:pt x="14697" y="4469"/>
                    <a:pt x="11502" y="10853"/>
                  </a:cubicBezTo>
                  <a:lnTo>
                    <a:pt x="0" y="44688"/>
                  </a:lnTo>
                  <a:lnTo>
                    <a:pt x="125882" y="44688"/>
                  </a:lnTo>
                  <a:lnTo>
                    <a:pt x="115019" y="10853"/>
                  </a:lnTo>
                  <a:close/>
                </a:path>
              </a:pathLst>
            </a:custGeom>
            <a:solidFill>
              <a:srgbClr val="43B02A"/>
            </a:solidFill>
            <a:ln w="6390" cap="flat">
              <a:noFill/>
              <a:prstDash val="solid"/>
              <a:miter/>
            </a:ln>
          </p:spPr>
          <p:txBody>
            <a:bodyPr rtlCol="0" anchor="ctr"/>
            <a:lstStyle/>
            <a:p>
              <a:endParaRPr lang="en-US"/>
            </a:p>
          </p:txBody>
        </p:sp>
        <p:sp>
          <p:nvSpPr>
            <p:cNvPr id="1178" name="Graphic 4">
              <a:extLst>
                <a:ext uri="{FF2B5EF4-FFF2-40B4-BE49-F238E27FC236}">
                  <a16:creationId xmlns:a16="http://schemas.microsoft.com/office/drawing/2014/main" id="{251986D9-5CF7-404D-87BE-75CF8EAAB1F0}"/>
                </a:ext>
              </a:extLst>
            </p:cNvPr>
            <p:cNvSpPr/>
            <p:nvPr/>
          </p:nvSpPr>
          <p:spPr>
            <a:xfrm>
              <a:off x="6146480" y="91817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85630 w 362309"/>
                <a:gd name="connsiteY6" fmla="*/ 225355 h 361971"/>
                <a:gd name="connsiteX7" fmla="*/ 280518 w 362309"/>
                <a:gd name="connsiteY7" fmla="*/ 230462 h 361971"/>
                <a:gd name="connsiteX8" fmla="*/ 280518 w 362309"/>
                <a:gd name="connsiteY8" fmla="*/ 231100 h 361971"/>
                <a:gd name="connsiteX9" fmla="*/ 280518 w 362309"/>
                <a:gd name="connsiteY9" fmla="*/ 259828 h 361971"/>
                <a:gd name="connsiteX10" fmla="*/ 274128 w 362309"/>
                <a:gd name="connsiteY10" fmla="*/ 266212 h 361971"/>
                <a:gd name="connsiteX11" fmla="*/ 238345 w 362309"/>
                <a:gd name="connsiteY11" fmla="*/ 266212 h 361971"/>
                <a:gd name="connsiteX12" fmla="*/ 231955 w 362309"/>
                <a:gd name="connsiteY12" fmla="*/ 259828 h 361971"/>
                <a:gd name="connsiteX13" fmla="*/ 231955 w 362309"/>
                <a:gd name="connsiteY13" fmla="*/ 242591 h 361971"/>
                <a:gd name="connsiteX14" fmla="*/ 184030 w 362309"/>
                <a:gd name="connsiteY14" fmla="*/ 244507 h 361971"/>
                <a:gd name="connsiteX15" fmla="*/ 129716 w 362309"/>
                <a:gd name="connsiteY15" fmla="*/ 241953 h 361971"/>
                <a:gd name="connsiteX16" fmla="*/ 129716 w 362309"/>
                <a:gd name="connsiteY16" fmla="*/ 259828 h 361971"/>
                <a:gd name="connsiteX17" fmla="*/ 123326 w 362309"/>
                <a:gd name="connsiteY17" fmla="*/ 266212 h 361971"/>
                <a:gd name="connsiteX18" fmla="*/ 87542 w 362309"/>
                <a:gd name="connsiteY18" fmla="*/ 266212 h 361971"/>
                <a:gd name="connsiteX19" fmla="*/ 81152 w 362309"/>
                <a:gd name="connsiteY19" fmla="*/ 259828 h 361971"/>
                <a:gd name="connsiteX20" fmla="*/ 81152 w 362309"/>
                <a:gd name="connsiteY20" fmla="*/ 231100 h 361971"/>
                <a:gd name="connsiteX21" fmla="*/ 81791 w 362309"/>
                <a:gd name="connsiteY21" fmla="*/ 228547 h 361971"/>
                <a:gd name="connsiteX22" fmla="*/ 77957 w 362309"/>
                <a:gd name="connsiteY22" fmla="*/ 225355 h 361971"/>
                <a:gd name="connsiteX23" fmla="*/ 74123 w 362309"/>
                <a:gd name="connsiteY23" fmla="*/ 216417 h 361971"/>
                <a:gd name="connsiteX24" fmla="*/ 74123 w 362309"/>
                <a:gd name="connsiteY24" fmla="*/ 195350 h 361971"/>
                <a:gd name="connsiteX25" fmla="*/ 104156 w 362309"/>
                <a:gd name="connsiteY25" fmla="*/ 154492 h 361971"/>
                <a:gd name="connsiteX26" fmla="*/ 105434 w 362309"/>
                <a:gd name="connsiteY26" fmla="*/ 151300 h 361971"/>
                <a:gd name="connsiteX27" fmla="*/ 95210 w 362309"/>
                <a:gd name="connsiteY27" fmla="*/ 151300 h 361971"/>
                <a:gd name="connsiteX28" fmla="*/ 88820 w 362309"/>
                <a:gd name="connsiteY28" fmla="*/ 144916 h 361971"/>
                <a:gd name="connsiteX29" fmla="*/ 95210 w 362309"/>
                <a:gd name="connsiteY29" fmla="*/ 138532 h 361971"/>
                <a:gd name="connsiteX30" fmla="*/ 109907 w 362309"/>
                <a:gd name="connsiteY30" fmla="*/ 138532 h 361971"/>
                <a:gd name="connsiteX31" fmla="*/ 118214 w 362309"/>
                <a:gd name="connsiteY31" fmla="*/ 114273 h 361971"/>
                <a:gd name="connsiteX32" fmla="*/ 118853 w 362309"/>
                <a:gd name="connsiteY32" fmla="*/ 113635 h 361971"/>
                <a:gd name="connsiteX33" fmla="*/ 146329 w 362309"/>
                <a:gd name="connsiteY33" fmla="*/ 95760 h 361971"/>
                <a:gd name="connsiteX34" fmla="*/ 217897 w 362309"/>
                <a:gd name="connsiteY34" fmla="*/ 95760 h 361971"/>
                <a:gd name="connsiteX35" fmla="*/ 245373 w 362309"/>
                <a:gd name="connsiteY35" fmla="*/ 113635 h 361971"/>
                <a:gd name="connsiteX36" fmla="*/ 246013 w 362309"/>
                <a:gd name="connsiteY36" fmla="*/ 114273 h 361971"/>
                <a:gd name="connsiteX37" fmla="*/ 254319 w 362309"/>
                <a:gd name="connsiteY37" fmla="*/ 138532 h 361971"/>
                <a:gd name="connsiteX38" fmla="*/ 269016 w 362309"/>
                <a:gd name="connsiteY38" fmla="*/ 138532 h 361971"/>
                <a:gd name="connsiteX39" fmla="*/ 275406 w 362309"/>
                <a:gd name="connsiteY39" fmla="*/ 144916 h 361971"/>
                <a:gd name="connsiteX40" fmla="*/ 269016 w 362309"/>
                <a:gd name="connsiteY40" fmla="*/ 151300 h 361971"/>
                <a:gd name="connsiteX41" fmla="*/ 258792 w 362309"/>
                <a:gd name="connsiteY41" fmla="*/ 151300 h 361971"/>
                <a:gd name="connsiteX42" fmla="*/ 260070 w 362309"/>
                <a:gd name="connsiteY42" fmla="*/ 154492 h 361971"/>
                <a:gd name="connsiteX43" fmla="*/ 290103 w 362309"/>
                <a:gd name="connsiteY43" fmla="*/ 195350 h 361971"/>
                <a:gd name="connsiteX44" fmla="*/ 290103 w 362309"/>
                <a:gd name="connsiteY44" fmla="*/ 215779 h 361971"/>
                <a:gd name="connsiteX45" fmla="*/ 285630 w 362309"/>
                <a:gd name="connsiteY45" fmla="*/ 225355 h 361971"/>
                <a:gd name="connsiteX46" fmla="*/ 285630 w 362309"/>
                <a:gd name="connsiteY46" fmla="*/ 22535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1077"/>
                    <a:pt x="281157" y="0"/>
                    <a:pt x="181474" y="0"/>
                  </a:cubicBezTo>
                  <a:close/>
                  <a:moveTo>
                    <a:pt x="285630" y="225355"/>
                  </a:moveTo>
                  <a:cubicBezTo>
                    <a:pt x="284352" y="227270"/>
                    <a:pt x="282435" y="229185"/>
                    <a:pt x="280518" y="230462"/>
                  </a:cubicBezTo>
                  <a:cubicBezTo>
                    <a:pt x="280518" y="230462"/>
                    <a:pt x="280518" y="231100"/>
                    <a:pt x="280518" y="231100"/>
                  </a:cubicBezTo>
                  <a:lnTo>
                    <a:pt x="280518" y="259828"/>
                  </a:lnTo>
                  <a:cubicBezTo>
                    <a:pt x="280518" y="263659"/>
                    <a:pt x="277962" y="266212"/>
                    <a:pt x="274128" y="266212"/>
                  </a:cubicBezTo>
                  <a:lnTo>
                    <a:pt x="238345" y="266212"/>
                  </a:lnTo>
                  <a:cubicBezTo>
                    <a:pt x="234510" y="266212"/>
                    <a:pt x="231955" y="263659"/>
                    <a:pt x="231955" y="259828"/>
                  </a:cubicBezTo>
                  <a:lnTo>
                    <a:pt x="231955" y="242591"/>
                  </a:lnTo>
                  <a:cubicBezTo>
                    <a:pt x="218536" y="243868"/>
                    <a:pt x="202561" y="244507"/>
                    <a:pt x="184030" y="244507"/>
                  </a:cubicBezTo>
                  <a:cubicBezTo>
                    <a:pt x="165499" y="244507"/>
                    <a:pt x="147607" y="243868"/>
                    <a:pt x="129716" y="241953"/>
                  </a:cubicBezTo>
                  <a:lnTo>
                    <a:pt x="129716" y="259828"/>
                  </a:lnTo>
                  <a:cubicBezTo>
                    <a:pt x="129716" y="263659"/>
                    <a:pt x="127160" y="266212"/>
                    <a:pt x="123326" y="266212"/>
                  </a:cubicBezTo>
                  <a:lnTo>
                    <a:pt x="87542" y="266212"/>
                  </a:lnTo>
                  <a:cubicBezTo>
                    <a:pt x="83708" y="266212"/>
                    <a:pt x="81152" y="263659"/>
                    <a:pt x="81152" y="259828"/>
                  </a:cubicBezTo>
                  <a:lnTo>
                    <a:pt x="81152" y="231100"/>
                  </a:lnTo>
                  <a:cubicBezTo>
                    <a:pt x="81152" y="230462"/>
                    <a:pt x="81152" y="229185"/>
                    <a:pt x="81791" y="228547"/>
                  </a:cubicBezTo>
                  <a:cubicBezTo>
                    <a:pt x="80513" y="227908"/>
                    <a:pt x="79235" y="226631"/>
                    <a:pt x="77957" y="225355"/>
                  </a:cubicBezTo>
                  <a:cubicBezTo>
                    <a:pt x="75401" y="222801"/>
                    <a:pt x="74123" y="219609"/>
                    <a:pt x="74123" y="216417"/>
                  </a:cubicBezTo>
                  <a:lnTo>
                    <a:pt x="74123" y="195350"/>
                  </a:lnTo>
                  <a:cubicBezTo>
                    <a:pt x="74123" y="176836"/>
                    <a:pt x="86264" y="160238"/>
                    <a:pt x="104156" y="154492"/>
                  </a:cubicBezTo>
                  <a:lnTo>
                    <a:pt x="105434" y="151300"/>
                  </a:lnTo>
                  <a:lnTo>
                    <a:pt x="95210" y="151300"/>
                  </a:lnTo>
                  <a:cubicBezTo>
                    <a:pt x="91376" y="151300"/>
                    <a:pt x="88820" y="148747"/>
                    <a:pt x="88820" y="144916"/>
                  </a:cubicBezTo>
                  <a:cubicBezTo>
                    <a:pt x="88820" y="141086"/>
                    <a:pt x="91376" y="138532"/>
                    <a:pt x="95210" y="138532"/>
                  </a:cubicBezTo>
                  <a:lnTo>
                    <a:pt x="109907" y="138532"/>
                  </a:lnTo>
                  <a:lnTo>
                    <a:pt x="118214" y="114273"/>
                  </a:lnTo>
                  <a:lnTo>
                    <a:pt x="118853" y="113635"/>
                  </a:lnTo>
                  <a:cubicBezTo>
                    <a:pt x="119492" y="112996"/>
                    <a:pt x="128438" y="95760"/>
                    <a:pt x="146329" y="95760"/>
                  </a:cubicBezTo>
                  <a:lnTo>
                    <a:pt x="217897" y="95760"/>
                  </a:lnTo>
                  <a:cubicBezTo>
                    <a:pt x="235788" y="95760"/>
                    <a:pt x="244735" y="112996"/>
                    <a:pt x="245373" y="113635"/>
                  </a:cubicBezTo>
                  <a:lnTo>
                    <a:pt x="246013" y="114273"/>
                  </a:lnTo>
                  <a:lnTo>
                    <a:pt x="254319" y="138532"/>
                  </a:lnTo>
                  <a:lnTo>
                    <a:pt x="269016" y="138532"/>
                  </a:lnTo>
                  <a:cubicBezTo>
                    <a:pt x="272850" y="138532"/>
                    <a:pt x="275406" y="141086"/>
                    <a:pt x="275406" y="144916"/>
                  </a:cubicBezTo>
                  <a:cubicBezTo>
                    <a:pt x="275406" y="148747"/>
                    <a:pt x="272850" y="151300"/>
                    <a:pt x="269016" y="151300"/>
                  </a:cubicBezTo>
                  <a:lnTo>
                    <a:pt x="258792" y="151300"/>
                  </a:lnTo>
                  <a:lnTo>
                    <a:pt x="260070" y="154492"/>
                  </a:lnTo>
                  <a:cubicBezTo>
                    <a:pt x="277962" y="159600"/>
                    <a:pt x="290103" y="176198"/>
                    <a:pt x="290103" y="195350"/>
                  </a:cubicBezTo>
                  <a:lnTo>
                    <a:pt x="290103" y="215779"/>
                  </a:lnTo>
                  <a:cubicBezTo>
                    <a:pt x="288825" y="218971"/>
                    <a:pt x="287547" y="222163"/>
                    <a:pt x="285630" y="225355"/>
                  </a:cubicBezTo>
                  <a:lnTo>
                    <a:pt x="285630" y="225355"/>
                  </a:lnTo>
                  <a:close/>
                </a:path>
              </a:pathLst>
            </a:custGeom>
            <a:solidFill>
              <a:srgbClr val="43B02A"/>
            </a:solidFill>
            <a:ln w="6390" cap="flat">
              <a:noFill/>
              <a:prstDash val="solid"/>
              <a:miter/>
            </a:ln>
          </p:spPr>
          <p:txBody>
            <a:bodyPr rtlCol="0" anchor="ctr"/>
            <a:lstStyle/>
            <a:p>
              <a:endParaRPr lang="en-US"/>
            </a:p>
          </p:txBody>
        </p:sp>
        <p:sp>
          <p:nvSpPr>
            <p:cNvPr id="1179" name="Graphic 4">
              <a:extLst>
                <a:ext uri="{FF2B5EF4-FFF2-40B4-BE49-F238E27FC236}">
                  <a16:creationId xmlns:a16="http://schemas.microsoft.com/office/drawing/2014/main" id="{781BC655-A794-474C-809C-AA2E127BFB31}"/>
                </a:ext>
              </a:extLst>
            </p:cNvPr>
            <p:cNvSpPr/>
            <p:nvPr/>
          </p:nvSpPr>
          <p:spPr>
            <a:xfrm>
              <a:off x="6391215" y="1154386"/>
              <a:ext cx="23003" cy="17236"/>
            </a:xfrm>
            <a:custGeom>
              <a:avLst/>
              <a:gdLst>
                <a:gd name="connsiteX0" fmla="*/ 0 w 23003"/>
                <a:gd name="connsiteY0" fmla="*/ 17237 h 17236"/>
                <a:gd name="connsiteX1" fmla="*/ 23004 w 23003"/>
                <a:gd name="connsiteY1" fmla="*/ 17237 h 17236"/>
                <a:gd name="connsiteX2" fmla="*/ 23004 w 23003"/>
                <a:gd name="connsiteY2" fmla="*/ 0 h 17236"/>
                <a:gd name="connsiteX3" fmla="*/ 0 w 23003"/>
                <a:gd name="connsiteY3" fmla="*/ 5107 h 17236"/>
                <a:gd name="connsiteX4" fmla="*/ 0 w 23003"/>
                <a:gd name="connsiteY4" fmla="*/ 17237 h 172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03" h="17236">
                  <a:moveTo>
                    <a:pt x="0" y="17237"/>
                  </a:moveTo>
                  <a:lnTo>
                    <a:pt x="23004" y="17237"/>
                  </a:lnTo>
                  <a:lnTo>
                    <a:pt x="23004" y="0"/>
                  </a:lnTo>
                  <a:cubicBezTo>
                    <a:pt x="15336" y="2554"/>
                    <a:pt x="7668" y="3830"/>
                    <a:pt x="0" y="5107"/>
                  </a:cubicBezTo>
                  <a:lnTo>
                    <a:pt x="0" y="17237"/>
                  </a:lnTo>
                  <a:close/>
                </a:path>
              </a:pathLst>
            </a:custGeom>
            <a:solidFill>
              <a:srgbClr val="43B02A"/>
            </a:solidFill>
            <a:ln w="6390" cap="flat">
              <a:noFill/>
              <a:prstDash val="solid"/>
              <a:miter/>
            </a:ln>
          </p:spPr>
          <p:txBody>
            <a:bodyPr rtlCol="0" anchor="ctr"/>
            <a:lstStyle/>
            <a:p>
              <a:endParaRPr lang="en-US"/>
            </a:p>
          </p:txBody>
        </p:sp>
      </p:grpSp>
      <p:grpSp>
        <p:nvGrpSpPr>
          <p:cNvPr id="11" name="Graphic 4">
            <a:extLst>
              <a:ext uri="{FF2B5EF4-FFF2-40B4-BE49-F238E27FC236}">
                <a16:creationId xmlns:a16="http://schemas.microsoft.com/office/drawing/2014/main" id="{8D19267A-9100-C340-B7C9-EF0509350E91}"/>
              </a:ext>
            </a:extLst>
          </p:cNvPr>
          <p:cNvGrpSpPr>
            <a:grpSpLocks noChangeAspect="1"/>
          </p:cNvGrpSpPr>
          <p:nvPr/>
        </p:nvGrpSpPr>
        <p:grpSpPr>
          <a:xfrm>
            <a:off x="5706461" y="2850488"/>
            <a:ext cx="367439" cy="367200"/>
            <a:chOff x="4205338" y="2842863"/>
            <a:chExt cx="537729" cy="537380"/>
          </a:xfrm>
          <a:solidFill>
            <a:srgbClr val="43B02A"/>
          </a:solidFill>
        </p:grpSpPr>
        <p:sp>
          <p:nvSpPr>
            <p:cNvPr id="12" name="Freeform 11">
              <a:extLst>
                <a:ext uri="{FF2B5EF4-FFF2-40B4-BE49-F238E27FC236}">
                  <a16:creationId xmlns:a16="http://schemas.microsoft.com/office/drawing/2014/main" id="{04E1EADE-1F77-6240-9265-177CD87F014C}"/>
                </a:ext>
              </a:extLst>
            </p:cNvPr>
            <p:cNvSpPr/>
            <p:nvPr/>
          </p:nvSpPr>
          <p:spPr>
            <a:xfrm>
              <a:off x="4205338" y="2842863"/>
              <a:ext cx="537729" cy="537380"/>
            </a:xfrm>
            <a:custGeom>
              <a:avLst/>
              <a:gdLst>
                <a:gd name="connsiteX0" fmla="*/ 268865 w 537729"/>
                <a:gd name="connsiteY0" fmla="*/ 0 h 537380"/>
                <a:gd name="connsiteX1" fmla="*/ 0 w 537729"/>
                <a:gd name="connsiteY1" fmla="*/ 268690 h 537380"/>
                <a:gd name="connsiteX2" fmla="*/ 268865 w 537729"/>
                <a:gd name="connsiteY2" fmla="*/ 537381 h 537380"/>
                <a:gd name="connsiteX3" fmla="*/ 537730 w 537729"/>
                <a:gd name="connsiteY3" fmla="*/ 268690 h 537380"/>
                <a:gd name="connsiteX4" fmla="*/ 537730 w 537729"/>
                <a:gd name="connsiteY4" fmla="*/ 268690 h 537380"/>
                <a:gd name="connsiteX5" fmla="*/ 269054 w 537729"/>
                <a:gd name="connsiteY5" fmla="*/ 0 h 537380"/>
                <a:gd name="connsiteX6" fmla="*/ 268865 w 537729"/>
                <a:gd name="connsiteY6" fmla="*/ 0 h 537380"/>
                <a:gd name="connsiteX7" fmla="*/ 268865 w 537729"/>
                <a:gd name="connsiteY7" fmla="*/ 518331 h 537380"/>
                <a:gd name="connsiteX8" fmla="*/ 18968 w 537729"/>
                <a:gd name="connsiteY8" fmla="*/ 268596 h 537380"/>
                <a:gd name="connsiteX9" fmla="*/ 268865 w 537729"/>
                <a:gd name="connsiteY9" fmla="*/ 18860 h 537380"/>
                <a:gd name="connsiteX10" fmla="*/ 518762 w 537729"/>
                <a:gd name="connsiteY10" fmla="*/ 268596 h 537380"/>
                <a:gd name="connsiteX11" fmla="*/ 518762 w 537729"/>
                <a:gd name="connsiteY11" fmla="*/ 268690 h 537380"/>
                <a:gd name="connsiteX12" fmla="*/ 268865 w 537729"/>
                <a:gd name="connsiteY12" fmla="*/ 518331 h 5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7729" h="537380">
                  <a:moveTo>
                    <a:pt x="268865" y="0"/>
                  </a:moveTo>
                  <a:cubicBezTo>
                    <a:pt x="120349" y="0"/>
                    <a:pt x="0" y="120271"/>
                    <a:pt x="0" y="268690"/>
                  </a:cubicBezTo>
                  <a:cubicBezTo>
                    <a:pt x="0" y="417110"/>
                    <a:pt x="120349" y="537381"/>
                    <a:pt x="268865" y="537381"/>
                  </a:cubicBezTo>
                  <a:cubicBezTo>
                    <a:pt x="417381" y="537381"/>
                    <a:pt x="537730" y="417110"/>
                    <a:pt x="537730" y="268690"/>
                  </a:cubicBezTo>
                  <a:lnTo>
                    <a:pt x="537730" y="268690"/>
                  </a:lnTo>
                  <a:cubicBezTo>
                    <a:pt x="537824" y="120366"/>
                    <a:pt x="417475" y="95"/>
                    <a:pt x="269054" y="0"/>
                  </a:cubicBezTo>
                  <a:cubicBezTo>
                    <a:pt x="268960" y="0"/>
                    <a:pt x="268960" y="0"/>
                    <a:pt x="268865" y="0"/>
                  </a:cubicBezTo>
                  <a:close/>
                  <a:moveTo>
                    <a:pt x="268865" y="518331"/>
                  </a:moveTo>
                  <a:cubicBezTo>
                    <a:pt x="130876" y="518331"/>
                    <a:pt x="18968" y="406495"/>
                    <a:pt x="18968" y="268596"/>
                  </a:cubicBezTo>
                  <a:cubicBezTo>
                    <a:pt x="18968" y="130696"/>
                    <a:pt x="130876" y="18860"/>
                    <a:pt x="268865" y="18860"/>
                  </a:cubicBezTo>
                  <a:cubicBezTo>
                    <a:pt x="406854" y="18860"/>
                    <a:pt x="518762" y="130696"/>
                    <a:pt x="518762" y="268596"/>
                  </a:cubicBezTo>
                  <a:cubicBezTo>
                    <a:pt x="518762" y="268596"/>
                    <a:pt x="518762" y="268690"/>
                    <a:pt x="518762" y="268690"/>
                  </a:cubicBezTo>
                  <a:cubicBezTo>
                    <a:pt x="518572" y="406495"/>
                    <a:pt x="406759" y="518236"/>
                    <a:pt x="268865" y="518331"/>
                  </a:cubicBezTo>
                  <a:close/>
                </a:path>
              </a:pathLst>
            </a:custGeom>
            <a:solidFill>
              <a:srgbClr val="43B02A"/>
            </a:solidFill>
            <a:ln w="9463" cap="flat">
              <a:noFill/>
              <a:prstDash val="solid"/>
              <a:miter/>
            </a:ln>
          </p:spPr>
          <p:txBody>
            <a:bodyPr rtlCol="0" anchor="ctr"/>
            <a:lstStyle/>
            <a:p>
              <a:endParaRPr lang="en-US"/>
            </a:p>
          </p:txBody>
        </p:sp>
        <p:sp>
          <p:nvSpPr>
            <p:cNvPr id="13" name="Freeform 12">
              <a:extLst>
                <a:ext uri="{FF2B5EF4-FFF2-40B4-BE49-F238E27FC236}">
                  <a16:creationId xmlns:a16="http://schemas.microsoft.com/office/drawing/2014/main" id="{001A24AA-4A8A-CB4A-9FC0-9A3CE77DBCAE}"/>
                </a:ext>
              </a:extLst>
            </p:cNvPr>
            <p:cNvSpPr/>
            <p:nvPr/>
          </p:nvSpPr>
          <p:spPr>
            <a:xfrm>
              <a:off x="4302831" y="3021610"/>
              <a:ext cx="342838" cy="180289"/>
            </a:xfrm>
            <a:custGeom>
              <a:avLst/>
              <a:gdLst>
                <a:gd name="connsiteX0" fmla="*/ 316853 w 342838"/>
                <a:gd name="connsiteY0" fmla="*/ 25400 h 180289"/>
                <a:gd name="connsiteX1" fmla="*/ 310214 w 342838"/>
                <a:gd name="connsiteY1" fmla="*/ 22651 h 180289"/>
                <a:gd name="connsiteX2" fmla="*/ 261847 w 342838"/>
                <a:gd name="connsiteY2" fmla="*/ 22651 h 180289"/>
                <a:gd name="connsiteX3" fmla="*/ 261847 w 342838"/>
                <a:gd name="connsiteY3" fmla="*/ 9478 h 180289"/>
                <a:gd name="connsiteX4" fmla="*/ 252363 w 342838"/>
                <a:gd name="connsiteY4" fmla="*/ 0 h 180289"/>
                <a:gd name="connsiteX5" fmla="*/ 9484 w 342838"/>
                <a:gd name="connsiteY5" fmla="*/ 0 h 180289"/>
                <a:gd name="connsiteX6" fmla="*/ 0 w 342838"/>
                <a:gd name="connsiteY6" fmla="*/ 9478 h 180289"/>
                <a:gd name="connsiteX7" fmla="*/ 0 w 342838"/>
                <a:gd name="connsiteY7" fmla="*/ 124536 h 180289"/>
                <a:gd name="connsiteX8" fmla="*/ 9484 w 342838"/>
                <a:gd name="connsiteY8" fmla="*/ 134013 h 180289"/>
                <a:gd name="connsiteX9" fmla="*/ 26270 w 342838"/>
                <a:gd name="connsiteY9" fmla="*/ 134013 h 180289"/>
                <a:gd name="connsiteX10" fmla="*/ 23140 w 342838"/>
                <a:gd name="connsiteY10" fmla="*/ 147661 h 180289"/>
                <a:gd name="connsiteX11" fmla="*/ 55575 w 342838"/>
                <a:gd name="connsiteY11" fmla="*/ 180264 h 180289"/>
                <a:gd name="connsiteX12" fmla="*/ 84690 w 342838"/>
                <a:gd name="connsiteY12" fmla="*/ 162446 h 180289"/>
                <a:gd name="connsiteX13" fmla="*/ 128410 w 342838"/>
                <a:gd name="connsiteY13" fmla="*/ 176757 h 180289"/>
                <a:gd name="connsiteX14" fmla="*/ 146240 w 342838"/>
                <a:gd name="connsiteY14" fmla="*/ 147661 h 180289"/>
                <a:gd name="connsiteX15" fmla="*/ 143110 w 342838"/>
                <a:gd name="connsiteY15" fmla="*/ 134013 h 180289"/>
                <a:gd name="connsiteX16" fmla="*/ 257484 w 342838"/>
                <a:gd name="connsiteY16" fmla="*/ 134013 h 180289"/>
                <a:gd name="connsiteX17" fmla="*/ 254449 w 342838"/>
                <a:gd name="connsiteY17" fmla="*/ 147661 h 180289"/>
                <a:gd name="connsiteX18" fmla="*/ 287074 w 342838"/>
                <a:gd name="connsiteY18" fmla="*/ 180264 h 180289"/>
                <a:gd name="connsiteX19" fmla="*/ 319698 w 342838"/>
                <a:gd name="connsiteY19" fmla="*/ 147661 h 180289"/>
                <a:gd name="connsiteX20" fmla="*/ 319698 w 342838"/>
                <a:gd name="connsiteY20" fmla="*/ 147661 h 180289"/>
                <a:gd name="connsiteX21" fmla="*/ 316568 w 342838"/>
                <a:gd name="connsiteY21" fmla="*/ 134013 h 180289"/>
                <a:gd name="connsiteX22" fmla="*/ 333354 w 342838"/>
                <a:gd name="connsiteY22" fmla="*/ 134013 h 180289"/>
                <a:gd name="connsiteX23" fmla="*/ 342838 w 342838"/>
                <a:gd name="connsiteY23" fmla="*/ 124536 h 180289"/>
                <a:gd name="connsiteX24" fmla="*/ 342838 w 342838"/>
                <a:gd name="connsiteY24" fmla="*/ 55254 h 180289"/>
                <a:gd name="connsiteX25" fmla="*/ 339993 w 342838"/>
                <a:gd name="connsiteY25" fmla="*/ 48525 h 180289"/>
                <a:gd name="connsiteX26" fmla="*/ 316853 w 342838"/>
                <a:gd name="connsiteY26" fmla="*/ 25400 h 180289"/>
                <a:gd name="connsiteX27" fmla="*/ 18968 w 342838"/>
                <a:gd name="connsiteY27" fmla="*/ 18955 h 180289"/>
                <a:gd name="connsiteX28" fmla="*/ 242879 w 342838"/>
                <a:gd name="connsiteY28" fmla="*/ 18955 h 180289"/>
                <a:gd name="connsiteX29" fmla="*/ 242879 w 342838"/>
                <a:gd name="connsiteY29" fmla="*/ 115058 h 180289"/>
                <a:gd name="connsiteX30" fmla="*/ 18968 w 342838"/>
                <a:gd name="connsiteY30" fmla="*/ 115058 h 180289"/>
                <a:gd name="connsiteX31" fmla="*/ 18968 w 342838"/>
                <a:gd name="connsiteY31" fmla="*/ 18955 h 180289"/>
                <a:gd name="connsiteX32" fmla="*/ 55765 w 342838"/>
                <a:gd name="connsiteY32" fmla="*/ 161119 h 180289"/>
                <a:gd name="connsiteX33" fmla="*/ 42108 w 342838"/>
                <a:gd name="connsiteY33" fmla="*/ 147472 h 180289"/>
                <a:gd name="connsiteX34" fmla="*/ 55765 w 342838"/>
                <a:gd name="connsiteY34" fmla="*/ 133824 h 180289"/>
                <a:gd name="connsiteX35" fmla="*/ 69421 w 342838"/>
                <a:gd name="connsiteY35" fmla="*/ 147472 h 180289"/>
                <a:gd name="connsiteX36" fmla="*/ 69421 w 342838"/>
                <a:gd name="connsiteY36" fmla="*/ 147472 h 180289"/>
                <a:gd name="connsiteX37" fmla="*/ 55765 w 342838"/>
                <a:gd name="connsiteY37" fmla="*/ 161119 h 180289"/>
                <a:gd name="connsiteX38" fmla="*/ 127272 w 342838"/>
                <a:gd name="connsiteY38" fmla="*/ 147472 h 180289"/>
                <a:gd name="connsiteX39" fmla="*/ 113616 w 342838"/>
                <a:gd name="connsiteY39" fmla="*/ 161119 h 180289"/>
                <a:gd name="connsiteX40" fmla="*/ 99959 w 342838"/>
                <a:gd name="connsiteY40" fmla="*/ 147472 h 180289"/>
                <a:gd name="connsiteX41" fmla="*/ 113616 w 342838"/>
                <a:gd name="connsiteY41" fmla="*/ 133824 h 180289"/>
                <a:gd name="connsiteX42" fmla="*/ 113616 w 342838"/>
                <a:gd name="connsiteY42" fmla="*/ 133824 h 180289"/>
                <a:gd name="connsiteX43" fmla="*/ 127272 w 342838"/>
                <a:gd name="connsiteY43" fmla="*/ 147661 h 180289"/>
                <a:gd name="connsiteX44" fmla="*/ 127272 w 342838"/>
                <a:gd name="connsiteY44" fmla="*/ 147661 h 180289"/>
                <a:gd name="connsiteX45" fmla="*/ 127272 w 342838"/>
                <a:gd name="connsiteY45" fmla="*/ 147472 h 180289"/>
                <a:gd name="connsiteX46" fmla="*/ 300730 w 342838"/>
                <a:gd name="connsiteY46" fmla="*/ 147472 h 180289"/>
                <a:gd name="connsiteX47" fmla="*/ 287263 w 342838"/>
                <a:gd name="connsiteY47" fmla="*/ 161309 h 180289"/>
                <a:gd name="connsiteX48" fmla="*/ 273417 w 342838"/>
                <a:gd name="connsiteY48" fmla="*/ 147851 h 180289"/>
                <a:gd name="connsiteX49" fmla="*/ 286884 w 342838"/>
                <a:gd name="connsiteY49" fmla="*/ 134013 h 180289"/>
                <a:gd name="connsiteX50" fmla="*/ 300730 w 342838"/>
                <a:gd name="connsiteY50" fmla="*/ 147661 h 180289"/>
                <a:gd name="connsiteX51" fmla="*/ 300730 w 342838"/>
                <a:gd name="connsiteY51" fmla="*/ 147661 h 180289"/>
                <a:gd name="connsiteX52" fmla="*/ 300730 w 342838"/>
                <a:gd name="connsiteY52" fmla="*/ 147472 h 180289"/>
                <a:gd name="connsiteX53" fmla="*/ 323871 w 342838"/>
                <a:gd name="connsiteY53" fmla="*/ 114869 h 180289"/>
                <a:gd name="connsiteX54" fmla="*/ 261847 w 342838"/>
                <a:gd name="connsiteY54" fmla="*/ 114869 h 180289"/>
                <a:gd name="connsiteX55" fmla="*/ 261847 w 342838"/>
                <a:gd name="connsiteY55" fmla="*/ 41607 h 180289"/>
                <a:gd name="connsiteX56" fmla="*/ 305851 w 342838"/>
                <a:gd name="connsiteY56" fmla="*/ 41607 h 180289"/>
                <a:gd name="connsiteX57" fmla="*/ 323491 w 342838"/>
                <a:gd name="connsiteY57" fmla="*/ 59140 h 180289"/>
                <a:gd name="connsiteX58" fmla="*/ 323871 w 342838"/>
                <a:gd name="connsiteY58" fmla="*/ 114869 h 180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42838" h="180289">
                  <a:moveTo>
                    <a:pt x="316853" y="25400"/>
                  </a:moveTo>
                  <a:cubicBezTo>
                    <a:pt x="315051" y="23694"/>
                    <a:pt x="312680" y="22651"/>
                    <a:pt x="310214" y="22651"/>
                  </a:cubicBezTo>
                  <a:lnTo>
                    <a:pt x="261847" y="22651"/>
                  </a:lnTo>
                  <a:lnTo>
                    <a:pt x="261847" y="9478"/>
                  </a:lnTo>
                  <a:cubicBezTo>
                    <a:pt x="261847" y="4265"/>
                    <a:pt x="257579" y="0"/>
                    <a:pt x="252363" y="0"/>
                  </a:cubicBezTo>
                  <a:lnTo>
                    <a:pt x="9484" y="0"/>
                  </a:lnTo>
                  <a:cubicBezTo>
                    <a:pt x="4268" y="0"/>
                    <a:pt x="0" y="4265"/>
                    <a:pt x="0" y="9478"/>
                  </a:cubicBezTo>
                  <a:lnTo>
                    <a:pt x="0" y="124536"/>
                  </a:lnTo>
                  <a:cubicBezTo>
                    <a:pt x="0" y="129748"/>
                    <a:pt x="4268" y="134013"/>
                    <a:pt x="9484" y="134013"/>
                  </a:cubicBezTo>
                  <a:lnTo>
                    <a:pt x="26270" y="134013"/>
                  </a:lnTo>
                  <a:cubicBezTo>
                    <a:pt x="24184" y="138278"/>
                    <a:pt x="23140" y="142922"/>
                    <a:pt x="23140" y="147661"/>
                  </a:cubicBezTo>
                  <a:cubicBezTo>
                    <a:pt x="23046" y="165574"/>
                    <a:pt x="37651" y="180169"/>
                    <a:pt x="55575" y="180264"/>
                  </a:cubicBezTo>
                  <a:cubicBezTo>
                    <a:pt x="67904" y="180264"/>
                    <a:pt x="79095" y="173440"/>
                    <a:pt x="84690" y="162446"/>
                  </a:cubicBezTo>
                  <a:cubicBezTo>
                    <a:pt x="92846" y="178463"/>
                    <a:pt x="112383" y="184908"/>
                    <a:pt x="128410" y="176757"/>
                  </a:cubicBezTo>
                  <a:cubicBezTo>
                    <a:pt x="139411" y="171166"/>
                    <a:pt x="146240" y="159982"/>
                    <a:pt x="146240" y="147661"/>
                  </a:cubicBezTo>
                  <a:cubicBezTo>
                    <a:pt x="146145" y="142922"/>
                    <a:pt x="145102" y="138278"/>
                    <a:pt x="143110" y="134013"/>
                  </a:cubicBezTo>
                  <a:lnTo>
                    <a:pt x="257484" y="134013"/>
                  </a:lnTo>
                  <a:cubicBezTo>
                    <a:pt x="255493" y="138278"/>
                    <a:pt x="254449" y="142922"/>
                    <a:pt x="254449" y="147661"/>
                  </a:cubicBezTo>
                  <a:cubicBezTo>
                    <a:pt x="254449" y="165669"/>
                    <a:pt x="269054" y="180264"/>
                    <a:pt x="287074" y="180264"/>
                  </a:cubicBezTo>
                  <a:cubicBezTo>
                    <a:pt x="305093" y="180264"/>
                    <a:pt x="319698" y="165669"/>
                    <a:pt x="319698" y="147661"/>
                  </a:cubicBezTo>
                  <a:lnTo>
                    <a:pt x="319698" y="147661"/>
                  </a:lnTo>
                  <a:cubicBezTo>
                    <a:pt x="319603" y="142922"/>
                    <a:pt x="318560" y="138278"/>
                    <a:pt x="316568" y="134013"/>
                  </a:cubicBezTo>
                  <a:lnTo>
                    <a:pt x="333354" y="134013"/>
                  </a:lnTo>
                  <a:cubicBezTo>
                    <a:pt x="338570" y="134013"/>
                    <a:pt x="342838" y="129748"/>
                    <a:pt x="342838" y="124536"/>
                  </a:cubicBezTo>
                  <a:lnTo>
                    <a:pt x="342838" y="55254"/>
                  </a:lnTo>
                  <a:cubicBezTo>
                    <a:pt x="342838" y="52696"/>
                    <a:pt x="341795" y="50326"/>
                    <a:pt x="339993" y="48525"/>
                  </a:cubicBezTo>
                  <a:lnTo>
                    <a:pt x="316853" y="25400"/>
                  </a:lnTo>
                  <a:close/>
                  <a:moveTo>
                    <a:pt x="18968" y="18955"/>
                  </a:moveTo>
                  <a:lnTo>
                    <a:pt x="242879" y="18955"/>
                  </a:lnTo>
                  <a:lnTo>
                    <a:pt x="242879" y="115058"/>
                  </a:lnTo>
                  <a:lnTo>
                    <a:pt x="18968" y="115058"/>
                  </a:lnTo>
                  <a:lnTo>
                    <a:pt x="18968" y="18955"/>
                  </a:lnTo>
                  <a:close/>
                  <a:moveTo>
                    <a:pt x="55765" y="161119"/>
                  </a:moveTo>
                  <a:cubicBezTo>
                    <a:pt x="48178" y="161119"/>
                    <a:pt x="42108" y="155054"/>
                    <a:pt x="42108" y="147472"/>
                  </a:cubicBezTo>
                  <a:cubicBezTo>
                    <a:pt x="42108" y="139890"/>
                    <a:pt x="48178" y="133824"/>
                    <a:pt x="55765" y="133824"/>
                  </a:cubicBezTo>
                  <a:cubicBezTo>
                    <a:pt x="63352" y="133824"/>
                    <a:pt x="69421" y="139890"/>
                    <a:pt x="69421" y="147472"/>
                  </a:cubicBezTo>
                  <a:lnTo>
                    <a:pt x="69421" y="147472"/>
                  </a:lnTo>
                  <a:cubicBezTo>
                    <a:pt x="69326" y="154959"/>
                    <a:pt x="63257" y="161025"/>
                    <a:pt x="55765" y="161119"/>
                  </a:cubicBezTo>
                  <a:close/>
                  <a:moveTo>
                    <a:pt x="127272" y="147472"/>
                  </a:moveTo>
                  <a:cubicBezTo>
                    <a:pt x="127272" y="155054"/>
                    <a:pt x="121203" y="161119"/>
                    <a:pt x="113616" y="161119"/>
                  </a:cubicBezTo>
                  <a:cubicBezTo>
                    <a:pt x="106029" y="161119"/>
                    <a:pt x="99959" y="155054"/>
                    <a:pt x="99959" y="147472"/>
                  </a:cubicBezTo>
                  <a:cubicBezTo>
                    <a:pt x="99959" y="139890"/>
                    <a:pt x="106029" y="133824"/>
                    <a:pt x="113616" y="133824"/>
                  </a:cubicBezTo>
                  <a:cubicBezTo>
                    <a:pt x="113616" y="133824"/>
                    <a:pt x="113616" y="133824"/>
                    <a:pt x="113616" y="133824"/>
                  </a:cubicBezTo>
                  <a:cubicBezTo>
                    <a:pt x="121203" y="133919"/>
                    <a:pt x="127367" y="140079"/>
                    <a:pt x="127272" y="147661"/>
                  </a:cubicBezTo>
                  <a:cubicBezTo>
                    <a:pt x="127272" y="147661"/>
                    <a:pt x="127272" y="147661"/>
                    <a:pt x="127272" y="147661"/>
                  </a:cubicBezTo>
                  <a:lnTo>
                    <a:pt x="127272" y="147472"/>
                  </a:lnTo>
                  <a:close/>
                  <a:moveTo>
                    <a:pt x="300730" y="147472"/>
                  </a:moveTo>
                  <a:cubicBezTo>
                    <a:pt x="300825" y="155054"/>
                    <a:pt x="294850" y="161214"/>
                    <a:pt x="287263" y="161309"/>
                  </a:cubicBezTo>
                  <a:cubicBezTo>
                    <a:pt x="279676" y="161404"/>
                    <a:pt x="273512" y="155433"/>
                    <a:pt x="273417" y="147851"/>
                  </a:cubicBezTo>
                  <a:cubicBezTo>
                    <a:pt x="273322" y="140269"/>
                    <a:pt x="279297" y="134108"/>
                    <a:pt x="286884" y="134013"/>
                  </a:cubicBezTo>
                  <a:cubicBezTo>
                    <a:pt x="294471" y="133919"/>
                    <a:pt x="300635" y="140079"/>
                    <a:pt x="300730" y="147661"/>
                  </a:cubicBezTo>
                  <a:cubicBezTo>
                    <a:pt x="300730" y="147661"/>
                    <a:pt x="300730" y="147661"/>
                    <a:pt x="300730" y="147661"/>
                  </a:cubicBezTo>
                  <a:lnTo>
                    <a:pt x="300730" y="147472"/>
                  </a:lnTo>
                  <a:close/>
                  <a:moveTo>
                    <a:pt x="323871" y="114869"/>
                  </a:moveTo>
                  <a:lnTo>
                    <a:pt x="261847" y="114869"/>
                  </a:lnTo>
                  <a:lnTo>
                    <a:pt x="261847" y="41607"/>
                  </a:lnTo>
                  <a:lnTo>
                    <a:pt x="305851" y="41607"/>
                  </a:lnTo>
                  <a:lnTo>
                    <a:pt x="323491" y="59140"/>
                  </a:lnTo>
                  <a:lnTo>
                    <a:pt x="323871" y="114869"/>
                  </a:lnTo>
                  <a:close/>
                </a:path>
              </a:pathLst>
            </a:custGeom>
            <a:solidFill>
              <a:srgbClr val="43B02A"/>
            </a:solidFill>
            <a:ln w="9463" cap="flat">
              <a:noFill/>
              <a:prstDash val="solid"/>
              <a:miter/>
            </a:ln>
          </p:spPr>
          <p:txBody>
            <a:bodyPr rtlCol="0" anchor="ctr"/>
            <a:lstStyle/>
            <a:p>
              <a:endParaRPr lang="en-US"/>
            </a:p>
          </p:txBody>
        </p:sp>
      </p:grpSp>
      <p:grpSp>
        <p:nvGrpSpPr>
          <p:cNvPr id="14" name="Graphic 4">
            <a:extLst>
              <a:ext uri="{FF2B5EF4-FFF2-40B4-BE49-F238E27FC236}">
                <a16:creationId xmlns:a16="http://schemas.microsoft.com/office/drawing/2014/main" id="{D73D4C6D-D80E-814A-A6B7-5A7D99F0CA46}"/>
              </a:ext>
            </a:extLst>
          </p:cNvPr>
          <p:cNvGrpSpPr>
            <a:grpSpLocks noChangeAspect="1"/>
          </p:cNvGrpSpPr>
          <p:nvPr/>
        </p:nvGrpSpPr>
        <p:grpSpPr>
          <a:xfrm>
            <a:off x="6144807" y="2850488"/>
            <a:ext cx="367439" cy="367200"/>
            <a:chOff x="4855450" y="2842863"/>
            <a:chExt cx="537729" cy="537380"/>
          </a:xfrm>
          <a:solidFill>
            <a:srgbClr val="43B02A"/>
          </a:solidFill>
        </p:grpSpPr>
        <p:sp>
          <p:nvSpPr>
            <p:cNvPr id="15" name="Freeform 14">
              <a:extLst>
                <a:ext uri="{FF2B5EF4-FFF2-40B4-BE49-F238E27FC236}">
                  <a16:creationId xmlns:a16="http://schemas.microsoft.com/office/drawing/2014/main" id="{B874EC36-294B-3644-AD06-E5FF26F3789F}"/>
                </a:ext>
              </a:extLst>
            </p:cNvPr>
            <p:cNvSpPr/>
            <p:nvPr/>
          </p:nvSpPr>
          <p:spPr>
            <a:xfrm>
              <a:off x="5052902" y="3155624"/>
              <a:ext cx="27313" cy="27295"/>
            </a:xfrm>
            <a:custGeom>
              <a:avLst/>
              <a:gdLst>
                <a:gd name="connsiteX0" fmla="*/ 27313 w 27313"/>
                <a:gd name="connsiteY0" fmla="*/ 13648 h 27295"/>
                <a:gd name="connsiteX1" fmla="*/ 13657 w 27313"/>
                <a:gd name="connsiteY1" fmla="*/ 27296 h 27295"/>
                <a:gd name="connsiteX2" fmla="*/ 0 w 27313"/>
                <a:gd name="connsiteY2" fmla="*/ 13648 h 27295"/>
                <a:gd name="connsiteX3" fmla="*/ 13657 w 27313"/>
                <a:gd name="connsiteY3" fmla="*/ 0 h 27295"/>
                <a:gd name="connsiteX4" fmla="*/ 27313 w 27313"/>
                <a:gd name="connsiteY4" fmla="*/ 13648 h 27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13" h="27295">
                  <a:moveTo>
                    <a:pt x="27313" y="13648"/>
                  </a:moveTo>
                  <a:cubicBezTo>
                    <a:pt x="27313" y="21185"/>
                    <a:pt x="21199" y="27296"/>
                    <a:pt x="13657" y="27296"/>
                  </a:cubicBezTo>
                  <a:cubicBezTo>
                    <a:pt x="6114" y="27296"/>
                    <a:pt x="0" y="21185"/>
                    <a:pt x="0" y="13648"/>
                  </a:cubicBezTo>
                  <a:cubicBezTo>
                    <a:pt x="0" y="6110"/>
                    <a:pt x="6114" y="0"/>
                    <a:pt x="13657" y="0"/>
                  </a:cubicBezTo>
                  <a:cubicBezTo>
                    <a:pt x="21199" y="0"/>
                    <a:pt x="27313" y="6110"/>
                    <a:pt x="27313" y="13648"/>
                  </a:cubicBezTo>
                  <a:close/>
                </a:path>
              </a:pathLst>
            </a:custGeom>
            <a:solidFill>
              <a:srgbClr val="43B02A"/>
            </a:solidFill>
            <a:ln w="9463" cap="flat">
              <a:noFill/>
              <a:prstDash val="solid"/>
              <a:miter/>
            </a:ln>
          </p:spPr>
          <p:txBody>
            <a:bodyPr rtlCol="0" anchor="ctr"/>
            <a:lstStyle/>
            <a:p>
              <a:endParaRPr lang="en-US"/>
            </a:p>
          </p:txBody>
        </p:sp>
        <p:sp>
          <p:nvSpPr>
            <p:cNvPr id="16" name="Freeform 15">
              <a:extLst>
                <a:ext uri="{FF2B5EF4-FFF2-40B4-BE49-F238E27FC236}">
                  <a16:creationId xmlns:a16="http://schemas.microsoft.com/office/drawing/2014/main" id="{1177ADC0-898F-2F49-BA7D-BBA78ADC741A}"/>
                </a:ext>
              </a:extLst>
            </p:cNvPr>
            <p:cNvSpPr/>
            <p:nvPr/>
          </p:nvSpPr>
          <p:spPr>
            <a:xfrm>
              <a:off x="4995051" y="3155624"/>
              <a:ext cx="27313" cy="27295"/>
            </a:xfrm>
            <a:custGeom>
              <a:avLst/>
              <a:gdLst>
                <a:gd name="connsiteX0" fmla="*/ 27313 w 27313"/>
                <a:gd name="connsiteY0" fmla="*/ 13648 h 27295"/>
                <a:gd name="connsiteX1" fmla="*/ 13657 w 27313"/>
                <a:gd name="connsiteY1" fmla="*/ 27296 h 27295"/>
                <a:gd name="connsiteX2" fmla="*/ 0 w 27313"/>
                <a:gd name="connsiteY2" fmla="*/ 13648 h 27295"/>
                <a:gd name="connsiteX3" fmla="*/ 13657 w 27313"/>
                <a:gd name="connsiteY3" fmla="*/ 0 h 27295"/>
                <a:gd name="connsiteX4" fmla="*/ 27313 w 27313"/>
                <a:gd name="connsiteY4" fmla="*/ 13648 h 27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13" h="27295">
                  <a:moveTo>
                    <a:pt x="27313" y="13648"/>
                  </a:moveTo>
                  <a:cubicBezTo>
                    <a:pt x="27313" y="21185"/>
                    <a:pt x="21199" y="27296"/>
                    <a:pt x="13657" y="27296"/>
                  </a:cubicBezTo>
                  <a:cubicBezTo>
                    <a:pt x="6114" y="27296"/>
                    <a:pt x="0" y="21185"/>
                    <a:pt x="0" y="13648"/>
                  </a:cubicBezTo>
                  <a:cubicBezTo>
                    <a:pt x="0" y="6110"/>
                    <a:pt x="6114" y="0"/>
                    <a:pt x="13657" y="0"/>
                  </a:cubicBezTo>
                  <a:cubicBezTo>
                    <a:pt x="21199" y="0"/>
                    <a:pt x="27313" y="6110"/>
                    <a:pt x="27313" y="13648"/>
                  </a:cubicBezTo>
                  <a:close/>
                </a:path>
              </a:pathLst>
            </a:custGeom>
            <a:solidFill>
              <a:srgbClr val="43B02A"/>
            </a:solidFill>
            <a:ln w="9463" cap="flat">
              <a:noFill/>
              <a:prstDash val="solid"/>
              <a:miter/>
            </a:ln>
          </p:spPr>
          <p:txBody>
            <a:bodyPr rtlCol="0" anchor="ctr"/>
            <a:lstStyle/>
            <a:p>
              <a:endParaRPr lang="en-US"/>
            </a:p>
          </p:txBody>
        </p:sp>
        <p:sp>
          <p:nvSpPr>
            <p:cNvPr id="17" name="Freeform 16">
              <a:extLst>
                <a:ext uri="{FF2B5EF4-FFF2-40B4-BE49-F238E27FC236}">
                  <a16:creationId xmlns:a16="http://schemas.microsoft.com/office/drawing/2014/main" id="{50CFEE28-843F-BF4E-8A6D-354E6C088C2B}"/>
                </a:ext>
              </a:extLst>
            </p:cNvPr>
            <p:cNvSpPr/>
            <p:nvPr/>
          </p:nvSpPr>
          <p:spPr>
            <a:xfrm>
              <a:off x="4971910" y="3040092"/>
              <a:ext cx="223911" cy="96576"/>
            </a:xfrm>
            <a:custGeom>
              <a:avLst/>
              <a:gdLst>
                <a:gd name="connsiteX0" fmla="*/ 223912 w 223911"/>
                <a:gd name="connsiteY0" fmla="*/ 96577 h 96576"/>
                <a:gd name="connsiteX1" fmla="*/ 223912 w 223911"/>
                <a:gd name="connsiteY1" fmla="*/ 13648 h 96576"/>
                <a:gd name="connsiteX2" fmla="*/ 223912 w 223911"/>
                <a:gd name="connsiteY2" fmla="*/ 0 h 96576"/>
                <a:gd name="connsiteX3" fmla="*/ 0 w 223911"/>
                <a:gd name="connsiteY3" fmla="*/ 0 h 96576"/>
                <a:gd name="connsiteX4" fmla="*/ 0 w 223911"/>
                <a:gd name="connsiteY4" fmla="*/ 96577 h 96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911" h="96576">
                  <a:moveTo>
                    <a:pt x="223912" y="96577"/>
                  </a:moveTo>
                  <a:lnTo>
                    <a:pt x="223912" y="13648"/>
                  </a:lnTo>
                  <a:lnTo>
                    <a:pt x="223912" y="0"/>
                  </a:lnTo>
                  <a:lnTo>
                    <a:pt x="0" y="0"/>
                  </a:lnTo>
                  <a:lnTo>
                    <a:pt x="0" y="96577"/>
                  </a:lnTo>
                  <a:close/>
                </a:path>
              </a:pathLst>
            </a:custGeom>
            <a:solidFill>
              <a:srgbClr val="43B02A"/>
            </a:solidFill>
            <a:ln w="9463" cap="flat">
              <a:noFill/>
              <a:prstDash val="solid"/>
              <a:miter/>
            </a:ln>
          </p:spPr>
          <p:txBody>
            <a:bodyPr rtlCol="0" anchor="ctr"/>
            <a:lstStyle/>
            <a:p>
              <a:endParaRPr lang="en-US"/>
            </a:p>
          </p:txBody>
        </p:sp>
        <p:sp>
          <p:nvSpPr>
            <p:cNvPr id="18" name="Freeform 17">
              <a:extLst>
                <a:ext uri="{FF2B5EF4-FFF2-40B4-BE49-F238E27FC236}">
                  <a16:creationId xmlns:a16="http://schemas.microsoft.com/office/drawing/2014/main" id="{8340CF1F-0B21-E54A-9391-8669C2917A8F}"/>
                </a:ext>
              </a:extLst>
            </p:cNvPr>
            <p:cNvSpPr/>
            <p:nvPr/>
          </p:nvSpPr>
          <p:spPr>
            <a:xfrm>
              <a:off x="5214790" y="3063217"/>
              <a:ext cx="61928" cy="73451"/>
            </a:xfrm>
            <a:custGeom>
              <a:avLst/>
              <a:gdLst>
                <a:gd name="connsiteX0" fmla="*/ 0 w 61928"/>
                <a:gd name="connsiteY0" fmla="*/ 0 h 73451"/>
                <a:gd name="connsiteX1" fmla="*/ 0 w 61928"/>
                <a:gd name="connsiteY1" fmla="*/ 73451 h 73451"/>
                <a:gd name="connsiteX2" fmla="*/ 61929 w 61928"/>
                <a:gd name="connsiteY2" fmla="*/ 73451 h 73451"/>
                <a:gd name="connsiteX3" fmla="*/ 61929 w 61928"/>
                <a:gd name="connsiteY3" fmla="*/ 17534 h 73451"/>
                <a:gd name="connsiteX4" fmla="*/ 44384 w 61928"/>
                <a:gd name="connsiteY4" fmla="*/ 0 h 73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28" h="73451">
                  <a:moveTo>
                    <a:pt x="0" y="0"/>
                  </a:moveTo>
                  <a:lnTo>
                    <a:pt x="0" y="73451"/>
                  </a:lnTo>
                  <a:lnTo>
                    <a:pt x="61929" y="73451"/>
                  </a:lnTo>
                  <a:lnTo>
                    <a:pt x="61929" y="17534"/>
                  </a:lnTo>
                  <a:lnTo>
                    <a:pt x="44384" y="0"/>
                  </a:lnTo>
                  <a:close/>
                </a:path>
              </a:pathLst>
            </a:custGeom>
            <a:solidFill>
              <a:srgbClr val="43B02A"/>
            </a:solidFill>
            <a:ln w="9463" cap="flat">
              <a:noFill/>
              <a:prstDash val="solid"/>
              <a:miter/>
            </a:ln>
          </p:spPr>
          <p:txBody>
            <a:bodyPr rtlCol="0" anchor="ctr"/>
            <a:lstStyle/>
            <a:p>
              <a:endParaRPr lang="en-US"/>
            </a:p>
          </p:txBody>
        </p:sp>
        <p:sp>
          <p:nvSpPr>
            <p:cNvPr id="19" name="Freeform 18">
              <a:extLst>
                <a:ext uri="{FF2B5EF4-FFF2-40B4-BE49-F238E27FC236}">
                  <a16:creationId xmlns:a16="http://schemas.microsoft.com/office/drawing/2014/main" id="{E26DF471-7D36-4747-A2C1-D19FE169EDC4}"/>
                </a:ext>
              </a:extLst>
            </p:cNvPr>
            <p:cNvSpPr/>
            <p:nvPr/>
          </p:nvSpPr>
          <p:spPr>
            <a:xfrm>
              <a:off x="5226265" y="3155624"/>
              <a:ext cx="27313" cy="27295"/>
            </a:xfrm>
            <a:custGeom>
              <a:avLst/>
              <a:gdLst>
                <a:gd name="connsiteX0" fmla="*/ 27313 w 27313"/>
                <a:gd name="connsiteY0" fmla="*/ 13648 h 27295"/>
                <a:gd name="connsiteX1" fmla="*/ 13657 w 27313"/>
                <a:gd name="connsiteY1" fmla="*/ 27296 h 27295"/>
                <a:gd name="connsiteX2" fmla="*/ 0 w 27313"/>
                <a:gd name="connsiteY2" fmla="*/ 13648 h 27295"/>
                <a:gd name="connsiteX3" fmla="*/ 13657 w 27313"/>
                <a:gd name="connsiteY3" fmla="*/ 0 h 27295"/>
                <a:gd name="connsiteX4" fmla="*/ 27313 w 27313"/>
                <a:gd name="connsiteY4" fmla="*/ 13648 h 27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13" h="27295">
                  <a:moveTo>
                    <a:pt x="27313" y="13648"/>
                  </a:moveTo>
                  <a:cubicBezTo>
                    <a:pt x="27313" y="21185"/>
                    <a:pt x="21199" y="27296"/>
                    <a:pt x="13657" y="27296"/>
                  </a:cubicBezTo>
                  <a:cubicBezTo>
                    <a:pt x="6114" y="27296"/>
                    <a:pt x="0" y="21185"/>
                    <a:pt x="0" y="13648"/>
                  </a:cubicBezTo>
                  <a:cubicBezTo>
                    <a:pt x="0" y="6110"/>
                    <a:pt x="6114" y="0"/>
                    <a:pt x="13657" y="0"/>
                  </a:cubicBezTo>
                  <a:cubicBezTo>
                    <a:pt x="21199" y="0"/>
                    <a:pt x="27313" y="6110"/>
                    <a:pt x="27313" y="13648"/>
                  </a:cubicBezTo>
                  <a:close/>
                </a:path>
              </a:pathLst>
            </a:custGeom>
            <a:solidFill>
              <a:srgbClr val="43B02A"/>
            </a:solidFill>
            <a:ln w="9463" cap="flat">
              <a:noFill/>
              <a:prstDash val="solid"/>
              <a:miter/>
            </a:ln>
          </p:spPr>
          <p:txBody>
            <a:bodyPr rtlCol="0" anchor="ctr"/>
            <a:lstStyle/>
            <a:p>
              <a:endParaRPr lang="en-US"/>
            </a:p>
          </p:txBody>
        </p:sp>
        <p:sp>
          <p:nvSpPr>
            <p:cNvPr id="20" name="Freeform 19">
              <a:extLst>
                <a:ext uri="{FF2B5EF4-FFF2-40B4-BE49-F238E27FC236}">
                  <a16:creationId xmlns:a16="http://schemas.microsoft.com/office/drawing/2014/main" id="{815314B1-4E08-C940-8BFB-1485978BCAB4}"/>
                </a:ext>
              </a:extLst>
            </p:cNvPr>
            <p:cNvSpPr/>
            <p:nvPr/>
          </p:nvSpPr>
          <p:spPr>
            <a:xfrm>
              <a:off x="4855450" y="2842863"/>
              <a:ext cx="537729" cy="537380"/>
            </a:xfrm>
            <a:custGeom>
              <a:avLst/>
              <a:gdLst>
                <a:gd name="connsiteX0" fmla="*/ 268865 w 537729"/>
                <a:gd name="connsiteY0" fmla="*/ 0 h 537380"/>
                <a:gd name="connsiteX1" fmla="*/ 0 w 537729"/>
                <a:gd name="connsiteY1" fmla="*/ 268690 h 537380"/>
                <a:gd name="connsiteX2" fmla="*/ 268865 w 537729"/>
                <a:gd name="connsiteY2" fmla="*/ 537381 h 537380"/>
                <a:gd name="connsiteX3" fmla="*/ 537730 w 537729"/>
                <a:gd name="connsiteY3" fmla="*/ 268690 h 537380"/>
                <a:gd name="connsiteX4" fmla="*/ 537730 w 537729"/>
                <a:gd name="connsiteY4" fmla="*/ 268690 h 537380"/>
                <a:gd name="connsiteX5" fmla="*/ 269054 w 537729"/>
                <a:gd name="connsiteY5" fmla="*/ 0 h 537380"/>
                <a:gd name="connsiteX6" fmla="*/ 268865 w 537729"/>
                <a:gd name="connsiteY6" fmla="*/ 0 h 537380"/>
                <a:gd name="connsiteX7" fmla="*/ 440236 w 537729"/>
                <a:gd name="connsiteY7" fmla="*/ 303284 h 537380"/>
                <a:gd name="connsiteX8" fmla="*/ 430753 w 537729"/>
                <a:gd name="connsiteY8" fmla="*/ 312761 h 537380"/>
                <a:gd name="connsiteX9" fmla="*/ 414061 w 537729"/>
                <a:gd name="connsiteY9" fmla="*/ 312761 h 537380"/>
                <a:gd name="connsiteX10" fmla="*/ 417096 w 537729"/>
                <a:gd name="connsiteY10" fmla="*/ 326409 h 537380"/>
                <a:gd name="connsiteX11" fmla="*/ 386274 w 537729"/>
                <a:gd name="connsiteY11" fmla="*/ 360718 h 537380"/>
                <a:gd name="connsiteX12" fmla="*/ 351943 w 537729"/>
                <a:gd name="connsiteY12" fmla="*/ 329916 h 537380"/>
                <a:gd name="connsiteX13" fmla="*/ 351943 w 537729"/>
                <a:gd name="connsiteY13" fmla="*/ 326409 h 537380"/>
                <a:gd name="connsiteX14" fmla="*/ 354977 w 537729"/>
                <a:gd name="connsiteY14" fmla="*/ 312761 h 537380"/>
                <a:gd name="connsiteX15" fmla="*/ 240603 w 537729"/>
                <a:gd name="connsiteY15" fmla="*/ 312761 h 537380"/>
                <a:gd name="connsiteX16" fmla="*/ 243638 w 537729"/>
                <a:gd name="connsiteY16" fmla="*/ 326409 h 537380"/>
                <a:gd name="connsiteX17" fmla="*/ 211488 w 537729"/>
                <a:gd name="connsiteY17" fmla="*/ 359107 h 537380"/>
                <a:gd name="connsiteX18" fmla="*/ 182183 w 537729"/>
                <a:gd name="connsiteY18" fmla="*/ 341194 h 537380"/>
                <a:gd name="connsiteX19" fmla="*/ 138463 w 537729"/>
                <a:gd name="connsiteY19" fmla="*/ 355505 h 537380"/>
                <a:gd name="connsiteX20" fmla="*/ 120634 w 537729"/>
                <a:gd name="connsiteY20" fmla="*/ 326409 h 537380"/>
                <a:gd name="connsiteX21" fmla="*/ 123763 w 537729"/>
                <a:gd name="connsiteY21" fmla="*/ 312761 h 537380"/>
                <a:gd name="connsiteX22" fmla="*/ 106977 w 537729"/>
                <a:gd name="connsiteY22" fmla="*/ 312761 h 537380"/>
                <a:gd name="connsiteX23" fmla="*/ 97493 w 537729"/>
                <a:gd name="connsiteY23" fmla="*/ 303284 h 537380"/>
                <a:gd name="connsiteX24" fmla="*/ 97493 w 537729"/>
                <a:gd name="connsiteY24" fmla="*/ 188225 h 537380"/>
                <a:gd name="connsiteX25" fmla="*/ 106977 w 537729"/>
                <a:gd name="connsiteY25" fmla="*/ 178748 h 537380"/>
                <a:gd name="connsiteX26" fmla="*/ 349856 w 537729"/>
                <a:gd name="connsiteY26" fmla="*/ 178748 h 537380"/>
                <a:gd name="connsiteX27" fmla="*/ 359340 w 537729"/>
                <a:gd name="connsiteY27" fmla="*/ 188225 h 537380"/>
                <a:gd name="connsiteX28" fmla="*/ 359340 w 537729"/>
                <a:gd name="connsiteY28" fmla="*/ 201873 h 537380"/>
                <a:gd name="connsiteX29" fmla="*/ 407612 w 537729"/>
                <a:gd name="connsiteY29" fmla="*/ 201873 h 537380"/>
                <a:gd name="connsiteX30" fmla="*/ 414346 w 537729"/>
                <a:gd name="connsiteY30" fmla="*/ 204622 h 537380"/>
                <a:gd name="connsiteX31" fmla="*/ 437486 w 537729"/>
                <a:gd name="connsiteY31" fmla="*/ 227747 h 537380"/>
                <a:gd name="connsiteX32" fmla="*/ 440236 w 537729"/>
                <a:gd name="connsiteY32" fmla="*/ 234476 h 537380"/>
                <a:gd name="connsiteX33" fmla="*/ 440236 w 537729"/>
                <a:gd name="connsiteY33" fmla="*/ 303284 h 5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537729" h="537380">
                  <a:moveTo>
                    <a:pt x="268865" y="0"/>
                  </a:moveTo>
                  <a:cubicBezTo>
                    <a:pt x="120349" y="0"/>
                    <a:pt x="0" y="120271"/>
                    <a:pt x="0" y="268690"/>
                  </a:cubicBezTo>
                  <a:cubicBezTo>
                    <a:pt x="0" y="417110"/>
                    <a:pt x="120349" y="537381"/>
                    <a:pt x="268865" y="537381"/>
                  </a:cubicBezTo>
                  <a:cubicBezTo>
                    <a:pt x="417381" y="537381"/>
                    <a:pt x="537730" y="417110"/>
                    <a:pt x="537730" y="268690"/>
                  </a:cubicBezTo>
                  <a:lnTo>
                    <a:pt x="537730" y="268690"/>
                  </a:lnTo>
                  <a:cubicBezTo>
                    <a:pt x="537824" y="120366"/>
                    <a:pt x="417475" y="95"/>
                    <a:pt x="269054" y="0"/>
                  </a:cubicBezTo>
                  <a:cubicBezTo>
                    <a:pt x="268960" y="0"/>
                    <a:pt x="268960" y="0"/>
                    <a:pt x="268865" y="0"/>
                  </a:cubicBezTo>
                  <a:close/>
                  <a:moveTo>
                    <a:pt x="440236" y="303284"/>
                  </a:moveTo>
                  <a:cubicBezTo>
                    <a:pt x="440236" y="308496"/>
                    <a:pt x="435969" y="312761"/>
                    <a:pt x="430753" y="312761"/>
                  </a:cubicBezTo>
                  <a:lnTo>
                    <a:pt x="414061" y="312761"/>
                  </a:lnTo>
                  <a:cubicBezTo>
                    <a:pt x="416053" y="317026"/>
                    <a:pt x="417096" y="321670"/>
                    <a:pt x="417096" y="326409"/>
                  </a:cubicBezTo>
                  <a:cubicBezTo>
                    <a:pt x="418044" y="344416"/>
                    <a:pt x="404293" y="359770"/>
                    <a:pt x="386274" y="360718"/>
                  </a:cubicBezTo>
                  <a:cubicBezTo>
                    <a:pt x="368255" y="361666"/>
                    <a:pt x="352891" y="347923"/>
                    <a:pt x="351943" y="329916"/>
                  </a:cubicBezTo>
                  <a:cubicBezTo>
                    <a:pt x="351848" y="328778"/>
                    <a:pt x="351848" y="327546"/>
                    <a:pt x="351943" y="326409"/>
                  </a:cubicBezTo>
                  <a:cubicBezTo>
                    <a:pt x="351943" y="321670"/>
                    <a:pt x="352986" y="317026"/>
                    <a:pt x="354977" y="312761"/>
                  </a:cubicBezTo>
                  <a:lnTo>
                    <a:pt x="240603" y="312761"/>
                  </a:lnTo>
                  <a:cubicBezTo>
                    <a:pt x="242595" y="317026"/>
                    <a:pt x="243638" y="321670"/>
                    <a:pt x="243638" y="326409"/>
                  </a:cubicBezTo>
                  <a:cubicBezTo>
                    <a:pt x="243828" y="344322"/>
                    <a:pt x="229412" y="358917"/>
                    <a:pt x="211488" y="359107"/>
                  </a:cubicBezTo>
                  <a:cubicBezTo>
                    <a:pt x="199064" y="359202"/>
                    <a:pt x="187684" y="352283"/>
                    <a:pt x="182183" y="341194"/>
                  </a:cubicBezTo>
                  <a:cubicBezTo>
                    <a:pt x="174027" y="357211"/>
                    <a:pt x="154491" y="363656"/>
                    <a:pt x="138463" y="355505"/>
                  </a:cubicBezTo>
                  <a:cubicBezTo>
                    <a:pt x="127462" y="349913"/>
                    <a:pt x="120634" y="338730"/>
                    <a:pt x="120634" y="326409"/>
                  </a:cubicBezTo>
                  <a:cubicBezTo>
                    <a:pt x="120634" y="321670"/>
                    <a:pt x="121677" y="317026"/>
                    <a:pt x="123763" y="312761"/>
                  </a:cubicBezTo>
                  <a:lnTo>
                    <a:pt x="106977" y="312761"/>
                  </a:lnTo>
                  <a:cubicBezTo>
                    <a:pt x="101761" y="312761"/>
                    <a:pt x="97493" y="308496"/>
                    <a:pt x="97493" y="303284"/>
                  </a:cubicBezTo>
                  <a:lnTo>
                    <a:pt x="97493" y="188225"/>
                  </a:lnTo>
                  <a:cubicBezTo>
                    <a:pt x="97493" y="183013"/>
                    <a:pt x="101761" y="178748"/>
                    <a:pt x="106977" y="178748"/>
                  </a:cubicBezTo>
                  <a:lnTo>
                    <a:pt x="349856" y="178748"/>
                  </a:lnTo>
                  <a:cubicBezTo>
                    <a:pt x="355072" y="178748"/>
                    <a:pt x="359340" y="183013"/>
                    <a:pt x="359340" y="188225"/>
                  </a:cubicBezTo>
                  <a:lnTo>
                    <a:pt x="359340" y="201873"/>
                  </a:lnTo>
                  <a:lnTo>
                    <a:pt x="407612" y="201873"/>
                  </a:lnTo>
                  <a:cubicBezTo>
                    <a:pt x="410173" y="201873"/>
                    <a:pt x="412544" y="202821"/>
                    <a:pt x="414346" y="204622"/>
                  </a:cubicBezTo>
                  <a:lnTo>
                    <a:pt x="437486" y="227747"/>
                  </a:lnTo>
                  <a:cubicBezTo>
                    <a:pt x="439288" y="229548"/>
                    <a:pt x="440236" y="231917"/>
                    <a:pt x="440236" y="234476"/>
                  </a:cubicBezTo>
                  <a:lnTo>
                    <a:pt x="440236" y="303284"/>
                  </a:lnTo>
                  <a:close/>
                </a:path>
              </a:pathLst>
            </a:custGeom>
            <a:solidFill>
              <a:srgbClr val="43B02A"/>
            </a:solidFill>
            <a:ln w="9463" cap="flat">
              <a:noFill/>
              <a:prstDash val="solid"/>
              <a:miter/>
            </a:ln>
          </p:spPr>
          <p:txBody>
            <a:bodyPr rtlCol="0" anchor="ctr"/>
            <a:lstStyle/>
            <a:p>
              <a:endParaRPr lang="en-US"/>
            </a:p>
          </p:txBody>
        </p:sp>
      </p:grpSp>
      <p:grpSp>
        <p:nvGrpSpPr>
          <p:cNvPr id="1180" name="Graphic 11">
            <a:extLst>
              <a:ext uri="{FF2B5EF4-FFF2-40B4-BE49-F238E27FC236}">
                <a16:creationId xmlns:a16="http://schemas.microsoft.com/office/drawing/2014/main" id="{7D438A4C-A206-DA48-84C6-1DC70E11A7F3}"/>
              </a:ext>
            </a:extLst>
          </p:cNvPr>
          <p:cNvGrpSpPr>
            <a:grpSpLocks noChangeAspect="1"/>
          </p:cNvGrpSpPr>
          <p:nvPr/>
        </p:nvGrpSpPr>
        <p:grpSpPr>
          <a:xfrm>
            <a:off x="1514415" y="4303721"/>
            <a:ext cx="367200" cy="366962"/>
            <a:chOff x="8228562" y="5000721"/>
            <a:chExt cx="537729" cy="537380"/>
          </a:xfrm>
          <a:solidFill>
            <a:schemeClr val="accent3"/>
          </a:solidFill>
        </p:grpSpPr>
        <p:sp>
          <p:nvSpPr>
            <p:cNvPr id="1181" name="Freeform 1180">
              <a:extLst>
                <a:ext uri="{FF2B5EF4-FFF2-40B4-BE49-F238E27FC236}">
                  <a16:creationId xmlns:a16="http://schemas.microsoft.com/office/drawing/2014/main" id="{B949A0BB-1FD6-D848-A85A-FA7354A9919B}"/>
                </a:ext>
              </a:extLst>
            </p:cNvPr>
            <p:cNvSpPr/>
            <p:nvPr/>
          </p:nvSpPr>
          <p:spPr>
            <a:xfrm>
              <a:off x="8228562" y="5000721"/>
              <a:ext cx="537729" cy="537380"/>
            </a:xfrm>
            <a:custGeom>
              <a:avLst/>
              <a:gdLst>
                <a:gd name="connsiteX0" fmla="*/ 268865 w 537729"/>
                <a:gd name="connsiteY0" fmla="*/ 0 h 537380"/>
                <a:gd name="connsiteX1" fmla="*/ 0 w 537729"/>
                <a:gd name="connsiteY1" fmla="*/ 268690 h 537380"/>
                <a:gd name="connsiteX2" fmla="*/ 268865 w 537729"/>
                <a:gd name="connsiteY2" fmla="*/ 537381 h 537380"/>
                <a:gd name="connsiteX3" fmla="*/ 537730 w 537729"/>
                <a:gd name="connsiteY3" fmla="*/ 268690 h 537380"/>
                <a:gd name="connsiteX4" fmla="*/ 268865 w 537729"/>
                <a:gd name="connsiteY4" fmla="*/ 0 h 537380"/>
                <a:gd name="connsiteX5" fmla="*/ 269054 w 537729"/>
                <a:gd name="connsiteY5" fmla="*/ 518425 h 537380"/>
                <a:gd name="connsiteX6" fmla="*/ 19062 w 537729"/>
                <a:gd name="connsiteY6" fmla="*/ 268785 h 537380"/>
                <a:gd name="connsiteX7" fmla="*/ 19062 w 537729"/>
                <a:gd name="connsiteY7" fmla="*/ 268690 h 537380"/>
                <a:gd name="connsiteX8" fmla="*/ 268865 w 537729"/>
                <a:gd name="connsiteY8" fmla="*/ 18955 h 537380"/>
                <a:gd name="connsiteX9" fmla="*/ 518857 w 537729"/>
                <a:gd name="connsiteY9" fmla="*/ 268596 h 537380"/>
                <a:gd name="connsiteX10" fmla="*/ 269054 w 537729"/>
                <a:gd name="connsiteY10" fmla="*/ 518425 h 5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729" h="537380">
                  <a:moveTo>
                    <a:pt x="268865" y="0"/>
                  </a:moveTo>
                  <a:cubicBezTo>
                    <a:pt x="120349" y="0"/>
                    <a:pt x="0" y="120271"/>
                    <a:pt x="0" y="268690"/>
                  </a:cubicBezTo>
                  <a:cubicBezTo>
                    <a:pt x="0" y="417110"/>
                    <a:pt x="120349" y="537381"/>
                    <a:pt x="268865" y="537381"/>
                  </a:cubicBezTo>
                  <a:cubicBezTo>
                    <a:pt x="417381" y="537381"/>
                    <a:pt x="537730" y="417110"/>
                    <a:pt x="537730" y="268690"/>
                  </a:cubicBezTo>
                  <a:cubicBezTo>
                    <a:pt x="537730" y="120271"/>
                    <a:pt x="417381" y="0"/>
                    <a:pt x="268865" y="0"/>
                  </a:cubicBezTo>
                  <a:close/>
                  <a:moveTo>
                    <a:pt x="269054" y="518425"/>
                  </a:moveTo>
                  <a:cubicBezTo>
                    <a:pt x="131066" y="518520"/>
                    <a:pt x="19157" y="406684"/>
                    <a:pt x="19062" y="268785"/>
                  </a:cubicBezTo>
                  <a:cubicBezTo>
                    <a:pt x="19062" y="268785"/>
                    <a:pt x="19062" y="268690"/>
                    <a:pt x="19062" y="268690"/>
                  </a:cubicBezTo>
                  <a:cubicBezTo>
                    <a:pt x="19252" y="130886"/>
                    <a:pt x="130971" y="19145"/>
                    <a:pt x="268865" y="18955"/>
                  </a:cubicBezTo>
                  <a:cubicBezTo>
                    <a:pt x="406854" y="18860"/>
                    <a:pt x="518762" y="130696"/>
                    <a:pt x="518857" y="268596"/>
                  </a:cubicBezTo>
                  <a:cubicBezTo>
                    <a:pt x="518952" y="406495"/>
                    <a:pt x="407043" y="518331"/>
                    <a:pt x="269054" y="518425"/>
                  </a:cubicBezTo>
                  <a:close/>
                </a:path>
              </a:pathLst>
            </a:custGeom>
            <a:grpFill/>
            <a:ln w="9463" cap="flat">
              <a:noFill/>
              <a:prstDash val="solid"/>
              <a:miter/>
            </a:ln>
          </p:spPr>
          <p:txBody>
            <a:bodyPr rtlCol="0" anchor="ctr"/>
            <a:lstStyle/>
            <a:p>
              <a:endParaRPr lang="en-US"/>
            </a:p>
          </p:txBody>
        </p:sp>
        <p:sp>
          <p:nvSpPr>
            <p:cNvPr id="1182" name="Freeform 1181">
              <a:extLst>
                <a:ext uri="{FF2B5EF4-FFF2-40B4-BE49-F238E27FC236}">
                  <a16:creationId xmlns:a16="http://schemas.microsoft.com/office/drawing/2014/main" id="{5EDA7A99-63CA-DA41-95F3-560B8DC850DE}"/>
                </a:ext>
              </a:extLst>
            </p:cNvPr>
            <p:cNvSpPr/>
            <p:nvPr/>
          </p:nvSpPr>
          <p:spPr>
            <a:xfrm>
              <a:off x="8454387" y="5188738"/>
              <a:ext cx="86787" cy="32431"/>
            </a:xfrm>
            <a:custGeom>
              <a:avLst/>
              <a:gdLst>
                <a:gd name="connsiteX0" fmla="*/ 3018 w 86787"/>
                <a:gd name="connsiteY0" fmla="*/ 15467 h 32431"/>
                <a:gd name="connsiteX1" fmla="*/ 2544 w 86787"/>
                <a:gd name="connsiteY1" fmla="*/ 28830 h 32431"/>
                <a:gd name="connsiteX2" fmla="*/ 15916 w 86787"/>
                <a:gd name="connsiteY2" fmla="*/ 29304 h 32431"/>
                <a:gd name="connsiteX3" fmla="*/ 43324 w 86787"/>
                <a:gd name="connsiteY3" fmla="*/ 18879 h 32431"/>
                <a:gd name="connsiteX4" fmla="*/ 70732 w 86787"/>
                <a:gd name="connsiteY4" fmla="*/ 29873 h 32431"/>
                <a:gd name="connsiteX5" fmla="*/ 77276 w 86787"/>
                <a:gd name="connsiteY5" fmla="*/ 32432 h 32431"/>
                <a:gd name="connsiteX6" fmla="*/ 84199 w 86787"/>
                <a:gd name="connsiteY6" fmla="*/ 29494 h 32431"/>
                <a:gd name="connsiteX7" fmla="*/ 83820 w 86787"/>
                <a:gd name="connsiteY7" fmla="*/ 16130 h 32431"/>
                <a:gd name="connsiteX8" fmla="*/ 43609 w 86787"/>
                <a:gd name="connsiteY8" fmla="*/ 18 h 32431"/>
                <a:gd name="connsiteX9" fmla="*/ 3018 w 86787"/>
                <a:gd name="connsiteY9" fmla="*/ 15467 h 32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787" h="32431">
                  <a:moveTo>
                    <a:pt x="3018" y="15467"/>
                  </a:moveTo>
                  <a:cubicBezTo>
                    <a:pt x="-775" y="19068"/>
                    <a:pt x="-1060" y="25039"/>
                    <a:pt x="2544" y="28830"/>
                  </a:cubicBezTo>
                  <a:cubicBezTo>
                    <a:pt x="6148" y="32621"/>
                    <a:pt x="12123" y="32906"/>
                    <a:pt x="15916" y="29304"/>
                  </a:cubicBezTo>
                  <a:cubicBezTo>
                    <a:pt x="23314" y="22386"/>
                    <a:pt x="33082" y="18689"/>
                    <a:pt x="43324" y="18879"/>
                  </a:cubicBezTo>
                  <a:cubicBezTo>
                    <a:pt x="53567" y="18879"/>
                    <a:pt x="63240" y="22859"/>
                    <a:pt x="70732" y="29873"/>
                  </a:cubicBezTo>
                  <a:cubicBezTo>
                    <a:pt x="72534" y="31579"/>
                    <a:pt x="74905" y="32432"/>
                    <a:pt x="77276" y="32432"/>
                  </a:cubicBezTo>
                  <a:cubicBezTo>
                    <a:pt x="79837" y="32432"/>
                    <a:pt x="82303" y="31484"/>
                    <a:pt x="84199" y="29494"/>
                  </a:cubicBezTo>
                  <a:cubicBezTo>
                    <a:pt x="87803" y="25703"/>
                    <a:pt x="87614" y="19732"/>
                    <a:pt x="83820" y="16130"/>
                  </a:cubicBezTo>
                  <a:cubicBezTo>
                    <a:pt x="72914" y="5800"/>
                    <a:pt x="58498" y="18"/>
                    <a:pt x="43609" y="18"/>
                  </a:cubicBezTo>
                  <a:cubicBezTo>
                    <a:pt x="28530" y="-361"/>
                    <a:pt x="14020" y="5136"/>
                    <a:pt x="3018" y="15467"/>
                  </a:cubicBezTo>
                  <a:close/>
                </a:path>
              </a:pathLst>
            </a:custGeom>
            <a:grpFill/>
            <a:ln w="9463" cap="flat">
              <a:noFill/>
              <a:prstDash val="solid"/>
              <a:miter/>
            </a:ln>
          </p:spPr>
          <p:txBody>
            <a:bodyPr rtlCol="0" anchor="ctr"/>
            <a:lstStyle/>
            <a:p>
              <a:endParaRPr lang="en-US"/>
            </a:p>
          </p:txBody>
        </p:sp>
        <p:sp>
          <p:nvSpPr>
            <p:cNvPr id="1183" name="Freeform 1182">
              <a:extLst>
                <a:ext uri="{FF2B5EF4-FFF2-40B4-BE49-F238E27FC236}">
                  <a16:creationId xmlns:a16="http://schemas.microsoft.com/office/drawing/2014/main" id="{41E1AFC4-319A-9D44-9534-DBC670FD1D4F}"/>
                </a:ext>
              </a:extLst>
            </p:cNvPr>
            <p:cNvSpPr/>
            <p:nvPr/>
          </p:nvSpPr>
          <p:spPr>
            <a:xfrm>
              <a:off x="8430567" y="5146960"/>
              <a:ext cx="139713" cy="44829"/>
            </a:xfrm>
            <a:custGeom>
              <a:avLst/>
              <a:gdLst>
                <a:gd name="connsiteX0" fmla="*/ 137135 w 139713"/>
                <a:gd name="connsiteY0" fmla="*/ 41038 h 44829"/>
                <a:gd name="connsiteX1" fmla="*/ 136661 w 139713"/>
                <a:gd name="connsiteY1" fmla="*/ 27675 h 44829"/>
                <a:gd name="connsiteX2" fmla="*/ 67050 w 139713"/>
                <a:gd name="connsiteY2" fmla="*/ 0 h 44829"/>
                <a:gd name="connsiteX3" fmla="*/ 67050 w 139713"/>
                <a:gd name="connsiteY3" fmla="*/ 0 h 44829"/>
                <a:gd name="connsiteX4" fmla="*/ 2466 w 139713"/>
                <a:gd name="connsiteY4" fmla="*/ 28622 h 44829"/>
                <a:gd name="connsiteX5" fmla="*/ 0 w 139713"/>
                <a:gd name="connsiteY5" fmla="*/ 35731 h 44829"/>
                <a:gd name="connsiteX6" fmla="*/ 9484 w 139713"/>
                <a:gd name="connsiteY6" fmla="*/ 44829 h 44829"/>
                <a:gd name="connsiteX7" fmla="*/ 17260 w 139713"/>
                <a:gd name="connsiteY7" fmla="*/ 40564 h 44829"/>
                <a:gd name="connsiteX8" fmla="*/ 66955 w 139713"/>
                <a:gd name="connsiteY8" fmla="*/ 18955 h 44829"/>
                <a:gd name="connsiteX9" fmla="*/ 66955 w 139713"/>
                <a:gd name="connsiteY9" fmla="*/ 18955 h 44829"/>
                <a:gd name="connsiteX10" fmla="*/ 123668 w 139713"/>
                <a:gd name="connsiteY10" fmla="*/ 41512 h 44829"/>
                <a:gd name="connsiteX11" fmla="*/ 137135 w 139713"/>
                <a:gd name="connsiteY11" fmla="*/ 41038 h 44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713" h="44829">
                  <a:moveTo>
                    <a:pt x="137135" y="41038"/>
                  </a:moveTo>
                  <a:cubicBezTo>
                    <a:pt x="140739" y="37247"/>
                    <a:pt x="140549" y="31181"/>
                    <a:pt x="136661" y="27675"/>
                  </a:cubicBezTo>
                  <a:cubicBezTo>
                    <a:pt x="117694" y="9952"/>
                    <a:pt x="93036" y="95"/>
                    <a:pt x="67050" y="0"/>
                  </a:cubicBezTo>
                  <a:cubicBezTo>
                    <a:pt x="67050" y="0"/>
                    <a:pt x="67050" y="0"/>
                    <a:pt x="67050" y="0"/>
                  </a:cubicBezTo>
                  <a:cubicBezTo>
                    <a:pt x="42487" y="0"/>
                    <a:pt x="18968" y="10425"/>
                    <a:pt x="2466" y="28622"/>
                  </a:cubicBezTo>
                  <a:cubicBezTo>
                    <a:pt x="854" y="30328"/>
                    <a:pt x="0" y="33361"/>
                    <a:pt x="0" y="35731"/>
                  </a:cubicBezTo>
                  <a:cubicBezTo>
                    <a:pt x="0" y="40943"/>
                    <a:pt x="4268" y="44829"/>
                    <a:pt x="9484" y="44829"/>
                  </a:cubicBezTo>
                  <a:cubicBezTo>
                    <a:pt x="12708" y="44829"/>
                    <a:pt x="15553" y="43123"/>
                    <a:pt x="17260" y="40564"/>
                  </a:cubicBezTo>
                  <a:cubicBezTo>
                    <a:pt x="30158" y="26822"/>
                    <a:pt x="48178" y="18955"/>
                    <a:pt x="66955" y="18955"/>
                  </a:cubicBezTo>
                  <a:cubicBezTo>
                    <a:pt x="66955" y="18955"/>
                    <a:pt x="66955" y="18955"/>
                    <a:pt x="66955" y="18955"/>
                  </a:cubicBezTo>
                  <a:cubicBezTo>
                    <a:pt x="88104" y="19050"/>
                    <a:pt x="108210" y="27011"/>
                    <a:pt x="123668" y="41512"/>
                  </a:cubicBezTo>
                  <a:cubicBezTo>
                    <a:pt x="127557" y="45113"/>
                    <a:pt x="133531" y="44924"/>
                    <a:pt x="137135" y="41038"/>
                  </a:cubicBezTo>
                  <a:close/>
                </a:path>
              </a:pathLst>
            </a:custGeom>
            <a:grpFill/>
            <a:ln w="9463" cap="flat">
              <a:noFill/>
              <a:prstDash val="solid"/>
              <a:miter/>
            </a:ln>
          </p:spPr>
          <p:txBody>
            <a:bodyPr rtlCol="0" anchor="ctr"/>
            <a:lstStyle/>
            <a:p>
              <a:endParaRPr lang="en-US"/>
            </a:p>
          </p:txBody>
        </p:sp>
        <p:sp>
          <p:nvSpPr>
            <p:cNvPr id="1184" name="Freeform 1183">
              <a:extLst>
                <a:ext uri="{FF2B5EF4-FFF2-40B4-BE49-F238E27FC236}">
                  <a16:creationId xmlns:a16="http://schemas.microsoft.com/office/drawing/2014/main" id="{90D515F5-5049-F241-B5E3-1AD91671E6D1}"/>
                </a:ext>
              </a:extLst>
            </p:cNvPr>
            <p:cNvSpPr/>
            <p:nvPr/>
          </p:nvSpPr>
          <p:spPr>
            <a:xfrm>
              <a:off x="8401094" y="5105787"/>
              <a:ext cx="192571" cy="56052"/>
            </a:xfrm>
            <a:custGeom>
              <a:avLst/>
              <a:gdLst>
                <a:gd name="connsiteX0" fmla="*/ 186050 w 192571"/>
                <a:gd name="connsiteY0" fmla="*/ 35960 h 56052"/>
                <a:gd name="connsiteX1" fmla="*/ 93488 w 192571"/>
                <a:gd name="connsiteY1" fmla="*/ 40 h 56052"/>
                <a:gd name="connsiteX2" fmla="*/ 2634 w 192571"/>
                <a:gd name="connsiteY2" fmla="*/ 40036 h 56052"/>
                <a:gd name="connsiteX3" fmla="*/ 2918 w 192571"/>
                <a:gd name="connsiteY3" fmla="*/ 53399 h 56052"/>
                <a:gd name="connsiteX4" fmla="*/ 9462 w 192571"/>
                <a:gd name="connsiteY4" fmla="*/ 56053 h 56052"/>
                <a:gd name="connsiteX5" fmla="*/ 16290 w 192571"/>
                <a:gd name="connsiteY5" fmla="*/ 53115 h 56052"/>
                <a:gd name="connsiteX6" fmla="*/ 172867 w 192571"/>
                <a:gd name="connsiteY6" fmla="*/ 49703 h 56052"/>
                <a:gd name="connsiteX7" fmla="*/ 176281 w 192571"/>
                <a:gd name="connsiteY7" fmla="*/ 53115 h 56052"/>
                <a:gd name="connsiteX8" fmla="*/ 189653 w 192571"/>
                <a:gd name="connsiteY8" fmla="*/ 53399 h 56052"/>
                <a:gd name="connsiteX9" fmla="*/ 189938 w 192571"/>
                <a:gd name="connsiteY9" fmla="*/ 40036 h 56052"/>
                <a:gd name="connsiteX10" fmla="*/ 186050 w 192571"/>
                <a:gd name="connsiteY10" fmla="*/ 35960 h 5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2571" h="56052">
                  <a:moveTo>
                    <a:pt x="186050" y="35960"/>
                  </a:moveTo>
                  <a:cubicBezTo>
                    <a:pt x="161012" y="11982"/>
                    <a:pt x="128104" y="-813"/>
                    <a:pt x="93488" y="40"/>
                  </a:cubicBezTo>
                  <a:cubicBezTo>
                    <a:pt x="58872" y="798"/>
                    <a:pt x="26533" y="15015"/>
                    <a:pt x="2634" y="40036"/>
                  </a:cubicBezTo>
                  <a:cubicBezTo>
                    <a:pt x="-970" y="43827"/>
                    <a:pt x="-875" y="49798"/>
                    <a:pt x="2918" y="53399"/>
                  </a:cubicBezTo>
                  <a:cubicBezTo>
                    <a:pt x="4720" y="55200"/>
                    <a:pt x="7091" y="56053"/>
                    <a:pt x="9462" y="56053"/>
                  </a:cubicBezTo>
                  <a:cubicBezTo>
                    <a:pt x="11928" y="56053"/>
                    <a:pt x="14488" y="55105"/>
                    <a:pt x="16290" y="53115"/>
                  </a:cubicBezTo>
                  <a:cubicBezTo>
                    <a:pt x="58493" y="9044"/>
                    <a:pt x="128768" y="7527"/>
                    <a:pt x="172867" y="49703"/>
                  </a:cubicBezTo>
                  <a:cubicBezTo>
                    <a:pt x="174005" y="50840"/>
                    <a:pt x="175143" y="51977"/>
                    <a:pt x="176281" y="53115"/>
                  </a:cubicBezTo>
                  <a:cubicBezTo>
                    <a:pt x="179885" y="56906"/>
                    <a:pt x="185955" y="57001"/>
                    <a:pt x="189653" y="53399"/>
                  </a:cubicBezTo>
                  <a:cubicBezTo>
                    <a:pt x="193447" y="49798"/>
                    <a:pt x="193542" y="43827"/>
                    <a:pt x="189938" y="40036"/>
                  </a:cubicBezTo>
                  <a:cubicBezTo>
                    <a:pt x="188705" y="38519"/>
                    <a:pt x="187377" y="37192"/>
                    <a:pt x="186050" y="35960"/>
                  </a:cubicBezTo>
                  <a:close/>
                </a:path>
              </a:pathLst>
            </a:custGeom>
            <a:grpFill/>
            <a:ln w="9463" cap="flat">
              <a:noFill/>
              <a:prstDash val="solid"/>
              <a:miter/>
            </a:ln>
          </p:spPr>
          <p:txBody>
            <a:bodyPr rtlCol="0" anchor="ctr"/>
            <a:lstStyle/>
            <a:p>
              <a:endParaRPr lang="en-US"/>
            </a:p>
          </p:txBody>
        </p:sp>
        <p:sp>
          <p:nvSpPr>
            <p:cNvPr id="1185" name="Freeform 1184">
              <a:extLst>
                <a:ext uri="{FF2B5EF4-FFF2-40B4-BE49-F238E27FC236}">
                  <a16:creationId xmlns:a16="http://schemas.microsoft.com/office/drawing/2014/main" id="{6B3DCC87-08F2-0748-8D00-0C1E0DB3C233}"/>
                </a:ext>
              </a:extLst>
            </p:cNvPr>
            <p:cNvSpPr/>
            <p:nvPr/>
          </p:nvSpPr>
          <p:spPr>
            <a:xfrm>
              <a:off x="8421645" y="5232922"/>
              <a:ext cx="152412" cy="200072"/>
            </a:xfrm>
            <a:custGeom>
              <a:avLst/>
              <a:gdLst>
                <a:gd name="connsiteX0" fmla="*/ 76541 w 152412"/>
                <a:gd name="connsiteY0" fmla="*/ 0 h 200072"/>
                <a:gd name="connsiteX1" fmla="*/ 75877 w 152412"/>
                <a:gd name="connsiteY1" fmla="*/ 0 h 200072"/>
                <a:gd name="connsiteX2" fmla="*/ 7 w 152412"/>
                <a:gd name="connsiteY2" fmla="*/ 75726 h 200072"/>
                <a:gd name="connsiteX3" fmla="*/ 11103 w 152412"/>
                <a:gd name="connsiteY3" fmla="*/ 114584 h 200072"/>
                <a:gd name="connsiteX4" fmla="*/ 63169 w 152412"/>
                <a:gd name="connsiteY4" fmla="*/ 193154 h 200072"/>
                <a:gd name="connsiteX5" fmla="*/ 76067 w 152412"/>
                <a:gd name="connsiteY5" fmla="*/ 200072 h 200072"/>
                <a:gd name="connsiteX6" fmla="*/ 76256 w 152412"/>
                <a:gd name="connsiteY6" fmla="*/ 200072 h 200072"/>
                <a:gd name="connsiteX7" fmla="*/ 89154 w 152412"/>
                <a:gd name="connsiteY7" fmla="*/ 193059 h 200072"/>
                <a:gd name="connsiteX8" fmla="*/ 141505 w 152412"/>
                <a:gd name="connsiteY8" fmla="*/ 114016 h 200072"/>
                <a:gd name="connsiteX9" fmla="*/ 152411 w 152412"/>
                <a:gd name="connsiteY9" fmla="*/ 75726 h 200072"/>
                <a:gd name="connsiteX10" fmla="*/ 76541 w 152412"/>
                <a:gd name="connsiteY10" fmla="*/ 0 h 200072"/>
                <a:gd name="connsiteX11" fmla="*/ 125572 w 152412"/>
                <a:gd name="connsiteY11" fmla="*/ 103875 h 200072"/>
                <a:gd name="connsiteX12" fmla="*/ 76161 w 152412"/>
                <a:gd name="connsiteY12" fmla="*/ 178463 h 200072"/>
                <a:gd name="connsiteX13" fmla="*/ 27036 w 152412"/>
                <a:gd name="connsiteY13" fmla="*/ 104349 h 200072"/>
                <a:gd name="connsiteX14" fmla="*/ 18974 w 152412"/>
                <a:gd name="connsiteY14" fmla="*/ 75821 h 200072"/>
                <a:gd name="connsiteX15" fmla="*/ 75877 w 152412"/>
                <a:gd name="connsiteY15" fmla="*/ 18955 h 200072"/>
                <a:gd name="connsiteX16" fmla="*/ 76541 w 152412"/>
                <a:gd name="connsiteY16" fmla="*/ 18955 h 200072"/>
                <a:gd name="connsiteX17" fmla="*/ 133443 w 152412"/>
                <a:gd name="connsiteY17" fmla="*/ 75916 h 200072"/>
                <a:gd name="connsiteX18" fmla="*/ 125572 w 152412"/>
                <a:gd name="connsiteY18" fmla="*/ 103875 h 200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2412" h="200072">
                  <a:moveTo>
                    <a:pt x="76541" y="0"/>
                  </a:moveTo>
                  <a:lnTo>
                    <a:pt x="75877" y="0"/>
                  </a:lnTo>
                  <a:cubicBezTo>
                    <a:pt x="34054" y="0"/>
                    <a:pt x="7" y="34025"/>
                    <a:pt x="7" y="75726"/>
                  </a:cubicBezTo>
                  <a:cubicBezTo>
                    <a:pt x="-183" y="89469"/>
                    <a:pt x="3611" y="102832"/>
                    <a:pt x="11103" y="114584"/>
                  </a:cubicBezTo>
                  <a:lnTo>
                    <a:pt x="63169" y="193154"/>
                  </a:lnTo>
                  <a:cubicBezTo>
                    <a:pt x="66109" y="197513"/>
                    <a:pt x="70945" y="200072"/>
                    <a:pt x="76067" y="200072"/>
                  </a:cubicBezTo>
                  <a:cubicBezTo>
                    <a:pt x="76161" y="200072"/>
                    <a:pt x="76161" y="200072"/>
                    <a:pt x="76256" y="200072"/>
                  </a:cubicBezTo>
                  <a:cubicBezTo>
                    <a:pt x="81567" y="200072"/>
                    <a:pt x="86404" y="197419"/>
                    <a:pt x="89154" y="193059"/>
                  </a:cubicBezTo>
                  <a:lnTo>
                    <a:pt x="141505" y="114016"/>
                  </a:lnTo>
                  <a:cubicBezTo>
                    <a:pt x="148807" y="102548"/>
                    <a:pt x="152506" y="89279"/>
                    <a:pt x="152411" y="75726"/>
                  </a:cubicBezTo>
                  <a:cubicBezTo>
                    <a:pt x="152411" y="34025"/>
                    <a:pt x="118364" y="0"/>
                    <a:pt x="76541" y="0"/>
                  </a:cubicBezTo>
                  <a:close/>
                  <a:moveTo>
                    <a:pt x="125572" y="103875"/>
                  </a:moveTo>
                  <a:lnTo>
                    <a:pt x="76161" y="178463"/>
                  </a:lnTo>
                  <a:lnTo>
                    <a:pt x="27036" y="104349"/>
                  </a:lnTo>
                  <a:cubicBezTo>
                    <a:pt x="21725" y="95819"/>
                    <a:pt x="18879" y="85962"/>
                    <a:pt x="18974" y="75821"/>
                  </a:cubicBezTo>
                  <a:cubicBezTo>
                    <a:pt x="18974" y="44450"/>
                    <a:pt x="44486" y="18955"/>
                    <a:pt x="75877" y="18955"/>
                  </a:cubicBezTo>
                  <a:lnTo>
                    <a:pt x="76541" y="18955"/>
                  </a:lnTo>
                  <a:cubicBezTo>
                    <a:pt x="107932" y="18955"/>
                    <a:pt x="133443" y="44450"/>
                    <a:pt x="133443" y="75916"/>
                  </a:cubicBezTo>
                  <a:cubicBezTo>
                    <a:pt x="133538" y="85867"/>
                    <a:pt x="130693" y="95629"/>
                    <a:pt x="125572" y="103875"/>
                  </a:cubicBezTo>
                  <a:close/>
                </a:path>
              </a:pathLst>
            </a:custGeom>
            <a:grpFill/>
            <a:ln w="9463" cap="flat">
              <a:noFill/>
              <a:prstDash val="solid"/>
              <a:miter/>
            </a:ln>
          </p:spPr>
          <p:txBody>
            <a:bodyPr rtlCol="0" anchor="ctr"/>
            <a:lstStyle/>
            <a:p>
              <a:endParaRPr lang="en-US"/>
            </a:p>
          </p:txBody>
        </p:sp>
        <p:sp>
          <p:nvSpPr>
            <p:cNvPr id="1186" name="Freeform 1185">
              <a:extLst>
                <a:ext uri="{FF2B5EF4-FFF2-40B4-BE49-F238E27FC236}">
                  <a16:creationId xmlns:a16="http://schemas.microsoft.com/office/drawing/2014/main" id="{BACC46F0-4B80-A545-A166-7A9AB3E1B16D}"/>
                </a:ext>
              </a:extLst>
            </p:cNvPr>
            <p:cNvSpPr/>
            <p:nvPr/>
          </p:nvSpPr>
          <p:spPr>
            <a:xfrm>
              <a:off x="8457785" y="5269221"/>
              <a:ext cx="79473" cy="79422"/>
            </a:xfrm>
            <a:custGeom>
              <a:avLst/>
              <a:gdLst>
                <a:gd name="connsiteX0" fmla="*/ 39737 w 79473"/>
                <a:gd name="connsiteY0" fmla="*/ 0 h 79422"/>
                <a:gd name="connsiteX1" fmla="*/ 0 w 79473"/>
                <a:gd name="connsiteY1" fmla="*/ 39711 h 79422"/>
                <a:gd name="connsiteX2" fmla="*/ 39737 w 79473"/>
                <a:gd name="connsiteY2" fmla="*/ 79422 h 79422"/>
                <a:gd name="connsiteX3" fmla="*/ 79474 w 79473"/>
                <a:gd name="connsiteY3" fmla="*/ 39711 h 79422"/>
                <a:gd name="connsiteX4" fmla="*/ 39737 w 79473"/>
                <a:gd name="connsiteY4" fmla="*/ 0 h 79422"/>
                <a:gd name="connsiteX5" fmla="*/ 39737 w 79473"/>
                <a:gd name="connsiteY5" fmla="*/ 60467 h 79422"/>
                <a:gd name="connsiteX6" fmla="*/ 18968 w 79473"/>
                <a:gd name="connsiteY6" fmla="*/ 39711 h 79422"/>
                <a:gd name="connsiteX7" fmla="*/ 39737 w 79473"/>
                <a:gd name="connsiteY7" fmla="*/ 18955 h 79422"/>
                <a:gd name="connsiteX8" fmla="*/ 60506 w 79473"/>
                <a:gd name="connsiteY8" fmla="*/ 39711 h 79422"/>
                <a:gd name="connsiteX9" fmla="*/ 39737 w 79473"/>
                <a:gd name="connsiteY9" fmla="*/ 60467 h 79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473" h="79422">
                  <a:moveTo>
                    <a:pt x="39737" y="0"/>
                  </a:moveTo>
                  <a:cubicBezTo>
                    <a:pt x="17829" y="0"/>
                    <a:pt x="0" y="17818"/>
                    <a:pt x="0" y="39711"/>
                  </a:cubicBezTo>
                  <a:cubicBezTo>
                    <a:pt x="0" y="61604"/>
                    <a:pt x="17829" y="79422"/>
                    <a:pt x="39737" y="79422"/>
                  </a:cubicBezTo>
                  <a:cubicBezTo>
                    <a:pt x="61644" y="79422"/>
                    <a:pt x="79474" y="61604"/>
                    <a:pt x="79474" y="39711"/>
                  </a:cubicBezTo>
                  <a:cubicBezTo>
                    <a:pt x="79474" y="17818"/>
                    <a:pt x="61644" y="0"/>
                    <a:pt x="39737" y="0"/>
                  </a:cubicBezTo>
                  <a:close/>
                  <a:moveTo>
                    <a:pt x="39737" y="60467"/>
                  </a:moveTo>
                  <a:cubicBezTo>
                    <a:pt x="28262" y="60467"/>
                    <a:pt x="18968" y="51179"/>
                    <a:pt x="18968" y="39711"/>
                  </a:cubicBezTo>
                  <a:cubicBezTo>
                    <a:pt x="18968" y="28243"/>
                    <a:pt x="28262" y="18955"/>
                    <a:pt x="39737" y="18955"/>
                  </a:cubicBezTo>
                  <a:cubicBezTo>
                    <a:pt x="51212" y="18955"/>
                    <a:pt x="60506" y="28243"/>
                    <a:pt x="60506" y="39711"/>
                  </a:cubicBezTo>
                  <a:cubicBezTo>
                    <a:pt x="60506" y="51179"/>
                    <a:pt x="51212" y="60467"/>
                    <a:pt x="39737" y="60467"/>
                  </a:cubicBezTo>
                  <a:close/>
                </a:path>
              </a:pathLst>
            </a:custGeom>
            <a:grpFill/>
            <a:ln w="9463" cap="flat">
              <a:noFill/>
              <a:prstDash val="solid"/>
              <a:miter/>
            </a:ln>
          </p:spPr>
          <p:txBody>
            <a:bodyPr rtlCol="0" anchor="ctr"/>
            <a:lstStyle/>
            <a:p>
              <a:endParaRPr lang="en-US"/>
            </a:p>
          </p:txBody>
        </p:sp>
      </p:grpSp>
      <p:grpSp>
        <p:nvGrpSpPr>
          <p:cNvPr id="1187" name="Graphic 11">
            <a:extLst>
              <a:ext uri="{FF2B5EF4-FFF2-40B4-BE49-F238E27FC236}">
                <a16:creationId xmlns:a16="http://schemas.microsoft.com/office/drawing/2014/main" id="{32FB6112-82BE-484B-987B-881C1F039046}"/>
              </a:ext>
            </a:extLst>
          </p:cNvPr>
          <p:cNvGrpSpPr>
            <a:grpSpLocks noChangeAspect="1"/>
          </p:cNvGrpSpPr>
          <p:nvPr/>
        </p:nvGrpSpPr>
        <p:grpSpPr>
          <a:xfrm>
            <a:off x="1952125" y="4303721"/>
            <a:ext cx="367200" cy="366962"/>
            <a:chOff x="9021405" y="5000721"/>
            <a:chExt cx="537729" cy="537380"/>
          </a:xfrm>
          <a:solidFill>
            <a:schemeClr val="accent3"/>
          </a:solidFill>
        </p:grpSpPr>
        <p:sp>
          <p:nvSpPr>
            <p:cNvPr id="1188" name="Freeform 1187">
              <a:extLst>
                <a:ext uri="{FF2B5EF4-FFF2-40B4-BE49-F238E27FC236}">
                  <a16:creationId xmlns:a16="http://schemas.microsoft.com/office/drawing/2014/main" id="{D766FFA5-1F3D-A846-8341-A74AD79C7F7A}"/>
                </a:ext>
              </a:extLst>
            </p:cNvPr>
            <p:cNvSpPr/>
            <p:nvPr/>
          </p:nvSpPr>
          <p:spPr>
            <a:xfrm>
              <a:off x="9269501" y="5288177"/>
              <a:ext cx="41538" cy="41511"/>
            </a:xfrm>
            <a:custGeom>
              <a:avLst/>
              <a:gdLst>
                <a:gd name="connsiteX0" fmla="*/ 20769 w 41538"/>
                <a:gd name="connsiteY0" fmla="*/ 0 h 41511"/>
                <a:gd name="connsiteX1" fmla="*/ 0 w 41538"/>
                <a:gd name="connsiteY1" fmla="*/ 20756 h 41511"/>
                <a:gd name="connsiteX2" fmla="*/ 20769 w 41538"/>
                <a:gd name="connsiteY2" fmla="*/ 41512 h 41511"/>
                <a:gd name="connsiteX3" fmla="*/ 41539 w 41538"/>
                <a:gd name="connsiteY3" fmla="*/ 20756 h 41511"/>
                <a:gd name="connsiteX4" fmla="*/ 20769 w 41538"/>
                <a:gd name="connsiteY4" fmla="*/ 0 h 415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538" h="41511">
                  <a:moveTo>
                    <a:pt x="20769" y="0"/>
                  </a:moveTo>
                  <a:cubicBezTo>
                    <a:pt x="9294" y="0"/>
                    <a:pt x="0" y="9288"/>
                    <a:pt x="0" y="20756"/>
                  </a:cubicBezTo>
                  <a:cubicBezTo>
                    <a:pt x="0" y="32224"/>
                    <a:pt x="9294" y="41512"/>
                    <a:pt x="20769" y="41512"/>
                  </a:cubicBezTo>
                  <a:cubicBezTo>
                    <a:pt x="32245" y="41512"/>
                    <a:pt x="41539" y="32224"/>
                    <a:pt x="41539" y="20756"/>
                  </a:cubicBezTo>
                  <a:cubicBezTo>
                    <a:pt x="41539" y="9288"/>
                    <a:pt x="32245" y="0"/>
                    <a:pt x="20769" y="0"/>
                  </a:cubicBezTo>
                  <a:close/>
                </a:path>
              </a:pathLst>
            </a:custGeom>
            <a:grpFill/>
            <a:ln w="9463" cap="flat">
              <a:noFill/>
              <a:prstDash val="solid"/>
              <a:miter/>
            </a:ln>
          </p:spPr>
          <p:txBody>
            <a:bodyPr rtlCol="0" anchor="ctr"/>
            <a:lstStyle/>
            <a:p>
              <a:endParaRPr lang="en-US"/>
            </a:p>
          </p:txBody>
        </p:sp>
        <p:sp>
          <p:nvSpPr>
            <p:cNvPr id="1189" name="Freeform 1188">
              <a:extLst>
                <a:ext uri="{FF2B5EF4-FFF2-40B4-BE49-F238E27FC236}">
                  <a16:creationId xmlns:a16="http://schemas.microsoft.com/office/drawing/2014/main" id="{347FF37F-A809-724C-9D17-4EB092F62CB3}"/>
                </a:ext>
              </a:extLst>
            </p:cNvPr>
            <p:cNvSpPr/>
            <p:nvPr/>
          </p:nvSpPr>
          <p:spPr>
            <a:xfrm>
              <a:off x="9233359" y="5251877"/>
              <a:ext cx="114385" cy="159413"/>
            </a:xfrm>
            <a:custGeom>
              <a:avLst/>
              <a:gdLst>
                <a:gd name="connsiteX0" fmla="*/ 57575 w 114385"/>
                <a:gd name="connsiteY0" fmla="*/ 0 h 159413"/>
                <a:gd name="connsiteX1" fmla="*/ 56912 w 114385"/>
                <a:gd name="connsiteY1" fmla="*/ 0 h 159413"/>
                <a:gd name="connsiteX2" fmla="*/ 9 w 114385"/>
                <a:gd name="connsiteY2" fmla="*/ 56866 h 159413"/>
                <a:gd name="connsiteX3" fmla="*/ 7975 w 114385"/>
                <a:gd name="connsiteY3" fmla="*/ 85299 h 159413"/>
                <a:gd name="connsiteX4" fmla="*/ 57006 w 114385"/>
                <a:gd name="connsiteY4" fmla="*/ 159413 h 159413"/>
                <a:gd name="connsiteX5" fmla="*/ 106512 w 114385"/>
                <a:gd name="connsiteY5" fmla="*/ 84919 h 159413"/>
                <a:gd name="connsiteX6" fmla="*/ 114383 w 114385"/>
                <a:gd name="connsiteY6" fmla="*/ 56960 h 159413"/>
                <a:gd name="connsiteX7" fmla="*/ 57575 w 114385"/>
                <a:gd name="connsiteY7" fmla="*/ 0 h 159413"/>
                <a:gd name="connsiteX8" fmla="*/ 56912 w 114385"/>
                <a:gd name="connsiteY8" fmla="*/ 96766 h 159413"/>
                <a:gd name="connsiteX9" fmla="*/ 17175 w 114385"/>
                <a:gd name="connsiteY9" fmla="*/ 57055 h 159413"/>
                <a:gd name="connsiteX10" fmla="*/ 56912 w 114385"/>
                <a:gd name="connsiteY10" fmla="*/ 17344 h 159413"/>
                <a:gd name="connsiteX11" fmla="*/ 96648 w 114385"/>
                <a:gd name="connsiteY11" fmla="*/ 57055 h 159413"/>
                <a:gd name="connsiteX12" fmla="*/ 56912 w 114385"/>
                <a:gd name="connsiteY12" fmla="*/ 96766 h 15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385" h="159413">
                  <a:moveTo>
                    <a:pt x="57575" y="0"/>
                  </a:moveTo>
                  <a:lnTo>
                    <a:pt x="56912" y="0"/>
                  </a:lnTo>
                  <a:cubicBezTo>
                    <a:pt x="25520" y="0"/>
                    <a:pt x="9" y="25495"/>
                    <a:pt x="9" y="56866"/>
                  </a:cubicBezTo>
                  <a:cubicBezTo>
                    <a:pt x="-181" y="67102"/>
                    <a:pt x="2664" y="76863"/>
                    <a:pt x="7975" y="85299"/>
                  </a:cubicBezTo>
                  <a:lnTo>
                    <a:pt x="57006" y="159413"/>
                  </a:lnTo>
                  <a:lnTo>
                    <a:pt x="106512" y="84919"/>
                  </a:lnTo>
                  <a:cubicBezTo>
                    <a:pt x="111728" y="76674"/>
                    <a:pt x="114478" y="66912"/>
                    <a:pt x="114383" y="56960"/>
                  </a:cubicBezTo>
                  <a:cubicBezTo>
                    <a:pt x="114478" y="25495"/>
                    <a:pt x="88967" y="0"/>
                    <a:pt x="57575" y="0"/>
                  </a:cubicBezTo>
                  <a:close/>
                  <a:moveTo>
                    <a:pt x="56912" y="96766"/>
                  </a:moveTo>
                  <a:cubicBezTo>
                    <a:pt x="35004" y="96766"/>
                    <a:pt x="17175" y="78949"/>
                    <a:pt x="17175" y="57055"/>
                  </a:cubicBezTo>
                  <a:cubicBezTo>
                    <a:pt x="17175" y="35162"/>
                    <a:pt x="35004" y="17344"/>
                    <a:pt x="56912" y="17344"/>
                  </a:cubicBezTo>
                  <a:cubicBezTo>
                    <a:pt x="78819" y="17344"/>
                    <a:pt x="96648" y="35162"/>
                    <a:pt x="96648" y="57055"/>
                  </a:cubicBezTo>
                  <a:cubicBezTo>
                    <a:pt x="96648" y="78949"/>
                    <a:pt x="78819" y="96766"/>
                    <a:pt x="56912" y="96766"/>
                  </a:cubicBezTo>
                  <a:close/>
                </a:path>
              </a:pathLst>
            </a:custGeom>
            <a:grpFill/>
            <a:ln w="9463" cap="flat">
              <a:noFill/>
              <a:prstDash val="solid"/>
              <a:miter/>
            </a:ln>
          </p:spPr>
          <p:txBody>
            <a:bodyPr rtlCol="0" anchor="ctr"/>
            <a:lstStyle/>
            <a:p>
              <a:endParaRPr lang="en-US"/>
            </a:p>
          </p:txBody>
        </p:sp>
        <p:sp>
          <p:nvSpPr>
            <p:cNvPr id="1190" name="Freeform 1189">
              <a:extLst>
                <a:ext uri="{FF2B5EF4-FFF2-40B4-BE49-F238E27FC236}">
                  <a16:creationId xmlns:a16="http://schemas.microsoft.com/office/drawing/2014/main" id="{0C81A65A-4425-974D-A086-F0D5BD59C651}"/>
                </a:ext>
              </a:extLst>
            </p:cNvPr>
            <p:cNvSpPr/>
            <p:nvPr/>
          </p:nvSpPr>
          <p:spPr>
            <a:xfrm>
              <a:off x="9021405" y="5000721"/>
              <a:ext cx="537729" cy="537380"/>
            </a:xfrm>
            <a:custGeom>
              <a:avLst/>
              <a:gdLst>
                <a:gd name="connsiteX0" fmla="*/ 268865 w 537729"/>
                <a:gd name="connsiteY0" fmla="*/ 0 h 537380"/>
                <a:gd name="connsiteX1" fmla="*/ 0 w 537729"/>
                <a:gd name="connsiteY1" fmla="*/ 268690 h 537380"/>
                <a:gd name="connsiteX2" fmla="*/ 268865 w 537729"/>
                <a:gd name="connsiteY2" fmla="*/ 537381 h 537380"/>
                <a:gd name="connsiteX3" fmla="*/ 537730 w 537729"/>
                <a:gd name="connsiteY3" fmla="*/ 268690 h 537380"/>
                <a:gd name="connsiteX4" fmla="*/ 268865 w 537729"/>
                <a:gd name="connsiteY4" fmla="*/ 0 h 537380"/>
                <a:gd name="connsiteX5" fmla="*/ 334492 w 537729"/>
                <a:gd name="connsiteY5" fmla="*/ 346312 h 537380"/>
                <a:gd name="connsiteX6" fmla="*/ 282047 w 537729"/>
                <a:gd name="connsiteY6" fmla="*/ 425355 h 537380"/>
                <a:gd name="connsiteX7" fmla="*/ 269149 w 537729"/>
                <a:gd name="connsiteY7" fmla="*/ 432369 h 537380"/>
                <a:gd name="connsiteX8" fmla="*/ 268865 w 537729"/>
                <a:gd name="connsiteY8" fmla="*/ 432369 h 537380"/>
                <a:gd name="connsiteX9" fmla="*/ 256062 w 537729"/>
                <a:gd name="connsiteY9" fmla="*/ 425166 h 537380"/>
                <a:gd name="connsiteX10" fmla="*/ 204091 w 537729"/>
                <a:gd name="connsiteY10" fmla="*/ 346786 h 537380"/>
                <a:gd name="connsiteX11" fmla="*/ 192995 w 537729"/>
                <a:gd name="connsiteY11" fmla="*/ 307833 h 537380"/>
                <a:gd name="connsiteX12" fmla="*/ 268865 w 537729"/>
                <a:gd name="connsiteY12" fmla="*/ 232107 h 537380"/>
                <a:gd name="connsiteX13" fmla="*/ 269529 w 537729"/>
                <a:gd name="connsiteY13" fmla="*/ 232107 h 537380"/>
                <a:gd name="connsiteX14" fmla="*/ 345399 w 537729"/>
                <a:gd name="connsiteY14" fmla="*/ 307928 h 537380"/>
                <a:gd name="connsiteX15" fmla="*/ 334492 w 537729"/>
                <a:gd name="connsiteY15" fmla="*/ 346312 h 537380"/>
                <a:gd name="connsiteX16" fmla="*/ 269054 w 537729"/>
                <a:gd name="connsiteY16" fmla="*/ 165195 h 537380"/>
                <a:gd name="connsiteX17" fmla="*/ 219170 w 537729"/>
                <a:gd name="connsiteY17" fmla="*/ 186899 h 537380"/>
                <a:gd name="connsiteX18" fmla="*/ 211488 w 537729"/>
                <a:gd name="connsiteY18" fmla="*/ 190974 h 537380"/>
                <a:gd name="connsiteX19" fmla="*/ 202004 w 537729"/>
                <a:gd name="connsiteY19" fmla="*/ 181781 h 537380"/>
                <a:gd name="connsiteX20" fmla="*/ 204470 w 537729"/>
                <a:gd name="connsiteY20" fmla="*/ 174862 h 537380"/>
                <a:gd name="connsiteX21" fmla="*/ 269054 w 537729"/>
                <a:gd name="connsiteY21" fmla="*/ 146240 h 537380"/>
                <a:gd name="connsiteX22" fmla="*/ 338665 w 537729"/>
                <a:gd name="connsiteY22" fmla="*/ 173914 h 537380"/>
                <a:gd name="connsiteX23" fmla="*/ 339045 w 537729"/>
                <a:gd name="connsiteY23" fmla="*/ 187278 h 537380"/>
                <a:gd name="connsiteX24" fmla="*/ 325673 w 537729"/>
                <a:gd name="connsiteY24" fmla="*/ 187657 h 537380"/>
                <a:gd name="connsiteX25" fmla="*/ 269054 w 537729"/>
                <a:gd name="connsiteY25" fmla="*/ 165195 h 537380"/>
                <a:gd name="connsiteX26" fmla="*/ 309835 w 537729"/>
                <a:gd name="connsiteY26" fmla="*/ 217511 h 537380"/>
                <a:gd name="connsiteX27" fmla="*/ 303006 w 537729"/>
                <a:gd name="connsiteY27" fmla="*/ 220449 h 537380"/>
                <a:gd name="connsiteX28" fmla="*/ 296462 w 537729"/>
                <a:gd name="connsiteY28" fmla="*/ 217890 h 537380"/>
                <a:gd name="connsiteX29" fmla="*/ 269149 w 537729"/>
                <a:gd name="connsiteY29" fmla="*/ 206896 h 537380"/>
                <a:gd name="connsiteX30" fmla="*/ 241551 w 537729"/>
                <a:gd name="connsiteY30" fmla="*/ 217322 h 537380"/>
                <a:gd name="connsiteX31" fmla="*/ 228179 w 537729"/>
                <a:gd name="connsiteY31" fmla="*/ 216848 h 537380"/>
                <a:gd name="connsiteX32" fmla="*/ 228654 w 537729"/>
                <a:gd name="connsiteY32" fmla="*/ 203484 h 537380"/>
                <a:gd name="connsiteX33" fmla="*/ 268201 w 537729"/>
                <a:gd name="connsiteY33" fmla="*/ 187941 h 537380"/>
                <a:gd name="connsiteX34" fmla="*/ 269339 w 537729"/>
                <a:gd name="connsiteY34" fmla="*/ 187941 h 537380"/>
                <a:gd name="connsiteX35" fmla="*/ 309455 w 537729"/>
                <a:gd name="connsiteY35" fmla="*/ 204148 h 537380"/>
                <a:gd name="connsiteX36" fmla="*/ 309835 w 537729"/>
                <a:gd name="connsiteY36" fmla="*/ 217511 h 537380"/>
                <a:gd name="connsiteX37" fmla="*/ 362280 w 537729"/>
                <a:gd name="connsiteY37" fmla="*/ 158371 h 537380"/>
                <a:gd name="connsiteX38" fmla="*/ 355736 w 537729"/>
                <a:gd name="connsiteY38" fmla="*/ 161025 h 537380"/>
                <a:gd name="connsiteX39" fmla="*/ 348908 w 537729"/>
                <a:gd name="connsiteY39" fmla="*/ 158087 h 537380"/>
                <a:gd name="connsiteX40" fmla="*/ 345683 w 537729"/>
                <a:gd name="connsiteY40" fmla="*/ 154864 h 537380"/>
                <a:gd name="connsiteX41" fmla="*/ 266589 w 537729"/>
                <a:gd name="connsiteY41" fmla="*/ 124062 h 537380"/>
                <a:gd name="connsiteX42" fmla="*/ 188822 w 537729"/>
                <a:gd name="connsiteY42" fmla="*/ 158181 h 537380"/>
                <a:gd name="connsiteX43" fmla="*/ 175450 w 537729"/>
                <a:gd name="connsiteY43" fmla="*/ 158466 h 537380"/>
                <a:gd name="connsiteX44" fmla="*/ 175165 w 537729"/>
                <a:gd name="connsiteY44" fmla="*/ 145102 h 537380"/>
                <a:gd name="connsiteX45" fmla="*/ 266209 w 537729"/>
                <a:gd name="connsiteY45" fmla="*/ 105201 h 537380"/>
                <a:gd name="connsiteX46" fmla="*/ 358866 w 537729"/>
                <a:gd name="connsiteY46" fmla="*/ 141311 h 537380"/>
                <a:gd name="connsiteX47" fmla="*/ 362659 w 537729"/>
                <a:gd name="connsiteY47" fmla="*/ 145102 h 537380"/>
                <a:gd name="connsiteX48" fmla="*/ 362280 w 537729"/>
                <a:gd name="connsiteY48" fmla="*/ 158371 h 5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37729" h="537380">
                  <a:moveTo>
                    <a:pt x="268865" y="0"/>
                  </a:moveTo>
                  <a:cubicBezTo>
                    <a:pt x="120349" y="0"/>
                    <a:pt x="0" y="120271"/>
                    <a:pt x="0" y="268690"/>
                  </a:cubicBezTo>
                  <a:cubicBezTo>
                    <a:pt x="0" y="417110"/>
                    <a:pt x="120349" y="537381"/>
                    <a:pt x="268865" y="537381"/>
                  </a:cubicBezTo>
                  <a:cubicBezTo>
                    <a:pt x="417381" y="537381"/>
                    <a:pt x="537730" y="417110"/>
                    <a:pt x="537730" y="268690"/>
                  </a:cubicBezTo>
                  <a:cubicBezTo>
                    <a:pt x="537730" y="120271"/>
                    <a:pt x="417381" y="0"/>
                    <a:pt x="268865" y="0"/>
                  </a:cubicBezTo>
                  <a:close/>
                  <a:moveTo>
                    <a:pt x="334492" y="346312"/>
                  </a:moveTo>
                  <a:lnTo>
                    <a:pt x="282047" y="425355"/>
                  </a:lnTo>
                  <a:cubicBezTo>
                    <a:pt x="279392" y="429620"/>
                    <a:pt x="274460" y="432369"/>
                    <a:pt x="269149" y="432369"/>
                  </a:cubicBezTo>
                  <a:cubicBezTo>
                    <a:pt x="269054" y="432369"/>
                    <a:pt x="268960" y="432369"/>
                    <a:pt x="268865" y="432369"/>
                  </a:cubicBezTo>
                  <a:cubicBezTo>
                    <a:pt x="263744" y="432369"/>
                    <a:pt x="258907" y="429715"/>
                    <a:pt x="256062" y="425166"/>
                  </a:cubicBezTo>
                  <a:lnTo>
                    <a:pt x="204091" y="346786"/>
                  </a:lnTo>
                  <a:cubicBezTo>
                    <a:pt x="196598" y="335034"/>
                    <a:pt x="192805" y="321575"/>
                    <a:pt x="192995" y="307833"/>
                  </a:cubicBezTo>
                  <a:cubicBezTo>
                    <a:pt x="192995" y="266131"/>
                    <a:pt x="227041" y="232107"/>
                    <a:pt x="268865" y="232107"/>
                  </a:cubicBezTo>
                  <a:lnTo>
                    <a:pt x="269529" y="232107"/>
                  </a:lnTo>
                  <a:cubicBezTo>
                    <a:pt x="311352" y="232107"/>
                    <a:pt x="345399" y="266131"/>
                    <a:pt x="345399" y="307928"/>
                  </a:cubicBezTo>
                  <a:cubicBezTo>
                    <a:pt x="345494" y="321575"/>
                    <a:pt x="341700" y="334844"/>
                    <a:pt x="334492" y="346312"/>
                  </a:cubicBezTo>
                  <a:close/>
                  <a:moveTo>
                    <a:pt x="269054" y="165195"/>
                  </a:moveTo>
                  <a:cubicBezTo>
                    <a:pt x="250182" y="165195"/>
                    <a:pt x="232068" y="173061"/>
                    <a:pt x="219170" y="186899"/>
                  </a:cubicBezTo>
                  <a:cubicBezTo>
                    <a:pt x="217463" y="189363"/>
                    <a:pt x="214618" y="190974"/>
                    <a:pt x="211488" y="190974"/>
                  </a:cubicBezTo>
                  <a:cubicBezTo>
                    <a:pt x="206272" y="190974"/>
                    <a:pt x="202004" y="186993"/>
                    <a:pt x="202004" y="181781"/>
                  </a:cubicBezTo>
                  <a:cubicBezTo>
                    <a:pt x="202004" y="179411"/>
                    <a:pt x="202858" y="176568"/>
                    <a:pt x="204470" y="174862"/>
                  </a:cubicBezTo>
                  <a:cubicBezTo>
                    <a:pt x="220972" y="156665"/>
                    <a:pt x="244491" y="146240"/>
                    <a:pt x="269054" y="146240"/>
                  </a:cubicBezTo>
                  <a:cubicBezTo>
                    <a:pt x="295040" y="146334"/>
                    <a:pt x="319698" y="156191"/>
                    <a:pt x="338665" y="173914"/>
                  </a:cubicBezTo>
                  <a:cubicBezTo>
                    <a:pt x="342459" y="177516"/>
                    <a:pt x="342648" y="183487"/>
                    <a:pt x="339045" y="187278"/>
                  </a:cubicBezTo>
                  <a:cubicBezTo>
                    <a:pt x="335441" y="191069"/>
                    <a:pt x="329466" y="191258"/>
                    <a:pt x="325673" y="187657"/>
                  </a:cubicBezTo>
                  <a:cubicBezTo>
                    <a:pt x="310214" y="173251"/>
                    <a:pt x="290108" y="165290"/>
                    <a:pt x="269054" y="165195"/>
                  </a:cubicBezTo>
                  <a:close/>
                  <a:moveTo>
                    <a:pt x="309835" y="217511"/>
                  </a:moveTo>
                  <a:cubicBezTo>
                    <a:pt x="307938" y="219501"/>
                    <a:pt x="305472" y="220449"/>
                    <a:pt x="303006" y="220449"/>
                  </a:cubicBezTo>
                  <a:cubicBezTo>
                    <a:pt x="300635" y="220449"/>
                    <a:pt x="298264" y="219596"/>
                    <a:pt x="296462" y="217890"/>
                  </a:cubicBezTo>
                  <a:cubicBezTo>
                    <a:pt x="289065" y="210877"/>
                    <a:pt x="279392" y="206991"/>
                    <a:pt x="269149" y="206896"/>
                  </a:cubicBezTo>
                  <a:cubicBezTo>
                    <a:pt x="258907" y="206802"/>
                    <a:pt x="249044" y="210403"/>
                    <a:pt x="241551" y="217322"/>
                  </a:cubicBezTo>
                  <a:cubicBezTo>
                    <a:pt x="237758" y="220923"/>
                    <a:pt x="231688" y="220639"/>
                    <a:pt x="228179" y="216848"/>
                  </a:cubicBezTo>
                  <a:cubicBezTo>
                    <a:pt x="224576" y="213057"/>
                    <a:pt x="224860" y="206991"/>
                    <a:pt x="228654" y="203484"/>
                  </a:cubicBezTo>
                  <a:cubicBezTo>
                    <a:pt x="239465" y="193438"/>
                    <a:pt x="253501" y="187941"/>
                    <a:pt x="268201" y="187941"/>
                  </a:cubicBezTo>
                  <a:cubicBezTo>
                    <a:pt x="268580" y="187941"/>
                    <a:pt x="268960" y="187941"/>
                    <a:pt x="269339" y="187941"/>
                  </a:cubicBezTo>
                  <a:cubicBezTo>
                    <a:pt x="284228" y="188036"/>
                    <a:pt x="298549" y="193722"/>
                    <a:pt x="309455" y="204148"/>
                  </a:cubicBezTo>
                  <a:cubicBezTo>
                    <a:pt x="313344" y="207749"/>
                    <a:pt x="313533" y="213720"/>
                    <a:pt x="309835" y="217511"/>
                  </a:cubicBezTo>
                  <a:close/>
                  <a:moveTo>
                    <a:pt x="362280" y="158371"/>
                  </a:moveTo>
                  <a:cubicBezTo>
                    <a:pt x="360478" y="160077"/>
                    <a:pt x="358107" y="161025"/>
                    <a:pt x="355736" y="161025"/>
                  </a:cubicBezTo>
                  <a:cubicBezTo>
                    <a:pt x="353270" y="161025"/>
                    <a:pt x="350710" y="160077"/>
                    <a:pt x="348908" y="158087"/>
                  </a:cubicBezTo>
                  <a:cubicBezTo>
                    <a:pt x="347865" y="156949"/>
                    <a:pt x="346726" y="155907"/>
                    <a:pt x="345683" y="154864"/>
                  </a:cubicBezTo>
                  <a:cubicBezTo>
                    <a:pt x="324345" y="134393"/>
                    <a:pt x="295704" y="123304"/>
                    <a:pt x="266589" y="124062"/>
                  </a:cubicBezTo>
                  <a:cubicBezTo>
                    <a:pt x="236999" y="124631"/>
                    <a:pt x="209307" y="136762"/>
                    <a:pt x="188822" y="158181"/>
                  </a:cubicBezTo>
                  <a:cubicBezTo>
                    <a:pt x="185218" y="161972"/>
                    <a:pt x="179243" y="162067"/>
                    <a:pt x="175450" y="158466"/>
                  </a:cubicBezTo>
                  <a:cubicBezTo>
                    <a:pt x="171656" y="154864"/>
                    <a:pt x="171561" y="148799"/>
                    <a:pt x="175165" y="145102"/>
                  </a:cubicBezTo>
                  <a:cubicBezTo>
                    <a:pt x="199159" y="120081"/>
                    <a:pt x="231499" y="105865"/>
                    <a:pt x="266209" y="105201"/>
                  </a:cubicBezTo>
                  <a:cubicBezTo>
                    <a:pt x="300825" y="104633"/>
                    <a:pt x="333829" y="117333"/>
                    <a:pt x="358866" y="141311"/>
                  </a:cubicBezTo>
                  <a:cubicBezTo>
                    <a:pt x="360193" y="142543"/>
                    <a:pt x="361426" y="143870"/>
                    <a:pt x="362659" y="145102"/>
                  </a:cubicBezTo>
                  <a:cubicBezTo>
                    <a:pt x="366168" y="148799"/>
                    <a:pt x="366073" y="154769"/>
                    <a:pt x="362280" y="158371"/>
                  </a:cubicBezTo>
                  <a:close/>
                </a:path>
              </a:pathLst>
            </a:custGeom>
            <a:grpFill/>
            <a:ln w="9463" cap="flat">
              <a:noFill/>
              <a:prstDash val="solid"/>
              <a:miter/>
            </a:ln>
          </p:spPr>
          <p:txBody>
            <a:bodyPr rtlCol="0" anchor="ctr"/>
            <a:lstStyle/>
            <a:p>
              <a:endParaRPr lang="en-US"/>
            </a:p>
          </p:txBody>
        </p:sp>
      </p:grpSp>
    </p:spTree>
    <p:extLst>
      <p:ext uri="{BB962C8B-B14F-4D97-AF65-F5344CB8AC3E}">
        <p14:creationId xmlns:p14="http://schemas.microsoft.com/office/powerpoint/2010/main" val="2430643434"/>
      </p:ext>
    </p:extLst>
  </p:cSld>
  <p:clrMapOvr>
    <a:masterClrMapping/>
  </p:clrMapOvr>
  <p:transition>
    <p:fade/>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0AB181-1E9F-2244-B53A-BC8E2F101DA6}"/>
              </a:ext>
            </a:extLst>
          </p:cNvPr>
          <p:cNvSpPr>
            <a:spLocks noGrp="1"/>
          </p:cNvSpPr>
          <p:nvPr>
            <p:ph type="title"/>
          </p:nvPr>
        </p:nvSpPr>
        <p:spPr/>
        <p:txBody>
          <a:bodyPr/>
          <a:lstStyle/>
          <a:p>
            <a:r>
              <a:rPr lang="en-US" dirty="0"/>
              <a:t>TRANSPORT &amp; TRAVELING</a:t>
            </a:r>
          </a:p>
        </p:txBody>
      </p:sp>
      <p:sp>
        <p:nvSpPr>
          <p:cNvPr id="4" name="Content Placeholder 3">
            <a:extLst>
              <a:ext uri="{FF2B5EF4-FFF2-40B4-BE49-F238E27FC236}">
                <a16:creationId xmlns:a16="http://schemas.microsoft.com/office/drawing/2014/main" id="{DB57E314-8EE4-694B-B268-A9071E1D395E}"/>
              </a:ext>
            </a:extLst>
          </p:cNvPr>
          <p:cNvSpPr>
            <a:spLocks noGrp="1"/>
          </p:cNvSpPr>
          <p:nvPr>
            <p:ph idx="10"/>
          </p:nvPr>
        </p:nvSpPr>
        <p:spPr>
          <a:xfrm>
            <a:off x="463298" y="5473209"/>
            <a:ext cx="1108050" cy="1114021"/>
          </a:xfrm>
        </p:spPr>
        <p:txBody>
          <a:bodyPr/>
          <a:lstStyle/>
          <a:p>
            <a:r>
              <a:rPr lang="en-US" dirty="0"/>
              <a:t>Globe &amp; Flags</a:t>
            </a:r>
          </a:p>
          <a:p>
            <a:r>
              <a:rPr lang="en-US" sz="900" dirty="0"/>
              <a:t>Keywords:</a:t>
            </a:r>
            <a:br>
              <a:rPr lang="en-US" sz="900" dirty="0"/>
            </a:br>
            <a:r>
              <a:rPr lang="en-US" sz="850" b="0" dirty="0"/>
              <a:t>Office Locator, Global Location, Global office, Continents, Location, Flag, Earth, Globe, Flag</a:t>
            </a:r>
          </a:p>
        </p:txBody>
      </p:sp>
      <p:sp>
        <p:nvSpPr>
          <p:cNvPr id="440" name="Content Placeholder 3">
            <a:extLst>
              <a:ext uri="{FF2B5EF4-FFF2-40B4-BE49-F238E27FC236}">
                <a16:creationId xmlns:a16="http://schemas.microsoft.com/office/drawing/2014/main" id="{D6DF7EF9-9567-3C47-85D2-0BC561F96251}"/>
              </a:ext>
            </a:extLst>
          </p:cNvPr>
          <p:cNvSpPr txBox="1">
            <a:spLocks/>
          </p:cNvSpPr>
          <p:nvPr/>
        </p:nvSpPr>
        <p:spPr>
          <a:xfrm>
            <a:off x="4659441" y="5473209"/>
            <a:ext cx="1625949"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Traffic</a:t>
            </a:r>
          </a:p>
          <a:p>
            <a:r>
              <a:rPr lang="en-US" sz="900" dirty="0"/>
              <a:t>Keywords:</a:t>
            </a:r>
            <a:br>
              <a:rPr lang="en-US" sz="900" dirty="0"/>
            </a:br>
            <a:r>
              <a:rPr lang="en-US" sz="850" b="0" dirty="0"/>
              <a:t>Car Park, Stall, Hold, Get, Set, Go, Pedestrian crossing, Walking, Parking, Stop Sign, Traffic Signal, Walk, Don’t Walk, Traffic Cone</a:t>
            </a:r>
          </a:p>
        </p:txBody>
      </p:sp>
      <p:sp>
        <p:nvSpPr>
          <p:cNvPr id="441" name="Content Placeholder 3">
            <a:extLst>
              <a:ext uri="{FF2B5EF4-FFF2-40B4-BE49-F238E27FC236}">
                <a16:creationId xmlns:a16="http://schemas.microsoft.com/office/drawing/2014/main" id="{6C4B8177-B0D0-BB47-A11F-F48820A488D6}"/>
              </a:ext>
            </a:extLst>
          </p:cNvPr>
          <p:cNvSpPr txBox="1">
            <a:spLocks/>
          </p:cNvSpPr>
          <p:nvPr/>
        </p:nvSpPr>
        <p:spPr>
          <a:xfrm>
            <a:off x="2576184" y="5473209"/>
            <a:ext cx="1108050" cy="1114021"/>
          </a:xfrm>
          <a:prstGeom prst="rect">
            <a:avLst/>
          </a:prstGeom>
        </p:spPr>
        <p:txBody>
          <a:bodyPr vert="horz" lIns="0" tIns="0" rIns="0" bIns="0" rtlCol="0">
            <a:noAutofit/>
          </a:bodyPr>
          <a:lstStyle>
            <a:lvl1pPr marL="0" indent="0" algn="l" defTabSz="685800" rtl="0" eaLnBrk="1" latinLnBrk="0" hangingPunct="1">
              <a:spcBef>
                <a:spcPts val="0"/>
              </a:spcBef>
              <a:spcAft>
                <a:spcPts val="600"/>
              </a:spcAft>
              <a:buSzPct val="100000"/>
              <a:buFontTx/>
              <a:buNone/>
              <a:defRPr sz="1100" b="1" kern="1200">
                <a:solidFill>
                  <a:schemeClr val="tx1"/>
                </a:solidFill>
                <a:latin typeface="+mn-lt"/>
                <a:ea typeface="+mn-ea"/>
                <a:cs typeface="Calibri Light" panose="020F0302020204030204" pitchFamily="34" charset="0"/>
              </a:defRPr>
            </a:lvl1pPr>
            <a:lvl2pPr marL="139700" indent="-139700" algn="l" defTabSz="685800" rtl="0" eaLnBrk="1" latinLnBrk="0" hangingPunct="1">
              <a:spcBef>
                <a:spcPts val="0"/>
              </a:spcBef>
              <a:spcAft>
                <a:spcPts val="750"/>
              </a:spcAft>
              <a:buClrTx/>
              <a:buSzPct val="100000"/>
              <a:buFont typeface="Arial" panose="020B0604020202020204" pitchFamily="34" charset="0"/>
              <a:buChar char="•"/>
              <a:tabLst/>
              <a:defRPr lang="en-US" sz="1200" b="0" kern="1200">
                <a:solidFill>
                  <a:schemeClr val="tx1"/>
                </a:solidFill>
                <a:latin typeface="+mj-lt"/>
                <a:ea typeface="+mn-ea"/>
                <a:cs typeface="Calibri Light" panose="020F0302020204030204" pitchFamily="34" charset="0"/>
              </a:defRPr>
            </a:lvl2pPr>
            <a:lvl3pPr marL="228600"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a:solidFill>
                  <a:schemeClr val="tx1"/>
                </a:solidFill>
                <a:latin typeface="+mn-lt"/>
                <a:ea typeface="+mn-ea"/>
                <a:cs typeface="Calibri Light" panose="020F0302020204030204" pitchFamily="34" charset="0"/>
              </a:defRPr>
            </a:lvl3pPr>
            <a:lvl4pPr marL="352425" indent="-104775" algn="l" defTabSz="685800" rtl="0" eaLnBrk="1" latinLnBrk="0" hangingPunct="1">
              <a:spcBef>
                <a:spcPts val="0"/>
              </a:spcBef>
              <a:spcAft>
                <a:spcPts val="750"/>
              </a:spcAft>
              <a:buClrTx/>
              <a:buSzPct val="100000"/>
              <a:buFont typeface="Arial" panose="020B0604020202020204" pitchFamily="34" charset="0"/>
              <a:buChar char="◦"/>
              <a:defRPr lang="en-US" sz="1200" kern="1200" baseline="0">
                <a:solidFill>
                  <a:schemeClr val="tx1"/>
                </a:solidFill>
                <a:latin typeface="+mn-lt"/>
                <a:ea typeface="+mn-ea"/>
                <a:cs typeface="Calibri Light" panose="020F0302020204030204" pitchFamily="34" charset="0"/>
              </a:defRPr>
            </a:lvl4pPr>
            <a:lvl5pPr marL="476250" indent="-104775" algn="l" defTabSz="598885" rtl="0" eaLnBrk="1" latinLnBrk="0" hangingPunct="1">
              <a:spcBef>
                <a:spcPts val="0"/>
              </a:spcBef>
              <a:spcAft>
                <a:spcPts val="750"/>
              </a:spcAft>
              <a:buClrTx/>
              <a:buSzPct val="100000"/>
              <a:buFont typeface="Arial" panose="020B0604020202020204" pitchFamily="34" charset="0"/>
              <a:buChar char="−"/>
              <a:tabLst/>
              <a:defRPr lang="en-US" sz="1200" kern="1200" baseline="0">
                <a:solidFill>
                  <a:schemeClr val="tx1"/>
                </a:solidFill>
                <a:latin typeface="+mn-lt"/>
                <a:ea typeface="+mn-ea"/>
                <a:cs typeface="Calibri Light" panose="020F0302020204030204" pitchFamily="34" charset="0"/>
              </a:defRPr>
            </a:lvl5pPr>
            <a:lvl6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6pPr>
            <a:lvl7pPr marL="399600" indent="-132300" algn="l" defTabSz="685800" rtl="0" eaLnBrk="1" latinLnBrk="0" hangingPunct="1">
              <a:spcBef>
                <a:spcPts val="0"/>
              </a:spcBef>
              <a:spcAft>
                <a:spcPts val="750"/>
              </a:spcAft>
              <a:buFont typeface="Verdana" panose="020B0604030504040204" pitchFamily="34" charset="0"/>
              <a:buChar char="−"/>
              <a:defRPr sz="900" kern="1200">
                <a:solidFill>
                  <a:schemeClr val="tx1"/>
                </a:solidFill>
                <a:latin typeface="+mn-lt"/>
                <a:ea typeface="+mn-ea"/>
                <a:cs typeface="+mn-cs"/>
              </a:defRPr>
            </a:lvl7pPr>
            <a:lvl8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8pPr>
            <a:lvl9pPr marL="399600" indent="-132300" algn="l" defTabSz="685800" rtl="0" eaLnBrk="1" latinLnBrk="0" hangingPunct="1">
              <a:spcBef>
                <a:spcPts val="0"/>
              </a:spcBef>
              <a:spcAft>
                <a:spcPts val="750"/>
              </a:spcAft>
              <a:buFont typeface="Verdana" panose="020B0604030504040204" pitchFamily="34" charset="0"/>
              <a:buChar char="−"/>
              <a:defRPr sz="900" kern="1200" baseline="0">
                <a:solidFill>
                  <a:schemeClr val="tx1"/>
                </a:solidFill>
                <a:latin typeface="+mn-lt"/>
                <a:ea typeface="+mn-ea"/>
                <a:cs typeface="+mn-cs"/>
              </a:defRPr>
            </a:lvl9pPr>
          </a:lstStyle>
          <a:p>
            <a:r>
              <a:rPr lang="en-US" dirty="0"/>
              <a:t>Logistics</a:t>
            </a:r>
          </a:p>
          <a:p>
            <a:r>
              <a:rPr lang="en-US" sz="900" dirty="0"/>
              <a:t>Keywords:</a:t>
            </a:r>
            <a:br>
              <a:rPr lang="en-US" sz="900" dirty="0"/>
            </a:br>
            <a:r>
              <a:rPr lang="en-US" sz="850" b="0" dirty="0"/>
              <a:t>U Haul, FedEx, Packing, Recycled packaging, Fragile, Package, Open parcel, Forklift</a:t>
            </a:r>
          </a:p>
        </p:txBody>
      </p:sp>
      <p:grpSp>
        <p:nvGrpSpPr>
          <p:cNvPr id="6" name="Graphic 4">
            <a:extLst>
              <a:ext uri="{FF2B5EF4-FFF2-40B4-BE49-F238E27FC236}">
                <a16:creationId xmlns:a16="http://schemas.microsoft.com/office/drawing/2014/main" id="{3BF99F52-9CED-6042-8463-B7203B66181D}"/>
              </a:ext>
            </a:extLst>
          </p:cNvPr>
          <p:cNvGrpSpPr/>
          <p:nvPr/>
        </p:nvGrpSpPr>
        <p:grpSpPr>
          <a:xfrm>
            <a:off x="4660820" y="918179"/>
            <a:ext cx="362312" cy="361971"/>
            <a:chOff x="4660820" y="918179"/>
            <a:chExt cx="362312" cy="361971"/>
          </a:xfrm>
          <a:solidFill>
            <a:srgbClr val="0076A8"/>
          </a:solidFill>
        </p:grpSpPr>
        <p:sp>
          <p:nvSpPr>
            <p:cNvPr id="7" name="Graphic 4">
              <a:extLst>
                <a:ext uri="{FF2B5EF4-FFF2-40B4-BE49-F238E27FC236}">
                  <a16:creationId xmlns:a16="http://schemas.microsoft.com/office/drawing/2014/main" id="{AA497B9E-6311-1D4B-93D6-906267BD3AEE}"/>
                </a:ext>
              </a:extLst>
            </p:cNvPr>
            <p:cNvSpPr/>
            <p:nvPr/>
          </p:nvSpPr>
          <p:spPr>
            <a:xfrm>
              <a:off x="4660820" y="918179"/>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873"/>
                    <a:pt x="274767" y="348565"/>
                    <a:pt x="181474" y="349204"/>
                  </a:cubicBezTo>
                  <a:close/>
                </a:path>
              </a:pathLst>
            </a:custGeom>
            <a:solidFill>
              <a:srgbClr val="0076A8"/>
            </a:solidFill>
            <a:ln w="6390" cap="flat">
              <a:noFill/>
              <a:prstDash val="solid"/>
              <a:miter/>
            </a:ln>
          </p:spPr>
          <p:txBody>
            <a:bodyPr rtlCol="0" anchor="ctr"/>
            <a:lstStyle/>
            <a:p>
              <a:endParaRPr lang="en-US"/>
            </a:p>
          </p:txBody>
        </p:sp>
        <p:sp>
          <p:nvSpPr>
            <p:cNvPr id="8" name="Graphic 4">
              <a:extLst>
                <a:ext uri="{FF2B5EF4-FFF2-40B4-BE49-F238E27FC236}">
                  <a16:creationId xmlns:a16="http://schemas.microsoft.com/office/drawing/2014/main" id="{374E12E2-0CA8-D64E-8F66-73D191C0470D}"/>
                </a:ext>
              </a:extLst>
            </p:cNvPr>
            <p:cNvSpPr/>
            <p:nvPr/>
          </p:nvSpPr>
          <p:spPr>
            <a:xfrm>
              <a:off x="4767531" y="980698"/>
              <a:ext cx="150163" cy="236251"/>
            </a:xfrm>
            <a:custGeom>
              <a:avLst/>
              <a:gdLst>
                <a:gd name="connsiteX0" fmla="*/ 125243 w 150163"/>
                <a:gd name="connsiteY0" fmla="*/ 17280 h 236251"/>
                <a:gd name="connsiteX1" fmla="*/ 76040 w 150163"/>
                <a:gd name="connsiteY1" fmla="*/ 44 h 236251"/>
                <a:gd name="connsiteX2" fmla="*/ 6390 w 150163"/>
                <a:gd name="connsiteY2" fmla="*/ 44 h 236251"/>
                <a:gd name="connsiteX3" fmla="*/ 0 w 150163"/>
                <a:gd name="connsiteY3" fmla="*/ 6428 h 236251"/>
                <a:gd name="connsiteX4" fmla="*/ 0 w 150163"/>
                <a:gd name="connsiteY4" fmla="*/ 229867 h 236251"/>
                <a:gd name="connsiteX5" fmla="*/ 6390 w 150163"/>
                <a:gd name="connsiteY5" fmla="*/ 236251 h 236251"/>
                <a:gd name="connsiteX6" fmla="*/ 50481 w 150163"/>
                <a:gd name="connsiteY6" fmla="*/ 236251 h 236251"/>
                <a:gd name="connsiteX7" fmla="*/ 56871 w 150163"/>
                <a:gd name="connsiteY7" fmla="*/ 229867 h 236251"/>
                <a:gd name="connsiteX8" fmla="*/ 56871 w 150163"/>
                <a:gd name="connsiteY8" fmla="*/ 140491 h 236251"/>
                <a:gd name="connsiteX9" fmla="*/ 69650 w 150163"/>
                <a:gd name="connsiteY9" fmla="*/ 140491 h 236251"/>
                <a:gd name="connsiteX10" fmla="*/ 121409 w 150163"/>
                <a:gd name="connsiteY10" fmla="*/ 127723 h 236251"/>
                <a:gd name="connsiteX11" fmla="*/ 150164 w 150163"/>
                <a:gd name="connsiteY11" fmla="*/ 70906 h 236251"/>
                <a:gd name="connsiteX12" fmla="*/ 125243 w 150163"/>
                <a:gd name="connsiteY12" fmla="*/ 17280 h 236251"/>
                <a:gd name="connsiteX13" fmla="*/ 113102 w 150163"/>
                <a:gd name="connsiteY13" fmla="*/ 117509 h 236251"/>
                <a:gd name="connsiteX14" fmla="*/ 70289 w 150163"/>
                <a:gd name="connsiteY14" fmla="*/ 127723 h 236251"/>
                <a:gd name="connsiteX15" fmla="*/ 51119 w 150163"/>
                <a:gd name="connsiteY15" fmla="*/ 127723 h 236251"/>
                <a:gd name="connsiteX16" fmla="*/ 44730 w 150163"/>
                <a:gd name="connsiteY16" fmla="*/ 134107 h 236251"/>
                <a:gd name="connsiteX17" fmla="*/ 44730 w 150163"/>
                <a:gd name="connsiteY17" fmla="*/ 223483 h 236251"/>
                <a:gd name="connsiteX18" fmla="*/ 14058 w 150163"/>
                <a:gd name="connsiteY18" fmla="*/ 223483 h 236251"/>
                <a:gd name="connsiteX19" fmla="*/ 14058 w 150163"/>
                <a:gd name="connsiteY19" fmla="*/ 12812 h 236251"/>
                <a:gd name="connsiteX20" fmla="*/ 77318 w 150163"/>
                <a:gd name="connsiteY20" fmla="*/ 12812 h 236251"/>
                <a:gd name="connsiteX21" fmla="*/ 117575 w 150163"/>
                <a:gd name="connsiteY21" fmla="*/ 26856 h 236251"/>
                <a:gd name="connsiteX22" fmla="*/ 137384 w 150163"/>
                <a:gd name="connsiteY22" fmla="*/ 70906 h 236251"/>
                <a:gd name="connsiteX23" fmla="*/ 113102 w 150163"/>
                <a:gd name="connsiteY23" fmla="*/ 117509 h 236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0163" h="236251">
                  <a:moveTo>
                    <a:pt x="125243" y="17280"/>
                  </a:moveTo>
                  <a:cubicBezTo>
                    <a:pt x="111824" y="5789"/>
                    <a:pt x="93932" y="-595"/>
                    <a:pt x="76040" y="44"/>
                  </a:cubicBezTo>
                  <a:lnTo>
                    <a:pt x="6390" y="44"/>
                  </a:lnTo>
                  <a:cubicBezTo>
                    <a:pt x="2556" y="44"/>
                    <a:pt x="0" y="2597"/>
                    <a:pt x="0" y="6428"/>
                  </a:cubicBezTo>
                  <a:lnTo>
                    <a:pt x="0" y="229867"/>
                  </a:lnTo>
                  <a:cubicBezTo>
                    <a:pt x="0" y="233698"/>
                    <a:pt x="2556" y="236251"/>
                    <a:pt x="6390" y="236251"/>
                  </a:cubicBezTo>
                  <a:lnTo>
                    <a:pt x="50481" y="236251"/>
                  </a:lnTo>
                  <a:cubicBezTo>
                    <a:pt x="54314" y="236251"/>
                    <a:pt x="56871" y="233698"/>
                    <a:pt x="56871" y="229867"/>
                  </a:cubicBezTo>
                  <a:lnTo>
                    <a:pt x="56871" y="140491"/>
                  </a:lnTo>
                  <a:lnTo>
                    <a:pt x="69650" y="140491"/>
                  </a:lnTo>
                  <a:cubicBezTo>
                    <a:pt x="70929" y="140491"/>
                    <a:pt x="104156" y="141768"/>
                    <a:pt x="121409" y="127723"/>
                  </a:cubicBezTo>
                  <a:cubicBezTo>
                    <a:pt x="138662" y="113679"/>
                    <a:pt x="148886" y="93250"/>
                    <a:pt x="150164" y="70906"/>
                  </a:cubicBezTo>
                  <a:cubicBezTo>
                    <a:pt x="150164" y="49839"/>
                    <a:pt x="141218" y="30048"/>
                    <a:pt x="125243" y="17280"/>
                  </a:cubicBezTo>
                  <a:close/>
                  <a:moveTo>
                    <a:pt x="113102" y="117509"/>
                  </a:moveTo>
                  <a:cubicBezTo>
                    <a:pt x="102239" y="126447"/>
                    <a:pt x="78597" y="127723"/>
                    <a:pt x="70289" y="127723"/>
                  </a:cubicBezTo>
                  <a:lnTo>
                    <a:pt x="51119" y="127723"/>
                  </a:lnTo>
                  <a:cubicBezTo>
                    <a:pt x="47286" y="127723"/>
                    <a:pt x="44730" y="130277"/>
                    <a:pt x="44730" y="134107"/>
                  </a:cubicBezTo>
                  <a:lnTo>
                    <a:pt x="44730" y="223483"/>
                  </a:lnTo>
                  <a:lnTo>
                    <a:pt x="14058" y="223483"/>
                  </a:lnTo>
                  <a:lnTo>
                    <a:pt x="14058" y="12812"/>
                  </a:lnTo>
                  <a:lnTo>
                    <a:pt x="77318" y="12812"/>
                  </a:lnTo>
                  <a:cubicBezTo>
                    <a:pt x="92015" y="12173"/>
                    <a:pt x="106712" y="17280"/>
                    <a:pt x="117575" y="26856"/>
                  </a:cubicBezTo>
                  <a:cubicBezTo>
                    <a:pt x="130994" y="37709"/>
                    <a:pt x="138023" y="53669"/>
                    <a:pt x="137384" y="70906"/>
                  </a:cubicBezTo>
                  <a:cubicBezTo>
                    <a:pt x="136106" y="88781"/>
                    <a:pt x="127160" y="106018"/>
                    <a:pt x="113102" y="117509"/>
                  </a:cubicBezTo>
                  <a:close/>
                </a:path>
              </a:pathLst>
            </a:custGeom>
            <a:solidFill>
              <a:srgbClr val="0076A8"/>
            </a:solidFill>
            <a:ln w="6390" cap="flat">
              <a:noFill/>
              <a:prstDash val="solid"/>
              <a:miter/>
            </a:ln>
          </p:spPr>
          <p:txBody>
            <a:bodyPr rtlCol="0" anchor="ctr"/>
            <a:lstStyle/>
            <a:p>
              <a:endParaRPr lang="en-US"/>
            </a:p>
          </p:txBody>
        </p:sp>
        <p:sp>
          <p:nvSpPr>
            <p:cNvPr id="9" name="Graphic 4">
              <a:extLst>
                <a:ext uri="{FF2B5EF4-FFF2-40B4-BE49-F238E27FC236}">
                  <a16:creationId xmlns:a16="http://schemas.microsoft.com/office/drawing/2014/main" id="{7CCE3AC2-DC31-7940-BC61-E90E4829ED56}"/>
                </a:ext>
              </a:extLst>
            </p:cNvPr>
            <p:cNvSpPr/>
            <p:nvPr/>
          </p:nvSpPr>
          <p:spPr>
            <a:xfrm>
              <a:off x="4810344" y="1019046"/>
              <a:ext cx="66645" cy="62563"/>
            </a:xfrm>
            <a:custGeom>
              <a:avLst/>
              <a:gdLst>
                <a:gd name="connsiteX0" fmla="*/ 35784 w 66645"/>
                <a:gd name="connsiteY0" fmla="*/ 0 h 62563"/>
                <a:gd name="connsiteX1" fmla="*/ 6390 w 66645"/>
                <a:gd name="connsiteY1" fmla="*/ 0 h 62563"/>
                <a:gd name="connsiteX2" fmla="*/ 0 w 66645"/>
                <a:gd name="connsiteY2" fmla="*/ 6384 h 62563"/>
                <a:gd name="connsiteX3" fmla="*/ 0 w 66645"/>
                <a:gd name="connsiteY3" fmla="*/ 56179 h 62563"/>
                <a:gd name="connsiteX4" fmla="*/ 6390 w 66645"/>
                <a:gd name="connsiteY4" fmla="*/ 62563 h 62563"/>
                <a:gd name="connsiteX5" fmla="*/ 37701 w 66645"/>
                <a:gd name="connsiteY5" fmla="*/ 62563 h 62563"/>
                <a:gd name="connsiteX6" fmla="*/ 66456 w 66645"/>
                <a:gd name="connsiteY6" fmla="*/ 26174 h 62563"/>
                <a:gd name="connsiteX7" fmla="*/ 58149 w 66645"/>
                <a:gd name="connsiteY7" fmla="*/ 8299 h 62563"/>
                <a:gd name="connsiteX8" fmla="*/ 35784 w 66645"/>
                <a:gd name="connsiteY8" fmla="*/ 0 h 62563"/>
                <a:gd name="connsiteX9" fmla="*/ 37701 w 66645"/>
                <a:gd name="connsiteY9" fmla="*/ 49795 h 62563"/>
                <a:gd name="connsiteX10" fmla="*/ 12780 w 66645"/>
                <a:gd name="connsiteY10" fmla="*/ 49795 h 62563"/>
                <a:gd name="connsiteX11" fmla="*/ 12780 w 66645"/>
                <a:gd name="connsiteY11" fmla="*/ 12768 h 62563"/>
                <a:gd name="connsiteX12" fmla="*/ 36423 w 66645"/>
                <a:gd name="connsiteY12" fmla="*/ 12768 h 62563"/>
                <a:gd name="connsiteX13" fmla="*/ 49203 w 66645"/>
                <a:gd name="connsiteY13" fmla="*/ 17237 h 62563"/>
                <a:gd name="connsiteX14" fmla="*/ 53676 w 66645"/>
                <a:gd name="connsiteY14" fmla="*/ 30005 h 62563"/>
                <a:gd name="connsiteX15" fmla="*/ 37701 w 66645"/>
                <a:gd name="connsiteY15" fmla="*/ 49795 h 62563"/>
                <a:gd name="connsiteX16" fmla="*/ 37701 w 66645"/>
                <a:gd name="connsiteY16" fmla="*/ 49795 h 6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6645" h="62563">
                  <a:moveTo>
                    <a:pt x="35784" y="0"/>
                  </a:moveTo>
                  <a:lnTo>
                    <a:pt x="6390" y="0"/>
                  </a:lnTo>
                  <a:cubicBezTo>
                    <a:pt x="2556" y="0"/>
                    <a:pt x="0" y="2554"/>
                    <a:pt x="0" y="6384"/>
                  </a:cubicBezTo>
                  <a:lnTo>
                    <a:pt x="0" y="56179"/>
                  </a:lnTo>
                  <a:cubicBezTo>
                    <a:pt x="0" y="60009"/>
                    <a:pt x="2556" y="62563"/>
                    <a:pt x="6390" y="62563"/>
                  </a:cubicBezTo>
                  <a:lnTo>
                    <a:pt x="37701" y="62563"/>
                  </a:lnTo>
                  <a:cubicBezTo>
                    <a:pt x="55593" y="60648"/>
                    <a:pt x="68372" y="44049"/>
                    <a:pt x="66456" y="26174"/>
                  </a:cubicBezTo>
                  <a:cubicBezTo>
                    <a:pt x="65816" y="19152"/>
                    <a:pt x="62621" y="12768"/>
                    <a:pt x="58149" y="8299"/>
                  </a:cubicBezTo>
                  <a:cubicBezTo>
                    <a:pt x="51759" y="2554"/>
                    <a:pt x="43451" y="0"/>
                    <a:pt x="35784" y="0"/>
                  </a:cubicBezTo>
                  <a:close/>
                  <a:moveTo>
                    <a:pt x="37701" y="49795"/>
                  </a:moveTo>
                  <a:lnTo>
                    <a:pt x="12780" y="49795"/>
                  </a:lnTo>
                  <a:lnTo>
                    <a:pt x="12780" y="12768"/>
                  </a:lnTo>
                  <a:lnTo>
                    <a:pt x="36423" y="12768"/>
                  </a:lnTo>
                  <a:cubicBezTo>
                    <a:pt x="40896" y="12768"/>
                    <a:pt x="46008" y="14045"/>
                    <a:pt x="49203" y="17237"/>
                  </a:cubicBezTo>
                  <a:cubicBezTo>
                    <a:pt x="52398" y="20429"/>
                    <a:pt x="54314" y="25536"/>
                    <a:pt x="53676" y="30005"/>
                  </a:cubicBezTo>
                  <a:cubicBezTo>
                    <a:pt x="53676" y="48518"/>
                    <a:pt x="40257" y="49795"/>
                    <a:pt x="37701" y="49795"/>
                  </a:cubicBezTo>
                  <a:lnTo>
                    <a:pt x="37701" y="49795"/>
                  </a:lnTo>
                  <a:close/>
                </a:path>
              </a:pathLst>
            </a:custGeom>
            <a:solidFill>
              <a:srgbClr val="0076A8"/>
            </a:solidFill>
            <a:ln w="6390" cap="flat">
              <a:noFill/>
              <a:prstDash val="solid"/>
              <a:miter/>
            </a:ln>
          </p:spPr>
          <p:txBody>
            <a:bodyPr rtlCol="0" anchor="ctr"/>
            <a:lstStyle/>
            <a:p>
              <a:endParaRPr lang="en-US"/>
            </a:p>
          </p:txBody>
        </p:sp>
      </p:grpSp>
      <p:grpSp>
        <p:nvGrpSpPr>
          <p:cNvPr id="10" name="Graphic 4">
            <a:extLst>
              <a:ext uri="{FF2B5EF4-FFF2-40B4-BE49-F238E27FC236}">
                <a16:creationId xmlns:a16="http://schemas.microsoft.com/office/drawing/2014/main" id="{DD9F9036-4B33-B040-BBF9-6D85CD0B0434}"/>
              </a:ext>
            </a:extLst>
          </p:cNvPr>
          <p:cNvGrpSpPr/>
          <p:nvPr/>
        </p:nvGrpSpPr>
        <p:grpSpPr>
          <a:xfrm>
            <a:off x="5099169" y="918179"/>
            <a:ext cx="362309" cy="361971"/>
            <a:chOff x="5099169" y="918179"/>
            <a:chExt cx="362309" cy="361971"/>
          </a:xfrm>
          <a:solidFill>
            <a:srgbClr val="0076A8"/>
          </a:solidFill>
        </p:grpSpPr>
        <p:sp>
          <p:nvSpPr>
            <p:cNvPr id="50" name="Graphic 4">
              <a:extLst>
                <a:ext uri="{FF2B5EF4-FFF2-40B4-BE49-F238E27FC236}">
                  <a16:creationId xmlns:a16="http://schemas.microsoft.com/office/drawing/2014/main" id="{EC969D66-105D-F34E-BD57-BFFB12805E43}"/>
                </a:ext>
              </a:extLst>
            </p:cNvPr>
            <p:cNvSpPr/>
            <p:nvPr/>
          </p:nvSpPr>
          <p:spPr>
            <a:xfrm>
              <a:off x="5218661" y="993456"/>
              <a:ext cx="124001" cy="210724"/>
            </a:xfrm>
            <a:custGeom>
              <a:avLst/>
              <a:gdLst>
                <a:gd name="connsiteX0" fmla="*/ 103517 w 124001"/>
                <a:gd name="connsiteY0" fmla="*/ 14098 h 210724"/>
                <a:gd name="connsiteX1" fmla="*/ 63260 w 124001"/>
                <a:gd name="connsiteY1" fmla="*/ 53 h 210724"/>
                <a:gd name="connsiteX2" fmla="*/ 0 w 124001"/>
                <a:gd name="connsiteY2" fmla="*/ 53 h 210724"/>
                <a:gd name="connsiteX3" fmla="*/ 0 w 124001"/>
                <a:gd name="connsiteY3" fmla="*/ 210725 h 210724"/>
                <a:gd name="connsiteX4" fmla="*/ 30672 w 124001"/>
                <a:gd name="connsiteY4" fmla="*/ 210725 h 210724"/>
                <a:gd name="connsiteX5" fmla="*/ 30672 w 124001"/>
                <a:gd name="connsiteY5" fmla="*/ 121349 h 210724"/>
                <a:gd name="connsiteX6" fmla="*/ 37062 w 124001"/>
                <a:gd name="connsiteY6" fmla="*/ 114965 h 210724"/>
                <a:gd name="connsiteX7" fmla="*/ 56870 w 124001"/>
                <a:gd name="connsiteY7" fmla="*/ 114965 h 210724"/>
                <a:gd name="connsiteX8" fmla="*/ 99683 w 124001"/>
                <a:gd name="connsiteY8" fmla="*/ 104751 h 210724"/>
                <a:gd name="connsiteX9" fmla="*/ 123965 w 124001"/>
                <a:gd name="connsiteY9" fmla="*/ 57509 h 210724"/>
                <a:gd name="connsiteX10" fmla="*/ 103517 w 124001"/>
                <a:gd name="connsiteY10" fmla="*/ 14098 h 210724"/>
                <a:gd name="connsiteX11" fmla="*/ 67094 w 124001"/>
                <a:gd name="connsiteY11" fmla="*/ 88152 h 210724"/>
                <a:gd name="connsiteX12" fmla="*/ 35783 w 124001"/>
                <a:gd name="connsiteY12" fmla="*/ 88152 h 210724"/>
                <a:gd name="connsiteX13" fmla="*/ 29394 w 124001"/>
                <a:gd name="connsiteY13" fmla="*/ 81768 h 210724"/>
                <a:gd name="connsiteX14" fmla="*/ 29394 w 124001"/>
                <a:gd name="connsiteY14" fmla="*/ 31973 h 210724"/>
                <a:gd name="connsiteX15" fmla="*/ 35783 w 124001"/>
                <a:gd name="connsiteY15" fmla="*/ 25589 h 210724"/>
                <a:gd name="connsiteX16" fmla="*/ 65177 w 124001"/>
                <a:gd name="connsiteY16" fmla="*/ 25589 h 210724"/>
                <a:gd name="connsiteX17" fmla="*/ 87542 w 124001"/>
                <a:gd name="connsiteY17" fmla="*/ 33889 h 210724"/>
                <a:gd name="connsiteX18" fmla="*/ 85625 w 124001"/>
                <a:gd name="connsiteY18" fmla="*/ 79853 h 210724"/>
                <a:gd name="connsiteX19" fmla="*/ 67094 w 124001"/>
                <a:gd name="connsiteY19" fmla="*/ 88152 h 210724"/>
                <a:gd name="connsiteX20" fmla="*/ 67094 w 124001"/>
                <a:gd name="connsiteY20" fmla="*/ 88152 h 21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4001" h="210724">
                  <a:moveTo>
                    <a:pt x="103517" y="14098"/>
                  </a:moveTo>
                  <a:cubicBezTo>
                    <a:pt x="92015" y="4522"/>
                    <a:pt x="77957" y="-585"/>
                    <a:pt x="63260" y="53"/>
                  </a:cubicBezTo>
                  <a:lnTo>
                    <a:pt x="0" y="53"/>
                  </a:lnTo>
                  <a:lnTo>
                    <a:pt x="0" y="210725"/>
                  </a:lnTo>
                  <a:lnTo>
                    <a:pt x="30672" y="210725"/>
                  </a:lnTo>
                  <a:lnTo>
                    <a:pt x="30672" y="121349"/>
                  </a:lnTo>
                  <a:cubicBezTo>
                    <a:pt x="30672" y="117519"/>
                    <a:pt x="33228" y="114965"/>
                    <a:pt x="37062" y="114965"/>
                  </a:cubicBezTo>
                  <a:lnTo>
                    <a:pt x="56870" y="114965"/>
                  </a:lnTo>
                  <a:cubicBezTo>
                    <a:pt x="65177" y="114965"/>
                    <a:pt x="88820" y="114327"/>
                    <a:pt x="99683" y="104751"/>
                  </a:cubicBezTo>
                  <a:cubicBezTo>
                    <a:pt x="113741" y="93260"/>
                    <a:pt x="122687" y="76023"/>
                    <a:pt x="123965" y="57509"/>
                  </a:cubicBezTo>
                  <a:cubicBezTo>
                    <a:pt x="124604" y="40911"/>
                    <a:pt x="116936" y="24313"/>
                    <a:pt x="103517" y="14098"/>
                  </a:cubicBezTo>
                  <a:close/>
                  <a:moveTo>
                    <a:pt x="67094" y="88152"/>
                  </a:moveTo>
                  <a:lnTo>
                    <a:pt x="35783" y="88152"/>
                  </a:lnTo>
                  <a:cubicBezTo>
                    <a:pt x="31950" y="88152"/>
                    <a:pt x="29394" y="85599"/>
                    <a:pt x="29394" y="81768"/>
                  </a:cubicBezTo>
                  <a:lnTo>
                    <a:pt x="29394" y="31973"/>
                  </a:lnTo>
                  <a:cubicBezTo>
                    <a:pt x="29394" y="28143"/>
                    <a:pt x="31950" y="25589"/>
                    <a:pt x="35783" y="25589"/>
                  </a:cubicBezTo>
                  <a:lnTo>
                    <a:pt x="65177" y="25589"/>
                  </a:lnTo>
                  <a:cubicBezTo>
                    <a:pt x="73484" y="25589"/>
                    <a:pt x="81152" y="28143"/>
                    <a:pt x="87542" y="33889"/>
                  </a:cubicBezTo>
                  <a:cubicBezTo>
                    <a:pt x="99683" y="47295"/>
                    <a:pt x="99044" y="67724"/>
                    <a:pt x="85625" y="79853"/>
                  </a:cubicBezTo>
                  <a:cubicBezTo>
                    <a:pt x="80513" y="84322"/>
                    <a:pt x="74123" y="86876"/>
                    <a:pt x="67094" y="88152"/>
                  </a:cubicBezTo>
                  <a:lnTo>
                    <a:pt x="67094" y="88152"/>
                  </a:lnTo>
                  <a:close/>
                </a:path>
              </a:pathLst>
            </a:custGeom>
            <a:solidFill>
              <a:srgbClr val="0076A8"/>
            </a:solidFill>
            <a:ln w="6390" cap="flat">
              <a:noFill/>
              <a:prstDash val="solid"/>
              <a:miter/>
            </a:ln>
          </p:spPr>
          <p:txBody>
            <a:bodyPr rtlCol="0" anchor="ctr"/>
            <a:lstStyle/>
            <a:p>
              <a:endParaRPr lang="en-US"/>
            </a:p>
          </p:txBody>
        </p:sp>
        <p:sp>
          <p:nvSpPr>
            <p:cNvPr id="51" name="Graphic 4">
              <a:extLst>
                <a:ext uri="{FF2B5EF4-FFF2-40B4-BE49-F238E27FC236}">
                  <a16:creationId xmlns:a16="http://schemas.microsoft.com/office/drawing/2014/main" id="{AFC4EFA6-4883-B844-8819-070E9C1E1691}"/>
                </a:ext>
              </a:extLst>
            </p:cNvPr>
            <p:cNvSpPr/>
            <p:nvPr/>
          </p:nvSpPr>
          <p:spPr>
            <a:xfrm>
              <a:off x="5260835" y="1031814"/>
              <a:ext cx="40895" cy="37027"/>
            </a:xfrm>
            <a:custGeom>
              <a:avLst/>
              <a:gdLst>
                <a:gd name="connsiteX0" fmla="*/ 23643 w 40895"/>
                <a:gd name="connsiteY0" fmla="*/ 0 h 37027"/>
                <a:gd name="connsiteX1" fmla="*/ 0 w 40895"/>
                <a:gd name="connsiteY1" fmla="*/ 0 h 37027"/>
                <a:gd name="connsiteX2" fmla="*/ 0 w 40895"/>
                <a:gd name="connsiteY2" fmla="*/ 37027 h 37027"/>
                <a:gd name="connsiteX3" fmla="*/ 24921 w 40895"/>
                <a:gd name="connsiteY3" fmla="*/ 37027 h 37027"/>
                <a:gd name="connsiteX4" fmla="*/ 40896 w 40895"/>
                <a:gd name="connsiteY4" fmla="*/ 17875 h 37027"/>
                <a:gd name="connsiteX5" fmla="*/ 36423 w 40895"/>
                <a:gd name="connsiteY5" fmla="*/ 5107 h 37027"/>
                <a:gd name="connsiteX6" fmla="*/ 23643 w 40895"/>
                <a:gd name="connsiteY6" fmla="*/ 0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895" h="37027">
                  <a:moveTo>
                    <a:pt x="23643" y="0"/>
                  </a:moveTo>
                  <a:lnTo>
                    <a:pt x="0" y="0"/>
                  </a:lnTo>
                  <a:lnTo>
                    <a:pt x="0" y="37027"/>
                  </a:lnTo>
                  <a:lnTo>
                    <a:pt x="24921" y="37027"/>
                  </a:lnTo>
                  <a:cubicBezTo>
                    <a:pt x="27477" y="37027"/>
                    <a:pt x="40896" y="35750"/>
                    <a:pt x="40896" y="17875"/>
                  </a:cubicBezTo>
                  <a:cubicBezTo>
                    <a:pt x="40896" y="13406"/>
                    <a:pt x="39618" y="8299"/>
                    <a:pt x="36423" y="5107"/>
                  </a:cubicBezTo>
                  <a:cubicBezTo>
                    <a:pt x="33228" y="1915"/>
                    <a:pt x="28755" y="0"/>
                    <a:pt x="23643" y="0"/>
                  </a:cubicBezTo>
                  <a:close/>
                </a:path>
              </a:pathLst>
            </a:custGeom>
            <a:solidFill>
              <a:srgbClr val="0076A8"/>
            </a:solidFill>
            <a:ln w="6390" cap="flat">
              <a:noFill/>
              <a:prstDash val="solid"/>
              <a:miter/>
            </a:ln>
          </p:spPr>
          <p:txBody>
            <a:bodyPr rtlCol="0" anchor="ctr"/>
            <a:lstStyle/>
            <a:p>
              <a:endParaRPr lang="en-US"/>
            </a:p>
          </p:txBody>
        </p:sp>
        <p:sp>
          <p:nvSpPr>
            <p:cNvPr id="52" name="Graphic 4">
              <a:extLst>
                <a:ext uri="{FF2B5EF4-FFF2-40B4-BE49-F238E27FC236}">
                  <a16:creationId xmlns:a16="http://schemas.microsoft.com/office/drawing/2014/main" id="{38D8DDD7-FC3C-0643-A126-57271AB6C0FA}"/>
                </a:ext>
              </a:extLst>
            </p:cNvPr>
            <p:cNvSpPr/>
            <p:nvPr/>
          </p:nvSpPr>
          <p:spPr>
            <a:xfrm>
              <a:off x="5099169" y="91817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27482 w 362309"/>
                <a:gd name="connsiteY7" fmla="*/ 190243 h 361971"/>
                <a:gd name="connsiteX8" fmla="*/ 175723 w 362309"/>
                <a:gd name="connsiteY8" fmla="*/ 203011 h 361971"/>
                <a:gd name="connsiteX9" fmla="*/ 162943 w 362309"/>
                <a:gd name="connsiteY9" fmla="*/ 203011 h 361971"/>
                <a:gd name="connsiteX10" fmla="*/ 162943 w 362309"/>
                <a:gd name="connsiteY10" fmla="*/ 292386 h 361971"/>
                <a:gd name="connsiteX11" fmla="*/ 156553 w 362309"/>
                <a:gd name="connsiteY11" fmla="*/ 298770 h 361971"/>
                <a:gd name="connsiteX12" fmla="*/ 113102 w 362309"/>
                <a:gd name="connsiteY12" fmla="*/ 298770 h 361971"/>
                <a:gd name="connsiteX13" fmla="*/ 106712 w 362309"/>
                <a:gd name="connsiteY13" fmla="*/ 292386 h 361971"/>
                <a:gd name="connsiteX14" fmla="*/ 106712 w 362309"/>
                <a:gd name="connsiteY14" fmla="*/ 68947 h 361971"/>
                <a:gd name="connsiteX15" fmla="*/ 113102 w 362309"/>
                <a:gd name="connsiteY15" fmla="*/ 62563 h 361971"/>
                <a:gd name="connsiteX16" fmla="*/ 182752 w 362309"/>
                <a:gd name="connsiteY16" fmla="*/ 62563 h 361971"/>
                <a:gd name="connsiteX17" fmla="*/ 231955 w 362309"/>
                <a:gd name="connsiteY17" fmla="*/ 79800 h 361971"/>
                <a:gd name="connsiteX18" fmla="*/ 256236 w 362309"/>
                <a:gd name="connsiteY18" fmla="*/ 132787 h 361971"/>
                <a:gd name="connsiteX19" fmla="*/ 227482 w 362309"/>
                <a:gd name="connsiteY19" fmla="*/ 19024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310" y="81077"/>
                    <a:pt x="281157" y="0"/>
                    <a:pt x="181474" y="0"/>
                  </a:cubicBezTo>
                  <a:cubicBezTo>
                    <a:pt x="181474" y="0"/>
                    <a:pt x="181474" y="0"/>
                    <a:pt x="181474" y="0"/>
                  </a:cubicBezTo>
                  <a:close/>
                  <a:moveTo>
                    <a:pt x="227482" y="190243"/>
                  </a:moveTo>
                  <a:cubicBezTo>
                    <a:pt x="210229" y="204287"/>
                    <a:pt x="177640" y="203649"/>
                    <a:pt x="175723" y="203011"/>
                  </a:cubicBezTo>
                  <a:lnTo>
                    <a:pt x="162943" y="203011"/>
                  </a:lnTo>
                  <a:lnTo>
                    <a:pt x="162943" y="292386"/>
                  </a:lnTo>
                  <a:cubicBezTo>
                    <a:pt x="162943" y="296217"/>
                    <a:pt x="160387" y="298770"/>
                    <a:pt x="156553" y="298770"/>
                  </a:cubicBezTo>
                  <a:lnTo>
                    <a:pt x="113102" y="298770"/>
                  </a:lnTo>
                  <a:cubicBezTo>
                    <a:pt x="109268" y="298770"/>
                    <a:pt x="106712" y="296217"/>
                    <a:pt x="106712" y="292386"/>
                  </a:cubicBezTo>
                  <a:lnTo>
                    <a:pt x="106712" y="68947"/>
                  </a:lnTo>
                  <a:cubicBezTo>
                    <a:pt x="106712" y="65117"/>
                    <a:pt x="109268" y="62563"/>
                    <a:pt x="113102" y="62563"/>
                  </a:cubicBezTo>
                  <a:lnTo>
                    <a:pt x="182752" y="62563"/>
                  </a:lnTo>
                  <a:cubicBezTo>
                    <a:pt x="200644" y="61925"/>
                    <a:pt x="218536" y="68309"/>
                    <a:pt x="231955" y="79800"/>
                  </a:cubicBezTo>
                  <a:cubicBezTo>
                    <a:pt x="247929" y="92568"/>
                    <a:pt x="256876" y="112358"/>
                    <a:pt x="256236" y="132787"/>
                  </a:cubicBezTo>
                  <a:cubicBezTo>
                    <a:pt x="255597" y="155131"/>
                    <a:pt x="244735" y="176198"/>
                    <a:pt x="227482" y="190243"/>
                  </a:cubicBezTo>
                  <a:close/>
                </a:path>
              </a:pathLst>
            </a:custGeom>
            <a:solidFill>
              <a:srgbClr val="0076A8"/>
            </a:solidFill>
            <a:ln w="6390" cap="flat">
              <a:noFill/>
              <a:prstDash val="solid"/>
              <a:miter/>
            </a:ln>
          </p:spPr>
          <p:txBody>
            <a:bodyPr rtlCol="0" anchor="ctr"/>
            <a:lstStyle/>
            <a:p>
              <a:endParaRPr lang="en-US"/>
            </a:p>
          </p:txBody>
        </p:sp>
      </p:grpSp>
      <p:grpSp>
        <p:nvGrpSpPr>
          <p:cNvPr id="53" name="Graphic 4">
            <a:extLst>
              <a:ext uri="{FF2B5EF4-FFF2-40B4-BE49-F238E27FC236}">
                <a16:creationId xmlns:a16="http://schemas.microsoft.com/office/drawing/2014/main" id="{7F5302D4-3E80-C04F-A9F7-77C6D3768A9A}"/>
              </a:ext>
            </a:extLst>
          </p:cNvPr>
          <p:cNvGrpSpPr/>
          <p:nvPr/>
        </p:nvGrpSpPr>
        <p:grpSpPr>
          <a:xfrm>
            <a:off x="2560447" y="2855717"/>
            <a:ext cx="362309" cy="361971"/>
            <a:chOff x="2560447" y="2855717"/>
            <a:chExt cx="362309" cy="361971"/>
          </a:xfrm>
          <a:solidFill>
            <a:srgbClr val="005587"/>
          </a:solidFill>
        </p:grpSpPr>
        <p:sp>
          <p:nvSpPr>
            <p:cNvPr id="54" name="Graphic 4">
              <a:extLst>
                <a:ext uri="{FF2B5EF4-FFF2-40B4-BE49-F238E27FC236}">
                  <a16:creationId xmlns:a16="http://schemas.microsoft.com/office/drawing/2014/main" id="{687EDA55-CDE5-8545-B042-3738ACB3229E}"/>
                </a:ext>
              </a:extLst>
            </p:cNvPr>
            <p:cNvSpPr/>
            <p:nvPr/>
          </p:nvSpPr>
          <p:spPr>
            <a:xfrm>
              <a:off x="2560447" y="2855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6"/>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234"/>
                    <a:pt x="274128" y="348565"/>
                    <a:pt x="181474" y="349204"/>
                  </a:cubicBezTo>
                  <a:close/>
                </a:path>
              </a:pathLst>
            </a:custGeom>
            <a:solidFill>
              <a:srgbClr val="005587"/>
            </a:solidFill>
            <a:ln w="6390" cap="flat">
              <a:noFill/>
              <a:prstDash val="solid"/>
              <a:miter/>
            </a:ln>
          </p:spPr>
          <p:txBody>
            <a:bodyPr rtlCol="0" anchor="ctr"/>
            <a:lstStyle/>
            <a:p>
              <a:endParaRPr lang="en-US"/>
            </a:p>
          </p:txBody>
        </p:sp>
        <p:sp>
          <p:nvSpPr>
            <p:cNvPr id="55" name="Graphic 4">
              <a:extLst>
                <a:ext uri="{FF2B5EF4-FFF2-40B4-BE49-F238E27FC236}">
                  <a16:creationId xmlns:a16="http://schemas.microsoft.com/office/drawing/2014/main" id="{2579BB16-C2A5-9449-BD4C-7B011B9FFCF7}"/>
                </a:ext>
              </a:extLst>
            </p:cNvPr>
            <p:cNvSpPr/>
            <p:nvPr/>
          </p:nvSpPr>
          <p:spPr>
            <a:xfrm>
              <a:off x="2666001" y="2925941"/>
              <a:ext cx="151632" cy="220885"/>
            </a:xfrm>
            <a:custGeom>
              <a:avLst/>
              <a:gdLst>
                <a:gd name="connsiteX0" fmla="*/ 134069 w 151632"/>
                <a:gd name="connsiteY0" fmla="*/ 5107 h 220885"/>
                <a:gd name="connsiteX1" fmla="*/ 127679 w 151632"/>
                <a:gd name="connsiteY1" fmla="*/ 0 h 220885"/>
                <a:gd name="connsiteX2" fmla="*/ 22245 w 151632"/>
                <a:gd name="connsiteY2" fmla="*/ 0 h 220885"/>
                <a:gd name="connsiteX3" fmla="*/ 15855 w 151632"/>
                <a:gd name="connsiteY3" fmla="*/ 5107 h 220885"/>
                <a:gd name="connsiteX4" fmla="*/ 519 w 151632"/>
                <a:gd name="connsiteY4" fmla="*/ 88737 h 220885"/>
                <a:gd name="connsiteX5" fmla="*/ 18411 w 151632"/>
                <a:gd name="connsiteY5" fmla="*/ 146193 h 220885"/>
                <a:gd name="connsiteX6" fmla="*/ 68891 w 151632"/>
                <a:gd name="connsiteY6" fmla="*/ 171091 h 220885"/>
                <a:gd name="connsiteX7" fmla="*/ 68891 w 151632"/>
                <a:gd name="connsiteY7" fmla="*/ 208118 h 220885"/>
                <a:gd name="connsiteX8" fmla="*/ 28635 w 151632"/>
                <a:gd name="connsiteY8" fmla="*/ 208118 h 220885"/>
                <a:gd name="connsiteX9" fmla="*/ 22245 w 151632"/>
                <a:gd name="connsiteY9" fmla="*/ 214502 h 220885"/>
                <a:gd name="connsiteX10" fmla="*/ 28635 w 151632"/>
                <a:gd name="connsiteY10" fmla="*/ 220886 h 220885"/>
                <a:gd name="connsiteX11" fmla="*/ 123206 w 151632"/>
                <a:gd name="connsiteY11" fmla="*/ 220886 h 220885"/>
                <a:gd name="connsiteX12" fmla="*/ 129596 w 151632"/>
                <a:gd name="connsiteY12" fmla="*/ 214502 h 220885"/>
                <a:gd name="connsiteX13" fmla="*/ 123206 w 151632"/>
                <a:gd name="connsiteY13" fmla="*/ 208118 h 220885"/>
                <a:gd name="connsiteX14" fmla="*/ 82310 w 151632"/>
                <a:gd name="connsiteY14" fmla="*/ 208118 h 220885"/>
                <a:gd name="connsiteX15" fmla="*/ 82310 w 151632"/>
                <a:gd name="connsiteY15" fmla="*/ 171091 h 220885"/>
                <a:gd name="connsiteX16" fmla="*/ 132152 w 151632"/>
                <a:gd name="connsiteY16" fmla="*/ 145555 h 220885"/>
                <a:gd name="connsiteX17" fmla="*/ 151322 w 151632"/>
                <a:gd name="connsiteY17" fmla="*/ 86184 h 220885"/>
                <a:gd name="connsiteX18" fmla="*/ 134069 w 151632"/>
                <a:gd name="connsiteY18" fmla="*/ 5107 h 220885"/>
                <a:gd name="connsiteX19" fmla="*/ 121928 w 151632"/>
                <a:gd name="connsiteY19" fmla="*/ 137894 h 220885"/>
                <a:gd name="connsiteX20" fmla="*/ 75920 w 151632"/>
                <a:gd name="connsiteY20" fmla="*/ 158961 h 220885"/>
                <a:gd name="connsiteX21" fmla="*/ 28635 w 151632"/>
                <a:gd name="connsiteY21" fmla="*/ 138532 h 220885"/>
                <a:gd name="connsiteX22" fmla="*/ 13299 w 151632"/>
                <a:gd name="connsiteY22" fmla="*/ 91291 h 220885"/>
                <a:gd name="connsiteX23" fmla="*/ 27357 w 151632"/>
                <a:gd name="connsiteY23" fmla="*/ 13406 h 220885"/>
                <a:gd name="connsiteX24" fmla="*/ 77198 w 151632"/>
                <a:gd name="connsiteY24" fmla="*/ 13406 h 220885"/>
                <a:gd name="connsiteX25" fmla="*/ 67613 w 151632"/>
                <a:gd name="connsiteY25" fmla="*/ 48518 h 220885"/>
                <a:gd name="connsiteX26" fmla="*/ 70169 w 151632"/>
                <a:gd name="connsiteY26" fmla="*/ 55541 h 220885"/>
                <a:gd name="connsiteX27" fmla="*/ 91895 w 151632"/>
                <a:gd name="connsiteY27" fmla="*/ 71500 h 220885"/>
                <a:gd name="connsiteX28" fmla="*/ 77837 w 151632"/>
                <a:gd name="connsiteY28" fmla="*/ 110443 h 220885"/>
                <a:gd name="connsiteX29" fmla="*/ 81671 w 151632"/>
                <a:gd name="connsiteY29" fmla="*/ 118742 h 220885"/>
                <a:gd name="connsiteX30" fmla="*/ 81671 w 151632"/>
                <a:gd name="connsiteY30" fmla="*/ 118742 h 220885"/>
                <a:gd name="connsiteX31" fmla="*/ 84227 w 151632"/>
                <a:gd name="connsiteY31" fmla="*/ 119380 h 220885"/>
                <a:gd name="connsiteX32" fmla="*/ 89978 w 151632"/>
                <a:gd name="connsiteY32" fmla="*/ 115550 h 220885"/>
                <a:gd name="connsiteX33" fmla="*/ 105953 w 151632"/>
                <a:gd name="connsiteY33" fmla="*/ 72139 h 220885"/>
                <a:gd name="connsiteX34" fmla="*/ 103397 w 151632"/>
                <a:gd name="connsiteY34" fmla="*/ 64478 h 220885"/>
                <a:gd name="connsiteX35" fmla="*/ 81032 w 151632"/>
                <a:gd name="connsiteY35" fmla="*/ 48518 h 220885"/>
                <a:gd name="connsiteX36" fmla="*/ 90617 w 151632"/>
                <a:gd name="connsiteY36" fmla="*/ 14045 h 220885"/>
                <a:gd name="connsiteX37" fmla="*/ 122567 w 151632"/>
                <a:gd name="connsiteY37" fmla="*/ 14045 h 220885"/>
                <a:gd name="connsiteX38" fmla="*/ 137903 w 151632"/>
                <a:gd name="connsiteY38" fmla="*/ 90014 h 220885"/>
                <a:gd name="connsiteX39" fmla="*/ 121928 w 151632"/>
                <a:gd name="connsiteY39" fmla="*/ 137894 h 22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51632" h="220885">
                  <a:moveTo>
                    <a:pt x="134069" y="5107"/>
                  </a:moveTo>
                  <a:cubicBezTo>
                    <a:pt x="133430" y="1915"/>
                    <a:pt x="130874" y="0"/>
                    <a:pt x="127679" y="0"/>
                  </a:cubicBezTo>
                  <a:lnTo>
                    <a:pt x="22245" y="0"/>
                  </a:lnTo>
                  <a:cubicBezTo>
                    <a:pt x="19050" y="0"/>
                    <a:pt x="16494" y="1915"/>
                    <a:pt x="15855" y="5107"/>
                  </a:cubicBezTo>
                  <a:cubicBezTo>
                    <a:pt x="15855" y="5746"/>
                    <a:pt x="4992" y="60648"/>
                    <a:pt x="519" y="88737"/>
                  </a:cubicBezTo>
                  <a:cubicBezTo>
                    <a:pt x="-2037" y="109804"/>
                    <a:pt x="4992" y="130233"/>
                    <a:pt x="18411" y="146193"/>
                  </a:cubicBezTo>
                  <a:cubicBezTo>
                    <a:pt x="31191" y="160876"/>
                    <a:pt x="49722" y="169814"/>
                    <a:pt x="68891" y="171091"/>
                  </a:cubicBezTo>
                  <a:lnTo>
                    <a:pt x="68891" y="208118"/>
                  </a:lnTo>
                  <a:lnTo>
                    <a:pt x="28635" y="208118"/>
                  </a:lnTo>
                  <a:cubicBezTo>
                    <a:pt x="24801" y="208118"/>
                    <a:pt x="22245" y="210671"/>
                    <a:pt x="22245" y="214502"/>
                  </a:cubicBezTo>
                  <a:cubicBezTo>
                    <a:pt x="22245" y="218332"/>
                    <a:pt x="24801" y="220886"/>
                    <a:pt x="28635" y="220886"/>
                  </a:cubicBezTo>
                  <a:lnTo>
                    <a:pt x="123206" y="220886"/>
                  </a:lnTo>
                  <a:cubicBezTo>
                    <a:pt x="127040" y="220886"/>
                    <a:pt x="129596" y="218332"/>
                    <a:pt x="129596" y="214502"/>
                  </a:cubicBezTo>
                  <a:cubicBezTo>
                    <a:pt x="129596" y="210671"/>
                    <a:pt x="127040" y="208118"/>
                    <a:pt x="123206" y="208118"/>
                  </a:cubicBezTo>
                  <a:lnTo>
                    <a:pt x="82310" y="208118"/>
                  </a:lnTo>
                  <a:lnTo>
                    <a:pt x="82310" y="171091"/>
                  </a:lnTo>
                  <a:cubicBezTo>
                    <a:pt x="101480" y="169814"/>
                    <a:pt x="119372" y="160238"/>
                    <a:pt x="132152" y="145555"/>
                  </a:cubicBezTo>
                  <a:cubicBezTo>
                    <a:pt x="146210" y="128956"/>
                    <a:pt x="153239" y="107889"/>
                    <a:pt x="151322" y="86184"/>
                  </a:cubicBezTo>
                  <a:cubicBezTo>
                    <a:pt x="146210" y="61286"/>
                    <a:pt x="134069" y="5746"/>
                    <a:pt x="134069" y="5107"/>
                  </a:cubicBezTo>
                  <a:close/>
                  <a:moveTo>
                    <a:pt x="121928" y="137894"/>
                  </a:moveTo>
                  <a:cubicBezTo>
                    <a:pt x="110426" y="151300"/>
                    <a:pt x="93812" y="159600"/>
                    <a:pt x="75920" y="158961"/>
                  </a:cubicBezTo>
                  <a:cubicBezTo>
                    <a:pt x="58028" y="159600"/>
                    <a:pt x="40776" y="151939"/>
                    <a:pt x="28635" y="138532"/>
                  </a:cubicBezTo>
                  <a:cubicBezTo>
                    <a:pt x="17133" y="125126"/>
                    <a:pt x="12021" y="108528"/>
                    <a:pt x="13299" y="91291"/>
                  </a:cubicBezTo>
                  <a:cubicBezTo>
                    <a:pt x="17133" y="68308"/>
                    <a:pt x="24801" y="27451"/>
                    <a:pt x="27357" y="13406"/>
                  </a:cubicBezTo>
                  <a:lnTo>
                    <a:pt x="77198" y="13406"/>
                  </a:lnTo>
                  <a:lnTo>
                    <a:pt x="67613" y="48518"/>
                  </a:lnTo>
                  <a:cubicBezTo>
                    <a:pt x="66975" y="51072"/>
                    <a:pt x="67613" y="53625"/>
                    <a:pt x="70169" y="55541"/>
                  </a:cubicBezTo>
                  <a:lnTo>
                    <a:pt x="91895" y="71500"/>
                  </a:lnTo>
                  <a:lnTo>
                    <a:pt x="77837" y="110443"/>
                  </a:lnTo>
                  <a:cubicBezTo>
                    <a:pt x="76559" y="113635"/>
                    <a:pt x="78476" y="117465"/>
                    <a:pt x="81671" y="118742"/>
                  </a:cubicBezTo>
                  <a:cubicBezTo>
                    <a:pt x="81671" y="118742"/>
                    <a:pt x="81671" y="118742"/>
                    <a:pt x="81671" y="118742"/>
                  </a:cubicBezTo>
                  <a:cubicBezTo>
                    <a:pt x="82310" y="118742"/>
                    <a:pt x="82949" y="119380"/>
                    <a:pt x="84227" y="119380"/>
                  </a:cubicBezTo>
                  <a:cubicBezTo>
                    <a:pt x="86783" y="119380"/>
                    <a:pt x="89339" y="117465"/>
                    <a:pt x="89978" y="115550"/>
                  </a:cubicBezTo>
                  <a:lnTo>
                    <a:pt x="105953" y="72139"/>
                  </a:lnTo>
                  <a:cubicBezTo>
                    <a:pt x="107231" y="69585"/>
                    <a:pt x="105953" y="66393"/>
                    <a:pt x="103397" y="64478"/>
                  </a:cubicBezTo>
                  <a:lnTo>
                    <a:pt x="81032" y="48518"/>
                  </a:lnTo>
                  <a:lnTo>
                    <a:pt x="90617" y="14045"/>
                  </a:lnTo>
                  <a:lnTo>
                    <a:pt x="122567" y="14045"/>
                  </a:lnTo>
                  <a:cubicBezTo>
                    <a:pt x="125762" y="28089"/>
                    <a:pt x="134708" y="69585"/>
                    <a:pt x="137903" y="90014"/>
                  </a:cubicBezTo>
                  <a:cubicBezTo>
                    <a:pt x="139181" y="106612"/>
                    <a:pt x="133430" y="124488"/>
                    <a:pt x="121928" y="137894"/>
                  </a:cubicBezTo>
                  <a:close/>
                </a:path>
              </a:pathLst>
            </a:custGeom>
            <a:solidFill>
              <a:srgbClr val="005587"/>
            </a:solidFill>
            <a:ln w="6390" cap="flat">
              <a:noFill/>
              <a:prstDash val="solid"/>
              <a:miter/>
            </a:ln>
          </p:spPr>
          <p:txBody>
            <a:bodyPr rtlCol="0" anchor="ctr"/>
            <a:lstStyle/>
            <a:p>
              <a:endParaRPr lang="en-US"/>
            </a:p>
          </p:txBody>
        </p:sp>
      </p:grpSp>
      <p:grpSp>
        <p:nvGrpSpPr>
          <p:cNvPr id="56" name="Graphic 4">
            <a:extLst>
              <a:ext uri="{FF2B5EF4-FFF2-40B4-BE49-F238E27FC236}">
                <a16:creationId xmlns:a16="http://schemas.microsoft.com/office/drawing/2014/main" id="{DDE12BD2-28B5-A249-B2F9-4403CA80193C}"/>
              </a:ext>
            </a:extLst>
          </p:cNvPr>
          <p:cNvGrpSpPr/>
          <p:nvPr/>
        </p:nvGrpSpPr>
        <p:grpSpPr>
          <a:xfrm>
            <a:off x="2998797" y="2855717"/>
            <a:ext cx="362309" cy="361971"/>
            <a:chOff x="2998797" y="2855717"/>
            <a:chExt cx="362309" cy="361971"/>
          </a:xfrm>
          <a:solidFill>
            <a:srgbClr val="005587"/>
          </a:solidFill>
        </p:grpSpPr>
        <p:sp>
          <p:nvSpPr>
            <p:cNvPr id="57" name="Graphic 4">
              <a:extLst>
                <a:ext uri="{FF2B5EF4-FFF2-40B4-BE49-F238E27FC236}">
                  <a16:creationId xmlns:a16="http://schemas.microsoft.com/office/drawing/2014/main" id="{CF84EE6B-DFD4-4240-950D-F38E97399F4C}"/>
                </a:ext>
              </a:extLst>
            </p:cNvPr>
            <p:cNvSpPr/>
            <p:nvPr/>
          </p:nvSpPr>
          <p:spPr>
            <a:xfrm>
              <a:off x="2998797" y="28557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237067 w 362309"/>
                <a:gd name="connsiteY6" fmla="*/ 215779 h 361971"/>
                <a:gd name="connsiteX7" fmla="*/ 187225 w 362309"/>
                <a:gd name="connsiteY7" fmla="*/ 241314 h 361971"/>
                <a:gd name="connsiteX8" fmla="*/ 187225 w 362309"/>
                <a:gd name="connsiteY8" fmla="*/ 278341 h 361971"/>
                <a:gd name="connsiteX9" fmla="*/ 228121 w 362309"/>
                <a:gd name="connsiteY9" fmla="*/ 278341 h 361971"/>
                <a:gd name="connsiteX10" fmla="*/ 234511 w 362309"/>
                <a:gd name="connsiteY10" fmla="*/ 284725 h 361971"/>
                <a:gd name="connsiteX11" fmla="*/ 228121 w 362309"/>
                <a:gd name="connsiteY11" fmla="*/ 291109 h 361971"/>
                <a:gd name="connsiteX12" fmla="*/ 133550 w 362309"/>
                <a:gd name="connsiteY12" fmla="*/ 291109 h 361971"/>
                <a:gd name="connsiteX13" fmla="*/ 127160 w 362309"/>
                <a:gd name="connsiteY13" fmla="*/ 284725 h 361971"/>
                <a:gd name="connsiteX14" fmla="*/ 133550 w 362309"/>
                <a:gd name="connsiteY14" fmla="*/ 278341 h 361971"/>
                <a:gd name="connsiteX15" fmla="*/ 173806 w 362309"/>
                <a:gd name="connsiteY15" fmla="*/ 278341 h 361971"/>
                <a:gd name="connsiteX16" fmla="*/ 173806 w 362309"/>
                <a:gd name="connsiteY16" fmla="*/ 241314 h 361971"/>
                <a:gd name="connsiteX17" fmla="*/ 123326 w 362309"/>
                <a:gd name="connsiteY17" fmla="*/ 216417 h 361971"/>
                <a:gd name="connsiteX18" fmla="*/ 105434 w 362309"/>
                <a:gd name="connsiteY18" fmla="*/ 158961 h 361971"/>
                <a:gd name="connsiteX19" fmla="*/ 120770 w 362309"/>
                <a:gd name="connsiteY19" fmla="*/ 75331 h 361971"/>
                <a:gd name="connsiteX20" fmla="*/ 127160 w 362309"/>
                <a:gd name="connsiteY20" fmla="*/ 70224 h 361971"/>
                <a:gd name="connsiteX21" fmla="*/ 232594 w 362309"/>
                <a:gd name="connsiteY21" fmla="*/ 70224 h 361971"/>
                <a:gd name="connsiteX22" fmla="*/ 238984 w 362309"/>
                <a:gd name="connsiteY22" fmla="*/ 75331 h 361971"/>
                <a:gd name="connsiteX23" fmla="*/ 255597 w 362309"/>
                <a:gd name="connsiteY23" fmla="*/ 157046 h 361971"/>
                <a:gd name="connsiteX24" fmla="*/ 237067 w 362309"/>
                <a:gd name="connsiteY24" fmla="*/ 21577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309" h="361971">
                  <a:moveTo>
                    <a:pt x="180835" y="0"/>
                  </a:moveTo>
                  <a:cubicBezTo>
                    <a:pt x="80513" y="0"/>
                    <a:pt x="0" y="81076"/>
                    <a:pt x="0" y="181305"/>
                  </a:cubicBezTo>
                  <a:cubicBezTo>
                    <a:pt x="0" y="281533"/>
                    <a:pt x="81152" y="361972"/>
                    <a:pt x="181474" y="361972"/>
                  </a:cubicBezTo>
                  <a:cubicBezTo>
                    <a:pt x="281157" y="361972"/>
                    <a:pt x="362310" y="280895"/>
                    <a:pt x="362310" y="180667"/>
                  </a:cubicBezTo>
                  <a:cubicBezTo>
                    <a:pt x="362310" y="80438"/>
                    <a:pt x="281157" y="0"/>
                    <a:pt x="180835" y="0"/>
                  </a:cubicBezTo>
                  <a:cubicBezTo>
                    <a:pt x="180835" y="0"/>
                    <a:pt x="180835" y="0"/>
                    <a:pt x="180835" y="0"/>
                  </a:cubicBezTo>
                  <a:close/>
                  <a:moveTo>
                    <a:pt x="237067" y="215779"/>
                  </a:moveTo>
                  <a:cubicBezTo>
                    <a:pt x="224926" y="230462"/>
                    <a:pt x="207034" y="240038"/>
                    <a:pt x="187225" y="241314"/>
                  </a:cubicBezTo>
                  <a:lnTo>
                    <a:pt x="187225" y="278341"/>
                  </a:lnTo>
                  <a:lnTo>
                    <a:pt x="228121" y="278341"/>
                  </a:lnTo>
                  <a:cubicBezTo>
                    <a:pt x="231955" y="278341"/>
                    <a:pt x="234511" y="280895"/>
                    <a:pt x="234511" y="284725"/>
                  </a:cubicBezTo>
                  <a:cubicBezTo>
                    <a:pt x="234511" y="288556"/>
                    <a:pt x="231955" y="291109"/>
                    <a:pt x="228121" y="291109"/>
                  </a:cubicBezTo>
                  <a:lnTo>
                    <a:pt x="133550" y="291109"/>
                  </a:lnTo>
                  <a:cubicBezTo>
                    <a:pt x="129716" y="291109"/>
                    <a:pt x="127160" y="288556"/>
                    <a:pt x="127160" y="284725"/>
                  </a:cubicBezTo>
                  <a:cubicBezTo>
                    <a:pt x="127160" y="280895"/>
                    <a:pt x="129716" y="278341"/>
                    <a:pt x="133550" y="278341"/>
                  </a:cubicBezTo>
                  <a:lnTo>
                    <a:pt x="173806" y="278341"/>
                  </a:lnTo>
                  <a:lnTo>
                    <a:pt x="173806" y="241314"/>
                  </a:lnTo>
                  <a:cubicBezTo>
                    <a:pt x="153998" y="240038"/>
                    <a:pt x="136106" y="231100"/>
                    <a:pt x="123326" y="216417"/>
                  </a:cubicBezTo>
                  <a:cubicBezTo>
                    <a:pt x="109907" y="200457"/>
                    <a:pt x="102878" y="180028"/>
                    <a:pt x="105434" y="158961"/>
                  </a:cubicBezTo>
                  <a:cubicBezTo>
                    <a:pt x="109907" y="130872"/>
                    <a:pt x="120770" y="75969"/>
                    <a:pt x="120770" y="75331"/>
                  </a:cubicBezTo>
                  <a:cubicBezTo>
                    <a:pt x="121409" y="72139"/>
                    <a:pt x="123965" y="70224"/>
                    <a:pt x="127160" y="70224"/>
                  </a:cubicBezTo>
                  <a:lnTo>
                    <a:pt x="232594" y="70224"/>
                  </a:lnTo>
                  <a:cubicBezTo>
                    <a:pt x="235789" y="70224"/>
                    <a:pt x="238345" y="72139"/>
                    <a:pt x="238984" y="75331"/>
                  </a:cubicBezTo>
                  <a:cubicBezTo>
                    <a:pt x="238984" y="75969"/>
                    <a:pt x="251125" y="131510"/>
                    <a:pt x="255597" y="157046"/>
                  </a:cubicBezTo>
                  <a:cubicBezTo>
                    <a:pt x="258154" y="178752"/>
                    <a:pt x="251125" y="199819"/>
                    <a:pt x="237067" y="215779"/>
                  </a:cubicBezTo>
                  <a:close/>
                </a:path>
              </a:pathLst>
            </a:custGeom>
            <a:solidFill>
              <a:srgbClr val="005587"/>
            </a:solidFill>
            <a:ln w="6390" cap="flat">
              <a:noFill/>
              <a:prstDash val="solid"/>
              <a:miter/>
            </a:ln>
          </p:spPr>
          <p:txBody>
            <a:bodyPr rtlCol="0" anchor="ctr"/>
            <a:lstStyle/>
            <a:p>
              <a:endParaRPr lang="en-US"/>
            </a:p>
          </p:txBody>
        </p:sp>
        <p:sp>
          <p:nvSpPr>
            <p:cNvPr id="58" name="Graphic 4">
              <a:extLst>
                <a:ext uri="{FF2B5EF4-FFF2-40B4-BE49-F238E27FC236}">
                  <a16:creationId xmlns:a16="http://schemas.microsoft.com/office/drawing/2014/main" id="{E06CB8B0-0017-D542-87E1-584A9AD0CD2F}"/>
                </a:ext>
              </a:extLst>
            </p:cNvPr>
            <p:cNvSpPr/>
            <p:nvPr/>
          </p:nvSpPr>
          <p:spPr>
            <a:xfrm>
              <a:off x="3116647" y="2938071"/>
              <a:ext cx="125142" cy="145591"/>
            </a:xfrm>
            <a:custGeom>
              <a:avLst/>
              <a:gdLst>
                <a:gd name="connsiteX0" fmla="*/ 109631 w 125142"/>
                <a:gd name="connsiteY0" fmla="*/ 638 h 145591"/>
                <a:gd name="connsiteX1" fmla="*/ 77682 w 125142"/>
                <a:gd name="connsiteY1" fmla="*/ 638 h 145591"/>
                <a:gd name="connsiteX2" fmla="*/ 68097 w 125142"/>
                <a:gd name="connsiteY2" fmla="*/ 35112 h 145591"/>
                <a:gd name="connsiteX3" fmla="*/ 90461 w 125142"/>
                <a:gd name="connsiteY3" fmla="*/ 51072 h 145591"/>
                <a:gd name="connsiteX4" fmla="*/ 93017 w 125142"/>
                <a:gd name="connsiteY4" fmla="*/ 58733 h 145591"/>
                <a:gd name="connsiteX5" fmla="*/ 77042 w 125142"/>
                <a:gd name="connsiteY5" fmla="*/ 102144 h 145591"/>
                <a:gd name="connsiteX6" fmla="*/ 71292 w 125142"/>
                <a:gd name="connsiteY6" fmla="*/ 105974 h 145591"/>
                <a:gd name="connsiteX7" fmla="*/ 69375 w 125142"/>
                <a:gd name="connsiteY7" fmla="*/ 105336 h 145591"/>
                <a:gd name="connsiteX8" fmla="*/ 65541 w 125142"/>
                <a:gd name="connsiteY8" fmla="*/ 97036 h 145591"/>
                <a:gd name="connsiteX9" fmla="*/ 65541 w 125142"/>
                <a:gd name="connsiteY9" fmla="*/ 97036 h 145591"/>
                <a:gd name="connsiteX10" fmla="*/ 79599 w 125142"/>
                <a:gd name="connsiteY10" fmla="*/ 58094 h 145591"/>
                <a:gd name="connsiteX11" fmla="*/ 57873 w 125142"/>
                <a:gd name="connsiteY11" fmla="*/ 42134 h 145591"/>
                <a:gd name="connsiteX12" fmla="*/ 55317 w 125142"/>
                <a:gd name="connsiteY12" fmla="*/ 35112 h 145591"/>
                <a:gd name="connsiteX13" fmla="*/ 64902 w 125142"/>
                <a:gd name="connsiteY13" fmla="*/ 0 h 145591"/>
                <a:gd name="connsiteX14" fmla="*/ 14421 w 125142"/>
                <a:gd name="connsiteY14" fmla="*/ 0 h 145591"/>
                <a:gd name="connsiteX15" fmla="*/ 363 w 125142"/>
                <a:gd name="connsiteY15" fmla="*/ 77884 h 145591"/>
                <a:gd name="connsiteX16" fmla="*/ 15699 w 125142"/>
                <a:gd name="connsiteY16" fmla="*/ 125126 h 145591"/>
                <a:gd name="connsiteX17" fmla="*/ 62985 w 125142"/>
                <a:gd name="connsiteY17" fmla="*/ 145555 h 145591"/>
                <a:gd name="connsiteX18" fmla="*/ 108992 w 125142"/>
                <a:gd name="connsiteY18" fmla="*/ 124488 h 145591"/>
                <a:gd name="connsiteX19" fmla="*/ 124967 w 125142"/>
                <a:gd name="connsiteY19" fmla="*/ 75969 h 145591"/>
                <a:gd name="connsiteX20" fmla="*/ 109631 w 125142"/>
                <a:gd name="connsiteY20" fmla="*/ 638 h 145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5142" h="145591">
                  <a:moveTo>
                    <a:pt x="109631" y="638"/>
                  </a:moveTo>
                  <a:lnTo>
                    <a:pt x="77682" y="638"/>
                  </a:lnTo>
                  <a:lnTo>
                    <a:pt x="68097" y="35112"/>
                  </a:lnTo>
                  <a:lnTo>
                    <a:pt x="90461" y="51072"/>
                  </a:lnTo>
                  <a:cubicBezTo>
                    <a:pt x="93017" y="52987"/>
                    <a:pt x="93656" y="55541"/>
                    <a:pt x="93017" y="58733"/>
                  </a:cubicBezTo>
                  <a:lnTo>
                    <a:pt x="77042" y="102144"/>
                  </a:lnTo>
                  <a:cubicBezTo>
                    <a:pt x="76404" y="104697"/>
                    <a:pt x="73848" y="106612"/>
                    <a:pt x="71292" y="105974"/>
                  </a:cubicBezTo>
                  <a:cubicBezTo>
                    <a:pt x="70653" y="105974"/>
                    <a:pt x="70014" y="105974"/>
                    <a:pt x="69375" y="105336"/>
                  </a:cubicBezTo>
                  <a:cubicBezTo>
                    <a:pt x="66180" y="104059"/>
                    <a:pt x="64263" y="100228"/>
                    <a:pt x="65541" y="97036"/>
                  </a:cubicBezTo>
                  <a:cubicBezTo>
                    <a:pt x="65541" y="97036"/>
                    <a:pt x="65541" y="97036"/>
                    <a:pt x="65541" y="97036"/>
                  </a:cubicBezTo>
                  <a:lnTo>
                    <a:pt x="79599" y="58094"/>
                  </a:lnTo>
                  <a:lnTo>
                    <a:pt x="57873" y="42134"/>
                  </a:lnTo>
                  <a:cubicBezTo>
                    <a:pt x="55956" y="40857"/>
                    <a:pt x="54678" y="37665"/>
                    <a:pt x="55317" y="35112"/>
                  </a:cubicBezTo>
                  <a:lnTo>
                    <a:pt x="64902" y="0"/>
                  </a:lnTo>
                  <a:lnTo>
                    <a:pt x="14421" y="0"/>
                  </a:lnTo>
                  <a:cubicBezTo>
                    <a:pt x="11865" y="14045"/>
                    <a:pt x="4197" y="55541"/>
                    <a:pt x="363" y="77884"/>
                  </a:cubicBezTo>
                  <a:cubicBezTo>
                    <a:pt x="-1554" y="95121"/>
                    <a:pt x="4197" y="112358"/>
                    <a:pt x="15699" y="125126"/>
                  </a:cubicBezTo>
                  <a:cubicBezTo>
                    <a:pt x="27840" y="138532"/>
                    <a:pt x="45093" y="146193"/>
                    <a:pt x="62985" y="145555"/>
                  </a:cubicBezTo>
                  <a:cubicBezTo>
                    <a:pt x="80876" y="145555"/>
                    <a:pt x="98129" y="137894"/>
                    <a:pt x="108992" y="124488"/>
                  </a:cubicBezTo>
                  <a:cubicBezTo>
                    <a:pt x="120494" y="111081"/>
                    <a:pt x="126245" y="93206"/>
                    <a:pt x="124967" y="75969"/>
                  </a:cubicBezTo>
                  <a:cubicBezTo>
                    <a:pt x="121772" y="56179"/>
                    <a:pt x="112826" y="14683"/>
                    <a:pt x="109631" y="638"/>
                  </a:cubicBezTo>
                  <a:close/>
                </a:path>
              </a:pathLst>
            </a:custGeom>
            <a:solidFill>
              <a:srgbClr val="005587"/>
            </a:solidFill>
            <a:ln w="6390" cap="flat">
              <a:noFill/>
              <a:prstDash val="solid"/>
              <a:miter/>
            </a:ln>
          </p:spPr>
          <p:txBody>
            <a:bodyPr rtlCol="0" anchor="ctr"/>
            <a:lstStyle/>
            <a:p>
              <a:endParaRPr lang="en-US"/>
            </a:p>
          </p:txBody>
        </p:sp>
      </p:grpSp>
      <p:grpSp>
        <p:nvGrpSpPr>
          <p:cNvPr id="59" name="Graphic 4">
            <a:extLst>
              <a:ext uri="{FF2B5EF4-FFF2-40B4-BE49-F238E27FC236}">
                <a16:creationId xmlns:a16="http://schemas.microsoft.com/office/drawing/2014/main" id="{659EEF4E-1CFA-404F-9ED0-384DC4ED6B64}"/>
              </a:ext>
            </a:extLst>
          </p:cNvPr>
          <p:cNvGrpSpPr/>
          <p:nvPr/>
        </p:nvGrpSpPr>
        <p:grpSpPr>
          <a:xfrm>
            <a:off x="4660820" y="4793256"/>
            <a:ext cx="362312" cy="361971"/>
            <a:chOff x="4660820" y="4793256"/>
            <a:chExt cx="362312" cy="361971"/>
          </a:xfrm>
          <a:solidFill>
            <a:srgbClr val="0076A8"/>
          </a:solidFill>
        </p:grpSpPr>
        <p:sp>
          <p:nvSpPr>
            <p:cNvPr id="60" name="Graphic 4">
              <a:extLst>
                <a:ext uri="{FF2B5EF4-FFF2-40B4-BE49-F238E27FC236}">
                  <a16:creationId xmlns:a16="http://schemas.microsoft.com/office/drawing/2014/main" id="{715C9D59-1737-0746-A332-E4C46DABE3B9}"/>
                </a:ext>
              </a:extLst>
            </p:cNvPr>
            <p:cNvSpPr/>
            <p:nvPr/>
          </p:nvSpPr>
          <p:spPr>
            <a:xfrm>
              <a:off x="4660820" y="4793256"/>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8565 h 361971"/>
                <a:gd name="connsiteX8" fmla="*/ 12780 w 362312"/>
                <a:gd name="connsiteY8" fmla="*/ 180667 h 361971"/>
                <a:gd name="connsiteX9" fmla="*/ 180835 w 362312"/>
                <a:gd name="connsiteY9" fmla="*/ 12129 h 361971"/>
                <a:gd name="connsiteX10" fmla="*/ 349529 w 362312"/>
                <a:gd name="connsiteY10" fmla="*/ 180028 h 361971"/>
                <a:gd name="connsiteX11" fmla="*/ 349529 w 362312"/>
                <a:gd name="connsiteY11" fmla="*/ 180028 h 361971"/>
                <a:gd name="connsiteX12" fmla="*/ 181474 w 362312"/>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0438"/>
                    <a:pt x="281796" y="0"/>
                    <a:pt x="181474" y="0"/>
                  </a:cubicBezTo>
                  <a:lnTo>
                    <a:pt x="181474" y="0"/>
                  </a:lnTo>
                  <a:close/>
                  <a:moveTo>
                    <a:pt x="181474" y="348565"/>
                  </a:moveTo>
                  <a:cubicBezTo>
                    <a:pt x="88181" y="348565"/>
                    <a:pt x="12780" y="273234"/>
                    <a:pt x="12780" y="180667"/>
                  </a:cubicBezTo>
                  <a:cubicBezTo>
                    <a:pt x="12780" y="87461"/>
                    <a:pt x="88181" y="12129"/>
                    <a:pt x="180835" y="12129"/>
                  </a:cubicBezTo>
                  <a:cubicBezTo>
                    <a:pt x="274128" y="12129"/>
                    <a:pt x="349529" y="87461"/>
                    <a:pt x="349529" y="180028"/>
                  </a:cubicBezTo>
                  <a:cubicBezTo>
                    <a:pt x="349529" y="180028"/>
                    <a:pt x="349529" y="180028"/>
                    <a:pt x="349529" y="180028"/>
                  </a:cubicBezTo>
                  <a:cubicBezTo>
                    <a:pt x="349529" y="273234"/>
                    <a:pt x="274767" y="348565"/>
                    <a:pt x="181474" y="348565"/>
                  </a:cubicBezTo>
                  <a:close/>
                </a:path>
              </a:pathLst>
            </a:custGeom>
            <a:solidFill>
              <a:srgbClr val="0076A8"/>
            </a:solidFill>
            <a:ln w="6390" cap="flat">
              <a:noFill/>
              <a:prstDash val="solid"/>
              <a:miter/>
            </a:ln>
          </p:spPr>
          <p:txBody>
            <a:bodyPr rtlCol="0" anchor="ctr"/>
            <a:lstStyle/>
            <a:p>
              <a:endParaRPr lang="en-US"/>
            </a:p>
          </p:txBody>
        </p:sp>
        <p:sp>
          <p:nvSpPr>
            <p:cNvPr id="61" name="Graphic 4">
              <a:extLst>
                <a:ext uri="{FF2B5EF4-FFF2-40B4-BE49-F238E27FC236}">
                  <a16:creationId xmlns:a16="http://schemas.microsoft.com/office/drawing/2014/main" id="{4BD035DB-8B54-2341-8110-E152B45A3486}"/>
                </a:ext>
              </a:extLst>
            </p:cNvPr>
            <p:cNvSpPr/>
            <p:nvPr/>
          </p:nvSpPr>
          <p:spPr>
            <a:xfrm>
              <a:off x="4719288" y="4866672"/>
              <a:ext cx="246012" cy="214501"/>
            </a:xfrm>
            <a:custGeom>
              <a:avLst/>
              <a:gdLst>
                <a:gd name="connsiteX0" fmla="*/ 245054 w 246012"/>
                <a:gd name="connsiteY0" fmla="*/ 104059 h 214501"/>
                <a:gd name="connsiteX1" fmla="*/ 186906 w 246012"/>
                <a:gd name="connsiteY1" fmla="*/ 3192 h 214501"/>
                <a:gd name="connsiteX2" fmla="*/ 181155 w 246012"/>
                <a:gd name="connsiteY2" fmla="*/ 0 h 214501"/>
                <a:gd name="connsiteX3" fmla="*/ 64858 w 246012"/>
                <a:gd name="connsiteY3" fmla="*/ 0 h 214501"/>
                <a:gd name="connsiteX4" fmla="*/ 59107 w 246012"/>
                <a:gd name="connsiteY4" fmla="*/ 3192 h 214501"/>
                <a:gd name="connsiteX5" fmla="*/ 959 w 246012"/>
                <a:gd name="connsiteY5" fmla="*/ 104059 h 214501"/>
                <a:gd name="connsiteX6" fmla="*/ 959 w 246012"/>
                <a:gd name="connsiteY6" fmla="*/ 110443 h 214501"/>
                <a:gd name="connsiteX7" fmla="*/ 59107 w 246012"/>
                <a:gd name="connsiteY7" fmla="*/ 211310 h 214501"/>
                <a:gd name="connsiteX8" fmla="*/ 64858 w 246012"/>
                <a:gd name="connsiteY8" fmla="*/ 214502 h 214501"/>
                <a:gd name="connsiteX9" fmla="*/ 181155 w 246012"/>
                <a:gd name="connsiteY9" fmla="*/ 214502 h 214501"/>
                <a:gd name="connsiteX10" fmla="*/ 186906 w 246012"/>
                <a:gd name="connsiteY10" fmla="*/ 211310 h 214501"/>
                <a:gd name="connsiteX11" fmla="*/ 245054 w 246012"/>
                <a:gd name="connsiteY11" fmla="*/ 110443 h 214501"/>
                <a:gd name="connsiteX12" fmla="*/ 245054 w 246012"/>
                <a:gd name="connsiteY12" fmla="*/ 104059 h 214501"/>
                <a:gd name="connsiteX13" fmla="*/ 177960 w 246012"/>
                <a:gd name="connsiteY13" fmla="*/ 201734 h 214501"/>
                <a:gd name="connsiteX14" fmla="*/ 68692 w 246012"/>
                <a:gd name="connsiteY14" fmla="*/ 201734 h 214501"/>
                <a:gd name="connsiteX15" fmla="*/ 14377 w 246012"/>
                <a:gd name="connsiteY15" fmla="*/ 107251 h 214501"/>
                <a:gd name="connsiteX16" fmla="*/ 68692 w 246012"/>
                <a:gd name="connsiteY16" fmla="*/ 12768 h 214501"/>
                <a:gd name="connsiteX17" fmla="*/ 177960 w 246012"/>
                <a:gd name="connsiteY17" fmla="*/ 12768 h 214501"/>
                <a:gd name="connsiteX18" fmla="*/ 232274 w 246012"/>
                <a:gd name="connsiteY18" fmla="*/ 107251 h 214501"/>
                <a:gd name="connsiteX19" fmla="*/ 177960 w 246012"/>
                <a:gd name="connsiteY19" fmla="*/ 201734 h 214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6012" h="214501">
                  <a:moveTo>
                    <a:pt x="245054" y="104059"/>
                  </a:moveTo>
                  <a:lnTo>
                    <a:pt x="186906" y="3192"/>
                  </a:lnTo>
                  <a:cubicBezTo>
                    <a:pt x="185628" y="1277"/>
                    <a:pt x="183711" y="0"/>
                    <a:pt x="181155" y="0"/>
                  </a:cubicBezTo>
                  <a:lnTo>
                    <a:pt x="64858" y="0"/>
                  </a:lnTo>
                  <a:cubicBezTo>
                    <a:pt x="62302" y="0"/>
                    <a:pt x="60385" y="1277"/>
                    <a:pt x="59107" y="3192"/>
                  </a:cubicBezTo>
                  <a:lnTo>
                    <a:pt x="959" y="104059"/>
                  </a:lnTo>
                  <a:cubicBezTo>
                    <a:pt x="-320" y="105974"/>
                    <a:pt x="-320" y="108528"/>
                    <a:pt x="959" y="110443"/>
                  </a:cubicBezTo>
                  <a:lnTo>
                    <a:pt x="59107" y="211310"/>
                  </a:lnTo>
                  <a:cubicBezTo>
                    <a:pt x="60385" y="213225"/>
                    <a:pt x="62302" y="214502"/>
                    <a:pt x="64858" y="214502"/>
                  </a:cubicBezTo>
                  <a:lnTo>
                    <a:pt x="181155" y="214502"/>
                  </a:lnTo>
                  <a:cubicBezTo>
                    <a:pt x="183711" y="214502"/>
                    <a:pt x="185628" y="213225"/>
                    <a:pt x="186906" y="211310"/>
                  </a:cubicBezTo>
                  <a:lnTo>
                    <a:pt x="245054" y="110443"/>
                  </a:lnTo>
                  <a:cubicBezTo>
                    <a:pt x="246332" y="108528"/>
                    <a:pt x="246332" y="105974"/>
                    <a:pt x="245054" y="104059"/>
                  </a:cubicBezTo>
                  <a:close/>
                  <a:moveTo>
                    <a:pt x="177960" y="201734"/>
                  </a:moveTo>
                  <a:lnTo>
                    <a:pt x="68692" y="201734"/>
                  </a:lnTo>
                  <a:lnTo>
                    <a:pt x="14377" y="107251"/>
                  </a:lnTo>
                  <a:lnTo>
                    <a:pt x="68692" y="12768"/>
                  </a:lnTo>
                  <a:lnTo>
                    <a:pt x="177960" y="12768"/>
                  </a:lnTo>
                  <a:lnTo>
                    <a:pt x="232274" y="107251"/>
                  </a:lnTo>
                  <a:lnTo>
                    <a:pt x="177960" y="201734"/>
                  </a:lnTo>
                  <a:close/>
                </a:path>
              </a:pathLst>
            </a:custGeom>
            <a:solidFill>
              <a:srgbClr val="0076A8"/>
            </a:solidFill>
            <a:ln w="6390" cap="flat">
              <a:noFill/>
              <a:prstDash val="solid"/>
              <a:miter/>
            </a:ln>
          </p:spPr>
          <p:txBody>
            <a:bodyPr rtlCol="0" anchor="ctr"/>
            <a:lstStyle/>
            <a:p>
              <a:endParaRPr lang="en-US"/>
            </a:p>
          </p:txBody>
        </p:sp>
        <p:sp>
          <p:nvSpPr>
            <p:cNvPr id="62" name="Graphic 4">
              <a:extLst>
                <a:ext uri="{FF2B5EF4-FFF2-40B4-BE49-F238E27FC236}">
                  <a16:creationId xmlns:a16="http://schemas.microsoft.com/office/drawing/2014/main" id="{3F3DD96E-E48E-284E-A377-873575773711}"/>
                </a:ext>
              </a:extLst>
            </p:cNvPr>
            <p:cNvSpPr/>
            <p:nvPr/>
          </p:nvSpPr>
          <p:spPr>
            <a:xfrm>
              <a:off x="4792418" y="4895889"/>
              <a:ext cx="98479" cy="155279"/>
            </a:xfrm>
            <a:custGeom>
              <a:avLst/>
              <a:gdLst>
                <a:gd name="connsiteX0" fmla="*/ 83742 w 98479"/>
                <a:gd name="connsiteY0" fmla="*/ 46114 h 155279"/>
                <a:gd name="connsiteX1" fmla="*/ 81187 w 98479"/>
                <a:gd name="connsiteY1" fmla="*/ 46114 h 155279"/>
                <a:gd name="connsiteX2" fmla="*/ 81187 w 98479"/>
                <a:gd name="connsiteY2" fmla="*/ 23770 h 155279"/>
                <a:gd name="connsiteX3" fmla="*/ 65851 w 98479"/>
                <a:gd name="connsiteY3" fmla="*/ 9087 h 155279"/>
                <a:gd name="connsiteX4" fmla="*/ 62656 w 98479"/>
                <a:gd name="connsiteY4" fmla="*/ 9725 h 155279"/>
                <a:gd name="connsiteX5" fmla="*/ 42847 w 98479"/>
                <a:gd name="connsiteY5" fmla="*/ 788 h 155279"/>
                <a:gd name="connsiteX6" fmla="*/ 34540 w 98479"/>
                <a:gd name="connsiteY6" fmla="*/ 9087 h 155279"/>
                <a:gd name="connsiteX7" fmla="*/ 30706 w 98479"/>
                <a:gd name="connsiteY7" fmla="*/ 8448 h 155279"/>
                <a:gd name="connsiteX8" fmla="*/ 15370 w 98479"/>
                <a:gd name="connsiteY8" fmla="*/ 23132 h 155279"/>
                <a:gd name="connsiteX9" fmla="*/ 15370 w 98479"/>
                <a:gd name="connsiteY9" fmla="*/ 23132 h 155279"/>
                <a:gd name="connsiteX10" fmla="*/ 15370 w 98479"/>
                <a:gd name="connsiteY10" fmla="*/ 34623 h 155279"/>
                <a:gd name="connsiteX11" fmla="*/ 34 w 98479"/>
                <a:gd name="connsiteY11" fmla="*/ 47391 h 155279"/>
                <a:gd name="connsiteX12" fmla="*/ 34 w 98479"/>
                <a:gd name="connsiteY12" fmla="*/ 48029 h 155279"/>
                <a:gd name="connsiteX13" fmla="*/ 34 w 98479"/>
                <a:gd name="connsiteY13" fmla="*/ 70373 h 155279"/>
                <a:gd name="connsiteX14" fmla="*/ 34 w 98479"/>
                <a:gd name="connsiteY14" fmla="*/ 108039 h 155279"/>
                <a:gd name="connsiteX15" fmla="*/ 21121 w 98479"/>
                <a:gd name="connsiteY15" fmla="*/ 146981 h 155279"/>
                <a:gd name="connsiteX16" fmla="*/ 49237 w 98479"/>
                <a:gd name="connsiteY16" fmla="*/ 155280 h 155279"/>
                <a:gd name="connsiteX17" fmla="*/ 63295 w 98479"/>
                <a:gd name="connsiteY17" fmla="*/ 153365 h 155279"/>
                <a:gd name="connsiteX18" fmla="*/ 95245 w 98479"/>
                <a:gd name="connsiteY18" fmla="*/ 123999 h 155279"/>
                <a:gd name="connsiteX19" fmla="*/ 98440 w 98479"/>
                <a:gd name="connsiteY19" fmla="*/ 107400 h 155279"/>
                <a:gd name="connsiteX20" fmla="*/ 98440 w 98479"/>
                <a:gd name="connsiteY20" fmla="*/ 60159 h 155279"/>
                <a:gd name="connsiteX21" fmla="*/ 83742 w 98479"/>
                <a:gd name="connsiteY21" fmla="*/ 46114 h 155279"/>
                <a:gd name="connsiteX22" fmla="*/ 86299 w 98479"/>
                <a:gd name="connsiteY22" fmla="*/ 108039 h 155279"/>
                <a:gd name="connsiteX23" fmla="*/ 84382 w 98479"/>
                <a:gd name="connsiteY23" fmla="*/ 119530 h 155279"/>
                <a:gd name="connsiteX24" fmla="*/ 60739 w 98479"/>
                <a:gd name="connsiteY24" fmla="*/ 141874 h 155279"/>
                <a:gd name="connsiteX25" fmla="*/ 29428 w 98479"/>
                <a:gd name="connsiteY25" fmla="*/ 136767 h 155279"/>
                <a:gd name="connsiteX26" fmla="*/ 14092 w 98479"/>
                <a:gd name="connsiteY26" fmla="*/ 108677 h 155279"/>
                <a:gd name="connsiteX27" fmla="*/ 14092 w 98479"/>
                <a:gd name="connsiteY27" fmla="*/ 70373 h 155279"/>
                <a:gd name="connsiteX28" fmla="*/ 14092 w 98479"/>
                <a:gd name="connsiteY28" fmla="*/ 48029 h 155279"/>
                <a:gd name="connsiteX29" fmla="*/ 15370 w 98479"/>
                <a:gd name="connsiteY29" fmla="*/ 46752 h 155279"/>
                <a:gd name="connsiteX30" fmla="*/ 16648 w 98479"/>
                <a:gd name="connsiteY30" fmla="*/ 48029 h 155279"/>
                <a:gd name="connsiteX31" fmla="*/ 16648 w 98479"/>
                <a:gd name="connsiteY31" fmla="*/ 82503 h 155279"/>
                <a:gd name="connsiteX32" fmla="*/ 23038 w 98479"/>
                <a:gd name="connsiteY32" fmla="*/ 88887 h 155279"/>
                <a:gd name="connsiteX33" fmla="*/ 29428 w 98479"/>
                <a:gd name="connsiteY33" fmla="*/ 82503 h 155279"/>
                <a:gd name="connsiteX34" fmla="*/ 29428 w 98479"/>
                <a:gd name="connsiteY34" fmla="*/ 23132 h 155279"/>
                <a:gd name="connsiteX35" fmla="*/ 31984 w 98479"/>
                <a:gd name="connsiteY35" fmla="*/ 21216 h 155279"/>
                <a:gd name="connsiteX36" fmla="*/ 31984 w 98479"/>
                <a:gd name="connsiteY36" fmla="*/ 21216 h 155279"/>
                <a:gd name="connsiteX37" fmla="*/ 34540 w 98479"/>
                <a:gd name="connsiteY37" fmla="*/ 23132 h 155279"/>
                <a:gd name="connsiteX38" fmla="*/ 34540 w 98479"/>
                <a:gd name="connsiteY38" fmla="*/ 23132 h 155279"/>
                <a:gd name="connsiteX39" fmla="*/ 34540 w 98479"/>
                <a:gd name="connsiteY39" fmla="*/ 82503 h 155279"/>
                <a:gd name="connsiteX40" fmla="*/ 40930 w 98479"/>
                <a:gd name="connsiteY40" fmla="*/ 88887 h 155279"/>
                <a:gd name="connsiteX41" fmla="*/ 47320 w 98479"/>
                <a:gd name="connsiteY41" fmla="*/ 82503 h 155279"/>
                <a:gd name="connsiteX42" fmla="*/ 47320 w 98479"/>
                <a:gd name="connsiteY42" fmla="*/ 14832 h 155279"/>
                <a:gd name="connsiteX43" fmla="*/ 49876 w 98479"/>
                <a:gd name="connsiteY43" fmla="*/ 12279 h 155279"/>
                <a:gd name="connsiteX44" fmla="*/ 52432 w 98479"/>
                <a:gd name="connsiteY44" fmla="*/ 14832 h 155279"/>
                <a:gd name="connsiteX45" fmla="*/ 52432 w 98479"/>
                <a:gd name="connsiteY45" fmla="*/ 23770 h 155279"/>
                <a:gd name="connsiteX46" fmla="*/ 52432 w 98479"/>
                <a:gd name="connsiteY46" fmla="*/ 23770 h 155279"/>
                <a:gd name="connsiteX47" fmla="*/ 52432 w 98479"/>
                <a:gd name="connsiteY47" fmla="*/ 82503 h 155279"/>
                <a:gd name="connsiteX48" fmla="*/ 58822 w 98479"/>
                <a:gd name="connsiteY48" fmla="*/ 88887 h 155279"/>
                <a:gd name="connsiteX49" fmla="*/ 65212 w 98479"/>
                <a:gd name="connsiteY49" fmla="*/ 82503 h 155279"/>
                <a:gd name="connsiteX50" fmla="*/ 65212 w 98479"/>
                <a:gd name="connsiteY50" fmla="*/ 23770 h 155279"/>
                <a:gd name="connsiteX51" fmla="*/ 67768 w 98479"/>
                <a:gd name="connsiteY51" fmla="*/ 21855 h 155279"/>
                <a:gd name="connsiteX52" fmla="*/ 70324 w 98479"/>
                <a:gd name="connsiteY52" fmla="*/ 23770 h 155279"/>
                <a:gd name="connsiteX53" fmla="*/ 70324 w 98479"/>
                <a:gd name="connsiteY53" fmla="*/ 23770 h 155279"/>
                <a:gd name="connsiteX54" fmla="*/ 70324 w 98479"/>
                <a:gd name="connsiteY54" fmla="*/ 60797 h 155279"/>
                <a:gd name="connsiteX55" fmla="*/ 70324 w 98479"/>
                <a:gd name="connsiteY55" fmla="*/ 60797 h 155279"/>
                <a:gd name="connsiteX56" fmla="*/ 70324 w 98479"/>
                <a:gd name="connsiteY56" fmla="*/ 82503 h 155279"/>
                <a:gd name="connsiteX57" fmla="*/ 76714 w 98479"/>
                <a:gd name="connsiteY57" fmla="*/ 88887 h 155279"/>
                <a:gd name="connsiteX58" fmla="*/ 83104 w 98479"/>
                <a:gd name="connsiteY58" fmla="*/ 82503 h 155279"/>
                <a:gd name="connsiteX59" fmla="*/ 83104 w 98479"/>
                <a:gd name="connsiteY59" fmla="*/ 60797 h 155279"/>
                <a:gd name="connsiteX60" fmla="*/ 85660 w 98479"/>
                <a:gd name="connsiteY60" fmla="*/ 58882 h 155279"/>
                <a:gd name="connsiteX61" fmla="*/ 88215 w 98479"/>
                <a:gd name="connsiteY61" fmla="*/ 60797 h 155279"/>
                <a:gd name="connsiteX62" fmla="*/ 88215 w 98479"/>
                <a:gd name="connsiteY62" fmla="*/ 60797 h 155279"/>
                <a:gd name="connsiteX63" fmla="*/ 86299 w 98479"/>
                <a:gd name="connsiteY63" fmla="*/ 108039 h 155279"/>
                <a:gd name="connsiteX64" fmla="*/ 86299 w 98479"/>
                <a:gd name="connsiteY64" fmla="*/ 108039 h 15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98479" h="155279">
                  <a:moveTo>
                    <a:pt x="83742" y="46114"/>
                  </a:moveTo>
                  <a:cubicBezTo>
                    <a:pt x="83104" y="46114"/>
                    <a:pt x="82465" y="46114"/>
                    <a:pt x="81187" y="46114"/>
                  </a:cubicBezTo>
                  <a:lnTo>
                    <a:pt x="81187" y="23770"/>
                  </a:lnTo>
                  <a:cubicBezTo>
                    <a:pt x="81187" y="15471"/>
                    <a:pt x="74158" y="9087"/>
                    <a:pt x="65851" y="9087"/>
                  </a:cubicBezTo>
                  <a:cubicBezTo>
                    <a:pt x="64573" y="9087"/>
                    <a:pt x="63934" y="9087"/>
                    <a:pt x="62656" y="9725"/>
                  </a:cubicBezTo>
                  <a:cubicBezTo>
                    <a:pt x="59461" y="2064"/>
                    <a:pt x="50515" y="-1766"/>
                    <a:pt x="42847" y="788"/>
                  </a:cubicBezTo>
                  <a:cubicBezTo>
                    <a:pt x="39013" y="2064"/>
                    <a:pt x="35818" y="5256"/>
                    <a:pt x="34540" y="9087"/>
                  </a:cubicBezTo>
                  <a:cubicBezTo>
                    <a:pt x="33262" y="9087"/>
                    <a:pt x="31984" y="8448"/>
                    <a:pt x="30706" y="8448"/>
                  </a:cubicBezTo>
                  <a:cubicBezTo>
                    <a:pt x="22399" y="8448"/>
                    <a:pt x="15370" y="14832"/>
                    <a:pt x="15370" y="23132"/>
                  </a:cubicBezTo>
                  <a:lnTo>
                    <a:pt x="15370" y="23132"/>
                  </a:lnTo>
                  <a:lnTo>
                    <a:pt x="15370" y="34623"/>
                  </a:lnTo>
                  <a:cubicBezTo>
                    <a:pt x="7702" y="33984"/>
                    <a:pt x="673" y="39730"/>
                    <a:pt x="34" y="47391"/>
                  </a:cubicBezTo>
                  <a:cubicBezTo>
                    <a:pt x="34" y="47391"/>
                    <a:pt x="34" y="48029"/>
                    <a:pt x="34" y="48029"/>
                  </a:cubicBezTo>
                  <a:lnTo>
                    <a:pt x="34" y="70373"/>
                  </a:lnTo>
                  <a:cubicBezTo>
                    <a:pt x="34" y="83141"/>
                    <a:pt x="34" y="95909"/>
                    <a:pt x="34" y="108039"/>
                  </a:cubicBezTo>
                  <a:cubicBezTo>
                    <a:pt x="-604" y="123999"/>
                    <a:pt x="7702" y="138682"/>
                    <a:pt x="21121" y="146981"/>
                  </a:cubicBezTo>
                  <a:cubicBezTo>
                    <a:pt x="29428" y="152727"/>
                    <a:pt x="39013" y="155280"/>
                    <a:pt x="49237" y="155280"/>
                  </a:cubicBezTo>
                  <a:cubicBezTo>
                    <a:pt x="54349" y="155280"/>
                    <a:pt x="58822" y="154642"/>
                    <a:pt x="63295" y="153365"/>
                  </a:cubicBezTo>
                  <a:cubicBezTo>
                    <a:pt x="77992" y="148896"/>
                    <a:pt x="89494" y="138044"/>
                    <a:pt x="95245" y="123999"/>
                  </a:cubicBezTo>
                  <a:cubicBezTo>
                    <a:pt x="97162" y="118892"/>
                    <a:pt x="98440" y="113146"/>
                    <a:pt x="98440" y="107400"/>
                  </a:cubicBezTo>
                  <a:lnTo>
                    <a:pt x="98440" y="60159"/>
                  </a:lnTo>
                  <a:cubicBezTo>
                    <a:pt x="99078" y="52498"/>
                    <a:pt x="92050" y="46114"/>
                    <a:pt x="83742" y="46114"/>
                  </a:cubicBezTo>
                  <a:close/>
                  <a:moveTo>
                    <a:pt x="86299" y="108039"/>
                  </a:moveTo>
                  <a:cubicBezTo>
                    <a:pt x="86299" y="111869"/>
                    <a:pt x="85660" y="115700"/>
                    <a:pt x="84382" y="119530"/>
                  </a:cubicBezTo>
                  <a:cubicBezTo>
                    <a:pt x="80547" y="130383"/>
                    <a:pt x="71602" y="138682"/>
                    <a:pt x="60739" y="141874"/>
                  </a:cubicBezTo>
                  <a:cubicBezTo>
                    <a:pt x="49876" y="145066"/>
                    <a:pt x="38374" y="143151"/>
                    <a:pt x="29428" y="136767"/>
                  </a:cubicBezTo>
                  <a:cubicBezTo>
                    <a:pt x="19204" y="131021"/>
                    <a:pt x="13453" y="120168"/>
                    <a:pt x="14092" y="108677"/>
                  </a:cubicBezTo>
                  <a:cubicBezTo>
                    <a:pt x="14092" y="95909"/>
                    <a:pt x="14092" y="83141"/>
                    <a:pt x="14092" y="70373"/>
                  </a:cubicBezTo>
                  <a:lnTo>
                    <a:pt x="14092" y="48029"/>
                  </a:lnTo>
                  <a:cubicBezTo>
                    <a:pt x="14092" y="47391"/>
                    <a:pt x="14731" y="46752"/>
                    <a:pt x="15370" y="46752"/>
                  </a:cubicBezTo>
                  <a:cubicBezTo>
                    <a:pt x="16009" y="46752"/>
                    <a:pt x="16648" y="47391"/>
                    <a:pt x="16648" y="48029"/>
                  </a:cubicBezTo>
                  <a:lnTo>
                    <a:pt x="16648" y="82503"/>
                  </a:lnTo>
                  <a:cubicBezTo>
                    <a:pt x="16648" y="86333"/>
                    <a:pt x="19204" y="88887"/>
                    <a:pt x="23038" y="88887"/>
                  </a:cubicBezTo>
                  <a:cubicBezTo>
                    <a:pt x="26872" y="88887"/>
                    <a:pt x="29428" y="86333"/>
                    <a:pt x="29428" y="82503"/>
                  </a:cubicBezTo>
                  <a:lnTo>
                    <a:pt x="29428" y="23132"/>
                  </a:lnTo>
                  <a:cubicBezTo>
                    <a:pt x="29428" y="21855"/>
                    <a:pt x="30706" y="20578"/>
                    <a:pt x="31984" y="21216"/>
                  </a:cubicBezTo>
                  <a:cubicBezTo>
                    <a:pt x="31984" y="21216"/>
                    <a:pt x="31984" y="21216"/>
                    <a:pt x="31984" y="21216"/>
                  </a:cubicBezTo>
                  <a:cubicBezTo>
                    <a:pt x="33262" y="21216"/>
                    <a:pt x="34540" y="22493"/>
                    <a:pt x="34540" y="23132"/>
                  </a:cubicBezTo>
                  <a:lnTo>
                    <a:pt x="34540" y="23132"/>
                  </a:lnTo>
                  <a:lnTo>
                    <a:pt x="34540" y="82503"/>
                  </a:lnTo>
                  <a:cubicBezTo>
                    <a:pt x="34540" y="86333"/>
                    <a:pt x="37096" y="88887"/>
                    <a:pt x="40930" y="88887"/>
                  </a:cubicBezTo>
                  <a:cubicBezTo>
                    <a:pt x="44764" y="88887"/>
                    <a:pt x="47320" y="86333"/>
                    <a:pt x="47320" y="82503"/>
                  </a:cubicBezTo>
                  <a:lnTo>
                    <a:pt x="47320" y="14832"/>
                  </a:lnTo>
                  <a:cubicBezTo>
                    <a:pt x="47320" y="13556"/>
                    <a:pt x="48598" y="12279"/>
                    <a:pt x="49876" y="12279"/>
                  </a:cubicBezTo>
                  <a:cubicBezTo>
                    <a:pt x="51154" y="12279"/>
                    <a:pt x="52432" y="13556"/>
                    <a:pt x="52432" y="14832"/>
                  </a:cubicBezTo>
                  <a:lnTo>
                    <a:pt x="52432" y="23770"/>
                  </a:lnTo>
                  <a:cubicBezTo>
                    <a:pt x="52432" y="23770"/>
                    <a:pt x="52432" y="23770"/>
                    <a:pt x="52432" y="23770"/>
                  </a:cubicBezTo>
                  <a:lnTo>
                    <a:pt x="52432" y="82503"/>
                  </a:lnTo>
                  <a:cubicBezTo>
                    <a:pt x="52432" y="86333"/>
                    <a:pt x="54988" y="88887"/>
                    <a:pt x="58822" y="88887"/>
                  </a:cubicBezTo>
                  <a:cubicBezTo>
                    <a:pt x="62656" y="88887"/>
                    <a:pt x="65212" y="86333"/>
                    <a:pt x="65212" y="82503"/>
                  </a:cubicBezTo>
                  <a:lnTo>
                    <a:pt x="65212" y="23770"/>
                  </a:lnTo>
                  <a:cubicBezTo>
                    <a:pt x="65212" y="22493"/>
                    <a:pt x="66490" y="21855"/>
                    <a:pt x="67768" y="21855"/>
                  </a:cubicBezTo>
                  <a:cubicBezTo>
                    <a:pt x="69046" y="21855"/>
                    <a:pt x="70324" y="22493"/>
                    <a:pt x="70324" y="23770"/>
                  </a:cubicBezTo>
                  <a:cubicBezTo>
                    <a:pt x="70324" y="23770"/>
                    <a:pt x="70324" y="23770"/>
                    <a:pt x="70324" y="23770"/>
                  </a:cubicBezTo>
                  <a:lnTo>
                    <a:pt x="70324" y="60797"/>
                  </a:lnTo>
                  <a:lnTo>
                    <a:pt x="70324" y="60797"/>
                  </a:lnTo>
                  <a:lnTo>
                    <a:pt x="70324" y="82503"/>
                  </a:lnTo>
                  <a:cubicBezTo>
                    <a:pt x="70324" y="86333"/>
                    <a:pt x="72880" y="88887"/>
                    <a:pt x="76714" y="88887"/>
                  </a:cubicBezTo>
                  <a:cubicBezTo>
                    <a:pt x="80547" y="88887"/>
                    <a:pt x="83104" y="86333"/>
                    <a:pt x="83104" y="82503"/>
                  </a:cubicBezTo>
                  <a:lnTo>
                    <a:pt x="83104" y="60797"/>
                  </a:lnTo>
                  <a:cubicBezTo>
                    <a:pt x="83104" y="59520"/>
                    <a:pt x="84382" y="58882"/>
                    <a:pt x="85660" y="58882"/>
                  </a:cubicBezTo>
                  <a:cubicBezTo>
                    <a:pt x="86937" y="58882"/>
                    <a:pt x="88215" y="59520"/>
                    <a:pt x="88215" y="60797"/>
                  </a:cubicBezTo>
                  <a:cubicBezTo>
                    <a:pt x="88215" y="60797"/>
                    <a:pt x="88215" y="60797"/>
                    <a:pt x="88215" y="60797"/>
                  </a:cubicBezTo>
                  <a:lnTo>
                    <a:pt x="86299" y="108039"/>
                  </a:lnTo>
                  <a:lnTo>
                    <a:pt x="86299" y="108039"/>
                  </a:lnTo>
                  <a:close/>
                </a:path>
              </a:pathLst>
            </a:custGeom>
            <a:solidFill>
              <a:srgbClr val="0076A8"/>
            </a:solidFill>
            <a:ln w="6390" cap="flat">
              <a:noFill/>
              <a:prstDash val="solid"/>
              <a:miter/>
            </a:ln>
          </p:spPr>
          <p:txBody>
            <a:bodyPr rtlCol="0" anchor="ctr"/>
            <a:lstStyle/>
            <a:p>
              <a:endParaRPr lang="en-US"/>
            </a:p>
          </p:txBody>
        </p:sp>
      </p:grpSp>
      <p:grpSp>
        <p:nvGrpSpPr>
          <p:cNvPr id="63" name="Graphic 4">
            <a:extLst>
              <a:ext uri="{FF2B5EF4-FFF2-40B4-BE49-F238E27FC236}">
                <a16:creationId xmlns:a16="http://schemas.microsoft.com/office/drawing/2014/main" id="{15311E21-23C0-F247-BD7F-EB61EF10FA40}"/>
              </a:ext>
            </a:extLst>
          </p:cNvPr>
          <p:cNvGrpSpPr/>
          <p:nvPr/>
        </p:nvGrpSpPr>
        <p:grpSpPr>
          <a:xfrm>
            <a:off x="5099169" y="4793256"/>
            <a:ext cx="362309" cy="361971"/>
            <a:chOff x="5099169" y="4793256"/>
            <a:chExt cx="362309" cy="361971"/>
          </a:xfrm>
          <a:solidFill>
            <a:srgbClr val="0076A8"/>
          </a:solidFill>
        </p:grpSpPr>
        <p:sp>
          <p:nvSpPr>
            <p:cNvPr id="128" name="Graphic 4">
              <a:extLst>
                <a:ext uri="{FF2B5EF4-FFF2-40B4-BE49-F238E27FC236}">
                  <a16:creationId xmlns:a16="http://schemas.microsoft.com/office/drawing/2014/main" id="{11BFD4A7-4A59-884D-B40A-C938DCCF0516}"/>
                </a:ext>
              </a:extLst>
            </p:cNvPr>
            <p:cNvSpPr/>
            <p:nvPr/>
          </p:nvSpPr>
          <p:spPr>
            <a:xfrm>
              <a:off x="5243538" y="4908168"/>
              <a:ext cx="72779" cy="130884"/>
            </a:xfrm>
            <a:custGeom>
              <a:avLst/>
              <a:gdLst>
                <a:gd name="connsiteX0" fmla="*/ 70972 w 72779"/>
                <a:gd name="connsiteY0" fmla="*/ 46603 h 130884"/>
                <a:gd name="connsiteX1" fmla="*/ 68416 w 72779"/>
                <a:gd name="connsiteY1" fmla="*/ 48518 h 130884"/>
                <a:gd name="connsiteX2" fmla="*/ 68416 w 72779"/>
                <a:gd name="connsiteY2" fmla="*/ 70224 h 130884"/>
                <a:gd name="connsiteX3" fmla="*/ 62026 w 72779"/>
                <a:gd name="connsiteY3" fmla="*/ 76608 h 130884"/>
                <a:gd name="connsiteX4" fmla="*/ 55636 w 72779"/>
                <a:gd name="connsiteY4" fmla="*/ 70224 h 130884"/>
                <a:gd name="connsiteX5" fmla="*/ 55636 w 72779"/>
                <a:gd name="connsiteY5" fmla="*/ 48518 h 130884"/>
                <a:gd name="connsiteX6" fmla="*/ 55636 w 72779"/>
                <a:gd name="connsiteY6" fmla="*/ 48518 h 130884"/>
                <a:gd name="connsiteX7" fmla="*/ 55636 w 72779"/>
                <a:gd name="connsiteY7" fmla="*/ 11491 h 130884"/>
                <a:gd name="connsiteX8" fmla="*/ 53081 w 72779"/>
                <a:gd name="connsiteY8" fmla="*/ 9576 h 130884"/>
                <a:gd name="connsiteX9" fmla="*/ 50525 w 72779"/>
                <a:gd name="connsiteY9" fmla="*/ 11491 h 130884"/>
                <a:gd name="connsiteX10" fmla="*/ 50525 w 72779"/>
                <a:gd name="connsiteY10" fmla="*/ 70862 h 130884"/>
                <a:gd name="connsiteX11" fmla="*/ 44135 w 72779"/>
                <a:gd name="connsiteY11" fmla="*/ 77246 h 130884"/>
                <a:gd name="connsiteX12" fmla="*/ 37745 w 72779"/>
                <a:gd name="connsiteY12" fmla="*/ 70862 h 130884"/>
                <a:gd name="connsiteX13" fmla="*/ 37745 w 72779"/>
                <a:gd name="connsiteY13" fmla="*/ 11491 h 130884"/>
                <a:gd name="connsiteX14" fmla="*/ 37745 w 72779"/>
                <a:gd name="connsiteY14" fmla="*/ 11491 h 130884"/>
                <a:gd name="connsiteX15" fmla="*/ 37745 w 72779"/>
                <a:gd name="connsiteY15" fmla="*/ 1915 h 130884"/>
                <a:gd name="connsiteX16" fmla="*/ 35189 w 72779"/>
                <a:gd name="connsiteY16" fmla="*/ 0 h 130884"/>
                <a:gd name="connsiteX17" fmla="*/ 32633 w 72779"/>
                <a:gd name="connsiteY17" fmla="*/ 1915 h 130884"/>
                <a:gd name="connsiteX18" fmla="*/ 32633 w 72779"/>
                <a:gd name="connsiteY18" fmla="*/ 70224 h 130884"/>
                <a:gd name="connsiteX19" fmla="*/ 26243 w 72779"/>
                <a:gd name="connsiteY19" fmla="*/ 76608 h 130884"/>
                <a:gd name="connsiteX20" fmla="*/ 19853 w 72779"/>
                <a:gd name="connsiteY20" fmla="*/ 70224 h 130884"/>
                <a:gd name="connsiteX21" fmla="*/ 19853 w 72779"/>
                <a:gd name="connsiteY21" fmla="*/ 10853 h 130884"/>
                <a:gd name="connsiteX22" fmla="*/ 19853 w 72779"/>
                <a:gd name="connsiteY22" fmla="*/ 10853 h 130884"/>
                <a:gd name="connsiteX23" fmla="*/ 17297 w 72779"/>
                <a:gd name="connsiteY23" fmla="*/ 8937 h 130884"/>
                <a:gd name="connsiteX24" fmla="*/ 15380 w 72779"/>
                <a:gd name="connsiteY24" fmla="*/ 10853 h 130884"/>
                <a:gd name="connsiteX25" fmla="*/ 15380 w 72779"/>
                <a:gd name="connsiteY25" fmla="*/ 70224 h 130884"/>
                <a:gd name="connsiteX26" fmla="*/ 8990 w 72779"/>
                <a:gd name="connsiteY26" fmla="*/ 76608 h 130884"/>
                <a:gd name="connsiteX27" fmla="*/ 2600 w 72779"/>
                <a:gd name="connsiteY27" fmla="*/ 70224 h 130884"/>
                <a:gd name="connsiteX28" fmla="*/ 2600 w 72779"/>
                <a:gd name="connsiteY28" fmla="*/ 35750 h 130884"/>
                <a:gd name="connsiteX29" fmla="*/ 1322 w 72779"/>
                <a:gd name="connsiteY29" fmla="*/ 34473 h 130884"/>
                <a:gd name="connsiteX30" fmla="*/ 1322 w 72779"/>
                <a:gd name="connsiteY30" fmla="*/ 34473 h 130884"/>
                <a:gd name="connsiteX31" fmla="*/ 44 w 72779"/>
                <a:gd name="connsiteY31" fmla="*/ 35750 h 130884"/>
                <a:gd name="connsiteX32" fmla="*/ 44 w 72779"/>
                <a:gd name="connsiteY32" fmla="*/ 58094 h 130884"/>
                <a:gd name="connsiteX33" fmla="*/ 44 w 72779"/>
                <a:gd name="connsiteY33" fmla="*/ 96398 h 130884"/>
                <a:gd name="connsiteX34" fmla="*/ 15380 w 72779"/>
                <a:gd name="connsiteY34" fmla="*/ 124488 h 130884"/>
                <a:gd name="connsiteX35" fmla="*/ 65861 w 72779"/>
                <a:gd name="connsiteY35" fmla="*/ 114912 h 130884"/>
                <a:gd name="connsiteX36" fmla="*/ 70333 w 72779"/>
                <a:gd name="connsiteY36" fmla="*/ 106613 h 130884"/>
                <a:gd name="connsiteX37" fmla="*/ 72251 w 72779"/>
                <a:gd name="connsiteY37" fmla="*/ 95121 h 130884"/>
                <a:gd name="connsiteX38" fmla="*/ 72251 w 72779"/>
                <a:gd name="connsiteY38" fmla="*/ 47880 h 130884"/>
                <a:gd name="connsiteX39" fmla="*/ 70972 w 72779"/>
                <a:gd name="connsiteY39" fmla="*/ 46603 h 130884"/>
                <a:gd name="connsiteX40" fmla="*/ 70972 w 72779"/>
                <a:gd name="connsiteY40" fmla="*/ 46603 h 130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2779" h="130884">
                  <a:moveTo>
                    <a:pt x="70972" y="46603"/>
                  </a:moveTo>
                  <a:cubicBezTo>
                    <a:pt x="69694" y="46603"/>
                    <a:pt x="68416" y="47241"/>
                    <a:pt x="68416" y="48518"/>
                  </a:cubicBezTo>
                  <a:lnTo>
                    <a:pt x="68416" y="70224"/>
                  </a:lnTo>
                  <a:cubicBezTo>
                    <a:pt x="68416" y="74054"/>
                    <a:pt x="65861" y="76608"/>
                    <a:pt x="62026" y="76608"/>
                  </a:cubicBezTo>
                  <a:cubicBezTo>
                    <a:pt x="58193" y="76608"/>
                    <a:pt x="55636" y="74054"/>
                    <a:pt x="55636" y="70224"/>
                  </a:cubicBezTo>
                  <a:lnTo>
                    <a:pt x="55636" y="48518"/>
                  </a:lnTo>
                  <a:lnTo>
                    <a:pt x="55636" y="48518"/>
                  </a:lnTo>
                  <a:lnTo>
                    <a:pt x="55636" y="11491"/>
                  </a:lnTo>
                  <a:cubicBezTo>
                    <a:pt x="55636" y="10214"/>
                    <a:pt x="54358" y="9576"/>
                    <a:pt x="53081" y="9576"/>
                  </a:cubicBezTo>
                  <a:cubicBezTo>
                    <a:pt x="51803" y="9576"/>
                    <a:pt x="51163" y="10214"/>
                    <a:pt x="50525" y="11491"/>
                  </a:cubicBezTo>
                  <a:lnTo>
                    <a:pt x="50525" y="70862"/>
                  </a:lnTo>
                  <a:cubicBezTo>
                    <a:pt x="50525" y="74693"/>
                    <a:pt x="47968" y="77246"/>
                    <a:pt x="44135" y="77246"/>
                  </a:cubicBezTo>
                  <a:cubicBezTo>
                    <a:pt x="40301" y="77246"/>
                    <a:pt x="37745" y="74693"/>
                    <a:pt x="37745" y="70862"/>
                  </a:cubicBezTo>
                  <a:lnTo>
                    <a:pt x="37745" y="11491"/>
                  </a:lnTo>
                  <a:cubicBezTo>
                    <a:pt x="37745" y="11491"/>
                    <a:pt x="37745" y="11491"/>
                    <a:pt x="37745" y="11491"/>
                  </a:cubicBezTo>
                  <a:lnTo>
                    <a:pt x="37745" y="1915"/>
                  </a:lnTo>
                  <a:cubicBezTo>
                    <a:pt x="37745" y="638"/>
                    <a:pt x="36467" y="0"/>
                    <a:pt x="35189" y="0"/>
                  </a:cubicBezTo>
                  <a:cubicBezTo>
                    <a:pt x="33911" y="0"/>
                    <a:pt x="32633" y="638"/>
                    <a:pt x="32633" y="1915"/>
                  </a:cubicBezTo>
                  <a:lnTo>
                    <a:pt x="32633" y="70224"/>
                  </a:lnTo>
                  <a:cubicBezTo>
                    <a:pt x="32633" y="74054"/>
                    <a:pt x="30077" y="76608"/>
                    <a:pt x="26243" y="76608"/>
                  </a:cubicBezTo>
                  <a:cubicBezTo>
                    <a:pt x="22409" y="76608"/>
                    <a:pt x="19853" y="74054"/>
                    <a:pt x="19853" y="70224"/>
                  </a:cubicBezTo>
                  <a:lnTo>
                    <a:pt x="19853" y="10853"/>
                  </a:lnTo>
                  <a:lnTo>
                    <a:pt x="19853" y="10853"/>
                  </a:lnTo>
                  <a:cubicBezTo>
                    <a:pt x="19853" y="9576"/>
                    <a:pt x="18575" y="8937"/>
                    <a:pt x="17297" y="8937"/>
                  </a:cubicBezTo>
                  <a:cubicBezTo>
                    <a:pt x="16019" y="8937"/>
                    <a:pt x="15380" y="10214"/>
                    <a:pt x="15380" y="10853"/>
                  </a:cubicBezTo>
                  <a:lnTo>
                    <a:pt x="15380" y="70224"/>
                  </a:lnTo>
                  <a:cubicBezTo>
                    <a:pt x="15380" y="74054"/>
                    <a:pt x="12824" y="76608"/>
                    <a:pt x="8990" y="76608"/>
                  </a:cubicBezTo>
                  <a:cubicBezTo>
                    <a:pt x="5156" y="76608"/>
                    <a:pt x="2600" y="74054"/>
                    <a:pt x="2600" y="70224"/>
                  </a:cubicBezTo>
                  <a:lnTo>
                    <a:pt x="2600" y="35750"/>
                  </a:lnTo>
                  <a:cubicBezTo>
                    <a:pt x="2600" y="35112"/>
                    <a:pt x="1961" y="34473"/>
                    <a:pt x="1322" y="34473"/>
                  </a:cubicBezTo>
                  <a:cubicBezTo>
                    <a:pt x="1322" y="34473"/>
                    <a:pt x="1322" y="34473"/>
                    <a:pt x="1322" y="34473"/>
                  </a:cubicBezTo>
                  <a:cubicBezTo>
                    <a:pt x="683" y="34473"/>
                    <a:pt x="44" y="35112"/>
                    <a:pt x="44" y="35750"/>
                  </a:cubicBezTo>
                  <a:lnTo>
                    <a:pt x="44" y="58094"/>
                  </a:lnTo>
                  <a:cubicBezTo>
                    <a:pt x="44" y="70862"/>
                    <a:pt x="44" y="83630"/>
                    <a:pt x="44" y="96398"/>
                  </a:cubicBezTo>
                  <a:cubicBezTo>
                    <a:pt x="-595" y="107889"/>
                    <a:pt x="5795" y="118742"/>
                    <a:pt x="15380" y="124488"/>
                  </a:cubicBezTo>
                  <a:cubicBezTo>
                    <a:pt x="31994" y="135979"/>
                    <a:pt x="54358" y="131510"/>
                    <a:pt x="65861" y="114912"/>
                  </a:cubicBezTo>
                  <a:cubicBezTo>
                    <a:pt x="67777" y="112358"/>
                    <a:pt x="69056" y="109805"/>
                    <a:pt x="70333" y="106613"/>
                  </a:cubicBezTo>
                  <a:cubicBezTo>
                    <a:pt x="71611" y="102782"/>
                    <a:pt x="72251" y="98952"/>
                    <a:pt x="72251" y="95121"/>
                  </a:cubicBezTo>
                  <a:lnTo>
                    <a:pt x="72251" y="47880"/>
                  </a:lnTo>
                  <a:cubicBezTo>
                    <a:pt x="73528" y="47880"/>
                    <a:pt x="72251" y="46603"/>
                    <a:pt x="70972" y="46603"/>
                  </a:cubicBezTo>
                  <a:cubicBezTo>
                    <a:pt x="70972" y="46603"/>
                    <a:pt x="70972" y="46603"/>
                    <a:pt x="70972" y="46603"/>
                  </a:cubicBezTo>
                  <a:close/>
                </a:path>
              </a:pathLst>
            </a:custGeom>
            <a:solidFill>
              <a:srgbClr val="0076A8"/>
            </a:solidFill>
            <a:ln w="6390" cap="flat">
              <a:noFill/>
              <a:prstDash val="solid"/>
              <a:miter/>
            </a:ln>
          </p:spPr>
          <p:txBody>
            <a:bodyPr rtlCol="0" anchor="ctr"/>
            <a:lstStyle/>
            <a:p>
              <a:endParaRPr lang="en-US"/>
            </a:p>
          </p:txBody>
        </p:sp>
        <p:sp>
          <p:nvSpPr>
            <p:cNvPr id="129" name="Graphic 4">
              <a:extLst>
                <a:ext uri="{FF2B5EF4-FFF2-40B4-BE49-F238E27FC236}">
                  <a16:creationId xmlns:a16="http://schemas.microsoft.com/office/drawing/2014/main" id="{4035E0A6-B66E-804E-B1B7-E644B2969115}"/>
                </a:ext>
              </a:extLst>
            </p:cNvPr>
            <p:cNvSpPr/>
            <p:nvPr/>
          </p:nvSpPr>
          <p:spPr>
            <a:xfrm>
              <a:off x="5171376" y="4879440"/>
              <a:ext cx="217897" cy="188965"/>
            </a:xfrm>
            <a:custGeom>
              <a:avLst/>
              <a:gdLst>
                <a:gd name="connsiteX0" fmla="*/ 54314 w 217897"/>
                <a:gd name="connsiteY0" fmla="*/ 0 h 188965"/>
                <a:gd name="connsiteX1" fmla="*/ 0 w 217897"/>
                <a:gd name="connsiteY1" fmla="*/ 94483 h 188965"/>
                <a:gd name="connsiteX2" fmla="*/ 54314 w 217897"/>
                <a:gd name="connsiteY2" fmla="*/ 188966 h 188965"/>
                <a:gd name="connsiteX3" fmla="*/ 163583 w 217897"/>
                <a:gd name="connsiteY3" fmla="*/ 188966 h 188965"/>
                <a:gd name="connsiteX4" fmla="*/ 217897 w 217897"/>
                <a:gd name="connsiteY4" fmla="*/ 94483 h 188965"/>
                <a:gd name="connsiteX5" fmla="*/ 163583 w 217897"/>
                <a:gd name="connsiteY5" fmla="*/ 0 h 188965"/>
                <a:gd name="connsiteX6" fmla="*/ 54314 w 217897"/>
                <a:gd name="connsiteY6" fmla="*/ 0 h 188965"/>
                <a:gd name="connsiteX7" fmla="*/ 157832 w 217897"/>
                <a:gd name="connsiteY7" fmla="*/ 124488 h 188965"/>
                <a:gd name="connsiteX8" fmla="*/ 154637 w 217897"/>
                <a:gd name="connsiteY8" fmla="*/ 141086 h 188965"/>
                <a:gd name="connsiteX9" fmla="*/ 123326 w 217897"/>
                <a:gd name="connsiteY9" fmla="*/ 170452 h 188965"/>
                <a:gd name="connsiteX10" fmla="*/ 109268 w 217897"/>
                <a:gd name="connsiteY10" fmla="*/ 172368 h 188965"/>
                <a:gd name="connsiteX11" fmla="*/ 81152 w 217897"/>
                <a:gd name="connsiteY11" fmla="*/ 164068 h 188965"/>
                <a:gd name="connsiteX12" fmla="*/ 60066 w 217897"/>
                <a:gd name="connsiteY12" fmla="*/ 125126 h 188965"/>
                <a:gd name="connsiteX13" fmla="*/ 60066 w 217897"/>
                <a:gd name="connsiteY13" fmla="*/ 87461 h 188965"/>
                <a:gd name="connsiteX14" fmla="*/ 60066 w 217897"/>
                <a:gd name="connsiteY14" fmla="*/ 65117 h 188965"/>
                <a:gd name="connsiteX15" fmla="*/ 74762 w 217897"/>
                <a:gd name="connsiteY15" fmla="*/ 51072 h 188965"/>
                <a:gd name="connsiteX16" fmla="*/ 75401 w 217897"/>
                <a:gd name="connsiteY16" fmla="*/ 51072 h 188965"/>
                <a:gd name="connsiteX17" fmla="*/ 75401 w 217897"/>
                <a:gd name="connsiteY17" fmla="*/ 39581 h 188965"/>
                <a:gd name="connsiteX18" fmla="*/ 90737 w 217897"/>
                <a:gd name="connsiteY18" fmla="*/ 24897 h 188965"/>
                <a:gd name="connsiteX19" fmla="*/ 94571 w 217897"/>
                <a:gd name="connsiteY19" fmla="*/ 25536 h 188965"/>
                <a:gd name="connsiteX20" fmla="*/ 114380 w 217897"/>
                <a:gd name="connsiteY20" fmla="*/ 17875 h 188965"/>
                <a:gd name="connsiteX21" fmla="*/ 122687 w 217897"/>
                <a:gd name="connsiteY21" fmla="*/ 26174 h 188965"/>
                <a:gd name="connsiteX22" fmla="*/ 125882 w 217897"/>
                <a:gd name="connsiteY22" fmla="*/ 25536 h 188965"/>
                <a:gd name="connsiteX23" fmla="*/ 141218 w 217897"/>
                <a:gd name="connsiteY23" fmla="*/ 40219 h 188965"/>
                <a:gd name="connsiteX24" fmla="*/ 141218 w 217897"/>
                <a:gd name="connsiteY24" fmla="*/ 40219 h 188965"/>
                <a:gd name="connsiteX25" fmla="*/ 141218 w 217897"/>
                <a:gd name="connsiteY25" fmla="*/ 62563 h 188965"/>
                <a:gd name="connsiteX26" fmla="*/ 143774 w 217897"/>
                <a:gd name="connsiteY26" fmla="*/ 62563 h 188965"/>
                <a:gd name="connsiteX27" fmla="*/ 159110 w 217897"/>
                <a:gd name="connsiteY27" fmla="*/ 77246 h 188965"/>
                <a:gd name="connsiteX28" fmla="*/ 157832 w 217897"/>
                <a:gd name="connsiteY28" fmla="*/ 124488 h 188965"/>
                <a:gd name="connsiteX29" fmla="*/ 157832 w 217897"/>
                <a:gd name="connsiteY29" fmla="*/ 124488 h 188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17897" h="188965">
                  <a:moveTo>
                    <a:pt x="54314" y="0"/>
                  </a:moveTo>
                  <a:lnTo>
                    <a:pt x="0" y="94483"/>
                  </a:lnTo>
                  <a:lnTo>
                    <a:pt x="54314" y="188966"/>
                  </a:lnTo>
                  <a:lnTo>
                    <a:pt x="163583" y="188966"/>
                  </a:lnTo>
                  <a:lnTo>
                    <a:pt x="217897" y="94483"/>
                  </a:lnTo>
                  <a:lnTo>
                    <a:pt x="163583" y="0"/>
                  </a:lnTo>
                  <a:lnTo>
                    <a:pt x="54314" y="0"/>
                  </a:lnTo>
                  <a:close/>
                  <a:moveTo>
                    <a:pt x="157832" y="124488"/>
                  </a:moveTo>
                  <a:cubicBezTo>
                    <a:pt x="157832" y="130233"/>
                    <a:pt x="157193" y="135979"/>
                    <a:pt x="154637" y="141086"/>
                  </a:cubicBezTo>
                  <a:cubicBezTo>
                    <a:pt x="148885" y="155131"/>
                    <a:pt x="137384" y="165984"/>
                    <a:pt x="123326" y="170452"/>
                  </a:cubicBezTo>
                  <a:cubicBezTo>
                    <a:pt x="118853" y="171729"/>
                    <a:pt x="113741" y="172368"/>
                    <a:pt x="109268" y="172368"/>
                  </a:cubicBezTo>
                  <a:cubicBezTo>
                    <a:pt x="99044" y="172368"/>
                    <a:pt x="89459" y="169176"/>
                    <a:pt x="81152" y="164068"/>
                  </a:cubicBezTo>
                  <a:cubicBezTo>
                    <a:pt x="67734" y="155769"/>
                    <a:pt x="59426" y="141086"/>
                    <a:pt x="60066" y="125126"/>
                  </a:cubicBezTo>
                  <a:cubicBezTo>
                    <a:pt x="60066" y="112358"/>
                    <a:pt x="60066" y="99590"/>
                    <a:pt x="60066" y="87461"/>
                  </a:cubicBezTo>
                  <a:lnTo>
                    <a:pt x="60066" y="65117"/>
                  </a:lnTo>
                  <a:cubicBezTo>
                    <a:pt x="60066" y="57456"/>
                    <a:pt x="66456" y="51072"/>
                    <a:pt x="74762" y="51072"/>
                  </a:cubicBezTo>
                  <a:cubicBezTo>
                    <a:pt x="74762" y="51072"/>
                    <a:pt x="75401" y="51072"/>
                    <a:pt x="75401" y="51072"/>
                  </a:cubicBezTo>
                  <a:lnTo>
                    <a:pt x="75401" y="39581"/>
                  </a:lnTo>
                  <a:cubicBezTo>
                    <a:pt x="75401" y="31281"/>
                    <a:pt x="82430" y="24259"/>
                    <a:pt x="90737" y="24897"/>
                  </a:cubicBezTo>
                  <a:cubicBezTo>
                    <a:pt x="92015" y="24897"/>
                    <a:pt x="93293" y="24897"/>
                    <a:pt x="94571" y="25536"/>
                  </a:cubicBezTo>
                  <a:cubicBezTo>
                    <a:pt x="97766" y="17875"/>
                    <a:pt x="106712" y="14045"/>
                    <a:pt x="114380" y="17875"/>
                  </a:cubicBezTo>
                  <a:cubicBezTo>
                    <a:pt x="118214" y="19790"/>
                    <a:pt x="120770" y="22344"/>
                    <a:pt x="122687" y="26174"/>
                  </a:cubicBezTo>
                  <a:cubicBezTo>
                    <a:pt x="123965" y="26174"/>
                    <a:pt x="124604" y="25536"/>
                    <a:pt x="125882" y="25536"/>
                  </a:cubicBezTo>
                  <a:cubicBezTo>
                    <a:pt x="134189" y="25536"/>
                    <a:pt x="141218" y="31920"/>
                    <a:pt x="141218" y="40219"/>
                  </a:cubicBezTo>
                  <a:cubicBezTo>
                    <a:pt x="141218" y="40219"/>
                    <a:pt x="141218" y="40219"/>
                    <a:pt x="141218" y="40219"/>
                  </a:cubicBezTo>
                  <a:lnTo>
                    <a:pt x="141218" y="62563"/>
                  </a:lnTo>
                  <a:cubicBezTo>
                    <a:pt x="141857" y="62563"/>
                    <a:pt x="142496" y="62563"/>
                    <a:pt x="143774" y="62563"/>
                  </a:cubicBezTo>
                  <a:cubicBezTo>
                    <a:pt x="152080" y="62563"/>
                    <a:pt x="159110" y="68947"/>
                    <a:pt x="159110" y="77246"/>
                  </a:cubicBezTo>
                  <a:lnTo>
                    <a:pt x="157832" y="124488"/>
                  </a:lnTo>
                  <a:lnTo>
                    <a:pt x="157832" y="124488"/>
                  </a:lnTo>
                  <a:close/>
                </a:path>
              </a:pathLst>
            </a:custGeom>
            <a:solidFill>
              <a:srgbClr val="0076A8"/>
            </a:solidFill>
            <a:ln w="6390" cap="flat">
              <a:noFill/>
              <a:prstDash val="solid"/>
              <a:miter/>
            </a:ln>
          </p:spPr>
          <p:txBody>
            <a:bodyPr rtlCol="0" anchor="ctr"/>
            <a:lstStyle/>
            <a:p>
              <a:endParaRPr lang="en-US"/>
            </a:p>
          </p:txBody>
        </p:sp>
        <p:sp>
          <p:nvSpPr>
            <p:cNvPr id="130" name="Graphic 4">
              <a:extLst>
                <a:ext uri="{FF2B5EF4-FFF2-40B4-BE49-F238E27FC236}">
                  <a16:creationId xmlns:a16="http://schemas.microsoft.com/office/drawing/2014/main" id="{1BA655A7-6DAA-8642-87AA-DAA8F4920C53}"/>
                </a:ext>
              </a:extLst>
            </p:cNvPr>
            <p:cNvSpPr/>
            <p:nvPr/>
          </p:nvSpPr>
          <p:spPr>
            <a:xfrm>
              <a:off x="5099169" y="479325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303522 w 362309"/>
                <a:gd name="connsiteY7" fmla="*/ 183859 h 361971"/>
                <a:gd name="connsiteX8" fmla="*/ 245374 w 362309"/>
                <a:gd name="connsiteY8" fmla="*/ 284725 h 361971"/>
                <a:gd name="connsiteX9" fmla="*/ 239623 w 362309"/>
                <a:gd name="connsiteY9" fmla="*/ 287917 h 361971"/>
                <a:gd name="connsiteX10" fmla="*/ 123326 w 362309"/>
                <a:gd name="connsiteY10" fmla="*/ 287917 h 361971"/>
                <a:gd name="connsiteX11" fmla="*/ 117575 w 362309"/>
                <a:gd name="connsiteY11" fmla="*/ 284725 h 361971"/>
                <a:gd name="connsiteX12" fmla="*/ 59426 w 362309"/>
                <a:gd name="connsiteY12" fmla="*/ 183859 h 361971"/>
                <a:gd name="connsiteX13" fmla="*/ 59426 w 362309"/>
                <a:gd name="connsiteY13" fmla="*/ 177475 h 361971"/>
                <a:gd name="connsiteX14" fmla="*/ 117575 w 362309"/>
                <a:gd name="connsiteY14" fmla="*/ 76608 h 361971"/>
                <a:gd name="connsiteX15" fmla="*/ 123326 w 362309"/>
                <a:gd name="connsiteY15" fmla="*/ 73416 h 361971"/>
                <a:gd name="connsiteX16" fmla="*/ 239623 w 362309"/>
                <a:gd name="connsiteY16" fmla="*/ 73416 h 361971"/>
                <a:gd name="connsiteX17" fmla="*/ 245374 w 362309"/>
                <a:gd name="connsiteY17" fmla="*/ 76608 h 361971"/>
                <a:gd name="connsiteX18" fmla="*/ 303522 w 362309"/>
                <a:gd name="connsiteY18" fmla="*/ 177475 h 361971"/>
                <a:gd name="connsiteX19" fmla="*/ 303522 w 362309"/>
                <a:gd name="connsiteY19" fmla="*/ 18385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0438"/>
                    <a:pt x="281157" y="0"/>
                    <a:pt x="181474" y="0"/>
                  </a:cubicBezTo>
                  <a:cubicBezTo>
                    <a:pt x="181474" y="0"/>
                    <a:pt x="181474" y="0"/>
                    <a:pt x="181474" y="0"/>
                  </a:cubicBezTo>
                  <a:close/>
                  <a:moveTo>
                    <a:pt x="303522" y="183859"/>
                  </a:moveTo>
                  <a:lnTo>
                    <a:pt x="245374" y="284725"/>
                  </a:lnTo>
                  <a:cubicBezTo>
                    <a:pt x="244096" y="286641"/>
                    <a:pt x="242179" y="287917"/>
                    <a:pt x="239623" y="287917"/>
                  </a:cubicBezTo>
                  <a:lnTo>
                    <a:pt x="123326" y="287917"/>
                  </a:lnTo>
                  <a:cubicBezTo>
                    <a:pt x="120770" y="287917"/>
                    <a:pt x="118853" y="286641"/>
                    <a:pt x="117575" y="284725"/>
                  </a:cubicBezTo>
                  <a:lnTo>
                    <a:pt x="59426" y="183859"/>
                  </a:lnTo>
                  <a:cubicBezTo>
                    <a:pt x="58148" y="181944"/>
                    <a:pt x="58148" y="179390"/>
                    <a:pt x="59426" y="177475"/>
                  </a:cubicBezTo>
                  <a:lnTo>
                    <a:pt x="117575" y="76608"/>
                  </a:lnTo>
                  <a:cubicBezTo>
                    <a:pt x="118853" y="74693"/>
                    <a:pt x="120770" y="73416"/>
                    <a:pt x="123326" y="73416"/>
                  </a:cubicBezTo>
                  <a:lnTo>
                    <a:pt x="239623" y="73416"/>
                  </a:lnTo>
                  <a:cubicBezTo>
                    <a:pt x="242179" y="73416"/>
                    <a:pt x="244096" y="74693"/>
                    <a:pt x="245374" y="76608"/>
                  </a:cubicBezTo>
                  <a:lnTo>
                    <a:pt x="303522" y="177475"/>
                  </a:lnTo>
                  <a:cubicBezTo>
                    <a:pt x="304161" y="179390"/>
                    <a:pt x="304161" y="181944"/>
                    <a:pt x="303522" y="183859"/>
                  </a:cubicBezTo>
                  <a:close/>
                </a:path>
              </a:pathLst>
            </a:custGeom>
            <a:solidFill>
              <a:srgbClr val="0076A8"/>
            </a:solidFill>
            <a:ln w="6390" cap="flat">
              <a:noFill/>
              <a:prstDash val="solid"/>
              <a:miter/>
            </a:ln>
          </p:spPr>
          <p:txBody>
            <a:bodyPr rtlCol="0" anchor="ctr"/>
            <a:lstStyle/>
            <a:p>
              <a:endParaRPr lang="en-US"/>
            </a:p>
          </p:txBody>
        </p:sp>
      </p:grpSp>
      <p:grpSp>
        <p:nvGrpSpPr>
          <p:cNvPr id="131" name="Graphic 4">
            <a:extLst>
              <a:ext uri="{FF2B5EF4-FFF2-40B4-BE49-F238E27FC236}">
                <a16:creationId xmlns:a16="http://schemas.microsoft.com/office/drawing/2014/main" id="{D519FC3A-139C-1E4C-8AFE-A0101AB40DCF}"/>
              </a:ext>
            </a:extLst>
          </p:cNvPr>
          <p:cNvGrpSpPr/>
          <p:nvPr/>
        </p:nvGrpSpPr>
        <p:grpSpPr>
          <a:xfrm>
            <a:off x="2560447" y="3339623"/>
            <a:ext cx="362309" cy="361971"/>
            <a:chOff x="2560447" y="3339623"/>
            <a:chExt cx="362309" cy="361971"/>
          </a:xfrm>
          <a:solidFill>
            <a:srgbClr val="005587"/>
          </a:solidFill>
        </p:grpSpPr>
        <p:sp>
          <p:nvSpPr>
            <p:cNvPr id="132" name="Graphic 4">
              <a:extLst>
                <a:ext uri="{FF2B5EF4-FFF2-40B4-BE49-F238E27FC236}">
                  <a16:creationId xmlns:a16="http://schemas.microsoft.com/office/drawing/2014/main" id="{B13EB776-6A5F-064A-A2EA-472F0F3D2F65}"/>
                </a:ext>
              </a:extLst>
            </p:cNvPr>
            <p:cNvSpPr/>
            <p:nvPr/>
          </p:nvSpPr>
          <p:spPr>
            <a:xfrm>
              <a:off x="2560447" y="33396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lnTo>
                    <a:pt x="181474" y="349204"/>
                  </a:lnTo>
                  <a:close/>
                </a:path>
              </a:pathLst>
            </a:custGeom>
            <a:solidFill>
              <a:srgbClr val="005587"/>
            </a:solidFill>
            <a:ln w="6390" cap="flat">
              <a:noFill/>
              <a:prstDash val="solid"/>
              <a:miter/>
            </a:ln>
          </p:spPr>
          <p:txBody>
            <a:bodyPr rtlCol="0" anchor="ctr"/>
            <a:lstStyle/>
            <a:p>
              <a:endParaRPr lang="en-US"/>
            </a:p>
          </p:txBody>
        </p:sp>
        <p:sp>
          <p:nvSpPr>
            <p:cNvPr id="133" name="Graphic 4">
              <a:extLst>
                <a:ext uri="{FF2B5EF4-FFF2-40B4-BE49-F238E27FC236}">
                  <a16:creationId xmlns:a16="http://schemas.microsoft.com/office/drawing/2014/main" id="{9A37ECA2-656F-4849-BB5C-C5B9C1007294}"/>
                </a:ext>
              </a:extLst>
            </p:cNvPr>
            <p:cNvSpPr/>
            <p:nvPr/>
          </p:nvSpPr>
          <p:spPr>
            <a:xfrm>
              <a:off x="2635210" y="3418306"/>
              <a:ext cx="211506" cy="204766"/>
            </a:xfrm>
            <a:custGeom>
              <a:avLst/>
              <a:gdLst>
                <a:gd name="connsiteX0" fmla="*/ 211507 w 211506"/>
                <a:gd name="connsiteY0" fmla="*/ 46443 h 204766"/>
                <a:gd name="connsiteX1" fmla="*/ 210868 w 211506"/>
                <a:gd name="connsiteY1" fmla="*/ 45167 h 204766"/>
                <a:gd name="connsiteX2" fmla="*/ 210229 w 211506"/>
                <a:gd name="connsiteY2" fmla="*/ 44528 h 204766"/>
                <a:gd name="connsiteX3" fmla="*/ 208312 w 211506"/>
                <a:gd name="connsiteY3" fmla="*/ 43251 h 204766"/>
                <a:gd name="connsiteX4" fmla="*/ 208312 w 211506"/>
                <a:gd name="connsiteY4" fmla="*/ 43251 h 204766"/>
                <a:gd name="connsiteX5" fmla="*/ 108629 w 211506"/>
                <a:gd name="connsiteY5" fmla="*/ 479 h 204766"/>
                <a:gd name="connsiteX6" fmla="*/ 103517 w 211506"/>
                <a:gd name="connsiteY6" fmla="*/ 479 h 204766"/>
                <a:gd name="connsiteX7" fmla="*/ 3834 w 211506"/>
                <a:gd name="connsiteY7" fmla="*/ 43251 h 204766"/>
                <a:gd name="connsiteX8" fmla="*/ 3834 w 211506"/>
                <a:gd name="connsiteY8" fmla="*/ 43251 h 204766"/>
                <a:gd name="connsiteX9" fmla="*/ 1917 w 211506"/>
                <a:gd name="connsiteY9" fmla="*/ 44528 h 204766"/>
                <a:gd name="connsiteX10" fmla="*/ 1278 w 211506"/>
                <a:gd name="connsiteY10" fmla="*/ 45167 h 204766"/>
                <a:gd name="connsiteX11" fmla="*/ 639 w 211506"/>
                <a:gd name="connsiteY11" fmla="*/ 46443 h 204766"/>
                <a:gd name="connsiteX12" fmla="*/ 639 w 211506"/>
                <a:gd name="connsiteY12" fmla="*/ 47082 h 204766"/>
                <a:gd name="connsiteX13" fmla="*/ 0 w 211506"/>
                <a:gd name="connsiteY13" fmla="*/ 48997 h 204766"/>
                <a:gd name="connsiteX14" fmla="*/ 0 w 211506"/>
                <a:gd name="connsiteY14" fmla="*/ 148587 h 204766"/>
                <a:gd name="connsiteX15" fmla="*/ 3195 w 211506"/>
                <a:gd name="connsiteY15" fmla="*/ 154333 h 204766"/>
                <a:gd name="connsiteX16" fmla="*/ 102878 w 211506"/>
                <a:gd name="connsiteY16" fmla="*/ 204128 h 204766"/>
                <a:gd name="connsiteX17" fmla="*/ 102878 w 211506"/>
                <a:gd name="connsiteY17" fmla="*/ 204128 h 204766"/>
                <a:gd name="connsiteX18" fmla="*/ 105434 w 211506"/>
                <a:gd name="connsiteY18" fmla="*/ 204766 h 204766"/>
                <a:gd name="connsiteX19" fmla="*/ 107990 w 211506"/>
                <a:gd name="connsiteY19" fmla="*/ 204128 h 204766"/>
                <a:gd name="connsiteX20" fmla="*/ 107990 w 211506"/>
                <a:gd name="connsiteY20" fmla="*/ 204128 h 204766"/>
                <a:gd name="connsiteX21" fmla="*/ 207034 w 211506"/>
                <a:gd name="connsiteY21" fmla="*/ 161355 h 204766"/>
                <a:gd name="connsiteX22" fmla="*/ 210868 w 211506"/>
                <a:gd name="connsiteY22" fmla="*/ 155610 h 204766"/>
                <a:gd name="connsiteX23" fmla="*/ 210868 w 211506"/>
                <a:gd name="connsiteY23" fmla="*/ 48997 h 204766"/>
                <a:gd name="connsiteX24" fmla="*/ 210229 w 211506"/>
                <a:gd name="connsiteY24" fmla="*/ 47082 h 204766"/>
                <a:gd name="connsiteX25" fmla="*/ 211507 w 211506"/>
                <a:gd name="connsiteY25" fmla="*/ 46443 h 204766"/>
                <a:gd name="connsiteX26" fmla="*/ 106712 w 211506"/>
                <a:gd name="connsiteY26" fmla="*/ 13247 h 204766"/>
                <a:gd name="connsiteX27" fmla="*/ 189781 w 211506"/>
                <a:gd name="connsiteY27" fmla="*/ 48997 h 204766"/>
                <a:gd name="connsiteX28" fmla="*/ 106712 w 211506"/>
                <a:gd name="connsiteY28" fmla="*/ 84747 h 204766"/>
                <a:gd name="connsiteX29" fmla="*/ 23004 w 211506"/>
                <a:gd name="connsiteY29" fmla="*/ 48997 h 204766"/>
                <a:gd name="connsiteX30" fmla="*/ 106712 w 211506"/>
                <a:gd name="connsiteY30" fmla="*/ 13247 h 204766"/>
                <a:gd name="connsiteX31" fmla="*/ 13419 w 211506"/>
                <a:gd name="connsiteY31" fmla="*/ 58573 h 204766"/>
                <a:gd name="connsiteX32" fmla="*/ 100322 w 211506"/>
                <a:gd name="connsiteY32" fmla="*/ 95600 h 204766"/>
                <a:gd name="connsiteX33" fmla="*/ 100322 w 211506"/>
                <a:gd name="connsiteY33" fmla="*/ 188168 h 204766"/>
                <a:gd name="connsiteX34" fmla="*/ 13419 w 211506"/>
                <a:gd name="connsiteY34" fmla="*/ 144757 h 204766"/>
                <a:gd name="connsiteX35" fmla="*/ 13419 w 211506"/>
                <a:gd name="connsiteY35" fmla="*/ 58573 h 204766"/>
                <a:gd name="connsiteX36" fmla="*/ 113102 w 211506"/>
                <a:gd name="connsiteY36" fmla="*/ 188806 h 204766"/>
                <a:gd name="connsiteX37" fmla="*/ 113102 w 211506"/>
                <a:gd name="connsiteY37" fmla="*/ 96239 h 204766"/>
                <a:gd name="connsiteX38" fmla="*/ 200005 w 211506"/>
                <a:gd name="connsiteY38" fmla="*/ 58573 h 204766"/>
                <a:gd name="connsiteX39" fmla="*/ 200005 w 211506"/>
                <a:gd name="connsiteY39" fmla="*/ 151141 h 204766"/>
                <a:gd name="connsiteX40" fmla="*/ 113102 w 211506"/>
                <a:gd name="connsiteY40" fmla="*/ 188806 h 204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11506" h="204766">
                  <a:moveTo>
                    <a:pt x="211507" y="46443"/>
                  </a:moveTo>
                  <a:cubicBezTo>
                    <a:pt x="211507" y="45805"/>
                    <a:pt x="210868" y="45805"/>
                    <a:pt x="210868" y="45167"/>
                  </a:cubicBezTo>
                  <a:lnTo>
                    <a:pt x="210229" y="44528"/>
                  </a:lnTo>
                  <a:cubicBezTo>
                    <a:pt x="209590" y="43890"/>
                    <a:pt x="208951" y="43890"/>
                    <a:pt x="208312" y="43251"/>
                  </a:cubicBezTo>
                  <a:lnTo>
                    <a:pt x="208312" y="43251"/>
                  </a:lnTo>
                  <a:lnTo>
                    <a:pt x="108629" y="479"/>
                  </a:lnTo>
                  <a:cubicBezTo>
                    <a:pt x="106712" y="-160"/>
                    <a:pt x="105434" y="-160"/>
                    <a:pt x="103517" y="479"/>
                  </a:cubicBezTo>
                  <a:lnTo>
                    <a:pt x="3834" y="43251"/>
                  </a:lnTo>
                  <a:lnTo>
                    <a:pt x="3834" y="43251"/>
                  </a:lnTo>
                  <a:cubicBezTo>
                    <a:pt x="3195" y="43251"/>
                    <a:pt x="2556" y="43890"/>
                    <a:pt x="1917" y="44528"/>
                  </a:cubicBezTo>
                  <a:lnTo>
                    <a:pt x="1278" y="45167"/>
                  </a:lnTo>
                  <a:lnTo>
                    <a:pt x="639" y="46443"/>
                  </a:lnTo>
                  <a:cubicBezTo>
                    <a:pt x="639" y="46443"/>
                    <a:pt x="639" y="47082"/>
                    <a:pt x="639" y="47082"/>
                  </a:cubicBezTo>
                  <a:cubicBezTo>
                    <a:pt x="639" y="47720"/>
                    <a:pt x="0" y="48359"/>
                    <a:pt x="0" y="48997"/>
                  </a:cubicBezTo>
                  <a:lnTo>
                    <a:pt x="0" y="148587"/>
                  </a:lnTo>
                  <a:cubicBezTo>
                    <a:pt x="0" y="151141"/>
                    <a:pt x="1278" y="153056"/>
                    <a:pt x="3195" y="154333"/>
                  </a:cubicBezTo>
                  <a:lnTo>
                    <a:pt x="102878" y="204128"/>
                  </a:lnTo>
                  <a:lnTo>
                    <a:pt x="102878" y="204128"/>
                  </a:lnTo>
                  <a:cubicBezTo>
                    <a:pt x="103517" y="204766"/>
                    <a:pt x="104795" y="204766"/>
                    <a:pt x="105434" y="204766"/>
                  </a:cubicBezTo>
                  <a:cubicBezTo>
                    <a:pt x="106073" y="204766"/>
                    <a:pt x="106712" y="204766"/>
                    <a:pt x="107990" y="204128"/>
                  </a:cubicBezTo>
                  <a:lnTo>
                    <a:pt x="107990" y="204128"/>
                  </a:lnTo>
                  <a:lnTo>
                    <a:pt x="207034" y="161355"/>
                  </a:lnTo>
                  <a:cubicBezTo>
                    <a:pt x="209590" y="160079"/>
                    <a:pt x="210868" y="158163"/>
                    <a:pt x="210868" y="155610"/>
                  </a:cubicBezTo>
                  <a:lnTo>
                    <a:pt x="210868" y="48997"/>
                  </a:lnTo>
                  <a:cubicBezTo>
                    <a:pt x="210868" y="48359"/>
                    <a:pt x="210868" y="47720"/>
                    <a:pt x="210229" y="47082"/>
                  </a:cubicBezTo>
                  <a:cubicBezTo>
                    <a:pt x="211507" y="46443"/>
                    <a:pt x="211507" y="46443"/>
                    <a:pt x="211507" y="46443"/>
                  </a:cubicBezTo>
                  <a:close/>
                  <a:moveTo>
                    <a:pt x="106712" y="13247"/>
                  </a:moveTo>
                  <a:lnTo>
                    <a:pt x="189781" y="48997"/>
                  </a:lnTo>
                  <a:lnTo>
                    <a:pt x="106712" y="84747"/>
                  </a:lnTo>
                  <a:lnTo>
                    <a:pt x="23004" y="48997"/>
                  </a:lnTo>
                  <a:lnTo>
                    <a:pt x="106712" y="13247"/>
                  </a:lnTo>
                  <a:close/>
                  <a:moveTo>
                    <a:pt x="13419" y="58573"/>
                  </a:moveTo>
                  <a:lnTo>
                    <a:pt x="100322" y="95600"/>
                  </a:lnTo>
                  <a:lnTo>
                    <a:pt x="100322" y="188168"/>
                  </a:lnTo>
                  <a:lnTo>
                    <a:pt x="13419" y="144757"/>
                  </a:lnTo>
                  <a:lnTo>
                    <a:pt x="13419" y="58573"/>
                  </a:lnTo>
                  <a:close/>
                  <a:moveTo>
                    <a:pt x="113102" y="188806"/>
                  </a:moveTo>
                  <a:lnTo>
                    <a:pt x="113102" y="96239"/>
                  </a:lnTo>
                  <a:lnTo>
                    <a:pt x="200005" y="58573"/>
                  </a:lnTo>
                  <a:lnTo>
                    <a:pt x="200005" y="151141"/>
                  </a:lnTo>
                  <a:lnTo>
                    <a:pt x="113102" y="188806"/>
                  </a:lnTo>
                  <a:close/>
                </a:path>
              </a:pathLst>
            </a:custGeom>
            <a:solidFill>
              <a:srgbClr val="005587"/>
            </a:solidFill>
            <a:ln w="6390" cap="flat">
              <a:noFill/>
              <a:prstDash val="solid"/>
              <a:miter/>
            </a:ln>
          </p:spPr>
          <p:txBody>
            <a:bodyPr rtlCol="0" anchor="ctr"/>
            <a:lstStyle/>
            <a:p>
              <a:endParaRPr lang="en-US"/>
            </a:p>
          </p:txBody>
        </p:sp>
      </p:grpSp>
      <p:grpSp>
        <p:nvGrpSpPr>
          <p:cNvPr id="134" name="Graphic 4">
            <a:extLst>
              <a:ext uri="{FF2B5EF4-FFF2-40B4-BE49-F238E27FC236}">
                <a16:creationId xmlns:a16="http://schemas.microsoft.com/office/drawing/2014/main" id="{BB2A1758-4153-EE44-B17E-46E9287DE31F}"/>
              </a:ext>
            </a:extLst>
          </p:cNvPr>
          <p:cNvGrpSpPr/>
          <p:nvPr/>
        </p:nvGrpSpPr>
        <p:grpSpPr>
          <a:xfrm>
            <a:off x="467743" y="4793256"/>
            <a:ext cx="361670" cy="361971"/>
            <a:chOff x="467743" y="4793256"/>
            <a:chExt cx="361670" cy="361971"/>
          </a:xfrm>
          <a:solidFill>
            <a:srgbClr val="012169"/>
          </a:solidFill>
        </p:grpSpPr>
        <p:sp>
          <p:nvSpPr>
            <p:cNvPr id="135" name="Graphic 4">
              <a:extLst>
                <a:ext uri="{FF2B5EF4-FFF2-40B4-BE49-F238E27FC236}">
                  <a16:creationId xmlns:a16="http://schemas.microsoft.com/office/drawing/2014/main" id="{E9C51A3B-4D40-7241-8C46-1AACEF79B49F}"/>
                </a:ext>
              </a:extLst>
            </p:cNvPr>
            <p:cNvSpPr/>
            <p:nvPr/>
          </p:nvSpPr>
          <p:spPr>
            <a:xfrm>
              <a:off x="467743" y="4793256"/>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0667 h 361971"/>
                <a:gd name="connsiteX4" fmla="*/ 361670 w 361670"/>
                <a:gd name="connsiteY4" fmla="*/ 180667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667 h 361971"/>
                <a:gd name="connsiteX9" fmla="*/ 180835 w 361670"/>
                <a:gd name="connsiteY9" fmla="*/ 12129 h 361971"/>
                <a:gd name="connsiteX10" fmla="*/ 348891 w 361670"/>
                <a:gd name="connsiteY10" fmla="*/ 180667 h 361971"/>
                <a:gd name="connsiteX11" fmla="*/ 348891 w 361670"/>
                <a:gd name="connsiteY11" fmla="*/ 180667 h 361971"/>
                <a:gd name="connsiteX12" fmla="*/ 180835 w 361670"/>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5" y="0"/>
                  </a:moveTo>
                  <a:cubicBezTo>
                    <a:pt x="80513" y="0"/>
                    <a:pt x="0" y="81077"/>
                    <a:pt x="0" y="180667"/>
                  </a:cubicBezTo>
                  <a:cubicBezTo>
                    <a:pt x="0" y="280895"/>
                    <a:pt x="81152" y="361972"/>
                    <a:pt x="180835" y="361972"/>
                  </a:cubicBezTo>
                  <a:cubicBezTo>
                    <a:pt x="280518" y="361972"/>
                    <a:pt x="361670" y="280895"/>
                    <a:pt x="361670" y="180667"/>
                  </a:cubicBezTo>
                  <a:cubicBezTo>
                    <a:pt x="361670" y="180667"/>
                    <a:pt x="361670" y="180667"/>
                    <a:pt x="361670" y="180667"/>
                  </a:cubicBezTo>
                  <a:cubicBezTo>
                    <a:pt x="361670" y="80438"/>
                    <a:pt x="281157" y="0"/>
                    <a:pt x="180835" y="0"/>
                  </a:cubicBezTo>
                  <a:cubicBezTo>
                    <a:pt x="180835" y="0"/>
                    <a:pt x="180835" y="0"/>
                    <a:pt x="180835" y="0"/>
                  </a:cubicBezTo>
                  <a:close/>
                  <a:moveTo>
                    <a:pt x="180835" y="348565"/>
                  </a:moveTo>
                  <a:cubicBezTo>
                    <a:pt x="87542" y="348565"/>
                    <a:pt x="12780" y="273234"/>
                    <a:pt x="12780" y="180667"/>
                  </a:cubicBezTo>
                  <a:cubicBezTo>
                    <a:pt x="12780" y="87461"/>
                    <a:pt x="88181" y="12129"/>
                    <a:pt x="180835" y="12129"/>
                  </a:cubicBezTo>
                  <a:cubicBezTo>
                    <a:pt x="273489" y="12129"/>
                    <a:pt x="348891" y="87461"/>
                    <a:pt x="348891" y="180667"/>
                  </a:cubicBezTo>
                  <a:lnTo>
                    <a:pt x="348891" y="180667"/>
                  </a:lnTo>
                  <a:cubicBezTo>
                    <a:pt x="348891" y="273234"/>
                    <a:pt x="273489" y="348565"/>
                    <a:pt x="180835" y="348565"/>
                  </a:cubicBezTo>
                  <a:close/>
                </a:path>
              </a:pathLst>
            </a:custGeom>
            <a:solidFill>
              <a:srgbClr val="012169"/>
            </a:solidFill>
            <a:ln w="6390" cap="flat">
              <a:noFill/>
              <a:prstDash val="solid"/>
              <a:miter/>
            </a:ln>
          </p:spPr>
          <p:txBody>
            <a:bodyPr rtlCol="0" anchor="ctr"/>
            <a:lstStyle/>
            <a:p>
              <a:endParaRPr lang="en-US"/>
            </a:p>
          </p:txBody>
        </p:sp>
        <p:sp>
          <p:nvSpPr>
            <p:cNvPr id="136" name="Graphic 4">
              <a:extLst>
                <a:ext uri="{FF2B5EF4-FFF2-40B4-BE49-F238E27FC236}">
                  <a16:creationId xmlns:a16="http://schemas.microsoft.com/office/drawing/2014/main" id="{C632F2EF-3CA9-F34C-B8D2-B0C20A7CCC42}"/>
                </a:ext>
              </a:extLst>
            </p:cNvPr>
            <p:cNvSpPr/>
            <p:nvPr/>
          </p:nvSpPr>
          <p:spPr>
            <a:xfrm>
              <a:off x="528447" y="4853904"/>
              <a:ext cx="240261" cy="240037"/>
            </a:xfrm>
            <a:custGeom>
              <a:avLst/>
              <a:gdLst>
                <a:gd name="connsiteX0" fmla="*/ 120131 w 240261"/>
                <a:gd name="connsiteY0" fmla="*/ 0 h 240037"/>
                <a:gd name="connsiteX1" fmla="*/ 0 w 240261"/>
                <a:gd name="connsiteY1" fmla="*/ 120019 h 240037"/>
                <a:gd name="connsiteX2" fmla="*/ 120131 w 240261"/>
                <a:gd name="connsiteY2" fmla="*/ 240038 h 240037"/>
                <a:gd name="connsiteX3" fmla="*/ 240262 w 240261"/>
                <a:gd name="connsiteY3" fmla="*/ 120019 h 240037"/>
                <a:gd name="connsiteX4" fmla="*/ 240262 w 240261"/>
                <a:gd name="connsiteY4" fmla="*/ 120019 h 240037"/>
                <a:gd name="connsiteX5" fmla="*/ 120131 w 240261"/>
                <a:gd name="connsiteY5" fmla="*/ 0 h 240037"/>
                <a:gd name="connsiteX6" fmla="*/ 214702 w 240261"/>
                <a:gd name="connsiteY6" fmla="*/ 170452 h 240037"/>
                <a:gd name="connsiteX7" fmla="*/ 162943 w 240261"/>
                <a:gd name="connsiteY7" fmla="*/ 170452 h 240037"/>
                <a:gd name="connsiteX8" fmla="*/ 166777 w 240261"/>
                <a:gd name="connsiteY8" fmla="*/ 126403 h 240037"/>
                <a:gd name="connsiteX9" fmla="*/ 226843 w 240261"/>
                <a:gd name="connsiteY9" fmla="*/ 126403 h 240037"/>
                <a:gd name="connsiteX10" fmla="*/ 214702 w 240261"/>
                <a:gd name="connsiteY10" fmla="*/ 170452 h 240037"/>
                <a:gd name="connsiteX11" fmla="*/ 120131 w 240261"/>
                <a:gd name="connsiteY11" fmla="*/ 227270 h 240037"/>
                <a:gd name="connsiteX12" fmla="*/ 93293 w 240261"/>
                <a:gd name="connsiteY12" fmla="*/ 183220 h 240037"/>
                <a:gd name="connsiteX13" fmla="*/ 147608 w 240261"/>
                <a:gd name="connsiteY13" fmla="*/ 183220 h 240037"/>
                <a:gd name="connsiteX14" fmla="*/ 120131 w 240261"/>
                <a:gd name="connsiteY14" fmla="*/ 227270 h 240037"/>
                <a:gd name="connsiteX15" fmla="*/ 120131 w 240261"/>
                <a:gd name="connsiteY15" fmla="*/ 227270 h 240037"/>
                <a:gd name="connsiteX16" fmla="*/ 90098 w 240261"/>
                <a:gd name="connsiteY16" fmla="*/ 170452 h 240037"/>
                <a:gd name="connsiteX17" fmla="*/ 85625 w 240261"/>
                <a:gd name="connsiteY17" fmla="*/ 126403 h 240037"/>
                <a:gd name="connsiteX18" fmla="*/ 153998 w 240261"/>
                <a:gd name="connsiteY18" fmla="*/ 126403 h 240037"/>
                <a:gd name="connsiteX19" fmla="*/ 149525 w 240261"/>
                <a:gd name="connsiteY19" fmla="*/ 170452 h 240037"/>
                <a:gd name="connsiteX20" fmla="*/ 90098 w 240261"/>
                <a:gd name="connsiteY20" fmla="*/ 170452 h 240037"/>
                <a:gd name="connsiteX21" fmla="*/ 13419 w 240261"/>
                <a:gd name="connsiteY21" fmla="*/ 126403 h 240037"/>
                <a:gd name="connsiteX22" fmla="*/ 73484 w 240261"/>
                <a:gd name="connsiteY22" fmla="*/ 126403 h 240037"/>
                <a:gd name="connsiteX23" fmla="*/ 77318 w 240261"/>
                <a:gd name="connsiteY23" fmla="*/ 170452 h 240037"/>
                <a:gd name="connsiteX24" fmla="*/ 25560 w 240261"/>
                <a:gd name="connsiteY24" fmla="*/ 170452 h 240037"/>
                <a:gd name="connsiteX25" fmla="*/ 13419 w 240261"/>
                <a:gd name="connsiteY25" fmla="*/ 126403 h 240037"/>
                <a:gd name="connsiteX26" fmla="*/ 25560 w 240261"/>
                <a:gd name="connsiteY26" fmla="*/ 69585 h 240037"/>
                <a:gd name="connsiteX27" fmla="*/ 77318 w 240261"/>
                <a:gd name="connsiteY27" fmla="*/ 69585 h 240037"/>
                <a:gd name="connsiteX28" fmla="*/ 73484 w 240261"/>
                <a:gd name="connsiteY28" fmla="*/ 113635 h 240037"/>
                <a:gd name="connsiteX29" fmla="*/ 13419 w 240261"/>
                <a:gd name="connsiteY29" fmla="*/ 113635 h 240037"/>
                <a:gd name="connsiteX30" fmla="*/ 25560 w 240261"/>
                <a:gd name="connsiteY30" fmla="*/ 69585 h 240037"/>
                <a:gd name="connsiteX31" fmla="*/ 120131 w 240261"/>
                <a:gd name="connsiteY31" fmla="*/ 12768 h 240037"/>
                <a:gd name="connsiteX32" fmla="*/ 146969 w 240261"/>
                <a:gd name="connsiteY32" fmla="*/ 56817 h 240037"/>
                <a:gd name="connsiteX33" fmla="*/ 92654 w 240261"/>
                <a:gd name="connsiteY33" fmla="*/ 56817 h 240037"/>
                <a:gd name="connsiteX34" fmla="*/ 120131 w 240261"/>
                <a:gd name="connsiteY34" fmla="*/ 12768 h 240037"/>
                <a:gd name="connsiteX35" fmla="*/ 120131 w 240261"/>
                <a:gd name="connsiteY35" fmla="*/ 12768 h 240037"/>
                <a:gd name="connsiteX36" fmla="*/ 150164 w 240261"/>
                <a:gd name="connsiteY36" fmla="*/ 69585 h 240037"/>
                <a:gd name="connsiteX37" fmla="*/ 154637 w 240261"/>
                <a:gd name="connsiteY37" fmla="*/ 113635 h 240037"/>
                <a:gd name="connsiteX38" fmla="*/ 86264 w 240261"/>
                <a:gd name="connsiteY38" fmla="*/ 113635 h 240037"/>
                <a:gd name="connsiteX39" fmla="*/ 90737 w 240261"/>
                <a:gd name="connsiteY39" fmla="*/ 69585 h 240037"/>
                <a:gd name="connsiteX40" fmla="*/ 150164 w 240261"/>
                <a:gd name="connsiteY40" fmla="*/ 69585 h 240037"/>
                <a:gd name="connsiteX41" fmla="*/ 166777 w 240261"/>
                <a:gd name="connsiteY41" fmla="*/ 113635 h 240037"/>
                <a:gd name="connsiteX42" fmla="*/ 162943 w 240261"/>
                <a:gd name="connsiteY42" fmla="*/ 69585 h 240037"/>
                <a:gd name="connsiteX43" fmla="*/ 214702 w 240261"/>
                <a:gd name="connsiteY43" fmla="*/ 69585 h 240037"/>
                <a:gd name="connsiteX44" fmla="*/ 226843 w 240261"/>
                <a:gd name="connsiteY44" fmla="*/ 113635 h 240037"/>
                <a:gd name="connsiteX45" fmla="*/ 166777 w 240261"/>
                <a:gd name="connsiteY45" fmla="*/ 113635 h 240037"/>
                <a:gd name="connsiteX46" fmla="*/ 206395 w 240261"/>
                <a:gd name="connsiteY46" fmla="*/ 56817 h 240037"/>
                <a:gd name="connsiteX47" fmla="*/ 160387 w 240261"/>
                <a:gd name="connsiteY47" fmla="*/ 56817 h 240037"/>
                <a:gd name="connsiteX48" fmla="*/ 144413 w 240261"/>
                <a:gd name="connsiteY48" fmla="*/ 15321 h 240037"/>
                <a:gd name="connsiteX49" fmla="*/ 206395 w 240261"/>
                <a:gd name="connsiteY49" fmla="*/ 56817 h 240037"/>
                <a:gd name="connsiteX50" fmla="*/ 206395 w 240261"/>
                <a:gd name="connsiteY50" fmla="*/ 56817 h 240037"/>
                <a:gd name="connsiteX51" fmla="*/ 95849 w 240261"/>
                <a:gd name="connsiteY51" fmla="*/ 15321 h 240037"/>
                <a:gd name="connsiteX52" fmla="*/ 79874 w 240261"/>
                <a:gd name="connsiteY52" fmla="*/ 56817 h 240037"/>
                <a:gd name="connsiteX53" fmla="*/ 33867 w 240261"/>
                <a:gd name="connsiteY53" fmla="*/ 56817 h 240037"/>
                <a:gd name="connsiteX54" fmla="*/ 95849 w 240261"/>
                <a:gd name="connsiteY54" fmla="*/ 15321 h 240037"/>
                <a:gd name="connsiteX55" fmla="*/ 95849 w 240261"/>
                <a:gd name="connsiteY55" fmla="*/ 15321 h 240037"/>
                <a:gd name="connsiteX56" fmla="*/ 33867 w 240261"/>
                <a:gd name="connsiteY56" fmla="*/ 183220 h 240037"/>
                <a:gd name="connsiteX57" fmla="*/ 79874 w 240261"/>
                <a:gd name="connsiteY57" fmla="*/ 183220 h 240037"/>
                <a:gd name="connsiteX58" fmla="*/ 95849 w 240261"/>
                <a:gd name="connsiteY58" fmla="*/ 224716 h 240037"/>
                <a:gd name="connsiteX59" fmla="*/ 33867 w 240261"/>
                <a:gd name="connsiteY59" fmla="*/ 183220 h 240037"/>
                <a:gd name="connsiteX60" fmla="*/ 144413 w 240261"/>
                <a:gd name="connsiteY60" fmla="*/ 224716 h 240037"/>
                <a:gd name="connsiteX61" fmla="*/ 160387 w 240261"/>
                <a:gd name="connsiteY61" fmla="*/ 183220 h 240037"/>
                <a:gd name="connsiteX62" fmla="*/ 206395 w 240261"/>
                <a:gd name="connsiteY62" fmla="*/ 183220 h 240037"/>
                <a:gd name="connsiteX63" fmla="*/ 144413 w 240261"/>
                <a:gd name="connsiteY63" fmla="*/ 224716 h 240037"/>
                <a:gd name="connsiteX64" fmla="*/ 144413 w 240261"/>
                <a:gd name="connsiteY64" fmla="*/ 224716 h 240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40261" h="240037">
                  <a:moveTo>
                    <a:pt x="120131" y="0"/>
                  </a:moveTo>
                  <a:cubicBezTo>
                    <a:pt x="53675" y="0"/>
                    <a:pt x="0" y="53625"/>
                    <a:pt x="0" y="120019"/>
                  </a:cubicBezTo>
                  <a:cubicBezTo>
                    <a:pt x="0" y="186412"/>
                    <a:pt x="53675" y="240038"/>
                    <a:pt x="120131" y="240038"/>
                  </a:cubicBezTo>
                  <a:cubicBezTo>
                    <a:pt x="186586" y="240038"/>
                    <a:pt x="240262" y="186412"/>
                    <a:pt x="240262" y="120019"/>
                  </a:cubicBezTo>
                  <a:cubicBezTo>
                    <a:pt x="240262" y="120019"/>
                    <a:pt x="240262" y="120019"/>
                    <a:pt x="240262" y="120019"/>
                  </a:cubicBezTo>
                  <a:cubicBezTo>
                    <a:pt x="240262" y="53625"/>
                    <a:pt x="186586" y="0"/>
                    <a:pt x="120131" y="0"/>
                  </a:cubicBezTo>
                  <a:close/>
                  <a:moveTo>
                    <a:pt x="214702" y="170452"/>
                  </a:moveTo>
                  <a:lnTo>
                    <a:pt x="162943" y="170452"/>
                  </a:lnTo>
                  <a:cubicBezTo>
                    <a:pt x="165499" y="155769"/>
                    <a:pt x="166777" y="141086"/>
                    <a:pt x="166777" y="126403"/>
                  </a:cubicBezTo>
                  <a:lnTo>
                    <a:pt x="226843" y="126403"/>
                  </a:lnTo>
                  <a:cubicBezTo>
                    <a:pt x="226204" y="141724"/>
                    <a:pt x="221731" y="157046"/>
                    <a:pt x="214702" y="170452"/>
                  </a:cubicBezTo>
                  <a:close/>
                  <a:moveTo>
                    <a:pt x="120131" y="227270"/>
                  </a:moveTo>
                  <a:cubicBezTo>
                    <a:pt x="110546" y="227270"/>
                    <a:pt x="99683" y="210033"/>
                    <a:pt x="93293" y="183220"/>
                  </a:cubicBezTo>
                  <a:lnTo>
                    <a:pt x="147608" y="183220"/>
                  </a:lnTo>
                  <a:cubicBezTo>
                    <a:pt x="140579" y="210033"/>
                    <a:pt x="129716" y="227270"/>
                    <a:pt x="120131" y="227270"/>
                  </a:cubicBezTo>
                  <a:lnTo>
                    <a:pt x="120131" y="227270"/>
                  </a:lnTo>
                  <a:close/>
                  <a:moveTo>
                    <a:pt x="90098" y="170452"/>
                  </a:moveTo>
                  <a:cubicBezTo>
                    <a:pt x="87542" y="155769"/>
                    <a:pt x="86264" y="141086"/>
                    <a:pt x="85625" y="126403"/>
                  </a:cubicBezTo>
                  <a:lnTo>
                    <a:pt x="153998" y="126403"/>
                  </a:lnTo>
                  <a:cubicBezTo>
                    <a:pt x="153998" y="141086"/>
                    <a:pt x="152081" y="155769"/>
                    <a:pt x="149525" y="170452"/>
                  </a:cubicBezTo>
                  <a:lnTo>
                    <a:pt x="90098" y="170452"/>
                  </a:lnTo>
                  <a:close/>
                  <a:moveTo>
                    <a:pt x="13419" y="126403"/>
                  </a:moveTo>
                  <a:lnTo>
                    <a:pt x="73484" y="126403"/>
                  </a:lnTo>
                  <a:cubicBezTo>
                    <a:pt x="73484" y="141086"/>
                    <a:pt x="75401" y="155769"/>
                    <a:pt x="77318" y="170452"/>
                  </a:cubicBezTo>
                  <a:lnTo>
                    <a:pt x="25560" y="170452"/>
                  </a:lnTo>
                  <a:cubicBezTo>
                    <a:pt x="17892" y="157046"/>
                    <a:pt x="14058" y="141724"/>
                    <a:pt x="13419" y="126403"/>
                  </a:cubicBezTo>
                  <a:close/>
                  <a:moveTo>
                    <a:pt x="25560" y="69585"/>
                  </a:moveTo>
                  <a:lnTo>
                    <a:pt x="77318" y="69585"/>
                  </a:lnTo>
                  <a:cubicBezTo>
                    <a:pt x="74762" y="84269"/>
                    <a:pt x="73484" y="98952"/>
                    <a:pt x="73484" y="113635"/>
                  </a:cubicBezTo>
                  <a:lnTo>
                    <a:pt x="13419" y="113635"/>
                  </a:lnTo>
                  <a:cubicBezTo>
                    <a:pt x="14058" y="98313"/>
                    <a:pt x="17892" y="82992"/>
                    <a:pt x="25560" y="69585"/>
                  </a:cubicBezTo>
                  <a:close/>
                  <a:moveTo>
                    <a:pt x="120131" y="12768"/>
                  </a:moveTo>
                  <a:cubicBezTo>
                    <a:pt x="129716" y="12768"/>
                    <a:pt x="140579" y="30005"/>
                    <a:pt x="146969" y="56817"/>
                  </a:cubicBezTo>
                  <a:lnTo>
                    <a:pt x="92654" y="56817"/>
                  </a:lnTo>
                  <a:cubicBezTo>
                    <a:pt x="99683" y="30005"/>
                    <a:pt x="110546" y="12768"/>
                    <a:pt x="120131" y="12768"/>
                  </a:cubicBezTo>
                  <a:lnTo>
                    <a:pt x="120131" y="12768"/>
                  </a:lnTo>
                  <a:close/>
                  <a:moveTo>
                    <a:pt x="150164" y="69585"/>
                  </a:moveTo>
                  <a:cubicBezTo>
                    <a:pt x="152720" y="84269"/>
                    <a:pt x="153998" y="98952"/>
                    <a:pt x="154637" y="113635"/>
                  </a:cubicBezTo>
                  <a:lnTo>
                    <a:pt x="86264" y="113635"/>
                  </a:lnTo>
                  <a:cubicBezTo>
                    <a:pt x="86264" y="98952"/>
                    <a:pt x="88181" y="84269"/>
                    <a:pt x="90737" y="69585"/>
                  </a:cubicBezTo>
                  <a:lnTo>
                    <a:pt x="150164" y="69585"/>
                  </a:lnTo>
                  <a:close/>
                  <a:moveTo>
                    <a:pt x="166777" y="113635"/>
                  </a:moveTo>
                  <a:cubicBezTo>
                    <a:pt x="166777" y="98952"/>
                    <a:pt x="164860" y="84269"/>
                    <a:pt x="162943" y="69585"/>
                  </a:cubicBezTo>
                  <a:lnTo>
                    <a:pt x="214702" y="69585"/>
                  </a:lnTo>
                  <a:cubicBezTo>
                    <a:pt x="221731" y="82992"/>
                    <a:pt x="226204" y="98313"/>
                    <a:pt x="226843" y="113635"/>
                  </a:cubicBezTo>
                  <a:lnTo>
                    <a:pt x="166777" y="113635"/>
                  </a:lnTo>
                  <a:close/>
                  <a:moveTo>
                    <a:pt x="206395" y="56817"/>
                  </a:moveTo>
                  <a:lnTo>
                    <a:pt x="160387" y="56817"/>
                  </a:lnTo>
                  <a:cubicBezTo>
                    <a:pt x="157192" y="42134"/>
                    <a:pt x="152081" y="28089"/>
                    <a:pt x="144413" y="15321"/>
                  </a:cubicBezTo>
                  <a:cubicBezTo>
                    <a:pt x="169333" y="21705"/>
                    <a:pt x="191059" y="36389"/>
                    <a:pt x="206395" y="56817"/>
                  </a:cubicBezTo>
                  <a:lnTo>
                    <a:pt x="206395" y="56817"/>
                  </a:lnTo>
                  <a:close/>
                  <a:moveTo>
                    <a:pt x="95849" y="15321"/>
                  </a:moveTo>
                  <a:cubicBezTo>
                    <a:pt x="88181" y="28089"/>
                    <a:pt x="82430" y="42134"/>
                    <a:pt x="79874" y="56817"/>
                  </a:cubicBezTo>
                  <a:lnTo>
                    <a:pt x="33867" y="56817"/>
                  </a:lnTo>
                  <a:cubicBezTo>
                    <a:pt x="49203" y="36389"/>
                    <a:pt x="70928" y="21705"/>
                    <a:pt x="95849" y="15321"/>
                  </a:cubicBezTo>
                  <a:lnTo>
                    <a:pt x="95849" y="15321"/>
                  </a:lnTo>
                  <a:close/>
                  <a:moveTo>
                    <a:pt x="33867" y="183220"/>
                  </a:moveTo>
                  <a:lnTo>
                    <a:pt x="79874" y="183220"/>
                  </a:lnTo>
                  <a:cubicBezTo>
                    <a:pt x="83069" y="197903"/>
                    <a:pt x="88181" y="211948"/>
                    <a:pt x="95849" y="224716"/>
                  </a:cubicBezTo>
                  <a:cubicBezTo>
                    <a:pt x="70928" y="218332"/>
                    <a:pt x="49203" y="203649"/>
                    <a:pt x="33867" y="183220"/>
                  </a:cubicBezTo>
                  <a:close/>
                  <a:moveTo>
                    <a:pt x="144413" y="224716"/>
                  </a:moveTo>
                  <a:cubicBezTo>
                    <a:pt x="152081" y="211948"/>
                    <a:pt x="157831" y="197903"/>
                    <a:pt x="160387" y="183220"/>
                  </a:cubicBezTo>
                  <a:lnTo>
                    <a:pt x="206395" y="183220"/>
                  </a:lnTo>
                  <a:cubicBezTo>
                    <a:pt x="191059" y="203649"/>
                    <a:pt x="169333" y="218332"/>
                    <a:pt x="144413" y="224716"/>
                  </a:cubicBezTo>
                  <a:lnTo>
                    <a:pt x="144413" y="224716"/>
                  </a:lnTo>
                  <a:close/>
                </a:path>
              </a:pathLst>
            </a:custGeom>
            <a:solidFill>
              <a:srgbClr val="012169"/>
            </a:solidFill>
            <a:ln w="6390" cap="flat">
              <a:noFill/>
              <a:prstDash val="solid"/>
              <a:miter/>
            </a:ln>
          </p:spPr>
          <p:txBody>
            <a:bodyPr rtlCol="0" anchor="ctr"/>
            <a:lstStyle/>
            <a:p>
              <a:endParaRPr lang="en-US"/>
            </a:p>
          </p:txBody>
        </p:sp>
      </p:grpSp>
      <p:grpSp>
        <p:nvGrpSpPr>
          <p:cNvPr id="137" name="Graphic 4">
            <a:extLst>
              <a:ext uri="{FF2B5EF4-FFF2-40B4-BE49-F238E27FC236}">
                <a16:creationId xmlns:a16="http://schemas.microsoft.com/office/drawing/2014/main" id="{51FABD66-D6C5-5448-A289-EE5F21840EA6}"/>
              </a:ext>
            </a:extLst>
          </p:cNvPr>
          <p:cNvGrpSpPr/>
          <p:nvPr/>
        </p:nvGrpSpPr>
        <p:grpSpPr>
          <a:xfrm>
            <a:off x="2998797" y="3339623"/>
            <a:ext cx="362309" cy="361971"/>
            <a:chOff x="2998797" y="3339623"/>
            <a:chExt cx="362309" cy="361971"/>
          </a:xfrm>
          <a:solidFill>
            <a:srgbClr val="005587"/>
          </a:solidFill>
        </p:grpSpPr>
        <p:sp>
          <p:nvSpPr>
            <p:cNvPr id="138" name="Graphic 4">
              <a:extLst>
                <a:ext uri="{FF2B5EF4-FFF2-40B4-BE49-F238E27FC236}">
                  <a16:creationId xmlns:a16="http://schemas.microsoft.com/office/drawing/2014/main" id="{2059DC1A-5231-1E44-8535-86407DD94867}"/>
                </a:ext>
              </a:extLst>
            </p:cNvPr>
            <p:cNvSpPr/>
            <p:nvPr/>
          </p:nvSpPr>
          <p:spPr>
            <a:xfrm>
              <a:off x="3086339" y="3476879"/>
              <a:ext cx="86903" cy="129594"/>
            </a:xfrm>
            <a:custGeom>
              <a:avLst/>
              <a:gdLst>
                <a:gd name="connsiteX0" fmla="*/ 86903 w 86903"/>
                <a:gd name="connsiteY0" fmla="*/ 37666 h 129594"/>
                <a:gd name="connsiteX1" fmla="*/ 0 w 86903"/>
                <a:gd name="connsiteY1" fmla="*/ 0 h 129594"/>
                <a:gd name="connsiteX2" fmla="*/ 0 w 86903"/>
                <a:gd name="connsiteY2" fmla="*/ 86184 h 129594"/>
                <a:gd name="connsiteX3" fmla="*/ 86903 w 86903"/>
                <a:gd name="connsiteY3" fmla="*/ 129595 h 129594"/>
              </a:gdLst>
              <a:ahLst/>
              <a:cxnLst>
                <a:cxn ang="0">
                  <a:pos x="connsiteX0" y="connsiteY0"/>
                </a:cxn>
                <a:cxn ang="0">
                  <a:pos x="connsiteX1" y="connsiteY1"/>
                </a:cxn>
                <a:cxn ang="0">
                  <a:pos x="connsiteX2" y="connsiteY2"/>
                </a:cxn>
                <a:cxn ang="0">
                  <a:pos x="connsiteX3" y="connsiteY3"/>
                </a:cxn>
              </a:cxnLst>
              <a:rect l="l" t="t" r="r" b="b"/>
              <a:pathLst>
                <a:path w="86903" h="129594">
                  <a:moveTo>
                    <a:pt x="86903" y="37666"/>
                  </a:moveTo>
                  <a:lnTo>
                    <a:pt x="0" y="0"/>
                  </a:lnTo>
                  <a:lnTo>
                    <a:pt x="0" y="86184"/>
                  </a:lnTo>
                  <a:lnTo>
                    <a:pt x="86903" y="129595"/>
                  </a:lnTo>
                  <a:close/>
                </a:path>
              </a:pathLst>
            </a:custGeom>
            <a:solidFill>
              <a:srgbClr val="005587"/>
            </a:solidFill>
            <a:ln w="6390" cap="flat">
              <a:noFill/>
              <a:prstDash val="solid"/>
              <a:miter/>
            </a:ln>
          </p:spPr>
          <p:txBody>
            <a:bodyPr rtlCol="0" anchor="ctr"/>
            <a:lstStyle/>
            <a:p>
              <a:endParaRPr lang="en-US"/>
            </a:p>
          </p:txBody>
        </p:sp>
        <p:sp>
          <p:nvSpPr>
            <p:cNvPr id="139" name="Graphic 4">
              <a:extLst>
                <a:ext uri="{FF2B5EF4-FFF2-40B4-BE49-F238E27FC236}">
                  <a16:creationId xmlns:a16="http://schemas.microsoft.com/office/drawing/2014/main" id="{518CECD8-7B0E-FE49-97C4-B72F13BE8EC3}"/>
                </a:ext>
              </a:extLst>
            </p:cNvPr>
            <p:cNvSpPr/>
            <p:nvPr/>
          </p:nvSpPr>
          <p:spPr>
            <a:xfrm>
              <a:off x="3095924" y="3431553"/>
              <a:ext cx="167416" cy="71500"/>
            </a:xfrm>
            <a:custGeom>
              <a:avLst/>
              <a:gdLst>
                <a:gd name="connsiteX0" fmla="*/ 167416 w 167416"/>
                <a:gd name="connsiteY0" fmla="*/ 35750 h 71500"/>
                <a:gd name="connsiteX1" fmla="*/ 83708 w 167416"/>
                <a:gd name="connsiteY1" fmla="*/ 0 h 71500"/>
                <a:gd name="connsiteX2" fmla="*/ 0 w 167416"/>
                <a:gd name="connsiteY2" fmla="*/ 35750 h 71500"/>
                <a:gd name="connsiteX3" fmla="*/ 83708 w 167416"/>
                <a:gd name="connsiteY3" fmla="*/ 71500 h 71500"/>
              </a:gdLst>
              <a:ahLst/>
              <a:cxnLst>
                <a:cxn ang="0">
                  <a:pos x="connsiteX0" y="connsiteY0"/>
                </a:cxn>
                <a:cxn ang="0">
                  <a:pos x="connsiteX1" y="connsiteY1"/>
                </a:cxn>
                <a:cxn ang="0">
                  <a:pos x="connsiteX2" y="connsiteY2"/>
                </a:cxn>
                <a:cxn ang="0">
                  <a:pos x="connsiteX3" y="connsiteY3"/>
                </a:cxn>
              </a:cxnLst>
              <a:rect l="l" t="t" r="r" b="b"/>
              <a:pathLst>
                <a:path w="167416" h="71500">
                  <a:moveTo>
                    <a:pt x="167416" y="35750"/>
                  </a:moveTo>
                  <a:lnTo>
                    <a:pt x="83708" y="0"/>
                  </a:lnTo>
                  <a:lnTo>
                    <a:pt x="0" y="35750"/>
                  </a:lnTo>
                  <a:lnTo>
                    <a:pt x="83708" y="71500"/>
                  </a:lnTo>
                  <a:close/>
                </a:path>
              </a:pathLst>
            </a:custGeom>
            <a:solidFill>
              <a:srgbClr val="005587"/>
            </a:solidFill>
            <a:ln w="6390" cap="flat">
              <a:noFill/>
              <a:prstDash val="solid"/>
              <a:miter/>
            </a:ln>
          </p:spPr>
          <p:txBody>
            <a:bodyPr rtlCol="0" anchor="ctr"/>
            <a:lstStyle/>
            <a:p>
              <a:endParaRPr lang="en-US"/>
            </a:p>
          </p:txBody>
        </p:sp>
        <p:sp>
          <p:nvSpPr>
            <p:cNvPr id="140" name="Graphic 4">
              <a:extLst>
                <a:ext uri="{FF2B5EF4-FFF2-40B4-BE49-F238E27FC236}">
                  <a16:creationId xmlns:a16="http://schemas.microsoft.com/office/drawing/2014/main" id="{80D4FD6B-D7BD-644D-BE94-7D3BD1E247D8}"/>
                </a:ext>
              </a:extLst>
            </p:cNvPr>
            <p:cNvSpPr/>
            <p:nvPr/>
          </p:nvSpPr>
          <p:spPr>
            <a:xfrm>
              <a:off x="3186022" y="3476879"/>
              <a:ext cx="86903" cy="130233"/>
            </a:xfrm>
            <a:custGeom>
              <a:avLst/>
              <a:gdLst>
                <a:gd name="connsiteX0" fmla="*/ 0 w 86903"/>
                <a:gd name="connsiteY0" fmla="*/ 37666 h 130233"/>
                <a:gd name="connsiteX1" fmla="*/ 0 w 86903"/>
                <a:gd name="connsiteY1" fmla="*/ 130233 h 130233"/>
                <a:gd name="connsiteX2" fmla="*/ 86903 w 86903"/>
                <a:gd name="connsiteY2" fmla="*/ 93206 h 130233"/>
                <a:gd name="connsiteX3" fmla="*/ 86903 w 86903"/>
                <a:gd name="connsiteY3" fmla="*/ 0 h 130233"/>
              </a:gdLst>
              <a:ahLst/>
              <a:cxnLst>
                <a:cxn ang="0">
                  <a:pos x="connsiteX0" y="connsiteY0"/>
                </a:cxn>
                <a:cxn ang="0">
                  <a:pos x="connsiteX1" y="connsiteY1"/>
                </a:cxn>
                <a:cxn ang="0">
                  <a:pos x="connsiteX2" y="connsiteY2"/>
                </a:cxn>
                <a:cxn ang="0">
                  <a:pos x="connsiteX3" y="connsiteY3"/>
                </a:cxn>
              </a:cxnLst>
              <a:rect l="l" t="t" r="r" b="b"/>
              <a:pathLst>
                <a:path w="86903" h="130233">
                  <a:moveTo>
                    <a:pt x="0" y="37666"/>
                  </a:moveTo>
                  <a:lnTo>
                    <a:pt x="0" y="130233"/>
                  </a:lnTo>
                  <a:lnTo>
                    <a:pt x="86903" y="93206"/>
                  </a:lnTo>
                  <a:lnTo>
                    <a:pt x="86903" y="0"/>
                  </a:lnTo>
                  <a:close/>
                </a:path>
              </a:pathLst>
            </a:custGeom>
            <a:solidFill>
              <a:srgbClr val="005587"/>
            </a:solidFill>
            <a:ln w="6390" cap="flat">
              <a:noFill/>
              <a:prstDash val="solid"/>
              <a:miter/>
            </a:ln>
          </p:spPr>
          <p:txBody>
            <a:bodyPr rtlCol="0" anchor="ctr"/>
            <a:lstStyle/>
            <a:p>
              <a:endParaRPr lang="en-US"/>
            </a:p>
          </p:txBody>
        </p:sp>
        <p:sp>
          <p:nvSpPr>
            <p:cNvPr id="141" name="Graphic 4">
              <a:extLst>
                <a:ext uri="{FF2B5EF4-FFF2-40B4-BE49-F238E27FC236}">
                  <a16:creationId xmlns:a16="http://schemas.microsoft.com/office/drawing/2014/main" id="{07244D62-8AD8-B742-8461-6E866683D3AA}"/>
                </a:ext>
              </a:extLst>
            </p:cNvPr>
            <p:cNvSpPr/>
            <p:nvPr/>
          </p:nvSpPr>
          <p:spPr>
            <a:xfrm>
              <a:off x="2998797" y="333962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1305 h 361971"/>
                <a:gd name="connsiteX4" fmla="*/ 180835 w 362309"/>
                <a:gd name="connsiteY4" fmla="*/ 0 h 361971"/>
                <a:gd name="connsiteX5" fmla="*/ 180835 w 362309"/>
                <a:gd name="connsiteY5" fmla="*/ 0 h 361971"/>
                <a:gd name="connsiteX6" fmla="*/ 286908 w 362309"/>
                <a:gd name="connsiteY6" fmla="*/ 234292 h 361971"/>
                <a:gd name="connsiteX7" fmla="*/ 283074 w 362309"/>
                <a:gd name="connsiteY7" fmla="*/ 240038 h 361971"/>
                <a:gd name="connsiteX8" fmla="*/ 183391 w 362309"/>
                <a:gd name="connsiteY8" fmla="*/ 282810 h 361971"/>
                <a:gd name="connsiteX9" fmla="*/ 183391 w 362309"/>
                <a:gd name="connsiteY9" fmla="*/ 282810 h 361971"/>
                <a:gd name="connsiteX10" fmla="*/ 181474 w 362309"/>
                <a:gd name="connsiteY10" fmla="*/ 283449 h 361971"/>
                <a:gd name="connsiteX11" fmla="*/ 178918 w 362309"/>
                <a:gd name="connsiteY11" fmla="*/ 282810 h 361971"/>
                <a:gd name="connsiteX12" fmla="*/ 178918 w 362309"/>
                <a:gd name="connsiteY12" fmla="*/ 282810 h 361971"/>
                <a:gd name="connsiteX13" fmla="*/ 78596 w 362309"/>
                <a:gd name="connsiteY13" fmla="*/ 233015 h 361971"/>
                <a:gd name="connsiteX14" fmla="*/ 74762 w 362309"/>
                <a:gd name="connsiteY14" fmla="*/ 227270 h 361971"/>
                <a:gd name="connsiteX15" fmla="*/ 74762 w 362309"/>
                <a:gd name="connsiteY15" fmla="*/ 127680 h 361971"/>
                <a:gd name="connsiteX16" fmla="*/ 75401 w 362309"/>
                <a:gd name="connsiteY16" fmla="*/ 125765 h 361971"/>
                <a:gd name="connsiteX17" fmla="*/ 75401 w 362309"/>
                <a:gd name="connsiteY17" fmla="*/ 125126 h 361971"/>
                <a:gd name="connsiteX18" fmla="*/ 76040 w 362309"/>
                <a:gd name="connsiteY18" fmla="*/ 123849 h 361971"/>
                <a:gd name="connsiteX19" fmla="*/ 76679 w 362309"/>
                <a:gd name="connsiteY19" fmla="*/ 123211 h 361971"/>
                <a:gd name="connsiteX20" fmla="*/ 78596 w 362309"/>
                <a:gd name="connsiteY20" fmla="*/ 121934 h 361971"/>
                <a:gd name="connsiteX21" fmla="*/ 78596 w 362309"/>
                <a:gd name="connsiteY21" fmla="*/ 121934 h 361971"/>
                <a:gd name="connsiteX22" fmla="*/ 178279 w 362309"/>
                <a:gd name="connsiteY22" fmla="*/ 79162 h 361971"/>
                <a:gd name="connsiteX23" fmla="*/ 183391 w 362309"/>
                <a:gd name="connsiteY23" fmla="*/ 79162 h 361971"/>
                <a:gd name="connsiteX24" fmla="*/ 283074 w 362309"/>
                <a:gd name="connsiteY24" fmla="*/ 121934 h 361971"/>
                <a:gd name="connsiteX25" fmla="*/ 283074 w 362309"/>
                <a:gd name="connsiteY25" fmla="*/ 121934 h 361971"/>
                <a:gd name="connsiteX26" fmla="*/ 284991 w 362309"/>
                <a:gd name="connsiteY26" fmla="*/ 123211 h 361971"/>
                <a:gd name="connsiteX27" fmla="*/ 285630 w 362309"/>
                <a:gd name="connsiteY27" fmla="*/ 123849 h 361971"/>
                <a:gd name="connsiteX28" fmla="*/ 286269 w 362309"/>
                <a:gd name="connsiteY28" fmla="*/ 125126 h 361971"/>
                <a:gd name="connsiteX29" fmla="*/ 286269 w 362309"/>
                <a:gd name="connsiteY29" fmla="*/ 125765 h 361971"/>
                <a:gd name="connsiteX30" fmla="*/ 286908 w 362309"/>
                <a:gd name="connsiteY30" fmla="*/ 127680 h 361971"/>
                <a:gd name="connsiteX31" fmla="*/ 286908 w 362309"/>
                <a:gd name="connsiteY31" fmla="*/ 23429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2309" h="361971">
                  <a:moveTo>
                    <a:pt x="180835" y="0"/>
                  </a:moveTo>
                  <a:cubicBezTo>
                    <a:pt x="80513" y="0"/>
                    <a:pt x="0" y="81077"/>
                    <a:pt x="0" y="181305"/>
                  </a:cubicBezTo>
                  <a:cubicBezTo>
                    <a:pt x="0" y="281533"/>
                    <a:pt x="81152" y="361972"/>
                    <a:pt x="181474" y="361972"/>
                  </a:cubicBezTo>
                  <a:cubicBezTo>
                    <a:pt x="281157" y="361972"/>
                    <a:pt x="362310" y="280895"/>
                    <a:pt x="362310" y="181305"/>
                  </a:cubicBezTo>
                  <a:cubicBezTo>
                    <a:pt x="362310" y="81077"/>
                    <a:pt x="281157" y="0"/>
                    <a:pt x="180835" y="0"/>
                  </a:cubicBezTo>
                  <a:cubicBezTo>
                    <a:pt x="180835" y="0"/>
                    <a:pt x="180835" y="0"/>
                    <a:pt x="180835" y="0"/>
                  </a:cubicBezTo>
                  <a:close/>
                  <a:moveTo>
                    <a:pt x="286908" y="234292"/>
                  </a:moveTo>
                  <a:cubicBezTo>
                    <a:pt x="286908" y="236846"/>
                    <a:pt x="285630" y="239399"/>
                    <a:pt x="283074" y="240038"/>
                  </a:cubicBezTo>
                  <a:lnTo>
                    <a:pt x="183391" y="282810"/>
                  </a:lnTo>
                  <a:lnTo>
                    <a:pt x="183391" y="282810"/>
                  </a:lnTo>
                  <a:cubicBezTo>
                    <a:pt x="182752" y="282810"/>
                    <a:pt x="182113" y="283449"/>
                    <a:pt x="181474" y="283449"/>
                  </a:cubicBezTo>
                  <a:cubicBezTo>
                    <a:pt x="180835" y="283449"/>
                    <a:pt x="179557" y="283449"/>
                    <a:pt x="178918" y="282810"/>
                  </a:cubicBezTo>
                  <a:lnTo>
                    <a:pt x="178918" y="282810"/>
                  </a:lnTo>
                  <a:lnTo>
                    <a:pt x="78596" y="233015"/>
                  </a:lnTo>
                  <a:cubicBezTo>
                    <a:pt x="76679" y="231738"/>
                    <a:pt x="74762" y="229823"/>
                    <a:pt x="74762" y="227270"/>
                  </a:cubicBezTo>
                  <a:lnTo>
                    <a:pt x="74762" y="127680"/>
                  </a:lnTo>
                  <a:cubicBezTo>
                    <a:pt x="74762" y="127041"/>
                    <a:pt x="74762" y="126403"/>
                    <a:pt x="75401" y="125765"/>
                  </a:cubicBezTo>
                  <a:lnTo>
                    <a:pt x="75401" y="125126"/>
                  </a:lnTo>
                  <a:cubicBezTo>
                    <a:pt x="75401" y="124488"/>
                    <a:pt x="76040" y="124488"/>
                    <a:pt x="76040" y="123849"/>
                  </a:cubicBezTo>
                  <a:lnTo>
                    <a:pt x="76679" y="123211"/>
                  </a:lnTo>
                  <a:cubicBezTo>
                    <a:pt x="77318" y="122573"/>
                    <a:pt x="77957" y="122573"/>
                    <a:pt x="78596" y="121934"/>
                  </a:cubicBezTo>
                  <a:lnTo>
                    <a:pt x="78596" y="121934"/>
                  </a:lnTo>
                  <a:lnTo>
                    <a:pt x="178279" y="79162"/>
                  </a:lnTo>
                  <a:cubicBezTo>
                    <a:pt x="180196" y="78523"/>
                    <a:pt x="181474" y="78523"/>
                    <a:pt x="183391" y="79162"/>
                  </a:cubicBezTo>
                  <a:lnTo>
                    <a:pt x="283074" y="121934"/>
                  </a:lnTo>
                  <a:lnTo>
                    <a:pt x="283074" y="121934"/>
                  </a:lnTo>
                  <a:cubicBezTo>
                    <a:pt x="283713" y="121934"/>
                    <a:pt x="284352" y="122573"/>
                    <a:pt x="284991" y="123211"/>
                  </a:cubicBezTo>
                  <a:lnTo>
                    <a:pt x="285630" y="123849"/>
                  </a:lnTo>
                  <a:cubicBezTo>
                    <a:pt x="286269" y="124488"/>
                    <a:pt x="286269" y="124488"/>
                    <a:pt x="286269" y="125126"/>
                  </a:cubicBezTo>
                  <a:lnTo>
                    <a:pt x="286269" y="125765"/>
                  </a:lnTo>
                  <a:cubicBezTo>
                    <a:pt x="286269" y="126403"/>
                    <a:pt x="286908" y="127041"/>
                    <a:pt x="286908" y="127680"/>
                  </a:cubicBezTo>
                  <a:lnTo>
                    <a:pt x="286908" y="234292"/>
                  </a:lnTo>
                  <a:close/>
                </a:path>
              </a:pathLst>
            </a:custGeom>
            <a:solidFill>
              <a:srgbClr val="005587"/>
            </a:solidFill>
            <a:ln w="6390" cap="flat">
              <a:noFill/>
              <a:prstDash val="solid"/>
              <a:miter/>
            </a:ln>
          </p:spPr>
          <p:txBody>
            <a:bodyPr rtlCol="0" anchor="ctr"/>
            <a:lstStyle/>
            <a:p>
              <a:endParaRPr lang="en-US"/>
            </a:p>
          </p:txBody>
        </p:sp>
      </p:grpSp>
      <p:grpSp>
        <p:nvGrpSpPr>
          <p:cNvPr id="142" name="Graphic 4">
            <a:extLst>
              <a:ext uri="{FF2B5EF4-FFF2-40B4-BE49-F238E27FC236}">
                <a16:creationId xmlns:a16="http://schemas.microsoft.com/office/drawing/2014/main" id="{032E7562-21B2-214B-9D42-1A0E36A6F582}"/>
              </a:ext>
            </a:extLst>
          </p:cNvPr>
          <p:cNvGrpSpPr/>
          <p:nvPr/>
        </p:nvGrpSpPr>
        <p:grpSpPr>
          <a:xfrm>
            <a:off x="905454" y="4793256"/>
            <a:ext cx="362309" cy="361971"/>
            <a:chOff x="905454" y="4793256"/>
            <a:chExt cx="362309" cy="361971"/>
          </a:xfrm>
          <a:solidFill>
            <a:srgbClr val="012169"/>
          </a:solidFill>
        </p:grpSpPr>
        <p:sp>
          <p:nvSpPr>
            <p:cNvPr id="143" name="Graphic 4">
              <a:extLst>
                <a:ext uri="{FF2B5EF4-FFF2-40B4-BE49-F238E27FC236}">
                  <a16:creationId xmlns:a16="http://schemas.microsoft.com/office/drawing/2014/main" id="{23690751-C9E9-F74D-9979-6B2C2048E2DA}"/>
                </a:ext>
              </a:extLst>
            </p:cNvPr>
            <p:cNvSpPr/>
            <p:nvPr/>
          </p:nvSpPr>
          <p:spPr>
            <a:xfrm>
              <a:off x="979577" y="4980307"/>
              <a:ext cx="63899" cy="44049"/>
            </a:xfrm>
            <a:custGeom>
              <a:avLst/>
              <a:gdLst>
                <a:gd name="connsiteX0" fmla="*/ 60065 w 63899"/>
                <a:gd name="connsiteY0" fmla="*/ 0 h 44049"/>
                <a:gd name="connsiteX1" fmla="*/ 0 w 63899"/>
                <a:gd name="connsiteY1" fmla="*/ 0 h 44049"/>
                <a:gd name="connsiteX2" fmla="*/ 12141 w 63899"/>
                <a:gd name="connsiteY2" fmla="*/ 44050 h 44049"/>
                <a:gd name="connsiteX3" fmla="*/ 63899 w 63899"/>
                <a:gd name="connsiteY3" fmla="*/ 44050 h 44049"/>
                <a:gd name="connsiteX4" fmla="*/ 60065 w 63899"/>
                <a:gd name="connsiteY4" fmla="*/ 0 h 44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99" h="44049">
                  <a:moveTo>
                    <a:pt x="60065" y="0"/>
                  </a:moveTo>
                  <a:lnTo>
                    <a:pt x="0" y="0"/>
                  </a:lnTo>
                  <a:cubicBezTo>
                    <a:pt x="639" y="15322"/>
                    <a:pt x="5112" y="30643"/>
                    <a:pt x="12141" y="44050"/>
                  </a:cubicBezTo>
                  <a:lnTo>
                    <a:pt x="63899" y="44050"/>
                  </a:lnTo>
                  <a:cubicBezTo>
                    <a:pt x="61982" y="29366"/>
                    <a:pt x="60065" y="14683"/>
                    <a:pt x="60065" y="0"/>
                  </a:cubicBezTo>
                  <a:close/>
                </a:path>
              </a:pathLst>
            </a:custGeom>
            <a:solidFill>
              <a:srgbClr val="012169"/>
            </a:solidFill>
            <a:ln w="6390" cap="flat">
              <a:noFill/>
              <a:prstDash val="solid"/>
              <a:miter/>
            </a:ln>
          </p:spPr>
          <p:txBody>
            <a:bodyPr rtlCol="0" anchor="ctr"/>
            <a:lstStyle/>
            <a:p>
              <a:endParaRPr lang="en-US"/>
            </a:p>
          </p:txBody>
        </p:sp>
        <p:sp>
          <p:nvSpPr>
            <p:cNvPr id="144" name="Graphic 4">
              <a:extLst>
                <a:ext uri="{FF2B5EF4-FFF2-40B4-BE49-F238E27FC236}">
                  <a16:creationId xmlns:a16="http://schemas.microsoft.com/office/drawing/2014/main" id="{51992086-2EA1-0941-B603-8629F7C7369E}"/>
                </a:ext>
              </a:extLst>
            </p:cNvPr>
            <p:cNvSpPr/>
            <p:nvPr/>
          </p:nvSpPr>
          <p:spPr>
            <a:xfrm>
              <a:off x="1052422" y="4980307"/>
              <a:ext cx="68372" cy="44049"/>
            </a:xfrm>
            <a:custGeom>
              <a:avLst/>
              <a:gdLst>
                <a:gd name="connsiteX0" fmla="*/ 0 w 68372"/>
                <a:gd name="connsiteY0" fmla="*/ 0 h 44049"/>
                <a:gd name="connsiteX1" fmla="*/ 4473 w 68372"/>
                <a:gd name="connsiteY1" fmla="*/ 44050 h 44049"/>
                <a:gd name="connsiteX2" fmla="*/ 63899 w 68372"/>
                <a:gd name="connsiteY2" fmla="*/ 44050 h 44049"/>
                <a:gd name="connsiteX3" fmla="*/ 68372 w 68372"/>
                <a:gd name="connsiteY3" fmla="*/ 0 h 44049"/>
                <a:gd name="connsiteX4" fmla="*/ 0 w 68372"/>
                <a:gd name="connsiteY4" fmla="*/ 0 h 44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372" h="44049">
                  <a:moveTo>
                    <a:pt x="0" y="0"/>
                  </a:moveTo>
                  <a:cubicBezTo>
                    <a:pt x="0" y="14683"/>
                    <a:pt x="1917" y="29366"/>
                    <a:pt x="4473" y="44050"/>
                  </a:cubicBezTo>
                  <a:lnTo>
                    <a:pt x="63899" y="44050"/>
                  </a:lnTo>
                  <a:cubicBezTo>
                    <a:pt x="66455" y="29366"/>
                    <a:pt x="67733" y="14683"/>
                    <a:pt x="68372" y="0"/>
                  </a:cubicBezTo>
                  <a:lnTo>
                    <a:pt x="0" y="0"/>
                  </a:lnTo>
                  <a:close/>
                </a:path>
              </a:pathLst>
            </a:custGeom>
            <a:solidFill>
              <a:srgbClr val="012169"/>
            </a:solidFill>
            <a:ln w="6390" cap="flat">
              <a:noFill/>
              <a:prstDash val="solid"/>
              <a:miter/>
            </a:ln>
          </p:spPr>
          <p:txBody>
            <a:bodyPr rtlCol="0" anchor="ctr"/>
            <a:lstStyle/>
            <a:p>
              <a:endParaRPr lang="en-US"/>
            </a:p>
          </p:txBody>
        </p:sp>
        <p:sp>
          <p:nvSpPr>
            <p:cNvPr id="145" name="Graphic 4">
              <a:extLst>
                <a:ext uri="{FF2B5EF4-FFF2-40B4-BE49-F238E27FC236}">
                  <a16:creationId xmlns:a16="http://schemas.microsoft.com/office/drawing/2014/main" id="{7D98FA9E-B628-124D-AC3C-0CAE56850327}"/>
                </a:ext>
              </a:extLst>
            </p:cNvPr>
            <p:cNvSpPr/>
            <p:nvPr/>
          </p:nvSpPr>
          <p:spPr>
            <a:xfrm>
              <a:off x="979577" y="4923489"/>
              <a:ext cx="63899" cy="44049"/>
            </a:xfrm>
            <a:custGeom>
              <a:avLst/>
              <a:gdLst>
                <a:gd name="connsiteX0" fmla="*/ 60065 w 63899"/>
                <a:gd name="connsiteY0" fmla="*/ 44050 h 44049"/>
                <a:gd name="connsiteX1" fmla="*/ 63899 w 63899"/>
                <a:gd name="connsiteY1" fmla="*/ 0 h 44049"/>
                <a:gd name="connsiteX2" fmla="*/ 12141 w 63899"/>
                <a:gd name="connsiteY2" fmla="*/ 0 h 44049"/>
                <a:gd name="connsiteX3" fmla="*/ 0 w 63899"/>
                <a:gd name="connsiteY3" fmla="*/ 44050 h 44049"/>
                <a:gd name="connsiteX4" fmla="*/ 60065 w 63899"/>
                <a:gd name="connsiteY4" fmla="*/ 44050 h 44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99" h="44049">
                  <a:moveTo>
                    <a:pt x="60065" y="44050"/>
                  </a:moveTo>
                  <a:cubicBezTo>
                    <a:pt x="60065" y="29367"/>
                    <a:pt x="61982" y="14683"/>
                    <a:pt x="63899" y="0"/>
                  </a:cubicBezTo>
                  <a:lnTo>
                    <a:pt x="12141" y="0"/>
                  </a:lnTo>
                  <a:cubicBezTo>
                    <a:pt x="5112" y="13407"/>
                    <a:pt x="639" y="28728"/>
                    <a:pt x="0" y="44050"/>
                  </a:cubicBezTo>
                  <a:lnTo>
                    <a:pt x="60065" y="44050"/>
                  </a:lnTo>
                  <a:close/>
                </a:path>
              </a:pathLst>
            </a:custGeom>
            <a:solidFill>
              <a:srgbClr val="012169"/>
            </a:solidFill>
            <a:ln w="6390" cap="flat">
              <a:noFill/>
              <a:prstDash val="solid"/>
              <a:miter/>
            </a:ln>
          </p:spPr>
          <p:txBody>
            <a:bodyPr rtlCol="0" anchor="ctr"/>
            <a:lstStyle/>
            <a:p>
              <a:endParaRPr lang="en-US"/>
            </a:p>
          </p:txBody>
        </p:sp>
        <p:sp>
          <p:nvSpPr>
            <p:cNvPr id="146" name="Graphic 4">
              <a:extLst>
                <a:ext uri="{FF2B5EF4-FFF2-40B4-BE49-F238E27FC236}">
                  <a16:creationId xmlns:a16="http://schemas.microsoft.com/office/drawing/2014/main" id="{4746A3E2-9BB7-4740-AC27-81A76E3C86A7}"/>
                </a:ext>
              </a:extLst>
            </p:cNvPr>
            <p:cNvSpPr/>
            <p:nvPr/>
          </p:nvSpPr>
          <p:spPr>
            <a:xfrm>
              <a:off x="1129740" y="4980307"/>
              <a:ext cx="63899" cy="44049"/>
            </a:xfrm>
            <a:custGeom>
              <a:avLst/>
              <a:gdLst>
                <a:gd name="connsiteX0" fmla="*/ 3834 w 63899"/>
                <a:gd name="connsiteY0" fmla="*/ 0 h 44049"/>
                <a:gd name="connsiteX1" fmla="*/ 0 w 63899"/>
                <a:gd name="connsiteY1" fmla="*/ 44050 h 44049"/>
                <a:gd name="connsiteX2" fmla="*/ 51758 w 63899"/>
                <a:gd name="connsiteY2" fmla="*/ 44050 h 44049"/>
                <a:gd name="connsiteX3" fmla="*/ 63899 w 63899"/>
                <a:gd name="connsiteY3" fmla="*/ 0 h 44049"/>
                <a:gd name="connsiteX4" fmla="*/ 3834 w 63899"/>
                <a:gd name="connsiteY4" fmla="*/ 0 h 44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99" h="44049">
                  <a:moveTo>
                    <a:pt x="3834" y="0"/>
                  </a:moveTo>
                  <a:cubicBezTo>
                    <a:pt x="3834" y="14683"/>
                    <a:pt x="1917" y="29366"/>
                    <a:pt x="0" y="44050"/>
                  </a:cubicBezTo>
                  <a:lnTo>
                    <a:pt x="51758" y="44050"/>
                  </a:lnTo>
                  <a:cubicBezTo>
                    <a:pt x="58787" y="30643"/>
                    <a:pt x="63260" y="15322"/>
                    <a:pt x="63899" y="0"/>
                  </a:cubicBezTo>
                  <a:lnTo>
                    <a:pt x="3834" y="0"/>
                  </a:lnTo>
                  <a:close/>
                </a:path>
              </a:pathLst>
            </a:custGeom>
            <a:solidFill>
              <a:srgbClr val="012169"/>
            </a:solidFill>
            <a:ln w="6390" cap="flat">
              <a:noFill/>
              <a:prstDash val="solid"/>
              <a:miter/>
            </a:ln>
          </p:spPr>
          <p:txBody>
            <a:bodyPr rtlCol="0" anchor="ctr"/>
            <a:lstStyle/>
            <a:p>
              <a:endParaRPr lang="en-US"/>
            </a:p>
          </p:txBody>
        </p:sp>
        <p:sp>
          <p:nvSpPr>
            <p:cNvPr id="147" name="Graphic 4">
              <a:extLst>
                <a:ext uri="{FF2B5EF4-FFF2-40B4-BE49-F238E27FC236}">
                  <a16:creationId xmlns:a16="http://schemas.microsoft.com/office/drawing/2014/main" id="{3080532E-A181-F540-9B71-9FA594F06FFF}"/>
                </a:ext>
              </a:extLst>
            </p:cNvPr>
            <p:cNvSpPr/>
            <p:nvPr/>
          </p:nvSpPr>
          <p:spPr>
            <a:xfrm>
              <a:off x="1109932" y="4869225"/>
              <a:ext cx="62621" cy="41495"/>
            </a:xfrm>
            <a:custGeom>
              <a:avLst/>
              <a:gdLst>
                <a:gd name="connsiteX0" fmla="*/ 16614 w 62621"/>
                <a:gd name="connsiteY0" fmla="*/ 41496 h 41495"/>
                <a:gd name="connsiteX1" fmla="*/ 62621 w 62621"/>
                <a:gd name="connsiteY1" fmla="*/ 41496 h 41495"/>
                <a:gd name="connsiteX2" fmla="*/ 0 w 62621"/>
                <a:gd name="connsiteY2" fmla="*/ 0 h 41495"/>
                <a:gd name="connsiteX3" fmla="*/ 16614 w 62621"/>
                <a:gd name="connsiteY3" fmla="*/ 41496 h 41495"/>
              </a:gdLst>
              <a:ahLst/>
              <a:cxnLst>
                <a:cxn ang="0">
                  <a:pos x="connsiteX0" y="connsiteY0"/>
                </a:cxn>
                <a:cxn ang="0">
                  <a:pos x="connsiteX1" y="connsiteY1"/>
                </a:cxn>
                <a:cxn ang="0">
                  <a:pos x="connsiteX2" y="connsiteY2"/>
                </a:cxn>
                <a:cxn ang="0">
                  <a:pos x="connsiteX3" y="connsiteY3"/>
                </a:cxn>
              </a:cxnLst>
              <a:rect l="l" t="t" r="r" b="b"/>
              <a:pathLst>
                <a:path w="62621" h="41495">
                  <a:moveTo>
                    <a:pt x="16614" y="41496"/>
                  </a:moveTo>
                  <a:lnTo>
                    <a:pt x="62621" y="41496"/>
                  </a:lnTo>
                  <a:cubicBezTo>
                    <a:pt x="47286" y="20429"/>
                    <a:pt x="24921" y="6384"/>
                    <a:pt x="0" y="0"/>
                  </a:cubicBezTo>
                  <a:cubicBezTo>
                    <a:pt x="8307" y="12768"/>
                    <a:pt x="14058" y="26813"/>
                    <a:pt x="16614" y="41496"/>
                  </a:cubicBezTo>
                  <a:close/>
                </a:path>
              </a:pathLst>
            </a:custGeom>
            <a:solidFill>
              <a:srgbClr val="012169"/>
            </a:solidFill>
            <a:ln w="6390" cap="flat">
              <a:noFill/>
              <a:prstDash val="solid"/>
              <a:miter/>
            </a:ln>
          </p:spPr>
          <p:txBody>
            <a:bodyPr rtlCol="0" anchor="ctr"/>
            <a:lstStyle/>
            <a:p>
              <a:endParaRPr lang="en-US"/>
            </a:p>
          </p:txBody>
        </p:sp>
        <p:sp>
          <p:nvSpPr>
            <p:cNvPr id="148" name="Graphic 4">
              <a:extLst>
                <a:ext uri="{FF2B5EF4-FFF2-40B4-BE49-F238E27FC236}">
                  <a16:creationId xmlns:a16="http://schemas.microsoft.com/office/drawing/2014/main" id="{17246AF1-C6DB-EE46-9AE5-987E4E1646D6}"/>
                </a:ext>
              </a:extLst>
            </p:cNvPr>
            <p:cNvSpPr/>
            <p:nvPr/>
          </p:nvSpPr>
          <p:spPr>
            <a:xfrm>
              <a:off x="1059451" y="5037124"/>
              <a:ext cx="53675" cy="44049"/>
            </a:xfrm>
            <a:custGeom>
              <a:avLst/>
              <a:gdLst>
                <a:gd name="connsiteX0" fmla="*/ 0 w 53675"/>
                <a:gd name="connsiteY0" fmla="*/ 0 h 44049"/>
                <a:gd name="connsiteX1" fmla="*/ 26838 w 53675"/>
                <a:gd name="connsiteY1" fmla="*/ 44049 h 44049"/>
                <a:gd name="connsiteX2" fmla="*/ 53675 w 53675"/>
                <a:gd name="connsiteY2" fmla="*/ 0 h 44049"/>
                <a:gd name="connsiteX3" fmla="*/ 0 w 53675"/>
                <a:gd name="connsiteY3" fmla="*/ 0 h 44049"/>
              </a:gdLst>
              <a:ahLst/>
              <a:cxnLst>
                <a:cxn ang="0">
                  <a:pos x="connsiteX0" y="connsiteY0"/>
                </a:cxn>
                <a:cxn ang="0">
                  <a:pos x="connsiteX1" y="connsiteY1"/>
                </a:cxn>
                <a:cxn ang="0">
                  <a:pos x="connsiteX2" y="connsiteY2"/>
                </a:cxn>
                <a:cxn ang="0">
                  <a:pos x="connsiteX3" y="connsiteY3"/>
                </a:cxn>
              </a:cxnLst>
              <a:rect l="l" t="t" r="r" b="b"/>
              <a:pathLst>
                <a:path w="53675" h="44049">
                  <a:moveTo>
                    <a:pt x="0" y="0"/>
                  </a:moveTo>
                  <a:cubicBezTo>
                    <a:pt x="7029" y="26812"/>
                    <a:pt x="17253" y="44049"/>
                    <a:pt x="26838" y="44049"/>
                  </a:cubicBezTo>
                  <a:cubicBezTo>
                    <a:pt x="36423" y="44049"/>
                    <a:pt x="47285" y="26812"/>
                    <a:pt x="53675" y="0"/>
                  </a:cubicBezTo>
                  <a:lnTo>
                    <a:pt x="0" y="0"/>
                  </a:lnTo>
                  <a:close/>
                </a:path>
              </a:pathLst>
            </a:custGeom>
            <a:solidFill>
              <a:srgbClr val="012169"/>
            </a:solidFill>
            <a:ln w="6390" cap="flat">
              <a:noFill/>
              <a:prstDash val="solid"/>
              <a:miter/>
            </a:ln>
          </p:spPr>
          <p:txBody>
            <a:bodyPr rtlCol="0" anchor="ctr"/>
            <a:lstStyle/>
            <a:p>
              <a:endParaRPr lang="en-US"/>
            </a:p>
          </p:txBody>
        </p:sp>
        <p:sp>
          <p:nvSpPr>
            <p:cNvPr id="149" name="Graphic 4">
              <a:extLst>
                <a:ext uri="{FF2B5EF4-FFF2-40B4-BE49-F238E27FC236}">
                  <a16:creationId xmlns:a16="http://schemas.microsoft.com/office/drawing/2014/main" id="{3E667A71-CD24-2445-BD82-50BF98A82D41}"/>
                </a:ext>
              </a:extLst>
            </p:cNvPr>
            <p:cNvSpPr/>
            <p:nvPr/>
          </p:nvSpPr>
          <p:spPr>
            <a:xfrm>
              <a:off x="1060090" y="4866672"/>
              <a:ext cx="53675" cy="44049"/>
            </a:xfrm>
            <a:custGeom>
              <a:avLst/>
              <a:gdLst>
                <a:gd name="connsiteX0" fmla="*/ 53676 w 53675"/>
                <a:gd name="connsiteY0" fmla="*/ 44049 h 44049"/>
                <a:gd name="connsiteX1" fmla="*/ 26838 w 53675"/>
                <a:gd name="connsiteY1" fmla="*/ 0 h 44049"/>
                <a:gd name="connsiteX2" fmla="*/ 0 w 53675"/>
                <a:gd name="connsiteY2" fmla="*/ 44049 h 44049"/>
                <a:gd name="connsiteX3" fmla="*/ 53676 w 53675"/>
                <a:gd name="connsiteY3" fmla="*/ 44049 h 44049"/>
              </a:gdLst>
              <a:ahLst/>
              <a:cxnLst>
                <a:cxn ang="0">
                  <a:pos x="connsiteX0" y="connsiteY0"/>
                </a:cxn>
                <a:cxn ang="0">
                  <a:pos x="connsiteX1" y="connsiteY1"/>
                </a:cxn>
                <a:cxn ang="0">
                  <a:pos x="connsiteX2" y="connsiteY2"/>
                </a:cxn>
                <a:cxn ang="0">
                  <a:pos x="connsiteX3" y="connsiteY3"/>
                </a:cxn>
              </a:cxnLst>
              <a:rect l="l" t="t" r="r" b="b"/>
              <a:pathLst>
                <a:path w="53675" h="44049">
                  <a:moveTo>
                    <a:pt x="53676" y="44049"/>
                  </a:moveTo>
                  <a:cubicBezTo>
                    <a:pt x="46647" y="17237"/>
                    <a:pt x="36423" y="0"/>
                    <a:pt x="26838" y="0"/>
                  </a:cubicBezTo>
                  <a:cubicBezTo>
                    <a:pt x="17253" y="0"/>
                    <a:pt x="6390" y="17237"/>
                    <a:pt x="0" y="44049"/>
                  </a:cubicBezTo>
                  <a:lnTo>
                    <a:pt x="53676" y="44049"/>
                  </a:lnTo>
                  <a:close/>
                </a:path>
              </a:pathLst>
            </a:custGeom>
            <a:solidFill>
              <a:srgbClr val="012169"/>
            </a:solidFill>
            <a:ln w="6390" cap="flat">
              <a:noFill/>
              <a:prstDash val="solid"/>
              <a:miter/>
            </a:ln>
          </p:spPr>
          <p:txBody>
            <a:bodyPr rtlCol="0" anchor="ctr"/>
            <a:lstStyle/>
            <a:p>
              <a:endParaRPr lang="en-US"/>
            </a:p>
          </p:txBody>
        </p:sp>
        <p:sp>
          <p:nvSpPr>
            <p:cNvPr id="150" name="Graphic 4">
              <a:extLst>
                <a:ext uri="{FF2B5EF4-FFF2-40B4-BE49-F238E27FC236}">
                  <a16:creationId xmlns:a16="http://schemas.microsoft.com/office/drawing/2014/main" id="{5AC40109-CA40-1842-A01F-FBDFA90781FD}"/>
                </a:ext>
              </a:extLst>
            </p:cNvPr>
            <p:cNvSpPr/>
            <p:nvPr/>
          </p:nvSpPr>
          <p:spPr>
            <a:xfrm>
              <a:off x="1052422" y="4923489"/>
              <a:ext cx="68372" cy="44049"/>
            </a:xfrm>
            <a:custGeom>
              <a:avLst/>
              <a:gdLst>
                <a:gd name="connsiteX0" fmla="*/ 68372 w 68372"/>
                <a:gd name="connsiteY0" fmla="*/ 44050 h 44049"/>
                <a:gd name="connsiteX1" fmla="*/ 63899 w 68372"/>
                <a:gd name="connsiteY1" fmla="*/ 0 h 44049"/>
                <a:gd name="connsiteX2" fmla="*/ 4473 w 68372"/>
                <a:gd name="connsiteY2" fmla="*/ 0 h 44049"/>
                <a:gd name="connsiteX3" fmla="*/ 0 w 68372"/>
                <a:gd name="connsiteY3" fmla="*/ 44050 h 44049"/>
                <a:gd name="connsiteX4" fmla="*/ 68372 w 68372"/>
                <a:gd name="connsiteY4" fmla="*/ 44050 h 44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372" h="44049">
                  <a:moveTo>
                    <a:pt x="68372" y="44050"/>
                  </a:moveTo>
                  <a:cubicBezTo>
                    <a:pt x="68372" y="29367"/>
                    <a:pt x="66455" y="14683"/>
                    <a:pt x="63899" y="0"/>
                  </a:cubicBezTo>
                  <a:lnTo>
                    <a:pt x="4473" y="0"/>
                  </a:lnTo>
                  <a:cubicBezTo>
                    <a:pt x="1917" y="14683"/>
                    <a:pt x="639" y="29367"/>
                    <a:pt x="0" y="44050"/>
                  </a:cubicBezTo>
                  <a:lnTo>
                    <a:pt x="68372" y="44050"/>
                  </a:lnTo>
                  <a:close/>
                </a:path>
              </a:pathLst>
            </a:custGeom>
            <a:solidFill>
              <a:srgbClr val="012169"/>
            </a:solidFill>
            <a:ln w="6390" cap="flat">
              <a:noFill/>
              <a:prstDash val="solid"/>
              <a:miter/>
            </a:ln>
          </p:spPr>
          <p:txBody>
            <a:bodyPr rtlCol="0" anchor="ctr"/>
            <a:lstStyle/>
            <a:p>
              <a:endParaRPr lang="en-US"/>
            </a:p>
          </p:txBody>
        </p:sp>
        <p:sp>
          <p:nvSpPr>
            <p:cNvPr id="151" name="Graphic 4">
              <a:extLst>
                <a:ext uri="{FF2B5EF4-FFF2-40B4-BE49-F238E27FC236}">
                  <a16:creationId xmlns:a16="http://schemas.microsoft.com/office/drawing/2014/main" id="{1E105BB7-254A-7A40-BE0A-F634646D93D8}"/>
                </a:ext>
              </a:extLst>
            </p:cNvPr>
            <p:cNvSpPr/>
            <p:nvPr/>
          </p:nvSpPr>
          <p:spPr>
            <a:xfrm>
              <a:off x="1129101" y="4923489"/>
              <a:ext cx="63899" cy="44049"/>
            </a:xfrm>
            <a:custGeom>
              <a:avLst/>
              <a:gdLst>
                <a:gd name="connsiteX0" fmla="*/ 0 w 63899"/>
                <a:gd name="connsiteY0" fmla="*/ 0 h 44049"/>
                <a:gd name="connsiteX1" fmla="*/ 3834 w 63899"/>
                <a:gd name="connsiteY1" fmla="*/ 44050 h 44049"/>
                <a:gd name="connsiteX2" fmla="*/ 63899 w 63899"/>
                <a:gd name="connsiteY2" fmla="*/ 44050 h 44049"/>
                <a:gd name="connsiteX3" fmla="*/ 51759 w 63899"/>
                <a:gd name="connsiteY3" fmla="*/ 0 h 44049"/>
                <a:gd name="connsiteX4" fmla="*/ 0 w 63899"/>
                <a:gd name="connsiteY4" fmla="*/ 0 h 44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99" h="44049">
                  <a:moveTo>
                    <a:pt x="0" y="0"/>
                  </a:moveTo>
                  <a:cubicBezTo>
                    <a:pt x="2556" y="14683"/>
                    <a:pt x="3834" y="29367"/>
                    <a:pt x="3834" y="44050"/>
                  </a:cubicBezTo>
                  <a:lnTo>
                    <a:pt x="63899" y="44050"/>
                  </a:lnTo>
                  <a:cubicBezTo>
                    <a:pt x="63260" y="28728"/>
                    <a:pt x="58787" y="13407"/>
                    <a:pt x="51759" y="0"/>
                  </a:cubicBezTo>
                  <a:lnTo>
                    <a:pt x="0" y="0"/>
                  </a:lnTo>
                  <a:close/>
                </a:path>
              </a:pathLst>
            </a:custGeom>
            <a:solidFill>
              <a:srgbClr val="012169"/>
            </a:solidFill>
            <a:ln w="6390" cap="flat">
              <a:noFill/>
              <a:prstDash val="solid"/>
              <a:miter/>
            </a:ln>
          </p:spPr>
          <p:txBody>
            <a:bodyPr rtlCol="0" anchor="ctr"/>
            <a:lstStyle/>
            <a:p>
              <a:endParaRPr lang="en-US"/>
            </a:p>
          </p:txBody>
        </p:sp>
        <p:sp>
          <p:nvSpPr>
            <p:cNvPr id="152" name="Graphic 4">
              <a:extLst>
                <a:ext uri="{FF2B5EF4-FFF2-40B4-BE49-F238E27FC236}">
                  <a16:creationId xmlns:a16="http://schemas.microsoft.com/office/drawing/2014/main" id="{0811AA6B-CF8B-1E47-A15C-D7FAD38F372B}"/>
                </a:ext>
              </a:extLst>
            </p:cNvPr>
            <p:cNvSpPr/>
            <p:nvPr/>
          </p:nvSpPr>
          <p:spPr>
            <a:xfrm>
              <a:off x="1110571" y="5037124"/>
              <a:ext cx="62621" cy="41495"/>
            </a:xfrm>
            <a:custGeom>
              <a:avLst/>
              <a:gdLst>
                <a:gd name="connsiteX0" fmla="*/ 15975 w 62621"/>
                <a:gd name="connsiteY0" fmla="*/ 0 h 41495"/>
                <a:gd name="connsiteX1" fmla="*/ 0 w 62621"/>
                <a:gd name="connsiteY1" fmla="*/ 41496 h 41495"/>
                <a:gd name="connsiteX2" fmla="*/ 62621 w 62621"/>
                <a:gd name="connsiteY2" fmla="*/ 0 h 41495"/>
                <a:gd name="connsiteX3" fmla="*/ 15975 w 62621"/>
                <a:gd name="connsiteY3" fmla="*/ 0 h 41495"/>
              </a:gdLst>
              <a:ahLst/>
              <a:cxnLst>
                <a:cxn ang="0">
                  <a:pos x="connsiteX0" y="connsiteY0"/>
                </a:cxn>
                <a:cxn ang="0">
                  <a:pos x="connsiteX1" y="connsiteY1"/>
                </a:cxn>
                <a:cxn ang="0">
                  <a:pos x="connsiteX2" y="connsiteY2"/>
                </a:cxn>
                <a:cxn ang="0">
                  <a:pos x="connsiteX3" y="connsiteY3"/>
                </a:cxn>
              </a:cxnLst>
              <a:rect l="l" t="t" r="r" b="b"/>
              <a:pathLst>
                <a:path w="62621" h="41495">
                  <a:moveTo>
                    <a:pt x="15975" y="0"/>
                  </a:moveTo>
                  <a:cubicBezTo>
                    <a:pt x="12780" y="14683"/>
                    <a:pt x="7668" y="28728"/>
                    <a:pt x="0" y="41496"/>
                  </a:cubicBezTo>
                  <a:cubicBezTo>
                    <a:pt x="24921" y="35750"/>
                    <a:pt x="47285" y="21067"/>
                    <a:pt x="62621" y="0"/>
                  </a:cubicBezTo>
                  <a:lnTo>
                    <a:pt x="15975" y="0"/>
                  </a:lnTo>
                  <a:close/>
                </a:path>
              </a:pathLst>
            </a:custGeom>
            <a:solidFill>
              <a:srgbClr val="012169"/>
            </a:solidFill>
            <a:ln w="6390" cap="flat">
              <a:noFill/>
              <a:prstDash val="solid"/>
              <a:miter/>
            </a:ln>
          </p:spPr>
          <p:txBody>
            <a:bodyPr rtlCol="0" anchor="ctr"/>
            <a:lstStyle/>
            <a:p>
              <a:endParaRPr lang="en-US"/>
            </a:p>
          </p:txBody>
        </p:sp>
        <p:sp>
          <p:nvSpPr>
            <p:cNvPr id="153" name="Graphic 4">
              <a:extLst>
                <a:ext uri="{FF2B5EF4-FFF2-40B4-BE49-F238E27FC236}">
                  <a16:creationId xmlns:a16="http://schemas.microsoft.com/office/drawing/2014/main" id="{276D7D61-4F2C-AE4C-A3F8-C0DCF0CC7673}"/>
                </a:ext>
              </a:extLst>
            </p:cNvPr>
            <p:cNvSpPr/>
            <p:nvPr/>
          </p:nvSpPr>
          <p:spPr>
            <a:xfrm>
              <a:off x="905454" y="4793256"/>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300685 h 361971"/>
                <a:gd name="connsiteX7" fmla="*/ 60704 w 362309"/>
                <a:gd name="connsiteY7" fmla="*/ 180667 h 361971"/>
                <a:gd name="connsiteX8" fmla="*/ 180835 w 362309"/>
                <a:gd name="connsiteY8" fmla="*/ 60648 h 361971"/>
                <a:gd name="connsiteX9" fmla="*/ 300966 w 362309"/>
                <a:gd name="connsiteY9" fmla="*/ 180667 h 361971"/>
                <a:gd name="connsiteX10" fmla="*/ 300966 w 362309"/>
                <a:gd name="connsiteY10" fmla="*/ 180667 h 361971"/>
                <a:gd name="connsiteX11" fmla="*/ 180835 w 362309"/>
                <a:gd name="connsiteY11" fmla="*/ 300685 h 361971"/>
                <a:gd name="connsiteX12" fmla="*/ 180835 w 362309"/>
                <a:gd name="connsiteY12" fmla="*/ 30068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0438"/>
                    <a:pt x="281157" y="0"/>
                    <a:pt x="180835" y="0"/>
                  </a:cubicBezTo>
                  <a:close/>
                  <a:moveTo>
                    <a:pt x="180835" y="300685"/>
                  </a:moveTo>
                  <a:cubicBezTo>
                    <a:pt x="114380" y="300685"/>
                    <a:pt x="60704" y="247060"/>
                    <a:pt x="60704" y="180667"/>
                  </a:cubicBezTo>
                  <a:cubicBezTo>
                    <a:pt x="60704" y="114273"/>
                    <a:pt x="114380" y="60648"/>
                    <a:pt x="180835" y="60648"/>
                  </a:cubicBezTo>
                  <a:cubicBezTo>
                    <a:pt x="247291" y="60648"/>
                    <a:pt x="300966" y="114273"/>
                    <a:pt x="300966" y="180667"/>
                  </a:cubicBezTo>
                  <a:cubicBezTo>
                    <a:pt x="300966" y="180667"/>
                    <a:pt x="300966" y="180667"/>
                    <a:pt x="300966" y="180667"/>
                  </a:cubicBezTo>
                  <a:cubicBezTo>
                    <a:pt x="300966" y="247060"/>
                    <a:pt x="247291" y="300685"/>
                    <a:pt x="180835" y="300685"/>
                  </a:cubicBezTo>
                  <a:lnTo>
                    <a:pt x="180835" y="300685"/>
                  </a:lnTo>
                  <a:close/>
                </a:path>
              </a:pathLst>
            </a:custGeom>
            <a:solidFill>
              <a:srgbClr val="012169"/>
            </a:solidFill>
            <a:ln w="6390" cap="flat">
              <a:noFill/>
              <a:prstDash val="solid"/>
              <a:miter/>
            </a:ln>
          </p:spPr>
          <p:txBody>
            <a:bodyPr rtlCol="0" anchor="ctr"/>
            <a:lstStyle/>
            <a:p>
              <a:endParaRPr lang="en-US"/>
            </a:p>
          </p:txBody>
        </p:sp>
        <p:sp>
          <p:nvSpPr>
            <p:cNvPr id="154" name="Graphic 4">
              <a:extLst>
                <a:ext uri="{FF2B5EF4-FFF2-40B4-BE49-F238E27FC236}">
                  <a16:creationId xmlns:a16="http://schemas.microsoft.com/office/drawing/2014/main" id="{62BCC398-53DD-AF47-9742-7E286424FF78}"/>
                </a:ext>
              </a:extLst>
            </p:cNvPr>
            <p:cNvSpPr/>
            <p:nvPr/>
          </p:nvSpPr>
          <p:spPr>
            <a:xfrm>
              <a:off x="999386" y="4869225"/>
              <a:ext cx="62621" cy="41495"/>
            </a:xfrm>
            <a:custGeom>
              <a:avLst/>
              <a:gdLst>
                <a:gd name="connsiteX0" fmla="*/ 46647 w 62621"/>
                <a:gd name="connsiteY0" fmla="*/ 41496 h 41495"/>
                <a:gd name="connsiteX1" fmla="*/ 62621 w 62621"/>
                <a:gd name="connsiteY1" fmla="*/ 0 h 41495"/>
                <a:gd name="connsiteX2" fmla="*/ 0 w 62621"/>
                <a:gd name="connsiteY2" fmla="*/ 41496 h 41495"/>
                <a:gd name="connsiteX3" fmla="*/ 46647 w 62621"/>
                <a:gd name="connsiteY3" fmla="*/ 41496 h 41495"/>
              </a:gdLst>
              <a:ahLst/>
              <a:cxnLst>
                <a:cxn ang="0">
                  <a:pos x="connsiteX0" y="connsiteY0"/>
                </a:cxn>
                <a:cxn ang="0">
                  <a:pos x="connsiteX1" y="connsiteY1"/>
                </a:cxn>
                <a:cxn ang="0">
                  <a:pos x="connsiteX2" y="connsiteY2"/>
                </a:cxn>
                <a:cxn ang="0">
                  <a:pos x="connsiteX3" y="connsiteY3"/>
                </a:cxn>
              </a:cxnLst>
              <a:rect l="l" t="t" r="r" b="b"/>
              <a:pathLst>
                <a:path w="62621" h="41495">
                  <a:moveTo>
                    <a:pt x="46647" y="41496"/>
                  </a:moveTo>
                  <a:cubicBezTo>
                    <a:pt x="49842" y="26813"/>
                    <a:pt x="54954" y="12768"/>
                    <a:pt x="62621" y="0"/>
                  </a:cubicBezTo>
                  <a:cubicBezTo>
                    <a:pt x="37701" y="5746"/>
                    <a:pt x="15336" y="20429"/>
                    <a:pt x="0" y="41496"/>
                  </a:cubicBezTo>
                  <a:lnTo>
                    <a:pt x="46647" y="41496"/>
                  </a:lnTo>
                  <a:close/>
                </a:path>
              </a:pathLst>
            </a:custGeom>
            <a:solidFill>
              <a:srgbClr val="012169"/>
            </a:solidFill>
            <a:ln w="6390" cap="flat">
              <a:noFill/>
              <a:prstDash val="solid"/>
              <a:miter/>
            </a:ln>
          </p:spPr>
          <p:txBody>
            <a:bodyPr rtlCol="0" anchor="ctr"/>
            <a:lstStyle/>
            <a:p>
              <a:endParaRPr lang="en-US"/>
            </a:p>
          </p:txBody>
        </p:sp>
        <p:sp>
          <p:nvSpPr>
            <p:cNvPr id="155" name="Graphic 4">
              <a:extLst>
                <a:ext uri="{FF2B5EF4-FFF2-40B4-BE49-F238E27FC236}">
                  <a16:creationId xmlns:a16="http://schemas.microsoft.com/office/drawing/2014/main" id="{38B5EF45-9916-E44F-8539-4A65110DAD39}"/>
                </a:ext>
              </a:extLst>
            </p:cNvPr>
            <p:cNvSpPr/>
            <p:nvPr/>
          </p:nvSpPr>
          <p:spPr>
            <a:xfrm>
              <a:off x="1000025" y="5037124"/>
              <a:ext cx="62621" cy="41495"/>
            </a:xfrm>
            <a:custGeom>
              <a:avLst/>
              <a:gdLst>
                <a:gd name="connsiteX0" fmla="*/ 46008 w 62621"/>
                <a:gd name="connsiteY0" fmla="*/ 0 h 41495"/>
                <a:gd name="connsiteX1" fmla="*/ 0 w 62621"/>
                <a:gd name="connsiteY1" fmla="*/ 0 h 41495"/>
                <a:gd name="connsiteX2" fmla="*/ 62621 w 62621"/>
                <a:gd name="connsiteY2" fmla="*/ 41496 h 41495"/>
                <a:gd name="connsiteX3" fmla="*/ 46008 w 62621"/>
                <a:gd name="connsiteY3" fmla="*/ 0 h 41495"/>
              </a:gdLst>
              <a:ahLst/>
              <a:cxnLst>
                <a:cxn ang="0">
                  <a:pos x="connsiteX0" y="connsiteY0"/>
                </a:cxn>
                <a:cxn ang="0">
                  <a:pos x="connsiteX1" y="connsiteY1"/>
                </a:cxn>
                <a:cxn ang="0">
                  <a:pos x="connsiteX2" y="connsiteY2"/>
                </a:cxn>
                <a:cxn ang="0">
                  <a:pos x="connsiteX3" y="connsiteY3"/>
                </a:cxn>
              </a:cxnLst>
              <a:rect l="l" t="t" r="r" b="b"/>
              <a:pathLst>
                <a:path w="62621" h="41495">
                  <a:moveTo>
                    <a:pt x="46008" y="0"/>
                  </a:moveTo>
                  <a:lnTo>
                    <a:pt x="0" y="0"/>
                  </a:lnTo>
                  <a:cubicBezTo>
                    <a:pt x="15336" y="21067"/>
                    <a:pt x="37701" y="35112"/>
                    <a:pt x="62621" y="41496"/>
                  </a:cubicBezTo>
                  <a:cubicBezTo>
                    <a:pt x="54954" y="28728"/>
                    <a:pt x="49202" y="14683"/>
                    <a:pt x="46008" y="0"/>
                  </a:cubicBezTo>
                  <a:close/>
                </a:path>
              </a:pathLst>
            </a:custGeom>
            <a:solidFill>
              <a:srgbClr val="012169"/>
            </a:solidFill>
            <a:ln w="6390" cap="flat">
              <a:noFill/>
              <a:prstDash val="solid"/>
              <a:miter/>
            </a:ln>
          </p:spPr>
          <p:txBody>
            <a:bodyPr rtlCol="0" anchor="ctr"/>
            <a:lstStyle/>
            <a:p>
              <a:endParaRPr lang="en-US"/>
            </a:p>
          </p:txBody>
        </p:sp>
      </p:grpSp>
      <p:grpSp>
        <p:nvGrpSpPr>
          <p:cNvPr id="156" name="Graphic 4">
            <a:extLst>
              <a:ext uri="{FF2B5EF4-FFF2-40B4-BE49-F238E27FC236}">
                <a16:creationId xmlns:a16="http://schemas.microsoft.com/office/drawing/2014/main" id="{7E04E630-6AA9-9D41-8D48-EFF481799BC2}"/>
              </a:ext>
            </a:extLst>
          </p:cNvPr>
          <p:cNvGrpSpPr/>
          <p:nvPr/>
        </p:nvGrpSpPr>
        <p:grpSpPr>
          <a:xfrm>
            <a:off x="4660820" y="3339623"/>
            <a:ext cx="362312" cy="361971"/>
            <a:chOff x="4660820" y="3339623"/>
            <a:chExt cx="362312" cy="361971"/>
          </a:xfrm>
          <a:solidFill>
            <a:srgbClr val="0076A8"/>
          </a:solidFill>
        </p:grpSpPr>
        <p:sp>
          <p:nvSpPr>
            <p:cNvPr id="157" name="Graphic 4">
              <a:extLst>
                <a:ext uri="{FF2B5EF4-FFF2-40B4-BE49-F238E27FC236}">
                  <a16:creationId xmlns:a16="http://schemas.microsoft.com/office/drawing/2014/main" id="{AF3EF599-0F01-C54C-9A40-A9C9CB8D2833}"/>
                </a:ext>
              </a:extLst>
            </p:cNvPr>
            <p:cNvSpPr/>
            <p:nvPr/>
          </p:nvSpPr>
          <p:spPr>
            <a:xfrm>
              <a:off x="4660820" y="333962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lnTo>
                    <a:pt x="181474" y="349204"/>
                  </a:lnTo>
                  <a:close/>
                </a:path>
              </a:pathLst>
            </a:custGeom>
            <a:solidFill>
              <a:srgbClr val="0076A8"/>
            </a:solidFill>
            <a:ln w="6390" cap="flat">
              <a:noFill/>
              <a:prstDash val="solid"/>
              <a:miter/>
            </a:ln>
          </p:spPr>
          <p:txBody>
            <a:bodyPr rtlCol="0" anchor="ctr"/>
            <a:lstStyle/>
            <a:p>
              <a:endParaRPr lang="en-US"/>
            </a:p>
          </p:txBody>
        </p:sp>
        <p:sp>
          <p:nvSpPr>
            <p:cNvPr id="158" name="Graphic 4">
              <a:extLst>
                <a:ext uri="{FF2B5EF4-FFF2-40B4-BE49-F238E27FC236}">
                  <a16:creationId xmlns:a16="http://schemas.microsoft.com/office/drawing/2014/main" id="{911D0267-8797-484D-AA47-57A9884BA83C}"/>
                </a:ext>
              </a:extLst>
            </p:cNvPr>
            <p:cNvSpPr/>
            <p:nvPr/>
          </p:nvSpPr>
          <p:spPr>
            <a:xfrm>
              <a:off x="4821846" y="3416869"/>
              <a:ext cx="40895" cy="40857"/>
            </a:xfrm>
            <a:custGeom>
              <a:avLst/>
              <a:gdLst>
                <a:gd name="connsiteX0" fmla="*/ 20448 w 40895"/>
                <a:gd name="connsiteY0" fmla="*/ 40858 h 40857"/>
                <a:gd name="connsiteX1" fmla="*/ 40896 w 40895"/>
                <a:gd name="connsiteY1" fmla="*/ 20429 h 40857"/>
                <a:gd name="connsiteX2" fmla="*/ 20448 w 40895"/>
                <a:gd name="connsiteY2" fmla="*/ 0 h 40857"/>
                <a:gd name="connsiteX3" fmla="*/ 0 w 40895"/>
                <a:gd name="connsiteY3" fmla="*/ 20429 h 40857"/>
                <a:gd name="connsiteX4" fmla="*/ 0 w 40895"/>
                <a:gd name="connsiteY4" fmla="*/ 20429 h 40857"/>
                <a:gd name="connsiteX5" fmla="*/ 20448 w 40895"/>
                <a:gd name="connsiteY5" fmla="*/ 40858 h 40857"/>
                <a:gd name="connsiteX6" fmla="*/ 20448 w 40895"/>
                <a:gd name="connsiteY6" fmla="*/ 12768 h 40857"/>
                <a:gd name="connsiteX7" fmla="*/ 28116 w 40895"/>
                <a:gd name="connsiteY7" fmla="*/ 20429 h 40857"/>
                <a:gd name="connsiteX8" fmla="*/ 20448 w 40895"/>
                <a:gd name="connsiteY8" fmla="*/ 28090 h 40857"/>
                <a:gd name="connsiteX9" fmla="*/ 12780 w 40895"/>
                <a:gd name="connsiteY9" fmla="*/ 20429 h 40857"/>
                <a:gd name="connsiteX10" fmla="*/ 12780 w 40895"/>
                <a:gd name="connsiteY10" fmla="*/ 20429 h 40857"/>
                <a:gd name="connsiteX11" fmla="*/ 20448 w 40895"/>
                <a:gd name="connsiteY11" fmla="*/ 12768 h 40857"/>
                <a:gd name="connsiteX12" fmla="*/ 20448 w 40895"/>
                <a:gd name="connsiteY12" fmla="*/ 12768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895" h="40857">
                  <a:moveTo>
                    <a:pt x="20448" y="40858"/>
                  </a:moveTo>
                  <a:cubicBezTo>
                    <a:pt x="31950" y="40858"/>
                    <a:pt x="40896" y="31920"/>
                    <a:pt x="40896" y="20429"/>
                  </a:cubicBezTo>
                  <a:cubicBezTo>
                    <a:pt x="40896" y="8938"/>
                    <a:pt x="31950" y="0"/>
                    <a:pt x="20448" y="0"/>
                  </a:cubicBezTo>
                  <a:cubicBezTo>
                    <a:pt x="8946" y="0"/>
                    <a:pt x="0" y="8938"/>
                    <a:pt x="0" y="20429"/>
                  </a:cubicBezTo>
                  <a:cubicBezTo>
                    <a:pt x="0" y="20429"/>
                    <a:pt x="0" y="20429"/>
                    <a:pt x="0" y="20429"/>
                  </a:cubicBezTo>
                  <a:cubicBezTo>
                    <a:pt x="0" y="31920"/>
                    <a:pt x="9585" y="40858"/>
                    <a:pt x="20448" y="40858"/>
                  </a:cubicBezTo>
                  <a:close/>
                  <a:moveTo>
                    <a:pt x="20448" y="12768"/>
                  </a:moveTo>
                  <a:cubicBezTo>
                    <a:pt x="24921" y="12768"/>
                    <a:pt x="28116" y="15960"/>
                    <a:pt x="28116" y="20429"/>
                  </a:cubicBezTo>
                  <a:cubicBezTo>
                    <a:pt x="28116" y="24898"/>
                    <a:pt x="24921" y="28090"/>
                    <a:pt x="20448" y="28090"/>
                  </a:cubicBezTo>
                  <a:cubicBezTo>
                    <a:pt x="15975" y="28090"/>
                    <a:pt x="12780" y="24898"/>
                    <a:pt x="12780" y="20429"/>
                  </a:cubicBezTo>
                  <a:cubicBezTo>
                    <a:pt x="12780" y="20429"/>
                    <a:pt x="12780" y="20429"/>
                    <a:pt x="12780" y="20429"/>
                  </a:cubicBezTo>
                  <a:cubicBezTo>
                    <a:pt x="13419" y="16599"/>
                    <a:pt x="16614" y="13407"/>
                    <a:pt x="20448" y="12768"/>
                  </a:cubicBezTo>
                  <a:lnTo>
                    <a:pt x="20448" y="12768"/>
                  </a:lnTo>
                  <a:close/>
                </a:path>
              </a:pathLst>
            </a:custGeom>
            <a:solidFill>
              <a:srgbClr val="0076A8"/>
            </a:solidFill>
            <a:ln w="6390" cap="flat">
              <a:noFill/>
              <a:prstDash val="solid"/>
              <a:miter/>
            </a:ln>
          </p:spPr>
          <p:txBody>
            <a:bodyPr rtlCol="0" anchor="ctr"/>
            <a:lstStyle/>
            <a:p>
              <a:endParaRPr lang="en-US"/>
            </a:p>
          </p:txBody>
        </p:sp>
        <p:sp>
          <p:nvSpPr>
            <p:cNvPr id="159" name="Graphic 4">
              <a:extLst>
                <a:ext uri="{FF2B5EF4-FFF2-40B4-BE49-F238E27FC236}">
                  <a16:creationId xmlns:a16="http://schemas.microsoft.com/office/drawing/2014/main" id="{090A1EB8-148B-E44A-99BC-2A896354715F}"/>
                </a:ext>
              </a:extLst>
            </p:cNvPr>
            <p:cNvSpPr/>
            <p:nvPr/>
          </p:nvSpPr>
          <p:spPr>
            <a:xfrm>
              <a:off x="4791338" y="3559395"/>
              <a:ext cx="49514" cy="64953"/>
            </a:xfrm>
            <a:custGeom>
              <a:avLst/>
              <a:gdLst>
                <a:gd name="connsiteX0" fmla="*/ 38176 w 49514"/>
                <a:gd name="connsiteY0" fmla="*/ 2390 h 64953"/>
                <a:gd name="connsiteX1" fmla="*/ 1115 w 49514"/>
                <a:gd name="connsiteY1" fmla="*/ 54739 h 64953"/>
                <a:gd name="connsiteX2" fmla="*/ 2393 w 49514"/>
                <a:gd name="connsiteY2" fmla="*/ 63677 h 64953"/>
                <a:gd name="connsiteX3" fmla="*/ 2393 w 49514"/>
                <a:gd name="connsiteY3" fmla="*/ 63677 h 64953"/>
                <a:gd name="connsiteX4" fmla="*/ 6226 w 49514"/>
                <a:gd name="connsiteY4" fmla="*/ 64953 h 64953"/>
                <a:gd name="connsiteX5" fmla="*/ 11338 w 49514"/>
                <a:gd name="connsiteY5" fmla="*/ 62400 h 64953"/>
                <a:gd name="connsiteX6" fmla="*/ 48400 w 49514"/>
                <a:gd name="connsiteY6" fmla="*/ 10051 h 64953"/>
                <a:gd name="connsiteX7" fmla="*/ 47122 w 49514"/>
                <a:gd name="connsiteY7" fmla="*/ 1113 h 64953"/>
                <a:gd name="connsiteX8" fmla="*/ 38176 w 49514"/>
                <a:gd name="connsiteY8" fmla="*/ 2390 h 64953"/>
                <a:gd name="connsiteX9" fmla="*/ 38176 w 49514"/>
                <a:gd name="connsiteY9" fmla="*/ 2390 h 64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514" h="64953">
                  <a:moveTo>
                    <a:pt x="38176" y="2390"/>
                  </a:moveTo>
                  <a:lnTo>
                    <a:pt x="1115" y="54739"/>
                  </a:lnTo>
                  <a:cubicBezTo>
                    <a:pt x="-802" y="57293"/>
                    <a:pt x="-163" y="61761"/>
                    <a:pt x="2393" y="63677"/>
                  </a:cubicBezTo>
                  <a:cubicBezTo>
                    <a:pt x="2393" y="63677"/>
                    <a:pt x="2393" y="63677"/>
                    <a:pt x="2393" y="63677"/>
                  </a:cubicBezTo>
                  <a:cubicBezTo>
                    <a:pt x="3671" y="64315"/>
                    <a:pt x="4948" y="64953"/>
                    <a:pt x="6226" y="64953"/>
                  </a:cubicBezTo>
                  <a:cubicBezTo>
                    <a:pt x="8143" y="64953"/>
                    <a:pt x="10061" y="63677"/>
                    <a:pt x="11338" y="62400"/>
                  </a:cubicBezTo>
                  <a:lnTo>
                    <a:pt x="48400" y="10051"/>
                  </a:lnTo>
                  <a:cubicBezTo>
                    <a:pt x="50317" y="6859"/>
                    <a:pt x="49678" y="3029"/>
                    <a:pt x="47122" y="1113"/>
                  </a:cubicBezTo>
                  <a:cubicBezTo>
                    <a:pt x="44566" y="-802"/>
                    <a:pt x="40732" y="-163"/>
                    <a:pt x="38176" y="2390"/>
                  </a:cubicBezTo>
                  <a:lnTo>
                    <a:pt x="38176" y="2390"/>
                  </a:lnTo>
                  <a:close/>
                </a:path>
              </a:pathLst>
            </a:custGeom>
            <a:solidFill>
              <a:srgbClr val="0076A8"/>
            </a:solidFill>
            <a:ln w="6390" cap="flat">
              <a:noFill/>
              <a:prstDash val="solid"/>
              <a:miter/>
            </a:ln>
          </p:spPr>
          <p:txBody>
            <a:bodyPr rtlCol="0" anchor="ctr"/>
            <a:lstStyle/>
            <a:p>
              <a:endParaRPr lang="en-US"/>
            </a:p>
          </p:txBody>
        </p:sp>
        <p:sp>
          <p:nvSpPr>
            <p:cNvPr id="160" name="Graphic 4">
              <a:extLst>
                <a:ext uri="{FF2B5EF4-FFF2-40B4-BE49-F238E27FC236}">
                  <a16:creationId xmlns:a16="http://schemas.microsoft.com/office/drawing/2014/main" id="{2AD26891-66AE-9641-9E21-C120D2E431B1}"/>
                </a:ext>
              </a:extLst>
            </p:cNvPr>
            <p:cNvSpPr/>
            <p:nvPr/>
          </p:nvSpPr>
          <p:spPr>
            <a:xfrm>
              <a:off x="4873604" y="3514544"/>
              <a:ext cx="20447" cy="20428"/>
            </a:xfrm>
            <a:custGeom>
              <a:avLst/>
              <a:gdLst>
                <a:gd name="connsiteX0" fmla="*/ 10863 w 20447"/>
                <a:gd name="connsiteY0" fmla="*/ 1915 h 20428"/>
                <a:gd name="connsiteX1" fmla="*/ 1917 w 20447"/>
                <a:gd name="connsiteY1" fmla="*/ 1915 h 20428"/>
                <a:gd name="connsiteX2" fmla="*/ 1917 w 20447"/>
                <a:gd name="connsiteY2" fmla="*/ 10853 h 20428"/>
                <a:gd name="connsiteX3" fmla="*/ 9585 w 20447"/>
                <a:gd name="connsiteY3" fmla="*/ 18514 h 20428"/>
                <a:gd name="connsiteX4" fmla="*/ 18531 w 20447"/>
                <a:gd name="connsiteY4" fmla="*/ 18514 h 20428"/>
                <a:gd name="connsiteX5" fmla="*/ 18531 w 20447"/>
                <a:gd name="connsiteY5" fmla="*/ 9576 h 20428"/>
                <a:gd name="connsiteX6" fmla="*/ 10863 w 20447"/>
                <a:gd name="connsiteY6" fmla="*/ 1915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47" h="20428">
                  <a:moveTo>
                    <a:pt x="10863" y="1915"/>
                  </a:moveTo>
                  <a:cubicBezTo>
                    <a:pt x="8307" y="-638"/>
                    <a:pt x="4473" y="-638"/>
                    <a:pt x="1917" y="1915"/>
                  </a:cubicBezTo>
                  <a:cubicBezTo>
                    <a:pt x="-639" y="4469"/>
                    <a:pt x="-639" y="8299"/>
                    <a:pt x="1917" y="10853"/>
                  </a:cubicBezTo>
                  <a:lnTo>
                    <a:pt x="9585" y="18514"/>
                  </a:lnTo>
                  <a:cubicBezTo>
                    <a:pt x="12141" y="21067"/>
                    <a:pt x="15975" y="21067"/>
                    <a:pt x="18531" y="18514"/>
                  </a:cubicBezTo>
                  <a:cubicBezTo>
                    <a:pt x="21087" y="15960"/>
                    <a:pt x="21087" y="12130"/>
                    <a:pt x="18531" y="9576"/>
                  </a:cubicBezTo>
                  <a:lnTo>
                    <a:pt x="10863" y="1915"/>
                  </a:lnTo>
                  <a:close/>
                </a:path>
              </a:pathLst>
            </a:custGeom>
            <a:solidFill>
              <a:srgbClr val="0076A8"/>
            </a:solidFill>
            <a:ln w="6390" cap="flat">
              <a:noFill/>
              <a:prstDash val="solid"/>
              <a:miter/>
            </a:ln>
          </p:spPr>
          <p:txBody>
            <a:bodyPr rtlCol="0" anchor="ctr"/>
            <a:lstStyle/>
            <a:p>
              <a:endParaRPr lang="en-US"/>
            </a:p>
          </p:txBody>
        </p:sp>
        <p:sp>
          <p:nvSpPr>
            <p:cNvPr id="161" name="Graphic 4">
              <a:extLst>
                <a:ext uri="{FF2B5EF4-FFF2-40B4-BE49-F238E27FC236}">
                  <a16:creationId xmlns:a16="http://schemas.microsoft.com/office/drawing/2014/main" id="{B019057B-6959-964E-B462-4B18BD6E3AE9}"/>
                </a:ext>
              </a:extLst>
            </p:cNvPr>
            <p:cNvSpPr/>
            <p:nvPr/>
          </p:nvSpPr>
          <p:spPr>
            <a:xfrm>
              <a:off x="4751557" y="3431393"/>
              <a:ext cx="180196" cy="179549"/>
            </a:xfrm>
            <a:custGeom>
              <a:avLst/>
              <a:gdLst>
                <a:gd name="connsiteX0" fmla="*/ 169972 w 180196"/>
                <a:gd name="connsiteY0" fmla="*/ 1436 h 179549"/>
                <a:gd name="connsiteX1" fmla="*/ 97127 w 180196"/>
                <a:gd name="connsiteY1" fmla="*/ 74214 h 179549"/>
                <a:gd name="connsiteX2" fmla="*/ 97127 w 180196"/>
                <a:gd name="connsiteY2" fmla="*/ 41017 h 179549"/>
                <a:gd name="connsiteX3" fmla="*/ 90737 w 180196"/>
                <a:gd name="connsiteY3" fmla="*/ 34633 h 179549"/>
                <a:gd name="connsiteX4" fmla="*/ 86903 w 180196"/>
                <a:gd name="connsiteY4" fmla="*/ 35910 h 179549"/>
                <a:gd name="connsiteX5" fmla="*/ 58787 w 180196"/>
                <a:gd name="connsiteY5" fmla="*/ 56977 h 179549"/>
                <a:gd name="connsiteX6" fmla="*/ 56232 w 180196"/>
                <a:gd name="connsiteY6" fmla="*/ 62084 h 179549"/>
                <a:gd name="connsiteX7" fmla="*/ 56232 w 180196"/>
                <a:gd name="connsiteY7" fmla="*/ 115072 h 179549"/>
                <a:gd name="connsiteX8" fmla="*/ 1917 w 180196"/>
                <a:gd name="connsiteY8" fmla="*/ 168697 h 179549"/>
                <a:gd name="connsiteX9" fmla="*/ 1917 w 180196"/>
                <a:gd name="connsiteY9" fmla="*/ 177634 h 179549"/>
                <a:gd name="connsiteX10" fmla="*/ 10863 w 180196"/>
                <a:gd name="connsiteY10" fmla="*/ 177634 h 179549"/>
                <a:gd name="connsiteX11" fmla="*/ 94571 w 180196"/>
                <a:gd name="connsiteY11" fmla="*/ 94004 h 179549"/>
                <a:gd name="connsiteX12" fmla="*/ 94571 w 180196"/>
                <a:gd name="connsiteY12" fmla="*/ 94004 h 179549"/>
                <a:gd name="connsiteX13" fmla="*/ 178279 w 180196"/>
                <a:gd name="connsiteY13" fmla="*/ 10374 h 179549"/>
                <a:gd name="connsiteX14" fmla="*/ 178279 w 180196"/>
                <a:gd name="connsiteY14" fmla="*/ 1436 h 179549"/>
                <a:gd name="connsiteX15" fmla="*/ 178279 w 180196"/>
                <a:gd name="connsiteY15" fmla="*/ 1436 h 179549"/>
                <a:gd name="connsiteX16" fmla="*/ 169972 w 180196"/>
                <a:gd name="connsiteY16" fmla="*/ 1436 h 179549"/>
                <a:gd name="connsiteX17" fmla="*/ 69650 w 180196"/>
                <a:gd name="connsiteY17" fmla="*/ 65276 h 179549"/>
                <a:gd name="connsiteX18" fmla="*/ 84347 w 180196"/>
                <a:gd name="connsiteY18" fmla="*/ 53785 h 179549"/>
                <a:gd name="connsiteX19" fmla="*/ 84347 w 180196"/>
                <a:gd name="connsiteY19" fmla="*/ 86982 h 179549"/>
                <a:gd name="connsiteX20" fmla="*/ 69650 w 180196"/>
                <a:gd name="connsiteY20" fmla="*/ 102304 h 179549"/>
                <a:gd name="connsiteX21" fmla="*/ 69650 w 180196"/>
                <a:gd name="connsiteY21" fmla="*/ 65276 h 17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0196" h="179549">
                  <a:moveTo>
                    <a:pt x="169972" y="1436"/>
                  </a:moveTo>
                  <a:lnTo>
                    <a:pt x="97127" y="74214"/>
                  </a:lnTo>
                  <a:lnTo>
                    <a:pt x="97127" y="41017"/>
                  </a:lnTo>
                  <a:cubicBezTo>
                    <a:pt x="97127" y="37187"/>
                    <a:pt x="93932" y="34633"/>
                    <a:pt x="90737" y="34633"/>
                  </a:cubicBezTo>
                  <a:cubicBezTo>
                    <a:pt x="89459" y="34633"/>
                    <a:pt x="88181" y="35272"/>
                    <a:pt x="86903" y="35910"/>
                  </a:cubicBezTo>
                  <a:lnTo>
                    <a:pt x="58787" y="56977"/>
                  </a:lnTo>
                  <a:cubicBezTo>
                    <a:pt x="56870" y="58254"/>
                    <a:pt x="56232" y="60169"/>
                    <a:pt x="56232" y="62084"/>
                  </a:cubicBezTo>
                  <a:lnTo>
                    <a:pt x="56232" y="115072"/>
                  </a:lnTo>
                  <a:lnTo>
                    <a:pt x="1917" y="168697"/>
                  </a:lnTo>
                  <a:cubicBezTo>
                    <a:pt x="-639" y="171251"/>
                    <a:pt x="-639" y="175081"/>
                    <a:pt x="1917" y="177634"/>
                  </a:cubicBezTo>
                  <a:cubicBezTo>
                    <a:pt x="4473" y="180188"/>
                    <a:pt x="8307" y="180188"/>
                    <a:pt x="10863" y="177634"/>
                  </a:cubicBezTo>
                  <a:lnTo>
                    <a:pt x="94571" y="94004"/>
                  </a:lnTo>
                  <a:lnTo>
                    <a:pt x="94571" y="94004"/>
                  </a:lnTo>
                  <a:lnTo>
                    <a:pt x="178279" y="10374"/>
                  </a:lnTo>
                  <a:cubicBezTo>
                    <a:pt x="180835" y="7820"/>
                    <a:pt x="180835" y="3990"/>
                    <a:pt x="178279" y="1436"/>
                  </a:cubicBezTo>
                  <a:cubicBezTo>
                    <a:pt x="178279" y="1436"/>
                    <a:pt x="178279" y="1436"/>
                    <a:pt x="178279" y="1436"/>
                  </a:cubicBezTo>
                  <a:cubicBezTo>
                    <a:pt x="176362" y="-479"/>
                    <a:pt x="172528" y="-479"/>
                    <a:pt x="169972" y="1436"/>
                  </a:cubicBezTo>
                  <a:close/>
                  <a:moveTo>
                    <a:pt x="69650" y="65276"/>
                  </a:moveTo>
                  <a:lnTo>
                    <a:pt x="84347" y="53785"/>
                  </a:lnTo>
                  <a:lnTo>
                    <a:pt x="84347" y="86982"/>
                  </a:lnTo>
                  <a:lnTo>
                    <a:pt x="69650" y="102304"/>
                  </a:lnTo>
                  <a:lnTo>
                    <a:pt x="69650" y="65276"/>
                  </a:lnTo>
                  <a:close/>
                </a:path>
              </a:pathLst>
            </a:custGeom>
            <a:solidFill>
              <a:srgbClr val="0076A8"/>
            </a:solidFill>
            <a:ln w="6390" cap="flat">
              <a:noFill/>
              <a:prstDash val="solid"/>
              <a:miter/>
            </a:ln>
          </p:spPr>
          <p:txBody>
            <a:bodyPr rtlCol="0" anchor="ctr"/>
            <a:lstStyle/>
            <a:p>
              <a:endParaRPr lang="en-US"/>
            </a:p>
          </p:txBody>
        </p:sp>
        <p:sp>
          <p:nvSpPr>
            <p:cNvPr id="162" name="Graphic 4">
              <a:extLst>
                <a:ext uri="{FF2B5EF4-FFF2-40B4-BE49-F238E27FC236}">
                  <a16:creationId xmlns:a16="http://schemas.microsoft.com/office/drawing/2014/main" id="{9F2B8917-FB78-6E4A-BE18-E413E36E2938}"/>
                </a:ext>
              </a:extLst>
            </p:cNvPr>
            <p:cNvSpPr/>
            <p:nvPr/>
          </p:nvSpPr>
          <p:spPr>
            <a:xfrm>
              <a:off x="4851240" y="3537690"/>
              <a:ext cx="34505" cy="86658"/>
            </a:xfrm>
            <a:custGeom>
              <a:avLst/>
              <a:gdLst>
                <a:gd name="connsiteX0" fmla="*/ 26199 w 34505"/>
                <a:gd name="connsiteY0" fmla="*/ 24734 h 86658"/>
                <a:gd name="connsiteX1" fmla="*/ 11502 w 34505"/>
                <a:gd name="connsiteY1" fmla="*/ 2390 h 86658"/>
                <a:gd name="connsiteX2" fmla="*/ 2556 w 34505"/>
                <a:gd name="connsiteY2" fmla="*/ 1114 h 86658"/>
                <a:gd name="connsiteX3" fmla="*/ 639 w 34505"/>
                <a:gd name="connsiteY3" fmla="*/ 9413 h 86658"/>
                <a:gd name="connsiteX4" fmla="*/ 14697 w 34505"/>
                <a:gd name="connsiteY4" fmla="*/ 30480 h 86658"/>
                <a:gd name="connsiteX5" fmla="*/ 21726 w 34505"/>
                <a:gd name="connsiteY5" fmla="*/ 80913 h 86658"/>
                <a:gd name="connsiteX6" fmla="*/ 28116 w 34505"/>
                <a:gd name="connsiteY6" fmla="*/ 86659 h 86658"/>
                <a:gd name="connsiteX7" fmla="*/ 28755 w 34505"/>
                <a:gd name="connsiteY7" fmla="*/ 86659 h 86658"/>
                <a:gd name="connsiteX8" fmla="*/ 34506 w 34505"/>
                <a:gd name="connsiteY8" fmla="*/ 79636 h 86658"/>
                <a:gd name="connsiteX9" fmla="*/ 34506 w 34505"/>
                <a:gd name="connsiteY9" fmla="*/ 79636 h 86658"/>
                <a:gd name="connsiteX10" fmla="*/ 26838 w 34505"/>
                <a:gd name="connsiteY10" fmla="*/ 27288 h 86658"/>
                <a:gd name="connsiteX11" fmla="*/ 26199 w 34505"/>
                <a:gd name="connsiteY11" fmla="*/ 24734 h 86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05" h="86658">
                  <a:moveTo>
                    <a:pt x="26199" y="24734"/>
                  </a:moveTo>
                  <a:lnTo>
                    <a:pt x="11502" y="2390"/>
                  </a:lnTo>
                  <a:cubicBezTo>
                    <a:pt x="9585" y="-163"/>
                    <a:pt x="5112" y="-802"/>
                    <a:pt x="2556" y="1114"/>
                  </a:cubicBezTo>
                  <a:cubicBezTo>
                    <a:pt x="0" y="3029"/>
                    <a:pt x="-639" y="6859"/>
                    <a:pt x="639" y="9413"/>
                  </a:cubicBezTo>
                  <a:lnTo>
                    <a:pt x="14697" y="30480"/>
                  </a:lnTo>
                  <a:lnTo>
                    <a:pt x="21726" y="80913"/>
                  </a:lnTo>
                  <a:cubicBezTo>
                    <a:pt x="22365" y="84105"/>
                    <a:pt x="24921" y="86659"/>
                    <a:pt x="28116" y="86659"/>
                  </a:cubicBezTo>
                  <a:lnTo>
                    <a:pt x="28755" y="86659"/>
                  </a:lnTo>
                  <a:cubicBezTo>
                    <a:pt x="31950" y="86020"/>
                    <a:pt x="34506" y="82828"/>
                    <a:pt x="34506" y="79636"/>
                  </a:cubicBezTo>
                  <a:cubicBezTo>
                    <a:pt x="34506" y="79636"/>
                    <a:pt x="34506" y="79636"/>
                    <a:pt x="34506" y="79636"/>
                  </a:cubicBezTo>
                  <a:lnTo>
                    <a:pt x="26838" y="27288"/>
                  </a:lnTo>
                  <a:cubicBezTo>
                    <a:pt x="27477" y="26011"/>
                    <a:pt x="26838" y="25373"/>
                    <a:pt x="26199" y="24734"/>
                  </a:cubicBezTo>
                  <a:close/>
                </a:path>
              </a:pathLst>
            </a:custGeom>
            <a:solidFill>
              <a:srgbClr val="0076A8"/>
            </a:solidFill>
            <a:ln w="6390" cap="flat">
              <a:noFill/>
              <a:prstDash val="solid"/>
              <a:miter/>
            </a:ln>
          </p:spPr>
          <p:txBody>
            <a:bodyPr rtlCol="0" anchor="ctr"/>
            <a:lstStyle/>
            <a:p>
              <a:endParaRPr lang="en-US"/>
            </a:p>
          </p:txBody>
        </p:sp>
      </p:grpSp>
      <p:grpSp>
        <p:nvGrpSpPr>
          <p:cNvPr id="163" name="Graphic 4">
            <a:extLst>
              <a:ext uri="{FF2B5EF4-FFF2-40B4-BE49-F238E27FC236}">
                <a16:creationId xmlns:a16="http://schemas.microsoft.com/office/drawing/2014/main" id="{03623F30-DA3E-5640-8F01-B95E7227DC4C}"/>
              </a:ext>
            </a:extLst>
          </p:cNvPr>
          <p:cNvGrpSpPr/>
          <p:nvPr/>
        </p:nvGrpSpPr>
        <p:grpSpPr>
          <a:xfrm>
            <a:off x="4660820" y="1893013"/>
            <a:ext cx="362312" cy="361971"/>
            <a:chOff x="4660820" y="1893013"/>
            <a:chExt cx="362312" cy="361971"/>
          </a:xfrm>
          <a:solidFill>
            <a:srgbClr val="0076A8"/>
          </a:solidFill>
        </p:grpSpPr>
        <p:sp>
          <p:nvSpPr>
            <p:cNvPr id="164" name="Graphic 4">
              <a:extLst>
                <a:ext uri="{FF2B5EF4-FFF2-40B4-BE49-F238E27FC236}">
                  <a16:creationId xmlns:a16="http://schemas.microsoft.com/office/drawing/2014/main" id="{FDEDD75B-FED1-4442-B703-311F606CEB76}"/>
                </a:ext>
              </a:extLst>
            </p:cNvPr>
            <p:cNvSpPr/>
            <p:nvPr/>
          </p:nvSpPr>
          <p:spPr>
            <a:xfrm>
              <a:off x="4660820" y="189301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9204 h 361971"/>
                <a:gd name="connsiteX8" fmla="*/ 12780 w 362312"/>
                <a:gd name="connsiteY8" fmla="*/ 181305 h 361971"/>
                <a:gd name="connsiteX9" fmla="*/ 180835 w 362312"/>
                <a:gd name="connsiteY9" fmla="*/ 12768 h 361971"/>
                <a:gd name="connsiteX10" fmla="*/ 349529 w 362312"/>
                <a:gd name="connsiteY10" fmla="*/ 180667 h 361971"/>
                <a:gd name="connsiteX11" fmla="*/ 349529 w 362312"/>
                <a:gd name="connsiteY11" fmla="*/ 180667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lnTo>
                    <a:pt x="181474" y="0"/>
                  </a:ln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close/>
                </a:path>
              </a:pathLst>
            </a:custGeom>
            <a:solidFill>
              <a:srgbClr val="0076A8"/>
            </a:solidFill>
            <a:ln w="6390" cap="flat">
              <a:noFill/>
              <a:prstDash val="solid"/>
              <a:miter/>
            </a:ln>
          </p:spPr>
          <p:txBody>
            <a:bodyPr rtlCol="0" anchor="ctr"/>
            <a:lstStyle/>
            <a:p>
              <a:endParaRPr lang="en-US"/>
            </a:p>
          </p:txBody>
        </p:sp>
        <p:sp>
          <p:nvSpPr>
            <p:cNvPr id="165" name="Graphic 4">
              <a:extLst>
                <a:ext uri="{FF2B5EF4-FFF2-40B4-BE49-F238E27FC236}">
                  <a16:creationId xmlns:a16="http://schemas.microsoft.com/office/drawing/2014/main" id="{ED11D8F8-01C3-3245-A9B1-A3A1544282AE}"/>
                </a:ext>
              </a:extLst>
            </p:cNvPr>
            <p:cNvSpPr/>
            <p:nvPr/>
          </p:nvSpPr>
          <p:spPr>
            <a:xfrm>
              <a:off x="4790535" y="1961322"/>
              <a:ext cx="103517" cy="224716"/>
            </a:xfrm>
            <a:custGeom>
              <a:avLst/>
              <a:gdLst>
                <a:gd name="connsiteX0" fmla="*/ 77957 w 103517"/>
                <a:gd name="connsiteY0" fmla="*/ 0 h 224716"/>
                <a:gd name="connsiteX1" fmla="*/ 25560 w 103517"/>
                <a:gd name="connsiteY1" fmla="*/ 0 h 224716"/>
                <a:gd name="connsiteX2" fmla="*/ 0 w 103517"/>
                <a:gd name="connsiteY2" fmla="*/ 25536 h 224716"/>
                <a:gd name="connsiteX3" fmla="*/ 0 w 103517"/>
                <a:gd name="connsiteY3" fmla="*/ 199180 h 224716"/>
                <a:gd name="connsiteX4" fmla="*/ 25560 w 103517"/>
                <a:gd name="connsiteY4" fmla="*/ 224716 h 224716"/>
                <a:gd name="connsiteX5" fmla="*/ 77957 w 103517"/>
                <a:gd name="connsiteY5" fmla="*/ 224716 h 224716"/>
                <a:gd name="connsiteX6" fmla="*/ 103517 w 103517"/>
                <a:gd name="connsiteY6" fmla="*/ 199180 h 224716"/>
                <a:gd name="connsiteX7" fmla="*/ 103517 w 103517"/>
                <a:gd name="connsiteY7" fmla="*/ 25536 h 224716"/>
                <a:gd name="connsiteX8" fmla="*/ 77957 w 103517"/>
                <a:gd name="connsiteY8" fmla="*/ 0 h 224716"/>
                <a:gd name="connsiteX9" fmla="*/ 90737 w 103517"/>
                <a:gd name="connsiteY9" fmla="*/ 199819 h 224716"/>
                <a:gd name="connsiteX10" fmla="*/ 77957 w 103517"/>
                <a:gd name="connsiteY10" fmla="*/ 212587 h 224716"/>
                <a:gd name="connsiteX11" fmla="*/ 25560 w 103517"/>
                <a:gd name="connsiteY11" fmla="*/ 212587 h 224716"/>
                <a:gd name="connsiteX12" fmla="*/ 12780 w 103517"/>
                <a:gd name="connsiteY12" fmla="*/ 199819 h 224716"/>
                <a:gd name="connsiteX13" fmla="*/ 12780 w 103517"/>
                <a:gd name="connsiteY13" fmla="*/ 26174 h 224716"/>
                <a:gd name="connsiteX14" fmla="*/ 25560 w 103517"/>
                <a:gd name="connsiteY14" fmla="*/ 13406 h 224716"/>
                <a:gd name="connsiteX15" fmla="*/ 77957 w 103517"/>
                <a:gd name="connsiteY15" fmla="*/ 13406 h 224716"/>
                <a:gd name="connsiteX16" fmla="*/ 90737 w 103517"/>
                <a:gd name="connsiteY16" fmla="*/ 26174 h 224716"/>
                <a:gd name="connsiteX17" fmla="*/ 90737 w 103517"/>
                <a:gd name="connsiteY17" fmla="*/ 199819 h 22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3517" h="224716">
                  <a:moveTo>
                    <a:pt x="77957" y="0"/>
                  </a:moveTo>
                  <a:lnTo>
                    <a:pt x="25560" y="0"/>
                  </a:lnTo>
                  <a:cubicBezTo>
                    <a:pt x="11502" y="0"/>
                    <a:pt x="0" y="11491"/>
                    <a:pt x="0" y="25536"/>
                  </a:cubicBezTo>
                  <a:lnTo>
                    <a:pt x="0" y="199180"/>
                  </a:lnTo>
                  <a:cubicBezTo>
                    <a:pt x="0" y="213225"/>
                    <a:pt x="11502" y="224716"/>
                    <a:pt x="25560" y="224716"/>
                  </a:cubicBezTo>
                  <a:lnTo>
                    <a:pt x="77957" y="224716"/>
                  </a:lnTo>
                  <a:cubicBezTo>
                    <a:pt x="92015" y="224716"/>
                    <a:pt x="103517" y="213225"/>
                    <a:pt x="103517" y="199180"/>
                  </a:cubicBezTo>
                  <a:lnTo>
                    <a:pt x="103517" y="25536"/>
                  </a:lnTo>
                  <a:cubicBezTo>
                    <a:pt x="103517" y="11491"/>
                    <a:pt x="92015" y="0"/>
                    <a:pt x="77957" y="0"/>
                  </a:cubicBezTo>
                  <a:close/>
                  <a:moveTo>
                    <a:pt x="90737" y="199819"/>
                  </a:moveTo>
                  <a:cubicBezTo>
                    <a:pt x="90737" y="206841"/>
                    <a:pt x="84986" y="212587"/>
                    <a:pt x="77957" y="212587"/>
                  </a:cubicBezTo>
                  <a:lnTo>
                    <a:pt x="25560" y="212587"/>
                  </a:lnTo>
                  <a:cubicBezTo>
                    <a:pt x="18531" y="212587"/>
                    <a:pt x="12780" y="206841"/>
                    <a:pt x="12780" y="199819"/>
                  </a:cubicBezTo>
                  <a:lnTo>
                    <a:pt x="12780" y="26174"/>
                  </a:lnTo>
                  <a:cubicBezTo>
                    <a:pt x="12780" y="19152"/>
                    <a:pt x="18531" y="13406"/>
                    <a:pt x="25560" y="13406"/>
                  </a:cubicBezTo>
                  <a:lnTo>
                    <a:pt x="77957" y="13406"/>
                  </a:lnTo>
                  <a:cubicBezTo>
                    <a:pt x="84986" y="13406"/>
                    <a:pt x="90737" y="19152"/>
                    <a:pt x="90737" y="26174"/>
                  </a:cubicBezTo>
                  <a:lnTo>
                    <a:pt x="90737" y="199819"/>
                  </a:lnTo>
                  <a:close/>
                </a:path>
              </a:pathLst>
            </a:custGeom>
            <a:solidFill>
              <a:srgbClr val="0076A8"/>
            </a:solidFill>
            <a:ln w="6390" cap="flat">
              <a:noFill/>
              <a:prstDash val="solid"/>
              <a:miter/>
            </a:ln>
          </p:spPr>
          <p:txBody>
            <a:bodyPr rtlCol="0" anchor="ctr"/>
            <a:lstStyle/>
            <a:p>
              <a:endParaRPr lang="en-US"/>
            </a:p>
          </p:txBody>
        </p:sp>
        <p:sp>
          <p:nvSpPr>
            <p:cNvPr id="166" name="Graphic 4">
              <a:extLst>
                <a:ext uri="{FF2B5EF4-FFF2-40B4-BE49-F238E27FC236}">
                  <a16:creationId xmlns:a16="http://schemas.microsoft.com/office/drawing/2014/main" id="{BBFE3D13-A844-AF4C-8BB8-B5123BFE23A1}"/>
                </a:ext>
              </a:extLst>
            </p:cNvPr>
            <p:cNvSpPr/>
            <p:nvPr/>
          </p:nvSpPr>
          <p:spPr>
            <a:xfrm>
              <a:off x="4820568" y="1991965"/>
              <a:ext cx="43451" cy="43411"/>
            </a:xfrm>
            <a:custGeom>
              <a:avLst/>
              <a:gdLst>
                <a:gd name="connsiteX0" fmla="*/ 21726 w 43451"/>
                <a:gd name="connsiteY0" fmla="*/ 0 h 43411"/>
                <a:gd name="connsiteX1" fmla="*/ 0 w 43451"/>
                <a:gd name="connsiteY1" fmla="*/ 21706 h 43411"/>
                <a:gd name="connsiteX2" fmla="*/ 21726 w 43451"/>
                <a:gd name="connsiteY2" fmla="*/ 43411 h 43411"/>
                <a:gd name="connsiteX3" fmla="*/ 43451 w 43451"/>
                <a:gd name="connsiteY3" fmla="*/ 21706 h 43411"/>
                <a:gd name="connsiteX4" fmla="*/ 43451 w 43451"/>
                <a:gd name="connsiteY4" fmla="*/ 21706 h 43411"/>
                <a:gd name="connsiteX5" fmla="*/ 21726 w 43451"/>
                <a:gd name="connsiteY5" fmla="*/ 0 h 43411"/>
                <a:gd name="connsiteX6" fmla="*/ 21726 w 43451"/>
                <a:gd name="connsiteY6" fmla="*/ 30005 h 43411"/>
                <a:gd name="connsiteX7" fmla="*/ 12780 w 43451"/>
                <a:gd name="connsiteY7" fmla="*/ 21067 h 43411"/>
                <a:gd name="connsiteX8" fmla="*/ 21726 w 43451"/>
                <a:gd name="connsiteY8" fmla="*/ 12130 h 43411"/>
                <a:gd name="connsiteX9" fmla="*/ 30672 w 43451"/>
                <a:gd name="connsiteY9" fmla="*/ 21067 h 43411"/>
                <a:gd name="connsiteX10" fmla="*/ 30672 w 43451"/>
                <a:gd name="connsiteY10" fmla="*/ 21067 h 43411"/>
                <a:gd name="connsiteX11" fmla="*/ 21726 w 43451"/>
                <a:gd name="connsiteY11" fmla="*/ 30005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51" h="43411">
                  <a:moveTo>
                    <a:pt x="21726" y="0"/>
                  </a:moveTo>
                  <a:cubicBezTo>
                    <a:pt x="9585" y="0"/>
                    <a:pt x="0" y="9576"/>
                    <a:pt x="0" y="21706"/>
                  </a:cubicBezTo>
                  <a:cubicBezTo>
                    <a:pt x="0" y="33835"/>
                    <a:pt x="9585" y="43411"/>
                    <a:pt x="21726" y="43411"/>
                  </a:cubicBezTo>
                  <a:cubicBezTo>
                    <a:pt x="33867" y="43411"/>
                    <a:pt x="43451" y="33835"/>
                    <a:pt x="43451" y="21706"/>
                  </a:cubicBezTo>
                  <a:cubicBezTo>
                    <a:pt x="43451" y="21706"/>
                    <a:pt x="43451" y="21706"/>
                    <a:pt x="43451" y="21706"/>
                  </a:cubicBezTo>
                  <a:cubicBezTo>
                    <a:pt x="43451" y="9576"/>
                    <a:pt x="33867" y="0"/>
                    <a:pt x="21726" y="0"/>
                  </a:cubicBezTo>
                  <a:close/>
                  <a:moveTo>
                    <a:pt x="21726" y="30005"/>
                  </a:moveTo>
                  <a:cubicBezTo>
                    <a:pt x="16614" y="30005"/>
                    <a:pt x="12780" y="26174"/>
                    <a:pt x="12780" y="21067"/>
                  </a:cubicBezTo>
                  <a:cubicBezTo>
                    <a:pt x="12780" y="15960"/>
                    <a:pt x="16614" y="12130"/>
                    <a:pt x="21726" y="12130"/>
                  </a:cubicBezTo>
                  <a:cubicBezTo>
                    <a:pt x="26837" y="12130"/>
                    <a:pt x="30672" y="15960"/>
                    <a:pt x="30672" y="21067"/>
                  </a:cubicBezTo>
                  <a:cubicBezTo>
                    <a:pt x="30672" y="21067"/>
                    <a:pt x="30672" y="21067"/>
                    <a:pt x="30672" y="21067"/>
                  </a:cubicBezTo>
                  <a:cubicBezTo>
                    <a:pt x="30672" y="26174"/>
                    <a:pt x="26837" y="30005"/>
                    <a:pt x="21726" y="30005"/>
                  </a:cubicBezTo>
                  <a:close/>
                </a:path>
              </a:pathLst>
            </a:custGeom>
            <a:solidFill>
              <a:srgbClr val="0076A8"/>
            </a:solidFill>
            <a:ln w="6390" cap="flat">
              <a:noFill/>
              <a:prstDash val="solid"/>
              <a:miter/>
            </a:ln>
          </p:spPr>
          <p:txBody>
            <a:bodyPr rtlCol="0" anchor="ctr"/>
            <a:lstStyle/>
            <a:p>
              <a:endParaRPr lang="en-US"/>
            </a:p>
          </p:txBody>
        </p:sp>
        <p:sp>
          <p:nvSpPr>
            <p:cNvPr id="206" name="Graphic 4">
              <a:extLst>
                <a:ext uri="{FF2B5EF4-FFF2-40B4-BE49-F238E27FC236}">
                  <a16:creationId xmlns:a16="http://schemas.microsoft.com/office/drawing/2014/main" id="{6E5B976D-B9C4-4242-8AA1-F87B6C7F83D1}"/>
                </a:ext>
              </a:extLst>
            </p:cNvPr>
            <p:cNvSpPr/>
            <p:nvPr/>
          </p:nvSpPr>
          <p:spPr>
            <a:xfrm>
              <a:off x="4820568" y="2052612"/>
              <a:ext cx="43451" cy="43411"/>
            </a:xfrm>
            <a:custGeom>
              <a:avLst/>
              <a:gdLst>
                <a:gd name="connsiteX0" fmla="*/ 21726 w 43451"/>
                <a:gd name="connsiteY0" fmla="*/ 0 h 43411"/>
                <a:gd name="connsiteX1" fmla="*/ 0 w 43451"/>
                <a:gd name="connsiteY1" fmla="*/ 21706 h 43411"/>
                <a:gd name="connsiteX2" fmla="*/ 21726 w 43451"/>
                <a:gd name="connsiteY2" fmla="*/ 43411 h 43411"/>
                <a:gd name="connsiteX3" fmla="*/ 43451 w 43451"/>
                <a:gd name="connsiteY3" fmla="*/ 21706 h 43411"/>
                <a:gd name="connsiteX4" fmla="*/ 43451 w 43451"/>
                <a:gd name="connsiteY4" fmla="*/ 21706 h 43411"/>
                <a:gd name="connsiteX5" fmla="*/ 21726 w 43451"/>
                <a:gd name="connsiteY5" fmla="*/ 0 h 43411"/>
                <a:gd name="connsiteX6" fmla="*/ 21726 w 43451"/>
                <a:gd name="connsiteY6" fmla="*/ 30005 h 43411"/>
                <a:gd name="connsiteX7" fmla="*/ 12780 w 43451"/>
                <a:gd name="connsiteY7" fmla="*/ 21067 h 43411"/>
                <a:gd name="connsiteX8" fmla="*/ 21726 w 43451"/>
                <a:gd name="connsiteY8" fmla="*/ 12130 h 43411"/>
                <a:gd name="connsiteX9" fmla="*/ 30672 w 43451"/>
                <a:gd name="connsiteY9" fmla="*/ 21067 h 43411"/>
                <a:gd name="connsiteX10" fmla="*/ 30672 w 43451"/>
                <a:gd name="connsiteY10" fmla="*/ 21067 h 43411"/>
                <a:gd name="connsiteX11" fmla="*/ 21726 w 43451"/>
                <a:gd name="connsiteY11" fmla="*/ 30005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51" h="43411">
                  <a:moveTo>
                    <a:pt x="21726" y="0"/>
                  </a:moveTo>
                  <a:cubicBezTo>
                    <a:pt x="9585" y="0"/>
                    <a:pt x="0" y="9576"/>
                    <a:pt x="0" y="21706"/>
                  </a:cubicBezTo>
                  <a:cubicBezTo>
                    <a:pt x="0" y="33835"/>
                    <a:pt x="9585" y="43411"/>
                    <a:pt x="21726" y="43411"/>
                  </a:cubicBezTo>
                  <a:cubicBezTo>
                    <a:pt x="33867" y="43411"/>
                    <a:pt x="43451" y="33835"/>
                    <a:pt x="43451" y="21706"/>
                  </a:cubicBezTo>
                  <a:cubicBezTo>
                    <a:pt x="43451" y="21706"/>
                    <a:pt x="43451" y="21706"/>
                    <a:pt x="43451" y="21706"/>
                  </a:cubicBezTo>
                  <a:cubicBezTo>
                    <a:pt x="43451" y="9576"/>
                    <a:pt x="33867" y="0"/>
                    <a:pt x="21726" y="0"/>
                  </a:cubicBezTo>
                  <a:close/>
                  <a:moveTo>
                    <a:pt x="21726" y="30005"/>
                  </a:moveTo>
                  <a:cubicBezTo>
                    <a:pt x="16614" y="30005"/>
                    <a:pt x="12780" y="26174"/>
                    <a:pt x="12780" y="21067"/>
                  </a:cubicBezTo>
                  <a:cubicBezTo>
                    <a:pt x="12780" y="15960"/>
                    <a:pt x="16614" y="12130"/>
                    <a:pt x="21726" y="12130"/>
                  </a:cubicBezTo>
                  <a:cubicBezTo>
                    <a:pt x="26837" y="12130"/>
                    <a:pt x="30672" y="15960"/>
                    <a:pt x="30672" y="21067"/>
                  </a:cubicBezTo>
                  <a:cubicBezTo>
                    <a:pt x="30672" y="21067"/>
                    <a:pt x="30672" y="21067"/>
                    <a:pt x="30672" y="21067"/>
                  </a:cubicBezTo>
                  <a:cubicBezTo>
                    <a:pt x="30672" y="26174"/>
                    <a:pt x="26837" y="30005"/>
                    <a:pt x="21726" y="30005"/>
                  </a:cubicBezTo>
                  <a:close/>
                </a:path>
              </a:pathLst>
            </a:custGeom>
            <a:solidFill>
              <a:srgbClr val="0076A8"/>
            </a:solidFill>
            <a:ln w="6390" cap="flat">
              <a:noFill/>
              <a:prstDash val="solid"/>
              <a:miter/>
            </a:ln>
          </p:spPr>
          <p:txBody>
            <a:bodyPr rtlCol="0" anchor="ctr"/>
            <a:lstStyle/>
            <a:p>
              <a:endParaRPr lang="en-US"/>
            </a:p>
          </p:txBody>
        </p:sp>
        <p:sp>
          <p:nvSpPr>
            <p:cNvPr id="207" name="Graphic 4">
              <a:extLst>
                <a:ext uri="{FF2B5EF4-FFF2-40B4-BE49-F238E27FC236}">
                  <a16:creationId xmlns:a16="http://schemas.microsoft.com/office/drawing/2014/main" id="{875DF9E7-97E9-1E4B-90E5-BBC956301116}"/>
                </a:ext>
              </a:extLst>
            </p:cNvPr>
            <p:cNvSpPr/>
            <p:nvPr/>
          </p:nvSpPr>
          <p:spPr>
            <a:xfrm>
              <a:off x="4820568" y="2113260"/>
              <a:ext cx="43451" cy="43411"/>
            </a:xfrm>
            <a:custGeom>
              <a:avLst/>
              <a:gdLst>
                <a:gd name="connsiteX0" fmla="*/ 21726 w 43451"/>
                <a:gd name="connsiteY0" fmla="*/ 0 h 43411"/>
                <a:gd name="connsiteX1" fmla="*/ 0 w 43451"/>
                <a:gd name="connsiteY1" fmla="*/ 21706 h 43411"/>
                <a:gd name="connsiteX2" fmla="*/ 21726 w 43451"/>
                <a:gd name="connsiteY2" fmla="*/ 43411 h 43411"/>
                <a:gd name="connsiteX3" fmla="*/ 43451 w 43451"/>
                <a:gd name="connsiteY3" fmla="*/ 21706 h 43411"/>
                <a:gd name="connsiteX4" fmla="*/ 43451 w 43451"/>
                <a:gd name="connsiteY4" fmla="*/ 21706 h 43411"/>
                <a:gd name="connsiteX5" fmla="*/ 21726 w 43451"/>
                <a:gd name="connsiteY5" fmla="*/ 0 h 43411"/>
                <a:gd name="connsiteX6" fmla="*/ 21726 w 43451"/>
                <a:gd name="connsiteY6" fmla="*/ 30005 h 43411"/>
                <a:gd name="connsiteX7" fmla="*/ 12780 w 43451"/>
                <a:gd name="connsiteY7" fmla="*/ 21067 h 43411"/>
                <a:gd name="connsiteX8" fmla="*/ 21726 w 43451"/>
                <a:gd name="connsiteY8" fmla="*/ 12130 h 43411"/>
                <a:gd name="connsiteX9" fmla="*/ 30672 w 43451"/>
                <a:gd name="connsiteY9" fmla="*/ 21067 h 43411"/>
                <a:gd name="connsiteX10" fmla="*/ 30672 w 43451"/>
                <a:gd name="connsiteY10" fmla="*/ 21067 h 43411"/>
                <a:gd name="connsiteX11" fmla="*/ 21726 w 43451"/>
                <a:gd name="connsiteY11" fmla="*/ 30005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51" h="43411">
                  <a:moveTo>
                    <a:pt x="21726" y="0"/>
                  </a:moveTo>
                  <a:cubicBezTo>
                    <a:pt x="9585" y="0"/>
                    <a:pt x="0" y="9576"/>
                    <a:pt x="0" y="21706"/>
                  </a:cubicBezTo>
                  <a:cubicBezTo>
                    <a:pt x="0" y="33835"/>
                    <a:pt x="9585" y="43411"/>
                    <a:pt x="21726" y="43411"/>
                  </a:cubicBezTo>
                  <a:cubicBezTo>
                    <a:pt x="33867" y="43411"/>
                    <a:pt x="43451" y="33835"/>
                    <a:pt x="43451" y="21706"/>
                  </a:cubicBezTo>
                  <a:lnTo>
                    <a:pt x="43451" y="21706"/>
                  </a:lnTo>
                  <a:cubicBezTo>
                    <a:pt x="43451" y="9576"/>
                    <a:pt x="33867" y="0"/>
                    <a:pt x="21726" y="0"/>
                  </a:cubicBezTo>
                  <a:close/>
                  <a:moveTo>
                    <a:pt x="21726" y="30005"/>
                  </a:moveTo>
                  <a:cubicBezTo>
                    <a:pt x="16614" y="30005"/>
                    <a:pt x="12780" y="26174"/>
                    <a:pt x="12780" y="21067"/>
                  </a:cubicBezTo>
                  <a:cubicBezTo>
                    <a:pt x="12780" y="15960"/>
                    <a:pt x="16614" y="12130"/>
                    <a:pt x="21726" y="12130"/>
                  </a:cubicBezTo>
                  <a:cubicBezTo>
                    <a:pt x="26837" y="12130"/>
                    <a:pt x="30672" y="15960"/>
                    <a:pt x="30672" y="21067"/>
                  </a:cubicBezTo>
                  <a:lnTo>
                    <a:pt x="30672" y="21067"/>
                  </a:lnTo>
                  <a:cubicBezTo>
                    <a:pt x="30672" y="26174"/>
                    <a:pt x="26837" y="30005"/>
                    <a:pt x="21726" y="30005"/>
                  </a:cubicBezTo>
                  <a:close/>
                </a:path>
              </a:pathLst>
            </a:custGeom>
            <a:solidFill>
              <a:srgbClr val="0076A8"/>
            </a:solidFill>
            <a:ln w="6390" cap="flat">
              <a:noFill/>
              <a:prstDash val="solid"/>
              <a:miter/>
            </a:ln>
          </p:spPr>
          <p:txBody>
            <a:bodyPr rtlCol="0" anchor="ctr"/>
            <a:lstStyle/>
            <a:p>
              <a:endParaRPr lang="en-US"/>
            </a:p>
          </p:txBody>
        </p:sp>
      </p:grpSp>
      <p:grpSp>
        <p:nvGrpSpPr>
          <p:cNvPr id="208" name="Graphic 4">
            <a:extLst>
              <a:ext uri="{FF2B5EF4-FFF2-40B4-BE49-F238E27FC236}">
                <a16:creationId xmlns:a16="http://schemas.microsoft.com/office/drawing/2014/main" id="{4CF6DDEE-E4EB-F541-9155-4DB7B1D418C0}"/>
              </a:ext>
            </a:extLst>
          </p:cNvPr>
          <p:cNvGrpSpPr/>
          <p:nvPr/>
        </p:nvGrpSpPr>
        <p:grpSpPr>
          <a:xfrm>
            <a:off x="4660820" y="2371173"/>
            <a:ext cx="362312" cy="361971"/>
            <a:chOff x="4660820" y="2371173"/>
            <a:chExt cx="362312" cy="361971"/>
          </a:xfrm>
          <a:solidFill>
            <a:srgbClr val="0076A8"/>
          </a:solidFill>
        </p:grpSpPr>
        <p:sp>
          <p:nvSpPr>
            <p:cNvPr id="209" name="Graphic 4">
              <a:extLst>
                <a:ext uri="{FF2B5EF4-FFF2-40B4-BE49-F238E27FC236}">
                  <a16:creationId xmlns:a16="http://schemas.microsoft.com/office/drawing/2014/main" id="{7CC58584-A020-4044-B97C-6FE08DFADF62}"/>
                </a:ext>
              </a:extLst>
            </p:cNvPr>
            <p:cNvSpPr/>
            <p:nvPr/>
          </p:nvSpPr>
          <p:spPr>
            <a:xfrm>
              <a:off x="4660820" y="237117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close/>
                </a:path>
              </a:pathLst>
            </a:custGeom>
            <a:solidFill>
              <a:srgbClr val="0076A8"/>
            </a:solidFill>
            <a:ln w="6390" cap="flat">
              <a:noFill/>
              <a:prstDash val="solid"/>
              <a:miter/>
            </a:ln>
          </p:spPr>
          <p:txBody>
            <a:bodyPr rtlCol="0" anchor="ctr"/>
            <a:lstStyle/>
            <a:p>
              <a:endParaRPr lang="en-US"/>
            </a:p>
          </p:txBody>
        </p:sp>
        <p:sp>
          <p:nvSpPr>
            <p:cNvPr id="210" name="Graphic 4">
              <a:extLst>
                <a:ext uri="{FF2B5EF4-FFF2-40B4-BE49-F238E27FC236}">
                  <a16:creationId xmlns:a16="http://schemas.microsoft.com/office/drawing/2014/main" id="{EAA0DC10-D62B-D44D-9B6E-1D9F9EEC5845}"/>
                </a:ext>
              </a:extLst>
            </p:cNvPr>
            <p:cNvSpPr/>
            <p:nvPr/>
          </p:nvSpPr>
          <p:spPr>
            <a:xfrm>
              <a:off x="4821846" y="2474594"/>
              <a:ext cx="40895" cy="40857"/>
            </a:xfrm>
            <a:custGeom>
              <a:avLst/>
              <a:gdLst>
                <a:gd name="connsiteX0" fmla="*/ 20448 w 40895"/>
                <a:gd name="connsiteY0" fmla="*/ 0 h 40857"/>
                <a:gd name="connsiteX1" fmla="*/ 0 w 40895"/>
                <a:gd name="connsiteY1" fmla="*/ 20429 h 40857"/>
                <a:gd name="connsiteX2" fmla="*/ 20448 w 40895"/>
                <a:gd name="connsiteY2" fmla="*/ 40857 h 40857"/>
                <a:gd name="connsiteX3" fmla="*/ 40896 w 40895"/>
                <a:gd name="connsiteY3" fmla="*/ 20429 h 40857"/>
                <a:gd name="connsiteX4" fmla="*/ 40896 w 40895"/>
                <a:gd name="connsiteY4" fmla="*/ 20429 h 40857"/>
                <a:gd name="connsiteX5" fmla="*/ 20448 w 40895"/>
                <a:gd name="connsiteY5" fmla="*/ 0 h 40857"/>
                <a:gd name="connsiteX6" fmla="*/ 20448 w 40895"/>
                <a:gd name="connsiteY6" fmla="*/ 28728 h 40857"/>
                <a:gd name="connsiteX7" fmla="*/ 12780 w 40895"/>
                <a:gd name="connsiteY7" fmla="*/ 21067 h 40857"/>
                <a:gd name="connsiteX8" fmla="*/ 20448 w 40895"/>
                <a:gd name="connsiteY8" fmla="*/ 13406 h 40857"/>
                <a:gd name="connsiteX9" fmla="*/ 28116 w 40895"/>
                <a:gd name="connsiteY9" fmla="*/ 21067 h 40857"/>
                <a:gd name="connsiteX10" fmla="*/ 28116 w 40895"/>
                <a:gd name="connsiteY10" fmla="*/ 21067 h 40857"/>
                <a:gd name="connsiteX11" fmla="*/ 20448 w 40895"/>
                <a:gd name="connsiteY11" fmla="*/ 28728 h 40857"/>
                <a:gd name="connsiteX12" fmla="*/ 20448 w 40895"/>
                <a:gd name="connsiteY12" fmla="*/ 28728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895" h="40857">
                  <a:moveTo>
                    <a:pt x="20448" y="0"/>
                  </a:moveTo>
                  <a:cubicBezTo>
                    <a:pt x="8946" y="0"/>
                    <a:pt x="0" y="9576"/>
                    <a:pt x="0" y="20429"/>
                  </a:cubicBezTo>
                  <a:cubicBezTo>
                    <a:pt x="0" y="31281"/>
                    <a:pt x="9585" y="40857"/>
                    <a:pt x="20448" y="40857"/>
                  </a:cubicBezTo>
                  <a:cubicBezTo>
                    <a:pt x="31950" y="40857"/>
                    <a:pt x="40896" y="31281"/>
                    <a:pt x="40896" y="20429"/>
                  </a:cubicBezTo>
                  <a:cubicBezTo>
                    <a:pt x="40896" y="20429"/>
                    <a:pt x="40896" y="20429"/>
                    <a:pt x="40896" y="20429"/>
                  </a:cubicBezTo>
                  <a:cubicBezTo>
                    <a:pt x="40896" y="9576"/>
                    <a:pt x="31950" y="0"/>
                    <a:pt x="20448" y="0"/>
                  </a:cubicBezTo>
                  <a:close/>
                  <a:moveTo>
                    <a:pt x="20448" y="28728"/>
                  </a:moveTo>
                  <a:cubicBezTo>
                    <a:pt x="15975" y="28728"/>
                    <a:pt x="12780" y="24897"/>
                    <a:pt x="12780" y="21067"/>
                  </a:cubicBezTo>
                  <a:cubicBezTo>
                    <a:pt x="12780" y="17237"/>
                    <a:pt x="16614" y="13406"/>
                    <a:pt x="20448" y="13406"/>
                  </a:cubicBezTo>
                  <a:cubicBezTo>
                    <a:pt x="24921" y="13406"/>
                    <a:pt x="28116" y="17237"/>
                    <a:pt x="28116" y="21067"/>
                  </a:cubicBezTo>
                  <a:cubicBezTo>
                    <a:pt x="28116" y="21067"/>
                    <a:pt x="28116" y="21067"/>
                    <a:pt x="28116" y="21067"/>
                  </a:cubicBezTo>
                  <a:cubicBezTo>
                    <a:pt x="28116" y="24897"/>
                    <a:pt x="24921" y="28089"/>
                    <a:pt x="20448" y="28728"/>
                  </a:cubicBezTo>
                  <a:lnTo>
                    <a:pt x="20448" y="28728"/>
                  </a:lnTo>
                  <a:close/>
                </a:path>
              </a:pathLst>
            </a:custGeom>
            <a:solidFill>
              <a:srgbClr val="0076A8"/>
            </a:solidFill>
            <a:ln w="6390" cap="flat">
              <a:noFill/>
              <a:prstDash val="solid"/>
              <a:miter/>
            </a:ln>
          </p:spPr>
          <p:txBody>
            <a:bodyPr rtlCol="0" anchor="ctr"/>
            <a:lstStyle/>
            <a:p>
              <a:endParaRPr lang="en-US"/>
            </a:p>
          </p:txBody>
        </p:sp>
        <p:sp>
          <p:nvSpPr>
            <p:cNvPr id="211" name="Graphic 4">
              <a:extLst>
                <a:ext uri="{FF2B5EF4-FFF2-40B4-BE49-F238E27FC236}">
                  <a16:creationId xmlns:a16="http://schemas.microsoft.com/office/drawing/2014/main" id="{FFAADD25-15B7-C146-8FA0-528B1843F09C}"/>
                </a:ext>
              </a:extLst>
            </p:cNvPr>
            <p:cNvSpPr/>
            <p:nvPr/>
          </p:nvSpPr>
          <p:spPr>
            <a:xfrm>
              <a:off x="4821846" y="2531411"/>
              <a:ext cx="40895" cy="40857"/>
            </a:xfrm>
            <a:custGeom>
              <a:avLst/>
              <a:gdLst>
                <a:gd name="connsiteX0" fmla="*/ 20448 w 40895"/>
                <a:gd name="connsiteY0" fmla="*/ 0 h 40857"/>
                <a:gd name="connsiteX1" fmla="*/ 0 w 40895"/>
                <a:gd name="connsiteY1" fmla="*/ 20429 h 40857"/>
                <a:gd name="connsiteX2" fmla="*/ 20448 w 40895"/>
                <a:gd name="connsiteY2" fmla="*/ 40857 h 40857"/>
                <a:gd name="connsiteX3" fmla="*/ 40896 w 40895"/>
                <a:gd name="connsiteY3" fmla="*/ 20429 h 40857"/>
                <a:gd name="connsiteX4" fmla="*/ 40896 w 40895"/>
                <a:gd name="connsiteY4" fmla="*/ 20429 h 40857"/>
                <a:gd name="connsiteX5" fmla="*/ 20448 w 40895"/>
                <a:gd name="connsiteY5" fmla="*/ 0 h 40857"/>
                <a:gd name="connsiteX6" fmla="*/ 20448 w 40895"/>
                <a:gd name="connsiteY6" fmla="*/ 28728 h 40857"/>
                <a:gd name="connsiteX7" fmla="*/ 12780 w 40895"/>
                <a:gd name="connsiteY7" fmla="*/ 21067 h 40857"/>
                <a:gd name="connsiteX8" fmla="*/ 20448 w 40895"/>
                <a:gd name="connsiteY8" fmla="*/ 13406 h 40857"/>
                <a:gd name="connsiteX9" fmla="*/ 28116 w 40895"/>
                <a:gd name="connsiteY9" fmla="*/ 21067 h 40857"/>
                <a:gd name="connsiteX10" fmla="*/ 28116 w 40895"/>
                <a:gd name="connsiteY10" fmla="*/ 21067 h 40857"/>
                <a:gd name="connsiteX11" fmla="*/ 20448 w 40895"/>
                <a:gd name="connsiteY11" fmla="*/ 28728 h 40857"/>
                <a:gd name="connsiteX12" fmla="*/ 20448 w 40895"/>
                <a:gd name="connsiteY12" fmla="*/ 28728 h 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895" h="40857">
                  <a:moveTo>
                    <a:pt x="20448" y="0"/>
                  </a:moveTo>
                  <a:cubicBezTo>
                    <a:pt x="8946" y="0"/>
                    <a:pt x="0" y="9576"/>
                    <a:pt x="0" y="20429"/>
                  </a:cubicBezTo>
                  <a:cubicBezTo>
                    <a:pt x="0" y="31281"/>
                    <a:pt x="9585" y="40857"/>
                    <a:pt x="20448" y="40857"/>
                  </a:cubicBezTo>
                  <a:cubicBezTo>
                    <a:pt x="31950" y="40857"/>
                    <a:pt x="40896" y="31281"/>
                    <a:pt x="40896" y="20429"/>
                  </a:cubicBezTo>
                  <a:cubicBezTo>
                    <a:pt x="40896" y="20429"/>
                    <a:pt x="40896" y="20429"/>
                    <a:pt x="40896" y="20429"/>
                  </a:cubicBezTo>
                  <a:cubicBezTo>
                    <a:pt x="40896" y="9576"/>
                    <a:pt x="31950" y="0"/>
                    <a:pt x="20448" y="0"/>
                  </a:cubicBezTo>
                  <a:close/>
                  <a:moveTo>
                    <a:pt x="20448" y="28728"/>
                  </a:moveTo>
                  <a:cubicBezTo>
                    <a:pt x="15975" y="28728"/>
                    <a:pt x="12780" y="24897"/>
                    <a:pt x="12780" y="21067"/>
                  </a:cubicBezTo>
                  <a:cubicBezTo>
                    <a:pt x="12780" y="16598"/>
                    <a:pt x="16614" y="13406"/>
                    <a:pt x="20448" y="13406"/>
                  </a:cubicBezTo>
                  <a:cubicBezTo>
                    <a:pt x="24921" y="13406"/>
                    <a:pt x="28116" y="17237"/>
                    <a:pt x="28116" y="21067"/>
                  </a:cubicBezTo>
                  <a:cubicBezTo>
                    <a:pt x="28116" y="21067"/>
                    <a:pt x="28116" y="21067"/>
                    <a:pt x="28116" y="21067"/>
                  </a:cubicBezTo>
                  <a:cubicBezTo>
                    <a:pt x="28116" y="24897"/>
                    <a:pt x="24921" y="28728"/>
                    <a:pt x="20448" y="28728"/>
                  </a:cubicBezTo>
                  <a:cubicBezTo>
                    <a:pt x="20448" y="28728"/>
                    <a:pt x="20448" y="28728"/>
                    <a:pt x="20448" y="28728"/>
                  </a:cubicBezTo>
                  <a:close/>
                </a:path>
              </a:pathLst>
            </a:custGeom>
            <a:solidFill>
              <a:srgbClr val="0076A8"/>
            </a:solidFill>
            <a:ln w="6390" cap="flat">
              <a:noFill/>
              <a:prstDash val="solid"/>
              <a:miter/>
            </a:ln>
          </p:spPr>
          <p:txBody>
            <a:bodyPr rtlCol="0" anchor="ctr"/>
            <a:lstStyle/>
            <a:p>
              <a:endParaRPr lang="en-US"/>
            </a:p>
          </p:txBody>
        </p:sp>
        <p:sp>
          <p:nvSpPr>
            <p:cNvPr id="212" name="Graphic 4">
              <a:extLst>
                <a:ext uri="{FF2B5EF4-FFF2-40B4-BE49-F238E27FC236}">
                  <a16:creationId xmlns:a16="http://schemas.microsoft.com/office/drawing/2014/main" id="{DC12E4BE-938C-2243-A57A-13039174444B}"/>
                </a:ext>
              </a:extLst>
            </p:cNvPr>
            <p:cNvSpPr/>
            <p:nvPr/>
          </p:nvSpPr>
          <p:spPr>
            <a:xfrm>
              <a:off x="4821846" y="2588583"/>
              <a:ext cx="40895" cy="41141"/>
            </a:xfrm>
            <a:custGeom>
              <a:avLst/>
              <a:gdLst>
                <a:gd name="connsiteX0" fmla="*/ 20448 w 40895"/>
                <a:gd name="connsiteY0" fmla="*/ 284 h 41141"/>
                <a:gd name="connsiteX1" fmla="*/ 0 w 40895"/>
                <a:gd name="connsiteY1" fmla="*/ 20713 h 41141"/>
                <a:gd name="connsiteX2" fmla="*/ 20448 w 40895"/>
                <a:gd name="connsiteY2" fmla="*/ 41141 h 41141"/>
                <a:gd name="connsiteX3" fmla="*/ 40896 w 40895"/>
                <a:gd name="connsiteY3" fmla="*/ 20713 h 41141"/>
                <a:gd name="connsiteX4" fmla="*/ 40896 w 40895"/>
                <a:gd name="connsiteY4" fmla="*/ 20713 h 41141"/>
                <a:gd name="connsiteX5" fmla="*/ 20448 w 40895"/>
                <a:gd name="connsiteY5" fmla="*/ 284 h 41141"/>
                <a:gd name="connsiteX6" fmla="*/ 20448 w 40895"/>
                <a:gd name="connsiteY6" fmla="*/ 284 h 41141"/>
                <a:gd name="connsiteX7" fmla="*/ 20448 w 40895"/>
                <a:gd name="connsiteY7" fmla="*/ 28373 h 41141"/>
                <a:gd name="connsiteX8" fmla="*/ 12780 w 40895"/>
                <a:gd name="connsiteY8" fmla="*/ 20713 h 41141"/>
                <a:gd name="connsiteX9" fmla="*/ 20448 w 40895"/>
                <a:gd name="connsiteY9" fmla="*/ 13052 h 41141"/>
                <a:gd name="connsiteX10" fmla="*/ 28116 w 40895"/>
                <a:gd name="connsiteY10" fmla="*/ 20713 h 41141"/>
                <a:gd name="connsiteX11" fmla="*/ 28116 w 40895"/>
                <a:gd name="connsiteY11" fmla="*/ 20713 h 41141"/>
                <a:gd name="connsiteX12" fmla="*/ 20448 w 40895"/>
                <a:gd name="connsiteY12" fmla="*/ 28373 h 41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895" h="41141">
                  <a:moveTo>
                    <a:pt x="20448" y="284"/>
                  </a:moveTo>
                  <a:cubicBezTo>
                    <a:pt x="8946" y="284"/>
                    <a:pt x="0" y="9860"/>
                    <a:pt x="0" y="20713"/>
                  </a:cubicBezTo>
                  <a:cubicBezTo>
                    <a:pt x="0" y="32204"/>
                    <a:pt x="9585" y="41141"/>
                    <a:pt x="20448" y="41141"/>
                  </a:cubicBezTo>
                  <a:cubicBezTo>
                    <a:pt x="31950" y="41141"/>
                    <a:pt x="40896" y="31565"/>
                    <a:pt x="40896" y="20713"/>
                  </a:cubicBezTo>
                  <a:cubicBezTo>
                    <a:pt x="40896" y="20713"/>
                    <a:pt x="40896" y="20713"/>
                    <a:pt x="40896" y="20713"/>
                  </a:cubicBezTo>
                  <a:cubicBezTo>
                    <a:pt x="40896" y="9221"/>
                    <a:pt x="31950" y="284"/>
                    <a:pt x="20448" y="284"/>
                  </a:cubicBezTo>
                  <a:cubicBezTo>
                    <a:pt x="20448" y="-355"/>
                    <a:pt x="20448" y="284"/>
                    <a:pt x="20448" y="284"/>
                  </a:cubicBezTo>
                  <a:close/>
                  <a:moveTo>
                    <a:pt x="20448" y="28373"/>
                  </a:moveTo>
                  <a:cubicBezTo>
                    <a:pt x="15975" y="28373"/>
                    <a:pt x="12780" y="24543"/>
                    <a:pt x="12780" y="20713"/>
                  </a:cubicBezTo>
                  <a:cubicBezTo>
                    <a:pt x="12780" y="16882"/>
                    <a:pt x="16614" y="13052"/>
                    <a:pt x="20448" y="13052"/>
                  </a:cubicBezTo>
                  <a:cubicBezTo>
                    <a:pt x="24921" y="13052"/>
                    <a:pt x="28116" y="16882"/>
                    <a:pt x="28116" y="20713"/>
                  </a:cubicBezTo>
                  <a:cubicBezTo>
                    <a:pt x="28116" y="20713"/>
                    <a:pt x="28116" y="20713"/>
                    <a:pt x="28116" y="20713"/>
                  </a:cubicBezTo>
                  <a:cubicBezTo>
                    <a:pt x="28116" y="25181"/>
                    <a:pt x="24921" y="28373"/>
                    <a:pt x="20448" y="28373"/>
                  </a:cubicBezTo>
                  <a:close/>
                </a:path>
              </a:pathLst>
            </a:custGeom>
            <a:solidFill>
              <a:srgbClr val="0076A8"/>
            </a:solidFill>
            <a:ln w="6390" cap="flat">
              <a:noFill/>
              <a:prstDash val="solid"/>
              <a:miter/>
            </a:ln>
          </p:spPr>
          <p:txBody>
            <a:bodyPr rtlCol="0" anchor="ctr"/>
            <a:lstStyle/>
            <a:p>
              <a:endParaRPr lang="en-US"/>
            </a:p>
          </p:txBody>
        </p:sp>
        <p:sp>
          <p:nvSpPr>
            <p:cNvPr id="213" name="Graphic 4">
              <a:extLst>
                <a:ext uri="{FF2B5EF4-FFF2-40B4-BE49-F238E27FC236}">
                  <a16:creationId xmlns:a16="http://schemas.microsoft.com/office/drawing/2014/main" id="{65082AF5-BC65-3E40-A50A-735C8BDCE381}"/>
                </a:ext>
              </a:extLst>
            </p:cNvPr>
            <p:cNvSpPr/>
            <p:nvPr/>
          </p:nvSpPr>
          <p:spPr>
            <a:xfrm>
              <a:off x="4756650" y="2445866"/>
              <a:ext cx="170649" cy="211309"/>
            </a:xfrm>
            <a:custGeom>
              <a:avLst/>
              <a:gdLst>
                <a:gd name="connsiteX0" fmla="*/ 170630 w 170649"/>
                <a:gd name="connsiteY0" fmla="*/ 20429 h 211309"/>
                <a:gd name="connsiteX1" fmla="*/ 164240 w 170649"/>
                <a:gd name="connsiteY1" fmla="*/ 14045 h 211309"/>
                <a:gd name="connsiteX2" fmla="*/ 132291 w 170649"/>
                <a:gd name="connsiteY2" fmla="*/ 14045 h 211309"/>
                <a:gd name="connsiteX3" fmla="*/ 109287 w 170649"/>
                <a:gd name="connsiteY3" fmla="*/ 0 h 211309"/>
                <a:gd name="connsiteX4" fmla="*/ 61363 w 170649"/>
                <a:gd name="connsiteY4" fmla="*/ 0 h 211309"/>
                <a:gd name="connsiteX5" fmla="*/ 38359 w 170649"/>
                <a:gd name="connsiteY5" fmla="*/ 14045 h 211309"/>
                <a:gd name="connsiteX6" fmla="*/ 6409 w 170649"/>
                <a:gd name="connsiteY6" fmla="*/ 14045 h 211309"/>
                <a:gd name="connsiteX7" fmla="*/ 19 w 170649"/>
                <a:gd name="connsiteY7" fmla="*/ 20429 h 211309"/>
                <a:gd name="connsiteX8" fmla="*/ 35803 w 170649"/>
                <a:gd name="connsiteY8" fmla="*/ 61925 h 211309"/>
                <a:gd name="connsiteX9" fmla="*/ 35803 w 170649"/>
                <a:gd name="connsiteY9" fmla="*/ 77885 h 211309"/>
                <a:gd name="connsiteX10" fmla="*/ 6409 w 170649"/>
                <a:gd name="connsiteY10" fmla="*/ 77885 h 211309"/>
                <a:gd name="connsiteX11" fmla="*/ 19 w 170649"/>
                <a:gd name="connsiteY11" fmla="*/ 84269 h 211309"/>
                <a:gd name="connsiteX12" fmla="*/ 35803 w 170649"/>
                <a:gd name="connsiteY12" fmla="*/ 125765 h 211309"/>
                <a:gd name="connsiteX13" fmla="*/ 35803 w 170649"/>
                <a:gd name="connsiteY13" fmla="*/ 141724 h 211309"/>
                <a:gd name="connsiteX14" fmla="*/ 6409 w 170649"/>
                <a:gd name="connsiteY14" fmla="*/ 141724 h 211309"/>
                <a:gd name="connsiteX15" fmla="*/ 19 w 170649"/>
                <a:gd name="connsiteY15" fmla="*/ 148108 h 211309"/>
                <a:gd name="connsiteX16" fmla="*/ 36442 w 170649"/>
                <a:gd name="connsiteY16" fmla="*/ 189604 h 211309"/>
                <a:gd name="connsiteX17" fmla="*/ 61363 w 170649"/>
                <a:gd name="connsiteY17" fmla="*/ 211310 h 211309"/>
                <a:gd name="connsiteX18" fmla="*/ 108648 w 170649"/>
                <a:gd name="connsiteY18" fmla="*/ 211310 h 211309"/>
                <a:gd name="connsiteX19" fmla="*/ 133569 w 170649"/>
                <a:gd name="connsiteY19" fmla="*/ 189604 h 211309"/>
                <a:gd name="connsiteX20" fmla="*/ 169991 w 170649"/>
                <a:gd name="connsiteY20" fmla="*/ 148108 h 211309"/>
                <a:gd name="connsiteX21" fmla="*/ 163602 w 170649"/>
                <a:gd name="connsiteY21" fmla="*/ 141724 h 211309"/>
                <a:gd name="connsiteX22" fmla="*/ 134208 w 170649"/>
                <a:gd name="connsiteY22" fmla="*/ 141724 h 211309"/>
                <a:gd name="connsiteX23" fmla="*/ 134208 w 170649"/>
                <a:gd name="connsiteY23" fmla="*/ 125765 h 211309"/>
                <a:gd name="connsiteX24" fmla="*/ 169991 w 170649"/>
                <a:gd name="connsiteY24" fmla="*/ 84269 h 211309"/>
                <a:gd name="connsiteX25" fmla="*/ 163602 w 170649"/>
                <a:gd name="connsiteY25" fmla="*/ 77885 h 211309"/>
                <a:gd name="connsiteX26" fmla="*/ 134208 w 170649"/>
                <a:gd name="connsiteY26" fmla="*/ 77885 h 211309"/>
                <a:gd name="connsiteX27" fmla="*/ 134208 w 170649"/>
                <a:gd name="connsiteY27" fmla="*/ 61925 h 211309"/>
                <a:gd name="connsiteX28" fmla="*/ 170630 w 170649"/>
                <a:gd name="connsiteY28" fmla="*/ 20429 h 211309"/>
                <a:gd name="connsiteX29" fmla="*/ 134847 w 170649"/>
                <a:gd name="connsiteY29" fmla="*/ 49157 h 211309"/>
                <a:gd name="connsiteX30" fmla="*/ 134847 w 170649"/>
                <a:gd name="connsiteY30" fmla="*/ 26813 h 211309"/>
                <a:gd name="connsiteX31" fmla="*/ 157212 w 170649"/>
                <a:gd name="connsiteY31" fmla="*/ 26813 h 211309"/>
                <a:gd name="connsiteX32" fmla="*/ 134847 w 170649"/>
                <a:gd name="connsiteY32" fmla="*/ 49157 h 211309"/>
                <a:gd name="connsiteX33" fmla="*/ 134847 w 170649"/>
                <a:gd name="connsiteY33" fmla="*/ 49157 h 211309"/>
                <a:gd name="connsiteX34" fmla="*/ 14077 w 170649"/>
                <a:gd name="connsiteY34" fmla="*/ 26813 h 211309"/>
                <a:gd name="connsiteX35" fmla="*/ 36442 w 170649"/>
                <a:gd name="connsiteY35" fmla="*/ 26813 h 211309"/>
                <a:gd name="connsiteX36" fmla="*/ 36442 w 170649"/>
                <a:gd name="connsiteY36" fmla="*/ 49157 h 211309"/>
                <a:gd name="connsiteX37" fmla="*/ 14077 w 170649"/>
                <a:gd name="connsiteY37" fmla="*/ 26813 h 211309"/>
                <a:gd name="connsiteX38" fmla="*/ 14077 w 170649"/>
                <a:gd name="connsiteY38" fmla="*/ 26813 h 211309"/>
                <a:gd name="connsiteX39" fmla="*/ 14077 w 170649"/>
                <a:gd name="connsiteY39" fmla="*/ 91291 h 211309"/>
                <a:gd name="connsiteX40" fmla="*/ 36442 w 170649"/>
                <a:gd name="connsiteY40" fmla="*/ 91291 h 211309"/>
                <a:gd name="connsiteX41" fmla="*/ 36442 w 170649"/>
                <a:gd name="connsiteY41" fmla="*/ 113635 h 211309"/>
                <a:gd name="connsiteX42" fmla="*/ 14077 w 170649"/>
                <a:gd name="connsiteY42" fmla="*/ 91291 h 211309"/>
                <a:gd name="connsiteX43" fmla="*/ 14077 w 170649"/>
                <a:gd name="connsiteY43" fmla="*/ 91291 h 211309"/>
                <a:gd name="connsiteX44" fmla="*/ 14077 w 170649"/>
                <a:gd name="connsiteY44" fmla="*/ 155769 h 211309"/>
                <a:gd name="connsiteX45" fmla="*/ 36442 w 170649"/>
                <a:gd name="connsiteY45" fmla="*/ 155769 h 211309"/>
                <a:gd name="connsiteX46" fmla="*/ 36442 w 170649"/>
                <a:gd name="connsiteY46" fmla="*/ 178113 h 211309"/>
                <a:gd name="connsiteX47" fmla="*/ 14077 w 170649"/>
                <a:gd name="connsiteY47" fmla="*/ 155769 h 211309"/>
                <a:gd name="connsiteX48" fmla="*/ 14077 w 170649"/>
                <a:gd name="connsiteY48" fmla="*/ 155769 h 211309"/>
                <a:gd name="connsiteX49" fmla="*/ 122067 w 170649"/>
                <a:gd name="connsiteY49" fmla="*/ 187051 h 211309"/>
                <a:gd name="connsiteX50" fmla="*/ 109287 w 170649"/>
                <a:gd name="connsiteY50" fmla="*/ 199819 h 211309"/>
                <a:gd name="connsiteX51" fmla="*/ 62001 w 170649"/>
                <a:gd name="connsiteY51" fmla="*/ 199819 h 211309"/>
                <a:gd name="connsiteX52" fmla="*/ 49221 w 170649"/>
                <a:gd name="connsiteY52" fmla="*/ 187051 h 211309"/>
                <a:gd name="connsiteX53" fmla="*/ 49221 w 170649"/>
                <a:gd name="connsiteY53" fmla="*/ 25536 h 211309"/>
                <a:gd name="connsiteX54" fmla="*/ 62001 w 170649"/>
                <a:gd name="connsiteY54" fmla="*/ 12768 h 211309"/>
                <a:gd name="connsiteX55" fmla="*/ 109287 w 170649"/>
                <a:gd name="connsiteY55" fmla="*/ 12768 h 211309"/>
                <a:gd name="connsiteX56" fmla="*/ 122067 w 170649"/>
                <a:gd name="connsiteY56" fmla="*/ 25536 h 211309"/>
                <a:gd name="connsiteX57" fmla="*/ 122067 w 170649"/>
                <a:gd name="connsiteY57" fmla="*/ 187051 h 211309"/>
                <a:gd name="connsiteX58" fmla="*/ 157212 w 170649"/>
                <a:gd name="connsiteY58" fmla="*/ 155769 h 211309"/>
                <a:gd name="connsiteX59" fmla="*/ 134847 w 170649"/>
                <a:gd name="connsiteY59" fmla="*/ 178113 h 211309"/>
                <a:gd name="connsiteX60" fmla="*/ 134847 w 170649"/>
                <a:gd name="connsiteY60" fmla="*/ 155769 h 211309"/>
                <a:gd name="connsiteX61" fmla="*/ 157212 w 170649"/>
                <a:gd name="connsiteY61" fmla="*/ 155769 h 211309"/>
                <a:gd name="connsiteX62" fmla="*/ 157212 w 170649"/>
                <a:gd name="connsiteY62" fmla="*/ 91291 h 211309"/>
                <a:gd name="connsiteX63" fmla="*/ 134847 w 170649"/>
                <a:gd name="connsiteY63" fmla="*/ 113635 h 211309"/>
                <a:gd name="connsiteX64" fmla="*/ 134847 w 170649"/>
                <a:gd name="connsiteY64" fmla="*/ 91291 h 211309"/>
                <a:gd name="connsiteX65" fmla="*/ 157212 w 170649"/>
                <a:gd name="connsiteY65" fmla="*/ 91291 h 211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70649" h="211309">
                  <a:moveTo>
                    <a:pt x="170630" y="20429"/>
                  </a:moveTo>
                  <a:cubicBezTo>
                    <a:pt x="170630" y="16598"/>
                    <a:pt x="168075" y="14045"/>
                    <a:pt x="164240" y="14045"/>
                  </a:cubicBezTo>
                  <a:lnTo>
                    <a:pt x="132291" y="14045"/>
                  </a:lnTo>
                  <a:cubicBezTo>
                    <a:pt x="127818" y="5107"/>
                    <a:pt x="118872" y="0"/>
                    <a:pt x="109287" y="0"/>
                  </a:cubicBezTo>
                  <a:lnTo>
                    <a:pt x="61363" y="0"/>
                  </a:lnTo>
                  <a:cubicBezTo>
                    <a:pt x="51778" y="0"/>
                    <a:pt x="42832" y="5746"/>
                    <a:pt x="38359" y="14045"/>
                  </a:cubicBezTo>
                  <a:lnTo>
                    <a:pt x="6409" y="14045"/>
                  </a:lnTo>
                  <a:cubicBezTo>
                    <a:pt x="2575" y="14045"/>
                    <a:pt x="19" y="16598"/>
                    <a:pt x="19" y="20429"/>
                  </a:cubicBezTo>
                  <a:cubicBezTo>
                    <a:pt x="-620" y="41496"/>
                    <a:pt x="14716" y="59371"/>
                    <a:pt x="35803" y="61925"/>
                  </a:cubicBezTo>
                  <a:lnTo>
                    <a:pt x="35803" y="77885"/>
                  </a:lnTo>
                  <a:lnTo>
                    <a:pt x="6409" y="77885"/>
                  </a:lnTo>
                  <a:cubicBezTo>
                    <a:pt x="2575" y="77885"/>
                    <a:pt x="19" y="80438"/>
                    <a:pt x="19" y="84269"/>
                  </a:cubicBezTo>
                  <a:cubicBezTo>
                    <a:pt x="-620" y="105336"/>
                    <a:pt x="14716" y="123211"/>
                    <a:pt x="35803" y="125765"/>
                  </a:cubicBezTo>
                  <a:lnTo>
                    <a:pt x="35803" y="141724"/>
                  </a:lnTo>
                  <a:lnTo>
                    <a:pt x="6409" y="141724"/>
                  </a:lnTo>
                  <a:cubicBezTo>
                    <a:pt x="2575" y="141724"/>
                    <a:pt x="19" y="144278"/>
                    <a:pt x="19" y="148108"/>
                  </a:cubicBezTo>
                  <a:cubicBezTo>
                    <a:pt x="-620" y="169176"/>
                    <a:pt x="14716" y="187689"/>
                    <a:pt x="36442" y="189604"/>
                  </a:cubicBezTo>
                  <a:cubicBezTo>
                    <a:pt x="38359" y="201734"/>
                    <a:pt x="49221" y="211310"/>
                    <a:pt x="61363" y="211310"/>
                  </a:cubicBezTo>
                  <a:lnTo>
                    <a:pt x="108648" y="211310"/>
                  </a:lnTo>
                  <a:cubicBezTo>
                    <a:pt x="121428" y="211310"/>
                    <a:pt x="131652" y="201734"/>
                    <a:pt x="133569" y="189604"/>
                  </a:cubicBezTo>
                  <a:cubicBezTo>
                    <a:pt x="154655" y="187051"/>
                    <a:pt x="170630" y="169176"/>
                    <a:pt x="169991" y="148108"/>
                  </a:cubicBezTo>
                  <a:cubicBezTo>
                    <a:pt x="169991" y="144278"/>
                    <a:pt x="167435" y="141724"/>
                    <a:pt x="163602" y="141724"/>
                  </a:cubicBezTo>
                  <a:lnTo>
                    <a:pt x="134208" y="141724"/>
                  </a:lnTo>
                  <a:lnTo>
                    <a:pt x="134208" y="125765"/>
                  </a:lnTo>
                  <a:cubicBezTo>
                    <a:pt x="155295" y="123211"/>
                    <a:pt x="170630" y="105336"/>
                    <a:pt x="169991" y="84269"/>
                  </a:cubicBezTo>
                  <a:cubicBezTo>
                    <a:pt x="169991" y="80438"/>
                    <a:pt x="167435" y="77885"/>
                    <a:pt x="163602" y="77885"/>
                  </a:cubicBezTo>
                  <a:lnTo>
                    <a:pt x="134208" y="77885"/>
                  </a:lnTo>
                  <a:lnTo>
                    <a:pt x="134208" y="61925"/>
                  </a:lnTo>
                  <a:cubicBezTo>
                    <a:pt x="155934" y="59371"/>
                    <a:pt x="171270" y="41496"/>
                    <a:pt x="170630" y="20429"/>
                  </a:cubicBezTo>
                  <a:close/>
                  <a:moveTo>
                    <a:pt x="134847" y="49157"/>
                  </a:moveTo>
                  <a:lnTo>
                    <a:pt x="134847" y="26813"/>
                  </a:lnTo>
                  <a:lnTo>
                    <a:pt x="157212" y="26813"/>
                  </a:lnTo>
                  <a:cubicBezTo>
                    <a:pt x="155295" y="38304"/>
                    <a:pt x="146349" y="47241"/>
                    <a:pt x="134847" y="49157"/>
                  </a:cubicBezTo>
                  <a:lnTo>
                    <a:pt x="134847" y="49157"/>
                  </a:lnTo>
                  <a:close/>
                  <a:moveTo>
                    <a:pt x="14077" y="26813"/>
                  </a:moveTo>
                  <a:lnTo>
                    <a:pt x="36442" y="26813"/>
                  </a:lnTo>
                  <a:lnTo>
                    <a:pt x="36442" y="49157"/>
                  </a:lnTo>
                  <a:cubicBezTo>
                    <a:pt x="24940" y="47241"/>
                    <a:pt x="15994" y="38304"/>
                    <a:pt x="14077" y="26813"/>
                  </a:cubicBezTo>
                  <a:lnTo>
                    <a:pt x="14077" y="26813"/>
                  </a:lnTo>
                  <a:close/>
                  <a:moveTo>
                    <a:pt x="14077" y="91291"/>
                  </a:moveTo>
                  <a:lnTo>
                    <a:pt x="36442" y="91291"/>
                  </a:lnTo>
                  <a:lnTo>
                    <a:pt x="36442" y="113635"/>
                  </a:lnTo>
                  <a:cubicBezTo>
                    <a:pt x="24940" y="111720"/>
                    <a:pt x="15994" y="102782"/>
                    <a:pt x="14077" y="91291"/>
                  </a:cubicBezTo>
                  <a:lnTo>
                    <a:pt x="14077" y="91291"/>
                  </a:lnTo>
                  <a:close/>
                  <a:moveTo>
                    <a:pt x="14077" y="155769"/>
                  </a:moveTo>
                  <a:lnTo>
                    <a:pt x="36442" y="155769"/>
                  </a:lnTo>
                  <a:lnTo>
                    <a:pt x="36442" y="178113"/>
                  </a:lnTo>
                  <a:cubicBezTo>
                    <a:pt x="24940" y="176198"/>
                    <a:pt x="15994" y="167260"/>
                    <a:pt x="14077" y="155769"/>
                  </a:cubicBezTo>
                  <a:lnTo>
                    <a:pt x="14077" y="155769"/>
                  </a:lnTo>
                  <a:close/>
                  <a:moveTo>
                    <a:pt x="122067" y="187051"/>
                  </a:moveTo>
                  <a:cubicBezTo>
                    <a:pt x="122067" y="194073"/>
                    <a:pt x="116316" y="199819"/>
                    <a:pt x="109287" y="199819"/>
                  </a:cubicBezTo>
                  <a:lnTo>
                    <a:pt x="62001" y="199819"/>
                  </a:lnTo>
                  <a:cubicBezTo>
                    <a:pt x="54973" y="199819"/>
                    <a:pt x="49221" y="194073"/>
                    <a:pt x="49221" y="187051"/>
                  </a:cubicBezTo>
                  <a:lnTo>
                    <a:pt x="49221" y="25536"/>
                  </a:lnTo>
                  <a:cubicBezTo>
                    <a:pt x="49221" y="18514"/>
                    <a:pt x="54973" y="12768"/>
                    <a:pt x="62001" y="12768"/>
                  </a:cubicBezTo>
                  <a:lnTo>
                    <a:pt x="109287" y="12768"/>
                  </a:lnTo>
                  <a:cubicBezTo>
                    <a:pt x="116316" y="12768"/>
                    <a:pt x="122067" y="18514"/>
                    <a:pt x="122067" y="25536"/>
                  </a:cubicBezTo>
                  <a:lnTo>
                    <a:pt x="122067" y="187051"/>
                  </a:lnTo>
                  <a:close/>
                  <a:moveTo>
                    <a:pt x="157212" y="155769"/>
                  </a:moveTo>
                  <a:cubicBezTo>
                    <a:pt x="155295" y="167260"/>
                    <a:pt x="146349" y="176198"/>
                    <a:pt x="134847" y="178113"/>
                  </a:cubicBezTo>
                  <a:lnTo>
                    <a:pt x="134847" y="155769"/>
                  </a:lnTo>
                  <a:lnTo>
                    <a:pt x="157212" y="155769"/>
                  </a:lnTo>
                  <a:close/>
                  <a:moveTo>
                    <a:pt x="157212" y="91291"/>
                  </a:moveTo>
                  <a:cubicBezTo>
                    <a:pt x="155295" y="102782"/>
                    <a:pt x="146349" y="111720"/>
                    <a:pt x="134847" y="113635"/>
                  </a:cubicBezTo>
                  <a:lnTo>
                    <a:pt x="134847" y="91291"/>
                  </a:lnTo>
                  <a:lnTo>
                    <a:pt x="157212" y="91291"/>
                  </a:lnTo>
                  <a:close/>
                </a:path>
              </a:pathLst>
            </a:custGeom>
            <a:solidFill>
              <a:srgbClr val="0076A8"/>
            </a:solidFill>
            <a:ln w="6390" cap="flat">
              <a:noFill/>
              <a:prstDash val="solid"/>
              <a:miter/>
            </a:ln>
          </p:spPr>
          <p:txBody>
            <a:bodyPr rtlCol="0" anchor="ctr"/>
            <a:lstStyle/>
            <a:p>
              <a:endParaRPr lang="en-US"/>
            </a:p>
          </p:txBody>
        </p:sp>
      </p:grpSp>
      <p:grpSp>
        <p:nvGrpSpPr>
          <p:cNvPr id="214" name="Graphic 4">
            <a:extLst>
              <a:ext uri="{FF2B5EF4-FFF2-40B4-BE49-F238E27FC236}">
                <a16:creationId xmlns:a16="http://schemas.microsoft.com/office/drawing/2014/main" id="{A720737E-5AEB-A246-90DB-305EF81153DE}"/>
              </a:ext>
            </a:extLst>
          </p:cNvPr>
          <p:cNvGrpSpPr/>
          <p:nvPr/>
        </p:nvGrpSpPr>
        <p:grpSpPr>
          <a:xfrm>
            <a:off x="4660820" y="2855717"/>
            <a:ext cx="362312" cy="361971"/>
            <a:chOff x="4660820" y="2855717"/>
            <a:chExt cx="362312" cy="361971"/>
          </a:xfrm>
          <a:solidFill>
            <a:srgbClr val="0076A8"/>
          </a:solidFill>
        </p:grpSpPr>
        <p:sp>
          <p:nvSpPr>
            <p:cNvPr id="215" name="Graphic 4">
              <a:extLst>
                <a:ext uri="{FF2B5EF4-FFF2-40B4-BE49-F238E27FC236}">
                  <a16:creationId xmlns:a16="http://schemas.microsoft.com/office/drawing/2014/main" id="{0CBC2361-0F7F-D14C-9CDD-A59708D1ABEF}"/>
                </a:ext>
              </a:extLst>
            </p:cNvPr>
            <p:cNvSpPr/>
            <p:nvPr/>
          </p:nvSpPr>
          <p:spPr>
            <a:xfrm>
              <a:off x="4660820" y="2855717"/>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6"/>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1076"/>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234"/>
                    <a:pt x="274767" y="348565"/>
                    <a:pt x="181474" y="349204"/>
                  </a:cubicBezTo>
                  <a:close/>
                </a:path>
              </a:pathLst>
            </a:custGeom>
            <a:solidFill>
              <a:srgbClr val="0076A8"/>
            </a:solidFill>
            <a:ln w="6390" cap="flat">
              <a:noFill/>
              <a:prstDash val="solid"/>
              <a:miter/>
            </a:ln>
          </p:spPr>
          <p:txBody>
            <a:bodyPr rtlCol="0" anchor="ctr"/>
            <a:lstStyle/>
            <a:p>
              <a:endParaRPr lang="en-US"/>
            </a:p>
          </p:txBody>
        </p:sp>
        <p:sp>
          <p:nvSpPr>
            <p:cNvPr id="216" name="Graphic 4">
              <a:extLst>
                <a:ext uri="{FF2B5EF4-FFF2-40B4-BE49-F238E27FC236}">
                  <a16:creationId xmlns:a16="http://schemas.microsoft.com/office/drawing/2014/main" id="{9E39D3F3-AAF7-E741-8EED-43A484E62ED9}"/>
                </a:ext>
              </a:extLst>
            </p:cNvPr>
            <p:cNvSpPr/>
            <p:nvPr/>
          </p:nvSpPr>
          <p:spPr>
            <a:xfrm>
              <a:off x="4825041" y="2926580"/>
              <a:ext cx="42173" cy="42134"/>
            </a:xfrm>
            <a:custGeom>
              <a:avLst/>
              <a:gdLst>
                <a:gd name="connsiteX0" fmla="*/ 21087 w 42173"/>
                <a:gd name="connsiteY0" fmla="*/ 42134 h 42134"/>
                <a:gd name="connsiteX1" fmla="*/ 42174 w 42173"/>
                <a:gd name="connsiteY1" fmla="*/ 21067 h 42134"/>
                <a:gd name="connsiteX2" fmla="*/ 21087 w 42173"/>
                <a:gd name="connsiteY2" fmla="*/ 0 h 42134"/>
                <a:gd name="connsiteX3" fmla="*/ 0 w 42173"/>
                <a:gd name="connsiteY3" fmla="*/ 21067 h 42134"/>
                <a:gd name="connsiteX4" fmla="*/ 0 w 42173"/>
                <a:gd name="connsiteY4" fmla="*/ 21067 h 42134"/>
                <a:gd name="connsiteX5" fmla="*/ 21087 w 42173"/>
                <a:gd name="connsiteY5" fmla="*/ 42134 h 42134"/>
                <a:gd name="connsiteX6" fmla="*/ 21087 w 42173"/>
                <a:gd name="connsiteY6" fmla="*/ 12768 h 42134"/>
                <a:gd name="connsiteX7" fmla="*/ 29394 w 42173"/>
                <a:gd name="connsiteY7" fmla="*/ 21067 h 42134"/>
                <a:gd name="connsiteX8" fmla="*/ 21087 w 42173"/>
                <a:gd name="connsiteY8" fmla="*/ 29366 h 42134"/>
                <a:gd name="connsiteX9" fmla="*/ 12780 w 42173"/>
                <a:gd name="connsiteY9" fmla="*/ 21067 h 42134"/>
                <a:gd name="connsiteX10" fmla="*/ 12780 w 42173"/>
                <a:gd name="connsiteY10" fmla="*/ 21067 h 42134"/>
                <a:gd name="connsiteX11" fmla="*/ 21087 w 42173"/>
                <a:gd name="connsiteY11" fmla="*/ 12768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173" h="42134">
                  <a:moveTo>
                    <a:pt x="21087" y="42134"/>
                  </a:moveTo>
                  <a:cubicBezTo>
                    <a:pt x="32589" y="42134"/>
                    <a:pt x="42174" y="32558"/>
                    <a:pt x="42174" y="21067"/>
                  </a:cubicBezTo>
                  <a:cubicBezTo>
                    <a:pt x="42174" y="9576"/>
                    <a:pt x="32589" y="0"/>
                    <a:pt x="21087" y="0"/>
                  </a:cubicBezTo>
                  <a:cubicBezTo>
                    <a:pt x="9585" y="0"/>
                    <a:pt x="0" y="9576"/>
                    <a:pt x="0" y="21067"/>
                  </a:cubicBezTo>
                  <a:cubicBezTo>
                    <a:pt x="0" y="21067"/>
                    <a:pt x="0" y="21067"/>
                    <a:pt x="0" y="21067"/>
                  </a:cubicBezTo>
                  <a:cubicBezTo>
                    <a:pt x="0" y="32558"/>
                    <a:pt x="9585" y="42134"/>
                    <a:pt x="21087" y="42134"/>
                  </a:cubicBezTo>
                  <a:close/>
                  <a:moveTo>
                    <a:pt x="21087" y="12768"/>
                  </a:moveTo>
                  <a:cubicBezTo>
                    <a:pt x="25560" y="12768"/>
                    <a:pt x="29394" y="16598"/>
                    <a:pt x="29394" y="21067"/>
                  </a:cubicBezTo>
                  <a:cubicBezTo>
                    <a:pt x="29394" y="25536"/>
                    <a:pt x="25560" y="29366"/>
                    <a:pt x="21087" y="29366"/>
                  </a:cubicBezTo>
                  <a:cubicBezTo>
                    <a:pt x="16614" y="29366"/>
                    <a:pt x="12780" y="25536"/>
                    <a:pt x="12780" y="21067"/>
                  </a:cubicBezTo>
                  <a:cubicBezTo>
                    <a:pt x="12780" y="21067"/>
                    <a:pt x="12780" y="21067"/>
                    <a:pt x="12780" y="21067"/>
                  </a:cubicBezTo>
                  <a:cubicBezTo>
                    <a:pt x="12780" y="16598"/>
                    <a:pt x="16614" y="12768"/>
                    <a:pt x="21087" y="12768"/>
                  </a:cubicBezTo>
                  <a:close/>
                </a:path>
              </a:pathLst>
            </a:custGeom>
            <a:solidFill>
              <a:srgbClr val="0076A8"/>
            </a:solidFill>
            <a:ln w="6390" cap="flat">
              <a:noFill/>
              <a:prstDash val="solid"/>
              <a:miter/>
            </a:ln>
          </p:spPr>
          <p:txBody>
            <a:bodyPr rtlCol="0" anchor="ctr"/>
            <a:lstStyle/>
            <a:p>
              <a:endParaRPr lang="en-US"/>
            </a:p>
          </p:txBody>
        </p:sp>
        <p:sp>
          <p:nvSpPr>
            <p:cNvPr id="217" name="Graphic 4">
              <a:extLst>
                <a:ext uri="{FF2B5EF4-FFF2-40B4-BE49-F238E27FC236}">
                  <a16:creationId xmlns:a16="http://schemas.microsoft.com/office/drawing/2014/main" id="{299CC380-3B9D-4F4B-B80B-291BF9B01583}"/>
                </a:ext>
              </a:extLst>
            </p:cNvPr>
            <p:cNvSpPr/>
            <p:nvPr/>
          </p:nvSpPr>
          <p:spPr>
            <a:xfrm>
              <a:off x="4810344" y="2978290"/>
              <a:ext cx="78694" cy="167898"/>
            </a:xfrm>
            <a:custGeom>
              <a:avLst/>
              <a:gdLst>
                <a:gd name="connsiteX0" fmla="*/ 70289 w 78694"/>
                <a:gd name="connsiteY0" fmla="*/ 105974 h 167898"/>
                <a:gd name="connsiteX1" fmla="*/ 42174 w 78694"/>
                <a:gd name="connsiteY1" fmla="*/ 70862 h 167898"/>
                <a:gd name="connsiteX2" fmla="*/ 42174 w 78694"/>
                <a:gd name="connsiteY2" fmla="*/ 6384 h 167898"/>
                <a:gd name="connsiteX3" fmla="*/ 35784 w 78694"/>
                <a:gd name="connsiteY3" fmla="*/ 0 h 167898"/>
                <a:gd name="connsiteX4" fmla="*/ 31950 w 78694"/>
                <a:gd name="connsiteY4" fmla="*/ 1277 h 167898"/>
                <a:gd name="connsiteX5" fmla="*/ 2556 w 78694"/>
                <a:gd name="connsiteY5" fmla="*/ 23621 h 167898"/>
                <a:gd name="connsiteX6" fmla="*/ 0 w 78694"/>
                <a:gd name="connsiteY6" fmla="*/ 28728 h 167898"/>
                <a:gd name="connsiteX7" fmla="*/ 0 w 78694"/>
                <a:gd name="connsiteY7" fmla="*/ 80438 h 167898"/>
                <a:gd name="connsiteX8" fmla="*/ 6390 w 78694"/>
                <a:gd name="connsiteY8" fmla="*/ 86822 h 167898"/>
                <a:gd name="connsiteX9" fmla="*/ 12780 w 78694"/>
                <a:gd name="connsiteY9" fmla="*/ 80438 h 167898"/>
                <a:gd name="connsiteX10" fmla="*/ 12780 w 78694"/>
                <a:gd name="connsiteY10" fmla="*/ 31920 h 167898"/>
                <a:gd name="connsiteX11" fmla="*/ 29394 w 78694"/>
                <a:gd name="connsiteY11" fmla="*/ 19152 h 167898"/>
                <a:gd name="connsiteX12" fmla="*/ 29394 w 78694"/>
                <a:gd name="connsiteY12" fmla="*/ 72777 h 167898"/>
                <a:gd name="connsiteX13" fmla="*/ 30672 w 78694"/>
                <a:gd name="connsiteY13" fmla="*/ 76608 h 167898"/>
                <a:gd name="connsiteX14" fmla="*/ 59426 w 78694"/>
                <a:gd name="connsiteY14" fmla="*/ 112358 h 167898"/>
                <a:gd name="connsiteX15" fmla="*/ 66456 w 78694"/>
                <a:gd name="connsiteY15" fmla="*/ 162153 h 167898"/>
                <a:gd name="connsiteX16" fmla="*/ 72845 w 78694"/>
                <a:gd name="connsiteY16" fmla="*/ 167899 h 167898"/>
                <a:gd name="connsiteX17" fmla="*/ 73484 w 78694"/>
                <a:gd name="connsiteY17" fmla="*/ 167899 h 167898"/>
                <a:gd name="connsiteX18" fmla="*/ 78596 w 78694"/>
                <a:gd name="connsiteY18" fmla="*/ 160876 h 167898"/>
                <a:gd name="connsiteX19" fmla="*/ 71567 w 78694"/>
                <a:gd name="connsiteY19" fmla="*/ 109166 h 167898"/>
                <a:gd name="connsiteX20" fmla="*/ 70289 w 78694"/>
                <a:gd name="connsiteY20" fmla="*/ 105974 h 16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8694" h="167898">
                  <a:moveTo>
                    <a:pt x="70289" y="105974"/>
                  </a:moveTo>
                  <a:lnTo>
                    <a:pt x="42174" y="70862"/>
                  </a:lnTo>
                  <a:lnTo>
                    <a:pt x="42174" y="6384"/>
                  </a:lnTo>
                  <a:cubicBezTo>
                    <a:pt x="42174" y="2554"/>
                    <a:pt x="38979" y="0"/>
                    <a:pt x="35784" y="0"/>
                  </a:cubicBezTo>
                  <a:cubicBezTo>
                    <a:pt x="34506" y="0"/>
                    <a:pt x="33228" y="638"/>
                    <a:pt x="31950" y="1277"/>
                  </a:cubicBezTo>
                  <a:lnTo>
                    <a:pt x="2556" y="23621"/>
                  </a:lnTo>
                  <a:cubicBezTo>
                    <a:pt x="639" y="24897"/>
                    <a:pt x="0" y="26813"/>
                    <a:pt x="0" y="28728"/>
                  </a:cubicBezTo>
                  <a:lnTo>
                    <a:pt x="0" y="80438"/>
                  </a:lnTo>
                  <a:cubicBezTo>
                    <a:pt x="0" y="84269"/>
                    <a:pt x="2556" y="86822"/>
                    <a:pt x="6390" y="86822"/>
                  </a:cubicBezTo>
                  <a:cubicBezTo>
                    <a:pt x="10224" y="86822"/>
                    <a:pt x="12780" y="84269"/>
                    <a:pt x="12780" y="80438"/>
                  </a:cubicBezTo>
                  <a:lnTo>
                    <a:pt x="12780" y="31920"/>
                  </a:lnTo>
                  <a:lnTo>
                    <a:pt x="29394" y="19152"/>
                  </a:lnTo>
                  <a:lnTo>
                    <a:pt x="29394" y="72777"/>
                  </a:lnTo>
                  <a:cubicBezTo>
                    <a:pt x="29394" y="74054"/>
                    <a:pt x="30033" y="75331"/>
                    <a:pt x="30672" y="76608"/>
                  </a:cubicBezTo>
                  <a:lnTo>
                    <a:pt x="59426" y="112358"/>
                  </a:lnTo>
                  <a:lnTo>
                    <a:pt x="66456" y="162153"/>
                  </a:lnTo>
                  <a:cubicBezTo>
                    <a:pt x="67094" y="165345"/>
                    <a:pt x="69650" y="167899"/>
                    <a:pt x="72845" y="167899"/>
                  </a:cubicBezTo>
                  <a:lnTo>
                    <a:pt x="73484" y="167899"/>
                  </a:lnTo>
                  <a:cubicBezTo>
                    <a:pt x="76679" y="167260"/>
                    <a:pt x="79235" y="164068"/>
                    <a:pt x="78596" y="160876"/>
                  </a:cubicBezTo>
                  <a:lnTo>
                    <a:pt x="71567" y="109166"/>
                  </a:lnTo>
                  <a:cubicBezTo>
                    <a:pt x="71567" y="107889"/>
                    <a:pt x="70929" y="106613"/>
                    <a:pt x="70289" y="105974"/>
                  </a:cubicBezTo>
                  <a:close/>
                </a:path>
              </a:pathLst>
            </a:custGeom>
            <a:solidFill>
              <a:srgbClr val="0076A8"/>
            </a:solidFill>
            <a:ln w="6390" cap="flat">
              <a:noFill/>
              <a:prstDash val="solid"/>
              <a:miter/>
            </a:ln>
          </p:spPr>
          <p:txBody>
            <a:bodyPr rtlCol="0" anchor="ctr"/>
            <a:lstStyle/>
            <a:p>
              <a:endParaRPr lang="en-US"/>
            </a:p>
          </p:txBody>
        </p:sp>
        <p:sp>
          <p:nvSpPr>
            <p:cNvPr id="218" name="Graphic 4">
              <a:extLst>
                <a:ext uri="{FF2B5EF4-FFF2-40B4-BE49-F238E27FC236}">
                  <a16:creationId xmlns:a16="http://schemas.microsoft.com/office/drawing/2014/main" id="{124AD17C-2835-4441-92A6-614FF60E8249}"/>
                </a:ext>
              </a:extLst>
            </p:cNvPr>
            <p:cNvSpPr/>
            <p:nvPr/>
          </p:nvSpPr>
          <p:spPr>
            <a:xfrm>
              <a:off x="4795172" y="3081874"/>
              <a:ext cx="49514" cy="64315"/>
            </a:xfrm>
            <a:custGeom>
              <a:avLst/>
              <a:gdLst>
                <a:gd name="connsiteX0" fmla="*/ 38176 w 49514"/>
                <a:gd name="connsiteY0" fmla="*/ 2390 h 64315"/>
                <a:gd name="connsiteX1" fmla="*/ 1114 w 49514"/>
                <a:gd name="connsiteY1" fmla="*/ 54101 h 64315"/>
                <a:gd name="connsiteX2" fmla="*/ 2393 w 49514"/>
                <a:gd name="connsiteY2" fmla="*/ 63038 h 64315"/>
                <a:gd name="connsiteX3" fmla="*/ 6227 w 49514"/>
                <a:gd name="connsiteY3" fmla="*/ 64315 h 64315"/>
                <a:gd name="connsiteX4" fmla="*/ 11339 w 49514"/>
                <a:gd name="connsiteY4" fmla="*/ 61761 h 64315"/>
                <a:gd name="connsiteX5" fmla="*/ 48400 w 49514"/>
                <a:gd name="connsiteY5" fmla="*/ 10051 h 64315"/>
                <a:gd name="connsiteX6" fmla="*/ 47122 w 49514"/>
                <a:gd name="connsiteY6" fmla="*/ 1114 h 64315"/>
                <a:gd name="connsiteX7" fmla="*/ 38176 w 49514"/>
                <a:gd name="connsiteY7" fmla="*/ 2390 h 64315"/>
                <a:gd name="connsiteX8" fmla="*/ 38176 w 49514"/>
                <a:gd name="connsiteY8" fmla="*/ 2390 h 6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514" h="64315">
                  <a:moveTo>
                    <a:pt x="38176" y="2390"/>
                  </a:moveTo>
                  <a:lnTo>
                    <a:pt x="1114" y="54101"/>
                  </a:lnTo>
                  <a:cubicBezTo>
                    <a:pt x="-802" y="56654"/>
                    <a:pt x="-163" y="61123"/>
                    <a:pt x="2393" y="63038"/>
                  </a:cubicBezTo>
                  <a:cubicBezTo>
                    <a:pt x="3671" y="63677"/>
                    <a:pt x="4949" y="64315"/>
                    <a:pt x="6227" y="64315"/>
                  </a:cubicBezTo>
                  <a:cubicBezTo>
                    <a:pt x="8144" y="64315"/>
                    <a:pt x="10061" y="63038"/>
                    <a:pt x="11339" y="61761"/>
                  </a:cubicBezTo>
                  <a:lnTo>
                    <a:pt x="48400" y="10051"/>
                  </a:lnTo>
                  <a:cubicBezTo>
                    <a:pt x="50317" y="6859"/>
                    <a:pt x="49678" y="3029"/>
                    <a:pt x="47122" y="1114"/>
                  </a:cubicBezTo>
                  <a:cubicBezTo>
                    <a:pt x="44566" y="-802"/>
                    <a:pt x="40093" y="-163"/>
                    <a:pt x="38176" y="2390"/>
                  </a:cubicBezTo>
                  <a:lnTo>
                    <a:pt x="38176" y="2390"/>
                  </a:lnTo>
                  <a:close/>
                </a:path>
              </a:pathLst>
            </a:custGeom>
            <a:solidFill>
              <a:srgbClr val="0076A8"/>
            </a:solidFill>
            <a:ln w="6390" cap="flat">
              <a:noFill/>
              <a:prstDash val="solid"/>
              <a:miter/>
            </a:ln>
          </p:spPr>
          <p:txBody>
            <a:bodyPr rtlCol="0" anchor="ctr"/>
            <a:lstStyle/>
            <a:p>
              <a:endParaRPr lang="en-US"/>
            </a:p>
          </p:txBody>
        </p:sp>
        <p:sp>
          <p:nvSpPr>
            <p:cNvPr id="219" name="Graphic 4">
              <a:extLst>
                <a:ext uri="{FF2B5EF4-FFF2-40B4-BE49-F238E27FC236}">
                  <a16:creationId xmlns:a16="http://schemas.microsoft.com/office/drawing/2014/main" id="{84C2AFBF-9F1C-064A-A148-77729379A72A}"/>
                </a:ext>
              </a:extLst>
            </p:cNvPr>
            <p:cNvSpPr/>
            <p:nvPr/>
          </p:nvSpPr>
          <p:spPr>
            <a:xfrm>
              <a:off x="4869132" y="3030000"/>
              <a:ext cx="20447" cy="20428"/>
            </a:xfrm>
            <a:custGeom>
              <a:avLst/>
              <a:gdLst>
                <a:gd name="connsiteX0" fmla="*/ 10863 w 20447"/>
                <a:gd name="connsiteY0" fmla="*/ 1915 h 20428"/>
                <a:gd name="connsiteX1" fmla="*/ 1917 w 20447"/>
                <a:gd name="connsiteY1" fmla="*/ 1915 h 20428"/>
                <a:gd name="connsiteX2" fmla="*/ 1917 w 20447"/>
                <a:gd name="connsiteY2" fmla="*/ 1915 h 20428"/>
                <a:gd name="connsiteX3" fmla="*/ 1917 w 20447"/>
                <a:gd name="connsiteY3" fmla="*/ 10853 h 20428"/>
                <a:gd name="connsiteX4" fmla="*/ 9585 w 20447"/>
                <a:gd name="connsiteY4" fmla="*/ 18514 h 20428"/>
                <a:gd name="connsiteX5" fmla="*/ 14058 w 20447"/>
                <a:gd name="connsiteY5" fmla="*/ 20429 h 20428"/>
                <a:gd name="connsiteX6" fmla="*/ 18531 w 20447"/>
                <a:gd name="connsiteY6" fmla="*/ 18514 h 20428"/>
                <a:gd name="connsiteX7" fmla="*/ 18531 w 20447"/>
                <a:gd name="connsiteY7" fmla="*/ 9576 h 20428"/>
                <a:gd name="connsiteX8" fmla="*/ 10863 w 20447"/>
                <a:gd name="connsiteY8" fmla="*/ 1915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47" h="20428">
                  <a:moveTo>
                    <a:pt x="10863" y="1915"/>
                  </a:moveTo>
                  <a:cubicBezTo>
                    <a:pt x="8307" y="-638"/>
                    <a:pt x="4473" y="-638"/>
                    <a:pt x="1917" y="1915"/>
                  </a:cubicBezTo>
                  <a:cubicBezTo>
                    <a:pt x="1917" y="1915"/>
                    <a:pt x="1917" y="1915"/>
                    <a:pt x="1917" y="1915"/>
                  </a:cubicBezTo>
                  <a:cubicBezTo>
                    <a:pt x="-639" y="4469"/>
                    <a:pt x="-639" y="8299"/>
                    <a:pt x="1917" y="10853"/>
                  </a:cubicBezTo>
                  <a:lnTo>
                    <a:pt x="9585" y="18514"/>
                  </a:lnTo>
                  <a:cubicBezTo>
                    <a:pt x="10863" y="19790"/>
                    <a:pt x="12141" y="20429"/>
                    <a:pt x="14058" y="20429"/>
                  </a:cubicBezTo>
                  <a:cubicBezTo>
                    <a:pt x="15975" y="20429"/>
                    <a:pt x="17253" y="19790"/>
                    <a:pt x="18531" y="18514"/>
                  </a:cubicBezTo>
                  <a:cubicBezTo>
                    <a:pt x="21087" y="15960"/>
                    <a:pt x="21087" y="12130"/>
                    <a:pt x="18531" y="9576"/>
                  </a:cubicBezTo>
                  <a:lnTo>
                    <a:pt x="10863" y="1915"/>
                  </a:lnTo>
                  <a:close/>
                </a:path>
              </a:pathLst>
            </a:custGeom>
            <a:solidFill>
              <a:srgbClr val="0076A8"/>
            </a:solidFill>
            <a:ln w="6390" cap="flat">
              <a:noFill/>
              <a:prstDash val="solid"/>
              <a:miter/>
            </a:ln>
          </p:spPr>
          <p:txBody>
            <a:bodyPr rtlCol="0" anchor="ctr"/>
            <a:lstStyle/>
            <a:p>
              <a:endParaRPr lang="en-US"/>
            </a:p>
          </p:txBody>
        </p:sp>
      </p:grpSp>
      <p:grpSp>
        <p:nvGrpSpPr>
          <p:cNvPr id="220" name="Graphic 4">
            <a:extLst>
              <a:ext uri="{FF2B5EF4-FFF2-40B4-BE49-F238E27FC236}">
                <a16:creationId xmlns:a16="http://schemas.microsoft.com/office/drawing/2014/main" id="{7835B735-8395-4F41-8F5C-8E89875FB041}"/>
              </a:ext>
            </a:extLst>
          </p:cNvPr>
          <p:cNvGrpSpPr/>
          <p:nvPr/>
        </p:nvGrpSpPr>
        <p:grpSpPr>
          <a:xfrm>
            <a:off x="5099169" y="3339623"/>
            <a:ext cx="362309" cy="361971"/>
            <a:chOff x="5099169" y="3339623"/>
            <a:chExt cx="362309" cy="361971"/>
          </a:xfrm>
          <a:solidFill>
            <a:srgbClr val="0076A8"/>
          </a:solidFill>
        </p:grpSpPr>
        <p:sp>
          <p:nvSpPr>
            <p:cNvPr id="221" name="Graphic 4">
              <a:extLst>
                <a:ext uri="{FF2B5EF4-FFF2-40B4-BE49-F238E27FC236}">
                  <a16:creationId xmlns:a16="http://schemas.microsoft.com/office/drawing/2014/main" id="{6CA8B7E1-31AC-8640-A1A3-0992BB811420}"/>
                </a:ext>
              </a:extLst>
            </p:cNvPr>
            <p:cNvSpPr/>
            <p:nvPr/>
          </p:nvSpPr>
          <p:spPr>
            <a:xfrm>
              <a:off x="5272976" y="3429637"/>
              <a:ext cx="15335" cy="15321"/>
            </a:xfrm>
            <a:custGeom>
              <a:avLst/>
              <a:gdLst>
                <a:gd name="connsiteX0" fmla="*/ 7668 w 15335"/>
                <a:gd name="connsiteY0" fmla="*/ 15322 h 15321"/>
                <a:gd name="connsiteX1" fmla="*/ 15336 w 15335"/>
                <a:gd name="connsiteY1" fmla="*/ 7661 h 15321"/>
                <a:gd name="connsiteX2" fmla="*/ 7668 w 15335"/>
                <a:gd name="connsiteY2" fmla="*/ 0 h 15321"/>
                <a:gd name="connsiteX3" fmla="*/ 0 w 15335"/>
                <a:gd name="connsiteY3" fmla="*/ 7661 h 15321"/>
                <a:gd name="connsiteX4" fmla="*/ 0 w 15335"/>
                <a:gd name="connsiteY4" fmla="*/ 7661 h 15321"/>
                <a:gd name="connsiteX5" fmla="*/ 7668 w 15335"/>
                <a:gd name="connsiteY5" fmla="*/ 15322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5" h="15321">
                  <a:moveTo>
                    <a:pt x="7668" y="15322"/>
                  </a:moveTo>
                  <a:cubicBezTo>
                    <a:pt x="12141" y="15322"/>
                    <a:pt x="15336" y="12130"/>
                    <a:pt x="15336" y="7661"/>
                  </a:cubicBezTo>
                  <a:cubicBezTo>
                    <a:pt x="15336" y="3192"/>
                    <a:pt x="12141" y="0"/>
                    <a:pt x="7668" y="0"/>
                  </a:cubicBezTo>
                  <a:cubicBezTo>
                    <a:pt x="3195" y="0"/>
                    <a:pt x="0" y="3192"/>
                    <a:pt x="0" y="7661"/>
                  </a:cubicBezTo>
                  <a:lnTo>
                    <a:pt x="0" y="7661"/>
                  </a:lnTo>
                  <a:cubicBezTo>
                    <a:pt x="0" y="12130"/>
                    <a:pt x="3195" y="15322"/>
                    <a:pt x="7668" y="15322"/>
                  </a:cubicBezTo>
                  <a:close/>
                </a:path>
              </a:pathLst>
            </a:custGeom>
            <a:solidFill>
              <a:srgbClr val="0076A8"/>
            </a:solidFill>
            <a:ln w="6390" cap="flat">
              <a:noFill/>
              <a:prstDash val="solid"/>
              <a:miter/>
            </a:ln>
          </p:spPr>
          <p:txBody>
            <a:bodyPr rtlCol="0" anchor="ctr"/>
            <a:lstStyle/>
            <a:p>
              <a:endParaRPr lang="en-US"/>
            </a:p>
          </p:txBody>
        </p:sp>
        <p:sp>
          <p:nvSpPr>
            <p:cNvPr id="222" name="Graphic 4">
              <a:extLst>
                <a:ext uri="{FF2B5EF4-FFF2-40B4-BE49-F238E27FC236}">
                  <a16:creationId xmlns:a16="http://schemas.microsoft.com/office/drawing/2014/main" id="{1977FC92-068E-1841-9AFA-A4738480E2EE}"/>
                </a:ext>
              </a:extLst>
            </p:cNvPr>
            <p:cNvSpPr/>
            <p:nvPr/>
          </p:nvSpPr>
          <p:spPr>
            <a:xfrm>
              <a:off x="5258918" y="3485178"/>
              <a:ext cx="15336" cy="48518"/>
            </a:xfrm>
            <a:custGeom>
              <a:avLst/>
              <a:gdLst>
                <a:gd name="connsiteX0" fmla="*/ 15336 w 15336"/>
                <a:gd name="connsiteY0" fmla="*/ 0 h 48518"/>
                <a:gd name="connsiteX1" fmla="*/ 0 w 15336"/>
                <a:gd name="connsiteY1" fmla="*/ 11491 h 48518"/>
                <a:gd name="connsiteX2" fmla="*/ 0 w 15336"/>
                <a:gd name="connsiteY2" fmla="*/ 48519 h 48518"/>
                <a:gd name="connsiteX3" fmla="*/ 15336 w 15336"/>
                <a:gd name="connsiteY3" fmla="*/ 33197 h 48518"/>
              </a:gdLst>
              <a:ahLst/>
              <a:cxnLst>
                <a:cxn ang="0">
                  <a:pos x="connsiteX0" y="connsiteY0"/>
                </a:cxn>
                <a:cxn ang="0">
                  <a:pos x="connsiteX1" y="connsiteY1"/>
                </a:cxn>
                <a:cxn ang="0">
                  <a:pos x="connsiteX2" y="connsiteY2"/>
                </a:cxn>
                <a:cxn ang="0">
                  <a:pos x="connsiteX3" y="connsiteY3"/>
                </a:cxn>
              </a:cxnLst>
              <a:rect l="l" t="t" r="r" b="b"/>
              <a:pathLst>
                <a:path w="15336" h="48518">
                  <a:moveTo>
                    <a:pt x="15336" y="0"/>
                  </a:moveTo>
                  <a:lnTo>
                    <a:pt x="0" y="11491"/>
                  </a:lnTo>
                  <a:lnTo>
                    <a:pt x="0" y="48519"/>
                  </a:lnTo>
                  <a:lnTo>
                    <a:pt x="15336" y="33197"/>
                  </a:lnTo>
                  <a:close/>
                </a:path>
              </a:pathLst>
            </a:custGeom>
            <a:solidFill>
              <a:srgbClr val="0076A8"/>
            </a:solidFill>
            <a:ln w="6390" cap="flat">
              <a:noFill/>
              <a:prstDash val="solid"/>
              <a:miter/>
            </a:ln>
          </p:spPr>
          <p:txBody>
            <a:bodyPr rtlCol="0" anchor="ctr"/>
            <a:lstStyle/>
            <a:p>
              <a:endParaRPr lang="en-US"/>
            </a:p>
          </p:txBody>
        </p:sp>
        <p:sp>
          <p:nvSpPr>
            <p:cNvPr id="223" name="Graphic 4">
              <a:extLst>
                <a:ext uri="{FF2B5EF4-FFF2-40B4-BE49-F238E27FC236}">
                  <a16:creationId xmlns:a16="http://schemas.microsoft.com/office/drawing/2014/main" id="{7595F0D6-0054-AB43-B30C-447F4F866F24}"/>
                </a:ext>
              </a:extLst>
            </p:cNvPr>
            <p:cNvSpPr/>
            <p:nvPr/>
          </p:nvSpPr>
          <p:spPr>
            <a:xfrm>
              <a:off x="5099169" y="33396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77885 h 361971"/>
                <a:gd name="connsiteX8" fmla="*/ 201922 w 362309"/>
                <a:gd name="connsiteY8" fmla="*/ 98313 h 361971"/>
                <a:gd name="connsiteX9" fmla="*/ 181474 w 362309"/>
                <a:gd name="connsiteY9" fmla="*/ 118742 h 361971"/>
                <a:gd name="connsiteX10" fmla="*/ 161027 w 362309"/>
                <a:gd name="connsiteY10" fmla="*/ 98313 h 361971"/>
                <a:gd name="connsiteX11" fmla="*/ 161027 w 362309"/>
                <a:gd name="connsiteY11" fmla="*/ 98313 h 361971"/>
                <a:gd name="connsiteX12" fmla="*/ 181474 w 362309"/>
                <a:gd name="connsiteY12" fmla="*/ 77885 h 361971"/>
                <a:gd name="connsiteX13" fmla="*/ 181474 w 362309"/>
                <a:gd name="connsiteY13" fmla="*/ 77885 h 361971"/>
                <a:gd name="connsiteX14" fmla="*/ 178918 w 362309"/>
                <a:gd name="connsiteY14" fmla="*/ 229823 h 361971"/>
                <a:gd name="connsiteX15" fmla="*/ 141857 w 362309"/>
                <a:gd name="connsiteY15" fmla="*/ 282172 h 361971"/>
                <a:gd name="connsiteX16" fmla="*/ 136745 w 362309"/>
                <a:gd name="connsiteY16" fmla="*/ 284725 h 361971"/>
                <a:gd name="connsiteX17" fmla="*/ 132911 w 362309"/>
                <a:gd name="connsiteY17" fmla="*/ 283449 h 361971"/>
                <a:gd name="connsiteX18" fmla="*/ 131633 w 362309"/>
                <a:gd name="connsiteY18" fmla="*/ 274511 h 361971"/>
                <a:gd name="connsiteX19" fmla="*/ 131633 w 362309"/>
                <a:gd name="connsiteY19" fmla="*/ 274511 h 361971"/>
                <a:gd name="connsiteX20" fmla="*/ 168695 w 362309"/>
                <a:gd name="connsiteY20" fmla="*/ 222163 h 361971"/>
                <a:gd name="connsiteX21" fmla="*/ 177640 w 362309"/>
                <a:gd name="connsiteY21" fmla="*/ 220886 h 361971"/>
                <a:gd name="connsiteX22" fmla="*/ 178918 w 362309"/>
                <a:gd name="connsiteY22" fmla="*/ 229823 h 361971"/>
                <a:gd name="connsiteX23" fmla="*/ 219175 w 362309"/>
                <a:gd name="connsiteY23" fmla="*/ 284725 h 361971"/>
                <a:gd name="connsiteX24" fmla="*/ 217897 w 362309"/>
                <a:gd name="connsiteY24" fmla="*/ 284725 h 361971"/>
                <a:gd name="connsiteX25" fmla="*/ 211507 w 362309"/>
                <a:gd name="connsiteY25" fmla="*/ 278980 h 361971"/>
                <a:gd name="connsiteX26" fmla="*/ 204478 w 362309"/>
                <a:gd name="connsiteY26" fmla="*/ 228546 h 361971"/>
                <a:gd name="connsiteX27" fmla="*/ 190420 w 362309"/>
                <a:gd name="connsiteY27" fmla="*/ 207479 h 361971"/>
                <a:gd name="connsiteX28" fmla="*/ 192337 w 362309"/>
                <a:gd name="connsiteY28" fmla="*/ 198542 h 361971"/>
                <a:gd name="connsiteX29" fmla="*/ 201283 w 362309"/>
                <a:gd name="connsiteY29" fmla="*/ 200457 h 361971"/>
                <a:gd name="connsiteX30" fmla="*/ 201283 w 362309"/>
                <a:gd name="connsiteY30" fmla="*/ 200457 h 361971"/>
                <a:gd name="connsiteX31" fmla="*/ 215980 w 362309"/>
                <a:gd name="connsiteY31" fmla="*/ 222801 h 361971"/>
                <a:gd name="connsiteX32" fmla="*/ 217258 w 362309"/>
                <a:gd name="connsiteY32" fmla="*/ 225355 h 361971"/>
                <a:gd name="connsiteX33" fmla="*/ 224926 w 362309"/>
                <a:gd name="connsiteY33" fmla="*/ 277703 h 361971"/>
                <a:gd name="connsiteX34" fmla="*/ 219175 w 362309"/>
                <a:gd name="connsiteY34" fmla="*/ 284725 h 361971"/>
                <a:gd name="connsiteX35" fmla="*/ 219175 w 362309"/>
                <a:gd name="connsiteY35" fmla="*/ 284725 h 361971"/>
                <a:gd name="connsiteX36" fmla="*/ 230677 w 362309"/>
                <a:gd name="connsiteY36" fmla="*/ 193435 h 361971"/>
                <a:gd name="connsiteX37" fmla="*/ 226204 w 362309"/>
                <a:gd name="connsiteY37" fmla="*/ 195350 h 361971"/>
                <a:gd name="connsiteX38" fmla="*/ 221731 w 362309"/>
                <a:gd name="connsiteY38" fmla="*/ 193435 h 361971"/>
                <a:gd name="connsiteX39" fmla="*/ 214063 w 362309"/>
                <a:gd name="connsiteY39" fmla="*/ 185774 h 361971"/>
                <a:gd name="connsiteX40" fmla="*/ 214063 w 362309"/>
                <a:gd name="connsiteY40" fmla="*/ 176836 h 361971"/>
                <a:gd name="connsiteX41" fmla="*/ 214063 w 362309"/>
                <a:gd name="connsiteY41" fmla="*/ 176836 h 361971"/>
                <a:gd name="connsiteX42" fmla="*/ 223009 w 362309"/>
                <a:gd name="connsiteY42" fmla="*/ 176836 h 361971"/>
                <a:gd name="connsiteX43" fmla="*/ 230677 w 362309"/>
                <a:gd name="connsiteY43" fmla="*/ 184497 h 361971"/>
                <a:gd name="connsiteX44" fmla="*/ 230677 w 362309"/>
                <a:gd name="connsiteY44" fmla="*/ 193435 h 361971"/>
                <a:gd name="connsiteX45" fmla="*/ 230677 w 362309"/>
                <a:gd name="connsiteY45" fmla="*/ 193435 h 361971"/>
                <a:gd name="connsiteX46" fmla="*/ 269016 w 362309"/>
                <a:gd name="connsiteY46" fmla="*/ 102782 h 361971"/>
                <a:gd name="connsiteX47" fmla="*/ 185308 w 362309"/>
                <a:gd name="connsiteY47" fmla="*/ 186412 h 361971"/>
                <a:gd name="connsiteX48" fmla="*/ 185308 w 362309"/>
                <a:gd name="connsiteY48" fmla="*/ 186412 h 361971"/>
                <a:gd name="connsiteX49" fmla="*/ 102239 w 362309"/>
                <a:gd name="connsiteY49" fmla="*/ 269404 h 361971"/>
                <a:gd name="connsiteX50" fmla="*/ 93293 w 362309"/>
                <a:gd name="connsiteY50" fmla="*/ 269404 h 361971"/>
                <a:gd name="connsiteX51" fmla="*/ 93293 w 362309"/>
                <a:gd name="connsiteY51" fmla="*/ 260466 h 361971"/>
                <a:gd name="connsiteX52" fmla="*/ 146969 w 362309"/>
                <a:gd name="connsiteY52" fmla="*/ 206841 h 361971"/>
                <a:gd name="connsiteX53" fmla="*/ 146969 w 362309"/>
                <a:gd name="connsiteY53" fmla="*/ 153854 h 361971"/>
                <a:gd name="connsiteX54" fmla="*/ 149525 w 362309"/>
                <a:gd name="connsiteY54" fmla="*/ 148747 h 361971"/>
                <a:gd name="connsiteX55" fmla="*/ 177001 w 362309"/>
                <a:gd name="connsiteY55" fmla="*/ 127680 h 361971"/>
                <a:gd name="connsiteX56" fmla="*/ 183391 w 362309"/>
                <a:gd name="connsiteY56" fmla="*/ 127041 h 361971"/>
                <a:gd name="connsiteX57" fmla="*/ 186586 w 362309"/>
                <a:gd name="connsiteY57" fmla="*/ 132787 h 361971"/>
                <a:gd name="connsiteX58" fmla="*/ 186586 w 362309"/>
                <a:gd name="connsiteY58" fmla="*/ 165984 h 361971"/>
                <a:gd name="connsiteX59" fmla="*/ 259431 w 362309"/>
                <a:gd name="connsiteY59" fmla="*/ 93206 h 361971"/>
                <a:gd name="connsiteX60" fmla="*/ 268377 w 362309"/>
                <a:gd name="connsiteY60" fmla="*/ 93206 h 361971"/>
                <a:gd name="connsiteX61" fmla="*/ 269016 w 362309"/>
                <a:gd name="connsiteY61" fmla="*/ 102782 h 361971"/>
                <a:gd name="connsiteX62" fmla="*/ 269016 w 362309"/>
                <a:gd name="connsiteY62" fmla="*/ 10278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310" y="81077"/>
                    <a:pt x="281157" y="0"/>
                    <a:pt x="181474" y="0"/>
                  </a:cubicBezTo>
                  <a:cubicBezTo>
                    <a:pt x="181474" y="0"/>
                    <a:pt x="181474" y="0"/>
                    <a:pt x="181474" y="0"/>
                  </a:cubicBezTo>
                  <a:close/>
                  <a:moveTo>
                    <a:pt x="181474" y="77885"/>
                  </a:moveTo>
                  <a:cubicBezTo>
                    <a:pt x="192976" y="77885"/>
                    <a:pt x="201922" y="86822"/>
                    <a:pt x="201922" y="98313"/>
                  </a:cubicBezTo>
                  <a:cubicBezTo>
                    <a:pt x="201922" y="109805"/>
                    <a:pt x="192976" y="118742"/>
                    <a:pt x="181474" y="118742"/>
                  </a:cubicBezTo>
                  <a:cubicBezTo>
                    <a:pt x="169972" y="118742"/>
                    <a:pt x="161027" y="109805"/>
                    <a:pt x="161027" y="98313"/>
                  </a:cubicBezTo>
                  <a:lnTo>
                    <a:pt x="161027" y="98313"/>
                  </a:lnTo>
                  <a:cubicBezTo>
                    <a:pt x="161027" y="86822"/>
                    <a:pt x="169972" y="77885"/>
                    <a:pt x="181474" y="77885"/>
                  </a:cubicBezTo>
                  <a:lnTo>
                    <a:pt x="181474" y="77885"/>
                  </a:lnTo>
                  <a:close/>
                  <a:moveTo>
                    <a:pt x="178918" y="229823"/>
                  </a:moveTo>
                  <a:lnTo>
                    <a:pt x="141857" y="282172"/>
                  </a:lnTo>
                  <a:cubicBezTo>
                    <a:pt x="140579" y="284087"/>
                    <a:pt x="138662" y="284725"/>
                    <a:pt x="136745" y="284725"/>
                  </a:cubicBezTo>
                  <a:cubicBezTo>
                    <a:pt x="135467" y="284725"/>
                    <a:pt x="134189" y="284087"/>
                    <a:pt x="132911" y="283449"/>
                  </a:cubicBezTo>
                  <a:cubicBezTo>
                    <a:pt x="130355" y="281533"/>
                    <a:pt x="129077" y="277703"/>
                    <a:pt x="131633" y="274511"/>
                  </a:cubicBezTo>
                  <a:cubicBezTo>
                    <a:pt x="131633" y="274511"/>
                    <a:pt x="131633" y="274511"/>
                    <a:pt x="131633" y="274511"/>
                  </a:cubicBezTo>
                  <a:lnTo>
                    <a:pt x="168695" y="222163"/>
                  </a:lnTo>
                  <a:cubicBezTo>
                    <a:pt x="170611" y="218971"/>
                    <a:pt x="174445" y="218332"/>
                    <a:pt x="177640" y="220886"/>
                  </a:cubicBezTo>
                  <a:cubicBezTo>
                    <a:pt x="180835" y="223439"/>
                    <a:pt x="180835" y="226631"/>
                    <a:pt x="178918" y="229823"/>
                  </a:cubicBezTo>
                  <a:close/>
                  <a:moveTo>
                    <a:pt x="219175" y="284725"/>
                  </a:moveTo>
                  <a:lnTo>
                    <a:pt x="217897" y="284725"/>
                  </a:lnTo>
                  <a:cubicBezTo>
                    <a:pt x="214702" y="284725"/>
                    <a:pt x="212146" y="282172"/>
                    <a:pt x="211507" y="278980"/>
                  </a:cubicBezTo>
                  <a:lnTo>
                    <a:pt x="204478" y="228546"/>
                  </a:lnTo>
                  <a:lnTo>
                    <a:pt x="190420" y="207479"/>
                  </a:lnTo>
                  <a:cubicBezTo>
                    <a:pt x="188503" y="204287"/>
                    <a:pt x="189142" y="200457"/>
                    <a:pt x="192337" y="198542"/>
                  </a:cubicBezTo>
                  <a:cubicBezTo>
                    <a:pt x="195532" y="196627"/>
                    <a:pt x="199366" y="197265"/>
                    <a:pt x="201283" y="200457"/>
                  </a:cubicBezTo>
                  <a:lnTo>
                    <a:pt x="201283" y="200457"/>
                  </a:lnTo>
                  <a:lnTo>
                    <a:pt x="215980" y="222801"/>
                  </a:lnTo>
                  <a:cubicBezTo>
                    <a:pt x="216619" y="223439"/>
                    <a:pt x="216619" y="224716"/>
                    <a:pt x="217258" y="225355"/>
                  </a:cubicBezTo>
                  <a:lnTo>
                    <a:pt x="224926" y="277703"/>
                  </a:lnTo>
                  <a:cubicBezTo>
                    <a:pt x="225565" y="280895"/>
                    <a:pt x="223009" y="284087"/>
                    <a:pt x="219175" y="284725"/>
                  </a:cubicBezTo>
                  <a:lnTo>
                    <a:pt x="219175" y="284725"/>
                  </a:lnTo>
                  <a:close/>
                  <a:moveTo>
                    <a:pt x="230677" y="193435"/>
                  </a:moveTo>
                  <a:cubicBezTo>
                    <a:pt x="229399" y="194711"/>
                    <a:pt x="228121" y="195350"/>
                    <a:pt x="226204" y="195350"/>
                  </a:cubicBezTo>
                  <a:cubicBezTo>
                    <a:pt x="224287" y="195350"/>
                    <a:pt x="223009" y="194711"/>
                    <a:pt x="221731" y="193435"/>
                  </a:cubicBezTo>
                  <a:lnTo>
                    <a:pt x="214063" y="185774"/>
                  </a:lnTo>
                  <a:cubicBezTo>
                    <a:pt x="211507" y="183220"/>
                    <a:pt x="211507" y="179390"/>
                    <a:pt x="214063" y="176836"/>
                  </a:cubicBezTo>
                  <a:cubicBezTo>
                    <a:pt x="214063" y="176836"/>
                    <a:pt x="214063" y="176836"/>
                    <a:pt x="214063" y="176836"/>
                  </a:cubicBezTo>
                  <a:cubicBezTo>
                    <a:pt x="216619" y="174283"/>
                    <a:pt x="220453" y="174283"/>
                    <a:pt x="223009" y="176836"/>
                  </a:cubicBezTo>
                  <a:lnTo>
                    <a:pt x="230677" y="184497"/>
                  </a:lnTo>
                  <a:cubicBezTo>
                    <a:pt x="233233" y="187051"/>
                    <a:pt x="233233" y="190881"/>
                    <a:pt x="230677" y="193435"/>
                  </a:cubicBezTo>
                  <a:lnTo>
                    <a:pt x="230677" y="193435"/>
                  </a:lnTo>
                  <a:close/>
                  <a:moveTo>
                    <a:pt x="269016" y="102782"/>
                  </a:moveTo>
                  <a:lnTo>
                    <a:pt x="185308" y="186412"/>
                  </a:lnTo>
                  <a:lnTo>
                    <a:pt x="185308" y="186412"/>
                  </a:lnTo>
                  <a:lnTo>
                    <a:pt x="102239" y="269404"/>
                  </a:lnTo>
                  <a:cubicBezTo>
                    <a:pt x="99683" y="271958"/>
                    <a:pt x="95849" y="271958"/>
                    <a:pt x="93293" y="269404"/>
                  </a:cubicBezTo>
                  <a:cubicBezTo>
                    <a:pt x="90737" y="266850"/>
                    <a:pt x="90737" y="263020"/>
                    <a:pt x="93293" y="260466"/>
                  </a:cubicBezTo>
                  <a:lnTo>
                    <a:pt x="146969" y="206841"/>
                  </a:lnTo>
                  <a:lnTo>
                    <a:pt x="146969" y="153854"/>
                  </a:lnTo>
                  <a:cubicBezTo>
                    <a:pt x="146969" y="151939"/>
                    <a:pt x="147607" y="150024"/>
                    <a:pt x="149525" y="148747"/>
                  </a:cubicBezTo>
                  <a:lnTo>
                    <a:pt x="177001" y="127680"/>
                  </a:lnTo>
                  <a:cubicBezTo>
                    <a:pt x="178918" y="126403"/>
                    <a:pt x="181474" y="126403"/>
                    <a:pt x="183391" y="127041"/>
                  </a:cubicBezTo>
                  <a:cubicBezTo>
                    <a:pt x="185308" y="128318"/>
                    <a:pt x="186586" y="130233"/>
                    <a:pt x="186586" y="132787"/>
                  </a:cubicBezTo>
                  <a:lnTo>
                    <a:pt x="186586" y="165984"/>
                  </a:lnTo>
                  <a:lnTo>
                    <a:pt x="259431" y="93206"/>
                  </a:lnTo>
                  <a:cubicBezTo>
                    <a:pt x="261987" y="90653"/>
                    <a:pt x="265821" y="90653"/>
                    <a:pt x="268377" y="93206"/>
                  </a:cubicBezTo>
                  <a:cubicBezTo>
                    <a:pt x="270934" y="95760"/>
                    <a:pt x="271572" y="100229"/>
                    <a:pt x="269016" y="102782"/>
                  </a:cubicBezTo>
                  <a:lnTo>
                    <a:pt x="269016" y="102782"/>
                  </a:lnTo>
                  <a:close/>
                </a:path>
              </a:pathLst>
            </a:custGeom>
            <a:solidFill>
              <a:srgbClr val="0076A8"/>
            </a:solidFill>
            <a:ln w="6390" cap="flat">
              <a:noFill/>
              <a:prstDash val="solid"/>
              <a:miter/>
            </a:ln>
          </p:spPr>
          <p:txBody>
            <a:bodyPr rtlCol="0" anchor="ctr"/>
            <a:lstStyle/>
            <a:p>
              <a:endParaRPr lang="en-US"/>
            </a:p>
          </p:txBody>
        </p:sp>
      </p:grpSp>
      <p:grpSp>
        <p:nvGrpSpPr>
          <p:cNvPr id="224" name="Graphic 4">
            <a:extLst>
              <a:ext uri="{FF2B5EF4-FFF2-40B4-BE49-F238E27FC236}">
                <a16:creationId xmlns:a16="http://schemas.microsoft.com/office/drawing/2014/main" id="{2A9B1008-2188-C240-AAF0-2254635DCACC}"/>
              </a:ext>
            </a:extLst>
          </p:cNvPr>
          <p:cNvGrpSpPr/>
          <p:nvPr/>
        </p:nvGrpSpPr>
        <p:grpSpPr>
          <a:xfrm>
            <a:off x="5099169" y="1893013"/>
            <a:ext cx="362309" cy="361971"/>
            <a:chOff x="5099169" y="1893013"/>
            <a:chExt cx="362309" cy="361971"/>
          </a:xfrm>
          <a:solidFill>
            <a:srgbClr val="0076A8"/>
          </a:solidFill>
        </p:grpSpPr>
        <p:sp>
          <p:nvSpPr>
            <p:cNvPr id="225" name="Graphic 4">
              <a:extLst>
                <a:ext uri="{FF2B5EF4-FFF2-40B4-BE49-F238E27FC236}">
                  <a16:creationId xmlns:a16="http://schemas.microsoft.com/office/drawing/2014/main" id="{F34626AC-B141-314C-8958-4C3D36E6CB7E}"/>
                </a:ext>
              </a:extLst>
            </p:cNvPr>
            <p:cNvSpPr/>
            <p:nvPr/>
          </p:nvSpPr>
          <p:spPr>
            <a:xfrm>
              <a:off x="5271698" y="2064742"/>
              <a:ext cx="17891" cy="17875"/>
            </a:xfrm>
            <a:custGeom>
              <a:avLst/>
              <a:gdLst>
                <a:gd name="connsiteX0" fmla="*/ 17892 w 17891"/>
                <a:gd name="connsiteY0" fmla="*/ 8938 h 17875"/>
                <a:gd name="connsiteX1" fmla="*/ 8946 w 17891"/>
                <a:gd name="connsiteY1" fmla="*/ 17875 h 17875"/>
                <a:gd name="connsiteX2" fmla="*/ 0 w 17891"/>
                <a:gd name="connsiteY2" fmla="*/ 8938 h 17875"/>
                <a:gd name="connsiteX3" fmla="*/ 8946 w 17891"/>
                <a:gd name="connsiteY3" fmla="*/ 0 h 17875"/>
                <a:gd name="connsiteX4" fmla="*/ 17892 w 17891"/>
                <a:gd name="connsiteY4" fmla="*/ 8938 h 17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91" h="17875">
                  <a:moveTo>
                    <a:pt x="17892" y="8938"/>
                  </a:moveTo>
                  <a:cubicBezTo>
                    <a:pt x="17892" y="13874"/>
                    <a:pt x="13886" y="17875"/>
                    <a:pt x="8946" y="17875"/>
                  </a:cubicBezTo>
                  <a:cubicBezTo>
                    <a:pt x="4005" y="17875"/>
                    <a:pt x="0" y="13874"/>
                    <a:pt x="0" y="8938"/>
                  </a:cubicBezTo>
                  <a:cubicBezTo>
                    <a:pt x="0" y="4002"/>
                    <a:pt x="4005" y="0"/>
                    <a:pt x="8946" y="0"/>
                  </a:cubicBezTo>
                  <a:cubicBezTo>
                    <a:pt x="13886" y="0"/>
                    <a:pt x="17892" y="4002"/>
                    <a:pt x="17892" y="8938"/>
                  </a:cubicBezTo>
                  <a:close/>
                </a:path>
              </a:pathLst>
            </a:custGeom>
            <a:solidFill>
              <a:srgbClr val="0076A8"/>
            </a:solidFill>
            <a:ln w="6390" cap="flat">
              <a:noFill/>
              <a:prstDash val="solid"/>
              <a:miter/>
            </a:ln>
          </p:spPr>
          <p:txBody>
            <a:bodyPr rtlCol="0" anchor="ctr"/>
            <a:lstStyle/>
            <a:p>
              <a:endParaRPr lang="en-US"/>
            </a:p>
          </p:txBody>
        </p:sp>
        <p:sp>
          <p:nvSpPr>
            <p:cNvPr id="226" name="Graphic 4">
              <a:extLst>
                <a:ext uri="{FF2B5EF4-FFF2-40B4-BE49-F238E27FC236}">
                  <a16:creationId xmlns:a16="http://schemas.microsoft.com/office/drawing/2014/main" id="{ED611F5E-0CE8-EF4D-9253-B3C69A78452C}"/>
                </a:ext>
              </a:extLst>
            </p:cNvPr>
            <p:cNvSpPr/>
            <p:nvPr/>
          </p:nvSpPr>
          <p:spPr>
            <a:xfrm>
              <a:off x="5271698" y="2004733"/>
              <a:ext cx="17891" cy="17875"/>
            </a:xfrm>
            <a:custGeom>
              <a:avLst/>
              <a:gdLst>
                <a:gd name="connsiteX0" fmla="*/ 17892 w 17891"/>
                <a:gd name="connsiteY0" fmla="*/ 8937 h 17875"/>
                <a:gd name="connsiteX1" fmla="*/ 8946 w 17891"/>
                <a:gd name="connsiteY1" fmla="*/ 17875 h 17875"/>
                <a:gd name="connsiteX2" fmla="*/ 0 w 17891"/>
                <a:gd name="connsiteY2" fmla="*/ 8937 h 17875"/>
                <a:gd name="connsiteX3" fmla="*/ 8946 w 17891"/>
                <a:gd name="connsiteY3" fmla="*/ 0 h 17875"/>
                <a:gd name="connsiteX4" fmla="*/ 17892 w 17891"/>
                <a:gd name="connsiteY4" fmla="*/ 8937 h 17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91" h="17875">
                  <a:moveTo>
                    <a:pt x="17892" y="8937"/>
                  </a:moveTo>
                  <a:cubicBezTo>
                    <a:pt x="17892" y="13874"/>
                    <a:pt x="13886" y="17875"/>
                    <a:pt x="8946" y="17875"/>
                  </a:cubicBezTo>
                  <a:cubicBezTo>
                    <a:pt x="4005" y="17875"/>
                    <a:pt x="0" y="13874"/>
                    <a:pt x="0" y="8937"/>
                  </a:cubicBezTo>
                  <a:cubicBezTo>
                    <a:pt x="0" y="4001"/>
                    <a:pt x="4005" y="0"/>
                    <a:pt x="8946" y="0"/>
                  </a:cubicBezTo>
                  <a:cubicBezTo>
                    <a:pt x="13886" y="0"/>
                    <a:pt x="17892" y="4001"/>
                    <a:pt x="17892" y="8937"/>
                  </a:cubicBezTo>
                  <a:close/>
                </a:path>
              </a:pathLst>
            </a:custGeom>
            <a:solidFill>
              <a:srgbClr val="0076A8"/>
            </a:solidFill>
            <a:ln w="6390" cap="flat">
              <a:noFill/>
              <a:prstDash val="solid"/>
              <a:miter/>
            </a:ln>
          </p:spPr>
          <p:txBody>
            <a:bodyPr rtlCol="0" anchor="ctr"/>
            <a:lstStyle/>
            <a:p>
              <a:endParaRPr lang="en-US"/>
            </a:p>
          </p:txBody>
        </p:sp>
        <p:sp>
          <p:nvSpPr>
            <p:cNvPr id="227" name="Graphic 4">
              <a:extLst>
                <a:ext uri="{FF2B5EF4-FFF2-40B4-BE49-F238E27FC236}">
                  <a16:creationId xmlns:a16="http://schemas.microsoft.com/office/drawing/2014/main" id="{912745CF-6D47-8844-A2D2-148350953FB8}"/>
                </a:ext>
              </a:extLst>
            </p:cNvPr>
            <p:cNvSpPr/>
            <p:nvPr/>
          </p:nvSpPr>
          <p:spPr>
            <a:xfrm>
              <a:off x="5241665" y="1974089"/>
              <a:ext cx="77957" cy="199180"/>
            </a:xfrm>
            <a:custGeom>
              <a:avLst/>
              <a:gdLst>
                <a:gd name="connsiteX0" fmla="*/ 65177 w 77957"/>
                <a:gd name="connsiteY0" fmla="*/ 0 h 199180"/>
                <a:gd name="connsiteX1" fmla="*/ 12780 w 77957"/>
                <a:gd name="connsiteY1" fmla="*/ 0 h 199180"/>
                <a:gd name="connsiteX2" fmla="*/ 0 w 77957"/>
                <a:gd name="connsiteY2" fmla="*/ 12768 h 199180"/>
                <a:gd name="connsiteX3" fmla="*/ 0 w 77957"/>
                <a:gd name="connsiteY3" fmla="*/ 186412 h 199180"/>
                <a:gd name="connsiteX4" fmla="*/ 12780 w 77957"/>
                <a:gd name="connsiteY4" fmla="*/ 199180 h 199180"/>
                <a:gd name="connsiteX5" fmla="*/ 65177 w 77957"/>
                <a:gd name="connsiteY5" fmla="*/ 199180 h 199180"/>
                <a:gd name="connsiteX6" fmla="*/ 77957 w 77957"/>
                <a:gd name="connsiteY6" fmla="*/ 186412 h 199180"/>
                <a:gd name="connsiteX7" fmla="*/ 77957 w 77957"/>
                <a:gd name="connsiteY7" fmla="*/ 12768 h 199180"/>
                <a:gd name="connsiteX8" fmla="*/ 65177 w 77957"/>
                <a:gd name="connsiteY8" fmla="*/ 0 h 199180"/>
                <a:gd name="connsiteX9" fmla="*/ 38979 w 77957"/>
                <a:gd name="connsiteY9" fmla="*/ 181944 h 199180"/>
                <a:gd name="connsiteX10" fmla="*/ 17253 w 77957"/>
                <a:gd name="connsiteY10" fmla="*/ 160238 h 199180"/>
                <a:gd name="connsiteX11" fmla="*/ 38979 w 77957"/>
                <a:gd name="connsiteY11" fmla="*/ 138532 h 199180"/>
                <a:gd name="connsiteX12" fmla="*/ 60704 w 77957"/>
                <a:gd name="connsiteY12" fmla="*/ 160238 h 199180"/>
                <a:gd name="connsiteX13" fmla="*/ 38979 w 77957"/>
                <a:gd name="connsiteY13" fmla="*/ 181944 h 199180"/>
                <a:gd name="connsiteX14" fmla="*/ 38979 w 77957"/>
                <a:gd name="connsiteY14" fmla="*/ 181944 h 199180"/>
                <a:gd name="connsiteX15" fmla="*/ 38979 w 77957"/>
                <a:gd name="connsiteY15" fmla="*/ 121296 h 199180"/>
                <a:gd name="connsiteX16" fmla="*/ 17253 w 77957"/>
                <a:gd name="connsiteY16" fmla="*/ 99590 h 199180"/>
                <a:gd name="connsiteX17" fmla="*/ 38979 w 77957"/>
                <a:gd name="connsiteY17" fmla="*/ 77884 h 199180"/>
                <a:gd name="connsiteX18" fmla="*/ 60704 w 77957"/>
                <a:gd name="connsiteY18" fmla="*/ 99590 h 199180"/>
                <a:gd name="connsiteX19" fmla="*/ 38979 w 77957"/>
                <a:gd name="connsiteY19" fmla="*/ 121296 h 199180"/>
                <a:gd name="connsiteX20" fmla="*/ 38979 w 77957"/>
                <a:gd name="connsiteY20" fmla="*/ 121296 h 199180"/>
                <a:gd name="connsiteX21" fmla="*/ 38979 w 77957"/>
                <a:gd name="connsiteY21" fmla="*/ 60648 h 199180"/>
                <a:gd name="connsiteX22" fmla="*/ 17253 w 77957"/>
                <a:gd name="connsiteY22" fmla="*/ 38942 h 199180"/>
                <a:gd name="connsiteX23" fmla="*/ 38979 w 77957"/>
                <a:gd name="connsiteY23" fmla="*/ 17237 h 199180"/>
                <a:gd name="connsiteX24" fmla="*/ 60704 w 77957"/>
                <a:gd name="connsiteY24" fmla="*/ 38942 h 199180"/>
                <a:gd name="connsiteX25" fmla="*/ 60704 w 77957"/>
                <a:gd name="connsiteY25" fmla="*/ 38942 h 199180"/>
                <a:gd name="connsiteX26" fmla="*/ 38979 w 77957"/>
                <a:gd name="connsiteY26" fmla="*/ 60648 h 199180"/>
                <a:gd name="connsiteX27" fmla="*/ 38979 w 77957"/>
                <a:gd name="connsiteY27" fmla="*/ 60648 h 199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7957" h="199180">
                  <a:moveTo>
                    <a:pt x="65177" y="0"/>
                  </a:moveTo>
                  <a:lnTo>
                    <a:pt x="12780" y="0"/>
                  </a:lnTo>
                  <a:cubicBezTo>
                    <a:pt x="5751" y="0"/>
                    <a:pt x="0" y="5746"/>
                    <a:pt x="0" y="12768"/>
                  </a:cubicBezTo>
                  <a:lnTo>
                    <a:pt x="0" y="186412"/>
                  </a:lnTo>
                  <a:cubicBezTo>
                    <a:pt x="0" y="193435"/>
                    <a:pt x="5751" y="199180"/>
                    <a:pt x="12780" y="199180"/>
                  </a:cubicBezTo>
                  <a:lnTo>
                    <a:pt x="65177" y="199180"/>
                  </a:lnTo>
                  <a:cubicBezTo>
                    <a:pt x="72206" y="199180"/>
                    <a:pt x="77957" y="193435"/>
                    <a:pt x="77957" y="186412"/>
                  </a:cubicBezTo>
                  <a:lnTo>
                    <a:pt x="77957" y="12768"/>
                  </a:lnTo>
                  <a:cubicBezTo>
                    <a:pt x="77957" y="5746"/>
                    <a:pt x="72206" y="0"/>
                    <a:pt x="65177" y="0"/>
                  </a:cubicBezTo>
                  <a:close/>
                  <a:moveTo>
                    <a:pt x="38979" y="181944"/>
                  </a:moveTo>
                  <a:cubicBezTo>
                    <a:pt x="26838" y="181944"/>
                    <a:pt x="17253" y="172368"/>
                    <a:pt x="17253" y="160238"/>
                  </a:cubicBezTo>
                  <a:cubicBezTo>
                    <a:pt x="17253" y="148108"/>
                    <a:pt x="26838" y="138532"/>
                    <a:pt x="38979" y="138532"/>
                  </a:cubicBezTo>
                  <a:cubicBezTo>
                    <a:pt x="51119" y="138532"/>
                    <a:pt x="60704" y="148108"/>
                    <a:pt x="60704" y="160238"/>
                  </a:cubicBezTo>
                  <a:cubicBezTo>
                    <a:pt x="60066" y="172368"/>
                    <a:pt x="50481" y="181944"/>
                    <a:pt x="38979" y="181944"/>
                  </a:cubicBezTo>
                  <a:cubicBezTo>
                    <a:pt x="38979" y="181944"/>
                    <a:pt x="38979" y="181944"/>
                    <a:pt x="38979" y="181944"/>
                  </a:cubicBezTo>
                  <a:close/>
                  <a:moveTo>
                    <a:pt x="38979" y="121296"/>
                  </a:moveTo>
                  <a:cubicBezTo>
                    <a:pt x="26838" y="121296"/>
                    <a:pt x="17253" y="111720"/>
                    <a:pt x="17253" y="99590"/>
                  </a:cubicBezTo>
                  <a:cubicBezTo>
                    <a:pt x="17253" y="87460"/>
                    <a:pt x="26838" y="77884"/>
                    <a:pt x="38979" y="77884"/>
                  </a:cubicBezTo>
                  <a:cubicBezTo>
                    <a:pt x="51119" y="77884"/>
                    <a:pt x="60704" y="87460"/>
                    <a:pt x="60704" y="99590"/>
                  </a:cubicBezTo>
                  <a:cubicBezTo>
                    <a:pt x="60704" y="111720"/>
                    <a:pt x="50481" y="121296"/>
                    <a:pt x="38979" y="121296"/>
                  </a:cubicBezTo>
                  <a:lnTo>
                    <a:pt x="38979" y="121296"/>
                  </a:lnTo>
                  <a:close/>
                  <a:moveTo>
                    <a:pt x="38979" y="60648"/>
                  </a:moveTo>
                  <a:cubicBezTo>
                    <a:pt x="26838" y="60648"/>
                    <a:pt x="17253" y="51072"/>
                    <a:pt x="17253" y="38942"/>
                  </a:cubicBezTo>
                  <a:cubicBezTo>
                    <a:pt x="17253" y="26813"/>
                    <a:pt x="26838" y="17237"/>
                    <a:pt x="38979" y="17237"/>
                  </a:cubicBezTo>
                  <a:cubicBezTo>
                    <a:pt x="51119" y="17237"/>
                    <a:pt x="60704" y="26813"/>
                    <a:pt x="60704" y="38942"/>
                  </a:cubicBezTo>
                  <a:cubicBezTo>
                    <a:pt x="60704" y="38942"/>
                    <a:pt x="60704" y="38942"/>
                    <a:pt x="60704" y="38942"/>
                  </a:cubicBezTo>
                  <a:cubicBezTo>
                    <a:pt x="60066" y="51072"/>
                    <a:pt x="50481" y="60648"/>
                    <a:pt x="38979" y="60648"/>
                  </a:cubicBezTo>
                  <a:cubicBezTo>
                    <a:pt x="38979" y="60648"/>
                    <a:pt x="38979" y="60648"/>
                    <a:pt x="38979" y="60648"/>
                  </a:cubicBezTo>
                  <a:close/>
                </a:path>
              </a:pathLst>
            </a:custGeom>
            <a:solidFill>
              <a:srgbClr val="0076A8"/>
            </a:solidFill>
            <a:ln w="6390" cap="flat">
              <a:noFill/>
              <a:prstDash val="solid"/>
              <a:miter/>
            </a:ln>
          </p:spPr>
          <p:txBody>
            <a:bodyPr rtlCol="0" anchor="ctr"/>
            <a:lstStyle/>
            <a:p>
              <a:endParaRPr lang="en-US"/>
            </a:p>
          </p:txBody>
        </p:sp>
        <p:sp>
          <p:nvSpPr>
            <p:cNvPr id="228" name="Graphic 4">
              <a:extLst>
                <a:ext uri="{FF2B5EF4-FFF2-40B4-BE49-F238E27FC236}">
                  <a16:creationId xmlns:a16="http://schemas.microsoft.com/office/drawing/2014/main" id="{A78AC5CD-BB02-2E4E-8494-CC48904BDE60}"/>
                </a:ext>
              </a:extLst>
            </p:cNvPr>
            <p:cNvSpPr/>
            <p:nvPr/>
          </p:nvSpPr>
          <p:spPr>
            <a:xfrm>
              <a:off x="5099169" y="189301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33233 w 362309"/>
                <a:gd name="connsiteY7" fmla="*/ 268127 h 361971"/>
                <a:gd name="connsiteX8" fmla="*/ 207673 w 362309"/>
                <a:gd name="connsiteY8" fmla="*/ 293663 h 361971"/>
                <a:gd name="connsiteX9" fmla="*/ 155275 w 362309"/>
                <a:gd name="connsiteY9" fmla="*/ 293663 h 361971"/>
                <a:gd name="connsiteX10" fmla="*/ 129716 w 362309"/>
                <a:gd name="connsiteY10" fmla="*/ 268127 h 361971"/>
                <a:gd name="connsiteX11" fmla="*/ 129716 w 362309"/>
                <a:gd name="connsiteY11" fmla="*/ 93845 h 361971"/>
                <a:gd name="connsiteX12" fmla="*/ 155275 w 362309"/>
                <a:gd name="connsiteY12" fmla="*/ 68309 h 361971"/>
                <a:gd name="connsiteX13" fmla="*/ 207673 w 362309"/>
                <a:gd name="connsiteY13" fmla="*/ 68309 h 361971"/>
                <a:gd name="connsiteX14" fmla="*/ 233233 w 362309"/>
                <a:gd name="connsiteY14" fmla="*/ 93845 h 361971"/>
                <a:gd name="connsiteX15" fmla="*/ 233233 w 362309"/>
                <a:gd name="connsiteY15" fmla="*/ 26812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cubicBezTo>
                    <a:pt x="181474" y="0"/>
                    <a:pt x="181474" y="0"/>
                    <a:pt x="181474" y="0"/>
                  </a:cubicBezTo>
                  <a:close/>
                  <a:moveTo>
                    <a:pt x="233233" y="268127"/>
                  </a:moveTo>
                  <a:cubicBezTo>
                    <a:pt x="233233" y="282172"/>
                    <a:pt x="221731" y="293663"/>
                    <a:pt x="207673" y="293663"/>
                  </a:cubicBezTo>
                  <a:lnTo>
                    <a:pt x="155275" y="293663"/>
                  </a:lnTo>
                  <a:cubicBezTo>
                    <a:pt x="141217" y="293663"/>
                    <a:pt x="129716" y="282172"/>
                    <a:pt x="129716" y="268127"/>
                  </a:cubicBezTo>
                  <a:lnTo>
                    <a:pt x="129716" y="93845"/>
                  </a:lnTo>
                  <a:cubicBezTo>
                    <a:pt x="129716" y="79800"/>
                    <a:pt x="141217" y="68309"/>
                    <a:pt x="155275" y="68309"/>
                  </a:cubicBezTo>
                  <a:lnTo>
                    <a:pt x="207673" y="68309"/>
                  </a:lnTo>
                  <a:cubicBezTo>
                    <a:pt x="221731" y="68309"/>
                    <a:pt x="233233" y="79800"/>
                    <a:pt x="233233" y="93845"/>
                  </a:cubicBezTo>
                  <a:lnTo>
                    <a:pt x="233233" y="268127"/>
                  </a:lnTo>
                  <a:close/>
                </a:path>
              </a:pathLst>
            </a:custGeom>
            <a:solidFill>
              <a:srgbClr val="0076A8"/>
            </a:solidFill>
            <a:ln w="6390" cap="flat">
              <a:noFill/>
              <a:prstDash val="solid"/>
              <a:miter/>
            </a:ln>
          </p:spPr>
          <p:txBody>
            <a:bodyPr rtlCol="0" anchor="ctr"/>
            <a:lstStyle/>
            <a:p>
              <a:endParaRPr lang="en-US"/>
            </a:p>
          </p:txBody>
        </p:sp>
        <p:sp>
          <p:nvSpPr>
            <p:cNvPr id="229" name="Graphic 4">
              <a:extLst>
                <a:ext uri="{FF2B5EF4-FFF2-40B4-BE49-F238E27FC236}">
                  <a16:creationId xmlns:a16="http://schemas.microsoft.com/office/drawing/2014/main" id="{B1146825-40F6-8448-A07D-0B4A9AD32228}"/>
                </a:ext>
              </a:extLst>
            </p:cNvPr>
            <p:cNvSpPr/>
            <p:nvPr/>
          </p:nvSpPr>
          <p:spPr>
            <a:xfrm>
              <a:off x="5271698" y="2125390"/>
              <a:ext cx="17891" cy="17875"/>
            </a:xfrm>
            <a:custGeom>
              <a:avLst/>
              <a:gdLst>
                <a:gd name="connsiteX0" fmla="*/ 17892 w 17891"/>
                <a:gd name="connsiteY0" fmla="*/ 8938 h 17875"/>
                <a:gd name="connsiteX1" fmla="*/ 8946 w 17891"/>
                <a:gd name="connsiteY1" fmla="*/ 17875 h 17875"/>
                <a:gd name="connsiteX2" fmla="*/ 0 w 17891"/>
                <a:gd name="connsiteY2" fmla="*/ 8938 h 17875"/>
                <a:gd name="connsiteX3" fmla="*/ 8946 w 17891"/>
                <a:gd name="connsiteY3" fmla="*/ 0 h 17875"/>
                <a:gd name="connsiteX4" fmla="*/ 17892 w 17891"/>
                <a:gd name="connsiteY4" fmla="*/ 8938 h 17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91" h="17875">
                  <a:moveTo>
                    <a:pt x="17892" y="8938"/>
                  </a:moveTo>
                  <a:cubicBezTo>
                    <a:pt x="17892" y="13874"/>
                    <a:pt x="13886" y="17875"/>
                    <a:pt x="8946" y="17875"/>
                  </a:cubicBezTo>
                  <a:cubicBezTo>
                    <a:pt x="4005" y="17875"/>
                    <a:pt x="0" y="13874"/>
                    <a:pt x="0" y="8938"/>
                  </a:cubicBezTo>
                  <a:cubicBezTo>
                    <a:pt x="0" y="4002"/>
                    <a:pt x="4005" y="0"/>
                    <a:pt x="8946" y="0"/>
                  </a:cubicBezTo>
                  <a:cubicBezTo>
                    <a:pt x="13886" y="0"/>
                    <a:pt x="17892" y="4002"/>
                    <a:pt x="17892" y="8938"/>
                  </a:cubicBezTo>
                  <a:close/>
                </a:path>
              </a:pathLst>
            </a:custGeom>
            <a:solidFill>
              <a:srgbClr val="0076A8"/>
            </a:solidFill>
            <a:ln w="6390" cap="flat">
              <a:noFill/>
              <a:prstDash val="solid"/>
              <a:miter/>
            </a:ln>
          </p:spPr>
          <p:txBody>
            <a:bodyPr rtlCol="0" anchor="ctr"/>
            <a:lstStyle/>
            <a:p>
              <a:endParaRPr lang="en-US"/>
            </a:p>
          </p:txBody>
        </p:sp>
      </p:grpSp>
      <p:grpSp>
        <p:nvGrpSpPr>
          <p:cNvPr id="230" name="Graphic 4">
            <a:extLst>
              <a:ext uri="{FF2B5EF4-FFF2-40B4-BE49-F238E27FC236}">
                <a16:creationId xmlns:a16="http://schemas.microsoft.com/office/drawing/2014/main" id="{37E5089F-A38A-2A4D-8249-7600F3A635BC}"/>
              </a:ext>
            </a:extLst>
          </p:cNvPr>
          <p:cNvGrpSpPr/>
          <p:nvPr/>
        </p:nvGrpSpPr>
        <p:grpSpPr>
          <a:xfrm>
            <a:off x="5099169" y="2371173"/>
            <a:ext cx="362309" cy="361971"/>
            <a:chOff x="5099169" y="2371173"/>
            <a:chExt cx="362309" cy="361971"/>
          </a:xfrm>
          <a:solidFill>
            <a:srgbClr val="0076A8"/>
          </a:solidFill>
        </p:grpSpPr>
        <p:sp>
          <p:nvSpPr>
            <p:cNvPr id="231" name="Graphic 4">
              <a:extLst>
                <a:ext uri="{FF2B5EF4-FFF2-40B4-BE49-F238E27FC236}">
                  <a16:creationId xmlns:a16="http://schemas.microsoft.com/office/drawing/2014/main" id="{AABCE814-B6EA-4144-A581-2AEA4454480E}"/>
                </a:ext>
              </a:extLst>
            </p:cNvPr>
            <p:cNvSpPr/>
            <p:nvPr/>
          </p:nvSpPr>
          <p:spPr>
            <a:xfrm>
              <a:off x="5273533" y="2601156"/>
              <a:ext cx="15498" cy="15881"/>
            </a:xfrm>
            <a:custGeom>
              <a:avLst/>
              <a:gdLst>
                <a:gd name="connsiteX0" fmla="*/ 7111 w 15498"/>
                <a:gd name="connsiteY0" fmla="*/ 479 h 15881"/>
                <a:gd name="connsiteX1" fmla="*/ 81 w 15498"/>
                <a:gd name="connsiteY1" fmla="*/ 8778 h 15881"/>
                <a:gd name="connsiteX2" fmla="*/ 7111 w 15498"/>
                <a:gd name="connsiteY2" fmla="*/ 15800 h 15881"/>
                <a:gd name="connsiteX3" fmla="*/ 15417 w 15498"/>
                <a:gd name="connsiteY3" fmla="*/ 8778 h 15881"/>
                <a:gd name="connsiteX4" fmla="*/ 8388 w 15498"/>
                <a:gd name="connsiteY4" fmla="*/ 479 h 15881"/>
                <a:gd name="connsiteX5" fmla="*/ 7111 w 15498"/>
                <a:gd name="connsiteY5" fmla="*/ 479 h 15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98" h="15881">
                  <a:moveTo>
                    <a:pt x="7111" y="479"/>
                  </a:moveTo>
                  <a:cubicBezTo>
                    <a:pt x="2638" y="1117"/>
                    <a:pt x="-557" y="4948"/>
                    <a:pt x="81" y="8778"/>
                  </a:cubicBezTo>
                  <a:cubicBezTo>
                    <a:pt x="721" y="12608"/>
                    <a:pt x="3276" y="15800"/>
                    <a:pt x="7111" y="15800"/>
                  </a:cubicBezTo>
                  <a:cubicBezTo>
                    <a:pt x="11583" y="16439"/>
                    <a:pt x="15417" y="13247"/>
                    <a:pt x="15417" y="8778"/>
                  </a:cubicBezTo>
                  <a:cubicBezTo>
                    <a:pt x="16056" y="4309"/>
                    <a:pt x="12861" y="479"/>
                    <a:pt x="8388" y="479"/>
                  </a:cubicBezTo>
                  <a:cubicBezTo>
                    <a:pt x="7749" y="-160"/>
                    <a:pt x="7111" y="-160"/>
                    <a:pt x="7111" y="479"/>
                  </a:cubicBezTo>
                  <a:close/>
                </a:path>
              </a:pathLst>
            </a:custGeom>
            <a:solidFill>
              <a:srgbClr val="0076A8"/>
            </a:solidFill>
            <a:ln w="6390" cap="flat">
              <a:noFill/>
              <a:prstDash val="solid"/>
              <a:miter/>
            </a:ln>
          </p:spPr>
          <p:txBody>
            <a:bodyPr rtlCol="0" anchor="ctr"/>
            <a:lstStyle/>
            <a:p>
              <a:endParaRPr lang="en-US"/>
            </a:p>
          </p:txBody>
        </p:sp>
        <p:sp>
          <p:nvSpPr>
            <p:cNvPr id="232" name="Graphic 4">
              <a:extLst>
                <a:ext uri="{FF2B5EF4-FFF2-40B4-BE49-F238E27FC236}">
                  <a16:creationId xmlns:a16="http://schemas.microsoft.com/office/drawing/2014/main" id="{8D0DD3A2-8596-9D4B-8EC2-69ED88B31B14}"/>
                </a:ext>
              </a:extLst>
            </p:cNvPr>
            <p:cNvSpPr/>
            <p:nvPr/>
          </p:nvSpPr>
          <p:spPr>
            <a:xfrm>
              <a:off x="5272976" y="2544179"/>
              <a:ext cx="15335" cy="15321"/>
            </a:xfrm>
            <a:custGeom>
              <a:avLst/>
              <a:gdLst>
                <a:gd name="connsiteX0" fmla="*/ 7668 w 15335"/>
                <a:gd name="connsiteY0" fmla="*/ 0 h 15321"/>
                <a:gd name="connsiteX1" fmla="*/ 0 w 15335"/>
                <a:gd name="connsiteY1" fmla="*/ 7661 h 15321"/>
                <a:gd name="connsiteX2" fmla="*/ 7668 w 15335"/>
                <a:gd name="connsiteY2" fmla="*/ 15322 h 15321"/>
                <a:gd name="connsiteX3" fmla="*/ 15336 w 15335"/>
                <a:gd name="connsiteY3" fmla="*/ 7661 h 15321"/>
                <a:gd name="connsiteX4" fmla="*/ 15336 w 15335"/>
                <a:gd name="connsiteY4" fmla="*/ 7661 h 15321"/>
                <a:gd name="connsiteX5" fmla="*/ 7668 w 15335"/>
                <a:gd name="connsiteY5" fmla="*/ 0 h 15321"/>
                <a:gd name="connsiteX6" fmla="*/ 7668 w 15335"/>
                <a:gd name="connsiteY6"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335" h="15321">
                  <a:moveTo>
                    <a:pt x="7668" y="0"/>
                  </a:moveTo>
                  <a:cubicBezTo>
                    <a:pt x="3195" y="0"/>
                    <a:pt x="0" y="3830"/>
                    <a:pt x="0" y="7661"/>
                  </a:cubicBezTo>
                  <a:cubicBezTo>
                    <a:pt x="0" y="11491"/>
                    <a:pt x="3834" y="15322"/>
                    <a:pt x="7668" y="15322"/>
                  </a:cubicBezTo>
                  <a:cubicBezTo>
                    <a:pt x="12141" y="15322"/>
                    <a:pt x="15336" y="11491"/>
                    <a:pt x="15336" y="7661"/>
                  </a:cubicBezTo>
                  <a:cubicBezTo>
                    <a:pt x="15336" y="7661"/>
                    <a:pt x="15336" y="7661"/>
                    <a:pt x="15336" y="7661"/>
                  </a:cubicBezTo>
                  <a:cubicBezTo>
                    <a:pt x="15336" y="3830"/>
                    <a:pt x="12141" y="0"/>
                    <a:pt x="7668" y="0"/>
                  </a:cubicBezTo>
                  <a:cubicBezTo>
                    <a:pt x="7668" y="0"/>
                    <a:pt x="7668" y="0"/>
                    <a:pt x="7668" y="0"/>
                  </a:cubicBezTo>
                  <a:close/>
                </a:path>
              </a:pathLst>
            </a:custGeom>
            <a:solidFill>
              <a:srgbClr val="0076A8"/>
            </a:solidFill>
            <a:ln w="6390" cap="flat">
              <a:noFill/>
              <a:prstDash val="solid"/>
              <a:miter/>
            </a:ln>
          </p:spPr>
          <p:txBody>
            <a:bodyPr rtlCol="0" anchor="ctr"/>
            <a:lstStyle/>
            <a:p>
              <a:endParaRPr lang="en-US"/>
            </a:p>
          </p:txBody>
        </p:sp>
        <p:sp>
          <p:nvSpPr>
            <p:cNvPr id="233" name="Graphic 4">
              <a:extLst>
                <a:ext uri="{FF2B5EF4-FFF2-40B4-BE49-F238E27FC236}">
                  <a16:creationId xmlns:a16="http://schemas.microsoft.com/office/drawing/2014/main" id="{F7A8DF94-57DD-7E4C-89B7-54C7CB93C9A9}"/>
                </a:ext>
              </a:extLst>
            </p:cNvPr>
            <p:cNvSpPr/>
            <p:nvPr/>
          </p:nvSpPr>
          <p:spPr>
            <a:xfrm>
              <a:off x="5209076" y="2472679"/>
              <a:ext cx="22364" cy="22343"/>
            </a:xfrm>
            <a:custGeom>
              <a:avLst/>
              <a:gdLst>
                <a:gd name="connsiteX0" fmla="*/ 0 w 22364"/>
                <a:gd name="connsiteY0" fmla="*/ 0 h 22343"/>
                <a:gd name="connsiteX1" fmla="*/ 22365 w 22364"/>
                <a:gd name="connsiteY1" fmla="*/ 22344 h 22343"/>
                <a:gd name="connsiteX2" fmla="*/ 22365 w 22364"/>
                <a:gd name="connsiteY2" fmla="*/ 0 h 22343"/>
                <a:gd name="connsiteX3" fmla="*/ 0 w 22364"/>
                <a:gd name="connsiteY3" fmla="*/ 0 h 22343"/>
              </a:gdLst>
              <a:ahLst/>
              <a:cxnLst>
                <a:cxn ang="0">
                  <a:pos x="connsiteX0" y="connsiteY0"/>
                </a:cxn>
                <a:cxn ang="0">
                  <a:pos x="connsiteX1" y="connsiteY1"/>
                </a:cxn>
                <a:cxn ang="0">
                  <a:pos x="connsiteX2" y="connsiteY2"/>
                </a:cxn>
                <a:cxn ang="0">
                  <a:pos x="connsiteX3" y="connsiteY3"/>
                </a:cxn>
              </a:cxnLst>
              <a:rect l="l" t="t" r="r" b="b"/>
              <a:pathLst>
                <a:path w="22364" h="22343">
                  <a:moveTo>
                    <a:pt x="0" y="0"/>
                  </a:moveTo>
                  <a:cubicBezTo>
                    <a:pt x="1917" y="11491"/>
                    <a:pt x="10863" y="20429"/>
                    <a:pt x="22365" y="22344"/>
                  </a:cubicBezTo>
                  <a:lnTo>
                    <a:pt x="22365" y="0"/>
                  </a:lnTo>
                  <a:lnTo>
                    <a:pt x="0" y="0"/>
                  </a:lnTo>
                  <a:close/>
                </a:path>
              </a:pathLst>
            </a:custGeom>
            <a:solidFill>
              <a:srgbClr val="0076A8"/>
            </a:solidFill>
            <a:ln w="6390" cap="flat">
              <a:noFill/>
              <a:prstDash val="solid"/>
              <a:miter/>
            </a:ln>
          </p:spPr>
          <p:txBody>
            <a:bodyPr rtlCol="0" anchor="ctr"/>
            <a:lstStyle/>
            <a:p>
              <a:endParaRPr lang="en-US"/>
            </a:p>
          </p:txBody>
        </p:sp>
        <p:sp>
          <p:nvSpPr>
            <p:cNvPr id="234" name="Graphic 4">
              <a:extLst>
                <a:ext uri="{FF2B5EF4-FFF2-40B4-BE49-F238E27FC236}">
                  <a16:creationId xmlns:a16="http://schemas.microsoft.com/office/drawing/2014/main" id="{24FD13E0-87A8-C642-BB61-556D33A27D15}"/>
                </a:ext>
              </a:extLst>
            </p:cNvPr>
            <p:cNvSpPr/>
            <p:nvPr/>
          </p:nvSpPr>
          <p:spPr>
            <a:xfrm>
              <a:off x="5209076" y="2601635"/>
              <a:ext cx="22364" cy="22343"/>
            </a:xfrm>
            <a:custGeom>
              <a:avLst/>
              <a:gdLst>
                <a:gd name="connsiteX0" fmla="*/ 22365 w 22364"/>
                <a:gd name="connsiteY0" fmla="*/ 0 h 22343"/>
                <a:gd name="connsiteX1" fmla="*/ 0 w 22364"/>
                <a:gd name="connsiteY1" fmla="*/ 0 h 22343"/>
                <a:gd name="connsiteX2" fmla="*/ 22365 w 22364"/>
                <a:gd name="connsiteY2" fmla="*/ 22344 h 22343"/>
                <a:gd name="connsiteX3" fmla="*/ 22365 w 22364"/>
                <a:gd name="connsiteY3" fmla="*/ 0 h 22343"/>
              </a:gdLst>
              <a:ahLst/>
              <a:cxnLst>
                <a:cxn ang="0">
                  <a:pos x="connsiteX0" y="connsiteY0"/>
                </a:cxn>
                <a:cxn ang="0">
                  <a:pos x="connsiteX1" y="connsiteY1"/>
                </a:cxn>
                <a:cxn ang="0">
                  <a:pos x="connsiteX2" y="connsiteY2"/>
                </a:cxn>
                <a:cxn ang="0">
                  <a:pos x="connsiteX3" y="connsiteY3"/>
                </a:cxn>
              </a:cxnLst>
              <a:rect l="l" t="t" r="r" b="b"/>
              <a:pathLst>
                <a:path w="22364" h="22343">
                  <a:moveTo>
                    <a:pt x="22365" y="0"/>
                  </a:moveTo>
                  <a:lnTo>
                    <a:pt x="0" y="0"/>
                  </a:lnTo>
                  <a:cubicBezTo>
                    <a:pt x="1917" y="11491"/>
                    <a:pt x="10863" y="20429"/>
                    <a:pt x="22365" y="22344"/>
                  </a:cubicBezTo>
                  <a:lnTo>
                    <a:pt x="22365" y="0"/>
                  </a:lnTo>
                  <a:close/>
                </a:path>
              </a:pathLst>
            </a:custGeom>
            <a:solidFill>
              <a:srgbClr val="0076A8"/>
            </a:solidFill>
            <a:ln w="6390" cap="flat">
              <a:noFill/>
              <a:prstDash val="solid"/>
              <a:miter/>
            </a:ln>
          </p:spPr>
          <p:txBody>
            <a:bodyPr rtlCol="0" anchor="ctr"/>
            <a:lstStyle/>
            <a:p>
              <a:endParaRPr lang="en-US"/>
            </a:p>
          </p:txBody>
        </p:sp>
        <p:sp>
          <p:nvSpPr>
            <p:cNvPr id="235" name="Graphic 4">
              <a:extLst>
                <a:ext uri="{FF2B5EF4-FFF2-40B4-BE49-F238E27FC236}">
                  <a16:creationId xmlns:a16="http://schemas.microsoft.com/office/drawing/2014/main" id="{BB9DC5DE-57E3-2F46-A7E2-2ECCFD4C04EE}"/>
                </a:ext>
              </a:extLst>
            </p:cNvPr>
            <p:cNvSpPr/>
            <p:nvPr/>
          </p:nvSpPr>
          <p:spPr>
            <a:xfrm>
              <a:off x="5272976" y="2487362"/>
              <a:ext cx="15335" cy="15321"/>
            </a:xfrm>
            <a:custGeom>
              <a:avLst/>
              <a:gdLst>
                <a:gd name="connsiteX0" fmla="*/ 7668 w 15335"/>
                <a:gd name="connsiteY0" fmla="*/ 0 h 15321"/>
                <a:gd name="connsiteX1" fmla="*/ 0 w 15335"/>
                <a:gd name="connsiteY1" fmla="*/ 7661 h 15321"/>
                <a:gd name="connsiteX2" fmla="*/ 7668 w 15335"/>
                <a:gd name="connsiteY2" fmla="*/ 15322 h 15321"/>
                <a:gd name="connsiteX3" fmla="*/ 15336 w 15335"/>
                <a:gd name="connsiteY3" fmla="*/ 7661 h 15321"/>
                <a:gd name="connsiteX4" fmla="*/ 15336 w 15335"/>
                <a:gd name="connsiteY4" fmla="*/ 7661 h 15321"/>
                <a:gd name="connsiteX5" fmla="*/ 7668 w 15335"/>
                <a:gd name="connsiteY5" fmla="*/ 0 h 1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5" h="15321">
                  <a:moveTo>
                    <a:pt x="7668" y="0"/>
                  </a:moveTo>
                  <a:cubicBezTo>
                    <a:pt x="3195" y="0"/>
                    <a:pt x="0" y="3830"/>
                    <a:pt x="0" y="7661"/>
                  </a:cubicBezTo>
                  <a:cubicBezTo>
                    <a:pt x="0" y="11491"/>
                    <a:pt x="3834" y="15322"/>
                    <a:pt x="7668" y="15322"/>
                  </a:cubicBezTo>
                  <a:cubicBezTo>
                    <a:pt x="12141" y="15322"/>
                    <a:pt x="15336" y="11491"/>
                    <a:pt x="15336" y="7661"/>
                  </a:cubicBezTo>
                  <a:cubicBezTo>
                    <a:pt x="15336" y="7661"/>
                    <a:pt x="15336" y="7661"/>
                    <a:pt x="15336" y="7661"/>
                  </a:cubicBezTo>
                  <a:cubicBezTo>
                    <a:pt x="15336" y="3830"/>
                    <a:pt x="11502" y="0"/>
                    <a:pt x="7668" y="0"/>
                  </a:cubicBezTo>
                  <a:close/>
                </a:path>
              </a:pathLst>
            </a:custGeom>
            <a:solidFill>
              <a:srgbClr val="0076A8"/>
            </a:solidFill>
            <a:ln w="6390" cap="flat">
              <a:noFill/>
              <a:prstDash val="solid"/>
              <a:miter/>
            </a:ln>
          </p:spPr>
          <p:txBody>
            <a:bodyPr rtlCol="0" anchor="ctr"/>
            <a:lstStyle/>
            <a:p>
              <a:endParaRPr lang="en-US"/>
            </a:p>
          </p:txBody>
        </p:sp>
        <p:sp>
          <p:nvSpPr>
            <p:cNvPr id="236" name="Graphic 4">
              <a:extLst>
                <a:ext uri="{FF2B5EF4-FFF2-40B4-BE49-F238E27FC236}">
                  <a16:creationId xmlns:a16="http://schemas.microsoft.com/office/drawing/2014/main" id="{6C560C1C-128B-5141-A307-959F8CB78607}"/>
                </a:ext>
              </a:extLst>
            </p:cNvPr>
            <p:cNvSpPr/>
            <p:nvPr/>
          </p:nvSpPr>
          <p:spPr>
            <a:xfrm>
              <a:off x="5209076" y="2537157"/>
              <a:ext cx="22364" cy="22343"/>
            </a:xfrm>
            <a:custGeom>
              <a:avLst/>
              <a:gdLst>
                <a:gd name="connsiteX0" fmla="*/ 0 w 22364"/>
                <a:gd name="connsiteY0" fmla="*/ 0 h 22343"/>
                <a:gd name="connsiteX1" fmla="*/ 22365 w 22364"/>
                <a:gd name="connsiteY1" fmla="*/ 22344 h 22343"/>
                <a:gd name="connsiteX2" fmla="*/ 22365 w 22364"/>
                <a:gd name="connsiteY2" fmla="*/ 0 h 22343"/>
                <a:gd name="connsiteX3" fmla="*/ 0 w 22364"/>
                <a:gd name="connsiteY3" fmla="*/ 0 h 22343"/>
              </a:gdLst>
              <a:ahLst/>
              <a:cxnLst>
                <a:cxn ang="0">
                  <a:pos x="connsiteX0" y="connsiteY0"/>
                </a:cxn>
                <a:cxn ang="0">
                  <a:pos x="connsiteX1" y="connsiteY1"/>
                </a:cxn>
                <a:cxn ang="0">
                  <a:pos x="connsiteX2" y="connsiteY2"/>
                </a:cxn>
                <a:cxn ang="0">
                  <a:pos x="connsiteX3" y="connsiteY3"/>
                </a:cxn>
              </a:cxnLst>
              <a:rect l="l" t="t" r="r" b="b"/>
              <a:pathLst>
                <a:path w="22364" h="22343">
                  <a:moveTo>
                    <a:pt x="0" y="0"/>
                  </a:moveTo>
                  <a:cubicBezTo>
                    <a:pt x="1917" y="11491"/>
                    <a:pt x="10863" y="20429"/>
                    <a:pt x="22365" y="22344"/>
                  </a:cubicBezTo>
                  <a:lnTo>
                    <a:pt x="22365" y="0"/>
                  </a:lnTo>
                  <a:lnTo>
                    <a:pt x="0" y="0"/>
                  </a:lnTo>
                  <a:close/>
                </a:path>
              </a:pathLst>
            </a:custGeom>
            <a:solidFill>
              <a:srgbClr val="0076A8"/>
            </a:solidFill>
            <a:ln w="6390" cap="flat">
              <a:noFill/>
              <a:prstDash val="solid"/>
              <a:miter/>
            </a:ln>
          </p:spPr>
          <p:txBody>
            <a:bodyPr rtlCol="0" anchor="ctr"/>
            <a:lstStyle/>
            <a:p>
              <a:endParaRPr lang="en-US"/>
            </a:p>
          </p:txBody>
        </p:sp>
        <p:sp>
          <p:nvSpPr>
            <p:cNvPr id="237" name="Graphic 4">
              <a:extLst>
                <a:ext uri="{FF2B5EF4-FFF2-40B4-BE49-F238E27FC236}">
                  <a16:creationId xmlns:a16="http://schemas.microsoft.com/office/drawing/2014/main" id="{951FCE9B-C3DB-3145-A01A-0BB0FAC0326B}"/>
                </a:ext>
              </a:extLst>
            </p:cNvPr>
            <p:cNvSpPr/>
            <p:nvPr/>
          </p:nvSpPr>
          <p:spPr>
            <a:xfrm>
              <a:off x="5329207" y="2601635"/>
              <a:ext cx="22364" cy="22343"/>
            </a:xfrm>
            <a:custGeom>
              <a:avLst/>
              <a:gdLst>
                <a:gd name="connsiteX0" fmla="*/ 22365 w 22364"/>
                <a:gd name="connsiteY0" fmla="*/ 0 h 22343"/>
                <a:gd name="connsiteX1" fmla="*/ 0 w 22364"/>
                <a:gd name="connsiteY1" fmla="*/ 0 h 22343"/>
                <a:gd name="connsiteX2" fmla="*/ 0 w 22364"/>
                <a:gd name="connsiteY2" fmla="*/ 22344 h 22343"/>
                <a:gd name="connsiteX3" fmla="*/ 22365 w 22364"/>
                <a:gd name="connsiteY3" fmla="*/ 0 h 22343"/>
              </a:gdLst>
              <a:ahLst/>
              <a:cxnLst>
                <a:cxn ang="0">
                  <a:pos x="connsiteX0" y="connsiteY0"/>
                </a:cxn>
                <a:cxn ang="0">
                  <a:pos x="connsiteX1" y="connsiteY1"/>
                </a:cxn>
                <a:cxn ang="0">
                  <a:pos x="connsiteX2" y="connsiteY2"/>
                </a:cxn>
                <a:cxn ang="0">
                  <a:pos x="connsiteX3" y="connsiteY3"/>
                </a:cxn>
              </a:cxnLst>
              <a:rect l="l" t="t" r="r" b="b"/>
              <a:pathLst>
                <a:path w="22364" h="22343">
                  <a:moveTo>
                    <a:pt x="22365" y="0"/>
                  </a:moveTo>
                  <a:lnTo>
                    <a:pt x="0" y="0"/>
                  </a:lnTo>
                  <a:lnTo>
                    <a:pt x="0" y="22344"/>
                  </a:lnTo>
                  <a:cubicBezTo>
                    <a:pt x="12141" y="20429"/>
                    <a:pt x="21087" y="11491"/>
                    <a:pt x="22365" y="0"/>
                  </a:cubicBezTo>
                  <a:close/>
                </a:path>
              </a:pathLst>
            </a:custGeom>
            <a:solidFill>
              <a:srgbClr val="0076A8"/>
            </a:solidFill>
            <a:ln w="6390" cap="flat">
              <a:noFill/>
              <a:prstDash val="solid"/>
              <a:miter/>
            </a:ln>
          </p:spPr>
          <p:txBody>
            <a:bodyPr rtlCol="0" anchor="ctr"/>
            <a:lstStyle/>
            <a:p>
              <a:endParaRPr lang="en-US"/>
            </a:p>
          </p:txBody>
        </p:sp>
        <p:sp>
          <p:nvSpPr>
            <p:cNvPr id="238" name="Graphic 4">
              <a:extLst>
                <a:ext uri="{FF2B5EF4-FFF2-40B4-BE49-F238E27FC236}">
                  <a16:creationId xmlns:a16="http://schemas.microsoft.com/office/drawing/2014/main" id="{65FAA37D-F5DD-AE43-A085-0A9E3A9251D6}"/>
                </a:ext>
              </a:extLst>
            </p:cNvPr>
            <p:cNvSpPr/>
            <p:nvPr/>
          </p:nvSpPr>
          <p:spPr>
            <a:xfrm>
              <a:off x="5329846" y="2472679"/>
              <a:ext cx="22364" cy="22343"/>
            </a:xfrm>
            <a:custGeom>
              <a:avLst/>
              <a:gdLst>
                <a:gd name="connsiteX0" fmla="*/ 0 w 22364"/>
                <a:gd name="connsiteY0" fmla="*/ 22344 h 22343"/>
                <a:gd name="connsiteX1" fmla="*/ 22365 w 22364"/>
                <a:gd name="connsiteY1" fmla="*/ 0 h 22343"/>
                <a:gd name="connsiteX2" fmla="*/ 0 w 22364"/>
                <a:gd name="connsiteY2" fmla="*/ 0 h 22343"/>
                <a:gd name="connsiteX3" fmla="*/ 0 w 22364"/>
                <a:gd name="connsiteY3" fmla="*/ 22344 h 22343"/>
              </a:gdLst>
              <a:ahLst/>
              <a:cxnLst>
                <a:cxn ang="0">
                  <a:pos x="connsiteX0" y="connsiteY0"/>
                </a:cxn>
                <a:cxn ang="0">
                  <a:pos x="connsiteX1" y="connsiteY1"/>
                </a:cxn>
                <a:cxn ang="0">
                  <a:pos x="connsiteX2" y="connsiteY2"/>
                </a:cxn>
                <a:cxn ang="0">
                  <a:pos x="connsiteX3" y="connsiteY3"/>
                </a:cxn>
              </a:cxnLst>
              <a:rect l="l" t="t" r="r" b="b"/>
              <a:pathLst>
                <a:path w="22364" h="22343">
                  <a:moveTo>
                    <a:pt x="0" y="22344"/>
                  </a:moveTo>
                  <a:cubicBezTo>
                    <a:pt x="11502" y="20429"/>
                    <a:pt x="20448" y="11491"/>
                    <a:pt x="22365" y="0"/>
                  </a:cubicBezTo>
                  <a:lnTo>
                    <a:pt x="0" y="0"/>
                  </a:lnTo>
                  <a:lnTo>
                    <a:pt x="0" y="22344"/>
                  </a:lnTo>
                  <a:close/>
                </a:path>
              </a:pathLst>
            </a:custGeom>
            <a:solidFill>
              <a:srgbClr val="0076A8"/>
            </a:solidFill>
            <a:ln w="6390" cap="flat">
              <a:noFill/>
              <a:prstDash val="solid"/>
              <a:miter/>
            </a:ln>
          </p:spPr>
          <p:txBody>
            <a:bodyPr rtlCol="0" anchor="ctr"/>
            <a:lstStyle/>
            <a:p>
              <a:endParaRPr lang="en-US"/>
            </a:p>
          </p:txBody>
        </p:sp>
        <p:sp>
          <p:nvSpPr>
            <p:cNvPr id="239" name="Graphic 4">
              <a:extLst>
                <a:ext uri="{FF2B5EF4-FFF2-40B4-BE49-F238E27FC236}">
                  <a16:creationId xmlns:a16="http://schemas.microsoft.com/office/drawing/2014/main" id="{8723FEA9-9E81-0748-80A0-724DAB4F548E}"/>
                </a:ext>
              </a:extLst>
            </p:cNvPr>
            <p:cNvSpPr/>
            <p:nvPr/>
          </p:nvSpPr>
          <p:spPr>
            <a:xfrm>
              <a:off x="5099169"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60071 w 362309"/>
                <a:gd name="connsiteY7" fmla="*/ 153216 h 361971"/>
                <a:gd name="connsiteX8" fmla="*/ 266460 w 362309"/>
                <a:gd name="connsiteY8" fmla="*/ 159600 h 361971"/>
                <a:gd name="connsiteX9" fmla="*/ 230677 w 362309"/>
                <a:gd name="connsiteY9" fmla="*/ 201095 h 361971"/>
                <a:gd name="connsiteX10" fmla="*/ 230677 w 362309"/>
                <a:gd name="connsiteY10" fmla="*/ 217055 h 361971"/>
                <a:gd name="connsiteX11" fmla="*/ 260071 w 362309"/>
                <a:gd name="connsiteY11" fmla="*/ 217055 h 361971"/>
                <a:gd name="connsiteX12" fmla="*/ 266460 w 362309"/>
                <a:gd name="connsiteY12" fmla="*/ 223439 h 361971"/>
                <a:gd name="connsiteX13" fmla="*/ 230038 w 362309"/>
                <a:gd name="connsiteY13" fmla="*/ 264935 h 361971"/>
                <a:gd name="connsiteX14" fmla="*/ 205117 w 362309"/>
                <a:gd name="connsiteY14" fmla="*/ 286641 h 361971"/>
                <a:gd name="connsiteX15" fmla="*/ 157832 w 362309"/>
                <a:gd name="connsiteY15" fmla="*/ 286641 h 361971"/>
                <a:gd name="connsiteX16" fmla="*/ 132911 w 362309"/>
                <a:gd name="connsiteY16" fmla="*/ 264935 h 361971"/>
                <a:gd name="connsiteX17" fmla="*/ 96488 w 362309"/>
                <a:gd name="connsiteY17" fmla="*/ 223439 h 361971"/>
                <a:gd name="connsiteX18" fmla="*/ 102878 w 362309"/>
                <a:gd name="connsiteY18" fmla="*/ 217055 h 361971"/>
                <a:gd name="connsiteX19" fmla="*/ 132272 w 362309"/>
                <a:gd name="connsiteY19" fmla="*/ 217055 h 361971"/>
                <a:gd name="connsiteX20" fmla="*/ 132272 w 362309"/>
                <a:gd name="connsiteY20" fmla="*/ 201095 h 361971"/>
                <a:gd name="connsiteX21" fmla="*/ 96488 w 362309"/>
                <a:gd name="connsiteY21" fmla="*/ 159600 h 361971"/>
                <a:gd name="connsiteX22" fmla="*/ 102878 w 362309"/>
                <a:gd name="connsiteY22" fmla="*/ 153216 h 361971"/>
                <a:gd name="connsiteX23" fmla="*/ 132272 w 362309"/>
                <a:gd name="connsiteY23" fmla="*/ 153216 h 361971"/>
                <a:gd name="connsiteX24" fmla="*/ 132272 w 362309"/>
                <a:gd name="connsiteY24" fmla="*/ 137256 h 361971"/>
                <a:gd name="connsiteX25" fmla="*/ 96488 w 362309"/>
                <a:gd name="connsiteY25" fmla="*/ 95760 h 361971"/>
                <a:gd name="connsiteX26" fmla="*/ 102878 w 362309"/>
                <a:gd name="connsiteY26" fmla="*/ 89376 h 361971"/>
                <a:gd name="connsiteX27" fmla="*/ 134828 w 362309"/>
                <a:gd name="connsiteY27" fmla="*/ 89376 h 361971"/>
                <a:gd name="connsiteX28" fmla="*/ 157832 w 362309"/>
                <a:gd name="connsiteY28" fmla="*/ 75331 h 361971"/>
                <a:gd name="connsiteX29" fmla="*/ 205117 w 362309"/>
                <a:gd name="connsiteY29" fmla="*/ 75331 h 361971"/>
                <a:gd name="connsiteX30" fmla="*/ 228121 w 362309"/>
                <a:gd name="connsiteY30" fmla="*/ 89376 h 361971"/>
                <a:gd name="connsiteX31" fmla="*/ 260071 w 362309"/>
                <a:gd name="connsiteY31" fmla="*/ 89376 h 361971"/>
                <a:gd name="connsiteX32" fmla="*/ 266460 w 362309"/>
                <a:gd name="connsiteY32" fmla="*/ 95760 h 361971"/>
                <a:gd name="connsiteX33" fmla="*/ 230677 w 362309"/>
                <a:gd name="connsiteY33" fmla="*/ 137256 h 361971"/>
                <a:gd name="connsiteX34" fmla="*/ 230677 w 362309"/>
                <a:gd name="connsiteY34" fmla="*/ 153216 h 361971"/>
                <a:gd name="connsiteX35" fmla="*/ 260071 w 362309"/>
                <a:gd name="connsiteY35" fmla="*/ 15321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cubicBezTo>
                    <a:pt x="181474" y="0"/>
                    <a:pt x="181474" y="0"/>
                    <a:pt x="181474" y="0"/>
                  </a:cubicBezTo>
                  <a:close/>
                  <a:moveTo>
                    <a:pt x="260071" y="153216"/>
                  </a:moveTo>
                  <a:cubicBezTo>
                    <a:pt x="263904" y="153216"/>
                    <a:pt x="266460" y="155769"/>
                    <a:pt x="266460" y="159600"/>
                  </a:cubicBezTo>
                  <a:cubicBezTo>
                    <a:pt x="267099" y="180667"/>
                    <a:pt x="251764" y="198542"/>
                    <a:pt x="230677" y="201095"/>
                  </a:cubicBezTo>
                  <a:lnTo>
                    <a:pt x="230677" y="217055"/>
                  </a:lnTo>
                  <a:lnTo>
                    <a:pt x="260071" y="217055"/>
                  </a:lnTo>
                  <a:cubicBezTo>
                    <a:pt x="263904" y="217055"/>
                    <a:pt x="266460" y="219609"/>
                    <a:pt x="266460" y="223439"/>
                  </a:cubicBezTo>
                  <a:cubicBezTo>
                    <a:pt x="267099" y="244507"/>
                    <a:pt x="251764" y="263020"/>
                    <a:pt x="230038" y="264935"/>
                  </a:cubicBezTo>
                  <a:cubicBezTo>
                    <a:pt x="228121" y="277065"/>
                    <a:pt x="217258" y="286641"/>
                    <a:pt x="205117" y="286641"/>
                  </a:cubicBezTo>
                  <a:lnTo>
                    <a:pt x="157832" y="286641"/>
                  </a:lnTo>
                  <a:cubicBezTo>
                    <a:pt x="145052" y="286641"/>
                    <a:pt x="134828" y="277065"/>
                    <a:pt x="132911" y="264935"/>
                  </a:cubicBezTo>
                  <a:cubicBezTo>
                    <a:pt x="111824" y="262382"/>
                    <a:pt x="95849" y="244507"/>
                    <a:pt x="96488" y="223439"/>
                  </a:cubicBezTo>
                  <a:cubicBezTo>
                    <a:pt x="96488" y="219609"/>
                    <a:pt x="99044" y="217055"/>
                    <a:pt x="102878" y="217055"/>
                  </a:cubicBezTo>
                  <a:lnTo>
                    <a:pt x="132272" y="217055"/>
                  </a:lnTo>
                  <a:lnTo>
                    <a:pt x="132272" y="201095"/>
                  </a:lnTo>
                  <a:cubicBezTo>
                    <a:pt x="111185" y="198542"/>
                    <a:pt x="95849" y="180667"/>
                    <a:pt x="96488" y="159600"/>
                  </a:cubicBezTo>
                  <a:cubicBezTo>
                    <a:pt x="96488" y="155769"/>
                    <a:pt x="99044" y="153216"/>
                    <a:pt x="102878" y="153216"/>
                  </a:cubicBezTo>
                  <a:lnTo>
                    <a:pt x="132272" y="153216"/>
                  </a:lnTo>
                  <a:lnTo>
                    <a:pt x="132272" y="137256"/>
                  </a:lnTo>
                  <a:cubicBezTo>
                    <a:pt x="111185" y="134702"/>
                    <a:pt x="95849" y="116827"/>
                    <a:pt x="96488" y="95760"/>
                  </a:cubicBezTo>
                  <a:cubicBezTo>
                    <a:pt x="96488" y="91930"/>
                    <a:pt x="99044" y="89376"/>
                    <a:pt x="102878" y="89376"/>
                  </a:cubicBezTo>
                  <a:lnTo>
                    <a:pt x="134828" y="89376"/>
                  </a:lnTo>
                  <a:cubicBezTo>
                    <a:pt x="139301" y="80438"/>
                    <a:pt x="148247" y="75331"/>
                    <a:pt x="157832" y="75331"/>
                  </a:cubicBezTo>
                  <a:lnTo>
                    <a:pt x="205117" y="75331"/>
                  </a:lnTo>
                  <a:cubicBezTo>
                    <a:pt x="214702" y="75331"/>
                    <a:pt x="223648" y="81077"/>
                    <a:pt x="228121" y="89376"/>
                  </a:cubicBezTo>
                  <a:lnTo>
                    <a:pt x="260071" y="89376"/>
                  </a:lnTo>
                  <a:cubicBezTo>
                    <a:pt x="263904" y="89376"/>
                    <a:pt x="266460" y="91930"/>
                    <a:pt x="266460" y="95760"/>
                  </a:cubicBezTo>
                  <a:cubicBezTo>
                    <a:pt x="267099" y="116827"/>
                    <a:pt x="251764" y="134702"/>
                    <a:pt x="230677" y="137256"/>
                  </a:cubicBezTo>
                  <a:lnTo>
                    <a:pt x="230677" y="153216"/>
                  </a:lnTo>
                  <a:lnTo>
                    <a:pt x="260071" y="153216"/>
                  </a:lnTo>
                  <a:close/>
                </a:path>
              </a:pathLst>
            </a:custGeom>
            <a:solidFill>
              <a:srgbClr val="0076A8"/>
            </a:solidFill>
            <a:ln w="6390" cap="flat">
              <a:noFill/>
              <a:prstDash val="solid"/>
              <a:miter/>
            </a:ln>
          </p:spPr>
          <p:txBody>
            <a:bodyPr rtlCol="0" anchor="ctr"/>
            <a:lstStyle/>
            <a:p>
              <a:endParaRPr lang="en-US"/>
            </a:p>
          </p:txBody>
        </p:sp>
        <p:sp>
          <p:nvSpPr>
            <p:cNvPr id="240" name="Graphic 4">
              <a:extLst>
                <a:ext uri="{FF2B5EF4-FFF2-40B4-BE49-F238E27FC236}">
                  <a16:creationId xmlns:a16="http://schemas.microsoft.com/office/drawing/2014/main" id="{10D2C213-E68F-3B4A-94F3-A54037032B8C}"/>
                </a:ext>
              </a:extLst>
            </p:cNvPr>
            <p:cNvSpPr/>
            <p:nvPr/>
          </p:nvSpPr>
          <p:spPr>
            <a:xfrm>
              <a:off x="5329207" y="2537157"/>
              <a:ext cx="22364" cy="22343"/>
            </a:xfrm>
            <a:custGeom>
              <a:avLst/>
              <a:gdLst>
                <a:gd name="connsiteX0" fmla="*/ 22365 w 22364"/>
                <a:gd name="connsiteY0" fmla="*/ 0 h 22343"/>
                <a:gd name="connsiteX1" fmla="*/ 0 w 22364"/>
                <a:gd name="connsiteY1" fmla="*/ 0 h 22343"/>
                <a:gd name="connsiteX2" fmla="*/ 0 w 22364"/>
                <a:gd name="connsiteY2" fmla="*/ 22344 h 22343"/>
                <a:gd name="connsiteX3" fmla="*/ 22365 w 22364"/>
                <a:gd name="connsiteY3" fmla="*/ 0 h 22343"/>
              </a:gdLst>
              <a:ahLst/>
              <a:cxnLst>
                <a:cxn ang="0">
                  <a:pos x="connsiteX0" y="connsiteY0"/>
                </a:cxn>
                <a:cxn ang="0">
                  <a:pos x="connsiteX1" y="connsiteY1"/>
                </a:cxn>
                <a:cxn ang="0">
                  <a:pos x="connsiteX2" y="connsiteY2"/>
                </a:cxn>
                <a:cxn ang="0">
                  <a:pos x="connsiteX3" y="connsiteY3"/>
                </a:cxn>
              </a:cxnLst>
              <a:rect l="l" t="t" r="r" b="b"/>
              <a:pathLst>
                <a:path w="22364" h="22343">
                  <a:moveTo>
                    <a:pt x="22365" y="0"/>
                  </a:moveTo>
                  <a:lnTo>
                    <a:pt x="0" y="0"/>
                  </a:lnTo>
                  <a:lnTo>
                    <a:pt x="0" y="22344"/>
                  </a:lnTo>
                  <a:cubicBezTo>
                    <a:pt x="12141" y="20429"/>
                    <a:pt x="21087" y="11491"/>
                    <a:pt x="22365" y="0"/>
                  </a:cubicBezTo>
                  <a:close/>
                </a:path>
              </a:pathLst>
            </a:custGeom>
            <a:solidFill>
              <a:srgbClr val="0076A8"/>
            </a:solidFill>
            <a:ln w="6390" cap="flat">
              <a:noFill/>
              <a:prstDash val="solid"/>
              <a:miter/>
            </a:ln>
          </p:spPr>
          <p:txBody>
            <a:bodyPr rtlCol="0" anchor="ctr"/>
            <a:lstStyle/>
            <a:p>
              <a:endParaRPr lang="en-US"/>
            </a:p>
          </p:txBody>
        </p:sp>
        <p:sp>
          <p:nvSpPr>
            <p:cNvPr id="241" name="Graphic 4">
              <a:extLst>
                <a:ext uri="{FF2B5EF4-FFF2-40B4-BE49-F238E27FC236}">
                  <a16:creationId xmlns:a16="http://schemas.microsoft.com/office/drawing/2014/main" id="{7C7B19D7-B293-2145-9736-3739791893C3}"/>
                </a:ext>
              </a:extLst>
            </p:cNvPr>
            <p:cNvSpPr/>
            <p:nvPr/>
          </p:nvSpPr>
          <p:spPr>
            <a:xfrm>
              <a:off x="5244221" y="2458634"/>
              <a:ext cx="72845" cy="187050"/>
            </a:xfrm>
            <a:custGeom>
              <a:avLst/>
              <a:gdLst>
                <a:gd name="connsiteX0" fmla="*/ 72845 w 72845"/>
                <a:gd name="connsiteY0" fmla="*/ 12768 h 187050"/>
                <a:gd name="connsiteX1" fmla="*/ 60065 w 72845"/>
                <a:gd name="connsiteY1" fmla="*/ 0 h 187050"/>
                <a:gd name="connsiteX2" fmla="*/ 12780 w 72845"/>
                <a:gd name="connsiteY2" fmla="*/ 0 h 187050"/>
                <a:gd name="connsiteX3" fmla="*/ 0 w 72845"/>
                <a:gd name="connsiteY3" fmla="*/ 12768 h 187050"/>
                <a:gd name="connsiteX4" fmla="*/ 0 w 72845"/>
                <a:gd name="connsiteY4" fmla="*/ 174283 h 187050"/>
                <a:gd name="connsiteX5" fmla="*/ 12780 w 72845"/>
                <a:gd name="connsiteY5" fmla="*/ 187051 h 187050"/>
                <a:gd name="connsiteX6" fmla="*/ 60065 w 72845"/>
                <a:gd name="connsiteY6" fmla="*/ 187051 h 187050"/>
                <a:gd name="connsiteX7" fmla="*/ 72845 w 72845"/>
                <a:gd name="connsiteY7" fmla="*/ 174283 h 187050"/>
                <a:gd name="connsiteX8" fmla="*/ 72845 w 72845"/>
                <a:gd name="connsiteY8" fmla="*/ 12768 h 187050"/>
                <a:gd name="connsiteX9" fmla="*/ 36423 w 72845"/>
                <a:gd name="connsiteY9" fmla="*/ 171091 h 187050"/>
                <a:gd name="connsiteX10" fmla="*/ 15975 w 72845"/>
                <a:gd name="connsiteY10" fmla="*/ 150662 h 187050"/>
                <a:gd name="connsiteX11" fmla="*/ 36423 w 72845"/>
                <a:gd name="connsiteY11" fmla="*/ 130233 h 187050"/>
                <a:gd name="connsiteX12" fmla="*/ 56870 w 72845"/>
                <a:gd name="connsiteY12" fmla="*/ 150662 h 187050"/>
                <a:gd name="connsiteX13" fmla="*/ 56870 w 72845"/>
                <a:gd name="connsiteY13" fmla="*/ 150662 h 187050"/>
                <a:gd name="connsiteX14" fmla="*/ 36423 w 72845"/>
                <a:gd name="connsiteY14" fmla="*/ 171091 h 187050"/>
                <a:gd name="connsiteX15" fmla="*/ 36423 w 72845"/>
                <a:gd name="connsiteY15" fmla="*/ 114273 h 187050"/>
                <a:gd name="connsiteX16" fmla="*/ 15975 w 72845"/>
                <a:gd name="connsiteY16" fmla="*/ 93845 h 187050"/>
                <a:gd name="connsiteX17" fmla="*/ 36423 w 72845"/>
                <a:gd name="connsiteY17" fmla="*/ 73416 h 187050"/>
                <a:gd name="connsiteX18" fmla="*/ 56870 w 72845"/>
                <a:gd name="connsiteY18" fmla="*/ 93845 h 187050"/>
                <a:gd name="connsiteX19" fmla="*/ 56870 w 72845"/>
                <a:gd name="connsiteY19" fmla="*/ 93845 h 187050"/>
                <a:gd name="connsiteX20" fmla="*/ 36423 w 72845"/>
                <a:gd name="connsiteY20" fmla="*/ 114273 h 187050"/>
                <a:gd name="connsiteX21" fmla="*/ 36423 w 72845"/>
                <a:gd name="connsiteY21" fmla="*/ 114273 h 187050"/>
                <a:gd name="connsiteX22" fmla="*/ 36423 w 72845"/>
                <a:gd name="connsiteY22" fmla="*/ 56817 h 187050"/>
                <a:gd name="connsiteX23" fmla="*/ 15975 w 72845"/>
                <a:gd name="connsiteY23" fmla="*/ 36389 h 187050"/>
                <a:gd name="connsiteX24" fmla="*/ 36423 w 72845"/>
                <a:gd name="connsiteY24" fmla="*/ 15960 h 187050"/>
                <a:gd name="connsiteX25" fmla="*/ 56870 w 72845"/>
                <a:gd name="connsiteY25" fmla="*/ 36389 h 187050"/>
                <a:gd name="connsiteX26" fmla="*/ 56870 w 72845"/>
                <a:gd name="connsiteY26" fmla="*/ 36389 h 187050"/>
                <a:gd name="connsiteX27" fmla="*/ 36423 w 72845"/>
                <a:gd name="connsiteY27" fmla="*/ 56817 h 187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2845" h="187050">
                  <a:moveTo>
                    <a:pt x="72845" y="12768"/>
                  </a:moveTo>
                  <a:cubicBezTo>
                    <a:pt x="72845" y="5746"/>
                    <a:pt x="67094" y="0"/>
                    <a:pt x="60065" y="0"/>
                  </a:cubicBezTo>
                  <a:lnTo>
                    <a:pt x="12780" y="0"/>
                  </a:lnTo>
                  <a:cubicBezTo>
                    <a:pt x="5751" y="0"/>
                    <a:pt x="0" y="5746"/>
                    <a:pt x="0" y="12768"/>
                  </a:cubicBezTo>
                  <a:lnTo>
                    <a:pt x="0" y="174283"/>
                  </a:lnTo>
                  <a:cubicBezTo>
                    <a:pt x="0" y="181305"/>
                    <a:pt x="5751" y="187051"/>
                    <a:pt x="12780" y="187051"/>
                  </a:cubicBezTo>
                  <a:lnTo>
                    <a:pt x="60065" y="187051"/>
                  </a:lnTo>
                  <a:cubicBezTo>
                    <a:pt x="67094" y="187051"/>
                    <a:pt x="72845" y="181305"/>
                    <a:pt x="72845" y="174283"/>
                  </a:cubicBezTo>
                  <a:lnTo>
                    <a:pt x="72845" y="12768"/>
                  </a:lnTo>
                  <a:close/>
                  <a:moveTo>
                    <a:pt x="36423" y="171091"/>
                  </a:moveTo>
                  <a:cubicBezTo>
                    <a:pt x="24921" y="171091"/>
                    <a:pt x="15975" y="161515"/>
                    <a:pt x="15975" y="150662"/>
                  </a:cubicBezTo>
                  <a:cubicBezTo>
                    <a:pt x="15975" y="139809"/>
                    <a:pt x="25560" y="130233"/>
                    <a:pt x="36423" y="130233"/>
                  </a:cubicBezTo>
                  <a:cubicBezTo>
                    <a:pt x="47925" y="130233"/>
                    <a:pt x="56870" y="139809"/>
                    <a:pt x="56870" y="150662"/>
                  </a:cubicBezTo>
                  <a:cubicBezTo>
                    <a:pt x="56870" y="150662"/>
                    <a:pt x="56870" y="150662"/>
                    <a:pt x="56870" y="150662"/>
                  </a:cubicBezTo>
                  <a:cubicBezTo>
                    <a:pt x="56870" y="162153"/>
                    <a:pt x="47285" y="171091"/>
                    <a:pt x="36423" y="171091"/>
                  </a:cubicBezTo>
                  <a:close/>
                  <a:moveTo>
                    <a:pt x="36423" y="114273"/>
                  </a:moveTo>
                  <a:cubicBezTo>
                    <a:pt x="24921" y="114273"/>
                    <a:pt x="15975" y="104697"/>
                    <a:pt x="15975" y="93845"/>
                  </a:cubicBezTo>
                  <a:cubicBezTo>
                    <a:pt x="15975" y="82353"/>
                    <a:pt x="25560" y="73416"/>
                    <a:pt x="36423" y="73416"/>
                  </a:cubicBezTo>
                  <a:cubicBezTo>
                    <a:pt x="47925" y="73416"/>
                    <a:pt x="56870" y="82992"/>
                    <a:pt x="56870" y="93845"/>
                  </a:cubicBezTo>
                  <a:cubicBezTo>
                    <a:pt x="56870" y="93845"/>
                    <a:pt x="56870" y="93845"/>
                    <a:pt x="56870" y="93845"/>
                  </a:cubicBezTo>
                  <a:cubicBezTo>
                    <a:pt x="56870" y="104697"/>
                    <a:pt x="47925" y="114273"/>
                    <a:pt x="36423" y="114273"/>
                  </a:cubicBezTo>
                  <a:cubicBezTo>
                    <a:pt x="36423" y="114273"/>
                    <a:pt x="36423" y="114273"/>
                    <a:pt x="36423" y="114273"/>
                  </a:cubicBezTo>
                  <a:close/>
                  <a:moveTo>
                    <a:pt x="36423" y="56817"/>
                  </a:moveTo>
                  <a:cubicBezTo>
                    <a:pt x="24921" y="56817"/>
                    <a:pt x="15975" y="47241"/>
                    <a:pt x="15975" y="36389"/>
                  </a:cubicBezTo>
                  <a:cubicBezTo>
                    <a:pt x="15975" y="25536"/>
                    <a:pt x="25560" y="15960"/>
                    <a:pt x="36423" y="15960"/>
                  </a:cubicBezTo>
                  <a:cubicBezTo>
                    <a:pt x="47925" y="15960"/>
                    <a:pt x="56870" y="25536"/>
                    <a:pt x="56870" y="36389"/>
                  </a:cubicBezTo>
                  <a:cubicBezTo>
                    <a:pt x="56870" y="36389"/>
                    <a:pt x="56870" y="36389"/>
                    <a:pt x="56870" y="36389"/>
                  </a:cubicBezTo>
                  <a:cubicBezTo>
                    <a:pt x="56870" y="47880"/>
                    <a:pt x="47285" y="56817"/>
                    <a:pt x="36423" y="56817"/>
                  </a:cubicBezTo>
                  <a:close/>
                </a:path>
              </a:pathLst>
            </a:custGeom>
            <a:solidFill>
              <a:srgbClr val="0076A8"/>
            </a:solidFill>
            <a:ln w="6390" cap="flat">
              <a:noFill/>
              <a:prstDash val="solid"/>
              <a:miter/>
            </a:ln>
          </p:spPr>
          <p:txBody>
            <a:bodyPr rtlCol="0" anchor="ctr"/>
            <a:lstStyle/>
            <a:p>
              <a:endParaRPr lang="en-US"/>
            </a:p>
          </p:txBody>
        </p:sp>
      </p:grpSp>
      <p:grpSp>
        <p:nvGrpSpPr>
          <p:cNvPr id="242" name="Graphic 4">
            <a:extLst>
              <a:ext uri="{FF2B5EF4-FFF2-40B4-BE49-F238E27FC236}">
                <a16:creationId xmlns:a16="http://schemas.microsoft.com/office/drawing/2014/main" id="{8A7F5D35-BA9E-CA42-B633-0682F8F02519}"/>
              </a:ext>
            </a:extLst>
          </p:cNvPr>
          <p:cNvGrpSpPr/>
          <p:nvPr/>
        </p:nvGrpSpPr>
        <p:grpSpPr>
          <a:xfrm>
            <a:off x="5099808" y="2855717"/>
            <a:ext cx="362309" cy="361971"/>
            <a:chOff x="5099808" y="2855717"/>
            <a:chExt cx="362309" cy="361971"/>
          </a:xfrm>
          <a:solidFill>
            <a:srgbClr val="0076A8"/>
          </a:solidFill>
        </p:grpSpPr>
        <p:sp>
          <p:nvSpPr>
            <p:cNvPr id="243" name="Graphic 4">
              <a:extLst>
                <a:ext uri="{FF2B5EF4-FFF2-40B4-BE49-F238E27FC236}">
                  <a16:creationId xmlns:a16="http://schemas.microsoft.com/office/drawing/2014/main" id="{020AA9A4-2671-3D4B-8866-A463FE531AEB}"/>
                </a:ext>
              </a:extLst>
            </p:cNvPr>
            <p:cNvSpPr/>
            <p:nvPr/>
          </p:nvSpPr>
          <p:spPr>
            <a:xfrm>
              <a:off x="5275531" y="2939347"/>
              <a:ext cx="16614" cy="16598"/>
            </a:xfrm>
            <a:custGeom>
              <a:avLst/>
              <a:gdLst>
                <a:gd name="connsiteX0" fmla="*/ 8307 w 16614"/>
                <a:gd name="connsiteY0" fmla="*/ 16598 h 16598"/>
                <a:gd name="connsiteX1" fmla="*/ 16614 w 16614"/>
                <a:gd name="connsiteY1" fmla="*/ 8299 h 16598"/>
                <a:gd name="connsiteX2" fmla="*/ 8307 w 16614"/>
                <a:gd name="connsiteY2" fmla="*/ 0 h 16598"/>
                <a:gd name="connsiteX3" fmla="*/ 0 w 16614"/>
                <a:gd name="connsiteY3" fmla="*/ 8299 h 16598"/>
                <a:gd name="connsiteX4" fmla="*/ 8307 w 16614"/>
                <a:gd name="connsiteY4" fmla="*/ 16598 h 16598"/>
                <a:gd name="connsiteX5" fmla="*/ 8307 w 16614"/>
                <a:gd name="connsiteY5" fmla="*/ 16598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4" h="16598">
                  <a:moveTo>
                    <a:pt x="8307" y="16598"/>
                  </a:moveTo>
                  <a:cubicBezTo>
                    <a:pt x="12780" y="16598"/>
                    <a:pt x="16614" y="12768"/>
                    <a:pt x="16614" y="8299"/>
                  </a:cubicBezTo>
                  <a:cubicBezTo>
                    <a:pt x="16614" y="3830"/>
                    <a:pt x="12780" y="0"/>
                    <a:pt x="8307" y="0"/>
                  </a:cubicBezTo>
                  <a:cubicBezTo>
                    <a:pt x="3834" y="0"/>
                    <a:pt x="0" y="3830"/>
                    <a:pt x="0" y="8299"/>
                  </a:cubicBezTo>
                  <a:cubicBezTo>
                    <a:pt x="0" y="12768"/>
                    <a:pt x="3834" y="16598"/>
                    <a:pt x="8307" y="16598"/>
                  </a:cubicBezTo>
                  <a:lnTo>
                    <a:pt x="8307" y="16598"/>
                  </a:lnTo>
                  <a:close/>
                </a:path>
              </a:pathLst>
            </a:custGeom>
            <a:solidFill>
              <a:srgbClr val="0076A8"/>
            </a:solidFill>
            <a:ln w="6390" cap="flat">
              <a:noFill/>
              <a:prstDash val="solid"/>
              <a:miter/>
            </a:ln>
          </p:spPr>
          <p:txBody>
            <a:bodyPr rtlCol="0" anchor="ctr"/>
            <a:lstStyle/>
            <a:p>
              <a:endParaRPr lang="en-US"/>
            </a:p>
          </p:txBody>
        </p:sp>
        <p:sp>
          <p:nvSpPr>
            <p:cNvPr id="244" name="Graphic 4">
              <a:extLst>
                <a:ext uri="{FF2B5EF4-FFF2-40B4-BE49-F238E27FC236}">
                  <a16:creationId xmlns:a16="http://schemas.microsoft.com/office/drawing/2014/main" id="{69E09356-B8B2-C742-A6B9-013DF0306002}"/>
                </a:ext>
              </a:extLst>
            </p:cNvPr>
            <p:cNvSpPr/>
            <p:nvPr/>
          </p:nvSpPr>
          <p:spPr>
            <a:xfrm>
              <a:off x="5099808" y="2855717"/>
              <a:ext cx="362309" cy="361971"/>
            </a:xfrm>
            <a:custGeom>
              <a:avLst/>
              <a:gdLst>
                <a:gd name="connsiteX0" fmla="*/ 180836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362310 w 362309"/>
                <a:gd name="connsiteY4" fmla="*/ 180667 h 361971"/>
                <a:gd name="connsiteX5" fmla="*/ 180836 w 362309"/>
                <a:gd name="connsiteY5" fmla="*/ 0 h 361971"/>
                <a:gd name="connsiteX6" fmla="*/ 180836 w 362309"/>
                <a:gd name="connsiteY6" fmla="*/ 0 h 361971"/>
                <a:gd name="connsiteX7" fmla="*/ 184031 w 362309"/>
                <a:gd name="connsiteY7" fmla="*/ 70862 h 361971"/>
                <a:gd name="connsiteX8" fmla="*/ 205117 w 362309"/>
                <a:gd name="connsiteY8" fmla="*/ 91929 h 361971"/>
                <a:gd name="connsiteX9" fmla="*/ 184031 w 362309"/>
                <a:gd name="connsiteY9" fmla="*/ 112996 h 361971"/>
                <a:gd name="connsiteX10" fmla="*/ 162943 w 362309"/>
                <a:gd name="connsiteY10" fmla="*/ 91929 h 361971"/>
                <a:gd name="connsiteX11" fmla="*/ 184031 w 362309"/>
                <a:gd name="connsiteY11" fmla="*/ 70862 h 361971"/>
                <a:gd name="connsiteX12" fmla="*/ 184031 w 362309"/>
                <a:gd name="connsiteY12" fmla="*/ 70862 h 361971"/>
                <a:gd name="connsiteX13" fmla="*/ 182113 w 362309"/>
                <a:gd name="connsiteY13" fmla="*/ 236207 h 361971"/>
                <a:gd name="connsiteX14" fmla="*/ 145052 w 362309"/>
                <a:gd name="connsiteY14" fmla="*/ 287917 h 361971"/>
                <a:gd name="connsiteX15" fmla="*/ 139940 w 362309"/>
                <a:gd name="connsiteY15" fmla="*/ 290471 h 361971"/>
                <a:gd name="connsiteX16" fmla="*/ 136106 w 362309"/>
                <a:gd name="connsiteY16" fmla="*/ 289194 h 361971"/>
                <a:gd name="connsiteX17" fmla="*/ 134828 w 362309"/>
                <a:gd name="connsiteY17" fmla="*/ 280257 h 361971"/>
                <a:gd name="connsiteX18" fmla="*/ 171889 w 362309"/>
                <a:gd name="connsiteY18" fmla="*/ 228546 h 361971"/>
                <a:gd name="connsiteX19" fmla="*/ 180836 w 362309"/>
                <a:gd name="connsiteY19" fmla="*/ 227270 h 361971"/>
                <a:gd name="connsiteX20" fmla="*/ 182113 w 362309"/>
                <a:gd name="connsiteY20" fmla="*/ 236207 h 361971"/>
                <a:gd name="connsiteX21" fmla="*/ 182113 w 362309"/>
                <a:gd name="connsiteY21" fmla="*/ 236207 h 361971"/>
                <a:gd name="connsiteX22" fmla="*/ 222370 w 362309"/>
                <a:gd name="connsiteY22" fmla="*/ 290471 h 361971"/>
                <a:gd name="connsiteX23" fmla="*/ 221092 w 362309"/>
                <a:gd name="connsiteY23" fmla="*/ 290471 h 361971"/>
                <a:gd name="connsiteX24" fmla="*/ 214702 w 362309"/>
                <a:gd name="connsiteY24" fmla="*/ 284725 h 361971"/>
                <a:gd name="connsiteX25" fmla="*/ 207673 w 362309"/>
                <a:gd name="connsiteY25" fmla="*/ 234930 h 361971"/>
                <a:gd name="connsiteX26" fmla="*/ 178918 w 362309"/>
                <a:gd name="connsiteY26" fmla="*/ 199819 h 361971"/>
                <a:gd name="connsiteX27" fmla="*/ 177641 w 362309"/>
                <a:gd name="connsiteY27" fmla="*/ 195988 h 361971"/>
                <a:gd name="connsiteX28" fmla="*/ 177641 w 362309"/>
                <a:gd name="connsiteY28" fmla="*/ 142363 h 361971"/>
                <a:gd name="connsiteX29" fmla="*/ 161027 w 362309"/>
                <a:gd name="connsiteY29" fmla="*/ 155131 h 361971"/>
                <a:gd name="connsiteX30" fmla="*/ 161027 w 362309"/>
                <a:gd name="connsiteY30" fmla="*/ 203649 h 361971"/>
                <a:gd name="connsiteX31" fmla="*/ 154637 w 362309"/>
                <a:gd name="connsiteY31" fmla="*/ 210033 h 361971"/>
                <a:gd name="connsiteX32" fmla="*/ 148247 w 362309"/>
                <a:gd name="connsiteY32" fmla="*/ 203649 h 361971"/>
                <a:gd name="connsiteX33" fmla="*/ 148247 w 362309"/>
                <a:gd name="connsiteY33" fmla="*/ 151939 h 361971"/>
                <a:gd name="connsiteX34" fmla="*/ 150803 w 362309"/>
                <a:gd name="connsiteY34" fmla="*/ 146832 h 361971"/>
                <a:gd name="connsiteX35" fmla="*/ 180196 w 362309"/>
                <a:gd name="connsiteY35" fmla="*/ 124488 h 361971"/>
                <a:gd name="connsiteX36" fmla="*/ 186586 w 362309"/>
                <a:gd name="connsiteY36" fmla="*/ 123849 h 361971"/>
                <a:gd name="connsiteX37" fmla="*/ 189781 w 362309"/>
                <a:gd name="connsiteY37" fmla="*/ 129595 h 361971"/>
                <a:gd name="connsiteX38" fmla="*/ 189781 w 362309"/>
                <a:gd name="connsiteY38" fmla="*/ 193435 h 361971"/>
                <a:gd name="connsiteX39" fmla="*/ 217897 w 362309"/>
                <a:gd name="connsiteY39" fmla="*/ 228546 h 361971"/>
                <a:gd name="connsiteX40" fmla="*/ 219175 w 362309"/>
                <a:gd name="connsiteY40" fmla="*/ 231738 h 361971"/>
                <a:gd name="connsiteX41" fmla="*/ 226843 w 362309"/>
                <a:gd name="connsiteY41" fmla="*/ 283449 h 361971"/>
                <a:gd name="connsiteX42" fmla="*/ 222370 w 362309"/>
                <a:gd name="connsiteY42" fmla="*/ 290471 h 361971"/>
                <a:gd name="connsiteX43" fmla="*/ 225565 w 362309"/>
                <a:gd name="connsiteY43" fmla="*/ 192796 h 361971"/>
                <a:gd name="connsiteX44" fmla="*/ 216619 w 362309"/>
                <a:gd name="connsiteY44" fmla="*/ 192796 h 361971"/>
                <a:gd name="connsiteX45" fmla="*/ 208951 w 362309"/>
                <a:gd name="connsiteY45" fmla="*/ 185135 h 361971"/>
                <a:gd name="connsiteX46" fmla="*/ 209590 w 362309"/>
                <a:gd name="connsiteY46" fmla="*/ 176198 h 361971"/>
                <a:gd name="connsiteX47" fmla="*/ 217897 w 362309"/>
                <a:gd name="connsiteY47" fmla="*/ 176198 h 361971"/>
                <a:gd name="connsiteX48" fmla="*/ 225565 w 362309"/>
                <a:gd name="connsiteY48" fmla="*/ 183859 h 361971"/>
                <a:gd name="connsiteX49" fmla="*/ 225565 w 362309"/>
                <a:gd name="connsiteY49" fmla="*/ 19279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2309" h="361971">
                  <a:moveTo>
                    <a:pt x="180836" y="0"/>
                  </a:moveTo>
                  <a:cubicBezTo>
                    <a:pt x="80513" y="0"/>
                    <a:pt x="0" y="81076"/>
                    <a:pt x="0" y="181305"/>
                  </a:cubicBezTo>
                  <a:cubicBezTo>
                    <a:pt x="0" y="281533"/>
                    <a:pt x="81152" y="361972"/>
                    <a:pt x="181474" y="361972"/>
                  </a:cubicBezTo>
                  <a:cubicBezTo>
                    <a:pt x="281796" y="361972"/>
                    <a:pt x="362310" y="280895"/>
                    <a:pt x="362310" y="180667"/>
                  </a:cubicBezTo>
                  <a:cubicBezTo>
                    <a:pt x="362310" y="180667"/>
                    <a:pt x="362310" y="180667"/>
                    <a:pt x="362310" y="180667"/>
                  </a:cubicBezTo>
                  <a:cubicBezTo>
                    <a:pt x="361671" y="80438"/>
                    <a:pt x="280518" y="0"/>
                    <a:pt x="180836" y="0"/>
                  </a:cubicBezTo>
                  <a:cubicBezTo>
                    <a:pt x="180836" y="0"/>
                    <a:pt x="180836" y="0"/>
                    <a:pt x="180836" y="0"/>
                  </a:cubicBezTo>
                  <a:close/>
                  <a:moveTo>
                    <a:pt x="184031" y="70862"/>
                  </a:moveTo>
                  <a:cubicBezTo>
                    <a:pt x="195532" y="70862"/>
                    <a:pt x="205117" y="80438"/>
                    <a:pt x="205117" y="91929"/>
                  </a:cubicBezTo>
                  <a:cubicBezTo>
                    <a:pt x="205117" y="103420"/>
                    <a:pt x="195532" y="112996"/>
                    <a:pt x="184031" y="112996"/>
                  </a:cubicBezTo>
                  <a:cubicBezTo>
                    <a:pt x="172528" y="112996"/>
                    <a:pt x="162943" y="103420"/>
                    <a:pt x="162943" y="91929"/>
                  </a:cubicBezTo>
                  <a:cubicBezTo>
                    <a:pt x="162943" y="80438"/>
                    <a:pt x="172528" y="70862"/>
                    <a:pt x="184031" y="70862"/>
                  </a:cubicBezTo>
                  <a:lnTo>
                    <a:pt x="184031" y="70862"/>
                  </a:lnTo>
                  <a:close/>
                  <a:moveTo>
                    <a:pt x="182113" y="236207"/>
                  </a:moveTo>
                  <a:lnTo>
                    <a:pt x="145052" y="287917"/>
                  </a:lnTo>
                  <a:cubicBezTo>
                    <a:pt x="143774" y="289833"/>
                    <a:pt x="141857" y="290471"/>
                    <a:pt x="139940" y="290471"/>
                  </a:cubicBezTo>
                  <a:cubicBezTo>
                    <a:pt x="138662" y="290471"/>
                    <a:pt x="137384" y="289833"/>
                    <a:pt x="136106" y="289194"/>
                  </a:cubicBezTo>
                  <a:cubicBezTo>
                    <a:pt x="133550" y="287279"/>
                    <a:pt x="132272" y="283449"/>
                    <a:pt x="134828" y="280257"/>
                  </a:cubicBezTo>
                  <a:lnTo>
                    <a:pt x="171889" y="228546"/>
                  </a:lnTo>
                  <a:cubicBezTo>
                    <a:pt x="173806" y="225355"/>
                    <a:pt x="177641" y="224716"/>
                    <a:pt x="180836" y="227270"/>
                  </a:cubicBezTo>
                  <a:cubicBezTo>
                    <a:pt x="183391" y="229185"/>
                    <a:pt x="184031" y="233015"/>
                    <a:pt x="182113" y="236207"/>
                  </a:cubicBezTo>
                  <a:lnTo>
                    <a:pt x="182113" y="236207"/>
                  </a:lnTo>
                  <a:close/>
                  <a:moveTo>
                    <a:pt x="222370" y="290471"/>
                  </a:moveTo>
                  <a:lnTo>
                    <a:pt x="221092" y="290471"/>
                  </a:lnTo>
                  <a:cubicBezTo>
                    <a:pt x="217897" y="290471"/>
                    <a:pt x="215341" y="287917"/>
                    <a:pt x="214702" y="284725"/>
                  </a:cubicBezTo>
                  <a:lnTo>
                    <a:pt x="207673" y="234930"/>
                  </a:lnTo>
                  <a:lnTo>
                    <a:pt x="178918" y="199819"/>
                  </a:lnTo>
                  <a:cubicBezTo>
                    <a:pt x="178279" y="198542"/>
                    <a:pt x="177641" y="197265"/>
                    <a:pt x="177641" y="195988"/>
                  </a:cubicBezTo>
                  <a:lnTo>
                    <a:pt x="177641" y="142363"/>
                  </a:lnTo>
                  <a:lnTo>
                    <a:pt x="161027" y="155131"/>
                  </a:lnTo>
                  <a:lnTo>
                    <a:pt x="161027" y="203649"/>
                  </a:lnTo>
                  <a:cubicBezTo>
                    <a:pt x="161027" y="207479"/>
                    <a:pt x="158471" y="210033"/>
                    <a:pt x="154637" y="210033"/>
                  </a:cubicBezTo>
                  <a:cubicBezTo>
                    <a:pt x="150803" y="210033"/>
                    <a:pt x="148247" y="207479"/>
                    <a:pt x="148247" y="203649"/>
                  </a:cubicBezTo>
                  <a:lnTo>
                    <a:pt x="148247" y="151939"/>
                  </a:lnTo>
                  <a:cubicBezTo>
                    <a:pt x="148247" y="150024"/>
                    <a:pt x="148886" y="148108"/>
                    <a:pt x="150803" y="146832"/>
                  </a:cubicBezTo>
                  <a:lnTo>
                    <a:pt x="180196" y="124488"/>
                  </a:lnTo>
                  <a:cubicBezTo>
                    <a:pt x="182113" y="123211"/>
                    <a:pt x="184669" y="123211"/>
                    <a:pt x="186586" y="123849"/>
                  </a:cubicBezTo>
                  <a:cubicBezTo>
                    <a:pt x="188503" y="125126"/>
                    <a:pt x="189781" y="127041"/>
                    <a:pt x="189781" y="129595"/>
                  </a:cubicBezTo>
                  <a:lnTo>
                    <a:pt x="189781" y="193435"/>
                  </a:lnTo>
                  <a:lnTo>
                    <a:pt x="217897" y="228546"/>
                  </a:lnTo>
                  <a:cubicBezTo>
                    <a:pt x="218536" y="229185"/>
                    <a:pt x="219175" y="230462"/>
                    <a:pt x="219175" y="231738"/>
                  </a:cubicBezTo>
                  <a:lnTo>
                    <a:pt x="226843" y="283449"/>
                  </a:lnTo>
                  <a:cubicBezTo>
                    <a:pt x="227482" y="286641"/>
                    <a:pt x="225565" y="289833"/>
                    <a:pt x="222370" y="290471"/>
                  </a:cubicBezTo>
                  <a:close/>
                  <a:moveTo>
                    <a:pt x="225565" y="192796"/>
                  </a:moveTo>
                  <a:cubicBezTo>
                    <a:pt x="223009" y="195350"/>
                    <a:pt x="219175" y="195350"/>
                    <a:pt x="216619" y="192796"/>
                  </a:cubicBezTo>
                  <a:lnTo>
                    <a:pt x="208951" y="185135"/>
                  </a:lnTo>
                  <a:cubicBezTo>
                    <a:pt x="206395" y="182582"/>
                    <a:pt x="207034" y="178113"/>
                    <a:pt x="209590" y="176198"/>
                  </a:cubicBezTo>
                  <a:cubicBezTo>
                    <a:pt x="212146" y="174283"/>
                    <a:pt x="215341" y="174283"/>
                    <a:pt x="217897" y="176198"/>
                  </a:cubicBezTo>
                  <a:lnTo>
                    <a:pt x="225565" y="183859"/>
                  </a:lnTo>
                  <a:cubicBezTo>
                    <a:pt x="228121" y="186412"/>
                    <a:pt x="228121" y="190243"/>
                    <a:pt x="225565" y="192796"/>
                  </a:cubicBezTo>
                  <a:close/>
                </a:path>
              </a:pathLst>
            </a:custGeom>
            <a:solidFill>
              <a:srgbClr val="0076A8"/>
            </a:solidFill>
            <a:ln w="6390" cap="flat">
              <a:noFill/>
              <a:prstDash val="solid"/>
              <a:miter/>
            </a:ln>
          </p:spPr>
          <p:txBody>
            <a:bodyPr rtlCol="0" anchor="ctr"/>
            <a:lstStyle/>
            <a:p>
              <a:endParaRPr lang="en-US"/>
            </a:p>
          </p:txBody>
        </p:sp>
      </p:grpSp>
      <p:grpSp>
        <p:nvGrpSpPr>
          <p:cNvPr id="245" name="Graphic 4">
            <a:extLst>
              <a:ext uri="{FF2B5EF4-FFF2-40B4-BE49-F238E27FC236}">
                <a16:creationId xmlns:a16="http://schemas.microsoft.com/office/drawing/2014/main" id="{FBB5F8DE-B03D-ED46-B252-AEDEFD9C67CF}"/>
              </a:ext>
            </a:extLst>
          </p:cNvPr>
          <p:cNvGrpSpPr/>
          <p:nvPr/>
        </p:nvGrpSpPr>
        <p:grpSpPr>
          <a:xfrm>
            <a:off x="4660820" y="1402723"/>
            <a:ext cx="362312" cy="361971"/>
            <a:chOff x="4660820" y="1402723"/>
            <a:chExt cx="362312" cy="361971"/>
          </a:xfrm>
          <a:solidFill>
            <a:srgbClr val="0076A8"/>
          </a:solidFill>
        </p:grpSpPr>
        <p:sp>
          <p:nvSpPr>
            <p:cNvPr id="246" name="Graphic 4">
              <a:extLst>
                <a:ext uri="{FF2B5EF4-FFF2-40B4-BE49-F238E27FC236}">
                  <a16:creationId xmlns:a16="http://schemas.microsoft.com/office/drawing/2014/main" id="{5899E406-6250-914E-8F43-0060C74174DD}"/>
                </a:ext>
              </a:extLst>
            </p:cNvPr>
            <p:cNvSpPr/>
            <p:nvPr/>
          </p:nvSpPr>
          <p:spPr>
            <a:xfrm>
              <a:off x="4660820" y="140272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8565 h 361971"/>
                <a:gd name="connsiteX8" fmla="*/ 12780 w 362312"/>
                <a:gd name="connsiteY8" fmla="*/ 180667 h 361971"/>
                <a:gd name="connsiteX9" fmla="*/ 180835 w 362312"/>
                <a:gd name="connsiteY9" fmla="*/ 12130 h 361971"/>
                <a:gd name="connsiteX10" fmla="*/ 349529 w 362312"/>
                <a:gd name="connsiteY10" fmla="*/ 180028 h 361971"/>
                <a:gd name="connsiteX11" fmla="*/ 349529 w 362312"/>
                <a:gd name="connsiteY11" fmla="*/ 180028 h 361971"/>
                <a:gd name="connsiteX12" fmla="*/ 181474 w 362312"/>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0438"/>
                    <a:pt x="281796" y="0"/>
                    <a:pt x="181474" y="0"/>
                  </a:cubicBezTo>
                  <a:lnTo>
                    <a:pt x="181474" y="0"/>
                  </a:lnTo>
                  <a:close/>
                  <a:moveTo>
                    <a:pt x="181474" y="348565"/>
                  </a:moveTo>
                  <a:cubicBezTo>
                    <a:pt x="88181" y="348565"/>
                    <a:pt x="12780" y="273234"/>
                    <a:pt x="12780" y="180667"/>
                  </a:cubicBezTo>
                  <a:cubicBezTo>
                    <a:pt x="12780" y="88099"/>
                    <a:pt x="88181" y="12130"/>
                    <a:pt x="180835" y="12130"/>
                  </a:cubicBezTo>
                  <a:cubicBezTo>
                    <a:pt x="274128" y="12130"/>
                    <a:pt x="349529" y="87461"/>
                    <a:pt x="349529" y="180028"/>
                  </a:cubicBezTo>
                  <a:cubicBezTo>
                    <a:pt x="349529" y="180028"/>
                    <a:pt x="349529" y="180028"/>
                    <a:pt x="349529" y="180028"/>
                  </a:cubicBezTo>
                  <a:cubicBezTo>
                    <a:pt x="349529" y="273234"/>
                    <a:pt x="274767" y="348565"/>
                    <a:pt x="181474" y="348565"/>
                  </a:cubicBezTo>
                  <a:close/>
                </a:path>
              </a:pathLst>
            </a:custGeom>
            <a:solidFill>
              <a:srgbClr val="0076A8"/>
            </a:solidFill>
            <a:ln w="6390" cap="flat">
              <a:noFill/>
              <a:prstDash val="solid"/>
              <a:miter/>
            </a:ln>
          </p:spPr>
          <p:txBody>
            <a:bodyPr rtlCol="0" anchor="ctr"/>
            <a:lstStyle/>
            <a:p>
              <a:endParaRPr lang="en-US"/>
            </a:p>
          </p:txBody>
        </p:sp>
        <p:sp>
          <p:nvSpPr>
            <p:cNvPr id="247" name="Graphic 4">
              <a:extLst>
                <a:ext uri="{FF2B5EF4-FFF2-40B4-BE49-F238E27FC236}">
                  <a16:creationId xmlns:a16="http://schemas.microsoft.com/office/drawing/2014/main" id="{8B9705CB-6254-514E-BC8D-23281B192869}"/>
                </a:ext>
              </a:extLst>
            </p:cNvPr>
            <p:cNvSpPr/>
            <p:nvPr/>
          </p:nvSpPr>
          <p:spPr>
            <a:xfrm>
              <a:off x="4734304" y="1475500"/>
              <a:ext cx="215979" cy="215778"/>
            </a:xfrm>
            <a:custGeom>
              <a:avLst/>
              <a:gdLst>
                <a:gd name="connsiteX0" fmla="*/ 154636 w 215979"/>
                <a:gd name="connsiteY0" fmla="*/ 1915 h 215778"/>
                <a:gd name="connsiteX1" fmla="*/ 150164 w 215979"/>
                <a:gd name="connsiteY1" fmla="*/ 0 h 215778"/>
                <a:gd name="connsiteX2" fmla="*/ 65816 w 215979"/>
                <a:gd name="connsiteY2" fmla="*/ 0 h 215778"/>
                <a:gd name="connsiteX3" fmla="*/ 61343 w 215979"/>
                <a:gd name="connsiteY3" fmla="*/ 1915 h 215778"/>
                <a:gd name="connsiteX4" fmla="*/ 1917 w 215979"/>
                <a:gd name="connsiteY4" fmla="*/ 61286 h 215778"/>
                <a:gd name="connsiteX5" fmla="*/ 0 w 215979"/>
                <a:gd name="connsiteY5" fmla="*/ 65755 h 215778"/>
                <a:gd name="connsiteX6" fmla="*/ 0 w 215979"/>
                <a:gd name="connsiteY6" fmla="*/ 150024 h 215778"/>
                <a:gd name="connsiteX7" fmla="*/ 1917 w 215979"/>
                <a:gd name="connsiteY7" fmla="*/ 154492 h 215778"/>
                <a:gd name="connsiteX8" fmla="*/ 61343 w 215979"/>
                <a:gd name="connsiteY8" fmla="*/ 213863 h 215778"/>
                <a:gd name="connsiteX9" fmla="*/ 65816 w 215979"/>
                <a:gd name="connsiteY9" fmla="*/ 215779 h 215778"/>
                <a:gd name="connsiteX10" fmla="*/ 150164 w 215979"/>
                <a:gd name="connsiteY10" fmla="*/ 215779 h 215778"/>
                <a:gd name="connsiteX11" fmla="*/ 154636 w 215979"/>
                <a:gd name="connsiteY11" fmla="*/ 213863 h 215778"/>
                <a:gd name="connsiteX12" fmla="*/ 214063 w 215979"/>
                <a:gd name="connsiteY12" fmla="*/ 154492 h 215778"/>
                <a:gd name="connsiteX13" fmla="*/ 215980 w 215979"/>
                <a:gd name="connsiteY13" fmla="*/ 150024 h 215778"/>
                <a:gd name="connsiteX14" fmla="*/ 215980 w 215979"/>
                <a:gd name="connsiteY14" fmla="*/ 65755 h 215778"/>
                <a:gd name="connsiteX15" fmla="*/ 214063 w 215979"/>
                <a:gd name="connsiteY15" fmla="*/ 61286 h 215778"/>
                <a:gd name="connsiteX16" fmla="*/ 154636 w 215979"/>
                <a:gd name="connsiteY16" fmla="*/ 1915 h 215778"/>
                <a:gd name="connsiteX17" fmla="*/ 203200 w 215979"/>
                <a:gd name="connsiteY17" fmla="*/ 147470 h 215778"/>
                <a:gd name="connsiteX18" fmla="*/ 147607 w 215979"/>
                <a:gd name="connsiteY18" fmla="*/ 203011 h 215778"/>
                <a:gd name="connsiteX19" fmla="*/ 68372 w 215979"/>
                <a:gd name="connsiteY19" fmla="*/ 203011 h 215778"/>
                <a:gd name="connsiteX20" fmla="*/ 12780 w 215979"/>
                <a:gd name="connsiteY20" fmla="*/ 147470 h 215778"/>
                <a:gd name="connsiteX21" fmla="*/ 12780 w 215979"/>
                <a:gd name="connsiteY21" fmla="*/ 68309 h 215778"/>
                <a:gd name="connsiteX22" fmla="*/ 68372 w 215979"/>
                <a:gd name="connsiteY22" fmla="*/ 12768 h 215778"/>
                <a:gd name="connsiteX23" fmla="*/ 147607 w 215979"/>
                <a:gd name="connsiteY23" fmla="*/ 12768 h 215778"/>
                <a:gd name="connsiteX24" fmla="*/ 203200 w 215979"/>
                <a:gd name="connsiteY24" fmla="*/ 68309 h 215778"/>
                <a:gd name="connsiteX25" fmla="*/ 203200 w 215979"/>
                <a:gd name="connsiteY25" fmla="*/ 147470 h 215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15979" h="215778">
                  <a:moveTo>
                    <a:pt x="154636" y="1915"/>
                  </a:moveTo>
                  <a:cubicBezTo>
                    <a:pt x="153358" y="638"/>
                    <a:pt x="152080" y="0"/>
                    <a:pt x="150164" y="0"/>
                  </a:cubicBezTo>
                  <a:lnTo>
                    <a:pt x="65816" y="0"/>
                  </a:lnTo>
                  <a:cubicBezTo>
                    <a:pt x="63899" y="0"/>
                    <a:pt x="62621" y="638"/>
                    <a:pt x="61343" y="1915"/>
                  </a:cubicBezTo>
                  <a:lnTo>
                    <a:pt x="1917" y="61286"/>
                  </a:lnTo>
                  <a:cubicBezTo>
                    <a:pt x="639" y="62563"/>
                    <a:pt x="0" y="63840"/>
                    <a:pt x="0" y="65755"/>
                  </a:cubicBezTo>
                  <a:lnTo>
                    <a:pt x="0" y="150024"/>
                  </a:lnTo>
                  <a:cubicBezTo>
                    <a:pt x="0" y="151939"/>
                    <a:pt x="639" y="153216"/>
                    <a:pt x="1917" y="154492"/>
                  </a:cubicBezTo>
                  <a:lnTo>
                    <a:pt x="61343" y="213863"/>
                  </a:lnTo>
                  <a:cubicBezTo>
                    <a:pt x="62621" y="215140"/>
                    <a:pt x="63899" y="215779"/>
                    <a:pt x="65816" y="215779"/>
                  </a:cubicBezTo>
                  <a:lnTo>
                    <a:pt x="150164" y="215779"/>
                  </a:lnTo>
                  <a:cubicBezTo>
                    <a:pt x="152080" y="215779"/>
                    <a:pt x="153358" y="215140"/>
                    <a:pt x="154636" y="213863"/>
                  </a:cubicBezTo>
                  <a:lnTo>
                    <a:pt x="214063" y="154492"/>
                  </a:lnTo>
                  <a:cubicBezTo>
                    <a:pt x="215341" y="153216"/>
                    <a:pt x="215980" y="151939"/>
                    <a:pt x="215980" y="150024"/>
                  </a:cubicBezTo>
                  <a:lnTo>
                    <a:pt x="215980" y="65755"/>
                  </a:lnTo>
                  <a:cubicBezTo>
                    <a:pt x="215980" y="63840"/>
                    <a:pt x="215341" y="62563"/>
                    <a:pt x="214063" y="61286"/>
                  </a:cubicBezTo>
                  <a:lnTo>
                    <a:pt x="154636" y="1915"/>
                  </a:lnTo>
                  <a:close/>
                  <a:moveTo>
                    <a:pt x="203200" y="147470"/>
                  </a:moveTo>
                  <a:lnTo>
                    <a:pt x="147607" y="203011"/>
                  </a:lnTo>
                  <a:lnTo>
                    <a:pt x="68372" y="203011"/>
                  </a:lnTo>
                  <a:lnTo>
                    <a:pt x="12780" y="147470"/>
                  </a:lnTo>
                  <a:lnTo>
                    <a:pt x="12780" y="68309"/>
                  </a:lnTo>
                  <a:lnTo>
                    <a:pt x="68372" y="12768"/>
                  </a:lnTo>
                  <a:lnTo>
                    <a:pt x="147607" y="12768"/>
                  </a:lnTo>
                  <a:lnTo>
                    <a:pt x="203200" y="68309"/>
                  </a:lnTo>
                  <a:lnTo>
                    <a:pt x="203200" y="147470"/>
                  </a:lnTo>
                  <a:close/>
                </a:path>
              </a:pathLst>
            </a:custGeom>
            <a:solidFill>
              <a:srgbClr val="0076A8"/>
            </a:solidFill>
            <a:ln w="6390" cap="flat">
              <a:noFill/>
              <a:prstDash val="solid"/>
              <a:miter/>
            </a:ln>
          </p:spPr>
          <p:txBody>
            <a:bodyPr rtlCol="0" anchor="ctr"/>
            <a:lstStyle/>
            <a:p>
              <a:endParaRPr lang="en-US"/>
            </a:p>
          </p:txBody>
        </p:sp>
      </p:grpSp>
      <p:grpSp>
        <p:nvGrpSpPr>
          <p:cNvPr id="248" name="Graphic 4">
            <a:extLst>
              <a:ext uri="{FF2B5EF4-FFF2-40B4-BE49-F238E27FC236}">
                <a16:creationId xmlns:a16="http://schemas.microsoft.com/office/drawing/2014/main" id="{D8A4DE7C-4FE8-7C41-81C6-E32F2B8EF2B2}"/>
              </a:ext>
            </a:extLst>
          </p:cNvPr>
          <p:cNvGrpSpPr/>
          <p:nvPr/>
        </p:nvGrpSpPr>
        <p:grpSpPr>
          <a:xfrm>
            <a:off x="5099169" y="1402723"/>
            <a:ext cx="362309" cy="361971"/>
            <a:chOff x="5099169" y="1402723"/>
            <a:chExt cx="362309" cy="361971"/>
          </a:xfrm>
          <a:solidFill>
            <a:srgbClr val="0076A8"/>
          </a:solidFill>
        </p:grpSpPr>
        <p:sp>
          <p:nvSpPr>
            <p:cNvPr id="249" name="Graphic 4">
              <a:extLst>
                <a:ext uri="{FF2B5EF4-FFF2-40B4-BE49-F238E27FC236}">
                  <a16:creationId xmlns:a16="http://schemas.microsoft.com/office/drawing/2014/main" id="{6D0C29C4-05E9-E34B-A391-580AEC0F1378}"/>
                </a:ext>
              </a:extLst>
            </p:cNvPr>
            <p:cNvSpPr/>
            <p:nvPr/>
          </p:nvSpPr>
          <p:spPr>
            <a:xfrm>
              <a:off x="5184795" y="1488268"/>
              <a:ext cx="191058" cy="190242"/>
            </a:xfrm>
            <a:custGeom>
              <a:avLst/>
              <a:gdLst>
                <a:gd name="connsiteX0" fmla="*/ 56231 w 191058"/>
                <a:gd name="connsiteY0" fmla="*/ 0 h 190242"/>
                <a:gd name="connsiteX1" fmla="*/ 0 w 191058"/>
                <a:gd name="connsiteY1" fmla="*/ 55541 h 190242"/>
                <a:gd name="connsiteX2" fmla="*/ 0 w 191058"/>
                <a:gd name="connsiteY2" fmla="*/ 134702 h 190242"/>
                <a:gd name="connsiteX3" fmla="*/ 56231 w 191058"/>
                <a:gd name="connsiteY3" fmla="*/ 190243 h 190242"/>
                <a:gd name="connsiteX4" fmla="*/ 134828 w 191058"/>
                <a:gd name="connsiteY4" fmla="*/ 190243 h 190242"/>
                <a:gd name="connsiteX5" fmla="*/ 191059 w 191058"/>
                <a:gd name="connsiteY5" fmla="*/ 134702 h 190242"/>
                <a:gd name="connsiteX6" fmla="*/ 191059 w 191058"/>
                <a:gd name="connsiteY6" fmla="*/ 55541 h 190242"/>
                <a:gd name="connsiteX7" fmla="*/ 134828 w 191058"/>
                <a:gd name="connsiteY7" fmla="*/ 0 h 19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1058" h="190242">
                  <a:moveTo>
                    <a:pt x="56231" y="0"/>
                  </a:moveTo>
                  <a:lnTo>
                    <a:pt x="0" y="55541"/>
                  </a:lnTo>
                  <a:lnTo>
                    <a:pt x="0" y="134702"/>
                  </a:lnTo>
                  <a:lnTo>
                    <a:pt x="56231" y="190243"/>
                  </a:lnTo>
                  <a:lnTo>
                    <a:pt x="134828" y="190243"/>
                  </a:lnTo>
                  <a:lnTo>
                    <a:pt x="191059" y="134702"/>
                  </a:lnTo>
                  <a:lnTo>
                    <a:pt x="191059" y="55541"/>
                  </a:lnTo>
                  <a:lnTo>
                    <a:pt x="134828" y="0"/>
                  </a:lnTo>
                  <a:close/>
                </a:path>
              </a:pathLst>
            </a:custGeom>
            <a:solidFill>
              <a:srgbClr val="0076A8"/>
            </a:solidFill>
            <a:ln w="6390" cap="flat">
              <a:noFill/>
              <a:prstDash val="solid"/>
              <a:miter/>
            </a:ln>
          </p:spPr>
          <p:txBody>
            <a:bodyPr rtlCol="0" anchor="ctr"/>
            <a:lstStyle/>
            <a:p>
              <a:endParaRPr lang="en-US"/>
            </a:p>
          </p:txBody>
        </p:sp>
        <p:sp>
          <p:nvSpPr>
            <p:cNvPr id="250" name="Graphic 4">
              <a:extLst>
                <a:ext uri="{FF2B5EF4-FFF2-40B4-BE49-F238E27FC236}">
                  <a16:creationId xmlns:a16="http://schemas.microsoft.com/office/drawing/2014/main" id="{4AA2E5C4-D466-5645-9268-BABDBD03AF9E}"/>
                </a:ext>
              </a:extLst>
            </p:cNvPr>
            <p:cNvSpPr/>
            <p:nvPr/>
          </p:nvSpPr>
          <p:spPr>
            <a:xfrm>
              <a:off x="5099169" y="14027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89464 w 362309"/>
                <a:gd name="connsiteY7" fmla="*/ 222801 h 361971"/>
                <a:gd name="connsiteX8" fmla="*/ 287547 w 362309"/>
                <a:gd name="connsiteY8" fmla="*/ 227270 h 361971"/>
                <a:gd name="connsiteX9" fmla="*/ 228121 w 362309"/>
                <a:gd name="connsiteY9" fmla="*/ 286641 h 361971"/>
                <a:gd name="connsiteX10" fmla="*/ 223648 w 362309"/>
                <a:gd name="connsiteY10" fmla="*/ 288556 h 361971"/>
                <a:gd name="connsiteX11" fmla="*/ 139301 w 362309"/>
                <a:gd name="connsiteY11" fmla="*/ 288556 h 361971"/>
                <a:gd name="connsiteX12" fmla="*/ 134828 w 362309"/>
                <a:gd name="connsiteY12" fmla="*/ 286641 h 361971"/>
                <a:gd name="connsiteX13" fmla="*/ 75401 w 362309"/>
                <a:gd name="connsiteY13" fmla="*/ 227270 h 361971"/>
                <a:gd name="connsiteX14" fmla="*/ 73484 w 362309"/>
                <a:gd name="connsiteY14" fmla="*/ 222801 h 361971"/>
                <a:gd name="connsiteX15" fmla="*/ 73484 w 362309"/>
                <a:gd name="connsiteY15" fmla="*/ 138532 h 361971"/>
                <a:gd name="connsiteX16" fmla="*/ 75401 w 362309"/>
                <a:gd name="connsiteY16" fmla="*/ 134064 h 361971"/>
                <a:gd name="connsiteX17" fmla="*/ 134828 w 362309"/>
                <a:gd name="connsiteY17" fmla="*/ 74693 h 361971"/>
                <a:gd name="connsiteX18" fmla="*/ 139301 w 362309"/>
                <a:gd name="connsiteY18" fmla="*/ 72777 h 361971"/>
                <a:gd name="connsiteX19" fmla="*/ 223648 w 362309"/>
                <a:gd name="connsiteY19" fmla="*/ 72777 h 361971"/>
                <a:gd name="connsiteX20" fmla="*/ 228121 w 362309"/>
                <a:gd name="connsiteY20" fmla="*/ 74693 h 361971"/>
                <a:gd name="connsiteX21" fmla="*/ 287547 w 362309"/>
                <a:gd name="connsiteY21" fmla="*/ 134064 h 361971"/>
                <a:gd name="connsiteX22" fmla="*/ 289464 w 362309"/>
                <a:gd name="connsiteY22" fmla="*/ 138532 h 361971"/>
                <a:gd name="connsiteX23" fmla="*/ 289464 w 362309"/>
                <a:gd name="connsiteY23" fmla="*/ 22280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0438"/>
                    <a:pt x="281157" y="0"/>
                    <a:pt x="181474" y="0"/>
                  </a:cubicBezTo>
                  <a:cubicBezTo>
                    <a:pt x="181474" y="0"/>
                    <a:pt x="181474" y="0"/>
                    <a:pt x="181474" y="0"/>
                  </a:cubicBezTo>
                  <a:close/>
                  <a:moveTo>
                    <a:pt x="289464" y="222801"/>
                  </a:moveTo>
                  <a:cubicBezTo>
                    <a:pt x="289464" y="224716"/>
                    <a:pt x="288825" y="225993"/>
                    <a:pt x="287547" y="227270"/>
                  </a:cubicBezTo>
                  <a:lnTo>
                    <a:pt x="228121" y="286641"/>
                  </a:lnTo>
                  <a:cubicBezTo>
                    <a:pt x="226843" y="287918"/>
                    <a:pt x="225565" y="288556"/>
                    <a:pt x="223648" y="288556"/>
                  </a:cubicBezTo>
                  <a:lnTo>
                    <a:pt x="139301" y="288556"/>
                  </a:lnTo>
                  <a:cubicBezTo>
                    <a:pt x="137384" y="288556"/>
                    <a:pt x="136106" y="287918"/>
                    <a:pt x="134828" y="286641"/>
                  </a:cubicBezTo>
                  <a:lnTo>
                    <a:pt x="75401" y="227270"/>
                  </a:lnTo>
                  <a:cubicBezTo>
                    <a:pt x="74123" y="225993"/>
                    <a:pt x="73484" y="224716"/>
                    <a:pt x="73484" y="222801"/>
                  </a:cubicBezTo>
                  <a:lnTo>
                    <a:pt x="73484" y="138532"/>
                  </a:lnTo>
                  <a:cubicBezTo>
                    <a:pt x="73484" y="136617"/>
                    <a:pt x="74123" y="135340"/>
                    <a:pt x="75401" y="134064"/>
                  </a:cubicBezTo>
                  <a:lnTo>
                    <a:pt x="134828" y="74693"/>
                  </a:lnTo>
                  <a:cubicBezTo>
                    <a:pt x="136106" y="73416"/>
                    <a:pt x="137384" y="72777"/>
                    <a:pt x="139301" y="72777"/>
                  </a:cubicBezTo>
                  <a:lnTo>
                    <a:pt x="223648" y="72777"/>
                  </a:lnTo>
                  <a:cubicBezTo>
                    <a:pt x="225565" y="72777"/>
                    <a:pt x="226843" y="73416"/>
                    <a:pt x="228121" y="74693"/>
                  </a:cubicBezTo>
                  <a:lnTo>
                    <a:pt x="287547" y="134064"/>
                  </a:lnTo>
                  <a:cubicBezTo>
                    <a:pt x="288825" y="135340"/>
                    <a:pt x="289464" y="136617"/>
                    <a:pt x="289464" y="138532"/>
                  </a:cubicBezTo>
                  <a:lnTo>
                    <a:pt x="289464" y="222801"/>
                  </a:lnTo>
                  <a:close/>
                </a:path>
              </a:pathLst>
            </a:custGeom>
            <a:solidFill>
              <a:srgbClr val="0076A8"/>
            </a:solidFill>
            <a:ln w="6390" cap="flat">
              <a:noFill/>
              <a:prstDash val="solid"/>
              <a:miter/>
            </a:ln>
          </p:spPr>
          <p:txBody>
            <a:bodyPr rtlCol="0" anchor="ctr"/>
            <a:lstStyle/>
            <a:p>
              <a:endParaRPr lang="en-US"/>
            </a:p>
          </p:txBody>
        </p:sp>
      </p:grpSp>
      <p:grpSp>
        <p:nvGrpSpPr>
          <p:cNvPr id="251" name="Graphic 4">
            <a:extLst>
              <a:ext uri="{FF2B5EF4-FFF2-40B4-BE49-F238E27FC236}">
                <a16:creationId xmlns:a16="http://schemas.microsoft.com/office/drawing/2014/main" id="{6FCF77FD-14C1-8A40-A8AC-F360E81355D7}"/>
              </a:ext>
            </a:extLst>
          </p:cNvPr>
          <p:cNvGrpSpPr/>
          <p:nvPr/>
        </p:nvGrpSpPr>
        <p:grpSpPr>
          <a:xfrm>
            <a:off x="2560447" y="4308712"/>
            <a:ext cx="362309" cy="361971"/>
            <a:chOff x="2560447" y="4308712"/>
            <a:chExt cx="362309" cy="361971"/>
          </a:xfrm>
          <a:solidFill>
            <a:srgbClr val="005587"/>
          </a:solidFill>
        </p:grpSpPr>
        <p:sp>
          <p:nvSpPr>
            <p:cNvPr id="252" name="Graphic 4">
              <a:extLst>
                <a:ext uri="{FF2B5EF4-FFF2-40B4-BE49-F238E27FC236}">
                  <a16:creationId xmlns:a16="http://schemas.microsoft.com/office/drawing/2014/main" id="{CDFEAA35-4D5E-574B-8FAB-BEEEE3393D70}"/>
                </a:ext>
              </a:extLst>
            </p:cNvPr>
            <p:cNvSpPr/>
            <p:nvPr/>
          </p:nvSpPr>
          <p:spPr>
            <a:xfrm>
              <a:off x="2560447" y="430871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181474 w 362309"/>
                <a:gd name="connsiteY7" fmla="*/ 349204 h 361971"/>
                <a:gd name="connsiteX8" fmla="*/ 12780 w 362309"/>
                <a:gd name="connsiteY8" fmla="*/ 181305 h 361971"/>
                <a:gd name="connsiteX9" fmla="*/ 180835 w 362309"/>
                <a:gd name="connsiteY9" fmla="*/ 12768 h 361971"/>
                <a:gd name="connsiteX10" fmla="*/ 349529 w 362309"/>
                <a:gd name="connsiteY10" fmla="*/ 180667 h 361971"/>
                <a:gd name="connsiteX11" fmla="*/ 349529 w 362309"/>
                <a:gd name="connsiteY11" fmla="*/ 180667 h 361971"/>
                <a:gd name="connsiteX12" fmla="*/ 181474 w 362309"/>
                <a:gd name="connsiteY12" fmla="*/ 349204 h 361971"/>
                <a:gd name="connsiteX13" fmla="*/ 181474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lnTo>
                    <a:pt x="181474" y="0"/>
                  </a:ln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lnTo>
                    <a:pt x="181474" y="349204"/>
                  </a:lnTo>
                  <a:close/>
                </a:path>
              </a:pathLst>
            </a:custGeom>
            <a:solidFill>
              <a:srgbClr val="005587"/>
            </a:solidFill>
            <a:ln w="6390" cap="flat">
              <a:noFill/>
              <a:prstDash val="solid"/>
              <a:miter/>
            </a:ln>
          </p:spPr>
          <p:txBody>
            <a:bodyPr rtlCol="0" anchor="ctr"/>
            <a:lstStyle/>
            <a:p>
              <a:endParaRPr lang="en-US"/>
            </a:p>
          </p:txBody>
        </p:sp>
        <p:sp>
          <p:nvSpPr>
            <p:cNvPr id="253" name="Graphic 4">
              <a:extLst>
                <a:ext uri="{FF2B5EF4-FFF2-40B4-BE49-F238E27FC236}">
                  <a16:creationId xmlns:a16="http://schemas.microsoft.com/office/drawing/2014/main" id="{E607A858-A868-FE44-87A3-0061EB1FBD54}"/>
                </a:ext>
              </a:extLst>
            </p:cNvPr>
            <p:cNvSpPr/>
            <p:nvPr/>
          </p:nvSpPr>
          <p:spPr>
            <a:xfrm>
              <a:off x="2626013" y="4373828"/>
              <a:ext cx="233095" cy="232377"/>
            </a:xfrm>
            <a:custGeom>
              <a:avLst/>
              <a:gdLst>
                <a:gd name="connsiteX0" fmla="*/ 231567 w 233095"/>
                <a:gd name="connsiteY0" fmla="*/ 44050 h 232377"/>
                <a:gd name="connsiteX1" fmla="*/ 228372 w 233095"/>
                <a:gd name="connsiteY1" fmla="*/ 39581 h 232377"/>
                <a:gd name="connsiteX2" fmla="*/ 149775 w 233095"/>
                <a:gd name="connsiteY2" fmla="*/ 638 h 232377"/>
                <a:gd name="connsiteX3" fmla="*/ 142107 w 233095"/>
                <a:gd name="connsiteY3" fmla="*/ 2554 h 232377"/>
                <a:gd name="connsiteX4" fmla="*/ 115909 w 233095"/>
                <a:gd name="connsiteY4" fmla="*/ 35750 h 232377"/>
                <a:gd name="connsiteX5" fmla="*/ 89710 w 233095"/>
                <a:gd name="connsiteY5" fmla="*/ 2554 h 232377"/>
                <a:gd name="connsiteX6" fmla="*/ 82042 w 233095"/>
                <a:gd name="connsiteY6" fmla="*/ 638 h 232377"/>
                <a:gd name="connsiteX7" fmla="*/ 3446 w 233095"/>
                <a:gd name="connsiteY7" fmla="*/ 39581 h 232377"/>
                <a:gd name="connsiteX8" fmla="*/ 251 w 233095"/>
                <a:gd name="connsiteY8" fmla="*/ 44050 h 232377"/>
                <a:gd name="connsiteX9" fmla="*/ 1529 w 233095"/>
                <a:gd name="connsiteY9" fmla="*/ 49157 h 232377"/>
                <a:gd name="connsiteX10" fmla="*/ 29644 w 233095"/>
                <a:gd name="connsiteY10" fmla="*/ 84269 h 232377"/>
                <a:gd name="connsiteX11" fmla="*/ 1529 w 233095"/>
                <a:gd name="connsiteY11" fmla="*/ 119381 h 232377"/>
                <a:gd name="connsiteX12" fmla="*/ 1529 w 233095"/>
                <a:gd name="connsiteY12" fmla="*/ 120019 h 232377"/>
                <a:gd name="connsiteX13" fmla="*/ 890 w 233095"/>
                <a:gd name="connsiteY13" fmla="*/ 120657 h 232377"/>
                <a:gd name="connsiteX14" fmla="*/ 890 w 233095"/>
                <a:gd name="connsiteY14" fmla="*/ 121296 h 232377"/>
                <a:gd name="connsiteX15" fmla="*/ 890 w 233095"/>
                <a:gd name="connsiteY15" fmla="*/ 122573 h 232377"/>
                <a:gd name="connsiteX16" fmla="*/ 890 w 233095"/>
                <a:gd name="connsiteY16" fmla="*/ 123849 h 232377"/>
                <a:gd name="connsiteX17" fmla="*/ 890 w 233095"/>
                <a:gd name="connsiteY17" fmla="*/ 125126 h 232377"/>
                <a:gd name="connsiteX18" fmla="*/ 1529 w 233095"/>
                <a:gd name="connsiteY18" fmla="*/ 126403 h 232377"/>
                <a:gd name="connsiteX19" fmla="*/ 2168 w 233095"/>
                <a:gd name="connsiteY19" fmla="*/ 127680 h 232377"/>
                <a:gd name="connsiteX20" fmla="*/ 2807 w 233095"/>
                <a:gd name="connsiteY20" fmla="*/ 128956 h 232377"/>
                <a:gd name="connsiteX21" fmla="*/ 3446 w 233095"/>
                <a:gd name="connsiteY21" fmla="*/ 129595 h 232377"/>
                <a:gd name="connsiteX22" fmla="*/ 4085 w 233095"/>
                <a:gd name="connsiteY22" fmla="*/ 130233 h 232377"/>
                <a:gd name="connsiteX23" fmla="*/ 4724 w 233095"/>
                <a:gd name="connsiteY23" fmla="*/ 130233 h 232377"/>
                <a:gd name="connsiteX24" fmla="*/ 32839 w 233095"/>
                <a:gd name="connsiteY24" fmla="*/ 144278 h 232377"/>
                <a:gd name="connsiteX25" fmla="*/ 32839 w 233095"/>
                <a:gd name="connsiteY25" fmla="*/ 187051 h 232377"/>
                <a:gd name="connsiteX26" fmla="*/ 32839 w 233095"/>
                <a:gd name="connsiteY26" fmla="*/ 187689 h 232377"/>
                <a:gd name="connsiteX27" fmla="*/ 32839 w 233095"/>
                <a:gd name="connsiteY27" fmla="*/ 188966 h 232377"/>
                <a:gd name="connsiteX28" fmla="*/ 33478 w 233095"/>
                <a:gd name="connsiteY28" fmla="*/ 190243 h 232377"/>
                <a:gd name="connsiteX29" fmla="*/ 34117 w 233095"/>
                <a:gd name="connsiteY29" fmla="*/ 191519 h 232377"/>
                <a:gd name="connsiteX30" fmla="*/ 35395 w 233095"/>
                <a:gd name="connsiteY30" fmla="*/ 192158 h 232377"/>
                <a:gd name="connsiteX31" fmla="*/ 36034 w 233095"/>
                <a:gd name="connsiteY31" fmla="*/ 192796 h 232377"/>
                <a:gd name="connsiteX32" fmla="*/ 114631 w 233095"/>
                <a:gd name="connsiteY32" fmla="*/ 231738 h 232377"/>
                <a:gd name="connsiteX33" fmla="*/ 114631 w 233095"/>
                <a:gd name="connsiteY33" fmla="*/ 231738 h 232377"/>
                <a:gd name="connsiteX34" fmla="*/ 115270 w 233095"/>
                <a:gd name="connsiteY34" fmla="*/ 231738 h 232377"/>
                <a:gd name="connsiteX35" fmla="*/ 117186 w 233095"/>
                <a:gd name="connsiteY35" fmla="*/ 232377 h 232377"/>
                <a:gd name="connsiteX36" fmla="*/ 117186 w 233095"/>
                <a:gd name="connsiteY36" fmla="*/ 232377 h 232377"/>
                <a:gd name="connsiteX37" fmla="*/ 119104 w 233095"/>
                <a:gd name="connsiteY37" fmla="*/ 231738 h 232377"/>
                <a:gd name="connsiteX38" fmla="*/ 119743 w 233095"/>
                <a:gd name="connsiteY38" fmla="*/ 231738 h 232377"/>
                <a:gd name="connsiteX39" fmla="*/ 119743 w 233095"/>
                <a:gd name="connsiteY39" fmla="*/ 231738 h 232377"/>
                <a:gd name="connsiteX40" fmla="*/ 198339 w 233095"/>
                <a:gd name="connsiteY40" fmla="*/ 192796 h 232377"/>
                <a:gd name="connsiteX41" fmla="*/ 198978 w 233095"/>
                <a:gd name="connsiteY41" fmla="*/ 192158 h 232377"/>
                <a:gd name="connsiteX42" fmla="*/ 200256 w 233095"/>
                <a:gd name="connsiteY42" fmla="*/ 191519 h 232377"/>
                <a:gd name="connsiteX43" fmla="*/ 200895 w 233095"/>
                <a:gd name="connsiteY43" fmla="*/ 190243 h 232377"/>
                <a:gd name="connsiteX44" fmla="*/ 201534 w 233095"/>
                <a:gd name="connsiteY44" fmla="*/ 188966 h 232377"/>
                <a:gd name="connsiteX45" fmla="*/ 201534 w 233095"/>
                <a:gd name="connsiteY45" fmla="*/ 187689 h 232377"/>
                <a:gd name="connsiteX46" fmla="*/ 201534 w 233095"/>
                <a:gd name="connsiteY46" fmla="*/ 187051 h 232377"/>
                <a:gd name="connsiteX47" fmla="*/ 201534 w 233095"/>
                <a:gd name="connsiteY47" fmla="*/ 144278 h 232377"/>
                <a:gd name="connsiteX48" fmla="*/ 229649 w 233095"/>
                <a:gd name="connsiteY48" fmla="*/ 130233 h 232377"/>
                <a:gd name="connsiteX49" fmla="*/ 232844 w 233095"/>
                <a:gd name="connsiteY49" fmla="*/ 125765 h 232377"/>
                <a:gd name="connsiteX50" fmla="*/ 231567 w 233095"/>
                <a:gd name="connsiteY50" fmla="*/ 120657 h 232377"/>
                <a:gd name="connsiteX51" fmla="*/ 203451 w 233095"/>
                <a:gd name="connsiteY51" fmla="*/ 85545 h 232377"/>
                <a:gd name="connsiteX52" fmla="*/ 231567 w 233095"/>
                <a:gd name="connsiteY52" fmla="*/ 50434 h 232377"/>
                <a:gd name="connsiteX53" fmla="*/ 231567 w 233095"/>
                <a:gd name="connsiteY53" fmla="*/ 44050 h 232377"/>
                <a:gd name="connsiteX54" fmla="*/ 82681 w 233095"/>
                <a:gd name="connsiteY54" fmla="*/ 154492 h 232377"/>
                <a:gd name="connsiteX55" fmla="*/ 16226 w 233095"/>
                <a:gd name="connsiteY55" fmla="*/ 121296 h 232377"/>
                <a:gd name="connsiteX56" fmla="*/ 39229 w 233095"/>
                <a:gd name="connsiteY56" fmla="*/ 92568 h 232377"/>
                <a:gd name="connsiteX57" fmla="*/ 105685 w 233095"/>
                <a:gd name="connsiteY57" fmla="*/ 125765 h 232377"/>
                <a:gd name="connsiteX58" fmla="*/ 82681 w 233095"/>
                <a:gd name="connsiteY58" fmla="*/ 154492 h 232377"/>
                <a:gd name="connsiteX59" fmla="*/ 115909 w 233095"/>
                <a:gd name="connsiteY59" fmla="*/ 116189 h 232377"/>
                <a:gd name="connsiteX60" fmla="*/ 52009 w 233095"/>
                <a:gd name="connsiteY60" fmla="*/ 84269 h 232377"/>
                <a:gd name="connsiteX61" fmla="*/ 115909 w 233095"/>
                <a:gd name="connsiteY61" fmla="*/ 52349 h 232377"/>
                <a:gd name="connsiteX62" fmla="*/ 179808 w 233095"/>
                <a:gd name="connsiteY62" fmla="*/ 84269 h 232377"/>
                <a:gd name="connsiteX63" fmla="*/ 115909 w 233095"/>
                <a:gd name="connsiteY63" fmla="*/ 116189 h 232377"/>
                <a:gd name="connsiteX64" fmla="*/ 82681 w 233095"/>
                <a:gd name="connsiteY64" fmla="*/ 14045 h 232377"/>
                <a:gd name="connsiteX65" fmla="*/ 105685 w 233095"/>
                <a:gd name="connsiteY65" fmla="*/ 42773 h 232377"/>
                <a:gd name="connsiteX66" fmla="*/ 39229 w 233095"/>
                <a:gd name="connsiteY66" fmla="*/ 75970 h 232377"/>
                <a:gd name="connsiteX67" fmla="*/ 16226 w 233095"/>
                <a:gd name="connsiteY67" fmla="*/ 47242 h 232377"/>
                <a:gd name="connsiteX68" fmla="*/ 82681 w 233095"/>
                <a:gd name="connsiteY68" fmla="*/ 14045 h 232377"/>
                <a:gd name="connsiteX69" fmla="*/ 81403 w 233095"/>
                <a:gd name="connsiteY69" fmla="*/ 168537 h 232377"/>
                <a:gd name="connsiteX70" fmla="*/ 81403 w 233095"/>
                <a:gd name="connsiteY70" fmla="*/ 168537 h 232377"/>
                <a:gd name="connsiteX71" fmla="*/ 83959 w 233095"/>
                <a:gd name="connsiteY71" fmla="*/ 169176 h 232377"/>
                <a:gd name="connsiteX72" fmla="*/ 86515 w 233095"/>
                <a:gd name="connsiteY72" fmla="*/ 168537 h 232377"/>
                <a:gd name="connsiteX73" fmla="*/ 87154 w 233095"/>
                <a:gd name="connsiteY73" fmla="*/ 168537 h 232377"/>
                <a:gd name="connsiteX74" fmla="*/ 89071 w 233095"/>
                <a:gd name="connsiteY74" fmla="*/ 167260 h 232377"/>
                <a:gd name="connsiteX75" fmla="*/ 89071 w 233095"/>
                <a:gd name="connsiteY75" fmla="*/ 167260 h 232377"/>
                <a:gd name="connsiteX76" fmla="*/ 108880 w 233095"/>
                <a:gd name="connsiteY76" fmla="*/ 142363 h 232377"/>
                <a:gd name="connsiteX77" fmla="*/ 108880 w 233095"/>
                <a:gd name="connsiteY77" fmla="*/ 215779 h 232377"/>
                <a:gd name="connsiteX78" fmla="*/ 43702 w 233095"/>
                <a:gd name="connsiteY78" fmla="*/ 182582 h 232377"/>
                <a:gd name="connsiteX79" fmla="*/ 43702 w 233095"/>
                <a:gd name="connsiteY79" fmla="*/ 150024 h 232377"/>
                <a:gd name="connsiteX80" fmla="*/ 81403 w 233095"/>
                <a:gd name="connsiteY80" fmla="*/ 168537 h 232377"/>
                <a:gd name="connsiteX81" fmla="*/ 187476 w 233095"/>
                <a:gd name="connsiteY81" fmla="*/ 181943 h 232377"/>
                <a:gd name="connsiteX82" fmla="*/ 121660 w 233095"/>
                <a:gd name="connsiteY82" fmla="*/ 214502 h 232377"/>
                <a:gd name="connsiteX83" fmla="*/ 121660 w 233095"/>
                <a:gd name="connsiteY83" fmla="*/ 141724 h 232377"/>
                <a:gd name="connsiteX84" fmla="*/ 141468 w 233095"/>
                <a:gd name="connsiteY84" fmla="*/ 166622 h 232377"/>
                <a:gd name="connsiteX85" fmla="*/ 146580 w 233095"/>
                <a:gd name="connsiteY85" fmla="*/ 169176 h 232377"/>
                <a:gd name="connsiteX86" fmla="*/ 149775 w 233095"/>
                <a:gd name="connsiteY86" fmla="*/ 168537 h 232377"/>
                <a:gd name="connsiteX87" fmla="*/ 187476 w 233095"/>
                <a:gd name="connsiteY87" fmla="*/ 149385 h 232377"/>
                <a:gd name="connsiteX88" fmla="*/ 187476 w 233095"/>
                <a:gd name="connsiteY88" fmla="*/ 181943 h 232377"/>
                <a:gd name="connsiteX89" fmla="*/ 148497 w 233095"/>
                <a:gd name="connsiteY89" fmla="*/ 154492 h 232377"/>
                <a:gd name="connsiteX90" fmla="*/ 125494 w 233095"/>
                <a:gd name="connsiteY90" fmla="*/ 125765 h 232377"/>
                <a:gd name="connsiteX91" fmla="*/ 191949 w 233095"/>
                <a:gd name="connsiteY91" fmla="*/ 92568 h 232377"/>
                <a:gd name="connsiteX92" fmla="*/ 214953 w 233095"/>
                <a:gd name="connsiteY92" fmla="*/ 121296 h 232377"/>
                <a:gd name="connsiteX93" fmla="*/ 148497 w 233095"/>
                <a:gd name="connsiteY93" fmla="*/ 154492 h 232377"/>
                <a:gd name="connsiteX94" fmla="*/ 191949 w 233095"/>
                <a:gd name="connsiteY94" fmla="*/ 75970 h 232377"/>
                <a:gd name="connsiteX95" fmla="*/ 125494 w 233095"/>
                <a:gd name="connsiteY95" fmla="*/ 42773 h 232377"/>
                <a:gd name="connsiteX96" fmla="*/ 148497 w 233095"/>
                <a:gd name="connsiteY96" fmla="*/ 14045 h 232377"/>
                <a:gd name="connsiteX97" fmla="*/ 214953 w 233095"/>
                <a:gd name="connsiteY97" fmla="*/ 47242 h 232377"/>
                <a:gd name="connsiteX98" fmla="*/ 191949 w 233095"/>
                <a:gd name="connsiteY98" fmla="*/ 75970 h 23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233095" h="232377">
                  <a:moveTo>
                    <a:pt x="231567" y="44050"/>
                  </a:moveTo>
                  <a:cubicBezTo>
                    <a:pt x="230927" y="42134"/>
                    <a:pt x="229649" y="40858"/>
                    <a:pt x="228372" y="39581"/>
                  </a:cubicBezTo>
                  <a:lnTo>
                    <a:pt x="149775" y="638"/>
                  </a:lnTo>
                  <a:cubicBezTo>
                    <a:pt x="147219" y="-638"/>
                    <a:pt x="144024" y="0"/>
                    <a:pt x="142107" y="2554"/>
                  </a:cubicBezTo>
                  <a:lnTo>
                    <a:pt x="115909" y="35750"/>
                  </a:lnTo>
                  <a:lnTo>
                    <a:pt x="89710" y="2554"/>
                  </a:lnTo>
                  <a:cubicBezTo>
                    <a:pt x="87793" y="0"/>
                    <a:pt x="84598" y="-638"/>
                    <a:pt x="82042" y="638"/>
                  </a:cubicBezTo>
                  <a:lnTo>
                    <a:pt x="3446" y="39581"/>
                  </a:lnTo>
                  <a:cubicBezTo>
                    <a:pt x="1529" y="40219"/>
                    <a:pt x="251" y="42134"/>
                    <a:pt x="251" y="44050"/>
                  </a:cubicBezTo>
                  <a:cubicBezTo>
                    <a:pt x="-388" y="45965"/>
                    <a:pt x="251" y="47880"/>
                    <a:pt x="1529" y="49157"/>
                  </a:cubicBezTo>
                  <a:lnTo>
                    <a:pt x="29644" y="84269"/>
                  </a:lnTo>
                  <a:lnTo>
                    <a:pt x="1529" y="119381"/>
                  </a:lnTo>
                  <a:cubicBezTo>
                    <a:pt x="1529" y="119381"/>
                    <a:pt x="1529" y="120019"/>
                    <a:pt x="1529" y="120019"/>
                  </a:cubicBezTo>
                  <a:cubicBezTo>
                    <a:pt x="1529" y="120019"/>
                    <a:pt x="1529" y="120019"/>
                    <a:pt x="890" y="120657"/>
                  </a:cubicBezTo>
                  <a:cubicBezTo>
                    <a:pt x="251" y="121296"/>
                    <a:pt x="890" y="121296"/>
                    <a:pt x="890" y="121296"/>
                  </a:cubicBezTo>
                  <a:cubicBezTo>
                    <a:pt x="890" y="121934"/>
                    <a:pt x="890" y="121934"/>
                    <a:pt x="890" y="122573"/>
                  </a:cubicBezTo>
                  <a:cubicBezTo>
                    <a:pt x="890" y="123211"/>
                    <a:pt x="890" y="123211"/>
                    <a:pt x="890" y="123849"/>
                  </a:cubicBezTo>
                  <a:cubicBezTo>
                    <a:pt x="890" y="124488"/>
                    <a:pt x="890" y="124488"/>
                    <a:pt x="890" y="125126"/>
                  </a:cubicBezTo>
                  <a:cubicBezTo>
                    <a:pt x="890" y="125765"/>
                    <a:pt x="890" y="125765"/>
                    <a:pt x="1529" y="126403"/>
                  </a:cubicBezTo>
                  <a:cubicBezTo>
                    <a:pt x="1529" y="127041"/>
                    <a:pt x="2168" y="127041"/>
                    <a:pt x="2168" y="127680"/>
                  </a:cubicBezTo>
                  <a:cubicBezTo>
                    <a:pt x="2168" y="128318"/>
                    <a:pt x="2807" y="128318"/>
                    <a:pt x="2807" y="128956"/>
                  </a:cubicBezTo>
                  <a:cubicBezTo>
                    <a:pt x="2807" y="128956"/>
                    <a:pt x="2807" y="128956"/>
                    <a:pt x="3446" y="129595"/>
                  </a:cubicBezTo>
                  <a:cubicBezTo>
                    <a:pt x="3446" y="129595"/>
                    <a:pt x="4085" y="129595"/>
                    <a:pt x="4085" y="130233"/>
                  </a:cubicBezTo>
                  <a:cubicBezTo>
                    <a:pt x="4085" y="130233"/>
                    <a:pt x="4085" y="130233"/>
                    <a:pt x="4724" y="130233"/>
                  </a:cubicBezTo>
                  <a:lnTo>
                    <a:pt x="32839" y="144278"/>
                  </a:lnTo>
                  <a:lnTo>
                    <a:pt x="32839" y="187051"/>
                  </a:lnTo>
                  <a:cubicBezTo>
                    <a:pt x="32839" y="187051"/>
                    <a:pt x="32839" y="187689"/>
                    <a:pt x="32839" y="187689"/>
                  </a:cubicBezTo>
                  <a:cubicBezTo>
                    <a:pt x="32839" y="188327"/>
                    <a:pt x="32839" y="188327"/>
                    <a:pt x="32839" y="188966"/>
                  </a:cubicBezTo>
                  <a:cubicBezTo>
                    <a:pt x="32839" y="189604"/>
                    <a:pt x="33478" y="189604"/>
                    <a:pt x="33478" y="190243"/>
                  </a:cubicBezTo>
                  <a:cubicBezTo>
                    <a:pt x="33478" y="190881"/>
                    <a:pt x="34117" y="190881"/>
                    <a:pt x="34117" y="191519"/>
                  </a:cubicBezTo>
                  <a:cubicBezTo>
                    <a:pt x="34756" y="191519"/>
                    <a:pt x="34756" y="192158"/>
                    <a:pt x="35395" y="192158"/>
                  </a:cubicBezTo>
                  <a:cubicBezTo>
                    <a:pt x="35395" y="192158"/>
                    <a:pt x="36034" y="192796"/>
                    <a:pt x="36034" y="192796"/>
                  </a:cubicBezTo>
                  <a:lnTo>
                    <a:pt x="114631" y="231738"/>
                  </a:lnTo>
                  <a:lnTo>
                    <a:pt x="114631" y="231738"/>
                  </a:lnTo>
                  <a:lnTo>
                    <a:pt x="115270" y="231738"/>
                  </a:lnTo>
                  <a:cubicBezTo>
                    <a:pt x="115909" y="231738"/>
                    <a:pt x="116548" y="232377"/>
                    <a:pt x="117186" y="232377"/>
                  </a:cubicBezTo>
                  <a:lnTo>
                    <a:pt x="117186" y="232377"/>
                  </a:lnTo>
                  <a:cubicBezTo>
                    <a:pt x="117826" y="232377"/>
                    <a:pt x="118465" y="232377"/>
                    <a:pt x="119104" y="231738"/>
                  </a:cubicBezTo>
                  <a:lnTo>
                    <a:pt x="119743" y="231738"/>
                  </a:lnTo>
                  <a:lnTo>
                    <a:pt x="119743" y="231738"/>
                  </a:lnTo>
                  <a:lnTo>
                    <a:pt x="198339" y="192796"/>
                  </a:lnTo>
                  <a:cubicBezTo>
                    <a:pt x="198339" y="192796"/>
                    <a:pt x="198978" y="192158"/>
                    <a:pt x="198978" y="192158"/>
                  </a:cubicBezTo>
                  <a:cubicBezTo>
                    <a:pt x="199617" y="192158"/>
                    <a:pt x="199617" y="191519"/>
                    <a:pt x="200256" y="191519"/>
                  </a:cubicBezTo>
                  <a:cubicBezTo>
                    <a:pt x="200256" y="191519"/>
                    <a:pt x="200895" y="190881"/>
                    <a:pt x="200895" y="190243"/>
                  </a:cubicBezTo>
                  <a:cubicBezTo>
                    <a:pt x="200895" y="190243"/>
                    <a:pt x="201534" y="189604"/>
                    <a:pt x="201534" y="188966"/>
                  </a:cubicBezTo>
                  <a:cubicBezTo>
                    <a:pt x="201534" y="188327"/>
                    <a:pt x="201534" y="188327"/>
                    <a:pt x="201534" y="187689"/>
                  </a:cubicBezTo>
                  <a:cubicBezTo>
                    <a:pt x="201534" y="187689"/>
                    <a:pt x="201534" y="187051"/>
                    <a:pt x="201534" y="187051"/>
                  </a:cubicBezTo>
                  <a:lnTo>
                    <a:pt x="201534" y="144278"/>
                  </a:lnTo>
                  <a:lnTo>
                    <a:pt x="229649" y="130233"/>
                  </a:lnTo>
                  <a:cubicBezTo>
                    <a:pt x="231567" y="129595"/>
                    <a:pt x="232844" y="127680"/>
                    <a:pt x="232844" y="125765"/>
                  </a:cubicBezTo>
                  <a:cubicBezTo>
                    <a:pt x="233483" y="123849"/>
                    <a:pt x="232844" y="121934"/>
                    <a:pt x="231567" y="120657"/>
                  </a:cubicBezTo>
                  <a:lnTo>
                    <a:pt x="203451" y="85545"/>
                  </a:lnTo>
                  <a:lnTo>
                    <a:pt x="231567" y="50434"/>
                  </a:lnTo>
                  <a:cubicBezTo>
                    <a:pt x="230927" y="47880"/>
                    <a:pt x="231567" y="45965"/>
                    <a:pt x="231567" y="44050"/>
                  </a:cubicBezTo>
                  <a:close/>
                  <a:moveTo>
                    <a:pt x="82681" y="154492"/>
                  </a:moveTo>
                  <a:lnTo>
                    <a:pt x="16226" y="121296"/>
                  </a:lnTo>
                  <a:lnTo>
                    <a:pt x="39229" y="92568"/>
                  </a:lnTo>
                  <a:lnTo>
                    <a:pt x="105685" y="125765"/>
                  </a:lnTo>
                  <a:lnTo>
                    <a:pt x="82681" y="154492"/>
                  </a:lnTo>
                  <a:close/>
                  <a:moveTo>
                    <a:pt x="115909" y="116189"/>
                  </a:moveTo>
                  <a:lnTo>
                    <a:pt x="52009" y="84269"/>
                  </a:lnTo>
                  <a:lnTo>
                    <a:pt x="115909" y="52349"/>
                  </a:lnTo>
                  <a:lnTo>
                    <a:pt x="179808" y="84269"/>
                  </a:lnTo>
                  <a:lnTo>
                    <a:pt x="115909" y="116189"/>
                  </a:lnTo>
                  <a:close/>
                  <a:moveTo>
                    <a:pt x="82681" y="14045"/>
                  </a:moveTo>
                  <a:lnTo>
                    <a:pt x="105685" y="42773"/>
                  </a:lnTo>
                  <a:lnTo>
                    <a:pt x="39229" y="75970"/>
                  </a:lnTo>
                  <a:lnTo>
                    <a:pt x="16226" y="47242"/>
                  </a:lnTo>
                  <a:lnTo>
                    <a:pt x="82681" y="14045"/>
                  </a:lnTo>
                  <a:close/>
                  <a:moveTo>
                    <a:pt x="81403" y="168537"/>
                  </a:moveTo>
                  <a:lnTo>
                    <a:pt x="81403" y="168537"/>
                  </a:lnTo>
                  <a:cubicBezTo>
                    <a:pt x="82681" y="169176"/>
                    <a:pt x="83320" y="169176"/>
                    <a:pt x="83959" y="169176"/>
                  </a:cubicBezTo>
                  <a:cubicBezTo>
                    <a:pt x="84598" y="169176"/>
                    <a:pt x="85876" y="169176"/>
                    <a:pt x="86515" y="168537"/>
                  </a:cubicBezTo>
                  <a:lnTo>
                    <a:pt x="87154" y="168537"/>
                  </a:lnTo>
                  <a:cubicBezTo>
                    <a:pt x="87793" y="167899"/>
                    <a:pt x="88432" y="167899"/>
                    <a:pt x="89071" y="167260"/>
                  </a:cubicBezTo>
                  <a:lnTo>
                    <a:pt x="89071" y="167260"/>
                  </a:lnTo>
                  <a:lnTo>
                    <a:pt x="108880" y="142363"/>
                  </a:lnTo>
                  <a:lnTo>
                    <a:pt x="108880" y="215779"/>
                  </a:lnTo>
                  <a:lnTo>
                    <a:pt x="43702" y="182582"/>
                  </a:lnTo>
                  <a:lnTo>
                    <a:pt x="43702" y="150024"/>
                  </a:lnTo>
                  <a:lnTo>
                    <a:pt x="81403" y="168537"/>
                  </a:lnTo>
                  <a:close/>
                  <a:moveTo>
                    <a:pt x="187476" y="181943"/>
                  </a:moveTo>
                  <a:lnTo>
                    <a:pt x="121660" y="214502"/>
                  </a:lnTo>
                  <a:lnTo>
                    <a:pt x="121660" y="141724"/>
                  </a:lnTo>
                  <a:lnTo>
                    <a:pt x="141468" y="166622"/>
                  </a:lnTo>
                  <a:cubicBezTo>
                    <a:pt x="142746" y="167899"/>
                    <a:pt x="144663" y="169176"/>
                    <a:pt x="146580" y="169176"/>
                  </a:cubicBezTo>
                  <a:cubicBezTo>
                    <a:pt x="147858" y="169176"/>
                    <a:pt x="148497" y="169176"/>
                    <a:pt x="149775" y="168537"/>
                  </a:cubicBezTo>
                  <a:lnTo>
                    <a:pt x="187476" y="149385"/>
                  </a:lnTo>
                  <a:lnTo>
                    <a:pt x="187476" y="181943"/>
                  </a:lnTo>
                  <a:close/>
                  <a:moveTo>
                    <a:pt x="148497" y="154492"/>
                  </a:moveTo>
                  <a:lnTo>
                    <a:pt x="125494" y="125765"/>
                  </a:lnTo>
                  <a:lnTo>
                    <a:pt x="191949" y="92568"/>
                  </a:lnTo>
                  <a:lnTo>
                    <a:pt x="214953" y="121296"/>
                  </a:lnTo>
                  <a:lnTo>
                    <a:pt x="148497" y="154492"/>
                  </a:lnTo>
                  <a:close/>
                  <a:moveTo>
                    <a:pt x="191949" y="75970"/>
                  </a:moveTo>
                  <a:lnTo>
                    <a:pt x="125494" y="42773"/>
                  </a:lnTo>
                  <a:lnTo>
                    <a:pt x="148497" y="14045"/>
                  </a:lnTo>
                  <a:lnTo>
                    <a:pt x="214953" y="47242"/>
                  </a:lnTo>
                  <a:lnTo>
                    <a:pt x="191949" y="75970"/>
                  </a:lnTo>
                  <a:close/>
                </a:path>
              </a:pathLst>
            </a:custGeom>
            <a:solidFill>
              <a:srgbClr val="005587"/>
            </a:solidFill>
            <a:ln w="6390" cap="flat">
              <a:noFill/>
              <a:prstDash val="solid"/>
              <a:miter/>
            </a:ln>
          </p:spPr>
          <p:txBody>
            <a:bodyPr rtlCol="0" anchor="ctr"/>
            <a:lstStyle/>
            <a:p>
              <a:endParaRPr lang="en-US"/>
            </a:p>
          </p:txBody>
        </p:sp>
      </p:grpSp>
      <p:grpSp>
        <p:nvGrpSpPr>
          <p:cNvPr id="254" name="Graphic 4">
            <a:extLst>
              <a:ext uri="{FF2B5EF4-FFF2-40B4-BE49-F238E27FC236}">
                <a16:creationId xmlns:a16="http://schemas.microsoft.com/office/drawing/2014/main" id="{7A3435BC-3A41-E547-A6A3-C59EABCDF935}"/>
              </a:ext>
            </a:extLst>
          </p:cNvPr>
          <p:cNvGrpSpPr/>
          <p:nvPr/>
        </p:nvGrpSpPr>
        <p:grpSpPr>
          <a:xfrm>
            <a:off x="2560447" y="3824168"/>
            <a:ext cx="362309" cy="361971"/>
            <a:chOff x="2560447" y="3824168"/>
            <a:chExt cx="362309" cy="361971"/>
          </a:xfrm>
          <a:solidFill>
            <a:srgbClr val="005587"/>
          </a:solidFill>
        </p:grpSpPr>
        <p:sp>
          <p:nvSpPr>
            <p:cNvPr id="255" name="Graphic 4">
              <a:extLst>
                <a:ext uri="{FF2B5EF4-FFF2-40B4-BE49-F238E27FC236}">
                  <a16:creationId xmlns:a16="http://schemas.microsoft.com/office/drawing/2014/main" id="{B4278090-8542-244B-8BDF-8ECE1DFDDEC4}"/>
                </a:ext>
              </a:extLst>
            </p:cNvPr>
            <p:cNvSpPr/>
            <p:nvPr/>
          </p:nvSpPr>
          <p:spPr>
            <a:xfrm>
              <a:off x="2560447" y="3824168"/>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895"/>
                    <a:pt x="81152" y="361971"/>
                    <a:pt x="180835" y="361971"/>
                  </a:cubicBezTo>
                  <a:cubicBezTo>
                    <a:pt x="281157" y="361971"/>
                    <a:pt x="362309" y="280895"/>
                    <a:pt x="362309" y="181305"/>
                  </a:cubicBezTo>
                  <a:cubicBezTo>
                    <a:pt x="362309" y="181305"/>
                    <a:pt x="362309" y="181305"/>
                    <a:pt x="362309" y="181305"/>
                  </a:cubicBezTo>
                  <a:cubicBezTo>
                    <a:pt x="362309" y="81076"/>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lnTo>
                    <a:pt x="181474" y="349204"/>
                  </a:lnTo>
                  <a:close/>
                </a:path>
              </a:pathLst>
            </a:custGeom>
            <a:solidFill>
              <a:srgbClr val="005587"/>
            </a:solidFill>
            <a:ln w="6390" cap="flat">
              <a:noFill/>
              <a:prstDash val="solid"/>
              <a:miter/>
            </a:ln>
          </p:spPr>
          <p:txBody>
            <a:bodyPr rtlCol="0" anchor="ctr"/>
            <a:lstStyle/>
            <a:p>
              <a:endParaRPr lang="en-US"/>
            </a:p>
          </p:txBody>
        </p:sp>
        <p:sp>
          <p:nvSpPr>
            <p:cNvPr id="320" name="Graphic 4">
              <a:extLst>
                <a:ext uri="{FF2B5EF4-FFF2-40B4-BE49-F238E27FC236}">
                  <a16:creationId xmlns:a16="http://schemas.microsoft.com/office/drawing/2014/main" id="{B29C2CB9-F8FA-6048-AD80-DFBCE2E040EA}"/>
                </a:ext>
              </a:extLst>
            </p:cNvPr>
            <p:cNvSpPr/>
            <p:nvPr/>
          </p:nvSpPr>
          <p:spPr>
            <a:xfrm>
              <a:off x="2633932" y="3900935"/>
              <a:ext cx="215340" cy="208596"/>
            </a:xfrm>
            <a:custGeom>
              <a:avLst/>
              <a:gdLst>
                <a:gd name="connsiteX0" fmla="*/ 215341 w 215340"/>
                <a:gd name="connsiteY0" fmla="*/ 47082 h 208596"/>
                <a:gd name="connsiteX1" fmla="*/ 214702 w 215340"/>
                <a:gd name="connsiteY1" fmla="*/ 45805 h 208596"/>
                <a:gd name="connsiteX2" fmla="*/ 214063 w 215340"/>
                <a:gd name="connsiteY2" fmla="*/ 45167 h 208596"/>
                <a:gd name="connsiteX3" fmla="*/ 212146 w 215340"/>
                <a:gd name="connsiteY3" fmla="*/ 43890 h 208596"/>
                <a:gd name="connsiteX4" fmla="*/ 212146 w 215340"/>
                <a:gd name="connsiteY4" fmla="*/ 43890 h 208596"/>
                <a:gd name="connsiteX5" fmla="*/ 161026 w 215340"/>
                <a:gd name="connsiteY5" fmla="*/ 22184 h 208596"/>
                <a:gd name="connsiteX6" fmla="*/ 161026 w 215340"/>
                <a:gd name="connsiteY6" fmla="*/ 22184 h 208596"/>
                <a:gd name="connsiteX7" fmla="*/ 110546 w 215340"/>
                <a:gd name="connsiteY7" fmla="*/ 479 h 208596"/>
                <a:gd name="connsiteX8" fmla="*/ 105434 w 215340"/>
                <a:gd name="connsiteY8" fmla="*/ 479 h 208596"/>
                <a:gd name="connsiteX9" fmla="*/ 3834 w 215340"/>
                <a:gd name="connsiteY9" fmla="*/ 43890 h 208596"/>
                <a:gd name="connsiteX10" fmla="*/ 3834 w 215340"/>
                <a:gd name="connsiteY10" fmla="*/ 43890 h 208596"/>
                <a:gd name="connsiteX11" fmla="*/ 1917 w 215340"/>
                <a:gd name="connsiteY11" fmla="*/ 45167 h 208596"/>
                <a:gd name="connsiteX12" fmla="*/ 1278 w 215340"/>
                <a:gd name="connsiteY12" fmla="*/ 45805 h 208596"/>
                <a:gd name="connsiteX13" fmla="*/ 639 w 215340"/>
                <a:gd name="connsiteY13" fmla="*/ 47082 h 208596"/>
                <a:gd name="connsiteX14" fmla="*/ 639 w 215340"/>
                <a:gd name="connsiteY14" fmla="*/ 47720 h 208596"/>
                <a:gd name="connsiteX15" fmla="*/ 0 w 215340"/>
                <a:gd name="connsiteY15" fmla="*/ 49635 h 208596"/>
                <a:gd name="connsiteX16" fmla="*/ 0 w 215340"/>
                <a:gd name="connsiteY16" fmla="*/ 151141 h 208596"/>
                <a:gd name="connsiteX17" fmla="*/ 3195 w 215340"/>
                <a:gd name="connsiteY17" fmla="*/ 156886 h 208596"/>
                <a:gd name="connsiteX18" fmla="*/ 104795 w 215340"/>
                <a:gd name="connsiteY18" fmla="*/ 207958 h 208596"/>
                <a:gd name="connsiteX19" fmla="*/ 104795 w 215340"/>
                <a:gd name="connsiteY19" fmla="*/ 207958 h 208596"/>
                <a:gd name="connsiteX20" fmla="*/ 107351 w 215340"/>
                <a:gd name="connsiteY20" fmla="*/ 208596 h 208596"/>
                <a:gd name="connsiteX21" fmla="*/ 109907 w 215340"/>
                <a:gd name="connsiteY21" fmla="*/ 207958 h 208596"/>
                <a:gd name="connsiteX22" fmla="*/ 109907 w 215340"/>
                <a:gd name="connsiteY22" fmla="*/ 207958 h 208596"/>
                <a:gd name="connsiteX23" fmla="*/ 211507 w 215340"/>
                <a:gd name="connsiteY23" fmla="*/ 164547 h 208596"/>
                <a:gd name="connsiteX24" fmla="*/ 215341 w 215340"/>
                <a:gd name="connsiteY24" fmla="*/ 158801 h 208596"/>
                <a:gd name="connsiteX25" fmla="*/ 215341 w 215340"/>
                <a:gd name="connsiteY25" fmla="*/ 49635 h 208596"/>
                <a:gd name="connsiteX26" fmla="*/ 215341 w 215340"/>
                <a:gd name="connsiteY26" fmla="*/ 47082 h 208596"/>
                <a:gd name="connsiteX27" fmla="*/ 215341 w 215340"/>
                <a:gd name="connsiteY27" fmla="*/ 47082 h 208596"/>
                <a:gd name="connsiteX28" fmla="*/ 107990 w 215340"/>
                <a:gd name="connsiteY28" fmla="*/ 86662 h 208596"/>
                <a:gd name="connsiteX29" fmla="*/ 73484 w 215340"/>
                <a:gd name="connsiteY29" fmla="*/ 71979 h 208596"/>
                <a:gd name="connsiteX30" fmla="*/ 159109 w 215340"/>
                <a:gd name="connsiteY30" fmla="*/ 34952 h 208596"/>
                <a:gd name="connsiteX31" fmla="*/ 193615 w 215340"/>
                <a:gd name="connsiteY31" fmla="*/ 49635 h 208596"/>
                <a:gd name="connsiteX32" fmla="*/ 107990 w 215340"/>
                <a:gd name="connsiteY32" fmla="*/ 86662 h 208596"/>
                <a:gd name="connsiteX33" fmla="*/ 107990 w 215340"/>
                <a:gd name="connsiteY33" fmla="*/ 13247 h 208596"/>
                <a:gd name="connsiteX34" fmla="*/ 142496 w 215340"/>
                <a:gd name="connsiteY34" fmla="*/ 27930 h 208596"/>
                <a:gd name="connsiteX35" fmla="*/ 56870 w 215340"/>
                <a:gd name="connsiteY35" fmla="*/ 64319 h 208596"/>
                <a:gd name="connsiteX36" fmla="*/ 22365 w 215340"/>
                <a:gd name="connsiteY36" fmla="*/ 49635 h 208596"/>
                <a:gd name="connsiteX37" fmla="*/ 107990 w 215340"/>
                <a:gd name="connsiteY37" fmla="*/ 13247 h 208596"/>
                <a:gd name="connsiteX38" fmla="*/ 12141 w 215340"/>
                <a:gd name="connsiteY38" fmla="*/ 59850 h 208596"/>
                <a:gd name="connsiteX39" fmla="*/ 100961 w 215340"/>
                <a:gd name="connsiteY39" fmla="*/ 98154 h 208596"/>
                <a:gd name="connsiteX40" fmla="*/ 100961 w 215340"/>
                <a:gd name="connsiteY40" fmla="*/ 192636 h 208596"/>
                <a:gd name="connsiteX41" fmla="*/ 12141 w 215340"/>
                <a:gd name="connsiteY41" fmla="*/ 147949 h 208596"/>
                <a:gd name="connsiteX42" fmla="*/ 12141 w 215340"/>
                <a:gd name="connsiteY42" fmla="*/ 59850 h 208596"/>
                <a:gd name="connsiteX43" fmla="*/ 114380 w 215340"/>
                <a:gd name="connsiteY43" fmla="*/ 192636 h 208596"/>
                <a:gd name="connsiteX44" fmla="*/ 114380 w 215340"/>
                <a:gd name="connsiteY44" fmla="*/ 97515 h 208596"/>
                <a:gd name="connsiteX45" fmla="*/ 203200 w 215340"/>
                <a:gd name="connsiteY45" fmla="*/ 59211 h 208596"/>
                <a:gd name="connsiteX46" fmla="*/ 203200 w 215340"/>
                <a:gd name="connsiteY46" fmla="*/ 154333 h 208596"/>
                <a:gd name="connsiteX47" fmla="*/ 114380 w 215340"/>
                <a:gd name="connsiteY47" fmla="*/ 192636 h 208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5340" h="208596">
                  <a:moveTo>
                    <a:pt x="215341" y="47082"/>
                  </a:moveTo>
                  <a:cubicBezTo>
                    <a:pt x="215341" y="46443"/>
                    <a:pt x="214702" y="46443"/>
                    <a:pt x="214702" y="45805"/>
                  </a:cubicBezTo>
                  <a:lnTo>
                    <a:pt x="214063" y="45167"/>
                  </a:lnTo>
                  <a:cubicBezTo>
                    <a:pt x="213424" y="44528"/>
                    <a:pt x="212785" y="44528"/>
                    <a:pt x="212146" y="43890"/>
                  </a:cubicBezTo>
                  <a:lnTo>
                    <a:pt x="212146" y="43890"/>
                  </a:lnTo>
                  <a:lnTo>
                    <a:pt x="161026" y="22184"/>
                  </a:lnTo>
                  <a:lnTo>
                    <a:pt x="161026" y="22184"/>
                  </a:lnTo>
                  <a:lnTo>
                    <a:pt x="110546" y="479"/>
                  </a:lnTo>
                  <a:cubicBezTo>
                    <a:pt x="108629" y="-160"/>
                    <a:pt x="107351" y="-160"/>
                    <a:pt x="105434" y="479"/>
                  </a:cubicBezTo>
                  <a:lnTo>
                    <a:pt x="3834" y="43890"/>
                  </a:lnTo>
                  <a:lnTo>
                    <a:pt x="3834" y="43890"/>
                  </a:lnTo>
                  <a:cubicBezTo>
                    <a:pt x="3195" y="43890"/>
                    <a:pt x="2556" y="44528"/>
                    <a:pt x="1917" y="45167"/>
                  </a:cubicBezTo>
                  <a:lnTo>
                    <a:pt x="1278" y="45805"/>
                  </a:lnTo>
                  <a:cubicBezTo>
                    <a:pt x="639" y="46443"/>
                    <a:pt x="639" y="46443"/>
                    <a:pt x="639" y="47082"/>
                  </a:cubicBezTo>
                  <a:cubicBezTo>
                    <a:pt x="639" y="47082"/>
                    <a:pt x="639" y="47720"/>
                    <a:pt x="639" y="47720"/>
                  </a:cubicBezTo>
                  <a:cubicBezTo>
                    <a:pt x="639" y="48359"/>
                    <a:pt x="0" y="48997"/>
                    <a:pt x="0" y="49635"/>
                  </a:cubicBezTo>
                  <a:lnTo>
                    <a:pt x="0" y="151141"/>
                  </a:lnTo>
                  <a:cubicBezTo>
                    <a:pt x="0" y="153694"/>
                    <a:pt x="1278" y="155609"/>
                    <a:pt x="3195" y="156886"/>
                  </a:cubicBezTo>
                  <a:lnTo>
                    <a:pt x="104795" y="207958"/>
                  </a:lnTo>
                  <a:lnTo>
                    <a:pt x="104795" y="207958"/>
                  </a:lnTo>
                  <a:cubicBezTo>
                    <a:pt x="105434" y="208596"/>
                    <a:pt x="106712" y="208596"/>
                    <a:pt x="107351" y="208596"/>
                  </a:cubicBezTo>
                  <a:cubicBezTo>
                    <a:pt x="107990" y="208596"/>
                    <a:pt x="108629" y="208596"/>
                    <a:pt x="109907" y="207958"/>
                  </a:cubicBezTo>
                  <a:lnTo>
                    <a:pt x="109907" y="207958"/>
                  </a:lnTo>
                  <a:lnTo>
                    <a:pt x="211507" y="164547"/>
                  </a:lnTo>
                  <a:cubicBezTo>
                    <a:pt x="214063" y="163270"/>
                    <a:pt x="215341" y="161355"/>
                    <a:pt x="215341" y="158801"/>
                  </a:cubicBezTo>
                  <a:lnTo>
                    <a:pt x="215341" y="49635"/>
                  </a:lnTo>
                  <a:cubicBezTo>
                    <a:pt x="215341" y="48997"/>
                    <a:pt x="215341" y="48359"/>
                    <a:pt x="215341" y="47082"/>
                  </a:cubicBezTo>
                  <a:cubicBezTo>
                    <a:pt x="215341" y="47082"/>
                    <a:pt x="215341" y="47082"/>
                    <a:pt x="215341" y="47082"/>
                  </a:cubicBezTo>
                  <a:close/>
                  <a:moveTo>
                    <a:pt x="107990" y="86662"/>
                  </a:moveTo>
                  <a:lnTo>
                    <a:pt x="73484" y="71979"/>
                  </a:lnTo>
                  <a:lnTo>
                    <a:pt x="159109" y="34952"/>
                  </a:lnTo>
                  <a:lnTo>
                    <a:pt x="193615" y="49635"/>
                  </a:lnTo>
                  <a:lnTo>
                    <a:pt x="107990" y="86662"/>
                  </a:lnTo>
                  <a:close/>
                  <a:moveTo>
                    <a:pt x="107990" y="13247"/>
                  </a:moveTo>
                  <a:lnTo>
                    <a:pt x="142496" y="27930"/>
                  </a:lnTo>
                  <a:lnTo>
                    <a:pt x="56870" y="64319"/>
                  </a:lnTo>
                  <a:lnTo>
                    <a:pt x="22365" y="49635"/>
                  </a:lnTo>
                  <a:lnTo>
                    <a:pt x="107990" y="13247"/>
                  </a:lnTo>
                  <a:close/>
                  <a:moveTo>
                    <a:pt x="12141" y="59850"/>
                  </a:moveTo>
                  <a:lnTo>
                    <a:pt x="100961" y="98154"/>
                  </a:lnTo>
                  <a:lnTo>
                    <a:pt x="100961" y="192636"/>
                  </a:lnTo>
                  <a:lnTo>
                    <a:pt x="12141" y="147949"/>
                  </a:lnTo>
                  <a:lnTo>
                    <a:pt x="12141" y="59850"/>
                  </a:lnTo>
                  <a:close/>
                  <a:moveTo>
                    <a:pt x="114380" y="192636"/>
                  </a:moveTo>
                  <a:lnTo>
                    <a:pt x="114380" y="97515"/>
                  </a:lnTo>
                  <a:lnTo>
                    <a:pt x="203200" y="59211"/>
                  </a:lnTo>
                  <a:lnTo>
                    <a:pt x="203200" y="154333"/>
                  </a:lnTo>
                  <a:lnTo>
                    <a:pt x="114380" y="192636"/>
                  </a:lnTo>
                  <a:close/>
                </a:path>
              </a:pathLst>
            </a:custGeom>
            <a:solidFill>
              <a:srgbClr val="005587"/>
            </a:solidFill>
            <a:ln w="6390" cap="flat">
              <a:noFill/>
              <a:prstDash val="solid"/>
              <a:miter/>
            </a:ln>
          </p:spPr>
          <p:txBody>
            <a:bodyPr rtlCol="0" anchor="ctr"/>
            <a:lstStyle/>
            <a:p>
              <a:endParaRPr lang="en-US"/>
            </a:p>
          </p:txBody>
        </p:sp>
        <p:sp>
          <p:nvSpPr>
            <p:cNvPr id="321" name="Graphic 4">
              <a:extLst>
                <a:ext uri="{FF2B5EF4-FFF2-40B4-BE49-F238E27FC236}">
                  <a16:creationId xmlns:a16="http://schemas.microsoft.com/office/drawing/2014/main" id="{208C2181-8F27-C349-B835-5BDA74CC58A2}"/>
                </a:ext>
              </a:extLst>
            </p:cNvPr>
            <p:cNvSpPr/>
            <p:nvPr/>
          </p:nvSpPr>
          <p:spPr>
            <a:xfrm>
              <a:off x="2763647" y="4008884"/>
              <a:ext cx="44256" cy="57236"/>
            </a:xfrm>
            <a:custGeom>
              <a:avLst/>
              <a:gdLst>
                <a:gd name="connsiteX0" fmla="*/ 41535 w 44256"/>
                <a:gd name="connsiteY0" fmla="*/ 1058 h 57236"/>
                <a:gd name="connsiteX1" fmla="*/ 35145 w 44256"/>
                <a:gd name="connsiteY1" fmla="*/ 420 h 57236"/>
                <a:gd name="connsiteX2" fmla="*/ 3834 w 44256"/>
                <a:gd name="connsiteY2" fmla="*/ 13826 h 57236"/>
                <a:gd name="connsiteX3" fmla="*/ 0 w 44256"/>
                <a:gd name="connsiteY3" fmla="*/ 19571 h 57236"/>
                <a:gd name="connsiteX4" fmla="*/ 0 w 44256"/>
                <a:gd name="connsiteY4" fmla="*/ 50853 h 57236"/>
                <a:gd name="connsiteX5" fmla="*/ 2556 w 44256"/>
                <a:gd name="connsiteY5" fmla="*/ 55960 h 57236"/>
                <a:gd name="connsiteX6" fmla="*/ 6390 w 44256"/>
                <a:gd name="connsiteY6" fmla="*/ 57237 h 57236"/>
                <a:gd name="connsiteX7" fmla="*/ 8946 w 44256"/>
                <a:gd name="connsiteY7" fmla="*/ 56598 h 57236"/>
                <a:gd name="connsiteX8" fmla="*/ 40257 w 44256"/>
                <a:gd name="connsiteY8" fmla="*/ 43192 h 57236"/>
                <a:gd name="connsiteX9" fmla="*/ 44091 w 44256"/>
                <a:gd name="connsiteY9" fmla="*/ 37447 h 57236"/>
                <a:gd name="connsiteX10" fmla="*/ 44091 w 44256"/>
                <a:gd name="connsiteY10" fmla="*/ 6165 h 57236"/>
                <a:gd name="connsiteX11" fmla="*/ 41535 w 44256"/>
                <a:gd name="connsiteY11" fmla="*/ 1058 h 57236"/>
                <a:gd name="connsiteX12" fmla="*/ 31950 w 44256"/>
                <a:gd name="connsiteY12" fmla="*/ 32978 h 57236"/>
                <a:gd name="connsiteX13" fmla="*/ 13419 w 44256"/>
                <a:gd name="connsiteY13" fmla="*/ 40639 h 57236"/>
                <a:gd name="connsiteX14" fmla="*/ 13419 w 44256"/>
                <a:gd name="connsiteY14" fmla="*/ 23402 h 57236"/>
                <a:gd name="connsiteX15" fmla="*/ 31950 w 44256"/>
                <a:gd name="connsiteY15" fmla="*/ 15741 h 57236"/>
                <a:gd name="connsiteX16" fmla="*/ 31950 w 44256"/>
                <a:gd name="connsiteY16" fmla="*/ 32978 h 57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256" h="57236">
                  <a:moveTo>
                    <a:pt x="41535" y="1058"/>
                  </a:moveTo>
                  <a:cubicBezTo>
                    <a:pt x="39618" y="-219"/>
                    <a:pt x="37701" y="-219"/>
                    <a:pt x="35145" y="420"/>
                  </a:cubicBezTo>
                  <a:lnTo>
                    <a:pt x="3834" y="13826"/>
                  </a:lnTo>
                  <a:cubicBezTo>
                    <a:pt x="1278" y="15103"/>
                    <a:pt x="0" y="17018"/>
                    <a:pt x="0" y="19571"/>
                  </a:cubicBezTo>
                  <a:lnTo>
                    <a:pt x="0" y="50853"/>
                  </a:lnTo>
                  <a:cubicBezTo>
                    <a:pt x="0" y="52768"/>
                    <a:pt x="1278" y="54683"/>
                    <a:pt x="2556" y="55960"/>
                  </a:cubicBezTo>
                  <a:cubicBezTo>
                    <a:pt x="3834" y="56598"/>
                    <a:pt x="5112" y="57237"/>
                    <a:pt x="6390" y="57237"/>
                  </a:cubicBezTo>
                  <a:cubicBezTo>
                    <a:pt x="7029" y="57237"/>
                    <a:pt x="8307" y="57237"/>
                    <a:pt x="8946" y="56598"/>
                  </a:cubicBezTo>
                  <a:lnTo>
                    <a:pt x="40257" y="43192"/>
                  </a:lnTo>
                  <a:cubicBezTo>
                    <a:pt x="42813" y="41915"/>
                    <a:pt x="44091" y="40000"/>
                    <a:pt x="44091" y="37447"/>
                  </a:cubicBezTo>
                  <a:lnTo>
                    <a:pt x="44091" y="6165"/>
                  </a:lnTo>
                  <a:cubicBezTo>
                    <a:pt x="44730" y="4250"/>
                    <a:pt x="43451" y="1696"/>
                    <a:pt x="41535" y="1058"/>
                  </a:cubicBezTo>
                  <a:close/>
                  <a:moveTo>
                    <a:pt x="31950" y="32978"/>
                  </a:moveTo>
                  <a:lnTo>
                    <a:pt x="13419" y="40639"/>
                  </a:lnTo>
                  <a:lnTo>
                    <a:pt x="13419" y="23402"/>
                  </a:lnTo>
                  <a:lnTo>
                    <a:pt x="31950" y="15741"/>
                  </a:lnTo>
                  <a:lnTo>
                    <a:pt x="31950" y="32978"/>
                  </a:lnTo>
                  <a:close/>
                </a:path>
              </a:pathLst>
            </a:custGeom>
            <a:solidFill>
              <a:srgbClr val="005587"/>
            </a:solidFill>
            <a:ln w="6390" cap="flat">
              <a:noFill/>
              <a:prstDash val="solid"/>
              <a:miter/>
            </a:ln>
          </p:spPr>
          <p:txBody>
            <a:bodyPr rtlCol="0" anchor="ctr"/>
            <a:lstStyle/>
            <a:p>
              <a:endParaRPr lang="en-US"/>
            </a:p>
          </p:txBody>
        </p:sp>
      </p:grpSp>
      <p:grpSp>
        <p:nvGrpSpPr>
          <p:cNvPr id="322" name="Graphic 4">
            <a:extLst>
              <a:ext uri="{FF2B5EF4-FFF2-40B4-BE49-F238E27FC236}">
                <a16:creationId xmlns:a16="http://schemas.microsoft.com/office/drawing/2014/main" id="{EC299253-DA69-7045-AAD0-6D51DAFC6E08}"/>
              </a:ext>
            </a:extLst>
          </p:cNvPr>
          <p:cNvGrpSpPr/>
          <p:nvPr/>
        </p:nvGrpSpPr>
        <p:grpSpPr>
          <a:xfrm>
            <a:off x="2998797" y="3824168"/>
            <a:ext cx="362309" cy="361971"/>
            <a:chOff x="2998797" y="3824168"/>
            <a:chExt cx="362309" cy="361971"/>
          </a:xfrm>
          <a:solidFill>
            <a:srgbClr val="005587"/>
          </a:solidFill>
        </p:grpSpPr>
        <p:sp>
          <p:nvSpPr>
            <p:cNvPr id="362" name="Graphic 4">
              <a:extLst>
                <a:ext uri="{FF2B5EF4-FFF2-40B4-BE49-F238E27FC236}">
                  <a16:creationId xmlns:a16="http://schemas.microsoft.com/office/drawing/2014/main" id="{8F047490-D552-2F4B-83A3-32E5CEB37458}"/>
                </a:ext>
              </a:extLst>
            </p:cNvPr>
            <p:cNvSpPr/>
            <p:nvPr/>
          </p:nvSpPr>
          <p:spPr>
            <a:xfrm>
              <a:off x="3214777" y="4024624"/>
              <a:ext cx="18530" cy="25535"/>
            </a:xfrm>
            <a:custGeom>
              <a:avLst/>
              <a:gdLst>
                <a:gd name="connsiteX0" fmla="*/ 0 w 18530"/>
                <a:gd name="connsiteY0" fmla="*/ 25536 h 25535"/>
                <a:gd name="connsiteX1" fmla="*/ 18531 w 18530"/>
                <a:gd name="connsiteY1" fmla="*/ 17237 h 25535"/>
                <a:gd name="connsiteX2" fmla="*/ 18531 w 18530"/>
                <a:gd name="connsiteY2" fmla="*/ 0 h 25535"/>
                <a:gd name="connsiteX3" fmla="*/ 0 w 18530"/>
                <a:gd name="connsiteY3" fmla="*/ 7661 h 25535"/>
              </a:gdLst>
              <a:ahLst/>
              <a:cxnLst>
                <a:cxn ang="0">
                  <a:pos x="connsiteX0" y="connsiteY0"/>
                </a:cxn>
                <a:cxn ang="0">
                  <a:pos x="connsiteX1" y="connsiteY1"/>
                </a:cxn>
                <a:cxn ang="0">
                  <a:pos x="connsiteX2" y="connsiteY2"/>
                </a:cxn>
                <a:cxn ang="0">
                  <a:pos x="connsiteX3" y="connsiteY3"/>
                </a:cxn>
              </a:cxnLst>
              <a:rect l="l" t="t" r="r" b="b"/>
              <a:pathLst>
                <a:path w="18530" h="25535">
                  <a:moveTo>
                    <a:pt x="0" y="25536"/>
                  </a:moveTo>
                  <a:lnTo>
                    <a:pt x="18531" y="17237"/>
                  </a:lnTo>
                  <a:lnTo>
                    <a:pt x="18531" y="0"/>
                  </a:lnTo>
                  <a:lnTo>
                    <a:pt x="0" y="7661"/>
                  </a:lnTo>
                  <a:close/>
                </a:path>
              </a:pathLst>
            </a:custGeom>
            <a:solidFill>
              <a:srgbClr val="005587"/>
            </a:solidFill>
            <a:ln w="6390" cap="flat">
              <a:noFill/>
              <a:prstDash val="solid"/>
              <a:miter/>
            </a:ln>
          </p:spPr>
          <p:txBody>
            <a:bodyPr rtlCol="0" anchor="ctr"/>
            <a:lstStyle/>
            <a:p>
              <a:endParaRPr lang="en-US"/>
            </a:p>
          </p:txBody>
        </p:sp>
        <p:sp>
          <p:nvSpPr>
            <p:cNvPr id="363" name="Graphic 4">
              <a:extLst>
                <a:ext uri="{FF2B5EF4-FFF2-40B4-BE49-F238E27FC236}">
                  <a16:creationId xmlns:a16="http://schemas.microsoft.com/office/drawing/2014/main" id="{61B74530-95C6-104E-A984-A570D2E3C5A9}"/>
                </a:ext>
              </a:extLst>
            </p:cNvPr>
            <p:cNvSpPr/>
            <p:nvPr/>
          </p:nvSpPr>
          <p:spPr>
            <a:xfrm>
              <a:off x="3145127" y="3935887"/>
              <a:ext cx="120130" cy="51710"/>
            </a:xfrm>
            <a:custGeom>
              <a:avLst/>
              <a:gdLst>
                <a:gd name="connsiteX0" fmla="*/ 85625 w 120130"/>
                <a:gd name="connsiteY0" fmla="*/ 0 h 51710"/>
                <a:gd name="connsiteX1" fmla="*/ 0 w 120130"/>
                <a:gd name="connsiteY1" fmla="*/ 36388 h 51710"/>
                <a:gd name="connsiteX2" fmla="*/ 34506 w 120130"/>
                <a:gd name="connsiteY2" fmla="*/ 51710 h 51710"/>
                <a:gd name="connsiteX3" fmla="*/ 120131 w 120130"/>
                <a:gd name="connsiteY3" fmla="*/ 14683 h 51710"/>
              </a:gdLst>
              <a:ahLst/>
              <a:cxnLst>
                <a:cxn ang="0">
                  <a:pos x="connsiteX0" y="connsiteY0"/>
                </a:cxn>
                <a:cxn ang="0">
                  <a:pos x="connsiteX1" y="connsiteY1"/>
                </a:cxn>
                <a:cxn ang="0">
                  <a:pos x="connsiteX2" y="connsiteY2"/>
                </a:cxn>
                <a:cxn ang="0">
                  <a:pos x="connsiteX3" y="connsiteY3"/>
                </a:cxn>
              </a:cxnLst>
              <a:rect l="l" t="t" r="r" b="b"/>
              <a:pathLst>
                <a:path w="120130" h="51710">
                  <a:moveTo>
                    <a:pt x="85625" y="0"/>
                  </a:moveTo>
                  <a:lnTo>
                    <a:pt x="0" y="36388"/>
                  </a:lnTo>
                  <a:lnTo>
                    <a:pt x="34506" y="51710"/>
                  </a:lnTo>
                  <a:lnTo>
                    <a:pt x="120131" y="14683"/>
                  </a:lnTo>
                  <a:close/>
                </a:path>
              </a:pathLst>
            </a:custGeom>
            <a:solidFill>
              <a:srgbClr val="005587"/>
            </a:solidFill>
            <a:ln w="6390" cap="flat">
              <a:noFill/>
              <a:prstDash val="solid"/>
              <a:miter/>
            </a:ln>
          </p:spPr>
          <p:txBody>
            <a:bodyPr rtlCol="0" anchor="ctr"/>
            <a:lstStyle/>
            <a:p>
              <a:endParaRPr lang="en-US"/>
            </a:p>
          </p:txBody>
        </p:sp>
        <p:sp>
          <p:nvSpPr>
            <p:cNvPr id="364" name="Graphic 4">
              <a:extLst>
                <a:ext uri="{FF2B5EF4-FFF2-40B4-BE49-F238E27FC236}">
                  <a16:creationId xmlns:a16="http://schemas.microsoft.com/office/drawing/2014/main" id="{84BCAEA5-5C5C-6940-AC05-391FAE2F55C1}"/>
                </a:ext>
              </a:extLst>
            </p:cNvPr>
            <p:cNvSpPr/>
            <p:nvPr/>
          </p:nvSpPr>
          <p:spPr>
            <a:xfrm>
              <a:off x="3084422" y="3960146"/>
              <a:ext cx="88820" cy="132786"/>
            </a:xfrm>
            <a:custGeom>
              <a:avLst/>
              <a:gdLst>
                <a:gd name="connsiteX0" fmla="*/ 88820 w 88820"/>
                <a:gd name="connsiteY0" fmla="*/ 38304 h 132786"/>
                <a:gd name="connsiteX1" fmla="*/ 0 w 88820"/>
                <a:gd name="connsiteY1" fmla="*/ 0 h 132786"/>
                <a:gd name="connsiteX2" fmla="*/ 0 w 88820"/>
                <a:gd name="connsiteY2" fmla="*/ 88099 h 132786"/>
                <a:gd name="connsiteX3" fmla="*/ 88820 w 88820"/>
                <a:gd name="connsiteY3" fmla="*/ 132787 h 132786"/>
              </a:gdLst>
              <a:ahLst/>
              <a:cxnLst>
                <a:cxn ang="0">
                  <a:pos x="connsiteX0" y="connsiteY0"/>
                </a:cxn>
                <a:cxn ang="0">
                  <a:pos x="connsiteX1" y="connsiteY1"/>
                </a:cxn>
                <a:cxn ang="0">
                  <a:pos x="connsiteX2" y="connsiteY2"/>
                </a:cxn>
                <a:cxn ang="0">
                  <a:pos x="connsiteX3" y="connsiteY3"/>
                </a:cxn>
              </a:cxnLst>
              <a:rect l="l" t="t" r="r" b="b"/>
              <a:pathLst>
                <a:path w="88820" h="132786">
                  <a:moveTo>
                    <a:pt x="88820" y="38304"/>
                  </a:moveTo>
                  <a:lnTo>
                    <a:pt x="0" y="0"/>
                  </a:lnTo>
                  <a:lnTo>
                    <a:pt x="0" y="88099"/>
                  </a:lnTo>
                  <a:lnTo>
                    <a:pt x="88820" y="132787"/>
                  </a:lnTo>
                  <a:close/>
                </a:path>
              </a:pathLst>
            </a:custGeom>
            <a:solidFill>
              <a:srgbClr val="005587"/>
            </a:solidFill>
            <a:ln w="6390" cap="flat">
              <a:noFill/>
              <a:prstDash val="solid"/>
              <a:miter/>
            </a:ln>
          </p:spPr>
          <p:txBody>
            <a:bodyPr rtlCol="0" anchor="ctr"/>
            <a:lstStyle/>
            <a:p>
              <a:endParaRPr lang="en-US"/>
            </a:p>
          </p:txBody>
        </p:sp>
        <p:sp>
          <p:nvSpPr>
            <p:cNvPr id="365" name="Graphic 4">
              <a:extLst>
                <a:ext uri="{FF2B5EF4-FFF2-40B4-BE49-F238E27FC236}">
                  <a16:creationId xmlns:a16="http://schemas.microsoft.com/office/drawing/2014/main" id="{AAEF398C-6F6A-F948-90CF-B11D084CD19B}"/>
                </a:ext>
              </a:extLst>
            </p:cNvPr>
            <p:cNvSpPr/>
            <p:nvPr/>
          </p:nvSpPr>
          <p:spPr>
            <a:xfrm>
              <a:off x="3094007" y="3914182"/>
              <a:ext cx="120130" cy="51071"/>
            </a:xfrm>
            <a:custGeom>
              <a:avLst/>
              <a:gdLst>
                <a:gd name="connsiteX0" fmla="*/ 120131 w 120130"/>
                <a:gd name="connsiteY0" fmla="*/ 14683 h 51071"/>
                <a:gd name="connsiteX1" fmla="*/ 85625 w 120130"/>
                <a:gd name="connsiteY1" fmla="*/ 0 h 51071"/>
                <a:gd name="connsiteX2" fmla="*/ 0 w 120130"/>
                <a:gd name="connsiteY2" fmla="*/ 36389 h 51071"/>
                <a:gd name="connsiteX3" fmla="*/ 34506 w 120130"/>
                <a:gd name="connsiteY3" fmla="*/ 51072 h 51071"/>
              </a:gdLst>
              <a:ahLst/>
              <a:cxnLst>
                <a:cxn ang="0">
                  <a:pos x="connsiteX0" y="connsiteY0"/>
                </a:cxn>
                <a:cxn ang="0">
                  <a:pos x="connsiteX1" y="connsiteY1"/>
                </a:cxn>
                <a:cxn ang="0">
                  <a:pos x="connsiteX2" y="connsiteY2"/>
                </a:cxn>
                <a:cxn ang="0">
                  <a:pos x="connsiteX3" y="connsiteY3"/>
                </a:cxn>
              </a:cxnLst>
              <a:rect l="l" t="t" r="r" b="b"/>
              <a:pathLst>
                <a:path w="120130" h="51071">
                  <a:moveTo>
                    <a:pt x="120131" y="14683"/>
                  </a:moveTo>
                  <a:lnTo>
                    <a:pt x="85625" y="0"/>
                  </a:lnTo>
                  <a:lnTo>
                    <a:pt x="0" y="36389"/>
                  </a:lnTo>
                  <a:lnTo>
                    <a:pt x="34506" y="51072"/>
                  </a:lnTo>
                  <a:close/>
                </a:path>
              </a:pathLst>
            </a:custGeom>
            <a:solidFill>
              <a:srgbClr val="005587"/>
            </a:solidFill>
            <a:ln w="6390" cap="flat">
              <a:noFill/>
              <a:prstDash val="solid"/>
              <a:miter/>
            </a:ln>
          </p:spPr>
          <p:txBody>
            <a:bodyPr rtlCol="0" anchor="ctr"/>
            <a:lstStyle/>
            <a:p>
              <a:endParaRPr lang="en-US"/>
            </a:p>
          </p:txBody>
        </p:sp>
        <p:sp>
          <p:nvSpPr>
            <p:cNvPr id="366" name="Graphic 4">
              <a:extLst>
                <a:ext uri="{FF2B5EF4-FFF2-40B4-BE49-F238E27FC236}">
                  <a16:creationId xmlns:a16="http://schemas.microsoft.com/office/drawing/2014/main" id="{9F78B5DF-27C1-384A-8D4B-F661D8543992}"/>
                </a:ext>
              </a:extLst>
            </p:cNvPr>
            <p:cNvSpPr/>
            <p:nvPr/>
          </p:nvSpPr>
          <p:spPr>
            <a:xfrm>
              <a:off x="3186022" y="3960785"/>
              <a:ext cx="88820" cy="132786"/>
            </a:xfrm>
            <a:custGeom>
              <a:avLst/>
              <a:gdLst>
                <a:gd name="connsiteX0" fmla="*/ 0 w 88820"/>
                <a:gd name="connsiteY0" fmla="*/ 37666 h 132786"/>
                <a:gd name="connsiteX1" fmla="*/ 0 w 88820"/>
                <a:gd name="connsiteY1" fmla="*/ 132787 h 132786"/>
                <a:gd name="connsiteX2" fmla="*/ 88820 w 88820"/>
                <a:gd name="connsiteY2" fmla="*/ 94483 h 132786"/>
                <a:gd name="connsiteX3" fmla="*/ 88820 w 88820"/>
                <a:gd name="connsiteY3" fmla="*/ 0 h 132786"/>
                <a:gd name="connsiteX4" fmla="*/ 0 w 88820"/>
                <a:gd name="connsiteY4" fmla="*/ 37666 h 132786"/>
                <a:gd name="connsiteX5" fmla="*/ 60065 w 88820"/>
                <a:gd name="connsiteY5" fmla="*/ 85546 h 132786"/>
                <a:gd name="connsiteX6" fmla="*/ 56231 w 88820"/>
                <a:gd name="connsiteY6" fmla="*/ 91291 h 132786"/>
                <a:gd name="connsiteX7" fmla="*/ 24921 w 88820"/>
                <a:gd name="connsiteY7" fmla="*/ 104697 h 132786"/>
                <a:gd name="connsiteX8" fmla="*/ 22365 w 88820"/>
                <a:gd name="connsiteY8" fmla="*/ 105336 h 132786"/>
                <a:gd name="connsiteX9" fmla="*/ 19170 w 88820"/>
                <a:gd name="connsiteY9" fmla="*/ 104059 h 132786"/>
                <a:gd name="connsiteX10" fmla="*/ 15975 w 88820"/>
                <a:gd name="connsiteY10" fmla="*/ 98952 h 132786"/>
                <a:gd name="connsiteX11" fmla="*/ 15975 w 88820"/>
                <a:gd name="connsiteY11" fmla="*/ 67670 h 132786"/>
                <a:gd name="connsiteX12" fmla="*/ 19809 w 88820"/>
                <a:gd name="connsiteY12" fmla="*/ 61925 h 132786"/>
                <a:gd name="connsiteX13" fmla="*/ 51119 w 88820"/>
                <a:gd name="connsiteY13" fmla="*/ 48519 h 132786"/>
                <a:gd name="connsiteX14" fmla="*/ 56870 w 88820"/>
                <a:gd name="connsiteY14" fmla="*/ 49157 h 132786"/>
                <a:gd name="connsiteX15" fmla="*/ 60065 w 88820"/>
                <a:gd name="connsiteY15" fmla="*/ 54264 h 132786"/>
                <a:gd name="connsiteX16" fmla="*/ 60065 w 88820"/>
                <a:gd name="connsiteY16" fmla="*/ 85546 h 132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8820" h="132786">
                  <a:moveTo>
                    <a:pt x="0" y="37666"/>
                  </a:moveTo>
                  <a:lnTo>
                    <a:pt x="0" y="132787"/>
                  </a:lnTo>
                  <a:lnTo>
                    <a:pt x="88820" y="94483"/>
                  </a:lnTo>
                  <a:lnTo>
                    <a:pt x="88820" y="0"/>
                  </a:lnTo>
                  <a:lnTo>
                    <a:pt x="0" y="37666"/>
                  </a:lnTo>
                  <a:close/>
                  <a:moveTo>
                    <a:pt x="60065" y="85546"/>
                  </a:moveTo>
                  <a:cubicBezTo>
                    <a:pt x="60065" y="88099"/>
                    <a:pt x="58787" y="90653"/>
                    <a:pt x="56231" y="91291"/>
                  </a:cubicBezTo>
                  <a:lnTo>
                    <a:pt x="24921" y="104697"/>
                  </a:lnTo>
                  <a:cubicBezTo>
                    <a:pt x="24282" y="105336"/>
                    <a:pt x="23004" y="105336"/>
                    <a:pt x="22365" y="105336"/>
                  </a:cubicBezTo>
                  <a:cubicBezTo>
                    <a:pt x="21087" y="105336"/>
                    <a:pt x="19809" y="104697"/>
                    <a:pt x="19170" y="104059"/>
                  </a:cubicBezTo>
                  <a:cubicBezTo>
                    <a:pt x="17253" y="102782"/>
                    <a:pt x="16614" y="100867"/>
                    <a:pt x="15975" y="98952"/>
                  </a:cubicBezTo>
                  <a:lnTo>
                    <a:pt x="15975" y="67670"/>
                  </a:lnTo>
                  <a:cubicBezTo>
                    <a:pt x="15975" y="65117"/>
                    <a:pt x="17253" y="62563"/>
                    <a:pt x="19809" y="61925"/>
                  </a:cubicBezTo>
                  <a:lnTo>
                    <a:pt x="51119" y="48519"/>
                  </a:lnTo>
                  <a:cubicBezTo>
                    <a:pt x="53036" y="47880"/>
                    <a:pt x="55592" y="47880"/>
                    <a:pt x="56870" y="49157"/>
                  </a:cubicBezTo>
                  <a:cubicBezTo>
                    <a:pt x="58787" y="50434"/>
                    <a:pt x="59426" y="52349"/>
                    <a:pt x="60065" y="54264"/>
                  </a:cubicBezTo>
                  <a:lnTo>
                    <a:pt x="60065" y="85546"/>
                  </a:lnTo>
                  <a:close/>
                </a:path>
              </a:pathLst>
            </a:custGeom>
            <a:solidFill>
              <a:srgbClr val="005587"/>
            </a:solidFill>
            <a:ln w="6390" cap="flat">
              <a:noFill/>
              <a:prstDash val="solid"/>
              <a:miter/>
            </a:ln>
          </p:spPr>
          <p:txBody>
            <a:bodyPr rtlCol="0" anchor="ctr"/>
            <a:lstStyle/>
            <a:p>
              <a:endParaRPr lang="en-US"/>
            </a:p>
          </p:txBody>
        </p:sp>
        <p:sp>
          <p:nvSpPr>
            <p:cNvPr id="367" name="Graphic 4">
              <a:extLst>
                <a:ext uri="{FF2B5EF4-FFF2-40B4-BE49-F238E27FC236}">
                  <a16:creationId xmlns:a16="http://schemas.microsoft.com/office/drawing/2014/main" id="{5B9CC453-91A4-7B49-9EE7-4BA184B6E8D0}"/>
                </a:ext>
              </a:extLst>
            </p:cNvPr>
            <p:cNvSpPr/>
            <p:nvPr/>
          </p:nvSpPr>
          <p:spPr>
            <a:xfrm>
              <a:off x="2998797" y="3824168"/>
              <a:ext cx="362309" cy="361971"/>
            </a:xfrm>
            <a:custGeom>
              <a:avLst/>
              <a:gdLst>
                <a:gd name="connsiteX0" fmla="*/ 180835 w 362309"/>
                <a:gd name="connsiteY0" fmla="*/ 0 h 361971"/>
                <a:gd name="connsiteX1" fmla="*/ 0 w 362309"/>
                <a:gd name="connsiteY1" fmla="*/ 181305 h 361971"/>
                <a:gd name="connsiteX2" fmla="*/ 181474 w 362309"/>
                <a:gd name="connsiteY2" fmla="*/ 361971 h 361971"/>
                <a:gd name="connsiteX3" fmla="*/ 362310 w 362309"/>
                <a:gd name="connsiteY3" fmla="*/ 181305 h 361971"/>
                <a:gd name="connsiteX4" fmla="*/ 180835 w 362309"/>
                <a:gd name="connsiteY4" fmla="*/ 0 h 361971"/>
                <a:gd name="connsiteX5" fmla="*/ 180835 w 362309"/>
                <a:gd name="connsiteY5" fmla="*/ 0 h 361971"/>
                <a:gd name="connsiteX6" fmla="*/ 288825 w 362309"/>
                <a:gd name="connsiteY6" fmla="*/ 235569 h 361971"/>
                <a:gd name="connsiteX7" fmla="*/ 284991 w 362309"/>
                <a:gd name="connsiteY7" fmla="*/ 241314 h 361971"/>
                <a:gd name="connsiteX8" fmla="*/ 183391 w 362309"/>
                <a:gd name="connsiteY8" fmla="*/ 284725 h 361971"/>
                <a:gd name="connsiteX9" fmla="*/ 183391 w 362309"/>
                <a:gd name="connsiteY9" fmla="*/ 284725 h 361971"/>
                <a:gd name="connsiteX10" fmla="*/ 180835 w 362309"/>
                <a:gd name="connsiteY10" fmla="*/ 285364 h 361971"/>
                <a:gd name="connsiteX11" fmla="*/ 178279 w 362309"/>
                <a:gd name="connsiteY11" fmla="*/ 284725 h 361971"/>
                <a:gd name="connsiteX12" fmla="*/ 178279 w 362309"/>
                <a:gd name="connsiteY12" fmla="*/ 284725 h 361971"/>
                <a:gd name="connsiteX13" fmla="*/ 76679 w 362309"/>
                <a:gd name="connsiteY13" fmla="*/ 233654 h 361971"/>
                <a:gd name="connsiteX14" fmla="*/ 73484 w 362309"/>
                <a:gd name="connsiteY14" fmla="*/ 227908 h 361971"/>
                <a:gd name="connsiteX15" fmla="*/ 73484 w 362309"/>
                <a:gd name="connsiteY15" fmla="*/ 126403 h 361971"/>
                <a:gd name="connsiteX16" fmla="*/ 74123 w 362309"/>
                <a:gd name="connsiteY16" fmla="*/ 124488 h 361971"/>
                <a:gd name="connsiteX17" fmla="*/ 74123 w 362309"/>
                <a:gd name="connsiteY17" fmla="*/ 123849 h 361971"/>
                <a:gd name="connsiteX18" fmla="*/ 74762 w 362309"/>
                <a:gd name="connsiteY18" fmla="*/ 122572 h 361971"/>
                <a:gd name="connsiteX19" fmla="*/ 75401 w 362309"/>
                <a:gd name="connsiteY19" fmla="*/ 121934 h 361971"/>
                <a:gd name="connsiteX20" fmla="*/ 77318 w 362309"/>
                <a:gd name="connsiteY20" fmla="*/ 120657 h 361971"/>
                <a:gd name="connsiteX21" fmla="*/ 77318 w 362309"/>
                <a:gd name="connsiteY21" fmla="*/ 120657 h 361971"/>
                <a:gd name="connsiteX22" fmla="*/ 178918 w 362309"/>
                <a:gd name="connsiteY22" fmla="*/ 77246 h 361971"/>
                <a:gd name="connsiteX23" fmla="*/ 184030 w 362309"/>
                <a:gd name="connsiteY23" fmla="*/ 77246 h 361971"/>
                <a:gd name="connsiteX24" fmla="*/ 234511 w 362309"/>
                <a:gd name="connsiteY24" fmla="*/ 98952 h 361971"/>
                <a:gd name="connsiteX25" fmla="*/ 234511 w 362309"/>
                <a:gd name="connsiteY25" fmla="*/ 98952 h 361971"/>
                <a:gd name="connsiteX26" fmla="*/ 285630 w 362309"/>
                <a:gd name="connsiteY26" fmla="*/ 120657 h 361971"/>
                <a:gd name="connsiteX27" fmla="*/ 285630 w 362309"/>
                <a:gd name="connsiteY27" fmla="*/ 120657 h 361971"/>
                <a:gd name="connsiteX28" fmla="*/ 287547 w 362309"/>
                <a:gd name="connsiteY28" fmla="*/ 121934 h 361971"/>
                <a:gd name="connsiteX29" fmla="*/ 288186 w 362309"/>
                <a:gd name="connsiteY29" fmla="*/ 122572 h 361971"/>
                <a:gd name="connsiteX30" fmla="*/ 288825 w 362309"/>
                <a:gd name="connsiteY30" fmla="*/ 123849 h 361971"/>
                <a:gd name="connsiteX31" fmla="*/ 288825 w 362309"/>
                <a:gd name="connsiteY31" fmla="*/ 124488 h 361971"/>
                <a:gd name="connsiteX32" fmla="*/ 289464 w 362309"/>
                <a:gd name="connsiteY32" fmla="*/ 126403 h 361971"/>
                <a:gd name="connsiteX33" fmla="*/ 288825 w 362309"/>
                <a:gd name="connsiteY33" fmla="*/ 23556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2309" h="361971">
                  <a:moveTo>
                    <a:pt x="180835" y="0"/>
                  </a:moveTo>
                  <a:cubicBezTo>
                    <a:pt x="80513" y="0"/>
                    <a:pt x="0" y="81076"/>
                    <a:pt x="0" y="181305"/>
                  </a:cubicBezTo>
                  <a:cubicBezTo>
                    <a:pt x="0" y="281533"/>
                    <a:pt x="81152" y="361971"/>
                    <a:pt x="181474" y="361971"/>
                  </a:cubicBezTo>
                  <a:cubicBezTo>
                    <a:pt x="281157" y="361971"/>
                    <a:pt x="362310" y="280895"/>
                    <a:pt x="362310" y="181305"/>
                  </a:cubicBezTo>
                  <a:cubicBezTo>
                    <a:pt x="362310" y="81076"/>
                    <a:pt x="281157" y="0"/>
                    <a:pt x="180835" y="0"/>
                  </a:cubicBezTo>
                  <a:cubicBezTo>
                    <a:pt x="180835" y="0"/>
                    <a:pt x="180835" y="0"/>
                    <a:pt x="180835" y="0"/>
                  </a:cubicBezTo>
                  <a:close/>
                  <a:moveTo>
                    <a:pt x="288825" y="235569"/>
                  </a:moveTo>
                  <a:cubicBezTo>
                    <a:pt x="288825" y="238122"/>
                    <a:pt x="287547" y="240676"/>
                    <a:pt x="284991" y="241314"/>
                  </a:cubicBezTo>
                  <a:lnTo>
                    <a:pt x="183391" y="284725"/>
                  </a:lnTo>
                  <a:lnTo>
                    <a:pt x="183391" y="284725"/>
                  </a:lnTo>
                  <a:cubicBezTo>
                    <a:pt x="182752" y="284725"/>
                    <a:pt x="182113" y="285364"/>
                    <a:pt x="180835" y="285364"/>
                  </a:cubicBezTo>
                  <a:cubicBezTo>
                    <a:pt x="180196" y="285364"/>
                    <a:pt x="178918" y="285364"/>
                    <a:pt x="178279" y="284725"/>
                  </a:cubicBezTo>
                  <a:lnTo>
                    <a:pt x="178279" y="284725"/>
                  </a:lnTo>
                  <a:lnTo>
                    <a:pt x="76679" y="233654"/>
                  </a:lnTo>
                  <a:cubicBezTo>
                    <a:pt x="74762" y="232377"/>
                    <a:pt x="72845" y="230462"/>
                    <a:pt x="73484" y="227908"/>
                  </a:cubicBezTo>
                  <a:lnTo>
                    <a:pt x="73484" y="126403"/>
                  </a:lnTo>
                  <a:cubicBezTo>
                    <a:pt x="73484" y="125764"/>
                    <a:pt x="73484" y="125126"/>
                    <a:pt x="74123" y="124488"/>
                  </a:cubicBezTo>
                  <a:cubicBezTo>
                    <a:pt x="74123" y="124488"/>
                    <a:pt x="74123" y="123849"/>
                    <a:pt x="74123" y="123849"/>
                  </a:cubicBezTo>
                  <a:cubicBezTo>
                    <a:pt x="74123" y="123211"/>
                    <a:pt x="74762" y="123211"/>
                    <a:pt x="74762" y="122572"/>
                  </a:cubicBezTo>
                  <a:lnTo>
                    <a:pt x="75401" y="121934"/>
                  </a:lnTo>
                  <a:cubicBezTo>
                    <a:pt x="76040" y="121296"/>
                    <a:pt x="76679" y="121296"/>
                    <a:pt x="77318" y="120657"/>
                  </a:cubicBezTo>
                  <a:lnTo>
                    <a:pt x="77318" y="120657"/>
                  </a:lnTo>
                  <a:lnTo>
                    <a:pt x="178918" y="77246"/>
                  </a:lnTo>
                  <a:cubicBezTo>
                    <a:pt x="180835" y="76608"/>
                    <a:pt x="182113" y="76608"/>
                    <a:pt x="184030" y="77246"/>
                  </a:cubicBezTo>
                  <a:lnTo>
                    <a:pt x="234511" y="98952"/>
                  </a:lnTo>
                  <a:lnTo>
                    <a:pt x="234511" y="98952"/>
                  </a:lnTo>
                  <a:lnTo>
                    <a:pt x="285630" y="120657"/>
                  </a:lnTo>
                  <a:lnTo>
                    <a:pt x="285630" y="120657"/>
                  </a:lnTo>
                  <a:cubicBezTo>
                    <a:pt x="286269" y="120657"/>
                    <a:pt x="286908" y="121296"/>
                    <a:pt x="287547" y="121934"/>
                  </a:cubicBezTo>
                  <a:lnTo>
                    <a:pt x="288186" y="122572"/>
                  </a:lnTo>
                  <a:cubicBezTo>
                    <a:pt x="288825" y="123211"/>
                    <a:pt x="288825" y="123211"/>
                    <a:pt x="288825" y="123849"/>
                  </a:cubicBezTo>
                  <a:cubicBezTo>
                    <a:pt x="288825" y="123849"/>
                    <a:pt x="288825" y="124488"/>
                    <a:pt x="288825" y="124488"/>
                  </a:cubicBezTo>
                  <a:cubicBezTo>
                    <a:pt x="288825" y="125126"/>
                    <a:pt x="289464" y="125764"/>
                    <a:pt x="289464" y="126403"/>
                  </a:cubicBezTo>
                  <a:lnTo>
                    <a:pt x="288825" y="235569"/>
                  </a:lnTo>
                  <a:close/>
                </a:path>
              </a:pathLst>
            </a:custGeom>
            <a:solidFill>
              <a:srgbClr val="005587"/>
            </a:solidFill>
            <a:ln w="6390" cap="flat">
              <a:noFill/>
              <a:prstDash val="solid"/>
              <a:miter/>
            </a:ln>
          </p:spPr>
          <p:txBody>
            <a:bodyPr rtlCol="0" anchor="ctr"/>
            <a:lstStyle/>
            <a:p>
              <a:endParaRPr lang="en-US"/>
            </a:p>
          </p:txBody>
        </p:sp>
      </p:grpSp>
      <p:grpSp>
        <p:nvGrpSpPr>
          <p:cNvPr id="368" name="Graphic 4">
            <a:extLst>
              <a:ext uri="{FF2B5EF4-FFF2-40B4-BE49-F238E27FC236}">
                <a16:creationId xmlns:a16="http://schemas.microsoft.com/office/drawing/2014/main" id="{71371B08-A4DB-FD4D-9947-032592E62667}"/>
              </a:ext>
            </a:extLst>
          </p:cNvPr>
          <p:cNvGrpSpPr/>
          <p:nvPr/>
        </p:nvGrpSpPr>
        <p:grpSpPr>
          <a:xfrm>
            <a:off x="2560447" y="4793256"/>
            <a:ext cx="362309" cy="361971"/>
            <a:chOff x="2560447" y="4793256"/>
            <a:chExt cx="362309" cy="361971"/>
          </a:xfrm>
          <a:solidFill>
            <a:srgbClr val="005587"/>
          </a:solidFill>
        </p:grpSpPr>
        <p:sp>
          <p:nvSpPr>
            <p:cNvPr id="369" name="Graphic 4">
              <a:extLst>
                <a:ext uri="{FF2B5EF4-FFF2-40B4-BE49-F238E27FC236}">
                  <a16:creationId xmlns:a16="http://schemas.microsoft.com/office/drawing/2014/main" id="{2D4642E9-C089-5141-8F81-74C326FFC170}"/>
                </a:ext>
              </a:extLst>
            </p:cNvPr>
            <p:cNvSpPr/>
            <p:nvPr/>
          </p:nvSpPr>
          <p:spPr>
            <a:xfrm>
              <a:off x="2560447" y="479325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181474 w 362309"/>
                <a:gd name="connsiteY7" fmla="*/ 348565 h 361971"/>
                <a:gd name="connsiteX8" fmla="*/ 12780 w 362309"/>
                <a:gd name="connsiteY8" fmla="*/ 180667 h 361971"/>
                <a:gd name="connsiteX9" fmla="*/ 180835 w 362309"/>
                <a:gd name="connsiteY9" fmla="*/ 12129 h 361971"/>
                <a:gd name="connsiteX10" fmla="*/ 349529 w 362309"/>
                <a:gd name="connsiteY10" fmla="*/ 180028 h 361971"/>
                <a:gd name="connsiteX11" fmla="*/ 349529 w 362309"/>
                <a:gd name="connsiteY11" fmla="*/ 180028 h 361971"/>
                <a:gd name="connsiteX12" fmla="*/ 181474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0438"/>
                    <a:pt x="281157" y="0"/>
                    <a:pt x="181474" y="0"/>
                  </a:cubicBezTo>
                  <a:lnTo>
                    <a:pt x="181474" y="0"/>
                  </a:lnTo>
                  <a:close/>
                  <a:moveTo>
                    <a:pt x="181474" y="348565"/>
                  </a:moveTo>
                  <a:cubicBezTo>
                    <a:pt x="88181" y="348565"/>
                    <a:pt x="12780" y="273234"/>
                    <a:pt x="12780" y="180667"/>
                  </a:cubicBezTo>
                  <a:cubicBezTo>
                    <a:pt x="12780" y="87461"/>
                    <a:pt x="88181" y="12129"/>
                    <a:pt x="180835" y="12129"/>
                  </a:cubicBezTo>
                  <a:cubicBezTo>
                    <a:pt x="274128" y="12129"/>
                    <a:pt x="349529" y="87461"/>
                    <a:pt x="349529" y="180028"/>
                  </a:cubicBezTo>
                  <a:cubicBezTo>
                    <a:pt x="349529" y="180028"/>
                    <a:pt x="349529" y="180028"/>
                    <a:pt x="349529" y="180028"/>
                  </a:cubicBezTo>
                  <a:cubicBezTo>
                    <a:pt x="349529" y="273234"/>
                    <a:pt x="274128" y="348565"/>
                    <a:pt x="181474" y="348565"/>
                  </a:cubicBezTo>
                  <a:close/>
                </a:path>
              </a:pathLst>
            </a:custGeom>
            <a:solidFill>
              <a:srgbClr val="005587"/>
            </a:solidFill>
            <a:ln w="6390" cap="flat">
              <a:noFill/>
              <a:prstDash val="solid"/>
              <a:miter/>
            </a:ln>
          </p:spPr>
          <p:txBody>
            <a:bodyPr rtlCol="0" anchor="ctr"/>
            <a:lstStyle/>
            <a:p>
              <a:endParaRPr lang="en-US"/>
            </a:p>
          </p:txBody>
        </p:sp>
        <p:sp>
          <p:nvSpPr>
            <p:cNvPr id="370" name="Graphic 4">
              <a:extLst>
                <a:ext uri="{FF2B5EF4-FFF2-40B4-BE49-F238E27FC236}">
                  <a16:creationId xmlns:a16="http://schemas.microsoft.com/office/drawing/2014/main" id="{A775240D-E5A3-774A-B6AB-377B46701862}"/>
                </a:ext>
              </a:extLst>
            </p:cNvPr>
            <p:cNvSpPr/>
            <p:nvPr/>
          </p:nvSpPr>
          <p:spPr>
            <a:xfrm>
              <a:off x="2626264" y="4879440"/>
              <a:ext cx="230676" cy="189053"/>
            </a:xfrm>
            <a:custGeom>
              <a:avLst/>
              <a:gdLst>
                <a:gd name="connsiteX0" fmla="*/ 224287 w 230676"/>
                <a:gd name="connsiteY0" fmla="*/ 158961 h 189053"/>
                <a:gd name="connsiteX1" fmla="*/ 180196 w 230676"/>
                <a:gd name="connsiteY1" fmla="*/ 158961 h 189053"/>
                <a:gd name="connsiteX2" fmla="*/ 180196 w 230676"/>
                <a:gd name="connsiteY2" fmla="*/ 6384 h 189053"/>
                <a:gd name="connsiteX3" fmla="*/ 173806 w 230676"/>
                <a:gd name="connsiteY3" fmla="*/ 0 h 189053"/>
                <a:gd name="connsiteX4" fmla="*/ 167416 w 230676"/>
                <a:gd name="connsiteY4" fmla="*/ 6384 h 189053"/>
                <a:gd name="connsiteX5" fmla="*/ 167416 w 230676"/>
                <a:gd name="connsiteY5" fmla="*/ 116827 h 189053"/>
                <a:gd name="connsiteX6" fmla="*/ 153358 w 230676"/>
                <a:gd name="connsiteY6" fmla="*/ 116827 h 189053"/>
                <a:gd name="connsiteX7" fmla="*/ 113102 w 230676"/>
                <a:gd name="connsiteY7" fmla="*/ 12768 h 189053"/>
                <a:gd name="connsiteX8" fmla="*/ 107351 w 230676"/>
                <a:gd name="connsiteY8" fmla="*/ 8937 h 189053"/>
                <a:gd name="connsiteX9" fmla="*/ 56870 w 230676"/>
                <a:gd name="connsiteY9" fmla="*/ 8299 h 189053"/>
                <a:gd name="connsiteX10" fmla="*/ 52398 w 230676"/>
                <a:gd name="connsiteY10" fmla="*/ 10214 h 189053"/>
                <a:gd name="connsiteX11" fmla="*/ 50480 w 230676"/>
                <a:gd name="connsiteY11" fmla="*/ 14683 h 189053"/>
                <a:gd name="connsiteX12" fmla="*/ 50480 w 230676"/>
                <a:gd name="connsiteY12" fmla="*/ 91929 h 189053"/>
                <a:gd name="connsiteX13" fmla="*/ 6390 w 230676"/>
                <a:gd name="connsiteY13" fmla="*/ 91929 h 189053"/>
                <a:gd name="connsiteX14" fmla="*/ 0 w 230676"/>
                <a:gd name="connsiteY14" fmla="*/ 98313 h 189053"/>
                <a:gd name="connsiteX15" fmla="*/ 0 w 230676"/>
                <a:gd name="connsiteY15" fmla="*/ 165345 h 189053"/>
                <a:gd name="connsiteX16" fmla="*/ 6390 w 230676"/>
                <a:gd name="connsiteY16" fmla="*/ 171729 h 189053"/>
                <a:gd name="connsiteX17" fmla="*/ 26199 w 230676"/>
                <a:gd name="connsiteY17" fmla="*/ 171729 h 189053"/>
                <a:gd name="connsiteX18" fmla="*/ 54314 w 230676"/>
                <a:gd name="connsiteY18" fmla="*/ 187689 h 189053"/>
                <a:gd name="connsiteX19" fmla="*/ 70289 w 230676"/>
                <a:gd name="connsiteY19" fmla="*/ 171729 h 189053"/>
                <a:gd name="connsiteX20" fmla="*/ 118214 w 230676"/>
                <a:gd name="connsiteY20" fmla="*/ 171729 h 189053"/>
                <a:gd name="connsiteX21" fmla="*/ 146330 w 230676"/>
                <a:gd name="connsiteY21" fmla="*/ 188327 h 189053"/>
                <a:gd name="connsiteX22" fmla="*/ 162943 w 230676"/>
                <a:gd name="connsiteY22" fmla="*/ 171091 h 189053"/>
                <a:gd name="connsiteX23" fmla="*/ 165499 w 230676"/>
                <a:gd name="connsiteY23" fmla="*/ 171729 h 189053"/>
                <a:gd name="connsiteX24" fmla="*/ 224287 w 230676"/>
                <a:gd name="connsiteY24" fmla="*/ 171729 h 189053"/>
                <a:gd name="connsiteX25" fmla="*/ 230677 w 230676"/>
                <a:gd name="connsiteY25" fmla="*/ 165345 h 189053"/>
                <a:gd name="connsiteX26" fmla="*/ 224287 w 230676"/>
                <a:gd name="connsiteY26" fmla="*/ 158961 h 189053"/>
                <a:gd name="connsiteX27" fmla="*/ 224287 w 230676"/>
                <a:gd name="connsiteY27" fmla="*/ 158961 h 189053"/>
                <a:gd name="connsiteX28" fmla="*/ 63260 w 230676"/>
                <a:gd name="connsiteY28" fmla="*/ 21705 h 189053"/>
                <a:gd name="connsiteX29" fmla="*/ 102878 w 230676"/>
                <a:gd name="connsiteY29" fmla="*/ 22344 h 189053"/>
                <a:gd name="connsiteX30" fmla="*/ 139940 w 230676"/>
                <a:gd name="connsiteY30" fmla="*/ 117465 h 189053"/>
                <a:gd name="connsiteX31" fmla="*/ 108629 w 230676"/>
                <a:gd name="connsiteY31" fmla="*/ 117465 h 189053"/>
                <a:gd name="connsiteX32" fmla="*/ 68372 w 230676"/>
                <a:gd name="connsiteY32" fmla="*/ 93206 h 189053"/>
                <a:gd name="connsiteX33" fmla="*/ 65177 w 230676"/>
                <a:gd name="connsiteY33" fmla="*/ 92568 h 189053"/>
                <a:gd name="connsiteX34" fmla="*/ 63260 w 230676"/>
                <a:gd name="connsiteY34" fmla="*/ 92568 h 189053"/>
                <a:gd name="connsiteX35" fmla="*/ 63260 w 230676"/>
                <a:gd name="connsiteY35" fmla="*/ 21705 h 189053"/>
                <a:gd name="connsiteX36" fmla="*/ 48564 w 230676"/>
                <a:gd name="connsiteY36" fmla="*/ 176198 h 189053"/>
                <a:gd name="connsiteX37" fmla="*/ 38340 w 230676"/>
                <a:gd name="connsiteY37" fmla="*/ 165984 h 189053"/>
                <a:gd name="connsiteX38" fmla="*/ 48564 w 230676"/>
                <a:gd name="connsiteY38" fmla="*/ 155769 h 189053"/>
                <a:gd name="connsiteX39" fmla="*/ 58788 w 230676"/>
                <a:gd name="connsiteY39" fmla="*/ 165984 h 189053"/>
                <a:gd name="connsiteX40" fmla="*/ 58788 w 230676"/>
                <a:gd name="connsiteY40" fmla="*/ 165984 h 189053"/>
                <a:gd name="connsiteX41" fmla="*/ 48564 w 230676"/>
                <a:gd name="connsiteY41" fmla="*/ 176198 h 189053"/>
                <a:gd name="connsiteX42" fmla="*/ 140579 w 230676"/>
                <a:gd name="connsiteY42" fmla="*/ 176198 h 189053"/>
                <a:gd name="connsiteX43" fmla="*/ 130355 w 230676"/>
                <a:gd name="connsiteY43" fmla="*/ 165984 h 189053"/>
                <a:gd name="connsiteX44" fmla="*/ 140579 w 230676"/>
                <a:gd name="connsiteY44" fmla="*/ 155769 h 189053"/>
                <a:gd name="connsiteX45" fmla="*/ 150803 w 230676"/>
                <a:gd name="connsiteY45" fmla="*/ 165984 h 189053"/>
                <a:gd name="connsiteX46" fmla="*/ 150803 w 230676"/>
                <a:gd name="connsiteY46" fmla="*/ 165984 h 189053"/>
                <a:gd name="connsiteX47" fmla="*/ 140579 w 230676"/>
                <a:gd name="connsiteY47" fmla="*/ 176198 h 189053"/>
                <a:gd name="connsiteX48" fmla="*/ 140579 w 230676"/>
                <a:gd name="connsiteY48" fmla="*/ 176198 h 189053"/>
                <a:gd name="connsiteX49" fmla="*/ 162943 w 230676"/>
                <a:gd name="connsiteY49" fmla="*/ 159600 h 189053"/>
                <a:gd name="connsiteX50" fmla="*/ 135467 w 230676"/>
                <a:gd name="connsiteY50" fmla="*/ 142363 h 189053"/>
                <a:gd name="connsiteX51" fmla="*/ 118214 w 230676"/>
                <a:gd name="connsiteY51" fmla="*/ 158961 h 189053"/>
                <a:gd name="connsiteX52" fmla="*/ 70289 w 230676"/>
                <a:gd name="connsiteY52" fmla="*/ 158961 h 189053"/>
                <a:gd name="connsiteX53" fmla="*/ 42174 w 230676"/>
                <a:gd name="connsiteY53" fmla="*/ 143001 h 189053"/>
                <a:gd name="connsiteX54" fmla="*/ 26199 w 230676"/>
                <a:gd name="connsiteY54" fmla="*/ 158961 h 189053"/>
                <a:gd name="connsiteX55" fmla="*/ 12780 w 230676"/>
                <a:gd name="connsiteY55" fmla="*/ 158961 h 189053"/>
                <a:gd name="connsiteX56" fmla="*/ 12780 w 230676"/>
                <a:gd name="connsiteY56" fmla="*/ 104697 h 189053"/>
                <a:gd name="connsiteX57" fmla="*/ 63260 w 230676"/>
                <a:gd name="connsiteY57" fmla="*/ 104697 h 189053"/>
                <a:gd name="connsiteX58" fmla="*/ 103517 w 230676"/>
                <a:gd name="connsiteY58" fmla="*/ 128957 h 189053"/>
                <a:gd name="connsiteX59" fmla="*/ 106712 w 230676"/>
                <a:gd name="connsiteY59" fmla="*/ 129595 h 189053"/>
                <a:gd name="connsiteX60" fmla="*/ 167416 w 230676"/>
                <a:gd name="connsiteY60" fmla="*/ 129595 h 189053"/>
                <a:gd name="connsiteX61" fmla="*/ 167416 w 230676"/>
                <a:gd name="connsiteY61" fmla="*/ 158961 h 189053"/>
                <a:gd name="connsiteX62" fmla="*/ 165499 w 230676"/>
                <a:gd name="connsiteY62" fmla="*/ 158961 h 189053"/>
                <a:gd name="connsiteX63" fmla="*/ 162943 w 230676"/>
                <a:gd name="connsiteY63" fmla="*/ 159600 h 189053"/>
                <a:gd name="connsiteX64" fmla="*/ 162943 w 230676"/>
                <a:gd name="connsiteY64" fmla="*/ 159600 h 18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30676" h="189053">
                  <a:moveTo>
                    <a:pt x="224287" y="158961"/>
                  </a:moveTo>
                  <a:lnTo>
                    <a:pt x="180196" y="158961"/>
                  </a:lnTo>
                  <a:lnTo>
                    <a:pt x="180196" y="6384"/>
                  </a:lnTo>
                  <a:cubicBezTo>
                    <a:pt x="180196" y="2553"/>
                    <a:pt x="177640" y="0"/>
                    <a:pt x="173806" y="0"/>
                  </a:cubicBezTo>
                  <a:cubicBezTo>
                    <a:pt x="169972" y="0"/>
                    <a:pt x="167416" y="2553"/>
                    <a:pt x="167416" y="6384"/>
                  </a:cubicBezTo>
                  <a:lnTo>
                    <a:pt x="167416" y="116827"/>
                  </a:lnTo>
                  <a:lnTo>
                    <a:pt x="153358" y="116827"/>
                  </a:lnTo>
                  <a:lnTo>
                    <a:pt x="113102" y="12768"/>
                  </a:lnTo>
                  <a:cubicBezTo>
                    <a:pt x="112463" y="10214"/>
                    <a:pt x="109907" y="8937"/>
                    <a:pt x="107351" y="8937"/>
                  </a:cubicBezTo>
                  <a:lnTo>
                    <a:pt x="56870" y="8299"/>
                  </a:lnTo>
                  <a:cubicBezTo>
                    <a:pt x="54954" y="8299"/>
                    <a:pt x="53675" y="8937"/>
                    <a:pt x="52398" y="10214"/>
                  </a:cubicBezTo>
                  <a:cubicBezTo>
                    <a:pt x="51119" y="11491"/>
                    <a:pt x="50480" y="12768"/>
                    <a:pt x="50480" y="14683"/>
                  </a:cubicBezTo>
                  <a:lnTo>
                    <a:pt x="50480" y="91929"/>
                  </a:lnTo>
                  <a:lnTo>
                    <a:pt x="6390" y="91929"/>
                  </a:lnTo>
                  <a:cubicBezTo>
                    <a:pt x="2556" y="91929"/>
                    <a:pt x="0" y="94483"/>
                    <a:pt x="0" y="98313"/>
                  </a:cubicBezTo>
                  <a:lnTo>
                    <a:pt x="0" y="165345"/>
                  </a:lnTo>
                  <a:cubicBezTo>
                    <a:pt x="0" y="169176"/>
                    <a:pt x="2556" y="171729"/>
                    <a:pt x="6390" y="171729"/>
                  </a:cubicBezTo>
                  <a:lnTo>
                    <a:pt x="26199" y="171729"/>
                  </a:lnTo>
                  <a:cubicBezTo>
                    <a:pt x="29394" y="183859"/>
                    <a:pt x="42174" y="190881"/>
                    <a:pt x="54314" y="187689"/>
                  </a:cubicBezTo>
                  <a:cubicBezTo>
                    <a:pt x="61982" y="185774"/>
                    <a:pt x="67733" y="179390"/>
                    <a:pt x="70289" y="171729"/>
                  </a:cubicBezTo>
                  <a:lnTo>
                    <a:pt x="118214" y="171729"/>
                  </a:lnTo>
                  <a:cubicBezTo>
                    <a:pt x="121409" y="183859"/>
                    <a:pt x="134189" y="191519"/>
                    <a:pt x="146330" y="188327"/>
                  </a:cubicBezTo>
                  <a:cubicBezTo>
                    <a:pt x="154637" y="186412"/>
                    <a:pt x="161027" y="179390"/>
                    <a:pt x="162943" y="171091"/>
                  </a:cubicBezTo>
                  <a:cubicBezTo>
                    <a:pt x="163582" y="171729"/>
                    <a:pt x="164860" y="171729"/>
                    <a:pt x="165499" y="171729"/>
                  </a:cubicBezTo>
                  <a:lnTo>
                    <a:pt x="224287" y="171729"/>
                  </a:lnTo>
                  <a:cubicBezTo>
                    <a:pt x="228121" y="171729"/>
                    <a:pt x="230677" y="169176"/>
                    <a:pt x="230677" y="165345"/>
                  </a:cubicBezTo>
                  <a:cubicBezTo>
                    <a:pt x="230677" y="161515"/>
                    <a:pt x="228121" y="158961"/>
                    <a:pt x="224287" y="158961"/>
                  </a:cubicBezTo>
                  <a:lnTo>
                    <a:pt x="224287" y="158961"/>
                  </a:lnTo>
                  <a:close/>
                  <a:moveTo>
                    <a:pt x="63260" y="21705"/>
                  </a:moveTo>
                  <a:lnTo>
                    <a:pt x="102878" y="22344"/>
                  </a:lnTo>
                  <a:lnTo>
                    <a:pt x="139940" y="117465"/>
                  </a:lnTo>
                  <a:lnTo>
                    <a:pt x="108629" y="117465"/>
                  </a:lnTo>
                  <a:lnTo>
                    <a:pt x="68372" y="93206"/>
                  </a:lnTo>
                  <a:cubicBezTo>
                    <a:pt x="67094" y="92568"/>
                    <a:pt x="66455" y="92568"/>
                    <a:pt x="65177" y="92568"/>
                  </a:cubicBezTo>
                  <a:lnTo>
                    <a:pt x="63260" y="92568"/>
                  </a:lnTo>
                  <a:lnTo>
                    <a:pt x="63260" y="21705"/>
                  </a:lnTo>
                  <a:close/>
                  <a:moveTo>
                    <a:pt x="48564" y="176198"/>
                  </a:moveTo>
                  <a:cubicBezTo>
                    <a:pt x="42813" y="176198"/>
                    <a:pt x="38340" y="171729"/>
                    <a:pt x="38340" y="165984"/>
                  </a:cubicBezTo>
                  <a:cubicBezTo>
                    <a:pt x="38340" y="160238"/>
                    <a:pt x="42813" y="155769"/>
                    <a:pt x="48564" y="155769"/>
                  </a:cubicBezTo>
                  <a:cubicBezTo>
                    <a:pt x="54314" y="155769"/>
                    <a:pt x="58788" y="160238"/>
                    <a:pt x="58788" y="165984"/>
                  </a:cubicBezTo>
                  <a:cubicBezTo>
                    <a:pt x="58788" y="165984"/>
                    <a:pt x="58788" y="165984"/>
                    <a:pt x="58788" y="165984"/>
                  </a:cubicBezTo>
                  <a:cubicBezTo>
                    <a:pt x="58788" y="171091"/>
                    <a:pt x="54314" y="176198"/>
                    <a:pt x="48564" y="176198"/>
                  </a:cubicBezTo>
                  <a:close/>
                  <a:moveTo>
                    <a:pt x="140579" y="176198"/>
                  </a:moveTo>
                  <a:cubicBezTo>
                    <a:pt x="134828" y="176198"/>
                    <a:pt x="130355" y="171729"/>
                    <a:pt x="130355" y="165984"/>
                  </a:cubicBezTo>
                  <a:cubicBezTo>
                    <a:pt x="130355" y="160238"/>
                    <a:pt x="134828" y="155769"/>
                    <a:pt x="140579" y="155769"/>
                  </a:cubicBezTo>
                  <a:cubicBezTo>
                    <a:pt x="146330" y="155769"/>
                    <a:pt x="150803" y="160238"/>
                    <a:pt x="150803" y="165984"/>
                  </a:cubicBezTo>
                  <a:cubicBezTo>
                    <a:pt x="150803" y="165984"/>
                    <a:pt x="150803" y="165984"/>
                    <a:pt x="150803" y="165984"/>
                  </a:cubicBezTo>
                  <a:cubicBezTo>
                    <a:pt x="150803" y="171091"/>
                    <a:pt x="146330" y="175560"/>
                    <a:pt x="140579" y="176198"/>
                  </a:cubicBezTo>
                  <a:lnTo>
                    <a:pt x="140579" y="176198"/>
                  </a:lnTo>
                  <a:close/>
                  <a:moveTo>
                    <a:pt x="162943" y="159600"/>
                  </a:moveTo>
                  <a:cubicBezTo>
                    <a:pt x="160387" y="147470"/>
                    <a:pt x="147608" y="139171"/>
                    <a:pt x="135467" y="142363"/>
                  </a:cubicBezTo>
                  <a:cubicBezTo>
                    <a:pt x="127160" y="144278"/>
                    <a:pt x="120131" y="150662"/>
                    <a:pt x="118214" y="158961"/>
                  </a:cubicBezTo>
                  <a:lnTo>
                    <a:pt x="70289" y="158961"/>
                  </a:lnTo>
                  <a:cubicBezTo>
                    <a:pt x="67094" y="146832"/>
                    <a:pt x="54314" y="139809"/>
                    <a:pt x="42174" y="143001"/>
                  </a:cubicBezTo>
                  <a:cubicBezTo>
                    <a:pt x="34506" y="144916"/>
                    <a:pt x="28755" y="151300"/>
                    <a:pt x="26199" y="158961"/>
                  </a:cubicBezTo>
                  <a:lnTo>
                    <a:pt x="12780" y="158961"/>
                  </a:lnTo>
                  <a:lnTo>
                    <a:pt x="12780" y="104697"/>
                  </a:lnTo>
                  <a:lnTo>
                    <a:pt x="63260" y="104697"/>
                  </a:lnTo>
                  <a:lnTo>
                    <a:pt x="103517" y="128957"/>
                  </a:lnTo>
                  <a:cubicBezTo>
                    <a:pt x="104795" y="129595"/>
                    <a:pt x="105434" y="129595"/>
                    <a:pt x="106712" y="129595"/>
                  </a:cubicBezTo>
                  <a:lnTo>
                    <a:pt x="167416" y="129595"/>
                  </a:lnTo>
                  <a:lnTo>
                    <a:pt x="167416" y="158961"/>
                  </a:lnTo>
                  <a:lnTo>
                    <a:pt x="165499" y="158961"/>
                  </a:lnTo>
                  <a:cubicBezTo>
                    <a:pt x="164860" y="158961"/>
                    <a:pt x="163582" y="159600"/>
                    <a:pt x="162943" y="159600"/>
                  </a:cubicBezTo>
                  <a:lnTo>
                    <a:pt x="162943" y="159600"/>
                  </a:lnTo>
                  <a:close/>
                </a:path>
              </a:pathLst>
            </a:custGeom>
            <a:solidFill>
              <a:srgbClr val="005587"/>
            </a:solidFill>
            <a:ln w="6390" cap="flat">
              <a:noFill/>
              <a:prstDash val="solid"/>
              <a:miter/>
            </a:ln>
          </p:spPr>
          <p:txBody>
            <a:bodyPr rtlCol="0" anchor="ctr"/>
            <a:lstStyle/>
            <a:p>
              <a:endParaRPr lang="en-US"/>
            </a:p>
          </p:txBody>
        </p:sp>
      </p:grpSp>
      <p:grpSp>
        <p:nvGrpSpPr>
          <p:cNvPr id="371" name="Graphic 4">
            <a:extLst>
              <a:ext uri="{FF2B5EF4-FFF2-40B4-BE49-F238E27FC236}">
                <a16:creationId xmlns:a16="http://schemas.microsoft.com/office/drawing/2014/main" id="{41F2518A-9AEC-C04C-8ABB-3718068D4493}"/>
              </a:ext>
            </a:extLst>
          </p:cNvPr>
          <p:cNvGrpSpPr/>
          <p:nvPr/>
        </p:nvGrpSpPr>
        <p:grpSpPr>
          <a:xfrm>
            <a:off x="2998797" y="4792777"/>
            <a:ext cx="362309" cy="362450"/>
            <a:chOff x="2998797" y="4792777"/>
            <a:chExt cx="362309" cy="362450"/>
          </a:xfrm>
          <a:solidFill>
            <a:srgbClr val="005587"/>
          </a:solidFill>
        </p:grpSpPr>
        <p:sp>
          <p:nvSpPr>
            <p:cNvPr id="372" name="Graphic 4">
              <a:extLst>
                <a:ext uri="{FF2B5EF4-FFF2-40B4-BE49-F238E27FC236}">
                  <a16:creationId xmlns:a16="http://schemas.microsoft.com/office/drawing/2014/main" id="{CB37B76E-BF75-1047-B96B-C97E3979262C}"/>
                </a:ext>
              </a:extLst>
            </p:cNvPr>
            <p:cNvSpPr/>
            <p:nvPr/>
          </p:nvSpPr>
          <p:spPr>
            <a:xfrm>
              <a:off x="3102314" y="5034571"/>
              <a:ext cx="20447" cy="20428"/>
            </a:xfrm>
            <a:custGeom>
              <a:avLst/>
              <a:gdLst>
                <a:gd name="connsiteX0" fmla="*/ 10224 w 20447"/>
                <a:gd name="connsiteY0" fmla="*/ 0 h 20428"/>
                <a:gd name="connsiteX1" fmla="*/ 0 w 20447"/>
                <a:gd name="connsiteY1" fmla="*/ 10214 h 20428"/>
                <a:gd name="connsiteX2" fmla="*/ 10224 w 20447"/>
                <a:gd name="connsiteY2" fmla="*/ 20429 h 20428"/>
                <a:gd name="connsiteX3" fmla="*/ 20448 w 20447"/>
                <a:gd name="connsiteY3" fmla="*/ 10214 h 20428"/>
                <a:gd name="connsiteX4" fmla="*/ 20448 w 20447"/>
                <a:gd name="connsiteY4" fmla="*/ 10214 h 20428"/>
                <a:gd name="connsiteX5" fmla="*/ 10224 w 20447"/>
                <a:gd name="connsiteY5" fmla="*/ 0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47" h="20428">
                  <a:moveTo>
                    <a:pt x="10224" y="0"/>
                  </a:moveTo>
                  <a:cubicBezTo>
                    <a:pt x="4473" y="0"/>
                    <a:pt x="0" y="4469"/>
                    <a:pt x="0" y="10214"/>
                  </a:cubicBezTo>
                  <a:cubicBezTo>
                    <a:pt x="0" y="15960"/>
                    <a:pt x="4473" y="20429"/>
                    <a:pt x="10224" y="20429"/>
                  </a:cubicBezTo>
                  <a:cubicBezTo>
                    <a:pt x="15975" y="20429"/>
                    <a:pt x="20448" y="15960"/>
                    <a:pt x="20448" y="10214"/>
                  </a:cubicBezTo>
                  <a:cubicBezTo>
                    <a:pt x="20448" y="10214"/>
                    <a:pt x="20448" y="10214"/>
                    <a:pt x="20448" y="10214"/>
                  </a:cubicBezTo>
                  <a:cubicBezTo>
                    <a:pt x="20448" y="4469"/>
                    <a:pt x="15975" y="0"/>
                    <a:pt x="10224" y="0"/>
                  </a:cubicBezTo>
                  <a:close/>
                </a:path>
              </a:pathLst>
            </a:custGeom>
            <a:solidFill>
              <a:srgbClr val="005587"/>
            </a:solidFill>
            <a:ln w="6390" cap="flat">
              <a:noFill/>
              <a:prstDash val="solid"/>
              <a:miter/>
            </a:ln>
          </p:spPr>
          <p:txBody>
            <a:bodyPr rtlCol="0" anchor="ctr"/>
            <a:lstStyle/>
            <a:p>
              <a:endParaRPr lang="en-US"/>
            </a:p>
          </p:txBody>
        </p:sp>
        <p:sp>
          <p:nvSpPr>
            <p:cNvPr id="373" name="Graphic 4">
              <a:extLst>
                <a:ext uri="{FF2B5EF4-FFF2-40B4-BE49-F238E27FC236}">
                  <a16:creationId xmlns:a16="http://schemas.microsoft.com/office/drawing/2014/main" id="{DEEA9729-3465-DD42-9183-99BEFC375C73}"/>
                </a:ext>
              </a:extLst>
            </p:cNvPr>
            <p:cNvSpPr/>
            <p:nvPr/>
          </p:nvSpPr>
          <p:spPr>
            <a:xfrm>
              <a:off x="3127235" y="4901145"/>
              <a:ext cx="76679" cy="95759"/>
            </a:xfrm>
            <a:custGeom>
              <a:avLst/>
              <a:gdLst>
                <a:gd name="connsiteX0" fmla="*/ 5751 w 76679"/>
                <a:gd name="connsiteY0" fmla="*/ 71501 h 95759"/>
                <a:gd name="connsiteX1" fmla="*/ 46008 w 76679"/>
                <a:gd name="connsiteY1" fmla="*/ 95760 h 95759"/>
                <a:gd name="connsiteX2" fmla="*/ 76679 w 76679"/>
                <a:gd name="connsiteY2" fmla="*/ 95760 h 95759"/>
                <a:gd name="connsiteX3" fmla="*/ 39618 w 76679"/>
                <a:gd name="connsiteY3" fmla="*/ 639 h 95759"/>
                <a:gd name="connsiteX4" fmla="*/ 0 w 76679"/>
                <a:gd name="connsiteY4" fmla="*/ 0 h 95759"/>
                <a:gd name="connsiteX5" fmla="*/ 0 w 76679"/>
                <a:gd name="connsiteY5" fmla="*/ 70862 h 95759"/>
                <a:gd name="connsiteX6" fmla="*/ 1917 w 76679"/>
                <a:gd name="connsiteY6" fmla="*/ 70862 h 95759"/>
                <a:gd name="connsiteX7" fmla="*/ 5751 w 76679"/>
                <a:gd name="connsiteY7" fmla="*/ 71501 h 95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679" h="95759">
                  <a:moveTo>
                    <a:pt x="5751" y="71501"/>
                  </a:moveTo>
                  <a:lnTo>
                    <a:pt x="46008" y="95760"/>
                  </a:lnTo>
                  <a:lnTo>
                    <a:pt x="76679" y="95760"/>
                  </a:lnTo>
                  <a:lnTo>
                    <a:pt x="39618" y="639"/>
                  </a:lnTo>
                  <a:lnTo>
                    <a:pt x="0" y="0"/>
                  </a:lnTo>
                  <a:lnTo>
                    <a:pt x="0" y="70862"/>
                  </a:lnTo>
                  <a:lnTo>
                    <a:pt x="1917" y="70862"/>
                  </a:lnTo>
                  <a:cubicBezTo>
                    <a:pt x="3195" y="70862"/>
                    <a:pt x="4473" y="70862"/>
                    <a:pt x="5751" y="71501"/>
                  </a:cubicBezTo>
                  <a:close/>
                </a:path>
              </a:pathLst>
            </a:custGeom>
            <a:solidFill>
              <a:srgbClr val="005587"/>
            </a:solidFill>
            <a:ln w="6390" cap="flat">
              <a:noFill/>
              <a:prstDash val="solid"/>
              <a:miter/>
            </a:ln>
          </p:spPr>
          <p:txBody>
            <a:bodyPr rtlCol="0" anchor="ctr"/>
            <a:lstStyle/>
            <a:p>
              <a:endParaRPr lang="en-US"/>
            </a:p>
          </p:txBody>
        </p:sp>
        <p:sp>
          <p:nvSpPr>
            <p:cNvPr id="374" name="Graphic 4">
              <a:extLst>
                <a:ext uri="{FF2B5EF4-FFF2-40B4-BE49-F238E27FC236}">
                  <a16:creationId xmlns:a16="http://schemas.microsoft.com/office/drawing/2014/main" id="{0A61A9D0-0119-1740-8457-0E58E5C8E17A}"/>
                </a:ext>
              </a:extLst>
            </p:cNvPr>
            <p:cNvSpPr/>
            <p:nvPr/>
          </p:nvSpPr>
          <p:spPr>
            <a:xfrm>
              <a:off x="3194329" y="5034571"/>
              <a:ext cx="20502" cy="20428"/>
            </a:xfrm>
            <a:custGeom>
              <a:avLst/>
              <a:gdLst>
                <a:gd name="connsiteX0" fmla="*/ 10224 w 20502"/>
                <a:gd name="connsiteY0" fmla="*/ 0 h 20428"/>
                <a:gd name="connsiteX1" fmla="*/ 0 w 20502"/>
                <a:gd name="connsiteY1" fmla="*/ 10214 h 20428"/>
                <a:gd name="connsiteX2" fmla="*/ 10224 w 20502"/>
                <a:gd name="connsiteY2" fmla="*/ 20429 h 20428"/>
                <a:gd name="connsiteX3" fmla="*/ 20448 w 20502"/>
                <a:gd name="connsiteY3" fmla="*/ 10214 h 20428"/>
                <a:gd name="connsiteX4" fmla="*/ 20448 w 20502"/>
                <a:gd name="connsiteY4" fmla="*/ 10214 h 20428"/>
                <a:gd name="connsiteX5" fmla="*/ 10224 w 20502"/>
                <a:gd name="connsiteY5" fmla="*/ 0 h 20428"/>
                <a:gd name="connsiteX6" fmla="*/ 10224 w 20502"/>
                <a:gd name="connsiteY6" fmla="*/ 0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02" h="20428">
                  <a:moveTo>
                    <a:pt x="10224" y="0"/>
                  </a:moveTo>
                  <a:cubicBezTo>
                    <a:pt x="4473" y="0"/>
                    <a:pt x="0" y="4469"/>
                    <a:pt x="0" y="10214"/>
                  </a:cubicBezTo>
                  <a:cubicBezTo>
                    <a:pt x="0" y="15960"/>
                    <a:pt x="4473" y="20429"/>
                    <a:pt x="10224" y="20429"/>
                  </a:cubicBezTo>
                  <a:cubicBezTo>
                    <a:pt x="15975" y="20429"/>
                    <a:pt x="20448" y="15960"/>
                    <a:pt x="20448" y="10214"/>
                  </a:cubicBezTo>
                  <a:cubicBezTo>
                    <a:pt x="20448" y="10214"/>
                    <a:pt x="20448" y="10214"/>
                    <a:pt x="20448" y="10214"/>
                  </a:cubicBezTo>
                  <a:cubicBezTo>
                    <a:pt x="21087" y="4469"/>
                    <a:pt x="15975" y="0"/>
                    <a:pt x="10224" y="0"/>
                  </a:cubicBezTo>
                  <a:cubicBezTo>
                    <a:pt x="10224" y="0"/>
                    <a:pt x="10224" y="0"/>
                    <a:pt x="10224" y="0"/>
                  </a:cubicBezTo>
                  <a:close/>
                </a:path>
              </a:pathLst>
            </a:custGeom>
            <a:solidFill>
              <a:srgbClr val="005587"/>
            </a:solidFill>
            <a:ln w="6390" cap="flat">
              <a:noFill/>
              <a:prstDash val="solid"/>
              <a:miter/>
            </a:ln>
          </p:spPr>
          <p:txBody>
            <a:bodyPr rtlCol="0" anchor="ctr"/>
            <a:lstStyle/>
            <a:p>
              <a:endParaRPr lang="en-US"/>
            </a:p>
          </p:txBody>
        </p:sp>
        <p:sp>
          <p:nvSpPr>
            <p:cNvPr id="375" name="Graphic 4">
              <a:extLst>
                <a:ext uri="{FF2B5EF4-FFF2-40B4-BE49-F238E27FC236}">
                  <a16:creationId xmlns:a16="http://schemas.microsoft.com/office/drawing/2014/main" id="{A37AE7CA-0590-6548-9C38-476DA4B9D946}"/>
                </a:ext>
              </a:extLst>
            </p:cNvPr>
            <p:cNvSpPr/>
            <p:nvPr/>
          </p:nvSpPr>
          <p:spPr>
            <a:xfrm>
              <a:off x="3077393" y="4984776"/>
              <a:ext cx="154636" cy="54902"/>
            </a:xfrm>
            <a:custGeom>
              <a:avLst/>
              <a:gdLst>
                <a:gd name="connsiteX0" fmla="*/ 154636 w 154636"/>
                <a:gd name="connsiteY0" fmla="*/ 24897 h 54902"/>
                <a:gd name="connsiteX1" fmla="*/ 93932 w 154636"/>
                <a:gd name="connsiteY1" fmla="*/ 24897 h 54902"/>
                <a:gd name="connsiteX2" fmla="*/ 90737 w 154636"/>
                <a:gd name="connsiteY2" fmla="*/ 24259 h 54902"/>
                <a:gd name="connsiteX3" fmla="*/ 50480 w 154636"/>
                <a:gd name="connsiteY3" fmla="*/ 0 h 54902"/>
                <a:gd name="connsiteX4" fmla="*/ 0 w 154636"/>
                <a:gd name="connsiteY4" fmla="*/ 0 h 54902"/>
                <a:gd name="connsiteX5" fmla="*/ 0 w 154636"/>
                <a:gd name="connsiteY5" fmla="*/ 54264 h 54902"/>
                <a:gd name="connsiteX6" fmla="*/ 13419 w 154636"/>
                <a:gd name="connsiteY6" fmla="*/ 54264 h 54902"/>
                <a:gd name="connsiteX7" fmla="*/ 41535 w 154636"/>
                <a:gd name="connsiteY7" fmla="*/ 38304 h 54902"/>
                <a:gd name="connsiteX8" fmla="*/ 57509 w 154636"/>
                <a:gd name="connsiteY8" fmla="*/ 54264 h 54902"/>
                <a:gd name="connsiteX9" fmla="*/ 105434 w 154636"/>
                <a:gd name="connsiteY9" fmla="*/ 54264 h 54902"/>
                <a:gd name="connsiteX10" fmla="*/ 133550 w 154636"/>
                <a:gd name="connsiteY10" fmla="*/ 37665 h 54902"/>
                <a:gd name="connsiteX11" fmla="*/ 150164 w 154636"/>
                <a:gd name="connsiteY11" fmla="*/ 54902 h 54902"/>
                <a:gd name="connsiteX12" fmla="*/ 152719 w 154636"/>
                <a:gd name="connsiteY12" fmla="*/ 54264 h 54902"/>
                <a:gd name="connsiteX13" fmla="*/ 154636 w 154636"/>
                <a:gd name="connsiteY13" fmla="*/ 54264 h 54902"/>
                <a:gd name="connsiteX14" fmla="*/ 154636 w 154636"/>
                <a:gd name="connsiteY14" fmla="*/ 24897 h 5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4636" h="54902">
                  <a:moveTo>
                    <a:pt x="154636" y="24897"/>
                  </a:moveTo>
                  <a:lnTo>
                    <a:pt x="93932" y="24897"/>
                  </a:lnTo>
                  <a:cubicBezTo>
                    <a:pt x="92654" y="24897"/>
                    <a:pt x="91376" y="24897"/>
                    <a:pt x="90737" y="24259"/>
                  </a:cubicBezTo>
                  <a:lnTo>
                    <a:pt x="50480" y="0"/>
                  </a:lnTo>
                  <a:lnTo>
                    <a:pt x="0" y="0"/>
                  </a:lnTo>
                  <a:lnTo>
                    <a:pt x="0" y="54264"/>
                  </a:lnTo>
                  <a:lnTo>
                    <a:pt x="13419" y="54264"/>
                  </a:lnTo>
                  <a:cubicBezTo>
                    <a:pt x="16614" y="42134"/>
                    <a:pt x="29394" y="35112"/>
                    <a:pt x="41535" y="38304"/>
                  </a:cubicBezTo>
                  <a:cubicBezTo>
                    <a:pt x="49202" y="40219"/>
                    <a:pt x="55592" y="46603"/>
                    <a:pt x="57509" y="54264"/>
                  </a:cubicBezTo>
                  <a:lnTo>
                    <a:pt x="105434" y="54264"/>
                  </a:lnTo>
                  <a:cubicBezTo>
                    <a:pt x="108629" y="42134"/>
                    <a:pt x="121409" y="34473"/>
                    <a:pt x="133550" y="37665"/>
                  </a:cubicBezTo>
                  <a:cubicBezTo>
                    <a:pt x="141856" y="39581"/>
                    <a:pt x="148246" y="46603"/>
                    <a:pt x="150164" y="54902"/>
                  </a:cubicBezTo>
                  <a:cubicBezTo>
                    <a:pt x="150803" y="54264"/>
                    <a:pt x="152080" y="54264"/>
                    <a:pt x="152719" y="54264"/>
                  </a:cubicBezTo>
                  <a:lnTo>
                    <a:pt x="154636" y="54264"/>
                  </a:lnTo>
                  <a:lnTo>
                    <a:pt x="154636" y="24897"/>
                  </a:lnTo>
                  <a:close/>
                </a:path>
              </a:pathLst>
            </a:custGeom>
            <a:solidFill>
              <a:srgbClr val="005587"/>
            </a:solidFill>
            <a:ln w="6390" cap="flat">
              <a:noFill/>
              <a:prstDash val="solid"/>
              <a:miter/>
            </a:ln>
          </p:spPr>
          <p:txBody>
            <a:bodyPr rtlCol="0" anchor="ctr"/>
            <a:lstStyle/>
            <a:p>
              <a:endParaRPr lang="en-US"/>
            </a:p>
          </p:txBody>
        </p:sp>
        <p:sp>
          <p:nvSpPr>
            <p:cNvPr id="376" name="Graphic 4">
              <a:extLst>
                <a:ext uri="{FF2B5EF4-FFF2-40B4-BE49-F238E27FC236}">
                  <a16:creationId xmlns:a16="http://schemas.microsoft.com/office/drawing/2014/main" id="{E7FAE88B-E85D-6242-8745-7C7BADC7BDB2}"/>
                </a:ext>
              </a:extLst>
            </p:cNvPr>
            <p:cNvSpPr/>
            <p:nvPr/>
          </p:nvSpPr>
          <p:spPr>
            <a:xfrm>
              <a:off x="2998797" y="4792777"/>
              <a:ext cx="362309" cy="362450"/>
            </a:xfrm>
            <a:custGeom>
              <a:avLst/>
              <a:gdLst>
                <a:gd name="connsiteX0" fmla="*/ 180835 w 362309"/>
                <a:gd name="connsiteY0" fmla="*/ 479 h 362450"/>
                <a:gd name="connsiteX1" fmla="*/ 0 w 362309"/>
                <a:gd name="connsiteY1" fmla="*/ 181784 h 362450"/>
                <a:gd name="connsiteX2" fmla="*/ 181474 w 362309"/>
                <a:gd name="connsiteY2" fmla="*/ 362451 h 362450"/>
                <a:gd name="connsiteX3" fmla="*/ 362310 w 362309"/>
                <a:gd name="connsiteY3" fmla="*/ 181146 h 362450"/>
                <a:gd name="connsiteX4" fmla="*/ 180835 w 362309"/>
                <a:gd name="connsiteY4" fmla="*/ 479 h 362450"/>
                <a:gd name="connsiteX5" fmla="*/ 180835 w 362309"/>
                <a:gd name="connsiteY5" fmla="*/ 479 h 362450"/>
                <a:gd name="connsiteX6" fmla="*/ 289464 w 362309"/>
                <a:gd name="connsiteY6" fmla="*/ 258392 h 362450"/>
                <a:gd name="connsiteX7" fmla="*/ 230677 w 362309"/>
                <a:gd name="connsiteY7" fmla="*/ 258392 h 362450"/>
                <a:gd name="connsiteX8" fmla="*/ 228121 w 362309"/>
                <a:gd name="connsiteY8" fmla="*/ 257753 h 362450"/>
                <a:gd name="connsiteX9" fmla="*/ 200644 w 362309"/>
                <a:gd name="connsiteY9" fmla="*/ 274990 h 362450"/>
                <a:gd name="connsiteX10" fmla="*/ 183391 w 362309"/>
                <a:gd name="connsiteY10" fmla="*/ 258392 h 362450"/>
                <a:gd name="connsiteX11" fmla="*/ 135467 w 362309"/>
                <a:gd name="connsiteY11" fmla="*/ 258392 h 362450"/>
                <a:gd name="connsiteX12" fmla="*/ 107351 w 362309"/>
                <a:gd name="connsiteY12" fmla="*/ 274352 h 362450"/>
                <a:gd name="connsiteX13" fmla="*/ 91376 w 362309"/>
                <a:gd name="connsiteY13" fmla="*/ 258392 h 362450"/>
                <a:gd name="connsiteX14" fmla="*/ 71567 w 362309"/>
                <a:gd name="connsiteY14" fmla="*/ 258392 h 362450"/>
                <a:gd name="connsiteX15" fmla="*/ 65177 w 362309"/>
                <a:gd name="connsiteY15" fmla="*/ 252008 h 362450"/>
                <a:gd name="connsiteX16" fmla="*/ 65177 w 362309"/>
                <a:gd name="connsiteY16" fmla="*/ 184976 h 362450"/>
                <a:gd name="connsiteX17" fmla="*/ 71567 w 362309"/>
                <a:gd name="connsiteY17" fmla="*/ 178592 h 362450"/>
                <a:gd name="connsiteX18" fmla="*/ 115658 w 362309"/>
                <a:gd name="connsiteY18" fmla="*/ 178592 h 362450"/>
                <a:gd name="connsiteX19" fmla="*/ 115658 w 362309"/>
                <a:gd name="connsiteY19" fmla="*/ 101346 h 362450"/>
                <a:gd name="connsiteX20" fmla="*/ 117575 w 362309"/>
                <a:gd name="connsiteY20" fmla="*/ 96877 h 362450"/>
                <a:gd name="connsiteX21" fmla="*/ 122048 w 362309"/>
                <a:gd name="connsiteY21" fmla="*/ 94962 h 362450"/>
                <a:gd name="connsiteX22" fmla="*/ 172528 w 362309"/>
                <a:gd name="connsiteY22" fmla="*/ 95600 h 362450"/>
                <a:gd name="connsiteX23" fmla="*/ 178279 w 362309"/>
                <a:gd name="connsiteY23" fmla="*/ 99431 h 362450"/>
                <a:gd name="connsiteX24" fmla="*/ 218536 w 362309"/>
                <a:gd name="connsiteY24" fmla="*/ 203490 h 362450"/>
                <a:gd name="connsiteX25" fmla="*/ 232594 w 362309"/>
                <a:gd name="connsiteY25" fmla="*/ 203490 h 362450"/>
                <a:gd name="connsiteX26" fmla="*/ 232594 w 362309"/>
                <a:gd name="connsiteY26" fmla="*/ 93047 h 362450"/>
                <a:gd name="connsiteX27" fmla="*/ 238984 w 362309"/>
                <a:gd name="connsiteY27" fmla="*/ 86663 h 362450"/>
                <a:gd name="connsiteX28" fmla="*/ 245374 w 362309"/>
                <a:gd name="connsiteY28" fmla="*/ 93047 h 362450"/>
                <a:gd name="connsiteX29" fmla="*/ 245374 w 362309"/>
                <a:gd name="connsiteY29" fmla="*/ 245624 h 362450"/>
                <a:gd name="connsiteX30" fmla="*/ 289464 w 362309"/>
                <a:gd name="connsiteY30" fmla="*/ 245624 h 362450"/>
                <a:gd name="connsiteX31" fmla="*/ 295854 w 362309"/>
                <a:gd name="connsiteY31" fmla="*/ 252008 h 362450"/>
                <a:gd name="connsiteX32" fmla="*/ 289464 w 362309"/>
                <a:gd name="connsiteY32" fmla="*/ 258392 h 362450"/>
                <a:gd name="connsiteX33" fmla="*/ 289464 w 362309"/>
                <a:gd name="connsiteY33" fmla="*/ 258392 h 36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2309" h="362450">
                  <a:moveTo>
                    <a:pt x="180835" y="479"/>
                  </a:moveTo>
                  <a:cubicBezTo>
                    <a:pt x="80513" y="479"/>
                    <a:pt x="0" y="81556"/>
                    <a:pt x="0" y="181784"/>
                  </a:cubicBezTo>
                  <a:cubicBezTo>
                    <a:pt x="0" y="282012"/>
                    <a:pt x="81152" y="362451"/>
                    <a:pt x="181474" y="362451"/>
                  </a:cubicBezTo>
                  <a:cubicBezTo>
                    <a:pt x="281157" y="362451"/>
                    <a:pt x="362310" y="281374"/>
                    <a:pt x="362310" y="181146"/>
                  </a:cubicBezTo>
                  <a:cubicBezTo>
                    <a:pt x="362310" y="80917"/>
                    <a:pt x="281157" y="-160"/>
                    <a:pt x="180835" y="479"/>
                  </a:cubicBezTo>
                  <a:cubicBezTo>
                    <a:pt x="180835" y="-160"/>
                    <a:pt x="180835" y="-160"/>
                    <a:pt x="180835" y="479"/>
                  </a:cubicBezTo>
                  <a:close/>
                  <a:moveTo>
                    <a:pt x="289464" y="258392"/>
                  </a:moveTo>
                  <a:lnTo>
                    <a:pt x="230677" y="258392"/>
                  </a:lnTo>
                  <a:cubicBezTo>
                    <a:pt x="229399" y="258392"/>
                    <a:pt x="228760" y="258392"/>
                    <a:pt x="228121" y="257753"/>
                  </a:cubicBezTo>
                  <a:cubicBezTo>
                    <a:pt x="225565" y="269883"/>
                    <a:pt x="212785" y="278182"/>
                    <a:pt x="200644" y="274990"/>
                  </a:cubicBezTo>
                  <a:cubicBezTo>
                    <a:pt x="192337" y="273075"/>
                    <a:pt x="185308" y="266691"/>
                    <a:pt x="183391" y="258392"/>
                  </a:cubicBezTo>
                  <a:lnTo>
                    <a:pt x="135467" y="258392"/>
                  </a:lnTo>
                  <a:cubicBezTo>
                    <a:pt x="132272" y="270521"/>
                    <a:pt x="119492" y="277544"/>
                    <a:pt x="107351" y="274352"/>
                  </a:cubicBezTo>
                  <a:cubicBezTo>
                    <a:pt x="99683" y="272436"/>
                    <a:pt x="93293" y="266052"/>
                    <a:pt x="91376" y="258392"/>
                  </a:cubicBezTo>
                  <a:lnTo>
                    <a:pt x="71567" y="258392"/>
                  </a:lnTo>
                  <a:cubicBezTo>
                    <a:pt x="67733" y="258392"/>
                    <a:pt x="65177" y="255838"/>
                    <a:pt x="65177" y="252008"/>
                  </a:cubicBezTo>
                  <a:lnTo>
                    <a:pt x="65177" y="184976"/>
                  </a:lnTo>
                  <a:cubicBezTo>
                    <a:pt x="65177" y="181146"/>
                    <a:pt x="67733" y="178592"/>
                    <a:pt x="71567" y="178592"/>
                  </a:cubicBezTo>
                  <a:lnTo>
                    <a:pt x="115658" y="178592"/>
                  </a:lnTo>
                  <a:lnTo>
                    <a:pt x="115658" y="101346"/>
                  </a:lnTo>
                  <a:cubicBezTo>
                    <a:pt x="115658" y="99431"/>
                    <a:pt x="116297" y="98154"/>
                    <a:pt x="117575" y="96877"/>
                  </a:cubicBezTo>
                  <a:cubicBezTo>
                    <a:pt x="118853" y="95600"/>
                    <a:pt x="120131" y="94962"/>
                    <a:pt x="122048" y="94962"/>
                  </a:cubicBezTo>
                  <a:lnTo>
                    <a:pt x="172528" y="95600"/>
                  </a:lnTo>
                  <a:cubicBezTo>
                    <a:pt x="175084" y="95600"/>
                    <a:pt x="177640" y="97516"/>
                    <a:pt x="178279" y="99431"/>
                  </a:cubicBezTo>
                  <a:lnTo>
                    <a:pt x="218536" y="203490"/>
                  </a:lnTo>
                  <a:lnTo>
                    <a:pt x="232594" y="203490"/>
                  </a:lnTo>
                  <a:lnTo>
                    <a:pt x="232594" y="93047"/>
                  </a:lnTo>
                  <a:cubicBezTo>
                    <a:pt x="232594" y="89216"/>
                    <a:pt x="235150" y="86663"/>
                    <a:pt x="238984" y="86663"/>
                  </a:cubicBezTo>
                  <a:cubicBezTo>
                    <a:pt x="242818" y="86663"/>
                    <a:pt x="245374" y="89216"/>
                    <a:pt x="245374" y="93047"/>
                  </a:cubicBezTo>
                  <a:lnTo>
                    <a:pt x="245374" y="245624"/>
                  </a:lnTo>
                  <a:lnTo>
                    <a:pt x="289464" y="245624"/>
                  </a:lnTo>
                  <a:cubicBezTo>
                    <a:pt x="293298" y="245624"/>
                    <a:pt x="295854" y="248177"/>
                    <a:pt x="295854" y="252008"/>
                  </a:cubicBezTo>
                  <a:cubicBezTo>
                    <a:pt x="295854" y="255838"/>
                    <a:pt x="292659" y="258392"/>
                    <a:pt x="289464" y="258392"/>
                  </a:cubicBezTo>
                  <a:lnTo>
                    <a:pt x="289464" y="258392"/>
                  </a:lnTo>
                  <a:close/>
                </a:path>
              </a:pathLst>
            </a:custGeom>
            <a:solidFill>
              <a:srgbClr val="005587"/>
            </a:solidFill>
            <a:ln w="6390" cap="flat">
              <a:noFill/>
              <a:prstDash val="solid"/>
              <a:miter/>
            </a:ln>
          </p:spPr>
          <p:txBody>
            <a:bodyPr rtlCol="0" anchor="ctr"/>
            <a:lstStyle/>
            <a:p>
              <a:endParaRPr lang="en-US"/>
            </a:p>
          </p:txBody>
        </p:sp>
      </p:grpSp>
      <p:grpSp>
        <p:nvGrpSpPr>
          <p:cNvPr id="377" name="Graphic 4">
            <a:extLst>
              <a:ext uri="{FF2B5EF4-FFF2-40B4-BE49-F238E27FC236}">
                <a16:creationId xmlns:a16="http://schemas.microsoft.com/office/drawing/2014/main" id="{06221A92-2B29-094A-A910-8A855DD2261A}"/>
              </a:ext>
            </a:extLst>
          </p:cNvPr>
          <p:cNvGrpSpPr/>
          <p:nvPr/>
        </p:nvGrpSpPr>
        <p:grpSpPr>
          <a:xfrm>
            <a:off x="467104" y="918179"/>
            <a:ext cx="362309" cy="361971"/>
            <a:chOff x="467104" y="918179"/>
            <a:chExt cx="362309" cy="361971"/>
          </a:xfrm>
          <a:solidFill>
            <a:srgbClr val="012169"/>
          </a:solidFill>
        </p:grpSpPr>
        <p:sp>
          <p:nvSpPr>
            <p:cNvPr id="378" name="Graphic 4">
              <a:extLst>
                <a:ext uri="{FF2B5EF4-FFF2-40B4-BE49-F238E27FC236}">
                  <a16:creationId xmlns:a16="http://schemas.microsoft.com/office/drawing/2014/main" id="{80C18AA3-6263-B14C-B761-3BC9F319EAC6}"/>
                </a:ext>
              </a:extLst>
            </p:cNvPr>
            <p:cNvSpPr/>
            <p:nvPr/>
          </p:nvSpPr>
          <p:spPr>
            <a:xfrm>
              <a:off x="467104" y="918179"/>
              <a:ext cx="362309" cy="361971"/>
            </a:xfrm>
            <a:custGeom>
              <a:avLst/>
              <a:gdLst>
                <a:gd name="connsiteX0" fmla="*/ 181474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1474 w 362309"/>
                <a:gd name="connsiteY4" fmla="*/ 0 h 361971"/>
                <a:gd name="connsiteX5" fmla="*/ 181474 w 362309"/>
                <a:gd name="connsiteY5" fmla="*/ 0 h 361971"/>
                <a:gd name="connsiteX6" fmla="*/ 181474 w 362309"/>
                <a:gd name="connsiteY6" fmla="*/ 349204 h 361971"/>
                <a:gd name="connsiteX7" fmla="*/ 13419 w 362309"/>
                <a:gd name="connsiteY7" fmla="*/ 180667 h 361971"/>
                <a:gd name="connsiteX8" fmla="*/ 181474 w 362309"/>
                <a:gd name="connsiteY8" fmla="*/ 12768 h 361971"/>
                <a:gd name="connsiteX9" fmla="*/ 349530 w 362309"/>
                <a:gd name="connsiteY9" fmla="*/ 180667 h 361971"/>
                <a:gd name="connsiteX10" fmla="*/ 181474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1474" y="0"/>
                  </a:moveTo>
                  <a:cubicBezTo>
                    <a:pt x="81152" y="0"/>
                    <a:pt x="0" y="81077"/>
                    <a:pt x="0" y="181305"/>
                  </a:cubicBezTo>
                  <a:cubicBezTo>
                    <a:pt x="0" y="281534"/>
                    <a:pt x="81152" y="361972"/>
                    <a:pt x="181474" y="361972"/>
                  </a:cubicBezTo>
                  <a:cubicBezTo>
                    <a:pt x="281796" y="361972"/>
                    <a:pt x="362309" y="280895"/>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768"/>
                    <a:pt x="181474" y="12768"/>
                  </a:cubicBezTo>
                  <a:cubicBezTo>
                    <a:pt x="274128" y="12768"/>
                    <a:pt x="349530" y="88099"/>
                    <a:pt x="349530" y="180667"/>
                  </a:cubicBezTo>
                  <a:cubicBezTo>
                    <a:pt x="349530" y="273873"/>
                    <a:pt x="274128" y="349204"/>
                    <a:pt x="181474" y="349204"/>
                  </a:cubicBezTo>
                  <a:close/>
                </a:path>
              </a:pathLst>
            </a:custGeom>
            <a:solidFill>
              <a:srgbClr val="012169"/>
            </a:solidFill>
            <a:ln w="6390" cap="flat">
              <a:noFill/>
              <a:prstDash val="solid"/>
              <a:miter/>
            </a:ln>
          </p:spPr>
          <p:txBody>
            <a:bodyPr rtlCol="0" anchor="ctr"/>
            <a:lstStyle/>
            <a:p>
              <a:endParaRPr lang="en-US"/>
            </a:p>
          </p:txBody>
        </p:sp>
        <p:sp>
          <p:nvSpPr>
            <p:cNvPr id="379" name="Graphic 4">
              <a:extLst>
                <a:ext uri="{FF2B5EF4-FFF2-40B4-BE49-F238E27FC236}">
                  <a16:creationId xmlns:a16="http://schemas.microsoft.com/office/drawing/2014/main" id="{E1C86CB8-1A10-414C-9445-C0003DE04400}"/>
                </a:ext>
              </a:extLst>
            </p:cNvPr>
            <p:cNvSpPr/>
            <p:nvPr/>
          </p:nvSpPr>
          <p:spPr>
            <a:xfrm>
              <a:off x="536115" y="974358"/>
              <a:ext cx="223653" cy="248336"/>
            </a:xfrm>
            <a:custGeom>
              <a:avLst/>
              <a:gdLst>
                <a:gd name="connsiteX0" fmla="*/ 207034 w 223653"/>
                <a:gd name="connsiteY0" fmla="*/ 77246 h 248336"/>
                <a:gd name="connsiteX1" fmla="*/ 205117 w 223653"/>
                <a:gd name="connsiteY1" fmla="*/ 75331 h 248336"/>
                <a:gd name="connsiteX2" fmla="*/ 211507 w 223653"/>
                <a:gd name="connsiteY2" fmla="*/ 51710 h 248336"/>
                <a:gd name="connsiteX3" fmla="*/ 159748 w 223653"/>
                <a:gd name="connsiteY3" fmla="*/ 0 h 248336"/>
                <a:gd name="connsiteX4" fmla="*/ 159748 w 223653"/>
                <a:gd name="connsiteY4" fmla="*/ 0 h 248336"/>
                <a:gd name="connsiteX5" fmla="*/ 115658 w 223653"/>
                <a:gd name="connsiteY5" fmla="*/ 25536 h 248336"/>
                <a:gd name="connsiteX6" fmla="*/ 113741 w 223653"/>
                <a:gd name="connsiteY6" fmla="*/ 25536 h 248336"/>
                <a:gd name="connsiteX7" fmla="*/ 112463 w 223653"/>
                <a:gd name="connsiteY7" fmla="*/ 24897 h 248336"/>
                <a:gd name="connsiteX8" fmla="*/ 0 w 223653"/>
                <a:gd name="connsiteY8" fmla="*/ 136617 h 248336"/>
                <a:gd name="connsiteX9" fmla="*/ 0 w 223653"/>
                <a:gd name="connsiteY9" fmla="*/ 136617 h 248336"/>
                <a:gd name="connsiteX10" fmla="*/ 110546 w 223653"/>
                <a:gd name="connsiteY10" fmla="*/ 248337 h 248336"/>
                <a:gd name="connsiteX11" fmla="*/ 111824 w 223653"/>
                <a:gd name="connsiteY11" fmla="*/ 248337 h 248336"/>
                <a:gd name="connsiteX12" fmla="*/ 112463 w 223653"/>
                <a:gd name="connsiteY12" fmla="*/ 248337 h 248336"/>
                <a:gd name="connsiteX13" fmla="*/ 223648 w 223653"/>
                <a:gd name="connsiteY13" fmla="*/ 135340 h 248336"/>
                <a:gd name="connsiteX14" fmla="*/ 216619 w 223653"/>
                <a:gd name="connsiteY14" fmla="*/ 97037 h 248336"/>
                <a:gd name="connsiteX15" fmla="*/ 207034 w 223653"/>
                <a:gd name="connsiteY15" fmla="*/ 77246 h 248336"/>
                <a:gd name="connsiteX16" fmla="*/ 200005 w 223653"/>
                <a:gd name="connsiteY16" fmla="*/ 183859 h 248336"/>
                <a:gd name="connsiteX17" fmla="*/ 152080 w 223653"/>
                <a:gd name="connsiteY17" fmla="*/ 183859 h 248336"/>
                <a:gd name="connsiteX18" fmla="*/ 155914 w 223653"/>
                <a:gd name="connsiteY18" fmla="*/ 143640 h 248336"/>
                <a:gd name="connsiteX19" fmla="*/ 211507 w 223653"/>
                <a:gd name="connsiteY19" fmla="*/ 143640 h 248336"/>
                <a:gd name="connsiteX20" fmla="*/ 200005 w 223653"/>
                <a:gd name="connsiteY20" fmla="*/ 183859 h 248336"/>
                <a:gd name="connsiteX21" fmla="*/ 113102 w 223653"/>
                <a:gd name="connsiteY21" fmla="*/ 236207 h 248336"/>
                <a:gd name="connsiteX22" fmla="*/ 111824 w 223653"/>
                <a:gd name="connsiteY22" fmla="*/ 236207 h 248336"/>
                <a:gd name="connsiteX23" fmla="*/ 88181 w 223653"/>
                <a:gd name="connsiteY23" fmla="*/ 195988 h 248336"/>
                <a:gd name="connsiteX24" fmla="*/ 137384 w 223653"/>
                <a:gd name="connsiteY24" fmla="*/ 195988 h 248336"/>
                <a:gd name="connsiteX25" fmla="*/ 113102 w 223653"/>
                <a:gd name="connsiteY25" fmla="*/ 236207 h 248336"/>
                <a:gd name="connsiteX26" fmla="*/ 84986 w 223653"/>
                <a:gd name="connsiteY26" fmla="*/ 183220 h 248336"/>
                <a:gd name="connsiteX27" fmla="*/ 81152 w 223653"/>
                <a:gd name="connsiteY27" fmla="*/ 143001 h 248336"/>
                <a:gd name="connsiteX28" fmla="*/ 143135 w 223653"/>
                <a:gd name="connsiteY28" fmla="*/ 143001 h 248336"/>
                <a:gd name="connsiteX29" fmla="*/ 139301 w 223653"/>
                <a:gd name="connsiteY29" fmla="*/ 183220 h 248336"/>
                <a:gd name="connsiteX30" fmla="*/ 84986 w 223653"/>
                <a:gd name="connsiteY30" fmla="*/ 183220 h 248336"/>
                <a:gd name="connsiteX31" fmla="*/ 13419 w 223653"/>
                <a:gd name="connsiteY31" fmla="*/ 143640 h 248336"/>
                <a:gd name="connsiteX32" fmla="*/ 68372 w 223653"/>
                <a:gd name="connsiteY32" fmla="*/ 143640 h 248336"/>
                <a:gd name="connsiteX33" fmla="*/ 72206 w 223653"/>
                <a:gd name="connsiteY33" fmla="*/ 183859 h 248336"/>
                <a:gd name="connsiteX34" fmla="*/ 24282 w 223653"/>
                <a:gd name="connsiteY34" fmla="*/ 183859 h 248336"/>
                <a:gd name="connsiteX35" fmla="*/ 13419 w 223653"/>
                <a:gd name="connsiteY35" fmla="*/ 143640 h 248336"/>
                <a:gd name="connsiteX36" fmla="*/ 24921 w 223653"/>
                <a:gd name="connsiteY36" fmla="*/ 90653 h 248336"/>
                <a:gd name="connsiteX37" fmla="*/ 72206 w 223653"/>
                <a:gd name="connsiteY37" fmla="*/ 90653 h 248336"/>
                <a:gd name="connsiteX38" fmla="*/ 68372 w 223653"/>
                <a:gd name="connsiteY38" fmla="*/ 130872 h 248336"/>
                <a:gd name="connsiteX39" fmla="*/ 13419 w 223653"/>
                <a:gd name="connsiteY39" fmla="*/ 130872 h 248336"/>
                <a:gd name="connsiteX40" fmla="*/ 24921 w 223653"/>
                <a:gd name="connsiteY40" fmla="*/ 90653 h 248336"/>
                <a:gd name="connsiteX41" fmla="*/ 24921 w 223653"/>
                <a:gd name="connsiteY41" fmla="*/ 90653 h 248336"/>
                <a:gd name="connsiteX42" fmla="*/ 110546 w 223653"/>
                <a:gd name="connsiteY42" fmla="*/ 38304 h 248336"/>
                <a:gd name="connsiteX43" fmla="*/ 108629 w 223653"/>
                <a:gd name="connsiteY43" fmla="*/ 51710 h 248336"/>
                <a:gd name="connsiteX44" fmla="*/ 116297 w 223653"/>
                <a:gd name="connsiteY44" fmla="*/ 77885 h 248336"/>
                <a:gd name="connsiteX45" fmla="*/ 116297 w 223653"/>
                <a:gd name="connsiteY45" fmla="*/ 77885 h 248336"/>
                <a:gd name="connsiteX46" fmla="*/ 88181 w 223653"/>
                <a:gd name="connsiteY46" fmla="*/ 77885 h 248336"/>
                <a:gd name="connsiteX47" fmla="*/ 110546 w 223653"/>
                <a:gd name="connsiteY47" fmla="*/ 38304 h 248336"/>
                <a:gd name="connsiteX48" fmla="*/ 110546 w 223653"/>
                <a:gd name="connsiteY48" fmla="*/ 38304 h 248336"/>
                <a:gd name="connsiteX49" fmla="*/ 124604 w 223653"/>
                <a:gd name="connsiteY49" fmla="*/ 90653 h 248336"/>
                <a:gd name="connsiteX50" fmla="*/ 142496 w 223653"/>
                <a:gd name="connsiteY50" fmla="*/ 118104 h 248336"/>
                <a:gd name="connsiteX51" fmla="*/ 142496 w 223653"/>
                <a:gd name="connsiteY51" fmla="*/ 121296 h 248336"/>
                <a:gd name="connsiteX52" fmla="*/ 142496 w 223653"/>
                <a:gd name="connsiteY52" fmla="*/ 130872 h 248336"/>
                <a:gd name="connsiteX53" fmla="*/ 81152 w 223653"/>
                <a:gd name="connsiteY53" fmla="*/ 130872 h 248336"/>
                <a:gd name="connsiteX54" fmla="*/ 84986 w 223653"/>
                <a:gd name="connsiteY54" fmla="*/ 90653 h 248336"/>
                <a:gd name="connsiteX55" fmla="*/ 124604 w 223653"/>
                <a:gd name="connsiteY55" fmla="*/ 90653 h 248336"/>
                <a:gd name="connsiteX56" fmla="*/ 211507 w 223653"/>
                <a:gd name="connsiteY56" fmla="*/ 130872 h 248336"/>
                <a:gd name="connsiteX57" fmla="*/ 169333 w 223653"/>
                <a:gd name="connsiteY57" fmla="*/ 130872 h 248336"/>
                <a:gd name="connsiteX58" fmla="*/ 198088 w 223653"/>
                <a:gd name="connsiteY58" fmla="*/ 86822 h 248336"/>
                <a:gd name="connsiteX59" fmla="*/ 205756 w 223653"/>
                <a:gd name="connsiteY59" fmla="*/ 102144 h 248336"/>
                <a:gd name="connsiteX60" fmla="*/ 211507 w 223653"/>
                <a:gd name="connsiteY60" fmla="*/ 130872 h 248336"/>
                <a:gd name="connsiteX61" fmla="*/ 211507 w 223653"/>
                <a:gd name="connsiteY61" fmla="*/ 130872 h 248336"/>
                <a:gd name="connsiteX62" fmla="*/ 159748 w 223653"/>
                <a:gd name="connsiteY62" fmla="*/ 12768 h 248336"/>
                <a:gd name="connsiteX63" fmla="*/ 159748 w 223653"/>
                <a:gd name="connsiteY63" fmla="*/ 12768 h 248336"/>
                <a:gd name="connsiteX64" fmla="*/ 198727 w 223653"/>
                <a:gd name="connsiteY64" fmla="*/ 51710 h 248336"/>
                <a:gd name="connsiteX65" fmla="*/ 193615 w 223653"/>
                <a:gd name="connsiteY65" fmla="*/ 70862 h 248336"/>
                <a:gd name="connsiteX66" fmla="*/ 160387 w 223653"/>
                <a:gd name="connsiteY66" fmla="*/ 121296 h 248336"/>
                <a:gd name="connsiteX67" fmla="*/ 127160 w 223653"/>
                <a:gd name="connsiteY67" fmla="*/ 71501 h 248336"/>
                <a:gd name="connsiteX68" fmla="*/ 122048 w 223653"/>
                <a:gd name="connsiteY68" fmla="*/ 51710 h 248336"/>
                <a:gd name="connsiteX69" fmla="*/ 159748 w 223653"/>
                <a:gd name="connsiteY69" fmla="*/ 12768 h 248336"/>
                <a:gd name="connsiteX70" fmla="*/ 89459 w 223653"/>
                <a:gd name="connsiteY70" fmla="*/ 40857 h 248336"/>
                <a:gd name="connsiteX71" fmla="*/ 74762 w 223653"/>
                <a:gd name="connsiteY71" fmla="*/ 77885 h 248336"/>
                <a:gd name="connsiteX72" fmla="*/ 32589 w 223653"/>
                <a:gd name="connsiteY72" fmla="*/ 77885 h 248336"/>
                <a:gd name="connsiteX73" fmla="*/ 89459 w 223653"/>
                <a:gd name="connsiteY73" fmla="*/ 40857 h 248336"/>
                <a:gd name="connsiteX74" fmla="*/ 89459 w 223653"/>
                <a:gd name="connsiteY74" fmla="*/ 40857 h 248336"/>
                <a:gd name="connsiteX75" fmla="*/ 33228 w 223653"/>
                <a:gd name="connsiteY75" fmla="*/ 196627 h 248336"/>
                <a:gd name="connsiteX76" fmla="*/ 74762 w 223653"/>
                <a:gd name="connsiteY76" fmla="*/ 196627 h 248336"/>
                <a:gd name="connsiteX77" fmla="*/ 88820 w 223653"/>
                <a:gd name="connsiteY77" fmla="*/ 233654 h 248336"/>
                <a:gd name="connsiteX78" fmla="*/ 33228 w 223653"/>
                <a:gd name="connsiteY78" fmla="*/ 196627 h 248336"/>
                <a:gd name="connsiteX79" fmla="*/ 33228 w 223653"/>
                <a:gd name="connsiteY79" fmla="*/ 196627 h 248336"/>
                <a:gd name="connsiteX80" fmla="*/ 135467 w 223653"/>
                <a:gd name="connsiteY80" fmla="*/ 233654 h 248336"/>
                <a:gd name="connsiteX81" fmla="*/ 149525 w 223653"/>
                <a:gd name="connsiteY81" fmla="*/ 196627 h 248336"/>
                <a:gd name="connsiteX82" fmla="*/ 191698 w 223653"/>
                <a:gd name="connsiteY82" fmla="*/ 196627 h 248336"/>
                <a:gd name="connsiteX83" fmla="*/ 135467 w 223653"/>
                <a:gd name="connsiteY83" fmla="*/ 233654 h 248336"/>
                <a:gd name="connsiteX84" fmla="*/ 135467 w 223653"/>
                <a:gd name="connsiteY84" fmla="*/ 233654 h 248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23653" h="248336">
                  <a:moveTo>
                    <a:pt x="207034" y="77246"/>
                  </a:moveTo>
                  <a:cubicBezTo>
                    <a:pt x="206395" y="76608"/>
                    <a:pt x="205756" y="75969"/>
                    <a:pt x="205117" y="75331"/>
                  </a:cubicBezTo>
                  <a:cubicBezTo>
                    <a:pt x="209590" y="68309"/>
                    <a:pt x="211507" y="60009"/>
                    <a:pt x="211507" y="51710"/>
                  </a:cubicBezTo>
                  <a:cubicBezTo>
                    <a:pt x="211507" y="23621"/>
                    <a:pt x="188503" y="638"/>
                    <a:pt x="159748" y="0"/>
                  </a:cubicBezTo>
                  <a:lnTo>
                    <a:pt x="159748" y="0"/>
                  </a:lnTo>
                  <a:cubicBezTo>
                    <a:pt x="141218" y="0"/>
                    <a:pt x="124604" y="9576"/>
                    <a:pt x="115658" y="25536"/>
                  </a:cubicBezTo>
                  <a:lnTo>
                    <a:pt x="113741" y="25536"/>
                  </a:lnTo>
                  <a:cubicBezTo>
                    <a:pt x="113102" y="25536"/>
                    <a:pt x="113102" y="25536"/>
                    <a:pt x="112463" y="24897"/>
                  </a:cubicBezTo>
                  <a:cubicBezTo>
                    <a:pt x="50481" y="24897"/>
                    <a:pt x="639" y="74693"/>
                    <a:pt x="0" y="136617"/>
                  </a:cubicBezTo>
                  <a:cubicBezTo>
                    <a:pt x="0" y="136617"/>
                    <a:pt x="0" y="136617"/>
                    <a:pt x="0" y="136617"/>
                  </a:cubicBezTo>
                  <a:cubicBezTo>
                    <a:pt x="0" y="197903"/>
                    <a:pt x="49202" y="247699"/>
                    <a:pt x="110546" y="248337"/>
                  </a:cubicBezTo>
                  <a:cubicBezTo>
                    <a:pt x="111185" y="248337"/>
                    <a:pt x="111185" y="248337"/>
                    <a:pt x="111824" y="248337"/>
                  </a:cubicBezTo>
                  <a:lnTo>
                    <a:pt x="112463" y="248337"/>
                  </a:lnTo>
                  <a:cubicBezTo>
                    <a:pt x="174445" y="247699"/>
                    <a:pt x="224287" y="197265"/>
                    <a:pt x="223648" y="135340"/>
                  </a:cubicBezTo>
                  <a:cubicBezTo>
                    <a:pt x="223648" y="121934"/>
                    <a:pt x="221092" y="109166"/>
                    <a:pt x="216619" y="97037"/>
                  </a:cubicBezTo>
                  <a:cubicBezTo>
                    <a:pt x="214702" y="90653"/>
                    <a:pt x="211507" y="83630"/>
                    <a:pt x="207034" y="77246"/>
                  </a:cubicBezTo>
                  <a:close/>
                  <a:moveTo>
                    <a:pt x="200005" y="183859"/>
                  </a:moveTo>
                  <a:lnTo>
                    <a:pt x="152080" y="183859"/>
                  </a:lnTo>
                  <a:cubicBezTo>
                    <a:pt x="153997" y="170452"/>
                    <a:pt x="155275" y="157046"/>
                    <a:pt x="155914" y="143640"/>
                  </a:cubicBezTo>
                  <a:lnTo>
                    <a:pt x="211507" y="143640"/>
                  </a:lnTo>
                  <a:cubicBezTo>
                    <a:pt x="210868" y="157684"/>
                    <a:pt x="207034" y="171091"/>
                    <a:pt x="200005" y="183859"/>
                  </a:cubicBezTo>
                  <a:close/>
                  <a:moveTo>
                    <a:pt x="113102" y="236207"/>
                  </a:moveTo>
                  <a:lnTo>
                    <a:pt x="111824" y="236207"/>
                  </a:lnTo>
                  <a:cubicBezTo>
                    <a:pt x="104156" y="235569"/>
                    <a:pt x="94571" y="220886"/>
                    <a:pt x="88181" y="195988"/>
                  </a:cubicBezTo>
                  <a:lnTo>
                    <a:pt x="137384" y="195988"/>
                  </a:lnTo>
                  <a:cubicBezTo>
                    <a:pt x="130355" y="221524"/>
                    <a:pt x="120770" y="235569"/>
                    <a:pt x="113102" y="236207"/>
                  </a:cubicBezTo>
                  <a:close/>
                  <a:moveTo>
                    <a:pt x="84986" y="183220"/>
                  </a:moveTo>
                  <a:cubicBezTo>
                    <a:pt x="82430" y="169814"/>
                    <a:pt x="81152" y="156408"/>
                    <a:pt x="81152" y="143001"/>
                  </a:cubicBezTo>
                  <a:lnTo>
                    <a:pt x="143135" y="143001"/>
                  </a:lnTo>
                  <a:cubicBezTo>
                    <a:pt x="143135" y="156408"/>
                    <a:pt x="141857" y="169814"/>
                    <a:pt x="139301" y="183220"/>
                  </a:cubicBezTo>
                  <a:lnTo>
                    <a:pt x="84986" y="183220"/>
                  </a:lnTo>
                  <a:close/>
                  <a:moveTo>
                    <a:pt x="13419" y="143640"/>
                  </a:moveTo>
                  <a:lnTo>
                    <a:pt x="68372" y="143640"/>
                  </a:lnTo>
                  <a:cubicBezTo>
                    <a:pt x="68372" y="157046"/>
                    <a:pt x="69650" y="170452"/>
                    <a:pt x="72206" y="183859"/>
                  </a:cubicBezTo>
                  <a:lnTo>
                    <a:pt x="24282" y="183859"/>
                  </a:lnTo>
                  <a:cubicBezTo>
                    <a:pt x="17892" y="171091"/>
                    <a:pt x="14058" y="157684"/>
                    <a:pt x="13419" y="143640"/>
                  </a:cubicBezTo>
                  <a:close/>
                  <a:moveTo>
                    <a:pt x="24921" y="90653"/>
                  </a:moveTo>
                  <a:lnTo>
                    <a:pt x="72206" y="90653"/>
                  </a:lnTo>
                  <a:cubicBezTo>
                    <a:pt x="70289" y="104059"/>
                    <a:pt x="69011" y="117465"/>
                    <a:pt x="68372" y="130872"/>
                  </a:cubicBezTo>
                  <a:lnTo>
                    <a:pt x="13419" y="130872"/>
                  </a:lnTo>
                  <a:cubicBezTo>
                    <a:pt x="14058" y="116827"/>
                    <a:pt x="17892" y="102782"/>
                    <a:pt x="24921" y="90653"/>
                  </a:cubicBezTo>
                  <a:lnTo>
                    <a:pt x="24921" y="90653"/>
                  </a:lnTo>
                  <a:close/>
                  <a:moveTo>
                    <a:pt x="110546" y="38304"/>
                  </a:moveTo>
                  <a:cubicBezTo>
                    <a:pt x="109268" y="42773"/>
                    <a:pt x="108629" y="47241"/>
                    <a:pt x="108629" y="51710"/>
                  </a:cubicBezTo>
                  <a:cubicBezTo>
                    <a:pt x="108629" y="61286"/>
                    <a:pt x="111185" y="70224"/>
                    <a:pt x="116297" y="77885"/>
                  </a:cubicBezTo>
                  <a:lnTo>
                    <a:pt x="116297" y="77885"/>
                  </a:lnTo>
                  <a:lnTo>
                    <a:pt x="88181" y="77885"/>
                  </a:lnTo>
                  <a:cubicBezTo>
                    <a:pt x="93932" y="54264"/>
                    <a:pt x="102878" y="40219"/>
                    <a:pt x="110546" y="38304"/>
                  </a:cubicBezTo>
                  <a:lnTo>
                    <a:pt x="110546" y="38304"/>
                  </a:lnTo>
                  <a:close/>
                  <a:moveTo>
                    <a:pt x="124604" y="90653"/>
                  </a:moveTo>
                  <a:lnTo>
                    <a:pt x="142496" y="118104"/>
                  </a:lnTo>
                  <a:lnTo>
                    <a:pt x="142496" y="121296"/>
                  </a:lnTo>
                  <a:cubicBezTo>
                    <a:pt x="142496" y="124488"/>
                    <a:pt x="142496" y="127680"/>
                    <a:pt x="142496" y="130872"/>
                  </a:cubicBezTo>
                  <a:lnTo>
                    <a:pt x="81152" y="130872"/>
                  </a:lnTo>
                  <a:cubicBezTo>
                    <a:pt x="81152" y="117465"/>
                    <a:pt x="82430" y="104059"/>
                    <a:pt x="84986" y="90653"/>
                  </a:cubicBezTo>
                  <a:lnTo>
                    <a:pt x="124604" y="90653"/>
                  </a:lnTo>
                  <a:close/>
                  <a:moveTo>
                    <a:pt x="211507" y="130872"/>
                  </a:moveTo>
                  <a:lnTo>
                    <a:pt x="169333" y="130872"/>
                  </a:lnTo>
                  <a:lnTo>
                    <a:pt x="198088" y="86822"/>
                  </a:lnTo>
                  <a:cubicBezTo>
                    <a:pt x="201283" y="91929"/>
                    <a:pt x="203200" y="97037"/>
                    <a:pt x="205756" y="102144"/>
                  </a:cubicBezTo>
                  <a:cubicBezTo>
                    <a:pt x="208951" y="111081"/>
                    <a:pt x="210868" y="120657"/>
                    <a:pt x="211507" y="130872"/>
                  </a:cubicBezTo>
                  <a:lnTo>
                    <a:pt x="211507" y="130872"/>
                  </a:lnTo>
                  <a:close/>
                  <a:moveTo>
                    <a:pt x="159748" y="12768"/>
                  </a:moveTo>
                  <a:lnTo>
                    <a:pt x="159748" y="12768"/>
                  </a:lnTo>
                  <a:cubicBezTo>
                    <a:pt x="181474" y="12768"/>
                    <a:pt x="198727" y="30005"/>
                    <a:pt x="198727" y="51710"/>
                  </a:cubicBezTo>
                  <a:cubicBezTo>
                    <a:pt x="198727" y="58733"/>
                    <a:pt x="196810" y="65117"/>
                    <a:pt x="193615" y="70862"/>
                  </a:cubicBezTo>
                  <a:lnTo>
                    <a:pt x="160387" y="121296"/>
                  </a:lnTo>
                  <a:lnTo>
                    <a:pt x="127160" y="71501"/>
                  </a:lnTo>
                  <a:cubicBezTo>
                    <a:pt x="123326" y="65755"/>
                    <a:pt x="121409" y="58733"/>
                    <a:pt x="122048" y="51710"/>
                  </a:cubicBezTo>
                  <a:cubicBezTo>
                    <a:pt x="121409" y="30643"/>
                    <a:pt x="138662" y="13406"/>
                    <a:pt x="159748" y="12768"/>
                  </a:cubicBezTo>
                  <a:close/>
                  <a:moveTo>
                    <a:pt x="89459" y="40857"/>
                  </a:moveTo>
                  <a:cubicBezTo>
                    <a:pt x="82430" y="52349"/>
                    <a:pt x="77957" y="65117"/>
                    <a:pt x="74762" y="77885"/>
                  </a:cubicBezTo>
                  <a:lnTo>
                    <a:pt x="32589" y="77885"/>
                  </a:lnTo>
                  <a:cubicBezTo>
                    <a:pt x="46647" y="59371"/>
                    <a:pt x="66455" y="45965"/>
                    <a:pt x="89459" y="40857"/>
                  </a:cubicBezTo>
                  <a:lnTo>
                    <a:pt x="89459" y="40857"/>
                  </a:lnTo>
                  <a:close/>
                  <a:moveTo>
                    <a:pt x="33228" y="196627"/>
                  </a:moveTo>
                  <a:lnTo>
                    <a:pt x="74762" y="196627"/>
                  </a:lnTo>
                  <a:cubicBezTo>
                    <a:pt x="77318" y="209395"/>
                    <a:pt x="82430" y="222163"/>
                    <a:pt x="88820" y="233654"/>
                  </a:cubicBezTo>
                  <a:cubicBezTo>
                    <a:pt x="66455" y="227908"/>
                    <a:pt x="46647" y="215140"/>
                    <a:pt x="33228" y="196627"/>
                  </a:cubicBezTo>
                  <a:lnTo>
                    <a:pt x="33228" y="196627"/>
                  </a:lnTo>
                  <a:close/>
                  <a:moveTo>
                    <a:pt x="135467" y="233654"/>
                  </a:moveTo>
                  <a:cubicBezTo>
                    <a:pt x="142496" y="222163"/>
                    <a:pt x="146969" y="209395"/>
                    <a:pt x="149525" y="196627"/>
                  </a:cubicBezTo>
                  <a:lnTo>
                    <a:pt x="191698" y="196627"/>
                  </a:lnTo>
                  <a:cubicBezTo>
                    <a:pt x="178279" y="215140"/>
                    <a:pt x="157831" y="227908"/>
                    <a:pt x="135467" y="233654"/>
                  </a:cubicBezTo>
                  <a:lnTo>
                    <a:pt x="135467" y="233654"/>
                  </a:lnTo>
                  <a:close/>
                </a:path>
              </a:pathLst>
            </a:custGeom>
            <a:solidFill>
              <a:srgbClr val="012169"/>
            </a:solidFill>
            <a:ln w="6390" cap="flat">
              <a:noFill/>
              <a:prstDash val="solid"/>
              <a:miter/>
            </a:ln>
          </p:spPr>
          <p:txBody>
            <a:bodyPr rtlCol="0" anchor="ctr"/>
            <a:lstStyle/>
            <a:p>
              <a:endParaRPr lang="en-US"/>
            </a:p>
          </p:txBody>
        </p:sp>
      </p:grpSp>
      <p:grpSp>
        <p:nvGrpSpPr>
          <p:cNvPr id="380" name="Graphic 4">
            <a:extLst>
              <a:ext uri="{FF2B5EF4-FFF2-40B4-BE49-F238E27FC236}">
                <a16:creationId xmlns:a16="http://schemas.microsoft.com/office/drawing/2014/main" id="{37EF2409-5C7A-6741-9A00-AEB0076907BF}"/>
              </a:ext>
            </a:extLst>
          </p:cNvPr>
          <p:cNvGrpSpPr/>
          <p:nvPr/>
        </p:nvGrpSpPr>
        <p:grpSpPr>
          <a:xfrm>
            <a:off x="905454" y="918179"/>
            <a:ext cx="362309" cy="361971"/>
            <a:chOff x="905454" y="918179"/>
            <a:chExt cx="362309" cy="361971"/>
          </a:xfrm>
          <a:solidFill>
            <a:srgbClr val="012169"/>
          </a:solidFill>
        </p:grpSpPr>
        <p:sp>
          <p:nvSpPr>
            <p:cNvPr id="381" name="Graphic 4">
              <a:extLst>
                <a:ext uri="{FF2B5EF4-FFF2-40B4-BE49-F238E27FC236}">
                  <a16:creationId xmlns:a16="http://schemas.microsoft.com/office/drawing/2014/main" id="{B3A843D5-513C-1343-854B-F64242D9C2CF}"/>
                </a:ext>
              </a:extLst>
            </p:cNvPr>
            <p:cNvSpPr/>
            <p:nvPr/>
          </p:nvSpPr>
          <p:spPr>
            <a:xfrm>
              <a:off x="1126545" y="1117997"/>
              <a:ext cx="59426" cy="40219"/>
            </a:xfrm>
            <a:custGeom>
              <a:avLst/>
              <a:gdLst>
                <a:gd name="connsiteX0" fmla="*/ 3834 w 59426"/>
                <a:gd name="connsiteY0" fmla="*/ 0 h 40219"/>
                <a:gd name="connsiteX1" fmla="*/ 0 w 59426"/>
                <a:gd name="connsiteY1" fmla="*/ 40219 h 40219"/>
                <a:gd name="connsiteX2" fmla="*/ 47925 w 59426"/>
                <a:gd name="connsiteY2" fmla="*/ 40219 h 40219"/>
                <a:gd name="connsiteX3" fmla="*/ 59426 w 59426"/>
                <a:gd name="connsiteY3" fmla="*/ 0 h 40219"/>
                <a:gd name="connsiteX4" fmla="*/ 3834 w 59426"/>
                <a:gd name="connsiteY4" fmla="*/ 0 h 402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26" h="40219">
                  <a:moveTo>
                    <a:pt x="3834" y="0"/>
                  </a:moveTo>
                  <a:cubicBezTo>
                    <a:pt x="3834" y="13406"/>
                    <a:pt x="2556" y="26813"/>
                    <a:pt x="0" y="40219"/>
                  </a:cubicBezTo>
                  <a:lnTo>
                    <a:pt x="47925" y="40219"/>
                  </a:lnTo>
                  <a:cubicBezTo>
                    <a:pt x="54314" y="28089"/>
                    <a:pt x="58148" y="14045"/>
                    <a:pt x="59426" y="0"/>
                  </a:cubicBezTo>
                  <a:lnTo>
                    <a:pt x="3834" y="0"/>
                  </a:lnTo>
                  <a:close/>
                </a:path>
              </a:pathLst>
            </a:custGeom>
            <a:solidFill>
              <a:srgbClr val="012169"/>
            </a:solidFill>
            <a:ln w="6390" cap="flat">
              <a:noFill/>
              <a:prstDash val="solid"/>
              <a:miter/>
            </a:ln>
          </p:spPr>
          <p:txBody>
            <a:bodyPr rtlCol="0" anchor="ctr"/>
            <a:lstStyle/>
            <a:p>
              <a:endParaRPr lang="en-US"/>
            </a:p>
          </p:txBody>
        </p:sp>
        <p:sp>
          <p:nvSpPr>
            <p:cNvPr id="382" name="Graphic 4">
              <a:extLst>
                <a:ext uri="{FF2B5EF4-FFF2-40B4-BE49-F238E27FC236}">
                  <a16:creationId xmlns:a16="http://schemas.microsoft.com/office/drawing/2014/main" id="{0B00DA77-20B3-B54B-B7A7-6F14C4CDCF11}"/>
                </a:ext>
              </a:extLst>
            </p:cNvPr>
            <p:cNvSpPr/>
            <p:nvPr/>
          </p:nvSpPr>
          <p:spPr>
            <a:xfrm>
              <a:off x="1062646" y="1012662"/>
              <a:ext cx="27476" cy="39580"/>
            </a:xfrm>
            <a:custGeom>
              <a:avLst/>
              <a:gdLst>
                <a:gd name="connsiteX0" fmla="*/ 27477 w 27476"/>
                <a:gd name="connsiteY0" fmla="*/ 39581 h 39580"/>
                <a:gd name="connsiteX1" fmla="*/ 27477 w 27476"/>
                <a:gd name="connsiteY1" fmla="*/ 39581 h 39580"/>
                <a:gd name="connsiteX2" fmla="*/ 20448 w 27476"/>
                <a:gd name="connsiteY2" fmla="*/ 13406 h 39580"/>
                <a:gd name="connsiteX3" fmla="*/ 22365 w 27476"/>
                <a:gd name="connsiteY3" fmla="*/ 0 h 39580"/>
                <a:gd name="connsiteX4" fmla="*/ 0 w 27476"/>
                <a:gd name="connsiteY4" fmla="*/ 39581 h 39580"/>
                <a:gd name="connsiteX5" fmla="*/ 27477 w 27476"/>
                <a:gd name="connsiteY5" fmla="*/ 39581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476" h="39580">
                  <a:moveTo>
                    <a:pt x="27477" y="39581"/>
                  </a:moveTo>
                  <a:lnTo>
                    <a:pt x="27477" y="39581"/>
                  </a:lnTo>
                  <a:cubicBezTo>
                    <a:pt x="22365" y="31920"/>
                    <a:pt x="19809" y="22344"/>
                    <a:pt x="20448" y="13406"/>
                  </a:cubicBezTo>
                  <a:cubicBezTo>
                    <a:pt x="20448" y="8938"/>
                    <a:pt x="21087" y="4469"/>
                    <a:pt x="22365" y="0"/>
                  </a:cubicBezTo>
                  <a:cubicBezTo>
                    <a:pt x="14697" y="1915"/>
                    <a:pt x="5751" y="15960"/>
                    <a:pt x="0" y="39581"/>
                  </a:cubicBezTo>
                  <a:lnTo>
                    <a:pt x="27477" y="39581"/>
                  </a:lnTo>
                  <a:close/>
                </a:path>
              </a:pathLst>
            </a:custGeom>
            <a:solidFill>
              <a:srgbClr val="012169"/>
            </a:solidFill>
            <a:ln w="6390" cap="flat">
              <a:noFill/>
              <a:prstDash val="solid"/>
              <a:miter/>
            </a:ln>
          </p:spPr>
          <p:txBody>
            <a:bodyPr rtlCol="0" anchor="ctr"/>
            <a:lstStyle/>
            <a:p>
              <a:endParaRPr lang="en-US"/>
            </a:p>
          </p:txBody>
        </p:sp>
        <p:sp>
          <p:nvSpPr>
            <p:cNvPr id="383" name="Graphic 4">
              <a:extLst>
                <a:ext uri="{FF2B5EF4-FFF2-40B4-BE49-F238E27FC236}">
                  <a16:creationId xmlns:a16="http://schemas.microsoft.com/office/drawing/2014/main" id="{F591EF23-8E4F-FC42-BE04-4B39A3FC3168}"/>
                </a:ext>
              </a:extLst>
            </p:cNvPr>
            <p:cNvSpPr/>
            <p:nvPr/>
          </p:nvSpPr>
          <p:spPr>
            <a:xfrm>
              <a:off x="987884" y="1117997"/>
              <a:ext cx="58787" cy="40219"/>
            </a:xfrm>
            <a:custGeom>
              <a:avLst/>
              <a:gdLst>
                <a:gd name="connsiteX0" fmla="*/ 54953 w 58787"/>
                <a:gd name="connsiteY0" fmla="*/ 0 h 40219"/>
                <a:gd name="connsiteX1" fmla="*/ 0 w 58787"/>
                <a:gd name="connsiteY1" fmla="*/ 0 h 40219"/>
                <a:gd name="connsiteX2" fmla="*/ 11502 w 58787"/>
                <a:gd name="connsiteY2" fmla="*/ 40219 h 40219"/>
                <a:gd name="connsiteX3" fmla="*/ 58787 w 58787"/>
                <a:gd name="connsiteY3" fmla="*/ 40219 h 40219"/>
                <a:gd name="connsiteX4" fmla="*/ 54953 w 58787"/>
                <a:gd name="connsiteY4" fmla="*/ 0 h 402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787" h="40219">
                  <a:moveTo>
                    <a:pt x="54953" y="0"/>
                  </a:moveTo>
                  <a:lnTo>
                    <a:pt x="0" y="0"/>
                  </a:lnTo>
                  <a:cubicBezTo>
                    <a:pt x="639" y="14045"/>
                    <a:pt x="4473" y="27451"/>
                    <a:pt x="11502" y="40219"/>
                  </a:cubicBezTo>
                  <a:lnTo>
                    <a:pt x="58787" y="40219"/>
                  </a:lnTo>
                  <a:cubicBezTo>
                    <a:pt x="56231" y="26813"/>
                    <a:pt x="54953" y="13406"/>
                    <a:pt x="54953" y="0"/>
                  </a:cubicBezTo>
                  <a:close/>
                </a:path>
              </a:pathLst>
            </a:custGeom>
            <a:solidFill>
              <a:srgbClr val="012169"/>
            </a:solidFill>
            <a:ln w="6390" cap="flat">
              <a:noFill/>
              <a:prstDash val="solid"/>
              <a:miter/>
            </a:ln>
          </p:spPr>
          <p:txBody>
            <a:bodyPr rtlCol="0" anchor="ctr"/>
            <a:lstStyle/>
            <a:p>
              <a:endParaRPr lang="en-US"/>
            </a:p>
          </p:txBody>
        </p:sp>
        <p:sp>
          <p:nvSpPr>
            <p:cNvPr id="384" name="Graphic 4">
              <a:extLst>
                <a:ext uri="{FF2B5EF4-FFF2-40B4-BE49-F238E27FC236}">
                  <a16:creationId xmlns:a16="http://schemas.microsoft.com/office/drawing/2014/main" id="{8138997B-0F25-394C-86DF-AF0B211B0EE9}"/>
                </a:ext>
              </a:extLst>
            </p:cNvPr>
            <p:cNvSpPr/>
            <p:nvPr/>
          </p:nvSpPr>
          <p:spPr>
            <a:xfrm>
              <a:off x="1055617" y="1065010"/>
              <a:ext cx="61343" cy="40219"/>
            </a:xfrm>
            <a:custGeom>
              <a:avLst/>
              <a:gdLst>
                <a:gd name="connsiteX0" fmla="*/ 61343 w 61343"/>
                <a:gd name="connsiteY0" fmla="*/ 40219 h 40219"/>
                <a:gd name="connsiteX1" fmla="*/ 61343 w 61343"/>
                <a:gd name="connsiteY1" fmla="*/ 30643 h 40219"/>
                <a:gd name="connsiteX2" fmla="*/ 61343 w 61343"/>
                <a:gd name="connsiteY2" fmla="*/ 27451 h 40219"/>
                <a:gd name="connsiteX3" fmla="*/ 43452 w 61343"/>
                <a:gd name="connsiteY3" fmla="*/ 0 h 40219"/>
                <a:gd name="connsiteX4" fmla="*/ 3834 w 61343"/>
                <a:gd name="connsiteY4" fmla="*/ 0 h 40219"/>
                <a:gd name="connsiteX5" fmla="*/ 0 w 61343"/>
                <a:gd name="connsiteY5" fmla="*/ 40219 h 40219"/>
                <a:gd name="connsiteX6" fmla="*/ 61343 w 61343"/>
                <a:gd name="connsiteY6" fmla="*/ 40219 h 4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43" h="40219">
                  <a:moveTo>
                    <a:pt x="61343" y="40219"/>
                  </a:moveTo>
                  <a:cubicBezTo>
                    <a:pt x="61343" y="37027"/>
                    <a:pt x="61343" y="33835"/>
                    <a:pt x="61343" y="30643"/>
                  </a:cubicBezTo>
                  <a:lnTo>
                    <a:pt x="61343" y="27451"/>
                  </a:lnTo>
                  <a:lnTo>
                    <a:pt x="43452" y="0"/>
                  </a:lnTo>
                  <a:lnTo>
                    <a:pt x="3834" y="0"/>
                  </a:lnTo>
                  <a:cubicBezTo>
                    <a:pt x="1278" y="13406"/>
                    <a:pt x="0" y="26813"/>
                    <a:pt x="0" y="40219"/>
                  </a:cubicBezTo>
                  <a:lnTo>
                    <a:pt x="61343" y="40219"/>
                  </a:lnTo>
                  <a:close/>
                </a:path>
              </a:pathLst>
            </a:custGeom>
            <a:solidFill>
              <a:srgbClr val="012169"/>
            </a:solidFill>
            <a:ln w="6390" cap="flat">
              <a:noFill/>
              <a:prstDash val="solid"/>
              <a:miter/>
            </a:ln>
          </p:spPr>
          <p:txBody>
            <a:bodyPr rtlCol="0" anchor="ctr"/>
            <a:lstStyle/>
            <a:p>
              <a:endParaRPr lang="en-US"/>
            </a:p>
          </p:txBody>
        </p:sp>
        <p:sp>
          <p:nvSpPr>
            <p:cNvPr id="385" name="Graphic 4">
              <a:extLst>
                <a:ext uri="{FF2B5EF4-FFF2-40B4-BE49-F238E27FC236}">
                  <a16:creationId xmlns:a16="http://schemas.microsoft.com/office/drawing/2014/main" id="{C61BDB3F-7947-A34A-BC4D-DED7638757D7}"/>
                </a:ext>
              </a:extLst>
            </p:cNvPr>
            <p:cNvSpPr/>
            <p:nvPr/>
          </p:nvSpPr>
          <p:spPr>
            <a:xfrm>
              <a:off x="1055617" y="1117997"/>
              <a:ext cx="61982" cy="40219"/>
            </a:xfrm>
            <a:custGeom>
              <a:avLst/>
              <a:gdLst>
                <a:gd name="connsiteX0" fmla="*/ 0 w 61982"/>
                <a:gd name="connsiteY0" fmla="*/ 0 h 40219"/>
                <a:gd name="connsiteX1" fmla="*/ 3834 w 61982"/>
                <a:gd name="connsiteY1" fmla="*/ 40219 h 40219"/>
                <a:gd name="connsiteX2" fmla="*/ 58148 w 61982"/>
                <a:gd name="connsiteY2" fmla="*/ 40219 h 40219"/>
                <a:gd name="connsiteX3" fmla="*/ 61982 w 61982"/>
                <a:gd name="connsiteY3" fmla="*/ 0 h 40219"/>
                <a:gd name="connsiteX4" fmla="*/ 0 w 61982"/>
                <a:gd name="connsiteY4" fmla="*/ 0 h 402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82" h="40219">
                  <a:moveTo>
                    <a:pt x="0" y="0"/>
                  </a:moveTo>
                  <a:cubicBezTo>
                    <a:pt x="0" y="13406"/>
                    <a:pt x="1278" y="26813"/>
                    <a:pt x="3834" y="40219"/>
                  </a:cubicBezTo>
                  <a:lnTo>
                    <a:pt x="58148" y="40219"/>
                  </a:lnTo>
                  <a:cubicBezTo>
                    <a:pt x="60704" y="26813"/>
                    <a:pt x="61982" y="13406"/>
                    <a:pt x="61982" y="0"/>
                  </a:cubicBezTo>
                  <a:lnTo>
                    <a:pt x="0" y="0"/>
                  </a:lnTo>
                  <a:close/>
                </a:path>
              </a:pathLst>
            </a:custGeom>
            <a:solidFill>
              <a:srgbClr val="012169"/>
            </a:solidFill>
            <a:ln w="6390" cap="flat">
              <a:noFill/>
              <a:prstDash val="solid"/>
              <a:miter/>
            </a:ln>
          </p:spPr>
          <p:txBody>
            <a:bodyPr rtlCol="0" anchor="ctr"/>
            <a:lstStyle/>
            <a:p>
              <a:endParaRPr lang="en-US"/>
            </a:p>
          </p:txBody>
        </p:sp>
        <p:sp>
          <p:nvSpPr>
            <p:cNvPr id="386" name="Graphic 4">
              <a:extLst>
                <a:ext uri="{FF2B5EF4-FFF2-40B4-BE49-F238E27FC236}">
                  <a16:creationId xmlns:a16="http://schemas.microsoft.com/office/drawing/2014/main" id="{A1367DF2-1827-5B40-AD8D-A2CD5EBCC144}"/>
                </a:ext>
              </a:extLst>
            </p:cNvPr>
            <p:cNvSpPr/>
            <p:nvPr/>
          </p:nvSpPr>
          <p:spPr>
            <a:xfrm>
              <a:off x="1062007" y="1170984"/>
              <a:ext cx="48563" cy="40219"/>
            </a:xfrm>
            <a:custGeom>
              <a:avLst/>
              <a:gdLst>
                <a:gd name="connsiteX0" fmla="*/ 0 w 48563"/>
                <a:gd name="connsiteY0" fmla="*/ 0 h 40219"/>
                <a:gd name="connsiteX1" fmla="*/ 23643 w 48563"/>
                <a:gd name="connsiteY1" fmla="*/ 40219 h 40219"/>
                <a:gd name="connsiteX2" fmla="*/ 24921 w 48563"/>
                <a:gd name="connsiteY2" fmla="*/ 40219 h 40219"/>
                <a:gd name="connsiteX3" fmla="*/ 48564 w 48563"/>
                <a:gd name="connsiteY3" fmla="*/ 0 h 40219"/>
                <a:gd name="connsiteX4" fmla="*/ 0 w 48563"/>
                <a:gd name="connsiteY4" fmla="*/ 0 h 402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63" h="40219">
                  <a:moveTo>
                    <a:pt x="0" y="0"/>
                  </a:moveTo>
                  <a:cubicBezTo>
                    <a:pt x="6390" y="24897"/>
                    <a:pt x="15975" y="38942"/>
                    <a:pt x="23643" y="40219"/>
                  </a:cubicBezTo>
                  <a:lnTo>
                    <a:pt x="24921" y="40219"/>
                  </a:lnTo>
                  <a:cubicBezTo>
                    <a:pt x="32589" y="39581"/>
                    <a:pt x="42813" y="24897"/>
                    <a:pt x="48564" y="0"/>
                  </a:cubicBezTo>
                  <a:lnTo>
                    <a:pt x="0" y="0"/>
                  </a:lnTo>
                  <a:close/>
                </a:path>
              </a:pathLst>
            </a:custGeom>
            <a:solidFill>
              <a:srgbClr val="012169"/>
            </a:solidFill>
            <a:ln w="6390" cap="flat">
              <a:noFill/>
              <a:prstDash val="solid"/>
              <a:miter/>
            </a:ln>
          </p:spPr>
          <p:txBody>
            <a:bodyPr rtlCol="0" anchor="ctr"/>
            <a:lstStyle/>
            <a:p>
              <a:endParaRPr lang="en-US"/>
            </a:p>
          </p:txBody>
        </p:sp>
        <p:sp>
          <p:nvSpPr>
            <p:cNvPr id="387" name="Graphic 4">
              <a:extLst>
                <a:ext uri="{FF2B5EF4-FFF2-40B4-BE49-F238E27FC236}">
                  <a16:creationId xmlns:a16="http://schemas.microsoft.com/office/drawing/2014/main" id="{74E8AABD-0015-A841-A9A5-BC6B0F8E293C}"/>
                </a:ext>
              </a:extLst>
            </p:cNvPr>
            <p:cNvSpPr/>
            <p:nvPr/>
          </p:nvSpPr>
          <p:spPr>
            <a:xfrm>
              <a:off x="987884" y="1065010"/>
              <a:ext cx="58787" cy="40219"/>
            </a:xfrm>
            <a:custGeom>
              <a:avLst/>
              <a:gdLst>
                <a:gd name="connsiteX0" fmla="*/ 54953 w 58787"/>
                <a:gd name="connsiteY0" fmla="*/ 40219 h 40219"/>
                <a:gd name="connsiteX1" fmla="*/ 58787 w 58787"/>
                <a:gd name="connsiteY1" fmla="*/ 0 h 40219"/>
                <a:gd name="connsiteX2" fmla="*/ 11502 w 58787"/>
                <a:gd name="connsiteY2" fmla="*/ 0 h 40219"/>
                <a:gd name="connsiteX3" fmla="*/ 0 w 58787"/>
                <a:gd name="connsiteY3" fmla="*/ 40219 h 40219"/>
                <a:gd name="connsiteX4" fmla="*/ 54953 w 58787"/>
                <a:gd name="connsiteY4" fmla="*/ 40219 h 402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787" h="40219">
                  <a:moveTo>
                    <a:pt x="54953" y="40219"/>
                  </a:moveTo>
                  <a:cubicBezTo>
                    <a:pt x="54953" y="26813"/>
                    <a:pt x="56231" y="13406"/>
                    <a:pt x="58787" y="0"/>
                  </a:cubicBezTo>
                  <a:lnTo>
                    <a:pt x="11502" y="0"/>
                  </a:lnTo>
                  <a:cubicBezTo>
                    <a:pt x="5112" y="12130"/>
                    <a:pt x="639" y="26174"/>
                    <a:pt x="0" y="40219"/>
                  </a:cubicBezTo>
                  <a:lnTo>
                    <a:pt x="54953" y="40219"/>
                  </a:lnTo>
                  <a:close/>
                </a:path>
              </a:pathLst>
            </a:custGeom>
            <a:solidFill>
              <a:srgbClr val="012169"/>
            </a:solidFill>
            <a:ln w="6390" cap="flat">
              <a:noFill/>
              <a:prstDash val="solid"/>
              <a:miter/>
            </a:ln>
          </p:spPr>
          <p:txBody>
            <a:bodyPr rtlCol="0" anchor="ctr"/>
            <a:lstStyle/>
            <a:p>
              <a:endParaRPr lang="en-US"/>
            </a:p>
          </p:txBody>
        </p:sp>
        <p:sp>
          <p:nvSpPr>
            <p:cNvPr id="388" name="Graphic 4">
              <a:extLst>
                <a:ext uri="{FF2B5EF4-FFF2-40B4-BE49-F238E27FC236}">
                  <a16:creationId xmlns:a16="http://schemas.microsoft.com/office/drawing/2014/main" id="{1B86CDF8-9A27-2B41-92FC-7848FD757379}"/>
                </a:ext>
              </a:extLst>
            </p:cNvPr>
            <p:cNvSpPr/>
            <p:nvPr/>
          </p:nvSpPr>
          <p:spPr>
            <a:xfrm>
              <a:off x="1007054" y="1170984"/>
              <a:ext cx="56231" cy="37027"/>
            </a:xfrm>
            <a:custGeom>
              <a:avLst/>
              <a:gdLst>
                <a:gd name="connsiteX0" fmla="*/ 41535 w 56231"/>
                <a:gd name="connsiteY0" fmla="*/ 0 h 37027"/>
                <a:gd name="connsiteX1" fmla="*/ 0 w 56231"/>
                <a:gd name="connsiteY1" fmla="*/ 0 h 37027"/>
                <a:gd name="connsiteX2" fmla="*/ 56231 w 56231"/>
                <a:gd name="connsiteY2" fmla="*/ 37027 h 37027"/>
                <a:gd name="connsiteX3" fmla="*/ 41535 w 56231"/>
                <a:gd name="connsiteY3" fmla="*/ 0 h 37027"/>
              </a:gdLst>
              <a:ahLst/>
              <a:cxnLst>
                <a:cxn ang="0">
                  <a:pos x="connsiteX0" y="connsiteY0"/>
                </a:cxn>
                <a:cxn ang="0">
                  <a:pos x="connsiteX1" y="connsiteY1"/>
                </a:cxn>
                <a:cxn ang="0">
                  <a:pos x="connsiteX2" y="connsiteY2"/>
                </a:cxn>
                <a:cxn ang="0">
                  <a:pos x="connsiteX3" y="connsiteY3"/>
                </a:cxn>
              </a:cxnLst>
              <a:rect l="l" t="t" r="r" b="b"/>
              <a:pathLst>
                <a:path w="56231" h="37027">
                  <a:moveTo>
                    <a:pt x="41535" y="0"/>
                  </a:moveTo>
                  <a:lnTo>
                    <a:pt x="0" y="0"/>
                  </a:lnTo>
                  <a:cubicBezTo>
                    <a:pt x="14058" y="18514"/>
                    <a:pt x="33867" y="31920"/>
                    <a:pt x="56231" y="37027"/>
                  </a:cubicBezTo>
                  <a:cubicBezTo>
                    <a:pt x="49202" y="25536"/>
                    <a:pt x="44730" y="12768"/>
                    <a:pt x="41535" y="0"/>
                  </a:cubicBezTo>
                  <a:close/>
                </a:path>
              </a:pathLst>
            </a:custGeom>
            <a:solidFill>
              <a:srgbClr val="012169"/>
            </a:solidFill>
            <a:ln w="6390" cap="flat">
              <a:noFill/>
              <a:prstDash val="solid"/>
              <a:miter/>
            </a:ln>
          </p:spPr>
          <p:txBody>
            <a:bodyPr rtlCol="0" anchor="ctr"/>
            <a:lstStyle/>
            <a:p>
              <a:endParaRPr lang="en-US"/>
            </a:p>
          </p:txBody>
        </p:sp>
        <p:sp>
          <p:nvSpPr>
            <p:cNvPr id="389" name="Graphic 4">
              <a:extLst>
                <a:ext uri="{FF2B5EF4-FFF2-40B4-BE49-F238E27FC236}">
                  <a16:creationId xmlns:a16="http://schemas.microsoft.com/office/drawing/2014/main" id="{D4448252-DEC3-324F-A56A-FF2445C68184}"/>
                </a:ext>
              </a:extLst>
            </p:cNvPr>
            <p:cNvSpPr/>
            <p:nvPr/>
          </p:nvSpPr>
          <p:spPr>
            <a:xfrm>
              <a:off x="1109932" y="1170984"/>
              <a:ext cx="56870" cy="37027"/>
            </a:xfrm>
            <a:custGeom>
              <a:avLst/>
              <a:gdLst>
                <a:gd name="connsiteX0" fmla="*/ 14058 w 56870"/>
                <a:gd name="connsiteY0" fmla="*/ 0 h 37027"/>
                <a:gd name="connsiteX1" fmla="*/ 0 w 56870"/>
                <a:gd name="connsiteY1" fmla="*/ 37027 h 37027"/>
                <a:gd name="connsiteX2" fmla="*/ 56871 w 56870"/>
                <a:gd name="connsiteY2" fmla="*/ 0 h 37027"/>
                <a:gd name="connsiteX3" fmla="*/ 14058 w 56870"/>
                <a:gd name="connsiteY3" fmla="*/ 0 h 37027"/>
              </a:gdLst>
              <a:ahLst/>
              <a:cxnLst>
                <a:cxn ang="0">
                  <a:pos x="connsiteX0" y="connsiteY0"/>
                </a:cxn>
                <a:cxn ang="0">
                  <a:pos x="connsiteX1" y="connsiteY1"/>
                </a:cxn>
                <a:cxn ang="0">
                  <a:pos x="connsiteX2" y="connsiteY2"/>
                </a:cxn>
                <a:cxn ang="0">
                  <a:pos x="connsiteX3" y="connsiteY3"/>
                </a:cxn>
              </a:cxnLst>
              <a:rect l="l" t="t" r="r" b="b"/>
              <a:pathLst>
                <a:path w="56870" h="37027">
                  <a:moveTo>
                    <a:pt x="14058" y="0"/>
                  </a:moveTo>
                  <a:cubicBezTo>
                    <a:pt x="11502" y="13406"/>
                    <a:pt x="6390" y="25536"/>
                    <a:pt x="0" y="37027"/>
                  </a:cubicBezTo>
                  <a:cubicBezTo>
                    <a:pt x="22365" y="31920"/>
                    <a:pt x="42813" y="18514"/>
                    <a:pt x="56871" y="0"/>
                  </a:cubicBezTo>
                  <a:lnTo>
                    <a:pt x="14058" y="0"/>
                  </a:lnTo>
                  <a:close/>
                </a:path>
              </a:pathLst>
            </a:custGeom>
            <a:solidFill>
              <a:srgbClr val="012169"/>
            </a:solidFill>
            <a:ln w="6390" cap="flat">
              <a:noFill/>
              <a:prstDash val="solid"/>
              <a:miter/>
            </a:ln>
          </p:spPr>
          <p:txBody>
            <a:bodyPr rtlCol="0" anchor="ctr"/>
            <a:lstStyle/>
            <a:p>
              <a:endParaRPr lang="en-US"/>
            </a:p>
          </p:txBody>
        </p:sp>
        <p:sp>
          <p:nvSpPr>
            <p:cNvPr id="390" name="Graphic 4">
              <a:extLst>
                <a:ext uri="{FF2B5EF4-FFF2-40B4-BE49-F238E27FC236}">
                  <a16:creationId xmlns:a16="http://schemas.microsoft.com/office/drawing/2014/main" id="{7E00077B-E520-D749-A4FB-74183AF5CB7A}"/>
                </a:ext>
              </a:extLst>
            </p:cNvPr>
            <p:cNvSpPr/>
            <p:nvPr/>
          </p:nvSpPr>
          <p:spPr>
            <a:xfrm>
              <a:off x="905454" y="918179"/>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81474 w 362309"/>
                <a:gd name="connsiteY6" fmla="*/ 305154 h 361971"/>
                <a:gd name="connsiteX7" fmla="*/ 180835 w 362309"/>
                <a:gd name="connsiteY7" fmla="*/ 305154 h 361971"/>
                <a:gd name="connsiteX8" fmla="*/ 179557 w 362309"/>
                <a:gd name="connsiteY8" fmla="*/ 305154 h 361971"/>
                <a:gd name="connsiteX9" fmla="*/ 70928 w 362309"/>
                <a:gd name="connsiteY9" fmla="*/ 189604 h 361971"/>
                <a:gd name="connsiteX10" fmla="*/ 180835 w 362309"/>
                <a:gd name="connsiteY10" fmla="*/ 81077 h 361971"/>
                <a:gd name="connsiteX11" fmla="*/ 182113 w 362309"/>
                <a:gd name="connsiteY11" fmla="*/ 81715 h 361971"/>
                <a:gd name="connsiteX12" fmla="*/ 184030 w 362309"/>
                <a:gd name="connsiteY12" fmla="*/ 81715 h 361971"/>
                <a:gd name="connsiteX13" fmla="*/ 228121 w 362309"/>
                <a:gd name="connsiteY13" fmla="*/ 56179 h 361971"/>
                <a:gd name="connsiteX14" fmla="*/ 228121 w 362309"/>
                <a:gd name="connsiteY14" fmla="*/ 56179 h 361971"/>
                <a:gd name="connsiteX15" fmla="*/ 279240 w 362309"/>
                <a:gd name="connsiteY15" fmla="*/ 107889 h 361971"/>
                <a:gd name="connsiteX16" fmla="*/ 272850 w 362309"/>
                <a:gd name="connsiteY16" fmla="*/ 131510 h 361971"/>
                <a:gd name="connsiteX17" fmla="*/ 274767 w 362309"/>
                <a:gd name="connsiteY17" fmla="*/ 133425 h 361971"/>
                <a:gd name="connsiteX18" fmla="*/ 240262 w 362309"/>
                <a:gd name="connsiteY18" fmla="*/ 287918 h 361971"/>
                <a:gd name="connsiteX19" fmla="*/ 181474 w 362309"/>
                <a:gd name="connsiteY19" fmla="*/ 305154 h 361971"/>
                <a:gd name="connsiteX20" fmla="*/ 181474 w 362309"/>
                <a:gd name="connsiteY20" fmla="*/ 30515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1157" y="0"/>
                    <a:pt x="180835" y="0"/>
                  </a:cubicBezTo>
                  <a:cubicBezTo>
                    <a:pt x="180835" y="0"/>
                    <a:pt x="180835" y="0"/>
                    <a:pt x="180835" y="0"/>
                  </a:cubicBezTo>
                  <a:close/>
                  <a:moveTo>
                    <a:pt x="181474" y="305154"/>
                  </a:moveTo>
                  <a:lnTo>
                    <a:pt x="180835" y="305154"/>
                  </a:lnTo>
                  <a:lnTo>
                    <a:pt x="179557" y="305154"/>
                  </a:lnTo>
                  <a:cubicBezTo>
                    <a:pt x="117575" y="303239"/>
                    <a:pt x="69011" y="251529"/>
                    <a:pt x="70928" y="189604"/>
                  </a:cubicBezTo>
                  <a:cubicBezTo>
                    <a:pt x="72845" y="129595"/>
                    <a:pt x="121409" y="81715"/>
                    <a:pt x="180835" y="81077"/>
                  </a:cubicBezTo>
                  <a:cubicBezTo>
                    <a:pt x="181474" y="81077"/>
                    <a:pt x="181474" y="81077"/>
                    <a:pt x="182113" y="81715"/>
                  </a:cubicBezTo>
                  <a:lnTo>
                    <a:pt x="184030" y="81715"/>
                  </a:lnTo>
                  <a:cubicBezTo>
                    <a:pt x="192976" y="65755"/>
                    <a:pt x="210229" y="56179"/>
                    <a:pt x="228121" y="56179"/>
                  </a:cubicBezTo>
                  <a:lnTo>
                    <a:pt x="228121" y="56179"/>
                  </a:lnTo>
                  <a:cubicBezTo>
                    <a:pt x="256237" y="56179"/>
                    <a:pt x="279240" y="79161"/>
                    <a:pt x="279240" y="107889"/>
                  </a:cubicBezTo>
                  <a:cubicBezTo>
                    <a:pt x="279240" y="116188"/>
                    <a:pt x="277323" y="124488"/>
                    <a:pt x="272850" y="131510"/>
                  </a:cubicBezTo>
                  <a:cubicBezTo>
                    <a:pt x="273489" y="132148"/>
                    <a:pt x="274128" y="132787"/>
                    <a:pt x="274767" y="133425"/>
                  </a:cubicBezTo>
                  <a:cubicBezTo>
                    <a:pt x="307995" y="185774"/>
                    <a:pt x="292020" y="254721"/>
                    <a:pt x="240262" y="287918"/>
                  </a:cubicBezTo>
                  <a:cubicBezTo>
                    <a:pt x="222370" y="298770"/>
                    <a:pt x="202561" y="305154"/>
                    <a:pt x="181474" y="305154"/>
                  </a:cubicBezTo>
                  <a:lnTo>
                    <a:pt x="181474" y="305154"/>
                  </a:lnTo>
                  <a:close/>
                </a:path>
              </a:pathLst>
            </a:custGeom>
            <a:solidFill>
              <a:srgbClr val="012169"/>
            </a:solidFill>
            <a:ln w="6390" cap="flat">
              <a:noFill/>
              <a:prstDash val="solid"/>
              <a:miter/>
            </a:ln>
          </p:spPr>
          <p:txBody>
            <a:bodyPr rtlCol="0" anchor="ctr"/>
            <a:lstStyle/>
            <a:p>
              <a:endParaRPr lang="en-US"/>
            </a:p>
          </p:txBody>
        </p:sp>
        <p:sp>
          <p:nvSpPr>
            <p:cNvPr id="391" name="Graphic 4">
              <a:extLst>
                <a:ext uri="{FF2B5EF4-FFF2-40B4-BE49-F238E27FC236}">
                  <a16:creationId xmlns:a16="http://schemas.microsoft.com/office/drawing/2014/main" id="{6F5AABA7-92E6-AE49-8B24-238DF67A0A56}"/>
                </a:ext>
              </a:extLst>
            </p:cNvPr>
            <p:cNvSpPr/>
            <p:nvPr/>
          </p:nvSpPr>
          <p:spPr>
            <a:xfrm>
              <a:off x="1143159" y="1061180"/>
              <a:ext cx="42173" cy="44049"/>
            </a:xfrm>
            <a:custGeom>
              <a:avLst/>
              <a:gdLst>
                <a:gd name="connsiteX0" fmla="*/ 0 w 42173"/>
                <a:gd name="connsiteY0" fmla="*/ 44049 h 44049"/>
                <a:gd name="connsiteX1" fmla="*/ 42174 w 42173"/>
                <a:gd name="connsiteY1" fmla="*/ 44049 h 44049"/>
                <a:gd name="connsiteX2" fmla="*/ 35784 w 42173"/>
                <a:gd name="connsiteY2" fmla="*/ 15322 h 44049"/>
                <a:gd name="connsiteX3" fmla="*/ 28116 w 42173"/>
                <a:gd name="connsiteY3" fmla="*/ 0 h 44049"/>
                <a:gd name="connsiteX4" fmla="*/ 0 w 42173"/>
                <a:gd name="connsiteY4" fmla="*/ 44049 h 44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73" h="44049">
                  <a:moveTo>
                    <a:pt x="0" y="44049"/>
                  </a:moveTo>
                  <a:lnTo>
                    <a:pt x="42174" y="44049"/>
                  </a:lnTo>
                  <a:cubicBezTo>
                    <a:pt x="41535" y="34473"/>
                    <a:pt x="39618" y="24897"/>
                    <a:pt x="35784" y="15322"/>
                  </a:cubicBezTo>
                  <a:cubicBezTo>
                    <a:pt x="33867" y="10214"/>
                    <a:pt x="31311" y="5107"/>
                    <a:pt x="28116" y="0"/>
                  </a:cubicBezTo>
                  <a:lnTo>
                    <a:pt x="0" y="44049"/>
                  </a:lnTo>
                  <a:close/>
                </a:path>
              </a:pathLst>
            </a:custGeom>
            <a:solidFill>
              <a:srgbClr val="012169"/>
            </a:solidFill>
            <a:ln w="6390" cap="flat">
              <a:noFill/>
              <a:prstDash val="solid"/>
              <a:miter/>
            </a:ln>
          </p:spPr>
          <p:txBody>
            <a:bodyPr rtlCol="0" anchor="ctr"/>
            <a:lstStyle/>
            <a:p>
              <a:endParaRPr lang="en-US"/>
            </a:p>
          </p:txBody>
        </p:sp>
        <p:sp>
          <p:nvSpPr>
            <p:cNvPr id="392" name="Graphic 4">
              <a:extLst>
                <a:ext uri="{FF2B5EF4-FFF2-40B4-BE49-F238E27FC236}">
                  <a16:creationId xmlns:a16="http://schemas.microsoft.com/office/drawing/2014/main" id="{9320C9A9-C8C0-3E4B-B74F-C53F5CD4DFED}"/>
                </a:ext>
              </a:extLst>
            </p:cNvPr>
            <p:cNvSpPr/>
            <p:nvPr/>
          </p:nvSpPr>
          <p:spPr>
            <a:xfrm>
              <a:off x="1007054" y="1015215"/>
              <a:ext cx="56231" cy="37027"/>
            </a:xfrm>
            <a:custGeom>
              <a:avLst/>
              <a:gdLst>
                <a:gd name="connsiteX0" fmla="*/ 41535 w 56231"/>
                <a:gd name="connsiteY0" fmla="*/ 37027 h 37027"/>
                <a:gd name="connsiteX1" fmla="*/ 56231 w 56231"/>
                <a:gd name="connsiteY1" fmla="*/ 0 h 37027"/>
                <a:gd name="connsiteX2" fmla="*/ 0 w 56231"/>
                <a:gd name="connsiteY2" fmla="*/ 37027 h 37027"/>
                <a:gd name="connsiteX3" fmla="*/ 41535 w 56231"/>
                <a:gd name="connsiteY3" fmla="*/ 37027 h 37027"/>
              </a:gdLst>
              <a:ahLst/>
              <a:cxnLst>
                <a:cxn ang="0">
                  <a:pos x="connsiteX0" y="connsiteY0"/>
                </a:cxn>
                <a:cxn ang="0">
                  <a:pos x="connsiteX1" y="connsiteY1"/>
                </a:cxn>
                <a:cxn ang="0">
                  <a:pos x="connsiteX2" y="connsiteY2"/>
                </a:cxn>
                <a:cxn ang="0">
                  <a:pos x="connsiteX3" y="connsiteY3"/>
                </a:cxn>
              </a:cxnLst>
              <a:rect l="l" t="t" r="r" b="b"/>
              <a:pathLst>
                <a:path w="56231" h="37027">
                  <a:moveTo>
                    <a:pt x="41535" y="37027"/>
                  </a:moveTo>
                  <a:cubicBezTo>
                    <a:pt x="44091" y="23621"/>
                    <a:pt x="49202" y="11491"/>
                    <a:pt x="56231" y="0"/>
                  </a:cubicBezTo>
                  <a:cubicBezTo>
                    <a:pt x="33867" y="5107"/>
                    <a:pt x="13419" y="18514"/>
                    <a:pt x="0" y="37027"/>
                  </a:cubicBezTo>
                  <a:lnTo>
                    <a:pt x="41535" y="37027"/>
                  </a:lnTo>
                  <a:close/>
                </a:path>
              </a:pathLst>
            </a:custGeom>
            <a:solidFill>
              <a:srgbClr val="012169"/>
            </a:solidFill>
            <a:ln w="6390" cap="flat">
              <a:noFill/>
              <a:prstDash val="solid"/>
              <a:miter/>
            </a:ln>
          </p:spPr>
          <p:txBody>
            <a:bodyPr rtlCol="0" anchor="ctr"/>
            <a:lstStyle/>
            <a:p>
              <a:endParaRPr lang="en-US"/>
            </a:p>
          </p:txBody>
        </p:sp>
        <p:sp>
          <p:nvSpPr>
            <p:cNvPr id="393" name="Graphic 4">
              <a:extLst>
                <a:ext uri="{FF2B5EF4-FFF2-40B4-BE49-F238E27FC236}">
                  <a16:creationId xmlns:a16="http://schemas.microsoft.com/office/drawing/2014/main" id="{CAED56F7-3907-DC44-91FA-2EAC6CBC95FA}"/>
                </a:ext>
              </a:extLst>
            </p:cNvPr>
            <p:cNvSpPr/>
            <p:nvPr/>
          </p:nvSpPr>
          <p:spPr>
            <a:xfrm>
              <a:off x="1095235" y="987126"/>
              <a:ext cx="77318" cy="108527"/>
            </a:xfrm>
            <a:custGeom>
              <a:avLst/>
              <a:gdLst>
                <a:gd name="connsiteX0" fmla="*/ 5751 w 77318"/>
                <a:gd name="connsiteY0" fmla="*/ 58094 h 108527"/>
                <a:gd name="connsiteX1" fmla="*/ 38979 w 77318"/>
                <a:gd name="connsiteY1" fmla="*/ 108528 h 108527"/>
                <a:gd name="connsiteX2" fmla="*/ 72206 w 77318"/>
                <a:gd name="connsiteY2" fmla="*/ 58094 h 108527"/>
                <a:gd name="connsiteX3" fmla="*/ 77318 w 77318"/>
                <a:gd name="connsiteY3" fmla="*/ 38942 h 108527"/>
                <a:gd name="connsiteX4" fmla="*/ 38979 w 77318"/>
                <a:gd name="connsiteY4" fmla="*/ 0 h 108527"/>
                <a:gd name="connsiteX5" fmla="*/ 38340 w 77318"/>
                <a:gd name="connsiteY5" fmla="*/ 0 h 108527"/>
                <a:gd name="connsiteX6" fmla="*/ 0 w 77318"/>
                <a:gd name="connsiteY6" fmla="*/ 38942 h 108527"/>
                <a:gd name="connsiteX7" fmla="*/ 5751 w 77318"/>
                <a:gd name="connsiteY7" fmla="*/ 58094 h 10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318" h="108527">
                  <a:moveTo>
                    <a:pt x="5751" y="58094"/>
                  </a:moveTo>
                  <a:lnTo>
                    <a:pt x="38979" y="108528"/>
                  </a:lnTo>
                  <a:lnTo>
                    <a:pt x="72206" y="58094"/>
                  </a:lnTo>
                  <a:cubicBezTo>
                    <a:pt x="76040" y="52349"/>
                    <a:pt x="77318" y="45965"/>
                    <a:pt x="77318" y="38942"/>
                  </a:cubicBezTo>
                  <a:cubicBezTo>
                    <a:pt x="77318" y="17875"/>
                    <a:pt x="60065" y="638"/>
                    <a:pt x="38979" y="0"/>
                  </a:cubicBezTo>
                  <a:lnTo>
                    <a:pt x="38340" y="0"/>
                  </a:lnTo>
                  <a:cubicBezTo>
                    <a:pt x="17253" y="0"/>
                    <a:pt x="0" y="17237"/>
                    <a:pt x="0" y="38942"/>
                  </a:cubicBezTo>
                  <a:cubicBezTo>
                    <a:pt x="0" y="45965"/>
                    <a:pt x="1917" y="52349"/>
                    <a:pt x="5751" y="58094"/>
                  </a:cubicBezTo>
                  <a:close/>
                </a:path>
              </a:pathLst>
            </a:custGeom>
            <a:solidFill>
              <a:srgbClr val="012169"/>
            </a:solidFill>
            <a:ln w="6390" cap="flat">
              <a:noFill/>
              <a:prstDash val="solid"/>
              <a:miter/>
            </a:ln>
          </p:spPr>
          <p:txBody>
            <a:bodyPr rtlCol="0" anchor="ctr"/>
            <a:lstStyle/>
            <a:p>
              <a:endParaRPr lang="en-US"/>
            </a:p>
          </p:txBody>
        </p:sp>
      </p:grpSp>
      <p:grpSp>
        <p:nvGrpSpPr>
          <p:cNvPr id="394" name="Graphic 4">
            <a:extLst>
              <a:ext uri="{FF2B5EF4-FFF2-40B4-BE49-F238E27FC236}">
                <a16:creationId xmlns:a16="http://schemas.microsoft.com/office/drawing/2014/main" id="{734A26D5-066B-284A-A0B4-2BAE288BCDCE}"/>
              </a:ext>
            </a:extLst>
          </p:cNvPr>
          <p:cNvGrpSpPr/>
          <p:nvPr/>
        </p:nvGrpSpPr>
        <p:grpSpPr>
          <a:xfrm>
            <a:off x="467743" y="1893013"/>
            <a:ext cx="361670" cy="362610"/>
            <a:chOff x="467743" y="1893013"/>
            <a:chExt cx="361670" cy="362610"/>
          </a:xfrm>
          <a:solidFill>
            <a:srgbClr val="012169"/>
          </a:solidFill>
        </p:grpSpPr>
        <p:sp>
          <p:nvSpPr>
            <p:cNvPr id="395" name="Graphic 4">
              <a:extLst>
                <a:ext uri="{FF2B5EF4-FFF2-40B4-BE49-F238E27FC236}">
                  <a16:creationId xmlns:a16="http://schemas.microsoft.com/office/drawing/2014/main" id="{A24E1855-E51E-6242-8C22-BF7923C23413}"/>
                </a:ext>
              </a:extLst>
            </p:cNvPr>
            <p:cNvSpPr/>
            <p:nvPr/>
          </p:nvSpPr>
          <p:spPr>
            <a:xfrm>
              <a:off x="467743" y="1893013"/>
              <a:ext cx="361670" cy="362610"/>
            </a:xfrm>
            <a:custGeom>
              <a:avLst/>
              <a:gdLst>
                <a:gd name="connsiteX0" fmla="*/ 180835 w 361670"/>
                <a:gd name="connsiteY0" fmla="*/ 0 h 362610"/>
                <a:gd name="connsiteX1" fmla="*/ 0 w 361670"/>
                <a:gd name="connsiteY1" fmla="*/ 181305 h 362610"/>
                <a:gd name="connsiteX2" fmla="*/ 180835 w 361670"/>
                <a:gd name="connsiteY2" fmla="*/ 362610 h 362610"/>
                <a:gd name="connsiteX3" fmla="*/ 361670 w 361670"/>
                <a:gd name="connsiteY3" fmla="*/ 181305 h 362610"/>
                <a:gd name="connsiteX4" fmla="*/ 361670 w 361670"/>
                <a:gd name="connsiteY4" fmla="*/ 181305 h 362610"/>
                <a:gd name="connsiteX5" fmla="*/ 180835 w 361670"/>
                <a:gd name="connsiteY5" fmla="*/ 0 h 362610"/>
                <a:gd name="connsiteX6" fmla="*/ 180835 w 361670"/>
                <a:gd name="connsiteY6" fmla="*/ 0 h 362610"/>
                <a:gd name="connsiteX7" fmla="*/ 180835 w 361670"/>
                <a:gd name="connsiteY7" fmla="*/ 349204 h 362610"/>
                <a:gd name="connsiteX8" fmla="*/ 12780 w 361670"/>
                <a:gd name="connsiteY8" fmla="*/ 180667 h 362610"/>
                <a:gd name="connsiteX9" fmla="*/ 180835 w 361670"/>
                <a:gd name="connsiteY9" fmla="*/ 12130 h 362610"/>
                <a:gd name="connsiteX10" fmla="*/ 348891 w 361670"/>
                <a:gd name="connsiteY10" fmla="*/ 180667 h 362610"/>
                <a:gd name="connsiteX11" fmla="*/ 180835 w 361670"/>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2610">
                  <a:moveTo>
                    <a:pt x="180835" y="0"/>
                  </a:moveTo>
                  <a:cubicBezTo>
                    <a:pt x="80513" y="0"/>
                    <a:pt x="0" y="81077"/>
                    <a:pt x="0" y="181305"/>
                  </a:cubicBezTo>
                  <a:cubicBezTo>
                    <a:pt x="0" y="281534"/>
                    <a:pt x="81152" y="362610"/>
                    <a:pt x="180835" y="362610"/>
                  </a:cubicBezTo>
                  <a:cubicBezTo>
                    <a:pt x="280518" y="362610"/>
                    <a:pt x="361670" y="281534"/>
                    <a:pt x="361670" y="181305"/>
                  </a:cubicBezTo>
                  <a:cubicBezTo>
                    <a:pt x="361670" y="181305"/>
                    <a:pt x="361670" y="181305"/>
                    <a:pt x="361670" y="181305"/>
                  </a:cubicBezTo>
                  <a:cubicBezTo>
                    <a:pt x="361670"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130"/>
                    <a:pt x="180835" y="12130"/>
                  </a:cubicBezTo>
                  <a:cubicBezTo>
                    <a:pt x="273489" y="12130"/>
                    <a:pt x="348891" y="87461"/>
                    <a:pt x="348891" y="180667"/>
                  </a:cubicBezTo>
                  <a:cubicBezTo>
                    <a:pt x="348891" y="273873"/>
                    <a:pt x="273489" y="349204"/>
                    <a:pt x="180835" y="349204"/>
                  </a:cubicBezTo>
                  <a:close/>
                </a:path>
              </a:pathLst>
            </a:custGeom>
            <a:solidFill>
              <a:srgbClr val="012169"/>
            </a:solidFill>
            <a:ln w="6390" cap="flat">
              <a:noFill/>
              <a:prstDash val="solid"/>
              <a:miter/>
            </a:ln>
          </p:spPr>
          <p:txBody>
            <a:bodyPr rtlCol="0" anchor="ctr"/>
            <a:lstStyle/>
            <a:p>
              <a:endParaRPr lang="en-US"/>
            </a:p>
          </p:txBody>
        </p:sp>
        <p:sp>
          <p:nvSpPr>
            <p:cNvPr id="396" name="Graphic 4">
              <a:extLst>
                <a:ext uri="{FF2B5EF4-FFF2-40B4-BE49-F238E27FC236}">
                  <a16:creationId xmlns:a16="http://schemas.microsoft.com/office/drawing/2014/main" id="{A52D723E-BC31-3C4E-A353-0550C29E5172}"/>
                </a:ext>
              </a:extLst>
            </p:cNvPr>
            <p:cNvSpPr/>
            <p:nvPr/>
          </p:nvSpPr>
          <p:spPr>
            <a:xfrm>
              <a:off x="534919" y="1960683"/>
              <a:ext cx="226760" cy="227269"/>
            </a:xfrm>
            <a:custGeom>
              <a:avLst/>
              <a:gdLst>
                <a:gd name="connsiteX0" fmla="*/ 219093 w 226760"/>
                <a:gd name="connsiteY0" fmla="*/ 70862 h 227269"/>
                <a:gd name="connsiteX1" fmla="*/ 205035 w 226760"/>
                <a:gd name="connsiteY1" fmla="*/ 45965 h 227269"/>
                <a:gd name="connsiteX2" fmla="*/ 203118 w 226760"/>
                <a:gd name="connsiteY2" fmla="*/ 44049 h 227269"/>
                <a:gd name="connsiteX3" fmla="*/ 162862 w 226760"/>
                <a:gd name="connsiteY3" fmla="*/ 11491 h 227269"/>
                <a:gd name="connsiteX4" fmla="*/ 162223 w 226760"/>
                <a:gd name="connsiteY4" fmla="*/ 10853 h 227269"/>
                <a:gd name="connsiteX5" fmla="*/ 161584 w 226760"/>
                <a:gd name="connsiteY5" fmla="*/ 10853 h 227269"/>
                <a:gd name="connsiteX6" fmla="*/ 113659 w 226760"/>
                <a:gd name="connsiteY6" fmla="*/ 0 h 227269"/>
                <a:gd name="connsiteX7" fmla="*/ 95128 w 226760"/>
                <a:gd name="connsiteY7" fmla="*/ 1277 h 227269"/>
                <a:gd name="connsiteX8" fmla="*/ 93850 w 226760"/>
                <a:gd name="connsiteY8" fmla="*/ 1277 h 227269"/>
                <a:gd name="connsiteX9" fmla="*/ 13337 w 226760"/>
                <a:gd name="connsiteY9" fmla="*/ 60009 h 227269"/>
                <a:gd name="connsiteX10" fmla="*/ 12698 w 226760"/>
                <a:gd name="connsiteY10" fmla="*/ 61286 h 227269"/>
                <a:gd name="connsiteX11" fmla="*/ 61262 w 226760"/>
                <a:gd name="connsiteY11" fmla="*/ 213863 h 227269"/>
                <a:gd name="connsiteX12" fmla="*/ 82987 w 226760"/>
                <a:gd name="connsiteY12" fmla="*/ 222163 h 227269"/>
                <a:gd name="connsiteX13" fmla="*/ 84265 w 226760"/>
                <a:gd name="connsiteY13" fmla="*/ 222801 h 227269"/>
                <a:gd name="connsiteX14" fmla="*/ 95767 w 226760"/>
                <a:gd name="connsiteY14" fmla="*/ 225355 h 227269"/>
                <a:gd name="connsiteX15" fmla="*/ 97684 w 226760"/>
                <a:gd name="connsiteY15" fmla="*/ 225993 h 227269"/>
                <a:gd name="connsiteX16" fmla="*/ 97684 w 226760"/>
                <a:gd name="connsiteY16" fmla="*/ 225993 h 227269"/>
                <a:gd name="connsiteX17" fmla="*/ 113659 w 226760"/>
                <a:gd name="connsiteY17" fmla="*/ 227270 h 227269"/>
                <a:gd name="connsiteX18" fmla="*/ 226761 w 226760"/>
                <a:gd name="connsiteY18" fmla="*/ 113635 h 227269"/>
                <a:gd name="connsiteX19" fmla="*/ 219093 w 226760"/>
                <a:gd name="connsiteY19" fmla="*/ 72139 h 227269"/>
                <a:gd name="connsiteX20" fmla="*/ 219093 w 226760"/>
                <a:gd name="connsiteY20" fmla="*/ 70862 h 227269"/>
                <a:gd name="connsiteX21" fmla="*/ 201201 w 226760"/>
                <a:gd name="connsiteY21" fmla="*/ 63201 h 227269"/>
                <a:gd name="connsiteX22" fmla="*/ 203118 w 226760"/>
                <a:gd name="connsiteY22" fmla="*/ 67670 h 227269"/>
                <a:gd name="connsiteX23" fmla="*/ 200562 w 226760"/>
                <a:gd name="connsiteY23" fmla="*/ 67670 h 227269"/>
                <a:gd name="connsiteX24" fmla="*/ 199284 w 226760"/>
                <a:gd name="connsiteY24" fmla="*/ 66393 h 227269"/>
                <a:gd name="connsiteX25" fmla="*/ 201201 w 226760"/>
                <a:gd name="connsiteY25" fmla="*/ 63201 h 227269"/>
                <a:gd name="connsiteX26" fmla="*/ 81070 w 226760"/>
                <a:gd name="connsiteY26" fmla="*/ 17875 h 227269"/>
                <a:gd name="connsiteX27" fmla="*/ 79792 w 226760"/>
                <a:gd name="connsiteY27" fmla="*/ 19152 h 227269"/>
                <a:gd name="connsiteX28" fmla="*/ 78514 w 226760"/>
                <a:gd name="connsiteY28" fmla="*/ 22344 h 227269"/>
                <a:gd name="connsiteX29" fmla="*/ 78514 w 226760"/>
                <a:gd name="connsiteY29" fmla="*/ 33835 h 227269"/>
                <a:gd name="connsiteX30" fmla="*/ 82987 w 226760"/>
                <a:gd name="connsiteY30" fmla="*/ 40219 h 227269"/>
                <a:gd name="connsiteX31" fmla="*/ 95767 w 226760"/>
                <a:gd name="connsiteY31" fmla="*/ 44049 h 227269"/>
                <a:gd name="connsiteX32" fmla="*/ 95767 w 226760"/>
                <a:gd name="connsiteY32" fmla="*/ 47880 h 227269"/>
                <a:gd name="connsiteX33" fmla="*/ 91933 w 226760"/>
                <a:gd name="connsiteY33" fmla="*/ 51710 h 227269"/>
                <a:gd name="connsiteX34" fmla="*/ 91294 w 226760"/>
                <a:gd name="connsiteY34" fmla="*/ 52349 h 227269"/>
                <a:gd name="connsiteX35" fmla="*/ 80431 w 226760"/>
                <a:gd name="connsiteY35" fmla="*/ 68947 h 227269"/>
                <a:gd name="connsiteX36" fmla="*/ 70208 w 226760"/>
                <a:gd name="connsiteY36" fmla="*/ 79161 h 227269"/>
                <a:gd name="connsiteX37" fmla="*/ 54872 w 226760"/>
                <a:gd name="connsiteY37" fmla="*/ 84269 h 227269"/>
                <a:gd name="connsiteX38" fmla="*/ 50399 w 226760"/>
                <a:gd name="connsiteY38" fmla="*/ 90653 h 227269"/>
                <a:gd name="connsiteX39" fmla="*/ 50399 w 226760"/>
                <a:gd name="connsiteY39" fmla="*/ 96398 h 227269"/>
                <a:gd name="connsiteX40" fmla="*/ 52316 w 226760"/>
                <a:gd name="connsiteY40" fmla="*/ 100867 h 227269"/>
                <a:gd name="connsiteX41" fmla="*/ 69569 w 226760"/>
                <a:gd name="connsiteY41" fmla="*/ 118104 h 227269"/>
                <a:gd name="connsiteX42" fmla="*/ 74042 w 226760"/>
                <a:gd name="connsiteY42" fmla="*/ 120019 h 227269"/>
                <a:gd name="connsiteX43" fmla="*/ 90016 w 226760"/>
                <a:gd name="connsiteY43" fmla="*/ 120019 h 227269"/>
                <a:gd name="connsiteX44" fmla="*/ 104074 w 226760"/>
                <a:gd name="connsiteY44" fmla="*/ 124488 h 227269"/>
                <a:gd name="connsiteX45" fmla="*/ 114298 w 226760"/>
                <a:gd name="connsiteY45" fmla="*/ 139809 h 227269"/>
                <a:gd name="connsiteX46" fmla="*/ 116854 w 226760"/>
                <a:gd name="connsiteY46" fmla="*/ 141724 h 227269"/>
                <a:gd name="connsiteX47" fmla="*/ 127078 w 226760"/>
                <a:gd name="connsiteY47" fmla="*/ 146832 h 227269"/>
                <a:gd name="connsiteX48" fmla="*/ 130273 w 226760"/>
                <a:gd name="connsiteY48" fmla="*/ 150024 h 227269"/>
                <a:gd name="connsiteX49" fmla="*/ 130273 w 226760"/>
                <a:gd name="connsiteY49" fmla="*/ 151300 h 227269"/>
                <a:gd name="connsiteX50" fmla="*/ 125800 w 226760"/>
                <a:gd name="connsiteY50" fmla="*/ 160238 h 227269"/>
                <a:gd name="connsiteX51" fmla="*/ 120688 w 226760"/>
                <a:gd name="connsiteY51" fmla="*/ 165345 h 227269"/>
                <a:gd name="connsiteX52" fmla="*/ 119410 w 226760"/>
                <a:gd name="connsiteY52" fmla="*/ 167260 h 227269"/>
                <a:gd name="connsiteX53" fmla="*/ 114298 w 226760"/>
                <a:gd name="connsiteY53" fmla="*/ 177475 h 227269"/>
                <a:gd name="connsiteX54" fmla="*/ 109186 w 226760"/>
                <a:gd name="connsiteY54" fmla="*/ 182582 h 227269"/>
                <a:gd name="connsiteX55" fmla="*/ 107269 w 226760"/>
                <a:gd name="connsiteY55" fmla="*/ 187051 h 227269"/>
                <a:gd name="connsiteX56" fmla="*/ 107269 w 226760"/>
                <a:gd name="connsiteY56" fmla="*/ 195988 h 227269"/>
                <a:gd name="connsiteX57" fmla="*/ 95128 w 226760"/>
                <a:gd name="connsiteY57" fmla="*/ 212587 h 227269"/>
                <a:gd name="connsiteX58" fmla="*/ 91933 w 226760"/>
                <a:gd name="connsiteY58" fmla="*/ 211948 h 227269"/>
                <a:gd name="connsiteX59" fmla="*/ 91933 w 226760"/>
                <a:gd name="connsiteY59" fmla="*/ 187051 h 227269"/>
                <a:gd name="connsiteX60" fmla="*/ 91933 w 226760"/>
                <a:gd name="connsiteY60" fmla="*/ 185135 h 227269"/>
                <a:gd name="connsiteX61" fmla="*/ 86182 w 226760"/>
                <a:gd name="connsiteY61" fmla="*/ 168537 h 227269"/>
                <a:gd name="connsiteX62" fmla="*/ 84904 w 226760"/>
                <a:gd name="connsiteY62" fmla="*/ 165984 h 227269"/>
                <a:gd name="connsiteX63" fmla="*/ 69569 w 226760"/>
                <a:gd name="connsiteY63" fmla="*/ 150662 h 227269"/>
                <a:gd name="connsiteX64" fmla="*/ 69569 w 226760"/>
                <a:gd name="connsiteY64" fmla="*/ 141724 h 227269"/>
                <a:gd name="connsiteX65" fmla="*/ 67652 w 226760"/>
                <a:gd name="connsiteY65" fmla="*/ 137256 h 227269"/>
                <a:gd name="connsiteX66" fmla="*/ 63818 w 226760"/>
                <a:gd name="connsiteY66" fmla="*/ 133425 h 227269"/>
                <a:gd name="connsiteX67" fmla="*/ 63818 w 226760"/>
                <a:gd name="connsiteY67" fmla="*/ 119381 h 227269"/>
                <a:gd name="connsiteX68" fmla="*/ 61262 w 226760"/>
                <a:gd name="connsiteY68" fmla="*/ 114273 h 227269"/>
                <a:gd name="connsiteX69" fmla="*/ 46565 w 226760"/>
                <a:gd name="connsiteY69" fmla="*/ 104697 h 227269"/>
                <a:gd name="connsiteX70" fmla="*/ 41453 w 226760"/>
                <a:gd name="connsiteY70" fmla="*/ 84907 h 227269"/>
                <a:gd name="connsiteX71" fmla="*/ 40175 w 226760"/>
                <a:gd name="connsiteY71" fmla="*/ 82353 h 227269"/>
                <a:gd name="connsiteX72" fmla="*/ 26756 w 226760"/>
                <a:gd name="connsiteY72" fmla="*/ 64478 h 227269"/>
                <a:gd name="connsiteX73" fmla="*/ 81070 w 226760"/>
                <a:gd name="connsiteY73" fmla="*/ 17875 h 227269"/>
                <a:gd name="connsiteX74" fmla="*/ 81070 w 226760"/>
                <a:gd name="connsiteY74" fmla="*/ 17875 h 227269"/>
                <a:gd name="connsiteX75" fmla="*/ 13337 w 226760"/>
                <a:gd name="connsiteY75" fmla="*/ 112997 h 227269"/>
                <a:gd name="connsiteX76" fmla="*/ 20366 w 226760"/>
                <a:gd name="connsiteY76" fmla="*/ 75969 h 227269"/>
                <a:gd name="connsiteX77" fmla="*/ 29312 w 226760"/>
                <a:gd name="connsiteY77" fmla="*/ 87461 h 227269"/>
                <a:gd name="connsiteX78" fmla="*/ 34424 w 226760"/>
                <a:gd name="connsiteY78" fmla="*/ 108528 h 227269"/>
                <a:gd name="connsiteX79" fmla="*/ 36980 w 226760"/>
                <a:gd name="connsiteY79" fmla="*/ 112358 h 227269"/>
                <a:gd name="connsiteX80" fmla="*/ 51038 w 226760"/>
                <a:gd name="connsiteY80" fmla="*/ 121934 h 227269"/>
                <a:gd name="connsiteX81" fmla="*/ 51038 w 226760"/>
                <a:gd name="connsiteY81" fmla="*/ 135341 h 227269"/>
                <a:gd name="connsiteX82" fmla="*/ 52955 w 226760"/>
                <a:gd name="connsiteY82" fmla="*/ 139809 h 227269"/>
                <a:gd name="connsiteX83" fmla="*/ 56789 w 226760"/>
                <a:gd name="connsiteY83" fmla="*/ 143640 h 227269"/>
                <a:gd name="connsiteX84" fmla="*/ 56789 w 226760"/>
                <a:gd name="connsiteY84" fmla="*/ 152577 h 227269"/>
                <a:gd name="connsiteX85" fmla="*/ 58706 w 226760"/>
                <a:gd name="connsiteY85" fmla="*/ 157046 h 227269"/>
                <a:gd name="connsiteX86" fmla="*/ 74681 w 226760"/>
                <a:gd name="connsiteY86" fmla="*/ 173006 h 227269"/>
                <a:gd name="connsiteX87" fmla="*/ 79792 w 226760"/>
                <a:gd name="connsiteY87" fmla="*/ 187689 h 227269"/>
                <a:gd name="connsiteX88" fmla="*/ 79792 w 226760"/>
                <a:gd name="connsiteY88" fmla="*/ 207479 h 227269"/>
                <a:gd name="connsiteX89" fmla="*/ 13337 w 226760"/>
                <a:gd name="connsiteY89" fmla="*/ 112997 h 227269"/>
                <a:gd name="connsiteX90" fmla="*/ 13337 w 226760"/>
                <a:gd name="connsiteY90" fmla="*/ 112997 h 227269"/>
                <a:gd name="connsiteX91" fmla="*/ 113659 w 226760"/>
                <a:gd name="connsiteY91" fmla="*/ 213863 h 227269"/>
                <a:gd name="connsiteX92" fmla="*/ 109825 w 226760"/>
                <a:gd name="connsiteY92" fmla="*/ 213863 h 227269"/>
                <a:gd name="connsiteX93" fmla="*/ 118771 w 226760"/>
                <a:gd name="connsiteY93" fmla="*/ 201734 h 227269"/>
                <a:gd name="connsiteX94" fmla="*/ 120049 w 226760"/>
                <a:gd name="connsiteY94" fmla="*/ 197903 h 227269"/>
                <a:gd name="connsiteX95" fmla="*/ 120049 w 226760"/>
                <a:gd name="connsiteY95" fmla="*/ 188966 h 227269"/>
                <a:gd name="connsiteX96" fmla="*/ 123883 w 226760"/>
                <a:gd name="connsiteY96" fmla="*/ 185135 h 227269"/>
                <a:gd name="connsiteX97" fmla="*/ 125161 w 226760"/>
                <a:gd name="connsiteY97" fmla="*/ 183220 h 227269"/>
                <a:gd name="connsiteX98" fmla="*/ 130273 w 226760"/>
                <a:gd name="connsiteY98" fmla="*/ 173006 h 227269"/>
                <a:gd name="connsiteX99" fmla="*/ 135385 w 226760"/>
                <a:gd name="connsiteY99" fmla="*/ 167899 h 227269"/>
                <a:gd name="connsiteX100" fmla="*/ 136663 w 226760"/>
                <a:gd name="connsiteY100" fmla="*/ 165984 h 227269"/>
                <a:gd name="connsiteX101" fmla="*/ 142414 w 226760"/>
                <a:gd name="connsiteY101" fmla="*/ 154492 h 227269"/>
                <a:gd name="connsiteX102" fmla="*/ 143053 w 226760"/>
                <a:gd name="connsiteY102" fmla="*/ 151300 h 227269"/>
                <a:gd name="connsiteX103" fmla="*/ 143053 w 226760"/>
                <a:gd name="connsiteY103" fmla="*/ 145555 h 227269"/>
                <a:gd name="connsiteX104" fmla="*/ 141136 w 226760"/>
                <a:gd name="connsiteY104" fmla="*/ 141086 h 227269"/>
                <a:gd name="connsiteX105" fmla="*/ 135385 w 226760"/>
                <a:gd name="connsiteY105" fmla="*/ 135341 h 227269"/>
                <a:gd name="connsiteX106" fmla="*/ 133468 w 226760"/>
                <a:gd name="connsiteY106" fmla="*/ 134064 h 227269"/>
                <a:gd name="connsiteX107" fmla="*/ 123883 w 226760"/>
                <a:gd name="connsiteY107" fmla="*/ 128957 h 227269"/>
                <a:gd name="connsiteX108" fmla="*/ 113659 w 226760"/>
                <a:gd name="connsiteY108" fmla="*/ 113635 h 227269"/>
                <a:gd name="connsiteX109" fmla="*/ 110464 w 226760"/>
                <a:gd name="connsiteY109" fmla="*/ 111081 h 227269"/>
                <a:gd name="connsiteX110" fmla="*/ 93211 w 226760"/>
                <a:gd name="connsiteY110" fmla="*/ 105336 h 227269"/>
                <a:gd name="connsiteX111" fmla="*/ 91294 w 226760"/>
                <a:gd name="connsiteY111" fmla="*/ 105336 h 227269"/>
                <a:gd name="connsiteX112" fmla="*/ 77237 w 226760"/>
                <a:gd name="connsiteY112" fmla="*/ 105336 h 227269"/>
                <a:gd name="connsiteX113" fmla="*/ 65096 w 226760"/>
                <a:gd name="connsiteY113" fmla="*/ 93206 h 227269"/>
                <a:gd name="connsiteX114" fmla="*/ 76597 w 226760"/>
                <a:gd name="connsiteY114" fmla="*/ 89376 h 227269"/>
                <a:gd name="connsiteX115" fmla="*/ 79153 w 226760"/>
                <a:gd name="connsiteY115" fmla="*/ 88099 h 227269"/>
                <a:gd name="connsiteX116" fmla="*/ 90655 w 226760"/>
                <a:gd name="connsiteY116" fmla="*/ 76608 h 227269"/>
                <a:gd name="connsiteX117" fmla="*/ 91294 w 226760"/>
                <a:gd name="connsiteY117" fmla="*/ 75969 h 227269"/>
                <a:gd name="connsiteX118" fmla="*/ 102157 w 226760"/>
                <a:gd name="connsiteY118" fmla="*/ 59371 h 227269"/>
                <a:gd name="connsiteX119" fmla="*/ 107269 w 226760"/>
                <a:gd name="connsiteY119" fmla="*/ 54264 h 227269"/>
                <a:gd name="connsiteX120" fmla="*/ 109186 w 226760"/>
                <a:gd name="connsiteY120" fmla="*/ 49795 h 227269"/>
                <a:gd name="connsiteX121" fmla="*/ 109186 w 226760"/>
                <a:gd name="connsiteY121" fmla="*/ 38304 h 227269"/>
                <a:gd name="connsiteX122" fmla="*/ 104713 w 226760"/>
                <a:gd name="connsiteY122" fmla="*/ 31920 h 227269"/>
                <a:gd name="connsiteX123" fmla="*/ 91933 w 226760"/>
                <a:gd name="connsiteY123" fmla="*/ 28089 h 227269"/>
                <a:gd name="connsiteX124" fmla="*/ 91933 w 226760"/>
                <a:gd name="connsiteY124" fmla="*/ 23621 h 227269"/>
                <a:gd name="connsiteX125" fmla="*/ 99601 w 226760"/>
                <a:gd name="connsiteY125" fmla="*/ 12130 h 227269"/>
                <a:gd name="connsiteX126" fmla="*/ 113659 w 226760"/>
                <a:gd name="connsiteY126" fmla="*/ 10853 h 227269"/>
                <a:gd name="connsiteX127" fmla="*/ 150721 w 226760"/>
                <a:gd name="connsiteY127" fmla="*/ 17875 h 227269"/>
                <a:gd name="connsiteX128" fmla="*/ 147526 w 226760"/>
                <a:gd name="connsiteY128" fmla="*/ 24259 h 227269"/>
                <a:gd name="connsiteX129" fmla="*/ 146887 w 226760"/>
                <a:gd name="connsiteY129" fmla="*/ 27451 h 227269"/>
                <a:gd name="connsiteX130" fmla="*/ 146887 w 226760"/>
                <a:gd name="connsiteY130" fmla="*/ 33197 h 227269"/>
                <a:gd name="connsiteX131" fmla="*/ 150721 w 226760"/>
                <a:gd name="connsiteY131" fmla="*/ 38942 h 227269"/>
                <a:gd name="connsiteX132" fmla="*/ 160945 w 226760"/>
                <a:gd name="connsiteY132" fmla="*/ 44049 h 227269"/>
                <a:gd name="connsiteX133" fmla="*/ 164140 w 226760"/>
                <a:gd name="connsiteY133" fmla="*/ 47241 h 227269"/>
                <a:gd name="connsiteX134" fmla="*/ 164140 w 226760"/>
                <a:gd name="connsiteY134" fmla="*/ 54264 h 227269"/>
                <a:gd name="connsiteX135" fmla="*/ 159028 w 226760"/>
                <a:gd name="connsiteY135" fmla="*/ 64478 h 227269"/>
                <a:gd name="connsiteX136" fmla="*/ 158389 w 226760"/>
                <a:gd name="connsiteY136" fmla="*/ 67032 h 227269"/>
                <a:gd name="connsiteX137" fmla="*/ 158389 w 226760"/>
                <a:gd name="connsiteY137" fmla="*/ 72777 h 227269"/>
                <a:gd name="connsiteX138" fmla="*/ 164779 w 226760"/>
                <a:gd name="connsiteY138" fmla="*/ 79161 h 227269"/>
                <a:gd name="connsiteX139" fmla="*/ 173725 w 226760"/>
                <a:gd name="connsiteY139" fmla="*/ 79161 h 227269"/>
                <a:gd name="connsiteX140" fmla="*/ 174364 w 226760"/>
                <a:gd name="connsiteY140" fmla="*/ 79800 h 227269"/>
                <a:gd name="connsiteX141" fmla="*/ 171169 w 226760"/>
                <a:gd name="connsiteY141" fmla="*/ 86184 h 227269"/>
                <a:gd name="connsiteX142" fmla="*/ 166057 w 226760"/>
                <a:gd name="connsiteY142" fmla="*/ 91291 h 227269"/>
                <a:gd name="connsiteX143" fmla="*/ 164140 w 226760"/>
                <a:gd name="connsiteY143" fmla="*/ 95760 h 227269"/>
                <a:gd name="connsiteX144" fmla="*/ 164140 w 226760"/>
                <a:gd name="connsiteY144" fmla="*/ 112358 h 227269"/>
                <a:gd name="connsiteX145" fmla="*/ 167974 w 226760"/>
                <a:gd name="connsiteY145" fmla="*/ 118104 h 227269"/>
                <a:gd name="connsiteX146" fmla="*/ 178197 w 226760"/>
                <a:gd name="connsiteY146" fmla="*/ 123211 h 227269"/>
                <a:gd name="connsiteX147" fmla="*/ 183309 w 226760"/>
                <a:gd name="connsiteY147" fmla="*/ 128318 h 227269"/>
                <a:gd name="connsiteX148" fmla="*/ 187782 w 226760"/>
                <a:gd name="connsiteY148" fmla="*/ 130233 h 227269"/>
                <a:gd name="connsiteX149" fmla="*/ 190977 w 226760"/>
                <a:gd name="connsiteY149" fmla="*/ 130233 h 227269"/>
                <a:gd name="connsiteX150" fmla="*/ 192255 w 226760"/>
                <a:gd name="connsiteY150" fmla="*/ 130872 h 227269"/>
                <a:gd name="connsiteX151" fmla="*/ 187782 w 226760"/>
                <a:gd name="connsiteY151" fmla="*/ 144278 h 227269"/>
                <a:gd name="connsiteX152" fmla="*/ 187143 w 226760"/>
                <a:gd name="connsiteY152" fmla="*/ 146193 h 227269"/>
                <a:gd name="connsiteX153" fmla="*/ 187143 w 226760"/>
                <a:gd name="connsiteY153" fmla="*/ 157684 h 227269"/>
                <a:gd name="connsiteX154" fmla="*/ 188421 w 226760"/>
                <a:gd name="connsiteY154" fmla="*/ 161515 h 227269"/>
                <a:gd name="connsiteX155" fmla="*/ 196089 w 226760"/>
                <a:gd name="connsiteY155" fmla="*/ 172368 h 227269"/>
                <a:gd name="connsiteX156" fmla="*/ 113659 w 226760"/>
                <a:gd name="connsiteY156" fmla="*/ 213863 h 227269"/>
                <a:gd name="connsiteX157" fmla="*/ 201840 w 226760"/>
                <a:gd name="connsiteY157" fmla="*/ 161515 h 227269"/>
                <a:gd name="connsiteX158" fmla="*/ 198645 w 226760"/>
                <a:gd name="connsiteY158" fmla="*/ 156408 h 227269"/>
                <a:gd name="connsiteX159" fmla="*/ 198645 w 226760"/>
                <a:gd name="connsiteY159" fmla="*/ 148108 h 227269"/>
                <a:gd name="connsiteX160" fmla="*/ 203757 w 226760"/>
                <a:gd name="connsiteY160" fmla="*/ 132149 h 227269"/>
                <a:gd name="connsiteX161" fmla="*/ 202479 w 226760"/>
                <a:gd name="connsiteY161" fmla="*/ 125765 h 227269"/>
                <a:gd name="connsiteX162" fmla="*/ 196728 w 226760"/>
                <a:gd name="connsiteY162" fmla="*/ 120019 h 227269"/>
                <a:gd name="connsiteX163" fmla="*/ 192255 w 226760"/>
                <a:gd name="connsiteY163" fmla="*/ 118104 h 227269"/>
                <a:gd name="connsiteX164" fmla="*/ 189060 w 226760"/>
                <a:gd name="connsiteY164" fmla="*/ 118104 h 227269"/>
                <a:gd name="connsiteX165" fmla="*/ 185226 w 226760"/>
                <a:gd name="connsiteY165" fmla="*/ 114273 h 227269"/>
                <a:gd name="connsiteX166" fmla="*/ 183309 w 226760"/>
                <a:gd name="connsiteY166" fmla="*/ 112997 h 227269"/>
                <a:gd name="connsiteX167" fmla="*/ 175642 w 226760"/>
                <a:gd name="connsiteY167" fmla="*/ 109166 h 227269"/>
                <a:gd name="connsiteX168" fmla="*/ 175642 w 226760"/>
                <a:gd name="connsiteY168" fmla="*/ 98952 h 227269"/>
                <a:gd name="connsiteX169" fmla="*/ 179476 w 226760"/>
                <a:gd name="connsiteY169" fmla="*/ 95121 h 227269"/>
                <a:gd name="connsiteX170" fmla="*/ 180753 w 226760"/>
                <a:gd name="connsiteY170" fmla="*/ 93206 h 227269"/>
                <a:gd name="connsiteX171" fmla="*/ 186504 w 226760"/>
                <a:gd name="connsiteY171" fmla="*/ 81715 h 227269"/>
                <a:gd name="connsiteX172" fmla="*/ 185226 w 226760"/>
                <a:gd name="connsiteY172" fmla="*/ 74693 h 227269"/>
                <a:gd name="connsiteX173" fmla="*/ 179476 w 226760"/>
                <a:gd name="connsiteY173" fmla="*/ 68947 h 227269"/>
                <a:gd name="connsiteX174" fmla="*/ 175003 w 226760"/>
                <a:gd name="connsiteY174" fmla="*/ 67032 h 227269"/>
                <a:gd name="connsiteX175" fmla="*/ 171169 w 226760"/>
                <a:gd name="connsiteY175" fmla="*/ 67032 h 227269"/>
                <a:gd name="connsiteX176" fmla="*/ 175003 w 226760"/>
                <a:gd name="connsiteY176" fmla="*/ 59371 h 227269"/>
                <a:gd name="connsiteX177" fmla="*/ 175642 w 226760"/>
                <a:gd name="connsiteY177" fmla="*/ 56179 h 227269"/>
                <a:gd name="connsiteX178" fmla="*/ 175642 w 226760"/>
                <a:gd name="connsiteY178" fmla="*/ 44688 h 227269"/>
                <a:gd name="connsiteX179" fmla="*/ 173725 w 226760"/>
                <a:gd name="connsiteY179" fmla="*/ 40219 h 227269"/>
                <a:gd name="connsiteX180" fmla="*/ 167974 w 226760"/>
                <a:gd name="connsiteY180" fmla="*/ 34473 h 227269"/>
                <a:gd name="connsiteX181" fmla="*/ 166057 w 226760"/>
                <a:gd name="connsiteY181" fmla="*/ 33197 h 227269"/>
                <a:gd name="connsiteX182" fmla="*/ 158389 w 226760"/>
                <a:gd name="connsiteY182" fmla="*/ 29366 h 227269"/>
                <a:gd name="connsiteX183" fmla="*/ 160945 w 226760"/>
                <a:gd name="connsiteY183" fmla="*/ 24259 h 227269"/>
                <a:gd name="connsiteX184" fmla="*/ 190977 w 226760"/>
                <a:gd name="connsiteY184" fmla="*/ 49157 h 227269"/>
                <a:gd name="connsiteX185" fmla="*/ 185865 w 226760"/>
                <a:gd name="connsiteY185" fmla="*/ 65117 h 227269"/>
                <a:gd name="connsiteX186" fmla="*/ 187143 w 226760"/>
                <a:gd name="connsiteY186" fmla="*/ 71501 h 227269"/>
                <a:gd name="connsiteX187" fmla="*/ 192894 w 226760"/>
                <a:gd name="connsiteY187" fmla="*/ 77246 h 227269"/>
                <a:gd name="connsiteX188" fmla="*/ 197367 w 226760"/>
                <a:gd name="connsiteY188" fmla="*/ 79161 h 227269"/>
                <a:gd name="connsiteX189" fmla="*/ 207591 w 226760"/>
                <a:gd name="connsiteY189" fmla="*/ 79161 h 227269"/>
                <a:gd name="connsiteX190" fmla="*/ 201840 w 226760"/>
                <a:gd name="connsiteY190" fmla="*/ 161515 h 227269"/>
                <a:gd name="connsiteX191" fmla="*/ 201840 w 226760"/>
                <a:gd name="connsiteY191" fmla="*/ 161515 h 22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226760" h="227269">
                  <a:moveTo>
                    <a:pt x="219093" y="70862"/>
                  </a:moveTo>
                  <a:cubicBezTo>
                    <a:pt x="215259" y="61925"/>
                    <a:pt x="210786" y="53625"/>
                    <a:pt x="205035" y="45965"/>
                  </a:cubicBezTo>
                  <a:cubicBezTo>
                    <a:pt x="204396" y="45326"/>
                    <a:pt x="204396" y="44688"/>
                    <a:pt x="203118" y="44049"/>
                  </a:cubicBezTo>
                  <a:cubicBezTo>
                    <a:pt x="192255" y="30005"/>
                    <a:pt x="178197" y="19152"/>
                    <a:pt x="162862" y="11491"/>
                  </a:cubicBezTo>
                  <a:cubicBezTo>
                    <a:pt x="162862" y="11491"/>
                    <a:pt x="162223" y="11491"/>
                    <a:pt x="162223" y="10853"/>
                  </a:cubicBezTo>
                  <a:lnTo>
                    <a:pt x="161584" y="10853"/>
                  </a:lnTo>
                  <a:cubicBezTo>
                    <a:pt x="146887" y="3830"/>
                    <a:pt x="130273" y="0"/>
                    <a:pt x="113659" y="0"/>
                  </a:cubicBezTo>
                  <a:cubicBezTo>
                    <a:pt x="107269" y="0"/>
                    <a:pt x="101518" y="638"/>
                    <a:pt x="95128" y="1277"/>
                  </a:cubicBezTo>
                  <a:lnTo>
                    <a:pt x="93850" y="1277"/>
                  </a:lnTo>
                  <a:cubicBezTo>
                    <a:pt x="59345" y="7661"/>
                    <a:pt x="29951" y="28728"/>
                    <a:pt x="13337" y="60009"/>
                  </a:cubicBezTo>
                  <a:lnTo>
                    <a:pt x="12698" y="61286"/>
                  </a:lnTo>
                  <a:cubicBezTo>
                    <a:pt x="-16057" y="116827"/>
                    <a:pt x="5669" y="185135"/>
                    <a:pt x="61262" y="213863"/>
                  </a:cubicBezTo>
                  <a:cubicBezTo>
                    <a:pt x="68291" y="217694"/>
                    <a:pt x="75320" y="220247"/>
                    <a:pt x="82987" y="222163"/>
                  </a:cubicBezTo>
                  <a:cubicBezTo>
                    <a:pt x="83626" y="222163"/>
                    <a:pt x="83626" y="222801"/>
                    <a:pt x="84265" y="222801"/>
                  </a:cubicBezTo>
                  <a:cubicBezTo>
                    <a:pt x="88099" y="224078"/>
                    <a:pt x="91933" y="224716"/>
                    <a:pt x="95767" y="225355"/>
                  </a:cubicBezTo>
                  <a:cubicBezTo>
                    <a:pt x="96406" y="225355"/>
                    <a:pt x="97045" y="225993"/>
                    <a:pt x="97684" y="225993"/>
                  </a:cubicBezTo>
                  <a:lnTo>
                    <a:pt x="97684" y="225993"/>
                  </a:lnTo>
                  <a:cubicBezTo>
                    <a:pt x="102796" y="226631"/>
                    <a:pt x="107908" y="227270"/>
                    <a:pt x="113659" y="227270"/>
                  </a:cubicBezTo>
                  <a:cubicBezTo>
                    <a:pt x="176281" y="227270"/>
                    <a:pt x="226761" y="176198"/>
                    <a:pt x="226761" y="113635"/>
                  </a:cubicBezTo>
                  <a:cubicBezTo>
                    <a:pt x="226761" y="99590"/>
                    <a:pt x="224205" y="85545"/>
                    <a:pt x="219093" y="72139"/>
                  </a:cubicBezTo>
                  <a:cubicBezTo>
                    <a:pt x="219093" y="71501"/>
                    <a:pt x="219093" y="71501"/>
                    <a:pt x="219093" y="70862"/>
                  </a:cubicBezTo>
                  <a:close/>
                  <a:moveTo>
                    <a:pt x="201201" y="63201"/>
                  </a:moveTo>
                  <a:cubicBezTo>
                    <a:pt x="201840" y="64478"/>
                    <a:pt x="202479" y="65755"/>
                    <a:pt x="203118" y="67670"/>
                  </a:cubicBezTo>
                  <a:lnTo>
                    <a:pt x="200562" y="67670"/>
                  </a:lnTo>
                  <a:lnTo>
                    <a:pt x="199284" y="66393"/>
                  </a:lnTo>
                  <a:lnTo>
                    <a:pt x="201201" y="63201"/>
                  </a:lnTo>
                  <a:close/>
                  <a:moveTo>
                    <a:pt x="81070" y="17875"/>
                  </a:moveTo>
                  <a:lnTo>
                    <a:pt x="79792" y="19152"/>
                  </a:lnTo>
                  <a:cubicBezTo>
                    <a:pt x="79153" y="20429"/>
                    <a:pt x="78514" y="21706"/>
                    <a:pt x="78514" y="22344"/>
                  </a:cubicBezTo>
                  <a:lnTo>
                    <a:pt x="78514" y="33835"/>
                  </a:lnTo>
                  <a:cubicBezTo>
                    <a:pt x="78514" y="36389"/>
                    <a:pt x="80431" y="38942"/>
                    <a:pt x="82987" y="40219"/>
                  </a:cubicBezTo>
                  <a:lnTo>
                    <a:pt x="95767" y="44049"/>
                  </a:lnTo>
                  <a:lnTo>
                    <a:pt x="95767" y="47880"/>
                  </a:lnTo>
                  <a:lnTo>
                    <a:pt x="91933" y="51710"/>
                  </a:lnTo>
                  <a:lnTo>
                    <a:pt x="91294" y="52349"/>
                  </a:lnTo>
                  <a:lnTo>
                    <a:pt x="80431" y="68947"/>
                  </a:lnTo>
                  <a:lnTo>
                    <a:pt x="70208" y="79161"/>
                  </a:lnTo>
                  <a:lnTo>
                    <a:pt x="54872" y="84269"/>
                  </a:lnTo>
                  <a:cubicBezTo>
                    <a:pt x="52316" y="84907"/>
                    <a:pt x="50399" y="87461"/>
                    <a:pt x="50399" y="90653"/>
                  </a:cubicBezTo>
                  <a:lnTo>
                    <a:pt x="50399" y="96398"/>
                  </a:lnTo>
                  <a:cubicBezTo>
                    <a:pt x="50399" y="98313"/>
                    <a:pt x="51038" y="99590"/>
                    <a:pt x="52316" y="100867"/>
                  </a:cubicBezTo>
                  <a:lnTo>
                    <a:pt x="69569" y="118104"/>
                  </a:lnTo>
                  <a:cubicBezTo>
                    <a:pt x="70847" y="119381"/>
                    <a:pt x="72125" y="120019"/>
                    <a:pt x="74042" y="120019"/>
                  </a:cubicBezTo>
                  <a:lnTo>
                    <a:pt x="90016" y="120019"/>
                  </a:lnTo>
                  <a:lnTo>
                    <a:pt x="104074" y="124488"/>
                  </a:lnTo>
                  <a:lnTo>
                    <a:pt x="114298" y="139809"/>
                  </a:lnTo>
                  <a:cubicBezTo>
                    <a:pt x="114937" y="140448"/>
                    <a:pt x="115576" y="141724"/>
                    <a:pt x="116854" y="141724"/>
                  </a:cubicBezTo>
                  <a:lnTo>
                    <a:pt x="127078" y="146832"/>
                  </a:lnTo>
                  <a:lnTo>
                    <a:pt x="130273" y="150024"/>
                  </a:lnTo>
                  <a:lnTo>
                    <a:pt x="130273" y="151300"/>
                  </a:lnTo>
                  <a:lnTo>
                    <a:pt x="125800" y="160238"/>
                  </a:lnTo>
                  <a:lnTo>
                    <a:pt x="120688" y="165345"/>
                  </a:lnTo>
                  <a:cubicBezTo>
                    <a:pt x="120049" y="165984"/>
                    <a:pt x="120049" y="166622"/>
                    <a:pt x="119410" y="167260"/>
                  </a:cubicBezTo>
                  <a:lnTo>
                    <a:pt x="114298" y="177475"/>
                  </a:lnTo>
                  <a:lnTo>
                    <a:pt x="109186" y="182582"/>
                  </a:lnTo>
                  <a:cubicBezTo>
                    <a:pt x="107908" y="183859"/>
                    <a:pt x="107269" y="185135"/>
                    <a:pt x="107269" y="187051"/>
                  </a:cubicBezTo>
                  <a:lnTo>
                    <a:pt x="107269" y="195988"/>
                  </a:lnTo>
                  <a:lnTo>
                    <a:pt x="95128" y="212587"/>
                  </a:lnTo>
                  <a:lnTo>
                    <a:pt x="91933" y="211948"/>
                  </a:lnTo>
                  <a:lnTo>
                    <a:pt x="91933" y="187051"/>
                  </a:lnTo>
                  <a:cubicBezTo>
                    <a:pt x="91933" y="186412"/>
                    <a:pt x="91933" y="185774"/>
                    <a:pt x="91933" y="185135"/>
                  </a:cubicBezTo>
                  <a:lnTo>
                    <a:pt x="86182" y="168537"/>
                  </a:lnTo>
                  <a:cubicBezTo>
                    <a:pt x="86182" y="167899"/>
                    <a:pt x="85543" y="166622"/>
                    <a:pt x="84904" y="165984"/>
                  </a:cubicBezTo>
                  <a:lnTo>
                    <a:pt x="69569" y="150662"/>
                  </a:lnTo>
                  <a:lnTo>
                    <a:pt x="69569" y="141724"/>
                  </a:lnTo>
                  <a:cubicBezTo>
                    <a:pt x="69569" y="139809"/>
                    <a:pt x="68930" y="138533"/>
                    <a:pt x="67652" y="137256"/>
                  </a:cubicBezTo>
                  <a:lnTo>
                    <a:pt x="63818" y="133425"/>
                  </a:lnTo>
                  <a:lnTo>
                    <a:pt x="63818" y="119381"/>
                  </a:lnTo>
                  <a:cubicBezTo>
                    <a:pt x="63818" y="117465"/>
                    <a:pt x="62540" y="114912"/>
                    <a:pt x="61262" y="114273"/>
                  </a:cubicBezTo>
                  <a:lnTo>
                    <a:pt x="46565" y="104697"/>
                  </a:lnTo>
                  <a:lnTo>
                    <a:pt x="41453" y="84907"/>
                  </a:lnTo>
                  <a:cubicBezTo>
                    <a:pt x="41453" y="84269"/>
                    <a:pt x="40814" y="82992"/>
                    <a:pt x="40175" y="82353"/>
                  </a:cubicBezTo>
                  <a:lnTo>
                    <a:pt x="26756" y="64478"/>
                  </a:lnTo>
                  <a:cubicBezTo>
                    <a:pt x="38258" y="42134"/>
                    <a:pt x="58067" y="26174"/>
                    <a:pt x="81070" y="17875"/>
                  </a:cubicBezTo>
                  <a:lnTo>
                    <a:pt x="81070" y="17875"/>
                  </a:lnTo>
                  <a:close/>
                  <a:moveTo>
                    <a:pt x="13337" y="112997"/>
                  </a:moveTo>
                  <a:cubicBezTo>
                    <a:pt x="13337" y="100229"/>
                    <a:pt x="15893" y="87461"/>
                    <a:pt x="20366" y="75969"/>
                  </a:cubicBezTo>
                  <a:lnTo>
                    <a:pt x="29312" y="87461"/>
                  </a:lnTo>
                  <a:lnTo>
                    <a:pt x="34424" y="108528"/>
                  </a:lnTo>
                  <a:cubicBezTo>
                    <a:pt x="35063" y="109805"/>
                    <a:pt x="35702" y="111720"/>
                    <a:pt x="36980" y="112358"/>
                  </a:cubicBezTo>
                  <a:lnTo>
                    <a:pt x="51038" y="121934"/>
                  </a:lnTo>
                  <a:lnTo>
                    <a:pt x="51038" y="135341"/>
                  </a:lnTo>
                  <a:cubicBezTo>
                    <a:pt x="51038" y="137256"/>
                    <a:pt x="51677" y="138533"/>
                    <a:pt x="52955" y="139809"/>
                  </a:cubicBezTo>
                  <a:lnTo>
                    <a:pt x="56789" y="143640"/>
                  </a:lnTo>
                  <a:lnTo>
                    <a:pt x="56789" y="152577"/>
                  </a:lnTo>
                  <a:cubicBezTo>
                    <a:pt x="56789" y="154492"/>
                    <a:pt x="57428" y="155769"/>
                    <a:pt x="58706" y="157046"/>
                  </a:cubicBezTo>
                  <a:lnTo>
                    <a:pt x="74681" y="173006"/>
                  </a:lnTo>
                  <a:lnTo>
                    <a:pt x="79792" y="187689"/>
                  </a:lnTo>
                  <a:lnTo>
                    <a:pt x="79792" y="207479"/>
                  </a:lnTo>
                  <a:cubicBezTo>
                    <a:pt x="39536" y="192796"/>
                    <a:pt x="13337" y="155769"/>
                    <a:pt x="13337" y="112997"/>
                  </a:cubicBezTo>
                  <a:lnTo>
                    <a:pt x="13337" y="112997"/>
                  </a:lnTo>
                  <a:close/>
                  <a:moveTo>
                    <a:pt x="113659" y="213863"/>
                  </a:moveTo>
                  <a:cubicBezTo>
                    <a:pt x="112381" y="213863"/>
                    <a:pt x="111103" y="213863"/>
                    <a:pt x="109825" y="213863"/>
                  </a:cubicBezTo>
                  <a:lnTo>
                    <a:pt x="118771" y="201734"/>
                  </a:lnTo>
                  <a:cubicBezTo>
                    <a:pt x="119410" y="200457"/>
                    <a:pt x="120049" y="199180"/>
                    <a:pt x="120049" y="197903"/>
                  </a:cubicBezTo>
                  <a:lnTo>
                    <a:pt x="120049" y="188966"/>
                  </a:lnTo>
                  <a:lnTo>
                    <a:pt x="123883" y="185135"/>
                  </a:lnTo>
                  <a:cubicBezTo>
                    <a:pt x="124522" y="184497"/>
                    <a:pt x="124522" y="183859"/>
                    <a:pt x="125161" y="183220"/>
                  </a:cubicBezTo>
                  <a:lnTo>
                    <a:pt x="130273" y="173006"/>
                  </a:lnTo>
                  <a:lnTo>
                    <a:pt x="135385" y="167899"/>
                  </a:lnTo>
                  <a:cubicBezTo>
                    <a:pt x="136024" y="167260"/>
                    <a:pt x="136024" y="166622"/>
                    <a:pt x="136663" y="165984"/>
                  </a:cubicBezTo>
                  <a:lnTo>
                    <a:pt x="142414" y="154492"/>
                  </a:lnTo>
                  <a:cubicBezTo>
                    <a:pt x="143053" y="153854"/>
                    <a:pt x="143053" y="152577"/>
                    <a:pt x="143053" y="151300"/>
                  </a:cubicBezTo>
                  <a:lnTo>
                    <a:pt x="143053" y="145555"/>
                  </a:lnTo>
                  <a:cubicBezTo>
                    <a:pt x="143053" y="143640"/>
                    <a:pt x="142414" y="142363"/>
                    <a:pt x="141136" y="141086"/>
                  </a:cubicBezTo>
                  <a:lnTo>
                    <a:pt x="135385" y="135341"/>
                  </a:lnTo>
                  <a:cubicBezTo>
                    <a:pt x="134746" y="134702"/>
                    <a:pt x="134107" y="134702"/>
                    <a:pt x="133468" y="134064"/>
                  </a:cubicBezTo>
                  <a:lnTo>
                    <a:pt x="123883" y="128957"/>
                  </a:lnTo>
                  <a:lnTo>
                    <a:pt x="113659" y="113635"/>
                  </a:lnTo>
                  <a:cubicBezTo>
                    <a:pt x="113020" y="112358"/>
                    <a:pt x="111742" y="111720"/>
                    <a:pt x="110464" y="111081"/>
                  </a:cubicBezTo>
                  <a:lnTo>
                    <a:pt x="93211" y="105336"/>
                  </a:lnTo>
                  <a:cubicBezTo>
                    <a:pt x="92572" y="105336"/>
                    <a:pt x="91933" y="105336"/>
                    <a:pt x="91294" y="105336"/>
                  </a:cubicBezTo>
                  <a:lnTo>
                    <a:pt x="77237" y="105336"/>
                  </a:lnTo>
                  <a:lnTo>
                    <a:pt x="65096" y="93206"/>
                  </a:lnTo>
                  <a:lnTo>
                    <a:pt x="76597" y="89376"/>
                  </a:lnTo>
                  <a:cubicBezTo>
                    <a:pt x="77237" y="89376"/>
                    <a:pt x="78514" y="88737"/>
                    <a:pt x="79153" y="88099"/>
                  </a:cubicBezTo>
                  <a:lnTo>
                    <a:pt x="90655" y="76608"/>
                  </a:lnTo>
                  <a:cubicBezTo>
                    <a:pt x="91294" y="76608"/>
                    <a:pt x="91294" y="75969"/>
                    <a:pt x="91294" y="75969"/>
                  </a:cubicBezTo>
                  <a:lnTo>
                    <a:pt x="102157" y="59371"/>
                  </a:lnTo>
                  <a:lnTo>
                    <a:pt x="107269" y="54264"/>
                  </a:lnTo>
                  <a:cubicBezTo>
                    <a:pt x="108547" y="52987"/>
                    <a:pt x="109186" y="51710"/>
                    <a:pt x="109186" y="49795"/>
                  </a:cubicBezTo>
                  <a:lnTo>
                    <a:pt x="109186" y="38304"/>
                  </a:lnTo>
                  <a:cubicBezTo>
                    <a:pt x="109186" y="35750"/>
                    <a:pt x="107269" y="33197"/>
                    <a:pt x="104713" y="31920"/>
                  </a:cubicBezTo>
                  <a:lnTo>
                    <a:pt x="91933" y="28089"/>
                  </a:lnTo>
                  <a:lnTo>
                    <a:pt x="91933" y="23621"/>
                  </a:lnTo>
                  <a:lnTo>
                    <a:pt x="99601" y="12130"/>
                  </a:lnTo>
                  <a:cubicBezTo>
                    <a:pt x="104074" y="11491"/>
                    <a:pt x="109186" y="10853"/>
                    <a:pt x="113659" y="10853"/>
                  </a:cubicBezTo>
                  <a:cubicBezTo>
                    <a:pt x="126439" y="10853"/>
                    <a:pt x="138580" y="13406"/>
                    <a:pt x="150721" y="17875"/>
                  </a:cubicBezTo>
                  <a:lnTo>
                    <a:pt x="147526" y="24259"/>
                  </a:lnTo>
                  <a:cubicBezTo>
                    <a:pt x="146887" y="24897"/>
                    <a:pt x="146887" y="26174"/>
                    <a:pt x="146887" y="27451"/>
                  </a:cubicBezTo>
                  <a:lnTo>
                    <a:pt x="146887" y="33197"/>
                  </a:lnTo>
                  <a:cubicBezTo>
                    <a:pt x="146887" y="35750"/>
                    <a:pt x="148165" y="37665"/>
                    <a:pt x="150721" y="38942"/>
                  </a:cubicBezTo>
                  <a:lnTo>
                    <a:pt x="160945" y="44049"/>
                  </a:lnTo>
                  <a:lnTo>
                    <a:pt x="164140" y="47241"/>
                  </a:lnTo>
                  <a:lnTo>
                    <a:pt x="164140" y="54264"/>
                  </a:lnTo>
                  <a:lnTo>
                    <a:pt x="159028" y="64478"/>
                  </a:lnTo>
                  <a:cubicBezTo>
                    <a:pt x="158389" y="65117"/>
                    <a:pt x="158389" y="66393"/>
                    <a:pt x="158389" y="67032"/>
                  </a:cubicBezTo>
                  <a:lnTo>
                    <a:pt x="158389" y="72777"/>
                  </a:lnTo>
                  <a:cubicBezTo>
                    <a:pt x="158389" y="76608"/>
                    <a:pt x="160945" y="79161"/>
                    <a:pt x="164779" y="79161"/>
                  </a:cubicBezTo>
                  <a:lnTo>
                    <a:pt x="173725" y="79161"/>
                  </a:lnTo>
                  <a:lnTo>
                    <a:pt x="174364" y="79800"/>
                  </a:lnTo>
                  <a:lnTo>
                    <a:pt x="171169" y="86184"/>
                  </a:lnTo>
                  <a:lnTo>
                    <a:pt x="166057" y="91291"/>
                  </a:lnTo>
                  <a:cubicBezTo>
                    <a:pt x="164779" y="92568"/>
                    <a:pt x="164140" y="93845"/>
                    <a:pt x="164140" y="95760"/>
                  </a:cubicBezTo>
                  <a:lnTo>
                    <a:pt x="164140" y="112358"/>
                  </a:lnTo>
                  <a:cubicBezTo>
                    <a:pt x="164140" y="114912"/>
                    <a:pt x="165418" y="116827"/>
                    <a:pt x="167974" y="118104"/>
                  </a:cubicBezTo>
                  <a:lnTo>
                    <a:pt x="178197" y="123211"/>
                  </a:lnTo>
                  <a:lnTo>
                    <a:pt x="183309" y="128318"/>
                  </a:lnTo>
                  <a:cubicBezTo>
                    <a:pt x="184587" y="129595"/>
                    <a:pt x="185865" y="130233"/>
                    <a:pt x="187782" y="130233"/>
                  </a:cubicBezTo>
                  <a:lnTo>
                    <a:pt x="190977" y="130233"/>
                  </a:lnTo>
                  <a:lnTo>
                    <a:pt x="192255" y="130872"/>
                  </a:lnTo>
                  <a:lnTo>
                    <a:pt x="187782" y="144278"/>
                  </a:lnTo>
                  <a:cubicBezTo>
                    <a:pt x="187782" y="144916"/>
                    <a:pt x="187143" y="145555"/>
                    <a:pt x="187143" y="146193"/>
                  </a:cubicBezTo>
                  <a:lnTo>
                    <a:pt x="187143" y="157684"/>
                  </a:lnTo>
                  <a:cubicBezTo>
                    <a:pt x="187143" y="158961"/>
                    <a:pt x="187782" y="160238"/>
                    <a:pt x="188421" y="161515"/>
                  </a:cubicBezTo>
                  <a:lnTo>
                    <a:pt x="196089" y="172368"/>
                  </a:lnTo>
                  <a:cubicBezTo>
                    <a:pt x="175642" y="199180"/>
                    <a:pt x="145609" y="213863"/>
                    <a:pt x="113659" y="213863"/>
                  </a:cubicBezTo>
                  <a:close/>
                  <a:moveTo>
                    <a:pt x="201840" y="161515"/>
                  </a:moveTo>
                  <a:lnTo>
                    <a:pt x="198645" y="156408"/>
                  </a:lnTo>
                  <a:lnTo>
                    <a:pt x="198645" y="148108"/>
                  </a:lnTo>
                  <a:lnTo>
                    <a:pt x="203757" y="132149"/>
                  </a:lnTo>
                  <a:cubicBezTo>
                    <a:pt x="204396" y="129595"/>
                    <a:pt x="203757" y="127680"/>
                    <a:pt x="202479" y="125765"/>
                  </a:cubicBezTo>
                  <a:lnTo>
                    <a:pt x="196728" y="120019"/>
                  </a:lnTo>
                  <a:cubicBezTo>
                    <a:pt x="195450" y="118742"/>
                    <a:pt x="194172" y="118104"/>
                    <a:pt x="192255" y="118104"/>
                  </a:cubicBezTo>
                  <a:lnTo>
                    <a:pt x="189060" y="118104"/>
                  </a:lnTo>
                  <a:lnTo>
                    <a:pt x="185226" y="114273"/>
                  </a:lnTo>
                  <a:cubicBezTo>
                    <a:pt x="184587" y="113635"/>
                    <a:pt x="183948" y="113635"/>
                    <a:pt x="183309" y="112997"/>
                  </a:cubicBezTo>
                  <a:lnTo>
                    <a:pt x="175642" y="109166"/>
                  </a:lnTo>
                  <a:lnTo>
                    <a:pt x="175642" y="98952"/>
                  </a:lnTo>
                  <a:lnTo>
                    <a:pt x="179476" y="95121"/>
                  </a:lnTo>
                  <a:cubicBezTo>
                    <a:pt x="180114" y="94483"/>
                    <a:pt x="180114" y="93845"/>
                    <a:pt x="180753" y="93206"/>
                  </a:cubicBezTo>
                  <a:lnTo>
                    <a:pt x="186504" y="81715"/>
                  </a:lnTo>
                  <a:cubicBezTo>
                    <a:pt x="187782" y="79161"/>
                    <a:pt x="187143" y="76608"/>
                    <a:pt x="185226" y="74693"/>
                  </a:cubicBezTo>
                  <a:lnTo>
                    <a:pt x="179476" y="68947"/>
                  </a:lnTo>
                  <a:cubicBezTo>
                    <a:pt x="178197" y="67670"/>
                    <a:pt x="176920" y="67032"/>
                    <a:pt x="175003" y="67032"/>
                  </a:cubicBezTo>
                  <a:lnTo>
                    <a:pt x="171169" y="67032"/>
                  </a:lnTo>
                  <a:lnTo>
                    <a:pt x="175003" y="59371"/>
                  </a:lnTo>
                  <a:cubicBezTo>
                    <a:pt x="175642" y="58733"/>
                    <a:pt x="175642" y="57456"/>
                    <a:pt x="175642" y="56179"/>
                  </a:cubicBezTo>
                  <a:lnTo>
                    <a:pt x="175642" y="44688"/>
                  </a:lnTo>
                  <a:cubicBezTo>
                    <a:pt x="175642" y="42773"/>
                    <a:pt x="175003" y="41496"/>
                    <a:pt x="173725" y="40219"/>
                  </a:cubicBezTo>
                  <a:lnTo>
                    <a:pt x="167974" y="34473"/>
                  </a:lnTo>
                  <a:cubicBezTo>
                    <a:pt x="167335" y="33835"/>
                    <a:pt x="166696" y="33835"/>
                    <a:pt x="166057" y="33197"/>
                  </a:cubicBezTo>
                  <a:lnTo>
                    <a:pt x="158389" y="29366"/>
                  </a:lnTo>
                  <a:lnTo>
                    <a:pt x="160945" y="24259"/>
                  </a:lnTo>
                  <a:cubicBezTo>
                    <a:pt x="172447" y="30643"/>
                    <a:pt x="182670" y="38942"/>
                    <a:pt x="190977" y="49157"/>
                  </a:cubicBezTo>
                  <a:lnTo>
                    <a:pt x="185865" y="65117"/>
                  </a:lnTo>
                  <a:cubicBezTo>
                    <a:pt x="185226" y="67670"/>
                    <a:pt x="185865" y="69585"/>
                    <a:pt x="187143" y="71501"/>
                  </a:cubicBezTo>
                  <a:lnTo>
                    <a:pt x="192894" y="77246"/>
                  </a:lnTo>
                  <a:cubicBezTo>
                    <a:pt x="194172" y="78523"/>
                    <a:pt x="195450" y="79161"/>
                    <a:pt x="197367" y="79161"/>
                  </a:cubicBezTo>
                  <a:lnTo>
                    <a:pt x="207591" y="79161"/>
                  </a:lnTo>
                  <a:cubicBezTo>
                    <a:pt x="218454" y="106613"/>
                    <a:pt x="215898" y="135979"/>
                    <a:pt x="201840" y="161515"/>
                  </a:cubicBezTo>
                  <a:lnTo>
                    <a:pt x="201840" y="161515"/>
                  </a:lnTo>
                  <a:close/>
                </a:path>
              </a:pathLst>
            </a:custGeom>
            <a:solidFill>
              <a:srgbClr val="012169"/>
            </a:solidFill>
            <a:ln w="6390" cap="flat">
              <a:noFill/>
              <a:prstDash val="solid"/>
              <a:miter/>
            </a:ln>
          </p:spPr>
          <p:txBody>
            <a:bodyPr rtlCol="0" anchor="ctr"/>
            <a:lstStyle/>
            <a:p>
              <a:endParaRPr lang="en-US"/>
            </a:p>
          </p:txBody>
        </p:sp>
      </p:grpSp>
      <p:grpSp>
        <p:nvGrpSpPr>
          <p:cNvPr id="397" name="Graphic 4">
            <a:extLst>
              <a:ext uri="{FF2B5EF4-FFF2-40B4-BE49-F238E27FC236}">
                <a16:creationId xmlns:a16="http://schemas.microsoft.com/office/drawing/2014/main" id="{1BB349A1-BCCF-A94C-AAA6-B4496AE8A911}"/>
              </a:ext>
            </a:extLst>
          </p:cNvPr>
          <p:cNvGrpSpPr/>
          <p:nvPr/>
        </p:nvGrpSpPr>
        <p:grpSpPr>
          <a:xfrm>
            <a:off x="467104" y="3339623"/>
            <a:ext cx="362309" cy="361971"/>
            <a:chOff x="467104" y="3339623"/>
            <a:chExt cx="362309" cy="361971"/>
          </a:xfrm>
          <a:solidFill>
            <a:srgbClr val="012169"/>
          </a:solidFill>
        </p:grpSpPr>
        <p:sp>
          <p:nvSpPr>
            <p:cNvPr id="398" name="Graphic 4">
              <a:extLst>
                <a:ext uri="{FF2B5EF4-FFF2-40B4-BE49-F238E27FC236}">
                  <a16:creationId xmlns:a16="http://schemas.microsoft.com/office/drawing/2014/main" id="{19A1C790-5FA3-8F4D-B56D-CE3EF0B86B57}"/>
                </a:ext>
              </a:extLst>
            </p:cNvPr>
            <p:cNvSpPr/>
            <p:nvPr/>
          </p:nvSpPr>
          <p:spPr>
            <a:xfrm>
              <a:off x="467104" y="3339623"/>
              <a:ext cx="362309" cy="361971"/>
            </a:xfrm>
            <a:custGeom>
              <a:avLst/>
              <a:gdLst>
                <a:gd name="connsiteX0" fmla="*/ 181474 w 362309"/>
                <a:gd name="connsiteY0" fmla="*/ 0 h 361971"/>
                <a:gd name="connsiteX1" fmla="*/ 0 w 362309"/>
                <a:gd name="connsiteY1" fmla="*/ 180667 h 361971"/>
                <a:gd name="connsiteX2" fmla="*/ 181474 w 362309"/>
                <a:gd name="connsiteY2" fmla="*/ 361972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0 h 361971"/>
                <a:gd name="connsiteX7" fmla="*/ 181474 w 362309"/>
                <a:gd name="connsiteY7" fmla="*/ 349204 h 361971"/>
                <a:gd name="connsiteX8" fmla="*/ 13419 w 362309"/>
                <a:gd name="connsiteY8" fmla="*/ 181305 h 361971"/>
                <a:gd name="connsiteX9" fmla="*/ 181474 w 362309"/>
                <a:gd name="connsiteY9" fmla="*/ 12768 h 361971"/>
                <a:gd name="connsiteX10" fmla="*/ 349530 w 362309"/>
                <a:gd name="connsiteY10" fmla="*/ 181305 h 361971"/>
                <a:gd name="connsiteX11" fmla="*/ 349530 w 362309"/>
                <a:gd name="connsiteY11" fmla="*/ 181305 h 361971"/>
                <a:gd name="connsiteX12" fmla="*/ 181474 w 362309"/>
                <a:gd name="connsiteY12" fmla="*/ 349204 h 361971"/>
                <a:gd name="connsiteX13" fmla="*/ 181474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1474" y="0"/>
                  </a:moveTo>
                  <a:cubicBezTo>
                    <a:pt x="81152" y="0"/>
                    <a:pt x="0" y="81077"/>
                    <a:pt x="0" y="180667"/>
                  </a:cubicBezTo>
                  <a:cubicBezTo>
                    <a:pt x="0" y="280895"/>
                    <a:pt x="81152" y="361972"/>
                    <a:pt x="181474" y="361972"/>
                  </a:cubicBezTo>
                  <a:cubicBezTo>
                    <a:pt x="281796" y="361972"/>
                    <a:pt x="362309" y="280895"/>
                    <a:pt x="362309" y="180667"/>
                  </a:cubicBezTo>
                  <a:lnTo>
                    <a:pt x="362309" y="180667"/>
                  </a:lnTo>
                  <a:cubicBezTo>
                    <a:pt x="362309" y="81077"/>
                    <a:pt x="281796" y="0"/>
                    <a:pt x="181474" y="0"/>
                  </a:cubicBezTo>
                  <a:cubicBezTo>
                    <a:pt x="181474" y="0"/>
                    <a:pt x="181474"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lnTo>
                    <a:pt x="181474" y="349204"/>
                  </a:lnTo>
                  <a:close/>
                </a:path>
              </a:pathLst>
            </a:custGeom>
            <a:solidFill>
              <a:srgbClr val="012169"/>
            </a:solidFill>
            <a:ln w="6390" cap="flat">
              <a:noFill/>
              <a:prstDash val="solid"/>
              <a:miter/>
            </a:ln>
          </p:spPr>
          <p:txBody>
            <a:bodyPr rtlCol="0" anchor="ctr"/>
            <a:lstStyle/>
            <a:p>
              <a:endParaRPr lang="en-US"/>
            </a:p>
          </p:txBody>
        </p:sp>
        <p:sp>
          <p:nvSpPr>
            <p:cNvPr id="399" name="Graphic 4">
              <a:extLst>
                <a:ext uri="{FF2B5EF4-FFF2-40B4-BE49-F238E27FC236}">
                  <a16:creationId xmlns:a16="http://schemas.microsoft.com/office/drawing/2014/main" id="{B7183663-6BC8-3B48-9F7C-CA6B08377D02}"/>
                </a:ext>
              </a:extLst>
            </p:cNvPr>
            <p:cNvSpPr/>
            <p:nvPr/>
          </p:nvSpPr>
          <p:spPr>
            <a:xfrm>
              <a:off x="534250" y="3407004"/>
              <a:ext cx="228708" cy="228496"/>
            </a:xfrm>
            <a:custGeom>
              <a:avLst/>
              <a:gdLst>
                <a:gd name="connsiteX0" fmla="*/ 228070 w 228708"/>
                <a:gd name="connsiteY0" fmla="*/ 106263 h 228496"/>
                <a:gd name="connsiteX1" fmla="*/ 106661 w 228708"/>
                <a:gd name="connsiteY1" fmla="*/ 289 h 228496"/>
                <a:gd name="connsiteX2" fmla="*/ 13368 w 228708"/>
                <a:gd name="connsiteY2" fmla="*/ 60299 h 228496"/>
                <a:gd name="connsiteX3" fmla="*/ 13368 w 228708"/>
                <a:gd name="connsiteY3" fmla="*/ 60937 h 228496"/>
                <a:gd name="connsiteX4" fmla="*/ 35732 w 228708"/>
                <a:gd name="connsiteY4" fmla="*/ 196916 h 228496"/>
                <a:gd name="connsiteX5" fmla="*/ 37010 w 228708"/>
                <a:gd name="connsiteY5" fmla="*/ 198193 h 228496"/>
                <a:gd name="connsiteX6" fmla="*/ 146278 w 228708"/>
                <a:gd name="connsiteY6" fmla="*/ 223728 h 228496"/>
                <a:gd name="connsiteX7" fmla="*/ 147556 w 228708"/>
                <a:gd name="connsiteY7" fmla="*/ 223728 h 228496"/>
                <a:gd name="connsiteX8" fmla="*/ 155863 w 228708"/>
                <a:gd name="connsiteY8" fmla="*/ 220536 h 228496"/>
                <a:gd name="connsiteX9" fmla="*/ 157141 w 228708"/>
                <a:gd name="connsiteY9" fmla="*/ 219898 h 228496"/>
                <a:gd name="connsiteX10" fmla="*/ 186535 w 228708"/>
                <a:gd name="connsiteY10" fmla="*/ 202661 h 228496"/>
                <a:gd name="connsiteX11" fmla="*/ 187174 w 228708"/>
                <a:gd name="connsiteY11" fmla="*/ 202023 h 228496"/>
                <a:gd name="connsiteX12" fmla="*/ 228708 w 228708"/>
                <a:gd name="connsiteY12" fmla="*/ 113924 h 228496"/>
                <a:gd name="connsiteX13" fmla="*/ 228708 w 228708"/>
                <a:gd name="connsiteY13" fmla="*/ 109455 h 228496"/>
                <a:gd name="connsiteX14" fmla="*/ 228070 w 228708"/>
                <a:gd name="connsiteY14" fmla="*/ 106263 h 228496"/>
                <a:gd name="connsiteX15" fmla="*/ 215290 w 228708"/>
                <a:gd name="connsiteY15" fmla="*/ 103710 h 228496"/>
                <a:gd name="connsiteX16" fmla="*/ 203788 w 228708"/>
                <a:gd name="connsiteY16" fmla="*/ 92219 h 228496"/>
                <a:gd name="connsiteX17" fmla="*/ 199315 w 228708"/>
                <a:gd name="connsiteY17" fmla="*/ 90303 h 228496"/>
                <a:gd name="connsiteX18" fmla="*/ 194203 w 228708"/>
                <a:gd name="connsiteY18" fmla="*/ 90303 h 228496"/>
                <a:gd name="connsiteX19" fmla="*/ 187813 w 228708"/>
                <a:gd name="connsiteY19" fmla="*/ 96687 h 228496"/>
                <a:gd name="connsiteX20" fmla="*/ 187813 w 228708"/>
                <a:gd name="connsiteY20" fmla="*/ 99879 h 228496"/>
                <a:gd name="connsiteX21" fmla="*/ 183979 w 228708"/>
                <a:gd name="connsiteY21" fmla="*/ 103710 h 228496"/>
                <a:gd name="connsiteX22" fmla="*/ 182062 w 228708"/>
                <a:gd name="connsiteY22" fmla="*/ 108179 h 228496"/>
                <a:gd name="connsiteX23" fmla="*/ 182062 w 228708"/>
                <a:gd name="connsiteY23" fmla="*/ 113924 h 228496"/>
                <a:gd name="connsiteX24" fmla="*/ 183979 w 228708"/>
                <a:gd name="connsiteY24" fmla="*/ 118393 h 228496"/>
                <a:gd name="connsiteX25" fmla="*/ 187813 w 228708"/>
                <a:gd name="connsiteY25" fmla="*/ 122223 h 228496"/>
                <a:gd name="connsiteX26" fmla="*/ 187813 w 228708"/>
                <a:gd name="connsiteY26" fmla="*/ 123500 h 228496"/>
                <a:gd name="connsiteX27" fmla="*/ 184618 w 228708"/>
                <a:gd name="connsiteY27" fmla="*/ 129884 h 228496"/>
                <a:gd name="connsiteX28" fmla="*/ 181423 w 228708"/>
                <a:gd name="connsiteY28" fmla="*/ 129884 h 228496"/>
                <a:gd name="connsiteX29" fmla="*/ 177589 w 228708"/>
                <a:gd name="connsiteY29" fmla="*/ 122862 h 228496"/>
                <a:gd name="connsiteX30" fmla="*/ 171838 w 228708"/>
                <a:gd name="connsiteY30" fmla="*/ 95411 h 228496"/>
                <a:gd name="connsiteX31" fmla="*/ 165448 w 228708"/>
                <a:gd name="connsiteY31" fmla="*/ 90303 h 228496"/>
                <a:gd name="connsiteX32" fmla="*/ 159697 w 228708"/>
                <a:gd name="connsiteY32" fmla="*/ 90303 h 228496"/>
                <a:gd name="connsiteX33" fmla="*/ 155224 w 228708"/>
                <a:gd name="connsiteY33" fmla="*/ 92219 h 228496"/>
                <a:gd name="connsiteX34" fmla="*/ 152029 w 228708"/>
                <a:gd name="connsiteY34" fmla="*/ 95411 h 228496"/>
                <a:gd name="connsiteX35" fmla="*/ 148195 w 228708"/>
                <a:gd name="connsiteY35" fmla="*/ 88388 h 228496"/>
                <a:gd name="connsiteX36" fmla="*/ 142444 w 228708"/>
                <a:gd name="connsiteY36" fmla="*/ 84558 h 228496"/>
                <a:gd name="connsiteX37" fmla="*/ 125191 w 228708"/>
                <a:gd name="connsiteY37" fmla="*/ 84558 h 228496"/>
                <a:gd name="connsiteX38" fmla="*/ 120719 w 228708"/>
                <a:gd name="connsiteY38" fmla="*/ 86473 h 228496"/>
                <a:gd name="connsiteX39" fmla="*/ 116885 w 228708"/>
                <a:gd name="connsiteY39" fmla="*/ 90303 h 228496"/>
                <a:gd name="connsiteX40" fmla="*/ 103466 w 228708"/>
                <a:gd name="connsiteY40" fmla="*/ 90303 h 228496"/>
                <a:gd name="connsiteX41" fmla="*/ 103466 w 228708"/>
                <a:gd name="connsiteY41" fmla="*/ 87750 h 228496"/>
                <a:gd name="connsiteX42" fmla="*/ 105383 w 228708"/>
                <a:gd name="connsiteY42" fmla="*/ 85835 h 228496"/>
                <a:gd name="connsiteX43" fmla="*/ 108578 w 228708"/>
                <a:gd name="connsiteY43" fmla="*/ 85835 h 228496"/>
                <a:gd name="connsiteX44" fmla="*/ 113051 w 228708"/>
                <a:gd name="connsiteY44" fmla="*/ 83919 h 228496"/>
                <a:gd name="connsiteX45" fmla="*/ 116885 w 228708"/>
                <a:gd name="connsiteY45" fmla="*/ 80089 h 228496"/>
                <a:gd name="connsiteX46" fmla="*/ 125831 w 228708"/>
                <a:gd name="connsiteY46" fmla="*/ 80089 h 228496"/>
                <a:gd name="connsiteX47" fmla="*/ 130303 w 228708"/>
                <a:gd name="connsiteY47" fmla="*/ 78174 h 228496"/>
                <a:gd name="connsiteX48" fmla="*/ 141805 w 228708"/>
                <a:gd name="connsiteY48" fmla="*/ 66683 h 228496"/>
                <a:gd name="connsiteX49" fmla="*/ 143722 w 228708"/>
                <a:gd name="connsiteY49" fmla="*/ 62214 h 228496"/>
                <a:gd name="connsiteX50" fmla="*/ 143722 w 228708"/>
                <a:gd name="connsiteY50" fmla="*/ 57107 h 228496"/>
                <a:gd name="connsiteX51" fmla="*/ 137332 w 228708"/>
                <a:gd name="connsiteY51" fmla="*/ 50723 h 228496"/>
                <a:gd name="connsiteX52" fmla="*/ 130942 w 228708"/>
                <a:gd name="connsiteY52" fmla="*/ 57107 h 228496"/>
                <a:gd name="connsiteX53" fmla="*/ 130942 w 228708"/>
                <a:gd name="connsiteY53" fmla="*/ 60299 h 228496"/>
                <a:gd name="connsiteX54" fmla="*/ 123914 w 228708"/>
                <a:gd name="connsiteY54" fmla="*/ 67321 h 228496"/>
                <a:gd name="connsiteX55" fmla="*/ 121358 w 228708"/>
                <a:gd name="connsiteY55" fmla="*/ 62214 h 228496"/>
                <a:gd name="connsiteX56" fmla="*/ 125191 w 228708"/>
                <a:gd name="connsiteY56" fmla="*/ 50723 h 228496"/>
                <a:gd name="connsiteX57" fmla="*/ 137971 w 228708"/>
                <a:gd name="connsiteY57" fmla="*/ 46254 h 228496"/>
                <a:gd name="connsiteX58" fmla="*/ 148195 w 228708"/>
                <a:gd name="connsiteY58" fmla="*/ 46254 h 228496"/>
                <a:gd name="connsiteX59" fmla="*/ 154585 w 228708"/>
                <a:gd name="connsiteY59" fmla="*/ 39870 h 228496"/>
                <a:gd name="connsiteX60" fmla="*/ 154585 w 228708"/>
                <a:gd name="connsiteY60" fmla="*/ 34124 h 228496"/>
                <a:gd name="connsiteX61" fmla="*/ 153946 w 228708"/>
                <a:gd name="connsiteY61" fmla="*/ 31571 h 228496"/>
                <a:gd name="connsiteX62" fmla="*/ 149473 w 228708"/>
                <a:gd name="connsiteY62" fmla="*/ 23272 h 228496"/>
                <a:gd name="connsiteX63" fmla="*/ 151390 w 228708"/>
                <a:gd name="connsiteY63" fmla="*/ 20080 h 228496"/>
                <a:gd name="connsiteX64" fmla="*/ 215290 w 228708"/>
                <a:gd name="connsiteY64" fmla="*/ 103710 h 228496"/>
                <a:gd name="connsiteX65" fmla="*/ 215290 w 228708"/>
                <a:gd name="connsiteY65" fmla="*/ 103710 h 228496"/>
                <a:gd name="connsiteX66" fmla="*/ 83018 w 228708"/>
                <a:gd name="connsiteY66" fmla="*/ 18165 h 228496"/>
                <a:gd name="connsiteX67" fmla="*/ 84296 w 228708"/>
                <a:gd name="connsiteY67" fmla="*/ 19441 h 228496"/>
                <a:gd name="connsiteX68" fmla="*/ 78545 w 228708"/>
                <a:gd name="connsiteY68" fmla="*/ 22633 h 228496"/>
                <a:gd name="connsiteX69" fmla="*/ 70877 w 228708"/>
                <a:gd name="connsiteY69" fmla="*/ 22633 h 228496"/>
                <a:gd name="connsiteX70" fmla="*/ 81101 w 228708"/>
                <a:gd name="connsiteY70" fmla="*/ 18165 h 228496"/>
                <a:gd name="connsiteX71" fmla="*/ 83018 w 228708"/>
                <a:gd name="connsiteY71" fmla="*/ 18165 h 228496"/>
                <a:gd name="connsiteX72" fmla="*/ 60653 w 228708"/>
                <a:gd name="connsiteY72" fmla="*/ 27741 h 228496"/>
                <a:gd name="connsiteX73" fmla="*/ 52985 w 228708"/>
                <a:gd name="connsiteY73" fmla="*/ 35401 h 228496"/>
                <a:gd name="connsiteX74" fmla="*/ 51068 w 228708"/>
                <a:gd name="connsiteY74" fmla="*/ 39870 h 228496"/>
                <a:gd name="connsiteX75" fmla="*/ 51068 w 228708"/>
                <a:gd name="connsiteY75" fmla="*/ 43062 h 228496"/>
                <a:gd name="connsiteX76" fmla="*/ 47873 w 228708"/>
                <a:gd name="connsiteY76" fmla="*/ 46254 h 228496"/>
                <a:gd name="connsiteX77" fmla="*/ 32537 w 228708"/>
                <a:gd name="connsiteY77" fmla="*/ 53915 h 228496"/>
                <a:gd name="connsiteX78" fmla="*/ 60653 w 228708"/>
                <a:gd name="connsiteY78" fmla="*/ 27741 h 228496"/>
                <a:gd name="connsiteX79" fmla="*/ 60653 w 228708"/>
                <a:gd name="connsiteY79" fmla="*/ 27741 h 228496"/>
                <a:gd name="connsiteX80" fmla="*/ 17202 w 228708"/>
                <a:gd name="connsiteY80" fmla="*/ 143290 h 228496"/>
                <a:gd name="connsiteX81" fmla="*/ 13368 w 228708"/>
                <a:gd name="connsiteY81" fmla="*/ 124138 h 228496"/>
                <a:gd name="connsiteX82" fmla="*/ 17202 w 228708"/>
                <a:gd name="connsiteY82" fmla="*/ 127969 h 228496"/>
                <a:gd name="connsiteX83" fmla="*/ 17202 w 228708"/>
                <a:gd name="connsiteY83" fmla="*/ 142014 h 228496"/>
                <a:gd name="connsiteX84" fmla="*/ 17202 w 228708"/>
                <a:gd name="connsiteY84" fmla="*/ 143290 h 228496"/>
                <a:gd name="connsiteX85" fmla="*/ 17202 w 228708"/>
                <a:gd name="connsiteY85" fmla="*/ 143290 h 228496"/>
                <a:gd name="connsiteX86" fmla="*/ 17841 w 228708"/>
                <a:gd name="connsiteY86" fmla="*/ 144567 h 228496"/>
                <a:gd name="connsiteX87" fmla="*/ 18480 w 228708"/>
                <a:gd name="connsiteY87" fmla="*/ 145206 h 228496"/>
                <a:gd name="connsiteX88" fmla="*/ 29981 w 228708"/>
                <a:gd name="connsiteY88" fmla="*/ 162442 h 228496"/>
                <a:gd name="connsiteX89" fmla="*/ 32537 w 228708"/>
                <a:gd name="connsiteY89" fmla="*/ 164358 h 228496"/>
                <a:gd name="connsiteX90" fmla="*/ 40205 w 228708"/>
                <a:gd name="connsiteY90" fmla="*/ 168188 h 228496"/>
                <a:gd name="connsiteX91" fmla="*/ 35732 w 228708"/>
                <a:gd name="connsiteY91" fmla="*/ 177125 h 228496"/>
                <a:gd name="connsiteX92" fmla="*/ 17841 w 228708"/>
                <a:gd name="connsiteY92" fmla="*/ 144567 h 228496"/>
                <a:gd name="connsiteX93" fmla="*/ 17841 w 228708"/>
                <a:gd name="connsiteY93" fmla="*/ 144567 h 228496"/>
                <a:gd name="connsiteX94" fmla="*/ 136054 w 228708"/>
                <a:gd name="connsiteY94" fmla="*/ 205215 h 228496"/>
                <a:gd name="connsiteX95" fmla="*/ 132220 w 228708"/>
                <a:gd name="connsiteY95" fmla="*/ 196916 h 228496"/>
                <a:gd name="connsiteX96" fmla="*/ 132220 w 228708"/>
                <a:gd name="connsiteY96" fmla="*/ 192447 h 228496"/>
                <a:gd name="connsiteX97" fmla="*/ 131581 w 228708"/>
                <a:gd name="connsiteY97" fmla="*/ 189255 h 228496"/>
                <a:gd name="connsiteX98" fmla="*/ 126469 w 228708"/>
                <a:gd name="connsiteY98" fmla="*/ 179041 h 228496"/>
                <a:gd name="connsiteX99" fmla="*/ 126469 w 228708"/>
                <a:gd name="connsiteY99" fmla="*/ 174572 h 228496"/>
                <a:gd name="connsiteX100" fmla="*/ 122636 w 228708"/>
                <a:gd name="connsiteY100" fmla="*/ 168826 h 228496"/>
                <a:gd name="connsiteX101" fmla="*/ 111134 w 228708"/>
                <a:gd name="connsiteY101" fmla="*/ 163081 h 228496"/>
                <a:gd name="connsiteX102" fmla="*/ 108578 w 228708"/>
                <a:gd name="connsiteY102" fmla="*/ 162442 h 228496"/>
                <a:gd name="connsiteX103" fmla="*/ 93242 w 228708"/>
                <a:gd name="connsiteY103" fmla="*/ 162442 h 228496"/>
                <a:gd name="connsiteX104" fmla="*/ 85574 w 228708"/>
                <a:gd name="connsiteY104" fmla="*/ 158612 h 228496"/>
                <a:gd name="connsiteX105" fmla="*/ 81101 w 228708"/>
                <a:gd name="connsiteY105" fmla="*/ 145206 h 228496"/>
                <a:gd name="connsiteX106" fmla="*/ 81101 w 228708"/>
                <a:gd name="connsiteY106" fmla="*/ 132438 h 228496"/>
                <a:gd name="connsiteX107" fmla="*/ 90047 w 228708"/>
                <a:gd name="connsiteY107" fmla="*/ 123500 h 228496"/>
                <a:gd name="connsiteX108" fmla="*/ 98993 w 228708"/>
                <a:gd name="connsiteY108" fmla="*/ 119031 h 228496"/>
                <a:gd name="connsiteX109" fmla="*/ 111773 w 228708"/>
                <a:gd name="connsiteY109" fmla="*/ 119031 h 228496"/>
                <a:gd name="connsiteX110" fmla="*/ 121358 w 228708"/>
                <a:gd name="connsiteY110" fmla="*/ 128607 h 228496"/>
                <a:gd name="connsiteX111" fmla="*/ 125831 w 228708"/>
                <a:gd name="connsiteY111" fmla="*/ 130522 h 228496"/>
                <a:gd name="connsiteX112" fmla="*/ 131581 w 228708"/>
                <a:gd name="connsiteY112" fmla="*/ 130522 h 228496"/>
                <a:gd name="connsiteX113" fmla="*/ 136054 w 228708"/>
                <a:gd name="connsiteY113" fmla="*/ 128607 h 228496"/>
                <a:gd name="connsiteX114" fmla="*/ 139888 w 228708"/>
                <a:gd name="connsiteY114" fmla="*/ 124777 h 228496"/>
                <a:gd name="connsiteX115" fmla="*/ 148195 w 228708"/>
                <a:gd name="connsiteY115" fmla="*/ 124777 h 228496"/>
                <a:gd name="connsiteX116" fmla="*/ 148834 w 228708"/>
                <a:gd name="connsiteY116" fmla="*/ 126692 h 228496"/>
                <a:gd name="connsiteX117" fmla="*/ 160336 w 228708"/>
                <a:gd name="connsiteY117" fmla="*/ 149674 h 228496"/>
                <a:gd name="connsiteX118" fmla="*/ 164170 w 228708"/>
                <a:gd name="connsiteY118" fmla="*/ 152866 h 228496"/>
                <a:gd name="connsiteX119" fmla="*/ 175672 w 228708"/>
                <a:gd name="connsiteY119" fmla="*/ 156697 h 228496"/>
                <a:gd name="connsiteX120" fmla="*/ 161614 w 228708"/>
                <a:gd name="connsiteY120" fmla="*/ 170741 h 228496"/>
                <a:gd name="connsiteX121" fmla="*/ 159697 w 228708"/>
                <a:gd name="connsiteY121" fmla="*/ 175210 h 228496"/>
                <a:gd name="connsiteX122" fmla="*/ 159697 w 228708"/>
                <a:gd name="connsiteY122" fmla="*/ 183509 h 228496"/>
                <a:gd name="connsiteX123" fmla="*/ 150112 w 228708"/>
                <a:gd name="connsiteY123" fmla="*/ 193085 h 228496"/>
                <a:gd name="connsiteX124" fmla="*/ 148195 w 228708"/>
                <a:gd name="connsiteY124" fmla="*/ 197554 h 228496"/>
                <a:gd name="connsiteX125" fmla="*/ 148195 w 228708"/>
                <a:gd name="connsiteY125" fmla="*/ 208407 h 228496"/>
                <a:gd name="connsiteX126" fmla="*/ 146278 w 228708"/>
                <a:gd name="connsiteY126" fmla="*/ 209045 h 228496"/>
                <a:gd name="connsiteX127" fmla="*/ 136054 w 228708"/>
                <a:gd name="connsiteY127" fmla="*/ 205215 h 228496"/>
                <a:gd name="connsiteX128" fmla="*/ 188452 w 228708"/>
                <a:gd name="connsiteY128" fmla="*/ 182233 h 228496"/>
                <a:gd name="connsiteX129" fmla="*/ 188452 w 228708"/>
                <a:gd name="connsiteY129" fmla="*/ 182233 h 228496"/>
                <a:gd name="connsiteX130" fmla="*/ 182062 w 228708"/>
                <a:gd name="connsiteY130" fmla="*/ 175210 h 228496"/>
                <a:gd name="connsiteX131" fmla="*/ 175672 w 228708"/>
                <a:gd name="connsiteY131" fmla="*/ 181594 h 228496"/>
                <a:gd name="connsiteX132" fmla="*/ 175672 w 228708"/>
                <a:gd name="connsiteY132" fmla="*/ 193724 h 228496"/>
                <a:gd name="connsiteX133" fmla="*/ 160336 w 228708"/>
                <a:gd name="connsiteY133" fmla="*/ 203300 h 228496"/>
                <a:gd name="connsiteX134" fmla="*/ 160336 w 228708"/>
                <a:gd name="connsiteY134" fmla="*/ 200746 h 228496"/>
                <a:gd name="connsiteX135" fmla="*/ 169921 w 228708"/>
                <a:gd name="connsiteY135" fmla="*/ 191170 h 228496"/>
                <a:gd name="connsiteX136" fmla="*/ 171838 w 228708"/>
                <a:gd name="connsiteY136" fmla="*/ 186701 h 228496"/>
                <a:gd name="connsiteX137" fmla="*/ 171838 w 228708"/>
                <a:gd name="connsiteY137" fmla="*/ 177764 h 228496"/>
                <a:gd name="connsiteX138" fmla="*/ 187174 w 228708"/>
                <a:gd name="connsiteY138" fmla="*/ 162442 h 228496"/>
                <a:gd name="connsiteX139" fmla="*/ 189091 w 228708"/>
                <a:gd name="connsiteY139" fmla="*/ 157974 h 228496"/>
                <a:gd name="connsiteX140" fmla="*/ 189091 w 228708"/>
                <a:gd name="connsiteY140" fmla="*/ 152228 h 228496"/>
                <a:gd name="connsiteX141" fmla="*/ 184618 w 228708"/>
                <a:gd name="connsiteY141" fmla="*/ 145844 h 228496"/>
                <a:gd name="connsiteX142" fmla="*/ 169921 w 228708"/>
                <a:gd name="connsiteY142" fmla="*/ 140737 h 228496"/>
                <a:gd name="connsiteX143" fmla="*/ 160336 w 228708"/>
                <a:gd name="connsiteY143" fmla="*/ 121585 h 228496"/>
                <a:gd name="connsiteX144" fmla="*/ 160336 w 228708"/>
                <a:gd name="connsiteY144" fmla="*/ 117116 h 228496"/>
                <a:gd name="connsiteX145" fmla="*/ 153946 w 228708"/>
                <a:gd name="connsiteY145" fmla="*/ 110732 h 228496"/>
                <a:gd name="connsiteX146" fmla="*/ 136693 w 228708"/>
                <a:gd name="connsiteY146" fmla="*/ 110732 h 228496"/>
                <a:gd name="connsiteX147" fmla="*/ 132220 w 228708"/>
                <a:gd name="connsiteY147" fmla="*/ 112647 h 228496"/>
                <a:gd name="connsiteX148" fmla="*/ 128386 w 228708"/>
                <a:gd name="connsiteY148" fmla="*/ 116478 h 228496"/>
                <a:gd name="connsiteX149" fmla="*/ 118802 w 228708"/>
                <a:gd name="connsiteY149" fmla="*/ 106902 h 228496"/>
                <a:gd name="connsiteX150" fmla="*/ 114329 w 228708"/>
                <a:gd name="connsiteY150" fmla="*/ 104987 h 228496"/>
                <a:gd name="connsiteX151" fmla="*/ 97076 w 228708"/>
                <a:gd name="connsiteY151" fmla="*/ 104987 h 228496"/>
                <a:gd name="connsiteX152" fmla="*/ 94520 w 228708"/>
                <a:gd name="connsiteY152" fmla="*/ 105625 h 228496"/>
                <a:gd name="connsiteX153" fmla="*/ 83018 w 228708"/>
                <a:gd name="connsiteY153" fmla="*/ 111371 h 228496"/>
                <a:gd name="connsiteX154" fmla="*/ 81101 w 228708"/>
                <a:gd name="connsiteY154" fmla="*/ 112647 h 228496"/>
                <a:gd name="connsiteX155" fmla="*/ 69599 w 228708"/>
                <a:gd name="connsiteY155" fmla="*/ 124138 h 228496"/>
                <a:gd name="connsiteX156" fmla="*/ 67682 w 228708"/>
                <a:gd name="connsiteY156" fmla="*/ 128607 h 228496"/>
                <a:gd name="connsiteX157" fmla="*/ 67682 w 228708"/>
                <a:gd name="connsiteY157" fmla="*/ 145844 h 228496"/>
                <a:gd name="connsiteX158" fmla="*/ 67682 w 228708"/>
                <a:gd name="connsiteY158" fmla="*/ 147759 h 228496"/>
                <a:gd name="connsiteX159" fmla="*/ 73433 w 228708"/>
                <a:gd name="connsiteY159" fmla="*/ 164996 h 228496"/>
                <a:gd name="connsiteX160" fmla="*/ 76628 w 228708"/>
                <a:gd name="connsiteY160" fmla="*/ 168826 h 228496"/>
                <a:gd name="connsiteX161" fmla="*/ 88130 w 228708"/>
                <a:gd name="connsiteY161" fmla="*/ 174572 h 228496"/>
                <a:gd name="connsiteX162" fmla="*/ 90686 w 228708"/>
                <a:gd name="connsiteY162" fmla="*/ 175210 h 228496"/>
                <a:gd name="connsiteX163" fmla="*/ 106022 w 228708"/>
                <a:gd name="connsiteY163" fmla="*/ 175210 h 228496"/>
                <a:gd name="connsiteX164" fmla="*/ 112412 w 228708"/>
                <a:gd name="connsiteY164" fmla="*/ 178402 h 228496"/>
                <a:gd name="connsiteX165" fmla="*/ 112412 w 228708"/>
                <a:gd name="connsiteY165" fmla="*/ 180317 h 228496"/>
                <a:gd name="connsiteX166" fmla="*/ 113051 w 228708"/>
                <a:gd name="connsiteY166" fmla="*/ 183509 h 228496"/>
                <a:gd name="connsiteX167" fmla="*/ 118163 w 228708"/>
                <a:gd name="connsiteY167" fmla="*/ 193724 h 228496"/>
                <a:gd name="connsiteX168" fmla="*/ 118163 w 228708"/>
                <a:gd name="connsiteY168" fmla="*/ 198193 h 228496"/>
                <a:gd name="connsiteX169" fmla="*/ 118802 w 228708"/>
                <a:gd name="connsiteY169" fmla="*/ 201385 h 228496"/>
                <a:gd name="connsiteX170" fmla="*/ 124552 w 228708"/>
                <a:gd name="connsiteY170" fmla="*/ 212876 h 228496"/>
                <a:gd name="connsiteX171" fmla="*/ 125831 w 228708"/>
                <a:gd name="connsiteY171" fmla="*/ 214152 h 228496"/>
                <a:gd name="connsiteX172" fmla="*/ 113690 w 228708"/>
                <a:gd name="connsiteY172" fmla="*/ 214791 h 228496"/>
                <a:gd name="connsiteX173" fmla="*/ 46595 w 228708"/>
                <a:gd name="connsiteY173" fmla="*/ 189255 h 228496"/>
                <a:gd name="connsiteX174" fmla="*/ 46595 w 228708"/>
                <a:gd name="connsiteY174" fmla="*/ 183509 h 228496"/>
                <a:gd name="connsiteX175" fmla="*/ 51707 w 228708"/>
                <a:gd name="connsiteY175" fmla="*/ 173295 h 228496"/>
                <a:gd name="connsiteX176" fmla="*/ 52346 w 228708"/>
                <a:gd name="connsiteY176" fmla="*/ 170103 h 228496"/>
                <a:gd name="connsiteX177" fmla="*/ 52346 w 228708"/>
                <a:gd name="connsiteY177" fmla="*/ 164358 h 228496"/>
                <a:gd name="connsiteX178" fmla="*/ 48512 w 228708"/>
                <a:gd name="connsiteY178" fmla="*/ 158612 h 228496"/>
                <a:gd name="connsiteX179" fmla="*/ 38927 w 228708"/>
                <a:gd name="connsiteY179" fmla="*/ 153505 h 228496"/>
                <a:gd name="connsiteX180" fmla="*/ 29981 w 228708"/>
                <a:gd name="connsiteY180" fmla="*/ 139460 h 228496"/>
                <a:gd name="connsiteX181" fmla="*/ 29981 w 228708"/>
                <a:gd name="connsiteY181" fmla="*/ 124138 h 228496"/>
                <a:gd name="connsiteX182" fmla="*/ 28064 w 228708"/>
                <a:gd name="connsiteY182" fmla="*/ 120308 h 228496"/>
                <a:gd name="connsiteX183" fmla="*/ 22952 w 228708"/>
                <a:gd name="connsiteY183" fmla="*/ 115201 h 228496"/>
                <a:gd name="connsiteX184" fmla="*/ 14007 w 228708"/>
                <a:gd name="connsiteY184" fmla="*/ 101156 h 228496"/>
                <a:gd name="connsiteX185" fmla="*/ 23592 w 228708"/>
                <a:gd name="connsiteY185" fmla="*/ 68598 h 228496"/>
                <a:gd name="connsiteX186" fmla="*/ 29342 w 228708"/>
                <a:gd name="connsiteY186" fmla="*/ 68598 h 228496"/>
                <a:gd name="connsiteX187" fmla="*/ 31898 w 228708"/>
                <a:gd name="connsiteY187" fmla="*/ 67960 h 228496"/>
                <a:gd name="connsiteX188" fmla="*/ 54902 w 228708"/>
                <a:gd name="connsiteY188" fmla="*/ 56468 h 228496"/>
                <a:gd name="connsiteX189" fmla="*/ 56819 w 228708"/>
                <a:gd name="connsiteY189" fmla="*/ 55192 h 228496"/>
                <a:gd name="connsiteX190" fmla="*/ 62570 w 228708"/>
                <a:gd name="connsiteY190" fmla="*/ 49446 h 228496"/>
                <a:gd name="connsiteX191" fmla="*/ 64487 w 228708"/>
                <a:gd name="connsiteY191" fmla="*/ 44977 h 228496"/>
                <a:gd name="connsiteX192" fmla="*/ 64487 w 228708"/>
                <a:gd name="connsiteY192" fmla="*/ 41785 h 228496"/>
                <a:gd name="connsiteX193" fmla="*/ 72155 w 228708"/>
                <a:gd name="connsiteY193" fmla="*/ 34124 h 228496"/>
                <a:gd name="connsiteX194" fmla="*/ 81101 w 228708"/>
                <a:gd name="connsiteY194" fmla="*/ 34124 h 228496"/>
                <a:gd name="connsiteX195" fmla="*/ 83657 w 228708"/>
                <a:gd name="connsiteY195" fmla="*/ 33486 h 228496"/>
                <a:gd name="connsiteX196" fmla="*/ 95159 w 228708"/>
                <a:gd name="connsiteY196" fmla="*/ 27741 h 228496"/>
                <a:gd name="connsiteX197" fmla="*/ 98993 w 228708"/>
                <a:gd name="connsiteY197" fmla="*/ 21995 h 228496"/>
                <a:gd name="connsiteX198" fmla="*/ 98993 w 228708"/>
                <a:gd name="connsiteY198" fmla="*/ 16249 h 228496"/>
                <a:gd name="connsiteX199" fmla="*/ 97715 w 228708"/>
                <a:gd name="connsiteY199" fmla="*/ 13057 h 228496"/>
                <a:gd name="connsiteX200" fmla="*/ 114968 w 228708"/>
                <a:gd name="connsiteY200" fmla="*/ 11781 h 228496"/>
                <a:gd name="connsiteX201" fmla="*/ 139888 w 228708"/>
                <a:gd name="connsiteY201" fmla="*/ 14973 h 228496"/>
                <a:gd name="connsiteX202" fmla="*/ 137332 w 228708"/>
                <a:gd name="connsiteY202" fmla="*/ 19441 h 228496"/>
                <a:gd name="connsiteX203" fmla="*/ 137332 w 228708"/>
                <a:gd name="connsiteY203" fmla="*/ 25187 h 228496"/>
                <a:gd name="connsiteX204" fmla="*/ 141166 w 228708"/>
                <a:gd name="connsiteY204" fmla="*/ 32848 h 228496"/>
                <a:gd name="connsiteX205" fmla="*/ 137332 w 228708"/>
                <a:gd name="connsiteY205" fmla="*/ 32848 h 228496"/>
                <a:gd name="connsiteX206" fmla="*/ 135415 w 228708"/>
                <a:gd name="connsiteY206" fmla="*/ 32848 h 228496"/>
                <a:gd name="connsiteX207" fmla="*/ 118163 w 228708"/>
                <a:gd name="connsiteY207" fmla="*/ 38593 h 228496"/>
                <a:gd name="connsiteX208" fmla="*/ 114329 w 228708"/>
                <a:gd name="connsiteY208" fmla="*/ 42424 h 228496"/>
                <a:gd name="connsiteX209" fmla="*/ 108578 w 228708"/>
                <a:gd name="connsiteY209" fmla="*/ 59660 h 228496"/>
                <a:gd name="connsiteX210" fmla="*/ 109217 w 228708"/>
                <a:gd name="connsiteY210" fmla="*/ 64768 h 228496"/>
                <a:gd name="connsiteX211" fmla="*/ 111134 w 228708"/>
                <a:gd name="connsiteY211" fmla="*/ 68598 h 228496"/>
                <a:gd name="connsiteX212" fmla="*/ 110495 w 228708"/>
                <a:gd name="connsiteY212" fmla="*/ 69236 h 228496"/>
                <a:gd name="connsiteX213" fmla="*/ 106661 w 228708"/>
                <a:gd name="connsiteY213" fmla="*/ 73067 h 228496"/>
                <a:gd name="connsiteX214" fmla="*/ 103466 w 228708"/>
                <a:gd name="connsiteY214" fmla="*/ 73067 h 228496"/>
                <a:gd name="connsiteX215" fmla="*/ 98993 w 228708"/>
                <a:gd name="connsiteY215" fmla="*/ 74982 h 228496"/>
                <a:gd name="connsiteX216" fmla="*/ 93242 w 228708"/>
                <a:gd name="connsiteY216" fmla="*/ 80727 h 228496"/>
                <a:gd name="connsiteX217" fmla="*/ 91325 w 228708"/>
                <a:gd name="connsiteY217" fmla="*/ 85196 h 228496"/>
                <a:gd name="connsiteX218" fmla="*/ 91325 w 228708"/>
                <a:gd name="connsiteY218" fmla="*/ 96687 h 228496"/>
                <a:gd name="connsiteX219" fmla="*/ 97715 w 228708"/>
                <a:gd name="connsiteY219" fmla="*/ 103071 h 228496"/>
                <a:gd name="connsiteX220" fmla="*/ 120719 w 228708"/>
                <a:gd name="connsiteY220" fmla="*/ 103071 h 228496"/>
                <a:gd name="connsiteX221" fmla="*/ 125191 w 228708"/>
                <a:gd name="connsiteY221" fmla="*/ 101156 h 228496"/>
                <a:gd name="connsiteX222" fmla="*/ 129025 w 228708"/>
                <a:gd name="connsiteY222" fmla="*/ 97326 h 228496"/>
                <a:gd name="connsiteX223" fmla="*/ 139249 w 228708"/>
                <a:gd name="connsiteY223" fmla="*/ 97326 h 228496"/>
                <a:gd name="connsiteX224" fmla="*/ 143083 w 228708"/>
                <a:gd name="connsiteY224" fmla="*/ 104987 h 228496"/>
                <a:gd name="connsiteX225" fmla="*/ 148834 w 228708"/>
                <a:gd name="connsiteY225" fmla="*/ 108179 h 228496"/>
                <a:gd name="connsiteX226" fmla="*/ 154585 w 228708"/>
                <a:gd name="connsiteY226" fmla="*/ 108179 h 228496"/>
                <a:gd name="connsiteX227" fmla="*/ 159058 w 228708"/>
                <a:gd name="connsiteY227" fmla="*/ 106263 h 228496"/>
                <a:gd name="connsiteX228" fmla="*/ 160975 w 228708"/>
                <a:gd name="connsiteY228" fmla="*/ 104348 h 228496"/>
                <a:gd name="connsiteX229" fmla="*/ 165448 w 228708"/>
                <a:gd name="connsiteY229" fmla="*/ 125415 h 228496"/>
                <a:gd name="connsiteX230" fmla="*/ 166087 w 228708"/>
                <a:gd name="connsiteY230" fmla="*/ 126692 h 228496"/>
                <a:gd name="connsiteX231" fmla="*/ 171838 w 228708"/>
                <a:gd name="connsiteY231" fmla="*/ 138183 h 228496"/>
                <a:gd name="connsiteX232" fmla="*/ 177589 w 228708"/>
                <a:gd name="connsiteY232" fmla="*/ 141375 h 228496"/>
                <a:gd name="connsiteX233" fmla="*/ 188452 w 228708"/>
                <a:gd name="connsiteY233" fmla="*/ 141375 h 228496"/>
                <a:gd name="connsiteX234" fmla="*/ 194203 w 228708"/>
                <a:gd name="connsiteY234" fmla="*/ 138183 h 228496"/>
                <a:gd name="connsiteX235" fmla="*/ 199954 w 228708"/>
                <a:gd name="connsiteY235" fmla="*/ 126692 h 228496"/>
                <a:gd name="connsiteX236" fmla="*/ 200593 w 228708"/>
                <a:gd name="connsiteY236" fmla="*/ 124138 h 228496"/>
                <a:gd name="connsiteX237" fmla="*/ 200593 w 228708"/>
                <a:gd name="connsiteY237" fmla="*/ 118393 h 228496"/>
                <a:gd name="connsiteX238" fmla="*/ 198676 w 228708"/>
                <a:gd name="connsiteY238" fmla="*/ 113924 h 228496"/>
                <a:gd name="connsiteX239" fmla="*/ 194842 w 228708"/>
                <a:gd name="connsiteY239" fmla="*/ 110094 h 228496"/>
                <a:gd name="connsiteX240" fmla="*/ 198676 w 228708"/>
                <a:gd name="connsiteY240" fmla="*/ 105625 h 228496"/>
                <a:gd name="connsiteX241" fmla="*/ 199954 w 228708"/>
                <a:gd name="connsiteY241" fmla="*/ 104348 h 228496"/>
                <a:gd name="connsiteX242" fmla="*/ 212734 w 228708"/>
                <a:gd name="connsiteY242" fmla="*/ 117116 h 228496"/>
                <a:gd name="connsiteX243" fmla="*/ 216568 w 228708"/>
                <a:gd name="connsiteY243" fmla="*/ 118393 h 228496"/>
                <a:gd name="connsiteX244" fmla="*/ 188452 w 228708"/>
                <a:gd name="connsiteY244" fmla="*/ 182233 h 228496"/>
                <a:gd name="connsiteX245" fmla="*/ 188452 w 228708"/>
                <a:gd name="connsiteY245" fmla="*/ 182233 h 228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Lst>
              <a:rect l="l" t="t" r="r" b="b"/>
              <a:pathLst>
                <a:path w="228708" h="228496">
                  <a:moveTo>
                    <a:pt x="228070" y="106263"/>
                  </a:moveTo>
                  <a:cubicBezTo>
                    <a:pt x="223597" y="43700"/>
                    <a:pt x="169282" y="-4179"/>
                    <a:pt x="106661" y="289"/>
                  </a:cubicBezTo>
                  <a:cubicBezTo>
                    <a:pt x="67043" y="2843"/>
                    <a:pt x="31898" y="25825"/>
                    <a:pt x="13368" y="60299"/>
                  </a:cubicBezTo>
                  <a:lnTo>
                    <a:pt x="13368" y="60937"/>
                  </a:lnTo>
                  <a:cubicBezTo>
                    <a:pt x="-10914" y="106263"/>
                    <a:pt x="-1329" y="161804"/>
                    <a:pt x="35732" y="196916"/>
                  </a:cubicBezTo>
                  <a:cubicBezTo>
                    <a:pt x="36371" y="197554"/>
                    <a:pt x="36371" y="198193"/>
                    <a:pt x="37010" y="198193"/>
                  </a:cubicBezTo>
                  <a:cubicBezTo>
                    <a:pt x="66404" y="225644"/>
                    <a:pt x="107939" y="235220"/>
                    <a:pt x="146278" y="223728"/>
                  </a:cubicBezTo>
                  <a:lnTo>
                    <a:pt x="147556" y="223728"/>
                  </a:lnTo>
                  <a:cubicBezTo>
                    <a:pt x="150112" y="223090"/>
                    <a:pt x="153307" y="221813"/>
                    <a:pt x="155863" y="220536"/>
                  </a:cubicBezTo>
                  <a:lnTo>
                    <a:pt x="157141" y="219898"/>
                  </a:lnTo>
                  <a:cubicBezTo>
                    <a:pt x="168004" y="215429"/>
                    <a:pt x="177589" y="209684"/>
                    <a:pt x="186535" y="202661"/>
                  </a:cubicBezTo>
                  <a:lnTo>
                    <a:pt x="187174" y="202023"/>
                  </a:lnTo>
                  <a:cubicBezTo>
                    <a:pt x="213373" y="180317"/>
                    <a:pt x="228708" y="148398"/>
                    <a:pt x="228708" y="113924"/>
                  </a:cubicBezTo>
                  <a:cubicBezTo>
                    <a:pt x="228708" y="112647"/>
                    <a:pt x="228708" y="110732"/>
                    <a:pt x="228708" y="109455"/>
                  </a:cubicBezTo>
                  <a:cubicBezTo>
                    <a:pt x="228708" y="108179"/>
                    <a:pt x="228708" y="106902"/>
                    <a:pt x="228070" y="106263"/>
                  </a:cubicBezTo>
                  <a:close/>
                  <a:moveTo>
                    <a:pt x="215290" y="103710"/>
                  </a:moveTo>
                  <a:lnTo>
                    <a:pt x="203788" y="92219"/>
                  </a:lnTo>
                  <a:cubicBezTo>
                    <a:pt x="202510" y="90942"/>
                    <a:pt x="201232" y="90303"/>
                    <a:pt x="199315" y="90303"/>
                  </a:cubicBezTo>
                  <a:lnTo>
                    <a:pt x="194203" y="90303"/>
                  </a:lnTo>
                  <a:cubicBezTo>
                    <a:pt x="190369" y="90303"/>
                    <a:pt x="187813" y="92857"/>
                    <a:pt x="187813" y="96687"/>
                  </a:cubicBezTo>
                  <a:lnTo>
                    <a:pt x="187813" y="99879"/>
                  </a:lnTo>
                  <a:lnTo>
                    <a:pt x="183979" y="103710"/>
                  </a:lnTo>
                  <a:cubicBezTo>
                    <a:pt x="182701" y="104987"/>
                    <a:pt x="182062" y="106263"/>
                    <a:pt x="182062" y="108179"/>
                  </a:cubicBezTo>
                  <a:lnTo>
                    <a:pt x="182062" y="113924"/>
                  </a:lnTo>
                  <a:cubicBezTo>
                    <a:pt x="182062" y="115839"/>
                    <a:pt x="182701" y="117116"/>
                    <a:pt x="183979" y="118393"/>
                  </a:cubicBezTo>
                  <a:lnTo>
                    <a:pt x="187813" y="122223"/>
                  </a:lnTo>
                  <a:lnTo>
                    <a:pt x="187813" y="123500"/>
                  </a:lnTo>
                  <a:lnTo>
                    <a:pt x="184618" y="129884"/>
                  </a:lnTo>
                  <a:lnTo>
                    <a:pt x="181423" y="129884"/>
                  </a:lnTo>
                  <a:lnTo>
                    <a:pt x="177589" y="122862"/>
                  </a:lnTo>
                  <a:lnTo>
                    <a:pt x="171838" y="95411"/>
                  </a:lnTo>
                  <a:cubicBezTo>
                    <a:pt x="171199" y="92219"/>
                    <a:pt x="168643" y="90303"/>
                    <a:pt x="165448" y="90303"/>
                  </a:cubicBezTo>
                  <a:lnTo>
                    <a:pt x="159697" y="90303"/>
                  </a:lnTo>
                  <a:cubicBezTo>
                    <a:pt x="157780" y="90303"/>
                    <a:pt x="156502" y="90942"/>
                    <a:pt x="155224" y="92219"/>
                  </a:cubicBezTo>
                  <a:lnTo>
                    <a:pt x="152029" y="95411"/>
                  </a:lnTo>
                  <a:lnTo>
                    <a:pt x="148195" y="88388"/>
                  </a:lnTo>
                  <a:cubicBezTo>
                    <a:pt x="146917" y="86473"/>
                    <a:pt x="145000" y="84558"/>
                    <a:pt x="142444" y="84558"/>
                  </a:cubicBezTo>
                  <a:lnTo>
                    <a:pt x="125191" y="84558"/>
                  </a:lnTo>
                  <a:cubicBezTo>
                    <a:pt x="123275" y="84558"/>
                    <a:pt x="121997" y="85196"/>
                    <a:pt x="120719" y="86473"/>
                  </a:cubicBezTo>
                  <a:lnTo>
                    <a:pt x="116885" y="90303"/>
                  </a:lnTo>
                  <a:lnTo>
                    <a:pt x="103466" y="90303"/>
                  </a:lnTo>
                  <a:lnTo>
                    <a:pt x="103466" y="87750"/>
                  </a:lnTo>
                  <a:lnTo>
                    <a:pt x="105383" y="85835"/>
                  </a:lnTo>
                  <a:lnTo>
                    <a:pt x="108578" y="85835"/>
                  </a:lnTo>
                  <a:cubicBezTo>
                    <a:pt x="110495" y="85835"/>
                    <a:pt x="111773" y="85196"/>
                    <a:pt x="113051" y="83919"/>
                  </a:cubicBezTo>
                  <a:lnTo>
                    <a:pt x="116885" y="80089"/>
                  </a:lnTo>
                  <a:lnTo>
                    <a:pt x="125831" y="80089"/>
                  </a:lnTo>
                  <a:cubicBezTo>
                    <a:pt x="127747" y="80089"/>
                    <a:pt x="129025" y="79451"/>
                    <a:pt x="130303" y="78174"/>
                  </a:cubicBezTo>
                  <a:lnTo>
                    <a:pt x="141805" y="66683"/>
                  </a:lnTo>
                  <a:cubicBezTo>
                    <a:pt x="143083" y="65406"/>
                    <a:pt x="143722" y="64129"/>
                    <a:pt x="143722" y="62214"/>
                  </a:cubicBezTo>
                  <a:lnTo>
                    <a:pt x="143722" y="57107"/>
                  </a:lnTo>
                  <a:cubicBezTo>
                    <a:pt x="143722" y="53276"/>
                    <a:pt x="141166" y="50723"/>
                    <a:pt x="137332" y="50723"/>
                  </a:cubicBezTo>
                  <a:cubicBezTo>
                    <a:pt x="133498" y="50723"/>
                    <a:pt x="130942" y="53276"/>
                    <a:pt x="130942" y="57107"/>
                  </a:cubicBezTo>
                  <a:lnTo>
                    <a:pt x="130942" y="60299"/>
                  </a:lnTo>
                  <a:lnTo>
                    <a:pt x="123914" y="67321"/>
                  </a:lnTo>
                  <a:lnTo>
                    <a:pt x="121358" y="62214"/>
                  </a:lnTo>
                  <a:lnTo>
                    <a:pt x="125191" y="50723"/>
                  </a:lnTo>
                  <a:lnTo>
                    <a:pt x="137971" y="46254"/>
                  </a:lnTo>
                  <a:lnTo>
                    <a:pt x="148195" y="46254"/>
                  </a:lnTo>
                  <a:cubicBezTo>
                    <a:pt x="152029" y="46254"/>
                    <a:pt x="154585" y="43700"/>
                    <a:pt x="154585" y="39870"/>
                  </a:cubicBezTo>
                  <a:lnTo>
                    <a:pt x="154585" y="34124"/>
                  </a:lnTo>
                  <a:cubicBezTo>
                    <a:pt x="154585" y="32848"/>
                    <a:pt x="154585" y="32209"/>
                    <a:pt x="153946" y="31571"/>
                  </a:cubicBezTo>
                  <a:lnTo>
                    <a:pt x="149473" y="23272"/>
                  </a:lnTo>
                  <a:lnTo>
                    <a:pt x="151390" y="20080"/>
                  </a:lnTo>
                  <a:cubicBezTo>
                    <a:pt x="186535" y="33486"/>
                    <a:pt x="211456" y="66044"/>
                    <a:pt x="215290" y="103710"/>
                  </a:cubicBezTo>
                  <a:lnTo>
                    <a:pt x="215290" y="103710"/>
                  </a:lnTo>
                  <a:close/>
                  <a:moveTo>
                    <a:pt x="83018" y="18165"/>
                  </a:moveTo>
                  <a:lnTo>
                    <a:pt x="84296" y="19441"/>
                  </a:lnTo>
                  <a:lnTo>
                    <a:pt x="78545" y="22633"/>
                  </a:lnTo>
                  <a:lnTo>
                    <a:pt x="70877" y="22633"/>
                  </a:lnTo>
                  <a:cubicBezTo>
                    <a:pt x="74072" y="20718"/>
                    <a:pt x="77906" y="19441"/>
                    <a:pt x="81101" y="18165"/>
                  </a:cubicBezTo>
                  <a:lnTo>
                    <a:pt x="83018" y="18165"/>
                  </a:lnTo>
                  <a:close/>
                  <a:moveTo>
                    <a:pt x="60653" y="27741"/>
                  </a:moveTo>
                  <a:lnTo>
                    <a:pt x="52985" y="35401"/>
                  </a:lnTo>
                  <a:cubicBezTo>
                    <a:pt x="51707" y="36678"/>
                    <a:pt x="51068" y="37955"/>
                    <a:pt x="51068" y="39870"/>
                  </a:cubicBezTo>
                  <a:lnTo>
                    <a:pt x="51068" y="43062"/>
                  </a:lnTo>
                  <a:lnTo>
                    <a:pt x="47873" y="46254"/>
                  </a:lnTo>
                  <a:lnTo>
                    <a:pt x="32537" y="53915"/>
                  </a:lnTo>
                  <a:cubicBezTo>
                    <a:pt x="40205" y="43700"/>
                    <a:pt x="49790" y="34763"/>
                    <a:pt x="60653" y="27741"/>
                  </a:cubicBezTo>
                  <a:lnTo>
                    <a:pt x="60653" y="27741"/>
                  </a:lnTo>
                  <a:close/>
                  <a:moveTo>
                    <a:pt x="17202" y="143290"/>
                  </a:moveTo>
                  <a:cubicBezTo>
                    <a:pt x="15285" y="136906"/>
                    <a:pt x="14007" y="130522"/>
                    <a:pt x="13368" y="124138"/>
                  </a:cubicBezTo>
                  <a:lnTo>
                    <a:pt x="17202" y="127969"/>
                  </a:lnTo>
                  <a:lnTo>
                    <a:pt x="17202" y="142014"/>
                  </a:lnTo>
                  <a:cubicBezTo>
                    <a:pt x="17202" y="142652"/>
                    <a:pt x="17202" y="143290"/>
                    <a:pt x="17202" y="143290"/>
                  </a:cubicBezTo>
                  <a:lnTo>
                    <a:pt x="17202" y="143290"/>
                  </a:lnTo>
                  <a:close/>
                  <a:moveTo>
                    <a:pt x="17841" y="144567"/>
                  </a:moveTo>
                  <a:cubicBezTo>
                    <a:pt x="17841" y="144567"/>
                    <a:pt x="17841" y="145206"/>
                    <a:pt x="18480" y="145206"/>
                  </a:cubicBezTo>
                  <a:lnTo>
                    <a:pt x="29981" y="162442"/>
                  </a:lnTo>
                  <a:cubicBezTo>
                    <a:pt x="30620" y="163081"/>
                    <a:pt x="31259" y="164358"/>
                    <a:pt x="32537" y="164358"/>
                  </a:cubicBezTo>
                  <a:lnTo>
                    <a:pt x="40205" y="168188"/>
                  </a:lnTo>
                  <a:lnTo>
                    <a:pt x="35732" y="177125"/>
                  </a:lnTo>
                  <a:cubicBezTo>
                    <a:pt x="27425" y="167549"/>
                    <a:pt x="21675" y="156697"/>
                    <a:pt x="17841" y="144567"/>
                  </a:cubicBezTo>
                  <a:lnTo>
                    <a:pt x="17841" y="144567"/>
                  </a:lnTo>
                  <a:close/>
                  <a:moveTo>
                    <a:pt x="136054" y="205215"/>
                  </a:moveTo>
                  <a:lnTo>
                    <a:pt x="132220" y="196916"/>
                  </a:lnTo>
                  <a:lnTo>
                    <a:pt x="132220" y="192447"/>
                  </a:lnTo>
                  <a:cubicBezTo>
                    <a:pt x="132220" y="191170"/>
                    <a:pt x="132220" y="190532"/>
                    <a:pt x="131581" y="189255"/>
                  </a:cubicBezTo>
                  <a:lnTo>
                    <a:pt x="126469" y="179041"/>
                  </a:lnTo>
                  <a:lnTo>
                    <a:pt x="126469" y="174572"/>
                  </a:lnTo>
                  <a:cubicBezTo>
                    <a:pt x="126469" y="172018"/>
                    <a:pt x="125191" y="170103"/>
                    <a:pt x="122636" y="168826"/>
                  </a:cubicBezTo>
                  <a:lnTo>
                    <a:pt x="111134" y="163081"/>
                  </a:lnTo>
                  <a:cubicBezTo>
                    <a:pt x="110495" y="162442"/>
                    <a:pt x="109217" y="162442"/>
                    <a:pt x="108578" y="162442"/>
                  </a:cubicBezTo>
                  <a:lnTo>
                    <a:pt x="93242" y="162442"/>
                  </a:lnTo>
                  <a:lnTo>
                    <a:pt x="85574" y="158612"/>
                  </a:lnTo>
                  <a:lnTo>
                    <a:pt x="81101" y="145206"/>
                  </a:lnTo>
                  <a:lnTo>
                    <a:pt x="81101" y="132438"/>
                  </a:lnTo>
                  <a:lnTo>
                    <a:pt x="90047" y="123500"/>
                  </a:lnTo>
                  <a:lnTo>
                    <a:pt x="98993" y="119031"/>
                  </a:lnTo>
                  <a:lnTo>
                    <a:pt x="111773" y="119031"/>
                  </a:lnTo>
                  <a:lnTo>
                    <a:pt x="121358" y="128607"/>
                  </a:lnTo>
                  <a:cubicBezTo>
                    <a:pt x="122636" y="129884"/>
                    <a:pt x="123914" y="130522"/>
                    <a:pt x="125831" y="130522"/>
                  </a:cubicBezTo>
                  <a:lnTo>
                    <a:pt x="131581" y="130522"/>
                  </a:lnTo>
                  <a:cubicBezTo>
                    <a:pt x="133498" y="130522"/>
                    <a:pt x="134776" y="129884"/>
                    <a:pt x="136054" y="128607"/>
                  </a:cubicBezTo>
                  <a:lnTo>
                    <a:pt x="139888" y="124777"/>
                  </a:lnTo>
                  <a:lnTo>
                    <a:pt x="148195" y="124777"/>
                  </a:lnTo>
                  <a:cubicBezTo>
                    <a:pt x="148195" y="125415"/>
                    <a:pt x="148195" y="126054"/>
                    <a:pt x="148834" y="126692"/>
                  </a:cubicBezTo>
                  <a:lnTo>
                    <a:pt x="160336" y="149674"/>
                  </a:lnTo>
                  <a:cubicBezTo>
                    <a:pt x="160975" y="150951"/>
                    <a:pt x="162253" y="152228"/>
                    <a:pt x="164170" y="152866"/>
                  </a:cubicBezTo>
                  <a:lnTo>
                    <a:pt x="175672" y="156697"/>
                  </a:lnTo>
                  <a:lnTo>
                    <a:pt x="161614" y="170741"/>
                  </a:lnTo>
                  <a:cubicBezTo>
                    <a:pt x="160336" y="172018"/>
                    <a:pt x="159697" y="173295"/>
                    <a:pt x="159697" y="175210"/>
                  </a:cubicBezTo>
                  <a:lnTo>
                    <a:pt x="159697" y="183509"/>
                  </a:lnTo>
                  <a:lnTo>
                    <a:pt x="150112" y="193085"/>
                  </a:lnTo>
                  <a:cubicBezTo>
                    <a:pt x="148834" y="194362"/>
                    <a:pt x="148195" y="195639"/>
                    <a:pt x="148195" y="197554"/>
                  </a:cubicBezTo>
                  <a:lnTo>
                    <a:pt x="148195" y="208407"/>
                  </a:lnTo>
                  <a:cubicBezTo>
                    <a:pt x="147556" y="208407"/>
                    <a:pt x="146917" y="209045"/>
                    <a:pt x="146278" y="209045"/>
                  </a:cubicBezTo>
                  <a:lnTo>
                    <a:pt x="136054" y="205215"/>
                  </a:lnTo>
                  <a:close/>
                  <a:moveTo>
                    <a:pt x="188452" y="182233"/>
                  </a:moveTo>
                  <a:lnTo>
                    <a:pt x="188452" y="182233"/>
                  </a:lnTo>
                  <a:cubicBezTo>
                    <a:pt x="188452" y="178402"/>
                    <a:pt x="185896" y="175210"/>
                    <a:pt x="182062" y="175210"/>
                  </a:cubicBezTo>
                  <a:cubicBezTo>
                    <a:pt x="178228" y="175210"/>
                    <a:pt x="175672" y="177764"/>
                    <a:pt x="175672" y="181594"/>
                  </a:cubicBezTo>
                  <a:lnTo>
                    <a:pt x="175672" y="193724"/>
                  </a:lnTo>
                  <a:cubicBezTo>
                    <a:pt x="170560" y="197554"/>
                    <a:pt x="165448" y="200746"/>
                    <a:pt x="160336" y="203300"/>
                  </a:cubicBezTo>
                  <a:lnTo>
                    <a:pt x="160336" y="200746"/>
                  </a:lnTo>
                  <a:lnTo>
                    <a:pt x="169921" y="191170"/>
                  </a:lnTo>
                  <a:cubicBezTo>
                    <a:pt x="171199" y="189893"/>
                    <a:pt x="171838" y="188617"/>
                    <a:pt x="171838" y="186701"/>
                  </a:cubicBezTo>
                  <a:lnTo>
                    <a:pt x="171838" y="177764"/>
                  </a:lnTo>
                  <a:lnTo>
                    <a:pt x="187174" y="162442"/>
                  </a:lnTo>
                  <a:cubicBezTo>
                    <a:pt x="188452" y="161166"/>
                    <a:pt x="189091" y="159889"/>
                    <a:pt x="189091" y="157974"/>
                  </a:cubicBezTo>
                  <a:lnTo>
                    <a:pt x="189091" y="152228"/>
                  </a:lnTo>
                  <a:cubicBezTo>
                    <a:pt x="189091" y="149674"/>
                    <a:pt x="187174" y="146482"/>
                    <a:pt x="184618" y="145844"/>
                  </a:cubicBezTo>
                  <a:lnTo>
                    <a:pt x="169921" y="140737"/>
                  </a:lnTo>
                  <a:lnTo>
                    <a:pt x="160336" y="121585"/>
                  </a:lnTo>
                  <a:lnTo>
                    <a:pt x="160336" y="117116"/>
                  </a:lnTo>
                  <a:cubicBezTo>
                    <a:pt x="160336" y="113286"/>
                    <a:pt x="157780" y="110732"/>
                    <a:pt x="153946" y="110732"/>
                  </a:cubicBezTo>
                  <a:lnTo>
                    <a:pt x="136693" y="110732"/>
                  </a:lnTo>
                  <a:cubicBezTo>
                    <a:pt x="134776" y="110732"/>
                    <a:pt x="133498" y="111371"/>
                    <a:pt x="132220" y="112647"/>
                  </a:cubicBezTo>
                  <a:lnTo>
                    <a:pt x="128386" y="116478"/>
                  </a:lnTo>
                  <a:lnTo>
                    <a:pt x="118802" y="106902"/>
                  </a:lnTo>
                  <a:cubicBezTo>
                    <a:pt x="117524" y="105625"/>
                    <a:pt x="116246" y="104987"/>
                    <a:pt x="114329" y="104987"/>
                  </a:cubicBezTo>
                  <a:lnTo>
                    <a:pt x="97076" y="104987"/>
                  </a:lnTo>
                  <a:cubicBezTo>
                    <a:pt x="95798" y="104987"/>
                    <a:pt x="95159" y="104987"/>
                    <a:pt x="94520" y="105625"/>
                  </a:cubicBezTo>
                  <a:lnTo>
                    <a:pt x="83018" y="111371"/>
                  </a:lnTo>
                  <a:cubicBezTo>
                    <a:pt x="82379" y="111371"/>
                    <a:pt x="81740" y="112009"/>
                    <a:pt x="81101" y="112647"/>
                  </a:cubicBezTo>
                  <a:lnTo>
                    <a:pt x="69599" y="124138"/>
                  </a:lnTo>
                  <a:cubicBezTo>
                    <a:pt x="68321" y="125415"/>
                    <a:pt x="67682" y="126692"/>
                    <a:pt x="67682" y="128607"/>
                  </a:cubicBezTo>
                  <a:lnTo>
                    <a:pt x="67682" y="145844"/>
                  </a:lnTo>
                  <a:cubicBezTo>
                    <a:pt x="67682" y="146482"/>
                    <a:pt x="67682" y="147121"/>
                    <a:pt x="67682" y="147759"/>
                  </a:cubicBezTo>
                  <a:lnTo>
                    <a:pt x="73433" y="164996"/>
                  </a:lnTo>
                  <a:cubicBezTo>
                    <a:pt x="74072" y="166911"/>
                    <a:pt x="75350" y="168188"/>
                    <a:pt x="76628" y="168826"/>
                  </a:cubicBezTo>
                  <a:lnTo>
                    <a:pt x="88130" y="174572"/>
                  </a:lnTo>
                  <a:cubicBezTo>
                    <a:pt x="88769" y="175210"/>
                    <a:pt x="90047" y="175210"/>
                    <a:pt x="90686" y="175210"/>
                  </a:cubicBezTo>
                  <a:lnTo>
                    <a:pt x="106022" y="175210"/>
                  </a:lnTo>
                  <a:lnTo>
                    <a:pt x="112412" y="178402"/>
                  </a:lnTo>
                  <a:lnTo>
                    <a:pt x="112412" y="180317"/>
                  </a:lnTo>
                  <a:cubicBezTo>
                    <a:pt x="112412" y="181594"/>
                    <a:pt x="112412" y="182233"/>
                    <a:pt x="113051" y="183509"/>
                  </a:cubicBezTo>
                  <a:lnTo>
                    <a:pt x="118163" y="193724"/>
                  </a:lnTo>
                  <a:lnTo>
                    <a:pt x="118163" y="198193"/>
                  </a:lnTo>
                  <a:cubicBezTo>
                    <a:pt x="118163" y="199469"/>
                    <a:pt x="118163" y="200108"/>
                    <a:pt x="118802" y="201385"/>
                  </a:cubicBezTo>
                  <a:lnTo>
                    <a:pt x="124552" y="212876"/>
                  </a:lnTo>
                  <a:cubicBezTo>
                    <a:pt x="124552" y="213514"/>
                    <a:pt x="125191" y="213514"/>
                    <a:pt x="125831" y="214152"/>
                  </a:cubicBezTo>
                  <a:cubicBezTo>
                    <a:pt x="121997" y="214791"/>
                    <a:pt x="117524" y="214791"/>
                    <a:pt x="113690" y="214791"/>
                  </a:cubicBezTo>
                  <a:cubicBezTo>
                    <a:pt x="88769" y="214791"/>
                    <a:pt x="65126" y="205853"/>
                    <a:pt x="46595" y="189255"/>
                  </a:cubicBezTo>
                  <a:lnTo>
                    <a:pt x="46595" y="183509"/>
                  </a:lnTo>
                  <a:lnTo>
                    <a:pt x="51707" y="173295"/>
                  </a:lnTo>
                  <a:cubicBezTo>
                    <a:pt x="52346" y="172657"/>
                    <a:pt x="52346" y="171380"/>
                    <a:pt x="52346" y="170103"/>
                  </a:cubicBezTo>
                  <a:lnTo>
                    <a:pt x="52346" y="164358"/>
                  </a:lnTo>
                  <a:cubicBezTo>
                    <a:pt x="52346" y="161804"/>
                    <a:pt x="51068" y="159889"/>
                    <a:pt x="48512" y="158612"/>
                  </a:cubicBezTo>
                  <a:lnTo>
                    <a:pt x="38927" y="153505"/>
                  </a:lnTo>
                  <a:lnTo>
                    <a:pt x="29981" y="139460"/>
                  </a:lnTo>
                  <a:lnTo>
                    <a:pt x="29981" y="124138"/>
                  </a:lnTo>
                  <a:cubicBezTo>
                    <a:pt x="29981" y="122862"/>
                    <a:pt x="29342" y="120946"/>
                    <a:pt x="28064" y="120308"/>
                  </a:cubicBezTo>
                  <a:lnTo>
                    <a:pt x="22952" y="115201"/>
                  </a:lnTo>
                  <a:lnTo>
                    <a:pt x="14007" y="101156"/>
                  </a:lnTo>
                  <a:cubicBezTo>
                    <a:pt x="15285" y="89665"/>
                    <a:pt x="18480" y="78812"/>
                    <a:pt x="23592" y="68598"/>
                  </a:cubicBezTo>
                  <a:lnTo>
                    <a:pt x="29342" y="68598"/>
                  </a:lnTo>
                  <a:cubicBezTo>
                    <a:pt x="30620" y="68598"/>
                    <a:pt x="31259" y="68598"/>
                    <a:pt x="31898" y="67960"/>
                  </a:cubicBezTo>
                  <a:lnTo>
                    <a:pt x="54902" y="56468"/>
                  </a:lnTo>
                  <a:cubicBezTo>
                    <a:pt x="55541" y="56468"/>
                    <a:pt x="56180" y="55830"/>
                    <a:pt x="56819" y="55192"/>
                  </a:cubicBezTo>
                  <a:lnTo>
                    <a:pt x="62570" y="49446"/>
                  </a:lnTo>
                  <a:cubicBezTo>
                    <a:pt x="63848" y="48169"/>
                    <a:pt x="64487" y="46892"/>
                    <a:pt x="64487" y="44977"/>
                  </a:cubicBezTo>
                  <a:lnTo>
                    <a:pt x="64487" y="41785"/>
                  </a:lnTo>
                  <a:lnTo>
                    <a:pt x="72155" y="34124"/>
                  </a:lnTo>
                  <a:lnTo>
                    <a:pt x="81101" y="34124"/>
                  </a:lnTo>
                  <a:cubicBezTo>
                    <a:pt x="82379" y="34124"/>
                    <a:pt x="83018" y="34124"/>
                    <a:pt x="83657" y="33486"/>
                  </a:cubicBezTo>
                  <a:lnTo>
                    <a:pt x="95159" y="27741"/>
                  </a:lnTo>
                  <a:cubicBezTo>
                    <a:pt x="97076" y="26464"/>
                    <a:pt x="98354" y="24549"/>
                    <a:pt x="98993" y="21995"/>
                  </a:cubicBezTo>
                  <a:lnTo>
                    <a:pt x="98993" y="16249"/>
                  </a:lnTo>
                  <a:cubicBezTo>
                    <a:pt x="98993" y="14973"/>
                    <a:pt x="98354" y="13696"/>
                    <a:pt x="97715" y="13057"/>
                  </a:cubicBezTo>
                  <a:cubicBezTo>
                    <a:pt x="103466" y="11781"/>
                    <a:pt x="109217" y="11781"/>
                    <a:pt x="114968" y="11781"/>
                  </a:cubicBezTo>
                  <a:cubicBezTo>
                    <a:pt x="123275" y="11781"/>
                    <a:pt x="131581" y="13057"/>
                    <a:pt x="139888" y="14973"/>
                  </a:cubicBezTo>
                  <a:lnTo>
                    <a:pt x="137332" y="19441"/>
                  </a:lnTo>
                  <a:cubicBezTo>
                    <a:pt x="136693" y="21357"/>
                    <a:pt x="136693" y="23272"/>
                    <a:pt x="137332" y="25187"/>
                  </a:cubicBezTo>
                  <a:lnTo>
                    <a:pt x="141166" y="32848"/>
                  </a:lnTo>
                  <a:lnTo>
                    <a:pt x="137332" y="32848"/>
                  </a:lnTo>
                  <a:cubicBezTo>
                    <a:pt x="136693" y="32848"/>
                    <a:pt x="136054" y="32848"/>
                    <a:pt x="135415" y="32848"/>
                  </a:cubicBezTo>
                  <a:lnTo>
                    <a:pt x="118163" y="38593"/>
                  </a:lnTo>
                  <a:cubicBezTo>
                    <a:pt x="116246" y="39232"/>
                    <a:pt x="114968" y="40508"/>
                    <a:pt x="114329" y="42424"/>
                  </a:cubicBezTo>
                  <a:lnTo>
                    <a:pt x="108578" y="59660"/>
                  </a:lnTo>
                  <a:cubicBezTo>
                    <a:pt x="107939" y="61576"/>
                    <a:pt x="107939" y="62852"/>
                    <a:pt x="109217" y="64768"/>
                  </a:cubicBezTo>
                  <a:lnTo>
                    <a:pt x="111134" y="68598"/>
                  </a:lnTo>
                  <a:lnTo>
                    <a:pt x="110495" y="69236"/>
                  </a:lnTo>
                  <a:lnTo>
                    <a:pt x="106661" y="73067"/>
                  </a:lnTo>
                  <a:lnTo>
                    <a:pt x="103466" y="73067"/>
                  </a:lnTo>
                  <a:cubicBezTo>
                    <a:pt x="101549" y="73067"/>
                    <a:pt x="100271" y="73705"/>
                    <a:pt x="98993" y="74982"/>
                  </a:cubicBezTo>
                  <a:lnTo>
                    <a:pt x="93242" y="80727"/>
                  </a:lnTo>
                  <a:cubicBezTo>
                    <a:pt x="91964" y="82004"/>
                    <a:pt x="91325" y="83281"/>
                    <a:pt x="91325" y="85196"/>
                  </a:cubicBezTo>
                  <a:lnTo>
                    <a:pt x="91325" y="96687"/>
                  </a:lnTo>
                  <a:cubicBezTo>
                    <a:pt x="91325" y="100518"/>
                    <a:pt x="93881" y="103071"/>
                    <a:pt x="97715" y="103071"/>
                  </a:cubicBezTo>
                  <a:lnTo>
                    <a:pt x="120719" y="103071"/>
                  </a:lnTo>
                  <a:cubicBezTo>
                    <a:pt x="122636" y="103071"/>
                    <a:pt x="123914" y="102433"/>
                    <a:pt x="125191" y="101156"/>
                  </a:cubicBezTo>
                  <a:lnTo>
                    <a:pt x="129025" y="97326"/>
                  </a:lnTo>
                  <a:lnTo>
                    <a:pt x="139249" y="97326"/>
                  </a:lnTo>
                  <a:lnTo>
                    <a:pt x="143083" y="104987"/>
                  </a:lnTo>
                  <a:cubicBezTo>
                    <a:pt x="144361" y="106902"/>
                    <a:pt x="146278" y="108179"/>
                    <a:pt x="148834" y="108179"/>
                  </a:cubicBezTo>
                  <a:lnTo>
                    <a:pt x="154585" y="108179"/>
                  </a:lnTo>
                  <a:cubicBezTo>
                    <a:pt x="156502" y="108179"/>
                    <a:pt x="157780" y="107540"/>
                    <a:pt x="159058" y="106263"/>
                  </a:cubicBezTo>
                  <a:lnTo>
                    <a:pt x="160975" y="104348"/>
                  </a:lnTo>
                  <a:lnTo>
                    <a:pt x="165448" y="125415"/>
                  </a:lnTo>
                  <a:cubicBezTo>
                    <a:pt x="165448" y="126054"/>
                    <a:pt x="165448" y="126692"/>
                    <a:pt x="166087" y="126692"/>
                  </a:cubicBezTo>
                  <a:lnTo>
                    <a:pt x="171838" y="138183"/>
                  </a:lnTo>
                  <a:cubicBezTo>
                    <a:pt x="173116" y="140098"/>
                    <a:pt x="175033" y="141375"/>
                    <a:pt x="177589" y="141375"/>
                  </a:cubicBezTo>
                  <a:lnTo>
                    <a:pt x="188452" y="141375"/>
                  </a:lnTo>
                  <a:cubicBezTo>
                    <a:pt x="191008" y="141375"/>
                    <a:pt x="192925" y="140098"/>
                    <a:pt x="194203" y="138183"/>
                  </a:cubicBezTo>
                  <a:lnTo>
                    <a:pt x="199954" y="126692"/>
                  </a:lnTo>
                  <a:cubicBezTo>
                    <a:pt x="200593" y="126054"/>
                    <a:pt x="200593" y="124777"/>
                    <a:pt x="200593" y="124138"/>
                  </a:cubicBezTo>
                  <a:lnTo>
                    <a:pt x="200593" y="118393"/>
                  </a:lnTo>
                  <a:cubicBezTo>
                    <a:pt x="200593" y="116478"/>
                    <a:pt x="199954" y="115201"/>
                    <a:pt x="198676" y="113924"/>
                  </a:cubicBezTo>
                  <a:lnTo>
                    <a:pt x="194842" y="110094"/>
                  </a:lnTo>
                  <a:lnTo>
                    <a:pt x="198676" y="105625"/>
                  </a:lnTo>
                  <a:cubicBezTo>
                    <a:pt x="199315" y="104987"/>
                    <a:pt x="199315" y="104987"/>
                    <a:pt x="199954" y="104348"/>
                  </a:cubicBezTo>
                  <a:lnTo>
                    <a:pt x="212734" y="117116"/>
                  </a:lnTo>
                  <a:cubicBezTo>
                    <a:pt x="214012" y="117755"/>
                    <a:pt x="214651" y="118393"/>
                    <a:pt x="216568" y="118393"/>
                  </a:cubicBezTo>
                  <a:cubicBezTo>
                    <a:pt x="214012" y="143290"/>
                    <a:pt x="204427" y="164996"/>
                    <a:pt x="188452" y="182233"/>
                  </a:cubicBezTo>
                  <a:lnTo>
                    <a:pt x="188452" y="182233"/>
                  </a:lnTo>
                  <a:close/>
                </a:path>
              </a:pathLst>
            </a:custGeom>
            <a:solidFill>
              <a:srgbClr val="012169"/>
            </a:solidFill>
            <a:ln w="6390" cap="flat">
              <a:noFill/>
              <a:prstDash val="solid"/>
              <a:miter/>
            </a:ln>
          </p:spPr>
          <p:txBody>
            <a:bodyPr rtlCol="0" anchor="ctr"/>
            <a:lstStyle/>
            <a:p>
              <a:endParaRPr lang="en-US"/>
            </a:p>
          </p:txBody>
        </p:sp>
        <p:sp>
          <p:nvSpPr>
            <p:cNvPr id="400" name="Graphic 4">
              <a:extLst>
                <a:ext uri="{FF2B5EF4-FFF2-40B4-BE49-F238E27FC236}">
                  <a16:creationId xmlns:a16="http://schemas.microsoft.com/office/drawing/2014/main" id="{2D50F2A5-89AC-B040-9B38-E5745C7C5B9F}"/>
                </a:ext>
              </a:extLst>
            </p:cNvPr>
            <p:cNvSpPr/>
            <p:nvPr/>
          </p:nvSpPr>
          <p:spPr>
            <a:xfrm>
              <a:off x="619823" y="3440090"/>
              <a:ext cx="24043" cy="36014"/>
            </a:xfrm>
            <a:custGeom>
              <a:avLst/>
              <a:gdLst>
                <a:gd name="connsiteX0" fmla="*/ 10863 w 24043"/>
                <a:gd name="connsiteY0" fmla="*/ 34235 h 36014"/>
                <a:gd name="connsiteX1" fmla="*/ 16614 w 24043"/>
                <a:gd name="connsiteY1" fmla="*/ 28490 h 36014"/>
                <a:gd name="connsiteX2" fmla="*/ 17892 w 24043"/>
                <a:gd name="connsiteY2" fmla="*/ 25936 h 36014"/>
                <a:gd name="connsiteX3" fmla="*/ 23643 w 24043"/>
                <a:gd name="connsiteY3" fmla="*/ 8699 h 36014"/>
                <a:gd name="connsiteX4" fmla="*/ 19809 w 24043"/>
                <a:gd name="connsiteY4" fmla="*/ 400 h 36014"/>
                <a:gd name="connsiteX5" fmla="*/ 19809 w 24043"/>
                <a:gd name="connsiteY5" fmla="*/ 400 h 36014"/>
                <a:gd name="connsiteX6" fmla="*/ 11502 w 24043"/>
                <a:gd name="connsiteY6" fmla="*/ 4231 h 36014"/>
                <a:gd name="connsiteX7" fmla="*/ 6390 w 24043"/>
                <a:gd name="connsiteY7" fmla="*/ 19552 h 36014"/>
                <a:gd name="connsiteX8" fmla="*/ 1917 w 24043"/>
                <a:gd name="connsiteY8" fmla="*/ 24021 h 36014"/>
                <a:gd name="connsiteX9" fmla="*/ 1917 w 24043"/>
                <a:gd name="connsiteY9" fmla="*/ 32958 h 36014"/>
                <a:gd name="connsiteX10" fmla="*/ 10863 w 24043"/>
                <a:gd name="connsiteY10" fmla="*/ 34235 h 36014"/>
                <a:gd name="connsiteX11" fmla="*/ 10863 w 24043"/>
                <a:gd name="connsiteY11" fmla="*/ 34235 h 36014"/>
                <a:gd name="connsiteX12" fmla="*/ 10863 w 24043"/>
                <a:gd name="connsiteY12" fmla="*/ 34235 h 36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043" h="36014">
                  <a:moveTo>
                    <a:pt x="10863" y="34235"/>
                  </a:moveTo>
                  <a:lnTo>
                    <a:pt x="16614" y="28490"/>
                  </a:lnTo>
                  <a:cubicBezTo>
                    <a:pt x="17253" y="27851"/>
                    <a:pt x="17892" y="27213"/>
                    <a:pt x="17892" y="25936"/>
                  </a:cubicBezTo>
                  <a:lnTo>
                    <a:pt x="23643" y="8699"/>
                  </a:lnTo>
                  <a:cubicBezTo>
                    <a:pt x="24921" y="5507"/>
                    <a:pt x="23004" y="1677"/>
                    <a:pt x="19809" y="400"/>
                  </a:cubicBezTo>
                  <a:cubicBezTo>
                    <a:pt x="19809" y="400"/>
                    <a:pt x="19809" y="400"/>
                    <a:pt x="19809" y="400"/>
                  </a:cubicBezTo>
                  <a:cubicBezTo>
                    <a:pt x="16614" y="-877"/>
                    <a:pt x="12780" y="1039"/>
                    <a:pt x="11502" y="4231"/>
                  </a:cubicBezTo>
                  <a:lnTo>
                    <a:pt x="6390" y="19552"/>
                  </a:lnTo>
                  <a:lnTo>
                    <a:pt x="1917" y="24021"/>
                  </a:lnTo>
                  <a:cubicBezTo>
                    <a:pt x="-639" y="26574"/>
                    <a:pt x="-639" y="30405"/>
                    <a:pt x="1917" y="32958"/>
                  </a:cubicBezTo>
                  <a:cubicBezTo>
                    <a:pt x="4473" y="36789"/>
                    <a:pt x="8307" y="36789"/>
                    <a:pt x="10863" y="34235"/>
                  </a:cubicBezTo>
                  <a:cubicBezTo>
                    <a:pt x="10863" y="34235"/>
                    <a:pt x="10863" y="34235"/>
                    <a:pt x="10863" y="34235"/>
                  </a:cubicBezTo>
                  <a:lnTo>
                    <a:pt x="10863" y="34235"/>
                  </a:lnTo>
                  <a:close/>
                </a:path>
              </a:pathLst>
            </a:custGeom>
            <a:solidFill>
              <a:srgbClr val="012169"/>
            </a:solidFill>
            <a:ln w="6390" cap="flat">
              <a:noFill/>
              <a:prstDash val="solid"/>
              <a:miter/>
            </a:ln>
          </p:spPr>
          <p:txBody>
            <a:bodyPr rtlCol="0" anchor="ctr"/>
            <a:lstStyle/>
            <a:p>
              <a:endParaRPr lang="en-US"/>
            </a:p>
          </p:txBody>
        </p:sp>
      </p:grpSp>
      <p:grpSp>
        <p:nvGrpSpPr>
          <p:cNvPr id="401" name="Graphic 4">
            <a:extLst>
              <a:ext uri="{FF2B5EF4-FFF2-40B4-BE49-F238E27FC236}">
                <a16:creationId xmlns:a16="http://schemas.microsoft.com/office/drawing/2014/main" id="{D7F94E3E-5D84-394C-A488-742566A40F65}"/>
              </a:ext>
            </a:extLst>
          </p:cNvPr>
          <p:cNvGrpSpPr/>
          <p:nvPr/>
        </p:nvGrpSpPr>
        <p:grpSpPr>
          <a:xfrm>
            <a:off x="467743" y="2855717"/>
            <a:ext cx="361670" cy="362610"/>
            <a:chOff x="467743" y="2855717"/>
            <a:chExt cx="361670" cy="362610"/>
          </a:xfrm>
          <a:solidFill>
            <a:srgbClr val="012169"/>
          </a:solidFill>
        </p:grpSpPr>
        <p:sp>
          <p:nvSpPr>
            <p:cNvPr id="402" name="Graphic 4">
              <a:extLst>
                <a:ext uri="{FF2B5EF4-FFF2-40B4-BE49-F238E27FC236}">
                  <a16:creationId xmlns:a16="http://schemas.microsoft.com/office/drawing/2014/main" id="{6CADDF19-454F-CF4B-B571-77229D7AF6C8}"/>
                </a:ext>
              </a:extLst>
            </p:cNvPr>
            <p:cNvSpPr/>
            <p:nvPr/>
          </p:nvSpPr>
          <p:spPr>
            <a:xfrm>
              <a:off x="467743" y="2855717"/>
              <a:ext cx="361670" cy="362610"/>
            </a:xfrm>
            <a:custGeom>
              <a:avLst/>
              <a:gdLst>
                <a:gd name="connsiteX0" fmla="*/ 180835 w 361670"/>
                <a:gd name="connsiteY0" fmla="*/ 0 h 362610"/>
                <a:gd name="connsiteX1" fmla="*/ 0 w 361670"/>
                <a:gd name="connsiteY1" fmla="*/ 181305 h 362610"/>
                <a:gd name="connsiteX2" fmla="*/ 180835 w 361670"/>
                <a:gd name="connsiteY2" fmla="*/ 362610 h 362610"/>
                <a:gd name="connsiteX3" fmla="*/ 361670 w 361670"/>
                <a:gd name="connsiteY3" fmla="*/ 181305 h 362610"/>
                <a:gd name="connsiteX4" fmla="*/ 361670 w 361670"/>
                <a:gd name="connsiteY4" fmla="*/ 181305 h 362610"/>
                <a:gd name="connsiteX5" fmla="*/ 180835 w 361670"/>
                <a:gd name="connsiteY5" fmla="*/ 0 h 362610"/>
                <a:gd name="connsiteX6" fmla="*/ 180835 w 361670"/>
                <a:gd name="connsiteY6" fmla="*/ 0 h 362610"/>
                <a:gd name="connsiteX7" fmla="*/ 180835 w 361670"/>
                <a:gd name="connsiteY7" fmla="*/ 349204 h 362610"/>
                <a:gd name="connsiteX8" fmla="*/ 12780 w 361670"/>
                <a:gd name="connsiteY8" fmla="*/ 180667 h 362610"/>
                <a:gd name="connsiteX9" fmla="*/ 180835 w 361670"/>
                <a:gd name="connsiteY9" fmla="*/ 12130 h 362610"/>
                <a:gd name="connsiteX10" fmla="*/ 348891 w 361670"/>
                <a:gd name="connsiteY10" fmla="*/ 180667 h 362610"/>
                <a:gd name="connsiteX11" fmla="*/ 180835 w 361670"/>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2610">
                  <a:moveTo>
                    <a:pt x="180835" y="0"/>
                  </a:moveTo>
                  <a:cubicBezTo>
                    <a:pt x="80513" y="0"/>
                    <a:pt x="0" y="81076"/>
                    <a:pt x="0" y="181305"/>
                  </a:cubicBezTo>
                  <a:cubicBezTo>
                    <a:pt x="0" y="281533"/>
                    <a:pt x="81152" y="362610"/>
                    <a:pt x="180835" y="362610"/>
                  </a:cubicBezTo>
                  <a:cubicBezTo>
                    <a:pt x="280518" y="362610"/>
                    <a:pt x="361670" y="281533"/>
                    <a:pt x="361670" y="181305"/>
                  </a:cubicBezTo>
                  <a:cubicBezTo>
                    <a:pt x="361670" y="181305"/>
                    <a:pt x="361670" y="181305"/>
                    <a:pt x="361670" y="181305"/>
                  </a:cubicBezTo>
                  <a:cubicBezTo>
                    <a:pt x="361670" y="80438"/>
                    <a:pt x="281157" y="0"/>
                    <a:pt x="180835" y="0"/>
                  </a:cubicBezTo>
                  <a:cubicBezTo>
                    <a:pt x="180835" y="0"/>
                    <a:pt x="180835" y="0"/>
                    <a:pt x="180835" y="0"/>
                  </a:cubicBezTo>
                  <a:close/>
                  <a:moveTo>
                    <a:pt x="180835" y="349204"/>
                  </a:moveTo>
                  <a:cubicBezTo>
                    <a:pt x="87542" y="349204"/>
                    <a:pt x="12780" y="273873"/>
                    <a:pt x="12780" y="180667"/>
                  </a:cubicBezTo>
                  <a:cubicBezTo>
                    <a:pt x="12780" y="87460"/>
                    <a:pt x="88181" y="12130"/>
                    <a:pt x="180835" y="12130"/>
                  </a:cubicBezTo>
                  <a:cubicBezTo>
                    <a:pt x="273489" y="12130"/>
                    <a:pt x="348891" y="87460"/>
                    <a:pt x="348891" y="180667"/>
                  </a:cubicBezTo>
                  <a:cubicBezTo>
                    <a:pt x="348891" y="273234"/>
                    <a:pt x="273489" y="348565"/>
                    <a:pt x="180835" y="349204"/>
                  </a:cubicBezTo>
                  <a:close/>
                </a:path>
              </a:pathLst>
            </a:custGeom>
            <a:solidFill>
              <a:srgbClr val="012169"/>
            </a:solidFill>
            <a:ln w="6390" cap="flat">
              <a:noFill/>
              <a:prstDash val="solid"/>
              <a:miter/>
            </a:ln>
          </p:spPr>
          <p:txBody>
            <a:bodyPr rtlCol="0" anchor="ctr"/>
            <a:lstStyle/>
            <a:p>
              <a:endParaRPr lang="en-US"/>
            </a:p>
          </p:txBody>
        </p:sp>
        <p:sp>
          <p:nvSpPr>
            <p:cNvPr id="403" name="Graphic 4">
              <a:extLst>
                <a:ext uri="{FF2B5EF4-FFF2-40B4-BE49-F238E27FC236}">
                  <a16:creationId xmlns:a16="http://schemas.microsoft.com/office/drawing/2014/main" id="{68A1E783-07F0-754E-8282-FF68EC506D42}"/>
                </a:ext>
              </a:extLst>
            </p:cNvPr>
            <p:cNvSpPr/>
            <p:nvPr/>
          </p:nvSpPr>
          <p:spPr>
            <a:xfrm>
              <a:off x="534837" y="2921854"/>
              <a:ext cx="228335" cy="229017"/>
            </a:xfrm>
            <a:custGeom>
              <a:avLst/>
              <a:gdLst>
                <a:gd name="connsiteX0" fmla="*/ 156553 w 228335"/>
                <a:gd name="connsiteY0" fmla="*/ 8556 h 229017"/>
                <a:gd name="connsiteX1" fmla="*/ 155275 w 228335"/>
                <a:gd name="connsiteY1" fmla="*/ 7917 h 229017"/>
                <a:gd name="connsiteX2" fmla="*/ 7668 w 228335"/>
                <a:gd name="connsiteY2" fmla="*/ 72396 h 229017"/>
                <a:gd name="connsiteX3" fmla="*/ 0 w 228335"/>
                <a:gd name="connsiteY3" fmla="*/ 114530 h 229017"/>
                <a:gd name="connsiteX4" fmla="*/ 0 w 228335"/>
                <a:gd name="connsiteY4" fmla="*/ 119637 h 229017"/>
                <a:gd name="connsiteX5" fmla="*/ 0 w 228335"/>
                <a:gd name="connsiteY5" fmla="*/ 121552 h 229017"/>
                <a:gd name="connsiteX6" fmla="*/ 120770 w 228335"/>
                <a:gd name="connsiteY6" fmla="*/ 228803 h 229017"/>
                <a:gd name="connsiteX7" fmla="*/ 228121 w 228335"/>
                <a:gd name="connsiteY7" fmla="*/ 108146 h 229017"/>
                <a:gd name="connsiteX8" fmla="*/ 156553 w 228335"/>
                <a:gd name="connsiteY8" fmla="*/ 8556 h 229017"/>
                <a:gd name="connsiteX9" fmla="*/ 156553 w 228335"/>
                <a:gd name="connsiteY9" fmla="*/ 8556 h 229017"/>
                <a:gd name="connsiteX10" fmla="*/ 113741 w 228335"/>
                <a:gd name="connsiteY10" fmla="*/ 13025 h 229017"/>
                <a:gd name="connsiteX11" fmla="*/ 138662 w 228335"/>
                <a:gd name="connsiteY11" fmla="*/ 16217 h 229017"/>
                <a:gd name="connsiteX12" fmla="*/ 134189 w 228335"/>
                <a:gd name="connsiteY12" fmla="*/ 17493 h 229017"/>
                <a:gd name="connsiteX13" fmla="*/ 129716 w 228335"/>
                <a:gd name="connsiteY13" fmla="*/ 23239 h 229017"/>
                <a:gd name="connsiteX14" fmla="*/ 129716 w 228335"/>
                <a:gd name="connsiteY14" fmla="*/ 28985 h 229017"/>
                <a:gd name="connsiteX15" fmla="*/ 131633 w 228335"/>
                <a:gd name="connsiteY15" fmla="*/ 33453 h 229017"/>
                <a:gd name="connsiteX16" fmla="*/ 135467 w 228335"/>
                <a:gd name="connsiteY16" fmla="*/ 37284 h 229017"/>
                <a:gd name="connsiteX17" fmla="*/ 134828 w 228335"/>
                <a:gd name="connsiteY17" fmla="*/ 37922 h 229017"/>
                <a:gd name="connsiteX18" fmla="*/ 127799 w 228335"/>
                <a:gd name="connsiteY18" fmla="*/ 34092 h 229017"/>
                <a:gd name="connsiteX19" fmla="*/ 125243 w 228335"/>
                <a:gd name="connsiteY19" fmla="*/ 33453 h 229017"/>
                <a:gd name="connsiteX20" fmla="*/ 119492 w 228335"/>
                <a:gd name="connsiteY20" fmla="*/ 33453 h 229017"/>
                <a:gd name="connsiteX21" fmla="*/ 115019 w 228335"/>
                <a:gd name="connsiteY21" fmla="*/ 35369 h 229017"/>
                <a:gd name="connsiteX22" fmla="*/ 109268 w 228335"/>
                <a:gd name="connsiteY22" fmla="*/ 41114 h 229017"/>
                <a:gd name="connsiteX23" fmla="*/ 107990 w 228335"/>
                <a:gd name="connsiteY23" fmla="*/ 48137 h 229017"/>
                <a:gd name="connsiteX24" fmla="*/ 113102 w 228335"/>
                <a:gd name="connsiteY24" fmla="*/ 58351 h 229017"/>
                <a:gd name="connsiteX25" fmla="*/ 113102 w 228335"/>
                <a:gd name="connsiteY25" fmla="*/ 59628 h 229017"/>
                <a:gd name="connsiteX26" fmla="*/ 105434 w 228335"/>
                <a:gd name="connsiteY26" fmla="*/ 67288 h 229017"/>
                <a:gd name="connsiteX27" fmla="*/ 96488 w 228335"/>
                <a:gd name="connsiteY27" fmla="*/ 67288 h 229017"/>
                <a:gd name="connsiteX28" fmla="*/ 91376 w 228335"/>
                <a:gd name="connsiteY28" fmla="*/ 69842 h 229017"/>
                <a:gd name="connsiteX29" fmla="*/ 90737 w 228335"/>
                <a:gd name="connsiteY29" fmla="*/ 75588 h 229017"/>
                <a:gd name="connsiteX30" fmla="*/ 95210 w 228335"/>
                <a:gd name="connsiteY30" fmla="*/ 88356 h 229017"/>
                <a:gd name="connsiteX31" fmla="*/ 88820 w 228335"/>
                <a:gd name="connsiteY31" fmla="*/ 85164 h 229017"/>
                <a:gd name="connsiteX32" fmla="*/ 86264 w 228335"/>
                <a:gd name="connsiteY32" fmla="*/ 84525 h 229017"/>
                <a:gd name="connsiteX33" fmla="*/ 84347 w 228335"/>
                <a:gd name="connsiteY33" fmla="*/ 84525 h 229017"/>
                <a:gd name="connsiteX34" fmla="*/ 81152 w 228335"/>
                <a:gd name="connsiteY34" fmla="*/ 78141 h 229017"/>
                <a:gd name="connsiteX35" fmla="*/ 81152 w 228335"/>
                <a:gd name="connsiteY35" fmla="*/ 74311 h 229017"/>
                <a:gd name="connsiteX36" fmla="*/ 77318 w 228335"/>
                <a:gd name="connsiteY36" fmla="*/ 68565 h 229017"/>
                <a:gd name="connsiteX37" fmla="*/ 65816 w 228335"/>
                <a:gd name="connsiteY37" fmla="*/ 63458 h 229017"/>
                <a:gd name="connsiteX38" fmla="*/ 58148 w 228335"/>
                <a:gd name="connsiteY38" fmla="*/ 64735 h 229017"/>
                <a:gd name="connsiteX39" fmla="*/ 52398 w 228335"/>
                <a:gd name="connsiteY39" fmla="*/ 70480 h 229017"/>
                <a:gd name="connsiteX40" fmla="*/ 50481 w 228335"/>
                <a:gd name="connsiteY40" fmla="*/ 73672 h 229017"/>
                <a:gd name="connsiteX41" fmla="*/ 47925 w 228335"/>
                <a:gd name="connsiteY41" fmla="*/ 83248 h 229017"/>
                <a:gd name="connsiteX42" fmla="*/ 46008 w 228335"/>
                <a:gd name="connsiteY42" fmla="*/ 74949 h 229017"/>
                <a:gd name="connsiteX43" fmla="*/ 46008 w 228335"/>
                <a:gd name="connsiteY43" fmla="*/ 69842 h 229017"/>
                <a:gd name="connsiteX44" fmla="*/ 42174 w 228335"/>
                <a:gd name="connsiteY44" fmla="*/ 64096 h 229017"/>
                <a:gd name="connsiteX45" fmla="*/ 30672 w 228335"/>
                <a:gd name="connsiteY45" fmla="*/ 58351 h 229017"/>
                <a:gd name="connsiteX46" fmla="*/ 29394 w 228335"/>
                <a:gd name="connsiteY46" fmla="*/ 57712 h 229017"/>
                <a:gd name="connsiteX47" fmla="*/ 113741 w 228335"/>
                <a:gd name="connsiteY47" fmla="*/ 13025 h 229017"/>
                <a:gd name="connsiteX48" fmla="*/ 22365 w 228335"/>
                <a:gd name="connsiteY48" fmla="*/ 71119 h 229017"/>
                <a:gd name="connsiteX49" fmla="*/ 22365 w 228335"/>
                <a:gd name="connsiteY49" fmla="*/ 73672 h 229017"/>
                <a:gd name="connsiteX50" fmla="*/ 17253 w 228335"/>
                <a:gd name="connsiteY50" fmla="*/ 83248 h 229017"/>
                <a:gd name="connsiteX51" fmla="*/ 22365 w 228335"/>
                <a:gd name="connsiteY51" fmla="*/ 71119 h 229017"/>
                <a:gd name="connsiteX52" fmla="*/ 113741 w 228335"/>
                <a:gd name="connsiteY52" fmla="*/ 216035 h 229017"/>
                <a:gd name="connsiteX53" fmla="*/ 12780 w 228335"/>
                <a:gd name="connsiteY53" fmla="*/ 121552 h 229017"/>
                <a:gd name="connsiteX54" fmla="*/ 23004 w 228335"/>
                <a:gd name="connsiteY54" fmla="*/ 106869 h 229017"/>
                <a:gd name="connsiteX55" fmla="*/ 23643 w 228335"/>
                <a:gd name="connsiteY55" fmla="*/ 105592 h 229017"/>
                <a:gd name="connsiteX56" fmla="*/ 29394 w 228335"/>
                <a:gd name="connsiteY56" fmla="*/ 88994 h 229017"/>
                <a:gd name="connsiteX57" fmla="*/ 34506 w 228335"/>
                <a:gd name="connsiteY57" fmla="*/ 78141 h 229017"/>
                <a:gd name="connsiteX58" fmla="*/ 39618 w 228335"/>
                <a:gd name="connsiteY58" fmla="*/ 99208 h 229017"/>
                <a:gd name="connsiteX59" fmla="*/ 46008 w 228335"/>
                <a:gd name="connsiteY59" fmla="*/ 104315 h 229017"/>
                <a:gd name="connsiteX60" fmla="*/ 51759 w 228335"/>
                <a:gd name="connsiteY60" fmla="*/ 104315 h 229017"/>
                <a:gd name="connsiteX61" fmla="*/ 58148 w 228335"/>
                <a:gd name="connsiteY61" fmla="*/ 99208 h 229017"/>
                <a:gd name="connsiteX62" fmla="*/ 63260 w 228335"/>
                <a:gd name="connsiteY62" fmla="*/ 78141 h 229017"/>
                <a:gd name="connsiteX63" fmla="*/ 64538 w 228335"/>
                <a:gd name="connsiteY63" fmla="*/ 76864 h 229017"/>
                <a:gd name="connsiteX64" fmla="*/ 68372 w 228335"/>
                <a:gd name="connsiteY64" fmla="*/ 78780 h 229017"/>
                <a:gd name="connsiteX65" fmla="*/ 68372 w 228335"/>
                <a:gd name="connsiteY65" fmla="*/ 80695 h 229017"/>
                <a:gd name="connsiteX66" fmla="*/ 69011 w 228335"/>
                <a:gd name="connsiteY66" fmla="*/ 83248 h 229017"/>
                <a:gd name="connsiteX67" fmla="*/ 74762 w 228335"/>
                <a:gd name="connsiteY67" fmla="*/ 94740 h 229017"/>
                <a:gd name="connsiteX68" fmla="*/ 80513 w 228335"/>
                <a:gd name="connsiteY68" fmla="*/ 97931 h 229017"/>
                <a:gd name="connsiteX69" fmla="*/ 84986 w 228335"/>
                <a:gd name="connsiteY69" fmla="*/ 97931 h 229017"/>
                <a:gd name="connsiteX70" fmla="*/ 95210 w 228335"/>
                <a:gd name="connsiteY70" fmla="*/ 103039 h 229017"/>
                <a:gd name="connsiteX71" fmla="*/ 102878 w 228335"/>
                <a:gd name="connsiteY71" fmla="*/ 101762 h 229017"/>
                <a:gd name="connsiteX72" fmla="*/ 108629 w 228335"/>
                <a:gd name="connsiteY72" fmla="*/ 96016 h 229017"/>
                <a:gd name="connsiteX73" fmla="*/ 109907 w 228335"/>
                <a:gd name="connsiteY73" fmla="*/ 89632 h 229017"/>
                <a:gd name="connsiteX74" fmla="*/ 107351 w 228335"/>
                <a:gd name="connsiteY74" fmla="*/ 80695 h 229017"/>
                <a:gd name="connsiteX75" fmla="*/ 109907 w 228335"/>
                <a:gd name="connsiteY75" fmla="*/ 80695 h 229017"/>
                <a:gd name="connsiteX76" fmla="*/ 114380 w 228335"/>
                <a:gd name="connsiteY76" fmla="*/ 78780 h 229017"/>
                <a:gd name="connsiteX77" fmla="*/ 125882 w 228335"/>
                <a:gd name="connsiteY77" fmla="*/ 67288 h 229017"/>
                <a:gd name="connsiteX78" fmla="*/ 127799 w 228335"/>
                <a:gd name="connsiteY78" fmla="*/ 62820 h 229017"/>
                <a:gd name="connsiteX79" fmla="*/ 127799 w 228335"/>
                <a:gd name="connsiteY79" fmla="*/ 57074 h 229017"/>
                <a:gd name="connsiteX80" fmla="*/ 127160 w 228335"/>
                <a:gd name="connsiteY80" fmla="*/ 54520 h 229017"/>
                <a:gd name="connsiteX81" fmla="*/ 123326 w 228335"/>
                <a:gd name="connsiteY81" fmla="*/ 47498 h 229017"/>
                <a:gd name="connsiteX82" fmla="*/ 123965 w 228335"/>
                <a:gd name="connsiteY82" fmla="*/ 46860 h 229017"/>
                <a:gd name="connsiteX83" fmla="*/ 124604 w 228335"/>
                <a:gd name="connsiteY83" fmla="*/ 46860 h 229017"/>
                <a:gd name="connsiteX84" fmla="*/ 134828 w 228335"/>
                <a:gd name="connsiteY84" fmla="*/ 51967 h 229017"/>
                <a:gd name="connsiteX85" fmla="*/ 142496 w 228335"/>
                <a:gd name="connsiteY85" fmla="*/ 50690 h 229017"/>
                <a:gd name="connsiteX86" fmla="*/ 148247 w 228335"/>
                <a:gd name="connsiteY86" fmla="*/ 44945 h 229017"/>
                <a:gd name="connsiteX87" fmla="*/ 150164 w 228335"/>
                <a:gd name="connsiteY87" fmla="*/ 40476 h 229017"/>
                <a:gd name="connsiteX88" fmla="*/ 150164 w 228335"/>
                <a:gd name="connsiteY88" fmla="*/ 34730 h 229017"/>
                <a:gd name="connsiteX89" fmla="*/ 148247 w 228335"/>
                <a:gd name="connsiteY89" fmla="*/ 30261 h 229017"/>
                <a:gd name="connsiteX90" fmla="*/ 145691 w 228335"/>
                <a:gd name="connsiteY90" fmla="*/ 27708 h 229017"/>
                <a:gd name="connsiteX91" fmla="*/ 157192 w 228335"/>
                <a:gd name="connsiteY91" fmla="*/ 23877 h 229017"/>
                <a:gd name="connsiteX92" fmla="*/ 159109 w 228335"/>
                <a:gd name="connsiteY92" fmla="*/ 23239 h 229017"/>
                <a:gd name="connsiteX93" fmla="*/ 207034 w 228335"/>
                <a:gd name="connsiteY93" fmla="*/ 157941 h 229017"/>
                <a:gd name="connsiteX94" fmla="*/ 113741 w 228335"/>
                <a:gd name="connsiteY94" fmla="*/ 216035 h 229017"/>
                <a:gd name="connsiteX95" fmla="*/ 113741 w 228335"/>
                <a:gd name="connsiteY95" fmla="*/ 216035 h 22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28335" h="229017">
                  <a:moveTo>
                    <a:pt x="156553" y="8556"/>
                  </a:moveTo>
                  <a:cubicBezTo>
                    <a:pt x="155914" y="8556"/>
                    <a:pt x="155914" y="8556"/>
                    <a:pt x="155275" y="7917"/>
                  </a:cubicBezTo>
                  <a:cubicBezTo>
                    <a:pt x="96488" y="-15065"/>
                    <a:pt x="30672" y="13663"/>
                    <a:pt x="7668" y="72396"/>
                  </a:cubicBezTo>
                  <a:cubicBezTo>
                    <a:pt x="2556" y="85802"/>
                    <a:pt x="0" y="99847"/>
                    <a:pt x="0" y="114530"/>
                  </a:cubicBezTo>
                  <a:cubicBezTo>
                    <a:pt x="0" y="116445"/>
                    <a:pt x="0" y="117722"/>
                    <a:pt x="0" y="119637"/>
                  </a:cubicBezTo>
                  <a:cubicBezTo>
                    <a:pt x="0" y="120275"/>
                    <a:pt x="0" y="120914"/>
                    <a:pt x="0" y="121552"/>
                  </a:cubicBezTo>
                  <a:cubicBezTo>
                    <a:pt x="3834" y="184754"/>
                    <a:pt x="58148" y="232634"/>
                    <a:pt x="120770" y="228803"/>
                  </a:cubicBezTo>
                  <a:cubicBezTo>
                    <a:pt x="184030" y="224973"/>
                    <a:pt x="231955" y="170709"/>
                    <a:pt x="228121" y="108146"/>
                  </a:cubicBezTo>
                  <a:cubicBezTo>
                    <a:pt x="224926" y="63458"/>
                    <a:pt x="196810" y="25154"/>
                    <a:pt x="156553" y="8556"/>
                  </a:cubicBezTo>
                  <a:lnTo>
                    <a:pt x="156553" y="8556"/>
                  </a:lnTo>
                  <a:close/>
                  <a:moveTo>
                    <a:pt x="113741" y="13025"/>
                  </a:moveTo>
                  <a:cubicBezTo>
                    <a:pt x="122048" y="13025"/>
                    <a:pt x="130355" y="14301"/>
                    <a:pt x="138662" y="16217"/>
                  </a:cubicBezTo>
                  <a:lnTo>
                    <a:pt x="134189" y="17493"/>
                  </a:lnTo>
                  <a:cubicBezTo>
                    <a:pt x="131633" y="18132"/>
                    <a:pt x="129716" y="20685"/>
                    <a:pt x="129716" y="23239"/>
                  </a:cubicBezTo>
                  <a:lnTo>
                    <a:pt x="129716" y="28985"/>
                  </a:lnTo>
                  <a:cubicBezTo>
                    <a:pt x="129716" y="30900"/>
                    <a:pt x="130355" y="32177"/>
                    <a:pt x="131633" y="33453"/>
                  </a:cubicBezTo>
                  <a:lnTo>
                    <a:pt x="135467" y="37284"/>
                  </a:lnTo>
                  <a:lnTo>
                    <a:pt x="134828" y="37922"/>
                  </a:lnTo>
                  <a:lnTo>
                    <a:pt x="127799" y="34092"/>
                  </a:lnTo>
                  <a:cubicBezTo>
                    <a:pt x="127160" y="33453"/>
                    <a:pt x="125882" y="33453"/>
                    <a:pt x="125243" y="33453"/>
                  </a:cubicBezTo>
                  <a:lnTo>
                    <a:pt x="119492" y="33453"/>
                  </a:lnTo>
                  <a:cubicBezTo>
                    <a:pt x="117575" y="33453"/>
                    <a:pt x="116297" y="34092"/>
                    <a:pt x="115019" y="35369"/>
                  </a:cubicBezTo>
                  <a:lnTo>
                    <a:pt x="109268" y="41114"/>
                  </a:lnTo>
                  <a:cubicBezTo>
                    <a:pt x="107351" y="43029"/>
                    <a:pt x="106712" y="46221"/>
                    <a:pt x="107990" y="48137"/>
                  </a:cubicBezTo>
                  <a:lnTo>
                    <a:pt x="113102" y="58351"/>
                  </a:lnTo>
                  <a:lnTo>
                    <a:pt x="113102" y="59628"/>
                  </a:lnTo>
                  <a:lnTo>
                    <a:pt x="105434" y="67288"/>
                  </a:lnTo>
                  <a:lnTo>
                    <a:pt x="96488" y="67288"/>
                  </a:lnTo>
                  <a:cubicBezTo>
                    <a:pt x="94571" y="67288"/>
                    <a:pt x="92654" y="68565"/>
                    <a:pt x="91376" y="69842"/>
                  </a:cubicBezTo>
                  <a:cubicBezTo>
                    <a:pt x="90098" y="71757"/>
                    <a:pt x="90098" y="73672"/>
                    <a:pt x="90737" y="75588"/>
                  </a:cubicBezTo>
                  <a:lnTo>
                    <a:pt x="95210" y="88356"/>
                  </a:lnTo>
                  <a:lnTo>
                    <a:pt x="88820" y="85164"/>
                  </a:lnTo>
                  <a:cubicBezTo>
                    <a:pt x="88181" y="84525"/>
                    <a:pt x="86903" y="84525"/>
                    <a:pt x="86264" y="84525"/>
                  </a:cubicBezTo>
                  <a:lnTo>
                    <a:pt x="84347" y="84525"/>
                  </a:lnTo>
                  <a:lnTo>
                    <a:pt x="81152" y="78141"/>
                  </a:lnTo>
                  <a:lnTo>
                    <a:pt x="81152" y="74311"/>
                  </a:lnTo>
                  <a:cubicBezTo>
                    <a:pt x="81152" y="71757"/>
                    <a:pt x="79874" y="69842"/>
                    <a:pt x="77318" y="68565"/>
                  </a:cubicBezTo>
                  <a:lnTo>
                    <a:pt x="65816" y="63458"/>
                  </a:lnTo>
                  <a:cubicBezTo>
                    <a:pt x="63260" y="62181"/>
                    <a:pt x="60065" y="62820"/>
                    <a:pt x="58148" y="64735"/>
                  </a:cubicBezTo>
                  <a:lnTo>
                    <a:pt x="52398" y="70480"/>
                  </a:lnTo>
                  <a:cubicBezTo>
                    <a:pt x="51759" y="71119"/>
                    <a:pt x="51119" y="72396"/>
                    <a:pt x="50481" y="73672"/>
                  </a:cubicBezTo>
                  <a:lnTo>
                    <a:pt x="47925" y="83248"/>
                  </a:lnTo>
                  <a:lnTo>
                    <a:pt x="46008" y="74949"/>
                  </a:lnTo>
                  <a:lnTo>
                    <a:pt x="46008" y="69842"/>
                  </a:lnTo>
                  <a:cubicBezTo>
                    <a:pt x="46008" y="67288"/>
                    <a:pt x="44730" y="65373"/>
                    <a:pt x="42174" y="64096"/>
                  </a:cubicBezTo>
                  <a:lnTo>
                    <a:pt x="30672" y="58351"/>
                  </a:lnTo>
                  <a:cubicBezTo>
                    <a:pt x="30033" y="58351"/>
                    <a:pt x="30033" y="57712"/>
                    <a:pt x="29394" y="57712"/>
                  </a:cubicBezTo>
                  <a:cubicBezTo>
                    <a:pt x="49203" y="29623"/>
                    <a:pt x="80513" y="13025"/>
                    <a:pt x="113741" y="13025"/>
                  </a:cubicBezTo>
                  <a:close/>
                  <a:moveTo>
                    <a:pt x="22365" y="71119"/>
                  </a:moveTo>
                  <a:lnTo>
                    <a:pt x="22365" y="73672"/>
                  </a:lnTo>
                  <a:lnTo>
                    <a:pt x="17253" y="83248"/>
                  </a:lnTo>
                  <a:cubicBezTo>
                    <a:pt x="18531" y="78780"/>
                    <a:pt x="20448" y="74949"/>
                    <a:pt x="22365" y="71119"/>
                  </a:cubicBezTo>
                  <a:close/>
                  <a:moveTo>
                    <a:pt x="113741" y="216035"/>
                  </a:moveTo>
                  <a:cubicBezTo>
                    <a:pt x="60704" y="216035"/>
                    <a:pt x="16614" y="174539"/>
                    <a:pt x="12780" y="121552"/>
                  </a:cubicBezTo>
                  <a:lnTo>
                    <a:pt x="23004" y="106869"/>
                  </a:lnTo>
                  <a:cubicBezTo>
                    <a:pt x="23004" y="106231"/>
                    <a:pt x="23643" y="105592"/>
                    <a:pt x="23643" y="105592"/>
                  </a:cubicBezTo>
                  <a:lnTo>
                    <a:pt x="29394" y="88994"/>
                  </a:lnTo>
                  <a:lnTo>
                    <a:pt x="34506" y="78141"/>
                  </a:lnTo>
                  <a:lnTo>
                    <a:pt x="39618" y="99208"/>
                  </a:lnTo>
                  <a:cubicBezTo>
                    <a:pt x="40257" y="102400"/>
                    <a:pt x="42813" y="104315"/>
                    <a:pt x="46008" y="104315"/>
                  </a:cubicBezTo>
                  <a:lnTo>
                    <a:pt x="51759" y="104315"/>
                  </a:lnTo>
                  <a:cubicBezTo>
                    <a:pt x="54954" y="104315"/>
                    <a:pt x="57509" y="102400"/>
                    <a:pt x="58148" y="99208"/>
                  </a:cubicBezTo>
                  <a:lnTo>
                    <a:pt x="63260" y="78141"/>
                  </a:lnTo>
                  <a:lnTo>
                    <a:pt x="64538" y="76864"/>
                  </a:lnTo>
                  <a:lnTo>
                    <a:pt x="68372" y="78780"/>
                  </a:lnTo>
                  <a:lnTo>
                    <a:pt x="68372" y="80695"/>
                  </a:lnTo>
                  <a:cubicBezTo>
                    <a:pt x="68372" y="81972"/>
                    <a:pt x="68372" y="82610"/>
                    <a:pt x="69011" y="83248"/>
                  </a:cubicBezTo>
                  <a:lnTo>
                    <a:pt x="74762" y="94740"/>
                  </a:lnTo>
                  <a:cubicBezTo>
                    <a:pt x="76040" y="96655"/>
                    <a:pt x="77957" y="97931"/>
                    <a:pt x="80513" y="97931"/>
                  </a:cubicBezTo>
                  <a:lnTo>
                    <a:pt x="84986" y="97931"/>
                  </a:lnTo>
                  <a:lnTo>
                    <a:pt x="95210" y="103039"/>
                  </a:lnTo>
                  <a:cubicBezTo>
                    <a:pt x="97766" y="104315"/>
                    <a:pt x="100961" y="103677"/>
                    <a:pt x="102878" y="101762"/>
                  </a:cubicBezTo>
                  <a:lnTo>
                    <a:pt x="108629" y="96016"/>
                  </a:lnTo>
                  <a:cubicBezTo>
                    <a:pt x="110546" y="94101"/>
                    <a:pt x="111185" y="92186"/>
                    <a:pt x="109907" y="89632"/>
                  </a:cubicBezTo>
                  <a:lnTo>
                    <a:pt x="107351" y="80695"/>
                  </a:lnTo>
                  <a:lnTo>
                    <a:pt x="109907" y="80695"/>
                  </a:lnTo>
                  <a:cubicBezTo>
                    <a:pt x="111824" y="80695"/>
                    <a:pt x="113102" y="80056"/>
                    <a:pt x="114380" y="78780"/>
                  </a:cubicBezTo>
                  <a:lnTo>
                    <a:pt x="125882" y="67288"/>
                  </a:lnTo>
                  <a:cubicBezTo>
                    <a:pt x="127160" y="66012"/>
                    <a:pt x="127799" y="64735"/>
                    <a:pt x="127799" y="62820"/>
                  </a:cubicBezTo>
                  <a:lnTo>
                    <a:pt x="127799" y="57074"/>
                  </a:lnTo>
                  <a:cubicBezTo>
                    <a:pt x="127799" y="55797"/>
                    <a:pt x="127799" y="55159"/>
                    <a:pt x="127160" y="54520"/>
                  </a:cubicBezTo>
                  <a:lnTo>
                    <a:pt x="123326" y="47498"/>
                  </a:lnTo>
                  <a:lnTo>
                    <a:pt x="123965" y="46860"/>
                  </a:lnTo>
                  <a:lnTo>
                    <a:pt x="124604" y="46860"/>
                  </a:lnTo>
                  <a:lnTo>
                    <a:pt x="134828" y="51967"/>
                  </a:lnTo>
                  <a:cubicBezTo>
                    <a:pt x="137384" y="53244"/>
                    <a:pt x="139940" y="52605"/>
                    <a:pt x="142496" y="50690"/>
                  </a:cubicBezTo>
                  <a:lnTo>
                    <a:pt x="148247" y="44945"/>
                  </a:lnTo>
                  <a:cubicBezTo>
                    <a:pt x="149525" y="43668"/>
                    <a:pt x="150164" y="42391"/>
                    <a:pt x="150164" y="40476"/>
                  </a:cubicBezTo>
                  <a:lnTo>
                    <a:pt x="150164" y="34730"/>
                  </a:lnTo>
                  <a:cubicBezTo>
                    <a:pt x="150164" y="32815"/>
                    <a:pt x="149525" y="31538"/>
                    <a:pt x="148247" y="30261"/>
                  </a:cubicBezTo>
                  <a:lnTo>
                    <a:pt x="145691" y="27708"/>
                  </a:lnTo>
                  <a:lnTo>
                    <a:pt x="157192" y="23877"/>
                  </a:lnTo>
                  <a:cubicBezTo>
                    <a:pt x="157831" y="23877"/>
                    <a:pt x="158470" y="23239"/>
                    <a:pt x="159109" y="23239"/>
                  </a:cubicBezTo>
                  <a:cubicBezTo>
                    <a:pt x="209590" y="47498"/>
                    <a:pt x="231316" y="107507"/>
                    <a:pt x="207034" y="157941"/>
                  </a:cubicBezTo>
                  <a:cubicBezTo>
                    <a:pt x="188503" y="193691"/>
                    <a:pt x="152720" y="216035"/>
                    <a:pt x="113741" y="216035"/>
                  </a:cubicBezTo>
                  <a:lnTo>
                    <a:pt x="113741" y="216035"/>
                  </a:lnTo>
                  <a:close/>
                </a:path>
              </a:pathLst>
            </a:custGeom>
            <a:solidFill>
              <a:srgbClr val="012169"/>
            </a:solidFill>
            <a:ln w="6390" cap="flat">
              <a:noFill/>
              <a:prstDash val="solid"/>
              <a:miter/>
            </a:ln>
          </p:spPr>
          <p:txBody>
            <a:bodyPr rtlCol="0" anchor="ctr"/>
            <a:lstStyle/>
            <a:p>
              <a:endParaRPr lang="en-US"/>
            </a:p>
          </p:txBody>
        </p:sp>
        <p:sp>
          <p:nvSpPr>
            <p:cNvPr id="404" name="Graphic 4">
              <a:extLst>
                <a:ext uri="{FF2B5EF4-FFF2-40B4-BE49-F238E27FC236}">
                  <a16:creationId xmlns:a16="http://schemas.microsoft.com/office/drawing/2014/main" id="{FE670686-62EA-4444-B177-F4DE10A4BA38}"/>
                </a:ext>
              </a:extLst>
            </p:cNvPr>
            <p:cNvSpPr/>
            <p:nvPr/>
          </p:nvSpPr>
          <p:spPr>
            <a:xfrm>
              <a:off x="641549" y="3053496"/>
              <a:ext cx="69900" cy="53138"/>
            </a:xfrm>
            <a:custGeom>
              <a:avLst/>
              <a:gdLst>
                <a:gd name="connsiteX0" fmla="*/ 69650 w 69900"/>
                <a:gd name="connsiteY0" fmla="*/ 32683 h 53138"/>
                <a:gd name="connsiteX1" fmla="*/ 63899 w 69900"/>
                <a:gd name="connsiteY1" fmla="*/ 10339 h 53138"/>
                <a:gd name="connsiteX2" fmla="*/ 60065 w 69900"/>
                <a:gd name="connsiteY2" fmla="*/ 5871 h 53138"/>
                <a:gd name="connsiteX3" fmla="*/ 54314 w 69900"/>
                <a:gd name="connsiteY3" fmla="*/ 5871 h 53138"/>
                <a:gd name="connsiteX4" fmla="*/ 44091 w 69900"/>
                <a:gd name="connsiteY4" fmla="*/ 10978 h 53138"/>
                <a:gd name="connsiteX5" fmla="*/ 39618 w 69900"/>
                <a:gd name="connsiteY5" fmla="*/ 3317 h 53138"/>
                <a:gd name="connsiteX6" fmla="*/ 33867 w 69900"/>
                <a:gd name="connsiteY6" fmla="*/ 125 h 53138"/>
                <a:gd name="connsiteX7" fmla="*/ 29394 w 69900"/>
                <a:gd name="connsiteY7" fmla="*/ 125 h 53138"/>
                <a:gd name="connsiteX8" fmla="*/ 24921 w 69900"/>
                <a:gd name="connsiteY8" fmla="*/ 2040 h 53138"/>
                <a:gd name="connsiteX9" fmla="*/ 14058 w 69900"/>
                <a:gd name="connsiteY9" fmla="*/ 12893 h 53138"/>
                <a:gd name="connsiteX10" fmla="*/ 3834 w 69900"/>
                <a:gd name="connsiteY10" fmla="*/ 18000 h 53138"/>
                <a:gd name="connsiteX11" fmla="*/ 0 w 69900"/>
                <a:gd name="connsiteY11" fmla="*/ 23746 h 53138"/>
                <a:gd name="connsiteX12" fmla="*/ 0 w 69900"/>
                <a:gd name="connsiteY12" fmla="*/ 40983 h 53138"/>
                <a:gd name="connsiteX13" fmla="*/ 3834 w 69900"/>
                <a:gd name="connsiteY13" fmla="*/ 46728 h 53138"/>
                <a:gd name="connsiteX14" fmla="*/ 15336 w 69900"/>
                <a:gd name="connsiteY14" fmla="*/ 52474 h 53138"/>
                <a:gd name="connsiteX15" fmla="*/ 17892 w 69900"/>
                <a:gd name="connsiteY15" fmla="*/ 53112 h 53138"/>
                <a:gd name="connsiteX16" fmla="*/ 22365 w 69900"/>
                <a:gd name="connsiteY16" fmla="*/ 51197 h 53138"/>
                <a:gd name="connsiteX17" fmla="*/ 26199 w 69900"/>
                <a:gd name="connsiteY17" fmla="*/ 47367 h 53138"/>
                <a:gd name="connsiteX18" fmla="*/ 38979 w 69900"/>
                <a:gd name="connsiteY18" fmla="*/ 47367 h 53138"/>
                <a:gd name="connsiteX19" fmla="*/ 49202 w 69900"/>
                <a:gd name="connsiteY19" fmla="*/ 52474 h 53138"/>
                <a:gd name="connsiteX20" fmla="*/ 56870 w 69900"/>
                <a:gd name="connsiteY20" fmla="*/ 51197 h 53138"/>
                <a:gd name="connsiteX21" fmla="*/ 68372 w 69900"/>
                <a:gd name="connsiteY21" fmla="*/ 39706 h 53138"/>
                <a:gd name="connsiteX22" fmla="*/ 69650 w 69900"/>
                <a:gd name="connsiteY22" fmla="*/ 32683 h 53138"/>
                <a:gd name="connsiteX23" fmla="*/ 51119 w 69900"/>
                <a:gd name="connsiteY23" fmla="*/ 37791 h 53138"/>
                <a:gd name="connsiteX24" fmla="*/ 44091 w 69900"/>
                <a:gd name="connsiteY24" fmla="*/ 33960 h 53138"/>
                <a:gd name="connsiteX25" fmla="*/ 41535 w 69900"/>
                <a:gd name="connsiteY25" fmla="*/ 33322 h 53138"/>
                <a:gd name="connsiteX26" fmla="*/ 24282 w 69900"/>
                <a:gd name="connsiteY26" fmla="*/ 33322 h 53138"/>
                <a:gd name="connsiteX27" fmla="*/ 19809 w 69900"/>
                <a:gd name="connsiteY27" fmla="*/ 35237 h 53138"/>
                <a:gd name="connsiteX28" fmla="*/ 17253 w 69900"/>
                <a:gd name="connsiteY28" fmla="*/ 37791 h 53138"/>
                <a:gd name="connsiteX29" fmla="*/ 13419 w 69900"/>
                <a:gd name="connsiteY29" fmla="*/ 35875 h 53138"/>
                <a:gd name="connsiteX30" fmla="*/ 13419 w 69900"/>
                <a:gd name="connsiteY30" fmla="*/ 26938 h 53138"/>
                <a:gd name="connsiteX31" fmla="*/ 21087 w 69900"/>
                <a:gd name="connsiteY31" fmla="*/ 23107 h 53138"/>
                <a:gd name="connsiteX32" fmla="*/ 23004 w 69900"/>
                <a:gd name="connsiteY32" fmla="*/ 21831 h 53138"/>
                <a:gd name="connsiteX33" fmla="*/ 31950 w 69900"/>
                <a:gd name="connsiteY33" fmla="*/ 12893 h 53138"/>
                <a:gd name="connsiteX34" fmla="*/ 35784 w 69900"/>
                <a:gd name="connsiteY34" fmla="*/ 19915 h 53138"/>
                <a:gd name="connsiteX35" fmla="*/ 41535 w 69900"/>
                <a:gd name="connsiteY35" fmla="*/ 23746 h 53138"/>
                <a:gd name="connsiteX36" fmla="*/ 47286 w 69900"/>
                <a:gd name="connsiteY36" fmla="*/ 23746 h 53138"/>
                <a:gd name="connsiteX37" fmla="*/ 49841 w 69900"/>
                <a:gd name="connsiteY37" fmla="*/ 23107 h 53138"/>
                <a:gd name="connsiteX38" fmla="*/ 54314 w 69900"/>
                <a:gd name="connsiteY38" fmla="*/ 21192 h 53138"/>
                <a:gd name="connsiteX39" fmla="*/ 56870 w 69900"/>
                <a:gd name="connsiteY39" fmla="*/ 32683 h 53138"/>
                <a:gd name="connsiteX40" fmla="*/ 51119 w 69900"/>
                <a:gd name="connsiteY40" fmla="*/ 37791 h 53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9900" h="53138">
                  <a:moveTo>
                    <a:pt x="69650" y="32683"/>
                  </a:moveTo>
                  <a:lnTo>
                    <a:pt x="63899" y="10339"/>
                  </a:lnTo>
                  <a:cubicBezTo>
                    <a:pt x="63260" y="8424"/>
                    <a:pt x="61982" y="7147"/>
                    <a:pt x="60065" y="5871"/>
                  </a:cubicBezTo>
                  <a:cubicBezTo>
                    <a:pt x="58148" y="5232"/>
                    <a:pt x="56231" y="5232"/>
                    <a:pt x="54314" y="5871"/>
                  </a:cubicBezTo>
                  <a:lnTo>
                    <a:pt x="44091" y="10978"/>
                  </a:lnTo>
                  <a:lnTo>
                    <a:pt x="39618" y="3317"/>
                  </a:lnTo>
                  <a:cubicBezTo>
                    <a:pt x="38340" y="1402"/>
                    <a:pt x="36423" y="-513"/>
                    <a:pt x="33867" y="125"/>
                  </a:cubicBezTo>
                  <a:lnTo>
                    <a:pt x="29394" y="125"/>
                  </a:lnTo>
                  <a:cubicBezTo>
                    <a:pt x="27477" y="125"/>
                    <a:pt x="26199" y="763"/>
                    <a:pt x="24921" y="2040"/>
                  </a:cubicBezTo>
                  <a:lnTo>
                    <a:pt x="14058" y="12893"/>
                  </a:lnTo>
                  <a:lnTo>
                    <a:pt x="3834" y="18000"/>
                  </a:lnTo>
                  <a:cubicBezTo>
                    <a:pt x="1917" y="19277"/>
                    <a:pt x="0" y="21192"/>
                    <a:pt x="0" y="23746"/>
                  </a:cubicBezTo>
                  <a:lnTo>
                    <a:pt x="0" y="40983"/>
                  </a:lnTo>
                  <a:cubicBezTo>
                    <a:pt x="0" y="43536"/>
                    <a:pt x="1278" y="45451"/>
                    <a:pt x="3834" y="46728"/>
                  </a:cubicBezTo>
                  <a:lnTo>
                    <a:pt x="15336" y="52474"/>
                  </a:lnTo>
                  <a:cubicBezTo>
                    <a:pt x="15975" y="53112"/>
                    <a:pt x="17253" y="53112"/>
                    <a:pt x="17892" y="53112"/>
                  </a:cubicBezTo>
                  <a:cubicBezTo>
                    <a:pt x="19809" y="53112"/>
                    <a:pt x="21087" y="52474"/>
                    <a:pt x="22365" y="51197"/>
                  </a:cubicBezTo>
                  <a:lnTo>
                    <a:pt x="26199" y="47367"/>
                  </a:lnTo>
                  <a:lnTo>
                    <a:pt x="38979" y="47367"/>
                  </a:lnTo>
                  <a:lnTo>
                    <a:pt x="49202" y="52474"/>
                  </a:lnTo>
                  <a:cubicBezTo>
                    <a:pt x="51758" y="53751"/>
                    <a:pt x="54953" y="53112"/>
                    <a:pt x="56870" y="51197"/>
                  </a:cubicBezTo>
                  <a:lnTo>
                    <a:pt x="68372" y="39706"/>
                  </a:lnTo>
                  <a:cubicBezTo>
                    <a:pt x="69650" y="37152"/>
                    <a:pt x="70289" y="34599"/>
                    <a:pt x="69650" y="32683"/>
                  </a:cubicBezTo>
                  <a:close/>
                  <a:moveTo>
                    <a:pt x="51119" y="37791"/>
                  </a:moveTo>
                  <a:lnTo>
                    <a:pt x="44091" y="33960"/>
                  </a:lnTo>
                  <a:cubicBezTo>
                    <a:pt x="43452" y="33322"/>
                    <a:pt x="42174" y="33322"/>
                    <a:pt x="41535" y="33322"/>
                  </a:cubicBezTo>
                  <a:lnTo>
                    <a:pt x="24282" y="33322"/>
                  </a:lnTo>
                  <a:cubicBezTo>
                    <a:pt x="22365" y="33322"/>
                    <a:pt x="21087" y="33960"/>
                    <a:pt x="19809" y="35237"/>
                  </a:cubicBezTo>
                  <a:lnTo>
                    <a:pt x="17253" y="37791"/>
                  </a:lnTo>
                  <a:lnTo>
                    <a:pt x="13419" y="35875"/>
                  </a:lnTo>
                  <a:lnTo>
                    <a:pt x="13419" y="26938"/>
                  </a:lnTo>
                  <a:lnTo>
                    <a:pt x="21087" y="23107"/>
                  </a:lnTo>
                  <a:cubicBezTo>
                    <a:pt x="21726" y="22469"/>
                    <a:pt x="22365" y="22469"/>
                    <a:pt x="23004" y="21831"/>
                  </a:cubicBezTo>
                  <a:lnTo>
                    <a:pt x="31950" y="12893"/>
                  </a:lnTo>
                  <a:lnTo>
                    <a:pt x="35784" y="19915"/>
                  </a:lnTo>
                  <a:cubicBezTo>
                    <a:pt x="37062" y="21831"/>
                    <a:pt x="38979" y="23746"/>
                    <a:pt x="41535" y="23746"/>
                  </a:cubicBezTo>
                  <a:lnTo>
                    <a:pt x="47286" y="23746"/>
                  </a:lnTo>
                  <a:cubicBezTo>
                    <a:pt x="48564" y="23746"/>
                    <a:pt x="49202" y="23746"/>
                    <a:pt x="49841" y="23107"/>
                  </a:cubicBezTo>
                  <a:lnTo>
                    <a:pt x="54314" y="21192"/>
                  </a:lnTo>
                  <a:lnTo>
                    <a:pt x="56870" y="32683"/>
                  </a:lnTo>
                  <a:lnTo>
                    <a:pt x="51119" y="37791"/>
                  </a:lnTo>
                  <a:close/>
                </a:path>
              </a:pathLst>
            </a:custGeom>
            <a:solidFill>
              <a:srgbClr val="012169"/>
            </a:solidFill>
            <a:ln w="6390" cap="flat">
              <a:noFill/>
              <a:prstDash val="solid"/>
              <a:miter/>
            </a:ln>
          </p:spPr>
          <p:txBody>
            <a:bodyPr rtlCol="0" anchor="ctr"/>
            <a:lstStyle/>
            <a:p>
              <a:endParaRPr lang="en-US"/>
            </a:p>
          </p:txBody>
        </p:sp>
        <p:sp>
          <p:nvSpPr>
            <p:cNvPr id="405" name="Graphic 4">
              <a:extLst>
                <a:ext uri="{FF2B5EF4-FFF2-40B4-BE49-F238E27FC236}">
                  <a16:creationId xmlns:a16="http://schemas.microsoft.com/office/drawing/2014/main" id="{BCD0283E-2021-2D49-9FC9-FA22FAFF1C75}"/>
                </a:ext>
              </a:extLst>
            </p:cNvPr>
            <p:cNvSpPr/>
            <p:nvPr/>
          </p:nvSpPr>
          <p:spPr>
            <a:xfrm>
              <a:off x="670681" y="2967437"/>
              <a:ext cx="29655" cy="24259"/>
            </a:xfrm>
            <a:custGeom>
              <a:avLst/>
              <a:gdLst>
                <a:gd name="connsiteX0" fmla="*/ 6013 w 29655"/>
                <a:gd name="connsiteY0" fmla="*/ 24259 h 24259"/>
                <a:gd name="connsiteX1" fmla="*/ 8569 w 29655"/>
                <a:gd name="connsiteY1" fmla="*/ 23621 h 24259"/>
                <a:gd name="connsiteX2" fmla="*/ 20070 w 29655"/>
                <a:gd name="connsiteY2" fmla="*/ 17875 h 24259"/>
                <a:gd name="connsiteX3" fmla="*/ 21987 w 29655"/>
                <a:gd name="connsiteY3" fmla="*/ 16598 h 24259"/>
                <a:gd name="connsiteX4" fmla="*/ 27738 w 29655"/>
                <a:gd name="connsiteY4" fmla="*/ 10853 h 24259"/>
                <a:gd name="connsiteX5" fmla="*/ 27738 w 29655"/>
                <a:gd name="connsiteY5" fmla="*/ 1915 h 24259"/>
                <a:gd name="connsiteX6" fmla="*/ 18793 w 29655"/>
                <a:gd name="connsiteY6" fmla="*/ 1915 h 24259"/>
                <a:gd name="connsiteX7" fmla="*/ 18793 w 29655"/>
                <a:gd name="connsiteY7" fmla="*/ 1915 h 24259"/>
                <a:gd name="connsiteX8" fmla="*/ 13681 w 29655"/>
                <a:gd name="connsiteY8" fmla="*/ 7022 h 24259"/>
                <a:gd name="connsiteX9" fmla="*/ 3457 w 29655"/>
                <a:gd name="connsiteY9" fmla="*/ 12130 h 24259"/>
                <a:gd name="connsiteX10" fmla="*/ 901 w 29655"/>
                <a:gd name="connsiteY10" fmla="*/ 20429 h 24259"/>
                <a:gd name="connsiteX11" fmla="*/ 6013 w 29655"/>
                <a:gd name="connsiteY11" fmla="*/ 24259 h 24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655" h="24259">
                  <a:moveTo>
                    <a:pt x="6013" y="24259"/>
                  </a:moveTo>
                  <a:cubicBezTo>
                    <a:pt x="7291" y="24259"/>
                    <a:pt x="7930" y="24259"/>
                    <a:pt x="8569" y="23621"/>
                  </a:cubicBezTo>
                  <a:lnTo>
                    <a:pt x="20070" y="17875"/>
                  </a:lnTo>
                  <a:cubicBezTo>
                    <a:pt x="20709" y="17237"/>
                    <a:pt x="21349" y="17237"/>
                    <a:pt x="21987" y="16598"/>
                  </a:cubicBezTo>
                  <a:lnTo>
                    <a:pt x="27738" y="10853"/>
                  </a:lnTo>
                  <a:cubicBezTo>
                    <a:pt x="30294" y="8299"/>
                    <a:pt x="30294" y="4469"/>
                    <a:pt x="27738" y="1915"/>
                  </a:cubicBezTo>
                  <a:cubicBezTo>
                    <a:pt x="25182" y="-638"/>
                    <a:pt x="21349" y="-638"/>
                    <a:pt x="18793" y="1915"/>
                  </a:cubicBezTo>
                  <a:cubicBezTo>
                    <a:pt x="18793" y="1915"/>
                    <a:pt x="18793" y="1915"/>
                    <a:pt x="18793" y="1915"/>
                  </a:cubicBezTo>
                  <a:lnTo>
                    <a:pt x="13681" y="7022"/>
                  </a:lnTo>
                  <a:lnTo>
                    <a:pt x="3457" y="12130"/>
                  </a:lnTo>
                  <a:cubicBezTo>
                    <a:pt x="262" y="13406"/>
                    <a:pt x="-1016" y="17237"/>
                    <a:pt x="901" y="20429"/>
                  </a:cubicBezTo>
                  <a:cubicBezTo>
                    <a:pt x="1540" y="22982"/>
                    <a:pt x="4096" y="24259"/>
                    <a:pt x="6013" y="24259"/>
                  </a:cubicBezTo>
                  <a:close/>
                </a:path>
              </a:pathLst>
            </a:custGeom>
            <a:solidFill>
              <a:srgbClr val="012169"/>
            </a:solidFill>
            <a:ln w="6390" cap="flat">
              <a:noFill/>
              <a:prstDash val="solid"/>
              <a:miter/>
            </a:ln>
          </p:spPr>
          <p:txBody>
            <a:bodyPr rtlCol="0" anchor="ctr"/>
            <a:lstStyle/>
            <a:p>
              <a:endParaRPr lang="en-US"/>
            </a:p>
          </p:txBody>
        </p:sp>
        <p:sp>
          <p:nvSpPr>
            <p:cNvPr id="406" name="Graphic 4">
              <a:extLst>
                <a:ext uri="{FF2B5EF4-FFF2-40B4-BE49-F238E27FC236}">
                  <a16:creationId xmlns:a16="http://schemas.microsoft.com/office/drawing/2014/main" id="{836E223F-32C7-CF4D-8261-750DE6710966}"/>
                </a:ext>
              </a:extLst>
            </p:cNvPr>
            <p:cNvSpPr/>
            <p:nvPr/>
          </p:nvSpPr>
          <p:spPr>
            <a:xfrm>
              <a:off x="630686" y="3017871"/>
              <a:ext cx="35809" cy="36388"/>
            </a:xfrm>
            <a:custGeom>
              <a:avLst/>
              <a:gdLst>
                <a:gd name="connsiteX0" fmla="*/ 17892 w 35809"/>
                <a:gd name="connsiteY0" fmla="*/ 36389 h 36388"/>
                <a:gd name="connsiteX1" fmla="*/ 22365 w 35809"/>
                <a:gd name="connsiteY1" fmla="*/ 34473 h 36388"/>
                <a:gd name="connsiteX2" fmla="*/ 28116 w 35809"/>
                <a:gd name="connsiteY2" fmla="*/ 28728 h 36388"/>
                <a:gd name="connsiteX3" fmla="*/ 29394 w 35809"/>
                <a:gd name="connsiteY3" fmla="*/ 26813 h 36388"/>
                <a:gd name="connsiteX4" fmla="*/ 35145 w 35809"/>
                <a:gd name="connsiteY4" fmla="*/ 15322 h 36388"/>
                <a:gd name="connsiteX5" fmla="*/ 33867 w 35809"/>
                <a:gd name="connsiteY5" fmla="*/ 7661 h 36388"/>
                <a:gd name="connsiteX6" fmla="*/ 28116 w 35809"/>
                <a:gd name="connsiteY6" fmla="*/ 1915 h 36388"/>
                <a:gd name="connsiteX7" fmla="*/ 23643 w 35809"/>
                <a:gd name="connsiteY7" fmla="*/ 0 h 36388"/>
                <a:gd name="connsiteX8" fmla="*/ 17892 w 35809"/>
                <a:gd name="connsiteY8" fmla="*/ 0 h 36388"/>
                <a:gd name="connsiteX9" fmla="*/ 13419 w 35809"/>
                <a:gd name="connsiteY9" fmla="*/ 1915 h 36388"/>
                <a:gd name="connsiteX10" fmla="*/ 1917 w 35809"/>
                <a:gd name="connsiteY10" fmla="*/ 13406 h 36388"/>
                <a:gd name="connsiteX11" fmla="*/ 0 w 35809"/>
                <a:gd name="connsiteY11" fmla="*/ 17875 h 36388"/>
                <a:gd name="connsiteX12" fmla="*/ 0 w 35809"/>
                <a:gd name="connsiteY12" fmla="*/ 23621 h 36388"/>
                <a:gd name="connsiteX13" fmla="*/ 3834 w 35809"/>
                <a:gd name="connsiteY13" fmla="*/ 29366 h 36388"/>
                <a:gd name="connsiteX14" fmla="*/ 15336 w 35809"/>
                <a:gd name="connsiteY14" fmla="*/ 35112 h 36388"/>
                <a:gd name="connsiteX15" fmla="*/ 17892 w 35809"/>
                <a:gd name="connsiteY15" fmla="*/ 36389 h 36388"/>
                <a:gd name="connsiteX16" fmla="*/ 20448 w 35809"/>
                <a:gd name="connsiteY16" fmla="*/ 13406 h 36388"/>
                <a:gd name="connsiteX17" fmla="*/ 21087 w 35809"/>
                <a:gd name="connsiteY17" fmla="*/ 14045 h 36388"/>
                <a:gd name="connsiteX18" fmla="*/ 17892 w 35809"/>
                <a:gd name="connsiteY18" fmla="*/ 20429 h 36388"/>
                <a:gd name="connsiteX19" fmla="*/ 15975 w 35809"/>
                <a:gd name="connsiteY19" fmla="*/ 22344 h 36388"/>
                <a:gd name="connsiteX20" fmla="*/ 12780 w 35809"/>
                <a:gd name="connsiteY20" fmla="*/ 21067 h 36388"/>
                <a:gd name="connsiteX21" fmla="*/ 20448 w 35809"/>
                <a:gd name="connsiteY21" fmla="*/ 13406 h 36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809" h="36388">
                  <a:moveTo>
                    <a:pt x="17892" y="36389"/>
                  </a:moveTo>
                  <a:cubicBezTo>
                    <a:pt x="19809" y="36389"/>
                    <a:pt x="21087" y="35750"/>
                    <a:pt x="22365" y="34473"/>
                  </a:cubicBezTo>
                  <a:lnTo>
                    <a:pt x="28116" y="28728"/>
                  </a:lnTo>
                  <a:cubicBezTo>
                    <a:pt x="28755" y="28089"/>
                    <a:pt x="28755" y="27451"/>
                    <a:pt x="29394" y="26813"/>
                  </a:cubicBezTo>
                  <a:lnTo>
                    <a:pt x="35145" y="15322"/>
                  </a:lnTo>
                  <a:cubicBezTo>
                    <a:pt x="36423" y="12768"/>
                    <a:pt x="35784" y="9576"/>
                    <a:pt x="33867" y="7661"/>
                  </a:cubicBezTo>
                  <a:lnTo>
                    <a:pt x="28116" y="1915"/>
                  </a:lnTo>
                  <a:cubicBezTo>
                    <a:pt x="26838" y="638"/>
                    <a:pt x="25560" y="0"/>
                    <a:pt x="23643" y="0"/>
                  </a:cubicBezTo>
                  <a:lnTo>
                    <a:pt x="17892" y="0"/>
                  </a:lnTo>
                  <a:cubicBezTo>
                    <a:pt x="15975" y="0"/>
                    <a:pt x="14697" y="638"/>
                    <a:pt x="13419" y="1915"/>
                  </a:cubicBezTo>
                  <a:lnTo>
                    <a:pt x="1917" y="13406"/>
                  </a:lnTo>
                  <a:cubicBezTo>
                    <a:pt x="639" y="14683"/>
                    <a:pt x="0" y="15960"/>
                    <a:pt x="0" y="17875"/>
                  </a:cubicBezTo>
                  <a:lnTo>
                    <a:pt x="0" y="23621"/>
                  </a:lnTo>
                  <a:cubicBezTo>
                    <a:pt x="0" y="26174"/>
                    <a:pt x="1278" y="28089"/>
                    <a:pt x="3834" y="29366"/>
                  </a:cubicBezTo>
                  <a:lnTo>
                    <a:pt x="15336" y="35112"/>
                  </a:lnTo>
                  <a:cubicBezTo>
                    <a:pt x="15975" y="35750"/>
                    <a:pt x="16614" y="36389"/>
                    <a:pt x="17892" y="36389"/>
                  </a:cubicBezTo>
                  <a:close/>
                  <a:moveTo>
                    <a:pt x="20448" y="13406"/>
                  </a:moveTo>
                  <a:lnTo>
                    <a:pt x="21087" y="14045"/>
                  </a:lnTo>
                  <a:lnTo>
                    <a:pt x="17892" y="20429"/>
                  </a:lnTo>
                  <a:lnTo>
                    <a:pt x="15975" y="22344"/>
                  </a:lnTo>
                  <a:lnTo>
                    <a:pt x="12780" y="21067"/>
                  </a:lnTo>
                  <a:lnTo>
                    <a:pt x="20448" y="13406"/>
                  </a:lnTo>
                  <a:close/>
                </a:path>
              </a:pathLst>
            </a:custGeom>
            <a:solidFill>
              <a:srgbClr val="012169"/>
            </a:solidFill>
            <a:ln w="6390" cap="flat">
              <a:noFill/>
              <a:prstDash val="solid"/>
              <a:miter/>
            </a:ln>
          </p:spPr>
          <p:txBody>
            <a:bodyPr rtlCol="0" anchor="ctr"/>
            <a:lstStyle/>
            <a:p>
              <a:endParaRPr lang="en-US"/>
            </a:p>
          </p:txBody>
        </p:sp>
        <p:sp>
          <p:nvSpPr>
            <p:cNvPr id="407" name="Graphic 4">
              <a:extLst>
                <a:ext uri="{FF2B5EF4-FFF2-40B4-BE49-F238E27FC236}">
                  <a16:creationId xmlns:a16="http://schemas.microsoft.com/office/drawing/2014/main" id="{D7AB285D-8489-4F4D-BD5E-8BFCC02C2760}"/>
                </a:ext>
              </a:extLst>
            </p:cNvPr>
            <p:cNvSpPr/>
            <p:nvPr/>
          </p:nvSpPr>
          <p:spPr>
            <a:xfrm>
              <a:off x="671081" y="3030149"/>
              <a:ext cx="40757" cy="24109"/>
            </a:xfrm>
            <a:custGeom>
              <a:avLst/>
              <a:gdLst>
                <a:gd name="connsiteX0" fmla="*/ 19032 w 40757"/>
                <a:gd name="connsiteY0" fmla="*/ 5596 h 24109"/>
                <a:gd name="connsiteX1" fmla="*/ 8808 w 40757"/>
                <a:gd name="connsiteY1" fmla="*/ 489 h 24109"/>
                <a:gd name="connsiteX2" fmla="*/ 501 w 40757"/>
                <a:gd name="connsiteY2" fmla="*/ 3681 h 24109"/>
                <a:gd name="connsiteX3" fmla="*/ 3057 w 40757"/>
                <a:gd name="connsiteY3" fmla="*/ 11980 h 24109"/>
                <a:gd name="connsiteX4" fmla="*/ 14559 w 40757"/>
                <a:gd name="connsiteY4" fmla="*/ 17726 h 24109"/>
                <a:gd name="connsiteX5" fmla="*/ 17115 w 40757"/>
                <a:gd name="connsiteY5" fmla="*/ 18364 h 24109"/>
                <a:gd name="connsiteX6" fmla="*/ 26061 w 40757"/>
                <a:gd name="connsiteY6" fmla="*/ 18364 h 24109"/>
                <a:gd name="connsiteX7" fmla="*/ 29895 w 40757"/>
                <a:gd name="connsiteY7" fmla="*/ 22195 h 24109"/>
                <a:gd name="connsiteX8" fmla="*/ 38841 w 40757"/>
                <a:gd name="connsiteY8" fmla="*/ 22195 h 24109"/>
                <a:gd name="connsiteX9" fmla="*/ 38841 w 40757"/>
                <a:gd name="connsiteY9" fmla="*/ 13257 h 24109"/>
                <a:gd name="connsiteX10" fmla="*/ 33090 w 40757"/>
                <a:gd name="connsiteY10" fmla="*/ 7512 h 24109"/>
                <a:gd name="connsiteX11" fmla="*/ 28617 w 40757"/>
                <a:gd name="connsiteY11" fmla="*/ 5596 h 24109"/>
                <a:gd name="connsiteX12" fmla="*/ 19032 w 40757"/>
                <a:gd name="connsiteY12" fmla="*/ 5596 h 24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757" h="24109">
                  <a:moveTo>
                    <a:pt x="19032" y="5596"/>
                  </a:moveTo>
                  <a:lnTo>
                    <a:pt x="8808" y="489"/>
                  </a:lnTo>
                  <a:cubicBezTo>
                    <a:pt x="5613" y="-788"/>
                    <a:pt x="1779" y="489"/>
                    <a:pt x="501" y="3681"/>
                  </a:cubicBezTo>
                  <a:cubicBezTo>
                    <a:pt x="-777" y="6873"/>
                    <a:pt x="501" y="10704"/>
                    <a:pt x="3057" y="11980"/>
                  </a:cubicBezTo>
                  <a:lnTo>
                    <a:pt x="14559" y="17726"/>
                  </a:lnTo>
                  <a:cubicBezTo>
                    <a:pt x="15198" y="18364"/>
                    <a:pt x="16476" y="18364"/>
                    <a:pt x="17115" y="18364"/>
                  </a:cubicBezTo>
                  <a:lnTo>
                    <a:pt x="26061" y="18364"/>
                  </a:lnTo>
                  <a:lnTo>
                    <a:pt x="29895" y="22195"/>
                  </a:lnTo>
                  <a:cubicBezTo>
                    <a:pt x="32451" y="24748"/>
                    <a:pt x="36285" y="24748"/>
                    <a:pt x="38841" y="22195"/>
                  </a:cubicBezTo>
                  <a:cubicBezTo>
                    <a:pt x="41397" y="19641"/>
                    <a:pt x="41397" y="15811"/>
                    <a:pt x="38841" y="13257"/>
                  </a:cubicBezTo>
                  <a:lnTo>
                    <a:pt x="33090" y="7512"/>
                  </a:lnTo>
                  <a:cubicBezTo>
                    <a:pt x="31812" y="6235"/>
                    <a:pt x="30534" y="5596"/>
                    <a:pt x="28617" y="5596"/>
                  </a:cubicBezTo>
                  <a:lnTo>
                    <a:pt x="19032" y="5596"/>
                  </a:lnTo>
                  <a:close/>
                </a:path>
              </a:pathLst>
            </a:custGeom>
            <a:solidFill>
              <a:srgbClr val="012169"/>
            </a:solidFill>
            <a:ln w="6390" cap="flat">
              <a:noFill/>
              <a:prstDash val="solid"/>
              <a:miter/>
            </a:ln>
          </p:spPr>
          <p:txBody>
            <a:bodyPr rtlCol="0" anchor="ctr"/>
            <a:lstStyle/>
            <a:p>
              <a:endParaRPr lang="en-US"/>
            </a:p>
          </p:txBody>
        </p:sp>
        <p:sp>
          <p:nvSpPr>
            <p:cNvPr id="408" name="Graphic 4">
              <a:extLst>
                <a:ext uri="{FF2B5EF4-FFF2-40B4-BE49-F238E27FC236}">
                  <a16:creationId xmlns:a16="http://schemas.microsoft.com/office/drawing/2014/main" id="{BFAE2B62-F09E-AD46-9C00-2C83783786B0}"/>
                </a:ext>
              </a:extLst>
            </p:cNvPr>
            <p:cNvSpPr/>
            <p:nvPr/>
          </p:nvSpPr>
          <p:spPr>
            <a:xfrm>
              <a:off x="698420" y="3092563"/>
              <a:ext cx="24281" cy="24259"/>
            </a:xfrm>
            <a:custGeom>
              <a:avLst/>
              <a:gdLst>
                <a:gd name="connsiteX0" fmla="*/ 13419 w 24281"/>
                <a:gd name="connsiteY0" fmla="*/ 1915 h 24259"/>
                <a:gd name="connsiteX1" fmla="*/ 1917 w 24281"/>
                <a:gd name="connsiteY1" fmla="*/ 13406 h 24259"/>
                <a:gd name="connsiteX2" fmla="*/ 1917 w 24281"/>
                <a:gd name="connsiteY2" fmla="*/ 22344 h 24259"/>
                <a:gd name="connsiteX3" fmla="*/ 10863 w 24281"/>
                <a:gd name="connsiteY3" fmla="*/ 22344 h 24259"/>
                <a:gd name="connsiteX4" fmla="*/ 22365 w 24281"/>
                <a:gd name="connsiteY4" fmla="*/ 10853 h 24259"/>
                <a:gd name="connsiteX5" fmla="*/ 22365 w 24281"/>
                <a:gd name="connsiteY5" fmla="*/ 1915 h 24259"/>
                <a:gd name="connsiteX6" fmla="*/ 22365 w 24281"/>
                <a:gd name="connsiteY6" fmla="*/ 1915 h 24259"/>
                <a:gd name="connsiteX7" fmla="*/ 13419 w 24281"/>
                <a:gd name="connsiteY7" fmla="*/ 1915 h 24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81" h="24259">
                  <a:moveTo>
                    <a:pt x="13419" y="1915"/>
                  </a:moveTo>
                  <a:lnTo>
                    <a:pt x="1917" y="13406"/>
                  </a:lnTo>
                  <a:cubicBezTo>
                    <a:pt x="-639" y="15960"/>
                    <a:pt x="-639" y="19790"/>
                    <a:pt x="1917" y="22344"/>
                  </a:cubicBezTo>
                  <a:cubicBezTo>
                    <a:pt x="4473" y="24898"/>
                    <a:pt x="8307" y="24898"/>
                    <a:pt x="10863" y="22344"/>
                  </a:cubicBezTo>
                  <a:lnTo>
                    <a:pt x="22365" y="10853"/>
                  </a:lnTo>
                  <a:cubicBezTo>
                    <a:pt x="24921" y="8299"/>
                    <a:pt x="24921" y="4469"/>
                    <a:pt x="22365" y="1915"/>
                  </a:cubicBezTo>
                  <a:cubicBezTo>
                    <a:pt x="22365" y="1915"/>
                    <a:pt x="22365" y="1915"/>
                    <a:pt x="22365" y="1915"/>
                  </a:cubicBezTo>
                  <a:cubicBezTo>
                    <a:pt x="20448" y="-638"/>
                    <a:pt x="15975" y="-638"/>
                    <a:pt x="13419" y="1915"/>
                  </a:cubicBezTo>
                  <a:close/>
                </a:path>
              </a:pathLst>
            </a:custGeom>
            <a:solidFill>
              <a:srgbClr val="012169"/>
            </a:solidFill>
            <a:ln w="6390" cap="flat">
              <a:noFill/>
              <a:prstDash val="solid"/>
              <a:miter/>
            </a:ln>
          </p:spPr>
          <p:txBody>
            <a:bodyPr rtlCol="0" anchor="ctr"/>
            <a:lstStyle/>
            <a:p>
              <a:endParaRPr lang="en-US"/>
            </a:p>
          </p:txBody>
        </p:sp>
      </p:grpSp>
      <p:grpSp>
        <p:nvGrpSpPr>
          <p:cNvPr id="409" name="Graphic 4">
            <a:extLst>
              <a:ext uri="{FF2B5EF4-FFF2-40B4-BE49-F238E27FC236}">
                <a16:creationId xmlns:a16="http://schemas.microsoft.com/office/drawing/2014/main" id="{780B33C7-CAA6-934C-9EAF-333F1A9AC7B9}"/>
              </a:ext>
            </a:extLst>
          </p:cNvPr>
          <p:cNvGrpSpPr/>
          <p:nvPr/>
        </p:nvGrpSpPr>
        <p:grpSpPr>
          <a:xfrm>
            <a:off x="467743" y="1402723"/>
            <a:ext cx="361670" cy="361971"/>
            <a:chOff x="467743" y="1402723"/>
            <a:chExt cx="361670" cy="361971"/>
          </a:xfrm>
          <a:solidFill>
            <a:srgbClr val="012169"/>
          </a:solidFill>
        </p:grpSpPr>
        <p:sp>
          <p:nvSpPr>
            <p:cNvPr id="410" name="Graphic 4">
              <a:extLst>
                <a:ext uri="{FF2B5EF4-FFF2-40B4-BE49-F238E27FC236}">
                  <a16:creationId xmlns:a16="http://schemas.microsoft.com/office/drawing/2014/main" id="{AA2B857D-5282-D242-9C0D-AC2E099FC7A3}"/>
                </a:ext>
              </a:extLst>
            </p:cNvPr>
            <p:cNvSpPr/>
            <p:nvPr/>
          </p:nvSpPr>
          <p:spPr>
            <a:xfrm>
              <a:off x="467743" y="1402723"/>
              <a:ext cx="361670" cy="361971"/>
            </a:xfrm>
            <a:custGeom>
              <a:avLst/>
              <a:gdLst>
                <a:gd name="connsiteX0" fmla="*/ 180835 w 361670"/>
                <a:gd name="connsiteY0" fmla="*/ 0 h 361971"/>
                <a:gd name="connsiteX1" fmla="*/ 0 w 361670"/>
                <a:gd name="connsiteY1" fmla="*/ 181305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028 h 361971"/>
                <a:gd name="connsiteX9" fmla="*/ 180835 w 361670"/>
                <a:gd name="connsiteY9" fmla="*/ 12130 h 361971"/>
                <a:gd name="connsiteX10" fmla="*/ 348891 w 361670"/>
                <a:gd name="connsiteY10" fmla="*/ 180028 h 361971"/>
                <a:gd name="connsiteX11" fmla="*/ 180835 w 361670"/>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1971">
                  <a:moveTo>
                    <a:pt x="180835" y="0"/>
                  </a:moveTo>
                  <a:cubicBezTo>
                    <a:pt x="80513" y="0"/>
                    <a:pt x="0" y="81077"/>
                    <a:pt x="0" y="181305"/>
                  </a:cubicBezTo>
                  <a:cubicBezTo>
                    <a:pt x="0" y="281534"/>
                    <a:pt x="81152" y="361972"/>
                    <a:pt x="180835" y="361972"/>
                  </a:cubicBezTo>
                  <a:cubicBezTo>
                    <a:pt x="280518" y="361972"/>
                    <a:pt x="361670" y="280895"/>
                    <a:pt x="361670" y="181305"/>
                  </a:cubicBezTo>
                  <a:cubicBezTo>
                    <a:pt x="361670" y="181305"/>
                    <a:pt x="361670" y="181305"/>
                    <a:pt x="361670" y="181305"/>
                  </a:cubicBezTo>
                  <a:cubicBezTo>
                    <a:pt x="361670" y="80438"/>
                    <a:pt x="281157" y="0"/>
                    <a:pt x="180835" y="0"/>
                  </a:cubicBezTo>
                  <a:cubicBezTo>
                    <a:pt x="180835" y="0"/>
                    <a:pt x="180835" y="0"/>
                    <a:pt x="180835" y="0"/>
                  </a:cubicBezTo>
                  <a:close/>
                  <a:moveTo>
                    <a:pt x="180835" y="348565"/>
                  </a:moveTo>
                  <a:cubicBezTo>
                    <a:pt x="87542" y="348565"/>
                    <a:pt x="12780" y="273234"/>
                    <a:pt x="12780" y="180028"/>
                  </a:cubicBezTo>
                  <a:cubicBezTo>
                    <a:pt x="12780" y="86822"/>
                    <a:pt x="87542" y="12130"/>
                    <a:pt x="180835" y="12130"/>
                  </a:cubicBezTo>
                  <a:cubicBezTo>
                    <a:pt x="274128" y="12130"/>
                    <a:pt x="348891" y="87461"/>
                    <a:pt x="348891" y="180028"/>
                  </a:cubicBezTo>
                  <a:cubicBezTo>
                    <a:pt x="348891" y="273234"/>
                    <a:pt x="273489" y="348565"/>
                    <a:pt x="180835" y="348565"/>
                  </a:cubicBezTo>
                  <a:close/>
                </a:path>
              </a:pathLst>
            </a:custGeom>
            <a:solidFill>
              <a:srgbClr val="012169"/>
            </a:solidFill>
            <a:ln w="6390" cap="flat">
              <a:noFill/>
              <a:prstDash val="solid"/>
              <a:miter/>
            </a:ln>
          </p:spPr>
          <p:txBody>
            <a:bodyPr rtlCol="0" anchor="ctr"/>
            <a:lstStyle/>
            <a:p>
              <a:endParaRPr lang="en-US"/>
            </a:p>
          </p:txBody>
        </p:sp>
        <p:sp>
          <p:nvSpPr>
            <p:cNvPr id="411" name="Graphic 4">
              <a:extLst>
                <a:ext uri="{FF2B5EF4-FFF2-40B4-BE49-F238E27FC236}">
                  <a16:creationId xmlns:a16="http://schemas.microsoft.com/office/drawing/2014/main" id="{74D38BE7-4F0A-2442-9DC0-6A3A4DF5E34E}"/>
                </a:ext>
              </a:extLst>
            </p:cNvPr>
            <p:cNvSpPr/>
            <p:nvPr/>
          </p:nvSpPr>
          <p:spPr>
            <a:xfrm>
              <a:off x="576372" y="1460817"/>
              <a:ext cx="144652" cy="243868"/>
            </a:xfrm>
            <a:custGeom>
              <a:avLst/>
              <a:gdLst>
                <a:gd name="connsiteX0" fmla="*/ 95210 w 144652"/>
                <a:gd name="connsiteY0" fmla="*/ 72139 h 243868"/>
                <a:gd name="connsiteX1" fmla="*/ 140579 w 144652"/>
                <a:gd name="connsiteY1" fmla="*/ 35750 h 243868"/>
                <a:gd name="connsiteX2" fmla="*/ 141857 w 144652"/>
                <a:gd name="connsiteY2" fmla="*/ 26813 h 243868"/>
                <a:gd name="connsiteX3" fmla="*/ 136745 w 144652"/>
                <a:gd name="connsiteY3" fmla="*/ 24259 h 243868"/>
                <a:gd name="connsiteX4" fmla="*/ 12780 w 144652"/>
                <a:gd name="connsiteY4" fmla="*/ 24259 h 243868"/>
                <a:gd name="connsiteX5" fmla="*/ 12780 w 144652"/>
                <a:gd name="connsiteY5" fmla="*/ 6384 h 243868"/>
                <a:gd name="connsiteX6" fmla="*/ 6390 w 144652"/>
                <a:gd name="connsiteY6" fmla="*/ 0 h 243868"/>
                <a:gd name="connsiteX7" fmla="*/ 0 w 144652"/>
                <a:gd name="connsiteY7" fmla="*/ 6384 h 243868"/>
                <a:gd name="connsiteX8" fmla="*/ 0 w 144652"/>
                <a:gd name="connsiteY8" fmla="*/ 237484 h 243868"/>
                <a:gd name="connsiteX9" fmla="*/ 6390 w 144652"/>
                <a:gd name="connsiteY9" fmla="*/ 243868 h 243868"/>
                <a:gd name="connsiteX10" fmla="*/ 12780 w 144652"/>
                <a:gd name="connsiteY10" fmla="*/ 237484 h 243868"/>
                <a:gd name="connsiteX11" fmla="*/ 12780 w 144652"/>
                <a:gd name="connsiteY11" fmla="*/ 118104 h 243868"/>
                <a:gd name="connsiteX12" fmla="*/ 138023 w 144652"/>
                <a:gd name="connsiteY12" fmla="*/ 118104 h 243868"/>
                <a:gd name="connsiteX13" fmla="*/ 144413 w 144652"/>
                <a:gd name="connsiteY13" fmla="*/ 113635 h 243868"/>
                <a:gd name="connsiteX14" fmla="*/ 142496 w 144652"/>
                <a:gd name="connsiteY14" fmla="*/ 106612 h 243868"/>
                <a:gd name="connsiteX15" fmla="*/ 95210 w 144652"/>
                <a:gd name="connsiteY15" fmla="*/ 72139 h 243868"/>
                <a:gd name="connsiteX16" fmla="*/ 12780 w 144652"/>
                <a:gd name="connsiteY16" fmla="*/ 105974 h 243868"/>
                <a:gd name="connsiteX17" fmla="*/ 12780 w 144652"/>
                <a:gd name="connsiteY17" fmla="*/ 37666 h 243868"/>
                <a:gd name="connsiteX18" fmla="*/ 118214 w 144652"/>
                <a:gd name="connsiteY18" fmla="*/ 37666 h 243868"/>
                <a:gd name="connsiteX19" fmla="*/ 80513 w 144652"/>
                <a:gd name="connsiteY19" fmla="*/ 67670 h 243868"/>
                <a:gd name="connsiteX20" fmla="*/ 77957 w 144652"/>
                <a:gd name="connsiteY20" fmla="*/ 72777 h 243868"/>
                <a:gd name="connsiteX21" fmla="*/ 80513 w 144652"/>
                <a:gd name="connsiteY21" fmla="*/ 77885 h 243868"/>
                <a:gd name="connsiteX22" fmla="*/ 118214 w 144652"/>
                <a:gd name="connsiteY22" fmla="*/ 105974 h 243868"/>
                <a:gd name="connsiteX23" fmla="*/ 12780 w 144652"/>
                <a:gd name="connsiteY23" fmla="*/ 105974 h 243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4652" h="243868">
                  <a:moveTo>
                    <a:pt x="95210" y="72139"/>
                  </a:moveTo>
                  <a:lnTo>
                    <a:pt x="140579" y="35750"/>
                  </a:lnTo>
                  <a:cubicBezTo>
                    <a:pt x="143135" y="33835"/>
                    <a:pt x="143774" y="29366"/>
                    <a:pt x="141857" y="26813"/>
                  </a:cubicBezTo>
                  <a:cubicBezTo>
                    <a:pt x="140579" y="25536"/>
                    <a:pt x="138662" y="24259"/>
                    <a:pt x="136745" y="24259"/>
                  </a:cubicBezTo>
                  <a:lnTo>
                    <a:pt x="12780" y="24259"/>
                  </a:lnTo>
                  <a:lnTo>
                    <a:pt x="12780" y="6384"/>
                  </a:lnTo>
                  <a:cubicBezTo>
                    <a:pt x="12780" y="2554"/>
                    <a:pt x="10224" y="0"/>
                    <a:pt x="6390" y="0"/>
                  </a:cubicBezTo>
                  <a:cubicBezTo>
                    <a:pt x="2556" y="0"/>
                    <a:pt x="0" y="2554"/>
                    <a:pt x="0" y="6384"/>
                  </a:cubicBezTo>
                  <a:lnTo>
                    <a:pt x="0" y="237484"/>
                  </a:lnTo>
                  <a:cubicBezTo>
                    <a:pt x="0" y="241315"/>
                    <a:pt x="2556" y="243868"/>
                    <a:pt x="6390" y="243868"/>
                  </a:cubicBezTo>
                  <a:cubicBezTo>
                    <a:pt x="10224" y="243868"/>
                    <a:pt x="12780" y="241315"/>
                    <a:pt x="12780" y="237484"/>
                  </a:cubicBezTo>
                  <a:lnTo>
                    <a:pt x="12780" y="118104"/>
                  </a:lnTo>
                  <a:lnTo>
                    <a:pt x="138023" y="118104"/>
                  </a:lnTo>
                  <a:cubicBezTo>
                    <a:pt x="141218" y="118104"/>
                    <a:pt x="143774" y="116188"/>
                    <a:pt x="144413" y="113635"/>
                  </a:cubicBezTo>
                  <a:cubicBezTo>
                    <a:pt x="145052" y="111081"/>
                    <a:pt x="144413" y="107889"/>
                    <a:pt x="142496" y="106612"/>
                  </a:cubicBezTo>
                  <a:lnTo>
                    <a:pt x="95210" y="72139"/>
                  </a:lnTo>
                  <a:close/>
                  <a:moveTo>
                    <a:pt x="12780" y="105974"/>
                  </a:moveTo>
                  <a:lnTo>
                    <a:pt x="12780" y="37666"/>
                  </a:lnTo>
                  <a:lnTo>
                    <a:pt x="118214" y="37666"/>
                  </a:lnTo>
                  <a:lnTo>
                    <a:pt x="80513" y="67670"/>
                  </a:lnTo>
                  <a:cubicBezTo>
                    <a:pt x="79235" y="68947"/>
                    <a:pt x="77957" y="70862"/>
                    <a:pt x="77957" y="72777"/>
                  </a:cubicBezTo>
                  <a:cubicBezTo>
                    <a:pt x="77957" y="74693"/>
                    <a:pt x="79235" y="76608"/>
                    <a:pt x="80513" y="77885"/>
                  </a:cubicBezTo>
                  <a:lnTo>
                    <a:pt x="118214" y="105974"/>
                  </a:lnTo>
                  <a:lnTo>
                    <a:pt x="12780" y="105974"/>
                  </a:lnTo>
                  <a:close/>
                </a:path>
              </a:pathLst>
            </a:custGeom>
            <a:solidFill>
              <a:srgbClr val="012169"/>
            </a:solidFill>
            <a:ln w="6390" cap="flat">
              <a:noFill/>
              <a:prstDash val="solid"/>
              <a:miter/>
            </a:ln>
          </p:spPr>
          <p:txBody>
            <a:bodyPr rtlCol="0" anchor="ctr"/>
            <a:lstStyle/>
            <a:p>
              <a:endParaRPr lang="en-US"/>
            </a:p>
          </p:txBody>
        </p:sp>
      </p:grpSp>
      <p:grpSp>
        <p:nvGrpSpPr>
          <p:cNvPr id="412" name="Graphic 4">
            <a:extLst>
              <a:ext uri="{FF2B5EF4-FFF2-40B4-BE49-F238E27FC236}">
                <a16:creationId xmlns:a16="http://schemas.microsoft.com/office/drawing/2014/main" id="{514902C8-2590-6A48-AB53-9C49E31F5949}"/>
              </a:ext>
            </a:extLst>
          </p:cNvPr>
          <p:cNvGrpSpPr/>
          <p:nvPr/>
        </p:nvGrpSpPr>
        <p:grpSpPr>
          <a:xfrm>
            <a:off x="467104" y="2371173"/>
            <a:ext cx="362309" cy="362610"/>
            <a:chOff x="467104" y="2371173"/>
            <a:chExt cx="362309" cy="362610"/>
          </a:xfrm>
          <a:solidFill>
            <a:srgbClr val="012169"/>
          </a:solidFill>
        </p:grpSpPr>
        <p:sp>
          <p:nvSpPr>
            <p:cNvPr id="413" name="Graphic 4">
              <a:extLst>
                <a:ext uri="{FF2B5EF4-FFF2-40B4-BE49-F238E27FC236}">
                  <a16:creationId xmlns:a16="http://schemas.microsoft.com/office/drawing/2014/main" id="{38B19B61-CDD7-AC4F-AA02-0358DDF50445}"/>
                </a:ext>
              </a:extLst>
            </p:cNvPr>
            <p:cNvSpPr/>
            <p:nvPr/>
          </p:nvSpPr>
          <p:spPr>
            <a:xfrm>
              <a:off x="467104" y="2371173"/>
              <a:ext cx="362309" cy="362610"/>
            </a:xfrm>
            <a:custGeom>
              <a:avLst/>
              <a:gdLst>
                <a:gd name="connsiteX0" fmla="*/ 181474 w 362309"/>
                <a:gd name="connsiteY0" fmla="*/ 0 h 362610"/>
                <a:gd name="connsiteX1" fmla="*/ 0 w 362309"/>
                <a:gd name="connsiteY1" fmla="*/ 181305 h 362610"/>
                <a:gd name="connsiteX2" fmla="*/ 181474 w 362309"/>
                <a:gd name="connsiteY2" fmla="*/ 362610 h 362610"/>
                <a:gd name="connsiteX3" fmla="*/ 362309 w 362309"/>
                <a:gd name="connsiteY3" fmla="*/ 181305 h 362610"/>
                <a:gd name="connsiteX4" fmla="*/ 181474 w 362309"/>
                <a:gd name="connsiteY4" fmla="*/ 0 h 362610"/>
                <a:gd name="connsiteX5" fmla="*/ 181474 w 362309"/>
                <a:gd name="connsiteY5" fmla="*/ 0 h 362610"/>
                <a:gd name="connsiteX6" fmla="*/ 181474 w 362309"/>
                <a:gd name="connsiteY6" fmla="*/ 349204 h 362610"/>
                <a:gd name="connsiteX7" fmla="*/ 13419 w 362309"/>
                <a:gd name="connsiteY7" fmla="*/ 180667 h 362610"/>
                <a:gd name="connsiteX8" fmla="*/ 181474 w 362309"/>
                <a:gd name="connsiteY8" fmla="*/ 12130 h 362610"/>
                <a:gd name="connsiteX9" fmla="*/ 349530 w 362309"/>
                <a:gd name="connsiteY9" fmla="*/ 180667 h 362610"/>
                <a:gd name="connsiteX10" fmla="*/ 349530 w 362309"/>
                <a:gd name="connsiteY10" fmla="*/ 180667 h 362610"/>
                <a:gd name="connsiteX11" fmla="*/ 181474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1474" y="0"/>
                  </a:moveTo>
                  <a:cubicBezTo>
                    <a:pt x="81152" y="0"/>
                    <a:pt x="0" y="81077"/>
                    <a:pt x="0" y="181305"/>
                  </a:cubicBezTo>
                  <a:cubicBezTo>
                    <a:pt x="0" y="281534"/>
                    <a:pt x="81152" y="362610"/>
                    <a:pt x="181474" y="362610"/>
                  </a:cubicBezTo>
                  <a:cubicBezTo>
                    <a:pt x="281796" y="362610"/>
                    <a:pt x="362309" y="281534"/>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130"/>
                    <a:pt x="181474" y="12130"/>
                  </a:cubicBezTo>
                  <a:cubicBezTo>
                    <a:pt x="274128" y="12130"/>
                    <a:pt x="349530" y="87461"/>
                    <a:pt x="349530" y="180667"/>
                  </a:cubicBezTo>
                  <a:cubicBezTo>
                    <a:pt x="349530" y="180667"/>
                    <a:pt x="349530" y="180667"/>
                    <a:pt x="349530" y="180667"/>
                  </a:cubicBezTo>
                  <a:cubicBezTo>
                    <a:pt x="349530" y="273873"/>
                    <a:pt x="274128" y="349204"/>
                    <a:pt x="181474" y="349204"/>
                  </a:cubicBezTo>
                  <a:close/>
                </a:path>
              </a:pathLst>
            </a:custGeom>
            <a:solidFill>
              <a:srgbClr val="012169"/>
            </a:solidFill>
            <a:ln w="6390" cap="flat">
              <a:noFill/>
              <a:prstDash val="solid"/>
              <a:miter/>
            </a:ln>
          </p:spPr>
          <p:txBody>
            <a:bodyPr rtlCol="0" anchor="ctr"/>
            <a:lstStyle/>
            <a:p>
              <a:endParaRPr lang="en-US"/>
            </a:p>
          </p:txBody>
        </p:sp>
        <p:sp>
          <p:nvSpPr>
            <p:cNvPr id="414" name="Graphic 4">
              <a:extLst>
                <a:ext uri="{FF2B5EF4-FFF2-40B4-BE49-F238E27FC236}">
                  <a16:creationId xmlns:a16="http://schemas.microsoft.com/office/drawing/2014/main" id="{DC79DC00-BA6B-A94D-9035-D4C58DBB5631}"/>
                </a:ext>
              </a:extLst>
            </p:cNvPr>
            <p:cNvSpPr/>
            <p:nvPr/>
          </p:nvSpPr>
          <p:spPr>
            <a:xfrm>
              <a:off x="534746" y="2438205"/>
              <a:ext cx="228850" cy="227269"/>
            </a:xfrm>
            <a:custGeom>
              <a:avLst/>
              <a:gdLst>
                <a:gd name="connsiteX0" fmla="*/ 113832 w 228850"/>
                <a:gd name="connsiteY0" fmla="*/ 0 h 227269"/>
                <a:gd name="connsiteX1" fmla="*/ 54405 w 228850"/>
                <a:gd name="connsiteY1" fmla="*/ 16598 h 227269"/>
                <a:gd name="connsiteX2" fmla="*/ 52488 w 228850"/>
                <a:gd name="connsiteY2" fmla="*/ 17875 h 227269"/>
                <a:gd name="connsiteX3" fmla="*/ 17983 w 228850"/>
                <a:gd name="connsiteY3" fmla="*/ 174921 h 227269"/>
                <a:gd name="connsiteX4" fmla="*/ 113832 w 228850"/>
                <a:gd name="connsiteY4" fmla="*/ 227270 h 227269"/>
                <a:gd name="connsiteX5" fmla="*/ 114471 w 228850"/>
                <a:gd name="connsiteY5" fmla="*/ 227270 h 227269"/>
                <a:gd name="connsiteX6" fmla="*/ 119583 w 228850"/>
                <a:gd name="connsiteY6" fmla="*/ 227270 h 227269"/>
                <a:gd name="connsiteX7" fmla="*/ 125973 w 228850"/>
                <a:gd name="connsiteY7" fmla="*/ 226631 h 227269"/>
                <a:gd name="connsiteX8" fmla="*/ 126612 w 228850"/>
                <a:gd name="connsiteY8" fmla="*/ 226631 h 227269"/>
                <a:gd name="connsiteX9" fmla="*/ 228212 w 228850"/>
                <a:gd name="connsiteY9" fmla="*/ 120657 h 227269"/>
                <a:gd name="connsiteX10" fmla="*/ 228851 w 228850"/>
                <a:gd name="connsiteY10" fmla="*/ 118742 h 227269"/>
                <a:gd name="connsiteX11" fmla="*/ 228851 w 228850"/>
                <a:gd name="connsiteY11" fmla="*/ 117465 h 227269"/>
                <a:gd name="connsiteX12" fmla="*/ 228851 w 228850"/>
                <a:gd name="connsiteY12" fmla="*/ 112997 h 227269"/>
                <a:gd name="connsiteX13" fmla="*/ 113832 w 228850"/>
                <a:gd name="connsiteY13" fmla="*/ 0 h 227269"/>
                <a:gd name="connsiteX14" fmla="*/ 205208 w 228850"/>
                <a:gd name="connsiteY14" fmla="*/ 70862 h 227269"/>
                <a:gd name="connsiteX15" fmla="*/ 214793 w 228850"/>
                <a:gd name="connsiteY15" fmla="*/ 112997 h 227269"/>
                <a:gd name="connsiteX16" fmla="*/ 210320 w 228850"/>
                <a:gd name="connsiteY16" fmla="*/ 95760 h 227269"/>
                <a:gd name="connsiteX17" fmla="*/ 209681 w 228850"/>
                <a:gd name="connsiteY17" fmla="*/ 94483 h 227269"/>
                <a:gd name="connsiteX18" fmla="*/ 204569 w 228850"/>
                <a:gd name="connsiteY18" fmla="*/ 84269 h 227269"/>
                <a:gd name="connsiteX19" fmla="*/ 204569 w 228850"/>
                <a:gd name="connsiteY19" fmla="*/ 70862 h 227269"/>
                <a:gd name="connsiteX20" fmla="*/ 141309 w 228850"/>
                <a:gd name="connsiteY20" fmla="*/ 26174 h 227269"/>
                <a:gd name="connsiteX21" fmla="*/ 141309 w 228850"/>
                <a:gd name="connsiteY21" fmla="*/ 28728 h 227269"/>
                <a:gd name="connsiteX22" fmla="*/ 140031 w 228850"/>
                <a:gd name="connsiteY22" fmla="*/ 28728 h 227269"/>
                <a:gd name="connsiteX23" fmla="*/ 136836 w 228850"/>
                <a:gd name="connsiteY23" fmla="*/ 22344 h 227269"/>
                <a:gd name="connsiteX24" fmla="*/ 141309 w 228850"/>
                <a:gd name="connsiteY24" fmla="*/ 26174 h 227269"/>
                <a:gd name="connsiteX25" fmla="*/ 79326 w 228850"/>
                <a:gd name="connsiteY25" fmla="*/ 26174 h 227269"/>
                <a:gd name="connsiteX26" fmla="*/ 85077 w 228850"/>
                <a:gd name="connsiteY26" fmla="*/ 29366 h 227269"/>
                <a:gd name="connsiteX27" fmla="*/ 92106 w 228850"/>
                <a:gd name="connsiteY27" fmla="*/ 29366 h 227269"/>
                <a:gd name="connsiteX28" fmla="*/ 91467 w 228850"/>
                <a:gd name="connsiteY28" fmla="*/ 30005 h 227269"/>
                <a:gd name="connsiteX29" fmla="*/ 90189 w 228850"/>
                <a:gd name="connsiteY29" fmla="*/ 36389 h 227269"/>
                <a:gd name="connsiteX30" fmla="*/ 95940 w 228850"/>
                <a:gd name="connsiteY30" fmla="*/ 53626 h 227269"/>
                <a:gd name="connsiteX31" fmla="*/ 104247 w 228850"/>
                <a:gd name="connsiteY31" fmla="*/ 57456 h 227269"/>
                <a:gd name="connsiteX32" fmla="*/ 105525 w 228850"/>
                <a:gd name="connsiteY32" fmla="*/ 56818 h 227269"/>
                <a:gd name="connsiteX33" fmla="*/ 118305 w 228850"/>
                <a:gd name="connsiteY33" fmla="*/ 48518 h 227269"/>
                <a:gd name="connsiteX34" fmla="*/ 122778 w 228850"/>
                <a:gd name="connsiteY34" fmla="*/ 52987 h 227269"/>
                <a:gd name="connsiteX35" fmla="*/ 120222 w 228850"/>
                <a:gd name="connsiteY35" fmla="*/ 58094 h 227269"/>
                <a:gd name="connsiteX36" fmla="*/ 110637 w 228850"/>
                <a:gd name="connsiteY36" fmla="*/ 62563 h 227269"/>
                <a:gd name="connsiteX37" fmla="*/ 108720 w 228850"/>
                <a:gd name="connsiteY37" fmla="*/ 63840 h 227269"/>
                <a:gd name="connsiteX38" fmla="*/ 98496 w 228850"/>
                <a:gd name="connsiteY38" fmla="*/ 74054 h 227269"/>
                <a:gd name="connsiteX39" fmla="*/ 83160 w 228850"/>
                <a:gd name="connsiteY39" fmla="*/ 79162 h 227269"/>
                <a:gd name="connsiteX40" fmla="*/ 80604 w 228850"/>
                <a:gd name="connsiteY40" fmla="*/ 80438 h 227269"/>
                <a:gd name="connsiteX41" fmla="*/ 74853 w 228850"/>
                <a:gd name="connsiteY41" fmla="*/ 86184 h 227269"/>
                <a:gd name="connsiteX42" fmla="*/ 73575 w 228850"/>
                <a:gd name="connsiteY42" fmla="*/ 88099 h 227269"/>
                <a:gd name="connsiteX43" fmla="*/ 67824 w 228850"/>
                <a:gd name="connsiteY43" fmla="*/ 99590 h 227269"/>
                <a:gd name="connsiteX44" fmla="*/ 67185 w 228850"/>
                <a:gd name="connsiteY44" fmla="*/ 102144 h 227269"/>
                <a:gd name="connsiteX45" fmla="*/ 62712 w 228850"/>
                <a:gd name="connsiteY45" fmla="*/ 98952 h 227269"/>
                <a:gd name="connsiteX46" fmla="*/ 62712 w 228850"/>
                <a:gd name="connsiteY46" fmla="*/ 85546 h 227269"/>
                <a:gd name="connsiteX47" fmla="*/ 62073 w 228850"/>
                <a:gd name="connsiteY47" fmla="*/ 82354 h 227269"/>
                <a:gd name="connsiteX48" fmla="*/ 56961 w 228850"/>
                <a:gd name="connsiteY48" fmla="*/ 72139 h 227269"/>
                <a:gd name="connsiteX49" fmla="*/ 56961 w 228850"/>
                <a:gd name="connsiteY49" fmla="*/ 63840 h 227269"/>
                <a:gd name="connsiteX50" fmla="*/ 67824 w 228850"/>
                <a:gd name="connsiteY50" fmla="*/ 42773 h 227269"/>
                <a:gd name="connsiteX51" fmla="*/ 68463 w 228850"/>
                <a:gd name="connsiteY51" fmla="*/ 39581 h 227269"/>
                <a:gd name="connsiteX52" fmla="*/ 68463 w 228850"/>
                <a:gd name="connsiteY52" fmla="*/ 28090 h 227269"/>
                <a:gd name="connsiteX53" fmla="*/ 66546 w 228850"/>
                <a:gd name="connsiteY53" fmla="*/ 23621 h 227269"/>
                <a:gd name="connsiteX54" fmla="*/ 66546 w 228850"/>
                <a:gd name="connsiteY54" fmla="*/ 23621 h 227269"/>
                <a:gd name="connsiteX55" fmla="*/ 76131 w 228850"/>
                <a:gd name="connsiteY55" fmla="*/ 19152 h 227269"/>
                <a:gd name="connsiteX56" fmla="*/ 79326 w 228850"/>
                <a:gd name="connsiteY56" fmla="*/ 26174 h 227269"/>
                <a:gd name="connsiteX57" fmla="*/ 12232 w 228850"/>
                <a:gd name="connsiteY57" fmla="*/ 113635 h 227269"/>
                <a:gd name="connsiteX58" fmla="*/ 55683 w 228850"/>
                <a:gd name="connsiteY58" fmla="*/ 30643 h 227269"/>
                <a:gd name="connsiteX59" fmla="*/ 56322 w 228850"/>
                <a:gd name="connsiteY59" fmla="*/ 31282 h 227269"/>
                <a:gd name="connsiteX60" fmla="*/ 56322 w 228850"/>
                <a:gd name="connsiteY60" fmla="*/ 38304 h 227269"/>
                <a:gd name="connsiteX61" fmla="*/ 45460 w 228850"/>
                <a:gd name="connsiteY61" fmla="*/ 59371 h 227269"/>
                <a:gd name="connsiteX62" fmla="*/ 44821 w 228850"/>
                <a:gd name="connsiteY62" fmla="*/ 62563 h 227269"/>
                <a:gd name="connsiteX63" fmla="*/ 44821 w 228850"/>
                <a:gd name="connsiteY63" fmla="*/ 74054 h 227269"/>
                <a:gd name="connsiteX64" fmla="*/ 45460 w 228850"/>
                <a:gd name="connsiteY64" fmla="*/ 76608 h 227269"/>
                <a:gd name="connsiteX65" fmla="*/ 50571 w 228850"/>
                <a:gd name="connsiteY65" fmla="*/ 86822 h 227269"/>
                <a:gd name="connsiteX66" fmla="*/ 50571 w 228850"/>
                <a:gd name="connsiteY66" fmla="*/ 102144 h 227269"/>
                <a:gd name="connsiteX67" fmla="*/ 53127 w 228850"/>
                <a:gd name="connsiteY67" fmla="*/ 107251 h 227269"/>
                <a:gd name="connsiteX68" fmla="*/ 70380 w 228850"/>
                <a:gd name="connsiteY68" fmla="*/ 118742 h 227269"/>
                <a:gd name="connsiteX69" fmla="*/ 71019 w 228850"/>
                <a:gd name="connsiteY69" fmla="*/ 118742 h 227269"/>
                <a:gd name="connsiteX70" fmla="*/ 71658 w 228850"/>
                <a:gd name="connsiteY70" fmla="*/ 118742 h 227269"/>
                <a:gd name="connsiteX71" fmla="*/ 73575 w 228850"/>
                <a:gd name="connsiteY71" fmla="*/ 119381 h 227269"/>
                <a:gd name="connsiteX72" fmla="*/ 78048 w 228850"/>
                <a:gd name="connsiteY72" fmla="*/ 119381 h 227269"/>
                <a:gd name="connsiteX73" fmla="*/ 79326 w 228850"/>
                <a:gd name="connsiteY73" fmla="*/ 120019 h 227269"/>
                <a:gd name="connsiteX74" fmla="*/ 82521 w 228850"/>
                <a:gd name="connsiteY74" fmla="*/ 124488 h 227269"/>
                <a:gd name="connsiteX75" fmla="*/ 85077 w 228850"/>
                <a:gd name="connsiteY75" fmla="*/ 125126 h 227269"/>
                <a:gd name="connsiteX76" fmla="*/ 86355 w 228850"/>
                <a:gd name="connsiteY76" fmla="*/ 125126 h 227269"/>
                <a:gd name="connsiteX77" fmla="*/ 90189 w 228850"/>
                <a:gd name="connsiteY77" fmla="*/ 132787 h 227269"/>
                <a:gd name="connsiteX78" fmla="*/ 95940 w 228850"/>
                <a:gd name="connsiteY78" fmla="*/ 136617 h 227269"/>
                <a:gd name="connsiteX79" fmla="*/ 101052 w 228850"/>
                <a:gd name="connsiteY79" fmla="*/ 136617 h 227269"/>
                <a:gd name="connsiteX80" fmla="*/ 101052 w 228850"/>
                <a:gd name="connsiteY80" fmla="*/ 139171 h 227269"/>
                <a:gd name="connsiteX81" fmla="*/ 97218 w 228850"/>
                <a:gd name="connsiteY81" fmla="*/ 143001 h 227269"/>
                <a:gd name="connsiteX82" fmla="*/ 95301 w 228850"/>
                <a:gd name="connsiteY82" fmla="*/ 147470 h 227269"/>
                <a:gd name="connsiteX83" fmla="*/ 95301 w 228850"/>
                <a:gd name="connsiteY83" fmla="*/ 158961 h 227269"/>
                <a:gd name="connsiteX84" fmla="*/ 97218 w 228850"/>
                <a:gd name="connsiteY84" fmla="*/ 163430 h 227269"/>
                <a:gd name="connsiteX85" fmla="*/ 112554 w 228850"/>
                <a:gd name="connsiteY85" fmla="*/ 178752 h 227269"/>
                <a:gd name="connsiteX86" fmla="*/ 112554 w 228850"/>
                <a:gd name="connsiteY86" fmla="*/ 197903 h 227269"/>
                <a:gd name="connsiteX87" fmla="*/ 108081 w 228850"/>
                <a:gd name="connsiteY87" fmla="*/ 214502 h 227269"/>
                <a:gd name="connsiteX88" fmla="*/ 12232 w 228850"/>
                <a:gd name="connsiteY88" fmla="*/ 113635 h 227269"/>
                <a:gd name="connsiteX89" fmla="*/ 141948 w 228850"/>
                <a:gd name="connsiteY89" fmla="*/ 190243 h 227269"/>
                <a:gd name="connsiteX90" fmla="*/ 136836 w 228850"/>
                <a:gd name="connsiteY90" fmla="*/ 200457 h 227269"/>
                <a:gd name="connsiteX91" fmla="*/ 122778 w 228850"/>
                <a:gd name="connsiteY91" fmla="*/ 214502 h 227269"/>
                <a:gd name="connsiteX92" fmla="*/ 122139 w 228850"/>
                <a:gd name="connsiteY92" fmla="*/ 214502 h 227269"/>
                <a:gd name="connsiteX93" fmla="*/ 125973 w 228850"/>
                <a:gd name="connsiteY93" fmla="*/ 200457 h 227269"/>
                <a:gd name="connsiteX94" fmla="*/ 125973 w 228850"/>
                <a:gd name="connsiteY94" fmla="*/ 199180 h 227269"/>
                <a:gd name="connsiteX95" fmla="*/ 125973 w 228850"/>
                <a:gd name="connsiteY95" fmla="*/ 176836 h 227269"/>
                <a:gd name="connsiteX96" fmla="*/ 124056 w 228850"/>
                <a:gd name="connsiteY96" fmla="*/ 172368 h 227269"/>
                <a:gd name="connsiteX97" fmla="*/ 108720 w 228850"/>
                <a:gd name="connsiteY97" fmla="*/ 157046 h 227269"/>
                <a:gd name="connsiteX98" fmla="*/ 108720 w 228850"/>
                <a:gd name="connsiteY98" fmla="*/ 150662 h 227269"/>
                <a:gd name="connsiteX99" fmla="*/ 112554 w 228850"/>
                <a:gd name="connsiteY99" fmla="*/ 146832 h 227269"/>
                <a:gd name="connsiteX100" fmla="*/ 114471 w 228850"/>
                <a:gd name="connsiteY100" fmla="*/ 142363 h 227269"/>
                <a:gd name="connsiteX101" fmla="*/ 114471 w 228850"/>
                <a:gd name="connsiteY101" fmla="*/ 133425 h 227269"/>
                <a:gd name="connsiteX102" fmla="*/ 116388 w 228850"/>
                <a:gd name="connsiteY102" fmla="*/ 131510 h 227269"/>
                <a:gd name="connsiteX103" fmla="*/ 135558 w 228850"/>
                <a:gd name="connsiteY103" fmla="*/ 131510 h 227269"/>
                <a:gd name="connsiteX104" fmla="*/ 150254 w 228850"/>
                <a:gd name="connsiteY104" fmla="*/ 136617 h 227269"/>
                <a:gd name="connsiteX105" fmla="*/ 160478 w 228850"/>
                <a:gd name="connsiteY105" fmla="*/ 146832 h 227269"/>
                <a:gd name="connsiteX106" fmla="*/ 163034 w 228850"/>
                <a:gd name="connsiteY106" fmla="*/ 148108 h 227269"/>
                <a:gd name="connsiteX107" fmla="*/ 175814 w 228850"/>
                <a:gd name="connsiteY107" fmla="*/ 152577 h 227269"/>
                <a:gd name="connsiteX108" fmla="*/ 175814 w 228850"/>
                <a:gd name="connsiteY108" fmla="*/ 156408 h 227269"/>
                <a:gd name="connsiteX109" fmla="*/ 171980 w 228850"/>
                <a:gd name="connsiteY109" fmla="*/ 160238 h 227269"/>
                <a:gd name="connsiteX110" fmla="*/ 170702 w 228850"/>
                <a:gd name="connsiteY110" fmla="*/ 162153 h 227269"/>
                <a:gd name="connsiteX111" fmla="*/ 166229 w 228850"/>
                <a:gd name="connsiteY111" fmla="*/ 171729 h 227269"/>
                <a:gd name="connsiteX112" fmla="*/ 156644 w 228850"/>
                <a:gd name="connsiteY112" fmla="*/ 176198 h 227269"/>
                <a:gd name="connsiteX113" fmla="*/ 154727 w 228850"/>
                <a:gd name="connsiteY113" fmla="*/ 177475 h 227269"/>
                <a:gd name="connsiteX114" fmla="*/ 143226 w 228850"/>
                <a:gd name="connsiteY114" fmla="*/ 188966 h 227269"/>
                <a:gd name="connsiteX115" fmla="*/ 141948 w 228850"/>
                <a:gd name="connsiteY115" fmla="*/ 190243 h 227269"/>
                <a:gd name="connsiteX116" fmla="*/ 141948 w 228850"/>
                <a:gd name="connsiteY116" fmla="*/ 190243 h 227269"/>
                <a:gd name="connsiteX117" fmla="*/ 145782 w 228850"/>
                <a:gd name="connsiteY117" fmla="*/ 210033 h 227269"/>
                <a:gd name="connsiteX118" fmla="*/ 146421 w 228850"/>
                <a:gd name="connsiteY118" fmla="*/ 209395 h 227269"/>
                <a:gd name="connsiteX119" fmla="*/ 147699 w 228850"/>
                <a:gd name="connsiteY119" fmla="*/ 207479 h 227269"/>
                <a:gd name="connsiteX120" fmla="*/ 152810 w 228850"/>
                <a:gd name="connsiteY120" fmla="*/ 197265 h 227269"/>
                <a:gd name="connsiteX121" fmla="*/ 162395 w 228850"/>
                <a:gd name="connsiteY121" fmla="*/ 187689 h 227269"/>
                <a:gd name="connsiteX122" fmla="*/ 172619 w 228850"/>
                <a:gd name="connsiteY122" fmla="*/ 182582 h 227269"/>
                <a:gd name="connsiteX123" fmla="*/ 175175 w 228850"/>
                <a:gd name="connsiteY123" fmla="*/ 179390 h 227269"/>
                <a:gd name="connsiteX124" fmla="*/ 180287 w 228850"/>
                <a:gd name="connsiteY124" fmla="*/ 169176 h 227269"/>
                <a:gd name="connsiteX125" fmla="*/ 185399 w 228850"/>
                <a:gd name="connsiteY125" fmla="*/ 164068 h 227269"/>
                <a:gd name="connsiteX126" fmla="*/ 187316 w 228850"/>
                <a:gd name="connsiteY126" fmla="*/ 159600 h 227269"/>
                <a:gd name="connsiteX127" fmla="*/ 187316 w 228850"/>
                <a:gd name="connsiteY127" fmla="*/ 148108 h 227269"/>
                <a:gd name="connsiteX128" fmla="*/ 182843 w 228850"/>
                <a:gd name="connsiteY128" fmla="*/ 141724 h 227269"/>
                <a:gd name="connsiteX129" fmla="*/ 167507 w 228850"/>
                <a:gd name="connsiteY129" fmla="*/ 136617 h 227269"/>
                <a:gd name="connsiteX130" fmla="*/ 157283 w 228850"/>
                <a:gd name="connsiteY130" fmla="*/ 126403 h 227269"/>
                <a:gd name="connsiteX131" fmla="*/ 154727 w 228850"/>
                <a:gd name="connsiteY131" fmla="*/ 125126 h 227269"/>
                <a:gd name="connsiteX132" fmla="*/ 137475 w 228850"/>
                <a:gd name="connsiteY132" fmla="*/ 119381 h 227269"/>
                <a:gd name="connsiteX133" fmla="*/ 135558 w 228850"/>
                <a:gd name="connsiteY133" fmla="*/ 119381 h 227269"/>
                <a:gd name="connsiteX134" fmla="*/ 112554 w 228850"/>
                <a:gd name="connsiteY134" fmla="*/ 119381 h 227269"/>
                <a:gd name="connsiteX135" fmla="*/ 108081 w 228850"/>
                <a:gd name="connsiteY135" fmla="*/ 121296 h 227269"/>
                <a:gd name="connsiteX136" fmla="*/ 104247 w 228850"/>
                <a:gd name="connsiteY136" fmla="*/ 125126 h 227269"/>
                <a:gd name="connsiteX137" fmla="*/ 99774 w 228850"/>
                <a:gd name="connsiteY137" fmla="*/ 125126 h 227269"/>
                <a:gd name="connsiteX138" fmla="*/ 95940 w 228850"/>
                <a:gd name="connsiteY138" fmla="*/ 117465 h 227269"/>
                <a:gd name="connsiteX139" fmla="*/ 94023 w 228850"/>
                <a:gd name="connsiteY139" fmla="*/ 115550 h 227269"/>
                <a:gd name="connsiteX140" fmla="*/ 95940 w 228850"/>
                <a:gd name="connsiteY140" fmla="*/ 112358 h 227269"/>
                <a:gd name="connsiteX141" fmla="*/ 93384 w 228850"/>
                <a:gd name="connsiteY141" fmla="*/ 104059 h 227269"/>
                <a:gd name="connsiteX142" fmla="*/ 85077 w 228850"/>
                <a:gd name="connsiteY142" fmla="*/ 106613 h 227269"/>
                <a:gd name="connsiteX143" fmla="*/ 85077 w 228850"/>
                <a:gd name="connsiteY143" fmla="*/ 106613 h 227269"/>
                <a:gd name="connsiteX144" fmla="*/ 83160 w 228850"/>
                <a:gd name="connsiteY144" fmla="*/ 109805 h 227269"/>
                <a:gd name="connsiteX145" fmla="*/ 81882 w 228850"/>
                <a:gd name="connsiteY145" fmla="*/ 109166 h 227269"/>
                <a:gd name="connsiteX146" fmla="*/ 79965 w 228850"/>
                <a:gd name="connsiteY146" fmla="*/ 108528 h 227269"/>
                <a:gd name="connsiteX147" fmla="*/ 79965 w 228850"/>
                <a:gd name="connsiteY147" fmla="*/ 104697 h 227269"/>
                <a:gd name="connsiteX148" fmla="*/ 84438 w 228850"/>
                <a:gd name="connsiteY148" fmla="*/ 95760 h 227269"/>
                <a:gd name="connsiteX149" fmla="*/ 88272 w 228850"/>
                <a:gd name="connsiteY149" fmla="*/ 91930 h 227269"/>
                <a:gd name="connsiteX150" fmla="*/ 91467 w 228850"/>
                <a:gd name="connsiteY150" fmla="*/ 90653 h 227269"/>
                <a:gd name="connsiteX151" fmla="*/ 96579 w 228850"/>
                <a:gd name="connsiteY151" fmla="*/ 100229 h 227269"/>
                <a:gd name="connsiteX152" fmla="*/ 102330 w 228850"/>
                <a:gd name="connsiteY152" fmla="*/ 103421 h 227269"/>
                <a:gd name="connsiteX153" fmla="*/ 104886 w 228850"/>
                <a:gd name="connsiteY153" fmla="*/ 102782 h 227269"/>
                <a:gd name="connsiteX154" fmla="*/ 107442 w 228850"/>
                <a:gd name="connsiteY154" fmla="*/ 94483 h 227269"/>
                <a:gd name="connsiteX155" fmla="*/ 103608 w 228850"/>
                <a:gd name="connsiteY155" fmla="*/ 86184 h 227269"/>
                <a:gd name="connsiteX156" fmla="*/ 103608 w 228850"/>
                <a:gd name="connsiteY156" fmla="*/ 86184 h 227269"/>
                <a:gd name="connsiteX157" fmla="*/ 106164 w 228850"/>
                <a:gd name="connsiteY157" fmla="*/ 84907 h 227269"/>
                <a:gd name="connsiteX158" fmla="*/ 117027 w 228850"/>
                <a:gd name="connsiteY158" fmla="*/ 74054 h 227269"/>
                <a:gd name="connsiteX159" fmla="*/ 127251 w 228850"/>
                <a:gd name="connsiteY159" fmla="*/ 68947 h 227269"/>
                <a:gd name="connsiteX160" fmla="*/ 129807 w 228850"/>
                <a:gd name="connsiteY160" fmla="*/ 65755 h 227269"/>
                <a:gd name="connsiteX161" fmla="*/ 135558 w 228850"/>
                <a:gd name="connsiteY161" fmla="*/ 54264 h 227269"/>
                <a:gd name="connsiteX162" fmla="*/ 134280 w 228850"/>
                <a:gd name="connsiteY162" fmla="*/ 47242 h 227269"/>
                <a:gd name="connsiteX163" fmla="*/ 122778 w 228850"/>
                <a:gd name="connsiteY163" fmla="*/ 35750 h 227269"/>
                <a:gd name="connsiteX164" fmla="*/ 114471 w 228850"/>
                <a:gd name="connsiteY164" fmla="*/ 35112 h 227269"/>
                <a:gd name="connsiteX165" fmla="*/ 104247 w 228850"/>
                <a:gd name="connsiteY165" fmla="*/ 41496 h 227269"/>
                <a:gd name="connsiteX166" fmla="*/ 104247 w 228850"/>
                <a:gd name="connsiteY166" fmla="*/ 36389 h 227269"/>
                <a:gd name="connsiteX167" fmla="*/ 112554 w 228850"/>
                <a:gd name="connsiteY167" fmla="*/ 28090 h 227269"/>
                <a:gd name="connsiteX168" fmla="*/ 113832 w 228850"/>
                <a:gd name="connsiteY168" fmla="*/ 21067 h 227269"/>
                <a:gd name="connsiteX169" fmla="*/ 108081 w 228850"/>
                <a:gd name="connsiteY169" fmla="*/ 17237 h 227269"/>
                <a:gd name="connsiteX170" fmla="*/ 88911 w 228850"/>
                <a:gd name="connsiteY170" fmla="*/ 17237 h 227269"/>
                <a:gd name="connsiteX171" fmla="*/ 88272 w 228850"/>
                <a:gd name="connsiteY171" fmla="*/ 15960 h 227269"/>
                <a:gd name="connsiteX172" fmla="*/ 113193 w 228850"/>
                <a:gd name="connsiteY172" fmla="*/ 12768 h 227269"/>
                <a:gd name="connsiteX173" fmla="*/ 114471 w 228850"/>
                <a:gd name="connsiteY173" fmla="*/ 12768 h 227269"/>
                <a:gd name="connsiteX174" fmla="*/ 113832 w 228850"/>
                <a:gd name="connsiteY174" fmla="*/ 13406 h 227269"/>
                <a:gd name="connsiteX175" fmla="*/ 111915 w 228850"/>
                <a:gd name="connsiteY175" fmla="*/ 19152 h 227269"/>
                <a:gd name="connsiteX176" fmla="*/ 115110 w 228850"/>
                <a:gd name="connsiteY176" fmla="*/ 23621 h 227269"/>
                <a:gd name="connsiteX177" fmla="*/ 124695 w 228850"/>
                <a:gd name="connsiteY177" fmla="*/ 28090 h 227269"/>
                <a:gd name="connsiteX178" fmla="*/ 129168 w 228850"/>
                <a:gd name="connsiteY178" fmla="*/ 37666 h 227269"/>
                <a:gd name="connsiteX179" fmla="*/ 134919 w 228850"/>
                <a:gd name="connsiteY179" fmla="*/ 41496 h 227269"/>
                <a:gd name="connsiteX180" fmla="*/ 146421 w 228850"/>
                <a:gd name="connsiteY180" fmla="*/ 41496 h 227269"/>
                <a:gd name="connsiteX181" fmla="*/ 152810 w 228850"/>
                <a:gd name="connsiteY181" fmla="*/ 35112 h 227269"/>
                <a:gd name="connsiteX182" fmla="*/ 152810 w 228850"/>
                <a:gd name="connsiteY182" fmla="*/ 23621 h 227269"/>
                <a:gd name="connsiteX183" fmla="*/ 152171 w 228850"/>
                <a:gd name="connsiteY183" fmla="*/ 21067 h 227269"/>
                <a:gd name="connsiteX184" fmla="*/ 163673 w 228850"/>
                <a:gd name="connsiteY184" fmla="*/ 26813 h 227269"/>
                <a:gd name="connsiteX185" fmla="*/ 163673 w 228850"/>
                <a:gd name="connsiteY185" fmla="*/ 26813 h 227269"/>
                <a:gd name="connsiteX186" fmla="*/ 175175 w 228850"/>
                <a:gd name="connsiteY186" fmla="*/ 44050 h 227269"/>
                <a:gd name="connsiteX187" fmla="*/ 177731 w 228850"/>
                <a:gd name="connsiteY187" fmla="*/ 45965 h 227269"/>
                <a:gd name="connsiteX188" fmla="*/ 185399 w 228850"/>
                <a:gd name="connsiteY188" fmla="*/ 49795 h 227269"/>
                <a:gd name="connsiteX189" fmla="*/ 185399 w 228850"/>
                <a:gd name="connsiteY189" fmla="*/ 56818 h 227269"/>
                <a:gd name="connsiteX190" fmla="*/ 187316 w 228850"/>
                <a:gd name="connsiteY190" fmla="*/ 61286 h 227269"/>
                <a:gd name="connsiteX191" fmla="*/ 191150 w 228850"/>
                <a:gd name="connsiteY191" fmla="*/ 65117 h 227269"/>
                <a:gd name="connsiteX192" fmla="*/ 191150 w 228850"/>
                <a:gd name="connsiteY192" fmla="*/ 84907 h 227269"/>
                <a:gd name="connsiteX193" fmla="*/ 191789 w 228850"/>
                <a:gd name="connsiteY193" fmla="*/ 88099 h 227269"/>
                <a:gd name="connsiteX194" fmla="*/ 196901 w 228850"/>
                <a:gd name="connsiteY194" fmla="*/ 98952 h 227269"/>
                <a:gd name="connsiteX195" fmla="*/ 202652 w 228850"/>
                <a:gd name="connsiteY195" fmla="*/ 121296 h 227269"/>
                <a:gd name="connsiteX196" fmla="*/ 209042 w 228850"/>
                <a:gd name="connsiteY196" fmla="*/ 126403 h 227269"/>
                <a:gd name="connsiteX197" fmla="*/ 213515 w 228850"/>
                <a:gd name="connsiteY197" fmla="*/ 126403 h 227269"/>
                <a:gd name="connsiteX198" fmla="*/ 145782 w 228850"/>
                <a:gd name="connsiteY198" fmla="*/ 210033 h 227269"/>
                <a:gd name="connsiteX199" fmla="*/ 145782 w 228850"/>
                <a:gd name="connsiteY199" fmla="*/ 210033 h 22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228850" h="227269">
                  <a:moveTo>
                    <a:pt x="113832" y="0"/>
                  </a:moveTo>
                  <a:cubicBezTo>
                    <a:pt x="92745" y="0"/>
                    <a:pt x="72297" y="5746"/>
                    <a:pt x="54405" y="16598"/>
                  </a:cubicBezTo>
                  <a:cubicBezTo>
                    <a:pt x="53766" y="16598"/>
                    <a:pt x="53127" y="17237"/>
                    <a:pt x="52488" y="17875"/>
                  </a:cubicBezTo>
                  <a:cubicBezTo>
                    <a:pt x="-548" y="51710"/>
                    <a:pt x="-15884" y="121934"/>
                    <a:pt x="17983" y="174921"/>
                  </a:cubicBezTo>
                  <a:cubicBezTo>
                    <a:pt x="39070" y="207479"/>
                    <a:pt x="75492" y="227270"/>
                    <a:pt x="113832" y="227270"/>
                  </a:cubicBezTo>
                  <a:lnTo>
                    <a:pt x="114471" y="227270"/>
                  </a:lnTo>
                  <a:lnTo>
                    <a:pt x="119583" y="227270"/>
                  </a:lnTo>
                  <a:cubicBezTo>
                    <a:pt x="121500" y="227270"/>
                    <a:pt x="124056" y="227270"/>
                    <a:pt x="125973" y="226631"/>
                  </a:cubicBezTo>
                  <a:lnTo>
                    <a:pt x="126612" y="226631"/>
                  </a:lnTo>
                  <a:cubicBezTo>
                    <a:pt x="181565" y="220886"/>
                    <a:pt x="224378" y="176198"/>
                    <a:pt x="228212" y="120657"/>
                  </a:cubicBezTo>
                  <a:cubicBezTo>
                    <a:pt x="228212" y="120019"/>
                    <a:pt x="228851" y="119381"/>
                    <a:pt x="228851" y="118742"/>
                  </a:cubicBezTo>
                  <a:cubicBezTo>
                    <a:pt x="228851" y="118104"/>
                    <a:pt x="228851" y="118104"/>
                    <a:pt x="228851" y="117465"/>
                  </a:cubicBezTo>
                  <a:cubicBezTo>
                    <a:pt x="228851" y="116189"/>
                    <a:pt x="228851" y="114273"/>
                    <a:pt x="228851" y="112997"/>
                  </a:cubicBezTo>
                  <a:cubicBezTo>
                    <a:pt x="227573" y="51072"/>
                    <a:pt x="177092" y="0"/>
                    <a:pt x="113832" y="0"/>
                  </a:cubicBezTo>
                  <a:close/>
                  <a:moveTo>
                    <a:pt x="205208" y="70862"/>
                  </a:moveTo>
                  <a:cubicBezTo>
                    <a:pt x="211598" y="84269"/>
                    <a:pt x="214793" y="98313"/>
                    <a:pt x="214793" y="112997"/>
                  </a:cubicBezTo>
                  <a:lnTo>
                    <a:pt x="210320" y="95760"/>
                  </a:lnTo>
                  <a:cubicBezTo>
                    <a:pt x="210320" y="95121"/>
                    <a:pt x="210320" y="95121"/>
                    <a:pt x="209681" y="94483"/>
                  </a:cubicBezTo>
                  <a:lnTo>
                    <a:pt x="204569" y="84269"/>
                  </a:lnTo>
                  <a:lnTo>
                    <a:pt x="204569" y="70862"/>
                  </a:lnTo>
                  <a:close/>
                  <a:moveTo>
                    <a:pt x="141309" y="26174"/>
                  </a:moveTo>
                  <a:lnTo>
                    <a:pt x="141309" y="28728"/>
                  </a:lnTo>
                  <a:lnTo>
                    <a:pt x="140031" y="28728"/>
                  </a:lnTo>
                  <a:lnTo>
                    <a:pt x="136836" y="22344"/>
                  </a:lnTo>
                  <a:lnTo>
                    <a:pt x="141309" y="26174"/>
                  </a:lnTo>
                  <a:close/>
                  <a:moveTo>
                    <a:pt x="79326" y="26174"/>
                  </a:moveTo>
                  <a:cubicBezTo>
                    <a:pt x="80604" y="28090"/>
                    <a:pt x="82521" y="30005"/>
                    <a:pt x="85077" y="29366"/>
                  </a:cubicBezTo>
                  <a:lnTo>
                    <a:pt x="92106" y="29366"/>
                  </a:lnTo>
                  <a:lnTo>
                    <a:pt x="91467" y="30005"/>
                  </a:lnTo>
                  <a:cubicBezTo>
                    <a:pt x="89550" y="31920"/>
                    <a:pt x="88911" y="33835"/>
                    <a:pt x="90189" y="36389"/>
                  </a:cubicBezTo>
                  <a:lnTo>
                    <a:pt x="95940" y="53626"/>
                  </a:lnTo>
                  <a:cubicBezTo>
                    <a:pt x="97218" y="56818"/>
                    <a:pt x="100413" y="58733"/>
                    <a:pt x="104247" y="57456"/>
                  </a:cubicBezTo>
                  <a:cubicBezTo>
                    <a:pt x="104886" y="57456"/>
                    <a:pt x="105525" y="56818"/>
                    <a:pt x="105525" y="56818"/>
                  </a:cubicBezTo>
                  <a:lnTo>
                    <a:pt x="118305" y="48518"/>
                  </a:lnTo>
                  <a:lnTo>
                    <a:pt x="122778" y="52987"/>
                  </a:lnTo>
                  <a:lnTo>
                    <a:pt x="120222" y="58094"/>
                  </a:lnTo>
                  <a:lnTo>
                    <a:pt x="110637" y="62563"/>
                  </a:lnTo>
                  <a:cubicBezTo>
                    <a:pt x="109998" y="62563"/>
                    <a:pt x="109359" y="63202"/>
                    <a:pt x="108720" y="63840"/>
                  </a:cubicBezTo>
                  <a:lnTo>
                    <a:pt x="98496" y="74054"/>
                  </a:lnTo>
                  <a:lnTo>
                    <a:pt x="83160" y="79162"/>
                  </a:lnTo>
                  <a:cubicBezTo>
                    <a:pt x="82521" y="79162"/>
                    <a:pt x="81243" y="79800"/>
                    <a:pt x="80604" y="80438"/>
                  </a:cubicBezTo>
                  <a:lnTo>
                    <a:pt x="74853" y="86184"/>
                  </a:lnTo>
                  <a:cubicBezTo>
                    <a:pt x="74214" y="86822"/>
                    <a:pt x="74214" y="87461"/>
                    <a:pt x="73575" y="88099"/>
                  </a:cubicBezTo>
                  <a:lnTo>
                    <a:pt x="67824" y="99590"/>
                  </a:lnTo>
                  <a:cubicBezTo>
                    <a:pt x="67185" y="100229"/>
                    <a:pt x="67185" y="100867"/>
                    <a:pt x="67185" y="102144"/>
                  </a:cubicBezTo>
                  <a:lnTo>
                    <a:pt x="62712" y="98952"/>
                  </a:lnTo>
                  <a:lnTo>
                    <a:pt x="62712" y="85546"/>
                  </a:lnTo>
                  <a:cubicBezTo>
                    <a:pt x="62712" y="84269"/>
                    <a:pt x="62712" y="83630"/>
                    <a:pt x="62073" y="82354"/>
                  </a:cubicBezTo>
                  <a:lnTo>
                    <a:pt x="56961" y="72139"/>
                  </a:lnTo>
                  <a:lnTo>
                    <a:pt x="56961" y="63840"/>
                  </a:lnTo>
                  <a:lnTo>
                    <a:pt x="67824" y="42773"/>
                  </a:lnTo>
                  <a:cubicBezTo>
                    <a:pt x="68463" y="42134"/>
                    <a:pt x="68463" y="40858"/>
                    <a:pt x="68463" y="39581"/>
                  </a:cubicBezTo>
                  <a:lnTo>
                    <a:pt x="68463" y="28090"/>
                  </a:lnTo>
                  <a:cubicBezTo>
                    <a:pt x="68463" y="26174"/>
                    <a:pt x="67824" y="24898"/>
                    <a:pt x="66546" y="23621"/>
                  </a:cubicBezTo>
                  <a:lnTo>
                    <a:pt x="66546" y="23621"/>
                  </a:lnTo>
                  <a:cubicBezTo>
                    <a:pt x="69741" y="21706"/>
                    <a:pt x="72936" y="20429"/>
                    <a:pt x="76131" y="19152"/>
                  </a:cubicBezTo>
                  <a:lnTo>
                    <a:pt x="79326" y="26174"/>
                  </a:lnTo>
                  <a:close/>
                  <a:moveTo>
                    <a:pt x="12232" y="113635"/>
                  </a:moveTo>
                  <a:cubicBezTo>
                    <a:pt x="12232" y="80438"/>
                    <a:pt x="28207" y="49795"/>
                    <a:pt x="55683" y="30643"/>
                  </a:cubicBezTo>
                  <a:lnTo>
                    <a:pt x="56322" y="31282"/>
                  </a:lnTo>
                  <a:lnTo>
                    <a:pt x="56322" y="38304"/>
                  </a:lnTo>
                  <a:lnTo>
                    <a:pt x="45460" y="59371"/>
                  </a:lnTo>
                  <a:cubicBezTo>
                    <a:pt x="44821" y="60010"/>
                    <a:pt x="44821" y="61286"/>
                    <a:pt x="44821" y="62563"/>
                  </a:cubicBezTo>
                  <a:lnTo>
                    <a:pt x="44821" y="74054"/>
                  </a:lnTo>
                  <a:cubicBezTo>
                    <a:pt x="44821" y="75331"/>
                    <a:pt x="44821" y="75970"/>
                    <a:pt x="45460" y="76608"/>
                  </a:cubicBezTo>
                  <a:lnTo>
                    <a:pt x="50571" y="86822"/>
                  </a:lnTo>
                  <a:lnTo>
                    <a:pt x="50571" y="102144"/>
                  </a:lnTo>
                  <a:cubicBezTo>
                    <a:pt x="50571" y="104059"/>
                    <a:pt x="51849" y="105974"/>
                    <a:pt x="53127" y="107251"/>
                  </a:cubicBezTo>
                  <a:lnTo>
                    <a:pt x="70380" y="118742"/>
                  </a:lnTo>
                  <a:lnTo>
                    <a:pt x="71019" y="118742"/>
                  </a:lnTo>
                  <a:lnTo>
                    <a:pt x="71658" y="118742"/>
                  </a:lnTo>
                  <a:cubicBezTo>
                    <a:pt x="72297" y="118742"/>
                    <a:pt x="72936" y="119381"/>
                    <a:pt x="73575" y="119381"/>
                  </a:cubicBezTo>
                  <a:lnTo>
                    <a:pt x="78048" y="119381"/>
                  </a:lnTo>
                  <a:lnTo>
                    <a:pt x="79326" y="120019"/>
                  </a:lnTo>
                  <a:cubicBezTo>
                    <a:pt x="79965" y="121934"/>
                    <a:pt x="80604" y="123849"/>
                    <a:pt x="82521" y="124488"/>
                  </a:cubicBezTo>
                  <a:cubicBezTo>
                    <a:pt x="83160" y="125126"/>
                    <a:pt x="84438" y="125126"/>
                    <a:pt x="85077" y="125126"/>
                  </a:cubicBezTo>
                  <a:cubicBezTo>
                    <a:pt x="85716" y="125126"/>
                    <a:pt x="86355" y="125126"/>
                    <a:pt x="86355" y="125126"/>
                  </a:cubicBezTo>
                  <a:lnTo>
                    <a:pt x="90189" y="132787"/>
                  </a:lnTo>
                  <a:cubicBezTo>
                    <a:pt x="91467" y="134702"/>
                    <a:pt x="93384" y="136617"/>
                    <a:pt x="95940" y="136617"/>
                  </a:cubicBezTo>
                  <a:lnTo>
                    <a:pt x="101052" y="136617"/>
                  </a:lnTo>
                  <a:lnTo>
                    <a:pt x="101052" y="139171"/>
                  </a:lnTo>
                  <a:lnTo>
                    <a:pt x="97218" y="143001"/>
                  </a:lnTo>
                  <a:cubicBezTo>
                    <a:pt x="95940" y="144278"/>
                    <a:pt x="95301" y="145555"/>
                    <a:pt x="95301" y="147470"/>
                  </a:cubicBezTo>
                  <a:lnTo>
                    <a:pt x="95301" y="158961"/>
                  </a:lnTo>
                  <a:cubicBezTo>
                    <a:pt x="95301" y="160876"/>
                    <a:pt x="95940" y="162153"/>
                    <a:pt x="97218" y="163430"/>
                  </a:cubicBezTo>
                  <a:lnTo>
                    <a:pt x="112554" y="178752"/>
                  </a:lnTo>
                  <a:lnTo>
                    <a:pt x="112554" y="197903"/>
                  </a:lnTo>
                  <a:lnTo>
                    <a:pt x="108081" y="214502"/>
                  </a:lnTo>
                  <a:cubicBezTo>
                    <a:pt x="55044" y="211948"/>
                    <a:pt x="12871" y="167899"/>
                    <a:pt x="12232" y="113635"/>
                  </a:cubicBezTo>
                  <a:close/>
                  <a:moveTo>
                    <a:pt x="141948" y="190243"/>
                  </a:moveTo>
                  <a:lnTo>
                    <a:pt x="136836" y="200457"/>
                  </a:lnTo>
                  <a:lnTo>
                    <a:pt x="122778" y="214502"/>
                  </a:lnTo>
                  <a:lnTo>
                    <a:pt x="122139" y="214502"/>
                  </a:lnTo>
                  <a:lnTo>
                    <a:pt x="125973" y="200457"/>
                  </a:lnTo>
                  <a:cubicBezTo>
                    <a:pt x="125973" y="199819"/>
                    <a:pt x="125973" y="199180"/>
                    <a:pt x="125973" y="199180"/>
                  </a:cubicBezTo>
                  <a:lnTo>
                    <a:pt x="125973" y="176836"/>
                  </a:lnTo>
                  <a:cubicBezTo>
                    <a:pt x="125973" y="174921"/>
                    <a:pt x="125334" y="173644"/>
                    <a:pt x="124056" y="172368"/>
                  </a:cubicBezTo>
                  <a:lnTo>
                    <a:pt x="108720" y="157046"/>
                  </a:lnTo>
                  <a:lnTo>
                    <a:pt x="108720" y="150662"/>
                  </a:lnTo>
                  <a:lnTo>
                    <a:pt x="112554" y="146832"/>
                  </a:lnTo>
                  <a:cubicBezTo>
                    <a:pt x="113832" y="145555"/>
                    <a:pt x="114471" y="144278"/>
                    <a:pt x="114471" y="142363"/>
                  </a:cubicBezTo>
                  <a:lnTo>
                    <a:pt x="114471" y="133425"/>
                  </a:lnTo>
                  <a:lnTo>
                    <a:pt x="116388" y="131510"/>
                  </a:lnTo>
                  <a:lnTo>
                    <a:pt x="135558" y="131510"/>
                  </a:lnTo>
                  <a:lnTo>
                    <a:pt x="150254" y="136617"/>
                  </a:lnTo>
                  <a:lnTo>
                    <a:pt x="160478" y="146832"/>
                  </a:lnTo>
                  <a:cubicBezTo>
                    <a:pt x="161117" y="147470"/>
                    <a:pt x="161756" y="148108"/>
                    <a:pt x="163034" y="148108"/>
                  </a:cubicBezTo>
                  <a:lnTo>
                    <a:pt x="175814" y="152577"/>
                  </a:lnTo>
                  <a:lnTo>
                    <a:pt x="175814" y="156408"/>
                  </a:lnTo>
                  <a:lnTo>
                    <a:pt x="171980" y="160238"/>
                  </a:lnTo>
                  <a:cubicBezTo>
                    <a:pt x="171341" y="160876"/>
                    <a:pt x="171341" y="161515"/>
                    <a:pt x="170702" y="162153"/>
                  </a:cubicBezTo>
                  <a:lnTo>
                    <a:pt x="166229" y="171729"/>
                  </a:lnTo>
                  <a:lnTo>
                    <a:pt x="156644" y="176198"/>
                  </a:lnTo>
                  <a:cubicBezTo>
                    <a:pt x="156005" y="176198"/>
                    <a:pt x="155366" y="176836"/>
                    <a:pt x="154727" y="177475"/>
                  </a:cubicBezTo>
                  <a:lnTo>
                    <a:pt x="143226" y="188966"/>
                  </a:lnTo>
                  <a:cubicBezTo>
                    <a:pt x="142587" y="188966"/>
                    <a:pt x="142587" y="189604"/>
                    <a:pt x="141948" y="190243"/>
                  </a:cubicBezTo>
                  <a:lnTo>
                    <a:pt x="141948" y="190243"/>
                  </a:lnTo>
                  <a:close/>
                  <a:moveTo>
                    <a:pt x="145782" y="210033"/>
                  </a:moveTo>
                  <a:lnTo>
                    <a:pt x="146421" y="209395"/>
                  </a:lnTo>
                  <a:cubicBezTo>
                    <a:pt x="147060" y="208756"/>
                    <a:pt x="147060" y="208118"/>
                    <a:pt x="147699" y="207479"/>
                  </a:cubicBezTo>
                  <a:lnTo>
                    <a:pt x="152810" y="197265"/>
                  </a:lnTo>
                  <a:lnTo>
                    <a:pt x="162395" y="187689"/>
                  </a:lnTo>
                  <a:lnTo>
                    <a:pt x="172619" y="182582"/>
                  </a:lnTo>
                  <a:cubicBezTo>
                    <a:pt x="173897" y="181944"/>
                    <a:pt x="175175" y="180667"/>
                    <a:pt x="175175" y="179390"/>
                  </a:cubicBezTo>
                  <a:lnTo>
                    <a:pt x="180287" y="169176"/>
                  </a:lnTo>
                  <a:lnTo>
                    <a:pt x="185399" y="164068"/>
                  </a:lnTo>
                  <a:cubicBezTo>
                    <a:pt x="186677" y="162792"/>
                    <a:pt x="187316" y="161515"/>
                    <a:pt x="187316" y="159600"/>
                  </a:cubicBezTo>
                  <a:lnTo>
                    <a:pt x="187316" y="148108"/>
                  </a:lnTo>
                  <a:cubicBezTo>
                    <a:pt x="187316" y="145555"/>
                    <a:pt x="185399" y="143001"/>
                    <a:pt x="182843" y="141724"/>
                  </a:cubicBezTo>
                  <a:lnTo>
                    <a:pt x="167507" y="136617"/>
                  </a:lnTo>
                  <a:lnTo>
                    <a:pt x="157283" y="126403"/>
                  </a:lnTo>
                  <a:cubicBezTo>
                    <a:pt x="156644" y="125765"/>
                    <a:pt x="156005" y="125126"/>
                    <a:pt x="154727" y="125126"/>
                  </a:cubicBezTo>
                  <a:lnTo>
                    <a:pt x="137475" y="119381"/>
                  </a:lnTo>
                  <a:cubicBezTo>
                    <a:pt x="136836" y="119381"/>
                    <a:pt x="136197" y="119381"/>
                    <a:pt x="135558" y="119381"/>
                  </a:cubicBezTo>
                  <a:lnTo>
                    <a:pt x="112554" y="119381"/>
                  </a:lnTo>
                  <a:cubicBezTo>
                    <a:pt x="110637" y="119381"/>
                    <a:pt x="109359" y="120019"/>
                    <a:pt x="108081" y="121296"/>
                  </a:cubicBezTo>
                  <a:lnTo>
                    <a:pt x="104247" y="125126"/>
                  </a:lnTo>
                  <a:lnTo>
                    <a:pt x="99774" y="125126"/>
                  </a:lnTo>
                  <a:lnTo>
                    <a:pt x="95940" y="117465"/>
                  </a:lnTo>
                  <a:cubicBezTo>
                    <a:pt x="95301" y="116827"/>
                    <a:pt x="94662" y="116189"/>
                    <a:pt x="94023" y="115550"/>
                  </a:cubicBezTo>
                  <a:lnTo>
                    <a:pt x="95940" y="112358"/>
                  </a:lnTo>
                  <a:cubicBezTo>
                    <a:pt x="97218" y="109166"/>
                    <a:pt x="95940" y="105336"/>
                    <a:pt x="93384" y="104059"/>
                  </a:cubicBezTo>
                  <a:cubicBezTo>
                    <a:pt x="90189" y="102782"/>
                    <a:pt x="86355" y="104059"/>
                    <a:pt x="85077" y="106613"/>
                  </a:cubicBezTo>
                  <a:lnTo>
                    <a:pt x="85077" y="106613"/>
                  </a:lnTo>
                  <a:lnTo>
                    <a:pt x="83160" y="109805"/>
                  </a:lnTo>
                  <a:lnTo>
                    <a:pt x="81882" y="109166"/>
                  </a:lnTo>
                  <a:cubicBezTo>
                    <a:pt x="81243" y="109166"/>
                    <a:pt x="80604" y="108528"/>
                    <a:pt x="79965" y="108528"/>
                  </a:cubicBezTo>
                  <a:lnTo>
                    <a:pt x="79965" y="104697"/>
                  </a:lnTo>
                  <a:lnTo>
                    <a:pt x="84438" y="95760"/>
                  </a:lnTo>
                  <a:lnTo>
                    <a:pt x="88272" y="91930"/>
                  </a:lnTo>
                  <a:lnTo>
                    <a:pt x="91467" y="90653"/>
                  </a:lnTo>
                  <a:lnTo>
                    <a:pt x="96579" y="100229"/>
                  </a:lnTo>
                  <a:cubicBezTo>
                    <a:pt x="97857" y="102144"/>
                    <a:pt x="99774" y="104059"/>
                    <a:pt x="102330" y="103421"/>
                  </a:cubicBezTo>
                  <a:cubicBezTo>
                    <a:pt x="103608" y="103421"/>
                    <a:pt x="104247" y="103421"/>
                    <a:pt x="104886" y="102782"/>
                  </a:cubicBezTo>
                  <a:cubicBezTo>
                    <a:pt x="108081" y="101505"/>
                    <a:pt x="109359" y="97675"/>
                    <a:pt x="107442" y="94483"/>
                  </a:cubicBezTo>
                  <a:lnTo>
                    <a:pt x="103608" y="86184"/>
                  </a:lnTo>
                  <a:lnTo>
                    <a:pt x="103608" y="86184"/>
                  </a:lnTo>
                  <a:cubicBezTo>
                    <a:pt x="104247" y="85546"/>
                    <a:pt x="105525" y="85546"/>
                    <a:pt x="106164" y="84907"/>
                  </a:cubicBezTo>
                  <a:lnTo>
                    <a:pt x="117027" y="74054"/>
                  </a:lnTo>
                  <a:lnTo>
                    <a:pt x="127251" y="68947"/>
                  </a:lnTo>
                  <a:cubicBezTo>
                    <a:pt x="128529" y="68309"/>
                    <a:pt x="129168" y="67032"/>
                    <a:pt x="129807" y="65755"/>
                  </a:cubicBezTo>
                  <a:lnTo>
                    <a:pt x="135558" y="54264"/>
                  </a:lnTo>
                  <a:cubicBezTo>
                    <a:pt x="136836" y="51710"/>
                    <a:pt x="136197" y="49157"/>
                    <a:pt x="134280" y="47242"/>
                  </a:cubicBezTo>
                  <a:lnTo>
                    <a:pt x="122778" y="35750"/>
                  </a:lnTo>
                  <a:cubicBezTo>
                    <a:pt x="120861" y="33835"/>
                    <a:pt x="117027" y="33197"/>
                    <a:pt x="114471" y="35112"/>
                  </a:cubicBezTo>
                  <a:lnTo>
                    <a:pt x="104247" y="41496"/>
                  </a:lnTo>
                  <a:lnTo>
                    <a:pt x="104247" y="36389"/>
                  </a:lnTo>
                  <a:lnTo>
                    <a:pt x="112554" y="28090"/>
                  </a:lnTo>
                  <a:cubicBezTo>
                    <a:pt x="114471" y="26174"/>
                    <a:pt x="115110" y="23621"/>
                    <a:pt x="113832" y="21067"/>
                  </a:cubicBezTo>
                  <a:cubicBezTo>
                    <a:pt x="112554" y="18514"/>
                    <a:pt x="110637" y="17237"/>
                    <a:pt x="108081" y="17237"/>
                  </a:cubicBezTo>
                  <a:lnTo>
                    <a:pt x="88911" y="17237"/>
                  </a:lnTo>
                  <a:lnTo>
                    <a:pt x="88272" y="15960"/>
                  </a:lnTo>
                  <a:cubicBezTo>
                    <a:pt x="96579" y="14045"/>
                    <a:pt x="104886" y="12768"/>
                    <a:pt x="113193" y="12768"/>
                  </a:cubicBezTo>
                  <a:lnTo>
                    <a:pt x="114471" y="12768"/>
                  </a:lnTo>
                  <a:lnTo>
                    <a:pt x="113832" y="13406"/>
                  </a:lnTo>
                  <a:cubicBezTo>
                    <a:pt x="112554" y="14683"/>
                    <a:pt x="111915" y="16598"/>
                    <a:pt x="111915" y="19152"/>
                  </a:cubicBezTo>
                  <a:cubicBezTo>
                    <a:pt x="111915" y="21067"/>
                    <a:pt x="113832" y="22982"/>
                    <a:pt x="115110" y="23621"/>
                  </a:cubicBezTo>
                  <a:lnTo>
                    <a:pt x="124695" y="28090"/>
                  </a:lnTo>
                  <a:lnTo>
                    <a:pt x="129168" y="37666"/>
                  </a:lnTo>
                  <a:cubicBezTo>
                    <a:pt x="130446" y="39581"/>
                    <a:pt x="132363" y="41496"/>
                    <a:pt x="134919" y="41496"/>
                  </a:cubicBezTo>
                  <a:lnTo>
                    <a:pt x="146421" y="41496"/>
                  </a:lnTo>
                  <a:cubicBezTo>
                    <a:pt x="150254" y="41496"/>
                    <a:pt x="152810" y="38942"/>
                    <a:pt x="152810" y="35112"/>
                  </a:cubicBezTo>
                  <a:lnTo>
                    <a:pt x="152810" y="23621"/>
                  </a:lnTo>
                  <a:cubicBezTo>
                    <a:pt x="152810" y="22982"/>
                    <a:pt x="152810" y="21706"/>
                    <a:pt x="152171" y="21067"/>
                  </a:cubicBezTo>
                  <a:cubicBezTo>
                    <a:pt x="156005" y="22982"/>
                    <a:pt x="159839" y="24898"/>
                    <a:pt x="163673" y="26813"/>
                  </a:cubicBezTo>
                  <a:lnTo>
                    <a:pt x="163673" y="26813"/>
                  </a:lnTo>
                  <a:lnTo>
                    <a:pt x="175175" y="44050"/>
                  </a:lnTo>
                  <a:cubicBezTo>
                    <a:pt x="175814" y="44688"/>
                    <a:pt x="176453" y="45965"/>
                    <a:pt x="177731" y="45965"/>
                  </a:cubicBezTo>
                  <a:lnTo>
                    <a:pt x="185399" y="49795"/>
                  </a:lnTo>
                  <a:lnTo>
                    <a:pt x="185399" y="56818"/>
                  </a:lnTo>
                  <a:cubicBezTo>
                    <a:pt x="185399" y="58733"/>
                    <a:pt x="186038" y="60010"/>
                    <a:pt x="187316" y="61286"/>
                  </a:cubicBezTo>
                  <a:lnTo>
                    <a:pt x="191150" y="65117"/>
                  </a:lnTo>
                  <a:lnTo>
                    <a:pt x="191150" y="84907"/>
                  </a:lnTo>
                  <a:cubicBezTo>
                    <a:pt x="191150" y="86184"/>
                    <a:pt x="191150" y="86822"/>
                    <a:pt x="191789" y="88099"/>
                  </a:cubicBezTo>
                  <a:lnTo>
                    <a:pt x="196901" y="98952"/>
                  </a:lnTo>
                  <a:lnTo>
                    <a:pt x="202652" y="121296"/>
                  </a:lnTo>
                  <a:cubicBezTo>
                    <a:pt x="203291" y="124488"/>
                    <a:pt x="205847" y="126403"/>
                    <a:pt x="209042" y="126403"/>
                  </a:cubicBezTo>
                  <a:lnTo>
                    <a:pt x="213515" y="126403"/>
                  </a:lnTo>
                  <a:cubicBezTo>
                    <a:pt x="209681" y="164707"/>
                    <a:pt x="182843" y="197265"/>
                    <a:pt x="145782" y="210033"/>
                  </a:cubicBezTo>
                  <a:lnTo>
                    <a:pt x="145782" y="210033"/>
                  </a:lnTo>
                  <a:close/>
                </a:path>
              </a:pathLst>
            </a:custGeom>
            <a:solidFill>
              <a:srgbClr val="012169"/>
            </a:solidFill>
            <a:ln w="6390" cap="flat">
              <a:noFill/>
              <a:prstDash val="solid"/>
              <a:miter/>
            </a:ln>
          </p:spPr>
          <p:txBody>
            <a:bodyPr rtlCol="0" anchor="ctr"/>
            <a:lstStyle/>
            <a:p>
              <a:endParaRPr lang="en-US"/>
            </a:p>
          </p:txBody>
        </p:sp>
        <p:sp>
          <p:nvSpPr>
            <p:cNvPr id="415" name="Graphic 4">
              <a:extLst>
                <a:ext uri="{FF2B5EF4-FFF2-40B4-BE49-F238E27FC236}">
                  <a16:creationId xmlns:a16="http://schemas.microsoft.com/office/drawing/2014/main" id="{5B61236C-C5F7-7D4C-BDCC-8AC2B0B23FC5}"/>
                </a:ext>
              </a:extLst>
            </p:cNvPr>
            <p:cNvSpPr/>
            <p:nvPr/>
          </p:nvSpPr>
          <p:spPr>
            <a:xfrm>
              <a:off x="642188" y="2539710"/>
              <a:ext cx="30032" cy="12767"/>
            </a:xfrm>
            <a:custGeom>
              <a:avLst/>
              <a:gdLst>
                <a:gd name="connsiteX0" fmla="*/ 23643 w 30032"/>
                <a:gd name="connsiteY0" fmla="*/ 0 h 12767"/>
                <a:gd name="connsiteX1" fmla="*/ 6390 w 30032"/>
                <a:gd name="connsiteY1" fmla="*/ 0 h 12767"/>
                <a:gd name="connsiteX2" fmla="*/ 0 w 30032"/>
                <a:gd name="connsiteY2" fmla="*/ 6384 h 12767"/>
                <a:gd name="connsiteX3" fmla="*/ 6390 w 30032"/>
                <a:gd name="connsiteY3" fmla="*/ 12768 h 12767"/>
                <a:gd name="connsiteX4" fmla="*/ 23643 w 30032"/>
                <a:gd name="connsiteY4" fmla="*/ 12768 h 12767"/>
                <a:gd name="connsiteX5" fmla="*/ 30033 w 30032"/>
                <a:gd name="connsiteY5" fmla="*/ 6384 h 12767"/>
                <a:gd name="connsiteX6" fmla="*/ 23643 w 30032"/>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32" h="12767">
                  <a:moveTo>
                    <a:pt x="23643" y="0"/>
                  </a:moveTo>
                  <a:lnTo>
                    <a:pt x="6390" y="0"/>
                  </a:lnTo>
                  <a:cubicBezTo>
                    <a:pt x="2556" y="0"/>
                    <a:pt x="0" y="2554"/>
                    <a:pt x="0" y="6384"/>
                  </a:cubicBezTo>
                  <a:cubicBezTo>
                    <a:pt x="0" y="10214"/>
                    <a:pt x="2556" y="12768"/>
                    <a:pt x="6390" y="12768"/>
                  </a:cubicBezTo>
                  <a:lnTo>
                    <a:pt x="23643" y="12768"/>
                  </a:lnTo>
                  <a:cubicBezTo>
                    <a:pt x="27477" y="12768"/>
                    <a:pt x="30033" y="10214"/>
                    <a:pt x="30033" y="6384"/>
                  </a:cubicBezTo>
                  <a:cubicBezTo>
                    <a:pt x="30033" y="2554"/>
                    <a:pt x="26838" y="0"/>
                    <a:pt x="23643" y="0"/>
                  </a:cubicBezTo>
                  <a:close/>
                </a:path>
              </a:pathLst>
            </a:custGeom>
            <a:solidFill>
              <a:srgbClr val="012169"/>
            </a:solidFill>
            <a:ln w="6390" cap="flat">
              <a:noFill/>
              <a:prstDash val="solid"/>
              <a:miter/>
            </a:ln>
          </p:spPr>
          <p:txBody>
            <a:bodyPr rtlCol="0" anchor="ctr"/>
            <a:lstStyle/>
            <a:p>
              <a:endParaRPr lang="en-US"/>
            </a:p>
          </p:txBody>
        </p:sp>
      </p:grpSp>
      <p:grpSp>
        <p:nvGrpSpPr>
          <p:cNvPr id="416" name="Graphic 4">
            <a:extLst>
              <a:ext uri="{FF2B5EF4-FFF2-40B4-BE49-F238E27FC236}">
                <a16:creationId xmlns:a16="http://schemas.microsoft.com/office/drawing/2014/main" id="{91BA1986-AA68-974F-B2A7-85444ED8B5BE}"/>
              </a:ext>
            </a:extLst>
          </p:cNvPr>
          <p:cNvGrpSpPr/>
          <p:nvPr/>
        </p:nvGrpSpPr>
        <p:grpSpPr>
          <a:xfrm>
            <a:off x="905454" y="1893013"/>
            <a:ext cx="362309" cy="362610"/>
            <a:chOff x="905454" y="1893013"/>
            <a:chExt cx="362309" cy="362610"/>
          </a:xfrm>
          <a:solidFill>
            <a:srgbClr val="012169"/>
          </a:solidFill>
        </p:grpSpPr>
        <p:sp>
          <p:nvSpPr>
            <p:cNvPr id="417" name="Graphic 4">
              <a:extLst>
                <a:ext uri="{FF2B5EF4-FFF2-40B4-BE49-F238E27FC236}">
                  <a16:creationId xmlns:a16="http://schemas.microsoft.com/office/drawing/2014/main" id="{5F8B7E99-2C72-904F-BCF6-DE808D277922}"/>
                </a:ext>
              </a:extLst>
            </p:cNvPr>
            <p:cNvSpPr/>
            <p:nvPr/>
          </p:nvSpPr>
          <p:spPr>
            <a:xfrm>
              <a:off x="905454" y="189301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362309 w 362309"/>
                <a:gd name="connsiteY4" fmla="*/ 181305 h 362610"/>
                <a:gd name="connsiteX5" fmla="*/ 180835 w 362309"/>
                <a:gd name="connsiteY5" fmla="*/ 0 h 362610"/>
                <a:gd name="connsiteX6" fmla="*/ 180835 w 362309"/>
                <a:gd name="connsiteY6" fmla="*/ 294302 h 362610"/>
                <a:gd name="connsiteX7" fmla="*/ 164860 w 362309"/>
                <a:gd name="connsiteY7" fmla="*/ 293025 h 362610"/>
                <a:gd name="connsiteX8" fmla="*/ 164860 w 362309"/>
                <a:gd name="connsiteY8" fmla="*/ 293025 h 362610"/>
                <a:gd name="connsiteX9" fmla="*/ 162943 w 362309"/>
                <a:gd name="connsiteY9" fmla="*/ 292387 h 362610"/>
                <a:gd name="connsiteX10" fmla="*/ 151441 w 362309"/>
                <a:gd name="connsiteY10" fmla="*/ 289833 h 362610"/>
                <a:gd name="connsiteX11" fmla="*/ 150164 w 362309"/>
                <a:gd name="connsiteY11" fmla="*/ 289195 h 362610"/>
                <a:gd name="connsiteX12" fmla="*/ 71567 w 362309"/>
                <a:gd name="connsiteY12" fmla="*/ 149385 h 362610"/>
                <a:gd name="connsiteX13" fmla="*/ 79874 w 362309"/>
                <a:gd name="connsiteY13" fmla="*/ 127680 h 362610"/>
                <a:gd name="connsiteX14" fmla="*/ 80513 w 362309"/>
                <a:gd name="connsiteY14" fmla="*/ 126403 h 362610"/>
                <a:gd name="connsiteX15" fmla="*/ 161026 w 362309"/>
                <a:gd name="connsiteY15" fmla="*/ 67670 h 362610"/>
                <a:gd name="connsiteX16" fmla="*/ 162304 w 362309"/>
                <a:gd name="connsiteY16" fmla="*/ 67670 h 362610"/>
                <a:gd name="connsiteX17" fmla="*/ 180835 w 362309"/>
                <a:gd name="connsiteY17" fmla="*/ 66393 h 362610"/>
                <a:gd name="connsiteX18" fmla="*/ 228760 w 362309"/>
                <a:gd name="connsiteY18" fmla="*/ 77246 h 362610"/>
                <a:gd name="connsiteX19" fmla="*/ 229399 w 362309"/>
                <a:gd name="connsiteY19" fmla="*/ 77246 h 362610"/>
                <a:gd name="connsiteX20" fmla="*/ 230038 w 362309"/>
                <a:gd name="connsiteY20" fmla="*/ 77885 h 362610"/>
                <a:gd name="connsiteX21" fmla="*/ 270294 w 362309"/>
                <a:gd name="connsiteY21" fmla="*/ 110443 h 362610"/>
                <a:gd name="connsiteX22" fmla="*/ 272211 w 362309"/>
                <a:gd name="connsiteY22" fmla="*/ 112358 h 362610"/>
                <a:gd name="connsiteX23" fmla="*/ 286269 w 362309"/>
                <a:gd name="connsiteY23" fmla="*/ 137256 h 362610"/>
                <a:gd name="connsiteX24" fmla="*/ 286908 w 362309"/>
                <a:gd name="connsiteY24" fmla="*/ 138533 h 362610"/>
                <a:gd name="connsiteX25" fmla="*/ 223009 w 362309"/>
                <a:gd name="connsiteY25" fmla="*/ 285364 h 362610"/>
                <a:gd name="connsiteX26" fmla="*/ 180835 w 362309"/>
                <a:gd name="connsiteY26" fmla="*/ 294302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181305"/>
                    <a:pt x="362309" y="181305"/>
                    <a:pt x="362309" y="181305"/>
                  </a:cubicBezTo>
                  <a:cubicBezTo>
                    <a:pt x="361670" y="81077"/>
                    <a:pt x="281157" y="0"/>
                    <a:pt x="180835" y="0"/>
                  </a:cubicBezTo>
                  <a:close/>
                  <a:moveTo>
                    <a:pt x="180835" y="294302"/>
                  </a:moveTo>
                  <a:cubicBezTo>
                    <a:pt x="175723" y="294302"/>
                    <a:pt x="169972" y="293663"/>
                    <a:pt x="164860" y="293025"/>
                  </a:cubicBezTo>
                  <a:lnTo>
                    <a:pt x="164860" y="293025"/>
                  </a:lnTo>
                  <a:cubicBezTo>
                    <a:pt x="164221" y="293025"/>
                    <a:pt x="163582" y="293025"/>
                    <a:pt x="162943" y="292387"/>
                  </a:cubicBezTo>
                  <a:cubicBezTo>
                    <a:pt x="159110" y="291748"/>
                    <a:pt x="155275" y="291110"/>
                    <a:pt x="151441" y="289833"/>
                  </a:cubicBezTo>
                  <a:cubicBezTo>
                    <a:pt x="150803" y="289833"/>
                    <a:pt x="150164" y="289833"/>
                    <a:pt x="150164" y="289195"/>
                  </a:cubicBezTo>
                  <a:cubicBezTo>
                    <a:pt x="90098" y="272596"/>
                    <a:pt x="54954" y="210033"/>
                    <a:pt x="71567" y="149385"/>
                  </a:cubicBezTo>
                  <a:cubicBezTo>
                    <a:pt x="73484" y="141724"/>
                    <a:pt x="76679" y="134702"/>
                    <a:pt x="79874" y="127680"/>
                  </a:cubicBezTo>
                  <a:cubicBezTo>
                    <a:pt x="79874" y="127041"/>
                    <a:pt x="79874" y="127041"/>
                    <a:pt x="80513" y="126403"/>
                  </a:cubicBezTo>
                  <a:cubicBezTo>
                    <a:pt x="97127" y="95760"/>
                    <a:pt x="126521" y="74054"/>
                    <a:pt x="161026" y="67670"/>
                  </a:cubicBezTo>
                  <a:cubicBezTo>
                    <a:pt x="161665" y="67670"/>
                    <a:pt x="161665" y="67670"/>
                    <a:pt x="162304" y="67670"/>
                  </a:cubicBezTo>
                  <a:cubicBezTo>
                    <a:pt x="168055" y="66393"/>
                    <a:pt x="174445" y="66393"/>
                    <a:pt x="180835" y="66393"/>
                  </a:cubicBezTo>
                  <a:cubicBezTo>
                    <a:pt x="197449" y="66393"/>
                    <a:pt x="213424" y="70224"/>
                    <a:pt x="228760" y="77246"/>
                  </a:cubicBezTo>
                  <a:lnTo>
                    <a:pt x="229399" y="77246"/>
                  </a:lnTo>
                  <a:lnTo>
                    <a:pt x="230038" y="77885"/>
                  </a:lnTo>
                  <a:cubicBezTo>
                    <a:pt x="246013" y="85545"/>
                    <a:pt x="259431" y="97037"/>
                    <a:pt x="270294" y="110443"/>
                  </a:cubicBezTo>
                  <a:cubicBezTo>
                    <a:pt x="270933" y="111081"/>
                    <a:pt x="271572" y="111720"/>
                    <a:pt x="272211" y="112358"/>
                  </a:cubicBezTo>
                  <a:cubicBezTo>
                    <a:pt x="277962" y="120019"/>
                    <a:pt x="282435" y="128318"/>
                    <a:pt x="286269" y="137256"/>
                  </a:cubicBezTo>
                  <a:cubicBezTo>
                    <a:pt x="286269" y="137894"/>
                    <a:pt x="286908" y="137894"/>
                    <a:pt x="286908" y="138533"/>
                  </a:cubicBezTo>
                  <a:cubicBezTo>
                    <a:pt x="309912" y="196627"/>
                    <a:pt x="281157" y="262382"/>
                    <a:pt x="223009" y="285364"/>
                  </a:cubicBezTo>
                  <a:cubicBezTo>
                    <a:pt x="209590" y="291748"/>
                    <a:pt x="195532" y="294302"/>
                    <a:pt x="180835" y="294302"/>
                  </a:cubicBezTo>
                  <a:close/>
                </a:path>
              </a:pathLst>
            </a:custGeom>
            <a:solidFill>
              <a:srgbClr val="012169"/>
            </a:solidFill>
            <a:ln w="6390" cap="flat">
              <a:noFill/>
              <a:prstDash val="solid"/>
              <a:miter/>
            </a:ln>
          </p:spPr>
          <p:txBody>
            <a:bodyPr rtlCol="0" anchor="ctr"/>
            <a:lstStyle/>
            <a:p>
              <a:endParaRPr lang="en-US"/>
            </a:p>
          </p:txBody>
        </p:sp>
        <p:sp>
          <p:nvSpPr>
            <p:cNvPr id="418" name="Graphic 4">
              <a:extLst>
                <a:ext uri="{FF2B5EF4-FFF2-40B4-BE49-F238E27FC236}">
                  <a16:creationId xmlns:a16="http://schemas.microsoft.com/office/drawing/2014/main" id="{7A70C8BA-383B-3441-A73E-C657C2B4BC9F}"/>
                </a:ext>
              </a:extLst>
            </p:cNvPr>
            <p:cNvSpPr/>
            <p:nvPr/>
          </p:nvSpPr>
          <p:spPr>
            <a:xfrm>
              <a:off x="1172553" y="2023884"/>
              <a:ext cx="3834" cy="4468"/>
            </a:xfrm>
            <a:custGeom>
              <a:avLst/>
              <a:gdLst>
                <a:gd name="connsiteX0" fmla="*/ 3834 w 3834"/>
                <a:gd name="connsiteY0" fmla="*/ 4469 h 4468"/>
                <a:gd name="connsiteX1" fmla="*/ 1278 w 3834"/>
                <a:gd name="connsiteY1" fmla="*/ 0 h 4468"/>
                <a:gd name="connsiteX2" fmla="*/ 0 w 3834"/>
                <a:gd name="connsiteY2" fmla="*/ 3192 h 4468"/>
                <a:gd name="connsiteX3" fmla="*/ 639 w 3834"/>
                <a:gd name="connsiteY3" fmla="*/ 4469 h 4468"/>
                <a:gd name="connsiteX4" fmla="*/ 3834 w 3834"/>
                <a:gd name="connsiteY4" fmla="*/ 4469 h 4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4" h="4468">
                  <a:moveTo>
                    <a:pt x="3834" y="4469"/>
                  </a:moveTo>
                  <a:cubicBezTo>
                    <a:pt x="3195" y="3192"/>
                    <a:pt x="2556" y="1915"/>
                    <a:pt x="1278" y="0"/>
                  </a:cubicBezTo>
                  <a:lnTo>
                    <a:pt x="0" y="3192"/>
                  </a:lnTo>
                  <a:lnTo>
                    <a:pt x="639" y="4469"/>
                  </a:lnTo>
                  <a:lnTo>
                    <a:pt x="3834" y="4469"/>
                  </a:lnTo>
                  <a:close/>
                </a:path>
              </a:pathLst>
            </a:custGeom>
            <a:solidFill>
              <a:srgbClr val="012169"/>
            </a:solidFill>
            <a:ln w="6390" cap="flat">
              <a:noFill/>
              <a:prstDash val="solid"/>
              <a:miter/>
            </a:ln>
          </p:spPr>
          <p:txBody>
            <a:bodyPr rtlCol="0" anchor="ctr"/>
            <a:lstStyle/>
            <a:p>
              <a:endParaRPr lang="en-US"/>
            </a:p>
          </p:txBody>
        </p:sp>
        <p:sp>
          <p:nvSpPr>
            <p:cNvPr id="419" name="Graphic 4">
              <a:extLst>
                <a:ext uri="{FF2B5EF4-FFF2-40B4-BE49-F238E27FC236}">
                  <a16:creationId xmlns:a16="http://schemas.microsoft.com/office/drawing/2014/main" id="{93A0FCCD-6DFE-8146-90C7-18B040B699F7}"/>
                </a:ext>
              </a:extLst>
            </p:cNvPr>
            <p:cNvSpPr/>
            <p:nvPr/>
          </p:nvSpPr>
          <p:spPr>
            <a:xfrm>
              <a:off x="985328" y="2036652"/>
              <a:ext cx="66455" cy="131510"/>
            </a:xfrm>
            <a:custGeom>
              <a:avLst/>
              <a:gdLst>
                <a:gd name="connsiteX0" fmla="*/ 66455 w 66455"/>
                <a:gd name="connsiteY0" fmla="*/ 111720 h 131510"/>
                <a:gd name="connsiteX1" fmla="*/ 61343 w 66455"/>
                <a:gd name="connsiteY1" fmla="*/ 97037 h 131510"/>
                <a:gd name="connsiteX2" fmla="*/ 45369 w 66455"/>
                <a:gd name="connsiteY2" fmla="*/ 81077 h 131510"/>
                <a:gd name="connsiteX3" fmla="*/ 43452 w 66455"/>
                <a:gd name="connsiteY3" fmla="*/ 76608 h 131510"/>
                <a:gd name="connsiteX4" fmla="*/ 43452 w 66455"/>
                <a:gd name="connsiteY4" fmla="*/ 67670 h 131510"/>
                <a:gd name="connsiteX5" fmla="*/ 39618 w 66455"/>
                <a:gd name="connsiteY5" fmla="*/ 63840 h 131510"/>
                <a:gd name="connsiteX6" fmla="*/ 37701 w 66455"/>
                <a:gd name="connsiteY6" fmla="*/ 59371 h 131510"/>
                <a:gd name="connsiteX7" fmla="*/ 37701 w 66455"/>
                <a:gd name="connsiteY7" fmla="*/ 45965 h 131510"/>
                <a:gd name="connsiteX8" fmla="*/ 23643 w 66455"/>
                <a:gd name="connsiteY8" fmla="*/ 36389 h 131510"/>
                <a:gd name="connsiteX9" fmla="*/ 21087 w 66455"/>
                <a:gd name="connsiteY9" fmla="*/ 32558 h 131510"/>
                <a:gd name="connsiteX10" fmla="*/ 15975 w 66455"/>
                <a:gd name="connsiteY10" fmla="*/ 11491 h 131510"/>
                <a:gd name="connsiteX11" fmla="*/ 7029 w 66455"/>
                <a:gd name="connsiteY11" fmla="*/ 0 h 131510"/>
                <a:gd name="connsiteX12" fmla="*/ 0 w 66455"/>
                <a:gd name="connsiteY12" fmla="*/ 37027 h 131510"/>
                <a:gd name="connsiteX13" fmla="*/ 65816 w 66455"/>
                <a:gd name="connsiteY13" fmla="*/ 131510 h 131510"/>
                <a:gd name="connsiteX14" fmla="*/ 65816 w 66455"/>
                <a:gd name="connsiteY14" fmla="*/ 111720 h 1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455" h="131510">
                  <a:moveTo>
                    <a:pt x="66455" y="111720"/>
                  </a:moveTo>
                  <a:lnTo>
                    <a:pt x="61343" y="97037"/>
                  </a:lnTo>
                  <a:lnTo>
                    <a:pt x="45369" y="81077"/>
                  </a:lnTo>
                  <a:cubicBezTo>
                    <a:pt x="44091" y="79800"/>
                    <a:pt x="43452" y="78523"/>
                    <a:pt x="43452" y="76608"/>
                  </a:cubicBezTo>
                  <a:lnTo>
                    <a:pt x="43452" y="67670"/>
                  </a:lnTo>
                  <a:lnTo>
                    <a:pt x="39618" y="63840"/>
                  </a:lnTo>
                  <a:cubicBezTo>
                    <a:pt x="38340" y="62563"/>
                    <a:pt x="37701" y="61286"/>
                    <a:pt x="37701" y="59371"/>
                  </a:cubicBezTo>
                  <a:lnTo>
                    <a:pt x="37701" y="45965"/>
                  </a:lnTo>
                  <a:lnTo>
                    <a:pt x="23643" y="36389"/>
                  </a:lnTo>
                  <a:cubicBezTo>
                    <a:pt x="22365" y="35750"/>
                    <a:pt x="21087" y="34473"/>
                    <a:pt x="21087" y="32558"/>
                  </a:cubicBezTo>
                  <a:lnTo>
                    <a:pt x="15975" y="11491"/>
                  </a:lnTo>
                  <a:lnTo>
                    <a:pt x="7029" y="0"/>
                  </a:lnTo>
                  <a:cubicBezTo>
                    <a:pt x="2556" y="11491"/>
                    <a:pt x="0" y="24259"/>
                    <a:pt x="0" y="37027"/>
                  </a:cubicBezTo>
                  <a:cubicBezTo>
                    <a:pt x="0" y="79161"/>
                    <a:pt x="26838" y="116827"/>
                    <a:pt x="65816" y="131510"/>
                  </a:cubicBezTo>
                  <a:lnTo>
                    <a:pt x="65816" y="111720"/>
                  </a:lnTo>
                  <a:close/>
                </a:path>
              </a:pathLst>
            </a:custGeom>
            <a:solidFill>
              <a:srgbClr val="012169"/>
            </a:solidFill>
            <a:ln w="6390" cap="flat">
              <a:noFill/>
              <a:prstDash val="solid"/>
              <a:miter/>
            </a:ln>
          </p:spPr>
          <p:txBody>
            <a:bodyPr rtlCol="0" anchor="ctr"/>
            <a:lstStyle/>
            <a:p>
              <a:endParaRPr lang="en-US"/>
            </a:p>
          </p:txBody>
        </p:sp>
        <p:sp>
          <p:nvSpPr>
            <p:cNvPr id="420" name="Graphic 4">
              <a:extLst>
                <a:ext uri="{FF2B5EF4-FFF2-40B4-BE49-F238E27FC236}">
                  <a16:creationId xmlns:a16="http://schemas.microsoft.com/office/drawing/2014/main" id="{C6404498-C2DB-B34D-B9B2-267C8CA16FD7}"/>
                </a:ext>
              </a:extLst>
            </p:cNvPr>
            <p:cNvSpPr/>
            <p:nvPr/>
          </p:nvSpPr>
          <p:spPr>
            <a:xfrm>
              <a:off x="998747" y="1979835"/>
              <a:ext cx="104155" cy="191519"/>
            </a:xfrm>
            <a:custGeom>
              <a:avLst/>
              <a:gdLst>
                <a:gd name="connsiteX0" fmla="*/ 14058 w 104155"/>
                <a:gd name="connsiteY0" fmla="*/ 61925 h 191519"/>
                <a:gd name="connsiteX1" fmla="*/ 15336 w 104155"/>
                <a:gd name="connsiteY1" fmla="*/ 64478 h 191519"/>
                <a:gd name="connsiteX2" fmla="*/ 20448 w 104155"/>
                <a:gd name="connsiteY2" fmla="*/ 84269 h 191519"/>
                <a:gd name="connsiteX3" fmla="*/ 35145 w 104155"/>
                <a:gd name="connsiteY3" fmla="*/ 93845 h 191519"/>
                <a:gd name="connsiteX4" fmla="*/ 37701 w 104155"/>
                <a:gd name="connsiteY4" fmla="*/ 98952 h 191519"/>
                <a:gd name="connsiteX5" fmla="*/ 37701 w 104155"/>
                <a:gd name="connsiteY5" fmla="*/ 112997 h 191519"/>
                <a:gd name="connsiteX6" fmla="*/ 41535 w 104155"/>
                <a:gd name="connsiteY6" fmla="*/ 116827 h 191519"/>
                <a:gd name="connsiteX7" fmla="*/ 43452 w 104155"/>
                <a:gd name="connsiteY7" fmla="*/ 121296 h 191519"/>
                <a:gd name="connsiteX8" fmla="*/ 43452 w 104155"/>
                <a:gd name="connsiteY8" fmla="*/ 129595 h 191519"/>
                <a:gd name="connsiteX9" fmla="*/ 58787 w 104155"/>
                <a:gd name="connsiteY9" fmla="*/ 144916 h 191519"/>
                <a:gd name="connsiteX10" fmla="*/ 60065 w 104155"/>
                <a:gd name="connsiteY10" fmla="*/ 147470 h 191519"/>
                <a:gd name="connsiteX11" fmla="*/ 65816 w 104155"/>
                <a:gd name="connsiteY11" fmla="*/ 164068 h 191519"/>
                <a:gd name="connsiteX12" fmla="*/ 65816 w 104155"/>
                <a:gd name="connsiteY12" fmla="*/ 165984 h 191519"/>
                <a:gd name="connsiteX13" fmla="*/ 65816 w 104155"/>
                <a:gd name="connsiteY13" fmla="*/ 190881 h 191519"/>
                <a:gd name="connsiteX14" fmla="*/ 69011 w 104155"/>
                <a:gd name="connsiteY14" fmla="*/ 191519 h 191519"/>
                <a:gd name="connsiteX15" fmla="*/ 81152 w 104155"/>
                <a:gd name="connsiteY15" fmla="*/ 174921 h 191519"/>
                <a:gd name="connsiteX16" fmla="*/ 81152 w 104155"/>
                <a:gd name="connsiteY16" fmla="*/ 165984 h 191519"/>
                <a:gd name="connsiteX17" fmla="*/ 83069 w 104155"/>
                <a:gd name="connsiteY17" fmla="*/ 161515 h 191519"/>
                <a:gd name="connsiteX18" fmla="*/ 88181 w 104155"/>
                <a:gd name="connsiteY18" fmla="*/ 156408 h 191519"/>
                <a:gd name="connsiteX19" fmla="*/ 93293 w 104155"/>
                <a:gd name="connsiteY19" fmla="*/ 146193 h 191519"/>
                <a:gd name="connsiteX20" fmla="*/ 94571 w 104155"/>
                <a:gd name="connsiteY20" fmla="*/ 144278 h 191519"/>
                <a:gd name="connsiteX21" fmla="*/ 99683 w 104155"/>
                <a:gd name="connsiteY21" fmla="*/ 139171 h 191519"/>
                <a:gd name="connsiteX22" fmla="*/ 104156 w 104155"/>
                <a:gd name="connsiteY22" fmla="*/ 130233 h 191519"/>
                <a:gd name="connsiteX23" fmla="*/ 104156 w 104155"/>
                <a:gd name="connsiteY23" fmla="*/ 130872 h 191519"/>
                <a:gd name="connsiteX24" fmla="*/ 100961 w 104155"/>
                <a:gd name="connsiteY24" fmla="*/ 127680 h 191519"/>
                <a:gd name="connsiteX25" fmla="*/ 90737 w 104155"/>
                <a:gd name="connsiteY25" fmla="*/ 122573 h 191519"/>
                <a:gd name="connsiteX26" fmla="*/ 88181 w 104155"/>
                <a:gd name="connsiteY26" fmla="*/ 120657 h 191519"/>
                <a:gd name="connsiteX27" fmla="*/ 78596 w 104155"/>
                <a:gd name="connsiteY27" fmla="*/ 105336 h 191519"/>
                <a:gd name="connsiteX28" fmla="*/ 64538 w 104155"/>
                <a:gd name="connsiteY28" fmla="*/ 100867 h 191519"/>
                <a:gd name="connsiteX29" fmla="*/ 48563 w 104155"/>
                <a:gd name="connsiteY29" fmla="*/ 100867 h 191519"/>
                <a:gd name="connsiteX30" fmla="*/ 44091 w 104155"/>
                <a:gd name="connsiteY30" fmla="*/ 98952 h 191519"/>
                <a:gd name="connsiteX31" fmla="*/ 27477 w 104155"/>
                <a:gd name="connsiteY31" fmla="*/ 82353 h 191519"/>
                <a:gd name="connsiteX32" fmla="*/ 25560 w 104155"/>
                <a:gd name="connsiteY32" fmla="*/ 77885 h 191519"/>
                <a:gd name="connsiteX33" fmla="*/ 25560 w 104155"/>
                <a:gd name="connsiteY33" fmla="*/ 72139 h 191519"/>
                <a:gd name="connsiteX34" fmla="*/ 30033 w 104155"/>
                <a:gd name="connsiteY34" fmla="*/ 65755 h 191519"/>
                <a:gd name="connsiteX35" fmla="*/ 45368 w 104155"/>
                <a:gd name="connsiteY35" fmla="*/ 60648 h 191519"/>
                <a:gd name="connsiteX36" fmla="*/ 54953 w 104155"/>
                <a:gd name="connsiteY36" fmla="*/ 51072 h 191519"/>
                <a:gd name="connsiteX37" fmla="*/ 65816 w 104155"/>
                <a:gd name="connsiteY37" fmla="*/ 34473 h 191519"/>
                <a:gd name="connsiteX38" fmla="*/ 66455 w 104155"/>
                <a:gd name="connsiteY38" fmla="*/ 33835 h 191519"/>
                <a:gd name="connsiteX39" fmla="*/ 70289 w 104155"/>
                <a:gd name="connsiteY39" fmla="*/ 30005 h 191519"/>
                <a:gd name="connsiteX40" fmla="*/ 70289 w 104155"/>
                <a:gd name="connsiteY40" fmla="*/ 26174 h 191519"/>
                <a:gd name="connsiteX41" fmla="*/ 57509 w 104155"/>
                <a:gd name="connsiteY41" fmla="*/ 22344 h 191519"/>
                <a:gd name="connsiteX42" fmla="*/ 53036 w 104155"/>
                <a:gd name="connsiteY42" fmla="*/ 15960 h 191519"/>
                <a:gd name="connsiteX43" fmla="*/ 53036 w 104155"/>
                <a:gd name="connsiteY43" fmla="*/ 4469 h 191519"/>
                <a:gd name="connsiteX44" fmla="*/ 54314 w 104155"/>
                <a:gd name="connsiteY44" fmla="*/ 1277 h 191519"/>
                <a:gd name="connsiteX45" fmla="*/ 54953 w 104155"/>
                <a:gd name="connsiteY45" fmla="*/ 0 h 191519"/>
                <a:gd name="connsiteX46" fmla="*/ 0 w 104155"/>
                <a:gd name="connsiteY46" fmla="*/ 45326 h 191519"/>
                <a:gd name="connsiteX47" fmla="*/ 14058 w 104155"/>
                <a:gd name="connsiteY47" fmla="*/ 61925 h 191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04155" h="191519">
                  <a:moveTo>
                    <a:pt x="14058" y="61925"/>
                  </a:moveTo>
                  <a:cubicBezTo>
                    <a:pt x="14697" y="62563"/>
                    <a:pt x="14697" y="63201"/>
                    <a:pt x="15336" y="64478"/>
                  </a:cubicBezTo>
                  <a:lnTo>
                    <a:pt x="20448" y="84269"/>
                  </a:lnTo>
                  <a:lnTo>
                    <a:pt x="35145" y="93845"/>
                  </a:lnTo>
                  <a:cubicBezTo>
                    <a:pt x="37062" y="95121"/>
                    <a:pt x="38340" y="97037"/>
                    <a:pt x="37701" y="98952"/>
                  </a:cubicBezTo>
                  <a:lnTo>
                    <a:pt x="37701" y="112997"/>
                  </a:lnTo>
                  <a:lnTo>
                    <a:pt x="41535" y="116827"/>
                  </a:lnTo>
                  <a:cubicBezTo>
                    <a:pt x="42813" y="118104"/>
                    <a:pt x="43452" y="119381"/>
                    <a:pt x="43452" y="121296"/>
                  </a:cubicBezTo>
                  <a:lnTo>
                    <a:pt x="43452" y="129595"/>
                  </a:lnTo>
                  <a:lnTo>
                    <a:pt x="58787" y="144916"/>
                  </a:lnTo>
                  <a:cubicBezTo>
                    <a:pt x="59426" y="145555"/>
                    <a:pt x="60065" y="146193"/>
                    <a:pt x="60065" y="147470"/>
                  </a:cubicBezTo>
                  <a:lnTo>
                    <a:pt x="65816" y="164068"/>
                  </a:lnTo>
                  <a:cubicBezTo>
                    <a:pt x="65816" y="164707"/>
                    <a:pt x="65816" y="165345"/>
                    <a:pt x="65816" y="165984"/>
                  </a:cubicBezTo>
                  <a:lnTo>
                    <a:pt x="65816" y="190881"/>
                  </a:lnTo>
                  <a:lnTo>
                    <a:pt x="69011" y="191519"/>
                  </a:lnTo>
                  <a:lnTo>
                    <a:pt x="81152" y="174921"/>
                  </a:lnTo>
                  <a:lnTo>
                    <a:pt x="81152" y="165984"/>
                  </a:lnTo>
                  <a:cubicBezTo>
                    <a:pt x="81152" y="164068"/>
                    <a:pt x="81791" y="162792"/>
                    <a:pt x="83069" y="161515"/>
                  </a:cubicBezTo>
                  <a:lnTo>
                    <a:pt x="88181" y="156408"/>
                  </a:lnTo>
                  <a:lnTo>
                    <a:pt x="93293" y="146193"/>
                  </a:lnTo>
                  <a:cubicBezTo>
                    <a:pt x="93293" y="145555"/>
                    <a:pt x="93932" y="144916"/>
                    <a:pt x="94571" y="144278"/>
                  </a:cubicBezTo>
                  <a:lnTo>
                    <a:pt x="99683" y="139171"/>
                  </a:lnTo>
                  <a:lnTo>
                    <a:pt x="104156" y="130233"/>
                  </a:lnTo>
                  <a:lnTo>
                    <a:pt x="104156" y="130872"/>
                  </a:lnTo>
                  <a:lnTo>
                    <a:pt x="100961" y="127680"/>
                  </a:lnTo>
                  <a:lnTo>
                    <a:pt x="90737" y="122573"/>
                  </a:lnTo>
                  <a:cubicBezTo>
                    <a:pt x="89459" y="121934"/>
                    <a:pt x="88820" y="121296"/>
                    <a:pt x="88181" y="120657"/>
                  </a:cubicBezTo>
                  <a:lnTo>
                    <a:pt x="78596" y="105336"/>
                  </a:lnTo>
                  <a:lnTo>
                    <a:pt x="64538" y="100867"/>
                  </a:lnTo>
                  <a:lnTo>
                    <a:pt x="48563" y="100867"/>
                  </a:lnTo>
                  <a:cubicBezTo>
                    <a:pt x="46647" y="100867"/>
                    <a:pt x="45368" y="100229"/>
                    <a:pt x="44091" y="98952"/>
                  </a:cubicBezTo>
                  <a:lnTo>
                    <a:pt x="27477" y="82353"/>
                  </a:lnTo>
                  <a:cubicBezTo>
                    <a:pt x="26199" y="81077"/>
                    <a:pt x="25560" y="79800"/>
                    <a:pt x="25560" y="77885"/>
                  </a:cubicBezTo>
                  <a:lnTo>
                    <a:pt x="25560" y="72139"/>
                  </a:lnTo>
                  <a:cubicBezTo>
                    <a:pt x="25560" y="69585"/>
                    <a:pt x="27477" y="67032"/>
                    <a:pt x="30033" y="65755"/>
                  </a:cubicBezTo>
                  <a:lnTo>
                    <a:pt x="45368" y="60648"/>
                  </a:lnTo>
                  <a:lnTo>
                    <a:pt x="54953" y="51072"/>
                  </a:lnTo>
                  <a:lnTo>
                    <a:pt x="65816" y="34473"/>
                  </a:lnTo>
                  <a:lnTo>
                    <a:pt x="66455" y="33835"/>
                  </a:lnTo>
                  <a:lnTo>
                    <a:pt x="70289" y="30005"/>
                  </a:lnTo>
                  <a:lnTo>
                    <a:pt x="70289" y="26174"/>
                  </a:lnTo>
                  <a:lnTo>
                    <a:pt x="57509" y="22344"/>
                  </a:lnTo>
                  <a:cubicBezTo>
                    <a:pt x="54953" y="21706"/>
                    <a:pt x="53036" y="19152"/>
                    <a:pt x="53036" y="15960"/>
                  </a:cubicBezTo>
                  <a:lnTo>
                    <a:pt x="53036" y="4469"/>
                  </a:lnTo>
                  <a:cubicBezTo>
                    <a:pt x="53036" y="3192"/>
                    <a:pt x="53675" y="1915"/>
                    <a:pt x="54314" y="1277"/>
                  </a:cubicBezTo>
                  <a:lnTo>
                    <a:pt x="54953" y="0"/>
                  </a:lnTo>
                  <a:cubicBezTo>
                    <a:pt x="31950" y="7661"/>
                    <a:pt x="12141" y="24259"/>
                    <a:pt x="0" y="45326"/>
                  </a:cubicBezTo>
                  <a:lnTo>
                    <a:pt x="14058" y="61925"/>
                  </a:lnTo>
                  <a:close/>
                </a:path>
              </a:pathLst>
            </a:custGeom>
            <a:solidFill>
              <a:srgbClr val="012169"/>
            </a:solidFill>
            <a:ln w="6390" cap="flat">
              <a:noFill/>
              <a:prstDash val="solid"/>
              <a:miter/>
            </a:ln>
          </p:spPr>
          <p:txBody>
            <a:bodyPr rtlCol="0" anchor="ctr"/>
            <a:lstStyle/>
            <a:p>
              <a:endParaRPr lang="en-US"/>
            </a:p>
          </p:txBody>
        </p:sp>
        <p:sp>
          <p:nvSpPr>
            <p:cNvPr id="421" name="Graphic 4">
              <a:extLst>
                <a:ext uri="{FF2B5EF4-FFF2-40B4-BE49-F238E27FC236}">
                  <a16:creationId xmlns:a16="http://schemas.microsoft.com/office/drawing/2014/main" id="{F432888E-380E-0345-B11D-274F06812818}"/>
                </a:ext>
              </a:extLst>
            </p:cNvPr>
            <p:cNvSpPr/>
            <p:nvPr/>
          </p:nvSpPr>
          <p:spPr>
            <a:xfrm>
              <a:off x="1132296" y="1986219"/>
              <a:ext cx="55592" cy="137255"/>
            </a:xfrm>
            <a:custGeom>
              <a:avLst/>
              <a:gdLst>
                <a:gd name="connsiteX0" fmla="*/ 38979 w 55592"/>
                <a:gd name="connsiteY0" fmla="*/ 54902 h 137255"/>
                <a:gd name="connsiteX1" fmla="*/ 34506 w 55592"/>
                <a:gd name="connsiteY1" fmla="*/ 52987 h 137255"/>
                <a:gd name="connsiteX2" fmla="*/ 28755 w 55592"/>
                <a:gd name="connsiteY2" fmla="*/ 47241 h 137255"/>
                <a:gd name="connsiteX3" fmla="*/ 27477 w 55592"/>
                <a:gd name="connsiteY3" fmla="*/ 40857 h 137255"/>
                <a:gd name="connsiteX4" fmla="*/ 32589 w 55592"/>
                <a:gd name="connsiteY4" fmla="*/ 24897 h 137255"/>
                <a:gd name="connsiteX5" fmla="*/ 2556 w 55592"/>
                <a:gd name="connsiteY5" fmla="*/ 0 h 137255"/>
                <a:gd name="connsiteX6" fmla="*/ 0 w 55592"/>
                <a:gd name="connsiteY6" fmla="*/ 5107 h 137255"/>
                <a:gd name="connsiteX7" fmla="*/ 7668 w 55592"/>
                <a:gd name="connsiteY7" fmla="*/ 8938 h 137255"/>
                <a:gd name="connsiteX8" fmla="*/ 9585 w 55592"/>
                <a:gd name="connsiteY8" fmla="*/ 10214 h 137255"/>
                <a:gd name="connsiteX9" fmla="*/ 15336 w 55592"/>
                <a:gd name="connsiteY9" fmla="*/ 15960 h 137255"/>
                <a:gd name="connsiteX10" fmla="*/ 17253 w 55592"/>
                <a:gd name="connsiteY10" fmla="*/ 20429 h 137255"/>
                <a:gd name="connsiteX11" fmla="*/ 17253 w 55592"/>
                <a:gd name="connsiteY11" fmla="*/ 31920 h 137255"/>
                <a:gd name="connsiteX12" fmla="*/ 16614 w 55592"/>
                <a:gd name="connsiteY12" fmla="*/ 35112 h 137255"/>
                <a:gd name="connsiteX13" fmla="*/ 12780 w 55592"/>
                <a:gd name="connsiteY13" fmla="*/ 42773 h 137255"/>
                <a:gd name="connsiteX14" fmla="*/ 16614 w 55592"/>
                <a:gd name="connsiteY14" fmla="*/ 42773 h 137255"/>
                <a:gd name="connsiteX15" fmla="*/ 21087 w 55592"/>
                <a:gd name="connsiteY15" fmla="*/ 44688 h 137255"/>
                <a:gd name="connsiteX16" fmla="*/ 26838 w 55592"/>
                <a:gd name="connsiteY16" fmla="*/ 50433 h 137255"/>
                <a:gd name="connsiteX17" fmla="*/ 28116 w 55592"/>
                <a:gd name="connsiteY17" fmla="*/ 57456 h 137255"/>
                <a:gd name="connsiteX18" fmla="*/ 22365 w 55592"/>
                <a:gd name="connsiteY18" fmla="*/ 68947 h 137255"/>
                <a:gd name="connsiteX19" fmla="*/ 21087 w 55592"/>
                <a:gd name="connsiteY19" fmla="*/ 70862 h 137255"/>
                <a:gd name="connsiteX20" fmla="*/ 17253 w 55592"/>
                <a:gd name="connsiteY20" fmla="*/ 74693 h 137255"/>
                <a:gd name="connsiteX21" fmla="*/ 17253 w 55592"/>
                <a:gd name="connsiteY21" fmla="*/ 84907 h 137255"/>
                <a:gd name="connsiteX22" fmla="*/ 24921 w 55592"/>
                <a:gd name="connsiteY22" fmla="*/ 88737 h 137255"/>
                <a:gd name="connsiteX23" fmla="*/ 26838 w 55592"/>
                <a:gd name="connsiteY23" fmla="*/ 90014 h 137255"/>
                <a:gd name="connsiteX24" fmla="*/ 30672 w 55592"/>
                <a:gd name="connsiteY24" fmla="*/ 93845 h 137255"/>
                <a:gd name="connsiteX25" fmla="*/ 33867 w 55592"/>
                <a:gd name="connsiteY25" fmla="*/ 93845 h 137255"/>
                <a:gd name="connsiteX26" fmla="*/ 38340 w 55592"/>
                <a:gd name="connsiteY26" fmla="*/ 95760 h 137255"/>
                <a:gd name="connsiteX27" fmla="*/ 44091 w 55592"/>
                <a:gd name="connsiteY27" fmla="*/ 101505 h 137255"/>
                <a:gd name="connsiteX28" fmla="*/ 45369 w 55592"/>
                <a:gd name="connsiteY28" fmla="*/ 107889 h 137255"/>
                <a:gd name="connsiteX29" fmla="*/ 40257 w 55592"/>
                <a:gd name="connsiteY29" fmla="*/ 123849 h 137255"/>
                <a:gd name="connsiteX30" fmla="*/ 40257 w 55592"/>
                <a:gd name="connsiteY30" fmla="*/ 132149 h 137255"/>
                <a:gd name="connsiteX31" fmla="*/ 43452 w 55592"/>
                <a:gd name="connsiteY31" fmla="*/ 137256 h 137255"/>
                <a:gd name="connsiteX32" fmla="*/ 55592 w 55592"/>
                <a:gd name="connsiteY32" fmla="*/ 89376 h 137255"/>
                <a:gd name="connsiteX33" fmla="*/ 49842 w 55592"/>
                <a:gd name="connsiteY33" fmla="*/ 56179 h 137255"/>
                <a:gd name="connsiteX34" fmla="*/ 38979 w 55592"/>
                <a:gd name="connsiteY34" fmla="*/ 56179 h 13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5592" h="137255">
                  <a:moveTo>
                    <a:pt x="38979" y="54902"/>
                  </a:moveTo>
                  <a:cubicBezTo>
                    <a:pt x="37062" y="54902"/>
                    <a:pt x="35784" y="54264"/>
                    <a:pt x="34506" y="52987"/>
                  </a:cubicBezTo>
                  <a:lnTo>
                    <a:pt x="28755" y="47241"/>
                  </a:lnTo>
                  <a:cubicBezTo>
                    <a:pt x="26838" y="45326"/>
                    <a:pt x="26199" y="43411"/>
                    <a:pt x="27477" y="40857"/>
                  </a:cubicBezTo>
                  <a:lnTo>
                    <a:pt x="32589" y="24897"/>
                  </a:lnTo>
                  <a:cubicBezTo>
                    <a:pt x="24282" y="14683"/>
                    <a:pt x="14058" y="6384"/>
                    <a:pt x="2556" y="0"/>
                  </a:cubicBezTo>
                  <a:lnTo>
                    <a:pt x="0" y="5107"/>
                  </a:lnTo>
                  <a:lnTo>
                    <a:pt x="7668" y="8938"/>
                  </a:lnTo>
                  <a:cubicBezTo>
                    <a:pt x="8307" y="8938"/>
                    <a:pt x="8946" y="9576"/>
                    <a:pt x="9585" y="10214"/>
                  </a:cubicBezTo>
                  <a:lnTo>
                    <a:pt x="15336" y="15960"/>
                  </a:lnTo>
                  <a:cubicBezTo>
                    <a:pt x="16614" y="17237"/>
                    <a:pt x="17253" y="18514"/>
                    <a:pt x="17253" y="20429"/>
                  </a:cubicBezTo>
                  <a:lnTo>
                    <a:pt x="17253" y="31920"/>
                  </a:lnTo>
                  <a:cubicBezTo>
                    <a:pt x="17253" y="33197"/>
                    <a:pt x="17253" y="33835"/>
                    <a:pt x="16614" y="35112"/>
                  </a:cubicBezTo>
                  <a:lnTo>
                    <a:pt x="12780" y="42773"/>
                  </a:lnTo>
                  <a:lnTo>
                    <a:pt x="16614" y="42773"/>
                  </a:lnTo>
                  <a:cubicBezTo>
                    <a:pt x="18531" y="42773"/>
                    <a:pt x="19809" y="43411"/>
                    <a:pt x="21087" y="44688"/>
                  </a:cubicBezTo>
                  <a:lnTo>
                    <a:pt x="26838" y="50433"/>
                  </a:lnTo>
                  <a:cubicBezTo>
                    <a:pt x="28755" y="52349"/>
                    <a:pt x="29394" y="55541"/>
                    <a:pt x="28116" y="57456"/>
                  </a:cubicBezTo>
                  <a:lnTo>
                    <a:pt x="22365" y="68947"/>
                  </a:lnTo>
                  <a:cubicBezTo>
                    <a:pt x="22365" y="69585"/>
                    <a:pt x="21726" y="70224"/>
                    <a:pt x="21087" y="70862"/>
                  </a:cubicBezTo>
                  <a:lnTo>
                    <a:pt x="17253" y="74693"/>
                  </a:lnTo>
                  <a:lnTo>
                    <a:pt x="17253" y="84907"/>
                  </a:lnTo>
                  <a:lnTo>
                    <a:pt x="24921" y="88737"/>
                  </a:lnTo>
                  <a:cubicBezTo>
                    <a:pt x="25560" y="89376"/>
                    <a:pt x="26199" y="89376"/>
                    <a:pt x="26838" y="90014"/>
                  </a:cubicBezTo>
                  <a:lnTo>
                    <a:pt x="30672" y="93845"/>
                  </a:lnTo>
                  <a:lnTo>
                    <a:pt x="33867" y="93845"/>
                  </a:lnTo>
                  <a:cubicBezTo>
                    <a:pt x="35784" y="93845"/>
                    <a:pt x="37062" y="94483"/>
                    <a:pt x="38340" y="95760"/>
                  </a:cubicBezTo>
                  <a:lnTo>
                    <a:pt x="44091" y="101505"/>
                  </a:lnTo>
                  <a:cubicBezTo>
                    <a:pt x="46008" y="103421"/>
                    <a:pt x="46647" y="105336"/>
                    <a:pt x="45369" y="107889"/>
                  </a:cubicBezTo>
                  <a:lnTo>
                    <a:pt x="40257" y="123849"/>
                  </a:lnTo>
                  <a:lnTo>
                    <a:pt x="40257" y="132149"/>
                  </a:lnTo>
                  <a:lnTo>
                    <a:pt x="43452" y="137256"/>
                  </a:lnTo>
                  <a:cubicBezTo>
                    <a:pt x="51759" y="122573"/>
                    <a:pt x="55592" y="105974"/>
                    <a:pt x="55592" y="89376"/>
                  </a:cubicBezTo>
                  <a:cubicBezTo>
                    <a:pt x="55592" y="77885"/>
                    <a:pt x="53676" y="67032"/>
                    <a:pt x="49842" y="56179"/>
                  </a:cubicBezTo>
                  <a:lnTo>
                    <a:pt x="38979" y="56179"/>
                  </a:lnTo>
                  <a:close/>
                </a:path>
              </a:pathLst>
            </a:custGeom>
            <a:solidFill>
              <a:srgbClr val="012169"/>
            </a:solidFill>
            <a:ln w="6390" cap="flat">
              <a:noFill/>
              <a:prstDash val="solid"/>
              <a:miter/>
            </a:ln>
          </p:spPr>
          <p:txBody>
            <a:bodyPr rtlCol="0" anchor="ctr"/>
            <a:lstStyle/>
            <a:p>
              <a:endParaRPr lang="en-US"/>
            </a:p>
          </p:txBody>
        </p:sp>
        <p:sp>
          <p:nvSpPr>
            <p:cNvPr id="422" name="Graphic 4">
              <a:extLst>
                <a:ext uri="{FF2B5EF4-FFF2-40B4-BE49-F238E27FC236}">
                  <a16:creationId xmlns:a16="http://schemas.microsoft.com/office/drawing/2014/main" id="{6F4DED7D-6186-6D4A-A171-16CA9D254DA3}"/>
                </a:ext>
              </a:extLst>
            </p:cNvPr>
            <p:cNvSpPr/>
            <p:nvPr/>
          </p:nvSpPr>
          <p:spPr>
            <a:xfrm>
              <a:off x="1037725" y="1972813"/>
              <a:ext cx="129076" cy="203010"/>
            </a:xfrm>
            <a:custGeom>
              <a:avLst/>
              <a:gdLst>
                <a:gd name="connsiteX0" fmla="*/ 122687 w 129076"/>
                <a:gd name="connsiteY0" fmla="*/ 150024 h 203010"/>
                <a:gd name="connsiteX1" fmla="*/ 121409 w 129076"/>
                <a:gd name="connsiteY1" fmla="*/ 146193 h 203010"/>
                <a:gd name="connsiteX2" fmla="*/ 121409 w 129076"/>
                <a:gd name="connsiteY2" fmla="*/ 134702 h 203010"/>
                <a:gd name="connsiteX3" fmla="*/ 122048 w 129076"/>
                <a:gd name="connsiteY3" fmla="*/ 132787 h 203010"/>
                <a:gd name="connsiteX4" fmla="*/ 126521 w 129076"/>
                <a:gd name="connsiteY4" fmla="*/ 119381 h 203010"/>
                <a:gd name="connsiteX5" fmla="*/ 125243 w 129076"/>
                <a:gd name="connsiteY5" fmla="*/ 118742 h 203010"/>
                <a:gd name="connsiteX6" fmla="*/ 122048 w 129076"/>
                <a:gd name="connsiteY6" fmla="*/ 118742 h 203010"/>
                <a:gd name="connsiteX7" fmla="*/ 117575 w 129076"/>
                <a:gd name="connsiteY7" fmla="*/ 116827 h 203010"/>
                <a:gd name="connsiteX8" fmla="*/ 112463 w 129076"/>
                <a:gd name="connsiteY8" fmla="*/ 112358 h 203010"/>
                <a:gd name="connsiteX9" fmla="*/ 102239 w 129076"/>
                <a:gd name="connsiteY9" fmla="*/ 107251 h 203010"/>
                <a:gd name="connsiteX10" fmla="*/ 98405 w 129076"/>
                <a:gd name="connsiteY10" fmla="*/ 101505 h 203010"/>
                <a:gd name="connsiteX11" fmla="*/ 98405 w 129076"/>
                <a:gd name="connsiteY11" fmla="*/ 84269 h 203010"/>
                <a:gd name="connsiteX12" fmla="*/ 100322 w 129076"/>
                <a:gd name="connsiteY12" fmla="*/ 79800 h 203010"/>
                <a:gd name="connsiteX13" fmla="*/ 105434 w 129076"/>
                <a:gd name="connsiteY13" fmla="*/ 74693 h 203010"/>
                <a:gd name="connsiteX14" fmla="*/ 108629 w 129076"/>
                <a:gd name="connsiteY14" fmla="*/ 68309 h 203010"/>
                <a:gd name="connsiteX15" fmla="*/ 107990 w 129076"/>
                <a:gd name="connsiteY15" fmla="*/ 67670 h 203010"/>
                <a:gd name="connsiteX16" fmla="*/ 99683 w 129076"/>
                <a:gd name="connsiteY16" fmla="*/ 67670 h 203010"/>
                <a:gd name="connsiteX17" fmla="*/ 93293 w 129076"/>
                <a:gd name="connsiteY17" fmla="*/ 61286 h 203010"/>
                <a:gd name="connsiteX18" fmla="*/ 93293 w 129076"/>
                <a:gd name="connsiteY18" fmla="*/ 55541 h 203010"/>
                <a:gd name="connsiteX19" fmla="*/ 93932 w 129076"/>
                <a:gd name="connsiteY19" fmla="*/ 52987 h 203010"/>
                <a:gd name="connsiteX20" fmla="*/ 99044 w 129076"/>
                <a:gd name="connsiteY20" fmla="*/ 42773 h 203010"/>
                <a:gd name="connsiteX21" fmla="*/ 99044 w 129076"/>
                <a:gd name="connsiteY21" fmla="*/ 35750 h 203010"/>
                <a:gd name="connsiteX22" fmla="*/ 95849 w 129076"/>
                <a:gd name="connsiteY22" fmla="*/ 32558 h 203010"/>
                <a:gd name="connsiteX23" fmla="*/ 85625 w 129076"/>
                <a:gd name="connsiteY23" fmla="*/ 27451 h 203010"/>
                <a:gd name="connsiteX24" fmla="*/ 81791 w 129076"/>
                <a:gd name="connsiteY24" fmla="*/ 21706 h 203010"/>
                <a:gd name="connsiteX25" fmla="*/ 81791 w 129076"/>
                <a:gd name="connsiteY25" fmla="*/ 16598 h 203010"/>
                <a:gd name="connsiteX26" fmla="*/ 82430 w 129076"/>
                <a:gd name="connsiteY26" fmla="*/ 13406 h 203010"/>
                <a:gd name="connsiteX27" fmla="*/ 85625 w 129076"/>
                <a:gd name="connsiteY27" fmla="*/ 7022 h 203010"/>
                <a:gd name="connsiteX28" fmla="*/ 48564 w 129076"/>
                <a:gd name="connsiteY28" fmla="*/ 0 h 203010"/>
                <a:gd name="connsiteX29" fmla="*/ 34506 w 129076"/>
                <a:gd name="connsiteY29" fmla="*/ 1277 h 203010"/>
                <a:gd name="connsiteX30" fmla="*/ 26838 w 129076"/>
                <a:gd name="connsiteY30" fmla="*/ 12768 h 203010"/>
                <a:gd name="connsiteX31" fmla="*/ 26838 w 129076"/>
                <a:gd name="connsiteY31" fmla="*/ 17237 h 203010"/>
                <a:gd name="connsiteX32" fmla="*/ 39618 w 129076"/>
                <a:gd name="connsiteY32" fmla="*/ 21067 h 203010"/>
                <a:gd name="connsiteX33" fmla="*/ 44091 w 129076"/>
                <a:gd name="connsiteY33" fmla="*/ 27451 h 203010"/>
                <a:gd name="connsiteX34" fmla="*/ 44091 w 129076"/>
                <a:gd name="connsiteY34" fmla="*/ 38942 h 203010"/>
                <a:gd name="connsiteX35" fmla="*/ 42174 w 129076"/>
                <a:gd name="connsiteY35" fmla="*/ 43411 h 203010"/>
                <a:gd name="connsiteX36" fmla="*/ 37062 w 129076"/>
                <a:gd name="connsiteY36" fmla="*/ 48518 h 203010"/>
                <a:gd name="connsiteX37" fmla="*/ 26199 w 129076"/>
                <a:gd name="connsiteY37" fmla="*/ 65117 h 203010"/>
                <a:gd name="connsiteX38" fmla="*/ 25560 w 129076"/>
                <a:gd name="connsiteY38" fmla="*/ 65755 h 203010"/>
                <a:gd name="connsiteX39" fmla="*/ 14058 w 129076"/>
                <a:gd name="connsiteY39" fmla="*/ 77246 h 203010"/>
                <a:gd name="connsiteX40" fmla="*/ 11502 w 129076"/>
                <a:gd name="connsiteY40" fmla="*/ 78523 h 203010"/>
                <a:gd name="connsiteX41" fmla="*/ 0 w 129076"/>
                <a:gd name="connsiteY41" fmla="*/ 82353 h 203010"/>
                <a:gd name="connsiteX42" fmla="*/ 12141 w 129076"/>
                <a:gd name="connsiteY42" fmla="*/ 94483 h 203010"/>
                <a:gd name="connsiteX43" fmla="*/ 26199 w 129076"/>
                <a:gd name="connsiteY43" fmla="*/ 94483 h 203010"/>
                <a:gd name="connsiteX44" fmla="*/ 28116 w 129076"/>
                <a:gd name="connsiteY44" fmla="*/ 94483 h 203010"/>
                <a:gd name="connsiteX45" fmla="*/ 44730 w 129076"/>
                <a:gd name="connsiteY45" fmla="*/ 100229 h 203010"/>
                <a:gd name="connsiteX46" fmla="*/ 47925 w 129076"/>
                <a:gd name="connsiteY46" fmla="*/ 102782 h 203010"/>
                <a:gd name="connsiteX47" fmla="*/ 58148 w 129076"/>
                <a:gd name="connsiteY47" fmla="*/ 118104 h 203010"/>
                <a:gd name="connsiteX48" fmla="*/ 67733 w 129076"/>
                <a:gd name="connsiteY48" fmla="*/ 123211 h 203010"/>
                <a:gd name="connsiteX49" fmla="*/ 69650 w 129076"/>
                <a:gd name="connsiteY49" fmla="*/ 124488 h 203010"/>
                <a:gd name="connsiteX50" fmla="*/ 75401 w 129076"/>
                <a:gd name="connsiteY50" fmla="*/ 130233 h 203010"/>
                <a:gd name="connsiteX51" fmla="*/ 77318 w 129076"/>
                <a:gd name="connsiteY51" fmla="*/ 134702 h 203010"/>
                <a:gd name="connsiteX52" fmla="*/ 77318 w 129076"/>
                <a:gd name="connsiteY52" fmla="*/ 140448 h 203010"/>
                <a:gd name="connsiteX53" fmla="*/ 76679 w 129076"/>
                <a:gd name="connsiteY53" fmla="*/ 143640 h 203010"/>
                <a:gd name="connsiteX54" fmla="*/ 70928 w 129076"/>
                <a:gd name="connsiteY54" fmla="*/ 155131 h 203010"/>
                <a:gd name="connsiteX55" fmla="*/ 69650 w 129076"/>
                <a:gd name="connsiteY55" fmla="*/ 157046 h 203010"/>
                <a:gd name="connsiteX56" fmla="*/ 64538 w 129076"/>
                <a:gd name="connsiteY56" fmla="*/ 162153 h 203010"/>
                <a:gd name="connsiteX57" fmla="*/ 59426 w 129076"/>
                <a:gd name="connsiteY57" fmla="*/ 172368 h 203010"/>
                <a:gd name="connsiteX58" fmla="*/ 58148 w 129076"/>
                <a:gd name="connsiteY58" fmla="*/ 174283 h 203010"/>
                <a:gd name="connsiteX59" fmla="*/ 54314 w 129076"/>
                <a:gd name="connsiteY59" fmla="*/ 178113 h 203010"/>
                <a:gd name="connsiteX60" fmla="*/ 54314 w 129076"/>
                <a:gd name="connsiteY60" fmla="*/ 187051 h 203010"/>
                <a:gd name="connsiteX61" fmla="*/ 53036 w 129076"/>
                <a:gd name="connsiteY61" fmla="*/ 190881 h 203010"/>
                <a:gd name="connsiteX62" fmla="*/ 44091 w 129076"/>
                <a:gd name="connsiteY62" fmla="*/ 203011 h 203010"/>
                <a:gd name="connsiteX63" fmla="*/ 47925 w 129076"/>
                <a:gd name="connsiteY63" fmla="*/ 203011 h 203010"/>
                <a:gd name="connsiteX64" fmla="*/ 129077 w 129076"/>
                <a:gd name="connsiteY64" fmla="*/ 162153 h 203010"/>
                <a:gd name="connsiteX65" fmla="*/ 122687 w 129076"/>
                <a:gd name="connsiteY65" fmla="*/ 150024 h 203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29076" h="203010">
                  <a:moveTo>
                    <a:pt x="122687" y="150024"/>
                  </a:moveTo>
                  <a:cubicBezTo>
                    <a:pt x="122048" y="148747"/>
                    <a:pt x="121409" y="147470"/>
                    <a:pt x="121409" y="146193"/>
                  </a:cubicBezTo>
                  <a:lnTo>
                    <a:pt x="121409" y="134702"/>
                  </a:lnTo>
                  <a:cubicBezTo>
                    <a:pt x="121409" y="134064"/>
                    <a:pt x="121409" y="133425"/>
                    <a:pt x="122048" y="132787"/>
                  </a:cubicBezTo>
                  <a:lnTo>
                    <a:pt x="126521" y="119381"/>
                  </a:lnTo>
                  <a:lnTo>
                    <a:pt x="125243" y="118742"/>
                  </a:lnTo>
                  <a:lnTo>
                    <a:pt x="122048" y="118742"/>
                  </a:lnTo>
                  <a:cubicBezTo>
                    <a:pt x="120131" y="118742"/>
                    <a:pt x="118853" y="118104"/>
                    <a:pt x="117575" y="116827"/>
                  </a:cubicBezTo>
                  <a:lnTo>
                    <a:pt x="112463" y="112358"/>
                  </a:lnTo>
                  <a:lnTo>
                    <a:pt x="102239" y="107251"/>
                  </a:lnTo>
                  <a:cubicBezTo>
                    <a:pt x="100322" y="105974"/>
                    <a:pt x="98405" y="104059"/>
                    <a:pt x="98405" y="101505"/>
                  </a:cubicBezTo>
                  <a:lnTo>
                    <a:pt x="98405" y="84269"/>
                  </a:lnTo>
                  <a:cubicBezTo>
                    <a:pt x="98405" y="82353"/>
                    <a:pt x="99044" y="81077"/>
                    <a:pt x="100322" y="79800"/>
                  </a:cubicBezTo>
                  <a:lnTo>
                    <a:pt x="105434" y="74693"/>
                  </a:lnTo>
                  <a:lnTo>
                    <a:pt x="108629" y="68309"/>
                  </a:lnTo>
                  <a:lnTo>
                    <a:pt x="107990" y="67670"/>
                  </a:lnTo>
                  <a:lnTo>
                    <a:pt x="99683" y="67670"/>
                  </a:lnTo>
                  <a:cubicBezTo>
                    <a:pt x="95849" y="67670"/>
                    <a:pt x="93293" y="65117"/>
                    <a:pt x="93293" y="61286"/>
                  </a:cubicBezTo>
                  <a:lnTo>
                    <a:pt x="93293" y="55541"/>
                  </a:lnTo>
                  <a:cubicBezTo>
                    <a:pt x="93293" y="54264"/>
                    <a:pt x="93293" y="53625"/>
                    <a:pt x="93932" y="52987"/>
                  </a:cubicBezTo>
                  <a:lnTo>
                    <a:pt x="99044" y="42773"/>
                  </a:lnTo>
                  <a:lnTo>
                    <a:pt x="99044" y="35750"/>
                  </a:lnTo>
                  <a:lnTo>
                    <a:pt x="95849" y="32558"/>
                  </a:lnTo>
                  <a:lnTo>
                    <a:pt x="85625" y="27451"/>
                  </a:lnTo>
                  <a:cubicBezTo>
                    <a:pt x="83708" y="26174"/>
                    <a:pt x="82430" y="24259"/>
                    <a:pt x="81791" y="21706"/>
                  </a:cubicBezTo>
                  <a:lnTo>
                    <a:pt x="81791" y="16598"/>
                  </a:lnTo>
                  <a:cubicBezTo>
                    <a:pt x="81791" y="15322"/>
                    <a:pt x="81791" y="14683"/>
                    <a:pt x="82430" y="13406"/>
                  </a:cubicBezTo>
                  <a:lnTo>
                    <a:pt x="85625" y="7022"/>
                  </a:lnTo>
                  <a:cubicBezTo>
                    <a:pt x="74123" y="2554"/>
                    <a:pt x="61343" y="0"/>
                    <a:pt x="48564" y="0"/>
                  </a:cubicBezTo>
                  <a:cubicBezTo>
                    <a:pt x="44091" y="0"/>
                    <a:pt x="38979" y="638"/>
                    <a:pt x="34506" y="1277"/>
                  </a:cubicBezTo>
                  <a:lnTo>
                    <a:pt x="26838" y="12768"/>
                  </a:lnTo>
                  <a:lnTo>
                    <a:pt x="26838" y="17237"/>
                  </a:lnTo>
                  <a:lnTo>
                    <a:pt x="39618" y="21067"/>
                  </a:lnTo>
                  <a:cubicBezTo>
                    <a:pt x="42174" y="21706"/>
                    <a:pt x="44091" y="24259"/>
                    <a:pt x="44091" y="27451"/>
                  </a:cubicBezTo>
                  <a:lnTo>
                    <a:pt x="44091" y="38942"/>
                  </a:lnTo>
                  <a:cubicBezTo>
                    <a:pt x="44091" y="40857"/>
                    <a:pt x="43452" y="42134"/>
                    <a:pt x="42174" y="43411"/>
                  </a:cubicBezTo>
                  <a:lnTo>
                    <a:pt x="37062" y="48518"/>
                  </a:lnTo>
                  <a:lnTo>
                    <a:pt x="26199" y="65117"/>
                  </a:lnTo>
                  <a:lnTo>
                    <a:pt x="25560" y="65755"/>
                  </a:lnTo>
                  <a:lnTo>
                    <a:pt x="14058" y="77246"/>
                  </a:lnTo>
                  <a:cubicBezTo>
                    <a:pt x="13419" y="77885"/>
                    <a:pt x="12780" y="78523"/>
                    <a:pt x="11502" y="78523"/>
                  </a:cubicBezTo>
                  <a:lnTo>
                    <a:pt x="0" y="82353"/>
                  </a:lnTo>
                  <a:lnTo>
                    <a:pt x="12141" y="94483"/>
                  </a:lnTo>
                  <a:lnTo>
                    <a:pt x="26199" y="94483"/>
                  </a:lnTo>
                  <a:cubicBezTo>
                    <a:pt x="26838" y="94483"/>
                    <a:pt x="27477" y="94483"/>
                    <a:pt x="28116" y="94483"/>
                  </a:cubicBezTo>
                  <a:lnTo>
                    <a:pt x="44730" y="100229"/>
                  </a:lnTo>
                  <a:cubicBezTo>
                    <a:pt x="46008" y="100867"/>
                    <a:pt x="47286" y="101505"/>
                    <a:pt x="47925" y="102782"/>
                  </a:cubicBezTo>
                  <a:lnTo>
                    <a:pt x="58148" y="118104"/>
                  </a:lnTo>
                  <a:lnTo>
                    <a:pt x="67733" y="123211"/>
                  </a:lnTo>
                  <a:cubicBezTo>
                    <a:pt x="68372" y="123211"/>
                    <a:pt x="69011" y="123849"/>
                    <a:pt x="69650" y="124488"/>
                  </a:cubicBezTo>
                  <a:lnTo>
                    <a:pt x="75401" y="130233"/>
                  </a:lnTo>
                  <a:cubicBezTo>
                    <a:pt x="76679" y="131510"/>
                    <a:pt x="77318" y="132787"/>
                    <a:pt x="77318" y="134702"/>
                  </a:cubicBezTo>
                  <a:lnTo>
                    <a:pt x="77318" y="140448"/>
                  </a:lnTo>
                  <a:cubicBezTo>
                    <a:pt x="77318" y="141724"/>
                    <a:pt x="77318" y="142363"/>
                    <a:pt x="76679" y="143640"/>
                  </a:cubicBezTo>
                  <a:lnTo>
                    <a:pt x="70928" y="155131"/>
                  </a:lnTo>
                  <a:cubicBezTo>
                    <a:pt x="70928" y="155769"/>
                    <a:pt x="70289" y="156408"/>
                    <a:pt x="69650" y="157046"/>
                  </a:cubicBezTo>
                  <a:lnTo>
                    <a:pt x="64538" y="162153"/>
                  </a:lnTo>
                  <a:lnTo>
                    <a:pt x="59426" y="172368"/>
                  </a:lnTo>
                  <a:cubicBezTo>
                    <a:pt x="58788" y="173006"/>
                    <a:pt x="58788" y="173644"/>
                    <a:pt x="58148" y="174283"/>
                  </a:cubicBezTo>
                  <a:lnTo>
                    <a:pt x="54314" y="178113"/>
                  </a:lnTo>
                  <a:lnTo>
                    <a:pt x="54314" y="187051"/>
                  </a:lnTo>
                  <a:cubicBezTo>
                    <a:pt x="54314" y="188327"/>
                    <a:pt x="53676" y="189604"/>
                    <a:pt x="53036" y="190881"/>
                  </a:cubicBezTo>
                  <a:lnTo>
                    <a:pt x="44091" y="203011"/>
                  </a:lnTo>
                  <a:cubicBezTo>
                    <a:pt x="45369" y="203011"/>
                    <a:pt x="46647" y="203011"/>
                    <a:pt x="47925" y="203011"/>
                  </a:cubicBezTo>
                  <a:cubicBezTo>
                    <a:pt x="79874" y="203011"/>
                    <a:pt x="109907" y="187689"/>
                    <a:pt x="129077" y="162153"/>
                  </a:cubicBezTo>
                  <a:lnTo>
                    <a:pt x="122687" y="150024"/>
                  </a:lnTo>
                  <a:close/>
                </a:path>
              </a:pathLst>
            </a:custGeom>
            <a:solidFill>
              <a:srgbClr val="012169"/>
            </a:solidFill>
            <a:ln w="6390" cap="flat">
              <a:noFill/>
              <a:prstDash val="solid"/>
              <a:miter/>
            </a:ln>
          </p:spPr>
          <p:txBody>
            <a:bodyPr rtlCol="0" anchor="ctr"/>
            <a:lstStyle/>
            <a:p>
              <a:endParaRPr lang="en-US"/>
            </a:p>
          </p:txBody>
        </p:sp>
      </p:grpSp>
      <p:grpSp>
        <p:nvGrpSpPr>
          <p:cNvPr id="423" name="Graphic 4">
            <a:extLst>
              <a:ext uri="{FF2B5EF4-FFF2-40B4-BE49-F238E27FC236}">
                <a16:creationId xmlns:a16="http://schemas.microsoft.com/office/drawing/2014/main" id="{120EC952-6D9A-614F-A513-0661CFF544D0}"/>
              </a:ext>
            </a:extLst>
          </p:cNvPr>
          <p:cNvGrpSpPr/>
          <p:nvPr/>
        </p:nvGrpSpPr>
        <p:grpSpPr>
          <a:xfrm>
            <a:off x="905454" y="3339623"/>
            <a:ext cx="362309" cy="361971"/>
            <a:chOff x="905454" y="3339623"/>
            <a:chExt cx="362309" cy="361971"/>
          </a:xfrm>
          <a:solidFill>
            <a:srgbClr val="012169"/>
          </a:solidFill>
        </p:grpSpPr>
        <p:sp>
          <p:nvSpPr>
            <p:cNvPr id="424" name="Graphic 4">
              <a:extLst>
                <a:ext uri="{FF2B5EF4-FFF2-40B4-BE49-F238E27FC236}">
                  <a16:creationId xmlns:a16="http://schemas.microsoft.com/office/drawing/2014/main" id="{0DF1DF07-174E-FA4E-B2C4-E117B6E5F712}"/>
                </a:ext>
              </a:extLst>
            </p:cNvPr>
            <p:cNvSpPr/>
            <p:nvPr/>
          </p:nvSpPr>
          <p:spPr>
            <a:xfrm>
              <a:off x="1005137" y="3434745"/>
              <a:ext cx="28115" cy="26174"/>
            </a:xfrm>
            <a:custGeom>
              <a:avLst/>
              <a:gdLst>
                <a:gd name="connsiteX0" fmla="*/ 15336 w 28115"/>
                <a:gd name="connsiteY0" fmla="*/ 18513 h 26174"/>
                <a:gd name="connsiteX1" fmla="*/ 18531 w 28115"/>
                <a:gd name="connsiteY1" fmla="*/ 15321 h 26174"/>
                <a:gd name="connsiteX2" fmla="*/ 18531 w 28115"/>
                <a:gd name="connsiteY2" fmla="*/ 12129 h 26174"/>
                <a:gd name="connsiteX3" fmla="*/ 20448 w 28115"/>
                <a:gd name="connsiteY3" fmla="*/ 7660 h 26174"/>
                <a:gd name="connsiteX4" fmla="*/ 28116 w 28115"/>
                <a:gd name="connsiteY4" fmla="*/ 0 h 26174"/>
                <a:gd name="connsiteX5" fmla="*/ 0 w 28115"/>
                <a:gd name="connsiteY5" fmla="*/ 26174 h 26174"/>
                <a:gd name="connsiteX6" fmla="*/ 15336 w 28115"/>
                <a:gd name="connsiteY6" fmla="*/ 18513 h 2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15" h="26174">
                  <a:moveTo>
                    <a:pt x="15336" y="18513"/>
                  </a:moveTo>
                  <a:lnTo>
                    <a:pt x="18531" y="15321"/>
                  </a:lnTo>
                  <a:lnTo>
                    <a:pt x="18531" y="12129"/>
                  </a:lnTo>
                  <a:cubicBezTo>
                    <a:pt x="18531" y="10214"/>
                    <a:pt x="19170" y="8937"/>
                    <a:pt x="20448" y="7660"/>
                  </a:cubicBezTo>
                  <a:lnTo>
                    <a:pt x="28116" y="0"/>
                  </a:lnTo>
                  <a:cubicBezTo>
                    <a:pt x="17253" y="7022"/>
                    <a:pt x="7668" y="15321"/>
                    <a:pt x="0" y="26174"/>
                  </a:cubicBezTo>
                  <a:lnTo>
                    <a:pt x="15336" y="18513"/>
                  </a:lnTo>
                  <a:close/>
                </a:path>
              </a:pathLst>
            </a:custGeom>
            <a:solidFill>
              <a:srgbClr val="012169"/>
            </a:solidFill>
            <a:ln w="6390" cap="flat">
              <a:noFill/>
              <a:prstDash val="solid"/>
              <a:miter/>
            </a:ln>
          </p:spPr>
          <p:txBody>
            <a:bodyPr rtlCol="0" anchor="ctr"/>
            <a:lstStyle/>
            <a:p>
              <a:endParaRPr lang="en-US"/>
            </a:p>
          </p:txBody>
        </p:sp>
        <p:sp>
          <p:nvSpPr>
            <p:cNvPr id="425" name="Graphic 4">
              <a:extLst>
                <a:ext uri="{FF2B5EF4-FFF2-40B4-BE49-F238E27FC236}">
                  <a16:creationId xmlns:a16="http://schemas.microsoft.com/office/drawing/2014/main" id="{B460BB57-49F5-614A-83CA-3FFA63C2BC31}"/>
                </a:ext>
              </a:extLst>
            </p:cNvPr>
            <p:cNvSpPr/>
            <p:nvPr/>
          </p:nvSpPr>
          <p:spPr>
            <a:xfrm>
              <a:off x="985328" y="3531143"/>
              <a:ext cx="3834" cy="19151"/>
            </a:xfrm>
            <a:custGeom>
              <a:avLst/>
              <a:gdLst>
                <a:gd name="connsiteX0" fmla="*/ 0 w 3834"/>
                <a:gd name="connsiteY0" fmla="*/ 0 h 19151"/>
                <a:gd name="connsiteX1" fmla="*/ 3834 w 3834"/>
                <a:gd name="connsiteY1" fmla="*/ 19152 h 19151"/>
                <a:gd name="connsiteX2" fmla="*/ 3834 w 3834"/>
                <a:gd name="connsiteY2" fmla="*/ 17875 h 19151"/>
                <a:gd name="connsiteX3" fmla="*/ 3834 w 3834"/>
                <a:gd name="connsiteY3" fmla="*/ 3192 h 19151"/>
                <a:gd name="connsiteX4" fmla="*/ 0 w 3834"/>
                <a:gd name="connsiteY4" fmla="*/ 0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4" h="19151">
                  <a:moveTo>
                    <a:pt x="0" y="0"/>
                  </a:moveTo>
                  <a:cubicBezTo>
                    <a:pt x="639" y="6384"/>
                    <a:pt x="1917" y="12768"/>
                    <a:pt x="3834" y="19152"/>
                  </a:cubicBezTo>
                  <a:cubicBezTo>
                    <a:pt x="3834" y="18514"/>
                    <a:pt x="3834" y="18514"/>
                    <a:pt x="3834" y="17875"/>
                  </a:cubicBezTo>
                  <a:lnTo>
                    <a:pt x="3834" y="3192"/>
                  </a:lnTo>
                  <a:lnTo>
                    <a:pt x="0" y="0"/>
                  </a:lnTo>
                  <a:close/>
                </a:path>
              </a:pathLst>
            </a:custGeom>
            <a:solidFill>
              <a:srgbClr val="012169"/>
            </a:solidFill>
            <a:ln w="6390" cap="flat">
              <a:noFill/>
              <a:prstDash val="solid"/>
              <a:miter/>
            </a:ln>
          </p:spPr>
          <p:txBody>
            <a:bodyPr rtlCol="0" anchor="ctr"/>
            <a:lstStyle/>
            <a:p>
              <a:endParaRPr lang="en-US"/>
            </a:p>
          </p:txBody>
        </p:sp>
        <p:sp>
          <p:nvSpPr>
            <p:cNvPr id="426" name="Graphic 4">
              <a:extLst>
                <a:ext uri="{FF2B5EF4-FFF2-40B4-BE49-F238E27FC236}">
                  <a16:creationId xmlns:a16="http://schemas.microsoft.com/office/drawing/2014/main" id="{82D6F662-31BE-6C4B-90EB-247C14E81BE2}"/>
                </a:ext>
              </a:extLst>
            </p:cNvPr>
            <p:cNvSpPr/>
            <p:nvPr/>
          </p:nvSpPr>
          <p:spPr>
            <a:xfrm>
              <a:off x="1043476" y="3425169"/>
              <a:ext cx="13418" cy="4468"/>
            </a:xfrm>
            <a:custGeom>
              <a:avLst/>
              <a:gdLst>
                <a:gd name="connsiteX0" fmla="*/ 7668 w 13418"/>
                <a:gd name="connsiteY0" fmla="*/ 4468 h 4468"/>
                <a:gd name="connsiteX1" fmla="*/ 13419 w 13418"/>
                <a:gd name="connsiteY1" fmla="*/ 1276 h 4468"/>
                <a:gd name="connsiteX2" fmla="*/ 12141 w 13418"/>
                <a:gd name="connsiteY2" fmla="*/ 0 h 4468"/>
                <a:gd name="connsiteX3" fmla="*/ 10224 w 13418"/>
                <a:gd name="connsiteY3" fmla="*/ 0 h 4468"/>
                <a:gd name="connsiteX4" fmla="*/ 0 w 13418"/>
                <a:gd name="connsiteY4" fmla="*/ 4468 h 4468"/>
                <a:gd name="connsiteX5" fmla="*/ 7668 w 13418"/>
                <a:gd name="connsiteY5" fmla="*/ 4468 h 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18" h="4468">
                  <a:moveTo>
                    <a:pt x="7668" y="4468"/>
                  </a:moveTo>
                  <a:lnTo>
                    <a:pt x="13419" y="1276"/>
                  </a:lnTo>
                  <a:lnTo>
                    <a:pt x="12141" y="0"/>
                  </a:lnTo>
                  <a:lnTo>
                    <a:pt x="10224" y="0"/>
                  </a:lnTo>
                  <a:cubicBezTo>
                    <a:pt x="7029" y="1276"/>
                    <a:pt x="3195" y="2553"/>
                    <a:pt x="0" y="4468"/>
                  </a:cubicBezTo>
                  <a:lnTo>
                    <a:pt x="7668" y="4468"/>
                  </a:lnTo>
                  <a:close/>
                </a:path>
              </a:pathLst>
            </a:custGeom>
            <a:solidFill>
              <a:srgbClr val="012169"/>
            </a:solidFill>
            <a:ln w="6390" cap="flat">
              <a:noFill/>
              <a:prstDash val="solid"/>
              <a:miter/>
            </a:ln>
          </p:spPr>
          <p:txBody>
            <a:bodyPr rtlCol="0" anchor="ctr"/>
            <a:lstStyle/>
            <a:p>
              <a:endParaRPr lang="en-US"/>
            </a:p>
          </p:txBody>
        </p:sp>
        <p:sp>
          <p:nvSpPr>
            <p:cNvPr id="427" name="Graphic 4">
              <a:extLst>
                <a:ext uri="{FF2B5EF4-FFF2-40B4-BE49-F238E27FC236}">
                  <a16:creationId xmlns:a16="http://schemas.microsoft.com/office/drawing/2014/main" id="{C79AD29F-C580-2547-A54B-D66D40D00421}"/>
                </a:ext>
              </a:extLst>
            </p:cNvPr>
            <p:cNvSpPr/>
            <p:nvPr/>
          </p:nvSpPr>
          <p:spPr>
            <a:xfrm>
              <a:off x="989801" y="3552210"/>
              <a:ext cx="22364" cy="32558"/>
            </a:xfrm>
            <a:custGeom>
              <a:avLst/>
              <a:gdLst>
                <a:gd name="connsiteX0" fmla="*/ 22365 w 22364"/>
                <a:gd name="connsiteY0" fmla="*/ 23621 h 32558"/>
                <a:gd name="connsiteX1" fmla="*/ 14697 w 22364"/>
                <a:gd name="connsiteY1" fmla="*/ 19791 h 32558"/>
                <a:gd name="connsiteX2" fmla="*/ 12141 w 22364"/>
                <a:gd name="connsiteY2" fmla="*/ 17875 h 32558"/>
                <a:gd name="connsiteX3" fmla="*/ 639 w 22364"/>
                <a:gd name="connsiteY3" fmla="*/ 639 h 32558"/>
                <a:gd name="connsiteX4" fmla="*/ 0 w 22364"/>
                <a:gd name="connsiteY4" fmla="*/ 0 h 32558"/>
                <a:gd name="connsiteX5" fmla="*/ 17892 w 22364"/>
                <a:gd name="connsiteY5" fmla="*/ 32559 h 32558"/>
                <a:gd name="connsiteX6" fmla="*/ 22365 w 22364"/>
                <a:gd name="connsiteY6" fmla="*/ 23621 h 3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64" h="32558">
                  <a:moveTo>
                    <a:pt x="22365" y="23621"/>
                  </a:moveTo>
                  <a:lnTo>
                    <a:pt x="14697" y="19791"/>
                  </a:lnTo>
                  <a:cubicBezTo>
                    <a:pt x="13419" y="19152"/>
                    <a:pt x="12780" y="18514"/>
                    <a:pt x="12141" y="17875"/>
                  </a:cubicBezTo>
                  <a:lnTo>
                    <a:pt x="639" y="639"/>
                  </a:lnTo>
                  <a:cubicBezTo>
                    <a:pt x="639" y="639"/>
                    <a:pt x="0" y="0"/>
                    <a:pt x="0" y="0"/>
                  </a:cubicBezTo>
                  <a:cubicBezTo>
                    <a:pt x="3834" y="12130"/>
                    <a:pt x="9585" y="22983"/>
                    <a:pt x="17892" y="32559"/>
                  </a:cubicBezTo>
                  <a:lnTo>
                    <a:pt x="22365" y="23621"/>
                  </a:lnTo>
                  <a:close/>
                </a:path>
              </a:pathLst>
            </a:custGeom>
            <a:solidFill>
              <a:srgbClr val="012169"/>
            </a:solidFill>
            <a:ln w="6390" cap="flat">
              <a:noFill/>
              <a:prstDash val="solid"/>
              <a:miter/>
            </a:ln>
          </p:spPr>
          <p:txBody>
            <a:bodyPr rtlCol="0" anchor="ctr"/>
            <a:lstStyle/>
            <a:p>
              <a:endParaRPr lang="en-US"/>
            </a:p>
          </p:txBody>
        </p:sp>
        <p:sp>
          <p:nvSpPr>
            <p:cNvPr id="428" name="Graphic 4">
              <a:extLst>
                <a:ext uri="{FF2B5EF4-FFF2-40B4-BE49-F238E27FC236}">
                  <a16:creationId xmlns:a16="http://schemas.microsoft.com/office/drawing/2014/main" id="{E6AD03D4-284E-6142-824A-803E686DC20F}"/>
                </a:ext>
              </a:extLst>
            </p:cNvPr>
            <p:cNvSpPr/>
            <p:nvPr/>
          </p:nvSpPr>
          <p:spPr>
            <a:xfrm>
              <a:off x="1076065" y="3427084"/>
              <a:ext cx="112462" cy="110442"/>
            </a:xfrm>
            <a:custGeom>
              <a:avLst/>
              <a:gdLst>
                <a:gd name="connsiteX0" fmla="*/ 46008 w 112462"/>
                <a:gd name="connsiteY0" fmla="*/ 3192 h 110442"/>
                <a:gd name="connsiteX1" fmla="*/ 50481 w 112462"/>
                <a:gd name="connsiteY1" fmla="*/ 11491 h 110442"/>
                <a:gd name="connsiteX2" fmla="*/ 51119 w 112462"/>
                <a:gd name="connsiteY2" fmla="*/ 14045 h 110442"/>
                <a:gd name="connsiteX3" fmla="*/ 51119 w 112462"/>
                <a:gd name="connsiteY3" fmla="*/ 19790 h 110442"/>
                <a:gd name="connsiteX4" fmla="*/ 44730 w 112462"/>
                <a:gd name="connsiteY4" fmla="*/ 26174 h 110442"/>
                <a:gd name="connsiteX5" fmla="*/ 34506 w 112462"/>
                <a:gd name="connsiteY5" fmla="*/ 26174 h 110442"/>
                <a:gd name="connsiteX6" fmla="*/ 21726 w 112462"/>
                <a:gd name="connsiteY6" fmla="*/ 30643 h 110442"/>
                <a:gd name="connsiteX7" fmla="*/ 17892 w 112462"/>
                <a:gd name="connsiteY7" fmla="*/ 42134 h 110442"/>
                <a:gd name="connsiteX8" fmla="*/ 20448 w 112462"/>
                <a:gd name="connsiteY8" fmla="*/ 47241 h 110442"/>
                <a:gd name="connsiteX9" fmla="*/ 27477 w 112462"/>
                <a:gd name="connsiteY9" fmla="*/ 40219 h 110442"/>
                <a:gd name="connsiteX10" fmla="*/ 27477 w 112462"/>
                <a:gd name="connsiteY10" fmla="*/ 37027 h 110442"/>
                <a:gd name="connsiteX11" fmla="*/ 33867 w 112462"/>
                <a:gd name="connsiteY11" fmla="*/ 30643 h 110442"/>
                <a:gd name="connsiteX12" fmla="*/ 40257 w 112462"/>
                <a:gd name="connsiteY12" fmla="*/ 37027 h 110442"/>
                <a:gd name="connsiteX13" fmla="*/ 40257 w 112462"/>
                <a:gd name="connsiteY13" fmla="*/ 42773 h 110442"/>
                <a:gd name="connsiteX14" fmla="*/ 38340 w 112462"/>
                <a:gd name="connsiteY14" fmla="*/ 47241 h 110442"/>
                <a:gd name="connsiteX15" fmla="*/ 26838 w 112462"/>
                <a:gd name="connsiteY15" fmla="*/ 58733 h 110442"/>
                <a:gd name="connsiteX16" fmla="*/ 22365 w 112462"/>
                <a:gd name="connsiteY16" fmla="*/ 60648 h 110442"/>
                <a:gd name="connsiteX17" fmla="*/ 13419 w 112462"/>
                <a:gd name="connsiteY17" fmla="*/ 60648 h 110442"/>
                <a:gd name="connsiteX18" fmla="*/ 9585 w 112462"/>
                <a:gd name="connsiteY18" fmla="*/ 64478 h 110442"/>
                <a:gd name="connsiteX19" fmla="*/ 5112 w 112462"/>
                <a:gd name="connsiteY19" fmla="*/ 66393 h 110442"/>
                <a:gd name="connsiteX20" fmla="*/ 1917 w 112462"/>
                <a:gd name="connsiteY20" fmla="*/ 66393 h 110442"/>
                <a:gd name="connsiteX21" fmla="*/ 0 w 112462"/>
                <a:gd name="connsiteY21" fmla="*/ 68309 h 110442"/>
                <a:gd name="connsiteX22" fmla="*/ 0 w 112462"/>
                <a:gd name="connsiteY22" fmla="*/ 70862 h 110442"/>
                <a:gd name="connsiteX23" fmla="*/ 13419 w 112462"/>
                <a:gd name="connsiteY23" fmla="*/ 70862 h 110442"/>
                <a:gd name="connsiteX24" fmla="*/ 17253 w 112462"/>
                <a:gd name="connsiteY24" fmla="*/ 67032 h 110442"/>
                <a:gd name="connsiteX25" fmla="*/ 21726 w 112462"/>
                <a:gd name="connsiteY25" fmla="*/ 65117 h 110442"/>
                <a:gd name="connsiteX26" fmla="*/ 38979 w 112462"/>
                <a:gd name="connsiteY26" fmla="*/ 65117 h 110442"/>
                <a:gd name="connsiteX27" fmla="*/ 44730 w 112462"/>
                <a:gd name="connsiteY27" fmla="*/ 68947 h 110442"/>
                <a:gd name="connsiteX28" fmla="*/ 48564 w 112462"/>
                <a:gd name="connsiteY28" fmla="*/ 75969 h 110442"/>
                <a:gd name="connsiteX29" fmla="*/ 51759 w 112462"/>
                <a:gd name="connsiteY29" fmla="*/ 72777 h 110442"/>
                <a:gd name="connsiteX30" fmla="*/ 56231 w 112462"/>
                <a:gd name="connsiteY30" fmla="*/ 70862 h 110442"/>
                <a:gd name="connsiteX31" fmla="*/ 61343 w 112462"/>
                <a:gd name="connsiteY31" fmla="*/ 70862 h 110442"/>
                <a:gd name="connsiteX32" fmla="*/ 67733 w 112462"/>
                <a:gd name="connsiteY32" fmla="*/ 75969 h 110442"/>
                <a:gd name="connsiteX33" fmla="*/ 73484 w 112462"/>
                <a:gd name="connsiteY33" fmla="*/ 103421 h 110442"/>
                <a:gd name="connsiteX34" fmla="*/ 77318 w 112462"/>
                <a:gd name="connsiteY34" fmla="*/ 110443 h 110442"/>
                <a:gd name="connsiteX35" fmla="*/ 81152 w 112462"/>
                <a:gd name="connsiteY35" fmla="*/ 110443 h 110442"/>
                <a:gd name="connsiteX36" fmla="*/ 84347 w 112462"/>
                <a:gd name="connsiteY36" fmla="*/ 104059 h 110442"/>
                <a:gd name="connsiteX37" fmla="*/ 84347 w 112462"/>
                <a:gd name="connsiteY37" fmla="*/ 102782 h 110442"/>
                <a:gd name="connsiteX38" fmla="*/ 80513 w 112462"/>
                <a:gd name="connsiteY38" fmla="*/ 98952 h 110442"/>
                <a:gd name="connsiteX39" fmla="*/ 78596 w 112462"/>
                <a:gd name="connsiteY39" fmla="*/ 94483 h 110442"/>
                <a:gd name="connsiteX40" fmla="*/ 78596 w 112462"/>
                <a:gd name="connsiteY40" fmla="*/ 88099 h 110442"/>
                <a:gd name="connsiteX41" fmla="*/ 80513 w 112462"/>
                <a:gd name="connsiteY41" fmla="*/ 83630 h 110442"/>
                <a:gd name="connsiteX42" fmla="*/ 84347 w 112462"/>
                <a:gd name="connsiteY42" fmla="*/ 79800 h 110442"/>
                <a:gd name="connsiteX43" fmla="*/ 84347 w 112462"/>
                <a:gd name="connsiteY43" fmla="*/ 76608 h 110442"/>
                <a:gd name="connsiteX44" fmla="*/ 90737 w 112462"/>
                <a:gd name="connsiteY44" fmla="*/ 70224 h 110442"/>
                <a:gd name="connsiteX45" fmla="*/ 96488 w 112462"/>
                <a:gd name="connsiteY45" fmla="*/ 70224 h 110442"/>
                <a:gd name="connsiteX46" fmla="*/ 100961 w 112462"/>
                <a:gd name="connsiteY46" fmla="*/ 72139 h 110442"/>
                <a:gd name="connsiteX47" fmla="*/ 112463 w 112462"/>
                <a:gd name="connsiteY47" fmla="*/ 83630 h 110442"/>
                <a:gd name="connsiteX48" fmla="*/ 48564 w 112462"/>
                <a:gd name="connsiteY48" fmla="*/ 0 h 110442"/>
                <a:gd name="connsiteX49" fmla="*/ 46008 w 112462"/>
                <a:gd name="connsiteY49" fmla="*/ 3192 h 110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12462" h="110442">
                  <a:moveTo>
                    <a:pt x="46008" y="3192"/>
                  </a:moveTo>
                  <a:lnTo>
                    <a:pt x="50481" y="11491"/>
                  </a:lnTo>
                  <a:cubicBezTo>
                    <a:pt x="51119" y="12129"/>
                    <a:pt x="51119" y="13406"/>
                    <a:pt x="51119" y="14045"/>
                  </a:cubicBezTo>
                  <a:lnTo>
                    <a:pt x="51119" y="19790"/>
                  </a:lnTo>
                  <a:cubicBezTo>
                    <a:pt x="51119" y="23621"/>
                    <a:pt x="48564" y="26174"/>
                    <a:pt x="44730" y="26174"/>
                  </a:cubicBezTo>
                  <a:lnTo>
                    <a:pt x="34506" y="26174"/>
                  </a:lnTo>
                  <a:lnTo>
                    <a:pt x="21726" y="30643"/>
                  </a:lnTo>
                  <a:lnTo>
                    <a:pt x="17892" y="42134"/>
                  </a:lnTo>
                  <a:lnTo>
                    <a:pt x="20448" y="47241"/>
                  </a:lnTo>
                  <a:lnTo>
                    <a:pt x="27477" y="40219"/>
                  </a:lnTo>
                  <a:lnTo>
                    <a:pt x="27477" y="37027"/>
                  </a:lnTo>
                  <a:cubicBezTo>
                    <a:pt x="27477" y="33197"/>
                    <a:pt x="30033" y="30643"/>
                    <a:pt x="33867" y="30643"/>
                  </a:cubicBezTo>
                  <a:cubicBezTo>
                    <a:pt x="37701" y="30643"/>
                    <a:pt x="40257" y="33197"/>
                    <a:pt x="40257" y="37027"/>
                  </a:cubicBezTo>
                  <a:lnTo>
                    <a:pt x="40257" y="42773"/>
                  </a:lnTo>
                  <a:cubicBezTo>
                    <a:pt x="40257" y="44688"/>
                    <a:pt x="39618" y="45965"/>
                    <a:pt x="38340" y="47241"/>
                  </a:cubicBezTo>
                  <a:lnTo>
                    <a:pt x="26838" y="58733"/>
                  </a:lnTo>
                  <a:cubicBezTo>
                    <a:pt x="25560" y="60009"/>
                    <a:pt x="24282" y="60648"/>
                    <a:pt x="22365" y="60648"/>
                  </a:cubicBezTo>
                  <a:lnTo>
                    <a:pt x="13419" y="60648"/>
                  </a:lnTo>
                  <a:lnTo>
                    <a:pt x="9585" y="64478"/>
                  </a:lnTo>
                  <a:cubicBezTo>
                    <a:pt x="8307" y="65755"/>
                    <a:pt x="7029" y="66393"/>
                    <a:pt x="5112" y="66393"/>
                  </a:cubicBezTo>
                  <a:lnTo>
                    <a:pt x="1917" y="66393"/>
                  </a:lnTo>
                  <a:lnTo>
                    <a:pt x="0" y="68309"/>
                  </a:lnTo>
                  <a:lnTo>
                    <a:pt x="0" y="70862"/>
                  </a:lnTo>
                  <a:lnTo>
                    <a:pt x="13419" y="70862"/>
                  </a:lnTo>
                  <a:lnTo>
                    <a:pt x="17253" y="67032"/>
                  </a:lnTo>
                  <a:cubicBezTo>
                    <a:pt x="18531" y="65755"/>
                    <a:pt x="19809" y="65117"/>
                    <a:pt x="21726" y="65117"/>
                  </a:cubicBezTo>
                  <a:lnTo>
                    <a:pt x="38979" y="65117"/>
                  </a:lnTo>
                  <a:cubicBezTo>
                    <a:pt x="41535" y="65117"/>
                    <a:pt x="43452" y="66393"/>
                    <a:pt x="44730" y="68947"/>
                  </a:cubicBezTo>
                  <a:lnTo>
                    <a:pt x="48564" y="75969"/>
                  </a:lnTo>
                  <a:lnTo>
                    <a:pt x="51759" y="72777"/>
                  </a:lnTo>
                  <a:cubicBezTo>
                    <a:pt x="53036" y="71501"/>
                    <a:pt x="54314" y="70862"/>
                    <a:pt x="56231" y="70862"/>
                  </a:cubicBezTo>
                  <a:lnTo>
                    <a:pt x="61343" y="70862"/>
                  </a:lnTo>
                  <a:cubicBezTo>
                    <a:pt x="64538" y="70862"/>
                    <a:pt x="67094" y="72777"/>
                    <a:pt x="67733" y="75969"/>
                  </a:cubicBezTo>
                  <a:lnTo>
                    <a:pt x="73484" y="103421"/>
                  </a:lnTo>
                  <a:lnTo>
                    <a:pt x="77318" y="110443"/>
                  </a:lnTo>
                  <a:lnTo>
                    <a:pt x="81152" y="110443"/>
                  </a:lnTo>
                  <a:lnTo>
                    <a:pt x="84347" y="104059"/>
                  </a:lnTo>
                  <a:lnTo>
                    <a:pt x="84347" y="102782"/>
                  </a:lnTo>
                  <a:lnTo>
                    <a:pt x="80513" y="98952"/>
                  </a:lnTo>
                  <a:cubicBezTo>
                    <a:pt x="79235" y="97675"/>
                    <a:pt x="78596" y="96398"/>
                    <a:pt x="78596" y="94483"/>
                  </a:cubicBezTo>
                  <a:lnTo>
                    <a:pt x="78596" y="88099"/>
                  </a:lnTo>
                  <a:cubicBezTo>
                    <a:pt x="78596" y="86184"/>
                    <a:pt x="79235" y="84907"/>
                    <a:pt x="80513" y="83630"/>
                  </a:cubicBezTo>
                  <a:lnTo>
                    <a:pt x="84347" y="79800"/>
                  </a:lnTo>
                  <a:lnTo>
                    <a:pt x="84347" y="76608"/>
                  </a:lnTo>
                  <a:cubicBezTo>
                    <a:pt x="84347" y="72777"/>
                    <a:pt x="86903" y="70224"/>
                    <a:pt x="90737" y="70224"/>
                  </a:cubicBezTo>
                  <a:lnTo>
                    <a:pt x="96488" y="70224"/>
                  </a:lnTo>
                  <a:cubicBezTo>
                    <a:pt x="98405" y="70224"/>
                    <a:pt x="99683" y="70862"/>
                    <a:pt x="100961" y="72139"/>
                  </a:cubicBezTo>
                  <a:lnTo>
                    <a:pt x="112463" y="83630"/>
                  </a:lnTo>
                  <a:cubicBezTo>
                    <a:pt x="108629" y="45965"/>
                    <a:pt x="83708" y="13406"/>
                    <a:pt x="48564" y="0"/>
                  </a:cubicBezTo>
                  <a:lnTo>
                    <a:pt x="46008" y="3192"/>
                  </a:lnTo>
                  <a:close/>
                </a:path>
              </a:pathLst>
            </a:custGeom>
            <a:solidFill>
              <a:srgbClr val="012169"/>
            </a:solidFill>
            <a:ln w="6390" cap="flat">
              <a:noFill/>
              <a:prstDash val="solid"/>
              <a:miter/>
            </a:ln>
          </p:spPr>
          <p:txBody>
            <a:bodyPr rtlCol="0" anchor="ctr"/>
            <a:lstStyle/>
            <a:p>
              <a:endParaRPr lang="en-US"/>
            </a:p>
          </p:txBody>
        </p:sp>
        <p:sp>
          <p:nvSpPr>
            <p:cNvPr id="429" name="Graphic 4">
              <a:extLst>
                <a:ext uri="{FF2B5EF4-FFF2-40B4-BE49-F238E27FC236}">
                  <a16:creationId xmlns:a16="http://schemas.microsoft.com/office/drawing/2014/main" id="{C23F8C15-0610-6846-B28F-7AECC082698F}"/>
                </a:ext>
              </a:extLst>
            </p:cNvPr>
            <p:cNvSpPr/>
            <p:nvPr/>
          </p:nvSpPr>
          <p:spPr>
            <a:xfrm>
              <a:off x="1053061" y="3526674"/>
              <a:ext cx="94571" cy="91290"/>
            </a:xfrm>
            <a:custGeom>
              <a:avLst/>
              <a:gdLst>
                <a:gd name="connsiteX0" fmla="*/ 67094 w 94571"/>
                <a:gd name="connsiteY0" fmla="*/ 79162 h 91290"/>
                <a:gd name="connsiteX1" fmla="*/ 69011 w 94571"/>
                <a:gd name="connsiteY1" fmla="*/ 74693 h 91290"/>
                <a:gd name="connsiteX2" fmla="*/ 78596 w 94571"/>
                <a:gd name="connsiteY2" fmla="*/ 65117 h 91290"/>
                <a:gd name="connsiteX3" fmla="*/ 78596 w 94571"/>
                <a:gd name="connsiteY3" fmla="*/ 56179 h 91290"/>
                <a:gd name="connsiteX4" fmla="*/ 80513 w 94571"/>
                <a:gd name="connsiteY4" fmla="*/ 51710 h 91290"/>
                <a:gd name="connsiteX5" fmla="*/ 94571 w 94571"/>
                <a:gd name="connsiteY5" fmla="*/ 37666 h 91290"/>
                <a:gd name="connsiteX6" fmla="*/ 83069 w 94571"/>
                <a:gd name="connsiteY6" fmla="*/ 33835 h 91290"/>
                <a:gd name="connsiteX7" fmla="*/ 79235 w 94571"/>
                <a:gd name="connsiteY7" fmla="*/ 30643 h 91290"/>
                <a:gd name="connsiteX8" fmla="*/ 67733 w 94571"/>
                <a:gd name="connsiteY8" fmla="*/ 7661 h 91290"/>
                <a:gd name="connsiteX9" fmla="*/ 67094 w 94571"/>
                <a:gd name="connsiteY9" fmla="*/ 5746 h 91290"/>
                <a:gd name="connsiteX10" fmla="*/ 58787 w 94571"/>
                <a:gd name="connsiteY10" fmla="*/ 5746 h 91290"/>
                <a:gd name="connsiteX11" fmla="*/ 54953 w 94571"/>
                <a:gd name="connsiteY11" fmla="*/ 9576 h 91290"/>
                <a:gd name="connsiteX12" fmla="*/ 50480 w 94571"/>
                <a:gd name="connsiteY12" fmla="*/ 11491 h 91290"/>
                <a:gd name="connsiteX13" fmla="*/ 44730 w 94571"/>
                <a:gd name="connsiteY13" fmla="*/ 11491 h 91290"/>
                <a:gd name="connsiteX14" fmla="*/ 40257 w 94571"/>
                <a:gd name="connsiteY14" fmla="*/ 9576 h 91290"/>
                <a:gd name="connsiteX15" fmla="*/ 30672 w 94571"/>
                <a:gd name="connsiteY15" fmla="*/ 0 h 91290"/>
                <a:gd name="connsiteX16" fmla="*/ 17892 w 94571"/>
                <a:gd name="connsiteY16" fmla="*/ 0 h 91290"/>
                <a:gd name="connsiteX17" fmla="*/ 8946 w 94571"/>
                <a:gd name="connsiteY17" fmla="*/ 4469 h 91290"/>
                <a:gd name="connsiteX18" fmla="*/ 0 w 94571"/>
                <a:gd name="connsiteY18" fmla="*/ 13407 h 91290"/>
                <a:gd name="connsiteX19" fmla="*/ 0 w 94571"/>
                <a:gd name="connsiteY19" fmla="*/ 26813 h 91290"/>
                <a:gd name="connsiteX20" fmla="*/ 4473 w 94571"/>
                <a:gd name="connsiteY20" fmla="*/ 40219 h 91290"/>
                <a:gd name="connsiteX21" fmla="*/ 12141 w 94571"/>
                <a:gd name="connsiteY21" fmla="*/ 44050 h 91290"/>
                <a:gd name="connsiteX22" fmla="*/ 27477 w 94571"/>
                <a:gd name="connsiteY22" fmla="*/ 44050 h 91290"/>
                <a:gd name="connsiteX23" fmla="*/ 30033 w 94571"/>
                <a:gd name="connsiteY23" fmla="*/ 44688 h 91290"/>
                <a:gd name="connsiteX24" fmla="*/ 41535 w 94571"/>
                <a:gd name="connsiteY24" fmla="*/ 50434 h 91290"/>
                <a:gd name="connsiteX25" fmla="*/ 45368 w 94571"/>
                <a:gd name="connsiteY25" fmla="*/ 56179 h 91290"/>
                <a:gd name="connsiteX26" fmla="*/ 45368 w 94571"/>
                <a:gd name="connsiteY26" fmla="*/ 60648 h 91290"/>
                <a:gd name="connsiteX27" fmla="*/ 50480 w 94571"/>
                <a:gd name="connsiteY27" fmla="*/ 70862 h 91290"/>
                <a:gd name="connsiteX28" fmla="*/ 51119 w 94571"/>
                <a:gd name="connsiteY28" fmla="*/ 74054 h 91290"/>
                <a:gd name="connsiteX29" fmla="*/ 51119 w 94571"/>
                <a:gd name="connsiteY29" fmla="*/ 77885 h 91290"/>
                <a:gd name="connsiteX30" fmla="*/ 54953 w 94571"/>
                <a:gd name="connsiteY30" fmla="*/ 86184 h 91290"/>
                <a:gd name="connsiteX31" fmla="*/ 64538 w 94571"/>
                <a:gd name="connsiteY31" fmla="*/ 91291 h 91290"/>
                <a:gd name="connsiteX32" fmla="*/ 66455 w 94571"/>
                <a:gd name="connsiteY32" fmla="*/ 90653 h 91290"/>
                <a:gd name="connsiteX33" fmla="*/ 67094 w 94571"/>
                <a:gd name="connsiteY33" fmla="*/ 79162 h 91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94571" h="91290">
                  <a:moveTo>
                    <a:pt x="67094" y="79162"/>
                  </a:moveTo>
                  <a:cubicBezTo>
                    <a:pt x="67094" y="77246"/>
                    <a:pt x="67733" y="75970"/>
                    <a:pt x="69011" y="74693"/>
                  </a:cubicBezTo>
                  <a:lnTo>
                    <a:pt x="78596" y="65117"/>
                  </a:lnTo>
                  <a:lnTo>
                    <a:pt x="78596" y="56179"/>
                  </a:lnTo>
                  <a:cubicBezTo>
                    <a:pt x="78596" y="54264"/>
                    <a:pt x="79235" y="52987"/>
                    <a:pt x="80513" y="51710"/>
                  </a:cubicBezTo>
                  <a:lnTo>
                    <a:pt x="94571" y="37666"/>
                  </a:lnTo>
                  <a:lnTo>
                    <a:pt x="83069" y="33835"/>
                  </a:lnTo>
                  <a:cubicBezTo>
                    <a:pt x="81791" y="33197"/>
                    <a:pt x="79874" y="31920"/>
                    <a:pt x="79235" y="30643"/>
                  </a:cubicBezTo>
                  <a:lnTo>
                    <a:pt x="67733" y="7661"/>
                  </a:lnTo>
                  <a:cubicBezTo>
                    <a:pt x="67733" y="7023"/>
                    <a:pt x="67094" y="6384"/>
                    <a:pt x="67094" y="5746"/>
                  </a:cubicBezTo>
                  <a:lnTo>
                    <a:pt x="58787" y="5746"/>
                  </a:lnTo>
                  <a:lnTo>
                    <a:pt x="54953" y="9576"/>
                  </a:lnTo>
                  <a:cubicBezTo>
                    <a:pt x="53675" y="10853"/>
                    <a:pt x="52397" y="11491"/>
                    <a:pt x="50480" y="11491"/>
                  </a:cubicBezTo>
                  <a:lnTo>
                    <a:pt x="44730" y="11491"/>
                  </a:lnTo>
                  <a:cubicBezTo>
                    <a:pt x="42813" y="11491"/>
                    <a:pt x="41535" y="10853"/>
                    <a:pt x="40257" y="9576"/>
                  </a:cubicBezTo>
                  <a:lnTo>
                    <a:pt x="30672" y="0"/>
                  </a:lnTo>
                  <a:lnTo>
                    <a:pt x="17892" y="0"/>
                  </a:lnTo>
                  <a:lnTo>
                    <a:pt x="8946" y="4469"/>
                  </a:lnTo>
                  <a:lnTo>
                    <a:pt x="0" y="13407"/>
                  </a:lnTo>
                  <a:lnTo>
                    <a:pt x="0" y="26813"/>
                  </a:lnTo>
                  <a:lnTo>
                    <a:pt x="4473" y="40219"/>
                  </a:lnTo>
                  <a:lnTo>
                    <a:pt x="12141" y="44050"/>
                  </a:lnTo>
                  <a:lnTo>
                    <a:pt x="27477" y="44050"/>
                  </a:lnTo>
                  <a:cubicBezTo>
                    <a:pt x="28755" y="44050"/>
                    <a:pt x="29394" y="44050"/>
                    <a:pt x="30033" y="44688"/>
                  </a:cubicBezTo>
                  <a:lnTo>
                    <a:pt x="41535" y="50434"/>
                  </a:lnTo>
                  <a:cubicBezTo>
                    <a:pt x="43452" y="51710"/>
                    <a:pt x="44730" y="53626"/>
                    <a:pt x="45368" y="56179"/>
                  </a:cubicBezTo>
                  <a:lnTo>
                    <a:pt x="45368" y="60648"/>
                  </a:lnTo>
                  <a:lnTo>
                    <a:pt x="50480" y="70862"/>
                  </a:lnTo>
                  <a:cubicBezTo>
                    <a:pt x="51119" y="71501"/>
                    <a:pt x="51119" y="72778"/>
                    <a:pt x="51119" y="74054"/>
                  </a:cubicBezTo>
                  <a:lnTo>
                    <a:pt x="51119" y="77885"/>
                  </a:lnTo>
                  <a:lnTo>
                    <a:pt x="54953" y="86184"/>
                  </a:lnTo>
                  <a:lnTo>
                    <a:pt x="64538" y="91291"/>
                  </a:lnTo>
                  <a:lnTo>
                    <a:pt x="66455" y="90653"/>
                  </a:lnTo>
                  <a:lnTo>
                    <a:pt x="67094" y="79162"/>
                  </a:lnTo>
                  <a:close/>
                </a:path>
              </a:pathLst>
            </a:custGeom>
            <a:solidFill>
              <a:srgbClr val="012169"/>
            </a:solidFill>
            <a:ln w="6390" cap="flat">
              <a:noFill/>
              <a:prstDash val="solid"/>
              <a:miter/>
            </a:ln>
          </p:spPr>
          <p:txBody>
            <a:bodyPr rtlCol="0" anchor="ctr"/>
            <a:lstStyle/>
            <a:p>
              <a:endParaRPr lang="en-US"/>
            </a:p>
          </p:txBody>
        </p:sp>
        <p:sp>
          <p:nvSpPr>
            <p:cNvPr id="430" name="Graphic 4">
              <a:extLst>
                <a:ext uri="{FF2B5EF4-FFF2-40B4-BE49-F238E27FC236}">
                  <a16:creationId xmlns:a16="http://schemas.microsoft.com/office/drawing/2014/main" id="{C48CC427-179B-984D-98BC-95858A994144}"/>
                </a:ext>
              </a:extLst>
            </p:cNvPr>
            <p:cNvSpPr/>
            <p:nvPr/>
          </p:nvSpPr>
          <p:spPr>
            <a:xfrm>
              <a:off x="984689" y="3419423"/>
              <a:ext cx="202560" cy="202372"/>
            </a:xfrm>
            <a:custGeom>
              <a:avLst/>
              <a:gdLst>
                <a:gd name="connsiteX0" fmla="*/ 199366 w 202560"/>
                <a:gd name="connsiteY0" fmla="*/ 105974 h 202372"/>
                <a:gd name="connsiteX1" fmla="*/ 186586 w 202560"/>
                <a:gd name="connsiteY1" fmla="*/ 93206 h 202372"/>
                <a:gd name="connsiteX2" fmla="*/ 185308 w 202560"/>
                <a:gd name="connsiteY2" fmla="*/ 94483 h 202372"/>
                <a:gd name="connsiteX3" fmla="*/ 181474 w 202560"/>
                <a:gd name="connsiteY3" fmla="*/ 98952 h 202372"/>
                <a:gd name="connsiteX4" fmla="*/ 185308 w 202560"/>
                <a:gd name="connsiteY4" fmla="*/ 102782 h 202372"/>
                <a:gd name="connsiteX5" fmla="*/ 187225 w 202560"/>
                <a:gd name="connsiteY5" fmla="*/ 107251 h 202372"/>
                <a:gd name="connsiteX6" fmla="*/ 187225 w 202560"/>
                <a:gd name="connsiteY6" fmla="*/ 112997 h 202372"/>
                <a:gd name="connsiteX7" fmla="*/ 186586 w 202560"/>
                <a:gd name="connsiteY7" fmla="*/ 115550 h 202372"/>
                <a:gd name="connsiteX8" fmla="*/ 180835 w 202560"/>
                <a:gd name="connsiteY8" fmla="*/ 127041 h 202372"/>
                <a:gd name="connsiteX9" fmla="*/ 175084 w 202560"/>
                <a:gd name="connsiteY9" fmla="*/ 130233 h 202372"/>
                <a:gd name="connsiteX10" fmla="*/ 163582 w 202560"/>
                <a:gd name="connsiteY10" fmla="*/ 130233 h 202372"/>
                <a:gd name="connsiteX11" fmla="*/ 157831 w 202560"/>
                <a:gd name="connsiteY11" fmla="*/ 127041 h 202372"/>
                <a:gd name="connsiteX12" fmla="*/ 152080 w 202560"/>
                <a:gd name="connsiteY12" fmla="*/ 115550 h 202372"/>
                <a:gd name="connsiteX13" fmla="*/ 151441 w 202560"/>
                <a:gd name="connsiteY13" fmla="*/ 114273 h 202372"/>
                <a:gd name="connsiteX14" fmla="*/ 146969 w 202560"/>
                <a:gd name="connsiteY14" fmla="*/ 93206 h 202372"/>
                <a:gd name="connsiteX15" fmla="*/ 145052 w 202560"/>
                <a:gd name="connsiteY15" fmla="*/ 95121 h 202372"/>
                <a:gd name="connsiteX16" fmla="*/ 140579 w 202560"/>
                <a:gd name="connsiteY16" fmla="*/ 97037 h 202372"/>
                <a:gd name="connsiteX17" fmla="*/ 134828 w 202560"/>
                <a:gd name="connsiteY17" fmla="*/ 97037 h 202372"/>
                <a:gd name="connsiteX18" fmla="*/ 129077 w 202560"/>
                <a:gd name="connsiteY18" fmla="*/ 93845 h 202372"/>
                <a:gd name="connsiteX19" fmla="*/ 125243 w 202560"/>
                <a:gd name="connsiteY19" fmla="*/ 86184 h 202372"/>
                <a:gd name="connsiteX20" fmla="*/ 115019 w 202560"/>
                <a:gd name="connsiteY20" fmla="*/ 86184 h 202372"/>
                <a:gd name="connsiteX21" fmla="*/ 111185 w 202560"/>
                <a:gd name="connsiteY21" fmla="*/ 90014 h 202372"/>
                <a:gd name="connsiteX22" fmla="*/ 106712 w 202560"/>
                <a:gd name="connsiteY22" fmla="*/ 91930 h 202372"/>
                <a:gd name="connsiteX23" fmla="*/ 83708 w 202560"/>
                <a:gd name="connsiteY23" fmla="*/ 91930 h 202372"/>
                <a:gd name="connsiteX24" fmla="*/ 77318 w 202560"/>
                <a:gd name="connsiteY24" fmla="*/ 85546 h 202372"/>
                <a:gd name="connsiteX25" fmla="*/ 77318 w 202560"/>
                <a:gd name="connsiteY25" fmla="*/ 74054 h 202372"/>
                <a:gd name="connsiteX26" fmla="*/ 79235 w 202560"/>
                <a:gd name="connsiteY26" fmla="*/ 69586 h 202372"/>
                <a:gd name="connsiteX27" fmla="*/ 84986 w 202560"/>
                <a:gd name="connsiteY27" fmla="*/ 63840 h 202372"/>
                <a:gd name="connsiteX28" fmla="*/ 89459 w 202560"/>
                <a:gd name="connsiteY28" fmla="*/ 61925 h 202372"/>
                <a:gd name="connsiteX29" fmla="*/ 92654 w 202560"/>
                <a:gd name="connsiteY29" fmla="*/ 61925 h 202372"/>
                <a:gd name="connsiteX30" fmla="*/ 96488 w 202560"/>
                <a:gd name="connsiteY30" fmla="*/ 58094 h 202372"/>
                <a:gd name="connsiteX31" fmla="*/ 97127 w 202560"/>
                <a:gd name="connsiteY31" fmla="*/ 57456 h 202372"/>
                <a:gd name="connsiteX32" fmla="*/ 95210 w 202560"/>
                <a:gd name="connsiteY32" fmla="*/ 53626 h 202372"/>
                <a:gd name="connsiteX33" fmla="*/ 94571 w 202560"/>
                <a:gd name="connsiteY33" fmla="*/ 48518 h 202372"/>
                <a:gd name="connsiteX34" fmla="*/ 100322 w 202560"/>
                <a:gd name="connsiteY34" fmla="*/ 31282 h 202372"/>
                <a:gd name="connsiteX35" fmla="*/ 104156 w 202560"/>
                <a:gd name="connsiteY35" fmla="*/ 27451 h 202372"/>
                <a:gd name="connsiteX36" fmla="*/ 121409 w 202560"/>
                <a:gd name="connsiteY36" fmla="*/ 21706 h 202372"/>
                <a:gd name="connsiteX37" fmla="*/ 123326 w 202560"/>
                <a:gd name="connsiteY37" fmla="*/ 21706 h 202372"/>
                <a:gd name="connsiteX38" fmla="*/ 127160 w 202560"/>
                <a:gd name="connsiteY38" fmla="*/ 21706 h 202372"/>
                <a:gd name="connsiteX39" fmla="*/ 123326 w 202560"/>
                <a:gd name="connsiteY39" fmla="*/ 14045 h 202372"/>
                <a:gd name="connsiteX40" fmla="*/ 123326 w 202560"/>
                <a:gd name="connsiteY40" fmla="*/ 8299 h 202372"/>
                <a:gd name="connsiteX41" fmla="*/ 125882 w 202560"/>
                <a:gd name="connsiteY41" fmla="*/ 3830 h 202372"/>
                <a:gd name="connsiteX42" fmla="*/ 100961 w 202560"/>
                <a:gd name="connsiteY42" fmla="*/ 0 h 202372"/>
                <a:gd name="connsiteX43" fmla="*/ 83708 w 202560"/>
                <a:gd name="connsiteY43" fmla="*/ 1277 h 202372"/>
                <a:gd name="connsiteX44" fmla="*/ 84986 w 202560"/>
                <a:gd name="connsiteY44" fmla="*/ 4469 h 202372"/>
                <a:gd name="connsiteX45" fmla="*/ 84986 w 202560"/>
                <a:gd name="connsiteY45" fmla="*/ 10214 h 202372"/>
                <a:gd name="connsiteX46" fmla="*/ 81152 w 202560"/>
                <a:gd name="connsiteY46" fmla="*/ 15960 h 202372"/>
                <a:gd name="connsiteX47" fmla="*/ 69650 w 202560"/>
                <a:gd name="connsiteY47" fmla="*/ 21706 h 202372"/>
                <a:gd name="connsiteX48" fmla="*/ 67094 w 202560"/>
                <a:gd name="connsiteY48" fmla="*/ 22344 h 202372"/>
                <a:gd name="connsiteX49" fmla="*/ 58148 w 202560"/>
                <a:gd name="connsiteY49" fmla="*/ 22344 h 202372"/>
                <a:gd name="connsiteX50" fmla="*/ 50480 w 202560"/>
                <a:gd name="connsiteY50" fmla="*/ 30005 h 202372"/>
                <a:gd name="connsiteX51" fmla="*/ 50480 w 202560"/>
                <a:gd name="connsiteY51" fmla="*/ 33197 h 202372"/>
                <a:gd name="connsiteX52" fmla="*/ 48563 w 202560"/>
                <a:gd name="connsiteY52" fmla="*/ 37666 h 202372"/>
                <a:gd name="connsiteX53" fmla="*/ 42813 w 202560"/>
                <a:gd name="connsiteY53" fmla="*/ 43411 h 202372"/>
                <a:gd name="connsiteX54" fmla="*/ 40896 w 202560"/>
                <a:gd name="connsiteY54" fmla="*/ 44688 h 202372"/>
                <a:gd name="connsiteX55" fmla="*/ 17892 w 202560"/>
                <a:gd name="connsiteY55" fmla="*/ 56179 h 202372"/>
                <a:gd name="connsiteX56" fmla="*/ 15336 w 202560"/>
                <a:gd name="connsiteY56" fmla="*/ 56818 h 202372"/>
                <a:gd name="connsiteX57" fmla="*/ 9585 w 202560"/>
                <a:gd name="connsiteY57" fmla="*/ 56818 h 202372"/>
                <a:gd name="connsiteX58" fmla="*/ 0 w 202560"/>
                <a:gd name="connsiteY58" fmla="*/ 89376 h 202372"/>
                <a:gd name="connsiteX59" fmla="*/ 8946 w 202560"/>
                <a:gd name="connsiteY59" fmla="*/ 102782 h 202372"/>
                <a:gd name="connsiteX60" fmla="*/ 14058 w 202560"/>
                <a:gd name="connsiteY60" fmla="*/ 107889 h 202372"/>
                <a:gd name="connsiteX61" fmla="*/ 15975 w 202560"/>
                <a:gd name="connsiteY61" fmla="*/ 112358 h 202372"/>
                <a:gd name="connsiteX62" fmla="*/ 15975 w 202560"/>
                <a:gd name="connsiteY62" fmla="*/ 127041 h 202372"/>
                <a:gd name="connsiteX63" fmla="*/ 25560 w 202560"/>
                <a:gd name="connsiteY63" fmla="*/ 141086 h 202372"/>
                <a:gd name="connsiteX64" fmla="*/ 35145 w 202560"/>
                <a:gd name="connsiteY64" fmla="*/ 146193 h 202372"/>
                <a:gd name="connsiteX65" fmla="*/ 38979 w 202560"/>
                <a:gd name="connsiteY65" fmla="*/ 151939 h 202372"/>
                <a:gd name="connsiteX66" fmla="*/ 38979 w 202560"/>
                <a:gd name="connsiteY66" fmla="*/ 157684 h 202372"/>
                <a:gd name="connsiteX67" fmla="*/ 38340 w 202560"/>
                <a:gd name="connsiteY67" fmla="*/ 160876 h 202372"/>
                <a:gd name="connsiteX68" fmla="*/ 33228 w 202560"/>
                <a:gd name="connsiteY68" fmla="*/ 171091 h 202372"/>
                <a:gd name="connsiteX69" fmla="*/ 33228 w 202560"/>
                <a:gd name="connsiteY69" fmla="*/ 176836 h 202372"/>
                <a:gd name="connsiteX70" fmla="*/ 100961 w 202560"/>
                <a:gd name="connsiteY70" fmla="*/ 202372 h 202372"/>
                <a:gd name="connsiteX71" fmla="*/ 113102 w 202560"/>
                <a:gd name="connsiteY71" fmla="*/ 201734 h 202372"/>
                <a:gd name="connsiteX72" fmla="*/ 112463 w 202560"/>
                <a:gd name="connsiteY72" fmla="*/ 200457 h 202372"/>
                <a:gd name="connsiteX73" fmla="*/ 106712 w 202560"/>
                <a:gd name="connsiteY73" fmla="*/ 188966 h 202372"/>
                <a:gd name="connsiteX74" fmla="*/ 106073 w 202560"/>
                <a:gd name="connsiteY74" fmla="*/ 185774 h 202372"/>
                <a:gd name="connsiteX75" fmla="*/ 106073 w 202560"/>
                <a:gd name="connsiteY75" fmla="*/ 181305 h 202372"/>
                <a:gd name="connsiteX76" fmla="*/ 101600 w 202560"/>
                <a:gd name="connsiteY76" fmla="*/ 172368 h 202372"/>
                <a:gd name="connsiteX77" fmla="*/ 100961 w 202560"/>
                <a:gd name="connsiteY77" fmla="*/ 169176 h 202372"/>
                <a:gd name="connsiteX78" fmla="*/ 100961 w 202560"/>
                <a:gd name="connsiteY78" fmla="*/ 167260 h 202372"/>
                <a:gd name="connsiteX79" fmla="*/ 94571 w 202560"/>
                <a:gd name="connsiteY79" fmla="*/ 164068 h 202372"/>
                <a:gd name="connsiteX80" fmla="*/ 79235 w 202560"/>
                <a:gd name="connsiteY80" fmla="*/ 164068 h 202372"/>
                <a:gd name="connsiteX81" fmla="*/ 76679 w 202560"/>
                <a:gd name="connsiteY81" fmla="*/ 163430 h 202372"/>
                <a:gd name="connsiteX82" fmla="*/ 65177 w 202560"/>
                <a:gd name="connsiteY82" fmla="*/ 157684 h 202372"/>
                <a:gd name="connsiteX83" fmla="*/ 61982 w 202560"/>
                <a:gd name="connsiteY83" fmla="*/ 153854 h 202372"/>
                <a:gd name="connsiteX84" fmla="*/ 56231 w 202560"/>
                <a:gd name="connsiteY84" fmla="*/ 136617 h 202372"/>
                <a:gd name="connsiteX85" fmla="*/ 55592 w 202560"/>
                <a:gd name="connsiteY85" fmla="*/ 134702 h 202372"/>
                <a:gd name="connsiteX86" fmla="*/ 55592 w 202560"/>
                <a:gd name="connsiteY86" fmla="*/ 117465 h 202372"/>
                <a:gd name="connsiteX87" fmla="*/ 57509 w 202560"/>
                <a:gd name="connsiteY87" fmla="*/ 112997 h 202372"/>
                <a:gd name="connsiteX88" fmla="*/ 69011 w 202560"/>
                <a:gd name="connsiteY88" fmla="*/ 101505 h 202372"/>
                <a:gd name="connsiteX89" fmla="*/ 70928 w 202560"/>
                <a:gd name="connsiteY89" fmla="*/ 100229 h 202372"/>
                <a:gd name="connsiteX90" fmla="*/ 82430 w 202560"/>
                <a:gd name="connsiteY90" fmla="*/ 94483 h 202372"/>
                <a:gd name="connsiteX91" fmla="*/ 84986 w 202560"/>
                <a:gd name="connsiteY91" fmla="*/ 93845 h 202372"/>
                <a:gd name="connsiteX92" fmla="*/ 101600 w 202560"/>
                <a:gd name="connsiteY92" fmla="*/ 93845 h 202372"/>
                <a:gd name="connsiteX93" fmla="*/ 106073 w 202560"/>
                <a:gd name="connsiteY93" fmla="*/ 95760 h 202372"/>
                <a:gd name="connsiteX94" fmla="*/ 115658 w 202560"/>
                <a:gd name="connsiteY94" fmla="*/ 105336 h 202372"/>
                <a:gd name="connsiteX95" fmla="*/ 119492 w 202560"/>
                <a:gd name="connsiteY95" fmla="*/ 101505 h 202372"/>
                <a:gd name="connsiteX96" fmla="*/ 123965 w 202560"/>
                <a:gd name="connsiteY96" fmla="*/ 99590 h 202372"/>
                <a:gd name="connsiteX97" fmla="*/ 141218 w 202560"/>
                <a:gd name="connsiteY97" fmla="*/ 99590 h 202372"/>
                <a:gd name="connsiteX98" fmla="*/ 147607 w 202560"/>
                <a:gd name="connsiteY98" fmla="*/ 105974 h 202372"/>
                <a:gd name="connsiteX99" fmla="*/ 147607 w 202560"/>
                <a:gd name="connsiteY99" fmla="*/ 110443 h 202372"/>
                <a:gd name="connsiteX100" fmla="*/ 157192 w 202560"/>
                <a:gd name="connsiteY100" fmla="*/ 129595 h 202372"/>
                <a:gd name="connsiteX101" fmla="*/ 171889 w 202560"/>
                <a:gd name="connsiteY101" fmla="*/ 134702 h 202372"/>
                <a:gd name="connsiteX102" fmla="*/ 176362 w 202560"/>
                <a:gd name="connsiteY102" fmla="*/ 141086 h 202372"/>
                <a:gd name="connsiteX103" fmla="*/ 176362 w 202560"/>
                <a:gd name="connsiteY103" fmla="*/ 146193 h 202372"/>
                <a:gd name="connsiteX104" fmla="*/ 174445 w 202560"/>
                <a:gd name="connsiteY104" fmla="*/ 150662 h 202372"/>
                <a:gd name="connsiteX105" fmla="*/ 159109 w 202560"/>
                <a:gd name="connsiteY105" fmla="*/ 165984 h 202372"/>
                <a:gd name="connsiteX106" fmla="*/ 159109 w 202560"/>
                <a:gd name="connsiteY106" fmla="*/ 174921 h 202372"/>
                <a:gd name="connsiteX107" fmla="*/ 157192 w 202560"/>
                <a:gd name="connsiteY107" fmla="*/ 179390 h 202372"/>
                <a:gd name="connsiteX108" fmla="*/ 147607 w 202560"/>
                <a:gd name="connsiteY108" fmla="*/ 188966 h 202372"/>
                <a:gd name="connsiteX109" fmla="*/ 147607 w 202560"/>
                <a:gd name="connsiteY109" fmla="*/ 191519 h 202372"/>
                <a:gd name="connsiteX110" fmla="*/ 162943 w 202560"/>
                <a:gd name="connsiteY110" fmla="*/ 181944 h 202372"/>
                <a:gd name="connsiteX111" fmla="*/ 162943 w 202560"/>
                <a:gd name="connsiteY111" fmla="*/ 169814 h 202372"/>
                <a:gd name="connsiteX112" fmla="*/ 169333 w 202560"/>
                <a:gd name="connsiteY112" fmla="*/ 163430 h 202372"/>
                <a:gd name="connsiteX113" fmla="*/ 175723 w 202560"/>
                <a:gd name="connsiteY113" fmla="*/ 169814 h 202372"/>
                <a:gd name="connsiteX114" fmla="*/ 175723 w 202560"/>
                <a:gd name="connsiteY114" fmla="*/ 170452 h 202372"/>
                <a:gd name="connsiteX115" fmla="*/ 202561 w 202560"/>
                <a:gd name="connsiteY115" fmla="*/ 107889 h 202372"/>
                <a:gd name="connsiteX116" fmla="*/ 199366 w 202560"/>
                <a:gd name="connsiteY116" fmla="*/ 105974 h 202372"/>
                <a:gd name="connsiteX117" fmla="*/ 74762 w 202560"/>
                <a:gd name="connsiteY117" fmla="*/ 45965 h 202372"/>
                <a:gd name="connsiteX118" fmla="*/ 79235 w 202560"/>
                <a:gd name="connsiteY118" fmla="*/ 41496 h 202372"/>
                <a:gd name="connsiteX119" fmla="*/ 84347 w 202560"/>
                <a:gd name="connsiteY119" fmla="*/ 26174 h 202372"/>
                <a:gd name="connsiteX120" fmla="*/ 92015 w 202560"/>
                <a:gd name="connsiteY120" fmla="*/ 21706 h 202372"/>
                <a:gd name="connsiteX121" fmla="*/ 96488 w 202560"/>
                <a:gd name="connsiteY121" fmla="*/ 29366 h 202372"/>
                <a:gd name="connsiteX122" fmla="*/ 95849 w 202560"/>
                <a:gd name="connsiteY122" fmla="*/ 30643 h 202372"/>
                <a:gd name="connsiteX123" fmla="*/ 90098 w 202560"/>
                <a:gd name="connsiteY123" fmla="*/ 47880 h 202372"/>
                <a:gd name="connsiteX124" fmla="*/ 88820 w 202560"/>
                <a:gd name="connsiteY124" fmla="*/ 50434 h 202372"/>
                <a:gd name="connsiteX125" fmla="*/ 83069 w 202560"/>
                <a:gd name="connsiteY125" fmla="*/ 56179 h 202372"/>
                <a:gd name="connsiteX126" fmla="*/ 78596 w 202560"/>
                <a:gd name="connsiteY126" fmla="*/ 58094 h 202372"/>
                <a:gd name="connsiteX127" fmla="*/ 74123 w 202560"/>
                <a:gd name="connsiteY127" fmla="*/ 56179 h 202372"/>
                <a:gd name="connsiteX128" fmla="*/ 74762 w 202560"/>
                <a:gd name="connsiteY128" fmla="*/ 45965 h 202372"/>
                <a:gd name="connsiteX129" fmla="*/ 74762 w 202560"/>
                <a:gd name="connsiteY129" fmla="*/ 45965 h 20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202560" h="202372">
                  <a:moveTo>
                    <a:pt x="199366" y="105974"/>
                  </a:moveTo>
                  <a:lnTo>
                    <a:pt x="186586" y="93206"/>
                  </a:lnTo>
                  <a:cubicBezTo>
                    <a:pt x="186586" y="93845"/>
                    <a:pt x="185947" y="93845"/>
                    <a:pt x="185308" y="94483"/>
                  </a:cubicBezTo>
                  <a:lnTo>
                    <a:pt x="181474" y="98952"/>
                  </a:lnTo>
                  <a:lnTo>
                    <a:pt x="185308" y="102782"/>
                  </a:lnTo>
                  <a:cubicBezTo>
                    <a:pt x="186586" y="104059"/>
                    <a:pt x="187225" y="105336"/>
                    <a:pt x="187225" y="107251"/>
                  </a:cubicBezTo>
                  <a:lnTo>
                    <a:pt x="187225" y="112997"/>
                  </a:lnTo>
                  <a:cubicBezTo>
                    <a:pt x="187225" y="114273"/>
                    <a:pt x="187225" y="114912"/>
                    <a:pt x="186586" y="115550"/>
                  </a:cubicBezTo>
                  <a:lnTo>
                    <a:pt x="180835" y="127041"/>
                  </a:lnTo>
                  <a:cubicBezTo>
                    <a:pt x="179557" y="128957"/>
                    <a:pt x="177640" y="130233"/>
                    <a:pt x="175084" y="130233"/>
                  </a:cubicBezTo>
                  <a:lnTo>
                    <a:pt x="163582" y="130233"/>
                  </a:lnTo>
                  <a:cubicBezTo>
                    <a:pt x="161026" y="130233"/>
                    <a:pt x="159109" y="128957"/>
                    <a:pt x="157831" y="127041"/>
                  </a:cubicBezTo>
                  <a:lnTo>
                    <a:pt x="152080" y="115550"/>
                  </a:lnTo>
                  <a:cubicBezTo>
                    <a:pt x="152080" y="114912"/>
                    <a:pt x="151441" y="114273"/>
                    <a:pt x="151441" y="114273"/>
                  </a:cubicBezTo>
                  <a:lnTo>
                    <a:pt x="146969" y="93206"/>
                  </a:lnTo>
                  <a:lnTo>
                    <a:pt x="145052" y="95121"/>
                  </a:lnTo>
                  <a:cubicBezTo>
                    <a:pt x="143774" y="96398"/>
                    <a:pt x="142496" y="97037"/>
                    <a:pt x="140579" y="97037"/>
                  </a:cubicBezTo>
                  <a:lnTo>
                    <a:pt x="134828" y="97037"/>
                  </a:lnTo>
                  <a:cubicBezTo>
                    <a:pt x="132272" y="97037"/>
                    <a:pt x="130355" y="95760"/>
                    <a:pt x="129077" y="93845"/>
                  </a:cubicBezTo>
                  <a:lnTo>
                    <a:pt x="125243" y="86184"/>
                  </a:lnTo>
                  <a:lnTo>
                    <a:pt x="115019" y="86184"/>
                  </a:lnTo>
                  <a:lnTo>
                    <a:pt x="111185" y="90014"/>
                  </a:lnTo>
                  <a:cubicBezTo>
                    <a:pt x="109907" y="91291"/>
                    <a:pt x="108629" y="91930"/>
                    <a:pt x="106712" y="91930"/>
                  </a:cubicBezTo>
                  <a:lnTo>
                    <a:pt x="83708" y="91930"/>
                  </a:lnTo>
                  <a:cubicBezTo>
                    <a:pt x="79874" y="91930"/>
                    <a:pt x="77318" y="89376"/>
                    <a:pt x="77318" y="85546"/>
                  </a:cubicBezTo>
                  <a:lnTo>
                    <a:pt x="77318" y="74054"/>
                  </a:lnTo>
                  <a:cubicBezTo>
                    <a:pt x="77318" y="72139"/>
                    <a:pt x="77957" y="70862"/>
                    <a:pt x="79235" y="69586"/>
                  </a:cubicBezTo>
                  <a:lnTo>
                    <a:pt x="84986" y="63840"/>
                  </a:lnTo>
                  <a:cubicBezTo>
                    <a:pt x="86264" y="62563"/>
                    <a:pt x="87542" y="61925"/>
                    <a:pt x="89459" y="61925"/>
                  </a:cubicBezTo>
                  <a:lnTo>
                    <a:pt x="92654" y="61925"/>
                  </a:lnTo>
                  <a:lnTo>
                    <a:pt x="96488" y="58094"/>
                  </a:lnTo>
                  <a:cubicBezTo>
                    <a:pt x="96488" y="58094"/>
                    <a:pt x="97127" y="58094"/>
                    <a:pt x="97127" y="57456"/>
                  </a:cubicBezTo>
                  <a:lnTo>
                    <a:pt x="95210" y="53626"/>
                  </a:lnTo>
                  <a:cubicBezTo>
                    <a:pt x="94571" y="52349"/>
                    <a:pt x="94571" y="50434"/>
                    <a:pt x="94571" y="48518"/>
                  </a:cubicBezTo>
                  <a:lnTo>
                    <a:pt x="100322" y="31282"/>
                  </a:lnTo>
                  <a:cubicBezTo>
                    <a:pt x="100961" y="29366"/>
                    <a:pt x="102239" y="28090"/>
                    <a:pt x="104156" y="27451"/>
                  </a:cubicBezTo>
                  <a:lnTo>
                    <a:pt x="121409" y="21706"/>
                  </a:lnTo>
                  <a:cubicBezTo>
                    <a:pt x="122048" y="21706"/>
                    <a:pt x="122687" y="21706"/>
                    <a:pt x="123326" y="21706"/>
                  </a:cubicBezTo>
                  <a:lnTo>
                    <a:pt x="127160" y="21706"/>
                  </a:lnTo>
                  <a:lnTo>
                    <a:pt x="123326" y="14045"/>
                  </a:lnTo>
                  <a:cubicBezTo>
                    <a:pt x="122687" y="12130"/>
                    <a:pt x="122687" y="10214"/>
                    <a:pt x="123326" y="8299"/>
                  </a:cubicBezTo>
                  <a:lnTo>
                    <a:pt x="125882" y="3830"/>
                  </a:lnTo>
                  <a:cubicBezTo>
                    <a:pt x="117575" y="1277"/>
                    <a:pt x="109268" y="638"/>
                    <a:pt x="100961" y="0"/>
                  </a:cubicBezTo>
                  <a:cubicBezTo>
                    <a:pt x="95210" y="0"/>
                    <a:pt x="89459" y="638"/>
                    <a:pt x="83708" y="1277"/>
                  </a:cubicBezTo>
                  <a:cubicBezTo>
                    <a:pt x="84347" y="2554"/>
                    <a:pt x="84986" y="3192"/>
                    <a:pt x="84986" y="4469"/>
                  </a:cubicBezTo>
                  <a:lnTo>
                    <a:pt x="84986" y="10214"/>
                  </a:lnTo>
                  <a:cubicBezTo>
                    <a:pt x="84986" y="12768"/>
                    <a:pt x="83708" y="14683"/>
                    <a:pt x="81152" y="15960"/>
                  </a:cubicBezTo>
                  <a:lnTo>
                    <a:pt x="69650" y="21706"/>
                  </a:lnTo>
                  <a:cubicBezTo>
                    <a:pt x="69011" y="22344"/>
                    <a:pt x="67733" y="22344"/>
                    <a:pt x="67094" y="22344"/>
                  </a:cubicBezTo>
                  <a:lnTo>
                    <a:pt x="58148" y="22344"/>
                  </a:lnTo>
                  <a:lnTo>
                    <a:pt x="50480" y="30005"/>
                  </a:lnTo>
                  <a:lnTo>
                    <a:pt x="50480" y="33197"/>
                  </a:lnTo>
                  <a:cubicBezTo>
                    <a:pt x="50480" y="35112"/>
                    <a:pt x="49841" y="36389"/>
                    <a:pt x="48563" y="37666"/>
                  </a:cubicBezTo>
                  <a:lnTo>
                    <a:pt x="42813" y="43411"/>
                  </a:lnTo>
                  <a:cubicBezTo>
                    <a:pt x="42174" y="44050"/>
                    <a:pt x="41535" y="44050"/>
                    <a:pt x="40896" y="44688"/>
                  </a:cubicBezTo>
                  <a:lnTo>
                    <a:pt x="17892" y="56179"/>
                  </a:lnTo>
                  <a:cubicBezTo>
                    <a:pt x="17253" y="56818"/>
                    <a:pt x="15975" y="56818"/>
                    <a:pt x="15336" y="56818"/>
                  </a:cubicBezTo>
                  <a:lnTo>
                    <a:pt x="9585" y="56818"/>
                  </a:lnTo>
                  <a:cubicBezTo>
                    <a:pt x="4473" y="67032"/>
                    <a:pt x="1278" y="77885"/>
                    <a:pt x="0" y="89376"/>
                  </a:cubicBezTo>
                  <a:lnTo>
                    <a:pt x="8946" y="102782"/>
                  </a:lnTo>
                  <a:lnTo>
                    <a:pt x="14058" y="107889"/>
                  </a:lnTo>
                  <a:cubicBezTo>
                    <a:pt x="15336" y="109166"/>
                    <a:pt x="15975" y="110443"/>
                    <a:pt x="15975" y="112358"/>
                  </a:cubicBezTo>
                  <a:lnTo>
                    <a:pt x="15975" y="127041"/>
                  </a:lnTo>
                  <a:lnTo>
                    <a:pt x="25560" y="141086"/>
                  </a:lnTo>
                  <a:lnTo>
                    <a:pt x="35145" y="146193"/>
                  </a:lnTo>
                  <a:cubicBezTo>
                    <a:pt x="37062" y="147470"/>
                    <a:pt x="38340" y="149385"/>
                    <a:pt x="38979" y="151939"/>
                  </a:cubicBezTo>
                  <a:lnTo>
                    <a:pt x="38979" y="157684"/>
                  </a:lnTo>
                  <a:cubicBezTo>
                    <a:pt x="38979" y="158961"/>
                    <a:pt x="38979" y="159600"/>
                    <a:pt x="38340" y="160876"/>
                  </a:cubicBezTo>
                  <a:lnTo>
                    <a:pt x="33228" y="171091"/>
                  </a:lnTo>
                  <a:lnTo>
                    <a:pt x="33228" y="176836"/>
                  </a:lnTo>
                  <a:cubicBezTo>
                    <a:pt x="51758" y="193435"/>
                    <a:pt x="76040" y="202372"/>
                    <a:pt x="100961" y="202372"/>
                  </a:cubicBezTo>
                  <a:cubicBezTo>
                    <a:pt x="104795" y="202372"/>
                    <a:pt x="109268" y="201734"/>
                    <a:pt x="113102" y="201734"/>
                  </a:cubicBezTo>
                  <a:cubicBezTo>
                    <a:pt x="112463" y="201095"/>
                    <a:pt x="112463" y="201095"/>
                    <a:pt x="112463" y="200457"/>
                  </a:cubicBezTo>
                  <a:lnTo>
                    <a:pt x="106712" y="188966"/>
                  </a:lnTo>
                  <a:cubicBezTo>
                    <a:pt x="106073" y="188327"/>
                    <a:pt x="106073" y="187051"/>
                    <a:pt x="106073" y="185774"/>
                  </a:cubicBezTo>
                  <a:lnTo>
                    <a:pt x="106073" y="181305"/>
                  </a:lnTo>
                  <a:lnTo>
                    <a:pt x="101600" y="172368"/>
                  </a:lnTo>
                  <a:cubicBezTo>
                    <a:pt x="100961" y="171729"/>
                    <a:pt x="100961" y="170452"/>
                    <a:pt x="100961" y="169176"/>
                  </a:cubicBezTo>
                  <a:lnTo>
                    <a:pt x="100961" y="167260"/>
                  </a:lnTo>
                  <a:lnTo>
                    <a:pt x="94571" y="164068"/>
                  </a:lnTo>
                  <a:lnTo>
                    <a:pt x="79235" y="164068"/>
                  </a:lnTo>
                  <a:cubicBezTo>
                    <a:pt x="77957" y="164068"/>
                    <a:pt x="77318" y="164068"/>
                    <a:pt x="76679" y="163430"/>
                  </a:cubicBezTo>
                  <a:lnTo>
                    <a:pt x="65177" y="157684"/>
                  </a:lnTo>
                  <a:cubicBezTo>
                    <a:pt x="63899" y="157046"/>
                    <a:pt x="62621" y="155769"/>
                    <a:pt x="61982" y="153854"/>
                  </a:cubicBezTo>
                  <a:lnTo>
                    <a:pt x="56231" y="136617"/>
                  </a:lnTo>
                  <a:cubicBezTo>
                    <a:pt x="56231" y="135979"/>
                    <a:pt x="56231" y="135341"/>
                    <a:pt x="55592" y="134702"/>
                  </a:cubicBezTo>
                  <a:lnTo>
                    <a:pt x="55592" y="117465"/>
                  </a:lnTo>
                  <a:cubicBezTo>
                    <a:pt x="55592" y="115550"/>
                    <a:pt x="56231" y="114273"/>
                    <a:pt x="57509" y="112997"/>
                  </a:cubicBezTo>
                  <a:lnTo>
                    <a:pt x="69011" y="101505"/>
                  </a:lnTo>
                  <a:cubicBezTo>
                    <a:pt x="69650" y="100867"/>
                    <a:pt x="70289" y="100867"/>
                    <a:pt x="70928" y="100229"/>
                  </a:cubicBezTo>
                  <a:lnTo>
                    <a:pt x="82430" y="94483"/>
                  </a:lnTo>
                  <a:cubicBezTo>
                    <a:pt x="83069" y="93845"/>
                    <a:pt x="84347" y="93845"/>
                    <a:pt x="84986" y="93845"/>
                  </a:cubicBezTo>
                  <a:lnTo>
                    <a:pt x="101600" y="93845"/>
                  </a:lnTo>
                  <a:cubicBezTo>
                    <a:pt x="103517" y="93845"/>
                    <a:pt x="104795" y="94483"/>
                    <a:pt x="106073" y="95760"/>
                  </a:cubicBezTo>
                  <a:lnTo>
                    <a:pt x="115658" y="105336"/>
                  </a:lnTo>
                  <a:lnTo>
                    <a:pt x="119492" y="101505"/>
                  </a:lnTo>
                  <a:cubicBezTo>
                    <a:pt x="120770" y="100229"/>
                    <a:pt x="122048" y="99590"/>
                    <a:pt x="123965" y="99590"/>
                  </a:cubicBezTo>
                  <a:lnTo>
                    <a:pt x="141218" y="99590"/>
                  </a:lnTo>
                  <a:cubicBezTo>
                    <a:pt x="145052" y="99590"/>
                    <a:pt x="147607" y="102144"/>
                    <a:pt x="147607" y="105974"/>
                  </a:cubicBezTo>
                  <a:lnTo>
                    <a:pt x="147607" y="110443"/>
                  </a:lnTo>
                  <a:lnTo>
                    <a:pt x="157192" y="129595"/>
                  </a:lnTo>
                  <a:lnTo>
                    <a:pt x="171889" y="134702"/>
                  </a:lnTo>
                  <a:cubicBezTo>
                    <a:pt x="174445" y="135341"/>
                    <a:pt x="176362" y="138533"/>
                    <a:pt x="176362" y="141086"/>
                  </a:cubicBezTo>
                  <a:lnTo>
                    <a:pt x="176362" y="146193"/>
                  </a:lnTo>
                  <a:cubicBezTo>
                    <a:pt x="176362" y="148108"/>
                    <a:pt x="175723" y="149385"/>
                    <a:pt x="174445" y="150662"/>
                  </a:cubicBezTo>
                  <a:lnTo>
                    <a:pt x="159109" y="165984"/>
                  </a:lnTo>
                  <a:lnTo>
                    <a:pt x="159109" y="174921"/>
                  </a:lnTo>
                  <a:cubicBezTo>
                    <a:pt x="159109" y="176836"/>
                    <a:pt x="158470" y="178113"/>
                    <a:pt x="157192" y="179390"/>
                  </a:cubicBezTo>
                  <a:lnTo>
                    <a:pt x="147607" y="188966"/>
                  </a:lnTo>
                  <a:lnTo>
                    <a:pt x="147607" y="191519"/>
                  </a:lnTo>
                  <a:cubicBezTo>
                    <a:pt x="153358" y="188966"/>
                    <a:pt x="158470" y="185135"/>
                    <a:pt x="162943" y="181944"/>
                  </a:cubicBezTo>
                  <a:lnTo>
                    <a:pt x="162943" y="169814"/>
                  </a:lnTo>
                  <a:cubicBezTo>
                    <a:pt x="162943" y="165984"/>
                    <a:pt x="165499" y="163430"/>
                    <a:pt x="169333" y="163430"/>
                  </a:cubicBezTo>
                  <a:cubicBezTo>
                    <a:pt x="173167" y="163430"/>
                    <a:pt x="175723" y="165984"/>
                    <a:pt x="175723" y="169814"/>
                  </a:cubicBezTo>
                  <a:lnTo>
                    <a:pt x="175723" y="170452"/>
                  </a:lnTo>
                  <a:cubicBezTo>
                    <a:pt x="191698" y="153216"/>
                    <a:pt x="200644" y="131510"/>
                    <a:pt x="202561" y="107889"/>
                  </a:cubicBezTo>
                  <a:cubicBezTo>
                    <a:pt x="201283" y="107251"/>
                    <a:pt x="200644" y="106613"/>
                    <a:pt x="199366" y="105974"/>
                  </a:cubicBezTo>
                  <a:close/>
                  <a:moveTo>
                    <a:pt x="74762" y="45965"/>
                  </a:moveTo>
                  <a:lnTo>
                    <a:pt x="79235" y="41496"/>
                  </a:lnTo>
                  <a:lnTo>
                    <a:pt x="84347" y="26174"/>
                  </a:lnTo>
                  <a:cubicBezTo>
                    <a:pt x="84986" y="22982"/>
                    <a:pt x="88820" y="20429"/>
                    <a:pt x="92015" y="21706"/>
                  </a:cubicBezTo>
                  <a:cubicBezTo>
                    <a:pt x="95210" y="22344"/>
                    <a:pt x="97766" y="26174"/>
                    <a:pt x="96488" y="29366"/>
                  </a:cubicBezTo>
                  <a:cubicBezTo>
                    <a:pt x="96488" y="30005"/>
                    <a:pt x="96488" y="30005"/>
                    <a:pt x="95849" y="30643"/>
                  </a:cubicBezTo>
                  <a:lnTo>
                    <a:pt x="90098" y="47880"/>
                  </a:lnTo>
                  <a:cubicBezTo>
                    <a:pt x="90098" y="48518"/>
                    <a:pt x="89459" y="49795"/>
                    <a:pt x="88820" y="50434"/>
                  </a:cubicBezTo>
                  <a:lnTo>
                    <a:pt x="83069" y="56179"/>
                  </a:lnTo>
                  <a:cubicBezTo>
                    <a:pt x="81791" y="57456"/>
                    <a:pt x="80513" y="58094"/>
                    <a:pt x="78596" y="58094"/>
                  </a:cubicBezTo>
                  <a:cubicBezTo>
                    <a:pt x="76679" y="58094"/>
                    <a:pt x="75401" y="57456"/>
                    <a:pt x="74123" y="56179"/>
                  </a:cubicBezTo>
                  <a:cubicBezTo>
                    <a:pt x="72845" y="52349"/>
                    <a:pt x="74123" y="49157"/>
                    <a:pt x="74762" y="45965"/>
                  </a:cubicBezTo>
                  <a:lnTo>
                    <a:pt x="74762" y="45965"/>
                  </a:lnTo>
                  <a:close/>
                </a:path>
              </a:pathLst>
            </a:custGeom>
            <a:solidFill>
              <a:srgbClr val="012169"/>
            </a:solidFill>
            <a:ln w="6390" cap="flat">
              <a:noFill/>
              <a:prstDash val="solid"/>
              <a:miter/>
            </a:ln>
          </p:spPr>
          <p:txBody>
            <a:bodyPr rtlCol="0" anchor="ctr"/>
            <a:lstStyle/>
            <a:p>
              <a:endParaRPr lang="en-US"/>
            </a:p>
          </p:txBody>
        </p:sp>
        <p:sp>
          <p:nvSpPr>
            <p:cNvPr id="431" name="Graphic 4">
              <a:extLst>
                <a:ext uri="{FF2B5EF4-FFF2-40B4-BE49-F238E27FC236}">
                  <a16:creationId xmlns:a16="http://schemas.microsoft.com/office/drawing/2014/main" id="{70B18FAB-0F5B-244B-862C-5A9F013EB6B6}"/>
                </a:ext>
              </a:extLst>
            </p:cNvPr>
            <p:cNvSpPr/>
            <p:nvPr/>
          </p:nvSpPr>
          <p:spPr>
            <a:xfrm>
              <a:off x="905454" y="3339623"/>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95215 w 362309"/>
                <a:gd name="connsiteY6" fmla="*/ 181305 h 361971"/>
                <a:gd name="connsiteX7" fmla="*/ 253680 w 362309"/>
                <a:gd name="connsiteY7" fmla="*/ 269404 h 361971"/>
                <a:gd name="connsiteX8" fmla="*/ 253042 w 362309"/>
                <a:gd name="connsiteY8" fmla="*/ 270042 h 361971"/>
                <a:gd name="connsiteX9" fmla="*/ 223648 w 362309"/>
                <a:gd name="connsiteY9" fmla="*/ 287279 h 361971"/>
                <a:gd name="connsiteX10" fmla="*/ 222370 w 362309"/>
                <a:gd name="connsiteY10" fmla="*/ 287917 h 361971"/>
                <a:gd name="connsiteX11" fmla="*/ 214063 w 362309"/>
                <a:gd name="connsiteY11" fmla="*/ 291109 h 361971"/>
                <a:gd name="connsiteX12" fmla="*/ 212785 w 362309"/>
                <a:gd name="connsiteY12" fmla="*/ 291109 h 361971"/>
                <a:gd name="connsiteX13" fmla="*/ 104156 w 362309"/>
                <a:gd name="connsiteY13" fmla="*/ 265574 h 361971"/>
                <a:gd name="connsiteX14" fmla="*/ 102878 w 362309"/>
                <a:gd name="connsiteY14" fmla="*/ 264297 h 361971"/>
                <a:gd name="connsiteX15" fmla="*/ 80513 w 362309"/>
                <a:gd name="connsiteY15" fmla="*/ 128318 h 361971"/>
                <a:gd name="connsiteX16" fmla="*/ 80513 w 362309"/>
                <a:gd name="connsiteY16" fmla="*/ 127680 h 361971"/>
                <a:gd name="connsiteX17" fmla="*/ 235150 w 362309"/>
                <a:gd name="connsiteY17" fmla="*/ 81077 h 361971"/>
                <a:gd name="connsiteX18" fmla="*/ 295215 w 362309"/>
                <a:gd name="connsiteY18" fmla="*/ 174283 h 361971"/>
                <a:gd name="connsiteX19" fmla="*/ 295215 w 362309"/>
                <a:gd name="connsiteY19" fmla="*/ 177475 h 361971"/>
                <a:gd name="connsiteX20" fmla="*/ 295215 w 362309"/>
                <a:gd name="connsiteY20" fmla="*/ 181305 h 361971"/>
                <a:gd name="connsiteX21" fmla="*/ 295215 w 362309"/>
                <a:gd name="connsiteY21" fmla="*/ 18130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1157" y="0"/>
                    <a:pt x="180835" y="0"/>
                  </a:cubicBezTo>
                  <a:close/>
                  <a:moveTo>
                    <a:pt x="295215" y="181305"/>
                  </a:moveTo>
                  <a:cubicBezTo>
                    <a:pt x="295215" y="215140"/>
                    <a:pt x="279879" y="247698"/>
                    <a:pt x="253680" y="269404"/>
                  </a:cubicBezTo>
                  <a:lnTo>
                    <a:pt x="253042" y="270042"/>
                  </a:lnTo>
                  <a:cubicBezTo>
                    <a:pt x="244096" y="277065"/>
                    <a:pt x="234511" y="283449"/>
                    <a:pt x="223648" y="287279"/>
                  </a:cubicBezTo>
                  <a:lnTo>
                    <a:pt x="222370" y="287917"/>
                  </a:lnTo>
                  <a:cubicBezTo>
                    <a:pt x="219814" y="289194"/>
                    <a:pt x="216619" y="289833"/>
                    <a:pt x="214063" y="291109"/>
                  </a:cubicBezTo>
                  <a:lnTo>
                    <a:pt x="212785" y="291109"/>
                  </a:lnTo>
                  <a:cubicBezTo>
                    <a:pt x="174445" y="301962"/>
                    <a:pt x="133550" y="292386"/>
                    <a:pt x="104156" y="265574"/>
                  </a:cubicBezTo>
                  <a:cubicBezTo>
                    <a:pt x="103517" y="264935"/>
                    <a:pt x="102878" y="264935"/>
                    <a:pt x="102878" y="264297"/>
                  </a:cubicBezTo>
                  <a:cubicBezTo>
                    <a:pt x="65816" y="229185"/>
                    <a:pt x="56871" y="173644"/>
                    <a:pt x="80513" y="128318"/>
                  </a:cubicBezTo>
                  <a:lnTo>
                    <a:pt x="80513" y="127680"/>
                  </a:lnTo>
                  <a:cubicBezTo>
                    <a:pt x="110546" y="72139"/>
                    <a:pt x="179557" y="51072"/>
                    <a:pt x="235150" y="81077"/>
                  </a:cubicBezTo>
                  <a:cubicBezTo>
                    <a:pt x="269655" y="99590"/>
                    <a:pt x="292659" y="134702"/>
                    <a:pt x="295215" y="174283"/>
                  </a:cubicBezTo>
                  <a:cubicBezTo>
                    <a:pt x="295215" y="175560"/>
                    <a:pt x="295215" y="176198"/>
                    <a:pt x="295215" y="177475"/>
                  </a:cubicBezTo>
                  <a:cubicBezTo>
                    <a:pt x="295215" y="178113"/>
                    <a:pt x="295215" y="179390"/>
                    <a:pt x="295215" y="181305"/>
                  </a:cubicBezTo>
                  <a:lnTo>
                    <a:pt x="295215" y="181305"/>
                  </a:lnTo>
                  <a:close/>
                </a:path>
              </a:pathLst>
            </a:custGeom>
            <a:solidFill>
              <a:srgbClr val="012169"/>
            </a:solidFill>
            <a:ln w="6390" cap="flat">
              <a:noFill/>
              <a:prstDash val="solid"/>
              <a:miter/>
            </a:ln>
          </p:spPr>
          <p:txBody>
            <a:bodyPr rtlCol="0" anchor="ctr"/>
            <a:lstStyle/>
            <a:p>
              <a:endParaRPr lang="en-US"/>
            </a:p>
          </p:txBody>
        </p:sp>
      </p:grpSp>
      <p:grpSp>
        <p:nvGrpSpPr>
          <p:cNvPr id="432" name="Graphic 4">
            <a:extLst>
              <a:ext uri="{FF2B5EF4-FFF2-40B4-BE49-F238E27FC236}">
                <a16:creationId xmlns:a16="http://schemas.microsoft.com/office/drawing/2014/main" id="{5A867EA2-73B6-8E4E-9BC8-3A1DA92D9213}"/>
              </a:ext>
            </a:extLst>
          </p:cNvPr>
          <p:cNvGrpSpPr/>
          <p:nvPr/>
        </p:nvGrpSpPr>
        <p:grpSpPr>
          <a:xfrm>
            <a:off x="905454" y="2855717"/>
            <a:ext cx="362309" cy="361971"/>
            <a:chOff x="905454" y="2855717"/>
            <a:chExt cx="362309" cy="361971"/>
          </a:xfrm>
          <a:solidFill>
            <a:srgbClr val="012169"/>
          </a:solidFill>
        </p:grpSpPr>
        <p:sp>
          <p:nvSpPr>
            <p:cNvPr id="433" name="Graphic 4">
              <a:extLst>
                <a:ext uri="{FF2B5EF4-FFF2-40B4-BE49-F238E27FC236}">
                  <a16:creationId xmlns:a16="http://schemas.microsoft.com/office/drawing/2014/main" id="{D1B72AD9-492C-E84C-8FD2-87B9B032566B}"/>
                </a:ext>
              </a:extLst>
            </p:cNvPr>
            <p:cNvSpPr/>
            <p:nvPr/>
          </p:nvSpPr>
          <p:spPr>
            <a:xfrm>
              <a:off x="1082455" y="3031277"/>
              <a:ext cx="7668" cy="8937"/>
            </a:xfrm>
            <a:custGeom>
              <a:avLst/>
              <a:gdLst>
                <a:gd name="connsiteX0" fmla="*/ 4473 w 7668"/>
                <a:gd name="connsiteY0" fmla="*/ 7022 h 8937"/>
                <a:gd name="connsiteX1" fmla="*/ 7668 w 7668"/>
                <a:gd name="connsiteY1" fmla="*/ 638 h 8937"/>
                <a:gd name="connsiteX2" fmla="*/ 7029 w 7668"/>
                <a:gd name="connsiteY2" fmla="*/ 0 h 8937"/>
                <a:gd name="connsiteX3" fmla="*/ 0 w 7668"/>
                <a:gd name="connsiteY3" fmla="*/ 7022 h 8937"/>
                <a:gd name="connsiteX4" fmla="*/ 2556 w 7668"/>
                <a:gd name="connsiteY4" fmla="*/ 8938 h 8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8" h="8937">
                  <a:moveTo>
                    <a:pt x="4473" y="7022"/>
                  </a:moveTo>
                  <a:lnTo>
                    <a:pt x="7668" y="638"/>
                  </a:lnTo>
                  <a:lnTo>
                    <a:pt x="7029" y="0"/>
                  </a:lnTo>
                  <a:lnTo>
                    <a:pt x="0" y="7022"/>
                  </a:lnTo>
                  <a:lnTo>
                    <a:pt x="2556" y="8938"/>
                  </a:lnTo>
                  <a:close/>
                </a:path>
              </a:pathLst>
            </a:custGeom>
            <a:solidFill>
              <a:srgbClr val="012169"/>
            </a:solidFill>
            <a:ln w="6390" cap="flat">
              <a:noFill/>
              <a:prstDash val="solid"/>
              <a:miter/>
            </a:ln>
          </p:spPr>
          <p:txBody>
            <a:bodyPr rtlCol="0" anchor="ctr"/>
            <a:lstStyle/>
            <a:p>
              <a:endParaRPr lang="en-US"/>
            </a:p>
          </p:txBody>
        </p:sp>
        <p:sp>
          <p:nvSpPr>
            <p:cNvPr id="434" name="Graphic 4">
              <a:extLst>
                <a:ext uri="{FF2B5EF4-FFF2-40B4-BE49-F238E27FC236}">
                  <a16:creationId xmlns:a16="http://schemas.microsoft.com/office/drawing/2014/main" id="{EDF98B58-898A-934C-8528-4DFD19481F48}"/>
                </a:ext>
              </a:extLst>
            </p:cNvPr>
            <p:cNvSpPr/>
            <p:nvPr/>
          </p:nvSpPr>
          <p:spPr>
            <a:xfrm>
              <a:off x="1003220" y="2935027"/>
              <a:ext cx="107989" cy="75182"/>
            </a:xfrm>
            <a:custGeom>
              <a:avLst/>
              <a:gdLst>
                <a:gd name="connsiteX0" fmla="*/ 1278 w 107989"/>
                <a:gd name="connsiteY0" fmla="*/ 44540 h 75182"/>
                <a:gd name="connsiteX1" fmla="*/ 12780 w 107989"/>
                <a:gd name="connsiteY1" fmla="*/ 50285 h 75182"/>
                <a:gd name="connsiteX2" fmla="*/ 16614 w 107989"/>
                <a:gd name="connsiteY2" fmla="*/ 56031 h 75182"/>
                <a:gd name="connsiteX3" fmla="*/ 16614 w 107989"/>
                <a:gd name="connsiteY3" fmla="*/ 61138 h 75182"/>
                <a:gd name="connsiteX4" fmla="*/ 18531 w 107989"/>
                <a:gd name="connsiteY4" fmla="*/ 69437 h 75182"/>
                <a:gd name="connsiteX5" fmla="*/ 21087 w 107989"/>
                <a:gd name="connsiteY5" fmla="*/ 59861 h 75182"/>
                <a:gd name="connsiteX6" fmla="*/ 23004 w 107989"/>
                <a:gd name="connsiteY6" fmla="*/ 56669 h 75182"/>
                <a:gd name="connsiteX7" fmla="*/ 28755 w 107989"/>
                <a:gd name="connsiteY7" fmla="*/ 50924 h 75182"/>
                <a:gd name="connsiteX8" fmla="*/ 35784 w 107989"/>
                <a:gd name="connsiteY8" fmla="*/ 49647 h 75182"/>
                <a:gd name="connsiteX9" fmla="*/ 47285 w 107989"/>
                <a:gd name="connsiteY9" fmla="*/ 55392 h 75182"/>
                <a:gd name="connsiteX10" fmla="*/ 51119 w 107989"/>
                <a:gd name="connsiteY10" fmla="*/ 61138 h 75182"/>
                <a:gd name="connsiteX11" fmla="*/ 51119 w 107989"/>
                <a:gd name="connsiteY11" fmla="*/ 64968 h 75182"/>
                <a:gd name="connsiteX12" fmla="*/ 54314 w 107989"/>
                <a:gd name="connsiteY12" fmla="*/ 71352 h 75182"/>
                <a:gd name="connsiteX13" fmla="*/ 56231 w 107989"/>
                <a:gd name="connsiteY13" fmla="*/ 71352 h 75182"/>
                <a:gd name="connsiteX14" fmla="*/ 58787 w 107989"/>
                <a:gd name="connsiteY14" fmla="*/ 71991 h 75182"/>
                <a:gd name="connsiteX15" fmla="*/ 65177 w 107989"/>
                <a:gd name="connsiteY15" fmla="*/ 75183 h 75182"/>
                <a:gd name="connsiteX16" fmla="*/ 60704 w 107989"/>
                <a:gd name="connsiteY16" fmla="*/ 62415 h 75182"/>
                <a:gd name="connsiteX17" fmla="*/ 61343 w 107989"/>
                <a:gd name="connsiteY17" fmla="*/ 56669 h 75182"/>
                <a:gd name="connsiteX18" fmla="*/ 66455 w 107989"/>
                <a:gd name="connsiteY18" fmla="*/ 54116 h 75182"/>
                <a:gd name="connsiteX19" fmla="*/ 75401 w 107989"/>
                <a:gd name="connsiteY19" fmla="*/ 54116 h 75182"/>
                <a:gd name="connsiteX20" fmla="*/ 83069 w 107989"/>
                <a:gd name="connsiteY20" fmla="*/ 46455 h 75182"/>
                <a:gd name="connsiteX21" fmla="*/ 83069 w 107989"/>
                <a:gd name="connsiteY21" fmla="*/ 45178 h 75182"/>
                <a:gd name="connsiteX22" fmla="*/ 77957 w 107989"/>
                <a:gd name="connsiteY22" fmla="*/ 34964 h 75182"/>
                <a:gd name="connsiteX23" fmla="*/ 79235 w 107989"/>
                <a:gd name="connsiteY23" fmla="*/ 27941 h 75182"/>
                <a:gd name="connsiteX24" fmla="*/ 84986 w 107989"/>
                <a:gd name="connsiteY24" fmla="*/ 22196 h 75182"/>
                <a:gd name="connsiteX25" fmla="*/ 89459 w 107989"/>
                <a:gd name="connsiteY25" fmla="*/ 20281 h 75182"/>
                <a:gd name="connsiteX26" fmla="*/ 95210 w 107989"/>
                <a:gd name="connsiteY26" fmla="*/ 20281 h 75182"/>
                <a:gd name="connsiteX27" fmla="*/ 97766 w 107989"/>
                <a:gd name="connsiteY27" fmla="*/ 20919 h 75182"/>
                <a:gd name="connsiteX28" fmla="*/ 104795 w 107989"/>
                <a:gd name="connsiteY28" fmla="*/ 24749 h 75182"/>
                <a:gd name="connsiteX29" fmla="*/ 105434 w 107989"/>
                <a:gd name="connsiteY29" fmla="*/ 24111 h 75182"/>
                <a:gd name="connsiteX30" fmla="*/ 101600 w 107989"/>
                <a:gd name="connsiteY30" fmla="*/ 20281 h 75182"/>
                <a:gd name="connsiteX31" fmla="*/ 99683 w 107989"/>
                <a:gd name="connsiteY31" fmla="*/ 15812 h 75182"/>
                <a:gd name="connsiteX32" fmla="*/ 99683 w 107989"/>
                <a:gd name="connsiteY32" fmla="*/ 10066 h 75182"/>
                <a:gd name="connsiteX33" fmla="*/ 104156 w 107989"/>
                <a:gd name="connsiteY33" fmla="*/ 4321 h 75182"/>
                <a:gd name="connsiteX34" fmla="*/ 107990 w 107989"/>
                <a:gd name="connsiteY34" fmla="*/ 3044 h 75182"/>
                <a:gd name="connsiteX35" fmla="*/ 0 w 107989"/>
                <a:gd name="connsiteY35" fmla="*/ 43901 h 75182"/>
                <a:gd name="connsiteX36" fmla="*/ 1278 w 107989"/>
                <a:gd name="connsiteY36" fmla="*/ 44540 h 75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7989" h="75182">
                  <a:moveTo>
                    <a:pt x="1278" y="44540"/>
                  </a:moveTo>
                  <a:lnTo>
                    <a:pt x="12780" y="50285"/>
                  </a:lnTo>
                  <a:cubicBezTo>
                    <a:pt x="14697" y="51562"/>
                    <a:pt x="15975" y="53477"/>
                    <a:pt x="16614" y="56031"/>
                  </a:cubicBezTo>
                  <a:lnTo>
                    <a:pt x="16614" y="61138"/>
                  </a:lnTo>
                  <a:lnTo>
                    <a:pt x="18531" y="69437"/>
                  </a:lnTo>
                  <a:lnTo>
                    <a:pt x="21087" y="59861"/>
                  </a:lnTo>
                  <a:cubicBezTo>
                    <a:pt x="21087" y="58584"/>
                    <a:pt x="21726" y="57946"/>
                    <a:pt x="23004" y="56669"/>
                  </a:cubicBezTo>
                  <a:lnTo>
                    <a:pt x="28755" y="50924"/>
                  </a:lnTo>
                  <a:cubicBezTo>
                    <a:pt x="30672" y="49008"/>
                    <a:pt x="33867" y="48370"/>
                    <a:pt x="35784" y="49647"/>
                  </a:cubicBezTo>
                  <a:lnTo>
                    <a:pt x="47285" y="55392"/>
                  </a:lnTo>
                  <a:cubicBezTo>
                    <a:pt x="49202" y="56669"/>
                    <a:pt x="51119" y="58584"/>
                    <a:pt x="51119" y="61138"/>
                  </a:cubicBezTo>
                  <a:lnTo>
                    <a:pt x="51119" y="64968"/>
                  </a:lnTo>
                  <a:lnTo>
                    <a:pt x="54314" y="71352"/>
                  </a:lnTo>
                  <a:lnTo>
                    <a:pt x="56231" y="71352"/>
                  </a:lnTo>
                  <a:cubicBezTo>
                    <a:pt x="57509" y="71352"/>
                    <a:pt x="58148" y="71352"/>
                    <a:pt x="58787" y="71991"/>
                  </a:cubicBezTo>
                  <a:lnTo>
                    <a:pt x="65177" y="75183"/>
                  </a:lnTo>
                  <a:lnTo>
                    <a:pt x="60704" y="62415"/>
                  </a:lnTo>
                  <a:cubicBezTo>
                    <a:pt x="60065" y="60500"/>
                    <a:pt x="60065" y="58584"/>
                    <a:pt x="61343" y="56669"/>
                  </a:cubicBezTo>
                  <a:cubicBezTo>
                    <a:pt x="62621" y="54754"/>
                    <a:pt x="64538" y="54116"/>
                    <a:pt x="66455" y="54116"/>
                  </a:cubicBezTo>
                  <a:lnTo>
                    <a:pt x="75401" y="54116"/>
                  </a:lnTo>
                  <a:lnTo>
                    <a:pt x="83069" y="46455"/>
                  </a:lnTo>
                  <a:lnTo>
                    <a:pt x="83069" y="45178"/>
                  </a:lnTo>
                  <a:lnTo>
                    <a:pt x="77957" y="34964"/>
                  </a:lnTo>
                  <a:cubicBezTo>
                    <a:pt x="76679" y="32410"/>
                    <a:pt x="77318" y="29857"/>
                    <a:pt x="79235" y="27941"/>
                  </a:cubicBezTo>
                  <a:lnTo>
                    <a:pt x="84986" y="22196"/>
                  </a:lnTo>
                  <a:cubicBezTo>
                    <a:pt x="86264" y="20919"/>
                    <a:pt x="87542" y="20281"/>
                    <a:pt x="89459" y="20281"/>
                  </a:cubicBezTo>
                  <a:lnTo>
                    <a:pt x="95210" y="20281"/>
                  </a:lnTo>
                  <a:cubicBezTo>
                    <a:pt x="96488" y="20281"/>
                    <a:pt x="97127" y="20281"/>
                    <a:pt x="97766" y="20919"/>
                  </a:cubicBezTo>
                  <a:lnTo>
                    <a:pt x="104795" y="24749"/>
                  </a:lnTo>
                  <a:lnTo>
                    <a:pt x="105434" y="24111"/>
                  </a:lnTo>
                  <a:lnTo>
                    <a:pt x="101600" y="20281"/>
                  </a:lnTo>
                  <a:cubicBezTo>
                    <a:pt x="100322" y="19004"/>
                    <a:pt x="99683" y="17727"/>
                    <a:pt x="99683" y="15812"/>
                  </a:cubicBezTo>
                  <a:lnTo>
                    <a:pt x="99683" y="10066"/>
                  </a:lnTo>
                  <a:cubicBezTo>
                    <a:pt x="99683" y="7513"/>
                    <a:pt x="101600" y="4959"/>
                    <a:pt x="104156" y="4321"/>
                  </a:cubicBezTo>
                  <a:lnTo>
                    <a:pt x="107990" y="3044"/>
                  </a:lnTo>
                  <a:cubicBezTo>
                    <a:pt x="67094" y="-7170"/>
                    <a:pt x="23643" y="8789"/>
                    <a:pt x="0" y="43901"/>
                  </a:cubicBezTo>
                  <a:cubicBezTo>
                    <a:pt x="639" y="43901"/>
                    <a:pt x="639" y="44540"/>
                    <a:pt x="1278" y="44540"/>
                  </a:cubicBezTo>
                  <a:close/>
                </a:path>
              </a:pathLst>
            </a:custGeom>
            <a:solidFill>
              <a:srgbClr val="012169"/>
            </a:solidFill>
            <a:ln w="6390" cap="flat">
              <a:noFill/>
              <a:prstDash val="solid"/>
              <a:miter/>
            </a:ln>
          </p:spPr>
          <p:txBody>
            <a:bodyPr rtlCol="0" anchor="ctr"/>
            <a:lstStyle/>
            <a:p>
              <a:endParaRPr lang="en-US"/>
            </a:p>
          </p:txBody>
        </p:sp>
        <p:sp>
          <p:nvSpPr>
            <p:cNvPr id="435" name="Graphic 4">
              <a:extLst>
                <a:ext uri="{FF2B5EF4-FFF2-40B4-BE49-F238E27FC236}">
                  <a16:creationId xmlns:a16="http://schemas.microsoft.com/office/drawing/2014/main" id="{0CB018BE-0D52-C445-95B0-43D9E5C9E909}"/>
                </a:ext>
              </a:extLst>
            </p:cNvPr>
            <p:cNvSpPr/>
            <p:nvPr/>
          </p:nvSpPr>
          <p:spPr>
            <a:xfrm>
              <a:off x="989801" y="2992973"/>
              <a:ext cx="5111" cy="11491"/>
            </a:xfrm>
            <a:custGeom>
              <a:avLst/>
              <a:gdLst>
                <a:gd name="connsiteX0" fmla="*/ 5112 w 5111"/>
                <a:gd name="connsiteY0" fmla="*/ 0 h 11491"/>
                <a:gd name="connsiteX1" fmla="*/ 0 w 5111"/>
                <a:gd name="connsiteY1" fmla="*/ 11491 h 11491"/>
                <a:gd name="connsiteX2" fmla="*/ 5112 w 5111"/>
                <a:gd name="connsiteY2" fmla="*/ 1915 h 11491"/>
                <a:gd name="connsiteX3" fmla="*/ 5112 w 5111"/>
                <a:gd name="connsiteY3" fmla="*/ 0 h 11491"/>
              </a:gdLst>
              <a:ahLst/>
              <a:cxnLst>
                <a:cxn ang="0">
                  <a:pos x="connsiteX0" y="connsiteY0"/>
                </a:cxn>
                <a:cxn ang="0">
                  <a:pos x="connsiteX1" y="connsiteY1"/>
                </a:cxn>
                <a:cxn ang="0">
                  <a:pos x="connsiteX2" y="connsiteY2"/>
                </a:cxn>
                <a:cxn ang="0">
                  <a:pos x="connsiteX3" y="connsiteY3"/>
                </a:cxn>
              </a:cxnLst>
              <a:rect l="l" t="t" r="r" b="b"/>
              <a:pathLst>
                <a:path w="5111" h="11491">
                  <a:moveTo>
                    <a:pt x="5112" y="0"/>
                  </a:moveTo>
                  <a:cubicBezTo>
                    <a:pt x="3195" y="3830"/>
                    <a:pt x="1917" y="7661"/>
                    <a:pt x="0" y="11491"/>
                  </a:cubicBezTo>
                  <a:lnTo>
                    <a:pt x="5112" y="1915"/>
                  </a:lnTo>
                  <a:lnTo>
                    <a:pt x="5112" y="0"/>
                  </a:lnTo>
                  <a:close/>
                </a:path>
              </a:pathLst>
            </a:custGeom>
            <a:solidFill>
              <a:srgbClr val="012169"/>
            </a:solidFill>
            <a:ln w="6390" cap="flat">
              <a:noFill/>
              <a:prstDash val="solid"/>
              <a:miter/>
            </a:ln>
          </p:spPr>
          <p:txBody>
            <a:bodyPr rtlCol="0" anchor="ctr"/>
            <a:lstStyle/>
            <a:p>
              <a:endParaRPr lang="en-US"/>
            </a:p>
          </p:txBody>
        </p:sp>
        <p:sp>
          <p:nvSpPr>
            <p:cNvPr id="436" name="Graphic 4">
              <a:extLst>
                <a:ext uri="{FF2B5EF4-FFF2-40B4-BE49-F238E27FC236}">
                  <a16:creationId xmlns:a16="http://schemas.microsoft.com/office/drawing/2014/main" id="{61065854-8C59-FD41-AF84-F41A1C2F2492}"/>
                </a:ext>
              </a:extLst>
            </p:cNvPr>
            <p:cNvSpPr/>
            <p:nvPr/>
          </p:nvSpPr>
          <p:spPr>
            <a:xfrm>
              <a:off x="1092679" y="3065750"/>
              <a:ext cx="43451" cy="24259"/>
            </a:xfrm>
            <a:custGeom>
              <a:avLst/>
              <a:gdLst>
                <a:gd name="connsiteX0" fmla="*/ 36423 w 43451"/>
                <a:gd name="connsiteY0" fmla="*/ 10214 h 24259"/>
                <a:gd name="connsiteX1" fmla="*/ 33867 w 43451"/>
                <a:gd name="connsiteY1" fmla="*/ 10853 h 24259"/>
                <a:gd name="connsiteX2" fmla="*/ 28116 w 43451"/>
                <a:gd name="connsiteY2" fmla="*/ 10853 h 24259"/>
                <a:gd name="connsiteX3" fmla="*/ 22365 w 43451"/>
                <a:gd name="connsiteY3" fmla="*/ 7022 h 24259"/>
                <a:gd name="connsiteX4" fmla="*/ 18531 w 43451"/>
                <a:gd name="connsiteY4" fmla="*/ 0 h 24259"/>
                <a:gd name="connsiteX5" fmla="*/ 9585 w 43451"/>
                <a:gd name="connsiteY5" fmla="*/ 8299 h 24259"/>
                <a:gd name="connsiteX6" fmla="*/ 7668 w 43451"/>
                <a:gd name="connsiteY6" fmla="*/ 9576 h 24259"/>
                <a:gd name="connsiteX7" fmla="*/ 0 w 43451"/>
                <a:gd name="connsiteY7" fmla="*/ 13406 h 24259"/>
                <a:gd name="connsiteX8" fmla="*/ 0 w 43451"/>
                <a:gd name="connsiteY8" fmla="*/ 22344 h 24259"/>
                <a:gd name="connsiteX9" fmla="*/ 3834 w 43451"/>
                <a:gd name="connsiteY9" fmla="*/ 24259 h 24259"/>
                <a:gd name="connsiteX10" fmla="*/ 6390 w 43451"/>
                <a:gd name="connsiteY10" fmla="*/ 21706 h 24259"/>
                <a:gd name="connsiteX11" fmla="*/ 10863 w 43451"/>
                <a:gd name="connsiteY11" fmla="*/ 19790 h 24259"/>
                <a:gd name="connsiteX12" fmla="*/ 28116 w 43451"/>
                <a:gd name="connsiteY12" fmla="*/ 19790 h 24259"/>
                <a:gd name="connsiteX13" fmla="*/ 30672 w 43451"/>
                <a:gd name="connsiteY13" fmla="*/ 20429 h 24259"/>
                <a:gd name="connsiteX14" fmla="*/ 37701 w 43451"/>
                <a:gd name="connsiteY14" fmla="*/ 24259 h 24259"/>
                <a:gd name="connsiteX15" fmla="*/ 43452 w 43451"/>
                <a:gd name="connsiteY15" fmla="*/ 18514 h 24259"/>
                <a:gd name="connsiteX16" fmla="*/ 40896 w 43451"/>
                <a:gd name="connsiteY16" fmla="*/ 7022 h 24259"/>
                <a:gd name="connsiteX17" fmla="*/ 36423 w 43451"/>
                <a:gd name="connsiteY17" fmla="*/ 10214 h 24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51" h="24259">
                  <a:moveTo>
                    <a:pt x="36423" y="10214"/>
                  </a:moveTo>
                  <a:cubicBezTo>
                    <a:pt x="35784" y="10853"/>
                    <a:pt x="34506" y="10853"/>
                    <a:pt x="33867" y="10853"/>
                  </a:cubicBezTo>
                  <a:lnTo>
                    <a:pt x="28116" y="10853"/>
                  </a:lnTo>
                  <a:cubicBezTo>
                    <a:pt x="25560" y="10853"/>
                    <a:pt x="23643" y="9576"/>
                    <a:pt x="22365" y="7022"/>
                  </a:cubicBezTo>
                  <a:lnTo>
                    <a:pt x="18531" y="0"/>
                  </a:lnTo>
                  <a:lnTo>
                    <a:pt x="9585" y="8299"/>
                  </a:lnTo>
                  <a:cubicBezTo>
                    <a:pt x="8946" y="8938"/>
                    <a:pt x="8307" y="8938"/>
                    <a:pt x="7668" y="9576"/>
                  </a:cubicBezTo>
                  <a:lnTo>
                    <a:pt x="0" y="13406"/>
                  </a:lnTo>
                  <a:lnTo>
                    <a:pt x="0" y="22344"/>
                  </a:lnTo>
                  <a:lnTo>
                    <a:pt x="3834" y="24259"/>
                  </a:lnTo>
                  <a:lnTo>
                    <a:pt x="6390" y="21706"/>
                  </a:lnTo>
                  <a:cubicBezTo>
                    <a:pt x="7668" y="20429"/>
                    <a:pt x="8946" y="19790"/>
                    <a:pt x="10863" y="19790"/>
                  </a:cubicBezTo>
                  <a:lnTo>
                    <a:pt x="28116" y="19790"/>
                  </a:lnTo>
                  <a:cubicBezTo>
                    <a:pt x="29394" y="19790"/>
                    <a:pt x="30033" y="19790"/>
                    <a:pt x="30672" y="20429"/>
                  </a:cubicBezTo>
                  <a:lnTo>
                    <a:pt x="37701" y="24259"/>
                  </a:lnTo>
                  <a:lnTo>
                    <a:pt x="43452" y="18514"/>
                  </a:lnTo>
                  <a:lnTo>
                    <a:pt x="40896" y="7022"/>
                  </a:lnTo>
                  <a:lnTo>
                    <a:pt x="36423" y="10214"/>
                  </a:lnTo>
                  <a:close/>
                </a:path>
              </a:pathLst>
            </a:custGeom>
            <a:solidFill>
              <a:srgbClr val="012169"/>
            </a:solidFill>
            <a:ln w="6390" cap="flat">
              <a:noFill/>
              <a:prstDash val="solid"/>
              <a:miter/>
            </a:ln>
          </p:spPr>
          <p:txBody>
            <a:bodyPr rtlCol="0" anchor="ctr"/>
            <a:lstStyle/>
            <a:p>
              <a:endParaRPr lang="en-US"/>
            </a:p>
          </p:txBody>
        </p:sp>
        <p:sp>
          <p:nvSpPr>
            <p:cNvPr id="437" name="Graphic 4">
              <a:extLst>
                <a:ext uri="{FF2B5EF4-FFF2-40B4-BE49-F238E27FC236}">
                  <a16:creationId xmlns:a16="http://schemas.microsoft.com/office/drawing/2014/main" id="{05BDBF15-CFFF-C543-8812-CD0184A18EDA}"/>
                </a:ext>
              </a:extLst>
            </p:cNvPr>
            <p:cNvSpPr/>
            <p:nvPr/>
          </p:nvSpPr>
          <p:spPr>
            <a:xfrm>
              <a:off x="985328" y="2945093"/>
              <a:ext cx="202799" cy="193034"/>
            </a:xfrm>
            <a:custGeom>
              <a:avLst/>
              <a:gdLst>
                <a:gd name="connsiteX0" fmla="*/ 145052 w 202799"/>
                <a:gd name="connsiteY0" fmla="*/ 0 h 193034"/>
                <a:gd name="connsiteX1" fmla="*/ 143135 w 202799"/>
                <a:gd name="connsiteY1" fmla="*/ 638 h 193034"/>
                <a:gd name="connsiteX2" fmla="*/ 131633 w 202799"/>
                <a:gd name="connsiteY2" fmla="*/ 4469 h 193034"/>
                <a:gd name="connsiteX3" fmla="*/ 134189 w 202799"/>
                <a:gd name="connsiteY3" fmla="*/ 7022 h 193034"/>
                <a:gd name="connsiteX4" fmla="*/ 136106 w 202799"/>
                <a:gd name="connsiteY4" fmla="*/ 11491 h 193034"/>
                <a:gd name="connsiteX5" fmla="*/ 136106 w 202799"/>
                <a:gd name="connsiteY5" fmla="*/ 17237 h 193034"/>
                <a:gd name="connsiteX6" fmla="*/ 134189 w 202799"/>
                <a:gd name="connsiteY6" fmla="*/ 21706 h 193034"/>
                <a:gd name="connsiteX7" fmla="*/ 128438 w 202799"/>
                <a:gd name="connsiteY7" fmla="*/ 27451 h 193034"/>
                <a:gd name="connsiteX8" fmla="*/ 121409 w 202799"/>
                <a:gd name="connsiteY8" fmla="*/ 28728 h 193034"/>
                <a:gd name="connsiteX9" fmla="*/ 111185 w 202799"/>
                <a:gd name="connsiteY9" fmla="*/ 23621 h 193034"/>
                <a:gd name="connsiteX10" fmla="*/ 109907 w 202799"/>
                <a:gd name="connsiteY10" fmla="*/ 23621 h 193034"/>
                <a:gd name="connsiteX11" fmla="*/ 109268 w 202799"/>
                <a:gd name="connsiteY11" fmla="*/ 24259 h 193034"/>
                <a:gd name="connsiteX12" fmla="*/ 113102 w 202799"/>
                <a:gd name="connsiteY12" fmla="*/ 31281 h 193034"/>
                <a:gd name="connsiteX13" fmla="*/ 113741 w 202799"/>
                <a:gd name="connsiteY13" fmla="*/ 33835 h 193034"/>
                <a:gd name="connsiteX14" fmla="*/ 113741 w 202799"/>
                <a:gd name="connsiteY14" fmla="*/ 39581 h 193034"/>
                <a:gd name="connsiteX15" fmla="*/ 111824 w 202799"/>
                <a:gd name="connsiteY15" fmla="*/ 44049 h 193034"/>
                <a:gd name="connsiteX16" fmla="*/ 100322 w 202799"/>
                <a:gd name="connsiteY16" fmla="*/ 55541 h 193034"/>
                <a:gd name="connsiteX17" fmla="*/ 95849 w 202799"/>
                <a:gd name="connsiteY17" fmla="*/ 57456 h 193034"/>
                <a:gd name="connsiteX18" fmla="*/ 93293 w 202799"/>
                <a:gd name="connsiteY18" fmla="*/ 57456 h 193034"/>
                <a:gd name="connsiteX19" fmla="*/ 95849 w 202799"/>
                <a:gd name="connsiteY19" fmla="*/ 66393 h 193034"/>
                <a:gd name="connsiteX20" fmla="*/ 94571 w 202799"/>
                <a:gd name="connsiteY20" fmla="*/ 72777 h 193034"/>
                <a:gd name="connsiteX21" fmla="*/ 88820 w 202799"/>
                <a:gd name="connsiteY21" fmla="*/ 78523 h 193034"/>
                <a:gd name="connsiteX22" fmla="*/ 81791 w 202799"/>
                <a:gd name="connsiteY22" fmla="*/ 79800 h 193034"/>
                <a:gd name="connsiteX23" fmla="*/ 71567 w 202799"/>
                <a:gd name="connsiteY23" fmla="*/ 74692 h 193034"/>
                <a:gd name="connsiteX24" fmla="*/ 67733 w 202799"/>
                <a:gd name="connsiteY24" fmla="*/ 74692 h 193034"/>
                <a:gd name="connsiteX25" fmla="*/ 61982 w 202799"/>
                <a:gd name="connsiteY25" fmla="*/ 71500 h 193034"/>
                <a:gd name="connsiteX26" fmla="*/ 56231 w 202799"/>
                <a:gd name="connsiteY26" fmla="*/ 60009 h 193034"/>
                <a:gd name="connsiteX27" fmla="*/ 55592 w 202799"/>
                <a:gd name="connsiteY27" fmla="*/ 57456 h 193034"/>
                <a:gd name="connsiteX28" fmla="*/ 55592 w 202799"/>
                <a:gd name="connsiteY28" fmla="*/ 55541 h 193034"/>
                <a:gd name="connsiteX29" fmla="*/ 51759 w 202799"/>
                <a:gd name="connsiteY29" fmla="*/ 53625 h 193034"/>
                <a:gd name="connsiteX30" fmla="*/ 50481 w 202799"/>
                <a:gd name="connsiteY30" fmla="*/ 54902 h 193034"/>
                <a:gd name="connsiteX31" fmla="*/ 45369 w 202799"/>
                <a:gd name="connsiteY31" fmla="*/ 75969 h 193034"/>
                <a:gd name="connsiteX32" fmla="*/ 38979 w 202799"/>
                <a:gd name="connsiteY32" fmla="*/ 81076 h 193034"/>
                <a:gd name="connsiteX33" fmla="*/ 33228 w 202799"/>
                <a:gd name="connsiteY33" fmla="*/ 81076 h 193034"/>
                <a:gd name="connsiteX34" fmla="*/ 26838 w 202799"/>
                <a:gd name="connsiteY34" fmla="*/ 75969 h 193034"/>
                <a:gd name="connsiteX35" fmla="*/ 21726 w 202799"/>
                <a:gd name="connsiteY35" fmla="*/ 54902 h 193034"/>
                <a:gd name="connsiteX36" fmla="*/ 16614 w 202799"/>
                <a:gd name="connsiteY36" fmla="*/ 65755 h 193034"/>
                <a:gd name="connsiteX37" fmla="*/ 10863 w 202799"/>
                <a:gd name="connsiteY37" fmla="*/ 82353 h 193034"/>
                <a:gd name="connsiteX38" fmla="*/ 10224 w 202799"/>
                <a:gd name="connsiteY38" fmla="*/ 83630 h 193034"/>
                <a:gd name="connsiteX39" fmla="*/ 0 w 202799"/>
                <a:gd name="connsiteY39" fmla="*/ 98313 h 193034"/>
                <a:gd name="connsiteX40" fmla="*/ 107990 w 202799"/>
                <a:gd name="connsiteY40" fmla="*/ 192796 h 193034"/>
                <a:gd name="connsiteX41" fmla="*/ 202561 w 202799"/>
                <a:gd name="connsiteY41" fmla="*/ 84907 h 193034"/>
                <a:gd name="connsiteX42" fmla="*/ 145052 w 202799"/>
                <a:gd name="connsiteY42" fmla="*/ 0 h 193034"/>
                <a:gd name="connsiteX43" fmla="*/ 145052 w 202799"/>
                <a:gd name="connsiteY43" fmla="*/ 0 h 193034"/>
                <a:gd name="connsiteX44" fmla="*/ 162304 w 202799"/>
                <a:gd name="connsiteY44" fmla="*/ 98313 h 193034"/>
                <a:gd name="connsiteX45" fmla="*/ 162304 w 202799"/>
                <a:gd name="connsiteY45" fmla="*/ 107251 h 193034"/>
                <a:gd name="connsiteX46" fmla="*/ 157831 w 202799"/>
                <a:gd name="connsiteY46" fmla="*/ 109166 h 193034"/>
                <a:gd name="connsiteX47" fmla="*/ 153358 w 202799"/>
                <a:gd name="connsiteY47" fmla="*/ 107251 h 193034"/>
                <a:gd name="connsiteX48" fmla="*/ 149525 w 202799"/>
                <a:gd name="connsiteY48" fmla="*/ 103420 h 193034"/>
                <a:gd name="connsiteX49" fmla="*/ 140579 w 202799"/>
                <a:gd name="connsiteY49" fmla="*/ 103420 h 193034"/>
                <a:gd name="connsiteX50" fmla="*/ 138023 w 202799"/>
                <a:gd name="connsiteY50" fmla="*/ 102782 h 193034"/>
                <a:gd name="connsiteX51" fmla="*/ 126521 w 202799"/>
                <a:gd name="connsiteY51" fmla="*/ 97036 h 193034"/>
                <a:gd name="connsiteX52" fmla="*/ 123965 w 202799"/>
                <a:gd name="connsiteY52" fmla="*/ 88737 h 193034"/>
                <a:gd name="connsiteX53" fmla="*/ 132272 w 202799"/>
                <a:gd name="connsiteY53" fmla="*/ 85545 h 193034"/>
                <a:gd name="connsiteX54" fmla="*/ 142496 w 202799"/>
                <a:gd name="connsiteY54" fmla="*/ 90652 h 193034"/>
                <a:gd name="connsiteX55" fmla="*/ 152720 w 202799"/>
                <a:gd name="connsiteY55" fmla="*/ 90652 h 193034"/>
                <a:gd name="connsiteX56" fmla="*/ 157192 w 202799"/>
                <a:gd name="connsiteY56" fmla="*/ 92568 h 193034"/>
                <a:gd name="connsiteX57" fmla="*/ 162304 w 202799"/>
                <a:gd name="connsiteY57" fmla="*/ 98313 h 193034"/>
                <a:gd name="connsiteX58" fmla="*/ 126521 w 202799"/>
                <a:gd name="connsiteY58" fmla="*/ 34473 h 193034"/>
                <a:gd name="connsiteX59" fmla="*/ 136745 w 202799"/>
                <a:gd name="connsiteY59" fmla="*/ 29366 h 193034"/>
                <a:gd name="connsiteX60" fmla="*/ 141857 w 202799"/>
                <a:gd name="connsiteY60" fmla="*/ 24259 h 193034"/>
                <a:gd name="connsiteX61" fmla="*/ 150803 w 202799"/>
                <a:gd name="connsiteY61" fmla="*/ 24897 h 193034"/>
                <a:gd name="connsiteX62" fmla="*/ 150803 w 202799"/>
                <a:gd name="connsiteY62" fmla="*/ 33197 h 193034"/>
                <a:gd name="connsiteX63" fmla="*/ 145052 w 202799"/>
                <a:gd name="connsiteY63" fmla="*/ 38942 h 193034"/>
                <a:gd name="connsiteX64" fmla="*/ 143135 w 202799"/>
                <a:gd name="connsiteY64" fmla="*/ 40219 h 193034"/>
                <a:gd name="connsiteX65" fmla="*/ 131633 w 202799"/>
                <a:gd name="connsiteY65" fmla="*/ 45965 h 193034"/>
                <a:gd name="connsiteX66" fmla="*/ 129077 w 202799"/>
                <a:gd name="connsiteY66" fmla="*/ 46603 h 193034"/>
                <a:gd name="connsiteX67" fmla="*/ 122687 w 202799"/>
                <a:gd name="connsiteY67" fmla="*/ 40219 h 193034"/>
                <a:gd name="connsiteX68" fmla="*/ 126521 w 202799"/>
                <a:gd name="connsiteY68" fmla="*/ 34473 h 193034"/>
                <a:gd name="connsiteX69" fmla="*/ 126521 w 202799"/>
                <a:gd name="connsiteY69" fmla="*/ 34473 h 193034"/>
                <a:gd name="connsiteX70" fmla="*/ 83708 w 202799"/>
                <a:gd name="connsiteY70" fmla="*/ 97036 h 193034"/>
                <a:gd name="connsiteX71" fmla="*/ 83708 w 202799"/>
                <a:gd name="connsiteY71" fmla="*/ 91291 h 193034"/>
                <a:gd name="connsiteX72" fmla="*/ 85625 w 202799"/>
                <a:gd name="connsiteY72" fmla="*/ 86822 h 193034"/>
                <a:gd name="connsiteX73" fmla="*/ 97127 w 202799"/>
                <a:gd name="connsiteY73" fmla="*/ 75331 h 193034"/>
                <a:gd name="connsiteX74" fmla="*/ 101600 w 202799"/>
                <a:gd name="connsiteY74" fmla="*/ 73416 h 193034"/>
                <a:gd name="connsiteX75" fmla="*/ 107351 w 202799"/>
                <a:gd name="connsiteY75" fmla="*/ 73416 h 193034"/>
                <a:gd name="connsiteX76" fmla="*/ 111824 w 202799"/>
                <a:gd name="connsiteY76" fmla="*/ 75331 h 193034"/>
                <a:gd name="connsiteX77" fmla="*/ 117575 w 202799"/>
                <a:gd name="connsiteY77" fmla="*/ 81076 h 193034"/>
                <a:gd name="connsiteX78" fmla="*/ 118853 w 202799"/>
                <a:gd name="connsiteY78" fmla="*/ 88737 h 193034"/>
                <a:gd name="connsiteX79" fmla="*/ 113102 w 202799"/>
                <a:gd name="connsiteY79" fmla="*/ 100228 h 193034"/>
                <a:gd name="connsiteX80" fmla="*/ 111824 w 202799"/>
                <a:gd name="connsiteY80" fmla="*/ 102144 h 193034"/>
                <a:gd name="connsiteX81" fmla="*/ 106073 w 202799"/>
                <a:gd name="connsiteY81" fmla="*/ 107889 h 193034"/>
                <a:gd name="connsiteX82" fmla="*/ 101600 w 202799"/>
                <a:gd name="connsiteY82" fmla="*/ 109804 h 193034"/>
                <a:gd name="connsiteX83" fmla="*/ 99044 w 202799"/>
                <a:gd name="connsiteY83" fmla="*/ 109166 h 193034"/>
                <a:gd name="connsiteX84" fmla="*/ 87542 w 202799"/>
                <a:gd name="connsiteY84" fmla="*/ 103420 h 193034"/>
                <a:gd name="connsiteX85" fmla="*/ 83708 w 202799"/>
                <a:gd name="connsiteY85" fmla="*/ 97036 h 193034"/>
                <a:gd name="connsiteX86" fmla="*/ 83708 w 202799"/>
                <a:gd name="connsiteY86" fmla="*/ 97036 h 193034"/>
                <a:gd name="connsiteX87" fmla="*/ 143774 w 202799"/>
                <a:gd name="connsiteY87" fmla="*/ 158961 h 193034"/>
                <a:gd name="connsiteX88" fmla="*/ 133550 w 202799"/>
                <a:gd name="connsiteY88" fmla="*/ 153854 h 193034"/>
                <a:gd name="connsiteX89" fmla="*/ 120770 w 202799"/>
                <a:gd name="connsiteY89" fmla="*/ 153854 h 193034"/>
                <a:gd name="connsiteX90" fmla="*/ 116936 w 202799"/>
                <a:gd name="connsiteY90" fmla="*/ 157684 h 193034"/>
                <a:gd name="connsiteX91" fmla="*/ 112463 w 202799"/>
                <a:gd name="connsiteY91" fmla="*/ 159600 h 193034"/>
                <a:gd name="connsiteX92" fmla="*/ 109907 w 202799"/>
                <a:gd name="connsiteY92" fmla="*/ 158961 h 193034"/>
                <a:gd name="connsiteX93" fmla="*/ 98405 w 202799"/>
                <a:gd name="connsiteY93" fmla="*/ 153216 h 193034"/>
                <a:gd name="connsiteX94" fmla="*/ 94571 w 202799"/>
                <a:gd name="connsiteY94" fmla="*/ 147470 h 193034"/>
                <a:gd name="connsiteX95" fmla="*/ 94571 w 202799"/>
                <a:gd name="connsiteY95" fmla="*/ 130233 h 193034"/>
                <a:gd name="connsiteX96" fmla="*/ 98405 w 202799"/>
                <a:gd name="connsiteY96" fmla="*/ 124488 h 193034"/>
                <a:gd name="connsiteX97" fmla="*/ 108629 w 202799"/>
                <a:gd name="connsiteY97" fmla="*/ 119380 h 193034"/>
                <a:gd name="connsiteX98" fmla="*/ 119492 w 202799"/>
                <a:gd name="connsiteY98" fmla="*/ 108528 h 193034"/>
                <a:gd name="connsiteX99" fmla="*/ 123965 w 202799"/>
                <a:gd name="connsiteY99" fmla="*/ 106612 h 193034"/>
                <a:gd name="connsiteX100" fmla="*/ 129716 w 202799"/>
                <a:gd name="connsiteY100" fmla="*/ 106612 h 193034"/>
                <a:gd name="connsiteX101" fmla="*/ 135467 w 202799"/>
                <a:gd name="connsiteY101" fmla="*/ 109804 h 193034"/>
                <a:gd name="connsiteX102" fmla="*/ 139301 w 202799"/>
                <a:gd name="connsiteY102" fmla="*/ 117465 h 193034"/>
                <a:gd name="connsiteX103" fmla="*/ 149525 w 202799"/>
                <a:gd name="connsiteY103" fmla="*/ 112358 h 193034"/>
                <a:gd name="connsiteX104" fmla="*/ 155275 w 202799"/>
                <a:gd name="connsiteY104" fmla="*/ 112358 h 193034"/>
                <a:gd name="connsiteX105" fmla="*/ 159110 w 202799"/>
                <a:gd name="connsiteY105" fmla="*/ 116827 h 193034"/>
                <a:gd name="connsiteX106" fmla="*/ 164860 w 202799"/>
                <a:gd name="connsiteY106" fmla="*/ 139171 h 193034"/>
                <a:gd name="connsiteX107" fmla="*/ 162943 w 202799"/>
                <a:gd name="connsiteY107" fmla="*/ 145555 h 193034"/>
                <a:gd name="connsiteX108" fmla="*/ 151441 w 202799"/>
                <a:gd name="connsiteY108" fmla="*/ 157046 h 193034"/>
                <a:gd name="connsiteX109" fmla="*/ 143774 w 202799"/>
                <a:gd name="connsiteY109" fmla="*/ 158961 h 193034"/>
                <a:gd name="connsiteX110" fmla="*/ 143774 w 202799"/>
                <a:gd name="connsiteY110" fmla="*/ 158961 h 193034"/>
                <a:gd name="connsiteX111" fmla="*/ 173806 w 202799"/>
                <a:gd name="connsiteY111" fmla="*/ 158323 h 193034"/>
                <a:gd name="connsiteX112" fmla="*/ 162304 w 202799"/>
                <a:gd name="connsiteY112" fmla="*/ 169814 h 193034"/>
                <a:gd name="connsiteX113" fmla="*/ 157831 w 202799"/>
                <a:gd name="connsiteY113" fmla="*/ 171729 h 193034"/>
                <a:gd name="connsiteX114" fmla="*/ 153358 w 202799"/>
                <a:gd name="connsiteY114" fmla="*/ 169814 h 193034"/>
                <a:gd name="connsiteX115" fmla="*/ 153358 w 202799"/>
                <a:gd name="connsiteY115" fmla="*/ 160876 h 193034"/>
                <a:gd name="connsiteX116" fmla="*/ 164860 w 202799"/>
                <a:gd name="connsiteY116" fmla="*/ 149385 h 193034"/>
                <a:gd name="connsiteX117" fmla="*/ 173806 w 202799"/>
                <a:gd name="connsiteY117" fmla="*/ 149385 h 193034"/>
                <a:gd name="connsiteX118" fmla="*/ 173806 w 202799"/>
                <a:gd name="connsiteY118" fmla="*/ 158323 h 193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202799" h="193034">
                  <a:moveTo>
                    <a:pt x="145052" y="0"/>
                  </a:moveTo>
                  <a:cubicBezTo>
                    <a:pt x="144413" y="638"/>
                    <a:pt x="143774" y="638"/>
                    <a:pt x="143135" y="638"/>
                  </a:cubicBezTo>
                  <a:lnTo>
                    <a:pt x="131633" y="4469"/>
                  </a:lnTo>
                  <a:lnTo>
                    <a:pt x="134189" y="7022"/>
                  </a:lnTo>
                  <a:cubicBezTo>
                    <a:pt x="135467" y="8299"/>
                    <a:pt x="136106" y="9576"/>
                    <a:pt x="136106" y="11491"/>
                  </a:cubicBezTo>
                  <a:lnTo>
                    <a:pt x="136106" y="17237"/>
                  </a:lnTo>
                  <a:cubicBezTo>
                    <a:pt x="136106" y="19152"/>
                    <a:pt x="135467" y="20429"/>
                    <a:pt x="134189" y="21706"/>
                  </a:cubicBezTo>
                  <a:lnTo>
                    <a:pt x="128438" y="27451"/>
                  </a:lnTo>
                  <a:cubicBezTo>
                    <a:pt x="126521" y="29366"/>
                    <a:pt x="123326" y="30005"/>
                    <a:pt x="121409" y="28728"/>
                  </a:cubicBezTo>
                  <a:lnTo>
                    <a:pt x="111185" y="23621"/>
                  </a:lnTo>
                  <a:lnTo>
                    <a:pt x="109907" y="23621"/>
                  </a:lnTo>
                  <a:lnTo>
                    <a:pt x="109268" y="24259"/>
                  </a:lnTo>
                  <a:lnTo>
                    <a:pt x="113102" y="31281"/>
                  </a:lnTo>
                  <a:cubicBezTo>
                    <a:pt x="113741" y="31920"/>
                    <a:pt x="113741" y="33197"/>
                    <a:pt x="113741" y="33835"/>
                  </a:cubicBezTo>
                  <a:lnTo>
                    <a:pt x="113741" y="39581"/>
                  </a:lnTo>
                  <a:cubicBezTo>
                    <a:pt x="113741" y="41496"/>
                    <a:pt x="113102" y="42773"/>
                    <a:pt x="111824" y="44049"/>
                  </a:cubicBezTo>
                  <a:lnTo>
                    <a:pt x="100322" y="55541"/>
                  </a:lnTo>
                  <a:cubicBezTo>
                    <a:pt x="99044" y="56817"/>
                    <a:pt x="97766" y="57456"/>
                    <a:pt x="95849" y="57456"/>
                  </a:cubicBezTo>
                  <a:lnTo>
                    <a:pt x="93293" y="57456"/>
                  </a:lnTo>
                  <a:lnTo>
                    <a:pt x="95849" y="66393"/>
                  </a:lnTo>
                  <a:cubicBezTo>
                    <a:pt x="96488" y="68947"/>
                    <a:pt x="95849" y="70862"/>
                    <a:pt x="94571" y="72777"/>
                  </a:cubicBezTo>
                  <a:lnTo>
                    <a:pt x="88820" y="78523"/>
                  </a:lnTo>
                  <a:cubicBezTo>
                    <a:pt x="86903" y="80438"/>
                    <a:pt x="83708" y="81076"/>
                    <a:pt x="81791" y="79800"/>
                  </a:cubicBezTo>
                  <a:lnTo>
                    <a:pt x="71567" y="74692"/>
                  </a:lnTo>
                  <a:lnTo>
                    <a:pt x="67733" y="74692"/>
                  </a:lnTo>
                  <a:cubicBezTo>
                    <a:pt x="65177" y="74692"/>
                    <a:pt x="63260" y="73416"/>
                    <a:pt x="61982" y="71500"/>
                  </a:cubicBezTo>
                  <a:lnTo>
                    <a:pt x="56231" y="60009"/>
                  </a:lnTo>
                  <a:cubicBezTo>
                    <a:pt x="55592" y="59371"/>
                    <a:pt x="55592" y="58094"/>
                    <a:pt x="55592" y="57456"/>
                  </a:cubicBezTo>
                  <a:lnTo>
                    <a:pt x="55592" y="55541"/>
                  </a:lnTo>
                  <a:lnTo>
                    <a:pt x="51759" y="53625"/>
                  </a:lnTo>
                  <a:lnTo>
                    <a:pt x="50481" y="54902"/>
                  </a:lnTo>
                  <a:lnTo>
                    <a:pt x="45369" y="75969"/>
                  </a:lnTo>
                  <a:cubicBezTo>
                    <a:pt x="44730" y="79161"/>
                    <a:pt x="42174" y="81076"/>
                    <a:pt x="38979" y="81076"/>
                  </a:cubicBezTo>
                  <a:lnTo>
                    <a:pt x="33228" y="81076"/>
                  </a:lnTo>
                  <a:cubicBezTo>
                    <a:pt x="30033" y="81076"/>
                    <a:pt x="27477" y="79161"/>
                    <a:pt x="26838" y="75969"/>
                  </a:cubicBezTo>
                  <a:lnTo>
                    <a:pt x="21726" y="54902"/>
                  </a:lnTo>
                  <a:lnTo>
                    <a:pt x="16614" y="65755"/>
                  </a:lnTo>
                  <a:lnTo>
                    <a:pt x="10863" y="82353"/>
                  </a:lnTo>
                  <a:cubicBezTo>
                    <a:pt x="10863" y="82992"/>
                    <a:pt x="10224" y="83630"/>
                    <a:pt x="10224" y="83630"/>
                  </a:cubicBezTo>
                  <a:lnTo>
                    <a:pt x="0" y="98313"/>
                  </a:lnTo>
                  <a:cubicBezTo>
                    <a:pt x="3834" y="153854"/>
                    <a:pt x="52397" y="196627"/>
                    <a:pt x="107990" y="192796"/>
                  </a:cubicBezTo>
                  <a:cubicBezTo>
                    <a:pt x="163582" y="188966"/>
                    <a:pt x="206395" y="140448"/>
                    <a:pt x="202561" y="84907"/>
                  </a:cubicBezTo>
                  <a:cubicBezTo>
                    <a:pt x="199366" y="47880"/>
                    <a:pt x="177640" y="15322"/>
                    <a:pt x="145052" y="0"/>
                  </a:cubicBezTo>
                  <a:lnTo>
                    <a:pt x="145052" y="0"/>
                  </a:lnTo>
                  <a:close/>
                  <a:moveTo>
                    <a:pt x="162304" y="98313"/>
                  </a:moveTo>
                  <a:cubicBezTo>
                    <a:pt x="164860" y="100867"/>
                    <a:pt x="164860" y="104697"/>
                    <a:pt x="162304" y="107251"/>
                  </a:cubicBezTo>
                  <a:cubicBezTo>
                    <a:pt x="161026" y="108528"/>
                    <a:pt x="159748" y="109166"/>
                    <a:pt x="157831" y="109166"/>
                  </a:cubicBezTo>
                  <a:cubicBezTo>
                    <a:pt x="155915" y="109166"/>
                    <a:pt x="154636" y="108528"/>
                    <a:pt x="153358" y="107251"/>
                  </a:cubicBezTo>
                  <a:lnTo>
                    <a:pt x="149525" y="103420"/>
                  </a:lnTo>
                  <a:lnTo>
                    <a:pt x="140579" y="103420"/>
                  </a:lnTo>
                  <a:cubicBezTo>
                    <a:pt x="139301" y="103420"/>
                    <a:pt x="138662" y="103420"/>
                    <a:pt x="138023" y="102782"/>
                  </a:cubicBezTo>
                  <a:lnTo>
                    <a:pt x="126521" y="97036"/>
                  </a:lnTo>
                  <a:cubicBezTo>
                    <a:pt x="123326" y="95760"/>
                    <a:pt x="122048" y="91929"/>
                    <a:pt x="123965" y="88737"/>
                  </a:cubicBezTo>
                  <a:cubicBezTo>
                    <a:pt x="125243" y="85545"/>
                    <a:pt x="129077" y="84268"/>
                    <a:pt x="132272" y="85545"/>
                  </a:cubicBezTo>
                  <a:lnTo>
                    <a:pt x="142496" y="90652"/>
                  </a:lnTo>
                  <a:lnTo>
                    <a:pt x="152720" y="90652"/>
                  </a:lnTo>
                  <a:cubicBezTo>
                    <a:pt x="154636" y="90652"/>
                    <a:pt x="155915" y="91291"/>
                    <a:pt x="157192" y="92568"/>
                  </a:cubicBezTo>
                  <a:lnTo>
                    <a:pt x="162304" y="98313"/>
                  </a:lnTo>
                  <a:close/>
                  <a:moveTo>
                    <a:pt x="126521" y="34473"/>
                  </a:moveTo>
                  <a:lnTo>
                    <a:pt x="136745" y="29366"/>
                  </a:lnTo>
                  <a:lnTo>
                    <a:pt x="141857" y="24259"/>
                  </a:lnTo>
                  <a:cubicBezTo>
                    <a:pt x="144413" y="21706"/>
                    <a:pt x="148886" y="22344"/>
                    <a:pt x="150803" y="24897"/>
                  </a:cubicBezTo>
                  <a:cubicBezTo>
                    <a:pt x="152720" y="27451"/>
                    <a:pt x="152720" y="30643"/>
                    <a:pt x="150803" y="33197"/>
                  </a:cubicBezTo>
                  <a:lnTo>
                    <a:pt x="145052" y="38942"/>
                  </a:lnTo>
                  <a:cubicBezTo>
                    <a:pt x="144413" y="39581"/>
                    <a:pt x="143774" y="39581"/>
                    <a:pt x="143135" y="40219"/>
                  </a:cubicBezTo>
                  <a:lnTo>
                    <a:pt x="131633" y="45965"/>
                  </a:lnTo>
                  <a:cubicBezTo>
                    <a:pt x="130994" y="46603"/>
                    <a:pt x="129716" y="46603"/>
                    <a:pt x="129077" y="46603"/>
                  </a:cubicBezTo>
                  <a:cubicBezTo>
                    <a:pt x="125243" y="46603"/>
                    <a:pt x="122687" y="43411"/>
                    <a:pt x="122687" y="40219"/>
                  </a:cubicBezTo>
                  <a:cubicBezTo>
                    <a:pt x="123326" y="37665"/>
                    <a:pt x="124604" y="35750"/>
                    <a:pt x="126521" y="34473"/>
                  </a:cubicBezTo>
                  <a:lnTo>
                    <a:pt x="126521" y="34473"/>
                  </a:lnTo>
                  <a:close/>
                  <a:moveTo>
                    <a:pt x="83708" y="97036"/>
                  </a:moveTo>
                  <a:lnTo>
                    <a:pt x="83708" y="91291"/>
                  </a:lnTo>
                  <a:cubicBezTo>
                    <a:pt x="83708" y="89376"/>
                    <a:pt x="84347" y="88099"/>
                    <a:pt x="85625" y="86822"/>
                  </a:cubicBezTo>
                  <a:lnTo>
                    <a:pt x="97127" y="75331"/>
                  </a:lnTo>
                  <a:cubicBezTo>
                    <a:pt x="98405" y="74054"/>
                    <a:pt x="99683" y="73416"/>
                    <a:pt x="101600" y="73416"/>
                  </a:cubicBezTo>
                  <a:lnTo>
                    <a:pt x="107351" y="73416"/>
                  </a:lnTo>
                  <a:cubicBezTo>
                    <a:pt x="109268" y="73416"/>
                    <a:pt x="110546" y="74054"/>
                    <a:pt x="111824" y="75331"/>
                  </a:cubicBezTo>
                  <a:lnTo>
                    <a:pt x="117575" y="81076"/>
                  </a:lnTo>
                  <a:cubicBezTo>
                    <a:pt x="119492" y="82992"/>
                    <a:pt x="120131" y="86184"/>
                    <a:pt x="118853" y="88737"/>
                  </a:cubicBezTo>
                  <a:lnTo>
                    <a:pt x="113102" y="100228"/>
                  </a:lnTo>
                  <a:cubicBezTo>
                    <a:pt x="113102" y="100867"/>
                    <a:pt x="112463" y="101505"/>
                    <a:pt x="111824" y="102144"/>
                  </a:cubicBezTo>
                  <a:lnTo>
                    <a:pt x="106073" y="107889"/>
                  </a:lnTo>
                  <a:cubicBezTo>
                    <a:pt x="104795" y="109166"/>
                    <a:pt x="103517" y="109804"/>
                    <a:pt x="101600" y="109804"/>
                  </a:cubicBezTo>
                  <a:cubicBezTo>
                    <a:pt x="100322" y="109804"/>
                    <a:pt x="99683" y="109804"/>
                    <a:pt x="99044" y="109166"/>
                  </a:cubicBezTo>
                  <a:lnTo>
                    <a:pt x="87542" y="103420"/>
                  </a:lnTo>
                  <a:cubicBezTo>
                    <a:pt x="84986" y="101505"/>
                    <a:pt x="83708" y="99590"/>
                    <a:pt x="83708" y="97036"/>
                  </a:cubicBezTo>
                  <a:lnTo>
                    <a:pt x="83708" y="97036"/>
                  </a:lnTo>
                  <a:close/>
                  <a:moveTo>
                    <a:pt x="143774" y="158961"/>
                  </a:moveTo>
                  <a:lnTo>
                    <a:pt x="133550" y="153854"/>
                  </a:lnTo>
                  <a:lnTo>
                    <a:pt x="120770" y="153854"/>
                  </a:lnTo>
                  <a:lnTo>
                    <a:pt x="116936" y="157684"/>
                  </a:lnTo>
                  <a:cubicBezTo>
                    <a:pt x="115658" y="158961"/>
                    <a:pt x="114380" y="159600"/>
                    <a:pt x="112463" y="159600"/>
                  </a:cubicBezTo>
                  <a:cubicBezTo>
                    <a:pt x="111185" y="159600"/>
                    <a:pt x="110546" y="159600"/>
                    <a:pt x="109907" y="158961"/>
                  </a:cubicBezTo>
                  <a:lnTo>
                    <a:pt x="98405" y="153216"/>
                  </a:lnTo>
                  <a:cubicBezTo>
                    <a:pt x="96488" y="151939"/>
                    <a:pt x="95210" y="150024"/>
                    <a:pt x="94571" y="147470"/>
                  </a:cubicBezTo>
                  <a:lnTo>
                    <a:pt x="94571" y="130233"/>
                  </a:lnTo>
                  <a:cubicBezTo>
                    <a:pt x="94571" y="127680"/>
                    <a:pt x="95849" y="125764"/>
                    <a:pt x="98405" y="124488"/>
                  </a:cubicBezTo>
                  <a:lnTo>
                    <a:pt x="108629" y="119380"/>
                  </a:lnTo>
                  <a:lnTo>
                    <a:pt x="119492" y="108528"/>
                  </a:lnTo>
                  <a:cubicBezTo>
                    <a:pt x="120770" y="107251"/>
                    <a:pt x="122048" y="106612"/>
                    <a:pt x="123965" y="106612"/>
                  </a:cubicBezTo>
                  <a:lnTo>
                    <a:pt x="129716" y="106612"/>
                  </a:lnTo>
                  <a:cubicBezTo>
                    <a:pt x="132272" y="106612"/>
                    <a:pt x="134189" y="107889"/>
                    <a:pt x="135467" y="109804"/>
                  </a:cubicBezTo>
                  <a:lnTo>
                    <a:pt x="139301" y="117465"/>
                  </a:lnTo>
                  <a:lnTo>
                    <a:pt x="149525" y="112358"/>
                  </a:lnTo>
                  <a:cubicBezTo>
                    <a:pt x="151441" y="111720"/>
                    <a:pt x="153358" y="111720"/>
                    <a:pt x="155275" y="112358"/>
                  </a:cubicBezTo>
                  <a:cubicBezTo>
                    <a:pt x="157192" y="112996"/>
                    <a:pt x="158470" y="114912"/>
                    <a:pt x="159110" y="116827"/>
                  </a:cubicBezTo>
                  <a:lnTo>
                    <a:pt x="164860" y="139171"/>
                  </a:lnTo>
                  <a:cubicBezTo>
                    <a:pt x="165499" y="141086"/>
                    <a:pt x="164860" y="143640"/>
                    <a:pt x="162943" y="145555"/>
                  </a:cubicBezTo>
                  <a:lnTo>
                    <a:pt x="151441" y="157046"/>
                  </a:lnTo>
                  <a:cubicBezTo>
                    <a:pt x="149525" y="160238"/>
                    <a:pt x="146330" y="160876"/>
                    <a:pt x="143774" y="158961"/>
                  </a:cubicBezTo>
                  <a:lnTo>
                    <a:pt x="143774" y="158961"/>
                  </a:lnTo>
                  <a:close/>
                  <a:moveTo>
                    <a:pt x="173806" y="158323"/>
                  </a:moveTo>
                  <a:lnTo>
                    <a:pt x="162304" y="169814"/>
                  </a:lnTo>
                  <a:cubicBezTo>
                    <a:pt x="161026" y="171091"/>
                    <a:pt x="159748" y="171729"/>
                    <a:pt x="157831" y="171729"/>
                  </a:cubicBezTo>
                  <a:cubicBezTo>
                    <a:pt x="155915" y="171729"/>
                    <a:pt x="154636" y="171091"/>
                    <a:pt x="153358" y="169814"/>
                  </a:cubicBezTo>
                  <a:cubicBezTo>
                    <a:pt x="150803" y="167260"/>
                    <a:pt x="150803" y="163430"/>
                    <a:pt x="153358" y="160876"/>
                  </a:cubicBezTo>
                  <a:lnTo>
                    <a:pt x="164860" y="149385"/>
                  </a:lnTo>
                  <a:cubicBezTo>
                    <a:pt x="167416" y="146832"/>
                    <a:pt x="171250" y="146832"/>
                    <a:pt x="173806" y="149385"/>
                  </a:cubicBezTo>
                  <a:cubicBezTo>
                    <a:pt x="176362" y="151300"/>
                    <a:pt x="176362" y="155769"/>
                    <a:pt x="173806" y="158323"/>
                  </a:cubicBezTo>
                  <a:close/>
                </a:path>
              </a:pathLst>
            </a:custGeom>
            <a:solidFill>
              <a:srgbClr val="012169"/>
            </a:solidFill>
            <a:ln w="6390" cap="flat">
              <a:noFill/>
              <a:prstDash val="solid"/>
              <a:miter/>
            </a:ln>
          </p:spPr>
          <p:txBody>
            <a:bodyPr rtlCol="0" anchor="ctr"/>
            <a:lstStyle/>
            <a:p>
              <a:endParaRPr lang="en-US"/>
            </a:p>
          </p:txBody>
        </p:sp>
        <p:sp>
          <p:nvSpPr>
            <p:cNvPr id="438" name="Graphic 4">
              <a:extLst>
                <a:ext uri="{FF2B5EF4-FFF2-40B4-BE49-F238E27FC236}">
                  <a16:creationId xmlns:a16="http://schemas.microsoft.com/office/drawing/2014/main" id="{ABF8CC7C-0496-1A42-85A3-316A2BC2CA68}"/>
                </a:ext>
              </a:extLst>
            </p:cNvPr>
            <p:cNvSpPr/>
            <p:nvPr/>
          </p:nvSpPr>
          <p:spPr>
            <a:xfrm>
              <a:off x="905454" y="28557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180835 w 362309"/>
                <a:gd name="connsiteY6" fmla="*/ 294940 h 361971"/>
                <a:gd name="connsiteX7" fmla="*/ 67094 w 362309"/>
                <a:gd name="connsiteY7" fmla="*/ 187689 h 361971"/>
                <a:gd name="connsiteX8" fmla="*/ 67094 w 362309"/>
                <a:gd name="connsiteY8" fmla="*/ 185774 h 361971"/>
                <a:gd name="connsiteX9" fmla="*/ 67094 w 362309"/>
                <a:gd name="connsiteY9" fmla="*/ 180667 h 361971"/>
                <a:gd name="connsiteX10" fmla="*/ 180835 w 362309"/>
                <a:gd name="connsiteY10" fmla="*/ 66393 h 361971"/>
                <a:gd name="connsiteX11" fmla="*/ 222370 w 362309"/>
                <a:gd name="connsiteY11" fmla="*/ 74054 h 361971"/>
                <a:gd name="connsiteX12" fmla="*/ 223648 w 362309"/>
                <a:gd name="connsiteY12" fmla="*/ 74692 h 361971"/>
                <a:gd name="connsiteX13" fmla="*/ 286908 w 362309"/>
                <a:gd name="connsiteY13" fmla="*/ 222801 h 361971"/>
                <a:gd name="connsiteX14" fmla="*/ 180835 w 362309"/>
                <a:gd name="connsiteY14" fmla="*/ 2949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2309" h="361971">
                  <a:moveTo>
                    <a:pt x="180835" y="0"/>
                  </a:moveTo>
                  <a:cubicBezTo>
                    <a:pt x="80513" y="0"/>
                    <a:pt x="0" y="81076"/>
                    <a:pt x="0" y="181305"/>
                  </a:cubicBezTo>
                  <a:cubicBezTo>
                    <a:pt x="0" y="281533"/>
                    <a:pt x="81152" y="361972"/>
                    <a:pt x="181474" y="361972"/>
                  </a:cubicBezTo>
                  <a:cubicBezTo>
                    <a:pt x="281157" y="361972"/>
                    <a:pt x="362309" y="280895"/>
                    <a:pt x="362309" y="180667"/>
                  </a:cubicBezTo>
                  <a:cubicBezTo>
                    <a:pt x="362309" y="80438"/>
                    <a:pt x="281157" y="0"/>
                    <a:pt x="180835" y="0"/>
                  </a:cubicBezTo>
                  <a:cubicBezTo>
                    <a:pt x="180835" y="0"/>
                    <a:pt x="180835" y="0"/>
                    <a:pt x="180835" y="0"/>
                  </a:cubicBezTo>
                  <a:close/>
                  <a:moveTo>
                    <a:pt x="180835" y="294940"/>
                  </a:moveTo>
                  <a:cubicBezTo>
                    <a:pt x="120770" y="294940"/>
                    <a:pt x="70928" y="247698"/>
                    <a:pt x="67094" y="187689"/>
                  </a:cubicBezTo>
                  <a:cubicBezTo>
                    <a:pt x="67094" y="187051"/>
                    <a:pt x="67094" y="186412"/>
                    <a:pt x="67094" y="185774"/>
                  </a:cubicBezTo>
                  <a:cubicBezTo>
                    <a:pt x="67094" y="183859"/>
                    <a:pt x="67094" y="182582"/>
                    <a:pt x="67094" y="180667"/>
                  </a:cubicBezTo>
                  <a:cubicBezTo>
                    <a:pt x="67094" y="118104"/>
                    <a:pt x="118214" y="67032"/>
                    <a:pt x="180835" y="66393"/>
                  </a:cubicBezTo>
                  <a:cubicBezTo>
                    <a:pt x="194893" y="66393"/>
                    <a:pt x="208951" y="68947"/>
                    <a:pt x="222370" y="74054"/>
                  </a:cubicBezTo>
                  <a:cubicBezTo>
                    <a:pt x="223009" y="74054"/>
                    <a:pt x="223009" y="74054"/>
                    <a:pt x="223648" y="74692"/>
                  </a:cubicBezTo>
                  <a:cubicBezTo>
                    <a:pt x="282435" y="98313"/>
                    <a:pt x="310551" y="164707"/>
                    <a:pt x="286908" y="222801"/>
                  </a:cubicBezTo>
                  <a:cubicBezTo>
                    <a:pt x="269655" y="266212"/>
                    <a:pt x="227482" y="294940"/>
                    <a:pt x="180835" y="294940"/>
                  </a:cubicBezTo>
                  <a:close/>
                </a:path>
              </a:pathLst>
            </a:custGeom>
            <a:solidFill>
              <a:srgbClr val="012169"/>
            </a:solidFill>
            <a:ln w="6390" cap="flat">
              <a:noFill/>
              <a:prstDash val="solid"/>
              <a:miter/>
            </a:ln>
          </p:spPr>
          <p:txBody>
            <a:bodyPr rtlCol="0" anchor="ctr"/>
            <a:lstStyle/>
            <a:p>
              <a:endParaRPr lang="en-US"/>
            </a:p>
          </p:txBody>
        </p:sp>
      </p:grpSp>
      <p:grpSp>
        <p:nvGrpSpPr>
          <p:cNvPr id="439" name="Graphic 4">
            <a:extLst>
              <a:ext uri="{FF2B5EF4-FFF2-40B4-BE49-F238E27FC236}">
                <a16:creationId xmlns:a16="http://schemas.microsoft.com/office/drawing/2014/main" id="{C8B7ED50-F53F-B74A-817C-FF1FA851C556}"/>
              </a:ext>
            </a:extLst>
          </p:cNvPr>
          <p:cNvGrpSpPr/>
          <p:nvPr/>
        </p:nvGrpSpPr>
        <p:grpSpPr>
          <a:xfrm>
            <a:off x="905454" y="1402723"/>
            <a:ext cx="362309" cy="361971"/>
            <a:chOff x="905454" y="1402723"/>
            <a:chExt cx="362309" cy="361971"/>
          </a:xfrm>
          <a:solidFill>
            <a:srgbClr val="012169"/>
          </a:solidFill>
        </p:grpSpPr>
        <p:sp>
          <p:nvSpPr>
            <p:cNvPr id="442" name="Graphic 4">
              <a:extLst>
                <a:ext uri="{FF2B5EF4-FFF2-40B4-BE49-F238E27FC236}">
                  <a16:creationId xmlns:a16="http://schemas.microsoft.com/office/drawing/2014/main" id="{B2D287F4-CA08-F843-9584-8C4015AB60DC}"/>
                </a:ext>
              </a:extLst>
            </p:cNvPr>
            <p:cNvSpPr/>
            <p:nvPr/>
          </p:nvSpPr>
          <p:spPr>
            <a:xfrm>
              <a:off x="905454" y="1402723"/>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362309 w 362309"/>
                <a:gd name="connsiteY4" fmla="*/ 181305 h 361971"/>
                <a:gd name="connsiteX5" fmla="*/ 180835 w 362309"/>
                <a:gd name="connsiteY5" fmla="*/ 0 h 361971"/>
                <a:gd name="connsiteX6" fmla="*/ 252403 w 362309"/>
                <a:gd name="connsiteY6" fmla="*/ 172368 h 361971"/>
                <a:gd name="connsiteX7" fmla="*/ 246013 w 362309"/>
                <a:gd name="connsiteY7" fmla="*/ 176836 h 361971"/>
                <a:gd name="connsiteX8" fmla="*/ 121409 w 362309"/>
                <a:gd name="connsiteY8" fmla="*/ 176836 h 361971"/>
                <a:gd name="connsiteX9" fmla="*/ 121409 w 362309"/>
                <a:gd name="connsiteY9" fmla="*/ 296217 h 361971"/>
                <a:gd name="connsiteX10" fmla="*/ 115019 w 362309"/>
                <a:gd name="connsiteY10" fmla="*/ 302601 h 361971"/>
                <a:gd name="connsiteX11" fmla="*/ 108629 w 362309"/>
                <a:gd name="connsiteY11" fmla="*/ 296217 h 361971"/>
                <a:gd name="connsiteX12" fmla="*/ 108629 w 362309"/>
                <a:gd name="connsiteY12" fmla="*/ 65117 h 361971"/>
                <a:gd name="connsiteX13" fmla="*/ 115019 w 362309"/>
                <a:gd name="connsiteY13" fmla="*/ 58733 h 361971"/>
                <a:gd name="connsiteX14" fmla="*/ 121409 w 362309"/>
                <a:gd name="connsiteY14" fmla="*/ 65117 h 361971"/>
                <a:gd name="connsiteX15" fmla="*/ 121409 w 362309"/>
                <a:gd name="connsiteY15" fmla="*/ 82992 h 361971"/>
                <a:gd name="connsiteX16" fmla="*/ 245374 w 362309"/>
                <a:gd name="connsiteY16" fmla="*/ 82992 h 361971"/>
                <a:gd name="connsiteX17" fmla="*/ 251764 w 362309"/>
                <a:gd name="connsiteY17" fmla="*/ 89376 h 361971"/>
                <a:gd name="connsiteX18" fmla="*/ 249208 w 362309"/>
                <a:gd name="connsiteY18" fmla="*/ 94483 h 361971"/>
                <a:gd name="connsiteX19" fmla="*/ 203839 w 362309"/>
                <a:gd name="connsiteY19" fmla="*/ 130872 h 361971"/>
                <a:gd name="connsiteX20" fmla="*/ 250486 w 362309"/>
                <a:gd name="connsiteY20" fmla="*/ 165984 h 361971"/>
                <a:gd name="connsiteX21" fmla="*/ 252403 w 362309"/>
                <a:gd name="connsiteY21" fmla="*/ 172368 h 361971"/>
                <a:gd name="connsiteX22" fmla="*/ 252403 w 362309"/>
                <a:gd name="connsiteY22" fmla="*/ 17236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181305"/>
                    <a:pt x="362309" y="181305"/>
                    <a:pt x="362309" y="181305"/>
                  </a:cubicBezTo>
                  <a:cubicBezTo>
                    <a:pt x="361670" y="80438"/>
                    <a:pt x="281157" y="0"/>
                    <a:pt x="180835" y="0"/>
                  </a:cubicBezTo>
                  <a:close/>
                  <a:moveTo>
                    <a:pt x="252403" y="172368"/>
                  </a:moveTo>
                  <a:cubicBezTo>
                    <a:pt x="251764" y="174921"/>
                    <a:pt x="249208" y="176836"/>
                    <a:pt x="246013" y="176836"/>
                  </a:cubicBezTo>
                  <a:lnTo>
                    <a:pt x="121409" y="176836"/>
                  </a:lnTo>
                  <a:lnTo>
                    <a:pt x="121409" y="296217"/>
                  </a:lnTo>
                  <a:cubicBezTo>
                    <a:pt x="121409" y="300047"/>
                    <a:pt x="118853" y="302601"/>
                    <a:pt x="115019" y="302601"/>
                  </a:cubicBezTo>
                  <a:cubicBezTo>
                    <a:pt x="111185" y="302601"/>
                    <a:pt x="108629" y="300047"/>
                    <a:pt x="108629" y="296217"/>
                  </a:cubicBezTo>
                  <a:lnTo>
                    <a:pt x="108629" y="65117"/>
                  </a:lnTo>
                  <a:cubicBezTo>
                    <a:pt x="108629" y="61286"/>
                    <a:pt x="111185" y="58733"/>
                    <a:pt x="115019" y="58733"/>
                  </a:cubicBezTo>
                  <a:cubicBezTo>
                    <a:pt x="118853" y="58733"/>
                    <a:pt x="121409" y="61286"/>
                    <a:pt x="121409" y="65117"/>
                  </a:cubicBezTo>
                  <a:lnTo>
                    <a:pt x="121409" y="82992"/>
                  </a:lnTo>
                  <a:lnTo>
                    <a:pt x="245374" y="82992"/>
                  </a:lnTo>
                  <a:cubicBezTo>
                    <a:pt x="249208" y="82992"/>
                    <a:pt x="251764" y="85545"/>
                    <a:pt x="251764" y="89376"/>
                  </a:cubicBezTo>
                  <a:cubicBezTo>
                    <a:pt x="251764" y="91291"/>
                    <a:pt x="251125" y="93206"/>
                    <a:pt x="249208" y="94483"/>
                  </a:cubicBezTo>
                  <a:lnTo>
                    <a:pt x="203839" y="130872"/>
                  </a:lnTo>
                  <a:lnTo>
                    <a:pt x="250486" y="165984"/>
                  </a:lnTo>
                  <a:cubicBezTo>
                    <a:pt x="253042" y="166622"/>
                    <a:pt x="253680" y="169814"/>
                    <a:pt x="252403" y="172368"/>
                  </a:cubicBezTo>
                  <a:lnTo>
                    <a:pt x="252403" y="172368"/>
                  </a:lnTo>
                  <a:close/>
                </a:path>
              </a:pathLst>
            </a:custGeom>
            <a:solidFill>
              <a:srgbClr val="012169"/>
            </a:solidFill>
            <a:ln w="6390" cap="flat">
              <a:noFill/>
              <a:prstDash val="solid"/>
              <a:miter/>
            </a:ln>
          </p:spPr>
          <p:txBody>
            <a:bodyPr rtlCol="0" anchor="ctr"/>
            <a:lstStyle/>
            <a:p>
              <a:endParaRPr lang="en-US"/>
            </a:p>
          </p:txBody>
        </p:sp>
        <p:sp>
          <p:nvSpPr>
            <p:cNvPr id="443" name="Graphic 4">
              <a:extLst>
                <a:ext uri="{FF2B5EF4-FFF2-40B4-BE49-F238E27FC236}">
                  <a16:creationId xmlns:a16="http://schemas.microsoft.com/office/drawing/2014/main" id="{E04EF077-76FD-BC4C-A02D-1CC017E31FAD}"/>
                </a:ext>
              </a:extLst>
            </p:cNvPr>
            <p:cNvSpPr/>
            <p:nvPr/>
          </p:nvSpPr>
          <p:spPr>
            <a:xfrm>
              <a:off x="1027501" y="1498483"/>
              <a:ext cx="106072" cy="68308"/>
            </a:xfrm>
            <a:custGeom>
              <a:avLst/>
              <a:gdLst>
                <a:gd name="connsiteX0" fmla="*/ 65177 w 106072"/>
                <a:gd name="connsiteY0" fmla="*/ 35112 h 68308"/>
                <a:gd name="connsiteX1" fmla="*/ 67733 w 106072"/>
                <a:gd name="connsiteY1" fmla="*/ 30005 h 68308"/>
                <a:gd name="connsiteX2" fmla="*/ 105434 w 106072"/>
                <a:gd name="connsiteY2" fmla="*/ 0 h 68308"/>
                <a:gd name="connsiteX3" fmla="*/ 0 w 106072"/>
                <a:gd name="connsiteY3" fmla="*/ 0 h 68308"/>
                <a:gd name="connsiteX4" fmla="*/ 0 w 106072"/>
                <a:gd name="connsiteY4" fmla="*/ 68309 h 68308"/>
                <a:gd name="connsiteX5" fmla="*/ 106073 w 106072"/>
                <a:gd name="connsiteY5" fmla="*/ 68309 h 68308"/>
                <a:gd name="connsiteX6" fmla="*/ 68372 w 106072"/>
                <a:gd name="connsiteY6" fmla="*/ 40219 h 68308"/>
                <a:gd name="connsiteX7" fmla="*/ 65177 w 106072"/>
                <a:gd name="connsiteY7" fmla="*/ 35112 h 6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072" h="68308">
                  <a:moveTo>
                    <a:pt x="65177" y="35112"/>
                  </a:moveTo>
                  <a:cubicBezTo>
                    <a:pt x="65177" y="33197"/>
                    <a:pt x="65816" y="31281"/>
                    <a:pt x="67733" y="30005"/>
                  </a:cubicBezTo>
                  <a:lnTo>
                    <a:pt x="105434" y="0"/>
                  </a:lnTo>
                  <a:lnTo>
                    <a:pt x="0" y="0"/>
                  </a:lnTo>
                  <a:lnTo>
                    <a:pt x="0" y="68309"/>
                  </a:lnTo>
                  <a:lnTo>
                    <a:pt x="106073" y="68309"/>
                  </a:lnTo>
                  <a:lnTo>
                    <a:pt x="68372" y="40219"/>
                  </a:lnTo>
                  <a:cubicBezTo>
                    <a:pt x="65816" y="38942"/>
                    <a:pt x="65177" y="37027"/>
                    <a:pt x="65177" y="35112"/>
                  </a:cubicBezTo>
                  <a:close/>
                </a:path>
              </a:pathLst>
            </a:custGeom>
            <a:solidFill>
              <a:srgbClr val="012169"/>
            </a:solidFill>
            <a:ln w="6390" cap="flat">
              <a:noFill/>
              <a:prstDash val="solid"/>
              <a:miter/>
            </a:ln>
          </p:spPr>
          <p:txBody>
            <a:bodyPr rtlCol="0" anchor="ctr"/>
            <a:lstStyle/>
            <a:p>
              <a:endParaRPr lang="en-US"/>
            </a:p>
          </p:txBody>
        </p:sp>
      </p:grpSp>
      <p:grpSp>
        <p:nvGrpSpPr>
          <p:cNvPr id="444" name="Graphic 4">
            <a:extLst>
              <a:ext uri="{FF2B5EF4-FFF2-40B4-BE49-F238E27FC236}">
                <a16:creationId xmlns:a16="http://schemas.microsoft.com/office/drawing/2014/main" id="{15C066E8-1422-6844-8714-C29BE6F9AB9B}"/>
              </a:ext>
            </a:extLst>
          </p:cNvPr>
          <p:cNvGrpSpPr/>
          <p:nvPr/>
        </p:nvGrpSpPr>
        <p:grpSpPr>
          <a:xfrm>
            <a:off x="905454" y="2371173"/>
            <a:ext cx="362309" cy="362610"/>
            <a:chOff x="905454" y="2371173"/>
            <a:chExt cx="362309" cy="362610"/>
          </a:xfrm>
          <a:solidFill>
            <a:srgbClr val="012169"/>
          </a:solidFill>
        </p:grpSpPr>
        <p:sp>
          <p:nvSpPr>
            <p:cNvPr id="445" name="Graphic 4">
              <a:extLst>
                <a:ext uri="{FF2B5EF4-FFF2-40B4-BE49-F238E27FC236}">
                  <a16:creationId xmlns:a16="http://schemas.microsoft.com/office/drawing/2014/main" id="{9D65A8C6-AE39-9B4B-B780-34F8686943C3}"/>
                </a:ext>
              </a:extLst>
            </p:cNvPr>
            <p:cNvSpPr/>
            <p:nvPr/>
          </p:nvSpPr>
          <p:spPr>
            <a:xfrm>
              <a:off x="1081177" y="2569715"/>
              <a:ext cx="67094" cy="82991"/>
            </a:xfrm>
            <a:custGeom>
              <a:avLst/>
              <a:gdLst>
                <a:gd name="connsiteX0" fmla="*/ 47925 w 67094"/>
                <a:gd name="connsiteY0" fmla="*/ 44688 h 82991"/>
                <a:gd name="connsiteX1" fmla="*/ 57509 w 67094"/>
                <a:gd name="connsiteY1" fmla="*/ 40219 h 82991"/>
                <a:gd name="connsiteX2" fmla="*/ 61982 w 67094"/>
                <a:gd name="connsiteY2" fmla="*/ 30643 h 82991"/>
                <a:gd name="connsiteX3" fmla="*/ 63260 w 67094"/>
                <a:gd name="connsiteY3" fmla="*/ 28728 h 82991"/>
                <a:gd name="connsiteX4" fmla="*/ 67094 w 67094"/>
                <a:gd name="connsiteY4" fmla="*/ 24897 h 82991"/>
                <a:gd name="connsiteX5" fmla="*/ 67094 w 67094"/>
                <a:gd name="connsiteY5" fmla="*/ 21067 h 82991"/>
                <a:gd name="connsiteX6" fmla="*/ 54314 w 67094"/>
                <a:gd name="connsiteY6" fmla="*/ 16598 h 82991"/>
                <a:gd name="connsiteX7" fmla="*/ 51759 w 67094"/>
                <a:gd name="connsiteY7" fmla="*/ 15322 h 82991"/>
                <a:gd name="connsiteX8" fmla="*/ 41535 w 67094"/>
                <a:gd name="connsiteY8" fmla="*/ 5107 h 82991"/>
                <a:gd name="connsiteX9" fmla="*/ 26838 w 67094"/>
                <a:gd name="connsiteY9" fmla="*/ 0 h 82991"/>
                <a:gd name="connsiteX10" fmla="*/ 7668 w 67094"/>
                <a:gd name="connsiteY10" fmla="*/ 0 h 82991"/>
                <a:gd name="connsiteX11" fmla="*/ 5751 w 67094"/>
                <a:gd name="connsiteY11" fmla="*/ 1915 h 82991"/>
                <a:gd name="connsiteX12" fmla="*/ 5751 w 67094"/>
                <a:gd name="connsiteY12" fmla="*/ 10853 h 82991"/>
                <a:gd name="connsiteX13" fmla="*/ 3834 w 67094"/>
                <a:gd name="connsiteY13" fmla="*/ 15322 h 82991"/>
                <a:gd name="connsiteX14" fmla="*/ 0 w 67094"/>
                <a:gd name="connsiteY14" fmla="*/ 19152 h 82991"/>
                <a:gd name="connsiteX15" fmla="*/ 0 w 67094"/>
                <a:gd name="connsiteY15" fmla="*/ 25536 h 82991"/>
                <a:gd name="connsiteX16" fmla="*/ 15336 w 67094"/>
                <a:gd name="connsiteY16" fmla="*/ 40857 h 82991"/>
                <a:gd name="connsiteX17" fmla="*/ 17253 w 67094"/>
                <a:gd name="connsiteY17" fmla="*/ 45326 h 82991"/>
                <a:gd name="connsiteX18" fmla="*/ 17253 w 67094"/>
                <a:gd name="connsiteY18" fmla="*/ 67670 h 82991"/>
                <a:gd name="connsiteX19" fmla="*/ 17253 w 67094"/>
                <a:gd name="connsiteY19" fmla="*/ 68947 h 82991"/>
                <a:gd name="connsiteX20" fmla="*/ 13419 w 67094"/>
                <a:gd name="connsiteY20" fmla="*/ 82992 h 82991"/>
                <a:gd name="connsiteX21" fmla="*/ 14058 w 67094"/>
                <a:gd name="connsiteY21" fmla="*/ 82992 h 82991"/>
                <a:gd name="connsiteX22" fmla="*/ 28116 w 67094"/>
                <a:gd name="connsiteY22" fmla="*/ 68947 h 82991"/>
                <a:gd name="connsiteX23" fmla="*/ 33228 w 67094"/>
                <a:gd name="connsiteY23" fmla="*/ 58733 h 82991"/>
                <a:gd name="connsiteX24" fmla="*/ 34506 w 67094"/>
                <a:gd name="connsiteY24" fmla="*/ 56817 h 82991"/>
                <a:gd name="connsiteX25" fmla="*/ 46008 w 67094"/>
                <a:gd name="connsiteY25" fmla="*/ 45326 h 82991"/>
                <a:gd name="connsiteX26" fmla="*/ 47925 w 67094"/>
                <a:gd name="connsiteY26" fmla="*/ 44688 h 82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7094" h="82991">
                  <a:moveTo>
                    <a:pt x="47925" y="44688"/>
                  </a:moveTo>
                  <a:lnTo>
                    <a:pt x="57509" y="40219"/>
                  </a:lnTo>
                  <a:lnTo>
                    <a:pt x="61982" y="30643"/>
                  </a:lnTo>
                  <a:cubicBezTo>
                    <a:pt x="62621" y="30005"/>
                    <a:pt x="62621" y="29366"/>
                    <a:pt x="63260" y="28728"/>
                  </a:cubicBezTo>
                  <a:lnTo>
                    <a:pt x="67094" y="24897"/>
                  </a:lnTo>
                  <a:lnTo>
                    <a:pt x="67094" y="21067"/>
                  </a:lnTo>
                  <a:lnTo>
                    <a:pt x="54314" y="16598"/>
                  </a:lnTo>
                  <a:cubicBezTo>
                    <a:pt x="53676" y="16598"/>
                    <a:pt x="52397" y="15960"/>
                    <a:pt x="51759" y="15322"/>
                  </a:cubicBezTo>
                  <a:lnTo>
                    <a:pt x="41535" y="5107"/>
                  </a:lnTo>
                  <a:lnTo>
                    <a:pt x="26838" y="0"/>
                  </a:lnTo>
                  <a:lnTo>
                    <a:pt x="7668" y="0"/>
                  </a:lnTo>
                  <a:lnTo>
                    <a:pt x="5751" y="1915"/>
                  </a:lnTo>
                  <a:lnTo>
                    <a:pt x="5751" y="10853"/>
                  </a:lnTo>
                  <a:cubicBezTo>
                    <a:pt x="5751" y="12768"/>
                    <a:pt x="5112" y="14045"/>
                    <a:pt x="3834" y="15322"/>
                  </a:cubicBezTo>
                  <a:lnTo>
                    <a:pt x="0" y="19152"/>
                  </a:lnTo>
                  <a:lnTo>
                    <a:pt x="0" y="25536"/>
                  </a:lnTo>
                  <a:lnTo>
                    <a:pt x="15336" y="40857"/>
                  </a:lnTo>
                  <a:cubicBezTo>
                    <a:pt x="16614" y="42134"/>
                    <a:pt x="17253" y="43411"/>
                    <a:pt x="17253" y="45326"/>
                  </a:cubicBezTo>
                  <a:lnTo>
                    <a:pt x="17253" y="67670"/>
                  </a:lnTo>
                  <a:cubicBezTo>
                    <a:pt x="17253" y="68309"/>
                    <a:pt x="17253" y="68947"/>
                    <a:pt x="17253" y="68947"/>
                  </a:cubicBezTo>
                  <a:lnTo>
                    <a:pt x="13419" y="82992"/>
                  </a:lnTo>
                  <a:lnTo>
                    <a:pt x="14058" y="82992"/>
                  </a:lnTo>
                  <a:lnTo>
                    <a:pt x="28116" y="68947"/>
                  </a:lnTo>
                  <a:lnTo>
                    <a:pt x="33228" y="58733"/>
                  </a:lnTo>
                  <a:cubicBezTo>
                    <a:pt x="33228" y="58094"/>
                    <a:pt x="33867" y="57456"/>
                    <a:pt x="34506" y="56817"/>
                  </a:cubicBezTo>
                  <a:lnTo>
                    <a:pt x="46008" y="45326"/>
                  </a:lnTo>
                  <a:cubicBezTo>
                    <a:pt x="46647" y="45326"/>
                    <a:pt x="47286" y="44688"/>
                    <a:pt x="47925" y="44688"/>
                  </a:cubicBezTo>
                  <a:close/>
                </a:path>
              </a:pathLst>
            </a:custGeom>
            <a:solidFill>
              <a:srgbClr val="012169"/>
            </a:solidFill>
            <a:ln w="6390" cap="flat">
              <a:noFill/>
              <a:prstDash val="solid"/>
              <a:miter/>
            </a:ln>
          </p:spPr>
          <p:txBody>
            <a:bodyPr rtlCol="0" anchor="ctr"/>
            <a:lstStyle/>
            <a:p>
              <a:endParaRPr lang="en-US"/>
            </a:p>
          </p:txBody>
        </p:sp>
        <p:sp>
          <p:nvSpPr>
            <p:cNvPr id="446" name="Graphic 4">
              <a:extLst>
                <a:ext uri="{FF2B5EF4-FFF2-40B4-BE49-F238E27FC236}">
                  <a16:creationId xmlns:a16="http://schemas.microsoft.com/office/drawing/2014/main" id="{BE9BD45E-5C50-8A43-9C83-271464C7F53C}"/>
                </a:ext>
              </a:extLst>
            </p:cNvPr>
            <p:cNvSpPr/>
            <p:nvPr/>
          </p:nvSpPr>
          <p:spPr>
            <a:xfrm>
              <a:off x="984918" y="2469487"/>
              <a:ext cx="100732" cy="183858"/>
            </a:xfrm>
            <a:custGeom>
              <a:avLst/>
              <a:gdLst>
                <a:gd name="connsiteX0" fmla="*/ 100732 w 100732"/>
                <a:gd name="connsiteY0" fmla="*/ 166622 h 183858"/>
                <a:gd name="connsiteX1" fmla="*/ 100732 w 100732"/>
                <a:gd name="connsiteY1" fmla="*/ 147470 h 183858"/>
                <a:gd name="connsiteX2" fmla="*/ 85396 w 100732"/>
                <a:gd name="connsiteY2" fmla="*/ 132148 h 183858"/>
                <a:gd name="connsiteX3" fmla="*/ 83479 w 100732"/>
                <a:gd name="connsiteY3" fmla="*/ 127680 h 183858"/>
                <a:gd name="connsiteX4" fmla="*/ 83479 w 100732"/>
                <a:gd name="connsiteY4" fmla="*/ 116188 h 183858"/>
                <a:gd name="connsiteX5" fmla="*/ 85396 w 100732"/>
                <a:gd name="connsiteY5" fmla="*/ 111720 h 183858"/>
                <a:gd name="connsiteX6" fmla="*/ 89230 w 100732"/>
                <a:gd name="connsiteY6" fmla="*/ 107889 h 183858"/>
                <a:gd name="connsiteX7" fmla="*/ 89230 w 100732"/>
                <a:gd name="connsiteY7" fmla="*/ 105336 h 183858"/>
                <a:gd name="connsiteX8" fmla="*/ 84118 w 100732"/>
                <a:gd name="connsiteY8" fmla="*/ 105336 h 183858"/>
                <a:gd name="connsiteX9" fmla="*/ 78367 w 100732"/>
                <a:gd name="connsiteY9" fmla="*/ 101505 h 183858"/>
                <a:gd name="connsiteX10" fmla="*/ 74534 w 100732"/>
                <a:gd name="connsiteY10" fmla="*/ 93844 h 183858"/>
                <a:gd name="connsiteX11" fmla="*/ 72617 w 100732"/>
                <a:gd name="connsiteY11" fmla="*/ 93844 h 183858"/>
                <a:gd name="connsiteX12" fmla="*/ 70061 w 100732"/>
                <a:gd name="connsiteY12" fmla="*/ 93206 h 183858"/>
                <a:gd name="connsiteX13" fmla="*/ 66866 w 100732"/>
                <a:gd name="connsiteY13" fmla="*/ 88737 h 183858"/>
                <a:gd name="connsiteX14" fmla="*/ 65588 w 100732"/>
                <a:gd name="connsiteY14" fmla="*/ 88099 h 183858"/>
                <a:gd name="connsiteX15" fmla="*/ 61754 w 100732"/>
                <a:gd name="connsiteY15" fmla="*/ 88099 h 183858"/>
                <a:gd name="connsiteX16" fmla="*/ 59198 w 100732"/>
                <a:gd name="connsiteY16" fmla="*/ 87460 h 183858"/>
                <a:gd name="connsiteX17" fmla="*/ 58559 w 100732"/>
                <a:gd name="connsiteY17" fmla="*/ 87460 h 183858"/>
                <a:gd name="connsiteX18" fmla="*/ 57920 w 100732"/>
                <a:gd name="connsiteY18" fmla="*/ 87460 h 183858"/>
                <a:gd name="connsiteX19" fmla="*/ 40667 w 100732"/>
                <a:gd name="connsiteY19" fmla="*/ 75969 h 183858"/>
                <a:gd name="connsiteX20" fmla="*/ 38111 w 100732"/>
                <a:gd name="connsiteY20" fmla="*/ 70862 h 183858"/>
                <a:gd name="connsiteX21" fmla="*/ 38111 w 100732"/>
                <a:gd name="connsiteY21" fmla="*/ 56179 h 183858"/>
                <a:gd name="connsiteX22" fmla="*/ 32999 w 100732"/>
                <a:gd name="connsiteY22" fmla="*/ 45965 h 183858"/>
                <a:gd name="connsiteX23" fmla="*/ 32360 w 100732"/>
                <a:gd name="connsiteY23" fmla="*/ 43411 h 183858"/>
                <a:gd name="connsiteX24" fmla="*/ 32360 w 100732"/>
                <a:gd name="connsiteY24" fmla="*/ 31920 h 183858"/>
                <a:gd name="connsiteX25" fmla="*/ 32999 w 100732"/>
                <a:gd name="connsiteY25" fmla="*/ 28728 h 183858"/>
                <a:gd name="connsiteX26" fmla="*/ 43862 w 100732"/>
                <a:gd name="connsiteY26" fmla="*/ 7661 h 183858"/>
                <a:gd name="connsiteX27" fmla="*/ 43862 w 100732"/>
                <a:gd name="connsiteY27" fmla="*/ 638 h 183858"/>
                <a:gd name="connsiteX28" fmla="*/ 43223 w 100732"/>
                <a:gd name="connsiteY28" fmla="*/ 0 h 183858"/>
                <a:gd name="connsiteX29" fmla="*/ 18302 w 100732"/>
                <a:gd name="connsiteY29" fmla="*/ 140448 h 183858"/>
                <a:gd name="connsiteX30" fmla="*/ 96259 w 100732"/>
                <a:gd name="connsiteY30" fmla="*/ 183859 h 183858"/>
                <a:gd name="connsiteX31" fmla="*/ 100732 w 100732"/>
                <a:gd name="connsiteY31" fmla="*/ 166622 h 18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732" h="183858">
                  <a:moveTo>
                    <a:pt x="100732" y="166622"/>
                  </a:moveTo>
                  <a:lnTo>
                    <a:pt x="100732" y="147470"/>
                  </a:lnTo>
                  <a:lnTo>
                    <a:pt x="85396" y="132148"/>
                  </a:lnTo>
                  <a:cubicBezTo>
                    <a:pt x="84118" y="130872"/>
                    <a:pt x="83479" y="129595"/>
                    <a:pt x="83479" y="127680"/>
                  </a:cubicBezTo>
                  <a:lnTo>
                    <a:pt x="83479" y="116188"/>
                  </a:lnTo>
                  <a:cubicBezTo>
                    <a:pt x="83479" y="114273"/>
                    <a:pt x="84118" y="112996"/>
                    <a:pt x="85396" y="111720"/>
                  </a:cubicBezTo>
                  <a:lnTo>
                    <a:pt x="89230" y="107889"/>
                  </a:lnTo>
                  <a:lnTo>
                    <a:pt x="89230" y="105336"/>
                  </a:lnTo>
                  <a:lnTo>
                    <a:pt x="84118" y="105336"/>
                  </a:lnTo>
                  <a:cubicBezTo>
                    <a:pt x="81562" y="105336"/>
                    <a:pt x="79646" y="104059"/>
                    <a:pt x="78367" y="101505"/>
                  </a:cubicBezTo>
                  <a:lnTo>
                    <a:pt x="74534" y="93844"/>
                  </a:lnTo>
                  <a:cubicBezTo>
                    <a:pt x="73895" y="93844"/>
                    <a:pt x="73256" y="93844"/>
                    <a:pt x="72617" y="93844"/>
                  </a:cubicBezTo>
                  <a:cubicBezTo>
                    <a:pt x="71339" y="93844"/>
                    <a:pt x="70700" y="93844"/>
                    <a:pt x="70061" y="93206"/>
                  </a:cubicBezTo>
                  <a:cubicBezTo>
                    <a:pt x="68144" y="92568"/>
                    <a:pt x="66866" y="90652"/>
                    <a:pt x="66866" y="88737"/>
                  </a:cubicBezTo>
                  <a:lnTo>
                    <a:pt x="65588" y="88099"/>
                  </a:lnTo>
                  <a:lnTo>
                    <a:pt x="61754" y="88099"/>
                  </a:lnTo>
                  <a:cubicBezTo>
                    <a:pt x="61115" y="88099"/>
                    <a:pt x="60476" y="88099"/>
                    <a:pt x="59198" y="87460"/>
                  </a:cubicBezTo>
                  <a:lnTo>
                    <a:pt x="58559" y="87460"/>
                  </a:lnTo>
                  <a:lnTo>
                    <a:pt x="57920" y="87460"/>
                  </a:lnTo>
                  <a:lnTo>
                    <a:pt x="40667" y="75969"/>
                  </a:lnTo>
                  <a:cubicBezTo>
                    <a:pt x="38750" y="74692"/>
                    <a:pt x="38111" y="72777"/>
                    <a:pt x="38111" y="70862"/>
                  </a:cubicBezTo>
                  <a:lnTo>
                    <a:pt x="38111" y="56179"/>
                  </a:lnTo>
                  <a:lnTo>
                    <a:pt x="32999" y="45965"/>
                  </a:lnTo>
                  <a:cubicBezTo>
                    <a:pt x="32360" y="45326"/>
                    <a:pt x="32360" y="44049"/>
                    <a:pt x="32360" y="43411"/>
                  </a:cubicBezTo>
                  <a:lnTo>
                    <a:pt x="32360" y="31920"/>
                  </a:lnTo>
                  <a:cubicBezTo>
                    <a:pt x="32360" y="30643"/>
                    <a:pt x="32360" y="30005"/>
                    <a:pt x="32999" y="28728"/>
                  </a:cubicBezTo>
                  <a:lnTo>
                    <a:pt x="43862" y="7661"/>
                  </a:lnTo>
                  <a:lnTo>
                    <a:pt x="43862" y="638"/>
                  </a:lnTo>
                  <a:lnTo>
                    <a:pt x="43223" y="0"/>
                  </a:lnTo>
                  <a:cubicBezTo>
                    <a:pt x="-2785" y="31920"/>
                    <a:pt x="-13648" y="95121"/>
                    <a:pt x="18302" y="140448"/>
                  </a:cubicBezTo>
                  <a:cubicBezTo>
                    <a:pt x="36194" y="165984"/>
                    <a:pt x="64949" y="181944"/>
                    <a:pt x="96259" y="183859"/>
                  </a:cubicBezTo>
                  <a:lnTo>
                    <a:pt x="100732" y="166622"/>
                  </a:lnTo>
                  <a:close/>
                </a:path>
              </a:pathLst>
            </a:custGeom>
            <a:solidFill>
              <a:srgbClr val="012169"/>
            </a:solidFill>
            <a:ln w="6390" cap="flat">
              <a:noFill/>
              <a:prstDash val="solid"/>
              <a:miter/>
            </a:ln>
          </p:spPr>
          <p:txBody>
            <a:bodyPr rtlCol="0" anchor="ctr"/>
            <a:lstStyle/>
            <a:p>
              <a:endParaRPr lang="en-US"/>
            </a:p>
          </p:txBody>
        </p:sp>
        <p:sp>
          <p:nvSpPr>
            <p:cNvPr id="447" name="Graphic 4">
              <a:extLst>
                <a:ext uri="{FF2B5EF4-FFF2-40B4-BE49-F238E27FC236}">
                  <a16:creationId xmlns:a16="http://schemas.microsoft.com/office/drawing/2014/main" id="{9957DF39-987A-0A4A-86A3-BEEAE4884DBB}"/>
                </a:ext>
              </a:extLst>
            </p:cNvPr>
            <p:cNvSpPr/>
            <p:nvPr/>
          </p:nvSpPr>
          <p:spPr>
            <a:xfrm>
              <a:off x="1030696" y="2458634"/>
              <a:ext cx="65816" cy="82353"/>
            </a:xfrm>
            <a:custGeom>
              <a:avLst/>
              <a:gdLst>
                <a:gd name="connsiteX0" fmla="*/ 9585 w 65816"/>
                <a:gd name="connsiteY0" fmla="*/ 3830 h 82353"/>
                <a:gd name="connsiteX1" fmla="*/ 11502 w 65816"/>
                <a:gd name="connsiteY1" fmla="*/ 8299 h 82353"/>
                <a:gd name="connsiteX2" fmla="*/ 11502 w 65816"/>
                <a:gd name="connsiteY2" fmla="*/ 19790 h 82353"/>
                <a:gd name="connsiteX3" fmla="*/ 10863 w 65816"/>
                <a:gd name="connsiteY3" fmla="*/ 22982 h 82353"/>
                <a:gd name="connsiteX4" fmla="*/ 0 w 65816"/>
                <a:gd name="connsiteY4" fmla="*/ 44049 h 82353"/>
                <a:gd name="connsiteX5" fmla="*/ 0 w 65816"/>
                <a:gd name="connsiteY5" fmla="*/ 52349 h 82353"/>
                <a:gd name="connsiteX6" fmla="*/ 5112 w 65816"/>
                <a:gd name="connsiteY6" fmla="*/ 62563 h 82353"/>
                <a:gd name="connsiteX7" fmla="*/ 5751 w 65816"/>
                <a:gd name="connsiteY7" fmla="*/ 65755 h 82353"/>
                <a:gd name="connsiteX8" fmla="*/ 5751 w 65816"/>
                <a:gd name="connsiteY8" fmla="*/ 79161 h 82353"/>
                <a:gd name="connsiteX9" fmla="*/ 10224 w 65816"/>
                <a:gd name="connsiteY9" fmla="*/ 82353 h 82353"/>
                <a:gd name="connsiteX10" fmla="*/ 10863 w 65816"/>
                <a:gd name="connsiteY10" fmla="*/ 79800 h 82353"/>
                <a:gd name="connsiteX11" fmla="*/ 16614 w 65816"/>
                <a:gd name="connsiteY11" fmla="*/ 68309 h 82353"/>
                <a:gd name="connsiteX12" fmla="*/ 17892 w 65816"/>
                <a:gd name="connsiteY12" fmla="*/ 66393 h 82353"/>
                <a:gd name="connsiteX13" fmla="*/ 23643 w 65816"/>
                <a:gd name="connsiteY13" fmla="*/ 60648 h 82353"/>
                <a:gd name="connsiteX14" fmla="*/ 26199 w 65816"/>
                <a:gd name="connsiteY14" fmla="*/ 59371 h 82353"/>
                <a:gd name="connsiteX15" fmla="*/ 41535 w 65816"/>
                <a:gd name="connsiteY15" fmla="*/ 54264 h 82353"/>
                <a:gd name="connsiteX16" fmla="*/ 51758 w 65816"/>
                <a:gd name="connsiteY16" fmla="*/ 44049 h 82353"/>
                <a:gd name="connsiteX17" fmla="*/ 53675 w 65816"/>
                <a:gd name="connsiteY17" fmla="*/ 42773 h 82353"/>
                <a:gd name="connsiteX18" fmla="*/ 63260 w 65816"/>
                <a:gd name="connsiteY18" fmla="*/ 38304 h 82353"/>
                <a:gd name="connsiteX19" fmla="*/ 65816 w 65816"/>
                <a:gd name="connsiteY19" fmla="*/ 33197 h 82353"/>
                <a:gd name="connsiteX20" fmla="*/ 61343 w 65816"/>
                <a:gd name="connsiteY20" fmla="*/ 28728 h 82353"/>
                <a:gd name="connsiteX21" fmla="*/ 48563 w 65816"/>
                <a:gd name="connsiteY21" fmla="*/ 37027 h 82353"/>
                <a:gd name="connsiteX22" fmla="*/ 42813 w 65816"/>
                <a:gd name="connsiteY22" fmla="*/ 37665 h 82353"/>
                <a:gd name="connsiteX23" fmla="*/ 38979 w 65816"/>
                <a:gd name="connsiteY23" fmla="*/ 33835 h 82353"/>
                <a:gd name="connsiteX24" fmla="*/ 33228 w 65816"/>
                <a:gd name="connsiteY24" fmla="*/ 16598 h 82353"/>
                <a:gd name="connsiteX25" fmla="*/ 34506 w 65816"/>
                <a:gd name="connsiteY25" fmla="*/ 10214 h 82353"/>
                <a:gd name="connsiteX26" fmla="*/ 35145 w 65816"/>
                <a:gd name="connsiteY26" fmla="*/ 9576 h 82353"/>
                <a:gd name="connsiteX27" fmla="*/ 28116 w 65816"/>
                <a:gd name="connsiteY27" fmla="*/ 9576 h 82353"/>
                <a:gd name="connsiteX28" fmla="*/ 22365 w 65816"/>
                <a:gd name="connsiteY28" fmla="*/ 6384 h 82353"/>
                <a:gd name="connsiteX29" fmla="*/ 19170 w 65816"/>
                <a:gd name="connsiteY29" fmla="*/ 0 h 82353"/>
                <a:gd name="connsiteX30" fmla="*/ 9585 w 65816"/>
                <a:gd name="connsiteY30" fmla="*/ 3830 h 82353"/>
                <a:gd name="connsiteX31" fmla="*/ 9585 w 65816"/>
                <a:gd name="connsiteY31" fmla="*/ 3830 h 8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5816" h="82353">
                  <a:moveTo>
                    <a:pt x="9585" y="3830"/>
                  </a:moveTo>
                  <a:cubicBezTo>
                    <a:pt x="10863" y="5107"/>
                    <a:pt x="11502" y="6384"/>
                    <a:pt x="11502" y="8299"/>
                  </a:cubicBezTo>
                  <a:lnTo>
                    <a:pt x="11502" y="19790"/>
                  </a:lnTo>
                  <a:cubicBezTo>
                    <a:pt x="11502" y="21067"/>
                    <a:pt x="11502" y="21706"/>
                    <a:pt x="10863" y="22982"/>
                  </a:cubicBezTo>
                  <a:lnTo>
                    <a:pt x="0" y="44049"/>
                  </a:lnTo>
                  <a:lnTo>
                    <a:pt x="0" y="52349"/>
                  </a:lnTo>
                  <a:lnTo>
                    <a:pt x="5112" y="62563"/>
                  </a:lnTo>
                  <a:cubicBezTo>
                    <a:pt x="5751" y="63201"/>
                    <a:pt x="5751" y="64478"/>
                    <a:pt x="5751" y="65755"/>
                  </a:cubicBezTo>
                  <a:lnTo>
                    <a:pt x="5751" y="79161"/>
                  </a:lnTo>
                  <a:lnTo>
                    <a:pt x="10224" y="82353"/>
                  </a:lnTo>
                  <a:cubicBezTo>
                    <a:pt x="10224" y="81715"/>
                    <a:pt x="10224" y="81077"/>
                    <a:pt x="10863" y="79800"/>
                  </a:cubicBezTo>
                  <a:lnTo>
                    <a:pt x="16614" y="68309"/>
                  </a:lnTo>
                  <a:cubicBezTo>
                    <a:pt x="16614" y="67670"/>
                    <a:pt x="17253" y="67032"/>
                    <a:pt x="17892" y="66393"/>
                  </a:cubicBezTo>
                  <a:lnTo>
                    <a:pt x="23643" y="60648"/>
                  </a:lnTo>
                  <a:cubicBezTo>
                    <a:pt x="24282" y="60009"/>
                    <a:pt x="24921" y="59371"/>
                    <a:pt x="26199" y="59371"/>
                  </a:cubicBezTo>
                  <a:lnTo>
                    <a:pt x="41535" y="54264"/>
                  </a:lnTo>
                  <a:lnTo>
                    <a:pt x="51758" y="44049"/>
                  </a:lnTo>
                  <a:cubicBezTo>
                    <a:pt x="52397" y="43411"/>
                    <a:pt x="53036" y="43411"/>
                    <a:pt x="53675" y="42773"/>
                  </a:cubicBezTo>
                  <a:lnTo>
                    <a:pt x="63260" y="38304"/>
                  </a:lnTo>
                  <a:lnTo>
                    <a:pt x="65816" y="33197"/>
                  </a:lnTo>
                  <a:lnTo>
                    <a:pt x="61343" y="28728"/>
                  </a:lnTo>
                  <a:lnTo>
                    <a:pt x="48563" y="37027"/>
                  </a:lnTo>
                  <a:cubicBezTo>
                    <a:pt x="46647" y="38304"/>
                    <a:pt x="44730" y="38304"/>
                    <a:pt x="42813" y="37665"/>
                  </a:cubicBezTo>
                  <a:cubicBezTo>
                    <a:pt x="40896" y="37027"/>
                    <a:pt x="39618" y="35750"/>
                    <a:pt x="38979" y="33835"/>
                  </a:cubicBezTo>
                  <a:lnTo>
                    <a:pt x="33228" y="16598"/>
                  </a:lnTo>
                  <a:cubicBezTo>
                    <a:pt x="32589" y="14045"/>
                    <a:pt x="33228" y="12130"/>
                    <a:pt x="34506" y="10214"/>
                  </a:cubicBezTo>
                  <a:lnTo>
                    <a:pt x="35145" y="9576"/>
                  </a:lnTo>
                  <a:lnTo>
                    <a:pt x="28116" y="9576"/>
                  </a:lnTo>
                  <a:cubicBezTo>
                    <a:pt x="25560" y="9576"/>
                    <a:pt x="23643" y="8299"/>
                    <a:pt x="22365" y="6384"/>
                  </a:cubicBezTo>
                  <a:lnTo>
                    <a:pt x="19170" y="0"/>
                  </a:lnTo>
                  <a:cubicBezTo>
                    <a:pt x="15336" y="638"/>
                    <a:pt x="12141" y="1915"/>
                    <a:pt x="9585" y="3830"/>
                  </a:cubicBezTo>
                  <a:lnTo>
                    <a:pt x="9585" y="3830"/>
                  </a:lnTo>
                  <a:close/>
                </a:path>
              </a:pathLst>
            </a:custGeom>
            <a:solidFill>
              <a:srgbClr val="012169"/>
            </a:solidFill>
            <a:ln w="6390" cap="flat">
              <a:noFill/>
              <a:prstDash val="solid"/>
              <a:miter/>
            </a:ln>
          </p:spPr>
          <p:txBody>
            <a:bodyPr rtlCol="0" anchor="ctr"/>
            <a:lstStyle/>
            <a:p>
              <a:endParaRPr lang="en-US"/>
            </a:p>
          </p:txBody>
        </p:sp>
        <p:sp>
          <p:nvSpPr>
            <p:cNvPr id="448" name="Graphic 4">
              <a:extLst>
                <a:ext uri="{FF2B5EF4-FFF2-40B4-BE49-F238E27FC236}">
                  <a16:creationId xmlns:a16="http://schemas.microsoft.com/office/drawing/2014/main" id="{27BAB8A4-5874-C84B-A086-C982759DE6E8}"/>
                </a:ext>
              </a:extLst>
            </p:cNvPr>
            <p:cNvSpPr/>
            <p:nvPr/>
          </p:nvSpPr>
          <p:spPr>
            <a:xfrm>
              <a:off x="1054978" y="2450335"/>
              <a:ext cx="134827" cy="196626"/>
            </a:xfrm>
            <a:custGeom>
              <a:avLst/>
              <a:gdLst>
                <a:gd name="connsiteX0" fmla="*/ 127799 w 134827"/>
                <a:gd name="connsiteY0" fmla="*/ 113635 h 196626"/>
                <a:gd name="connsiteX1" fmla="*/ 121409 w 134827"/>
                <a:gd name="connsiteY1" fmla="*/ 108528 h 196626"/>
                <a:gd name="connsiteX2" fmla="*/ 115658 w 134827"/>
                <a:gd name="connsiteY2" fmla="*/ 86184 h 196626"/>
                <a:gd name="connsiteX3" fmla="*/ 110546 w 134827"/>
                <a:gd name="connsiteY3" fmla="*/ 75331 h 196626"/>
                <a:gd name="connsiteX4" fmla="*/ 109907 w 134827"/>
                <a:gd name="connsiteY4" fmla="*/ 72139 h 196626"/>
                <a:gd name="connsiteX5" fmla="*/ 109907 w 134827"/>
                <a:gd name="connsiteY5" fmla="*/ 52349 h 196626"/>
                <a:gd name="connsiteX6" fmla="*/ 106073 w 134827"/>
                <a:gd name="connsiteY6" fmla="*/ 48518 h 196626"/>
                <a:gd name="connsiteX7" fmla="*/ 104156 w 134827"/>
                <a:gd name="connsiteY7" fmla="*/ 44049 h 196626"/>
                <a:gd name="connsiteX8" fmla="*/ 104156 w 134827"/>
                <a:gd name="connsiteY8" fmla="*/ 37027 h 196626"/>
                <a:gd name="connsiteX9" fmla="*/ 96488 w 134827"/>
                <a:gd name="connsiteY9" fmla="*/ 33197 h 196626"/>
                <a:gd name="connsiteX10" fmla="*/ 93932 w 134827"/>
                <a:gd name="connsiteY10" fmla="*/ 31281 h 196626"/>
                <a:gd name="connsiteX11" fmla="*/ 82430 w 134827"/>
                <a:gd name="connsiteY11" fmla="*/ 14045 h 196626"/>
                <a:gd name="connsiteX12" fmla="*/ 82430 w 134827"/>
                <a:gd name="connsiteY12" fmla="*/ 14045 h 196626"/>
                <a:gd name="connsiteX13" fmla="*/ 70928 w 134827"/>
                <a:gd name="connsiteY13" fmla="*/ 8299 h 196626"/>
                <a:gd name="connsiteX14" fmla="*/ 71567 w 134827"/>
                <a:gd name="connsiteY14" fmla="*/ 10853 h 196626"/>
                <a:gd name="connsiteX15" fmla="*/ 71567 w 134827"/>
                <a:gd name="connsiteY15" fmla="*/ 22344 h 196626"/>
                <a:gd name="connsiteX16" fmla="*/ 65177 w 134827"/>
                <a:gd name="connsiteY16" fmla="*/ 28728 h 196626"/>
                <a:gd name="connsiteX17" fmla="*/ 53675 w 134827"/>
                <a:gd name="connsiteY17" fmla="*/ 28728 h 196626"/>
                <a:gd name="connsiteX18" fmla="*/ 47925 w 134827"/>
                <a:gd name="connsiteY18" fmla="*/ 24897 h 196626"/>
                <a:gd name="connsiteX19" fmla="*/ 43451 w 134827"/>
                <a:gd name="connsiteY19" fmla="*/ 15322 h 196626"/>
                <a:gd name="connsiteX20" fmla="*/ 33867 w 134827"/>
                <a:gd name="connsiteY20" fmla="*/ 10853 h 196626"/>
                <a:gd name="connsiteX21" fmla="*/ 31311 w 134827"/>
                <a:gd name="connsiteY21" fmla="*/ 2554 h 196626"/>
                <a:gd name="connsiteX22" fmla="*/ 32589 w 134827"/>
                <a:gd name="connsiteY22" fmla="*/ 638 h 196626"/>
                <a:gd name="connsiteX23" fmla="*/ 33228 w 134827"/>
                <a:gd name="connsiteY23" fmla="*/ 0 h 196626"/>
                <a:gd name="connsiteX24" fmla="*/ 31311 w 134827"/>
                <a:gd name="connsiteY24" fmla="*/ 0 h 196626"/>
                <a:gd name="connsiteX25" fmla="*/ 6390 w 134827"/>
                <a:gd name="connsiteY25" fmla="*/ 3192 h 196626"/>
                <a:gd name="connsiteX26" fmla="*/ 7029 w 134827"/>
                <a:gd name="connsiteY26" fmla="*/ 4469 h 196626"/>
                <a:gd name="connsiteX27" fmla="*/ 25560 w 134827"/>
                <a:gd name="connsiteY27" fmla="*/ 4469 h 196626"/>
                <a:gd name="connsiteX28" fmla="*/ 31311 w 134827"/>
                <a:gd name="connsiteY28" fmla="*/ 8299 h 196626"/>
                <a:gd name="connsiteX29" fmla="*/ 30033 w 134827"/>
                <a:gd name="connsiteY29" fmla="*/ 15322 h 196626"/>
                <a:gd name="connsiteX30" fmla="*/ 21726 w 134827"/>
                <a:gd name="connsiteY30" fmla="*/ 24259 h 196626"/>
                <a:gd name="connsiteX31" fmla="*/ 23643 w 134827"/>
                <a:gd name="connsiteY31" fmla="*/ 29366 h 196626"/>
                <a:gd name="connsiteX32" fmla="*/ 33867 w 134827"/>
                <a:gd name="connsiteY32" fmla="*/ 22982 h 196626"/>
                <a:gd name="connsiteX33" fmla="*/ 42174 w 134827"/>
                <a:gd name="connsiteY33" fmla="*/ 23621 h 196626"/>
                <a:gd name="connsiteX34" fmla="*/ 53675 w 134827"/>
                <a:gd name="connsiteY34" fmla="*/ 35112 h 196626"/>
                <a:gd name="connsiteX35" fmla="*/ 54953 w 134827"/>
                <a:gd name="connsiteY35" fmla="*/ 42134 h 196626"/>
                <a:gd name="connsiteX36" fmla="*/ 49202 w 134827"/>
                <a:gd name="connsiteY36" fmla="*/ 53625 h 196626"/>
                <a:gd name="connsiteX37" fmla="*/ 46646 w 134827"/>
                <a:gd name="connsiteY37" fmla="*/ 56817 h 196626"/>
                <a:gd name="connsiteX38" fmla="*/ 36423 w 134827"/>
                <a:gd name="connsiteY38" fmla="*/ 61925 h 196626"/>
                <a:gd name="connsiteX39" fmla="*/ 26199 w 134827"/>
                <a:gd name="connsiteY39" fmla="*/ 72139 h 196626"/>
                <a:gd name="connsiteX40" fmla="*/ 23643 w 134827"/>
                <a:gd name="connsiteY40" fmla="*/ 73416 h 196626"/>
                <a:gd name="connsiteX41" fmla="*/ 23643 w 134827"/>
                <a:gd name="connsiteY41" fmla="*/ 73416 h 196626"/>
                <a:gd name="connsiteX42" fmla="*/ 27477 w 134827"/>
                <a:gd name="connsiteY42" fmla="*/ 81715 h 196626"/>
                <a:gd name="connsiteX43" fmla="*/ 24921 w 134827"/>
                <a:gd name="connsiteY43" fmla="*/ 90014 h 196626"/>
                <a:gd name="connsiteX44" fmla="*/ 22365 w 134827"/>
                <a:gd name="connsiteY44" fmla="*/ 90652 h 196626"/>
                <a:gd name="connsiteX45" fmla="*/ 16614 w 134827"/>
                <a:gd name="connsiteY45" fmla="*/ 87460 h 196626"/>
                <a:gd name="connsiteX46" fmla="*/ 11502 w 134827"/>
                <a:gd name="connsiteY46" fmla="*/ 77884 h 196626"/>
                <a:gd name="connsiteX47" fmla="*/ 8307 w 134827"/>
                <a:gd name="connsiteY47" fmla="*/ 79161 h 196626"/>
                <a:gd name="connsiteX48" fmla="*/ 4473 w 134827"/>
                <a:gd name="connsiteY48" fmla="*/ 82992 h 196626"/>
                <a:gd name="connsiteX49" fmla="*/ 0 w 134827"/>
                <a:gd name="connsiteY49" fmla="*/ 91929 h 196626"/>
                <a:gd name="connsiteX50" fmla="*/ 0 w 134827"/>
                <a:gd name="connsiteY50" fmla="*/ 95760 h 196626"/>
                <a:gd name="connsiteX51" fmla="*/ 1917 w 134827"/>
                <a:gd name="connsiteY51" fmla="*/ 96398 h 196626"/>
                <a:gd name="connsiteX52" fmla="*/ 3195 w 134827"/>
                <a:gd name="connsiteY52" fmla="*/ 97036 h 196626"/>
                <a:gd name="connsiteX53" fmla="*/ 5112 w 134827"/>
                <a:gd name="connsiteY53" fmla="*/ 93844 h 196626"/>
                <a:gd name="connsiteX54" fmla="*/ 13419 w 134827"/>
                <a:gd name="connsiteY54" fmla="*/ 90652 h 196626"/>
                <a:gd name="connsiteX55" fmla="*/ 16614 w 134827"/>
                <a:gd name="connsiteY55" fmla="*/ 98952 h 196626"/>
                <a:gd name="connsiteX56" fmla="*/ 16614 w 134827"/>
                <a:gd name="connsiteY56" fmla="*/ 98952 h 196626"/>
                <a:gd name="connsiteX57" fmla="*/ 14697 w 134827"/>
                <a:gd name="connsiteY57" fmla="*/ 102144 h 196626"/>
                <a:gd name="connsiteX58" fmla="*/ 16614 w 134827"/>
                <a:gd name="connsiteY58" fmla="*/ 104059 h 196626"/>
                <a:gd name="connsiteX59" fmla="*/ 20448 w 134827"/>
                <a:gd name="connsiteY59" fmla="*/ 111720 h 196626"/>
                <a:gd name="connsiteX60" fmla="*/ 24921 w 134827"/>
                <a:gd name="connsiteY60" fmla="*/ 111720 h 196626"/>
                <a:gd name="connsiteX61" fmla="*/ 28755 w 134827"/>
                <a:gd name="connsiteY61" fmla="*/ 107889 h 196626"/>
                <a:gd name="connsiteX62" fmla="*/ 33228 w 134827"/>
                <a:gd name="connsiteY62" fmla="*/ 105974 h 196626"/>
                <a:gd name="connsiteX63" fmla="*/ 56231 w 134827"/>
                <a:gd name="connsiteY63" fmla="*/ 105974 h 196626"/>
                <a:gd name="connsiteX64" fmla="*/ 58148 w 134827"/>
                <a:gd name="connsiteY64" fmla="*/ 105974 h 196626"/>
                <a:gd name="connsiteX65" fmla="*/ 75401 w 134827"/>
                <a:gd name="connsiteY65" fmla="*/ 111720 h 196626"/>
                <a:gd name="connsiteX66" fmla="*/ 77957 w 134827"/>
                <a:gd name="connsiteY66" fmla="*/ 112996 h 196626"/>
                <a:gd name="connsiteX67" fmla="*/ 88181 w 134827"/>
                <a:gd name="connsiteY67" fmla="*/ 123211 h 196626"/>
                <a:gd name="connsiteX68" fmla="*/ 103517 w 134827"/>
                <a:gd name="connsiteY68" fmla="*/ 128318 h 196626"/>
                <a:gd name="connsiteX69" fmla="*/ 107990 w 134827"/>
                <a:gd name="connsiteY69" fmla="*/ 134702 h 196626"/>
                <a:gd name="connsiteX70" fmla="*/ 107990 w 134827"/>
                <a:gd name="connsiteY70" fmla="*/ 146193 h 196626"/>
                <a:gd name="connsiteX71" fmla="*/ 106073 w 134827"/>
                <a:gd name="connsiteY71" fmla="*/ 150662 h 196626"/>
                <a:gd name="connsiteX72" fmla="*/ 100961 w 134827"/>
                <a:gd name="connsiteY72" fmla="*/ 155769 h 196626"/>
                <a:gd name="connsiteX73" fmla="*/ 95849 w 134827"/>
                <a:gd name="connsiteY73" fmla="*/ 165984 h 196626"/>
                <a:gd name="connsiteX74" fmla="*/ 93293 w 134827"/>
                <a:gd name="connsiteY74" fmla="*/ 169176 h 196626"/>
                <a:gd name="connsiteX75" fmla="*/ 83069 w 134827"/>
                <a:gd name="connsiteY75" fmla="*/ 174283 h 196626"/>
                <a:gd name="connsiteX76" fmla="*/ 73484 w 134827"/>
                <a:gd name="connsiteY76" fmla="*/ 183859 h 196626"/>
                <a:gd name="connsiteX77" fmla="*/ 68372 w 134827"/>
                <a:gd name="connsiteY77" fmla="*/ 194073 h 196626"/>
                <a:gd name="connsiteX78" fmla="*/ 67094 w 134827"/>
                <a:gd name="connsiteY78" fmla="*/ 195988 h 196626"/>
                <a:gd name="connsiteX79" fmla="*/ 66455 w 134827"/>
                <a:gd name="connsiteY79" fmla="*/ 196627 h 196626"/>
                <a:gd name="connsiteX80" fmla="*/ 134828 w 134827"/>
                <a:gd name="connsiteY80" fmla="*/ 112996 h 196626"/>
                <a:gd name="connsiteX81" fmla="*/ 127799 w 134827"/>
                <a:gd name="connsiteY81" fmla="*/ 112996 h 196626"/>
                <a:gd name="connsiteX82" fmla="*/ 48563 w 134827"/>
                <a:gd name="connsiteY82" fmla="*/ 102144 h 196626"/>
                <a:gd name="connsiteX83" fmla="*/ 31311 w 134827"/>
                <a:gd name="connsiteY83" fmla="*/ 102144 h 196626"/>
                <a:gd name="connsiteX84" fmla="*/ 24921 w 134827"/>
                <a:gd name="connsiteY84" fmla="*/ 95760 h 196626"/>
                <a:gd name="connsiteX85" fmla="*/ 31311 w 134827"/>
                <a:gd name="connsiteY85" fmla="*/ 89376 h 196626"/>
                <a:gd name="connsiteX86" fmla="*/ 48563 w 134827"/>
                <a:gd name="connsiteY86" fmla="*/ 89376 h 196626"/>
                <a:gd name="connsiteX87" fmla="*/ 54953 w 134827"/>
                <a:gd name="connsiteY87" fmla="*/ 95760 h 196626"/>
                <a:gd name="connsiteX88" fmla="*/ 48563 w 134827"/>
                <a:gd name="connsiteY88" fmla="*/ 102144 h 196626"/>
                <a:gd name="connsiteX89" fmla="*/ 48563 w 134827"/>
                <a:gd name="connsiteY89" fmla="*/ 102144 h 196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134827" h="196626">
                  <a:moveTo>
                    <a:pt x="127799" y="113635"/>
                  </a:moveTo>
                  <a:cubicBezTo>
                    <a:pt x="124604" y="113635"/>
                    <a:pt x="122048" y="111720"/>
                    <a:pt x="121409" y="108528"/>
                  </a:cubicBezTo>
                  <a:lnTo>
                    <a:pt x="115658" y="86184"/>
                  </a:lnTo>
                  <a:lnTo>
                    <a:pt x="110546" y="75331"/>
                  </a:lnTo>
                  <a:cubicBezTo>
                    <a:pt x="109907" y="74692"/>
                    <a:pt x="109907" y="73416"/>
                    <a:pt x="109907" y="72139"/>
                  </a:cubicBezTo>
                  <a:lnTo>
                    <a:pt x="109907" y="52349"/>
                  </a:lnTo>
                  <a:lnTo>
                    <a:pt x="106073" y="48518"/>
                  </a:lnTo>
                  <a:cubicBezTo>
                    <a:pt x="104795" y="47241"/>
                    <a:pt x="104156" y="45965"/>
                    <a:pt x="104156" y="44049"/>
                  </a:cubicBezTo>
                  <a:lnTo>
                    <a:pt x="104156" y="37027"/>
                  </a:lnTo>
                  <a:lnTo>
                    <a:pt x="96488" y="33197"/>
                  </a:lnTo>
                  <a:cubicBezTo>
                    <a:pt x="95210" y="32558"/>
                    <a:pt x="94571" y="31920"/>
                    <a:pt x="93932" y="31281"/>
                  </a:cubicBezTo>
                  <a:lnTo>
                    <a:pt x="82430" y="14045"/>
                  </a:lnTo>
                  <a:lnTo>
                    <a:pt x="82430" y="14045"/>
                  </a:lnTo>
                  <a:cubicBezTo>
                    <a:pt x="78596" y="12130"/>
                    <a:pt x="74762" y="9576"/>
                    <a:pt x="70928" y="8299"/>
                  </a:cubicBezTo>
                  <a:cubicBezTo>
                    <a:pt x="70928" y="8938"/>
                    <a:pt x="71567" y="9576"/>
                    <a:pt x="71567" y="10853"/>
                  </a:cubicBezTo>
                  <a:lnTo>
                    <a:pt x="71567" y="22344"/>
                  </a:lnTo>
                  <a:cubicBezTo>
                    <a:pt x="71567" y="26174"/>
                    <a:pt x="69011" y="28728"/>
                    <a:pt x="65177" y="28728"/>
                  </a:cubicBezTo>
                  <a:lnTo>
                    <a:pt x="53675" y="28728"/>
                  </a:lnTo>
                  <a:cubicBezTo>
                    <a:pt x="51119" y="28728"/>
                    <a:pt x="49202" y="27451"/>
                    <a:pt x="47925" y="24897"/>
                  </a:cubicBezTo>
                  <a:lnTo>
                    <a:pt x="43451" y="15322"/>
                  </a:lnTo>
                  <a:lnTo>
                    <a:pt x="33867" y="10853"/>
                  </a:lnTo>
                  <a:cubicBezTo>
                    <a:pt x="30672" y="9576"/>
                    <a:pt x="29394" y="5746"/>
                    <a:pt x="31311" y="2554"/>
                  </a:cubicBezTo>
                  <a:cubicBezTo>
                    <a:pt x="31311" y="1915"/>
                    <a:pt x="31950" y="1277"/>
                    <a:pt x="32589" y="638"/>
                  </a:cubicBezTo>
                  <a:lnTo>
                    <a:pt x="33228" y="0"/>
                  </a:lnTo>
                  <a:lnTo>
                    <a:pt x="31311" y="0"/>
                  </a:lnTo>
                  <a:cubicBezTo>
                    <a:pt x="23004" y="0"/>
                    <a:pt x="14697" y="1277"/>
                    <a:pt x="6390" y="3192"/>
                  </a:cubicBezTo>
                  <a:lnTo>
                    <a:pt x="7029" y="4469"/>
                  </a:lnTo>
                  <a:lnTo>
                    <a:pt x="25560" y="4469"/>
                  </a:lnTo>
                  <a:cubicBezTo>
                    <a:pt x="28116" y="4469"/>
                    <a:pt x="30672" y="5746"/>
                    <a:pt x="31311" y="8299"/>
                  </a:cubicBezTo>
                  <a:cubicBezTo>
                    <a:pt x="32589" y="10853"/>
                    <a:pt x="31950" y="13406"/>
                    <a:pt x="30033" y="15322"/>
                  </a:cubicBezTo>
                  <a:lnTo>
                    <a:pt x="21726" y="24259"/>
                  </a:lnTo>
                  <a:lnTo>
                    <a:pt x="23643" y="29366"/>
                  </a:lnTo>
                  <a:lnTo>
                    <a:pt x="33867" y="22982"/>
                  </a:lnTo>
                  <a:cubicBezTo>
                    <a:pt x="36423" y="21067"/>
                    <a:pt x="39618" y="21706"/>
                    <a:pt x="42174" y="23621"/>
                  </a:cubicBezTo>
                  <a:lnTo>
                    <a:pt x="53675" y="35112"/>
                  </a:lnTo>
                  <a:cubicBezTo>
                    <a:pt x="55592" y="37027"/>
                    <a:pt x="56231" y="40219"/>
                    <a:pt x="54953" y="42134"/>
                  </a:cubicBezTo>
                  <a:lnTo>
                    <a:pt x="49202" y="53625"/>
                  </a:lnTo>
                  <a:cubicBezTo>
                    <a:pt x="48563" y="54902"/>
                    <a:pt x="47285" y="56179"/>
                    <a:pt x="46646" y="56817"/>
                  </a:cubicBezTo>
                  <a:lnTo>
                    <a:pt x="36423" y="61925"/>
                  </a:lnTo>
                  <a:lnTo>
                    <a:pt x="26199" y="72139"/>
                  </a:lnTo>
                  <a:cubicBezTo>
                    <a:pt x="25560" y="72777"/>
                    <a:pt x="24921" y="73416"/>
                    <a:pt x="23643" y="73416"/>
                  </a:cubicBezTo>
                  <a:lnTo>
                    <a:pt x="23643" y="73416"/>
                  </a:lnTo>
                  <a:lnTo>
                    <a:pt x="27477" y="81715"/>
                  </a:lnTo>
                  <a:cubicBezTo>
                    <a:pt x="28755" y="84907"/>
                    <a:pt x="27477" y="88737"/>
                    <a:pt x="24921" y="90014"/>
                  </a:cubicBezTo>
                  <a:cubicBezTo>
                    <a:pt x="24282" y="90652"/>
                    <a:pt x="23004" y="90652"/>
                    <a:pt x="22365" y="90652"/>
                  </a:cubicBezTo>
                  <a:cubicBezTo>
                    <a:pt x="19809" y="90652"/>
                    <a:pt x="17892" y="89376"/>
                    <a:pt x="16614" y="87460"/>
                  </a:cubicBezTo>
                  <a:lnTo>
                    <a:pt x="11502" y="77884"/>
                  </a:lnTo>
                  <a:lnTo>
                    <a:pt x="8307" y="79161"/>
                  </a:lnTo>
                  <a:lnTo>
                    <a:pt x="4473" y="82992"/>
                  </a:lnTo>
                  <a:lnTo>
                    <a:pt x="0" y="91929"/>
                  </a:lnTo>
                  <a:lnTo>
                    <a:pt x="0" y="95760"/>
                  </a:lnTo>
                  <a:cubicBezTo>
                    <a:pt x="639" y="95760"/>
                    <a:pt x="1278" y="95760"/>
                    <a:pt x="1917" y="96398"/>
                  </a:cubicBezTo>
                  <a:lnTo>
                    <a:pt x="3195" y="97036"/>
                  </a:lnTo>
                  <a:lnTo>
                    <a:pt x="5112" y="93844"/>
                  </a:lnTo>
                  <a:cubicBezTo>
                    <a:pt x="6390" y="90652"/>
                    <a:pt x="10224" y="89376"/>
                    <a:pt x="13419" y="90652"/>
                  </a:cubicBezTo>
                  <a:cubicBezTo>
                    <a:pt x="16614" y="91929"/>
                    <a:pt x="17892" y="95760"/>
                    <a:pt x="16614" y="98952"/>
                  </a:cubicBezTo>
                  <a:cubicBezTo>
                    <a:pt x="16614" y="98952"/>
                    <a:pt x="16614" y="98952"/>
                    <a:pt x="16614" y="98952"/>
                  </a:cubicBezTo>
                  <a:lnTo>
                    <a:pt x="14697" y="102144"/>
                  </a:lnTo>
                  <a:cubicBezTo>
                    <a:pt x="15336" y="102782"/>
                    <a:pt x="15975" y="103420"/>
                    <a:pt x="16614" y="104059"/>
                  </a:cubicBezTo>
                  <a:lnTo>
                    <a:pt x="20448" y="111720"/>
                  </a:lnTo>
                  <a:lnTo>
                    <a:pt x="24921" y="111720"/>
                  </a:lnTo>
                  <a:lnTo>
                    <a:pt x="28755" y="107889"/>
                  </a:lnTo>
                  <a:cubicBezTo>
                    <a:pt x="30033" y="106612"/>
                    <a:pt x="31311" y="105974"/>
                    <a:pt x="33228" y="105974"/>
                  </a:cubicBezTo>
                  <a:lnTo>
                    <a:pt x="56231" y="105974"/>
                  </a:lnTo>
                  <a:cubicBezTo>
                    <a:pt x="56870" y="105974"/>
                    <a:pt x="57509" y="105974"/>
                    <a:pt x="58148" y="105974"/>
                  </a:cubicBezTo>
                  <a:lnTo>
                    <a:pt x="75401" y="111720"/>
                  </a:lnTo>
                  <a:cubicBezTo>
                    <a:pt x="76040" y="112358"/>
                    <a:pt x="77318" y="112358"/>
                    <a:pt x="77957" y="112996"/>
                  </a:cubicBezTo>
                  <a:lnTo>
                    <a:pt x="88181" y="123211"/>
                  </a:lnTo>
                  <a:lnTo>
                    <a:pt x="103517" y="128318"/>
                  </a:lnTo>
                  <a:cubicBezTo>
                    <a:pt x="106073" y="128956"/>
                    <a:pt x="107990" y="131510"/>
                    <a:pt x="107990" y="134702"/>
                  </a:cubicBezTo>
                  <a:lnTo>
                    <a:pt x="107990" y="146193"/>
                  </a:lnTo>
                  <a:cubicBezTo>
                    <a:pt x="107990" y="148108"/>
                    <a:pt x="107351" y="149385"/>
                    <a:pt x="106073" y="150662"/>
                  </a:cubicBezTo>
                  <a:lnTo>
                    <a:pt x="100961" y="155769"/>
                  </a:lnTo>
                  <a:lnTo>
                    <a:pt x="95849" y="165984"/>
                  </a:lnTo>
                  <a:cubicBezTo>
                    <a:pt x="95210" y="167260"/>
                    <a:pt x="93932" y="167899"/>
                    <a:pt x="93293" y="169176"/>
                  </a:cubicBezTo>
                  <a:lnTo>
                    <a:pt x="83069" y="174283"/>
                  </a:lnTo>
                  <a:lnTo>
                    <a:pt x="73484" y="183859"/>
                  </a:lnTo>
                  <a:lnTo>
                    <a:pt x="68372" y="194073"/>
                  </a:lnTo>
                  <a:cubicBezTo>
                    <a:pt x="68372" y="194711"/>
                    <a:pt x="67733" y="195350"/>
                    <a:pt x="67094" y="195988"/>
                  </a:cubicBezTo>
                  <a:lnTo>
                    <a:pt x="66455" y="196627"/>
                  </a:lnTo>
                  <a:cubicBezTo>
                    <a:pt x="103517" y="183859"/>
                    <a:pt x="129716" y="151300"/>
                    <a:pt x="134828" y="112996"/>
                  </a:cubicBezTo>
                  <a:lnTo>
                    <a:pt x="127799" y="112996"/>
                  </a:lnTo>
                  <a:close/>
                  <a:moveTo>
                    <a:pt x="48563" y="102144"/>
                  </a:moveTo>
                  <a:lnTo>
                    <a:pt x="31311" y="102144"/>
                  </a:lnTo>
                  <a:cubicBezTo>
                    <a:pt x="27477" y="102144"/>
                    <a:pt x="24921" y="99590"/>
                    <a:pt x="24921" y="95760"/>
                  </a:cubicBezTo>
                  <a:cubicBezTo>
                    <a:pt x="24921" y="91929"/>
                    <a:pt x="27477" y="89376"/>
                    <a:pt x="31311" y="89376"/>
                  </a:cubicBezTo>
                  <a:lnTo>
                    <a:pt x="48563" y="89376"/>
                  </a:lnTo>
                  <a:cubicBezTo>
                    <a:pt x="52397" y="89376"/>
                    <a:pt x="54953" y="91929"/>
                    <a:pt x="54953" y="95760"/>
                  </a:cubicBezTo>
                  <a:cubicBezTo>
                    <a:pt x="54953" y="99590"/>
                    <a:pt x="51758" y="102144"/>
                    <a:pt x="48563" y="102144"/>
                  </a:cubicBezTo>
                  <a:lnTo>
                    <a:pt x="48563" y="102144"/>
                  </a:lnTo>
                  <a:close/>
                </a:path>
              </a:pathLst>
            </a:custGeom>
            <a:solidFill>
              <a:srgbClr val="012169"/>
            </a:solidFill>
            <a:ln w="6390" cap="flat">
              <a:noFill/>
              <a:prstDash val="solid"/>
              <a:miter/>
            </a:ln>
          </p:spPr>
          <p:txBody>
            <a:bodyPr rtlCol="0" anchor="ctr"/>
            <a:lstStyle/>
            <a:p>
              <a:endParaRPr lang="en-US"/>
            </a:p>
          </p:txBody>
        </p:sp>
        <p:sp>
          <p:nvSpPr>
            <p:cNvPr id="449" name="Graphic 4">
              <a:extLst>
                <a:ext uri="{FF2B5EF4-FFF2-40B4-BE49-F238E27FC236}">
                  <a16:creationId xmlns:a16="http://schemas.microsoft.com/office/drawing/2014/main" id="{A0C8BCA6-6B39-214B-A269-D79A85D4DA8C}"/>
                </a:ext>
              </a:extLst>
            </p:cNvPr>
            <p:cNvSpPr/>
            <p:nvPr/>
          </p:nvSpPr>
          <p:spPr>
            <a:xfrm>
              <a:off x="1178304" y="2508429"/>
              <a:ext cx="9584" cy="42134"/>
            </a:xfrm>
            <a:custGeom>
              <a:avLst/>
              <a:gdLst>
                <a:gd name="connsiteX0" fmla="*/ 5112 w 9584"/>
                <a:gd name="connsiteY0" fmla="*/ 24898 h 42134"/>
                <a:gd name="connsiteX1" fmla="*/ 9585 w 9584"/>
                <a:gd name="connsiteY1" fmla="*/ 42134 h 42134"/>
                <a:gd name="connsiteX2" fmla="*/ 0 w 9584"/>
                <a:gd name="connsiteY2" fmla="*/ 0 h 42134"/>
                <a:gd name="connsiteX3" fmla="*/ 0 w 9584"/>
                <a:gd name="connsiteY3" fmla="*/ 13406 h 42134"/>
                <a:gd name="connsiteX4" fmla="*/ 5112 w 9584"/>
                <a:gd name="connsiteY4" fmla="*/ 23621 h 42134"/>
                <a:gd name="connsiteX5" fmla="*/ 5112 w 9584"/>
                <a:gd name="connsiteY5" fmla="*/ 24898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84" h="42134">
                  <a:moveTo>
                    <a:pt x="5112" y="24898"/>
                  </a:moveTo>
                  <a:lnTo>
                    <a:pt x="9585" y="42134"/>
                  </a:lnTo>
                  <a:cubicBezTo>
                    <a:pt x="9585" y="27451"/>
                    <a:pt x="5751" y="13406"/>
                    <a:pt x="0" y="0"/>
                  </a:cubicBezTo>
                  <a:lnTo>
                    <a:pt x="0" y="13406"/>
                  </a:lnTo>
                  <a:lnTo>
                    <a:pt x="5112" y="23621"/>
                  </a:lnTo>
                  <a:cubicBezTo>
                    <a:pt x="5112" y="24259"/>
                    <a:pt x="5112" y="24898"/>
                    <a:pt x="5112" y="24898"/>
                  </a:cubicBezTo>
                  <a:close/>
                </a:path>
              </a:pathLst>
            </a:custGeom>
            <a:solidFill>
              <a:srgbClr val="012169"/>
            </a:solidFill>
            <a:ln w="6390" cap="flat">
              <a:noFill/>
              <a:prstDash val="solid"/>
              <a:miter/>
            </a:ln>
          </p:spPr>
          <p:txBody>
            <a:bodyPr rtlCol="0" anchor="ctr"/>
            <a:lstStyle/>
            <a:p>
              <a:endParaRPr lang="en-US"/>
            </a:p>
          </p:txBody>
        </p:sp>
        <p:sp>
          <p:nvSpPr>
            <p:cNvPr id="450" name="Graphic 4">
              <a:extLst>
                <a:ext uri="{FF2B5EF4-FFF2-40B4-BE49-F238E27FC236}">
                  <a16:creationId xmlns:a16="http://schemas.microsoft.com/office/drawing/2014/main" id="{B50A8216-B1D7-7D41-886B-D51F91D513FA}"/>
                </a:ext>
              </a:extLst>
            </p:cNvPr>
            <p:cNvSpPr/>
            <p:nvPr/>
          </p:nvSpPr>
          <p:spPr>
            <a:xfrm>
              <a:off x="905454" y="237117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295215 w 362309"/>
                <a:gd name="connsiteY6" fmla="*/ 186412 h 362610"/>
                <a:gd name="connsiteX7" fmla="*/ 294576 w 362309"/>
                <a:gd name="connsiteY7" fmla="*/ 188327 h 362610"/>
                <a:gd name="connsiteX8" fmla="*/ 193615 w 362309"/>
                <a:gd name="connsiteY8" fmla="*/ 294302 h 362610"/>
                <a:gd name="connsiteX9" fmla="*/ 192976 w 362309"/>
                <a:gd name="connsiteY9" fmla="*/ 294302 h 362610"/>
                <a:gd name="connsiteX10" fmla="*/ 186586 w 362309"/>
                <a:gd name="connsiteY10" fmla="*/ 294940 h 362610"/>
                <a:gd name="connsiteX11" fmla="*/ 181474 w 362309"/>
                <a:gd name="connsiteY11" fmla="*/ 294940 h 362610"/>
                <a:gd name="connsiteX12" fmla="*/ 180835 w 362309"/>
                <a:gd name="connsiteY12" fmla="*/ 294940 h 362610"/>
                <a:gd name="connsiteX13" fmla="*/ 66455 w 362309"/>
                <a:gd name="connsiteY13" fmla="*/ 181305 h 362610"/>
                <a:gd name="connsiteX14" fmla="*/ 119492 w 362309"/>
                <a:gd name="connsiteY14" fmla="*/ 84907 h 362610"/>
                <a:gd name="connsiteX15" fmla="*/ 121409 w 362309"/>
                <a:gd name="connsiteY15" fmla="*/ 83630 h 362610"/>
                <a:gd name="connsiteX16" fmla="*/ 277962 w 362309"/>
                <a:gd name="connsiteY16" fmla="*/ 120657 h 362610"/>
                <a:gd name="connsiteX17" fmla="*/ 294576 w 362309"/>
                <a:gd name="connsiteY17" fmla="*/ 180667 h 362610"/>
                <a:gd name="connsiteX18" fmla="*/ 294576 w 362309"/>
                <a:gd name="connsiteY18" fmla="*/ 185135 h 362610"/>
                <a:gd name="connsiteX19" fmla="*/ 295215 w 362309"/>
                <a:gd name="connsiteY19" fmla="*/ 186412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81077"/>
                    <a:pt x="281157" y="0"/>
                    <a:pt x="180835" y="0"/>
                  </a:cubicBezTo>
                  <a:cubicBezTo>
                    <a:pt x="180835" y="0"/>
                    <a:pt x="180835" y="0"/>
                    <a:pt x="180835" y="0"/>
                  </a:cubicBezTo>
                  <a:close/>
                  <a:moveTo>
                    <a:pt x="295215" y="186412"/>
                  </a:moveTo>
                  <a:cubicBezTo>
                    <a:pt x="295215" y="187051"/>
                    <a:pt x="295215" y="187689"/>
                    <a:pt x="294576" y="188327"/>
                  </a:cubicBezTo>
                  <a:cubicBezTo>
                    <a:pt x="290742" y="243230"/>
                    <a:pt x="248569" y="287918"/>
                    <a:pt x="193615" y="294302"/>
                  </a:cubicBezTo>
                  <a:lnTo>
                    <a:pt x="192976" y="294302"/>
                  </a:lnTo>
                  <a:cubicBezTo>
                    <a:pt x="191059" y="294302"/>
                    <a:pt x="188503" y="294302"/>
                    <a:pt x="186586" y="294940"/>
                  </a:cubicBezTo>
                  <a:lnTo>
                    <a:pt x="181474" y="294940"/>
                  </a:lnTo>
                  <a:lnTo>
                    <a:pt x="180835" y="294940"/>
                  </a:lnTo>
                  <a:cubicBezTo>
                    <a:pt x="117575" y="294940"/>
                    <a:pt x="67094" y="243868"/>
                    <a:pt x="66455" y="181305"/>
                  </a:cubicBezTo>
                  <a:cubicBezTo>
                    <a:pt x="66455" y="142363"/>
                    <a:pt x="86264" y="105974"/>
                    <a:pt x="119492" y="84907"/>
                  </a:cubicBezTo>
                  <a:cubicBezTo>
                    <a:pt x="120131" y="84269"/>
                    <a:pt x="120770" y="84269"/>
                    <a:pt x="121409" y="83630"/>
                  </a:cubicBezTo>
                  <a:cubicBezTo>
                    <a:pt x="175084" y="50434"/>
                    <a:pt x="245374" y="67670"/>
                    <a:pt x="277962" y="120657"/>
                  </a:cubicBezTo>
                  <a:cubicBezTo>
                    <a:pt x="288825" y="138533"/>
                    <a:pt x="295215" y="159600"/>
                    <a:pt x="294576" y="180667"/>
                  </a:cubicBezTo>
                  <a:cubicBezTo>
                    <a:pt x="294576" y="181944"/>
                    <a:pt x="294576" y="183859"/>
                    <a:pt x="294576" y="185135"/>
                  </a:cubicBezTo>
                  <a:cubicBezTo>
                    <a:pt x="295215" y="185774"/>
                    <a:pt x="295215" y="185774"/>
                    <a:pt x="295215" y="186412"/>
                  </a:cubicBezTo>
                  <a:close/>
                </a:path>
              </a:pathLst>
            </a:custGeom>
            <a:solidFill>
              <a:srgbClr val="012169"/>
            </a:solidFill>
            <a:ln w="6390" cap="flat">
              <a:noFill/>
              <a:prstDash val="solid"/>
              <a:miter/>
            </a:ln>
          </p:spPr>
          <p:txBody>
            <a:bodyPr rtlCol="0" anchor="ctr"/>
            <a:lstStyle/>
            <a:p>
              <a:endParaRPr lang="en-US"/>
            </a:p>
          </p:txBody>
        </p:sp>
        <p:sp>
          <p:nvSpPr>
            <p:cNvPr id="451" name="Graphic 4">
              <a:extLst>
                <a:ext uri="{FF2B5EF4-FFF2-40B4-BE49-F238E27FC236}">
                  <a16:creationId xmlns:a16="http://schemas.microsoft.com/office/drawing/2014/main" id="{DC118778-EF0F-6A45-8C86-E540D9969451}"/>
                </a:ext>
              </a:extLst>
            </p:cNvPr>
            <p:cNvSpPr/>
            <p:nvPr/>
          </p:nvSpPr>
          <p:spPr>
            <a:xfrm>
              <a:off x="1109932" y="2459911"/>
              <a:ext cx="4472" cy="6383"/>
            </a:xfrm>
            <a:custGeom>
              <a:avLst/>
              <a:gdLst>
                <a:gd name="connsiteX0" fmla="*/ 4473 w 4472"/>
                <a:gd name="connsiteY0" fmla="*/ 6384 h 6383"/>
                <a:gd name="connsiteX1" fmla="*/ 4473 w 4472"/>
                <a:gd name="connsiteY1" fmla="*/ 4469 h 6383"/>
                <a:gd name="connsiteX2" fmla="*/ 0 w 4472"/>
                <a:gd name="connsiteY2" fmla="*/ 0 h 6383"/>
                <a:gd name="connsiteX3" fmla="*/ 3195 w 4472"/>
                <a:gd name="connsiteY3" fmla="*/ 6384 h 6383"/>
              </a:gdLst>
              <a:ahLst/>
              <a:cxnLst>
                <a:cxn ang="0">
                  <a:pos x="connsiteX0" y="connsiteY0"/>
                </a:cxn>
                <a:cxn ang="0">
                  <a:pos x="connsiteX1" y="connsiteY1"/>
                </a:cxn>
                <a:cxn ang="0">
                  <a:pos x="connsiteX2" y="connsiteY2"/>
                </a:cxn>
                <a:cxn ang="0">
                  <a:pos x="connsiteX3" y="connsiteY3"/>
                </a:cxn>
              </a:cxnLst>
              <a:rect l="l" t="t" r="r" b="b"/>
              <a:pathLst>
                <a:path w="4472" h="6383">
                  <a:moveTo>
                    <a:pt x="4473" y="6384"/>
                  </a:moveTo>
                  <a:lnTo>
                    <a:pt x="4473" y="4469"/>
                  </a:lnTo>
                  <a:lnTo>
                    <a:pt x="0" y="0"/>
                  </a:lnTo>
                  <a:lnTo>
                    <a:pt x="3195" y="6384"/>
                  </a:lnTo>
                  <a:close/>
                </a:path>
              </a:pathLst>
            </a:custGeom>
            <a:solidFill>
              <a:srgbClr val="012169"/>
            </a:solidFill>
            <a:ln w="6390" cap="flat">
              <a:noFill/>
              <a:prstDash val="solid"/>
              <a:miter/>
            </a:ln>
          </p:spPr>
          <p:txBody>
            <a:bodyPr rtlCol="0" anchor="ctr"/>
            <a:lstStyle/>
            <a:p>
              <a:endParaRPr lang="en-US"/>
            </a:p>
          </p:txBody>
        </p:sp>
      </p:grpSp>
      <p:sp>
        <p:nvSpPr>
          <p:cNvPr id="452" name="Graphic 4">
            <a:extLst>
              <a:ext uri="{FF2B5EF4-FFF2-40B4-BE49-F238E27FC236}">
                <a16:creationId xmlns:a16="http://schemas.microsoft.com/office/drawing/2014/main" id="{262A4DCA-3A22-EB42-BC0E-6CAD1A1C1883}"/>
              </a:ext>
            </a:extLst>
          </p:cNvPr>
          <p:cNvSpPr/>
          <p:nvPr/>
        </p:nvSpPr>
        <p:spPr>
          <a:xfrm>
            <a:off x="905454" y="2371173"/>
            <a:ext cx="4472" cy="6383"/>
          </a:xfrm>
          <a:custGeom>
            <a:avLst/>
            <a:gdLst>
              <a:gd name="connsiteX0" fmla="*/ 3195 w 4472"/>
              <a:gd name="connsiteY0" fmla="*/ 6384 h 6383"/>
              <a:gd name="connsiteX1" fmla="*/ 4473 w 4472"/>
              <a:gd name="connsiteY1" fmla="*/ 6384 h 6383"/>
              <a:gd name="connsiteX2" fmla="*/ 4473 w 4472"/>
              <a:gd name="connsiteY2" fmla="*/ 4469 h 6383"/>
              <a:gd name="connsiteX3" fmla="*/ 0 w 4472"/>
              <a:gd name="connsiteY3" fmla="*/ 0 h 6383"/>
            </a:gdLst>
            <a:ahLst/>
            <a:cxnLst>
              <a:cxn ang="0">
                <a:pos x="connsiteX0" y="connsiteY0"/>
              </a:cxn>
              <a:cxn ang="0">
                <a:pos x="connsiteX1" y="connsiteY1"/>
              </a:cxn>
              <a:cxn ang="0">
                <a:pos x="connsiteX2" y="connsiteY2"/>
              </a:cxn>
              <a:cxn ang="0">
                <a:pos x="connsiteX3" y="connsiteY3"/>
              </a:cxn>
            </a:cxnLst>
            <a:rect l="l" t="t" r="r" b="b"/>
            <a:pathLst>
              <a:path w="4472" h="6383">
                <a:moveTo>
                  <a:pt x="3195" y="6384"/>
                </a:moveTo>
                <a:lnTo>
                  <a:pt x="4473" y="6384"/>
                </a:lnTo>
                <a:lnTo>
                  <a:pt x="4473" y="4469"/>
                </a:lnTo>
                <a:lnTo>
                  <a:pt x="0" y="0"/>
                </a:lnTo>
                <a:close/>
              </a:path>
            </a:pathLst>
          </a:custGeom>
          <a:solidFill>
            <a:srgbClr val="012169"/>
          </a:solidFill>
          <a:ln w="6390" cap="flat">
            <a:noFill/>
            <a:prstDash val="solid"/>
            <a:miter/>
          </a:ln>
        </p:spPr>
        <p:txBody>
          <a:bodyPr rtlCol="0" anchor="ctr"/>
          <a:lstStyle/>
          <a:p>
            <a:endParaRPr lang="en-US"/>
          </a:p>
        </p:txBody>
      </p:sp>
      <p:grpSp>
        <p:nvGrpSpPr>
          <p:cNvPr id="453" name="Graphic 4">
            <a:extLst>
              <a:ext uri="{FF2B5EF4-FFF2-40B4-BE49-F238E27FC236}">
                <a16:creationId xmlns:a16="http://schemas.microsoft.com/office/drawing/2014/main" id="{B84D0B2B-44B9-C241-9A33-813E8607DFE0}"/>
              </a:ext>
            </a:extLst>
          </p:cNvPr>
          <p:cNvGrpSpPr/>
          <p:nvPr/>
        </p:nvGrpSpPr>
        <p:grpSpPr>
          <a:xfrm>
            <a:off x="467104" y="3824168"/>
            <a:ext cx="362309" cy="361971"/>
            <a:chOff x="467104" y="3824168"/>
            <a:chExt cx="362309" cy="361971"/>
          </a:xfrm>
          <a:solidFill>
            <a:srgbClr val="012169"/>
          </a:solidFill>
        </p:grpSpPr>
        <p:sp>
          <p:nvSpPr>
            <p:cNvPr id="454" name="Graphic 4">
              <a:extLst>
                <a:ext uri="{FF2B5EF4-FFF2-40B4-BE49-F238E27FC236}">
                  <a16:creationId xmlns:a16="http://schemas.microsoft.com/office/drawing/2014/main" id="{1F687A3B-CE62-7941-9CA6-374A90BB26DF}"/>
                </a:ext>
              </a:extLst>
            </p:cNvPr>
            <p:cNvSpPr/>
            <p:nvPr/>
          </p:nvSpPr>
          <p:spPr>
            <a:xfrm>
              <a:off x="467104" y="3824168"/>
              <a:ext cx="362309" cy="361971"/>
            </a:xfrm>
            <a:custGeom>
              <a:avLst/>
              <a:gdLst>
                <a:gd name="connsiteX0" fmla="*/ 181474 w 362309"/>
                <a:gd name="connsiteY0" fmla="*/ 0 h 361971"/>
                <a:gd name="connsiteX1" fmla="*/ 0 w 362309"/>
                <a:gd name="connsiteY1" fmla="*/ 180667 h 361971"/>
                <a:gd name="connsiteX2" fmla="*/ 181474 w 362309"/>
                <a:gd name="connsiteY2" fmla="*/ 361971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349204 h 361971"/>
                <a:gd name="connsiteX7" fmla="*/ 13419 w 362309"/>
                <a:gd name="connsiteY7" fmla="*/ 181305 h 361971"/>
                <a:gd name="connsiteX8" fmla="*/ 181474 w 362309"/>
                <a:gd name="connsiteY8" fmla="*/ 12768 h 361971"/>
                <a:gd name="connsiteX9" fmla="*/ 349530 w 362309"/>
                <a:gd name="connsiteY9" fmla="*/ 181305 h 361971"/>
                <a:gd name="connsiteX10" fmla="*/ 349530 w 362309"/>
                <a:gd name="connsiteY10" fmla="*/ 181305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895"/>
                    <a:pt x="81152" y="361971"/>
                    <a:pt x="181474" y="361971"/>
                  </a:cubicBezTo>
                  <a:cubicBezTo>
                    <a:pt x="281796" y="361971"/>
                    <a:pt x="362309" y="280895"/>
                    <a:pt x="362309" y="180667"/>
                  </a:cubicBezTo>
                  <a:lnTo>
                    <a:pt x="362309" y="180667"/>
                  </a:lnTo>
                  <a:cubicBezTo>
                    <a:pt x="362309" y="81076"/>
                    <a:pt x="281157"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lnTo>
                    <a:pt x="181474" y="349204"/>
                  </a:lnTo>
                  <a:close/>
                </a:path>
              </a:pathLst>
            </a:custGeom>
            <a:solidFill>
              <a:srgbClr val="012169"/>
            </a:solidFill>
            <a:ln w="6390" cap="flat">
              <a:noFill/>
              <a:prstDash val="solid"/>
              <a:miter/>
            </a:ln>
          </p:spPr>
          <p:txBody>
            <a:bodyPr rtlCol="0" anchor="ctr"/>
            <a:lstStyle/>
            <a:p>
              <a:endParaRPr lang="en-US"/>
            </a:p>
          </p:txBody>
        </p:sp>
        <p:sp>
          <p:nvSpPr>
            <p:cNvPr id="455" name="Graphic 4">
              <a:extLst>
                <a:ext uri="{FF2B5EF4-FFF2-40B4-BE49-F238E27FC236}">
                  <a16:creationId xmlns:a16="http://schemas.microsoft.com/office/drawing/2014/main" id="{85B07865-73D0-3B41-9FD2-0B0413EB0AF1}"/>
                </a:ext>
              </a:extLst>
            </p:cNvPr>
            <p:cNvSpPr/>
            <p:nvPr/>
          </p:nvSpPr>
          <p:spPr>
            <a:xfrm>
              <a:off x="556996" y="3900137"/>
              <a:ext cx="180402" cy="213863"/>
            </a:xfrm>
            <a:custGeom>
              <a:avLst/>
              <a:gdLst>
                <a:gd name="connsiteX0" fmla="*/ 169539 w 180402"/>
                <a:gd name="connsiteY0" fmla="*/ 142363 h 213863"/>
                <a:gd name="connsiteX1" fmla="*/ 37906 w 180402"/>
                <a:gd name="connsiteY1" fmla="*/ 136617 h 213863"/>
                <a:gd name="connsiteX2" fmla="*/ 37906 w 180402"/>
                <a:gd name="connsiteY2" fmla="*/ 10853 h 213863"/>
                <a:gd name="connsiteX3" fmla="*/ 37906 w 180402"/>
                <a:gd name="connsiteY3" fmla="*/ 1915 h 213863"/>
                <a:gd name="connsiteX4" fmla="*/ 28961 w 180402"/>
                <a:gd name="connsiteY4" fmla="*/ 1915 h 213863"/>
                <a:gd name="connsiteX5" fmla="*/ 33434 w 180402"/>
                <a:gd name="connsiteY5" fmla="*/ 151939 h 213863"/>
                <a:gd name="connsiteX6" fmla="*/ 97972 w 180402"/>
                <a:gd name="connsiteY6" fmla="*/ 180667 h 213863"/>
                <a:gd name="connsiteX7" fmla="*/ 97972 w 180402"/>
                <a:gd name="connsiteY7" fmla="*/ 201095 h 213863"/>
                <a:gd name="connsiteX8" fmla="*/ 55159 w 180402"/>
                <a:gd name="connsiteY8" fmla="*/ 201095 h 213863"/>
                <a:gd name="connsiteX9" fmla="*/ 48769 w 180402"/>
                <a:gd name="connsiteY9" fmla="*/ 207479 h 213863"/>
                <a:gd name="connsiteX10" fmla="*/ 55159 w 180402"/>
                <a:gd name="connsiteY10" fmla="*/ 213863 h 213863"/>
                <a:gd name="connsiteX11" fmla="*/ 153564 w 180402"/>
                <a:gd name="connsiteY11" fmla="*/ 213863 h 213863"/>
                <a:gd name="connsiteX12" fmla="*/ 159954 w 180402"/>
                <a:gd name="connsiteY12" fmla="*/ 207479 h 213863"/>
                <a:gd name="connsiteX13" fmla="*/ 153564 w 180402"/>
                <a:gd name="connsiteY13" fmla="*/ 201095 h 213863"/>
                <a:gd name="connsiteX14" fmla="*/ 110752 w 180402"/>
                <a:gd name="connsiteY14" fmla="*/ 201095 h 213863"/>
                <a:gd name="connsiteX15" fmla="*/ 110752 w 180402"/>
                <a:gd name="connsiteY15" fmla="*/ 180667 h 213863"/>
                <a:gd name="connsiteX16" fmla="*/ 178485 w 180402"/>
                <a:gd name="connsiteY16" fmla="*/ 151939 h 213863"/>
                <a:gd name="connsiteX17" fmla="*/ 178485 w 180402"/>
                <a:gd name="connsiteY17" fmla="*/ 143001 h 213863"/>
                <a:gd name="connsiteX18" fmla="*/ 169539 w 180402"/>
                <a:gd name="connsiteY18" fmla="*/ 142363 h 21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0402" h="213863">
                  <a:moveTo>
                    <a:pt x="169539" y="142363"/>
                  </a:moveTo>
                  <a:cubicBezTo>
                    <a:pt x="131839" y="177475"/>
                    <a:pt x="72412" y="174921"/>
                    <a:pt x="37906" y="136617"/>
                  </a:cubicBezTo>
                  <a:cubicBezTo>
                    <a:pt x="5318" y="100867"/>
                    <a:pt x="5318" y="45965"/>
                    <a:pt x="37906" y="10853"/>
                  </a:cubicBezTo>
                  <a:cubicBezTo>
                    <a:pt x="40462" y="8299"/>
                    <a:pt x="40462" y="4469"/>
                    <a:pt x="37906" y="1915"/>
                  </a:cubicBezTo>
                  <a:cubicBezTo>
                    <a:pt x="35350" y="-638"/>
                    <a:pt x="31517" y="-638"/>
                    <a:pt x="28961" y="1915"/>
                  </a:cubicBezTo>
                  <a:cubicBezTo>
                    <a:pt x="-11296" y="44688"/>
                    <a:pt x="-9379" y="111720"/>
                    <a:pt x="33434" y="151939"/>
                  </a:cubicBezTo>
                  <a:cubicBezTo>
                    <a:pt x="51325" y="168537"/>
                    <a:pt x="73690" y="178751"/>
                    <a:pt x="97972" y="180667"/>
                  </a:cubicBezTo>
                  <a:lnTo>
                    <a:pt x="97972" y="201095"/>
                  </a:lnTo>
                  <a:lnTo>
                    <a:pt x="55159" y="201095"/>
                  </a:lnTo>
                  <a:cubicBezTo>
                    <a:pt x="51325" y="201095"/>
                    <a:pt x="48769" y="203649"/>
                    <a:pt x="48769" y="207479"/>
                  </a:cubicBezTo>
                  <a:cubicBezTo>
                    <a:pt x="48769" y="211310"/>
                    <a:pt x="51325" y="213863"/>
                    <a:pt x="55159" y="213863"/>
                  </a:cubicBezTo>
                  <a:lnTo>
                    <a:pt x="153564" y="213863"/>
                  </a:lnTo>
                  <a:cubicBezTo>
                    <a:pt x="157398" y="213863"/>
                    <a:pt x="159954" y="211310"/>
                    <a:pt x="159954" y="207479"/>
                  </a:cubicBezTo>
                  <a:cubicBezTo>
                    <a:pt x="159954" y="203649"/>
                    <a:pt x="157398" y="201095"/>
                    <a:pt x="153564" y="201095"/>
                  </a:cubicBezTo>
                  <a:lnTo>
                    <a:pt x="110752" y="201095"/>
                  </a:lnTo>
                  <a:lnTo>
                    <a:pt x="110752" y="180667"/>
                  </a:lnTo>
                  <a:cubicBezTo>
                    <a:pt x="136311" y="179390"/>
                    <a:pt x="159954" y="169175"/>
                    <a:pt x="178485" y="151939"/>
                  </a:cubicBezTo>
                  <a:cubicBezTo>
                    <a:pt x="181041" y="149385"/>
                    <a:pt x="181041" y="145555"/>
                    <a:pt x="178485" y="143001"/>
                  </a:cubicBezTo>
                  <a:cubicBezTo>
                    <a:pt x="175929" y="140448"/>
                    <a:pt x="172095" y="140448"/>
                    <a:pt x="169539" y="142363"/>
                  </a:cubicBezTo>
                  <a:close/>
                </a:path>
              </a:pathLst>
            </a:custGeom>
            <a:solidFill>
              <a:srgbClr val="012169"/>
            </a:solidFill>
            <a:ln w="6390" cap="flat">
              <a:noFill/>
              <a:prstDash val="solid"/>
              <a:miter/>
            </a:ln>
          </p:spPr>
          <p:txBody>
            <a:bodyPr rtlCol="0" anchor="ctr"/>
            <a:lstStyle/>
            <a:p>
              <a:endParaRPr lang="en-US"/>
            </a:p>
          </p:txBody>
        </p:sp>
        <p:sp>
          <p:nvSpPr>
            <p:cNvPr id="456" name="Graphic 4">
              <a:extLst>
                <a:ext uri="{FF2B5EF4-FFF2-40B4-BE49-F238E27FC236}">
                  <a16:creationId xmlns:a16="http://schemas.microsoft.com/office/drawing/2014/main" id="{3266DC59-207E-1048-99B2-85F421955A5B}"/>
                </a:ext>
              </a:extLst>
            </p:cNvPr>
            <p:cNvSpPr/>
            <p:nvPr/>
          </p:nvSpPr>
          <p:spPr>
            <a:xfrm>
              <a:off x="584679" y="3896945"/>
              <a:ext cx="155914" cy="155769"/>
            </a:xfrm>
            <a:custGeom>
              <a:avLst/>
              <a:gdLst>
                <a:gd name="connsiteX0" fmla="*/ 77957 w 155914"/>
                <a:gd name="connsiteY0" fmla="*/ 0 h 155769"/>
                <a:gd name="connsiteX1" fmla="*/ 0 w 155914"/>
                <a:gd name="connsiteY1" fmla="*/ 77885 h 155769"/>
                <a:gd name="connsiteX2" fmla="*/ 77957 w 155914"/>
                <a:gd name="connsiteY2" fmla="*/ 155769 h 155769"/>
                <a:gd name="connsiteX3" fmla="*/ 155914 w 155914"/>
                <a:gd name="connsiteY3" fmla="*/ 77885 h 155769"/>
                <a:gd name="connsiteX4" fmla="*/ 155914 w 155914"/>
                <a:gd name="connsiteY4" fmla="*/ 77885 h 155769"/>
                <a:gd name="connsiteX5" fmla="*/ 77957 w 155914"/>
                <a:gd name="connsiteY5" fmla="*/ 0 h 155769"/>
                <a:gd name="connsiteX6" fmla="*/ 77957 w 155914"/>
                <a:gd name="connsiteY6" fmla="*/ 143001 h 155769"/>
                <a:gd name="connsiteX7" fmla="*/ 12780 w 155914"/>
                <a:gd name="connsiteY7" fmla="*/ 77885 h 155769"/>
                <a:gd name="connsiteX8" fmla="*/ 77957 w 155914"/>
                <a:gd name="connsiteY8" fmla="*/ 12768 h 155769"/>
                <a:gd name="connsiteX9" fmla="*/ 143135 w 155914"/>
                <a:gd name="connsiteY9" fmla="*/ 77885 h 155769"/>
                <a:gd name="connsiteX10" fmla="*/ 143135 w 155914"/>
                <a:gd name="connsiteY10" fmla="*/ 77885 h 155769"/>
                <a:gd name="connsiteX11" fmla="*/ 77957 w 155914"/>
                <a:gd name="connsiteY11" fmla="*/ 143001 h 155769"/>
                <a:gd name="connsiteX12" fmla="*/ 77957 w 155914"/>
                <a:gd name="connsiteY12" fmla="*/ 143001 h 155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5914" h="155769">
                  <a:moveTo>
                    <a:pt x="77957" y="0"/>
                  </a:moveTo>
                  <a:cubicBezTo>
                    <a:pt x="35145" y="0"/>
                    <a:pt x="0" y="35112"/>
                    <a:pt x="0" y="77885"/>
                  </a:cubicBezTo>
                  <a:cubicBezTo>
                    <a:pt x="0" y="120657"/>
                    <a:pt x="35145" y="155769"/>
                    <a:pt x="77957" y="155769"/>
                  </a:cubicBezTo>
                  <a:cubicBezTo>
                    <a:pt x="120770" y="155769"/>
                    <a:pt x="155914" y="120657"/>
                    <a:pt x="155914" y="77885"/>
                  </a:cubicBezTo>
                  <a:cubicBezTo>
                    <a:pt x="155914" y="77885"/>
                    <a:pt x="155914" y="77885"/>
                    <a:pt x="155914" y="77885"/>
                  </a:cubicBezTo>
                  <a:cubicBezTo>
                    <a:pt x="155914" y="35112"/>
                    <a:pt x="120770" y="0"/>
                    <a:pt x="77957" y="0"/>
                  </a:cubicBezTo>
                  <a:close/>
                  <a:moveTo>
                    <a:pt x="77957" y="143001"/>
                  </a:moveTo>
                  <a:cubicBezTo>
                    <a:pt x="42174" y="143001"/>
                    <a:pt x="12780" y="113635"/>
                    <a:pt x="12780" y="77885"/>
                  </a:cubicBezTo>
                  <a:cubicBezTo>
                    <a:pt x="12780" y="42135"/>
                    <a:pt x="42174" y="12768"/>
                    <a:pt x="77957" y="12768"/>
                  </a:cubicBezTo>
                  <a:cubicBezTo>
                    <a:pt x="113741" y="12768"/>
                    <a:pt x="143135" y="42135"/>
                    <a:pt x="143135" y="77885"/>
                  </a:cubicBezTo>
                  <a:cubicBezTo>
                    <a:pt x="143135" y="77885"/>
                    <a:pt x="143135" y="77885"/>
                    <a:pt x="143135" y="77885"/>
                  </a:cubicBezTo>
                  <a:cubicBezTo>
                    <a:pt x="143135" y="113635"/>
                    <a:pt x="113741" y="143001"/>
                    <a:pt x="77957" y="143001"/>
                  </a:cubicBezTo>
                  <a:lnTo>
                    <a:pt x="77957" y="143001"/>
                  </a:lnTo>
                  <a:close/>
                </a:path>
              </a:pathLst>
            </a:custGeom>
            <a:solidFill>
              <a:srgbClr val="012169"/>
            </a:solidFill>
            <a:ln w="6390" cap="flat">
              <a:noFill/>
              <a:prstDash val="solid"/>
              <a:miter/>
            </a:ln>
          </p:spPr>
          <p:txBody>
            <a:bodyPr rtlCol="0" anchor="ctr"/>
            <a:lstStyle/>
            <a:p>
              <a:endParaRPr lang="en-US"/>
            </a:p>
          </p:txBody>
        </p:sp>
      </p:grpSp>
      <p:grpSp>
        <p:nvGrpSpPr>
          <p:cNvPr id="457" name="Graphic 4">
            <a:extLst>
              <a:ext uri="{FF2B5EF4-FFF2-40B4-BE49-F238E27FC236}">
                <a16:creationId xmlns:a16="http://schemas.microsoft.com/office/drawing/2014/main" id="{472EFA6D-D282-4E47-A9D8-8691E26B6C64}"/>
              </a:ext>
            </a:extLst>
          </p:cNvPr>
          <p:cNvGrpSpPr/>
          <p:nvPr/>
        </p:nvGrpSpPr>
        <p:grpSpPr>
          <a:xfrm>
            <a:off x="905454" y="3824168"/>
            <a:ext cx="362309" cy="361971"/>
            <a:chOff x="905454" y="3824168"/>
            <a:chExt cx="362309" cy="361971"/>
          </a:xfrm>
          <a:solidFill>
            <a:srgbClr val="012169"/>
          </a:solidFill>
        </p:grpSpPr>
        <p:sp>
          <p:nvSpPr>
            <p:cNvPr id="458" name="Graphic 4">
              <a:extLst>
                <a:ext uri="{FF2B5EF4-FFF2-40B4-BE49-F238E27FC236}">
                  <a16:creationId xmlns:a16="http://schemas.microsoft.com/office/drawing/2014/main" id="{8E334D2C-7F09-B74D-88EB-B581AF7CA12D}"/>
                </a:ext>
              </a:extLst>
            </p:cNvPr>
            <p:cNvSpPr/>
            <p:nvPr/>
          </p:nvSpPr>
          <p:spPr>
            <a:xfrm>
              <a:off x="905454" y="3824168"/>
              <a:ext cx="362309" cy="361971"/>
            </a:xfrm>
            <a:custGeom>
              <a:avLst/>
              <a:gdLst>
                <a:gd name="connsiteX0" fmla="*/ 180835 w 362309"/>
                <a:gd name="connsiteY0" fmla="*/ 0 h 361971"/>
                <a:gd name="connsiteX1" fmla="*/ 0 w 362309"/>
                <a:gd name="connsiteY1" fmla="*/ 180667 h 361971"/>
                <a:gd name="connsiteX2" fmla="*/ 180835 w 362309"/>
                <a:gd name="connsiteY2" fmla="*/ 361971 h 361971"/>
                <a:gd name="connsiteX3" fmla="*/ 362309 w 362309"/>
                <a:gd name="connsiteY3" fmla="*/ 180667 h 361971"/>
                <a:gd name="connsiteX4" fmla="*/ 362309 w 362309"/>
                <a:gd name="connsiteY4" fmla="*/ 180667 h 361971"/>
                <a:gd name="connsiteX5" fmla="*/ 180835 w 362309"/>
                <a:gd name="connsiteY5" fmla="*/ 0 h 361971"/>
                <a:gd name="connsiteX6" fmla="*/ 267738 w 362309"/>
                <a:gd name="connsiteY6" fmla="*/ 227908 h 361971"/>
                <a:gd name="connsiteX7" fmla="*/ 200005 w 362309"/>
                <a:gd name="connsiteY7" fmla="*/ 256636 h 361971"/>
                <a:gd name="connsiteX8" fmla="*/ 200005 w 362309"/>
                <a:gd name="connsiteY8" fmla="*/ 277065 h 361971"/>
                <a:gd name="connsiteX9" fmla="*/ 242818 w 362309"/>
                <a:gd name="connsiteY9" fmla="*/ 277065 h 361971"/>
                <a:gd name="connsiteX10" fmla="*/ 249208 w 362309"/>
                <a:gd name="connsiteY10" fmla="*/ 283449 h 361971"/>
                <a:gd name="connsiteX11" fmla="*/ 242818 w 362309"/>
                <a:gd name="connsiteY11" fmla="*/ 289833 h 361971"/>
                <a:gd name="connsiteX12" fmla="*/ 144413 w 362309"/>
                <a:gd name="connsiteY12" fmla="*/ 289833 h 361971"/>
                <a:gd name="connsiteX13" fmla="*/ 138023 w 362309"/>
                <a:gd name="connsiteY13" fmla="*/ 283449 h 361971"/>
                <a:gd name="connsiteX14" fmla="*/ 144413 w 362309"/>
                <a:gd name="connsiteY14" fmla="*/ 277065 h 361971"/>
                <a:gd name="connsiteX15" fmla="*/ 187225 w 362309"/>
                <a:gd name="connsiteY15" fmla="*/ 277065 h 361971"/>
                <a:gd name="connsiteX16" fmla="*/ 187225 w 362309"/>
                <a:gd name="connsiteY16" fmla="*/ 256636 h 361971"/>
                <a:gd name="connsiteX17" fmla="*/ 89459 w 362309"/>
                <a:gd name="connsiteY17" fmla="*/ 143001 h 361971"/>
                <a:gd name="connsiteX18" fmla="*/ 118214 w 362309"/>
                <a:gd name="connsiteY18" fmla="*/ 77884 h 361971"/>
                <a:gd name="connsiteX19" fmla="*/ 127160 w 362309"/>
                <a:gd name="connsiteY19" fmla="*/ 78523 h 361971"/>
                <a:gd name="connsiteX20" fmla="*/ 127160 w 362309"/>
                <a:gd name="connsiteY20" fmla="*/ 86822 h 361971"/>
                <a:gd name="connsiteX21" fmla="*/ 129716 w 362309"/>
                <a:gd name="connsiteY21" fmla="*/ 218332 h 361971"/>
                <a:gd name="connsiteX22" fmla="*/ 259431 w 362309"/>
                <a:gd name="connsiteY22" fmla="*/ 218332 h 361971"/>
                <a:gd name="connsiteX23" fmla="*/ 268377 w 362309"/>
                <a:gd name="connsiteY23" fmla="*/ 217694 h 361971"/>
                <a:gd name="connsiteX24" fmla="*/ 269016 w 362309"/>
                <a:gd name="connsiteY24" fmla="*/ 226631 h 361971"/>
                <a:gd name="connsiteX25" fmla="*/ 267738 w 362309"/>
                <a:gd name="connsiteY25" fmla="*/ 227908 h 361971"/>
                <a:gd name="connsiteX26" fmla="*/ 267738 w 362309"/>
                <a:gd name="connsiteY26" fmla="*/ 227908 h 361971"/>
                <a:gd name="connsiteX27" fmla="*/ 194893 w 362309"/>
                <a:gd name="connsiteY27" fmla="*/ 228546 h 361971"/>
                <a:gd name="connsiteX28" fmla="*/ 116936 w 362309"/>
                <a:gd name="connsiteY28" fmla="*/ 150662 h 361971"/>
                <a:gd name="connsiteX29" fmla="*/ 194893 w 362309"/>
                <a:gd name="connsiteY29" fmla="*/ 72777 h 361971"/>
                <a:gd name="connsiteX30" fmla="*/ 272850 w 362309"/>
                <a:gd name="connsiteY30" fmla="*/ 150662 h 361971"/>
                <a:gd name="connsiteX31" fmla="*/ 272850 w 362309"/>
                <a:gd name="connsiteY31" fmla="*/ 150662 h 361971"/>
                <a:gd name="connsiteX32" fmla="*/ 194893 w 362309"/>
                <a:gd name="connsiteY32" fmla="*/ 228546 h 361971"/>
                <a:gd name="connsiteX33" fmla="*/ 194893 w 362309"/>
                <a:gd name="connsiteY33" fmla="*/ 22854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2309" h="361971">
                  <a:moveTo>
                    <a:pt x="180835" y="0"/>
                  </a:moveTo>
                  <a:cubicBezTo>
                    <a:pt x="80513" y="0"/>
                    <a:pt x="0" y="81076"/>
                    <a:pt x="0" y="180667"/>
                  </a:cubicBezTo>
                  <a:cubicBezTo>
                    <a:pt x="0" y="280895"/>
                    <a:pt x="81152" y="361971"/>
                    <a:pt x="180835" y="361971"/>
                  </a:cubicBezTo>
                  <a:cubicBezTo>
                    <a:pt x="280518" y="361971"/>
                    <a:pt x="362309" y="280895"/>
                    <a:pt x="362309" y="180667"/>
                  </a:cubicBezTo>
                  <a:lnTo>
                    <a:pt x="362309" y="180667"/>
                  </a:lnTo>
                  <a:cubicBezTo>
                    <a:pt x="361670" y="81076"/>
                    <a:pt x="281157" y="0"/>
                    <a:pt x="180835" y="0"/>
                  </a:cubicBezTo>
                  <a:close/>
                  <a:moveTo>
                    <a:pt x="267738" y="227908"/>
                  </a:moveTo>
                  <a:cubicBezTo>
                    <a:pt x="249208" y="245145"/>
                    <a:pt x="225565" y="255359"/>
                    <a:pt x="200005" y="256636"/>
                  </a:cubicBezTo>
                  <a:lnTo>
                    <a:pt x="200005" y="277065"/>
                  </a:lnTo>
                  <a:lnTo>
                    <a:pt x="242818" y="277065"/>
                  </a:lnTo>
                  <a:cubicBezTo>
                    <a:pt x="246652" y="277065"/>
                    <a:pt x="249208" y="279618"/>
                    <a:pt x="249208" y="283449"/>
                  </a:cubicBezTo>
                  <a:cubicBezTo>
                    <a:pt x="249208" y="287279"/>
                    <a:pt x="246652" y="289833"/>
                    <a:pt x="242818" y="289833"/>
                  </a:cubicBezTo>
                  <a:lnTo>
                    <a:pt x="144413" y="289833"/>
                  </a:lnTo>
                  <a:cubicBezTo>
                    <a:pt x="140579" y="289833"/>
                    <a:pt x="138023" y="287279"/>
                    <a:pt x="138023" y="283449"/>
                  </a:cubicBezTo>
                  <a:cubicBezTo>
                    <a:pt x="138023" y="279618"/>
                    <a:pt x="140579" y="277065"/>
                    <a:pt x="144413" y="277065"/>
                  </a:cubicBezTo>
                  <a:lnTo>
                    <a:pt x="187225" y="277065"/>
                  </a:lnTo>
                  <a:lnTo>
                    <a:pt x="187225" y="256636"/>
                  </a:lnTo>
                  <a:cubicBezTo>
                    <a:pt x="129077" y="252167"/>
                    <a:pt x="84986" y="201734"/>
                    <a:pt x="89459" y="143001"/>
                  </a:cubicBezTo>
                  <a:cubicBezTo>
                    <a:pt x="91376" y="118742"/>
                    <a:pt x="101600" y="95760"/>
                    <a:pt x="118214" y="77884"/>
                  </a:cubicBezTo>
                  <a:cubicBezTo>
                    <a:pt x="120770" y="75331"/>
                    <a:pt x="124604" y="75969"/>
                    <a:pt x="127160" y="78523"/>
                  </a:cubicBezTo>
                  <a:cubicBezTo>
                    <a:pt x="129077" y="81076"/>
                    <a:pt x="129716" y="84268"/>
                    <a:pt x="127160" y="86822"/>
                  </a:cubicBezTo>
                  <a:cubicBezTo>
                    <a:pt x="91376" y="123849"/>
                    <a:pt x="92654" y="182582"/>
                    <a:pt x="129716" y="218332"/>
                  </a:cubicBezTo>
                  <a:cubicBezTo>
                    <a:pt x="166138" y="253444"/>
                    <a:pt x="223009" y="253444"/>
                    <a:pt x="259431" y="218332"/>
                  </a:cubicBezTo>
                  <a:cubicBezTo>
                    <a:pt x="261987" y="215779"/>
                    <a:pt x="265821" y="215779"/>
                    <a:pt x="268377" y="217694"/>
                  </a:cubicBezTo>
                  <a:cubicBezTo>
                    <a:pt x="270933" y="220247"/>
                    <a:pt x="270933" y="224078"/>
                    <a:pt x="269016" y="226631"/>
                  </a:cubicBezTo>
                  <a:cubicBezTo>
                    <a:pt x="268377" y="227270"/>
                    <a:pt x="268377" y="227270"/>
                    <a:pt x="267738" y="227908"/>
                  </a:cubicBezTo>
                  <a:lnTo>
                    <a:pt x="267738" y="227908"/>
                  </a:lnTo>
                  <a:close/>
                  <a:moveTo>
                    <a:pt x="194893" y="228546"/>
                  </a:moveTo>
                  <a:cubicBezTo>
                    <a:pt x="152081" y="228546"/>
                    <a:pt x="116936" y="193435"/>
                    <a:pt x="116936" y="150662"/>
                  </a:cubicBezTo>
                  <a:cubicBezTo>
                    <a:pt x="116936" y="107889"/>
                    <a:pt x="152081" y="72777"/>
                    <a:pt x="194893" y="72777"/>
                  </a:cubicBezTo>
                  <a:cubicBezTo>
                    <a:pt x="237706" y="72777"/>
                    <a:pt x="272850" y="107889"/>
                    <a:pt x="272850" y="150662"/>
                  </a:cubicBezTo>
                  <a:cubicBezTo>
                    <a:pt x="272850" y="150662"/>
                    <a:pt x="272850" y="150662"/>
                    <a:pt x="272850" y="150662"/>
                  </a:cubicBezTo>
                  <a:cubicBezTo>
                    <a:pt x="272850" y="193435"/>
                    <a:pt x="238345" y="228546"/>
                    <a:pt x="194893" y="228546"/>
                  </a:cubicBezTo>
                  <a:lnTo>
                    <a:pt x="194893" y="228546"/>
                  </a:lnTo>
                  <a:close/>
                </a:path>
              </a:pathLst>
            </a:custGeom>
            <a:solidFill>
              <a:srgbClr val="012169"/>
            </a:solidFill>
            <a:ln w="6390" cap="flat">
              <a:noFill/>
              <a:prstDash val="solid"/>
              <a:miter/>
            </a:ln>
          </p:spPr>
          <p:txBody>
            <a:bodyPr rtlCol="0" anchor="ctr"/>
            <a:lstStyle/>
            <a:p>
              <a:endParaRPr lang="en-US"/>
            </a:p>
          </p:txBody>
        </p:sp>
        <p:sp>
          <p:nvSpPr>
            <p:cNvPr id="459" name="Graphic 4">
              <a:extLst>
                <a:ext uri="{FF2B5EF4-FFF2-40B4-BE49-F238E27FC236}">
                  <a16:creationId xmlns:a16="http://schemas.microsoft.com/office/drawing/2014/main" id="{BDD72DDE-23E2-5F40-AD64-14915DB1F387}"/>
                </a:ext>
              </a:extLst>
            </p:cNvPr>
            <p:cNvSpPr/>
            <p:nvPr/>
          </p:nvSpPr>
          <p:spPr>
            <a:xfrm>
              <a:off x="1035169" y="3909713"/>
              <a:ext cx="130354" cy="130233"/>
            </a:xfrm>
            <a:custGeom>
              <a:avLst/>
              <a:gdLst>
                <a:gd name="connsiteX0" fmla="*/ 65177 w 130354"/>
                <a:gd name="connsiteY0" fmla="*/ 0 h 130233"/>
                <a:gd name="connsiteX1" fmla="*/ 0 w 130354"/>
                <a:gd name="connsiteY1" fmla="*/ 65117 h 130233"/>
                <a:gd name="connsiteX2" fmla="*/ 65177 w 130354"/>
                <a:gd name="connsiteY2" fmla="*/ 130233 h 130233"/>
                <a:gd name="connsiteX3" fmla="*/ 130355 w 130354"/>
                <a:gd name="connsiteY3" fmla="*/ 65117 h 130233"/>
                <a:gd name="connsiteX4" fmla="*/ 130355 w 130354"/>
                <a:gd name="connsiteY4" fmla="*/ 65117 h 130233"/>
                <a:gd name="connsiteX5" fmla="*/ 65177 w 130354"/>
                <a:gd name="connsiteY5" fmla="*/ 0 h 13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354" h="130233">
                  <a:moveTo>
                    <a:pt x="65177" y="0"/>
                  </a:moveTo>
                  <a:cubicBezTo>
                    <a:pt x="29394" y="0"/>
                    <a:pt x="0" y="29367"/>
                    <a:pt x="0" y="65117"/>
                  </a:cubicBezTo>
                  <a:cubicBezTo>
                    <a:pt x="0" y="100867"/>
                    <a:pt x="29394" y="130233"/>
                    <a:pt x="65177" y="130233"/>
                  </a:cubicBezTo>
                  <a:cubicBezTo>
                    <a:pt x="100961" y="130233"/>
                    <a:pt x="130355" y="100867"/>
                    <a:pt x="130355" y="65117"/>
                  </a:cubicBezTo>
                  <a:cubicBezTo>
                    <a:pt x="130355" y="65117"/>
                    <a:pt x="130355" y="65117"/>
                    <a:pt x="130355" y="65117"/>
                  </a:cubicBezTo>
                  <a:cubicBezTo>
                    <a:pt x="130355" y="29367"/>
                    <a:pt x="101600" y="0"/>
                    <a:pt x="65177" y="0"/>
                  </a:cubicBezTo>
                  <a:close/>
                </a:path>
              </a:pathLst>
            </a:custGeom>
            <a:solidFill>
              <a:srgbClr val="012169"/>
            </a:solidFill>
            <a:ln w="6390" cap="flat">
              <a:noFill/>
              <a:prstDash val="solid"/>
              <a:miter/>
            </a:ln>
          </p:spPr>
          <p:txBody>
            <a:bodyPr rtlCol="0" anchor="ctr"/>
            <a:lstStyle/>
            <a:p>
              <a:endParaRPr lang="en-US"/>
            </a:p>
          </p:txBody>
        </p:sp>
      </p:grpSp>
      <p:grpSp>
        <p:nvGrpSpPr>
          <p:cNvPr id="460" name="Graphic 4">
            <a:extLst>
              <a:ext uri="{FF2B5EF4-FFF2-40B4-BE49-F238E27FC236}">
                <a16:creationId xmlns:a16="http://schemas.microsoft.com/office/drawing/2014/main" id="{B2022AA5-920B-5B4E-AC28-1E5463A094BC}"/>
              </a:ext>
            </a:extLst>
          </p:cNvPr>
          <p:cNvGrpSpPr/>
          <p:nvPr/>
        </p:nvGrpSpPr>
        <p:grpSpPr>
          <a:xfrm>
            <a:off x="467743" y="4308712"/>
            <a:ext cx="361670" cy="361971"/>
            <a:chOff x="467743" y="4308712"/>
            <a:chExt cx="361670" cy="361971"/>
          </a:xfrm>
          <a:solidFill>
            <a:srgbClr val="012169"/>
          </a:solidFill>
        </p:grpSpPr>
        <p:sp>
          <p:nvSpPr>
            <p:cNvPr id="461" name="Graphic 4">
              <a:extLst>
                <a:ext uri="{FF2B5EF4-FFF2-40B4-BE49-F238E27FC236}">
                  <a16:creationId xmlns:a16="http://schemas.microsoft.com/office/drawing/2014/main" id="{01E5B479-4B25-804C-BA20-5B9D70A614A2}"/>
                </a:ext>
              </a:extLst>
            </p:cNvPr>
            <p:cNvSpPr/>
            <p:nvPr/>
          </p:nvSpPr>
          <p:spPr>
            <a:xfrm>
              <a:off x="467743" y="4308712"/>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0667 h 361971"/>
                <a:gd name="connsiteX4" fmla="*/ 361670 w 361670"/>
                <a:gd name="connsiteY4" fmla="*/ 180667 h 361971"/>
                <a:gd name="connsiteX5" fmla="*/ 180835 w 361670"/>
                <a:gd name="connsiteY5" fmla="*/ 0 h 361971"/>
                <a:gd name="connsiteX6" fmla="*/ 180835 w 361670"/>
                <a:gd name="connsiteY6" fmla="*/ 0 h 361971"/>
                <a:gd name="connsiteX7" fmla="*/ 180835 w 361670"/>
                <a:gd name="connsiteY7" fmla="*/ 349204 h 361971"/>
                <a:gd name="connsiteX8" fmla="*/ 12780 w 361670"/>
                <a:gd name="connsiteY8" fmla="*/ 181305 h 361971"/>
                <a:gd name="connsiteX9" fmla="*/ 180835 w 361670"/>
                <a:gd name="connsiteY9" fmla="*/ 12768 h 361971"/>
                <a:gd name="connsiteX10" fmla="*/ 348891 w 361670"/>
                <a:gd name="connsiteY10" fmla="*/ 181305 h 361971"/>
                <a:gd name="connsiteX11" fmla="*/ 348891 w 361670"/>
                <a:gd name="connsiteY11" fmla="*/ 181305 h 361971"/>
                <a:gd name="connsiteX12" fmla="*/ 180835 w 361670"/>
                <a:gd name="connsiteY12" fmla="*/ 349204 h 361971"/>
                <a:gd name="connsiteX13" fmla="*/ 180835 w 361670"/>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0" h="361971">
                  <a:moveTo>
                    <a:pt x="180835" y="0"/>
                  </a:moveTo>
                  <a:cubicBezTo>
                    <a:pt x="80513" y="0"/>
                    <a:pt x="0" y="81077"/>
                    <a:pt x="0" y="180667"/>
                  </a:cubicBezTo>
                  <a:cubicBezTo>
                    <a:pt x="0" y="280895"/>
                    <a:pt x="81152" y="361972"/>
                    <a:pt x="180835" y="361972"/>
                  </a:cubicBezTo>
                  <a:cubicBezTo>
                    <a:pt x="280518" y="361972"/>
                    <a:pt x="361670" y="280895"/>
                    <a:pt x="361670" y="180667"/>
                  </a:cubicBezTo>
                  <a:cubicBezTo>
                    <a:pt x="361670" y="180667"/>
                    <a:pt x="361670" y="180667"/>
                    <a:pt x="361670" y="180667"/>
                  </a:cubicBezTo>
                  <a:cubicBezTo>
                    <a:pt x="361670" y="81077"/>
                    <a:pt x="281157" y="0"/>
                    <a:pt x="180835" y="0"/>
                  </a:cubicBezTo>
                  <a:cubicBezTo>
                    <a:pt x="180835" y="0"/>
                    <a:pt x="180835" y="0"/>
                    <a:pt x="180835" y="0"/>
                  </a:cubicBezTo>
                  <a:close/>
                  <a:moveTo>
                    <a:pt x="180835" y="349204"/>
                  </a:moveTo>
                  <a:cubicBezTo>
                    <a:pt x="87542" y="349204"/>
                    <a:pt x="12780" y="273873"/>
                    <a:pt x="12780" y="181305"/>
                  </a:cubicBezTo>
                  <a:cubicBezTo>
                    <a:pt x="12780" y="88099"/>
                    <a:pt x="88181" y="12768"/>
                    <a:pt x="180835" y="12768"/>
                  </a:cubicBezTo>
                  <a:cubicBezTo>
                    <a:pt x="273489" y="12768"/>
                    <a:pt x="348891" y="88099"/>
                    <a:pt x="348891" y="181305"/>
                  </a:cubicBezTo>
                  <a:lnTo>
                    <a:pt x="348891" y="181305"/>
                  </a:lnTo>
                  <a:cubicBezTo>
                    <a:pt x="348891" y="273873"/>
                    <a:pt x="273489" y="349204"/>
                    <a:pt x="180835" y="349204"/>
                  </a:cubicBezTo>
                  <a:lnTo>
                    <a:pt x="180835" y="349204"/>
                  </a:lnTo>
                  <a:close/>
                </a:path>
              </a:pathLst>
            </a:custGeom>
            <a:solidFill>
              <a:srgbClr val="012169"/>
            </a:solidFill>
            <a:ln w="6390" cap="flat">
              <a:noFill/>
              <a:prstDash val="solid"/>
              <a:miter/>
            </a:ln>
          </p:spPr>
          <p:txBody>
            <a:bodyPr rtlCol="0" anchor="ctr"/>
            <a:lstStyle/>
            <a:p>
              <a:endParaRPr lang="en-US"/>
            </a:p>
          </p:txBody>
        </p:sp>
        <p:sp>
          <p:nvSpPr>
            <p:cNvPr id="462" name="Graphic 4">
              <a:extLst>
                <a:ext uri="{FF2B5EF4-FFF2-40B4-BE49-F238E27FC236}">
                  <a16:creationId xmlns:a16="http://schemas.microsoft.com/office/drawing/2014/main" id="{D5DD4D09-D3D8-BE4F-9633-27E4013AF6AE}"/>
                </a:ext>
              </a:extLst>
            </p:cNvPr>
            <p:cNvSpPr/>
            <p:nvPr/>
          </p:nvSpPr>
          <p:spPr>
            <a:xfrm>
              <a:off x="568065" y="4386782"/>
              <a:ext cx="161831" cy="204740"/>
            </a:xfrm>
            <a:custGeom>
              <a:avLst/>
              <a:gdLst>
                <a:gd name="connsiteX0" fmla="*/ 157831 w 161831"/>
                <a:gd name="connsiteY0" fmla="*/ 14498 h 204740"/>
                <a:gd name="connsiteX1" fmla="*/ 151441 w 161831"/>
                <a:gd name="connsiteY1" fmla="*/ 14498 h 204740"/>
                <a:gd name="connsiteX2" fmla="*/ 84986 w 161831"/>
                <a:gd name="connsiteY2" fmla="*/ 15136 h 204740"/>
                <a:gd name="connsiteX3" fmla="*/ 2556 w 161831"/>
                <a:gd name="connsiteY3" fmla="*/ 14498 h 204740"/>
                <a:gd name="connsiteX4" fmla="*/ 0 w 161831"/>
                <a:gd name="connsiteY4" fmla="*/ 19605 h 204740"/>
                <a:gd name="connsiteX5" fmla="*/ 0 w 161831"/>
                <a:gd name="connsiteY5" fmla="*/ 198356 h 204740"/>
                <a:gd name="connsiteX6" fmla="*/ 6390 w 161831"/>
                <a:gd name="connsiteY6" fmla="*/ 204740 h 204740"/>
                <a:gd name="connsiteX7" fmla="*/ 12780 w 161831"/>
                <a:gd name="connsiteY7" fmla="*/ 198356 h 204740"/>
                <a:gd name="connsiteX8" fmla="*/ 12780 w 161831"/>
                <a:gd name="connsiteY8" fmla="*/ 119833 h 204740"/>
                <a:gd name="connsiteX9" fmla="*/ 76679 w 161831"/>
                <a:gd name="connsiteY9" fmla="*/ 121110 h 204740"/>
                <a:gd name="connsiteX10" fmla="*/ 159109 w 161831"/>
                <a:gd name="connsiteY10" fmla="*/ 121748 h 204740"/>
                <a:gd name="connsiteX11" fmla="*/ 161665 w 161831"/>
                <a:gd name="connsiteY11" fmla="*/ 116641 h 204740"/>
                <a:gd name="connsiteX12" fmla="*/ 161665 w 161831"/>
                <a:gd name="connsiteY12" fmla="*/ 20243 h 204740"/>
                <a:gd name="connsiteX13" fmla="*/ 157831 w 161831"/>
                <a:gd name="connsiteY13" fmla="*/ 14498 h 204740"/>
                <a:gd name="connsiteX14" fmla="*/ 148886 w 161831"/>
                <a:gd name="connsiteY14" fmla="*/ 113449 h 204740"/>
                <a:gd name="connsiteX15" fmla="*/ 84986 w 161831"/>
                <a:gd name="connsiteY15" fmla="*/ 112172 h 204740"/>
                <a:gd name="connsiteX16" fmla="*/ 47286 w 161831"/>
                <a:gd name="connsiteY16" fmla="*/ 96851 h 204740"/>
                <a:gd name="connsiteX17" fmla="*/ 12141 w 161831"/>
                <a:gd name="connsiteY17" fmla="*/ 105788 h 204740"/>
                <a:gd name="connsiteX18" fmla="*/ 12141 w 161831"/>
                <a:gd name="connsiteY18" fmla="*/ 23435 h 204740"/>
                <a:gd name="connsiteX19" fmla="*/ 76040 w 161831"/>
                <a:gd name="connsiteY19" fmla="*/ 24712 h 204740"/>
                <a:gd name="connsiteX20" fmla="*/ 148886 w 161831"/>
                <a:gd name="connsiteY20" fmla="*/ 31096 h 204740"/>
                <a:gd name="connsiteX21" fmla="*/ 148886 w 161831"/>
                <a:gd name="connsiteY21" fmla="*/ 113449 h 204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1831" h="204740">
                  <a:moveTo>
                    <a:pt x="157831" y="14498"/>
                  </a:moveTo>
                  <a:cubicBezTo>
                    <a:pt x="155914" y="13221"/>
                    <a:pt x="153358" y="13859"/>
                    <a:pt x="151441" y="14498"/>
                  </a:cubicBezTo>
                  <a:cubicBezTo>
                    <a:pt x="150803" y="14498"/>
                    <a:pt x="110546" y="41310"/>
                    <a:pt x="84986" y="15136"/>
                  </a:cubicBezTo>
                  <a:cubicBezTo>
                    <a:pt x="58148" y="-11677"/>
                    <a:pt x="19170" y="3006"/>
                    <a:pt x="2556" y="14498"/>
                  </a:cubicBezTo>
                  <a:cubicBezTo>
                    <a:pt x="639" y="15774"/>
                    <a:pt x="0" y="17690"/>
                    <a:pt x="0" y="19605"/>
                  </a:cubicBezTo>
                  <a:lnTo>
                    <a:pt x="0" y="198356"/>
                  </a:lnTo>
                  <a:cubicBezTo>
                    <a:pt x="0" y="202187"/>
                    <a:pt x="2556" y="204740"/>
                    <a:pt x="6390" y="204740"/>
                  </a:cubicBezTo>
                  <a:cubicBezTo>
                    <a:pt x="10224" y="204740"/>
                    <a:pt x="12780" y="202187"/>
                    <a:pt x="12780" y="198356"/>
                  </a:cubicBezTo>
                  <a:lnTo>
                    <a:pt x="12780" y="119833"/>
                  </a:lnTo>
                  <a:cubicBezTo>
                    <a:pt x="22365" y="114088"/>
                    <a:pt x="53675" y="98128"/>
                    <a:pt x="76679" y="121110"/>
                  </a:cubicBezTo>
                  <a:cubicBezTo>
                    <a:pt x="102878" y="147284"/>
                    <a:pt x="141857" y="133240"/>
                    <a:pt x="159109" y="121748"/>
                  </a:cubicBezTo>
                  <a:cubicBezTo>
                    <a:pt x="161026" y="120472"/>
                    <a:pt x="162304" y="118556"/>
                    <a:pt x="161665" y="116641"/>
                  </a:cubicBezTo>
                  <a:lnTo>
                    <a:pt x="161665" y="20243"/>
                  </a:lnTo>
                  <a:cubicBezTo>
                    <a:pt x="161665" y="17690"/>
                    <a:pt x="160387" y="15774"/>
                    <a:pt x="157831" y="14498"/>
                  </a:cubicBezTo>
                  <a:close/>
                  <a:moveTo>
                    <a:pt x="148886" y="113449"/>
                  </a:moveTo>
                  <a:cubicBezTo>
                    <a:pt x="139301" y="119195"/>
                    <a:pt x="107351" y="134516"/>
                    <a:pt x="84986" y="112172"/>
                  </a:cubicBezTo>
                  <a:cubicBezTo>
                    <a:pt x="75401" y="101958"/>
                    <a:pt x="61343" y="96851"/>
                    <a:pt x="47286" y="96851"/>
                  </a:cubicBezTo>
                  <a:cubicBezTo>
                    <a:pt x="35145" y="96851"/>
                    <a:pt x="23004" y="100043"/>
                    <a:pt x="12141" y="105788"/>
                  </a:cubicBezTo>
                  <a:lnTo>
                    <a:pt x="12141" y="23435"/>
                  </a:lnTo>
                  <a:cubicBezTo>
                    <a:pt x="21726" y="17690"/>
                    <a:pt x="53675" y="2368"/>
                    <a:pt x="76040" y="24712"/>
                  </a:cubicBezTo>
                  <a:cubicBezTo>
                    <a:pt x="98405" y="47056"/>
                    <a:pt x="129077" y="40672"/>
                    <a:pt x="148886" y="31096"/>
                  </a:cubicBezTo>
                  <a:lnTo>
                    <a:pt x="148886" y="113449"/>
                  </a:lnTo>
                  <a:close/>
                </a:path>
              </a:pathLst>
            </a:custGeom>
            <a:solidFill>
              <a:srgbClr val="012169"/>
            </a:solidFill>
            <a:ln w="6390" cap="flat">
              <a:noFill/>
              <a:prstDash val="solid"/>
              <a:miter/>
            </a:ln>
          </p:spPr>
          <p:txBody>
            <a:bodyPr rtlCol="0" anchor="ctr"/>
            <a:lstStyle/>
            <a:p>
              <a:endParaRPr lang="en-US"/>
            </a:p>
          </p:txBody>
        </p:sp>
      </p:grpSp>
      <p:grpSp>
        <p:nvGrpSpPr>
          <p:cNvPr id="463" name="Graphic 4">
            <a:extLst>
              <a:ext uri="{FF2B5EF4-FFF2-40B4-BE49-F238E27FC236}">
                <a16:creationId xmlns:a16="http://schemas.microsoft.com/office/drawing/2014/main" id="{C4B9DD9A-1D92-E04A-944D-8FC5CCA3CEB2}"/>
              </a:ext>
            </a:extLst>
          </p:cNvPr>
          <p:cNvGrpSpPr/>
          <p:nvPr/>
        </p:nvGrpSpPr>
        <p:grpSpPr>
          <a:xfrm>
            <a:off x="905454" y="4308712"/>
            <a:ext cx="362309" cy="361971"/>
            <a:chOff x="905454" y="4308712"/>
            <a:chExt cx="362309" cy="361971"/>
          </a:xfrm>
          <a:solidFill>
            <a:srgbClr val="012169"/>
          </a:solidFill>
        </p:grpSpPr>
        <p:sp>
          <p:nvSpPr>
            <p:cNvPr id="464" name="Graphic 4">
              <a:extLst>
                <a:ext uri="{FF2B5EF4-FFF2-40B4-BE49-F238E27FC236}">
                  <a16:creationId xmlns:a16="http://schemas.microsoft.com/office/drawing/2014/main" id="{63F216EF-B4E2-B74C-B0A6-FBA8CEC14BAB}"/>
                </a:ext>
              </a:extLst>
            </p:cNvPr>
            <p:cNvSpPr/>
            <p:nvPr/>
          </p:nvSpPr>
          <p:spPr>
            <a:xfrm>
              <a:off x="1017917" y="4399914"/>
              <a:ext cx="136105" cy="110343"/>
            </a:xfrm>
            <a:custGeom>
              <a:avLst/>
              <a:gdLst>
                <a:gd name="connsiteX0" fmla="*/ 63899 w 136105"/>
                <a:gd name="connsiteY0" fmla="*/ 11580 h 110343"/>
                <a:gd name="connsiteX1" fmla="*/ 0 w 136105"/>
                <a:gd name="connsiteY1" fmla="*/ 10304 h 110343"/>
                <a:gd name="connsiteX2" fmla="*/ 0 w 136105"/>
                <a:gd name="connsiteY2" fmla="*/ 92657 h 110343"/>
                <a:gd name="connsiteX3" fmla="*/ 35145 w 136105"/>
                <a:gd name="connsiteY3" fmla="*/ 83719 h 110343"/>
                <a:gd name="connsiteX4" fmla="*/ 72845 w 136105"/>
                <a:gd name="connsiteY4" fmla="*/ 99041 h 110343"/>
                <a:gd name="connsiteX5" fmla="*/ 136106 w 136105"/>
                <a:gd name="connsiteY5" fmla="*/ 100318 h 110343"/>
                <a:gd name="connsiteX6" fmla="*/ 136106 w 136105"/>
                <a:gd name="connsiteY6" fmla="*/ 17964 h 110343"/>
                <a:gd name="connsiteX7" fmla="*/ 63899 w 136105"/>
                <a:gd name="connsiteY7" fmla="*/ 11580 h 11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105" h="110343">
                  <a:moveTo>
                    <a:pt x="63899" y="11580"/>
                  </a:moveTo>
                  <a:cubicBezTo>
                    <a:pt x="41535" y="-10764"/>
                    <a:pt x="10224" y="5196"/>
                    <a:pt x="0" y="10304"/>
                  </a:cubicBezTo>
                  <a:lnTo>
                    <a:pt x="0" y="92657"/>
                  </a:lnTo>
                  <a:cubicBezTo>
                    <a:pt x="10863" y="86911"/>
                    <a:pt x="23004" y="84358"/>
                    <a:pt x="35145" y="83719"/>
                  </a:cubicBezTo>
                  <a:cubicBezTo>
                    <a:pt x="49202" y="83719"/>
                    <a:pt x="62621" y="88826"/>
                    <a:pt x="72845" y="99041"/>
                  </a:cubicBezTo>
                  <a:cubicBezTo>
                    <a:pt x="94571" y="120746"/>
                    <a:pt x="126521" y="105425"/>
                    <a:pt x="136106" y="100318"/>
                  </a:cubicBezTo>
                  <a:lnTo>
                    <a:pt x="136106" y="17964"/>
                  </a:lnTo>
                  <a:cubicBezTo>
                    <a:pt x="116936" y="26902"/>
                    <a:pt x="86264" y="33924"/>
                    <a:pt x="63899" y="11580"/>
                  </a:cubicBezTo>
                  <a:close/>
                </a:path>
              </a:pathLst>
            </a:custGeom>
            <a:solidFill>
              <a:srgbClr val="012169"/>
            </a:solidFill>
            <a:ln w="6390" cap="flat">
              <a:noFill/>
              <a:prstDash val="solid"/>
              <a:miter/>
            </a:ln>
          </p:spPr>
          <p:txBody>
            <a:bodyPr rtlCol="0" anchor="ctr"/>
            <a:lstStyle/>
            <a:p>
              <a:endParaRPr lang="en-US"/>
            </a:p>
          </p:txBody>
        </p:sp>
        <p:sp>
          <p:nvSpPr>
            <p:cNvPr id="465" name="Graphic 4">
              <a:extLst>
                <a:ext uri="{FF2B5EF4-FFF2-40B4-BE49-F238E27FC236}">
                  <a16:creationId xmlns:a16="http://schemas.microsoft.com/office/drawing/2014/main" id="{353C408D-A7C6-E341-873D-2EF51A7BF044}"/>
                </a:ext>
              </a:extLst>
            </p:cNvPr>
            <p:cNvSpPr/>
            <p:nvPr/>
          </p:nvSpPr>
          <p:spPr>
            <a:xfrm>
              <a:off x="905454" y="4308712"/>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61987 w 362309"/>
                <a:gd name="connsiteY6" fmla="*/ 194711 h 361971"/>
                <a:gd name="connsiteX7" fmla="*/ 259431 w 362309"/>
                <a:gd name="connsiteY7" fmla="*/ 199819 h 361971"/>
                <a:gd name="connsiteX8" fmla="*/ 177001 w 362309"/>
                <a:gd name="connsiteY8" fmla="*/ 199180 h 361971"/>
                <a:gd name="connsiteX9" fmla="*/ 113102 w 362309"/>
                <a:gd name="connsiteY9" fmla="*/ 197903 h 361971"/>
                <a:gd name="connsiteX10" fmla="*/ 113102 w 362309"/>
                <a:gd name="connsiteY10" fmla="*/ 276426 h 361971"/>
                <a:gd name="connsiteX11" fmla="*/ 106712 w 362309"/>
                <a:gd name="connsiteY11" fmla="*/ 282810 h 361971"/>
                <a:gd name="connsiteX12" fmla="*/ 100322 w 362309"/>
                <a:gd name="connsiteY12" fmla="*/ 276426 h 361971"/>
                <a:gd name="connsiteX13" fmla="*/ 100322 w 362309"/>
                <a:gd name="connsiteY13" fmla="*/ 97675 h 361971"/>
                <a:gd name="connsiteX14" fmla="*/ 102878 w 362309"/>
                <a:gd name="connsiteY14" fmla="*/ 92568 h 361971"/>
                <a:gd name="connsiteX15" fmla="*/ 185308 w 362309"/>
                <a:gd name="connsiteY15" fmla="*/ 93206 h 361971"/>
                <a:gd name="connsiteX16" fmla="*/ 251764 w 362309"/>
                <a:gd name="connsiteY16" fmla="*/ 92568 h 361971"/>
                <a:gd name="connsiteX17" fmla="*/ 258154 w 362309"/>
                <a:gd name="connsiteY17" fmla="*/ 92568 h 361971"/>
                <a:gd name="connsiteX18" fmla="*/ 261348 w 362309"/>
                <a:gd name="connsiteY18" fmla="*/ 98313 h 361971"/>
                <a:gd name="connsiteX19" fmla="*/ 261987 w 362309"/>
                <a:gd name="connsiteY19" fmla="*/ 19471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1077"/>
                    <a:pt x="281157" y="0"/>
                    <a:pt x="180835" y="0"/>
                  </a:cubicBezTo>
                  <a:close/>
                  <a:moveTo>
                    <a:pt x="261987" y="194711"/>
                  </a:moveTo>
                  <a:cubicBezTo>
                    <a:pt x="261987" y="196627"/>
                    <a:pt x="260709" y="199180"/>
                    <a:pt x="259431" y="199819"/>
                  </a:cubicBezTo>
                  <a:cubicBezTo>
                    <a:pt x="242179" y="211310"/>
                    <a:pt x="203200" y="225355"/>
                    <a:pt x="177001" y="199180"/>
                  </a:cubicBezTo>
                  <a:cubicBezTo>
                    <a:pt x="154636" y="176836"/>
                    <a:pt x="122687" y="192796"/>
                    <a:pt x="113102" y="197903"/>
                  </a:cubicBezTo>
                  <a:lnTo>
                    <a:pt x="113102" y="276426"/>
                  </a:lnTo>
                  <a:cubicBezTo>
                    <a:pt x="113102" y="280257"/>
                    <a:pt x="110546" y="282810"/>
                    <a:pt x="106712" y="282810"/>
                  </a:cubicBezTo>
                  <a:cubicBezTo>
                    <a:pt x="102878" y="282810"/>
                    <a:pt x="100322" y="280257"/>
                    <a:pt x="100322" y="276426"/>
                  </a:cubicBezTo>
                  <a:lnTo>
                    <a:pt x="100322" y="97675"/>
                  </a:lnTo>
                  <a:cubicBezTo>
                    <a:pt x="100322" y="95760"/>
                    <a:pt x="101600" y="93845"/>
                    <a:pt x="102878" y="92568"/>
                  </a:cubicBezTo>
                  <a:cubicBezTo>
                    <a:pt x="119492" y="81077"/>
                    <a:pt x="158470" y="66394"/>
                    <a:pt x="185308" y="93206"/>
                  </a:cubicBezTo>
                  <a:cubicBezTo>
                    <a:pt x="210868" y="118742"/>
                    <a:pt x="251125" y="92568"/>
                    <a:pt x="251764" y="92568"/>
                  </a:cubicBezTo>
                  <a:cubicBezTo>
                    <a:pt x="253680" y="91291"/>
                    <a:pt x="256237" y="91291"/>
                    <a:pt x="258154" y="92568"/>
                  </a:cubicBezTo>
                  <a:cubicBezTo>
                    <a:pt x="260070" y="93845"/>
                    <a:pt x="261348" y="95760"/>
                    <a:pt x="261348" y="98313"/>
                  </a:cubicBezTo>
                  <a:lnTo>
                    <a:pt x="261987" y="194711"/>
                  </a:lnTo>
                  <a:close/>
                </a:path>
              </a:pathLst>
            </a:custGeom>
            <a:solidFill>
              <a:srgbClr val="012169"/>
            </a:solidFill>
            <a:ln w="6390" cap="flat">
              <a:noFill/>
              <a:prstDash val="solid"/>
              <a:miter/>
            </a:ln>
          </p:spPr>
          <p:txBody>
            <a:bodyPr rtlCol="0" anchor="ctr"/>
            <a:lstStyle/>
            <a:p>
              <a:endParaRPr lang="en-US"/>
            </a:p>
          </p:txBody>
        </p:sp>
      </p:grpSp>
      <p:grpSp>
        <p:nvGrpSpPr>
          <p:cNvPr id="466" name="Graphic 4">
            <a:extLst>
              <a:ext uri="{FF2B5EF4-FFF2-40B4-BE49-F238E27FC236}">
                <a16:creationId xmlns:a16="http://schemas.microsoft.com/office/drawing/2014/main" id="{97DF03D5-4782-4B49-B7C5-DB7929578D26}"/>
              </a:ext>
            </a:extLst>
          </p:cNvPr>
          <p:cNvGrpSpPr/>
          <p:nvPr/>
        </p:nvGrpSpPr>
        <p:grpSpPr>
          <a:xfrm>
            <a:off x="4660820" y="4308712"/>
            <a:ext cx="362312" cy="361971"/>
            <a:chOff x="4660820" y="4308712"/>
            <a:chExt cx="362312" cy="361971"/>
          </a:xfrm>
          <a:solidFill>
            <a:srgbClr val="0076A8"/>
          </a:solidFill>
        </p:grpSpPr>
        <p:sp>
          <p:nvSpPr>
            <p:cNvPr id="467" name="Graphic 4">
              <a:extLst>
                <a:ext uri="{FF2B5EF4-FFF2-40B4-BE49-F238E27FC236}">
                  <a16:creationId xmlns:a16="http://schemas.microsoft.com/office/drawing/2014/main" id="{198565B1-7998-2748-9FC5-F4814FA539C7}"/>
                </a:ext>
              </a:extLst>
            </p:cNvPr>
            <p:cNvSpPr/>
            <p:nvPr/>
          </p:nvSpPr>
          <p:spPr>
            <a:xfrm>
              <a:off x="4660820" y="4308712"/>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9204 h 361971"/>
                <a:gd name="connsiteX8" fmla="*/ 12780 w 362312"/>
                <a:gd name="connsiteY8" fmla="*/ 181305 h 361971"/>
                <a:gd name="connsiteX9" fmla="*/ 180835 w 362312"/>
                <a:gd name="connsiteY9" fmla="*/ 12768 h 361971"/>
                <a:gd name="connsiteX10" fmla="*/ 349529 w 362312"/>
                <a:gd name="connsiteY10" fmla="*/ 180667 h 361971"/>
                <a:gd name="connsiteX11" fmla="*/ 349529 w 362312"/>
                <a:gd name="connsiteY11" fmla="*/ 180667 h 361971"/>
                <a:gd name="connsiteX12" fmla="*/ 181474 w 362312"/>
                <a:gd name="connsiteY12" fmla="*/ 349204 h 361971"/>
                <a:gd name="connsiteX13" fmla="*/ 181474 w 362312"/>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5" y="12768"/>
                  </a:cubicBezTo>
                  <a:cubicBezTo>
                    <a:pt x="274128" y="12768"/>
                    <a:pt x="349529" y="88099"/>
                    <a:pt x="349529" y="180667"/>
                  </a:cubicBezTo>
                  <a:lnTo>
                    <a:pt x="349529" y="180667"/>
                  </a:lnTo>
                  <a:cubicBezTo>
                    <a:pt x="350168" y="273873"/>
                    <a:pt x="274767" y="349204"/>
                    <a:pt x="181474" y="349204"/>
                  </a:cubicBezTo>
                  <a:lnTo>
                    <a:pt x="181474" y="349204"/>
                  </a:lnTo>
                  <a:close/>
                </a:path>
              </a:pathLst>
            </a:custGeom>
            <a:solidFill>
              <a:srgbClr val="0076A8"/>
            </a:solidFill>
            <a:ln w="6390" cap="flat">
              <a:noFill/>
              <a:prstDash val="solid"/>
              <a:miter/>
            </a:ln>
          </p:spPr>
          <p:txBody>
            <a:bodyPr rtlCol="0" anchor="ctr"/>
            <a:lstStyle/>
            <a:p>
              <a:endParaRPr lang="en-US"/>
            </a:p>
          </p:txBody>
        </p:sp>
        <p:sp>
          <p:nvSpPr>
            <p:cNvPr id="468" name="Graphic 4">
              <a:extLst>
                <a:ext uri="{FF2B5EF4-FFF2-40B4-BE49-F238E27FC236}">
                  <a16:creationId xmlns:a16="http://schemas.microsoft.com/office/drawing/2014/main" id="{49BE3B64-0052-F74C-8A8D-91AD1905552C}"/>
                </a:ext>
              </a:extLst>
            </p:cNvPr>
            <p:cNvSpPr/>
            <p:nvPr/>
          </p:nvSpPr>
          <p:spPr>
            <a:xfrm>
              <a:off x="4747723" y="4389788"/>
              <a:ext cx="188503" cy="199818"/>
            </a:xfrm>
            <a:custGeom>
              <a:avLst/>
              <a:gdLst>
                <a:gd name="connsiteX0" fmla="*/ 182752 w 188503"/>
                <a:gd name="connsiteY0" fmla="*/ 187051 h 199818"/>
                <a:gd name="connsiteX1" fmla="*/ 169972 w 188503"/>
                <a:gd name="connsiteY1" fmla="*/ 187051 h 199818"/>
                <a:gd name="connsiteX2" fmla="*/ 111185 w 188503"/>
                <a:gd name="connsiteY2" fmla="*/ 4469 h 199818"/>
                <a:gd name="connsiteX3" fmla="*/ 104795 w 188503"/>
                <a:gd name="connsiteY3" fmla="*/ 0 h 199818"/>
                <a:gd name="connsiteX4" fmla="*/ 90098 w 188503"/>
                <a:gd name="connsiteY4" fmla="*/ 0 h 199818"/>
                <a:gd name="connsiteX5" fmla="*/ 83708 w 188503"/>
                <a:gd name="connsiteY5" fmla="*/ 4469 h 199818"/>
                <a:gd name="connsiteX6" fmla="*/ 25560 w 188503"/>
                <a:gd name="connsiteY6" fmla="*/ 187051 h 199818"/>
                <a:gd name="connsiteX7" fmla="*/ 6390 w 188503"/>
                <a:gd name="connsiteY7" fmla="*/ 187051 h 199818"/>
                <a:gd name="connsiteX8" fmla="*/ 0 w 188503"/>
                <a:gd name="connsiteY8" fmla="*/ 193435 h 199818"/>
                <a:gd name="connsiteX9" fmla="*/ 6390 w 188503"/>
                <a:gd name="connsiteY9" fmla="*/ 199819 h 199818"/>
                <a:gd name="connsiteX10" fmla="*/ 182113 w 188503"/>
                <a:gd name="connsiteY10" fmla="*/ 199819 h 199818"/>
                <a:gd name="connsiteX11" fmla="*/ 188503 w 188503"/>
                <a:gd name="connsiteY11" fmla="*/ 193435 h 199818"/>
                <a:gd name="connsiteX12" fmla="*/ 182752 w 188503"/>
                <a:gd name="connsiteY12" fmla="*/ 187051 h 199818"/>
                <a:gd name="connsiteX13" fmla="*/ 95210 w 188503"/>
                <a:gd name="connsiteY13" fmla="*/ 12768 h 199818"/>
                <a:gd name="connsiteX14" fmla="*/ 100322 w 188503"/>
                <a:gd name="connsiteY14" fmla="*/ 12768 h 199818"/>
                <a:gd name="connsiteX15" fmla="*/ 115019 w 188503"/>
                <a:gd name="connsiteY15" fmla="*/ 58733 h 199818"/>
                <a:gd name="connsiteX16" fmla="*/ 80513 w 188503"/>
                <a:gd name="connsiteY16" fmla="*/ 58733 h 199818"/>
                <a:gd name="connsiteX17" fmla="*/ 95210 w 188503"/>
                <a:gd name="connsiteY17" fmla="*/ 12768 h 199818"/>
                <a:gd name="connsiteX18" fmla="*/ 76040 w 188503"/>
                <a:gd name="connsiteY18" fmla="*/ 71501 h 199818"/>
                <a:gd name="connsiteX19" fmla="*/ 118853 w 188503"/>
                <a:gd name="connsiteY19" fmla="*/ 71501 h 199818"/>
                <a:gd name="connsiteX20" fmla="*/ 136106 w 188503"/>
                <a:gd name="connsiteY20" fmla="*/ 124488 h 199818"/>
                <a:gd name="connsiteX21" fmla="*/ 59426 w 188503"/>
                <a:gd name="connsiteY21" fmla="*/ 124488 h 199818"/>
                <a:gd name="connsiteX22" fmla="*/ 76040 w 188503"/>
                <a:gd name="connsiteY22" fmla="*/ 71501 h 199818"/>
                <a:gd name="connsiteX23" fmla="*/ 39618 w 188503"/>
                <a:gd name="connsiteY23" fmla="*/ 187051 h 199818"/>
                <a:gd name="connsiteX24" fmla="*/ 55593 w 188503"/>
                <a:gd name="connsiteY24" fmla="*/ 137256 h 199818"/>
                <a:gd name="connsiteX25" fmla="*/ 140579 w 188503"/>
                <a:gd name="connsiteY25" fmla="*/ 137256 h 199818"/>
                <a:gd name="connsiteX26" fmla="*/ 156553 w 188503"/>
                <a:gd name="connsiteY26" fmla="*/ 187051 h 199818"/>
                <a:gd name="connsiteX27" fmla="*/ 39618 w 188503"/>
                <a:gd name="connsiteY27" fmla="*/ 187051 h 19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8503" h="199818">
                  <a:moveTo>
                    <a:pt x="182752" y="187051"/>
                  </a:moveTo>
                  <a:lnTo>
                    <a:pt x="169972" y="187051"/>
                  </a:lnTo>
                  <a:lnTo>
                    <a:pt x="111185" y="4469"/>
                  </a:lnTo>
                  <a:cubicBezTo>
                    <a:pt x="110546" y="1915"/>
                    <a:pt x="107990" y="0"/>
                    <a:pt x="104795" y="0"/>
                  </a:cubicBezTo>
                  <a:lnTo>
                    <a:pt x="90098" y="0"/>
                  </a:lnTo>
                  <a:cubicBezTo>
                    <a:pt x="87542" y="0"/>
                    <a:pt x="84986" y="1915"/>
                    <a:pt x="83708" y="4469"/>
                  </a:cubicBezTo>
                  <a:lnTo>
                    <a:pt x="25560" y="187051"/>
                  </a:lnTo>
                  <a:lnTo>
                    <a:pt x="6390" y="187051"/>
                  </a:lnTo>
                  <a:cubicBezTo>
                    <a:pt x="2556" y="187051"/>
                    <a:pt x="0" y="189604"/>
                    <a:pt x="0" y="193435"/>
                  </a:cubicBezTo>
                  <a:cubicBezTo>
                    <a:pt x="0" y="197265"/>
                    <a:pt x="2556" y="199819"/>
                    <a:pt x="6390" y="199819"/>
                  </a:cubicBezTo>
                  <a:lnTo>
                    <a:pt x="182113" y="199819"/>
                  </a:lnTo>
                  <a:cubicBezTo>
                    <a:pt x="185947" y="199819"/>
                    <a:pt x="188503" y="197265"/>
                    <a:pt x="188503" y="193435"/>
                  </a:cubicBezTo>
                  <a:cubicBezTo>
                    <a:pt x="188503" y="189604"/>
                    <a:pt x="186586" y="187051"/>
                    <a:pt x="182752" y="187051"/>
                  </a:cubicBezTo>
                  <a:close/>
                  <a:moveTo>
                    <a:pt x="95210" y="12768"/>
                  </a:moveTo>
                  <a:lnTo>
                    <a:pt x="100322" y="12768"/>
                  </a:lnTo>
                  <a:lnTo>
                    <a:pt x="115019" y="58733"/>
                  </a:lnTo>
                  <a:lnTo>
                    <a:pt x="80513" y="58733"/>
                  </a:lnTo>
                  <a:lnTo>
                    <a:pt x="95210" y="12768"/>
                  </a:lnTo>
                  <a:close/>
                  <a:moveTo>
                    <a:pt x="76040" y="71501"/>
                  </a:moveTo>
                  <a:lnTo>
                    <a:pt x="118853" y="71501"/>
                  </a:lnTo>
                  <a:lnTo>
                    <a:pt x="136106" y="124488"/>
                  </a:lnTo>
                  <a:lnTo>
                    <a:pt x="59426" y="124488"/>
                  </a:lnTo>
                  <a:lnTo>
                    <a:pt x="76040" y="71501"/>
                  </a:lnTo>
                  <a:close/>
                  <a:moveTo>
                    <a:pt x="39618" y="187051"/>
                  </a:moveTo>
                  <a:lnTo>
                    <a:pt x="55593" y="137256"/>
                  </a:lnTo>
                  <a:lnTo>
                    <a:pt x="140579" y="137256"/>
                  </a:lnTo>
                  <a:lnTo>
                    <a:pt x="156553" y="187051"/>
                  </a:lnTo>
                  <a:lnTo>
                    <a:pt x="39618" y="187051"/>
                  </a:lnTo>
                  <a:close/>
                </a:path>
              </a:pathLst>
            </a:custGeom>
            <a:solidFill>
              <a:srgbClr val="0076A8"/>
            </a:solidFill>
            <a:ln w="6390" cap="flat">
              <a:noFill/>
              <a:prstDash val="solid"/>
              <a:miter/>
            </a:ln>
          </p:spPr>
          <p:txBody>
            <a:bodyPr rtlCol="0" anchor="ctr"/>
            <a:lstStyle/>
            <a:p>
              <a:endParaRPr lang="en-US"/>
            </a:p>
          </p:txBody>
        </p:sp>
      </p:grpSp>
      <p:grpSp>
        <p:nvGrpSpPr>
          <p:cNvPr id="469" name="Graphic 4">
            <a:extLst>
              <a:ext uri="{FF2B5EF4-FFF2-40B4-BE49-F238E27FC236}">
                <a16:creationId xmlns:a16="http://schemas.microsoft.com/office/drawing/2014/main" id="{8100ECCF-F977-3749-AC31-03289F2576EC}"/>
              </a:ext>
            </a:extLst>
          </p:cNvPr>
          <p:cNvGrpSpPr/>
          <p:nvPr/>
        </p:nvGrpSpPr>
        <p:grpSpPr>
          <a:xfrm>
            <a:off x="5099169" y="4308712"/>
            <a:ext cx="362309" cy="361971"/>
            <a:chOff x="5099169" y="4308712"/>
            <a:chExt cx="362309" cy="361971"/>
          </a:xfrm>
          <a:solidFill>
            <a:srgbClr val="0076A8"/>
          </a:solidFill>
        </p:grpSpPr>
        <p:sp>
          <p:nvSpPr>
            <p:cNvPr id="470" name="Graphic 4">
              <a:extLst>
                <a:ext uri="{FF2B5EF4-FFF2-40B4-BE49-F238E27FC236}">
                  <a16:creationId xmlns:a16="http://schemas.microsoft.com/office/drawing/2014/main" id="{C9FBDF1B-CA16-0943-AD30-2CC685D06957}"/>
                </a:ext>
              </a:extLst>
            </p:cNvPr>
            <p:cNvSpPr/>
            <p:nvPr/>
          </p:nvSpPr>
          <p:spPr>
            <a:xfrm>
              <a:off x="5265947" y="4402556"/>
              <a:ext cx="35144" cy="45964"/>
            </a:xfrm>
            <a:custGeom>
              <a:avLst/>
              <a:gdLst>
                <a:gd name="connsiteX0" fmla="*/ 20448 w 35144"/>
                <a:gd name="connsiteY0" fmla="*/ 0 h 45964"/>
                <a:gd name="connsiteX1" fmla="*/ 14697 w 35144"/>
                <a:gd name="connsiteY1" fmla="*/ 0 h 45964"/>
                <a:gd name="connsiteX2" fmla="*/ 0 w 35144"/>
                <a:gd name="connsiteY2" fmla="*/ 45965 h 45964"/>
                <a:gd name="connsiteX3" fmla="*/ 35145 w 35144"/>
                <a:gd name="connsiteY3" fmla="*/ 45965 h 45964"/>
              </a:gdLst>
              <a:ahLst/>
              <a:cxnLst>
                <a:cxn ang="0">
                  <a:pos x="connsiteX0" y="connsiteY0"/>
                </a:cxn>
                <a:cxn ang="0">
                  <a:pos x="connsiteX1" y="connsiteY1"/>
                </a:cxn>
                <a:cxn ang="0">
                  <a:pos x="connsiteX2" y="connsiteY2"/>
                </a:cxn>
                <a:cxn ang="0">
                  <a:pos x="connsiteX3" y="connsiteY3"/>
                </a:cxn>
              </a:cxnLst>
              <a:rect l="l" t="t" r="r" b="b"/>
              <a:pathLst>
                <a:path w="35144" h="45964">
                  <a:moveTo>
                    <a:pt x="20448" y="0"/>
                  </a:moveTo>
                  <a:lnTo>
                    <a:pt x="14697" y="0"/>
                  </a:lnTo>
                  <a:lnTo>
                    <a:pt x="0" y="45965"/>
                  </a:lnTo>
                  <a:lnTo>
                    <a:pt x="35145" y="45965"/>
                  </a:lnTo>
                  <a:close/>
                </a:path>
              </a:pathLst>
            </a:custGeom>
            <a:solidFill>
              <a:srgbClr val="0076A8"/>
            </a:solidFill>
            <a:ln w="6390" cap="flat">
              <a:noFill/>
              <a:prstDash val="solid"/>
              <a:miter/>
            </a:ln>
          </p:spPr>
          <p:txBody>
            <a:bodyPr rtlCol="0" anchor="ctr"/>
            <a:lstStyle/>
            <a:p>
              <a:endParaRPr lang="en-US"/>
            </a:p>
          </p:txBody>
        </p:sp>
        <p:sp>
          <p:nvSpPr>
            <p:cNvPr id="471" name="Graphic 4">
              <a:extLst>
                <a:ext uri="{FF2B5EF4-FFF2-40B4-BE49-F238E27FC236}">
                  <a16:creationId xmlns:a16="http://schemas.microsoft.com/office/drawing/2014/main" id="{9ABF34A5-3F2E-6743-AD0B-CB299BB5D61B}"/>
                </a:ext>
              </a:extLst>
            </p:cNvPr>
            <p:cNvSpPr/>
            <p:nvPr/>
          </p:nvSpPr>
          <p:spPr>
            <a:xfrm>
              <a:off x="5244860" y="4461289"/>
              <a:ext cx="77318" cy="52986"/>
            </a:xfrm>
            <a:custGeom>
              <a:avLst/>
              <a:gdLst>
                <a:gd name="connsiteX0" fmla="*/ 60066 w 77318"/>
                <a:gd name="connsiteY0" fmla="*/ 0 h 52986"/>
                <a:gd name="connsiteX1" fmla="*/ 17253 w 77318"/>
                <a:gd name="connsiteY1" fmla="*/ 0 h 52986"/>
                <a:gd name="connsiteX2" fmla="*/ 0 w 77318"/>
                <a:gd name="connsiteY2" fmla="*/ 52987 h 52986"/>
                <a:gd name="connsiteX3" fmla="*/ 77318 w 77318"/>
                <a:gd name="connsiteY3" fmla="*/ 52987 h 52986"/>
              </a:gdLst>
              <a:ahLst/>
              <a:cxnLst>
                <a:cxn ang="0">
                  <a:pos x="connsiteX0" y="connsiteY0"/>
                </a:cxn>
                <a:cxn ang="0">
                  <a:pos x="connsiteX1" y="connsiteY1"/>
                </a:cxn>
                <a:cxn ang="0">
                  <a:pos x="connsiteX2" y="connsiteY2"/>
                </a:cxn>
                <a:cxn ang="0">
                  <a:pos x="connsiteX3" y="connsiteY3"/>
                </a:cxn>
              </a:cxnLst>
              <a:rect l="l" t="t" r="r" b="b"/>
              <a:pathLst>
                <a:path w="77318" h="52986">
                  <a:moveTo>
                    <a:pt x="60066" y="0"/>
                  </a:moveTo>
                  <a:lnTo>
                    <a:pt x="17253" y="0"/>
                  </a:lnTo>
                  <a:lnTo>
                    <a:pt x="0" y="52987"/>
                  </a:lnTo>
                  <a:lnTo>
                    <a:pt x="77318" y="52987"/>
                  </a:lnTo>
                  <a:close/>
                </a:path>
              </a:pathLst>
            </a:custGeom>
            <a:solidFill>
              <a:srgbClr val="0076A8"/>
            </a:solidFill>
            <a:ln w="6390" cap="flat">
              <a:noFill/>
              <a:prstDash val="solid"/>
              <a:miter/>
            </a:ln>
          </p:spPr>
          <p:txBody>
            <a:bodyPr rtlCol="0" anchor="ctr"/>
            <a:lstStyle/>
            <a:p>
              <a:endParaRPr lang="en-US"/>
            </a:p>
          </p:txBody>
        </p:sp>
        <p:sp>
          <p:nvSpPr>
            <p:cNvPr id="472" name="Graphic 4">
              <a:extLst>
                <a:ext uri="{FF2B5EF4-FFF2-40B4-BE49-F238E27FC236}">
                  <a16:creationId xmlns:a16="http://schemas.microsoft.com/office/drawing/2014/main" id="{078E9F7A-5529-FA44-B084-35533B14D197}"/>
                </a:ext>
              </a:extLst>
            </p:cNvPr>
            <p:cNvSpPr/>
            <p:nvPr/>
          </p:nvSpPr>
          <p:spPr>
            <a:xfrm>
              <a:off x="5099169" y="430871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69016 w 362309"/>
                <a:gd name="connsiteY7" fmla="*/ 280895 h 361971"/>
                <a:gd name="connsiteX8" fmla="*/ 92654 w 362309"/>
                <a:gd name="connsiteY8" fmla="*/ 280895 h 361971"/>
                <a:gd name="connsiteX9" fmla="*/ 86264 w 362309"/>
                <a:gd name="connsiteY9" fmla="*/ 274511 h 361971"/>
                <a:gd name="connsiteX10" fmla="*/ 92654 w 362309"/>
                <a:gd name="connsiteY10" fmla="*/ 268127 h 361971"/>
                <a:gd name="connsiteX11" fmla="*/ 111824 w 362309"/>
                <a:gd name="connsiteY11" fmla="*/ 268127 h 361971"/>
                <a:gd name="connsiteX12" fmla="*/ 170611 w 362309"/>
                <a:gd name="connsiteY12" fmla="*/ 85546 h 361971"/>
                <a:gd name="connsiteX13" fmla="*/ 177001 w 362309"/>
                <a:gd name="connsiteY13" fmla="*/ 81077 h 361971"/>
                <a:gd name="connsiteX14" fmla="*/ 191698 w 362309"/>
                <a:gd name="connsiteY14" fmla="*/ 81077 h 361971"/>
                <a:gd name="connsiteX15" fmla="*/ 198088 w 362309"/>
                <a:gd name="connsiteY15" fmla="*/ 85546 h 361971"/>
                <a:gd name="connsiteX16" fmla="*/ 256876 w 362309"/>
                <a:gd name="connsiteY16" fmla="*/ 268127 h 361971"/>
                <a:gd name="connsiteX17" fmla="*/ 269655 w 362309"/>
                <a:gd name="connsiteY17" fmla="*/ 268127 h 361971"/>
                <a:gd name="connsiteX18" fmla="*/ 276045 w 362309"/>
                <a:gd name="connsiteY18" fmla="*/ 274511 h 361971"/>
                <a:gd name="connsiteX19" fmla="*/ 269016 w 362309"/>
                <a:gd name="connsiteY19" fmla="*/ 280895 h 361971"/>
                <a:gd name="connsiteX20" fmla="*/ 269016 w 362309"/>
                <a:gd name="connsiteY20" fmla="*/ 28089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1077"/>
                    <a:pt x="281157" y="0"/>
                    <a:pt x="181474" y="0"/>
                  </a:cubicBezTo>
                  <a:cubicBezTo>
                    <a:pt x="181474" y="0"/>
                    <a:pt x="181474" y="0"/>
                    <a:pt x="181474" y="0"/>
                  </a:cubicBezTo>
                  <a:close/>
                  <a:moveTo>
                    <a:pt x="269016" y="280895"/>
                  </a:moveTo>
                  <a:lnTo>
                    <a:pt x="92654" y="280895"/>
                  </a:lnTo>
                  <a:cubicBezTo>
                    <a:pt x="88820" y="280895"/>
                    <a:pt x="86264" y="278342"/>
                    <a:pt x="86264" y="274511"/>
                  </a:cubicBezTo>
                  <a:cubicBezTo>
                    <a:pt x="86264" y="270681"/>
                    <a:pt x="88820" y="268127"/>
                    <a:pt x="92654" y="268127"/>
                  </a:cubicBezTo>
                  <a:lnTo>
                    <a:pt x="111824" y="268127"/>
                  </a:lnTo>
                  <a:lnTo>
                    <a:pt x="170611" y="85546"/>
                  </a:lnTo>
                  <a:cubicBezTo>
                    <a:pt x="171250" y="82992"/>
                    <a:pt x="173806" y="81077"/>
                    <a:pt x="177001" y="81077"/>
                  </a:cubicBezTo>
                  <a:lnTo>
                    <a:pt x="191698" y="81077"/>
                  </a:lnTo>
                  <a:cubicBezTo>
                    <a:pt x="194893" y="81077"/>
                    <a:pt x="197449" y="82992"/>
                    <a:pt x="198088" y="85546"/>
                  </a:cubicBezTo>
                  <a:lnTo>
                    <a:pt x="256876" y="268127"/>
                  </a:lnTo>
                  <a:lnTo>
                    <a:pt x="269655" y="268127"/>
                  </a:lnTo>
                  <a:cubicBezTo>
                    <a:pt x="273489" y="268127"/>
                    <a:pt x="276045" y="270681"/>
                    <a:pt x="276045" y="274511"/>
                  </a:cubicBezTo>
                  <a:cubicBezTo>
                    <a:pt x="276045" y="278342"/>
                    <a:pt x="272850" y="280895"/>
                    <a:pt x="269016" y="280895"/>
                  </a:cubicBezTo>
                  <a:lnTo>
                    <a:pt x="269016" y="280895"/>
                  </a:lnTo>
                  <a:close/>
                </a:path>
              </a:pathLst>
            </a:custGeom>
            <a:solidFill>
              <a:srgbClr val="0076A8"/>
            </a:solidFill>
            <a:ln w="6390" cap="flat">
              <a:noFill/>
              <a:prstDash val="solid"/>
              <a:miter/>
            </a:ln>
          </p:spPr>
          <p:txBody>
            <a:bodyPr rtlCol="0" anchor="ctr"/>
            <a:lstStyle/>
            <a:p>
              <a:endParaRPr lang="en-US"/>
            </a:p>
          </p:txBody>
        </p:sp>
        <p:sp>
          <p:nvSpPr>
            <p:cNvPr id="473" name="Graphic 4">
              <a:extLst>
                <a:ext uri="{FF2B5EF4-FFF2-40B4-BE49-F238E27FC236}">
                  <a16:creationId xmlns:a16="http://schemas.microsoft.com/office/drawing/2014/main" id="{3D9247E7-8E60-824A-8493-C0E981B62C8B}"/>
                </a:ext>
              </a:extLst>
            </p:cNvPr>
            <p:cNvSpPr/>
            <p:nvPr/>
          </p:nvSpPr>
          <p:spPr>
            <a:xfrm>
              <a:off x="5225051" y="4527044"/>
              <a:ext cx="116935" cy="49794"/>
            </a:xfrm>
            <a:custGeom>
              <a:avLst/>
              <a:gdLst>
                <a:gd name="connsiteX0" fmla="*/ 15975 w 116935"/>
                <a:gd name="connsiteY0" fmla="*/ 0 h 49794"/>
                <a:gd name="connsiteX1" fmla="*/ 0 w 116935"/>
                <a:gd name="connsiteY1" fmla="*/ 49795 h 49794"/>
                <a:gd name="connsiteX2" fmla="*/ 116936 w 116935"/>
                <a:gd name="connsiteY2" fmla="*/ 49795 h 49794"/>
                <a:gd name="connsiteX3" fmla="*/ 100961 w 116935"/>
                <a:gd name="connsiteY3" fmla="*/ 0 h 49794"/>
              </a:gdLst>
              <a:ahLst/>
              <a:cxnLst>
                <a:cxn ang="0">
                  <a:pos x="connsiteX0" y="connsiteY0"/>
                </a:cxn>
                <a:cxn ang="0">
                  <a:pos x="connsiteX1" y="connsiteY1"/>
                </a:cxn>
                <a:cxn ang="0">
                  <a:pos x="connsiteX2" y="connsiteY2"/>
                </a:cxn>
                <a:cxn ang="0">
                  <a:pos x="connsiteX3" y="connsiteY3"/>
                </a:cxn>
              </a:cxnLst>
              <a:rect l="l" t="t" r="r" b="b"/>
              <a:pathLst>
                <a:path w="116935" h="49794">
                  <a:moveTo>
                    <a:pt x="15975" y="0"/>
                  </a:moveTo>
                  <a:lnTo>
                    <a:pt x="0" y="49795"/>
                  </a:lnTo>
                  <a:lnTo>
                    <a:pt x="116936" y="49795"/>
                  </a:lnTo>
                  <a:lnTo>
                    <a:pt x="100961" y="0"/>
                  </a:lnTo>
                  <a:close/>
                </a:path>
              </a:pathLst>
            </a:custGeom>
            <a:solidFill>
              <a:srgbClr val="0076A8"/>
            </a:solidFill>
            <a:ln w="6390" cap="flat">
              <a:noFill/>
              <a:prstDash val="solid"/>
              <a:miter/>
            </a:ln>
          </p:spPr>
          <p:txBody>
            <a:bodyPr rtlCol="0" anchor="ctr"/>
            <a:lstStyle/>
            <a:p>
              <a:endParaRPr lang="en-US"/>
            </a:p>
          </p:txBody>
        </p:sp>
      </p:grpSp>
      <p:grpSp>
        <p:nvGrpSpPr>
          <p:cNvPr id="474" name="Graphic 4">
            <a:extLst>
              <a:ext uri="{FF2B5EF4-FFF2-40B4-BE49-F238E27FC236}">
                <a16:creationId xmlns:a16="http://schemas.microsoft.com/office/drawing/2014/main" id="{B3BC1347-E400-6E49-9B6A-CABA769FE98B}"/>
              </a:ext>
            </a:extLst>
          </p:cNvPr>
          <p:cNvGrpSpPr/>
          <p:nvPr/>
        </p:nvGrpSpPr>
        <p:grpSpPr>
          <a:xfrm>
            <a:off x="2560447" y="2371173"/>
            <a:ext cx="362309" cy="361971"/>
            <a:chOff x="2560447" y="2371173"/>
            <a:chExt cx="362309" cy="361971"/>
          </a:xfrm>
          <a:solidFill>
            <a:srgbClr val="005587"/>
          </a:solidFill>
        </p:grpSpPr>
        <p:sp>
          <p:nvSpPr>
            <p:cNvPr id="475" name="Graphic 4">
              <a:extLst>
                <a:ext uri="{FF2B5EF4-FFF2-40B4-BE49-F238E27FC236}">
                  <a16:creationId xmlns:a16="http://schemas.microsoft.com/office/drawing/2014/main" id="{52C5B25B-4BD3-0E47-BA1E-2F3462C4F60C}"/>
                </a:ext>
              </a:extLst>
            </p:cNvPr>
            <p:cNvSpPr/>
            <p:nvPr/>
          </p:nvSpPr>
          <p:spPr>
            <a:xfrm>
              <a:off x="2560447"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738"/>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close/>
                </a:path>
              </a:pathLst>
            </a:custGeom>
            <a:solidFill>
              <a:srgbClr val="005587"/>
            </a:solidFill>
            <a:ln w="6390" cap="flat">
              <a:noFill/>
              <a:prstDash val="solid"/>
              <a:miter/>
            </a:ln>
          </p:spPr>
          <p:txBody>
            <a:bodyPr rtlCol="0" anchor="ctr"/>
            <a:lstStyle/>
            <a:p>
              <a:endParaRPr lang="en-US"/>
            </a:p>
          </p:txBody>
        </p:sp>
        <p:sp>
          <p:nvSpPr>
            <p:cNvPr id="476" name="Graphic 4">
              <a:extLst>
                <a:ext uri="{FF2B5EF4-FFF2-40B4-BE49-F238E27FC236}">
                  <a16:creationId xmlns:a16="http://schemas.microsoft.com/office/drawing/2014/main" id="{4D5205A2-B7D2-7943-8A30-A42B0049A370}"/>
                </a:ext>
              </a:extLst>
            </p:cNvPr>
            <p:cNvSpPr/>
            <p:nvPr/>
          </p:nvSpPr>
          <p:spPr>
            <a:xfrm>
              <a:off x="2689262" y="2442674"/>
              <a:ext cx="110906" cy="81714"/>
            </a:xfrm>
            <a:custGeom>
              <a:avLst/>
              <a:gdLst>
                <a:gd name="connsiteX0" fmla="*/ 68634 w 110906"/>
                <a:gd name="connsiteY0" fmla="*/ 63201 h 81714"/>
                <a:gd name="connsiteX1" fmla="*/ 60966 w 110906"/>
                <a:gd name="connsiteY1" fmla="*/ 68309 h 81714"/>
                <a:gd name="connsiteX2" fmla="*/ 66078 w 110906"/>
                <a:gd name="connsiteY2" fmla="*/ 75969 h 81714"/>
                <a:gd name="connsiteX3" fmla="*/ 97389 w 110906"/>
                <a:gd name="connsiteY3" fmla="*/ 81715 h 81714"/>
                <a:gd name="connsiteX4" fmla="*/ 98667 w 110906"/>
                <a:gd name="connsiteY4" fmla="*/ 81715 h 81714"/>
                <a:gd name="connsiteX5" fmla="*/ 102501 w 110906"/>
                <a:gd name="connsiteY5" fmla="*/ 80438 h 81714"/>
                <a:gd name="connsiteX6" fmla="*/ 105057 w 110906"/>
                <a:gd name="connsiteY6" fmla="*/ 76608 h 81714"/>
                <a:gd name="connsiteX7" fmla="*/ 110808 w 110906"/>
                <a:gd name="connsiteY7" fmla="*/ 45326 h 81714"/>
                <a:gd name="connsiteX8" fmla="*/ 105696 w 110906"/>
                <a:gd name="connsiteY8" fmla="*/ 37665 h 81714"/>
                <a:gd name="connsiteX9" fmla="*/ 98028 w 110906"/>
                <a:gd name="connsiteY9" fmla="*/ 42773 h 81714"/>
                <a:gd name="connsiteX10" fmla="*/ 95472 w 110906"/>
                <a:gd name="connsiteY10" fmla="*/ 58094 h 81714"/>
                <a:gd name="connsiteX11" fmla="*/ 63522 w 110906"/>
                <a:gd name="connsiteY11" fmla="*/ 3192 h 81714"/>
                <a:gd name="connsiteX12" fmla="*/ 57771 w 110906"/>
                <a:gd name="connsiteY12" fmla="*/ 0 h 81714"/>
                <a:gd name="connsiteX13" fmla="*/ 44991 w 110906"/>
                <a:gd name="connsiteY13" fmla="*/ 0 h 81714"/>
                <a:gd name="connsiteX14" fmla="*/ 39240 w 110906"/>
                <a:gd name="connsiteY14" fmla="*/ 3192 h 81714"/>
                <a:gd name="connsiteX15" fmla="*/ 901 w 110906"/>
                <a:gd name="connsiteY15" fmla="*/ 68947 h 81714"/>
                <a:gd name="connsiteX16" fmla="*/ 3457 w 110906"/>
                <a:gd name="connsiteY16" fmla="*/ 77885 h 81714"/>
                <a:gd name="connsiteX17" fmla="*/ 12402 w 110906"/>
                <a:gd name="connsiteY17" fmla="*/ 75331 h 81714"/>
                <a:gd name="connsiteX18" fmla="*/ 12402 w 110906"/>
                <a:gd name="connsiteY18" fmla="*/ 75331 h 81714"/>
                <a:gd name="connsiteX19" fmla="*/ 48825 w 110906"/>
                <a:gd name="connsiteY19" fmla="*/ 12768 h 81714"/>
                <a:gd name="connsiteX20" fmla="*/ 54576 w 110906"/>
                <a:gd name="connsiteY20" fmla="*/ 12768 h 81714"/>
                <a:gd name="connsiteX21" fmla="*/ 85887 w 110906"/>
                <a:gd name="connsiteY21" fmla="*/ 67032 h 81714"/>
                <a:gd name="connsiteX22" fmla="*/ 68634 w 110906"/>
                <a:gd name="connsiteY22" fmla="*/ 63201 h 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0906" h="81714">
                  <a:moveTo>
                    <a:pt x="68634" y="63201"/>
                  </a:moveTo>
                  <a:cubicBezTo>
                    <a:pt x="64800" y="62563"/>
                    <a:pt x="61605" y="65117"/>
                    <a:pt x="60966" y="68309"/>
                  </a:cubicBezTo>
                  <a:cubicBezTo>
                    <a:pt x="60327" y="72139"/>
                    <a:pt x="62883" y="75331"/>
                    <a:pt x="66078" y="75969"/>
                  </a:cubicBezTo>
                  <a:lnTo>
                    <a:pt x="97389" y="81715"/>
                  </a:lnTo>
                  <a:lnTo>
                    <a:pt x="98667" y="81715"/>
                  </a:lnTo>
                  <a:cubicBezTo>
                    <a:pt x="99945" y="81715"/>
                    <a:pt x="101223" y="81077"/>
                    <a:pt x="102501" y="80438"/>
                  </a:cubicBezTo>
                  <a:cubicBezTo>
                    <a:pt x="103779" y="79161"/>
                    <a:pt x="105057" y="77885"/>
                    <a:pt x="105057" y="76608"/>
                  </a:cubicBezTo>
                  <a:lnTo>
                    <a:pt x="110808" y="45326"/>
                  </a:lnTo>
                  <a:cubicBezTo>
                    <a:pt x="111446" y="41496"/>
                    <a:pt x="108891" y="38304"/>
                    <a:pt x="105696" y="37665"/>
                  </a:cubicBezTo>
                  <a:cubicBezTo>
                    <a:pt x="101862" y="37027"/>
                    <a:pt x="98667" y="39581"/>
                    <a:pt x="98028" y="42773"/>
                  </a:cubicBezTo>
                  <a:lnTo>
                    <a:pt x="95472" y="58094"/>
                  </a:lnTo>
                  <a:lnTo>
                    <a:pt x="63522" y="3192"/>
                  </a:lnTo>
                  <a:cubicBezTo>
                    <a:pt x="62244" y="1277"/>
                    <a:pt x="60327" y="0"/>
                    <a:pt x="57771" y="0"/>
                  </a:cubicBezTo>
                  <a:lnTo>
                    <a:pt x="44991" y="0"/>
                  </a:lnTo>
                  <a:cubicBezTo>
                    <a:pt x="42435" y="0"/>
                    <a:pt x="40518" y="1277"/>
                    <a:pt x="39240" y="3192"/>
                  </a:cubicBezTo>
                  <a:lnTo>
                    <a:pt x="901" y="68947"/>
                  </a:lnTo>
                  <a:cubicBezTo>
                    <a:pt x="-1016" y="72139"/>
                    <a:pt x="262" y="75969"/>
                    <a:pt x="3457" y="77885"/>
                  </a:cubicBezTo>
                  <a:cubicBezTo>
                    <a:pt x="6652" y="79800"/>
                    <a:pt x="10486" y="78523"/>
                    <a:pt x="12402" y="75331"/>
                  </a:cubicBezTo>
                  <a:cubicBezTo>
                    <a:pt x="12402" y="75331"/>
                    <a:pt x="12402" y="75331"/>
                    <a:pt x="12402" y="75331"/>
                  </a:cubicBezTo>
                  <a:lnTo>
                    <a:pt x="48825" y="12768"/>
                  </a:lnTo>
                  <a:lnTo>
                    <a:pt x="54576" y="12768"/>
                  </a:lnTo>
                  <a:lnTo>
                    <a:pt x="85887" y="67032"/>
                  </a:lnTo>
                  <a:lnTo>
                    <a:pt x="68634" y="63201"/>
                  </a:lnTo>
                  <a:close/>
                </a:path>
              </a:pathLst>
            </a:custGeom>
            <a:solidFill>
              <a:srgbClr val="005587"/>
            </a:solidFill>
            <a:ln w="6390" cap="flat">
              <a:noFill/>
              <a:prstDash val="solid"/>
              <a:miter/>
            </a:ln>
          </p:spPr>
          <p:txBody>
            <a:bodyPr rtlCol="0" anchor="ctr"/>
            <a:lstStyle/>
            <a:p>
              <a:endParaRPr lang="en-US"/>
            </a:p>
          </p:txBody>
        </p:sp>
        <p:sp>
          <p:nvSpPr>
            <p:cNvPr id="477" name="Graphic 4">
              <a:extLst>
                <a:ext uri="{FF2B5EF4-FFF2-40B4-BE49-F238E27FC236}">
                  <a16:creationId xmlns:a16="http://schemas.microsoft.com/office/drawing/2014/main" id="{D7C3C41F-845F-854E-AAD5-17003260F152}"/>
                </a:ext>
              </a:extLst>
            </p:cNvPr>
            <p:cNvSpPr/>
            <p:nvPr/>
          </p:nvSpPr>
          <p:spPr>
            <a:xfrm>
              <a:off x="2628500" y="2544339"/>
              <a:ext cx="96807" cy="94323"/>
            </a:xfrm>
            <a:custGeom>
              <a:avLst/>
              <a:gdLst>
                <a:gd name="connsiteX0" fmla="*/ 91057 w 96807"/>
                <a:gd name="connsiteY0" fmla="*/ 80917 h 94323"/>
                <a:gd name="connsiteX1" fmla="*/ 16933 w 96807"/>
                <a:gd name="connsiteY1" fmla="*/ 80917 h 94323"/>
                <a:gd name="connsiteX2" fmla="*/ 14377 w 96807"/>
                <a:gd name="connsiteY2" fmla="*/ 76448 h 94323"/>
                <a:gd name="connsiteX3" fmla="*/ 46327 w 96807"/>
                <a:gd name="connsiteY3" fmla="*/ 22184 h 94323"/>
                <a:gd name="connsiteX4" fmla="*/ 52078 w 96807"/>
                <a:gd name="connsiteY4" fmla="*/ 38783 h 94323"/>
                <a:gd name="connsiteX5" fmla="*/ 57829 w 96807"/>
                <a:gd name="connsiteY5" fmla="*/ 43252 h 94323"/>
                <a:gd name="connsiteX6" fmla="*/ 59746 w 96807"/>
                <a:gd name="connsiteY6" fmla="*/ 42613 h 94323"/>
                <a:gd name="connsiteX7" fmla="*/ 63580 w 96807"/>
                <a:gd name="connsiteY7" fmla="*/ 34314 h 94323"/>
                <a:gd name="connsiteX8" fmla="*/ 52717 w 96807"/>
                <a:gd name="connsiteY8" fmla="*/ 4309 h 94323"/>
                <a:gd name="connsiteX9" fmla="*/ 49522 w 96807"/>
                <a:gd name="connsiteY9" fmla="*/ 479 h 94323"/>
                <a:gd name="connsiteX10" fmla="*/ 44410 w 96807"/>
                <a:gd name="connsiteY10" fmla="*/ 479 h 94323"/>
                <a:gd name="connsiteX11" fmla="*/ 14377 w 96807"/>
                <a:gd name="connsiteY11" fmla="*/ 11332 h 94323"/>
                <a:gd name="connsiteX12" fmla="*/ 10543 w 96807"/>
                <a:gd name="connsiteY12" fmla="*/ 19631 h 94323"/>
                <a:gd name="connsiteX13" fmla="*/ 18850 w 96807"/>
                <a:gd name="connsiteY13" fmla="*/ 23461 h 94323"/>
                <a:gd name="connsiteX14" fmla="*/ 33547 w 96807"/>
                <a:gd name="connsiteY14" fmla="*/ 18354 h 94323"/>
                <a:gd name="connsiteX15" fmla="*/ 959 w 96807"/>
                <a:gd name="connsiteY15" fmla="*/ 73256 h 94323"/>
                <a:gd name="connsiteX16" fmla="*/ 959 w 96807"/>
                <a:gd name="connsiteY16" fmla="*/ 79640 h 94323"/>
                <a:gd name="connsiteX17" fmla="*/ 6709 w 96807"/>
                <a:gd name="connsiteY17" fmla="*/ 91131 h 94323"/>
                <a:gd name="connsiteX18" fmla="*/ 12460 w 96807"/>
                <a:gd name="connsiteY18" fmla="*/ 94323 h 94323"/>
                <a:gd name="connsiteX19" fmla="*/ 90418 w 96807"/>
                <a:gd name="connsiteY19" fmla="*/ 94323 h 94323"/>
                <a:gd name="connsiteX20" fmla="*/ 96808 w 96807"/>
                <a:gd name="connsiteY20" fmla="*/ 87939 h 94323"/>
                <a:gd name="connsiteX21" fmla="*/ 91057 w 96807"/>
                <a:gd name="connsiteY21" fmla="*/ 80917 h 94323"/>
                <a:gd name="connsiteX22" fmla="*/ 91057 w 96807"/>
                <a:gd name="connsiteY22" fmla="*/ 80917 h 94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6807" h="94323">
                  <a:moveTo>
                    <a:pt x="91057" y="80917"/>
                  </a:moveTo>
                  <a:lnTo>
                    <a:pt x="16933" y="80917"/>
                  </a:lnTo>
                  <a:lnTo>
                    <a:pt x="14377" y="76448"/>
                  </a:lnTo>
                  <a:lnTo>
                    <a:pt x="46327" y="22184"/>
                  </a:lnTo>
                  <a:lnTo>
                    <a:pt x="52078" y="38783"/>
                  </a:lnTo>
                  <a:cubicBezTo>
                    <a:pt x="52717" y="41336"/>
                    <a:pt x="55273" y="43252"/>
                    <a:pt x="57829" y="43252"/>
                  </a:cubicBezTo>
                  <a:cubicBezTo>
                    <a:pt x="58468" y="43252"/>
                    <a:pt x="59107" y="43252"/>
                    <a:pt x="59746" y="42613"/>
                  </a:cubicBezTo>
                  <a:cubicBezTo>
                    <a:pt x="62941" y="41336"/>
                    <a:pt x="64858" y="37506"/>
                    <a:pt x="63580" y="34314"/>
                  </a:cubicBezTo>
                  <a:lnTo>
                    <a:pt x="52717" y="4309"/>
                  </a:lnTo>
                  <a:cubicBezTo>
                    <a:pt x="52078" y="3032"/>
                    <a:pt x="50800" y="1756"/>
                    <a:pt x="49522" y="479"/>
                  </a:cubicBezTo>
                  <a:cubicBezTo>
                    <a:pt x="48244" y="-160"/>
                    <a:pt x="46327" y="-160"/>
                    <a:pt x="44410" y="479"/>
                  </a:cubicBezTo>
                  <a:lnTo>
                    <a:pt x="14377" y="11332"/>
                  </a:lnTo>
                  <a:cubicBezTo>
                    <a:pt x="11182" y="12608"/>
                    <a:pt x="9265" y="16439"/>
                    <a:pt x="10543" y="19631"/>
                  </a:cubicBezTo>
                  <a:cubicBezTo>
                    <a:pt x="11822" y="22823"/>
                    <a:pt x="15655" y="24738"/>
                    <a:pt x="18850" y="23461"/>
                  </a:cubicBezTo>
                  <a:lnTo>
                    <a:pt x="33547" y="18354"/>
                  </a:lnTo>
                  <a:lnTo>
                    <a:pt x="959" y="73256"/>
                  </a:lnTo>
                  <a:cubicBezTo>
                    <a:pt x="-320" y="75172"/>
                    <a:pt x="-320" y="77725"/>
                    <a:pt x="959" y="79640"/>
                  </a:cubicBezTo>
                  <a:lnTo>
                    <a:pt x="6709" y="91131"/>
                  </a:lnTo>
                  <a:cubicBezTo>
                    <a:pt x="7988" y="93047"/>
                    <a:pt x="9904" y="94323"/>
                    <a:pt x="12460" y="94323"/>
                  </a:cubicBezTo>
                  <a:lnTo>
                    <a:pt x="90418" y="94323"/>
                  </a:lnTo>
                  <a:cubicBezTo>
                    <a:pt x="94252" y="94323"/>
                    <a:pt x="96808" y="91770"/>
                    <a:pt x="96808" y="87939"/>
                  </a:cubicBezTo>
                  <a:cubicBezTo>
                    <a:pt x="96808" y="84109"/>
                    <a:pt x="94891" y="81555"/>
                    <a:pt x="91057" y="80917"/>
                  </a:cubicBezTo>
                  <a:lnTo>
                    <a:pt x="91057" y="80917"/>
                  </a:lnTo>
                  <a:close/>
                </a:path>
              </a:pathLst>
            </a:custGeom>
            <a:solidFill>
              <a:srgbClr val="005587"/>
            </a:solidFill>
            <a:ln w="6390" cap="flat">
              <a:noFill/>
              <a:prstDash val="solid"/>
              <a:miter/>
            </a:ln>
          </p:spPr>
          <p:txBody>
            <a:bodyPr rtlCol="0" anchor="ctr"/>
            <a:lstStyle/>
            <a:p>
              <a:endParaRPr lang="en-US"/>
            </a:p>
          </p:txBody>
        </p:sp>
        <p:sp>
          <p:nvSpPr>
            <p:cNvPr id="478" name="Graphic 4">
              <a:extLst>
                <a:ext uri="{FF2B5EF4-FFF2-40B4-BE49-F238E27FC236}">
                  <a16:creationId xmlns:a16="http://schemas.microsoft.com/office/drawing/2014/main" id="{9197269B-542A-8C4C-9D53-13145C09A471}"/>
                </a:ext>
              </a:extLst>
            </p:cNvPr>
            <p:cNvSpPr/>
            <p:nvPr/>
          </p:nvSpPr>
          <p:spPr>
            <a:xfrm>
              <a:off x="2748311" y="2548031"/>
              <a:ext cx="105114" cy="112336"/>
            </a:xfrm>
            <a:custGeom>
              <a:avLst/>
              <a:gdLst>
                <a:gd name="connsiteX0" fmla="*/ 65816 w 105114"/>
                <a:gd name="connsiteY0" fmla="*/ 3170 h 112336"/>
                <a:gd name="connsiteX1" fmla="*/ 56870 w 105114"/>
                <a:gd name="connsiteY1" fmla="*/ 617 h 112336"/>
                <a:gd name="connsiteX2" fmla="*/ 54315 w 105114"/>
                <a:gd name="connsiteY2" fmla="*/ 9554 h 112336"/>
                <a:gd name="connsiteX3" fmla="*/ 91376 w 105114"/>
                <a:gd name="connsiteY3" fmla="*/ 72117 h 112336"/>
                <a:gd name="connsiteX4" fmla="*/ 88820 w 105114"/>
                <a:gd name="connsiteY4" fmla="*/ 76586 h 112336"/>
                <a:gd name="connsiteX5" fmla="*/ 22365 w 105114"/>
                <a:gd name="connsiteY5" fmla="*/ 76586 h 112336"/>
                <a:gd name="connsiteX6" fmla="*/ 33228 w 105114"/>
                <a:gd name="connsiteY6" fmla="*/ 65733 h 112336"/>
                <a:gd name="connsiteX7" fmla="*/ 33228 w 105114"/>
                <a:gd name="connsiteY7" fmla="*/ 56796 h 112336"/>
                <a:gd name="connsiteX8" fmla="*/ 33228 w 105114"/>
                <a:gd name="connsiteY8" fmla="*/ 56796 h 112336"/>
                <a:gd name="connsiteX9" fmla="*/ 24282 w 105114"/>
                <a:gd name="connsiteY9" fmla="*/ 56796 h 112336"/>
                <a:gd name="connsiteX10" fmla="*/ 1917 w 105114"/>
                <a:gd name="connsiteY10" fmla="*/ 79139 h 112336"/>
                <a:gd name="connsiteX11" fmla="*/ 1917 w 105114"/>
                <a:gd name="connsiteY11" fmla="*/ 88077 h 112336"/>
                <a:gd name="connsiteX12" fmla="*/ 1917 w 105114"/>
                <a:gd name="connsiteY12" fmla="*/ 88077 h 112336"/>
                <a:gd name="connsiteX13" fmla="*/ 24282 w 105114"/>
                <a:gd name="connsiteY13" fmla="*/ 110421 h 112336"/>
                <a:gd name="connsiteX14" fmla="*/ 33228 w 105114"/>
                <a:gd name="connsiteY14" fmla="*/ 110421 h 112336"/>
                <a:gd name="connsiteX15" fmla="*/ 33228 w 105114"/>
                <a:gd name="connsiteY15" fmla="*/ 101483 h 112336"/>
                <a:gd name="connsiteX16" fmla="*/ 20448 w 105114"/>
                <a:gd name="connsiteY16" fmla="*/ 88715 h 112336"/>
                <a:gd name="connsiteX17" fmla="*/ 92654 w 105114"/>
                <a:gd name="connsiteY17" fmla="*/ 88715 h 112336"/>
                <a:gd name="connsiteX18" fmla="*/ 98405 w 105114"/>
                <a:gd name="connsiteY18" fmla="*/ 84885 h 112336"/>
                <a:gd name="connsiteX19" fmla="*/ 104156 w 105114"/>
                <a:gd name="connsiteY19" fmla="*/ 73394 h 112336"/>
                <a:gd name="connsiteX20" fmla="*/ 104156 w 105114"/>
                <a:gd name="connsiteY20" fmla="*/ 67010 h 112336"/>
                <a:gd name="connsiteX21" fmla="*/ 65816 w 105114"/>
                <a:gd name="connsiteY21" fmla="*/ 3170 h 11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5114" h="112336">
                  <a:moveTo>
                    <a:pt x="65816" y="3170"/>
                  </a:moveTo>
                  <a:cubicBezTo>
                    <a:pt x="63899" y="-22"/>
                    <a:pt x="60065" y="-660"/>
                    <a:pt x="56870" y="617"/>
                  </a:cubicBezTo>
                  <a:cubicBezTo>
                    <a:pt x="53675" y="2532"/>
                    <a:pt x="53036" y="6362"/>
                    <a:pt x="54315" y="9554"/>
                  </a:cubicBezTo>
                  <a:lnTo>
                    <a:pt x="91376" y="72117"/>
                  </a:lnTo>
                  <a:lnTo>
                    <a:pt x="88820" y="76586"/>
                  </a:lnTo>
                  <a:lnTo>
                    <a:pt x="22365" y="76586"/>
                  </a:lnTo>
                  <a:lnTo>
                    <a:pt x="33228" y="65733"/>
                  </a:lnTo>
                  <a:cubicBezTo>
                    <a:pt x="35784" y="63180"/>
                    <a:pt x="35784" y="59349"/>
                    <a:pt x="33228" y="56796"/>
                  </a:cubicBezTo>
                  <a:cubicBezTo>
                    <a:pt x="33228" y="56796"/>
                    <a:pt x="33228" y="56796"/>
                    <a:pt x="33228" y="56796"/>
                  </a:cubicBezTo>
                  <a:cubicBezTo>
                    <a:pt x="30672" y="54242"/>
                    <a:pt x="26838" y="54242"/>
                    <a:pt x="24282" y="56796"/>
                  </a:cubicBezTo>
                  <a:lnTo>
                    <a:pt x="1917" y="79139"/>
                  </a:lnTo>
                  <a:cubicBezTo>
                    <a:pt x="-639" y="81693"/>
                    <a:pt x="-639" y="85523"/>
                    <a:pt x="1917" y="88077"/>
                  </a:cubicBezTo>
                  <a:cubicBezTo>
                    <a:pt x="1917" y="88077"/>
                    <a:pt x="1917" y="88077"/>
                    <a:pt x="1917" y="88077"/>
                  </a:cubicBezTo>
                  <a:lnTo>
                    <a:pt x="24282" y="110421"/>
                  </a:lnTo>
                  <a:cubicBezTo>
                    <a:pt x="26838" y="112975"/>
                    <a:pt x="30672" y="112975"/>
                    <a:pt x="33228" y="110421"/>
                  </a:cubicBezTo>
                  <a:cubicBezTo>
                    <a:pt x="35784" y="107867"/>
                    <a:pt x="35784" y="104037"/>
                    <a:pt x="33228" y="101483"/>
                  </a:cubicBezTo>
                  <a:lnTo>
                    <a:pt x="20448" y="88715"/>
                  </a:lnTo>
                  <a:lnTo>
                    <a:pt x="92654" y="88715"/>
                  </a:lnTo>
                  <a:cubicBezTo>
                    <a:pt x="95210" y="88715"/>
                    <a:pt x="97127" y="87439"/>
                    <a:pt x="98405" y="84885"/>
                  </a:cubicBezTo>
                  <a:lnTo>
                    <a:pt x="104156" y="73394"/>
                  </a:lnTo>
                  <a:cubicBezTo>
                    <a:pt x="105434" y="71479"/>
                    <a:pt x="105434" y="68925"/>
                    <a:pt x="104156" y="67010"/>
                  </a:cubicBezTo>
                  <a:lnTo>
                    <a:pt x="65816" y="3170"/>
                  </a:lnTo>
                  <a:close/>
                </a:path>
              </a:pathLst>
            </a:custGeom>
            <a:solidFill>
              <a:srgbClr val="005587"/>
            </a:solidFill>
            <a:ln w="6390" cap="flat">
              <a:noFill/>
              <a:prstDash val="solid"/>
              <a:miter/>
            </a:ln>
          </p:spPr>
          <p:txBody>
            <a:bodyPr rtlCol="0" anchor="ctr"/>
            <a:lstStyle/>
            <a:p>
              <a:endParaRPr lang="en-US"/>
            </a:p>
          </p:txBody>
        </p:sp>
      </p:grpSp>
      <p:sp>
        <p:nvSpPr>
          <p:cNvPr id="479" name="Graphic 4">
            <a:extLst>
              <a:ext uri="{FF2B5EF4-FFF2-40B4-BE49-F238E27FC236}">
                <a16:creationId xmlns:a16="http://schemas.microsoft.com/office/drawing/2014/main" id="{7D53090F-086A-B247-A0DA-D48FACB1E456}"/>
              </a:ext>
            </a:extLst>
          </p:cNvPr>
          <p:cNvSpPr/>
          <p:nvPr/>
        </p:nvSpPr>
        <p:spPr>
          <a:xfrm>
            <a:off x="2998797" y="237117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159110 w 362309"/>
              <a:gd name="connsiteY6" fmla="*/ 266851 h 361971"/>
              <a:gd name="connsiteX7" fmla="*/ 81152 w 362309"/>
              <a:gd name="connsiteY7" fmla="*/ 266851 h 361971"/>
              <a:gd name="connsiteX8" fmla="*/ 75401 w 362309"/>
              <a:gd name="connsiteY8" fmla="*/ 263659 h 361971"/>
              <a:gd name="connsiteX9" fmla="*/ 69650 w 362309"/>
              <a:gd name="connsiteY9" fmla="*/ 252167 h 361971"/>
              <a:gd name="connsiteX10" fmla="*/ 69650 w 362309"/>
              <a:gd name="connsiteY10" fmla="*/ 245783 h 361971"/>
              <a:gd name="connsiteX11" fmla="*/ 102239 w 362309"/>
              <a:gd name="connsiteY11" fmla="*/ 190881 h 361971"/>
              <a:gd name="connsiteX12" fmla="*/ 87542 w 362309"/>
              <a:gd name="connsiteY12" fmla="*/ 195988 h 361971"/>
              <a:gd name="connsiteX13" fmla="*/ 79235 w 362309"/>
              <a:gd name="connsiteY13" fmla="*/ 192158 h 361971"/>
              <a:gd name="connsiteX14" fmla="*/ 83069 w 362309"/>
              <a:gd name="connsiteY14" fmla="*/ 183859 h 361971"/>
              <a:gd name="connsiteX15" fmla="*/ 83069 w 362309"/>
              <a:gd name="connsiteY15" fmla="*/ 183859 h 361971"/>
              <a:gd name="connsiteX16" fmla="*/ 113741 w 362309"/>
              <a:gd name="connsiteY16" fmla="*/ 173644 h 361971"/>
              <a:gd name="connsiteX17" fmla="*/ 122048 w 362309"/>
              <a:gd name="connsiteY17" fmla="*/ 177475 h 361971"/>
              <a:gd name="connsiteX18" fmla="*/ 132911 w 362309"/>
              <a:gd name="connsiteY18" fmla="*/ 207479 h 361971"/>
              <a:gd name="connsiteX19" fmla="*/ 129077 w 362309"/>
              <a:gd name="connsiteY19" fmla="*/ 215779 h 361971"/>
              <a:gd name="connsiteX20" fmla="*/ 129077 w 362309"/>
              <a:gd name="connsiteY20" fmla="*/ 215779 h 361971"/>
              <a:gd name="connsiteX21" fmla="*/ 120770 w 362309"/>
              <a:gd name="connsiteY21" fmla="*/ 211948 h 361971"/>
              <a:gd name="connsiteX22" fmla="*/ 115019 w 362309"/>
              <a:gd name="connsiteY22" fmla="*/ 195350 h 361971"/>
              <a:gd name="connsiteX23" fmla="*/ 83069 w 362309"/>
              <a:gd name="connsiteY23" fmla="*/ 249614 h 361971"/>
              <a:gd name="connsiteX24" fmla="*/ 85625 w 362309"/>
              <a:gd name="connsiteY24" fmla="*/ 254083 h 361971"/>
              <a:gd name="connsiteX25" fmla="*/ 159748 w 362309"/>
              <a:gd name="connsiteY25" fmla="*/ 254083 h 361971"/>
              <a:gd name="connsiteX26" fmla="*/ 166138 w 362309"/>
              <a:gd name="connsiteY26" fmla="*/ 260467 h 361971"/>
              <a:gd name="connsiteX27" fmla="*/ 159110 w 362309"/>
              <a:gd name="connsiteY27" fmla="*/ 266851 h 361971"/>
              <a:gd name="connsiteX28" fmla="*/ 159110 w 362309"/>
              <a:gd name="connsiteY28" fmla="*/ 266851 h 361971"/>
              <a:gd name="connsiteX29" fmla="*/ 178279 w 362309"/>
              <a:gd name="connsiteY29" fmla="*/ 84269 h 361971"/>
              <a:gd name="connsiteX30" fmla="*/ 141857 w 362309"/>
              <a:gd name="connsiteY30" fmla="*/ 146832 h 361971"/>
              <a:gd name="connsiteX31" fmla="*/ 132911 w 362309"/>
              <a:gd name="connsiteY31" fmla="*/ 149385 h 361971"/>
              <a:gd name="connsiteX32" fmla="*/ 132911 w 362309"/>
              <a:gd name="connsiteY32" fmla="*/ 149385 h 361971"/>
              <a:gd name="connsiteX33" fmla="*/ 130355 w 362309"/>
              <a:gd name="connsiteY33" fmla="*/ 140448 h 361971"/>
              <a:gd name="connsiteX34" fmla="*/ 168055 w 362309"/>
              <a:gd name="connsiteY34" fmla="*/ 74693 h 361971"/>
              <a:gd name="connsiteX35" fmla="*/ 173806 w 362309"/>
              <a:gd name="connsiteY35" fmla="*/ 71501 h 361971"/>
              <a:gd name="connsiteX36" fmla="*/ 186586 w 362309"/>
              <a:gd name="connsiteY36" fmla="*/ 71501 h 361971"/>
              <a:gd name="connsiteX37" fmla="*/ 192337 w 362309"/>
              <a:gd name="connsiteY37" fmla="*/ 74693 h 361971"/>
              <a:gd name="connsiteX38" fmla="*/ 224287 w 362309"/>
              <a:gd name="connsiteY38" fmla="*/ 129595 h 361971"/>
              <a:gd name="connsiteX39" fmla="*/ 226843 w 362309"/>
              <a:gd name="connsiteY39" fmla="*/ 114273 h 361971"/>
              <a:gd name="connsiteX40" fmla="*/ 234511 w 362309"/>
              <a:gd name="connsiteY40" fmla="*/ 109166 h 361971"/>
              <a:gd name="connsiteX41" fmla="*/ 239623 w 362309"/>
              <a:gd name="connsiteY41" fmla="*/ 116827 h 361971"/>
              <a:gd name="connsiteX42" fmla="*/ 233872 w 362309"/>
              <a:gd name="connsiteY42" fmla="*/ 148747 h 361971"/>
              <a:gd name="connsiteX43" fmla="*/ 227482 w 362309"/>
              <a:gd name="connsiteY43" fmla="*/ 153854 h 361971"/>
              <a:gd name="connsiteX44" fmla="*/ 226204 w 362309"/>
              <a:gd name="connsiteY44" fmla="*/ 153854 h 361971"/>
              <a:gd name="connsiteX45" fmla="*/ 194893 w 362309"/>
              <a:gd name="connsiteY45" fmla="*/ 148108 h 361971"/>
              <a:gd name="connsiteX46" fmla="*/ 189781 w 362309"/>
              <a:gd name="connsiteY46" fmla="*/ 140448 h 361971"/>
              <a:gd name="connsiteX47" fmla="*/ 197449 w 362309"/>
              <a:gd name="connsiteY47" fmla="*/ 135341 h 361971"/>
              <a:gd name="connsiteX48" fmla="*/ 214702 w 362309"/>
              <a:gd name="connsiteY48" fmla="*/ 138533 h 361971"/>
              <a:gd name="connsiteX49" fmla="*/ 183391 w 362309"/>
              <a:gd name="connsiteY49" fmla="*/ 84269 h 361971"/>
              <a:gd name="connsiteX50" fmla="*/ 178279 w 362309"/>
              <a:gd name="connsiteY50" fmla="*/ 84269 h 361971"/>
              <a:gd name="connsiteX51" fmla="*/ 293298 w 362309"/>
              <a:gd name="connsiteY51" fmla="*/ 252167 h 361971"/>
              <a:gd name="connsiteX52" fmla="*/ 287547 w 362309"/>
              <a:gd name="connsiteY52" fmla="*/ 263659 h 361971"/>
              <a:gd name="connsiteX53" fmla="*/ 281796 w 362309"/>
              <a:gd name="connsiteY53" fmla="*/ 267489 h 361971"/>
              <a:gd name="connsiteX54" fmla="*/ 208951 w 362309"/>
              <a:gd name="connsiteY54" fmla="*/ 267489 h 361971"/>
              <a:gd name="connsiteX55" fmla="*/ 221731 w 362309"/>
              <a:gd name="connsiteY55" fmla="*/ 280257 h 361971"/>
              <a:gd name="connsiteX56" fmla="*/ 221731 w 362309"/>
              <a:gd name="connsiteY56" fmla="*/ 289195 h 361971"/>
              <a:gd name="connsiteX57" fmla="*/ 217258 w 362309"/>
              <a:gd name="connsiteY57" fmla="*/ 291110 h 361971"/>
              <a:gd name="connsiteX58" fmla="*/ 212785 w 362309"/>
              <a:gd name="connsiteY58" fmla="*/ 289195 h 361971"/>
              <a:gd name="connsiteX59" fmla="*/ 190420 w 362309"/>
              <a:gd name="connsiteY59" fmla="*/ 266851 h 361971"/>
              <a:gd name="connsiteX60" fmla="*/ 190420 w 362309"/>
              <a:gd name="connsiteY60" fmla="*/ 257913 h 361971"/>
              <a:gd name="connsiteX61" fmla="*/ 190420 w 362309"/>
              <a:gd name="connsiteY61" fmla="*/ 257913 h 361971"/>
              <a:gd name="connsiteX62" fmla="*/ 212785 w 362309"/>
              <a:gd name="connsiteY62" fmla="*/ 235569 h 361971"/>
              <a:gd name="connsiteX63" fmla="*/ 221731 w 362309"/>
              <a:gd name="connsiteY63" fmla="*/ 235569 h 361971"/>
              <a:gd name="connsiteX64" fmla="*/ 221731 w 362309"/>
              <a:gd name="connsiteY64" fmla="*/ 244507 h 361971"/>
              <a:gd name="connsiteX65" fmla="*/ 221731 w 362309"/>
              <a:gd name="connsiteY65" fmla="*/ 244507 h 361971"/>
              <a:gd name="connsiteX66" fmla="*/ 210868 w 362309"/>
              <a:gd name="connsiteY66" fmla="*/ 255359 h 361971"/>
              <a:gd name="connsiteX67" fmla="*/ 277323 w 362309"/>
              <a:gd name="connsiteY67" fmla="*/ 255359 h 361971"/>
              <a:gd name="connsiteX68" fmla="*/ 279240 w 362309"/>
              <a:gd name="connsiteY68" fmla="*/ 250891 h 361971"/>
              <a:gd name="connsiteX69" fmla="*/ 242179 w 362309"/>
              <a:gd name="connsiteY69" fmla="*/ 188327 h 361971"/>
              <a:gd name="connsiteX70" fmla="*/ 243457 w 362309"/>
              <a:gd name="connsiteY70" fmla="*/ 179390 h 361971"/>
              <a:gd name="connsiteX71" fmla="*/ 252403 w 362309"/>
              <a:gd name="connsiteY71" fmla="*/ 180667 h 361971"/>
              <a:gd name="connsiteX72" fmla="*/ 253042 w 362309"/>
              <a:gd name="connsiteY72" fmla="*/ 181944 h 361971"/>
              <a:gd name="connsiteX73" fmla="*/ 292020 w 362309"/>
              <a:gd name="connsiteY73" fmla="*/ 247699 h 361971"/>
              <a:gd name="connsiteX74" fmla="*/ 293298 w 362309"/>
              <a:gd name="connsiteY74" fmla="*/ 252167 h 361971"/>
              <a:gd name="connsiteX75" fmla="*/ 293298 w 362309"/>
              <a:gd name="connsiteY75" fmla="*/ 25216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0667"/>
                </a:cubicBezTo>
                <a:cubicBezTo>
                  <a:pt x="362310" y="81077"/>
                  <a:pt x="281157" y="0"/>
                  <a:pt x="180835" y="0"/>
                </a:cubicBezTo>
                <a:cubicBezTo>
                  <a:pt x="180835" y="0"/>
                  <a:pt x="180835" y="0"/>
                  <a:pt x="180835" y="0"/>
                </a:cubicBezTo>
                <a:close/>
                <a:moveTo>
                  <a:pt x="159110" y="266851"/>
                </a:moveTo>
                <a:lnTo>
                  <a:pt x="81152" y="266851"/>
                </a:lnTo>
                <a:cubicBezTo>
                  <a:pt x="78596" y="266851"/>
                  <a:pt x="76679" y="265574"/>
                  <a:pt x="75401" y="263659"/>
                </a:cubicBezTo>
                <a:lnTo>
                  <a:pt x="69650" y="252167"/>
                </a:lnTo>
                <a:cubicBezTo>
                  <a:pt x="68372" y="250252"/>
                  <a:pt x="68372" y="247699"/>
                  <a:pt x="69650" y="245783"/>
                </a:cubicBezTo>
                <a:lnTo>
                  <a:pt x="102239" y="190881"/>
                </a:lnTo>
                <a:lnTo>
                  <a:pt x="87542" y="195988"/>
                </a:lnTo>
                <a:cubicBezTo>
                  <a:pt x="84347" y="197265"/>
                  <a:pt x="80513" y="195350"/>
                  <a:pt x="79235" y="192158"/>
                </a:cubicBezTo>
                <a:cubicBezTo>
                  <a:pt x="77957" y="188966"/>
                  <a:pt x="79874" y="185135"/>
                  <a:pt x="83069" y="183859"/>
                </a:cubicBezTo>
                <a:cubicBezTo>
                  <a:pt x="83069" y="183859"/>
                  <a:pt x="83069" y="183859"/>
                  <a:pt x="83069" y="183859"/>
                </a:cubicBezTo>
                <a:lnTo>
                  <a:pt x="113741" y="173644"/>
                </a:lnTo>
                <a:cubicBezTo>
                  <a:pt x="116936" y="172368"/>
                  <a:pt x="120770" y="174283"/>
                  <a:pt x="122048" y="177475"/>
                </a:cubicBezTo>
                <a:lnTo>
                  <a:pt x="132911" y="207479"/>
                </a:lnTo>
                <a:cubicBezTo>
                  <a:pt x="134189" y="210671"/>
                  <a:pt x="132272" y="214502"/>
                  <a:pt x="129077" y="215779"/>
                </a:cubicBezTo>
                <a:cubicBezTo>
                  <a:pt x="129077" y="215779"/>
                  <a:pt x="129077" y="215779"/>
                  <a:pt x="129077" y="215779"/>
                </a:cubicBezTo>
                <a:cubicBezTo>
                  <a:pt x="125882" y="217055"/>
                  <a:pt x="122048" y="215140"/>
                  <a:pt x="120770" y="211948"/>
                </a:cubicBezTo>
                <a:lnTo>
                  <a:pt x="115019" y="195350"/>
                </a:lnTo>
                <a:lnTo>
                  <a:pt x="83069" y="249614"/>
                </a:lnTo>
                <a:lnTo>
                  <a:pt x="85625" y="254083"/>
                </a:lnTo>
                <a:lnTo>
                  <a:pt x="159748" y="254083"/>
                </a:lnTo>
                <a:cubicBezTo>
                  <a:pt x="163582" y="254083"/>
                  <a:pt x="166138" y="256636"/>
                  <a:pt x="166138" y="260467"/>
                </a:cubicBezTo>
                <a:cubicBezTo>
                  <a:pt x="166138" y="264297"/>
                  <a:pt x="162305" y="267489"/>
                  <a:pt x="159110" y="266851"/>
                </a:cubicBezTo>
                <a:lnTo>
                  <a:pt x="159110" y="266851"/>
                </a:lnTo>
                <a:close/>
                <a:moveTo>
                  <a:pt x="178279" y="84269"/>
                </a:moveTo>
                <a:lnTo>
                  <a:pt x="141857" y="146832"/>
                </a:lnTo>
                <a:cubicBezTo>
                  <a:pt x="139940" y="150024"/>
                  <a:pt x="136106" y="150662"/>
                  <a:pt x="132911" y="149385"/>
                </a:cubicBezTo>
                <a:cubicBezTo>
                  <a:pt x="132911" y="149385"/>
                  <a:pt x="132911" y="149385"/>
                  <a:pt x="132911" y="149385"/>
                </a:cubicBezTo>
                <a:cubicBezTo>
                  <a:pt x="129716" y="147470"/>
                  <a:pt x="129077" y="143640"/>
                  <a:pt x="130355" y="140448"/>
                </a:cubicBezTo>
                <a:lnTo>
                  <a:pt x="168055" y="74693"/>
                </a:lnTo>
                <a:cubicBezTo>
                  <a:pt x="169333" y="72778"/>
                  <a:pt x="171250" y="71501"/>
                  <a:pt x="173806" y="71501"/>
                </a:cubicBezTo>
                <a:lnTo>
                  <a:pt x="186586" y="71501"/>
                </a:lnTo>
                <a:cubicBezTo>
                  <a:pt x="189142" y="71501"/>
                  <a:pt x="191059" y="72778"/>
                  <a:pt x="192337" y="74693"/>
                </a:cubicBezTo>
                <a:lnTo>
                  <a:pt x="224287" y="129595"/>
                </a:lnTo>
                <a:lnTo>
                  <a:pt x="226843" y="114273"/>
                </a:lnTo>
                <a:cubicBezTo>
                  <a:pt x="227482" y="110443"/>
                  <a:pt x="230677" y="108528"/>
                  <a:pt x="234511" y="109166"/>
                </a:cubicBezTo>
                <a:cubicBezTo>
                  <a:pt x="238345" y="109805"/>
                  <a:pt x="240262" y="112997"/>
                  <a:pt x="239623" y="116827"/>
                </a:cubicBezTo>
                <a:lnTo>
                  <a:pt x="233872" y="148747"/>
                </a:lnTo>
                <a:cubicBezTo>
                  <a:pt x="233233" y="151939"/>
                  <a:pt x="230677" y="153854"/>
                  <a:pt x="227482" y="153854"/>
                </a:cubicBezTo>
                <a:lnTo>
                  <a:pt x="226204" y="153854"/>
                </a:lnTo>
                <a:lnTo>
                  <a:pt x="194893" y="148108"/>
                </a:lnTo>
                <a:cubicBezTo>
                  <a:pt x="191059" y="147470"/>
                  <a:pt x="189142" y="144278"/>
                  <a:pt x="189781" y="140448"/>
                </a:cubicBezTo>
                <a:cubicBezTo>
                  <a:pt x="190420" y="136617"/>
                  <a:pt x="193615" y="134702"/>
                  <a:pt x="197449" y="135341"/>
                </a:cubicBezTo>
                <a:lnTo>
                  <a:pt x="214702" y="138533"/>
                </a:lnTo>
                <a:lnTo>
                  <a:pt x="183391" y="84269"/>
                </a:lnTo>
                <a:lnTo>
                  <a:pt x="178279" y="84269"/>
                </a:lnTo>
                <a:close/>
                <a:moveTo>
                  <a:pt x="293298" y="252167"/>
                </a:moveTo>
                <a:lnTo>
                  <a:pt x="287547" y="263659"/>
                </a:lnTo>
                <a:cubicBezTo>
                  <a:pt x="286269" y="265574"/>
                  <a:pt x="284352" y="267489"/>
                  <a:pt x="281796" y="267489"/>
                </a:cubicBezTo>
                <a:lnTo>
                  <a:pt x="208951" y="267489"/>
                </a:lnTo>
                <a:lnTo>
                  <a:pt x="221731" y="280257"/>
                </a:lnTo>
                <a:cubicBezTo>
                  <a:pt x="224287" y="282811"/>
                  <a:pt x="224287" y="286641"/>
                  <a:pt x="221731" y="289195"/>
                </a:cubicBezTo>
                <a:cubicBezTo>
                  <a:pt x="220453" y="290471"/>
                  <a:pt x="219175" y="291110"/>
                  <a:pt x="217258" y="291110"/>
                </a:cubicBezTo>
                <a:cubicBezTo>
                  <a:pt x="215341" y="291110"/>
                  <a:pt x="214063" y="290471"/>
                  <a:pt x="212785" y="289195"/>
                </a:cubicBezTo>
                <a:lnTo>
                  <a:pt x="190420" y="266851"/>
                </a:lnTo>
                <a:cubicBezTo>
                  <a:pt x="187864" y="264297"/>
                  <a:pt x="187864" y="260467"/>
                  <a:pt x="190420" y="257913"/>
                </a:cubicBezTo>
                <a:cubicBezTo>
                  <a:pt x="190420" y="257913"/>
                  <a:pt x="190420" y="257913"/>
                  <a:pt x="190420" y="257913"/>
                </a:cubicBezTo>
                <a:lnTo>
                  <a:pt x="212785" y="235569"/>
                </a:lnTo>
                <a:cubicBezTo>
                  <a:pt x="215341" y="233015"/>
                  <a:pt x="219175" y="233015"/>
                  <a:pt x="221731" y="235569"/>
                </a:cubicBezTo>
                <a:cubicBezTo>
                  <a:pt x="224287" y="238123"/>
                  <a:pt x="224287" y="241953"/>
                  <a:pt x="221731" y="244507"/>
                </a:cubicBezTo>
                <a:cubicBezTo>
                  <a:pt x="221731" y="244507"/>
                  <a:pt x="221731" y="244507"/>
                  <a:pt x="221731" y="244507"/>
                </a:cubicBezTo>
                <a:lnTo>
                  <a:pt x="210868" y="255359"/>
                </a:lnTo>
                <a:lnTo>
                  <a:pt x="277323" y="255359"/>
                </a:lnTo>
                <a:lnTo>
                  <a:pt x="279240" y="250891"/>
                </a:lnTo>
                <a:lnTo>
                  <a:pt x="242179" y="188327"/>
                </a:lnTo>
                <a:cubicBezTo>
                  <a:pt x="240262" y="185774"/>
                  <a:pt x="240901" y="181305"/>
                  <a:pt x="243457" y="179390"/>
                </a:cubicBezTo>
                <a:cubicBezTo>
                  <a:pt x="246013" y="177475"/>
                  <a:pt x="250486" y="178113"/>
                  <a:pt x="252403" y="180667"/>
                </a:cubicBezTo>
                <a:cubicBezTo>
                  <a:pt x="252403" y="181305"/>
                  <a:pt x="253042" y="181305"/>
                  <a:pt x="253042" y="181944"/>
                </a:cubicBezTo>
                <a:lnTo>
                  <a:pt x="292020" y="247699"/>
                </a:lnTo>
                <a:cubicBezTo>
                  <a:pt x="293298" y="248337"/>
                  <a:pt x="293298" y="250252"/>
                  <a:pt x="293298" y="252167"/>
                </a:cubicBezTo>
                <a:lnTo>
                  <a:pt x="293298" y="252167"/>
                </a:lnTo>
                <a:close/>
              </a:path>
            </a:pathLst>
          </a:custGeom>
          <a:solidFill>
            <a:srgbClr val="005587"/>
          </a:solidFill>
          <a:ln w="6390" cap="flat">
            <a:noFill/>
            <a:prstDash val="solid"/>
            <a:miter/>
          </a:ln>
        </p:spPr>
        <p:txBody>
          <a:bodyPr rtlCol="0" anchor="ctr"/>
          <a:lstStyle/>
          <a:p>
            <a:endParaRPr lang="en-US"/>
          </a:p>
        </p:txBody>
      </p:sp>
      <p:grpSp>
        <p:nvGrpSpPr>
          <p:cNvPr id="480" name="Graphic 4">
            <a:extLst>
              <a:ext uri="{FF2B5EF4-FFF2-40B4-BE49-F238E27FC236}">
                <a16:creationId xmlns:a16="http://schemas.microsoft.com/office/drawing/2014/main" id="{ADAEE3EC-0A62-DF41-ACA4-E79C875E3BB9}"/>
              </a:ext>
            </a:extLst>
          </p:cNvPr>
          <p:cNvGrpSpPr/>
          <p:nvPr/>
        </p:nvGrpSpPr>
        <p:grpSpPr>
          <a:xfrm>
            <a:off x="4660820" y="3824168"/>
            <a:ext cx="362312" cy="361971"/>
            <a:chOff x="4660820" y="3824168"/>
            <a:chExt cx="362312" cy="361971"/>
          </a:xfrm>
          <a:solidFill>
            <a:srgbClr val="0076A8"/>
          </a:solidFill>
        </p:grpSpPr>
        <p:sp>
          <p:nvSpPr>
            <p:cNvPr id="481" name="Graphic 4">
              <a:extLst>
                <a:ext uri="{FF2B5EF4-FFF2-40B4-BE49-F238E27FC236}">
                  <a16:creationId xmlns:a16="http://schemas.microsoft.com/office/drawing/2014/main" id="{F375C616-38FB-FD42-8527-B2A2E339DF3F}"/>
                </a:ext>
              </a:extLst>
            </p:cNvPr>
            <p:cNvSpPr/>
            <p:nvPr/>
          </p:nvSpPr>
          <p:spPr>
            <a:xfrm>
              <a:off x="4660820" y="3824168"/>
              <a:ext cx="362312" cy="361971"/>
            </a:xfrm>
            <a:custGeom>
              <a:avLst/>
              <a:gdLst>
                <a:gd name="connsiteX0" fmla="*/ 181474 w 362312"/>
                <a:gd name="connsiteY0" fmla="*/ 0 h 361971"/>
                <a:gd name="connsiteX1" fmla="*/ 0 w 362312"/>
                <a:gd name="connsiteY1" fmla="*/ 180667 h 361971"/>
                <a:gd name="connsiteX2" fmla="*/ 180835 w 362312"/>
                <a:gd name="connsiteY2" fmla="*/ 361971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6"/>
                    <a:pt x="0" y="180667"/>
                  </a:cubicBezTo>
                  <a:cubicBezTo>
                    <a:pt x="0" y="280257"/>
                    <a:pt x="81152" y="361971"/>
                    <a:pt x="180835" y="361971"/>
                  </a:cubicBezTo>
                  <a:cubicBezTo>
                    <a:pt x="280518" y="361971"/>
                    <a:pt x="362309" y="280895"/>
                    <a:pt x="362309" y="181305"/>
                  </a:cubicBezTo>
                  <a:cubicBezTo>
                    <a:pt x="362309" y="181305"/>
                    <a:pt x="362309" y="181305"/>
                    <a:pt x="362309" y="181305"/>
                  </a:cubicBezTo>
                  <a:cubicBezTo>
                    <a:pt x="362948" y="81076"/>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lnTo>
                    <a:pt x="181474" y="349204"/>
                  </a:lnTo>
                  <a:close/>
                </a:path>
              </a:pathLst>
            </a:custGeom>
            <a:solidFill>
              <a:srgbClr val="0076A8"/>
            </a:solidFill>
            <a:ln w="6390" cap="flat">
              <a:noFill/>
              <a:prstDash val="solid"/>
              <a:miter/>
            </a:ln>
          </p:spPr>
          <p:txBody>
            <a:bodyPr rtlCol="0" anchor="ctr"/>
            <a:lstStyle/>
            <a:p>
              <a:endParaRPr lang="en-US"/>
            </a:p>
          </p:txBody>
        </p:sp>
        <p:sp>
          <p:nvSpPr>
            <p:cNvPr id="482" name="Graphic 4">
              <a:extLst>
                <a:ext uri="{FF2B5EF4-FFF2-40B4-BE49-F238E27FC236}">
                  <a16:creationId xmlns:a16="http://schemas.microsoft.com/office/drawing/2014/main" id="{06A49571-312A-7349-AC69-1DA427071F76}"/>
                </a:ext>
              </a:extLst>
            </p:cNvPr>
            <p:cNvSpPr/>
            <p:nvPr/>
          </p:nvSpPr>
          <p:spPr>
            <a:xfrm>
              <a:off x="4777436" y="3897583"/>
              <a:ext cx="129077" cy="215139"/>
            </a:xfrm>
            <a:custGeom>
              <a:avLst/>
              <a:gdLst>
                <a:gd name="connsiteX0" fmla="*/ 99364 w 129077"/>
                <a:gd name="connsiteY0" fmla="*/ 3192 h 215139"/>
                <a:gd name="connsiteX1" fmla="*/ 93613 w 129077"/>
                <a:gd name="connsiteY1" fmla="*/ 0 h 215139"/>
                <a:gd name="connsiteX2" fmla="*/ 35464 w 129077"/>
                <a:gd name="connsiteY2" fmla="*/ 0 h 215139"/>
                <a:gd name="connsiteX3" fmla="*/ 29713 w 129077"/>
                <a:gd name="connsiteY3" fmla="*/ 3192 h 215139"/>
                <a:gd name="connsiteX4" fmla="*/ 959 w 129077"/>
                <a:gd name="connsiteY4" fmla="*/ 53625 h 215139"/>
                <a:gd name="connsiteX5" fmla="*/ 959 w 129077"/>
                <a:gd name="connsiteY5" fmla="*/ 60009 h 215139"/>
                <a:gd name="connsiteX6" fmla="*/ 29713 w 129077"/>
                <a:gd name="connsiteY6" fmla="*/ 110443 h 215139"/>
                <a:gd name="connsiteX7" fmla="*/ 35464 w 129077"/>
                <a:gd name="connsiteY7" fmla="*/ 113635 h 215139"/>
                <a:gd name="connsiteX8" fmla="*/ 58468 w 129077"/>
                <a:gd name="connsiteY8" fmla="*/ 113635 h 215139"/>
                <a:gd name="connsiteX9" fmla="*/ 58468 w 129077"/>
                <a:gd name="connsiteY9" fmla="*/ 208756 h 215139"/>
                <a:gd name="connsiteX10" fmla="*/ 64858 w 129077"/>
                <a:gd name="connsiteY10" fmla="*/ 215140 h 215139"/>
                <a:gd name="connsiteX11" fmla="*/ 71248 w 129077"/>
                <a:gd name="connsiteY11" fmla="*/ 208756 h 215139"/>
                <a:gd name="connsiteX12" fmla="*/ 71248 w 129077"/>
                <a:gd name="connsiteY12" fmla="*/ 113635 h 215139"/>
                <a:gd name="connsiteX13" fmla="*/ 93613 w 129077"/>
                <a:gd name="connsiteY13" fmla="*/ 113635 h 215139"/>
                <a:gd name="connsiteX14" fmla="*/ 99364 w 129077"/>
                <a:gd name="connsiteY14" fmla="*/ 110443 h 215139"/>
                <a:gd name="connsiteX15" fmla="*/ 128118 w 129077"/>
                <a:gd name="connsiteY15" fmla="*/ 60009 h 215139"/>
                <a:gd name="connsiteX16" fmla="*/ 128118 w 129077"/>
                <a:gd name="connsiteY16" fmla="*/ 53625 h 215139"/>
                <a:gd name="connsiteX17" fmla="*/ 99364 w 129077"/>
                <a:gd name="connsiteY17" fmla="*/ 3192 h 215139"/>
                <a:gd name="connsiteX18" fmla="*/ 90418 w 129077"/>
                <a:gd name="connsiteY18" fmla="*/ 100867 h 215139"/>
                <a:gd name="connsiteX19" fmla="*/ 39298 w 129077"/>
                <a:gd name="connsiteY19" fmla="*/ 100867 h 215139"/>
                <a:gd name="connsiteX20" fmla="*/ 13738 w 129077"/>
                <a:gd name="connsiteY20" fmla="*/ 56817 h 215139"/>
                <a:gd name="connsiteX21" fmla="*/ 39298 w 129077"/>
                <a:gd name="connsiteY21" fmla="*/ 12768 h 215139"/>
                <a:gd name="connsiteX22" fmla="*/ 90418 w 129077"/>
                <a:gd name="connsiteY22" fmla="*/ 12768 h 215139"/>
                <a:gd name="connsiteX23" fmla="*/ 115977 w 129077"/>
                <a:gd name="connsiteY23" fmla="*/ 56817 h 215139"/>
                <a:gd name="connsiteX24" fmla="*/ 90418 w 129077"/>
                <a:gd name="connsiteY24" fmla="*/ 100867 h 215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9077" h="215139">
                  <a:moveTo>
                    <a:pt x="99364" y="3192"/>
                  </a:moveTo>
                  <a:cubicBezTo>
                    <a:pt x="98086" y="1276"/>
                    <a:pt x="96169" y="0"/>
                    <a:pt x="93613" y="0"/>
                  </a:cubicBezTo>
                  <a:lnTo>
                    <a:pt x="35464" y="0"/>
                  </a:lnTo>
                  <a:cubicBezTo>
                    <a:pt x="32908" y="0"/>
                    <a:pt x="30991" y="1276"/>
                    <a:pt x="29713" y="3192"/>
                  </a:cubicBezTo>
                  <a:lnTo>
                    <a:pt x="959" y="53625"/>
                  </a:lnTo>
                  <a:cubicBezTo>
                    <a:pt x="-320" y="55540"/>
                    <a:pt x="-320" y="58094"/>
                    <a:pt x="959" y="60009"/>
                  </a:cubicBezTo>
                  <a:lnTo>
                    <a:pt x="29713" y="110443"/>
                  </a:lnTo>
                  <a:cubicBezTo>
                    <a:pt x="30991" y="112358"/>
                    <a:pt x="32908" y="113635"/>
                    <a:pt x="35464" y="113635"/>
                  </a:cubicBezTo>
                  <a:lnTo>
                    <a:pt x="58468" y="113635"/>
                  </a:lnTo>
                  <a:lnTo>
                    <a:pt x="58468" y="208756"/>
                  </a:lnTo>
                  <a:cubicBezTo>
                    <a:pt x="58468" y="212587"/>
                    <a:pt x="61024" y="215140"/>
                    <a:pt x="64858" y="215140"/>
                  </a:cubicBezTo>
                  <a:cubicBezTo>
                    <a:pt x="68692" y="215140"/>
                    <a:pt x="71248" y="212587"/>
                    <a:pt x="71248" y="208756"/>
                  </a:cubicBezTo>
                  <a:lnTo>
                    <a:pt x="71248" y="113635"/>
                  </a:lnTo>
                  <a:lnTo>
                    <a:pt x="93613" y="113635"/>
                  </a:lnTo>
                  <a:cubicBezTo>
                    <a:pt x="96169" y="113635"/>
                    <a:pt x="98086" y="112358"/>
                    <a:pt x="99364" y="110443"/>
                  </a:cubicBezTo>
                  <a:lnTo>
                    <a:pt x="128118" y="60009"/>
                  </a:lnTo>
                  <a:cubicBezTo>
                    <a:pt x="129397" y="58094"/>
                    <a:pt x="129397" y="55540"/>
                    <a:pt x="128118" y="53625"/>
                  </a:cubicBezTo>
                  <a:lnTo>
                    <a:pt x="99364" y="3192"/>
                  </a:lnTo>
                  <a:close/>
                  <a:moveTo>
                    <a:pt x="90418" y="100867"/>
                  </a:moveTo>
                  <a:lnTo>
                    <a:pt x="39298" y="100867"/>
                  </a:lnTo>
                  <a:lnTo>
                    <a:pt x="13738" y="56817"/>
                  </a:lnTo>
                  <a:lnTo>
                    <a:pt x="39298" y="12768"/>
                  </a:lnTo>
                  <a:lnTo>
                    <a:pt x="90418" y="12768"/>
                  </a:lnTo>
                  <a:lnTo>
                    <a:pt x="115977" y="56817"/>
                  </a:lnTo>
                  <a:lnTo>
                    <a:pt x="90418" y="100867"/>
                  </a:lnTo>
                  <a:close/>
                </a:path>
              </a:pathLst>
            </a:custGeom>
            <a:solidFill>
              <a:srgbClr val="0076A8"/>
            </a:solidFill>
            <a:ln w="6390" cap="flat">
              <a:noFill/>
              <a:prstDash val="solid"/>
              <a:miter/>
            </a:ln>
          </p:spPr>
          <p:txBody>
            <a:bodyPr rtlCol="0" anchor="ctr"/>
            <a:lstStyle/>
            <a:p>
              <a:endParaRPr lang="en-US"/>
            </a:p>
          </p:txBody>
        </p:sp>
      </p:grpSp>
      <p:grpSp>
        <p:nvGrpSpPr>
          <p:cNvPr id="483" name="Graphic 4">
            <a:extLst>
              <a:ext uri="{FF2B5EF4-FFF2-40B4-BE49-F238E27FC236}">
                <a16:creationId xmlns:a16="http://schemas.microsoft.com/office/drawing/2014/main" id="{5E66D0F3-415B-CD4B-9BB9-2B63D305B752}"/>
              </a:ext>
            </a:extLst>
          </p:cNvPr>
          <p:cNvGrpSpPr/>
          <p:nvPr/>
        </p:nvGrpSpPr>
        <p:grpSpPr>
          <a:xfrm>
            <a:off x="5099169" y="3824168"/>
            <a:ext cx="362309" cy="361971"/>
            <a:chOff x="5099169" y="3824168"/>
            <a:chExt cx="362309" cy="361971"/>
          </a:xfrm>
          <a:solidFill>
            <a:srgbClr val="0076A8"/>
          </a:solidFill>
        </p:grpSpPr>
        <p:sp>
          <p:nvSpPr>
            <p:cNvPr id="484" name="Graphic 4">
              <a:extLst>
                <a:ext uri="{FF2B5EF4-FFF2-40B4-BE49-F238E27FC236}">
                  <a16:creationId xmlns:a16="http://schemas.microsoft.com/office/drawing/2014/main" id="{DFF76410-B52B-6E43-BA41-9A7BE4E652D8}"/>
                </a:ext>
              </a:extLst>
            </p:cNvPr>
            <p:cNvSpPr/>
            <p:nvPr/>
          </p:nvSpPr>
          <p:spPr>
            <a:xfrm>
              <a:off x="5229524" y="3910351"/>
              <a:ext cx="101599" cy="88098"/>
            </a:xfrm>
            <a:custGeom>
              <a:avLst/>
              <a:gdLst>
                <a:gd name="connsiteX0" fmla="*/ 25560 w 101599"/>
                <a:gd name="connsiteY0" fmla="*/ 0 h 88098"/>
                <a:gd name="connsiteX1" fmla="*/ 0 w 101599"/>
                <a:gd name="connsiteY1" fmla="*/ 44049 h 88098"/>
                <a:gd name="connsiteX2" fmla="*/ 25560 w 101599"/>
                <a:gd name="connsiteY2" fmla="*/ 88099 h 88098"/>
                <a:gd name="connsiteX3" fmla="*/ 76040 w 101599"/>
                <a:gd name="connsiteY3" fmla="*/ 88099 h 88098"/>
                <a:gd name="connsiteX4" fmla="*/ 101600 w 101599"/>
                <a:gd name="connsiteY4" fmla="*/ 44049 h 88098"/>
                <a:gd name="connsiteX5" fmla="*/ 76040 w 101599"/>
                <a:gd name="connsiteY5" fmla="*/ 0 h 8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599" h="88098">
                  <a:moveTo>
                    <a:pt x="25560" y="0"/>
                  </a:moveTo>
                  <a:lnTo>
                    <a:pt x="0" y="44049"/>
                  </a:lnTo>
                  <a:lnTo>
                    <a:pt x="25560" y="88099"/>
                  </a:lnTo>
                  <a:lnTo>
                    <a:pt x="76040" y="88099"/>
                  </a:lnTo>
                  <a:lnTo>
                    <a:pt x="101600" y="44049"/>
                  </a:lnTo>
                  <a:lnTo>
                    <a:pt x="76040" y="0"/>
                  </a:lnTo>
                  <a:close/>
                </a:path>
              </a:pathLst>
            </a:custGeom>
            <a:solidFill>
              <a:srgbClr val="0076A8"/>
            </a:solidFill>
            <a:ln w="6390" cap="flat">
              <a:noFill/>
              <a:prstDash val="solid"/>
              <a:miter/>
            </a:ln>
          </p:spPr>
          <p:txBody>
            <a:bodyPr rtlCol="0" anchor="ctr"/>
            <a:lstStyle/>
            <a:p>
              <a:endParaRPr lang="en-US"/>
            </a:p>
          </p:txBody>
        </p:sp>
        <p:sp>
          <p:nvSpPr>
            <p:cNvPr id="485" name="Graphic 4">
              <a:extLst>
                <a:ext uri="{FF2B5EF4-FFF2-40B4-BE49-F238E27FC236}">
                  <a16:creationId xmlns:a16="http://schemas.microsoft.com/office/drawing/2014/main" id="{CE909466-D7C3-2941-A624-51AAD5736DE7}"/>
                </a:ext>
              </a:extLst>
            </p:cNvPr>
            <p:cNvSpPr/>
            <p:nvPr/>
          </p:nvSpPr>
          <p:spPr>
            <a:xfrm>
              <a:off x="5099169" y="3824168"/>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245374 w 362309"/>
                <a:gd name="connsiteY6" fmla="*/ 133425 h 361971"/>
                <a:gd name="connsiteX7" fmla="*/ 215980 w 362309"/>
                <a:gd name="connsiteY7" fmla="*/ 183859 h 361971"/>
                <a:gd name="connsiteX8" fmla="*/ 210229 w 362309"/>
                <a:gd name="connsiteY8" fmla="*/ 187051 h 361971"/>
                <a:gd name="connsiteX9" fmla="*/ 187225 w 362309"/>
                <a:gd name="connsiteY9" fmla="*/ 187051 h 361971"/>
                <a:gd name="connsiteX10" fmla="*/ 187225 w 362309"/>
                <a:gd name="connsiteY10" fmla="*/ 282172 h 361971"/>
                <a:gd name="connsiteX11" fmla="*/ 180835 w 362309"/>
                <a:gd name="connsiteY11" fmla="*/ 288556 h 361971"/>
                <a:gd name="connsiteX12" fmla="*/ 174445 w 362309"/>
                <a:gd name="connsiteY12" fmla="*/ 282172 h 361971"/>
                <a:gd name="connsiteX13" fmla="*/ 174445 w 362309"/>
                <a:gd name="connsiteY13" fmla="*/ 187051 h 361971"/>
                <a:gd name="connsiteX14" fmla="*/ 152080 w 362309"/>
                <a:gd name="connsiteY14" fmla="*/ 187051 h 361971"/>
                <a:gd name="connsiteX15" fmla="*/ 146330 w 362309"/>
                <a:gd name="connsiteY15" fmla="*/ 183859 h 361971"/>
                <a:gd name="connsiteX16" fmla="*/ 117575 w 362309"/>
                <a:gd name="connsiteY16" fmla="*/ 133425 h 361971"/>
                <a:gd name="connsiteX17" fmla="*/ 117575 w 362309"/>
                <a:gd name="connsiteY17" fmla="*/ 127041 h 361971"/>
                <a:gd name="connsiteX18" fmla="*/ 146330 w 362309"/>
                <a:gd name="connsiteY18" fmla="*/ 76608 h 361971"/>
                <a:gd name="connsiteX19" fmla="*/ 152080 w 362309"/>
                <a:gd name="connsiteY19" fmla="*/ 73416 h 361971"/>
                <a:gd name="connsiteX20" fmla="*/ 210229 w 362309"/>
                <a:gd name="connsiteY20" fmla="*/ 73416 h 361971"/>
                <a:gd name="connsiteX21" fmla="*/ 215980 w 362309"/>
                <a:gd name="connsiteY21" fmla="*/ 76608 h 361971"/>
                <a:gd name="connsiteX22" fmla="*/ 245374 w 362309"/>
                <a:gd name="connsiteY22" fmla="*/ 127041 h 361971"/>
                <a:gd name="connsiteX23" fmla="*/ 245374 w 362309"/>
                <a:gd name="connsiteY23" fmla="*/ 133425 h 361971"/>
                <a:gd name="connsiteX24" fmla="*/ 245374 w 362309"/>
                <a:gd name="connsiteY24" fmla="*/ 13342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309" h="361971">
                  <a:moveTo>
                    <a:pt x="181474" y="0"/>
                  </a:moveTo>
                  <a:cubicBezTo>
                    <a:pt x="81152" y="0"/>
                    <a:pt x="0" y="81076"/>
                    <a:pt x="0" y="180667"/>
                  </a:cubicBezTo>
                  <a:cubicBezTo>
                    <a:pt x="0" y="280257"/>
                    <a:pt x="81152" y="361971"/>
                    <a:pt x="180835" y="361971"/>
                  </a:cubicBezTo>
                  <a:cubicBezTo>
                    <a:pt x="280518" y="361971"/>
                    <a:pt x="362310" y="280895"/>
                    <a:pt x="362310" y="181305"/>
                  </a:cubicBezTo>
                  <a:lnTo>
                    <a:pt x="362310" y="181305"/>
                  </a:lnTo>
                  <a:cubicBezTo>
                    <a:pt x="362310" y="81076"/>
                    <a:pt x="281157" y="0"/>
                    <a:pt x="181474" y="0"/>
                  </a:cubicBezTo>
                  <a:close/>
                  <a:moveTo>
                    <a:pt x="245374" y="133425"/>
                  </a:moveTo>
                  <a:lnTo>
                    <a:pt x="215980" y="183859"/>
                  </a:lnTo>
                  <a:cubicBezTo>
                    <a:pt x="214702" y="185774"/>
                    <a:pt x="212785" y="187051"/>
                    <a:pt x="210229" y="187051"/>
                  </a:cubicBezTo>
                  <a:lnTo>
                    <a:pt x="187225" y="187051"/>
                  </a:lnTo>
                  <a:lnTo>
                    <a:pt x="187225" y="282172"/>
                  </a:lnTo>
                  <a:cubicBezTo>
                    <a:pt x="187225" y="286002"/>
                    <a:pt x="184669" y="288556"/>
                    <a:pt x="180835" y="288556"/>
                  </a:cubicBezTo>
                  <a:cubicBezTo>
                    <a:pt x="177001" y="288556"/>
                    <a:pt x="174445" y="286002"/>
                    <a:pt x="174445" y="282172"/>
                  </a:cubicBezTo>
                  <a:lnTo>
                    <a:pt x="174445" y="187051"/>
                  </a:lnTo>
                  <a:lnTo>
                    <a:pt x="152080" y="187051"/>
                  </a:lnTo>
                  <a:cubicBezTo>
                    <a:pt x="149525" y="187051"/>
                    <a:pt x="147607" y="185774"/>
                    <a:pt x="146330" y="183859"/>
                  </a:cubicBezTo>
                  <a:lnTo>
                    <a:pt x="117575" y="133425"/>
                  </a:lnTo>
                  <a:cubicBezTo>
                    <a:pt x="116297" y="131510"/>
                    <a:pt x="116297" y="128956"/>
                    <a:pt x="117575" y="127041"/>
                  </a:cubicBezTo>
                  <a:lnTo>
                    <a:pt x="146330" y="76608"/>
                  </a:lnTo>
                  <a:cubicBezTo>
                    <a:pt x="147607" y="74692"/>
                    <a:pt x="149525" y="73416"/>
                    <a:pt x="152080" y="73416"/>
                  </a:cubicBezTo>
                  <a:lnTo>
                    <a:pt x="210229" y="73416"/>
                  </a:lnTo>
                  <a:cubicBezTo>
                    <a:pt x="212785" y="73416"/>
                    <a:pt x="214702" y="74692"/>
                    <a:pt x="215980" y="76608"/>
                  </a:cubicBezTo>
                  <a:lnTo>
                    <a:pt x="245374" y="127041"/>
                  </a:lnTo>
                  <a:cubicBezTo>
                    <a:pt x="246013" y="128956"/>
                    <a:pt x="246013" y="131510"/>
                    <a:pt x="245374" y="133425"/>
                  </a:cubicBezTo>
                  <a:lnTo>
                    <a:pt x="245374" y="133425"/>
                  </a:lnTo>
                  <a:close/>
                </a:path>
              </a:pathLst>
            </a:custGeom>
            <a:solidFill>
              <a:srgbClr val="0076A8"/>
            </a:solidFill>
            <a:ln w="6390" cap="flat">
              <a:noFill/>
              <a:prstDash val="solid"/>
              <a:miter/>
            </a:ln>
          </p:spPr>
          <p:txBody>
            <a:bodyPr rtlCol="0" anchor="ctr"/>
            <a:lstStyle/>
            <a:p>
              <a:endParaRPr lang="en-US"/>
            </a:p>
          </p:txBody>
        </p:sp>
      </p:grpSp>
      <p:grpSp>
        <p:nvGrpSpPr>
          <p:cNvPr id="486" name="Graphic 4">
            <a:extLst>
              <a:ext uri="{FF2B5EF4-FFF2-40B4-BE49-F238E27FC236}">
                <a16:creationId xmlns:a16="http://schemas.microsoft.com/office/drawing/2014/main" id="{A9BEEF35-BE7A-B749-B3A9-1B70757DBFAE}"/>
              </a:ext>
            </a:extLst>
          </p:cNvPr>
          <p:cNvGrpSpPr/>
          <p:nvPr/>
        </p:nvGrpSpPr>
        <p:grpSpPr>
          <a:xfrm>
            <a:off x="2998797" y="4308712"/>
            <a:ext cx="362309" cy="361971"/>
            <a:chOff x="2998797" y="4308712"/>
            <a:chExt cx="362309" cy="361971"/>
          </a:xfrm>
          <a:solidFill>
            <a:srgbClr val="005587"/>
          </a:solidFill>
        </p:grpSpPr>
        <p:sp>
          <p:nvSpPr>
            <p:cNvPr id="487" name="Graphic 4">
              <a:extLst>
                <a:ext uri="{FF2B5EF4-FFF2-40B4-BE49-F238E27FC236}">
                  <a16:creationId xmlns:a16="http://schemas.microsoft.com/office/drawing/2014/main" id="{D620C8B0-8378-8F4C-B89B-92BFD9095747}"/>
                </a:ext>
              </a:extLst>
            </p:cNvPr>
            <p:cNvSpPr/>
            <p:nvPr/>
          </p:nvSpPr>
          <p:spPr>
            <a:xfrm>
              <a:off x="3080588" y="4467673"/>
              <a:ext cx="89459" cy="62562"/>
            </a:xfrm>
            <a:custGeom>
              <a:avLst/>
              <a:gdLst>
                <a:gd name="connsiteX0" fmla="*/ 89459 w 89459"/>
                <a:gd name="connsiteY0" fmla="*/ 33197 h 62562"/>
                <a:gd name="connsiteX1" fmla="*/ 23004 w 89459"/>
                <a:gd name="connsiteY1" fmla="*/ 0 h 62562"/>
                <a:gd name="connsiteX2" fmla="*/ 0 w 89459"/>
                <a:gd name="connsiteY2" fmla="*/ 29366 h 62562"/>
                <a:gd name="connsiteX3" fmla="*/ 66455 w 89459"/>
                <a:gd name="connsiteY3" fmla="*/ 62563 h 62562"/>
              </a:gdLst>
              <a:ahLst/>
              <a:cxnLst>
                <a:cxn ang="0">
                  <a:pos x="connsiteX0" y="connsiteY0"/>
                </a:cxn>
                <a:cxn ang="0">
                  <a:pos x="connsiteX1" y="connsiteY1"/>
                </a:cxn>
                <a:cxn ang="0">
                  <a:pos x="connsiteX2" y="connsiteY2"/>
                </a:cxn>
                <a:cxn ang="0">
                  <a:pos x="connsiteX3" y="connsiteY3"/>
                </a:cxn>
              </a:cxnLst>
              <a:rect l="l" t="t" r="r" b="b"/>
              <a:pathLst>
                <a:path w="89459" h="62562">
                  <a:moveTo>
                    <a:pt x="89459" y="33197"/>
                  </a:moveTo>
                  <a:lnTo>
                    <a:pt x="23004" y="0"/>
                  </a:lnTo>
                  <a:lnTo>
                    <a:pt x="0" y="29366"/>
                  </a:lnTo>
                  <a:lnTo>
                    <a:pt x="66455" y="62563"/>
                  </a:lnTo>
                  <a:close/>
                </a:path>
              </a:pathLst>
            </a:custGeom>
            <a:solidFill>
              <a:srgbClr val="005587"/>
            </a:solidFill>
            <a:ln w="6390" cap="flat">
              <a:noFill/>
              <a:prstDash val="solid"/>
              <a:miter/>
            </a:ln>
          </p:spPr>
          <p:txBody>
            <a:bodyPr rtlCol="0" anchor="ctr"/>
            <a:lstStyle/>
            <a:p>
              <a:endParaRPr lang="en-US"/>
            </a:p>
          </p:txBody>
        </p:sp>
        <p:sp>
          <p:nvSpPr>
            <p:cNvPr id="488" name="Graphic 4">
              <a:extLst>
                <a:ext uri="{FF2B5EF4-FFF2-40B4-BE49-F238E27FC236}">
                  <a16:creationId xmlns:a16="http://schemas.microsoft.com/office/drawing/2014/main" id="{3FDE932A-E49D-A946-A4D2-A9CD8DB71E79}"/>
                </a:ext>
              </a:extLst>
            </p:cNvPr>
            <p:cNvSpPr/>
            <p:nvPr/>
          </p:nvSpPr>
          <p:spPr>
            <a:xfrm>
              <a:off x="3116372" y="4428092"/>
              <a:ext cx="127798" cy="63839"/>
            </a:xfrm>
            <a:custGeom>
              <a:avLst/>
              <a:gdLst>
                <a:gd name="connsiteX0" fmla="*/ 63899 w 127798"/>
                <a:gd name="connsiteY0" fmla="*/ 0 h 63839"/>
                <a:gd name="connsiteX1" fmla="*/ 0 w 127798"/>
                <a:gd name="connsiteY1" fmla="*/ 31920 h 63839"/>
                <a:gd name="connsiteX2" fmla="*/ 63899 w 127798"/>
                <a:gd name="connsiteY2" fmla="*/ 63840 h 63839"/>
                <a:gd name="connsiteX3" fmla="*/ 127799 w 127798"/>
                <a:gd name="connsiteY3" fmla="*/ 31920 h 63839"/>
              </a:gdLst>
              <a:ahLst/>
              <a:cxnLst>
                <a:cxn ang="0">
                  <a:pos x="connsiteX0" y="connsiteY0"/>
                </a:cxn>
                <a:cxn ang="0">
                  <a:pos x="connsiteX1" y="connsiteY1"/>
                </a:cxn>
                <a:cxn ang="0">
                  <a:pos x="connsiteX2" y="connsiteY2"/>
                </a:cxn>
                <a:cxn ang="0">
                  <a:pos x="connsiteX3" y="connsiteY3"/>
                </a:cxn>
              </a:cxnLst>
              <a:rect l="l" t="t" r="r" b="b"/>
              <a:pathLst>
                <a:path w="127798" h="63839">
                  <a:moveTo>
                    <a:pt x="63899" y="0"/>
                  </a:moveTo>
                  <a:lnTo>
                    <a:pt x="0" y="31920"/>
                  </a:lnTo>
                  <a:lnTo>
                    <a:pt x="63899" y="63840"/>
                  </a:lnTo>
                  <a:lnTo>
                    <a:pt x="127799" y="31920"/>
                  </a:lnTo>
                  <a:close/>
                </a:path>
              </a:pathLst>
            </a:custGeom>
            <a:solidFill>
              <a:srgbClr val="005587"/>
            </a:solidFill>
            <a:ln w="6390" cap="flat">
              <a:noFill/>
              <a:prstDash val="solid"/>
              <a:miter/>
            </a:ln>
          </p:spPr>
          <p:txBody>
            <a:bodyPr rtlCol="0" anchor="ctr"/>
            <a:lstStyle/>
            <a:p>
              <a:endParaRPr lang="en-US"/>
            </a:p>
          </p:txBody>
        </p:sp>
        <p:sp>
          <p:nvSpPr>
            <p:cNvPr id="489" name="Graphic 4">
              <a:extLst>
                <a:ext uri="{FF2B5EF4-FFF2-40B4-BE49-F238E27FC236}">
                  <a16:creationId xmlns:a16="http://schemas.microsoft.com/office/drawing/2014/main" id="{F784AD69-A274-7346-B347-2BB2D85DDA4E}"/>
                </a:ext>
              </a:extLst>
            </p:cNvPr>
            <p:cNvSpPr/>
            <p:nvPr/>
          </p:nvSpPr>
          <p:spPr>
            <a:xfrm>
              <a:off x="3108065" y="4517468"/>
              <a:ext cx="65177" cy="72777"/>
            </a:xfrm>
            <a:custGeom>
              <a:avLst/>
              <a:gdLst>
                <a:gd name="connsiteX0" fmla="*/ 43452 w 65177"/>
                <a:gd name="connsiteY0" fmla="*/ 26174 h 72777"/>
                <a:gd name="connsiteX1" fmla="*/ 43452 w 65177"/>
                <a:gd name="connsiteY1" fmla="*/ 26174 h 72777"/>
                <a:gd name="connsiteX2" fmla="*/ 40257 w 65177"/>
                <a:gd name="connsiteY2" fmla="*/ 26813 h 72777"/>
                <a:gd name="connsiteX3" fmla="*/ 37701 w 65177"/>
                <a:gd name="connsiteY3" fmla="*/ 26174 h 72777"/>
                <a:gd name="connsiteX4" fmla="*/ 37701 w 65177"/>
                <a:gd name="connsiteY4" fmla="*/ 26174 h 72777"/>
                <a:gd name="connsiteX5" fmla="*/ 0 w 65177"/>
                <a:gd name="connsiteY5" fmla="*/ 7022 h 72777"/>
                <a:gd name="connsiteX6" fmla="*/ 0 w 65177"/>
                <a:gd name="connsiteY6" fmla="*/ 39581 h 72777"/>
                <a:gd name="connsiteX7" fmla="*/ 65177 w 65177"/>
                <a:gd name="connsiteY7" fmla="*/ 72778 h 72777"/>
                <a:gd name="connsiteX8" fmla="*/ 65177 w 65177"/>
                <a:gd name="connsiteY8" fmla="*/ 0 h 72777"/>
                <a:gd name="connsiteX9" fmla="*/ 45369 w 65177"/>
                <a:gd name="connsiteY9" fmla="*/ 24898 h 72777"/>
                <a:gd name="connsiteX10" fmla="*/ 43452 w 65177"/>
                <a:gd name="connsiteY10" fmla="*/ 26174 h 72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177" h="72777">
                  <a:moveTo>
                    <a:pt x="43452" y="26174"/>
                  </a:moveTo>
                  <a:lnTo>
                    <a:pt x="43452" y="26174"/>
                  </a:lnTo>
                  <a:cubicBezTo>
                    <a:pt x="42174" y="26813"/>
                    <a:pt x="41535" y="26813"/>
                    <a:pt x="40257" y="26813"/>
                  </a:cubicBezTo>
                  <a:cubicBezTo>
                    <a:pt x="39618" y="26813"/>
                    <a:pt x="38340" y="26813"/>
                    <a:pt x="37701" y="26174"/>
                  </a:cubicBezTo>
                  <a:lnTo>
                    <a:pt x="37701" y="26174"/>
                  </a:lnTo>
                  <a:lnTo>
                    <a:pt x="0" y="7022"/>
                  </a:lnTo>
                  <a:lnTo>
                    <a:pt x="0" y="39581"/>
                  </a:lnTo>
                  <a:lnTo>
                    <a:pt x="65177" y="72778"/>
                  </a:lnTo>
                  <a:lnTo>
                    <a:pt x="65177" y="0"/>
                  </a:lnTo>
                  <a:lnTo>
                    <a:pt x="45369" y="24898"/>
                  </a:lnTo>
                  <a:cubicBezTo>
                    <a:pt x="44730" y="25536"/>
                    <a:pt x="44091" y="26174"/>
                    <a:pt x="43452" y="26174"/>
                  </a:cubicBezTo>
                  <a:close/>
                </a:path>
              </a:pathLst>
            </a:custGeom>
            <a:solidFill>
              <a:srgbClr val="005587"/>
            </a:solidFill>
            <a:ln w="6390" cap="flat">
              <a:noFill/>
              <a:prstDash val="solid"/>
              <a:miter/>
            </a:ln>
          </p:spPr>
          <p:txBody>
            <a:bodyPr rtlCol="0" anchor="ctr"/>
            <a:lstStyle/>
            <a:p>
              <a:endParaRPr lang="en-US"/>
            </a:p>
          </p:txBody>
        </p:sp>
        <p:sp>
          <p:nvSpPr>
            <p:cNvPr id="490" name="Graphic 4">
              <a:extLst>
                <a:ext uri="{FF2B5EF4-FFF2-40B4-BE49-F238E27FC236}">
                  <a16:creationId xmlns:a16="http://schemas.microsoft.com/office/drawing/2014/main" id="{B6B210DF-3893-D14D-85CC-47904E2E3083}"/>
                </a:ext>
              </a:extLst>
            </p:cNvPr>
            <p:cNvSpPr/>
            <p:nvPr/>
          </p:nvSpPr>
          <p:spPr>
            <a:xfrm>
              <a:off x="3080588" y="4389788"/>
              <a:ext cx="89459" cy="61924"/>
            </a:xfrm>
            <a:custGeom>
              <a:avLst/>
              <a:gdLst>
                <a:gd name="connsiteX0" fmla="*/ 89459 w 89459"/>
                <a:gd name="connsiteY0" fmla="*/ 28728 h 61924"/>
                <a:gd name="connsiteX1" fmla="*/ 66455 w 89459"/>
                <a:gd name="connsiteY1" fmla="*/ 0 h 61924"/>
                <a:gd name="connsiteX2" fmla="*/ 0 w 89459"/>
                <a:gd name="connsiteY2" fmla="*/ 33197 h 61924"/>
                <a:gd name="connsiteX3" fmla="*/ 23004 w 89459"/>
                <a:gd name="connsiteY3" fmla="*/ 61925 h 61924"/>
              </a:gdLst>
              <a:ahLst/>
              <a:cxnLst>
                <a:cxn ang="0">
                  <a:pos x="connsiteX0" y="connsiteY0"/>
                </a:cxn>
                <a:cxn ang="0">
                  <a:pos x="connsiteX1" y="connsiteY1"/>
                </a:cxn>
                <a:cxn ang="0">
                  <a:pos x="connsiteX2" y="connsiteY2"/>
                </a:cxn>
                <a:cxn ang="0">
                  <a:pos x="connsiteX3" y="connsiteY3"/>
                </a:cxn>
              </a:cxnLst>
              <a:rect l="l" t="t" r="r" b="b"/>
              <a:pathLst>
                <a:path w="89459" h="61924">
                  <a:moveTo>
                    <a:pt x="89459" y="28728"/>
                  </a:moveTo>
                  <a:lnTo>
                    <a:pt x="66455" y="0"/>
                  </a:lnTo>
                  <a:lnTo>
                    <a:pt x="0" y="33197"/>
                  </a:lnTo>
                  <a:lnTo>
                    <a:pt x="23004" y="61925"/>
                  </a:lnTo>
                  <a:close/>
                </a:path>
              </a:pathLst>
            </a:custGeom>
            <a:solidFill>
              <a:srgbClr val="005587"/>
            </a:solidFill>
            <a:ln w="6390" cap="flat">
              <a:noFill/>
              <a:prstDash val="solid"/>
              <a:miter/>
            </a:ln>
          </p:spPr>
          <p:txBody>
            <a:bodyPr rtlCol="0" anchor="ctr"/>
            <a:lstStyle/>
            <a:p>
              <a:endParaRPr lang="en-US"/>
            </a:p>
          </p:txBody>
        </p:sp>
        <p:sp>
          <p:nvSpPr>
            <p:cNvPr id="491" name="Graphic 4">
              <a:extLst>
                <a:ext uri="{FF2B5EF4-FFF2-40B4-BE49-F238E27FC236}">
                  <a16:creationId xmlns:a16="http://schemas.microsoft.com/office/drawing/2014/main" id="{B3A0CD91-B308-D94D-A894-7B5201C2A174}"/>
                </a:ext>
              </a:extLst>
            </p:cNvPr>
            <p:cNvSpPr/>
            <p:nvPr/>
          </p:nvSpPr>
          <p:spPr>
            <a:xfrm>
              <a:off x="2998797" y="4308712"/>
              <a:ext cx="362309" cy="361971"/>
            </a:xfrm>
            <a:custGeom>
              <a:avLst/>
              <a:gdLst>
                <a:gd name="connsiteX0" fmla="*/ 181474 w 362309"/>
                <a:gd name="connsiteY0" fmla="*/ 0 h 361971"/>
                <a:gd name="connsiteX1" fmla="*/ 181474 w 362309"/>
                <a:gd name="connsiteY1" fmla="*/ 0 h 361971"/>
                <a:gd name="connsiteX2" fmla="*/ 0 w 362309"/>
                <a:gd name="connsiteY2" fmla="*/ 181305 h 361971"/>
                <a:gd name="connsiteX3" fmla="*/ 181474 w 362309"/>
                <a:gd name="connsiteY3" fmla="*/ 361972 h 361971"/>
                <a:gd name="connsiteX4" fmla="*/ 362310 w 362309"/>
                <a:gd name="connsiteY4" fmla="*/ 180667 h 361971"/>
                <a:gd name="connsiteX5" fmla="*/ 181474 w 362309"/>
                <a:gd name="connsiteY5" fmla="*/ 0 h 361971"/>
                <a:gd name="connsiteX6" fmla="*/ 295215 w 362309"/>
                <a:gd name="connsiteY6" fmla="*/ 185774 h 361971"/>
                <a:gd name="connsiteX7" fmla="*/ 296493 w 362309"/>
                <a:gd name="connsiteY7" fmla="*/ 190881 h 361971"/>
                <a:gd name="connsiteX8" fmla="*/ 293298 w 362309"/>
                <a:gd name="connsiteY8" fmla="*/ 195350 h 361971"/>
                <a:gd name="connsiteX9" fmla="*/ 265821 w 362309"/>
                <a:gd name="connsiteY9" fmla="*/ 209395 h 361971"/>
                <a:gd name="connsiteX10" fmla="*/ 265821 w 362309"/>
                <a:gd name="connsiteY10" fmla="*/ 252167 h 361971"/>
                <a:gd name="connsiteX11" fmla="*/ 265821 w 362309"/>
                <a:gd name="connsiteY11" fmla="*/ 252806 h 361971"/>
                <a:gd name="connsiteX12" fmla="*/ 265821 w 362309"/>
                <a:gd name="connsiteY12" fmla="*/ 254082 h 361971"/>
                <a:gd name="connsiteX13" fmla="*/ 265182 w 362309"/>
                <a:gd name="connsiteY13" fmla="*/ 255359 h 361971"/>
                <a:gd name="connsiteX14" fmla="*/ 264544 w 362309"/>
                <a:gd name="connsiteY14" fmla="*/ 256636 h 361971"/>
                <a:gd name="connsiteX15" fmla="*/ 263266 w 362309"/>
                <a:gd name="connsiteY15" fmla="*/ 257274 h 361971"/>
                <a:gd name="connsiteX16" fmla="*/ 262626 w 362309"/>
                <a:gd name="connsiteY16" fmla="*/ 257913 h 361971"/>
                <a:gd name="connsiteX17" fmla="*/ 184030 w 362309"/>
                <a:gd name="connsiteY17" fmla="*/ 296855 h 361971"/>
                <a:gd name="connsiteX18" fmla="*/ 183391 w 362309"/>
                <a:gd name="connsiteY18" fmla="*/ 296855 h 361971"/>
                <a:gd name="connsiteX19" fmla="*/ 181474 w 362309"/>
                <a:gd name="connsiteY19" fmla="*/ 297494 h 361971"/>
                <a:gd name="connsiteX20" fmla="*/ 179557 w 362309"/>
                <a:gd name="connsiteY20" fmla="*/ 296855 h 361971"/>
                <a:gd name="connsiteX21" fmla="*/ 178918 w 362309"/>
                <a:gd name="connsiteY21" fmla="*/ 296855 h 361971"/>
                <a:gd name="connsiteX22" fmla="*/ 100322 w 362309"/>
                <a:gd name="connsiteY22" fmla="*/ 257913 h 361971"/>
                <a:gd name="connsiteX23" fmla="*/ 99683 w 362309"/>
                <a:gd name="connsiteY23" fmla="*/ 257274 h 361971"/>
                <a:gd name="connsiteX24" fmla="*/ 98405 w 362309"/>
                <a:gd name="connsiteY24" fmla="*/ 256636 h 361971"/>
                <a:gd name="connsiteX25" fmla="*/ 97766 w 362309"/>
                <a:gd name="connsiteY25" fmla="*/ 255359 h 361971"/>
                <a:gd name="connsiteX26" fmla="*/ 97127 w 362309"/>
                <a:gd name="connsiteY26" fmla="*/ 254082 h 361971"/>
                <a:gd name="connsiteX27" fmla="*/ 97127 w 362309"/>
                <a:gd name="connsiteY27" fmla="*/ 252806 h 361971"/>
                <a:gd name="connsiteX28" fmla="*/ 97127 w 362309"/>
                <a:gd name="connsiteY28" fmla="*/ 252167 h 361971"/>
                <a:gd name="connsiteX29" fmla="*/ 97127 w 362309"/>
                <a:gd name="connsiteY29" fmla="*/ 209395 h 361971"/>
                <a:gd name="connsiteX30" fmla="*/ 69650 w 362309"/>
                <a:gd name="connsiteY30" fmla="*/ 195350 h 361971"/>
                <a:gd name="connsiteX31" fmla="*/ 69011 w 362309"/>
                <a:gd name="connsiteY31" fmla="*/ 195350 h 361971"/>
                <a:gd name="connsiteX32" fmla="*/ 68372 w 362309"/>
                <a:gd name="connsiteY32" fmla="*/ 194711 h 361971"/>
                <a:gd name="connsiteX33" fmla="*/ 67733 w 362309"/>
                <a:gd name="connsiteY33" fmla="*/ 194073 h 361971"/>
                <a:gd name="connsiteX34" fmla="*/ 67094 w 362309"/>
                <a:gd name="connsiteY34" fmla="*/ 192796 h 361971"/>
                <a:gd name="connsiteX35" fmla="*/ 66456 w 362309"/>
                <a:gd name="connsiteY35" fmla="*/ 191519 h 361971"/>
                <a:gd name="connsiteX36" fmla="*/ 65816 w 362309"/>
                <a:gd name="connsiteY36" fmla="*/ 190243 h 361971"/>
                <a:gd name="connsiteX37" fmla="*/ 65816 w 362309"/>
                <a:gd name="connsiteY37" fmla="*/ 188966 h 361971"/>
                <a:gd name="connsiteX38" fmla="*/ 65816 w 362309"/>
                <a:gd name="connsiteY38" fmla="*/ 187689 h 361971"/>
                <a:gd name="connsiteX39" fmla="*/ 65816 w 362309"/>
                <a:gd name="connsiteY39" fmla="*/ 186412 h 361971"/>
                <a:gd name="connsiteX40" fmla="*/ 65816 w 362309"/>
                <a:gd name="connsiteY40" fmla="*/ 185774 h 361971"/>
                <a:gd name="connsiteX41" fmla="*/ 66456 w 362309"/>
                <a:gd name="connsiteY41" fmla="*/ 185135 h 361971"/>
                <a:gd name="connsiteX42" fmla="*/ 66456 w 362309"/>
                <a:gd name="connsiteY42" fmla="*/ 184497 h 361971"/>
                <a:gd name="connsiteX43" fmla="*/ 94571 w 362309"/>
                <a:gd name="connsiteY43" fmla="*/ 149385 h 361971"/>
                <a:gd name="connsiteX44" fmla="*/ 66456 w 362309"/>
                <a:gd name="connsiteY44" fmla="*/ 114273 h 361971"/>
                <a:gd name="connsiteX45" fmla="*/ 65177 w 362309"/>
                <a:gd name="connsiteY45" fmla="*/ 109166 h 361971"/>
                <a:gd name="connsiteX46" fmla="*/ 68372 w 362309"/>
                <a:gd name="connsiteY46" fmla="*/ 104697 h 361971"/>
                <a:gd name="connsiteX47" fmla="*/ 146969 w 362309"/>
                <a:gd name="connsiteY47" fmla="*/ 65755 h 361971"/>
                <a:gd name="connsiteX48" fmla="*/ 154637 w 362309"/>
                <a:gd name="connsiteY48" fmla="*/ 67670 h 361971"/>
                <a:gd name="connsiteX49" fmla="*/ 180835 w 362309"/>
                <a:gd name="connsiteY49" fmla="*/ 100867 h 361971"/>
                <a:gd name="connsiteX50" fmla="*/ 207034 w 362309"/>
                <a:gd name="connsiteY50" fmla="*/ 67670 h 361971"/>
                <a:gd name="connsiteX51" fmla="*/ 214702 w 362309"/>
                <a:gd name="connsiteY51" fmla="*/ 65755 h 361971"/>
                <a:gd name="connsiteX52" fmla="*/ 293298 w 362309"/>
                <a:gd name="connsiteY52" fmla="*/ 104697 h 361971"/>
                <a:gd name="connsiteX53" fmla="*/ 296493 w 362309"/>
                <a:gd name="connsiteY53" fmla="*/ 109166 h 361971"/>
                <a:gd name="connsiteX54" fmla="*/ 294576 w 362309"/>
                <a:gd name="connsiteY54" fmla="*/ 114273 h 361971"/>
                <a:gd name="connsiteX55" fmla="*/ 266460 w 362309"/>
                <a:gd name="connsiteY55" fmla="*/ 149385 h 361971"/>
                <a:gd name="connsiteX56" fmla="*/ 295215 w 362309"/>
                <a:gd name="connsiteY56" fmla="*/ 18577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62309" h="361971">
                  <a:moveTo>
                    <a:pt x="181474" y="0"/>
                  </a:moveTo>
                  <a:cubicBezTo>
                    <a:pt x="180835" y="0"/>
                    <a:pt x="180835" y="0"/>
                    <a:pt x="181474" y="0"/>
                  </a:cubicBezTo>
                  <a:cubicBezTo>
                    <a:pt x="81152" y="0"/>
                    <a:pt x="0" y="81077"/>
                    <a:pt x="0" y="181305"/>
                  </a:cubicBezTo>
                  <a:cubicBezTo>
                    <a:pt x="0" y="281534"/>
                    <a:pt x="81152" y="361972"/>
                    <a:pt x="181474" y="361972"/>
                  </a:cubicBezTo>
                  <a:cubicBezTo>
                    <a:pt x="281157" y="361972"/>
                    <a:pt x="362310" y="280895"/>
                    <a:pt x="362310" y="180667"/>
                  </a:cubicBezTo>
                  <a:cubicBezTo>
                    <a:pt x="362310" y="81077"/>
                    <a:pt x="281157" y="0"/>
                    <a:pt x="181474" y="0"/>
                  </a:cubicBezTo>
                  <a:close/>
                  <a:moveTo>
                    <a:pt x="295215" y="185774"/>
                  </a:moveTo>
                  <a:cubicBezTo>
                    <a:pt x="296493" y="187051"/>
                    <a:pt x="297132" y="188966"/>
                    <a:pt x="296493" y="190881"/>
                  </a:cubicBezTo>
                  <a:cubicBezTo>
                    <a:pt x="295854" y="192796"/>
                    <a:pt x="294576" y="194073"/>
                    <a:pt x="293298" y="195350"/>
                  </a:cubicBezTo>
                  <a:lnTo>
                    <a:pt x="265821" y="209395"/>
                  </a:lnTo>
                  <a:lnTo>
                    <a:pt x="265821" y="252167"/>
                  </a:lnTo>
                  <a:cubicBezTo>
                    <a:pt x="265821" y="252167"/>
                    <a:pt x="265821" y="252806"/>
                    <a:pt x="265821" y="252806"/>
                  </a:cubicBezTo>
                  <a:cubicBezTo>
                    <a:pt x="265821" y="253444"/>
                    <a:pt x="265821" y="253444"/>
                    <a:pt x="265821" y="254082"/>
                  </a:cubicBezTo>
                  <a:cubicBezTo>
                    <a:pt x="265821" y="254721"/>
                    <a:pt x="265182" y="254721"/>
                    <a:pt x="265182" y="255359"/>
                  </a:cubicBezTo>
                  <a:cubicBezTo>
                    <a:pt x="265182" y="255998"/>
                    <a:pt x="264544" y="255998"/>
                    <a:pt x="264544" y="256636"/>
                  </a:cubicBezTo>
                  <a:cubicBezTo>
                    <a:pt x="263905" y="256636"/>
                    <a:pt x="263905" y="257274"/>
                    <a:pt x="263266" y="257274"/>
                  </a:cubicBezTo>
                  <a:cubicBezTo>
                    <a:pt x="263266" y="257274"/>
                    <a:pt x="262626" y="257913"/>
                    <a:pt x="262626" y="257913"/>
                  </a:cubicBezTo>
                  <a:lnTo>
                    <a:pt x="184030" y="296855"/>
                  </a:lnTo>
                  <a:lnTo>
                    <a:pt x="183391" y="296855"/>
                  </a:lnTo>
                  <a:cubicBezTo>
                    <a:pt x="182752" y="296855"/>
                    <a:pt x="182113" y="297494"/>
                    <a:pt x="181474" y="297494"/>
                  </a:cubicBezTo>
                  <a:cubicBezTo>
                    <a:pt x="180835" y="297494"/>
                    <a:pt x="180196" y="297494"/>
                    <a:pt x="179557" y="296855"/>
                  </a:cubicBezTo>
                  <a:lnTo>
                    <a:pt x="178918" y="296855"/>
                  </a:lnTo>
                  <a:lnTo>
                    <a:pt x="100322" y="257913"/>
                  </a:lnTo>
                  <a:cubicBezTo>
                    <a:pt x="100322" y="257913"/>
                    <a:pt x="99683" y="257274"/>
                    <a:pt x="99683" y="257274"/>
                  </a:cubicBezTo>
                  <a:cubicBezTo>
                    <a:pt x="99044" y="257274"/>
                    <a:pt x="99044" y="256636"/>
                    <a:pt x="98405" y="256636"/>
                  </a:cubicBezTo>
                  <a:cubicBezTo>
                    <a:pt x="98405" y="256636"/>
                    <a:pt x="97766" y="255998"/>
                    <a:pt x="97766" y="255359"/>
                  </a:cubicBezTo>
                  <a:cubicBezTo>
                    <a:pt x="97766" y="255359"/>
                    <a:pt x="97127" y="254721"/>
                    <a:pt x="97127" y="254082"/>
                  </a:cubicBezTo>
                  <a:cubicBezTo>
                    <a:pt x="97127" y="253444"/>
                    <a:pt x="97127" y="253444"/>
                    <a:pt x="97127" y="252806"/>
                  </a:cubicBezTo>
                  <a:cubicBezTo>
                    <a:pt x="97127" y="252806"/>
                    <a:pt x="97127" y="252167"/>
                    <a:pt x="97127" y="252167"/>
                  </a:cubicBezTo>
                  <a:lnTo>
                    <a:pt x="97127" y="209395"/>
                  </a:lnTo>
                  <a:lnTo>
                    <a:pt x="69650" y="195350"/>
                  </a:lnTo>
                  <a:cubicBezTo>
                    <a:pt x="69650" y="195350"/>
                    <a:pt x="69650" y="195350"/>
                    <a:pt x="69011" y="195350"/>
                  </a:cubicBezTo>
                  <a:cubicBezTo>
                    <a:pt x="69011" y="195350"/>
                    <a:pt x="68372" y="195350"/>
                    <a:pt x="68372" y="194711"/>
                  </a:cubicBezTo>
                  <a:cubicBezTo>
                    <a:pt x="67733" y="194711"/>
                    <a:pt x="67733" y="194073"/>
                    <a:pt x="67733" y="194073"/>
                  </a:cubicBezTo>
                  <a:cubicBezTo>
                    <a:pt x="67733" y="194073"/>
                    <a:pt x="67094" y="193435"/>
                    <a:pt x="67094" y="192796"/>
                  </a:cubicBezTo>
                  <a:cubicBezTo>
                    <a:pt x="67094" y="192796"/>
                    <a:pt x="66456" y="192158"/>
                    <a:pt x="66456" y="191519"/>
                  </a:cubicBezTo>
                  <a:cubicBezTo>
                    <a:pt x="66456" y="190881"/>
                    <a:pt x="66456" y="190881"/>
                    <a:pt x="65816" y="190243"/>
                  </a:cubicBezTo>
                  <a:cubicBezTo>
                    <a:pt x="65816" y="189604"/>
                    <a:pt x="65816" y="189604"/>
                    <a:pt x="65816" y="188966"/>
                  </a:cubicBezTo>
                  <a:cubicBezTo>
                    <a:pt x="65816" y="188327"/>
                    <a:pt x="65816" y="188327"/>
                    <a:pt x="65816" y="187689"/>
                  </a:cubicBezTo>
                  <a:cubicBezTo>
                    <a:pt x="65816" y="187051"/>
                    <a:pt x="65816" y="187051"/>
                    <a:pt x="65816" y="186412"/>
                  </a:cubicBezTo>
                  <a:cubicBezTo>
                    <a:pt x="65816" y="186412"/>
                    <a:pt x="65816" y="186412"/>
                    <a:pt x="65816" y="185774"/>
                  </a:cubicBezTo>
                  <a:cubicBezTo>
                    <a:pt x="65816" y="185135"/>
                    <a:pt x="65816" y="185135"/>
                    <a:pt x="66456" y="185135"/>
                  </a:cubicBezTo>
                  <a:cubicBezTo>
                    <a:pt x="67094" y="185135"/>
                    <a:pt x="66456" y="184497"/>
                    <a:pt x="66456" y="184497"/>
                  </a:cubicBezTo>
                  <a:lnTo>
                    <a:pt x="94571" y="149385"/>
                  </a:lnTo>
                  <a:lnTo>
                    <a:pt x="66456" y="114273"/>
                  </a:lnTo>
                  <a:cubicBezTo>
                    <a:pt x="65177" y="112997"/>
                    <a:pt x="64538" y="111081"/>
                    <a:pt x="65177" y="109166"/>
                  </a:cubicBezTo>
                  <a:cubicBezTo>
                    <a:pt x="65816" y="107251"/>
                    <a:pt x="67094" y="105974"/>
                    <a:pt x="68372" y="104697"/>
                  </a:cubicBezTo>
                  <a:lnTo>
                    <a:pt x="146969" y="65755"/>
                  </a:lnTo>
                  <a:cubicBezTo>
                    <a:pt x="149525" y="64478"/>
                    <a:pt x="152720" y="65117"/>
                    <a:pt x="154637" y="67670"/>
                  </a:cubicBezTo>
                  <a:lnTo>
                    <a:pt x="180835" y="100867"/>
                  </a:lnTo>
                  <a:lnTo>
                    <a:pt x="207034" y="67670"/>
                  </a:lnTo>
                  <a:cubicBezTo>
                    <a:pt x="208951" y="65117"/>
                    <a:pt x="212146" y="64478"/>
                    <a:pt x="214702" y="65755"/>
                  </a:cubicBezTo>
                  <a:lnTo>
                    <a:pt x="293298" y="104697"/>
                  </a:lnTo>
                  <a:cubicBezTo>
                    <a:pt x="295215" y="105336"/>
                    <a:pt x="296493" y="107251"/>
                    <a:pt x="296493" y="109166"/>
                  </a:cubicBezTo>
                  <a:cubicBezTo>
                    <a:pt x="296493" y="111081"/>
                    <a:pt x="295854" y="112997"/>
                    <a:pt x="294576" y="114273"/>
                  </a:cubicBezTo>
                  <a:lnTo>
                    <a:pt x="266460" y="149385"/>
                  </a:lnTo>
                  <a:lnTo>
                    <a:pt x="295215" y="185774"/>
                  </a:lnTo>
                  <a:close/>
                </a:path>
              </a:pathLst>
            </a:custGeom>
            <a:solidFill>
              <a:srgbClr val="005587"/>
            </a:solidFill>
            <a:ln w="6390" cap="flat">
              <a:noFill/>
              <a:prstDash val="solid"/>
              <a:miter/>
            </a:ln>
          </p:spPr>
          <p:txBody>
            <a:bodyPr rtlCol="0" anchor="ctr"/>
            <a:lstStyle/>
            <a:p>
              <a:endParaRPr lang="en-US"/>
            </a:p>
          </p:txBody>
        </p:sp>
        <p:sp>
          <p:nvSpPr>
            <p:cNvPr id="492" name="Graphic 4">
              <a:extLst>
                <a:ext uri="{FF2B5EF4-FFF2-40B4-BE49-F238E27FC236}">
                  <a16:creationId xmlns:a16="http://schemas.microsoft.com/office/drawing/2014/main" id="{68A528A6-B338-8146-9905-01AF5B2C9623}"/>
                </a:ext>
              </a:extLst>
            </p:cNvPr>
            <p:cNvSpPr/>
            <p:nvPr/>
          </p:nvSpPr>
          <p:spPr>
            <a:xfrm>
              <a:off x="3189856" y="4389150"/>
              <a:ext cx="90097" cy="62562"/>
            </a:xfrm>
            <a:custGeom>
              <a:avLst/>
              <a:gdLst>
                <a:gd name="connsiteX0" fmla="*/ 0 w 90097"/>
                <a:gd name="connsiteY0" fmla="*/ 29366 h 62562"/>
                <a:gd name="connsiteX1" fmla="*/ 66455 w 90097"/>
                <a:gd name="connsiteY1" fmla="*/ 62563 h 62562"/>
                <a:gd name="connsiteX2" fmla="*/ 90098 w 90097"/>
                <a:gd name="connsiteY2" fmla="*/ 33196 h 62562"/>
                <a:gd name="connsiteX3" fmla="*/ 23004 w 90097"/>
                <a:gd name="connsiteY3" fmla="*/ 0 h 62562"/>
              </a:gdLst>
              <a:ahLst/>
              <a:cxnLst>
                <a:cxn ang="0">
                  <a:pos x="connsiteX0" y="connsiteY0"/>
                </a:cxn>
                <a:cxn ang="0">
                  <a:pos x="connsiteX1" y="connsiteY1"/>
                </a:cxn>
                <a:cxn ang="0">
                  <a:pos x="connsiteX2" y="connsiteY2"/>
                </a:cxn>
                <a:cxn ang="0">
                  <a:pos x="connsiteX3" y="connsiteY3"/>
                </a:cxn>
              </a:cxnLst>
              <a:rect l="l" t="t" r="r" b="b"/>
              <a:pathLst>
                <a:path w="90097" h="62562">
                  <a:moveTo>
                    <a:pt x="0" y="29366"/>
                  </a:moveTo>
                  <a:lnTo>
                    <a:pt x="66455" y="62563"/>
                  </a:lnTo>
                  <a:lnTo>
                    <a:pt x="90098" y="33196"/>
                  </a:lnTo>
                  <a:lnTo>
                    <a:pt x="23004" y="0"/>
                  </a:lnTo>
                  <a:close/>
                </a:path>
              </a:pathLst>
            </a:custGeom>
            <a:solidFill>
              <a:srgbClr val="005587"/>
            </a:solidFill>
            <a:ln w="6390" cap="flat">
              <a:noFill/>
              <a:prstDash val="solid"/>
              <a:miter/>
            </a:ln>
          </p:spPr>
          <p:txBody>
            <a:bodyPr rtlCol="0" anchor="ctr"/>
            <a:lstStyle/>
            <a:p>
              <a:endParaRPr lang="en-US"/>
            </a:p>
          </p:txBody>
        </p:sp>
        <p:sp>
          <p:nvSpPr>
            <p:cNvPr id="493" name="Graphic 4">
              <a:extLst>
                <a:ext uri="{FF2B5EF4-FFF2-40B4-BE49-F238E27FC236}">
                  <a16:creationId xmlns:a16="http://schemas.microsoft.com/office/drawing/2014/main" id="{47B65B55-D51F-9C45-B0C3-5C7F99ADC8E5}"/>
                </a:ext>
              </a:extLst>
            </p:cNvPr>
            <p:cNvSpPr/>
            <p:nvPr/>
          </p:nvSpPr>
          <p:spPr>
            <a:xfrm>
              <a:off x="3189856" y="4468311"/>
              <a:ext cx="89459" cy="61286"/>
            </a:xfrm>
            <a:custGeom>
              <a:avLst/>
              <a:gdLst>
                <a:gd name="connsiteX0" fmla="*/ 0 w 89459"/>
                <a:gd name="connsiteY0" fmla="*/ 32559 h 61286"/>
                <a:gd name="connsiteX1" fmla="*/ 23004 w 89459"/>
                <a:gd name="connsiteY1" fmla="*/ 61286 h 61286"/>
                <a:gd name="connsiteX2" fmla="*/ 89459 w 89459"/>
                <a:gd name="connsiteY2" fmla="*/ 28728 h 61286"/>
                <a:gd name="connsiteX3" fmla="*/ 66455 w 89459"/>
                <a:gd name="connsiteY3" fmla="*/ 0 h 61286"/>
              </a:gdLst>
              <a:ahLst/>
              <a:cxnLst>
                <a:cxn ang="0">
                  <a:pos x="connsiteX0" y="connsiteY0"/>
                </a:cxn>
                <a:cxn ang="0">
                  <a:pos x="connsiteX1" y="connsiteY1"/>
                </a:cxn>
                <a:cxn ang="0">
                  <a:pos x="connsiteX2" y="connsiteY2"/>
                </a:cxn>
                <a:cxn ang="0">
                  <a:pos x="connsiteX3" y="connsiteY3"/>
                </a:cxn>
              </a:cxnLst>
              <a:rect l="l" t="t" r="r" b="b"/>
              <a:pathLst>
                <a:path w="89459" h="61286">
                  <a:moveTo>
                    <a:pt x="0" y="32559"/>
                  </a:moveTo>
                  <a:lnTo>
                    <a:pt x="23004" y="61286"/>
                  </a:lnTo>
                  <a:lnTo>
                    <a:pt x="89459" y="28728"/>
                  </a:lnTo>
                  <a:lnTo>
                    <a:pt x="66455" y="0"/>
                  </a:lnTo>
                  <a:close/>
                </a:path>
              </a:pathLst>
            </a:custGeom>
            <a:solidFill>
              <a:srgbClr val="005587"/>
            </a:solidFill>
            <a:ln w="6390" cap="flat">
              <a:noFill/>
              <a:prstDash val="solid"/>
              <a:miter/>
            </a:ln>
          </p:spPr>
          <p:txBody>
            <a:bodyPr rtlCol="0" anchor="ctr"/>
            <a:lstStyle/>
            <a:p>
              <a:endParaRPr lang="en-US"/>
            </a:p>
          </p:txBody>
        </p:sp>
        <p:sp>
          <p:nvSpPr>
            <p:cNvPr id="494" name="Graphic 4">
              <a:extLst>
                <a:ext uri="{FF2B5EF4-FFF2-40B4-BE49-F238E27FC236}">
                  <a16:creationId xmlns:a16="http://schemas.microsoft.com/office/drawing/2014/main" id="{B5B0C1D6-A5D7-584C-B59B-A9478C9E820E}"/>
                </a:ext>
              </a:extLst>
            </p:cNvPr>
            <p:cNvSpPr/>
            <p:nvPr/>
          </p:nvSpPr>
          <p:spPr>
            <a:xfrm>
              <a:off x="3186661" y="4516830"/>
              <a:ext cx="65816" cy="72777"/>
            </a:xfrm>
            <a:custGeom>
              <a:avLst/>
              <a:gdLst>
                <a:gd name="connsiteX0" fmla="*/ 24921 w 65816"/>
                <a:gd name="connsiteY0" fmla="*/ 27451 h 72777"/>
                <a:gd name="connsiteX1" fmla="*/ 19809 w 65816"/>
                <a:gd name="connsiteY1" fmla="*/ 24897 h 72777"/>
                <a:gd name="connsiteX2" fmla="*/ 0 w 65816"/>
                <a:gd name="connsiteY2" fmla="*/ 0 h 72777"/>
                <a:gd name="connsiteX3" fmla="*/ 0 w 65816"/>
                <a:gd name="connsiteY3" fmla="*/ 72777 h 72777"/>
                <a:gd name="connsiteX4" fmla="*/ 65816 w 65816"/>
                <a:gd name="connsiteY4" fmla="*/ 40219 h 72777"/>
                <a:gd name="connsiteX5" fmla="*/ 65816 w 65816"/>
                <a:gd name="connsiteY5" fmla="*/ 7660 h 72777"/>
                <a:gd name="connsiteX6" fmla="*/ 28116 w 65816"/>
                <a:gd name="connsiteY6" fmla="*/ 26812 h 72777"/>
                <a:gd name="connsiteX7" fmla="*/ 24921 w 65816"/>
                <a:gd name="connsiteY7" fmla="*/ 27451 h 72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816" h="72777">
                  <a:moveTo>
                    <a:pt x="24921" y="27451"/>
                  </a:moveTo>
                  <a:cubicBezTo>
                    <a:pt x="23004" y="27451"/>
                    <a:pt x="21087" y="26812"/>
                    <a:pt x="19809" y="24897"/>
                  </a:cubicBezTo>
                  <a:lnTo>
                    <a:pt x="0" y="0"/>
                  </a:lnTo>
                  <a:lnTo>
                    <a:pt x="0" y="72777"/>
                  </a:lnTo>
                  <a:lnTo>
                    <a:pt x="65816" y="40219"/>
                  </a:lnTo>
                  <a:lnTo>
                    <a:pt x="65816" y="7660"/>
                  </a:lnTo>
                  <a:lnTo>
                    <a:pt x="28116" y="26812"/>
                  </a:lnTo>
                  <a:cubicBezTo>
                    <a:pt x="26838" y="27451"/>
                    <a:pt x="25560" y="27451"/>
                    <a:pt x="24921" y="27451"/>
                  </a:cubicBezTo>
                  <a:close/>
                </a:path>
              </a:pathLst>
            </a:custGeom>
            <a:solidFill>
              <a:srgbClr val="005587"/>
            </a:solidFill>
            <a:ln w="6390" cap="flat">
              <a:noFill/>
              <a:prstDash val="solid"/>
              <a:miter/>
            </a:ln>
          </p:spPr>
          <p:txBody>
            <a:bodyPr rtlCol="0" anchor="ctr"/>
            <a:lstStyle/>
            <a:p>
              <a:endParaRPr lang="en-US"/>
            </a:p>
          </p:txBody>
        </p:sp>
      </p:grpSp>
    </p:spTree>
    <p:extLst>
      <p:ext uri="{BB962C8B-B14F-4D97-AF65-F5344CB8AC3E}">
        <p14:creationId xmlns:p14="http://schemas.microsoft.com/office/powerpoint/2010/main" val="1506438456"/>
      </p:ext>
    </p:extLst>
  </p:cSld>
  <p:clrMapOvr>
    <a:masterClrMapping/>
  </p:clrMapOvr>
  <p:transition>
    <p:fade/>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0AB181-1E9F-2244-B53A-BC8E2F101DA6}"/>
              </a:ext>
            </a:extLst>
          </p:cNvPr>
          <p:cNvSpPr>
            <a:spLocks noGrp="1"/>
          </p:cNvSpPr>
          <p:nvPr>
            <p:ph type="title"/>
          </p:nvPr>
        </p:nvSpPr>
        <p:spPr/>
        <p:txBody>
          <a:bodyPr/>
          <a:lstStyle/>
          <a:p>
            <a:r>
              <a:rPr lang="en-US" dirty="0"/>
              <a:t>SYMBOLS &amp; SHAPES</a:t>
            </a:r>
          </a:p>
        </p:txBody>
      </p:sp>
      <p:sp>
        <p:nvSpPr>
          <p:cNvPr id="4" name="Content Placeholder 3">
            <a:extLst>
              <a:ext uri="{FF2B5EF4-FFF2-40B4-BE49-F238E27FC236}">
                <a16:creationId xmlns:a16="http://schemas.microsoft.com/office/drawing/2014/main" id="{DB57E314-8EE4-694B-B268-A9071E1D395E}"/>
              </a:ext>
            </a:extLst>
          </p:cNvPr>
          <p:cNvSpPr>
            <a:spLocks noGrp="1"/>
          </p:cNvSpPr>
          <p:nvPr>
            <p:ph idx="10"/>
          </p:nvPr>
        </p:nvSpPr>
        <p:spPr>
          <a:xfrm>
            <a:off x="463297" y="5473209"/>
            <a:ext cx="4845550" cy="1114021"/>
          </a:xfrm>
        </p:spPr>
        <p:txBody>
          <a:bodyPr/>
          <a:lstStyle/>
          <a:p>
            <a:r>
              <a:rPr lang="en-US" dirty="0"/>
              <a:t>Arrows &amp; Direction</a:t>
            </a:r>
          </a:p>
          <a:p>
            <a:r>
              <a:rPr lang="en-US" sz="900" dirty="0"/>
              <a:t>Keywords:</a:t>
            </a:r>
            <a:br>
              <a:rPr lang="en-US" sz="900" dirty="0"/>
            </a:br>
            <a:r>
              <a:rPr lang="en-US" sz="850" b="0" dirty="0"/>
              <a:t>Up, down, left, right, collapse, expand, Square, Military, Spiral, </a:t>
            </a:r>
            <a:r>
              <a:rPr lang="en-US" sz="850" b="0" dirty="0" err="1"/>
              <a:t>Hierarcy</a:t>
            </a:r>
            <a:r>
              <a:rPr lang="en-US" sz="850" b="0" dirty="0"/>
              <a:t>, Triangle </a:t>
            </a:r>
          </a:p>
        </p:txBody>
      </p:sp>
      <p:grpSp>
        <p:nvGrpSpPr>
          <p:cNvPr id="259" name="Graphic 4">
            <a:extLst>
              <a:ext uri="{FF2B5EF4-FFF2-40B4-BE49-F238E27FC236}">
                <a16:creationId xmlns:a16="http://schemas.microsoft.com/office/drawing/2014/main" id="{DE5124CA-71EA-0346-B3E9-89B8A09446C3}"/>
              </a:ext>
            </a:extLst>
          </p:cNvPr>
          <p:cNvGrpSpPr/>
          <p:nvPr/>
        </p:nvGrpSpPr>
        <p:grpSpPr>
          <a:xfrm>
            <a:off x="1514415" y="2855717"/>
            <a:ext cx="362309" cy="361971"/>
            <a:chOff x="1514415" y="2855717"/>
            <a:chExt cx="362309" cy="361971"/>
          </a:xfrm>
          <a:solidFill>
            <a:srgbClr val="00A3E0"/>
          </a:solidFill>
        </p:grpSpPr>
        <p:sp>
          <p:nvSpPr>
            <p:cNvPr id="260" name="Graphic 4">
              <a:extLst>
                <a:ext uri="{FF2B5EF4-FFF2-40B4-BE49-F238E27FC236}">
                  <a16:creationId xmlns:a16="http://schemas.microsoft.com/office/drawing/2014/main" id="{1A976827-FFB7-604E-A54D-D251F5976DE8}"/>
                </a:ext>
              </a:extLst>
            </p:cNvPr>
            <p:cNvSpPr/>
            <p:nvPr/>
          </p:nvSpPr>
          <p:spPr>
            <a:xfrm>
              <a:off x="1514415" y="2855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0438"/>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49530" y="273234"/>
                    <a:pt x="274128" y="348565"/>
                    <a:pt x="181474" y="349204"/>
                  </a:cubicBezTo>
                  <a:close/>
                </a:path>
              </a:pathLst>
            </a:custGeom>
            <a:solidFill>
              <a:srgbClr val="00A3E0"/>
            </a:solidFill>
            <a:ln w="6390" cap="flat">
              <a:noFill/>
              <a:prstDash val="solid"/>
              <a:miter/>
            </a:ln>
          </p:spPr>
          <p:txBody>
            <a:bodyPr rtlCol="0" anchor="ctr"/>
            <a:lstStyle/>
            <a:p>
              <a:endParaRPr lang="en-US"/>
            </a:p>
          </p:txBody>
        </p:sp>
        <p:sp>
          <p:nvSpPr>
            <p:cNvPr id="261" name="Graphic 4">
              <a:extLst>
                <a:ext uri="{FF2B5EF4-FFF2-40B4-BE49-F238E27FC236}">
                  <a16:creationId xmlns:a16="http://schemas.microsoft.com/office/drawing/2014/main" id="{BF79405B-491A-9C49-9589-FDC150AC2F39}"/>
                </a:ext>
              </a:extLst>
            </p:cNvPr>
            <p:cNvSpPr/>
            <p:nvPr/>
          </p:nvSpPr>
          <p:spPr>
            <a:xfrm>
              <a:off x="1578314" y="3001272"/>
              <a:ext cx="106072" cy="72139"/>
            </a:xfrm>
            <a:custGeom>
              <a:avLst/>
              <a:gdLst>
                <a:gd name="connsiteX0" fmla="*/ 104156 w 106072"/>
                <a:gd name="connsiteY0" fmla="*/ 31282 h 72139"/>
                <a:gd name="connsiteX1" fmla="*/ 74762 w 106072"/>
                <a:gd name="connsiteY1" fmla="*/ 1915 h 72139"/>
                <a:gd name="connsiteX2" fmla="*/ 65816 w 106072"/>
                <a:gd name="connsiteY2" fmla="*/ 1915 h 72139"/>
                <a:gd name="connsiteX3" fmla="*/ 65816 w 106072"/>
                <a:gd name="connsiteY3" fmla="*/ 10853 h 72139"/>
                <a:gd name="connsiteX4" fmla="*/ 65816 w 106072"/>
                <a:gd name="connsiteY4" fmla="*/ 10853 h 72139"/>
                <a:gd name="connsiteX5" fmla="*/ 84347 w 106072"/>
                <a:gd name="connsiteY5" fmla="*/ 29366 h 72139"/>
                <a:gd name="connsiteX6" fmla="*/ 6390 w 106072"/>
                <a:gd name="connsiteY6" fmla="*/ 29366 h 72139"/>
                <a:gd name="connsiteX7" fmla="*/ 0 w 106072"/>
                <a:gd name="connsiteY7" fmla="*/ 35750 h 72139"/>
                <a:gd name="connsiteX8" fmla="*/ 6390 w 106072"/>
                <a:gd name="connsiteY8" fmla="*/ 42134 h 72139"/>
                <a:gd name="connsiteX9" fmla="*/ 83708 w 106072"/>
                <a:gd name="connsiteY9" fmla="*/ 42134 h 72139"/>
                <a:gd name="connsiteX10" fmla="*/ 64538 w 106072"/>
                <a:gd name="connsiteY10" fmla="*/ 61286 h 72139"/>
                <a:gd name="connsiteX11" fmla="*/ 64538 w 106072"/>
                <a:gd name="connsiteY11" fmla="*/ 70224 h 72139"/>
                <a:gd name="connsiteX12" fmla="*/ 73484 w 106072"/>
                <a:gd name="connsiteY12" fmla="*/ 70224 h 72139"/>
                <a:gd name="connsiteX13" fmla="*/ 104156 w 106072"/>
                <a:gd name="connsiteY13" fmla="*/ 39581 h 72139"/>
                <a:gd name="connsiteX14" fmla="*/ 104156 w 106072"/>
                <a:gd name="connsiteY14" fmla="*/ 31282 h 72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072" h="72139">
                  <a:moveTo>
                    <a:pt x="104156" y="31282"/>
                  </a:moveTo>
                  <a:lnTo>
                    <a:pt x="74762" y="1915"/>
                  </a:lnTo>
                  <a:cubicBezTo>
                    <a:pt x="72206" y="-638"/>
                    <a:pt x="68372" y="-638"/>
                    <a:pt x="65816" y="1915"/>
                  </a:cubicBezTo>
                  <a:cubicBezTo>
                    <a:pt x="63260" y="4469"/>
                    <a:pt x="63260" y="8299"/>
                    <a:pt x="65816" y="10853"/>
                  </a:cubicBezTo>
                  <a:cubicBezTo>
                    <a:pt x="65816" y="10853"/>
                    <a:pt x="65816" y="10853"/>
                    <a:pt x="65816" y="10853"/>
                  </a:cubicBezTo>
                  <a:lnTo>
                    <a:pt x="84347" y="29366"/>
                  </a:lnTo>
                  <a:lnTo>
                    <a:pt x="6390" y="29366"/>
                  </a:lnTo>
                  <a:cubicBezTo>
                    <a:pt x="2556" y="29366"/>
                    <a:pt x="0" y="31920"/>
                    <a:pt x="0" y="35750"/>
                  </a:cubicBezTo>
                  <a:cubicBezTo>
                    <a:pt x="0" y="39581"/>
                    <a:pt x="2556" y="42134"/>
                    <a:pt x="6390" y="42134"/>
                  </a:cubicBezTo>
                  <a:lnTo>
                    <a:pt x="83708" y="42134"/>
                  </a:lnTo>
                  <a:lnTo>
                    <a:pt x="64538" y="61286"/>
                  </a:lnTo>
                  <a:cubicBezTo>
                    <a:pt x="61982" y="63840"/>
                    <a:pt x="61982" y="67670"/>
                    <a:pt x="64538" y="70224"/>
                  </a:cubicBezTo>
                  <a:cubicBezTo>
                    <a:pt x="67094" y="72777"/>
                    <a:pt x="70928" y="72777"/>
                    <a:pt x="73484" y="70224"/>
                  </a:cubicBezTo>
                  <a:lnTo>
                    <a:pt x="104156" y="39581"/>
                  </a:lnTo>
                  <a:cubicBezTo>
                    <a:pt x="106712" y="37666"/>
                    <a:pt x="106712" y="33835"/>
                    <a:pt x="104156" y="31282"/>
                  </a:cubicBezTo>
                  <a:close/>
                </a:path>
              </a:pathLst>
            </a:custGeom>
            <a:solidFill>
              <a:srgbClr val="00A3E0"/>
            </a:solidFill>
            <a:ln w="6390" cap="flat">
              <a:noFill/>
              <a:prstDash val="solid"/>
              <a:miter/>
            </a:ln>
          </p:spPr>
          <p:txBody>
            <a:bodyPr rtlCol="0" anchor="ctr"/>
            <a:lstStyle/>
            <a:p>
              <a:endParaRPr lang="en-US"/>
            </a:p>
          </p:txBody>
        </p:sp>
        <p:sp>
          <p:nvSpPr>
            <p:cNvPr id="262" name="Graphic 4">
              <a:extLst>
                <a:ext uri="{FF2B5EF4-FFF2-40B4-BE49-F238E27FC236}">
                  <a16:creationId xmlns:a16="http://schemas.microsoft.com/office/drawing/2014/main" id="{1B378479-E50F-F346-814D-21196DAE1E55}"/>
                </a:ext>
              </a:extLst>
            </p:cNvPr>
            <p:cNvSpPr/>
            <p:nvPr/>
          </p:nvSpPr>
          <p:spPr>
            <a:xfrm>
              <a:off x="1706752" y="3001911"/>
              <a:ext cx="106073" cy="72777"/>
            </a:xfrm>
            <a:custGeom>
              <a:avLst/>
              <a:gdLst>
                <a:gd name="connsiteX0" fmla="*/ 100322 w 106073"/>
                <a:gd name="connsiteY0" fmla="*/ 29366 h 72777"/>
                <a:gd name="connsiteX1" fmla="*/ 21726 w 106073"/>
                <a:gd name="connsiteY1" fmla="*/ 29366 h 72777"/>
                <a:gd name="connsiteX2" fmla="*/ 40257 w 106073"/>
                <a:gd name="connsiteY2" fmla="*/ 10853 h 72777"/>
                <a:gd name="connsiteX3" fmla="*/ 40257 w 106073"/>
                <a:gd name="connsiteY3" fmla="*/ 1915 h 72777"/>
                <a:gd name="connsiteX4" fmla="*/ 31311 w 106073"/>
                <a:gd name="connsiteY4" fmla="*/ 1915 h 72777"/>
                <a:gd name="connsiteX5" fmla="*/ 1917 w 106073"/>
                <a:gd name="connsiteY5" fmla="*/ 31282 h 72777"/>
                <a:gd name="connsiteX6" fmla="*/ 1917 w 106073"/>
                <a:gd name="connsiteY6" fmla="*/ 40219 h 72777"/>
                <a:gd name="connsiteX7" fmla="*/ 1917 w 106073"/>
                <a:gd name="connsiteY7" fmla="*/ 40219 h 72777"/>
                <a:gd name="connsiteX8" fmla="*/ 32589 w 106073"/>
                <a:gd name="connsiteY8" fmla="*/ 70862 h 72777"/>
                <a:gd name="connsiteX9" fmla="*/ 37062 w 106073"/>
                <a:gd name="connsiteY9" fmla="*/ 72777 h 72777"/>
                <a:gd name="connsiteX10" fmla="*/ 41535 w 106073"/>
                <a:gd name="connsiteY10" fmla="*/ 70862 h 72777"/>
                <a:gd name="connsiteX11" fmla="*/ 41535 w 106073"/>
                <a:gd name="connsiteY11" fmla="*/ 61925 h 72777"/>
                <a:gd name="connsiteX12" fmla="*/ 22365 w 106073"/>
                <a:gd name="connsiteY12" fmla="*/ 42773 h 72777"/>
                <a:gd name="connsiteX13" fmla="*/ 99683 w 106073"/>
                <a:gd name="connsiteY13" fmla="*/ 42773 h 72777"/>
                <a:gd name="connsiteX14" fmla="*/ 106073 w 106073"/>
                <a:gd name="connsiteY14" fmla="*/ 36389 h 72777"/>
                <a:gd name="connsiteX15" fmla="*/ 100322 w 106073"/>
                <a:gd name="connsiteY15" fmla="*/ 29366 h 72777"/>
                <a:gd name="connsiteX16" fmla="*/ 100322 w 106073"/>
                <a:gd name="connsiteY16" fmla="*/ 29366 h 72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6073" h="72777">
                  <a:moveTo>
                    <a:pt x="100322" y="29366"/>
                  </a:moveTo>
                  <a:lnTo>
                    <a:pt x="21726" y="29366"/>
                  </a:lnTo>
                  <a:lnTo>
                    <a:pt x="40257" y="10853"/>
                  </a:lnTo>
                  <a:cubicBezTo>
                    <a:pt x="42813" y="8299"/>
                    <a:pt x="42813" y="4469"/>
                    <a:pt x="40257" y="1915"/>
                  </a:cubicBezTo>
                  <a:cubicBezTo>
                    <a:pt x="37701" y="-638"/>
                    <a:pt x="33867" y="-638"/>
                    <a:pt x="31311" y="1915"/>
                  </a:cubicBezTo>
                  <a:lnTo>
                    <a:pt x="1917" y="31282"/>
                  </a:lnTo>
                  <a:cubicBezTo>
                    <a:pt x="-639" y="33835"/>
                    <a:pt x="-639" y="37666"/>
                    <a:pt x="1917" y="40219"/>
                  </a:cubicBezTo>
                  <a:cubicBezTo>
                    <a:pt x="1917" y="40219"/>
                    <a:pt x="1917" y="40219"/>
                    <a:pt x="1917" y="40219"/>
                  </a:cubicBezTo>
                  <a:lnTo>
                    <a:pt x="32589" y="70862"/>
                  </a:lnTo>
                  <a:cubicBezTo>
                    <a:pt x="33867" y="72139"/>
                    <a:pt x="35145" y="72777"/>
                    <a:pt x="37062" y="72777"/>
                  </a:cubicBezTo>
                  <a:cubicBezTo>
                    <a:pt x="38979" y="72777"/>
                    <a:pt x="40257" y="72139"/>
                    <a:pt x="41535" y="70862"/>
                  </a:cubicBezTo>
                  <a:cubicBezTo>
                    <a:pt x="44091" y="68309"/>
                    <a:pt x="44091" y="64478"/>
                    <a:pt x="41535" y="61925"/>
                  </a:cubicBezTo>
                  <a:lnTo>
                    <a:pt x="22365" y="42773"/>
                  </a:lnTo>
                  <a:lnTo>
                    <a:pt x="99683" y="42773"/>
                  </a:lnTo>
                  <a:cubicBezTo>
                    <a:pt x="103517" y="42773"/>
                    <a:pt x="106073" y="40219"/>
                    <a:pt x="106073" y="36389"/>
                  </a:cubicBezTo>
                  <a:cubicBezTo>
                    <a:pt x="106073" y="32558"/>
                    <a:pt x="104156" y="29366"/>
                    <a:pt x="100322" y="29366"/>
                  </a:cubicBezTo>
                  <a:lnTo>
                    <a:pt x="100322" y="29366"/>
                  </a:lnTo>
                  <a:close/>
                </a:path>
              </a:pathLst>
            </a:custGeom>
            <a:solidFill>
              <a:srgbClr val="00A3E0"/>
            </a:solidFill>
            <a:ln w="6390" cap="flat">
              <a:noFill/>
              <a:prstDash val="solid"/>
              <a:miter/>
            </a:ln>
          </p:spPr>
          <p:txBody>
            <a:bodyPr rtlCol="0" anchor="ctr"/>
            <a:lstStyle/>
            <a:p>
              <a:endParaRPr lang="en-US"/>
            </a:p>
          </p:txBody>
        </p:sp>
        <p:sp>
          <p:nvSpPr>
            <p:cNvPr id="263" name="Graphic 4">
              <a:extLst>
                <a:ext uri="{FF2B5EF4-FFF2-40B4-BE49-F238E27FC236}">
                  <a16:creationId xmlns:a16="http://schemas.microsoft.com/office/drawing/2014/main" id="{8A49C269-6BC7-FB4B-82FB-92DC431D60AF}"/>
                </a:ext>
              </a:extLst>
            </p:cNvPr>
            <p:cNvSpPr/>
            <p:nvPr/>
          </p:nvSpPr>
          <p:spPr>
            <a:xfrm>
              <a:off x="1660105" y="2909343"/>
              <a:ext cx="71916" cy="105974"/>
            </a:xfrm>
            <a:custGeom>
              <a:avLst/>
              <a:gdLst>
                <a:gd name="connsiteX0" fmla="*/ 30672 w 71916"/>
                <a:gd name="connsiteY0" fmla="*/ 104059 h 105974"/>
                <a:gd name="connsiteX1" fmla="*/ 35145 w 71916"/>
                <a:gd name="connsiteY1" fmla="*/ 105974 h 105974"/>
                <a:gd name="connsiteX2" fmla="*/ 39618 w 71916"/>
                <a:gd name="connsiteY2" fmla="*/ 104059 h 105974"/>
                <a:gd name="connsiteX3" fmla="*/ 70289 w 71916"/>
                <a:gd name="connsiteY3" fmla="*/ 73416 h 105974"/>
                <a:gd name="connsiteX4" fmla="*/ 69650 w 71916"/>
                <a:gd name="connsiteY4" fmla="*/ 64478 h 105974"/>
                <a:gd name="connsiteX5" fmla="*/ 61343 w 71916"/>
                <a:gd name="connsiteY5" fmla="*/ 64478 h 105974"/>
                <a:gd name="connsiteX6" fmla="*/ 42173 w 71916"/>
                <a:gd name="connsiteY6" fmla="*/ 83630 h 105974"/>
                <a:gd name="connsiteX7" fmla="*/ 42173 w 71916"/>
                <a:gd name="connsiteY7" fmla="*/ 6384 h 105974"/>
                <a:gd name="connsiteX8" fmla="*/ 35784 w 71916"/>
                <a:gd name="connsiteY8" fmla="*/ 0 h 105974"/>
                <a:gd name="connsiteX9" fmla="*/ 29394 w 71916"/>
                <a:gd name="connsiteY9" fmla="*/ 6384 h 105974"/>
                <a:gd name="connsiteX10" fmla="*/ 29394 w 71916"/>
                <a:gd name="connsiteY10" fmla="*/ 84907 h 105974"/>
                <a:gd name="connsiteX11" fmla="*/ 10863 w 71916"/>
                <a:gd name="connsiteY11" fmla="*/ 66393 h 105974"/>
                <a:gd name="connsiteX12" fmla="*/ 1917 w 71916"/>
                <a:gd name="connsiteY12" fmla="*/ 66393 h 105974"/>
                <a:gd name="connsiteX13" fmla="*/ 1917 w 71916"/>
                <a:gd name="connsiteY13" fmla="*/ 66393 h 105974"/>
                <a:gd name="connsiteX14" fmla="*/ 1917 w 71916"/>
                <a:gd name="connsiteY14" fmla="*/ 75331 h 105974"/>
                <a:gd name="connsiteX15" fmla="*/ 30672 w 71916"/>
                <a:gd name="connsiteY15" fmla="*/ 104059 h 105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916" h="105974">
                  <a:moveTo>
                    <a:pt x="30672" y="104059"/>
                  </a:moveTo>
                  <a:cubicBezTo>
                    <a:pt x="31950" y="105336"/>
                    <a:pt x="33228" y="105974"/>
                    <a:pt x="35145" y="105974"/>
                  </a:cubicBezTo>
                  <a:cubicBezTo>
                    <a:pt x="37062" y="105974"/>
                    <a:pt x="38339" y="105336"/>
                    <a:pt x="39618" y="104059"/>
                  </a:cubicBezTo>
                  <a:lnTo>
                    <a:pt x="70289" y="73416"/>
                  </a:lnTo>
                  <a:cubicBezTo>
                    <a:pt x="72845" y="70862"/>
                    <a:pt x="72206" y="66393"/>
                    <a:pt x="69650" y="64478"/>
                  </a:cubicBezTo>
                  <a:cubicBezTo>
                    <a:pt x="67094" y="62563"/>
                    <a:pt x="63899" y="62563"/>
                    <a:pt x="61343" y="64478"/>
                  </a:cubicBezTo>
                  <a:lnTo>
                    <a:pt x="42173" y="83630"/>
                  </a:lnTo>
                  <a:lnTo>
                    <a:pt x="42173" y="6384"/>
                  </a:lnTo>
                  <a:cubicBezTo>
                    <a:pt x="42173" y="2554"/>
                    <a:pt x="39618" y="0"/>
                    <a:pt x="35784" y="0"/>
                  </a:cubicBezTo>
                  <a:cubicBezTo>
                    <a:pt x="31950" y="0"/>
                    <a:pt x="29394" y="2554"/>
                    <a:pt x="29394" y="6384"/>
                  </a:cubicBezTo>
                  <a:lnTo>
                    <a:pt x="29394" y="84907"/>
                  </a:lnTo>
                  <a:lnTo>
                    <a:pt x="10863" y="66393"/>
                  </a:lnTo>
                  <a:cubicBezTo>
                    <a:pt x="8307" y="63840"/>
                    <a:pt x="4473" y="63840"/>
                    <a:pt x="1917" y="66393"/>
                  </a:cubicBezTo>
                  <a:cubicBezTo>
                    <a:pt x="1917" y="66393"/>
                    <a:pt x="1917" y="66393"/>
                    <a:pt x="1917" y="66393"/>
                  </a:cubicBezTo>
                  <a:cubicBezTo>
                    <a:pt x="-639" y="68947"/>
                    <a:pt x="-639" y="72777"/>
                    <a:pt x="1917" y="75331"/>
                  </a:cubicBezTo>
                  <a:lnTo>
                    <a:pt x="30672" y="104059"/>
                  </a:lnTo>
                  <a:close/>
                </a:path>
              </a:pathLst>
            </a:custGeom>
            <a:solidFill>
              <a:srgbClr val="00A3E0"/>
            </a:solidFill>
            <a:ln w="6390" cap="flat">
              <a:noFill/>
              <a:prstDash val="solid"/>
              <a:miter/>
            </a:ln>
          </p:spPr>
          <p:txBody>
            <a:bodyPr rtlCol="0" anchor="ctr"/>
            <a:lstStyle/>
            <a:p>
              <a:endParaRPr lang="en-US"/>
            </a:p>
          </p:txBody>
        </p:sp>
        <p:sp>
          <p:nvSpPr>
            <p:cNvPr id="264" name="Graphic 4">
              <a:extLst>
                <a:ext uri="{FF2B5EF4-FFF2-40B4-BE49-F238E27FC236}">
                  <a16:creationId xmlns:a16="http://schemas.microsoft.com/office/drawing/2014/main" id="{130CA513-AE56-664E-ADF1-D4F208563693}"/>
                </a:ext>
              </a:extLst>
            </p:cNvPr>
            <p:cNvSpPr/>
            <p:nvPr/>
          </p:nvSpPr>
          <p:spPr>
            <a:xfrm>
              <a:off x="1660105" y="3057451"/>
              <a:ext cx="72206" cy="106612"/>
            </a:xfrm>
            <a:custGeom>
              <a:avLst/>
              <a:gdLst>
                <a:gd name="connsiteX0" fmla="*/ 41534 w 72206"/>
                <a:gd name="connsiteY0" fmla="*/ 1915 h 106612"/>
                <a:gd name="connsiteX1" fmla="*/ 32589 w 72206"/>
                <a:gd name="connsiteY1" fmla="*/ 1915 h 106612"/>
                <a:gd name="connsiteX2" fmla="*/ 1917 w 72206"/>
                <a:gd name="connsiteY2" fmla="*/ 32558 h 106612"/>
                <a:gd name="connsiteX3" fmla="*/ 1917 w 72206"/>
                <a:gd name="connsiteY3" fmla="*/ 41496 h 106612"/>
                <a:gd name="connsiteX4" fmla="*/ 1917 w 72206"/>
                <a:gd name="connsiteY4" fmla="*/ 41496 h 106612"/>
                <a:gd name="connsiteX5" fmla="*/ 6390 w 72206"/>
                <a:gd name="connsiteY5" fmla="*/ 43411 h 106612"/>
                <a:gd name="connsiteX6" fmla="*/ 10863 w 72206"/>
                <a:gd name="connsiteY6" fmla="*/ 41496 h 106612"/>
                <a:gd name="connsiteX7" fmla="*/ 30033 w 72206"/>
                <a:gd name="connsiteY7" fmla="*/ 22344 h 106612"/>
                <a:gd name="connsiteX8" fmla="*/ 30033 w 72206"/>
                <a:gd name="connsiteY8" fmla="*/ 100228 h 106612"/>
                <a:gd name="connsiteX9" fmla="*/ 36423 w 72206"/>
                <a:gd name="connsiteY9" fmla="*/ 106612 h 106612"/>
                <a:gd name="connsiteX10" fmla="*/ 42813 w 72206"/>
                <a:gd name="connsiteY10" fmla="*/ 100228 h 106612"/>
                <a:gd name="connsiteX11" fmla="*/ 42813 w 72206"/>
                <a:gd name="connsiteY11" fmla="*/ 21706 h 106612"/>
                <a:gd name="connsiteX12" fmla="*/ 61343 w 72206"/>
                <a:gd name="connsiteY12" fmla="*/ 40219 h 106612"/>
                <a:gd name="connsiteX13" fmla="*/ 70289 w 72206"/>
                <a:gd name="connsiteY13" fmla="*/ 40219 h 106612"/>
                <a:gd name="connsiteX14" fmla="*/ 70289 w 72206"/>
                <a:gd name="connsiteY14" fmla="*/ 31282 h 106612"/>
                <a:gd name="connsiteX15" fmla="*/ 70289 w 72206"/>
                <a:gd name="connsiteY15" fmla="*/ 31282 h 106612"/>
                <a:gd name="connsiteX16" fmla="*/ 41534 w 72206"/>
                <a:gd name="connsiteY16" fmla="*/ 1915 h 106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206" h="106612">
                  <a:moveTo>
                    <a:pt x="41534" y="1915"/>
                  </a:moveTo>
                  <a:cubicBezTo>
                    <a:pt x="38979" y="-638"/>
                    <a:pt x="35145" y="-638"/>
                    <a:pt x="32589" y="1915"/>
                  </a:cubicBezTo>
                  <a:lnTo>
                    <a:pt x="1917" y="32558"/>
                  </a:lnTo>
                  <a:cubicBezTo>
                    <a:pt x="-639" y="35112"/>
                    <a:pt x="-639" y="38942"/>
                    <a:pt x="1917" y="41496"/>
                  </a:cubicBezTo>
                  <a:cubicBezTo>
                    <a:pt x="1917" y="41496"/>
                    <a:pt x="1917" y="41496"/>
                    <a:pt x="1917" y="41496"/>
                  </a:cubicBezTo>
                  <a:cubicBezTo>
                    <a:pt x="3195" y="42773"/>
                    <a:pt x="4473" y="43411"/>
                    <a:pt x="6390" y="43411"/>
                  </a:cubicBezTo>
                  <a:cubicBezTo>
                    <a:pt x="8307" y="43411"/>
                    <a:pt x="9585" y="42773"/>
                    <a:pt x="10863" y="41496"/>
                  </a:cubicBezTo>
                  <a:lnTo>
                    <a:pt x="30033" y="22344"/>
                  </a:lnTo>
                  <a:lnTo>
                    <a:pt x="30033" y="100228"/>
                  </a:lnTo>
                  <a:cubicBezTo>
                    <a:pt x="30033" y="104059"/>
                    <a:pt x="32589" y="106612"/>
                    <a:pt x="36423" y="106612"/>
                  </a:cubicBezTo>
                  <a:cubicBezTo>
                    <a:pt x="40257" y="106612"/>
                    <a:pt x="42813" y="104059"/>
                    <a:pt x="42813" y="100228"/>
                  </a:cubicBezTo>
                  <a:lnTo>
                    <a:pt x="42813" y="21706"/>
                  </a:lnTo>
                  <a:lnTo>
                    <a:pt x="61343" y="40219"/>
                  </a:lnTo>
                  <a:cubicBezTo>
                    <a:pt x="63899" y="42773"/>
                    <a:pt x="67733" y="42773"/>
                    <a:pt x="70289" y="40219"/>
                  </a:cubicBezTo>
                  <a:cubicBezTo>
                    <a:pt x="72845" y="37666"/>
                    <a:pt x="72845" y="33835"/>
                    <a:pt x="70289" y="31282"/>
                  </a:cubicBezTo>
                  <a:cubicBezTo>
                    <a:pt x="70289" y="31282"/>
                    <a:pt x="70289" y="31282"/>
                    <a:pt x="70289" y="31282"/>
                  </a:cubicBezTo>
                  <a:lnTo>
                    <a:pt x="41534" y="1915"/>
                  </a:lnTo>
                  <a:close/>
                </a:path>
              </a:pathLst>
            </a:custGeom>
            <a:solidFill>
              <a:srgbClr val="00A3E0"/>
            </a:solidFill>
            <a:ln w="6390" cap="flat">
              <a:noFill/>
              <a:prstDash val="solid"/>
              <a:miter/>
            </a:ln>
          </p:spPr>
          <p:txBody>
            <a:bodyPr rtlCol="0" anchor="ctr"/>
            <a:lstStyle/>
            <a:p>
              <a:endParaRPr lang="en-US"/>
            </a:p>
          </p:txBody>
        </p:sp>
      </p:grpSp>
      <p:sp>
        <p:nvSpPr>
          <p:cNvPr id="275" name="Graphic 4">
            <a:extLst>
              <a:ext uri="{FF2B5EF4-FFF2-40B4-BE49-F238E27FC236}">
                <a16:creationId xmlns:a16="http://schemas.microsoft.com/office/drawing/2014/main" id="{DDE455E8-9B54-A14B-9758-2704C817DE8A}"/>
              </a:ext>
            </a:extLst>
          </p:cNvPr>
          <p:cNvSpPr/>
          <p:nvPr/>
        </p:nvSpPr>
        <p:spPr>
          <a:xfrm>
            <a:off x="1952125" y="285571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47608 w 362313"/>
              <a:gd name="connsiteY6" fmla="*/ 120019 h 361971"/>
              <a:gd name="connsiteX7" fmla="*/ 156553 w 362313"/>
              <a:gd name="connsiteY7" fmla="*/ 120019 h 361971"/>
              <a:gd name="connsiteX8" fmla="*/ 175084 w 362313"/>
              <a:gd name="connsiteY8" fmla="*/ 138532 h 361971"/>
              <a:gd name="connsiteX9" fmla="*/ 175084 w 362313"/>
              <a:gd name="connsiteY9" fmla="*/ 60009 h 361971"/>
              <a:gd name="connsiteX10" fmla="*/ 181474 w 362313"/>
              <a:gd name="connsiteY10" fmla="*/ 53625 h 361971"/>
              <a:gd name="connsiteX11" fmla="*/ 187864 w 362313"/>
              <a:gd name="connsiteY11" fmla="*/ 60009 h 361971"/>
              <a:gd name="connsiteX12" fmla="*/ 187864 w 362313"/>
              <a:gd name="connsiteY12" fmla="*/ 137894 h 361971"/>
              <a:gd name="connsiteX13" fmla="*/ 207034 w 362313"/>
              <a:gd name="connsiteY13" fmla="*/ 118742 h 361971"/>
              <a:gd name="connsiteX14" fmla="*/ 215980 w 362313"/>
              <a:gd name="connsiteY14" fmla="*/ 118104 h 361971"/>
              <a:gd name="connsiteX15" fmla="*/ 216619 w 362313"/>
              <a:gd name="connsiteY15" fmla="*/ 127041 h 361971"/>
              <a:gd name="connsiteX16" fmla="*/ 215980 w 362313"/>
              <a:gd name="connsiteY16" fmla="*/ 127680 h 361971"/>
              <a:gd name="connsiteX17" fmla="*/ 185308 w 362313"/>
              <a:gd name="connsiteY17" fmla="*/ 158323 h 361971"/>
              <a:gd name="connsiteX18" fmla="*/ 180835 w 362313"/>
              <a:gd name="connsiteY18" fmla="*/ 160238 h 361971"/>
              <a:gd name="connsiteX19" fmla="*/ 176362 w 362313"/>
              <a:gd name="connsiteY19" fmla="*/ 158323 h 361971"/>
              <a:gd name="connsiteX20" fmla="*/ 146969 w 362313"/>
              <a:gd name="connsiteY20" fmla="*/ 128956 h 361971"/>
              <a:gd name="connsiteX21" fmla="*/ 147608 w 362313"/>
              <a:gd name="connsiteY21" fmla="*/ 120019 h 361971"/>
              <a:gd name="connsiteX22" fmla="*/ 147608 w 362313"/>
              <a:gd name="connsiteY22" fmla="*/ 120019 h 361971"/>
              <a:gd name="connsiteX23" fmla="*/ 133550 w 362313"/>
              <a:gd name="connsiteY23" fmla="*/ 218971 h 361971"/>
              <a:gd name="connsiteX24" fmla="*/ 129077 w 362313"/>
              <a:gd name="connsiteY24" fmla="*/ 217055 h 361971"/>
              <a:gd name="connsiteX25" fmla="*/ 129077 w 362313"/>
              <a:gd name="connsiteY25" fmla="*/ 208118 h 361971"/>
              <a:gd name="connsiteX26" fmla="*/ 148247 w 362313"/>
              <a:gd name="connsiteY26" fmla="*/ 188966 h 361971"/>
              <a:gd name="connsiteX27" fmla="*/ 70928 w 362313"/>
              <a:gd name="connsiteY27" fmla="*/ 188966 h 361971"/>
              <a:gd name="connsiteX28" fmla="*/ 64538 w 362313"/>
              <a:gd name="connsiteY28" fmla="*/ 182582 h 361971"/>
              <a:gd name="connsiteX29" fmla="*/ 70928 w 362313"/>
              <a:gd name="connsiteY29" fmla="*/ 176198 h 361971"/>
              <a:gd name="connsiteX30" fmla="*/ 149524 w 362313"/>
              <a:gd name="connsiteY30" fmla="*/ 176198 h 361971"/>
              <a:gd name="connsiteX31" fmla="*/ 130994 w 362313"/>
              <a:gd name="connsiteY31" fmla="*/ 157684 h 361971"/>
              <a:gd name="connsiteX32" fmla="*/ 130994 w 362313"/>
              <a:gd name="connsiteY32" fmla="*/ 148747 h 361971"/>
              <a:gd name="connsiteX33" fmla="*/ 130994 w 362313"/>
              <a:gd name="connsiteY33" fmla="*/ 148747 h 361971"/>
              <a:gd name="connsiteX34" fmla="*/ 139940 w 362313"/>
              <a:gd name="connsiteY34" fmla="*/ 148747 h 361971"/>
              <a:gd name="connsiteX35" fmla="*/ 169333 w 362313"/>
              <a:gd name="connsiteY35" fmla="*/ 178113 h 361971"/>
              <a:gd name="connsiteX36" fmla="*/ 169333 w 362313"/>
              <a:gd name="connsiteY36" fmla="*/ 187051 h 361971"/>
              <a:gd name="connsiteX37" fmla="*/ 169333 w 362313"/>
              <a:gd name="connsiteY37" fmla="*/ 187051 h 361971"/>
              <a:gd name="connsiteX38" fmla="*/ 138662 w 362313"/>
              <a:gd name="connsiteY38" fmla="*/ 217694 h 361971"/>
              <a:gd name="connsiteX39" fmla="*/ 133550 w 362313"/>
              <a:gd name="connsiteY39" fmla="*/ 218971 h 361971"/>
              <a:gd name="connsiteX40" fmla="*/ 216619 w 362313"/>
              <a:gd name="connsiteY40" fmla="*/ 241953 h 361971"/>
              <a:gd name="connsiteX41" fmla="*/ 207673 w 362313"/>
              <a:gd name="connsiteY41" fmla="*/ 241953 h 361971"/>
              <a:gd name="connsiteX42" fmla="*/ 189142 w 362313"/>
              <a:gd name="connsiteY42" fmla="*/ 223439 h 361971"/>
              <a:gd name="connsiteX43" fmla="*/ 189142 w 362313"/>
              <a:gd name="connsiteY43" fmla="*/ 301962 h 361971"/>
              <a:gd name="connsiteX44" fmla="*/ 182752 w 362313"/>
              <a:gd name="connsiteY44" fmla="*/ 308346 h 361971"/>
              <a:gd name="connsiteX45" fmla="*/ 176362 w 362313"/>
              <a:gd name="connsiteY45" fmla="*/ 301962 h 361971"/>
              <a:gd name="connsiteX46" fmla="*/ 176362 w 362313"/>
              <a:gd name="connsiteY46" fmla="*/ 224078 h 361971"/>
              <a:gd name="connsiteX47" fmla="*/ 157192 w 362313"/>
              <a:gd name="connsiteY47" fmla="*/ 243230 h 361971"/>
              <a:gd name="connsiteX48" fmla="*/ 152719 w 362313"/>
              <a:gd name="connsiteY48" fmla="*/ 245145 h 361971"/>
              <a:gd name="connsiteX49" fmla="*/ 148247 w 362313"/>
              <a:gd name="connsiteY49" fmla="*/ 243230 h 361971"/>
              <a:gd name="connsiteX50" fmla="*/ 148247 w 362313"/>
              <a:gd name="connsiteY50" fmla="*/ 234292 h 361971"/>
              <a:gd name="connsiteX51" fmla="*/ 148247 w 362313"/>
              <a:gd name="connsiteY51" fmla="*/ 234292 h 361971"/>
              <a:gd name="connsiteX52" fmla="*/ 178918 w 362313"/>
              <a:gd name="connsiteY52" fmla="*/ 203649 h 361971"/>
              <a:gd name="connsiteX53" fmla="*/ 187864 w 362313"/>
              <a:gd name="connsiteY53" fmla="*/ 203649 h 361971"/>
              <a:gd name="connsiteX54" fmla="*/ 187864 w 362313"/>
              <a:gd name="connsiteY54" fmla="*/ 203649 h 361971"/>
              <a:gd name="connsiteX55" fmla="*/ 217258 w 362313"/>
              <a:gd name="connsiteY55" fmla="*/ 233015 h 361971"/>
              <a:gd name="connsiteX56" fmla="*/ 216619 w 362313"/>
              <a:gd name="connsiteY56" fmla="*/ 241953 h 361971"/>
              <a:gd name="connsiteX57" fmla="*/ 216619 w 362313"/>
              <a:gd name="connsiteY57" fmla="*/ 241953 h 361971"/>
              <a:gd name="connsiteX58" fmla="*/ 216619 w 362313"/>
              <a:gd name="connsiteY58" fmla="*/ 241953 h 361971"/>
              <a:gd name="connsiteX59" fmla="*/ 293298 w 362313"/>
              <a:gd name="connsiteY59" fmla="*/ 188966 h 361971"/>
              <a:gd name="connsiteX60" fmla="*/ 215980 w 362313"/>
              <a:gd name="connsiteY60" fmla="*/ 188966 h 361971"/>
              <a:gd name="connsiteX61" fmla="*/ 235150 w 362313"/>
              <a:gd name="connsiteY61" fmla="*/ 208118 h 361971"/>
              <a:gd name="connsiteX62" fmla="*/ 235150 w 362313"/>
              <a:gd name="connsiteY62" fmla="*/ 217055 h 361971"/>
              <a:gd name="connsiteX63" fmla="*/ 230677 w 362313"/>
              <a:gd name="connsiteY63" fmla="*/ 218971 h 361971"/>
              <a:gd name="connsiteX64" fmla="*/ 226204 w 362313"/>
              <a:gd name="connsiteY64" fmla="*/ 217055 h 361971"/>
              <a:gd name="connsiteX65" fmla="*/ 195532 w 362313"/>
              <a:gd name="connsiteY65" fmla="*/ 186412 h 361971"/>
              <a:gd name="connsiteX66" fmla="*/ 195532 w 362313"/>
              <a:gd name="connsiteY66" fmla="*/ 177475 h 361971"/>
              <a:gd name="connsiteX67" fmla="*/ 195532 w 362313"/>
              <a:gd name="connsiteY67" fmla="*/ 177475 h 361971"/>
              <a:gd name="connsiteX68" fmla="*/ 224926 w 362313"/>
              <a:gd name="connsiteY68" fmla="*/ 148108 h 361971"/>
              <a:gd name="connsiteX69" fmla="*/ 233872 w 362313"/>
              <a:gd name="connsiteY69" fmla="*/ 148108 h 361971"/>
              <a:gd name="connsiteX70" fmla="*/ 233872 w 362313"/>
              <a:gd name="connsiteY70" fmla="*/ 157046 h 361971"/>
              <a:gd name="connsiteX71" fmla="*/ 215341 w 362313"/>
              <a:gd name="connsiteY71" fmla="*/ 175560 h 361971"/>
              <a:gd name="connsiteX72" fmla="*/ 293937 w 362313"/>
              <a:gd name="connsiteY72" fmla="*/ 175560 h 361971"/>
              <a:gd name="connsiteX73" fmla="*/ 300327 w 362313"/>
              <a:gd name="connsiteY73" fmla="*/ 181944 h 361971"/>
              <a:gd name="connsiteX74" fmla="*/ 293298 w 362313"/>
              <a:gd name="connsiteY74" fmla="*/ 188966 h 361971"/>
              <a:gd name="connsiteX75" fmla="*/ 293298 w 362313"/>
              <a:gd name="connsiteY75" fmla="*/ 18896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2313"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6"/>
                  <a:pt x="281796" y="0"/>
                  <a:pt x="181474" y="0"/>
                </a:cubicBezTo>
                <a:close/>
                <a:moveTo>
                  <a:pt x="147608" y="120019"/>
                </a:moveTo>
                <a:cubicBezTo>
                  <a:pt x="150164" y="117465"/>
                  <a:pt x="153998" y="117465"/>
                  <a:pt x="156553" y="120019"/>
                </a:cubicBezTo>
                <a:lnTo>
                  <a:pt x="175084" y="138532"/>
                </a:lnTo>
                <a:lnTo>
                  <a:pt x="175084" y="60009"/>
                </a:lnTo>
                <a:cubicBezTo>
                  <a:pt x="175084" y="56179"/>
                  <a:pt x="177640" y="53625"/>
                  <a:pt x="181474" y="53625"/>
                </a:cubicBezTo>
                <a:cubicBezTo>
                  <a:pt x="185308" y="53625"/>
                  <a:pt x="187864" y="56179"/>
                  <a:pt x="187864" y="60009"/>
                </a:cubicBezTo>
                <a:lnTo>
                  <a:pt x="187864" y="137894"/>
                </a:lnTo>
                <a:lnTo>
                  <a:pt x="207034" y="118742"/>
                </a:lnTo>
                <a:cubicBezTo>
                  <a:pt x="209590" y="116188"/>
                  <a:pt x="213424" y="115550"/>
                  <a:pt x="215980" y="118104"/>
                </a:cubicBezTo>
                <a:cubicBezTo>
                  <a:pt x="218536" y="120657"/>
                  <a:pt x="219175" y="124488"/>
                  <a:pt x="216619" y="127041"/>
                </a:cubicBezTo>
                <a:cubicBezTo>
                  <a:pt x="216619" y="127041"/>
                  <a:pt x="215980" y="127680"/>
                  <a:pt x="215980" y="127680"/>
                </a:cubicBezTo>
                <a:lnTo>
                  <a:pt x="185308" y="158323"/>
                </a:lnTo>
                <a:cubicBezTo>
                  <a:pt x="184030" y="159600"/>
                  <a:pt x="182752" y="160238"/>
                  <a:pt x="180835" y="160238"/>
                </a:cubicBezTo>
                <a:cubicBezTo>
                  <a:pt x="178918" y="160238"/>
                  <a:pt x="177640" y="159600"/>
                  <a:pt x="176362" y="158323"/>
                </a:cubicBezTo>
                <a:lnTo>
                  <a:pt x="146969" y="128956"/>
                </a:lnTo>
                <a:cubicBezTo>
                  <a:pt x="145052" y="126403"/>
                  <a:pt x="145052" y="122572"/>
                  <a:pt x="147608" y="120019"/>
                </a:cubicBezTo>
                <a:cubicBezTo>
                  <a:pt x="147608" y="120019"/>
                  <a:pt x="147608" y="120019"/>
                  <a:pt x="147608" y="120019"/>
                </a:cubicBezTo>
                <a:close/>
                <a:moveTo>
                  <a:pt x="133550" y="218971"/>
                </a:moveTo>
                <a:cubicBezTo>
                  <a:pt x="131633" y="218971"/>
                  <a:pt x="130355" y="218332"/>
                  <a:pt x="129077" y="217055"/>
                </a:cubicBezTo>
                <a:cubicBezTo>
                  <a:pt x="126521" y="214502"/>
                  <a:pt x="126521" y="210671"/>
                  <a:pt x="129077" y="208118"/>
                </a:cubicBezTo>
                <a:lnTo>
                  <a:pt x="148247" y="188966"/>
                </a:lnTo>
                <a:lnTo>
                  <a:pt x="70928" y="188966"/>
                </a:lnTo>
                <a:cubicBezTo>
                  <a:pt x="67094" y="188966"/>
                  <a:pt x="64538" y="186412"/>
                  <a:pt x="64538" y="182582"/>
                </a:cubicBezTo>
                <a:cubicBezTo>
                  <a:pt x="64538" y="178752"/>
                  <a:pt x="67094" y="176198"/>
                  <a:pt x="70928" y="176198"/>
                </a:cubicBezTo>
                <a:lnTo>
                  <a:pt x="149524" y="176198"/>
                </a:lnTo>
                <a:lnTo>
                  <a:pt x="130994" y="157684"/>
                </a:lnTo>
                <a:cubicBezTo>
                  <a:pt x="128438" y="155131"/>
                  <a:pt x="128438" y="151300"/>
                  <a:pt x="130994" y="148747"/>
                </a:cubicBezTo>
                <a:cubicBezTo>
                  <a:pt x="130994" y="148747"/>
                  <a:pt x="130994" y="148747"/>
                  <a:pt x="130994" y="148747"/>
                </a:cubicBezTo>
                <a:cubicBezTo>
                  <a:pt x="133550" y="146193"/>
                  <a:pt x="137384" y="146193"/>
                  <a:pt x="139940" y="148747"/>
                </a:cubicBezTo>
                <a:lnTo>
                  <a:pt x="169333" y="178113"/>
                </a:lnTo>
                <a:cubicBezTo>
                  <a:pt x="171889" y="180667"/>
                  <a:pt x="171889" y="184497"/>
                  <a:pt x="169333" y="187051"/>
                </a:cubicBezTo>
                <a:cubicBezTo>
                  <a:pt x="169333" y="187051"/>
                  <a:pt x="169333" y="187051"/>
                  <a:pt x="169333" y="187051"/>
                </a:cubicBezTo>
                <a:lnTo>
                  <a:pt x="138662" y="217694"/>
                </a:lnTo>
                <a:cubicBezTo>
                  <a:pt x="136745" y="218332"/>
                  <a:pt x="134828" y="218971"/>
                  <a:pt x="133550" y="218971"/>
                </a:cubicBezTo>
                <a:close/>
                <a:moveTo>
                  <a:pt x="216619" y="241953"/>
                </a:moveTo>
                <a:cubicBezTo>
                  <a:pt x="214063" y="244506"/>
                  <a:pt x="210229" y="244506"/>
                  <a:pt x="207673" y="241953"/>
                </a:cubicBezTo>
                <a:lnTo>
                  <a:pt x="189142" y="223439"/>
                </a:lnTo>
                <a:lnTo>
                  <a:pt x="189142" y="301962"/>
                </a:lnTo>
                <a:cubicBezTo>
                  <a:pt x="189142" y="305793"/>
                  <a:pt x="186586" y="308346"/>
                  <a:pt x="182752" y="308346"/>
                </a:cubicBezTo>
                <a:cubicBezTo>
                  <a:pt x="178918" y="308346"/>
                  <a:pt x="176362" y="305793"/>
                  <a:pt x="176362" y="301962"/>
                </a:cubicBezTo>
                <a:lnTo>
                  <a:pt x="176362" y="224078"/>
                </a:lnTo>
                <a:lnTo>
                  <a:pt x="157192" y="243230"/>
                </a:lnTo>
                <a:cubicBezTo>
                  <a:pt x="155914" y="244506"/>
                  <a:pt x="154637" y="245145"/>
                  <a:pt x="152719" y="245145"/>
                </a:cubicBezTo>
                <a:cubicBezTo>
                  <a:pt x="150803" y="245145"/>
                  <a:pt x="149524" y="244506"/>
                  <a:pt x="148247" y="243230"/>
                </a:cubicBezTo>
                <a:cubicBezTo>
                  <a:pt x="145690" y="240676"/>
                  <a:pt x="145690" y="236846"/>
                  <a:pt x="148247" y="234292"/>
                </a:cubicBezTo>
                <a:cubicBezTo>
                  <a:pt x="148247" y="234292"/>
                  <a:pt x="148247" y="234292"/>
                  <a:pt x="148247" y="234292"/>
                </a:cubicBezTo>
                <a:lnTo>
                  <a:pt x="178918" y="203649"/>
                </a:lnTo>
                <a:cubicBezTo>
                  <a:pt x="181474" y="201095"/>
                  <a:pt x="185308" y="201095"/>
                  <a:pt x="187864" y="203649"/>
                </a:cubicBezTo>
                <a:cubicBezTo>
                  <a:pt x="187864" y="203649"/>
                  <a:pt x="187864" y="203649"/>
                  <a:pt x="187864" y="203649"/>
                </a:cubicBezTo>
                <a:lnTo>
                  <a:pt x="217258" y="233015"/>
                </a:lnTo>
                <a:cubicBezTo>
                  <a:pt x="219175" y="234930"/>
                  <a:pt x="219175" y="238761"/>
                  <a:pt x="216619" y="241953"/>
                </a:cubicBezTo>
                <a:cubicBezTo>
                  <a:pt x="216619" y="241314"/>
                  <a:pt x="216619" y="241953"/>
                  <a:pt x="216619" y="241953"/>
                </a:cubicBezTo>
                <a:lnTo>
                  <a:pt x="216619" y="241953"/>
                </a:lnTo>
                <a:close/>
                <a:moveTo>
                  <a:pt x="293298" y="188966"/>
                </a:moveTo>
                <a:lnTo>
                  <a:pt x="215980" y="188966"/>
                </a:lnTo>
                <a:lnTo>
                  <a:pt x="235150" y="208118"/>
                </a:lnTo>
                <a:cubicBezTo>
                  <a:pt x="237706" y="210671"/>
                  <a:pt x="237706" y="214502"/>
                  <a:pt x="235150" y="217055"/>
                </a:cubicBezTo>
                <a:cubicBezTo>
                  <a:pt x="233872" y="218332"/>
                  <a:pt x="232594" y="218971"/>
                  <a:pt x="230677" y="218971"/>
                </a:cubicBezTo>
                <a:cubicBezTo>
                  <a:pt x="228760" y="218971"/>
                  <a:pt x="227482" y="218332"/>
                  <a:pt x="226204" y="217055"/>
                </a:cubicBezTo>
                <a:lnTo>
                  <a:pt x="195532" y="186412"/>
                </a:lnTo>
                <a:cubicBezTo>
                  <a:pt x="192976" y="183859"/>
                  <a:pt x="192976" y="180028"/>
                  <a:pt x="195532" y="177475"/>
                </a:cubicBezTo>
                <a:cubicBezTo>
                  <a:pt x="195532" y="177475"/>
                  <a:pt x="195532" y="177475"/>
                  <a:pt x="195532" y="177475"/>
                </a:cubicBezTo>
                <a:lnTo>
                  <a:pt x="224926" y="148108"/>
                </a:lnTo>
                <a:cubicBezTo>
                  <a:pt x="227482" y="145555"/>
                  <a:pt x="231316" y="145555"/>
                  <a:pt x="233872" y="148108"/>
                </a:cubicBezTo>
                <a:cubicBezTo>
                  <a:pt x="236428" y="150662"/>
                  <a:pt x="236428" y="154492"/>
                  <a:pt x="233872" y="157046"/>
                </a:cubicBezTo>
                <a:lnTo>
                  <a:pt x="215341" y="175560"/>
                </a:lnTo>
                <a:lnTo>
                  <a:pt x="293937" y="175560"/>
                </a:lnTo>
                <a:cubicBezTo>
                  <a:pt x="297771" y="175560"/>
                  <a:pt x="300327" y="178113"/>
                  <a:pt x="300327" y="181944"/>
                </a:cubicBezTo>
                <a:cubicBezTo>
                  <a:pt x="300327" y="185774"/>
                  <a:pt x="296493" y="188327"/>
                  <a:pt x="293298" y="188966"/>
                </a:cubicBezTo>
                <a:lnTo>
                  <a:pt x="293298" y="188966"/>
                </a:lnTo>
                <a:close/>
              </a:path>
            </a:pathLst>
          </a:custGeom>
          <a:solidFill>
            <a:srgbClr val="00A3E0"/>
          </a:solidFill>
          <a:ln w="6390" cap="flat">
            <a:noFill/>
            <a:prstDash val="solid"/>
            <a:miter/>
          </a:ln>
        </p:spPr>
        <p:txBody>
          <a:bodyPr rtlCol="0" anchor="ctr"/>
          <a:lstStyle/>
          <a:p>
            <a:endParaRPr lang="en-US"/>
          </a:p>
        </p:txBody>
      </p:sp>
      <p:grpSp>
        <p:nvGrpSpPr>
          <p:cNvPr id="277" name="Graphic 4">
            <a:extLst>
              <a:ext uri="{FF2B5EF4-FFF2-40B4-BE49-F238E27FC236}">
                <a16:creationId xmlns:a16="http://schemas.microsoft.com/office/drawing/2014/main" id="{BEA72140-FA37-9445-A944-CBC8BC9328D1}"/>
              </a:ext>
            </a:extLst>
          </p:cNvPr>
          <p:cNvGrpSpPr/>
          <p:nvPr/>
        </p:nvGrpSpPr>
        <p:grpSpPr>
          <a:xfrm>
            <a:off x="7801474" y="3339623"/>
            <a:ext cx="362309" cy="361971"/>
            <a:chOff x="7801474" y="3339623"/>
            <a:chExt cx="362309" cy="361971"/>
          </a:xfrm>
          <a:solidFill>
            <a:srgbClr val="00A3E0"/>
          </a:solidFill>
        </p:grpSpPr>
        <p:sp>
          <p:nvSpPr>
            <p:cNvPr id="278" name="Graphic 4">
              <a:extLst>
                <a:ext uri="{FF2B5EF4-FFF2-40B4-BE49-F238E27FC236}">
                  <a16:creationId xmlns:a16="http://schemas.microsoft.com/office/drawing/2014/main" id="{4FA2879E-27DB-9441-93B5-46FFE33C73BD}"/>
                </a:ext>
              </a:extLst>
            </p:cNvPr>
            <p:cNvSpPr/>
            <p:nvPr/>
          </p:nvSpPr>
          <p:spPr>
            <a:xfrm>
              <a:off x="7801474" y="33396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lnTo>
                    <a:pt x="181474" y="349204"/>
                  </a:lnTo>
                  <a:close/>
                </a:path>
              </a:pathLst>
            </a:custGeom>
            <a:solidFill>
              <a:srgbClr val="00A3E0"/>
            </a:solidFill>
            <a:ln w="6390" cap="flat">
              <a:noFill/>
              <a:prstDash val="solid"/>
              <a:miter/>
            </a:ln>
          </p:spPr>
          <p:txBody>
            <a:bodyPr rtlCol="0" anchor="ctr"/>
            <a:lstStyle/>
            <a:p>
              <a:endParaRPr lang="en-US"/>
            </a:p>
          </p:txBody>
        </p:sp>
        <p:sp>
          <p:nvSpPr>
            <p:cNvPr id="279" name="Graphic 4">
              <a:extLst>
                <a:ext uri="{FF2B5EF4-FFF2-40B4-BE49-F238E27FC236}">
                  <a16:creationId xmlns:a16="http://schemas.microsoft.com/office/drawing/2014/main" id="{953541CB-2E9A-9941-BA55-CD06566632FA}"/>
                </a:ext>
              </a:extLst>
            </p:cNvPr>
            <p:cNvSpPr/>
            <p:nvPr/>
          </p:nvSpPr>
          <p:spPr>
            <a:xfrm>
              <a:off x="7867923" y="3400909"/>
              <a:ext cx="226854" cy="239405"/>
            </a:xfrm>
            <a:custGeom>
              <a:avLst/>
              <a:gdLst>
                <a:gd name="connsiteX0" fmla="*/ 105440 w 226854"/>
                <a:gd name="connsiteY0" fmla="*/ 0 h 239405"/>
                <a:gd name="connsiteX1" fmla="*/ 99050 w 226854"/>
                <a:gd name="connsiteY1" fmla="*/ 6384 h 239405"/>
                <a:gd name="connsiteX2" fmla="*/ 105440 w 226854"/>
                <a:gd name="connsiteY2" fmla="*/ 12768 h 239405"/>
                <a:gd name="connsiteX3" fmla="*/ 214069 w 226854"/>
                <a:gd name="connsiteY3" fmla="*/ 118104 h 239405"/>
                <a:gd name="connsiteX4" fmla="*/ 108635 w 226854"/>
                <a:gd name="connsiteY4" fmla="*/ 226631 h 239405"/>
                <a:gd name="connsiteX5" fmla="*/ 14064 w 226854"/>
                <a:gd name="connsiteY5" fmla="*/ 135341 h 239405"/>
                <a:gd name="connsiteX6" fmla="*/ 105440 w 226854"/>
                <a:gd name="connsiteY6" fmla="*/ 40858 h 239405"/>
                <a:gd name="connsiteX7" fmla="*/ 106718 w 226854"/>
                <a:gd name="connsiteY7" fmla="*/ 40858 h 239405"/>
                <a:gd name="connsiteX8" fmla="*/ 184036 w 226854"/>
                <a:gd name="connsiteY8" fmla="*/ 121296 h 239405"/>
                <a:gd name="connsiteX9" fmla="*/ 107996 w 226854"/>
                <a:gd name="connsiteY9" fmla="*/ 198542 h 239405"/>
                <a:gd name="connsiteX10" fmla="*/ 44096 w 226854"/>
                <a:gd name="connsiteY10" fmla="*/ 133425 h 239405"/>
                <a:gd name="connsiteX11" fmla="*/ 106079 w 226854"/>
                <a:gd name="connsiteY11" fmla="*/ 69586 h 239405"/>
                <a:gd name="connsiteX12" fmla="*/ 106718 w 226854"/>
                <a:gd name="connsiteY12" fmla="*/ 69586 h 239405"/>
                <a:gd name="connsiteX13" fmla="*/ 155920 w 226854"/>
                <a:gd name="connsiteY13" fmla="*/ 121296 h 239405"/>
                <a:gd name="connsiteX14" fmla="*/ 107996 w 226854"/>
                <a:gd name="connsiteY14" fmla="*/ 170452 h 239405"/>
                <a:gd name="connsiteX15" fmla="*/ 107357 w 226854"/>
                <a:gd name="connsiteY15" fmla="*/ 170452 h 239405"/>
                <a:gd name="connsiteX16" fmla="*/ 72212 w 226854"/>
                <a:gd name="connsiteY16" fmla="*/ 133425 h 239405"/>
                <a:gd name="connsiteX17" fmla="*/ 106718 w 226854"/>
                <a:gd name="connsiteY17" fmla="*/ 98313 h 239405"/>
                <a:gd name="connsiteX18" fmla="*/ 107357 w 226854"/>
                <a:gd name="connsiteY18" fmla="*/ 98313 h 239405"/>
                <a:gd name="connsiteX19" fmla="*/ 129083 w 226854"/>
                <a:gd name="connsiteY19" fmla="*/ 120019 h 239405"/>
                <a:gd name="connsiteX20" fmla="*/ 107357 w 226854"/>
                <a:gd name="connsiteY20" fmla="*/ 141724 h 239405"/>
                <a:gd name="connsiteX21" fmla="*/ 101606 w 226854"/>
                <a:gd name="connsiteY21" fmla="*/ 139809 h 239405"/>
                <a:gd name="connsiteX22" fmla="*/ 99050 w 226854"/>
                <a:gd name="connsiteY22" fmla="*/ 134702 h 239405"/>
                <a:gd name="connsiteX23" fmla="*/ 100967 w 226854"/>
                <a:gd name="connsiteY23" fmla="*/ 128957 h 239405"/>
                <a:gd name="connsiteX24" fmla="*/ 106079 w 226854"/>
                <a:gd name="connsiteY24" fmla="*/ 126403 h 239405"/>
                <a:gd name="connsiteX25" fmla="*/ 112469 w 226854"/>
                <a:gd name="connsiteY25" fmla="*/ 120019 h 239405"/>
                <a:gd name="connsiteX26" fmla="*/ 106079 w 226854"/>
                <a:gd name="connsiteY26" fmla="*/ 113635 h 239405"/>
                <a:gd name="connsiteX27" fmla="*/ 106079 w 226854"/>
                <a:gd name="connsiteY27" fmla="*/ 113635 h 239405"/>
                <a:gd name="connsiteX28" fmla="*/ 91382 w 226854"/>
                <a:gd name="connsiteY28" fmla="*/ 120019 h 239405"/>
                <a:gd name="connsiteX29" fmla="*/ 92021 w 226854"/>
                <a:gd name="connsiteY29" fmla="*/ 148747 h 239405"/>
                <a:gd name="connsiteX30" fmla="*/ 92021 w 226854"/>
                <a:gd name="connsiteY30" fmla="*/ 148747 h 239405"/>
                <a:gd name="connsiteX31" fmla="*/ 106718 w 226854"/>
                <a:gd name="connsiteY31" fmla="*/ 154492 h 239405"/>
                <a:gd name="connsiteX32" fmla="*/ 141224 w 226854"/>
                <a:gd name="connsiteY32" fmla="*/ 119381 h 239405"/>
                <a:gd name="connsiteX33" fmla="*/ 106079 w 226854"/>
                <a:gd name="connsiteY33" fmla="*/ 84907 h 239405"/>
                <a:gd name="connsiteX34" fmla="*/ 105440 w 226854"/>
                <a:gd name="connsiteY34" fmla="*/ 84907 h 239405"/>
                <a:gd name="connsiteX35" fmla="*/ 58794 w 226854"/>
                <a:gd name="connsiteY35" fmla="*/ 135979 h 239405"/>
                <a:gd name="connsiteX36" fmla="*/ 106079 w 226854"/>
                <a:gd name="connsiteY36" fmla="*/ 182582 h 239405"/>
                <a:gd name="connsiteX37" fmla="*/ 106718 w 226854"/>
                <a:gd name="connsiteY37" fmla="*/ 182582 h 239405"/>
                <a:gd name="connsiteX38" fmla="*/ 167422 w 226854"/>
                <a:gd name="connsiteY38" fmla="*/ 116827 h 239405"/>
                <a:gd name="connsiteX39" fmla="*/ 106079 w 226854"/>
                <a:gd name="connsiteY39" fmla="*/ 56179 h 239405"/>
                <a:gd name="connsiteX40" fmla="*/ 105440 w 226854"/>
                <a:gd name="connsiteY40" fmla="*/ 56179 h 239405"/>
                <a:gd name="connsiteX41" fmla="*/ 30678 w 226854"/>
                <a:gd name="connsiteY41" fmla="*/ 135979 h 239405"/>
                <a:gd name="connsiteX42" fmla="*/ 106718 w 226854"/>
                <a:gd name="connsiteY42" fmla="*/ 210671 h 239405"/>
                <a:gd name="connsiteX43" fmla="*/ 107996 w 226854"/>
                <a:gd name="connsiteY43" fmla="*/ 210671 h 239405"/>
                <a:gd name="connsiteX44" fmla="*/ 196177 w 226854"/>
                <a:gd name="connsiteY44" fmla="*/ 116189 h 239405"/>
                <a:gd name="connsiteX45" fmla="*/ 106079 w 226854"/>
                <a:gd name="connsiteY45" fmla="*/ 28090 h 239405"/>
                <a:gd name="connsiteX46" fmla="*/ 104801 w 226854"/>
                <a:gd name="connsiteY46" fmla="*/ 28090 h 239405"/>
                <a:gd name="connsiteX47" fmla="*/ 6 w 226854"/>
                <a:gd name="connsiteY47" fmla="*/ 134702 h 239405"/>
                <a:gd name="connsiteX48" fmla="*/ 106718 w 226854"/>
                <a:gd name="connsiteY48" fmla="*/ 239399 h 239405"/>
                <a:gd name="connsiteX49" fmla="*/ 108635 w 226854"/>
                <a:gd name="connsiteY49" fmla="*/ 239399 h 239405"/>
                <a:gd name="connsiteX50" fmla="*/ 226849 w 226854"/>
                <a:gd name="connsiteY50" fmla="*/ 118104 h 239405"/>
                <a:gd name="connsiteX51" fmla="*/ 190426 w 226854"/>
                <a:gd name="connsiteY51" fmla="*/ 33835 h 239405"/>
                <a:gd name="connsiteX52" fmla="*/ 105440 w 226854"/>
                <a:gd name="connsiteY52" fmla="*/ 0 h 239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26854" h="239405">
                  <a:moveTo>
                    <a:pt x="105440" y="0"/>
                  </a:moveTo>
                  <a:cubicBezTo>
                    <a:pt x="101606" y="0"/>
                    <a:pt x="99050" y="2554"/>
                    <a:pt x="99050" y="6384"/>
                  </a:cubicBezTo>
                  <a:cubicBezTo>
                    <a:pt x="99050" y="10215"/>
                    <a:pt x="101606" y="12768"/>
                    <a:pt x="105440" y="12768"/>
                  </a:cubicBezTo>
                  <a:cubicBezTo>
                    <a:pt x="164227" y="12130"/>
                    <a:pt x="213430" y="58733"/>
                    <a:pt x="214069" y="118104"/>
                  </a:cubicBezTo>
                  <a:cubicBezTo>
                    <a:pt x="214708" y="176836"/>
                    <a:pt x="168061" y="225993"/>
                    <a:pt x="108635" y="226631"/>
                  </a:cubicBezTo>
                  <a:cubicBezTo>
                    <a:pt x="57516" y="227270"/>
                    <a:pt x="15342" y="186412"/>
                    <a:pt x="14064" y="135341"/>
                  </a:cubicBezTo>
                  <a:cubicBezTo>
                    <a:pt x="13425" y="84269"/>
                    <a:pt x="54321" y="42135"/>
                    <a:pt x="105440" y="40858"/>
                  </a:cubicBezTo>
                  <a:lnTo>
                    <a:pt x="106718" y="40858"/>
                  </a:lnTo>
                  <a:cubicBezTo>
                    <a:pt x="150170" y="41496"/>
                    <a:pt x="184675" y="77885"/>
                    <a:pt x="184036" y="121296"/>
                  </a:cubicBezTo>
                  <a:cubicBezTo>
                    <a:pt x="183397" y="162792"/>
                    <a:pt x="150170" y="196627"/>
                    <a:pt x="107996" y="198542"/>
                  </a:cubicBezTo>
                  <a:cubicBezTo>
                    <a:pt x="72212" y="197903"/>
                    <a:pt x="44096" y="168537"/>
                    <a:pt x="44096" y="133425"/>
                  </a:cubicBezTo>
                  <a:cubicBezTo>
                    <a:pt x="44736" y="98952"/>
                    <a:pt x="71573" y="71501"/>
                    <a:pt x="106079" y="69586"/>
                  </a:cubicBezTo>
                  <a:lnTo>
                    <a:pt x="106718" y="69586"/>
                  </a:lnTo>
                  <a:cubicBezTo>
                    <a:pt x="134834" y="70224"/>
                    <a:pt x="156560" y="93206"/>
                    <a:pt x="155920" y="121296"/>
                  </a:cubicBezTo>
                  <a:cubicBezTo>
                    <a:pt x="155281" y="147470"/>
                    <a:pt x="134195" y="169176"/>
                    <a:pt x="107996" y="170452"/>
                  </a:cubicBezTo>
                  <a:lnTo>
                    <a:pt x="107357" y="170452"/>
                  </a:lnTo>
                  <a:cubicBezTo>
                    <a:pt x="87548" y="169814"/>
                    <a:pt x="71573" y="153216"/>
                    <a:pt x="72212" y="133425"/>
                  </a:cubicBezTo>
                  <a:cubicBezTo>
                    <a:pt x="72851" y="114912"/>
                    <a:pt x="87548" y="99590"/>
                    <a:pt x="106718" y="98313"/>
                  </a:cubicBezTo>
                  <a:lnTo>
                    <a:pt x="107357" y="98313"/>
                  </a:lnTo>
                  <a:cubicBezTo>
                    <a:pt x="119498" y="98313"/>
                    <a:pt x="129083" y="107889"/>
                    <a:pt x="129083" y="120019"/>
                  </a:cubicBezTo>
                  <a:cubicBezTo>
                    <a:pt x="129083" y="132149"/>
                    <a:pt x="119498" y="141724"/>
                    <a:pt x="107357" y="141724"/>
                  </a:cubicBezTo>
                  <a:cubicBezTo>
                    <a:pt x="105440" y="141724"/>
                    <a:pt x="103523" y="141086"/>
                    <a:pt x="101606" y="139809"/>
                  </a:cubicBezTo>
                  <a:cubicBezTo>
                    <a:pt x="100328" y="138533"/>
                    <a:pt x="99050" y="136617"/>
                    <a:pt x="99050" y="134702"/>
                  </a:cubicBezTo>
                  <a:cubicBezTo>
                    <a:pt x="99050" y="132787"/>
                    <a:pt x="99689" y="130872"/>
                    <a:pt x="100967" y="128957"/>
                  </a:cubicBezTo>
                  <a:cubicBezTo>
                    <a:pt x="102245" y="127680"/>
                    <a:pt x="104162" y="126403"/>
                    <a:pt x="106079" y="126403"/>
                  </a:cubicBezTo>
                  <a:cubicBezTo>
                    <a:pt x="109913" y="126403"/>
                    <a:pt x="112469" y="123849"/>
                    <a:pt x="112469" y="120019"/>
                  </a:cubicBezTo>
                  <a:cubicBezTo>
                    <a:pt x="112469" y="116189"/>
                    <a:pt x="109913" y="113635"/>
                    <a:pt x="106079" y="113635"/>
                  </a:cubicBezTo>
                  <a:lnTo>
                    <a:pt x="106079" y="113635"/>
                  </a:lnTo>
                  <a:cubicBezTo>
                    <a:pt x="100328" y="113635"/>
                    <a:pt x="95216" y="116189"/>
                    <a:pt x="91382" y="120019"/>
                  </a:cubicBezTo>
                  <a:cubicBezTo>
                    <a:pt x="83714" y="128318"/>
                    <a:pt x="83714" y="141086"/>
                    <a:pt x="92021" y="148747"/>
                  </a:cubicBezTo>
                  <a:cubicBezTo>
                    <a:pt x="92021" y="148747"/>
                    <a:pt x="92021" y="148747"/>
                    <a:pt x="92021" y="148747"/>
                  </a:cubicBezTo>
                  <a:cubicBezTo>
                    <a:pt x="95855" y="152577"/>
                    <a:pt x="100967" y="154492"/>
                    <a:pt x="106718" y="154492"/>
                  </a:cubicBezTo>
                  <a:cubicBezTo>
                    <a:pt x="125888" y="154492"/>
                    <a:pt x="141224" y="138533"/>
                    <a:pt x="141224" y="119381"/>
                  </a:cubicBezTo>
                  <a:cubicBezTo>
                    <a:pt x="141224" y="100229"/>
                    <a:pt x="125249" y="84907"/>
                    <a:pt x="106079" y="84907"/>
                  </a:cubicBezTo>
                  <a:lnTo>
                    <a:pt x="105440" y="84907"/>
                  </a:lnTo>
                  <a:cubicBezTo>
                    <a:pt x="78602" y="86184"/>
                    <a:pt x="57516" y="109166"/>
                    <a:pt x="58794" y="135979"/>
                  </a:cubicBezTo>
                  <a:cubicBezTo>
                    <a:pt x="60071" y="161515"/>
                    <a:pt x="80519" y="181944"/>
                    <a:pt x="106079" y="182582"/>
                  </a:cubicBezTo>
                  <a:lnTo>
                    <a:pt x="106718" y="182582"/>
                  </a:lnTo>
                  <a:cubicBezTo>
                    <a:pt x="141863" y="181305"/>
                    <a:pt x="168700" y="151939"/>
                    <a:pt x="167422" y="116827"/>
                  </a:cubicBezTo>
                  <a:cubicBezTo>
                    <a:pt x="166145" y="83630"/>
                    <a:pt x="139307" y="56818"/>
                    <a:pt x="106079" y="56179"/>
                  </a:cubicBezTo>
                  <a:lnTo>
                    <a:pt x="105440" y="56179"/>
                  </a:lnTo>
                  <a:cubicBezTo>
                    <a:pt x="62627" y="57456"/>
                    <a:pt x="29400" y="93206"/>
                    <a:pt x="30678" y="135979"/>
                  </a:cubicBezTo>
                  <a:cubicBezTo>
                    <a:pt x="31956" y="176836"/>
                    <a:pt x="65183" y="209395"/>
                    <a:pt x="106718" y="210671"/>
                  </a:cubicBezTo>
                  <a:lnTo>
                    <a:pt x="107996" y="210671"/>
                  </a:lnTo>
                  <a:cubicBezTo>
                    <a:pt x="158476" y="208756"/>
                    <a:pt x="198094" y="166622"/>
                    <a:pt x="196177" y="116189"/>
                  </a:cubicBezTo>
                  <a:cubicBezTo>
                    <a:pt x="194260" y="67670"/>
                    <a:pt x="155281" y="28728"/>
                    <a:pt x="106079" y="28090"/>
                  </a:cubicBezTo>
                  <a:lnTo>
                    <a:pt x="104801" y="28090"/>
                  </a:lnTo>
                  <a:cubicBezTo>
                    <a:pt x="46652" y="28728"/>
                    <a:pt x="-633" y="75970"/>
                    <a:pt x="6" y="134702"/>
                  </a:cubicBezTo>
                  <a:cubicBezTo>
                    <a:pt x="645" y="192796"/>
                    <a:pt x="47931" y="240038"/>
                    <a:pt x="106718" y="239399"/>
                  </a:cubicBezTo>
                  <a:lnTo>
                    <a:pt x="108635" y="239399"/>
                  </a:lnTo>
                  <a:cubicBezTo>
                    <a:pt x="175090" y="238123"/>
                    <a:pt x="227488" y="183859"/>
                    <a:pt x="226849" y="118104"/>
                  </a:cubicBezTo>
                  <a:cubicBezTo>
                    <a:pt x="226210" y="86184"/>
                    <a:pt x="213430" y="56179"/>
                    <a:pt x="190426" y="33835"/>
                  </a:cubicBezTo>
                  <a:cubicBezTo>
                    <a:pt x="168061" y="12130"/>
                    <a:pt x="137390" y="0"/>
                    <a:pt x="105440" y="0"/>
                  </a:cubicBezTo>
                  <a:close/>
                </a:path>
              </a:pathLst>
            </a:custGeom>
            <a:solidFill>
              <a:srgbClr val="00A3E0"/>
            </a:solidFill>
            <a:ln w="6390" cap="flat">
              <a:noFill/>
              <a:prstDash val="solid"/>
              <a:miter/>
            </a:ln>
          </p:spPr>
          <p:txBody>
            <a:bodyPr rtlCol="0" anchor="ctr"/>
            <a:lstStyle/>
            <a:p>
              <a:endParaRPr lang="en-US"/>
            </a:p>
          </p:txBody>
        </p:sp>
      </p:grpSp>
      <p:sp>
        <p:nvSpPr>
          <p:cNvPr id="307" name="Graphic 4">
            <a:extLst>
              <a:ext uri="{FF2B5EF4-FFF2-40B4-BE49-F238E27FC236}">
                <a16:creationId xmlns:a16="http://schemas.microsoft.com/office/drawing/2014/main" id="{D992248F-59F5-F945-A761-FF9E5FF1D10C}"/>
              </a:ext>
            </a:extLst>
          </p:cNvPr>
          <p:cNvSpPr/>
          <p:nvPr/>
        </p:nvSpPr>
        <p:spPr>
          <a:xfrm>
            <a:off x="8239823" y="3339623"/>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175723 w 361674"/>
              <a:gd name="connsiteY7" fmla="*/ 300685 h 361971"/>
              <a:gd name="connsiteX8" fmla="*/ 173806 w 361674"/>
              <a:gd name="connsiteY8" fmla="*/ 300685 h 361971"/>
              <a:gd name="connsiteX9" fmla="*/ 67094 w 361674"/>
              <a:gd name="connsiteY9" fmla="*/ 195988 h 361971"/>
              <a:gd name="connsiteX10" fmla="*/ 171889 w 361674"/>
              <a:gd name="connsiteY10" fmla="*/ 89376 h 361971"/>
              <a:gd name="connsiteX11" fmla="*/ 173167 w 361674"/>
              <a:gd name="connsiteY11" fmla="*/ 89376 h 361971"/>
              <a:gd name="connsiteX12" fmla="*/ 263265 w 361674"/>
              <a:gd name="connsiteY12" fmla="*/ 182582 h 361971"/>
              <a:gd name="connsiteX13" fmla="*/ 175084 w 361674"/>
              <a:gd name="connsiteY13" fmla="*/ 272596 h 361971"/>
              <a:gd name="connsiteX14" fmla="*/ 120131 w 361674"/>
              <a:gd name="connsiteY14" fmla="*/ 250890 h 361971"/>
              <a:gd name="connsiteX15" fmla="*/ 96488 w 361674"/>
              <a:gd name="connsiteY15" fmla="*/ 196627 h 361971"/>
              <a:gd name="connsiteX16" fmla="*/ 172528 w 361674"/>
              <a:gd name="connsiteY16" fmla="*/ 118104 h 361971"/>
              <a:gd name="connsiteX17" fmla="*/ 173806 w 361674"/>
              <a:gd name="connsiteY17" fmla="*/ 118104 h 361971"/>
              <a:gd name="connsiteX18" fmla="*/ 235150 w 361674"/>
              <a:gd name="connsiteY18" fmla="*/ 182582 h 361971"/>
              <a:gd name="connsiteX19" fmla="*/ 174446 w 361674"/>
              <a:gd name="connsiteY19" fmla="*/ 243868 h 361971"/>
              <a:gd name="connsiteX20" fmla="*/ 173806 w 361674"/>
              <a:gd name="connsiteY20" fmla="*/ 243868 h 361971"/>
              <a:gd name="connsiteX21" fmla="*/ 126521 w 361674"/>
              <a:gd name="connsiteY21" fmla="*/ 193435 h 361971"/>
              <a:gd name="connsiteX22" fmla="*/ 173167 w 361674"/>
              <a:gd name="connsiteY22" fmla="*/ 146193 h 361971"/>
              <a:gd name="connsiteX23" fmla="*/ 173806 w 361674"/>
              <a:gd name="connsiteY23" fmla="*/ 146193 h 361971"/>
              <a:gd name="connsiteX24" fmla="*/ 208312 w 361674"/>
              <a:gd name="connsiteY24" fmla="*/ 180028 h 361971"/>
              <a:gd name="connsiteX25" fmla="*/ 198727 w 361674"/>
              <a:gd name="connsiteY25" fmla="*/ 204926 h 361971"/>
              <a:gd name="connsiteX26" fmla="*/ 174446 w 361674"/>
              <a:gd name="connsiteY26" fmla="*/ 215779 h 361971"/>
              <a:gd name="connsiteX27" fmla="*/ 159748 w 361674"/>
              <a:gd name="connsiteY27" fmla="*/ 210033 h 361971"/>
              <a:gd name="connsiteX28" fmla="*/ 153358 w 361674"/>
              <a:gd name="connsiteY28" fmla="*/ 195350 h 361971"/>
              <a:gd name="connsiteX29" fmla="*/ 173806 w 361674"/>
              <a:gd name="connsiteY29" fmla="*/ 174283 h 361971"/>
              <a:gd name="connsiteX30" fmla="*/ 173806 w 361674"/>
              <a:gd name="connsiteY30" fmla="*/ 174283 h 361971"/>
              <a:gd name="connsiteX31" fmla="*/ 173806 w 361674"/>
              <a:gd name="connsiteY31" fmla="*/ 174283 h 361971"/>
              <a:gd name="connsiteX32" fmla="*/ 180196 w 361674"/>
              <a:gd name="connsiteY32" fmla="*/ 180667 h 361971"/>
              <a:gd name="connsiteX33" fmla="*/ 173806 w 361674"/>
              <a:gd name="connsiteY33" fmla="*/ 187051 h 361971"/>
              <a:gd name="connsiteX34" fmla="*/ 166138 w 361674"/>
              <a:gd name="connsiteY34" fmla="*/ 194711 h 361971"/>
              <a:gd name="connsiteX35" fmla="*/ 173806 w 361674"/>
              <a:gd name="connsiteY35" fmla="*/ 202372 h 361971"/>
              <a:gd name="connsiteX36" fmla="*/ 195532 w 361674"/>
              <a:gd name="connsiteY36" fmla="*/ 180028 h 361971"/>
              <a:gd name="connsiteX37" fmla="*/ 173167 w 361674"/>
              <a:gd name="connsiteY37" fmla="*/ 158323 h 361971"/>
              <a:gd name="connsiteX38" fmla="*/ 173167 w 361674"/>
              <a:gd name="connsiteY38" fmla="*/ 158323 h 361971"/>
              <a:gd name="connsiteX39" fmla="*/ 136106 w 361674"/>
              <a:gd name="connsiteY39" fmla="*/ 193435 h 361971"/>
              <a:gd name="connsiteX40" fmla="*/ 171251 w 361674"/>
              <a:gd name="connsiteY40" fmla="*/ 230462 h 361971"/>
              <a:gd name="connsiteX41" fmla="*/ 173806 w 361674"/>
              <a:gd name="connsiteY41" fmla="*/ 230462 h 361971"/>
              <a:gd name="connsiteX42" fmla="*/ 221731 w 361674"/>
              <a:gd name="connsiteY42" fmla="*/ 178113 h 361971"/>
              <a:gd name="connsiteX43" fmla="*/ 172528 w 361674"/>
              <a:gd name="connsiteY43" fmla="*/ 130233 h 361971"/>
              <a:gd name="connsiteX44" fmla="*/ 171889 w 361674"/>
              <a:gd name="connsiteY44" fmla="*/ 130233 h 361971"/>
              <a:gd name="connsiteX45" fmla="*/ 109907 w 361674"/>
              <a:gd name="connsiteY45" fmla="*/ 197265 h 361971"/>
              <a:gd name="connsiteX46" fmla="*/ 173806 w 361674"/>
              <a:gd name="connsiteY46" fmla="*/ 259190 h 361971"/>
              <a:gd name="connsiteX47" fmla="*/ 249846 w 361674"/>
              <a:gd name="connsiteY47" fmla="*/ 178113 h 361971"/>
              <a:gd name="connsiteX48" fmla="*/ 172528 w 361674"/>
              <a:gd name="connsiteY48" fmla="*/ 102144 h 361971"/>
              <a:gd name="connsiteX49" fmla="*/ 171251 w 361674"/>
              <a:gd name="connsiteY49" fmla="*/ 102144 h 361971"/>
              <a:gd name="connsiteX50" fmla="*/ 79874 w 361674"/>
              <a:gd name="connsiteY50" fmla="*/ 196627 h 361971"/>
              <a:gd name="connsiteX51" fmla="*/ 174446 w 361674"/>
              <a:gd name="connsiteY51" fmla="*/ 287917 h 361971"/>
              <a:gd name="connsiteX52" fmla="*/ 280518 w 361674"/>
              <a:gd name="connsiteY52" fmla="*/ 180028 h 361971"/>
              <a:gd name="connsiteX53" fmla="*/ 172528 w 361674"/>
              <a:gd name="connsiteY53" fmla="*/ 74054 h 361971"/>
              <a:gd name="connsiteX54" fmla="*/ 170611 w 361674"/>
              <a:gd name="connsiteY54" fmla="*/ 74054 h 361971"/>
              <a:gd name="connsiteX55" fmla="*/ 164221 w 361674"/>
              <a:gd name="connsiteY55" fmla="*/ 67670 h 361971"/>
              <a:gd name="connsiteX56" fmla="*/ 170611 w 361674"/>
              <a:gd name="connsiteY56" fmla="*/ 61286 h 361971"/>
              <a:gd name="connsiteX57" fmla="*/ 292020 w 361674"/>
              <a:gd name="connsiteY57" fmla="*/ 179390 h 361971"/>
              <a:gd name="connsiteX58" fmla="*/ 175723 w 361674"/>
              <a:gd name="connsiteY58" fmla="*/ 300685 h 361971"/>
              <a:gd name="connsiteX59" fmla="*/ 175723 w 361674"/>
              <a:gd name="connsiteY59" fmla="*/ 30068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61674" h="361971">
                <a:moveTo>
                  <a:pt x="180836" y="0"/>
                </a:moveTo>
                <a:cubicBezTo>
                  <a:pt x="80513" y="0"/>
                  <a:pt x="0" y="81077"/>
                  <a:pt x="0" y="180667"/>
                </a:cubicBezTo>
                <a:cubicBezTo>
                  <a:pt x="0" y="280895"/>
                  <a:pt x="81152" y="361972"/>
                  <a:pt x="180836" y="361972"/>
                </a:cubicBezTo>
                <a:cubicBezTo>
                  <a:pt x="281157" y="361972"/>
                  <a:pt x="361670" y="280895"/>
                  <a:pt x="361670" y="181305"/>
                </a:cubicBezTo>
                <a:lnTo>
                  <a:pt x="361670" y="181305"/>
                </a:lnTo>
                <a:cubicBezTo>
                  <a:pt x="362309" y="81077"/>
                  <a:pt x="281157" y="0"/>
                  <a:pt x="180836" y="0"/>
                </a:cubicBezTo>
                <a:cubicBezTo>
                  <a:pt x="180836" y="0"/>
                  <a:pt x="180836" y="0"/>
                  <a:pt x="180836" y="0"/>
                </a:cubicBezTo>
                <a:close/>
                <a:moveTo>
                  <a:pt x="175723" y="300685"/>
                </a:moveTo>
                <a:lnTo>
                  <a:pt x="173806" y="300685"/>
                </a:lnTo>
                <a:cubicBezTo>
                  <a:pt x="115658" y="301324"/>
                  <a:pt x="67733" y="254082"/>
                  <a:pt x="67094" y="195988"/>
                </a:cubicBezTo>
                <a:cubicBezTo>
                  <a:pt x="66456" y="137894"/>
                  <a:pt x="113741" y="90014"/>
                  <a:pt x="171889" y="89376"/>
                </a:cubicBezTo>
                <a:lnTo>
                  <a:pt x="173167" y="89376"/>
                </a:lnTo>
                <a:cubicBezTo>
                  <a:pt x="223648" y="90014"/>
                  <a:pt x="263905" y="132149"/>
                  <a:pt x="263265" y="182582"/>
                </a:cubicBezTo>
                <a:cubicBezTo>
                  <a:pt x="262626" y="231100"/>
                  <a:pt x="223648" y="270681"/>
                  <a:pt x="175084" y="272596"/>
                </a:cubicBezTo>
                <a:cubicBezTo>
                  <a:pt x="154636" y="272596"/>
                  <a:pt x="134828" y="264935"/>
                  <a:pt x="120131" y="250890"/>
                </a:cubicBezTo>
                <a:cubicBezTo>
                  <a:pt x="105434" y="236846"/>
                  <a:pt x="97127" y="217055"/>
                  <a:pt x="96488" y="196627"/>
                </a:cubicBezTo>
                <a:cubicBezTo>
                  <a:pt x="95849" y="153854"/>
                  <a:pt x="129716" y="118742"/>
                  <a:pt x="172528" y="118104"/>
                </a:cubicBezTo>
                <a:lnTo>
                  <a:pt x="173806" y="118104"/>
                </a:lnTo>
                <a:cubicBezTo>
                  <a:pt x="208951" y="118742"/>
                  <a:pt x="236428" y="148108"/>
                  <a:pt x="235150" y="182582"/>
                </a:cubicBezTo>
                <a:cubicBezTo>
                  <a:pt x="234510" y="215779"/>
                  <a:pt x="207673" y="242591"/>
                  <a:pt x="174446" y="243868"/>
                </a:cubicBezTo>
                <a:lnTo>
                  <a:pt x="173806" y="243868"/>
                </a:lnTo>
                <a:cubicBezTo>
                  <a:pt x="146969" y="243230"/>
                  <a:pt x="125243" y="220886"/>
                  <a:pt x="126521" y="193435"/>
                </a:cubicBezTo>
                <a:cubicBezTo>
                  <a:pt x="127160" y="167899"/>
                  <a:pt x="147607" y="146832"/>
                  <a:pt x="173167" y="146193"/>
                </a:cubicBezTo>
                <a:lnTo>
                  <a:pt x="173806" y="146193"/>
                </a:lnTo>
                <a:cubicBezTo>
                  <a:pt x="192976" y="146193"/>
                  <a:pt x="208312" y="161515"/>
                  <a:pt x="208312" y="180028"/>
                </a:cubicBezTo>
                <a:cubicBezTo>
                  <a:pt x="208312" y="188966"/>
                  <a:pt x="205117" y="197903"/>
                  <a:pt x="198727" y="204926"/>
                </a:cubicBezTo>
                <a:cubicBezTo>
                  <a:pt x="192337" y="211310"/>
                  <a:pt x="183391" y="215140"/>
                  <a:pt x="174446" y="215779"/>
                </a:cubicBezTo>
                <a:cubicBezTo>
                  <a:pt x="168695" y="215779"/>
                  <a:pt x="163582" y="213863"/>
                  <a:pt x="159748" y="210033"/>
                </a:cubicBezTo>
                <a:cubicBezTo>
                  <a:pt x="155915" y="206203"/>
                  <a:pt x="153358" y="201095"/>
                  <a:pt x="153358" y="195350"/>
                </a:cubicBezTo>
                <a:cubicBezTo>
                  <a:pt x="153358" y="183859"/>
                  <a:pt x="162305" y="174921"/>
                  <a:pt x="173806" y="174283"/>
                </a:cubicBezTo>
                <a:cubicBezTo>
                  <a:pt x="173806" y="174283"/>
                  <a:pt x="173806" y="174283"/>
                  <a:pt x="173806" y="174283"/>
                </a:cubicBezTo>
                <a:lnTo>
                  <a:pt x="173806" y="174283"/>
                </a:lnTo>
                <a:cubicBezTo>
                  <a:pt x="177641" y="174283"/>
                  <a:pt x="180196" y="176836"/>
                  <a:pt x="180196" y="180667"/>
                </a:cubicBezTo>
                <a:cubicBezTo>
                  <a:pt x="180196" y="184497"/>
                  <a:pt x="177641" y="187051"/>
                  <a:pt x="173806" y="187051"/>
                </a:cubicBezTo>
                <a:cubicBezTo>
                  <a:pt x="169333" y="187051"/>
                  <a:pt x="166138" y="190243"/>
                  <a:pt x="166138" y="194711"/>
                </a:cubicBezTo>
                <a:cubicBezTo>
                  <a:pt x="166138" y="199180"/>
                  <a:pt x="169333" y="202372"/>
                  <a:pt x="173806" y="202372"/>
                </a:cubicBezTo>
                <a:cubicBezTo>
                  <a:pt x="185947" y="202372"/>
                  <a:pt x="195532" y="192158"/>
                  <a:pt x="195532" y="180028"/>
                </a:cubicBezTo>
                <a:cubicBezTo>
                  <a:pt x="195532" y="167899"/>
                  <a:pt x="185308" y="158323"/>
                  <a:pt x="173167" y="158323"/>
                </a:cubicBezTo>
                <a:lnTo>
                  <a:pt x="173167" y="158323"/>
                </a:lnTo>
                <a:cubicBezTo>
                  <a:pt x="153358" y="157684"/>
                  <a:pt x="136745" y="173644"/>
                  <a:pt x="136106" y="193435"/>
                </a:cubicBezTo>
                <a:cubicBezTo>
                  <a:pt x="135466" y="213225"/>
                  <a:pt x="151441" y="229823"/>
                  <a:pt x="171251" y="230462"/>
                </a:cubicBezTo>
                <a:cubicBezTo>
                  <a:pt x="171889" y="230462"/>
                  <a:pt x="173167" y="230462"/>
                  <a:pt x="173806" y="230462"/>
                </a:cubicBezTo>
                <a:cubicBezTo>
                  <a:pt x="201283" y="229185"/>
                  <a:pt x="223009" y="205564"/>
                  <a:pt x="221731" y="178113"/>
                </a:cubicBezTo>
                <a:cubicBezTo>
                  <a:pt x="220453" y="151939"/>
                  <a:pt x="199366" y="130872"/>
                  <a:pt x="172528" y="130233"/>
                </a:cubicBezTo>
                <a:lnTo>
                  <a:pt x="171889" y="130233"/>
                </a:lnTo>
                <a:cubicBezTo>
                  <a:pt x="136106" y="131510"/>
                  <a:pt x="108629" y="162153"/>
                  <a:pt x="109907" y="197265"/>
                </a:cubicBezTo>
                <a:cubicBezTo>
                  <a:pt x="111185" y="231738"/>
                  <a:pt x="139301" y="258551"/>
                  <a:pt x="173806" y="259190"/>
                </a:cubicBezTo>
                <a:cubicBezTo>
                  <a:pt x="217258" y="257913"/>
                  <a:pt x="251125" y="221524"/>
                  <a:pt x="249846" y="178113"/>
                </a:cubicBezTo>
                <a:cubicBezTo>
                  <a:pt x="248569" y="136617"/>
                  <a:pt x="214702" y="102782"/>
                  <a:pt x="172528" y="102144"/>
                </a:cubicBezTo>
                <a:lnTo>
                  <a:pt x="171251" y="102144"/>
                </a:lnTo>
                <a:cubicBezTo>
                  <a:pt x="120131" y="102782"/>
                  <a:pt x="79235" y="144916"/>
                  <a:pt x="79874" y="196627"/>
                </a:cubicBezTo>
                <a:cubicBezTo>
                  <a:pt x="80513" y="247698"/>
                  <a:pt x="122686" y="288556"/>
                  <a:pt x="174446" y="287917"/>
                </a:cubicBezTo>
                <a:cubicBezTo>
                  <a:pt x="233872" y="287279"/>
                  <a:pt x="281157" y="239399"/>
                  <a:pt x="280518" y="180028"/>
                </a:cubicBezTo>
                <a:cubicBezTo>
                  <a:pt x="279880" y="120657"/>
                  <a:pt x="231955" y="73416"/>
                  <a:pt x="172528" y="74054"/>
                </a:cubicBezTo>
                <a:lnTo>
                  <a:pt x="170611" y="74054"/>
                </a:lnTo>
                <a:cubicBezTo>
                  <a:pt x="166777" y="74054"/>
                  <a:pt x="164221" y="71501"/>
                  <a:pt x="164221" y="67670"/>
                </a:cubicBezTo>
                <a:cubicBezTo>
                  <a:pt x="164221" y="63840"/>
                  <a:pt x="166777" y="61286"/>
                  <a:pt x="170611" y="61286"/>
                </a:cubicBezTo>
                <a:cubicBezTo>
                  <a:pt x="237067" y="60010"/>
                  <a:pt x="291381" y="112997"/>
                  <a:pt x="292020" y="179390"/>
                </a:cubicBezTo>
                <a:cubicBezTo>
                  <a:pt x="294576" y="245145"/>
                  <a:pt x="241540" y="300047"/>
                  <a:pt x="175723" y="300685"/>
                </a:cubicBezTo>
                <a:lnTo>
                  <a:pt x="175723" y="300685"/>
                </a:lnTo>
                <a:close/>
              </a:path>
            </a:pathLst>
          </a:custGeom>
          <a:solidFill>
            <a:srgbClr val="00A3E0"/>
          </a:solidFill>
          <a:ln w="6390" cap="flat">
            <a:noFill/>
            <a:prstDash val="solid"/>
            <a:miter/>
          </a:ln>
        </p:spPr>
        <p:txBody>
          <a:bodyPr rtlCol="0" anchor="ctr"/>
          <a:lstStyle/>
          <a:p>
            <a:endParaRPr lang="en-US"/>
          </a:p>
        </p:txBody>
      </p:sp>
      <p:grpSp>
        <p:nvGrpSpPr>
          <p:cNvPr id="336" name="Graphic 4">
            <a:extLst>
              <a:ext uri="{FF2B5EF4-FFF2-40B4-BE49-F238E27FC236}">
                <a16:creationId xmlns:a16="http://schemas.microsoft.com/office/drawing/2014/main" id="{A0BB6736-7A4B-BD45-B71F-F46FD6D6D54B}"/>
              </a:ext>
            </a:extLst>
          </p:cNvPr>
          <p:cNvGrpSpPr/>
          <p:nvPr/>
        </p:nvGrpSpPr>
        <p:grpSpPr>
          <a:xfrm>
            <a:off x="467743" y="1402723"/>
            <a:ext cx="361670" cy="361971"/>
            <a:chOff x="467743" y="1402723"/>
            <a:chExt cx="361670" cy="361971"/>
          </a:xfrm>
          <a:solidFill>
            <a:srgbClr val="00A3E0"/>
          </a:solidFill>
        </p:grpSpPr>
        <p:sp>
          <p:nvSpPr>
            <p:cNvPr id="337" name="Graphic 4">
              <a:extLst>
                <a:ext uri="{FF2B5EF4-FFF2-40B4-BE49-F238E27FC236}">
                  <a16:creationId xmlns:a16="http://schemas.microsoft.com/office/drawing/2014/main" id="{8EF28F6E-0B53-4F48-AA9E-F8A58746CBAA}"/>
                </a:ext>
              </a:extLst>
            </p:cNvPr>
            <p:cNvSpPr/>
            <p:nvPr/>
          </p:nvSpPr>
          <p:spPr>
            <a:xfrm>
              <a:off x="467743" y="1402723"/>
              <a:ext cx="361670" cy="361971"/>
            </a:xfrm>
            <a:custGeom>
              <a:avLst/>
              <a:gdLst>
                <a:gd name="connsiteX0" fmla="*/ 180835 w 361670"/>
                <a:gd name="connsiteY0" fmla="*/ 0 h 361971"/>
                <a:gd name="connsiteX1" fmla="*/ 0 w 361670"/>
                <a:gd name="connsiteY1" fmla="*/ 181305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028 h 361971"/>
                <a:gd name="connsiteX9" fmla="*/ 180835 w 361670"/>
                <a:gd name="connsiteY9" fmla="*/ 12130 h 361971"/>
                <a:gd name="connsiteX10" fmla="*/ 348891 w 361670"/>
                <a:gd name="connsiteY10" fmla="*/ 180028 h 361971"/>
                <a:gd name="connsiteX11" fmla="*/ 180835 w 361670"/>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1971">
                  <a:moveTo>
                    <a:pt x="180835" y="0"/>
                  </a:moveTo>
                  <a:cubicBezTo>
                    <a:pt x="80513" y="0"/>
                    <a:pt x="0" y="81077"/>
                    <a:pt x="0" y="181305"/>
                  </a:cubicBezTo>
                  <a:cubicBezTo>
                    <a:pt x="0" y="281534"/>
                    <a:pt x="81152" y="361972"/>
                    <a:pt x="180835" y="361972"/>
                  </a:cubicBezTo>
                  <a:cubicBezTo>
                    <a:pt x="280518" y="361972"/>
                    <a:pt x="361670" y="280895"/>
                    <a:pt x="361670" y="181305"/>
                  </a:cubicBezTo>
                  <a:cubicBezTo>
                    <a:pt x="361670" y="181305"/>
                    <a:pt x="361670" y="181305"/>
                    <a:pt x="361670" y="181305"/>
                  </a:cubicBezTo>
                  <a:cubicBezTo>
                    <a:pt x="361670" y="80438"/>
                    <a:pt x="281157" y="0"/>
                    <a:pt x="180835" y="0"/>
                  </a:cubicBezTo>
                  <a:cubicBezTo>
                    <a:pt x="180835" y="0"/>
                    <a:pt x="180835" y="0"/>
                    <a:pt x="180835" y="0"/>
                  </a:cubicBezTo>
                  <a:close/>
                  <a:moveTo>
                    <a:pt x="180835" y="348565"/>
                  </a:moveTo>
                  <a:cubicBezTo>
                    <a:pt x="87542" y="348565"/>
                    <a:pt x="12780" y="273234"/>
                    <a:pt x="12780" y="180028"/>
                  </a:cubicBezTo>
                  <a:cubicBezTo>
                    <a:pt x="12780" y="86822"/>
                    <a:pt x="87542" y="12130"/>
                    <a:pt x="180835" y="12130"/>
                  </a:cubicBezTo>
                  <a:cubicBezTo>
                    <a:pt x="274128" y="12130"/>
                    <a:pt x="348891" y="87461"/>
                    <a:pt x="348891" y="180028"/>
                  </a:cubicBezTo>
                  <a:cubicBezTo>
                    <a:pt x="348891" y="273234"/>
                    <a:pt x="273489" y="348565"/>
                    <a:pt x="180835" y="348565"/>
                  </a:cubicBezTo>
                  <a:close/>
                </a:path>
              </a:pathLst>
            </a:custGeom>
            <a:solidFill>
              <a:srgbClr val="00A3E0"/>
            </a:solidFill>
            <a:ln w="6390" cap="flat">
              <a:noFill/>
              <a:prstDash val="solid"/>
              <a:miter/>
            </a:ln>
          </p:spPr>
          <p:txBody>
            <a:bodyPr rtlCol="0" anchor="ctr"/>
            <a:lstStyle/>
            <a:p>
              <a:endParaRPr lang="en-US"/>
            </a:p>
          </p:txBody>
        </p:sp>
        <p:sp>
          <p:nvSpPr>
            <p:cNvPr id="338" name="Graphic 4">
              <a:extLst>
                <a:ext uri="{FF2B5EF4-FFF2-40B4-BE49-F238E27FC236}">
                  <a16:creationId xmlns:a16="http://schemas.microsoft.com/office/drawing/2014/main" id="{3FABED84-B1DC-1C41-B579-5C572CC7B357}"/>
                </a:ext>
              </a:extLst>
            </p:cNvPr>
            <p:cNvSpPr/>
            <p:nvPr/>
          </p:nvSpPr>
          <p:spPr>
            <a:xfrm>
              <a:off x="546499" y="1509336"/>
              <a:ext cx="204318" cy="148108"/>
            </a:xfrm>
            <a:custGeom>
              <a:avLst/>
              <a:gdLst>
                <a:gd name="connsiteX0" fmla="*/ 197928 w 204318"/>
                <a:gd name="connsiteY0" fmla="*/ 0 h 148108"/>
                <a:gd name="connsiteX1" fmla="*/ 191538 w 204318"/>
                <a:gd name="connsiteY1" fmla="*/ 6384 h 148108"/>
                <a:gd name="connsiteX2" fmla="*/ 191538 w 204318"/>
                <a:gd name="connsiteY2" fmla="*/ 80438 h 148108"/>
                <a:gd name="connsiteX3" fmla="*/ 21566 w 204318"/>
                <a:gd name="connsiteY3" fmla="*/ 80438 h 148108"/>
                <a:gd name="connsiteX4" fmla="*/ 65657 w 204318"/>
                <a:gd name="connsiteY4" fmla="*/ 36389 h 148108"/>
                <a:gd name="connsiteX5" fmla="*/ 65657 w 204318"/>
                <a:gd name="connsiteY5" fmla="*/ 27451 h 148108"/>
                <a:gd name="connsiteX6" fmla="*/ 65657 w 204318"/>
                <a:gd name="connsiteY6" fmla="*/ 27451 h 148108"/>
                <a:gd name="connsiteX7" fmla="*/ 56711 w 204318"/>
                <a:gd name="connsiteY7" fmla="*/ 27451 h 148108"/>
                <a:gd name="connsiteX8" fmla="*/ 1757 w 204318"/>
                <a:gd name="connsiteY8" fmla="*/ 82353 h 148108"/>
                <a:gd name="connsiteX9" fmla="*/ 479 w 204318"/>
                <a:gd name="connsiteY9" fmla="*/ 84269 h 148108"/>
                <a:gd name="connsiteX10" fmla="*/ 479 w 204318"/>
                <a:gd name="connsiteY10" fmla="*/ 89376 h 148108"/>
                <a:gd name="connsiteX11" fmla="*/ 1757 w 204318"/>
                <a:gd name="connsiteY11" fmla="*/ 91291 h 148108"/>
                <a:gd name="connsiteX12" fmla="*/ 56711 w 204318"/>
                <a:gd name="connsiteY12" fmla="*/ 146193 h 148108"/>
                <a:gd name="connsiteX13" fmla="*/ 61184 w 204318"/>
                <a:gd name="connsiteY13" fmla="*/ 148108 h 148108"/>
                <a:gd name="connsiteX14" fmla="*/ 67574 w 204318"/>
                <a:gd name="connsiteY14" fmla="*/ 141724 h 148108"/>
                <a:gd name="connsiteX15" fmla="*/ 65657 w 204318"/>
                <a:gd name="connsiteY15" fmla="*/ 137256 h 148108"/>
                <a:gd name="connsiteX16" fmla="*/ 21566 w 204318"/>
                <a:gd name="connsiteY16" fmla="*/ 93206 h 148108"/>
                <a:gd name="connsiteX17" fmla="*/ 197928 w 204318"/>
                <a:gd name="connsiteY17" fmla="*/ 93206 h 148108"/>
                <a:gd name="connsiteX18" fmla="*/ 204318 w 204318"/>
                <a:gd name="connsiteY18" fmla="*/ 86822 h 148108"/>
                <a:gd name="connsiteX19" fmla="*/ 204318 w 204318"/>
                <a:gd name="connsiteY19" fmla="*/ 6384 h 148108"/>
                <a:gd name="connsiteX20" fmla="*/ 197928 w 204318"/>
                <a:gd name="connsiteY20" fmla="*/ 0 h 148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4318" h="148108">
                  <a:moveTo>
                    <a:pt x="197928" y="0"/>
                  </a:moveTo>
                  <a:cubicBezTo>
                    <a:pt x="194094" y="0"/>
                    <a:pt x="191538" y="2554"/>
                    <a:pt x="191538" y="6384"/>
                  </a:cubicBezTo>
                  <a:lnTo>
                    <a:pt x="191538" y="80438"/>
                  </a:lnTo>
                  <a:lnTo>
                    <a:pt x="21566" y="80438"/>
                  </a:lnTo>
                  <a:lnTo>
                    <a:pt x="65657" y="36389"/>
                  </a:lnTo>
                  <a:cubicBezTo>
                    <a:pt x="68213" y="33835"/>
                    <a:pt x="68213" y="30005"/>
                    <a:pt x="65657" y="27451"/>
                  </a:cubicBezTo>
                  <a:cubicBezTo>
                    <a:pt x="65657" y="27451"/>
                    <a:pt x="65657" y="27451"/>
                    <a:pt x="65657" y="27451"/>
                  </a:cubicBezTo>
                  <a:cubicBezTo>
                    <a:pt x="63101" y="24897"/>
                    <a:pt x="59267" y="24897"/>
                    <a:pt x="56711" y="27451"/>
                  </a:cubicBezTo>
                  <a:lnTo>
                    <a:pt x="1757" y="82353"/>
                  </a:lnTo>
                  <a:cubicBezTo>
                    <a:pt x="1118" y="82992"/>
                    <a:pt x="479" y="83630"/>
                    <a:pt x="479" y="84269"/>
                  </a:cubicBezTo>
                  <a:cubicBezTo>
                    <a:pt x="-160" y="85545"/>
                    <a:pt x="-160" y="87461"/>
                    <a:pt x="479" y="89376"/>
                  </a:cubicBezTo>
                  <a:cubicBezTo>
                    <a:pt x="479" y="90014"/>
                    <a:pt x="1118" y="90653"/>
                    <a:pt x="1757" y="91291"/>
                  </a:cubicBezTo>
                  <a:lnTo>
                    <a:pt x="56711" y="146193"/>
                  </a:lnTo>
                  <a:cubicBezTo>
                    <a:pt x="57989" y="147470"/>
                    <a:pt x="59267" y="148108"/>
                    <a:pt x="61184" y="148108"/>
                  </a:cubicBezTo>
                  <a:cubicBezTo>
                    <a:pt x="65018" y="148108"/>
                    <a:pt x="67574" y="144916"/>
                    <a:pt x="67574" y="141724"/>
                  </a:cubicBezTo>
                  <a:cubicBezTo>
                    <a:pt x="67574" y="139809"/>
                    <a:pt x="66935" y="138532"/>
                    <a:pt x="65657" y="137256"/>
                  </a:cubicBezTo>
                  <a:lnTo>
                    <a:pt x="21566" y="93206"/>
                  </a:lnTo>
                  <a:lnTo>
                    <a:pt x="197928" y="93206"/>
                  </a:lnTo>
                  <a:cubicBezTo>
                    <a:pt x="201762" y="93206"/>
                    <a:pt x="204318" y="90653"/>
                    <a:pt x="204318" y="86822"/>
                  </a:cubicBezTo>
                  <a:lnTo>
                    <a:pt x="204318" y="6384"/>
                  </a:lnTo>
                  <a:cubicBezTo>
                    <a:pt x="204318" y="2554"/>
                    <a:pt x="201123" y="0"/>
                    <a:pt x="197928" y="0"/>
                  </a:cubicBezTo>
                  <a:close/>
                </a:path>
              </a:pathLst>
            </a:custGeom>
            <a:solidFill>
              <a:srgbClr val="00A3E0"/>
            </a:solidFill>
            <a:ln w="6390" cap="flat">
              <a:noFill/>
              <a:prstDash val="solid"/>
              <a:miter/>
            </a:ln>
          </p:spPr>
          <p:txBody>
            <a:bodyPr rtlCol="0" anchor="ctr"/>
            <a:lstStyle/>
            <a:p>
              <a:endParaRPr lang="en-US"/>
            </a:p>
          </p:txBody>
        </p:sp>
      </p:grpSp>
      <p:grpSp>
        <p:nvGrpSpPr>
          <p:cNvPr id="339" name="Graphic 4">
            <a:extLst>
              <a:ext uri="{FF2B5EF4-FFF2-40B4-BE49-F238E27FC236}">
                <a16:creationId xmlns:a16="http://schemas.microsoft.com/office/drawing/2014/main" id="{1BB889AF-A7F3-D842-92C1-A51A9B5BDBA2}"/>
              </a:ext>
            </a:extLst>
          </p:cNvPr>
          <p:cNvGrpSpPr/>
          <p:nvPr/>
        </p:nvGrpSpPr>
        <p:grpSpPr>
          <a:xfrm>
            <a:off x="6754802" y="1402723"/>
            <a:ext cx="361670" cy="361971"/>
            <a:chOff x="6754802" y="1402723"/>
            <a:chExt cx="361670" cy="361971"/>
          </a:xfrm>
          <a:solidFill>
            <a:srgbClr val="00A3E0"/>
          </a:solidFill>
        </p:grpSpPr>
        <p:sp>
          <p:nvSpPr>
            <p:cNvPr id="340" name="Graphic 4">
              <a:extLst>
                <a:ext uri="{FF2B5EF4-FFF2-40B4-BE49-F238E27FC236}">
                  <a16:creationId xmlns:a16="http://schemas.microsoft.com/office/drawing/2014/main" id="{5C069099-B3A6-5D4F-9BCD-4DD8BE0CBAC7}"/>
                </a:ext>
              </a:extLst>
            </p:cNvPr>
            <p:cNvSpPr/>
            <p:nvPr/>
          </p:nvSpPr>
          <p:spPr>
            <a:xfrm>
              <a:off x="6754802" y="1402723"/>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0 h 361971"/>
                <a:gd name="connsiteX7" fmla="*/ 180836 w 361670"/>
                <a:gd name="connsiteY7" fmla="*/ 348565 h 361971"/>
                <a:gd name="connsiteX8" fmla="*/ 12780 w 361670"/>
                <a:gd name="connsiteY8" fmla="*/ 180667 h 361971"/>
                <a:gd name="connsiteX9" fmla="*/ 180836 w 361670"/>
                <a:gd name="connsiteY9" fmla="*/ 12130 h 361971"/>
                <a:gd name="connsiteX10" fmla="*/ 348890 w 361670"/>
                <a:gd name="connsiteY10" fmla="*/ 180028 h 361971"/>
                <a:gd name="connsiteX11" fmla="*/ 348890 w 361670"/>
                <a:gd name="connsiteY11" fmla="*/ 180028 h 361971"/>
                <a:gd name="connsiteX12" fmla="*/ 180836 w 361670"/>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6" y="0"/>
                  </a:moveTo>
                  <a:cubicBezTo>
                    <a:pt x="80513" y="0"/>
                    <a:pt x="0" y="81077"/>
                    <a:pt x="0" y="180667"/>
                  </a:cubicBezTo>
                  <a:cubicBezTo>
                    <a:pt x="0" y="280257"/>
                    <a:pt x="81153" y="361972"/>
                    <a:pt x="180836" y="361972"/>
                  </a:cubicBezTo>
                  <a:cubicBezTo>
                    <a:pt x="281157" y="361972"/>
                    <a:pt x="361670" y="280895"/>
                    <a:pt x="361670" y="181305"/>
                  </a:cubicBezTo>
                  <a:cubicBezTo>
                    <a:pt x="361670" y="181305"/>
                    <a:pt x="361670" y="181305"/>
                    <a:pt x="361670" y="181305"/>
                  </a:cubicBezTo>
                  <a:cubicBezTo>
                    <a:pt x="361670" y="80438"/>
                    <a:pt x="280518" y="0"/>
                    <a:pt x="180836" y="0"/>
                  </a:cubicBezTo>
                  <a:cubicBezTo>
                    <a:pt x="180836" y="0"/>
                    <a:pt x="180836" y="0"/>
                    <a:pt x="180836" y="0"/>
                  </a:cubicBezTo>
                  <a:close/>
                  <a:moveTo>
                    <a:pt x="180836" y="348565"/>
                  </a:moveTo>
                  <a:cubicBezTo>
                    <a:pt x="87543" y="348565"/>
                    <a:pt x="12780" y="273234"/>
                    <a:pt x="12780" y="180667"/>
                  </a:cubicBezTo>
                  <a:cubicBezTo>
                    <a:pt x="12780" y="87461"/>
                    <a:pt x="88181" y="12130"/>
                    <a:pt x="180836" y="12130"/>
                  </a:cubicBezTo>
                  <a:cubicBezTo>
                    <a:pt x="274128" y="12130"/>
                    <a:pt x="348890" y="87461"/>
                    <a:pt x="348890" y="180028"/>
                  </a:cubicBezTo>
                  <a:lnTo>
                    <a:pt x="348890" y="180028"/>
                  </a:lnTo>
                  <a:cubicBezTo>
                    <a:pt x="348890" y="273234"/>
                    <a:pt x="273490" y="348565"/>
                    <a:pt x="180836" y="348565"/>
                  </a:cubicBezTo>
                  <a:close/>
                </a:path>
              </a:pathLst>
            </a:custGeom>
            <a:solidFill>
              <a:srgbClr val="00A3E0"/>
            </a:solidFill>
            <a:ln w="6390" cap="flat">
              <a:noFill/>
              <a:prstDash val="solid"/>
              <a:miter/>
            </a:ln>
          </p:spPr>
          <p:txBody>
            <a:bodyPr rtlCol="0" anchor="ctr"/>
            <a:lstStyle/>
            <a:p>
              <a:endParaRPr lang="en-US"/>
            </a:p>
          </p:txBody>
        </p:sp>
        <p:sp>
          <p:nvSpPr>
            <p:cNvPr id="341" name="Graphic 4">
              <a:extLst>
                <a:ext uri="{FF2B5EF4-FFF2-40B4-BE49-F238E27FC236}">
                  <a16:creationId xmlns:a16="http://schemas.microsoft.com/office/drawing/2014/main" id="{1F6E985B-64A8-3D40-98C2-9F51D7121F47}"/>
                </a:ext>
              </a:extLst>
            </p:cNvPr>
            <p:cNvSpPr/>
            <p:nvPr/>
          </p:nvSpPr>
          <p:spPr>
            <a:xfrm>
              <a:off x="6833398" y="1509814"/>
              <a:ext cx="204477" cy="147629"/>
            </a:xfrm>
            <a:custGeom>
              <a:avLst/>
              <a:gdLst>
                <a:gd name="connsiteX0" fmla="*/ 198088 w 204477"/>
                <a:gd name="connsiteY0" fmla="*/ 54423 h 147629"/>
                <a:gd name="connsiteX1" fmla="*/ 21726 w 204477"/>
                <a:gd name="connsiteY1" fmla="*/ 54423 h 147629"/>
                <a:gd name="connsiteX2" fmla="*/ 65816 w 204477"/>
                <a:gd name="connsiteY2" fmla="*/ 10374 h 147629"/>
                <a:gd name="connsiteX3" fmla="*/ 65177 w 204477"/>
                <a:gd name="connsiteY3" fmla="*/ 1436 h 147629"/>
                <a:gd name="connsiteX4" fmla="*/ 56871 w 204477"/>
                <a:gd name="connsiteY4" fmla="*/ 1436 h 147629"/>
                <a:gd name="connsiteX5" fmla="*/ 1917 w 204477"/>
                <a:gd name="connsiteY5" fmla="*/ 56339 h 147629"/>
                <a:gd name="connsiteX6" fmla="*/ 1917 w 204477"/>
                <a:gd name="connsiteY6" fmla="*/ 65276 h 147629"/>
                <a:gd name="connsiteX7" fmla="*/ 56871 w 204477"/>
                <a:gd name="connsiteY7" fmla="*/ 120178 h 147629"/>
                <a:gd name="connsiteX8" fmla="*/ 61343 w 204477"/>
                <a:gd name="connsiteY8" fmla="*/ 122094 h 147629"/>
                <a:gd name="connsiteX9" fmla="*/ 65816 w 204477"/>
                <a:gd name="connsiteY9" fmla="*/ 120178 h 147629"/>
                <a:gd name="connsiteX10" fmla="*/ 65816 w 204477"/>
                <a:gd name="connsiteY10" fmla="*/ 111241 h 147629"/>
                <a:gd name="connsiteX11" fmla="*/ 21726 w 204477"/>
                <a:gd name="connsiteY11" fmla="*/ 67191 h 147629"/>
                <a:gd name="connsiteX12" fmla="*/ 191698 w 204477"/>
                <a:gd name="connsiteY12" fmla="*/ 67191 h 147629"/>
                <a:gd name="connsiteX13" fmla="*/ 191698 w 204477"/>
                <a:gd name="connsiteY13" fmla="*/ 141246 h 147629"/>
                <a:gd name="connsiteX14" fmla="*/ 198088 w 204477"/>
                <a:gd name="connsiteY14" fmla="*/ 147630 h 147629"/>
                <a:gd name="connsiteX15" fmla="*/ 204478 w 204477"/>
                <a:gd name="connsiteY15" fmla="*/ 141246 h 147629"/>
                <a:gd name="connsiteX16" fmla="*/ 204478 w 204477"/>
                <a:gd name="connsiteY16" fmla="*/ 60807 h 147629"/>
                <a:gd name="connsiteX17" fmla="*/ 198088 w 204477"/>
                <a:gd name="connsiteY17" fmla="*/ 54423 h 147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4477" h="147629">
                  <a:moveTo>
                    <a:pt x="198088" y="54423"/>
                  </a:moveTo>
                  <a:lnTo>
                    <a:pt x="21726" y="54423"/>
                  </a:lnTo>
                  <a:lnTo>
                    <a:pt x="65816" y="10374"/>
                  </a:lnTo>
                  <a:cubicBezTo>
                    <a:pt x="68372" y="7820"/>
                    <a:pt x="67733" y="3352"/>
                    <a:pt x="65177" y="1436"/>
                  </a:cubicBezTo>
                  <a:cubicBezTo>
                    <a:pt x="62621" y="-479"/>
                    <a:pt x="59426" y="-479"/>
                    <a:pt x="56871" y="1436"/>
                  </a:cubicBezTo>
                  <a:lnTo>
                    <a:pt x="1917" y="56339"/>
                  </a:lnTo>
                  <a:cubicBezTo>
                    <a:pt x="-639" y="58892"/>
                    <a:pt x="-639" y="62723"/>
                    <a:pt x="1917" y="65276"/>
                  </a:cubicBezTo>
                  <a:lnTo>
                    <a:pt x="56871" y="120178"/>
                  </a:lnTo>
                  <a:cubicBezTo>
                    <a:pt x="58148" y="121455"/>
                    <a:pt x="59426" y="122094"/>
                    <a:pt x="61343" y="122094"/>
                  </a:cubicBezTo>
                  <a:cubicBezTo>
                    <a:pt x="63261" y="122094"/>
                    <a:pt x="64538" y="121455"/>
                    <a:pt x="65816" y="120178"/>
                  </a:cubicBezTo>
                  <a:cubicBezTo>
                    <a:pt x="68372" y="117625"/>
                    <a:pt x="68372" y="113794"/>
                    <a:pt x="65816" y="111241"/>
                  </a:cubicBezTo>
                  <a:lnTo>
                    <a:pt x="21726" y="67191"/>
                  </a:lnTo>
                  <a:lnTo>
                    <a:pt x="191698" y="67191"/>
                  </a:lnTo>
                  <a:lnTo>
                    <a:pt x="191698" y="141246"/>
                  </a:lnTo>
                  <a:cubicBezTo>
                    <a:pt x="191698" y="145076"/>
                    <a:pt x="194254" y="147630"/>
                    <a:pt x="198088" y="147630"/>
                  </a:cubicBezTo>
                  <a:cubicBezTo>
                    <a:pt x="201922" y="147630"/>
                    <a:pt x="204478" y="145076"/>
                    <a:pt x="204478" y="141246"/>
                  </a:cubicBezTo>
                  <a:lnTo>
                    <a:pt x="204478" y="60807"/>
                  </a:lnTo>
                  <a:cubicBezTo>
                    <a:pt x="204478" y="56977"/>
                    <a:pt x="201283" y="54423"/>
                    <a:pt x="198088" y="54423"/>
                  </a:cubicBezTo>
                  <a:close/>
                </a:path>
              </a:pathLst>
            </a:custGeom>
            <a:solidFill>
              <a:srgbClr val="00A3E0"/>
            </a:solidFill>
            <a:ln w="6390" cap="flat">
              <a:noFill/>
              <a:prstDash val="solid"/>
              <a:miter/>
            </a:ln>
          </p:spPr>
          <p:txBody>
            <a:bodyPr rtlCol="0" anchor="ctr"/>
            <a:lstStyle/>
            <a:p>
              <a:endParaRPr lang="en-US"/>
            </a:p>
          </p:txBody>
        </p:sp>
      </p:grpSp>
      <p:grpSp>
        <p:nvGrpSpPr>
          <p:cNvPr id="342" name="Graphic 4">
            <a:extLst>
              <a:ext uri="{FF2B5EF4-FFF2-40B4-BE49-F238E27FC236}">
                <a16:creationId xmlns:a16="http://schemas.microsoft.com/office/drawing/2014/main" id="{9A3AD026-4B48-7748-9A9A-A441A05AB3D2}"/>
              </a:ext>
            </a:extLst>
          </p:cNvPr>
          <p:cNvGrpSpPr/>
          <p:nvPr/>
        </p:nvGrpSpPr>
        <p:grpSpPr>
          <a:xfrm>
            <a:off x="1515054" y="1402723"/>
            <a:ext cx="362309" cy="361971"/>
            <a:chOff x="1515054" y="1402723"/>
            <a:chExt cx="362309" cy="361971"/>
          </a:xfrm>
          <a:solidFill>
            <a:srgbClr val="00A3E0"/>
          </a:solidFill>
        </p:grpSpPr>
        <p:sp>
          <p:nvSpPr>
            <p:cNvPr id="343" name="Graphic 4">
              <a:extLst>
                <a:ext uri="{FF2B5EF4-FFF2-40B4-BE49-F238E27FC236}">
                  <a16:creationId xmlns:a16="http://schemas.microsoft.com/office/drawing/2014/main" id="{06087C19-E662-9D4B-90F9-106B22C2D46B}"/>
                </a:ext>
              </a:extLst>
            </p:cNvPr>
            <p:cNvSpPr/>
            <p:nvPr/>
          </p:nvSpPr>
          <p:spPr>
            <a:xfrm>
              <a:off x="1515054" y="1402723"/>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362309 w 362309"/>
                <a:gd name="connsiteY4" fmla="*/ 181305 h 361971"/>
                <a:gd name="connsiteX5" fmla="*/ 180835 w 362309"/>
                <a:gd name="connsiteY5" fmla="*/ 0 h 361971"/>
                <a:gd name="connsiteX6" fmla="*/ 180835 w 362309"/>
                <a:gd name="connsiteY6" fmla="*/ 0 h 361971"/>
                <a:gd name="connsiteX7" fmla="*/ 180835 w 362309"/>
                <a:gd name="connsiteY7" fmla="*/ 348565 h 361971"/>
                <a:gd name="connsiteX8" fmla="*/ 12780 w 362309"/>
                <a:gd name="connsiteY8" fmla="*/ 180028 h 361971"/>
                <a:gd name="connsiteX9" fmla="*/ 180835 w 362309"/>
                <a:gd name="connsiteY9" fmla="*/ 12130 h 361971"/>
                <a:gd name="connsiteX10" fmla="*/ 349529 w 362309"/>
                <a:gd name="connsiteY10" fmla="*/ 180028 h 361971"/>
                <a:gd name="connsiteX11" fmla="*/ 180835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181305"/>
                    <a:pt x="362309" y="181305"/>
                    <a:pt x="362309" y="181305"/>
                  </a:cubicBezTo>
                  <a:cubicBezTo>
                    <a:pt x="361670" y="80438"/>
                    <a:pt x="281157" y="0"/>
                    <a:pt x="180835" y="0"/>
                  </a:cubicBezTo>
                  <a:cubicBezTo>
                    <a:pt x="180835" y="0"/>
                    <a:pt x="180835" y="0"/>
                    <a:pt x="180835" y="0"/>
                  </a:cubicBezTo>
                  <a:close/>
                  <a:moveTo>
                    <a:pt x="180835" y="348565"/>
                  </a:moveTo>
                  <a:cubicBezTo>
                    <a:pt x="87542" y="348565"/>
                    <a:pt x="12780" y="273234"/>
                    <a:pt x="12780" y="180028"/>
                  </a:cubicBezTo>
                  <a:cubicBezTo>
                    <a:pt x="12780" y="86822"/>
                    <a:pt x="88181" y="12130"/>
                    <a:pt x="180835" y="12130"/>
                  </a:cubicBezTo>
                  <a:cubicBezTo>
                    <a:pt x="274128" y="12130"/>
                    <a:pt x="349529" y="87461"/>
                    <a:pt x="349529" y="180028"/>
                  </a:cubicBezTo>
                  <a:cubicBezTo>
                    <a:pt x="348891" y="273234"/>
                    <a:pt x="273489" y="348565"/>
                    <a:pt x="180835" y="348565"/>
                  </a:cubicBezTo>
                  <a:close/>
                </a:path>
              </a:pathLst>
            </a:custGeom>
            <a:solidFill>
              <a:srgbClr val="00A3E0"/>
            </a:solidFill>
            <a:ln w="6390" cap="flat">
              <a:noFill/>
              <a:prstDash val="solid"/>
              <a:miter/>
            </a:ln>
          </p:spPr>
          <p:txBody>
            <a:bodyPr rtlCol="0" anchor="ctr"/>
            <a:lstStyle/>
            <a:p>
              <a:endParaRPr lang="en-US"/>
            </a:p>
          </p:txBody>
        </p:sp>
        <p:sp>
          <p:nvSpPr>
            <p:cNvPr id="344" name="Graphic 4">
              <a:extLst>
                <a:ext uri="{FF2B5EF4-FFF2-40B4-BE49-F238E27FC236}">
                  <a16:creationId xmlns:a16="http://schemas.microsoft.com/office/drawing/2014/main" id="{330A67E9-BB2A-D044-88C9-C1103150FCB1}"/>
                </a:ext>
              </a:extLst>
            </p:cNvPr>
            <p:cNvSpPr/>
            <p:nvPr/>
          </p:nvSpPr>
          <p:spPr>
            <a:xfrm>
              <a:off x="1593650" y="1509336"/>
              <a:ext cx="204318" cy="148108"/>
            </a:xfrm>
            <a:custGeom>
              <a:avLst/>
              <a:gdLst>
                <a:gd name="connsiteX0" fmla="*/ 203839 w 204318"/>
                <a:gd name="connsiteY0" fmla="*/ 84269 h 148108"/>
                <a:gd name="connsiteX1" fmla="*/ 202561 w 204318"/>
                <a:gd name="connsiteY1" fmla="*/ 82353 h 148108"/>
                <a:gd name="connsiteX2" fmla="*/ 147608 w 204318"/>
                <a:gd name="connsiteY2" fmla="*/ 27451 h 148108"/>
                <a:gd name="connsiteX3" fmla="*/ 138662 w 204318"/>
                <a:gd name="connsiteY3" fmla="*/ 27451 h 148108"/>
                <a:gd name="connsiteX4" fmla="*/ 138662 w 204318"/>
                <a:gd name="connsiteY4" fmla="*/ 36389 h 148108"/>
                <a:gd name="connsiteX5" fmla="*/ 138662 w 204318"/>
                <a:gd name="connsiteY5" fmla="*/ 36389 h 148108"/>
                <a:gd name="connsiteX6" fmla="*/ 182752 w 204318"/>
                <a:gd name="connsiteY6" fmla="*/ 80438 h 148108"/>
                <a:gd name="connsiteX7" fmla="*/ 12780 w 204318"/>
                <a:gd name="connsiteY7" fmla="*/ 80438 h 148108"/>
                <a:gd name="connsiteX8" fmla="*/ 12780 w 204318"/>
                <a:gd name="connsiteY8" fmla="*/ 6384 h 148108"/>
                <a:gd name="connsiteX9" fmla="*/ 6390 w 204318"/>
                <a:gd name="connsiteY9" fmla="*/ 0 h 148108"/>
                <a:gd name="connsiteX10" fmla="*/ 0 w 204318"/>
                <a:gd name="connsiteY10" fmla="*/ 6384 h 148108"/>
                <a:gd name="connsiteX11" fmla="*/ 0 w 204318"/>
                <a:gd name="connsiteY11" fmla="*/ 86822 h 148108"/>
                <a:gd name="connsiteX12" fmla="*/ 6390 w 204318"/>
                <a:gd name="connsiteY12" fmla="*/ 93206 h 148108"/>
                <a:gd name="connsiteX13" fmla="*/ 182752 w 204318"/>
                <a:gd name="connsiteY13" fmla="*/ 93206 h 148108"/>
                <a:gd name="connsiteX14" fmla="*/ 138662 w 204318"/>
                <a:gd name="connsiteY14" fmla="*/ 137256 h 148108"/>
                <a:gd name="connsiteX15" fmla="*/ 138662 w 204318"/>
                <a:gd name="connsiteY15" fmla="*/ 146193 h 148108"/>
                <a:gd name="connsiteX16" fmla="*/ 147608 w 204318"/>
                <a:gd name="connsiteY16" fmla="*/ 146193 h 148108"/>
                <a:gd name="connsiteX17" fmla="*/ 202561 w 204318"/>
                <a:gd name="connsiteY17" fmla="*/ 91291 h 148108"/>
                <a:gd name="connsiteX18" fmla="*/ 203839 w 204318"/>
                <a:gd name="connsiteY18" fmla="*/ 89376 h 148108"/>
                <a:gd name="connsiteX19" fmla="*/ 203839 w 204318"/>
                <a:gd name="connsiteY19" fmla="*/ 84269 h 148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4318" h="148108">
                  <a:moveTo>
                    <a:pt x="203839" y="84269"/>
                  </a:moveTo>
                  <a:cubicBezTo>
                    <a:pt x="203200" y="83630"/>
                    <a:pt x="203200" y="82992"/>
                    <a:pt x="202561" y="82353"/>
                  </a:cubicBezTo>
                  <a:lnTo>
                    <a:pt x="147608" y="27451"/>
                  </a:lnTo>
                  <a:cubicBezTo>
                    <a:pt x="145052" y="24897"/>
                    <a:pt x="141218" y="24897"/>
                    <a:pt x="138662" y="27451"/>
                  </a:cubicBezTo>
                  <a:cubicBezTo>
                    <a:pt x="136106" y="30005"/>
                    <a:pt x="136106" y="33835"/>
                    <a:pt x="138662" y="36389"/>
                  </a:cubicBezTo>
                  <a:cubicBezTo>
                    <a:pt x="138662" y="36389"/>
                    <a:pt x="138662" y="36389"/>
                    <a:pt x="138662" y="36389"/>
                  </a:cubicBezTo>
                  <a:lnTo>
                    <a:pt x="182752" y="80438"/>
                  </a:lnTo>
                  <a:lnTo>
                    <a:pt x="12780" y="80438"/>
                  </a:lnTo>
                  <a:lnTo>
                    <a:pt x="12780" y="6384"/>
                  </a:lnTo>
                  <a:cubicBezTo>
                    <a:pt x="12780" y="2554"/>
                    <a:pt x="10224" y="0"/>
                    <a:pt x="6390" y="0"/>
                  </a:cubicBezTo>
                  <a:cubicBezTo>
                    <a:pt x="2556" y="0"/>
                    <a:pt x="0" y="2554"/>
                    <a:pt x="0" y="6384"/>
                  </a:cubicBezTo>
                  <a:lnTo>
                    <a:pt x="0" y="86822"/>
                  </a:lnTo>
                  <a:cubicBezTo>
                    <a:pt x="0" y="90653"/>
                    <a:pt x="2556" y="93206"/>
                    <a:pt x="6390" y="93206"/>
                  </a:cubicBezTo>
                  <a:lnTo>
                    <a:pt x="182752" y="93206"/>
                  </a:lnTo>
                  <a:lnTo>
                    <a:pt x="138662" y="137256"/>
                  </a:lnTo>
                  <a:cubicBezTo>
                    <a:pt x="136106" y="139809"/>
                    <a:pt x="136106" y="143640"/>
                    <a:pt x="138662" y="146193"/>
                  </a:cubicBezTo>
                  <a:cubicBezTo>
                    <a:pt x="141218" y="148747"/>
                    <a:pt x="145052" y="148747"/>
                    <a:pt x="147608" y="146193"/>
                  </a:cubicBezTo>
                  <a:lnTo>
                    <a:pt x="202561" y="91291"/>
                  </a:lnTo>
                  <a:cubicBezTo>
                    <a:pt x="203200" y="90653"/>
                    <a:pt x="203839" y="90014"/>
                    <a:pt x="203839" y="89376"/>
                  </a:cubicBezTo>
                  <a:cubicBezTo>
                    <a:pt x="204478" y="87461"/>
                    <a:pt x="204478" y="86184"/>
                    <a:pt x="203839" y="84269"/>
                  </a:cubicBezTo>
                  <a:close/>
                </a:path>
              </a:pathLst>
            </a:custGeom>
            <a:solidFill>
              <a:srgbClr val="00A3E0"/>
            </a:solidFill>
            <a:ln w="6390" cap="flat">
              <a:noFill/>
              <a:prstDash val="solid"/>
              <a:miter/>
            </a:ln>
          </p:spPr>
          <p:txBody>
            <a:bodyPr rtlCol="0" anchor="ctr"/>
            <a:lstStyle/>
            <a:p>
              <a:endParaRPr lang="en-US"/>
            </a:p>
          </p:txBody>
        </p:sp>
      </p:grpSp>
      <p:grpSp>
        <p:nvGrpSpPr>
          <p:cNvPr id="345" name="Graphic 4">
            <a:extLst>
              <a:ext uri="{FF2B5EF4-FFF2-40B4-BE49-F238E27FC236}">
                <a16:creationId xmlns:a16="http://schemas.microsoft.com/office/drawing/2014/main" id="{7D44B9B3-F57B-E542-BD89-F8FE1EA4C90C}"/>
              </a:ext>
            </a:extLst>
          </p:cNvPr>
          <p:cNvGrpSpPr/>
          <p:nvPr/>
        </p:nvGrpSpPr>
        <p:grpSpPr>
          <a:xfrm>
            <a:off x="7801474" y="1402723"/>
            <a:ext cx="362309" cy="361971"/>
            <a:chOff x="7801474" y="1402723"/>
            <a:chExt cx="362309" cy="361971"/>
          </a:xfrm>
          <a:solidFill>
            <a:srgbClr val="00A3E0"/>
          </a:solidFill>
        </p:grpSpPr>
        <p:sp>
          <p:nvSpPr>
            <p:cNvPr id="346" name="Graphic 4">
              <a:extLst>
                <a:ext uri="{FF2B5EF4-FFF2-40B4-BE49-F238E27FC236}">
                  <a16:creationId xmlns:a16="http://schemas.microsoft.com/office/drawing/2014/main" id="{F8CABB0B-9CA6-F64D-9773-ECD56D0313A4}"/>
                </a:ext>
              </a:extLst>
            </p:cNvPr>
            <p:cNvSpPr/>
            <p:nvPr/>
          </p:nvSpPr>
          <p:spPr>
            <a:xfrm>
              <a:off x="7801474" y="14027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8565 h 361971"/>
                <a:gd name="connsiteX7" fmla="*/ 12780 w 362309"/>
                <a:gd name="connsiteY7" fmla="*/ 180667 h 361971"/>
                <a:gd name="connsiteX8" fmla="*/ 180835 w 362309"/>
                <a:gd name="connsiteY8" fmla="*/ 12130 h 361971"/>
                <a:gd name="connsiteX9" fmla="*/ 349529 w 362309"/>
                <a:gd name="connsiteY9" fmla="*/ 180028 h 361971"/>
                <a:gd name="connsiteX10" fmla="*/ 349529 w 362309"/>
                <a:gd name="connsiteY10" fmla="*/ 180028 h 361971"/>
                <a:gd name="connsiteX11" fmla="*/ 181474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0438"/>
                    <a:pt x="281157" y="0"/>
                    <a:pt x="181474" y="0"/>
                  </a:cubicBezTo>
                  <a:close/>
                  <a:moveTo>
                    <a:pt x="181474" y="348565"/>
                  </a:moveTo>
                  <a:cubicBezTo>
                    <a:pt x="88181" y="348565"/>
                    <a:pt x="12780" y="273234"/>
                    <a:pt x="12780" y="180667"/>
                  </a:cubicBezTo>
                  <a:cubicBezTo>
                    <a:pt x="12780" y="87461"/>
                    <a:pt x="88181" y="12130"/>
                    <a:pt x="180835" y="12130"/>
                  </a:cubicBezTo>
                  <a:cubicBezTo>
                    <a:pt x="274128" y="12130"/>
                    <a:pt x="349529" y="87461"/>
                    <a:pt x="349529" y="180028"/>
                  </a:cubicBezTo>
                  <a:cubicBezTo>
                    <a:pt x="349529" y="180028"/>
                    <a:pt x="349529" y="180028"/>
                    <a:pt x="349529" y="180028"/>
                  </a:cubicBezTo>
                  <a:cubicBezTo>
                    <a:pt x="349529" y="273234"/>
                    <a:pt x="274128" y="348565"/>
                    <a:pt x="181474" y="348565"/>
                  </a:cubicBezTo>
                  <a:close/>
                </a:path>
              </a:pathLst>
            </a:custGeom>
            <a:solidFill>
              <a:srgbClr val="00A3E0"/>
            </a:solidFill>
            <a:ln w="6390" cap="flat">
              <a:noFill/>
              <a:prstDash val="solid"/>
              <a:miter/>
            </a:ln>
          </p:spPr>
          <p:txBody>
            <a:bodyPr rtlCol="0" anchor="ctr"/>
            <a:lstStyle/>
            <a:p>
              <a:endParaRPr lang="en-US"/>
            </a:p>
          </p:txBody>
        </p:sp>
        <p:sp>
          <p:nvSpPr>
            <p:cNvPr id="347" name="Graphic 4">
              <a:extLst>
                <a:ext uri="{FF2B5EF4-FFF2-40B4-BE49-F238E27FC236}">
                  <a16:creationId xmlns:a16="http://schemas.microsoft.com/office/drawing/2014/main" id="{DF002787-8171-CD44-86A1-CC991F6D05A4}"/>
                </a:ext>
              </a:extLst>
            </p:cNvPr>
            <p:cNvSpPr/>
            <p:nvPr/>
          </p:nvSpPr>
          <p:spPr>
            <a:xfrm>
              <a:off x="7880709" y="1509336"/>
              <a:ext cx="204318" cy="148108"/>
            </a:xfrm>
            <a:custGeom>
              <a:avLst/>
              <a:gdLst>
                <a:gd name="connsiteX0" fmla="*/ 203838 w 204318"/>
                <a:gd name="connsiteY0" fmla="*/ 58733 h 148108"/>
                <a:gd name="connsiteX1" fmla="*/ 202561 w 204318"/>
                <a:gd name="connsiteY1" fmla="*/ 56817 h 148108"/>
                <a:gd name="connsiteX2" fmla="*/ 147607 w 204318"/>
                <a:gd name="connsiteY2" fmla="*/ 1915 h 148108"/>
                <a:gd name="connsiteX3" fmla="*/ 138661 w 204318"/>
                <a:gd name="connsiteY3" fmla="*/ 1915 h 148108"/>
                <a:gd name="connsiteX4" fmla="*/ 138661 w 204318"/>
                <a:gd name="connsiteY4" fmla="*/ 1915 h 148108"/>
                <a:gd name="connsiteX5" fmla="*/ 138661 w 204318"/>
                <a:gd name="connsiteY5" fmla="*/ 10853 h 148108"/>
                <a:gd name="connsiteX6" fmla="*/ 182752 w 204318"/>
                <a:gd name="connsiteY6" fmla="*/ 54902 h 148108"/>
                <a:gd name="connsiteX7" fmla="*/ 6390 w 204318"/>
                <a:gd name="connsiteY7" fmla="*/ 54902 h 148108"/>
                <a:gd name="connsiteX8" fmla="*/ 0 w 204318"/>
                <a:gd name="connsiteY8" fmla="*/ 61286 h 148108"/>
                <a:gd name="connsiteX9" fmla="*/ 0 w 204318"/>
                <a:gd name="connsiteY9" fmla="*/ 141724 h 148108"/>
                <a:gd name="connsiteX10" fmla="*/ 6390 w 204318"/>
                <a:gd name="connsiteY10" fmla="*/ 148108 h 148108"/>
                <a:gd name="connsiteX11" fmla="*/ 12780 w 204318"/>
                <a:gd name="connsiteY11" fmla="*/ 141724 h 148108"/>
                <a:gd name="connsiteX12" fmla="*/ 12780 w 204318"/>
                <a:gd name="connsiteY12" fmla="*/ 67670 h 148108"/>
                <a:gd name="connsiteX13" fmla="*/ 182752 w 204318"/>
                <a:gd name="connsiteY13" fmla="*/ 67670 h 148108"/>
                <a:gd name="connsiteX14" fmla="*/ 138661 w 204318"/>
                <a:gd name="connsiteY14" fmla="*/ 111720 h 148108"/>
                <a:gd name="connsiteX15" fmla="*/ 138661 w 204318"/>
                <a:gd name="connsiteY15" fmla="*/ 120657 h 148108"/>
                <a:gd name="connsiteX16" fmla="*/ 143134 w 204318"/>
                <a:gd name="connsiteY16" fmla="*/ 122572 h 148108"/>
                <a:gd name="connsiteX17" fmla="*/ 147607 w 204318"/>
                <a:gd name="connsiteY17" fmla="*/ 120657 h 148108"/>
                <a:gd name="connsiteX18" fmla="*/ 202561 w 204318"/>
                <a:gd name="connsiteY18" fmla="*/ 65755 h 148108"/>
                <a:gd name="connsiteX19" fmla="*/ 203838 w 204318"/>
                <a:gd name="connsiteY19" fmla="*/ 63840 h 148108"/>
                <a:gd name="connsiteX20" fmla="*/ 203838 w 204318"/>
                <a:gd name="connsiteY20" fmla="*/ 58733 h 148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4318" h="148108">
                  <a:moveTo>
                    <a:pt x="203838" y="58733"/>
                  </a:moveTo>
                  <a:cubicBezTo>
                    <a:pt x="203838" y="58094"/>
                    <a:pt x="203200" y="57456"/>
                    <a:pt x="202561" y="56817"/>
                  </a:cubicBezTo>
                  <a:lnTo>
                    <a:pt x="147607" y="1915"/>
                  </a:lnTo>
                  <a:cubicBezTo>
                    <a:pt x="145051" y="-638"/>
                    <a:pt x="141217" y="-638"/>
                    <a:pt x="138661" y="1915"/>
                  </a:cubicBezTo>
                  <a:cubicBezTo>
                    <a:pt x="138661" y="1915"/>
                    <a:pt x="138661" y="1915"/>
                    <a:pt x="138661" y="1915"/>
                  </a:cubicBezTo>
                  <a:cubicBezTo>
                    <a:pt x="136105" y="4469"/>
                    <a:pt x="136105" y="8299"/>
                    <a:pt x="138661" y="10853"/>
                  </a:cubicBezTo>
                  <a:lnTo>
                    <a:pt x="182752" y="54902"/>
                  </a:lnTo>
                  <a:lnTo>
                    <a:pt x="6390" y="54902"/>
                  </a:lnTo>
                  <a:cubicBezTo>
                    <a:pt x="2555" y="54902"/>
                    <a:pt x="0" y="57456"/>
                    <a:pt x="0" y="61286"/>
                  </a:cubicBezTo>
                  <a:lnTo>
                    <a:pt x="0" y="141724"/>
                  </a:lnTo>
                  <a:cubicBezTo>
                    <a:pt x="0" y="145555"/>
                    <a:pt x="2555" y="148108"/>
                    <a:pt x="6390" y="148108"/>
                  </a:cubicBezTo>
                  <a:cubicBezTo>
                    <a:pt x="10224" y="148108"/>
                    <a:pt x="12780" y="145555"/>
                    <a:pt x="12780" y="141724"/>
                  </a:cubicBezTo>
                  <a:lnTo>
                    <a:pt x="12780" y="67670"/>
                  </a:lnTo>
                  <a:lnTo>
                    <a:pt x="182752" y="67670"/>
                  </a:lnTo>
                  <a:lnTo>
                    <a:pt x="138661" y="111720"/>
                  </a:lnTo>
                  <a:cubicBezTo>
                    <a:pt x="136105" y="114273"/>
                    <a:pt x="136105" y="118104"/>
                    <a:pt x="138661" y="120657"/>
                  </a:cubicBezTo>
                  <a:cubicBezTo>
                    <a:pt x="139939" y="121934"/>
                    <a:pt x="141217" y="122572"/>
                    <a:pt x="143134" y="122572"/>
                  </a:cubicBezTo>
                  <a:cubicBezTo>
                    <a:pt x="145051" y="122572"/>
                    <a:pt x="146329" y="121934"/>
                    <a:pt x="147607" y="120657"/>
                  </a:cubicBezTo>
                  <a:lnTo>
                    <a:pt x="202561" y="65755"/>
                  </a:lnTo>
                  <a:cubicBezTo>
                    <a:pt x="203200" y="65117"/>
                    <a:pt x="203838" y="64478"/>
                    <a:pt x="203838" y="63840"/>
                  </a:cubicBezTo>
                  <a:cubicBezTo>
                    <a:pt x="204478" y="61925"/>
                    <a:pt x="204478" y="60009"/>
                    <a:pt x="203838" y="58733"/>
                  </a:cubicBezTo>
                  <a:close/>
                </a:path>
              </a:pathLst>
            </a:custGeom>
            <a:solidFill>
              <a:srgbClr val="00A3E0"/>
            </a:solidFill>
            <a:ln w="6390" cap="flat">
              <a:noFill/>
              <a:prstDash val="solid"/>
              <a:miter/>
            </a:ln>
          </p:spPr>
          <p:txBody>
            <a:bodyPr rtlCol="0" anchor="ctr"/>
            <a:lstStyle/>
            <a:p>
              <a:endParaRPr lang="en-US"/>
            </a:p>
          </p:txBody>
        </p:sp>
      </p:grpSp>
      <p:grpSp>
        <p:nvGrpSpPr>
          <p:cNvPr id="348" name="Graphic 4">
            <a:extLst>
              <a:ext uri="{FF2B5EF4-FFF2-40B4-BE49-F238E27FC236}">
                <a16:creationId xmlns:a16="http://schemas.microsoft.com/office/drawing/2014/main" id="{1A71128E-0885-9645-B036-5939D2CE96ED}"/>
              </a:ext>
            </a:extLst>
          </p:cNvPr>
          <p:cNvGrpSpPr/>
          <p:nvPr/>
        </p:nvGrpSpPr>
        <p:grpSpPr>
          <a:xfrm>
            <a:off x="2560447" y="1402723"/>
            <a:ext cx="362309" cy="361971"/>
            <a:chOff x="2560447" y="1402723"/>
            <a:chExt cx="362309" cy="361971"/>
          </a:xfrm>
          <a:solidFill>
            <a:srgbClr val="00A3E0"/>
          </a:solidFill>
        </p:grpSpPr>
        <p:sp>
          <p:nvSpPr>
            <p:cNvPr id="349" name="Graphic 4">
              <a:extLst>
                <a:ext uri="{FF2B5EF4-FFF2-40B4-BE49-F238E27FC236}">
                  <a16:creationId xmlns:a16="http://schemas.microsoft.com/office/drawing/2014/main" id="{8B912509-FCA0-9941-AF6D-837247C97BE0}"/>
                </a:ext>
              </a:extLst>
            </p:cNvPr>
            <p:cNvSpPr/>
            <p:nvPr/>
          </p:nvSpPr>
          <p:spPr>
            <a:xfrm>
              <a:off x="2560447" y="14027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8565 h 361971"/>
                <a:gd name="connsiteX7" fmla="*/ 12780 w 362309"/>
                <a:gd name="connsiteY7" fmla="*/ 180667 h 361971"/>
                <a:gd name="connsiteX8" fmla="*/ 180835 w 362309"/>
                <a:gd name="connsiteY8" fmla="*/ 12130 h 361971"/>
                <a:gd name="connsiteX9" fmla="*/ 349529 w 362309"/>
                <a:gd name="connsiteY9" fmla="*/ 180028 h 361971"/>
                <a:gd name="connsiteX10" fmla="*/ 349529 w 362309"/>
                <a:gd name="connsiteY10" fmla="*/ 180028 h 361971"/>
                <a:gd name="connsiteX11" fmla="*/ 181474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0438"/>
                    <a:pt x="281157" y="0"/>
                    <a:pt x="181474" y="0"/>
                  </a:cubicBezTo>
                  <a:close/>
                  <a:moveTo>
                    <a:pt x="181474" y="348565"/>
                  </a:moveTo>
                  <a:cubicBezTo>
                    <a:pt x="88181" y="348565"/>
                    <a:pt x="12780" y="273234"/>
                    <a:pt x="12780" y="180667"/>
                  </a:cubicBezTo>
                  <a:cubicBezTo>
                    <a:pt x="12780" y="88099"/>
                    <a:pt x="88181" y="12130"/>
                    <a:pt x="180835" y="12130"/>
                  </a:cubicBezTo>
                  <a:cubicBezTo>
                    <a:pt x="273489" y="12130"/>
                    <a:pt x="349529" y="87461"/>
                    <a:pt x="349529" y="180028"/>
                  </a:cubicBezTo>
                  <a:cubicBezTo>
                    <a:pt x="349529" y="180028"/>
                    <a:pt x="349529" y="180028"/>
                    <a:pt x="349529" y="180028"/>
                  </a:cubicBezTo>
                  <a:cubicBezTo>
                    <a:pt x="349529" y="273234"/>
                    <a:pt x="274128" y="348565"/>
                    <a:pt x="181474" y="348565"/>
                  </a:cubicBezTo>
                  <a:close/>
                </a:path>
              </a:pathLst>
            </a:custGeom>
            <a:solidFill>
              <a:srgbClr val="00A3E0"/>
            </a:solidFill>
            <a:ln w="6390" cap="flat">
              <a:noFill/>
              <a:prstDash val="solid"/>
              <a:miter/>
            </a:ln>
          </p:spPr>
          <p:txBody>
            <a:bodyPr rtlCol="0" anchor="ctr"/>
            <a:lstStyle/>
            <a:p>
              <a:endParaRPr lang="en-US"/>
            </a:p>
          </p:txBody>
        </p:sp>
        <p:sp>
          <p:nvSpPr>
            <p:cNvPr id="350" name="Graphic 4">
              <a:extLst>
                <a:ext uri="{FF2B5EF4-FFF2-40B4-BE49-F238E27FC236}">
                  <a16:creationId xmlns:a16="http://schemas.microsoft.com/office/drawing/2014/main" id="{C54C9E94-9D81-F244-9CF1-B17A14B1924D}"/>
                </a:ext>
              </a:extLst>
            </p:cNvPr>
            <p:cNvSpPr/>
            <p:nvPr/>
          </p:nvSpPr>
          <p:spPr>
            <a:xfrm>
              <a:off x="2667159" y="1481246"/>
              <a:ext cx="148246" cy="204127"/>
            </a:xfrm>
            <a:custGeom>
              <a:avLst/>
              <a:gdLst>
                <a:gd name="connsiteX0" fmla="*/ 141857 w 148246"/>
                <a:gd name="connsiteY0" fmla="*/ 0 h 204127"/>
                <a:gd name="connsiteX1" fmla="*/ 61343 w 148246"/>
                <a:gd name="connsiteY1" fmla="*/ 0 h 204127"/>
                <a:gd name="connsiteX2" fmla="*/ 54954 w 148246"/>
                <a:gd name="connsiteY2" fmla="*/ 6384 h 204127"/>
                <a:gd name="connsiteX3" fmla="*/ 54954 w 148246"/>
                <a:gd name="connsiteY3" fmla="*/ 182582 h 204127"/>
                <a:gd name="connsiteX4" fmla="*/ 10863 w 148246"/>
                <a:gd name="connsiteY4" fmla="*/ 138533 h 204127"/>
                <a:gd name="connsiteX5" fmla="*/ 1917 w 148246"/>
                <a:gd name="connsiteY5" fmla="*/ 138533 h 204127"/>
                <a:gd name="connsiteX6" fmla="*/ 1917 w 148246"/>
                <a:gd name="connsiteY6" fmla="*/ 147470 h 204127"/>
                <a:gd name="connsiteX7" fmla="*/ 1917 w 148246"/>
                <a:gd name="connsiteY7" fmla="*/ 147470 h 204127"/>
                <a:gd name="connsiteX8" fmla="*/ 56870 w 148246"/>
                <a:gd name="connsiteY8" fmla="*/ 202372 h 204127"/>
                <a:gd name="connsiteX9" fmla="*/ 58788 w 148246"/>
                <a:gd name="connsiteY9" fmla="*/ 203649 h 204127"/>
                <a:gd name="connsiteX10" fmla="*/ 63899 w 148246"/>
                <a:gd name="connsiteY10" fmla="*/ 203649 h 204127"/>
                <a:gd name="connsiteX11" fmla="*/ 65816 w 148246"/>
                <a:gd name="connsiteY11" fmla="*/ 202372 h 204127"/>
                <a:gd name="connsiteX12" fmla="*/ 120770 w 148246"/>
                <a:gd name="connsiteY12" fmla="*/ 147470 h 204127"/>
                <a:gd name="connsiteX13" fmla="*/ 120770 w 148246"/>
                <a:gd name="connsiteY13" fmla="*/ 138533 h 204127"/>
                <a:gd name="connsiteX14" fmla="*/ 111824 w 148246"/>
                <a:gd name="connsiteY14" fmla="*/ 138533 h 204127"/>
                <a:gd name="connsiteX15" fmla="*/ 111824 w 148246"/>
                <a:gd name="connsiteY15" fmla="*/ 138533 h 204127"/>
                <a:gd name="connsiteX16" fmla="*/ 67733 w 148246"/>
                <a:gd name="connsiteY16" fmla="*/ 182582 h 204127"/>
                <a:gd name="connsiteX17" fmla="*/ 67733 w 148246"/>
                <a:gd name="connsiteY17" fmla="*/ 12768 h 204127"/>
                <a:gd name="connsiteX18" fmla="*/ 141857 w 148246"/>
                <a:gd name="connsiteY18" fmla="*/ 12768 h 204127"/>
                <a:gd name="connsiteX19" fmla="*/ 148247 w 148246"/>
                <a:gd name="connsiteY19" fmla="*/ 6384 h 204127"/>
                <a:gd name="connsiteX20" fmla="*/ 141857 w 148246"/>
                <a:gd name="connsiteY20" fmla="*/ 0 h 204127"/>
                <a:gd name="connsiteX21" fmla="*/ 141857 w 148246"/>
                <a:gd name="connsiteY21" fmla="*/ 0 h 204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8246" h="204127">
                  <a:moveTo>
                    <a:pt x="141857" y="0"/>
                  </a:moveTo>
                  <a:lnTo>
                    <a:pt x="61343" y="0"/>
                  </a:lnTo>
                  <a:cubicBezTo>
                    <a:pt x="57509" y="0"/>
                    <a:pt x="54954" y="2554"/>
                    <a:pt x="54954" y="6384"/>
                  </a:cubicBezTo>
                  <a:lnTo>
                    <a:pt x="54954" y="182582"/>
                  </a:lnTo>
                  <a:lnTo>
                    <a:pt x="10863" y="138533"/>
                  </a:lnTo>
                  <a:cubicBezTo>
                    <a:pt x="8307" y="135979"/>
                    <a:pt x="4473" y="135979"/>
                    <a:pt x="1917" y="138533"/>
                  </a:cubicBezTo>
                  <a:cubicBezTo>
                    <a:pt x="-639" y="141086"/>
                    <a:pt x="-639" y="144916"/>
                    <a:pt x="1917" y="147470"/>
                  </a:cubicBezTo>
                  <a:lnTo>
                    <a:pt x="1917" y="147470"/>
                  </a:lnTo>
                  <a:lnTo>
                    <a:pt x="56870" y="202372"/>
                  </a:lnTo>
                  <a:cubicBezTo>
                    <a:pt x="57509" y="203011"/>
                    <a:pt x="58148" y="203649"/>
                    <a:pt x="58788" y="203649"/>
                  </a:cubicBezTo>
                  <a:cubicBezTo>
                    <a:pt x="60065" y="204287"/>
                    <a:pt x="61982" y="204287"/>
                    <a:pt x="63899" y="203649"/>
                  </a:cubicBezTo>
                  <a:cubicBezTo>
                    <a:pt x="64538" y="203649"/>
                    <a:pt x="65177" y="203011"/>
                    <a:pt x="65816" y="202372"/>
                  </a:cubicBezTo>
                  <a:lnTo>
                    <a:pt x="120770" y="147470"/>
                  </a:lnTo>
                  <a:cubicBezTo>
                    <a:pt x="123326" y="144916"/>
                    <a:pt x="123326" y="141086"/>
                    <a:pt x="120770" y="138533"/>
                  </a:cubicBezTo>
                  <a:cubicBezTo>
                    <a:pt x="118214" y="135979"/>
                    <a:pt x="114380" y="135979"/>
                    <a:pt x="111824" y="138533"/>
                  </a:cubicBezTo>
                  <a:lnTo>
                    <a:pt x="111824" y="138533"/>
                  </a:lnTo>
                  <a:lnTo>
                    <a:pt x="67733" y="182582"/>
                  </a:lnTo>
                  <a:lnTo>
                    <a:pt x="67733" y="12768"/>
                  </a:lnTo>
                  <a:lnTo>
                    <a:pt x="141857" y="12768"/>
                  </a:lnTo>
                  <a:cubicBezTo>
                    <a:pt x="145691" y="12768"/>
                    <a:pt x="148247" y="10214"/>
                    <a:pt x="148247" y="6384"/>
                  </a:cubicBezTo>
                  <a:cubicBezTo>
                    <a:pt x="148247" y="2554"/>
                    <a:pt x="145691" y="0"/>
                    <a:pt x="141857" y="0"/>
                  </a:cubicBezTo>
                  <a:lnTo>
                    <a:pt x="141857" y="0"/>
                  </a:lnTo>
                  <a:close/>
                </a:path>
              </a:pathLst>
            </a:custGeom>
            <a:solidFill>
              <a:srgbClr val="00A3E0"/>
            </a:solidFill>
            <a:ln w="6390" cap="flat">
              <a:noFill/>
              <a:prstDash val="solid"/>
              <a:miter/>
            </a:ln>
          </p:spPr>
          <p:txBody>
            <a:bodyPr rtlCol="0" anchor="ctr"/>
            <a:lstStyle/>
            <a:p>
              <a:endParaRPr lang="en-US"/>
            </a:p>
          </p:txBody>
        </p:sp>
      </p:grpSp>
      <p:grpSp>
        <p:nvGrpSpPr>
          <p:cNvPr id="351" name="Graphic 4">
            <a:extLst>
              <a:ext uri="{FF2B5EF4-FFF2-40B4-BE49-F238E27FC236}">
                <a16:creationId xmlns:a16="http://schemas.microsoft.com/office/drawing/2014/main" id="{A9836DE6-D510-9A4B-BC7C-801966213514}"/>
              </a:ext>
            </a:extLst>
          </p:cNvPr>
          <p:cNvGrpSpPr/>
          <p:nvPr/>
        </p:nvGrpSpPr>
        <p:grpSpPr>
          <a:xfrm>
            <a:off x="4660820" y="1402723"/>
            <a:ext cx="362312" cy="361971"/>
            <a:chOff x="4660820" y="1402723"/>
            <a:chExt cx="362312" cy="361971"/>
          </a:xfrm>
          <a:solidFill>
            <a:srgbClr val="00A3E0"/>
          </a:solidFill>
        </p:grpSpPr>
        <p:sp>
          <p:nvSpPr>
            <p:cNvPr id="352" name="Graphic 4">
              <a:extLst>
                <a:ext uri="{FF2B5EF4-FFF2-40B4-BE49-F238E27FC236}">
                  <a16:creationId xmlns:a16="http://schemas.microsoft.com/office/drawing/2014/main" id="{E778F3D0-16D6-DE4E-8735-B6433C9BD45A}"/>
                </a:ext>
              </a:extLst>
            </p:cNvPr>
            <p:cNvSpPr/>
            <p:nvPr/>
          </p:nvSpPr>
          <p:spPr>
            <a:xfrm>
              <a:off x="4660820" y="140272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8565 h 361971"/>
                <a:gd name="connsiteX8" fmla="*/ 12780 w 362312"/>
                <a:gd name="connsiteY8" fmla="*/ 180667 h 361971"/>
                <a:gd name="connsiteX9" fmla="*/ 180835 w 362312"/>
                <a:gd name="connsiteY9" fmla="*/ 12130 h 361971"/>
                <a:gd name="connsiteX10" fmla="*/ 349529 w 362312"/>
                <a:gd name="connsiteY10" fmla="*/ 180028 h 361971"/>
                <a:gd name="connsiteX11" fmla="*/ 349529 w 362312"/>
                <a:gd name="connsiteY11" fmla="*/ 180028 h 361971"/>
                <a:gd name="connsiteX12" fmla="*/ 181474 w 362312"/>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0438"/>
                    <a:pt x="281796" y="0"/>
                    <a:pt x="181474" y="0"/>
                  </a:cubicBezTo>
                  <a:lnTo>
                    <a:pt x="181474" y="0"/>
                  </a:lnTo>
                  <a:close/>
                  <a:moveTo>
                    <a:pt x="181474" y="348565"/>
                  </a:moveTo>
                  <a:cubicBezTo>
                    <a:pt x="88181" y="348565"/>
                    <a:pt x="12780" y="273234"/>
                    <a:pt x="12780" y="180667"/>
                  </a:cubicBezTo>
                  <a:cubicBezTo>
                    <a:pt x="12780" y="88099"/>
                    <a:pt x="88181" y="12130"/>
                    <a:pt x="180835" y="12130"/>
                  </a:cubicBezTo>
                  <a:cubicBezTo>
                    <a:pt x="274128" y="12130"/>
                    <a:pt x="349529" y="87461"/>
                    <a:pt x="349529" y="180028"/>
                  </a:cubicBezTo>
                  <a:cubicBezTo>
                    <a:pt x="349529" y="180028"/>
                    <a:pt x="349529" y="180028"/>
                    <a:pt x="349529" y="180028"/>
                  </a:cubicBezTo>
                  <a:cubicBezTo>
                    <a:pt x="349529" y="273234"/>
                    <a:pt x="274767" y="348565"/>
                    <a:pt x="181474" y="348565"/>
                  </a:cubicBezTo>
                  <a:close/>
                </a:path>
              </a:pathLst>
            </a:custGeom>
            <a:solidFill>
              <a:srgbClr val="00A3E0"/>
            </a:solidFill>
            <a:ln w="6390" cap="flat">
              <a:noFill/>
              <a:prstDash val="solid"/>
              <a:miter/>
            </a:ln>
          </p:spPr>
          <p:txBody>
            <a:bodyPr rtlCol="0" anchor="ctr"/>
            <a:lstStyle/>
            <a:p>
              <a:endParaRPr lang="en-US"/>
            </a:p>
          </p:txBody>
        </p:sp>
        <p:sp>
          <p:nvSpPr>
            <p:cNvPr id="353" name="Graphic 4">
              <a:extLst>
                <a:ext uri="{FF2B5EF4-FFF2-40B4-BE49-F238E27FC236}">
                  <a16:creationId xmlns:a16="http://schemas.microsoft.com/office/drawing/2014/main" id="{E56D2BEE-BB9A-8847-BB60-7F74124229D9}"/>
                </a:ext>
              </a:extLst>
            </p:cNvPr>
            <p:cNvSpPr/>
            <p:nvPr/>
          </p:nvSpPr>
          <p:spPr>
            <a:xfrm>
              <a:off x="4768171" y="1481246"/>
              <a:ext cx="148885" cy="204313"/>
            </a:xfrm>
            <a:custGeom>
              <a:avLst/>
              <a:gdLst>
                <a:gd name="connsiteX0" fmla="*/ 137384 w 148885"/>
                <a:gd name="connsiteY0" fmla="*/ 138533 h 204313"/>
                <a:gd name="connsiteX1" fmla="*/ 93293 w 148885"/>
                <a:gd name="connsiteY1" fmla="*/ 182582 h 204313"/>
                <a:gd name="connsiteX2" fmla="*/ 93293 w 148885"/>
                <a:gd name="connsiteY2" fmla="*/ 6384 h 204313"/>
                <a:gd name="connsiteX3" fmla="*/ 86903 w 148885"/>
                <a:gd name="connsiteY3" fmla="*/ 0 h 204313"/>
                <a:gd name="connsiteX4" fmla="*/ 6390 w 148885"/>
                <a:gd name="connsiteY4" fmla="*/ 0 h 204313"/>
                <a:gd name="connsiteX5" fmla="*/ 0 w 148885"/>
                <a:gd name="connsiteY5" fmla="*/ 6384 h 204313"/>
                <a:gd name="connsiteX6" fmla="*/ 6390 w 148885"/>
                <a:gd name="connsiteY6" fmla="*/ 12768 h 204313"/>
                <a:gd name="connsiteX7" fmla="*/ 80513 w 148885"/>
                <a:gd name="connsiteY7" fmla="*/ 12768 h 204313"/>
                <a:gd name="connsiteX8" fmla="*/ 80513 w 148885"/>
                <a:gd name="connsiteY8" fmla="*/ 182582 h 204313"/>
                <a:gd name="connsiteX9" fmla="*/ 37062 w 148885"/>
                <a:gd name="connsiteY9" fmla="*/ 138533 h 204313"/>
                <a:gd name="connsiteX10" fmla="*/ 28115 w 148885"/>
                <a:gd name="connsiteY10" fmla="*/ 138533 h 204313"/>
                <a:gd name="connsiteX11" fmla="*/ 28115 w 148885"/>
                <a:gd name="connsiteY11" fmla="*/ 147470 h 204313"/>
                <a:gd name="connsiteX12" fmla="*/ 28115 w 148885"/>
                <a:gd name="connsiteY12" fmla="*/ 147470 h 204313"/>
                <a:gd name="connsiteX13" fmla="*/ 83069 w 148885"/>
                <a:gd name="connsiteY13" fmla="*/ 202372 h 204313"/>
                <a:gd name="connsiteX14" fmla="*/ 90098 w 148885"/>
                <a:gd name="connsiteY14" fmla="*/ 203649 h 204313"/>
                <a:gd name="connsiteX15" fmla="*/ 92015 w 148885"/>
                <a:gd name="connsiteY15" fmla="*/ 202372 h 204313"/>
                <a:gd name="connsiteX16" fmla="*/ 146969 w 148885"/>
                <a:gd name="connsiteY16" fmla="*/ 147470 h 204313"/>
                <a:gd name="connsiteX17" fmla="*/ 146969 w 148885"/>
                <a:gd name="connsiteY17" fmla="*/ 138533 h 204313"/>
                <a:gd name="connsiteX18" fmla="*/ 137384 w 148885"/>
                <a:gd name="connsiteY18" fmla="*/ 138533 h 204313"/>
                <a:gd name="connsiteX19" fmla="*/ 137384 w 148885"/>
                <a:gd name="connsiteY19" fmla="*/ 138533 h 204313"/>
                <a:gd name="connsiteX20" fmla="*/ 137384 w 148885"/>
                <a:gd name="connsiteY20" fmla="*/ 138533 h 20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8885" h="204313">
                  <a:moveTo>
                    <a:pt x="137384" y="138533"/>
                  </a:moveTo>
                  <a:lnTo>
                    <a:pt x="93293" y="182582"/>
                  </a:lnTo>
                  <a:lnTo>
                    <a:pt x="93293" y="6384"/>
                  </a:lnTo>
                  <a:cubicBezTo>
                    <a:pt x="93293" y="2554"/>
                    <a:pt x="90737" y="0"/>
                    <a:pt x="86903" y="0"/>
                  </a:cubicBezTo>
                  <a:lnTo>
                    <a:pt x="6390" y="0"/>
                  </a:lnTo>
                  <a:cubicBezTo>
                    <a:pt x="2556" y="0"/>
                    <a:pt x="0" y="2554"/>
                    <a:pt x="0" y="6384"/>
                  </a:cubicBezTo>
                  <a:cubicBezTo>
                    <a:pt x="0" y="10214"/>
                    <a:pt x="2556" y="12768"/>
                    <a:pt x="6390" y="12768"/>
                  </a:cubicBezTo>
                  <a:lnTo>
                    <a:pt x="80513" y="12768"/>
                  </a:lnTo>
                  <a:lnTo>
                    <a:pt x="80513" y="182582"/>
                  </a:lnTo>
                  <a:lnTo>
                    <a:pt x="37062" y="138533"/>
                  </a:lnTo>
                  <a:cubicBezTo>
                    <a:pt x="34505" y="135979"/>
                    <a:pt x="30672" y="135979"/>
                    <a:pt x="28115" y="138533"/>
                  </a:cubicBezTo>
                  <a:cubicBezTo>
                    <a:pt x="25560" y="141086"/>
                    <a:pt x="25560" y="144916"/>
                    <a:pt x="28115" y="147470"/>
                  </a:cubicBezTo>
                  <a:cubicBezTo>
                    <a:pt x="28115" y="147470"/>
                    <a:pt x="28115" y="147470"/>
                    <a:pt x="28115" y="147470"/>
                  </a:cubicBezTo>
                  <a:lnTo>
                    <a:pt x="83069" y="202372"/>
                  </a:lnTo>
                  <a:cubicBezTo>
                    <a:pt x="84986" y="204287"/>
                    <a:pt x="87542" y="204926"/>
                    <a:pt x="90098" y="203649"/>
                  </a:cubicBezTo>
                  <a:cubicBezTo>
                    <a:pt x="90737" y="203649"/>
                    <a:pt x="91376" y="203011"/>
                    <a:pt x="92015" y="202372"/>
                  </a:cubicBezTo>
                  <a:lnTo>
                    <a:pt x="146969" y="147470"/>
                  </a:lnTo>
                  <a:cubicBezTo>
                    <a:pt x="149524" y="144916"/>
                    <a:pt x="149524" y="141086"/>
                    <a:pt x="146969" y="138533"/>
                  </a:cubicBezTo>
                  <a:cubicBezTo>
                    <a:pt x="143774" y="135979"/>
                    <a:pt x="139939" y="135979"/>
                    <a:pt x="137384" y="138533"/>
                  </a:cubicBezTo>
                  <a:lnTo>
                    <a:pt x="137384" y="138533"/>
                  </a:lnTo>
                  <a:lnTo>
                    <a:pt x="137384" y="138533"/>
                  </a:lnTo>
                  <a:close/>
                </a:path>
              </a:pathLst>
            </a:custGeom>
            <a:solidFill>
              <a:srgbClr val="00A3E0"/>
            </a:solidFill>
            <a:ln w="6390" cap="flat">
              <a:noFill/>
              <a:prstDash val="solid"/>
              <a:miter/>
            </a:ln>
          </p:spPr>
          <p:txBody>
            <a:bodyPr rtlCol="0" anchor="ctr"/>
            <a:lstStyle/>
            <a:p>
              <a:endParaRPr lang="en-US"/>
            </a:p>
          </p:txBody>
        </p:sp>
      </p:grpSp>
      <p:grpSp>
        <p:nvGrpSpPr>
          <p:cNvPr id="354" name="Graphic 4">
            <a:extLst>
              <a:ext uri="{FF2B5EF4-FFF2-40B4-BE49-F238E27FC236}">
                <a16:creationId xmlns:a16="http://schemas.microsoft.com/office/drawing/2014/main" id="{95C2764F-2252-504B-9A41-18E45A80A3D4}"/>
              </a:ext>
            </a:extLst>
          </p:cNvPr>
          <p:cNvGrpSpPr/>
          <p:nvPr/>
        </p:nvGrpSpPr>
        <p:grpSpPr>
          <a:xfrm>
            <a:off x="3607758" y="1402723"/>
            <a:ext cx="362309" cy="361971"/>
            <a:chOff x="3607758" y="1402723"/>
            <a:chExt cx="362309" cy="361971"/>
          </a:xfrm>
          <a:solidFill>
            <a:srgbClr val="00A3E0"/>
          </a:solidFill>
        </p:grpSpPr>
        <p:sp>
          <p:nvSpPr>
            <p:cNvPr id="355" name="Graphic 4">
              <a:extLst>
                <a:ext uri="{FF2B5EF4-FFF2-40B4-BE49-F238E27FC236}">
                  <a16:creationId xmlns:a16="http://schemas.microsoft.com/office/drawing/2014/main" id="{C6458090-8924-8647-A689-7AEAF4E22E84}"/>
                </a:ext>
              </a:extLst>
            </p:cNvPr>
            <p:cNvSpPr/>
            <p:nvPr/>
          </p:nvSpPr>
          <p:spPr>
            <a:xfrm>
              <a:off x="3607758" y="14027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8565 h 361971"/>
                <a:gd name="connsiteX8" fmla="*/ 12780 w 362309"/>
                <a:gd name="connsiteY8" fmla="*/ 180667 h 361971"/>
                <a:gd name="connsiteX9" fmla="*/ 181474 w 362309"/>
                <a:gd name="connsiteY9" fmla="*/ 12130 h 361971"/>
                <a:gd name="connsiteX10" fmla="*/ 350169 w 362309"/>
                <a:gd name="connsiteY10" fmla="*/ 180028 h 361971"/>
                <a:gd name="connsiteX11" fmla="*/ 350169 w 362309"/>
                <a:gd name="connsiteY11" fmla="*/ 180028 h 361971"/>
                <a:gd name="connsiteX12" fmla="*/ 181474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ubicBezTo>
                    <a:pt x="181474" y="0"/>
                    <a:pt x="181474" y="0"/>
                    <a:pt x="181474" y="0"/>
                  </a:cubicBezTo>
                  <a:close/>
                  <a:moveTo>
                    <a:pt x="181474" y="348565"/>
                  </a:moveTo>
                  <a:cubicBezTo>
                    <a:pt x="88181" y="348565"/>
                    <a:pt x="12780" y="273234"/>
                    <a:pt x="12780" y="180667"/>
                  </a:cubicBezTo>
                  <a:cubicBezTo>
                    <a:pt x="12780" y="88099"/>
                    <a:pt x="88181" y="12130"/>
                    <a:pt x="181474" y="12130"/>
                  </a:cubicBezTo>
                  <a:cubicBezTo>
                    <a:pt x="274767" y="12130"/>
                    <a:pt x="350169" y="87461"/>
                    <a:pt x="350169" y="180028"/>
                  </a:cubicBezTo>
                  <a:lnTo>
                    <a:pt x="350169" y="180028"/>
                  </a:lnTo>
                  <a:cubicBezTo>
                    <a:pt x="349530" y="273234"/>
                    <a:pt x="274128" y="348565"/>
                    <a:pt x="181474" y="348565"/>
                  </a:cubicBezTo>
                  <a:close/>
                </a:path>
              </a:pathLst>
            </a:custGeom>
            <a:solidFill>
              <a:srgbClr val="00A3E0"/>
            </a:solidFill>
            <a:ln w="6390" cap="flat">
              <a:noFill/>
              <a:prstDash val="solid"/>
              <a:miter/>
            </a:ln>
          </p:spPr>
          <p:txBody>
            <a:bodyPr rtlCol="0" anchor="ctr"/>
            <a:lstStyle/>
            <a:p>
              <a:endParaRPr lang="en-US"/>
            </a:p>
          </p:txBody>
        </p:sp>
        <p:sp>
          <p:nvSpPr>
            <p:cNvPr id="356" name="Graphic 4">
              <a:extLst>
                <a:ext uri="{FF2B5EF4-FFF2-40B4-BE49-F238E27FC236}">
                  <a16:creationId xmlns:a16="http://schemas.microsoft.com/office/drawing/2014/main" id="{D76241AE-9CBC-4C48-9838-D447E743997F}"/>
                </a:ext>
              </a:extLst>
            </p:cNvPr>
            <p:cNvSpPr/>
            <p:nvPr/>
          </p:nvSpPr>
          <p:spPr>
            <a:xfrm>
              <a:off x="3714470" y="1481406"/>
              <a:ext cx="148246" cy="204127"/>
            </a:xfrm>
            <a:custGeom>
              <a:avLst/>
              <a:gdLst>
                <a:gd name="connsiteX0" fmla="*/ 141857 w 148246"/>
                <a:gd name="connsiteY0" fmla="*/ 191360 h 204127"/>
                <a:gd name="connsiteX1" fmla="*/ 67733 w 148246"/>
                <a:gd name="connsiteY1" fmla="*/ 191360 h 204127"/>
                <a:gd name="connsiteX2" fmla="*/ 67733 w 148246"/>
                <a:gd name="connsiteY2" fmla="*/ 21546 h 204127"/>
                <a:gd name="connsiteX3" fmla="*/ 111824 w 148246"/>
                <a:gd name="connsiteY3" fmla="*/ 65595 h 204127"/>
                <a:gd name="connsiteX4" fmla="*/ 120770 w 148246"/>
                <a:gd name="connsiteY4" fmla="*/ 65595 h 204127"/>
                <a:gd name="connsiteX5" fmla="*/ 120770 w 148246"/>
                <a:gd name="connsiteY5" fmla="*/ 56658 h 204127"/>
                <a:gd name="connsiteX6" fmla="*/ 65816 w 148246"/>
                <a:gd name="connsiteY6" fmla="*/ 1756 h 204127"/>
                <a:gd name="connsiteX7" fmla="*/ 63899 w 148246"/>
                <a:gd name="connsiteY7" fmla="*/ 479 h 204127"/>
                <a:gd name="connsiteX8" fmla="*/ 58787 w 148246"/>
                <a:gd name="connsiteY8" fmla="*/ 479 h 204127"/>
                <a:gd name="connsiteX9" fmla="*/ 56871 w 148246"/>
                <a:gd name="connsiteY9" fmla="*/ 1756 h 204127"/>
                <a:gd name="connsiteX10" fmla="*/ 1917 w 148246"/>
                <a:gd name="connsiteY10" fmla="*/ 56658 h 204127"/>
                <a:gd name="connsiteX11" fmla="*/ 1917 w 148246"/>
                <a:gd name="connsiteY11" fmla="*/ 65595 h 204127"/>
                <a:gd name="connsiteX12" fmla="*/ 6390 w 148246"/>
                <a:gd name="connsiteY12" fmla="*/ 67511 h 204127"/>
                <a:gd name="connsiteX13" fmla="*/ 10863 w 148246"/>
                <a:gd name="connsiteY13" fmla="*/ 65595 h 204127"/>
                <a:gd name="connsiteX14" fmla="*/ 54954 w 148246"/>
                <a:gd name="connsiteY14" fmla="*/ 21546 h 204127"/>
                <a:gd name="connsiteX15" fmla="*/ 54954 w 148246"/>
                <a:gd name="connsiteY15" fmla="*/ 197744 h 204127"/>
                <a:gd name="connsiteX16" fmla="*/ 61344 w 148246"/>
                <a:gd name="connsiteY16" fmla="*/ 204128 h 204127"/>
                <a:gd name="connsiteX17" fmla="*/ 141857 w 148246"/>
                <a:gd name="connsiteY17" fmla="*/ 204128 h 204127"/>
                <a:gd name="connsiteX18" fmla="*/ 148247 w 148246"/>
                <a:gd name="connsiteY18" fmla="*/ 197744 h 204127"/>
                <a:gd name="connsiteX19" fmla="*/ 141857 w 148246"/>
                <a:gd name="connsiteY19" fmla="*/ 191360 h 204127"/>
                <a:gd name="connsiteX20" fmla="*/ 141857 w 148246"/>
                <a:gd name="connsiteY20" fmla="*/ 191360 h 204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8246" h="204127">
                  <a:moveTo>
                    <a:pt x="141857" y="191360"/>
                  </a:moveTo>
                  <a:lnTo>
                    <a:pt x="67733" y="191360"/>
                  </a:lnTo>
                  <a:lnTo>
                    <a:pt x="67733" y="21546"/>
                  </a:lnTo>
                  <a:lnTo>
                    <a:pt x="111824" y="65595"/>
                  </a:lnTo>
                  <a:cubicBezTo>
                    <a:pt x="114380" y="68149"/>
                    <a:pt x="118214" y="68149"/>
                    <a:pt x="120770" y="65595"/>
                  </a:cubicBezTo>
                  <a:cubicBezTo>
                    <a:pt x="123326" y="63042"/>
                    <a:pt x="123326" y="59211"/>
                    <a:pt x="120770" y="56658"/>
                  </a:cubicBezTo>
                  <a:lnTo>
                    <a:pt x="65816" y="1756"/>
                  </a:lnTo>
                  <a:cubicBezTo>
                    <a:pt x="65177" y="1117"/>
                    <a:pt x="64539" y="479"/>
                    <a:pt x="63899" y="479"/>
                  </a:cubicBezTo>
                  <a:cubicBezTo>
                    <a:pt x="62621" y="-160"/>
                    <a:pt x="60704" y="-160"/>
                    <a:pt x="58787" y="479"/>
                  </a:cubicBezTo>
                  <a:cubicBezTo>
                    <a:pt x="58149" y="1117"/>
                    <a:pt x="57509" y="1117"/>
                    <a:pt x="56871" y="1756"/>
                  </a:cubicBezTo>
                  <a:lnTo>
                    <a:pt x="1917" y="56658"/>
                  </a:lnTo>
                  <a:cubicBezTo>
                    <a:pt x="-639" y="59211"/>
                    <a:pt x="-639" y="63042"/>
                    <a:pt x="1917" y="65595"/>
                  </a:cubicBezTo>
                  <a:cubicBezTo>
                    <a:pt x="3195" y="66872"/>
                    <a:pt x="4473" y="67511"/>
                    <a:pt x="6390" y="67511"/>
                  </a:cubicBezTo>
                  <a:cubicBezTo>
                    <a:pt x="8307" y="67511"/>
                    <a:pt x="9585" y="66872"/>
                    <a:pt x="10863" y="65595"/>
                  </a:cubicBezTo>
                  <a:lnTo>
                    <a:pt x="54954" y="21546"/>
                  </a:lnTo>
                  <a:lnTo>
                    <a:pt x="54954" y="197744"/>
                  </a:lnTo>
                  <a:cubicBezTo>
                    <a:pt x="54954" y="201574"/>
                    <a:pt x="57509" y="204128"/>
                    <a:pt x="61344" y="204128"/>
                  </a:cubicBezTo>
                  <a:lnTo>
                    <a:pt x="141857" y="204128"/>
                  </a:lnTo>
                  <a:cubicBezTo>
                    <a:pt x="145690" y="204128"/>
                    <a:pt x="148247" y="201574"/>
                    <a:pt x="148247" y="197744"/>
                  </a:cubicBezTo>
                  <a:cubicBezTo>
                    <a:pt x="148247" y="193913"/>
                    <a:pt x="145690" y="191360"/>
                    <a:pt x="141857" y="191360"/>
                  </a:cubicBezTo>
                  <a:lnTo>
                    <a:pt x="141857" y="191360"/>
                  </a:lnTo>
                  <a:close/>
                </a:path>
              </a:pathLst>
            </a:custGeom>
            <a:solidFill>
              <a:srgbClr val="00A3E0"/>
            </a:solidFill>
            <a:ln w="6390" cap="flat">
              <a:noFill/>
              <a:prstDash val="solid"/>
              <a:miter/>
            </a:ln>
          </p:spPr>
          <p:txBody>
            <a:bodyPr rtlCol="0" anchor="ctr"/>
            <a:lstStyle/>
            <a:p>
              <a:endParaRPr lang="en-US"/>
            </a:p>
          </p:txBody>
        </p:sp>
      </p:grpSp>
      <p:grpSp>
        <p:nvGrpSpPr>
          <p:cNvPr id="357" name="Graphic 4">
            <a:extLst>
              <a:ext uri="{FF2B5EF4-FFF2-40B4-BE49-F238E27FC236}">
                <a16:creationId xmlns:a16="http://schemas.microsoft.com/office/drawing/2014/main" id="{667B3037-A43B-6546-B146-1B05F29C806A}"/>
              </a:ext>
            </a:extLst>
          </p:cNvPr>
          <p:cNvGrpSpPr/>
          <p:nvPr/>
        </p:nvGrpSpPr>
        <p:grpSpPr>
          <a:xfrm>
            <a:off x="5708130" y="1402723"/>
            <a:ext cx="362313" cy="361971"/>
            <a:chOff x="5708130" y="1402723"/>
            <a:chExt cx="362313" cy="361971"/>
          </a:xfrm>
          <a:solidFill>
            <a:srgbClr val="00A3E0"/>
          </a:solidFill>
        </p:grpSpPr>
        <p:sp>
          <p:nvSpPr>
            <p:cNvPr id="358" name="Graphic 4">
              <a:extLst>
                <a:ext uri="{FF2B5EF4-FFF2-40B4-BE49-F238E27FC236}">
                  <a16:creationId xmlns:a16="http://schemas.microsoft.com/office/drawing/2014/main" id="{E663E5F2-BF2C-9344-8F91-75D3C748993B}"/>
                </a:ext>
              </a:extLst>
            </p:cNvPr>
            <p:cNvSpPr/>
            <p:nvPr/>
          </p:nvSpPr>
          <p:spPr>
            <a:xfrm>
              <a:off x="5708130" y="14027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8565 h 361971"/>
                <a:gd name="connsiteX7" fmla="*/ 12780 w 362313"/>
                <a:gd name="connsiteY7" fmla="*/ 180667 h 361971"/>
                <a:gd name="connsiteX8" fmla="*/ 180835 w 362313"/>
                <a:gd name="connsiteY8" fmla="*/ 12130 h 361971"/>
                <a:gd name="connsiteX9" fmla="*/ 349530 w 362313"/>
                <a:gd name="connsiteY9" fmla="*/ 180028 h 361971"/>
                <a:gd name="connsiteX10" fmla="*/ 349530 w 362313"/>
                <a:gd name="connsiteY10" fmla="*/ 180028 h 361971"/>
                <a:gd name="connsiteX11" fmla="*/ 181474 w 362313"/>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181474" y="348565"/>
                  </a:moveTo>
                  <a:cubicBezTo>
                    <a:pt x="88181" y="348565"/>
                    <a:pt x="12780" y="273234"/>
                    <a:pt x="12780" y="180667"/>
                  </a:cubicBezTo>
                  <a:cubicBezTo>
                    <a:pt x="12780" y="88099"/>
                    <a:pt x="88181" y="12130"/>
                    <a:pt x="180835" y="12130"/>
                  </a:cubicBezTo>
                  <a:cubicBezTo>
                    <a:pt x="274128" y="12130"/>
                    <a:pt x="349530" y="87461"/>
                    <a:pt x="349530" y="180028"/>
                  </a:cubicBezTo>
                  <a:lnTo>
                    <a:pt x="349530" y="180028"/>
                  </a:lnTo>
                  <a:cubicBezTo>
                    <a:pt x="349530" y="273234"/>
                    <a:pt x="274767" y="348565"/>
                    <a:pt x="181474" y="348565"/>
                  </a:cubicBezTo>
                  <a:close/>
                </a:path>
              </a:pathLst>
            </a:custGeom>
            <a:solidFill>
              <a:srgbClr val="00A3E0"/>
            </a:solidFill>
            <a:ln w="6390" cap="flat">
              <a:noFill/>
              <a:prstDash val="solid"/>
              <a:miter/>
            </a:ln>
          </p:spPr>
          <p:txBody>
            <a:bodyPr rtlCol="0" anchor="ctr"/>
            <a:lstStyle/>
            <a:p>
              <a:endParaRPr lang="en-US"/>
            </a:p>
          </p:txBody>
        </p:sp>
        <p:sp>
          <p:nvSpPr>
            <p:cNvPr id="359" name="Graphic 4">
              <a:extLst>
                <a:ext uri="{FF2B5EF4-FFF2-40B4-BE49-F238E27FC236}">
                  <a16:creationId xmlns:a16="http://schemas.microsoft.com/office/drawing/2014/main" id="{4E28CF99-4382-DA4F-AFDB-F869BBBC57A1}"/>
                </a:ext>
              </a:extLst>
            </p:cNvPr>
            <p:cNvSpPr/>
            <p:nvPr/>
          </p:nvSpPr>
          <p:spPr>
            <a:xfrm>
              <a:off x="5816120" y="1481406"/>
              <a:ext cx="148246" cy="204127"/>
            </a:xfrm>
            <a:custGeom>
              <a:avLst/>
              <a:gdLst>
                <a:gd name="connsiteX0" fmla="*/ 91376 w 148246"/>
                <a:gd name="connsiteY0" fmla="*/ 1756 h 204127"/>
                <a:gd name="connsiteX1" fmla="*/ 89459 w 148246"/>
                <a:gd name="connsiteY1" fmla="*/ 479 h 204127"/>
                <a:gd name="connsiteX2" fmla="*/ 84347 w 148246"/>
                <a:gd name="connsiteY2" fmla="*/ 479 h 204127"/>
                <a:gd name="connsiteX3" fmla="*/ 82430 w 148246"/>
                <a:gd name="connsiteY3" fmla="*/ 1756 h 204127"/>
                <a:gd name="connsiteX4" fmla="*/ 27477 w 148246"/>
                <a:gd name="connsiteY4" fmla="*/ 56658 h 204127"/>
                <a:gd name="connsiteX5" fmla="*/ 27477 w 148246"/>
                <a:gd name="connsiteY5" fmla="*/ 65595 h 204127"/>
                <a:gd name="connsiteX6" fmla="*/ 36423 w 148246"/>
                <a:gd name="connsiteY6" fmla="*/ 65595 h 204127"/>
                <a:gd name="connsiteX7" fmla="*/ 80513 w 148246"/>
                <a:gd name="connsiteY7" fmla="*/ 21546 h 204127"/>
                <a:gd name="connsiteX8" fmla="*/ 80513 w 148246"/>
                <a:gd name="connsiteY8" fmla="*/ 191360 h 204127"/>
                <a:gd name="connsiteX9" fmla="*/ 6390 w 148246"/>
                <a:gd name="connsiteY9" fmla="*/ 191360 h 204127"/>
                <a:gd name="connsiteX10" fmla="*/ 0 w 148246"/>
                <a:gd name="connsiteY10" fmla="*/ 197744 h 204127"/>
                <a:gd name="connsiteX11" fmla="*/ 6390 w 148246"/>
                <a:gd name="connsiteY11" fmla="*/ 204128 h 204127"/>
                <a:gd name="connsiteX12" fmla="*/ 86903 w 148246"/>
                <a:gd name="connsiteY12" fmla="*/ 204128 h 204127"/>
                <a:gd name="connsiteX13" fmla="*/ 93293 w 148246"/>
                <a:gd name="connsiteY13" fmla="*/ 197744 h 204127"/>
                <a:gd name="connsiteX14" fmla="*/ 93293 w 148246"/>
                <a:gd name="connsiteY14" fmla="*/ 21546 h 204127"/>
                <a:gd name="connsiteX15" fmla="*/ 137384 w 148246"/>
                <a:gd name="connsiteY15" fmla="*/ 65595 h 204127"/>
                <a:gd name="connsiteX16" fmla="*/ 146329 w 148246"/>
                <a:gd name="connsiteY16" fmla="*/ 65595 h 204127"/>
                <a:gd name="connsiteX17" fmla="*/ 146329 w 148246"/>
                <a:gd name="connsiteY17" fmla="*/ 56658 h 204127"/>
                <a:gd name="connsiteX18" fmla="*/ 91376 w 148246"/>
                <a:gd name="connsiteY18" fmla="*/ 1756 h 204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8246" h="204127">
                  <a:moveTo>
                    <a:pt x="91376" y="1756"/>
                  </a:moveTo>
                  <a:cubicBezTo>
                    <a:pt x="90737" y="1117"/>
                    <a:pt x="90098" y="479"/>
                    <a:pt x="89459" y="479"/>
                  </a:cubicBezTo>
                  <a:cubicBezTo>
                    <a:pt x="88181" y="-160"/>
                    <a:pt x="86264" y="-160"/>
                    <a:pt x="84347" y="479"/>
                  </a:cubicBezTo>
                  <a:cubicBezTo>
                    <a:pt x="83708" y="1117"/>
                    <a:pt x="83069" y="1117"/>
                    <a:pt x="82430" y="1756"/>
                  </a:cubicBezTo>
                  <a:lnTo>
                    <a:pt x="27477" y="56658"/>
                  </a:lnTo>
                  <a:cubicBezTo>
                    <a:pt x="24921" y="59211"/>
                    <a:pt x="24921" y="63042"/>
                    <a:pt x="27477" y="65595"/>
                  </a:cubicBezTo>
                  <a:cubicBezTo>
                    <a:pt x="30033" y="68149"/>
                    <a:pt x="33867" y="68149"/>
                    <a:pt x="36423" y="65595"/>
                  </a:cubicBezTo>
                  <a:lnTo>
                    <a:pt x="80513" y="21546"/>
                  </a:lnTo>
                  <a:lnTo>
                    <a:pt x="80513" y="191360"/>
                  </a:lnTo>
                  <a:lnTo>
                    <a:pt x="6390" y="191360"/>
                  </a:lnTo>
                  <a:cubicBezTo>
                    <a:pt x="2556" y="191360"/>
                    <a:pt x="0" y="193913"/>
                    <a:pt x="0" y="197744"/>
                  </a:cubicBezTo>
                  <a:cubicBezTo>
                    <a:pt x="0" y="201574"/>
                    <a:pt x="2556" y="204128"/>
                    <a:pt x="6390" y="204128"/>
                  </a:cubicBezTo>
                  <a:lnTo>
                    <a:pt x="86903" y="204128"/>
                  </a:lnTo>
                  <a:cubicBezTo>
                    <a:pt x="90737" y="204128"/>
                    <a:pt x="93293" y="201574"/>
                    <a:pt x="93293" y="197744"/>
                  </a:cubicBezTo>
                  <a:lnTo>
                    <a:pt x="93293" y="21546"/>
                  </a:lnTo>
                  <a:lnTo>
                    <a:pt x="137384" y="65595"/>
                  </a:lnTo>
                  <a:cubicBezTo>
                    <a:pt x="139939" y="68149"/>
                    <a:pt x="143774" y="68149"/>
                    <a:pt x="146329" y="65595"/>
                  </a:cubicBezTo>
                  <a:cubicBezTo>
                    <a:pt x="148885" y="63042"/>
                    <a:pt x="148885" y="59211"/>
                    <a:pt x="146329" y="56658"/>
                  </a:cubicBezTo>
                  <a:lnTo>
                    <a:pt x="91376" y="1756"/>
                  </a:lnTo>
                  <a:close/>
                </a:path>
              </a:pathLst>
            </a:custGeom>
            <a:solidFill>
              <a:srgbClr val="00A3E0"/>
            </a:solidFill>
            <a:ln w="6390" cap="flat">
              <a:noFill/>
              <a:prstDash val="solid"/>
              <a:miter/>
            </a:ln>
          </p:spPr>
          <p:txBody>
            <a:bodyPr rtlCol="0" anchor="ctr"/>
            <a:lstStyle/>
            <a:p>
              <a:endParaRPr lang="en-US"/>
            </a:p>
          </p:txBody>
        </p:sp>
      </p:grpSp>
      <p:grpSp>
        <p:nvGrpSpPr>
          <p:cNvPr id="360" name="Graphic 4">
            <a:extLst>
              <a:ext uri="{FF2B5EF4-FFF2-40B4-BE49-F238E27FC236}">
                <a16:creationId xmlns:a16="http://schemas.microsoft.com/office/drawing/2014/main" id="{552239DF-9BE5-604A-BDE4-17603CC260F9}"/>
              </a:ext>
            </a:extLst>
          </p:cNvPr>
          <p:cNvGrpSpPr/>
          <p:nvPr/>
        </p:nvGrpSpPr>
        <p:grpSpPr>
          <a:xfrm>
            <a:off x="7801474" y="918179"/>
            <a:ext cx="362309" cy="361971"/>
            <a:chOff x="7801474" y="918179"/>
            <a:chExt cx="362309" cy="361971"/>
          </a:xfrm>
          <a:solidFill>
            <a:srgbClr val="00A3E0"/>
          </a:solidFill>
        </p:grpSpPr>
        <p:sp>
          <p:nvSpPr>
            <p:cNvPr id="361" name="Graphic 4">
              <a:extLst>
                <a:ext uri="{FF2B5EF4-FFF2-40B4-BE49-F238E27FC236}">
                  <a16:creationId xmlns:a16="http://schemas.microsoft.com/office/drawing/2014/main" id="{A38ACFE2-0FB8-EC47-A951-7A57CBC9ECC8}"/>
                </a:ext>
              </a:extLst>
            </p:cNvPr>
            <p:cNvSpPr/>
            <p:nvPr/>
          </p:nvSpPr>
          <p:spPr>
            <a:xfrm>
              <a:off x="7801474" y="91817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8565"/>
                    <a:pt x="181474" y="349204"/>
                  </a:cubicBezTo>
                  <a:close/>
                </a:path>
              </a:pathLst>
            </a:custGeom>
            <a:solidFill>
              <a:srgbClr val="00A3E0"/>
            </a:solidFill>
            <a:ln w="6390" cap="flat">
              <a:noFill/>
              <a:prstDash val="solid"/>
              <a:miter/>
            </a:ln>
          </p:spPr>
          <p:txBody>
            <a:bodyPr rtlCol="0" anchor="ctr"/>
            <a:lstStyle/>
            <a:p>
              <a:endParaRPr lang="en-US"/>
            </a:p>
          </p:txBody>
        </p:sp>
        <p:sp>
          <p:nvSpPr>
            <p:cNvPr id="362" name="Graphic 4">
              <a:extLst>
                <a:ext uri="{FF2B5EF4-FFF2-40B4-BE49-F238E27FC236}">
                  <a16:creationId xmlns:a16="http://schemas.microsoft.com/office/drawing/2014/main" id="{47F7CCDC-BFD2-5E46-9C8E-73D365148A21}"/>
                </a:ext>
              </a:extLst>
            </p:cNvPr>
            <p:cNvSpPr/>
            <p:nvPr/>
          </p:nvSpPr>
          <p:spPr>
            <a:xfrm>
              <a:off x="7917611" y="989041"/>
              <a:ext cx="131502" cy="220247"/>
            </a:xfrm>
            <a:custGeom>
              <a:avLst/>
              <a:gdLst>
                <a:gd name="connsiteX0" fmla="*/ 120291 w 131502"/>
                <a:gd name="connsiteY0" fmla="*/ 150024 h 220247"/>
                <a:gd name="connsiteX1" fmla="*/ 71727 w 131502"/>
                <a:gd name="connsiteY1" fmla="*/ 198542 h 220247"/>
                <a:gd name="connsiteX2" fmla="*/ 71727 w 131502"/>
                <a:gd name="connsiteY2" fmla="*/ 6384 h 220247"/>
                <a:gd name="connsiteX3" fmla="*/ 65337 w 131502"/>
                <a:gd name="connsiteY3" fmla="*/ 0 h 220247"/>
                <a:gd name="connsiteX4" fmla="*/ 58947 w 131502"/>
                <a:gd name="connsiteY4" fmla="*/ 6384 h 220247"/>
                <a:gd name="connsiteX5" fmla="*/ 58947 w 131502"/>
                <a:gd name="connsiteY5" fmla="*/ 198542 h 220247"/>
                <a:gd name="connsiteX6" fmla="*/ 10383 w 131502"/>
                <a:gd name="connsiteY6" fmla="*/ 150024 h 220247"/>
                <a:gd name="connsiteX7" fmla="*/ 1438 w 131502"/>
                <a:gd name="connsiteY7" fmla="*/ 150662 h 220247"/>
                <a:gd name="connsiteX8" fmla="*/ 1438 w 131502"/>
                <a:gd name="connsiteY8" fmla="*/ 158961 h 220247"/>
                <a:gd name="connsiteX9" fmla="*/ 60864 w 131502"/>
                <a:gd name="connsiteY9" fmla="*/ 218332 h 220247"/>
                <a:gd name="connsiteX10" fmla="*/ 62781 w 131502"/>
                <a:gd name="connsiteY10" fmla="*/ 219609 h 220247"/>
                <a:gd name="connsiteX11" fmla="*/ 65337 w 131502"/>
                <a:gd name="connsiteY11" fmla="*/ 220247 h 220247"/>
                <a:gd name="connsiteX12" fmla="*/ 67893 w 131502"/>
                <a:gd name="connsiteY12" fmla="*/ 219609 h 220247"/>
                <a:gd name="connsiteX13" fmla="*/ 69810 w 131502"/>
                <a:gd name="connsiteY13" fmla="*/ 218332 h 220247"/>
                <a:gd name="connsiteX14" fmla="*/ 129237 w 131502"/>
                <a:gd name="connsiteY14" fmla="*/ 158961 h 220247"/>
                <a:gd name="connsiteX15" fmla="*/ 129876 w 131502"/>
                <a:gd name="connsiteY15" fmla="*/ 150024 h 220247"/>
                <a:gd name="connsiteX16" fmla="*/ 120929 w 131502"/>
                <a:gd name="connsiteY16" fmla="*/ 149385 h 220247"/>
                <a:gd name="connsiteX17" fmla="*/ 120291 w 131502"/>
                <a:gd name="connsiteY17" fmla="*/ 150024 h 2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502" h="220247">
                  <a:moveTo>
                    <a:pt x="120291" y="150024"/>
                  </a:moveTo>
                  <a:lnTo>
                    <a:pt x="71727" y="198542"/>
                  </a:lnTo>
                  <a:lnTo>
                    <a:pt x="71727" y="6384"/>
                  </a:lnTo>
                  <a:cubicBezTo>
                    <a:pt x="71727" y="2554"/>
                    <a:pt x="69171" y="0"/>
                    <a:pt x="65337" y="0"/>
                  </a:cubicBezTo>
                  <a:cubicBezTo>
                    <a:pt x="61503" y="0"/>
                    <a:pt x="58947" y="2554"/>
                    <a:pt x="58947" y="6384"/>
                  </a:cubicBezTo>
                  <a:lnTo>
                    <a:pt x="58947" y="198542"/>
                  </a:lnTo>
                  <a:lnTo>
                    <a:pt x="10383" y="150024"/>
                  </a:lnTo>
                  <a:cubicBezTo>
                    <a:pt x="7828" y="147470"/>
                    <a:pt x="3354" y="148108"/>
                    <a:pt x="1438" y="150662"/>
                  </a:cubicBezTo>
                  <a:cubicBezTo>
                    <a:pt x="-479" y="153216"/>
                    <a:pt x="-479" y="156408"/>
                    <a:pt x="1438" y="158961"/>
                  </a:cubicBezTo>
                  <a:lnTo>
                    <a:pt x="60864" y="218332"/>
                  </a:lnTo>
                  <a:cubicBezTo>
                    <a:pt x="61503" y="218971"/>
                    <a:pt x="62142" y="219609"/>
                    <a:pt x="62781" y="219609"/>
                  </a:cubicBezTo>
                  <a:cubicBezTo>
                    <a:pt x="63420" y="220247"/>
                    <a:pt x="64059" y="220247"/>
                    <a:pt x="65337" y="220247"/>
                  </a:cubicBezTo>
                  <a:cubicBezTo>
                    <a:pt x="65976" y="220247"/>
                    <a:pt x="67254" y="220247"/>
                    <a:pt x="67893" y="219609"/>
                  </a:cubicBezTo>
                  <a:cubicBezTo>
                    <a:pt x="68532" y="218971"/>
                    <a:pt x="69171" y="218971"/>
                    <a:pt x="69810" y="218332"/>
                  </a:cubicBezTo>
                  <a:lnTo>
                    <a:pt x="129237" y="158961"/>
                  </a:lnTo>
                  <a:cubicBezTo>
                    <a:pt x="131792" y="156408"/>
                    <a:pt x="132432" y="152577"/>
                    <a:pt x="129876" y="150024"/>
                  </a:cubicBezTo>
                  <a:cubicBezTo>
                    <a:pt x="127319" y="147470"/>
                    <a:pt x="123486" y="146832"/>
                    <a:pt x="120929" y="149385"/>
                  </a:cubicBezTo>
                  <a:cubicBezTo>
                    <a:pt x="120291" y="149385"/>
                    <a:pt x="120291" y="149385"/>
                    <a:pt x="120291" y="150024"/>
                  </a:cubicBezTo>
                  <a:close/>
                </a:path>
              </a:pathLst>
            </a:custGeom>
            <a:solidFill>
              <a:srgbClr val="00A3E0"/>
            </a:solidFill>
            <a:ln w="6390" cap="flat">
              <a:noFill/>
              <a:prstDash val="solid"/>
              <a:miter/>
            </a:ln>
          </p:spPr>
          <p:txBody>
            <a:bodyPr rtlCol="0" anchor="ctr"/>
            <a:lstStyle/>
            <a:p>
              <a:endParaRPr lang="en-US"/>
            </a:p>
          </p:txBody>
        </p:sp>
      </p:grpSp>
      <p:grpSp>
        <p:nvGrpSpPr>
          <p:cNvPr id="363" name="Graphic 4">
            <a:extLst>
              <a:ext uri="{FF2B5EF4-FFF2-40B4-BE49-F238E27FC236}">
                <a16:creationId xmlns:a16="http://schemas.microsoft.com/office/drawing/2014/main" id="{36E1259D-3E14-6249-B99E-BDCF7BB72D08}"/>
              </a:ext>
            </a:extLst>
          </p:cNvPr>
          <p:cNvGrpSpPr/>
          <p:nvPr/>
        </p:nvGrpSpPr>
        <p:grpSpPr>
          <a:xfrm>
            <a:off x="6754802" y="918179"/>
            <a:ext cx="361670" cy="361971"/>
            <a:chOff x="6754802" y="918179"/>
            <a:chExt cx="361670" cy="361971"/>
          </a:xfrm>
          <a:solidFill>
            <a:srgbClr val="00A3E0"/>
          </a:solidFill>
        </p:grpSpPr>
        <p:sp>
          <p:nvSpPr>
            <p:cNvPr id="364" name="Graphic 4">
              <a:extLst>
                <a:ext uri="{FF2B5EF4-FFF2-40B4-BE49-F238E27FC236}">
                  <a16:creationId xmlns:a16="http://schemas.microsoft.com/office/drawing/2014/main" id="{412404A0-4702-F946-B33F-51B381B39D57}"/>
                </a:ext>
              </a:extLst>
            </p:cNvPr>
            <p:cNvSpPr/>
            <p:nvPr/>
          </p:nvSpPr>
          <p:spPr>
            <a:xfrm>
              <a:off x="6754802" y="918179"/>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349204 h 361971"/>
                <a:gd name="connsiteX7" fmla="*/ 12780 w 361670"/>
                <a:gd name="connsiteY7" fmla="*/ 181305 h 361971"/>
                <a:gd name="connsiteX8" fmla="*/ 180836 w 361670"/>
                <a:gd name="connsiteY8" fmla="*/ 12768 h 361971"/>
                <a:gd name="connsiteX9" fmla="*/ 348890 w 361670"/>
                <a:gd name="connsiteY9" fmla="*/ 180667 h 361971"/>
                <a:gd name="connsiteX10" fmla="*/ 348890 w 361670"/>
                <a:gd name="connsiteY10" fmla="*/ 180667 h 361971"/>
                <a:gd name="connsiteX11" fmla="*/ 180836 w 361670"/>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1971">
                  <a:moveTo>
                    <a:pt x="180836" y="0"/>
                  </a:moveTo>
                  <a:cubicBezTo>
                    <a:pt x="80513" y="0"/>
                    <a:pt x="0" y="81077"/>
                    <a:pt x="0" y="180667"/>
                  </a:cubicBezTo>
                  <a:cubicBezTo>
                    <a:pt x="0" y="280895"/>
                    <a:pt x="81153" y="361972"/>
                    <a:pt x="180836" y="361972"/>
                  </a:cubicBezTo>
                  <a:cubicBezTo>
                    <a:pt x="281157" y="361972"/>
                    <a:pt x="361670" y="280895"/>
                    <a:pt x="361670" y="181305"/>
                  </a:cubicBezTo>
                  <a:lnTo>
                    <a:pt x="361670" y="181305"/>
                  </a:lnTo>
                  <a:cubicBezTo>
                    <a:pt x="361670" y="81077"/>
                    <a:pt x="280518"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lnTo>
                    <a:pt x="348890" y="180667"/>
                  </a:lnTo>
                  <a:cubicBezTo>
                    <a:pt x="348890" y="273873"/>
                    <a:pt x="273490"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365" name="Graphic 4">
              <a:extLst>
                <a:ext uri="{FF2B5EF4-FFF2-40B4-BE49-F238E27FC236}">
                  <a16:creationId xmlns:a16="http://schemas.microsoft.com/office/drawing/2014/main" id="{2186251A-C833-AD40-9359-CBAB72515745}"/>
                </a:ext>
              </a:extLst>
            </p:cNvPr>
            <p:cNvSpPr/>
            <p:nvPr/>
          </p:nvSpPr>
          <p:spPr>
            <a:xfrm>
              <a:off x="6869821" y="989201"/>
              <a:ext cx="131632" cy="220087"/>
            </a:xfrm>
            <a:custGeom>
              <a:avLst/>
              <a:gdLst>
                <a:gd name="connsiteX0" fmla="*/ 70289 w 131632"/>
                <a:gd name="connsiteY0" fmla="*/ 1756 h 220087"/>
                <a:gd name="connsiteX1" fmla="*/ 68373 w 131632"/>
                <a:gd name="connsiteY1" fmla="*/ 479 h 220087"/>
                <a:gd name="connsiteX2" fmla="*/ 63260 w 131632"/>
                <a:gd name="connsiteY2" fmla="*/ 479 h 220087"/>
                <a:gd name="connsiteX3" fmla="*/ 61343 w 131632"/>
                <a:gd name="connsiteY3" fmla="*/ 1756 h 220087"/>
                <a:gd name="connsiteX4" fmla="*/ 1917 w 131632"/>
                <a:gd name="connsiteY4" fmla="*/ 61127 h 220087"/>
                <a:gd name="connsiteX5" fmla="*/ 1917 w 131632"/>
                <a:gd name="connsiteY5" fmla="*/ 70064 h 220087"/>
                <a:gd name="connsiteX6" fmla="*/ 10863 w 131632"/>
                <a:gd name="connsiteY6" fmla="*/ 70064 h 220087"/>
                <a:gd name="connsiteX7" fmla="*/ 10863 w 131632"/>
                <a:gd name="connsiteY7" fmla="*/ 70064 h 220087"/>
                <a:gd name="connsiteX8" fmla="*/ 59427 w 131632"/>
                <a:gd name="connsiteY8" fmla="*/ 21546 h 220087"/>
                <a:gd name="connsiteX9" fmla="*/ 59427 w 131632"/>
                <a:gd name="connsiteY9" fmla="*/ 213704 h 220087"/>
                <a:gd name="connsiteX10" fmla="*/ 65816 w 131632"/>
                <a:gd name="connsiteY10" fmla="*/ 220088 h 220087"/>
                <a:gd name="connsiteX11" fmla="*/ 72206 w 131632"/>
                <a:gd name="connsiteY11" fmla="*/ 213704 h 220087"/>
                <a:gd name="connsiteX12" fmla="*/ 72206 w 131632"/>
                <a:gd name="connsiteY12" fmla="*/ 21546 h 220087"/>
                <a:gd name="connsiteX13" fmla="*/ 120770 w 131632"/>
                <a:gd name="connsiteY13" fmla="*/ 70064 h 220087"/>
                <a:gd name="connsiteX14" fmla="*/ 125242 w 131632"/>
                <a:gd name="connsiteY14" fmla="*/ 71979 h 220087"/>
                <a:gd name="connsiteX15" fmla="*/ 129716 w 131632"/>
                <a:gd name="connsiteY15" fmla="*/ 70064 h 220087"/>
                <a:gd name="connsiteX16" fmla="*/ 129716 w 131632"/>
                <a:gd name="connsiteY16" fmla="*/ 61127 h 220087"/>
                <a:gd name="connsiteX17" fmla="*/ 70289 w 131632"/>
                <a:gd name="connsiteY17" fmla="*/ 1756 h 22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632" h="220087">
                  <a:moveTo>
                    <a:pt x="70289" y="1756"/>
                  </a:moveTo>
                  <a:cubicBezTo>
                    <a:pt x="69650" y="1117"/>
                    <a:pt x="69011" y="479"/>
                    <a:pt x="68373" y="479"/>
                  </a:cubicBezTo>
                  <a:cubicBezTo>
                    <a:pt x="67094" y="-160"/>
                    <a:pt x="65178" y="-160"/>
                    <a:pt x="63260" y="479"/>
                  </a:cubicBezTo>
                  <a:cubicBezTo>
                    <a:pt x="62622" y="1117"/>
                    <a:pt x="61983" y="1117"/>
                    <a:pt x="61343" y="1756"/>
                  </a:cubicBezTo>
                  <a:lnTo>
                    <a:pt x="1917" y="61127"/>
                  </a:lnTo>
                  <a:cubicBezTo>
                    <a:pt x="-639" y="63680"/>
                    <a:pt x="-639" y="67511"/>
                    <a:pt x="1917" y="70064"/>
                  </a:cubicBezTo>
                  <a:cubicBezTo>
                    <a:pt x="4473" y="72618"/>
                    <a:pt x="8307" y="72618"/>
                    <a:pt x="10863" y="70064"/>
                  </a:cubicBezTo>
                  <a:cubicBezTo>
                    <a:pt x="10863" y="70064"/>
                    <a:pt x="10863" y="70064"/>
                    <a:pt x="10863" y="70064"/>
                  </a:cubicBezTo>
                  <a:lnTo>
                    <a:pt x="59427" y="21546"/>
                  </a:lnTo>
                  <a:lnTo>
                    <a:pt x="59427" y="213704"/>
                  </a:lnTo>
                  <a:cubicBezTo>
                    <a:pt x="59427" y="217534"/>
                    <a:pt x="61983" y="220088"/>
                    <a:pt x="65816" y="220088"/>
                  </a:cubicBezTo>
                  <a:cubicBezTo>
                    <a:pt x="69650" y="220088"/>
                    <a:pt x="72206" y="217534"/>
                    <a:pt x="72206" y="213704"/>
                  </a:cubicBezTo>
                  <a:lnTo>
                    <a:pt x="72206" y="21546"/>
                  </a:lnTo>
                  <a:lnTo>
                    <a:pt x="120770" y="70064"/>
                  </a:lnTo>
                  <a:cubicBezTo>
                    <a:pt x="122047" y="71341"/>
                    <a:pt x="123326" y="71979"/>
                    <a:pt x="125242" y="71979"/>
                  </a:cubicBezTo>
                  <a:cubicBezTo>
                    <a:pt x="127160" y="71979"/>
                    <a:pt x="128437" y="71341"/>
                    <a:pt x="129716" y="70064"/>
                  </a:cubicBezTo>
                  <a:cubicBezTo>
                    <a:pt x="132272" y="67511"/>
                    <a:pt x="132272" y="63680"/>
                    <a:pt x="129716" y="61127"/>
                  </a:cubicBezTo>
                  <a:lnTo>
                    <a:pt x="70289" y="1756"/>
                  </a:lnTo>
                  <a:close/>
                </a:path>
              </a:pathLst>
            </a:custGeom>
            <a:solidFill>
              <a:srgbClr val="00A3E0"/>
            </a:solidFill>
            <a:ln w="6390" cap="flat">
              <a:noFill/>
              <a:prstDash val="solid"/>
              <a:miter/>
            </a:ln>
          </p:spPr>
          <p:txBody>
            <a:bodyPr rtlCol="0" anchor="ctr"/>
            <a:lstStyle/>
            <a:p>
              <a:endParaRPr lang="en-US"/>
            </a:p>
          </p:txBody>
        </p:sp>
      </p:grpSp>
      <p:grpSp>
        <p:nvGrpSpPr>
          <p:cNvPr id="366" name="Graphic 4">
            <a:extLst>
              <a:ext uri="{FF2B5EF4-FFF2-40B4-BE49-F238E27FC236}">
                <a16:creationId xmlns:a16="http://schemas.microsoft.com/office/drawing/2014/main" id="{5226996D-5DC8-FD41-82E0-090916796F66}"/>
              </a:ext>
            </a:extLst>
          </p:cNvPr>
          <p:cNvGrpSpPr/>
          <p:nvPr/>
        </p:nvGrpSpPr>
        <p:grpSpPr>
          <a:xfrm>
            <a:off x="1515054" y="1893013"/>
            <a:ext cx="362309" cy="362610"/>
            <a:chOff x="1515054" y="1893013"/>
            <a:chExt cx="362309" cy="362610"/>
          </a:xfrm>
          <a:solidFill>
            <a:srgbClr val="00A3E0"/>
          </a:solidFill>
        </p:grpSpPr>
        <p:sp>
          <p:nvSpPr>
            <p:cNvPr id="367" name="Graphic 4">
              <a:extLst>
                <a:ext uri="{FF2B5EF4-FFF2-40B4-BE49-F238E27FC236}">
                  <a16:creationId xmlns:a16="http://schemas.microsoft.com/office/drawing/2014/main" id="{A1C183C6-B0E9-4643-8C4B-6C2490641632}"/>
                </a:ext>
              </a:extLst>
            </p:cNvPr>
            <p:cNvSpPr/>
            <p:nvPr/>
          </p:nvSpPr>
          <p:spPr>
            <a:xfrm>
              <a:off x="1515054" y="189301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362309 w 362309"/>
                <a:gd name="connsiteY4" fmla="*/ 181305 h 362610"/>
                <a:gd name="connsiteX5" fmla="*/ 180835 w 362309"/>
                <a:gd name="connsiteY5" fmla="*/ 0 h 362610"/>
                <a:gd name="connsiteX6" fmla="*/ 180835 w 362309"/>
                <a:gd name="connsiteY6" fmla="*/ 0 h 362610"/>
                <a:gd name="connsiteX7" fmla="*/ 180835 w 362309"/>
                <a:gd name="connsiteY7" fmla="*/ 349204 h 362610"/>
                <a:gd name="connsiteX8" fmla="*/ 12780 w 362309"/>
                <a:gd name="connsiteY8" fmla="*/ 180667 h 362610"/>
                <a:gd name="connsiteX9" fmla="*/ 180835 w 362309"/>
                <a:gd name="connsiteY9" fmla="*/ 12130 h 362610"/>
                <a:gd name="connsiteX10" fmla="*/ 349529 w 362309"/>
                <a:gd name="connsiteY10" fmla="*/ 180667 h 362610"/>
                <a:gd name="connsiteX11" fmla="*/ 180835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181305"/>
                    <a:pt x="362309" y="181305"/>
                    <a:pt x="362309" y="181305"/>
                  </a:cubicBezTo>
                  <a:cubicBezTo>
                    <a:pt x="361670"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130"/>
                    <a:pt x="180835" y="12130"/>
                  </a:cubicBezTo>
                  <a:cubicBezTo>
                    <a:pt x="274128" y="12130"/>
                    <a:pt x="349529" y="87461"/>
                    <a:pt x="349529" y="180667"/>
                  </a:cubicBezTo>
                  <a:cubicBezTo>
                    <a:pt x="348891"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368" name="Graphic 4">
              <a:extLst>
                <a:ext uri="{FF2B5EF4-FFF2-40B4-BE49-F238E27FC236}">
                  <a16:creationId xmlns:a16="http://schemas.microsoft.com/office/drawing/2014/main" id="{167412B6-3D0B-4B4B-A1F5-8E2A045B07C8}"/>
                </a:ext>
              </a:extLst>
            </p:cNvPr>
            <p:cNvSpPr/>
            <p:nvPr/>
          </p:nvSpPr>
          <p:spPr>
            <a:xfrm>
              <a:off x="1630072" y="1964035"/>
              <a:ext cx="131632" cy="220113"/>
            </a:xfrm>
            <a:custGeom>
              <a:avLst/>
              <a:gdLst>
                <a:gd name="connsiteX0" fmla="*/ 120770 w 131632"/>
                <a:gd name="connsiteY0" fmla="*/ 70064 h 220113"/>
                <a:gd name="connsiteX1" fmla="*/ 125243 w 131632"/>
                <a:gd name="connsiteY1" fmla="*/ 71979 h 220113"/>
                <a:gd name="connsiteX2" fmla="*/ 129716 w 131632"/>
                <a:gd name="connsiteY2" fmla="*/ 70064 h 220113"/>
                <a:gd name="connsiteX3" fmla="*/ 129716 w 131632"/>
                <a:gd name="connsiteY3" fmla="*/ 61127 h 220113"/>
                <a:gd name="connsiteX4" fmla="*/ 70289 w 131632"/>
                <a:gd name="connsiteY4" fmla="*/ 1756 h 220113"/>
                <a:gd name="connsiteX5" fmla="*/ 68372 w 131632"/>
                <a:gd name="connsiteY5" fmla="*/ 479 h 220113"/>
                <a:gd name="connsiteX6" fmla="*/ 63260 w 131632"/>
                <a:gd name="connsiteY6" fmla="*/ 479 h 220113"/>
                <a:gd name="connsiteX7" fmla="*/ 61343 w 131632"/>
                <a:gd name="connsiteY7" fmla="*/ 1756 h 220113"/>
                <a:gd name="connsiteX8" fmla="*/ 1917 w 131632"/>
                <a:gd name="connsiteY8" fmla="*/ 61127 h 220113"/>
                <a:gd name="connsiteX9" fmla="*/ 1917 w 131632"/>
                <a:gd name="connsiteY9" fmla="*/ 70064 h 220113"/>
                <a:gd name="connsiteX10" fmla="*/ 10863 w 131632"/>
                <a:gd name="connsiteY10" fmla="*/ 70064 h 220113"/>
                <a:gd name="connsiteX11" fmla="*/ 10863 w 131632"/>
                <a:gd name="connsiteY11" fmla="*/ 70064 h 220113"/>
                <a:gd name="connsiteX12" fmla="*/ 59426 w 131632"/>
                <a:gd name="connsiteY12" fmla="*/ 21546 h 220113"/>
                <a:gd name="connsiteX13" fmla="*/ 59426 w 131632"/>
                <a:gd name="connsiteY13" fmla="*/ 198382 h 220113"/>
                <a:gd name="connsiteX14" fmla="*/ 10863 w 131632"/>
                <a:gd name="connsiteY14" fmla="*/ 149864 h 220113"/>
                <a:gd name="connsiteX15" fmla="*/ 1917 w 131632"/>
                <a:gd name="connsiteY15" fmla="*/ 149864 h 220113"/>
                <a:gd name="connsiteX16" fmla="*/ 1917 w 131632"/>
                <a:gd name="connsiteY16" fmla="*/ 158802 h 220113"/>
                <a:gd name="connsiteX17" fmla="*/ 61343 w 131632"/>
                <a:gd name="connsiteY17" fmla="*/ 218173 h 220113"/>
                <a:gd name="connsiteX18" fmla="*/ 63260 w 131632"/>
                <a:gd name="connsiteY18" fmla="*/ 219449 h 220113"/>
                <a:gd name="connsiteX19" fmla="*/ 70289 w 131632"/>
                <a:gd name="connsiteY19" fmla="*/ 218173 h 220113"/>
                <a:gd name="connsiteX20" fmla="*/ 129716 w 131632"/>
                <a:gd name="connsiteY20" fmla="*/ 158802 h 220113"/>
                <a:gd name="connsiteX21" fmla="*/ 129716 w 131632"/>
                <a:gd name="connsiteY21" fmla="*/ 149864 h 220113"/>
                <a:gd name="connsiteX22" fmla="*/ 120770 w 131632"/>
                <a:gd name="connsiteY22" fmla="*/ 149864 h 220113"/>
                <a:gd name="connsiteX23" fmla="*/ 120770 w 131632"/>
                <a:gd name="connsiteY23" fmla="*/ 149864 h 220113"/>
                <a:gd name="connsiteX24" fmla="*/ 72206 w 131632"/>
                <a:gd name="connsiteY24" fmla="*/ 198382 h 220113"/>
                <a:gd name="connsiteX25" fmla="*/ 72206 w 131632"/>
                <a:gd name="connsiteY25" fmla="*/ 21546 h 220113"/>
                <a:gd name="connsiteX26" fmla="*/ 120770 w 131632"/>
                <a:gd name="connsiteY26" fmla="*/ 70064 h 220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1632" h="220113">
                  <a:moveTo>
                    <a:pt x="120770" y="70064"/>
                  </a:moveTo>
                  <a:cubicBezTo>
                    <a:pt x="122048" y="71341"/>
                    <a:pt x="123326" y="71979"/>
                    <a:pt x="125243" y="71979"/>
                  </a:cubicBezTo>
                  <a:cubicBezTo>
                    <a:pt x="127160" y="71979"/>
                    <a:pt x="128438" y="71341"/>
                    <a:pt x="129716" y="70064"/>
                  </a:cubicBezTo>
                  <a:cubicBezTo>
                    <a:pt x="132272" y="67511"/>
                    <a:pt x="132272" y="63680"/>
                    <a:pt x="129716" y="61127"/>
                  </a:cubicBezTo>
                  <a:lnTo>
                    <a:pt x="70289" y="1756"/>
                  </a:lnTo>
                  <a:cubicBezTo>
                    <a:pt x="69650" y="1117"/>
                    <a:pt x="69011" y="479"/>
                    <a:pt x="68372" y="479"/>
                  </a:cubicBezTo>
                  <a:cubicBezTo>
                    <a:pt x="67094" y="-160"/>
                    <a:pt x="65177" y="-160"/>
                    <a:pt x="63260" y="479"/>
                  </a:cubicBezTo>
                  <a:cubicBezTo>
                    <a:pt x="62621" y="1117"/>
                    <a:pt x="61982" y="1117"/>
                    <a:pt x="61343" y="1756"/>
                  </a:cubicBezTo>
                  <a:lnTo>
                    <a:pt x="1917" y="61127"/>
                  </a:lnTo>
                  <a:cubicBezTo>
                    <a:pt x="-639" y="63680"/>
                    <a:pt x="-639" y="67511"/>
                    <a:pt x="1917" y="70064"/>
                  </a:cubicBezTo>
                  <a:cubicBezTo>
                    <a:pt x="4473" y="72618"/>
                    <a:pt x="8307" y="72618"/>
                    <a:pt x="10863" y="70064"/>
                  </a:cubicBezTo>
                  <a:lnTo>
                    <a:pt x="10863" y="70064"/>
                  </a:lnTo>
                  <a:lnTo>
                    <a:pt x="59426" y="21546"/>
                  </a:lnTo>
                  <a:lnTo>
                    <a:pt x="59426" y="198382"/>
                  </a:lnTo>
                  <a:lnTo>
                    <a:pt x="10863" y="149864"/>
                  </a:lnTo>
                  <a:cubicBezTo>
                    <a:pt x="8307" y="147310"/>
                    <a:pt x="4473" y="147310"/>
                    <a:pt x="1917" y="149864"/>
                  </a:cubicBezTo>
                  <a:cubicBezTo>
                    <a:pt x="-639" y="152418"/>
                    <a:pt x="-639" y="156248"/>
                    <a:pt x="1917" y="158802"/>
                  </a:cubicBezTo>
                  <a:lnTo>
                    <a:pt x="61343" y="218173"/>
                  </a:lnTo>
                  <a:cubicBezTo>
                    <a:pt x="61982" y="218811"/>
                    <a:pt x="62621" y="219449"/>
                    <a:pt x="63260" y="219449"/>
                  </a:cubicBezTo>
                  <a:cubicBezTo>
                    <a:pt x="65816" y="220726"/>
                    <a:pt x="68372" y="220088"/>
                    <a:pt x="70289" y="218173"/>
                  </a:cubicBezTo>
                  <a:lnTo>
                    <a:pt x="129716" y="158802"/>
                  </a:lnTo>
                  <a:cubicBezTo>
                    <a:pt x="132272" y="156248"/>
                    <a:pt x="132272" y="152418"/>
                    <a:pt x="129716" y="149864"/>
                  </a:cubicBezTo>
                  <a:cubicBezTo>
                    <a:pt x="127160" y="147310"/>
                    <a:pt x="123326" y="147310"/>
                    <a:pt x="120770" y="149864"/>
                  </a:cubicBezTo>
                  <a:lnTo>
                    <a:pt x="120770" y="149864"/>
                  </a:lnTo>
                  <a:lnTo>
                    <a:pt x="72206" y="198382"/>
                  </a:lnTo>
                  <a:lnTo>
                    <a:pt x="72206" y="21546"/>
                  </a:lnTo>
                  <a:lnTo>
                    <a:pt x="120770" y="70064"/>
                  </a:lnTo>
                  <a:close/>
                </a:path>
              </a:pathLst>
            </a:custGeom>
            <a:solidFill>
              <a:srgbClr val="00A3E0"/>
            </a:solidFill>
            <a:ln w="6390" cap="flat">
              <a:noFill/>
              <a:prstDash val="solid"/>
              <a:miter/>
            </a:ln>
          </p:spPr>
          <p:txBody>
            <a:bodyPr rtlCol="0" anchor="ctr"/>
            <a:lstStyle/>
            <a:p>
              <a:endParaRPr lang="en-US"/>
            </a:p>
          </p:txBody>
        </p:sp>
      </p:grpSp>
      <p:grpSp>
        <p:nvGrpSpPr>
          <p:cNvPr id="369" name="Graphic 4">
            <a:extLst>
              <a:ext uri="{FF2B5EF4-FFF2-40B4-BE49-F238E27FC236}">
                <a16:creationId xmlns:a16="http://schemas.microsoft.com/office/drawing/2014/main" id="{A5B5F186-919E-A544-9832-8D17E5992F5C}"/>
              </a:ext>
            </a:extLst>
          </p:cNvPr>
          <p:cNvGrpSpPr/>
          <p:nvPr/>
        </p:nvGrpSpPr>
        <p:grpSpPr>
          <a:xfrm>
            <a:off x="467743" y="1893013"/>
            <a:ext cx="361670" cy="362610"/>
            <a:chOff x="467743" y="1893013"/>
            <a:chExt cx="361670" cy="362610"/>
          </a:xfrm>
          <a:solidFill>
            <a:srgbClr val="00A3E0"/>
          </a:solidFill>
        </p:grpSpPr>
        <p:sp>
          <p:nvSpPr>
            <p:cNvPr id="370" name="Graphic 4">
              <a:extLst>
                <a:ext uri="{FF2B5EF4-FFF2-40B4-BE49-F238E27FC236}">
                  <a16:creationId xmlns:a16="http://schemas.microsoft.com/office/drawing/2014/main" id="{6895D61D-1052-3B41-8998-7AF7008ECA0D}"/>
                </a:ext>
              </a:extLst>
            </p:cNvPr>
            <p:cNvSpPr/>
            <p:nvPr/>
          </p:nvSpPr>
          <p:spPr>
            <a:xfrm>
              <a:off x="467743" y="1893013"/>
              <a:ext cx="361670" cy="362610"/>
            </a:xfrm>
            <a:custGeom>
              <a:avLst/>
              <a:gdLst>
                <a:gd name="connsiteX0" fmla="*/ 180835 w 361670"/>
                <a:gd name="connsiteY0" fmla="*/ 0 h 362610"/>
                <a:gd name="connsiteX1" fmla="*/ 0 w 361670"/>
                <a:gd name="connsiteY1" fmla="*/ 181305 h 362610"/>
                <a:gd name="connsiteX2" fmla="*/ 180835 w 361670"/>
                <a:gd name="connsiteY2" fmla="*/ 362610 h 362610"/>
                <a:gd name="connsiteX3" fmla="*/ 361670 w 361670"/>
                <a:gd name="connsiteY3" fmla="*/ 181305 h 362610"/>
                <a:gd name="connsiteX4" fmla="*/ 361670 w 361670"/>
                <a:gd name="connsiteY4" fmla="*/ 181305 h 362610"/>
                <a:gd name="connsiteX5" fmla="*/ 180835 w 361670"/>
                <a:gd name="connsiteY5" fmla="*/ 0 h 362610"/>
                <a:gd name="connsiteX6" fmla="*/ 180835 w 361670"/>
                <a:gd name="connsiteY6" fmla="*/ 0 h 362610"/>
                <a:gd name="connsiteX7" fmla="*/ 180835 w 361670"/>
                <a:gd name="connsiteY7" fmla="*/ 349204 h 362610"/>
                <a:gd name="connsiteX8" fmla="*/ 12780 w 361670"/>
                <a:gd name="connsiteY8" fmla="*/ 180667 h 362610"/>
                <a:gd name="connsiteX9" fmla="*/ 180835 w 361670"/>
                <a:gd name="connsiteY9" fmla="*/ 12130 h 362610"/>
                <a:gd name="connsiteX10" fmla="*/ 348891 w 361670"/>
                <a:gd name="connsiteY10" fmla="*/ 180667 h 362610"/>
                <a:gd name="connsiteX11" fmla="*/ 180835 w 361670"/>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2610">
                  <a:moveTo>
                    <a:pt x="180835" y="0"/>
                  </a:moveTo>
                  <a:cubicBezTo>
                    <a:pt x="80513" y="0"/>
                    <a:pt x="0" y="81077"/>
                    <a:pt x="0" y="181305"/>
                  </a:cubicBezTo>
                  <a:cubicBezTo>
                    <a:pt x="0" y="281534"/>
                    <a:pt x="81152" y="362610"/>
                    <a:pt x="180835" y="362610"/>
                  </a:cubicBezTo>
                  <a:cubicBezTo>
                    <a:pt x="280518" y="362610"/>
                    <a:pt x="361670" y="281534"/>
                    <a:pt x="361670" y="181305"/>
                  </a:cubicBezTo>
                  <a:cubicBezTo>
                    <a:pt x="361670" y="181305"/>
                    <a:pt x="361670" y="181305"/>
                    <a:pt x="361670" y="181305"/>
                  </a:cubicBezTo>
                  <a:cubicBezTo>
                    <a:pt x="361670"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130"/>
                    <a:pt x="180835" y="12130"/>
                  </a:cubicBezTo>
                  <a:cubicBezTo>
                    <a:pt x="273489" y="12130"/>
                    <a:pt x="348891" y="87461"/>
                    <a:pt x="348891" y="180667"/>
                  </a:cubicBezTo>
                  <a:cubicBezTo>
                    <a:pt x="348891"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371" name="Graphic 4">
              <a:extLst>
                <a:ext uri="{FF2B5EF4-FFF2-40B4-BE49-F238E27FC236}">
                  <a16:creationId xmlns:a16="http://schemas.microsoft.com/office/drawing/2014/main" id="{1C54053B-A6BE-264B-9A74-F2FD73B77C21}"/>
                </a:ext>
              </a:extLst>
            </p:cNvPr>
            <p:cNvSpPr/>
            <p:nvPr/>
          </p:nvSpPr>
          <p:spPr>
            <a:xfrm>
              <a:off x="532281" y="1979807"/>
              <a:ext cx="232374" cy="187107"/>
            </a:xfrm>
            <a:custGeom>
              <a:avLst/>
              <a:gdLst>
                <a:gd name="connsiteX0" fmla="*/ 231955 w 232374"/>
                <a:gd name="connsiteY0" fmla="*/ 91958 h 187107"/>
                <a:gd name="connsiteX1" fmla="*/ 230677 w 232374"/>
                <a:gd name="connsiteY1" fmla="*/ 90043 h 187107"/>
                <a:gd name="connsiteX2" fmla="*/ 204478 w 232374"/>
                <a:gd name="connsiteY2" fmla="*/ 63868 h 187107"/>
                <a:gd name="connsiteX3" fmla="*/ 195532 w 232374"/>
                <a:gd name="connsiteY3" fmla="*/ 63868 h 187107"/>
                <a:gd name="connsiteX4" fmla="*/ 195532 w 232374"/>
                <a:gd name="connsiteY4" fmla="*/ 63868 h 187107"/>
                <a:gd name="connsiteX5" fmla="*/ 195532 w 232374"/>
                <a:gd name="connsiteY5" fmla="*/ 72806 h 187107"/>
                <a:gd name="connsiteX6" fmla="*/ 210868 w 232374"/>
                <a:gd name="connsiteY6" fmla="*/ 88127 h 187107"/>
                <a:gd name="connsiteX7" fmla="*/ 182752 w 232374"/>
                <a:gd name="connsiteY7" fmla="*/ 88127 h 187107"/>
                <a:gd name="connsiteX8" fmla="*/ 171889 w 232374"/>
                <a:gd name="connsiteY8" fmla="*/ 77275 h 187107"/>
                <a:gd name="connsiteX9" fmla="*/ 171889 w 232374"/>
                <a:gd name="connsiteY9" fmla="*/ 24926 h 187107"/>
                <a:gd name="connsiteX10" fmla="*/ 147608 w 232374"/>
                <a:gd name="connsiteY10" fmla="*/ 667 h 187107"/>
                <a:gd name="connsiteX11" fmla="*/ 123326 w 232374"/>
                <a:gd name="connsiteY11" fmla="*/ 24926 h 187107"/>
                <a:gd name="connsiteX12" fmla="*/ 123326 w 232374"/>
                <a:gd name="connsiteY12" fmla="*/ 165373 h 187107"/>
                <a:gd name="connsiteX13" fmla="*/ 111185 w 232374"/>
                <a:gd name="connsiteY13" fmla="*/ 175588 h 187107"/>
                <a:gd name="connsiteX14" fmla="*/ 100961 w 232374"/>
                <a:gd name="connsiteY14" fmla="*/ 165373 h 187107"/>
                <a:gd name="connsiteX15" fmla="*/ 100961 w 232374"/>
                <a:gd name="connsiteY15" fmla="*/ 24926 h 187107"/>
                <a:gd name="connsiteX16" fmla="*/ 77957 w 232374"/>
                <a:gd name="connsiteY16" fmla="*/ 28 h 187107"/>
                <a:gd name="connsiteX17" fmla="*/ 53036 w 232374"/>
                <a:gd name="connsiteY17" fmla="*/ 23011 h 187107"/>
                <a:gd name="connsiteX18" fmla="*/ 53036 w 232374"/>
                <a:gd name="connsiteY18" fmla="*/ 25564 h 187107"/>
                <a:gd name="connsiteX19" fmla="*/ 53036 w 232374"/>
                <a:gd name="connsiteY19" fmla="*/ 166012 h 187107"/>
                <a:gd name="connsiteX20" fmla="*/ 40896 w 232374"/>
                <a:gd name="connsiteY20" fmla="*/ 176226 h 187107"/>
                <a:gd name="connsiteX21" fmla="*/ 30672 w 232374"/>
                <a:gd name="connsiteY21" fmla="*/ 166012 h 187107"/>
                <a:gd name="connsiteX22" fmla="*/ 30672 w 232374"/>
                <a:gd name="connsiteY22" fmla="*/ 111748 h 187107"/>
                <a:gd name="connsiteX23" fmla="*/ 6390 w 232374"/>
                <a:gd name="connsiteY23" fmla="*/ 87489 h 187107"/>
                <a:gd name="connsiteX24" fmla="*/ 6390 w 232374"/>
                <a:gd name="connsiteY24" fmla="*/ 87489 h 187107"/>
                <a:gd name="connsiteX25" fmla="*/ 0 w 232374"/>
                <a:gd name="connsiteY25" fmla="*/ 93873 h 187107"/>
                <a:gd name="connsiteX26" fmla="*/ 6390 w 232374"/>
                <a:gd name="connsiteY26" fmla="*/ 100257 h 187107"/>
                <a:gd name="connsiteX27" fmla="*/ 17253 w 232374"/>
                <a:gd name="connsiteY27" fmla="*/ 111748 h 187107"/>
                <a:gd name="connsiteX28" fmla="*/ 17253 w 232374"/>
                <a:gd name="connsiteY28" fmla="*/ 164097 h 187107"/>
                <a:gd name="connsiteX29" fmla="*/ 42174 w 232374"/>
                <a:gd name="connsiteY29" fmla="*/ 187079 h 187107"/>
                <a:gd name="connsiteX30" fmla="*/ 65177 w 232374"/>
                <a:gd name="connsiteY30" fmla="*/ 164097 h 187107"/>
                <a:gd name="connsiteX31" fmla="*/ 65177 w 232374"/>
                <a:gd name="connsiteY31" fmla="*/ 23649 h 187107"/>
                <a:gd name="connsiteX32" fmla="*/ 75401 w 232374"/>
                <a:gd name="connsiteY32" fmla="*/ 11519 h 187107"/>
                <a:gd name="connsiteX33" fmla="*/ 87542 w 232374"/>
                <a:gd name="connsiteY33" fmla="*/ 21734 h 187107"/>
                <a:gd name="connsiteX34" fmla="*/ 87542 w 232374"/>
                <a:gd name="connsiteY34" fmla="*/ 23649 h 187107"/>
                <a:gd name="connsiteX35" fmla="*/ 87542 w 232374"/>
                <a:gd name="connsiteY35" fmla="*/ 164097 h 187107"/>
                <a:gd name="connsiteX36" fmla="*/ 112463 w 232374"/>
                <a:gd name="connsiteY36" fmla="*/ 187079 h 187107"/>
                <a:gd name="connsiteX37" fmla="*/ 135467 w 232374"/>
                <a:gd name="connsiteY37" fmla="*/ 164097 h 187107"/>
                <a:gd name="connsiteX38" fmla="*/ 135467 w 232374"/>
                <a:gd name="connsiteY38" fmla="*/ 23649 h 187107"/>
                <a:gd name="connsiteX39" fmla="*/ 146969 w 232374"/>
                <a:gd name="connsiteY39" fmla="*/ 12158 h 187107"/>
                <a:gd name="connsiteX40" fmla="*/ 158470 w 232374"/>
                <a:gd name="connsiteY40" fmla="*/ 23649 h 187107"/>
                <a:gd name="connsiteX41" fmla="*/ 158470 w 232374"/>
                <a:gd name="connsiteY41" fmla="*/ 75998 h 187107"/>
                <a:gd name="connsiteX42" fmla="*/ 182113 w 232374"/>
                <a:gd name="connsiteY42" fmla="*/ 99619 h 187107"/>
                <a:gd name="connsiteX43" fmla="*/ 210229 w 232374"/>
                <a:gd name="connsiteY43" fmla="*/ 99619 h 187107"/>
                <a:gd name="connsiteX44" fmla="*/ 194893 w 232374"/>
                <a:gd name="connsiteY44" fmla="*/ 114940 h 187107"/>
                <a:gd name="connsiteX45" fmla="*/ 194893 w 232374"/>
                <a:gd name="connsiteY45" fmla="*/ 123878 h 187107"/>
                <a:gd name="connsiteX46" fmla="*/ 199366 w 232374"/>
                <a:gd name="connsiteY46" fmla="*/ 125793 h 187107"/>
                <a:gd name="connsiteX47" fmla="*/ 203839 w 232374"/>
                <a:gd name="connsiteY47" fmla="*/ 123878 h 187107"/>
                <a:gd name="connsiteX48" fmla="*/ 230038 w 232374"/>
                <a:gd name="connsiteY48" fmla="*/ 97703 h 187107"/>
                <a:gd name="connsiteX49" fmla="*/ 231316 w 232374"/>
                <a:gd name="connsiteY49" fmla="*/ 95788 h 187107"/>
                <a:gd name="connsiteX50" fmla="*/ 231955 w 232374"/>
                <a:gd name="connsiteY50" fmla="*/ 91958 h 187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32374" h="187107">
                  <a:moveTo>
                    <a:pt x="231955" y="91958"/>
                  </a:moveTo>
                  <a:cubicBezTo>
                    <a:pt x="231316" y="91319"/>
                    <a:pt x="231316" y="90681"/>
                    <a:pt x="230677" y="90043"/>
                  </a:cubicBezTo>
                  <a:lnTo>
                    <a:pt x="204478" y="63868"/>
                  </a:lnTo>
                  <a:cubicBezTo>
                    <a:pt x="201922" y="61315"/>
                    <a:pt x="198088" y="61315"/>
                    <a:pt x="195532" y="63868"/>
                  </a:cubicBezTo>
                  <a:cubicBezTo>
                    <a:pt x="195532" y="63868"/>
                    <a:pt x="195532" y="63868"/>
                    <a:pt x="195532" y="63868"/>
                  </a:cubicBezTo>
                  <a:cubicBezTo>
                    <a:pt x="192976" y="66422"/>
                    <a:pt x="192976" y="70252"/>
                    <a:pt x="195532" y="72806"/>
                  </a:cubicBezTo>
                  <a:lnTo>
                    <a:pt x="210868" y="88127"/>
                  </a:lnTo>
                  <a:lnTo>
                    <a:pt x="182752" y="88127"/>
                  </a:lnTo>
                  <a:cubicBezTo>
                    <a:pt x="176362" y="88127"/>
                    <a:pt x="171889" y="83020"/>
                    <a:pt x="171889" y="77275"/>
                  </a:cubicBezTo>
                  <a:lnTo>
                    <a:pt x="171889" y="24926"/>
                  </a:lnTo>
                  <a:cubicBezTo>
                    <a:pt x="171889" y="11519"/>
                    <a:pt x="161026" y="667"/>
                    <a:pt x="147608" y="667"/>
                  </a:cubicBezTo>
                  <a:cubicBezTo>
                    <a:pt x="134189" y="667"/>
                    <a:pt x="123326" y="11519"/>
                    <a:pt x="123326" y="24926"/>
                  </a:cubicBezTo>
                  <a:lnTo>
                    <a:pt x="123326" y="165373"/>
                  </a:lnTo>
                  <a:cubicBezTo>
                    <a:pt x="122687" y="171757"/>
                    <a:pt x="117575" y="176226"/>
                    <a:pt x="111185" y="175588"/>
                  </a:cubicBezTo>
                  <a:cubicBezTo>
                    <a:pt x="105434" y="174949"/>
                    <a:pt x="101600" y="170481"/>
                    <a:pt x="100961" y="165373"/>
                  </a:cubicBezTo>
                  <a:lnTo>
                    <a:pt x="100961" y="24926"/>
                  </a:lnTo>
                  <a:cubicBezTo>
                    <a:pt x="101600" y="11519"/>
                    <a:pt x="91376" y="667"/>
                    <a:pt x="77957" y="28"/>
                  </a:cubicBezTo>
                  <a:cubicBezTo>
                    <a:pt x="64538" y="-610"/>
                    <a:pt x="53675" y="9604"/>
                    <a:pt x="53036" y="23011"/>
                  </a:cubicBezTo>
                  <a:cubicBezTo>
                    <a:pt x="53036" y="23649"/>
                    <a:pt x="53036" y="24926"/>
                    <a:pt x="53036" y="25564"/>
                  </a:cubicBezTo>
                  <a:lnTo>
                    <a:pt x="53036" y="166012"/>
                  </a:lnTo>
                  <a:cubicBezTo>
                    <a:pt x="52397" y="172396"/>
                    <a:pt x="47285" y="176865"/>
                    <a:pt x="40896" y="176226"/>
                  </a:cubicBezTo>
                  <a:cubicBezTo>
                    <a:pt x="35145" y="175588"/>
                    <a:pt x="31311" y="171119"/>
                    <a:pt x="30672" y="166012"/>
                  </a:cubicBezTo>
                  <a:lnTo>
                    <a:pt x="30672" y="111748"/>
                  </a:lnTo>
                  <a:cubicBezTo>
                    <a:pt x="30672" y="98342"/>
                    <a:pt x="19809" y="87489"/>
                    <a:pt x="6390" y="87489"/>
                  </a:cubicBezTo>
                  <a:lnTo>
                    <a:pt x="6390" y="87489"/>
                  </a:lnTo>
                  <a:cubicBezTo>
                    <a:pt x="2556" y="87489"/>
                    <a:pt x="0" y="90043"/>
                    <a:pt x="0" y="93873"/>
                  </a:cubicBezTo>
                  <a:cubicBezTo>
                    <a:pt x="0" y="97703"/>
                    <a:pt x="2556" y="100257"/>
                    <a:pt x="6390" y="100257"/>
                  </a:cubicBezTo>
                  <a:cubicBezTo>
                    <a:pt x="12780" y="100257"/>
                    <a:pt x="17253" y="105364"/>
                    <a:pt x="17253" y="111748"/>
                  </a:cubicBezTo>
                  <a:lnTo>
                    <a:pt x="17253" y="164097"/>
                  </a:lnTo>
                  <a:cubicBezTo>
                    <a:pt x="17892" y="177503"/>
                    <a:pt x="29394" y="187717"/>
                    <a:pt x="42174" y="187079"/>
                  </a:cubicBezTo>
                  <a:cubicBezTo>
                    <a:pt x="54314" y="186441"/>
                    <a:pt x="64538" y="176865"/>
                    <a:pt x="65177" y="164097"/>
                  </a:cubicBezTo>
                  <a:lnTo>
                    <a:pt x="65177" y="23649"/>
                  </a:lnTo>
                  <a:cubicBezTo>
                    <a:pt x="64538" y="17265"/>
                    <a:pt x="69011" y="12158"/>
                    <a:pt x="75401" y="11519"/>
                  </a:cubicBezTo>
                  <a:cubicBezTo>
                    <a:pt x="81791" y="10881"/>
                    <a:pt x="86903" y="15350"/>
                    <a:pt x="87542" y="21734"/>
                  </a:cubicBezTo>
                  <a:cubicBezTo>
                    <a:pt x="87542" y="22372"/>
                    <a:pt x="87542" y="23011"/>
                    <a:pt x="87542" y="23649"/>
                  </a:cubicBezTo>
                  <a:lnTo>
                    <a:pt x="87542" y="164097"/>
                  </a:lnTo>
                  <a:cubicBezTo>
                    <a:pt x="88181" y="177503"/>
                    <a:pt x="99683" y="187717"/>
                    <a:pt x="112463" y="187079"/>
                  </a:cubicBezTo>
                  <a:cubicBezTo>
                    <a:pt x="124604" y="186441"/>
                    <a:pt x="134828" y="176865"/>
                    <a:pt x="135467" y="164097"/>
                  </a:cubicBezTo>
                  <a:lnTo>
                    <a:pt x="135467" y="23649"/>
                  </a:lnTo>
                  <a:cubicBezTo>
                    <a:pt x="135467" y="17265"/>
                    <a:pt x="140579" y="12158"/>
                    <a:pt x="146969" y="12158"/>
                  </a:cubicBezTo>
                  <a:cubicBezTo>
                    <a:pt x="153358" y="12158"/>
                    <a:pt x="158470" y="17265"/>
                    <a:pt x="158470" y="23649"/>
                  </a:cubicBezTo>
                  <a:lnTo>
                    <a:pt x="158470" y="75998"/>
                  </a:lnTo>
                  <a:cubicBezTo>
                    <a:pt x="158470" y="89404"/>
                    <a:pt x="169333" y="99619"/>
                    <a:pt x="182113" y="99619"/>
                  </a:cubicBezTo>
                  <a:lnTo>
                    <a:pt x="210229" y="99619"/>
                  </a:lnTo>
                  <a:lnTo>
                    <a:pt x="194893" y="114940"/>
                  </a:lnTo>
                  <a:cubicBezTo>
                    <a:pt x="192337" y="117494"/>
                    <a:pt x="192337" y="121324"/>
                    <a:pt x="194893" y="123878"/>
                  </a:cubicBezTo>
                  <a:cubicBezTo>
                    <a:pt x="196171" y="125154"/>
                    <a:pt x="197449" y="125793"/>
                    <a:pt x="199366" y="125793"/>
                  </a:cubicBezTo>
                  <a:cubicBezTo>
                    <a:pt x="201283" y="125793"/>
                    <a:pt x="202561" y="125154"/>
                    <a:pt x="203839" y="123878"/>
                  </a:cubicBezTo>
                  <a:lnTo>
                    <a:pt x="230038" y="97703"/>
                  </a:lnTo>
                  <a:cubicBezTo>
                    <a:pt x="230677" y="97065"/>
                    <a:pt x="231316" y="96427"/>
                    <a:pt x="231316" y="95788"/>
                  </a:cubicBezTo>
                  <a:cubicBezTo>
                    <a:pt x="232594" y="95150"/>
                    <a:pt x="232594" y="93235"/>
                    <a:pt x="231955" y="91958"/>
                  </a:cubicBezTo>
                  <a:close/>
                </a:path>
              </a:pathLst>
            </a:custGeom>
            <a:solidFill>
              <a:srgbClr val="00A3E0"/>
            </a:solidFill>
            <a:ln w="6390" cap="flat">
              <a:noFill/>
              <a:prstDash val="solid"/>
              <a:miter/>
            </a:ln>
          </p:spPr>
          <p:txBody>
            <a:bodyPr rtlCol="0" anchor="ctr"/>
            <a:lstStyle/>
            <a:p>
              <a:endParaRPr lang="en-US"/>
            </a:p>
          </p:txBody>
        </p:sp>
      </p:grpSp>
      <p:grpSp>
        <p:nvGrpSpPr>
          <p:cNvPr id="372" name="Graphic 4">
            <a:extLst>
              <a:ext uri="{FF2B5EF4-FFF2-40B4-BE49-F238E27FC236}">
                <a16:creationId xmlns:a16="http://schemas.microsoft.com/office/drawing/2014/main" id="{D77D42EF-2FCE-F64F-A711-26B71D8D846F}"/>
              </a:ext>
            </a:extLst>
          </p:cNvPr>
          <p:cNvGrpSpPr/>
          <p:nvPr/>
        </p:nvGrpSpPr>
        <p:grpSpPr>
          <a:xfrm>
            <a:off x="4660820" y="918179"/>
            <a:ext cx="362312" cy="361971"/>
            <a:chOff x="4660820" y="918179"/>
            <a:chExt cx="362312" cy="361971"/>
          </a:xfrm>
          <a:solidFill>
            <a:srgbClr val="00A3E0"/>
          </a:solidFill>
        </p:grpSpPr>
        <p:sp>
          <p:nvSpPr>
            <p:cNvPr id="373" name="Graphic 4">
              <a:extLst>
                <a:ext uri="{FF2B5EF4-FFF2-40B4-BE49-F238E27FC236}">
                  <a16:creationId xmlns:a16="http://schemas.microsoft.com/office/drawing/2014/main" id="{21D3A01A-05EC-784F-BC33-884FC89D495E}"/>
                </a:ext>
              </a:extLst>
            </p:cNvPr>
            <p:cNvSpPr/>
            <p:nvPr/>
          </p:nvSpPr>
          <p:spPr>
            <a:xfrm>
              <a:off x="4660820" y="918179"/>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873"/>
                    <a:pt x="274767" y="348565"/>
                    <a:pt x="181474" y="349204"/>
                  </a:cubicBezTo>
                  <a:close/>
                </a:path>
              </a:pathLst>
            </a:custGeom>
            <a:solidFill>
              <a:srgbClr val="00A3E0"/>
            </a:solidFill>
            <a:ln w="6390" cap="flat">
              <a:noFill/>
              <a:prstDash val="solid"/>
              <a:miter/>
            </a:ln>
          </p:spPr>
          <p:txBody>
            <a:bodyPr rtlCol="0" anchor="ctr"/>
            <a:lstStyle/>
            <a:p>
              <a:endParaRPr lang="en-US"/>
            </a:p>
          </p:txBody>
        </p:sp>
        <p:sp>
          <p:nvSpPr>
            <p:cNvPr id="374" name="Graphic 4">
              <a:extLst>
                <a:ext uri="{FF2B5EF4-FFF2-40B4-BE49-F238E27FC236}">
                  <a16:creationId xmlns:a16="http://schemas.microsoft.com/office/drawing/2014/main" id="{A30D90D4-4905-5443-81FB-9C41DE383E2D}"/>
                </a:ext>
              </a:extLst>
            </p:cNvPr>
            <p:cNvSpPr/>
            <p:nvPr/>
          </p:nvSpPr>
          <p:spPr>
            <a:xfrm>
              <a:off x="4732547" y="1033090"/>
              <a:ext cx="220293" cy="131510"/>
            </a:xfrm>
            <a:custGeom>
              <a:avLst/>
              <a:gdLst>
                <a:gd name="connsiteX0" fmla="*/ 213903 w 220293"/>
                <a:gd name="connsiteY0" fmla="*/ 59371 h 131510"/>
                <a:gd name="connsiteX1" fmla="*/ 21566 w 220293"/>
                <a:gd name="connsiteY1" fmla="*/ 59371 h 131510"/>
                <a:gd name="connsiteX2" fmla="*/ 70130 w 220293"/>
                <a:gd name="connsiteY2" fmla="*/ 10853 h 131510"/>
                <a:gd name="connsiteX3" fmla="*/ 70130 w 220293"/>
                <a:gd name="connsiteY3" fmla="*/ 1915 h 131510"/>
                <a:gd name="connsiteX4" fmla="*/ 61184 w 220293"/>
                <a:gd name="connsiteY4" fmla="*/ 1915 h 131510"/>
                <a:gd name="connsiteX5" fmla="*/ 1757 w 220293"/>
                <a:gd name="connsiteY5" fmla="*/ 61286 h 131510"/>
                <a:gd name="connsiteX6" fmla="*/ 479 w 220293"/>
                <a:gd name="connsiteY6" fmla="*/ 63201 h 131510"/>
                <a:gd name="connsiteX7" fmla="*/ 479 w 220293"/>
                <a:gd name="connsiteY7" fmla="*/ 68309 h 131510"/>
                <a:gd name="connsiteX8" fmla="*/ 1757 w 220293"/>
                <a:gd name="connsiteY8" fmla="*/ 70224 h 131510"/>
                <a:gd name="connsiteX9" fmla="*/ 61184 w 220293"/>
                <a:gd name="connsiteY9" fmla="*/ 129595 h 131510"/>
                <a:gd name="connsiteX10" fmla="*/ 65657 w 220293"/>
                <a:gd name="connsiteY10" fmla="*/ 131510 h 131510"/>
                <a:gd name="connsiteX11" fmla="*/ 70130 w 220293"/>
                <a:gd name="connsiteY11" fmla="*/ 129595 h 131510"/>
                <a:gd name="connsiteX12" fmla="*/ 70130 w 220293"/>
                <a:gd name="connsiteY12" fmla="*/ 120657 h 131510"/>
                <a:gd name="connsiteX13" fmla="*/ 70130 w 220293"/>
                <a:gd name="connsiteY13" fmla="*/ 120657 h 131510"/>
                <a:gd name="connsiteX14" fmla="*/ 21566 w 220293"/>
                <a:gd name="connsiteY14" fmla="*/ 72139 h 131510"/>
                <a:gd name="connsiteX15" fmla="*/ 213903 w 220293"/>
                <a:gd name="connsiteY15" fmla="*/ 72139 h 131510"/>
                <a:gd name="connsiteX16" fmla="*/ 220293 w 220293"/>
                <a:gd name="connsiteY16" fmla="*/ 65755 h 131510"/>
                <a:gd name="connsiteX17" fmla="*/ 213903 w 220293"/>
                <a:gd name="connsiteY17" fmla="*/ 59371 h 131510"/>
                <a:gd name="connsiteX18" fmla="*/ 213903 w 220293"/>
                <a:gd name="connsiteY18" fmla="*/ 59371 h 1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0293" h="131510">
                  <a:moveTo>
                    <a:pt x="213903" y="59371"/>
                  </a:moveTo>
                  <a:lnTo>
                    <a:pt x="21566" y="59371"/>
                  </a:lnTo>
                  <a:lnTo>
                    <a:pt x="70130" y="10853"/>
                  </a:lnTo>
                  <a:cubicBezTo>
                    <a:pt x="72686" y="8299"/>
                    <a:pt x="72686" y="4469"/>
                    <a:pt x="70130" y="1915"/>
                  </a:cubicBezTo>
                  <a:cubicBezTo>
                    <a:pt x="67574" y="-638"/>
                    <a:pt x="63740" y="-638"/>
                    <a:pt x="61184" y="1915"/>
                  </a:cubicBezTo>
                  <a:lnTo>
                    <a:pt x="1757" y="61286"/>
                  </a:lnTo>
                  <a:cubicBezTo>
                    <a:pt x="1118" y="61925"/>
                    <a:pt x="479" y="62563"/>
                    <a:pt x="479" y="63201"/>
                  </a:cubicBezTo>
                  <a:cubicBezTo>
                    <a:pt x="-160" y="64478"/>
                    <a:pt x="-160" y="66393"/>
                    <a:pt x="479" y="68309"/>
                  </a:cubicBezTo>
                  <a:cubicBezTo>
                    <a:pt x="479" y="68947"/>
                    <a:pt x="1118" y="69585"/>
                    <a:pt x="1757" y="70224"/>
                  </a:cubicBezTo>
                  <a:lnTo>
                    <a:pt x="61184" y="129595"/>
                  </a:lnTo>
                  <a:cubicBezTo>
                    <a:pt x="62462" y="130872"/>
                    <a:pt x="63740" y="131510"/>
                    <a:pt x="65657" y="131510"/>
                  </a:cubicBezTo>
                  <a:cubicBezTo>
                    <a:pt x="67574" y="131510"/>
                    <a:pt x="68852" y="130872"/>
                    <a:pt x="70130" y="129595"/>
                  </a:cubicBezTo>
                  <a:cubicBezTo>
                    <a:pt x="72686" y="127041"/>
                    <a:pt x="72686" y="123211"/>
                    <a:pt x="70130" y="120657"/>
                  </a:cubicBezTo>
                  <a:cubicBezTo>
                    <a:pt x="70130" y="120657"/>
                    <a:pt x="70130" y="120657"/>
                    <a:pt x="70130" y="120657"/>
                  </a:cubicBezTo>
                  <a:lnTo>
                    <a:pt x="21566" y="72139"/>
                  </a:lnTo>
                  <a:lnTo>
                    <a:pt x="213903" y="72139"/>
                  </a:lnTo>
                  <a:cubicBezTo>
                    <a:pt x="217737" y="72139"/>
                    <a:pt x="220293" y="69585"/>
                    <a:pt x="220293" y="65755"/>
                  </a:cubicBezTo>
                  <a:cubicBezTo>
                    <a:pt x="220293" y="61925"/>
                    <a:pt x="217737" y="59371"/>
                    <a:pt x="213903" y="59371"/>
                  </a:cubicBezTo>
                  <a:lnTo>
                    <a:pt x="213903" y="59371"/>
                  </a:lnTo>
                  <a:close/>
                </a:path>
              </a:pathLst>
            </a:custGeom>
            <a:solidFill>
              <a:srgbClr val="00A3E0"/>
            </a:solidFill>
            <a:ln w="6390" cap="flat">
              <a:noFill/>
              <a:prstDash val="solid"/>
              <a:miter/>
            </a:ln>
          </p:spPr>
          <p:txBody>
            <a:bodyPr rtlCol="0" anchor="ctr"/>
            <a:lstStyle/>
            <a:p>
              <a:endParaRPr lang="en-US"/>
            </a:p>
          </p:txBody>
        </p:sp>
      </p:grpSp>
      <p:grpSp>
        <p:nvGrpSpPr>
          <p:cNvPr id="375" name="Graphic 4">
            <a:extLst>
              <a:ext uri="{FF2B5EF4-FFF2-40B4-BE49-F238E27FC236}">
                <a16:creationId xmlns:a16="http://schemas.microsoft.com/office/drawing/2014/main" id="{98FB8896-35A2-4641-8016-132E2BDD4EF2}"/>
              </a:ext>
            </a:extLst>
          </p:cNvPr>
          <p:cNvGrpSpPr/>
          <p:nvPr/>
        </p:nvGrpSpPr>
        <p:grpSpPr>
          <a:xfrm>
            <a:off x="5708130" y="918179"/>
            <a:ext cx="362313" cy="361971"/>
            <a:chOff x="5708130" y="918179"/>
            <a:chExt cx="362313" cy="361971"/>
          </a:xfrm>
          <a:solidFill>
            <a:srgbClr val="00A3E0"/>
          </a:solidFill>
        </p:grpSpPr>
        <p:sp>
          <p:nvSpPr>
            <p:cNvPr id="376" name="Graphic 4">
              <a:extLst>
                <a:ext uri="{FF2B5EF4-FFF2-40B4-BE49-F238E27FC236}">
                  <a16:creationId xmlns:a16="http://schemas.microsoft.com/office/drawing/2014/main" id="{933DACF5-F152-3041-BB19-2FDB796AC277}"/>
                </a:ext>
              </a:extLst>
            </p:cNvPr>
            <p:cNvSpPr/>
            <p:nvPr/>
          </p:nvSpPr>
          <p:spPr>
            <a:xfrm>
              <a:off x="5708130" y="918179"/>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lnTo>
                    <a:pt x="349530" y="180667"/>
                  </a:lnTo>
                  <a:cubicBezTo>
                    <a:pt x="349530" y="273873"/>
                    <a:pt x="274767"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377" name="Graphic 4">
              <a:extLst>
                <a:ext uri="{FF2B5EF4-FFF2-40B4-BE49-F238E27FC236}">
                  <a16:creationId xmlns:a16="http://schemas.microsoft.com/office/drawing/2014/main" id="{FA293B3C-0176-654A-B492-D89749B4802F}"/>
                </a:ext>
              </a:extLst>
            </p:cNvPr>
            <p:cNvSpPr/>
            <p:nvPr/>
          </p:nvSpPr>
          <p:spPr>
            <a:xfrm>
              <a:off x="5779698" y="1033090"/>
              <a:ext cx="220293" cy="131510"/>
            </a:xfrm>
            <a:custGeom>
              <a:avLst/>
              <a:gdLst>
                <a:gd name="connsiteX0" fmla="*/ 219814 w 220293"/>
                <a:gd name="connsiteY0" fmla="*/ 63201 h 131510"/>
                <a:gd name="connsiteX1" fmla="*/ 218536 w 220293"/>
                <a:gd name="connsiteY1" fmla="*/ 61286 h 131510"/>
                <a:gd name="connsiteX2" fmla="*/ 159110 w 220293"/>
                <a:gd name="connsiteY2" fmla="*/ 1915 h 131510"/>
                <a:gd name="connsiteX3" fmla="*/ 150164 w 220293"/>
                <a:gd name="connsiteY3" fmla="*/ 1915 h 131510"/>
                <a:gd name="connsiteX4" fmla="*/ 150164 w 220293"/>
                <a:gd name="connsiteY4" fmla="*/ 10853 h 131510"/>
                <a:gd name="connsiteX5" fmla="*/ 150164 w 220293"/>
                <a:gd name="connsiteY5" fmla="*/ 10853 h 131510"/>
                <a:gd name="connsiteX6" fmla="*/ 198727 w 220293"/>
                <a:gd name="connsiteY6" fmla="*/ 59371 h 131510"/>
                <a:gd name="connsiteX7" fmla="*/ 6390 w 220293"/>
                <a:gd name="connsiteY7" fmla="*/ 59371 h 131510"/>
                <a:gd name="connsiteX8" fmla="*/ 0 w 220293"/>
                <a:gd name="connsiteY8" fmla="*/ 65755 h 131510"/>
                <a:gd name="connsiteX9" fmla="*/ 6390 w 220293"/>
                <a:gd name="connsiteY9" fmla="*/ 72139 h 131510"/>
                <a:gd name="connsiteX10" fmla="*/ 198727 w 220293"/>
                <a:gd name="connsiteY10" fmla="*/ 72139 h 131510"/>
                <a:gd name="connsiteX11" fmla="*/ 150164 w 220293"/>
                <a:gd name="connsiteY11" fmla="*/ 120657 h 131510"/>
                <a:gd name="connsiteX12" fmla="*/ 150164 w 220293"/>
                <a:gd name="connsiteY12" fmla="*/ 129595 h 131510"/>
                <a:gd name="connsiteX13" fmla="*/ 150164 w 220293"/>
                <a:gd name="connsiteY13" fmla="*/ 129595 h 131510"/>
                <a:gd name="connsiteX14" fmla="*/ 154637 w 220293"/>
                <a:gd name="connsiteY14" fmla="*/ 131510 h 131510"/>
                <a:gd name="connsiteX15" fmla="*/ 159110 w 220293"/>
                <a:gd name="connsiteY15" fmla="*/ 129595 h 131510"/>
                <a:gd name="connsiteX16" fmla="*/ 218536 w 220293"/>
                <a:gd name="connsiteY16" fmla="*/ 70224 h 131510"/>
                <a:gd name="connsiteX17" fmla="*/ 219814 w 220293"/>
                <a:gd name="connsiteY17" fmla="*/ 68309 h 131510"/>
                <a:gd name="connsiteX18" fmla="*/ 219814 w 220293"/>
                <a:gd name="connsiteY18" fmla="*/ 63201 h 1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0293" h="131510">
                  <a:moveTo>
                    <a:pt x="219814" y="63201"/>
                  </a:moveTo>
                  <a:cubicBezTo>
                    <a:pt x="219814" y="62563"/>
                    <a:pt x="219175" y="61925"/>
                    <a:pt x="218536" y="61286"/>
                  </a:cubicBezTo>
                  <a:lnTo>
                    <a:pt x="159110" y="1915"/>
                  </a:lnTo>
                  <a:cubicBezTo>
                    <a:pt x="156553" y="-638"/>
                    <a:pt x="152720" y="-638"/>
                    <a:pt x="150164" y="1915"/>
                  </a:cubicBezTo>
                  <a:cubicBezTo>
                    <a:pt x="147607" y="4469"/>
                    <a:pt x="147607" y="8299"/>
                    <a:pt x="150164" y="10853"/>
                  </a:cubicBezTo>
                  <a:cubicBezTo>
                    <a:pt x="150164" y="10853"/>
                    <a:pt x="150164" y="10853"/>
                    <a:pt x="150164" y="10853"/>
                  </a:cubicBezTo>
                  <a:lnTo>
                    <a:pt x="198727" y="59371"/>
                  </a:lnTo>
                  <a:lnTo>
                    <a:pt x="6390" y="59371"/>
                  </a:lnTo>
                  <a:cubicBezTo>
                    <a:pt x="2556" y="59371"/>
                    <a:pt x="0" y="61925"/>
                    <a:pt x="0" y="65755"/>
                  </a:cubicBezTo>
                  <a:cubicBezTo>
                    <a:pt x="0" y="69585"/>
                    <a:pt x="2556" y="72139"/>
                    <a:pt x="6390" y="72139"/>
                  </a:cubicBezTo>
                  <a:lnTo>
                    <a:pt x="198727" y="72139"/>
                  </a:lnTo>
                  <a:lnTo>
                    <a:pt x="150164" y="120657"/>
                  </a:lnTo>
                  <a:cubicBezTo>
                    <a:pt x="147607" y="123211"/>
                    <a:pt x="147607" y="127041"/>
                    <a:pt x="150164" y="129595"/>
                  </a:cubicBezTo>
                  <a:cubicBezTo>
                    <a:pt x="150164" y="129595"/>
                    <a:pt x="150164" y="129595"/>
                    <a:pt x="150164" y="129595"/>
                  </a:cubicBezTo>
                  <a:cubicBezTo>
                    <a:pt x="151442" y="130872"/>
                    <a:pt x="152720" y="131510"/>
                    <a:pt x="154637" y="131510"/>
                  </a:cubicBezTo>
                  <a:cubicBezTo>
                    <a:pt x="156553" y="131510"/>
                    <a:pt x="157832" y="130872"/>
                    <a:pt x="159110" y="129595"/>
                  </a:cubicBezTo>
                  <a:lnTo>
                    <a:pt x="218536" y="70224"/>
                  </a:lnTo>
                  <a:cubicBezTo>
                    <a:pt x="219175" y="69585"/>
                    <a:pt x="219814" y="68947"/>
                    <a:pt x="219814" y="68309"/>
                  </a:cubicBezTo>
                  <a:cubicBezTo>
                    <a:pt x="220453" y="67032"/>
                    <a:pt x="220453" y="65117"/>
                    <a:pt x="219814" y="63201"/>
                  </a:cubicBezTo>
                  <a:close/>
                </a:path>
              </a:pathLst>
            </a:custGeom>
            <a:solidFill>
              <a:srgbClr val="00A3E0"/>
            </a:solidFill>
            <a:ln w="6390" cap="flat">
              <a:noFill/>
              <a:prstDash val="solid"/>
              <a:miter/>
            </a:ln>
          </p:spPr>
          <p:txBody>
            <a:bodyPr rtlCol="0" anchor="ctr"/>
            <a:lstStyle/>
            <a:p>
              <a:endParaRPr lang="en-US"/>
            </a:p>
          </p:txBody>
        </p:sp>
      </p:grpSp>
      <p:grpSp>
        <p:nvGrpSpPr>
          <p:cNvPr id="378" name="Graphic 4">
            <a:extLst>
              <a:ext uri="{FF2B5EF4-FFF2-40B4-BE49-F238E27FC236}">
                <a16:creationId xmlns:a16="http://schemas.microsoft.com/office/drawing/2014/main" id="{7083678F-9F2E-CF42-982D-5F07EF4DB4B2}"/>
              </a:ext>
            </a:extLst>
          </p:cNvPr>
          <p:cNvGrpSpPr/>
          <p:nvPr/>
        </p:nvGrpSpPr>
        <p:grpSpPr>
          <a:xfrm>
            <a:off x="2560447" y="2855717"/>
            <a:ext cx="362309" cy="361971"/>
            <a:chOff x="2560447" y="2855717"/>
            <a:chExt cx="362309" cy="361971"/>
          </a:xfrm>
          <a:solidFill>
            <a:srgbClr val="00A3E0"/>
          </a:solidFill>
        </p:grpSpPr>
        <p:sp>
          <p:nvSpPr>
            <p:cNvPr id="379" name="Graphic 4">
              <a:extLst>
                <a:ext uri="{FF2B5EF4-FFF2-40B4-BE49-F238E27FC236}">
                  <a16:creationId xmlns:a16="http://schemas.microsoft.com/office/drawing/2014/main" id="{CFCBD8A4-D060-664E-8C1F-ACD0B93B58F4}"/>
                </a:ext>
              </a:extLst>
            </p:cNvPr>
            <p:cNvSpPr/>
            <p:nvPr/>
          </p:nvSpPr>
          <p:spPr>
            <a:xfrm>
              <a:off x="2560447" y="2855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6"/>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234"/>
                    <a:pt x="274128" y="348565"/>
                    <a:pt x="181474" y="349204"/>
                  </a:cubicBezTo>
                  <a:close/>
                </a:path>
              </a:pathLst>
            </a:custGeom>
            <a:solidFill>
              <a:srgbClr val="00A3E0"/>
            </a:solidFill>
            <a:ln w="6390" cap="flat">
              <a:noFill/>
              <a:prstDash val="solid"/>
              <a:miter/>
            </a:ln>
          </p:spPr>
          <p:txBody>
            <a:bodyPr rtlCol="0" anchor="ctr"/>
            <a:lstStyle/>
            <a:p>
              <a:endParaRPr lang="en-US"/>
            </a:p>
          </p:txBody>
        </p:sp>
        <p:sp>
          <p:nvSpPr>
            <p:cNvPr id="380" name="Graphic 4">
              <a:extLst>
                <a:ext uri="{FF2B5EF4-FFF2-40B4-BE49-F238E27FC236}">
                  <a16:creationId xmlns:a16="http://schemas.microsoft.com/office/drawing/2014/main" id="{350A6AD6-B46B-E545-983D-2F5CDD2AFFB6}"/>
                </a:ext>
              </a:extLst>
            </p:cNvPr>
            <p:cNvSpPr/>
            <p:nvPr/>
          </p:nvSpPr>
          <p:spPr>
            <a:xfrm>
              <a:off x="2755340" y="2988345"/>
              <a:ext cx="118213" cy="95919"/>
            </a:xfrm>
            <a:custGeom>
              <a:avLst/>
              <a:gdLst>
                <a:gd name="connsiteX0" fmla="*/ 111185 w 118213"/>
                <a:gd name="connsiteY0" fmla="*/ 41655 h 95919"/>
                <a:gd name="connsiteX1" fmla="*/ 21087 w 118213"/>
                <a:gd name="connsiteY1" fmla="*/ 41655 h 95919"/>
                <a:gd name="connsiteX2" fmla="*/ 52397 w 118213"/>
                <a:gd name="connsiteY2" fmla="*/ 10374 h 95919"/>
                <a:gd name="connsiteX3" fmla="*/ 51758 w 118213"/>
                <a:gd name="connsiteY3" fmla="*/ 1436 h 95919"/>
                <a:gd name="connsiteX4" fmla="*/ 43451 w 118213"/>
                <a:gd name="connsiteY4" fmla="*/ 1436 h 95919"/>
                <a:gd name="connsiteX5" fmla="*/ 1278 w 118213"/>
                <a:gd name="connsiteY5" fmla="*/ 43571 h 95919"/>
                <a:gd name="connsiteX6" fmla="*/ 0 w 118213"/>
                <a:gd name="connsiteY6" fmla="*/ 45486 h 95919"/>
                <a:gd name="connsiteX7" fmla="*/ 0 w 118213"/>
                <a:gd name="connsiteY7" fmla="*/ 46124 h 95919"/>
                <a:gd name="connsiteX8" fmla="*/ 0 w 118213"/>
                <a:gd name="connsiteY8" fmla="*/ 47401 h 95919"/>
                <a:gd name="connsiteX9" fmla="*/ 0 w 118213"/>
                <a:gd name="connsiteY9" fmla="*/ 48039 h 95919"/>
                <a:gd name="connsiteX10" fmla="*/ 639 w 118213"/>
                <a:gd name="connsiteY10" fmla="*/ 49955 h 95919"/>
                <a:gd name="connsiteX11" fmla="*/ 639 w 118213"/>
                <a:gd name="connsiteY11" fmla="*/ 49955 h 95919"/>
                <a:gd name="connsiteX12" fmla="*/ 639 w 118213"/>
                <a:gd name="connsiteY12" fmla="*/ 49955 h 95919"/>
                <a:gd name="connsiteX13" fmla="*/ 1917 w 118213"/>
                <a:gd name="connsiteY13" fmla="*/ 51870 h 95919"/>
                <a:gd name="connsiteX14" fmla="*/ 1917 w 118213"/>
                <a:gd name="connsiteY14" fmla="*/ 51870 h 95919"/>
                <a:gd name="connsiteX15" fmla="*/ 44091 w 118213"/>
                <a:gd name="connsiteY15" fmla="*/ 94004 h 95919"/>
                <a:gd name="connsiteX16" fmla="*/ 53036 w 118213"/>
                <a:gd name="connsiteY16" fmla="*/ 94004 h 95919"/>
                <a:gd name="connsiteX17" fmla="*/ 53036 w 118213"/>
                <a:gd name="connsiteY17" fmla="*/ 85066 h 95919"/>
                <a:gd name="connsiteX18" fmla="*/ 21726 w 118213"/>
                <a:gd name="connsiteY18" fmla="*/ 54423 h 95919"/>
                <a:gd name="connsiteX19" fmla="*/ 111824 w 118213"/>
                <a:gd name="connsiteY19" fmla="*/ 54423 h 95919"/>
                <a:gd name="connsiteX20" fmla="*/ 118214 w 118213"/>
                <a:gd name="connsiteY20" fmla="*/ 48039 h 95919"/>
                <a:gd name="connsiteX21" fmla="*/ 111185 w 118213"/>
                <a:gd name="connsiteY21" fmla="*/ 41655 h 95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213" h="95919">
                  <a:moveTo>
                    <a:pt x="111185" y="41655"/>
                  </a:moveTo>
                  <a:lnTo>
                    <a:pt x="21087" y="41655"/>
                  </a:lnTo>
                  <a:lnTo>
                    <a:pt x="52397" y="10374"/>
                  </a:lnTo>
                  <a:cubicBezTo>
                    <a:pt x="54953" y="7820"/>
                    <a:pt x="54314" y="3352"/>
                    <a:pt x="51758" y="1436"/>
                  </a:cubicBezTo>
                  <a:cubicBezTo>
                    <a:pt x="49202" y="-479"/>
                    <a:pt x="46007" y="-479"/>
                    <a:pt x="43451" y="1436"/>
                  </a:cubicBezTo>
                  <a:lnTo>
                    <a:pt x="1278" y="43571"/>
                  </a:lnTo>
                  <a:cubicBezTo>
                    <a:pt x="639" y="44209"/>
                    <a:pt x="639" y="44847"/>
                    <a:pt x="0" y="45486"/>
                  </a:cubicBezTo>
                  <a:cubicBezTo>
                    <a:pt x="0" y="45486"/>
                    <a:pt x="0" y="46124"/>
                    <a:pt x="0" y="46124"/>
                  </a:cubicBezTo>
                  <a:cubicBezTo>
                    <a:pt x="0" y="46763"/>
                    <a:pt x="0" y="47401"/>
                    <a:pt x="0" y="47401"/>
                  </a:cubicBezTo>
                  <a:lnTo>
                    <a:pt x="0" y="48039"/>
                  </a:lnTo>
                  <a:cubicBezTo>
                    <a:pt x="0" y="48678"/>
                    <a:pt x="0" y="49316"/>
                    <a:pt x="639" y="49955"/>
                  </a:cubicBezTo>
                  <a:lnTo>
                    <a:pt x="639" y="49955"/>
                  </a:lnTo>
                  <a:lnTo>
                    <a:pt x="639" y="49955"/>
                  </a:lnTo>
                  <a:cubicBezTo>
                    <a:pt x="639" y="50593"/>
                    <a:pt x="1278" y="51231"/>
                    <a:pt x="1917" y="51870"/>
                  </a:cubicBezTo>
                  <a:lnTo>
                    <a:pt x="1917" y="51870"/>
                  </a:lnTo>
                  <a:lnTo>
                    <a:pt x="44091" y="94004"/>
                  </a:lnTo>
                  <a:cubicBezTo>
                    <a:pt x="46646" y="96558"/>
                    <a:pt x="50480" y="96558"/>
                    <a:pt x="53036" y="94004"/>
                  </a:cubicBezTo>
                  <a:cubicBezTo>
                    <a:pt x="55592" y="91450"/>
                    <a:pt x="55592" y="87620"/>
                    <a:pt x="53036" y="85066"/>
                  </a:cubicBezTo>
                  <a:lnTo>
                    <a:pt x="21726" y="54423"/>
                  </a:lnTo>
                  <a:lnTo>
                    <a:pt x="111824" y="54423"/>
                  </a:lnTo>
                  <a:cubicBezTo>
                    <a:pt x="115658" y="54423"/>
                    <a:pt x="118214" y="51870"/>
                    <a:pt x="118214" y="48039"/>
                  </a:cubicBezTo>
                  <a:cubicBezTo>
                    <a:pt x="118214" y="44209"/>
                    <a:pt x="115019" y="41655"/>
                    <a:pt x="111185" y="41655"/>
                  </a:cubicBezTo>
                  <a:close/>
                </a:path>
              </a:pathLst>
            </a:custGeom>
            <a:solidFill>
              <a:srgbClr val="00A3E0"/>
            </a:solidFill>
            <a:ln w="6390" cap="flat">
              <a:noFill/>
              <a:prstDash val="solid"/>
              <a:miter/>
            </a:ln>
          </p:spPr>
          <p:txBody>
            <a:bodyPr rtlCol="0" anchor="ctr"/>
            <a:lstStyle/>
            <a:p>
              <a:endParaRPr lang="en-US"/>
            </a:p>
          </p:txBody>
        </p:sp>
        <p:sp>
          <p:nvSpPr>
            <p:cNvPr id="381" name="Graphic 4">
              <a:extLst>
                <a:ext uri="{FF2B5EF4-FFF2-40B4-BE49-F238E27FC236}">
                  <a16:creationId xmlns:a16="http://schemas.microsoft.com/office/drawing/2014/main" id="{3D4A9F34-7997-3548-82BA-8C844C9FCE65}"/>
                </a:ext>
              </a:extLst>
            </p:cNvPr>
            <p:cNvSpPr/>
            <p:nvPr/>
          </p:nvSpPr>
          <p:spPr>
            <a:xfrm>
              <a:off x="2610289" y="2987866"/>
              <a:ext cx="118213" cy="97036"/>
            </a:xfrm>
            <a:custGeom>
              <a:avLst/>
              <a:gdLst>
                <a:gd name="connsiteX0" fmla="*/ 118214 w 118213"/>
                <a:gd name="connsiteY0" fmla="*/ 47880 h 97036"/>
                <a:gd name="connsiteX1" fmla="*/ 118214 w 118213"/>
                <a:gd name="connsiteY1" fmla="*/ 46603 h 97036"/>
                <a:gd name="connsiteX2" fmla="*/ 118214 w 118213"/>
                <a:gd name="connsiteY2" fmla="*/ 45965 h 97036"/>
                <a:gd name="connsiteX3" fmla="*/ 116936 w 118213"/>
                <a:gd name="connsiteY3" fmla="*/ 44049 h 97036"/>
                <a:gd name="connsiteX4" fmla="*/ 74762 w 118213"/>
                <a:gd name="connsiteY4" fmla="*/ 1915 h 97036"/>
                <a:gd name="connsiteX5" fmla="*/ 65816 w 118213"/>
                <a:gd name="connsiteY5" fmla="*/ 1915 h 97036"/>
                <a:gd name="connsiteX6" fmla="*/ 65816 w 118213"/>
                <a:gd name="connsiteY6" fmla="*/ 10853 h 97036"/>
                <a:gd name="connsiteX7" fmla="*/ 97127 w 118213"/>
                <a:gd name="connsiteY7" fmla="*/ 42134 h 97036"/>
                <a:gd name="connsiteX8" fmla="*/ 6390 w 118213"/>
                <a:gd name="connsiteY8" fmla="*/ 42134 h 97036"/>
                <a:gd name="connsiteX9" fmla="*/ 0 w 118213"/>
                <a:gd name="connsiteY9" fmla="*/ 48518 h 97036"/>
                <a:gd name="connsiteX10" fmla="*/ 6390 w 118213"/>
                <a:gd name="connsiteY10" fmla="*/ 54902 h 97036"/>
                <a:gd name="connsiteX11" fmla="*/ 96488 w 118213"/>
                <a:gd name="connsiteY11" fmla="*/ 54902 h 97036"/>
                <a:gd name="connsiteX12" fmla="*/ 65177 w 118213"/>
                <a:gd name="connsiteY12" fmla="*/ 86184 h 97036"/>
                <a:gd name="connsiteX13" fmla="*/ 65177 w 118213"/>
                <a:gd name="connsiteY13" fmla="*/ 95121 h 97036"/>
                <a:gd name="connsiteX14" fmla="*/ 65177 w 118213"/>
                <a:gd name="connsiteY14" fmla="*/ 95121 h 97036"/>
                <a:gd name="connsiteX15" fmla="*/ 69650 w 118213"/>
                <a:gd name="connsiteY15" fmla="*/ 97037 h 97036"/>
                <a:gd name="connsiteX16" fmla="*/ 74123 w 118213"/>
                <a:gd name="connsiteY16" fmla="*/ 95121 h 97036"/>
                <a:gd name="connsiteX17" fmla="*/ 116297 w 118213"/>
                <a:gd name="connsiteY17" fmla="*/ 52987 h 97036"/>
                <a:gd name="connsiteX18" fmla="*/ 116297 w 118213"/>
                <a:gd name="connsiteY18" fmla="*/ 52987 h 97036"/>
                <a:gd name="connsiteX19" fmla="*/ 117575 w 118213"/>
                <a:gd name="connsiteY19" fmla="*/ 51072 h 97036"/>
                <a:gd name="connsiteX20" fmla="*/ 117575 w 118213"/>
                <a:gd name="connsiteY20" fmla="*/ 51072 h 97036"/>
                <a:gd name="connsiteX21" fmla="*/ 117575 w 118213"/>
                <a:gd name="connsiteY21" fmla="*/ 51072 h 97036"/>
                <a:gd name="connsiteX22" fmla="*/ 118214 w 118213"/>
                <a:gd name="connsiteY22" fmla="*/ 47880 h 97036"/>
                <a:gd name="connsiteX23" fmla="*/ 118214 w 118213"/>
                <a:gd name="connsiteY23" fmla="*/ 47880 h 97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8213" h="97036">
                  <a:moveTo>
                    <a:pt x="118214" y="47880"/>
                  </a:moveTo>
                  <a:cubicBezTo>
                    <a:pt x="118214" y="47241"/>
                    <a:pt x="118214" y="46603"/>
                    <a:pt x="118214" y="46603"/>
                  </a:cubicBezTo>
                  <a:lnTo>
                    <a:pt x="118214" y="45965"/>
                  </a:lnTo>
                  <a:cubicBezTo>
                    <a:pt x="118214" y="45326"/>
                    <a:pt x="117575" y="44688"/>
                    <a:pt x="116936" y="44049"/>
                  </a:cubicBezTo>
                  <a:lnTo>
                    <a:pt x="74762" y="1915"/>
                  </a:lnTo>
                  <a:cubicBezTo>
                    <a:pt x="72206" y="-638"/>
                    <a:pt x="68372" y="-638"/>
                    <a:pt x="65816" y="1915"/>
                  </a:cubicBezTo>
                  <a:cubicBezTo>
                    <a:pt x="63260" y="4469"/>
                    <a:pt x="63260" y="8299"/>
                    <a:pt x="65816" y="10853"/>
                  </a:cubicBezTo>
                  <a:lnTo>
                    <a:pt x="97127" y="42134"/>
                  </a:lnTo>
                  <a:lnTo>
                    <a:pt x="6390" y="42134"/>
                  </a:lnTo>
                  <a:cubicBezTo>
                    <a:pt x="2556" y="42134"/>
                    <a:pt x="0" y="44688"/>
                    <a:pt x="0" y="48518"/>
                  </a:cubicBezTo>
                  <a:cubicBezTo>
                    <a:pt x="0" y="52349"/>
                    <a:pt x="2556" y="54902"/>
                    <a:pt x="6390" y="54902"/>
                  </a:cubicBezTo>
                  <a:lnTo>
                    <a:pt x="96488" y="54902"/>
                  </a:lnTo>
                  <a:lnTo>
                    <a:pt x="65177" y="86184"/>
                  </a:lnTo>
                  <a:cubicBezTo>
                    <a:pt x="62621" y="88737"/>
                    <a:pt x="62621" y="92568"/>
                    <a:pt x="65177" y="95121"/>
                  </a:cubicBezTo>
                  <a:cubicBezTo>
                    <a:pt x="65177" y="95121"/>
                    <a:pt x="65177" y="95121"/>
                    <a:pt x="65177" y="95121"/>
                  </a:cubicBezTo>
                  <a:cubicBezTo>
                    <a:pt x="66455" y="96398"/>
                    <a:pt x="67733" y="97037"/>
                    <a:pt x="69650" y="97037"/>
                  </a:cubicBezTo>
                  <a:cubicBezTo>
                    <a:pt x="71567" y="97037"/>
                    <a:pt x="72845" y="96398"/>
                    <a:pt x="74123" y="95121"/>
                  </a:cubicBezTo>
                  <a:lnTo>
                    <a:pt x="116297" y="52987"/>
                  </a:lnTo>
                  <a:lnTo>
                    <a:pt x="116297" y="52987"/>
                  </a:lnTo>
                  <a:cubicBezTo>
                    <a:pt x="116936" y="52349"/>
                    <a:pt x="117575" y="51710"/>
                    <a:pt x="117575" y="51072"/>
                  </a:cubicBezTo>
                  <a:lnTo>
                    <a:pt x="117575" y="51072"/>
                  </a:lnTo>
                  <a:lnTo>
                    <a:pt x="117575" y="51072"/>
                  </a:lnTo>
                  <a:cubicBezTo>
                    <a:pt x="118214" y="50433"/>
                    <a:pt x="118214" y="49157"/>
                    <a:pt x="118214" y="47880"/>
                  </a:cubicBezTo>
                  <a:cubicBezTo>
                    <a:pt x="118214" y="48518"/>
                    <a:pt x="118214" y="48518"/>
                    <a:pt x="118214" y="47880"/>
                  </a:cubicBezTo>
                  <a:close/>
                </a:path>
              </a:pathLst>
            </a:custGeom>
            <a:solidFill>
              <a:srgbClr val="00A3E0"/>
            </a:solidFill>
            <a:ln w="6390" cap="flat">
              <a:noFill/>
              <a:prstDash val="solid"/>
              <a:miter/>
            </a:ln>
          </p:spPr>
          <p:txBody>
            <a:bodyPr rtlCol="0" anchor="ctr"/>
            <a:lstStyle/>
            <a:p>
              <a:endParaRPr lang="en-US"/>
            </a:p>
          </p:txBody>
        </p:sp>
      </p:grpSp>
      <p:grpSp>
        <p:nvGrpSpPr>
          <p:cNvPr id="382" name="Graphic 4">
            <a:extLst>
              <a:ext uri="{FF2B5EF4-FFF2-40B4-BE49-F238E27FC236}">
                <a16:creationId xmlns:a16="http://schemas.microsoft.com/office/drawing/2014/main" id="{131AF58F-63FD-5249-9B7D-2C3A90A3CAE6}"/>
              </a:ext>
            </a:extLst>
          </p:cNvPr>
          <p:cNvGrpSpPr/>
          <p:nvPr/>
        </p:nvGrpSpPr>
        <p:grpSpPr>
          <a:xfrm>
            <a:off x="4660820" y="2855717"/>
            <a:ext cx="362312" cy="361971"/>
            <a:chOff x="4660820" y="2855717"/>
            <a:chExt cx="362312" cy="361971"/>
          </a:xfrm>
          <a:solidFill>
            <a:srgbClr val="00A3E0"/>
          </a:solidFill>
        </p:grpSpPr>
        <p:sp>
          <p:nvSpPr>
            <p:cNvPr id="383" name="Graphic 4">
              <a:extLst>
                <a:ext uri="{FF2B5EF4-FFF2-40B4-BE49-F238E27FC236}">
                  <a16:creationId xmlns:a16="http://schemas.microsoft.com/office/drawing/2014/main" id="{3FCAC0E5-6C0D-DF47-B269-32472D3B918B}"/>
                </a:ext>
              </a:extLst>
            </p:cNvPr>
            <p:cNvSpPr/>
            <p:nvPr/>
          </p:nvSpPr>
          <p:spPr>
            <a:xfrm>
              <a:off x="4660820" y="2855717"/>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6"/>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1076"/>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234"/>
                    <a:pt x="274767" y="348565"/>
                    <a:pt x="181474" y="349204"/>
                  </a:cubicBezTo>
                  <a:close/>
                </a:path>
              </a:pathLst>
            </a:custGeom>
            <a:solidFill>
              <a:srgbClr val="00A3E0"/>
            </a:solidFill>
            <a:ln w="6390" cap="flat">
              <a:noFill/>
              <a:prstDash val="solid"/>
              <a:miter/>
            </a:ln>
          </p:spPr>
          <p:txBody>
            <a:bodyPr rtlCol="0" anchor="ctr"/>
            <a:lstStyle/>
            <a:p>
              <a:endParaRPr lang="en-US"/>
            </a:p>
          </p:txBody>
        </p:sp>
        <p:sp>
          <p:nvSpPr>
            <p:cNvPr id="384" name="Graphic 4">
              <a:extLst>
                <a:ext uri="{FF2B5EF4-FFF2-40B4-BE49-F238E27FC236}">
                  <a16:creationId xmlns:a16="http://schemas.microsoft.com/office/drawing/2014/main" id="{9B65ABF4-BF96-C34E-B35D-689ED7F9AD28}"/>
                </a:ext>
              </a:extLst>
            </p:cNvPr>
            <p:cNvSpPr/>
            <p:nvPr/>
          </p:nvSpPr>
          <p:spPr>
            <a:xfrm>
              <a:off x="4849962" y="3043407"/>
              <a:ext cx="87542" cy="87460"/>
            </a:xfrm>
            <a:custGeom>
              <a:avLst/>
              <a:gdLst>
                <a:gd name="connsiteX0" fmla="*/ 21726 w 87542"/>
                <a:gd name="connsiteY0" fmla="*/ 12768 h 87460"/>
                <a:gd name="connsiteX1" fmla="*/ 66456 w 87542"/>
                <a:gd name="connsiteY1" fmla="*/ 12768 h 87460"/>
                <a:gd name="connsiteX2" fmla="*/ 72845 w 87542"/>
                <a:gd name="connsiteY2" fmla="*/ 6384 h 87460"/>
                <a:gd name="connsiteX3" fmla="*/ 66456 w 87542"/>
                <a:gd name="connsiteY3" fmla="*/ 0 h 87460"/>
                <a:gd name="connsiteX4" fmla="*/ 6390 w 87542"/>
                <a:gd name="connsiteY4" fmla="*/ 0 h 87460"/>
                <a:gd name="connsiteX5" fmla="*/ 4473 w 87542"/>
                <a:gd name="connsiteY5" fmla="*/ 638 h 87460"/>
                <a:gd name="connsiteX6" fmla="*/ 3834 w 87542"/>
                <a:gd name="connsiteY6" fmla="*/ 638 h 87460"/>
                <a:gd name="connsiteX7" fmla="*/ 2556 w 87542"/>
                <a:gd name="connsiteY7" fmla="*/ 1277 h 87460"/>
                <a:gd name="connsiteX8" fmla="*/ 1917 w 87542"/>
                <a:gd name="connsiteY8" fmla="*/ 1915 h 87460"/>
                <a:gd name="connsiteX9" fmla="*/ 639 w 87542"/>
                <a:gd name="connsiteY9" fmla="*/ 3830 h 87460"/>
                <a:gd name="connsiteX10" fmla="*/ 639 w 87542"/>
                <a:gd name="connsiteY10" fmla="*/ 3830 h 87460"/>
                <a:gd name="connsiteX11" fmla="*/ 639 w 87542"/>
                <a:gd name="connsiteY11" fmla="*/ 3830 h 87460"/>
                <a:gd name="connsiteX12" fmla="*/ 0 w 87542"/>
                <a:gd name="connsiteY12" fmla="*/ 6384 h 87460"/>
                <a:gd name="connsiteX13" fmla="*/ 0 w 87542"/>
                <a:gd name="connsiteY13" fmla="*/ 66393 h 87460"/>
                <a:gd name="connsiteX14" fmla="*/ 6390 w 87542"/>
                <a:gd name="connsiteY14" fmla="*/ 72777 h 87460"/>
                <a:gd name="connsiteX15" fmla="*/ 12780 w 87542"/>
                <a:gd name="connsiteY15" fmla="*/ 66393 h 87460"/>
                <a:gd name="connsiteX16" fmla="*/ 12780 w 87542"/>
                <a:gd name="connsiteY16" fmla="*/ 21706 h 87460"/>
                <a:gd name="connsiteX17" fmla="*/ 76679 w 87542"/>
                <a:gd name="connsiteY17" fmla="*/ 85545 h 87460"/>
                <a:gd name="connsiteX18" fmla="*/ 85625 w 87542"/>
                <a:gd name="connsiteY18" fmla="*/ 85545 h 87460"/>
                <a:gd name="connsiteX19" fmla="*/ 85625 w 87542"/>
                <a:gd name="connsiteY19" fmla="*/ 76608 h 87460"/>
                <a:gd name="connsiteX20" fmla="*/ 21726 w 87542"/>
                <a:gd name="connsiteY20" fmla="*/ 12768 h 8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7542" h="87460">
                  <a:moveTo>
                    <a:pt x="21726" y="12768"/>
                  </a:moveTo>
                  <a:lnTo>
                    <a:pt x="66456" y="12768"/>
                  </a:lnTo>
                  <a:cubicBezTo>
                    <a:pt x="70289" y="12768"/>
                    <a:pt x="72845" y="10214"/>
                    <a:pt x="72845" y="6384"/>
                  </a:cubicBezTo>
                  <a:cubicBezTo>
                    <a:pt x="72845" y="2554"/>
                    <a:pt x="70289" y="0"/>
                    <a:pt x="66456" y="0"/>
                  </a:cubicBezTo>
                  <a:lnTo>
                    <a:pt x="6390" y="0"/>
                  </a:lnTo>
                  <a:cubicBezTo>
                    <a:pt x="5751" y="0"/>
                    <a:pt x="5112" y="0"/>
                    <a:pt x="4473" y="638"/>
                  </a:cubicBezTo>
                  <a:lnTo>
                    <a:pt x="3834" y="638"/>
                  </a:lnTo>
                  <a:lnTo>
                    <a:pt x="2556" y="1277"/>
                  </a:lnTo>
                  <a:cubicBezTo>
                    <a:pt x="2556" y="1277"/>
                    <a:pt x="2556" y="1277"/>
                    <a:pt x="1917" y="1915"/>
                  </a:cubicBezTo>
                  <a:cubicBezTo>
                    <a:pt x="1278" y="2554"/>
                    <a:pt x="1278" y="3192"/>
                    <a:pt x="639" y="3830"/>
                  </a:cubicBezTo>
                  <a:lnTo>
                    <a:pt x="639" y="3830"/>
                  </a:lnTo>
                  <a:lnTo>
                    <a:pt x="639" y="3830"/>
                  </a:lnTo>
                  <a:cubicBezTo>
                    <a:pt x="639" y="4469"/>
                    <a:pt x="0" y="5107"/>
                    <a:pt x="0" y="6384"/>
                  </a:cubicBezTo>
                  <a:lnTo>
                    <a:pt x="0" y="66393"/>
                  </a:lnTo>
                  <a:cubicBezTo>
                    <a:pt x="0" y="70224"/>
                    <a:pt x="2556" y="72777"/>
                    <a:pt x="6390" y="72777"/>
                  </a:cubicBezTo>
                  <a:cubicBezTo>
                    <a:pt x="10224" y="72777"/>
                    <a:pt x="12780" y="70224"/>
                    <a:pt x="12780" y="66393"/>
                  </a:cubicBezTo>
                  <a:lnTo>
                    <a:pt x="12780" y="21706"/>
                  </a:lnTo>
                  <a:lnTo>
                    <a:pt x="76679" y="85545"/>
                  </a:lnTo>
                  <a:cubicBezTo>
                    <a:pt x="79235" y="88099"/>
                    <a:pt x="83069" y="88099"/>
                    <a:pt x="85625" y="85545"/>
                  </a:cubicBezTo>
                  <a:cubicBezTo>
                    <a:pt x="88181" y="82992"/>
                    <a:pt x="88181" y="79161"/>
                    <a:pt x="85625" y="76608"/>
                  </a:cubicBezTo>
                  <a:lnTo>
                    <a:pt x="21726" y="12768"/>
                  </a:lnTo>
                  <a:close/>
                </a:path>
              </a:pathLst>
            </a:custGeom>
            <a:solidFill>
              <a:srgbClr val="00A3E0"/>
            </a:solidFill>
            <a:ln w="6390" cap="flat">
              <a:noFill/>
              <a:prstDash val="solid"/>
              <a:miter/>
            </a:ln>
          </p:spPr>
          <p:txBody>
            <a:bodyPr rtlCol="0" anchor="ctr"/>
            <a:lstStyle/>
            <a:p>
              <a:endParaRPr lang="en-US"/>
            </a:p>
          </p:txBody>
        </p:sp>
        <p:sp>
          <p:nvSpPr>
            <p:cNvPr id="385" name="Graphic 4">
              <a:extLst>
                <a:ext uri="{FF2B5EF4-FFF2-40B4-BE49-F238E27FC236}">
                  <a16:creationId xmlns:a16="http://schemas.microsoft.com/office/drawing/2014/main" id="{E6575710-0562-6240-B909-F8A7CDEC2B58}"/>
                </a:ext>
              </a:extLst>
            </p:cNvPr>
            <p:cNvSpPr/>
            <p:nvPr/>
          </p:nvSpPr>
          <p:spPr>
            <a:xfrm>
              <a:off x="4747374" y="2941552"/>
              <a:ext cx="87891" cy="87809"/>
            </a:xfrm>
            <a:custGeom>
              <a:avLst/>
              <a:gdLst>
                <a:gd name="connsiteX0" fmla="*/ 81501 w 87891"/>
                <a:gd name="connsiteY0" fmla="*/ 15032 h 87809"/>
                <a:gd name="connsiteX1" fmla="*/ 75111 w 87891"/>
                <a:gd name="connsiteY1" fmla="*/ 21416 h 87809"/>
                <a:gd name="connsiteX2" fmla="*/ 75111 w 87891"/>
                <a:gd name="connsiteY2" fmla="*/ 66104 h 87809"/>
                <a:gd name="connsiteX3" fmla="*/ 11212 w 87891"/>
                <a:gd name="connsiteY3" fmla="*/ 2264 h 87809"/>
                <a:gd name="connsiteX4" fmla="*/ 2266 w 87891"/>
                <a:gd name="connsiteY4" fmla="*/ 1626 h 87809"/>
                <a:gd name="connsiteX5" fmla="*/ 1627 w 87891"/>
                <a:gd name="connsiteY5" fmla="*/ 10563 h 87809"/>
                <a:gd name="connsiteX6" fmla="*/ 2266 w 87891"/>
                <a:gd name="connsiteY6" fmla="*/ 11202 h 87809"/>
                <a:gd name="connsiteX7" fmla="*/ 66165 w 87891"/>
                <a:gd name="connsiteY7" fmla="*/ 75041 h 87809"/>
                <a:gd name="connsiteX8" fmla="*/ 21436 w 87891"/>
                <a:gd name="connsiteY8" fmla="*/ 75041 h 87809"/>
                <a:gd name="connsiteX9" fmla="*/ 15046 w 87891"/>
                <a:gd name="connsiteY9" fmla="*/ 81425 h 87809"/>
                <a:gd name="connsiteX10" fmla="*/ 21436 w 87891"/>
                <a:gd name="connsiteY10" fmla="*/ 87809 h 87809"/>
                <a:gd name="connsiteX11" fmla="*/ 81501 w 87891"/>
                <a:gd name="connsiteY11" fmla="*/ 87809 h 87809"/>
                <a:gd name="connsiteX12" fmla="*/ 84057 w 87891"/>
                <a:gd name="connsiteY12" fmla="*/ 87171 h 87809"/>
                <a:gd name="connsiteX13" fmla="*/ 84057 w 87891"/>
                <a:gd name="connsiteY13" fmla="*/ 87171 h 87809"/>
                <a:gd name="connsiteX14" fmla="*/ 84057 w 87891"/>
                <a:gd name="connsiteY14" fmla="*/ 87171 h 87809"/>
                <a:gd name="connsiteX15" fmla="*/ 85974 w 87891"/>
                <a:gd name="connsiteY15" fmla="*/ 85894 h 87809"/>
                <a:gd name="connsiteX16" fmla="*/ 86613 w 87891"/>
                <a:gd name="connsiteY16" fmla="*/ 85256 h 87809"/>
                <a:gd name="connsiteX17" fmla="*/ 87252 w 87891"/>
                <a:gd name="connsiteY17" fmla="*/ 83979 h 87809"/>
                <a:gd name="connsiteX18" fmla="*/ 87252 w 87891"/>
                <a:gd name="connsiteY18" fmla="*/ 83341 h 87809"/>
                <a:gd name="connsiteX19" fmla="*/ 87891 w 87891"/>
                <a:gd name="connsiteY19" fmla="*/ 80787 h 87809"/>
                <a:gd name="connsiteX20" fmla="*/ 87891 w 87891"/>
                <a:gd name="connsiteY20" fmla="*/ 20778 h 87809"/>
                <a:gd name="connsiteX21" fmla="*/ 81501 w 87891"/>
                <a:gd name="connsiteY21" fmla="*/ 15032 h 87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91" h="87809">
                  <a:moveTo>
                    <a:pt x="81501" y="15032"/>
                  </a:moveTo>
                  <a:cubicBezTo>
                    <a:pt x="77667" y="15032"/>
                    <a:pt x="75111" y="17586"/>
                    <a:pt x="75111" y="21416"/>
                  </a:cubicBezTo>
                  <a:lnTo>
                    <a:pt x="75111" y="66104"/>
                  </a:lnTo>
                  <a:lnTo>
                    <a:pt x="11212" y="2264"/>
                  </a:lnTo>
                  <a:cubicBezTo>
                    <a:pt x="8656" y="-290"/>
                    <a:pt x="4822" y="-928"/>
                    <a:pt x="2266" y="1626"/>
                  </a:cubicBezTo>
                  <a:cubicBezTo>
                    <a:pt x="-290" y="4179"/>
                    <a:pt x="-929" y="8010"/>
                    <a:pt x="1627" y="10563"/>
                  </a:cubicBezTo>
                  <a:cubicBezTo>
                    <a:pt x="1627" y="10563"/>
                    <a:pt x="2266" y="11202"/>
                    <a:pt x="2266" y="11202"/>
                  </a:cubicBezTo>
                  <a:lnTo>
                    <a:pt x="66165" y="75041"/>
                  </a:lnTo>
                  <a:lnTo>
                    <a:pt x="21436" y="75041"/>
                  </a:lnTo>
                  <a:cubicBezTo>
                    <a:pt x="17602" y="75041"/>
                    <a:pt x="15046" y="77595"/>
                    <a:pt x="15046" y="81425"/>
                  </a:cubicBezTo>
                  <a:cubicBezTo>
                    <a:pt x="15046" y="85256"/>
                    <a:pt x="17602" y="87809"/>
                    <a:pt x="21436" y="87809"/>
                  </a:cubicBezTo>
                  <a:lnTo>
                    <a:pt x="81501" y="87809"/>
                  </a:lnTo>
                  <a:cubicBezTo>
                    <a:pt x="82140" y="87809"/>
                    <a:pt x="83418" y="87809"/>
                    <a:pt x="84057" y="87171"/>
                  </a:cubicBezTo>
                  <a:lnTo>
                    <a:pt x="84057" y="87171"/>
                  </a:lnTo>
                  <a:lnTo>
                    <a:pt x="84057" y="87171"/>
                  </a:lnTo>
                  <a:cubicBezTo>
                    <a:pt x="84696" y="87171"/>
                    <a:pt x="85335" y="86533"/>
                    <a:pt x="85974" y="85894"/>
                  </a:cubicBezTo>
                  <a:lnTo>
                    <a:pt x="86613" y="85256"/>
                  </a:lnTo>
                  <a:cubicBezTo>
                    <a:pt x="87252" y="84617"/>
                    <a:pt x="87252" y="84617"/>
                    <a:pt x="87252" y="83979"/>
                  </a:cubicBezTo>
                  <a:cubicBezTo>
                    <a:pt x="87252" y="83979"/>
                    <a:pt x="87252" y="83341"/>
                    <a:pt x="87252" y="83341"/>
                  </a:cubicBezTo>
                  <a:cubicBezTo>
                    <a:pt x="87252" y="82702"/>
                    <a:pt x="87891" y="82064"/>
                    <a:pt x="87891" y="80787"/>
                  </a:cubicBezTo>
                  <a:lnTo>
                    <a:pt x="87891" y="20778"/>
                  </a:lnTo>
                  <a:cubicBezTo>
                    <a:pt x="87252" y="18224"/>
                    <a:pt x="84696" y="15032"/>
                    <a:pt x="81501" y="15032"/>
                  </a:cubicBezTo>
                  <a:close/>
                </a:path>
              </a:pathLst>
            </a:custGeom>
            <a:solidFill>
              <a:srgbClr val="00A3E0"/>
            </a:solidFill>
            <a:ln w="6390" cap="flat">
              <a:noFill/>
              <a:prstDash val="solid"/>
              <a:miter/>
            </a:ln>
          </p:spPr>
          <p:txBody>
            <a:bodyPr rtlCol="0" anchor="ctr"/>
            <a:lstStyle/>
            <a:p>
              <a:endParaRPr lang="en-US"/>
            </a:p>
          </p:txBody>
        </p:sp>
      </p:grpSp>
      <p:grpSp>
        <p:nvGrpSpPr>
          <p:cNvPr id="386" name="Graphic 4">
            <a:extLst>
              <a:ext uri="{FF2B5EF4-FFF2-40B4-BE49-F238E27FC236}">
                <a16:creationId xmlns:a16="http://schemas.microsoft.com/office/drawing/2014/main" id="{07F5151B-91D2-6C4F-ADB1-8F0A28273184}"/>
              </a:ext>
            </a:extLst>
          </p:cNvPr>
          <p:cNvGrpSpPr/>
          <p:nvPr/>
        </p:nvGrpSpPr>
        <p:grpSpPr>
          <a:xfrm>
            <a:off x="5708130" y="2855717"/>
            <a:ext cx="362313" cy="361971"/>
            <a:chOff x="5708130" y="2855717"/>
            <a:chExt cx="362313" cy="361971"/>
          </a:xfrm>
          <a:solidFill>
            <a:srgbClr val="00A3E0"/>
          </a:solidFill>
        </p:grpSpPr>
        <p:sp>
          <p:nvSpPr>
            <p:cNvPr id="387" name="Graphic 4">
              <a:extLst>
                <a:ext uri="{FF2B5EF4-FFF2-40B4-BE49-F238E27FC236}">
                  <a16:creationId xmlns:a16="http://schemas.microsoft.com/office/drawing/2014/main" id="{1263EB6C-BD9F-2D43-A5CF-ADF07FED5150}"/>
                </a:ext>
              </a:extLst>
            </p:cNvPr>
            <p:cNvSpPr/>
            <p:nvPr/>
          </p:nvSpPr>
          <p:spPr>
            <a:xfrm>
              <a:off x="5708130" y="285571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49530" y="273234"/>
                    <a:pt x="274767" y="348565"/>
                    <a:pt x="181474" y="349204"/>
                  </a:cubicBezTo>
                  <a:close/>
                </a:path>
              </a:pathLst>
            </a:custGeom>
            <a:solidFill>
              <a:srgbClr val="00A3E0"/>
            </a:solidFill>
            <a:ln w="6390" cap="flat">
              <a:noFill/>
              <a:prstDash val="solid"/>
              <a:miter/>
            </a:ln>
          </p:spPr>
          <p:txBody>
            <a:bodyPr rtlCol="0" anchor="ctr"/>
            <a:lstStyle/>
            <a:p>
              <a:endParaRPr lang="en-US"/>
            </a:p>
          </p:txBody>
        </p:sp>
        <p:sp>
          <p:nvSpPr>
            <p:cNvPr id="388" name="Graphic 4">
              <a:extLst>
                <a:ext uri="{FF2B5EF4-FFF2-40B4-BE49-F238E27FC236}">
                  <a16:creationId xmlns:a16="http://schemas.microsoft.com/office/drawing/2014/main" id="{A787553D-01F8-3642-B2EF-29A354C91479}"/>
                </a:ext>
              </a:extLst>
            </p:cNvPr>
            <p:cNvSpPr/>
            <p:nvPr/>
          </p:nvSpPr>
          <p:spPr>
            <a:xfrm>
              <a:off x="5896633" y="2941901"/>
              <a:ext cx="87542" cy="87460"/>
            </a:xfrm>
            <a:custGeom>
              <a:avLst/>
              <a:gdLst>
                <a:gd name="connsiteX0" fmla="*/ 76679 w 87542"/>
                <a:gd name="connsiteY0" fmla="*/ 1915 h 87460"/>
                <a:gd name="connsiteX1" fmla="*/ 12780 w 87542"/>
                <a:gd name="connsiteY1" fmla="*/ 65755 h 87460"/>
                <a:gd name="connsiteX2" fmla="*/ 12780 w 87542"/>
                <a:gd name="connsiteY2" fmla="*/ 21067 h 87460"/>
                <a:gd name="connsiteX3" fmla="*/ 6390 w 87542"/>
                <a:gd name="connsiteY3" fmla="*/ 14683 h 87460"/>
                <a:gd name="connsiteX4" fmla="*/ 0 w 87542"/>
                <a:gd name="connsiteY4" fmla="*/ 21067 h 87460"/>
                <a:gd name="connsiteX5" fmla="*/ 0 w 87542"/>
                <a:gd name="connsiteY5" fmla="*/ 81077 h 87460"/>
                <a:gd name="connsiteX6" fmla="*/ 0 w 87542"/>
                <a:gd name="connsiteY6" fmla="*/ 81077 h 87460"/>
                <a:gd name="connsiteX7" fmla="*/ 639 w 87542"/>
                <a:gd name="connsiteY7" fmla="*/ 83630 h 87460"/>
                <a:gd name="connsiteX8" fmla="*/ 639 w 87542"/>
                <a:gd name="connsiteY8" fmla="*/ 83630 h 87460"/>
                <a:gd name="connsiteX9" fmla="*/ 639 w 87542"/>
                <a:gd name="connsiteY9" fmla="*/ 83630 h 87460"/>
                <a:gd name="connsiteX10" fmla="*/ 1917 w 87542"/>
                <a:gd name="connsiteY10" fmla="*/ 85545 h 87460"/>
                <a:gd name="connsiteX11" fmla="*/ 2556 w 87542"/>
                <a:gd name="connsiteY11" fmla="*/ 86184 h 87460"/>
                <a:gd name="connsiteX12" fmla="*/ 3834 w 87542"/>
                <a:gd name="connsiteY12" fmla="*/ 86822 h 87460"/>
                <a:gd name="connsiteX13" fmla="*/ 4473 w 87542"/>
                <a:gd name="connsiteY13" fmla="*/ 86822 h 87460"/>
                <a:gd name="connsiteX14" fmla="*/ 6390 w 87542"/>
                <a:gd name="connsiteY14" fmla="*/ 87460 h 87460"/>
                <a:gd name="connsiteX15" fmla="*/ 66456 w 87542"/>
                <a:gd name="connsiteY15" fmla="*/ 87460 h 87460"/>
                <a:gd name="connsiteX16" fmla="*/ 72845 w 87542"/>
                <a:gd name="connsiteY16" fmla="*/ 81077 h 87460"/>
                <a:gd name="connsiteX17" fmla="*/ 66456 w 87542"/>
                <a:gd name="connsiteY17" fmla="*/ 74693 h 87460"/>
                <a:gd name="connsiteX18" fmla="*/ 21726 w 87542"/>
                <a:gd name="connsiteY18" fmla="*/ 74693 h 87460"/>
                <a:gd name="connsiteX19" fmla="*/ 85625 w 87542"/>
                <a:gd name="connsiteY19" fmla="*/ 10853 h 87460"/>
                <a:gd name="connsiteX20" fmla="*/ 85625 w 87542"/>
                <a:gd name="connsiteY20" fmla="*/ 1915 h 87460"/>
                <a:gd name="connsiteX21" fmla="*/ 76679 w 87542"/>
                <a:gd name="connsiteY21" fmla="*/ 1915 h 8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542" h="87460">
                  <a:moveTo>
                    <a:pt x="76679" y="1915"/>
                  </a:moveTo>
                  <a:lnTo>
                    <a:pt x="12780" y="65755"/>
                  </a:lnTo>
                  <a:lnTo>
                    <a:pt x="12780" y="21067"/>
                  </a:lnTo>
                  <a:cubicBezTo>
                    <a:pt x="12780" y="17237"/>
                    <a:pt x="10224" y="14683"/>
                    <a:pt x="6390" y="14683"/>
                  </a:cubicBezTo>
                  <a:cubicBezTo>
                    <a:pt x="2556" y="14683"/>
                    <a:pt x="0" y="17237"/>
                    <a:pt x="0" y="21067"/>
                  </a:cubicBezTo>
                  <a:lnTo>
                    <a:pt x="0" y="81077"/>
                  </a:lnTo>
                  <a:lnTo>
                    <a:pt x="0" y="81077"/>
                  </a:lnTo>
                  <a:cubicBezTo>
                    <a:pt x="0" y="81715"/>
                    <a:pt x="0" y="82353"/>
                    <a:pt x="639" y="83630"/>
                  </a:cubicBezTo>
                  <a:lnTo>
                    <a:pt x="639" y="83630"/>
                  </a:lnTo>
                  <a:lnTo>
                    <a:pt x="639" y="83630"/>
                  </a:lnTo>
                  <a:cubicBezTo>
                    <a:pt x="639" y="84269"/>
                    <a:pt x="1278" y="84907"/>
                    <a:pt x="1917" y="85545"/>
                  </a:cubicBezTo>
                  <a:lnTo>
                    <a:pt x="2556" y="86184"/>
                  </a:lnTo>
                  <a:cubicBezTo>
                    <a:pt x="3195" y="86822"/>
                    <a:pt x="3195" y="86822"/>
                    <a:pt x="3834" y="86822"/>
                  </a:cubicBezTo>
                  <a:lnTo>
                    <a:pt x="4473" y="86822"/>
                  </a:lnTo>
                  <a:cubicBezTo>
                    <a:pt x="5112" y="86822"/>
                    <a:pt x="5751" y="87460"/>
                    <a:pt x="6390" y="87460"/>
                  </a:cubicBezTo>
                  <a:lnTo>
                    <a:pt x="66456" y="87460"/>
                  </a:lnTo>
                  <a:cubicBezTo>
                    <a:pt x="70289" y="87460"/>
                    <a:pt x="72845" y="84907"/>
                    <a:pt x="72845" y="81077"/>
                  </a:cubicBezTo>
                  <a:cubicBezTo>
                    <a:pt x="72845" y="77246"/>
                    <a:pt x="70289" y="74693"/>
                    <a:pt x="66456" y="74693"/>
                  </a:cubicBezTo>
                  <a:lnTo>
                    <a:pt x="21726" y="74693"/>
                  </a:lnTo>
                  <a:lnTo>
                    <a:pt x="85625" y="10853"/>
                  </a:lnTo>
                  <a:cubicBezTo>
                    <a:pt x="88181" y="8299"/>
                    <a:pt x="88181" y="4469"/>
                    <a:pt x="85625" y="1915"/>
                  </a:cubicBezTo>
                  <a:cubicBezTo>
                    <a:pt x="83069" y="-638"/>
                    <a:pt x="79235" y="-638"/>
                    <a:pt x="76679" y="1915"/>
                  </a:cubicBezTo>
                  <a:close/>
                </a:path>
              </a:pathLst>
            </a:custGeom>
            <a:solidFill>
              <a:srgbClr val="00A3E0"/>
            </a:solidFill>
            <a:ln w="6390" cap="flat">
              <a:noFill/>
              <a:prstDash val="solid"/>
              <a:miter/>
            </a:ln>
          </p:spPr>
          <p:txBody>
            <a:bodyPr rtlCol="0" anchor="ctr"/>
            <a:lstStyle/>
            <a:p>
              <a:endParaRPr lang="en-US"/>
            </a:p>
          </p:txBody>
        </p:sp>
        <p:sp>
          <p:nvSpPr>
            <p:cNvPr id="389" name="Graphic 4">
              <a:extLst>
                <a:ext uri="{FF2B5EF4-FFF2-40B4-BE49-F238E27FC236}">
                  <a16:creationId xmlns:a16="http://schemas.microsoft.com/office/drawing/2014/main" id="{6C0900A2-35B9-924F-8ADA-017847E2A206}"/>
                </a:ext>
              </a:extLst>
            </p:cNvPr>
            <p:cNvSpPr/>
            <p:nvPr/>
          </p:nvSpPr>
          <p:spPr>
            <a:xfrm>
              <a:off x="5795033" y="3043407"/>
              <a:ext cx="87542" cy="87460"/>
            </a:xfrm>
            <a:custGeom>
              <a:avLst/>
              <a:gdLst>
                <a:gd name="connsiteX0" fmla="*/ 86903 w 87542"/>
                <a:gd name="connsiteY0" fmla="*/ 3830 h 87460"/>
                <a:gd name="connsiteX1" fmla="*/ 85625 w 87542"/>
                <a:gd name="connsiteY1" fmla="*/ 2554 h 87460"/>
                <a:gd name="connsiteX2" fmla="*/ 84986 w 87542"/>
                <a:gd name="connsiteY2" fmla="*/ 1915 h 87460"/>
                <a:gd name="connsiteX3" fmla="*/ 83069 w 87542"/>
                <a:gd name="connsiteY3" fmla="*/ 638 h 87460"/>
                <a:gd name="connsiteX4" fmla="*/ 83069 w 87542"/>
                <a:gd name="connsiteY4" fmla="*/ 638 h 87460"/>
                <a:gd name="connsiteX5" fmla="*/ 81152 w 87542"/>
                <a:gd name="connsiteY5" fmla="*/ 0 h 87460"/>
                <a:gd name="connsiteX6" fmla="*/ 21087 w 87542"/>
                <a:gd name="connsiteY6" fmla="*/ 0 h 87460"/>
                <a:gd name="connsiteX7" fmla="*/ 14697 w 87542"/>
                <a:gd name="connsiteY7" fmla="*/ 6384 h 87460"/>
                <a:gd name="connsiteX8" fmla="*/ 21087 w 87542"/>
                <a:gd name="connsiteY8" fmla="*/ 12768 h 87460"/>
                <a:gd name="connsiteX9" fmla="*/ 65816 w 87542"/>
                <a:gd name="connsiteY9" fmla="*/ 12768 h 87460"/>
                <a:gd name="connsiteX10" fmla="*/ 1917 w 87542"/>
                <a:gd name="connsiteY10" fmla="*/ 76608 h 87460"/>
                <a:gd name="connsiteX11" fmla="*/ 1917 w 87542"/>
                <a:gd name="connsiteY11" fmla="*/ 85545 h 87460"/>
                <a:gd name="connsiteX12" fmla="*/ 6390 w 87542"/>
                <a:gd name="connsiteY12" fmla="*/ 87460 h 87460"/>
                <a:gd name="connsiteX13" fmla="*/ 10863 w 87542"/>
                <a:gd name="connsiteY13" fmla="*/ 85545 h 87460"/>
                <a:gd name="connsiteX14" fmla="*/ 74762 w 87542"/>
                <a:gd name="connsiteY14" fmla="*/ 21706 h 87460"/>
                <a:gd name="connsiteX15" fmla="*/ 74762 w 87542"/>
                <a:gd name="connsiteY15" fmla="*/ 66393 h 87460"/>
                <a:gd name="connsiteX16" fmla="*/ 81152 w 87542"/>
                <a:gd name="connsiteY16" fmla="*/ 72777 h 87460"/>
                <a:gd name="connsiteX17" fmla="*/ 87542 w 87542"/>
                <a:gd name="connsiteY17" fmla="*/ 66393 h 87460"/>
                <a:gd name="connsiteX18" fmla="*/ 87542 w 87542"/>
                <a:gd name="connsiteY18" fmla="*/ 6384 h 87460"/>
                <a:gd name="connsiteX19" fmla="*/ 86903 w 87542"/>
                <a:gd name="connsiteY19" fmla="*/ 3830 h 87460"/>
                <a:gd name="connsiteX20" fmla="*/ 86903 w 87542"/>
                <a:gd name="connsiteY20" fmla="*/ 3830 h 8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7542" h="87460">
                  <a:moveTo>
                    <a:pt x="86903" y="3830"/>
                  </a:moveTo>
                  <a:cubicBezTo>
                    <a:pt x="86903" y="3192"/>
                    <a:pt x="86264" y="3192"/>
                    <a:pt x="85625" y="2554"/>
                  </a:cubicBezTo>
                  <a:lnTo>
                    <a:pt x="84986" y="1915"/>
                  </a:lnTo>
                  <a:cubicBezTo>
                    <a:pt x="84347" y="1277"/>
                    <a:pt x="83708" y="1277"/>
                    <a:pt x="83069" y="638"/>
                  </a:cubicBezTo>
                  <a:lnTo>
                    <a:pt x="83069" y="638"/>
                  </a:lnTo>
                  <a:cubicBezTo>
                    <a:pt x="82430" y="638"/>
                    <a:pt x="81791" y="0"/>
                    <a:pt x="81152" y="0"/>
                  </a:cubicBezTo>
                  <a:lnTo>
                    <a:pt x="21087" y="0"/>
                  </a:lnTo>
                  <a:cubicBezTo>
                    <a:pt x="17253" y="0"/>
                    <a:pt x="14697" y="2554"/>
                    <a:pt x="14697" y="6384"/>
                  </a:cubicBezTo>
                  <a:cubicBezTo>
                    <a:pt x="14697" y="10214"/>
                    <a:pt x="17253" y="12768"/>
                    <a:pt x="21087" y="12768"/>
                  </a:cubicBezTo>
                  <a:lnTo>
                    <a:pt x="65816" y="12768"/>
                  </a:lnTo>
                  <a:lnTo>
                    <a:pt x="1917" y="76608"/>
                  </a:lnTo>
                  <a:cubicBezTo>
                    <a:pt x="-639" y="79161"/>
                    <a:pt x="-639" y="82992"/>
                    <a:pt x="1917" y="85545"/>
                  </a:cubicBezTo>
                  <a:cubicBezTo>
                    <a:pt x="3195" y="86822"/>
                    <a:pt x="4473" y="87460"/>
                    <a:pt x="6390" y="87460"/>
                  </a:cubicBezTo>
                  <a:cubicBezTo>
                    <a:pt x="8307" y="87460"/>
                    <a:pt x="9585" y="86822"/>
                    <a:pt x="10863" y="85545"/>
                  </a:cubicBezTo>
                  <a:lnTo>
                    <a:pt x="74762" y="21706"/>
                  </a:lnTo>
                  <a:lnTo>
                    <a:pt x="74762" y="66393"/>
                  </a:lnTo>
                  <a:cubicBezTo>
                    <a:pt x="74762" y="70224"/>
                    <a:pt x="77318" y="72777"/>
                    <a:pt x="81152" y="72777"/>
                  </a:cubicBezTo>
                  <a:cubicBezTo>
                    <a:pt x="84986" y="72777"/>
                    <a:pt x="87542" y="70224"/>
                    <a:pt x="87542" y="66393"/>
                  </a:cubicBezTo>
                  <a:lnTo>
                    <a:pt x="87542" y="6384"/>
                  </a:lnTo>
                  <a:cubicBezTo>
                    <a:pt x="87542" y="5746"/>
                    <a:pt x="87542" y="5107"/>
                    <a:pt x="86903" y="3830"/>
                  </a:cubicBezTo>
                  <a:cubicBezTo>
                    <a:pt x="87542" y="4469"/>
                    <a:pt x="86903" y="3830"/>
                    <a:pt x="86903" y="3830"/>
                  </a:cubicBezTo>
                  <a:close/>
                </a:path>
              </a:pathLst>
            </a:custGeom>
            <a:solidFill>
              <a:srgbClr val="00A3E0"/>
            </a:solidFill>
            <a:ln w="6390" cap="flat">
              <a:noFill/>
              <a:prstDash val="solid"/>
              <a:miter/>
            </a:ln>
          </p:spPr>
          <p:txBody>
            <a:bodyPr rtlCol="0" anchor="ctr"/>
            <a:lstStyle/>
            <a:p>
              <a:endParaRPr lang="en-US"/>
            </a:p>
          </p:txBody>
        </p:sp>
      </p:grpSp>
      <p:grpSp>
        <p:nvGrpSpPr>
          <p:cNvPr id="390" name="Graphic 4">
            <a:extLst>
              <a:ext uri="{FF2B5EF4-FFF2-40B4-BE49-F238E27FC236}">
                <a16:creationId xmlns:a16="http://schemas.microsoft.com/office/drawing/2014/main" id="{E43F3AE9-91B9-204B-B123-57AD119E1252}"/>
              </a:ext>
            </a:extLst>
          </p:cNvPr>
          <p:cNvGrpSpPr/>
          <p:nvPr/>
        </p:nvGrpSpPr>
        <p:grpSpPr>
          <a:xfrm>
            <a:off x="3607758" y="2855717"/>
            <a:ext cx="362309" cy="361971"/>
            <a:chOff x="3607758" y="2855717"/>
            <a:chExt cx="362309" cy="361971"/>
          </a:xfrm>
          <a:solidFill>
            <a:srgbClr val="00A3E0"/>
          </a:solidFill>
        </p:grpSpPr>
        <p:sp>
          <p:nvSpPr>
            <p:cNvPr id="391" name="Graphic 4">
              <a:extLst>
                <a:ext uri="{FF2B5EF4-FFF2-40B4-BE49-F238E27FC236}">
                  <a16:creationId xmlns:a16="http://schemas.microsoft.com/office/drawing/2014/main" id="{92C182AF-56B4-DE46-895C-484BA58128CF}"/>
                </a:ext>
              </a:extLst>
            </p:cNvPr>
            <p:cNvSpPr/>
            <p:nvPr/>
          </p:nvSpPr>
          <p:spPr>
            <a:xfrm>
              <a:off x="3607758" y="28557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0667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0438"/>
                    <a:pt x="0" y="180667"/>
                  </a:cubicBezTo>
                  <a:cubicBezTo>
                    <a:pt x="0" y="280895"/>
                    <a:pt x="80513" y="361972"/>
                    <a:pt x="180836" y="361972"/>
                  </a:cubicBezTo>
                  <a:cubicBezTo>
                    <a:pt x="281157" y="361972"/>
                    <a:pt x="362310" y="281533"/>
                    <a:pt x="362310" y="181305"/>
                  </a:cubicBezTo>
                  <a:cubicBezTo>
                    <a:pt x="362310" y="181305"/>
                    <a:pt x="362310" y="181305"/>
                    <a:pt x="362310" y="180667"/>
                  </a:cubicBezTo>
                  <a:cubicBezTo>
                    <a:pt x="362310" y="81076"/>
                    <a:pt x="281157" y="0"/>
                    <a:pt x="181474" y="0"/>
                  </a:cubicBezTo>
                  <a:close/>
                  <a:moveTo>
                    <a:pt x="181474" y="349204"/>
                  </a:moveTo>
                  <a:cubicBezTo>
                    <a:pt x="88181" y="349204"/>
                    <a:pt x="12780" y="274511"/>
                    <a:pt x="12780" y="181305"/>
                  </a:cubicBezTo>
                  <a:cubicBezTo>
                    <a:pt x="12780" y="88099"/>
                    <a:pt x="87542" y="12768"/>
                    <a:pt x="180836" y="12768"/>
                  </a:cubicBezTo>
                  <a:cubicBezTo>
                    <a:pt x="274128" y="12768"/>
                    <a:pt x="349530" y="87460"/>
                    <a:pt x="349530" y="180667"/>
                  </a:cubicBezTo>
                  <a:cubicBezTo>
                    <a:pt x="349530" y="180667"/>
                    <a:pt x="349530" y="180667"/>
                    <a:pt x="349530" y="180667"/>
                  </a:cubicBezTo>
                  <a:cubicBezTo>
                    <a:pt x="349530" y="273234"/>
                    <a:pt x="274128" y="348565"/>
                    <a:pt x="181474" y="349204"/>
                  </a:cubicBezTo>
                  <a:close/>
                </a:path>
              </a:pathLst>
            </a:custGeom>
            <a:solidFill>
              <a:srgbClr val="00A3E0"/>
            </a:solidFill>
            <a:ln w="6390" cap="flat">
              <a:noFill/>
              <a:prstDash val="solid"/>
              <a:miter/>
            </a:ln>
          </p:spPr>
          <p:txBody>
            <a:bodyPr rtlCol="0" anchor="ctr"/>
            <a:lstStyle/>
            <a:p>
              <a:endParaRPr lang="en-US"/>
            </a:p>
          </p:txBody>
        </p:sp>
        <p:sp>
          <p:nvSpPr>
            <p:cNvPr id="392" name="Graphic 4">
              <a:extLst>
                <a:ext uri="{FF2B5EF4-FFF2-40B4-BE49-F238E27FC236}">
                  <a16:creationId xmlns:a16="http://schemas.microsoft.com/office/drawing/2014/main" id="{BBA3F6F2-835F-0F4E-917D-88D34F584A0B}"/>
                </a:ext>
              </a:extLst>
            </p:cNvPr>
            <p:cNvSpPr/>
            <p:nvPr/>
          </p:nvSpPr>
          <p:spPr>
            <a:xfrm>
              <a:off x="3740669" y="3049152"/>
              <a:ext cx="97476" cy="118103"/>
            </a:xfrm>
            <a:custGeom>
              <a:avLst/>
              <a:gdLst>
                <a:gd name="connsiteX0" fmla="*/ 53037 w 97476"/>
                <a:gd name="connsiteY0" fmla="*/ 1915 h 118103"/>
                <a:gd name="connsiteX1" fmla="*/ 51120 w 97476"/>
                <a:gd name="connsiteY1" fmla="*/ 638 h 118103"/>
                <a:gd name="connsiteX2" fmla="*/ 50480 w 97476"/>
                <a:gd name="connsiteY2" fmla="*/ 638 h 118103"/>
                <a:gd name="connsiteX3" fmla="*/ 48564 w 97476"/>
                <a:gd name="connsiteY3" fmla="*/ 0 h 118103"/>
                <a:gd name="connsiteX4" fmla="*/ 47925 w 97476"/>
                <a:gd name="connsiteY4" fmla="*/ 0 h 118103"/>
                <a:gd name="connsiteX5" fmla="*/ 46007 w 97476"/>
                <a:gd name="connsiteY5" fmla="*/ 638 h 118103"/>
                <a:gd name="connsiteX6" fmla="*/ 46007 w 97476"/>
                <a:gd name="connsiteY6" fmla="*/ 638 h 118103"/>
                <a:gd name="connsiteX7" fmla="*/ 44091 w 97476"/>
                <a:gd name="connsiteY7" fmla="*/ 1915 h 118103"/>
                <a:gd name="connsiteX8" fmla="*/ 44091 w 97476"/>
                <a:gd name="connsiteY8" fmla="*/ 1915 h 118103"/>
                <a:gd name="connsiteX9" fmla="*/ 1917 w 97476"/>
                <a:gd name="connsiteY9" fmla="*/ 44049 h 118103"/>
                <a:gd name="connsiteX10" fmla="*/ 1917 w 97476"/>
                <a:gd name="connsiteY10" fmla="*/ 52987 h 118103"/>
                <a:gd name="connsiteX11" fmla="*/ 10863 w 97476"/>
                <a:gd name="connsiteY11" fmla="*/ 52987 h 118103"/>
                <a:gd name="connsiteX12" fmla="*/ 10863 w 97476"/>
                <a:gd name="connsiteY12" fmla="*/ 52987 h 118103"/>
                <a:gd name="connsiteX13" fmla="*/ 42174 w 97476"/>
                <a:gd name="connsiteY13" fmla="*/ 21706 h 118103"/>
                <a:gd name="connsiteX14" fmla="*/ 42174 w 97476"/>
                <a:gd name="connsiteY14" fmla="*/ 111720 h 118103"/>
                <a:gd name="connsiteX15" fmla="*/ 48564 w 97476"/>
                <a:gd name="connsiteY15" fmla="*/ 118104 h 118103"/>
                <a:gd name="connsiteX16" fmla="*/ 54954 w 97476"/>
                <a:gd name="connsiteY16" fmla="*/ 111720 h 118103"/>
                <a:gd name="connsiteX17" fmla="*/ 54954 w 97476"/>
                <a:gd name="connsiteY17" fmla="*/ 21706 h 118103"/>
                <a:gd name="connsiteX18" fmla="*/ 86264 w 97476"/>
                <a:gd name="connsiteY18" fmla="*/ 52987 h 118103"/>
                <a:gd name="connsiteX19" fmla="*/ 95210 w 97476"/>
                <a:gd name="connsiteY19" fmla="*/ 53625 h 118103"/>
                <a:gd name="connsiteX20" fmla="*/ 95849 w 97476"/>
                <a:gd name="connsiteY20" fmla="*/ 44688 h 118103"/>
                <a:gd name="connsiteX21" fmla="*/ 95210 w 97476"/>
                <a:gd name="connsiteY21" fmla="*/ 44049 h 118103"/>
                <a:gd name="connsiteX22" fmla="*/ 53037 w 97476"/>
                <a:gd name="connsiteY22" fmla="*/ 1915 h 118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7476" h="118103">
                  <a:moveTo>
                    <a:pt x="53037" y="1915"/>
                  </a:moveTo>
                  <a:cubicBezTo>
                    <a:pt x="52397" y="1277"/>
                    <a:pt x="51759" y="1277"/>
                    <a:pt x="51120" y="638"/>
                  </a:cubicBezTo>
                  <a:lnTo>
                    <a:pt x="50480" y="638"/>
                  </a:lnTo>
                  <a:cubicBezTo>
                    <a:pt x="49842" y="0"/>
                    <a:pt x="49202" y="0"/>
                    <a:pt x="48564" y="0"/>
                  </a:cubicBezTo>
                  <a:lnTo>
                    <a:pt x="47925" y="0"/>
                  </a:lnTo>
                  <a:cubicBezTo>
                    <a:pt x="47285" y="0"/>
                    <a:pt x="46647" y="0"/>
                    <a:pt x="46007" y="638"/>
                  </a:cubicBezTo>
                  <a:lnTo>
                    <a:pt x="46007" y="638"/>
                  </a:lnTo>
                  <a:cubicBezTo>
                    <a:pt x="45369" y="638"/>
                    <a:pt x="44730" y="1277"/>
                    <a:pt x="44091" y="1915"/>
                  </a:cubicBezTo>
                  <a:lnTo>
                    <a:pt x="44091" y="1915"/>
                  </a:lnTo>
                  <a:lnTo>
                    <a:pt x="1917" y="44049"/>
                  </a:lnTo>
                  <a:cubicBezTo>
                    <a:pt x="-639" y="46603"/>
                    <a:pt x="-639" y="50433"/>
                    <a:pt x="1917" y="52987"/>
                  </a:cubicBezTo>
                  <a:cubicBezTo>
                    <a:pt x="4473" y="55541"/>
                    <a:pt x="8307" y="55541"/>
                    <a:pt x="10863" y="52987"/>
                  </a:cubicBezTo>
                  <a:cubicBezTo>
                    <a:pt x="10863" y="52987"/>
                    <a:pt x="10863" y="52987"/>
                    <a:pt x="10863" y="52987"/>
                  </a:cubicBezTo>
                  <a:lnTo>
                    <a:pt x="42174" y="21706"/>
                  </a:lnTo>
                  <a:lnTo>
                    <a:pt x="42174" y="111720"/>
                  </a:lnTo>
                  <a:cubicBezTo>
                    <a:pt x="42174" y="115550"/>
                    <a:pt x="44730" y="118104"/>
                    <a:pt x="48564" y="118104"/>
                  </a:cubicBezTo>
                  <a:cubicBezTo>
                    <a:pt x="52397" y="118104"/>
                    <a:pt x="54954" y="115550"/>
                    <a:pt x="54954" y="111720"/>
                  </a:cubicBezTo>
                  <a:lnTo>
                    <a:pt x="54954" y="21706"/>
                  </a:lnTo>
                  <a:lnTo>
                    <a:pt x="86264" y="52987"/>
                  </a:lnTo>
                  <a:cubicBezTo>
                    <a:pt x="88820" y="55541"/>
                    <a:pt x="92654" y="56179"/>
                    <a:pt x="95210" y="53625"/>
                  </a:cubicBezTo>
                  <a:cubicBezTo>
                    <a:pt x="97766" y="51072"/>
                    <a:pt x="98405" y="47241"/>
                    <a:pt x="95849" y="44688"/>
                  </a:cubicBezTo>
                  <a:cubicBezTo>
                    <a:pt x="95849" y="44688"/>
                    <a:pt x="95210" y="44049"/>
                    <a:pt x="95210" y="44049"/>
                  </a:cubicBezTo>
                  <a:lnTo>
                    <a:pt x="53037" y="1915"/>
                  </a:lnTo>
                  <a:close/>
                </a:path>
              </a:pathLst>
            </a:custGeom>
            <a:solidFill>
              <a:srgbClr val="00A3E0"/>
            </a:solidFill>
            <a:ln w="6390" cap="flat">
              <a:noFill/>
              <a:prstDash val="solid"/>
              <a:miter/>
            </a:ln>
          </p:spPr>
          <p:txBody>
            <a:bodyPr rtlCol="0" anchor="ctr"/>
            <a:lstStyle/>
            <a:p>
              <a:endParaRPr lang="en-US"/>
            </a:p>
          </p:txBody>
        </p:sp>
        <p:sp>
          <p:nvSpPr>
            <p:cNvPr id="393" name="Graphic 4">
              <a:extLst>
                <a:ext uri="{FF2B5EF4-FFF2-40B4-BE49-F238E27FC236}">
                  <a16:creationId xmlns:a16="http://schemas.microsoft.com/office/drawing/2014/main" id="{3E24B730-71F5-6649-A836-9C91202B7D91}"/>
                </a:ext>
              </a:extLst>
            </p:cNvPr>
            <p:cNvSpPr/>
            <p:nvPr/>
          </p:nvSpPr>
          <p:spPr>
            <a:xfrm>
              <a:off x="3740030" y="2905512"/>
              <a:ext cx="97126" cy="118103"/>
            </a:xfrm>
            <a:custGeom>
              <a:avLst/>
              <a:gdLst>
                <a:gd name="connsiteX0" fmla="*/ 86903 w 97126"/>
                <a:gd name="connsiteY0" fmla="*/ 65117 h 118103"/>
                <a:gd name="connsiteX1" fmla="*/ 55592 w 97126"/>
                <a:gd name="connsiteY1" fmla="*/ 96398 h 118103"/>
                <a:gd name="connsiteX2" fmla="*/ 55592 w 97126"/>
                <a:gd name="connsiteY2" fmla="*/ 6384 h 118103"/>
                <a:gd name="connsiteX3" fmla="*/ 49202 w 97126"/>
                <a:gd name="connsiteY3" fmla="*/ 0 h 118103"/>
                <a:gd name="connsiteX4" fmla="*/ 42813 w 97126"/>
                <a:gd name="connsiteY4" fmla="*/ 6384 h 118103"/>
                <a:gd name="connsiteX5" fmla="*/ 42813 w 97126"/>
                <a:gd name="connsiteY5" fmla="*/ 96398 h 118103"/>
                <a:gd name="connsiteX6" fmla="*/ 10863 w 97126"/>
                <a:gd name="connsiteY6" fmla="*/ 65117 h 118103"/>
                <a:gd name="connsiteX7" fmla="*/ 1917 w 97126"/>
                <a:gd name="connsiteY7" fmla="*/ 65117 h 118103"/>
                <a:gd name="connsiteX8" fmla="*/ 1917 w 97126"/>
                <a:gd name="connsiteY8" fmla="*/ 74054 h 118103"/>
                <a:gd name="connsiteX9" fmla="*/ 44091 w 97126"/>
                <a:gd name="connsiteY9" fmla="*/ 116189 h 118103"/>
                <a:gd name="connsiteX10" fmla="*/ 44091 w 97126"/>
                <a:gd name="connsiteY10" fmla="*/ 116189 h 118103"/>
                <a:gd name="connsiteX11" fmla="*/ 46008 w 97126"/>
                <a:gd name="connsiteY11" fmla="*/ 117465 h 118103"/>
                <a:gd name="connsiteX12" fmla="*/ 46008 w 97126"/>
                <a:gd name="connsiteY12" fmla="*/ 117465 h 118103"/>
                <a:gd name="connsiteX13" fmla="*/ 48564 w 97126"/>
                <a:gd name="connsiteY13" fmla="*/ 118104 h 118103"/>
                <a:gd name="connsiteX14" fmla="*/ 51119 w 97126"/>
                <a:gd name="connsiteY14" fmla="*/ 117465 h 118103"/>
                <a:gd name="connsiteX15" fmla="*/ 53036 w 97126"/>
                <a:gd name="connsiteY15" fmla="*/ 116189 h 118103"/>
                <a:gd name="connsiteX16" fmla="*/ 95210 w 97126"/>
                <a:gd name="connsiteY16" fmla="*/ 74054 h 118103"/>
                <a:gd name="connsiteX17" fmla="*/ 95210 w 97126"/>
                <a:gd name="connsiteY17" fmla="*/ 65117 h 118103"/>
                <a:gd name="connsiteX18" fmla="*/ 95210 w 97126"/>
                <a:gd name="connsiteY18" fmla="*/ 65117 h 118103"/>
                <a:gd name="connsiteX19" fmla="*/ 86903 w 97126"/>
                <a:gd name="connsiteY19" fmla="*/ 65117 h 118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7126" h="118103">
                  <a:moveTo>
                    <a:pt x="86903" y="65117"/>
                  </a:moveTo>
                  <a:lnTo>
                    <a:pt x="55592" y="96398"/>
                  </a:lnTo>
                  <a:lnTo>
                    <a:pt x="55592" y="6384"/>
                  </a:lnTo>
                  <a:cubicBezTo>
                    <a:pt x="55592" y="2554"/>
                    <a:pt x="53036" y="0"/>
                    <a:pt x="49202" y="0"/>
                  </a:cubicBezTo>
                  <a:cubicBezTo>
                    <a:pt x="45369" y="0"/>
                    <a:pt x="42813" y="2554"/>
                    <a:pt x="42813" y="6384"/>
                  </a:cubicBezTo>
                  <a:lnTo>
                    <a:pt x="42813" y="96398"/>
                  </a:lnTo>
                  <a:lnTo>
                    <a:pt x="10863" y="65117"/>
                  </a:lnTo>
                  <a:cubicBezTo>
                    <a:pt x="8307" y="62563"/>
                    <a:pt x="4473" y="62563"/>
                    <a:pt x="1917" y="65117"/>
                  </a:cubicBezTo>
                  <a:cubicBezTo>
                    <a:pt x="-639" y="67670"/>
                    <a:pt x="-639" y="71501"/>
                    <a:pt x="1917" y="74054"/>
                  </a:cubicBezTo>
                  <a:lnTo>
                    <a:pt x="44091" y="116189"/>
                  </a:lnTo>
                  <a:lnTo>
                    <a:pt x="44091" y="116189"/>
                  </a:lnTo>
                  <a:cubicBezTo>
                    <a:pt x="44729" y="116827"/>
                    <a:pt x="45369" y="117465"/>
                    <a:pt x="46008" y="117465"/>
                  </a:cubicBezTo>
                  <a:lnTo>
                    <a:pt x="46008" y="117465"/>
                  </a:lnTo>
                  <a:cubicBezTo>
                    <a:pt x="46646" y="117465"/>
                    <a:pt x="47286" y="118104"/>
                    <a:pt x="48564" y="118104"/>
                  </a:cubicBezTo>
                  <a:cubicBezTo>
                    <a:pt x="49202" y="118104"/>
                    <a:pt x="50481" y="118104"/>
                    <a:pt x="51119" y="117465"/>
                  </a:cubicBezTo>
                  <a:cubicBezTo>
                    <a:pt x="51759" y="116827"/>
                    <a:pt x="52397" y="116827"/>
                    <a:pt x="53036" y="116189"/>
                  </a:cubicBezTo>
                  <a:lnTo>
                    <a:pt x="95210" y="74054"/>
                  </a:lnTo>
                  <a:cubicBezTo>
                    <a:pt x="97766" y="71501"/>
                    <a:pt x="97766" y="67670"/>
                    <a:pt x="95210" y="65117"/>
                  </a:cubicBezTo>
                  <a:cubicBezTo>
                    <a:pt x="95210" y="65117"/>
                    <a:pt x="95210" y="65117"/>
                    <a:pt x="95210" y="65117"/>
                  </a:cubicBezTo>
                  <a:cubicBezTo>
                    <a:pt x="92654" y="62563"/>
                    <a:pt x="88820" y="62563"/>
                    <a:pt x="86903" y="65117"/>
                  </a:cubicBezTo>
                  <a:close/>
                </a:path>
              </a:pathLst>
            </a:custGeom>
            <a:solidFill>
              <a:srgbClr val="00A3E0"/>
            </a:solidFill>
            <a:ln w="6390" cap="flat">
              <a:noFill/>
              <a:prstDash val="solid"/>
              <a:miter/>
            </a:ln>
          </p:spPr>
          <p:txBody>
            <a:bodyPr rtlCol="0" anchor="ctr"/>
            <a:lstStyle/>
            <a:p>
              <a:endParaRPr lang="en-US"/>
            </a:p>
          </p:txBody>
        </p:sp>
      </p:grpSp>
      <p:grpSp>
        <p:nvGrpSpPr>
          <p:cNvPr id="394" name="Graphic 4">
            <a:extLst>
              <a:ext uri="{FF2B5EF4-FFF2-40B4-BE49-F238E27FC236}">
                <a16:creationId xmlns:a16="http://schemas.microsoft.com/office/drawing/2014/main" id="{99BD103C-1F0D-6246-AF62-F5A50A46B79C}"/>
              </a:ext>
            </a:extLst>
          </p:cNvPr>
          <p:cNvGrpSpPr/>
          <p:nvPr/>
        </p:nvGrpSpPr>
        <p:grpSpPr>
          <a:xfrm>
            <a:off x="467743" y="2855717"/>
            <a:ext cx="361670" cy="362610"/>
            <a:chOff x="467743" y="2855717"/>
            <a:chExt cx="361670" cy="362610"/>
          </a:xfrm>
          <a:solidFill>
            <a:srgbClr val="00A3E0"/>
          </a:solidFill>
        </p:grpSpPr>
        <p:sp>
          <p:nvSpPr>
            <p:cNvPr id="395" name="Graphic 4">
              <a:extLst>
                <a:ext uri="{FF2B5EF4-FFF2-40B4-BE49-F238E27FC236}">
                  <a16:creationId xmlns:a16="http://schemas.microsoft.com/office/drawing/2014/main" id="{AE42BE7A-7B96-DD4F-BDB6-923DF08D504A}"/>
                </a:ext>
              </a:extLst>
            </p:cNvPr>
            <p:cNvSpPr/>
            <p:nvPr/>
          </p:nvSpPr>
          <p:spPr>
            <a:xfrm>
              <a:off x="467743" y="2855717"/>
              <a:ext cx="361670" cy="362610"/>
            </a:xfrm>
            <a:custGeom>
              <a:avLst/>
              <a:gdLst>
                <a:gd name="connsiteX0" fmla="*/ 180835 w 361670"/>
                <a:gd name="connsiteY0" fmla="*/ 0 h 362610"/>
                <a:gd name="connsiteX1" fmla="*/ 0 w 361670"/>
                <a:gd name="connsiteY1" fmla="*/ 181305 h 362610"/>
                <a:gd name="connsiteX2" fmla="*/ 180835 w 361670"/>
                <a:gd name="connsiteY2" fmla="*/ 362610 h 362610"/>
                <a:gd name="connsiteX3" fmla="*/ 361670 w 361670"/>
                <a:gd name="connsiteY3" fmla="*/ 181305 h 362610"/>
                <a:gd name="connsiteX4" fmla="*/ 361670 w 361670"/>
                <a:gd name="connsiteY4" fmla="*/ 181305 h 362610"/>
                <a:gd name="connsiteX5" fmla="*/ 180835 w 361670"/>
                <a:gd name="connsiteY5" fmla="*/ 0 h 362610"/>
                <a:gd name="connsiteX6" fmla="*/ 180835 w 361670"/>
                <a:gd name="connsiteY6" fmla="*/ 0 h 362610"/>
                <a:gd name="connsiteX7" fmla="*/ 180835 w 361670"/>
                <a:gd name="connsiteY7" fmla="*/ 349204 h 362610"/>
                <a:gd name="connsiteX8" fmla="*/ 12780 w 361670"/>
                <a:gd name="connsiteY8" fmla="*/ 180667 h 362610"/>
                <a:gd name="connsiteX9" fmla="*/ 180835 w 361670"/>
                <a:gd name="connsiteY9" fmla="*/ 12130 h 362610"/>
                <a:gd name="connsiteX10" fmla="*/ 348891 w 361670"/>
                <a:gd name="connsiteY10" fmla="*/ 180667 h 362610"/>
                <a:gd name="connsiteX11" fmla="*/ 180835 w 361670"/>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2610">
                  <a:moveTo>
                    <a:pt x="180835" y="0"/>
                  </a:moveTo>
                  <a:cubicBezTo>
                    <a:pt x="80513" y="0"/>
                    <a:pt x="0" y="81076"/>
                    <a:pt x="0" y="181305"/>
                  </a:cubicBezTo>
                  <a:cubicBezTo>
                    <a:pt x="0" y="281533"/>
                    <a:pt x="81152" y="362610"/>
                    <a:pt x="180835" y="362610"/>
                  </a:cubicBezTo>
                  <a:cubicBezTo>
                    <a:pt x="280518" y="362610"/>
                    <a:pt x="361670" y="281533"/>
                    <a:pt x="361670" y="181305"/>
                  </a:cubicBezTo>
                  <a:cubicBezTo>
                    <a:pt x="361670" y="181305"/>
                    <a:pt x="361670" y="181305"/>
                    <a:pt x="361670" y="181305"/>
                  </a:cubicBezTo>
                  <a:cubicBezTo>
                    <a:pt x="361670" y="80438"/>
                    <a:pt x="281157" y="0"/>
                    <a:pt x="180835" y="0"/>
                  </a:cubicBezTo>
                  <a:cubicBezTo>
                    <a:pt x="180835" y="0"/>
                    <a:pt x="180835" y="0"/>
                    <a:pt x="180835" y="0"/>
                  </a:cubicBezTo>
                  <a:close/>
                  <a:moveTo>
                    <a:pt x="180835" y="349204"/>
                  </a:moveTo>
                  <a:cubicBezTo>
                    <a:pt x="87542" y="349204"/>
                    <a:pt x="12780" y="273873"/>
                    <a:pt x="12780" y="180667"/>
                  </a:cubicBezTo>
                  <a:cubicBezTo>
                    <a:pt x="12780" y="87460"/>
                    <a:pt x="88181" y="12130"/>
                    <a:pt x="180835" y="12130"/>
                  </a:cubicBezTo>
                  <a:cubicBezTo>
                    <a:pt x="273489" y="12130"/>
                    <a:pt x="348891" y="87460"/>
                    <a:pt x="348891" y="180667"/>
                  </a:cubicBezTo>
                  <a:cubicBezTo>
                    <a:pt x="348891" y="273234"/>
                    <a:pt x="273489" y="348565"/>
                    <a:pt x="180835" y="349204"/>
                  </a:cubicBezTo>
                  <a:close/>
                </a:path>
              </a:pathLst>
            </a:custGeom>
            <a:solidFill>
              <a:srgbClr val="00A3E0"/>
            </a:solidFill>
            <a:ln w="6390" cap="flat">
              <a:noFill/>
              <a:prstDash val="solid"/>
              <a:miter/>
            </a:ln>
          </p:spPr>
          <p:txBody>
            <a:bodyPr rtlCol="0" anchor="ctr"/>
            <a:lstStyle/>
            <a:p>
              <a:endParaRPr lang="en-US"/>
            </a:p>
          </p:txBody>
        </p:sp>
        <p:sp>
          <p:nvSpPr>
            <p:cNvPr id="396" name="Graphic 4">
              <a:extLst>
                <a:ext uri="{FF2B5EF4-FFF2-40B4-BE49-F238E27FC236}">
                  <a16:creationId xmlns:a16="http://schemas.microsoft.com/office/drawing/2014/main" id="{4BEC6A5F-C137-1A4F-A74B-AA9566D65024}"/>
                </a:ext>
              </a:extLst>
            </p:cNvPr>
            <p:cNvSpPr/>
            <p:nvPr/>
          </p:nvSpPr>
          <p:spPr>
            <a:xfrm>
              <a:off x="668387" y="2937084"/>
              <a:ext cx="80862" cy="80148"/>
            </a:xfrm>
            <a:custGeom>
              <a:avLst/>
              <a:gdLst>
                <a:gd name="connsiteX0" fmla="*/ 69011 w 80862"/>
                <a:gd name="connsiteY0" fmla="*/ 1626 h 80148"/>
                <a:gd name="connsiteX1" fmla="*/ 12780 w 80862"/>
                <a:gd name="connsiteY1" fmla="*/ 57805 h 80148"/>
                <a:gd name="connsiteX2" fmla="*/ 12780 w 80862"/>
                <a:gd name="connsiteY2" fmla="*/ 25246 h 80148"/>
                <a:gd name="connsiteX3" fmla="*/ 6390 w 80862"/>
                <a:gd name="connsiteY3" fmla="*/ 18862 h 80148"/>
                <a:gd name="connsiteX4" fmla="*/ 0 w 80862"/>
                <a:gd name="connsiteY4" fmla="*/ 25246 h 80148"/>
                <a:gd name="connsiteX5" fmla="*/ 0 w 80862"/>
                <a:gd name="connsiteY5" fmla="*/ 73126 h 80148"/>
                <a:gd name="connsiteX6" fmla="*/ 639 w 80862"/>
                <a:gd name="connsiteY6" fmla="*/ 75680 h 80148"/>
                <a:gd name="connsiteX7" fmla="*/ 639 w 80862"/>
                <a:gd name="connsiteY7" fmla="*/ 76318 h 80148"/>
                <a:gd name="connsiteX8" fmla="*/ 1278 w 80862"/>
                <a:gd name="connsiteY8" fmla="*/ 77595 h 80148"/>
                <a:gd name="connsiteX9" fmla="*/ 1917 w 80862"/>
                <a:gd name="connsiteY9" fmla="*/ 78234 h 80148"/>
                <a:gd name="connsiteX10" fmla="*/ 3834 w 80862"/>
                <a:gd name="connsiteY10" fmla="*/ 79510 h 80148"/>
                <a:gd name="connsiteX11" fmla="*/ 3834 w 80862"/>
                <a:gd name="connsiteY11" fmla="*/ 79510 h 80148"/>
                <a:gd name="connsiteX12" fmla="*/ 3834 w 80862"/>
                <a:gd name="connsiteY12" fmla="*/ 79510 h 80148"/>
                <a:gd name="connsiteX13" fmla="*/ 6390 w 80862"/>
                <a:gd name="connsiteY13" fmla="*/ 80149 h 80148"/>
                <a:gd name="connsiteX14" fmla="*/ 54314 w 80862"/>
                <a:gd name="connsiteY14" fmla="*/ 80149 h 80148"/>
                <a:gd name="connsiteX15" fmla="*/ 60704 w 80862"/>
                <a:gd name="connsiteY15" fmla="*/ 73765 h 80148"/>
                <a:gd name="connsiteX16" fmla="*/ 54314 w 80862"/>
                <a:gd name="connsiteY16" fmla="*/ 67381 h 80148"/>
                <a:gd name="connsiteX17" fmla="*/ 22365 w 80862"/>
                <a:gd name="connsiteY17" fmla="*/ 67381 h 80148"/>
                <a:gd name="connsiteX18" fmla="*/ 78596 w 80862"/>
                <a:gd name="connsiteY18" fmla="*/ 11202 h 80148"/>
                <a:gd name="connsiteX19" fmla="*/ 79235 w 80862"/>
                <a:gd name="connsiteY19" fmla="*/ 2264 h 80148"/>
                <a:gd name="connsiteX20" fmla="*/ 70289 w 80862"/>
                <a:gd name="connsiteY20" fmla="*/ 1626 h 80148"/>
                <a:gd name="connsiteX21" fmla="*/ 69011 w 80862"/>
                <a:gd name="connsiteY21" fmla="*/ 1626 h 80148"/>
                <a:gd name="connsiteX22" fmla="*/ 69011 w 80862"/>
                <a:gd name="connsiteY22" fmla="*/ 1626 h 80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862" h="80148">
                  <a:moveTo>
                    <a:pt x="69011" y="1626"/>
                  </a:moveTo>
                  <a:lnTo>
                    <a:pt x="12780" y="57805"/>
                  </a:lnTo>
                  <a:lnTo>
                    <a:pt x="12780" y="25246"/>
                  </a:lnTo>
                  <a:cubicBezTo>
                    <a:pt x="12780" y="21416"/>
                    <a:pt x="10224" y="18862"/>
                    <a:pt x="6390" y="18862"/>
                  </a:cubicBezTo>
                  <a:cubicBezTo>
                    <a:pt x="2556" y="18862"/>
                    <a:pt x="0" y="21416"/>
                    <a:pt x="0" y="25246"/>
                  </a:cubicBezTo>
                  <a:lnTo>
                    <a:pt x="0" y="73126"/>
                  </a:lnTo>
                  <a:cubicBezTo>
                    <a:pt x="0" y="73765"/>
                    <a:pt x="0" y="74403"/>
                    <a:pt x="639" y="75680"/>
                  </a:cubicBezTo>
                  <a:cubicBezTo>
                    <a:pt x="639" y="75680"/>
                    <a:pt x="639" y="76318"/>
                    <a:pt x="639" y="76318"/>
                  </a:cubicBezTo>
                  <a:lnTo>
                    <a:pt x="1278" y="77595"/>
                  </a:lnTo>
                  <a:lnTo>
                    <a:pt x="1917" y="78234"/>
                  </a:lnTo>
                  <a:cubicBezTo>
                    <a:pt x="2556" y="78872"/>
                    <a:pt x="3195" y="78872"/>
                    <a:pt x="3834" y="79510"/>
                  </a:cubicBezTo>
                  <a:lnTo>
                    <a:pt x="3834" y="79510"/>
                  </a:lnTo>
                  <a:lnTo>
                    <a:pt x="3834" y="79510"/>
                  </a:lnTo>
                  <a:cubicBezTo>
                    <a:pt x="4473" y="79510"/>
                    <a:pt x="5112" y="80149"/>
                    <a:pt x="6390" y="80149"/>
                  </a:cubicBezTo>
                  <a:lnTo>
                    <a:pt x="54314" y="80149"/>
                  </a:lnTo>
                  <a:cubicBezTo>
                    <a:pt x="58148" y="80149"/>
                    <a:pt x="60704" y="77595"/>
                    <a:pt x="60704" y="73765"/>
                  </a:cubicBezTo>
                  <a:cubicBezTo>
                    <a:pt x="60704" y="69934"/>
                    <a:pt x="58148" y="67381"/>
                    <a:pt x="54314" y="67381"/>
                  </a:cubicBezTo>
                  <a:lnTo>
                    <a:pt x="22365" y="67381"/>
                  </a:lnTo>
                  <a:lnTo>
                    <a:pt x="78596" y="11202"/>
                  </a:lnTo>
                  <a:cubicBezTo>
                    <a:pt x="81152" y="8648"/>
                    <a:pt x="81791" y="4818"/>
                    <a:pt x="79235" y="2264"/>
                  </a:cubicBezTo>
                  <a:cubicBezTo>
                    <a:pt x="76679" y="-290"/>
                    <a:pt x="72845" y="-928"/>
                    <a:pt x="70289" y="1626"/>
                  </a:cubicBezTo>
                  <a:cubicBezTo>
                    <a:pt x="69650" y="987"/>
                    <a:pt x="69650" y="987"/>
                    <a:pt x="69011" y="1626"/>
                  </a:cubicBezTo>
                  <a:lnTo>
                    <a:pt x="69011" y="1626"/>
                  </a:lnTo>
                  <a:close/>
                </a:path>
              </a:pathLst>
            </a:custGeom>
            <a:solidFill>
              <a:srgbClr val="00A3E0"/>
            </a:solidFill>
            <a:ln w="6390" cap="flat">
              <a:noFill/>
              <a:prstDash val="solid"/>
              <a:miter/>
            </a:ln>
          </p:spPr>
          <p:txBody>
            <a:bodyPr rtlCol="0" anchor="ctr"/>
            <a:lstStyle/>
            <a:p>
              <a:endParaRPr lang="en-US"/>
            </a:p>
          </p:txBody>
        </p:sp>
        <p:sp>
          <p:nvSpPr>
            <p:cNvPr id="397" name="Graphic 4">
              <a:extLst>
                <a:ext uri="{FF2B5EF4-FFF2-40B4-BE49-F238E27FC236}">
                  <a16:creationId xmlns:a16="http://schemas.microsoft.com/office/drawing/2014/main" id="{1853687B-7BC7-0542-9AF4-EE361650AC4E}"/>
                </a:ext>
              </a:extLst>
            </p:cNvPr>
            <p:cNvSpPr/>
            <p:nvPr/>
          </p:nvSpPr>
          <p:spPr>
            <a:xfrm>
              <a:off x="548895" y="3056174"/>
              <a:ext cx="79874" cy="79799"/>
            </a:xfrm>
            <a:custGeom>
              <a:avLst/>
              <a:gdLst>
                <a:gd name="connsiteX0" fmla="*/ 79235 w 79874"/>
                <a:gd name="connsiteY0" fmla="*/ 3830 h 79799"/>
                <a:gd name="connsiteX1" fmla="*/ 79235 w 79874"/>
                <a:gd name="connsiteY1" fmla="*/ 3830 h 79799"/>
                <a:gd name="connsiteX2" fmla="*/ 79235 w 79874"/>
                <a:gd name="connsiteY2" fmla="*/ 3830 h 79799"/>
                <a:gd name="connsiteX3" fmla="*/ 77957 w 79874"/>
                <a:gd name="connsiteY3" fmla="*/ 1915 h 79799"/>
                <a:gd name="connsiteX4" fmla="*/ 77318 w 79874"/>
                <a:gd name="connsiteY4" fmla="*/ 1277 h 79799"/>
                <a:gd name="connsiteX5" fmla="*/ 76040 w 79874"/>
                <a:gd name="connsiteY5" fmla="*/ 638 h 79799"/>
                <a:gd name="connsiteX6" fmla="*/ 75401 w 79874"/>
                <a:gd name="connsiteY6" fmla="*/ 638 h 79799"/>
                <a:gd name="connsiteX7" fmla="*/ 73484 w 79874"/>
                <a:gd name="connsiteY7" fmla="*/ 0 h 79799"/>
                <a:gd name="connsiteX8" fmla="*/ 25560 w 79874"/>
                <a:gd name="connsiteY8" fmla="*/ 0 h 79799"/>
                <a:gd name="connsiteX9" fmla="*/ 19170 w 79874"/>
                <a:gd name="connsiteY9" fmla="*/ 6384 h 79799"/>
                <a:gd name="connsiteX10" fmla="*/ 25560 w 79874"/>
                <a:gd name="connsiteY10" fmla="*/ 12768 h 79799"/>
                <a:gd name="connsiteX11" fmla="*/ 58148 w 79874"/>
                <a:gd name="connsiteY11" fmla="*/ 12768 h 79799"/>
                <a:gd name="connsiteX12" fmla="*/ 1917 w 79874"/>
                <a:gd name="connsiteY12" fmla="*/ 68947 h 79799"/>
                <a:gd name="connsiteX13" fmla="*/ 1917 w 79874"/>
                <a:gd name="connsiteY13" fmla="*/ 77884 h 79799"/>
                <a:gd name="connsiteX14" fmla="*/ 1917 w 79874"/>
                <a:gd name="connsiteY14" fmla="*/ 77884 h 79799"/>
                <a:gd name="connsiteX15" fmla="*/ 6390 w 79874"/>
                <a:gd name="connsiteY15" fmla="*/ 79800 h 79799"/>
                <a:gd name="connsiteX16" fmla="*/ 10863 w 79874"/>
                <a:gd name="connsiteY16" fmla="*/ 77884 h 79799"/>
                <a:gd name="connsiteX17" fmla="*/ 67094 w 79874"/>
                <a:gd name="connsiteY17" fmla="*/ 21706 h 79799"/>
                <a:gd name="connsiteX18" fmla="*/ 67094 w 79874"/>
                <a:gd name="connsiteY18" fmla="*/ 54264 h 79799"/>
                <a:gd name="connsiteX19" fmla="*/ 73484 w 79874"/>
                <a:gd name="connsiteY19" fmla="*/ 60648 h 79799"/>
                <a:gd name="connsiteX20" fmla="*/ 79874 w 79874"/>
                <a:gd name="connsiteY20" fmla="*/ 54264 h 79799"/>
                <a:gd name="connsiteX21" fmla="*/ 79874 w 79874"/>
                <a:gd name="connsiteY21" fmla="*/ 5746 h 79799"/>
                <a:gd name="connsiteX22" fmla="*/ 79235 w 79874"/>
                <a:gd name="connsiteY22" fmla="*/ 3830 h 79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9874" h="79799">
                  <a:moveTo>
                    <a:pt x="79235" y="3830"/>
                  </a:moveTo>
                  <a:lnTo>
                    <a:pt x="79235" y="3830"/>
                  </a:lnTo>
                  <a:lnTo>
                    <a:pt x="79235" y="3830"/>
                  </a:lnTo>
                  <a:cubicBezTo>
                    <a:pt x="79235" y="3192"/>
                    <a:pt x="78596" y="2554"/>
                    <a:pt x="77957" y="1915"/>
                  </a:cubicBezTo>
                  <a:lnTo>
                    <a:pt x="77318" y="1277"/>
                  </a:lnTo>
                  <a:cubicBezTo>
                    <a:pt x="76679" y="638"/>
                    <a:pt x="76679" y="638"/>
                    <a:pt x="76040" y="638"/>
                  </a:cubicBezTo>
                  <a:lnTo>
                    <a:pt x="75401" y="638"/>
                  </a:lnTo>
                  <a:cubicBezTo>
                    <a:pt x="74762" y="638"/>
                    <a:pt x="74123" y="0"/>
                    <a:pt x="73484" y="0"/>
                  </a:cubicBezTo>
                  <a:lnTo>
                    <a:pt x="25560" y="0"/>
                  </a:lnTo>
                  <a:cubicBezTo>
                    <a:pt x="21726" y="0"/>
                    <a:pt x="19170" y="2554"/>
                    <a:pt x="19170" y="6384"/>
                  </a:cubicBezTo>
                  <a:cubicBezTo>
                    <a:pt x="19170" y="10214"/>
                    <a:pt x="21726" y="12768"/>
                    <a:pt x="25560" y="12768"/>
                  </a:cubicBezTo>
                  <a:lnTo>
                    <a:pt x="58148" y="12768"/>
                  </a:lnTo>
                  <a:lnTo>
                    <a:pt x="1917" y="68947"/>
                  </a:lnTo>
                  <a:cubicBezTo>
                    <a:pt x="-639" y="71500"/>
                    <a:pt x="-639" y="75331"/>
                    <a:pt x="1917" y="77884"/>
                  </a:cubicBezTo>
                  <a:cubicBezTo>
                    <a:pt x="1917" y="77884"/>
                    <a:pt x="1917" y="77884"/>
                    <a:pt x="1917" y="77884"/>
                  </a:cubicBezTo>
                  <a:cubicBezTo>
                    <a:pt x="3195" y="79161"/>
                    <a:pt x="4473" y="79800"/>
                    <a:pt x="6390" y="79800"/>
                  </a:cubicBezTo>
                  <a:cubicBezTo>
                    <a:pt x="8307" y="79800"/>
                    <a:pt x="9585" y="79161"/>
                    <a:pt x="10863" y="77884"/>
                  </a:cubicBezTo>
                  <a:lnTo>
                    <a:pt x="67094" y="21706"/>
                  </a:lnTo>
                  <a:lnTo>
                    <a:pt x="67094" y="54264"/>
                  </a:lnTo>
                  <a:cubicBezTo>
                    <a:pt x="67094" y="58094"/>
                    <a:pt x="69650" y="60648"/>
                    <a:pt x="73484" y="60648"/>
                  </a:cubicBezTo>
                  <a:cubicBezTo>
                    <a:pt x="77318" y="60648"/>
                    <a:pt x="79874" y="58094"/>
                    <a:pt x="79874" y="54264"/>
                  </a:cubicBezTo>
                  <a:lnTo>
                    <a:pt x="79874" y="5746"/>
                  </a:lnTo>
                  <a:cubicBezTo>
                    <a:pt x="79874" y="5746"/>
                    <a:pt x="79874" y="4469"/>
                    <a:pt x="79235" y="3830"/>
                  </a:cubicBezTo>
                  <a:close/>
                </a:path>
              </a:pathLst>
            </a:custGeom>
            <a:solidFill>
              <a:srgbClr val="00A3E0"/>
            </a:solidFill>
            <a:ln w="6390" cap="flat">
              <a:noFill/>
              <a:prstDash val="solid"/>
              <a:miter/>
            </a:ln>
          </p:spPr>
          <p:txBody>
            <a:bodyPr rtlCol="0" anchor="ctr"/>
            <a:lstStyle/>
            <a:p>
              <a:endParaRPr lang="en-US"/>
            </a:p>
          </p:txBody>
        </p:sp>
        <p:sp>
          <p:nvSpPr>
            <p:cNvPr id="398" name="Graphic 4">
              <a:extLst>
                <a:ext uri="{FF2B5EF4-FFF2-40B4-BE49-F238E27FC236}">
                  <a16:creationId xmlns:a16="http://schemas.microsoft.com/office/drawing/2014/main" id="{CBC2CA00-16B3-434C-BBF0-92C9EDF764AF}"/>
                </a:ext>
              </a:extLst>
            </p:cNvPr>
            <p:cNvSpPr/>
            <p:nvPr/>
          </p:nvSpPr>
          <p:spPr>
            <a:xfrm>
              <a:off x="668387" y="3056174"/>
              <a:ext cx="79874" cy="79799"/>
            </a:xfrm>
            <a:custGeom>
              <a:avLst/>
              <a:gdLst>
                <a:gd name="connsiteX0" fmla="*/ 21726 w 79874"/>
                <a:gd name="connsiteY0" fmla="*/ 12768 h 79799"/>
                <a:gd name="connsiteX1" fmla="*/ 54314 w 79874"/>
                <a:gd name="connsiteY1" fmla="*/ 12768 h 79799"/>
                <a:gd name="connsiteX2" fmla="*/ 60704 w 79874"/>
                <a:gd name="connsiteY2" fmla="*/ 6384 h 79799"/>
                <a:gd name="connsiteX3" fmla="*/ 54314 w 79874"/>
                <a:gd name="connsiteY3" fmla="*/ 0 h 79799"/>
                <a:gd name="connsiteX4" fmla="*/ 6390 w 79874"/>
                <a:gd name="connsiteY4" fmla="*/ 0 h 79799"/>
                <a:gd name="connsiteX5" fmla="*/ 4473 w 79874"/>
                <a:gd name="connsiteY5" fmla="*/ 638 h 79799"/>
                <a:gd name="connsiteX6" fmla="*/ 3834 w 79874"/>
                <a:gd name="connsiteY6" fmla="*/ 638 h 79799"/>
                <a:gd name="connsiteX7" fmla="*/ 2556 w 79874"/>
                <a:gd name="connsiteY7" fmla="*/ 1277 h 79799"/>
                <a:gd name="connsiteX8" fmla="*/ 1917 w 79874"/>
                <a:gd name="connsiteY8" fmla="*/ 1915 h 79799"/>
                <a:gd name="connsiteX9" fmla="*/ 639 w 79874"/>
                <a:gd name="connsiteY9" fmla="*/ 3830 h 79799"/>
                <a:gd name="connsiteX10" fmla="*/ 639 w 79874"/>
                <a:gd name="connsiteY10" fmla="*/ 3830 h 79799"/>
                <a:gd name="connsiteX11" fmla="*/ 639 w 79874"/>
                <a:gd name="connsiteY11" fmla="*/ 3830 h 79799"/>
                <a:gd name="connsiteX12" fmla="*/ 0 w 79874"/>
                <a:gd name="connsiteY12" fmla="*/ 6384 h 79799"/>
                <a:gd name="connsiteX13" fmla="*/ 0 w 79874"/>
                <a:gd name="connsiteY13" fmla="*/ 6384 h 79799"/>
                <a:gd name="connsiteX14" fmla="*/ 0 w 79874"/>
                <a:gd name="connsiteY14" fmla="*/ 54264 h 79799"/>
                <a:gd name="connsiteX15" fmla="*/ 6390 w 79874"/>
                <a:gd name="connsiteY15" fmla="*/ 60648 h 79799"/>
                <a:gd name="connsiteX16" fmla="*/ 12780 w 79874"/>
                <a:gd name="connsiteY16" fmla="*/ 54264 h 79799"/>
                <a:gd name="connsiteX17" fmla="*/ 12780 w 79874"/>
                <a:gd name="connsiteY17" fmla="*/ 21706 h 79799"/>
                <a:gd name="connsiteX18" fmla="*/ 69011 w 79874"/>
                <a:gd name="connsiteY18" fmla="*/ 77884 h 79799"/>
                <a:gd name="connsiteX19" fmla="*/ 77957 w 79874"/>
                <a:gd name="connsiteY19" fmla="*/ 77884 h 79799"/>
                <a:gd name="connsiteX20" fmla="*/ 77957 w 79874"/>
                <a:gd name="connsiteY20" fmla="*/ 68947 h 79799"/>
                <a:gd name="connsiteX21" fmla="*/ 21726 w 79874"/>
                <a:gd name="connsiteY21" fmla="*/ 12768 h 79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9874" h="79799">
                  <a:moveTo>
                    <a:pt x="21726" y="12768"/>
                  </a:moveTo>
                  <a:lnTo>
                    <a:pt x="54314" y="12768"/>
                  </a:lnTo>
                  <a:cubicBezTo>
                    <a:pt x="58148" y="12768"/>
                    <a:pt x="60704" y="10214"/>
                    <a:pt x="60704" y="6384"/>
                  </a:cubicBezTo>
                  <a:cubicBezTo>
                    <a:pt x="60704" y="2554"/>
                    <a:pt x="58148" y="0"/>
                    <a:pt x="54314" y="0"/>
                  </a:cubicBezTo>
                  <a:lnTo>
                    <a:pt x="6390" y="0"/>
                  </a:lnTo>
                  <a:cubicBezTo>
                    <a:pt x="5751" y="0"/>
                    <a:pt x="5112" y="0"/>
                    <a:pt x="4473" y="638"/>
                  </a:cubicBezTo>
                  <a:lnTo>
                    <a:pt x="3834" y="638"/>
                  </a:lnTo>
                  <a:cubicBezTo>
                    <a:pt x="3195" y="638"/>
                    <a:pt x="3195" y="1277"/>
                    <a:pt x="2556" y="1277"/>
                  </a:cubicBezTo>
                  <a:cubicBezTo>
                    <a:pt x="2556" y="1277"/>
                    <a:pt x="1917" y="1277"/>
                    <a:pt x="1917" y="1915"/>
                  </a:cubicBezTo>
                  <a:cubicBezTo>
                    <a:pt x="1278" y="2554"/>
                    <a:pt x="1278" y="3192"/>
                    <a:pt x="639" y="3830"/>
                  </a:cubicBezTo>
                  <a:lnTo>
                    <a:pt x="639" y="3830"/>
                  </a:lnTo>
                  <a:lnTo>
                    <a:pt x="639" y="3830"/>
                  </a:lnTo>
                  <a:cubicBezTo>
                    <a:pt x="639" y="4469"/>
                    <a:pt x="0" y="5107"/>
                    <a:pt x="0" y="6384"/>
                  </a:cubicBezTo>
                  <a:lnTo>
                    <a:pt x="0" y="6384"/>
                  </a:lnTo>
                  <a:lnTo>
                    <a:pt x="0" y="54264"/>
                  </a:lnTo>
                  <a:cubicBezTo>
                    <a:pt x="0" y="58094"/>
                    <a:pt x="2556" y="60648"/>
                    <a:pt x="6390" y="60648"/>
                  </a:cubicBezTo>
                  <a:cubicBezTo>
                    <a:pt x="10224" y="60648"/>
                    <a:pt x="12780" y="58094"/>
                    <a:pt x="12780" y="54264"/>
                  </a:cubicBezTo>
                  <a:lnTo>
                    <a:pt x="12780" y="21706"/>
                  </a:lnTo>
                  <a:lnTo>
                    <a:pt x="69011" y="77884"/>
                  </a:lnTo>
                  <a:cubicBezTo>
                    <a:pt x="71567" y="80438"/>
                    <a:pt x="75401" y="80438"/>
                    <a:pt x="77957" y="77884"/>
                  </a:cubicBezTo>
                  <a:cubicBezTo>
                    <a:pt x="80513" y="75331"/>
                    <a:pt x="80513" y="71500"/>
                    <a:pt x="77957" y="68947"/>
                  </a:cubicBezTo>
                  <a:lnTo>
                    <a:pt x="21726" y="12768"/>
                  </a:lnTo>
                  <a:close/>
                </a:path>
              </a:pathLst>
            </a:custGeom>
            <a:solidFill>
              <a:srgbClr val="00A3E0"/>
            </a:solidFill>
            <a:ln w="6390" cap="flat">
              <a:noFill/>
              <a:prstDash val="solid"/>
              <a:miter/>
            </a:ln>
          </p:spPr>
          <p:txBody>
            <a:bodyPr rtlCol="0" anchor="ctr"/>
            <a:lstStyle/>
            <a:p>
              <a:endParaRPr lang="en-US"/>
            </a:p>
          </p:txBody>
        </p:sp>
        <p:sp>
          <p:nvSpPr>
            <p:cNvPr id="399" name="Graphic 4">
              <a:extLst>
                <a:ext uri="{FF2B5EF4-FFF2-40B4-BE49-F238E27FC236}">
                  <a16:creationId xmlns:a16="http://schemas.microsoft.com/office/drawing/2014/main" id="{72C126AD-7359-4F40-9C91-BDF9E6186374}"/>
                </a:ext>
              </a:extLst>
            </p:cNvPr>
            <p:cNvSpPr/>
            <p:nvPr/>
          </p:nvSpPr>
          <p:spPr>
            <a:xfrm>
              <a:off x="548895" y="2936794"/>
              <a:ext cx="79874" cy="79799"/>
            </a:xfrm>
            <a:custGeom>
              <a:avLst/>
              <a:gdLst>
                <a:gd name="connsiteX0" fmla="*/ 73484 w 79874"/>
                <a:gd name="connsiteY0" fmla="*/ 19152 h 79799"/>
                <a:gd name="connsiteX1" fmla="*/ 67094 w 79874"/>
                <a:gd name="connsiteY1" fmla="*/ 25536 h 79799"/>
                <a:gd name="connsiteX2" fmla="*/ 67094 w 79874"/>
                <a:gd name="connsiteY2" fmla="*/ 58094 h 79799"/>
                <a:gd name="connsiteX3" fmla="*/ 10863 w 79874"/>
                <a:gd name="connsiteY3" fmla="*/ 1915 h 79799"/>
                <a:gd name="connsiteX4" fmla="*/ 1917 w 79874"/>
                <a:gd name="connsiteY4" fmla="*/ 1915 h 79799"/>
                <a:gd name="connsiteX5" fmla="*/ 1917 w 79874"/>
                <a:gd name="connsiteY5" fmla="*/ 1915 h 79799"/>
                <a:gd name="connsiteX6" fmla="*/ 1917 w 79874"/>
                <a:gd name="connsiteY6" fmla="*/ 10853 h 79799"/>
                <a:gd name="connsiteX7" fmla="*/ 58148 w 79874"/>
                <a:gd name="connsiteY7" fmla="*/ 67032 h 79799"/>
                <a:gd name="connsiteX8" fmla="*/ 25560 w 79874"/>
                <a:gd name="connsiteY8" fmla="*/ 67032 h 79799"/>
                <a:gd name="connsiteX9" fmla="*/ 19170 w 79874"/>
                <a:gd name="connsiteY9" fmla="*/ 73416 h 79799"/>
                <a:gd name="connsiteX10" fmla="*/ 25560 w 79874"/>
                <a:gd name="connsiteY10" fmla="*/ 79800 h 79799"/>
                <a:gd name="connsiteX11" fmla="*/ 73484 w 79874"/>
                <a:gd name="connsiteY11" fmla="*/ 79800 h 79799"/>
                <a:gd name="connsiteX12" fmla="*/ 76040 w 79874"/>
                <a:gd name="connsiteY12" fmla="*/ 79161 h 79799"/>
                <a:gd name="connsiteX13" fmla="*/ 76040 w 79874"/>
                <a:gd name="connsiteY13" fmla="*/ 79161 h 79799"/>
                <a:gd name="connsiteX14" fmla="*/ 76040 w 79874"/>
                <a:gd name="connsiteY14" fmla="*/ 79161 h 79799"/>
                <a:gd name="connsiteX15" fmla="*/ 77957 w 79874"/>
                <a:gd name="connsiteY15" fmla="*/ 77885 h 79799"/>
                <a:gd name="connsiteX16" fmla="*/ 78596 w 79874"/>
                <a:gd name="connsiteY16" fmla="*/ 77246 h 79799"/>
                <a:gd name="connsiteX17" fmla="*/ 79235 w 79874"/>
                <a:gd name="connsiteY17" fmla="*/ 75969 h 79799"/>
                <a:gd name="connsiteX18" fmla="*/ 79235 w 79874"/>
                <a:gd name="connsiteY18" fmla="*/ 75331 h 79799"/>
                <a:gd name="connsiteX19" fmla="*/ 79874 w 79874"/>
                <a:gd name="connsiteY19" fmla="*/ 72777 h 79799"/>
                <a:gd name="connsiteX20" fmla="*/ 79874 w 79874"/>
                <a:gd name="connsiteY20" fmla="*/ 24897 h 79799"/>
                <a:gd name="connsiteX21" fmla="*/ 73484 w 79874"/>
                <a:gd name="connsiteY21" fmla="*/ 19152 h 79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9874" h="79799">
                  <a:moveTo>
                    <a:pt x="73484" y="19152"/>
                  </a:moveTo>
                  <a:cubicBezTo>
                    <a:pt x="69650" y="19152"/>
                    <a:pt x="67094" y="21706"/>
                    <a:pt x="67094" y="25536"/>
                  </a:cubicBezTo>
                  <a:lnTo>
                    <a:pt x="67094" y="58094"/>
                  </a:lnTo>
                  <a:lnTo>
                    <a:pt x="10863" y="1915"/>
                  </a:lnTo>
                  <a:cubicBezTo>
                    <a:pt x="8307" y="-638"/>
                    <a:pt x="4473" y="-638"/>
                    <a:pt x="1917" y="1915"/>
                  </a:cubicBezTo>
                  <a:cubicBezTo>
                    <a:pt x="1917" y="1915"/>
                    <a:pt x="1917" y="1915"/>
                    <a:pt x="1917" y="1915"/>
                  </a:cubicBezTo>
                  <a:cubicBezTo>
                    <a:pt x="-639" y="4469"/>
                    <a:pt x="-639" y="8299"/>
                    <a:pt x="1917" y="10853"/>
                  </a:cubicBezTo>
                  <a:lnTo>
                    <a:pt x="58148" y="67032"/>
                  </a:lnTo>
                  <a:lnTo>
                    <a:pt x="25560" y="67032"/>
                  </a:lnTo>
                  <a:cubicBezTo>
                    <a:pt x="21726" y="67032"/>
                    <a:pt x="19170" y="69585"/>
                    <a:pt x="19170" y="73416"/>
                  </a:cubicBezTo>
                  <a:cubicBezTo>
                    <a:pt x="19170" y="77246"/>
                    <a:pt x="21726" y="79800"/>
                    <a:pt x="25560" y="79800"/>
                  </a:cubicBezTo>
                  <a:lnTo>
                    <a:pt x="73484" y="79800"/>
                  </a:lnTo>
                  <a:cubicBezTo>
                    <a:pt x="74123" y="79800"/>
                    <a:pt x="75401" y="79800"/>
                    <a:pt x="76040" y="79161"/>
                  </a:cubicBezTo>
                  <a:lnTo>
                    <a:pt x="76040" y="79161"/>
                  </a:lnTo>
                  <a:lnTo>
                    <a:pt x="76040" y="79161"/>
                  </a:lnTo>
                  <a:cubicBezTo>
                    <a:pt x="76679" y="79161"/>
                    <a:pt x="77318" y="78523"/>
                    <a:pt x="77957" y="77885"/>
                  </a:cubicBezTo>
                  <a:lnTo>
                    <a:pt x="78596" y="77246"/>
                  </a:lnTo>
                  <a:cubicBezTo>
                    <a:pt x="79235" y="76608"/>
                    <a:pt x="79235" y="76608"/>
                    <a:pt x="79235" y="75969"/>
                  </a:cubicBezTo>
                  <a:cubicBezTo>
                    <a:pt x="79235" y="75969"/>
                    <a:pt x="79235" y="75331"/>
                    <a:pt x="79235" y="75331"/>
                  </a:cubicBezTo>
                  <a:cubicBezTo>
                    <a:pt x="79235" y="74693"/>
                    <a:pt x="79874" y="74054"/>
                    <a:pt x="79874" y="72777"/>
                  </a:cubicBezTo>
                  <a:lnTo>
                    <a:pt x="79874" y="24897"/>
                  </a:lnTo>
                  <a:cubicBezTo>
                    <a:pt x="79235" y="22344"/>
                    <a:pt x="76679" y="19152"/>
                    <a:pt x="73484" y="19152"/>
                  </a:cubicBezTo>
                  <a:close/>
                </a:path>
              </a:pathLst>
            </a:custGeom>
            <a:solidFill>
              <a:srgbClr val="00A3E0"/>
            </a:solidFill>
            <a:ln w="6390" cap="flat">
              <a:noFill/>
              <a:prstDash val="solid"/>
              <a:miter/>
            </a:ln>
          </p:spPr>
          <p:txBody>
            <a:bodyPr rtlCol="0" anchor="ctr"/>
            <a:lstStyle/>
            <a:p>
              <a:endParaRPr lang="en-US"/>
            </a:p>
          </p:txBody>
        </p:sp>
      </p:grpSp>
      <p:grpSp>
        <p:nvGrpSpPr>
          <p:cNvPr id="403" name="Graphic 4">
            <a:extLst>
              <a:ext uri="{FF2B5EF4-FFF2-40B4-BE49-F238E27FC236}">
                <a16:creationId xmlns:a16="http://schemas.microsoft.com/office/drawing/2014/main" id="{B582889C-210A-2F44-A2BB-CB765A0280F7}"/>
              </a:ext>
            </a:extLst>
          </p:cNvPr>
          <p:cNvGrpSpPr/>
          <p:nvPr/>
        </p:nvGrpSpPr>
        <p:grpSpPr>
          <a:xfrm>
            <a:off x="6754802" y="2855717"/>
            <a:ext cx="361670" cy="361971"/>
            <a:chOff x="6754802" y="2855717"/>
            <a:chExt cx="361670" cy="361971"/>
          </a:xfrm>
          <a:solidFill>
            <a:srgbClr val="00A3E0"/>
          </a:solidFill>
        </p:grpSpPr>
        <p:sp>
          <p:nvSpPr>
            <p:cNvPr id="404" name="Graphic 4">
              <a:extLst>
                <a:ext uri="{FF2B5EF4-FFF2-40B4-BE49-F238E27FC236}">
                  <a16:creationId xmlns:a16="http://schemas.microsoft.com/office/drawing/2014/main" id="{466A064C-5AB3-934B-998B-531B9B2AED63}"/>
                </a:ext>
              </a:extLst>
            </p:cNvPr>
            <p:cNvSpPr/>
            <p:nvPr/>
          </p:nvSpPr>
          <p:spPr>
            <a:xfrm>
              <a:off x="6754802" y="2855717"/>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349204 h 361971"/>
                <a:gd name="connsiteX7" fmla="*/ 12780 w 361670"/>
                <a:gd name="connsiteY7" fmla="*/ 181305 h 361971"/>
                <a:gd name="connsiteX8" fmla="*/ 180836 w 361670"/>
                <a:gd name="connsiteY8" fmla="*/ 12768 h 361971"/>
                <a:gd name="connsiteX9" fmla="*/ 348890 w 361670"/>
                <a:gd name="connsiteY9" fmla="*/ 180667 h 361971"/>
                <a:gd name="connsiteX10" fmla="*/ 348890 w 361670"/>
                <a:gd name="connsiteY10" fmla="*/ 180667 h 361971"/>
                <a:gd name="connsiteX11" fmla="*/ 180836 w 361670"/>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1971">
                  <a:moveTo>
                    <a:pt x="180836" y="0"/>
                  </a:moveTo>
                  <a:cubicBezTo>
                    <a:pt x="80513" y="0"/>
                    <a:pt x="0" y="81076"/>
                    <a:pt x="0" y="180667"/>
                  </a:cubicBezTo>
                  <a:cubicBezTo>
                    <a:pt x="0" y="280895"/>
                    <a:pt x="81153" y="361972"/>
                    <a:pt x="180836" y="361972"/>
                  </a:cubicBezTo>
                  <a:cubicBezTo>
                    <a:pt x="281157" y="361972"/>
                    <a:pt x="361670" y="280895"/>
                    <a:pt x="361670" y="181305"/>
                  </a:cubicBezTo>
                  <a:cubicBezTo>
                    <a:pt x="361670" y="181305"/>
                    <a:pt x="361670" y="181305"/>
                    <a:pt x="361670" y="181305"/>
                  </a:cubicBezTo>
                  <a:cubicBezTo>
                    <a:pt x="361670" y="80438"/>
                    <a:pt x="280518"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cubicBezTo>
                    <a:pt x="348890" y="180667"/>
                    <a:pt x="348890" y="180667"/>
                    <a:pt x="348890" y="180667"/>
                  </a:cubicBezTo>
                  <a:cubicBezTo>
                    <a:pt x="348890" y="273234"/>
                    <a:pt x="273490" y="348565"/>
                    <a:pt x="180836" y="349204"/>
                  </a:cubicBezTo>
                  <a:close/>
                </a:path>
              </a:pathLst>
            </a:custGeom>
            <a:solidFill>
              <a:srgbClr val="00A3E0"/>
            </a:solidFill>
            <a:ln w="6390" cap="flat">
              <a:noFill/>
              <a:prstDash val="solid"/>
              <a:miter/>
            </a:ln>
          </p:spPr>
          <p:txBody>
            <a:bodyPr rtlCol="0" anchor="ctr"/>
            <a:lstStyle/>
            <a:p>
              <a:endParaRPr lang="en-US"/>
            </a:p>
          </p:txBody>
        </p:sp>
        <p:sp>
          <p:nvSpPr>
            <p:cNvPr id="405" name="Graphic 4">
              <a:extLst>
                <a:ext uri="{FF2B5EF4-FFF2-40B4-BE49-F238E27FC236}">
                  <a16:creationId xmlns:a16="http://schemas.microsoft.com/office/drawing/2014/main" id="{9132E8EF-F7CE-BF45-A521-B014C1824B68}"/>
                </a:ext>
              </a:extLst>
            </p:cNvPr>
            <p:cNvSpPr/>
            <p:nvPr/>
          </p:nvSpPr>
          <p:spPr>
            <a:xfrm>
              <a:off x="6820139" y="2952116"/>
              <a:ext cx="230516" cy="75330"/>
            </a:xfrm>
            <a:custGeom>
              <a:avLst/>
              <a:gdLst>
                <a:gd name="connsiteX0" fmla="*/ 224127 w 230516"/>
                <a:gd name="connsiteY0" fmla="*/ 31282 h 75330"/>
                <a:gd name="connsiteX1" fmla="*/ 21565 w 230516"/>
                <a:gd name="connsiteY1" fmla="*/ 31282 h 75330"/>
                <a:gd name="connsiteX2" fmla="*/ 42014 w 230516"/>
                <a:gd name="connsiteY2" fmla="*/ 10853 h 75330"/>
                <a:gd name="connsiteX3" fmla="*/ 42014 w 230516"/>
                <a:gd name="connsiteY3" fmla="*/ 1915 h 75330"/>
                <a:gd name="connsiteX4" fmla="*/ 42014 w 230516"/>
                <a:gd name="connsiteY4" fmla="*/ 1915 h 75330"/>
                <a:gd name="connsiteX5" fmla="*/ 33068 w 230516"/>
                <a:gd name="connsiteY5" fmla="*/ 1915 h 75330"/>
                <a:gd name="connsiteX6" fmla="*/ 1757 w 230516"/>
                <a:gd name="connsiteY6" fmla="*/ 33197 h 75330"/>
                <a:gd name="connsiteX7" fmla="*/ 479 w 230516"/>
                <a:gd name="connsiteY7" fmla="*/ 35112 h 75330"/>
                <a:gd name="connsiteX8" fmla="*/ 479 w 230516"/>
                <a:gd name="connsiteY8" fmla="*/ 40219 h 75330"/>
                <a:gd name="connsiteX9" fmla="*/ 1757 w 230516"/>
                <a:gd name="connsiteY9" fmla="*/ 42134 h 75330"/>
                <a:gd name="connsiteX10" fmla="*/ 33068 w 230516"/>
                <a:gd name="connsiteY10" fmla="*/ 73416 h 75330"/>
                <a:gd name="connsiteX11" fmla="*/ 37540 w 230516"/>
                <a:gd name="connsiteY11" fmla="*/ 75331 h 75330"/>
                <a:gd name="connsiteX12" fmla="*/ 42014 w 230516"/>
                <a:gd name="connsiteY12" fmla="*/ 73416 h 75330"/>
                <a:gd name="connsiteX13" fmla="*/ 42014 w 230516"/>
                <a:gd name="connsiteY13" fmla="*/ 64478 h 75330"/>
                <a:gd name="connsiteX14" fmla="*/ 21565 w 230516"/>
                <a:gd name="connsiteY14" fmla="*/ 44049 h 75330"/>
                <a:gd name="connsiteX15" fmla="*/ 224127 w 230516"/>
                <a:gd name="connsiteY15" fmla="*/ 44049 h 75330"/>
                <a:gd name="connsiteX16" fmla="*/ 230517 w 230516"/>
                <a:gd name="connsiteY16" fmla="*/ 37666 h 75330"/>
                <a:gd name="connsiteX17" fmla="*/ 224127 w 230516"/>
                <a:gd name="connsiteY17" fmla="*/ 31282 h 75330"/>
                <a:gd name="connsiteX18" fmla="*/ 224127 w 230516"/>
                <a:gd name="connsiteY18" fmla="*/ 31282 h 7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0516" h="75330">
                  <a:moveTo>
                    <a:pt x="224127" y="31282"/>
                  </a:moveTo>
                  <a:lnTo>
                    <a:pt x="21565" y="31282"/>
                  </a:lnTo>
                  <a:lnTo>
                    <a:pt x="42014" y="10853"/>
                  </a:lnTo>
                  <a:cubicBezTo>
                    <a:pt x="44570" y="8299"/>
                    <a:pt x="44570" y="4469"/>
                    <a:pt x="42014" y="1915"/>
                  </a:cubicBezTo>
                  <a:cubicBezTo>
                    <a:pt x="42014" y="1915"/>
                    <a:pt x="42014" y="1915"/>
                    <a:pt x="42014" y="1915"/>
                  </a:cubicBezTo>
                  <a:cubicBezTo>
                    <a:pt x="39458" y="-638"/>
                    <a:pt x="35624" y="-638"/>
                    <a:pt x="33068" y="1915"/>
                  </a:cubicBezTo>
                  <a:lnTo>
                    <a:pt x="1757" y="33197"/>
                  </a:lnTo>
                  <a:cubicBezTo>
                    <a:pt x="1118" y="33835"/>
                    <a:pt x="479" y="34474"/>
                    <a:pt x="479" y="35112"/>
                  </a:cubicBezTo>
                  <a:cubicBezTo>
                    <a:pt x="-160" y="36389"/>
                    <a:pt x="-160" y="38304"/>
                    <a:pt x="479" y="40219"/>
                  </a:cubicBezTo>
                  <a:cubicBezTo>
                    <a:pt x="479" y="40857"/>
                    <a:pt x="1118" y="41496"/>
                    <a:pt x="1757" y="42134"/>
                  </a:cubicBezTo>
                  <a:lnTo>
                    <a:pt x="33068" y="73416"/>
                  </a:lnTo>
                  <a:cubicBezTo>
                    <a:pt x="34345" y="74693"/>
                    <a:pt x="35624" y="75331"/>
                    <a:pt x="37540" y="75331"/>
                  </a:cubicBezTo>
                  <a:cubicBezTo>
                    <a:pt x="39458" y="75331"/>
                    <a:pt x="40735" y="74693"/>
                    <a:pt x="42014" y="73416"/>
                  </a:cubicBezTo>
                  <a:cubicBezTo>
                    <a:pt x="44570" y="70862"/>
                    <a:pt x="44570" y="67032"/>
                    <a:pt x="42014" y="64478"/>
                  </a:cubicBezTo>
                  <a:lnTo>
                    <a:pt x="21565" y="44049"/>
                  </a:lnTo>
                  <a:lnTo>
                    <a:pt x="224127" y="44049"/>
                  </a:lnTo>
                  <a:cubicBezTo>
                    <a:pt x="227961" y="44049"/>
                    <a:pt x="230517" y="41496"/>
                    <a:pt x="230517" y="37666"/>
                  </a:cubicBezTo>
                  <a:cubicBezTo>
                    <a:pt x="230517" y="33835"/>
                    <a:pt x="227961" y="31282"/>
                    <a:pt x="224127" y="31282"/>
                  </a:cubicBezTo>
                  <a:lnTo>
                    <a:pt x="224127" y="31282"/>
                  </a:lnTo>
                  <a:close/>
                </a:path>
              </a:pathLst>
            </a:custGeom>
            <a:solidFill>
              <a:srgbClr val="00A3E0"/>
            </a:solidFill>
            <a:ln w="6390" cap="flat">
              <a:noFill/>
              <a:prstDash val="solid"/>
              <a:miter/>
            </a:ln>
          </p:spPr>
          <p:txBody>
            <a:bodyPr rtlCol="0" anchor="ctr"/>
            <a:lstStyle/>
            <a:p>
              <a:endParaRPr lang="en-US"/>
            </a:p>
          </p:txBody>
        </p:sp>
        <p:sp>
          <p:nvSpPr>
            <p:cNvPr id="406" name="Graphic 4">
              <a:extLst>
                <a:ext uri="{FF2B5EF4-FFF2-40B4-BE49-F238E27FC236}">
                  <a16:creationId xmlns:a16="http://schemas.microsoft.com/office/drawing/2014/main" id="{94F060EA-64AB-A346-BD60-E8D4BEAEEDC6}"/>
                </a:ext>
              </a:extLst>
            </p:cNvPr>
            <p:cNvSpPr/>
            <p:nvPr/>
          </p:nvSpPr>
          <p:spPr>
            <a:xfrm>
              <a:off x="6819980" y="3045322"/>
              <a:ext cx="230516" cy="75330"/>
            </a:xfrm>
            <a:custGeom>
              <a:avLst/>
              <a:gdLst>
                <a:gd name="connsiteX0" fmla="*/ 230038 w 230516"/>
                <a:gd name="connsiteY0" fmla="*/ 35112 h 75330"/>
                <a:gd name="connsiteX1" fmla="*/ 228759 w 230516"/>
                <a:gd name="connsiteY1" fmla="*/ 33197 h 75330"/>
                <a:gd name="connsiteX2" fmla="*/ 197448 w 230516"/>
                <a:gd name="connsiteY2" fmla="*/ 1915 h 75330"/>
                <a:gd name="connsiteX3" fmla="*/ 188503 w 230516"/>
                <a:gd name="connsiteY3" fmla="*/ 1915 h 75330"/>
                <a:gd name="connsiteX4" fmla="*/ 188503 w 230516"/>
                <a:gd name="connsiteY4" fmla="*/ 10853 h 75330"/>
                <a:gd name="connsiteX5" fmla="*/ 208951 w 230516"/>
                <a:gd name="connsiteY5" fmla="*/ 31281 h 75330"/>
                <a:gd name="connsiteX6" fmla="*/ 6390 w 230516"/>
                <a:gd name="connsiteY6" fmla="*/ 31281 h 75330"/>
                <a:gd name="connsiteX7" fmla="*/ 0 w 230516"/>
                <a:gd name="connsiteY7" fmla="*/ 37665 h 75330"/>
                <a:gd name="connsiteX8" fmla="*/ 6390 w 230516"/>
                <a:gd name="connsiteY8" fmla="*/ 44049 h 75330"/>
                <a:gd name="connsiteX9" fmla="*/ 208951 w 230516"/>
                <a:gd name="connsiteY9" fmla="*/ 44049 h 75330"/>
                <a:gd name="connsiteX10" fmla="*/ 188503 w 230516"/>
                <a:gd name="connsiteY10" fmla="*/ 64478 h 75330"/>
                <a:gd name="connsiteX11" fmla="*/ 188503 w 230516"/>
                <a:gd name="connsiteY11" fmla="*/ 73416 h 75330"/>
                <a:gd name="connsiteX12" fmla="*/ 197448 w 230516"/>
                <a:gd name="connsiteY12" fmla="*/ 73416 h 75330"/>
                <a:gd name="connsiteX13" fmla="*/ 228759 w 230516"/>
                <a:gd name="connsiteY13" fmla="*/ 42134 h 75330"/>
                <a:gd name="connsiteX14" fmla="*/ 230038 w 230516"/>
                <a:gd name="connsiteY14" fmla="*/ 40219 h 75330"/>
                <a:gd name="connsiteX15" fmla="*/ 230038 w 230516"/>
                <a:gd name="connsiteY15" fmla="*/ 35112 h 7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0516" h="75330">
                  <a:moveTo>
                    <a:pt x="230038" y="35112"/>
                  </a:moveTo>
                  <a:cubicBezTo>
                    <a:pt x="230038" y="34473"/>
                    <a:pt x="229398" y="33835"/>
                    <a:pt x="228759" y="33197"/>
                  </a:cubicBezTo>
                  <a:lnTo>
                    <a:pt x="197448" y="1915"/>
                  </a:lnTo>
                  <a:cubicBezTo>
                    <a:pt x="194893" y="-638"/>
                    <a:pt x="191059" y="-638"/>
                    <a:pt x="188503" y="1915"/>
                  </a:cubicBezTo>
                  <a:cubicBezTo>
                    <a:pt x="185947" y="4469"/>
                    <a:pt x="185947" y="8299"/>
                    <a:pt x="188503" y="10853"/>
                  </a:cubicBezTo>
                  <a:lnTo>
                    <a:pt x="208951" y="31281"/>
                  </a:lnTo>
                  <a:lnTo>
                    <a:pt x="6390" y="31281"/>
                  </a:lnTo>
                  <a:cubicBezTo>
                    <a:pt x="2555" y="31281"/>
                    <a:pt x="0" y="33835"/>
                    <a:pt x="0" y="37665"/>
                  </a:cubicBezTo>
                  <a:cubicBezTo>
                    <a:pt x="0" y="41496"/>
                    <a:pt x="2555" y="44049"/>
                    <a:pt x="6390" y="44049"/>
                  </a:cubicBezTo>
                  <a:lnTo>
                    <a:pt x="208951" y="44049"/>
                  </a:lnTo>
                  <a:lnTo>
                    <a:pt x="188503" y="64478"/>
                  </a:lnTo>
                  <a:cubicBezTo>
                    <a:pt x="185947" y="67032"/>
                    <a:pt x="185947" y="70862"/>
                    <a:pt x="188503" y="73416"/>
                  </a:cubicBezTo>
                  <a:cubicBezTo>
                    <a:pt x="191059" y="75969"/>
                    <a:pt x="194893" y="75969"/>
                    <a:pt x="197448" y="73416"/>
                  </a:cubicBezTo>
                  <a:lnTo>
                    <a:pt x="228759" y="42134"/>
                  </a:lnTo>
                  <a:cubicBezTo>
                    <a:pt x="229398" y="41496"/>
                    <a:pt x="230038" y="40857"/>
                    <a:pt x="230038" y="40219"/>
                  </a:cubicBezTo>
                  <a:cubicBezTo>
                    <a:pt x="230677" y="38942"/>
                    <a:pt x="230677" y="37027"/>
                    <a:pt x="230038" y="35112"/>
                  </a:cubicBezTo>
                  <a:close/>
                </a:path>
              </a:pathLst>
            </a:custGeom>
            <a:solidFill>
              <a:srgbClr val="00A3E0"/>
            </a:solidFill>
            <a:ln w="6390" cap="flat">
              <a:noFill/>
              <a:prstDash val="solid"/>
              <a:miter/>
            </a:ln>
          </p:spPr>
          <p:txBody>
            <a:bodyPr rtlCol="0" anchor="ctr"/>
            <a:lstStyle/>
            <a:p>
              <a:endParaRPr lang="en-US"/>
            </a:p>
          </p:txBody>
        </p:sp>
      </p:grpSp>
      <p:grpSp>
        <p:nvGrpSpPr>
          <p:cNvPr id="407" name="Graphic 4">
            <a:extLst>
              <a:ext uri="{FF2B5EF4-FFF2-40B4-BE49-F238E27FC236}">
                <a16:creationId xmlns:a16="http://schemas.microsoft.com/office/drawing/2014/main" id="{1F16A435-E516-A14B-990B-44B3B0B413A3}"/>
              </a:ext>
            </a:extLst>
          </p:cNvPr>
          <p:cNvGrpSpPr/>
          <p:nvPr/>
        </p:nvGrpSpPr>
        <p:grpSpPr>
          <a:xfrm>
            <a:off x="7801474" y="2855717"/>
            <a:ext cx="362309" cy="361971"/>
            <a:chOff x="7801474" y="2855717"/>
            <a:chExt cx="362309" cy="361971"/>
          </a:xfrm>
          <a:solidFill>
            <a:srgbClr val="00A3E0"/>
          </a:solidFill>
        </p:grpSpPr>
        <p:sp>
          <p:nvSpPr>
            <p:cNvPr id="408" name="Graphic 4">
              <a:extLst>
                <a:ext uri="{FF2B5EF4-FFF2-40B4-BE49-F238E27FC236}">
                  <a16:creationId xmlns:a16="http://schemas.microsoft.com/office/drawing/2014/main" id="{A90334B5-91E2-194A-81C6-C98F2F1056E4}"/>
                </a:ext>
              </a:extLst>
            </p:cNvPr>
            <p:cNvSpPr/>
            <p:nvPr/>
          </p:nvSpPr>
          <p:spPr>
            <a:xfrm>
              <a:off x="7801474" y="2855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6"/>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234"/>
                    <a:pt x="274128" y="348565"/>
                    <a:pt x="181474" y="349204"/>
                  </a:cubicBezTo>
                  <a:close/>
                </a:path>
              </a:pathLst>
            </a:custGeom>
            <a:solidFill>
              <a:srgbClr val="00A3E0"/>
            </a:solidFill>
            <a:ln w="6390" cap="flat">
              <a:noFill/>
              <a:prstDash val="solid"/>
              <a:miter/>
            </a:ln>
          </p:spPr>
          <p:txBody>
            <a:bodyPr rtlCol="0" anchor="ctr"/>
            <a:lstStyle/>
            <a:p>
              <a:endParaRPr lang="en-US"/>
            </a:p>
          </p:txBody>
        </p:sp>
        <p:sp>
          <p:nvSpPr>
            <p:cNvPr id="409" name="Graphic 4">
              <a:extLst>
                <a:ext uri="{FF2B5EF4-FFF2-40B4-BE49-F238E27FC236}">
                  <a16:creationId xmlns:a16="http://schemas.microsoft.com/office/drawing/2014/main" id="{83910BCB-2B12-C647-9F94-6C48181B491A}"/>
                </a:ext>
              </a:extLst>
            </p:cNvPr>
            <p:cNvSpPr/>
            <p:nvPr/>
          </p:nvSpPr>
          <p:spPr>
            <a:xfrm>
              <a:off x="7867450" y="3045322"/>
              <a:ext cx="230517" cy="75331"/>
            </a:xfrm>
            <a:custGeom>
              <a:avLst/>
              <a:gdLst>
                <a:gd name="connsiteX0" fmla="*/ 224128 w 230517"/>
                <a:gd name="connsiteY0" fmla="*/ 31281 h 75331"/>
                <a:gd name="connsiteX1" fmla="*/ 21566 w 230517"/>
                <a:gd name="connsiteY1" fmla="*/ 31281 h 75331"/>
                <a:gd name="connsiteX2" fmla="*/ 42014 w 230517"/>
                <a:gd name="connsiteY2" fmla="*/ 10853 h 75331"/>
                <a:gd name="connsiteX3" fmla="*/ 42014 w 230517"/>
                <a:gd name="connsiteY3" fmla="*/ 1915 h 75331"/>
                <a:gd name="connsiteX4" fmla="*/ 33068 w 230517"/>
                <a:gd name="connsiteY4" fmla="*/ 1915 h 75331"/>
                <a:gd name="connsiteX5" fmla="*/ 1757 w 230517"/>
                <a:gd name="connsiteY5" fmla="*/ 33197 h 75331"/>
                <a:gd name="connsiteX6" fmla="*/ 480 w 230517"/>
                <a:gd name="connsiteY6" fmla="*/ 35112 h 75331"/>
                <a:gd name="connsiteX7" fmla="*/ 480 w 230517"/>
                <a:gd name="connsiteY7" fmla="*/ 40219 h 75331"/>
                <a:gd name="connsiteX8" fmla="*/ 1757 w 230517"/>
                <a:gd name="connsiteY8" fmla="*/ 42134 h 75331"/>
                <a:gd name="connsiteX9" fmla="*/ 33068 w 230517"/>
                <a:gd name="connsiteY9" fmla="*/ 73416 h 75331"/>
                <a:gd name="connsiteX10" fmla="*/ 37541 w 230517"/>
                <a:gd name="connsiteY10" fmla="*/ 75331 h 75331"/>
                <a:gd name="connsiteX11" fmla="*/ 43931 w 230517"/>
                <a:gd name="connsiteY11" fmla="*/ 68947 h 75331"/>
                <a:gd name="connsiteX12" fmla="*/ 42014 w 230517"/>
                <a:gd name="connsiteY12" fmla="*/ 64478 h 75331"/>
                <a:gd name="connsiteX13" fmla="*/ 21566 w 230517"/>
                <a:gd name="connsiteY13" fmla="*/ 44049 h 75331"/>
                <a:gd name="connsiteX14" fmla="*/ 224128 w 230517"/>
                <a:gd name="connsiteY14" fmla="*/ 44049 h 75331"/>
                <a:gd name="connsiteX15" fmla="*/ 230517 w 230517"/>
                <a:gd name="connsiteY15" fmla="*/ 37665 h 75331"/>
                <a:gd name="connsiteX16" fmla="*/ 224128 w 230517"/>
                <a:gd name="connsiteY16" fmla="*/ 31281 h 75331"/>
                <a:gd name="connsiteX17" fmla="*/ 224128 w 230517"/>
                <a:gd name="connsiteY17" fmla="*/ 31281 h 75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0517" h="75331">
                  <a:moveTo>
                    <a:pt x="224128" y="31281"/>
                  </a:moveTo>
                  <a:lnTo>
                    <a:pt x="21566" y="31281"/>
                  </a:lnTo>
                  <a:lnTo>
                    <a:pt x="42014" y="10853"/>
                  </a:lnTo>
                  <a:cubicBezTo>
                    <a:pt x="44570" y="8299"/>
                    <a:pt x="44570" y="4469"/>
                    <a:pt x="42014" y="1915"/>
                  </a:cubicBezTo>
                  <a:cubicBezTo>
                    <a:pt x="39458" y="-638"/>
                    <a:pt x="35624" y="-638"/>
                    <a:pt x="33068" y="1915"/>
                  </a:cubicBezTo>
                  <a:lnTo>
                    <a:pt x="1757" y="33197"/>
                  </a:lnTo>
                  <a:cubicBezTo>
                    <a:pt x="1119" y="33835"/>
                    <a:pt x="480" y="34473"/>
                    <a:pt x="480" y="35112"/>
                  </a:cubicBezTo>
                  <a:cubicBezTo>
                    <a:pt x="-160" y="36389"/>
                    <a:pt x="-160" y="38304"/>
                    <a:pt x="480" y="40219"/>
                  </a:cubicBezTo>
                  <a:cubicBezTo>
                    <a:pt x="480" y="40857"/>
                    <a:pt x="1119" y="41496"/>
                    <a:pt x="1757" y="42134"/>
                  </a:cubicBezTo>
                  <a:lnTo>
                    <a:pt x="33068" y="73416"/>
                  </a:lnTo>
                  <a:cubicBezTo>
                    <a:pt x="34346" y="74693"/>
                    <a:pt x="35624" y="75331"/>
                    <a:pt x="37541" y="75331"/>
                  </a:cubicBezTo>
                  <a:cubicBezTo>
                    <a:pt x="41375" y="75331"/>
                    <a:pt x="43931" y="72139"/>
                    <a:pt x="43931" y="68947"/>
                  </a:cubicBezTo>
                  <a:cubicBezTo>
                    <a:pt x="43931" y="67032"/>
                    <a:pt x="43292" y="65755"/>
                    <a:pt x="42014" y="64478"/>
                  </a:cubicBezTo>
                  <a:lnTo>
                    <a:pt x="21566" y="44049"/>
                  </a:lnTo>
                  <a:lnTo>
                    <a:pt x="224128" y="44049"/>
                  </a:lnTo>
                  <a:cubicBezTo>
                    <a:pt x="227961" y="44049"/>
                    <a:pt x="230517" y="41496"/>
                    <a:pt x="230517" y="37665"/>
                  </a:cubicBezTo>
                  <a:cubicBezTo>
                    <a:pt x="230517" y="33835"/>
                    <a:pt x="227961" y="31281"/>
                    <a:pt x="224128" y="31281"/>
                  </a:cubicBezTo>
                  <a:lnTo>
                    <a:pt x="224128" y="31281"/>
                  </a:lnTo>
                  <a:close/>
                </a:path>
              </a:pathLst>
            </a:custGeom>
            <a:solidFill>
              <a:srgbClr val="00A3E0"/>
            </a:solidFill>
            <a:ln w="6390" cap="flat">
              <a:noFill/>
              <a:prstDash val="solid"/>
              <a:miter/>
            </a:ln>
          </p:spPr>
          <p:txBody>
            <a:bodyPr rtlCol="0" anchor="ctr"/>
            <a:lstStyle/>
            <a:p>
              <a:endParaRPr lang="en-US"/>
            </a:p>
          </p:txBody>
        </p:sp>
        <p:sp>
          <p:nvSpPr>
            <p:cNvPr id="410" name="Graphic 4">
              <a:extLst>
                <a:ext uri="{FF2B5EF4-FFF2-40B4-BE49-F238E27FC236}">
                  <a16:creationId xmlns:a16="http://schemas.microsoft.com/office/drawing/2014/main" id="{1BA9255D-6869-5248-A419-29A4D3CED9E0}"/>
                </a:ext>
              </a:extLst>
            </p:cNvPr>
            <p:cNvSpPr/>
            <p:nvPr/>
          </p:nvSpPr>
          <p:spPr>
            <a:xfrm>
              <a:off x="7867290" y="2952116"/>
              <a:ext cx="230517" cy="75330"/>
            </a:xfrm>
            <a:custGeom>
              <a:avLst/>
              <a:gdLst>
                <a:gd name="connsiteX0" fmla="*/ 228760 w 230517"/>
                <a:gd name="connsiteY0" fmla="*/ 33197 h 75330"/>
                <a:gd name="connsiteX1" fmla="*/ 197449 w 230517"/>
                <a:gd name="connsiteY1" fmla="*/ 1915 h 75330"/>
                <a:gd name="connsiteX2" fmla="*/ 188503 w 230517"/>
                <a:gd name="connsiteY2" fmla="*/ 1915 h 75330"/>
                <a:gd name="connsiteX3" fmla="*/ 188503 w 230517"/>
                <a:gd name="connsiteY3" fmla="*/ 10853 h 75330"/>
                <a:gd name="connsiteX4" fmla="*/ 208951 w 230517"/>
                <a:gd name="connsiteY4" fmla="*/ 31282 h 75330"/>
                <a:gd name="connsiteX5" fmla="*/ 6390 w 230517"/>
                <a:gd name="connsiteY5" fmla="*/ 31282 h 75330"/>
                <a:gd name="connsiteX6" fmla="*/ 0 w 230517"/>
                <a:gd name="connsiteY6" fmla="*/ 37666 h 75330"/>
                <a:gd name="connsiteX7" fmla="*/ 6390 w 230517"/>
                <a:gd name="connsiteY7" fmla="*/ 44049 h 75330"/>
                <a:gd name="connsiteX8" fmla="*/ 208951 w 230517"/>
                <a:gd name="connsiteY8" fmla="*/ 44049 h 75330"/>
                <a:gd name="connsiteX9" fmla="*/ 188503 w 230517"/>
                <a:gd name="connsiteY9" fmla="*/ 64478 h 75330"/>
                <a:gd name="connsiteX10" fmla="*/ 188503 w 230517"/>
                <a:gd name="connsiteY10" fmla="*/ 73416 h 75330"/>
                <a:gd name="connsiteX11" fmla="*/ 192977 w 230517"/>
                <a:gd name="connsiteY11" fmla="*/ 75331 h 75330"/>
                <a:gd name="connsiteX12" fmla="*/ 197449 w 230517"/>
                <a:gd name="connsiteY12" fmla="*/ 73416 h 75330"/>
                <a:gd name="connsiteX13" fmla="*/ 228760 w 230517"/>
                <a:gd name="connsiteY13" fmla="*/ 42134 h 75330"/>
                <a:gd name="connsiteX14" fmla="*/ 230038 w 230517"/>
                <a:gd name="connsiteY14" fmla="*/ 40219 h 75330"/>
                <a:gd name="connsiteX15" fmla="*/ 230038 w 230517"/>
                <a:gd name="connsiteY15" fmla="*/ 35112 h 75330"/>
                <a:gd name="connsiteX16" fmla="*/ 228760 w 230517"/>
                <a:gd name="connsiteY16" fmla="*/ 33197 h 7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0517" h="75330">
                  <a:moveTo>
                    <a:pt x="228760" y="33197"/>
                  </a:moveTo>
                  <a:lnTo>
                    <a:pt x="197449" y="1915"/>
                  </a:lnTo>
                  <a:cubicBezTo>
                    <a:pt x="194893" y="-638"/>
                    <a:pt x="191059" y="-638"/>
                    <a:pt x="188503" y="1915"/>
                  </a:cubicBezTo>
                  <a:cubicBezTo>
                    <a:pt x="185948" y="4469"/>
                    <a:pt x="185948" y="8299"/>
                    <a:pt x="188503" y="10853"/>
                  </a:cubicBezTo>
                  <a:lnTo>
                    <a:pt x="208951" y="31282"/>
                  </a:lnTo>
                  <a:lnTo>
                    <a:pt x="6390" y="31282"/>
                  </a:lnTo>
                  <a:cubicBezTo>
                    <a:pt x="2556" y="31282"/>
                    <a:pt x="0" y="33835"/>
                    <a:pt x="0" y="37666"/>
                  </a:cubicBezTo>
                  <a:cubicBezTo>
                    <a:pt x="0" y="41496"/>
                    <a:pt x="2556" y="44049"/>
                    <a:pt x="6390" y="44049"/>
                  </a:cubicBezTo>
                  <a:lnTo>
                    <a:pt x="208951" y="44049"/>
                  </a:lnTo>
                  <a:lnTo>
                    <a:pt x="188503" y="64478"/>
                  </a:lnTo>
                  <a:cubicBezTo>
                    <a:pt x="185948" y="67032"/>
                    <a:pt x="185948" y="70862"/>
                    <a:pt x="188503" y="73416"/>
                  </a:cubicBezTo>
                  <a:cubicBezTo>
                    <a:pt x="189782" y="74693"/>
                    <a:pt x="191059" y="75331"/>
                    <a:pt x="192977" y="75331"/>
                  </a:cubicBezTo>
                  <a:cubicBezTo>
                    <a:pt x="194893" y="75331"/>
                    <a:pt x="196172" y="74693"/>
                    <a:pt x="197449" y="73416"/>
                  </a:cubicBezTo>
                  <a:lnTo>
                    <a:pt x="228760" y="42134"/>
                  </a:lnTo>
                  <a:cubicBezTo>
                    <a:pt x="229399" y="41496"/>
                    <a:pt x="230038" y="40857"/>
                    <a:pt x="230038" y="40219"/>
                  </a:cubicBezTo>
                  <a:cubicBezTo>
                    <a:pt x="230677" y="38942"/>
                    <a:pt x="230677" y="37027"/>
                    <a:pt x="230038" y="35112"/>
                  </a:cubicBezTo>
                  <a:cubicBezTo>
                    <a:pt x="230038" y="34474"/>
                    <a:pt x="229399" y="33835"/>
                    <a:pt x="228760" y="33197"/>
                  </a:cubicBezTo>
                  <a:close/>
                </a:path>
              </a:pathLst>
            </a:custGeom>
            <a:solidFill>
              <a:srgbClr val="00A3E0"/>
            </a:solidFill>
            <a:ln w="6390" cap="flat">
              <a:noFill/>
              <a:prstDash val="solid"/>
              <a:miter/>
            </a:ln>
          </p:spPr>
          <p:txBody>
            <a:bodyPr rtlCol="0" anchor="ctr"/>
            <a:lstStyle/>
            <a:p>
              <a:endParaRPr lang="en-US"/>
            </a:p>
          </p:txBody>
        </p:sp>
      </p:grpSp>
      <p:grpSp>
        <p:nvGrpSpPr>
          <p:cNvPr id="411" name="Graphic 4">
            <a:extLst>
              <a:ext uri="{FF2B5EF4-FFF2-40B4-BE49-F238E27FC236}">
                <a16:creationId xmlns:a16="http://schemas.microsoft.com/office/drawing/2014/main" id="{B6EDE966-668C-8446-84A5-9B2BD35BAD0A}"/>
              </a:ext>
            </a:extLst>
          </p:cNvPr>
          <p:cNvGrpSpPr/>
          <p:nvPr/>
        </p:nvGrpSpPr>
        <p:grpSpPr>
          <a:xfrm>
            <a:off x="3607758" y="2371173"/>
            <a:ext cx="362313" cy="361971"/>
            <a:chOff x="3607758" y="2371173"/>
            <a:chExt cx="362313" cy="361971"/>
          </a:xfrm>
          <a:solidFill>
            <a:srgbClr val="00A3E0"/>
          </a:solidFill>
        </p:grpSpPr>
        <p:sp>
          <p:nvSpPr>
            <p:cNvPr id="412" name="Graphic 4">
              <a:extLst>
                <a:ext uri="{FF2B5EF4-FFF2-40B4-BE49-F238E27FC236}">
                  <a16:creationId xmlns:a16="http://schemas.microsoft.com/office/drawing/2014/main" id="{67D70AA9-1124-EB4E-AA65-4CB6B6EDC992}"/>
                </a:ext>
              </a:extLst>
            </p:cNvPr>
            <p:cNvSpPr/>
            <p:nvPr/>
          </p:nvSpPr>
          <p:spPr>
            <a:xfrm>
              <a:off x="3607758" y="2371173"/>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6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949"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6" y="12768"/>
                  </a:cubicBezTo>
                  <a:cubicBezTo>
                    <a:pt x="274128" y="12768"/>
                    <a:pt x="349530" y="88099"/>
                    <a:pt x="349530" y="180667"/>
                  </a:cubicBezTo>
                  <a:cubicBezTo>
                    <a:pt x="349530" y="180667"/>
                    <a:pt x="349530" y="180667"/>
                    <a:pt x="349530" y="180667"/>
                  </a:cubicBezTo>
                  <a:cubicBezTo>
                    <a:pt x="349530" y="273873"/>
                    <a:pt x="274128"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413" name="Graphic 4">
              <a:extLst>
                <a:ext uri="{FF2B5EF4-FFF2-40B4-BE49-F238E27FC236}">
                  <a16:creationId xmlns:a16="http://schemas.microsoft.com/office/drawing/2014/main" id="{64DE1263-BE3E-344E-A462-A1D73CFB179E}"/>
                </a:ext>
              </a:extLst>
            </p:cNvPr>
            <p:cNvSpPr/>
            <p:nvPr/>
          </p:nvSpPr>
          <p:spPr>
            <a:xfrm>
              <a:off x="3657600" y="2509706"/>
              <a:ext cx="101599" cy="83630"/>
            </a:xfrm>
            <a:custGeom>
              <a:avLst/>
              <a:gdLst>
                <a:gd name="connsiteX0" fmla="*/ 95849 w 101599"/>
                <a:gd name="connsiteY0" fmla="*/ 35750 h 83630"/>
                <a:gd name="connsiteX1" fmla="*/ 21726 w 101599"/>
                <a:gd name="connsiteY1" fmla="*/ 35750 h 83630"/>
                <a:gd name="connsiteX2" fmla="*/ 46646 w 101599"/>
                <a:gd name="connsiteY2" fmla="*/ 10853 h 83630"/>
                <a:gd name="connsiteX3" fmla="*/ 46646 w 101599"/>
                <a:gd name="connsiteY3" fmla="*/ 1915 h 83630"/>
                <a:gd name="connsiteX4" fmla="*/ 37700 w 101599"/>
                <a:gd name="connsiteY4" fmla="*/ 1915 h 83630"/>
                <a:gd name="connsiteX5" fmla="*/ 37700 w 101599"/>
                <a:gd name="connsiteY5" fmla="*/ 1915 h 83630"/>
                <a:gd name="connsiteX6" fmla="*/ 1917 w 101599"/>
                <a:gd name="connsiteY6" fmla="*/ 37666 h 83630"/>
                <a:gd name="connsiteX7" fmla="*/ 1917 w 101599"/>
                <a:gd name="connsiteY7" fmla="*/ 37666 h 83630"/>
                <a:gd name="connsiteX8" fmla="*/ 639 w 101599"/>
                <a:gd name="connsiteY8" fmla="*/ 39581 h 83630"/>
                <a:gd name="connsiteX9" fmla="*/ 639 w 101599"/>
                <a:gd name="connsiteY9" fmla="*/ 39581 h 83630"/>
                <a:gd name="connsiteX10" fmla="*/ 639 w 101599"/>
                <a:gd name="connsiteY10" fmla="*/ 39581 h 83630"/>
                <a:gd name="connsiteX11" fmla="*/ 0 w 101599"/>
                <a:gd name="connsiteY11" fmla="*/ 41496 h 83630"/>
                <a:gd name="connsiteX12" fmla="*/ 0 w 101599"/>
                <a:gd name="connsiteY12" fmla="*/ 42134 h 83630"/>
                <a:gd name="connsiteX13" fmla="*/ 0 w 101599"/>
                <a:gd name="connsiteY13" fmla="*/ 43411 h 83630"/>
                <a:gd name="connsiteX14" fmla="*/ 0 w 101599"/>
                <a:gd name="connsiteY14" fmla="*/ 44049 h 83630"/>
                <a:gd name="connsiteX15" fmla="*/ 1278 w 101599"/>
                <a:gd name="connsiteY15" fmla="*/ 45965 h 83630"/>
                <a:gd name="connsiteX16" fmla="*/ 37062 w 101599"/>
                <a:gd name="connsiteY16" fmla="*/ 81715 h 83630"/>
                <a:gd name="connsiteX17" fmla="*/ 46007 w 101599"/>
                <a:gd name="connsiteY17" fmla="*/ 81715 h 83630"/>
                <a:gd name="connsiteX18" fmla="*/ 46007 w 101599"/>
                <a:gd name="connsiteY18" fmla="*/ 81715 h 83630"/>
                <a:gd name="connsiteX19" fmla="*/ 46007 w 101599"/>
                <a:gd name="connsiteY19" fmla="*/ 72777 h 83630"/>
                <a:gd name="connsiteX20" fmla="*/ 21087 w 101599"/>
                <a:gd name="connsiteY20" fmla="*/ 47880 h 83630"/>
                <a:gd name="connsiteX21" fmla="*/ 95210 w 101599"/>
                <a:gd name="connsiteY21" fmla="*/ 47880 h 83630"/>
                <a:gd name="connsiteX22" fmla="*/ 101600 w 101599"/>
                <a:gd name="connsiteY22" fmla="*/ 41496 h 83630"/>
                <a:gd name="connsiteX23" fmla="*/ 95849 w 101599"/>
                <a:gd name="connsiteY23" fmla="*/ 35750 h 83630"/>
                <a:gd name="connsiteX24" fmla="*/ 95849 w 101599"/>
                <a:gd name="connsiteY24" fmla="*/ 35750 h 83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1599" h="83630">
                  <a:moveTo>
                    <a:pt x="95849" y="35750"/>
                  </a:moveTo>
                  <a:lnTo>
                    <a:pt x="21726" y="35750"/>
                  </a:lnTo>
                  <a:lnTo>
                    <a:pt x="46646" y="10853"/>
                  </a:lnTo>
                  <a:cubicBezTo>
                    <a:pt x="49202" y="8299"/>
                    <a:pt x="49202" y="4469"/>
                    <a:pt x="46646" y="1915"/>
                  </a:cubicBezTo>
                  <a:cubicBezTo>
                    <a:pt x="44090" y="-638"/>
                    <a:pt x="40257" y="-638"/>
                    <a:pt x="37700" y="1915"/>
                  </a:cubicBezTo>
                  <a:cubicBezTo>
                    <a:pt x="37700" y="1915"/>
                    <a:pt x="37700" y="1915"/>
                    <a:pt x="37700" y="1915"/>
                  </a:cubicBezTo>
                  <a:lnTo>
                    <a:pt x="1917" y="37666"/>
                  </a:lnTo>
                  <a:lnTo>
                    <a:pt x="1917" y="37666"/>
                  </a:lnTo>
                  <a:cubicBezTo>
                    <a:pt x="1278" y="38304"/>
                    <a:pt x="1278" y="38942"/>
                    <a:pt x="639" y="39581"/>
                  </a:cubicBezTo>
                  <a:lnTo>
                    <a:pt x="639" y="39581"/>
                  </a:lnTo>
                  <a:lnTo>
                    <a:pt x="639" y="39581"/>
                  </a:lnTo>
                  <a:cubicBezTo>
                    <a:pt x="639" y="40219"/>
                    <a:pt x="0" y="40857"/>
                    <a:pt x="0" y="41496"/>
                  </a:cubicBezTo>
                  <a:lnTo>
                    <a:pt x="0" y="42134"/>
                  </a:lnTo>
                  <a:cubicBezTo>
                    <a:pt x="0" y="42773"/>
                    <a:pt x="0" y="43411"/>
                    <a:pt x="0" y="43411"/>
                  </a:cubicBezTo>
                  <a:cubicBezTo>
                    <a:pt x="0" y="43411"/>
                    <a:pt x="0" y="44049"/>
                    <a:pt x="0" y="44049"/>
                  </a:cubicBezTo>
                  <a:cubicBezTo>
                    <a:pt x="0" y="44688"/>
                    <a:pt x="639" y="45326"/>
                    <a:pt x="1278" y="45965"/>
                  </a:cubicBezTo>
                  <a:lnTo>
                    <a:pt x="37062" y="81715"/>
                  </a:lnTo>
                  <a:cubicBezTo>
                    <a:pt x="39617" y="84269"/>
                    <a:pt x="43451" y="84269"/>
                    <a:pt x="46007" y="81715"/>
                  </a:cubicBezTo>
                  <a:cubicBezTo>
                    <a:pt x="46007" y="81715"/>
                    <a:pt x="46007" y="81715"/>
                    <a:pt x="46007" y="81715"/>
                  </a:cubicBezTo>
                  <a:cubicBezTo>
                    <a:pt x="48563" y="79161"/>
                    <a:pt x="48563" y="75331"/>
                    <a:pt x="46007" y="72777"/>
                  </a:cubicBezTo>
                  <a:lnTo>
                    <a:pt x="21087" y="47880"/>
                  </a:lnTo>
                  <a:lnTo>
                    <a:pt x="95210" y="47880"/>
                  </a:lnTo>
                  <a:cubicBezTo>
                    <a:pt x="99044" y="47880"/>
                    <a:pt x="101600" y="45326"/>
                    <a:pt x="101600" y="41496"/>
                  </a:cubicBezTo>
                  <a:cubicBezTo>
                    <a:pt x="101600" y="37666"/>
                    <a:pt x="99044" y="35750"/>
                    <a:pt x="95849" y="35750"/>
                  </a:cubicBezTo>
                  <a:lnTo>
                    <a:pt x="95849" y="35750"/>
                  </a:lnTo>
                  <a:close/>
                </a:path>
              </a:pathLst>
            </a:custGeom>
            <a:solidFill>
              <a:srgbClr val="00A3E0"/>
            </a:solidFill>
            <a:ln w="6390" cap="flat">
              <a:noFill/>
              <a:prstDash val="solid"/>
              <a:miter/>
            </a:ln>
          </p:spPr>
          <p:txBody>
            <a:bodyPr rtlCol="0" anchor="ctr"/>
            <a:lstStyle/>
            <a:p>
              <a:endParaRPr lang="en-US"/>
            </a:p>
          </p:txBody>
        </p:sp>
        <p:sp>
          <p:nvSpPr>
            <p:cNvPr id="414" name="Graphic 4">
              <a:extLst>
                <a:ext uri="{FF2B5EF4-FFF2-40B4-BE49-F238E27FC236}">
                  <a16:creationId xmlns:a16="http://schemas.microsoft.com/office/drawing/2014/main" id="{2E979EFE-D44B-A444-827D-7245608326F5}"/>
                </a:ext>
              </a:extLst>
            </p:cNvPr>
            <p:cNvSpPr/>
            <p:nvPr/>
          </p:nvSpPr>
          <p:spPr>
            <a:xfrm>
              <a:off x="3818626" y="2510634"/>
              <a:ext cx="101600" cy="83978"/>
            </a:xfrm>
            <a:custGeom>
              <a:avLst/>
              <a:gdLst>
                <a:gd name="connsiteX0" fmla="*/ 101600 w 101600"/>
                <a:gd name="connsiteY0" fmla="*/ 43760 h 83978"/>
                <a:gd name="connsiteX1" fmla="*/ 101600 w 101600"/>
                <a:gd name="connsiteY1" fmla="*/ 42483 h 83978"/>
                <a:gd name="connsiteX2" fmla="*/ 101600 w 101600"/>
                <a:gd name="connsiteY2" fmla="*/ 41845 h 83978"/>
                <a:gd name="connsiteX3" fmla="*/ 100961 w 101600"/>
                <a:gd name="connsiteY3" fmla="*/ 39929 h 83978"/>
                <a:gd name="connsiteX4" fmla="*/ 100961 w 101600"/>
                <a:gd name="connsiteY4" fmla="*/ 39929 h 83978"/>
                <a:gd name="connsiteX5" fmla="*/ 100961 w 101600"/>
                <a:gd name="connsiteY5" fmla="*/ 39929 h 83978"/>
                <a:gd name="connsiteX6" fmla="*/ 99683 w 101600"/>
                <a:gd name="connsiteY6" fmla="*/ 38014 h 83978"/>
                <a:gd name="connsiteX7" fmla="*/ 99683 w 101600"/>
                <a:gd name="connsiteY7" fmla="*/ 38014 h 83978"/>
                <a:gd name="connsiteX8" fmla="*/ 63899 w 101600"/>
                <a:gd name="connsiteY8" fmla="*/ 2264 h 83978"/>
                <a:gd name="connsiteX9" fmla="*/ 54954 w 101600"/>
                <a:gd name="connsiteY9" fmla="*/ 1626 h 83978"/>
                <a:gd name="connsiteX10" fmla="*/ 54314 w 101600"/>
                <a:gd name="connsiteY10" fmla="*/ 10563 h 83978"/>
                <a:gd name="connsiteX11" fmla="*/ 54954 w 101600"/>
                <a:gd name="connsiteY11" fmla="*/ 11202 h 83978"/>
                <a:gd name="connsiteX12" fmla="*/ 79874 w 101600"/>
                <a:gd name="connsiteY12" fmla="*/ 36099 h 83978"/>
                <a:gd name="connsiteX13" fmla="*/ 6390 w 101600"/>
                <a:gd name="connsiteY13" fmla="*/ 36099 h 83978"/>
                <a:gd name="connsiteX14" fmla="*/ 0 w 101600"/>
                <a:gd name="connsiteY14" fmla="*/ 42483 h 83978"/>
                <a:gd name="connsiteX15" fmla="*/ 6390 w 101600"/>
                <a:gd name="connsiteY15" fmla="*/ 48867 h 83978"/>
                <a:gd name="connsiteX16" fmla="*/ 80513 w 101600"/>
                <a:gd name="connsiteY16" fmla="*/ 48867 h 83978"/>
                <a:gd name="connsiteX17" fmla="*/ 55593 w 101600"/>
                <a:gd name="connsiteY17" fmla="*/ 73126 h 83978"/>
                <a:gd name="connsiteX18" fmla="*/ 55593 w 101600"/>
                <a:gd name="connsiteY18" fmla="*/ 82064 h 83978"/>
                <a:gd name="connsiteX19" fmla="*/ 60066 w 101600"/>
                <a:gd name="connsiteY19" fmla="*/ 83979 h 83978"/>
                <a:gd name="connsiteX20" fmla="*/ 64539 w 101600"/>
                <a:gd name="connsiteY20" fmla="*/ 82064 h 83978"/>
                <a:gd name="connsiteX21" fmla="*/ 100322 w 101600"/>
                <a:gd name="connsiteY21" fmla="*/ 46313 h 83978"/>
                <a:gd name="connsiteX22" fmla="*/ 101600 w 101600"/>
                <a:gd name="connsiteY22" fmla="*/ 43760 h 83978"/>
                <a:gd name="connsiteX23" fmla="*/ 101600 w 101600"/>
                <a:gd name="connsiteY23" fmla="*/ 43760 h 83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1600" h="83978">
                  <a:moveTo>
                    <a:pt x="101600" y="43760"/>
                  </a:moveTo>
                  <a:cubicBezTo>
                    <a:pt x="101600" y="43121"/>
                    <a:pt x="101600" y="42483"/>
                    <a:pt x="101600" y="42483"/>
                  </a:cubicBezTo>
                  <a:cubicBezTo>
                    <a:pt x="101600" y="42483"/>
                    <a:pt x="101600" y="41845"/>
                    <a:pt x="101600" y="41845"/>
                  </a:cubicBezTo>
                  <a:cubicBezTo>
                    <a:pt x="101600" y="41206"/>
                    <a:pt x="101600" y="40568"/>
                    <a:pt x="100961" y="39929"/>
                  </a:cubicBezTo>
                  <a:lnTo>
                    <a:pt x="100961" y="39929"/>
                  </a:lnTo>
                  <a:lnTo>
                    <a:pt x="100961" y="39929"/>
                  </a:lnTo>
                  <a:cubicBezTo>
                    <a:pt x="100961" y="39291"/>
                    <a:pt x="100322" y="38653"/>
                    <a:pt x="99683" y="38014"/>
                  </a:cubicBezTo>
                  <a:lnTo>
                    <a:pt x="99683" y="38014"/>
                  </a:lnTo>
                  <a:lnTo>
                    <a:pt x="63899" y="2264"/>
                  </a:lnTo>
                  <a:cubicBezTo>
                    <a:pt x="61344" y="-290"/>
                    <a:pt x="57509" y="-928"/>
                    <a:pt x="54954" y="1626"/>
                  </a:cubicBezTo>
                  <a:cubicBezTo>
                    <a:pt x="52398" y="4179"/>
                    <a:pt x="51759" y="8010"/>
                    <a:pt x="54314" y="10563"/>
                  </a:cubicBezTo>
                  <a:cubicBezTo>
                    <a:pt x="54314" y="10563"/>
                    <a:pt x="54954" y="11202"/>
                    <a:pt x="54954" y="11202"/>
                  </a:cubicBezTo>
                  <a:lnTo>
                    <a:pt x="79874" y="36099"/>
                  </a:lnTo>
                  <a:lnTo>
                    <a:pt x="6390" y="36099"/>
                  </a:lnTo>
                  <a:cubicBezTo>
                    <a:pt x="2556" y="36099"/>
                    <a:pt x="0" y="38653"/>
                    <a:pt x="0" y="42483"/>
                  </a:cubicBezTo>
                  <a:cubicBezTo>
                    <a:pt x="0" y="46313"/>
                    <a:pt x="2556" y="48867"/>
                    <a:pt x="6390" y="48867"/>
                  </a:cubicBezTo>
                  <a:lnTo>
                    <a:pt x="80513" y="48867"/>
                  </a:lnTo>
                  <a:lnTo>
                    <a:pt x="55593" y="73126"/>
                  </a:lnTo>
                  <a:cubicBezTo>
                    <a:pt x="53037" y="75680"/>
                    <a:pt x="53037" y="79510"/>
                    <a:pt x="55593" y="82064"/>
                  </a:cubicBezTo>
                  <a:cubicBezTo>
                    <a:pt x="56871" y="83341"/>
                    <a:pt x="58149" y="83979"/>
                    <a:pt x="60066" y="83979"/>
                  </a:cubicBezTo>
                  <a:cubicBezTo>
                    <a:pt x="61982" y="83979"/>
                    <a:pt x="63261" y="83341"/>
                    <a:pt x="64539" y="82064"/>
                  </a:cubicBezTo>
                  <a:lnTo>
                    <a:pt x="100322" y="46313"/>
                  </a:lnTo>
                  <a:cubicBezTo>
                    <a:pt x="100322" y="45037"/>
                    <a:pt x="100961" y="44398"/>
                    <a:pt x="101600" y="43760"/>
                  </a:cubicBezTo>
                  <a:cubicBezTo>
                    <a:pt x="100961" y="43760"/>
                    <a:pt x="100961" y="43760"/>
                    <a:pt x="101600" y="43760"/>
                  </a:cubicBezTo>
                  <a:close/>
                </a:path>
              </a:pathLst>
            </a:custGeom>
            <a:solidFill>
              <a:srgbClr val="00A3E0"/>
            </a:solidFill>
            <a:ln w="6390" cap="flat">
              <a:noFill/>
              <a:prstDash val="solid"/>
              <a:miter/>
            </a:ln>
          </p:spPr>
          <p:txBody>
            <a:bodyPr rtlCol="0" anchor="ctr"/>
            <a:lstStyle/>
            <a:p>
              <a:endParaRPr lang="en-US"/>
            </a:p>
          </p:txBody>
        </p:sp>
      </p:grpSp>
      <p:grpSp>
        <p:nvGrpSpPr>
          <p:cNvPr id="415" name="Graphic 4">
            <a:extLst>
              <a:ext uri="{FF2B5EF4-FFF2-40B4-BE49-F238E27FC236}">
                <a16:creationId xmlns:a16="http://schemas.microsoft.com/office/drawing/2014/main" id="{22BFCB84-5D83-ED45-9150-166E44E18C44}"/>
              </a:ext>
            </a:extLst>
          </p:cNvPr>
          <p:cNvGrpSpPr/>
          <p:nvPr/>
        </p:nvGrpSpPr>
        <p:grpSpPr>
          <a:xfrm>
            <a:off x="4660820" y="2371173"/>
            <a:ext cx="362312" cy="361971"/>
            <a:chOff x="4660820" y="2371173"/>
            <a:chExt cx="362312" cy="361971"/>
          </a:xfrm>
          <a:solidFill>
            <a:srgbClr val="00A3E0"/>
          </a:solidFill>
        </p:grpSpPr>
        <p:sp>
          <p:nvSpPr>
            <p:cNvPr id="416" name="Graphic 4">
              <a:extLst>
                <a:ext uri="{FF2B5EF4-FFF2-40B4-BE49-F238E27FC236}">
                  <a16:creationId xmlns:a16="http://schemas.microsoft.com/office/drawing/2014/main" id="{275F114C-FC83-F548-87DE-355BBF2BE92C}"/>
                </a:ext>
              </a:extLst>
            </p:cNvPr>
            <p:cNvSpPr/>
            <p:nvPr/>
          </p:nvSpPr>
          <p:spPr>
            <a:xfrm>
              <a:off x="4660820" y="237117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417" name="Graphic 4">
              <a:extLst>
                <a:ext uri="{FF2B5EF4-FFF2-40B4-BE49-F238E27FC236}">
                  <a16:creationId xmlns:a16="http://schemas.microsoft.com/office/drawing/2014/main" id="{F324C832-1118-6549-AC35-7FBB9EB980E8}"/>
                </a:ext>
              </a:extLst>
            </p:cNvPr>
            <p:cNvSpPr/>
            <p:nvPr/>
          </p:nvSpPr>
          <p:spPr>
            <a:xfrm>
              <a:off x="4800120" y="2420968"/>
              <a:ext cx="84347" cy="101505"/>
            </a:xfrm>
            <a:custGeom>
              <a:avLst/>
              <a:gdLst>
                <a:gd name="connsiteX0" fmla="*/ 46647 w 84347"/>
                <a:gd name="connsiteY0" fmla="*/ 1915 h 101505"/>
                <a:gd name="connsiteX1" fmla="*/ 46647 w 84347"/>
                <a:gd name="connsiteY1" fmla="*/ 1915 h 101505"/>
                <a:gd name="connsiteX2" fmla="*/ 44730 w 84347"/>
                <a:gd name="connsiteY2" fmla="*/ 638 h 101505"/>
                <a:gd name="connsiteX3" fmla="*/ 44730 w 84347"/>
                <a:gd name="connsiteY3" fmla="*/ 638 h 101505"/>
                <a:gd name="connsiteX4" fmla="*/ 42813 w 84347"/>
                <a:gd name="connsiteY4" fmla="*/ 0 h 101505"/>
                <a:gd name="connsiteX5" fmla="*/ 42174 w 84347"/>
                <a:gd name="connsiteY5" fmla="*/ 0 h 101505"/>
                <a:gd name="connsiteX6" fmla="*/ 40257 w 84347"/>
                <a:gd name="connsiteY6" fmla="*/ 0 h 101505"/>
                <a:gd name="connsiteX7" fmla="*/ 39618 w 84347"/>
                <a:gd name="connsiteY7" fmla="*/ 0 h 101505"/>
                <a:gd name="connsiteX8" fmla="*/ 37701 w 84347"/>
                <a:gd name="connsiteY8" fmla="*/ 1277 h 101505"/>
                <a:gd name="connsiteX9" fmla="*/ 1917 w 84347"/>
                <a:gd name="connsiteY9" fmla="*/ 37027 h 101505"/>
                <a:gd name="connsiteX10" fmla="*/ 1917 w 84347"/>
                <a:gd name="connsiteY10" fmla="*/ 45965 h 101505"/>
                <a:gd name="connsiteX11" fmla="*/ 1917 w 84347"/>
                <a:gd name="connsiteY11" fmla="*/ 45965 h 101505"/>
                <a:gd name="connsiteX12" fmla="*/ 10863 w 84347"/>
                <a:gd name="connsiteY12" fmla="*/ 45965 h 101505"/>
                <a:gd name="connsiteX13" fmla="*/ 35784 w 84347"/>
                <a:gd name="connsiteY13" fmla="*/ 21067 h 101505"/>
                <a:gd name="connsiteX14" fmla="*/ 35784 w 84347"/>
                <a:gd name="connsiteY14" fmla="*/ 95121 h 101505"/>
                <a:gd name="connsiteX15" fmla="*/ 42174 w 84347"/>
                <a:gd name="connsiteY15" fmla="*/ 101505 h 101505"/>
                <a:gd name="connsiteX16" fmla="*/ 48564 w 84347"/>
                <a:gd name="connsiteY16" fmla="*/ 95121 h 101505"/>
                <a:gd name="connsiteX17" fmla="*/ 48564 w 84347"/>
                <a:gd name="connsiteY17" fmla="*/ 21706 h 101505"/>
                <a:gd name="connsiteX18" fmla="*/ 73484 w 84347"/>
                <a:gd name="connsiteY18" fmla="*/ 46603 h 101505"/>
                <a:gd name="connsiteX19" fmla="*/ 82430 w 84347"/>
                <a:gd name="connsiteY19" fmla="*/ 46603 h 101505"/>
                <a:gd name="connsiteX20" fmla="*/ 82430 w 84347"/>
                <a:gd name="connsiteY20" fmla="*/ 37665 h 101505"/>
                <a:gd name="connsiteX21" fmla="*/ 82430 w 84347"/>
                <a:gd name="connsiteY21" fmla="*/ 37665 h 101505"/>
                <a:gd name="connsiteX22" fmla="*/ 46647 w 84347"/>
                <a:gd name="connsiteY22" fmla="*/ 1915 h 101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4347" h="101505">
                  <a:moveTo>
                    <a:pt x="46647" y="1915"/>
                  </a:moveTo>
                  <a:lnTo>
                    <a:pt x="46647" y="1915"/>
                  </a:lnTo>
                  <a:cubicBezTo>
                    <a:pt x="46008" y="1277"/>
                    <a:pt x="45369" y="1277"/>
                    <a:pt x="44730" y="638"/>
                  </a:cubicBezTo>
                  <a:lnTo>
                    <a:pt x="44730" y="638"/>
                  </a:lnTo>
                  <a:cubicBezTo>
                    <a:pt x="44091" y="638"/>
                    <a:pt x="43452" y="0"/>
                    <a:pt x="42813" y="0"/>
                  </a:cubicBezTo>
                  <a:lnTo>
                    <a:pt x="42174" y="0"/>
                  </a:lnTo>
                  <a:cubicBezTo>
                    <a:pt x="41535" y="0"/>
                    <a:pt x="40896" y="0"/>
                    <a:pt x="40257" y="0"/>
                  </a:cubicBezTo>
                  <a:lnTo>
                    <a:pt x="39618" y="0"/>
                  </a:lnTo>
                  <a:cubicBezTo>
                    <a:pt x="38979" y="0"/>
                    <a:pt x="38340" y="638"/>
                    <a:pt x="37701" y="1277"/>
                  </a:cubicBezTo>
                  <a:lnTo>
                    <a:pt x="1917" y="37027"/>
                  </a:lnTo>
                  <a:cubicBezTo>
                    <a:pt x="-639" y="39581"/>
                    <a:pt x="-639" y="43411"/>
                    <a:pt x="1917" y="45965"/>
                  </a:cubicBezTo>
                  <a:cubicBezTo>
                    <a:pt x="1917" y="45965"/>
                    <a:pt x="1917" y="45965"/>
                    <a:pt x="1917" y="45965"/>
                  </a:cubicBezTo>
                  <a:cubicBezTo>
                    <a:pt x="4473" y="48518"/>
                    <a:pt x="8307" y="48518"/>
                    <a:pt x="10863" y="45965"/>
                  </a:cubicBezTo>
                  <a:lnTo>
                    <a:pt x="35784" y="21067"/>
                  </a:lnTo>
                  <a:lnTo>
                    <a:pt x="35784" y="95121"/>
                  </a:lnTo>
                  <a:cubicBezTo>
                    <a:pt x="35784" y="98952"/>
                    <a:pt x="38340" y="101505"/>
                    <a:pt x="42174" y="101505"/>
                  </a:cubicBezTo>
                  <a:cubicBezTo>
                    <a:pt x="46008" y="101505"/>
                    <a:pt x="48564" y="98952"/>
                    <a:pt x="48564" y="95121"/>
                  </a:cubicBezTo>
                  <a:lnTo>
                    <a:pt x="48564" y="21706"/>
                  </a:lnTo>
                  <a:lnTo>
                    <a:pt x="73484" y="46603"/>
                  </a:lnTo>
                  <a:cubicBezTo>
                    <a:pt x="76040" y="49157"/>
                    <a:pt x="79874" y="49157"/>
                    <a:pt x="82430" y="46603"/>
                  </a:cubicBezTo>
                  <a:cubicBezTo>
                    <a:pt x="84986" y="44049"/>
                    <a:pt x="84986" y="40219"/>
                    <a:pt x="82430" y="37665"/>
                  </a:cubicBezTo>
                  <a:lnTo>
                    <a:pt x="82430" y="37665"/>
                  </a:lnTo>
                  <a:lnTo>
                    <a:pt x="46647" y="1915"/>
                  </a:lnTo>
                  <a:close/>
                </a:path>
              </a:pathLst>
            </a:custGeom>
            <a:solidFill>
              <a:srgbClr val="00A3E0"/>
            </a:solidFill>
            <a:ln w="6390" cap="flat">
              <a:noFill/>
              <a:prstDash val="solid"/>
              <a:miter/>
            </a:ln>
          </p:spPr>
          <p:txBody>
            <a:bodyPr rtlCol="0" anchor="ctr"/>
            <a:lstStyle/>
            <a:p>
              <a:endParaRPr lang="en-US"/>
            </a:p>
          </p:txBody>
        </p:sp>
        <p:sp>
          <p:nvSpPr>
            <p:cNvPr id="418" name="Graphic 4">
              <a:extLst>
                <a:ext uri="{FF2B5EF4-FFF2-40B4-BE49-F238E27FC236}">
                  <a16:creationId xmlns:a16="http://schemas.microsoft.com/office/drawing/2014/main" id="{B3950906-74D1-9740-81A6-57F5A405FFDC}"/>
                </a:ext>
              </a:extLst>
            </p:cNvPr>
            <p:cNvSpPr/>
            <p:nvPr/>
          </p:nvSpPr>
          <p:spPr>
            <a:xfrm>
              <a:off x="4800120" y="2581206"/>
              <a:ext cx="84347" cy="101984"/>
            </a:xfrm>
            <a:custGeom>
              <a:avLst/>
              <a:gdLst>
                <a:gd name="connsiteX0" fmla="*/ 73484 w 84347"/>
                <a:gd name="connsiteY0" fmla="*/ 55541 h 101984"/>
                <a:gd name="connsiteX1" fmla="*/ 48564 w 84347"/>
                <a:gd name="connsiteY1" fmla="*/ 80438 h 101984"/>
                <a:gd name="connsiteX2" fmla="*/ 48564 w 84347"/>
                <a:gd name="connsiteY2" fmla="*/ 6384 h 101984"/>
                <a:gd name="connsiteX3" fmla="*/ 42174 w 84347"/>
                <a:gd name="connsiteY3" fmla="*/ 0 h 101984"/>
                <a:gd name="connsiteX4" fmla="*/ 35784 w 84347"/>
                <a:gd name="connsiteY4" fmla="*/ 6384 h 101984"/>
                <a:gd name="connsiteX5" fmla="*/ 35784 w 84347"/>
                <a:gd name="connsiteY5" fmla="*/ 80438 h 101984"/>
                <a:gd name="connsiteX6" fmla="*/ 10863 w 84347"/>
                <a:gd name="connsiteY6" fmla="*/ 55541 h 101984"/>
                <a:gd name="connsiteX7" fmla="*/ 1917 w 84347"/>
                <a:gd name="connsiteY7" fmla="*/ 55541 h 101984"/>
                <a:gd name="connsiteX8" fmla="*/ 1917 w 84347"/>
                <a:gd name="connsiteY8" fmla="*/ 64478 h 101984"/>
                <a:gd name="connsiteX9" fmla="*/ 1917 w 84347"/>
                <a:gd name="connsiteY9" fmla="*/ 64478 h 101984"/>
                <a:gd name="connsiteX10" fmla="*/ 37701 w 84347"/>
                <a:gd name="connsiteY10" fmla="*/ 100228 h 101984"/>
                <a:gd name="connsiteX11" fmla="*/ 39618 w 84347"/>
                <a:gd name="connsiteY11" fmla="*/ 101505 h 101984"/>
                <a:gd name="connsiteX12" fmla="*/ 44730 w 84347"/>
                <a:gd name="connsiteY12" fmla="*/ 101505 h 101984"/>
                <a:gd name="connsiteX13" fmla="*/ 44730 w 84347"/>
                <a:gd name="connsiteY13" fmla="*/ 101505 h 101984"/>
                <a:gd name="connsiteX14" fmla="*/ 46647 w 84347"/>
                <a:gd name="connsiteY14" fmla="*/ 100228 h 101984"/>
                <a:gd name="connsiteX15" fmla="*/ 46647 w 84347"/>
                <a:gd name="connsiteY15" fmla="*/ 100228 h 101984"/>
                <a:gd name="connsiteX16" fmla="*/ 82430 w 84347"/>
                <a:gd name="connsiteY16" fmla="*/ 64478 h 101984"/>
                <a:gd name="connsiteX17" fmla="*/ 82430 w 84347"/>
                <a:gd name="connsiteY17" fmla="*/ 55541 h 101984"/>
                <a:gd name="connsiteX18" fmla="*/ 82430 w 84347"/>
                <a:gd name="connsiteY18" fmla="*/ 55541 h 101984"/>
                <a:gd name="connsiteX19" fmla="*/ 73484 w 84347"/>
                <a:gd name="connsiteY19" fmla="*/ 55541 h 101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4347" h="101984">
                  <a:moveTo>
                    <a:pt x="73484" y="55541"/>
                  </a:moveTo>
                  <a:lnTo>
                    <a:pt x="48564" y="80438"/>
                  </a:lnTo>
                  <a:lnTo>
                    <a:pt x="48564" y="6384"/>
                  </a:lnTo>
                  <a:cubicBezTo>
                    <a:pt x="48564" y="2554"/>
                    <a:pt x="46008" y="0"/>
                    <a:pt x="42174" y="0"/>
                  </a:cubicBezTo>
                  <a:cubicBezTo>
                    <a:pt x="38340" y="0"/>
                    <a:pt x="35784" y="2554"/>
                    <a:pt x="35784" y="6384"/>
                  </a:cubicBezTo>
                  <a:lnTo>
                    <a:pt x="35784" y="80438"/>
                  </a:lnTo>
                  <a:lnTo>
                    <a:pt x="10863" y="55541"/>
                  </a:lnTo>
                  <a:cubicBezTo>
                    <a:pt x="8307" y="52987"/>
                    <a:pt x="4473" y="52987"/>
                    <a:pt x="1917" y="55541"/>
                  </a:cubicBezTo>
                  <a:cubicBezTo>
                    <a:pt x="-639" y="58094"/>
                    <a:pt x="-639" y="61925"/>
                    <a:pt x="1917" y="64478"/>
                  </a:cubicBezTo>
                  <a:cubicBezTo>
                    <a:pt x="1917" y="64478"/>
                    <a:pt x="1917" y="64478"/>
                    <a:pt x="1917" y="64478"/>
                  </a:cubicBezTo>
                  <a:lnTo>
                    <a:pt x="37701" y="100228"/>
                  </a:lnTo>
                  <a:cubicBezTo>
                    <a:pt x="38340" y="100867"/>
                    <a:pt x="38979" y="101505"/>
                    <a:pt x="39618" y="101505"/>
                  </a:cubicBezTo>
                  <a:cubicBezTo>
                    <a:pt x="40896" y="102144"/>
                    <a:pt x="42813" y="102144"/>
                    <a:pt x="44730" y="101505"/>
                  </a:cubicBezTo>
                  <a:lnTo>
                    <a:pt x="44730" y="101505"/>
                  </a:lnTo>
                  <a:cubicBezTo>
                    <a:pt x="45369" y="101505"/>
                    <a:pt x="46008" y="100867"/>
                    <a:pt x="46647" y="100228"/>
                  </a:cubicBezTo>
                  <a:lnTo>
                    <a:pt x="46647" y="100228"/>
                  </a:lnTo>
                  <a:lnTo>
                    <a:pt x="82430" y="64478"/>
                  </a:lnTo>
                  <a:cubicBezTo>
                    <a:pt x="84986" y="61925"/>
                    <a:pt x="84986" y="58094"/>
                    <a:pt x="82430" y="55541"/>
                  </a:cubicBezTo>
                  <a:cubicBezTo>
                    <a:pt x="82430" y="55541"/>
                    <a:pt x="82430" y="55541"/>
                    <a:pt x="82430" y="55541"/>
                  </a:cubicBezTo>
                  <a:cubicBezTo>
                    <a:pt x="79874" y="53625"/>
                    <a:pt x="76040" y="52987"/>
                    <a:pt x="73484" y="55541"/>
                  </a:cubicBezTo>
                  <a:close/>
                </a:path>
              </a:pathLst>
            </a:custGeom>
            <a:solidFill>
              <a:srgbClr val="00A3E0"/>
            </a:solidFill>
            <a:ln w="6390" cap="flat">
              <a:noFill/>
              <a:prstDash val="solid"/>
              <a:miter/>
            </a:ln>
          </p:spPr>
          <p:txBody>
            <a:bodyPr rtlCol="0" anchor="ctr"/>
            <a:lstStyle/>
            <a:p>
              <a:endParaRPr lang="en-US"/>
            </a:p>
          </p:txBody>
        </p:sp>
      </p:grpSp>
      <p:grpSp>
        <p:nvGrpSpPr>
          <p:cNvPr id="419" name="Graphic 4">
            <a:extLst>
              <a:ext uri="{FF2B5EF4-FFF2-40B4-BE49-F238E27FC236}">
                <a16:creationId xmlns:a16="http://schemas.microsoft.com/office/drawing/2014/main" id="{E40F2945-A256-6F49-A038-FD08D5991083}"/>
              </a:ext>
            </a:extLst>
          </p:cNvPr>
          <p:cNvGrpSpPr/>
          <p:nvPr/>
        </p:nvGrpSpPr>
        <p:grpSpPr>
          <a:xfrm>
            <a:off x="7801474" y="2371173"/>
            <a:ext cx="362309" cy="361971"/>
            <a:chOff x="7801474" y="2371173"/>
            <a:chExt cx="362309" cy="361971"/>
          </a:xfrm>
          <a:solidFill>
            <a:srgbClr val="00A3E0"/>
          </a:solidFill>
        </p:grpSpPr>
        <p:sp>
          <p:nvSpPr>
            <p:cNvPr id="420" name="Graphic 4">
              <a:extLst>
                <a:ext uri="{FF2B5EF4-FFF2-40B4-BE49-F238E27FC236}">
                  <a16:creationId xmlns:a16="http://schemas.microsoft.com/office/drawing/2014/main" id="{D7756937-1637-0B4E-9F7E-91DD1BD43F6C}"/>
                </a:ext>
              </a:extLst>
            </p:cNvPr>
            <p:cNvSpPr/>
            <p:nvPr/>
          </p:nvSpPr>
          <p:spPr>
            <a:xfrm>
              <a:off x="7801474"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421" name="Graphic 4">
              <a:extLst>
                <a:ext uri="{FF2B5EF4-FFF2-40B4-BE49-F238E27FC236}">
                  <a16:creationId xmlns:a16="http://schemas.microsoft.com/office/drawing/2014/main" id="{6C873C06-ECC6-874D-9A7F-72D8CF9E9D66}"/>
                </a:ext>
              </a:extLst>
            </p:cNvPr>
            <p:cNvSpPr/>
            <p:nvPr/>
          </p:nvSpPr>
          <p:spPr>
            <a:xfrm>
              <a:off x="7887738" y="2571920"/>
              <a:ext cx="75111" cy="75041"/>
            </a:xfrm>
            <a:custGeom>
              <a:avLst/>
              <a:gdLst>
                <a:gd name="connsiteX0" fmla="*/ 63899 w 75111"/>
                <a:gd name="connsiteY0" fmla="*/ 2264 h 75041"/>
                <a:gd name="connsiteX1" fmla="*/ 12780 w 75111"/>
                <a:gd name="connsiteY1" fmla="*/ 53336 h 75041"/>
                <a:gd name="connsiteX2" fmla="*/ 12780 w 75111"/>
                <a:gd name="connsiteY2" fmla="*/ 24608 h 75041"/>
                <a:gd name="connsiteX3" fmla="*/ 6390 w 75111"/>
                <a:gd name="connsiteY3" fmla="*/ 18224 h 75041"/>
                <a:gd name="connsiteX4" fmla="*/ 0 w 75111"/>
                <a:gd name="connsiteY4" fmla="*/ 24608 h 75041"/>
                <a:gd name="connsiteX5" fmla="*/ 0 w 75111"/>
                <a:gd name="connsiteY5" fmla="*/ 68657 h 75041"/>
                <a:gd name="connsiteX6" fmla="*/ 639 w 75111"/>
                <a:gd name="connsiteY6" fmla="*/ 71211 h 75041"/>
                <a:gd name="connsiteX7" fmla="*/ 639 w 75111"/>
                <a:gd name="connsiteY7" fmla="*/ 71211 h 75041"/>
                <a:gd name="connsiteX8" fmla="*/ 639 w 75111"/>
                <a:gd name="connsiteY8" fmla="*/ 71211 h 75041"/>
                <a:gd name="connsiteX9" fmla="*/ 1917 w 75111"/>
                <a:gd name="connsiteY9" fmla="*/ 73126 h 75041"/>
                <a:gd name="connsiteX10" fmla="*/ 2556 w 75111"/>
                <a:gd name="connsiteY10" fmla="*/ 73764 h 75041"/>
                <a:gd name="connsiteX11" fmla="*/ 3834 w 75111"/>
                <a:gd name="connsiteY11" fmla="*/ 74403 h 75041"/>
                <a:gd name="connsiteX12" fmla="*/ 4473 w 75111"/>
                <a:gd name="connsiteY12" fmla="*/ 74403 h 75041"/>
                <a:gd name="connsiteX13" fmla="*/ 6390 w 75111"/>
                <a:gd name="connsiteY13" fmla="*/ 75041 h 75041"/>
                <a:gd name="connsiteX14" fmla="*/ 50481 w 75111"/>
                <a:gd name="connsiteY14" fmla="*/ 75041 h 75041"/>
                <a:gd name="connsiteX15" fmla="*/ 56871 w 75111"/>
                <a:gd name="connsiteY15" fmla="*/ 68657 h 75041"/>
                <a:gd name="connsiteX16" fmla="*/ 50481 w 75111"/>
                <a:gd name="connsiteY16" fmla="*/ 62273 h 75041"/>
                <a:gd name="connsiteX17" fmla="*/ 21726 w 75111"/>
                <a:gd name="connsiteY17" fmla="*/ 62273 h 75041"/>
                <a:gd name="connsiteX18" fmla="*/ 72845 w 75111"/>
                <a:gd name="connsiteY18" fmla="*/ 11202 h 75041"/>
                <a:gd name="connsiteX19" fmla="*/ 73484 w 75111"/>
                <a:gd name="connsiteY19" fmla="*/ 2264 h 75041"/>
                <a:gd name="connsiteX20" fmla="*/ 64538 w 75111"/>
                <a:gd name="connsiteY20" fmla="*/ 1626 h 75041"/>
                <a:gd name="connsiteX21" fmla="*/ 63899 w 75111"/>
                <a:gd name="connsiteY21" fmla="*/ 2264 h 75041"/>
                <a:gd name="connsiteX22" fmla="*/ 63899 w 75111"/>
                <a:gd name="connsiteY22" fmla="*/ 2264 h 75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111" h="75041">
                  <a:moveTo>
                    <a:pt x="63899" y="2264"/>
                  </a:moveTo>
                  <a:lnTo>
                    <a:pt x="12780" y="53336"/>
                  </a:lnTo>
                  <a:lnTo>
                    <a:pt x="12780" y="24608"/>
                  </a:lnTo>
                  <a:cubicBezTo>
                    <a:pt x="12780" y="20778"/>
                    <a:pt x="10224" y="18224"/>
                    <a:pt x="6390" y="18224"/>
                  </a:cubicBezTo>
                  <a:cubicBezTo>
                    <a:pt x="2556" y="18224"/>
                    <a:pt x="0" y="20778"/>
                    <a:pt x="0" y="24608"/>
                  </a:cubicBezTo>
                  <a:lnTo>
                    <a:pt x="0" y="68657"/>
                  </a:lnTo>
                  <a:cubicBezTo>
                    <a:pt x="0" y="69296"/>
                    <a:pt x="0" y="69934"/>
                    <a:pt x="639" y="71211"/>
                  </a:cubicBezTo>
                  <a:lnTo>
                    <a:pt x="639" y="71211"/>
                  </a:lnTo>
                  <a:lnTo>
                    <a:pt x="639" y="71211"/>
                  </a:lnTo>
                  <a:cubicBezTo>
                    <a:pt x="639" y="71849"/>
                    <a:pt x="1278" y="72488"/>
                    <a:pt x="1917" y="73126"/>
                  </a:cubicBezTo>
                  <a:lnTo>
                    <a:pt x="2556" y="73764"/>
                  </a:lnTo>
                  <a:cubicBezTo>
                    <a:pt x="3195" y="74403"/>
                    <a:pt x="3195" y="74403"/>
                    <a:pt x="3834" y="74403"/>
                  </a:cubicBezTo>
                  <a:lnTo>
                    <a:pt x="4473" y="74403"/>
                  </a:lnTo>
                  <a:cubicBezTo>
                    <a:pt x="5111" y="74403"/>
                    <a:pt x="5751" y="75041"/>
                    <a:pt x="6390" y="75041"/>
                  </a:cubicBezTo>
                  <a:lnTo>
                    <a:pt x="50481" y="75041"/>
                  </a:lnTo>
                  <a:cubicBezTo>
                    <a:pt x="54314" y="75041"/>
                    <a:pt x="56871" y="72488"/>
                    <a:pt x="56871" y="68657"/>
                  </a:cubicBezTo>
                  <a:cubicBezTo>
                    <a:pt x="56871" y="64827"/>
                    <a:pt x="54314" y="62273"/>
                    <a:pt x="50481" y="62273"/>
                  </a:cubicBezTo>
                  <a:lnTo>
                    <a:pt x="21726" y="62273"/>
                  </a:lnTo>
                  <a:lnTo>
                    <a:pt x="72845" y="11202"/>
                  </a:lnTo>
                  <a:cubicBezTo>
                    <a:pt x="75401" y="8648"/>
                    <a:pt x="76040" y="4818"/>
                    <a:pt x="73484" y="2264"/>
                  </a:cubicBezTo>
                  <a:cubicBezTo>
                    <a:pt x="70928" y="-290"/>
                    <a:pt x="67094" y="-928"/>
                    <a:pt x="64538" y="1626"/>
                  </a:cubicBezTo>
                  <a:cubicBezTo>
                    <a:pt x="64538" y="987"/>
                    <a:pt x="63899" y="987"/>
                    <a:pt x="63899" y="2264"/>
                  </a:cubicBezTo>
                  <a:lnTo>
                    <a:pt x="63899" y="2264"/>
                  </a:lnTo>
                  <a:close/>
                </a:path>
              </a:pathLst>
            </a:custGeom>
            <a:solidFill>
              <a:srgbClr val="00A3E0"/>
            </a:solidFill>
            <a:ln w="6390" cap="flat">
              <a:noFill/>
              <a:prstDash val="solid"/>
              <a:miter/>
            </a:ln>
          </p:spPr>
          <p:txBody>
            <a:bodyPr rtlCol="0" anchor="ctr"/>
            <a:lstStyle/>
            <a:p>
              <a:endParaRPr lang="en-US"/>
            </a:p>
          </p:txBody>
        </p:sp>
        <p:sp>
          <p:nvSpPr>
            <p:cNvPr id="422" name="Graphic 4">
              <a:extLst>
                <a:ext uri="{FF2B5EF4-FFF2-40B4-BE49-F238E27FC236}">
                  <a16:creationId xmlns:a16="http://schemas.microsoft.com/office/drawing/2014/main" id="{E0FF9432-3D62-5C4D-8E39-EE614CD4BCCB}"/>
                </a:ext>
              </a:extLst>
            </p:cNvPr>
            <p:cNvSpPr/>
            <p:nvPr/>
          </p:nvSpPr>
          <p:spPr>
            <a:xfrm>
              <a:off x="8002757" y="2457357"/>
              <a:ext cx="74761" cy="74692"/>
            </a:xfrm>
            <a:custGeom>
              <a:avLst/>
              <a:gdLst>
                <a:gd name="connsiteX0" fmla="*/ 74123 w 74761"/>
                <a:gd name="connsiteY0" fmla="*/ 3830 h 74692"/>
                <a:gd name="connsiteX1" fmla="*/ 73484 w 74761"/>
                <a:gd name="connsiteY1" fmla="*/ 2554 h 74692"/>
                <a:gd name="connsiteX2" fmla="*/ 72845 w 74761"/>
                <a:gd name="connsiteY2" fmla="*/ 1915 h 74692"/>
                <a:gd name="connsiteX3" fmla="*/ 70928 w 74761"/>
                <a:gd name="connsiteY3" fmla="*/ 638 h 74692"/>
                <a:gd name="connsiteX4" fmla="*/ 70928 w 74761"/>
                <a:gd name="connsiteY4" fmla="*/ 638 h 74692"/>
                <a:gd name="connsiteX5" fmla="*/ 70928 w 74761"/>
                <a:gd name="connsiteY5" fmla="*/ 638 h 74692"/>
                <a:gd name="connsiteX6" fmla="*/ 69011 w 74761"/>
                <a:gd name="connsiteY6" fmla="*/ 0 h 74692"/>
                <a:gd name="connsiteX7" fmla="*/ 24281 w 74761"/>
                <a:gd name="connsiteY7" fmla="*/ 0 h 74692"/>
                <a:gd name="connsiteX8" fmla="*/ 17891 w 74761"/>
                <a:gd name="connsiteY8" fmla="*/ 6384 h 74692"/>
                <a:gd name="connsiteX9" fmla="*/ 24281 w 74761"/>
                <a:gd name="connsiteY9" fmla="*/ 12768 h 74692"/>
                <a:gd name="connsiteX10" fmla="*/ 53036 w 74761"/>
                <a:gd name="connsiteY10" fmla="*/ 12768 h 74692"/>
                <a:gd name="connsiteX11" fmla="*/ 1917 w 74761"/>
                <a:gd name="connsiteY11" fmla="*/ 63840 h 74692"/>
                <a:gd name="connsiteX12" fmla="*/ 1917 w 74761"/>
                <a:gd name="connsiteY12" fmla="*/ 72778 h 74692"/>
                <a:gd name="connsiteX13" fmla="*/ 10863 w 74761"/>
                <a:gd name="connsiteY13" fmla="*/ 72778 h 74692"/>
                <a:gd name="connsiteX14" fmla="*/ 61982 w 74761"/>
                <a:gd name="connsiteY14" fmla="*/ 21706 h 74692"/>
                <a:gd name="connsiteX15" fmla="*/ 61982 w 74761"/>
                <a:gd name="connsiteY15" fmla="*/ 50434 h 74692"/>
                <a:gd name="connsiteX16" fmla="*/ 68372 w 74761"/>
                <a:gd name="connsiteY16" fmla="*/ 56818 h 74692"/>
                <a:gd name="connsiteX17" fmla="*/ 74762 w 74761"/>
                <a:gd name="connsiteY17" fmla="*/ 50434 h 74692"/>
                <a:gd name="connsiteX18" fmla="*/ 74762 w 74761"/>
                <a:gd name="connsiteY18" fmla="*/ 6384 h 74692"/>
                <a:gd name="connsiteX19" fmla="*/ 74123 w 74761"/>
                <a:gd name="connsiteY19" fmla="*/ 3830 h 74692"/>
                <a:gd name="connsiteX20" fmla="*/ 74123 w 74761"/>
                <a:gd name="connsiteY20" fmla="*/ 3830 h 74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4761" h="74692">
                  <a:moveTo>
                    <a:pt x="74123" y="3830"/>
                  </a:moveTo>
                  <a:cubicBezTo>
                    <a:pt x="74123" y="3192"/>
                    <a:pt x="73484" y="2554"/>
                    <a:pt x="73484" y="2554"/>
                  </a:cubicBezTo>
                  <a:lnTo>
                    <a:pt x="72845" y="1915"/>
                  </a:lnTo>
                  <a:cubicBezTo>
                    <a:pt x="72206" y="1277"/>
                    <a:pt x="71567" y="1277"/>
                    <a:pt x="70928" y="638"/>
                  </a:cubicBezTo>
                  <a:lnTo>
                    <a:pt x="70928" y="638"/>
                  </a:lnTo>
                  <a:lnTo>
                    <a:pt x="70928" y="638"/>
                  </a:lnTo>
                  <a:cubicBezTo>
                    <a:pt x="70289" y="638"/>
                    <a:pt x="69650" y="0"/>
                    <a:pt x="69011" y="0"/>
                  </a:cubicBezTo>
                  <a:lnTo>
                    <a:pt x="24281" y="0"/>
                  </a:lnTo>
                  <a:cubicBezTo>
                    <a:pt x="20447" y="0"/>
                    <a:pt x="17891" y="2554"/>
                    <a:pt x="17891" y="6384"/>
                  </a:cubicBezTo>
                  <a:cubicBezTo>
                    <a:pt x="17891" y="10214"/>
                    <a:pt x="20447" y="12768"/>
                    <a:pt x="24281" y="12768"/>
                  </a:cubicBezTo>
                  <a:lnTo>
                    <a:pt x="53036" y="12768"/>
                  </a:lnTo>
                  <a:lnTo>
                    <a:pt x="1917" y="63840"/>
                  </a:lnTo>
                  <a:cubicBezTo>
                    <a:pt x="-639" y="66394"/>
                    <a:pt x="-639" y="70224"/>
                    <a:pt x="1917" y="72778"/>
                  </a:cubicBezTo>
                  <a:cubicBezTo>
                    <a:pt x="4473" y="75331"/>
                    <a:pt x="8306" y="75331"/>
                    <a:pt x="10863" y="72778"/>
                  </a:cubicBezTo>
                  <a:lnTo>
                    <a:pt x="61982" y="21706"/>
                  </a:lnTo>
                  <a:lnTo>
                    <a:pt x="61982" y="50434"/>
                  </a:lnTo>
                  <a:cubicBezTo>
                    <a:pt x="61982" y="54264"/>
                    <a:pt x="64538" y="56818"/>
                    <a:pt x="68372" y="56818"/>
                  </a:cubicBezTo>
                  <a:cubicBezTo>
                    <a:pt x="72206" y="56818"/>
                    <a:pt x="74762" y="54264"/>
                    <a:pt x="74762" y="50434"/>
                  </a:cubicBezTo>
                  <a:lnTo>
                    <a:pt x="74762" y="6384"/>
                  </a:lnTo>
                  <a:cubicBezTo>
                    <a:pt x="74762" y="5746"/>
                    <a:pt x="74762" y="5107"/>
                    <a:pt x="74123" y="3830"/>
                  </a:cubicBezTo>
                  <a:cubicBezTo>
                    <a:pt x="74123" y="3830"/>
                    <a:pt x="74123" y="3830"/>
                    <a:pt x="74123" y="3830"/>
                  </a:cubicBezTo>
                  <a:close/>
                </a:path>
              </a:pathLst>
            </a:custGeom>
            <a:solidFill>
              <a:srgbClr val="00A3E0"/>
            </a:solidFill>
            <a:ln w="6390" cap="flat">
              <a:noFill/>
              <a:prstDash val="solid"/>
              <a:miter/>
            </a:ln>
          </p:spPr>
          <p:txBody>
            <a:bodyPr rtlCol="0" anchor="ctr"/>
            <a:lstStyle/>
            <a:p>
              <a:endParaRPr lang="en-US"/>
            </a:p>
          </p:txBody>
        </p:sp>
        <p:sp>
          <p:nvSpPr>
            <p:cNvPr id="423" name="Graphic 4">
              <a:extLst>
                <a:ext uri="{FF2B5EF4-FFF2-40B4-BE49-F238E27FC236}">
                  <a16:creationId xmlns:a16="http://schemas.microsoft.com/office/drawing/2014/main" id="{61BF06A9-6592-5940-A5FA-B209557A1C8A}"/>
                </a:ext>
              </a:extLst>
            </p:cNvPr>
            <p:cNvSpPr/>
            <p:nvPr/>
          </p:nvSpPr>
          <p:spPr>
            <a:xfrm>
              <a:off x="7888377" y="2457357"/>
              <a:ext cx="74762" cy="75331"/>
            </a:xfrm>
            <a:custGeom>
              <a:avLst/>
              <a:gdLst>
                <a:gd name="connsiteX0" fmla="*/ 21726 w 74762"/>
                <a:gd name="connsiteY0" fmla="*/ 12768 h 75331"/>
                <a:gd name="connsiteX1" fmla="*/ 50481 w 74762"/>
                <a:gd name="connsiteY1" fmla="*/ 12768 h 75331"/>
                <a:gd name="connsiteX2" fmla="*/ 56871 w 74762"/>
                <a:gd name="connsiteY2" fmla="*/ 6384 h 75331"/>
                <a:gd name="connsiteX3" fmla="*/ 50481 w 74762"/>
                <a:gd name="connsiteY3" fmla="*/ 0 h 75331"/>
                <a:gd name="connsiteX4" fmla="*/ 5751 w 74762"/>
                <a:gd name="connsiteY4" fmla="*/ 0 h 75331"/>
                <a:gd name="connsiteX5" fmla="*/ 3834 w 74762"/>
                <a:gd name="connsiteY5" fmla="*/ 638 h 75331"/>
                <a:gd name="connsiteX6" fmla="*/ 3834 w 74762"/>
                <a:gd name="connsiteY6" fmla="*/ 638 h 75331"/>
                <a:gd name="connsiteX7" fmla="*/ 3834 w 74762"/>
                <a:gd name="connsiteY7" fmla="*/ 638 h 75331"/>
                <a:gd name="connsiteX8" fmla="*/ 1917 w 74762"/>
                <a:gd name="connsiteY8" fmla="*/ 1915 h 75331"/>
                <a:gd name="connsiteX9" fmla="*/ 1278 w 74762"/>
                <a:gd name="connsiteY9" fmla="*/ 2554 h 75331"/>
                <a:gd name="connsiteX10" fmla="*/ 639 w 74762"/>
                <a:gd name="connsiteY10" fmla="*/ 3830 h 75331"/>
                <a:gd name="connsiteX11" fmla="*/ 639 w 74762"/>
                <a:gd name="connsiteY11" fmla="*/ 4469 h 75331"/>
                <a:gd name="connsiteX12" fmla="*/ 0 w 74762"/>
                <a:gd name="connsiteY12" fmla="*/ 7022 h 75331"/>
                <a:gd name="connsiteX13" fmla="*/ 0 w 74762"/>
                <a:gd name="connsiteY13" fmla="*/ 51072 h 75331"/>
                <a:gd name="connsiteX14" fmla="*/ 6390 w 74762"/>
                <a:gd name="connsiteY14" fmla="*/ 57456 h 75331"/>
                <a:gd name="connsiteX15" fmla="*/ 12780 w 74762"/>
                <a:gd name="connsiteY15" fmla="*/ 51072 h 75331"/>
                <a:gd name="connsiteX16" fmla="*/ 12780 w 74762"/>
                <a:gd name="connsiteY16" fmla="*/ 22344 h 75331"/>
                <a:gd name="connsiteX17" fmla="*/ 63899 w 74762"/>
                <a:gd name="connsiteY17" fmla="*/ 73416 h 75331"/>
                <a:gd name="connsiteX18" fmla="*/ 72845 w 74762"/>
                <a:gd name="connsiteY18" fmla="*/ 73416 h 75331"/>
                <a:gd name="connsiteX19" fmla="*/ 72845 w 74762"/>
                <a:gd name="connsiteY19" fmla="*/ 64478 h 75331"/>
                <a:gd name="connsiteX20" fmla="*/ 21726 w 74762"/>
                <a:gd name="connsiteY20" fmla="*/ 12768 h 75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4762" h="75331">
                  <a:moveTo>
                    <a:pt x="21726" y="12768"/>
                  </a:moveTo>
                  <a:lnTo>
                    <a:pt x="50481" y="12768"/>
                  </a:lnTo>
                  <a:cubicBezTo>
                    <a:pt x="54314" y="12768"/>
                    <a:pt x="56871" y="10214"/>
                    <a:pt x="56871" y="6384"/>
                  </a:cubicBezTo>
                  <a:cubicBezTo>
                    <a:pt x="56871" y="2554"/>
                    <a:pt x="54314" y="0"/>
                    <a:pt x="50481" y="0"/>
                  </a:cubicBezTo>
                  <a:lnTo>
                    <a:pt x="5751" y="0"/>
                  </a:lnTo>
                  <a:cubicBezTo>
                    <a:pt x="5112" y="0"/>
                    <a:pt x="4473" y="0"/>
                    <a:pt x="3834" y="638"/>
                  </a:cubicBezTo>
                  <a:lnTo>
                    <a:pt x="3834" y="638"/>
                  </a:lnTo>
                  <a:lnTo>
                    <a:pt x="3834" y="638"/>
                  </a:lnTo>
                  <a:cubicBezTo>
                    <a:pt x="3195" y="638"/>
                    <a:pt x="2556" y="1277"/>
                    <a:pt x="1917" y="1915"/>
                  </a:cubicBezTo>
                  <a:lnTo>
                    <a:pt x="1278" y="2554"/>
                  </a:lnTo>
                  <a:cubicBezTo>
                    <a:pt x="639" y="3192"/>
                    <a:pt x="639" y="3192"/>
                    <a:pt x="639" y="3830"/>
                  </a:cubicBezTo>
                  <a:cubicBezTo>
                    <a:pt x="639" y="3830"/>
                    <a:pt x="639" y="4469"/>
                    <a:pt x="639" y="4469"/>
                  </a:cubicBezTo>
                  <a:cubicBezTo>
                    <a:pt x="639" y="5107"/>
                    <a:pt x="0" y="5746"/>
                    <a:pt x="0" y="7022"/>
                  </a:cubicBezTo>
                  <a:lnTo>
                    <a:pt x="0" y="51072"/>
                  </a:lnTo>
                  <a:cubicBezTo>
                    <a:pt x="0" y="54902"/>
                    <a:pt x="2556" y="57456"/>
                    <a:pt x="6390" y="57456"/>
                  </a:cubicBezTo>
                  <a:cubicBezTo>
                    <a:pt x="10224" y="57456"/>
                    <a:pt x="12780" y="54902"/>
                    <a:pt x="12780" y="51072"/>
                  </a:cubicBezTo>
                  <a:lnTo>
                    <a:pt x="12780" y="22344"/>
                  </a:lnTo>
                  <a:lnTo>
                    <a:pt x="63899" y="73416"/>
                  </a:lnTo>
                  <a:cubicBezTo>
                    <a:pt x="66456" y="75970"/>
                    <a:pt x="70289" y="75970"/>
                    <a:pt x="72845" y="73416"/>
                  </a:cubicBezTo>
                  <a:cubicBezTo>
                    <a:pt x="75402" y="70862"/>
                    <a:pt x="75402" y="67032"/>
                    <a:pt x="72845" y="64478"/>
                  </a:cubicBezTo>
                  <a:lnTo>
                    <a:pt x="21726" y="12768"/>
                  </a:lnTo>
                  <a:close/>
                </a:path>
              </a:pathLst>
            </a:custGeom>
            <a:solidFill>
              <a:srgbClr val="00A3E0"/>
            </a:solidFill>
            <a:ln w="6390" cap="flat">
              <a:noFill/>
              <a:prstDash val="solid"/>
              <a:miter/>
            </a:ln>
          </p:spPr>
          <p:txBody>
            <a:bodyPr rtlCol="0" anchor="ctr"/>
            <a:lstStyle/>
            <a:p>
              <a:endParaRPr lang="en-US"/>
            </a:p>
          </p:txBody>
        </p:sp>
        <p:sp>
          <p:nvSpPr>
            <p:cNvPr id="424" name="Graphic 4">
              <a:extLst>
                <a:ext uri="{FF2B5EF4-FFF2-40B4-BE49-F238E27FC236}">
                  <a16:creationId xmlns:a16="http://schemas.microsoft.com/office/drawing/2014/main" id="{6E154B1C-C62B-DC46-8944-88E720CD6C4C}"/>
                </a:ext>
              </a:extLst>
            </p:cNvPr>
            <p:cNvSpPr/>
            <p:nvPr/>
          </p:nvSpPr>
          <p:spPr>
            <a:xfrm>
              <a:off x="8003236" y="2571920"/>
              <a:ext cx="74282" cy="74402"/>
            </a:xfrm>
            <a:custGeom>
              <a:avLst/>
              <a:gdLst>
                <a:gd name="connsiteX0" fmla="*/ 67893 w 74282"/>
                <a:gd name="connsiteY0" fmla="*/ 17586 h 74402"/>
                <a:gd name="connsiteX1" fmla="*/ 61503 w 74282"/>
                <a:gd name="connsiteY1" fmla="*/ 23970 h 74402"/>
                <a:gd name="connsiteX2" fmla="*/ 61503 w 74282"/>
                <a:gd name="connsiteY2" fmla="*/ 52697 h 74402"/>
                <a:gd name="connsiteX3" fmla="*/ 10383 w 74282"/>
                <a:gd name="connsiteY3" fmla="*/ 1626 h 74402"/>
                <a:gd name="connsiteX4" fmla="*/ 1437 w 74282"/>
                <a:gd name="connsiteY4" fmla="*/ 2264 h 74402"/>
                <a:gd name="connsiteX5" fmla="*/ 1437 w 74282"/>
                <a:gd name="connsiteY5" fmla="*/ 10563 h 74402"/>
                <a:gd name="connsiteX6" fmla="*/ 52557 w 74282"/>
                <a:gd name="connsiteY6" fmla="*/ 61635 h 74402"/>
                <a:gd name="connsiteX7" fmla="*/ 23802 w 74282"/>
                <a:gd name="connsiteY7" fmla="*/ 61635 h 74402"/>
                <a:gd name="connsiteX8" fmla="*/ 17412 w 74282"/>
                <a:gd name="connsiteY8" fmla="*/ 68019 h 74402"/>
                <a:gd name="connsiteX9" fmla="*/ 23802 w 74282"/>
                <a:gd name="connsiteY9" fmla="*/ 74403 h 74402"/>
                <a:gd name="connsiteX10" fmla="*/ 67893 w 74282"/>
                <a:gd name="connsiteY10" fmla="*/ 74403 h 74402"/>
                <a:gd name="connsiteX11" fmla="*/ 69810 w 74282"/>
                <a:gd name="connsiteY11" fmla="*/ 73764 h 74402"/>
                <a:gd name="connsiteX12" fmla="*/ 70449 w 74282"/>
                <a:gd name="connsiteY12" fmla="*/ 73764 h 74402"/>
                <a:gd name="connsiteX13" fmla="*/ 71727 w 74282"/>
                <a:gd name="connsiteY13" fmla="*/ 73126 h 74402"/>
                <a:gd name="connsiteX14" fmla="*/ 72366 w 74282"/>
                <a:gd name="connsiteY14" fmla="*/ 72488 h 74402"/>
                <a:gd name="connsiteX15" fmla="*/ 73644 w 74282"/>
                <a:gd name="connsiteY15" fmla="*/ 70573 h 74402"/>
                <a:gd name="connsiteX16" fmla="*/ 73644 w 74282"/>
                <a:gd name="connsiteY16" fmla="*/ 70573 h 74402"/>
                <a:gd name="connsiteX17" fmla="*/ 73644 w 74282"/>
                <a:gd name="connsiteY17" fmla="*/ 70573 h 74402"/>
                <a:gd name="connsiteX18" fmla="*/ 74283 w 74282"/>
                <a:gd name="connsiteY18" fmla="*/ 68019 h 74402"/>
                <a:gd name="connsiteX19" fmla="*/ 74283 w 74282"/>
                <a:gd name="connsiteY19" fmla="*/ 23331 h 74402"/>
                <a:gd name="connsiteX20" fmla="*/ 67893 w 74282"/>
                <a:gd name="connsiteY20" fmla="*/ 17586 h 74402"/>
                <a:gd name="connsiteX21" fmla="*/ 67893 w 74282"/>
                <a:gd name="connsiteY21" fmla="*/ 17586 h 7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4282" h="74402">
                  <a:moveTo>
                    <a:pt x="67893" y="17586"/>
                  </a:moveTo>
                  <a:cubicBezTo>
                    <a:pt x="64059" y="17586"/>
                    <a:pt x="61503" y="20139"/>
                    <a:pt x="61503" y="23970"/>
                  </a:cubicBezTo>
                  <a:lnTo>
                    <a:pt x="61503" y="52697"/>
                  </a:lnTo>
                  <a:lnTo>
                    <a:pt x="10383" y="1626"/>
                  </a:lnTo>
                  <a:cubicBezTo>
                    <a:pt x="7827" y="-928"/>
                    <a:pt x="3355" y="-290"/>
                    <a:pt x="1437" y="2264"/>
                  </a:cubicBezTo>
                  <a:cubicBezTo>
                    <a:pt x="-479" y="4818"/>
                    <a:pt x="-479" y="8010"/>
                    <a:pt x="1437" y="10563"/>
                  </a:cubicBezTo>
                  <a:lnTo>
                    <a:pt x="52557" y="61635"/>
                  </a:lnTo>
                  <a:lnTo>
                    <a:pt x="23802" y="61635"/>
                  </a:lnTo>
                  <a:cubicBezTo>
                    <a:pt x="19968" y="61635"/>
                    <a:pt x="17412" y="64189"/>
                    <a:pt x="17412" y="68019"/>
                  </a:cubicBezTo>
                  <a:cubicBezTo>
                    <a:pt x="17412" y="71849"/>
                    <a:pt x="19968" y="74403"/>
                    <a:pt x="23802" y="74403"/>
                  </a:cubicBezTo>
                  <a:lnTo>
                    <a:pt x="67893" y="74403"/>
                  </a:lnTo>
                  <a:cubicBezTo>
                    <a:pt x="68532" y="74403"/>
                    <a:pt x="69171" y="74403"/>
                    <a:pt x="69810" y="73764"/>
                  </a:cubicBezTo>
                  <a:lnTo>
                    <a:pt x="70449" y="73764"/>
                  </a:lnTo>
                  <a:cubicBezTo>
                    <a:pt x="71088" y="73764"/>
                    <a:pt x="71727" y="73126"/>
                    <a:pt x="71727" y="73126"/>
                  </a:cubicBezTo>
                  <a:lnTo>
                    <a:pt x="72366" y="72488"/>
                  </a:lnTo>
                  <a:cubicBezTo>
                    <a:pt x="73005" y="71849"/>
                    <a:pt x="73005" y="71211"/>
                    <a:pt x="73644" y="70573"/>
                  </a:cubicBezTo>
                  <a:lnTo>
                    <a:pt x="73644" y="70573"/>
                  </a:lnTo>
                  <a:lnTo>
                    <a:pt x="73644" y="70573"/>
                  </a:lnTo>
                  <a:cubicBezTo>
                    <a:pt x="73644" y="69934"/>
                    <a:pt x="74283" y="69296"/>
                    <a:pt x="74283" y="68019"/>
                  </a:cubicBezTo>
                  <a:lnTo>
                    <a:pt x="74283" y="23331"/>
                  </a:lnTo>
                  <a:cubicBezTo>
                    <a:pt x="74283" y="21416"/>
                    <a:pt x="71727" y="18224"/>
                    <a:pt x="67893" y="17586"/>
                  </a:cubicBezTo>
                  <a:cubicBezTo>
                    <a:pt x="68532" y="18224"/>
                    <a:pt x="67893" y="18224"/>
                    <a:pt x="67893" y="17586"/>
                  </a:cubicBezTo>
                  <a:close/>
                </a:path>
              </a:pathLst>
            </a:custGeom>
            <a:solidFill>
              <a:srgbClr val="00A3E0"/>
            </a:solidFill>
            <a:ln w="6390" cap="flat">
              <a:noFill/>
              <a:prstDash val="solid"/>
              <a:miter/>
            </a:ln>
          </p:spPr>
          <p:txBody>
            <a:bodyPr rtlCol="0" anchor="ctr"/>
            <a:lstStyle/>
            <a:p>
              <a:endParaRPr lang="en-US"/>
            </a:p>
          </p:txBody>
        </p:sp>
      </p:grpSp>
      <p:grpSp>
        <p:nvGrpSpPr>
          <p:cNvPr id="425" name="Graphic 4">
            <a:extLst>
              <a:ext uri="{FF2B5EF4-FFF2-40B4-BE49-F238E27FC236}">
                <a16:creationId xmlns:a16="http://schemas.microsoft.com/office/drawing/2014/main" id="{A8D9E108-E6B4-D14B-BA8E-F723B77EEBDE}"/>
              </a:ext>
            </a:extLst>
          </p:cNvPr>
          <p:cNvGrpSpPr/>
          <p:nvPr/>
        </p:nvGrpSpPr>
        <p:grpSpPr>
          <a:xfrm>
            <a:off x="467104" y="3339623"/>
            <a:ext cx="362309" cy="361971"/>
            <a:chOff x="467104" y="3339623"/>
            <a:chExt cx="362309" cy="361971"/>
          </a:xfrm>
          <a:solidFill>
            <a:srgbClr val="00A3E0"/>
          </a:solidFill>
        </p:grpSpPr>
        <p:sp>
          <p:nvSpPr>
            <p:cNvPr id="426" name="Graphic 4">
              <a:extLst>
                <a:ext uri="{FF2B5EF4-FFF2-40B4-BE49-F238E27FC236}">
                  <a16:creationId xmlns:a16="http://schemas.microsoft.com/office/drawing/2014/main" id="{8AEF91B3-F43C-884D-BE60-B25163EB0B0E}"/>
                </a:ext>
              </a:extLst>
            </p:cNvPr>
            <p:cNvSpPr/>
            <p:nvPr/>
          </p:nvSpPr>
          <p:spPr>
            <a:xfrm>
              <a:off x="467104" y="3339623"/>
              <a:ext cx="362309" cy="361971"/>
            </a:xfrm>
            <a:custGeom>
              <a:avLst/>
              <a:gdLst>
                <a:gd name="connsiteX0" fmla="*/ 181474 w 362309"/>
                <a:gd name="connsiteY0" fmla="*/ 0 h 361971"/>
                <a:gd name="connsiteX1" fmla="*/ 0 w 362309"/>
                <a:gd name="connsiteY1" fmla="*/ 180667 h 361971"/>
                <a:gd name="connsiteX2" fmla="*/ 181474 w 362309"/>
                <a:gd name="connsiteY2" fmla="*/ 361972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0 h 361971"/>
                <a:gd name="connsiteX7" fmla="*/ 181474 w 362309"/>
                <a:gd name="connsiteY7" fmla="*/ 349204 h 361971"/>
                <a:gd name="connsiteX8" fmla="*/ 13419 w 362309"/>
                <a:gd name="connsiteY8" fmla="*/ 181305 h 361971"/>
                <a:gd name="connsiteX9" fmla="*/ 181474 w 362309"/>
                <a:gd name="connsiteY9" fmla="*/ 12768 h 361971"/>
                <a:gd name="connsiteX10" fmla="*/ 349530 w 362309"/>
                <a:gd name="connsiteY10" fmla="*/ 181305 h 361971"/>
                <a:gd name="connsiteX11" fmla="*/ 349530 w 362309"/>
                <a:gd name="connsiteY11" fmla="*/ 181305 h 361971"/>
                <a:gd name="connsiteX12" fmla="*/ 181474 w 362309"/>
                <a:gd name="connsiteY12" fmla="*/ 349204 h 361971"/>
                <a:gd name="connsiteX13" fmla="*/ 181474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1474" y="0"/>
                  </a:moveTo>
                  <a:cubicBezTo>
                    <a:pt x="81152" y="0"/>
                    <a:pt x="0" y="81077"/>
                    <a:pt x="0" y="180667"/>
                  </a:cubicBezTo>
                  <a:cubicBezTo>
                    <a:pt x="0" y="280895"/>
                    <a:pt x="81152" y="361972"/>
                    <a:pt x="181474" y="361972"/>
                  </a:cubicBezTo>
                  <a:cubicBezTo>
                    <a:pt x="281796" y="361972"/>
                    <a:pt x="362309" y="280895"/>
                    <a:pt x="362309" y="180667"/>
                  </a:cubicBezTo>
                  <a:lnTo>
                    <a:pt x="362309" y="180667"/>
                  </a:lnTo>
                  <a:cubicBezTo>
                    <a:pt x="362309" y="81077"/>
                    <a:pt x="281796" y="0"/>
                    <a:pt x="181474" y="0"/>
                  </a:cubicBezTo>
                  <a:cubicBezTo>
                    <a:pt x="181474" y="0"/>
                    <a:pt x="181474"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lnTo>
                    <a:pt x="181474" y="349204"/>
                  </a:lnTo>
                  <a:close/>
                </a:path>
              </a:pathLst>
            </a:custGeom>
            <a:solidFill>
              <a:srgbClr val="00A3E0"/>
            </a:solidFill>
            <a:ln w="6390" cap="flat">
              <a:noFill/>
              <a:prstDash val="solid"/>
              <a:miter/>
            </a:ln>
          </p:spPr>
          <p:txBody>
            <a:bodyPr rtlCol="0" anchor="ctr"/>
            <a:lstStyle/>
            <a:p>
              <a:endParaRPr lang="en-US"/>
            </a:p>
          </p:txBody>
        </p:sp>
        <p:sp>
          <p:nvSpPr>
            <p:cNvPr id="427" name="Graphic 4">
              <a:extLst>
                <a:ext uri="{FF2B5EF4-FFF2-40B4-BE49-F238E27FC236}">
                  <a16:creationId xmlns:a16="http://schemas.microsoft.com/office/drawing/2014/main" id="{17B7E0BA-FDB2-F64B-A8E0-E75F46F863DD}"/>
                </a:ext>
              </a:extLst>
            </p:cNvPr>
            <p:cNvSpPr/>
            <p:nvPr/>
          </p:nvSpPr>
          <p:spPr>
            <a:xfrm>
              <a:off x="527776" y="3457089"/>
              <a:ext cx="241653" cy="127041"/>
            </a:xfrm>
            <a:custGeom>
              <a:avLst/>
              <a:gdLst>
                <a:gd name="connsiteX0" fmla="*/ 186618 w 241653"/>
                <a:gd name="connsiteY0" fmla="*/ 8299 h 127041"/>
                <a:gd name="connsiteX1" fmla="*/ 147000 w 241653"/>
                <a:gd name="connsiteY1" fmla="*/ 24897 h 127041"/>
                <a:gd name="connsiteX2" fmla="*/ 85657 w 241653"/>
                <a:gd name="connsiteY2" fmla="*/ 93844 h 127041"/>
                <a:gd name="connsiteX3" fmla="*/ 24953 w 241653"/>
                <a:gd name="connsiteY3" fmla="*/ 93844 h 127041"/>
                <a:gd name="connsiteX4" fmla="*/ 24953 w 241653"/>
                <a:gd name="connsiteY4" fmla="*/ 33196 h 127041"/>
                <a:gd name="connsiteX5" fmla="*/ 85018 w 241653"/>
                <a:gd name="connsiteY5" fmla="*/ 32558 h 127041"/>
                <a:gd name="connsiteX6" fmla="*/ 63931 w 241653"/>
                <a:gd name="connsiteY6" fmla="*/ 32558 h 127041"/>
                <a:gd name="connsiteX7" fmla="*/ 57541 w 241653"/>
                <a:gd name="connsiteY7" fmla="*/ 38942 h 127041"/>
                <a:gd name="connsiteX8" fmla="*/ 63931 w 241653"/>
                <a:gd name="connsiteY8" fmla="*/ 45326 h 127041"/>
                <a:gd name="connsiteX9" fmla="*/ 96520 w 241653"/>
                <a:gd name="connsiteY9" fmla="*/ 45326 h 127041"/>
                <a:gd name="connsiteX10" fmla="*/ 102910 w 241653"/>
                <a:gd name="connsiteY10" fmla="*/ 38942 h 127041"/>
                <a:gd name="connsiteX11" fmla="*/ 102910 w 241653"/>
                <a:gd name="connsiteY11" fmla="*/ 6384 h 127041"/>
                <a:gd name="connsiteX12" fmla="*/ 96520 w 241653"/>
                <a:gd name="connsiteY12" fmla="*/ 0 h 127041"/>
                <a:gd name="connsiteX13" fmla="*/ 90130 w 241653"/>
                <a:gd name="connsiteY13" fmla="*/ 6384 h 127041"/>
                <a:gd name="connsiteX14" fmla="*/ 90130 w 241653"/>
                <a:gd name="connsiteY14" fmla="*/ 20428 h 127041"/>
                <a:gd name="connsiteX15" fmla="*/ 12173 w 241653"/>
                <a:gd name="connsiteY15" fmla="*/ 29366 h 127041"/>
                <a:gd name="connsiteX16" fmla="*/ 21119 w 241653"/>
                <a:gd name="connsiteY16" fmla="*/ 107251 h 127041"/>
                <a:gd name="connsiteX17" fmla="*/ 95242 w 241653"/>
                <a:gd name="connsiteY17" fmla="*/ 102782 h 127041"/>
                <a:gd name="connsiteX18" fmla="*/ 156585 w 241653"/>
                <a:gd name="connsiteY18" fmla="*/ 33835 h 127041"/>
                <a:gd name="connsiteX19" fmla="*/ 186618 w 241653"/>
                <a:gd name="connsiteY19" fmla="*/ 21067 h 127041"/>
                <a:gd name="connsiteX20" fmla="*/ 228792 w 241653"/>
                <a:gd name="connsiteY20" fmla="*/ 63201 h 127041"/>
                <a:gd name="connsiteX21" fmla="*/ 186618 w 241653"/>
                <a:gd name="connsiteY21" fmla="*/ 105336 h 127041"/>
                <a:gd name="connsiteX22" fmla="*/ 158502 w 241653"/>
                <a:gd name="connsiteY22" fmla="*/ 94483 h 127041"/>
                <a:gd name="connsiteX23" fmla="*/ 178311 w 241653"/>
                <a:gd name="connsiteY23" fmla="*/ 94483 h 127041"/>
                <a:gd name="connsiteX24" fmla="*/ 184701 w 241653"/>
                <a:gd name="connsiteY24" fmla="*/ 88099 h 127041"/>
                <a:gd name="connsiteX25" fmla="*/ 178311 w 241653"/>
                <a:gd name="connsiteY25" fmla="*/ 81715 h 127041"/>
                <a:gd name="connsiteX26" fmla="*/ 145722 w 241653"/>
                <a:gd name="connsiteY26" fmla="*/ 81715 h 127041"/>
                <a:gd name="connsiteX27" fmla="*/ 139333 w 241653"/>
                <a:gd name="connsiteY27" fmla="*/ 88099 h 127041"/>
                <a:gd name="connsiteX28" fmla="*/ 139333 w 241653"/>
                <a:gd name="connsiteY28" fmla="*/ 120657 h 127041"/>
                <a:gd name="connsiteX29" fmla="*/ 145722 w 241653"/>
                <a:gd name="connsiteY29" fmla="*/ 127041 h 127041"/>
                <a:gd name="connsiteX30" fmla="*/ 152112 w 241653"/>
                <a:gd name="connsiteY30" fmla="*/ 120657 h 127041"/>
                <a:gd name="connsiteX31" fmla="*/ 152112 w 241653"/>
                <a:gd name="connsiteY31" fmla="*/ 105336 h 127041"/>
                <a:gd name="connsiteX32" fmla="*/ 229431 w 241653"/>
                <a:gd name="connsiteY32" fmla="*/ 97036 h 127041"/>
                <a:gd name="connsiteX33" fmla="*/ 221124 w 241653"/>
                <a:gd name="connsiteY33" fmla="*/ 19790 h 127041"/>
                <a:gd name="connsiteX34" fmla="*/ 186618 w 241653"/>
                <a:gd name="connsiteY34" fmla="*/ 8299 h 12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41653" h="127041">
                  <a:moveTo>
                    <a:pt x="186618" y="8299"/>
                  </a:moveTo>
                  <a:cubicBezTo>
                    <a:pt x="171921" y="8299"/>
                    <a:pt x="157224" y="14044"/>
                    <a:pt x="147000" y="24897"/>
                  </a:cubicBezTo>
                  <a:lnTo>
                    <a:pt x="85657" y="93844"/>
                  </a:lnTo>
                  <a:cubicBezTo>
                    <a:pt x="69043" y="110443"/>
                    <a:pt x="41566" y="110443"/>
                    <a:pt x="24953" y="93844"/>
                  </a:cubicBezTo>
                  <a:cubicBezTo>
                    <a:pt x="8339" y="77246"/>
                    <a:pt x="8339" y="49795"/>
                    <a:pt x="24953" y="33196"/>
                  </a:cubicBezTo>
                  <a:cubicBezTo>
                    <a:pt x="41566" y="16598"/>
                    <a:pt x="67765" y="16598"/>
                    <a:pt x="85018" y="32558"/>
                  </a:cubicBezTo>
                  <a:lnTo>
                    <a:pt x="63931" y="32558"/>
                  </a:lnTo>
                  <a:cubicBezTo>
                    <a:pt x="60097" y="32558"/>
                    <a:pt x="57541" y="35112"/>
                    <a:pt x="57541" y="38942"/>
                  </a:cubicBezTo>
                  <a:cubicBezTo>
                    <a:pt x="57541" y="42772"/>
                    <a:pt x="60097" y="45326"/>
                    <a:pt x="63931" y="45326"/>
                  </a:cubicBezTo>
                  <a:lnTo>
                    <a:pt x="96520" y="45326"/>
                  </a:lnTo>
                  <a:cubicBezTo>
                    <a:pt x="100354" y="45326"/>
                    <a:pt x="102910" y="42772"/>
                    <a:pt x="102910" y="38942"/>
                  </a:cubicBezTo>
                  <a:lnTo>
                    <a:pt x="102910" y="6384"/>
                  </a:lnTo>
                  <a:cubicBezTo>
                    <a:pt x="102910" y="2553"/>
                    <a:pt x="100354" y="0"/>
                    <a:pt x="96520" y="0"/>
                  </a:cubicBezTo>
                  <a:cubicBezTo>
                    <a:pt x="92686" y="0"/>
                    <a:pt x="90130" y="2553"/>
                    <a:pt x="90130" y="6384"/>
                  </a:cubicBezTo>
                  <a:lnTo>
                    <a:pt x="90130" y="20428"/>
                  </a:lnTo>
                  <a:cubicBezTo>
                    <a:pt x="65848" y="1276"/>
                    <a:pt x="31343" y="5107"/>
                    <a:pt x="12173" y="29366"/>
                  </a:cubicBezTo>
                  <a:cubicBezTo>
                    <a:pt x="-6997" y="53625"/>
                    <a:pt x="-3163" y="88099"/>
                    <a:pt x="21119" y="107251"/>
                  </a:cubicBezTo>
                  <a:cubicBezTo>
                    <a:pt x="43483" y="125126"/>
                    <a:pt x="75433" y="123211"/>
                    <a:pt x="95242" y="102782"/>
                  </a:cubicBezTo>
                  <a:lnTo>
                    <a:pt x="156585" y="33835"/>
                  </a:lnTo>
                  <a:cubicBezTo>
                    <a:pt x="164253" y="25536"/>
                    <a:pt x="175116" y="21067"/>
                    <a:pt x="186618" y="21067"/>
                  </a:cubicBezTo>
                  <a:cubicBezTo>
                    <a:pt x="210261" y="21067"/>
                    <a:pt x="228792" y="40219"/>
                    <a:pt x="228792" y="63201"/>
                  </a:cubicBezTo>
                  <a:cubicBezTo>
                    <a:pt x="228792" y="86822"/>
                    <a:pt x="209622" y="105336"/>
                    <a:pt x="186618" y="105336"/>
                  </a:cubicBezTo>
                  <a:cubicBezTo>
                    <a:pt x="176394" y="105336"/>
                    <a:pt x="166170" y="101505"/>
                    <a:pt x="158502" y="94483"/>
                  </a:cubicBezTo>
                  <a:lnTo>
                    <a:pt x="178311" y="94483"/>
                  </a:lnTo>
                  <a:cubicBezTo>
                    <a:pt x="182145" y="94483"/>
                    <a:pt x="184701" y="91929"/>
                    <a:pt x="184701" y="88099"/>
                  </a:cubicBezTo>
                  <a:cubicBezTo>
                    <a:pt x="184701" y="84268"/>
                    <a:pt x="182145" y="81715"/>
                    <a:pt x="178311" y="81715"/>
                  </a:cubicBezTo>
                  <a:lnTo>
                    <a:pt x="145722" y="81715"/>
                  </a:lnTo>
                  <a:cubicBezTo>
                    <a:pt x="141889" y="81715"/>
                    <a:pt x="139333" y="84268"/>
                    <a:pt x="139333" y="88099"/>
                  </a:cubicBezTo>
                  <a:lnTo>
                    <a:pt x="139333" y="120657"/>
                  </a:lnTo>
                  <a:cubicBezTo>
                    <a:pt x="139333" y="124488"/>
                    <a:pt x="141889" y="127041"/>
                    <a:pt x="145722" y="127041"/>
                  </a:cubicBezTo>
                  <a:cubicBezTo>
                    <a:pt x="149556" y="127041"/>
                    <a:pt x="152112" y="124488"/>
                    <a:pt x="152112" y="120657"/>
                  </a:cubicBezTo>
                  <a:lnTo>
                    <a:pt x="152112" y="105336"/>
                  </a:lnTo>
                  <a:cubicBezTo>
                    <a:pt x="175755" y="124488"/>
                    <a:pt x="210261" y="120657"/>
                    <a:pt x="229431" y="97036"/>
                  </a:cubicBezTo>
                  <a:cubicBezTo>
                    <a:pt x="248600" y="73416"/>
                    <a:pt x="244766" y="38942"/>
                    <a:pt x="221124" y="19790"/>
                  </a:cubicBezTo>
                  <a:cubicBezTo>
                    <a:pt x="211539" y="12129"/>
                    <a:pt x="199398" y="8299"/>
                    <a:pt x="186618" y="8299"/>
                  </a:cubicBezTo>
                  <a:close/>
                </a:path>
              </a:pathLst>
            </a:custGeom>
            <a:solidFill>
              <a:srgbClr val="00A3E0"/>
            </a:solidFill>
            <a:ln w="6390" cap="flat">
              <a:noFill/>
              <a:prstDash val="solid"/>
              <a:miter/>
            </a:ln>
          </p:spPr>
          <p:txBody>
            <a:bodyPr rtlCol="0" anchor="ctr"/>
            <a:lstStyle/>
            <a:p>
              <a:endParaRPr lang="en-US"/>
            </a:p>
          </p:txBody>
        </p:sp>
      </p:grpSp>
      <p:grpSp>
        <p:nvGrpSpPr>
          <p:cNvPr id="428" name="Graphic 4">
            <a:extLst>
              <a:ext uri="{FF2B5EF4-FFF2-40B4-BE49-F238E27FC236}">
                <a16:creationId xmlns:a16="http://schemas.microsoft.com/office/drawing/2014/main" id="{B3A12BEA-DCF7-BB4A-8C2F-C89B32FDADDA}"/>
              </a:ext>
            </a:extLst>
          </p:cNvPr>
          <p:cNvGrpSpPr/>
          <p:nvPr/>
        </p:nvGrpSpPr>
        <p:grpSpPr>
          <a:xfrm>
            <a:off x="1515054" y="3339623"/>
            <a:ext cx="362309" cy="361971"/>
            <a:chOff x="1515054" y="3339623"/>
            <a:chExt cx="362309" cy="361971"/>
          </a:xfrm>
          <a:solidFill>
            <a:srgbClr val="00A3E0"/>
          </a:solidFill>
        </p:grpSpPr>
        <p:sp>
          <p:nvSpPr>
            <p:cNvPr id="429" name="Graphic 4">
              <a:extLst>
                <a:ext uri="{FF2B5EF4-FFF2-40B4-BE49-F238E27FC236}">
                  <a16:creationId xmlns:a16="http://schemas.microsoft.com/office/drawing/2014/main" id="{38A88ACE-0FD8-DF43-97D1-36AAE393DBAA}"/>
                </a:ext>
              </a:extLst>
            </p:cNvPr>
            <p:cNvSpPr/>
            <p:nvPr/>
          </p:nvSpPr>
          <p:spPr>
            <a:xfrm>
              <a:off x="1515054" y="3339623"/>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1305 h 361971"/>
                <a:gd name="connsiteX10" fmla="*/ 349529 w 362309"/>
                <a:gd name="connsiteY10" fmla="*/ 181305 h 361971"/>
                <a:gd name="connsiteX11" fmla="*/ 180835 w 362309"/>
                <a:gd name="connsiteY11" fmla="*/ 349204 h 361971"/>
                <a:gd name="connsiteX12" fmla="*/ 180835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0518" y="0"/>
                    <a:pt x="180835" y="0"/>
                  </a:cubicBezTo>
                  <a:close/>
                  <a:moveTo>
                    <a:pt x="180835" y="349204"/>
                  </a:moveTo>
                  <a:cubicBezTo>
                    <a:pt x="87542" y="349204"/>
                    <a:pt x="12780" y="273873"/>
                    <a:pt x="12780" y="180667"/>
                  </a:cubicBezTo>
                  <a:cubicBezTo>
                    <a:pt x="12780" y="87461"/>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00A3E0"/>
            </a:solidFill>
            <a:ln w="6390" cap="flat">
              <a:noFill/>
              <a:prstDash val="solid"/>
              <a:miter/>
            </a:ln>
          </p:spPr>
          <p:txBody>
            <a:bodyPr rtlCol="0" anchor="ctr"/>
            <a:lstStyle/>
            <a:p>
              <a:endParaRPr lang="en-US"/>
            </a:p>
          </p:txBody>
        </p:sp>
        <p:sp>
          <p:nvSpPr>
            <p:cNvPr id="430" name="Graphic 4">
              <a:extLst>
                <a:ext uri="{FF2B5EF4-FFF2-40B4-BE49-F238E27FC236}">
                  <a16:creationId xmlns:a16="http://schemas.microsoft.com/office/drawing/2014/main" id="{56FF9127-AAB5-4E45-93D4-806EC82E7B25}"/>
                </a:ext>
              </a:extLst>
            </p:cNvPr>
            <p:cNvSpPr/>
            <p:nvPr/>
          </p:nvSpPr>
          <p:spPr>
            <a:xfrm>
              <a:off x="1619549" y="3408091"/>
              <a:ext cx="151740" cy="225833"/>
            </a:xfrm>
            <a:custGeom>
              <a:avLst/>
              <a:gdLst>
                <a:gd name="connsiteX0" fmla="*/ 125542 w 151740"/>
                <a:gd name="connsiteY0" fmla="*/ 193913 h 225833"/>
                <a:gd name="connsiteX1" fmla="*/ 82729 w 151740"/>
                <a:gd name="connsiteY1" fmla="*/ 86662 h 225833"/>
                <a:gd name="connsiteX2" fmla="*/ 82729 w 151740"/>
                <a:gd name="connsiteY2" fmla="*/ 21546 h 225833"/>
                <a:gd name="connsiteX3" fmla="*/ 133210 w 151740"/>
                <a:gd name="connsiteY3" fmla="*/ 71979 h 225833"/>
                <a:gd name="connsiteX4" fmla="*/ 137683 w 151740"/>
                <a:gd name="connsiteY4" fmla="*/ 73894 h 225833"/>
                <a:gd name="connsiteX5" fmla="*/ 144073 w 151740"/>
                <a:gd name="connsiteY5" fmla="*/ 67510 h 225833"/>
                <a:gd name="connsiteX6" fmla="*/ 142156 w 151740"/>
                <a:gd name="connsiteY6" fmla="*/ 63042 h 225833"/>
                <a:gd name="connsiteX7" fmla="*/ 80812 w 151740"/>
                <a:gd name="connsiteY7" fmla="*/ 1756 h 225833"/>
                <a:gd name="connsiteX8" fmla="*/ 78895 w 151740"/>
                <a:gd name="connsiteY8" fmla="*/ 479 h 225833"/>
                <a:gd name="connsiteX9" fmla="*/ 73783 w 151740"/>
                <a:gd name="connsiteY9" fmla="*/ 479 h 225833"/>
                <a:gd name="connsiteX10" fmla="*/ 71867 w 151740"/>
                <a:gd name="connsiteY10" fmla="*/ 1756 h 225833"/>
                <a:gd name="connsiteX11" fmla="*/ 9884 w 151740"/>
                <a:gd name="connsiteY11" fmla="*/ 63042 h 225833"/>
                <a:gd name="connsiteX12" fmla="*/ 9884 w 151740"/>
                <a:gd name="connsiteY12" fmla="*/ 71979 h 225833"/>
                <a:gd name="connsiteX13" fmla="*/ 14357 w 151740"/>
                <a:gd name="connsiteY13" fmla="*/ 73894 h 225833"/>
                <a:gd name="connsiteX14" fmla="*/ 18830 w 151740"/>
                <a:gd name="connsiteY14" fmla="*/ 71979 h 225833"/>
                <a:gd name="connsiteX15" fmla="*/ 69310 w 151740"/>
                <a:gd name="connsiteY15" fmla="*/ 21546 h 225833"/>
                <a:gd name="connsiteX16" fmla="*/ 69310 w 151740"/>
                <a:gd name="connsiteY16" fmla="*/ 86662 h 225833"/>
                <a:gd name="connsiteX17" fmla="*/ 2855 w 151740"/>
                <a:gd name="connsiteY17" fmla="*/ 214342 h 225833"/>
                <a:gd name="connsiteX18" fmla="*/ 1577 w 151740"/>
                <a:gd name="connsiteY18" fmla="*/ 223280 h 225833"/>
                <a:gd name="connsiteX19" fmla="*/ 6689 w 151740"/>
                <a:gd name="connsiteY19" fmla="*/ 225833 h 225833"/>
                <a:gd name="connsiteX20" fmla="*/ 10523 w 151740"/>
                <a:gd name="connsiteY20" fmla="*/ 224557 h 225833"/>
                <a:gd name="connsiteX21" fmla="*/ 34805 w 151740"/>
                <a:gd name="connsiteY21" fmla="*/ 204128 h 225833"/>
                <a:gd name="connsiteX22" fmla="*/ 76339 w 151740"/>
                <a:gd name="connsiteY22" fmla="*/ 132627 h 225833"/>
                <a:gd name="connsiteX23" fmla="*/ 80812 w 151740"/>
                <a:gd name="connsiteY23" fmla="*/ 146672 h 225833"/>
                <a:gd name="connsiteX24" fmla="*/ 141517 w 151740"/>
                <a:gd name="connsiteY24" fmla="*/ 224557 h 225833"/>
                <a:gd name="connsiteX25" fmla="*/ 145351 w 151740"/>
                <a:gd name="connsiteY25" fmla="*/ 225833 h 225833"/>
                <a:gd name="connsiteX26" fmla="*/ 151741 w 151740"/>
                <a:gd name="connsiteY26" fmla="*/ 219449 h 225833"/>
                <a:gd name="connsiteX27" fmla="*/ 149185 w 151740"/>
                <a:gd name="connsiteY27" fmla="*/ 214342 h 225833"/>
                <a:gd name="connsiteX28" fmla="*/ 125542 w 151740"/>
                <a:gd name="connsiteY28" fmla="*/ 193913 h 225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1740" h="225833">
                  <a:moveTo>
                    <a:pt x="125542" y="193913"/>
                  </a:moveTo>
                  <a:cubicBezTo>
                    <a:pt x="98065" y="165185"/>
                    <a:pt x="82729" y="126881"/>
                    <a:pt x="82729" y="86662"/>
                  </a:cubicBezTo>
                  <a:lnTo>
                    <a:pt x="82729" y="21546"/>
                  </a:lnTo>
                  <a:lnTo>
                    <a:pt x="133210" y="71979"/>
                  </a:lnTo>
                  <a:cubicBezTo>
                    <a:pt x="134488" y="73256"/>
                    <a:pt x="135766" y="73894"/>
                    <a:pt x="137683" y="73894"/>
                  </a:cubicBezTo>
                  <a:cubicBezTo>
                    <a:pt x="141517" y="73894"/>
                    <a:pt x="144073" y="71341"/>
                    <a:pt x="144073" y="67510"/>
                  </a:cubicBezTo>
                  <a:cubicBezTo>
                    <a:pt x="144073" y="65595"/>
                    <a:pt x="143434" y="64319"/>
                    <a:pt x="142156" y="63042"/>
                  </a:cubicBezTo>
                  <a:lnTo>
                    <a:pt x="80812" y="1756"/>
                  </a:lnTo>
                  <a:cubicBezTo>
                    <a:pt x="80173" y="1117"/>
                    <a:pt x="79534" y="479"/>
                    <a:pt x="78895" y="479"/>
                  </a:cubicBezTo>
                  <a:cubicBezTo>
                    <a:pt x="77617" y="-160"/>
                    <a:pt x="75700" y="-160"/>
                    <a:pt x="73783" y="479"/>
                  </a:cubicBezTo>
                  <a:cubicBezTo>
                    <a:pt x="73144" y="1117"/>
                    <a:pt x="72505" y="1117"/>
                    <a:pt x="71867" y="1756"/>
                  </a:cubicBezTo>
                  <a:lnTo>
                    <a:pt x="9884" y="63042"/>
                  </a:lnTo>
                  <a:cubicBezTo>
                    <a:pt x="7328" y="65595"/>
                    <a:pt x="7328" y="69426"/>
                    <a:pt x="9884" y="71979"/>
                  </a:cubicBezTo>
                  <a:cubicBezTo>
                    <a:pt x="11162" y="73256"/>
                    <a:pt x="12440" y="73894"/>
                    <a:pt x="14357" y="73894"/>
                  </a:cubicBezTo>
                  <a:cubicBezTo>
                    <a:pt x="16274" y="73894"/>
                    <a:pt x="17552" y="73256"/>
                    <a:pt x="18830" y="71979"/>
                  </a:cubicBezTo>
                  <a:lnTo>
                    <a:pt x="69310" y="21546"/>
                  </a:lnTo>
                  <a:lnTo>
                    <a:pt x="69310" y="86662"/>
                  </a:lnTo>
                  <a:cubicBezTo>
                    <a:pt x="69310" y="137096"/>
                    <a:pt x="44390" y="184976"/>
                    <a:pt x="2855" y="214342"/>
                  </a:cubicBezTo>
                  <a:cubicBezTo>
                    <a:pt x="-340" y="216257"/>
                    <a:pt x="-979" y="220088"/>
                    <a:pt x="1577" y="223280"/>
                  </a:cubicBezTo>
                  <a:cubicBezTo>
                    <a:pt x="2855" y="225195"/>
                    <a:pt x="4772" y="225833"/>
                    <a:pt x="6689" y="225833"/>
                  </a:cubicBezTo>
                  <a:cubicBezTo>
                    <a:pt x="7967" y="225833"/>
                    <a:pt x="9245" y="225195"/>
                    <a:pt x="10523" y="224557"/>
                  </a:cubicBezTo>
                  <a:cubicBezTo>
                    <a:pt x="18830" y="218811"/>
                    <a:pt x="27137" y="211789"/>
                    <a:pt x="34805" y="204128"/>
                  </a:cubicBezTo>
                  <a:cubicBezTo>
                    <a:pt x="54614" y="184337"/>
                    <a:pt x="68672" y="159440"/>
                    <a:pt x="76339" y="132627"/>
                  </a:cubicBezTo>
                  <a:cubicBezTo>
                    <a:pt x="77617" y="137096"/>
                    <a:pt x="79534" y="142203"/>
                    <a:pt x="80812" y="146672"/>
                  </a:cubicBezTo>
                  <a:cubicBezTo>
                    <a:pt x="92953" y="177953"/>
                    <a:pt x="114040" y="205405"/>
                    <a:pt x="141517" y="224557"/>
                  </a:cubicBezTo>
                  <a:cubicBezTo>
                    <a:pt x="142795" y="225195"/>
                    <a:pt x="144073" y="225833"/>
                    <a:pt x="145351" y="225833"/>
                  </a:cubicBezTo>
                  <a:cubicBezTo>
                    <a:pt x="149185" y="225833"/>
                    <a:pt x="151741" y="223280"/>
                    <a:pt x="151741" y="219449"/>
                  </a:cubicBezTo>
                  <a:cubicBezTo>
                    <a:pt x="151741" y="217534"/>
                    <a:pt x="150463" y="215619"/>
                    <a:pt x="149185" y="214342"/>
                  </a:cubicBezTo>
                  <a:cubicBezTo>
                    <a:pt x="140878" y="207958"/>
                    <a:pt x="132571" y="201574"/>
                    <a:pt x="125542" y="193913"/>
                  </a:cubicBezTo>
                  <a:close/>
                </a:path>
              </a:pathLst>
            </a:custGeom>
            <a:solidFill>
              <a:srgbClr val="00A3E0"/>
            </a:solidFill>
            <a:ln w="6390" cap="flat">
              <a:noFill/>
              <a:prstDash val="solid"/>
              <a:miter/>
            </a:ln>
          </p:spPr>
          <p:txBody>
            <a:bodyPr rtlCol="0" anchor="ctr"/>
            <a:lstStyle/>
            <a:p>
              <a:endParaRPr lang="en-US"/>
            </a:p>
          </p:txBody>
        </p:sp>
      </p:grpSp>
      <p:grpSp>
        <p:nvGrpSpPr>
          <p:cNvPr id="431" name="Graphic 4">
            <a:extLst>
              <a:ext uri="{FF2B5EF4-FFF2-40B4-BE49-F238E27FC236}">
                <a16:creationId xmlns:a16="http://schemas.microsoft.com/office/drawing/2014/main" id="{56542F1B-6C4C-2945-BCE9-78AA2141AFE4}"/>
              </a:ext>
            </a:extLst>
          </p:cNvPr>
          <p:cNvGrpSpPr/>
          <p:nvPr/>
        </p:nvGrpSpPr>
        <p:grpSpPr>
          <a:xfrm>
            <a:off x="6754802" y="2371173"/>
            <a:ext cx="361670" cy="361971"/>
            <a:chOff x="6754802" y="2371173"/>
            <a:chExt cx="361670" cy="361971"/>
          </a:xfrm>
          <a:solidFill>
            <a:srgbClr val="00A3E0"/>
          </a:solidFill>
        </p:grpSpPr>
        <p:sp>
          <p:nvSpPr>
            <p:cNvPr id="432" name="Graphic 4">
              <a:extLst>
                <a:ext uri="{FF2B5EF4-FFF2-40B4-BE49-F238E27FC236}">
                  <a16:creationId xmlns:a16="http://schemas.microsoft.com/office/drawing/2014/main" id="{DF51A168-1FF9-C945-91B9-6BDEE29E6231}"/>
                </a:ext>
              </a:extLst>
            </p:cNvPr>
            <p:cNvSpPr/>
            <p:nvPr/>
          </p:nvSpPr>
          <p:spPr>
            <a:xfrm>
              <a:off x="6754802" y="2371173"/>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349204 h 361971"/>
                <a:gd name="connsiteX7" fmla="*/ 12780 w 361670"/>
                <a:gd name="connsiteY7" fmla="*/ 181305 h 361971"/>
                <a:gd name="connsiteX8" fmla="*/ 180836 w 361670"/>
                <a:gd name="connsiteY8" fmla="*/ 12768 h 361971"/>
                <a:gd name="connsiteX9" fmla="*/ 348890 w 361670"/>
                <a:gd name="connsiteY9" fmla="*/ 180667 h 361971"/>
                <a:gd name="connsiteX10" fmla="*/ 348890 w 361670"/>
                <a:gd name="connsiteY10" fmla="*/ 180667 h 361971"/>
                <a:gd name="connsiteX11" fmla="*/ 180836 w 361670"/>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1971">
                  <a:moveTo>
                    <a:pt x="180836" y="0"/>
                  </a:moveTo>
                  <a:cubicBezTo>
                    <a:pt x="80513" y="0"/>
                    <a:pt x="0" y="81077"/>
                    <a:pt x="0" y="180667"/>
                  </a:cubicBezTo>
                  <a:cubicBezTo>
                    <a:pt x="0" y="280895"/>
                    <a:pt x="81153" y="361972"/>
                    <a:pt x="180836" y="361972"/>
                  </a:cubicBezTo>
                  <a:cubicBezTo>
                    <a:pt x="281157" y="361972"/>
                    <a:pt x="361670" y="280895"/>
                    <a:pt x="361670" y="181305"/>
                  </a:cubicBezTo>
                  <a:cubicBezTo>
                    <a:pt x="361670" y="181305"/>
                    <a:pt x="361670" y="181305"/>
                    <a:pt x="361670" y="181305"/>
                  </a:cubicBezTo>
                  <a:cubicBezTo>
                    <a:pt x="361670" y="81077"/>
                    <a:pt x="280518" y="0"/>
                    <a:pt x="180836" y="0"/>
                  </a:cubicBezTo>
                  <a:close/>
                  <a:moveTo>
                    <a:pt x="180836" y="349204"/>
                  </a:moveTo>
                  <a:cubicBezTo>
                    <a:pt x="87543" y="349204"/>
                    <a:pt x="12780" y="273873"/>
                    <a:pt x="12780" y="181305"/>
                  </a:cubicBezTo>
                  <a:cubicBezTo>
                    <a:pt x="12780" y="88738"/>
                    <a:pt x="88181" y="12768"/>
                    <a:pt x="180836" y="12768"/>
                  </a:cubicBezTo>
                  <a:cubicBezTo>
                    <a:pt x="274128" y="12768"/>
                    <a:pt x="348890" y="88099"/>
                    <a:pt x="348890" y="180667"/>
                  </a:cubicBezTo>
                  <a:cubicBezTo>
                    <a:pt x="348890" y="180667"/>
                    <a:pt x="348890" y="180667"/>
                    <a:pt x="348890" y="180667"/>
                  </a:cubicBezTo>
                  <a:cubicBezTo>
                    <a:pt x="348890" y="273873"/>
                    <a:pt x="273490"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433" name="Graphic 4">
              <a:extLst>
                <a:ext uri="{FF2B5EF4-FFF2-40B4-BE49-F238E27FC236}">
                  <a16:creationId xmlns:a16="http://schemas.microsoft.com/office/drawing/2014/main" id="{8CA87276-C7AB-304A-BF6B-79522B9EBCEE}"/>
                </a:ext>
              </a:extLst>
            </p:cNvPr>
            <p:cNvSpPr/>
            <p:nvPr/>
          </p:nvSpPr>
          <p:spPr>
            <a:xfrm>
              <a:off x="6840427" y="2571281"/>
              <a:ext cx="77028" cy="76318"/>
            </a:xfrm>
            <a:custGeom>
              <a:avLst/>
              <a:gdLst>
                <a:gd name="connsiteX0" fmla="*/ 65177 w 77028"/>
                <a:gd name="connsiteY0" fmla="*/ 1626 h 76318"/>
                <a:gd name="connsiteX1" fmla="*/ 12780 w 77028"/>
                <a:gd name="connsiteY1" fmla="*/ 53974 h 76318"/>
                <a:gd name="connsiteX2" fmla="*/ 12780 w 77028"/>
                <a:gd name="connsiteY2" fmla="*/ 18862 h 76318"/>
                <a:gd name="connsiteX3" fmla="*/ 6390 w 77028"/>
                <a:gd name="connsiteY3" fmla="*/ 12478 h 76318"/>
                <a:gd name="connsiteX4" fmla="*/ 0 w 77028"/>
                <a:gd name="connsiteY4" fmla="*/ 18862 h 76318"/>
                <a:gd name="connsiteX5" fmla="*/ 0 w 77028"/>
                <a:gd name="connsiteY5" fmla="*/ 69296 h 76318"/>
                <a:gd name="connsiteX6" fmla="*/ 639 w 77028"/>
                <a:gd name="connsiteY6" fmla="*/ 71849 h 76318"/>
                <a:gd name="connsiteX7" fmla="*/ 639 w 77028"/>
                <a:gd name="connsiteY7" fmla="*/ 72488 h 76318"/>
                <a:gd name="connsiteX8" fmla="*/ 1278 w 77028"/>
                <a:gd name="connsiteY8" fmla="*/ 73765 h 76318"/>
                <a:gd name="connsiteX9" fmla="*/ 1917 w 77028"/>
                <a:gd name="connsiteY9" fmla="*/ 74403 h 76318"/>
                <a:gd name="connsiteX10" fmla="*/ 3834 w 77028"/>
                <a:gd name="connsiteY10" fmla="*/ 75680 h 76318"/>
                <a:gd name="connsiteX11" fmla="*/ 3834 w 77028"/>
                <a:gd name="connsiteY11" fmla="*/ 75680 h 76318"/>
                <a:gd name="connsiteX12" fmla="*/ 6390 w 77028"/>
                <a:gd name="connsiteY12" fmla="*/ 76318 h 76318"/>
                <a:gd name="connsiteX13" fmla="*/ 56871 w 77028"/>
                <a:gd name="connsiteY13" fmla="*/ 76318 h 76318"/>
                <a:gd name="connsiteX14" fmla="*/ 63261 w 77028"/>
                <a:gd name="connsiteY14" fmla="*/ 69934 h 76318"/>
                <a:gd name="connsiteX15" fmla="*/ 56871 w 77028"/>
                <a:gd name="connsiteY15" fmla="*/ 63550 h 76318"/>
                <a:gd name="connsiteX16" fmla="*/ 22365 w 77028"/>
                <a:gd name="connsiteY16" fmla="*/ 63550 h 76318"/>
                <a:gd name="connsiteX17" fmla="*/ 74762 w 77028"/>
                <a:gd name="connsiteY17" fmla="*/ 11202 h 76318"/>
                <a:gd name="connsiteX18" fmla="*/ 75402 w 77028"/>
                <a:gd name="connsiteY18" fmla="*/ 2264 h 76318"/>
                <a:gd name="connsiteX19" fmla="*/ 66456 w 77028"/>
                <a:gd name="connsiteY19" fmla="*/ 1626 h 76318"/>
                <a:gd name="connsiteX20" fmla="*/ 65177 w 77028"/>
                <a:gd name="connsiteY20" fmla="*/ 1626 h 76318"/>
                <a:gd name="connsiteX21" fmla="*/ 65177 w 77028"/>
                <a:gd name="connsiteY21" fmla="*/ 1626 h 76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7028" h="76318">
                  <a:moveTo>
                    <a:pt x="65177" y="1626"/>
                  </a:moveTo>
                  <a:lnTo>
                    <a:pt x="12780" y="53974"/>
                  </a:lnTo>
                  <a:lnTo>
                    <a:pt x="12780" y="18862"/>
                  </a:lnTo>
                  <a:cubicBezTo>
                    <a:pt x="12780" y="15032"/>
                    <a:pt x="10224" y="12478"/>
                    <a:pt x="6390" y="12478"/>
                  </a:cubicBezTo>
                  <a:cubicBezTo>
                    <a:pt x="2556" y="12478"/>
                    <a:pt x="0" y="15032"/>
                    <a:pt x="0" y="18862"/>
                  </a:cubicBezTo>
                  <a:lnTo>
                    <a:pt x="0" y="69296"/>
                  </a:lnTo>
                  <a:cubicBezTo>
                    <a:pt x="0" y="69934"/>
                    <a:pt x="0" y="70573"/>
                    <a:pt x="639" y="71849"/>
                  </a:cubicBezTo>
                  <a:cubicBezTo>
                    <a:pt x="639" y="71849"/>
                    <a:pt x="639" y="72488"/>
                    <a:pt x="639" y="72488"/>
                  </a:cubicBezTo>
                  <a:cubicBezTo>
                    <a:pt x="639" y="73126"/>
                    <a:pt x="1278" y="73126"/>
                    <a:pt x="1278" y="73765"/>
                  </a:cubicBezTo>
                  <a:lnTo>
                    <a:pt x="1917" y="74403"/>
                  </a:lnTo>
                  <a:cubicBezTo>
                    <a:pt x="2556" y="75041"/>
                    <a:pt x="3195" y="75041"/>
                    <a:pt x="3834" y="75680"/>
                  </a:cubicBezTo>
                  <a:lnTo>
                    <a:pt x="3834" y="75680"/>
                  </a:lnTo>
                  <a:cubicBezTo>
                    <a:pt x="4473" y="76318"/>
                    <a:pt x="5751" y="76318"/>
                    <a:pt x="6390" y="76318"/>
                  </a:cubicBezTo>
                  <a:lnTo>
                    <a:pt x="56871" y="76318"/>
                  </a:lnTo>
                  <a:cubicBezTo>
                    <a:pt x="60704" y="76318"/>
                    <a:pt x="63261" y="73765"/>
                    <a:pt x="63261" y="69934"/>
                  </a:cubicBezTo>
                  <a:cubicBezTo>
                    <a:pt x="63261" y="66104"/>
                    <a:pt x="60704" y="63550"/>
                    <a:pt x="56871" y="63550"/>
                  </a:cubicBezTo>
                  <a:lnTo>
                    <a:pt x="22365" y="63550"/>
                  </a:lnTo>
                  <a:lnTo>
                    <a:pt x="74762" y="11202"/>
                  </a:lnTo>
                  <a:cubicBezTo>
                    <a:pt x="77318" y="8648"/>
                    <a:pt x="77957" y="4818"/>
                    <a:pt x="75402" y="2264"/>
                  </a:cubicBezTo>
                  <a:cubicBezTo>
                    <a:pt x="72845" y="-290"/>
                    <a:pt x="69012" y="-928"/>
                    <a:pt x="66456" y="1626"/>
                  </a:cubicBezTo>
                  <a:cubicBezTo>
                    <a:pt x="65817" y="987"/>
                    <a:pt x="65817" y="1626"/>
                    <a:pt x="65177" y="1626"/>
                  </a:cubicBezTo>
                  <a:lnTo>
                    <a:pt x="65177" y="1626"/>
                  </a:lnTo>
                  <a:close/>
                </a:path>
              </a:pathLst>
            </a:custGeom>
            <a:solidFill>
              <a:srgbClr val="00A3E0"/>
            </a:solidFill>
            <a:ln w="6390" cap="flat">
              <a:noFill/>
              <a:prstDash val="solid"/>
              <a:miter/>
            </a:ln>
          </p:spPr>
          <p:txBody>
            <a:bodyPr rtlCol="0" anchor="ctr"/>
            <a:lstStyle/>
            <a:p>
              <a:endParaRPr lang="en-US"/>
            </a:p>
          </p:txBody>
        </p:sp>
        <p:sp>
          <p:nvSpPr>
            <p:cNvPr id="434" name="Graphic 4">
              <a:extLst>
                <a:ext uri="{FF2B5EF4-FFF2-40B4-BE49-F238E27FC236}">
                  <a16:creationId xmlns:a16="http://schemas.microsoft.com/office/drawing/2014/main" id="{55F49857-29F3-9243-B8BF-BBEBD42DD177}"/>
                </a:ext>
              </a:extLst>
            </p:cNvPr>
            <p:cNvSpPr/>
            <p:nvPr/>
          </p:nvSpPr>
          <p:spPr>
            <a:xfrm>
              <a:off x="6954168" y="2457357"/>
              <a:ext cx="76040" cy="75969"/>
            </a:xfrm>
            <a:custGeom>
              <a:avLst/>
              <a:gdLst>
                <a:gd name="connsiteX0" fmla="*/ 75401 w 76040"/>
                <a:gd name="connsiteY0" fmla="*/ 3830 h 75969"/>
                <a:gd name="connsiteX1" fmla="*/ 75401 w 76040"/>
                <a:gd name="connsiteY1" fmla="*/ 3830 h 75969"/>
                <a:gd name="connsiteX2" fmla="*/ 75401 w 76040"/>
                <a:gd name="connsiteY2" fmla="*/ 3830 h 75969"/>
                <a:gd name="connsiteX3" fmla="*/ 74124 w 76040"/>
                <a:gd name="connsiteY3" fmla="*/ 1915 h 75969"/>
                <a:gd name="connsiteX4" fmla="*/ 73485 w 76040"/>
                <a:gd name="connsiteY4" fmla="*/ 1277 h 75969"/>
                <a:gd name="connsiteX5" fmla="*/ 72206 w 76040"/>
                <a:gd name="connsiteY5" fmla="*/ 638 h 75969"/>
                <a:gd name="connsiteX6" fmla="*/ 71568 w 76040"/>
                <a:gd name="connsiteY6" fmla="*/ 638 h 75969"/>
                <a:gd name="connsiteX7" fmla="*/ 69650 w 76040"/>
                <a:gd name="connsiteY7" fmla="*/ 0 h 75969"/>
                <a:gd name="connsiteX8" fmla="*/ 19170 w 76040"/>
                <a:gd name="connsiteY8" fmla="*/ 0 h 75969"/>
                <a:gd name="connsiteX9" fmla="*/ 12780 w 76040"/>
                <a:gd name="connsiteY9" fmla="*/ 6384 h 75969"/>
                <a:gd name="connsiteX10" fmla="*/ 19170 w 76040"/>
                <a:gd name="connsiteY10" fmla="*/ 12768 h 75969"/>
                <a:gd name="connsiteX11" fmla="*/ 54315 w 76040"/>
                <a:gd name="connsiteY11" fmla="*/ 12768 h 75969"/>
                <a:gd name="connsiteX12" fmla="*/ 1917 w 76040"/>
                <a:gd name="connsiteY12" fmla="*/ 65117 h 75969"/>
                <a:gd name="connsiteX13" fmla="*/ 1917 w 76040"/>
                <a:gd name="connsiteY13" fmla="*/ 74054 h 75969"/>
                <a:gd name="connsiteX14" fmla="*/ 6391 w 76040"/>
                <a:gd name="connsiteY14" fmla="*/ 75970 h 75969"/>
                <a:gd name="connsiteX15" fmla="*/ 10863 w 76040"/>
                <a:gd name="connsiteY15" fmla="*/ 74054 h 75969"/>
                <a:gd name="connsiteX16" fmla="*/ 63260 w 76040"/>
                <a:gd name="connsiteY16" fmla="*/ 21706 h 75969"/>
                <a:gd name="connsiteX17" fmla="*/ 63260 w 76040"/>
                <a:gd name="connsiteY17" fmla="*/ 56818 h 75969"/>
                <a:gd name="connsiteX18" fmla="*/ 69650 w 76040"/>
                <a:gd name="connsiteY18" fmla="*/ 63202 h 75969"/>
                <a:gd name="connsiteX19" fmla="*/ 76040 w 76040"/>
                <a:gd name="connsiteY19" fmla="*/ 56818 h 75969"/>
                <a:gd name="connsiteX20" fmla="*/ 76040 w 76040"/>
                <a:gd name="connsiteY20" fmla="*/ 6384 h 75969"/>
                <a:gd name="connsiteX21" fmla="*/ 75401 w 76040"/>
                <a:gd name="connsiteY21" fmla="*/ 3830 h 7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6040" h="75969">
                  <a:moveTo>
                    <a:pt x="75401" y="3830"/>
                  </a:moveTo>
                  <a:lnTo>
                    <a:pt x="75401" y="3830"/>
                  </a:lnTo>
                  <a:lnTo>
                    <a:pt x="75401" y="3830"/>
                  </a:lnTo>
                  <a:cubicBezTo>
                    <a:pt x="75401" y="3192"/>
                    <a:pt x="74763" y="2554"/>
                    <a:pt x="74124" y="1915"/>
                  </a:cubicBezTo>
                  <a:cubicBezTo>
                    <a:pt x="74124" y="1915"/>
                    <a:pt x="74124" y="1915"/>
                    <a:pt x="73485" y="1277"/>
                  </a:cubicBezTo>
                  <a:cubicBezTo>
                    <a:pt x="72845" y="638"/>
                    <a:pt x="72845" y="638"/>
                    <a:pt x="72206" y="638"/>
                  </a:cubicBezTo>
                  <a:lnTo>
                    <a:pt x="71568" y="638"/>
                  </a:lnTo>
                  <a:cubicBezTo>
                    <a:pt x="70929" y="638"/>
                    <a:pt x="70290" y="0"/>
                    <a:pt x="69650" y="0"/>
                  </a:cubicBezTo>
                  <a:lnTo>
                    <a:pt x="19170" y="0"/>
                  </a:lnTo>
                  <a:cubicBezTo>
                    <a:pt x="15336" y="0"/>
                    <a:pt x="12780" y="2554"/>
                    <a:pt x="12780" y="6384"/>
                  </a:cubicBezTo>
                  <a:cubicBezTo>
                    <a:pt x="12780" y="10214"/>
                    <a:pt x="15336" y="12768"/>
                    <a:pt x="19170" y="12768"/>
                  </a:cubicBezTo>
                  <a:lnTo>
                    <a:pt x="54315" y="12768"/>
                  </a:lnTo>
                  <a:lnTo>
                    <a:pt x="1917" y="65117"/>
                  </a:lnTo>
                  <a:cubicBezTo>
                    <a:pt x="-639" y="67670"/>
                    <a:pt x="-639" y="71501"/>
                    <a:pt x="1917" y="74054"/>
                  </a:cubicBezTo>
                  <a:cubicBezTo>
                    <a:pt x="3196" y="75331"/>
                    <a:pt x="4473" y="75970"/>
                    <a:pt x="6391" y="75970"/>
                  </a:cubicBezTo>
                  <a:cubicBezTo>
                    <a:pt x="8307" y="75970"/>
                    <a:pt x="9585" y="75331"/>
                    <a:pt x="10863" y="74054"/>
                  </a:cubicBezTo>
                  <a:lnTo>
                    <a:pt x="63260" y="21706"/>
                  </a:lnTo>
                  <a:lnTo>
                    <a:pt x="63260" y="56818"/>
                  </a:lnTo>
                  <a:cubicBezTo>
                    <a:pt x="63260" y="60648"/>
                    <a:pt x="65816" y="63202"/>
                    <a:pt x="69650" y="63202"/>
                  </a:cubicBezTo>
                  <a:cubicBezTo>
                    <a:pt x="73485" y="63202"/>
                    <a:pt x="76040" y="60648"/>
                    <a:pt x="76040" y="56818"/>
                  </a:cubicBezTo>
                  <a:lnTo>
                    <a:pt x="76040" y="6384"/>
                  </a:lnTo>
                  <a:cubicBezTo>
                    <a:pt x="76040" y="5746"/>
                    <a:pt x="76040" y="4469"/>
                    <a:pt x="75401" y="3830"/>
                  </a:cubicBezTo>
                  <a:close/>
                </a:path>
              </a:pathLst>
            </a:custGeom>
            <a:solidFill>
              <a:srgbClr val="00A3E0"/>
            </a:solidFill>
            <a:ln w="6390" cap="flat">
              <a:noFill/>
              <a:prstDash val="solid"/>
              <a:miter/>
            </a:ln>
          </p:spPr>
          <p:txBody>
            <a:bodyPr rtlCol="0" anchor="ctr"/>
            <a:lstStyle/>
            <a:p>
              <a:endParaRPr lang="en-US"/>
            </a:p>
          </p:txBody>
        </p:sp>
      </p:grpSp>
      <p:grpSp>
        <p:nvGrpSpPr>
          <p:cNvPr id="435" name="Graphic 4">
            <a:extLst>
              <a:ext uri="{FF2B5EF4-FFF2-40B4-BE49-F238E27FC236}">
                <a16:creationId xmlns:a16="http://schemas.microsoft.com/office/drawing/2014/main" id="{7C326877-D206-014F-BF06-9064225BA7DE}"/>
              </a:ext>
            </a:extLst>
          </p:cNvPr>
          <p:cNvGrpSpPr/>
          <p:nvPr/>
        </p:nvGrpSpPr>
        <p:grpSpPr>
          <a:xfrm>
            <a:off x="5708130" y="2371173"/>
            <a:ext cx="362313" cy="361971"/>
            <a:chOff x="5708130" y="2371173"/>
            <a:chExt cx="362313" cy="361971"/>
          </a:xfrm>
          <a:solidFill>
            <a:srgbClr val="00A3E0"/>
          </a:solidFill>
        </p:grpSpPr>
        <p:sp>
          <p:nvSpPr>
            <p:cNvPr id="436" name="Graphic 4">
              <a:extLst>
                <a:ext uri="{FF2B5EF4-FFF2-40B4-BE49-F238E27FC236}">
                  <a16:creationId xmlns:a16="http://schemas.microsoft.com/office/drawing/2014/main" id="{91DFC38B-496A-E445-ADC5-DDC017379EF4}"/>
                </a:ext>
              </a:extLst>
            </p:cNvPr>
            <p:cNvSpPr/>
            <p:nvPr/>
          </p:nvSpPr>
          <p:spPr>
            <a:xfrm>
              <a:off x="5708130" y="237117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cubicBezTo>
                    <a:pt x="349530" y="180667"/>
                    <a:pt x="349530" y="180667"/>
                    <a:pt x="349530" y="180667"/>
                  </a:cubicBezTo>
                  <a:cubicBezTo>
                    <a:pt x="349530" y="273873"/>
                    <a:pt x="274767"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437" name="Graphic 4">
              <a:extLst>
                <a:ext uri="{FF2B5EF4-FFF2-40B4-BE49-F238E27FC236}">
                  <a16:creationId xmlns:a16="http://schemas.microsoft.com/office/drawing/2014/main" id="{CB7FA36F-C00E-0549-885A-AD22161B59DC}"/>
                </a:ext>
              </a:extLst>
            </p:cNvPr>
            <p:cNvSpPr/>
            <p:nvPr/>
          </p:nvSpPr>
          <p:spPr>
            <a:xfrm>
              <a:off x="5795672" y="2457357"/>
              <a:ext cx="76040" cy="76607"/>
            </a:xfrm>
            <a:custGeom>
              <a:avLst/>
              <a:gdLst>
                <a:gd name="connsiteX0" fmla="*/ 21087 w 76040"/>
                <a:gd name="connsiteY0" fmla="*/ 12768 h 76607"/>
                <a:gd name="connsiteX1" fmla="*/ 56231 w 76040"/>
                <a:gd name="connsiteY1" fmla="*/ 12768 h 76607"/>
                <a:gd name="connsiteX2" fmla="*/ 62621 w 76040"/>
                <a:gd name="connsiteY2" fmla="*/ 6384 h 76607"/>
                <a:gd name="connsiteX3" fmla="*/ 56231 w 76040"/>
                <a:gd name="connsiteY3" fmla="*/ 0 h 76607"/>
                <a:gd name="connsiteX4" fmla="*/ 5751 w 76040"/>
                <a:gd name="connsiteY4" fmla="*/ 0 h 76607"/>
                <a:gd name="connsiteX5" fmla="*/ 3834 w 76040"/>
                <a:gd name="connsiteY5" fmla="*/ 638 h 76607"/>
                <a:gd name="connsiteX6" fmla="*/ 3834 w 76040"/>
                <a:gd name="connsiteY6" fmla="*/ 638 h 76607"/>
                <a:gd name="connsiteX7" fmla="*/ 3834 w 76040"/>
                <a:gd name="connsiteY7" fmla="*/ 638 h 76607"/>
                <a:gd name="connsiteX8" fmla="*/ 1917 w 76040"/>
                <a:gd name="connsiteY8" fmla="*/ 1915 h 76607"/>
                <a:gd name="connsiteX9" fmla="*/ 1278 w 76040"/>
                <a:gd name="connsiteY9" fmla="*/ 2554 h 76607"/>
                <a:gd name="connsiteX10" fmla="*/ 639 w 76040"/>
                <a:gd name="connsiteY10" fmla="*/ 3830 h 76607"/>
                <a:gd name="connsiteX11" fmla="*/ 639 w 76040"/>
                <a:gd name="connsiteY11" fmla="*/ 4469 h 76607"/>
                <a:gd name="connsiteX12" fmla="*/ 0 w 76040"/>
                <a:gd name="connsiteY12" fmla="*/ 7022 h 76607"/>
                <a:gd name="connsiteX13" fmla="*/ 0 w 76040"/>
                <a:gd name="connsiteY13" fmla="*/ 57456 h 76607"/>
                <a:gd name="connsiteX14" fmla="*/ 6390 w 76040"/>
                <a:gd name="connsiteY14" fmla="*/ 63840 h 76607"/>
                <a:gd name="connsiteX15" fmla="*/ 12780 w 76040"/>
                <a:gd name="connsiteY15" fmla="*/ 57456 h 76607"/>
                <a:gd name="connsiteX16" fmla="*/ 12780 w 76040"/>
                <a:gd name="connsiteY16" fmla="*/ 22344 h 76607"/>
                <a:gd name="connsiteX17" fmla="*/ 65177 w 76040"/>
                <a:gd name="connsiteY17" fmla="*/ 74693 h 76607"/>
                <a:gd name="connsiteX18" fmla="*/ 69650 w 76040"/>
                <a:gd name="connsiteY18" fmla="*/ 76608 h 76607"/>
                <a:gd name="connsiteX19" fmla="*/ 76040 w 76040"/>
                <a:gd name="connsiteY19" fmla="*/ 70224 h 76607"/>
                <a:gd name="connsiteX20" fmla="*/ 74123 w 76040"/>
                <a:gd name="connsiteY20" fmla="*/ 65755 h 76607"/>
                <a:gd name="connsiteX21" fmla="*/ 21087 w 76040"/>
                <a:gd name="connsiteY21" fmla="*/ 12768 h 76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6040" h="76607">
                  <a:moveTo>
                    <a:pt x="21087" y="12768"/>
                  </a:moveTo>
                  <a:lnTo>
                    <a:pt x="56231" y="12768"/>
                  </a:lnTo>
                  <a:cubicBezTo>
                    <a:pt x="60066" y="12768"/>
                    <a:pt x="62621" y="10214"/>
                    <a:pt x="62621" y="6384"/>
                  </a:cubicBezTo>
                  <a:cubicBezTo>
                    <a:pt x="62621" y="2554"/>
                    <a:pt x="60066" y="0"/>
                    <a:pt x="56231" y="0"/>
                  </a:cubicBezTo>
                  <a:lnTo>
                    <a:pt x="5751" y="0"/>
                  </a:lnTo>
                  <a:cubicBezTo>
                    <a:pt x="5112" y="0"/>
                    <a:pt x="4473" y="0"/>
                    <a:pt x="3834" y="638"/>
                  </a:cubicBezTo>
                  <a:lnTo>
                    <a:pt x="3834" y="638"/>
                  </a:lnTo>
                  <a:lnTo>
                    <a:pt x="3834" y="638"/>
                  </a:lnTo>
                  <a:cubicBezTo>
                    <a:pt x="3195" y="638"/>
                    <a:pt x="2556" y="1277"/>
                    <a:pt x="1917" y="1915"/>
                  </a:cubicBezTo>
                  <a:lnTo>
                    <a:pt x="1278" y="2554"/>
                  </a:lnTo>
                  <a:cubicBezTo>
                    <a:pt x="639" y="3192"/>
                    <a:pt x="639" y="3192"/>
                    <a:pt x="639" y="3830"/>
                  </a:cubicBezTo>
                  <a:lnTo>
                    <a:pt x="639" y="4469"/>
                  </a:lnTo>
                  <a:cubicBezTo>
                    <a:pt x="639" y="5107"/>
                    <a:pt x="0" y="5746"/>
                    <a:pt x="0" y="7022"/>
                  </a:cubicBezTo>
                  <a:lnTo>
                    <a:pt x="0" y="57456"/>
                  </a:lnTo>
                  <a:cubicBezTo>
                    <a:pt x="0" y="61286"/>
                    <a:pt x="2556" y="63840"/>
                    <a:pt x="6390" y="63840"/>
                  </a:cubicBezTo>
                  <a:cubicBezTo>
                    <a:pt x="10224" y="63840"/>
                    <a:pt x="12780" y="61286"/>
                    <a:pt x="12780" y="57456"/>
                  </a:cubicBezTo>
                  <a:lnTo>
                    <a:pt x="12780" y="22344"/>
                  </a:lnTo>
                  <a:lnTo>
                    <a:pt x="65177" y="74693"/>
                  </a:lnTo>
                  <a:cubicBezTo>
                    <a:pt x="66456" y="75970"/>
                    <a:pt x="67733" y="76608"/>
                    <a:pt x="69650" y="76608"/>
                  </a:cubicBezTo>
                  <a:cubicBezTo>
                    <a:pt x="73484" y="76608"/>
                    <a:pt x="76040" y="73416"/>
                    <a:pt x="76040" y="70224"/>
                  </a:cubicBezTo>
                  <a:cubicBezTo>
                    <a:pt x="76040" y="68309"/>
                    <a:pt x="75401" y="67032"/>
                    <a:pt x="74123" y="65755"/>
                  </a:cubicBezTo>
                  <a:lnTo>
                    <a:pt x="21087" y="12768"/>
                  </a:lnTo>
                  <a:close/>
                </a:path>
              </a:pathLst>
            </a:custGeom>
            <a:solidFill>
              <a:srgbClr val="00A3E0"/>
            </a:solidFill>
            <a:ln w="6390" cap="flat">
              <a:noFill/>
              <a:prstDash val="solid"/>
              <a:miter/>
            </a:ln>
          </p:spPr>
          <p:txBody>
            <a:bodyPr rtlCol="0" anchor="ctr"/>
            <a:lstStyle/>
            <a:p>
              <a:endParaRPr lang="en-US"/>
            </a:p>
          </p:txBody>
        </p:sp>
        <p:sp>
          <p:nvSpPr>
            <p:cNvPr id="438" name="Graphic 4">
              <a:extLst>
                <a:ext uri="{FF2B5EF4-FFF2-40B4-BE49-F238E27FC236}">
                  <a16:creationId xmlns:a16="http://schemas.microsoft.com/office/drawing/2014/main" id="{65B9B69C-2A15-9741-991B-D7B740746EB9}"/>
                </a:ext>
              </a:extLst>
            </p:cNvPr>
            <p:cNvSpPr/>
            <p:nvPr/>
          </p:nvSpPr>
          <p:spPr>
            <a:xfrm>
              <a:off x="5907786" y="2570643"/>
              <a:ext cx="76486" cy="76318"/>
            </a:xfrm>
            <a:custGeom>
              <a:avLst/>
              <a:gdLst>
                <a:gd name="connsiteX0" fmla="*/ 69999 w 76486"/>
                <a:gd name="connsiteY0" fmla="*/ 13117 h 76318"/>
                <a:gd name="connsiteX1" fmla="*/ 63609 w 76486"/>
                <a:gd name="connsiteY1" fmla="*/ 19501 h 76318"/>
                <a:gd name="connsiteX2" fmla="*/ 63609 w 76486"/>
                <a:gd name="connsiteY2" fmla="*/ 54613 h 76318"/>
                <a:gd name="connsiteX3" fmla="*/ 11212 w 76486"/>
                <a:gd name="connsiteY3" fmla="*/ 2264 h 76318"/>
                <a:gd name="connsiteX4" fmla="*/ 2266 w 76486"/>
                <a:gd name="connsiteY4" fmla="*/ 1626 h 76318"/>
                <a:gd name="connsiteX5" fmla="*/ 1627 w 76486"/>
                <a:gd name="connsiteY5" fmla="*/ 10563 h 76318"/>
                <a:gd name="connsiteX6" fmla="*/ 2266 w 76486"/>
                <a:gd name="connsiteY6" fmla="*/ 11202 h 76318"/>
                <a:gd name="connsiteX7" fmla="*/ 54663 w 76486"/>
                <a:gd name="connsiteY7" fmla="*/ 63550 h 76318"/>
                <a:gd name="connsiteX8" fmla="*/ 19519 w 76486"/>
                <a:gd name="connsiteY8" fmla="*/ 63550 h 76318"/>
                <a:gd name="connsiteX9" fmla="*/ 13129 w 76486"/>
                <a:gd name="connsiteY9" fmla="*/ 69934 h 76318"/>
                <a:gd name="connsiteX10" fmla="*/ 19519 w 76486"/>
                <a:gd name="connsiteY10" fmla="*/ 76318 h 76318"/>
                <a:gd name="connsiteX11" fmla="*/ 69999 w 76486"/>
                <a:gd name="connsiteY11" fmla="*/ 76318 h 76318"/>
                <a:gd name="connsiteX12" fmla="*/ 71916 w 76486"/>
                <a:gd name="connsiteY12" fmla="*/ 75680 h 76318"/>
                <a:gd name="connsiteX13" fmla="*/ 72556 w 76486"/>
                <a:gd name="connsiteY13" fmla="*/ 75680 h 76318"/>
                <a:gd name="connsiteX14" fmla="*/ 73833 w 76486"/>
                <a:gd name="connsiteY14" fmla="*/ 75041 h 76318"/>
                <a:gd name="connsiteX15" fmla="*/ 74472 w 76486"/>
                <a:gd name="connsiteY15" fmla="*/ 74403 h 76318"/>
                <a:gd name="connsiteX16" fmla="*/ 75750 w 76486"/>
                <a:gd name="connsiteY16" fmla="*/ 72488 h 76318"/>
                <a:gd name="connsiteX17" fmla="*/ 75750 w 76486"/>
                <a:gd name="connsiteY17" fmla="*/ 72488 h 76318"/>
                <a:gd name="connsiteX18" fmla="*/ 75750 w 76486"/>
                <a:gd name="connsiteY18" fmla="*/ 72488 h 76318"/>
                <a:gd name="connsiteX19" fmla="*/ 76389 w 76486"/>
                <a:gd name="connsiteY19" fmla="*/ 69934 h 76318"/>
                <a:gd name="connsiteX20" fmla="*/ 76389 w 76486"/>
                <a:gd name="connsiteY20" fmla="*/ 19501 h 76318"/>
                <a:gd name="connsiteX21" fmla="*/ 69999 w 76486"/>
                <a:gd name="connsiteY21" fmla="*/ 13117 h 76318"/>
                <a:gd name="connsiteX22" fmla="*/ 69999 w 76486"/>
                <a:gd name="connsiteY22" fmla="*/ 13117 h 76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486" h="76318">
                  <a:moveTo>
                    <a:pt x="69999" y="13117"/>
                  </a:moveTo>
                  <a:cubicBezTo>
                    <a:pt x="66166" y="13117"/>
                    <a:pt x="63609" y="15670"/>
                    <a:pt x="63609" y="19501"/>
                  </a:cubicBezTo>
                  <a:lnTo>
                    <a:pt x="63609" y="54613"/>
                  </a:lnTo>
                  <a:lnTo>
                    <a:pt x="11212" y="2264"/>
                  </a:lnTo>
                  <a:cubicBezTo>
                    <a:pt x="8656" y="-290"/>
                    <a:pt x="4822" y="-928"/>
                    <a:pt x="2266" y="1626"/>
                  </a:cubicBezTo>
                  <a:cubicBezTo>
                    <a:pt x="-290" y="4179"/>
                    <a:pt x="-929" y="8010"/>
                    <a:pt x="1627" y="10563"/>
                  </a:cubicBezTo>
                  <a:cubicBezTo>
                    <a:pt x="1627" y="10563"/>
                    <a:pt x="2266" y="11202"/>
                    <a:pt x="2266" y="11202"/>
                  </a:cubicBezTo>
                  <a:lnTo>
                    <a:pt x="54663" y="63550"/>
                  </a:lnTo>
                  <a:lnTo>
                    <a:pt x="19519" y="63550"/>
                  </a:lnTo>
                  <a:cubicBezTo>
                    <a:pt x="15685" y="63550"/>
                    <a:pt x="13129" y="66104"/>
                    <a:pt x="13129" y="69934"/>
                  </a:cubicBezTo>
                  <a:cubicBezTo>
                    <a:pt x="13129" y="73765"/>
                    <a:pt x="15685" y="76318"/>
                    <a:pt x="19519" y="76318"/>
                  </a:cubicBezTo>
                  <a:lnTo>
                    <a:pt x="69999" y="76318"/>
                  </a:lnTo>
                  <a:cubicBezTo>
                    <a:pt x="70638" y="76318"/>
                    <a:pt x="71277" y="76318"/>
                    <a:pt x="71916" y="75680"/>
                  </a:cubicBezTo>
                  <a:lnTo>
                    <a:pt x="72556" y="75680"/>
                  </a:lnTo>
                  <a:cubicBezTo>
                    <a:pt x="73194" y="75680"/>
                    <a:pt x="73194" y="75041"/>
                    <a:pt x="73833" y="75041"/>
                  </a:cubicBezTo>
                  <a:cubicBezTo>
                    <a:pt x="73833" y="75041"/>
                    <a:pt x="73833" y="75041"/>
                    <a:pt x="74472" y="74403"/>
                  </a:cubicBezTo>
                  <a:cubicBezTo>
                    <a:pt x="75111" y="73765"/>
                    <a:pt x="75111" y="73126"/>
                    <a:pt x="75750" y="72488"/>
                  </a:cubicBezTo>
                  <a:lnTo>
                    <a:pt x="75750" y="72488"/>
                  </a:lnTo>
                  <a:lnTo>
                    <a:pt x="75750" y="72488"/>
                  </a:lnTo>
                  <a:cubicBezTo>
                    <a:pt x="75750" y="71849"/>
                    <a:pt x="76389" y="71211"/>
                    <a:pt x="76389" y="69934"/>
                  </a:cubicBezTo>
                  <a:lnTo>
                    <a:pt x="76389" y="19501"/>
                  </a:lnTo>
                  <a:cubicBezTo>
                    <a:pt x="77028" y="16309"/>
                    <a:pt x="74472" y="13117"/>
                    <a:pt x="69999" y="13117"/>
                  </a:cubicBezTo>
                  <a:cubicBezTo>
                    <a:pt x="70638" y="13117"/>
                    <a:pt x="70638" y="13117"/>
                    <a:pt x="69999" y="13117"/>
                  </a:cubicBezTo>
                  <a:close/>
                </a:path>
              </a:pathLst>
            </a:custGeom>
            <a:solidFill>
              <a:srgbClr val="00A3E0"/>
            </a:solidFill>
            <a:ln w="6390" cap="flat">
              <a:noFill/>
              <a:prstDash val="solid"/>
              <a:miter/>
            </a:ln>
          </p:spPr>
          <p:txBody>
            <a:bodyPr rtlCol="0" anchor="ctr"/>
            <a:lstStyle/>
            <a:p>
              <a:endParaRPr lang="en-US"/>
            </a:p>
          </p:txBody>
        </p:sp>
      </p:grpSp>
      <p:grpSp>
        <p:nvGrpSpPr>
          <p:cNvPr id="439" name="Graphic 4">
            <a:extLst>
              <a:ext uri="{FF2B5EF4-FFF2-40B4-BE49-F238E27FC236}">
                <a16:creationId xmlns:a16="http://schemas.microsoft.com/office/drawing/2014/main" id="{D4D25AE9-741C-E24E-9F15-EA9BED645B4A}"/>
              </a:ext>
            </a:extLst>
          </p:cNvPr>
          <p:cNvGrpSpPr/>
          <p:nvPr/>
        </p:nvGrpSpPr>
        <p:grpSpPr>
          <a:xfrm>
            <a:off x="3607758" y="3339623"/>
            <a:ext cx="362313" cy="361971"/>
            <a:chOff x="3607758" y="3339623"/>
            <a:chExt cx="362313" cy="361971"/>
          </a:xfrm>
          <a:solidFill>
            <a:srgbClr val="00A3E0"/>
          </a:solidFill>
        </p:grpSpPr>
        <p:sp>
          <p:nvSpPr>
            <p:cNvPr id="440" name="Graphic 4">
              <a:extLst>
                <a:ext uri="{FF2B5EF4-FFF2-40B4-BE49-F238E27FC236}">
                  <a16:creationId xmlns:a16="http://schemas.microsoft.com/office/drawing/2014/main" id="{13E047A3-D672-E143-81A5-A4DAEC841AFD}"/>
                </a:ext>
              </a:extLst>
            </p:cNvPr>
            <p:cNvSpPr/>
            <p:nvPr/>
          </p:nvSpPr>
          <p:spPr>
            <a:xfrm>
              <a:off x="3607758" y="3339623"/>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6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 name="connsiteX13" fmla="*/ 181474 w 362313"/>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3"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949"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6" y="12768"/>
                  </a:cubicBezTo>
                  <a:cubicBezTo>
                    <a:pt x="274128" y="12768"/>
                    <a:pt x="349530" y="88099"/>
                    <a:pt x="349530" y="180667"/>
                  </a:cubicBezTo>
                  <a:lnTo>
                    <a:pt x="349530" y="180667"/>
                  </a:lnTo>
                  <a:cubicBezTo>
                    <a:pt x="349530" y="273873"/>
                    <a:pt x="274128" y="349204"/>
                    <a:pt x="181474" y="349204"/>
                  </a:cubicBezTo>
                  <a:lnTo>
                    <a:pt x="181474" y="349204"/>
                  </a:lnTo>
                  <a:close/>
                </a:path>
              </a:pathLst>
            </a:custGeom>
            <a:solidFill>
              <a:srgbClr val="00A3E0"/>
            </a:solidFill>
            <a:ln w="6390" cap="flat">
              <a:noFill/>
              <a:prstDash val="solid"/>
              <a:miter/>
            </a:ln>
          </p:spPr>
          <p:txBody>
            <a:bodyPr rtlCol="0" anchor="ctr"/>
            <a:lstStyle/>
            <a:p>
              <a:endParaRPr lang="en-US"/>
            </a:p>
          </p:txBody>
        </p:sp>
        <p:sp>
          <p:nvSpPr>
            <p:cNvPr id="441" name="Graphic 4">
              <a:extLst>
                <a:ext uri="{FF2B5EF4-FFF2-40B4-BE49-F238E27FC236}">
                  <a16:creationId xmlns:a16="http://schemas.microsoft.com/office/drawing/2014/main" id="{B99E344D-B6A0-9344-8F09-0AE3364C38C9}"/>
                </a:ext>
              </a:extLst>
            </p:cNvPr>
            <p:cNvSpPr/>
            <p:nvPr/>
          </p:nvSpPr>
          <p:spPr>
            <a:xfrm>
              <a:off x="3681855" y="3457567"/>
              <a:ext cx="215381" cy="127254"/>
            </a:xfrm>
            <a:custGeom>
              <a:avLst/>
              <a:gdLst>
                <a:gd name="connsiteX0" fmla="*/ 164248 w 215381"/>
                <a:gd name="connsiteY0" fmla="*/ 28249 h 127254"/>
                <a:gd name="connsiteX1" fmla="*/ 21752 w 215381"/>
                <a:gd name="connsiteY1" fmla="*/ 28249 h 127254"/>
                <a:gd name="connsiteX2" fmla="*/ 39644 w 215381"/>
                <a:gd name="connsiteY2" fmla="*/ 10374 h 127254"/>
                <a:gd name="connsiteX3" fmla="*/ 39005 w 215381"/>
                <a:gd name="connsiteY3" fmla="*/ 1436 h 127254"/>
                <a:gd name="connsiteX4" fmla="*/ 30698 w 215381"/>
                <a:gd name="connsiteY4" fmla="*/ 1436 h 127254"/>
                <a:gd name="connsiteX5" fmla="*/ 1943 w 215381"/>
                <a:gd name="connsiteY5" fmla="*/ 30164 h 127254"/>
                <a:gd name="connsiteX6" fmla="*/ 665 w 215381"/>
                <a:gd name="connsiteY6" fmla="*/ 32079 h 127254"/>
                <a:gd name="connsiteX7" fmla="*/ 1943 w 215381"/>
                <a:gd name="connsiteY7" fmla="*/ 39102 h 127254"/>
                <a:gd name="connsiteX8" fmla="*/ 30698 w 215381"/>
                <a:gd name="connsiteY8" fmla="*/ 67830 h 127254"/>
                <a:gd name="connsiteX9" fmla="*/ 39644 w 215381"/>
                <a:gd name="connsiteY9" fmla="*/ 67830 h 127254"/>
                <a:gd name="connsiteX10" fmla="*/ 39644 w 215381"/>
                <a:gd name="connsiteY10" fmla="*/ 58892 h 127254"/>
                <a:gd name="connsiteX11" fmla="*/ 21752 w 215381"/>
                <a:gd name="connsiteY11" fmla="*/ 41017 h 127254"/>
                <a:gd name="connsiteX12" fmla="*/ 164248 w 215381"/>
                <a:gd name="connsiteY12" fmla="*/ 41017 h 127254"/>
                <a:gd name="connsiteX13" fmla="*/ 202587 w 215381"/>
                <a:gd name="connsiteY13" fmla="*/ 76129 h 127254"/>
                <a:gd name="connsiteX14" fmla="*/ 167442 w 215381"/>
                <a:gd name="connsiteY14" fmla="*/ 114433 h 127254"/>
                <a:gd name="connsiteX15" fmla="*/ 164248 w 215381"/>
                <a:gd name="connsiteY15" fmla="*/ 114433 h 127254"/>
                <a:gd name="connsiteX16" fmla="*/ 20474 w 215381"/>
                <a:gd name="connsiteY16" fmla="*/ 114433 h 127254"/>
                <a:gd name="connsiteX17" fmla="*/ 14084 w 215381"/>
                <a:gd name="connsiteY17" fmla="*/ 120817 h 127254"/>
                <a:gd name="connsiteX18" fmla="*/ 20474 w 215381"/>
                <a:gd name="connsiteY18" fmla="*/ 127201 h 127254"/>
                <a:gd name="connsiteX19" fmla="*/ 164248 w 215381"/>
                <a:gd name="connsiteY19" fmla="*/ 127201 h 127254"/>
                <a:gd name="connsiteX20" fmla="*/ 215367 w 215381"/>
                <a:gd name="connsiteY20" fmla="*/ 79321 h 127254"/>
                <a:gd name="connsiteX21" fmla="*/ 167442 w 215381"/>
                <a:gd name="connsiteY21" fmla="*/ 28249 h 127254"/>
                <a:gd name="connsiteX22" fmla="*/ 164248 w 215381"/>
                <a:gd name="connsiteY22" fmla="*/ 28249 h 127254"/>
                <a:gd name="connsiteX23" fmla="*/ 164248 w 215381"/>
                <a:gd name="connsiteY23" fmla="*/ 28249 h 127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5381" h="127254">
                  <a:moveTo>
                    <a:pt x="164248" y="28249"/>
                  </a:moveTo>
                  <a:lnTo>
                    <a:pt x="21752" y="28249"/>
                  </a:lnTo>
                  <a:lnTo>
                    <a:pt x="39644" y="10374"/>
                  </a:lnTo>
                  <a:cubicBezTo>
                    <a:pt x="42199" y="7820"/>
                    <a:pt x="41561" y="3351"/>
                    <a:pt x="39005" y="1436"/>
                  </a:cubicBezTo>
                  <a:cubicBezTo>
                    <a:pt x="36449" y="-479"/>
                    <a:pt x="33254" y="-479"/>
                    <a:pt x="30698" y="1436"/>
                  </a:cubicBezTo>
                  <a:lnTo>
                    <a:pt x="1943" y="30164"/>
                  </a:lnTo>
                  <a:cubicBezTo>
                    <a:pt x="1304" y="30803"/>
                    <a:pt x="665" y="31441"/>
                    <a:pt x="665" y="32079"/>
                  </a:cubicBezTo>
                  <a:cubicBezTo>
                    <a:pt x="-613" y="34633"/>
                    <a:pt x="26" y="37186"/>
                    <a:pt x="1943" y="39102"/>
                  </a:cubicBezTo>
                  <a:lnTo>
                    <a:pt x="30698" y="67830"/>
                  </a:lnTo>
                  <a:cubicBezTo>
                    <a:pt x="33254" y="70383"/>
                    <a:pt x="37088" y="70383"/>
                    <a:pt x="39644" y="67830"/>
                  </a:cubicBezTo>
                  <a:cubicBezTo>
                    <a:pt x="42199" y="65276"/>
                    <a:pt x="42199" y="61446"/>
                    <a:pt x="39644" y="58892"/>
                  </a:cubicBezTo>
                  <a:lnTo>
                    <a:pt x="21752" y="41017"/>
                  </a:lnTo>
                  <a:lnTo>
                    <a:pt x="164248" y="41017"/>
                  </a:lnTo>
                  <a:cubicBezTo>
                    <a:pt x="184695" y="40378"/>
                    <a:pt x="201309" y="55700"/>
                    <a:pt x="202587" y="76129"/>
                  </a:cubicBezTo>
                  <a:cubicBezTo>
                    <a:pt x="203226" y="96557"/>
                    <a:pt x="187890" y="113156"/>
                    <a:pt x="167442" y="114433"/>
                  </a:cubicBezTo>
                  <a:cubicBezTo>
                    <a:pt x="166164" y="114433"/>
                    <a:pt x="165525" y="114433"/>
                    <a:pt x="164248" y="114433"/>
                  </a:cubicBezTo>
                  <a:lnTo>
                    <a:pt x="20474" y="114433"/>
                  </a:lnTo>
                  <a:cubicBezTo>
                    <a:pt x="16640" y="114433"/>
                    <a:pt x="14084" y="116986"/>
                    <a:pt x="14084" y="120817"/>
                  </a:cubicBezTo>
                  <a:cubicBezTo>
                    <a:pt x="14084" y="124647"/>
                    <a:pt x="16640" y="127201"/>
                    <a:pt x="20474" y="127201"/>
                  </a:cubicBezTo>
                  <a:lnTo>
                    <a:pt x="164248" y="127201"/>
                  </a:lnTo>
                  <a:cubicBezTo>
                    <a:pt x="191724" y="128477"/>
                    <a:pt x="214728" y="106772"/>
                    <a:pt x="215367" y="79321"/>
                  </a:cubicBezTo>
                  <a:cubicBezTo>
                    <a:pt x="216006" y="51870"/>
                    <a:pt x="194919" y="28887"/>
                    <a:pt x="167442" y="28249"/>
                  </a:cubicBezTo>
                  <a:cubicBezTo>
                    <a:pt x="166803" y="28249"/>
                    <a:pt x="165525" y="28249"/>
                    <a:pt x="164248" y="28249"/>
                  </a:cubicBezTo>
                  <a:lnTo>
                    <a:pt x="164248" y="28249"/>
                  </a:lnTo>
                  <a:close/>
                </a:path>
              </a:pathLst>
            </a:custGeom>
            <a:solidFill>
              <a:srgbClr val="00A3E0"/>
            </a:solidFill>
            <a:ln w="6390" cap="flat">
              <a:noFill/>
              <a:prstDash val="solid"/>
              <a:miter/>
            </a:ln>
          </p:spPr>
          <p:txBody>
            <a:bodyPr rtlCol="0" anchor="ctr"/>
            <a:lstStyle/>
            <a:p>
              <a:endParaRPr lang="en-US"/>
            </a:p>
          </p:txBody>
        </p:sp>
      </p:grpSp>
      <p:grpSp>
        <p:nvGrpSpPr>
          <p:cNvPr id="442" name="Graphic 4">
            <a:extLst>
              <a:ext uri="{FF2B5EF4-FFF2-40B4-BE49-F238E27FC236}">
                <a16:creationId xmlns:a16="http://schemas.microsoft.com/office/drawing/2014/main" id="{9716BF2C-8D55-6143-A31F-0598EA4A6CBB}"/>
              </a:ext>
            </a:extLst>
          </p:cNvPr>
          <p:cNvGrpSpPr/>
          <p:nvPr/>
        </p:nvGrpSpPr>
        <p:grpSpPr>
          <a:xfrm>
            <a:off x="5708130" y="3339623"/>
            <a:ext cx="362313" cy="361971"/>
            <a:chOff x="5708130" y="3339623"/>
            <a:chExt cx="362313" cy="361971"/>
          </a:xfrm>
          <a:solidFill>
            <a:srgbClr val="00A3E0"/>
          </a:solidFill>
        </p:grpSpPr>
        <p:sp>
          <p:nvSpPr>
            <p:cNvPr id="443" name="Graphic 4">
              <a:extLst>
                <a:ext uri="{FF2B5EF4-FFF2-40B4-BE49-F238E27FC236}">
                  <a16:creationId xmlns:a16="http://schemas.microsoft.com/office/drawing/2014/main" id="{0D2147F0-26BA-E348-A144-D93A1D267D81}"/>
                </a:ext>
              </a:extLst>
            </p:cNvPr>
            <p:cNvSpPr/>
            <p:nvPr/>
          </p:nvSpPr>
          <p:spPr>
            <a:xfrm>
              <a:off x="5708130" y="33396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lnTo>
                    <a:pt x="349530" y="180667"/>
                  </a:lnTo>
                  <a:cubicBezTo>
                    <a:pt x="349530" y="273873"/>
                    <a:pt x="274767" y="349204"/>
                    <a:pt x="181474" y="349204"/>
                  </a:cubicBezTo>
                  <a:lnTo>
                    <a:pt x="181474" y="349204"/>
                  </a:lnTo>
                  <a:close/>
                </a:path>
              </a:pathLst>
            </a:custGeom>
            <a:solidFill>
              <a:srgbClr val="00A3E0"/>
            </a:solidFill>
            <a:ln w="6390" cap="flat">
              <a:noFill/>
              <a:prstDash val="solid"/>
              <a:miter/>
            </a:ln>
          </p:spPr>
          <p:txBody>
            <a:bodyPr rtlCol="0" anchor="ctr"/>
            <a:lstStyle/>
            <a:p>
              <a:endParaRPr lang="en-US"/>
            </a:p>
          </p:txBody>
        </p:sp>
        <p:sp>
          <p:nvSpPr>
            <p:cNvPr id="444" name="Graphic 4">
              <a:extLst>
                <a:ext uri="{FF2B5EF4-FFF2-40B4-BE49-F238E27FC236}">
                  <a16:creationId xmlns:a16="http://schemas.microsoft.com/office/drawing/2014/main" id="{453A6436-D8FC-3640-A12B-FA2BD4E856D9}"/>
                </a:ext>
              </a:extLst>
            </p:cNvPr>
            <p:cNvSpPr/>
            <p:nvPr/>
          </p:nvSpPr>
          <p:spPr>
            <a:xfrm>
              <a:off x="5778420" y="3414316"/>
              <a:ext cx="223193" cy="214047"/>
            </a:xfrm>
            <a:custGeom>
              <a:avLst/>
              <a:gdLst>
                <a:gd name="connsiteX0" fmla="*/ 115658 w 223193"/>
                <a:gd name="connsiteY0" fmla="*/ 0 h 214047"/>
                <a:gd name="connsiteX1" fmla="*/ 109268 w 223193"/>
                <a:gd name="connsiteY1" fmla="*/ 6384 h 214047"/>
                <a:gd name="connsiteX2" fmla="*/ 115658 w 223193"/>
                <a:gd name="connsiteY2" fmla="*/ 12768 h 214047"/>
                <a:gd name="connsiteX3" fmla="*/ 210229 w 223193"/>
                <a:gd name="connsiteY3" fmla="*/ 106613 h 214047"/>
                <a:gd name="connsiteX4" fmla="*/ 116297 w 223193"/>
                <a:gd name="connsiteY4" fmla="*/ 201095 h 214047"/>
                <a:gd name="connsiteX5" fmla="*/ 21726 w 223193"/>
                <a:gd name="connsiteY5" fmla="*/ 107251 h 214047"/>
                <a:gd name="connsiteX6" fmla="*/ 45369 w 223193"/>
                <a:gd name="connsiteY6" fmla="*/ 44688 h 214047"/>
                <a:gd name="connsiteX7" fmla="*/ 45369 w 223193"/>
                <a:gd name="connsiteY7" fmla="*/ 79800 h 214047"/>
                <a:gd name="connsiteX8" fmla="*/ 51759 w 223193"/>
                <a:gd name="connsiteY8" fmla="*/ 86184 h 214047"/>
                <a:gd name="connsiteX9" fmla="*/ 58149 w 223193"/>
                <a:gd name="connsiteY9" fmla="*/ 79800 h 214047"/>
                <a:gd name="connsiteX10" fmla="*/ 58149 w 223193"/>
                <a:gd name="connsiteY10" fmla="*/ 34473 h 214047"/>
                <a:gd name="connsiteX11" fmla="*/ 51759 w 223193"/>
                <a:gd name="connsiteY11" fmla="*/ 28089 h 214047"/>
                <a:gd name="connsiteX12" fmla="*/ 6390 w 223193"/>
                <a:gd name="connsiteY12" fmla="*/ 28089 h 214047"/>
                <a:gd name="connsiteX13" fmla="*/ 0 w 223193"/>
                <a:gd name="connsiteY13" fmla="*/ 34473 h 214047"/>
                <a:gd name="connsiteX14" fmla="*/ 6390 w 223193"/>
                <a:gd name="connsiteY14" fmla="*/ 40857 h 214047"/>
                <a:gd name="connsiteX15" fmla="*/ 32589 w 223193"/>
                <a:gd name="connsiteY15" fmla="*/ 40857 h 214047"/>
                <a:gd name="connsiteX16" fmla="*/ 49841 w 223193"/>
                <a:gd name="connsiteY16" fmla="*/ 190881 h 214047"/>
                <a:gd name="connsiteX17" fmla="*/ 200005 w 223193"/>
                <a:gd name="connsiteY17" fmla="*/ 173644 h 214047"/>
                <a:gd name="connsiteX18" fmla="*/ 182752 w 223193"/>
                <a:gd name="connsiteY18" fmla="*/ 23621 h 214047"/>
                <a:gd name="connsiteX19" fmla="*/ 115658 w 223193"/>
                <a:gd name="connsiteY19" fmla="*/ 0 h 214047"/>
                <a:gd name="connsiteX20" fmla="*/ 115658 w 223193"/>
                <a:gd name="connsiteY20" fmla="*/ 0 h 214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3193" h="214047">
                  <a:moveTo>
                    <a:pt x="115658" y="0"/>
                  </a:moveTo>
                  <a:cubicBezTo>
                    <a:pt x="111824" y="0"/>
                    <a:pt x="109268" y="2553"/>
                    <a:pt x="109268" y="6384"/>
                  </a:cubicBezTo>
                  <a:cubicBezTo>
                    <a:pt x="109268" y="10214"/>
                    <a:pt x="111824" y="12768"/>
                    <a:pt x="115658" y="12768"/>
                  </a:cubicBezTo>
                  <a:cubicBezTo>
                    <a:pt x="167416" y="12768"/>
                    <a:pt x="210229" y="54264"/>
                    <a:pt x="210229" y="106613"/>
                  </a:cubicBezTo>
                  <a:cubicBezTo>
                    <a:pt x="210229" y="158323"/>
                    <a:pt x="168695" y="201095"/>
                    <a:pt x="116297" y="201095"/>
                  </a:cubicBezTo>
                  <a:cubicBezTo>
                    <a:pt x="64539" y="201095"/>
                    <a:pt x="21726" y="159600"/>
                    <a:pt x="21726" y="107251"/>
                  </a:cubicBezTo>
                  <a:cubicBezTo>
                    <a:pt x="21726" y="84269"/>
                    <a:pt x="30033" y="61925"/>
                    <a:pt x="45369" y="44688"/>
                  </a:cubicBezTo>
                  <a:lnTo>
                    <a:pt x="45369" y="79800"/>
                  </a:lnTo>
                  <a:cubicBezTo>
                    <a:pt x="45369" y="83630"/>
                    <a:pt x="47925" y="86184"/>
                    <a:pt x="51759" y="86184"/>
                  </a:cubicBezTo>
                  <a:cubicBezTo>
                    <a:pt x="55593" y="86184"/>
                    <a:pt x="58149" y="83630"/>
                    <a:pt x="58149" y="79800"/>
                  </a:cubicBezTo>
                  <a:lnTo>
                    <a:pt x="58149" y="34473"/>
                  </a:lnTo>
                  <a:cubicBezTo>
                    <a:pt x="58149" y="30643"/>
                    <a:pt x="55593" y="28089"/>
                    <a:pt x="51759" y="28089"/>
                  </a:cubicBezTo>
                  <a:lnTo>
                    <a:pt x="6390" y="28089"/>
                  </a:lnTo>
                  <a:cubicBezTo>
                    <a:pt x="2556" y="28089"/>
                    <a:pt x="0" y="30643"/>
                    <a:pt x="0" y="34473"/>
                  </a:cubicBezTo>
                  <a:cubicBezTo>
                    <a:pt x="0" y="38304"/>
                    <a:pt x="2556" y="40857"/>
                    <a:pt x="6390" y="40857"/>
                  </a:cubicBezTo>
                  <a:lnTo>
                    <a:pt x="32589" y="40857"/>
                  </a:lnTo>
                  <a:cubicBezTo>
                    <a:pt x="-3834" y="86822"/>
                    <a:pt x="3195" y="153854"/>
                    <a:pt x="49841" y="190881"/>
                  </a:cubicBezTo>
                  <a:cubicBezTo>
                    <a:pt x="95849" y="227270"/>
                    <a:pt x="162943" y="220247"/>
                    <a:pt x="200005" y="173644"/>
                  </a:cubicBezTo>
                  <a:cubicBezTo>
                    <a:pt x="236428" y="127680"/>
                    <a:pt x="229399" y="60648"/>
                    <a:pt x="182752" y="23621"/>
                  </a:cubicBezTo>
                  <a:cubicBezTo>
                    <a:pt x="163583" y="8299"/>
                    <a:pt x="139940" y="0"/>
                    <a:pt x="115658" y="0"/>
                  </a:cubicBezTo>
                  <a:lnTo>
                    <a:pt x="115658" y="0"/>
                  </a:lnTo>
                  <a:close/>
                </a:path>
              </a:pathLst>
            </a:custGeom>
            <a:solidFill>
              <a:srgbClr val="00A3E0"/>
            </a:solidFill>
            <a:ln w="6390" cap="flat">
              <a:noFill/>
              <a:prstDash val="solid"/>
              <a:miter/>
            </a:ln>
          </p:spPr>
          <p:txBody>
            <a:bodyPr rtlCol="0" anchor="ctr"/>
            <a:lstStyle/>
            <a:p>
              <a:endParaRPr lang="en-US"/>
            </a:p>
          </p:txBody>
        </p:sp>
      </p:grpSp>
      <p:grpSp>
        <p:nvGrpSpPr>
          <p:cNvPr id="445" name="Graphic 4">
            <a:extLst>
              <a:ext uri="{FF2B5EF4-FFF2-40B4-BE49-F238E27FC236}">
                <a16:creationId xmlns:a16="http://schemas.microsoft.com/office/drawing/2014/main" id="{810FAD52-E4B0-B04A-A485-14BFBDEC8FF8}"/>
              </a:ext>
            </a:extLst>
          </p:cNvPr>
          <p:cNvGrpSpPr/>
          <p:nvPr/>
        </p:nvGrpSpPr>
        <p:grpSpPr>
          <a:xfrm>
            <a:off x="6754802" y="3339623"/>
            <a:ext cx="361670" cy="361971"/>
            <a:chOff x="6754802" y="3339623"/>
            <a:chExt cx="361670" cy="361971"/>
          </a:xfrm>
          <a:solidFill>
            <a:srgbClr val="00A3E0"/>
          </a:solidFill>
        </p:grpSpPr>
        <p:sp>
          <p:nvSpPr>
            <p:cNvPr id="446" name="Graphic 4">
              <a:extLst>
                <a:ext uri="{FF2B5EF4-FFF2-40B4-BE49-F238E27FC236}">
                  <a16:creationId xmlns:a16="http://schemas.microsoft.com/office/drawing/2014/main" id="{21BC3008-42C2-2341-8A80-52A2FB69C41E}"/>
                </a:ext>
              </a:extLst>
            </p:cNvPr>
            <p:cNvSpPr/>
            <p:nvPr/>
          </p:nvSpPr>
          <p:spPr>
            <a:xfrm>
              <a:off x="6754802" y="3339623"/>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349204 h 361971"/>
                <a:gd name="connsiteX7" fmla="*/ 12780 w 361670"/>
                <a:gd name="connsiteY7" fmla="*/ 181305 h 361971"/>
                <a:gd name="connsiteX8" fmla="*/ 180836 w 361670"/>
                <a:gd name="connsiteY8" fmla="*/ 12768 h 361971"/>
                <a:gd name="connsiteX9" fmla="*/ 348890 w 361670"/>
                <a:gd name="connsiteY9" fmla="*/ 180667 h 361971"/>
                <a:gd name="connsiteX10" fmla="*/ 348890 w 361670"/>
                <a:gd name="connsiteY10" fmla="*/ 180667 h 361971"/>
                <a:gd name="connsiteX11" fmla="*/ 180836 w 361670"/>
                <a:gd name="connsiteY11" fmla="*/ 349204 h 361971"/>
                <a:gd name="connsiteX12" fmla="*/ 180836 w 361670"/>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6" y="0"/>
                  </a:moveTo>
                  <a:cubicBezTo>
                    <a:pt x="80513" y="0"/>
                    <a:pt x="0" y="81077"/>
                    <a:pt x="0" y="180667"/>
                  </a:cubicBezTo>
                  <a:cubicBezTo>
                    <a:pt x="0" y="280895"/>
                    <a:pt x="81153" y="361972"/>
                    <a:pt x="180836" y="361972"/>
                  </a:cubicBezTo>
                  <a:cubicBezTo>
                    <a:pt x="281157" y="361972"/>
                    <a:pt x="361670" y="280895"/>
                    <a:pt x="361670" y="181305"/>
                  </a:cubicBezTo>
                  <a:lnTo>
                    <a:pt x="361670" y="181305"/>
                  </a:lnTo>
                  <a:cubicBezTo>
                    <a:pt x="361670" y="81077"/>
                    <a:pt x="280518"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lnTo>
                    <a:pt x="348890" y="180667"/>
                  </a:lnTo>
                  <a:cubicBezTo>
                    <a:pt x="348890" y="273873"/>
                    <a:pt x="273490" y="349204"/>
                    <a:pt x="180836" y="349204"/>
                  </a:cubicBezTo>
                  <a:lnTo>
                    <a:pt x="180836" y="349204"/>
                  </a:lnTo>
                  <a:close/>
                </a:path>
              </a:pathLst>
            </a:custGeom>
            <a:solidFill>
              <a:srgbClr val="00A3E0"/>
            </a:solidFill>
            <a:ln w="6390" cap="flat">
              <a:noFill/>
              <a:prstDash val="solid"/>
              <a:miter/>
            </a:ln>
          </p:spPr>
          <p:txBody>
            <a:bodyPr rtlCol="0" anchor="ctr"/>
            <a:lstStyle/>
            <a:p>
              <a:endParaRPr lang="en-US"/>
            </a:p>
          </p:txBody>
        </p:sp>
        <p:sp>
          <p:nvSpPr>
            <p:cNvPr id="447" name="Graphic 4">
              <a:extLst>
                <a:ext uri="{FF2B5EF4-FFF2-40B4-BE49-F238E27FC236}">
                  <a16:creationId xmlns:a16="http://schemas.microsoft.com/office/drawing/2014/main" id="{CB157950-B201-844E-8822-C4242FD8603F}"/>
                </a:ext>
              </a:extLst>
            </p:cNvPr>
            <p:cNvSpPr/>
            <p:nvPr/>
          </p:nvSpPr>
          <p:spPr>
            <a:xfrm>
              <a:off x="6823813" y="3413677"/>
              <a:ext cx="223008" cy="213863"/>
            </a:xfrm>
            <a:custGeom>
              <a:avLst/>
              <a:gdLst>
                <a:gd name="connsiteX0" fmla="*/ 216619 w 223008"/>
                <a:gd name="connsiteY0" fmla="*/ 28090 h 213863"/>
                <a:gd name="connsiteX1" fmla="*/ 171250 w 223008"/>
                <a:gd name="connsiteY1" fmla="*/ 28090 h 213863"/>
                <a:gd name="connsiteX2" fmla="*/ 164860 w 223008"/>
                <a:gd name="connsiteY2" fmla="*/ 34474 h 213863"/>
                <a:gd name="connsiteX3" fmla="*/ 164860 w 223008"/>
                <a:gd name="connsiteY3" fmla="*/ 79800 h 213863"/>
                <a:gd name="connsiteX4" fmla="*/ 171250 w 223008"/>
                <a:gd name="connsiteY4" fmla="*/ 86184 h 213863"/>
                <a:gd name="connsiteX5" fmla="*/ 177640 w 223008"/>
                <a:gd name="connsiteY5" fmla="*/ 79800 h 213863"/>
                <a:gd name="connsiteX6" fmla="*/ 177640 w 223008"/>
                <a:gd name="connsiteY6" fmla="*/ 44688 h 213863"/>
                <a:gd name="connsiteX7" fmla="*/ 168695 w 223008"/>
                <a:gd name="connsiteY7" fmla="*/ 176836 h 213863"/>
                <a:gd name="connsiteX8" fmla="*/ 36422 w 223008"/>
                <a:gd name="connsiteY8" fmla="*/ 167899 h 213863"/>
                <a:gd name="connsiteX9" fmla="*/ 45368 w 223008"/>
                <a:gd name="connsiteY9" fmla="*/ 35751 h 213863"/>
                <a:gd name="connsiteX10" fmla="*/ 107350 w 223008"/>
                <a:gd name="connsiteY10" fmla="*/ 12768 h 213863"/>
                <a:gd name="connsiteX11" fmla="*/ 113740 w 223008"/>
                <a:gd name="connsiteY11" fmla="*/ 6384 h 213863"/>
                <a:gd name="connsiteX12" fmla="*/ 107350 w 223008"/>
                <a:gd name="connsiteY12" fmla="*/ 0 h 213863"/>
                <a:gd name="connsiteX13" fmla="*/ 0 w 223008"/>
                <a:gd name="connsiteY13" fmla="*/ 106613 h 213863"/>
                <a:gd name="connsiteX14" fmla="*/ 106712 w 223008"/>
                <a:gd name="connsiteY14" fmla="*/ 213863 h 213863"/>
                <a:gd name="connsiteX15" fmla="*/ 214063 w 223008"/>
                <a:gd name="connsiteY15" fmla="*/ 107251 h 213863"/>
                <a:gd name="connsiteX16" fmla="*/ 190420 w 223008"/>
                <a:gd name="connsiteY16" fmla="*/ 40219 h 213863"/>
                <a:gd name="connsiteX17" fmla="*/ 216619 w 223008"/>
                <a:gd name="connsiteY17" fmla="*/ 40219 h 213863"/>
                <a:gd name="connsiteX18" fmla="*/ 223009 w 223008"/>
                <a:gd name="connsiteY18" fmla="*/ 33835 h 213863"/>
                <a:gd name="connsiteX19" fmla="*/ 216619 w 223008"/>
                <a:gd name="connsiteY19" fmla="*/ 28090 h 213863"/>
                <a:gd name="connsiteX20" fmla="*/ 216619 w 223008"/>
                <a:gd name="connsiteY20" fmla="*/ 28090 h 21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3008" h="213863">
                  <a:moveTo>
                    <a:pt x="216619" y="28090"/>
                  </a:moveTo>
                  <a:lnTo>
                    <a:pt x="171250" y="28090"/>
                  </a:lnTo>
                  <a:cubicBezTo>
                    <a:pt x="167416" y="28090"/>
                    <a:pt x="164860" y="30643"/>
                    <a:pt x="164860" y="34474"/>
                  </a:cubicBezTo>
                  <a:lnTo>
                    <a:pt x="164860" y="79800"/>
                  </a:lnTo>
                  <a:cubicBezTo>
                    <a:pt x="164860" y="83630"/>
                    <a:pt x="167416" y="86184"/>
                    <a:pt x="171250" y="86184"/>
                  </a:cubicBezTo>
                  <a:cubicBezTo>
                    <a:pt x="175084" y="86184"/>
                    <a:pt x="177640" y="83630"/>
                    <a:pt x="177640" y="79800"/>
                  </a:cubicBezTo>
                  <a:lnTo>
                    <a:pt x="177640" y="44688"/>
                  </a:lnTo>
                  <a:cubicBezTo>
                    <a:pt x="212146" y="83630"/>
                    <a:pt x="207673" y="143001"/>
                    <a:pt x="168695" y="176836"/>
                  </a:cubicBezTo>
                  <a:cubicBezTo>
                    <a:pt x="129715" y="211310"/>
                    <a:pt x="70289" y="206841"/>
                    <a:pt x="36422" y="167899"/>
                  </a:cubicBezTo>
                  <a:cubicBezTo>
                    <a:pt x="1917" y="128957"/>
                    <a:pt x="6390" y="69586"/>
                    <a:pt x="45368" y="35751"/>
                  </a:cubicBezTo>
                  <a:cubicBezTo>
                    <a:pt x="62621" y="20429"/>
                    <a:pt x="84986" y="12130"/>
                    <a:pt x="107350" y="12768"/>
                  </a:cubicBezTo>
                  <a:cubicBezTo>
                    <a:pt x="111185" y="12768"/>
                    <a:pt x="113740" y="10215"/>
                    <a:pt x="113740" y="6384"/>
                  </a:cubicBezTo>
                  <a:cubicBezTo>
                    <a:pt x="113740" y="2554"/>
                    <a:pt x="111185" y="0"/>
                    <a:pt x="107350" y="0"/>
                  </a:cubicBezTo>
                  <a:cubicBezTo>
                    <a:pt x="48563" y="0"/>
                    <a:pt x="0" y="47242"/>
                    <a:pt x="0" y="106613"/>
                  </a:cubicBezTo>
                  <a:cubicBezTo>
                    <a:pt x="0" y="165345"/>
                    <a:pt x="47286" y="213863"/>
                    <a:pt x="106712" y="213863"/>
                  </a:cubicBezTo>
                  <a:cubicBezTo>
                    <a:pt x="165500" y="213863"/>
                    <a:pt x="214063" y="166622"/>
                    <a:pt x="214063" y="107251"/>
                  </a:cubicBezTo>
                  <a:cubicBezTo>
                    <a:pt x="214063" y="82992"/>
                    <a:pt x="205756" y="59371"/>
                    <a:pt x="190420" y="40219"/>
                  </a:cubicBezTo>
                  <a:lnTo>
                    <a:pt x="216619" y="40219"/>
                  </a:lnTo>
                  <a:cubicBezTo>
                    <a:pt x="220453" y="40219"/>
                    <a:pt x="223009" y="37666"/>
                    <a:pt x="223009" y="33835"/>
                  </a:cubicBezTo>
                  <a:cubicBezTo>
                    <a:pt x="223009" y="30005"/>
                    <a:pt x="219814" y="27451"/>
                    <a:pt x="216619" y="28090"/>
                  </a:cubicBezTo>
                  <a:lnTo>
                    <a:pt x="216619" y="28090"/>
                  </a:lnTo>
                  <a:close/>
                </a:path>
              </a:pathLst>
            </a:custGeom>
            <a:solidFill>
              <a:srgbClr val="00A3E0"/>
            </a:solidFill>
            <a:ln w="6390" cap="flat">
              <a:noFill/>
              <a:prstDash val="solid"/>
              <a:miter/>
            </a:ln>
          </p:spPr>
          <p:txBody>
            <a:bodyPr rtlCol="0" anchor="ctr"/>
            <a:lstStyle/>
            <a:p>
              <a:endParaRPr lang="en-US"/>
            </a:p>
          </p:txBody>
        </p:sp>
      </p:grpSp>
      <p:grpSp>
        <p:nvGrpSpPr>
          <p:cNvPr id="448" name="Graphic 4">
            <a:extLst>
              <a:ext uri="{FF2B5EF4-FFF2-40B4-BE49-F238E27FC236}">
                <a16:creationId xmlns:a16="http://schemas.microsoft.com/office/drawing/2014/main" id="{D2873E81-4FAB-E147-9114-59708A7E27DE}"/>
              </a:ext>
            </a:extLst>
          </p:cNvPr>
          <p:cNvGrpSpPr/>
          <p:nvPr/>
        </p:nvGrpSpPr>
        <p:grpSpPr>
          <a:xfrm>
            <a:off x="2560447" y="1893013"/>
            <a:ext cx="362309" cy="361971"/>
            <a:chOff x="2560447" y="1893013"/>
            <a:chExt cx="362309" cy="361971"/>
          </a:xfrm>
          <a:solidFill>
            <a:srgbClr val="00A3E0"/>
          </a:solidFill>
        </p:grpSpPr>
        <p:sp>
          <p:nvSpPr>
            <p:cNvPr id="449" name="Graphic 4">
              <a:extLst>
                <a:ext uri="{FF2B5EF4-FFF2-40B4-BE49-F238E27FC236}">
                  <a16:creationId xmlns:a16="http://schemas.microsoft.com/office/drawing/2014/main" id="{B0299CEF-4EEA-924A-AE7A-FB5257AFC0E9}"/>
                </a:ext>
              </a:extLst>
            </p:cNvPr>
            <p:cNvSpPr/>
            <p:nvPr/>
          </p:nvSpPr>
          <p:spPr>
            <a:xfrm>
              <a:off x="2560447" y="189301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450" name="Graphic 4">
              <a:extLst>
                <a:ext uri="{FF2B5EF4-FFF2-40B4-BE49-F238E27FC236}">
                  <a16:creationId xmlns:a16="http://schemas.microsoft.com/office/drawing/2014/main" id="{D8044A4D-8BBA-2D4C-A12F-37758CFA66F1}"/>
                </a:ext>
              </a:extLst>
            </p:cNvPr>
            <p:cNvSpPr/>
            <p:nvPr/>
          </p:nvSpPr>
          <p:spPr>
            <a:xfrm>
              <a:off x="2640322" y="2020054"/>
              <a:ext cx="203200" cy="107889"/>
            </a:xfrm>
            <a:custGeom>
              <a:avLst/>
              <a:gdLst>
                <a:gd name="connsiteX0" fmla="*/ 191698 w 203200"/>
                <a:gd name="connsiteY0" fmla="*/ 1915 h 107889"/>
                <a:gd name="connsiteX1" fmla="*/ 101600 w 203200"/>
                <a:gd name="connsiteY1" fmla="*/ 91929 h 107889"/>
                <a:gd name="connsiteX2" fmla="*/ 10863 w 203200"/>
                <a:gd name="connsiteY2" fmla="*/ 1915 h 107889"/>
                <a:gd name="connsiteX3" fmla="*/ 1917 w 203200"/>
                <a:gd name="connsiteY3" fmla="*/ 1915 h 107889"/>
                <a:gd name="connsiteX4" fmla="*/ 1917 w 203200"/>
                <a:gd name="connsiteY4" fmla="*/ 10853 h 107889"/>
                <a:gd name="connsiteX5" fmla="*/ 97127 w 203200"/>
                <a:gd name="connsiteY5" fmla="*/ 105974 h 107889"/>
                <a:gd name="connsiteX6" fmla="*/ 101600 w 203200"/>
                <a:gd name="connsiteY6" fmla="*/ 107889 h 107889"/>
                <a:gd name="connsiteX7" fmla="*/ 106073 w 203200"/>
                <a:gd name="connsiteY7" fmla="*/ 105974 h 107889"/>
                <a:gd name="connsiteX8" fmla="*/ 201283 w 203200"/>
                <a:gd name="connsiteY8" fmla="*/ 10853 h 107889"/>
                <a:gd name="connsiteX9" fmla="*/ 201283 w 203200"/>
                <a:gd name="connsiteY9" fmla="*/ 1915 h 107889"/>
                <a:gd name="connsiteX10" fmla="*/ 191698 w 203200"/>
                <a:gd name="connsiteY10" fmla="*/ 1915 h 107889"/>
                <a:gd name="connsiteX11" fmla="*/ 191698 w 203200"/>
                <a:gd name="connsiteY11" fmla="*/ 1915 h 107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3200" h="107889">
                  <a:moveTo>
                    <a:pt x="191698" y="1915"/>
                  </a:moveTo>
                  <a:lnTo>
                    <a:pt x="101600" y="91929"/>
                  </a:lnTo>
                  <a:lnTo>
                    <a:pt x="10863" y="1915"/>
                  </a:lnTo>
                  <a:cubicBezTo>
                    <a:pt x="8307" y="-638"/>
                    <a:pt x="4473" y="-638"/>
                    <a:pt x="1917" y="1915"/>
                  </a:cubicBezTo>
                  <a:cubicBezTo>
                    <a:pt x="-639" y="4469"/>
                    <a:pt x="-639" y="8299"/>
                    <a:pt x="1917" y="10853"/>
                  </a:cubicBezTo>
                  <a:lnTo>
                    <a:pt x="97127" y="105974"/>
                  </a:lnTo>
                  <a:cubicBezTo>
                    <a:pt x="98405" y="107251"/>
                    <a:pt x="99683" y="107889"/>
                    <a:pt x="101600" y="107889"/>
                  </a:cubicBezTo>
                  <a:cubicBezTo>
                    <a:pt x="103517" y="107889"/>
                    <a:pt x="104795" y="107251"/>
                    <a:pt x="106073" y="105974"/>
                  </a:cubicBezTo>
                  <a:lnTo>
                    <a:pt x="201283" y="10853"/>
                  </a:lnTo>
                  <a:cubicBezTo>
                    <a:pt x="203839" y="8299"/>
                    <a:pt x="203839" y="4469"/>
                    <a:pt x="201283" y="1915"/>
                  </a:cubicBezTo>
                  <a:cubicBezTo>
                    <a:pt x="198727" y="-638"/>
                    <a:pt x="194254" y="-638"/>
                    <a:pt x="191698" y="1915"/>
                  </a:cubicBezTo>
                  <a:lnTo>
                    <a:pt x="191698" y="1915"/>
                  </a:lnTo>
                  <a:close/>
                </a:path>
              </a:pathLst>
            </a:custGeom>
            <a:solidFill>
              <a:srgbClr val="00A3E0"/>
            </a:solidFill>
            <a:ln w="6390" cap="flat">
              <a:noFill/>
              <a:prstDash val="solid"/>
              <a:miter/>
            </a:ln>
          </p:spPr>
          <p:txBody>
            <a:bodyPr rtlCol="0" anchor="ctr"/>
            <a:lstStyle/>
            <a:p>
              <a:endParaRPr lang="en-US"/>
            </a:p>
          </p:txBody>
        </p:sp>
      </p:grpSp>
      <p:grpSp>
        <p:nvGrpSpPr>
          <p:cNvPr id="451" name="Graphic 4">
            <a:extLst>
              <a:ext uri="{FF2B5EF4-FFF2-40B4-BE49-F238E27FC236}">
                <a16:creationId xmlns:a16="http://schemas.microsoft.com/office/drawing/2014/main" id="{59F765EE-C6E0-094C-B48A-51449F36B8F7}"/>
              </a:ext>
            </a:extLst>
          </p:cNvPr>
          <p:cNvGrpSpPr/>
          <p:nvPr/>
        </p:nvGrpSpPr>
        <p:grpSpPr>
          <a:xfrm>
            <a:off x="3607758" y="1893013"/>
            <a:ext cx="362309" cy="361971"/>
            <a:chOff x="3607758" y="1893013"/>
            <a:chExt cx="362309" cy="361971"/>
          </a:xfrm>
          <a:solidFill>
            <a:srgbClr val="00A3E0"/>
          </a:solidFill>
        </p:grpSpPr>
        <p:sp>
          <p:nvSpPr>
            <p:cNvPr id="452" name="Graphic 4">
              <a:extLst>
                <a:ext uri="{FF2B5EF4-FFF2-40B4-BE49-F238E27FC236}">
                  <a16:creationId xmlns:a16="http://schemas.microsoft.com/office/drawing/2014/main" id="{596C4D6C-764F-D645-B158-ABAC26F871F2}"/>
                </a:ext>
              </a:extLst>
            </p:cNvPr>
            <p:cNvSpPr/>
            <p:nvPr/>
          </p:nvSpPr>
          <p:spPr>
            <a:xfrm>
              <a:off x="3607758" y="189301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9204 h 361971"/>
                <a:gd name="connsiteX8" fmla="*/ 12780 w 362309"/>
                <a:gd name="connsiteY8" fmla="*/ 181305 h 361971"/>
                <a:gd name="connsiteX9" fmla="*/ 180836 w 362309"/>
                <a:gd name="connsiteY9" fmla="*/ 12768 h 361971"/>
                <a:gd name="connsiteX10" fmla="*/ 349530 w 362309"/>
                <a:gd name="connsiteY10" fmla="*/ 180667 h 361971"/>
                <a:gd name="connsiteX11" fmla="*/ 349530 w 362309"/>
                <a:gd name="connsiteY11" fmla="*/ 180667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ubicBezTo>
                    <a:pt x="181474" y="0"/>
                    <a:pt x="181474" y="0"/>
                    <a:pt x="181474" y="0"/>
                  </a:cubicBezTo>
                  <a:close/>
                  <a:moveTo>
                    <a:pt x="181474" y="349204"/>
                  </a:moveTo>
                  <a:cubicBezTo>
                    <a:pt x="88181" y="349204"/>
                    <a:pt x="12780" y="273873"/>
                    <a:pt x="12780" y="181305"/>
                  </a:cubicBezTo>
                  <a:cubicBezTo>
                    <a:pt x="12780" y="88737"/>
                    <a:pt x="88181" y="12768"/>
                    <a:pt x="180836" y="12768"/>
                  </a:cubicBezTo>
                  <a:cubicBezTo>
                    <a:pt x="274128" y="12768"/>
                    <a:pt x="349530" y="88099"/>
                    <a:pt x="349530" y="180667"/>
                  </a:cubicBezTo>
                  <a:cubicBezTo>
                    <a:pt x="349530" y="180667"/>
                    <a:pt x="349530" y="180667"/>
                    <a:pt x="349530" y="180667"/>
                  </a:cubicBezTo>
                  <a:cubicBezTo>
                    <a:pt x="349530" y="273873"/>
                    <a:pt x="274128"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453" name="Graphic 4">
              <a:extLst>
                <a:ext uri="{FF2B5EF4-FFF2-40B4-BE49-F238E27FC236}">
                  <a16:creationId xmlns:a16="http://schemas.microsoft.com/office/drawing/2014/main" id="{2A158E93-8BC4-3D40-BED9-ED4A2106E62B}"/>
                </a:ext>
              </a:extLst>
            </p:cNvPr>
            <p:cNvSpPr/>
            <p:nvPr/>
          </p:nvSpPr>
          <p:spPr>
            <a:xfrm>
              <a:off x="3734918" y="1972813"/>
              <a:ext cx="107989" cy="203010"/>
            </a:xfrm>
            <a:custGeom>
              <a:avLst/>
              <a:gdLst>
                <a:gd name="connsiteX0" fmla="*/ 106073 w 107989"/>
                <a:gd name="connsiteY0" fmla="*/ 1915 h 203010"/>
                <a:gd name="connsiteX1" fmla="*/ 97127 w 107989"/>
                <a:gd name="connsiteY1" fmla="*/ 1915 h 203010"/>
                <a:gd name="connsiteX2" fmla="*/ 1917 w 107989"/>
                <a:gd name="connsiteY2" fmla="*/ 97037 h 203010"/>
                <a:gd name="connsiteX3" fmla="*/ 0 w 107989"/>
                <a:gd name="connsiteY3" fmla="*/ 101505 h 203010"/>
                <a:gd name="connsiteX4" fmla="*/ 1917 w 107989"/>
                <a:gd name="connsiteY4" fmla="*/ 105974 h 203010"/>
                <a:gd name="connsiteX5" fmla="*/ 97127 w 107989"/>
                <a:gd name="connsiteY5" fmla="*/ 201095 h 203010"/>
                <a:gd name="connsiteX6" fmla="*/ 106073 w 107989"/>
                <a:gd name="connsiteY6" fmla="*/ 201095 h 203010"/>
                <a:gd name="connsiteX7" fmla="*/ 106073 w 107989"/>
                <a:gd name="connsiteY7" fmla="*/ 192158 h 203010"/>
                <a:gd name="connsiteX8" fmla="*/ 15336 w 107989"/>
                <a:gd name="connsiteY8" fmla="*/ 101505 h 203010"/>
                <a:gd name="connsiteX9" fmla="*/ 106073 w 107989"/>
                <a:gd name="connsiteY9" fmla="*/ 11491 h 203010"/>
                <a:gd name="connsiteX10" fmla="*/ 106073 w 107989"/>
                <a:gd name="connsiteY10" fmla="*/ 1915 h 203010"/>
                <a:gd name="connsiteX11" fmla="*/ 106073 w 107989"/>
                <a:gd name="connsiteY11" fmla="*/ 1915 h 203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89" h="203010">
                  <a:moveTo>
                    <a:pt x="106073" y="1915"/>
                  </a:moveTo>
                  <a:cubicBezTo>
                    <a:pt x="103517" y="-638"/>
                    <a:pt x="99683" y="-638"/>
                    <a:pt x="97127" y="1915"/>
                  </a:cubicBezTo>
                  <a:lnTo>
                    <a:pt x="1917" y="97037"/>
                  </a:lnTo>
                  <a:cubicBezTo>
                    <a:pt x="639" y="98313"/>
                    <a:pt x="0" y="99590"/>
                    <a:pt x="0" y="101505"/>
                  </a:cubicBezTo>
                  <a:cubicBezTo>
                    <a:pt x="0" y="103421"/>
                    <a:pt x="639" y="104697"/>
                    <a:pt x="1917" y="105974"/>
                  </a:cubicBezTo>
                  <a:lnTo>
                    <a:pt x="97127" y="201095"/>
                  </a:lnTo>
                  <a:cubicBezTo>
                    <a:pt x="99683" y="203649"/>
                    <a:pt x="103517" y="203649"/>
                    <a:pt x="106073" y="201095"/>
                  </a:cubicBezTo>
                  <a:cubicBezTo>
                    <a:pt x="108629" y="198542"/>
                    <a:pt x="108629" y="194711"/>
                    <a:pt x="106073" y="192158"/>
                  </a:cubicBezTo>
                  <a:lnTo>
                    <a:pt x="15336" y="101505"/>
                  </a:lnTo>
                  <a:lnTo>
                    <a:pt x="106073" y="11491"/>
                  </a:lnTo>
                  <a:cubicBezTo>
                    <a:pt x="108629" y="8299"/>
                    <a:pt x="108629" y="4469"/>
                    <a:pt x="106073" y="1915"/>
                  </a:cubicBezTo>
                  <a:cubicBezTo>
                    <a:pt x="106073" y="1915"/>
                    <a:pt x="106073" y="1915"/>
                    <a:pt x="106073" y="1915"/>
                  </a:cubicBezTo>
                  <a:close/>
                </a:path>
              </a:pathLst>
            </a:custGeom>
            <a:solidFill>
              <a:srgbClr val="00A3E0"/>
            </a:solidFill>
            <a:ln w="6390" cap="flat">
              <a:noFill/>
              <a:prstDash val="solid"/>
              <a:miter/>
            </a:ln>
          </p:spPr>
          <p:txBody>
            <a:bodyPr rtlCol="0" anchor="ctr"/>
            <a:lstStyle/>
            <a:p>
              <a:endParaRPr lang="en-US"/>
            </a:p>
          </p:txBody>
        </p:sp>
      </p:grpSp>
      <p:grpSp>
        <p:nvGrpSpPr>
          <p:cNvPr id="454" name="Graphic 4">
            <a:extLst>
              <a:ext uri="{FF2B5EF4-FFF2-40B4-BE49-F238E27FC236}">
                <a16:creationId xmlns:a16="http://schemas.microsoft.com/office/drawing/2014/main" id="{196095B1-4DC4-E24D-B7DF-3557310CF745}"/>
              </a:ext>
            </a:extLst>
          </p:cNvPr>
          <p:cNvGrpSpPr/>
          <p:nvPr/>
        </p:nvGrpSpPr>
        <p:grpSpPr>
          <a:xfrm>
            <a:off x="4660820" y="1893013"/>
            <a:ext cx="362312" cy="361971"/>
            <a:chOff x="4660820" y="1893013"/>
            <a:chExt cx="362312" cy="361971"/>
          </a:xfrm>
          <a:solidFill>
            <a:srgbClr val="00A3E0"/>
          </a:solidFill>
        </p:grpSpPr>
        <p:sp>
          <p:nvSpPr>
            <p:cNvPr id="455" name="Graphic 4">
              <a:extLst>
                <a:ext uri="{FF2B5EF4-FFF2-40B4-BE49-F238E27FC236}">
                  <a16:creationId xmlns:a16="http://schemas.microsoft.com/office/drawing/2014/main" id="{8A625805-0985-2D4A-8762-3BEA161C8377}"/>
                </a:ext>
              </a:extLst>
            </p:cNvPr>
            <p:cNvSpPr/>
            <p:nvPr/>
          </p:nvSpPr>
          <p:spPr>
            <a:xfrm>
              <a:off x="4660820" y="189301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9204 h 361971"/>
                <a:gd name="connsiteX8" fmla="*/ 12780 w 362312"/>
                <a:gd name="connsiteY8" fmla="*/ 181305 h 361971"/>
                <a:gd name="connsiteX9" fmla="*/ 180835 w 362312"/>
                <a:gd name="connsiteY9" fmla="*/ 12768 h 361971"/>
                <a:gd name="connsiteX10" fmla="*/ 349529 w 362312"/>
                <a:gd name="connsiteY10" fmla="*/ 180667 h 361971"/>
                <a:gd name="connsiteX11" fmla="*/ 349529 w 362312"/>
                <a:gd name="connsiteY11" fmla="*/ 180667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lnTo>
                    <a:pt x="181474" y="0"/>
                  </a:ln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456" name="Graphic 4">
              <a:extLst>
                <a:ext uri="{FF2B5EF4-FFF2-40B4-BE49-F238E27FC236}">
                  <a16:creationId xmlns:a16="http://schemas.microsoft.com/office/drawing/2014/main" id="{1E4D289E-2D52-2F4D-AF55-8528B85EDC6F}"/>
                </a:ext>
              </a:extLst>
            </p:cNvPr>
            <p:cNvSpPr/>
            <p:nvPr/>
          </p:nvSpPr>
          <p:spPr>
            <a:xfrm>
              <a:off x="4740694" y="2020054"/>
              <a:ext cx="203200" cy="107889"/>
            </a:xfrm>
            <a:custGeom>
              <a:avLst/>
              <a:gdLst>
                <a:gd name="connsiteX0" fmla="*/ 106073 w 203200"/>
                <a:gd name="connsiteY0" fmla="*/ 1915 h 107889"/>
                <a:gd name="connsiteX1" fmla="*/ 97127 w 203200"/>
                <a:gd name="connsiteY1" fmla="*/ 1915 h 107889"/>
                <a:gd name="connsiteX2" fmla="*/ 1917 w 203200"/>
                <a:gd name="connsiteY2" fmla="*/ 97036 h 107889"/>
                <a:gd name="connsiteX3" fmla="*/ 1917 w 203200"/>
                <a:gd name="connsiteY3" fmla="*/ 105974 h 107889"/>
                <a:gd name="connsiteX4" fmla="*/ 6390 w 203200"/>
                <a:gd name="connsiteY4" fmla="*/ 107889 h 107889"/>
                <a:gd name="connsiteX5" fmla="*/ 10863 w 203200"/>
                <a:gd name="connsiteY5" fmla="*/ 105974 h 107889"/>
                <a:gd name="connsiteX6" fmla="*/ 101600 w 203200"/>
                <a:gd name="connsiteY6" fmla="*/ 15960 h 107889"/>
                <a:gd name="connsiteX7" fmla="*/ 192337 w 203200"/>
                <a:gd name="connsiteY7" fmla="*/ 105974 h 107889"/>
                <a:gd name="connsiteX8" fmla="*/ 201283 w 203200"/>
                <a:gd name="connsiteY8" fmla="*/ 105974 h 107889"/>
                <a:gd name="connsiteX9" fmla="*/ 201283 w 203200"/>
                <a:gd name="connsiteY9" fmla="*/ 97036 h 107889"/>
                <a:gd name="connsiteX10" fmla="*/ 106073 w 203200"/>
                <a:gd name="connsiteY10" fmla="*/ 1915 h 107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3200" h="107889">
                  <a:moveTo>
                    <a:pt x="106073" y="1915"/>
                  </a:moveTo>
                  <a:cubicBezTo>
                    <a:pt x="103517" y="-638"/>
                    <a:pt x="99683" y="-638"/>
                    <a:pt x="97127" y="1915"/>
                  </a:cubicBezTo>
                  <a:lnTo>
                    <a:pt x="1917" y="97036"/>
                  </a:lnTo>
                  <a:cubicBezTo>
                    <a:pt x="-639" y="99590"/>
                    <a:pt x="-639" y="103420"/>
                    <a:pt x="1917" y="105974"/>
                  </a:cubicBezTo>
                  <a:cubicBezTo>
                    <a:pt x="3195" y="107251"/>
                    <a:pt x="4473" y="107889"/>
                    <a:pt x="6390" y="107889"/>
                  </a:cubicBezTo>
                  <a:cubicBezTo>
                    <a:pt x="8307" y="107889"/>
                    <a:pt x="9585" y="107251"/>
                    <a:pt x="10863" y="105974"/>
                  </a:cubicBezTo>
                  <a:lnTo>
                    <a:pt x="101600" y="15960"/>
                  </a:lnTo>
                  <a:lnTo>
                    <a:pt x="192337" y="105974"/>
                  </a:lnTo>
                  <a:cubicBezTo>
                    <a:pt x="194893" y="108528"/>
                    <a:pt x="198727" y="108528"/>
                    <a:pt x="201283" y="105974"/>
                  </a:cubicBezTo>
                  <a:cubicBezTo>
                    <a:pt x="203839" y="103420"/>
                    <a:pt x="203839" y="99590"/>
                    <a:pt x="201283" y="97036"/>
                  </a:cubicBezTo>
                  <a:lnTo>
                    <a:pt x="106073" y="1915"/>
                  </a:lnTo>
                  <a:close/>
                </a:path>
              </a:pathLst>
            </a:custGeom>
            <a:solidFill>
              <a:srgbClr val="00A3E0"/>
            </a:solidFill>
            <a:ln w="6390" cap="flat">
              <a:noFill/>
              <a:prstDash val="solid"/>
              <a:miter/>
            </a:ln>
          </p:spPr>
          <p:txBody>
            <a:bodyPr rtlCol="0" anchor="ctr"/>
            <a:lstStyle/>
            <a:p>
              <a:endParaRPr lang="en-US"/>
            </a:p>
          </p:txBody>
        </p:sp>
      </p:grpSp>
      <p:grpSp>
        <p:nvGrpSpPr>
          <p:cNvPr id="457" name="Graphic 4">
            <a:extLst>
              <a:ext uri="{FF2B5EF4-FFF2-40B4-BE49-F238E27FC236}">
                <a16:creationId xmlns:a16="http://schemas.microsoft.com/office/drawing/2014/main" id="{B13A5B0A-20F0-ED49-AF5A-FBB1D4C32C13}"/>
              </a:ext>
            </a:extLst>
          </p:cNvPr>
          <p:cNvGrpSpPr/>
          <p:nvPr/>
        </p:nvGrpSpPr>
        <p:grpSpPr>
          <a:xfrm>
            <a:off x="5708130" y="1893013"/>
            <a:ext cx="362313" cy="361971"/>
            <a:chOff x="5708130" y="1893013"/>
            <a:chExt cx="362313" cy="361971"/>
          </a:xfrm>
          <a:solidFill>
            <a:srgbClr val="00A3E0"/>
          </a:solidFill>
        </p:grpSpPr>
        <p:sp>
          <p:nvSpPr>
            <p:cNvPr id="458" name="Graphic 4">
              <a:extLst>
                <a:ext uri="{FF2B5EF4-FFF2-40B4-BE49-F238E27FC236}">
                  <a16:creationId xmlns:a16="http://schemas.microsoft.com/office/drawing/2014/main" id="{596329ED-C424-0049-8764-190D174D90BC}"/>
                </a:ext>
              </a:extLst>
            </p:cNvPr>
            <p:cNvSpPr/>
            <p:nvPr/>
          </p:nvSpPr>
          <p:spPr>
            <a:xfrm>
              <a:off x="5708130" y="189301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49530" y="273873"/>
                    <a:pt x="274767"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459" name="Graphic 4">
              <a:extLst>
                <a:ext uri="{FF2B5EF4-FFF2-40B4-BE49-F238E27FC236}">
                  <a16:creationId xmlns:a16="http://schemas.microsoft.com/office/drawing/2014/main" id="{6A16D10A-B5EE-E14C-A11B-AF65C8509A4A}"/>
                </a:ext>
              </a:extLst>
            </p:cNvPr>
            <p:cNvSpPr/>
            <p:nvPr/>
          </p:nvSpPr>
          <p:spPr>
            <a:xfrm>
              <a:off x="5835929" y="1972813"/>
              <a:ext cx="107989" cy="202372"/>
            </a:xfrm>
            <a:custGeom>
              <a:avLst/>
              <a:gdLst>
                <a:gd name="connsiteX0" fmla="*/ 10863 w 107989"/>
                <a:gd name="connsiteY0" fmla="*/ 1915 h 202372"/>
                <a:gd name="connsiteX1" fmla="*/ 1917 w 107989"/>
                <a:gd name="connsiteY1" fmla="*/ 1915 h 202372"/>
                <a:gd name="connsiteX2" fmla="*/ 1917 w 107989"/>
                <a:gd name="connsiteY2" fmla="*/ 10853 h 202372"/>
                <a:gd name="connsiteX3" fmla="*/ 92654 w 107989"/>
                <a:gd name="connsiteY3" fmla="*/ 100867 h 202372"/>
                <a:gd name="connsiteX4" fmla="*/ 1917 w 107989"/>
                <a:gd name="connsiteY4" fmla="*/ 191519 h 202372"/>
                <a:gd name="connsiteX5" fmla="*/ 1917 w 107989"/>
                <a:gd name="connsiteY5" fmla="*/ 200457 h 202372"/>
                <a:gd name="connsiteX6" fmla="*/ 6390 w 107989"/>
                <a:gd name="connsiteY6" fmla="*/ 202372 h 202372"/>
                <a:gd name="connsiteX7" fmla="*/ 10863 w 107989"/>
                <a:gd name="connsiteY7" fmla="*/ 200457 h 202372"/>
                <a:gd name="connsiteX8" fmla="*/ 106073 w 107989"/>
                <a:gd name="connsiteY8" fmla="*/ 105974 h 202372"/>
                <a:gd name="connsiteX9" fmla="*/ 107990 w 107989"/>
                <a:gd name="connsiteY9" fmla="*/ 101505 h 202372"/>
                <a:gd name="connsiteX10" fmla="*/ 106073 w 107989"/>
                <a:gd name="connsiteY10" fmla="*/ 97037 h 202372"/>
                <a:gd name="connsiteX11" fmla="*/ 10863 w 107989"/>
                <a:gd name="connsiteY11" fmla="*/ 1915 h 20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89" h="202372">
                  <a:moveTo>
                    <a:pt x="10863" y="1915"/>
                  </a:moveTo>
                  <a:cubicBezTo>
                    <a:pt x="8307" y="-638"/>
                    <a:pt x="4473" y="-638"/>
                    <a:pt x="1917" y="1915"/>
                  </a:cubicBezTo>
                  <a:cubicBezTo>
                    <a:pt x="-639" y="4469"/>
                    <a:pt x="-639" y="8299"/>
                    <a:pt x="1917" y="10853"/>
                  </a:cubicBezTo>
                  <a:lnTo>
                    <a:pt x="92654" y="100867"/>
                  </a:lnTo>
                  <a:lnTo>
                    <a:pt x="1917" y="191519"/>
                  </a:lnTo>
                  <a:cubicBezTo>
                    <a:pt x="-639" y="194073"/>
                    <a:pt x="-639" y="197903"/>
                    <a:pt x="1917" y="200457"/>
                  </a:cubicBezTo>
                  <a:cubicBezTo>
                    <a:pt x="3195" y="201734"/>
                    <a:pt x="4473" y="202372"/>
                    <a:pt x="6390" y="202372"/>
                  </a:cubicBezTo>
                  <a:cubicBezTo>
                    <a:pt x="8307" y="202372"/>
                    <a:pt x="9585" y="201734"/>
                    <a:pt x="10863" y="200457"/>
                  </a:cubicBezTo>
                  <a:lnTo>
                    <a:pt x="106073" y="105974"/>
                  </a:lnTo>
                  <a:cubicBezTo>
                    <a:pt x="107351" y="104697"/>
                    <a:pt x="107990" y="103421"/>
                    <a:pt x="107990" y="101505"/>
                  </a:cubicBezTo>
                  <a:cubicBezTo>
                    <a:pt x="107990" y="99590"/>
                    <a:pt x="107351" y="98313"/>
                    <a:pt x="106073" y="97037"/>
                  </a:cubicBezTo>
                  <a:lnTo>
                    <a:pt x="10863" y="1915"/>
                  </a:lnTo>
                  <a:close/>
                </a:path>
              </a:pathLst>
            </a:custGeom>
            <a:solidFill>
              <a:srgbClr val="00A3E0"/>
            </a:solidFill>
            <a:ln w="6390" cap="flat">
              <a:noFill/>
              <a:prstDash val="solid"/>
              <a:miter/>
            </a:ln>
          </p:spPr>
          <p:txBody>
            <a:bodyPr rtlCol="0" anchor="ctr"/>
            <a:lstStyle/>
            <a:p>
              <a:endParaRPr lang="en-US"/>
            </a:p>
          </p:txBody>
        </p:sp>
      </p:grpSp>
      <p:grpSp>
        <p:nvGrpSpPr>
          <p:cNvPr id="460" name="Graphic 4">
            <a:extLst>
              <a:ext uri="{FF2B5EF4-FFF2-40B4-BE49-F238E27FC236}">
                <a16:creationId xmlns:a16="http://schemas.microsoft.com/office/drawing/2014/main" id="{5B4495CA-7F54-534E-AAA5-EEF995270F4C}"/>
              </a:ext>
            </a:extLst>
          </p:cNvPr>
          <p:cNvGrpSpPr/>
          <p:nvPr/>
        </p:nvGrpSpPr>
        <p:grpSpPr>
          <a:xfrm>
            <a:off x="467104" y="2371173"/>
            <a:ext cx="362309" cy="362610"/>
            <a:chOff x="467104" y="2371173"/>
            <a:chExt cx="362309" cy="362610"/>
          </a:xfrm>
          <a:solidFill>
            <a:srgbClr val="00A3E0"/>
          </a:solidFill>
        </p:grpSpPr>
        <p:sp>
          <p:nvSpPr>
            <p:cNvPr id="461" name="Graphic 4">
              <a:extLst>
                <a:ext uri="{FF2B5EF4-FFF2-40B4-BE49-F238E27FC236}">
                  <a16:creationId xmlns:a16="http://schemas.microsoft.com/office/drawing/2014/main" id="{F624351A-993C-AF4D-982A-25562D8682C6}"/>
                </a:ext>
              </a:extLst>
            </p:cNvPr>
            <p:cNvSpPr/>
            <p:nvPr/>
          </p:nvSpPr>
          <p:spPr>
            <a:xfrm>
              <a:off x="467104" y="2371173"/>
              <a:ext cx="362309" cy="362610"/>
            </a:xfrm>
            <a:custGeom>
              <a:avLst/>
              <a:gdLst>
                <a:gd name="connsiteX0" fmla="*/ 181474 w 362309"/>
                <a:gd name="connsiteY0" fmla="*/ 0 h 362610"/>
                <a:gd name="connsiteX1" fmla="*/ 0 w 362309"/>
                <a:gd name="connsiteY1" fmla="*/ 181305 h 362610"/>
                <a:gd name="connsiteX2" fmla="*/ 181474 w 362309"/>
                <a:gd name="connsiteY2" fmla="*/ 362610 h 362610"/>
                <a:gd name="connsiteX3" fmla="*/ 362309 w 362309"/>
                <a:gd name="connsiteY3" fmla="*/ 181305 h 362610"/>
                <a:gd name="connsiteX4" fmla="*/ 181474 w 362309"/>
                <a:gd name="connsiteY4" fmla="*/ 0 h 362610"/>
                <a:gd name="connsiteX5" fmla="*/ 181474 w 362309"/>
                <a:gd name="connsiteY5" fmla="*/ 0 h 362610"/>
                <a:gd name="connsiteX6" fmla="*/ 181474 w 362309"/>
                <a:gd name="connsiteY6" fmla="*/ 349204 h 362610"/>
                <a:gd name="connsiteX7" fmla="*/ 13419 w 362309"/>
                <a:gd name="connsiteY7" fmla="*/ 180667 h 362610"/>
                <a:gd name="connsiteX8" fmla="*/ 181474 w 362309"/>
                <a:gd name="connsiteY8" fmla="*/ 12130 h 362610"/>
                <a:gd name="connsiteX9" fmla="*/ 349530 w 362309"/>
                <a:gd name="connsiteY9" fmla="*/ 180667 h 362610"/>
                <a:gd name="connsiteX10" fmla="*/ 349530 w 362309"/>
                <a:gd name="connsiteY10" fmla="*/ 180667 h 362610"/>
                <a:gd name="connsiteX11" fmla="*/ 181474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1474" y="0"/>
                  </a:moveTo>
                  <a:cubicBezTo>
                    <a:pt x="81152" y="0"/>
                    <a:pt x="0" y="81077"/>
                    <a:pt x="0" y="181305"/>
                  </a:cubicBezTo>
                  <a:cubicBezTo>
                    <a:pt x="0" y="281534"/>
                    <a:pt x="81152" y="362610"/>
                    <a:pt x="181474" y="362610"/>
                  </a:cubicBezTo>
                  <a:cubicBezTo>
                    <a:pt x="281796" y="362610"/>
                    <a:pt x="362309" y="281534"/>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130"/>
                    <a:pt x="181474" y="12130"/>
                  </a:cubicBezTo>
                  <a:cubicBezTo>
                    <a:pt x="274128" y="12130"/>
                    <a:pt x="349530" y="87461"/>
                    <a:pt x="349530" y="180667"/>
                  </a:cubicBezTo>
                  <a:cubicBezTo>
                    <a:pt x="349530" y="180667"/>
                    <a:pt x="349530" y="180667"/>
                    <a:pt x="349530" y="180667"/>
                  </a:cubicBezTo>
                  <a:cubicBezTo>
                    <a:pt x="349530" y="273873"/>
                    <a:pt x="274128"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462" name="Graphic 4">
              <a:extLst>
                <a:ext uri="{FF2B5EF4-FFF2-40B4-BE49-F238E27FC236}">
                  <a16:creationId xmlns:a16="http://schemas.microsoft.com/office/drawing/2014/main" id="{DDA91B2C-DB9D-3C46-A0AD-87454768D322}"/>
                </a:ext>
              </a:extLst>
            </p:cNvPr>
            <p:cNvSpPr/>
            <p:nvPr/>
          </p:nvSpPr>
          <p:spPr>
            <a:xfrm>
              <a:off x="556563" y="2528219"/>
              <a:ext cx="115657" cy="115550"/>
            </a:xfrm>
            <a:custGeom>
              <a:avLst/>
              <a:gdLst>
                <a:gd name="connsiteX0" fmla="*/ 109268 w 115657"/>
                <a:gd name="connsiteY0" fmla="*/ 102782 h 115550"/>
                <a:gd name="connsiteX1" fmla="*/ 12780 w 115657"/>
                <a:gd name="connsiteY1" fmla="*/ 102782 h 115550"/>
                <a:gd name="connsiteX2" fmla="*/ 12780 w 115657"/>
                <a:gd name="connsiteY2" fmla="*/ 6384 h 115550"/>
                <a:gd name="connsiteX3" fmla="*/ 6390 w 115657"/>
                <a:gd name="connsiteY3" fmla="*/ 0 h 115550"/>
                <a:gd name="connsiteX4" fmla="*/ 0 w 115657"/>
                <a:gd name="connsiteY4" fmla="*/ 6384 h 115550"/>
                <a:gd name="connsiteX5" fmla="*/ 0 w 115657"/>
                <a:gd name="connsiteY5" fmla="*/ 109166 h 115550"/>
                <a:gd name="connsiteX6" fmla="*/ 6390 w 115657"/>
                <a:gd name="connsiteY6" fmla="*/ 115550 h 115550"/>
                <a:gd name="connsiteX7" fmla="*/ 109268 w 115657"/>
                <a:gd name="connsiteY7" fmla="*/ 115550 h 115550"/>
                <a:gd name="connsiteX8" fmla="*/ 115658 w 115657"/>
                <a:gd name="connsiteY8" fmla="*/ 109166 h 115550"/>
                <a:gd name="connsiteX9" fmla="*/ 109268 w 115657"/>
                <a:gd name="connsiteY9" fmla="*/ 102782 h 11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657" h="115550">
                  <a:moveTo>
                    <a:pt x="109268" y="102782"/>
                  </a:moveTo>
                  <a:lnTo>
                    <a:pt x="12780" y="102782"/>
                  </a:lnTo>
                  <a:lnTo>
                    <a:pt x="12780" y="6384"/>
                  </a:lnTo>
                  <a:cubicBezTo>
                    <a:pt x="12780" y="2554"/>
                    <a:pt x="10224" y="0"/>
                    <a:pt x="6390" y="0"/>
                  </a:cubicBezTo>
                  <a:cubicBezTo>
                    <a:pt x="2556" y="0"/>
                    <a:pt x="0" y="2554"/>
                    <a:pt x="0" y="6384"/>
                  </a:cubicBezTo>
                  <a:lnTo>
                    <a:pt x="0" y="109166"/>
                  </a:lnTo>
                  <a:cubicBezTo>
                    <a:pt x="0" y="112997"/>
                    <a:pt x="2556" y="115550"/>
                    <a:pt x="6390" y="115550"/>
                  </a:cubicBezTo>
                  <a:lnTo>
                    <a:pt x="109268" y="115550"/>
                  </a:lnTo>
                  <a:cubicBezTo>
                    <a:pt x="113102" y="115550"/>
                    <a:pt x="115658" y="112997"/>
                    <a:pt x="115658" y="109166"/>
                  </a:cubicBezTo>
                  <a:cubicBezTo>
                    <a:pt x="115658" y="105336"/>
                    <a:pt x="112463" y="102782"/>
                    <a:pt x="109268" y="102782"/>
                  </a:cubicBezTo>
                  <a:close/>
                </a:path>
              </a:pathLst>
            </a:custGeom>
            <a:solidFill>
              <a:srgbClr val="00A3E0"/>
            </a:solidFill>
            <a:ln w="6390" cap="flat">
              <a:noFill/>
              <a:prstDash val="solid"/>
              <a:miter/>
            </a:ln>
          </p:spPr>
          <p:txBody>
            <a:bodyPr rtlCol="0" anchor="ctr"/>
            <a:lstStyle/>
            <a:p>
              <a:endParaRPr lang="en-US"/>
            </a:p>
          </p:txBody>
        </p:sp>
        <p:sp>
          <p:nvSpPr>
            <p:cNvPr id="463" name="Graphic 4">
              <a:extLst>
                <a:ext uri="{FF2B5EF4-FFF2-40B4-BE49-F238E27FC236}">
                  <a16:creationId xmlns:a16="http://schemas.microsoft.com/office/drawing/2014/main" id="{A2169BAE-3691-CC49-AEE3-AA0F6539868B}"/>
                </a:ext>
              </a:extLst>
            </p:cNvPr>
            <p:cNvSpPr/>
            <p:nvPr/>
          </p:nvSpPr>
          <p:spPr>
            <a:xfrm>
              <a:off x="624935" y="2460549"/>
              <a:ext cx="115657" cy="115550"/>
            </a:xfrm>
            <a:custGeom>
              <a:avLst/>
              <a:gdLst>
                <a:gd name="connsiteX0" fmla="*/ 109268 w 115657"/>
                <a:gd name="connsiteY0" fmla="*/ 0 h 115550"/>
                <a:gd name="connsiteX1" fmla="*/ 6390 w 115657"/>
                <a:gd name="connsiteY1" fmla="*/ 0 h 115550"/>
                <a:gd name="connsiteX2" fmla="*/ 0 w 115657"/>
                <a:gd name="connsiteY2" fmla="*/ 6384 h 115550"/>
                <a:gd name="connsiteX3" fmla="*/ 6390 w 115657"/>
                <a:gd name="connsiteY3" fmla="*/ 12768 h 115550"/>
                <a:gd name="connsiteX4" fmla="*/ 102878 w 115657"/>
                <a:gd name="connsiteY4" fmla="*/ 12768 h 115550"/>
                <a:gd name="connsiteX5" fmla="*/ 102878 w 115657"/>
                <a:gd name="connsiteY5" fmla="*/ 109166 h 115550"/>
                <a:gd name="connsiteX6" fmla="*/ 109268 w 115657"/>
                <a:gd name="connsiteY6" fmla="*/ 115550 h 115550"/>
                <a:gd name="connsiteX7" fmla="*/ 115658 w 115657"/>
                <a:gd name="connsiteY7" fmla="*/ 109166 h 115550"/>
                <a:gd name="connsiteX8" fmla="*/ 115658 w 115657"/>
                <a:gd name="connsiteY8" fmla="*/ 6384 h 115550"/>
                <a:gd name="connsiteX9" fmla="*/ 109268 w 115657"/>
                <a:gd name="connsiteY9" fmla="*/ 0 h 11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657" h="115550">
                  <a:moveTo>
                    <a:pt x="109268" y="0"/>
                  </a:moveTo>
                  <a:lnTo>
                    <a:pt x="6390" y="0"/>
                  </a:lnTo>
                  <a:cubicBezTo>
                    <a:pt x="2556" y="0"/>
                    <a:pt x="0" y="2554"/>
                    <a:pt x="0" y="6384"/>
                  </a:cubicBezTo>
                  <a:cubicBezTo>
                    <a:pt x="0" y="10214"/>
                    <a:pt x="2556" y="12768"/>
                    <a:pt x="6390" y="12768"/>
                  </a:cubicBezTo>
                  <a:lnTo>
                    <a:pt x="102878" y="12768"/>
                  </a:lnTo>
                  <a:lnTo>
                    <a:pt x="102878" y="109166"/>
                  </a:lnTo>
                  <a:cubicBezTo>
                    <a:pt x="102878" y="112997"/>
                    <a:pt x="105434" y="115550"/>
                    <a:pt x="109268" y="115550"/>
                  </a:cubicBezTo>
                  <a:cubicBezTo>
                    <a:pt x="113102" y="115550"/>
                    <a:pt x="115658" y="112997"/>
                    <a:pt x="115658" y="109166"/>
                  </a:cubicBezTo>
                  <a:lnTo>
                    <a:pt x="115658" y="6384"/>
                  </a:lnTo>
                  <a:cubicBezTo>
                    <a:pt x="115658" y="2554"/>
                    <a:pt x="112463" y="0"/>
                    <a:pt x="109268" y="0"/>
                  </a:cubicBezTo>
                  <a:close/>
                </a:path>
              </a:pathLst>
            </a:custGeom>
            <a:solidFill>
              <a:srgbClr val="00A3E0"/>
            </a:solidFill>
            <a:ln w="6390" cap="flat">
              <a:noFill/>
              <a:prstDash val="solid"/>
              <a:miter/>
            </a:ln>
          </p:spPr>
          <p:txBody>
            <a:bodyPr rtlCol="0" anchor="ctr"/>
            <a:lstStyle/>
            <a:p>
              <a:endParaRPr lang="en-US"/>
            </a:p>
          </p:txBody>
        </p:sp>
      </p:grpSp>
      <p:grpSp>
        <p:nvGrpSpPr>
          <p:cNvPr id="464" name="Graphic 4">
            <a:extLst>
              <a:ext uri="{FF2B5EF4-FFF2-40B4-BE49-F238E27FC236}">
                <a16:creationId xmlns:a16="http://schemas.microsoft.com/office/drawing/2014/main" id="{A74762BF-E118-684A-8B34-64259499B83E}"/>
              </a:ext>
            </a:extLst>
          </p:cNvPr>
          <p:cNvGrpSpPr/>
          <p:nvPr/>
        </p:nvGrpSpPr>
        <p:grpSpPr>
          <a:xfrm>
            <a:off x="6754802" y="1893013"/>
            <a:ext cx="361670" cy="361971"/>
            <a:chOff x="6754802" y="1893013"/>
            <a:chExt cx="361670" cy="361971"/>
          </a:xfrm>
          <a:solidFill>
            <a:srgbClr val="00A3E0"/>
          </a:solidFill>
        </p:grpSpPr>
        <p:sp>
          <p:nvSpPr>
            <p:cNvPr id="465" name="Graphic 4">
              <a:extLst>
                <a:ext uri="{FF2B5EF4-FFF2-40B4-BE49-F238E27FC236}">
                  <a16:creationId xmlns:a16="http://schemas.microsoft.com/office/drawing/2014/main" id="{4730F532-F51B-5940-9603-FD8F5C3AD6F4}"/>
                </a:ext>
              </a:extLst>
            </p:cNvPr>
            <p:cNvSpPr/>
            <p:nvPr/>
          </p:nvSpPr>
          <p:spPr>
            <a:xfrm>
              <a:off x="6754802" y="1893013"/>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0 h 361971"/>
                <a:gd name="connsiteX7" fmla="*/ 180836 w 361670"/>
                <a:gd name="connsiteY7" fmla="*/ 349204 h 361971"/>
                <a:gd name="connsiteX8" fmla="*/ 12780 w 361670"/>
                <a:gd name="connsiteY8" fmla="*/ 181305 h 361971"/>
                <a:gd name="connsiteX9" fmla="*/ 180836 w 361670"/>
                <a:gd name="connsiteY9" fmla="*/ 12768 h 361971"/>
                <a:gd name="connsiteX10" fmla="*/ 348890 w 361670"/>
                <a:gd name="connsiteY10" fmla="*/ 180667 h 361971"/>
                <a:gd name="connsiteX11" fmla="*/ 348890 w 361670"/>
                <a:gd name="connsiteY11" fmla="*/ 180667 h 361971"/>
                <a:gd name="connsiteX12" fmla="*/ 180836 w 361670"/>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6" y="0"/>
                  </a:moveTo>
                  <a:cubicBezTo>
                    <a:pt x="80513" y="0"/>
                    <a:pt x="0" y="81077"/>
                    <a:pt x="0" y="180667"/>
                  </a:cubicBezTo>
                  <a:cubicBezTo>
                    <a:pt x="0" y="280895"/>
                    <a:pt x="81153" y="361972"/>
                    <a:pt x="180836" y="361972"/>
                  </a:cubicBezTo>
                  <a:cubicBezTo>
                    <a:pt x="281157" y="361972"/>
                    <a:pt x="361670" y="280895"/>
                    <a:pt x="361670" y="181305"/>
                  </a:cubicBezTo>
                  <a:cubicBezTo>
                    <a:pt x="361670" y="181305"/>
                    <a:pt x="361670" y="181305"/>
                    <a:pt x="361670" y="181305"/>
                  </a:cubicBezTo>
                  <a:cubicBezTo>
                    <a:pt x="361670" y="81077"/>
                    <a:pt x="280518" y="0"/>
                    <a:pt x="180836" y="0"/>
                  </a:cubicBezTo>
                  <a:cubicBezTo>
                    <a:pt x="180836" y="0"/>
                    <a:pt x="180836"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cubicBezTo>
                    <a:pt x="348890" y="180667"/>
                    <a:pt x="348890" y="180667"/>
                    <a:pt x="348890" y="180667"/>
                  </a:cubicBezTo>
                  <a:cubicBezTo>
                    <a:pt x="348890" y="273873"/>
                    <a:pt x="273490" y="349204"/>
                    <a:pt x="180836" y="349204"/>
                  </a:cubicBezTo>
                  <a:close/>
                </a:path>
              </a:pathLst>
            </a:custGeom>
            <a:solidFill>
              <a:srgbClr val="00A3E0"/>
            </a:solidFill>
            <a:ln w="6390" cap="flat">
              <a:noFill/>
              <a:prstDash val="solid"/>
              <a:miter/>
            </a:ln>
          </p:spPr>
          <p:txBody>
            <a:bodyPr rtlCol="0" anchor="ctr"/>
            <a:lstStyle/>
            <a:p>
              <a:endParaRPr lang="en-US"/>
            </a:p>
          </p:txBody>
        </p:sp>
        <p:sp>
          <p:nvSpPr>
            <p:cNvPr id="466" name="Graphic 4">
              <a:extLst>
                <a:ext uri="{FF2B5EF4-FFF2-40B4-BE49-F238E27FC236}">
                  <a16:creationId xmlns:a16="http://schemas.microsoft.com/office/drawing/2014/main" id="{F60814DA-813F-5446-B471-596CDF31C956}"/>
                </a:ext>
              </a:extLst>
            </p:cNvPr>
            <p:cNvSpPr/>
            <p:nvPr/>
          </p:nvSpPr>
          <p:spPr>
            <a:xfrm>
              <a:off x="6808477" y="1995157"/>
              <a:ext cx="84986" cy="158322"/>
            </a:xfrm>
            <a:custGeom>
              <a:avLst/>
              <a:gdLst>
                <a:gd name="connsiteX0" fmla="*/ 83069 w 84986"/>
                <a:gd name="connsiteY0" fmla="*/ 1915 h 158322"/>
                <a:gd name="connsiteX1" fmla="*/ 74123 w 84986"/>
                <a:gd name="connsiteY1" fmla="*/ 1915 h 158322"/>
                <a:gd name="connsiteX2" fmla="*/ 74123 w 84986"/>
                <a:gd name="connsiteY2" fmla="*/ 1915 h 158322"/>
                <a:gd name="connsiteX3" fmla="*/ 1917 w 84986"/>
                <a:gd name="connsiteY3" fmla="*/ 74693 h 158322"/>
                <a:gd name="connsiteX4" fmla="*/ 0 w 84986"/>
                <a:gd name="connsiteY4" fmla="*/ 79161 h 158322"/>
                <a:gd name="connsiteX5" fmla="*/ 1917 w 84986"/>
                <a:gd name="connsiteY5" fmla="*/ 83630 h 158322"/>
                <a:gd name="connsiteX6" fmla="*/ 74123 w 84986"/>
                <a:gd name="connsiteY6" fmla="*/ 156408 h 158322"/>
                <a:gd name="connsiteX7" fmla="*/ 83069 w 84986"/>
                <a:gd name="connsiteY7" fmla="*/ 156408 h 158322"/>
                <a:gd name="connsiteX8" fmla="*/ 83069 w 84986"/>
                <a:gd name="connsiteY8" fmla="*/ 147470 h 158322"/>
                <a:gd name="connsiteX9" fmla="*/ 14697 w 84986"/>
                <a:gd name="connsiteY9" fmla="*/ 79800 h 158322"/>
                <a:gd name="connsiteX10" fmla="*/ 83069 w 84986"/>
                <a:gd name="connsiteY10" fmla="*/ 12130 h 158322"/>
                <a:gd name="connsiteX11" fmla="*/ 83069 w 84986"/>
                <a:gd name="connsiteY11" fmla="*/ 1915 h 158322"/>
                <a:gd name="connsiteX12" fmla="*/ 83069 w 84986"/>
                <a:gd name="connsiteY12" fmla="*/ 1915 h 158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4986" h="158322">
                  <a:moveTo>
                    <a:pt x="83069" y="1915"/>
                  </a:moveTo>
                  <a:cubicBezTo>
                    <a:pt x="80513" y="-638"/>
                    <a:pt x="76679" y="-638"/>
                    <a:pt x="74123" y="1915"/>
                  </a:cubicBezTo>
                  <a:cubicBezTo>
                    <a:pt x="74123" y="1915"/>
                    <a:pt x="74123" y="1915"/>
                    <a:pt x="74123" y="1915"/>
                  </a:cubicBezTo>
                  <a:lnTo>
                    <a:pt x="1917" y="74693"/>
                  </a:lnTo>
                  <a:cubicBezTo>
                    <a:pt x="639" y="75969"/>
                    <a:pt x="0" y="77246"/>
                    <a:pt x="0" y="79161"/>
                  </a:cubicBezTo>
                  <a:cubicBezTo>
                    <a:pt x="0" y="81077"/>
                    <a:pt x="639" y="82353"/>
                    <a:pt x="1917" y="83630"/>
                  </a:cubicBezTo>
                  <a:lnTo>
                    <a:pt x="74123" y="156408"/>
                  </a:lnTo>
                  <a:cubicBezTo>
                    <a:pt x="76679" y="158961"/>
                    <a:pt x="80513" y="158961"/>
                    <a:pt x="83069" y="156408"/>
                  </a:cubicBezTo>
                  <a:cubicBezTo>
                    <a:pt x="85625" y="153854"/>
                    <a:pt x="85625" y="150024"/>
                    <a:pt x="83069" y="147470"/>
                  </a:cubicBezTo>
                  <a:lnTo>
                    <a:pt x="14697" y="79800"/>
                  </a:lnTo>
                  <a:lnTo>
                    <a:pt x="83069" y="12130"/>
                  </a:lnTo>
                  <a:cubicBezTo>
                    <a:pt x="85625" y="8299"/>
                    <a:pt x="85625" y="4469"/>
                    <a:pt x="83069" y="1915"/>
                  </a:cubicBezTo>
                  <a:cubicBezTo>
                    <a:pt x="83069" y="1915"/>
                    <a:pt x="83069" y="1915"/>
                    <a:pt x="83069" y="1915"/>
                  </a:cubicBezTo>
                  <a:close/>
                </a:path>
              </a:pathLst>
            </a:custGeom>
            <a:solidFill>
              <a:srgbClr val="00A3E0"/>
            </a:solidFill>
            <a:ln w="6390" cap="flat">
              <a:noFill/>
              <a:prstDash val="solid"/>
              <a:miter/>
            </a:ln>
          </p:spPr>
          <p:txBody>
            <a:bodyPr rtlCol="0" anchor="ctr"/>
            <a:lstStyle/>
            <a:p>
              <a:endParaRPr lang="en-US"/>
            </a:p>
          </p:txBody>
        </p:sp>
        <p:sp>
          <p:nvSpPr>
            <p:cNvPr id="467" name="Graphic 4">
              <a:extLst>
                <a:ext uri="{FF2B5EF4-FFF2-40B4-BE49-F238E27FC236}">
                  <a16:creationId xmlns:a16="http://schemas.microsoft.com/office/drawing/2014/main" id="{D2606132-FE43-5B49-8C1D-78236ADA6C8C}"/>
                </a:ext>
              </a:extLst>
            </p:cNvPr>
            <p:cNvSpPr/>
            <p:nvPr/>
          </p:nvSpPr>
          <p:spPr>
            <a:xfrm>
              <a:off x="6977811" y="1994518"/>
              <a:ext cx="84986" cy="157045"/>
            </a:xfrm>
            <a:custGeom>
              <a:avLst/>
              <a:gdLst>
                <a:gd name="connsiteX0" fmla="*/ 83069 w 84986"/>
                <a:gd name="connsiteY0" fmla="*/ 74693 h 157045"/>
                <a:gd name="connsiteX1" fmla="*/ 10862 w 84986"/>
                <a:gd name="connsiteY1" fmla="*/ 1915 h 157045"/>
                <a:gd name="connsiteX2" fmla="*/ 1917 w 84986"/>
                <a:gd name="connsiteY2" fmla="*/ 1915 h 157045"/>
                <a:gd name="connsiteX3" fmla="*/ 1917 w 84986"/>
                <a:gd name="connsiteY3" fmla="*/ 10853 h 157045"/>
                <a:gd name="connsiteX4" fmla="*/ 70289 w 84986"/>
                <a:gd name="connsiteY4" fmla="*/ 78523 h 157045"/>
                <a:gd name="connsiteX5" fmla="*/ 1917 w 84986"/>
                <a:gd name="connsiteY5" fmla="*/ 146193 h 157045"/>
                <a:gd name="connsiteX6" fmla="*/ 1917 w 84986"/>
                <a:gd name="connsiteY6" fmla="*/ 155131 h 157045"/>
                <a:gd name="connsiteX7" fmla="*/ 6390 w 84986"/>
                <a:gd name="connsiteY7" fmla="*/ 157046 h 157045"/>
                <a:gd name="connsiteX8" fmla="*/ 10862 w 84986"/>
                <a:gd name="connsiteY8" fmla="*/ 155131 h 157045"/>
                <a:gd name="connsiteX9" fmla="*/ 83069 w 84986"/>
                <a:gd name="connsiteY9" fmla="*/ 84269 h 157045"/>
                <a:gd name="connsiteX10" fmla="*/ 83069 w 84986"/>
                <a:gd name="connsiteY10" fmla="*/ 74693 h 157045"/>
                <a:gd name="connsiteX11" fmla="*/ 83069 w 84986"/>
                <a:gd name="connsiteY11" fmla="*/ 74693 h 15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986" h="157045">
                  <a:moveTo>
                    <a:pt x="83069" y="74693"/>
                  </a:moveTo>
                  <a:lnTo>
                    <a:pt x="10862" y="1915"/>
                  </a:lnTo>
                  <a:cubicBezTo>
                    <a:pt x="8307" y="-638"/>
                    <a:pt x="4472" y="-638"/>
                    <a:pt x="1917" y="1915"/>
                  </a:cubicBezTo>
                  <a:cubicBezTo>
                    <a:pt x="-639" y="4469"/>
                    <a:pt x="-639" y="8299"/>
                    <a:pt x="1917" y="10853"/>
                  </a:cubicBezTo>
                  <a:lnTo>
                    <a:pt x="70289" y="78523"/>
                  </a:lnTo>
                  <a:lnTo>
                    <a:pt x="1917" y="146193"/>
                  </a:lnTo>
                  <a:cubicBezTo>
                    <a:pt x="-639" y="148747"/>
                    <a:pt x="-639" y="152577"/>
                    <a:pt x="1917" y="155131"/>
                  </a:cubicBezTo>
                  <a:cubicBezTo>
                    <a:pt x="3195" y="156407"/>
                    <a:pt x="4472" y="157046"/>
                    <a:pt x="6390" y="157046"/>
                  </a:cubicBezTo>
                  <a:cubicBezTo>
                    <a:pt x="8307" y="157046"/>
                    <a:pt x="9585" y="156407"/>
                    <a:pt x="10862" y="155131"/>
                  </a:cubicBezTo>
                  <a:lnTo>
                    <a:pt x="83069" y="84269"/>
                  </a:lnTo>
                  <a:cubicBezTo>
                    <a:pt x="85625" y="81715"/>
                    <a:pt x="85625" y="77885"/>
                    <a:pt x="83069" y="74693"/>
                  </a:cubicBezTo>
                  <a:cubicBezTo>
                    <a:pt x="83069" y="75331"/>
                    <a:pt x="83069" y="75331"/>
                    <a:pt x="83069" y="74693"/>
                  </a:cubicBezTo>
                  <a:close/>
                </a:path>
              </a:pathLst>
            </a:custGeom>
            <a:solidFill>
              <a:srgbClr val="00A3E0"/>
            </a:solidFill>
            <a:ln w="6390" cap="flat">
              <a:noFill/>
              <a:prstDash val="solid"/>
              <a:miter/>
            </a:ln>
          </p:spPr>
          <p:txBody>
            <a:bodyPr rtlCol="0" anchor="ctr"/>
            <a:lstStyle/>
            <a:p>
              <a:endParaRPr lang="en-US"/>
            </a:p>
          </p:txBody>
        </p:sp>
      </p:grpSp>
      <p:grpSp>
        <p:nvGrpSpPr>
          <p:cNvPr id="468" name="Graphic 4">
            <a:extLst>
              <a:ext uri="{FF2B5EF4-FFF2-40B4-BE49-F238E27FC236}">
                <a16:creationId xmlns:a16="http://schemas.microsoft.com/office/drawing/2014/main" id="{18FC44B5-560D-FC4A-B47F-1BC9C3DB573D}"/>
              </a:ext>
            </a:extLst>
          </p:cNvPr>
          <p:cNvGrpSpPr/>
          <p:nvPr/>
        </p:nvGrpSpPr>
        <p:grpSpPr>
          <a:xfrm>
            <a:off x="7801474" y="1893013"/>
            <a:ext cx="362309" cy="361971"/>
            <a:chOff x="7801474" y="1893013"/>
            <a:chExt cx="362309" cy="361971"/>
          </a:xfrm>
          <a:solidFill>
            <a:srgbClr val="00A3E0"/>
          </a:solidFill>
        </p:grpSpPr>
        <p:sp>
          <p:nvSpPr>
            <p:cNvPr id="469" name="Graphic 4">
              <a:extLst>
                <a:ext uri="{FF2B5EF4-FFF2-40B4-BE49-F238E27FC236}">
                  <a16:creationId xmlns:a16="http://schemas.microsoft.com/office/drawing/2014/main" id="{ADA30B3D-97DD-4449-A143-5C5E89F84BF3}"/>
                </a:ext>
              </a:extLst>
            </p:cNvPr>
            <p:cNvSpPr/>
            <p:nvPr/>
          </p:nvSpPr>
          <p:spPr>
            <a:xfrm>
              <a:off x="7801474" y="189301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470" name="Graphic 4">
              <a:extLst>
                <a:ext uri="{FF2B5EF4-FFF2-40B4-BE49-F238E27FC236}">
                  <a16:creationId xmlns:a16="http://schemas.microsoft.com/office/drawing/2014/main" id="{7ECDB8BA-4789-D741-AADB-8A386C6E148C}"/>
                </a:ext>
              </a:extLst>
            </p:cNvPr>
            <p:cNvSpPr/>
            <p:nvPr/>
          </p:nvSpPr>
          <p:spPr>
            <a:xfrm>
              <a:off x="7903713" y="2115814"/>
              <a:ext cx="158470" cy="85545"/>
            </a:xfrm>
            <a:custGeom>
              <a:avLst/>
              <a:gdLst>
                <a:gd name="connsiteX0" fmla="*/ 146969 w 158470"/>
                <a:gd name="connsiteY0" fmla="*/ 1915 h 85545"/>
                <a:gd name="connsiteX1" fmla="*/ 78596 w 158470"/>
                <a:gd name="connsiteY1" fmla="*/ 69585 h 85545"/>
                <a:gd name="connsiteX2" fmla="*/ 10863 w 158470"/>
                <a:gd name="connsiteY2" fmla="*/ 1915 h 85545"/>
                <a:gd name="connsiteX3" fmla="*/ 1917 w 158470"/>
                <a:gd name="connsiteY3" fmla="*/ 1915 h 85545"/>
                <a:gd name="connsiteX4" fmla="*/ 1917 w 158470"/>
                <a:gd name="connsiteY4" fmla="*/ 10853 h 85545"/>
                <a:gd name="connsiteX5" fmla="*/ 74762 w 158470"/>
                <a:gd name="connsiteY5" fmla="*/ 83630 h 85545"/>
                <a:gd name="connsiteX6" fmla="*/ 83708 w 158470"/>
                <a:gd name="connsiteY6" fmla="*/ 83630 h 85545"/>
                <a:gd name="connsiteX7" fmla="*/ 156553 w 158470"/>
                <a:gd name="connsiteY7" fmla="*/ 10853 h 85545"/>
                <a:gd name="connsiteX8" fmla="*/ 156553 w 158470"/>
                <a:gd name="connsiteY8" fmla="*/ 1915 h 85545"/>
                <a:gd name="connsiteX9" fmla="*/ 146969 w 158470"/>
                <a:gd name="connsiteY9" fmla="*/ 1915 h 85545"/>
                <a:gd name="connsiteX10" fmla="*/ 146969 w 158470"/>
                <a:gd name="connsiteY10" fmla="*/ 1915 h 85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8470" h="85545">
                  <a:moveTo>
                    <a:pt x="146969" y="1915"/>
                  </a:moveTo>
                  <a:lnTo>
                    <a:pt x="78596" y="69585"/>
                  </a:lnTo>
                  <a:lnTo>
                    <a:pt x="10863" y="1915"/>
                  </a:lnTo>
                  <a:cubicBezTo>
                    <a:pt x="8306" y="-638"/>
                    <a:pt x="4473" y="-638"/>
                    <a:pt x="1917" y="1915"/>
                  </a:cubicBezTo>
                  <a:cubicBezTo>
                    <a:pt x="-639" y="4469"/>
                    <a:pt x="-639" y="8299"/>
                    <a:pt x="1917" y="10853"/>
                  </a:cubicBezTo>
                  <a:lnTo>
                    <a:pt x="74762" y="83630"/>
                  </a:lnTo>
                  <a:cubicBezTo>
                    <a:pt x="77318" y="86184"/>
                    <a:pt x="81152" y="86184"/>
                    <a:pt x="83708" y="83630"/>
                  </a:cubicBezTo>
                  <a:lnTo>
                    <a:pt x="156553" y="10853"/>
                  </a:lnTo>
                  <a:cubicBezTo>
                    <a:pt x="159110" y="8299"/>
                    <a:pt x="159110" y="4469"/>
                    <a:pt x="156553" y="1915"/>
                  </a:cubicBezTo>
                  <a:cubicBezTo>
                    <a:pt x="153358" y="-638"/>
                    <a:pt x="149525" y="-638"/>
                    <a:pt x="146969" y="1915"/>
                  </a:cubicBezTo>
                  <a:lnTo>
                    <a:pt x="146969" y="1915"/>
                  </a:lnTo>
                  <a:close/>
                </a:path>
              </a:pathLst>
            </a:custGeom>
            <a:solidFill>
              <a:srgbClr val="00A3E0"/>
            </a:solidFill>
            <a:ln w="6390" cap="flat">
              <a:noFill/>
              <a:prstDash val="solid"/>
              <a:miter/>
            </a:ln>
          </p:spPr>
          <p:txBody>
            <a:bodyPr rtlCol="0" anchor="ctr"/>
            <a:lstStyle/>
            <a:p>
              <a:endParaRPr lang="en-US"/>
            </a:p>
          </p:txBody>
        </p:sp>
        <p:sp>
          <p:nvSpPr>
            <p:cNvPr id="471" name="Graphic 4">
              <a:extLst>
                <a:ext uri="{FF2B5EF4-FFF2-40B4-BE49-F238E27FC236}">
                  <a16:creationId xmlns:a16="http://schemas.microsoft.com/office/drawing/2014/main" id="{32859F7B-E436-1745-BAC3-7F1DB24387BD}"/>
                </a:ext>
              </a:extLst>
            </p:cNvPr>
            <p:cNvSpPr/>
            <p:nvPr/>
          </p:nvSpPr>
          <p:spPr>
            <a:xfrm>
              <a:off x="7903713" y="1946638"/>
              <a:ext cx="157831" cy="85545"/>
            </a:xfrm>
            <a:custGeom>
              <a:avLst/>
              <a:gdLst>
                <a:gd name="connsiteX0" fmla="*/ 83708 w 157831"/>
                <a:gd name="connsiteY0" fmla="*/ 1915 h 85545"/>
                <a:gd name="connsiteX1" fmla="*/ 74762 w 157831"/>
                <a:gd name="connsiteY1" fmla="*/ 1915 h 85545"/>
                <a:gd name="connsiteX2" fmla="*/ 1917 w 157831"/>
                <a:gd name="connsiteY2" fmla="*/ 74693 h 85545"/>
                <a:gd name="connsiteX3" fmla="*/ 1917 w 157831"/>
                <a:gd name="connsiteY3" fmla="*/ 83630 h 85545"/>
                <a:gd name="connsiteX4" fmla="*/ 10863 w 157831"/>
                <a:gd name="connsiteY4" fmla="*/ 83630 h 85545"/>
                <a:gd name="connsiteX5" fmla="*/ 10863 w 157831"/>
                <a:gd name="connsiteY5" fmla="*/ 83630 h 85545"/>
                <a:gd name="connsiteX6" fmla="*/ 78596 w 157831"/>
                <a:gd name="connsiteY6" fmla="*/ 15960 h 85545"/>
                <a:gd name="connsiteX7" fmla="*/ 146969 w 157831"/>
                <a:gd name="connsiteY7" fmla="*/ 83630 h 85545"/>
                <a:gd name="connsiteX8" fmla="*/ 155915 w 157831"/>
                <a:gd name="connsiteY8" fmla="*/ 83630 h 85545"/>
                <a:gd name="connsiteX9" fmla="*/ 155915 w 157831"/>
                <a:gd name="connsiteY9" fmla="*/ 83630 h 85545"/>
                <a:gd name="connsiteX10" fmla="*/ 155915 w 157831"/>
                <a:gd name="connsiteY10" fmla="*/ 74693 h 85545"/>
                <a:gd name="connsiteX11" fmla="*/ 83708 w 157831"/>
                <a:gd name="connsiteY11" fmla="*/ 1915 h 85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7831" h="85545">
                  <a:moveTo>
                    <a:pt x="83708" y="1915"/>
                  </a:moveTo>
                  <a:cubicBezTo>
                    <a:pt x="81152" y="-638"/>
                    <a:pt x="77318" y="-638"/>
                    <a:pt x="74762" y="1915"/>
                  </a:cubicBezTo>
                  <a:lnTo>
                    <a:pt x="1917" y="74693"/>
                  </a:lnTo>
                  <a:cubicBezTo>
                    <a:pt x="-639" y="77246"/>
                    <a:pt x="-639" y="81077"/>
                    <a:pt x="1917" y="83630"/>
                  </a:cubicBezTo>
                  <a:cubicBezTo>
                    <a:pt x="4473" y="86184"/>
                    <a:pt x="8306" y="86184"/>
                    <a:pt x="10863" y="83630"/>
                  </a:cubicBezTo>
                  <a:cubicBezTo>
                    <a:pt x="10863" y="83630"/>
                    <a:pt x="10863" y="83630"/>
                    <a:pt x="10863" y="83630"/>
                  </a:cubicBezTo>
                  <a:lnTo>
                    <a:pt x="78596" y="15960"/>
                  </a:lnTo>
                  <a:lnTo>
                    <a:pt x="146969" y="83630"/>
                  </a:lnTo>
                  <a:cubicBezTo>
                    <a:pt x="149525" y="86184"/>
                    <a:pt x="153358" y="86184"/>
                    <a:pt x="155915" y="83630"/>
                  </a:cubicBezTo>
                  <a:cubicBezTo>
                    <a:pt x="155915" y="83630"/>
                    <a:pt x="155915" y="83630"/>
                    <a:pt x="155915" y="83630"/>
                  </a:cubicBezTo>
                  <a:cubicBezTo>
                    <a:pt x="158470" y="81077"/>
                    <a:pt x="158470" y="77246"/>
                    <a:pt x="155915" y="74693"/>
                  </a:cubicBezTo>
                  <a:lnTo>
                    <a:pt x="83708" y="1915"/>
                  </a:lnTo>
                  <a:close/>
                </a:path>
              </a:pathLst>
            </a:custGeom>
            <a:solidFill>
              <a:srgbClr val="00A3E0"/>
            </a:solidFill>
            <a:ln w="6390" cap="flat">
              <a:noFill/>
              <a:prstDash val="solid"/>
              <a:miter/>
            </a:ln>
          </p:spPr>
          <p:txBody>
            <a:bodyPr rtlCol="0" anchor="ctr"/>
            <a:lstStyle/>
            <a:p>
              <a:endParaRPr lang="en-US"/>
            </a:p>
          </p:txBody>
        </p:sp>
      </p:grpSp>
      <p:grpSp>
        <p:nvGrpSpPr>
          <p:cNvPr id="472" name="Graphic 4">
            <a:extLst>
              <a:ext uri="{FF2B5EF4-FFF2-40B4-BE49-F238E27FC236}">
                <a16:creationId xmlns:a16="http://schemas.microsoft.com/office/drawing/2014/main" id="{93E9CA22-451B-9948-9A03-0624700776AC}"/>
              </a:ext>
            </a:extLst>
          </p:cNvPr>
          <p:cNvGrpSpPr/>
          <p:nvPr/>
        </p:nvGrpSpPr>
        <p:grpSpPr>
          <a:xfrm>
            <a:off x="1515054" y="2371173"/>
            <a:ext cx="362309" cy="362610"/>
            <a:chOff x="1515054" y="2371173"/>
            <a:chExt cx="362309" cy="362610"/>
          </a:xfrm>
          <a:solidFill>
            <a:srgbClr val="00A3E0"/>
          </a:solidFill>
        </p:grpSpPr>
        <p:sp>
          <p:nvSpPr>
            <p:cNvPr id="473" name="Graphic 4">
              <a:extLst>
                <a:ext uri="{FF2B5EF4-FFF2-40B4-BE49-F238E27FC236}">
                  <a16:creationId xmlns:a16="http://schemas.microsoft.com/office/drawing/2014/main" id="{444DD521-D37A-9E47-9E8E-C1EE89F71348}"/>
                </a:ext>
              </a:extLst>
            </p:cNvPr>
            <p:cNvSpPr/>
            <p:nvPr/>
          </p:nvSpPr>
          <p:spPr>
            <a:xfrm>
              <a:off x="1515054" y="237117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180835 w 362309"/>
                <a:gd name="connsiteY6" fmla="*/ 349204 h 362610"/>
                <a:gd name="connsiteX7" fmla="*/ 12780 w 362309"/>
                <a:gd name="connsiteY7" fmla="*/ 180667 h 362610"/>
                <a:gd name="connsiteX8" fmla="*/ 181474 w 362309"/>
                <a:gd name="connsiteY8" fmla="*/ 12130 h 362610"/>
                <a:gd name="connsiteX9" fmla="*/ 349529 w 362309"/>
                <a:gd name="connsiteY9" fmla="*/ 180667 h 362610"/>
                <a:gd name="connsiteX10" fmla="*/ 349529 w 362309"/>
                <a:gd name="connsiteY10" fmla="*/ 180667 h 362610"/>
                <a:gd name="connsiteX11" fmla="*/ 180835 w 362309"/>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1670" y="81077"/>
                    <a:pt x="280518" y="0"/>
                    <a:pt x="180835" y="0"/>
                  </a:cubicBezTo>
                  <a:lnTo>
                    <a:pt x="180835" y="0"/>
                  </a:lnTo>
                  <a:close/>
                  <a:moveTo>
                    <a:pt x="180835" y="349204"/>
                  </a:moveTo>
                  <a:cubicBezTo>
                    <a:pt x="87542" y="349204"/>
                    <a:pt x="12780" y="273873"/>
                    <a:pt x="12780" y="180667"/>
                  </a:cubicBezTo>
                  <a:cubicBezTo>
                    <a:pt x="12780" y="87461"/>
                    <a:pt x="88181" y="12130"/>
                    <a:pt x="181474" y="12130"/>
                  </a:cubicBezTo>
                  <a:cubicBezTo>
                    <a:pt x="274767" y="12130"/>
                    <a:pt x="349529" y="87461"/>
                    <a:pt x="349529" y="180667"/>
                  </a:cubicBezTo>
                  <a:cubicBezTo>
                    <a:pt x="349529" y="180667"/>
                    <a:pt x="349529" y="180667"/>
                    <a:pt x="349529" y="180667"/>
                  </a:cubicBezTo>
                  <a:cubicBezTo>
                    <a:pt x="348891"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474" name="Graphic 4">
              <a:extLst>
                <a:ext uri="{FF2B5EF4-FFF2-40B4-BE49-F238E27FC236}">
                  <a16:creationId xmlns:a16="http://schemas.microsoft.com/office/drawing/2014/main" id="{0688E953-5DF3-9C4E-AF8A-30AA9DD521D9}"/>
                </a:ext>
              </a:extLst>
            </p:cNvPr>
            <p:cNvSpPr/>
            <p:nvPr/>
          </p:nvSpPr>
          <p:spPr>
            <a:xfrm>
              <a:off x="1672246" y="2528857"/>
              <a:ext cx="115657" cy="115550"/>
            </a:xfrm>
            <a:custGeom>
              <a:avLst/>
              <a:gdLst>
                <a:gd name="connsiteX0" fmla="*/ 109268 w 115657"/>
                <a:gd name="connsiteY0" fmla="*/ 0 h 115550"/>
                <a:gd name="connsiteX1" fmla="*/ 102878 w 115657"/>
                <a:gd name="connsiteY1" fmla="*/ 6384 h 115550"/>
                <a:gd name="connsiteX2" fmla="*/ 102878 w 115657"/>
                <a:gd name="connsiteY2" fmla="*/ 102782 h 115550"/>
                <a:gd name="connsiteX3" fmla="*/ 6390 w 115657"/>
                <a:gd name="connsiteY3" fmla="*/ 102782 h 115550"/>
                <a:gd name="connsiteX4" fmla="*/ 0 w 115657"/>
                <a:gd name="connsiteY4" fmla="*/ 109166 h 115550"/>
                <a:gd name="connsiteX5" fmla="*/ 6390 w 115657"/>
                <a:gd name="connsiteY5" fmla="*/ 115550 h 115550"/>
                <a:gd name="connsiteX6" fmla="*/ 109268 w 115657"/>
                <a:gd name="connsiteY6" fmla="*/ 115550 h 115550"/>
                <a:gd name="connsiteX7" fmla="*/ 115658 w 115657"/>
                <a:gd name="connsiteY7" fmla="*/ 109166 h 115550"/>
                <a:gd name="connsiteX8" fmla="*/ 115658 w 115657"/>
                <a:gd name="connsiteY8" fmla="*/ 6384 h 115550"/>
                <a:gd name="connsiteX9" fmla="*/ 109268 w 115657"/>
                <a:gd name="connsiteY9" fmla="*/ 0 h 11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657" h="115550">
                  <a:moveTo>
                    <a:pt x="109268" y="0"/>
                  </a:moveTo>
                  <a:cubicBezTo>
                    <a:pt x="105434" y="0"/>
                    <a:pt x="102878" y="2554"/>
                    <a:pt x="102878" y="6384"/>
                  </a:cubicBezTo>
                  <a:lnTo>
                    <a:pt x="102878" y="102782"/>
                  </a:lnTo>
                  <a:lnTo>
                    <a:pt x="6390" y="102782"/>
                  </a:lnTo>
                  <a:cubicBezTo>
                    <a:pt x="2556" y="102782"/>
                    <a:pt x="0" y="105336"/>
                    <a:pt x="0" y="109166"/>
                  </a:cubicBezTo>
                  <a:cubicBezTo>
                    <a:pt x="0" y="112997"/>
                    <a:pt x="2556" y="115550"/>
                    <a:pt x="6390" y="115550"/>
                  </a:cubicBezTo>
                  <a:lnTo>
                    <a:pt x="109268" y="115550"/>
                  </a:lnTo>
                  <a:cubicBezTo>
                    <a:pt x="113102" y="115550"/>
                    <a:pt x="115658" y="112997"/>
                    <a:pt x="115658" y="109166"/>
                  </a:cubicBezTo>
                  <a:lnTo>
                    <a:pt x="115658" y="6384"/>
                  </a:lnTo>
                  <a:cubicBezTo>
                    <a:pt x="115658" y="2554"/>
                    <a:pt x="112463" y="0"/>
                    <a:pt x="109268" y="0"/>
                  </a:cubicBezTo>
                  <a:close/>
                </a:path>
              </a:pathLst>
            </a:custGeom>
            <a:solidFill>
              <a:srgbClr val="00A3E0"/>
            </a:solidFill>
            <a:ln w="6390" cap="flat">
              <a:noFill/>
              <a:prstDash val="solid"/>
              <a:miter/>
            </a:ln>
          </p:spPr>
          <p:txBody>
            <a:bodyPr rtlCol="0" anchor="ctr"/>
            <a:lstStyle/>
            <a:p>
              <a:endParaRPr lang="en-US"/>
            </a:p>
          </p:txBody>
        </p:sp>
        <p:sp>
          <p:nvSpPr>
            <p:cNvPr id="475" name="Graphic 4">
              <a:extLst>
                <a:ext uri="{FF2B5EF4-FFF2-40B4-BE49-F238E27FC236}">
                  <a16:creationId xmlns:a16="http://schemas.microsoft.com/office/drawing/2014/main" id="{12BEE6E4-2625-7A48-B120-8C1F252B9266}"/>
                </a:ext>
              </a:extLst>
            </p:cNvPr>
            <p:cNvSpPr/>
            <p:nvPr/>
          </p:nvSpPr>
          <p:spPr>
            <a:xfrm>
              <a:off x="1603874" y="2460549"/>
              <a:ext cx="115657" cy="115550"/>
            </a:xfrm>
            <a:custGeom>
              <a:avLst/>
              <a:gdLst>
                <a:gd name="connsiteX0" fmla="*/ 115658 w 115657"/>
                <a:gd name="connsiteY0" fmla="*/ 6384 h 115550"/>
                <a:gd name="connsiteX1" fmla="*/ 109268 w 115657"/>
                <a:gd name="connsiteY1" fmla="*/ 0 h 115550"/>
                <a:gd name="connsiteX2" fmla="*/ 6390 w 115657"/>
                <a:gd name="connsiteY2" fmla="*/ 0 h 115550"/>
                <a:gd name="connsiteX3" fmla="*/ 0 w 115657"/>
                <a:gd name="connsiteY3" fmla="*/ 6384 h 115550"/>
                <a:gd name="connsiteX4" fmla="*/ 0 w 115657"/>
                <a:gd name="connsiteY4" fmla="*/ 109166 h 115550"/>
                <a:gd name="connsiteX5" fmla="*/ 6390 w 115657"/>
                <a:gd name="connsiteY5" fmla="*/ 115550 h 115550"/>
                <a:gd name="connsiteX6" fmla="*/ 12780 w 115657"/>
                <a:gd name="connsiteY6" fmla="*/ 109166 h 115550"/>
                <a:gd name="connsiteX7" fmla="*/ 12780 w 115657"/>
                <a:gd name="connsiteY7" fmla="*/ 12768 h 115550"/>
                <a:gd name="connsiteX8" fmla="*/ 109268 w 115657"/>
                <a:gd name="connsiteY8" fmla="*/ 12768 h 115550"/>
                <a:gd name="connsiteX9" fmla="*/ 115658 w 115657"/>
                <a:gd name="connsiteY9" fmla="*/ 6384 h 115550"/>
                <a:gd name="connsiteX10" fmla="*/ 115658 w 115657"/>
                <a:gd name="connsiteY10" fmla="*/ 6384 h 11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5657" h="115550">
                  <a:moveTo>
                    <a:pt x="115658" y="6384"/>
                  </a:moveTo>
                  <a:cubicBezTo>
                    <a:pt x="115658" y="2554"/>
                    <a:pt x="113102" y="0"/>
                    <a:pt x="109268" y="0"/>
                  </a:cubicBezTo>
                  <a:lnTo>
                    <a:pt x="6390" y="0"/>
                  </a:lnTo>
                  <a:cubicBezTo>
                    <a:pt x="2556" y="0"/>
                    <a:pt x="0" y="2554"/>
                    <a:pt x="0" y="6384"/>
                  </a:cubicBezTo>
                  <a:lnTo>
                    <a:pt x="0" y="109166"/>
                  </a:lnTo>
                  <a:cubicBezTo>
                    <a:pt x="0" y="112997"/>
                    <a:pt x="2556" y="115550"/>
                    <a:pt x="6390" y="115550"/>
                  </a:cubicBezTo>
                  <a:cubicBezTo>
                    <a:pt x="10224" y="115550"/>
                    <a:pt x="12780" y="112997"/>
                    <a:pt x="12780" y="109166"/>
                  </a:cubicBezTo>
                  <a:lnTo>
                    <a:pt x="12780" y="12768"/>
                  </a:lnTo>
                  <a:lnTo>
                    <a:pt x="109268" y="12768"/>
                  </a:lnTo>
                  <a:cubicBezTo>
                    <a:pt x="112463" y="12768"/>
                    <a:pt x="115658" y="9576"/>
                    <a:pt x="115658" y="6384"/>
                  </a:cubicBezTo>
                  <a:cubicBezTo>
                    <a:pt x="115658" y="6384"/>
                    <a:pt x="115658" y="6384"/>
                    <a:pt x="115658" y="6384"/>
                  </a:cubicBezTo>
                  <a:close/>
                </a:path>
              </a:pathLst>
            </a:custGeom>
            <a:solidFill>
              <a:srgbClr val="00A3E0"/>
            </a:solidFill>
            <a:ln w="6390" cap="flat">
              <a:noFill/>
              <a:prstDash val="solid"/>
              <a:miter/>
            </a:ln>
          </p:spPr>
          <p:txBody>
            <a:bodyPr rtlCol="0" anchor="ctr"/>
            <a:lstStyle/>
            <a:p>
              <a:endParaRPr lang="en-US"/>
            </a:p>
          </p:txBody>
        </p:sp>
      </p:grpSp>
      <p:grpSp>
        <p:nvGrpSpPr>
          <p:cNvPr id="476" name="Graphic 4">
            <a:extLst>
              <a:ext uri="{FF2B5EF4-FFF2-40B4-BE49-F238E27FC236}">
                <a16:creationId xmlns:a16="http://schemas.microsoft.com/office/drawing/2014/main" id="{5652B6FB-63C1-0E4A-B077-1028353CF36B}"/>
              </a:ext>
            </a:extLst>
          </p:cNvPr>
          <p:cNvGrpSpPr/>
          <p:nvPr/>
        </p:nvGrpSpPr>
        <p:grpSpPr>
          <a:xfrm>
            <a:off x="4660820" y="3339623"/>
            <a:ext cx="362312" cy="361971"/>
            <a:chOff x="4660820" y="3339623"/>
            <a:chExt cx="362312" cy="361971"/>
          </a:xfrm>
          <a:solidFill>
            <a:srgbClr val="00A3E0"/>
          </a:solidFill>
        </p:grpSpPr>
        <p:sp>
          <p:nvSpPr>
            <p:cNvPr id="477" name="Graphic 4">
              <a:extLst>
                <a:ext uri="{FF2B5EF4-FFF2-40B4-BE49-F238E27FC236}">
                  <a16:creationId xmlns:a16="http://schemas.microsoft.com/office/drawing/2014/main" id="{DC39B37B-714E-BC47-8206-1936B05156E1}"/>
                </a:ext>
              </a:extLst>
            </p:cNvPr>
            <p:cNvSpPr/>
            <p:nvPr/>
          </p:nvSpPr>
          <p:spPr>
            <a:xfrm>
              <a:off x="4660820" y="3339623"/>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lnTo>
                    <a:pt x="181474" y="349204"/>
                  </a:lnTo>
                  <a:close/>
                </a:path>
              </a:pathLst>
            </a:custGeom>
            <a:solidFill>
              <a:srgbClr val="00A3E0"/>
            </a:solidFill>
            <a:ln w="6390" cap="flat">
              <a:noFill/>
              <a:prstDash val="solid"/>
              <a:miter/>
            </a:ln>
          </p:spPr>
          <p:txBody>
            <a:bodyPr rtlCol="0" anchor="ctr"/>
            <a:lstStyle/>
            <a:p>
              <a:endParaRPr lang="en-US"/>
            </a:p>
          </p:txBody>
        </p:sp>
        <p:sp>
          <p:nvSpPr>
            <p:cNvPr id="478" name="Graphic 4">
              <a:extLst>
                <a:ext uri="{FF2B5EF4-FFF2-40B4-BE49-F238E27FC236}">
                  <a16:creationId xmlns:a16="http://schemas.microsoft.com/office/drawing/2014/main" id="{30941B63-6CB8-F44B-8BAB-32C93AD23D11}"/>
                </a:ext>
              </a:extLst>
            </p:cNvPr>
            <p:cNvSpPr/>
            <p:nvPr/>
          </p:nvSpPr>
          <p:spPr>
            <a:xfrm>
              <a:off x="4760503" y="3514545"/>
              <a:ext cx="184767" cy="118741"/>
            </a:xfrm>
            <a:custGeom>
              <a:avLst/>
              <a:gdLst>
                <a:gd name="connsiteX0" fmla="*/ 178918 w 184767"/>
                <a:gd name="connsiteY0" fmla="*/ 0 h 118741"/>
                <a:gd name="connsiteX1" fmla="*/ 172528 w 184767"/>
                <a:gd name="connsiteY1" fmla="*/ 6384 h 118741"/>
                <a:gd name="connsiteX2" fmla="*/ 81791 w 184767"/>
                <a:gd name="connsiteY2" fmla="*/ 97036 h 118741"/>
                <a:gd name="connsiteX3" fmla="*/ 21726 w 184767"/>
                <a:gd name="connsiteY3" fmla="*/ 74692 h 118741"/>
                <a:gd name="connsiteX4" fmla="*/ 50481 w 184767"/>
                <a:gd name="connsiteY4" fmla="*/ 74692 h 118741"/>
                <a:gd name="connsiteX5" fmla="*/ 56871 w 184767"/>
                <a:gd name="connsiteY5" fmla="*/ 68308 h 118741"/>
                <a:gd name="connsiteX6" fmla="*/ 50481 w 184767"/>
                <a:gd name="connsiteY6" fmla="*/ 61924 h 118741"/>
                <a:gd name="connsiteX7" fmla="*/ 6390 w 184767"/>
                <a:gd name="connsiteY7" fmla="*/ 61924 h 118741"/>
                <a:gd name="connsiteX8" fmla="*/ 0 w 184767"/>
                <a:gd name="connsiteY8" fmla="*/ 68308 h 118741"/>
                <a:gd name="connsiteX9" fmla="*/ 0 w 184767"/>
                <a:gd name="connsiteY9" fmla="*/ 112358 h 118741"/>
                <a:gd name="connsiteX10" fmla="*/ 6390 w 184767"/>
                <a:gd name="connsiteY10" fmla="*/ 118742 h 118741"/>
                <a:gd name="connsiteX11" fmla="*/ 12780 w 184767"/>
                <a:gd name="connsiteY11" fmla="*/ 112358 h 118741"/>
                <a:gd name="connsiteX12" fmla="*/ 12780 w 184767"/>
                <a:gd name="connsiteY12" fmla="*/ 83630 h 118741"/>
                <a:gd name="connsiteX13" fmla="*/ 159110 w 184767"/>
                <a:gd name="connsiteY13" fmla="*/ 74692 h 118741"/>
                <a:gd name="connsiteX14" fmla="*/ 184669 w 184767"/>
                <a:gd name="connsiteY14" fmla="*/ 6384 h 118741"/>
                <a:gd name="connsiteX15" fmla="*/ 178918 w 184767"/>
                <a:gd name="connsiteY15" fmla="*/ 0 h 11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4767" h="118741">
                  <a:moveTo>
                    <a:pt x="178918" y="0"/>
                  </a:moveTo>
                  <a:cubicBezTo>
                    <a:pt x="175084" y="0"/>
                    <a:pt x="172528" y="2553"/>
                    <a:pt x="172528" y="6384"/>
                  </a:cubicBezTo>
                  <a:cubicBezTo>
                    <a:pt x="172528" y="56179"/>
                    <a:pt x="132272" y="97036"/>
                    <a:pt x="81791" y="97036"/>
                  </a:cubicBezTo>
                  <a:cubicBezTo>
                    <a:pt x="60066" y="97036"/>
                    <a:pt x="38340" y="89376"/>
                    <a:pt x="21726" y="74692"/>
                  </a:cubicBezTo>
                  <a:lnTo>
                    <a:pt x="50481" y="74692"/>
                  </a:lnTo>
                  <a:cubicBezTo>
                    <a:pt x="54314" y="74692"/>
                    <a:pt x="56871" y="72139"/>
                    <a:pt x="56871" y="68308"/>
                  </a:cubicBezTo>
                  <a:cubicBezTo>
                    <a:pt x="56871" y="64478"/>
                    <a:pt x="54314" y="61924"/>
                    <a:pt x="50481" y="61924"/>
                  </a:cubicBezTo>
                  <a:lnTo>
                    <a:pt x="6390" y="61924"/>
                  </a:lnTo>
                  <a:cubicBezTo>
                    <a:pt x="2556" y="61924"/>
                    <a:pt x="0" y="64478"/>
                    <a:pt x="0" y="68308"/>
                  </a:cubicBezTo>
                  <a:lnTo>
                    <a:pt x="0" y="112358"/>
                  </a:lnTo>
                  <a:cubicBezTo>
                    <a:pt x="0" y="116188"/>
                    <a:pt x="2556" y="118742"/>
                    <a:pt x="6390" y="118742"/>
                  </a:cubicBezTo>
                  <a:cubicBezTo>
                    <a:pt x="10224" y="118742"/>
                    <a:pt x="12780" y="116188"/>
                    <a:pt x="12780" y="112358"/>
                  </a:cubicBezTo>
                  <a:lnTo>
                    <a:pt x="12780" y="83630"/>
                  </a:lnTo>
                  <a:cubicBezTo>
                    <a:pt x="55593" y="121296"/>
                    <a:pt x="120770" y="117465"/>
                    <a:pt x="159110" y="74692"/>
                  </a:cubicBezTo>
                  <a:cubicBezTo>
                    <a:pt x="175723" y="55540"/>
                    <a:pt x="184669" y="31281"/>
                    <a:pt x="184669" y="6384"/>
                  </a:cubicBezTo>
                  <a:cubicBezTo>
                    <a:pt x="185308" y="2553"/>
                    <a:pt x="182752" y="0"/>
                    <a:pt x="178918" y="0"/>
                  </a:cubicBezTo>
                  <a:close/>
                </a:path>
              </a:pathLst>
            </a:custGeom>
            <a:solidFill>
              <a:srgbClr val="00A3E0"/>
            </a:solidFill>
            <a:ln w="6390" cap="flat">
              <a:noFill/>
              <a:prstDash val="solid"/>
              <a:miter/>
            </a:ln>
          </p:spPr>
          <p:txBody>
            <a:bodyPr rtlCol="0" anchor="ctr"/>
            <a:lstStyle/>
            <a:p>
              <a:endParaRPr lang="en-US"/>
            </a:p>
          </p:txBody>
        </p:sp>
        <p:sp>
          <p:nvSpPr>
            <p:cNvPr id="479" name="Graphic 4">
              <a:extLst>
                <a:ext uri="{FF2B5EF4-FFF2-40B4-BE49-F238E27FC236}">
                  <a16:creationId xmlns:a16="http://schemas.microsoft.com/office/drawing/2014/main" id="{4FF2F4CF-456C-F148-B166-B192E363B529}"/>
                </a:ext>
              </a:extLst>
            </p:cNvPr>
            <p:cNvSpPr/>
            <p:nvPr/>
          </p:nvSpPr>
          <p:spPr>
            <a:xfrm>
              <a:off x="4738777" y="3408570"/>
              <a:ext cx="184030" cy="118742"/>
            </a:xfrm>
            <a:custGeom>
              <a:avLst/>
              <a:gdLst>
                <a:gd name="connsiteX0" fmla="*/ 103517 w 184030"/>
                <a:gd name="connsiteY0" fmla="*/ 21706 h 118742"/>
                <a:gd name="connsiteX1" fmla="*/ 162943 w 184030"/>
                <a:gd name="connsiteY1" fmla="*/ 44050 h 118742"/>
                <a:gd name="connsiteX2" fmla="*/ 133550 w 184030"/>
                <a:gd name="connsiteY2" fmla="*/ 44050 h 118742"/>
                <a:gd name="connsiteX3" fmla="*/ 127160 w 184030"/>
                <a:gd name="connsiteY3" fmla="*/ 50434 h 118742"/>
                <a:gd name="connsiteX4" fmla="*/ 133550 w 184030"/>
                <a:gd name="connsiteY4" fmla="*/ 56818 h 118742"/>
                <a:gd name="connsiteX5" fmla="*/ 177641 w 184030"/>
                <a:gd name="connsiteY5" fmla="*/ 56818 h 118742"/>
                <a:gd name="connsiteX6" fmla="*/ 184031 w 184030"/>
                <a:gd name="connsiteY6" fmla="*/ 50434 h 118742"/>
                <a:gd name="connsiteX7" fmla="*/ 184031 w 184030"/>
                <a:gd name="connsiteY7" fmla="*/ 6384 h 118742"/>
                <a:gd name="connsiteX8" fmla="*/ 177641 w 184030"/>
                <a:gd name="connsiteY8" fmla="*/ 0 h 118742"/>
                <a:gd name="connsiteX9" fmla="*/ 171251 w 184030"/>
                <a:gd name="connsiteY9" fmla="*/ 6384 h 118742"/>
                <a:gd name="connsiteX10" fmla="*/ 171251 w 184030"/>
                <a:gd name="connsiteY10" fmla="*/ 34474 h 118742"/>
                <a:gd name="connsiteX11" fmla="*/ 25560 w 184030"/>
                <a:gd name="connsiteY11" fmla="*/ 44050 h 118742"/>
                <a:gd name="connsiteX12" fmla="*/ 0 w 184030"/>
                <a:gd name="connsiteY12" fmla="*/ 112358 h 118742"/>
                <a:gd name="connsiteX13" fmla="*/ 6390 w 184030"/>
                <a:gd name="connsiteY13" fmla="*/ 118742 h 118742"/>
                <a:gd name="connsiteX14" fmla="*/ 12780 w 184030"/>
                <a:gd name="connsiteY14" fmla="*/ 112358 h 118742"/>
                <a:gd name="connsiteX15" fmla="*/ 103517 w 184030"/>
                <a:gd name="connsiteY15" fmla="*/ 21706 h 118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4030" h="118742">
                  <a:moveTo>
                    <a:pt x="103517" y="21706"/>
                  </a:moveTo>
                  <a:cubicBezTo>
                    <a:pt x="125243" y="21706"/>
                    <a:pt x="146969" y="30005"/>
                    <a:pt x="162943" y="44050"/>
                  </a:cubicBezTo>
                  <a:lnTo>
                    <a:pt x="133550" y="44050"/>
                  </a:lnTo>
                  <a:cubicBezTo>
                    <a:pt x="129716" y="44050"/>
                    <a:pt x="127160" y="46603"/>
                    <a:pt x="127160" y="50434"/>
                  </a:cubicBezTo>
                  <a:cubicBezTo>
                    <a:pt x="127160" y="54264"/>
                    <a:pt x="129716" y="56818"/>
                    <a:pt x="133550" y="56818"/>
                  </a:cubicBezTo>
                  <a:lnTo>
                    <a:pt x="177641" y="56818"/>
                  </a:lnTo>
                  <a:cubicBezTo>
                    <a:pt x="181474" y="56818"/>
                    <a:pt x="184031" y="54264"/>
                    <a:pt x="184031" y="50434"/>
                  </a:cubicBezTo>
                  <a:lnTo>
                    <a:pt x="184031" y="6384"/>
                  </a:lnTo>
                  <a:cubicBezTo>
                    <a:pt x="184031" y="2554"/>
                    <a:pt x="181474" y="0"/>
                    <a:pt x="177641" y="0"/>
                  </a:cubicBezTo>
                  <a:cubicBezTo>
                    <a:pt x="173806" y="0"/>
                    <a:pt x="171251" y="2554"/>
                    <a:pt x="171251" y="6384"/>
                  </a:cubicBezTo>
                  <a:lnTo>
                    <a:pt x="171251" y="34474"/>
                  </a:lnTo>
                  <a:cubicBezTo>
                    <a:pt x="128438" y="-3192"/>
                    <a:pt x="63261" y="1277"/>
                    <a:pt x="25560" y="44050"/>
                  </a:cubicBezTo>
                  <a:cubicBezTo>
                    <a:pt x="8946" y="63202"/>
                    <a:pt x="0" y="87461"/>
                    <a:pt x="0" y="112358"/>
                  </a:cubicBezTo>
                  <a:cubicBezTo>
                    <a:pt x="0" y="116189"/>
                    <a:pt x="2556" y="118742"/>
                    <a:pt x="6390" y="118742"/>
                  </a:cubicBezTo>
                  <a:cubicBezTo>
                    <a:pt x="10224" y="118742"/>
                    <a:pt x="12780" y="116189"/>
                    <a:pt x="12780" y="112358"/>
                  </a:cubicBezTo>
                  <a:cubicBezTo>
                    <a:pt x="12780" y="61925"/>
                    <a:pt x="53676" y="21706"/>
                    <a:pt x="103517" y="21706"/>
                  </a:cubicBezTo>
                  <a:close/>
                </a:path>
              </a:pathLst>
            </a:custGeom>
            <a:solidFill>
              <a:srgbClr val="00A3E0"/>
            </a:solidFill>
            <a:ln w="6390" cap="flat">
              <a:noFill/>
              <a:prstDash val="solid"/>
              <a:miter/>
            </a:ln>
          </p:spPr>
          <p:txBody>
            <a:bodyPr rtlCol="0" anchor="ctr"/>
            <a:lstStyle/>
            <a:p>
              <a:endParaRPr lang="en-US"/>
            </a:p>
          </p:txBody>
        </p:sp>
      </p:grpSp>
      <p:grpSp>
        <p:nvGrpSpPr>
          <p:cNvPr id="480" name="Graphic 4">
            <a:extLst>
              <a:ext uri="{FF2B5EF4-FFF2-40B4-BE49-F238E27FC236}">
                <a16:creationId xmlns:a16="http://schemas.microsoft.com/office/drawing/2014/main" id="{13F236F0-F6A6-7E4E-ACFB-323D050E9B5D}"/>
              </a:ext>
            </a:extLst>
          </p:cNvPr>
          <p:cNvGrpSpPr/>
          <p:nvPr/>
        </p:nvGrpSpPr>
        <p:grpSpPr>
          <a:xfrm>
            <a:off x="2560447" y="3339623"/>
            <a:ext cx="362309" cy="361971"/>
            <a:chOff x="2560447" y="3339623"/>
            <a:chExt cx="362309" cy="361971"/>
          </a:xfrm>
          <a:solidFill>
            <a:srgbClr val="00A3E0"/>
          </a:solidFill>
        </p:grpSpPr>
        <p:sp>
          <p:nvSpPr>
            <p:cNvPr id="481" name="Graphic 4">
              <a:extLst>
                <a:ext uri="{FF2B5EF4-FFF2-40B4-BE49-F238E27FC236}">
                  <a16:creationId xmlns:a16="http://schemas.microsoft.com/office/drawing/2014/main" id="{5022371B-9F72-4C45-A49D-C323D0FD22C1}"/>
                </a:ext>
              </a:extLst>
            </p:cNvPr>
            <p:cNvSpPr/>
            <p:nvPr/>
          </p:nvSpPr>
          <p:spPr>
            <a:xfrm>
              <a:off x="2560447" y="33396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lnTo>
                    <a:pt x="181474" y="349204"/>
                  </a:lnTo>
                  <a:close/>
                </a:path>
              </a:pathLst>
            </a:custGeom>
            <a:solidFill>
              <a:srgbClr val="00A3E0"/>
            </a:solidFill>
            <a:ln w="6390" cap="flat">
              <a:noFill/>
              <a:prstDash val="solid"/>
              <a:miter/>
            </a:ln>
          </p:spPr>
          <p:txBody>
            <a:bodyPr rtlCol="0" anchor="ctr"/>
            <a:lstStyle/>
            <a:p>
              <a:endParaRPr lang="en-US"/>
            </a:p>
          </p:txBody>
        </p:sp>
        <p:sp>
          <p:nvSpPr>
            <p:cNvPr id="482" name="Graphic 4">
              <a:extLst>
                <a:ext uri="{FF2B5EF4-FFF2-40B4-BE49-F238E27FC236}">
                  <a16:creationId xmlns:a16="http://schemas.microsoft.com/office/drawing/2014/main" id="{1764FE97-A572-A24E-81C4-7A1167D0A6EE}"/>
                </a:ext>
              </a:extLst>
            </p:cNvPr>
            <p:cNvSpPr/>
            <p:nvPr/>
          </p:nvSpPr>
          <p:spPr>
            <a:xfrm>
              <a:off x="2651184" y="3406655"/>
              <a:ext cx="181474" cy="227908"/>
            </a:xfrm>
            <a:custGeom>
              <a:avLst/>
              <a:gdLst>
                <a:gd name="connsiteX0" fmla="*/ 148886 w 181474"/>
                <a:gd name="connsiteY0" fmla="*/ 1915 h 227908"/>
                <a:gd name="connsiteX1" fmla="*/ 148886 w 181474"/>
                <a:gd name="connsiteY1" fmla="*/ 1915 h 227908"/>
                <a:gd name="connsiteX2" fmla="*/ 146969 w 181474"/>
                <a:gd name="connsiteY2" fmla="*/ 638 h 227908"/>
                <a:gd name="connsiteX3" fmla="*/ 144413 w 181474"/>
                <a:gd name="connsiteY3" fmla="*/ 0 h 227908"/>
                <a:gd name="connsiteX4" fmla="*/ 144413 w 181474"/>
                <a:gd name="connsiteY4" fmla="*/ 0 h 227908"/>
                <a:gd name="connsiteX5" fmla="*/ 141857 w 181474"/>
                <a:gd name="connsiteY5" fmla="*/ 638 h 227908"/>
                <a:gd name="connsiteX6" fmla="*/ 139940 w 181474"/>
                <a:gd name="connsiteY6" fmla="*/ 1915 h 227908"/>
                <a:gd name="connsiteX7" fmla="*/ 109268 w 181474"/>
                <a:gd name="connsiteY7" fmla="*/ 32558 h 227908"/>
                <a:gd name="connsiteX8" fmla="*/ 109268 w 181474"/>
                <a:gd name="connsiteY8" fmla="*/ 41496 h 227908"/>
                <a:gd name="connsiteX9" fmla="*/ 118214 w 181474"/>
                <a:gd name="connsiteY9" fmla="*/ 41496 h 227908"/>
                <a:gd name="connsiteX10" fmla="*/ 138023 w 181474"/>
                <a:gd name="connsiteY10" fmla="*/ 21706 h 227908"/>
                <a:gd name="connsiteX11" fmla="*/ 138023 w 181474"/>
                <a:gd name="connsiteY11" fmla="*/ 75331 h 227908"/>
                <a:gd name="connsiteX12" fmla="*/ 138023 w 181474"/>
                <a:gd name="connsiteY12" fmla="*/ 75331 h 227908"/>
                <a:gd name="connsiteX13" fmla="*/ 99044 w 181474"/>
                <a:gd name="connsiteY13" fmla="*/ 136617 h 227908"/>
                <a:gd name="connsiteX14" fmla="*/ 95210 w 181474"/>
                <a:gd name="connsiteY14" fmla="*/ 139809 h 227908"/>
                <a:gd name="connsiteX15" fmla="*/ 90737 w 181474"/>
                <a:gd name="connsiteY15" fmla="*/ 144278 h 227908"/>
                <a:gd name="connsiteX16" fmla="*/ 86264 w 181474"/>
                <a:gd name="connsiteY16" fmla="*/ 139809 h 227908"/>
                <a:gd name="connsiteX17" fmla="*/ 82430 w 181474"/>
                <a:gd name="connsiteY17" fmla="*/ 136617 h 227908"/>
                <a:gd name="connsiteX18" fmla="*/ 43452 w 181474"/>
                <a:gd name="connsiteY18" fmla="*/ 75331 h 227908"/>
                <a:gd name="connsiteX19" fmla="*/ 43452 w 181474"/>
                <a:gd name="connsiteY19" fmla="*/ 21706 h 227908"/>
                <a:gd name="connsiteX20" fmla="*/ 63260 w 181474"/>
                <a:gd name="connsiteY20" fmla="*/ 41496 h 227908"/>
                <a:gd name="connsiteX21" fmla="*/ 72206 w 181474"/>
                <a:gd name="connsiteY21" fmla="*/ 41496 h 227908"/>
                <a:gd name="connsiteX22" fmla="*/ 72206 w 181474"/>
                <a:gd name="connsiteY22" fmla="*/ 32558 h 227908"/>
                <a:gd name="connsiteX23" fmla="*/ 41535 w 181474"/>
                <a:gd name="connsiteY23" fmla="*/ 1915 h 227908"/>
                <a:gd name="connsiteX24" fmla="*/ 32589 w 181474"/>
                <a:gd name="connsiteY24" fmla="*/ 1915 h 227908"/>
                <a:gd name="connsiteX25" fmla="*/ 1917 w 181474"/>
                <a:gd name="connsiteY25" fmla="*/ 32558 h 227908"/>
                <a:gd name="connsiteX26" fmla="*/ 1917 w 181474"/>
                <a:gd name="connsiteY26" fmla="*/ 41496 h 227908"/>
                <a:gd name="connsiteX27" fmla="*/ 10863 w 181474"/>
                <a:gd name="connsiteY27" fmla="*/ 41496 h 227908"/>
                <a:gd name="connsiteX28" fmla="*/ 10863 w 181474"/>
                <a:gd name="connsiteY28" fmla="*/ 41496 h 227908"/>
                <a:gd name="connsiteX29" fmla="*/ 30672 w 181474"/>
                <a:gd name="connsiteY29" fmla="*/ 21706 h 227908"/>
                <a:gd name="connsiteX30" fmla="*/ 30672 w 181474"/>
                <a:gd name="connsiteY30" fmla="*/ 75331 h 227908"/>
                <a:gd name="connsiteX31" fmla="*/ 74123 w 181474"/>
                <a:gd name="connsiteY31" fmla="*/ 146193 h 227908"/>
                <a:gd name="connsiteX32" fmla="*/ 77957 w 181474"/>
                <a:gd name="connsiteY32" fmla="*/ 149385 h 227908"/>
                <a:gd name="connsiteX33" fmla="*/ 84347 w 181474"/>
                <a:gd name="connsiteY33" fmla="*/ 159600 h 227908"/>
                <a:gd name="connsiteX34" fmla="*/ 84347 w 181474"/>
                <a:gd name="connsiteY34" fmla="*/ 221524 h 227908"/>
                <a:gd name="connsiteX35" fmla="*/ 90737 w 181474"/>
                <a:gd name="connsiteY35" fmla="*/ 227908 h 227908"/>
                <a:gd name="connsiteX36" fmla="*/ 97127 w 181474"/>
                <a:gd name="connsiteY36" fmla="*/ 221524 h 227908"/>
                <a:gd name="connsiteX37" fmla="*/ 97127 w 181474"/>
                <a:gd name="connsiteY37" fmla="*/ 159600 h 227908"/>
                <a:gd name="connsiteX38" fmla="*/ 97127 w 181474"/>
                <a:gd name="connsiteY38" fmla="*/ 159600 h 227908"/>
                <a:gd name="connsiteX39" fmla="*/ 103517 w 181474"/>
                <a:gd name="connsiteY39" fmla="*/ 149385 h 227908"/>
                <a:gd name="connsiteX40" fmla="*/ 107351 w 181474"/>
                <a:gd name="connsiteY40" fmla="*/ 146193 h 227908"/>
                <a:gd name="connsiteX41" fmla="*/ 150803 w 181474"/>
                <a:gd name="connsiteY41" fmla="*/ 75331 h 227908"/>
                <a:gd name="connsiteX42" fmla="*/ 150803 w 181474"/>
                <a:gd name="connsiteY42" fmla="*/ 75331 h 227908"/>
                <a:gd name="connsiteX43" fmla="*/ 150803 w 181474"/>
                <a:gd name="connsiteY43" fmla="*/ 21706 h 227908"/>
                <a:gd name="connsiteX44" fmla="*/ 170611 w 181474"/>
                <a:gd name="connsiteY44" fmla="*/ 41496 h 227908"/>
                <a:gd name="connsiteX45" fmla="*/ 179557 w 181474"/>
                <a:gd name="connsiteY45" fmla="*/ 41496 h 227908"/>
                <a:gd name="connsiteX46" fmla="*/ 179557 w 181474"/>
                <a:gd name="connsiteY46" fmla="*/ 32558 h 227908"/>
                <a:gd name="connsiteX47" fmla="*/ 148886 w 181474"/>
                <a:gd name="connsiteY47" fmla="*/ 1915 h 22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1474" h="227908">
                  <a:moveTo>
                    <a:pt x="148886" y="1915"/>
                  </a:moveTo>
                  <a:lnTo>
                    <a:pt x="148886" y="1915"/>
                  </a:lnTo>
                  <a:cubicBezTo>
                    <a:pt x="148247" y="1277"/>
                    <a:pt x="147608" y="1277"/>
                    <a:pt x="146969" y="638"/>
                  </a:cubicBezTo>
                  <a:cubicBezTo>
                    <a:pt x="146330" y="638"/>
                    <a:pt x="145691" y="0"/>
                    <a:pt x="144413" y="0"/>
                  </a:cubicBezTo>
                  <a:lnTo>
                    <a:pt x="144413" y="0"/>
                  </a:lnTo>
                  <a:cubicBezTo>
                    <a:pt x="143774" y="0"/>
                    <a:pt x="143135" y="0"/>
                    <a:pt x="141857" y="638"/>
                  </a:cubicBezTo>
                  <a:cubicBezTo>
                    <a:pt x="141218" y="1277"/>
                    <a:pt x="140579" y="1277"/>
                    <a:pt x="139940" y="1915"/>
                  </a:cubicBezTo>
                  <a:lnTo>
                    <a:pt x="109268" y="32558"/>
                  </a:lnTo>
                  <a:cubicBezTo>
                    <a:pt x="106712" y="35112"/>
                    <a:pt x="106712" y="38942"/>
                    <a:pt x="109268" y="41496"/>
                  </a:cubicBezTo>
                  <a:cubicBezTo>
                    <a:pt x="111824" y="44050"/>
                    <a:pt x="115658" y="44050"/>
                    <a:pt x="118214" y="41496"/>
                  </a:cubicBezTo>
                  <a:lnTo>
                    <a:pt x="138023" y="21706"/>
                  </a:lnTo>
                  <a:lnTo>
                    <a:pt x="138023" y="75331"/>
                  </a:lnTo>
                  <a:lnTo>
                    <a:pt x="138023" y="75331"/>
                  </a:lnTo>
                  <a:cubicBezTo>
                    <a:pt x="138023" y="102144"/>
                    <a:pt x="114380" y="122573"/>
                    <a:pt x="99044" y="136617"/>
                  </a:cubicBezTo>
                  <a:lnTo>
                    <a:pt x="95210" y="139809"/>
                  </a:lnTo>
                  <a:cubicBezTo>
                    <a:pt x="93293" y="141086"/>
                    <a:pt x="92015" y="143001"/>
                    <a:pt x="90737" y="144278"/>
                  </a:cubicBezTo>
                  <a:cubicBezTo>
                    <a:pt x="89459" y="142363"/>
                    <a:pt x="87542" y="141086"/>
                    <a:pt x="86264" y="139809"/>
                  </a:cubicBezTo>
                  <a:lnTo>
                    <a:pt x="82430" y="136617"/>
                  </a:lnTo>
                  <a:cubicBezTo>
                    <a:pt x="67094" y="122573"/>
                    <a:pt x="43452" y="102144"/>
                    <a:pt x="43452" y="75331"/>
                  </a:cubicBezTo>
                  <a:lnTo>
                    <a:pt x="43452" y="21706"/>
                  </a:lnTo>
                  <a:lnTo>
                    <a:pt x="63260" y="41496"/>
                  </a:lnTo>
                  <a:cubicBezTo>
                    <a:pt x="65816" y="44050"/>
                    <a:pt x="69650" y="44050"/>
                    <a:pt x="72206" y="41496"/>
                  </a:cubicBezTo>
                  <a:cubicBezTo>
                    <a:pt x="74762" y="38942"/>
                    <a:pt x="74762" y="35112"/>
                    <a:pt x="72206" y="32558"/>
                  </a:cubicBezTo>
                  <a:lnTo>
                    <a:pt x="41535" y="1915"/>
                  </a:lnTo>
                  <a:cubicBezTo>
                    <a:pt x="38979" y="-638"/>
                    <a:pt x="35145" y="-638"/>
                    <a:pt x="32589" y="1915"/>
                  </a:cubicBezTo>
                  <a:lnTo>
                    <a:pt x="1917" y="32558"/>
                  </a:lnTo>
                  <a:cubicBezTo>
                    <a:pt x="-639" y="35112"/>
                    <a:pt x="-639" y="38942"/>
                    <a:pt x="1917" y="41496"/>
                  </a:cubicBezTo>
                  <a:cubicBezTo>
                    <a:pt x="4473" y="44050"/>
                    <a:pt x="8307" y="44050"/>
                    <a:pt x="10863" y="41496"/>
                  </a:cubicBezTo>
                  <a:cubicBezTo>
                    <a:pt x="10863" y="41496"/>
                    <a:pt x="10863" y="41496"/>
                    <a:pt x="10863" y="41496"/>
                  </a:cubicBezTo>
                  <a:lnTo>
                    <a:pt x="30672" y="21706"/>
                  </a:lnTo>
                  <a:lnTo>
                    <a:pt x="30672" y="75331"/>
                  </a:lnTo>
                  <a:cubicBezTo>
                    <a:pt x="30672" y="107251"/>
                    <a:pt x="56870" y="130872"/>
                    <a:pt x="74123" y="146193"/>
                  </a:cubicBezTo>
                  <a:lnTo>
                    <a:pt x="77957" y="149385"/>
                  </a:lnTo>
                  <a:cubicBezTo>
                    <a:pt x="84347" y="155131"/>
                    <a:pt x="84347" y="158323"/>
                    <a:pt x="84347" y="159600"/>
                  </a:cubicBezTo>
                  <a:lnTo>
                    <a:pt x="84347" y="221524"/>
                  </a:lnTo>
                  <a:cubicBezTo>
                    <a:pt x="84347" y="225355"/>
                    <a:pt x="86903" y="227908"/>
                    <a:pt x="90737" y="227908"/>
                  </a:cubicBezTo>
                  <a:cubicBezTo>
                    <a:pt x="94571" y="227908"/>
                    <a:pt x="97127" y="225355"/>
                    <a:pt x="97127" y="221524"/>
                  </a:cubicBezTo>
                  <a:lnTo>
                    <a:pt x="97127" y="159600"/>
                  </a:lnTo>
                  <a:lnTo>
                    <a:pt x="97127" y="159600"/>
                  </a:lnTo>
                  <a:cubicBezTo>
                    <a:pt x="97127" y="158323"/>
                    <a:pt x="97127" y="155131"/>
                    <a:pt x="103517" y="149385"/>
                  </a:cubicBezTo>
                  <a:lnTo>
                    <a:pt x="107351" y="146193"/>
                  </a:lnTo>
                  <a:cubicBezTo>
                    <a:pt x="124604" y="130872"/>
                    <a:pt x="150803" y="107889"/>
                    <a:pt x="150803" y="75331"/>
                  </a:cubicBezTo>
                  <a:lnTo>
                    <a:pt x="150803" y="75331"/>
                  </a:lnTo>
                  <a:lnTo>
                    <a:pt x="150803" y="21706"/>
                  </a:lnTo>
                  <a:lnTo>
                    <a:pt x="170611" y="41496"/>
                  </a:lnTo>
                  <a:cubicBezTo>
                    <a:pt x="173167" y="44050"/>
                    <a:pt x="177001" y="44050"/>
                    <a:pt x="179557" y="41496"/>
                  </a:cubicBezTo>
                  <a:cubicBezTo>
                    <a:pt x="182113" y="38942"/>
                    <a:pt x="182113" y="35112"/>
                    <a:pt x="179557" y="32558"/>
                  </a:cubicBezTo>
                  <a:lnTo>
                    <a:pt x="148886" y="1915"/>
                  </a:lnTo>
                  <a:close/>
                </a:path>
              </a:pathLst>
            </a:custGeom>
            <a:solidFill>
              <a:srgbClr val="00A3E0"/>
            </a:solidFill>
            <a:ln w="6390" cap="flat">
              <a:noFill/>
              <a:prstDash val="solid"/>
              <a:miter/>
            </a:ln>
          </p:spPr>
          <p:txBody>
            <a:bodyPr rtlCol="0" anchor="ctr"/>
            <a:lstStyle/>
            <a:p>
              <a:endParaRPr lang="en-US"/>
            </a:p>
          </p:txBody>
        </p:sp>
      </p:grpSp>
      <p:grpSp>
        <p:nvGrpSpPr>
          <p:cNvPr id="483" name="Graphic 4">
            <a:extLst>
              <a:ext uri="{FF2B5EF4-FFF2-40B4-BE49-F238E27FC236}">
                <a16:creationId xmlns:a16="http://schemas.microsoft.com/office/drawing/2014/main" id="{3FCCDF48-F8EF-F64C-AADA-84476D45344F}"/>
              </a:ext>
            </a:extLst>
          </p:cNvPr>
          <p:cNvGrpSpPr/>
          <p:nvPr/>
        </p:nvGrpSpPr>
        <p:grpSpPr>
          <a:xfrm>
            <a:off x="2560447" y="2371173"/>
            <a:ext cx="362309" cy="361971"/>
            <a:chOff x="2560447" y="2371173"/>
            <a:chExt cx="362309" cy="361971"/>
          </a:xfrm>
          <a:solidFill>
            <a:srgbClr val="00A3E0"/>
          </a:solidFill>
        </p:grpSpPr>
        <p:sp>
          <p:nvSpPr>
            <p:cNvPr id="484" name="Graphic 4">
              <a:extLst>
                <a:ext uri="{FF2B5EF4-FFF2-40B4-BE49-F238E27FC236}">
                  <a16:creationId xmlns:a16="http://schemas.microsoft.com/office/drawing/2014/main" id="{D01F4885-563C-824C-BEB1-82B7366E006C}"/>
                </a:ext>
              </a:extLst>
            </p:cNvPr>
            <p:cNvSpPr/>
            <p:nvPr/>
          </p:nvSpPr>
          <p:spPr>
            <a:xfrm>
              <a:off x="2560447"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485" name="Graphic 4">
              <a:extLst>
                <a:ext uri="{FF2B5EF4-FFF2-40B4-BE49-F238E27FC236}">
                  <a16:creationId xmlns:a16="http://schemas.microsoft.com/office/drawing/2014/main" id="{F6BC8D25-0D65-CB4B-86F0-E07686FC2A98}"/>
                </a:ext>
              </a:extLst>
            </p:cNvPr>
            <p:cNvSpPr/>
            <p:nvPr/>
          </p:nvSpPr>
          <p:spPr>
            <a:xfrm>
              <a:off x="2619235" y="2562054"/>
              <a:ext cx="112462" cy="111719"/>
            </a:xfrm>
            <a:custGeom>
              <a:avLst/>
              <a:gdLst>
                <a:gd name="connsiteX0" fmla="*/ 106073 w 112462"/>
                <a:gd name="connsiteY0" fmla="*/ 0 h 111719"/>
                <a:gd name="connsiteX1" fmla="*/ 6390 w 112462"/>
                <a:gd name="connsiteY1" fmla="*/ 0 h 111719"/>
                <a:gd name="connsiteX2" fmla="*/ 0 w 112462"/>
                <a:gd name="connsiteY2" fmla="*/ 6384 h 111719"/>
                <a:gd name="connsiteX3" fmla="*/ 6390 w 112462"/>
                <a:gd name="connsiteY3" fmla="*/ 12768 h 111719"/>
                <a:gd name="connsiteX4" fmla="*/ 99683 w 112462"/>
                <a:gd name="connsiteY4" fmla="*/ 12768 h 111719"/>
                <a:gd name="connsiteX5" fmla="*/ 99683 w 112462"/>
                <a:gd name="connsiteY5" fmla="*/ 105336 h 111719"/>
                <a:gd name="connsiteX6" fmla="*/ 106073 w 112462"/>
                <a:gd name="connsiteY6" fmla="*/ 111720 h 111719"/>
                <a:gd name="connsiteX7" fmla="*/ 112463 w 112462"/>
                <a:gd name="connsiteY7" fmla="*/ 105336 h 111719"/>
                <a:gd name="connsiteX8" fmla="*/ 112463 w 112462"/>
                <a:gd name="connsiteY8" fmla="*/ 6384 h 111719"/>
                <a:gd name="connsiteX9" fmla="*/ 106073 w 112462"/>
                <a:gd name="connsiteY9" fmla="*/ 0 h 11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62" h="111719">
                  <a:moveTo>
                    <a:pt x="106073" y="0"/>
                  </a:moveTo>
                  <a:lnTo>
                    <a:pt x="6390" y="0"/>
                  </a:lnTo>
                  <a:cubicBezTo>
                    <a:pt x="2556" y="0"/>
                    <a:pt x="0" y="2554"/>
                    <a:pt x="0" y="6384"/>
                  </a:cubicBezTo>
                  <a:cubicBezTo>
                    <a:pt x="0" y="10214"/>
                    <a:pt x="2556" y="12768"/>
                    <a:pt x="6390" y="12768"/>
                  </a:cubicBezTo>
                  <a:lnTo>
                    <a:pt x="99683" y="12768"/>
                  </a:lnTo>
                  <a:lnTo>
                    <a:pt x="99683" y="105336"/>
                  </a:lnTo>
                  <a:cubicBezTo>
                    <a:pt x="99683" y="109166"/>
                    <a:pt x="102239" y="111720"/>
                    <a:pt x="106073" y="111720"/>
                  </a:cubicBezTo>
                  <a:cubicBezTo>
                    <a:pt x="109907" y="111720"/>
                    <a:pt x="112463" y="109166"/>
                    <a:pt x="112463" y="105336"/>
                  </a:cubicBezTo>
                  <a:lnTo>
                    <a:pt x="112463" y="6384"/>
                  </a:lnTo>
                  <a:cubicBezTo>
                    <a:pt x="112463" y="3192"/>
                    <a:pt x="109268" y="0"/>
                    <a:pt x="106073" y="0"/>
                  </a:cubicBezTo>
                  <a:close/>
                </a:path>
              </a:pathLst>
            </a:custGeom>
            <a:solidFill>
              <a:srgbClr val="00A3E0"/>
            </a:solidFill>
            <a:ln w="6390" cap="flat">
              <a:noFill/>
              <a:prstDash val="solid"/>
              <a:miter/>
            </a:ln>
          </p:spPr>
          <p:txBody>
            <a:bodyPr rtlCol="0" anchor="ctr"/>
            <a:lstStyle/>
            <a:p>
              <a:endParaRPr lang="en-US"/>
            </a:p>
          </p:txBody>
        </p:sp>
        <p:sp>
          <p:nvSpPr>
            <p:cNvPr id="486" name="Graphic 4">
              <a:extLst>
                <a:ext uri="{FF2B5EF4-FFF2-40B4-BE49-F238E27FC236}">
                  <a16:creationId xmlns:a16="http://schemas.microsoft.com/office/drawing/2014/main" id="{E834F7B9-A2BB-0841-A594-6F259B09AF95}"/>
                </a:ext>
              </a:extLst>
            </p:cNvPr>
            <p:cNvSpPr/>
            <p:nvPr/>
          </p:nvSpPr>
          <p:spPr>
            <a:xfrm>
              <a:off x="2751506" y="2429906"/>
              <a:ext cx="112462" cy="111719"/>
            </a:xfrm>
            <a:custGeom>
              <a:avLst/>
              <a:gdLst>
                <a:gd name="connsiteX0" fmla="*/ 106073 w 112462"/>
                <a:gd name="connsiteY0" fmla="*/ 98952 h 111719"/>
                <a:gd name="connsiteX1" fmla="*/ 12780 w 112462"/>
                <a:gd name="connsiteY1" fmla="*/ 98952 h 111719"/>
                <a:gd name="connsiteX2" fmla="*/ 12780 w 112462"/>
                <a:gd name="connsiteY2" fmla="*/ 6384 h 111719"/>
                <a:gd name="connsiteX3" fmla="*/ 6390 w 112462"/>
                <a:gd name="connsiteY3" fmla="*/ 0 h 111719"/>
                <a:gd name="connsiteX4" fmla="*/ 0 w 112462"/>
                <a:gd name="connsiteY4" fmla="*/ 6384 h 111719"/>
                <a:gd name="connsiteX5" fmla="*/ 0 w 112462"/>
                <a:gd name="connsiteY5" fmla="*/ 105336 h 111719"/>
                <a:gd name="connsiteX6" fmla="*/ 6390 w 112462"/>
                <a:gd name="connsiteY6" fmla="*/ 111720 h 111719"/>
                <a:gd name="connsiteX7" fmla="*/ 106073 w 112462"/>
                <a:gd name="connsiteY7" fmla="*/ 111720 h 111719"/>
                <a:gd name="connsiteX8" fmla="*/ 112463 w 112462"/>
                <a:gd name="connsiteY8" fmla="*/ 105336 h 111719"/>
                <a:gd name="connsiteX9" fmla="*/ 106073 w 112462"/>
                <a:gd name="connsiteY9" fmla="*/ 98952 h 111719"/>
                <a:gd name="connsiteX10" fmla="*/ 106073 w 112462"/>
                <a:gd name="connsiteY10" fmla="*/ 98952 h 11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2462" h="111719">
                  <a:moveTo>
                    <a:pt x="106073" y="98952"/>
                  </a:moveTo>
                  <a:lnTo>
                    <a:pt x="12780" y="98952"/>
                  </a:lnTo>
                  <a:lnTo>
                    <a:pt x="12780" y="6384"/>
                  </a:lnTo>
                  <a:cubicBezTo>
                    <a:pt x="12780" y="2554"/>
                    <a:pt x="10224" y="0"/>
                    <a:pt x="6390" y="0"/>
                  </a:cubicBezTo>
                  <a:cubicBezTo>
                    <a:pt x="2556" y="0"/>
                    <a:pt x="0" y="2554"/>
                    <a:pt x="0" y="6384"/>
                  </a:cubicBezTo>
                  <a:lnTo>
                    <a:pt x="0" y="105336"/>
                  </a:lnTo>
                  <a:cubicBezTo>
                    <a:pt x="0" y="109166"/>
                    <a:pt x="2556" y="111720"/>
                    <a:pt x="6390" y="111720"/>
                  </a:cubicBezTo>
                  <a:lnTo>
                    <a:pt x="106073" y="111720"/>
                  </a:lnTo>
                  <a:cubicBezTo>
                    <a:pt x="109907" y="111720"/>
                    <a:pt x="112463" y="109166"/>
                    <a:pt x="112463" y="105336"/>
                  </a:cubicBezTo>
                  <a:cubicBezTo>
                    <a:pt x="112463" y="101505"/>
                    <a:pt x="109907" y="98952"/>
                    <a:pt x="106073" y="98952"/>
                  </a:cubicBezTo>
                  <a:lnTo>
                    <a:pt x="106073" y="98952"/>
                  </a:lnTo>
                  <a:close/>
                </a:path>
              </a:pathLst>
            </a:custGeom>
            <a:solidFill>
              <a:srgbClr val="00A3E0"/>
            </a:solidFill>
            <a:ln w="6390" cap="flat">
              <a:noFill/>
              <a:prstDash val="solid"/>
              <a:miter/>
            </a:ln>
          </p:spPr>
          <p:txBody>
            <a:bodyPr rtlCol="0" anchor="ctr"/>
            <a:lstStyle/>
            <a:p>
              <a:endParaRPr lang="en-US"/>
            </a:p>
          </p:txBody>
        </p:sp>
      </p:grpSp>
      <p:grpSp>
        <p:nvGrpSpPr>
          <p:cNvPr id="487" name="Graphic 4">
            <a:extLst>
              <a:ext uri="{FF2B5EF4-FFF2-40B4-BE49-F238E27FC236}">
                <a16:creationId xmlns:a16="http://schemas.microsoft.com/office/drawing/2014/main" id="{309866F9-35DB-474D-9699-D32DE18FB484}"/>
              </a:ext>
            </a:extLst>
          </p:cNvPr>
          <p:cNvGrpSpPr/>
          <p:nvPr/>
        </p:nvGrpSpPr>
        <p:grpSpPr>
          <a:xfrm>
            <a:off x="467104" y="918179"/>
            <a:ext cx="362309" cy="361971"/>
            <a:chOff x="467104" y="918179"/>
            <a:chExt cx="362309" cy="361971"/>
          </a:xfrm>
          <a:solidFill>
            <a:srgbClr val="00A3E0"/>
          </a:solidFill>
        </p:grpSpPr>
        <p:sp>
          <p:nvSpPr>
            <p:cNvPr id="488" name="Graphic 4">
              <a:extLst>
                <a:ext uri="{FF2B5EF4-FFF2-40B4-BE49-F238E27FC236}">
                  <a16:creationId xmlns:a16="http://schemas.microsoft.com/office/drawing/2014/main" id="{82793024-7E2B-384D-A846-53DC3793A89C}"/>
                </a:ext>
              </a:extLst>
            </p:cNvPr>
            <p:cNvSpPr/>
            <p:nvPr/>
          </p:nvSpPr>
          <p:spPr>
            <a:xfrm>
              <a:off x="467104" y="918179"/>
              <a:ext cx="362309" cy="361971"/>
            </a:xfrm>
            <a:custGeom>
              <a:avLst/>
              <a:gdLst>
                <a:gd name="connsiteX0" fmla="*/ 181474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1474 w 362309"/>
                <a:gd name="connsiteY4" fmla="*/ 0 h 361971"/>
                <a:gd name="connsiteX5" fmla="*/ 181474 w 362309"/>
                <a:gd name="connsiteY5" fmla="*/ 0 h 361971"/>
                <a:gd name="connsiteX6" fmla="*/ 181474 w 362309"/>
                <a:gd name="connsiteY6" fmla="*/ 349204 h 361971"/>
                <a:gd name="connsiteX7" fmla="*/ 13419 w 362309"/>
                <a:gd name="connsiteY7" fmla="*/ 180667 h 361971"/>
                <a:gd name="connsiteX8" fmla="*/ 181474 w 362309"/>
                <a:gd name="connsiteY8" fmla="*/ 12768 h 361971"/>
                <a:gd name="connsiteX9" fmla="*/ 349530 w 362309"/>
                <a:gd name="connsiteY9" fmla="*/ 180667 h 361971"/>
                <a:gd name="connsiteX10" fmla="*/ 181474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1474" y="0"/>
                  </a:moveTo>
                  <a:cubicBezTo>
                    <a:pt x="81152" y="0"/>
                    <a:pt x="0" y="81077"/>
                    <a:pt x="0" y="181305"/>
                  </a:cubicBezTo>
                  <a:cubicBezTo>
                    <a:pt x="0" y="281534"/>
                    <a:pt x="81152" y="361972"/>
                    <a:pt x="181474" y="361972"/>
                  </a:cubicBezTo>
                  <a:cubicBezTo>
                    <a:pt x="281796" y="361972"/>
                    <a:pt x="362309" y="280895"/>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768"/>
                    <a:pt x="181474" y="12768"/>
                  </a:cubicBezTo>
                  <a:cubicBezTo>
                    <a:pt x="274128" y="12768"/>
                    <a:pt x="349530" y="88099"/>
                    <a:pt x="349530" y="180667"/>
                  </a:cubicBezTo>
                  <a:cubicBezTo>
                    <a:pt x="349530" y="273873"/>
                    <a:pt x="274128"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489" name="Graphic 4">
              <a:extLst>
                <a:ext uri="{FF2B5EF4-FFF2-40B4-BE49-F238E27FC236}">
                  <a16:creationId xmlns:a16="http://schemas.microsoft.com/office/drawing/2014/main" id="{DD402D90-4B4F-5E4C-BA40-E67AFBB15951}"/>
                </a:ext>
              </a:extLst>
            </p:cNvPr>
            <p:cNvSpPr/>
            <p:nvPr/>
          </p:nvSpPr>
          <p:spPr>
            <a:xfrm>
              <a:off x="541227" y="1010747"/>
              <a:ext cx="215340" cy="115550"/>
            </a:xfrm>
            <a:custGeom>
              <a:avLst/>
              <a:gdLst>
                <a:gd name="connsiteX0" fmla="*/ 204478 w 215340"/>
                <a:gd name="connsiteY0" fmla="*/ 1915 h 115550"/>
                <a:gd name="connsiteX1" fmla="*/ 106712 w 215340"/>
                <a:gd name="connsiteY1" fmla="*/ 100228 h 115550"/>
                <a:gd name="connsiteX2" fmla="*/ 10863 w 215340"/>
                <a:gd name="connsiteY2" fmla="*/ 1915 h 115550"/>
                <a:gd name="connsiteX3" fmla="*/ 1917 w 215340"/>
                <a:gd name="connsiteY3" fmla="*/ 1915 h 115550"/>
                <a:gd name="connsiteX4" fmla="*/ 1917 w 215340"/>
                <a:gd name="connsiteY4" fmla="*/ 10853 h 115550"/>
                <a:gd name="connsiteX5" fmla="*/ 1917 w 215340"/>
                <a:gd name="connsiteY5" fmla="*/ 10853 h 115550"/>
                <a:gd name="connsiteX6" fmla="*/ 102239 w 215340"/>
                <a:gd name="connsiteY6" fmla="*/ 113635 h 115550"/>
                <a:gd name="connsiteX7" fmla="*/ 106712 w 215340"/>
                <a:gd name="connsiteY7" fmla="*/ 115550 h 115550"/>
                <a:gd name="connsiteX8" fmla="*/ 111185 w 215340"/>
                <a:gd name="connsiteY8" fmla="*/ 113635 h 115550"/>
                <a:gd name="connsiteX9" fmla="*/ 213424 w 215340"/>
                <a:gd name="connsiteY9" fmla="*/ 10853 h 115550"/>
                <a:gd name="connsiteX10" fmla="*/ 213424 w 215340"/>
                <a:gd name="connsiteY10" fmla="*/ 1915 h 115550"/>
                <a:gd name="connsiteX11" fmla="*/ 204478 w 215340"/>
                <a:gd name="connsiteY11" fmla="*/ 1915 h 11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5340" h="115550">
                  <a:moveTo>
                    <a:pt x="204478" y="1915"/>
                  </a:moveTo>
                  <a:lnTo>
                    <a:pt x="106712" y="100228"/>
                  </a:lnTo>
                  <a:lnTo>
                    <a:pt x="10863" y="1915"/>
                  </a:lnTo>
                  <a:cubicBezTo>
                    <a:pt x="8307" y="-638"/>
                    <a:pt x="4473" y="-638"/>
                    <a:pt x="1917" y="1915"/>
                  </a:cubicBezTo>
                  <a:cubicBezTo>
                    <a:pt x="-639" y="4469"/>
                    <a:pt x="-639" y="8299"/>
                    <a:pt x="1917" y="10853"/>
                  </a:cubicBezTo>
                  <a:lnTo>
                    <a:pt x="1917" y="10853"/>
                  </a:lnTo>
                  <a:lnTo>
                    <a:pt x="102239" y="113635"/>
                  </a:lnTo>
                  <a:cubicBezTo>
                    <a:pt x="103517" y="114912"/>
                    <a:pt x="104795" y="115550"/>
                    <a:pt x="106712" y="115550"/>
                  </a:cubicBezTo>
                  <a:cubicBezTo>
                    <a:pt x="108629" y="115550"/>
                    <a:pt x="109907" y="114912"/>
                    <a:pt x="111185" y="113635"/>
                  </a:cubicBezTo>
                  <a:lnTo>
                    <a:pt x="213424" y="10853"/>
                  </a:lnTo>
                  <a:cubicBezTo>
                    <a:pt x="215980" y="8299"/>
                    <a:pt x="215980" y="4469"/>
                    <a:pt x="213424" y="1915"/>
                  </a:cubicBezTo>
                  <a:cubicBezTo>
                    <a:pt x="210868" y="-638"/>
                    <a:pt x="206395" y="-638"/>
                    <a:pt x="204478" y="1915"/>
                  </a:cubicBezTo>
                  <a:close/>
                </a:path>
              </a:pathLst>
            </a:custGeom>
            <a:solidFill>
              <a:srgbClr val="00A3E0"/>
            </a:solidFill>
            <a:ln w="6390" cap="flat">
              <a:noFill/>
              <a:prstDash val="solid"/>
              <a:miter/>
            </a:ln>
          </p:spPr>
          <p:txBody>
            <a:bodyPr rtlCol="0" anchor="ctr"/>
            <a:lstStyle/>
            <a:p>
              <a:endParaRPr lang="en-US"/>
            </a:p>
          </p:txBody>
        </p:sp>
        <p:sp>
          <p:nvSpPr>
            <p:cNvPr id="490" name="Graphic 4">
              <a:extLst>
                <a:ext uri="{FF2B5EF4-FFF2-40B4-BE49-F238E27FC236}">
                  <a16:creationId xmlns:a16="http://schemas.microsoft.com/office/drawing/2014/main" id="{02D34AD7-36EF-9447-8CC2-71EB9A3F6DAB}"/>
                </a:ext>
              </a:extLst>
            </p:cNvPr>
            <p:cNvSpPr/>
            <p:nvPr/>
          </p:nvSpPr>
          <p:spPr>
            <a:xfrm>
              <a:off x="541227" y="1084162"/>
              <a:ext cx="215340" cy="115550"/>
            </a:xfrm>
            <a:custGeom>
              <a:avLst/>
              <a:gdLst>
                <a:gd name="connsiteX0" fmla="*/ 204478 w 215340"/>
                <a:gd name="connsiteY0" fmla="*/ 1915 h 115550"/>
                <a:gd name="connsiteX1" fmla="*/ 106712 w 215340"/>
                <a:gd name="connsiteY1" fmla="*/ 100228 h 115550"/>
                <a:gd name="connsiteX2" fmla="*/ 10863 w 215340"/>
                <a:gd name="connsiteY2" fmla="*/ 1915 h 115550"/>
                <a:gd name="connsiteX3" fmla="*/ 1917 w 215340"/>
                <a:gd name="connsiteY3" fmla="*/ 1915 h 115550"/>
                <a:gd name="connsiteX4" fmla="*/ 1917 w 215340"/>
                <a:gd name="connsiteY4" fmla="*/ 10853 h 115550"/>
                <a:gd name="connsiteX5" fmla="*/ 102239 w 215340"/>
                <a:gd name="connsiteY5" fmla="*/ 113635 h 115550"/>
                <a:gd name="connsiteX6" fmla="*/ 106712 w 215340"/>
                <a:gd name="connsiteY6" fmla="*/ 115550 h 115550"/>
                <a:gd name="connsiteX7" fmla="*/ 106712 w 215340"/>
                <a:gd name="connsiteY7" fmla="*/ 115550 h 115550"/>
                <a:gd name="connsiteX8" fmla="*/ 111185 w 215340"/>
                <a:gd name="connsiteY8" fmla="*/ 113635 h 115550"/>
                <a:gd name="connsiteX9" fmla="*/ 213424 w 215340"/>
                <a:gd name="connsiteY9" fmla="*/ 10853 h 115550"/>
                <a:gd name="connsiteX10" fmla="*/ 213424 w 215340"/>
                <a:gd name="connsiteY10" fmla="*/ 1915 h 115550"/>
                <a:gd name="connsiteX11" fmla="*/ 204478 w 215340"/>
                <a:gd name="connsiteY11" fmla="*/ 1915 h 115550"/>
                <a:gd name="connsiteX12" fmla="*/ 204478 w 215340"/>
                <a:gd name="connsiteY12" fmla="*/ 1915 h 11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5340" h="115550">
                  <a:moveTo>
                    <a:pt x="204478" y="1915"/>
                  </a:moveTo>
                  <a:lnTo>
                    <a:pt x="106712" y="100228"/>
                  </a:lnTo>
                  <a:lnTo>
                    <a:pt x="10863" y="1915"/>
                  </a:lnTo>
                  <a:cubicBezTo>
                    <a:pt x="8307" y="-638"/>
                    <a:pt x="4473" y="-638"/>
                    <a:pt x="1917" y="1915"/>
                  </a:cubicBezTo>
                  <a:cubicBezTo>
                    <a:pt x="-639" y="4469"/>
                    <a:pt x="-639" y="8299"/>
                    <a:pt x="1917" y="10853"/>
                  </a:cubicBezTo>
                  <a:lnTo>
                    <a:pt x="102239" y="113635"/>
                  </a:lnTo>
                  <a:cubicBezTo>
                    <a:pt x="103517" y="114912"/>
                    <a:pt x="104795" y="115550"/>
                    <a:pt x="106712" y="115550"/>
                  </a:cubicBezTo>
                  <a:lnTo>
                    <a:pt x="106712" y="115550"/>
                  </a:lnTo>
                  <a:cubicBezTo>
                    <a:pt x="108629" y="115550"/>
                    <a:pt x="109907" y="114912"/>
                    <a:pt x="111185" y="113635"/>
                  </a:cubicBezTo>
                  <a:lnTo>
                    <a:pt x="213424" y="10853"/>
                  </a:lnTo>
                  <a:cubicBezTo>
                    <a:pt x="215980" y="8299"/>
                    <a:pt x="215980" y="4469"/>
                    <a:pt x="213424" y="1915"/>
                  </a:cubicBezTo>
                  <a:cubicBezTo>
                    <a:pt x="210868" y="-638"/>
                    <a:pt x="206395" y="-638"/>
                    <a:pt x="204478" y="1915"/>
                  </a:cubicBezTo>
                  <a:lnTo>
                    <a:pt x="204478" y="1915"/>
                  </a:lnTo>
                  <a:close/>
                </a:path>
              </a:pathLst>
            </a:custGeom>
            <a:solidFill>
              <a:srgbClr val="00A3E0"/>
            </a:solidFill>
            <a:ln w="6390" cap="flat">
              <a:noFill/>
              <a:prstDash val="solid"/>
              <a:miter/>
            </a:ln>
          </p:spPr>
          <p:txBody>
            <a:bodyPr rtlCol="0" anchor="ctr"/>
            <a:lstStyle/>
            <a:p>
              <a:endParaRPr lang="en-US"/>
            </a:p>
          </p:txBody>
        </p:sp>
      </p:grpSp>
      <p:grpSp>
        <p:nvGrpSpPr>
          <p:cNvPr id="491" name="Graphic 4">
            <a:extLst>
              <a:ext uri="{FF2B5EF4-FFF2-40B4-BE49-F238E27FC236}">
                <a16:creationId xmlns:a16="http://schemas.microsoft.com/office/drawing/2014/main" id="{FE16562B-A304-CA41-83A2-EB5149C10B17}"/>
              </a:ext>
            </a:extLst>
          </p:cNvPr>
          <p:cNvGrpSpPr/>
          <p:nvPr/>
        </p:nvGrpSpPr>
        <p:grpSpPr>
          <a:xfrm>
            <a:off x="1515054" y="918179"/>
            <a:ext cx="362309" cy="361971"/>
            <a:chOff x="1515054" y="918179"/>
            <a:chExt cx="362309" cy="361971"/>
          </a:xfrm>
          <a:solidFill>
            <a:srgbClr val="00A3E0"/>
          </a:solidFill>
        </p:grpSpPr>
        <p:sp>
          <p:nvSpPr>
            <p:cNvPr id="492" name="Graphic 4">
              <a:extLst>
                <a:ext uri="{FF2B5EF4-FFF2-40B4-BE49-F238E27FC236}">
                  <a16:creationId xmlns:a16="http://schemas.microsoft.com/office/drawing/2014/main" id="{057FA099-C7F6-8D45-8AEC-52C54341ABC8}"/>
                </a:ext>
              </a:extLst>
            </p:cNvPr>
            <p:cNvSpPr/>
            <p:nvPr/>
          </p:nvSpPr>
          <p:spPr>
            <a:xfrm>
              <a:off x="1515054" y="918179"/>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0835 w 362309"/>
                <a:gd name="connsiteY8" fmla="*/ 12768 h 361971"/>
                <a:gd name="connsiteX9" fmla="*/ 349529 w 362309"/>
                <a:gd name="connsiteY9" fmla="*/ 180667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0518" y="0"/>
                    <a:pt x="180835" y="0"/>
                  </a:cubicBezTo>
                  <a:lnTo>
                    <a:pt x="180835" y="0"/>
                  </a:lnTo>
                  <a:close/>
                  <a:moveTo>
                    <a:pt x="180835" y="349204"/>
                  </a:moveTo>
                  <a:cubicBezTo>
                    <a:pt x="87542" y="349204"/>
                    <a:pt x="12780" y="273873"/>
                    <a:pt x="12780" y="180667"/>
                  </a:cubicBezTo>
                  <a:cubicBezTo>
                    <a:pt x="12780" y="87461"/>
                    <a:pt x="88181" y="12768"/>
                    <a:pt x="180835" y="12768"/>
                  </a:cubicBezTo>
                  <a:cubicBezTo>
                    <a:pt x="274128" y="12768"/>
                    <a:pt x="349529" y="88099"/>
                    <a:pt x="349529" y="180667"/>
                  </a:cubicBezTo>
                  <a:cubicBezTo>
                    <a:pt x="348891" y="273873"/>
                    <a:pt x="273489" y="349204"/>
                    <a:pt x="180835" y="349204"/>
                  </a:cubicBezTo>
                  <a:close/>
                </a:path>
              </a:pathLst>
            </a:custGeom>
            <a:solidFill>
              <a:srgbClr val="00A3E0"/>
            </a:solidFill>
            <a:ln w="6390" cap="flat">
              <a:noFill/>
              <a:prstDash val="solid"/>
              <a:miter/>
            </a:ln>
          </p:spPr>
          <p:txBody>
            <a:bodyPr rtlCol="0" anchor="ctr"/>
            <a:lstStyle/>
            <a:p>
              <a:endParaRPr lang="en-US"/>
            </a:p>
          </p:txBody>
        </p:sp>
        <p:sp>
          <p:nvSpPr>
            <p:cNvPr id="493" name="Graphic 4">
              <a:extLst>
                <a:ext uri="{FF2B5EF4-FFF2-40B4-BE49-F238E27FC236}">
                  <a16:creationId xmlns:a16="http://schemas.microsoft.com/office/drawing/2014/main" id="{7A69C405-6457-1F47-AC73-ED806D4D3F49}"/>
                </a:ext>
              </a:extLst>
            </p:cNvPr>
            <p:cNvSpPr/>
            <p:nvPr/>
          </p:nvSpPr>
          <p:spPr>
            <a:xfrm>
              <a:off x="1587899" y="1071394"/>
              <a:ext cx="215340" cy="115550"/>
            </a:xfrm>
            <a:custGeom>
              <a:avLst/>
              <a:gdLst>
                <a:gd name="connsiteX0" fmla="*/ 113102 w 215340"/>
                <a:gd name="connsiteY0" fmla="*/ 1915 h 115550"/>
                <a:gd name="connsiteX1" fmla="*/ 108629 w 215340"/>
                <a:gd name="connsiteY1" fmla="*/ 0 h 115550"/>
                <a:gd name="connsiteX2" fmla="*/ 104156 w 215340"/>
                <a:gd name="connsiteY2" fmla="*/ 1915 h 115550"/>
                <a:gd name="connsiteX3" fmla="*/ 1917 w 215340"/>
                <a:gd name="connsiteY3" fmla="*/ 104697 h 115550"/>
                <a:gd name="connsiteX4" fmla="*/ 1917 w 215340"/>
                <a:gd name="connsiteY4" fmla="*/ 113635 h 115550"/>
                <a:gd name="connsiteX5" fmla="*/ 1917 w 215340"/>
                <a:gd name="connsiteY5" fmla="*/ 113635 h 115550"/>
                <a:gd name="connsiteX6" fmla="*/ 6390 w 215340"/>
                <a:gd name="connsiteY6" fmla="*/ 115550 h 115550"/>
                <a:gd name="connsiteX7" fmla="*/ 10863 w 215340"/>
                <a:gd name="connsiteY7" fmla="*/ 113635 h 115550"/>
                <a:gd name="connsiteX8" fmla="*/ 108629 w 215340"/>
                <a:gd name="connsiteY8" fmla="*/ 15322 h 115550"/>
                <a:gd name="connsiteX9" fmla="*/ 204478 w 215340"/>
                <a:gd name="connsiteY9" fmla="*/ 113635 h 115550"/>
                <a:gd name="connsiteX10" fmla="*/ 213424 w 215340"/>
                <a:gd name="connsiteY10" fmla="*/ 113635 h 115550"/>
                <a:gd name="connsiteX11" fmla="*/ 213424 w 215340"/>
                <a:gd name="connsiteY11" fmla="*/ 104697 h 115550"/>
                <a:gd name="connsiteX12" fmla="*/ 213424 w 215340"/>
                <a:gd name="connsiteY12" fmla="*/ 104697 h 115550"/>
                <a:gd name="connsiteX13" fmla="*/ 113102 w 215340"/>
                <a:gd name="connsiteY13" fmla="*/ 1915 h 11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340" h="115550">
                  <a:moveTo>
                    <a:pt x="113102" y="1915"/>
                  </a:moveTo>
                  <a:cubicBezTo>
                    <a:pt x="111824" y="638"/>
                    <a:pt x="110546" y="0"/>
                    <a:pt x="108629" y="0"/>
                  </a:cubicBezTo>
                  <a:cubicBezTo>
                    <a:pt x="106712" y="0"/>
                    <a:pt x="105434" y="638"/>
                    <a:pt x="104156" y="1915"/>
                  </a:cubicBezTo>
                  <a:lnTo>
                    <a:pt x="1917" y="104697"/>
                  </a:lnTo>
                  <a:cubicBezTo>
                    <a:pt x="-639" y="107251"/>
                    <a:pt x="-639" y="111081"/>
                    <a:pt x="1917" y="113635"/>
                  </a:cubicBezTo>
                  <a:cubicBezTo>
                    <a:pt x="1917" y="113635"/>
                    <a:pt x="1917" y="113635"/>
                    <a:pt x="1917" y="113635"/>
                  </a:cubicBezTo>
                  <a:cubicBezTo>
                    <a:pt x="3195" y="114912"/>
                    <a:pt x="4473" y="115550"/>
                    <a:pt x="6390" y="115550"/>
                  </a:cubicBezTo>
                  <a:cubicBezTo>
                    <a:pt x="8307" y="115550"/>
                    <a:pt x="9585" y="114912"/>
                    <a:pt x="10863" y="113635"/>
                  </a:cubicBezTo>
                  <a:lnTo>
                    <a:pt x="108629" y="15322"/>
                  </a:lnTo>
                  <a:lnTo>
                    <a:pt x="204478" y="113635"/>
                  </a:lnTo>
                  <a:cubicBezTo>
                    <a:pt x="207034" y="116188"/>
                    <a:pt x="210868" y="116188"/>
                    <a:pt x="213424" y="113635"/>
                  </a:cubicBezTo>
                  <a:cubicBezTo>
                    <a:pt x="215980" y="111081"/>
                    <a:pt x="215980" y="107251"/>
                    <a:pt x="213424" y="104697"/>
                  </a:cubicBezTo>
                  <a:lnTo>
                    <a:pt x="213424" y="104697"/>
                  </a:lnTo>
                  <a:lnTo>
                    <a:pt x="113102" y="1915"/>
                  </a:lnTo>
                  <a:close/>
                </a:path>
              </a:pathLst>
            </a:custGeom>
            <a:solidFill>
              <a:srgbClr val="00A3E0"/>
            </a:solidFill>
            <a:ln w="6390" cap="flat">
              <a:noFill/>
              <a:prstDash val="solid"/>
              <a:miter/>
            </a:ln>
          </p:spPr>
          <p:txBody>
            <a:bodyPr rtlCol="0" anchor="ctr"/>
            <a:lstStyle/>
            <a:p>
              <a:endParaRPr lang="en-US"/>
            </a:p>
          </p:txBody>
        </p:sp>
        <p:sp>
          <p:nvSpPr>
            <p:cNvPr id="494" name="Graphic 4">
              <a:extLst>
                <a:ext uri="{FF2B5EF4-FFF2-40B4-BE49-F238E27FC236}">
                  <a16:creationId xmlns:a16="http://schemas.microsoft.com/office/drawing/2014/main" id="{218E3635-40F1-F241-8D0D-55B775C8B8F8}"/>
                </a:ext>
              </a:extLst>
            </p:cNvPr>
            <p:cNvSpPr/>
            <p:nvPr/>
          </p:nvSpPr>
          <p:spPr>
            <a:xfrm>
              <a:off x="1587899" y="997979"/>
              <a:ext cx="215340" cy="115550"/>
            </a:xfrm>
            <a:custGeom>
              <a:avLst/>
              <a:gdLst>
                <a:gd name="connsiteX0" fmla="*/ 113102 w 215340"/>
                <a:gd name="connsiteY0" fmla="*/ 1915 h 115550"/>
                <a:gd name="connsiteX1" fmla="*/ 108629 w 215340"/>
                <a:gd name="connsiteY1" fmla="*/ 0 h 115550"/>
                <a:gd name="connsiteX2" fmla="*/ 108629 w 215340"/>
                <a:gd name="connsiteY2" fmla="*/ 0 h 115550"/>
                <a:gd name="connsiteX3" fmla="*/ 104156 w 215340"/>
                <a:gd name="connsiteY3" fmla="*/ 1915 h 115550"/>
                <a:gd name="connsiteX4" fmla="*/ 1917 w 215340"/>
                <a:gd name="connsiteY4" fmla="*/ 104697 h 115550"/>
                <a:gd name="connsiteX5" fmla="*/ 1917 w 215340"/>
                <a:gd name="connsiteY5" fmla="*/ 113635 h 115550"/>
                <a:gd name="connsiteX6" fmla="*/ 6390 w 215340"/>
                <a:gd name="connsiteY6" fmla="*/ 115550 h 115550"/>
                <a:gd name="connsiteX7" fmla="*/ 10863 w 215340"/>
                <a:gd name="connsiteY7" fmla="*/ 113635 h 115550"/>
                <a:gd name="connsiteX8" fmla="*/ 108629 w 215340"/>
                <a:gd name="connsiteY8" fmla="*/ 15322 h 115550"/>
                <a:gd name="connsiteX9" fmla="*/ 204478 w 215340"/>
                <a:gd name="connsiteY9" fmla="*/ 113635 h 115550"/>
                <a:gd name="connsiteX10" fmla="*/ 213424 w 215340"/>
                <a:gd name="connsiteY10" fmla="*/ 113635 h 115550"/>
                <a:gd name="connsiteX11" fmla="*/ 213424 w 215340"/>
                <a:gd name="connsiteY11" fmla="*/ 104697 h 115550"/>
                <a:gd name="connsiteX12" fmla="*/ 213424 w 215340"/>
                <a:gd name="connsiteY12" fmla="*/ 104697 h 115550"/>
                <a:gd name="connsiteX13" fmla="*/ 113102 w 215340"/>
                <a:gd name="connsiteY13" fmla="*/ 1915 h 11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340" h="115550">
                  <a:moveTo>
                    <a:pt x="113102" y="1915"/>
                  </a:moveTo>
                  <a:cubicBezTo>
                    <a:pt x="111824" y="638"/>
                    <a:pt x="110546" y="0"/>
                    <a:pt x="108629" y="0"/>
                  </a:cubicBezTo>
                  <a:lnTo>
                    <a:pt x="108629" y="0"/>
                  </a:lnTo>
                  <a:cubicBezTo>
                    <a:pt x="106712" y="0"/>
                    <a:pt x="105434" y="638"/>
                    <a:pt x="104156" y="1915"/>
                  </a:cubicBezTo>
                  <a:lnTo>
                    <a:pt x="1917" y="104697"/>
                  </a:lnTo>
                  <a:cubicBezTo>
                    <a:pt x="-639" y="107251"/>
                    <a:pt x="-639" y="111081"/>
                    <a:pt x="1917" y="113635"/>
                  </a:cubicBezTo>
                  <a:cubicBezTo>
                    <a:pt x="3195" y="114912"/>
                    <a:pt x="4473" y="115550"/>
                    <a:pt x="6390" y="115550"/>
                  </a:cubicBezTo>
                  <a:cubicBezTo>
                    <a:pt x="8307" y="115550"/>
                    <a:pt x="9585" y="114912"/>
                    <a:pt x="10863" y="113635"/>
                  </a:cubicBezTo>
                  <a:lnTo>
                    <a:pt x="108629" y="15322"/>
                  </a:lnTo>
                  <a:lnTo>
                    <a:pt x="204478" y="113635"/>
                  </a:lnTo>
                  <a:cubicBezTo>
                    <a:pt x="207034" y="116188"/>
                    <a:pt x="210868" y="116188"/>
                    <a:pt x="213424" y="113635"/>
                  </a:cubicBezTo>
                  <a:cubicBezTo>
                    <a:pt x="215980" y="111081"/>
                    <a:pt x="215980" y="107251"/>
                    <a:pt x="213424" y="104697"/>
                  </a:cubicBezTo>
                  <a:cubicBezTo>
                    <a:pt x="213424" y="104697"/>
                    <a:pt x="213424" y="104697"/>
                    <a:pt x="213424" y="104697"/>
                  </a:cubicBezTo>
                  <a:lnTo>
                    <a:pt x="113102" y="1915"/>
                  </a:lnTo>
                  <a:close/>
                </a:path>
              </a:pathLst>
            </a:custGeom>
            <a:solidFill>
              <a:srgbClr val="00A3E0"/>
            </a:solidFill>
            <a:ln w="6390" cap="flat">
              <a:noFill/>
              <a:prstDash val="solid"/>
              <a:miter/>
            </a:ln>
          </p:spPr>
          <p:txBody>
            <a:bodyPr rtlCol="0" anchor="ctr"/>
            <a:lstStyle/>
            <a:p>
              <a:endParaRPr lang="en-US"/>
            </a:p>
          </p:txBody>
        </p:sp>
      </p:grpSp>
      <p:grpSp>
        <p:nvGrpSpPr>
          <p:cNvPr id="495" name="Graphic 4">
            <a:extLst>
              <a:ext uri="{FF2B5EF4-FFF2-40B4-BE49-F238E27FC236}">
                <a16:creationId xmlns:a16="http://schemas.microsoft.com/office/drawing/2014/main" id="{BB895109-EDFA-334A-8011-82065D36F48F}"/>
              </a:ext>
            </a:extLst>
          </p:cNvPr>
          <p:cNvGrpSpPr/>
          <p:nvPr/>
        </p:nvGrpSpPr>
        <p:grpSpPr>
          <a:xfrm>
            <a:off x="2560447" y="918179"/>
            <a:ext cx="362309" cy="361971"/>
            <a:chOff x="2560447" y="918179"/>
            <a:chExt cx="362309" cy="361971"/>
          </a:xfrm>
          <a:solidFill>
            <a:srgbClr val="00A3E0"/>
          </a:solidFill>
        </p:grpSpPr>
        <p:sp>
          <p:nvSpPr>
            <p:cNvPr id="496" name="Graphic 4">
              <a:extLst>
                <a:ext uri="{FF2B5EF4-FFF2-40B4-BE49-F238E27FC236}">
                  <a16:creationId xmlns:a16="http://schemas.microsoft.com/office/drawing/2014/main" id="{FDC33647-974D-5247-BE10-674C729D076C}"/>
                </a:ext>
              </a:extLst>
            </p:cNvPr>
            <p:cNvSpPr/>
            <p:nvPr/>
          </p:nvSpPr>
          <p:spPr>
            <a:xfrm>
              <a:off x="2560447" y="91817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81474" y="349204"/>
                  </a:moveTo>
                  <a:cubicBezTo>
                    <a:pt x="88181" y="349204"/>
                    <a:pt x="12780" y="273873"/>
                    <a:pt x="12780" y="181305"/>
                  </a:cubicBezTo>
                  <a:cubicBezTo>
                    <a:pt x="12780" y="88737"/>
                    <a:pt x="88181" y="12768"/>
                    <a:pt x="180835" y="12768"/>
                  </a:cubicBezTo>
                  <a:cubicBezTo>
                    <a:pt x="273489" y="12768"/>
                    <a:pt x="349529" y="88099"/>
                    <a:pt x="349529" y="180667"/>
                  </a:cubicBezTo>
                  <a:cubicBezTo>
                    <a:pt x="349529" y="180667"/>
                    <a:pt x="349529" y="180667"/>
                    <a:pt x="349529" y="180667"/>
                  </a:cubicBezTo>
                  <a:cubicBezTo>
                    <a:pt x="349529" y="273873"/>
                    <a:pt x="274128" y="348565"/>
                    <a:pt x="181474" y="349204"/>
                  </a:cubicBezTo>
                  <a:close/>
                </a:path>
              </a:pathLst>
            </a:custGeom>
            <a:solidFill>
              <a:srgbClr val="00A3E0"/>
            </a:solidFill>
            <a:ln w="6390" cap="flat">
              <a:noFill/>
              <a:prstDash val="solid"/>
              <a:miter/>
            </a:ln>
          </p:spPr>
          <p:txBody>
            <a:bodyPr rtlCol="0" anchor="ctr"/>
            <a:lstStyle/>
            <a:p>
              <a:endParaRPr lang="en-US"/>
            </a:p>
          </p:txBody>
        </p:sp>
        <p:sp>
          <p:nvSpPr>
            <p:cNvPr id="497" name="Graphic 4">
              <a:extLst>
                <a:ext uri="{FF2B5EF4-FFF2-40B4-BE49-F238E27FC236}">
                  <a16:creationId xmlns:a16="http://schemas.microsoft.com/office/drawing/2014/main" id="{C2A4B7CB-53CB-1D46-8B20-FD28F3BBD9A9}"/>
                </a:ext>
              </a:extLst>
            </p:cNvPr>
            <p:cNvSpPr/>
            <p:nvPr/>
          </p:nvSpPr>
          <p:spPr>
            <a:xfrm>
              <a:off x="2653740" y="991595"/>
              <a:ext cx="115657" cy="215140"/>
            </a:xfrm>
            <a:custGeom>
              <a:avLst/>
              <a:gdLst>
                <a:gd name="connsiteX0" fmla="*/ 115658 w 115657"/>
                <a:gd name="connsiteY0" fmla="*/ 108528 h 215140"/>
                <a:gd name="connsiteX1" fmla="*/ 113741 w 115657"/>
                <a:gd name="connsiteY1" fmla="*/ 104059 h 215140"/>
                <a:gd name="connsiteX2" fmla="*/ 10863 w 115657"/>
                <a:gd name="connsiteY2" fmla="*/ 1915 h 215140"/>
                <a:gd name="connsiteX3" fmla="*/ 1917 w 115657"/>
                <a:gd name="connsiteY3" fmla="*/ 1915 h 215140"/>
                <a:gd name="connsiteX4" fmla="*/ 1917 w 115657"/>
                <a:gd name="connsiteY4" fmla="*/ 10853 h 215140"/>
                <a:gd name="connsiteX5" fmla="*/ 1917 w 115657"/>
                <a:gd name="connsiteY5" fmla="*/ 10853 h 215140"/>
                <a:gd name="connsiteX6" fmla="*/ 100322 w 115657"/>
                <a:gd name="connsiteY6" fmla="*/ 108528 h 215140"/>
                <a:gd name="connsiteX7" fmla="*/ 1917 w 115657"/>
                <a:gd name="connsiteY7" fmla="*/ 204287 h 215140"/>
                <a:gd name="connsiteX8" fmla="*/ 1917 w 115657"/>
                <a:gd name="connsiteY8" fmla="*/ 213225 h 215140"/>
                <a:gd name="connsiteX9" fmla="*/ 10863 w 115657"/>
                <a:gd name="connsiteY9" fmla="*/ 213225 h 215140"/>
                <a:gd name="connsiteX10" fmla="*/ 10863 w 115657"/>
                <a:gd name="connsiteY10" fmla="*/ 213225 h 215140"/>
                <a:gd name="connsiteX11" fmla="*/ 113741 w 115657"/>
                <a:gd name="connsiteY11" fmla="*/ 112996 h 215140"/>
                <a:gd name="connsiteX12" fmla="*/ 115658 w 115657"/>
                <a:gd name="connsiteY12" fmla="*/ 108528 h 215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5657" h="215140">
                  <a:moveTo>
                    <a:pt x="115658" y="108528"/>
                  </a:moveTo>
                  <a:cubicBezTo>
                    <a:pt x="115658" y="106612"/>
                    <a:pt x="115019" y="105336"/>
                    <a:pt x="113741" y="104059"/>
                  </a:cubicBezTo>
                  <a:lnTo>
                    <a:pt x="10863" y="1915"/>
                  </a:lnTo>
                  <a:cubicBezTo>
                    <a:pt x="8307" y="-638"/>
                    <a:pt x="4473" y="-638"/>
                    <a:pt x="1917" y="1915"/>
                  </a:cubicBezTo>
                  <a:cubicBezTo>
                    <a:pt x="-639" y="4469"/>
                    <a:pt x="-639" y="8299"/>
                    <a:pt x="1917" y="10853"/>
                  </a:cubicBezTo>
                  <a:cubicBezTo>
                    <a:pt x="1917" y="10853"/>
                    <a:pt x="1917" y="10853"/>
                    <a:pt x="1917" y="10853"/>
                  </a:cubicBezTo>
                  <a:lnTo>
                    <a:pt x="100322" y="108528"/>
                  </a:lnTo>
                  <a:lnTo>
                    <a:pt x="1917" y="204287"/>
                  </a:lnTo>
                  <a:cubicBezTo>
                    <a:pt x="-639" y="206841"/>
                    <a:pt x="-639" y="210671"/>
                    <a:pt x="1917" y="213225"/>
                  </a:cubicBezTo>
                  <a:cubicBezTo>
                    <a:pt x="4473" y="215779"/>
                    <a:pt x="8307" y="215779"/>
                    <a:pt x="10863" y="213225"/>
                  </a:cubicBezTo>
                  <a:lnTo>
                    <a:pt x="10863" y="213225"/>
                  </a:lnTo>
                  <a:lnTo>
                    <a:pt x="113741" y="112996"/>
                  </a:lnTo>
                  <a:cubicBezTo>
                    <a:pt x="115019" y="111720"/>
                    <a:pt x="115658" y="109804"/>
                    <a:pt x="115658" y="108528"/>
                  </a:cubicBezTo>
                  <a:close/>
                </a:path>
              </a:pathLst>
            </a:custGeom>
            <a:solidFill>
              <a:srgbClr val="00A3E0"/>
            </a:solidFill>
            <a:ln w="6390" cap="flat">
              <a:noFill/>
              <a:prstDash val="solid"/>
              <a:miter/>
            </a:ln>
          </p:spPr>
          <p:txBody>
            <a:bodyPr rtlCol="0" anchor="ctr"/>
            <a:lstStyle/>
            <a:p>
              <a:endParaRPr lang="en-US"/>
            </a:p>
          </p:txBody>
        </p:sp>
        <p:sp>
          <p:nvSpPr>
            <p:cNvPr id="498" name="Graphic 4">
              <a:extLst>
                <a:ext uri="{FF2B5EF4-FFF2-40B4-BE49-F238E27FC236}">
                  <a16:creationId xmlns:a16="http://schemas.microsoft.com/office/drawing/2014/main" id="{B406ADFA-16EF-0E40-9B70-BB238AFEAC98}"/>
                </a:ext>
              </a:extLst>
            </p:cNvPr>
            <p:cNvSpPr/>
            <p:nvPr/>
          </p:nvSpPr>
          <p:spPr>
            <a:xfrm>
              <a:off x="2727225" y="991595"/>
              <a:ext cx="115657" cy="215140"/>
            </a:xfrm>
            <a:custGeom>
              <a:avLst/>
              <a:gdLst>
                <a:gd name="connsiteX0" fmla="*/ 10863 w 115657"/>
                <a:gd name="connsiteY0" fmla="*/ 1915 h 215140"/>
                <a:gd name="connsiteX1" fmla="*/ 1917 w 115657"/>
                <a:gd name="connsiteY1" fmla="*/ 1915 h 215140"/>
                <a:gd name="connsiteX2" fmla="*/ 1917 w 115657"/>
                <a:gd name="connsiteY2" fmla="*/ 10853 h 215140"/>
                <a:gd name="connsiteX3" fmla="*/ 1917 w 115657"/>
                <a:gd name="connsiteY3" fmla="*/ 10853 h 215140"/>
                <a:gd name="connsiteX4" fmla="*/ 100322 w 115657"/>
                <a:gd name="connsiteY4" fmla="*/ 108528 h 215140"/>
                <a:gd name="connsiteX5" fmla="*/ 1917 w 115657"/>
                <a:gd name="connsiteY5" fmla="*/ 204287 h 215140"/>
                <a:gd name="connsiteX6" fmla="*/ 1917 w 115657"/>
                <a:gd name="connsiteY6" fmla="*/ 213225 h 215140"/>
                <a:gd name="connsiteX7" fmla="*/ 6390 w 115657"/>
                <a:gd name="connsiteY7" fmla="*/ 215140 h 215140"/>
                <a:gd name="connsiteX8" fmla="*/ 10863 w 115657"/>
                <a:gd name="connsiteY8" fmla="*/ 213225 h 215140"/>
                <a:gd name="connsiteX9" fmla="*/ 113741 w 115657"/>
                <a:gd name="connsiteY9" fmla="*/ 112996 h 215140"/>
                <a:gd name="connsiteX10" fmla="*/ 115658 w 115657"/>
                <a:gd name="connsiteY10" fmla="*/ 108528 h 215140"/>
                <a:gd name="connsiteX11" fmla="*/ 113741 w 115657"/>
                <a:gd name="connsiteY11" fmla="*/ 104059 h 215140"/>
                <a:gd name="connsiteX12" fmla="*/ 10863 w 115657"/>
                <a:gd name="connsiteY12" fmla="*/ 1915 h 215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5657" h="215140">
                  <a:moveTo>
                    <a:pt x="10863" y="1915"/>
                  </a:moveTo>
                  <a:cubicBezTo>
                    <a:pt x="8307" y="-638"/>
                    <a:pt x="4473" y="-638"/>
                    <a:pt x="1917" y="1915"/>
                  </a:cubicBezTo>
                  <a:cubicBezTo>
                    <a:pt x="-639" y="4469"/>
                    <a:pt x="-639" y="8299"/>
                    <a:pt x="1917" y="10853"/>
                  </a:cubicBezTo>
                  <a:cubicBezTo>
                    <a:pt x="1917" y="10853"/>
                    <a:pt x="1917" y="10853"/>
                    <a:pt x="1917" y="10853"/>
                  </a:cubicBezTo>
                  <a:lnTo>
                    <a:pt x="100322" y="108528"/>
                  </a:lnTo>
                  <a:lnTo>
                    <a:pt x="1917" y="204287"/>
                  </a:lnTo>
                  <a:cubicBezTo>
                    <a:pt x="-639" y="206841"/>
                    <a:pt x="-639" y="210671"/>
                    <a:pt x="1917" y="213225"/>
                  </a:cubicBezTo>
                  <a:cubicBezTo>
                    <a:pt x="3195" y="214502"/>
                    <a:pt x="4473" y="215140"/>
                    <a:pt x="6390" y="215140"/>
                  </a:cubicBezTo>
                  <a:cubicBezTo>
                    <a:pt x="8307" y="215140"/>
                    <a:pt x="9585" y="214502"/>
                    <a:pt x="10863" y="213225"/>
                  </a:cubicBezTo>
                  <a:lnTo>
                    <a:pt x="113741" y="112996"/>
                  </a:lnTo>
                  <a:cubicBezTo>
                    <a:pt x="115019" y="111720"/>
                    <a:pt x="115658" y="110443"/>
                    <a:pt x="115658" y="108528"/>
                  </a:cubicBezTo>
                  <a:cubicBezTo>
                    <a:pt x="115658" y="106612"/>
                    <a:pt x="115019" y="105336"/>
                    <a:pt x="113741" y="104059"/>
                  </a:cubicBezTo>
                  <a:lnTo>
                    <a:pt x="10863" y="1915"/>
                  </a:lnTo>
                  <a:close/>
                </a:path>
              </a:pathLst>
            </a:custGeom>
            <a:solidFill>
              <a:srgbClr val="00A3E0"/>
            </a:solidFill>
            <a:ln w="6390" cap="flat">
              <a:noFill/>
              <a:prstDash val="solid"/>
              <a:miter/>
            </a:ln>
          </p:spPr>
          <p:txBody>
            <a:bodyPr rtlCol="0" anchor="ctr"/>
            <a:lstStyle/>
            <a:p>
              <a:endParaRPr lang="en-US"/>
            </a:p>
          </p:txBody>
        </p:sp>
      </p:grpSp>
      <p:grpSp>
        <p:nvGrpSpPr>
          <p:cNvPr id="499" name="Graphic 4">
            <a:extLst>
              <a:ext uri="{FF2B5EF4-FFF2-40B4-BE49-F238E27FC236}">
                <a16:creationId xmlns:a16="http://schemas.microsoft.com/office/drawing/2014/main" id="{1B7C6E77-F8A2-0D4C-BC57-26E092023640}"/>
              </a:ext>
            </a:extLst>
          </p:cNvPr>
          <p:cNvGrpSpPr/>
          <p:nvPr/>
        </p:nvGrpSpPr>
        <p:grpSpPr>
          <a:xfrm>
            <a:off x="3607758" y="918179"/>
            <a:ext cx="362313" cy="361971"/>
            <a:chOff x="3607758" y="918179"/>
            <a:chExt cx="362313" cy="361971"/>
          </a:xfrm>
          <a:solidFill>
            <a:srgbClr val="00A3E0"/>
          </a:solidFill>
        </p:grpSpPr>
        <p:sp>
          <p:nvSpPr>
            <p:cNvPr id="500" name="Graphic 4">
              <a:extLst>
                <a:ext uri="{FF2B5EF4-FFF2-40B4-BE49-F238E27FC236}">
                  <a16:creationId xmlns:a16="http://schemas.microsoft.com/office/drawing/2014/main" id="{71986960-89EF-9743-8C8C-84ADA30FC83C}"/>
                </a:ext>
              </a:extLst>
            </p:cNvPr>
            <p:cNvSpPr/>
            <p:nvPr/>
          </p:nvSpPr>
          <p:spPr>
            <a:xfrm>
              <a:off x="3607758" y="918179"/>
              <a:ext cx="362313" cy="361971"/>
            </a:xfrm>
            <a:custGeom>
              <a:avLst/>
              <a:gdLst>
                <a:gd name="connsiteX0" fmla="*/ 181474 w 362313"/>
                <a:gd name="connsiteY0" fmla="*/ 0 h 361971"/>
                <a:gd name="connsiteX1" fmla="*/ 0 w 362313"/>
                <a:gd name="connsiteY1" fmla="*/ 180667 h 361971"/>
                <a:gd name="connsiteX2" fmla="*/ 180836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6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949" y="81077"/>
                    <a:pt x="281796" y="0"/>
                    <a:pt x="181474" y="0"/>
                  </a:cubicBezTo>
                  <a:cubicBezTo>
                    <a:pt x="181474" y="0"/>
                    <a:pt x="181474" y="0"/>
                    <a:pt x="181474" y="0"/>
                  </a:cubicBezTo>
                  <a:close/>
                  <a:moveTo>
                    <a:pt x="181474" y="349204"/>
                  </a:moveTo>
                  <a:cubicBezTo>
                    <a:pt x="88181" y="349204"/>
                    <a:pt x="12780" y="273873"/>
                    <a:pt x="12780" y="181305"/>
                  </a:cubicBezTo>
                  <a:cubicBezTo>
                    <a:pt x="12780" y="88737"/>
                    <a:pt x="88181" y="12768"/>
                    <a:pt x="180836" y="12768"/>
                  </a:cubicBezTo>
                  <a:cubicBezTo>
                    <a:pt x="274128" y="12768"/>
                    <a:pt x="349530" y="88099"/>
                    <a:pt x="349530" y="180667"/>
                  </a:cubicBezTo>
                  <a:lnTo>
                    <a:pt x="349530" y="180667"/>
                  </a:lnTo>
                  <a:cubicBezTo>
                    <a:pt x="349530" y="273873"/>
                    <a:pt x="274128"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501" name="Graphic 4">
              <a:extLst>
                <a:ext uri="{FF2B5EF4-FFF2-40B4-BE49-F238E27FC236}">
                  <a16:creationId xmlns:a16="http://schemas.microsoft.com/office/drawing/2014/main" id="{3FECF221-E1C4-BA46-9369-433498578F8E}"/>
                </a:ext>
              </a:extLst>
            </p:cNvPr>
            <p:cNvSpPr/>
            <p:nvPr/>
          </p:nvSpPr>
          <p:spPr>
            <a:xfrm>
              <a:off x="3761756" y="991595"/>
              <a:ext cx="115657" cy="215140"/>
            </a:xfrm>
            <a:custGeom>
              <a:avLst/>
              <a:gdLst>
                <a:gd name="connsiteX0" fmla="*/ 113741 w 115657"/>
                <a:gd name="connsiteY0" fmla="*/ 1915 h 215140"/>
                <a:gd name="connsiteX1" fmla="*/ 104795 w 115657"/>
                <a:gd name="connsiteY1" fmla="*/ 1915 h 215140"/>
                <a:gd name="connsiteX2" fmla="*/ 104795 w 115657"/>
                <a:gd name="connsiteY2" fmla="*/ 1915 h 215140"/>
                <a:gd name="connsiteX3" fmla="*/ 1917 w 115657"/>
                <a:gd name="connsiteY3" fmla="*/ 102144 h 215140"/>
                <a:gd name="connsiteX4" fmla="*/ 0 w 115657"/>
                <a:gd name="connsiteY4" fmla="*/ 106612 h 215140"/>
                <a:gd name="connsiteX5" fmla="*/ 1917 w 115657"/>
                <a:gd name="connsiteY5" fmla="*/ 111081 h 215140"/>
                <a:gd name="connsiteX6" fmla="*/ 104795 w 115657"/>
                <a:gd name="connsiteY6" fmla="*/ 213225 h 215140"/>
                <a:gd name="connsiteX7" fmla="*/ 109268 w 115657"/>
                <a:gd name="connsiteY7" fmla="*/ 215140 h 215140"/>
                <a:gd name="connsiteX8" fmla="*/ 115658 w 115657"/>
                <a:gd name="connsiteY8" fmla="*/ 208756 h 215140"/>
                <a:gd name="connsiteX9" fmla="*/ 113741 w 115657"/>
                <a:gd name="connsiteY9" fmla="*/ 204287 h 215140"/>
                <a:gd name="connsiteX10" fmla="*/ 15336 w 115657"/>
                <a:gd name="connsiteY10" fmla="*/ 106612 h 215140"/>
                <a:gd name="connsiteX11" fmla="*/ 113741 w 115657"/>
                <a:gd name="connsiteY11" fmla="*/ 10853 h 215140"/>
                <a:gd name="connsiteX12" fmla="*/ 113741 w 115657"/>
                <a:gd name="connsiteY12" fmla="*/ 1915 h 215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5657" h="215140">
                  <a:moveTo>
                    <a:pt x="113741" y="1915"/>
                  </a:moveTo>
                  <a:cubicBezTo>
                    <a:pt x="111185" y="-638"/>
                    <a:pt x="107351" y="-638"/>
                    <a:pt x="104795" y="1915"/>
                  </a:cubicBezTo>
                  <a:cubicBezTo>
                    <a:pt x="104795" y="1915"/>
                    <a:pt x="104795" y="1915"/>
                    <a:pt x="104795" y="1915"/>
                  </a:cubicBezTo>
                  <a:lnTo>
                    <a:pt x="1917" y="102144"/>
                  </a:lnTo>
                  <a:cubicBezTo>
                    <a:pt x="639" y="103420"/>
                    <a:pt x="0" y="104697"/>
                    <a:pt x="0" y="106612"/>
                  </a:cubicBezTo>
                  <a:cubicBezTo>
                    <a:pt x="0" y="108528"/>
                    <a:pt x="639" y="109804"/>
                    <a:pt x="1917" y="111081"/>
                  </a:cubicBezTo>
                  <a:lnTo>
                    <a:pt x="104795" y="213225"/>
                  </a:lnTo>
                  <a:cubicBezTo>
                    <a:pt x="106073" y="214502"/>
                    <a:pt x="107351" y="215140"/>
                    <a:pt x="109268" y="215140"/>
                  </a:cubicBezTo>
                  <a:cubicBezTo>
                    <a:pt x="113102" y="215140"/>
                    <a:pt x="115658" y="212587"/>
                    <a:pt x="115658" y="208756"/>
                  </a:cubicBezTo>
                  <a:cubicBezTo>
                    <a:pt x="115658" y="206841"/>
                    <a:pt x="115019" y="205564"/>
                    <a:pt x="113741" y="204287"/>
                  </a:cubicBezTo>
                  <a:lnTo>
                    <a:pt x="15336" y="106612"/>
                  </a:lnTo>
                  <a:lnTo>
                    <a:pt x="113741" y="10853"/>
                  </a:lnTo>
                  <a:cubicBezTo>
                    <a:pt x="116297" y="8299"/>
                    <a:pt x="116297" y="4469"/>
                    <a:pt x="113741" y="1915"/>
                  </a:cubicBezTo>
                  <a:close/>
                </a:path>
              </a:pathLst>
            </a:custGeom>
            <a:solidFill>
              <a:srgbClr val="00A3E0"/>
            </a:solidFill>
            <a:ln w="6390" cap="flat">
              <a:noFill/>
              <a:prstDash val="solid"/>
              <a:miter/>
            </a:ln>
          </p:spPr>
          <p:txBody>
            <a:bodyPr rtlCol="0" anchor="ctr"/>
            <a:lstStyle/>
            <a:p>
              <a:endParaRPr lang="en-US"/>
            </a:p>
          </p:txBody>
        </p:sp>
        <p:sp>
          <p:nvSpPr>
            <p:cNvPr id="502" name="Graphic 4">
              <a:extLst>
                <a:ext uri="{FF2B5EF4-FFF2-40B4-BE49-F238E27FC236}">
                  <a16:creationId xmlns:a16="http://schemas.microsoft.com/office/drawing/2014/main" id="{404007CE-873F-8F46-A22E-651F64DFFFE5}"/>
                </a:ext>
              </a:extLst>
            </p:cNvPr>
            <p:cNvSpPr/>
            <p:nvPr/>
          </p:nvSpPr>
          <p:spPr>
            <a:xfrm>
              <a:off x="3687632" y="992073"/>
              <a:ext cx="115657" cy="214661"/>
            </a:xfrm>
            <a:custGeom>
              <a:avLst/>
              <a:gdLst>
                <a:gd name="connsiteX0" fmla="*/ 15336 w 115657"/>
                <a:gd name="connsiteY0" fmla="*/ 106134 h 214661"/>
                <a:gd name="connsiteX1" fmla="*/ 113741 w 115657"/>
                <a:gd name="connsiteY1" fmla="*/ 10374 h 214661"/>
                <a:gd name="connsiteX2" fmla="*/ 113102 w 115657"/>
                <a:gd name="connsiteY2" fmla="*/ 1436 h 214661"/>
                <a:gd name="connsiteX3" fmla="*/ 104795 w 115657"/>
                <a:gd name="connsiteY3" fmla="*/ 1436 h 214661"/>
                <a:gd name="connsiteX4" fmla="*/ 1917 w 115657"/>
                <a:gd name="connsiteY4" fmla="*/ 101665 h 214661"/>
                <a:gd name="connsiteX5" fmla="*/ 0 w 115657"/>
                <a:gd name="connsiteY5" fmla="*/ 106134 h 214661"/>
                <a:gd name="connsiteX6" fmla="*/ 1917 w 115657"/>
                <a:gd name="connsiteY6" fmla="*/ 110603 h 214661"/>
                <a:gd name="connsiteX7" fmla="*/ 104795 w 115657"/>
                <a:gd name="connsiteY7" fmla="*/ 212746 h 214661"/>
                <a:gd name="connsiteX8" fmla="*/ 109268 w 115657"/>
                <a:gd name="connsiteY8" fmla="*/ 214661 h 214661"/>
                <a:gd name="connsiteX9" fmla="*/ 113741 w 115657"/>
                <a:gd name="connsiteY9" fmla="*/ 212746 h 214661"/>
                <a:gd name="connsiteX10" fmla="*/ 113741 w 115657"/>
                <a:gd name="connsiteY10" fmla="*/ 203809 h 214661"/>
                <a:gd name="connsiteX11" fmla="*/ 113741 w 115657"/>
                <a:gd name="connsiteY11" fmla="*/ 203809 h 214661"/>
                <a:gd name="connsiteX12" fmla="*/ 15336 w 115657"/>
                <a:gd name="connsiteY12" fmla="*/ 106134 h 214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5657" h="214661">
                  <a:moveTo>
                    <a:pt x="15336" y="106134"/>
                  </a:moveTo>
                  <a:lnTo>
                    <a:pt x="113741" y="10374"/>
                  </a:lnTo>
                  <a:cubicBezTo>
                    <a:pt x="116297" y="7820"/>
                    <a:pt x="115658" y="3990"/>
                    <a:pt x="113102" y="1436"/>
                  </a:cubicBezTo>
                  <a:cubicBezTo>
                    <a:pt x="110546" y="-479"/>
                    <a:pt x="107351" y="-479"/>
                    <a:pt x="104795" y="1436"/>
                  </a:cubicBezTo>
                  <a:lnTo>
                    <a:pt x="1917" y="101665"/>
                  </a:lnTo>
                  <a:cubicBezTo>
                    <a:pt x="639" y="102942"/>
                    <a:pt x="0" y="104219"/>
                    <a:pt x="0" y="106134"/>
                  </a:cubicBezTo>
                  <a:cubicBezTo>
                    <a:pt x="0" y="108049"/>
                    <a:pt x="639" y="109326"/>
                    <a:pt x="1917" y="110603"/>
                  </a:cubicBezTo>
                  <a:lnTo>
                    <a:pt x="104795" y="212746"/>
                  </a:lnTo>
                  <a:cubicBezTo>
                    <a:pt x="106073" y="214023"/>
                    <a:pt x="107351" y="214661"/>
                    <a:pt x="109268" y="214661"/>
                  </a:cubicBezTo>
                  <a:cubicBezTo>
                    <a:pt x="111185" y="214661"/>
                    <a:pt x="112463" y="214023"/>
                    <a:pt x="113741" y="212746"/>
                  </a:cubicBezTo>
                  <a:cubicBezTo>
                    <a:pt x="116297" y="210193"/>
                    <a:pt x="116297" y="206362"/>
                    <a:pt x="113741" y="203809"/>
                  </a:cubicBezTo>
                  <a:cubicBezTo>
                    <a:pt x="113741" y="203809"/>
                    <a:pt x="113741" y="203809"/>
                    <a:pt x="113741" y="203809"/>
                  </a:cubicBezTo>
                  <a:lnTo>
                    <a:pt x="15336" y="106134"/>
                  </a:lnTo>
                  <a:close/>
                </a:path>
              </a:pathLst>
            </a:custGeom>
            <a:solidFill>
              <a:srgbClr val="00A3E0"/>
            </a:solidFill>
            <a:ln w="6390" cap="flat">
              <a:noFill/>
              <a:prstDash val="solid"/>
              <a:miter/>
            </a:ln>
          </p:spPr>
          <p:txBody>
            <a:bodyPr rtlCol="0" anchor="ctr"/>
            <a:lstStyle/>
            <a:p>
              <a:endParaRPr lang="en-US"/>
            </a:p>
          </p:txBody>
        </p:sp>
      </p:grpSp>
      <p:sp>
        <p:nvSpPr>
          <p:cNvPr id="503" name="Graphic 4">
            <a:extLst>
              <a:ext uri="{FF2B5EF4-FFF2-40B4-BE49-F238E27FC236}">
                <a16:creationId xmlns:a16="http://schemas.microsoft.com/office/drawing/2014/main" id="{15399637-061B-CD4B-A314-15C4C6DD2A3C}"/>
              </a:ext>
            </a:extLst>
          </p:cNvPr>
          <p:cNvSpPr/>
          <p:nvPr/>
        </p:nvSpPr>
        <p:spPr>
          <a:xfrm>
            <a:off x="905454" y="1402723"/>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362309 w 362309"/>
              <a:gd name="connsiteY4" fmla="*/ 181305 h 361971"/>
              <a:gd name="connsiteX5" fmla="*/ 180835 w 362309"/>
              <a:gd name="connsiteY5" fmla="*/ 0 h 361971"/>
              <a:gd name="connsiteX6" fmla="*/ 283074 w 362309"/>
              <a:gd name="connsiteY6" fmla="*/ 193435 h 361971"/>
              <a:gd name="connsiteX7" fmla="*/ 276684 w 362309"/>
              <a:gd name="connsiteY7" fmla="*/ 199819 h 361971"/>
              <a:gd name="connsiteX8" fmla="*/ 100961 w 362309"/>
              <a:gd name="connsiteY8" fmla="*/ 199819 h 361971"/>
              <a:gd name="connsiteX9" fmla="*/ 145052 w 362309"/>
              <a:gd name="connsiteY9" fmla="*/ 243868 h 361971"/>
              <a:gd name="connsiteX10" fmla="*/ 145052 w 362309"/>
              <a:gd name="connsiteY10" fmla="*/ 252806 h 361971"/>
              <a:gd name="connsiteX11" fmla="*/ 136106 w 362309"/>
              <a:gd name="connsiteY11" fmla="*/ 252806 h 361971"/>
              <a:gd name="connsiteX12" fmla="*/ 81152 w 362309"/>
              <a:gd name="connsiteY12" fmla="*/ 197903 h 361971"/>
              <a:gd name="connsiteX13" fmla="*/ 79874 w 362309"/>
              <a:gd name="connsiteY13" fmla="*/ 195988 h 361971"/>
              <a:gd name="connsiteX14" fmla="*/ 79874 w 362309"/>
              <a:gd name="connsiteY14" fmla="*/ 190881 h 361971"/>
              <a:gd name="connsiteX15" fmla="*/ 81152 w 362309"/>
              <a:gd name="connsiteY15" fmla="*/ 188966 h 361971"/>
              <a:gd name="connsiteX16" fmla="*/ 136106 w 362309"/>
              <a:gd name="connsiteY16" fmla="*/ 134064 h 361971"/>
              <a:gd name="connsiteX17" fmla="*/ 145052 w 362309"/>
              <a:gd name="connsiteY17" fmla="*/ 134064 h 361971"/>
              <a:gd name="connsiteX18" fmla="*/ 145052 w 362309"/>
              <a:gd name="connsiteY18" fmla="*/ 143001 h 361971"/>
              <a:gd name="connsiteX19" fmla="*/ 145052 w 362309"/>
              <a:gd name="connsiteY19" fmla="*/ 143001 h 361971"/>
              <a:gd name="connsiteX20" fmla="*/ 100961 w 362309"/>
              <a:gd name="connsiteY20" fmla="*/ 187051 h 361971"/>
              <a:gd name="connsiteX21" fmla="*/ 270294 w 362309"/>
              <a:gd name="connsiteY21" fmla="*/ 187051 h 361971"/>
              <a:gd name="connsiteX22" fmla="*/ 270294 w 362309"/>
              <a:gd name="connsiteY22" fmla="*/ 112996 h 361971"/>
              <a:gd name="connsiteX23" fmla="*/ 276684 w 362309"/>
              <a:gd name="connsiteY23" fmla="*/ 106612 h 361971"/>
              <a:gd name="connsiteX24" fmla="*/ 283074 w 362309"/>
              <a:gd name="connsiteY24" fmla="*/ 112996 h 361971"/>
              <a:gd name="connsiteX25" fmla="*/ 283074 w 362309"/>
              <a:gd name="connsiteY25" fmla="*/ 19343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181305"/>
                  <a:pt x="362309" y="181305"/>
                  <a:pt x="362309" y="181305"/>
                </a:cubicBezTo>
                <a:cubicBezTo>
                  <a:pt x="361670" y="80438"/>
                  <a:pt x="281157" y="0"/>
                  <a:pt x="180835" y="0"/>
                </a:cubicBezTo>
                <a:close/>
                <a:moveTo>
                  <a:pt x="283074" y="193435"/>
                </a:moveTo>
                <a:cubicBezTo>
                  <a:pt x="283074" y="197265"/>
                  <a:pt x="280518" y="199819"/>
                  <a:pt x="276684" y="199819"/>
                </a:cubicBezTo>
                <a:lnTo>
                  <a:pt x="100961" y="199819"/>
                </a:lnTo>
                <a:lnTo>
                  <a:pt x="145052" y="243868"/>
                </a:lnTo>
                <a:cubicBezTo>
                  <a:pt x="147608" y="246422"/>
                  <a:pt x="147608" y="250252"/>
                  <a:pt x="145052" y="252806"/>
                </a:cubicBezTo>
                <a:cubicBezTo>
                  <a:pt x="142496" y="255359"/>
                  <a:pt x="138662" y="255359"/>
                  <a:pt x="136106" y="252806"/>
                </a:cubicBezTo>
                <a:lnTo>
                  <a:pt x="81152" y="197903"/>
                </a:lnTo>
                <a:cubicBezTo>
                  <a:pt x="80513" y="197265"/>
                  <a:pt x="79874" y="196627"/>
                  <a:pt x="79874" y="195988"/>
                </a:cubicBezTo>
                <a:cubicBezTo>
                  <a:pt x="79235" y="194711"/>
                  <a:pt x="79235" y="192796"/>
                  <a:pt x="79874" y="190881"/>
                </a:cubicBezTo>
                <a:cubicBezTo>
                  <a:pt x="80513" y="190243"/>
                  <a:pt x="80513" y="189604"/>
                  <a:pt x="81152" y="188966"/>
                </a:cubicBezTo>
                <a:lnTo>
                  <a:pt x="136106" y="134064"/>
                </a:lnTo>
                <a:cubicBezTo>
                  <a:pt x="138662" y="131510"/>
                  <a:pt x="142496" y="131510"/>
                  <a:pt x="145052" y="134064"/>
                </a:cubicBezTo>
                <a:cubicBezTo>
                  <a:pt x="147608" y="136617"/>
                  <a:pt x="147608" y="140448"/>
                  <a:pt x="145052" y="143001"/>
                </a:cubicBezTo>
                <a:cubicBezTo>
                  <a:pt x="145052" y="143001"/>
                  <a:pt x="145052" y="143001"/>
                  <a:pt x="145052" y="143001"/>
                </a:cubicBezTo>
                <a:lnTo>
                  <a:pt x="100961" y="187051"/>
                </a:lnTo>
                <a:lnTo>
                  <a:pt x="270294" y="187051"/>
                </a:lnTo>
                <a:lnTo>
                  <a:pt x="270294" y="112996"/>
                </a:lnTo>
                <a:cubicBezTo>
                  <a:pt x="270294" y="109166"/>
                  <a:pt x="272850" y="106612"/>
                  <a:pt x="276684" y="106612"/>
                </a:cubicBezTo>
                <a:cubicBezTo>
                  <a:pt x="280518" y="106612"/>
                  <a:pt x="283074" y="109166"/>
                  <a:pt x="283074" y="112996"/>
                </a:cubicBezTo>
                <a:lnTo>
                  <a:pt x="283074" y="193435"/>
                </a:lnTo>
                <a:close/>
              </a:path>
            </a:pathLst>
          </a:custGeom>
          <a:solidFill>
            <a:srgbClr val="00A3E0"/>
          </a:solidFill>
          <a:ln w="6390" cap="flat">
            <a:noFill/>
            <a:prstDash val="solid"/>
            <a:miter/>
          </a:ln>
        </p:spPr>
        <p:txBody>
          <a:bodyPr rtlCol="0" anchor="ctr"/>
          <a:lstStyle/>
          <a:p>
            <a:endParaRPr lang="en-US"/>
          </a:p>
        </p:txBody>
      </p:sp>
      <p:sp>
        <p:nvSpPr>
          <p:cNvPr id="504" name="Graphic 4">
            <a:extLst>
              <a:ext uri="{FF2B5EF4-FFF2-40B4-BE49-F238E27FC236}">
                <a16:creationId xmlns:a16="http://schemas.microsoft.com/office/drawing/2014/main" id="{56096332-FE97-594F-AE39-D187C029FEF0}"/>
              </a:ext>
            </a:extLst>
          </p:cNvPr>
          <p:cNvSpPr/>
          <p:nvPr/>
        </p:nvSpPr>
        <p:spPr>
          <a:xfrm>
            <a:off x="7191874" y="140272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83713 w 362312"/>
              <a:gd name="connsiteY6" fmla="*/ 248337 h 361971"/>
              <a:gd name="connsiteX7" fmla="*/ 277323 w 362312"/>
              <a:gd name="connsiteY7" fmla="*/ 254721 h 361971"/>
              <a:gd name="connsiteX8" fmla="*/ 270934 w 362312"/>
              <a:gd name="connsiteY8" fmla="*/ 248337 h 361971"/>
              <a:gd name="connsiteX9" fmla="*/ 270934 w 362312"/>
              <a:gd name="connsiteY9" fmla="*/ 174283 h 361971"/>
              <a:gd name="connsiteX10" fmla="*/ 100961 w 362312"/>
              <a:gd name="connsiteY10" fmla="*/ 174283 h 361971"/>
              <a:gd name="connsiteX11" fmla="*/ 145051 w 362312"/>
              <a:gd name="connsiteY11" fmla="*/ 218332 h 361971"/>
              <a:gd name="connsiteX12" fmla="*/ 145051 w 362312"/>
              <a:gd name="connsiteY12" fmla="*/ 227270 h 361971"/>
              <a:gd name="connsiteX13" fmla="*/ 136106 w 362312"/>
              <a:gd name="connsiteY13" fmla="*/ 227270 h 361971"/>
              <a:gd name="connsiteX14" fmla="*/ 136106 w 362312"/>
              <a:gd name="connsiteY14" fmla="*/ 227270 h 361971"/>
              <a:gd name="connsiteX15" fmla="*/ 81152 w 362312"/>
              <a:gd name="connsiteY15" fmla="*/ 172368 h 361971"/>
              <a:gd name="connsiteX16" fmla="*/ 79874 w 362312"/>
              <a:gd name="connsiteY16" fmla="*/ 170452 h 361971"/>
              <a:gd name="connsiteX17" fmla="*/ 79874 w 362312"/>
              <a:gd name="connsiteY17" fmla="*/ 165345 h 361971"/>
              <a:gd name="connsiteX18" fmla="*/ 81152 w 362312"/>
              <a:gd name="connsiteY18" fmla="*/ 163430 h 361971"/>
              <a:gd name="connsiteX19" fmla="*/ 136106 w 362312"/>
              <a:gd name="connsiteY19" fmla="*/ 108528 h 361971"/>
              <a:gd name="connsiteX20" fmla="*/ 145051 w 362312"/>
              <a:gd name="connsiteY20" fmla="*/ 108528 h 361971"/>
              <a:gd name="connsiteX21" fmla="*/ 145051 w 362312"/>
              <a:gd name="connsiteY21" fmla="*/ 108528 h 361971"/>
              <a:gd name="connsiteX22" fmla="*/ 145051 w 362312"/>
              <a:gd name="connsiteY22" fmla="*/ 117465 h 361971"/>
              <a:gd name="connsiteX23" fmla="*/ 100961 w 362312"/>
              <a:gd name="connsiteY23" fmla="*/ 161515 h 361971"/>
              <a:gd name="connsiteX24" fmla="*/ 277323 w 362312"/>
              <a:gd name="connsiteY24" fmla="*/ 161515 h 361971"/>
              <a:gd name="connsiteX25" fmla="*/ 283713 w 362312"/>
              <a:gd name="connsiteY25" fmla="*/ 167899 h 361971"/>
              <a:gd name="connsiteX26" fmla="*/ 283713 w 362312"/>
              <a:gd name="connsiteY26" fmla="*/ 24833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0438"/>
                  <a:pt x="281796" y="0"/>
                  <a:pt x="181474" y="0"/>
                </a:cubicBezTo>
                <a:close/>
                <a:moveTo>
                  <a:pt x="283713" y="248337"/>
                </a:moveTo>
                <a:cubicBezTo>
                  <a:pt x="283713" y="252167"/>
                  <a:pt x="281157" y="254721"/>
                  <a:pt x="277323" y="254721"/>
                </a:cubicBezTo>
                <a:cubicBezTo>
                  <a:pt x="273490" y="254721"/>
                  <a:pt x="270934" y="252167"/>
                  <a:pt x="270934" y="248337"/>
                </a:cubicBezTo>
                <a:lnTo>
                  <a:pt x="270934" y="174283"/>
                </a:lnTo>
                <a:lnTo>
                  <a:pt x="100961" y="174283"/>
                </a:lnTo>
                <a:lnTo>
                  <a:pt x="145051" y="218332"/>
                </a:lnTo>
                <a:cubicBezTo>
                  <a:pt x="147607" y="220886"/>
                  <a:pt x="147607" y="224716"/>
                  <a:pt x="145051" y="227270"/>
                </a:cubicBezTo>
                <a:cubicBezTo>
                  <a:pt x="142496" y="229823"/>
                  <a:pt x="138661" y="229823"/>
                  <a:pt x="136106" y="227270"/>
                </a:cubicBezTo>
                <a:cubicBezTo>
                  <a:pt x="136106" y="227270"/>
                  <a:pt x="136106" y="227270"/>
                  <a:pt x="136106" y="227270"/>
                </a:cubicBezTo>
                <a:lnTo>
                  <a:pt x="81152" y="172368"/>
                </a:lnTo>
                <a:cubicBezTo>
                  <a:pt x="80513" y="171729"/>
                  <a:pt x="79874" y="171091"/>
                  <a:pt x="79874" y="170452"/>
                </a:cubicBezTo>
                <a:cubicBezTo>
                  <a:pt x="79235" y="169176"/>
                  <a:pt x="79235" y="167260"/>
                  <a:pt x="79874" y="165345"/>
                </a:cubicBezTo>
                <a:cubicBezTo>
                  <a:pt x="79874" y="164707"/>
                  <a:pt x="80513" y="164068"/>
                  <a:pt x="81152" y="163430"/>
                </a:cubicBezTo>
                <a:lnTo>
                  <a:pt x="136106" y="108528"/>
                </a:lnTo>
                <a:cubicBezTo>
                  <a:pt x="138661" y="105974"/>
                  <a:pt x="142496" y="105974"/>
                  <a:pt x="145051" y="108528"/>
                </a:cubicBezTo>
                <a:cubicBezTo>
                  <a:pt x="145051" y="108528"/>
                  <a:pt x="145051" y="108528"/>
                  <a:pt x="145051" y="108528"/>
                </a:cubicBezTo>
                <a:cubicBezTo>
                  <a:pt x="147607" y="111081"/>
                  <a:pt x="147607" y="114912"/>
                  <a:pt x="145051" y="117465"/>
                </a:cubicBezTo>
                <a:lnTo>
                  <a:pt x="100961" y="161515"/>
                </a:lnTo>
                <a:lnTo>
                  <a:pt x="277323" y="161515"/>
                </a:lnTo>
                <a:cubicBezTo>
                  <a:pt x="281157" y="161515"/>
                  <a:pt x="283713" y="164068"/>
                  <a:pt x="283713" y="167899"/>
                </a:cubicBezTo>
                <a:lnTo>
                  <a:pt x="283713" y="248337"/>
                </a:lnTo>
                <a:close/>
              </a:path>
            </a:pathLst>
          </a:custGeom>
          <a:solidFill>
            <a:srgbClr val="00A3E0"/>
          </a:solidFill>
          <a:ln w="6390" cap="flat">
            <a:noFill/>
            <a:prstDash val="solid"/>
            <a:miter/>
          </a:ln>
        </p:spPr>
        <p:txBody>
          <a:bodyPr rtlCol="0" anchor="ctr"/>
          <a:lstStyle/>
          <a:p>
            <a:endParaRPr lang="en-US"/>
          </a:p>
        </p:txBody>
      </p:sp>
      <p:sp>
        <p:nvSpPr>
          <p:cNvPr id="505" name="Graphic 4">
            <a:extLst>
              <a:ext uri="{FF2B5EF4-FFF2-40B4-BE49-F238E27FC236}">
                <a16:creationId xmlns:a16="http://schemas.microsoft.com/office/drawing/2014/main" id="{671C591E-C4E9-834F-AA18-0E0EA40EAD2C}"/>
              </a:ext>
            </a:extLst>
          </p:cNvPr>
          <p:cNvSpPr/>
          <p:nvPr/>
        </p:nvSpPr>
        <p:spPr>
          <a:xfrm>
            <a:off x="1952125" y="14027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81796 w 362313"/>
              <a:gd name="connsiteY6" fmla="*/ 197903 h 361971"/>
              <a:gd name="connsiteX7" fmla="*/ 226843 w 362313"/>
              <a:gd name="connsiteY7" fmla="*/ 252806 h 361971"/>
              <a:gd name="connsiteX8" fmla="*/ 222370 w 362313"/>
              <a:gd name="connsiteY8" fmla="*/ 254721 h 361971"/>
              <a:gd name="connsiteX9" fmla="*/ 217897 w 362313"/>
              <a:gd name="connsiteY9" fmla="*/ 252806 h 361971"/>
              <a:gd name="connsiteX10" fmla="*/ 217897 w 362313"/>
              <a:gd name="connsiteY10" fmla="*/ 243868 h 361971"/>
              <a:gd name="connsiteX11" fmla="*/ 217897 w 362313"/>
              <a:gd name="connsiteY11" fmla="*/ 243868 h 361971"/>
              <a:gd name="connsiteX12" fmla="*/ 261987 w 362313"/>
              <a:gd name="connsiteY12" fmla="*/ 199819 h 361971"/>
              <a:gd name="connsiteX13" fmla="*/ 85625 w 362313"/>
              <a:gd name="connsiteY13" fmla="*/ 199819 h 361971"/>
              <a:gd name="connsiteX14" fmla="*/ 79235 w 362313"/>
              <a:gd name="connsiteY14" fmla="*/ 193435 h 361971"/>
              <a:gd name="connsiteX15" fmla="*/ 79235 w 362313"/>
              <a:gd name="connsiteY15" fmla="*/ 112996 h 361971"/>
              <a:gd name="connsiteX16" fmla="*/ 85625 w 362313"/>
              <a:gd name="connsiteY16" fmla="*/ 106612 h 361971"/>
              <a:gd name="connsiteX17" fmla="*/ 92015 w 362313"/>
              <a:gd name="connsiteY17" fmla="*/ 112996 h 361971"/>
              <a:gd name="connsiteX18" fmla="*/ 92015 w 362313"/>
              <a:gd name="connsiteY18" fmla="*/ 187051 h 361971"/>
              <a:gd name="connsiteX19" fmla="*/ 261987 w 362313"/>
              <a:gd name="connsiteY19" fmla="*/ 187051 h 361971"/>
              <a:gd name="connsiteX20" fmla="*/ 217897 w 362313"/>
              <a:gd name="connsiteY20" fmla="*/ 143001 h 361971"/>
              <a:gd name="connsiteX21" fmla="*/ 217897 w 362313"/>
              <a:gd name="connsiteY21" fmla="*/ 134064 h 361971"/>
              <a:gd name="connsiteX22" fmla="*/ 226843 w 362313"/>
              <a:gd name="connsiteY22" fmla="*/ 134064 h 361971"/>
              <a:gd name="connsiteX23" fmla="*/ 281796 w 362313"/>
              <a:gd name="connsiteY23" fmla="*/ 188966 h 361971"/>
              <a:gd name="connsiteX24" fmla="*/ 283074 w 362313"/>
              <a:gd name="connsiteY24" fmla="*/ 190881 h 361971"/>
              <a:gd name="connsiteX25" fmla="*/ 283074 w 362313"/>
              <a:gd name="connsiteY25" fmla="*/ 195988 h 361971"/>
              <a:gd name="connsiteX26" fmla="*/ 281796 w 362313"/>
              <a:gd name="connsiteY26" fmla="*/ 19790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close/>
                <a:moveTo>
                  <a:pt x="281796" y="197903"/>
                </a:moveTo>
                <a:lnTo>
                  <a:pt x="226843" y="252806"/>
                </a:lnTo>
                <a:cubicBezTo>
                  <a:pt x="225565" y="254082"/>
                  <a:pt x="224287" y="254721"/>
                  <a:pt x="222370" y="254721"/>
                </a:cubicBezTo>
                <a:cubicBezTo>
                  <a:pt x="220453" y="254721"/>
                  <a:pt x="219175" y="254082"/>
                  <a:pt x="217897" y="252806"/>
                </a:cubicBezTo>
                <a:cubicBezTo>
                  <a:pt x="215341" y="250252"/>
                  <a:pt x="215341" y="246422"/>
                  <a:pt x="217897" y="243868"/>
                </a:cubicBezTo>
                <a:cubicBezTo>
                  <a:pt x="217897" y="243868"/>
                  <a:pt x="217897" y="243868"/>
                  <a:pt x="217897" y="243868"/>
                </a:cubicBezTo>
                <a:lnTo>
                  <a:pt x="261987" y="199819"/>
                </a:lnTo>
                <a:lnTo>
                  <a:pt x="85625" y="199819"/>
                </a:lnTo>
                <a:cubicBezTo>
                  <a:pt x="81791" y="199819"/>
                  <a:pt x="79235" y="197265"/>
                  <a:pt x="79235" y="193435"/>
                </a:cubicBezTo>
                <a:lnTo>
                  <a:pt x="79235" y="112996"/>
                </a:lnTo>
                <a:cubicBezTo>
                  <a:pt x="79235" y="109166"/>
                  <a:pt x="81791" y="106612"/>
                  <a:pt x="85625" y="106612"/>
                </a:cubicBezTo>
                <a:cubicBezTo>
                  <a:pt x="89459" y="106612"/>
                  <a:pt x="92015" y="109166"/>
                  <a:pt x="92015" y="112996"/>
                </a:cubicBezTo>
                <a:lnTo>
                  <a:pt x="92015" y="187051"/>
                </a:lnTo>
                <a:lnTo>
                  <a:pt x="261987" y="187051"/>
                </a:lnTo>
                <a:lnTo>
                  <a:pt x="217897" y="143001"/>
                </a:lnTo>
                <a:cubicBezTo>
                  <a:pt x="215341" y="140448"/>
                  <a:pt x="215341" y="136617"/>
                  <a:pt x="217897" y="134064"/>
                </a:cubicBezTo>
                <a:cubicBezTo>
                  <a:pt x="220453" y="131510"/>
                  <a:pt x="224287" y="131510"/>
                  <a:pt x="226843" y="134064"/>
                </a:cubicBezTo>
                <a:lnTo>
                  <a:pt x="281796" y="188966"/>
                </a:lnTo>
                <a:cubicBezTo>
                  <a:pt x="282435" y="189604"/>
                  <a:pt x="283074" y="190243"/>
                  <a:pt x="283074" y="190881"/>
                </a:cubicBezTo>
                <a:cubicBezTo>
                  <a:pt x="283713" y="192158"/>
                  <a:pt x="283713" y="194073"/>
                  <a:pt x="283074" y="195988"/>
                </a:cubicBezTo>
                <a:cubicBezTo>
                  <a:pt x="283074" y="196627"/>
                  <a:pt x="282435" y="197265"/>
                  <a:pt x="281796" y="197903"/>
                </a:cubicBezTo>
                <a:close/>
              </a:path>
            </a:pathLst>
          </a:custGeom>
          <a:solidFill>
            <a:srgbClr val="00A3E0"/>
          </a:solidFill>
          <a:ln w="6390" cap="flat">
            <a:noFill/>
            <a:prstDash val="solid"/>
            <a:miter/>
          </a:ln>
        </p:spPr>
        <p:txBody>
          <a:bodyPr rtlCol="0" anchor="ctr"/>
          <a:lstStyle/>
          <a:p>
            <a:endParaRPr lang="en-US"/>
          </a:p>
        </p:txBody>
      </p:sp>
      <p:sp>
        <p:nvSpPr>
          <p:cNvPr id="506" name="Graphic 4">
            <a:extLst>
              <a:ext uri="{FF2B5EF4-FFF2-40B4-BE49-F238E27FC236}">
                <a16:creationId xmlns:a16="http://schemas.microsoft.com/office/drawing/2014/main" id="{E378F262-AE77-E541-8B22-2159D1DAAC3C}"/>
              </a:ext>
            </a:extLst>
          </p:cNvPr>
          <p:cNvSpPr/>
          <p:nvPr/>
        </p:nvSpPr>
        <p:spPr>
          <a:xfrm>
            <a:off x="8239823" y="1402723"/>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281157 w 361674"/>
              <a:gd name="connsiteY7" fmla="*/ 172368 h 361971"/>
              <a:gd name="connsiteX8" fmla="*/ 226204 w 361674"/>
              <a:gd name="connsiteY8" fmla="*/ 227270 h 361971"/>
              <a:gd name="connsiteX9" fmla="*/ 221731 w 361674"/>
              <a:gd name="connsiteY9" fmla="*/ 229185 h 361971"/>
              <a:gd name="connsiteX10" fmla="*/ 217258 w 361674"/>
              <a:gd name="connsiteY10" fmla="*/ 227270 h 361971"/>
              <a:gd name="connsiteX11" fmla="*/ 217258 w 361674"/>
              <a:gd name="connsiteY11" fmla="*/ 218332 h 361971"/>
              <a:gd name="connsiteX12" fmla="*/ 261349 w 361674"/>
              <a:gd name="connsiteY12" fmla="*/ 174283 h 361971"/>
              <a:gd name="connsiteX13" fmla="*/ 91376 w 361674"/>
              <a:gd name="connsiteY13" fmla="*/ 174283 h 361971"/>
              <a:gd name="connsiteX14" fmla="*/ 91376 w 361674"/>
              <a:gd name="connsiteY14" fmla="*/ 248337 h 361971"/>
              <a:gd name="connsiteX15" fmla="*/ 84986 w 361674"/>
              <a:gd name="connsiteY15" fmla="*/ 254721 h 361971"/>
              <a:gd name="connsiteX16" fmla="*/ 78597 w 361674"/>
              <a:gd name="connsiteY16" fmla="*/ 248337 h 361971"/>
              <a:gd name="connsiteX17" fmla="*/ 78597 w 361674"/>
              <a:gd name="connsiteY17" fmla="*/ 167899 h 361971"/>
              <a:gd name="connsiteX18" fmla="*/ 84986 w 361674"/>
              <a:gd name="connsiteY18" fmla="*/ 161515 h 361971"/>
              <a:gd name="connsiteX19" fmla="*/ 261349 w 361674"/>
              <a:gd name="connsiteY19" fmla="*/ 161515 h 361971"/>
              <a:gd name="connsiteX20" fmla="*/ 217258 w 361674"/>
              <a:gd name="connsiteY20" fmla="*/ 117465 h 361971"/>
              <a:gd name="connsiteX21" fmla="*/ 217258 w 361674"/>
              <a:gd name="connsiteY21" fmla="*/ 108528 h 361971"/>
              <a:gd name="connsiteX22" fmla="*/ 226204 w 361674"/>
              <a:gd name="connsiteY22" fmla="*/ 108528 h 361971"/>
              <a:gd name="connsiteX23" fmla="*/ 226204 w 361674"/>
              <a:gd name="connsiteY23" fmla="*/ 108528 h 361971"/>
              <a:gd name="connsiteX24" fmla="*/ 281157 w 361674"/>
              <a:gd name="connsiteY24" fmla="*/ 163430 h 361971"/>
              <a:gd name="connsiteX25" fmla="*/ 281157 w 361674"/>
              <a:gd name="connsiteY25" fmla="*/ 172368 h 361971"/>
              <a:gd name="connsiteX26" fmla="*/ 281157 w 361674"/>
              <a:gd name="connsiteY26" fmla="*/ 17236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1674" h="361971">
                <a:moveTo>
                  <a:pt x="180836" y="0"/>
                </a:moveTo>
                <a:cubicBezTo>
                  <a:pt x="80513" y="0"/>
                  <a:pt x="0" y="81077"/>
                  <a:pt x="0" y="180667"/>
                </a:cubicBezTo>
                <a:cubicBezTo>
                  <a:pt x="0" y="280257"/>
                  <a:pt x="81152" y="361972"/>
                  <a:pt x="180836" y="361972"/>
                </a:cubicBezTo>
                <a:cubicBezTo>
                  <a:pt x="281157" y="361972"/>
                  <a:pt x="361670" y="280895"/>
                  <a:pt x="361670" y="181305"/>
                </a:cubicBezTo>
                <a:cubicBezTo>
                  <a:pt x="361670" y="181305"/>
                  <a:pt x="361670" y="181305"/>
                  <a:pt x="361670" y="181305"/>
                </a:cubicBezTo>
                <a:cubicBezTo>
                  <a:pt x="362309" y="80438"/>
                  <a:pt x="281157" y="0"/>
                  <a:pt x="180836" y="0"/>
                </a:cubicBezTo>
                <a:cubicBezTo>
                  <a:pt x="180836" y="0"/>
                  <a:pt x="180836" y="0"/>
                  <a:pt x="180836" y="0"/>
                </a:cubicBezTo>
                <a:close/>
                <a:moveTo>
                  <a:pt x="281157" y="172368"/>
                </a:moveTo>
                <a:lnTo>
                  <a:pt x="226204" y="227270"/>
                </a:lnTo>
                <a:cubicBezTo>
                  <a:pt x="224925" y="228546"/>
                  <a:pt x="223648" y="229185"/>
                  <a:pt x="221731" y="229185"/>
                </a:cubicBezTo>
                <a:cubicBezTo>
                  <a:pt x="219814" y="229185"/>
                  <a:pt x="218536" y="228546"/>
                  <a:pt x="217258" y="227270"/>
                </a:cubicBezTo>
                <a:cubicBezTo>
                  <a:pt x="214702" y="224716"/>
                  <a:pt x="214702" y="220886"/>
                  <a:pt x="217258" y="218332"/>
                </a:cubicBezTo>
                <a:lnTo>
                  <a:pt x="261349" y="174283"/>
                </a:lnTo>
                <a:lnTo>
                  <a:pt x="91376" y="174283"/>
                </a:lnTo>
                <a:lnTo>
                  <a:pt x="91376" y="248337"/>
                </a:lnTo>
                <a:cubicBezTo>
                  <a:pt x="91376" y="252167"/>
                  <a:pt x="88820" y="254721"/>
                  <a:pt x="84986" y="254721"/>
                </a:cubicBezTo>
                <a:cubicBezTo>
                  <a:pt x="81152" y="254721"/>
                  <a:pt x="78597" y="252167"/>
                  <a:pt x="78597" y="248337"/>
                </a:cubicBezTo>
                <a:lnTo>
                  <a:pt x="78597" y="167899"/>
                </a:lnTo>
                <a:cubicBezTo>
                  <a:pt x="78597" y="164068"/>
                  <a:pt x="81152" y="161515"/>
                  <a:pt x="84986" y="161515"/>
                </a:cubicBezTo>
                <a:lnTo>
                  <a:pt x="261349" y="161515"/>
                </a:lnTo>
                <a:lnTo>
                  <a:pt x="217258" y="117465"/>
                </a:lnTo>
                <a:cubicBezTo>
                  <a:pt x="214702" y="114912"/>
                  <a:pt x="214702" y="111081"/>
                  <a:pt x="217258" y="108528"/>
                </a:cubicBezTo>
                <a:cubicBezTo>
                  <a:pt x="219814" y="105974"/>
                  <a:pt x="223648" y="105974"/>
                  <a:pt x="226204" y="108528"/>
                </a:cubicBezTo>
                <a:cubicBezTo>
                  <a:pt x="226204" y="108528"/>
                  <a:pt x="226204" y="108528"/>
                  <a:pt x="226204" y="108528"/>
                </a:cubicBezTo>
                <a:lnTo>
                  <a:pt x="281157" y="163430"/>
                </a:lnTo>
                <a:cubicBezTo>
                  <a:pt x="283713" y="165984"/>
                  <a:pt x="283713" y="169814"/>
                  <a:pt x="281157" y="172368"/>
                </a:cubicBezTo>
                <a:lnTo>
                  <a:pt x="281157" y="172368"/>
                </a:lnTo>
                <a:close/>
              </a:path>
            </a:pathLst>
          </a:custGeom>
          <a:solidFill>
            <a:srgbClr val="00A3E0"/>
          </a:solidFill>
          <a:ln w="6390" cap="flat">
            <a:noFill/>
            <a:prstDash val="solid"/>
            <a:miter/>
          </a:ln>
        </p:spPr>
        <p:txBody>
          <a:bodyPr rtlCol="0" anchor="ctr"/>
          <a:lstStyle/>
          <a:p>
            <a:endParaRPr lang="en-US"/>
          </a:p>
        </p:txBody>
      </p:sp>
      <p:sp>
        <p:nvSpPr>
          <p:cNvPr id="507" name="Graphic 4">
            <a:extLst>
              <a:ext uri="{FF2B5EF4-FFF2-40B4-BE49-F238E27FC236}">
                <a16:creationId xmlns:a16="http://schemas.microsoft.com/office/drawing/2014/main" id="{EE745B7E-08B3-524F-9B21-BCB7E5FE5E14}"/>
              </a:ext>
            </a:extLst>
          </p:cNvPr>
          <p:cNvSpPr/>
          <p:nvPr/>
        </p:nvSpPr>
        <p:spPr>
          <a:xfrm>
            <a:off x="2998797" y="1402244"/>
            <a:ext cx="362309" cy="362450"/>
          </a:xfrm>
          <a:custGeom>
            <a:avLst/>
            <a:gdLst>
              <a:gd name="connsiteX0" fmla="*/ 180835 w 362309"/>
              <a:gd name="connsiteY0" fmla="*/ 479 h 362450"/>
              <a:gd name="connsiteX1" fmla="*/ 0 w 362309"/>
              <a:gd name="connsiteY1" fmla="*/ 181784 h 362450"/>
              <a:gd name="connsiteX2" fmla="*/ 181474 w 362309"/>
              <a:gd name="connsiteY2" fmla="*/ 362451 h 362450"/>
              <a:gd name="connsiteX3" fmla="*/ 362310 w 362309"/>
              <a:gd name="connsiteY3" fmla="*/ 181145 h 362450"/>
              <a:gd name="connsiteX4" fmla="*/ 180835 w 362309"/>
              <a:gd name="connsiteY4" fmla="*/ 479 h 362450"/>
              <a:gd name="connsiteX5" fmla="*/ 180835 w 362309"/>
              <a:gd name="connsiteY5" fmla="*/ 479 h 362450"/>
              <a:gd name="connsiteX6" fmla="*/ 248569 w 362309"/>
              <a:gd name="connsiteY6" fmla="*/ 91770 h 362450"/>
              <a:gd name="connsiteX7" fmla="*/ 174445 w 362309"/>
              <a:gd name="connsiteY7" fmla="*/ 91770 h 362450"/>
              <a:gd name="connsiteX8" fmla="*/ 174445 w 362309"/>
              <a:gd name="connsiteY8" fmla="*/ 261584 h 362450"/>
              <a:gd name="connsiteX9" fmla="*/ 218536 w 362309"/>
              <a:gd name="connsiteY9" fmla="*/ 217534 h 362450"/>
              <a:gd name="connsiteX10" fmla="*/ 227482 w 362309"/>
              <a:gd name="connsiteY10" fmla="*/ 217534 h 362450"/>
              <a:gd name="connsiteX11" fmla="*/ 227482 w 362309"/>
              <a:gd name="connsiteY11" fmla="*/ 226472 h 362450"/>
              <a:gd name="connsiteX12" fmla="*/ 227482 w 362309"/>
              <a:gd name="connsiteY12" fmla="*/ 226472 h 362450"/>
              <a:gd name="connsiteX13" fmla="*/ 172528 w 362309"/>
              <a:gd name="connsiteY13" fmla="*/ 281374 h 362450"/>
              <a:gd name="connsiteX14" fmla="*/ 165500 w 362309"/>
              <a:gd name="connsiteY14" fmla="*/ 282651 h 362450"/>
              <a:gd name="connsiteX15" fmla="*/ 163582 w 362309"/>
              <a:gd name="connsiteY15" fmla="*/ 281374 h 362450"/>
              <a:gd name="connsiteX16" fmla="*/ 108629 w 362309"/>
              <a:gd name="connsiteY16" fmla="*/ 226472 h 362450"/>
              <a:gd name="connsiteX17" fmla="*/ 108629 w 362309"/>
              <a:gd name="connsiteY17" fmla="*/ 217534 h 362450"/>
              <a:gd name="connsiteX18" fmla="*/ 117575 w 362309"/>
              <a:gd name="connsiteY18" fmla="*/ 217534 h 362450"/>
              <a:gd name="connsiteX19" fmla="*/ 161666 w 362309"/>
              <a:gd name="connsiteY19" fmla="*/ 261584 h 362450"/>
              <a:gd name="connsiteX20" fmla="*/ 161666 w 362309"/>
              <a:gd name="connsiteY20" fmla="*/ 85386 h 362450"/>
              <a:gd name="connsiteX21" fmla="*/ 168055 w 362309"/>
              <a:gd name="connsiteY21" fmla="*/ 79002 h 362450"/>
              <a:gd name="connsiteX22" fmla="*/ 248569 w 362309"/>
              <a:gd name="connsiteY22" fmla="*/ 79002 h 362450"/>
              <a:gd name="connsiteX23" fmla="*/ 254959 w 362309"/>
              <a:gd name="connsiteY23" fmla="*/ 85386 h 362450"/>
              <a:gd name="connsiteX24" fmla="*/ 248569 w 362309"/>
              <a:gd name="connsiteY24" fmla="*/ 91770 h 362450"/>
              <a:gd name="connsiteX25" fmla="*/ 248569 w 362309"/>
              <a:gd name="connsiteY25" fmla="*/ 91770 h 36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2309" h="362450">
                <a:moveTo>
                  <a:pt x="180835" y="479"/>
                </a:moveTo>
                <a:cubicBezTo>
                  <a:pt x="80513" y="479"/>
                  <a:pt x="0" y="81555"/>
                  <a:pt x="0" y="181784"/>
                </a:cubicBezTo>
                <a:cubicBezTo>
                  <a:pt x="0" y="282013"/>
                  <a:pt x="81152" y="362451"/>
                  <a:pt x="181474" y="362451"/>
                </a:cubicBezTo>
                <a:cubicBezTo>
                  <a:pt x="281157" y="362451"/>
                  <a:pt x="362310" y="281374"/>
                  <a:pt x="362310" y="181145"/>
                </a:cubicBezTo>
                <a:cubicBezTo>
                  <a:pt x="362310" y="80917"/>
                  <a:pt x="281157" y="-160"/>
                  <a:pt x="180835" y="479"/>
                </a:cubicBezTo>
                <a:cubicBezTo>
                  <a:pt x="180835" y="-160"/>
                  <a:pt x="180835" y="-160"/>
                  <a:pt x="180835" y="479"/>
                </a:cubicBezTo>
                <a:close/>
                <a:moveTo>
                  <a:pt x="248569" y="91770"/>
                </a:moveTo>
                <a:lnTo>
                  <a:pt x="174445" y="91770"/>
                </a:lnTo>
                <a:lnTo>
                  <a:pt x="174445" y="261584"/>
                </a:lnTo>
                <a:lnTo>
                  <a:pt x="218536" y="217534"/>
                </a:lnTo>
                <a:cubicBezTo>
                  <a:pt x="221092" y="214981"/>
                  <a:pt x="224926" y="214981"/>
                  <a:pt x="227482" y="217534"/>
                </a:cubicBezTo>
                <a:cubicBezTo>
                  <a:pt x="230038" y="220088"/>
                  <a:pt x="230038" y="223918"/>
                  <a:pt x="227482" y="226472"/>
                </a:cubicBezTo>
                <a:cubicBezTo>
                  <a:pt x="227482" y="226472"/>
                  <a:pt x="227482" y="226472"/>
                  <a:pt x="227482" y="226472"/>
                </a:cubicBezTo>
                <a:lnTo>
                  <a:pt x="172528" y="281374"/>
                </a:lnTo>
                <a:cubicBezTo>
                  <a:pt x="170611" y="283289"/>
                  <a:pt x="168055" y="283928"/>
                  <a:pt x="165500" y="282651"/>
                </a:cubicBezTo>
                <a:cubicBezTo>
                  <a:pt x="164861" y="282651"/>
                  <a:pt x="164221" y="282013"/>
                  <a:pt x="163582" y="281374"/>
                </a:cubicBezTo>
                <a:lnTo>
                  <a:pt x="108629" y="226472"/>
                </a:lnTo>
                <a:cubicBezTo>
                  <a:pt x="106073" y="223918"/>
                  <a:pt x="106073" y="220088"/>
                  <a:pt x="108629" y="217534"/>
                </a:cubicBezTo>
                <a:cubicBezTo>
                  <a:pt x="111185" y="214981"/>
                  <a:pt x="115019" y="214981"/>
                  <a:pt x="117575" y="217534"/>
                </a:cubicBezTo>
                <a:lnTo>
                  <a:pt x="161666" y="261584"/>
                </a:lnTo>
                <a:lnTo>
                  <a:pt x="161666" y="85386"/>
                </a:lnTo>
                <a:cubicBezTo>
                  <a:pt x="161666" y="81555"/>
                  <a:pt x="164221" y="79002"/>
                  <a:pt x="168055" y="79002"/>
                </a:cubicBezTo>
                <a:lnTo>
                  <a:pt x="248569" y="79002"/>
                </a:lnTo>
                <a:cubicBezTo>
                  <a:pt x="252403" y="79002"/>
                  <a:pt x="254959" y="81555"/>
                  <a:pt x="254959" y="85386"/>
                </a:cubicBezTo>
                <a:cubicBezTo>
                  <a:pt x="254959" y="89216"/>
                  <a:pt x="252403" y="91770"/>
                  <a:pt x="248569" y="91770"/>
                </a:cubicBezTo>
                <a:lnTo>
                  <a:pt x="248569" y="91770"/>
                </a:lnTo>
                <a:close/>
              </a:path>
            </a:pathLst>
          </a:custGeom>
          <a:solidFill>
            <a:srgbClr val="00A3E0"/>
          </a:solidFill>
          <a:ln w="6390" cap="flat">
            <a:noFill/>
            <a:prstDash val="solid"/>
            <a:miter/>
          </a:ln>
        </p:spPr>
        <p:txBody>
          <a:bodyPr rtlCol="0" anchor="ctr"/>
          <a:lstStyle/>
          <a:p>
            <a:endParaRPr lang="en-US"/>
          </a:p>
        </p:txBody>
      </p:sp>
      <p:sp>
        <p:nvSpPr>
          <p:cNvPr id="508" name="Graphic 4">
            <a:extLst>
              <a:ext uri="{FF2B5EF4-FFF2-40B4-BE49-F238E27FC236}">
                <a16:creationId xmlns:a16="http://schemas.microsoft.com/office/drawing/2014/main" id="{BBAC9DE1-87ED-D342-A08B-3E159A5C8161}"/>
              </a:ext>
            </a:extLst>
          </p:cNvPr>
          <p:cNvSpPr/>
          <p:nvPr/>
        </p:nvSpPr>
        <p:spPr>
          <a:xfrm>
            <a:off x="5099169" y="14027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53681 w 362309"/>
              <a:gd name="connsiteY7" fmla="*/ 225993 h 361971"/>
              <a:gd name="connsiteX8" fmla="*/ 198727 w 362309"/>
              <a:gd name="connsiteY8" fmla="*/ 280895 h 361971"/>
              <a:gd name="connsiteX9" fmla="*/ 196810 w 362309"/>
              <a:gd name="connsiteY9" fmla="*/ 282172 h 361971"/>
              <a:gd name="connsiteX10" fmla="*/ 191698 w 362309"/>
              <a:gd name="connsiteY10" fmla="*/ 282172 h 361971"/>
              <a:gd name="connsiteX11" fmla="*/ 189781 w 362309"/>
              <a:gd name="connsiteY11" fmla="*/ 280895 h 361971"/>
              <a:gd name="connsiteX12" fmla="*/ 134828 w 362309"/>
              <a:gd name="connsiteY12" fmla="*/ 225993 h 361971"/>
              <a:gd name="connsiteX13" fmla="*/ 134828 w 362309"/>
              <a:gd name="connsiteY13" fmla="*/ 217055 h 361971"/>
              <a:gd name="connsiteX14" fmla="*/ 143774 w 362309"/>
              <a:gd name="connsiteY14" fmla="*/ 217055 h 361971"/>
              <a:gd name="connsiteX15" fmla="*/ 143774 w 362309"/>
              <a:gd name="connsiteY15" fmla="*/ 217055 h 361971"/>
              <a:gd name="connsiteX16" fmla="*/ 187864 w 362309"/>
              <a:gd name="connsiteY16" fmla="*/ 261105 h 361971"/>
              <a:gd name="connsiteX17" fmla="*/ 187864 w 362309"/>
              <a:gd name="connsiteY17" fmla="*/ 91291 h 361971"/>
              <a:gd name="connsiteX18" fmla="*/ 113741 w 362309"/>
              <a:gd name="connsiteY18" fmla="*/ 91291 h 361971"/>
              <a:gd name="connsiteX19" fmla="*/ 107351 w 362309"/>
              <a:gd name="connsiteY19" fmla="*/ 84907 h 361971"/>
              <a:gd name="connsiteX20" fmla="*/ 113741 w 362309"/>
              <a:gd name="connsiteY20" fmla="*/ 78523 h 361971"/>
              <a:gd name="connsiteX21" fmla="*/ 194254 w 362309"/>
              <a:gd name="connsiteY21" fmla="*/ 78523 h 361971"/>
              <a:gd name="connsiteX22" fmla="*/ 200644 w 362309"/>
              <a:gd name="connsiteY22" fmla="*/ 84907 h 361971"/>
              <a:gd name="connsiteX23" fmla="*/ 200644 w 362309"/>
              <a:gd name="connsiteY23" fmla="*/ 261105 h 361971"/>
              <a:gd name="connsiteX24" fmla="*/ 244735 w 362309"/>
              <a:gd name="connsiteY24" fmla="*/ 217055 h 361971"/>
              <a:gd name="connsiteX25" fmla="*/ 253681 w 362309"/>
              <a:gd name="connsiteY25" fmla="*/ 217055 h 361971"/>
              <a:gd name="connsiteX26" fmla="*/ 253681 w 362309"/>
              <a:gd name="connsiteY26" fmla="*/ 225993 h 361971"/>
              <a:gd name="connsiteX27" fmla="*/ 253681 w 362309"/>
              <a:gd name="connsiteY27" fmla="*/ 22599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0438"/>
                  <a:pt x="281157" y="0"/>
                  <a:pt x="181474" y="0"/>
                </a:cubicBezTo>
                <a:cubicBezTo>
                  <a:pt x="181474" y="0"/>
                  <a:pt x="181474" y="0"/>
                  <a:pt x="181474" y="0"/>
                </a:cubicBezTo>
                <a:close/>
                <a:moveTo>
                  <a:pt x="253681" y="225993"/>
                </a:moveTo>
                <a:lnTo>
                  <a:pt x="198727" y="280895"/>
                </a:lnTo>
                <a:cubicBezTo>
                  <a:pt x="198088" y="281534"/>
                  <a:pt x="197449" y="282172"/>
                  <a:pt x="196810" y="282172"/>
                </a:cubicBezTo>
                <a:cubicBezTo>
                  <a:pt x="195532" y="282810"/>
                  <a:pt x="193615" y="282810"/>
                  <a:pt x="191698" y="282172"/>
                </a:cubicBezTo>
                <a:cubicBezTo>
                  <a:pt x="191059" y="282172"/>
                  <a:pt x="190420" y="281534"/>
                  <a:pt x="189781" y="280895"/>
                </a:cubicBezTo>
                <a:lnTo>
                  <a:pt x="134828" y="225993"/>
                </a:lnTo>
                <a:cubicBezTo>
                  <a:pt x="132272" y="223439"/>
                  <a:pt x="132272" y="219609"/>
                  <a:pt x="134828" y="217055"/>
                </a:cubicBezTo>
                <a:cubicBezTo>
                  <a:pt x="137384" y="214502"/>
                  <a:pt x="141217" y="214502"/>
                  <a:pt x="143774" y="217055"/>
                </a:cubicBezTo>
                <a:lnTo>
                  <a:pt x="143774" y="217055"/>
                </a:lnTo>
                <a:lnTo>
                  <a:pt x="187864" y="261105"/>
                </a:lnTo>
                <a:lnTo>
                  <a:pt x="187864" y="91291"/>
                </a:lnTo>
                <a:lnTo>
                  <a:pt x="113741" y="91291"/>
                </a:lnTo>
                <a:cubicBezTo>
                  <a:pt x="109907" y="91291"/>
                  <a:pt x="107351" y="88737"/>
                  <a:pt x="107351" y="84907"/>
                </a:cubicBezTo>
                <a:cubicBezTo>
                  <a:pt x="107351" y="81077"/>
                  <a:pt x="109907" y="78523"/>
                  <a:pt x="113741" y="78523"/>
                </a:cubicBezTo>
                <a:lnTo>
                  <a:pt x="194254" y="78523"/>
                </a:lnTo>
                <a:cubicBezTo>
                  <a:pt x="198088" y="78523"/>
                  <a:pt x="200644" y="81077"/>
                  <a:pt x="200644" y="84907"/>
                </a:cubicBezTo>
                <a:lnTo>
                  <a:pt x="200644" y="261105"/>
                </a:lnTo>
                <a:lnTo>
                  <a:pt x="244735" y="217055"/>
                </a:lnTo>
                <a:cubicBezTo>
                  <a:pt x="247291" y="214502"/>
                  <a:pt x="251124" y="214502"/>
                  <a:pt x="253681" y="217055"/>
                </a:cubicBezTo>
                <a:cubicBezTo>
                  <a:pt x="256236" y="219609"/>
                  <a:pt x="256236" y="224078"/>
                  <a:pt x="253681" y="225993"/>
                </a:cubicBezTo>
                <a:lnTo>
                  <a:pt x="253681" y="225993"/>
                </a:lnTo>
                <a:close/>
              </a:path>
            </a:pathLst>
          </a:custGeom>
          <a:solidFill>
            <a:srgbClr val="00A3E0"/>
          </a:solidFill>
          <a:ln w="6390" cap="flat">
            <a:noFill/>
            <a:prstDash val="solid"/>
            <a:miter/>
          </a:ln>
        </p:spPr>
        <p:txBody>
          <a:bodyPr rtlCol="0" anchor="ctr"/>
          <a:lstStyle/>
          <a:p>
            <a:endParaRPr lang="en-US"/>
          </a:p>
        </p:txBody>
      </p:sp>
      <p:sp>
        <p:nvSpPr>
          <p:cNvPr id="509" name="Graphic 4">
            <a:extLst>
              <a:ext uri="{FF2B5EF4-FFF2-40B4-BE49-F238E27FC236}">
                <a16:creationId xmlns:a16="http://schemas.microsoft.com/office/drawing/2014/main" id="{2A313B35-FF42-4A4D-A7AB-5B6C696B2D19}"/>
              </a:ext>
            </a:extLst>
          </p:cNvPr>
          <p:cNvSpPr/>
          <p:nvPr/>
        </p:nvSpPr>
        <p:spPr>
          <a:xfrm>
            <a:off x="4045469" y="14027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49208 w 362309"/>
              <a:gd name="connsiteY6" fmla="*/ 282810 h 361971"/>
              <a:gd name="connsiteX7" fmla="*/ 168695 w 362309"/>
              <a:gd name="connsiteY7" fmla="*/ 282810 h 361971"/>
              <a:gd name="connsiteX8" fmla="*/ 162305 w 362309"/>
              <a:gd name="connsiteY8" fmla="*/ 276426 h 361971"/>
              <a:gd name="connsiteX9" fmla="*/ 162305 w 362309"/>
              <a:gd name="connsiteY9" fmla="*/ 100229 h 361971"/>
              <a:gd name="connsiteX10" fmla="*/ 118214 w 362309"/>
              <a:gd name="connsiteY10" fmla="*/ 144278 h 361971"/>
              <a:gd name="connsiteX11" fmla="*/ 109268 w 362309"/>
              <a:gd name="connsiteY11" fmla="*/ 144278 h 361971"/>
              <a:gd name="connsiteX12" fmla="*/ 109268 w 362309"/>
              <a:gd name="connsiteY12" fmla="*/ 135340 h 361971"/>
              <a:gd name="connsiteX13" fmla="*/ 164221 w 362309"/>
              <a:gd name="connsiteY13" fmla="*/ 80438 h 361971"/>
              <a:gd name="connsiteX14" fmla="*/ 166138 w 362309"/>
              <a:gd name="connsiteY14" fmla="*/ 79161 h 361971"/>
              <a:gd name="connsiteX15" fmla="*/ 171251 w 362309"/>
              <a:gd name="connsiteY15" fmla="*/ 79161 h 361971"/>
              <a:gd name="connsiteX16" fmla="*/ 173168 w 362309"/>
              <a:gd name="connsiteY16" fmla="*/ 80438 h 361971"/>
              <a:gd name="connsiteX17" fmla="*/ 228121 w 362309"/>
              <a:gd name="connsiteY17" fmla="*/ 135340 h 361971"/>
              <a:gd name="connsiteX18" fmla="*/ 228121 w 362309"/>
              <a:gd name="connsiteY18" fmla="*/ 144278 h 361971"/>
              <a:gd name="connsiteX19" fmla="*/ 219175 w 362309"/>
              <a:gd name="connsiteY19" fmla="*/ 144278 h 361971"/>
              <a:gd name="connsiteX20" fmla="*/ 219175 w 362309"/>
              <a:gd name="connsiteY20" fmla="*/ 144278 h 361971"/>
              <a:gd name="connsiteX21" fmla="*/ 175084 w 362309"/>
              <a:gd name="connsiteY21" fmla="*/ 100229 h 361971"/>
              <a:gd name="connsiteX22" fmla="*/ 175084 w 362309"/>
              <a:gd name="connsiteY22" fmla="*/ 270042 h 361971"/>
              <a:gd name="connsiteX23" fmla="*/ 249208 w 362309"/>
              <a:gd name="connsiteY23" fmla="*/ 270042 h 361971"/>
              <a:gd name="connsiteX24" fmla="*/ 255597 w 362309"/>
              <a:gd name="connsiteY24" fmla="*/ 276426 h 361971"/>
              <a:gd name="connsiteX25" fmla="*/ 249208 w 362309"/>
              <a:gd name="connsiteY25" fmla="*/ 28281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lose/>
                <a:moveTo>
                  <a:pt x="249208" y="282810"/>
                </a:moveTo>
                <a:lnTo>
                  <a:pt x="168695" y="282810"/>
                </a:lnTo>
                <a:cubicBezTo>
                  <a:pt x="164861" y="282810"/>
                  <a:pt x="162305" y="280257"/>
                  <a:pt x="162305" y="276426"/>
                </a:cubicBezTo>
                <a:lnTo>
                  <a:pt x="162305" y="100229"/>
                </a:lnTo>
                <a:lnTo>
                  <a:pt x="118214" y="144278"/>
                </a:lnTo>
                <a:cubicBezTo>
                  <a:pt x="115658" y="146832"/>
                  <a:pt x="111824" y="146832"/>
                  <a:pt x="109268" y="144278"/>
                </a:cubicBezTo>
                <a:cubicBezTo>
                  <a:pt x="106712" y="141724"/>
                  <a:pt x="106712" y="137894"/>
                  <a:pt x="109268" y="135340"/>
                </a:cubicBezTo>
                <a:lnTo>
                  <a:pt x="164221" y="80438"/>
                </a:lnTo>
                <a:cubicBezTo>
                  <a:pt x="164861" y="79800"/>
                  <a:pt x="165500" y="79161"/>
                  <a:pt x="166138" y="79161"/>
                </a:cubicBezTo>
                <a:cubicBezTo>
                  <a:pt x="167416" y="78523"/>
                  <a:pt x="169333" y="78523"/>
                  <a:pt x="171251" y="79161"/>
                </a:cubicBezTo>
                <a:cubicBezTo>
                  <a:pt x="171889" y="79800"/>
                  <a:pt x="172528" y="79800"/>
                  <a:pt x="173168" y="80438"/>
                </a:cubicBezTo>
                <a:lnTo>
                  <a:pt x="228121" y="135340"/>
                </a:lnTo>
                <a:cubicBezTo>
                  <a:pt x="230677" y="137894"/>
                  <a:pt x="230677" y="141724"/>
                  <a:pt x="228121" y="144278"/>
                </a:cubicBezTo>
                <a:cubicBezTo>
                  <a:pt x="225565" y="146832"/>
                  <a:pt x="221731" y="146832"/>
                  <a:pt x="219175" y="144278"/>
                </a:cubicBezTo>
                <a:lnTo>
                  <a:pt x="219175" y="144278"/>
                </a:lnTo>
                <a:lnTo>
                  <a:pt x="175084" y="100229"/>
                </a:lnTo>
                <a:lnTo>
                  <a:pt x="175084" y="270042"/>
                </a:lnTo>
                <a:lnTo>
                  <a:pt x="249208" y="270042"/>
                </a:lnTo>
                <a:cubicBezTo>
                  <a:pt x="253042" y="270042"/>
                  <a:pt x="255597" y="272596"/>
                  <a:pt x="255597" y="276426"/>
                </a:cubicBezTo>
                <a:cubicBezTo>
                  <a:pt x="255597" y="280257"/>
                  <a:pt x="253042" y="282810"/>
                  <a:pt x="249208" y="282810"/>
                </a:cubicBezTo>
                <a:close/>
              </a:path>
            </a:pathLst>
          </a:custGeom>
          <a:solidFill>
            <a:srgbClr val="00A3E0"/>
          </a:solidFill>
          <a:ln w="6390" cap="flat">
            <a:noFill/>
            <a:prstDash val="solid"/>
            <a:miter/>
          </a:ln>
        </p:spPr>
        <p:txBody>
          <a:bodyPr rtlCol="0" anchor="ctr"/>
          <a:lstStyle/>
          <a:p>
            <a:endParaRPr lang="en-US"/>
          </a:p>
        </p:txBody>
      </p:sp>
      <p:sp>
        <p:nvSpPr>
          <p:cNvPr id="510" name="Graphic 4">
            <a:extLst>
              <a:ext uri="{FF2B5EF4-FFF2-40B4-BE49-F238E27FC236}">
                <a16:creationId xmlns:a16="http://schemas.microsoft.com/office/drawing/2014/main" id="{5BE1B2C1-5ADA-6344-80A3-7EF6C5BF483A}"/>
              </a:ext>
            </a:extLst>
          </p:cNvPr>
          <p:cNvSpPr/>
          <p:nvPr/>
        </p:nvSpPr>
        <p:spPr>
          <a:xfrm>
            <a:off x="6146480" y="14027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253680 w 362309"/>
              <a:gd name="connsiteY7" fmla="*/ 144278 h 361971"/>
              <a:gd name="connsiteX8" fmla="*/ 244735 w 362309"/>
              <a:gd name="connsiteY8" fmla="*/ 144278 h 361971"/>
              <a:gd name="connsiteX9" fmla="*/ 200644 w 362309"/>
              <a:gd name="connsiteY9" fmla="*/ 100229 h 361971"/>
              <a:gd name="connsiteX10" fmla="*/ 200644 w 362309"/>
              <a:gd name="connsiteY10" fmla="*/ 276426 h 361971"/>
              <a:gd name="connsiteX11" fmla="*/ 194254 w 362309"/>
              <a:gd name="connsiteY11" fmla="*/ 282810 h 361971"/>
              <a:gd name="connsiteX12" fmla="*/ 113741 w 362309"/>
              <a:gd name="connsiteY12" fmla="*/ 282810 h 361971"/>
              <a:gd name="connsiteX13" fmla="*/ 107351 w 362309"/>
              <a:gd name="connsiteY13" fmla="*/ 276426 h 361971"/>
              <a:gd name="connsiteX14" fmla="*/ 113741 w 362309"/>
              <a:gd name="connsiteY14" fmla="*/ 270042 h 361971"/>
              <a:gd name="connsiteX15" fmla="*/ 187864 w 362309"/>
              <a:gd name="connsiteY15" fmla="*/ 270042 h 361971"/>
              <a:gd name="connsiteX16" fmla="*/ 187864 w 362309"/>
              <a:gd name="connsiteY16" fmla="*/ 100229 h 361971"/>
              <a:gd name="connsiteX17" fmla="*/ 143774 w 362309"/>
              <a:gd name="connsiteY17" fmla="*/ 144278 h 361971"/>
              <a:gd name="connsiteX18" fmla="*/ 139301 w 362309"/>
              <a:gd name="connsiteY18" fmla="*/ 146193 h 361971"/>
              <a:gd name="connsiteX19" fmla="*/ 132911 w 362309"/>
              <a:gd name="connsiteY19" fmla="*/ 139809 h 361971"/>
              <a:gd name="connsiteX20" fmla="*/ 134828 w 362309"/>
              <a:gd name="connsiteY20" fmla="*/ 135340 h 361971"/>
              <a:gd name="connsiteX21" fmla="*/ 189781 w 362309"/>
              <a:gd name="connsiteY21" fmla="*/ 80438 h 361971"/>
              <a:gd name="connsiteX22" fmla="*/ 191698 w 362309"/>
              <a:gd name="connsiteY22" fmla="*/ 79161 h 361971"/>
              <a:gd name="connsiteX23" fmla="*/ 196810 w 362309"/>
              <a:gd name="connsiteY23" fmla="*/ 79161 h 361971"/>
              <a:gd name="connsiteX24" fmla="*/ 198727 w 362309"/>
              <a:gd name="connsiteY24" fmla="*/ 80438 h 361971"/>
              <a:gd name="connsiteX25" fmla="*/ 253680 w 362309"/>
              <a:gd name="connsiteY25" fmla="*/ 135340 h 361971"/>
              <a:gd name="connsiteX26" fmla="*/ 253680 w 362309"/>
              <a:gd name="connsiteY26" fmla="*/ 14427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0438"/>
                  <a:pt x="281157" y="0"/>
                  <a:pt x="181474" y="0"/>
                </a:cubicBezTo>
                <a:lnTo>
                  <a:pt x="181474" y="0"/>
                </a:lnTo>
                <a:close/>
                <a:moveTo>
                  <a:pt x="253680" y="144278"/>
                </a:moveTo>
                <a:cubicBezTo>
                  <a:pt x="251124" y="146832"/>
                  <a:pt x="247290" y="146832"/>
                  <a:pt x="244735" y="144278"/>
                </a:cubicBezTo>
                <a:lnTo>
                  <a:pt x="200644" y="100229"/>
                </a:lnTo>
                <a:lnTo>
                  <a:pt x="200644" y="276426"/>
                </a:lnTo>
                <a:cubicBezTo>
                  <a:pt x="200644" y="280257"/>
                  <a:pt x="198088" y="282810"/>
                  <a:pt x="194254" y="282810"/>
                </a:cubicBezTo>
                <a:lnTo>
                  <a:pt x="113741" y="282810"/>
                </a:lnTo>
                <a:cubicBezTo>
                  <a:pt x="109907" y="282810"/>
                  <a:pt x="107351" y="280257"/>
                  <a:pt x="107351" y="276426"/>
                </a:cubicBezTo>
                <a:cubicBezTo>
                  <a:pt x="107351" y="272596"/>
                  <a:pt x="109907" y="270042"/>
                  <a:pt x="113741" y="270042"/>
                </a:cubicBezTo>
                <a:lnTo>
                  <a:pt x="187864" y="270042"/>
                </a:lnTo>
                <a:lnTo>
                  <a:pt x="187864" y="100229"/>
                </a:lnTo>
                <a:lnTo>
                  <a:pt x="143774" y="144278"/>
                </a:lnTo>
                <a:cubicBezTo>
                  <a:pt x="142496" y="145555"/>
                  <a:pt x="141217" y="146193"/>
                  <a:pt x="139301" y="146193"/>
                </a:cubicBezTo>
                <a:cubicBezTo>
                  <a:pt x="135466" y="146193"/>
                  <a:pt x="132911" y="143640"/>
                  <a:pt x="132911" y="139809"/>
                </a:cubicBezTo>
                <a:cubicBezTo>
                  <a:pt x="132911" y="137894"/>
                  <a:pt x="133549" y="136617"/>
                  <a:pt x="134828" y="135340"/>
                </a:cubicBezTo>
                <a:lnTo>
                  <a:pt x="189781" y="80438"/>
                </a:lnTo>
                <a:cubicBezTo>
                  <a:pt x="190420" y="79800"/>
                  <a:pt x="191059" y="79161"/>
                  <a:pt x="191698" y="79161"/>
                </a:cubicBezTo>
                <a:cubicBezTo>
                  <a:pt x="192976" y="78523"/>
                  <a:pt x="194893" y="78523"/>
                  <a:pt x="196810" y="79161"/>
                </a:cubicBezTo>
                <a:cubicBezTo>
                  <a:pt x="197449" y="79800"/>
                  <a:pt x="198088" y="79800"/>
                  <a:pt x="198727" y="80438"/>
                </a:cubicBezTo>
                <a:lnTo>
                  <a:pt x="253680" y="135340"/>
                </a:lnTo>
                <a:cubicBezTo>
                  <a:pt x="255597" y="137894"/>
                  <a:pt x="255597" y="141724"/>
                  <a:pt x="253680" y="144278"/>
                </a:cubicBezTo>
                <a:close/>
              </a:path>
            </a:pathLst>
          </a:custGeom>
          <a:solidFill>
            <a:srgbClr val="00A3E0"/>
          </a:solidFill>
          <a:ln w="6390" cap="flat">
            <a:noFill/>
            <a:prstDash val="solid"/>
            <a:miter/>
          </a:ln>
        </p:spPr>
        <p:txBody>
          <a:bodyPr rtlCol="0" anchor="ctr"/>
          <a:lstStyle/>
          <a:p>
            <a:endParaRPr lang="en-US"/>
          </a:p>
        </p:txBody>
      </p:sp>
      <p:sp>
        <p:nvSpPr>
          <p:cNvPr id="511" name="Graphic 4">
            <a:extLst>
              <a:ext uri="{FF2B5EF4-FFF2-40B4-BE49-F238E27FC236}">
                <a16:creationId xmlns:a16="http://schemas.microsoft.com/office/drawing/2014/main" id="{656F7195-1DB3-B247-BFA7-B1F9E6FC23EB}"/>
              </a:ext>
            </a:extLst>
          </p:cNvPr>
          <p:cNvSpPr/>
          <p:nvPr/>
        </p:nvSpPr>
        <p:spPr>
          <a:xfrm>
            <a:off x="8239823" y="918179"/>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244735 w 361674"/>
              <a:gd name="connsiteY7" fmla="*/ 229823 h 361971"/>
              <a:gd name="connsiteX8" fmla="*/ 185308 w 361674"/>
              <a:gd name="connsiteY8" fmla="*/ 289194 h 361971"/>
              <a:gd name="connsiteX9" fmla="*/ 183391 w 361674"/>
              <a:gd name="connsiteY9" fmla="*/ 290471 h 361971"/>
              <a:gd name="connsiteX10" fmla="*/ 178279 w 361674"/>
              <a:gd name="connsiteY10" fmla="*/ 290471 h 361971"/>
              <a:gd name="connsiteX11" fmla="*/ 176362 w 361674"/>
              <a:gd name="connsiteY11" fmla="*/ 289194 h 361971"/>
              <a:gd name="connsiteX12" fmla="*/ 116936 w 361674"/>
              <a:gd name="connsiteY12" fmla="*/ 229823 h 361971"/>
              <a:gd name="connsiteX13" fmla="*/ 116297 w 361674"/>
              <a:gd name="connsiteY13" fmla="*/ 220886 h 361971"/>
              <a:gd name="connsiteX14" fmla="*/ 125243 w 361674"/>
              <a:gd name="connsiteY14" fmla="*/ 220247 h 361971"/>
              <a:gd name="connsiteX15" fmla="*/ 125881 w 361674"/>
              <a:gd name="connsiteY15" fmla="*/ 220886 h 361971"/>
              <a:gd name="connsiteX16" fmla="*/ 174446 w 361674"/>
              <a:gd name="connsiteY16" fmla="*/ 269404 h 361971"/>
              <a:gd name="connsiteX17" fmla="*/ 174446 w 361674"/>
              <a:gd name="connsiteY17" fmla="*/ 77246 h 361971"/>
              <a:gd name="connsiteX18" fmla="*/ 180836 w 361674"/>
              <a:gd name="connsiteY18" fmla="*/ 70862 h 361971"/>
              <a:gd name="connsiteX19" fmla="*/ 187225 w 361674"/>
              <a:gd name="connsiteY19" fmla="*/ 77246 h 361971"/>
              <a:gd name="connsiteX20" fmla="*/ 187225 w 361674"/>
              <a:gd name="connsiteY20" fmla="*/ 269404 h 361971"/>
              <a:gd name="connsiteX21" fmla="*/ 235789 w 361674"/>
              <a:gd name="connsiteY21" fmla="*/ 220886 h 361971"/>
              <a:gd name="connsiteX22" fmla="*/ 244735 w 361674"/>
              <a:gd name="connsiteY22" fmla="*/ 220886 h 361971"/>
              <a:gd name="connsiteX23" fmla="*/ 244735 w 361674"/>
              <a:gd name="connsiteY23" fmla="*/ 220886 h 361971"/>
              <a:gd name="connsiteX24" fmla="*/ 244735 w 361674"/>
              <a:gd name="connsiteY24" fmla="*/ 229823 h 361971"/>
              <a:gd name="connsiteX25" fmla="*/ 244735 w 361674"/>
              <a:gd name="connsiteY25" fmla="*/ 229823 h 361971"/>
              <a:gd name="connsiteX26" fmla="*/ 244735 w 361674"/>
              <a:gd name="connsiteY26" fmla="*/ 22982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1674" h="361971">
                <a:moveTo>
                  <a:pt x="180836" y="0"/>
                </a:moveTo>
                <a:cubicBezTo>
                  <a:pt x="80513" y="0"/>
                  <a:pt x="0" y="81077"/>
                  <a:pt x="0" y="180667"/>
                </a:cubicBezTo>
                <a:cubicBezTo>
                  <a:pt x="0" y="280895"/>
                  <a:pt x="81152" y="361972"/>
                  <a:pt x="180836" y="361972"/>
                </a:cubicBezTo>
                <a:cubicBezTo>
                  <a:pt x="281157" y="361972"/>
                  <a:pt x="361670" y="280895"/>
                  <a:pt x="361670" y="181305"/>
                </a:cubicBezTo>
                <a:lnTo>
                  <a:pt x="361670" y="181305"/>
                </a:lnTo>
                <a:cubicBezTo>
                  <a:pt x="362309" y="81077"/>
                  <a:pt x="281157" y="0"/>
                  <a:pt x="180836" y="0"/>
                </a:cubicBezTo>
                <a:cubicBezTo>
                  <a:pt x="180836" y="0"/>
                  <a:pt x="180836" y="0"/>
                  <a:pt x="180836" y="0"/>
                </a:cubicBezTo>
                <a:close/>
                <a:moveTo>
                  <a:pt x="244735" y="229823"/>
                </a:moveTo>
                <a:lnTo>
                  <a:pt x="185308" y="289194"/>
                </a:lnTo>
                <a:cubicBezTo>
                  <a:pt x="184669" y="289833"/>
                  <a:pt x="184031" y="290471"/>
                  <a:pt x="183391" y="290471"/>
                </a:cubicBezTo>
                <a:cubicBezTo>
                  <a:pt x="182113" y="291110"/>
                  <a:pt x="180196" y="291110"/>
                  <a:pt x="178279" y="290471"/>
                </a:cubicBezTo>
                <a:cubicBezTo>
                  <a:pt x="177641" y="289833"/>
                  <a:pt x="177001" y="289833"/>
                  <a:pt x="176362" y="289194"/>
                </a:cubicBezTo>
                <a:lnTo>
                  <a:pt x="116936" y="229823"/>
                </a:lnTo>
                <a:cubicBezTo>
                  <a:pt x="114380" y="227270"/>
                  <a:pt x="113741" y="223439"/>
                  <a:pt x="116297" y="220886"/>
                </a:cubicBezTo>
                <a:cubicBezTo>
                  <a:pt x="118853" y="218332"/>
                  <a:pt x="122686" y="217694"/>
                  <a:pt x="125243" y="220247"/>
                </a:cubicBezTo>
                <a:cubicBezTo>
                  <a:pt x="125243" y="220247"/>
                  <a:pt x="125881" y="220886"/>
                  <a:pt x="125881" y="220886"/>
                </a:cubicBezTo>
                <a:lnTo>
                  <a:pt x="174446" y="269404"/>
                </a:lnTo>
                <a:lnTo>
                  <a:pt x="174446" y="77246"/>
                </a:lnTo>
                <a:cubicBezTo>
                  <a:pt x="174446" y="73416"/>
                  <a:pt x="177001" y="70862"/>
                  <a:pt x="180836" y="70862"/>
                </a:cubicBezTo>
                <a:cubicBezTo>
                  <a:pt x="184669" y="70862"/>
                  <a:pt x="187225" y="73416"/>
                  <a:pt x="187225" y="77246"/>
                </a:cubicBezTo>
                <a:lnTo>
                  <a:pt x="187225" y="269404"/>
                </a:lnTo>
                <a:lnTo>
                  <a:pt x="235789" y="220886"/>
                </a:lnTo>
                <a:cubicBezTo>
                  <a:pt x="238345" y="218332"/>
                  <a:pt x="242179" y="218332"/>
                  <a:pt x="244735" y="220886"/>
                </a:cubicBezTo>
                <a:cubicBezTo>
                  <a:pt x="244735" y="220886"/>
                  <a:pt x="244735" y="220886"/>
                  <a:pt x="244735" y="220886"/>
                </a:cubicBezTo>
                <a:cubicBezTo>
                  <a:pt x="247290" y="222801"/>
                  <a:pt x="247290" y="227270"/>
                  <a:pt x="244735" y="229823"/>
                </a:cubicBezTo>
                <a:cubicBezTo>
                  <a:pt x="244735" y="229823"/>
                  <a:pt x="244735" y="229823"/>
                  <a:pt x="244735" y="229823"/>
                </a:cubicBezTo>
                <a:lnTo>
                  <a:pt x="244735" y="229823"/>
                </a:lnTo>
                <a:close/>
              </a:path>
            </a:pathLst>
          </a:custGeom>
          <a:solidFill>
            <a:srgbClr val="00A3E0"/>
          </a:solidFill>
          <a:ln w="6390" cap="flat">
            <a:noFill/>
            <a:prstDash val="solid"/>
            <a:miter/>
          </a:ln>
        </p:spPr>
        <p:txBody>
          <a:bodyPr rtlCol="0" anchor="ctr"/>
          <a:lstStyle/>
          <a:p>
            <a:endParaRPr lang="en-US"/>
          </a:p>
        </p:txBody>
      </p:sp>
      <p:sp>
        <p:nvSpPr>
          <p:cNvPr id="512" name="Graphic 4">
            <a:extLst>
              <a:ext uri="{FF2B5EF4-FFF2-40B4-BE49-F238E27FC236}">
                <a16:creationId xmlns:a16="http://schemas.microsoft.com/office/drawing/2014/main" id="{01A74DE0-6B19-E149-B258-8B79F0E85D94}"/>
              </a:ext>
            </a:extLst>
          </p:cNvPr>
          <p:cNvSpPr/>
          <p:nvPr/>
        </p:nvSpPr>
        <p:spPr>
          <a:xfrm>
            <a:off x="7191874" y="918179"/>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45374 w 362312"/>
              <a:gd name="connsiteY6" fmla="*/ 141086 h 361971"/>
              <a:gd name="connsiteX7" fmla="*/ 236428 w 362312"/>
              <a:gd name="connsiteY7" fmla="*/ 141086 h 361971"/>
              <a:gd name="connsiteX8" fmla="*/ 187864 w 362312"/>
              <a:gd name="connsiteY8" fmla="*/ 92568 h 361971"/>
              <a:gd name="connsiteX9" fmla="*/ 187864 w 362312"/>
              <a:gd name="connsiteY9" fmla="*/ 284726 h 361971"/>
              <a:gd name="connsiteX10" fmla="*/ 181474 w 362312"/>
              <a:gd name="connsiteY10" fmla="*/ 291110 h 361971"/>
              <a:gd name="connsiteX11" fmla="*/ 175084 w 362312"/>
              <a:gd name="connsiteY11" fmla="*/ 284726 h 361971"/>
              <a:gd name="connsiteX12" fmla="*/ 175084 w 362312"/>
              <a:gd name="connsiteY12" fmla="*/ 92568 h 361971"/>
              <a:gd name="connsiteX13" fmla="*/ 126521 w 362312"/>
              <a:gd name="connsiteY13" fmla="*/ 141086 h 361971"/>
              <a:gd name="connsiteX14" fmla="*/ 122048 w 362312"/>
              <a:gd name="connsiteY14" fmla="*/ 143001 h 361971"/>
              <a:gd name="connsiteX15" fmla="*/ 117575 w 362312"/>
              <a:gd name="connsiteY15" fmla="*/ 141086 h 361971"/>
              <a:gd name="connsiteX16" fmla="*/ 117575 w 362312"/>
              <a:gd name="connsiteY16" fmla="*/ 132148 h 361971"/>
              <a:gd name="connsiteX17" fmla="*/ 177001 w 362312"/>
              <a:gd name="connsiteY17" fmla="*/ 72777 h 361971"/>
              <a:gd name="connsiteX18" fmla="*/ 185947 w 362312"/>
              <a:gd name="connsiteY18" fmla="*/ 72777 h 361971"/>
              <a:gd name="connsiteX19" fmla="*/ 245374 w 362312"/>
              <a:gd name="connsiteY19" fmla="*/ 132148 h 361971"/>
              <a:gd name="connsiteX20" fmla="*/ 245374 w 362312"/>
              <a:gd name="connsiteY20" fmla="*/ 141086 h 361971"/>
              <a:gd name="connsiteX21" fmla="*/ 245374 w 362312"/>
              <a:gd name="connsiteY21" fmla="*/ 14108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245374" y="141086"/>
                </a:moveTo>
                <a:cubicBezTo>
                  <a:pt x="242818" y="143640"/>
                  <a:pt x="238984" y="143640"/>
                  <a:pt x="236428" y="141086"/>
                </a:cubicBezTo>
                <a:lnTo>
                  <a:pt x="187864" y="92568"/>
                </a:lnTo>
                <a:lnTo>
                  <a:pt x="187864" y="284726"/>
                </a:lnTo>
                <a:cubicBezTo>
                  <a:pt x="187864" y="288556"/>
                  <a:pt x="185308" y="291110"/>
                  <a:pt x="181474" y="291110"/>
                </a:cubicBezTo>
                <a:cubicBezTo>
                  <a:pt x="177641" y="291110"/>
                  <a:pt x="175084" y="288556"/>
                  <a:pt x="175084" y="284726"/>
                </a:cubicBezTo>
                <a:lnTo>
                  <a:pt x="175084" y="92568"/>
                </a:lnTo>
                <a:lnTo>
                  <a:pt x="126521" y="141086"/>
                </a:lnTo>
                <a:cubicBezTo>
                  <a:pt x="125243" y="142363"/>
                  <a:pt x="123965" y="143001"/>
                  <a:pt x="122048" y="143001"/>
                </a:cubicBezTo>
                <a:cubicBezTo>
                  <a:pt x="120131" y="143001"/>
                  <a:pt x="118853" y="142363"/>
                  <a:pt x="117575" y="141086"/>
                </a:cubicBezTo>
                <a:cubicBezTo>
                  <a:pt x="115019" y="138532"/>
                  <a:pt x="115019" y="134702"/>
                  <a:pt x="117575" y="132148"/>
                </a:cubicBezTo>
                <a:lnTo>
                  <a:pt x="177001" y="72777"/>
                </a:lnTo>
                <a:cubicBezTo>
                  <a:pt x="179557" y="70224"/>
                  <a:pt x="183391" y="70224"/>
                  <a:pt x="185947" y="72777"/>
                </a:cubicBezTo>
                <a:lnTo>
                  <a:pt x="245374" y="132148"/>
                </a:lnTo>
                <a:cubicBezTo>
                  <a:pt x="247930" y="134064"/>
                  <a:pt x="247930" y="138532"/>
                  <a:pt x="245374" y="141086"/>
                </a:cubicBezTo>
                <a:lnTo>
                  <a:pt x="245374" y="141086"/>
                </a:lnTo>
                <a:close/>
              </a:path>
            </a:pathLst>
          </a:custGeom>
          <a:solidFill>
            <a:srgbClr val="00A3E0"/>
          </a:solidFill>
          <a:ln w="6390" cap="flat">
            <a:noFill/>
            <a:prstDash val="solid"/>
            <a:miter/>
          </a:ln>
        </p:spPr>
        <p:txBody>
          <a:bodyPr rtlCol="0" anchor="ctr"/>
          <a:lstStyle/>
          <a:p>
            <a:endParaRPr lang="en-US"/>
          </a:p>
        </p:txBody>
      </p:sp>
      <p:sp>
        <p:nvSpPr>
          <p:cNvPr id="513" name="Graphic 4">
            <a:extLst>
              <a:ext uri="{FF2B5EF4-FFF2-40B4-BE49-F238E27FC236}">
                <a16:creationId xmlns:a16="http://schemas.microsoft.com/office/drawing/2014/main" id="{523EF65B-68FF-E144-83FA-CD04EFE65224}"/>
              </a:ext>
            </a:extLst>
          </p:cNvPr>
          <p:cNvSpPr/>
          <p:nvPr/>
        </p:nvSpPr>
        <p:spPr>
          <a:xfrm>
            <a:off x="1952125" y="189301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36428 w 362313"/>
              <a:gd name="connsiteY6" fmla="*/ 220886 h 361971"/>
              <a:gd name="connsiteX7" fmla="*/ 245374 w 362313"/>
              <a:gd name="connsiteY7" fmla="*/ 220886 h 361971"/>
              <a:gd name="connsiteX8" fmla="*/ 245374 w 362313"/>
              <a:gd name="connsiteY8" fmla="*/ 229823 h 361971"/>
              <a:gd name="connsiteX9" fmla="*/ 245374 w 362313"/>
              <a:gd name="connsiteY9" fmla="*/ 229823 h 361971"/>
              <a:gd name="connsiteX10" fmla="*/ 185947 w 362313"/>
              <a:gd name="connsiteY10" fmla="*/ 289195 h 361971"/>
              <a:gd name="connsiteX11" fmla="*/ 184030 w 362313"/>
              <a:gd name="connsiteY11" fmla="*/ 290471 h 361971"/>
              <a:gd name="connsiteX12" fmla="*/ 181474 w 362313"/>
              <a:gd name="connsiteY12" fmla="*/ 291110 h 361971"/>
              <a:gd name="connsiteX13" fmla="*/ 178918 w 362313"/>
              <a:gd name="connsiteY13" fmla="*/ 290471 h 361971"/>
              <a:gd name="connsiteX14" fmla="*/ 177001 w 362313"/>
              <a:gd name="connsiteY14" fmla="*/ 289195 h 361971"/>
              <a:gd name="connsiteX15" fmla="*/ 117575 w 362313"/>
              <a:gd name="connsiteY15" fmla="*/ 229823 h 361971"/>
              <a:gd name="connsiteX16" fmla="*/ 117575 w 362313"/>
              <a:gd name="connsiteY16" fmla="*/ 220886 h 361971"/>
              <a:gd name="connsiteX17" fmla="*/ 117575 w 362313"/>
              <a:gd name="connsiteY17" fmla="*/ 220886 h 361971"/>
              <a:gd name="connsiteX18" fmla="*/ 126521 w 362313"/>
              <a:gd name="connsiteY18" fmla="*/ 220886 h 361971"/>
              <a:gd name="connsiteX19" fmla="*/ 175084 w 362313"/>
              <a:gd name="connsiteY19" fmla="*/ 269404 h 361971"/>
              <a:gd name="connsiteX20" fmla="*/ 175084 w 362313"/>
              <a:gd name="connsiteY20" fmla="*/ 92568 h 361971"/>
              <a:gd name="connsiteX21" fmla="*/ 126521 w 362313"/>
              <a:gd name="connsiteY21" fmla="*/ 141086 h 361971"/>
              <a:gd name="connsiteX22" fmla="*/ 122048 w 362313"/>
              <a:gd name="connsiteY22" fmla="*/ 143001 h 361971"/>
              <a:gd name="connsiteX23" fmla="*/ 115658 w 362313"/>
              <a:gd name="connsiteY23" fmla="*/ 136617 h 361971"/>
              <a:gd name="connsiteX24" fmla="*/ 117575 w 362313"/>
              <a:gd name="connsiteY24" fmla="*/ 132149 h 361971"/>
              <a:gd name="connsiteX25" fmla="*/ 177001 w 362313"/>
              <a:gd name="connsiteY25" fmla="*/ 72777 h 361971"/>
              <a:gd name="connsiteX26" fmla="*/ 178918 w 362313"/>
              <a:gd name="connsiteY26" fmla="*/ 71501 h 361971"/>
              <a:gd name="connsiteX27" fmla="*/ 184030 w 362313"/>
              <a:gd name="connsiteY27" fmla="*/ 71501 h 361971"/>
              <a:gd name="connsiteX28" fmla="*/ 185947 w 362313"/>
              <a:gd name="connsiteY28" fmla="*/ 72777 h 361971"/>
              <a:gd name="connsiteX29" fmla="*/ 245374 w 362313"/>
              <a:gd name="connsiteY29" fmla="*/ 132149 h 361971"/>
              <a:gd name="connsiteX30" fmla="*/ 245374 w 362313"/>
              <a:gd name="connsiteY30" fmla="*/ 141086 h 361971"/>
              <a:gd name="connsiteX31" fmla="*/ 236428 w 362313"/>
              <a:gd name="connsiteY31" fmla="*/ 141086 h 361971"/>
              <a:gd name="connsiteX32" fmla="*/ 187864 w 362313"/>
              <a:gd name="connsiteY32" fmla="*/ 92568 h 361971"/>
              <a:gd name="connsiteX33" fmla="*/ 187864 w 362313"/>
              <a:gd name="connsiteY33" fmla="*/ 269404 h 361971"/>
              <a:gd name="connsiteX34" fmla="*/ 236428 w 362313"/>
              <a:gd name="connsiteY34" fmla="*/ 22088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236428" y="220886"/>
                </a:moveTo>
                <a:cubicBezTo>
                  <a:pt x="238984" y="218332"/>
                  <a:pt x="242818" y="218332"/>
                  <a:pt x="245374" y="220886"/>
                </a:cubicBezTo>
                <a:cubicBezTo>
                  <a:pt x="247929" y="223439"/>
                  <a:pt x="247929" y="227270"/>
                  <a:pt x="245374" y="229823"/>
                </a:cubicBezTo>
                <a:cubicBezTo>
                  <a:pt x="245374" y="229823"/>
                  <a:pt x="245374" y="229823"/>
                  <a:pt x="245374" y="229823"/>
                </a:cubicBezTo>
                <a:lnTo>
                  <a:pt x="185947" y="289195"/>
                </a:lnTo>
                <a:cubicBezTo>
                  <a:pt x="185308" y="289833"/>
                  <a:pt x="184669" y="290471"/>
                  <a:pt x="184030" y="290471"/>
                </a:cubicBezTo>
                <a:cubicBezTo>
                  <a:pt x="183391" y="291110"/>
                  <a:pt x="182752" y="291110"/>
                  <a:pt x="181474" y="291110"/>
                </a:cubicBezTo>
                <a:cubicBezTo>
                  <a:pt x="180835" y="291110"/>
                  <a:pt x="179557" y="291110"/>
                  <a:pt x="178918" y="290471"/>
                </a:cubicBezTo>
                <a:cubicBezTo>
                  <a:pt x="178279" y="290471"/>
                  <a:pt x="177640" y="289833"/>
                  <a:pt x="177001" y="289195"/>
                </a:cubicBezTo>
                <a:lnTo>
                  <a:pt x="117575" y="229823"/>
                </a:lnTo>
                <a:cubicBezTo>
                  <a:pt x="115019" y="227270"/>
                  <a:pt x="115019" y="223439"/>
                  <a:pt x="117575" y="220886"/>
                </a:cubicBezTo>
                <a:cubicBezTo>
                  <a:pt x="117575" y="220886"/>
                  <a:pt x="117575" y="220886"/>
                  <a:pt x="117575" y="220886"/>
                </a:cubicBezTo>
                <a:cubicBezTo>
                  <a:pt x="120131" y="218332"/>
                  <a:pt x="123965" y="218332"/>
                  <a:pt x="126521" y="220886"/>
                </a:cubicBezTo>
                <a:lnTo>
                  <a:pt x="175084" y="269404"/>
                </a:lnTo>
                <a:lnTo>
                  <a:pt x="175084" y="92568"/>
                </a:lnTo>
                <a:lnTo>
                  <a:pt x="126521" y="141086"/>
                </a:lnTo>
                <a:cubicBezTo>
                  <a:pt x="125243" y="142363"/>
                  <a:pt x="123965" y="143001"/>
                  <a:pt x="122048" y="143001"/>
                </a:cubicBezTo>
                <a:cubicBezTo>
                  <a:pt x="118214" y="143001"/>
                  <a:pt x="115658" y="140448"/>
                  <a:pt x="115658" y="136617"/>
                </a:cubicBezTo>
                <a:cubicBezTo>
                  <a:pt x="115658" y="134702"/>
                  <a:pt x="116297" y="133425"/>
                  <a:pt x="117575" y="132149"/>
                </a:cubicBezTo>
                <a:lnTo>
                  <a:pt x="177001" y="72777"/>
                </a:lnTo>
                <a:cubicBezTo>
                  <a:pt x="177640" y="72139"/>
                  <a:pt x="178279" y="71501"/>
                  <a:pt x="178918" y="71501"/>
                </a:cubicBezTo>
                <a:cubicBezTo>
                  <a:pt x="180196" y="70862"/>
                  <a:pt x="182113" y="70862"/>
                  <a:pt x="184030" y="71501"/>
                </a:cubicBezTo>
                <a:cubicBezTo>
                  <a:pt x="184669" y="72139"/>
                  <a:pt x="185308" y="72139"/>
                  <a:pt x="185947" y="72777"/>
                </a:cubicBezTo>
                <a:lnTo>
                  <a:pt x="245374" y="132149"/>
                </a:lnTo>
                <a:cubicBezTo>
                  <a:pt x="247929" y="134702"/>
                  <a:pt x="247929" y="138533"/>
                  <a:pt x="245374" y="141086"/>
                </a:cubicBezTo>
                <a:cubicBezTo>
                  <a:pt x="242818" y="143640"/>
                  <a:pt x="238984" y="143640"/>
                  <a:pt x="236428" y="141086"/>
                </a:cubicBezTo>
                <a:lnTo>
                  <a:pt x="187864" y="92568"/>
                </a:lnTo>
                <a:lnTo>
                  <a:pt x="187864" y="269404"/>
                </a:lnTo>
                <a:lnTo>
                  <a:pt x="236428" y="220886"/>
                </a:lnTo>
                <a:close/>
              </a:path>
            </a:pathLst>
          </a:custGeom>
          <a:solidFill>
            <a:srgbClr val="00A3E0"/>
          </a:solidFill>
          <a:ln w="6390" cap="flat">
            <a:noFill/>
            <a:prstDash val="solid"/>
            <a:miter/>
          </a:ln>
        </p:spPr>
        <p:txBody>
          <a:bodyPr rtlCol="0" anchor="ctr"/>
          <a:lstStyle/>
          <a:p>
            <a:endParaRPr lang="en-US"/>
          </a:p>
        </p:txBody>
      </p:sp>
      <p:sp>
        <p:nvSpPr>
          <p:cNvPr id="514" name="Graphic 4">
            <a:extLst>
              <a:ext uri="{FF2B5EF4-FFF2-40B4-BE49-F238E27FC236}">
                <a16:creationId xmlns:a16="http://schemas.microsoft.com/office/drawing/2014/main" id="{CCC7FA42-DD81-F642-81AA-6793D0E9C5C1}"/>
              </a:ext>
            </a:extLst>
          </p:cNvPr>
          <p:cNvSpPr/>
          <p:nvPr/>
        </p:nvSpPr>
        <p:spPr>
          <a:xfrm>
            <a:off x="905454" y="189301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362309 w 362309"/>
              <a:gd name="connsiteY4" fmla="*/ 181305 h 362610"/>
              <a:gd name="connsiteX5" fmla="*/ 180835 w 362309"/>
              <a:gd name="connsiteY5" fmla="*/ 0 h 362610"/>
              <a:gd name="connsiteX6" fmla="*/ 295215 w 362309"/>
              <a:gd name="connsiteY6" fmla="*/ 185774 h 362610"/>
              <a:gd name="connsiteX7" fmla="*/ 269016 w 362309"/>
              <a:gd name="connsiteY7" fmla="*/ 211948 h 362610"/>
              <a:gd name="connsiteX8" fmla="*/ 260070 w 362309"/>
              <a:gd name="connsiteY8" fmla="*/ 211948 h 362610"/>
              <a:gd name="connsiteX9" fmla="*/ 260070 w 362309"/>
              <a:gd name="connsiteY9" fmla="*/ 203011 h 362610"/>
              <a:gd name="connsiteX10" fmla="*/ 275406 w 362309"/>
              <a:gd name="connsiteY10" fmla="*/ 187689 h 362610"/>
              <a:gd name="connsiteX11" fmla="*/ 247291 w 362309"/>
              <a:gd name="connsiteY11" fmla="*/ 187689 h 362610"/>
              <a:gd name="connsiteX12" fmla="*/ 223009 w 362309"/>
              <a:gd name="connsiteY12" fmla="*/ 164068 h 362610"/>
              <a:gd name="connsiteX13" fmla="*/ 223009 w 362309"/>
              <a:gd name="connsiteY13" fmla="*/ 111720 h 362610"/>
              <a:gd name="connsiteX14" fmla="*/ 212785 w 362309"/>
              <a:gd name="connsiteY14" fmla="*/ 99590 h 362610"/>
              <a:gd name="connsiteX15" fmla="*/ 200644 w 362309"/>
              <a:gd name="connsiteY15" fmla="*/ 109805 h 362610"/>
              <a:gd name="connsiteX16" fmla="*/ 200644 w 362309"/>
              <a:gd name="connsiteY16" fmla="*/ 111720 h 362610"/>
              <a:gd name="connsiteX17" fmla="*/ 200644 w 362309"/>
              <a:gd name="connsiteY17" fmla="*/ 252167 h 362610"/>
              <a:gd name="connsiteX18" fmla="*/ 175723 w 362309"/>
              <a:gd name="connsiteY18" fmla="*/ 275150 h 362610"/>
              <a:gd name="connsiteX19" fmla="*/ 152720 w 362309"/>
              <a:gd name="connsiteY19" fmla="*/ 252167 h 362610"/>
              <a:gd name="connsiteX20" fmla="*/ 152720 w 362309"/>
              <a:gd name="connsiteY20" fmla="*/ 111720 h 362610"/>
              <a:gd name="connsiteX21" fmla="*/ 141218 w 362309"/>
              <a:gd name="connsiteY21" fmla="*/ 100229 h 362610"/>
              <a:gd name="connsiteX22" fmla="*/ 129716 w 362309"/>
              <a:gd name="connsiteY22" fmla="*/ 111720 h 362610"/>
              <a:gd name="connsiteX23" fmla="*/ 129716 w 362309"/>
              <a:gd name="connsiteY23" fmla="*/ 252167 h 362610"/>
              <a:gd name="connsiteX24" fmla="*/ 104795 w 362309"/>
              <a:gd name="connsiteY24" fmla="*/ 275150 h 362610"/>
              <a:gd name="connsiteX25" fmla="*/ 81791 w 362309"/>
              <a:gd name="connsiteY25" fmla="*/ 252167 h 362610"/>
              <a:gd name="connsiteX26" fmla="*/ 81791 w 362309"/>
              <a:gd name="connsiteY26" fmla="*/ 198542 h 362610"/>
              <a:gd name="connsiteX27" fmla="*/ 70928 w 362309"/>
              <a:gd name="connsiteY27" fmla="*/ 187051 h 362610"/>
              <a:gd name="connsiteX28" fmla="*/ 64538 w 362309"/>
              <a:gd name="connsiteY28" fmla="*/ 180667 h 362610"/>
              <a:gd name="connsiteX29" fmla="*/ 70928 w 362309"/>
              <a:gd name="connsiteY29" fmla="*/ 174283 h 362610"/>
              <a:gd name="connsiteX30" fmla="*/ 94571 w 362309"/>
              <a:gd name="connsiteY30" fmla="*/ 198542 h 362610"/>
              <a:gd name="connsiteX31" fmla="*/ 94571 w 362309"/>
              <a:gd name="connsiteY31" fmla="*/ 250891 h 362610"/>
              <a:gd name="connsiteX32" fmla="*/ 106712 w 362309"/>
              <a:gd name="connsiteY32" fmla="*/ 261105 h 362610"/>
              <a:gd name="connsiteX33" fmla="*/ 116936 w 362309"/>
              <a:gd name="connsiteY33" fmla="*/ 250891 h 362610"/>
              <a:gd name="connsiteX34" fmla="*/ 116936 w 362309"/>
              <a:gd name="connsiteY34" fmla="*/ 110443 h 362610"/>
              <a:gd name="connsiteX35" fmla="*/ 141218 w 362309"/>
              <a:gd name="connsiteY35" fmla="*/ 86184 h 362610"/>
              <a:gd name="connsiteX36" fmla="*/ 165499 w 362309"/>
              <a:gd name="connsiteY36" fmla="*/ 110443 h 362610"/>
              <a:gd name="connsiteX37" fmla="*/ 165499 w 362309"/>
              <a:gd name="connsiteY37" fmla="*/ 250891 h 362610"/>
              <a:gd name="connsiteX38" fmla="*/ 177640 w 362309"/>
              <a:gd name="connsiteY38" fmla="*/ 261105 h 362610"/>
              <a:gd name="connsiteX39" fmla="*/ 187864 w 362309"/>
              <a:gd name="connsiteY39" fmla="*/ 250891 h 362610"/>
              <a:gd name="connsiteX40" fmla="*/ 187864 w 362309"/>
              <a:gd name="connsiteY40" fmla="*/ 110443 h 362610"/>
              <a:gd name="connsiteX41" fmla="*/ 210868 w 362309"/>
              <a:gd name="connsiteY41" fmla="*/ 85545 h 362610"/>
              <a:gd name="connsiteX42" fmla="*/ 235789 w 362309"/>
              <a:gd name="connsiteY42" fmla="*/ 108528 h 362610"/>
              <a:gd name="connsiteX43" fmla="*/ 235789 w 362309"/>
              <a:gd name="connsiteY43" fmla="*/ 111081 h 362610"/>
              <a:gd name="connsiteX44" fmla="*/ 235789 w 362309"/>
              <a:gd name="connsiteY44" fmla="*/ 163430 h 362610"/>
              <a:gd name="connsiteX45" fmla="*/ 247291 w 362309"/>
              <a:gd name="connsiteY45" fmla="*/ 174283 h 362610"/>
              <a:gd name="connsiteX46" fmla="*/ 275406 w 362309"/>
              <a:gd name="connsiteY46" fmla="*/ 174283 h 362610"/>
              <a:gd name="connsiteX47" fmla="*/ 260070 w 362309"/>
              <a:gd name="connsiteY47" fmla="*/ 158961 h 362610"/>
              <a:gd name="connsiteX48" fmla="*/ 259431 w 362309"/>
              <a:gd name="connsiteY48" fmla="*/ 150024 h 362610"/>
              <a:gd name="connsiteX49" fmla="*/ 268377 w 362309"/>
              <a:gd name="connsiteY49" fmla="*/ 149385 h 362610"/>
              <a:gd name="connsiteX50" fmla="*/ 269016 w 362309"/>
              <a:gd name="connsiteY50" fmla="*/ 150024 h 362610"/>
              <a:gd name="connsiteX51" fmla="*/ 295215 w 362309"/>
              <a:gd name="connsiteY51" fmla="*/ 176198 h 362610"/>
              <a:gd name="connsiteX52" fmla="*/ 296493 w 362309"/>
              <a:gd name="connsiteY52" fmla="*/ 178113 h 362610"/>
              <a:gd name="connsiteX53" fmla="*/ 296493 w 362309"/>
              <a:gd name="connsiteY53" fmla="*/ 183220 h 362610"/>
              <a:gd name="connsiteX54" fmla="*/ 295215 w 362309"/>
              <a:gd name="connsiteY54" fmla="*/ 18577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181305"/>
                  <a:pt x="362309" y="181305"/>
                  <a:pt x="362309" y="181305"/>
                </a:cubicBezTo>
                <a:cubicBezTo>
                  <a:pt x="361670" y="81077"/>
                  <a:pt x="281157" y="0"/>
                  <a:pt x="180835" y="0"/>
                </a:cubicBezTo>
                <a:close/>
                <a:moveTo>
                  <a:pt x="295215" y="185774"/>
                </a:moveTo>
                <a:lnTo>
                  <a:pt x="269016" y="211948"/>
                </a:lnTo>
                <a:cubicBezTo>
                  <a:pt x="266460" y="214502"/>
                  <a:pt x="262626" y="214502"/>
                  <a:pt x="260070" y="211948"/>
                </a:cubicBezTo>
                <a:cubicBezTo>
                  <a:pt x="257514" y="209395"/>
                  <a:pt x="257514" y="205564"/>
                  <a:pt x="260070" y="203011"/>
                </a:cubicBezTo>
                <a:lnTo>
                  <a:pt x="275406" y="187689"/>
                </a:lnTo>
                <a:lnTo>
                  <a:pt x="247291" y="187689"/>
                </a:lnTo>
                <a:cubicBezTo>
                  <a:pt x="233872" y="187689"/>
                  <a:pt x="223648" y="176836"/>
                  <a:pt x="223009" y="164068"/>
                </a:cubicBezTo>
                <a:lnTo>
                  <a:pt x="223009" y="111720"/>
                </a:lnTo>
                <a:cubicBezTo>
                  <a:pt x="223648" y="105336"/>
                  <a:pt x="219175" y="100229"/>
                  <a:pt x="212785" y="99590"/>
                </a:cubicBezTo>
                <a:cubicBezTo>
                  <a:pt x="206395" y="98952"/>
                  <a:pt x="201283" y="103421"/>
                  <a:pt x="200644" y="109805"/>
                </a:cubicBezTo>
                <a:cubicBezTo>
                  <a:pt x="200644" y="110443"/>
                  <a:pt x="200644" y="111081"/>
                  <a:pt x="200644" y="111720"/>
                </a:cubicBezTo>
                <a:lnTo>
                  <a:pt x="200644" y="252167"/>
                </a:lnTo>
                <a:cubicBezTo>
                  <a:pt x="200005" y="265574"/>
                  <a:pt x="188503" y="275788"/>
                  <a:pt x="175723" y="275150"/>
                </a:cubicBezTo>
                <a:cubicBezTo>
                  <a:pt x="163582" y="274511"/>
                  <a:pt x="153358" y="264935"/>
                  <a:pt x="152720" y="252167"/>
                </a:cubicBezTo>
                <a:lnTo>
                  <a:pt x="152720" y="111720"/>
                </a:lnTo>
                <a:cubicBezTo>
                  <a:pt x="152720" y="105336"/>
                  <a:pt x="147608" y="100229"/>
                  <a:pt x="141218" y="100229"/>
                </a:cubicBezTo>
                <a:cubicBezTo>
                  <a:pt x="134828" y="100229"/>
                  <a:pt x="129716" y="105336"/>
                  <a:pt x="129716" y="111720"/>
                </a:cubicBezTo>
                <a:lnTo>
                  <a:pt x="129716" y="252167"/>
                </a:lnTo>
                <a:cubicBezTo>
                  <a:pt x="129077" y="265574"/>
                  <a:pt x="117575" y="275788"/>
                  <a:pt x="104795" y="275150"/>
                </a:cubicBezTo>
                <a:cubicBezTo>
                  <a:pt x="92654" y="274511"/>
                  <a:pt x="82430" y="264935"/>
                  <a:pt x="81791" y="252167"/>
                </a:cubicBezTo>
                <a:lnTo>
                  <a:pt x="81791" y="198542"/>
                </a:lnTo>
                <a:cubicBezTo>
                  <a:pt x="81791" y="192158"/>
                  <a:pt x="76679" y="187689"/>
                  <a:pt x="70928" y="187051"/>
                </a:cubicBezTo>
                <a:cubicBezTo>
                  <a:pt x="67094" y="187051"/>
                  <a:pt x="64538" y="184497"/>
                  <a:pt x="64538" y="180667"/>
                </a:cubicBezTo>
                <a:cubicBezTo>
                  <a:pt x="64538" y="176836"/>
                  <a:pt x="67094" y="174283"/>
                  <a:pt x="70928" y="174283"/>
                </a:cubicBezTo>
                <a:cubicBezTo>
                  <a:pt x="84347" y="174283"/>
                  <a:pt x="94571" y="185135"/>
                  <a:pt x="94571" y="198542"/>
                </a:cubicBezTo>
                <a:lnTo>
                  <a:pt x="94571" y="250891"/>
                </a:lnTo>
                <a:cubicBezTo>
                  <a:pt x="95210" y="257275"/>
                  <a:pt x="100322" y="261743"/>
                  <a:pt x="106712" y="261105"/>
                </a:cubicBezTo>
                <a:cubicBezTo>
                  <a:pt x="112463" y="260467"/>
                  <a:pt x="116297" y="255998"/>
                  <a:pt x="116936" y="250891"/>
                </a:cubicBezTo>
                <a:lnTo>
                  <a:pt x="116936" y="110443"/>
                </a:lnTo>
                <a:cubicBezTo>
                  <a:pt x="116936" y="97037"/>
                  <a:pt x="127799" y="86184"/>
                  <a:pt x="141218" y="86184"/>
                </a:cubicBezTo>
                <a:cubicBezTo>
                  <a:pt x="154636" y="86184"/>
                  <a:pt x="165499" y="97037"/>
                  <a:pt x="165499" y="110443"/>
                </a:cubicBezTo>
                <a:lnTo>
                  <a:pt x="165499" y="250891"/>
                </a:lnTo>
                <a:cubicBezTo>
                  <a:pt x="166138" y="257275"/>
                  <a:pt x="171250" y="261743"/>
                  <a:pt x="177640" y="261105"/>
                </a:cubicBezTo>
                <a:cubicBezTo>
                  <a:pt x="183391" y="260467"/>
                  <a:pt x="187225" y="255998"/>
                  <a:pt x="187864" y="250891"/>
                </a:cubicBezTo>
                <a:lnTo>
                  <a:pt x="187864" y="110443"/>
                </a:lnTo>
                <a:cubicBezTo>
                  <a:pt x="187225" y="97037"/>
                  <a:pt x="197449" y="86184"/>
                  <a:pt x="210868" y="85545"/>
                </a:cubicBezTo>
                <a:cubicBezTo>
                  <a:pt x="224287" y="84907"/>
                  <a:pt x="235150" y="95121"/>
                  <a:pt x="235789" y="108528"/>
                </a:cubicBezTo>
                <a:cubicBezTo>
                  <a:pt x="235789" y="109166"/>
                  <a:pt x="235789" y="110443"/>
                  <a:pt x="235789" y="111081"/>
                </a:cubicBezTo>
                <a:lnTo>
                  <a:pt x="235789" y="163430"/>
                </a:lnTo>
                <a:cubicBezTo>
                  <a:pt x="235789" y="169814"/>
                  <a:pt x="240901" y="174283"/>
                  <a:pt x="247291" y="174283"/>
                </a:cubicBezTo>
                <a:lnTo>
                  <a:pt x="275406" y="174283"/>
                </a:lnTo>
                <a:lnTo>
                  <a:pt x="260070" y="158961"/>
                </a:lnTo>
                <a:cubicBezTo>
                  <a:pt x="257514" y="156408"/>
                  <a:pt x="256875" y="152577"/>
                  <a:pt x="259431" y="150024"/>
                </a:cubicBezTo>
                <a:cubicBezTo>
                  <a:pt x="261987" y="147470"/>
                  <a:pt x="265821" y="146832"/>
                  <a:pt x="268377" y="149385"/>
                </a:cubicBezTo>
                <a:cubicBezTo>
                  <a:pt x="268377" y="149385"/>
                  <a:pt x="269016" y="150024"/>
                  <a:pt x="269016" y="150024"/>
                </a:cubicBezTo>
                <a:lnTo>
                  <a:pt x="295215" y="176198"/>
                </a:lnTo>
                <a:cubicBezTo>
                  <a:pt x="295854" y="176836"/>
                  <a:pt x="296493" y="177475"/>
                  <a:pt x="296493" y="178113"/>
                </a:cubicBezTo>
                <a:cubicBezTo>
                  <a:pt x="297132" y="179390"/>
                  <a:pt x="297132" y="181305"/>
                  <a:pt x="296493" y="183220"/>
                </a:cubicBezTo>
                <a:cubicBezTo>
                  <a:pt x="296493" y="183859"/>
                  <a:pt x="295854" y="185135"/>
                  <a:pt x="295215" y="185774"/>
                </a:cubicBezTo>
                <a:close/>
              </a:path>
            </a:pathLst>
          </a:custGeom>
          <a:solidFill>
            <a:srgbClr val="00A3E0"/>
          </a:solidFill>
          <a:ln w="6390" cap="flat">
            <a:noFill/>
            <a:prstDash val="solid"/>
            <a:miter/>
          </a:ln>
        </p:spPr>
        <p:txBody>
          <a:bodyPr rtlCol="0" anchor="ctr"/>
          <a:lstStyle/>
          <a:p>
            <a:endParaRPr lang="en-US"/>
          </a:p>
        </p:txBody>
      </p:sp>
      <p:sp>
        <p:nvSpPr>
          <p:cNvPr id="515" name="Graphic 4">
            <a:extLst>
              <a:ext uri="{FF2B5EF4-FFF2-40B4-BE49-F238E27FC236}">
                <a16:creationId xmlns:a16="http://schemas.microsoft.com/office/drawing/2014/main" id="{9AFA64BD-2B6B-D74F-9511-CC1167AFB951}"/>
              </a:ext>
            </a:extLst>
          </p:cNvPr>
          <p:cNvSpPr/>
          <p:nvPr/>
        </p:nvSpPr>
        <p:spPr>
          <a:xfrm>
            <a:off x="5099169" y="91817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84991 w 362309"/>
              <a:gd name="connsiteY7" fmla="*/ 187051 h 361971"/>
              <a:gd name="connsiteX8" fmla="*/ 92654 w 362309"/>
              <a:gd name="connsiteY8" fmla="*/ 187051 h 361971"/>
              <a:gd name="connsiteX9" fmla="*/ 141217 w 362309"/>
              <a:gd name="connsiteY9" fmla="*/ 235569 h 361971"/>
              <a:gd name="connsiteX10" fmla="*/ 141217 w 362309"/>
              <a:gd name="connsiteY10" fmla="*/ 244507 h 361971"/>
              <a:gd name="connsiteX11" fmla="*/ 132272 w 362309"/>
              <a:gd name="connsiteY11" fmla="*/ 244507 h 361971"/>
              <a:gd name="connsiteX12" fmla="*/ 132272 w 362309"/>
              <a:gd name="connsiteY12" fmla="*/ 244507 h 361971"/>
              <a:gd name="connsiteX13" fmla="*/ 72845 w 362309"/>
              <a:gd name="connsiteY13" fmla="*/ 185135 h 361971"/>
              <a:gd name="connsiteX14" fmla="*/ 71567 w 362309"/>
              <a:gd name="connsiteY14" fmla="*/ 183220 h 361971"/>
              <a:gd name="connsiteX15" fmla="*/ 71567 w 362309"/>
              <a:gd name="connsiteY15" fmla="*/ 178113 h 361971"/>
              <a:gd name="connsiteX16" fmla="*/ 72845 w 362309"/>
              <a:gd name="connsiteY16" fmla="*/ 176198 h 361971"/>
              <a:gd name="connsiteX17" fmla="*/ 132272 w 362309"/>
              <a:gd name="connsiteY17" fmla="*/ 116827 h 361971"/>
              <a:gd name="connsiteX18" fmla="*/ 141217 w 362309"/>
              <a:gd name="connsiteY18" fmla="*/ 116827 h 361971"/>
              <a:gd name="connsiteX19" fmla="*/ 141217 w 362309"/>
              <a:gd name="connsiteY19" fmla="*/ 125764 h 361971"/>
              <a:gd name="connsiteX20" fmla="*/ 141217 w 362309"/>
              <a:gd name="connsiteY20" fmla="*/ 125764 h 361971"/>
              <a:gd name="connsiteX21" fmla="*/ 92654 w 362309"/>
              <a:gd name="connsiteY21" fmla="*/ 174283 h 361971"/>
              <a:gd name="connsiteX22" fmla="*/ 284991 w 362309"/>
              <a:gd name="connsiteY22" fmla="*/ 174283 h 361971"/>
              <a:gd name="connsiteX23" fmla="*/ 291381 w 362309"/>
              <a:gd name="connsiteY23" fmla="*/ 180667 h 361971"/>
              <a:gd name="connsiteX24" fmla="*/ 284991 w 362309"/>
              <a:gd name="connsiteY24" fmla="*/ 187051 h 361971"/>
              <a:gd name="connsiteX25" fmla="*/ 284991 w 362309"/>
              <a:gd name="connsiteY25" fmla="*/ 18705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310" y="81077"/>
                  <a:pt x="281157" y="0"/>
                  <a:pt x="181474" y="0"/>
                </a:cubicBezTo>
                <a:cubicBezTo>
                  <a:pt x="181474" y="0"/>
                  <a:pt x="181474" y="0"/>
                  <a:pt x="181474" y="0"/>
                </a:cubicBezTo>
                <a:close/>
                <a:moveTo>
                  <a:pt x="284991" y="187051"/>
                </a:moveTo>
                <a:lnTo>
                  <a:pt x="92654" y="187051"/>
                </a:lnTo>
                <a:lnTo>
                  <a:pt x="141217" y="235569"/>
                </a:lnTo>
                <a:cubicBezTo>
                  <a:pt x="143774" y="238123"/>
                  <a:pt x="143774" y="241953"/>
                  <a:pt x="141217" y="244507"/>
                </a:cubicBezTo>
                <a:cubicBezTo>
                  <a:pt x="138662" y="247060"/>
                  <a:pt x="134828" y="247060"/>
                  <a:pt x="132272" y="244507"/>
                </a:cubicBezTo>
                <a:lnTo>
                  <a:pt x="132272" y="244507"/>
                </a:lnTo>
                <a:lnTo>
                  <a:pt x="72845" y="185135"/>
                </a:lnTo>
                <a:cubicBezTo>
                  <a:pt x="72206" y="184497"/>
                  <a:pt x="71567" y="183859"/>
                  <a:pt x="71567" y="183220"/>
                </a:cubicBezTo>
                <a:cubicBezTo>
                  <a:pt x="70928" y="181944"/>
                  <a:pt x="70928" y="180028"/>
                  <a:pt x="71567" y="178113"/>
                </a:cubicBezTo>
                <a:cubicBezTo>
                  <a:pt x="72206" y="177475"/>
                  <a:pt x="72206" y="176836"/>
                  <a:pt x="72845" y="176198"/>
                </a:cubicBezTo>
                <a:lnTo>
                  <a:pt x="132272" y="116827"/>
                </a:lnTo>
                <a:cubicBezTo>
                  <a:pt x="134828" y="114273"/>
                  <a:pt x="138662" y="114273"/>
                  <a:pt x="141217" y="116827"/>
                </a:cubicBezTo>
                <a:cubicBezTo>
                  <a:pt x="143774" y="119380"/>
                  <a:pt x="143774" y="123211"/>
                  <a:pt x="141217" y="125764"/>
                </a:cubicBezTo>
                <a:cubicBezTo>
                  <a:pt x="141217" y="125764"/>
                  <a:pt x="141217" y="125764"/>
                  <a:pt x="141217" y="125764"/>
                </a:cubicBezTo>
                <a:lnTo>
                  <a:pt x="92654" y="174283"/>
                </a:lnTo>
                <a:lnTo>
                  <a:pt x="284991" y="174283"/>
                </a:lnTo>
                <a:cubicBezTo>
                  <a:pt x="288825" y="174283"/>
                  <a:pt x="291381" y="176836"/>
                  <a:pt x="291381" y="180667"/>
                </a:cubicBezTo>
                <a:cubicBezTo>
                  <a:pt x="291381" y="184497"/>
                  <a:pt x="288825" y="187051"/>
                  <a:pt x="284991" y="187051"/>
                </a:cubicBezTo>
                <a:lnTo>
                  <a:pt x="284991" y="187051"/>
                </a:lnTo>
                <a:close/>
              </a:path>
            </a:pathLst>
          </a:custGeom>
          <a:solidFill>
            <a:srgbClr val="00A3E0"/>
          </a:solidFill>
          <a:ln w="6390" cap="flat">
            <a:noFill/>
            <a:prstDash val="solid"/>
            <a:miter/>
          </a:ln>
        </p:spPr>
        <p:txBody>
          <a:bodyPr rtlCol="0" anchor="ctr"/>
          <a:lstStyle/>
          <a:p>
            <a:endParaRPr lang="en-US"/>
          </a:p>
        </p:txBody>
      </p:sp>
      <p:sp>
        <p:nvSpPr>
          <p:cNvPr id="516" name="Graphic 4">
            <a:extLst>
              <a:ext uri="{FF2B5EF4-FFF2-40B4-BE49-F238E27FC236}">
                <a16:creationId xmlns:a16="http://schemas.microsoft.com/office/drawing/2014/main" id="{981C94DE-0383-3644-AE45-52710B1ECCEC}"/>
              </a:ext>
            </a:extLst>
          </p:cNvPr>
          <p:cNvSpPr/>
          <p:nvPr/>
        </p:nvSpPr>
        <p:spPr>
          <a:xfrm>
            <a:off x="6146480" y="918179"/>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90103 w 362309"/>
              <a:gd name="connsiteY6" fmla="*/ 185135 h 361971"/>
              <a:gd name="connsiteX7" fmla="*/ 230677 w 362309"/>
              <a:gd name="connsiteY7" fmla="*/ 244507 h 361971"/>
              <a:gd name="connsiteX8" fmla="*/ 221731 w 362309"/>
              <a:gd name="connsiteY8" fmla="*/ 244507 h 361971"/>
              <a:gd name="connsiteX9" fmla="*/ 221731 w 362309"/>
              <a:gd name="connsiteY9" fmla="*/ 235569 h 361971"/>
              <a:gd name="connsiteX10" fmla="*/ 270294 w 362309"/>
              <a:gd name="connsiteY10" fmla="*/ 187051 h 361971"/>
              <a:gd name="connsiteX11" fmla="*/ 77318 w 362309"/>
              <a:gd name="connsiteY11" fmla="*/ 187051 h 361971"/>
              <a:gd name="connsiteX12" fmla="*/ 70928 w 362309"/>
              <a:gd name="connsiteY12" fmla="*/ 180667 h 361971"/>
              <a:gd name="connsiteX13" fmla="*/ 77318 w 362309"/>
              <a:gd name="connsiteY13" fmla="*/ 174283 h 361971"/>
              <a:gd name="connsiteX14" fmla="*/ 269655 w 362309"/>
              <a:gd name="connsiteY14" fmla="*/ 174283 h 361971"/>
              <a:gd name="connsiteX15" fmla="*/ 221092 w 362309"/>
              <a:gd name="connsiteY15" fmla="*/ 125764 h 361971"/>
              <a:gd name="connsiteX16" fmla="*/ 221092 w 362309"/>
              <a:gd name="connsiteY16" fmla="*/ 116827 h 361971"/>
              <a:gd name="connsiteX17" fmla="*/ 221092 w 362309"/>
              <a:gd name="connsiteY17" fmla="*/ 116827 h 361971"/>
              <a:gd name="connsiteX18" fmla="*/ 230038 w 362309"/>
              <a:gd name="connsiteY18" fmla="*/ 116827 h 361971"/>
              <a:gd name="connsiteX19" fmla="*/ 289464 w 362309"/>
              <a:gd name="connsiteY19" fmla="*/ 176198 h 361971"/>
              <a:gd name="connsiteX20" fmla="*/ 290742 w 362309"/>
              <a:gd name="connsiteY20" fmla="*/ 178113 h 361971"/>
              <a:gd name="connsiteX21" fmla="*/ 290742 w 362309"/>
              <a:gd name="connsiteY21" fmla="*/ 183220 h 361971"/>
              <a:gd name="connsiteX22" fmla="*/ 290103 w 362309"/>
              <a:gd name="connsiteY22" fmla="*/ 185135 h 361971"/>
              <a:gd name="connsiteX23" fmla="*/ 290103 w 362309"/>
              <a:gd name="connsiteY23" fmla="*/ 18513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1077"/>
                  <a:pt x="281157" y="0"/>
                  <a:pt x="181474" y="0"/>
                </a:cubicBezTo>
                <a:close/>
                <a:moveTo>
                  <a:pt x="290103" y="185135"/>
                </a:moveTo>
                <a:lnTo>
                  <a:pt x="230677" y="244507"/>
                </a:lnTo>
                <a:cubicBezTo>
                  <a:pt x="228120" y="247060"/>
                  <a:pt x="224287" y="247060"/>
                  <a:pt x="221731" y="244507"/>
                </a:cubicBezTo>
                <a:cubicBezTo>
                  <a:pt x="219175" y="241953"/>
                  <a:pt x="219175" y="238123"/>
                  <a:pt x="221731" y="235569"/>
                </a:cubicBezTo>
                <a:lnTo>
                  <a:pt x="270294" y="187051"/>
                </a:lnTo>
                <a:lnTo>
                  <a:pt x="77318" y="187051"/>
                </a:lnTo>
                <a:cubicBezTo>
                  <a:pt x="73484" y="187051"/>
                  <a:pt x="70928" y="184497"/>
                  <a:pt x="70928" y="180667"/>
                </a:cubicBezTo>
                <a:cubicBezTo>
                  <a:pt x="70928" y="176836"/>
                  <a:pt x="73484" y="174283"/>
                  <a:pt x="77318" y="174283"/>
                </a:cubicBezTo>
                <a:lnTo>
                  <a:pt x="269655" y="174283"/>
                </a:lnTo>
                <a:lnTo>
                  <a:pt x="221092" y="125764"/>
                </a:lnTo>
                <a:cubicBezTo>
                  <a:pt x="218536" y="123211"/>
                  <a:pt x="218536" y="119380"/>
                  <a:pt x="221092" y="116827"/>
                </a:cubicBezTo>
                <a:cubicBezTo>
                  <a:pt x="221092" y="116827"/>
                  <a:pt x="221092" y="116827"/>
                  <a:pt x="221092" y="116827"/>
                </a:cubicBezTo>
                <a:cubicBezTo>
                  <a:pt x="223648" y="114273"/>
                  <a:pt x="227482" y="114273"/>
                  <a:pt x="230038" y="116827"/>
                </a:cubicBezTo>
                <a:lnTo>
                  <a:pt x="289464" y="176198"/>
                </a:lnTo>
                <a:cubicBezTo>
                  <a:pt x="290103" y="176836"/>
                  <a:pt x="290742" y="177475"/>
                  <a:pt x="290742" y="178113"/>
                </a:cubicBezTo>
                <a:cubicBezTo>
                  <a:pt x="291381" y="179390"/>
                  <a:pt x="291381" y="181305"/>
                  <a:pt x="290742" y="183220"/>
                </a:cubicBezTo>
                <a:cubicBezTo>
                  <a:pt x="290742" y="183859"/>
                  <a:pt x="290103" y="184497"/>
                  <a:pt x="290103" y="185135"/>
                </a:cubicBezTo>
                <a:lnTo>
                  <a:pt x="290103" y="185135"/>
                </a:lnTo>
                <a:close/>
              </a:path>
            </a:pathLst>
          </a:custGeom>
          <a:solidFill>
            <a:srgbClr val="00A3E0"/>
          </a:solidFill>
          <a:ln w="6390" cap="flat">
            <a:noFill/>
            <a:prstDash val="solid"/>
            <a:miter/>
          </a:ln>
        </p:spPr>
        <p:txBody>
          <a:bodyPr rtlCol="0" anchor="ctr"/>
          <a:lstStyle/>
          <a:p>
            <a:endParaRPr lang="en-US"/>
          </a:p>
        </p:txBody>
      </p:sp>
      <p:sp>
        <p:nvSpPr>
          <p:cNvPr id="517" name="Graphic 4">
            <a:extLst>
              <a:ext uri="{FF2B5EF4-FFF2-40B4-BE49-F238E27FC236}">
                <a16:creationId xmlns:a16="http://schemas.microsoft.com/office/drawing/2014/main" id="{97660F25-8080-5C46-A3F4-686EFD7C3F3A}"/>
              </a:ext>
            </a:extLst>
          </p:cNvPr>
          <p:cNvSpPr/>
          <p:nvPr/>
        </p:nvSpPr>
        <p:spPr>
          <a:xfrm>
            <a:off x="2998797" y="28557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167416 w 362309"/>
              <a:gd name="connsiteY6" fmla="*/ 183220 h 361971"/>
              <a:gd name="connsiteX7" fmla="*/ 167416 w 362309"/>
              <a:gd name="connsiteY7" fmla="*/ 183220 h 361971"/>
              <a:gd name="connsiteX8" fmla="*/ 167416 w 362309"/>
              <a:gd name="connsiteY8" fmla="*/ 183220 h 361971"/>
              <a:gd name="connsiteX9" fmla="*/ 166138 w 362309"/>
              <a:gd name="connsiteY9" fmla="*/ 185135 h 361971"/>
              <a:gd name="connsiteX10" fmla="*/ 166138 w 362309"/>
              <a:gd name="connsiteY10" fmla="*/ 185135 h 361971"/>
              <a:gd name="connsiteX11" fmla="*/ 123965 w 362309"/>
              <a:gd name="connsiteY11" fmla="*/ 227270 h 361971"/>
              <a:gd name="connsiteX12" fmla="*/ 119492 w 362309"/>
              <a:gd name="connsiteY12" fmla="*/ 229185 h 361971"/>
              <a:gd name="connsiteX13" fmla="*/ 115019 w 362309"/>
              <a:gd name="connsiteY13" fmla="*/ 227270 h 361971"/>
              <a:gd name="connsiteX14" fmla="*/ 115019 w 362309"/>
              <a:gd name="connsiteY14" fmla="*/ 218332 h 361971"/>
              <a:gd name="connsiteX15" fmla="*/ 115019 w 362309"/>
              <a:gd name="connsiteY15" fmla="*/ 218332 h 361971"/>
              <a:gd name="connsiteX16" fmla="*/ 146330 w 362309"/>
              <a:gd name="connsiteY16" fmla="*/ 187051 h 361971"/>
              <a:gd name="connsiteX17" fmla="*/ 55593 w 362309"/>
              <a:gd name="connsiteY17" fmla="*/ 187051 h 361971"/>
              <a:gd name="connsiteX18" fmla="*/ 49203 w 362309"/>
              <a:gd name="connsiteY18" fmla="*/ 180667 h 361971"/>
              <a:gd name="connsiteX19" fmla="*/ 55593 w 362309"/>
              <a:gd name="connsiteY19" fmla="*/ 174283 h 361971"/>
              <a:gd name="connsiteX20" fmla="*/ 145691 w 362309"/>
              <a:gd name="connsiteY20" fmla="*/ 174283 h 361971"/>
              <a:gd name="connsiteX21" fmla="*/ 114380 w 362309"/>
              <a:gd name="connsiteY21" fmla="*/ 143001 h 361971"/>
              <a:gd name="connsiteX22" fmla="*/ 114380 w 362309"/>
              <a:gd name="connsiteY22" fmla="*/ 134064 h 361971"/>
              <a:gd name="connsiteX23" fmla="*/ 123326 w 362309"/>
              <a:gd name="connsiteY23" fmla="*/ 134064 h 361971"/>
              <a:gd name="connsiteX24" fmla="*/ 123326 w 362309"/>
              <a:gd name="connsiteY24" fmla="*/ 134064 h 361971"/>
              <a:gd name="connsiteX25" fmla="*/ 165500 w 362309"/>
              <a:gd name="connsiteY25" fmla="*/ 176198 h 361971"/>
              <a:gd name="connsiteX26" fmla="*/ 166777 w 362309"/>
              <a:gd name="connsiteY26" fmla="*/ 178113 h 361971"/>
              <a:gd name="connsiteX27" fmla="*/ 166777 w 362309"/>
              <a:gd name="connsiteY27" fmla="*/ 178752 h 361971"/>
              <a:gd name="connsiteX28" fmla="*/ 166777 w 362309"/>
              <a:gd name="connsiteY28" fmla="*/ 180028 h 361971"/>
              <a:gd name="connsiteX29" fmla="*/ 166777 w 362309"/>
              <a:gd name="connsiteY29" fmla="*/ 180667 h 361971"/>
              <a:gd name="connsiteX30" fmla="*/ 167416 w 362309"/>
              <a:gd name="connsiteY30" fmla="*/ 183220 h 361971"/>
              <a:gd name="connsiteX31" fmla="*/ 167416 w 362309"/>
              <a:gd name="connsiteY31" fmla="*/ 183220 h 361971"/>
              <a:gd name="connsiteX32" fmla="*/ 306078 w 362309"/>
              <a:gd name="connsiteY32" fmla="*/ 187051 h 361971"/>
              <a:gd name="connsiteX33" fmla="*/ 215341 w 362309"/>
              <a:gd name="connsiteY33" fmla="*/ 187051 h 361971"/>
              <a:gd name="connsiteX34" fmla="*/ 246652 w 362309"/>
              <a:gd name="connsiteY34" fmla="*/ 218332 h 361971"/>
              <a:gd name="connsiteX35" fmla="*/ 246652 w 362309"/>
              <a:gd name="connsiteY35" fmla="*/ 227270 h 361971"/>
              <a:gd name="connsiteX36" fmla="*/ 246652 w 362309"/>
              <a:gd name="connsiteY36" fmla="*/ 227270 h 361971"/>
              <a:gd name="connsiteX37" fmla="*/ 242179 w 362309"/>
              <a:gd name="connsiteY37" fmla="*/ 229185 h 361971"/>
              <a:gd name="connsiteX38" fmla="*/ 237706 w 362309"/>
              <a:gd name="connsiteY38" fmla="*/ 227270 h 361971"/>
              <a:gd name="connsiteX39" fmla="*/ 195532 w 362309"/>
              <a:gd name="connsiteY39" fmla="*/ 185135 h 361971"/>
              <a:gd name="connsiteX40" fmla="*/ 195532 w 362309"/>
              <a:gd name="connsiteY40" fmla="*/ 185135 h 361971"/>
              <a:gd name="connsiteX41" fmla="*/ 194254 w 362309"/>
              <a:gd name="connsiteY41" fmla="*/ 183220 h 361971"/>
              <a:gd name="connsiteX42" fmla="*/ 194254 w 362309"/>
              <a:gd name="connsiteY42" fmla="*/ 183220 h 361971"/>
              <a:gd name="connsiteX43" fmla="*/ 194254 w 362309"/>
              <a:gd name="connsiteY43" fmla="*/ 183220 h 361971"/>
              <a:gd name="connsiteX44" fmla="*/ 193615 w 362309"/>
              <a:gd name="connsiteY44" fmla="*/ 181305 h 361971"/>
              <a:gd name="connsiteX45" fmla="*/ 193615 w 362309"/>
              <a:gd name="connsiteY45" fmla="*/ 180667 h 361971"/>
              <a:gd name="connsiteX46" fmla="*/ 193615 w 362309"/>
              <a:gd name="connsiteY46" fmla="*/ 179390 h 361971"/>
              <a:gd name="connsiteX47" fmla="*/ 193615 w 362309"/>
              <a:gd name="connsiteY47" fmla="*/ 178752 h 361971"/>
              <a:gd name="connsiteX48" fmla="*/ 194893 w 362309"/>
              <a:gd name="connsiteY48" fmla="*/ 176836 h 361971"/>
              <a:gd name="connsiteX49" fmla="*/ 237067 w 362309"/>
              <a:gd name="connsiteY49" fmla="*/ 134702 h 361971"/>
              <a:gd name="connsiteX50" fmla="*/ 246013 w 362309"/>
              <a:gd name="connsiteY50" fmla="*/ 134702 h 361971"/>
              <a:gd name="connsiteX51" fmla="*/ 246013 w 362309"/>
              <a:gd name="connsiteY51" fmla="*/ 134702 h 361971"/>
              <a:gd name="connsiteX52" fmla="*/ 246013 w 362309"/>
              <a:gd name="connsiteY52" fmla="*/ 143640 h 361971"/>
              <a:gd name="connsiteX53" fmla="*/ 215341 w 362309"/>
              <a:gd name="connsiteY53" fmla="*/ 174283 h 361971"/>
              <a:gd name="connsiteX54" fmla="*/ 306078 w 362309"/>
              <a:gd name="connsiteY54" fmla="*/ 174283 h 361971"/>
              <a:gd name="connsiteX55" fmla="*/ 312468 w 362309"/>
              <a:gd name="connsiteY55" fmla="*/ 180667 h 361971"/>
              <a:gd name="connsiteX56" fmla="*/ 306078 w 362309"/>
              <a:gd name="connsiteY56" fmla="*/ 187051 h 361971"/>
              <a:gd name="connsiteX57" fmla="*/ 306078 w 362309"/>
              <a:gd name="connsiteY57" fmla="*/ 18705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62309" h="361971">
                <a:moveTo>
                  <a:pt x="180835" y="0"/>
                </a:moveTo>
                <a:cubicBezTo>
                  <a:pt x="80513" y="0"/>
                  <a:pt x="0" y="81076"/>
                  <a:pt x="0" y="181305"/>
                </a:cubicBezTo>
                <a:cubicBezTo>
                  <a:pt x="0" y="281533"/>
                  <a:pt x="81152" y="361972"/>
                  <a:pt x="181474" y="361972"/>
                </a:cubicBezTo>
                <a:cubicBezTo>
                  <a:pt x="281157" y="361972"/>
                  <a:pt x="362310" y="280895"/>
                  <a:pt x="362310" y="180667"/>
                </a:cubicBezTo>
                <a:cubicBezTo>
                  <a:pt x="362310" y="80438"/>
                  <a:pt x="281157" y="0"/>
                  <a:pt x="180835" y="0"/>
                </a:cubicBezTo>
                <a:cubicBezTo>
                  <a:pt x="180835" y="0"/>
                  <a:pt x="180835" y="0"/>
                  <a:pt x="180835" y="0"/>
                </a:cubicBezTo>
                <a:close/>
                <a:moveTo>
                  <a:pt x="167416" y="183220"/>
                </a:moveTo>
                <a:lnTo>
                  <a:pt x="167416" y="183220"/>
                </a:lnTo>
                <a:lnTo>
                  <a:pt x="167416" y="183220"/>
                </a:lnTo>
                <a:cubicBezTo>
                  <a:pt x="167416" y="183859"/>
                  <a:pt x="166777" y="184497"/>
                  <a:pt x="166138" y="185135"/>
                </a:cubicBezTo>
                <a:lnTo>
                  <a:pt x="166138" y="185135"/>
                </a:lnTo>
                <a:lnTo>
                  <a:pt x="123965" y="227270"/>
                </a:lnTo>
                <a:cubicBezTo>
                  <a:pt x="122687" y="228546"/>
                  <a:pt x="121409" y="229185"/>
                  <a:pt x="119492" y="229185"/>
                </a:cubicBezTo>
                <a:cubicBezTo>
                  <a:pt x="117575" y="229185"/>
                  <a:pt x="116297" y="228546"/>
                  <a:pt x="115019" y="227270"/>
                </a:cubicBezTo>
                <a:cubicBezTo>
                  <a:pt x="112463" y="224716"/>
                  <a:pt x="112463" y="220886"/>
                  <a:pt x="115019" y="218332"/>
                </a:cubicBezTo>
                <a:cubicBezTo>
                  <a:pt x="115019" y="218332"/>
                  <a:pt x="115019" y="218332"/>
                  <a:pt x="115019" y="218332"/>
                </a:cubicBezTo>
                <a:lnTo>
                  <a:pt x="146330" y="187051"/>
                </a:lnTo>
                <a:lnTo>
                  <a:pt x="55593" y="187051"/>
                </a:lnTo>
                <a:cubicBezTo>
                  <a:pt x="51759" y="187051"/>
                  <a:pt x="49203" y="184497"/>
                  <a:pt x="49203" y="180667"/>
                </a:cubicBezTo>
                <a:cubicBezTo>
                  <a:pt x="49203" y="176836"/>
                  <a:pt x="51759" y="174283"/>
                  <a:pt x="55593" y="174283"/>
                </a:cubicBezTo>
                <a:lnTo>
                  <a:pt x="145691" y="174283"/>
                </a:lnTo>
                <a:lnTo>
                  <a:pt x="114380" y="143001"/>
                </a:lnTo>
                <a:cubicBezTo>
                  <a:pt x="111824" y="140448"/>
                  <a:pt x="111824" y="136617"/>
                  <a:pt x="114380" y="134064"/>
                </a:cubicBezTo>
                <a:cubicBezTo>
                  <a:pt x="116936" y="131510"/>
                  <a:pt x="120770" y="131510"/>
                  <a:pt x="123326" y="134064"/>
                </a:cubicBezTo>
                <a:cubicBezTo>
                  <a:pt x="123326" y="134064"/>
                  <a:pt x="123326" y="134064"/>
                  <a:pt x="123326" y="134064"/>
                </a:cubicBezTo>
                <a:lnTo>
                  <a:pt x="165500" y="176198"/>
                </a:lnTo>
                <a:cubicBezTo>
                  <a:pt x="166138" y="176836"/>
                  <a:pt x="166777" y="177475"/>
                  <a:pt x="166777" y="178113"/>
                </a:cubicBezTo>
                <a:lnTo>
                  <a:pt x="166777" y="178752"/>
                </a:lnTo>
                <a:cubicBezTo>
                  <a:pt x="166777" y="179390"/>
                  <a:pt x="166777" y="180028"/>
                  <a:pt x="166777" y="180028"/>
                </a:cubicBezTo>
                <a:cubicBezTo>
                  <a:pt x="166777" y="180028"/>
                  <a:pt x="166777" y="180667"/>
                  <a:pt x="166777" y="180667"/>
                </a:cubicBezTo>
                <a:cubicBezTo>
                  <a:pt x="167416" y="181305"/>
                  <a:pt x="167416" y="181944"/>
                  <a:pt x="167416" y="183220"/>
                </a:cubicBezTo>
                <a:lnTo>
                  <a:pt x="167416" y="183220"/>
                </a:lnTo>
                <a:close/>
                <a:moveTo>
                  <a:pt x="306078" y="187051"/>
                </a:moveTo>
                <a:lnTo>
                  <a:pt x="215341" y="187051"/>
                </a:lnTo>
                <a:lnTo>
                  <a:pt x="246652" y="218332"/>
                </a:lnTo>
                <a:cubicBezTo>
                  <a:pt x="249208" y="220886"/>
                  <a:pt x="249208" y="224716"/>
                  <a:pt x="246652" y="227270"/>
                </a:cubicBezTo>
                <a:cubicBezTo>
                  <a:pt x="246652" y="227270"/>
                  <a:pt x="246652" y="227270"/>
                  <a:pt x="246652" y="227270"/>
                </a:cubicBezTo>
                <a:cubicBezTo>
                  <a:pt x="245374" y="228546"/>
                  <a:pt x="244096" y="229185"/>
                  <a:pt x="242179" y="229185"/>
                </a:cubicBezTo>
                <a:cubicBezTo>
                  <a:pt x="240262" y="229185"/>
                  <a:pt x="238984" y="228546"/>
                  <a:pt x="237706" y="227270"/>
                </a:cubicBezTo>
                <a:lnTo>
                  <a:pt x="195532" y="185135"/>
                </a:lnTo>
                <a:lnTo>
                  <a:pt x="195532" y="185135"/>
                </a:lnTo>
                <a:cubicBezTo>
                  <a:pt x="194893" y="184497"/>
                  <a:pt x="194254" y="183859"/>
                  <a:pt x="194254" y="183220"/>
                </a:cubicBezTo>
                <a:lnTo>
                  <a:pt x="194254" y="183220"/>
                </a:lnTo>
                <a:lnTo>
                  <a:pt x="194254" y="183220"/>
                </a:lnTo>
                <a:cubicBezTo>
                  <a:pt x="194254" y="182582"/>
                  <a:pt x="193615" y="181944"/>
                  <a:pt x="193615" y="181305"/>
                </a:cubicBezTo>
                <a:cubicBezTo>
                  <a:pt x="193615" y="181305"/>
                  <a:pt x="193615" y="180667"/>
                  <a:pt x="193615" y="180667"/>
                </a:cubicBezTo>
                <a:cubicBezTo>
                  <a:pt x="193615" y="180028"/>
                  <a:pt x="193615" y="179390"/>
                  <a:pt x="193615" y="179390"/>
                </a:cubicBezTo>
                <a:lnTo>
                  <a:pt x="193615" y="178752"/>
                </a:lnTo>
                <a:cubicBezTo>
                  <a:pt x="193615" y="178113"/>
                  <a:pt x="194254" y="177475"/>
                  <a:pt x="194893" y="176836"/>
                </a:cubicBezTo>
                <a:lnTo>
                  <a:pt x="237067" y="134702"/>
                </a:lnTo>
                <a:cubicBezTo>
                  <a:pt x="239623" y="132148"/>
                  <a:pt x="243457" y="132148"/>
                  <a:pt x="246013" y="134702"/>
                </a:cubicBezTo>
                <a:cubicBezTo>
                  <a:pt x="246013" y="134702"/>
                  <a:pt x="246013" y="134702"/>
                  <a:pt x="246013" y="134702"/>
                </a:cubicBezTo>
                <a:cubicBezTo>
                  <a:pt x="248569" y="137256"/>
                  <a:pt x="248569" y="141086"/>
                  <a:pt x="246013" y="143640"/>
                </a:cubicBezTo>
                <a:lnTo>
                  <a:pt x="215341" y="174283"/>
                </a:lnTo>
                <a:lnTo>
                  <a:pt x="306078" y="174283"/>
                </a:lnTo>
                <a:cubicBezTo>
                  <a:pt x="309912" y="174283"/>
                  <a:pt x="312468" y="176836"/>
                  <a:pt x="312468" y="180667"/>
                </a:cubicBezTo>
                <a:cubicBezTo>
                  <a:pt x="312468" y="184497"/>
                  <a:pt x="309273" y="187051"/>
                  <a:pt x="306078" y="187051"/>
                </a:cubicBezTo>
                <a:lnTo>
                  <a:pt x="306078" y="187051"/>
                </a:lnTo>
                <a:close/>
              </a:path>
            </a:pathLst>
          </a:custGeom>
          <a:solidFill>
            <a:srgbClr val="00A3E0"/>
          </a:solidFill>
          <a:ln w="6390" cap="flat">
            <a:noFill/>
            <a:prstDash val="solid"/>
            <a:miter/>
          </a:ln>
        </p:spPr>
        <p:txBody>
          <a:bodyPr rtlCol="0" anchor="ctr"/>
          <a:lstStyle/>
          <a:p>
            <a:endParaRPr lang="en-US"/>
          </a:p>
        </p:txBody>
      </p:sp>
      <p:sp>
        <p:nvSpPr>
          <p:cNvPr id="518" name="Graphic 4">
            <a:extLst>
              <a:ext uri="{FF2B5EF4-FFF2-40B4-BE49-F238E27FC236}">
                <a16:creationId xmlns:a16="http://schemas.microsoft.com/office/drawing/2014/main" id="{F6E95E73-9943-354E-AA32-C03EF19E23B2}"/>
              </a:ext>
            </a:extLst>
          </p:cNvPr>
          <p:cNvSpPr/>
          <p:nvPr/>
        </p:nvSpPr>
        <p:spPr>
          <a:xfrm>
            <a:off x="5099808" y="2855717"/>
            <a:ext cx="362309" cy="361971"/>
          </a:xfrm>
          <a:custGeom>
            <a:avLst/>
            <a:gdLst>
              <a:gd name="connsiteX0" fmla="*/ 180836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362310 w 362309"/>
              <a:gd name="connsiteY4" fmla="*/ 180667 h 361971"/>
              <a:gd name="connsiteX5" fmla="*/ 180836 w 362309"/>
              <a:gd name="connsiteY5" fmla="*/ 0 h 361971"/>
              <a:gd name="connsiteX6" fmla="*/ 180836 w 362309"/>
              <a:gd name="connsiteY6" fmla="*/ 0 h 361971"/>
              <a:gd name="connsiteX7" fmla="*/ 173168 w 362309"/>
              <a:gd name="connsiteY7" fmla="*/ 167260 h 361971"/>
              <a:gd name="connsiteX8" fmla="*/ 172528 w 362309"/>
              <a:gd name="connsiteY8" fmla="*/ 169814 h 361971"/>
              <a:gd name="connsiteX9" fmla="*/ 172528 w 362309"/>
              <a:gd name="connsiteY9" fmla="*/ 170452 h 361971"/>
              <a:gd name="connsiteX10" fmla="*/ 171889 w 362309"/>
              <a:gd name="connsiteY10" fmla="*/ 171729 h 361971"/>
              <a:gd name="connsiteX11" fmla="*/ 171251 w 362309"/>
              <a:gd name="connsiteY11" fmla="*/ 172368 h 361971"/>
              <a:gd name="connsiteX12" fmla="*/ 169333 w 362309"/>
              <a:gd name="connsiteY12" fmla="*/ 173644 h 361971"/>
              <a:gd name="connsiteX13" fmla="*/ 169333 w 362309"/>
              <a:gd name="connsiteY13" fmla="*/ 173644 h 361971"/>
              <a:gd name="connsiteX14" fmla="*/ 169333 w 362309"/>
              <a:gd name="connsiteY14" fmla="*/ 173644 h 361971"/>
              <a:gd name="connsiteX15" fmla="*/ 166778 w 362309"/>
              <a:gd name="connsiteY15" fmla="*/ 174283 h 361971"/>
              <a:gd name="connsiteX16" fmla="*/ 106712 w 362309"/>
              <a:gd name="connsiteY16" fmla="*/ 174283 h 361971"/>
              <a:gd name="connsiteX17" fmla="*/ 100322 w 362309"/>
              <a:gd name="connsiteY17" fmla="*/ 167899 h 361971"/>
              <a:gd name="connsiteX18" fmla="*/ 106712 w 362309"/>
              <a:gd name="connsiteY18" fmla="*/ 161515 h 361971"/>
              <a:gd name="connsiteX19" fmla="*/ 151442 w 362309"/>
              <a:gd name="connsiteY19" fmla="*/ 161515 h 361971"/>
              <a:gd name="connsiteX20" fmla="*/ 87542 w 362309"/>
              <a:gd name="connsiteY20" fmla="*/ 97675 h 361971"/>
              <a:gd name="connsiteX21" fmla="*/ 88181 w 362309"/>
              <a:gd name="connsiteY21" fmla="*/ 88737 h 361971"/>
              <a:gd name="connsiteX22" fmla="*/ 96488 w 362309"/>
              <a:gd name="connsiteY22" fmla="*/ 88737 h 361971"/>
              <a:gd name="connsiteX23" fmla="*/ 160388 w 362309"/>
              <a:gd name="connsiteY23" fmla="*/ 152577 h 361971"/>
              <a:gd name="connsiteX24" fmla="*/ 160388 w 362309"/>
              <a:gd name="connsiteY24" fmla="*/ 107889 h 361971"/>
              <a:gd name="connsiteX25" fmla="*/ 166778 w 362309"/>
              <a:gd name="connsiteY25" fmla="*/ 101505 h 361971"/>
              <a:gd name="connsiteX26" fmla="*/ 173168 w 362309"/>
              <a:gd name="connsiteY26" fmla="*/ 107889 h 361971"/>
              <a:gd name="connsiteX27" fmla="*/ 173168 w 362309"/>
              <a:gd name="connsiteY27" fmla="*/ 167260 h 361971"/>
              <a:gd name="connsiteX28" fmla="*/ 273490 w 362309"/>
              <a:gd name="connsiteY28" fmla="*/ 273873 h 361971"/>
              <a:gd name="connsiteX29" fmla="*/ 269017 w 362309"/>
              <a:gd name="connsiteY29" fmla="*/ 275788 h 361971"/>
              <a:gd name="connsiteX30" fmla="*/ 264544 w 362309"/>
              <a:gd name="connsiteY30" fmla="*/ 273873 h 361971"/>
              <a:gd name="connsiteX31" fmla="*/ 200644 w 362309"/>
              <a:gd name="connsiteY31" fmla="*/ 210033 h 361971"/>
              <a:gd name="connsiteX32" fmla="*/ 200644 w 362309"/>
              <a:gd name="connsiteY32" fmla="*/ 254721 h 361971"/>
              <a:gd name="connsiteX33" fmla="*/ 194254 w 362309"/>
              <a:gd name="connsiteY33" fmla="*/ 261105 h 361971"/>
              <a:gd name="connsiteX34" fmla="*/ 187864 w 362309"/>
              <a:gd name="connsiteY34" fmla="*/ 254721 h 361971"/>
              <a:gd name="connsiteX35" fmla="*/ 187864 w 362309"/>
              <a:gd name="connsiteY35" fmla="*/ 194711 h 361971"/>
              <a:gd name="connsiteX36" fmla="*/ 187864 w 362309"/>
              <a:gd name="connsiteY36" fmla="*/ 194711 h 361971"/>
              <a:gd name="connsiteX37" fmla="*/ 188503 w 362309"/>
              <a:gd name="connsiteY37" fmla="*/ 192158 h 361971"/>
              <a:gd name="connsiteX38" fmla="*/ 188503 w 362309"/>
              <a:gd name="connsiteY38" fmla="*/ 192158 h 361971"/>
              <a:gd name="connsiteX39" fmla="*/ 188503 w 362309"/>
              <a:gd name="connsiteY39" fmla="*/ 192158 h 361971"/>
              <a:gd name="connsiteX40" fmla="*/ 189781 w 362309"/>
              <a:gd name="connsiteY40" fmla="*/ 190243 h 361971"/>
              <a:gd name="connsiteX41" fmla="*/ 190420 w 362309"/>
              <a:gd name="connsiteY41" fmla="*/ 189604 h 361971"/>
              <a:gd name="connsiteX42" fmla="*/ 191698 w 362309"/>
              <a:gd name="connsiteY42" fmla="*/ 188966 h 361971"/>
              <a:gd name="connsiteX43" fmla="*/ 192337 w 362309"/>
              <a:gd name="connsiteY43" fmla="*/ 188966 h 361971"/>
              <a:gd name="connsiteX44" fmla="*/ 194254 w 362309"/>
              <a:gd name="connsiteY44" fmla="*/ 188327 h 361971"/>
              <a:gd name="connsiteX45" fmla="*/ 254320 w 362309"/>
              <a:gd name="connsiteY45" fmla="*/ 188327 h 361971"/>
              <a:gd name="connsiteX46" fmla="*/ 260710 w 362309"/>
              <a:gd name="connsiteY46" fmla="*/ 194711 h 361971"/>
              <a:gd name="connsiteX47" fmla="*/ 254320 w 362309"/>
              <a:gd name="connsiteY47" fmla="*/ 201095 h 361971"/>
              <a:gd name="connsiteX48" fmla="*/ 209590 w 362309"/>
              <a:gd name="connsiteY48" fmla="*/ 201095 h 361971"/>
              <a:gd name="connsiteX49" fmla="*/ 273490 w 362309"/>
              <a:gd name="connsiteY49" fmla="*/ 264935 h 361971"/>
              <a:gd name="connsiteX50" fmla="*/ 273490 w 362309"/>
              <a:gd name="connsiteY50" fmla="*/ 273873 h 361971"/>
              <a:gd name="connsiteX51" fmla="*/ 273490 w 362309"/>
              <a:gd name="connsiteY51" fmla="*/ 27387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62309" h="361971">
                <a:moveTo>
                  <a:pt x="180836" y="0"/>
                </a:moveTo>
                <a:cubicBezTo>
                  <a:pt x="80513" y="0"/>
                  <a:pt x="0" y="81076"/>
                  <a:pt x="0" y="181305"/>
                </a:cubicBezTo>
                <a:cubicBezTo>
                  <a:pt x="0" y="281533"/>
                  <a:pt x="81152" y="361972"/>
                  <a:pt x="181474" y="361972"/>
                </a:cubicBezTo>
                <a:cubicBezTo>
                  <a:pt x="281796" y="361972"/>
                  <a:pt x="362310" y="280895"/>
                  <a:pt x="362310" y="180667"/>
                </a:cubicBezTo>
                <a:cubicBezTo>
                  <a:pt x="362310" y="180667"/>
                  <a:pt x="362310" y="180667"/>
                  <a:pt x="362310" y="180667"/>
                </a:cubicBezTo>
                <a:cubicBezTo>
                  <a:pt x="361671" y="80438"/>
                  <a:pt x="280518" y="0"/>
                  <a:pt x="180836" y="0"/>
                </a:cubicBezTo>
                <a:cubicBezTo>
                  <a:pt x="180836" y="0"/>
                  <a:pt x="180836" y="0"/>
                  <a:pt x="180836" y="0"/>
                </a:cubicBezTo>
                <a:close/>
                <a:moveTo>
                  <a:pt x="173168" y="167260"/>
                </a:moveTo>
                <a:cubicBezTo>
                  <a:pt x="173168" y="167899"/>
                  <a:pt x="173168" y="168537"/>
                  <a:pt x="172528" y="169814"/>
                </a:cubicBezTo>
                <a:lnTo>
                  <a:pt x="172528" y="170452"/>
                </a:lnTo>
                <a:cubicBezTo>
                  <a:pt x="172528" y="171091"/>
                  <a:pt x="171889" y="171091"/>
                  <a:pt x="171889" y="171729"/>
                </a:cubicBezTo>
                <a:lnTo>
                  <a:pt x="171251" y="172368"/>
                </a:lnTo>
                <a:cubicBezTo>
                  <a:pt x="170611" y="173006"/>
                  <a:pt x="169973" y="173006"/>
                  <a:pt x="169333" y="173644"/>
                </a:cubicBezTo>
                <a:lnTo>
                  <a:pt x="169333" y="173644"/>
                </a:lnTo>
                <a:lnTo>
                  <a:pt x="169333" y="173644"/>
                </a:lnTo>
                <a:cubicBezTo>
                  <a:pt x="168695" y="174283"/>
                  <a:pt x="168056" y="174283"/>
                  <a:pt x="166778" y="174283"/>
                </a:cubicBezTo>
                <a:lnTo>
                  <a:pt x="106712" y="174283"/>
                </a:lnTo>
                <a:cubicBezTo>
                  <a:pt x="102878" y="174283"/>
                  <a:pt x="100322" y="171729"/>
                  <a:pt x="100322" y="167899"/>
                </a:cubicBezTo>
                <a:cubicBezTo>
                  <a:pt x="100322" y="164068"/>
                  <a:pt x="102878" y="161515"/>
                  <a:pt x="106712" y="161515"/>
                </a:cubicBezTo>
                <a:lnTo>
                  <a:pt x="151442" y="161515"/>
                </a:lnTo>
                <a:lnTo>
                  <a:pt x="87542" y="97675"/>
                </a:lnTo>
                <a:cubicBezTo>
                  <a:pt x="84986" y="95121"/>
                  <a:pt x="85625" y="90652"/>
                  <a:pt x="88181" y="88737"/>
                </a:cubicBezTo>
                <a:cubicBezTo>
                  <a:pt x="90737" y="86822"/>
                  <a:pt x="93932" y="86822"/>
                  <a:pt x="96488" y="88737"/>
                </a:cubicBezTo>
                <a:lnTo>
                  <a:pt x="160388" y="152577"/>
                </a:lnTo>
                <a:lnTo>
                  <a:pt x="160388" y="107889"/>
                </a:lnTo>
                <a:cubicBezTo>
                  <a:pt x="160388" y="104059"/>
                  <a:pt x="162943" y="101505"/>
                  <a:pt x="166778" y="101505"/>
                </a:cubicBezTo>
                <a:cubicBezTo>
                  <a:pt x="170611" y="101505"/>
                  <a:pt x="173168" y="104059"/>
                  <a:pt x="173168" y="107889"/>
                </a:cubicBezTo>
                <a:lnTo>
                  <a:pt x="173168" y="167260"/>
                </a:lnTo>
                <a:close/>
                <a:moveTo>
                  <a:pt x="273490" y="273873"/>
                </a:moveTo>
                <a:cubicBezTo>
                  <a:pt x="272212" y="275149"/>
                  <a:pt x="270934" y="275788"/>
                  <a:pt x="269017" y="275788"/>
                </a:cubicBezTo>
                <a:cubicBezTo>
                  <a:pt x="267100" y="275788"/>
                  <a:pt x="265822" y="275149"/>
                  <a:pt x="264544" y="273873"/>
                </a:cubicBezTo>
                <a:lnTo>
                  <a:pt x="200644" y="210033"/>
                </a:lnTo>
                <a:lnTo>
                  <a:pt x="200644" y="254721"/>
                </a:lnTo>
                <a:cubicBezTo>
                  <a:pt x="200644" y="258551"/>
                  <a:pt x="198088" y="261105"/>
                  <a:pt x="194254" y="261105"/>
                </a:cubicBezTo>
                <a:cubicBezTo>
                  <a:pt x="190420" y="261105"/>
                  <a:pt x="187864" y="258551"/>
                  <a:pt x="187864" y="254721"/>
                </a:cubicBezTo>
                <a:lnTo>
                  <a:pt x="187864" y="194711"/>
                </a:lnTo>
                <a:lnTo>
                  <a:pt x="187864" y="194711"/>
                </a:lnTo>
                <a:cubicBezTo>
                  <a:pt x="187864" y="194073"/>
                  <a:pt x="187864" y="193435"/>
                  <a:pt x="188503" y="192158"/>
                </a:cubicBezTo>
                <a:lnTo>
                  <a:pt x="188503" y="192158"/>
                </a:lnTo>
                <a:lnTo>
                  <a:pt x="188503" y="192158"/>
                </a:lnTo>
                <a:cubicBezTo>
                  <a:pt x="188503" y="191519"/>
                  <a:pt x="189142" y="190881"/>
                  <a:pt x="189781" y="190243"/>
                </a:cubicBezTo>
                <a:lnTo>
                  <a:pt x="190420" y="189604"/>
                </a:lnTo>
                <a:cubicBezTo>
                  <a:pt x="191059" y="188966"/>
                  <a:pt x="191059" y="188966"/>
                  <a:pt x="191698" y="188966"/>
                </a:cubicBezTo>
                <a:lnTo>
                  <a:pt x="192337" y="188966"/>
                </a:lnTo>
                <a:cubicBezTo>
                  <a:pt x="192976" y="188966"/>
                  <a:pt x="193615" y="188327"/>
                  <a:pt x="194254" y="188327"/>
                </a:cubicBezTo>
                <a:lnTo>
                  <a:pt x="254320" y="188327"/>
                </a:lnTo>
                <a:cubicBezTo>
                  <a:pt x="258154" y="188327"/>
                  <a:pt x="260710" y="190881"/>
                  <a:pt x="260710" y="194711"/>
                </a:cubicBezTo>
                <a:cubicBezTo>
                  <a:pt x="260710" y="198542"/>
                  <a:pt x="258154" y="201095"/>
                  <a:pt x="254320" y="201095"/>
                </a:cubicBezTo>
                <a:lnTo>
                  <a:pt x="209590" y="201095"/>
                </a:lnTo>
                <a:lnTo>
                  <a:pt x="273490" y="264935"/>
                </a:lnTo>
                <a:cubicBezTo>
                  <a:pt x="275407" y="267489"/>
                  <a:pt x="275407" y="271319"/>
                  <a:pt x="273490" y="273873"/>
                </a:cubicBezTo>
                <a:lnTo>
                  <a:pt x="273490" y="273873"/>
                </a:lnTo>
                <a:close/>
              </a:path>
            </a:pathLst>
          </a:custGeom>
          <a:solidFill>
            <a:srgbClr val="00A3E0"/>
          </a:solidFill>
          <a:ln w="6390" cap="flat">
            <a:noFill/>
            <a:prstDash val="solid"/>
            <a:miter/>
          </a:ln>
        </p:spPr>
        <p:txBody>
          <a:bodyPr rtlCol="0" anchor="ctr"/>
          <a:lstStyle/>
          <a:p>
            <a:endParaRPr lang="en-US"/>
          </a:p>
        </p:txBody>
      </p:sp>
      <p:sp>
        <p:nvSpPr>
          <p:cNvPr id="519" name="Graphic 4">
            <a:extLst>
              <a:ext uri="{FF2B5EF4-FFF2-40B4-BE49-F238E27FC236}">
                <a16:creationId xmlns:a16="http://schemas.microsoft.com/office/drawing/2014/main" id="{A1B69FFC-075C-B143-A2D9-976ED8239B71}"/>
              </a:ext>
            </a:extLst>
          </p:cNvPr>
          <p:cNvSpPr/>
          <p:nvPr/>
        </p:nvSpPr>
        <p:spPr>
          <a:xfrm>
            <a:off x="6146480" y="28557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73806 w 362309"/>
              <a:gd name="connsiteY6" fmla="*/ 254082 h 361971"/>
              <a:gd name="connsiteX7" fmla="*/ 167416 w 362309"/>
              <a:gd name="connsiteY7" fmla="*/ 260466 h 361971"/>
              <a:gd name="connsiteX8" fmla="*/ 161026 w 362309"/>
              <a:gd name="connsiteY8" fmla="*/ 254082 h 361971"/>
              <a:gd name="connsiteX9" fmla="*/ 161026 w 362309"/>
              <a:gd name="connsiteY9" fmla="*/ 209395 h 361971"/>
              <a:gd name="connsiteX10" fmla="*/ 97127 w 362309"/>
              <a:gd name="connsiteY10" fmla="*/ 273234 h 361971"/>
              <a:gd name="connsiteX11" fmla="*/ 92654 w 362309"/>
              <a:gd name="connsiteY11" fmla="*/ 275149 h 361971"/>
              <a:gd name="connsiteX12" fmla="*/ 86264 w 362309"/>
              <a:gd name="connsiteY12" fmla="*/ 268766 h 361971"/>
              <a:gd name="connsiteX13" fmla="*/ 88181 w 362309"/>
              <a:gd name="connsiteY13" fmla="*/ 264297 h 361971"/>
              <a:gd name="connsiteX14" fmla="*/ 152080 w 362309"/>
              <a:gd name="connsiteY14" fmla="*/ 200457 h 361971"/>
              <a:gd name="connsiteX15" fmla="*/ 107351 w 362309"/>
              <a:gd name="connsiteY15" fmla="*/ 200457 h 361971"/>
              <a:gd name="connsiteX16" fmla="*/ 100961 w 362309"/>
              <a:gd name="connsiteY16" fmla="*/ 194073 h 361971"/>
              <a:gd name="connsiteX17" fmla="*/ 107351 w 362309"/>
              <a:gd name="connsiteY17" fmla="*/ 187689 h 361971"/>
              <a:gd name="connsiteX18" fmla="*/ 167416 w 362309"/>
              <a:gd name="connsiteY18" fmla="*/ 187689 h 361971"/>
              <a:gd name="connsiteX19" fmla="*/ 169333 w 362309"/>
              <a:gd name="connsiteY19" fmla="*/ 188327 h 361971"/>
              <a:gd name="connsiteX20" fmla="*/ 169333 w 362309"/>
              <a:gd name="connsiteY20" fmla="*/ 188327 h 361971"/>
              <a:gd name="connsiteX21" fmla="*/ 171250 w 362309"/>
              <a:gd name="connsiteY21" fmla="*/ 189604 h 361971"/>
              <a:gd name="connsiteX22" fmla="*/ 171889 w 362309"/>
              <a:gd name="connsiteY22" fmla="*/ 190243 h 361971"/>
              <a:gd name="connsiteX23" fmla="*/ 172528 w 362309"/>
              <a:gd name="connsiteY23" fmla="*/ 191519 h 361971"/>
              <a:gd name="connsiteX24" fmla="*/ 172528 w 362309"/>
              <a:gd name="connsiteY24" fmla="*/ 192158 h 361971"/>
              <a:gd name="connsiteX25" fmla="*/ 173167 w 362309"/>
              <a:gd name="connsiteY25" fmla="*/ 194711 h 361971"/>
              <a:gd name="connsiteX26" fmla="*/ 173806 w 362309"/>
              <a:gd name="connsiteY26" fmla="*/ 254082 h 361971"/>
              <a:gd name="connsiteX27" fmla="*/ 274128 w 362309"/>
              <a:gd name="connsiteY27" fmla="*/ 97036 h 361971"/>
              <a:gd name="connsiteX28" fmla="*/ 210229 w 362309"/>
              <a:gd name="connsiteY28" fmla="*/ 160876 h 361971"/>
              <a:gd name="connsiteX29" fmla="*/ 254958 w 362309"/>
              <a:gd name="connsiteY29" fmla="*/ 160876 h 361971"/>
              <a:gd name="connsiteX30" fmla="*/ 261348 w 362309"/>
              <a:gd name="connsiteY30" fmla="*/ 167260 h 361971"/>
              <a:gd name="connsiteX31" fmla="*/ 254958 w 362309"/>
              <a:gd name="connsiteY31" fmla="*/ 173644 h 361971"/>
              <a:gd name="connsiteX32" fmla="*/ 194893 w 362309"/>
              <a:gd name="connsiteY32" fmla="*/ 173644 h 361971"/>
              <a:gd name="connsiteX33" fmla="*/ 192976 w 362309"/>
              <a:gd name="connsiteY33" fmla="*/ 173006 h 361971"/>
              <a:gd name="connsiteX34" fmla="*/ 192337 w 362309"/>
              <a:gd name="connsiteY34" fmla="*/ 173006 h 361971"/>
              <a:gd name="connsiteX35" fmla="*/ 191059 w 362309"/>
              <a:gd name="connsiteY35" fmla="*/ 172368 h 361971"/>
              <a:gd name="connsiteX36" fmla="*/ 190420 w 362309"/>
              <a:gd name="connsiteY36" fmla="*/ 171729 h 361971"/>
              <a:gd name="connsiteX37" fmla="*/ 189142 w 362309"/>
              <a:gd name="connsiteY37" fmla="*/ 169814 h 361971"/>
              <a:gd name="connsiteX38" fmla="*/ 189142 w 362309"/>
              <a:gd name="connsiteY38" fmla="*/ 169814 h 361971"/>
              <a:gd name="connsiteX39" fmla="*/ 189142 w 362309"/>
              <a:gd name="connsiteY39" fmla="*/ 169814 h 361971"/>
              <a:gd name="connsiteX40" fmla="*/ 188503 w 362309"/>
              <a:gd name="connsiteY40" fmla="*/ 167260 h 361971"/>
              <a:gd name="connsiteX41" fmla="*/ 188503 w 362309"/>
              <a:gd name="connsiteY41" fmla="*/ 167260 h 361971"/>
              <a:gd name="connsiteX42" fmla="*/ 188503 w 362309"/>
              <a:gd name="connsiteY42" fmla="*/ 107251 h 361971"/>
              <a:gd name="connsiteX43" fmla="*/ 194893 w 362309"/>
              <a:gd name="connsiteY43" fmla="*/ 100867 h 361971"/>
              <a:gd name="connsiteX44" fmla="*/ 201283 w 362309"/>
              <a:gd name="connsiteY44" fmla="*/ 107251 h 361971"/>
              <a:gd name="connsiteX45" fmla="*/ 201283 w 362309"/>
              <a:gd name="connsiteY45" fmla="*/ 151939 h 361971"/>
              <a:gd name="connsiteX46" fmla="*/ 265182 w 362309"/>
              <a:gd name="connsiteY46" fmla="*/ 88099 h 361971"/>
              <a:gd name="connsiteX47" fmla="*/ 274128 w 362309"/>
              <a:gd name="connsiteY47" fmla="*/ 87460 h 361971"/>
              <a:gd name="connsiteX48" fmla="*/ 274767 w 362309"/>
              <a:gd name="connsiteY48" fmla="*/ 96398 h 361971"/>
              <a:gd name="connsiteX49" fmla="*/ 274128 w 362309"/>
              <a:gd name="connsiteY49" fmla="*/ 97036 h 361971"/>
              <a:gd name="connsiteX50" fmla="*/ 274128 w 362309"/>
              <a:gd name="connsiteY50" fmla="*/ 9703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62309" h="361971">
                <a:moveTo>
                  <a:pt x="181474" y="0"/>
                </a:moveTo>
                <a:cubicBezTo>
                  <a:pt x="81152" y="0"/>
                  <a:pt x="0" y="81076"/>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309" y="81076"/>
                  <a:pt x="281157" y="0"/>
                  <a:pt x="181474" y="0"/>
                </a:cubicBezTo>
                <a:close/>
                <a:moveTo>
                  <a:pt x="173806" y="254082"/>
                </a:moveTo>
                <a:cubicBezTo>
                  <a:pt x="173806" y="257913"/>
                  <a:pt x="171250" y="260466"/>
                  <a:pt x="167416" y="260466"/>
                </a:cubicBezTo>
                <a:cubicBezTo>
                  <a:pt x="163582" y="260466"/>
                  <a:pt x="161026" y="257913"/>
                  <a:pt x="161026" y="254082"/>
                </a:cubicBezTo>
                <a:lnTo>
                  <a:pt x="161026" y="209395"/>
                </a:lnTo>
                <a:lnTo>
                  <a:pt x="97127" y="273234"/>
                </a:lnTo>
                <a:cubicBezTo>
                  <a:pt x="95849" y="274511"/>
                  <a:pt x="94571" y="275149"/>
                  <a:pt x="92654" y="275149"/>
                </a:cubicBezTo>
                <a:cubicBezTo>
                  <a:pt x="88820" y="275149"/>
                  <a:pt x="86264" y="272596"/>
                  <a:pt x="86264" y="268766"/>
                </a:cubicBezTo>
                <a:cubicBezTo>
                  <a:pt x="86264" y="266850"/>
                  <a:pt x="86903" y="265574"/>
                  <a:pt x="88181" y="264297"/>
                </a:cubicBezTo>
                <a:lnTo>
                  <a:pt x="152080" y="200457"/>
                </a:lnTo>
                <a:lnTo>
                  <a:pt x="107351" y="200457"/>
                </a:lnTo>
                <a:cubicBezTo>
                  <a:pt x="103517" y="200457"/>
                  <a:pt x="100961" y="197903"/>
                  <a:pt x="100961" y="194073"/>
                </a:cubicBezTo>
                <a:cubicBezTo>
                  <a:pt x="100961" y="190243"/>
                  <a:pt x="103517" y="187689"/>
                  <a:pt x="107351" y="187689"/>
                </a:cubicBezTo>
                <a:lnTo>
                  <a:pt x="167416" y="187689"/>
                </a:lnTo>
                <a:cubicBezTo>
                  <a:pt x="168055" y="187689"/>
                  <a:pt x="168694" y="187689"/>
                  <a:pt x="169333" y="188327"/>
                </a:cubicBezTo>
                <a:lnTo>
                  <a:pt x="169333" y="188327"/>
                </a:lnTo>
                <a:cubicBezTo>
                  <a:pt x="169972" y="188327"/>
                  <a:pt x="170611" y="188966"/>
                  <a:pt x="171250" y="189604"/>
                </a:cubicBezTo>
                <a:cubicBezTo>
                  <a:pt x="171250" y="189604"/>
                  <a:pt x="171250" y="189604"/>
                  <a:pt x="171889" y="190243"/>
                </a:cubicBezTo>
                <a:cubicBezTo>
                  <a:pt x="172528" y="190881"/>
                  <a:pt x="172528" y="190881"/>
                  <a:pt x="172528" y="191519"/>
                </a:cubicBezTo>
                <a:lnTo>
                  <a:pt x="172528" y="192158"/>
                </a:lnTo>
                <a:cubicBezTo>
                  <a:pt x="172528" y="192796"/>
                  <a:pt x="173167" y="193435"/>
                  <a:pt x="173167" y="194711"/>
                </a:cubicBezTo>
                <a:lnTo>
                  <a:pt x="173806" y="254082"/>
                </a:lnTo>
                <a:close/>
                <a:moveTo>
                  <a:pt x="274128" y="97036"/>
                </a:moveTo>
                <a:lnTo>
                  <a:pt x="210229" y="160876"/>
                </a:lnTo>
                <a:lnTo>
                  <a:pt x="254958" y="160876"/>
                </a:lnTo>
                <a:cubicBezTo>
                  <a:pt x="258792" y="160876"/>
                  <a:pt x="261348" y="163430"/>
                  <a:pt x="261348" y="167260"/>
                </a:cubicBezTo>
                <a:cubicBezTo>
                  <a:pt x="261348" y="171091"/>
                  <a:pt x="258792" y="173644"/>
                  <a:pt x="254958" y="173644"/>
                </a:cubicBezTo>
                <a:lnTo>
                  <a:pt x="194893" y="173644"/>
                </a:lnTo>
                <a:cubicBezTo>
                  <a:pt x="194254" y="173644"/>
                  <a:pt x="193615" y="173644"/>
                  <a:pt x="192976" y="173006"/>
                </a:cubicBezTo>
                <a:lnTo>
                  <a:pt x="192337" y="173006"/>
                </a:lnTo>
                <a:cubicBezTo>
                  <a:pt x="191698" y="173006"/>
                  <a:pt x="191698" y="172368"/>
                  <a:pt x="191059" y="172368"/>
                </a:cubicBezTo>
                <a:cubicBezTo>
                  <a:pt x="191059" y="172368"/>
                  <a:pt x="190420" y="172368"/>
                  <a:pt x="190420" y="171729"/>
                </a:cubicBezTo>
                <a:cubicBezTo>
                  <a:pt x="189781" y="171091"/>
                  <a:pt x="189781" y="170452"/>
                  <a:pt x="189142" y="169814"/>
                </a:cubicBezTo>
                <a:lnTo>
                  <a:pt x="189142" y="169814"/>
                </a:lnTo>
                <a:lnTo>
                  <a:pt x="189142" y="169814"/>
                </a:lnTo>
                <a:cubicBezTo>
                  <a:pt x="189142" y="169176"/>
                  <a:pt x="188503" y="168537"/>
                  <a:pt x="188503" y="167260"/>
                </a:cubicBezTo>
                <a:lnTo>
                  <a:pt x="188503" y="167260"/>
                </a:lnTo>
                <a:lnTo>
                  <a:pt x="188503" y="107251"/>
                </a:lnTo>
                <a:cubicBezTo>
                  <a:pt x="188503" y="103420"/>
                  <a:pt x="191059" y="100867"/>
                  <a:pt x="194893" y="100867"/>
                </a:cubicBezTo>
                <a:cubicBezTo>
                  <a:pt x="198727" y="100867"/>
                  <a:pt x="201283" y="103420"/>
                  <a:pt x="201283" y="107251"/>
                </a:cubicBezTo>
                <a:lnTo>
                  <a:pt x="201283" y="151939"/>
                </a:lnTo>
                <a:lnTo>
                  <a:pt x="265182" y="88099"/>
                </a:lnTo>
                <a:cubicBezTo>
                  <a:pt x="267738" y="85545"/>
                  <a:pt x="271572" y="84907"/>
                  <a:pt x="274128" y="87460"/>
                </a:cubicBezTo>
                <a:cubicBezTo>
                  <a:pt x="276684" y="90014"/>
                  <a:pt x="277323" y="93844"/>
                  <a:pt x="274767" y="96398"/>
                </a:cubicBezTo>
                <a:cubicBezTo>
                  <a:pt x="274767" y="96398"/>
                  <a:pt x="274767" y="97036"/>
                  <a:pt x="274128" y="97036"/>
                </a:cubicBezTo>
                <a:lnTo>
                  <a:pt x="274128" y="97036"/>
                </a:lnTo>
                <a:close/>
              </a:path>
            </a:pathLst>
          </a:custGeom>
          <a:solidFill>
            <a:srgbClr val="00A3E0"/>
          </a:solidFill>
          <a:ln w="6390" cap="flat">
            <a:noFill/>
            <a:prstDash val="solid"/>
            <a:miter/>
          </a:ln>
        </p:spPr>
        <p:txBody>
          <a:bodyPr rtlCol="0" anchor="ctr"/>
          <a:lstStyle/>
          <a:p>
            <a:endParaRPr lang="en-US"/>
          </a:p>
        </p:txBody>
      </p:sp>
      <p:sp>
        <p:nvSpPr>
          <p:cNvPr id="520" name="Graphic 4">
            <a:extLst>
              <a:ext uri="{FF2B5EF4-FFF2-40B4-BE49-F238E27FC236}">
                <a16:creationId xmlns:a16="http://schemas.microsoft.com/office/drawing/2014/main" id="{8EA8A6A2-9645-3E4D-8A02-E64D9FD77425}"/>
              </a:ext>
            </a:extLst>
          </p:cNvPr>
          <p:cNvSpPr/>
          <p:nvPr/>
        </p:nvSpPr>
        <p:spPr>
          <a:xfrm>
            <a:off x="4045469" y="28557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28121 w 362309"/>
              <a:gd name="connsiteY6" fmla="*/ 247060 h 361971"/>
              <a:gd name="connsiteX7" fmla="*/ 219175 w 362309"/>
              <a:gd name="connsiteY7" fmla="*/ 247060 h 361971"/>
              <a:gd name="connsiteX8" fmla="*/ 187864 w 362309"/>
              <a:gd name="connsiteY8" fmla="*/ 215779 h 361971"/>
              <a:gd name="connsiteX9" fmla="*/ 187864 w 362309"/>
              <a:gd name="connsiteY9" fmla="*/ 305793 h 361971"/>
              <a:gd name="connsiteX10" fmla="*/ 181474 w 362309"/>
              <a:gd name="connsiteY10" fmla="*/ 312177 h 361971"/>
              <a:gd name="connsiteX11" fmla="*/ 175084 w 362309"/>
              <a:gd name="connsiteY11" fmla="*/ 305793 h 361971"/>
              <a:gd name="connsiteX12" fmla="*/ 175084 w 362309"/>
              <a:gd name="connsiteY12" fmla="*/ 215779 h 361971"/>
              <a:gd name="connsiteX13" fmla="*/ 143774 w 362309"/>
              <a:gd name="connsiteY13" fmla="*/ 247060 h 361971"/>
              <a:gd name="connsiteX14" fmla="*/ 134828 w 362309"/>
              <a:gd name="connsiteY14" fmla="*/ 247060 h 361971"/>
              <a:gd name="connsiteX15" fmla="*/ 134828 w 362309"/>
              <a:gd name="connsiteY15" fmla="*/ 238122 h 361971"/>
              <a:gd name="connsiteX16" fmla="*/ 177001 w 362309"/>
              <a:gd name="connsiteY16" fmla="*/ 195988 h 361971"/>
              <a:gd name="connsiteX17" fmla="*/ 177001 w 362309"/>
              <a:gd name="connsiteY17" fmla="*/ 195988 h 361971"/>
              <a:gd name="connsiteX18" fmla="*/ 178918 w 362309"/>
              <a:gd name="connsiteY18" fmla="*/ 194711 h 361971"/>
              <a:gd name="connsiteX19" fmla="*/ 178918 w 362309"/>
              <a:gd name="connsiteY19" fmla="*/ 194711 h 361971"/>
              <a:gd name="connsiteX20" fmla="*/ 180836 w 362309"/>
              <a:gd name="connsiteY20" fmla="*/ 194073 h 361971"/>
              <a:gd name="connsiteX21" fmla="*/ 181474 w 362309"/>
              <a:gd name="connsiteY21" fmla="*/ 194073 h 361971"/>
              <a:gd name="connsiteX22" fmla="*/ 182752 w 362309"/>
              <a:gd name="connsiteY22" fmla="*/ 194073 h 361971"/>
              <a:gd name="connsiteX23" fmla="*/ 183391 w 362309"/>
              <a:gd name="connsiteY23" fmla="*/ 194073 h 361971"/>
              <a:gd name="connsiteX24" fmla="*/ 185308 w 362309"/>
              <a:gd name="connsiteY24" fmla="*/ 195350 h 361971"/>
              <a:gd name="connsiteX25" fmla="*/ 227482 w 362309"/>
              <a:gd name="connsiteY25" fmla="*/ 237484 h 361971"/>
              <a:gd name="connsiteX26" fmla="*/ 228121 w 362309"/>
              <a:gd name="connsiteY26" fmla="*/ 247060 h 361971"/>
              <a:gd name="connsiteX27" fmla="*/ 228121 w 362309"/>
              <a:gd name="connsiteY27" fmla="*/ 123849 h 361971"/>
              <a:gd name="connsiteX28" fmla="*/ 185947 w 362309"/>
              <a:gd name="connsiteY28" fmla="*/ 165984 h 361971"/>
              <a:gd name="connsiteX29" fmla="*/ 184031 w 362309"/>
              <a:gd name="connsiteY29" fmla="*/ 167260 h 361971"/>
              <a:gd name="connsiteX30" fmla="*/ 178918 w 362309"/>
              <a:gd name="connsiteY30" fmla="*/ 167260 h 361971"/>
              <a:gd name="connsiteX31" fmla="*/ 178918 w 362309"/>
              <a:gd name="connsiteY31" fmla="*/ 167260 h 361971"/>
              <a:gd name="connsiteX32" fmla="*/ 177001 w 362309"/>
              <a:gd name="connsiteY32" fmla="*/ 165984 h 361971"/>
              <a:gd name="connsiteX33" fmla="*/ 177001 w 362309"/>
              <a:gd name="connsiteY33" fmla="*/ 165984 h 361971"/>
              <a:gd name="connsiteX34" fmla="*/ 134828 w 362309"/>
              <a:gd name="connsiteY34" fmla="*/ 123849 h 361971"/>
              <a:gd name="connsiteX35" fmla="*/ 134828 w 362309"/>
              <a:gd name="connsiteY35" fmla="*/ 114912 h 361971"/>
              <a:gd name="connsiteX36" fmla="*/ 134828 w 362309"/>
              <a:gd name="connsiteY36" fmla="*/ 114912 h 361971"/>
              <a:gd name="connsiteX37" fmla="*/ 143774 w 362309"/>
              <a:gd name="connsiteY37" fmla="*/ 114912 h 361971"/>
              <a:gd name="connsiteX38" fmla="*/ 175084 w 362309"/>
              <a:gd name="connsiteY38" fmla="*/ 146193 h 361971"/>
              <a:gd name="connsiteX39" fmla="*/ 175084 w 362309"/>
              <a:gd name="connsiteY39" fmla="*/ 55541 h 361971"/>
              <a:gd name="connsiteX40" fmla="*/ 181474 w 362309"/>
              <a:gd name="connsiteY40" fmla="*/ 49157 h 361971"/>
              <a:gd name="connsiteX41" fmla="*/ 187864 w 362309"/>
              <a:gd name="connsiteY41" fmla="*/ 55541 h 361971"/>
              <a:gd name="connsiteX42" fmla="*/ 187864 w 362309"/>
              <a:gd name="connsiteY42" fmla="*/ 145555 h 361971"/>
              <a:gd name="connsiteX43" fmla="*/ 219175 w 362309"/>
              <a:gd name="connsiteY43" fmla="*/ 114273 h 361971"/>
              <a:gd name="connsiteX44" fmla="*/ 228121 w 362309"/>
              <a:gd name="connsiteY44" fmla="*/ 114273 h 361971"/>
              <a:gd name="connsiteX45" fmla="*/ 228121 w 362309"/>
              <a:gd name="connsiteY45" fmla="*/ 123849 h 361971"/>
              <a:gd name="connsiteX46" fmla="*/ 228121 w 362309"/>
              <a:gd name="connsiteY46" fmla="*/ 123849 h 361971"/>
              <a:gd name="connsiteX47" fmla="*/ 228121 w 362309"/>
              <a:gd name="connsiteY47" fmla="*/ 12384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2309" h="361971">
                <a:moveTo>
                  <a:pt x="181474" y="0"/>
                </a:moveTo>
                <a:cubicBezTo>
                  <a:pt x="81152" y="0"/>
                  <a:pt x="0" y="81076"/>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0438"/>
                  <a:pt x="281796" y="0"/>
                  <a:pt x="181474" y="0"/>
                </a:cubicBezTo>
                <a:close/>
                <a:moveTo>
                  <a:pt x="228121" y="247060"/>
                </a:moveTo>
                <a:cubicBezTo>
                  <a:pt x="225565" y="249614"/>
                  <a:pt x="221731" y="249614"/>
                  <a:pt x="219175" y="247060"/>
                </a:cubicBezTo>
                <a:lnTo>
                  <a:pt x="187864" y="215779"/>
                </a:lnTo>
                <a:lnTo>
                  <a:pt x="187864" y="305793"/>
                </a:lnTo>
                <a:cubicBezTo>
                  <a:pt x="187864" y="309623"/>
                  <a:pt x="185308" y="312177"/>
                  <a:pt x="181474" y="312177"/>
                </a:cubicBezTo>
                <a:cubicBezTo>
                  <a:pt x="177641" y="312177"/>
                  <a:pt x="175084" y="309623"/>
                  <a:pt x="175084" y="305793"/>
                </a:cubicBezTo>
                <a:lnTo>
                  <a:pt x="175084" y="215779"/>
                </a:lnTo>
                <a:lnTo>
                  <a:pt x="143774" y="247060"/>
                </a:lnTo>
                <a:cubicBezTo>
                  <a:pt x="141218" y="249614"/>
                  <a:pt x="137384" y="249614"/>
                  <a:pt x="134828" y="247060"/>
                </a:cubicBezTo>
                <a:cubicBezTo>
                  <a:pt x="132272" y="244506"/>
                  <a:pt x="132272" y="240676"/>
                  <a:pt x="134828" y="238122"/>
                </a:cubicBezTo>
                <a:lnTo>
                  <a:pt x="177001" y="195988"/>
                </a:lnTo>
                <a:lnTo>
                  <a:pt x="177001" y="195988"/>
                </a:lnTo>
                <a:cubicBezTo>
                  <a:pt x="177641" y="195350"/>
                  <a:pt x="178279" y="195350"/>
                  <a:pt x="178918" y="194711"/>
                </a:cubicBezTo>
                <a:lnTo>
                  <a:pt x="178918" y="194711"/>
                </a:lnTo>
                <a:cubicBezTo>
                  <a:pt x="179557" y="194711"/>
                  <a:pt x="180196" y="194073"/>
                  <a:pt x="180836" y="194073"/>
                </a:cubicBezTo>
                <a:lnTo>
                  <a:pt x="181474" y="194073"/>
                </a:lnTo>
                <a:cubicBezTo>
                  <a:pt x="182113" y="194073"/>
                  <a:pt x="182752" y="194073"/>
                  <a:pt x="182752" y="194073"/>
                </a:cubicBezTo>
                <a:lnTo>
                  <a:pt x="183391" y="194073"/>
                </a:lnTo>
                <a:cubicBezTo>
                  <a:pt x="184031" y="194711"/>
                  <a:pt x="184669" y="194711"/>
                  <a:pt x="185308" y="195350"/>
                </a:cubicBezTo>
                <a:lnTo>
                  <a:pt x="227482" y="237484"/>
                </a:lnTo>
                <a:cubicBezTo>
                  <a:pt x="230677" y="240038"/>
                  <a:pt x="230677" y="243868"/>
                  <a:pt x="228121" y="247060"/>
                </a:cubicBezTo>
                <a:close/>
                <a:moveTo>
                  <a:pt x="228121" y="123849"/>
                </a:moveTo>
                <a:lnTo>
                  <a:pt x="185947" y="165984"/>
                </a:lnTo>
                <a:cubicBezTo>
                  <a:pt x="185308" y="166622"/>
                  <a:pt x="184669" y="167260"/>
                  <a:pt x="184031" y="167260"/>
                </a:cubicBezTo>
                <a:cubicBezTo>
                  <a:pt x="182752" y="167899"/>
                  <a:pt x="180836" y="167899"/>
                  <a:pt x="178918" y="167260"/>
                </a:cubicBezTo>
                <a:lnTo>
                  <a:pt x="178918" y="167260"/>
                </a:lnTo>
                <a:cubicBezTo>
                  <a:pt x="178279" y="166622"/>
                  <a:pt x="177641" y="166622"/>
                  <a:pt x="177001" y="165984"/>
                </a:cubicBezTo>
                <a:lnTo>
                  <a:pt x="177001" y="165984"/>
                </a:lnTo>
                <a:lnTo>
                  <a:pt x="134828" y="123849"/>
                </a:lnTo>
                <a:cubicBezTo>
                  <a:pt x="132272" y="121296"/>
                  <a:pt x="132272" y="117465"/>
                  <a:pt x="134828" y="114912"/>
                </a:cubicBezTo>
                <a:cubicBezTo>
                  <a:pt x="134828" y="114912"/>
                  <a:pt x="134828" y="114912"/>
                  <a:pt x="134828" y="114912"/>
                </a:cubicBezTo>
                <a:cubicBezTo>
                  <a:pt x="137384" y="112358"/>
                  <a:pt x="141218" y="112358"/>
                  <a:pt x="143774" y="114912"/>
                </a:cubicBezTo>
                <a:lnTo>
                  <a:pt x="175084" y="146193"/>
                </a:lnTo>
                <a:lnTo>
                  <a:pt x="175084" y="55541"/>
                </a:lnTo>
                <a:cubicBezTo>
                  <a:pt x="175084" y="51710"/>
                  <a:pt x="177641" y="49157"/>
                  <a:pt x="181474" y="49157"/>
                </a:cubicBezTo>
                <a:cubicBezTo>
                  <a:pt x="185308" y="49157"/>
                  <a:pt x="187864" y="51710"/>
                  <a:pt x="187864" y="55541"/>
                </a:cubicBezTo>
                <a:lnTo>
                  <a:pt x="187864" y="145555"/>
                </a:lnTo>
                <a:lnTo>
                  <a:pt x="219175" y="114273"/>
                </a:lnTo>
                <a:cubicBezTo>
                  <a:pt x="221731" y="111720"/>
                  <a:pt x="225565" y="111720"/>
                  <a:pt x="228121" y="114273"/>
                </a:cubicBezTo>
                <a:cubicBezTo>
                  <a:pt x="230677" y="117465"/>
                  <a:pt x="230677" y="121296"/>
                  <a:pt x="228121" y="123849"/>
                </a:cubicBezTo>
                <a:cubicBezTo>
                  <a:pt x="228121" y="123849"/>
                  <a:pt x="228121" y="123849"/>
                  <a:pt x="228121" y="123849"/>
                </a:cubicBezTo>
                <a:lnTo>
                  <a:pt x="228121" y="123849"/>
                </a:lnTo>
                <a:close/>
              </a:path>
            </a:pathLst>
          </a:custGeom>
          <a:solidFill>
            <a:srgbClr val="00A3E0"/>
          </a:solidFill>
          <a:ln w="6390" cap="flat">
            <a:noFill/>
            <a:prstDash val="solid"/>
            <a:miter/>
          </a:ln>
        </p:spPr>
        <p:txBody>
          <a:bodyPr rtlCol="0" anchor="ctr"/>
          <a:lstStyle/>
          <a:p>
            <a:endParaRPr lang="en-US"/>
          </a:p>
        </p:txBody>
      </p:sp>
      <p:sp>
        <p:nvSpPr>
          <p:cNvPr id="521" name="Graphic 4">
            <a:extLst>
              <a:ext uri="{FF2B5EF4-FFF2-40B4-BE49-F238E27FC236}">
                <a16:creationId xmlns:a16="http://schemas.microsoft.com/office/drawing/2014/main" id="{B90E4260-7404-FD46-8C4A-7850145655D8}"/>
              </a:ext>
            </a:extLst>
          </p:cNvPr>
          <p:cNvSpPr/>
          <p:nvPr/>
        </p:nvSpPr>
        <p:spPr>
          <a:xfrm>
            <a:off x="905454" y="28557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161026 w 362309"/>
              <a:gd name="connsiteY6" fmla="*/ 255359 h 361971"/>
              <a:gd name="connsiteX7" fmla="*/ 154636 w 362309"/>
              <a:gd name="connsiteY7" fmla="*/ 261743 h 361971"/>
              <a:gd name="connsiteX8" fmla="*/ 148247 w 362309"/>
              <a:gd name="connsiteY8" fmla="*/ 255359 h 361971"/>
              <a:gd name="connsiteX9" fmla="*/ 148247 w 362309"/>
              <a:gd name="connsiteY9" fmla="*/ 222801 h 361971"/>
              <a:gd name="connsiteX10" fmla="*/ 92015 w 362309"/>
              <a:gd name="connsiteY10" fmla="*/ 278980 h 361971"/>
              <a:gd name="connsiteX11" fmla="*/ 83069 w 362309"/>
              <a:gd name="connsiteY11" fmla="*/ 278980 h 361971"/>
              <a:gd name="connsiteX12" fmla="*/ 83069 w 362309"/>
              <a:gd name="connsiteY12" fmla="*/ 278980 h 361971"/>
              <a:gd name="connsiteX13" fmla="*/ 83069 w 362309"/>
              <a:gd name="connsiteY13" fmla="*/ 270042 h 361971"/>
              <a:gd name="connsiteX14" fmla="*/ 83069 w 362309"/>
              <a:gd name="connsiteY14" fmla="*/ 270042 h 361971"/>
              <a:gd name="connsiteX15" fmla="*/ 139301 w 362309"/>
              <a:gd name="connsiteY15" fmla="*/ 213863 h 361971"/>
              <a:gd name="connsiteX16" fmla="*/ 106712 w 362309"/>
              <a:gd name="connsiteY16" fmla="*/ 213863 h 361971"/>
              <a:gd name="connsiteX17" fmla="*/ 100322 w 362309"/>
              <a:gd name="connsiteY17" fmla="*/ 207479 h 361971"/>
              <a:gd name="connsiteX18" fmla="*/ 106712 w 362309"/>
              <a:gd name="connsiteY18" fmla="*/ 201095 h 361971"/>
              <a:gd name="connsiteX19" fmla="*/ 155275 w 362309"/>
              <a:gd name="connsiteY19" fmla="*/ 201095 h 361971"/>
              <a:gd name="connsiteX20" fmla="*/ 157831 w 362309"/>
              <a:gd name="connsiteY20" fmla="*/ 201734 h 361971"/>
              <a:gd name="connsiteX21" fmla="*/ 158470 w 362309"/>
              <a:gd name="connsiteY21" fmla="*/ 201734 h 361971"/>
              <a:gd name="connsiteX22" fmla="*/ 159748 w 362309"/>
              <a:gd name="connsiteY22" fmla="*/ 202372 h 361971"/>
              <a:gd name="connsiteX23" fmla="*/ 160387 w 362309"/>
              <a:gd name="connsiteY23" fmla="*/ 203011 h 361971"/>
              <a:gd name="connsiteX24" fmla="*/ 161665 w 362309"/>
              <a:gd name="connsiteY24" fmla="*/ 204926 h 361971"/>
              <a:gd name="connsiteX25" fmla="*/ 161665 w 362309"/>
              <a:gd name="connsiteY25" fmla="*/ 204926 h 361971"/>
              <a:gd name="connsiteX26" fmla="*/ 161665 w 362309"/>
              <a:gd name="connsiteY26" fmla="*/ 204926 h 361971"/>
              <a:gd name="connsiteX27" fmla="*/ 162304 w 362309"/>
              <a:gd name="connsiteY27" fmla="*/ 207479 h 361971"/>
              <a:gd name="connsiteX28" fmla="*/ 161026 w 362309"/>
              <a:gd name="connsiteY28" fmla="*/ 255359 h 361971"/>
              <a:gd name="connsiteX29" fmla="*/ 161026 w 362309"/>
              <a:gd name="connsiteY29" fmla="*/ 255359 h 361971"/>
              <a:gd name="connsiteX30" fmla="*/ 161026 w 362309"/>
              <a:gd name="connsiteY30" fmla="*/ 155131 h 361971"/>
              <a:gd name="connsiteX31" fmla="*/ 160387 w 362309"/>
              <a:gd name="connsiteY31" fmla="*/ 157684 h 361971"/>
              <a:gd name="connsiteX32" fmla="*/ 160387 w 362309"/>
              <a:gd name="connsiteY32" fmla="*/ 158323 h 361971"/>
              <a:gd name="connsiteX33" fmla="*/ 159748 w 362309"/>
              <a:gd name="connsiteY33" fmla="*/ 159600 h 361971"/>
              <a:gd name="connsiteX34" fmla="*/ 159110 w 362309"/>
              <a:gd name="connsiteY34" fmla="*/ 160238 h 361971"/>
              <a:gd name="connsiteX35" fmla="*/ 157192 w 362309"/>
              <a:gd name="connsiteY35" fmla="*/ 161515 h 361971"/>
              <a:gd name="connsiteX36" fmla="*/ 157192 w 362309"/>
              <a:gd name="connsiteY36" fmla="*/ 161515 h 361971"/>
              <a:gd name="connsiteX37" fmla="*/ 157192 w 362309"/>
              <a:gd name="connsiteY37" fmla="*/ 161515 h 361971"/>
              <a:gd name="connsiteX38" fmla="*/ 154636 w 362309"/>
              <a:gd name="connsiteY38" fmla="*/ 162153 h 361971"/>
              <a:gd name="connsiteX39" fmla="*/ 106712 w 362309"/>
              <a:gd name="connsiteY39" fmla="*/ 162153 h 361971"/>
              <a:gd name="connsiteX40" fmla="*/ 100322 w 362309"/>
              <a:gd name="connsiteY40" fmla="*/ 155769 h 361971"/>
              <a:gd name="connsiteX41" fmla="*/ 106712 w 362309"/>
              <a:gd name="connsiteY41" fmla="*/ 149385 h 361971"/>
              <a:gd name="connsiteX42" fmla="*/ 139301 w 362309"/>
              <a:gd name="connsiteY42" fmla="*/ 149385 h 361971"/>
              <a:gd name="connsiteX43" fmla="*/ 83069 w 362309"/>
              <a:gd name="connsiteY43" fmla="*/ 93206 h 361971"/>
              <a:gd name="connsiteX44" fmla="*/ 83069 w 362309"/>
              <a:gd name="connsiteY44" fmla="*/ 84268 h 361971"/>
              <a:gd name="connsiteX45" fmla="*/ 92015 w 362309"/>
              <a:gd name="connsiteY45" fmla="*/ 84268 h 361971"/>
              <a:gd name="connsiteX46" fmla="*/ 92015 w 362309"/>
              <a:gd name="connsiteY46" fmla="*/ 84268 h 361971"/>
              <a:gd name="connsiteX47" fmla="*/ 148247 w 362309"/>
              <a:gd name="connsiteY47" fmla="*/ 140448 h 361971"/>
              <a:gd name="connsiteX48" fmla="*/ 148247 w 362309"/>
              <a:gd name="connsiteY48" fmla="*/ 107889 h 361971"/>
              <a:gd name="connsiteX49" fmla="*/ 154636 w 362309"/>
              <a:gd name="connsiteY49" fmla="*/ 101505 h 361971"/>
              <a:gd name="connsiteX50" fmla="*/ 161026 w 362309"/>
              <a:gd name="connsiteY50" fmla="*/ 107889 h 361971"/>
              <a:gd name="connsiteX51" fmla="*/ 161026 w 362309"/>
              <a:gd name="connsiteY51" fmla="*/ 155131 h 361971"/>
              <a:gd name="connsiteX52" fmla="*/ 278601 w 362309"/>
              <a:gd name="connsiteY52" fmla="*/ 278980 h 361971"/>
              <a:gd name="connsiteX53" fmla="*/ 274128 w 362309"/>
              <a:gd name="connsiteY53" fmla="*/ 280895 h 361971"/>
              <a:gd name="connsiteX54" fmla="*/ 269655 w 362309"/>
              <a:gd name="connsiteY54" fmla="*/ 278980 h 361971"/>
              <a:gd name="connsiteX55" fmla="*/ 213424 w 362309"/>
              <a:gd name="connsiteY55" fmla="*/ 222801 h 361971"/>
              <a:gd name="connsiteX56" fmla="*/ 213424 w 362309"/>
              <a:gd name="connsiteY56" fmla="*/ 255359 h 361971"/>
              <a:gd name="connsiteX57" fmla="*/ 207034 w 362309"/>
              <a:gd name="connsiteY57" fmla="*/ 261743 h 361971"/>
              <a:gd name="connsiteX58" fmla="*/ 200644 w 362309"/>
              <a:gd name="connsiteY58" fmla="*/ 255359 h 361971"/>
              <a:gd name="connsiteX59" fmla="*/ 200644 w 362309"/>
              <a:gd name="connsiteY59" fmla="*/ 206841 h 361971"/>
              <a:gd name="connsiteX60" fmla="*/ 201283 w 362309"/>
              <a:gd name="connsiteY60" fmla="*/ 204287 h 361971"/>
              <a:gd name="connsiteX61" fmla="*/ 201283 w 362309"/>
              <a:gd name="connsiteY61" fmla="*/ 204287 h 361971"/>
              <a:gd name="connsiteX62" fmla="*/ 201283 w 362309"/>
              <a:gd name="connsiteY62" fmla="*/ 204287 h 361971"/>
              <a:gd name="connsiteX63" fmla="*/ 202561 w 362309"/>
              <a:gd name="connsiteY63" fmla="*/ 202372 h 361971"/>
              <a:gd name="connsiteX64" fmla="*/ 203200 w 362309"/>
              <a:gd name="connsiteY64" fmla="*/ 201734 h 361971"/>
              <a:gd name="connsiteX65" fmla="*/ 204478 w 362309"/>
              <a:gd name="connsiteY65" fmla="*/ 201095 h 361971"/>
              <a:gd name="connsiteX66" fmla="*/ 205117 w 362309"/>
              <a:gd name="connsiteY66" fmla="*/ 201095 h 361971"/>
              <a:gd name="connsiteX67" fmla="*/ 207034 w 362309"/>
              <a:gd name="connsiteY67" fmla="*/ 200457 h 361971"/>
              <a:gd name="connsiteX68" fmla="*/ 254959 w 362309"/>
              <a:gd name="connsiteY68" fmla="*/ 200457 h 361971"/>
              <a:gd name="connsiteX69" fmla="*/ 261348 w 362309"/>
              <a:gd name="connsiteY69" fmla="*/ 206841 h 361971"/>
              <a:gd name="connsiteX70" fmla="*/ 254959 w 362309"/>
              <a:gd name="connsiteY70" fmla="*/ 213225 h 361971"/>
              <a:gd name="connsiteX71" fmla="*/ 222370 w 362309"/>
              <a:gd name="connsiteY71" fmla="*/ 213225 h 361971"/>
              <a:gd name="connsiteX72" fmla="*/ 278601 w 362309"/>
              <a:gd name="connsiteY72" fmla="*/ 269404 h 361971"/>
              <a:gd name="connsiteX73" fmla="*/ 278601 w 362309"/>
              <a:gd name="connsiteY73" fmla="*/ 278980 h 361971"/>
              <a:gd name="connsiteX74" fmla="*/ 278601 w 362309"/>
              <a:gd name="connsiteY74" fmla="*/ 278980 h 361971"/>
              <a:gd name="connsiteX75" fmla="*/ 278601 w 362309"/>
              <a:gd name="connsiteY75" fmla="*/ 91929 h 361971"/>
              <a:gd name="connsiteX76" fmla="*/ 222370 w 362309"/>
              <a:gd name="connsiteY76" fmla="*/ 148108 h 361971"/>
              <a:gd name="connsiteX77" fmla="*/ 254959 w 362309"/>
              <a:gd name="connsiteY77" fmla="*/ 148108 h 361971"/>
              <a:gd name="connsiteX78" fmla="*/ 261348 w 362309"/>
              <a:gd name="connsiteY78" fmla="*/ 154492 h 361971"/>
              <a:gd name="connsiteX79" fmla="*/ 254959 w 362309"/>
              <a:gd name="connsiteY79" fmla="*/ 160876 h 361971"/>
              <a:gd name="connsiteX80" fmla="*/ 207034 w 362309"/>
              <a:gd name="connsiteY80" fmla="*/ 160876 h 361971"/>
              <a:gd name="connsiteX81" fmla="*/ 204478 w 362309"/>
              <a:gd name="connsiteY81" fmla="*/ 160238 h 361971"/>
              <a:gd name="connsiteX82" fmla="*/ 204478 w 362309"/>
              <a:gd name="connsiteY82" fmla="*/ 160238 h 361971"/>
              <a:gd name="connsiteX83" fmla="*/ 204478 w 362309"/>
              <a:gd name="connsiteY83" fmla="*/ 160238 h 361971"/>
              <a:gd name="connsiteX84" fmla="*/ 202561 w 362309"/>
              <a:gd name="connsiteY84" fmla="*/ 158961 h 361971"/>
              <a:gd name="connsiteX85" fmla="*/ 201922 w 362309"/>
              <a:gd name="connsiteY85" fmla="*/ 158323 h 361971"/>
              <a:gd name="connsiteX86" fmla="*/ 201283 w 362309"/>
              <a:gd name="connsiteY86" fmla="*/ 157046 h 361971"/>
              <a:gd name="connsiteX87" fmla="*/ 201283 w 362309"/>
              <a:gd name="connsiteY87" fmla="*/ 156408 h 361971"/>
              <a:gd name="connsiteX88" fmla="*/ 200644 w 362309"/>
              <a:gd name="connsiteY88" fmla="*/ 153854 h 361971"/>
              <a:gd name="connsiteX89" fmla="*/ 200644 w 362309"/>
              <a:gd name="connsiteY89" fmla="*/ 105974 h 361971"/>
              <a:gd name="connsiteX90" fmla="*/ 207034 w 362309"/>
              <a:gd name="connsiteY90" fmla="*/ 99590 h 361971"/>
              <a:gd name="connsiteX91" fmla="*/ 213424 w 362309"/>
              <a:gd name="connsiteY91" fmla="*/ 105974 h 361971"/>
              <a:gd name="connsiteX92" fmla="*/ 213424 w 362309"/>
              <a:gd name="connsiteY92" fmla="*/ 138532 h 361971"/>
              <a:gd name="connsiteX93" fmla="*/ 269655 w 362309"/>
              <a:gd name="connsiteY93" fmla="*/ 82353 h 361971"/>
              <a:gd name="connsiteX94" fmla="*/ 278601 w 362309"/>
              <a:gd name="connsiteY94" fmla="*/ 82353 h 361971"/>
              <a:gd name="connsiteX95" fmla="*/ 278601 w 362309"/>
              <a:gd name="connsiteY95" fmla="*/ 82353 h 361971"/>
              <a:gd name="connsiteX96" fmla="*/ 278601 w 362309"/>
              <a:gd name="connsiteY96" fmla="*/ 91929 h 361971"/>
              <a:gd name="connsiteX97" fmla="*/ 278601 w 362309"/>
              <a:gd name="connsiteY97" fmla="*/ 9192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362309" h="361971">
                <a:moveTo>
                  <a:pt x="180835" y="0"/>
                </a:moveTo>
                <a:cubicBezTo>
                  <a:pt x="80513" y="0"/>
                  <a:pt x="0" y="81076"/>
                  <a:pt x="0" y="181305"/>
                </a:cubicBezTo>
                <a:cubicBezTo>
                  <a:pt x="0" y="281533"/>
                  <a:pt x="81152" y="361972"/>
                  <a:pt x="181474" y="361972"/>
                </a:cubicBezTo>
                <a:cubicBezTo>
                  <a:pt x="281157" y="361972"/>
                  <a:pt x="362309" y="280895"/>
                  <a:pt x="362309" y="180667"/>
                </a:cubicBezTo>
                <a:cubicBezTo>
                  <a:pt x="362309" y="80438"/>
                  <a:pt x="281157" y="0"/>
                  <a:pt x="180835" y="0"/>
                </a:cubicBezTo>
                <a:cubicBezTo>
                  <a:pt x="180835" y="0"/>
                  <a:pt x="180835" y="0"/>
                  <a:pt x="180835" y="0"/>
                </a:cubicBezTo>
                <a:close/>
                <a:moveTo>
                  <a:pt x="161026" y="255359"/>
                </a:moveTo>
                <a:cubicBezTo>
                  <a:pt x="161026" y="259190"/>
                  <a:pt x="158470" y="261743"/>
                  <a:pt x="154636" y="261743"/>
                </a:cubicBezTo>
                <a:cubicBezTo>
                  <a:pt x="150803" y="261743"/>
                  <a:pt x="148247" y="259190"/>
                  <a:pt x="148247" y="255359"/>
                </a:cubicBezTo>
                <a:lnTo>
                  <a:pt x="148247" y="222801"/>
                </a:lnTo>
                <a:lnTo>
                  <a:pt x="92015" y="278980"/>
                </a:lnTo>
                <a:cubicBezTo>
                  <a:pt x="89459" y="281533"/>
                  <a:pt x="85625" y="281533"/>
                  <a:pt x="83069" y="278980"/>
                </a:cubicBezTo>
                <a:cubicBezTo>
                  <a:pt x="83069" y="278980"/>
                  <a:pt x="83069" y="278980"/>
                  <a:pt x="83069" y="278980"/>
                </a:cubicBezTo>
                <a:cubicBezTo>
                  <a:pt x="80513" y="276426"/>
                  <a:pt x="80513" y="272596"/>
                  <a:pt x="83069" y="270042"/>
                </a:cubicBezTo>
                <a:cubicBezTo>
                  <a:pt x="83069" y="270042"/>
                  <a:pt x="83069" y="270042"/>
                  <a:pt x="83069" y="270042"/>
                </a:cubicBezTo>
                <a:lnTo>
                  <a:pt x="139301" y="213863"/>
                </a:lnTo>
                <a:lnTo>
                  <a:pt x="106712" y="213863"/>
                </a:lnTo>
                <a:cubicBezTo>
                  <a:pt x="102878" y="213863"/>
                  <a:pt x="100322" y="211310"/>
                  <a:pt x="100322" y="207479"/>
                </a:cubicBezTo>
                <a:cubicBezTo>
                  <a:pt x="100322" y="203649"/>
                  <a:pt x="102878" y="201095"/>
                  <a:pt x="106712" y="201095"/>
                </a:cubicBezTo>
                <a:lnTo>
                  <a:pt x="155275" y="201095"/>
                </a:lnTo>
                <a:cubicBezTo>
                  <a:pt x="155915" y="201095"/>
                  <a:pt x="156553" y="201095"/>
                  <a:pt x="157831" y="201734"/>
                </a:cubicBezTo>
                <a:lnTo>
                  <a:pt x="158470" y="201734"/>
                </a:lnTo>
                <a:cubicBezTo>
                  <a:pt x="159110" y="201734"/>
                  <a:pt x="159110" y="202372"/>
                  <a:pt x="159748" y="202372"/>
                </a:cubicBezTo>
                <a:lnTo>
                  <a:pt x="160387" y="203011"/>
                </a:lnTo>
                <a:cubicBezTo>
                  <a:pt x="161026" y="203649"/>
                  <a:pt x="161026" y="204287"/>
                  <a:pt x="161665" y="204926"/>
                </a:cubicBezTo>
                <a:lnTo>
                  <a:pt x="161665" y="204926"/>
                </a:lnTo>
                <a:lnTo>
                  <a:pt x="161665" y="204926"/>
                </a:lnTo>
                <a:cubicBezTo>
                  <a:pt x="161665" y="205564"/>
                  <a:pt x="162304" y="206203"/>
                  <a:pt x="162304" y="207479"/>
                </a:cubicBezTo>
                <a:lnTo>
                  <a:pt x="161026" y="255359"/>
                </a:lnTo>
                <a:lnTo>
                  <a:pt x="161026" y="255359"/>
                </a:lnTo>
                <a:close/>
                <a:moveTo>
                  <a:pt x="161026" y="155131"/>
                </a:moveTo>
                <a:cubicBezTo>
                  <a:pt x="161026" y="155769"/>
                  <a:pt x="161026" y="156408"/>
                  <a:pt x="160387" y="157684"/>
                </a:cubicBezTo>
                <a:lnTo>
                  <a:pt x="160387" y="158323"/>
                </a:lnTo>
                <a:cubicBezTo>
                  <a:pt x="160387" y="158961"/>
                  <a:pt x="159748" y="158961"/>
                  <a:pt x="159748" y="159600"/>
                </a:cubicBezTo>
                <a:lnTo>
                  <a:pt x="159110" y="160238"/>
                </a:lnTo>
                <a:cubicBezTo>
                  <a:pt x="158470" y="160876"/>
                  <a:pt x="157831" y="160876"/>
                  <a:pt x="157192" y="161515"/>
                </a:cubicBezTo>
                <a:lnTo>
                  <a:pt x="157192" y="161515"/>
                </a:lnTo>
                <a:lnTo>
                  <a:pt x="157192" y="161515"/>
                </a:lnTo>
                <a:cubicBezTo>
                  <a:pt x="156553" y="161515"/>
                  <a:pt x="155915" y="162153"/>
                  <a:pt x="154636" y="162153"/>
                </a:cubicBezTo>
                <a:lnTo>
                  <a:pt x="106712" y="162153"/>
                </a:lnTo>
                <a:cubicBezTo>
                  <a:pt x="102878" y="162153"/>
                  <a:pt x="100322" y="159600"/>
                  <a:pt x="100322" y="155769"/>
                </a:cubicBezTo>
                <a:cubicBezTo>
                  <a:pt x="100322" y="151939"/>
                  <a:pt x="102878" y="149385"/>
                  <a:pt x="106712" y="149385"/>
                </a:cubicBezTo>
                <a:lnTo>
                  <a:pt x="139301" y="149385"/>
                </a:lnTo>
                <a:lnTo>
                  <a:pt x="83069" y="93206"/>
                </a:lnTo>
                <a:cubicBezTo>
                  <a:pt x="80513" y="90652"/>
                  <a:pt x="80513" y="86822"/>
                  <a:pt x="83069" y="84268"/>
                </a:cubicBezTo>
                <a:cubicBezTo>
                  <a:pt x="85625" y="81715"/>
                  <a:pt x="89459" y="81715"/>
                  <a:pt x="92015" y="84268"/>
                </a:cubicBezTo>
                <a:cubicBezTo>
                  <a:pt x="92015" y="84268"/>
                  <a:pt x="92015" y="84268"/>
                  <a:pt x="92015" y="84268"/>
                </a:cubicBezTo>
                <a:lnTo>
                  <a:pt x="148247" y="140448"/>
                </a:lnTo>
                <a:lnTo>
                  <a:pt x="148247" y="107889"/>
                </a:lnTo>
                <a:cubicBezTo>
                  <a:pt x="148247" y="104059"/>
                  <a:pt x="150803" y="101505"/>
                  <a:pt x="154636" y="101505"/>
                </a:cubicBezTo>
                <a:cubicBezTo>
                  <a:pt x="158470" y="101505"/>
                  <a:pt x="161026" y="104059"/>
                  <a:pt x="161026" y="107889"/>
                </a:cubicBezTo>
                <a:lnTo>
                  <a:pt x="161026" y="155131"/>
                </a:lnTo>
                <a:close/>
                <a:moveTo>
                  <a:pt x="278601" y="278980"/>
                </a:moveTo>
                <a:cubicBezTo>
                  <a:pt x="277323" y="280257"/>
                  <a:pt x="276045" y="280895"/>
                  <a:pt x="274128" y="280895"/>
                </a:cubicBezTo>
                <a:cubicBezTo>
                  <a:pt x="272211" y="280895"/>
                  <a:pt x="270933" y="280257"/>
                  <a:pt x="269655" y="278980"/>
                </a:cubicBezTo>
                <a:lnTo>
                  <a:pt x="213424" y="222801"/>
                </a:lnTo>
                <a:lnTo>
                  <a:pt x="213424" y="255359"/>
                </a:lnTo>
                <a:cubicBezTo>
                  <a:pt x="213424" y="259190"/>
                  <a:pt x="210868" y="261743"/>
                  <a:pt x="207034" y="261743"/>
                </a:cubicBezTo>
                <a:cubicBezTo>
                  <a:pt x="203200" y="261743"/>
                  <a:pt x="200644" y="259190"/>
                  <a:pt x="200644" y="255359"/>
                </a:cubicBezTo>
                <a:lnTo>
                  <a:pt x="200644" y="206841"/>
                </a:lnTo>
                <a:cubicBezTo>
                  <a:pt x="200644" y="206203"/>
                  <a:pt x="200644" y="205564"/>
                  <a:pt x="201283" y="204287"/>
                </a:cubicBezTo>
                <a:lnTo>
                  <a:pt x="201283" y="204287"/>
                </a:lnTo>
                <a:lnTo>
                  <a:pt x="201283" y="204287"/>
                </a:lnTo>
                <a:cubicBezTo>
                  <a:pt x="201283" y="203649"/>
                  <a:pt x="201922" y="203011"/>
                  <a:pt x="202561" y="202372"/>
                </a:cubicBezTo>
                <a:cubicBezTo>
                  <a:pt x="202561" y="202372"/>
                  <a:pt x="202561" y="202372"/>
                  <a:pt x="203200" y="201734"/>
                </a:cubicBezTo>
                <a:cubicBezTo>
                  <a:pt x="203839" y="201095"/>
                  <a:pt x="203839" y="201095"/>
                  <a:pt x="204478" y="201095"/>
                </a:cubicBezTo>
                <a:lnTo>
                  <a:pt x="205117" y="201095"/>
                </a:lnTo>
                <a:cubicBezTo>
                  <a:pt x="205756" y="201095"/>
                  <a:pt x="206395" y="200457"/>
                  <a:pt x="207034" y="200457"/>
                </a:cubicBezTo>
                <a:lnTo>
                  <a:pt x="254959" y="200457"/>
                </a:lnTo>
                <a:cubicBezTo>
                  <a:pt x="258792" y="200457"/>
                  <a:pt x="261348" y="203011"/>
                  <a:pt x="261348" y="206841"/>
                </a:cubicBezTo>
                <a:cubicBezTo>
                  <a:pt x="261348" y="210671"/>
                  <a:pt x="258792" y="213225"/>
                  <a:pt x="254959" y="213225"/>
                </a:cubicBezTo>
                <a:lnTo>
                  <a:pt x="222370" y="213225"/>
                </a:lnTo>
                <a:lnTo>
                  <a:pt x="278601" y="269404"/>
                </a:lnTo>
                <a:cubicBezTo>
                  <a:pt x="281157" y="272596"/>
                  <a:pt x="281157" y="276426"/>
                  <a:pt x="278601" y="278980"/>
                </a:cubicBezTo>
                <a:lnTo>
                  <a:pt x="278601" y="278980"/>
                </a:lnTo>
                <a:close/>
                <a:moveTo>
                  <a:pt x="278601" y="91929"/>
                </a:moveTo>
                <a:lnTo>
                  <a:pt x="222370" y="148108"/>
                </a:lnTo>
                <a:lnTo>
                  <a:pt x="254959" y="148108"/>
                </a:lnTo>
                <a:cubicBezTo>
                  <a:pt x="258792" y="148108"/>
                  <a:pt x="261348" y="150662"/>
                  <a:pt x="261348" y="154492"/>
                </a:cubicBezTo>
                <a:cubicBezTo>
                  <a:pt x="261348" y="158323"/>
                  <a:pt x="258792" y="160876"/>
                  <a:pt x="254959" y="160876"/>
                </a:cubicBezTo>
                <a:lnTo>
                  <a:pt x="207034" y="160876"/>
                </a:lnTo>
                <a:cubicBezTo>
                  <a:pt x="206395" y="160876"/>
                  <a:pt x="205117" y="160876"/>
                  <a:pt x="204478" y="160238"/>
                </a:cubicBezTo>
                <a:lnTo>
                  <a:pt x="204478" y="160238"/>
                </a:lnTo>
                <a:lnTo>
                  <a:pt x="204478" y="160238"/>
                </a:lnTo>
                <a:cubicBezTo>
                  <a:pt x="203839" y="160238"/>
                  <a:pt x="203200" y="159600"/>
                  <a:pt x="202561" y="158961"/>
                </a:cubicBezTo>
                <a:lnTo>
                  <a:pt x="201922" y="158323"/>
                </a:lnTo>
                <a:cubicBezTo>
                  <a:pt x="201283" y="157684"/>
                  <a:pt x="201283" y="157684"/>
                  <a:pt x="201283" y="157046"/>
                </a:cubicBezTo>
                <a:cubicBezTo>
                  <a:pt x="201283" y="157046"/>
                  <a:pt x="201283" y="156408"/>
                  <a:pt x="201283" y="156408"/>
                </a:cubicBezTo>
                <a:cubicBezTo>
                  <a:pt x="200644" y="155769"/>
                  <a:pt x="200644" y="155131"/>
                  <a:pt x="200644" y="153854"/>
                </a:cubicBezTo>
                <a:lnTo>
                  <a:pt x="200644" y="105974"/>
                </a:lnTo>
                <a:cubicBezTo>
                  <a:pt x="200644" y="102144"/>
                  <a:pt x="203200" y="99590"/>
                  <a:pt x="207034" y="99590"/>
                </a:cubicBezTo>
                <a:cubicBezTo>
                  <a:pt x="210868" y="99590"/>
                  <a:pt x="213424" y="102144"/>
                  <a:pt x="213424" y="105974"/>
                </a:cubicBezTo>
                <a:lnTo>
                  <a:pt x="213424" y="138532"/>
                </a:lnTo>
                <a:lnTo>
                  <a:pt x="269655" y="82353"/>
                </a:lnTo>
                <a:cubicBezTo>
                  <a:pt x="272211" y="79800"/>
                  <a:pt x="276045" y="79800"/>
                  <a:pt x="278601" y="82353"/>
                </a:cubicBezTo>
                <a:cubicBezTo>
                  <a:pt x="278601" y="82353"/>
                  <a:pt x="278601" y="82353"/>
                  <a:pt x="278601" y="82353"/>
                </a:cubicBezTo>
                <a:cubicBezTo>
                  <a:pt x="281796" y="85545"/>
                  <a:pt x="281157" y="89376"/>
                  <a:pt x="278601" y="91929"/>
                </a:cubicBezTo>
                <a:lnTo>
                  <a:pt x="278601" y="91929"/>
                </a:lnTo>
                <a:close/>
              </a:path>
            </a:pathLst>
          </a:custGeom>
          <a:solidFill>
            <a:srgbClr val="00A3E0"/>
          </a:solidFill>
          <a:ln w="6390" cap="flat">
            <a:noFill/>
            <a:prstDash val="solid"/>
            <a:miter/>
          </a:ln>
        </p:spPr>
        <p:txBody>
          <a:bodyPr rtlCol="0" anchor="ctr"/>
          <a:lstStyle/>
          <a:p>
            <a:endParaRPr lang="en-US"/>
          </a:p>
        </p:txBody>
      </p:sp>
      <p:sp>
        <p:nvSpPr>
          <p:cNvPr id="523" name="Graphic 4">
            <a:extLst>
              <a:ext uri="{FF2B5EF4-FFF2-40B4-BE49-F238E27FC236}">
                <a16:creationId xmlns:a16="http://schemas.microsoft.com/office/drawing/2014/main" id="{344D1C89-4B34-7C44-87B6-746EA8E44892}"/>
              </a:ext>
            </a:extLst>
          </p:cNvPr>
          <p:cNvSpPr/>
          <p:nvPr/>
        </p:nvSpPr>
        <p:spPr>
          <a:xfrm>
            <a:off x="7191874" y="2855717"/>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95215 w 362312"/>
              <a:gd name="connsiteY6" fmla="*/ 231738 h 361971"/>
              <a:gd name="connsiteX7" fmla="*/ 263905 w 362312"/>
              <a:gd name="connsiteY7" fmla="*/ 263020 h 361971"/>
              <a:gd name="connsiteX8" fmla="*/ 259431 w 362312"/>
              <a:gd name="connsiteY8" fmla="*/ 264935 h 361971"/>
              <a:gd name="connsiteX9" fmla="*/ 254959 w 362312"/>
              <a:gd name="connsiteY9" fmla="*/ 263020 h 361971"/>
              <a:gd name="connsiteX10" fmla="*/ 254959 w 362312"/>
              <a:gd name="connsiteY10" fmla="*/ 254082 h 361971"/>
              <a:gd name="connsiteX11" fmla="*/ 275406 w 362312"/>
              <a:gd name="connsiteY11" fmla="*/ 233654 h 361971"/>
              <a:gd name="connsiteX12" fmla="*/ 72845 w 362312"/>
              <a:gd name="connsiteY12" fmla="*/ 233654 h 361971"/>
              <a:gd name="connsiteX13" fmla="*/ 66456 w 362312"/>
              <a:gd name="connsiteY13" fmla="*/ 227270 h 361971"/>
              <a:gd name="connsiteX14" fmla="*/ 72845 w 362312"/>
              <a:gd name="connsiteY14" fmla="*/ 220886 h 361971"/>
              <a:gd name="connsiteX15" fmla="*/ 275406 w 362312"/>
              <a:gd name="connsiteY15" fmla="*/ 220886 h 361971"/>
              <a:gd name="connsiteX16" fmla="*/ 254959 w 362312"/>
              <a:gd name="connsiteY16" fmla="*/ 200457 h 361971"/>
              <a:gd name="connsiteX17" fmla="*/ 254959 w 362312"/>
              <a:gd name="connsiteY17" fmla="*/ 191519 h 361971"/>
              <a:gd name="connsiteX18" fmla="*/ 263905 w 362312"/>
              <a:gd name="connsiteY18" fmla="*/ 191519 h 361971"/>
              <a:gd name="connsiteX19" fmla="*/ 295215 w 362312"/>
              <a:gd name="connsiteY19" fmla="*/ 222801 h 361971"/>
              <a:gd name="connsiteX20" fmla="*/ 295215 w 362312"/>
              <a:gd name="connsiteY20" fmla="*/ 231738 h 361971"/>
              <a:gd name="connsiteX21" fmla="*/ 295215 w 362312"/>
              <a:gd name="connsiteY21" fmla="*/ 231738 h 361971"/>
              <a:gd name="connsiteX22" fmla="*/ 290742 w 362312"/>
              <a:gd name="connsiteY22" fmla="*/ 140448 h 361971"/>
              <a:gd name="connsiteX23" fmla="*/ 88181 w 362312"/>
              <a:gd name="connsiteY23" fmla="*/ 140448 h 361971"/>
              <a:gd name="connsiteX24" fmla="*/ 108629 w 362312"/>
              <a:gd name="connsiteY24" fmla="*/ 160876 h 361971"/>
              <a:gd name="connsiteX25" fmla="*/ 108629 w 362312"/>
              <a:gd name="connsiteY25" fmla="*/ 169814 h 361971"/>
              <a:gd name="connsiteX26" fmla="*/ 99683 w 362312"/>
              <a:gd name="connsiteY26" fmla="*/ 169814 h 361971"/>
              <a:gd name="connsiteX27" fmla="*/ 99683 w 362312"/>
              <a:gd name="connsiteY27" fmla="*/ 169814 h 361971"/>
              <a:gd name="connsiteX28" fmla="*/ 68372 w 362312"/>
              <a:gd name="connsiteY28" fmla="*/ 138532 h 361971"/>
              <a:gd name="connsiteX29" fmla="*/ 67094 w 362312"/>
              <a:gd name="connsiteY29" fmla="*/ 136617 h 361971"/>
              <a:gd name="connsiteX30" fmla="*/ 67094 w 362312"/>
              <a:gd name="connsiteY30" fmla="*/ 131510 h 361971"/>
              <a:gd name="connsiteX31" fmla="*/ 68372 w 362312"/>
              <a:gd name="connsiteY31" fmla="*/ 129595 h 361971"/>
              <a:gd name="connsiteX32" fmla="*/ 99683 w 362312"/>
              <a:gd name="connsiteY32" fmla="*/ 98313 h 361971"/>
              <a:gd name="connsiteX33" fmla="*/ 108629 w 362312"/>
              <a:gd name="connsiteY33" fmla="*/ 98313 h 361971"/>
              <a:gd name="connsiteX34" fmla="*/ 108629 w 362312"/>
              <a:gd name="connsiteY34" fmla="*/ 107251 h 361971"/>
              <a:gd name="connsiteX35" fmla="*/ 88181 w 362312"/>
              <a:gd name="connsiteY35" fmla="*/ 127680 h 361971"/>
              <a:gd name="connsiteX36" fmla="*/ 290742 w 362312"/>
              <a:gd name="connsiteY36" fmla="*/ 127680 h 361971"/>
              <a:gd name="connsiteX37" fmla="*/ 297132 w 362312"/>
              <a:gd name="connsiteY37" fmla="*/ 134064 h 361971"/>
              <a:gd name="connsiteX38" fmla="*/ 290742 w 362312"/>
              <a:gd name="connsiteY38" fmla="*/ 140448 h 361971"/>
              <a:gd name="connsiteX39" fmla="*/ 290742 w 362312"/>
              <a:gd name="connsiteY39" fmla="*/ 14044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2312" h="361971">
                <a:moveTo>
                  <a:pt x="181474" y="0"/>
                </a:moveTo>
                <a:cubicBezTo>
                  <a:pt x="81152" y="0"/>
                  <a:pt x="0" y="81076"/>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6"/>
                  <a:pt x="281796" y="0"/>
                  <a:pt x="181474" y="0"/>
                </a:cubicBezTo>
                <a:close/>
                <a:moveTo>
                  <a:pt x="295215" y="231738"/>
                </a:moveTo>
                <a:lnTo>
                  <a:pt x="263905" y="263020"/>
                </a:lnTo>
                <a:cubicBezTo>
                  <a:pt x="262626" y="264297"/>
                  <a:pt x="261349" y="264935"/>
                  <a:pt x="259431" y="264935"/>
                </a:cubicBezTo>
                <a:cubicBezTo>
                  <a:pt x="257515" y="264935"/>
                  <a:pt x="256236" y="264297"/>
                  <a:pt x="254959" y="263020"/>
                </a:cubicBezTo>
                <a:cubicBezTo>
                  <a:pt x="252403" y="260466"/>
                  <a:pt x="252403" y="256636"/>
                  <a:pt x="254959" y="254082"/>
                </a:cubicBezTo>
                <a:lnTo>
                  <a:pt x="275406" y="233654"/>
                </a:lnTo>
                <a:lnTo>
                  <a:pt x="72845" y="233654"/>
                </a:lnTo>
                <a:cubicBezTo>
                  <a:pt x="69012" y="233654"/>
                  <a:pt x="66456" y="231100"/>
                  <a:pt x="66456" y="227270"/>
                </a:cubicBezTo>
                <a:cubicBezTo>
                  <a:pt x="66456" y="223439"/>
                  <a:pt x="69012" y="220886"/>
                  <a:pt x="72845" y="220886"/>
                </a:cubicBezTo>
                <a:lnTo>
                  <a:pt x="275406" y="220886"/>
                </a:lnTo>
                <a:lnTo>
                  <a:pt x="254959" y="200457"/>
                </a:lnTo>
                <a:cubicBezTo>
                  <a:pt x="252403" y="197903"/>
                  <a:pt x="252403" y="194073"/>
                  <a:pt x="254959" y="191519"/>
                </a:cubicBezTo>
                <a:cubicBezTo>
                  <a:pt x="257515" y="188966"/>
                  <a:pt x="261349" y="188966"/>
                  <a:pt x="263905" y="191519"/>
                </a:cubicBezTo>
                <a:lnTo>
                  <a:pt x="295215" y="222801"/>
                </a:lnTo>
                <a:cubicBezTo>
                  <a:pt x="297771" y="225355"/>
                  <a:pt x="297771" y="229185"/>
                  <a:pt x="295215" y="231738"/>
                </a:cubicBezTo>
                <a:lnTo>
                  <a:pt x="295215" y="231738"/>
                </a:lnTo>
                <a:close/>
                <a:moveTo>
                  <a:pt x="290742" y="140448"/>
                </a:moveTo>
                <a:lnTo>
                  <a:pt x="88181" y="140448"/>
                </a:lnTo>
                <a:lnTo>
                  <a:pt x="108629" y="160876"/>
                </a:lnTo>
                <a:cubicBezTo>
                  <a:pt x="111185" y="163430"/>
                  <a:pt x="111185" y="167260"/>
                  <a:pt x="108629" y="169814"/>
                </a:cubicBezTo>
                <a:cubicBezTo>
                  <a:pt x="106073" y="172368"/>
                  <a:pt x="102239" y="172368"/>
                  <a:pt x="99683" y="169814"/>
                </a:cubicBezTo>
                <a:cubicBezTo>
                  <a:pt x="99683" y="169814"/>
                  <a:pt x="99683" y="169814"/>
                  <a:pt x="99683" y="169814"/>
                </a:cubicBezTo>
                <a:lnTo>
                  <a:pt x="68372" y="138532"/>
                </a:lnTo>
                <a:cubicBezTo>
                  <a:pt x="67733" y="137894"/>
                  <a:pt x="67094" y="137256"/>
                  <a:pt x="67094" y="136617"/>
                </a:cubicBezTo>
                <a:cubicBezTo>
                  <a:pt x="66456" y="135340"/>
                  <a:pt x="66456" y="133425"/>
                  <a:pt x="67094" y="131510"/>
                </a:cubicBezTo>
                <a:cubicBezTo>
                  <a:pt x="67094" y="130872"/>
                  <a:pt x="67733" y="130233"/>
                  <a:pt x="68372" y="129595"/>
                </a:cubicBezTo>
                <a:lnTo>
                  <a:pt x="99683" y="98313"/>
                </a:lnTo>
                <a:cubicBezTo>
                  <a:pt x="102239" y="95760"/>
                  <a:pt x="106073" y="95760"/>
                  <a:pt x="108629" y="98313"/>
                </a:cubicBezTo>
                <a:cubicBezTo>
                  <a:pt x="111185" y="100867"/>
                  <a:pt x="111185" y="104697"/>
                  <a:pt x="108629" y="107251"/>
                </a:cubicBezTo>
                <a:lnTo>
                  <a:pt x="88181" y="127680"/>
                </a:lnTo>
                <a:lnTo>
                  <a:pt x="290742" y="127680"/>
                </a:lnTo>
                <a:cubicBezTo>
                  <a:pt x="294576" y="127680"/>
                  <a:pt x="297132" y="130233"/>
                  <a:pt x="297132" y="134064"/>
                </a:cubicBezTo>
                <a:cubicBezTo>
                  <a:pt x="297132" y="137894"/>
                  <a:pt x="294576" y="140448"/>
                  <a:pt x="290742" y="140448"/>
                </a:cubicBezTo>
                <a:lnTo>
                  <a:pt x="290742" y="140448"/>
                </a:lnTo>
                <a:close/>
              </a:path>
            </a:pathLst>
          </a:custGeom>
          <a:solidFill>
            <a:srgbClr val="00A3E0"/>
          </a:solidFill>
          <a:ln w="6390" cap="flat">
            <a:noFill/>
            <a:prstDash val="solid"/>
            <a:miter/>
          </a:ln>
        </p:spPr>
        <p:txBody>
          <a:bodyPr rtlCol="0" anchor="ctr"/>
          <a:lstStyle/>
          <a:p>
            <a:endParaRPr lang="en-US"/>
          </a:p>
        </p:txBody>
      </p:sp>
      <p:sp>
        <p:nvSpPr>
          <p:cNvPr id="524" name="Graphic 4">
            <a:extLst>
              <a:ext uri="{FF2B5EF4-FFF2-40B4-BE49-F238E27FC236}">
                <a16:creationId xmlns:a16="http://schemas.microsoft.com/office/drawing/2014/main" id="{1B0B8CF1-68E7-DE4B-A087-97758DE8994D}"/>
              </a:ext>
            </a:extLst>
          </p:cNvPr>
          <p:cNvSpPr/>
          <p:nvPr/>
        </p:nvSpPr>
        <p:spPr>
          <a:xfrm>
            <a:off x="8239823" y="2855717"/>
            <a:ext cx="362309" cy="361971"/>
          </a:xfrm>
          <a:custGeom>
            <a:avLst/>
            <a:gdLst>
              <a:gd name="connsiteX0" fmla="*/ 180836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362309 w 362309"/>
              <a:gd name="connsiteY4" fmla="*/ 180667 h 361971"/>
              <a:gd name="connsiteX5" fmla="*/ 180836 w 362309"/>
              <a:gd name="connsiteY5" fmla="*/ 0 h 361971"/>
              <a:gd name="connsiteX6" fmla="*/ 180836 w 362309"/>
              <a:gd name="connsiteY6" fmla="*/ 0 h 361971"/>
              <a:gd name="connsiteX7" fmla="*/ 289464 w 362309"/>
              <a:gd name="connsiteY7" fmla="*/ 233654 h 361971"/>
              <a:gd name="connsiteX8" fmla="*/ 86903 w 362309"/>
              <a:gd name="connsiteY8" fmla="*/ 233654 h 361971"/>
              <a:gd name="connsiteX9" fmla="*/ 107351 w 362309"/>
              <a:gd name="connsiteY9" fmla="*/ 254082 h 361971"/>
              <a:gd name="connsiteX10" fmla="*/ 107351 w 362309"/>
              <a:gd name="connsiteY10" fmla="*/ 263020 h 361971"/>
              <a:gd name="connsiteX11" fmla="*/ 98405 w 362309"/>
              <a:gd name="connsiteY11" fmla="*/ 263020 h 361971"/>
              <a:gd name="connsiteX12" fmla="*/ 67094 w 362309"/>
              <a:gd name="connsiteY12" fmla="*/ 231738 h 361971"/>
              <a:gd name="connsiteX13" fmla="*/ 67094 w 362309"/>
              <a:gd name="connsiteY13" fmla="*/ 222801 h 361971"/>
              <a:gd name="connsiteX14" fmla="*/ 98405 w 362309"/>
              <a:gd name="connsiteY14" fmla="*/ 191519 h 361971"/>
              <a:gd name="connsiteX15" fmla="*/ 107351 w 362309"/>
              <a:gd name="connsiteY15" fmla="*/ 191519 h 361971"/>
              <a:gd name="connsiteX16" fmla="*/ 107351 w 362309"/>
              <a:gd name="connsiteY16" fmla="*/ 200457 h 361971"/>
              <a:gd name="connsiteX17" fmla="*/ 86903 w 362309"/>
              <a:gd name="connsiteY17" fmla="*/ 220886 h 361971"/>
              <a:gd name="connsiteX18" fmla="*/ 289464 w 362309"/>
              <a:gd name="connsiteY18" fmla="*/ 220886 h 361971"/>
              <a:gd name="connsiteX19" fmla="*/ 295854 w 362309"/>
              <a:gd name="connsiteY19" fmla="*/ 227270 h 361971"/>
              <a:gd name="connsiteX20" fmla="*/ 289464 w 362309"/>
              <a:gd name="connsiteY20" fmla="*/ 233654 h 361971"/>
              <a:gd name="connsiteX21" fmla="*/ 289464 w 362309"/>
              <a:gd name="connsiteY21" fmla="*/ 233654 h 361971"/>
              <a:gd name="connsiteX22" fmla="*/ 295215 w 362309"/>
              <a:gd name="connsiteY22" fmla="*/ 136617 h 361971"/>
              <a:gd name="connsiteX23" fmla="*/ 293937 w 362309"/>
              <a:gd name="connsiteY23" fmla="*/ 138532 h 361971"/>
              <a:gd name="connsiteX24" fmla="*/ 262626 w 362309"/>
              <a:gd name="connsiteY24" fmla="*/ 169814 h 361971"/>
              <a:gd name="connsiteX25" fmla="*/ 258154 w 362309"/>
              <a:gd name="connsiteY25" fmla="*/ 171729 h 361971"/>
              <a:gd name="connsiteX26" fmla="*/ 253680 w 362309"/>
              <a:gd name="connsiteY26" fmla="*/ 169814 h 361971"/>
              <a:gd name="connsiteX27" fmla="*/ 253680 w 362309"/>
              <a:gd name="connsiteY27" fmla="*/ 160876 h 361971"/>
              <a:gd name="connsiteX28" fmla="*/ 274128 w 362309"/>
              <a:gd name="connsiteY28" fmla="*/ 140448 h 361971"/>
              <a:gd name="connsiteX29" fmla="*/ 71567 w 362309"/>
              <a:gd name="connsiteY29" fmla="*/ 140448 h 361971"/>
              <a:gd name="connsiteX30" fmla="*/ 65177 w 362309"/>
              <a:gd name="connsiteY30" fmla="*/ 134064 h 361971"/>
              <a:gd name="connsiteX31" fmla="*/ 71567 w 362309"/>
              <a:gd name="connsiteY31" fmla="*/ 127680 h 361971"/>
              <a:gd name="connsiteX32" fmla="*/ 274128 w 362309"/>
              <a:gd name="connsiteY32" fmla="*/ 127680 h 361971"/>
              <a:gd name="connsiteX33" fmla="*/ 253680 w 362309"/>
              <a:gd name="connsiteY33" fmla="*/ 107251 h 361971"/>
              <a:gd name="connsiteX34" fmla="*/ 253680 w 362309"/>
              <a:gd name="connsiteY34" fmla="*/ 98313 h 361971"/>
              <a:gd name="connsiteX35" fmla="*/ 262626 w 362309"/>
              <a:gd name="connsiteY35" fmla="*/ 98313 h 361971"/>
              <a:gd name="connsiteX36" fmla="*/ 293937 w 362309"/>
              <a:gd name="connsiteY36" fmla="*/ 129595 h 361971"/>
              <a:gd name="connsiteX37" fmla="*/ 295215 w 362309"/>
              <a:gd name="connsiteY37" fmla="*/ 136617 h 361971"/>
              <a:gd name="connsiteX38" fmla="*/ 295215 w 362309"/>
              <a:gd name="connsiteY38" fmla="*/ 13661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2309" h="361971">
                <a:moveTo>
                  <a:pt x="180836" y="0"/>
                </a:moveTo>
                <a:cubicBezTo>
                  <a:pt x="80513" y="0"/>
                  <a:pt x="0" y="81076"/>
                  <a:pt x="0" y="181305"/>
                </a:cubicBezTo>
                <a:cubicBezTo>
                  <a:pt x="0" y="281533"/>
                  <a:pt x="81152" y="361972"/>
                  <a:pt x="181474" y="361972"/>
                </a:cubicBezTo>
                <a:cubicBezTo>
                  <a:pt x="281796" y="361972"/>
                  <a:pt x="362309" y="280895"/>
                  <a:pt x="362309" y="180667"/>
                </a:cubicBezTo>
                <a:cubicBezTo>
                  <a:pt x="362309" y="180667"/>
                  <a:pt x="362309" y="180667"/>
                  <a:pt x="362309" y="180667"/>
                </a:cubicBezTo>
                <a:cubicBezTo>
                  <a:pt x="362309" y="80438"/>
                  <a:pt x="281157" y="0"/>
                  <a:pt x="180836" y="0"/>
                </a:cubicBezTo>
                <a:cubicBezTo>
                  <a:pt x="180836" y="0"/>
                  <a:pt x="180836" y="0"/>
                  <a:pt x="180836" y="0"/>
                </a:cubicBezTo>
                <a:close/>
                <a:moveTo>
                  <a:pt x="289464" y="233654"/>
                </a:moveTo>
                <a:lnTo>
                  <a:pt x="86903" y="233654"/>
                </a:lnTo>
                <a:lnTo>
                  <a:pt x="107351" y="254082"/>
                </a:lnTo>
                <a:cubicBezTo>
                  <a:pt x="109907" y="256636"/>
                  <a:pt x="109907" y="260466"/>
                  <a:pt x="107351" y="263020"/>
                </a:cubicBezTo>
                <a:cubicBezTo>
                  <a:pt x="104795" y="265574"/>
                  <a:pt x="100961" y="265574"/>
                  <a:pt x="98405" y="263020"/>
                </a:cubicBezTo>
                <a:lnTo>
                  <a:pt x="67094" y="231738"/>
                </a:lnTo>
                <a:cubicBezTo>
                  <a:pt x="64538" y="229185"/>
                  <a:pt x="64538" y="225355"/>
                  <a:pt x="67094" y="222801"/>
                </a:cubicBezTo>
                <a:lnTo>
                  <a:pt x="98405" y="191519"/>
                </a:lnTo>
                <a:cubicBezTo>
                  <a:pt x="100961" y="188966"/>
                  <a:pt x="104795" y="188966"/>
                  <a:pt x="107351" y="191519"/>
                </a:cubicBezTo>
                <a:cubicBezTo>
                  <a:pt x="109907" y="194073"/>
                  <a:pt x="109907" y="197903"/>
                  <a:pt x="107351" y="200457"/>
                </a:cubicBezTo>
                <a:lnTo>
                  <a:pt x="86903" y="220886"/>
                </a:lnTo>
                <a:lnTo>
                  <a:pt x="289464" y="220886"/>
                </a:lnTo>
                <a:cubicBezTo>
                  <a:pt x="293298" y="220886"/>
                  <a:pt x="295854" y="223439"/>
                  <a:pt x="295854" y="227270"/>
                </a:cubicBezTo>
                <a:cubicBezTo>
                  <a:pt x="295854" y="231100"/>
                  <a:pt x="293298" y="233654"/>
                  <a:pt x="289464" y="233654"/>
                </a:cubicBezTo>
                <a:lnTo>
                  <a:pt x="289464" y="233654"/>
                </a:lnTo>
                <a:close/>
                <a:moveTo>
                  <a:pt x="295215" y="136617"/>
                </a:moveTo>
                <a:cubicBezTo>
                  <a:pt x="295215" y="137256"/>
                  <a:pt x="294576" y="137894"/>
                  <a:pt x="293937" y="138532"/>
                </a:cubicBezTo>
                <a:lnTo>
                  <a:pt x="262626" y="169814"/>
                </a:lnTo>
                <a:cubicBezTo>
                  <a:pt x="261349" y="171091"/>
                  <a:pt x="260070" y="171729"/>
                  <a:pt x="258154" y="171729"/>
                </a:cubicBezTo>
                <a:cubicBezTo>
                  <a:pt x="256236" y="171729"/>
                  <a:pt x="254959" y="171091"/>
                  <a:pt x="253680" y="169814"/>
                </a:cubicBezTo>
                <a:cubicBezTo>
                  <a:pt x="251125" y="167260"/>
                  <a:pt x="251125" y="163430"/>
                  <a:pt x="253680" y="160876"/>
                </a:cubicBezTo>
                <a:lnTo>
                  <a:pt x="274128" y="140448"/>
                </a:lnTo>
                <a:lnTo>
                  <a:pt x="71567" y="140448"/>
                </a:lnTo>
                <a:cubicBezTo>
                  <a:pt x="67733" y="140448"/>
                  <a:pt x="65177" y="137894"/>
                  <a:pt x="65177" y="134064"/>
                </a:cubicBezTo>
                <a:cubicBezTo>
                  <a:pt x="65177" y="130233"/>
                  <a:pt x="67733" y="127680"/>
                  <a:pt x="71567" y="127680"/>
                </a:cubicBezTo>
                <a:lnTo>
                  <a:pt x="274128" y="127680"/>
                </a:lnTo>
                <a:lnTo>
                  <a:pt x="253680" y="107251"/>
                </a:lnTo>
                <a:cubicBezTo>
                  <a:pt x="251125" y="104697"/>
                  <a:pt x="251125" y="100867"/>
                  <a:pt x="253680" y="98313"/>
                </a:cubicBezTo>
                <a:cubicBezTo>
                  <a:pt x="256236" y="95760"/>
                  <a:pt x="260070" y="95760"/>
                  <a:pt x="262626" y="98313"/>
                </a:cubicBezTo>
                <a:lnTo>
                  <a:pt x="293937" y="129595"/>
                </a:lnTo>
                <a:cubicBezTo>
                  <a:pt x="295854" y="131510"/>
                  <a:pt x="296493" y="134064"/>
                  <a:pt x="295215" y="136617"/>
                </a:cubicBezTo>
                <a:lnTo>
                  <a:pt x="295215" y="136617"/>
                </a:lnTo>
                <a:close/>
              </a:path>
            </a:pathLst>
          </a:custGeom>
          <a:solidFill>
            <a:srgbClr val="00A3E0"/>
          </a:solidFill>
          <a:ln w="6390" cap="flat">
            <a:noFill/>
            <a:prstDash val="solid"/>
            <a:miter/>
          </a:ln>
        </p:spPr>
        <p:txBody>
          <a:bodyPr rtlCol="0" anchor="ctr"/>
          <a:lstStyle/>
          <a:p>
            <a:endParaRPr lang="en-US"/>
          </a:p>
        </p:txBody>
      </p:sp>
      <p:sp>
        <p:nvSpPr>
          <p:cNvPr id="525" name="Graphic 4">
            <a:extLst>
              <a:ext uri="{FF2B5EF4-FFF2-40B4-BE49-F238E27FC236}">
                <a16:creationId xmlns:a16="http://schemas.microsoft.com/office/drawing/2014/main" id="{8FBCE3EB-C872-D74B-ABEA-64EE9F63EE94}"/>
              </a:ext>
            </a:extLst>
          </p:cNvPr>
          <p:cNvSpPr/>
          <p:nvPr/>
        </p:nvSpPr>
        <p:spPr>
          <a:xfrm>
            <a:off x="4045469" y="237117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45691 w 362309"/>
              <a:gd name="connsiteY6" fmla="*/ 187051 h 361971"/>
              <a:gd name="connsiteX7" fmla="*/ 71567 w 362309"/>
              <a:gd name="connsiteY7" fmla="*/ 187051 h 361971"/>
              <a:gd name="connsiteX8" fmla="*/ 96488 w 362309"/>
              <a:gd name="connsiteY8" fmla="*/ 211948 h 361971"/>
              <a:gd name="connsiteX9" fmla="*/ 96488 w 362309"/>
              <a:gd name="connsiteY9" fmla="*/ 220886 h 361971"/>
              <a:gd name="connsiteX10" fmla="*/ 87542 w 362309"/>
              <a:gd name="connsiteY10" fmla="*/ 220886 h 361971"/>
              <a:gd name="connsiteX11" fmla="*/ 51759 w 362309"/>
              <a:gd name="connsiteY11" fmla="*/ 185135 h 361971"/>
              <a:gd name="connsiteX12" fmla="*/ 50481 w 362309"/>
              <a:gd name="connsiteY12" fmla="*/ 183220 h 361971"/>
              <a:gd name="connsiteX13" fmla="*/ 50481 w 362309"/>
              <a:gd name="connsiteY13" fmla="*/ 182582 h 361971"/>
              <a:gd name="connsiteX14" fmla="*/ 50481 w 362309"/>
              <a:gd name="connsiteY14" fmla="*/ 181305 h 361971"/>
              <a:gd name="connsiteX15" fmla="*/ 50481 w 362309"/>
              <a:gd name="connsiteY15" fmla="*/ 180667 h 361971"/>
              <a:gd name="connsiteX16" fmla="*/ 51119 w 362309"/>
              <a:gd name="connsiteY16" fmla="*/ 178752 h 361971"/>
              <a:gd name="connsiteX17" fmla="*/ 51119 w 362309"/>
              <a:gd name="connsiteY17" fmla="*/ 178752 h 361971"/>
              <a:gd name="connsiteX18" fmla="*/ 51119 w 362309"/>
              <a:gd name="connsiteY18" fmla="*/ 178752 h 361971"/>
              <a:gd name="connsiteX19" fmla="*/ 52398 w 362309"/>
              <a:gd name="connsiteY19" fmla="*/ 176836 h 361971"/>
              <a:gd name="connsiteX20" fmla="*/ 52398 w 362309"/>
              <a:gd name="connsiteY20" fmla="*/ 176836 h 361971"/>
              <a:gd name="connsiteX21" fmla="*/ 88181 w 362309"/>
              <a:gd name="connsiteY21" fmla="*/ 141086 h 361971"/>
              <a:gd name="connsiteX22" fmla="*/ 97127 w 362309"/>
              <a:gd name="connsiteY22" fmla="*/ 140448 h 361971"/>
              <a:gd name="connsiteX23" fmla="*/ 97766 w 362309"/>
              <a:gd name="connsiteY23" fmla="*/ 149385 h 361971"/>
              <a:gd name="connsiteX24" fmla="*/ 97127 w 362309"/>
              <a:gd name="connsiteY24" fmla="*/ 150024 h 361971"/>
              <a:gd name="connsiteX25" fmla="*/ 72207 w 362309"/>
              <a:gd name="connsiteY25" fmla="*/ 174921 h 361971"/>
              <a:gd name="connsiteX26" fmla="*/ 146330 w 362309"/>
              <a:gd name="connsiteY26" fmla="*/ 174921 h 361971"/>
              <a:gd name="connsiteX27" fmla="*/ 152720 w 362309"/>
              <a:gd name="connsiteY27" fmla="*/ 181305 h 361971"/>
              <a:gd name="connsiteX28" fmla="*/ 145691 w 362309"/>
              <a:gd name="connsiteY28" fmla="*/ 187051 h 361971"/>
              <a:gd name="connsiteX29" fmla="*/ 145691 w 362309"/>
              <a:gd name="connsiteY29" fmla="*/ 187051 h 361971"/>
              <a:gd name="connsiteX30" fmla="*/ 275407 w 362309"/>
              <a:gd name="connsiteY30" fmla="*/ 220886 h 361971"/>
              <a:gd name="connsiteX31" fmla="*/ 266460 w 362309"/>
              <a:gd name="connsiteY31" fmla="*/ 220886 h 361971"/>
              <a:gd name="connsiteX32" fmla="*/ 266460 w 362309"/>
              <a:gd name="connsiteY32" fmla="*/ 211948 h 361971"/>
              <a:gd name="connsiteX33" fmla="*/ 291381 w 362309"/>
              <a:gd name="connsiteY33" fmla="*/ 187051 h 361971"/>
              <a:gd name="connsiteX34" fmla="*/ 217258 w 362309"/>
              <a:gd name="connsiteY34" fmla="*/ 187051 h 361971"/>
              <a:gd name="connsiteX35" fmla="*/ 210868 w 362309"/>
              <a:gd name="connsiteY35" fmla="*/ 180667 h 361971"/>
              <a:gd name="connsiteX36" fmla="*/ 217258 w 362309"/>
              <a:gd name="connsiteY36" fmla="*/ 174283 h 361971"/>
              <a:gd name="connsiteX37" fmla="*/ 291381 w 362309"/>
              <a:gd name="connsiteY37" fmla="*/ 174283 h 361971"/>
              <a:gd name="connsiteX38" fmla="*/ 266460 w 362309"/>
              <a:gd name="connsiteY38" fmla="*/ 149385 h 361971"/>
              <a:gd name="connsiteX39" fmla="*/ 265822 w 362309"/>
              <a:gd name="connsiteY39" fmla="*/ 140448 h 361971"/>
              <a:gd name="connsiteX40" fmla="*/ 274767 w 362309"/>
              <a:gd name="connsiteY40" fmla="*/ 139809 h 361971"/>
              <a:gd name="connsiteX41" fmla="*/ 275407 w 362309"/>
              <a:gd name="connsiteY41" fmla="*/ 140448 h 361971"/>
              <a:gd name="connsiteX42" fmla="*/ 311190 w 362309"/>
              <a:gd name="connsiteY42" fmla="*/ 176198 h 361971"/>
              <a:gd name="connsiteX43" fmla="*/ 311190 w 362309"/>
              <a:gd name="connsiteY43" fmla="*/ 176198 h 361971"/>
              <a:gd name="connsiteX44" fmla="*/ 312468 w 362309"/>
              <a:gd name="connsiteY44" fmla="*/ 178113 h 361971"/>
              <a:gd name="connsiteX45" fmla="*/ 312468 w 362309"/>
              <a:gd name="connsiteY45" fmla="*/ 178113 h 361971"/>
              <a:gd name="connsiteX46" fmla="*/ 312468 w 362309"/>
              <a:gd name="connsiteY46" fmla="*/ 178113 h 361971"/>
              <a:gd name="connsiteX47" fmla="*/ 313107 w 362309"/>
              <a:gd name="connsiteY47" fmla="*/ 180028 h 361971"/>
              <a:gd name="connsiteX48" fmla="*/ 313107 w 362309"/>
              <a:gd name="connsiteY48" fmla="*/ 180667 h 361971"/>
              <a:gd name="connsiteX49" fmla="*/ 313107 w 362309"/>
              <a:gd name="connsiteY49" fmla="*/ 181944 h 361971"/>
              <a:gd name="connsiteX50" fmla="*/ 313107 w 362309"/>
              <a:gd name="connsiteY50" fmla="*/ 182582 h 361971"/>
              <a:gd name="connsiteX51" fmla="*/ 311829 w 362309"/>
              <a:gd name="connsiteY51" fmla="*/ 184497 h 361971"/>
              <a:gd name="connsiteX52" fmla="*/ 275407 w 362309"/>
              <a:gd name="connsiteY52" fmla="*/ 22088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145691" y="187051"/>
                </a:moveTo>
                <a:lnTo>
                  <a:pt x="71567" y="187051"/>
                </a:lnTo>
                <a:lnTo>
                  <a:pt x="96488" y="211948"/>
                </a:lnTo>
                <a:cubicBezTo>
                  <a:pt x="99044" y="214502"/>
                  <a:pt x="99044" y="218332"/>
                  <a:pt x="96488" y="220886"/>
                </a:cubicBezTo>
                <a:cubicBezTo>
                  <a:pt x="93932" y="223439"/>
                  <a:pt x="90098" y="223439"/>
                  <a:pt x="87542" y="220886"/>
                </a:cubicBezTo>
                <a:lnTo>
                  <a:pt x="51759" y="185135"/>
                </a:lnTo>
                <a:cubicBezTo>
                  <a:pt x="51119" y="184497"/>
                  <a:pt x="50481" y="183859"/>
                  <a:pt x="50481" y="183220"/>
                </a:cubicBezTo>
                <a:lnTo>
                  <a:pt x="50481" y="182582"/>
                </a:lnTo>
                <a:cubicBezTo>
                  <a:pt x="50481" y="181944"/>
                  <a:pt x="50481" y="181305"/>
                  <a:pt x="50481" y="181305"/>
                </a:cubicBezTo>
                <a:cubicBezTo>
                  <a:pt x="50481" y="181305"/>
                  <a:pt x="50481" y="180667"/>
                  <a:pt x="50481" y="180667"/>
                </a:cubicBezTo>
                <a:cubicBezTo>
                  <a:pt x="50481" y="180028"/>
                  <a:pt x="50481" y="179390"/>
                  <a:pt x="51119" y="178752"/>
                </a:cubicBezTo>
                <a:lnTo>
                  <a:pt x="51119" y="178752"/>
                </a:lnTo>
                <a:lnTo>
                  <a:pt x="51119" y="178752"/>
                </a:lnTo>
                <a:cubicBezTo>
                  <a:pt x="51119" y="178113"/>
                  <a:pt x="51759" y="177475"/>
                  <a:pt x="52398" y="176836"/>
                </a:cubicBezTo>
                <a:lnTo>
                  <a:pt x="52398" y="176836"/>
                </a:lnTo>
                <a:lnTo>
                  <a:pt x="88181" y="141086"/>
                </a:lnTo>
                <a:cubicBezTo>
                  <a:pt x="90737" y="138533"/>
                  <a:pt x="94571" y="137894"/>
                  <a:pt x="97127" y="140448"/>
                </a:cubicBezTo>
                <a:cubicBezTo>
                  <a:pt x="99683" y="143001"/>
                  <a:pt x="100322" y="146832"/>
                  <a:pt x="97766" y="149385"/>
                </a:cubicBezTo>
                <a:cubicBezTo>
                  <a:pt x="97766" y="149385"/>
                  <a:pt x="97127" y="150024"/>
                  <a:pt x="97127" y="150024"/>
                </a:cubicBezTo>
                <a:lnTo>
                  <a:pt x="72207" y="174921"/>
                </a:lnTo>
                <a:lnTo>
                  <a:pt x="146330" y="174921"/>
                </a:lnTo>
                <a:cubicBezTo>
                  <a:pt x="150164" y="174921"/>
                  <a:pt x="152720" y="177475"/>
                  <a:pt x="152720" y="181305"/>
                </a:cubicBezTo>
                <a:cubicBezTo>
                  <a:pt x="152720" y="185135"/>
                  <a:pt x="149525" y="187689"/>
                  <a:pt x="145691" y="187051"/>
                </a:cubicBezTo>
                <a:lnTo>
                  <a:pt x="145691" y="187051"/>
                </a:lnTo>
                <a:close/>
                <a:moveTo>
                  <a:pt x="275407" y="220886"/>
                </a:moveTo>
                <a:cubicBezTo>
                  <a:pt x="272850" y="223439"/>
                  <a:pt x="269017" y="223439"/>
                  <a:pt x="266460" y="220886"/>
                </a:cubicBezTo>
                <a:cubicBezTo>
                  <a:pt x="263905" y="218332"/>
                  <a:pt x="263905" y="214502"/>
                  <a:pt x="266460" y="211948"/>
                </a:cubicBezTo>
                <a:lnTo>
                  <a:pt x="291381" y="187051"/>
                </a:lnTo>
                <a:lnTo>
                  <a:pt x="217258" y="187051"/>
                </a:lnTo>
                <a:cubicBezTo>
                  <a:pt x="213424" y="187051"/>
                  <a:pt x="210868" y="184497"/>
                  <a:pt x="210868" y="180667"/>
                </a:cubicBezTo>
                <a:cubicBezTo>
                  <a:pt x="210868" y="176836"/>
                  <a:pt x="213424" y="174283"/>
                  <a:pt x="217258" y="174283"/>
                </a:cubicBezTo>
                <a:lnTo>
                  <a:pt x="291381" y="174283"/>
                </a:lnTo>
                <a:lnTo>
                  <a:pt x="266460" y="149385"/>
                </a:lnTo>
                <a:cubicBezTo>
                  <a:pt x="263905" y="146832"/>
                  <a:pt x="263266" y="143001"/>
                  <a:pt x="265822" y="140448"/>
                </a:cubicBezTo>
                <a:cubicBezTo>
                  <a:pt x="268377" y="137894"/>
                  <a:pt x="272212" y="137256"/>
                  <a:pt x="274767" y="139809"/>
                </a:cubicBezTo>
                <a:cubicBezTo>
                  <a:pt x="274767" y="139809"/>
                  <a:pt x="275407" y="140448"/>
                  <a:pt x="275407" y="140448"/>
                </a:cubicBezTo>
                <a:lnTo>
                  <a:pt x="311190" y="176198"/>
                </a:lnTo>
                <a:lnTo>
                  <a:pt x="311190" y="176198"/>
                </a:lnTo>
                <a:cubicBezTo>
                  <a:pt x="311829" y="176836"/>
                  <a:pt x="312468" y="177475"/>
                  <a:pt x="312468" y="178113"/>
                </a:cubicBezTo>
                <a:lnTo>
                  <a:pt x="312468" y="178113"/>
                </a:lnTo>
                <a:lnTo>
                  <a:pt x="312468" y="178113"/>
                </a:lnTo>
                <a:cubicBezTo>
                  <a:pt x="312468" y="178752"/>
                  <a:pt x="313107" y="179390"/>
                  <a:pt x="313107" y="180028"/>
                </a:cubicBezTo>
                <a:cubicBezTo>
                  <a:pt x="313107" y="180028"/>
                  <a:pt x="313107" y="180667"/>
                  <a:pt x="313107" y="180667"/>
                </a:cubicBezTo>
                <a:cubicBezTo>
                  <a:pt x="313107" y="181305"/>
                  <a:pt x="313107" y="181944"/>
                  <a:pt x="313107" y="181944"/>
                </a:cubicBezTo>
                <a:lnTo>
                  <a:pt x="313107" y="182582"/>
                </a:lnTo>
                <a:cubicBezTo>
                  <a:pt x="313107" y="183220"/>
                  <a:pt x="312468" y="183859"/>
                  <a:pt x="311829" y="184497"/>
                </a:cubicBezTo>
                <a:lnTo>
                  <a:pt x="275407" y="220886"/>
                </a:lnTo>
                <a:close/>
              </a:path>
            </a:pathLst>
          </a:custGeom>
          <a:solidFill>
            <a:srgbClr val="00A3E0"/>
          </a:solidFill>
          <a:ln w="6390" cap="flat">
            <a:noFill/>
            <a:prstDash val="solid"/>
            <a:miter/>
          </a:ln>
        </p:spPr>
        <p:txBody>
          <a:bodyPr rtlCol="0" anchor="ctr"/>
          <a:lstStyle/>
          <a:p>
            <a:endParaRPr lang="en-US"/>
          </a:p>
        </p:txBody>
      </p:sp>
      <p:sp>
        <p:nvSpPr>
          <p:cNvPr id="526" name="Graphic 4">
            <a:extLst>
              <a:ext uri="{FF2B5EF4-FFF2-40B4-BE49-F238E27FC236}">
                <a16:creationId xmlns:a16="http://schemas.microsoft.com/office/drawing/2014/main" id="{E06A35CC-EEA0-564E-8146-143983B61D68}"/>
              </a:ext>
            </a:extLst>
          </p:cNvPr>
          <p:cNvSpPr/>
          <p:nvPr/>
        </p:nvSpPr>
        <p:spPr>
          <a:xfrm>
            <a:off x="5099169"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21731 w 362309"/>
              <a:gd name="connsiteY7" fmla="*/ 274511 h 361971"/>
              <a:gd name="connsiteX8" fmla="*/ 185947 w 362309"/>
              <a:gd name="connsiteY8" fmla="*/ 310262 h 361971"/>
              <a:gd name="connsiteX9" fmla="*/ 185947 w 362309"/>
              <a:gd name="connsiteY9" fmla="*/ 310262 h 361971"/>
              <a:gd name="connsiteX10" fmla="*/ 184030 w 362309"/>
              <a:gd name="connsiteY10" fmla="*/ 311538 h 361971"/>
              <a:gd name="connsiteX11" fmla="*/ 184030 w 362309"/>
              <a:gd name="connsiteY11" fmla="*/ 311538 h 361971"/>
              <a:gd name="connsiteX12" fmla="*/ 181474 w 362309"/>
              <a:gd name="connsiteY12" fmla="*/ 312177 h 361971"/>
              <a:gd name="connsiteX13" fmla="*/ 178918 w 362309"/>
              <a:gd name="connsiteY13" fmla="*/ 311538 h 361971"/>
              <a:gd name="connsiteX14" fmla="*/ 177001 w 362309"/>
              <a:gd name="connsiteY14" fmla="*/ 310262 h 361971"/>
              <a:gd name="connsiteX15" fmla="*/ 141217 w 362309"/>
              <a:gd name="connsiteY15" fmla="*/ 274511 h 361971"/>
              <a:gd name="connsiteX16" fmla="*/ 141217 w 362309"/>
              <a:gd name="connsiteY16" fmla="*/ 265574 h 361971"/>
              <a:gd name="connsiteX17" fmla="*/ 150164 w 362309"/>
              <a:gd name="connsiteY17" fmla="*/ 265574 h 361971"/>
              <a:gd name="connsiteX18" fmla="*/ 175084 w 362309"/>
              <a:gd name="connsiteY18" fmla="*/ 290471 h 361971"/>
              <a:gd name="connsiteX19" fmla="*/ 175084 w 362309"/>
              <a:gd name="connsiteY19" fmla="*/ 217055 h 361971"/>
              <a:gd name="connsiteX20" fmla="*/ 181474 w 362309"/>
              <a:gd name="connsiteY20" fmla="*/ 210671 h 361971"/>
              <a:gd name="connsiteX21" fmla="*/ 187864 w 362309"/>
              <a:gd name="connsiteY21" fmla="*/ 217055 h 361971"/>
              <a:gd name="connsiteX22" fmla="*/ 187864 w 362309"/>
              <a:gd name="connsiteY22" fmla="*/ 291110 h 361971"/>
              <a:gd name="connsiteX23" fmla="*/ 212785 w 362309"/>
              <a:gd name="connsiteY23" fmla="*/ 266212 h 361971"/>
              <a:gd name="connsiteX24" fmla="*/ 221731 w 362309"/>
              <a:gd name="connsiteY24" fmla="*/ 266212 h 361971"/>
              <a:gd name="connsiteX25" fmla="*/ 221731 w 362309"/>
              <a:gd name="connsiteY25" fmla="*/ 274511 h 361971"/>
              <a:gd name="connsiteX26" fmla="*/ 221731 w 362309"/>
              <a:gd name="connsiteY26" fmla="*/ 274511 h 361971"/>
              <a:gd name="connsiteX27" fmla="*/ 221731 w 362309"/>
              <a:gd name="connsiteY27" fmla="*/ 274511 h 361971"/>
              <a:gd name="connsiteX28" fmla="*/ 221731 w 362309"/>
              <a:gd name="connsiteY28" fmla="*/ 95760 h 361971"/>
              <a:gd name="connsiteX29" fmla="*/ 217258 w 362309"/>
              <a:gd name="connsiteY29" fmla="*/ 97675 h 361971"/>
              <a:gd name="connsiteX30" fmla="*/ 212785 w 362309"/>
              <a:gd name="connsiteY30" fmla="*/ 95760 h 361971"/>
              <a:gd name="connsiteX31" fmla="*/ 187864 w 362309"/>
              <a:gd name="connsiteY31" fmla="*/ 71501 h 361971"/>
              <a:gd name="connsiteX32" fmla="*/ 187864 w 362309"/>
              <a:gd name="connsiteY32" fmla="*/ 145555 h 361971"/>
              <a:gd name="connsiteX33" fmla="*/ 181474 w 362309"/>
              <a:gd name="connsiteY33" fmla="*/ 151939 h 361971"/>
              <a:gd name="connsiteX34" fmla="*/ 175084 w 362309"/>
              <a:gd name="connsiteY34" fmla="*/ 145555 h 361971"/>
              <a:gd name="connsiteX35" fmla="*/ 175084 w 362309"/>
              <a:gd name="connsiteY35" fmla="*/ 71501 h 361971"/>
              <a:gd name="connsiteX36" fmla="*/ 150164 w 362309"/>
              <a:gd name="connsiteY36" fmla="*/ 96398 h 361971"/>
              <a:gd name="connsiteX37" fmla="*/ 141217 w 362309"/>
              <a:gd name="connsiteY37" fmla="*/ 96398 h 361971"/>
              <a:gd name="connsiteX38" fmla="*/ 141217 w 362309"/>
              <a:gd name="connsiteY38" fmla="*/ 87461 h 361971"/>
              <a:gd name="connsiteX39" fmla="*/ 141217 w 362309"/>
              <a:gd name="connsiteY39" fmla="*/ 87461 h 361971"/>
              <a:gd name="connsiteX40" fmla="*/ 177001 w 362309"/>
              <a:gd name="connsiteY40" fmla="*/ 51710 h 361971"/>
              <a:gd name="connsiteX41" fmla="*/ 178918 w 362309"/>
              <a:gd name="connsiteY41" fmla="*/ 50434 h 361971"/>
              <a:gd name="connsiteX42" fmla="*/ 179557 w 362309"/>
              <a:gd name="connsiteY42" fmla="*/ 50434 h 361971"/>
              <a:gd name="connsiteX43" fmla="*/ 180835 w 362309"/>
              <a:gd name="connsiteY43" fmla="*/ 50434 h 361971"/>
              <a:gd name="connsiteX44" fmla="*/ 181474 w 362309"/>
              <a:gd name="connsiteY44" fmla="*/ 50434 h 361971"/>
              <a:gd name="connsiteX45" fmla="*/ 183391 w 362309"/>
              <a:gd name="connsiteY45" fmla="*/ 51072 h 361971"/>
              <a:gd name="connsiteX46" fmla="*/ 183391 w 362309"/>
              <a:gd name="connsiteY46" fmla="*/ 51072 h 361971"/>
              <a:gd name="connsiteX47" fmla="*/ 185308 w 362309"/>
              <a:gd name="connsiteY47" fmla="*/ 52349 h 361971"/>
              <a:gd name="connsiteX48" fmla="*/ 185308 w 362309"/>
              <a:gd name="connsiteY48" fmla="*/ 52349 h 361971"/>
              <a:gd name="connsiteX49" fmla="*/ 221092 w 362309"/>
              <a:gd name="connsiteY49" fmla="*/ 88099 h 361971"/>
              <a:gd name="connsiteX50" fmla="*/ 221731 w 362309"/>
              <a:gd name="connsiteY50" fmla="*/ 95760 h 361971"/>
              <a:gd name="connsiteX51" fmla="*/ 221731 w 362309"/>
              <a:gd name="connsiteY51" fmla="*/ 9576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cubicBezTo>
                  <a:pt x="181474" y="0"/>
                  <a:pt x="181474" y="0"/>
                  <a:pt x="181474" y="0"/>
                </a:cubicBezTo>
                <a:close/>
                <a:moveTo>
                  <a:pt x="221731" y="274511"/>
                </a:moveTo>
                <a:lnTo>
                  <a:pt x="185947" y="310262"/>
                </a:lnTo>
                <a:lnTo>
                  <a:pt x="185947" y="310262"/>
                </a:lnTo>
                <a:cubicBezTo>
                  <a:pt x="185308" y="310900"/>
                  <a:pt x="184669" y="310900"/>
                  <a:pt x="184030" y="311538"/>
                </a:cubicBezTo>
                <a:lnTo>
                  <a:pt x="184030" y="311538"/>
                </a:lnTo>
                <a:cubicBezTo>
                  <a:pt x="183391" y="312177"/>
                  <a:pt x="182752" y="312177"/>
                  <a:pt x="181474" y="312177"/>
                </a:cubicBezTo>
                <a:cubicBezTo>
                  <a:pt x="180835" y="312177"/>
                  <a:pt x="179557" y="312177"/>
                  <a:pt x="178918" y="311538"/>
                </a:cubicBezTo>
                <a:cubicBezTo>
                  <a:pt x="178279" y="311538"/>
                  <a:pt x="177640" y="310900"/>
                  <a:pt x="177001" y="310262"/>
                </a:cubicBezTo>
                <a:lnTo>
                  <a:pt x="141217" y="274511"/>
                </a:lnTo>
                <a:cubicBezTo>
                  <a:pt x="138662" y="271958"/>
                  <a:pt x="138662" y="268127"/>
                  <a:pt x="141217" y="265574"/>
                </a:cubicBezTo>
                <a:cubicBezTo>
                  <a:pt x="143774" y="263020"/>
                  <a:pt x="147607" y="263020"/>
                  <a:pt x="150164" y="265574"/>
                </a:cubicBezTo>
                <a:lnTo>
                  <a:pt x="175084" y="290471"/>
                </a:lnTo>
                <a:lnTo>
                  <a:pt x="175084" y="217055"/>
                </a:lnTo>
                <a:cubicBezTo>
                  <a:pt x="175084" y="213225"/>
                  <a:pt x="177640" y="210671"/>
                  <a:pt x="181474" y="210671"/>
                </a:cubicBezTo>
                <a:cubicBezTo>
                  <a:pt x="185308" y="210671"/>
                  <a:pt x="187864" y="213225"/>
                  <a:pt x="187864" y="217055"/>
                </a:cubicBezTo>
                <a:lnTo>
                  <a:pt x="187864" y="291110"/>
                </a:lnTo>
                <a:lnTo>
                  <a:pt x="212785" y="266212"/>
                </a:lnTo>
                <a:cubicBezTo>
                  <a:pt x="215341" y="263659"/>
                  <a:pt x="219175" y="263659"/>
                  <a:pt x="221731" y="266212"/>
                </a:cubicBezTo>
                <a:cubicBezTo>
                  <a:pt x="224287" y="268127"/>
                  <a:pt x="224287" y="271958"/>
                  <a:pt x="221731" y="274511"/>
                </a:cubicBezTo>
                <a:cubicBezTo>
                  <a:pt x="221731" y="274511"/>
                  <a:pt x="221731" y="274511"/>
                  <a:pt x="221731" y="274511"/>
                </a:cubicBezTo>
                <a:lnTo>
                  <a:pt x="221731" y="274511"/>
                </a:lnTo>
                <a:close/>
                <a:moveTo>
                  <a:pt x="221731" y="95760"/>
                </a:moveTo>
                <a:cubicBezTo>
                  <a:pt x="220453" y="97037"/>
                  <a:pt x="219175" y="97675"/>
                  <a:pt x="217258" y="97675"/>
                </a:cubicBezTo>
                <a:cubicBezTo>
                  <a:pt x="215341" y="97675"/>
                  <a:pt x="214063" y="97037"/>
                  <a:pt x="212785" y="95760"/>
                </a:cubicBezTo>
                <a:lnTo>
                  <a:pt x="187864" y="71501"/>
                </a:lnTo>
                <a:lnTo>
                  <a:pt x="187864" y="145555"/>
                </a:lnTo>
                <a:cubicBezTo>
                  <a:pt x="187864" y="149385"/>
                  <a:pt x="185308" y="151939"/>
                  <a:pt x="181474" y="151939"/>
                </a:cubicBezTo>
                <a:cubicBezTo>
                  <a:pt x="177640" y="151939"/>
                  <a:pt x="175084" y="149385"/>
                  <a:pt x="175084" y="145555"/>
                </a:cubicBezTo>
                <a:lnTo>
                  <a:pt x="175084" y="71501"/>
                </a:lnTo>
                <a:lnTo>
                  <a:pt x="150164" y="96398"/>
                </a:lnTo>
                <a:cubicBezTo>
                  <a:pt x="147607" y="98952"/>
                  <a:pt x="143774" y="98952"/>
                  <a:pt x="141217" y="96398"/>
                </a:cubicBezTo>
                <a:cubicBezTo>
                  <a:pt x="138662" y="93845"/>
                  <a:pt x="138662" y="90014"/>
                  <a:pt x="141217" y="87461"/>
                </a:cubicBezTo>
                <a:lnTo>
                  <a:pt x="141217" y="87461"/>
                </a:lnTo>
                <a:lnTo>
                  <a:pt x="177001" y="51710"/>
                </a:lnTo>
                <a:cubicBezTo>
                  <a:pt x="177640" y="51072"/>
                  <a:pt x="178279" y="51072"/>
                  <a:pt x="178918" y="50434"/>
                </a:cubicBezTo>
                <a:lnTo>
                  <a:pt x="179557" y="50434"/>
                </a:lnTo>
                <a:cubicBezTo>
                  <a:pt x="180196" y="50434"/>
                  <a:pt x="180835" y="50434"/>
                  <a:pt x="180835" y="50434"/>
                </a:cubicBezTo>
                <a:lnTo>
                  <a:pt x="181474" y="50434"/>
                </a:lnTo>
                <a:cubicBezTo>
                  <a:pt x="182113" y="50434"/>
                  <a:pt x="182752" y="50434"/>
                  <a:pt x="183391" y="51072"/>
                </a:cubicBezTo>
                <a:lnTo>
                  <a:pt x="183391" y="51072"/>
                </a:lnTo>
                <a:cubicBezTo>
                  <a:pt x="184030" y="51072"/>
                  <a:pt x="184669" y="51710"/>
                  <a:pt x="185308" y="52349"/>
                </a:cubicBezTo>
                <a:lnTo>
                  <a:pt x="185308" y="52349"/>
                </a:lnTo>
                <a:lnTo>
                  <a:pt x="221092" y="88099"/>
                </a:lnTo>
                <a:cubicBezTo>
                  <a:pt x="223648" y="89376"/>
                  <a:pt x="223648" y="93845"/>
                  <a:pt x="221731" y="95760"/>
                </a:cubicBezTo>
                <a:lnTo>
                  <a:pt x="221731" y="95760"/>
                </a:lnTo>
                <a:close/>
              </a:path>
            </a:pathLst>
          </a:custGeom>
          <a:solidFill>
            <a:srgbClr val="00A3E0"/>
          </a:solidFill>
          <a:ln w="6390" cap="flat">
            <a:noFill/>
            <a:prstDash val="solid"/>
            <a:miter/>
          </a:ln>
        </p:spPr>
        <p:txBody>
          <a:bodyPr rtlCol="0" anchor="ctr"/>
          <a:lstStyle/>
          <a:p>
            <a:endParaRPr lang="en-US"/>
          </a:p>
        </p:txBody>
      </p:sp>
      <p:sp>
        <p:nvSpPr>
          <p:cNvPr id="527" name="Graphic 4">
            <a:extLst>
              <a:ext uri="{FF2B5EF4-FFF2-40B4-BE49-F238E27FC236}">
                <a16:creationId xmlns:a16="http://schemas.microsoft.com/office/drawing/2014/main" id="{A494A4DF-DF7B-F74F-A2F9-8E9B8EBF653F}"/>
              </a:ext>
            </a:extLst>
          </p:cNvPr>
          <p:cNvSpPr/>
          <p:nvPr/>
        </p:nvSpPr>
        <p:spPr>
          <a:xfrm>
            <a:off x="8239823" y="2371173"/>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159110 w 361674"/>
              <a:gd name="connsiteY7" fmla="*/ 211948 h 361971"/>
              <a:gd name="connsiteX8" fmla="*/ 107990 w 361674"/>
              <a:gd name="connsiteY8" fmla="*/ 263020 h 361971"/>
              <a:gd name="connsiteX9" fmla="*/ 136745 w 361674"/>
              <a:gd name="connsiteY9" fmla="*/ 263020 h 361971"/>
              <a:gd name="connsiteX10" fmla="*/ 143135 w 361674"/>
              <a:gd name="connsiteY10" fmla="*/ 269404 h 361971"/>
              <a:gd name="connsiteX11" fmla="*/ 136745 w 361674"/>
              <a:gd name="connsiteY11" fmla="*/ 275788 h 361971"/>
              <a:gd name="connsiteX12" fmla="*/ 92654 w 361674"/>
              <a:gd name="connsiteY12" fmla="*/ 275788 h 361971"/>
              <a:gd name="connsiteX13" fmla="*/ 90737 w 361674"/>
              <a:gd name="connsiteY13" fmla="*/ 275150 h 361971"/>
              <a:gd name="connsiteX14" fmla="*/ 90098 w 361674"/>
              <a:gd name="connsiteY14" fmla="*/ 275150 h 361971"/>
              <a:gd name="connsiteX15" fmla="*/ 88820 w 361674"/>
              <a:gd name="connsiteY15" fmla="*/ 274511 h 361971"/>
              <a:gd name="connsiteX16" fmla="*/ 88181 w 361674"/>
              <a:gd name="connsiteY16" fmla="*/ 273873 h 361971"/>
              <a:gd name="connsiteX17" fmla="*/ 86903 w 361674"/>
              <a:gd name="connsiteY17" fmla="*/ 271958 h 361971"/>
              <a:gd name="connsiteX18" fmla="*/ 86903 w 361674"/>
              <a:gd name="connsiteY18" fmla="*/ 271958 h 361971"/>
              <a:gd name="connsiteX19" fmla="*/ 86903 w 361674"/>
              <a:gd name="connsiteY19" fmla="*/ 271958 h 361971"/>
              <a:gd name="connsiteX20" fmla="*/ 86264 w 361674"/>
              <a:gd name="connsiteY20" fmla="*/ 269404 h 361971"/>
              <a:gd name="connsiteX21" fmla="*/ 86264 w 361674"/>
              <a:gd name="connsiteY21" fmla="*/ 224716 h 361971"/>
              <a:gd name="connsiteX22" fmla="*/ 92654 w 361674"/>
              <a:gd name="connsiteY22" fmla="*/ 218332 h 361971"/>
              <a:gd name="connsiteX23" fmla="*/ 99044 w 361674"/>
              <a:gd name="connsiteY23" fmla="*/ 224716 h 361971"/>
              <a:gd name="connsiteX24" fmla="*/ 99044 w 361674"/>
              <a:gd name="connsiteY24" fmla="*/ 253444 h 361971"/>
              <a:gd name="connsiteX25" fmla="*/ 150164 w 361674"/>
              <a:gd name="connsiteY25" fmla="*/ 202372 h 361971"/>
              <a:gd name="connsiteX26" fmla="*/ 159110 w 361674"/>
              <a:gd name="connsiteY26" fmla="*/ 202372 h 361971"/>
              <a:gd name="connsiteX27" fmla="*/ 159110 w 361674"/>
              <a:gd name="connsiteY27" fmla="*/ 202372 h 361971"/>
              <a:gd name="connsiteX28" fmla="*/ 159110 w 361674"/>
              <a:gd name="connsiteY28" fmla="*/ 211948 h 361971"/>
              <a:gd name="connsiteX29" fmla="*/ 159110 w 361674"/>
              <a:gd name="connsiteY29" fmla="*/ 211948 h 361971"/>
              <a:gd name="connsiteX30" fmla="*/ 159110 w 361674"/>
              <a:gd name="connsiteY30" fmla="*/ 158961 h 361971"/>
              <a:gd name="connsiteX31" fmla="*/ 154636 w 361674"/>
              <a:gd name="connsiteY31" fmla="*/ 160876 h 361971"/>
              <a:gd name="connsiteX32" fmla="*/ 150164 w 361674"/>
              <a:gd name="connsiteY32" fmla="*/ 158961 h 361971"/>
              <a:gd name="connsiteX33" fmla="*/ 99044 w 361674"/>
              <a:gd name="connsiteY33" fmla="*/ 107889 h 361971"/>
              <a:gd name="connsiteX34" fmla="*/ 99044 w 361674"/>
              <a:gd name="connsiteY34" fmla="*/ 136617 h 361971"/>
              <a:gd name="connsiteX35" fmla="*/ 92654 w 361674"/>
              <a:gd name="connsiteY35" fmla="*/ 143001 h 361971"/>
              <a:gd name="connsiteX36" fmla="*/ 86264 w 361674"/>
              <a:gd name="connsiteY36" fmla="*/ 136617 h 361971"/>
              <a:gd name="connsiteX37" fmla="*/ 86264 w 361674"/>
              <a:gd name="connsiteY37" fmla="*/ 92568 h 361971"/>
              <a:gd name="connsiteX38" fmla="*/ 86903 w 361674"/>
              <a:gd name="connsiteY38" fmla="*/ 90014 h 361971"/>
              <a:gd name="connsiteX39" fmla="*/ 86903 w 361674"/>
              <a:gd name="connsiteY39" fmla="*/ 89376 h 361971"/>
              <a:gd name="connsiteX40" fmla="*/ 87542 w 361674"/>
              <a:gd name="connsiteY40" fmla="*/ 88099 h 361971"/>
              <a:gd name="connsiteX41" fmla="*/ 88181 w 361674"/>
              <a:gd name="connsiteY41" fmla="*/ 87461 h 361971"/>
              <a:gd name="connsiteX42" fmla="*/ 90098 w 361674"/>
              <a:gd name="connsiteY42" fmla="*/ 86184 h 361971"/>
              <a:gd name="connsiteX43" fmla="*/ 90098 w 361674"/>
              <a:gd name="connsiteY43" fmla="*/ 86184 h 361971"/>
              <a:gd name="connsiteX44" fmla="*/ 90098 w 361674"/>
              <a:gd name="connsiteY44" fmla="*/ 86184 h 361971"/>
              <a:gd name="connsiteX45" fmla="*/ 92015 w 361674"/>
              <a:gd name="connsiteY45" fmla="*/ 85546 h 361971"/>
              <a:gd name="connsiteX46" fmla="*/ 136745 w 361674"/>
              <a:gd name="connsiteY46" fmla="*/ 85546 h 361971"/>
              <a:gd name="connsiteX47" fmla="*/ 143135 w 361674"/>
              <a:gd name="connsiteY47" fmla="*/ 91930 h 361971"/>
              <a:gd name="connsiteX48" fmla="*/ 136745 w 361674"/>
              <a:gd name="connsiteY48" fmla="*/ 98313 h 361971"/>
              <a:gd name="connsiteX49" fmla="*/ 107990 w 361674"/>
              <a:gd name="connsiteY49" fmla="*/ 98313 h 361971"/>
              <a:gd name="connsiteX50" fmla="*/ 159110 w 361674"/>
              <a:gd name="connsiteY50" fmla="*/ 149385 h 361971"/>
              <a:gd name="connsiteX51" fmla="*/ 159110 w 361674"/>
              <a:gd name="connsiteY51" fmla="*/ 158961 h 361971"/>
              <a:gd name="connsiteX52" fmla="*/ 159110 w 361674"/>
              <a:gd name="connsiteY52" fmla="*/ 158961 h 361971"/>
              <a:gd name="connsiteX53" fmla="*/ 276045 w 361674"/>
              <a:gd name="connsiteY53" fmla="*/ 269404 h 361971"/>
              <a:gd name="connsiteX54" fmla="*/ 276045 w 361674"/>
              <a:gd name="connsiteY54" fmla="*/ 269404 h 361971"/>
              <a:gd name="connsiteX55" fmla="*/ 275406 w 361674"/>
              <a:gd name="connsiteY55" fmla="*/ 271958 h 361971"/>
              <a:gd name="connsiteX56" fmla="*/ 275406 w 361674"/>
              <a:gd name="connsiteY56" fmla="*/ 271958 h 361971"/>
              <a:gd name="connsiteX57" fmla="*/ 275406 w 361674"/>
              <a:gd name="connsiteY57" fmla="*/ 271958 h 361971"/>
              <a:gd name="connsiteX58" fmla="*/ 274128 w 361674"/>
              <a:gd name="connsiteY58" fmla="*/ 273873 h 361971"/>
              <a:gd name="connsiteX59" fmla="*/ 273490 w 361674"/>
              <a:gd name="connsiteY59" fmla="*/ 274511 h 361971"/>
              <a:gd name="connsiteX60" fmla="*/ 272211 w 361674"/>
              <a:gd name="connsiteY60" fmla="*/ 275150 h 361971"/>
              <a:gd name="connsiteX61" fmla="*/ 271572 w 361674"/>
              <a:gd name="connsiteY61" fmla="*/ 275150 h 361971"/>
              <a:gd name="connsiteX62" fmla="*/ 269655 w 361674"/>
              <a:gd name="connsiteY62" fmla="*/ 275788 h 361971"/>
              <a:gd name="connsiteX63" fmla="*/ 225565 w 361674"/>
              <a:gd name="connsiteY63" fmla="*/ 275788 h 361971"/>
              <a:gd name="connsiteX64" fmla="*/ 219175 w 361674"/>
              <a:gd name="connsiteY64" fmla="*/ 269404 h 361971"/>
              <a:gd name="connsiteX65" fmla="*/ 225565 w 361674"/>
              <a:gd name="connsiteY65" fmla="*/ 263020 h 361971"/>
              <a:gd name="connsiteX66" fmla="*/ 254320 w 361674"/>
              <a:gd name="connsiteY66" fmla="*/ 263020 h 361971"/>
              <a:gd name="connsiteX67" fmla="*/ 203200 w 361674"/>
              <a:gd name="connsiteY67" fmla="*/ 211948 h 361971"/>
              <a:gd name="connsiteX68" fmla="*/ 203200 w 361674"/>
              <a:gd name="connsiteY68" fmla="*/ 203011 h 361971"/>
              <a:gd name="connsiteX69" fmla="*/ 212146 w 361674"/>
              <a:gd name="connsiteY69" fmla="*/ 203011 h 361971"/>
              <a:gd name="connsiteX70" fmla="*/ 212146 w 361674"/>
              <a:gd name="connsiteY70" fmla="*/ 203011 h 361971"/>
              <a:gd name="connsiteX71" fmla="*/ 263265 w 361674"/>
              <a:gd name="connsiteY71" fmla="*/ 254083 h 361971"/>
              <a:gd name="connsiteX72" fmla="*/ 263265 w 361674"/>
              <a:gd name="connsiteY72" fmla="*/ 224716 h 361971"/>
              <a:gd name="connsiteX73" fmla="*/ 269655 w 361674"/>
              <a:gd name="connsiteY73" fmla="*/ 218332 h 361971"/>
              <a:gd name="connsiteX74" fmla="*/ 276045 w 361674"/>
              <a:gd name="connsiteY74" fmla="*/ 224716 h 361971"/>
              <a:gd name="connsiteX75" fmla="*/ 276045 w 361674"/>
              <a:gd name="connsiteY75" fmla="*/ 269404 h 361971"/>
              <a:gd name="connsiteX76" fmla="*/ 276045 w 361674"/>
              <a:gd name="connsiteY76" fmla="*/ 136617 h 361971"/>
              <a:gd name="connsiteX77" fmla="*/ 269655 w 361674"/>
              <a:gd name="connsiteY77" fmla="*/ 143001 h 361971"/>
              <a:gd name="connsiteX78" fmla="*/ 263265 w 361674"/>
              <a:gd name="connsiteY78" fmla="*/ 136617 h 361971"/>
              <a:gd name="connsiteX79" fmla="*/ 263265 w 361674"/>
              <a:gd name="connsiteY79" fmla="*/ 107889 h 361971"/>
              <a:gd name="connsiteX80" fmla="*/ 212146 w 361674"/>
              <a:gd name="connsiteY80" fmla="*/ 158961 h 361971"/>
              <a:gd name="connsiteX81" fmla="*/ 207673 w 361674"/>
              <a:gd name="connsiteY81" fmla="*/ 160876 h 361971"/>
              <a:gd name="connsiteX82" fmla="*/ 203200 w 361674"/>
              <a:gd name="connsiteY82" fmla="*/ 158961 h 361971"/>
              <a:gd name="connsiteX83" fmla="*/ 203200 w 361674"/>
              <a:gd name="connsiteY83" fmla="*/ 150024 h 361971"/>
              <a:gd name="connsiteX84" fmla="*/ 254320 w 361674"/>
              <a:gd name="connsiteY84" fmla="*/ 98952 h 361971"/>
              <a:gd name="connsiteX85" fmla="*/ 225565 w 361674"/>
              <a:gd name="connsiteY85" fmla="*/ 98952 h 361971"/>
              <a:gd name="connsiteX86" fmla="*/ 219175 w 361674"/>
              <a:gd name="connsiteY86" fmla="*/ 92568 h 361971"/>
              <a:gd name="connsiteX87" fmla="*/ 225565 w 361674"/>
              <a:gd name="connsiteY87" fmla="*/ 86184 h 361971"/>
              <a:gd name="connsiteX88" fmla="*/ 270295 w 361674"/>
              <a:gd name="connsiteY88" fmla="*/ 86184 h 361971"/>
              <a:gd name="connsiteX89" fmla="*/ 272211 w 361674"/>
              <a:gd name="connsiteY89" fmla="*/ 86822 h 361971"/>
              <a:gd name="connsiteX90" fmla="*/ 272211 w 361674"/>
              <a:gd name="connsiteY90" fmla="*/ 86822 h 361971"/>
              <a:gd name="connsiteX91" fmla="*/ 272211 w 361674"/>
              <a:gd name="connsiteY91" fmla="*/ 86822 h 361971"/>
              <a:gd name="connsiteX92" fmla="*/ 274128 w 361674"/>
              <a:gd name="connsiteY92" fmla="*/ 88099 h 361971"/>
              <a:gd name="connsiteX93" fmla="*/ 274767 w 361674"/>
              <a:gd name="connsiteY93" fmla="*/ 88738 h 361971"/>
              <a:gd name="connsiteX94" fmla="*/ 275406 w 361674"/>
              <a:gd name="connsiteY94" fmla="*/ 90014 h 361971"/>
              <a:gd name="connsiteX95" fmla="*/ 275406 w 361674"/>
              <a:gd name="connsiteY95" fmla="*/ 90653 h 361971"/>
              <a:gd name="connsiteX96" fmla="*/ 276045 w 361674"/>
              <a:gd name="connsiteY96" fmla="*/ 93206 h 361971"/>
              <a:gd name="connsiteX97" fmla="*/ 276045 w 361674"/>
              <a:gd name="connsiteY97" fmla="*/ 13661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361674" h="361971">
                <a:moveTo>
                  <a:pt x="180836" y="0"/>
                </a:moveTo>
                <a:cubicBezTo>
                  <a:pt x="80513" y="0"/>
                  <a:pt x="0" y="81077"/>
                  <a:pt x="0" y="180667"/>
                </a:cubicBezTo>
                <a:cubicBezTo>
                  <a:pt x="0" y="280895"/>
                  <a:pt x="81152" y="361972"/>
                  <a:pt x="180836" y="361972"/>
                </a:cubicBezTo>
                <a:cubicBezTo>
                  <a:pt x="281157" y="361972"/>
                  <a:pt x="361670" y="280895"/>
                  <a:pt x="361670" y="181305"/>
                </a:cubicBezTo>
                <a:cubicBezTo>
                  <a:pt x="361670" y="181305"/>
                  <a:pt x="361670" y="181305"/>
                  <a:pt x="361670" y="181305"/>
                </a:cubicBezTo>
                <a:cubicBezTo>
                  <a:pt x="362309" y="81077"/>
                  <a:pt x="281157" y="0"/>
                  <a:pt x="180836" y="0"/>
                </a:cubicBezTo>
                <a:cubicBezTo>
                  <a:pt x="180836" y="0"/>
                  <a:pt x="180836" y="0"/>
                  <a:pt x="180836" y="0"/>
                </a:cubicBezTo>
                <a:close/>
                <a:moveTo>
                  <a:pt x="159110" y="211948"/>
                </a:moveTo>
                <a:lnTo>
                  <a:pt x="107990" y="263020"/>
                </a:lnTo>
                <a:lnTo>
                  <a:pt x="136745" y="263020"/>
                </a:lnTo>
                <a:cubicBezTo>
                  <a:pt x="140579" y="263020"/>
                  <a:pt x="143135" y="265574"/>
                  <a:pt x="143135" y="269404"/>
                </a:cubicBezTo>
                <a:cubicBezTo>
                  <a:pt x="143135" y="273235"/>
                  <a:pt x="140579" y="275788"/>
                  <a:pt x="136745" y="275788"/>
                </a:cubicBezTo>
                <a:lnTo>
                  <a:pt x="92654" y="275788"/>
                </a:lnTo>
                <a:cubicBezTo>
                  <a:pt x="92015" y="275788"/>
                  <a:pt x="91376" y="275788"/>
                  <a:pt x="90737" y="275150"/>
                </a:cubicBezTo>
                <a:lnTo>
                  <a:pt x="90098" y="275150"/>
                </a:lnTo>
                <a:cubicBezTo>
                  <a:pt x="89459" y="275150"/>
                  <a:pt x="89459" y="274511"/>
                  <a:pt x="88820" y="274511"/>
                </a:cubicBezTo>
                <a:cubicBezTo>
                  <a:pt x="88820" y="274511"/>
                  <a:pt x="88181" y="274511"/>
                  <a:pt x="88181" y="273873"/>
                </a:cubicBezTo>
                <a:cubicBezTo>
                  <a:pt x="87542" y="273235"/>
                  <a:pt x="87542" y="272596"/>
                  <a:pt x="86903" y="271958"/>
                </a:cubicBezTo>
                <a:lnTo>
                  <a:pt x="86903" y="271958"/>
                </a:lnTo>
                <a:lnTo>
                  <a:pt x="86903" y="271958"/>
                </a:lnTo>
                <a:cubicBezTo>
                  <a:pt x="86903" y="271319"/>
                  <a:pt x="86264" y="270681"/>
                  <a:pt x="86264" y="269404"/>
                </a:cubicBezTo>
                <a:lnTo>
                  <a:pt x="86264" y="224716"/>
                </a:lnTo>
                <a:cubicBezTo>
                  <a:pt x="86264" y="220886"/>
                  <a:pt x="88820" y="218332"/>
                  <a:pt x="92654" y="218332"/>
                </a:cubicBezTo>
                <a:cubicBezTo>
                  <a:pt x="96488" y="218332"/>
                  <a:pt x="99044" y="220886"/>
                  <a:pt x="99044" y="224716"/>
                </a:cubicBezTo>
                <a:lnTo>
                  <a:pt x="99044" y="253444"/>
                </a:lnTo>
                <a:lnTo>
                  <a:pt x="150164" y="202372"/>
                </a:lnTo>
                <a:cubicBezTo>
                  <a:pt x="152720" y="199819"/>
                  <a:pt x="156553" y="199819"/>
                  <a:pt x="159110" y="202372"/>
                </a:cubicBezTo>
                <a:cubicBezTo>
                  <a:pt x="159110" y="202372"/>
                  <a:pt x="159110" y="202372"/>
                  <a:pt x="159110" y="202372"/>
                </a:cubicBezTo>
                <a:cubicBezTo>
                  <a:pt x="161666" y="206203"/>
                  <a:pt x="161666" y="209395"/>
                  <a:pt x="159110" y="211948"/>
                </a:cubicBezTo>
                <a:lnTo>
                  <a:pt x="159110" y="211948"/>
                </a:lnTo>
                <a:close/>
                <a:moveTo>
                  <a:pt x="159110" y="158961"/>
                </a:moveTo>
                <a:cubicBezTo>
                  <a:pt x="157831" y="160238"/>
                  <a:pt x="156553" y="160876"/>
                  <a:pt x="154636" y="160876"/>
                </a:cubicBezTo>
                <a:cubicBezTo>
                  <a:pt x="152720" y="160876"/>
                  <a:pt x="151441" y="160238"/>
                  <a:pt x="150164" y="158961"/>
                </a:cubicBezTo>
                <a:lnTo>
                  <a:pt x="99044" y="107889"/>
                </a:lnTo>
                <a:lnTo>
                  <a:pt x="99044" y="136617"/>
                </a:lnTo>
                <a:cubicBezTo>
                  <a:pt x="99044" y="140448"/>
                  <a:pt x="96488" y="143001"/>
                  <a:pt x="92654" y="143001"/>
                </a:cubicBezTo>
                <a:cubicBezTo>
                  <a:pt x="88820" y="143001"/>
                  <a:pt x="86264" y="140448"/>
                  <a:pt x="86264" y="136617"/>
                </a:cubicBezTo>
                <a:lnTo>
                  <a:pt x="86264" y="92568"/>
                </a:lnTo>
                <a:cubicBezTo>
                  <a:pt x="86264" y="91930"/>
                  <a:pt x="86264" y="91291"/>
                  <a:pt x="86903" y="90014"/>
                </a:cubicBezTo>
                <a:lnTo>
                  <a:pt x="86903" y="89376"/>
                </a:lnTo>
                <a:cubicBezTo>
                  <a:pt x="86903" y="88738"/>
                  <a:pt x="87542" y="88738"/>
                  <a:pt x="87542" y="88099"/>
                </a:cubicBezTo>
                <a:lnTo>
                  <a:pt x="88181" y="87461"/>
                </a:lnTo>
                <a:cubicBezTo>
                  <a:pt x="88820" y="86822"/>
                  <a:pt x="89459" y="86822"/>
                  <a:pt x="90098" y="86184"/>
                </a:cubicBezTo>
                <a:lnTo>
                  <a:pt x="90098" y="86184"/>
                </a:lnTo>
                <a:lnTo>
                  <a:pt x="90098" y="86184"/>
                </a:lnTo>
                <a:cubicBezTo>
                  <a:pt x="90737" y="86184"/>
                  <a:pt x="91376" y="85546"/>
                  <a:pt x="92015" y="85546"/>
                </a:cubicBezTo>
                <a:lnTo>
                  <a:pt x="136745" y="85546"/>
                </a:lnTo>
                <a:cubicBezTo>
                  <a:pt x="140579" y="85546"/>
                  <a:pt x="143135" y="88099"/>
                  <a:pt x="143135" y="91930"/>
                </a:cubicBezTo>
                <a:cubicBezTo>
                  <a:pt x="143135" y="95760"/>
                  <a:pt x="140579" y="98313"/>
                  <a:pt x="136745" y="98313"/>
                </a:cubicBezTo>
                <a:lnTo>
                  <a:pt x="107990" y="98313"/>
                </a:lnTo>
                <a:lnTo>
                  <a:pt x="159110" y="149385"/>
                </a:lnTo>
                <a:cubicBezTo>
                  <a:pt x="161026" y="152577"/>
                  <a:pt x="161026" y="156408"/>
                  <a:pt x="159110" y="158961"/>
                </a:cubicBezTo>
                <a:lnTo>
                  <a:pt x="159110" y="158961"/>
                </a:lnTo>
                <a:close/>
                <a:moveTo>
                  <a:pt x="276045" y="269404"/>
                </a:moveTo>
                <a:lnTo>
                  <a:pt x="276045" y="269404"/>
                </a:lnTo>
                <a:cubicBezTo>
                  <a:pt x="276045" y="270043"/>
                  <a:pt x="276045" y="270681"/>
                  <a:pt x="275406" y="271958"/>
                </a:cubicBezTo>
                <a:lnTo>
                  <a:pt x="275406" y="271958"/>
                </a:lnTo>
                <a:lnTo>
                  <a:pt x="275406" y="271958"/>
                </a:lnTo>
                <a:cubicBezTo>
                  <a:pt x="275406" y="272596"/>
                  <a:pt x="274767" y="273235"/>
                  <a:pt x="274128" y="273873"/>
                </a:cubicBezTo>
                <a:lnTo>
                  <a:pt x="273490" y="274511"/>
                </a:lnTo>
                <a:cubicBezTo>
                  <a:pt x="272850" y="275150"/>
                  <a:pt x="272850" y="275150"/>
                  <a:pt x="272211" y="275150"/>
                </a:cubicBezTo>
                <a:lnTo>
                  <a:pt x="271572" y="275150"/>
                </a:lnTo>
                <a:cubicBezTo>
                  <a:pt x="270934" y="275150"/>
                  <a:pt x="270295" y="275788"/>
                  <a:pt x="269655" y="275788"/>
                </a:cubicBezTo>
                <a:lnTo>
                  <a:pt x="225565" y="275788"/>
                </a:lnTo>
                <a:cubicBezTo>
                  <a:pt x="221731" y="275788"/>
                  <a:pt x="219175" y="273235"/>
                  <a:pt x="219175" y="269404"/>
                </a:cubicBezTo>
                <a:cubicBezTo>
                  <a:pt x="219175" y="265574"/>
                  <a:pt x="221731" y="263020"/>
                  <a:pt x="225565" y="263020"/>
                </a:cubicBezTo>
                <a:lnTo>
                  <a:pt x="254320" y="263020"/>
                </a:lnTo>
                <a:lnTo>
                  <a:pt x="203200" y="211948"/>
                </a:lnTo>
                <a:cubicBezTo>
                  <a:pt x="200644" y="209395"/>
                  <a:pt x="200644" y="205564"/>
                  <a:pt x="203200" y="203011"/>
                </a:cubicBezTo>
                <a:cubicBezTo>
                  <a:pt x="205756" y="200457"/>
                  <a:pt x="209590" y="200457"/>
                  <a:pt x="212146" y="203011"/>
                </a:cubicBezTo>
                <a:cubicBezTo>
                  <a:pt x="212146" y="203011"/>
                  <a:pt x="212146" y="203011"/>
                  <a:pt x="212146" y="203011"/>
                </a:cubicBezTo>
                <a:lnTo>
                  <a:pt x="263265" y="254083"/>
                </a:lnTo>
                <a:lnTo>
                  <a:pt x="263265" y="224716"/>
                </a:lnTo>
                <a:cubicBezTo>
                  <a:pt x="263265" y="220886"/>
                  <a:pt x="265821" y="218332"/>
                  <a:pt x="269655" y="218332"/>
                </a:cubicBezTo>
                <a:cubicBezTo>
                  <a:pt x="273490" y="218332"/>
                  <a:pt x="276045" y="220886"/>
                  <a:pt x="276045" y="224716"/>
                </a:cubicBezTo>
                <a:lnTo>
                  <a:pt x="276045" y="269404"/>
                </a:lnTo>
                <a:close/>
                <a:moveTo>
                  <a:pt x="276045" y="136617"/>
                </a:moveTo>
                <a:cubicBezTo>
                  <a:pt x="276045" y="140448"/>
                  <a:pt x="273490" y="143001"/>
                  <a:pt x="269655" y="143001"/>
                </a:cubicBezTo>
                <a:cubicBezTo>
                  <a:pt x="265821" y="143001"/>
                  <a:pt x="263265" y="140448"/>
                  <a:pt x="263265" y="136617"/>
                </a:cubicBezTo>
                <a:lnTo>
                  <a:pt x="263265" y="107889"/>
                </a:lnTo>
                <a:lnTo>
                  <a:pt x="212146" y="158961"/>
                </a:lnTo>
                <a:cubicBezTo>
                  <a:pt x="210868" y="160238"/>
                  <a:pt x="209590" y="160876"/>
                  <a:pt x="207673" y="160876"/>
                </a:cubicBezTo>
                <a:cubicBezTo>
                  <a:pt x="205756" y="160876"/>
                  <a:pt x="204478" y="160238"/>
                  <a:pt x="203200" y="158961"/>
                </a:cubicBezTo>
                <a:cubicBezTo>
                  <a:pt x="200644" y="156408"/>
                  <a:pt x="200644" y="152577"/>
                  <a:pt x="203200" y="150024"/>
                </a:cubicBezTo>
                <a:lnTo>
                  <a:pt x="254320" y="98952"/>
                </a:lnTo>
                <a:lnTo>
                  <a:pt x="225565" y="98952"/>
                </a:lnTo>
                <a:cubicBezTo>
                  <a:pt x="221731" y="98952"/>
                  <a:pt x="219175" y="96398"/>
                  <a:pt x="219175" y="92568"/>
                </a:cubicBezTo>
                <a:cubicBezTo>
                  <a:pt x="219175" y="88738"/>
                  <a:pt x="221731" y="86184"/>
                  <a:pt x="225565" y="86184"/>
                </a:cubicBezTo>
                <a:lnTo>
                  <a:pt x="270295" y="86184"/>
                </a:lnTo>
                <a:cubicBezTo>
                  <a:pt x="270934" y="86184"/>
                  <a:pt x="271572" y="86184"/>
                  <a:pt x="272211" y="86822"/>
                </a:cubicBezTo>
                <a:lnTo>
                  <a:pt x="272211" y="86822"/>
                </a:lnTo>
                <a:lnTo>
                  <a:pt x="272211" y="86822"/>
                </a:lnTo>
                <a:cubicBezTo>
                  <a:pt x="272850" y="86822"/>
                  <a:pt x="273490" y="87461"/>
                  <a:pt x="274128" y="88099"/>
                </a:cubicBezTo>
                <a:lnTo>
                  <a:pt x="274767" y="88738"/>
                </a:lnTo>
                <a:cubicBezTo>
                  <a:pt x="275406" y="89376"/>
                  <a:pt x="275406" y="89376"/>
                  <a:pt x="275406" y="90014"/>
                </a:cubicBezTo>
                <a:lnTo>
                  <a:pt x="275406" y="90653"/>
                </a:lnTo>
                <a:cubicBezTo>
                  <a:pt x="275406" y="91291"/>
                  <a:pt x="276045" y="91930"/>
                  <a:pt x="276045" y="93206"/>
                </a:cubicBezTo>
                <a:lnTo>
                  <a:pt x="276045" y="136617"/>
                </a:lnTo>
                <a:close/>
              </a:path>
            </a:pathLst>
          </a:custGeom>
          <a:solidFill>
            <a:srgbClr val="00A3E0"/>
          </a:solidFill>
          <a:ln w="6390" cap="flat">
            <a:noFill/>
            <a:prstDash val="solid"/>
            <a:miter/>
          </a:ln>
        </p:spPr>
        <p:txBody>
          <a:bodyPr rtlCol="0" anchor="ctr"/>
          <a:lstStyle/>
          <a:p>
            <a:endParaRPr lang="en-US"/>
          </a:p>
        </p:txBody>
      </p:sp>
      <p:sp>
        <p:nvSpPr>
          <p:cNvPr id="528" name="Graphic 4">
            <a:extLst>
              <a:ext uri="{FF2B5EF4-FFF2-40B4-BE49-F238E27FC236}">
                <a16:creationId xmlns:a16="http://schemas.microsoft.com/office/drawing/2014/main" id="{6F42ACFF-879F-8249-A785-C8E1879EDAC6}"/>
              </a:ext>
            </a:extLst>
          </p:cNvPr>
          <p:cNvSpPr/>
          <p:nvPr/>
        </p:nvSpPr>
        <p:spPr>
          <a:xfrm>
            <a:off x="905454" y="3339623"/>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46652 w 362309"/>
              <a:gd name="connsiteY6" fmla="*/ 235569 h 361971"/>
              <a:gd name="connsiteX7" fmla="*/ 212146 w 362309"/>
              <a:gd name="connsiteY7" fmla="*/ 223439 h 361971"/>
              <a:gd name="connsiteX8" fmla="*/ 212146 w 362309"/>
              <a:gd name="connsiteY8" fmla="*/ 238761 h 361971"/>
              <a:gd name="connsiteX9" fmla="*/ 205756 w 362309"/>
              <a:gd name="connsiteY9" fmla="*/ 245145 h 361971"/>
              <a:gd name="connsiteX10" fmla="*/ 199366 w 362309"/>
              <a:gd name="connsiteY10" fmla="*/ 238761 h 361971"/>
              <a:gd name="connsiteX11" fmla="*/ 199366 w 362309"/>
              <a:gd name="connsiteY11" fmla="*/ 206203 h 361971"/>
              <a:gd name="connsiteX12" fmla="*/ 205756 w 362309"/>
              <a:gd name="connsiteY12" fmla="*/ 199819 h 361971"/>
              <a:gd name="connsiteX13" fmla="*/ 238345 w 362309"/>
              <a:gd name="connsiteY13" fmla="*/ 199819 h 361971"/>
              <a:gd name="connsiteX14" fmla="*/ 244735 w 362309"/>
              <a:gd name="connsiteY14" fmla="*/ 206203 h 361971"/>
              <a:gd name="connsiteX15" fmla="*/ 238345 w 362309"/>
              <a:gd name="connsiteY15" fmla="*/ 212587 h 361971"/>
              <a:gd name="connsiteX16" fmla="*/ 218536 w 362309"/>
              <a:gd name="connsiteY16" fmla="*/ 212587 h 361971"/>
              <a:gd name="connsiteX17" fmla="*/ 278601 w 362309"/>
              <a:gd name="connsiteY17" fmla="*/ 209395 h 361971"/>
              <a:gd name="connsiteX18" fmla="*/ 275406 w 362309"/>
              <a:gd name="connsiteY18" fmla="*/ 149385 h 361971"/>
              <a:gd name="connsiteX19" fmla="*/ 216619 w 362309"/>
              <a:gd name="connsiteY19" fmla="*/ 151300 h 361971"/>
              <a:gd name="connsiteX20" fmla="*/ 155275 w 362309"/>
              <a:gd name="connsiteY20" fmla="*/ 220247 h 361971"/>
              <a:gd name="connsiteX21" fmla="*/ 76679 w 362309"/>
              <a:gd name="connsiteY21" fmla="*/ 220886 h 361971"/>
              <a:gd name="connsiteX22" fmla="*/ 76040 w 362309"/>
              <a:gd name="connsiteY22" fmla="*/ 142363 h 361971"/>
              <a:gd name="connsiteX23" fmla="*/ 150803 w 362309"/>
              <a:gd name="connsiteY23" fmla="*/ 137894 h 361971"/>
              <a:gd name="connsiteX24" fmla="*/ 150803 w 362309"/>
              <a:gd name="connsiteY24" fmla="*/ 123849 h 361971"/>
              <a:gd name="connsiteX25" fmla="*/ 157192 w 362309"/>
              <a:gd name="connsiteY25" fmla="*/ 117465 h 361971"/>
              <a:gd name="connsiteX26" fmla="*/ 163582 w 362309"/>
              <a:gd name="connsiteY26" fmla="*/ 123849 h 361971"/>
              <a:gd name="connsiteX27" fmla="*/ 163582 w 362309"/>
              <a:gd name="connsiteY27" fmla="*/ 156408 h 361971"/>
              <a:gd name="connsiteX28" fmla="*/ 157192 w 362309"/>
              <a:gd name="connsiteY28" fmla="*/ 162792 h 361971"/>
              <a:gd name="connsiteX29" fmla="*/ 124604 w 362309"/>
              <a:gd name="connsiteY29" fmla="*/ 162792 h 361971"/>
              <a:gd name="connsiteX30" fmla="*/ 118214 w 362309"/>
              <a:gd name="connsiteY30" fmla="*/ 156408 h 361971"/>
              <a:gd name="connsiteX31" fmla="*/ 124604 w 362309"/>
              <a:gd name="connsiteY31" fmla="*/ 150024 h 361971"/>
              <a:gd name="connsiteX32" fmla="*/ 145691 w 362309"/>
              <a:gd name="connsiteY32" fmla="*/ 150024 h 361971"/>
              <a:gd name="connsiteX33" fmla="*/ 84986 w 362309"/>
              <a:gd name="connsiteY33" fmla="*/ 151300 h 361971"/>
              <a:gd name="connsiteX34" fmla="*/ 86264 w 362309"/>
              <a:gd name="connsiteY34" fmla="*/ 211948 h 361971"/>
              <a:gd name="connsiteX35" fmla="*/ 146330 w 362309"/>
              <a:gd name="connsiteY35" fmla="*/ 211310 h 361971"/>
              <a:gd name="connsiteX36" fmla="*/ 207673 w 362309"/>
              <a:gd name="connsiteY36" fmla="*/ 142363 h 361971"/>
              <a:gd name="connsiteX37" fmla="*/ 285630 w 362309"/>
              <a:gd name="connsiteY37" fmla="*/ 141086 h 361971"/>
              <a:gd name="connsiteX38" fmla="*/ 286908 w 362309"/>
              <a:gd name="connsiteY38" fmla="*/ 218971 h 361971"/>
              <a:gd name="connsiteX39" fmla="*/ 246652 w 362309"/>
              <a:gd name="connsiteY39" fmla="*/ 235569 h 361971"/>
              <a:gd name="connsiteX40" fmla="*/ 246652 w 362309"/>
              <a:gd name="connsiteY40" fmla="*/ 23556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1157" y="0"/>
                  <a:pt x="180835" y="0"/>
                </a:cubicBezTo>
                <a:close/>
                <a:moveTo>
                  <a:pt x="246652" y="235569"/>
                </a:moveTo>
                <a:cubicBezTo>
                  <a:pt x="233872" y="235569"/>
                  <a:pt x="221731" y="231100"/>
                  <a:pt x="212146" y="223439"/>
                </a:cubicBezTo>
                <a:lnTo>
                  <a:pt x="212146" y="238761"/>
                </a:lnTo>
                <a:cubicBezTo>
                  <a:pt x="212146" y="242591"/>
                  <a:pt x="209590" y="245145"/>
                  <a:pt x="205756" y="245145"/>
                </a:cubicBezTo>
                <a:cubicBezTo>
                  <a:pt x="201922" y="245145"/>
                  <a:pt x="199366" y="242591"/>
                  <a:pt x="199366" y="238761"/>
                </a:cubicBezTo>
                <a:lnTo>
                  <a:pt x="199366" y="206203"/>
                </a:lnTo>
                <a:cubicBezTo>
                  <a:pt x="199366" y="202372"/>
                  <a:pt x="201922" y="199819"/>
                  <a:pt x="205756" y="199819"/>
                </a:cubicBezTo>
                <a:lnTo>
                  <a:pt x="238345" y="199819"/>
                </a:lnTo>
                <a:cubicBezTo>
                  <a:pt x="242179" y="199819"/>
                  <a:pt x="244735" y="202372"/>
                  <a:pt x="244735" y="206203"/>
                </a:cubicBezTo>
                <a:cubicBezTo>
                  <a:pt x="244735" y="210033"/>
                  <a:pt x="242179" y="212587"/>
                  <a:pt x="238345" y="212587"/>
                </a:cubicBezTo>
                <a:lnTo>
                  <a:pt x="218536" y="212587"/>
                </a:lnTo>
                <a:cubicBezTo>
                  <a:pt x="235789" y="227908"/>
                  <a:pt x="262626" y="226631"/>
                  <a:pt x="278601" y="209395"/>
                </a:cubicBezTo>
                <a:cubicBezTo>
                  <a:pt x="294576" y="192158"/>
                  <a:pt x="292659" y="165345"/>
                  <a:pt x="275406" y="149385"/>
                </a:cubicBezTo>
                <a:cubicBezTo>
                  <a:pt x="258792" y="134064"/>
                  <a:pt x="232594" y="135341"/>
                  <a:pt x="216619" y="151300"/>
                </a:cubicBezTo>
                <a:lnTo>
                  <a:pt x="155275" y="220247"/>
                </a:lnTo>
                <a:cubicBezTo>
                  <a:pt x="133550" y="241953"/>
                  <a:pt x="98405" y="242591"/>
                  <a:pt x="76679" y="220886"/>
                </a:cubicBezTo>
                <a:cubicBezTo>
                  <a:pt x="54954" y="199180"/>
                  <a:pt x="54314" y="164068"/>
                  <a:pt x="76040" y="142363"/>
                </a:cubicBezTo>
                <a:cubicBezTo>
                  <a:pt x="95849" y="121934"/>
                  <a:pt x="128438" y="120019"/>
                  <a:pt x="150803" y="137894"/>
                </a:cubicBezTo>
                <a:lnTo>
                  <a:pt x="150803" y="123849"/>
                </a:lnTo>
                <a:cubicBezTo>
                  <a:pt x="150803" y="120019"/>
                  <a:pt x="153358" y="117465"/>
                  <a:pt x="157192" y="117465"/>
                </a:cubicBezTo>
                <a:cubicBezTo>
                  <a:pt x="161026" y="117465"/>
                  <a:pt x="163582" y="120019"/>
                  <a:pt x="163582" y="123849"/>
                </a:cubicBezTo>
                <a:lnTo>
                  <a:pt x="163582" y="156408"/>
                </a:lnTo>
                <a:cubicBezTo>
                  <a:pt x="163582" y="160238"/>
                  <a:pt x="161026" y="162792"/>
                  <a:pt x="157192" y="162792"/>
                </a:cubicBezTo>
                <a:lnTo>
                  <a:pt x="124604" y="162792"/>
                </a:lnTo>
                <a:cubicBezTo>
                  <a:pt x="120770" y="162792"/>
                  <a:pt x="118214" y="160238"/>
                  <a:pt x="118214" y="156408"/>
                </a:cubicBezTo>
                <a:cubicBezTo>
                  <a:pt x="118214" y="152577"/>
                  <a:pt x="120770" y="150024"/>
                  <a:pt x="124604" y="150024"/>
                </a:cubicBezTo>
                <a:lnTo>
                  <a:pt x="145691" y="150024"/>
                </a:lnTo>
                <a:cubicBezTo>
                  <a:pt x="128438" y="133425"/>
                  <a:pt x="101600" y="134702"/>
                  <a:pt x="84986" y="151300"/>
                </a:cubicBezTo>
                <a:cubicBezTo>
                  <a:pt x="68372" y="168537"/>
                  <a:pt x="69650" y="195350"/>
                  <a:pt x="86264" y="211948"/>
                </a:cubicBezTo>
                <a:cubicBezTo>
                  <a:pt x="102878" y="227908"/>
                  <a:pt x="129716" y="227908"/>
                  <a:pt x="146330" y="211310"/>
                </a:cubicBezTo>
                <a:lnTo>
                  <a:pt x="207673" y="142363"/>
                </a:lnTo>
                <a:cubicBezTo>
                  <a:pt x="228760" y="120657"/>
                  <a:pt x="263904" y="120019"/>
                  <a:pt x="285630" y="141086"/>
                </a:cubicBezTo>
                <a:cubicBezTo>
                  <a:pt x="307356" y="162153"/>
                  <a:pt x="307995" y="197265"/>
                  <a:pt x="286908" y="218971"/>
                </a:cubicBezTo>
                <a:cubicBezTo>
                  <a:pt x="276045" y="229823"/>
                  <a:pt x="261987" y="235569"/>
                  <a:pt x="246652" y="235569"/>
                </a:cubicBezTo>
                <a:lnTo>
                  <a:pt x="246652" y="235569"/>
                </a:lnTo>
                <a:close/>
              </a:path>
            </a:pathLst>
          </a:custGeom>
          <a:solidFill>
            <a:srgbClr val="00A3E0"/>
          </a:solidFill>
          <a:ln w="6390" cap="flat">
            <a:noFill/>
            <a:prstDash val="solid"/>
            <a:miter/>
          </a:ln>
        </p:spPr>
        <p:txBody>
          <a:bodyPr rtlCol="0" anchor="ctr"/>
          <a:lstStyle/>
          <a:p>
            <a:endParaRPr lang="en-US"/>
          </a:p>
        </p:txBody>
      </p:sp>
      <p:sp>
        <p:nvSpPr>
          <p:cNvPr id="529" name="Graphic 4">
            <a:extLst>
              <a:ext uri="{FF2B5EF4-FFF2-40B4-BE49-F238E27FC236}">
                <a16:creationId xmlns:a16="http://schemas.microsoft.com/office/drawing/2014/main" id="{5B4C3DA6-A8EF-704F-BA52-6952418668DE}"/>
              </a:ext>
            </a:extLst>
          </p:cNvPr>
          <p:cNvSpPr/>
          <p:nvPr/>
        </p:nvSpPr>
        <p:spPr>
          <a:xfrm>
            <a:off x="1952125" y="333962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56237 w 362313"/>
              <a:gd name="connsiteY6" fmla="*/ 291748 h 361971"/>
              <a:gd name="connsiteX7" fmla="*/ 251124 w 362313"/>
              <a:gd name="connsiteY7" fmla="*/ 294301 h 361971"/>
              <a:gd name="connsiteX8" fmla="*/ 247291 w 362313"/>
              <a:gd name="connsiteY8" fmla="*/ 293025 h 361971"/>
              <a:gd name="connsiteX9" fmla="*/ 186586 w 362313"/>
              <a:gd name="connsiteY9" fmla="*/ 215140 h 361971"/>
              <a:gd name="connsiteX10" fmla="*/ 182113 w 362313"/>
              <a:gd name="connsiteY10" fmla="*/ 201095 h 361971"/>
              <a:gd name="connsiteX11" fmla="*/ 140579 w 362313"/>
              <a:gd name="connsiteY11" fmla="*/ 272596 h 361971"/>
              <a:gd name="connsiteX12" fmla="*/ 116297 w 362313"/>
              <a:gd name="connsiteY12" fmla="*/ 293025 h 361971"/>
              <a:gd name="connsiteX13" fmla="*/ 107351 w 362313"/>
              <a:gd name="connsiteY13" fmla="*/ 291109 h 361971"/>
              <a:gd name="connsiteX14" fmla="*/ 108629 w 362313"/>
              <a:gd name="connsiteY14" fmla="*/ 282810 h 361971"/>
              <a:gd name="connsiteX15" fmla="*/ 130994 w 362313"/>
              <a:gd name="connsiteY15" fmla="*/ 264297 h 361971"/>
              <a:gd name="connsiteX16" fmla="*/ 175723 w 362313"/>
              <a:gd name="connsiteY16" fmla="*/ 155769 h 361971"/>
              <a:gd name="connsiteX17" fmla="*/ 175723 w 362313"/>
              <a:gd name="connsiteY17" fmla="*/ 90653 h 361971"/>
              <a:gd name="connsiteX18" fmla="*/ 125243 w 362313"/>
              <a:gd name="connsiteY18" fmla="*/ 141086 h 361971"/>
              <a:gd name="connsiteX19" fmla="*/ 116297 w 362313"/>
              <a:gd name="connsiteY19" fmla="*/ 141086 h 361971"/>
              <a:gd name="connsiteX20" fmla="*/ 116297 w 362313"/>
              <a:gd name="connsiteY20" fmla="*/ 132149 h 361971"/>
              <a:gd name="connsiteX21" fmla="*/ 177640 w 362313"/>
              <a:gd name="connsiteY21" fmla="*/ 70862 h 361971"/>
              <a:gd name="connsiteX22" fmla="*/ 186586 w 362313"/>
              <a:gd name="connsiteY22" fmla="*/ 70862 h 361971"/>
              <a:gd name="connsiteX23" fmla="*/ 247929 w 362313"/>
              <a:gd name="connsiteY23" fmla="*/ 132149 h 361971"/>
              <a:gd name="connsiteX24" fmla="*/ 247929 w 362313"/>
              <a:gd name="connsiteY24" fmla="*/ 141086 h 361971"/>
              <a:gd name="connsiteX25" fmla="*/ 243457 w 362313"/>
              <a:gd name="connsiteY25" fmla="*/ 143001 h 361971"/>
              <a:gd name="connsiteX26" fmla="*/ 238984 w 362313"/>
              <a:gd name="connsiteY26" fmla="*/ 141086 h 361971"/>
              <a:gd name="connsiteX27" fmla="*/ 188503 w 362313"/>
              <a:gd name="connsiteY27" fmla="*/ 90653 h 361971"/>
              <a:gd name="connsiteX28" fmla="*/ 188503 w 362313"/>
              <a:gd name="connsiteY28" fmla="*/ 155769 h 361971"/>
              <a:gd name="connsiteX29" fmla="*/ 231316 w 362313"/>
              <a:gd name="connsiteY29" fmla="*/ 263020 h 361971"/>
              <a:gd name="connsiteX30" fmla="*/ 254958 w 362313"/>
              <a:gd name="connsiteY30" fmla="*/ 283449 h 361971"/>
              <a:gd name="connsiteX31" fmla="*/ 256237 w 362313"/>
              <a:gd name="connsiteY31" fmla="*/ 291748 h 361971"/>
              <a:gd name="connsiteX32" fmla="*/ 256237 w 362313"/>
              <a:gd name="connsiteY32" fmla="*/ 29174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256237" y="291748"/>
                </a:moveTo>
                <a:cubicBezTo>
                  <a:pt x="254958" y="293663"/>
                  <a:pt x="253042" y="294301"/>
                  <a:pt x="251124" y="294301"/>
                </a:cubicBezTo>
                <a:cubicBezTo>
                  <a:pt x="249847" y="294301"/>
                  <a:pt x="248569" y="293663"/>
                  <a:pt x="247291" y="293025"/>
                </a:cubicBezTo>
                <a:cubicBezTo>
                  <a:pt x="219814" y="273873"/>
                  <a:pt x="198088" y="246422"/>
                  <a:pt x="186586" y="215140"/>
                </a:cubicBezTo>
                <a:cubicBezTo>
                  <a:pt x="184669" y="210671"/>
                  <a:pt x="183391" y="205564"/>
                  <a:pt x="182113" y="201095"/>
                </a:cubicBezTo>
                <a:cubicBezTo>
                  <a:pt x="174445" y="227908"/>
                  <a:pt x="160387" y="252806"/>
                  <a:pt x="140579" y="272596"/>
                </a:cubicBezTo>
                <a:cubicBezTo>
                  <a:pt x="133550" y="280257"/>
                  <a:pt x="125243" y="286641"/>
                  <a:pt x="116297" y="293025"/>
                </a:cubicBezTo>
                <a:cubicBezTo>
                  <a:pt x="113102" y="294940"/>
                  <a:pt x="109268" y="293663"/>
                  <a:pt x="107351" y="291109"/>
                </a:cubicBezTo>
                <a:cubicBezTo>
                  <a:pt x="105434" y="288556"/>
                  <a:pt x="106073" y="284725"/>
                  <a:pt x="108629" y="282810"/>
                </a:cubicBezTo>
                <a:cubicBezTo>
                  <a:pt x="116297" y="277065"/>
                  <a:pt x="123965" y="270681"/>
                  <a:pt x="130994" y="264297"/>
                </a:cubicBezTo>
                <a:cubicBezTo>
                  <a:pt x="159748" y="235569"/>
                  <a:pt x="175723" y="196627"/>
                  <a:pt x="175723" y="155769"/>
                </a:cubicBezTo>
                <a:lnTo>
                  <a:pt x="175723" y="90653"/>
                </a:lnTo>
                <a:lnTo>
                  <a:pt x="125243" y="141086"/>
                </a:lnTo>
                <a:cubicBezTo>
                  <a:pt x="122687" y="143640"/>
                  <a:pt x="118853" y="143640"/>
                  <a:pt x="116297" y="141086"/>
                </a:cubicBezTo>
                <a:cubicBezTo>
                  <a:pt x="113741" y="138533"/>
                  <a:pt x="113741" y="134702"/>
                  <a:pt x="116297" y="132149"/>
                </a:cubicBezTo>
                <a:lnTo>
                  <a:pt x="177640" y="70862"/>
                </a:lnTo>
                <a:cubicBezTo>
                  <a:pt x="180196" y="68309"/>
                  <a:pt x="184030" y="68309"/>
                  <a:pt x="186586" y="70862"/>
                </a:cubicBezTo>
                <a:lnTo>
                  <a:pt x="247929" y="132149"/>
                </a:lnTo>
                <a:cubicBezTo>
                  <a:pt x="250486" y="134702"/>
                  <a:pt x="250486" y="138533"/>
                  <a:pt x="247929" y="141086"/>
                </a:cubicBezTo>
                <a:cubicBezTo>
                  <a:pt x="246652" y="142363"/>
                  <a:pt x="245374" y="143001"/>
                  <a:pt x="243457" y="143001"/>
                </a:cubicBezTo>
                <a:cubicBezTo>
                  <a:pt x="241540" y="143001"/>
                  <a:pt x="240262" y="142363"/>
                  <a:pt x="238984" y="141086"/>
                </a:cubicBezTo>
                <a:lnTo>
                  <a:pt x="188503" y="90653"/>
                </a:lnTo>
                <a:lnTo>
                  <a:pt x="188503" y="155769"/>
                </a:lnTo>
                <a:cubicBezTo>
                  <a:pt x="188503" y="195988"/>
                  <a:pt x="203839" y="234292"/>
                  <a:pt x="231316" y="263020"/>
                </a:cubicBezTo>
                <a:cubicBezTo>
                  <a:pt x="238345" y="270681"/>
                  <a:pt x="246652" y="277065"/>
                  <a:pt x="254958" y="283449"/>
                </a:cubicBezTo>
                <a:cubicBezTo>
                  <a:pt x="257514" y="284725"/>
                  <a:pt x="258153" y="288556"/>
                  <a:pt x="256237" y="291748"/>
                </a:cubicBezTo>
                <a:lnTo>
                  <a:pt x="256237" y="291748"/>
                </a:lnTo>
                <a:close/>
              </a:path>
            </a:pathLst>
          </a:custGeom>
          <a:solidFill>
            <a:srgbClr val="00A3E0"/>
          </a:solidFill>
          <a:ln w="6390" cap="flat">
            <a:noFill/>
            <a:prstDash val="solid"/>
            <a:miter/>
          </a:ln>
        </p:spPr>
        <p:txBody>
          <a:bodyPr rtlCol="0" anchor="ctr"/>
          <a:lstStyle/>
          <a:p>
            <a:endParaRPr lang="en-US"/>
          </a:p>
        </p:txBody>
      </p:sp>
      <p:sp>
        <p:nvSpPr>
          <p:cNvPr id="530" name="Graphic 4">
            <a:extLst>
              <a:ext uri="{FF2B5EF4-FFF2-40B4-BE49-F238E27FC236}">
                <a16:creationId xmlns:a16="http://schemas.microsoft.com/office/drawing/2014/main" id="{AFE53EC1-2B11-EA4F-987E-0D649D7676CB}"/>
              </a:ext>
            </a:extLst>
          </p:cNvPr>
          <p:cNvSpPr/>
          <p:nvPr/>
        </p:nvSpPr>
        <p:spPr>
          <a:xfrm>
            <a:off x="7191874" y="237117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61026 w 362312"/>
              <a:gd name="connsiteY6" fmla="*/ 210671 h 361971"/>
              <a:gd name="connsiteX7" fmla="*/ 108629 w 362312"/>
              <a:gd name="connsiteY7" fmla="*/ 263020 h 361971"/>
              <a:gd name="connsiteX8" fmla="*/ 143774 w 362312"/>
              <a:gd name="connsiteY8" fmla="*/ 263020 h 361971"/>
              <a:gd name="connsiteX9" fmla="*/ 150164 w 362312"/>
              <a:gd name="connsiteY9" fmla="*/ 269404 h 361971"/>
              <a:gd name="connsiteX10" fmla="*/ 143774 w 362312"/>
              <a:gd name="connsiteY10" fmla="*/ 275788 h 361971"/>
              <a:gd name="connsiteX11" fmla="*/ 93293 w 362312"/>
              <a:gd name="connsiteY11" fmla="*/ 275788 h 361971"/>
              <a:gd name="connsiteX12" fmla="*/ 90737 w 362312"/>
              <a:gd name="connsiteY12" fmla="*/ 275150 h 361971"/>
              <a:gd name="connsiteX13" fmla="*/ 90737 w 362312"/>
              <a:gd name="connsiteY13" fmla="*/ 275150 h 361971"/>
              <a:gd name="connsiteX14" fmla="*/ 88820 w 362312"/>
              <a:gd name="connsiteY14" fmla="*/ 273873 h 361971"/>
              <a:gd name="connsiteX15" fmla="*/ 88181 w 362312"/>
              <a:gd name="connsiteY15" fmla="*/ 273235 h 361971"/>
              <a:gd name="connsiteX16" fmla="*/ 87542 w 362312"/>
              <a:gd name="connsiteY16" fmla="*/ 271958 h 361971"/>
              <a:gd name="connsiteX17" fmla="*/ 87542 w 362312"/>
              <a:gd name="connsiteY17" fmla="*/ 271319 h 361971"/>
              <a:gd name="connsiteX18" fmla="*/ 86903 w 362312"/>
              <a:gd name="connsiteY18" fmla="*/ 268766 h 361971"/>
              <a:gd name="connsiteX19" fmla="*/ 86903 w 362312"/>
              <a:gd name="connsiteY19" fmla="*/ 218332 h 361971"/>
              <a:gd name="connsiteX20" fmla="*/ 93293 w 362312"/>
              <a:gd name="connsiteY20" fmla="*/ 211948 h 361971"/>
              <a:gd name="connsiteX21" fmla="*/ 99683 w 362312"/>
              <a:gd name="connsiteY21" fmla="*/ 218332 h 361971"/>
              <a:gd name="connsiteX22" fmla="*/ 99683 w 362312"/>
              <a:gd name="connsiteY22" fmla="*/ 253444 h 361971"/>
              <a:gd name="connsiteX23" fmla="*/ 152081 w 362312"/>
              <a:gd name="connsiteY23" fmla="*/ 201095 h 361971"/>
              <a:gd name="connsiteX24" fmla="*/ 161026 w 362312"/>
              <a:gd name="connsiteY24" fmla="*/ 201734 h 361971"/>
              <a:gd name="connsiteX25" fmla="*/ 161026 w 362312"/>
              <a:gd name="connsiteY25" fmla="*/ 210671 h 361971"/>
              <a:gd name="connsiteX26" fmla="*/ 161026 w 362312"/>
              <a:gd name="connsiteY26" fmla="*/ 210671 h 361971"/>
              <a:gd name="connsiteX27" fmla="*/ 276685 w 362312"/>
              <a:gd name="connsiteY27" fmla="*/ 143001 h 361971"/>
              <a:gd name="connsiteX28" fmla="*/ 270295 w 362312"/>
              <a:gd name="connsiteY28" fmla="*/ 149385 h 361971"/>
              <a:gd name="connsiteX29" fmla="*/ 263905 w 362312"/>
              <a:gd name="connsiteY29" fmla="*/ 143001 h 361971"/>
              <a:gd name="connsiteX30" fmla="*/ 263905 w 362312"/>
              <a:gd name="connsiteY30" fmla="*/ 107889 h 361971"/>
              <a:gd name="connsiteX31" fmla="*/ 211507 w 362312"/>
              <a:gd name="connsiteY31" fmla="*/ 160238 h 361971"/>
              <a:gd name="connsiteX32" fmla="*/ 207034 w 362312"/>
              <a:gd name="connsiteY32" fmla="*/ 162153 h 361971"/>
              <a:gd name="connsiteX33" fmla="*/ 202561 w 362312"/>
              <a:gd name="connsiteY33" fmla="*/ 160238 h 361971"/>
              <a:gd name="connsiteX34" fmla="*/ 202561 w 362312"/>
              <a:gd name="connsiteY34" fmla="*/ 151300 h 361971"/>
              <a:gd name="connsiteX35" fmla="*/ 254959 w 362312"/>
              <a:gd name="connsiteY35" fmla="*/ 98952 h 361971"/>
              <a:gd name="connsiteX36" fmla="*/ 219814 w 362312"/>
              <a:gd name="connsiteY36" fmla="*/ 98952 h 361971"/>
              <a:gd name="connsiteX37" fmla="*/ 213424 w 362312"/>
              <a:gd name="connsiteY37" fmla="*/ 92568 h 361971"/>
              <a:gd name="connsiteX38" fmla="*/ 219814 w 362312"/>
              <a:gd name="connsiteY38" fmla="*/ 86184 h 361971"/>
              <a:gd name="connsiteX39" fmla="*/ 270295 w 362312"/>
              <a:gd name="connsiteY39" fmla="*/ 86184 h 361971"/>
              <a:gd name="connsiteX40" fmla="*/ 272211 w 362312"/>
              <a:gd name="connsiteY40" fmla="*/ 86822 h 361971"/>
              <a:gd name="connsiteX41" fmla="*/ 272850 w 362312"/>
              <a:gd name="connsiteY41" fmla="*/ 86822 h 361971"/>
              <a:gd name="connsiteX42" fmla="*/ 274128 w 362312"/>
              <a:gd name="connsiteY42" fmla="*/ 87461 h 361971"/>
              <a:gd name="connsiteX43" fmla="*/ 274767 w 362312"/>
              <a:gd name="connsiteY43" fmla="*/ 88099 h 361971"/>
              <a:gd name="connsiteX44" fmla="*/ 276045 w 362312"/>
              <a:gd name="connsiteY44" fmla="*/ 90014 h 361971"/>
              <a:gd name="connsiteX45" fmla="*/ 276045 w 362312"/>
              <a:gd name="connsiteY45" fmla="*/ 90014 h 361971"/>
              <a:gd name="connsiteX46" fmla="*/ 276045 w 362312"/>
              <a:gd name="connsiteY46" fmla="*/ 90014 h 361971"/>
              <a:gd name="connsiteX47" fmla="*/ 276685 w 362312"/>
              <a:gd name="connsiteY47" fmla="*/ 92568 h 361971"/>
              <a:gd name="connsiteX48" fmla="*/ 276685 w 362312"/>
              <a:gd name="connsiteY48" fmla="*/ 143001 h 361971"/>
              <a:gd name="connsiteX49" fmla="*/ 276685 w 362312"/>
              <a:gd name="connsiteY49" fmla="*/ 14300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61026" y="210671"/>
                </a:moveTo>
                <a:lnTo>
                  <a:pt x="108629" y="263020"/>
                </a:lnTo>
                <a:lnTo>
                  <a:pt x="143774" y="263020"/>
                </a:lnTo>
                <a:cubicBezTo>
                  <a:pt x="147607" y="263020"/>
                  <a:pt x="150164" y="265574"/>
                  <a:pt x="150164" y="269404"/>
                </a:cubicBezTo>
                <a:cubicBezTo>
                  <a:pt x="150164" y="273235"/>
                  <a:pt x="147607" y="275788"/>
                  <a:pt x="143774" y="275788"/>
                </a:cubicBezTo>
                <a:lnTo>
                  <a:pt x="93293" y="275788"/>
                </a:lnTo>
                <a:cubicBezTo>
                  <a:pt x="92654" y="275788"/>
                  <a:pt x="91376" y="275788"/>
                  <a:pt x="90737" y="275150"/>
                </a:cubicBezTo>
                <a:lnTo>
                  <a:pt x="90737" y="275150"/>
                </a:lnTo>
                <a:cubicBezTo>
                  <a:pt x="90098" y="275150"/>
                  <a:pt x="89459" y="274511"/>
                  <a:pt x="88820" y="273873"/>
                </a:cubicBezTo>
                <a:lnTo>
                  <a:pt x="88181" y="273235"/>
                </a:lnTo>
                <a:cubicBezTo>
                  <a:pt x="87542" y="272596"/>
                  <a:pt x="87542" y="272596"/>
                  <a:pt x="87542" y="271958"/>
                </a:cubicBezTo>
                <a:lnTo>
                  <a:pt x="87542" y="271319"/>
                </a:lnTo>
                <a:cubicBezTo>
                  <a:pt x="87542" y="270681"/>
                  <a:pt x="86903" y="270043"/>
                  <a:pt x="86903" y="268766"/>
                </a:cubicBezTo>
                <a:lnTo>
                  <a:pt x="86903" y="218332"/>
                </a:lnTo>
                <a:cubicBezTo>
                  <a:pt x="86903" y="214502"/>
                  <a:pt x="89459" y="211948"/>
                  <a:pt x="93293" y="211948"/>
                </a:cubicBezTo>
                <a:cubicBezTo>
                  <a:pt x="97127" y="211948"/>
                  <a:pt x="99683" y="214502"/>
                  <a:pt x="99683" y="218332"/>
                </a:cubicBezTo>
                <a:lnTo>
                  <a:pt x="99683" y="253444"/>
                </a:lnTo>
                <a:lnTo>
                  <a:pt x="152081" y="201095"/>
                </a:lnTo>
                <a:cubicBezTo>
                  <a:pt x="154636" y="198542"/>
                  <a:pt x="159110" y="199180"/>
                  <a:pt x="161026" y="201734"/>
                </a:cubicBezTo>
                <a:cubicBezTo>
                  <a:pt x="163582" y="204926"/>
                  <a:pt x="163582" y="208118"/>
                  <a:pt x="161026" y="210671"/>
                </a:cubicBezTo>
                <a:lnTo>
                  <a:pt x="161026" y="210671"/>
                </a:lnTo>
                <a:close/>
                <a:moveTo>
                  <a:pt x="276685" y="143001"/>
                </a:moveTo>
                <a:cubicBezTo>
                  <a:pt x="276685" y="146832"/>
                  <a:pt x="274128" y="149385"/>
                  <a:pt x="270295" y="149385"/>
                </a:cubicBezTo>
                <a:cubicBezTo>
                  <a:pt x="266460" y="149385"/>
                  <a:pt x="263905" y="146832"/>
                  <a:pt x="263905" y="143001"/>
                </a:cubicBezTo>
                <a:lnTo>
                  <a:pt x="263905" y="107889"/>
                </a:lnTo>
                <a:lnTo>
                  <a:pt x="211507" y="160238"/>
                </a:lnTo>
                <a:cubicBezTo>
                  <a:pt x="210229" y="161515"/>
                  <a:pt x="208951" y="162153"/>
                  <a:pt x="207034" y="162153"/>
                </a:cubicBezTo>
                <a:cubicBezTo>
                  <a:pt x="205117" y="162153"/>
                  <a:pt x="203839" y="161515"/>
                  <a:pt x="202561" y="160238"/>
                </a:cubicBezTo>
                <a:cubicBezTo>
                  <a:pt x="200005" y="157684"/>
                  <a:pt x="200005" y="153854"/>
                  <a:pt x="202561" y="151300"/>
                </a:cubicBezTo>
                <a:lnTo>
                  <a:pt x="254959" y="98952"/>
                </a:lnTo>
                <a:lnTo>
                  <a:pt x="219814" y="98952"/>
                </a:lnTo>
                <a:cubicBezTo>
                  <a:pt x="215980" y="98952"/>
                  <a:pt x="213424" y="96398"/>
                  <a:pt x="213424" y="92568"/>
                </a:cubicBezTo>
                <a:cubicBezTo>
                  <a:pt x="213424" y="88738"/>
                  <a:pt x="215980" y="86184"/>
                  <a:pt x="219814" y="86184"/>
                </a:cubicBezTo>
                <a:lnTo>
                  <a:pt x="270295" y="86184"/>
                </a:lnTo>
                <a:cubicBezTo>
                  <a:pt x="270934" y="86184"/>
                  <a:pt x="271572" y="86184"/>
                  <a:pt x="272211" y="86822"/>
                </a:cubicBezTo>
                <a:lnTo>
                  <a:pt x="272850" y="86822"/>
                </a:lnTo>
                <a:cubicBezTo>
                  <a:pt x="273490" y="86822"/>
                  <a:pt x="273490" y="87461"/>
                  <a:pt x="274128" y="87461"/>
                </a:cubicBezTo>
                <a:cubicBezTo>
                  <a:pt x="274128" y="87461"/>
                  <a:pt x="274767" y="87461"/>
                  <a:pt x="274767" y="88099"/>
                </a:cubicBezTo>
                <a:cubicBezTo>
                  <a:pt x="275406" y="88738"/>
                  <a:pt x="275406" y="89376"/>
                  <a:pt x="276045" y="90014"/>
                </a:cubicBezTo>
                <a:lnTo>
                  <a:pt x="276045" y="90014"/>
                </a:lnTo>
                <a:lnTo>
                  <a:pt x="276045" y="90014"/>
                </a:lnTo>
                <a:cubicBezTo>
                  <a:pt x="276045" y="90653"/>
                  <a:pt x="276685" y="91291"/>
                  <a:pt x="276685" y="92568"/>
                </a:cubicBezTo>
                <a:lnTo>
                  <a:pt x="276685" y="143001"/>
                </a:lnTo>
                <a:lnTo>
                  <a:pt x="276685" y="143001"/>
                </a:lnTo>
                <a:close/>
              </a:path>
            </a:pathLst>
          </a:custGeom>
          <a:solidFill>
            <a:srgbClr val="00A3E0"/>
          </a:solidFill>
          <a:ln w="6390" cap="flat">
            <a:noFill/>
            <a:prstDash val="solid"/>
            <a:miter/>
          </a:ln>
        </p:spPr>
        <p:txBody>
          <a:bodyPr rtlCol="0" anchor="ctr"/>
          <a:lstStyle/>
          <a:p>
            <a:endParaRPr lang="en-US"/>
          </a:p>
        </p:txBody>
      </p:sp>
      <p:sp>
        <p:nvSpPr>
          <p:cNvPr id="531" name="Graphic 4">
            <a:extLst>
              <a:ext uri="{FF2B5EF4-FFF2-40B4-BE49-F238E27FC236}">
                <a16:creationId xmlns:a16="http://schemas.microsoft.com/office/drawing/2014/main" id="{E9419427-9516-D749-BE8E-5174E0A154BD}"/>
              </a:ext>
            </a:extLst>
          </p:cNvPr>
          <p:cNvSpPr/>
          <p:nvPr/>
        </p:nvSpPr>
        <p:spPr>
          <a:xfrm>
            <a:off x="6146480" y="237117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60387 w 362309"/>
              <a:gd name="connsiteY6" fmla="*/ 160238 h 361971"/>
              <a:gd name="connsiteX7" fmla="*/ 151441 w 362309"/>
              <a:gd name="connsiteY7" fmla="*/ 160238 h 361971"/>
              <a:gd name="connsiteX8" fmla="*/ 99044 w 362309"/>
              <a:gd name="connsiteY8" fmla="*/ 107889 h 361971"/>
              <a:gd name="connsiteX9" fmla="*/ 99044 w 362309"/>
              <a:gd name="connsiteY9" fmla="*/ 143001 h 361971"/>
              <a:gd name="connsiteX10" fmla="*/ 92654 w 362309"/>
              <a:gd name="connsiteY10" fmla="*/ 149385 h 361971"/>
              <a:gd name="connsiteX11" fmla="*/ 86264 w 362309"/>
              <a:gd name="connsiteY11" fmla="*/ 143001 h 361971"/>
              <a:gd name="connsiteX12" fmla="*/ 86264 w 362309"/>
              <a:gd name="connsiteY12" fmla="*/ 92568 h 361971"/>
              <a:gd name="connsiteX13" fmla="*/ 86903 w 362309"/>
              <a:gd name="connsiteY13" fmla="*/ 90014 h 361971"/>
              <a:gd name="connsiteX14" fmla="*/ 86903 w 362309"/>
              <a:gd name="connsiteY14" fmla="*/ 89376 h 361971"/>
              <a:gd name="connsiteX15" fmla="*/ 87542 w 362309"/>
              <a:gd name="connsiteY15" fmla="*/ 88099 h 361971"/>
              <a:gd name="connsiteX16" fmla="*/ 88181 w 362309"/>
              <a:gd name="connsiteY16" fmla="*/ 87461 h 361971"/>
              <a:gd name="connsiteX17" fmla="*/ 90098 w 362309"/>
              <a:gd name="connsiteY17" fmla="*/ 86184 h 361971"/>
              <a:gd name="connsiteX18" fmla="*/ 90098 w 362309"/>
              <a:gd name="connsiteY18" fmla="*/ 86184 h 361971"/>
              <a:gd name="connsiteX19" fmla="*/ 90098 w 362309"/>
              <a:gd name="connsiteY19" fmla="*/ 86184 h 361971"/>
              <a:gd name="connsiteX20" fmla="*/ 92015 w 362309"/>
              <a:gd name="connsiteY20" fmla="*/ 85546 h 361971"/>
              <a:gd name="connsiteX21" fmla="*/ 142496 w 362309"/>
              <a:gd name="connsiteY21" fmla="*/ 85546 h 361971"/>
              <a:gd name="connsiteX22" fmla="*/ 148885 w 362309"/>
              <a:gd name="connsiteY22" fmla="*/ 91930 h 361971"/>
              <a:gd name="connsiteX23" fmla="*/ 142496 w 362309"/>
              <a:gd name="connsiteY23" fmla="*/ 98313 h 361971"/>
              <a:gd name="connsiteX24" fmla="*/ 107351 w 362309"/>
              <a:gd name="connsiteY24" fmla="*/ 98313 h 361971"/>
              <a:gd name="connsiteX25" fmla="*/ 159748 w 362309"/>
              <a:gd name="connsiteY25" fmla="*/ 150662 h 361971"/>
              <a:gd name="connsiteX26" fmla="*/ 160387 w 362309"/>
              <a:gd name="connsiteY26" fmla="*/ 160238 h 361971"/>
              <a:gd name="connsiteX27" fmla="*/ 276045 w 362309"/>
              <a:gd name="connsiteY27" fmla="*/ 269404 h 361971"/>
              <a:gd name="connsiteX28" fmla="*/ 276045 w 362309"/>
              <a:gd name="connsiteY28" fmla="*/ 269404 h 361971"/>
              <a:gd name="connsiteX29" fmla="*/ 275406 w 362309"/>
              <a:gd name="connsiteY29" fmla="*/ 271958 h 361971"/>
              <a:gd name="connsiteX30" fmla="*/ 275406 w 362309"/>
              <a:gd name="connsiteY30" fmla="*/ 271958 h 361971"/>
              <a:gd name="connsiteX31" fmla="*/ 275406 w 362309"/>
              <a:gd name="connsiteY31" fmla="*/ 271958 h 361971"/>
              <a:gd name="connsiteX32" fmla="*/ 274128 w 362309"/>
              <a:gd name="connsiteY32" fmla="*/ 273873 h 361971"/>
              <a:gd name="connsiteX33" fmla="*/ 273489 w 362309"/>
              <a:gd name="connsiteY33" fmla="*/ 274511 h 361971"/>
              <a:gd name="connsiteX34" fmla="*/ 272211 w 362309"/>
              <a:gd name="connsiteY34" fmla="*/ 275150 h 361971"/>
              <a:gd name="connsiteX35" fmla="*/ 271572 w 362309"/>
              <a:gd name="connsiteY35" fmla="*/ 275150 h 361971"/>
              <a:gd name="connsiteX36" fmla="*/ 269655 w 362309"/>
              <a:gd name="connsiteY36" fmla="*/ 275788 h 361971"/>
              <a:gd name="connsiteX37" fmla="*/ 219175 w 362309"/>
              <a:gd name="connsiteY37" fmla="*/ 275788 h 361971"/>
              <a:gd name="connsiteX38" fmla="*/ 212785 w 362309"/>
              <a:gd name="connsiteY38" fmla="*/ 269404 h 361971"/>
              <a:gd name="connsiteX39" fmla="*/ 219175 w 362309"/>
              <a:gd name="connsiteY39" fmla="*/ 263020 h 361971"/>
              <a:gd name="connsiteX40" fmla="*/ 254319 w 362309"/>
              <a:gd name="connsiteY40" fmla="*/ 263020 h 361971"/>
              <a:gd name="connsiteX41" fmla="*/ 201922 w 362309"/>
              <a:gd name="connsiteY41" fmla="*/ 210671 h 361971"/>
              <a:gd name="connsiteX42" fmla="*/ 201922 w 362309"/>
              <a:gd name="connsiteY42" fmla="*/ 201734 h 361971"/>
              <a:gd name="connsiteX43" fmla="*/ 210868 w 362309"/>
              <a:gd name="connsiteY43" fmla="*/ 201734 h 361971"/>
              <a:gd name="connsiteX44" fmla="*/ 210868 w 362309"/>
              <a:gd name="connsiteY44" fmla="*/ 201734 h 361971"/>
              <a:gd name="connsiteX45" fmla="*/ 263265 w 362309"/>
              <a:gd name="connsiteY45" fmla="*/ 254083 h 361971"/>
              <a:gd name="connsiteX46" fmla="*/ 263265 w 362309"/>
              <a:gd name="connsiteY46" fmla="*/ 218332 h 361971"/>
              <a:gd name="connsiteX47" fmla="*/ 269655 w 362309"/>
              <a:gd name="connsiteY47" fmla="*/ 211948 h 361971"/>
              <a:gd name="connsiteX48" fmla="*/ 276045 w 362309"/>
              <a:gd name="connsiteY48" fmla="*/ 218332 h 361971"/>
              <a:gd name="connsiteX49" fmla="*/ 276045 w 362309"/>
              <a:gd name="connsiteY49" fmla="*/ 2694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60387" y="160238"/>
                </a:moveTo>
                <a:cubicBezTo>
                  <a:pt x="157831" y="162792"/>
                  <a:pt x="153997" y="162792"/>
                  <a:pt x="151441" y="160238"/>
                </a:cubicBezTo>
                <a:lnTo>
                  <a:pt x="99044" y="107889"/>
                </a:lnTo>
                <a:lnTo>
                  <a:pt x="99044" y="143001"/>
                </a:lnTo>
                <a:cubicBezTo>
                  <a:pt x="99044" y="146832"/>
                  <a:pt x="96488" y="149385"/>
                  <a:pt x="92654" y="149385"/>
                </a:cubicBezTo>
                <a:cubicBezTo>
                  <a:pt x="88820" y="149385"/>
                  <a:pt x="86264" y="146832"/>
                  <a:pt x="86264" y="143001"/>
                </a:cubicBezTo>
                <a:lnTo>
                  <a:pt x="86264" y="92568"/>
                </a:lnTo>
                <a:cubicBezTo>
                  <a:pt x="86264" y="91930"/>
                  <a:pt x="86264" y="91291"/>
                  <a:pt x="86903" y="90014"/>
                </a:cubicBezTo>
                <a:lnTo>
                  <a:pt x="86903" y="89376"/>
                </a:lnTo>
                <a:cubicBezTo>
                  <a:pt x="86903" y="88738"/>
                  <a:pt x="87542" y="88738"/>
                  <a:pt x="87542" y="88099"/>
                </a:cubicBezTo>
                <a:lnTo>
                  <a:pt x="88181" y="87461"/>
                </a:lnTo>
                <a:cubicBezTo>
                  <a:pt x="88820" y="86822"/>
                  <a:pt x="89459" y="86822"/>
                  <a:pt x="90098" y="86184"/>
                </a:cubicBezTo>
                <a:lnTo>
                  <a:pt x="90098" y="86184"/>
                </a:lnTo>
                <a:lnTo>
                  <a:pt x="90098" y="86184"/>
                </a:lnTo>
                <a:cubicBezTo>
                  <a:pt x="90737" y="86184"/>
                  <a:pt x="91376" y="85546"/>
                  <a:pt x="92015" y="85546"/>
                </a:cubicBezTo>
                <a:lnTo>
                  <a:pt x="142496" y="85546"/>
                </a:lnTo>
                <a:cubicBezTo>
                  <a:pt x="146329" y="85546"/>
                  <a:pt x="148885" y="88099"/>
                  <a:pt x="148885" y="91930"/>
                </a:cubicBezTo>
                <a:cubicBezTo>
                  <a:pt x="148885" y="95760"/>
                  <a:pt x="146329" y="98313"/>
                  <a:pt x="142496" y="98313"/>
                </a:cubicBezTo>
                <a:lnTo>
                  <a:pt x="107351" y="98313"/>
                </a:lnTo>
                <a:lnTo>
                  <a:pt x="159748" y="150662"/>
                </a:lnTo>
                <a:cubicBezTo>
                  <a:pt x="162304" y="153854"/>
                  <a:pt x="162304" y="157684"/>
                  <a:pt x="160387" y="160238"/>
                </a:cubicBezTo>
                <a:close/>
                <a:moveTo>
                  <a:pt x="276045" y="269404"/>
                </a:moveTo>
                <a:lnTo>
                  <a:pt x="276045" y="269404"/>
                </a:lnTo>
                <a:cubicBezTo>
                  <a:pt x="276045" y="270043"/>
                  <a:pt x="276045" y="270681"/>
                  <a:pt x="275406" y="271958"/>
                </a:cubicBezTo>
                <a:lnTo>
                  <a:pt x="275406" y="271958"/>
                </a:lnTo>
                <a:lnTo>
                  <a:pt x="275406" y="271958"/>
                </a:lnTo>
                <a:cubicBezTo>
                  <a:pt x="275406" y="272596"/>
                  <a:pt x="274767" y="273235"/>
                  <a:pt x="274128" y="273873"/>
                </a:cubicBezTo>
                <a:cubicBezTo>
                  <a:pt x="274128" y="273873"/>
                  <a:pt x="274128" y="274511"/>
                  <a:pt x="273489" y="274511"/>
                </a:cubicBezTo>
                <a:cubicBezTo>
                  <a:pt x="272850" y="275150"/>
                  <a:pt x="272850" y="275150"/>
                  <a:pt x="272211" y="275150"/>
                </a:cubicBezTo>
                <a:lnTo>
                  <a:pt x="271572" y="275150"/>
                </a:lnTo>
                <a:cubicBezTo>
                  <a:pt x="270933" y="275150"/>
                  <a:pt x="270294" y="275788"/>
                  <a:pt x="269655" y="275788"/>
                </a:cubicBezTo>
                <a:lnTo>
                  <a:pt x="219175" y="275788"/>
                </a:lnTo>
                <a:cubicBezTo>
                  <a:pt x="215341" y="275788"/>
                  <a:pt x="212785" y="273235"/>
                  <a:pt x="212785" y="269404"/>
                </a:cubicBezTo>
                <a:cubicBezTo>
                  <a:pt x="212785" y="265574"/>
                  <a:pt x="215341" y="263020"/>
                  <a:pt x="219175" y="263020"/>
                </a:cubicBezTo>
                <a:lnTo>
                  <a:pt x="254319" y="263020"/>
                </a:lnTo>
                <a:lnTo>
                  <a:pt x="201922" y="210671"/>
                </a:lnTo>
                <a:cubicBezTo>
                  <a:pt x="199366" y="208118"/>
                  <a:pt x="199366" y="204287"/>
                  <a:pt x="201922" y="201734"/>
                </a:cubicBezTo>
                <a:cubicBezTo>
                  <a:pt x="204478" y="199180"/>
                  <a:pt x="208312" y="199180"/>
                  <a:pt x="210868" y="201734"/>
                </a:cubicBezTo>
                <a:cubicBezTo>
                  <a:pt x="210868" y="201734"/>
                  <a:pt x="210868" y="201734"/>
                  <a:pt x="210868" y="201734"/>
                </a:cubicBezTo>
                <a:lnTo>
                  <a:pt x="263265" y="254083"/>
                </a:lnTo>
                <a:lnTo>
                  <a:pt x="263265" y="218332"/>
                </a:lnTo>
                <a:cubicBezTo>
                  <a:pt x="263265" y="214502"/>
                  <a:pt x="265821" y="211948"/>
                  <a:pt x="269655" y="211948"/>
                </a:cubicBezTo>
                <a:cubicBezTo>
                  <a:pt x="273489" y="211948"/>
                  <a:pt x="276045" y="214502"/>
                  <a:pt x="276045" y="218332"/>
                </a:cubicBezTo>
                <a:lnTo>
                  <a:pt x="276045" y="269404"/>
                </a:lnTo>
                <a:close/>
              </a:path>
            </a:pathLst>
          </a:custGeom>
          <a:solidFill>
            <a:srgbClr val="00A3E0"/>
          </a:solidFill>
          <a:ln w="6390" cap="flat">
            <a:noFill/>
            <a:prstDash val="solid"/>
            <a:miter/>
          </a:ln>
        </p:spPr>
        <p:txBody>
          <a:bodyPr rtlCol="0" anchor="ctr"/>
          <a:lstStyle/>
          <a:p>
            <a:endParaRPr lang="en-US"/>
          </a:p>
        </p:txBody>
      </p:sp>
      <p:sp>
        <p:nvSpPr>
          <p:cNvPr id="532" name="Graphic 4">
            <a:extLst>
              <a:ext uri="{FF2B5EF4-FFF2-40B4-BE49-F238E27FC236}">
                <a16:creationId xmlns:a16="http://schemas.microsoft.com/office/drawing/2014/main" id="{65779AE7-83E8-6947-B11B-F21A98BDF27A}"/>
              </a:ext>
            </a:extLst>
          </p:cNvPr>
          <p:cNvSpPr/>
          <p:nvPr/>
        </p:nvSpPr>
        <p:spPr>
          <a:xfrm>
            <a:off x="4045469" y="333962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38984 w 362309"/>
              <a:gd name="connsiteY6" fmla="*/ 245145 h 361971"/>
              <a:gd name="connsiteX7" fmla="*/ 95210 w 362309"/>
              <a:gd name="connsiteY7" fmla="*/ 245145 h 361971"/>
              <a:gd name="connsiteX8" fmla="*/ 88820 w 362309"/>
              <a:gd name="connsiteY8" fmla="*/ 238761 h 361971"/>
              <a:gd name="connsiteX9" fmla="*/ 95210 w 362309"/>
              <a:gd name="connsiteY9" fmla="*/ 232377 h 361971"/>
              <a:gd name="connsiteX10" fmla="*/ 238984 w 362309"/>
              <a:gd name="connsiteY10" fmla="*/ 232377 h 361971"/>
              <a:gd name="connsiteX11" fmla="*/ 277323 w 362309"/>
              <a:gd name="connsiteY11" fmla="*/ 197265 h 361971"/>
              <a:gd name="connsiteX12" fmla="*/ 242179 w 362309"/>
              <a:gd name="connsiteY12" fmla="*/ 158961 h 361971"/>
              <a:gd name="connsiteX13" fmla="*/ 238984 w 362309"/>
              <a:gd name="connsiteY13" fmla="*/ 158961 h 361971"/>
              <a:gd name="connsiteX14" fmla="*/ 96488 w 362309"/>
              <a:gd name="connsiteY14" fmla="*/ 158961 h 361971"/>
              <a:gd name="connsiteX15" fmla="*/ 114380 w 362309"/>
              <a:gd name="connsiteY15" fmla="*/ 176836 h 361971"/>
              <a:gd name="connsiteX16" fmla="*/ 114380 w 362309"/>
              <a:gd name="connsiteY16" fmla="*/ 185774 h 361971"/>
              <a:gd name="connsiteX17" fmla="*/ 114380 w 362309"/>
              <a:gd name="connsiteY17" fmla="*/ 185774 h 361971"/>
              <a:gd name="connsiteX18" fmla="*/ 109907 w 362309"/>
              <a:gd name="connsiteY18" fmla="*/ 187689 h 361971"/>
              <a:gd name="connsiteX19" fmla="*/ 105434 w 362309"/>
              <a:gd name="connsiteY19" fmla="*/ 185774 h 361971"/>
              <a:gd name="connsiteX20" fmla="*/ 76679 w 362309"/>
              <a:gd name="connsiteY20" fmla="*/ 157046 h 361971"/>
              <a:gd name="connsiteX21" fmla="*/ 75402 w 362309"/>
              <a:gd name="connsiteY21" fmla="*/ 155131 h 361971"/>
              <a:gd name="connsiteX22" fmla="*/ 75402 w 362309"/>
              <a:gd name="connsiteY22" fmla="*/ 150024 h 361971"/>
              <a:gd name="connsiteX23" fmla="*/ 76679 w 362309"/>
              <a:gd name="connsiteY23" fmla="*/ 148108 h 361971"/>
              <a:gd name="connsiteX24" fmla="*/ 105434 w 362309"/>
              <a:gd name="connsiteY24" fmla="*/ 119381 h 361971"/>
              <a:gd name="connsiteX25" fmla="*/ 114380 w 362309"/>
              <a:gd name="connsiteY25" fmla="*/ 119381 h 361971"/>
              <a:gd name="connsiteX26" fmla="*/ 114380 w 362309"/>
              <a:gd name="connsiteY26" fmla="*/ 119381 h 361971"/>
              <a:gd name="connsiteX27" fmla="*/ 114380 w 362309"/>
              <a:gd name="connsiteY27" fmla="*/ 128318 h 361971"/>
              <a:gd name="connsiteX28" fmla="*/ 96488 w 362309"/>
              <a:gd name="connsiteY28" fmla="*/ 146193 h 361971"/>
              <a:gd name="connsiteX29" fmla="*/ 238984 w 362309"/>
              <a:gd name="connsiteY29" fmla="*/ 146193 h 361971"/>
              <a:gd name="connsiteX30" fmla="*/ 290103 w 362309"/>
              <a:gd name="connsiteY30" fmla="*/ 194073 h 361971"/>
              <a:gd name="connsiteX31" fmla="*/ 242179 w 362309"/>
              <a:gd name="connsiteY31" fmla="*/ 245145 h 361971"/>
              <a:gd name="connsiteX32" fmla="*/ 238984 w 362309"/>
              <a:gd name="connsiteY32" fmla="*/ 245145 h 361971"/>
              <a:gd name="connsiteX33" fmla="*/ 238984 w 362309"/>
              <a:gd name="connsiteY33" fmla="*/ 24514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310" y="81077"/>
                  <a:pt x="281796" y="0"/>
                  <a:pt x="181474" y="0"/>
                </a:cubicBezTo>
                <a:close/>
                <a:moveTo>
                  <a:pt x="238984" y="245145"/>
                </a:moveTo>
                <a:lnTo>
                  <a:pt x="95210" y="245145"/>
                </a:lnTo>
                <a:cubicBezTo>
                  <a:pt x="91376" y="245145"/>
                  <a:pt x="88820" y="242591"/>
                  <a:pt x="88820" y="238761"/>
                </a:cubicBezTo>
                <a:cubicBezTo>
                  <a:pt x="88820" y="234930"/>
                  <a:pt x="91376" y="232377"/>
                  <a:pt x="95210" y="232377"/>
                </a:cubicBezTo>
                <a:lnTo>
                  <a:pt x="238984" y="232377"/>
                </a:lnTo>
                <a:cubicBezTo>
                  <a:pt x="259432" y="233015"/>
                  <a:pt x="276045" y="217694"/>
                  <a:pt x="277323" y="197265"/>
                </a:cubicBezTo>
                <a:cubicBezTo>
                  <a:pt x="277962" y="176836"/>
                  <a:pt x="262627" y="160238"/>
                  <a:pt x="242179" y="158961"/>
                </a:cubicBezTo>
                <a:cubicBezTo>
                  <a:pt x="240901" y="158961"/>
                  <a:pt x="240262" y="158961"/>
                  <a:pt x="238984" y="158961"/>
                </a:cubicBezTo>
                <a:lnTo>
                  <a:pt x="96488" y="158961"/>
                </a:lnTo>
                <a:lnTo>
                  <a:pt x="114380" y="176836"/>
                </a:lnTo>
                <a:cubicBezTo>
                  <a:pt x="116936" y="179390"/>
                  <a:pt x="116936" y="183220"/>
                  <a:pt x="114380" y="185774"/>
                </a:cubicBezTo>
                <a:cubicBezTo>
                  <a:pt x="114380" y="185774"/>
                  <a:pt x="114380" y="185774"/>
                  <a:pt x="114380" y="185774"/>
                </a:cubicBezTo>
                <a:cubicBezTo>
                  <a:pt x="113102" y="187051"/>
                  <a:pt x="111824" y="187689"/>
                  <a:pt x="109907" y="187689"/>
                </a:cubicBezTo>
                <a:cubicBezTo>
                  <a:pt x="107990" y="187689"/>
                  <a:pt x="106712" y="187051"/>
                  <a:pt x="105434" y="185774"/>
                </a:cubicBezTo>
                <a:lnTo>
                  <a:pt x="76679" y="157046"/>
                </a:lnTo>
                <a:cubicBezTo>
                  <a:pt x="76040" y="156408"/>
                  <a:pt x="75402" y="155769"/>
                  <a:pt x="75402" y="155131"/>
                </a:cubicBezTo>
                <a:cubicBezTo>
                  <a:pt x="74762" y="153854"/>
                  <a:pt x="74762" y="151939"/>
                  <a:pt x="75402" y="150024"/>
                </a:cubicBezTo>
                <a:cubicBezTo>
                  <a:pt x="75402" y="149385"/>
                  <a:pt x="76040" y="148747"/>
                  <a:pt x="76679" y="148108"/>
                </a:cubicBezTo>
                <a:lnTo>
                  <a:pt x="105434" y="119381"/>
                </a:lnTo>
                <a:cubicBezTo>
                  <a:pt x="107990" y="116827"/>
                  <a:pt x="111824" y="116827"/>
                  <a:pt x="114380" y="119381"/>
                </a:cubicBezTo>
                <a:cubicBezTo>
                  <a:pt x="114380" y="119381"/>
                  <a:pt x="114380" y="119381"/>
                  <a:pt x="114380" y="119381"/>
                </a:cubicBezTo>
                <a:cubicBezTo>
                  <a:pt x="116936" y="121934"/>
                  <a:pt x="116936" y="125765"/>
                  <a:pt x="114380" y="128318"/>
                </a:cubicBezTo>
                <a:lnTo>
                  <a:pt x="96488" y="146193"/>
                </a:lnTo>
                <a:lnTo>
                  <a:pt x="238984" y="146193"/>
                </a:lnTo>
                <a:cubicBezTo>
                  <a:pt x="266460" y="144916"/>
                  <a:pt x="289464" y="166622"/>
                  <a:pt x="290103" y="194073"/>
                </a:cubicBezTo>
                <a:cubicBezTo>
                  <a:pt x="290742" y="221524"/>
                  <a:pt x="269655" y="244506"/>
                  <a:pt x="242179" y="245145"/>
                </a:cubicBezTo>
                <a:cubicBezTo>
                  <a:pt x="241540" y="245145"/>
                  <a:pt x="240262" y="245145"/>
                  <a:pt x="238984" y="245145"/>
                </a:cubicBezTo>
                <a:lnTo>
                  <a:pt x="238984" y="245145"/>
                </a:lnTo>
                <a:close/>
              </a:path>
            </a:pathLst>
          </a:custGeom>
          <a:solidFill>
            <a:srgbClr val="00A3E0"/>
          </a:solidFill>
          <a:ln w="6390" cap="flat">
            <a:noFill/>
            <a:prstDash val="solid"/>
            <a:miter/>
          </a:ln>
        </p:spPr>
        <p:txBody>
          <a:bodyPr rtlCol="0" anchor="ctr"/>
          <a:lstStyle/>
          <a:p>
            <a:endParaRPr lang="en-US"/>
          </a:p>
        </p:txBody>
      </p:sp>
      <p:sp>
        <p:nvSpPr>
          <p:cNvPr id="533" name="Graphic 4">
            <a:extLst>
              <a:ext uri="{FF2B5EF4-FFF2-40B4-BE49-F238E27FC236}">
                <a16:creationId xmlns:a16="http://schemas.microsoft.com/office/drawing/2014/main" id="{1A6B827B-94F8-FC47-BB29-DC74FE87E07C}"/>
              </a:ext>
            </a:extLst>
          </p:cNvPr>
          <p:cNvSpPr/>
          <p:nvPr/>
        </p:nvSpPr>
        <p:spPr>
          <a:xfrm>
            <a:off x="6146480" y="33396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5947 w 362309"/>
              <a:gd name="connsiteY6" fmla="*/ 287917 h 361971"/>
              <a:gd name="connsiteX7" fmla="*/ 79235 w 362309"/>
              <a:gd name="connsiteY7" fmla="*/ 181305 h 361971"/>
              <a:gd name="connsiteX8" fmla="*/ 102878 w 362309"/>
              <a:gd name="connsiteY8" fmla="*/ 114912 h 361971"/>
              <a:gd name="connsiteX9" fmla="*/ 76679 w 362309"/>
              <a:gd name="connsiteY9" fmla="*/ 114912 h 361971"/>
              <a:gd name="connsiteX10" fmla="*/ 70289 w 362309"/>
              <a:gd name="connsiteY10" fmla="*/ 108528 h 361971"/>
              <a:gd name="connsiteX11" fmla="*/ 76679 w 362309"/>
              <a:gd name="connsiteY11" fmla="*/ 102144 h 361971"/>
              <a:gd name="connsiteX12" fmla="*/ 122686 w 362309"/>
              <a:gd name="connsiteY12" fmla="*/ 102144 h 361971"/>
              <a:gd name="connsiteX13" fmla="*/ 129076 w 362309"/>
              <a:gd name="connsiteY13" fmla="*/ 108528 h 361971"/>
              <a:gd name="connsiteX14" fmla="*/ 129076 w 362309"/>
              <a:gd name="connsiteY14" fmla="*/ 153854 h 361971"/>
              <a:gd name="connsiteX15" fmla="*/ 122686 w 362309"/>
              <a:gd name="connsiteY15" fmla="*/ 160238 h 361971"/>
              <a:gd name="connsiteX16" fmla="*/ 116297 w 362309"/>
              <a:gd name="connsiteY16" fmla="*/ 153854 h 361971"/>
              <a:gd name="connsiteX17" fmla="*/ 116297 w 362309"/>
              <a:gd name="connsiteY17" fmla="*/ 118742 h 361971"/>
              <a:gd name="connsiteX18" fmla="*/ 125243 w 362309"/>
              <a:gd name="connsiteY18" fmla="*/ 250890 h 361971"/>
              <a:gd name="connsiteX19" fmla="*/ 257514 w 362309"/>
              <a:gd name="connsiteY19" fmla="*/ 241953 h 361971"/>
              <a:gd name="connsiteX20" fmla="*/ 248568 w 362309"/>
              <a:gd name="connsiteY20" fmla="*/ 109805 h 361971"/>
              <a:gd name="connsiteX21" fmla="*/ 186586 w 362309"/>
              <a:gd name="connsiteY21" fmla="*/ 86822 h 361971"/>
              <a:gd name="connsiteX22" fmla="*/ 180196 w 362309"/>
              <a:gd name="connsiteY22" fmla="*/ 80438 h 361971"/>
              <a:gd name="connsiteX23" fmla="*/ 186586 w 362309"/>
              <a:gd name="connsiteY23" fmla="*/ 74054 h 361971"/>
              <a:gd name="connsiteX24" fmla="*/ 293298 w 362309"/>
              <a:gd name="connsiteY24" fmla="*/ 180667 h 361971"/>
              <a:gd name="connsiteX25" fmla="*/ 185947 w 362309"/>
              <a:gd name="connsiteY25" fmla="*/ 287917 h 361971"/>
              <a:gd name="connsiteX26" fmla="*/ 185947 w 362309"/>
              <a:gd name="connsiteY26" fmla="*/ 28791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1077"/>
                  <a:pt x="281157" y="0"/>
                  <a:pt x="181474" y="0"/>
                </a:cubicBezTo>
                <a:close/>
                <a:moveTo>
                  <a:pt x="185947" y="287917"/>
                </a:moveTo>
                <a:cubicBezTo>
                  <a:pt x="127160" y="287917"/>
                  <a:pt x="79235" y="240038"/>
                  <a:pt x="79235" y="181305"/>
                </a:cubicBezTo>
                <a:cubicBezTo>
                  <a:pt x="79235" y="157046"/>
                  <a:pt x="87542" y="133425"/>
                  <a:pt x="102878" y="114912"/>
                </a:cubicBezTo>
                <a:lnTo>
                  <a:pt x="76679" y="114912"/>
                </a:lnTo>
                <a:cubicBezTo>
                  <a:pt x="72845" y="114912"/>
                  <a:pt x="70289" y="112358"/>
                  <a:pt x="70289" y="108528"/>
                </a:cubicBezTo>
                <a:cubicBezTo>
                  <a:pt x="70289" y="104697"/>
                  <a:pt x="72845" y="102144"/>
                  <a:pt x="76679" y="102144"/>
                </a:cubicBezTo>
                <a:lnTo>
                  <a:pt x="122686" y="102144"/>
                </a:lnTo>
                <a:cubicBezTo>
                  <a:pt x="126521" y="102144"/>
                  <a:pt x="129076" y="104697"/>
                  <a:pt x="129076" y="108528"/>
                </a:cubicBezTo>
                <a:lnTo>
                  <a:pt x="129076" y="153854"/>
                </a:lnTo>
                <a:cubicBezTo>
                  <a:pt x="129076" y="157684"/>
                  <a:pt x="126521" y="160238"/>
                  <a:pt x="122686" y="160238"/>
                </a:cubicBezTo>
                <a:cubicBezTo>
                  <a:pt x="118853" y="160238"/>
                  <a:pt x="116297" y="157684"/>
                  <a:pt x="116297" y="153854"/>
                </a:cubicBezTo>
                <a:lnTo>
                  <a:pt x="116297" y="118742"/>
                </a:lnTo>
                <a:cubicBezTo>
                  <a:pt x="81791" y="157684"/>
                  <a:pt x="86264" y="217055"/>
                  <a:pt x="125243" y="250890"/>
                </a:cubicBezTo>
                <a:cubicBezTo>
                  <a:pt x="164221" y="284725"/>
                  <a:pt x="223648" y="280895"/>
                  <a:pt x="257514" y="241953"/>
                </a:cubicBezTo>
                <a:cubicBezTo>
                  <a:pt x="292020" y="203011"/>
                  <a:pt x="287547" y="143640"/>
                  <a:pt x="248568" y="109805"/>
                </a:cubicBezTo>
                <a:cubicBezTo>
                  <a:pt x="231315" y="94483"/>
                  <a:pt x="208951" y="86184"/>
                  <a:pt x="186586" y="86822"/>
                </a:cubicBezTo>
                <a:cubicBezTo>
                  <a:pt x="182752" y="86822"/>
                  <a:pt x="180196" y="84269"/>
                  <a:pt x="180196" y="80438"/>
                </a:cubicBezTo>
                <a:cubicBezTo>
                  <a:pt x="180196" y="76608"/>
                  <a:pt x="182752" y="74054"/>
                  <a:pt x="186586" y="74054"/>
                </a:cubicBezTo>
                <a:cubicBezTo>
                  <a:pt x="245373" y="74054"/>
                  <a:pt x="293298" y="121934"/>
                  <a:pt x="293298" y="180667"/>
                </a:cubicBezTo>
                <a:cubicBezTo>
                  <a:pt x="292659" y="240038"/>
                  <a:pt x="244735" y="287279"/>
                  <a:pt x="185947" y="287917"/>
                </a:cubicBezTo>
                <a:lnTo>
                  <a:pt x="185947" y="287917"/>
                </a:lnTo>
                <a:close/>
              </a:path>
            </a:pathLst>
          </a:custGeom>
          <a:solidFill>
            <a:srgbClr val="00A3E0"/>
          </a:solidFill>
          <a:ln w="6390" cap="flat">
            <a:noFill/>
            <a:prstDash val="solid"/>
            <a:miter/>
          </a:ln>
        </p:spPr>
        <p:txBody>
          <a:bodyPr rtlCol="0" anchor="ctr"/>
          <a:lstStyle/>
          <a:p>
            <a:endParaRPr lang="en-US"/>
          </a:p>
        </p:txBody>
      </p:sp>
      <p:sp>
        <p:nvSpPr>
          <p:cNvPr id="534" name="Graphic 4">
            <a:extLst>
              <a:ext uri="{FF2B5EF4-FFF2-40B4-BE49-F238E27FC236}">
                <a16:creationId xmlns:a16="http://schemas.microsoft.com/office/drawing/2014/main" id="{D4665558-0D0D-504A-8301-6623867F8B88}"/>
              </a:ext>
            </a:extLst>
          </p:cNvPr>
          <p:cNvSpPr/>
          <p:nvPr/>
        </p:nvSpPr>
        <p:spPr>
          <a:xfrm>
            <a:off x="7191874" y="333962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86908 w 362312"/>
              <a:gd name="connsiteY6" fmla="*/ 114912 h 361971"/>
              <a:gd name="connsiteX7" fmla="*/ 260710 w 362312"/>
              <a:gd name="connsiteY7" fmla="*/ 114912 h 361971"/>
              <a:gd name="connsiteX8" fmla="*/ 244095 w 362312"/>
              <a:gd name="connsiteY8" fmla="*/ 264935 h 361971"/>
              <a:gd name="connsiteX9" fmla="*/ 93932 w 362312"/>
              <a:gd name="connsiteY9" fmla="*/ 248337 h 361971"/>
              <a:gd name="connsiteX10" fmla="*/ 110546 w 362312"/>
              <a:gd name="connsiteY10" fmla="*/ 98313 h 361971"/>
              <a:gd name="connsiteX11" fmla="*/ 177641 w 362312"/>
              <a:gd name="connsiteY11" fmla="*/ 75331 h 361971"/>
              <a:gd name="connsiteX12" fmla="*/ 184031 w 362312"/>
              <a:gd name="connsiteY12" fmla="*/ 81715 h 361971"/>
              <a:gd name="connsiteX13" fmla="*/ 177641 w 362312"/>
              <a:gd name="connsiteY13" fmla="*/ 88099 h 361971"/>
              <a:gd name="connsiteX14" fmla="*/ 83069 w 362312"/>
              <a:gd name="connsiteY14" fmla="*/ 181944 h 361971"/>
              <a:gd name="connsiteX15" fmla="*/ 177001 w 362312"/>
              <a:gd name="connsiteY15" fmla="*/ 276426 h 361971"/>
              <a:gd name="connsiteX16" fmla="*/ 271572 w 362312"/>
              <a:gd name="connsiteY16" fmla="*/ 182582 h 361971"/>
              <a:gd name="connsiteX17" fmla="*/ 247930 w 362312"/>
              <a:gd name="connsiteY17" fmla="*/ 120019 h 361971"/>
              <a:gd name="connsiteX18" fmla="*/ 247930 w 362312"/>
              <a:gd name="connsiteY18" fmla="*/ 155131 h 361971"/>
              <a:gd name="connsiteX19" fmla="*/ 241540 w 362312"/>
              <a:gd name="connsiteY19" fmla="*/ 161515 h 361971"/>
              <a:gd name="connsiteX20" fmla="*/ 235150 w 362312"/>
              <a:gd name="connsiteY20" fmla="*/ 155131 h 361971"/>
              <a:gd name="connsiteX21" fmla="*/ 235150 w 362312"/>
              <a:gd name="connsiteY21" fmla="*/ 109805 h 361971"/>
              <a:gd name="connsiteX22" fmla="*/ 241540 w 362312"/>
              <a:gd name="connsiteY22" fmla="*/ 103421 h 361971"/>
              <a:gd name="connsiteX23" fmla="*/ 286908 w 362312"/>
              <a:gd name="connsiteY23" fmla="*/ 103421 h 361971"/>
              <a:gd name="connsiteX24" fmla="*/ 293298 w 362312"/>
              <a:gd name="connsiteY24" fmla="*/ 109805 h 361971"/>
              <a:gd name="connsiteX25" fmla="*/ 286908 w 362312"/>
              <a:gd name="connsiteY25" fmla="*/ 114912 h 361971"/>
              <a:gd name="connsiteX26" fmla="*/ 286908 w 362312"/>
              <a:gd name="connsiteY26" fmla="*/ 11491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286908" y="114912"/>
                </a:moveTo>
                <a:lnTo>
                  <a:pt x="260710" y="114912"/>
                </a:lnTo>
                <a:cubicBezTo>
                  <a:pt x="297132" y="160876"/>
                  <a:pt x="290103" y="227908"/>
                  <a:pt x="244095" y="264935"/>
                </a:cubicBezTo>
                <a:cubicBezTo>
                  <a:pt x="198088" y="301324"/>
                  <a:pt x="130994" y="294301"/>
                  <a:pt x="93932" y="248337"/>
                </a:cubicBezTo>
                <a:cubicBezTo>
                  <a:pt x="57509" y="202372"/>
                  <a:pt x="64538" y="135341"/>
                  <a:pt x="110546" y="98313"/>
                </a:cubicBezTo>
                <a:cubicBezTo>
                  <a:pt x="129716" y="82992"/>
                  <a:pt x="153358" y="74693"/>
                  <a:pt x="177641" y="75331"/>
                </a:cubicBezTo>
                <a:cubicBezTo>
                  <a:pt x="181474" y="75331"/>
                  <a:pt x="184031" y="77885"/>
                  <a:pt x="184031" y="81715"/>
                </a:cubicBezTo>
                <a:cubicBezTo>
                  <a:pt x="184031" y="85546"/>
                  <a:pt x="181474" y="88099"/>
                  <a:pt x="177641" y="88099"/>
                </a:cubicBezTo>
                <a:cubicBezTo>
                  <a:pt x="125881" y="88099"/>
                  <a:pt x="83069" y="129595"/>
                  <a:pt x="83069" y="181944"/>
                </a:cubicBezTo>
                <a:cubicBezTo>
                  <a:pt x="83069" y="233654"/>
                  <a:pt x="124604" y="276426"/>
                  <a:pt x="177001" y="276426"/>
                </a:cubicBezTo>
                <a:cubicBezTo>
                  <a:pt x="228760" y="276426"/>
                  <a:pt x="271572" y="234930"/>
                  <a:pt x="271572" y="182582"/>
                </a:cubicBezTo>
                <a:cubicBezTo>
                  <a:pt x="271572" y="159600"/>
                  <a:pt x="263265" y="137256"/>
                  <a:pt x="247930" y="120019"/>
                </a:cubicBezTo>
                <a:lnTo>
                  <a:pt x="247930" y="155131"/>
                </a:lnTo>
                <a:cubicBezTo>
                  <a:pt x="247930" y="158961"/>
                  <a:pt x="245374" y="161515"/>
                  <a:pt x="241540" y="161515"/>
                </a:cubicBezTo>
                <a:cubicBezTo>
                  <a:pt x="237705" y="161515"/>
                  <a:pt x="235150" y="158961"/>
                  <a:pt x="235150" y="155131"/>
                </a:cubicBezTo>
                <a:lnTo>
                  <a:pt x="235150" y="109805"/>
                </a:lnTo>
                <a:cubicBezTo>
                  <a:pt x="235150" y="105974"/>
                  <a:pt x="237705" y="103421"/>
                  <a:pt x="241540" y="103421"/>
                </a:cubicBezTo>
                <a:lnTo>
                  <a:pt x="286908" y="103421"/>
                </a:lnTo>
                <a:cubicBezTo>
                  <a:pt x="290742" y="103421"/>
                  <a:pt x="293298" y="105974"/>
                  <a:pt x="293298" y="109805"/>
                </a:cubicBezTo>
                <a:cubicBezTo>
                  <a:pt x="293298" y="113635"/>
                  <a:pt x="290742" y="114912"/>
                  <a:pt x="286908" y="114912"/>
                </a:cubicBezTo>
                <a:lnTo>
                  <a:pt x="286908" y="114912"/>
                </a:lnTo>
                <a:close/>
              </a:path>
            </a:pathLst>
          </a:custGeom>
          <a:solidFill>
            <a:srgbClr val="00A3E0"/>
          </a:solidFill>
          <a:ln w="6390" cap="flat">
            <a:noFill/>
            <a:prstDash val="solid"/>
            <a:miter/>
          </a:ln>
        </p:spPr>
        <p:txBody>
          <a:bodyPr rtlCol="0" anchor="ctr"/>
          <a:lstStyle/>
          <a:p>
            <a:endParaRPr lang="en-US"/>
          </a:p>
        </p:txBody>
      </p:sp>
      <p:sp>
        <p:nvSpPr>
          <p:cNvPr id="535" name="Graphic 4">
            <a:extLst>
              <a:ext uri="{FF2B5EF4-FFF2-40B4-BE49-F238E27FC236}">
                <a16:creationId xmlns:a16="http://schemas.microsoft.com/office/drawing/2014/main" id="{07D7F38E-711D-4343-9AF8-BF26ACA060AA}"/>
              </a:ext>
            </a:extLst>
          </p:cNvPr>
          <p:cNvSpPr/>
          <p:nvPr/>
        </p:nvSpPr>
        <p:spPr>
          <a:xfrm>
            <a:off x="2998797" y="189301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280518 w 362309"/>
              <a:gd name="connsiteY6" fmla="*/ 137894 h 361971"/>
              <a:gd name="connsiteX7" fmla="*/ 185308 w 362309"/>
              <a:gd name="connsiteY7" fmla="*/ 233015 h 361971"/>
              <a:gd name="connsiteX8" fmla="*/ 176362 w 362309"/>
              <a:gd name="connsiteY8" fmla="*/ 233015 h 361971"/>
              <a:gd name="connsiteX9" fmla="*/ 81152 w 362309"/>
              <a:gd name="connsiteY9" fmla="*/ 137894 h 361971"/>
              <a:gd name="connsiteX10" fmla="*/ 81791 w 362309"/>
              <a:gd name="connsiteY10" fmla="*/ 128957 h 361971"/>
              <a:gd name="connsiteX11" fmla="*/ 90098 w 362309"/>
              <a:gd name="connsiteY11" fmla="*/ 128957 h 361971"/>
              <a:gd name="connsiteX12" fmla="*/ 180196 w 362309"/>
              <a:gd name="connsiteY12" fmla="*/ 218971 h 361971"/>
              <a:gd name="connsiteX13" fmla="*/ 270934 w 362309"/>
              <a:gd name="connsiteY13" fmla="*/ 128957 h 361971"/>
              <a:gd name="connsiteX14" fmla="*/ 279879 w 362309"/>
              <a:gd name="connsiteY14" fmla="*/ 129595 h 361971"/>
              <a:gd name="connsiteX15" fmla="*/ 280518 w 362309"/>
              <a:gd name="connsiteY15" fmla="*/ 137894 h 361971"/>
              <a:gd name="connsiteX16" fmla="*/ 280518 w 362309"/>
              <a:gd name="connsiteY16" fmla="*/ 13789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0667"/>
                </a:cubicBezTo>
                <a:cubicBezTo>
                  <a:pt x="362310" y="81077"/>
                  <a:pt x="281157" y="0"/>
                  <a:pt x="180835" y="0"/>
                </a:cubicBezTo>
                <a:cubicBezTo>
                  <a:pt x="180835" y="0"/>
                  <a:pt x="180835" y="0"/>
                  <a:pt x="180835" y="0"/>
                </a:cubicBezTo>
                <a:close/>
                <a:moveTo>
                  <a:pt x="280518" y="137894"/>
                </a:moveTo>
                <a:lnTo>
                  <a:pt x="185308" y="233015"/>
                </a:lnTo>
                <a:cubicBezTo>
                  <a:pt x="182752" y="235569"/>
                  <a:pt x="178918" y="235569"/>
                  <a:pt x="176362" y="233015"/>
                </a:cubicBezTo>
                <a:lnTo>
                  <a:pt x="81152" y="137894"/>
                </a:lnTo>
                <a:cubicBezTo>
                  <a:pt x="78596" y="135341"/>
                  <a:pt x="79235" y="130872"/>
                  <a:pt x="81791" y="128957"/>
                </a:cubicBezTo>
                <a:cubicBezTo>
                  <a:pt x="84347" y="127041"/>
                  <a:pt x="87542" y="127041"/>
                  <a:pt x="90098" y="128957"/>
                </a:cubicBezTo>
                <a:lnTo>
                  <a:pt x="180196" y="218971"/>
                </a:lnTo>
                <a:lnTo>
                  <a:pt x="270934" y="128957"/>
                </a:lnTo>
                <a:cubicBezTo>
                  <a:pt x="273489" y="126403"/>
                  <a:pt x="277962" y="127041"/>
                  <a:pt x="279879" y="129595"/>
                </a:cubicBezTo>
                <a:cubicBezTo>
                  <a:pt x="282435" y="132149"/>
                  <a:pt x="282435" y="135341"/>
                  <a:pt x="280518" y="137894"/>
                </a:cubicBezTo>
                <a:lnTo>
                  <a:pt x="280518" y="137894"/>
                </a:lnTo>
                <a:close/>
              </a:path>
            </a:pathLst>
          </a:custGeom>
          <a:solidFill>
            <a:srgbClr val="00A3E0"/>
          </a:solidFill>
          <a:ln w="6390" cap="flat">
            <a:noFill/>
            <a:prstDash val="solid"/>
            <a:miter/>
          </a:ln>
        </p:spPr>
        <p:txBody>
          <a:bodyPr rtlCol="0" anchor="ctr"/>
          <a:lstStyle/>
          <a:p>
            <a:endParaRPr lang="en-US"/>
          </a:p>
        </p:txBody>
      </p:sp>
      <p:sp>
        <p:nvSpPr>
          <p:cNvPr id="536" name="Graphic 4">
            <a:extLst>
              <a:ext uri="{FF2B5EF4-FFF2-40B4-BE49-F238E27FC236}">
                <a16:creationId xmlns:a16="http://schemas.microsoft.com/office/drawing/2014/main" id="{25713EBB-356F-124C-900A-8BA56D88C011}"/>
              </a:ext>
            </a:extLst>
          </p:cNvPr>
          <p:cNvSpPr/>
          <p:nvPr/>
        </p:nvSpPr>
        <p:spPr>
          <a:xfrm>
            <a:off x="4045469" y="1893013"/>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33233 w 362309"/>
              <a:gd name="connsiteY6" fmla="*/ 271319 h 361971"/>
              <a:gd name="connsiteX7" fmla="*/ 233233 w 362309"/>
              <a:gd name="connsiteY7" fmla="*/ 280257 h 361971"/>
              <a:gd name="connsiteX8" fmla="*/ 228760 w 362309"/>
              <a:gd name="connsiteY8" fmla="*/ 282172 h 361971"/>
              <a:gd name="connsiteX9" fmla="*/ 224287 w 362309"/>
              <a:gd name="connsiteY9" fmla="*/ 280257 h 361971"/>
              <a:gd name="connsiteX10" fmla="*/ 129716 w 362309"/>
              <a:gd name="connsiteY10" fmla="*/ 185774 h 361971"/>
              <a:gd name="connsiteX11" fmla="*/ 127799 w 362309"/>
              <a:gd name="connsiteY11" fmla="*/ 181305 h 361971"/>
              <a:gd name="connsiteX12" fmla="*/ 129716 w 362309"/>
              <a:gd name="connsiteY12" fmla="*/ 176836 h 361971"/>
              <a:gd name="connsiteX13" fmla="*/ 224926 w 362309"/>
              <a:gd name="connsiteY13" fmla="*/ 81715 h 361971"/>
              <a:gd name="connsiteX14" fmla="*/ 233872 w 362309"/>
              <a:gd name="connsiteY14" fmla="*/ 81715 h 361971"/>
              <a:gd name="connsiteX15" fmla="*/ 233872 w 362309"/>
              <a:gd name="connsiteY15" fmla="*/ 90653 h 361971"/>
              <a:gd name="connsiteX16" fmla="*/ 233872 w 362309"/>
              <a:gd name="connsiteY16" fmla="*/ 90653 h 361971"/>
              <a:gd name="connsiteX17" fmla="*/ 143135 w 362309"/>
              <a:gd name="connsiteY17" fmla="*/ 180667 h 361971"/>
              <a:gd name="connsiteX18" fmla="*/ 233233 w 362309"/>
              <a:gd name="connsiteY18" fmla="*/ 27131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2309" h="361971">
                <a:moveTo>
                  <a:pt x="181474" y="0"/>
                </a:moveTo>
                <a:cubicBezTo>
                  <a:pt x="81152" y="0"/>
                  <a:pt x="0" y="81077"/>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233233" y="271319"/>
                </a:moveTo>
                <a:cubicBezTo>
                  <a:pt x="235789" y="273873"/>
                  <a:pt x="235789" y="277703"/>
                  <a:pt x="233233" y="280257"/>
                </a:cubicBezTo>
                <a:cubicBezTo>
                  <a:pt x="231955" y="281534"/>
                  <a:pt x="230677" y="282172"/>
                  <a:pt x="228760" y="282172"/>
                </a:cubicBezTo>
                <a:cubicBezTo>
                  <a:pt x="226843" y="282172"/>
                  <a:pt x="225565" y="281534"/>
                  <a:pt x="224287" y="280257"/>
                </a:cubicBezTo>
                <a:lnTo>
                  <a:pt x="129716" y="185774"/>
                </a:lnTo>
                <a:cubicBezTo>
                  <a:pt x="128438" y="184497"/>
                  <a:pt x="127799" y="183220"/>
                  <a:pt x="127799" y="181305"/>
                </a:cubicBezTo>
                <a:cubicBezTo>
                  <a:pt x="127799" y="179390"/>
                  <a:pt x="128438" y="178113"/>
                  <a:pt x="129716" y="176836"/>
                </a:cubicBezTo>
                <a:lnTo>
                  <a:pt x="224926" y="81715"/>
                </a:lnTo>
                <a:cubicBezTo>
                  <a:pt x="227482" y="79161"/>
                  <a:pt x="231316" y="79161"/>
                  <a:pt x="233872" y="81715"/>
                </a:cubicBezTo>
                <a:cubicBezTo>
                  <a:pt x="236428" y="84269"/>
                  <a:pt x="236428" y="88099"/>
                  <a:pt x="233872" y="90653"/>
                </a:cubicBezTo>
                <a:cubicBezTo>
                  <a:pt x="233872" y="90653"/>
                  <a:pt x="233872" y="90653"/>
                  <a:pt x="233872" y="90653"/>
                </a:cubicBezTo>
                <a:lnTo>
                  <a:pt x="143135" y="180667"/>
                </a:lnTo>
                <a:lnTo>
                  <a:pt x="233233" y="271319"/>
                </a:lnTo>
                <a:close/>
              </a:path>
            </a:pathLst>
          </a:custGeom>
          <a:solidFill>
            <a:srgbClr val="00A3E0"/>
          </a:solidFill>
          <a:ln w="6390" cap="flat">
            <a:noFill/>
            <a:prstDash val="solid"/>
            <a:miter/>
          </a:ln>
        </p:spPr>
        <p:txBody>
          <a:bodyPr rtlCol="0" anchor="ctr"/>
          <a:lstStyle/>
          <a:p>
            <a:endParaRPr lang="en-US"/>
          </a:p>
        </p:txBody>
      </p:sp>
      <p:sp>
        <p:nvSpPr>
          <p:cNvPr id="537" name="Graphic 4">
            <a:extLst>
              <a:ext uri="{FF2B5EF4-FFF2-40B4-BE49-F238E27FC236}">
                <a16:creationId xmlns:a16="http://schemas.microsoft.com/office/drawing/2014/main" id="{5DEB8344-A968-A14B-B761-05A97CC425BE}"/>
              </a:ext>
            </a:extLst>
          </p:cNvPr>
          <p:cNvSpPr/>
          <p:nvPr/>
        </p:nvSpPr>
        <p:spPr>
          <a:xfrm>
            <a:off x="5099169" y="189301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80518 w 362309"/>
              <a:gd name="connsiteY7" fmla="*/ 233015 h 361971"/>
              <a:gd name="connsiteX8" fmla="*/ 271572 w 362309"/>
              <a:gd name="connsiteY8" fmla="*/ 233015 h 361971"/>
              <a:gd name="connsiteX9" fmla="*/ 180835 w 362309"/>
              <a:gd name="connsiteY9" fmla="*/ 143001 h 361971"/>
              <a:gd name="connsiteX10" fmla="*/ 90098 w 362309"/>
              <a:gd name="connsiteY10" fmla="*/ 233015 h 361971"/>
              <a:gd name="connsiteX11" fmla="*/ 81152 w 362309"/>
              <a:gd name="connsiteY11" fmla="*/ 233015 h 361971"/>
              <a:gd name="connsiteX12" fmla="*/ 81152 w 362309"/>
              <a:gd name="connsiteY12" fmla="*/ 233015 h 361971"/>
              <a:gd name="connsiteX13" fmla="*/ 81152 w 362309"/>
              <a:gd name="connsiteY13" fmla="*/ 224078 h 361971"/>
              <a:gd name="connsiteX14" fmla="*/ 176362 w 362309"/>
              <a:gd name="connsiteY14" fmla="*/ 128957 h 361971"/>
              <a:gd name="connsiteX15" fmla="*/ 185308 w 362309"/>
              <a:gd name="connsiteY15" fmla="*/ 128957 h 361971"/>
              <a:gd name="connsiteX16" fmla="*/ 280518 w 362309"/>
              <a:gd name="connsiteY16" fmla="*/ 224078 h 361971"/>
              <a:gd name="connsiteX17" fmla="*/ 280518 w 362309"/>
              <a:gd name="connsiteY17" fmla="*/ 23301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cubicBezTo>
                  <a:pt x="181474" y="0"/>
                  <a:pt x="181474" y="0"/>
                  <a:pt x="181474" y="0"/>
                </a:cubicBezTo>
                <a:close/>
                <a:moveTo>
                  <a:pt x="280518" y="233015"/>
                </a:moveTo>
                <a:cubicBezTo>
                  <a:pt x="277962" y="235569"/>
                  <a:pt x="274128" y="235569"/>
                  <a:pt x="271572" y="233015"/>
                </a:cubicBezTo>
                <a:lnTo>
                  <a:pt x="180835" y="143001"/>
                </a:lnTo>
                <a:lnTo>
                  <a:pt x="90098" y="233015"/>
                </a:lnTo>
                <a:cubicBezTo>
                  <a:pt x="87542" y="235569"/>
                  <a:pt x="83708" y="235569"/>
                  <a:pt x="81152" y="233015"/>
                </a:cubicBezTo>
                <a:cubicBezTo>
                  <a:pt x="81152" y="233015"/>
                  <a:pt x="81152" y="233015"/>
                  <a:pt x="81152" y="233015"/>
                </a:cubicBezTo>
                <a:cubicBezTo>
                  <a:pt x="78596" y="230462"/>
                  <a:pt x="78596" y="226631"/>
                  <a:pt x="81152" y="224078"/>
                </a:cubicBezTo>
                <a:lnTo>
                  <a:pt x="176362" y="128957"/>
                </a:lnTo>
                <a:cubicBezTo>
                  <a:pt x="178918" y="126403"/>
                  <a:pt x="182752" y="126403"/>
                  <a:pt x="185308" y="128957"/>
                </a:cubicBezTo>
                <a:lnTo>
                  <a:pt x="280518" y="224078"/>
                </a:lnTo>
                <a:cubicBezTo>
                  <a:pt x="283074" y="226631"/>
                  <a:pt x="283074" y="230462"/>
                  <a:pt x="280518" y="233015"/>
                </a:cubicBezTo>
                <a:close/>
              </a:path>
            </a:pathLst>
          </a:custGeom>
          <a:solidFill>
            <a:srgbClr val="00A3E0"/>
          </a:solidFill>
          <a:ln w="6390" cap="flat">
            <a:noFill/>
            <a:prstDash val="solid"/>
            <a:miter/>
          </a:ln>
        </p:spPr>
        <p:txBody>
          <a:bodyPr rtlCol="0" anchor="ctr"/>
          <a:lstStyle/>
          <a:p>
            <a:endParaRPr lang="en-US"/>
          </a:p>
        </p:txBody>
      </p:sp>
      <p:sp>
        <p:nvSpPr>
          <p:cNvPr id="538" name="Graphic 4">
            <a:extLst>
              <a:ext uri="{FF2B5EF4-FFF2-40B4-BE49-F238E27FC236}">
                <a16:creationId xmlns:a16="http://schemas.microsoft.com/office/drawing/2014/main" id="{3D2B5012-EDA1-2645-AFE0-9A825EA74214}"/>
              </a:ext>
            </a:extLst>
          </p:cNvPr>
          <p:cNvSpPr/>
          <p:nvPr/>
        </p:nvSpPr>
        <p:spPr>
          <a:xfrm>
            <a:off x="6146480" y="189301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233233 w 362309"/>
              <a:gd name="connsiteY7" fmla="*/ 185774 h 361971"/>
              <a:gd name="connsiteX8" fmla="*/ 138022 w 362309"/>
              <a:gd name="connsiteY8" fmla="*/ 280895 h 361971"/>
              <a:gd name="connsiteX9" fmla="*/ 129076 w 362309"/>
              <a:gd name="connsiteY9" fmla="*/ 280895 h 361971"/>
              <a:gd name="connsiteX10" fmla="*/ 129076 w 362309"/>
              <a:gd name="connsiteY10" fmla="*/ 271958 h 361971"/>
              <a:gd name="connsiteX11" fmla="*/ 219814 w 362309"/>
              <a:gd name="connsiteY11" fmla="*/ 181305 h 361971"/>
              <a:gd name="connsiteX12" fmla="*/ 129076 w 362309"/>
              <a:gd name="connsiteY12" fmla="*/ 91291 h 361971"/>
              <a:gd name="connsiteX13" fmla="*/ 129076 w 362309"/>
              <a:gd name="connsiteY13" fmla="*/ 82353 h 361971"/>
              <a:gd name="connsiteX14" fmla="*/ 129076 w 362309"/>
              <a:gd name="connsiteY14" fmla="*/ 82353 h 361971"/>
              <a:gd name="connsiteX15" fmla="*/ 138022 w 362309"/>
              <a:gd name="connsiteY15" fmla="*/ 82353 h 361971"/>
              <a:gd name="connsiteX16" fmla="*/ 233233 w 362309"/>
              <a:gd name="connsiteY16" fmla="*/ 177475 h 361971"/>
              <a:gd name="connsiteX17" fmla="*/ 235150 w 362309"/>
              <a:gd name="connsiteY17" fmla="*/ 181944 h 361971"/>
              <a:gd name="connsiteX18" fmla="*/ 233233 w 362309"/>
              <a:gd name="connsiteY18" fmla="*/ 18577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lnTo>
                  <a:pt x="181474" y="0"/>
                </a:lnTo>
                <a:close/>
                <a:moveTo>
                  <a:pt x="233233" y="185774"/>
                </a:moveTo>
                <a:lnTo>
                  <a:pt x="138022" y="280895"/>
                </a:lnTo>
                <a:cubicBezTo>
                  <a:pt x="135466" y="283449"/>
                  <a:pt x="131633" y="283449"/>
                  <a:pt x="129076" y="280895"/>
                </a:cubicBezTo>
                <a:cubicBezTo>
                  <a:pt x="126521" y="278342"/>
                  <a:pt x="126521" y="274511"/>
                  <a:pt x="129076" y="271958"/>
                </a:cubicBezTo>
                <a:lnTo>
                  <a:pt x="219814" y="181305"/>
                </a:lnTo>
                <a:lnTo>
                  <a:pt x="129076" y="91291"/>
                </a:lnTo>
                <a:cubicBezTo>
                  <a:pt x="126521" y="88737"/>
                  <a:pt x="126521" y="84907"/>
                  <a:pt x="129076" y="82353"/>
                </a:cubicBezTo>
                <a:cubicBezTo>
                  <a:pt x="129076" y="82353"/>
                  <a:pt x="129076" y="82353"/>
                  <a:pt x="129076" y="82353"/>
                </a:cubicBezTo>
                <a:cubicBezTo>
                  <a:pt x="131633" y="79800"/>
                  <a:pt x="135466" y="79800"/>
                  <a:pt x="138022" y="82353"/>
                </a:cubicBezTo>
                <a:lnTo>
                  <a:pt x="233233" y="177475"/>
                </a:lnTo>
                <a:cubicBezTo>
                  <a:pt x="234510" y="178752"/>
                  <a:pt x="235150" y="180028"/>
                  <a:pt x="235150" y="181944"/>
                </a:cubicBezTo>
                <a:cubicBezTo>
                  <a:pt x="235150" y="183220"/>
                  <a:pt x="234510" y="184497"/>
                  <a:pt x="233233" y="185774"/>
                </a:cubicBezTo>
                <a:close/>
              </a:path>
            </a:pathLst>
          </a:custGeom>
          <a:solidFill>
            <a:srgbClr val="00A3E0"/>
          </a:solidFill>
          <a:ln w="6390" cap="flat">
            <a:noFill/>
            <a:prstDash val="solid"/>
            <a:miter/>
          </a:ln>
        </p:spPr>
        <p:txBody>
          <a:bodyPr rtlCol="0" anchor="ctr"/>
          <a:lstStyle/>
          <a:p>
            <a:endParaRPr lang="en-US"/>
          </a:p>
        </p:txBody>
      </p:sp>
      <p:sp>
        <p:nvSpPr>
          <p:cNvPr id="539" name="Graphic 4">
            <a:extLst>
              <a:ext uri="{FF2B5EF4-FFF2-40B4-BE49-F238E27FC236}">
                <a16:creationId xmlns:a16="http://schemas.microsoft.com/office/drawing/2014/main" id="{A1AA6D8D-7D40-AD41-A2FA-B721EF243CA2}"/>
              </a:ext>
            </a:extLst>
          </p:cNvPr>
          <p:cNvSpPr/>
          <p:nvPr/>
        </p:nvSpPr>
        <p:spPr>
          <a:xfrm>
            <a:off x="905454" y="2371173"/>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180835 w 362309"/>
              <a:gd name="connsiteY4" fmla="*/ 0 h 362610"/>
              <a:gd name="connsiteX5" fmla="*/ 180835 w 362309"/>
              <a:gd name="connsiteY5" fmla="*/ 0 h 362610"/>
              <a:gd name="connsiteX6" fmla="*/ 198088 w 362309"/>
              <a:gd name="connsiteY6" fmla="*/ 272596 h 362610"/>
              <a:gd name="connsiteX7" fmla="*/ 95849 w 362309"/>
              <a:gd name="connsiteY7" fmla="*/ 272596 h 362610"/>
              <a:gd name="connsiteX8" fmla="*/ 89459 w 362309"/>
              <a:gd name="connsiteY8" fmla="*/ 266212 h 362610"/>
              <a:gd name="connsiteX9" fmla="*/ 89459 w 362309"/>
              <a:gd name="connsiteY9" fmla="*/ 163430 h 362610"/>
              <a:gd name="connsiteX10" fmla="*/ 95849 w 362309"/>
              <a:gd name="connsiteY10" fmla="*/ 157046 h 362610"/>
              <a:gd name="connsiteX11" fmla="*/ 102239 w 362309"/>
              <a:gd name="connsiteY11" fmla="*/ 163430 h 362610"/>
              <a:gd name="connsiteX12" fmla="*/ 102239 w 362309"/>
              <a:gd name="connsiteY12" fmla="*/ 259828 h 362610"/>
              <a:gd name="connsiteX13" fmla="*/ 198727 w 362309"/>
              <a:gd name="connsiteY13" fmla="*/ 259828 h 362610"/>
              <a:gd name="connsiteX14" fmla="*/ 205117 w 362309"/>
              <a:gd name="connsiteY14" fmla="*/ 266212 h 362610"/>
              <a:gd name="connsiteX15" fmla="*/ 198088 w 362309"/>
              <a:gd name="connsiteY15" fmla="*/ 272596 h 362610"/>
              <a:gd name="connsiteX16" fmla="*/ 198088 w 362309"/>
              <a:gd name="connsiteY16" fmla="*/ 272596 h 362610"/>
              <a:gd name="connsiteX17" fmla="*/ 272850 w 362309"/>
              <a:gd name="connsiteY17" fmla="*/ 197903 h 362610"/>
              <a:gd name="connsiteX18" fmla="*/ 266460 w 362309"/>
              <a:gd name="connsiteY18" fmla="*/ 204287 h 362610"/>
              <a:gd name="connsiteX19" fmla="*/ 260070 w 362309"/>
              <a:gd name="connsiteY19" fmla="*/ 197903 h 362610"/>
              <a:gd name="connsiteX20" fmla="*/ 260070 w 362309"/>
              <a:gd name="connsiteY20" fmla="*/ 101505 h 362610"/>
              <a:gd name="connsiteX21" fmla="*/ 164221 w 362309"/>
              <a:gd name="connsiteY21" fmla="*/ 101505 h 362610"/>
              <a:gd name="connsiteX22" fmla="*/ 157831 w 362309"/>
              <a:gd name="connsiteY22" fmla="*/ 95121 h 362610"/>
              <a:gd name="connsiteX23" fmla="*/ 164221 w 362309"/>
              <a:gd name="connsiteY23" fmla="*/ 88738 h 362610"/>
              <a:gd name="connsiteX24" fmla="*/ 267099 w 362309"/>
              <a:gd name="connsiteY24" fmla="*/ 88738 h 362610"/>
              <a:gd name="connsiteX25" fmla="*/ 273489 w 362309"/>
              <a:gd name="connsiteY25" fmla="*/ 95121 h 362610"/>
              <a:gd name="connsiteX26" fmla="*/ 272850 w 362309"/>
              <a:gd name="connsiteY26" fmla="*/ 197903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81077"/>
                  <a:pt x="281157" y="0"/>
                  <a:pt x="180835" y="0"/>
                </a:cubicBezTo>
                <a:cubicBezTo>
                  <a:pt x="180835" y="0"/>
                  <a:pt x="180835" y="0"/>
                  <a:pt x="180835" y="0"/>
                </a:cubicBezTo>
                <a:close/>
                <a:moveTo>
                  <a:pt x="198088" y="272596"/>
                </a:moveTo>
                <a:lnTo>
                  <a:pt x="95849" y="272596"/>
                </a:lnTo>
                <a:cubicBezTo>
                  <a:pt x="92015" y="272596"/>
                  <a:pt x="89459" y="270043"/>
                  <a:pt x="89459" y="266212"/>
                </a:cubicBezTo>
                <a:lnTo>
                  <a:pt x="89459" y="163430"/>
                </a:lnTo>
                <a:cubicBezTo>
                  <a:pt x="89459" y="159600"/>
                  <a:pt x="92015" y="157046"/>
                  <a:pt x="95849" y="157046"/>
                </a:cubicBezTo>
                <a:cubicBezTo>
                  <a:pt x="99683" y="157046"/>
                  <a:pt x="102239" y="159600"/>
                  <a:pt x="102239" y="163430"/>
                </a:cubicBezTo>
                <a:lnTo>
                  <a:pt x="102239" y="259828"/>
                </a:lnTo>
                <a:lnTo>
                  <a:pt x="198727" y="259828"/>
                </a:lnTo>
                <a:cubicBezTo>
                  <a:pt x="202561" y="259828"/>
                  <a:pt x="205117" y="262382"/>
                  <a:pt x="205117" y="266212"/>
                </a:cubicBezTo>
                <a:cubicBezTo>
                  <a:pt x="205117" y="270043"/>
                  <a:pt x="201922" y="272596"/>
                  <a:pt x="198088" y="272596"/>
                </a:cubicBezTo>
                <a:lnTo>
                  <a:pt x="198088" y="272596"/>
                </a:lnTo>
                <a:close/>
                <a:moveTo>
                  <a:pt x="272850" y="197903"/>
                </a:moveTo>
                <a:cubicBezTo>
                  <a:pt x="272850" y="201734"/>
                  <a:pt x="270294" y="204287"/>
                  <a:pt x="266460" y="204287"/>
                </a:cubicBezTo>
                <a:cubicBezTo>
                  <a:pt x="262626" y="204287"/>
                  <a:pt x="260070" y="201734"/>
                  <a:pt x="260070" y="197903"/>
                </a:cubicBezTo>
                <a:lnTo>
                  <a:pt x="260070" y="101505"/>
                </a:lnTo>
                <a:lnTo>
                  <a:pt x="164221" y="101505"/>
                </a:lnTo>
                <a:cubicBezTo>
                  <a:pt x="160387" y="101505"/>
                  <a:pt x="157831" y="98952"/>
                  <a:pt x="157831" y="95121"/>
                </a:cubicBezTo>
                <a:cubicBezTo>
                  <a:pt x="157831" y="91291"/>
                  <a:pt x="160387" y="88738"/>
                  <a:pt x="164221" y="88738"/>
                </a:cubicBezTo>
                <a:lnTo>
                  <a:pt x="267099" y="88738"/>
                </a:lnTo>
                <a:cubicBezTo>
                  <a:pt x="270933" y="88738"/>
                  <a:pt x="273489" y="91291"/>
                  <a:pt x="273489" y="95121"/>
                </a:cubicBezTo>
                <a:lnTo>
                  <a:pt x="272850" y="197903"/>
                </a:lnTo>
                <a:close/>
              </a:path>
            </a:pathLst>
          </a:custGeom>
          <a:solidFill>
            <a:srgbClr val="00A3E0"/>
          </a:solidFill>
          <a:ln w="6390" cap="flat">
            <a:noFill/>
            <a:prstDash val="solid"/>
            <a:miter/>
          </a:ln>
        </p:spPr>
        <p:txBody>
          <a:bodyPr rtlCol="0" anchor="ctr"/>
          <a:lstStyle/>
          <a:p>
            <a:endParaRPr lang="en-US"/>
          </a:p>
        </p:txBody>
      </p:sp>
      <p:sp>
        <p:nvSpPr>
          <p:cNvPr id="540" name="Graphic 4">
            <a:extLst>
              <a:ext uri="{FF2B5EF4-FFF2-40B4-BE49-F238E27FC236}">
                <a16:creationId xmlns:a16="http://schemas.microsoft.com/office/drawing/2014/main" id="{1156B51D-6FEC-2547-BA08-C33BA2E913F8}"/>
              </a:ext>
            </a:extLst>
          </p:cNvPr>
          <p:cNvSpPr/>
          <p:nvPr/>
        </p:nvSpPr>
        <p:spPr>
          <a:xfrm>
            <a:off x="7191874" y="1893013"/>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38022 w 362312"/>
              <a:gd name="connsiteY6" fmla="*/ 248975 h 361971"/>
              <a:gd name="connsiteX7" fmla="*/ 138022 w 362312"/>
              <a:gd name="connsiteY7" fmla="*/ 257913 h 361971"/>
              <a:gd name="connsiteX8" fmla="*/ 133550 w 362312"/>
              <a:gd name="connsiteY8" fmla="*/ 259828 h 361971"/>
              <a:gd name="connsiteX9" fmla="*/ 129076 w 362312"/>
              <a:gd name="connsiteY9" fmla="*/ 257913 h 361971"/>
              <a:gd name="connsiteX10" fmla="*/ 56232 w 362312"/>
              <a:gd name="connsiteY10" fmla="*/ 185774 h 361971"/>
              <a:gd name="connsiteX11" fmla="*/ 56232 w 362312"/>
              <a:gd name="connsiteY11" fmla="*/ 176836 h 361971"/>
              <a:gd name="connsiteX12" fmla="*/ 128438 w 362312"/>
              <a:gd name="connsiteY12" fmla="*/ 104059 h 361971"/>
              <a:gd name="connsiteX13" fmla="*/ 137384 w 362312"/>
              <a:gd name="connsiteY13" fmla="*/ 104059 h 361971"/>
              <a:gd name="connsiteX14" fmla="*/ 137384 w 362312"/>
              <a:gd name="connsiteY14" fmla="*/ 112997 h 361971"/>
              <a:gd name="connsiteX15" fmla="*/ 137384 w 362312"/>
              <a:gd name="connsiteY15" fmla="*/ 112997 h 361971"/>
              <a:gd name="connsiteX16" fmla="*/ 69650 w 362312"/>
              <a:gd name="connsiteY16" fmla="*/ 180667 h 361971"/>
              <a:gd name="connsiteX17" fmla="*/ 138022 w 362312"/>
              <a:gd name="connsiteY17" fmla="*/ 248975 h 361971"/>
              <a:gd name="connsiteX18" fmla="*/ 307356 w 362312"/>
              <a:gd name="connsiteY18" fmla="*/ 185774 h 361971"/>
              <a:gd name="connsiteX19" fmla="*/ 234510 w 362312"/>
              <a:gd name="connsiteY19" fmla="*/ 257913 h 361971"/>
              <a:gd name="connsiteX20" fmla="*/ 225565 w 362312"/>
              <a:gd name="connsiteY20" fmla="*/ 257913 h 361971"/>
              <a:gd name="connsiteX21" fmla="*/ 225565 w 362312"/>
              <a:gd name="connsiteY21" fmla="*/ 248975 h 361971"/>
              <a:gd name="connsiteX22" fmla="*/ 293937 w 362312"/>
              <a:gd name="connsiteY22" fmla="*/ 181305 h 361971"/>
              <a:gd name="connsiteX23" fmla="*/ 225565 w 362312"/>
              <a:gd name="connsiteY23" fmla="*/ 113635 h 361971"/>
              <a:gd name="connsiteX24" fmla="*/ 225565 w 362312"/>
              <a:gd name="connsiteY24" fmla="*/ 104697 h 361971"/>
              <a:gd name="connsiteX25" fmla="*/ 225565 w 362312"/>
              <a:gd name="connsiteY25" fmla="*/ 104697 h 361971"/>
              <a:gd name="connsiteX26" fmla="*/ 234510 w 362312"/>
              <a:gd name="connsiteY26" fmla="*/ 104697 h 361971"/>
              <a:gd name="connsiteX27" fmla="*/ 307356 w 362312"/>
              <a:gd name="connsiteY27" fmla="*/ 177475 h 361971"/>
              <a:gd name="connsiteX28" fmla="*/ 307356 w 362312"/>
              <a:gd name="connsiteY28" fmla="*/ 185774 h 361971"/>
              <a:gd name="connsiteX29" fmla="*/ 307356 w 362312"/>
              <a:gd name="connsiteY29" fmla="*/ 185774 h 361971"/>
              <a:gd name="connsiteX30" fmla="*/ 307356 w 362312"/>
              <a:gd name="connsiteY30" fmla="*/ 18577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138022" y="248975"/>
                </a:moveTo>
                <a:cubicBezTo>
                  <a:pt x="140579" y="251529"/>
                  <a:pt x="140579" y="255359"/>
                  <a:pt x="138022" y="257913"/>
                </a:cubicBezTo>
                <a:cubicBezTo>
                  <a:pt x="136745" y="259190"/>
                  <a:pt x="135466" y="259828"/>
                  <a:pt x="133550" y="259828"/>
                </a:cubicBezTo>
                <a:cubicBezTo>
                  <a:pt x="131633" y="259828"/>
                  <a:pt x="130355" y="259190"/>
                  <a:pt x="129076" y="257913"/>
                </a:cubicBezTo>
                <a:lnTo>
                  <a:pt x="56232" y="185774"/>
                </a:lnTo>
                <a:cubicBezTo>
                  <a:pt x="53676" y="183220"/>
                  <a:pt x="53676" y="179390"/>
                  <a:pt x="56232" y="176836"/>
                </a:cubicBezTo>
                <a:lnTo>
                  <a:pt x="128438" y="104059"/>
                </a:lnTo>
                <a:cubicBezTo>
                  <a:pt x="130994" y="101505"/>
                  <a:pt x="134828" y="101505"/>
                  <a:pt x="137384" y="104059"/>
                </a:cubicBezTo>
                <a:cubicBezTo>
                  <a:pt x="139940" y="106613"/>
                  <a:pt x="139940" y="110443"/>
                  <a:pt x="137384" y="112997"/>
                </a:cubicBezTo>
                <a:cubicBezTo>
                  <a:pt x="137384" y="112997"/>
                  <a:pt x="137384" y="112997"/>
                  <a:pt x="137384" y="112997"/>
                </a:cubicBezTo>
                <a:lnTo>
                  <a:pt x="69650" y="180667"/>
                </a:lnTo>
                <a:lnTo>
                  <a:pt x="138022" y="248975"/>
                </a:lnTo>
                <a:close/>
                <a:moveTo>
                  <a:pt x="307356" y="185774"/>
                </a:moveTo>
                <a:lnTo>
                  <a:pt x="234510" y="257913"/>
                </a:lnTo>
                <a:cubicBezTo>
                  <a:pt x="231955" y="260467"/>
                  <a:pt x="228120" y="260467"/>
                  <a:pt x="225565" y="257913"/>
                </a:cubicBezTo>
                <a:cubicBezTo>
                  <a:pt x="223009" y="255359"/>
                  <a:pt x="223009" y="251529"/>
                  <a:pt x="225565" y="248975"/>
                </a:cubicBezTo>
                <a:lnTo>
                  <a:pt x="293937" y="181305"/>
                </a:lnTo>
                <a:lnTo>
                  <a:pt x="225565" y="113635"/>
                </a:lnTo>
                <a:cubicBezTo>
                  <a:pt x="223009" y="111081"/>
                  <a:pt x="223009" y="107251"/>
                  <a:pt x="225565" y="104697"/>
                </a:cubicBezTo>
                <a:cubicBezTo>
                  <a:pt x="225565" y="104697"/>
                  <a:pt x="225565" y="104697"/>
                  <a:pt x="225565" y="104697"/>
                </a:cubicBezTo>
                <a:cubicBezTo>
                  <a:pt x="228120" y="102144"/>
                  <a:pt x="231955" y="102144"/>
                  <a:pt x="234510" y="104697"/>
                </a:cubicBezTo>
                <a:lnTo>
                  <a:pt x="307356" y="177475"/>
                </a:lnTo>
                <a:cubicBezTo>
                  <a:pt x="309912" y="178752"/>
                  <a:pt x="309912" y="183220"/>
                  <a:pt x="307356" y="185774"/>
                </a:cubicBezTo>
                <a:cubicBezTo>
                  <a:pt x="307356" y="185774"/>
                  <a:pt x="307356" y="185774"/>
                  <a:pt x="307356" y="185774"/>
                </a:cubicBezTo>
                <a:lnTo>
                  <a:pt x="307356" y="185774"/>
                </a:lnTo>
                <a:close/>
              </a:path>
            </a:pathLst>
          </a:custGeom>
          <a:solidFill>
            <a:srgbClr val="00A3E0"/>
          </a:solidFill>
          <a:ln w="6390" cap="flat">
            <a:noFill/>
            <a:prstDash val="solid"/>
            <a:miter/>
          </a:ln>
        </p:spPr>
        <p:txBody>
          <a:bodyPr rtlCol="0" anchor="ctr"/>
          <a:lstStyle/>
          <a:p>
            <a:endParaRPr lang="en-US"/>
          </a:p>
        </p:txBody>
      </p:sp>
      <p:sp>
        <p:nvSpPr>
          <p:cNvPr id="541" name="Graphic 4">
            <a:extLst>
              <a:ext uri="{FF2B5EF4-FFF2-40B4-BE49-F238E27FC236}">
                <a16:creationId xmlns:a16="http://schemas.microsoft.com/office/drawing/2014/main" id="{C7B1D2A9-85A9-224C-B589-2A45A7A08778}"/>
              </a:ext>
            </a:extLst>
          </p:cNvPr>
          <p:cNvSpPr/>
          <p:nvPr/>
        </p:nvSpPr>
        <p:spPr>
          <a:xfrm>
            <a:off x="8239823" y="1893013"/>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258154 w 361674"/>
              <a:gd name="connsiteY7" fmla="*/ 233654 h 361971"/>
              <a:gd name="connsiteX8" fmla="*/ 185947 w 361674"/>
              <a:gd name="connsiteY8" fmla="*/ 306431 h 361971"/>
              <a:gd name="connsiteX9" fmla="*/ 181474 w 361674"/>
              <a:gd name="connsiteY9" fmla="*/ 308346 h 361971"/>
              <a:gd name="connsiteX10" fmla="*/ 177001 w 361674"/>
              <a:gd name="connsiteY10" fmla="*/ 306431 h 361971"/>
              <a:gd name="connsiteX11" fmla="*/ 104156 w 361674"/>
              <a:gd name="connsiteY11" fmla="*/ 233654 h 361971"/>
              <a:gd name="connsiteX12" fmla="*/ 104156 w 361674"/>
              <a:gd name="connsiteY12" fmla="*/ 224716 h 361971"/>
              <a:gd name="connsiteX13" fmla="*/ 113102 w 361674"/>
              <a:gd name="connsiteY13" fmla="*/ 224716 h 361971"/>
              <a:gd name="connsiteX14" fmla="*/ 181474 w 361674"/>
              <a:gd name="connsiteY14" fmla="*/ 292387 h 361971"/>
              <a:gd name="connsiteX15" fmla="*/ 249846 w 361674"/>
              <a:gd name="connsiteY15" fmla="*/ 224716 h 361971"/>
              <a:gd name="connsiteX16" fmla="*/ 258792 w 361674"/>
              <a:gd name="connsiteY16" fmla="*/ 224716 h 361971"/>
              <a:gd name="connsiteX17" fmla="*/ 258154 w 361674"/>
              <a:gd name="connsiteY17" fmla="*/ 233654 h 361971"/>
              <a:gd name="connsiteX18" fmla="*/ 258154 w 361674"/>
              <a:gd name="connsiteY18" fmla="*/ 137256 h 361971"/>
              <a:gd name="connsiteX19" fmla="*/ 249208 w 361674"/>
              <a:gd name="connsiteY19" fmla="*/ 137256 h 361971"/>
              <a:gd name="connsiteX20" fmla="*/ 180836 w 361674"/>
              <a:gd name="connsiteY20" fmla="*/ 69585 h 361971"/>
              <a:gd name="connsiteX21" fmla="*/ 112463 w 361674"/>
              <a:gd name="connsiteY21" fmla="*/ 137256 h 361971"/>
              <a:gd name="connsiteX22" fmla="*/ 107990 w 361674"/>
              <a:gd name="connsiteY22" fmla="*/ 139171 h 361971"/>
              <a:gd name="connsiteX23" fmla="*/ 103517 w 361674"/>
              <a:gd name="connsiteY23" fmla="*/ 137256 h 361971"/>
              <a:gd name="connsiteX24" fmla="*/ 103517 w 361674"/>
              <a:gd name="connsiteY24" fmla="*/ 128318 h 361971"/>
              <a:gd name="connsiteX25" fmla="*/ 176362 w 361674"/>
              <a:gd name="connsiteY25" fmla="*/ 55541 h 361971"/>
              <a:gd name="connsiteX26" fmla="*/ 185308 w 361674"/>
              <a:gd name="connsiteY26" fmla="*/ 55541 h 361971"/>
              <a:gd name="connsiteX27" fmla="*/ 257515 w 361674"/>
              <a:gd name="connsiteY27" fmla="*/ 128318 h 361971"/>
              <a:gd name="connsiteX28" fmla="*/ 258154 w 361674"/>
              <a:gd name="connsiteY28" fmla="*/ 137256 h 361971"/>
              <a:gd name="connsiteX29" fmla="*/ 258154 w 361674"/>
              <a:gd name="connsiteY29" fmla="*/ 13725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1674" h="361971">
                <a:moveTo>
                  <a:pt x="180836" y="0"/>
                </a:moveTo>
                <a:cubicBezTo>
                  <a:pt x="80513" y="0"/>
                  <a:pt x="0" y="81077"/>
                  <a:pt x="0" y="180667"/>
                </a:cubicBezTo>
                <a:cubicBezTo>
                  <a:pt x="0" y="280895"/>
                  <a:pt x="81152" y="361972"/>
                  <a:pt x="180836" y="361972"/>
                </a:cubicBezTo>
                <a:cubicBezTo>
                  <a:pt x="281157" y="361972"/>
                  <a:pt x="361670" y="280895"/>
                  <a:pt x="361670" y="181305"/>
                </a:cubicBezTo>
                <a:cubicBezTo>
                  <a:pt x="361670" y="181305"/>
                  <a:pt x="361670" y="181305"/>
                  <a:pt x="361670" y="181305"/>
                </a:cubicBezTo>
                <a:cubicBezTo>
                  <a:pt x="362309" y="81077"/>
                  <a:pt x="281157" y="0"/>
                  <a:pt x="180836" y="0"/>
                </a:cubicBezTo>
                <a:cubicBezTo>
                  <a:pt x="180836" y="0"/>
                  <a:pt x="180836" y="0"/>
                  <a:pt x="180836" y="0"/>
                </a:cubicBezTo>
                <a:close/>
                <a:moveTo>
                  <a:pt x="258154" y="233654"/>
                </a:moveTo>
                <a:lnTo>
                  <a:pt x="185947" y="306431"/>
                </a:lnTo>
                <a:cubicBezTo>
                  <a:pt x="184669" y="307708"/>
                  <a:pt x="183391" y="308346"/>
                  <a:pt x="181474" y="308346"/>
                </a:cubicBezTo>
                <a:cubicBezTo>
                  <a:pt x="179557" y="308346"/>
                  <a:pt x="178279" y="307708"/>
                  <a:pt x="177001" y="306431"/>
                </a:cubicBezTo>
                <a:lnTo>
                  <a:pt x="104156" y="233654"/>
                </a:lnTo>
                <a:cubicBezTo>
                  <a:pt x="101600" y="231100"/>
                  <a:pt x="101600" y="227270"/>
                  <a:pt x="104156" y="224716"/>
                </a:cubicBezTo>
                <a:cubicBezTo>
                  <a:pt x="106712" y="222163"/>
                  <a:pt x="110546" y="222163"/>
                  <a:pt x="113102" y="224716"/>
                </a:cubicBezTo>
                <a:lnTo>
                  <a:pt x="181474" y="292387"/>
                </a:lnTo>
                <a:lnTo>
                  <a:pt x="249846" y="224716"/>
                </a:lnTo>
                <a:cubicBezTo>
                  <a:pt x="252403" y="222163"/>
                  <a:pt x="256236" y="222163"/>
                  <a:pt x="258792" y="224716"/>
                </a:cubicBezTo>
                <a:cubicBezTo>
                  <a:pt x="260710" y="227270"/>
                  <a:pt x="260710" y="231100"/>
                  <a:pt x="258154" y="233654"/>
                </a:cubicBezTo>
                <a:close/>
                <a:moveTo>
                  <a:pt x="258154" y="137256"/>
                </a:moveTo>
                <a:cubicBezTo>
                  <a:pt x="255597" y="139809"/>
                  <a:pt x="251764" y="139809"/>
                  <a:pt x="249208" y="137256"/>
                </a:cubicBezTo>
                <a:lnTo>
                  <a:pt x="180836" y="69585"/>
                </a:lnTo>
                <a:lnTo>
                  <a:pt x="112463" y="137256"/>
                </a:lnTo>
                <a:cubicBezTo>
                  <a:pt x="111185" y="138533"/>
                  <a:pt x="109907" y="139171"/>
                  <a:pt x="107990" y="139171"/>
                </a:cubicBezTo>
                <a:cubicBezTo>
                  <a:pt x="106073" y="139171"/>
                  <a:pt x="104795" y="138533"/>
                  <a:pt x="103517" y="137256"/>
                </a:cubicBezTo>
                <a:cubicBezTo>
                  <a:pt x="100961" y="134702"/>
                  <a:pt x="100961" y="130872"/>
                  <a:pt x="103517" y="128318"/>
                </a:cubicBezTo>
                <a:lnTo>
                  <a:pt x="176362" y="55541"/>
                </a:lnTo>
                <a:cubicBezTo>
                  <a:pt x="178918" y="52987"/>
                  <a:pt x="182752" y="52987"/>
                  <a:pt x="185308" y="55541"/>
                </a:cubicBezTo>
                <a:lnTo>
                  <a:pt x="257515" y="128318"/>
                </a:lnTo>
                <a:cubicBezTo>
                  <a:pt x="260070" y="130872"/>
                  <a:pt x="260070" y="134702"/>
                  <a:pt x="258154" y="137256"/>
                </a:cubicBezTo>
                <a:lnTo>
                  <a:pt x="258154" y="137256"/>
                </a:lnTo>
                <a:close/>
              </a:path>
            </a:pathLst>
          </a:custGeom>
          <a:solidFill>
            <a:srgbClr val="00A3E0"/>
          </a:solidFill>
          <a:ln w="6390" cap="flat">
            <a:noFill/>
            <a:prstDash val="solid"/>
            <a:miter/>
          </a:ln>
        </p:spPr>
        <p:txBody>
          <a:bodyPr rtlCol="0" anchor="ctr"/>
          <a:lstStyle/>
          <a:p>
            <a:endParaRPr lang="en-US"/>
          </a:p>
        </p:txBody>
      </p:sp>
      <p:sp>
        <p:nvSpPr>
          <p:cNvPr id="542" name="Graphic 4">
            <a:extLst>
              <a:ext uri="{FF2B5EF4-FFF2-40B4-BE49-F238E27FC236}">
                <a16:creationId xmlns:a16="http://schemas.microsoft.com/office/drawing/2014/main" id="{404F16E6-97E0-D04A-8438-41FC5970AA62}"/>
              </a:ext>
            </a:extLst>
          </p:cNvPr>
          <p:cNvSpPr/>
          <p:nvPr/>
        </p:nvSpPr>
        <p:spPr>
          <a:xfrm>
            <a:off x="1952125" y="2371173"/>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02878 w 362313"/>
              <a:gd name="connsiteY6" fmla="*/ 197903 h 361971"/>
              <a:gd name="connsiteX7" fmla="*/ 96488 w 362313"/>
              <a:gd name="connsiteY7" fmla="*/ 204287 h 361971"/>
              <a:gd name="connsiteX8" fmla="*/ 90098 w 362313"/>
              <a:gd name="connsiteY8" fmla="*/ 197903 h 361971"/>
              <a:gd name="connsiteX9" fmla="*/ 90098 w 362313"/>
              <a:gd name="connsiteY9" fmla="*/ 95760 h 361971"/>
              <a:gd name="connsiteX10" fmla="*/ 96488 w 362313"/>
              <a:gd name="connsiteY10" fmla="*/ 89376 h 361971"/>
              <a:gd name="connsiteX11" fmla="*/ 198727 w 362313"/>
              <a:gd name="connsiteY11" fmla="*/ 89376 h 361971"/>
              <a:gd name="connsiteX12" fmla="*/ 205117 w 362313"/>
              <a:gd name="connsiteY12" fmla="*/ 95760 h 361971"/>
              <a:gd name="connsiteX13" fmla="*/ 198727 w 362313"/>
              <a:gd name="connsiteY13" fmla="*/ 102144 h 361971"/>
              <a:gd name="connsiteX14" fmla="*/ 102878 w 362313"/>
              <a:gd name="connsiteY14" fmla="*/ 102144 h 361971"/>
              <a:gd name="connsiteX15" fmla="*/ 102878 w 362313"/>
              <a:gd name="connsiteY15" fmla="*/ 197903 h 361971"/>
              <a:gd name="connsiteX16" fmla="*/ 273489 w 362313"/>
              <a:gd name="connsiteY16" fmla="*/ 266212 h 361971"/>
              <a:gd name="connsiteX17" fmla="*/ 267099 w 362313"/>
              <a:gd name="connsiteY17" fmla="*/ 272596 h 361971"/>
              <a:gd name="connsiteX18" fmla="*/ 164221 w 362313"/>
              <a:gd name="connsiteY18" fmla="*/ 272596 h 361971"/>
              <a:gd name="connsiteX19" fmla="*/ 157832 w 362313"/>
              <a:gd name="connsiteY19" fmla="*/ 266212 h 361971"/>
              <a:gd name="connsiteX20" fmla="*/ 164221 w 362313"/>
              <a:gd name="connsiteY20" fmla="*/ 259828 h 361971"/>
              <a:gd name="connsiteX21" fmla="*/ 260709 w 362313"/>
              <a:gd name="connsiteY21" fmla="*/ 259828 h 361971"/>
              <a:gd name="connsiteX22" fmla="*/ 260709 w 362313"/>
              <a:gd name="connsiteY22" fmla="*/ 164068 h 361971"/>
              <a:gd name="connsiteX23" fmla="*/ 267099 w 362313"/>
              <a:gd name="connsiteY23" fmla="*/ 157684 h 361971"/>
              <a:gd name="connsiteX24" fmla="*/ 273489 w 362313"/>
              <a:gd name="connsiteY24" fmla="*/ 164068 h 361971"/>
              <a:gd name="connsiteX25" fmla="*/ 273489 w 362313"/>
              <a:gd name="connsiteY25" fmla="*/ 26621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102878" y="197903"/>
                </a:moveTo>
                <a:cubicBezTo>
                  <a:pt x="102878" y="201734"/>
                  <a:pt x="100322" y="204287"/>
                  <a:pt x="96488" y="204287"/>
                </a:cubicBezTo>
                <a:cubicBezTo>
                  <a:pt x="92654" y="204287"/>
                  <a:pt x="90098" y="201734"/>
                  <a:pt x="90098" y="197903"/>
                </a:cubicBezTo>
                <a:lnTo>
                  <a:pt x="90098" y="95760"/>
                </a:lnTo>
                <a:cubicBezTo>
                  <a:pt x="90098" y="91930"/>
                  <a:pt x="92654" y="89376"/>
                  <a:pt x="96488" y="89376"/>
                </a:cubicBezTo>
                <a:lnTo>
                  <a:pt x="198727" y="89376"/>
                </a:lnTo>
                <a:cubicBezTo>
                  <a:pt x="202561" y="89376"/>
                  <a:pt x="205117" y="91930"/>
                  <a:pt x="205117" y="95760"/>
                </a:cubicBezTo>
                <a:cubicBezTo>
                  <a:pt x="205117" y="99590"/>
                  <a:pt x="202561" y="102144"/>
                  <a:pt x="198727" y="102144"/>
                </a:cubicBezTo>
                <a:lnTo>
                  <a:pt x="102878" y="102144"/>
                </a:lnTo>
                <a:lnTo>
                  <a:pt x="102878" y="197903"/>
                </a:lnTo>
                <a:close/>
                <a:moveTo>
                  <a:pt x="273489" y="266212"/>
                </a:moveTo>
                <a:cubicBezTo>
                  <a:pt x="273489" y="270043"/>
                  <a:pt x="270933" y="272596"/>
                  <a:pt x="267099" y="272596"/>
                </a:cubicBezTo>
                <a:lnTo>
                  <a:pt x="164221" y="272596"/>
                </a:lnTo>
                <a:cubicBezTo>
                  <a:pt x="160387" y="272596"/>
                  <a:pt x="157832" y="270043"/>
                  <a:pt x="157832" y="266212"/>
                </a:cubicBezTo>
                <a:cubicBezTo>
                  <a:pt x="157832" y="262382"/>
                  <a:pt x="160387" y="259828"/>
                  <a:pt x="164221" y="259828"/>
                </a:cubicBezTo>
                <a:lnTo>
                  <a:pt x="260709" y="259828"/>
                </a:lnTo>
                <a:lnTo>
                  <a:pt x="260709" y="164068"/>
                </a:lnTo>
                <a:cubicBezTo>
                  <a:pt x="260709" y="160238"/>
                  <a:pt x="263266" y="157684"/>
                  <a:pt x="267099" y="157684"/>
                </a:cubicBezTo>
                <a:cubicBezTo>
                  <a:pt x="270933" y="157684"/>
                  <a:pt x="273489" y="160238"/>
                  <a:pt x="273489" y="164068"/>
                </a:cubicBezTo>
                <a:lnTo>
                  <a:pt x="273489" y="266212"/>
                </a:lnTo>
                <a:close/>
              </a:path>
            </a:pathLst>
          </a:custGeom>
          <a:solidFill>
            <a:srgbClr val="00A3E0"/>
          </a:solidFill>
          <a:ln w="6390" cap="flat">
            <a:noFill/>
            <a:prstDash val="solid"/>
            <a:miter/>
          </a:ln>
        </p:spPr>
        <p:txBody>
          <a:bodyPr rtlCol="0" anchor="ctr"/>
          <a:lstStyle/>
          <a:p>
            <a:endParaRPr lang="en-US"/>
          </a:p>
        </p:txBody>
      </p:sp>
      <p:sp>
        <p:nvSpPr>
          <p:cNvPr id="543" name="Graphic 4">
            <a:extLst>
              <a:ext uri="{FF2B5EF4-FFF2-40B4-BE49-F238E27FC236}">
                <a16:creationId xmlns:a16="http://schemas.microsoft.com/office/drawing/2014/main" id="{A9A5307B-3314-4B47-9935-5518344A8A59}"/>
              </a:ext>
            </a:extLst>
          </p:cNvPr>
          <p:cNvSpPr/>
          <p:nvPr/>
        </p:nvSpPr>
        <p:spPr>
          <a:xfrm>
            <a:off x="5099169" y="3339623"/>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84347 w 362309"/>
              <a:gd name="connsiteY7" fmla="*/ 187689 h 361971"/>
              <a:gd name="connsiteX8" fmla="*/ 77957 w 362309"/>
              <a:gd name="connsiteY8" fmla="*/ 181305 h 361971"/>
              <a:gd name="connsiteX9" fmla="*/ 181474 w 362309"/>
              <a:gd name="connsiteY9" fmla="*/ 77885 h 361971"/>
              <a:gd name="connsiteX10" fmla="*/ 249846 w 362309"/>
              <a:gd name="connsiteY10" fmla="*/ 103421 h 361971"/>
              <a:gd name="connsiteX11" fmla="*/ 249846 w 362309"/>
              <a:gd name="connsiteY11" fmla="*/ 75331 h 361971"/>
              <a:gd name="connsiteX12" fmla="*/ 256236 w 362309"/>
              <a:gd name="connsiteY12" fmla="*/ 68947 h 361971"/>
              <a:gd name="connsiteX13" fmla="*/ 262626 w 362309"/>
              <a:gd name="connsiteY13" fmla="*/ 75331 h 361971"/>
              <a:gd name="connsiteX14" fmla="*/ 262626 w 362309"/>
              <a:gd name="connsiteY14" fmla="*/ 119381 h 361971"/>
              <a:gd name="connsiteX15" fmla="*/ 256236 w 362309"/>
              <a:gd name="connsiteY15" fmla="*/ 125765 h 361971"/>
              <a:gd name="connsiteX16" fmla="*/ 212146 w 362309"/>
              <a:gd name="connsiteY16" fmla="*/ 125765 h 361971"/>
              <a:gd name="connsiteX17" fmla="*/ 205756 w 362309"/>
              <a:gd name="connsiteY17" fmla="*/ 119381 h 361971"/>
              <a:gd name="connsiteX18" fmla="*/ 212146 w 362309"/>
              <a:gd name="connsiteY18" fmla="*/ 112997 h 361971"/>
              <a:gd name="connsiteX19" fmla="*/ 241540 w 362309"/>
              <a:gd name="connsiteY19" fmla="*/ 112997 h 361971"/>
              <a:gd name="connsiteX20" fmla="*/ 113741 w 362309"/>
              <a:gd name="connsiteY20" fmla="*/ 121296 h 361971"/>
              <a:gd name="connsiteX21" fmla="*/ 91376 w 362309"/>
              <a:gd name="connsiteY21" fmla="*/ 181305 h 361971"/>
              <a:gd name="connsiteX22" fmla="*/ 84347 w 362309"/>
              <a:gd name="connsiteY22" fmla="*/ 187689 h 361971"/>
              <a:gd name="connsiteX23" fmla="*/ 181474 w 362309"/>
              <a:gd name="connsiteY23" fmla="*/ 284725 h 361971"/>
              <a:gd name="connsiteX24" fmla="*/ 113102 w 362309"/>
              <a:gd name="connsiteY24" fmla="*/ 258551 h 361971"/>
              <a:gd name="connsiteX25" fmla="*/ 113102 w 362309"/>
              <a:gd name="connsiteY25" fmla="*/ 287279 h 361971"/>
              <a:gd name="connsiteX26" fmla="*/ 106712 w 362309"/>
              <a:gd name="connsiteY26" fmla="*/ 293663 h 361971"/>
              <a:gd name="connsiteX27" fmla="*/ 100322 w 362309"/>
              <a:gd name="connsiteY27" fmla="*/ 287279 h 361971"/>
              <a:gd name="connsiteX28" fmla="*/ 100322 w 362309"/>
              <a:gd name="connsiteY28" fmla="*/ 243230 h 361971"/>
              <a:gd name="connsiteX29" fmla="*/ 106712 w 362309"/>
              <a:gd name="connsiteY29" fmla="*/ 236846 h 361971"/>
              <a:gd name="connsiteX30" fmla="*/ 150802 w 362309"/>
              <a:gd name="connsiteY30" fmla="*/ 236846 h 361971"/>
              <a:gd name="connsiteX31" fmla="*/ 157192 w 362309"/>
              <a:gd name="connsiteY31" fmla="*/ 243230 h 361971"/>
              <a:gd name="connsiteX32" fmla="*/ 150802 w 362309"/>
              <a:gd name="connsiteY32" fmla="*/ 249614 h 361971"/>
              <a:gd name="connsiteX33" fmla="*/ 121409 w 362309"/>
              <a:gd name="connsiteY33" fmla="*/ 249614 h 361971"/>
              <a:gd name="connsiteX34" fmla="*/ 249208 w 362309"/>
              <a:gd name="connsiteY34" fmla="*/ 241314 h 361971"/>
              <a:gd name="connsiteX35" fmla="*/ 271572 w 362309"/>
              <a:gd name="connsiteY35" fmla="*/ 181305 h 361971"/>
              <a:gd name="connsiteX36" fmla="*/ 277962 w 362309"/>
              <a:gd name="connsiteY36" fmla="*/ 174921 h 361971"/>
              <a:gd name="connsiteX37" fmla="*/ 284352 w 362309"/>
              <a:gd name="connsiteY37" fmla="*/ 181305 h 361971"/>
              <a:gd name="connsiteX38" fmla="*/ 181474 w 362309"/>
              <a:gd name="connsiteY38" fmla="*/ 28472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310" y="81077"/>
                  <a:pt x="281157" y="0"/>
                  <a:pt x="181474" y="0"/>
                </a:cubicBezTo>
                <a:cubicBezTo>
                  <a:pt x="181474" y="0"/>
                  <a:pt x="181474" y="0"/>
                  <a:pt x="181474" y="0"/>
                </a:cubicBezTo>
                <a:close/>
                <a:moveTo>
                  <a:pt x="84347" y="187689"/>
                </a:moveTo>
                <a:cubicBezTo>
                  <a:pt x="80513" y="187689"/>
                  <a:pt x="77957" y="185135"/>
                  <a:pt x="77957" y="181305"/>
                </a:cubicBezTo>
                <a:cubicBezTo>
                  <a:pt x="77957" y="124488"/>
                  <a:pt x="123965" y="77885"/>
                  <a:pt x="181474" y="77885"/>
                </a:cubicBezTo>
                <a:cubicBezTo>
                  <a:pt x="206395" y="77885"/>
                  <a:pt x="230677" y="86822"/>
                  <a:pt x="249846" y="103421"/>
                </a:cubicBezTo>
                <a:lnTo>
                  <a:pt x="249846" y="75331"/>
                </a:lnTo>
                <a:cubicBezTo>
                  <a:pt x="249846" y="71501"/>
                  <a:pt x="252403" y="68947"/>
                  <a:pt x="256236" y="68947"/>
                </a:cubicBezTo>
                <a:cubicBezTo>
                  <a:pt x="260071" y="68947"/>
                  <a:pt x="262626" y="71501"/>
                  <a:pt x="262626" y="75331"/>
                </a:cubicBezTo>
                <a:lnTo>
                  <a:pt x="262626" y="119381"/>
                </a:lnTo>
                <a:cubicBezTo>
                  <a:pt x="262626" y="123211"/>
                  <a:pt x="260071" y="125765"/>
                  <a:pt x="256236" y="125765"/>
                </a:cubicBezTo>
                <a:lnTo>
                  <a:pt x="212146" y="125765"/>
                </a:lnTo>
                <a:cubicBezTo>
                  <a:pt x="208312" y="125765"/>
                  <a:pt x="205756" y="123211"/>
                  <a:pt x="205756" y="119381"/>
                </a:cubicBezTo>
                <a:cubicBezTo>
                  <a:pt x="205756" y="115550"/>
                  <a:pt x="208312" y="112997"/>
                  <a:pt x="212146" y="112997"/>
                </a:cubicBezTo>
                <a:lnTo>
                  <a:pt x="241540" y="112997"/>
                </a:lnTo>
                <a:cubicBezTo>
                  <a:pt x="203839" y="79800"/>
                  <a:pt x="146330" y="83630"/>
                  <a:pt x="113741" y="121296"/>
                </a:cubicBezTo>
                <a:cubicBezTo>
                  <a:pt x="99044" y="137894"/>
                  <a:pt x="91376" y="158961"/>
                  <a:pt x="91376" y="181305"/>
                </a:cubicBezTo>
                <a:cubicBezTo>
                  <a:pt x="90098" y="184497"/>
                  <a:pt x="87542" y="187689"/>
                  <a:pt x="84347" y="187689"/>
                </a:cubicBezTo>
                <a:close/>
                <a:moveTo>
                  <a:pt x="181474" y="284725"/>
                </a:moveTo>
                <a:cubicBezTo>
                  <a:pt x="155915" y="284725"/>
                  <a:pt x="131633" y="275149"/>
                  <a:pt x="113102" y="258551"/>
                </a:cubicBezTo>
                <a:lnTo>
                  <a:pt x="113102" y="287279"/>
                </a:lnTo>
                <a:cubicBezTo>
                  <a:pt x="113102" y="291109"/>
                  <a:pt x="110546" y="293663"/>
                  <a:pt x="106712" y="293663"/>
                </a:cubicBezTo>
                <a:cubicBezTo>
                  <a:pt x="102878" y="293663"/>
                  <a:pt x="100322" y="291109"/>
                  <a:pt x="100322" y="287279"/>
                </a:cubicBezTo>
                <a:lnTo>
                  <a:pt x="100322" y="243230"/>
                </a:lnTo>
                <a:cubicBezTo>
                  <a:pt x="100322" y="239399"/>
                  <a:pt x="102878" y="236846"/>
                  <a:pt x="106712" y="236846"/>
                </a:cubicBezTo>
                <a:lnTo>
                  <a:pt x="150802" y="236846"/>
                </a:lnTo>
                <a:cubicBezTo>
                  <a:pt x="154637" y="236846"/>
                  <a:pt x="157192" y="239399"/>
                  <a:pt x="157192" y="243230"/>
                </a:cubicBezTo>
                <a:cubicBezTo>
                  <a:pt x="157192" y="247060"/>
                  <a:pt x="154637" y="249614"/>
                  <a:pt x="150802" y="249614"/>
                </a:cubicBezTo>
                <a:lnTo>
                  <a:pt x="121409" y="249614"/>
                </a:lnTo>
                <a:cubicBezTo>
                  <a:pt x="159110" y="282810"/>
                  <a:pt x="216619" y="278980"/>
                  <a:pt x="249208" y="241314"/>
                </a:cubicBezTo>
                <a:cubicBezTo>
                  <a:pt x="263904" y="224716"/>
                  <a:pt x="271572" y="203649"/>
                  <a:pt x="271572" y="181305"/>
                </a:cubicBezTo>
                <a:cubicBezTo>
                  <a:pt x="271572" y="177475"/>
                  <a:pt x="274128" y="174921"/>
                  <a:pt x="277962" y="174921"/>
                </a:cubicBezTo>
                <a:cubicBezTo>
                  <a:pt x="281796" y="174921"/>
                  <a:pt x="284352" y="177475"/>
                  <a:pt x="284352" y="181305"/>
                </a:cubicBezTo>
                <a:cubicBezTo>
                  <a:pt x="284991" y="238122"/>
                  <a:pt x="238345" y="284725"/>
                  <a:pt x="181474" y="284725"/>
                </a:cubicBezTo>
                <a:close/>
              </a:path>
            </a:pathLst>
          </a:custGeom>
          <a:solidFill>
            <a:srgbClr val="00A3E0"/>
          </a:solidFill>
          <a:ln w="6390" cap="flat">
            <a:noFill/>
            <a:prstDash val="solid"/>
            <a:miter/>
          </a:ln>
        </p:spPr>
        <p:txBody>
          <a:bodyPr rtlCol="0" anchor="ctr"/>
          <a:lstStyle/>
          <a:p>
            <a:endParaRPr lang="en-US"/>
          </a:p>
        </p:txBody>
      </p:sp>
      <p:sp>
        <p:nvSpPr>
          <p:cNvPr id="544" name="Graphic 4">
            <a:extLst>
              <a:ext uri="{FF2B5EF4-FFF2-40B4-BE49-F238E27FC236}">
                <a16:creationId xmlns:a16="http://schemas.microsoft.com/office/drawing/2014/main" id="{0859FB4F-F6F7-ED41-9247-56079B61A399}"/>
              </a:ext>
            </a:extLst>
          </p:cNvPr>
          <p:cNvSpPr/>
          <p:nvPr/>
        </p:nvSpPr>
        <p:spPr>
          <a:xfrm>
            <a:off x="2998797" y="333962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1305 h 361971"/>
              <a:gd name="connsiteX4" fmla="*/ 180835 w 362309"/>
              <a:gd name="connsiteY4" fmla="*/ 0 h 361971"/>
              <a:gd name="connsiteX5" fmla="*/ 180835 w 362309"/>
              <a:gd name="connsiteY5" fmla="*/ 0 h 361971"/>
              <a:gd name="connsiteX6" fmla="*/ 269655 w 362309"/>
              <a:gd name="connsiteY6" fmla="*/ 108528 h 361971"/>
              <a:gd name="connsiteX7" fmla="*/ 265182 w 362309"/>
              <a:gd name="connsiteY7" fmla="*/ 110443 h 361971"/>
              <a:gd name="connsiteX8" fmla="*/ 260710 w 362309"/>
              <a:gd name="connsiteY8" fmla="*/ 108528 h 361971"/>
              <a:gd name="connsiteX9" fmla="*/ 240901 w 362309"/>
              <a:gd name="connsiteY9" fmla="*/ 88738 h 361971"/>
              <a:gd name="connsiteX10" fmla="*/ 240901 w 362309"/>
              <a:gd name="connsiteY10" fmla="*/ 142363 h 361971"/>
              <a:gd name="connsiteX11" fmla="*/ 197449 w 362309"/>
              <a:gd name="connsiteY11" fmla="*/ 213225 h 361971"/>
              <a:gd name="connsiteX12" fmla="*/ 193615 w 362309"/>
              <a:gd name="connsiteY12" fmla="*/ 216417 h 361971"/>
              <a:gd name="connsiteX13" fmla="*/ 187225 w 362309"/>
              <a:gd name="connsiteY13" fmla="*/ 226631 h 361971"/>
              <a:gd name="connsiteX14" fmla="*/ 187225 w 362309"/>
              <a:gd name="connsiteY14" fmla="*/ 226631 h 361971"/>
              <a:gd name="connsiteX15" fmla="*/ 187225 w 362309"/>
              <a:gd name="connsiteY15" fmla="*/ 288556 h 361971"/>
              <a:gd name="connsiteX16" fmla="*/ 180835 w 362309"/>
              <a:gd name="connsiteY16" fmla="*/ 294940 h 361971"/>
              <a:gd name="connsiteX17" fmla="*/ 174445 w 362309"/>
              <a:gd name="connsiteY17" fmla="*/ 288556 h 361971"/>
              <a:gd name="connsiteX18" fmla="*/ 174445 w 362309"/>
              <a:gd name="connsiteY18" fmla="*/ 226631 h 361971"/>
              <a:gd name="connsiteX19" fmla="*/ 168055 w 362309"/>
              <a:gd name="connsiteY19" fmla="*/ 216417 h 361971"/>
              <a:gd name="connsiteX20" fmla="*/ 164221 w 362309"/>
              <a:gd name="connsiteY20" fmla="*/ 213225 h 361971"/>
              <a:gd name="connsiteX21" fmla="*/ 120770 w 362309"/>
              <a:gd name="connsiteY21" fmla="*/ 142363 h 361971"/>
              <a:gd name="connsiteX22" fmla="*/ 120770 w 362309"/>
              <a:gd name="connsiteY22" fmla="*/ 88738 h 361971"/>
              <a:gd name="connsiteX23" fmla="*/ 100961 w 362309"/>
              <a:gd name="connsiteY23" fmla="*/ 108528 h 361971"/>
              <a:gd name="connsiteX24" fmla="*/ 96488 w 362309"/>
              <a:gd name="connsiteY24" fmla="*/ 110443 h 361971"/>
              <a:gd name="connsiteX25" fmla="*/ 92015 w 362309"/>
              <a:gd name="connsiteY25" fmla="*/ 108528 h 361971"/>
              <a:gd name="connsiteX26" fmla="*/ 92015 w 362309"/>
              <a:gd name="connsiteY26" fmla="*/ 99590 h 361971"/>
              <a:gd name="connsiteX27" fmla="*/ 122687 w 362309"/>
              <a:gd name="connsiteY27" fmla="*/ 68947 h 361971"/>
              <a:gd name="connsiteX28" fmla="*/ 131633 w 362309"/>
              <a:gd name="connsiteY28" fmla="*/ 68947 h 361971"/>
              <a:gd name="connsiteX29" fmla="*/ 162305 w 362309"/>
              <a:gd name="connsiteY29" fmla="*/ 99590 h 361971"/>
              <a:gd name="connsiteX30" fmla="*/ 162305 w 362309"/>
              <a:gd name="connsiteY30" fmla="*/ 108528 h 361971"/>
              <a:gd name="connsiteX31" fmla="*/ 153358 w 362309"/>
              <a:gd name="connsiteY31" fmla="*/ 108528 h 361971"/>
              <a:gd name="connsiteX32" fmla="*/ 153358 w 362309"/>
              <a:gd name="connsiteY32" fmla="*/ 108528 h 361971"/>
              <a:gd name="connsiteX33" fmla="*/ 133550 w 362309"/>
              <a:gd name="connsiteY33" fmla="*/ 88738 h 361971"/>
              <a:gd name="connsiteX34" fmla="*/ 133550 w 362309"/>
              <a:gd name="connsiteY34" fmla="*/ 142363 h 361971"/>
              <a:gd name="connsiteX35" fmla="*/ 172528 w 362309"/>
              <a:gd name="connsiteY35" fmla="*/ 203649 h 361971"/>
              <a:gd name="connsiteX36" fmla="*/ 176362 w 362309"/>
              <a:gd name="connsiteY36" fmla="*/ 206841 h 361971"/>
              <a:gd name="connsiteX37" fmla="*/ 180835 w 362309"/>
              <a:gd name="connsiteY37" fmla="*/ 211310 h 361971"/>
              <a:gd name="connsiteX38" fmla="*/ 185308 w 362309"/>
              <a:gd name="connsiteY38" fmla="*/ 206841 h 361971"/>
              <a:gd name="connsiteX39" fmla="*/ 189142 w 362309"/>
              <a:gd name="connsiteY39" fmla="*/ 203649 h 361971"/>
              <a:gd name="connsiteX40" fmla="*/ 228121 w 362309"/>
              <a:gd name="connsiteY40" fmla="*/ 142363 h 361971"/>
              <a:gd name="connsiteX41" fmla="*/ 228121 w 362309"/>
              <a:gd name="connsiteY41" fmla="*/ 88738 h 361971"/>
              <a:gd name="connsiteX42" fmla="*/ 208312 w 362309"/>
              <a:gd name="connsiteY42" fmla="*/ 108528 h 361971"/>
              <a:gd name="connsiteX43" fmla="*/ 199366 w 362309"/>
              <a:gd name="connsiteY43" fmla="*/ 108528 h 361971"/>
              <a:gd name="connsiteX44" fmla="*/ 199366 w 362309"/>
              <a:gd name="connsiteY44" fmla="*/ 108528 h 361971"/>
              <a:gd name="connsiteX45" fmla="*/ 199366 w 362309"/>
              <a:gd name="connsiteY45" fmla="*/ 99590 h 361971"/>
              <a:gd name="connsiteX46" fmla="*/ 230038 w 362309"/>
              <a:gd name="connsiteY46" fmla="*/ 68947 h 361971"/>
              <a:gd name="connsiteX47" fmla="*/ 238984 w 362309"/>
              <a:gd name="connsiteY47" fmla="*/ 68947 h 361971"/>
              <a:gd name="connsiteX48" fmla="*/ 269655 w 362309"/>
              <a:gd name="connsiteY48" fmla="*/ 99590 h 361971"/>
              <a:gd name="connsiteX49" fmla="*/ 269655 w 362309"/>
              <a:gd name="connsiteY49" fmla="*/ 108528 h 361971"/>
              <a:gd name="connsiteX50" fmla="*/ 269655 w 362309"/>
              <a:gd name="connsiteY50" fmla="*/ 108528 h 361971"/>
              <a:gd name="connsiteX51" fmla="*/ 269655 w 362309"/>
              <a:gd name="connsiteY51" fmla="*/ 10852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62309" h="361971">
                <a:moveTo>
                  <a:pt x="180835" y="0"/>
                </a:moveTo>
                <a:cubicBezTo>
                  <a:pt x="80513" y="0"/>
                  <a:pt x="0" y="81077"/>
                  <a:pt x="0" y="181305"/>
                </a:cubicBezTo>
                <a:cubicBezTo>
                  <a:pt x="0" y="281533"/>
                  <a:pt x="81152" y="361972"/>
                  <a:pt x="181474" y="361972"/>
                </a:cubicBezTo>
                <a:cubicBezTo>
                  <a:pt x="281157" y="361972"/>
                  <a:pt x="362310" y="280895"/>
                  <a:pt x="362310" y="181305"/>
                </a:cubicBezTo>
                <a:cubicBezTo>
                  <a:pt x="362310" y="81077"/>
                  <a:pt x="281157" y="0"/>
                  <a:pt x="180835" y="0"/>
                </a:cubicBezTo>
                <a:cubicBezTo>
                  <a:pt x="180835" y="0"/>
                  <a:pt x="180835" y="0"/>
                  <a:pt x="180835" y="0"/>
                </a:cubicBezTo>
                <a:close/>
                <a:moveTo>
                  <a:pt x="269655" y="108528"/>
                </a:moveTo>
                <a:cubicBezTo>
                  <a:pt x="268377" y="109805"/>
                  <a:pt x="267100" y="110443"/>
                  <a:pt x="265182" y="110443"/>
                </a:cubicBezTo>
                <a:cubicBezTo>
                  <a:pt x="263266" y="110443"/>
                  <a:pt x="261987" y="109805"/>
                  <a:pt x="260710" y="108528"/>
                </a:cubicBezTo>
                <a:lnTo>
                  <a:pt x="240901" y="88738"/>
                </a:lnTo>
                <a:lnTo>
                  <a:pt x="240901" y="142363"/>
                </a:lnTo>
                <a:cubicBezTo>
                  <a:pt x="240901" y="174283"/>
                  <a:pt x="214702" y="197903"/>
                  <a:pt x="197449" y="213225"/>
                </a:cubicBezTo>
                <a:lnTo>
                  <a:pt x="193615" y="216417"/>
                </a:lnTo>
                <a:cubicBezTo>
                  <a:pt x="187225" y="222163"/>
                  <a:pt x="187225" y="225355"/>
                  <a:pt x="187225" y="226631"/>
                </a:cubicBezTo>
                <a:lnTo>
                  <a:pt x="187225" y="226631"/>
                </a:lnTo>
                <a:lnTo>
                  <a:pt x="187225" y="288556"/>
                </a:lnTo>
                <a:cubicBezTo>
                  <a:pt x="187225" y="292386"/>
                  <a:pt x="184669" y="294940"/>
                  <a:pt x="180835" y="294940"/>
                </a:cubicBezTo>
                <a:cubicBezTo>
                  <a:pt x="177001" y="294940"/>
                  <a:pt x="174445" y="292386"/>
                  <a:pt x="174445" y="288556"/>
                </a:cubicBezTo>
                <a:lnTo>
                  <a:pt x="174445" y="226631"/>
                </a:lnTo>
                <a:cubicBezTo>
                  <a:pt x="174445" y="225355"/>
                  <a:pt x="174445" y="222163"/>
                  <a:pt x="168055" y="216417"/>
                </a:cubicBezTo>
                <a:lnTo>
                  <a:pt x="164221" y="213225"/>
                </a:lnTo>
                <a:cubicBezTo>
                  <a:pt x="146969" y="197903"/>
                  <a:pt x="120770" y="174921"/>
                  <a:pt x="120770" y="142363"/>
                </a:cubicBezTo>
                <a:lnTo>
                  <a:pt x="120770" y="88738"/>
                </a:lnTo>
                <a:lnTo>
                  <a:pt x="100961" y="108528"/>
                </a:lnTo>
                <a:cubicBezTo>
                  <a:pt x="99683" y="109805"/>
                  <a:pt x="98405" y="110443"/>
                  <a:pt x="96488" y="110443"/>
                </a:cubicBezTo>
                <a:cubicBezTo>
                  <a:pt x="94571" y="110443"/>
                  <a:pt x="93293" y="109805"/>
                  <a:pt x="92015" y="108528"/>
                </a:cubicBezTo>
                <a:cubicBezTo>
                  <a:pt x="89459" y="105974"/>
                  <a:pt x="89459" y="102144"/>
                  <a:pt x="92015" y="99590"/>
                </a:cubicBezTo>
                <a:lnTo>
                  <a:pt x="122687" y="68947"/>
                </a:lnTo>
                <a:cubicBezTo>
                  <a:pt x="125243" y="66394"/>
                  <a:pt x="129077" y="66394"/>
                  <a:pt x="131633" y="68947"/>
                </a:cubicBezTo>
                <a:lnTo>
                  <a:pt x="162305" y="99590"/>
                </a:lnTo>
                <a:cubicBezTo>
                  <a:pt x="164861" y="102144"/>
                  <a:pt x="164861" y="105974"/>
                  <a:pt x="162305" y="108528"/>
                </a:cubicBezTo>
                <a:cubicBezTo>
                  <a:pt x="159748" y="111081"/>
                  <a:pt x="155915" y="111081"/>
                  <a:pt x="153358" y="108528"/>
                </a:cubicBezTo>
                <a:cubicBezTo>
                  <a:pt x="153358" y="108528"/>
                  <a:pt x="153358" y="108528"/>
                  <a:pt x="153358" y="108528"/>
                </a:cubicBezTo>
                <a:lnTo>
                  <a:pt x="133550" y="88738"/>
                </a:lnTo>
                <a:lnTo>
                  <a:pt x="133550" y="142363"/>
                </a:lnTo>
                <a:cubicBezTo>
                  <a:pt x="133550" y="169176"/>
                  <a:pt x="157192" y="189604"/>
                  <a:pt x="172528" y="203649"/>
                </a:cubicBezTo>
                <a:lnTo>
                  <a:pt x="176362" y="206841"/>
                </a:lnTo>
                <a:cubicBezTo>
                  <a:pt x="178279" y="208118"/>
                  <a:pt x="179557" y="210033"/>
                  <a:pt x="180835" y="211310"/>
                </a:cubicBezTo>
                <a:cubicBezTo>
                  <a:pt x="182113" y="209395"/>
                  <a:pt x="184030" y="208118"/>
                  <a:pt x="185308" y="206841"/>
                </a:cubicBezTo>
                <a:lnTo>
                  <a:pt x="189142" y="203649"/>
                </a:lnTo>
                <a:cubicBezTo>
                  <a:pt x="204478" y="189604"/>
                  <a:pt x="228121" y="169176"/>
                  <a:pt x="228121" y="142363"/>
                </a:cubicBezTo>
                <a:lnTo>
                  <a:pt x="228121" y="88738"/>
                </a:lnTo>
                <a:lnTo>
                  <a:pt x="208312" y="108528"/>
                </a:lnTo>
                <a:cubicBezTo>
                  <a:pt x="205756" y="111081"/>
                  <a:pt x="201922" y="111081"/>
                  <a:pt x="199366" y="108528"/>
                </a:cubicBezTo>
                <a:cubicBezTo>
                  <a:pt x="199366" y="108528"/>
                  <a:pt x="199366" y="108528"/>
                  <a:pt x="199366" y="108528"/>
                </a:cubicBezTo>
                <a:cubicBezTo>
                  <a:pt x="196810" y="105974"/>
                  <a:pt x="196810" y="102144"/>
                  <a:pt x="199366" y="99590"/>
                </a:cubicBezTo>
                <a:lnTo>
                  <a:pt x="230038" y="68947"/>
                </a:lnTo>
                <a:cubicBezTo>
                  <a:pt x="232594" y="66394"/>
                  <a:pt x="236428" y="66394"/>
                  <a:pt x="238984" y="68947"/>
                </a:cubicBezTo>
                <a:lnTo>
                  <a:pt x="269655" y="99590"/>
                </a:lnTo>
                <a:cubicBezTo>
                  <a:pt x="272850" y="102144"/>
                  <a:pt x="272850" y="106613"/>
                  <a:pt x="269655" y="108528"/>
                </a:cubicBezTo>
                <a:cubicBezTo>
                  <a:pt x="270294" y="108528"/>
                  <a:pt x="269655" y="109166"/>
                  <a:pt x="269655" y="108528"/>
                </a:cubicBezTo>
                <a:lnTo>
                  <a:pt x="269655" y="108528"/>
                </a:lnTo>
                <a:close/>
              </a:path>
            </a:pathLst>
          </a:custGeom>
          <a:solidFill>
            <a:srgbClr val="00A3E0"/>
          </a:solidFill>
          <a:ln w="6390" cap="flat">
            <a:noFill/>
            <a:prstDash val="solid"/>
            <a:miter/>
          </a:ln>
        </p:spPr>
        <p:txBody>
          <a:bodyPr rtlCol="0" anchor="ctr"/>
          <a:lstStyle/>
          <a:p>
            <a:endParaRPr lang="en-US"/>
          </a:p>
        </p:txBody>
      </p:sp>
      <p:sp>
        <p:nvSpPr>
          <p:cNvPr id="545" name="Graphic 4">
            <a:extLst>
              <a:ext uri="{FF2B5EF4-FFF2-40B4-BE49-F238E27FC236}">
                <a16:creationId xmlns:a16="http://schemas.microsoft.com/office/drawing/2014/main" id="{AF1DEE18-6799-114C-BFE9-BFCEEC49BF82}"/>
              </a:ext>
            </a:extLst>
          </p:cNvPr>
          <p:cNvSpPr/>
          <p:nvPr/>
        </p:nvSpPr>
        <p:spPr>
          <a:xfrm>
            <a:off x="2998797" y="2371173"/>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1305 h 361971"/>
              <a:gd name="connsiteX4" fmla="*/ 180835 w 362309"/>
              <a:gd name="connsiteY4" fmla="*/ 0 h 361971"/>
              <a:gd name="connsiteX5" fmla="*/ 180835 w 362309"/>
              <a:gd name="connsiteY5" fmla="*/ 0 h 361971"/>
              <a:gd name="connsiteX6" fmla="*/ 170611 w 362309"/>
              <a:gd name="connsiteY6" fmla="*/ 296855 h 361971"/>
              <a:gd name="connsiteX7" fmla="*/ 164221 w 362309"/>
              <a:gd name="connsiteY7" fmla="*/ 303239 h 361971"/>
              <a:gd name="connsiteX8" fmla="*/ 157832 w 362309"/>
              <a:gd name="connsiteY8" fmla="*/ 296855 h 361971"/>
              <a:gd name="connsiteX9" fmla="*/ 157832 w 362309"/>
              <a:gd name="connsiteY9" fmla="*/ 204287 h 361971"/>
              <a:gd name="connsiteX10" fmla="*/ 65177 w 362309"/>
              <a:gd name="connsiteY10" fmla="*/ 204287 h 361971"/>
              <a:gd name="connsiteX11" fmla="*/ 58788 w 362309"/>
              <a:gd name="connsiteY11" fmla="*/ 197903 h 361971"/>
              <a:gd name="connsiteX12" fmla="*/ 65177 w 362309"/>
              <a:gd name="connsiteY12" fmla="*/ 191519 h 361971"/>
              <a:gd name="connsiteX13" fmla="*/ 164221 w 362309"/>
              <a:gd name="connsiteY13" fmla="*/ 191519 h 361971"/>
              <a:gd name="connsiteX14" fmla="*/ 170611 w 362309"/>
              <a:gd name="connsiteY14" fmla="*/ 197903 h 361971"/>
              <a:gd name="connsiteX15" fmla="*/ 170611 w 362309"/>
              <a:gd name="connsiteY15" fmla="*/ 296855 h 361971"/>
              <a:gd name="connsiteX16" fmla="*/ 296493 w 362309"/>
              <a:gd name="connsiteY16" fmla="*/ 170452 h 361971"/>
              <a:gd name="connsiteX17" fmla="*/ 197449 w 362309"/>
              <a:gd name="connsiteY17" fmla="*/ 170452 h 361971"/>
              <a:gd name="connsiteX18" fmla="*/ 191059 w 362309"/>
              <a:gd name="connsiteY18" fmla="*/ 164068 h 361971"/>
              <a:gd name="connsiteX19" fmla="*/ 191059 w 362309"/>
              <a:gd name="connsiteY19" fmla="*/ 65117 h 361971"/>
              <a:gd name="connsiteX20" fmla="*/ 197449 w 362309"/>
              <a:gd name="connsiteY20" fmla="*/ 58733 h 361971"/>
              <a:gd name="connsiteX21" fmla="*/ 203839 w 362309"/>
              <a:gd name="connsiteY21" fmla="*/ 65117 h 361971"/>
              <a:gd name="connsiteX22" fmla="*/ 203839 w 362309"/>
              <a:gd name="connsiteY22" fmla="*/ 157684 h 361971"/>
              <a:gd name="connsiteX23" fmla="*/ 296493 w 362309"/>
              <a:gd name="connsiteY23" fmla="*/ 157684 h 361971"/>
              <a:gd name="connsiteX24" fmla="*/ 302883 w 362309"/>
              <a:gd name="connsiteY24" fmla="*/ 164068 h 361971"/>
              <a:gd name="connsiteX25" fmla="*/ 296493 w 362309"/>
              <a:gd name="connsiteY25" fmla="*/ 170452 h 361971"/>
              <a:gd name="connsiteX26" fmla="*/ 296493 w 362309"/>
              <a:gd name="connsiteY26" fmla="*/ 17045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1305"/>
                </a:cubicBezTo>
                <a:cubicBezTo>
                  <a:pt x="362310" y="81077"/>
                  <a:pt x="281157" y="0"/>
                  <a:pt x="180835" y="0"/>
                </a:cubicBezTo>
                <a:cubicBezTo>
                  <a:pt x="180835" y="0"/>
                  <a:pt x="180835" y="0"/>
                  <a:pt x="180835" y="0"/>
                </a:cubicBezTo>
                <a:close/>
                <a:moveTo>
                  <a:pt x="170611" y="296855"/>
                </a:moveTo>
                <a:cubicBezTo>
                  <a:pt x="170611" y="300686"/>
                  <a:pt x="168055" y="303239"/>
                  <a:pt x="164221" y="303239"/>
                </a:cubicBezTo>
                <a:cubicBezTo>
                  <a:pt x="160387" y="303239"/>
                  <a:pt x="157832" y="300686"/>
                  <a:pt x="157832" y="296855"/>
                </a:cubicBezTo>
                <a:lnTo>
                  <a:pt x="157832" y="204287"/>
                </a:lnTo>
                <a:lnTo>
                  <a:pt x="65177" y="204287"/>
                </a:lnTo>
                <a:cubicBezTo>
                  <a:pt x="61343" y="204287"/>
                  <a:pt x="58788" y="201734"/>
                  <a:pt x="58788" y="197903"/>
                </a:cubicBezTo>
                <a:cubicBezTo>
                  <a:pt x="58788" y="194073"/>
                  <a:pt x="61343" y="191519"/>
                  <a:pt x="65177" y="191519"/>
                </a:cubicBezTo>
                <a:lnTo>
                  <a:pt x="164221" y="191519"/>
                </a:lnTo>
                <a:cubicBezTo>
                  <a:pt x="168055" y="191519"/>
                  <a:pt x="170611" y="194073"/>
                  <a:pt x="170611" y="197903"/>
                </a:cubicBezTo>
                <a:lnTo>
                  <a:pt x="170611" y="296855"/>
                </a:lnTo>
                <a:close/>
                <a:moveTo>
                  <a:pt x="296493" y="170452"/>
                </a:moveTo>
                <a:lnTo>
                  <a:pt x="197449" y="170452"/>
                </a:lnTo>
                <a:cubicBezTo>
                  <a:pt x="193615" y="170452"/>
                  <a:pt x="191059" y="167899"/>
                  <a:pt x="191059" y="164068"/>
                </a:cubicBezTo>
                <a:lnTo>
                  <a:pt x="191059" y="65117"/>
                </a:lnTo>
                <a:cubicBezTo>
                  <a:pt x="191059" y="61286"/>
                  <a:pt x="193615" y="58733"/>
                  <a:pt x="197449" y="58733"/>
                </a:cubicBezTo>
                <a:cubicBezTo>
                  <a:pt x="201283" y="58733"/>
                  <a:pt x="203839" y="61286"/>
                  <a:pt x="203839" y="65117"/>
                </a:cubicBezTo>
                <a:lnTo>
                  <a:pt x="203839" y="157684"/>
                </a:lnTo>
                <a:lnTo>
                  <a:pt x="296493" y="157684"/>
                </a:lnTo>
                <a:cubicBezTo>
                  <a:pt x="300327" y="157684"/>
                  <a:pt x="302883" y="160238"/>
                  <a:pt x="302883" y="164068"/>
                </a:cubicBezTo>
                <a:cubicBezTo>
                  <a:pt x="302883" y="167899"/>
                  <a:pt x="300327" y="170452"/>
                  <a:pt x="296493" y="170452"/>
                </a:cubicBezTo>
                <a:lnTo>
                  <a:pt x="296493" y="170452"/>
                </a:lnTo>
                <a:close/>
              </a:path>
            </a:pathLst>
          </a:custGeom>
          <a:solidFill>
            <a:srgbClr val="00A3E0"/>
          </a:solidFill>
          <a:ln w="6390" cap="flat">
            <a:noFill/>
            <a:prstDash val="solid"/>
            <a:miter/>
          </a:ln>
        </p:spPr>
        <p:txBody>
          <a:bodyPr rtlCol="0" anchor="ctr"/>
          <a:lstStyle/>
          <a:p>
            <a:endParaRPr lang="en-US"/>
          </a:p>
        </p:txBody>
      </p:sp>
      <p:sp>
        <p:nvSpPr>
          <p:cNvPr id="546" name="Graphic 4">
            <a:extLst>
              <a:ext uri="{FF2B5EF4-FFF2-40B4-BE49-F238E27FC236}">
                <a16:creationId xmlns:a16="http://schemas.microsoft.com/office/drawing/2014/main" id="{E3B0AA0E-C7F1-3D4C-98C1-F21851218B6C}"/>
              </a:ext>
            </a:extLst>
          </p:cNvPr>
          <p:cNvSpPr/>
          <p:nvPr/>
        </p:nvSpPr>
        <p:spPr>
          <a:xfrm>
            <a:off x="905454" y="918179"/>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286908 w 362309"/>
              <a:gd name="connsiteY6" fmla="*/ 176836 h 361971"/>
              <a:gd name="connsiteX7" fmla="*/ 184669 w 362309"/>
              <a:gd name="connsiteY7" fmla="*/ 279618 h 361971"/>
              <a:gd name="connsiteX8" fmla="*/ 180196 w 362309"/>
              <a:gd name="connsiteY8" fmla="*/ 281534 h 361971"/>
              <a:gd name="connsiteX9" fmla="*/ 180196 w 362309"/>
              <a:gd name="connsiteY9" fmla="*/ 281534 h 361971"/>
              <a:gd name="connsiteX10" fmla="*/ 175723 w 362309"/>
              <a:gd name="connsiteY10" fmla="*/ 279618 h 361971"/>
              <a:gd name="connsiteX11" fmla="*/ 75401 w 362309"/>
              <a:gd name="connsiteY11" fmla="*/ 176836 h 361971"/>
              <a:gd name="connsiteX12" fmla="*/ 75401 w 362309"/>
              <a:gd name="connsiteY12" fmla="*/ 167899 h 361971"/>
              <a:gd name="connsiteX13" fmla="*/ 75401 w 362309"/>
              <a:gd name="connsiteY13" fmla="*/ 167899 h 361971"/>
              <a:gd name="connsiteX14" fmla="*/ 84347 w 362309"/>
              <a:gd name="connsiteY14" fmla="*/ 167899 h 361971"/>
              <a:gd name="connsiteX15" fmla="*/ 180196 w 362309"/>
              <a:gd name="connsiteY15" fmla="*/ 266212 h 361971"/>
              <a:gd name="connsiteX16" fmla="*/ 277962 w 362309"/>
              <a:gd name="connsiteY16" fmla="*/ 167899 h 361971"/>
              <a:gd name="connsiteX17" fmla="*/ 286908 w 362309"/>
              <a:gd name="connsiteY17" fmla="*/ 167899 h 361971"/>
              <a:gd name="connsiteX18" fmla="*/ 286908 w 362309"/>
              <a:gd name="connsiteY18" fmla="*/ 167899 h 361971"/>
              <a:gd name="connsiteX19" fmla="*/ 286908 w 362309"/>
              <a:gd name="connsiteY19" fmla="*/ 176836 h 361971"/>
              <a:gd name="connsiteX20" fmla="*/ 286908 w 362309"/>
              <a:gd name="connsiteY20" fmla="*/ 176836 h 361971"/>
              <a:gd name="connsiteX21" fmla="*/ 286908 w 362309"/>
              <a:gd name="connsiteY21" fmla="*/ 176836 h 361971"/>
              <a:gd name="connsiteX22" fmla="*/ 286908 w 362309"/>
              <a:gd name="connsiteY22" fmla="*/ 103420 h 361971"/>
              <a:gd name="connsiteX23" fmla="*/ 184669 w 362309"/>
              <a:gd name="connsiteY23" fmla="*/ 206203 h 361971"/>
              <a:gd name="connsiteX24" fmla="*/ 180196 w 362309"/>
              <a:gd name="connsiteY24" fmla="*/ 208118 h 361971"/>
              <a:gd name="connsiteX25" fmla="*/ 180196 w 362309"/>
              <a:gd name="connsiteY25" fmla="*/ 208118 h 361971"/>
              <a:gd name="connsiteX26" fmla="*/ 175723 w 362309"/>
              <a:gd name="connsiteY26" fmla="*/ 206203 h 361971"/>
              <a:gd name="connsiteX27" fmla="*/ 75401 w 362309"/>
              <a:gd name="connsiteY27" fmla="*/ 103420 h 361971"/>
              <a:gd name="connsiteX28" fmla="*/ 75401 w 362309"/>
              <a:gd name="connsiteY28" fmla="*/ 94483 h 361971"/>
              <a:gd name="connsiteX29" fmla="*/ 84347 w 362309"/>
              <a:gd name="connsiteY29" fmla="*/ 94483 h 361971"/>
              <a:gd name="connsiteX30" fmla="*/ 180196 w 362309"/>
              <a:gd name="connsiteY30" fmla="*/ 192796 h 361971"/>
              <a:gd name="connsiteX31" fmla="*/ 277962 w 362309"/>
              <a:gd name="connsiteY31" fmla="*/ 94483 h 361971"/>
              <a:gd name="connsiteX32" fmla="*/ 286908 w 362309"/>
              <a:gd name="connsiteY32" fmla="*/ 93845 h 361971"/>
              <a:gd name="connsiteX33" fmla="*/ 287547 w 362309"/>
              <a:gd name="connsiteY33" fmla="*/ 102782 h 361971"/>
              <a:gd name="connsiteX34" fmla="*/ 286908 w 362309"/>
              <a:gd name="connsiteY34" fmla="*/ 103420 h 361971"/>
              <a:gd name="connsiteX35" fmla="*/ 286908 w 362309"/>
              <a:gd name="connsiteY35" fmla="*/ 10342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1157" y="0"/>
                  <a:pt x="180835" y="0"/>
                </a:cubicBezTo>
                <a:cubicBezTo>
                  <a:pt x="180835" y="0"/>
                  <a:pt x="180835" y="0"/>
                  <a:pt x="180835" y="0"/>
                </a:cubicBezTo>
                <a:close/>
                <a:moveTo>
                  <a:pt x="286908" y="176836"/>
                </a:moveTo>
                <a:lnTo>
                  <a:pt x="184669" y="279618"/>
                </a:lnTo>
                <a:cubicBezTo>
                  <a:pt x="183391" y="280895"/>
                  <a:pt x="182113" y="281534"/>
                  <a:pt x="180196" y="281534"/>
                </a:cubicBezTo>
                <a:lnTo>
                  <a:pt x="180196" y="281534"/>
                </a:lnTo>
                <a:cubicBezTo>
                  <a:pt x="178279" y="281534"/>
                  <a:pt x="177001" y="280895"/>
                  <a:pt x="175723" y="279618"/>
                </a:cubicBezTo>
                <a:lnTo>
                  <a:pt x="75401" y="176836"/>
                </a:lnTo>
                <a:cubicBezTo>
                  <a:pt x="72845" y="174283"/>
                  <a:pt x="72845" y="170452"/>
                  <a:pt x="75401" y="167899"/>
                </a:cubicBezTo>
                <a:cubicBezTo>
                  <a:pt x="75401" y="167899"/>
                  <a:pt x="75401" y="167899"/>
                  <a:pt x="75401" y="167899"/>
                </a:cubicBezTo>
                <a:cubicBezTo>
                  <a:pt x="77957" y="165345"/>
                  <a:pt x="81791" y="165345"/>
                  <a:pt x="84347" y="167899"/>
                </a:cubicBezTo>
                <a:lnTo>
                  <a:pt x="180196" y="266212"/>
                </a:lnTo>
                <a:lnTo>
                  <a:pt x="277962" y="167899"/>
                </a:lnTo>
                <a:cubicBezTo>
                  <a:pt x="280518" y="165345"/>
                  <a:pt x="284352" y="165345"/>
                  <a:pt x="286908" y="167899"/>
                </a:cubicBezTo>
                <a:cubicBezTo>
                  <a:pt x="286908" y="167899"/>
                  <a:pt x="286908" y="167899"/>
                  <a:pt x="286908" y="167899"/>
                </a:cubicBezTo>
                <a:cubicBezTo>
                  <a:pt x="289464" y="170452"/>
                  <a:pt x="289464" y="174283"/>
                  <a:pt x="286908" y="176836"/>
                </a:cubicBezTo>
                <a:cubicBezTo>
                  <a:pt x="286908" y="176836"/>
                  <a:pt x="286908" y="176836"/>
                  <a:pt x="286908" y="176836"/>
                </a:cubicBezTo>
                <a:lnTo>
                  <a:pt x="286908" y="176836"/>
                </a:lnTo>
                <a:close/>
                <a:moveTo>
                  <a:pt x="286908" y="103420"/>
                </a:moveTo>
                <a:lnTo>
                  <a:pt x="184669" y="206203"/>
                </a:lnTo>
                <a:cubicBezTo>
                  <a:pt x="183391" y="207479"/>
                  <a:pt x="182113" y="208118"/>
                  <a:pt x="180196" y="208118"/>
                </a:cubicBezTo>
                <a:lnTo>
                  <a:pt x="180196" y="208118"/>
                </a:lnTo>
                <a:cubicBezTo>
                  <a:pt x="178279" y="208118"/>
                  <a:pt x="177001" y="207479"/>
                  <a:pt x="175723" y="206203"/>
                </a:cubicBezTo>
                <a:lnTo>
                  <a:pt x="75401" y="103420"/>
                </a:lnTo>
                <a:cubicBezTo>
                  <a:pt x="72845" y="100867"/>
                  <a:pt x="72845" y="97037"/>
                  <a:pt x="75401" y="94483"/>
                </a:cubicBezTo>
                <a:cubicBezTo>
                  <a:pt x="77957" y="91929"/>
                  <a:pt x="81791" y="91929"/>
                  <a:pt x="84347" y="94483"/>
                </a:cubicBezTo>
                <a:lnTo>
                  <a:pt x="180196" y="192796"/>
                </a:lnTo>
                <a:lnTo>
                  <a:pt x="277962" y="94483"/>
                </a:lnTo>
                <a:cubicBezTo>
                  <a:pt x="280518" y="91929"/>
                  <a:pt x="284352" y="91291"/>
                  <a:pt x="286908" y="93845"/>
                </a:cubicBezTo>
                <a:cubicBezTo>
                  <a:pt x="289464" y="96398"/>
                  <a:pt x="290103" y="100229"/>
                  <a:pt x="287547" y="102782"/>
                </a:cubicBezTo>
                <a:cubicBezTo>
                  <a:pt x="287547" y="102782"/>
                  <a:pt x="286908" y="103420"/>
                  <a:pt x="286908" y="103420"/>
                </a:cubicBezTo>
                <a:lnTo>
                  <a:pt x="286908" y="103420"/>
                </a:lnTo>
                <a:close/>
              </a:path>
            </a:pathLst>
          </a:custGeom>
          <a:solidFill>
            <a:srgbClr val="00A3E0"/>
          </a:solidFill>
          <a:ln w="6390" cap="flat">
            <a:noFill/>
            <a:prstDash val="solid"/>
            <a:miter/>
          </a:ln>
        </p:spPr>
        <p:txBody>
          <a:bodyPr rtlCol="0" anchor="ctr"/>
          <a:lstStyle/>
          <a:p>
            <a:endParaRPr lang="en-US"/>
          </a:p>
        </p:txBody>
      </p:sp>
      <p:sp>
        <p:nvSpPr>
          <p:cNvPr id="547" name="Graphic 4">
            <a:extLst>
              <a:ext uri="{FF2B5EF4-FFF2-40B4-BE49-F238E27FC236}">
                <a16:creationId xmlns:a16="http://schemas.microsoft.com/office/drawing/2014/main" id="{D9FB367D-41DD-1D4F-BBC4-66866258C3AE}"/>
              </a:ext>
            </a:extLst>
          </p:cNvPr>
          <p:cNvSpPr/>
          <p:nvPr/>
        </p:nvSpPr>
        <p:spPr>
          <a:xfrm>
            <a:off x="1952125" y="918179"/>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287547 w 362313"/>
              <a:gd name="connsiteY6" fmla="*/ 267489 h 361971"/>
              <a:gd name="connsiteX7" fmla="*/ 278601 w 362313"/>
              <a:gd name="connsiteY7" fmla="*/ 267489 h 361971"/>
              <a:gd name="connsiteX8" fmla="*/ 278601 w 362313"/>
              <a:gd name="connsiteY8" fmla="*/ 267489 h 361971"/>
              <a:gd name="connsiteX9" fmla="*/ 182752 w 362313"/>
              <a:gd name="connsiteY9" fmla="*/ 169176 h 361971"/>
              <a:gd name="connsiteX10" fmla="*/ 84986 w 362313"/>
              <a:gd name="connsiteY10" fmla="*/ 267489 h 361971"/>
              <a:gd name="connsiteX11" fmla="*/ 80513 w 362313"/>
              <a:gd name="connsiteY11" fmla="*/ 269404 h 361971"/>
              <a:gd name="connsiteX12" fmla="*/ 76040 w 362313"/>
              <a:gd name="connsiteY12" fmla="*/ 267489 h 361971"/>
              <a:gd name="connsiteX13" fmla="*/ 76040 w 362313"/>
              <a:gd name="connsiteY13" fmla="*/ 258551 h 361971"/>
              <a:gd name="connsiteX14" fmla="*/ 76040 w 362313"/>
              <a:gd name="connsiteY14" fmla="*/ 258551 h 361971"/>
              <a:gd name="connsiteX15" fmla="*/ 178279 w 362313"/>
              <a:gd name="connsiteY15" fmla="*/ 155769 h 361971"/>
              <a:gd name="connsiteX16" fmla="*/ 182752 w 362313"/>
              <a:gd name="connsiteY16" fmla="*/ 153854 h 361971"/>
              <a:gd name="connsiteX17" fmla="*/ 187225 w 362313"/>
              <a:gd name="connsiteY17" fmla="*/ 155769 h 361971"/>
              <a:gd name="connsiteX18" fmla="*/ 287547 w 362313"/>
              <a:gd name="connsiteY18" fmla="*/ 258551 h 361971"/>
              <a:gd name="connsiteX19" fmla="*/ 287547 w 362313"/>
              <a:gd name="connsiteY19" fmla="*/ 267489 h 361971"/>
              <a:gd name="connsiteX20" fmla="*/ 287547 w 362313"/>
              <a:gd name="connsiteY20" fmla="*/ 193435 h 361971"/>
              <a:gd name="connsiteX21" fmla="*/ 278601 w 362313"/>
              <a:gd name="connsiteY21" fmla="*/ 193435 h 361971"/>
              <a:gd name="connsiteX22" fmla="*/ 278601 w 362313"/>
              <a:gd name="connsiteY22" fmla="*/ 193435 h 361971"/>
              <a:gd name="connsiteX23" fmla="*/ 182752 w 362313"/>
              <a:gd name="connsiteY23" fmla="*/ 95121 h 361971"/>
              <a:gd name="connsiteX24" fmla="*/ 84986 w 362313"/>
              <a:gd name="connsiteY24" fmla="*/ 193435 h 361971"/>
              <a:gd name="connsiteX25" fmla="*/ 76040 w 362313"/>
              <a:gd name="connsiteY25" fmla="*/ 193435 h 361971"/>
              <a:gd name="connsiteX26" fmla="*/ 76040 w 362313"/>
              <a:gd name="connsiteY26" fmla="*/ 184497 h 361971"/>
              <a:gd name="connsiteX27" fmla="*/ 76040 w 362313"/>
              <a:gd name="connsiteY27" fmla="*/ 184497 h 361971"/>
              <a:gd name="connsiteX28" fmla="*/ 178279 w 362313"/>
              <a:gd name="connsiteY28" fmla="*/ 81715 h 361971"/>
              <a:gd name="connsiteX29" fmla="*/ 182752 w 362313"/>
              <a:gd name="connsiteY29" fmla="*/ 79800 h 361971"/>
              <a:gd name="connsiteX30" fmla="*/ 187225 w 362313"/>
              <a:gd name="connsiteY30" fmla="*/ 81715 h 361971"/>
              <a:gd name="connsiteX31" fmla="*/ 287547 w 362313"/>
              <a:gd name="connsiteY31" fmla="*/ 184497 h 361971"/>
              <a:gd name="connsiteX32" fmla="*/ 287547 w 362313"/>
              <a:gd name="connsiteY32" fmla="*/ 19343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lose/>
                <a:moveTo>
                  <a:pt x="287547" y="267489"/>
                </a:moveTo>
                <a:cubicBezTo>
                  <a:pt x="284991" y="270042"/>
                  <a:pt x="281157" y="270042"/>
                  <a:pt x="278601" y="267489"/>
                </a:cubicBezTo>
                <a:cubicBezTo>
                  <a:pt x="278601" y="267489"/>
                  <a:pt x="278601" y="267489"/>
                  <a:pt x="278601" y="267489"/>
                </a:cubicBezTo>
                <a:lnTo>
                  <a:pt x="182752" y="169176"/>
                </a:lnTo>
                <a:lnTo>
                  <a:pt x="84986" y="267489"/>
                </a:lnTo>
                <a:cubicBezTo>
                  <a:pt x="83708" y="268766"/>
                  <a:pt x="82430" y="269404"/>
                  <a:pt x="80513" y="269404"/>
                </a:cubicBezTo>
                <a:cubicBezTo>
                  <a:pt x="78596" y="269404"/>
                  <a:pt x="77318" y="268766"/>
                  <a:pt x="76040" y="267489"/>
                </a:cubicBezTo>
                <a:cubicBezTo>
                  <a:pt x="73484" y="264935"/>
                  <a:pt x="73484" y="261105"/>
                  <a:pt x="76040" y="258551"/>
                </a:cubicBezTo>
                <a:cubicBezTo>
                  <a:pt x="76040" y="258551"/>
                  <a:pt x="76040" y="258551"/>
                  <a:pt x="76040" y="258551"/>
                </a:cubicBezTo>
                <a:lnTo>
                  <a:pt x="178279" y="155769"/>
                </a:lnTo>
                <a:cubicBezTo>
                  <a:pt x="179557" y="154492"/>
                  <a:pt x="180835" y="153854"/>
                  <a:pt x="182752" y="153854"/>
                </a:cubicBezTo>
                <a:cubicBezTo>
                  <a:pt x="184669" y="153854"/>
                  <a:pt x="185947" y="154492"/>
                  <a:pt x="187225" y="155769"/>
                </a:cubicBezTo>
                <a:lnTo>
                  <a:pt x="287547" y="258551"/>
                </a:lnTo>
                <a:cubicBezTo>
                  <a:pt x="290103" y="261105"/>
                  <a:pt x="290103" y="264935"/>
                  <a:pt x="287547" y="267489"/>
                </a:cubicBezTo>
                <a:close/>
                <a:moveTo>
                  <a:pt x="287547" y="193435"/>
                </a:moveTo>
                <a:cubicBezTo>
                  <a:pt x="284991" y="195988"/>
                  <a:pt x="281157" y="195988"/>
                  <a:pt x="278601" y="193435"/>
                </a:cubicBezTo>
                <a:cubicBezTo>
                  <a:pt x="278601" y="193435"/>
                  <a:pt x="278601" y="193435"/>
                  <a:pt x="278601" y="193435"/>
                </a:cubicBezTo>
                <a:lnTo>
                  <a:pt x="182752" y="95121"/>
                </a:lnTo>
                <a:lnTo>
                  <a:pt x="84986" y="193435"/>
                </a:lnTo>
                <a:cubicBezTo>
                  <a:pt x="82430" y="195988"/>
                  <a:pt x="78596" y="195988"/>
                  <a:pt x="76040" y="193435"/>
                </a:cubicBezTo>
                <a:cubicBezTo>
                  <a:pt x="73484" y="190881"/>
                  <a:pt x="73484" y="187051"/>
                  <a:pt x="76040" y="184497"/>
                </a:cubicBezTo>
                <a:lnTo>
                  <a:pt x="76040" y="184497"/>
                </a:lnTo>
                <a:lnTo>
                  <a:pt x="178279" y="81715"/>
                </a:lnTo>
                <a:cubicBezTo>
                  <a:pt x="179557" y="80438"/>
                  <a:pt x="181474" y="79800"/>
                  <a:pt x="182752" y="79800"/>
                </a:cubicBezTo>
                <a:cubicBezTo>
                  <a:pt x="184669" y="79800"/>
                  <a:pt x="185947" y="80438"/>
                  <a:pt x="187225" y="81715"/>
                </a:cubicBezTo>
                <a:lnTo>
                  <a:pt x="287547" y="184497"/>
                </a:lnTo>
                <a:cubicBezTo>
                  <a:pt x="290103" y="187051"/>
                  <a:pt x="290103" y="191519"/>
                  <a:pt x="287547" y="193435"/>
                </a:cubicBezTo>
                <a:close/>
              </a:path>
            </a:pathLst>
          </a:custGeom>
          <a:solidFill>
            <a:srgbClr val="00A3E0"/>
          </a:solidFill>
          <a:ln w="6390" cap="flat">
            <a:noFill/>
            <a:prstDash val="solid"/>
            <a:miter/>
          </a:ln>
        </p:spPr>
        <p:txBody>
          <a:bodyPr rtlCol="0" anchor="ctr"/>
          <a:lstStyle/>
          <a:p>
            <a:endParaRPr lang="en-US"/>
          </a:p>
        </p:txBody>
      </p:sp>
      <p:sp>
        <p:nvSpPr>
          <p:cNvPr id="548" name="Graphic 4">
            <a:extLst>
              <a:ext uri="{FF2B5EF4-FFF2-40B4-BE49-F238E27FC236}">
                <a16:creationId xmlns:a16="http://schemas.microsoft.com/office/drawing/2014/main" id="{40BE5B3A-A556-A942-8B09-567CA8F1C8A2}"/>
              </a:ext>
            </a:extLst>
          </p:cNvPr>
          <p:cNvSpPr/>
          <p:nvPr/>
        </p:nvSpPr>
        <p:spPr>
          <a:xfrm>
            <a:off x="2998797" y="918179"/>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1305 h 361971"/>
              <a:gd name="connsiteX4" fmla="*/ 180835 w 362309"/>
              <a:gd name="connsiteY4" fmla="*/ 0 h 361971"/>
              <a:gd name="connsiteX5" fmla="*/ 180835 w 362309"/>
              <a:gd name="connsiteY5" fmla="*/ 0 h 361971"/>
              <a:gd name="connsiteX6" fmla="*/ 99044 w 362309"/>
              <a:gd name="connsiteY6" fmla="*/ 288556 h 361971"/>
              <a:gd name="connsiteX7" fmla="*/ 94571 w 362309"/>
              <a:gd name="connsiteY7" fmla="*/ 286641 h 361971"/>
              <a:gd name="connsiteX8" fmla="*/ 94571 w 362309"/>
              <a:gd name="connsiteY8" fmla="*/ 277703 h 361971"/>
              <a:gd name="connsiteX9" fmla="*/ 192976 w 362309"/>
              <a:gd name="connsiteY9" fmla="*/ 181944 h 361971"/>
              <a:gd name="connsiteX10" fmla="*/ 93932 w 362309"/>
              <a:gd name="connsiteY10" fmla="*/ 84269 h 361971"/>
              <a:gd name="connsiteX11" fmla="*/ 93932 w 362309"/>
              <a:gd name="connsiteY11" fmla="*/ 75331 h 361971"/>
              <a:gd name="connsiteX12" fmla="*/ 93932 w 362309"/>
              <a:gd name="connsiteY12" fmla="*/ 75331 h 361971"/>
              <a:gd name="connsiteX13" fmla="*/ 102878 w 362309"/>
              <a:gd name="connsiteY13" fmla="*/ 75331 h 361971"/>
              <a:gd name="connsiteX14" fmla="*/ 205756 w 362309"/>
              <a:gd name="connsiteY14" fmla="*/ 177475 h 361971"/>
              <a:gd name="connsiteX15" fmla="*/ 207673 w 362309"/>
              <a:gd name="connsiteY15" fmla="*/ 181944 h 361971"/>
              <a:gd name="connsiteX16" fmla="*/ 205756 w 362309"/>
              <a:gd name="connsiteY16" fmla="*/ 186412 h 361971"/>
              <a:gd name="connsiteX17" fmla="*/ 102878 w 362309"/>
              <a:gd name="connsiteY17" fmla="*/ 286641 h 361971"/>
              <a:gd name="connsiteX18" fmla="*/ 99044 w 362309"/>
              <a:gd name="connsiteY18" fmla="*/ 288556 h 361971"/>
              <a:gd name="connsiteX19" fmla="*/ 279879 w 362309"/>
              <a:gd name="connsiteY19" fmla="*/ 186412 h 361971"/>
              <a:gd name="connsiteX20" fmla="*/ 177001 w 362309"/>
              <a:gd name="connsiteY20" fmla="*/ 286641 h 361971"/>
              <a:gd name="connsiteX21" fmla="*/ 172528 w 362309"/>
              <a:gd name="connsiteY21" fmla="*/ 288556 h 361971"/>
              <a:gd name="connsiteX22" fmla="*/ 168055 w 362309"/>
              <a:gd name="connsiteY22" fmla="*/ 286641 h 361971"/>
              <a:gd name="connsiteX23" fmla="*/ 168055 w 362309"/>
              <a:gd name="connsiteY23" fmla="*/ 277703 h 361971"/>
              <a:gd name="connsiteX24" fmla="*/ 266460 w 362309"/>
              <a:gd name="connsiteY24" fmla="*/ 181944 h 361971"/>
              <a:gd name="connsiteX25" fmla="*/ 168055 w 362309"/>
              <a:gd name="connsiteY25" fmla="*/ 84269 h 361971"/>
              <a:gd name="connsiteX26" fmla="*/ 166138 w 362309"/>
              <a:gd name="connsiteY26" fmla="*/ 75331 h 361971"/>
              <a:gd name="connsiteX27" fmla="*/ 175084 w 362309"/>
              <a:gd name="connsiteY27" fmla="*/ 73416 h 361971"/>
              <a:gd name="connsiteX28" fmla="*/ 177001 w 362309"/>
              <a:gd name="connsiteY28" fmla="*/ 75331 h 361971"/>
              <a:gd name="connsiteX29" fmla="*/ 279879 w 362309"/>
              <a:gd name="connsiteY29" fmla="*/ 177475 h 361971"/>
              <a:gd name="connsiteX30" fmla="*/ 279879 w 362309"/>
              <a:gd name="connsiteY30" fmla="*/ 186412 h 361971"/>
              <a:gd name="connsiteX31" fmla="*/ 279879 w 362309"/>
              <a:gd name="connsiteY31" fmla="*/ 186412 h 361971"/>
              <a:gd name="connsiteX32" fmla="*/ 279879 w 362309"/>
              <a:gd name="connsiteY32" fmla="*/ 18641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1305"/>
                </a:cubicBezTo>
                <a:cubicBezTo>
                  <a:pt x="362310" y="81077"/>
                  <a:pt x="281157" y="0"/>
                  <a:pt x="180835" y="0"/>
                </a:cubicBezTo>
                <a:cubicBezTo>
                  <a:pt x="180835" y="0"/>
                  <a:pt x="180835" y="0"/>
                  <a:pt x="180835" y="0"/>
                </a:cubicBezTo>
                <a:close/>
                <a:moveTo>
                  <a:pt x="99044" y="288556"/>
                </a:moveTo>
                <a:cubicBezTo>
                  <a:pt x="97127" y="288556"/>
                  <a:pt x="95849" y="287918"/>
                  <a:pt x="94571" y="286641"/>
                </a:cubicBezTo>
                <a:cubicBezTo>
                  <a:pt x="92015" y="284087"/>
                  <a:pt x="92015" y="280257"/>
                  <a:pt x="94571" y="277703"/>
                </a:cubicBezTo>
                <a:lnTo>
                  <a:pt x="192976" y="181944"/>
                </a:lnTo>
                <a:lnTo>
                  <a:pt x="93932" y="84269"/>
                </a:lnTo>
                <a:cubicBezTo>
                  <a:pt x="91376" y="81715"/>
                  <a:pt x="91376" y="77885"/>
                  <a:pt x="93932" y="75331"/>
                </a:cubicBezTo>
                <a:cubicBezTo>
                  <a:pt x="93932" y="75331"/>
                  <a:pt x="93932" y="75331"/>
                  <a:pt x="93932" y="75331"/>
                </a:cubicBezTo>
                <a:cubicBezTo>
                  <a:pt x="96488" y="72777"/>
                  <a:pt x="100322" y="72777"/>
                  <a:pt x="102878" y="75331"/>
                </a:cubicBezTo>
                <a:lnTo>
                  <a:pt x="205756" y="177475"/>
                </a:lnTo>
                <a:cubicBezTo>
                  <a:pt x="207034" y="178752"/>
                  <a:pt x="207673" y="180028"/>
                  <a:pt x="207673" y="181944"/>
                </a:cubicBezTo>
                <a:cubicBezTo>
                  <a:pt x="207673" y="183859"/>
                  <a:pt x="207034" y="185135"/>
                  <a:pt x="205756" y="186412"/>
                </a:cubicBezTo>
                <a:lnTo>
                  <a:pt x="102878" y="286641"/>
                </a:lnTo>
                <a:cubicBezTo>
                  <a:pt x="102239" y="287918"/>
                  <a:pt x="100322" y="288556"/>
                  <a:pt x="99044" y="288556"/>
                </a:cubicBezTo>
                <a:close/>
                <a:moveTo>
                  <a:pt x="279879" y="186412"/>
                </a:moveTo>
                <a:lnTo>
                  <a:pt x="177001" y="286641"/>
                </a:lnTo>
                <a:cubicBezTo>
                  <a:pt x="175723" y="287918"/>
                  <a:pt x="174445" y="288556"/>
                  <a:pt x="172528" y="288556"/>
                </a:cubicBezTo>
                <a:cubicBezTo>
                  <a:pt x="170611" y="288556"/>
                  <a:pt x="169333" y="287918"/>
                  <a:pt x="168055" y="286641"/>
                </a:cubicBezTo>
                <a:cubicBezTo>
                  <a:pt x="165500" y="284087"/>
                  <a:pt x="165500" y="280257"/>
                  <a:pt x="168055" y="277703"/>
                </a:cubicBezTo>
                <a:lnTo>
                  <a:pt x="266460" y="181944"/>
                </a:lnTo>
                <a:lnTo>
                  <a:pt x="168055" y="84269"/>
                </a:lnTo>
                <a:cubicBezTo>
                  <a:pt x="164861" y="82353"/>
                  <a:pt x="164221" y="78523"/>
                  <a:pt x="166138" y="75331"/>
                </a:cubicBezTo>
                <a:cubicBezTo>
                  <a:pt x="168055" y="72139"/>
                  <a:pt x="171889" y="71501"/>
                  <a:pt x="175084" y="73416"/>
                </a:cubicBezTo>
                <a:cubicBezTo>
                  <a:pt x="175723" y="74054"/>
                  <a:pt x="176362" y="74693"/>
                  <a:pt x="177001" y="75331"/>
                </a:cubicBezTo>
                <a:lnTo>
                  <a:pt x="279879" y="177475"/>
                </a:lnTo>
                <a:cubicBezTo>
                  <a:pt x="282435" y="180028"/>
                  <a:pt x="282435" y="183859"/>
                  <a:pt x="279879" y="186412"/>
                </a:cubicBezTo>
                <a:cubicBezTo>
                  <a:pt x="279879" y="186412"/>
                  <a:pt x="279879" y="186412"/>
                  <a:pt x="279879" y="186412"/>
                </a:cubicBezTo>
                <a:lnTo>
                  <a:pt x="279879" y="186412"/>
                </a:lnTo>
                <a:close/>
              </a:path>
            </a:pathLst>
          </a:custGeom>
          <a:solidFill>
            <a:srgbClr val="00A3E0"/>
          </a:solidFill>
          <a:ln w="6390" cap="flat">
            <a:noFill/>
            <a:prstDash val="solid"/>
            <a:miter/>
          </a:ln>
        </p:spPr>
        <p:txBody>
          <a:bodyPr rtlCol="0" anchor="ctr"/>
          <a:lstStyle/>
          <a:p>
            <a:endParaRPr lang="en-US"/>
          </a:p>
        </p:txBody>
      </p:sp>
      <p:sp>
        <p:nvSpPr>
          <p:cNvPr id="549" name="Graphic 4">
            <a:extLst>
              <a:ext uri="{FF2B5EF4-FFF2-40B4-BE49-F238E27FC236}">
                <a16:creationId xmlns:a16="http://schemas.microsoft.com/office/drawing/2014/main" id="{5A957F76-BD97-2549-8553-85E1D7A01F71}"/>
              </a:ext>
            </a:extLst>
          </p:cNvPr>
          <p:cNvSpPr/>
          <p:nvPr/>
        </p:nvSpPr>
        <p:spPr>
          <a:xfrm>
            <a:off x="4045469" y="918179"/>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94254 w 362309"/>
              <a:gd name="connsiteY6" fmla="*/ 286641 h 361971"/>
              <a:gd name="connsiteX7" fmla="*/ 189781 w 362309"/>
              <a:gd name="connsiteY7" fmla="*/ 288556 h 361971"/>
              <a:gd name="connsiteX8" fmla="*/ 185308 w 362309"/>
              <a:gd name="connsiteY8" fmla="*/ 286641 h 361971"/>
              <a:gd name="connsiteX9" fmla="*/ 82430 w 362309"/>
              <a:gd name="connsiteY9" fmla="*/ 184497 h 361971"/>
              <a:gd name="connsiteX10" fmla="*/ 80513 w 362309"/>
              <a:gd name="connsiteY10" fmla="*/ 180028 h 361971"/>
              <a:gd name="connsiteX11" fmla="*/ 82430 w 362309"/>
              <a:gd name="connsiteY11" fmla="*/ 175560 h 361971"/>
              <a:gd name="connsiteX12" fmla="*/ 185308 w 362309"/>
              <a:gd name="connsiteY12" fmla="*/ 75331 h 361971"/>
              <a:gd name="connsiteX13" fmla="*/ 194254 w 362309"/>
              <a:gd name="connsiteY13" fmla="*/ 75331 h 361971"/>
              <a:gd name="connsiteX14" fmla="*/ 194254 w 362309"/>
              <a:gd name="connsiteY14" fmla="*/ 75331 h 361971"/>
              <a:gd name="connsiteX15" fmla="*/ 194254 w 362309"/>
              <a:gd name="connsiteY15" fmla="*/ 84269 h 361971"/>
              <a:gd name="connsiteX16" fmla="*/ 95849 w 362309"/>
              <a:gd name="connsiteY16" fmla="*/ 180028 h 361971"/>
              <a:gd name="connsiteX17" fmla="*/ 194254 w 362309"/>
              <a:gd name="connsiteY17" fmla="*/ 277703 h 361971"/>
              <a:gd name="connsiteX18" fmla="*/ 194254 w 362309"/>
              <a:gd name="connsiteY18" fmla="*/ 286641 h 361971"/>
              <a:gd name="connsiteX19" fmla="*/ 194254 w 362309"/>
              <a:gd name="connsiteY19" fmla="*/ 286641 h 361971"/>
              <a:gd name="connsiteX20" fmla="*/ 194254 w 362309"/>
              <a:gd name="connsiteY20" fmla="*/ 286641 h 361971"/>
              <a:gd name="connsiteX21" fmla="*/ 267739 w 362309"/>
              <a:gd name="connsiteY21" fmla="*/ 277703 h 361971"/>
              <a:gd name="connsiteX22" fmla="*/ 267739 w 362309"/>
              <a:gd name="connsiteY22" fmla="*/ 286641 h 361971"/>
              <a:gd name="connsiteX23" fmla="*/ 267739 w 362309"/>
              <a:gd name="connsiteY23" fmla="*/ 286641 h 361971"/>
              <a:gd name="connsiteX24" fmla="*/ 263266 w 362309"/>
              <a:gd name="connsiteY24" fmla="*/ 288556 h 361971"/>
              <a:gd name="connsiteX25" fmla="*/ 258792 w 362309"/>
              <a:gd name="connsiteY25" fmla="*/ 286641 h 361971"/>
              <a:gd name="connsiteX26" fmla="*/ 155915 w 362309"/>
              <a:gd name="connsiteY26" fmla="*/ 184497 h 361971"/>
              <a:gd name="connsiteX27" fmla="*/ 155915 w 362309"/>
              <a:gd name="connsiteY27" fmla="*/ 175560 h 361971"/>
              <a:gd name="connsiteX28" fmla="*/ 155915 w 362309"/>
              <a:gd name="connsiteY28" fmla="*/ 175560 h 361971"/>
              <a:gd name="connsiteX29" fmla="*/ 258792 w 362309"/>
              <a:gd name="connsiteY29" fmla="*/ 75331 h 361971"/>
              <a:gd name="connsiteX30" fmla="*/ 267739 w 362309"/>
              <a:gd name="connsiteY30" fmla="*/ 75331 h 361971"/>
              <a:gd name="connsiteX31" fmla="*/ 267739 w 362309"/>
              <a:gd name="connsiteY31" fmla="*/ 84269 h 361971"/>
              <a:gd name="connsiteX32" fmla="*/ 169333 w 362309"/>
              <a:gd name="connsiteY32" fmla="*/ 180028 h 361971"/>
              <a:gd name="connsiteX33" fmla="*/ 267739 w 362309"/>
              <a:gd name="connsiteY33" fmla="*/ 27770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310" y="81077"/>
                  <a:pt x="281796" y="0"/>
                  <a:pt x="181474" y="0"/>
                </a:cubicBezTo>
                <a:close/>
                <a:moveTo>
                  <a:pt x="194254" y="286641"/>
                </a:moveTo>
                <a:cubicBezTo>
                  <a:pt x="192976" y="287918"/>
                  <a:pt x="191698" y="288556"/>
                  <a:pt x="189781" y="288556"/>
                </a:cubicBezTo>
                <a:cubicBezTo>
                  <a:pt x="187864" y="288556"/>
                  <a:pt x="186586" y="287918"/>
                  <a:pt x="185308" y="286641"/>
                </a:cubicBezTo>
                <a:lnTo>
                  <a:pt x="82430" y="184497"/>
                </a:lnTo>
                <a:cubicBezTo>
                  <a:pt x="81152" y="183220"/>
                  <a:pt x="80513" y="181944"/>
                  <a:pt x="80513" y="180028"/>
                </a:cubicBezTo>
                <a:cubicBezTo>
                  <a:pt x="80513" y="178113"/>
                  <a:pt x="81152" y="176836"/>
                  <a:pt x="82430" y="175560"/>
                </a:cubicBezTo>
                <a:lnTo>
                  <a:pt x="185308" y="75331"/>
                </a:lnTo>
                <a:cubicBezTo>
                  <a:pt x="187864" y="72777"/>
                  <a:pt x="191698" y="72777"/>
                  <a:pt x="194254" y="75331"/>
                </a:cubicBezTo>
                <a:cubicBezTo>
                  <a:pt x="194254" y="75331"/>
                  <a:pt x="194254" y="75331"/>
                  <a:pt x="194254" y="75331"/>
                </a:cubicBezTo>
                <a:cubicBezTo>
                  <a:pt x="196810" y="77885"/>
                  <a:pt x="196810" y="81715"/>
                  <a:pt x="194254" y="84269"/>
                </a:cubicBezTo>
                <a:lnTo>
                  <a:pt x="95849" y="180028"/>
                </a:lnTo>
                <a:lnTo>
                  <a:pt x="194254" y="277703"/>
                </a:lnTo>
                <a:cubicBezTo>
                  <a:pt x="196810" y="279618"/>
                  <a:pt x="196810" y="284087"/>
                  <a:pt x="194254" y="286641"/>
                </a:cubicBezTo>
                <a:cubicBezTo>
                  <a:pt x="194254" y="286641"/>
                  <a:pt x="194254" y="286641"/>
                  <a:pt x="194254" y="286641"/>
                </a:cubicBezTo>
                <a:lnTo>
                  <a:pt x="194254" y="286641"/>
                </a:lnTo>
                <a:close/>
                <a:moveTo>
                  <a:pt x="267739" y="277703"/>
                </a:moveTo>
                <a:cubicBezTo>
                  <a:pt x="270295" y="280257"/>
                  <a:pt x="270295" y="284087"/>
                  <a:pt x="267739" y="286641"/>
                </a:cubicBezTo>
                <a:cubicBezTo>
                  <a:pt x="267739" y="286641"/>
                  <a:pt x="267739" y="286641"/>
                  <a:pt x="267739" y="286641"/>
                </a:cubicBezTo>
                <a:cubicBezTo>
                  <a:pt x="266460" y="287918"/>
                  <a:pt x="265182" y="288556"/>
                  <a:pt x="263266" y="288556"/>
                </a:cubicBezTo>
                <a:cubicBezTo>
                  <a:pt x="261349" y="288556"/>
                  <a:pt x="260071" y="287918"/>
                  <a:pt x="258792" y="286641"/>
                </a:cubicBezTo>
                <a:lnTo>
                  <a:pt x="155915" y="184497"/>
                </a:lnTo>
                <a:cubicBezTo>
                  <a:pt x="153358" y="181944"/>
                  <a:pt x="153358" y="178113"/>
                  <a:pt x="155915" y="175560"/>
                </a:cubicBezTo>
                <a:cubicBezTo>
                  <a:pt x="155915" y="175560"/>
                  <a:pt x="155915" y="175560"/>
                  <a:pt x="155915" y="175560"/>
                </a:cubicBezTo>
                <a:lnTo>
                  <a:pt x="258792" y="75331"/>
                </a:lnTo>
                <a:cubicBezTo>
                  <a:pt x="261349" y="72777"/>
                  <a:pt x="265182" y="72777"/>
                  <a:pt x="267739" y="75331"/>
                </a:cubicBezTo>
                <a:cubicBezTo>
                  <a:pt x="270295" y="77885"/>
                  <a:pt x="270295" y="81715"/>
                  <a:pt x="267739" y="84269"/>
                </a:cubicBezTo>
                <a:lnTo>
                  <a:pt x="169333" y="180028"/>
                </a:lnTo>
                <a:lnTo>
                  <a:pt x="267739" y="277703"/>
                </a:lnTo>
                <a:close/>
              </a:path>
            </a:pathLst>
          </a:custGeom>
          <a:solidFill>
            <a:srgbClr val="00A3E0"/>
          </a:solidFill>
          <a:ln w="6390" cap="flat">
            <a:noFill/>
            <a:prstDash val="solid"/>
            <a:miter/>
          </a:ln>
        </p:spPr>
        <p:txBody>
          <a:bodyPr rtlCol="0" anchor="ctr"/>
          <a:lstStyle/>
          <a:p>
            <a:endParaRPr lang="en-US"/>
          </a:p>
        </p:txBody>
      </p:sp>
      <p:grpSp>
        <p:nvGrpSpPr>
          <p:cNvPr id="265" name="Graphic 4">
            <a:extLst>
              <a:ext uri="{FF2B5EF4-FFF2-40B4-BE49-F238E27FC236}">
                <a16:creationId xmlns:a16="http://schemas.microsoft.com/office/drawing/2014/main" id="{C592883A-3556-8A4D-B984-37DD91F278C5}"/>
              </a:ext>
            </a:extLst>
          </p:cNvPr>
          <p:cNvGrpSpPr/>
          <p:nvPr/>
        </p:nvGrpSpPr>
        <p:grpSpPr>
          <a:xfrm>
            <a:off x="3607758" y="4308712"/>
            <a:ext cx="362309" cy="361971"/>
            <a:chOff x="3607758" y="4793256"/>
            <a:chExt cx="362309" cy="361971"/>
          </a:xfrm>
          <a:solidFill>
            <a:srgbClr val="00A3E0"/>
          </a:solidFill>
        </p:grpSpPr>
        <p:sp>
          <p:nvSpPr>
            <p:cNvPr id="266" name="Graphic 4">
              <a:extLst>
                <a:ext uri="{FF2B5EF4-FFF2-40B4-BE49-F238E27FC236}">
                  <a16:creationId xmlns:a16="http://schemas.microsoft.com/office/drawing/2014/main" id="{84577BFD-089D-CE41-B2AD-6F88A5195DF9}"/>
                </a:ext>
              </a:extLst>
            </p:cNvPr>
            <p:cNvSpPr/>
            <p:nvPr/>
          </p:nvSpPr>
          <p:spPr>
            <a:xfrm>
              <a:off x="3607758" y="479325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8565 h 361971"/>
                <a:gd name="connsiteX8" fmla="*/ 12780 w 362309"/>
                <a:gd name="connsiteY8" fmla="*/ 180667 h 361971"/>
                <a:gd name="connsiteX9" fmla="*/ 180836 w 362309"/>
                <a:gd name="connsiteY9" fmla="*/ 12129 h 361971"/>
                <a:gd name="connsiteX10" fmla="*/ 349530 w 362309"/>
                <a:gd name="connsiteY10" fmla="*/ 180028 h 361971"/>
                <a:gd name="connsiteX11" fmla="*/ 349530 w 362309"/>
                <a:gd name="connsiteY11" fmla="*/ 180028 h 361971"/>
                <a:gd name="connsiteX12" fmla="*/ 181474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cubicBezTo>
                    <a:pt x="362310" y="181305"/>
                    <a:pt x="362310" y="181305"/>
                    <a:pt x="362310" y="181305"/>
                  </a:cubicBezTo>
                  <a:cubicBezTo>
                    <a:pt x="362310" y="80438"/>
                    <a:pt x="281796" y="0"/>
                    <a:pt x="181474" y="0"/>
                  </a:cubicBezTo>
                  <a:cubicBezTo>
                    <a:pt x="181474" y="0"/>
                    <a:pt x="181474" y="0"/>
                    <a:pt x="181474" y="0"/>
                  </a:cubicBezTo>
                  <a:close/>
                  <a:moveTo>
                    <a:pt x="181474" y="348565"/>
                  </a:moveTo>
                  <a:cubicBezTo>
                    <a:pt x="88181" y="348565"/>
                    <a:pt x="12780" y="273234"/>
                    <a:pt x="12780" y="180667"/>
                  </a:cubicBezTo>
                  <a:cubicBezTo>
                    <a:pt x="12780" y="88099"/>
                    <a:pt x="88181" y="12129"/>
                    <a:pt x="180836" y="12129"/>
                  </a:cubicBezTo>
                  <a:cubicBezTo>
                    <a:pt x="274128" y="12129"/>
                    <a:pt x="349530" y="87461"/>
                    <a:pt x="349530" y="180028"/>
                  </a:cubicBezTo>
                  <a:lnTo>
                    <a:pt x="349530" y="180028"/>
                  </a:lnTo>
                  <a:cubicBezTo>
                    <a:pt x="349530" y="273234"/>
                    <a:pt x="274128" y="348565"/>
                    <a:pt x="181474" y="348565"/>
                  </a:cubicBezTo>
                  <a:close/>
                </a:path>
              </a:pathLst>
            </a:custGeom>
            <a:solidFill>
              <a:srgbClr val="00A3E0"/>
            </a:solidFill>
            <a:ln w="6390" cap="flat">
              <a:noFill/>
              <a:prstDash val="solid"/>
              <a:miter/>
            </a:ln>
          </p:spPr>
          <p:txBody>
            <a:bodyPr rtlCol="0" anchor="ctr"/>
            <a:lstStyle/>
            <a:p>
              <a:endParaRPr lang="en-US"/>
            </a:p>
          </p:txBody>
        </p:sp>
        <p:sp>
          <p:nvSpPr>
            <p:cNvPr id="267" name="Graphic 4">
              <a:extLst>
                <a:ext uri="{FF2B5EF4-FFF2-40B4-BE49-F238E27FC236}">
                  <a16:creationId xmlns:a16="http://schemas.microsoft.com/office/drawing/2014/main" id="{51C0B6DC-620D-7B4D-BC62-1F400FD10338}"/>
                </a:ext>
              </a:extLst>
            </p:cNvPr>
            <p:cNvSpPr/>
            <p:nvPr/>
          </p:nvSpPr>
          <p:spPr>
            <a:xfrm>
              <a:off x="3692105" y="4877525"/>
              <a:ext cx="194254" cy="192795"/>
            </a:xfrm>
            <a:custGeom>
              <a:avLst/>
              <a:gdLst>
                <a:gd name="connsiteX0" fmla="*/ 187864 w 194254"/>
                <a:gd name="connsiteY0" fmla="*/ 98313 h 192795"/>
                <a:gd name="connsiteX1" fmla="*/ 181474 w 194254"/>
                <a:gd name="connsiteY1" fmla="*/ 104697 h 192795"/>
                <a:gd name="connsiteX2" fmla="*/ 181474 w 194254"/>
                <a:gd name="connsiteY2" fmla="*/ 180028 h 192795"/>
                <a:gd name="connsiteX3" fmla="*/ 12780 w 194254"/>
                <a:gd name="connsiteY3" fmla="*/ 180028 h 192795"/>
                <a:gd name="connsiteX4" fmla="*/ 12780 w 194254"/>
                <a:gd name="connsiteY4" fmla="*/ 12768 h 192795"/>
                <a:gd name="connsiteX5" fmla="*/ 89459 w 194254"/>
                <a:gd name="connsiteY5" fmla="*/ 12768 h 192795"/>
                <a:gd name="connsiteX6" fmla="*/ 95849 w 194254"/>
                <a:gd name="connsiteY6" fmla="*/ 6384 h 192795"/>
                <a:gd name="connsiteX7" fmla="*/ 89459 w 194254"/>
                <a:gd name="connsiteY7" fmla="*/ 0 h 192795"/>
                <a:gd name="connsiteX8" fmla="*/ 6390 w 194254"/>
                <a:gd name="connsiteY8" fmla="*/ 0 h 192795"/>
                <a:gd name="connsiteX9" fmla="*/ 0 w 194254"/>
                <a:gd name="connsiteY9" fmla="*/ 6384 h 192795"/>
                <a:gd name="connsiteX10" fmla="*/ 0 w 194254"/>
                <a:gd name="connsiteY10" fmla="*/ 186412 h 192795"/>
                <a:gd name="connsiteX11" fmla="*/ 6390 w 194254"/>
                <a:gd name="connsiteY11" fmla="*/ 192796 h 192795"/>
                <a:gd name="connsiteX12" fmla="*/ 187864 w 194254"/>
                <a:gd name="connsiteY12" fmla="*/ 192796 h 192795"/>
                <a:gd name="connsiteX13" fmla="*/ 194254 w 194254"/>
                <a:gd name="connsiteY13" fmla="*/ 186412 h 192795"/>
                <a:gd name="connsiteX14" fmla="*/ 194254 w 194254"/>
                <a:gd name="connsiteY14" fmla="*/ 104697 h 192795"/>
                <a:gd name="connsiteX15" fmla="*/ 187864 w 194254"/>
                <a:gd name="connsiteY15" fmla="*/ 98313 h 192795"/>
                <a:gd name="connsiteX16" fmla="*/ 187864 w 194254"/>
                <a:gd name="connsiteY16" fmla="*/ 98313 h 192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4254" h="192795">
                  <a:moveTo>
                    <a:pt x="187864" y="98313"/>
                  </a:moveTo>
                  <a:cubicBezTo>
                    <a:pt x="184030" y="98313"/>
                    <a:pt x="181474" y="100867"/>
                    <a:pt x="181474" y="104697"/>
                  </a:cubicBezTo>
                  <a:lnTo>
                    <a:pt x="181474" y="180028"/>
                  </a:lnTo>
                  <a:lnTo>
                    <a:pt x="12780" y="180028"/>
                  </a:lnTo>
                  <a:lnTo>
                    <a:pt x="12780" y="12768"/>
                  </a:lnTo>
                  <a:lnTo>
                    <a:pt x="89459" y="12768"/>
                  </a:lnTo>
                  <a:cubicBezTo>
                    <a:pt x="93293" y="12768"/>
                    <a:pt x="95849" y="10214"/>
                    <a:pt x="95849" y="6384"/>
                  </a:cubicBezTo>
                  <a:cubicBezTo>
                    <a:pt x="95849" y="2553"/>
                    <a:pt x="93293" y="0"/>
                    <a:pt x="89459" y="0"/>
                  </a:cubicBezTo>
                  <a:lnTo>
                    <a:pt x="6390" y="0"/>
                  </a:lnTo>
                  <a:cubicBezTo>
                    <a:pt x="2556" y="0"/>
                    <a:pt x="0" y="2553"/>
                    <a:pt x="0" y="6384"/>
                  </a:cubicBezTo>
                  <a:lnTo>
                    <a:pt x="0" y="186412"/>
                  </a:lnTo>
                  <a:cubicBezTo>
                    <a:pt x="0" y="190243"/>
                    <a:pt x="2556" y="192796"/>
                    <a:pt x="6390" y="192796"/>
                  </a:cubicBezTo>
                  <a:lnTo>
                    <a:pt x="187864" y="192796"/>
                  </a:lnTo>
                  <a:cubicBezTo>
                    <a:pt x="191698" y="192796"/>
                    <a:pt x="194254" y="190243"/>
                    <a:pt x="194254" y="186412"/>
                  </a:cubicBezTo>
                  <a:lnTo>
                    <a:pt x="194254" y="104697"/>
                  </a:lnTo>
                  <a:cubicBezTo>
                    <a:pt x="194254" y="100867"/>
                    <a:pt x="191059" y="98313"/>
                    <a:pt x="187864" y="98313"/>
                  </a:cubicBezTo>
                  <a:lnTo>
                    <a:pt x="187864" y="98313"/>
                  </a:lnTo>
                  <a:close/>
                </a:path>
              </a:pathLst>
            </a:custGeom>
            <a:solidFill>
              <a:srgbClr val="00A3E0"/>
            </a:solidFill>
            <a:ln w="6390" cap="flat">
              <a:noFill/>
              <a:prstDash val="solid"/>
              <a:miter/>
            </a:ln>
          </p:spPr>
          <p:txBody>
            <a:bodyPr rtlCol="0" anchor="ctr"/>
            <a:lstStyle/>
            <a:p>
              <a:endParaRPr lang="en-US"/>
            </a:p>
          </p:txBody>
        </p:sp>
        <p:sp>
          <p:nvSpPr>
            <p:cNvPr id="268" name="Graphic 4">
              <a:extLst>
                <a:ext uri="{FF2B5EF4-FFF2-40B4-BE49-F238E27FC236}">
                  <a16:creationId xmlns:a16="http://schemas.microsoft.com/office/drawing/2014/main" id="{31BD875B-3D30-604F-BA76-318FFE2B2F9B}"/>
                </a:ext>
              </a:extLst>
            </p:cNvPr>
            <p:cNvSpPr/>
            <p:nvPr/>
          </p:nvSpPr>
          <p:spPr>
            <a:xfrm>
              <a:off x="3782203" y="4877525"/>
              <a:ext cx="103800" cy="103420"/>
            </a:xfrm>
            <a:custGeom>
              <a:avLst/>
              <a:gdLst>
                <a:gd name="connsiteX0" fmla="*/ 103517 w 103800"/>
                <a:gd name="connsiteY0" fmla="*/ 3830 h 103420"/>
                <a:gd name="connsiteX1" fmla="*/ 97766 w 103800"/>
                <a:gd name="connsiteY1" fmla="*/ 0 h 103420"/>
                <a:gd name="connsiteX2" fmla="*/ 36423 w 103800"/>
                <a:gd name="connsiteY2" fmla="*/ 0 h 103420"/>
                <a:gd name="connsiteX3" fmla="*/ 30033 w 103800"/>
                <a:gd name="connsiteY3" fmla="*/ 6384 h 103420"/>
                <a:gd name="connsiteX4" fmla="*/ 36423 w 103800"/>
                <a:gd name="connsiteY4" fmla="*/ 12768 h 103420"/>
                <a:gd name="connsiteX5" fmla="*/ 81791 w 103800"/>
                <a:gd name="connsiteY5" fmla="*/ 12768 h 103420"/>
                <a:gd name="connsiteX6" fmla="*/ 1917 w 103800"/>
                <a:gd name="connsiteY6" fmla="*/ 92568 h 103420"/>
                <a:gd name="connsiteX7" fmla="*/ 1917 w 103800"/>
                <a:gd name="connsiteY7" fmla="*/ 101505 h 103420"/>
                <a:gd name="connsiteX8" fmla="*/ 10863 w 103800"/>
                <a:gd name="connsiteY8" fmla="*/ 101505 h 103420"/>
                <a:gd name="connsiteX9" fmla="*/ 90737 w 103800"/>
                <a:gd name="connsiteY9" fmla="*/ 21705 h 103420"/>
                <a:gd name="connsiteX10" fmla="*/ 90737 w 103800"/>
                <a:gd name="connsiteY10" fmla="*/ 66393 h 103420"/>
                <a:gd name="connsiteX11" fmla="*/ 97127 w 103800"/>
                <a:gd name="connsiteY11" fmla="*/ 72777 h 103420"/>
                <a:gd name="connsiteX12" fmla="*/ 103517 w 103800"/>
                <a:gd name="connsiteY12" fmla="*/ 66393 h 103420"/>
                <a:gd name="connsiteX13" fmla="*/ 103517 w 103800"/>
                <a:gd name="connsiteY13" fmla="*/ 6384 h 103420"/>
                <a:gd name="connsiteX14" fmla="*/ 103517 w 103800"/>
                <a:gd name="connsiteY14" fmla="*/ 3830 h 103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800" h="103420">
                  <a:moveTo>
                    <a:pt x="103517" y="3830"/>
                  </a:moveTo>
                  <a:cubicBezTo>
                    <a:pt x="102239" y="1276"/>
                    <a:pt x="100322" y="0"/>
                    <a:pt x="97766" y="0"/>
                  </a:cubicBezTo>
                  <a:lnTo>
                    <a:pt x="36423" y="0"/>
                  </a:lnTo>
                  <a:cubicBezTo>
                    <a:pt x="32589" y="0"/>
                    <a:pt x="30033" y="2553"/>
                    <a:pt x="30033" y="6384"/>
                  </a:cubicBezTo>
                  <a:cubicBezTo>
                    <a:pt x="30033" y="10214"/>
                    <a:pt x="32589" y="12768"/>
                    <a:pt x="36423" y="12768"/>
                  </a:cubicBezTo>
                  <a:lnTo>
                    <a:pt x="81791" y="12768"/>
                  </a:lnTo>
                  <a:lnTo>
                    <a:pt x="1917" y="92568"/>
                  </a:lnTo>
                  <a:cubicBezTo>
                    <a:pt x="-639" y="95121"/>
                    <a:pt x="-639" y="98952"/>
                    <a:pt x="1917" y="101505"/>
                  </a:cubicBezTo>
                  <a:cubicBezTo>
                    <a:pt x="4473" y="104059"/>
                    <a:pt x="8307" y="104059"/>
                    <a:pt x="10863" y="101505"/>
                  </a:cubicBezTo>
                  <a:lnTo>
                    <a:pt x="90737" y="21705"/>
                  </a:lnTo>
                  <a:lnTo>
                    <a:pt x="90737" y="66393"/>
                  </a:lnTo>
                  <a:cubicBezTo>
                    <a:pt x="90737" y="70224"/>
                    <a:pt x="93293" y="72777"/>
                    <a:pt x="97127" y="72777"/>
                  </a:cubicBezTo>
                  <a:cubicBezTo>
                    <a:pt x="100961" y="72777"/>
                    <a:pt x="103517" y="70224"/>
                    <a:pt x="103517" y="66393"/>
                  </a:cubicBezTo>
                  <a:lnTo>
                    <a:pt x="103517" y="6384"/>
                  </a:lnTo>
                  <a:cubicBezTo>
                    <a:pt x="104156" y="5745"/>
                    <a:pt x="103517" y="4468"/>
                    <a:pt x="103517" y="3830"/>
                  </a:cubicBezTo>
                  <a:close/>
                </a:path>
              </a:pathLst>
            </a:custGeom>
            <a:solidFill>
              <a:srgbClr val="00A3E0"/>
            </a:solidFill>
            <a:ln w="6390" cap="flat">
              <a:noFill/>
              <a:prstDash val="solid"/>
              <a:miter/>
            </a:ln>
          </p:spPr>
          <p:txBody>
            <a:bodyPr rtlCol="0" anchor="ctr"/>
            <a:lstStyle/>
            <a:p>
              <a:endParaRPr lang="en-US"/>
            </a:p>
          </p:txBody>
        </p:sp>
      </p:grpSp>
      <p:grpSp>
        <p:nvGrpSpPr>
          <p:cNvPr id="269" name="Graphic 4">
            <a:extLst>
              <a:ext uri="{FF2B5EF4-FFF2-40B4-BE49-F238E27FC236}">
                <a16:creationId xmlns:a16="http://schemas.microsoft.com/office/drawing/2014/main" id="{BAE76D27-85FA-8C4B-A840-A5C15D61CBCA}"/>
              </a:ext>
            </a:extLst>
          </p:cNvPr>
          <p:cNvGrpSpPr/>
          <p:nvPr/>
        </p:nvGrpSpPr>
        <p:grpSpPr>
          <a:xfrm>
            <a:off x="4660820" y="4308712"/>
            <a:ext cx="362312" cy="361971"/>
            <a:chOff x="4660820" y="4793256"/>
            <a:chExt cx="362312" cy="361971"/>
          </a:xfrm>
          <a:solidFill>
            <a:srgbClr val="00A3E0"/>
          </a:solidFill>
        </p:grpSpPr>
        <p:sp>
          <p:nvSpPr>
            <p:cNvPr id="270" name="Graphic 4">
              <a:extLst>
                <a:ext uri="{FF2B5EF4-FFF2-40B4-BE49-F238E27FC236}">
                  <a16:creationId xmlns:a16="http://schemas.microsoft.com/office/drawing/2014/main" id="{F477F490-A612-7649-9EC9-419B03F22034}"/>
                </a:ext>
              </a:extLst>
            </p:cNvPr>
            <p:cNvSpPr/>
            <p:nvPr/>
          </p:nvSpPr>
          <p:spPr>
            <a:xfrm>
              <a:off x="4660820" y="4793256"/>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8565 h 361971"/>
                <a:gd name="connsiteX8" fmla="*/ 12780 w 362312"/>
                <a:gd name="connsiteY8" fmla="*/ 180667 h 361971"/>
                <a:gd name="connsiteX9" fmla="*/ 180835 w 362312"/>
                <a:gd name="connsiteY9" fmla="*/ 12129 h 361971"/>
                <a:gd name="connsiteX10" fmla="*/ 349529 w 362312"/>
                <a:gd name="connsiteY10" fmla="*/ 180028 h 361971"/>
                <a:gd name="connsiteX11" fmla="*/ 349529 w 362312"/>
                <a:gd name="connsiteY11" fmla="*/ 180028 h 361971"/>
                <a:gd name="connsiteX12" fmla="*/ 181474 w 362312"/>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0438"/>
                    <a:pt x="281796" y="0"/>
                    <a:pt x="181474" y="0"/>
                  </a:cubicBezTo>
                  <a:lnTo>
                    <a:pt x="181474" y="0"/>
                  </a:lnTo>
                  <a:close/>
                  <a:moveTo>
                    <a:pt x="181474" y="348565"/>
                  </a:moveTo>
                  <a:cubicBezTo>
                    <a:pt x="88181" y="348565"/>
                    <a:pt x="12780" y="273234"/>
                    <a:pt x="12780" y="180667"/>
                  </a:cubicBezTo>
                  <a:cubicBezTo>
                    <a:pt x="12780" y="87461"/>
                    <a:pt x="88181" y="12129"/>
                    <a:pt x="180835" y="12129"/>
                  </a:cubicBezTo>
                  <a:cubicBezTo>
                    <a:pt x="274128" y="12129"/>
                    <a:pt x="349529" y="87461"/>
                    <a:pt x="349529" y="180028"/>
                  </a:cubicBezTo>
                  <a:cubicBezTo>
                    <a:pt x="349529" y="180028"/>
                    <a:pt x="349529" y="180028"/>
                    <a:pt x="349529" y="180028"/>
                  </a:cubicBezTo>
                  <a:cubicBezTo>
                    <a:pt x="349529" y="273234"/>
                    <a:pt x="274767" y="348565"/>
                    <a:pt x="181474" y="348565"/>
                  </a:cubicBezTo>
                  <a:close/>
                </a:path>
              </a:pathLst>
            </a:custGeom>
            <a:solidFill>
              <a:srgbClr val="00A3E0"/>
            </a:solidFill>
            <a:ln w="6390" cap="flat">
              <a:noFill/>
              <a:prstDash val="solid"/>
              <a:miter/>
            </a:ln>
          </p:spPr>
          <p:txBody>
            <a:bodyPr rtlCol="0" anchor="ctr"/>
            <a:lstStyle/>
            <a:p>
              <a:endParaRPr lang="en-US"/>
            </a:p>
          </p:txBody>
        </p:sp>
        <p:sp>
          <p:nvSpPr>
            <p:cNvPr id="271" name="Graphic 4">
              <a:extLst>
                <a:ext uri="{FF2B5EF4-FFF2-40B4-BE49-F238E27FC236}">
                  <a16:creationId xmlns:a16="http://schemas.microsoft.com/office/drawing/2014/main" id="{0C715862-D7E9-1543-BF77-F734769489FB}"/>
                </a:ext>
              </a:extLst>
            </p:cNvPr>
            <p:cNvSpPr/>
            <p:nvPr/>
          </p:nvSpPr>
          <p:spPr>
            <a:xfrm>
              <a:off x="4742513" y="5049417"/>
              <a:ext cx="198190" cy="22819"/>
            </a:xfrm>
            <a:custGeom>
              <a:avLst/>
              <a:gdLst>
                <a:gd name="connsiteX0" fmla="*/ 192435 w 198190"/>
                <a:gd name="connsiteY0" fmla="*/ 8774 h 22819"/>
                <a:gd name="connsiteX1" fmla="*/ 178377 w 198190"/>
                <a:gd name="connsiteY1" fmla="*/ 1114 h 22819"/>
                <a:gd name="connsiteX2" fmla="*/ 169431 w 198190"/>
                <a:gd name="connsiteY2" fmla="*/ 2390 h 22819"/>
                <a:gd name="connsiteX3" fmla="*/ 159207 w 198190"/>
                <a:gd name="connsiteY3" fmla="*/ 8774 h 22819"/>
                <a:gd name="connsiteX4" fmla="*/ 141315 w 198190"/>
                <a:gd name="connsiteY4" fmla="*/ 1752 h 22819"/>
                <a:gd name="connsiteX5" fmla="*/ 133009 w 198190"/>
                <a:gd name="connsiteY5" fmla="*/ 1752 h 22819"/>
                <a:gd name="connsiteX6" fmla="*/ 104254 w 198190"/>
                <a:gd name="connsiteY6" fmla="*/ 1752 h 22819"/>
                <a:gd name="connsiteX7" fmla="*/ 95308 w 198190"/>
                <a:gd name="connsiteY7" fmla="*/ 2390 h 22819"/>
                <a:gd name="connsiteX8" fmla="*/ 66553 w 198190"/>
                <a:gd name="connsiteY8" fmla="*/ 1752 h 22819"/>
                <a:gd name="connsiteX9" fmla="*/ 58246 w 198190"/>
                <a:gd name="connsiteY9" fmla="*/ 2390 h 22819"/>
                <a:gd name="connsiteX10" fmla="*/ 27575 w 198190"/>
                <a:gd name="connsiteY10" fmla="*/ 1752 h 22819"/>
                <a:gd name="connsiteX11" fmla="*/ 18629 w 198190"/>
                <a:gd name="connsiteY11" fmla="*/ 2390 h 22819"/>
                <a:gd name="connsiteX12" fmla="*/ 5849 w 198190"/>
                <a:gd name="connsiteY12" fmla="*/ 9413 h 22819"/>
                <a:gd name="connsiteX13" fmla="*/ 98 w 198190"/>
                <a:gd name="connsiteY13" fmla="*/ 16435 h 22819"/>
                <a:gd name="connsiteX14" fmla="*/ 7127 w 198190"/>
                <a:gd name="connsiteY14" fmla="*/ 22181 h 22819"/>
                <a:gd name="connsiteX15" fmla="*/ 8405 w 198190"/>
                <a:gd name="connsiteY15" fmla="*/ 22181 h 22819"/>
                <a:gd name="connsiteX16" fmla="*/ 23741 w 198190"/>
                <a:gd name="connsiteY16" fmla="*/ 15158 h 22819"/>
                <a:gd name="connsiteX17" fmla="*/ 63358 w 198190"/>
                <a:gd name="connsiteY17" fmla="*/ 15158 h 22819"/>
                <a:gd name="connsiteX18" fmla="*/ 99781 w 198190"/>
                <a:gd name="connsiteY18" fmla="*/ 15158 h 22819"/>
                <a:gd name="connsiteX19" fmla="*/ 136842 w 198190"/>
                <a:gd name="connsiteY19" fmla="*/ 15158 h 22819"/>
                <a:gd name="connsiteX20" fmla="*/ 159846 w 198190"/>
                <a:gd name="connsiteY20" fmla="*/ 22181 h 22819"/>
                <a:gd name="connsiteX21" fmla="*/ 174543 w 198190"/>
                <a:gd name="connsiteY21" fmla="*/ 15797 h 22819"/>
                <a:gd name="connsiteX22" fmla="*/ 191157 w 198190"/>
                <a:gd name="connsiteY22" fmla="*/ 22819 h 22819"/>
                <a:gd name="connsiteX23" fmla="*/ 197547 w 198190"/>
                <a:gd name="connsiteY23" fmla="*/ 16435 h 22819"/>
                <a:gd name="connsiteX24" fmla="*/ 192435 w 198190"/>
                <a:gd name="connsiteY24" fmla="*/ 8774 h 22819"/>
                <a:gd name="connsiteX25" fmla="*/ 192435 w 198190"/>
                <a:gd name="connsiteY25" fmla="*/ 8774 h 2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98190" h="22819">
                  <a:moveTo>
                    <a:pt x="192435" y="8774"/>
                  </a:moveTo>
                  <a:cubicBezTo>
                    <a:pt x="187323" y="6859"/>
                    <a:pt x="182850" y="4306"/>
                    <a:pt x="178377" y="1114"/>
                  </a:cubicBezTo>
                  <a:cubicBezTo>
                    <a:pt x="175821" y="-802"/>
                    <a:pt x="171987" y="-163"/>
                    <a:pt x="169431" y="2390"/>
                  </a:cubicBezTo>
                  <a:cubicBezTo>
                    <a:pt x="166875" y="5582"/>
                    <a:pt x="163680" y="8136"/>
                    <a:pt x="159207" y="8774"/>
                  </a:cubicBezTo>
                  <a:cubicBezTo>
                    <a:pt x="152817" y="8774"/>
                    <a:pt x="146427" y="6221"/>
                    <a:pt x="141315" y="1752"/>
                  </a:cubicBezTo>
                  <a:cubicBezTo>
                    <a:pt x="138760" y="-163"/>
                    <a:pt x="134925" y="-163"/>
                    <a:pt x="133009" y="1752"/>
                  </a:cubicBezTo>
                  <a:cubicBezTo>
                    <a:pt x="124702" y="9413"/>
                    <a:pt x="112561" y="9413"/>
                    <a:pt x="104254" y="1752"/>
                  </a:cubicBezTo>
                  <a:cubicBezTo>
                    <a:pt x="101698" y="-163"/>
                    <a:pt x="97864" y="-163"/>
                    <a:pt x="95308" y="2390"/>
                  </a:cubicBezTo>
                  <a:cubicBezTo>
                    <a:pt x="83167" y="14520"/>
                    <a:pt x="67831" y="2390"/>
                    <a:pt x="66553" y="1752"/>
                  </a:cubicBezTo>
                  <a:cubicBezTo>
                    <a:pt x="63997" y="-163"/>
                    <a:pt x="60163" y="-163"/>
                    <a:pt x="58246" y="2390"/>
                  </a:cubicBezTo>
                  <a:cubicBezTo>
                    <a:pt x="45466" y="15797"/>
                    <a:pt x="28853" y="3029"/>
                    <a:pt x="27575" y="1752"/>
                  </a:cubicBezTo>
                  <a:cubicBezTo>
                    <a:pt x="25018" y="-163"/>
                    <a:pt x="21185" y="-163"/>
                    <a:pt x="18629" y="2390"/>
                  </a:cubicBezTo>
                  <a:cubicBezTo>
                    <a:pt x="14795" y="5582"/>
                    <a:pt x="10961" y="8136"/>
                    <a:pt x="5849" y="9413"/>
                  </a:cubicBezTo>
                  <a:cubicBezTo>
                    <a:pt x="2015" y="10051"/>
                    <a:pt x="-541" y="13243"/>
                    <a:pt x="98" y="16435"/>
                  </a:cubicBezTo>
                  <a:cubicBezTo>
                    <a:pt x="737" y="20266"/>
                    <a:pt x="3932" y="22819"/>
                    <a:pt x="7127" y="22181"/>
                  </a:cubicBezTo>
                  <a:lnTo>
                    <a:pt x="8405" y="22181"/>
                  </a:lnTo>
                  <a:cubicBezTo>
                    <a:pt x="14156" y="20904"/>
                    <a:pt x="19268" y="18350"/>
                    <a:pt x="23741" y="15158"/>
                  </a:cubicBezTo>
                  <a:cubicBezTo>
                    <a:pt x="35881" y="23458"/>
                    <a:pt x="51217" y="23458"/>
                    <a:pt x="63358" y="15158"/>
                  </a:cubicBezTo>
                  <a:cubicBezTo>
                    <a:pt x="74221" y="22181"/>
                    <a:pt x="88918" y="22181"/>
                    <a:pt x="99781" y="15158"/>
                  </a:cubicBezTo>
                  <a:cubicBezTo>
                    <a:pt x="111283" y="22819"/>
                    <a:pt x="125980" y="22819"/>
                    <a:pt x="136842" y="15158"/>
                  </a:cubicBezTo>
                  <a:cubicBezTo>
                    <a:pt x="143872" y="19627"/>
                    <a:pt x="151540" y="22181"/>
                    <a:pt x="159846" y="22181"/>
                  </a:cubicBezTo>
                  <a:cubicBezTo>
                    <a:pt x="165597" y="21542"/>
                    <a:pt x="170709" y="19627"/>
                    <a:pt x="174543" y="15797"/>
                  </a:cubicBezTo>
                  <a:cubicBezTo>
                    <a:pt x="179655" y="19627"/>
                    <a:pt x="184767" y="21542"/>
                    <a:pt x="191157" y="22819"/>
                  </a:cubicBezTo>
                  <a:cubicBezTo>
                    <a:pt x="194991" y="22819"/>
                    <a:pt x="197547" y="20266"/>
                    <a:pt x="197547" y="16435"/>
                  </a:cubicBezTo>
                  <a:cubicBezTo>
                    <a:pt x="199464" y="12605"/>
                    <a:pt x="196908" y="9413"/>
                    <a:pt x="192435" y="8774"/>
                  </a:cubicBezTo>
                  <a:cubicBezTo>
                    <a:pt x="193074" y="8774"/>
                    <a:pt x="193074" y="8774"/>
                    <a:pt x="192435" y="8774"/>
                  </a:cubicBezTo>
                  <a:close/>
                </a:path>
              </a:pathLst>
            </a:custGeom>
            <a:solidFill>
              <a:srgbClr val="00A3E0"/>
            </a:solidFill>
            <a:ln w="6390" cap="flat">
              <a:noFill/>
              <a:prstDash val="solid"/>
              <a:miter/>
            </a:ln>
          </p:spPr>
          <p:txBody>
            <a:bodyPr rtlCol="0" anchor="ctr"/>
            <a:lstStyle/>
            <a:p>
              <a:endParaRPr lang="en-US"/>
            </a:p>
          </p:txBody>
        </p:sp>
        <p:sp>
          <p:nvSpPr>
            <p:cNvPr id="272" name="Graphic 4">
              <a:extLst>
                <a:ext uri="{FF2B5EF4-FFF2-40B4-BE49-F238E27FC236}">
                  <a16:creationId xmlns:a16="http://schemas.microsoft.com/office/drawing/2014/main" id="{4C5595EC-CE42-764A-8BF8-90155E7106B6}"/>
                </a:ext>
              </a:extLst>
            </p:cNvPr>
            <p:cNvSpPr/>
            <p:nvPr/>
          </p:nvSpPr>
          <p:spPr>
            <a:xfrm>
              <a:off x="4742513" y="4991961"/>
              <a:ext cx="198190" cy="22819"/>
            </a:xfrm>
            <a:custGeom>
              <a:avLst/>
              <a:gdLst>
                <a:gd name="connsiteX0" fmla="*/ 192435 w 198190"/>
                <a:gd name="connsiteY0" fmla="*/ 8774 h 22819"/>
                <a:gd name="connsiteX1" fmla="*/ 178377 w 198190"/>
                <a:gd name="connsiteY1" fmla="*/ 1114 h 22819"/>
                <a:gd name="connsiteX2" fmla="*/ 169431 w 198190"/>
                <a:gd name="connsiteY2" fmla="*/ 2390 h 22819"/>
                <a:gd name="connsiteX3" fmla="*/ 159207 w 198190"/>
                <a:gd name="connsiteY3" fmla="*/ 8774 h 22819"/>
                <a:gd name="connsiteX4" fmla="*/ 141315 w 198190"/>
                <a:gd name="connsiteY4" fmla="*/ 1752 h 22819"/>
                <a:gd name="connsiteX5" fmla="*/ 133009 w 198190"/>
                <a:gd name="connsiteY5" fmla="*/ 1752 h 22819"/>
                <a:gd name="connsiteX6" fmla="*/ 104254 w 198190"/>
                <a:gd name="connsiteY6" fmla="*/ 1752 h 22819"/>
                <a:gd name="connsiteX7" fmla="*/ 95308 w 198190"/>
                <a:gd name="connsiteY7" fmla="*/ 2390 h 22819"/>
                <a:gd name="connsiteX8" fmla="*/ 66553 w 198190"/>
                <a:gd name="connsiteY8" fmla="*/ 1752 h 22819"/>
                <a:gd name="connsiteX9" fmla="*/ 58246 w 198190"/>
                <a:gd name="connsiteY9" fmla="*/ 2390 h 22819"/>
                <a:gd name="connsiteX10" fmla="*/ 27575 w 198190"/>
                <a:gd name="connsiteY10" fmla="*/ 1752 h 22819"/>
                <a:gd name="connsiteX11" fmla="*/ 18629 w 198190"/>
                <a:gd name="connsiteY11" fmla="*/ 2390 h 22819"/>
                <a:gd name="connsiteX12" fmla="*/ 5849 w 198190"/>
                <a:gd name="connsiteY12" fmla="*/ 9413 h 22819"/>
                <a:gd name="connsiteX13" fmla="*/ 98 w 198190"/>
                <a:gd name="connsiteY13" fmla="*/ 16435 h 22819"/>
                <a:gd name="connsiteX14" fmla="*/ 7127 w 198190"/>
                <a:gd name="connsiteY14" fmla="*/ 22181 h 22819"/>
                <a:gd name="connsiteX15" fmla="*/ 8405 w 198190"/>
                <a:gd name="connsiteY15" fmla="*/ 22181 h 22819"/>
                <a:gd name="connsiteX16" fmla="*/ 23741 w 198190"/>
                <a:gd name="connsiteY16" fmla="*/ 15158 h 22819"/>
                <a:gd name="connsiteX17" fmla="*/ 63358 w 198190"/>
                <a:gd name="connsiteY17" fmla="*/ 15158 h 22819"/>
                <a:gd name="connsiteX18" fmla="*/ 99781 w 198190"/>
                <a:gd name="connsiteY18" fmla="*/ 15158 h 22819"/>
                <a:gd name="connsiteX19" fmla="*/ 136842 w 198190"/>
                <a:gd name="connsiteY19" fmla="*/ 15158 h 22819"/>
                <a:gd name="connsiteX20" fmla="*/ 159846 w 198190"/>
                <a:gd name="connsiteY20" fmla="*/ 22181 h 22819"/>
                <a:gd name="connsiteX21" fmla="*/ 174543 w 198190"/>
                <a:gd name="connsiteY21" fmla="*/ 15797 h 22819"/>
                <a:gd name="connsiteX22" fmla="*/ 191157 w 198190"/>
                <a:gd name="connsiteY22" fmla="*/ 22819 h 22819"/>
                <a:gd name="connsiteX23" fmla="*/ 197547 w 198190"/>
                <a:gd name="connsiteY23" fmla="*/ 16435 h 22819"/>
                <a:gd name="connsiteX24" fmla="*/ 192435 w 198190"/>
                <a:gd name="connsiteY24" fmla="*/ 8774 h 22819"/>
                <a:gd name="connsiteX25" fmla="*/ 192435 w 198190"/>
                <a:gd name="connsiteY25" fmla="*/ 8774 h 2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98190" h="22819">
                  <a:moveTo>
                    <a:pt x="192435" y="8774"/>
                  </a:moveTo>
                  <a:cubicBezTo>
                    <a:pt x="187323" y="6859"/>
                    <a:pt x="182850" y="4306"/>
                    <a:pt x="178377" y="1114"/>
                  </a:cubicBezTo>
                  <a:cubicBezTo>
                    <a:pt x="175821" y="-802"/>
                    <a:pt x="171987" y="-163"/>
                    <a:pt x="169431" y="2390"/>
                  </a:cubicBezTo>
                  <a:cubicBezTo>
                    <a:pt x="166875" y="5582"/>
                    <a:pt x="163680" y="8136"/>
                    <a:pt x="159207" y="8774"/>
                  </a:cubicBezTo>
                  <a:cubicBezTo>
                    <a:pt x="152817" y="8774"/>
                    <a:pt x="146427" y="6221"/>
                    <a:pt x="141315" y="1752"/>
                  </a:cubicBezTo>
                  <a:cubicBezTo>
                    <a:pt x="138760" y="-163"/>
                    <a:pt x="134925" y="-163"/>
                    <a:pt x="133009" y="1752"/>
                  </a:cubicBezTo>
                  <a:cubicBezTo>
                    <a:pt x="124702" y="9413"/>
                    <a:pt x="112561" y="9413"/>
                    <a:pt x="104254" y="1752"/>
                  </a:cubicBezTo>
                  <a:cubicBezTo>
                    <a:pt x="101698" y="-163"/>
                    <a:pt x="97864" y="-163"/>
                    <a:pt x="95308" y="2390"/>
                  </a:cubicBezTo>
                  <a:cubicBezTo>
                    <a:pt x="83167" y="14520"/>
                    <a:pt x="67831" y="2390"/>
                    <a:pt x="66553" y="1752"/>
                  </a:cubicBezTo>
                  <a:cubicBezTo>
                    <a:pt x="63997" y="-163"/>
                    <a:pt x="60163" y="-163"/>
                    <a:pt x="58246" y="2390"/>
                  </a:cubicBezTo>
                  <a:cubicBezTo>
                    <a:pt x="45466" y="15797"/>
                    <a:pt x="28853" y="3029"/>
                    <a:pt x="27575" y="1752"/>
                  </a:cubicBezTo>
                  <a:cubicBezTo>
                    <a:pt x="25018" y="-163"/>
                    <a:pt x="21185" y="-163"/>
                    <a:pt x="18629" y="2390"/>
                  </a:cubicBezTo>
                  <a:cubicBezTo>
                    <a:pt x="14795" y="5582"/>
                    <a:pt x="10961" y="8136"/>
                    <a:pt x="5849" y="9413"/>
                  </a:cubicBezTo>
                  <a:cubicBezTo>
                    <a:pt x="2015" y="10051"/>
                    <a:pt x="-541" y="13243"/>
                    <a:pt x="98" y="16435"/>
                  </a:cubicBezTo>
                  <a:cubicBezTo>
                    <a:pt x="737" y="20266"/>
                    <a:pt x="3932" y="22819"/>
                    <a:pt x="7127" y="22181"/>
                  </a:cubicBezTo>
                  <a:lnTo>
                    <a:pt x="8405" y="22181"/>
                  </a:lnTo>
                  <a:cubicBezTo>
                    <a:pt x="14156" y="20904"/>
                    <a:pt x="19268" y="18350"/>
                    <a:pt x="23741" y="15158"/>
                  </a:cubicBezTo>
                  <a:cubicBezTo>
                    <a:pt x="35881" y="23458"/>
                    <a:pt x="51217" y="23458"/>
                    <a:pt x="63358" y="15158"/>
                  </a:cubicBezTo>
                  <a:cubicBezTo>
                    <a:pt x="74221" y="22181"/>
                    <a:pt x="88918" y="22181"/>
                    <a:pt x="99781" y="15158"/>
                  </a:cubicBezTo>
                  <a:cubicBezTo>
                    <a:pt x="111283" y="22819"/>
                    <a:pt x="125980" y="22819"/>
                    <a:pt x="136842" y="15158"/>
                  </a:cubicBezTo>
                  <a:cubicBezTo>
                    <a:pt x="143872" y="19627"/>
                    <a:pt x="151540" y="22181"/>
                    <a:pt x="159846" y="22181"/>
                  </a:cubicBezTo>
                  <a:cubicBezTo>
                    <a:pt x="165597" y="21542"/>
                    <a:pt x="170709" y="19627"/>
                    <a:pt x="174543" y="15797"/>
                  </a:cubicBezTo>
                  <a:cubicBezTo>
                    <a:pt x="179655" y="19627"/>
                    <a:pt x="184767" y="21542"/>
                    <a:pt x="191157" y="22819"/>
                  </a:cubicBezTo>
                  <a:cubicBezTo>
                    <a:pt x="194991" y="22819"/>
                    <a:pt x="197547" y="20266"/>
                    <a:pt x="197547" y="16435"/>
                  </a:cubicBezTo>
                  <a:cubicBezTo>
                    <a:pt x="199464" y="12605"/>
                    <a:pt x="196908" y="9413"/>
                    <a:pt x="192435" y="8774"/>
                  </a:cubicBezTo>
                  <a:cubicBezTo>
                    <a:pt x="193074" y="8774"/>
                    <a:pt x="193074" y="8774"/>
                    <a:pt x="192435" y="8774"/>
                  </a:cubicBezTo>
                  <a:close/>
                </a:path>
              </a:pathLst>
            </a:custGeom>
            <a:solidFill>
              <a:srgbClr val="00A3E0"/>
            </a:solidFill>
            <a:ln w="6390" cap="flat">
              <a:noFill/>
              <a:prstDash val="solid"/>
              <a:miter/>
            </a:ln>
          </p:spPr>
          <p:txBody>
            <a:bodyPr rtlCol="0" anchor="ctr"/>
            <a:lstStyle/>
            <a:p>
              <a:endParaRPr lang="en-US"/>
            </a:p>
          </p:txBody>
        </p:sp>
        <p:sp>
          <p:nvSpPr>
            <p:cNvPr id="273" name="Graphic 4">
              <a:extLst>
                <a:ext uri="{FF2B5EF4-FFF2-40B4-BE49-F238E27FC236}">
                  <a16:creationId xmlns:a16="http://schemas.microsoft.com/office/drawing/2014/main" id="{DF9F35D5-BA44-FE4B-9FE2-FCB31F6E6628}"/>
                </a:ext>
              </a:extLst>
            </p:cNvPr>
            <p:cNvSpPr/>
            <p:nvPr/>
          </p:nvSpPr>
          <p:spPr>
            <a:xfrm>
              <a:off x="4742513" y="4934505"/>
              <a:ext cx="198190" cy="22819"/>
            </a:xfrm>
            <a:custGeom>
              <a:avLst/>
              <a:gdLst>
                <a:gd name="connsiteX0" fmla="*/ 192435 w 198190"/>
                <a:gd name="connsiteY0" fmla="*/ 8774 h 22819"/>
                <a:gd name="connsiteX1" fmla="*/ 178377 w 198190"/>
                <a:gd name="connsiteY1" fmla="*/ 1114 h 22819"/>
                <a:gd name="connsiteX2" fmla="*/ 169431 w 198190"/>
                <a:gd name="connsiteY2" fmla="*/ 2390 h 22819"/>
                <a:gd name="connsiteX3" fmla="*/ 159207 w 198190"/>
                <a:gd name="connsiteY3" fmla="*/ 8774 h 22819"/>
                <a:gd name="connsiteX4" fmla="*/ 141315 w 198190"/>
                <a:gd name="connsiteY4" fmla="*/ 1752 h 22819"/>
                <a:gd name="connsiteX5" fmla="*/ 133009 w 198190"/>
                <a:gd name="connsiteY5" fmla="*/ 1752 h 22819"/>
                <a:gd name="connsiteX6" fmla="*/ 104254 w 198190"/>
                <a:gd name="connsiteY6" fmla="*/ 1752 h 22819"/>
                <a:gd name="connsiteX7" fmla="*/ 95308 w 198190"/>
                <a:gd name="connsiteY7" fmla="*/ 2390 h 22819"/>
                <a:gd name="connsiteX8" fmla="*/ 66553 w 198190"/>
                <a:gd name="connsiteY8" fmla="*/ 1752 h 22819"/>
                <a:gd name="connsiteX9" fmla="*/ 58246 w 198190"/>
                <a:gd name="connsiteY9" fmla="*/ 2390 h 22819"/>
                <a:gd name="connsiteX10" fmla="*/ 27575 w 198190"/>
                <a:gd name="connsiteY10" fmla="*/ 1752 h 22819"/>
                <a:gd name="connsiteX11" fmla="*/ 18629 w 198190"/>
                <a:gd name="connsiteY11" fmla="*/ 2390 h 22819"/>
                <a:gd name="connsiteX12" fmla="*/ 5849 w 198190"/>
                <a:gd name="connsiteY12" fmla="*/ 9413 h 22819"/>
                <a:gd name="connsiteX13" fmla="*/ 98 w 198190"/>
                <a:gd name="connsiteY13" fmla="*/ 16435 h 22819"/>
                <a:gd name="connsiteX14" fmla="*/ 7127 w 198190"/>
                <a:gd name="connsiteY14" fmla="*/ 22181 h 22819"/>
                <a:gd name="connsiteX15" fmla="*/ 8405 w 198190"/>
                <a:gd name="connsiteY15" fmla="*/ 22181 h 22819"/>
                <a:gd name="connsiteX16" fmla="*/ 23741 w 198190"/>
                <a:gd name="connsiteY16" fmla="*/ 15158 h 22819"/>
                <a:gd name="connsiteX17" fmla="*/ 63358 w 198190"/>
                <a:gd name="connsiteY17" fmla="*/ 15158 h 22819"/>
                <a:gd name="connsiteX18" fmla="*/ 99781 w 198190"/>
                <a:gd name="connsiteY18" fmla="*/ 15158 h 22819"/>
                <a:gd name="connsiteX19" fmla="*/ 136842 w 198190"/>
                <a:gd name="connsiteY19" fmla="*/ 15158 h 22819"/>
                <a:gd name="connsiteX20" fmla="*/ 159846 w 198190"/>
                <a:gd name="connsiteY20" fmla="*/ 22181 h 22819"/>
                <a:gd name="connsiteX21" fmla="*/ 174543 w 198190"/>
                <a:gd name="connsiteY21" fmla="*/ 15797 h 22819"/>
                <a:gd name="connsiteX22" fmla="*/ 191157 w 198190"/>
                <a:gd name="connsiteY22" fmla="*/ 22819 h 22819"/>
                <a:gd name="connsiteX23" fmla="*/ 197547 w 198190"/>
                <a:gd name="connsiteY23" fmla="*/ 16435 h 22819"/>
                <a:gd name="connsiteX24" fmla="*/ 192435 w 198190"/>
                <a:gd name="connsiteY24" fmla="*/ 8774 h 22819"/>
                <a:gd name="connsiteX25" fmla="*/ 192435 w 198190"/>
                <a:gd name="connsiteY25" fmla="*/ 8774 h 2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98190" h="22819">
                  <a:moveTo>
                    <a:pt x="192435" y="8774"/>
                  </a:moveTo>
                  <a:cubicBezTo>
                    <a:pt x="187323" y="6859"/>
                    <a:pt x="182850" y="4306"/>
                    <a:pt x="178377" y="1114"/>
                  </a:cubicBezTo>
                  <a:cubicBezTo>
                    <a:pt x="175821" y="-802"/>
                    <a:pt x="171987" y="-163"/>
                    <a:pt x="169431" y="2390"/>
                  </a:cubicBezTo>
                  <a:cubicBezTo>
                    <a:pt x="166875" y="5582"/>
                    <a:pt x="163680" y="8136"/>
                    <a:pt x="159207" y="8774"/>
                  </a:cubicBezTo>
                  <a:cubicBezTo>
                    <a:pt x="152817" y="8774"/>
                    <a:pt x="146427" y="6221"/>
                    <a:pt x="141315" y="1752"/>
                  </a:cubicBezTo>
                  <a:cubicBezTo>
                    <a:pt x="138760" y="-163"/>
                    <a:pt x="134925" y="-163"/>
                    <a:pt x="133009" y="1752"/>
                  </a:cubicBezTo>
                  <a:cubicBezTo>
                    <a:pt x="124702" y="9413"/>
                    <a:pt x="112561" y="9413"/>
                    <a:pt x="104254" y="1752"/>
                  </a:cubicBezTo>
                  <a:cubicBezTo>
                    <a:pt x="101698" y="-163"/>
                    <a:pt x="97864" y="-163"/>
                    <a:pt x="95308" y="2390"/>
                  </a:cubicBezTo>
                  <a:cubicBezTo>
                    <a:pt x="83167" y="14520"/>
                    <a:pt x="67831" y="2390"/>
                    <a:pt x="66553" y="1752"/>
                  </a:cubicBezTo>
                  <a:cubicBezTo>
                    <a:pt x="63997" y="-163"/>
                    <a:pt x="60163" y="-163"/>
                    <a:pt x="58246" y="2390"/>
                  </a:cubicBezTo>
                  <a:cubicBezTo>
                    <a:pt x="45466" y="15797"/>
                    <a:pt x="28853" y="3029"/>
                    <a:pt x="27575" y="1752"/>
                  </a:cubicBezTo>
                  <a:cubicBezTo>
                    <a:pt x="25018" y="-163"/>
                    <a:pt x="21185" y="-163"/>
                    <a:pt x="18629" y="2390"/>
                  </a:cubicBezTo>
                  <a:cubicBezTo>
                    <a:pt x="14795" y="5582"/>
                    <a:pt x="10961" y="8136"/>
                    <a:pt x="5849" y="9413"/>
                  </a:cubicBezTo>
                  <a:cubicBezTo>
                    <a:pt x="2015" y="10051"/>
                    <a:pt x="-541" y="13243"/>
                    <a:pt x="98" y="16435"/>
                  </a:cubicBezTo>
                  <a:cubicBezTo>
                    <a:pt x="737" y="20266"/>
                    <a:pt x="3932" y="22819"/>
                    <a:pt x="7127" y="22181"/>
                  </a:cubicBezTo>
                  <a:lnTo>
                    <a:pt x="8405" y="22181"/>
                  </a:lnTo>
                  <a:cubicBezTo>
                    <a:pt x="14156" y="20904"/>
                    <a:pt x="19268" y="18350"/>
                    <a:pt x="23741" y="15158"/>
                  </a:cubicBezTo>
                  <a:cubicBezTo>
                    <a:pt x="35881" y="23458"/>
                    <a:pt x="51217" y="23458"/>
                    <a:pt x="63358" y="15158"/>
                  </a:cubicBezTo>
                  <a:cubicBezTo>
                    <a:pt x="74221" y="22181"/>
                    <a:pt x="88918" y="22181"/>
                    <a:pt x="99781" y="15158"/>
                  </a:cubicBezTo>
                  <a:cubicBezTo>
                    <a:pt x="111283" y="22819"/>
                    <a:pt x="125980" y="22819"/>
                    <a:pt x="136842" y="15158"/>
                  </a:cubicBezTo>
                  <a:cubicBezTo>
                    <a:pt x="143872" y="19627"/>
                    <a:pt x="151540" y="22181"/>
                    <a:pt x="159846" y="22181"/>
                  </a:cubicBezTo>
                  <a:cubicBezTo>
                    <a:pt x="165597" y="21542"/>
                    <a:pt x="170709" y="19627"/>
                    <a:pt x="174543" y="15797"/>
                  </a:cubicBezTo>
                  <a:cubicBezTo>
                    <a:pt x="179655" y="19627"/>
                    <a:pt x="184767" y="21542"/>
                    <a:pt x="191157" y="22819"/>
                  </a:cubicBezTo>
                  <a:cubicBezTo>
                    <a:pt x="194991" y="22819"/>
                    <a:pt x="197547" y="20266"/>
                    <a:pt x="197547" y="16435"/>
                  </a:cubicBezTo>
                  <a:cubicBezTo>
                    <a:pt x="199464" y="12605"/>
                    <a:pt x="196908" y="9413"/>
                    <a:pt x="192435" y="8774"/>
                  </a:cubicBezTo>
                  <a:cubicBezTo>
                    <a:pt x="193074" y="8774"/>
                    <a:pt x="193074" y="8774"/>
                    <a:pt x="192435" y="8774"/>
                  </a:cubicBezTo>
                  <a:close/>
                </a:path>
              </a:pathLst>
            </a:custGeom>
            <a:solidFill>
              <a:srgbClr val="00A3E0"/>
            </a:solidFill>
            <a:ln w="6390" cap="flat">
              <a:noFill/>
              <a:prstDash val="solid"/>
              <a:miter/>
            </a:ln>
          </p:spPr>
          <p:txBody>
            <a:bodyPr rtlCol="0" anchor="ctr"/>
            <a:lstStyle/>
            <a:p>
              <a:endParaRPr lang="en-US"/>
            </a:p>
          </p:txBody>
        </p:sp>
        <p:sp>
          <p:nvSpPr>
            <p:cNvPr id="274" name="Graphic 4">
              <a:extLst>
                <a:ext uri="{FF2B5EF4-FFF2-40B4-BE49-F238E27FC236}">
                  <a16:creationId xmlns:a16="http://schemas.microsoft.com/office/drawing/2014/main" id="{1F4EAE48-7E4A-294B-A08E-43F08365F126}"/>
                </a:ext>
              </a:extLst>
            </p:cNvPr>
            <p:cNvSpPr/>
            <p:nvPr/>
          </p:nvSpPr>
          <p:spPr>
            <a:xfrm>
              <a:off x="4742513" y="4877049"/>
              <a:ext cx="198190" cy="22819"/>
            </a:xfrm>
            <a:custGeom>
              <a:avLst/>
              <a:gdLst>
                <a:gd name="connsiteX0" fmla="*/ 192435 w 198190"/>
                <a:gd name="connsiteY0" fmla="*/ 8774 h 22819"/>
                <a:gd name="connsiteX1" fmla="*/ 178377 w 198190"/>
                <a:gd name="connsiteY1" fmla="*/ 1114 h 22819"/>
                <a:gd name="connsiteX2" fmla="*/ 169431 w 198190"/>
                <a:gd name="connsiteY2" fmla="*/ 2390 h 22819"/>
                <a:gd name="connsiteX3" fmla="*/ 159207 w 198190"/>
                <a:gd name="connsiteY3" fmla="*/ 8774 h 22819"/>
                <a:gd name="connsiteX4" fmla="*/ 141315 w 198190"/>
                <a:gd name="connsiteY4" fmla="*/ 1752 h 22819"/>
                <a:gd name="connsiteX5" fmla="*/ 133009 w 198190"/>
                <a:gd name="connsiteY5" fmla="*/ 1752 h 22819"/>
                <a:gd name="connsiteX6" fmla="*/ 104254 w 198190"/>
                <a:gd name="connsiteY6" fmla="*/ 1752 h 22819"/>
                <a:gd name="connsiteX7" fmla="*/ 95308 w 198190"/>
                <a:gd name="connsiteY7" fmla="*/ 2390 h 22819"/>
                <a:gd name="connsiteX8" fmla="*/ 66553 w 198190"/>
                <a:gd name="connsiteY8" fmla="*/ 1752 h 22819"/>
                <a:gd name="connsiteX9" fmla="*/ 58246 w 198190"/>
                <a:gd name="connsiteY9" fmla="*/ 2390 h 22819"/>
                <a:gd name="connsiteX10" fmla="*/ 27575 w 198190"/>
                <a:gd name="connsiteY10" fmla="*/ 1752 h 22819"/>
                <a:gd name="connsiteX11" fmla="*/ 18629 w 198190"/>
                <a:gd name="connsiteY11" fmla="*/ 2390 h 22819"/>
                <a:gd name="connsiteX12" fmla="*/ 5849 w 198190"/>
                <a:gd name="connsiteY12" fmla="*/ 9413 h 22819"/>
                <a:gd name="connsiteX13" fmla="*/ 98 w 198190"/>
                <a:gd name="connsiteY13" fmla="*/ 16435 h 22819"/>
                <a:gd name="connsiteX14" fmla="*/ 7127 w 198190"/>
                <a:gd name="connsiteY14" fmla="*/ 22181 h 22819"/>
                <a:gd name="connsiteX15" fmla="*/ 8405 w 198190"/>
                <a:gd name="connsiteY15" fmla="*/ 22181 h 22819"/>
                <a:gd name="connsiteX16" fmla="*/ 23741 w 198190"/>
                <a:gd name="connsiteY16" fmla="*/ 15158 h 22819"/>
                <a:gd name="connsiteX17" fmla="*/ 63358 w 198190"/>
                <a:gd name="connsiteY17" fmla="*/ 15158 h 22819"/>
                <a:gd name="connsiteX18" fmla="*/ 99781 w 198190"/>
                <a:gd name="connsiteY18" fmla="*/ 15158 h 22819"/>
                <a:gd name="connsiteX19" fmla="*/ 136842 w 198190"/>
                <a:gd name="connsiteY19" fmla="*/ 15158 h 22819"/>
                <a:gd name="connsiteX20" fmla="*/ 159846 w 198190"/>
                <a:gd name="connsiteY20" fmla="*/ 22181 h 22819"/>
                <a:gd name="connsiteX21" fmla="*/ 174543 w 198190"/>
                <a:gd name="connsiteY21" fmla="*/ 15797 h 22819"/>
                <a:gd name="connsiteX22" fmla="*/ 191157 w 198190"/>
                <a:gd name="connsiteY22" fmla="*/ 22819 h 22819"/>
                <a:gd name="connsiteX23" fmla="*/ 197547 w 198190"/>
                <a:gd name="connsiteY23" fmla="*/ 16435 h 22819"/>
                <a:gd name="connsiteX24" fmla="*/ 192435 w 198190"/>
                <a:gd name="connsiteY24" fmla="*/ 8774 h 22819"/>
                <a:gd name="connsiteX25" fmla="*/ 192435 w 198190"/>
                <a:gd name="connsiteY25" fmla="*/ 8774 h 2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98190" h="22819">
                  <a:moveTo>
                    <a:pt x="192435" y="8774"/>
                  </a:moveTo>
                  <a:cubicBezTo>
                    <a:pt x="187323" y="6859"/>
                    <a:pt x="182850" y="4306"/>
                    <a:pt x="178377" y="1114"/>
                  </a:cubicBezTo>
                  <a:cubicBezTo>
                    <a:pt x="175821" y="-802"/>
                    <a:pt x="171987" y="-163"/>
                    <a:pt x="169431" y="2390"/>
                  </a:cubicBezTo>
                  <a:cubicBezTo>
                    <a:pt x="166875" y="5582"/>
                    <a:pt x="163680" y="8136"/>
                    <a:pt x="159207" y="8774"/>
                  </a:cubicBezTo>
                  <a:cubicBezTo>
                    <a:pt x="152817" y="8774"/>
                    <a:pt x="146427" y="6221"/>
                    <a:pt x="141315" y="1752"/>
                  </a:cubicBezTo>
                  <a:cubicBezTo>
                    <a:pt x="138760" y="-163"/>
                    <a:pt x="134925" y="-163"/>
                    <a:pt x="133009" y="1752"/>
                  </a:cubicBezTo>
                  <a:cubicBezTo>
                    <a:pt x="124702" y="9413"/>
                    <a:pt x="112561" y="9413"/>
                    <a:pt x="104254" y="1752"/>
                  </a:cubicBezTo>
                  <a:cubicBezTo>
                    <a:pt x="101698" y="-163"/>
                    <a:pt x="97864" y="-163"/>
                    <a:pt x="95308" y="2390"/>
                  </a:cubicBezTo>
                  <a:cubicBezTo>
                    <a:pt x="83167" y="14520"/>
                    <a:pt x="67831" y="2390"/>
                    <a:pt x="66553" y="1752"/>
                  </a:cubicBezTo>
                  <a:cubicBezTo>
                    <a:pt x="63997" y="-163"/>
                    <a:pt x="60163" y="-163"/>
                    <a:pt x="58246" y="2390"/>
                  </a:cubicBezTo>
                  <a:cubicBezTo>
                    <a:pt x="45466" y="15797"/>
                    <a:pt x="28853" y="3029"/>
                    <a:pt x="27575" y="1752"/>
                  </a:cubicBezTo>
                  <a:cubicBezTo>
                    <a:pt x="25018" y="-163"/>
                    <a:pt x="21185" y="-163"/>
                    <a:pt x="18629" y="2390"/>
                  </a:cubicBezTo>
                  <a:cubicBezTo>
                    <a:pt x="14795" y="5582"/>
                    <a:pt x="10961" y="8136"/>
                    <a:pt x="5849" y="9413"/>
                  </a:cubicBezTo>
                  <a:cubicBezTo>
                    <a:pt x="2015" y="10051"/>
                    <a:pt x="-541" y="13243"/>
                    <a:pt x="98" y="16435"/>
                  </a:cubicBezTo>
                  <a:cubicBezTo>
                    <a:pt x="737" y="20266"/>
                    <a:pt x="3932" y="22819"/>
                    <a:pt x="7127" y="22181"/>
                  </a:cubicBezTo>
                  <a:lnTo>
                    <a:pt x="8405" y="22181"/>
                  </a:lnTo>
                  <a:cubicBezTo>
                    <a:pt x="14156" y="20904"/>
                    <a:pt x="19268" y="18350"/>
                    <a:pt x="23741" y="15158"/>
                  </a:cubicBezTo>
                  <a:cubicBezTo>
                    <a:pt x="35881" y="23458"/>
                    <a:pt x="51217" y="23458"/>
                    <a:pt x="63358" y="15158"/>
                  </a:cubicBezTo>
                  <a:cubicBezTo>
                    <a:pt x="74221" y="22181"/>
                    <a:pt x="88918" y="22181"/>
                    <a:pt x="99781" y="15158"/>
                  </a:cubicBezTo>
                  <a:cubicBezTo>
                    <a:pt x="111283" y="22819"/>
                    <a:pt x="125980" y="22819"/>
                    <a:pt x="136842" y="15158"/>
                  </a:cubicBezTo>
                  <a:cubicBezTo>
                    <a:pt x="143872" y="19627"/>
                    <a:pt x="151540" y="22181"/>
                    <a:pt x="159846" y="22181"/>
                  </a:cubicBezTo>
                  <a:cubicBezTo>
                    <a:pt x="165597" y="21542"/>
                    <a:pt x="170709" y="19627"/>
                    <a:pt x="174543" y="15797"/>
                  </a:cubicBezTo>
                  <a:cubicBezTo>
                    <a:pt x="179655" y="19627"/>
                    <a:pt x="184767" y="21542"/>
                    <a:pt x="191157" y="22819"/>
                  </a:cubicBezTo>
                  <a:cubicBezTo>
                    <a:pt x="194991" y="22819"/>
                    <a:pt x="197547" y="20266"/>
                    <a:pt x="197547" y="16435"/>
                  </a:cubicBezTo>
                  <a:cubicBezTo>
                    <a:pt x="199464" y="12605"/>
                    <a:pt x="196908" y="9413"/>
                    <a:pt x="192435" y="8774"/>
                  </a:cubicBezTo>
                  <a:cubicBezTo>
                    <a:pt x="193074" y="8774"/>
                    <a:pt x="193074" y="8774"/>
                    <a:pt x="192435" y="8774"/>
                  </a:cubicBezTo>
                  <a:close/>
                </a:path>
              </a:pathLst>
            </a:custGeom>
            <a:solidFill>
              <a:srgbClr val="00A3E0"/>
            </a:solidFill>
            <a:ln w="6390" cap="flat">
              <a:noFill/>
              <a:prstDash val="solid"/>
              <a:miter/>
            </a:ln>
          </p:spPr>
          <p:txBody>
            <a:bodyPr rtlCol="0" anchor="ctr"/>
            <a:lstStyle/>
            <a:p>
              <a:endParaRPr lang="en-US"/>
            </a:p>
          </p:txBody>
        </p:sp>
      </p:grpSp>
      <p:sp>
        <p:nvSpPr>
          <p:cNvPr id="276" name="Graphic 4">
            <a:extLst>
              <a:ext uri="{FF2B5EF4-FFF2-40B4-BE49-F238E27FC236}">
                <a16:creationId xmlns:a16="http://schemas.microsoft.com/office/drawing/2014/main" id="{A8BD4F48-3DFA-954F-975A-7572E5BE0136}"/>
              </a:ext>
            </a:extLst>
          </p:cNvPr>
          <p:cNvSpPr/>
          <p:nvPr/>
        </p:nvSpPr>
        <p:spPr>
          <a:xfrm>
            <a:off x="4045469" y="4308712"/>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78602 w 362309"/>
              <a:gd name="connsiteY6" fmla="*/ 270681 h 361971"/>
              <a:gd name="connsiteX7" fmla="*/ 272212 w 362309"/>
              <a:gd name="connsiteY7" fmla="*/ 277065 h 361971"/>
              <a:gd name="connsiteX8" fmla="*/ 90737 w 362309"/>
              <a:gd name="connsiteY8" fmla="*/ 277065 h 361971"/>
              <a:gd name="connsiteX9" fmla="*/ 84347 w 362309"/>
              <a:gd name="connsiteY9" fmla="*/ 270681 h 361971"/>
              <a:gd name="connsiteX10" fmla="*/ 84347 w 362309"/>
              <a:gd name="connsiteY10" fmla="*/ 90653 h 361971"/>
              <a:gd name="connsiteX11" fmla="*/ 90737 w 362309"/>
              <a:gd name="connsiteY11" fmla="*/ 84269 h 361971"/>
              <a:gd name="connsiteX12" fmla="*/ 173806 w 362309"/>
              <a:gd name="connsiteY12" fmla="*/ 84269 h 361971"/>
              <a:gd name="connsiteX13" fmla="*/ 180196 w 362309"/>
              <a:gd name="connsiteY13" fmla="*/ 90653 h 361971"/>
              <a:gd name="connsiteX14" fmla="*/ 173806 w 362309"/>
              <a:gd name="connsiteY14" fmla="*/ 97037 h 361971"/>
              <a:gd name="connsiteX15" fmla="*/ 97127 w 362309"/>
              <a:gd name="connsiteY15" fmla="*/ 97037 h 361971"/>
              <a:gd name="connsiteX16" fmla="*/ 97127 w 362309"/>
              <a:gd name="connsiteY16" fmla="*/ 264297 h 361971"/>
              <a:gd name="connsiteX17" fmla="*/ 265822 w 362309"/>
              <a:gd name="connsiteY17" fmla="*/ 264297 h 361971"/>
              <a:gd name="connsiteX18" fmla="*/ 265822 w 362309"/>
              <a:gd name="connsiteY18" fmla="*/ 188966 h 361971"/>
              <a:gd name="connsiteX19" fmla="*/ 272212 w 362309"/>
              <a:gd name="connsiteY19" fmla="*/ 182582 h 361971"/>
              <a:gd name="connsiteX20" fmla="*/ 278602 w 362309"/>
              <a:gd name="connsiteY20" fmla="*/ 188966 h 361971"/>
              <a:gd name="connsiteX21" fmla="*/ 278602 w 362309"/>
              <a:gd name="connsiteY21" fmla="*/ 270681 h 361971"/>
              <a:gd name="connsiteX22" fmla="*/ 278602 w 362309"/>
              <a:gd name="connsiteY22" fmla="*/ 151300 h 361971"/>
              <a:gd name="connsiteX23" fmla="*/ 272212 w 362309"/>
              <a:gd name="connsiteY23" fmla="*/ 157684 h 361971"/>
              <a:gd name="connsiteX24" fmla="*/ 265822 w 362309"/>
              <a:gd name="connsiteY24" fmla="*/ 151300 h 361971"/>
              <a:gd name="connsiteX25" fmla="*/ 265822 w 362309"/>
              <a:gd name="connsiteY25" fmla="*/ 106613 h 361971"/>
              <a:gd name="connsiteX26" fmla="*/ 185947 w 362309"/>
              <a:gd name="connsiteY26" fmla="*/ 186412 h 361971"/>
              <a:gd name="connsiteX27" fmla="*/ 177001 w 362309"/>
              <a:gd name="connsiteY27" fmla="*/ 186412 h 361971"/>
              <a:gd name="connsiteX28" fmla="*/ 177001 w 362309"/>
              <a:gd name="connsiteY28" fmla="*/ 177475 h 361971"/>
              <a:gd name="connsiteX29" fmla="*/ 256876 w 362309"/>
              <a:gd name="connsiteY29" fmla="*/ 97675 h 361971"/>
              <a:gd name="connsiteX30" fmla="*/ 211507 w 362309"/>
              <a:gd name="connsiteY30" fmla="*/ 97675 h 361971"/>
              <a:gd name="connsiteX31" fmla="*/ 205117 w 362309"/>
              <a:gd name="connsiteY31" fmla="*/ 91291 h 361971"/>
              <a:gd name="connsiteX32" fmla="*/ 211507 w 362309"/>
              <a:gd name="connsiteY32" fmla="*/ 84907 h 361971"/>
              <a:gd name="connsiteX33" fmla="*/ 272850 w 362309"/>
              <a:gd name="connsiteY33" fmla="*/ 84907 h 361971"/>
              <a:gd name="connsiteX34" fmla="*/ 275407 w 362309"/>
              <a:gd name="connsiteY34" fmla="*/ 85545 h 361971"/>
              <a:gd name="connsiteX35" fmla="*/ 278602 w 362309"/>
              <a:gd name="connsiteY35" fmla="*/ 88737 h 361971"/>
              <a:gd name="connsiteX36" fmla="*/ 279240 w 362309"/>
              <a:gd name="connsiteY36" fmla="*/ 91291 h 361971"/>
              <a:gd name="connsiteX37" fmla="*/ 278602 w 362309"/>
              <a:gd name="connsiteY37" fmla="*/ 15130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cubicBezTo>
                  <a:pt x="362310" y="181305"/>
                  <a:pt x="362310" y="181305"/>
                  <a:pt x="362310" y="181305"/>
                </a:cubicBezTo>
                <a:cubicBezTo>
                  <a:pt x="362310" y="80438"/>
                  <a:pt x="281796" y="0"/>
                  <a:pt x="181474" y="0"/>
                </a:cubicBezTo>
                <a:close/>
                <a:moveTo>
                  <a:pt x="278602" y="270681"/>
                </a:moveTo>
                <a:cubicBezTo>
                  <a:pt x="278602" y="274511"/>
                  <a:pt x="276045" y="277065"/>
                  <a:pt x="272212" y="277065"/>
                </a:cubicBezTo>
                <a:lnTo>
                  <a:pt x="90737" y="277065"/>
                </a:lnTo>
                <a:cubicBezTo>
                  <a:pt x="86903" y="277065"/>
                  <a:pt x="84347" y="274511"/>
                  <a:pt x="84347" y="270681"/>
                </a:cubicBezTo>
                <a:lnTo>
                  <a:pt x="84347" y="90653"/>
                </a:lnTo>
                <a:cubicBezTo>
                  <a:pt x="84347" y="86822"/>
                  <a:pt x="86903" y="84269"/>
                  <a:pt x="90737" y="84269"/>
                </a:cubicBezTo>
                <a:lnTo>
                  <a:pt x="173806" y="84269"/>
                </a:lnTo>
                <a:cubicBezTo>
                  <a:pt x="177641" y="84269"/>
                  <a:pt x="180196" y="86822"/>
                  <a:pt x="180196" y="90653"/>
                </a:cubicBezTo>
                <a:cubicBezTo>
                  <a:pt x="180196" y="94483"/>
                  <a:pt x="177641" y="97037"/>
                  <a:pt x="173806" y="97037"/>
                </a:cubicBezTo>
                <a:lnTo>
                  <a:pt x="97127" y="97037"/>
                </a:lnTo>
                <a:lnTo>
                  <a:pt x="97127" y="264297"/>
                </a:lnTo>
                <a:lnTo>
                  <a:pt x="265822" y="264297"/>
                </a:lnTo>
                <a:lnTo>
                  <a:pt x="265822" y="188966"/>
                </a:lnTo>
                <a:cubicBezTo>
                  <a:pt x="265822" y="185135"/>
                  <a:pt x="268377" y="182582"/>
                  <a:pt x="272212" y="182582"/>
                </a:cubicBezTo>
                <a:cubicBezTo>
                  <a:pt x="276045" y="182582"/>
                  <a:pt x="278602" y="185135"/>
                  <a:pt x="278602" y="188966"/>
                </a:cubicBezTo>
                <a:lnTo>
                  <a:pt x="278602" y="270681"/>
                </a:lnTo>
                <a:close/>
                <a:moveTo>
                  <a:pt x="278602" y="151300"/>
                </a:moveTo>
                <a:cubicBezTo>
                  <a:pt x="278602" y="155131"/>
                  <a:pt x="276045" y="157684"/>
                  <a:pt x="272212" y="157684"/>
                </a:cubicBezTo>
                <a:cubicBezTo>
                  <a:pt x="268377" y="157684"/>
                  <a:pt x="265822" y="155131"/>
                  <a:pt x="265822" y="151300"/>
                </a:cubicBezTo>
                <a:lnTo>
                  <a:pt x="265822" y="106613"/>
                </a:lnTo>
                <a:lnTo>
                  <a:pt x="185947" y="186412"/>
                </a:lnTo>
                <a:cubicBezTo>
                  <a:pt x="183391" y="188966"/>
                  <a:pt x="179557" y="188966"/>
                  <a:pt x="177001" y="186412"/>
                </a:cubicBezTo>
                <a:cubicBezTo>
                  <a:pt x="174446" y="183859"/>
                  <a:pt x="174446" y="180028"/>
                  <a:pt x="177001" y="177475"/>
                </a:cubicBezTo>
                <a:lnTo>
                  <a:pt x="256876" y="97675"/>
                </a:lnTo>
                <a:lnTo>
                  <a:pt x="211507" y="97675"/>
                </a:lnTo>
                <a:cubicBezTo>
                  <a:pt x="207673" y="97675"/>
                  <a:pt x="205117" y="95121"/>
                  <a:pt x="205117" y="91291"/>
                </a:cubicBezTo>
                <a:cubicBezTo>
                  <a:pt x="205117" y="87461"/>
                  <a:pt x="207673" y="84907"/>
                  <a:pt x="211507" y="84907"/>
                </a:cubicBezTo>
                <a:lnTo>
                  <a:pt x="272850" y="84907"/>
                </a:lnTo>
                <a:cubicBezTo>
                  <a:pt x="273490" y="84907"/>
                  <a:pt x="274767" y="84907"/>
                  <a:pt x="275407" y="85545"/>
                </a:cubicBezTo>
                <a:cubicBezTo>
                  <a:pt x="276685" y="86184"/>
                  <a:pt x="277962" y="87461"/>
                  <a:pt x="278602" y="88737"/>
                </a:cubicBezTo>
                <a:cubicBezTo>
                  <a:pt x="278602" y="89376"/>
                  <a:pt x="279240" y="90014"/>
                  <a:pt x="279240" y="91291"/>
                </a:cubicBezTo>
                <a:lnTo>
                  <a:pt x="278602" y="151300"/>
                </a:lnTo>
                <a:close/>
              </a:path>
            </a:pathLst>
          </a:custGeom>
          <a:solidFill>
            <a:srgbClr val="00A3E0"/>
          </a:solidFill>
          <a:ln w="6390" cap="flat">
            <a:noFill/>
            <a:prstDash val="solid"/>
            <a:miter/>
          </a:ln>
        </p:spPr>
        <p:txBody>
          <a:bodyPr rtlCol="0" anchor="ctr"/>
          <a:lstStyle/>
          <a:p>
            <a:endParaRPr lang="en-US"/>
          </a:p>
        </p:txBody>
      </p:sp>
      <p:grpSp>
        <p:nvGrpSpPr>
          <p:cNvPr id="280" name="Graphic 4">
            <a:extLst>
              <a:ext uri="{FF2B5EF4-FFF2-40B4-BE49-F238E27FC236}">
                <a16:creationId xmlns:a16="http://schemas.microsoft.com/office/drawing/2014/main" id="{A28FD7F2-0DF9-704E-A37F-488EB86F0AF0}"/>
              </a:ext>
            </a:extLst>
          </p:cNvPr>
          <p:cNvGrpSpPr/>
          <p:nvPr/>
        </p:nvGrpSpPr>
        <p:grpSpPr>
          <a:xfrm>
            <a:off x="5708130" y="4308712"/>
            <a:ext cx="362313" cy="361971"/>
            <a:chOff x="5708130" y="4793256"/>
            <a:chExt cx="362313" cy="361971"/>
          </a:xfrm>
          <a:solidFill>
            <a:srgbClr val="00A3E0"/>
          </a:solidFill>
        </p:grpSpPr>
        <p:sp>
          <p:nvSpPr>
            <p:cNvPr id="281" name="Graphic 4">
              <a:extLst>
                <a:ext uri="{FF2B5EF4-FFF2-40B4-BE49-F238E27FC236}">
                  <a16:creationId xmlns:a16="http://schemas.microsoft.com/office/drawing/2014/main" id="{B9AA3328-867D-F047-8BB1-50667EBACD5E}"/>
                </a:ext>
              </a:extLst>
            </p:cNvPr>
            <p:cNvSpPr/>
            <p:nvPr/>
          </p:nvSpPr>
          <p:spPr>
            <a:xfrm>
              <a:off x="5708130" y="4793256"/>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8565 h 361971"/>
                <a:gd name="connsiteX7" fmla="*/ 12780 w 362313"/>
                <a:gd name="connsiteY7" fmla="*/ 180667 h 361971"/>
                <a:gd name="connsiteX8" fmla="*/ 180835 w 362313"/>
                <a:gd name="connsiteY8" fmla="*/ 12129 h 361971"/>
                <a:gd name="connsiteX9" fmla="*/ 349530 w 362313"/>
                <a:gd name="connsiteY9" fmla="*/ 180028 h 361971"/>
                <a:gd name="connsiteX10" fmla="*/ 349530 w 362313"/>
                <a:gd name="connsiteY10" fmla="*/ 180028 h 361971"/>
                <a:gd name="connsiteX11" fmla="*/ 181474 w 362313"/>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948" y="80438"/>
                    <a:pt x="281796" y="0"/>
                    <a:pt x="181474" y="0"/>
                  </a:cubicBezTo>
                  <a:close/>
                  <a:moveTo>
                    <a:pt x="181474" y="348565"/>
                  </a:moveTo>
                  <a:cubicBezTo>
                    <a:pt x="88181" y="348565"/>
                    <a:pt x="12780" y="273234"/>
                    <a:pt x="12780" y="180667"/>
                  </a:cubicBezTo>
                  <a:cubicBezTo>
                    <a:pt x="12780" y="88099"/>
                    <a:pt x="88181" y="12129"/>
                    <a:pt x="180835" y="12129"/>
                  </a:cubicBezTo>
                  <a:cubicBezTo>
                    <a:pt x="274128" y="12129"/>
                    <a:pt x="349530" y="87461"/>
                    <a:pt x="349530" y="180028"/>
                  </a:cubicBezTo>
                  <a:lnTo>
                    <a:pt x="349530" y="180028"/>
                  </a:lnTo>
                  <a:cubicBezTo>
                    <a:pt x="349530" y="273234"/>
                    <a:pt x="274767" y="348565"/>
                    <a:pt x="181474" y="348565"/>
                  </a:cubicBezTo>
                  <a:close/>
                </a:path>
              </a:pathLst>
            </a:custGeom>
            <a:solidFill>
              <a:srgbClr val="00A3E0"/>
            </a:solidFill>
            <a:ln w="6390" cap="flat">
              <a:noFill/>
              <a:prstDash val="solid"/>
              <a:miter/>
            </a:ln>
          </p:spPr>
          <p:txBody>
            <a:bodyPr rtlCol="0" anchor="ctr"/>
            <a:lstStyle/>
            <a:p>
              <a:endParaRPr lang="en-US"/>
            </a:p>
          </p:txBody>
        </p:sp>
        <p:sp>
          <p:nvSpPr>
            <p:cNvPr id="282" name="Graphic 4">
              <a:extLst>
                <a:ext uri="{FF2B5EF4-FFF2-40B4-BE49-F238E27FC236}">
                  <a16:creationId xmlns:a16="http://schemas.microsoft.com/office/drawing/2014/main" id="{878BD139-2A5B-7A43-ABB9-516D23F38806}"/>
                </a:ext>
              </a:extLst>
            </p:cNvPr>
            <p:cNvSpPr/>
            <p:nvPr/>
          </p:nvSpPr>
          <p:spPr>
            <a:xfrm>
              <a:off x="5781992" y="4867310"/>
              <a:ext cx="215282" cy="187689"/>
            </a:xfrm>
            <a:custGeom>
              <a:avLst/>
              <a:gdLst>
                <a:gd name="connsiteX0" fmla="*/ 112086 w 215282"/>
                <a:gd name="connsiteY0" fmla="*/ 3192 h 187689"/>
                <a:gd name="connsiteX1" fmla="*/ 106335 w 215282"/>
                <a:gd name="connsiteY1" fmla="*/ 0 h 187689"/>
                <a:gd name="connsiteX2" fmla="*/ 106335 w 215282"/>
                <a:gd name="connsiteY2" fmla="*/ 0 h 187689"/>
                <a:gd name="connsiteX3" fmla="*/ 100583 w 215282"/>
                <a:gd name="connsiteY3" fmla="*/ 3192 h 187689"/>
                <a:gd name="connsiteX4" fmla="*/ 901 w 215282"/>
                <a:gd name="connsiteY4" fmla="*/ 178113 h 187689"/>
                <a:gd name="connsiteX5" fmla="*/ 3457 w 215282"/>
                <a:gd name="connsiteY5" fmla="*/ 187051 h 187689"/>
                <a:gd name="connsiteX6" fmla="*/ 6652 w 215282"/>
                <a:gd name="connsiteY6" fmla="*/ 187689 h 187689"/>
                <a:gd name="connsiteX7" fmla="*/ 6652 w 215282"/>
                <a:gd name="connsiteY7" fmla="*/ 187689 h 187689"/>
                <a:gd name="connsiteX8" fmla="*/ 107613 w 215282"/>
                <a:gd name="connsiteY8" fmla="*/ 187051 h 187689"/>
                <a:gd name="connsiteX9" fmla="*/ 158093 w 215282"/>
                <a:gd name="connsiteY9" fmla="*/ 187051 h 187689"/>
                <a:gd name="connsiteX10" fmla="*/ 158093 w 215282"/>
                <a:gd name="connsiteY10" fmla="*/ 187051 h 187689"/>
                <a:gd name="connsiteX11" fmla="*/ 208574 w 215282"/>
                <a:gd name="connsiteY11" fmla="*/ 187051 h 187689"/>
                <a:gd name="connsiteX12" fmla="*/ 214325 w 215282"/>
                <a:gd name="connsiteY12" fmla="*/ 183859 h 187689"/>
                <a:gd name="connsiteX13" fmla="*/ 214325 w 215282"/>
                <a:gd name="connsiteY13" fmla="*/ 177475 h 187689"/>
                <a:gd name="connsiteX14" fmla="*/ 112086 w 215282"/>
                <a:gd name="connsiteY14" fmla="*/ 3192 h 187689"/>
                <a:gd name="connsiteX15" fmla="*/ 90360 w 215282"/>
                <a:gd name="connsiteY15" fmla="*/ 47880 h 187689"/>
                <a:gd name="connsiteX16" fmla="*/ 123587 w 215282"/>
                <a:gd name="connsiteY16" fmla="*/ 47880 h 187689"/>
                <a:gd name="connsiteX17" fmla="*/ 136367 w 215282"/>
                <a:gd name="connsiteY17" fmla="*/ 70224 h 187689"/>
                <a:gd name="connsiteX18" fmla="*/ 77580 w 215282"/>
                <a:gd name="connsiteY18" fmla="*/ 70224 h 187689"/>
                <a:gd name="connsiteX19" fmla="*/ 90360 w 215282"/>
                <a:gd name="connsiteY19" fmla="*/ 47880 h 187689"/>
                <a:gd name="connsiteX20" fmla="*/ 70551 w 215282"/>
                <a:gd name="connsiteY20" fmla="*/ 82992 h 187689"/>
                <a:gd name="connsiteX21" fmla="*/ 144035 w 215282"/>
                <a:gd name="connsiteY21" fmla="*/ 82354 h 187689"/>
                <a:gd name="connsiteX22" fmla="*/ 156815 w 215282"/>
                <a:gd name="connsiteY22" fmla="*/ 104697 h 187689"/>
                <a:gd name="connsiteX23" fmla="*/ 57771 w 215282"/>
                <a:gd name="connsiteY23" fmla="*/ 105336 h 187689"/>
                <a:gd name="connsiteX24" fmla="*/ 70551 w 215282"/>
                <a:gd name="connsiteY24" fmla="*/ 82992 h 187689"/>
                <a:gd name="connsiteX25" fmla="*/ 50742 w 215282"/>
                <a:gd name="connsiteY25" fmla="*/ 117465 h 187689"/>
                <a:gd name="connsiteX26" fmla="*/ 164483 w 215282"/>
                <a:gd name="connsiteY26" fmla="*/ 116827 h 187689"/>
                <a:gd name="connsiteX27" fmla="*/ 177263 w 215282"/>
                <a:gd name="connsiteY27" fmla="*/ 139171 h 187689"/>
                <a:gd name="connsiteX28" fmla="*/ 37962 w 215282"/>
                <a:gd name="connsiteY28" fmla="*/ 139809 h 187689"/>
                <a:gd name="connsiteX29" fmla="*/ 50742 w 215282"/>
                <a:gd name="connsiteY29" fmla="*/ 117465 h 187689"/>
                <a:gd name="connsiteX30" fmla="*/ 106973 w 215282"/>
                <a:gd name="connsiteY30" fmla="*/ 19152 h 187689"/>
                <a:gd name="connsiteX31" fmla="*/ 115919 w 215282"/>
                <a:gd name="connsiteY31" fmla="*/ 35112 h 187689"/>
                <a:gd name="connsiteX32" fmla="*/ 98028 w 215282"/>
                <a:gd name="connsiteY32" fmla="*/ 35112 h 187689"/>
                <a:gd name="connsiteX33" fmla="*/ 106973 w 215282"/>
                <a:gd name="connsiteY33" fmla="*/ 19152 h 187689"/>
                <a:gd name="connsiteX34" fmla="*/ 106973 w 215282"/>
                <a:gd name="connsiteY34" fmla="*/ 174283 h 187689"/>
                <a:gd name="connsiteX35" fmla="*/ 57132 w 215282"/>
                <a:gd name="connsiteY35" fmla="*/ 174283 h 187689"/>
                <a:gd name="connsiteX36" fmla="*/ 57132 w 215282"/>
                <a:gd name="connsiteY36" fmla="*/ 174283 h 187689"/>
                <a:gd name="connsiteX37" fmla="*/ 17514 w 215282"/>
                <a:gd name="connsiteY37" fmla="*/ 174283 h 187689"/>
                <a:gd name="connsiteX38" fmla="*/ 30294 w 215282"/>
                <a:gd name="connsiteY38" fmla="*/ 151939 h 187689"/>
                <a:gd name="connsiteX39" fmla="*/ 184292 w 215282"/>
                <a:gd name="connsiteY39" fmla="*/ 151300 h 187689"/>
                <a:gd name="connsiteX40" fmla="*/ 197072 w 215282"/>
                <a:gd name="connsiteY40" fmla="*/ 173644 h 187689"/>
                <a:gd name="connsiteX41" fmla="*/ 106973 w 215282"/>
                <a:gd name="connsiteY41" fmla="*/ 174283 h 18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5282" h="187689">
                  <a:moveTo>
                    <a:pt x="112086" y="3192"/>
                  </a:moveTo>
                  <a:cubicBezTo>
                    <a:pt x="110808" y="1277"/>
                    <a:pt x="108891" y="0"/>
                    <a:pt x="106335" y="0"/>
                  </a:cubicBezTo>
                  <a:lnTo>
                    <a:pt x="106335" y="0"/>
                  </a:lnTo>
                  <a:cubicBezTo>
                    <a:pt x="103778" y="0"/>
                    <a:pt x="101862" y="1277"/>
                    <a:pt x="100583" y="3192"/>
                  </a:cubicBezTo>
                  <a:lnTo>
                    <a:pt x="901" y="178113"/>
                  </a:lnTo>
                  <a:cubicBezTo>
                    <a:pt x="-1016" y="181305"/>
                    <a:pt x="262" y="185135"/>
                    <a:pt x="3457" y="187051"/>
                  </a:cubicBezTo>
                  <a:cubicBezTo>
                    <a:pt x="4096" y="187689"/>
                    <a:pt x="5374" y="187689"/>
                    <a:pt x="6652" y="187689"/>
                  </a:cubicBezTo>
                  <a:lnTo>
                    <a:pt x="6652" y="187689"/>
                  </a:lnTo>
                  <a:lnTo>
                    <a:pt x="107613" y="187051"/>
                  </a:lnTo>
                  <a:lnTo>
                    <a:pt x="158093" y="187051"/>
                  </a:lnTo>
                  <a:lnTo>
                    <a:pt x="158093" y="187051"/>
                  </a:lnTo>
                  <a:lnTo>
                    <a:pt x="208574" y="187051"/>
                  </a:lnTo>
                  <a:cubicBezTo>
                    <a:pt x="211130" y="187051"/>
                    <a:pt x="213047" y="185774"/>
                    <a:pt x="214325" y="183859"/>
                  </a:cubicBezTo>
                  <a:cubicBezTo>
                    <a:pt x="215602" y="181944"/>
                    <a:pt x="215602" y="179390"/>
                    <a:pt x="214325" y="177475"/>
                  </a:cubicBezTo>
                  <a:lnTo>
                    <a:pt x="112086" y="3192"/>
                  </a:lnTo>
                  <a:close/>
                  <a:moveTo>
                    <a:pt x="90360" y="47880"/>
                  </a:moveTo>
                  <a:lnTo>
                    <a:pt x="123587" y="47880"/>
                  </a:lnTo>
                  <a:lnTo>
                    <a:pt x="136367" y="70224"/>
                  </a:lnTo>
                  <a:lnTo>
                    <a:pt x="77580" y="70224"/>
                  </a:lnTo>
                  <a:lnTo>
                    <a:pt x="90360" y="47880"/>
                  </a:lnTo>
                  <a:close/>
                  <a:moveTo>
                    <a:pt x="70551" y="82992"/>
                  </a:moveTo>
                  <a:lnTo>
                    <a:pt x="144035" y="82354"/>
                  </a:lnTo>
                  <a:lnTo>
                    <a:pt x="156815" y="104697"/>
                  </a:lnTo>
                  <a:lnTo>
                    <a:pt x="57771" y="105336"/>
                  </a:lnTo>
                  <a:lnTo>
                    <a:pt x="70551" y="82992"/>
                  </a:lnTo>
                  <a:close/>
                  <a:moveTo>
                    <a:pt x="50742" y="117465"/>
                  </a:moveTo>
                  <a:lnTo>
                    <a:pt x="164483" y="116827"/>
                  </a:lnTo>
                  <a:lnTo>
                    <a:pt x="177263" y="139171"/>
                  </a:lnTo>
                  <a:lnTo>
                    <a:pt x="37962" y="139809"/>
                  </a:lnTo>
                  <a:lnTo>
                    <a:pt x="50742" y="117465"/>
                  </a:lnTo>
                  <a:close/>
                  <a:moveTo>
                    <a:pt x="106973" y="19152"/>
                  </a:moveTo>
                  <a:lnTo>
                    <a:pt x="115919" y="35112"/>
                  </a:lnTo>
                  <a:lnTo>
                    <a:pt x="98028" y="35112"/>
                  </a:lnTo>
                  <a:lnTo>
                    <a:pt x="106973" y="19152"/>
                  </a:lnTo>
                  <a:close/>
                  <a:moveTo>
                    <a:pt x="106973" y="174283"/>
                  </a:moveTo>
                  <a:lnTo>
                    <a:pt x="57132" y="174283"/>
                  </a:lnTo>
                  <a:lnTo>
                    <a:pt x="57132" y="174283"/>
                  </a:lnTo>
                  <a:lnTo>
                    <a:pt x="17514" y="174283"/>
                  </a:lnTo>
                  <a:lnTo>
                    <a:pt x="30294" y="151939"/>
                  </a:lnTo>
                  <a:lnTo>
                    <a:pt x="184292" y="151300"/>
                  </a:lnTo>
                  <a:lnTo>
                    <a:pt x="197072" y="173644"/>
                  </a:lnTo>
                  <a:lnTo>
                    <a:pt x="106973" y="174283"/>
                  </a:lnTo>
                  <a:close/>
                </a:path>
              </a:pathLst>
            </a:custGeom>
            <a:solidFill>
              <a:srgbClr val="00A3E0"/>
            </a:solidFill>
            <a:ln w="6390" cap="flat">
              <a:noFill/>
              <a:prstDash val="solid"/>
              <a:miter/>
            </a:ln>
          </p:spPr>
          <p:txBody>
            <a:bodyPr rtlCol="0" anchor="ctr"/>
            <a:lstStyle/>
            <a:p>
              <a:endParaRPr lang="en-US"/>
            </a:p>
          </p:txBody>
        </p:sp>
      </p:grpSp>
      <p:grpSp>
        <p:nvGrpSpPr>
          <p:cNvPr id="298" name="Graphic 4">
            <a:extLst>
              <a:ext uri="{FF2B5EF4-FFF2-40B4-BE49-F238E27FC236}">
                <a16:creationId xmlns:a16="http://schemas.microsoft.com/office/drawing/2014/main" id="{3B343505-CCBF-4847-9E83-3CEEC2BFCBDB}"/>
              </a:ext>
            </a:extLst>
          </p:cNvPr>
          <p:cNvGrpSpPr/>
          <p:nvPr/>
        </p:nvGrpSpPr>
        <p:grpSpPr>
          <a:xfrm>
            <a:off x="1515054" y="4308712"/>
            <a:ext cx="362309" cy="361971"/>
            <a:chOff x="1515054" y="4793256"/>
            <a:chExt cx="362309" cy="361971"/>
          </a:xfrm>
          <a:solidFill>
            <a:srgbClr val="00A3E0"/>
          </a:solidFill>
        </p:grpSpPr>
        <p:sp>
          <p:nvSpPr>
            <p:cNvPr id="299" name="Graphic 4">
              <a:extLst>
                <a:ext uri="{FF2B5EF4-FFF2-40B4-BE49-F238E27FC236}">
                  <a16:creationId xmlns:a16="http://schemas.microsoft.com/office/drawing/2014/main" id="{6082D3FC-701A-7A4F-9EF5-F38FD940BFE9}"/>
                </a:ext>
              </a:extLst>
            </p:cNvPr>
            <p:cNvSpPr/>
            <p:nvPr/>
          </p:nvSpPr>
          <p:spPr>
            <a:xfrm>
              <a:off x="1515054" y="4793256"/>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0 h 361971"/>
                <a:gd name="connsiteX7" fmla="*/ 180835 w 362309"/>
                <a:gd name="connsiteY7" fmla="*/ 348565 h 361971"/>
                <a:gd name="connsiteX8" fmla="*/ 12780 w 362309"/>
                <a:gd name="connsiteY8" fmla="*/ 180028 h 361971"/>
                <a:gd name="connsiteX9" fmla="*/ 180835 w 362309"/>
                <a:gd name="connsiteY9" fmla="*/ 12129 h 361971"/>
                <a:gd name="connsiteX10" fmla="*/ 349529 w 362309"/>
                <a:gd name="connsiteY10" fmla="*/ 180667 h 361971"/>
                <a:gd name="connsiteX11" fmla="*/ 349529 w 362309"/>
                <a:gd name="connsiteY11" fmla="*/ 180667 h 361971"/>
                <a:gd name="connsiteX12" fmla="*/ 180835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0438"/>
                    <a:pt x="281157" y="0"/>
                    <a:pt x="180835" y="0"/>
                  </a:cubicBezTo>
                  <a:cubicBezTo>
                    <a:pt x="180835" y="0"/>
                    <a:pt x="180835" y="0"/>
                    <a:pt x="180835" y="0"/>
                  </a:cubicBezTo>
                  <a:close/>
                  <a:moveTo>
                    <a:pt x="180835" y="348565"/>
                  </a:moveTo>
                  <a:cubicBezTo>
                    <a:pt x="87542" y="348565"/>
                    <a:pt x="12780" y="273234"/>
                    <a:pt x="12780" y="180028"/>
                  </a:cubicBezTo>
                  <a:cubicBezTo>
                    <a:pt x="12780" y="86822"/>
                    <a:pt x="88181" y="12129"/>
                    <a:pt x="180835" y="12129"/>
                  </a:cubicBezTo>
                  <a:cubicBezTo>
                    <a:pt x="274128" y="12129"/>
                    <a:pt x="349529" y="87461"/>
                    <a:pt x="349529" y="180667"/>
                  </a:cubicBezTo>
                  <a:lnTo>
                    <a:pt x="349529" y="180667"/>
                  </a:lnTo>
                  <a:cubicBezTo>
                    <a:pt x="348891" y="273234"/>
                    <a:pt x="273489" y="348565"/>
                    <a:pt x="180835" y="348565"/>
                  </a:cubicBezTo>
                  <a:close/>
                </a:path>
              </a:pathLst>
            </a:custGeom>
            <a:solidFill>
              <a:srgbClr val="00A3E0"/>
            </a:solidFill>
            <a:ln w="6390" cap="flat">
              <a:noFill/>
              <a:prstDash val="solid"/>
              <a:miter/>
            </a:ln>
          </p:spPr>
          <p:txBody>
            <a:bodyPr rtlCol="0" anchor="ctr"/>
            <a:lstStyle/>
            <a:p>
              <a:endParaRPr lang="en-US"/>
            </a:p>
          </p:txBody>
        </p:sp>
        <p:sp>
          <p:nvSpPr>
            <p:cNvPr id="300" name="Graphic 4">
              <a:extLst>
                <a:ext uri="{FF2B5EF4-FFF2-40B4-BE49-F238E27FC236}">
                  <a16:creationId xmlns:a16="http://schemas.microsoft.com/office/drawing/2014/main" id="{235B878E-B233-B549-838E-574AAD210251}"/>
                </a:ext>
              </a:extLst>
            </p:cNvPr>
            <p:cNvSpPr/>
            <p:nvPr/>
          </p:nvSpPr>
          <p:spPr>
            <a:xfrm>
              <a:off x="1623044" y="4863480"/>
              <a:ext cx="12779" cy="221524"/>
            </a:xfrm>
            <a:custGeom>
              <a:avLst/>
              <a:gdLst>
                <a:gd name="connsiteX0" fmla="*/ 6390 w 12779"/>
                <a:gd name="connsiteY0" fmla="*/ 0 h 221524"/>
                <a:gd name="connsiteX1" fmla="*/ 0 w 12779"/>
                <a:gd name="connsiteY1" fmla="*/ 6384 h 221524"/>
                <a:gd name="connsiteX2" fmla="*/ 0 w 12779"/>
                <a:gd name="connsiteY2" fmla="*/ 215140 h 221524"/>
                <a:gd name="connsiteX3" fmla="*/ 6390 w 12779"/>
                <a:gd name="connsiteY3" fmla="*/ 221524 h 221524"/>
                <a:gd name="connsiteX4" fmla="*/ 12780 w 12779"/>
                <a:gd name="connsiteY4" fmla="*/ 215140 h 221524"/>
                <a:gd name="connsiteX5" fmla="*/ 12780 w 12779"/>
                <a:gd name="connsiteY5" fmla="*/ 6384 h 221524"/>
                <a:gd name="connsiteX6" fmla="*/ 6390 w 12779"/>
                <a:gd name="connsiteY6" fmla="*/ 0 h 221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21524">
                  <a:moveTo>
                    <a:pt x="6390" y="0"/>
                  </a:moveTo>
                  <a:cubicBezTo>
                    <a:pt x="2556" y="0"/>
                    <a:pt x="0" y="2553"/>
                    <a:pt x="0" y="6384"/>
                  </a:cubicBezTo>
                  <a:lnTo>
                    <a:pt x="0" y="215140"/>
                  </a:lnTo>
                  <a:cubicBezTo>
                    <a:pt x="0" y="218971"/>
                    <a:pt x="2556" y="221524"/>
                    <a:pt x="6390" y="221524"/>
                  </a:cubicBezTo>
                  <a:cubicBezTo>
                    <a:pt x="10224" y="221524"/>
                    <a:pt x="12780" y="218971"/>
                    <a:pt x="12780" y="215140"/>
                  </a:cubicBezTo>
                  <a:lnTo>
                    <a:pt x="12780" y="6384"/>
                  </a:lnTo>
                  <a:cubicBezTo>
                    <a:pt x="12780" y="2553"/>
                    <a:pt x="10224" y="0"/>
                    <a:pt x="6390" y="0"/>
                  </a:cubicBezTo>
                  <a:close/>
                </a:path>
              </a:pathLst>
            </a:custGeom>
            <a:solidFill>
              <a:srgbClr val="00A3E0"/>
            </a:solidFill>
            <a:ln w="6390" cap="flat">
              <a:noFill/>
              <a:prstDash val="solid"/>
              <a:miter/>
            </a:ln>
          </p:spPr>
          <p:txBody>
            <a:bodyPr rtlCol="0" anchor="ctr"/>
            <a:lstStyle/>
            <a:p>
              <a:endParaRPr lang="en-US"/>
            </a:p>
          </p:txBody>
        </p:sp>
        <p:sp>
          <p:nvSpPr>
            <p:cNvPr id="301" name="Graphic 4">
              <a:extLst>
                <a:ext uri="{FF2B5EF4-FFF2-40B4-BE49-F238E27FC236}">
                  <a16:creationId xmlns:a16="http://schemas.microsoft.com/office/drawing/2014/main" id="{60B7B6D4-F7EB-ED43-BD52-2FCF2AC4C80F}"/>
                </a:ext>
              </a:extLst>
            </p:cNvPr>
            <p:cNvSpPr/>
            <p:nvPr/>
          </p:nvSpPr>
          <p:spPr>
            <a:xfrm>
              <a:off x="1667134" y="4863480"/>
              <a:ext cx="12779" cy="221524"/>
            </a:xfrm>
            <a:custGeom>
              <a:avLst/>
              <a:gdLst>
                <a:gd name="connsiteX0" fmla="*/ 6390 w 12779"/>
                <a:gd name="connsiteY0" fmla="*/ 0 h 221524"/>
                <a:gd name="connsiteX1" fmla="*/ 0 w 12779"/>
                <a:gd name="connsiteY1" fmla="*/ 6384 h 221524"/>
                <a:gd name="connsiteX2" fmla="*/ 0 w 12779"/>
                <a:gd name="connsiteY2" fmla="*/ 215140 h 221524"/>
                <a:gd name="connsiteX3" fmla="*/ 6390 w 12779"/>
                <a:gd name="connsiteY3" fmla="*/ 221524 h 221524"/>
                <a:gd name="connsiteX4" fmla="*/ 12780 w 12779"/>
                <a:gd name="connsiteY4" fmla="*/ 215140 h 221524"/>
                <a:gd name="connsiteX5" fmla="*/ 12780 w 12779"/>
                <a:gd name="connsiteY5" fmla="*/ 6384 h 221524"/>
                <a:gd name="connsiteX6" fmla="*/ 6390 w 12779"/>
                <a:gd name="connsiteY6" fmla="*/ 0 h 221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21524">
                  <a:moveTo>
                    <a:pt x="6390" y="0"/>
                  </a:moveTo>
                  <a:cubicBezTo>
                    <a:pt x="2556" y="0"/>
                    <a:pt x="0" y="2553"/>
                    <a:pt x="0" y="6384"/>
                  </a:cubicBezTo>
                  <a:lnTo>
                    <a:pt x="0" y="215140"/>
                  </a:lnTo>
                  <a:cubicBezTo>
                    <a:pt x="0" y="218971"/>
                    <a:pt x="2556" y="221524"/>
                    <a:pt x="6390" y="221524"/>
                  </a:cubicBezTo>
                  <a:cubicBezTo>
                    <a:pt x="10224" y="221524"/>
                    <a:pt x="12780" y="218971"/>
                    <a:pt x="12780" y="215140"/>
                  </a:cubicBezTo>
                  <a:lnTo>
                    <a:pt x="12780" y="6384"/>
                  </a:lnTo>
                  <a:cubicBezTo>
                    <a:pt x="12780" y="2553"/>
                    <a:pt x="10224" y="0"/>
                    <a:pt x="6390" y="0"/>
                  </a:cubicBezTo>
                  <a:close/>
                </a:path>
              </a:pathLst>
            </a:custGeom>
            <a:solidFill>
              <a:srgbClr val="00A3E0"/>
            </a:solidFill>
            <a:ln w="6390" cap="flat">
              <a:noFill/>
              <a:prstDash val="solid"/>
              <a:miter/>
            </a:ln>
          </p:spPr>
          <p:txBody>
            <a:bodyPr rtlCol="0" anchor="ctr"/>
            <a:lstStyle/>
            <a:p>
              <a:endParaRPr lang="en-US"/>
            </a:p>
          </p:txBody>
        </p:sp>
        <p:sp>
          <p:nvSpPr>
            <p:cNvPr id="302" name="Graphic 4">
              <a:extLst>
                <a:ext uri="{FF2B5EF4-FFF2-40B4-BE49-F238E27FC236}">
                  <a16:creationId xmlns:a16="http://schemas.microsoft.com/office/drawing/2014/main" id="{83EB2656-7418-FE4E-8A48-F4978F4CC941}"/>
                </a:ext>
              </a:extLst>
            </p:cNvPr>
            <p:cNvSpPr/>
            <p:nvPr/>
          </p:nvSpPr>
          <p:spPr>
            <a:xfrm>
              <a:off x="1711864" y="4863480"/>
              <a:ext cx="12779" cy="221524"/>
            </a:xfrm>
            <a:custGeom>
              <a:avLst/>
              <a:gdLst>
                <a:gd name="connsiteX0" fmla="*/ 6390 w 12779"/>
                <a:gd name="connsiteY0" fmla="*/ 0 h 221524"/>
                <a:gd name="connsiteX1" fmla="*/ 0 w 12779"/>
                <a:gd name="connsiteY1" fmla="*/ 6384 h 221524"/>
                <a:gd name="connsiteX2" fmla="*/ 0 w 12779"/>
                <a:gd name="connsiteY2" fmla="*/ 215140 h 221524"/>
                <a:gd name="connsiteX3" fmla="*/ 6390 w 12779"/>
                <a:gd name="connsiteY3" fmla="*/ 221524 h 221524"/>
                <a:gd name="connsiteX4" fmla="*/ 12780 w 12779"/>
                <a:gd name="connsiteY4" fmla="*/ 215140 h 221524"/>
                <a:gd name="connsiteX5" fmla="*/ 12780 w 12779"/>
                <a:gd name="connsiteY5" fmla="*/ 6384 h 221524"/>
                <a:gd name="connsiteX6" fmla="*/ 6390 w 12779"/>
                <a:gd name="connsiteY6" fmla="*/ 0 h 221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21524">
                  <a:moveTo>
                    <a:pt x="6390" y="0"/>
                  </a:moveTo>
                  <a:cubicBezTo>
                    <a:pt x="2556" y="0"/>
                    <a:pt x="0" y="2553"/>
                    <a:pt x="0" y="6384"/>
                  </a:cubicBezTo>
                  <a:lnTo>
                    <a:pt x="0" y="215140"/>
                  </a:lnTo>
                  <a:cubicBezTo>
                    <a:pt x="0" y="218971"/>
                    <a:pt x="2556" y="221524"/>
                    <a:pt x="6390" y="221524"/>
                  </a:cubicBezTo>
                  <a:cubicBezTo>
                    <a:pt x="10224" y="221524"/>
                    <a:pt x="12780" y="218971"/>
                    <a:pt x="12780" y="215140"/>
                  </a:cubicBezTo>
                  <a:lnTo>
                    <a:pt x="12780" y="6384"/>
                  </a:lnTo>
                  <a:cubicBezTo>
                    <a:pt x="12780" y="2553"/>
                    <a:pt x="9585" y="0"/>
                    <a:pt x="6390" y="0"/>
                  </a:cubicBezTo>
                  <a:close/>
                </a:path>
              </a:pathLst>
            </a:custGeom>
            <a:solidFill>
              <a:srgbClr val="00A3E0"/>
            </a:solidFill>
            <a:ln w="6390" cap="flat">
              <a:noFill/>
              <a:prstDash val="solid"/>
              <a:miter/>
            </a:ln>
          </p:spPr>
          <p:txBody>
            <a:bodyPr rtlCol="0" anchor="ctr"/>
            <a:lstStyle/>
            <a:p>
              <a:endParaRPr lang="en-US"/>
            </a:p>
          </p:txBody>
        </p:sp>
        <p:sp>
          <p:nvSpPr>
            <p:cNvPr id="303" name="Graphic 4">
              <a:extLst>
                <a:ext uri="{FF2B5EF4-FFF2-40B4-BE49-F238E27FC236}">
                  <a16:creationId xmlns:a16="http://schemas.microsoft.com/office/drawing/2014/main" id="{9CD8EDDA-A018-2043-AB5F-50D7B29D686A}"/>
                </a:ext>
              </a:extLst>
            </p:cNvPr>
            <p:cNvSpPr/>
            <p:nvPr/>
          </p:nvSpPr>
          <p:spPr>
            <a:xfrm>
              <a:off x="1755954" y="4863480"/>
              <a:ext cx="12779" cy="221524"/>
            </a:xfrm>
            <a:custGeom>
              <a:avLst/>
              <a:gdLst>
                <a:gd name="connsiteX0" fmla="*/ 6390 w 12779"/>
                <a:gd name="connsiteY0" fmla="*/ 0 h 221524"/>
                <a:gd name="connsiteX1" fmla="*/ 0 w 12779"/>
                <a:gd name="connsiteY1" fmla="*/ 6384 h 221524"/>
                <a:gd name="connsiteX2" fmla="*/ 0 w 12779"/>
                <a:gd name="connsiteY2" fmla="*/ 215140 h 221524"/>
                <a:gd name="connsiteX3" fmla="*/ 6390 w 12779"/>
                <a:gd name="connsiteY3" fmla="*/ 221524 h 221524"/>
                <a:gd name="connsiteX4" fmla="*/ 12780 w 12779"/>
                <a:gd name="connsiteY4" fmla="*/ 215140 h 221524"/>
                <a:gd name="connsiteX5" fmla="*/ 12780 w 12779"/>
                <a:gd name="connsiteY5" fmla="*/ 6384 h 221524"/>
                <a:gd name="connsiteX6" fmla="*/ 6390 w 12779"/>
                <a:gd name="connsiteY6" fmla="*/ 0 h 221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21524">
                  <a:moveTo>
                    <a:pt x="6390" y="0"/>
                  </a:moveTo>
                  <a:cubicBezTo>
                    <a:pt x="2556" y="0"/>
                    <a:pt x="0" y="2553"/>
                    <a:pt x="0" y="6384"/>
                  </a:cubicBezTo>
                  <a:lnTo>
                    <a:pt x="0" y="215140"/>
                  </a:lnTo>
                  <a:cubicBezTo>
                    <a:pt x="0" y="218971"/>
                    <a:pt x="2556" y="221524"/>
                    <a:pt x="6390" y="221524"/>
                  </a:cubicBezTo>
                  <a:cubicBezTo>
                    <a:pt x="10224" y="221524"/>
                    <a:pt x="12780" y="218971"/>
                    <a:pt x="12780" y="215140"/>
                  </a:cubicBezTo>
                  <a:lnTo>
                    <a:pt x="12780" y="6384"/>
                  </a:lnTo>
                  <a:cubicBezTo>
                    <a:pt x="12780" y="2553"/>
                    <a:pt x="10224" y="0"/>
                    <a:pt x="6390" y="0"/>
                  </a:cubicBezTo>
                  <a:close/>
                </a:path>
              </a:pathLst>
            </a:custGeom>
            <a:solidFill>
              <a:srgbClr val="00A3E0"/>
            </a:solidFill>
            <a:ln w="6390" cap="flat">
              <a:noFill/>
              <a:prstDash val="solid"/>
              <a:miter/>
            </a:ln>
          </p:spPr>
          <p:txBody>
            <a:bodyPr rtlCol="0" anchor="ctr"/>
            <a:lstStyle/>
            <a:p>
              <a:endParaRPr lang="en-US"/>
            </a:p>
          </p:txBody>
        </p:sp>
      </p:grpSp>
      <p:sp>
        <p:nvSpPr>
          <p:cNvPr id="316" name="Graphic 4">
            <a:extLst>
              <a:ext uri="{FF2B5EF4-FFF2-40B4-BE49-F238E27FC236}">
                <a16:creationId xmlns:a16="http://schemas.microsoft.com/office/drawing/2014/main" id="{42A7E7E1-300C-3641-A101-BAA190D55CDA}"/>
              </a:ext>
            </a:extLst>
          </p:cNvPr>
          <p:cNvSpPr/>
          <p:nvPr/>
        </p:nvSpPr>
        <p:spPr>
          <a:xfrm>
            <a:off x="1952125" y="4308712"/>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21409 w 362313"/>
              <a:gd name="connsiteY7" fmla="*/ 284725 h 361971"/>
              <a:gd name="connsiteX8" fmla="*/ 115019 w 362313"/>
              <a:gd name="connsiteY8" fmla="*/ 291109 h 361971"/>
              <a:gd name="connsiteX9" fmla="*/ 108629 w 362313"/>
              <a:gd name="connsiteY9" fmla="*/ 284725 h 361971"/>
              <a:gd name="connsiteX10" fmla="*/ 108629 w 362313"/>
              <a:gd name="connsiteY10" fmla="*/ 75969 h 361971"/>
              <a:gd name="connsiteX11" fmla="*/ 115019 w 362313"/>
              <a:gd name="connsiteY11" fmla="*/ 69585 h 361971"/>
              <a:gd name="connsiteX12" fmla="*/ 121409 w 362313"/>
              <a:gd name="connsiteY12" fmla="*/ 75969 h 361971"/>
              <a:gd name="connsiteX13" fmla="*/ 121409 w 362313"/>
              <a:gd name="connsiteY13" fmla="*/ 284725 h 361971"/>
              <a:gd name="connsiteX14" fmla="*/ 166138 w 362313"/>
              <a:gd name="connsiteY14" fmla="*/ 284725 h 361971"/>
              <a:gd name="connsiteX15" fmla="*/ 159748 w 362313"/>
              <a:gd name="connsiteY15" fmla="*/ 291109 h 361971"/>
              <a:gd name="connsiteX16" fmla="*/ 153358 w 362313"/>
              <a:gd name="connsiteY16" fmla="*/ 284725 h 361971"/>
              <a:gd name="connsiteX17" fmla="*/ 153358 w 362313"/>
              <a:gd name="connsiteY17" fmla="*/ 75969 h 361971"/>
              <a:gd name="connsiteX18" fmla="*/ 159748 w 362313"/>
              <a:gd name="connsiteY18" fmla="*/ 69585 h 361971"/>
              <a:gd name="connsiteX19" fmla="*/ 166138 w 362313"/>
              <a:gd name="connsiteY19" fmla="*/ 75969 h 361971"/>
              <a:gd name="connsiteX20" fmla="*/ 166138 w 362313"/>
              <a:gd name="connsiteY20" fmla="*/ 284725 h 361971"/>
              <a:gd name="connsiteX21" fmla="*/ 210868 w 362313"/>
              <a:gd name="connsiteY21" fmla="*/ 284725 h 361971"/>
              <a:gd name="connsiteX22" fmla="*/ 204478 w 362313"/>
              <a:gd name="connsiteY22" fmla="*/ 291109 h 361971"/>
              <a:gd name="connsiteX23" fmla="*/ 198088 w 362313"/>
              <a:gd name="connsiteY23" fmla="*/ 284725 h 361971"/>
              <a:gd name="connsiteX24" fmla="*/ 198088 w 362313"/>
              <a:gd name="connsiteY24" fmla="*/ 75969 h 361971"/>
              <a:gd name="connsiteX25" fmla="*/ 204478 w 362313"/>
              <a:gd name="connsiteY25" fmla="*/ 69585 h 361971"/>
              <a:gd name="connsiteX26" fmla="*/ 210868 w 362313"/>
              <a:gd name="connsiteY26" fmla="*/ 75969 h 361971"/>
              <a:gd name="connsiteX27" fmla="*/ 210868 w 362313"/>
              <a:gd name="connsiteY27" fmla="*/ 284725 h 361971"/>
              <a:gd name="connsiteX28" fmla="*/ 255597 w 362313"/>
              <a:gd name="connsiteY28" fmla="*/ 284725 h 361971"/>
              <a:gd name="connsiteX29" fmla="*/ 249208 w 362313"/>
              <a:gd name="connsiteY29" fmla="*/ 291109 h 361971"/>
              <a:gd name="connsiteX30" fmla="*/ 242818 w 362313"/>
              <a:gd name="connsiteY30" fmla="*/ 284725 h 361971"/>
              <a:gd name="connsiteX31" fmla="*/ 242818 w 362313"/>
              <a:gd name="connsiteY31" fmla="*/ 75969 h 361971"/>
              <a:gd name="connsiteX32" fmla="*/ 249208 w 362313"/>
              <a:gd name="connsiteY32" fmla="*/ 69585 h 361971"/>
              <a:gd name="connsiteX33" fmla="*/ 255597 w 362313"/>
              <a:gd name="connsiteY33" fmla="*/ 75969 h 361971"/>
              <a:gd name="connsiteX34" fmla="*/ 255597 w 362313"/>
              <a:gd name="connsiteY34" fmla="*/ 28472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0438"/>
                  <a:pt x="281796" y="0"/>
                  <a:pt x="181474" y="0"/>
                </a:cubicBezTo>
                <a:lnTo>
                  <a:pt x="181474" y="0"/>
                </a:lnTo>
                <a:close/>
                <a:moveTo>
                  <a:pt x="121409" y="284725"/>
                </a:moveTo>
                <a:cubicBezTo>
                  <a:pt x="121409" y="288556"/>
                  <a:pt x="118853" y="291109"/>
                  <a:pt x="115019" y="291109"/>
                </a:cubicBezTo>
                <a:cubicBezTo>
                  <a:pt x="111185" y="291109"/>
                  <a:pt x="108629" y="288556"/>
                  <a:pt x="108629" y="284725"/>
                </a:cubicBezTo>
                <a:lnTo>
                  <a:pt x="108629" y="75969"/>
                </a:lnTo>
                <a:cubicBezTo>
                  <a:pt x="108629" y="72139"/>
                  <a:pt x="111185" y="69585"/>
                  <a:pt x="115019" y="69585"/>
                </a:cubicBezTo>
                <a:cubicBezTo>
                  <a:pt x="118853" y="69585"/>
                  <a:pt x="121409" y="72139"/>
                  <a:pt x="121409" y="75969"/>
                </a:cubicBezTo>
                <a:lnTo>
                  <a:pt x="121409" y="284725"/>
                </a:lnTo>
                <a:close/>
                <a:moveTo>
                  <a:pt x="166138" y="284725"/>
                </a:moveTo>
                <a:cubicBezTo>
                  <a:pt x="166138" y="288556"/>
                  <a:pt x="163582" y="291109"/>
                  <a:pt x="159748" y="291109"/>
                </a:cubicBezTo>
                <a:cubicBezTo>
                  <a:pt x="155914" y="291109"/>
                  <a:pt x="153358" y="288556"/>
                  <a:pt x="153358" y="284725"/>
                </a:cubicBezTo>
                <a:lnTo>
                  <a:pt x="153358" y="75969"/>
                </a:lnTo>
                <a:cubicBezTo>
                  <a:pt x="153358" y="72139"/>
                  <a:pt x="155914" y="69585"/>
                  <a:pt x="159748" y="69585"/>
                </a:cubicBezTo>
                <a:cubicBezTo>
                  <a:pt x="163582" y="69585"/>
                  <a:pt x="166138" y="72139"/>
                  <a:pt x="166138" y="75969"/>
                </a:cubicBezTo>
                <a:lnTo>
                  <a:pt x="166138" y="284725"/>
                </a:lnTo>
                <a:close/>
                <a:moveTo>
                  <a:pt x="210868" y="284725"/>
                </a:moveTo>
                <a:cubicBezTo>
                  <a:pt x="210868" y="288556"/>
                  <a:pt x="208312" y="291109"/>
                  <a:pt x="204478" y="291109"/>
                </a:cubicBezTo>
                <a:cubicBezTo>
                  <a:pt x="200644" y="291109"/>
                  <a:pt x="198088" y="288556"/>
                  <a:pt x="198088" y="284725"/>
                </a:cubicBezTo>
                <a:lnTo>
                  <a:pt x="198088" y="75969"/>
                </a:lnTo>
                <a:cubicBezTo>
                  <a:pt x="198088" y="72139"/>
                  <a:pt x="200644" y="69585"/>
                  <a:pt x="204478" y="69585"/>
                </a:cubicBezTo>
                <a:cubicBezTo>
                  <a:pt x="208312" y="69585"/>
                  <a:pt x="210868" y="72139"/>
                  <a:pt x="210868" y="75969"/>
                </a:cubicBezTo>
                <a:lnTo>
                  <a:pt x="210868" y="284725"/>
                </a:lnTo>
                <a:close/>
                <a:moveTo>
                  <a:pt x="255597" y="284725"/>
                </a:moveTo>
                <a:cubicBezTo>
                  <a:pt x="255597" y="288556"/>
                  <a:pt x="253042" y="291109"/>
                  <a:pt x="249208" y="291109"/>
                </a:cubicBezTo>
                <a:cubicBezTo>
                  <a:pt x="245374" y="291109"/>
                  <a:pt x="242818" y="288556"/>
                  <a:pt x="242818" y="284725"/>
                </a:cubicBezTo>
                <a:lnTo>
                  <a:pt x="242818" y="75969"/>
                </a:lnTo>
                <a:cubicBezTo>
                  <a:pt x="242818" y="72139"/>
                  <a:pt x="245374" y="69585"/>
                  <a:pt x="249208" y="69585"/>
                </a:cubicBezTo>
                <a:cubicBezTo>
                  <a:pt x="253042" y="69585"/>
                  <a:pt x="255597" y="72139"/>
                  <a:pt x="255597" y="75969"/>
                </a:cubicBezTo>
                <a:lnTo>
                  <a:pt x="255597" y="284725"/>
                </a:lnTo>
                <a:close/>
              </a:path>
            </a:pathLst>
          </a:custGeom>
          <a:solidFill>
            <a:srgbClr val="00A3E0"/>
          </a:solidFill>
          <a:ln w="6390" cap="flat">
            <a:noFill/>
            <a:prstDash val="solid"/>
            <a:miter/>
          </a:ln>
        </p:spPr>
        <p:txBody>
          <a:bodyPr rtlCol="0" anchor="ctr"/>
          <a:lstStyle/>
          <a:p>
            <a:endParaRPr lang="en-US"/>
          </a:p>
        </p:txBody>
      </p:sp>
      <p:grpSp>
        <p:nvGrpSpPr>
          <p:cNvPr id="320" name="Graphic 4">
            <a:extLst>
              <a:ext uri="{FF2B5EF4-FFF2-40B4-BE49-F238E27FC236}">
                <a16:creationId xmlns:a16="http://schemas.microsoft.com/office/drawing/2014/main" id="{7E4339FF-925F-F341-9437-A0EC41799EC2}"/>
              </a:ext>
            </a:extLst>
          </p:cNvPr>
          <p:cNvGrpSpPr/>
          <p:nvPr/>
        </p:nvGrpSpPr>
        <p:grpSpPr>
          <a:xfrm>
            <a:off x="2998797" y="4308233"/>
            <a:ext cx="362309" cy="362450"/>
            <a:chOff x="2998797" y="4792777"/>
            <a:chExt cx="362309" cy="362450"/>
          </a:xfrm>
          <a:solidFill>
            <a:srgbClr val="00A3E0"/>
          </a:solidFill>
        </p:grpSpPr>
        <p:sp>
          <p:nvSpPr>
            <p:cNvPr id="321" name="Graphic 4">
              <a:extLst>
                <a:ext uri="{FF2B5EF4-FFF2-40B4-BE49-F238E27FC236}">
                  <a16:creationId xmlns:a16="http://schemas.microsoft.com/office/drawing/2014/main" id="{85EE0817-4B75-744A-A942-025359FAFAE3}"/>
                </a:ext>
              </a:extLst>
            </p:cNvPr>
            <p:cNvSpPr/>
            <p:nvPr/>
          </p:nvSpPr>
          <p:spPr>
            <a:xfrm>
              <a:off x="3141932" y="4935619"/>
              <a:ext cx="74762" cy="76607"/>
            </a:xfrm>
            <a:custGeom>
              <a:avLst/>
              <a:gdLst>
                <a:gd name="connsiteX0" fmla="*/ 0 w 74762"/>
                <a:gd name="connsiteY0" fmla="*/ 0 h 76607"/>
                <a:gd name="connsiteX1" fmla="*/ 74762 w 74762"/>
                <a:gd name="connsiteY1" fmla="*/ 0 h 76607"/>
                <a:gd name="connsiteX2" fmla="*/ 74762 w 74762"/>
                <a:gd name="connsiteY2" fmla="*/ 76608 h 76607"/>
                <a:gd name="connsiteX3" fmla="*/ 0 w 74762"/>
                <a:gd name="connsiteY3" fmla="*/ 76608 h 76607"/>
              </a:gdLst>
              <a:ahLst/>
              <a:cxnLst>
                <a:cxn ang="0">
                  <a:pos x="connsiteX0" y="connsiteY0"/>
                </a:cxn>
                <a:cxn ang="0">
                  <a:pos x="connsiteX1" y="connsiteY1"/>
                </a:cxn>
                <a:cxn ang="0">
                  <a:pos x="connsiteX2" y="connsiteY2"/>
                </a:cxn>
                <a:cxn ang="0">
                  <a:pos x="connsiteX3" y="connsiteY3"/>
                </a:cxn>
              </a:cxnLst>
              <a:rect l="l" t="t" r="r" b="b"/>
              <a:pathLst>
                <a:path w="74762" h="76607">
                  <a:moveTo>
                    <a:pt x="0" y="0"/>
                  </a:moveTo>
                  <a:lnTo>
                    <a:pt x="74762" y="0"/>
                  </a:lnTo>
                  <a:lnTo>
                    <a:pt x="74762" y="76608"/>
                  </a:lnTo>
                  <a:lnTo>
                    <a:pt x="0" y="76608"/>
                  </a:lnTo>
                  <a:close/>
                </a:path>
              </a:pathLst>
            </a:custGeom>
            <a:solidFill>
              <a:srgbClr val="00A3E0"/>
            </a:solidFill>
            <a:ln w="6390" cap="flat">
              <a:noFill/>
              <a:prstDash val="solid"/>
              <a:miter/>
            </a:ln>
          </p:spPr>
          <p:txBody>
            <a:bodyPr rtlCol="0" anchor="ctr"/>
            <a:lstStyle/>
            <a:p>
              <a:endParaRPr lang="en-US"/>
            </a:p>
          </p:txBody>
        </p:sp>
        <p:sp>
          <p:nvSpPr>
            <p:cNvPr id="322" name="Graphic 4">
              <a:extLst>
                <a:ext uri="{FF2B5EF4-FFF2-40B4-BE49-F238E27FC236}">
                  <a16:creationId xmlns:a16="http://schemas.microsoft.com/office/drawing/2014/main" id="{820FC8B6-E0C8-B342-A88A-B5F354D6BA2B}"/>
                </a:ext>
              </a:extLst>
            </p:cNvPr>
            <p:cNvSpPr/>
            <p:nvPr/>
          </p:nvSpPr>
          <p:spPr>
            <a:xfrm>
              <a:off x="3097202" y="4892208"/>
              <a:ext cx="120130" cy="120018"/>
            </a:xfrm>
            <a:custGeom>
              <a:avLst/>
              <a:gdLst>
                <a:gd name="connsiteX0" fmla="*/ 31950 w 120130"/>
                <a:gd name="connsiteY0" fmla="*/ 30643 h 120018"/>
                <a:gd name="connsiteX1" fmla="*/ 38340 w 120130"/>
                <a:gd name="connsiteY1" fmla="*/ 30643 h 120018"/>
                <a:gd name="connsiteX2" fmla="*/ 120131 w 120130"/>
                <a:gd name="connsiteY2" fmla="*/ 30643 h 120018"/>
                <a:gd name="connsiteX3" fmla="*/ 120131 w 120130"/>
                <a:gd name="connsiteY3" fmla="*/ 0 h 120018"/>
                <a:gd name="connsiteX4" fmla="*/ 0 w 120130"/>
                <a:gd name="connsiteY4" fmla="*/ 0 h 120018"/>
                <a:gd name="connsiteX5" fmla="*/ 0 w 120130"/>
                <a:gd name="connsiteY5" fmla="*/ 120019 h 120018"/>
                <a:gd name="connsiteX6" fmla="*/ 31950 w 120130"/>
                <a:gd name="connsiteY6" fmla="*/ 120019 h 120018"/>
                <a:gd name="connsiteX7" fmla="*/ 31950 w 120130"/>
                <a:gd name="connsiteY7" fmla="*/ 37027 h 12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130" h="120018">
                  <a:moveTo>
                    <a:pt x="31950" y="30643"/>
                  </a:moveTo>
                  <a:lnTo>
                    <a:pt x="38340" y="30643"/>
                  </a:lnTo>
                  <a:lnTo>
                    <a:pt x="120131" y="30643"/>
                  </a:lnTo>
                  <a:lnTo>
                    <a:pt x="120131" y="0"/>
                  </a:lnTo>
                  <a:lnTo>
                    <a:pt x="0" y="0"/>
                  </a:lnTo>
                  <a:lnTo>
                    <a:pt x="0" y="120019"/>
                  </a:lnTo>
                  <a:lnTo>
                    <a:pt x="31950" y="120019"/>
                  </a:lnTo>
                  <a:lnTo>
                    <a:pt x="31950" y="37027"/>
                  </a:lnTo>
                  <a:close/>
                </a:path>
              </a:pathLst>
            </a:custGeom>
            <a:solidFill>
              <a:srgbClr val="00A3E0"/>
            </a:solidFill>
            <a:ln w="6390" cap="flat">
              <a:noFill/>
              <a:prstDash val="solid"/>
              <a:miter/>
            </a:ln>
          </p:spPr>
          <p:txBody>
            <a:bodyPr rtlCol="0" anchor="ctr"/>
            <a:lstStyle/>
            <a:p>
              <a:endParaRPr lang="en-US"/>
            </a:p>
          </p:txBody>
        </p:sp>
        <p:sp>
          <p:nvSpPr>
            <p:cNvPr id="323" name="Graphic 4">
              <a:extLst>
                <a:ext uri="{FF2B5EF4-FFF2-40B4-BE49-F238E27FC236}">
                  <a16:creationId xmlns:a16="http://schemas.microsoft.com/office/drawing/2014/main" id="{AA9EFA4F-5646-4347-84AD-D419E80594F1}"/>
                </a:ext>
              </a:extLst>
            </p:cNvPr>
            <p:cNvSpPr/>
            <p:nvPr/>
          </p:nvSpPr>
          <p:spPr>
            <a:xfrm>
              <a:off x="2998797" y="4792777"/>
              <a:ext cx="362309" cy="362450"/>
            </a:xfrm>
            <a:custGeom>
              <a:avLst/>
              <a:gdLst>
                <a:gd name="connsiteX0" fmla="*/ 180835 w 362309"/>
                <a:gd name="connsiteY0" fmla="*/ 479 h 362450"/>
                <a:gd name="connsiteX1" fmla="*/ 0 w 362309"/>
                <a:gd name="connsiteY1" fmla="*/ 181784 h 362450"/>
                <a:gd name="connsiteX2" fmla="*/ 181474 w 362309"/>
                <a:gd name="connsiteY2" fmla="*/ 362451 h 362450"/>
                <a:gd name="connsiteX3" fmla="*/ 362310 w 362309"/>
                <a:gd name="connsiteY3" fmla="*/ 181146 h 362450"/>
                <a:gd name="connsiteX4" fmla="*/ 180835 w 362309"/>
                <a:gd name="connsiteY4" fmla="*/ 479 h 362450"/>
                <a:gd name="connsiteX5" fmla="*/ 180835 w 362309"/>
                <a:gd name="connsiteY5" fmla="*/ 479 h 362450"/>
                <a:gd name="connsiteX6" fmla="*/ 276045 w 362309"/>
                <a:gd name="connsiteY6" fmla="*/ 269244 h 362450"/>
                <a:gd name="connsiteX7" fmla="*/ 269655 w 362309"/>
                <a:gd name="connsiteY7" fmla="*/ 275628 h 362450"/>
                <a:gd name="connsiteX8" fmla="*/ 136745 w 362309"/>
                <a:gd name="connsiteY8" fmla="*/ 275628 h 362450"/>
                <a:gd name="connsiteX9" fmla="*/ 130355 w 362309"/>
                <a:gd name="connsiteY9" fmla="*/ 269244 h 362450"/>
                <a:gd name="connsiteX10" fmla="*/ 130355 w 362309"/>
                <a:gd name="connsiteY10" fmla="*/ 232217 h 362450"/>
                <a:gd name="connsiteX11" fmla="*/ 92015 w 362309"/>
                <a:gd name="connsiteY11" fmla="*/ 232217 h 362450"/>
                <a:gd name="connsiteX12" fmla="*/ 85625 w 362309"/>
                <a:gd name="connsiteY12" fmla="*/ 225833 h 362450"/>
                <a:gd name="connsiteX13" fmla="*/ 85625 w 362309"/>
                <a:gd name="connsiteY13" fmla="*/ 93047 h 362450"/>
                <a:gd name="connsiteX14" fmla="*/ 92015 w 362309"/>
                <a:gd name="connsiteY14" fmla="*/ 86663 h 362450"/>
                <a:gd name="connsiteX15" fmla="*/ 224926 w 362309"/>
                <a:gd name="connsiteY15" fmla="*/ 86663 h 362450"/>
                <a:gd name="connsiteX16" fmla="*/ 231316 w 362309"/>
                <a:gd name="connsiteY16" fmla="*/ 93047 h 362450"/>
                <a:gd name="connsiteX17" fmla="*/ 231316 w 362309"/>
                <a:gd name="connsiteY17" fmla="*/ 130074 h 362450"/>
                <a:gd name="connsiteX18" fmla="*/ 269655 w 362309"/>
                <a:gd name="connsiteY18" fmla="*/ 130074 h 362450"/>
                <a:gd name="connsiteX19" fmla="*/ 276045 w 362309"/>
                <a:gd name="connsiteY19" fmla="*/ 136458 h 362450"/>
                <a:gd name="connsiteX20" fmla="*/ 276045 w 362309"/>
                <a:gd name="connsiteY20" fmla="*/ 269244 h 36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2309" h="362450">
                  <a:moveTo>
                    <a:pt x="180835" y="479"/>
                  </a:moveTo>
                  <a:cubicBezTo>
                    <a:pt x="80513" y="479"/>
                    <a:pt x="0" y="81556"/>
                    <a:pt x="0" y="181784"/>
                  </a:cubicBezTo>
                  <a:cubicBezTo>
                    <a:pt x="0" y="282012"/>
                    <a:pt x="81152" y="362451"/>
                    <a:pt x="181474" y="362451"/>
                  </a:cubicBezTo>
                  <a:cubicBezTo>
                    <a:pt x="281157" y="362451"/>
                    <a:pt x="362310" y="281374"/>
                    <a:pt x="362310" y="181146"/>
                  </a:cubicBezTo>
                  <a:cubicBezTo>
                    <a:pt x="362310" y="80917"/>
                    <a:pt x="281157" y="-160"/>
                    <a:pt x="180835" y="479"/>
                  </a:cubicBezTo>
                  <a:cubicBezTo>
                    <a:pt x="180835" y="-160"/>
                    <a:pt x="180835" y="-160"/>
                    <a:pt x="180835" y="479"/>
                  </a:cubicBezTo>
                  <a:close/>
                  <a:moveTo>
                    <a:pt x="276045" y="269244"/>
                  </a:moveTo>
                  <a:cubicBezTo>
                    <a:pt x="276045" y="273075"/>
                    <a:pt x="273489" y="275628"/>
                    <a:pt x="269655" y="275628"/>
                  </a:cubicBezTo>
                  <a:lnTo>
                    <a:pt x="136745" y="275628"/>
                  </a:lnTo>
                  <a:cubicBezTo>
                    <a:pt x="132911" y="275628"/>
                    <a:pt x="130355" y="273075"/>
                    <a:pt x="130355" y="269244"/>
                  </a:cubicBezTo>
                  <a:lnTo>
                    <a:pt x="130355" y="232217"/>
                  </a:lnTo>
                  <a:lnTo>
                    <a:pt x="92015" y="232217"/>
                  </a:lnTo>
                  <a:cubicBezTo>
                    <a:pt x="88181" y="232217"/>
                    <a:pt x="85625" y="229664"/>
                    <a:pt x="85625" y="225833"/>
                  </a:cubicBezTo>
                  <a:lnTo>
                    <a:pt x="85625" y="93047"/>
                  </a:lnTo>
                  <a:cubicBezTo>
                    <a:pt x="85625" y="89216"/>
                    <a:pt x="88181" y="86663"/>
                    <a:pt x="92015" y="86663"/>
                  </a:cubicBezTo>
                  <a:lnTo>
                    <a:pt x="224926" y="86663"/>
                  </a:lnTo>
                  <a:cubicBezTo>
                    <a:pt x="228760" y="86663"/>
                    <a:pt x="231316" y="89216"/>
                    <a:pt x="231316" y="93047"/>
                  </a:cubicBezTo>
                  <a:lnTo>
                    <a:pt x="231316" y="130074"/>
                  </a:lnTo>
                  <a:lnTo>
                    <a:pt x="269655" y="130074"/>
                  </a:lnTo>
                  <a:cubicBezTo>
                    <a:pt x="273489" y="130074"/>
                    <a:pt x="276045" y="132627"/>
                    <a:pt x="276045" y="136458"/>
                  </a:cubicBezTo>
                  <a:lnTo>
                    <a:pt x="276045" y="269244"/>
                  </a:lnTo>
                  <a:close/>
                </a:path>
              </a:pathLst>
            </a:custGeom>
            <a:solidFill>
              <a:srgbClr val="00A3E0"/>
            </a:solidFill>
            <a:ln w="6390" cap="flat">
              <a:noFill/>
              <a:prstDash val="solid"/>
              <a:miter/>
            </a:ln>
          </p:spPr>
          <p:txBody>
            <a:bodyPr rtlCol="0" anchor="ctr"/>
            <a:lstStyle/>
            <a:p>
              <a:endParaRPr lang="en-US"/>
            </a:p>
          </p:txBody>
        </p:sp>
        <p:sp>
          <p:nvSpPr>
            <p:cNvPr id="324" name="Graphic 4">
              <a:extLst>
                <a:ext uri="{FF2B5EF4-FFF2-40B4-BE49-F238E27FC236}">
                  <a16:creationId xmlns:a16="http://schemas.microsoft.com/office/drawing/2014/main" id="{AFFF9237-09FE-AA4B-A8ED-9825D1E84E1F}"/>
                </a:ext>
              </a:extLst>
            </p:cNvPr>
            <p:cNvSpPr/>
            <p:nvPr/>
          </p:nvSpPr>
          <p:spPr>
            <a:xfrm>
              <a:off x="3141932" y="4935619"/>
              <a:ext cx="120130" cy="120018"/>
            </a:xfrm>
            <a:custGeom>
              <a:avLst/>
              <a:gdLst>
                <a:gd name="connsiteX0" fmla="*/ 88181 w 120130"/>
                <a:gd name="connsiteY0" fmla="*/ 82992 h 120018"/>
                <a:gd name="connsiteX1" fmla="*/ 88181 w 120130"/>
                <a:gd name="connsiteY1" fmla="*/ 89376 h 120018"/>
                <a:gd name="connsiteX2" fmla="*/ 81791 w 120130"/>
                <a:gd name="connsiteY2" fmla="*/ 89376 h 120018"/>
                <a:gd name="connsiteX3" fmla="*/ 0 w 120130"/>
                <a:gd name="connsiteY3" fmla="*/ 89376 h 120018"/>
                <a:gd name="connsiteX4" fmla="*/ 0 w 120130"/>
                <a:gd name="connsiteY4" fmla="*/ 120019 h 120018"/>
                <a:gd name="connsiteX5" fmla="*/ 120131 w 120130"/>
                <a:gd name="connsiteY5" fmla="*/ 120019 h 120018"/>
                <a:gd name="connsiteX6" fmla="*/ 120131 w 120130"/>
                <a:gd name="connsiteY6" fmla="*/ 0 h 120018"/>
                <a:gd name="connsiteX7" fmla="*/ 88181 w 120130"/>
                <a:gd name="connsiteY7" fmla="*/ 0 h 12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130" h="120018">
                  <a:moveTo>
                    <a:pt x="88181" y="82992"/>
                  </a:moveTo>
                  <a:lnTo>
                    <a:pt x="88181" y="89376"/>
                  </a:lnTo>
                  <a:lnTo>
                    <a:pt x="81791" y="89376"/>
                  </a:lnTo>
                  <a:lnTo>
                    <a:pt x="0" y="89376"/>
                  </a:lnTo>
                  <a:lnTo>
                    <a:pt x="0" y="120019"/>
                  </a:lnTo>
                  <a:lnTo>
                    <a:pt x="120131" y="120019"/>
                  </a:lnTo>
                  <a:lnTo>
                    <a:pt x="120131" y="0"/>
                  </a:lnTo>
                  <a:lnTo>
                    <a:pt x="88181" y="0"/>
                  </a:lnTo>
                  <a:close/>
                </a:path>
              </a:pathLst>
            </a:custGeom>
            <a:solidFill>
              <a:srgbClr val="00A3E0"/>
            </a:solidFill>
            <a:ln w="6390" cap="flat">
              <a:noFill/>
              <a:prstDash val="solid"/>
              <a:miter/>
            </a:ln>
          </p:spPr>
          <p:txBody>
            <a:bodyPr rtlCol="0" anchor="ctr"/>
            <a:lstStyle/>
            <a:p>
              <a:endParaRPr lang="en-US"/>
            </a:p>
          </p:txBody>
        </p:sp>
      </p:grpSp>
      <p:grpSp>
        <p:nvGrpSpPr>
          <p:cNvPr id="325" name="Graphic 4">
            <a:extLst>
              <a:ext uri="{FF2B5EF4-FFF2-40B4-BE49-F238E27FC236}">
                <a16:creationId xmlns:a16="http://schemas.microsoft.com/office/drawing/2014/main" id="{09E6BA2D-30E2-2D45-8C51-AFBE3DFD7E0C}"/>
              </a:ext>
            </a:extLst>
          </p:cNvPr>
          <p:cNvGrpSpPr/>
          <p:nvPr/>
        </p:nvGrpSpPr>
        <p:grpSpPr>
          <a:xfrm>
            <a:off x="2560447" y="4308712"/>
            <a:ext cx="362309" cy="361971"/>
            <a:chOff x="2560447" y="4793256"/>
            <a:chExt cx="362309" cy="361971"/>
          </a:xfrm>
          <a:solidFill>
            <a:srgbClr val="00A3E0"/>
          </a:solidFill>
        </p:grpSpPr>
        <p:sp>
          <p:nvSpPr>
            <p:cNvPr id="326" name="Graphic 4">
              <a:extLst>
                <a:ext uri="{FF2B5EF4-FFF2-40B4-BE49-F238E27FC236}">
                  <a16:creationId xmlns:a16="http://schemas.microsoft.com/office/drawing/2014/main" id="{ACCED9C6-173B-8046-8F32-DBBF65DBF031}"/>
                </a:ext>
              </a:extLst>
            </p:cNvPr>
            <p:cNvSpPr/>
            <p:nvPr/>
          </p:nvSpPr>
          <p:spPr>
            <a:xfrm>
              <a:off x="2560447" y="479325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181474 w 362309"/>
                <a:gd name="connsiteY7" fmla="*/ 348565 h 361971"/>
                <a:gd name="connsiteX8" fmla="*/ 12780 w 362309"/>
                <a:gd name="connsiteY8" fmla="*/ 180667 h 361971"/>
                <a:gd name="connsiteX9" fmla="*/ 180835 w 362309"/>
                <a:gd name="connsiteY9" fmla="*/ 12129 h 361971"/>
                <a:gd name="connsiteX10" fmla="*/ 349529 w 362309"/>
                <a:gd name="connsiteY10" fmla="*/ 180028 h 361971"/>
                <a:gd name="connsiteX11" fmla="*/ 349529 w 362309"/>
                <a:gd name="connsiteY11" fmla="*/ 180028 h 361971"/>
                <a:gd name="connsiteX12" fmla="*/ 181474 w 362309"/>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0438"/>
                    <a:pt x="281157" y="0"/>
                    <a:pt x="181474" y="0"/>
                  </a:cubicBezTo>
                  <a:lnTo>
                    <a:pt x="181474" y="0"/>
                  </a:lnTo>
                  <a:close/>
                  <a:moveTo>
                    <a:pt x="181474" y="348565"/>
                  </a:moveTo>
                  <a:cubicBezTo>
                    <a:pt x="88181" y="348565"/>
                    <a:pt x="12780" y="273234"/>
                    <a:pt x="12780" y="180667"/>
                  </a:cubicBezTo>
                  <a:cubicBezTo>
                    <a:pt x="12780" y="87461"/>
                    <a:pt x="88181" y="12129"/>
                    <a:pt x="180835" y="12129"/>
                  </a:cubicBezTo>
                  <a:cubicBezTo>
                    <a:pt x="274128" y="12129"/>
                    <a:pt x="349529" y="87461"/>
                    <a:pt x="349529" y="180028"/>
                  </a:cubicBezTo>
                  <a:cubicBezTo>
                    <a:pt x="349529" y="180028"/>
                    <a:pt x="349529" y="180028"/>
                    <a:pt x="349529" y="180028"/>
                  </a:cubicBezTo>
                  <a:cubicBezTo>
                    <a:pt x="349529" y="273234"/>
                    <a:pt x="274128" y="348565"/>
                    <a:pt x="181474" y="348565"/>
                  </a:cubicBezTo>
                  <a:close/>
                </a:path>
              </a:pathLst>
            </a:custGeom>
            <a:solidFill>
              <a:srgbClr val="00A3E0"/>
            </a:solidFill>
            <a:ln w="6390" cap="flat">
              <a:noFill/>
              <a:prstDash val="solid"/>
              <a:miter/>
            </a:ln>
          </p:spPr>
          <p:txBody>
            <a:bodyPr rtlCol="0" anchor="ctr"/>
            <a:lstStyle/>
            <a:p>
              <a:endParaRPr lang="en-US"/>
            </a:p>
          </p:txBody>
        </p:sp>
        <p:sp>
          <p:nvSpPr>
            <p:cNvPr id="327" name="Graphic 4">
              <a:extLst>
                <a:ext uri="{FF2B5EF4-FFF2-40B4-BE49-F238E27FC236}">
                  <a16:creationId xmlns:a16="http://schemas.microsoft.com/office/drawing/2014/main" id="{04BF16D3-B496-E04A-8299-4D72FCCCADDB}"/>
                </a:ext>
              </a:extLst>
            </p:cNvPr>
            <p:cNvSpPr/>
            <p:nvPr/>
          </p:nvSpPr>
          <p:spPr>
            <a:xfrm>
              <a:off x="2646712" y="4879440"/>
              <a:ext cx="190420" cy="188965"/>
            </a:xfrm>
            <a:custGeom>
              <a:avLst/>
              <a:gdLst>
                <a:gd name="connsiteX0" fmla="*/ 184030 w 190420"/>
                <a:gd name="connsiteY0" fmla="*/ 43411 h 188965"/>
                <a:gd name="connsiteX1" fmla="*/ 145690 w 190420"/>
                <a:gd name="connsiteY1" fmla="*/ 43411 h 188965"/>
                <a:gd name="connsiteX2" fmla="*/ 145690 w 190420"/>
                <a:gd name="connsiteY2" fmla="*/ 6384 h 188965"/>
                <a:gd name="connsiteX3" fmla="*/ 139301 w 190420"/>
                <a:gd name="connsiteY3" fmla="*/ 0 h 188965"/>
                <a:gd name="connsiteX4" fmla="*/ 6390 w 190420"/>
                <a:gd name="connsiteY4" fmla="*/ 0 h 188965"/>
                <a:gd name="connsiteX5" fmla="*/ 0 w 190420"/>
                <a:gd name="connsiteY5" fmla="*/ 6384 h 188965"/>
                <a:gd name="connsiteX6" fmla="*/ 0 w 190420"/>
                <a:gd name="connsiteY6" fmla="*/ 139171 h 188965"/>
                <a:gd name="connsiteX7" fmla="*/ 6390 w 190420"/>
                <a:gd name="connsiteY7" fmla="*/ 145555 h 188965"/>
                <a:gd name="connsiteX8" fmla="*/ 44730 w 190420"/>
                <a:gd name="connsiteY8" fmla="*/ 145555 h 188965"/>
                <a:gd name="connsiteX9" fmla="*/ 44730 w 190420"/>
                <a:gd name="connsiteY9" fmla="*/ 182582 h 188965"/>
                <a:gd name="connsiteX10" fmla="*/ 51119 w 190420"/>
                <a:gd name="connsiteY10" fmla="*/ 188966 h 188965"/>
                <a:gd name="connsiteX11" fmla="*/ 184030 w 190420"/>
                <a:gd name="connsiteY11" fmla="*/ 188966 h 188965"/>
                <a:gd name="connsiteX12" fmla="*/ 190420 w 190420"/>
                <a:gd name="connsiteY12" fmla="*/ 182582 h 188965"/>
                <a:gd name="connsiteX13" fmla="*/ 190420 w 190420"/>
                <a:gd name="connsiteY13" fmla="*/ 49795 h 188965"/>
                <a:gd name="connsiteX14" fmla="*/ 184030 w 190420"/>
                <a:gd name="connsiteY14" fmla="*/ 43411 h 188965"/>
                <a:gd name="connsiteX15" fmla="*/ 12780 w 190420"/>
                <a:gd name="connsiteY15" fmla="*/ 132787 h 188965"/>
                <a:gd name="connsiteX16" fmla="*/ 12780 w 190420"/>
                <a:gd name="connsiteY16" fmla="*/ 12768 h 188965"/>
                <a:gd name="connsiteX17" fmla="*/ 132911 w 190420"/>
                <a:gd name="connsiteY17" fmla="*/ 12768 h 188965"/>
                <a:gd name="connsiteX18" fmla="*/ 132911 w 190420"/>
                <a:gd name="connsiteY18" fmla="*/ 43411 h 188965"/>
                <a:gd name="connsiteX19" fmla="*/ 44730 w 190420"/>
                <a:gd name="connsiteY19" fmla="*/ 43411 h 188965"/>
                <a:gd name="connsiteX20" fmla="*/ 44730 w 190420"/>
                <a:gd name="connsiteY20" fmla="*/ 132787 h 188965"/>
                <a:gd name="connsiteX21" fmla="*/ 12780 w 190420"/>
                <a:gd name="connsiteY21" fmla="*/ 132787 h 188965"/>
                <a:gd name="connsiteX22" fmla="*/ 132911 w 190420"/>
                <a:gd name="connsiteY22" fmla="*/ 56179 h 188965"/>
                <a:gd name="connsiteX23" fmla="*/ 132911 w 190420"/>
                <a:gd name="connsiteY23" fmla="*/ 132787 h 188965"/>
                <a:gd name="connsiteX24" fmla="*/ 57509 w 190420"/>
                <a:gd name="connsiteY24" fmla="*/ 132787 h 188965"/>
                <a:gd name="connsiteX25" fmla="*/ 57509 w 190420"/>
                <a:gd name="connsiteY25" fmla="*/ 56179 h 188965"/>
                <a:gd name="connsiteX26" fmla="*/ 132911 w 190420"/>
                <a:gd name="connsiteY26" fmla="*/ 56179 h 188965"/>
                <a:gd name="connsiteX27" fmla="*/ 177640 w 190420"/>
                <a:gd name="connsiteY27" fmla="*/ 176198 h 188965"/>
                <a:gd name="connsiteX28" fmla="*/ 57509 w 190420"/>
                <a:gd name="connsiteY28" fmla="*/ 176198 h 188965"/>
                <a:gd name="connsiteX29" fmla="*/ 57509 w 190420"/>
                <a:gd name="connsiteY29" fmla="*/ 145555 h 188965"/>
                <a:gd name="connsiteX30" fmla="*/ 145051 w 190420"/>
                <a:gd name="connsiteY30" fmla="*/ 145555 h 188965"/>
                <a:gd name="connsiteX31" fmla="*/ 145051 w 190420"/>
                <a:gd name="connsiteY31" fmla="*/ 56179 h 188965"/>
                <a:gd name="connsiteX32" fmla="*/ 177640 w 190420"/>
                <a:gd name="connsiteY32" fmla="*/ 56179 h 188965"/>
                <a:gd name="connsiteX33" fmla="*/ 177640 w 190420"/>
                <a:gd name="connsiteY33" fmla="*/ 176198 h 188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90420" h="188965">
                  <a:moveTo>
                    <a:pt x="184030" y="43411"/>
                  </a:moveTo>
                  <a:lnTo>
                    <a:pt x="145690" y="43411"/>
                  </a:lnTo>
                  <a:lnTo>
                    <a:pt x="145690" y="6384"/>
                  </a:lnTo>
                  <a:cubicBezTo>
                    <a:pt x="145690" y="2553"/>
                    <a:pt x="143135" y="0"/>
                    <a:pt x="139301" y="0"/>
                  </a:cubicBezTo>
                  <a:lnTo>
                    <a:pt x="6390" y="0"/>
                  </a:lnTo>
                  <a:cubicBezTo>
                    <a:pt x="2556" y="0"/>
                    <a:pt x="0" y="2553"/>
                    <a:pt x="0" y="6384"/>
                  </a:cubicBezTo>
                  <a:lnTo>
                    <a:pt x="0" y="139171"/>
                  </a:lnTo>
                  <a:cubicBezTo>
                    <a:pt x="0" y="143001"/>
                    <a:pt x="2556" y="145555"/>
                    <a:pt x="6390" y="145555"/>
                  </a:cubicBezTo>
                  <a:lnTo>
                    <a:pt x="44730" y="145555"/>
                  </a:lnTo>
                  <a:lnTo>
                    <a:pt x="44730" y="182582"/>
                  </a:lnTo>
                  <a:cubicBezTo>
                    <a:pt x="44730" y="186412"/>
                    <a:pt x="47285" y="188966"/>
                    <a:pt x="51119" y="188966"/>
                  </a:cubicBezTo>
                  <a:lnTo>
                    <a:pt x="184030" y="188966"/>
                  </a:lnTo>
                  <a:cubicBezTo>
                    <a:pt x="187864" y="188966"/>
                    <a:pt x="190420" y="186412"/>
                    <a:pt x="190420" y="182582"/>
                  </a:cubicBezTo>
                  <a:lnTo>
                    <a:pt x="190420" y="49795"/>
                  </a:lnTo>
                  <a:cubicBezTo>
                    <a:pt x="190420" y="46603"/>
                    <a:pt x="187864" y="43411"/>
                    <a:pt x="184030" y="43411"/>
                  </a:cubicBezTo>
                  <a:close/>
                  <a:moveTo>
                    <a:pt x="12780" y="132787"/>
                  </a:moveTo>
                  <a:lnTo>
                    <a:pt x="12780" y="12768"/>
                  </a:lnTo>
                  <a:lnTo>
                    <a:pt x="132911" y="12768"/>
                  </a:lnTo>
                  <a:lnTo>
                    <a:pt x="132911" y="43411"/>
                  </a:lnTo>
                  <a:lnTo>
                    <a:pt x="44730" y="43411"/>
                  </a:lnTo>
                  <a:lnTo>
                    <a:pt x="44730" y="132787"/>
                  </a:lnTo>
                  <a:lnTo>
                    <a:pt x="12780" y="132787"/>
                  </a:lnTo>
                  <a:close/>
                  <a:moveTo>
                    <a:pt x="132911" y="56179"/>
                  </a:moveTo>
                  <a:lnTo>
                    <a:pt x="132911" y="132787"/>
                  </a:lnTo>
                  <a:lnTo>
                    <a:pt x="57509" y="132787"/>
                  </a:lnTo>
                  <a:lnTo>
                    <a:pt x="57509" y="56179"/>
                  </a:lnTo>
                  <a:lnTo>
                    <a:pt x="132911" y="56179"/>
                  </a:lnTo>
                  <a:close/>
                  <a:moveTo>
                    <a:pt x="177640" y="176198"/>
                  </a:moveTo>
                  <a:lnTo>
                    <a:pt x="57509" y="176198"/>
                  </a:lnTo>
                  <a:lnTo>
                    <a:pt x="57509" y="145555"/>
                  </a:lnTo>
                  <a:lnTo>
                    <a:pt x="145051" y="145555"/>
                  </a:lnTo>
                  <a:lnTo>
                    <a:pt x="145051" y="56179"/>
                  </a:lnTo>
                  <a:lnTo>
                    <a:pt x="177640" y="56179"/>
                  </a:lnTo>
                  <a:lnTo>
                    <a:pt x="177640" y="176198"/>
                  </a:lnTo>
                  <a:close/>
                </a:path>
              </a:pathLst>
            </a:custGeom>
            <a:solidFill>
              <a:srgbClr val="00A3E0"/>
            </a:solidFill>
            <a:ln w="6390" cap="flat">
              <a:noFill/>
              <a:prstDash val="solid"/>
              <a:miter/>
            </a:ln>
          </p:spPr>
          <p:txBody>
            <a:bodyPr rtlCol="0" anchor="ctr"/>
            <a:lstStyle/>
            <a:p>
              <a:endParaRPr lang="en-US"/>
            </a:p>
          </p:txBody>
        </p:sp>
      </p:grpSp>
      <p:grpSp>
        <p:nvGrpSpPr>
          <p:cNvPr id="328" name="Graphic 4">
            <a:extLst>
              <a:ext uri="{FF2B5EF4-FFF2-40B4-BE49-F238E27FC236}">
                <a16:creationId xmlns:a16="http://schemas.microsoft.com/office/drawing/2014/main" id="{8672A371-7390-7142-9878-ABBBEDFD5E97}"/>
              </a:ext>
            </a:extLst>
          </p:cNvPr>
          <p:cNvGrpSpPr/>
          <p:nvPr/>
        </p:nvGrpSpPr>
        <p:grpSpPr>
          <a:xfrm>
            <a:off x="6146480" y="4308712"/>
            <a:ext cx="362309" cy="361971"/>
            <a:chOff x="6146480" y="4793256"/>
            <a:chExt cx="362309" cy="361971"/>
          </a:xfrm>
          <a:solidFill>
            <a:srgbClr val="00A3E0"/>
          </a:solidFill>
        </p:grpSpPr>
        <p:sp>
          <p:nvSpPr>
            <p:cNvPr id="329" name="Graphic 4">
              <a:extLst>
                <a:ext uri="{FF2B5EF4-FFF2-40B4-BE49-F238E27FC236}">
                  <a16:creationId xmlns:a16="http://schemas.microsoft.com/office/drawing/2014/main" id="{3C2F45DF-85C5-8543-AAF1-712684D1933B}"/>
                </a:ext>
              </a:extLst>
            </p:cNvPr>
            <p:cNvSpPr/>
            <p:nvPr/>
          </p:nvSpPr>
          <p:spPr>
            <a:xfrm>
              <a:off x="6257665" y="4984137"/>
              <a:ext cx="139300" cy="22982"/>
            </a:xfrm>
            <a:custGeom>
              <a:avLst/>
              <a:gdLst>
                <a:gd name="connsiteX0" fmla="*/ 139301 w 139300"/>
                <a:gd name="connsiteY0" fmla="*/ 22344 h 22982"/>
                <a:gd name="connsiteX1" fmla="*/ 126521 w 139300"/>
                <a:gd name="connsiteY1" fmla="*/ 0 h 22982"/>
                <a:gd name="connsiteX2" fmla="*/ 12780 w 139300"/>
                <a:gd name="connsiteY2" fmla="*/ 639 h 22982"/>
                <a:gd name="connsiteX3" fmla="*/ 0 w 139300"/>
                <a:gd name="connsiteY3" fmla="*/ 22983 h 22982"/>
              </a:gdLst>
              <a:ahLst/>
              <a:cxnLst>
                <a:cxn ang="0">
                  <a:pos x="connsiteX0" y="connsiteY0"/>
                </a:cxn>
                <a:cxn ang="0">
                  <a:pos x="connsiteX1" y="connsiteY1"/>
                </a:cxn>
                <a:cxn ang="0">
                  <a:pos x="connsiteX2" y="connsiteY2"/>
                </a:cxn>
                <a:cxn ang="0">
                  <a:pos x="connsiteX3" y="connsiteY3"/>
                </a:cxn>
              </a:cxnLst>
              <a:rect l="l" t="t" r="r" b="b"/>
              <a:pathLst>
                <a:path w="139300" h="22982">
                  <a:moveTo>
                    <a:pt x="139301" y="22344"/>
                  </a:moveTo>
                  <a:lnTo>
                    <a:pt x="126521" y="0"/>
                  </a:lnTo>
                  <a:lnTo>
                    <a:pt x="12780" y="639"/>
                  </a:lnTo>
                  <a:lnTo>
                    <a:pt x="0" y="22983"/>
                  </a:lnTo>
                  <a:close/>
                </a:path>
              </a:pathLst>
            </a:custGeom>
            <a:solidFill>
              <a:srgbClr val="00A3E0"/>
            </a:solidFill>
            <a:ln w="6390" cap="flat">
              <a:noFill/>
              <a:prstDash val="solid"/>
              <a:miter/>
            </a:ln>
          </p:spPr>
          <p:txBody>
            <a:bodyPr rtlCol="0" anchor="ctr"/>
            <a:lstStyle/>
            <a:p>
              <a:endParaRPr lang="en-US"/>
            </a:p>
          </p:txBody>
        </p:sp>
        <p:sp>
          <p:nvSpPr>
            <p:cNvPr id="330" name="Graphic 4">
              <a:extLst>
                <a:ext uri="{FF2B5EF4-FFF2-40B4-BE49-F238E27FC236}">
                  <a16:creationId xmlns:a16="http://schemas.microsoft.com/office/drawing/2014/main" id="{0139401D-487A-B94D-A89D-EF2BBD5222CD}"/>
                </a:ext>
              </a:extLst>
            </p:cNvPr>
            <p:cNvSpPr/>
            <p:nvPr/>
          </p:nvSpPr>
          <p:spPr>
            <a:xfrm>
              <a:off x="6297921" y="4914552"/>
              <a:ext cx="58787" cy="22343"/>
            </a:xfrm>
            <a:custGeom>
              <a:avLst/>
              <a:gdLst>
                <a:gd name="connsiteX0" fmla="*/ 58788 w 58787"/>
                <a:gd name="connsiteY0" fmla="*/ 22344 h 22343"/>
                <a:gd name="connsiteX1" fmla="*/ 45369 w 58787"/>
                <a:gd name="connsiteY1" fmla="*/ 0 h 22343"/>
                <a:gd name="connsiteX2" fmla="*/ 12780 w 58787"/>
                <a:gd name="connsiteY2" fmla="*/ 638 h 22343"/>
                <a:gd name="connsiteX3" fmla="*/ 0 w 58787"/>
                <a:gd name="connsiteY3" fmla="*/ 22344 h 22343"/>
              </a:gdLst>
              <a:ahLst/>
              <a:cxnLst>
                <a:cxn ang="0">
                  <a:pos x="connsiteX0" y="connsiteY0"/>
                </a:cxn>
                <a:cxn ang="0">
                  <a:pos x="connsiteX1" y="connsiteY1"/>
                </a:cxn>
                <a:cxn ang="0">
                  <a:pos x="connsiteX2" y="connsiteY2"/>
                </a:cxn>
                <a:cxn ang="0">
                  <a:pos x="connsiteX3" y="connsiteY3"/>
                </a:cxn>
              </a:cxnLst>
              <a:rect l="l" t="t" r="r" b="b"/>
              <a:pathLst>
                <a:path w="58787" h="22343">
                  <a:moveTo>
                    <a:pt x="58788" y="22344"/>
                  </a:moveTo>
                  <a:lnTo>
                    <a:pt x="45369" y="0"/>
                  </a:lnTo>
                  <a:lnTo>
                    <a:pt x="12780" y="638"/>
                  </a:lnTo>
                  <a:lnTo>
                    <a:pt x="0" y="22344"/>
                  </a:lnTo>
                  <a:close/>
                </a:path>
              </a:pathLst>
            </a:custGeom>
            <a:solidFill>
              <a:srgbClr val="00A3E0"/>
            </a:solidFill>
            <a:ln w="6390" cap="flat">
              <a:noFill/>
              <a:prstDash val="solid"/>
              <a:miter/>
            </a:ln>
          </p:spPr>
          <p:txBody>
            <a:bodyPr rtlCol="0" anchor="ctr"/>
            <a:lstStyle/>
            <a:p>
              <a:endParaRPr lang="en-US"/>
            </a:p>
          </p:txBody>
        </p:sp>
        <p:sp>
          <p:nvSpPr>
            <p:cNvPr id="331" name="Graphic 4">
              <a:extLst>
                <a:ext uri="{FF2B5EF4-FFF2-40B4-BE49-F238E27FC236}">
                  <a16:creationId xmlns:a16="http://schemas.microsoft.com/office/drawing/2014/main" id="{8D7E5027-748A-5C4D-8401-7E45E498AEF5}"/>
                </a:ext>
              </a:extLst>
            </p:cNvPr>
            <p:cNvSpPr/>
            <p:nvPr/>
          </p:nvSpPr>
          <p:spPr>
            <a:xfrm>
              <a:off x="6317730" y="4886462"/>
              <a:ext cx="18530" cy="15959"/>
            </a:xfrm>
            <a:custGeom>
              <a:avLst/>
              <a:gdLst>
                <a:gd name="connsiteX0" fmla="*/ 18531 w 18530"/>
                <a:gd name="connsiteY0" fmla="*/ 15322 h 15959"/>
                <a:gd name="connsiteX1" fmla="*/ 8946 w 18530"/>
                <a:gd name="connsiteY1" fmla="*/ 0 h 15959"/>
                <a:gd name="connsiteX2" fmla="*/ 0 w 18530"/>
                <a:gd name="connsiteY2" fmla="*/ 15960 h 15959"/>
              </a:gdLst>
              <a:ahLst/>
              <a:cxnLst>
                <a:cxn ang="0">
                  <a:pos x="connsiteX0" y="connsiteY0"/>
                </a:cxn>
                <a:cxn ang="0">
                  <a:pos x="connsiteX1" y="connsiteY1"/>
                </a:cxn>
                <a:cxn ang="0">
                  <a:pos x="connsiteX2" y="connsiteY2"/>
                </a:cxn>
              </a:cxnLst>
              <a:rect l="l" t="t" r="r" b="b"/>
              <a:pathLst>
                <a:path w="18530" h="15959">
                  <a:moveTo>
                    <a:pt x="18531" y="15322"/>
                  </a:moveTo>
                  <a:lnTo>
                    <a:pt x="8946" y="0"/>
                  </a:lnTo>
                  <a:lnTo>
                    <a:pt x="0" y="15960"/>
                  </a:lnTo>
                  <a:close/>
                </a:path>
              </a:pathLst>
            </a:custGeom>
            <a:solidFill>
              <a:srgbClr val="00A3E0"/>
            </a:solidFill>
            <a:ln w="6390" cap="flat">
              <a:noFill/>
              <a:prstDash val="solid"/>
              <a:miter/>
            </a:ln>
          </p:spPr>
          <p:txBody>
            <a:bodyPr rtlCol="0" anchor="ctr"/>
            <a:lstStyle/>
            <a:p>
              <a:endParaRPr lang="en-US"/>
            </a:p>
          </p:txBody>
        </p:sp>
        <p:sp>
          <p:nvSpPr>
            <p:cNvPr id="332" name="Graphic 4">
              <a:extLst>
                <a:ext uri="{FF2B5EF4-FFF2-40B4-BE49-F238E27FC236}">
                  <a16:creationId xmlns:a16="http://schemas.microsoft.com/office/drawing/2014/main" id="{6FF109E0-B18F-FC40-948C-0393B93AAA29}"/>
                </a:ext>
              </a:extLst>
            </p:cNvPr>
            <p:cNvSpPr/>
            <p:nvPr/>
          </p:nvSpPr>
          <p:spPr>
            <a:xfrm>
              <a:off x="6278113" y="4949664"/>
              <a:ext cx="98405" cy="22343"/>
            </a:xfrm>
            <a:custGeom>
              <a:avLst/>
              <a:gdLst>
                <a:gd name="connsiteX0" fmla="*/ 98405 w 98405"/>
                <a:gd name="connsiteY0" fmla="*/ 22344 h 22343"/>
                <a:gd name="connsiteX1" fmla="*/ 85625 w 98405"/>
                <a:gd name="connsiteY1" fmla="*/ 0 h 22343"/>
                <a:gd name="connsiteX2" fmla="*/ 12780 w 98405"/>
                <a:gd name="connsiteY2" fmla="*/ 638 h 22343"/>
                <a:gd name="connsiteX3" fmla="*/ 0 w 98405"/>
                <a:gd name="connsiteY3" fmla="*/ 22344 h 22343"/>
              </a:gdLst>
              <a:ahLst/>
              <a:cxnLst>
                <a:cxn ang="0">
                  <a:pos x="connsiteX0" y="connsiteY0"/>
                </a:cxn>
                <a:cxn ang="0">
                  <a:pos x="connsiteX1" y="connsiteY1"/>
                </a:cxn>
                <a:cxn ang="0">
                  <a:pos x="connsiteX2" y="connsiteY2"/>
                </a:cxn>
                <a:cxn ang="0">
                  <a:pos x="connsiteX3" y="connsiteY3"/>
                </a:cxn>
              </a:cxnLst>
              <a:rect l="l" t="t" r="r" b="b"/>
              <a:pathLst>
                <a:path w="98405" h="22343">
                  <a:moveTo>
                    <a:pt x="98405" y="22344"/>
                  </a:moveTo>
                  <a:lnTo>
                    <a:pt x="85625" y="0"/>
                  </a:lnTo>
                  <a:lnTo>
                    <a:pt x="12780" y="638"/>
                  </a:lnTo>
                  <a:lnTo>
                    <a:pt x="0" y="22344"/>
                  </a:lnTo>
                  <a:close/>
                </a:path>
              </a:pathLst>
            </a:custGeom>
            <a:solidFill>
              <a:srgbClr val="00A3E0"/>
            </a:solidFill>
            <a:ln w="6390" cap="flat">
              <a:noFill/>
              <a:prstDash val="solid"/>
              <a:miter/>
            </a:ln>
          </p:spPr>
          <p:txBody>
            <a:bodyPr rtlCol="0" anchor="ctr"/>
            <a:lstStyle/>
            <a:p>
              <a:endParaRPr lang="en-US"/>
            </a:p>
          </p:txBody>
        </p:sp>
        <p:sp>
          <p:nvSpPr>
            <p:cNvPr id="333" name="Graphic 4">
              <a:extLst>
                <a:ext uri="{FF2B5EF4-FFF2-40B4-BE49-F238E27FC236}">
                  <a16:creationId xmlns:a16="http://schemas.microsoft.com/office/drawing/2014/main" id="{7D1A19FD-3112-AC46-88CA-5197C4D34BBB}"/>
                </a:ext>
              </a:extLst>
            </p:cNvPr>
            <p:cNvSpPr/>
            <p:nvPr/>
          </p:nvSpPr>
          <p:spPr>
            <a:xfrm>
              <a:off x="6146480" y="479325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287547 w 362309"/>
                <a:gd name="connsiteY7" fmla="*/ 257274 h 361971"/>
                <a:gd name="connsiteX8" fmla="*/ 281796 w 362309"/>
                <a:gd name="connsiteY8" fmla="*/ 260466 h 361971"/>
                <a:gd name="connsiteX9" fmla="*/ 231315 w 362309"/>
                <a:gd name="connsiteY9" fmla="*/ 260466 h 361971"/>
                <a:gd name="connsiteX10" fmla="*/ 231315 w 362309"/>
                <a:gd name="connsiteY10" fmla="*/ 260466 h 361971"/>
                <a:gd name="connsiteX11" fmla="*/ 180835 w 362309"/>
                <a:gd name="connsiteY11" fmla="*/ 260466 h 361971"/>
                <a:gd name="connsiteX12" fmla="*/ 79874 w 362309"/>
                <a:gd name="connsiteY12" fmla="*/ 261105 h 361971"/>
                <a:gd name="connsiteX13" fmla="*/ 79874 w 362309"/>
                <a:gd name="connsiteY13" fmla="*/ 261105 h 361971"/>
                <a:gd name="connsiteX14" fmla="*/ 74123 w 362309"/>
                <a:gd name="connsiteY14" fmla="*/ 257913 h 361971"/>
                <a:gd name="connsiteX15" fmla="*/ 74123 w 362309"/>
                <a:gd name="connsiteY15" fmla="*/ 251529 h 361971"/>
                <a:gd name="connsiteX16" fmla="*/ 173806 w 362309"/>
                <a:gd name="connsiteY16" fmla="*/ 76608 h 361971"/>
                <a:gd name="connsiteX17" fmla="*/ 179557 w 362309"/>
                <a:gd name="connsiteY17" fmla="*/ 73416 h 361971"/>
                <a:gd name="connsiteX18" fmla="*/ 179557 w 362309"/>
                <a:gd name="connsiteY18" fmla="*/ 73416 h 361971"/>
                <a:gd name="connsiteX19" fmla="*/ 185308 w 362309"/>
                <a:gd name="connsiteY19" fmla="*/ 76608 h 361971"/>
                <a:gd name="connsiteX20" fmla="*/ 286908 w 362309"/>
                <a:gd name="connsiteY20" fmla="*/ 250252 h 361971"/>
                <a:gd name="connsiteX21" fmla="*/ 287547 w 362309"/>
                <a:gd name="connsiteY21" fmla="*/ 257274 h 361971"/>
                <a:gd name="connsiteX22" fmla="*/ 287547 w 362309"/>
                <a:gd name="connsiteY22" fmla="*/ 25727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0438"/>
                    <a:pt x="281157" y="0"/>
                    <a:pt x="181474" y="0"/>
                  </a:cubicBezTo>
                  <a:lnTo>
                    <a:pt x="181474" y="0"/>
                  </a:lnTo>
                  <a:close/>
                  <a:moveTo>
                    <a:pt x="287547" y="257274"/>
                  </a:moveTo>
                  <a:cubicBezTo>
                    <a:pt x="286269" y="259190"/>
                    <a:pt x="284352" y="260466"/>
                    <a:pt x="281796" y="260466"/>
                  </a:cubicBezTo>
                  <a:lnTo>
                    <a:pt x="231315" y="260466"/>
                  </a:lnTo>
                  <a:lnTo>
                    <a:pt x="231315" y="260466"/>
                  </a:lnTo>
                  <a:lnTo>
                    <a:pt x="180835" y="260466"/>
                  </a:lnTo>
                  <a:lnTo>
                    <a:pt x="79874" y="261105"/>
                  </a:lnTo>
                  <a:lnTo>
                    <a:pt x="79874" y="261105"/>
                  </a:lnTo>
                  <a:cubicBezTo>
                    <a:pt x="77318" y="261105"/>
                    <a:pt x="75401" y="259828"/>
                    <a:pt x="74123" y="257913"/>
                  </a:cubicBezTo>
                  <a:cubicBezTo>
                    <a:pt x="72845" y="255998"/>
                    <a:pt x="72845" y="253444"/>
                    <a:pt x="74123" y="251529"/>
                  </a:cubicBezTo>
                  <a:lnTo>
                    <a:pt x="173806" y="76608"/>
                  </a:lnTo>
                  <a:cubicBezTo>
                    <a:pt x="175084" y="74693"/>
                    <a:pt x="177001" y="73416"/>
                    <a:pt x="179557" y="73416"/>
                  </a:cubicBezTo>
                  <a:lnTo>
                    <a:pt x="179557" y="73416"/>
                  </a:lnTo>
                  <a:cubicBezTo>
                    <a:pt x="182113" y="73416"/>
                    <a:pt x="184030" y="74693"/>
                    <a:pt x="185308" y="76608"/>
                  </a:cubicBezTo>
                  <a:lnTo>
                    <a:pt x="286908" y="250252"/>
                  </a:lnTo>
                  <a:cubicBezTo>
                    <a:pt x="288825" y="252806"/>
                    <a:pt x="288825" y="255359"/>
                    <a:pt x="287547" y="257274"/>
                  </a:cubicBezTo>
                  <a:lnTo>
                    <a:pt x="287547" y="257274"/>
                  </a:lnTo>
                  <a:close/>
                </a:path>
              </a:pathLst>
            </a:custGeom>
            <a:solidFill>
              <a:srgbClr val="00A3E0"/>
            </a:solidFill>
            <a:ln w="6390" cap="flat">
              <a:noFill/>
              <a:prstDash val="solid"/>
              <a:miter/>
            </a:ln>
          </p:spPr>
          <p:txBody>
            <a:bodyPr rtlCol="0" anchor="ctr"/>
            <a:lstStyle/>
            <a:p>
              <a:endParaRPr lang="en-US"/>
            </a:p>
          </p:txBody>
        </p:sp>
        <p:sp>
          <p:nvSpPr>
            <p:cNvPr id="334" name="Graphic 4">
              <a:extLst>
                <a:ext uri="{FF2B5EF4-FFF2-40B4-BE49-F238E27FC236}">
                  <a16:creationId xmlns:a16="http://schemas.microsoft.com/office/drawing/2014/main" id="{3CCBDBFB-81E3-E74B-AC02-C4022E1EE2C1}"/>
                </a:ext>
              </a:extLst>
            </p:cNvPr>
            <p:cNvSpPr/>
            <p:nvPr/>
          </p:nvSpPr>
          <p:spPr>
            <a:xfrm>
              <a:off x="6237856" y="5019249"/>
              <a:ext cx="179557" cy="22982"/>
            </a:xfrm>
            <a:custGeom>
              <a:avLst/>
              <a:gdLst>
                <a:gd name="connsiteX0" fmla="*/ 12780 w 179557"/>
                <a:gd name="connsiteY0" fmla="*/ 639 h 22982"/>
                <a:gd name="connsiteX1" fmla="*/ 0 w 179557"/>
                <a:gd name="connsiteY1" fmla="*/ 22983 h 22982"/>
                <a:gd name="connsiteX2" fmla="*/ 39618 w 179557"/>
                <a:gd name="connsiteY2" fmla="*/ 22983 h 22982"/>
                <a:gd name="connsiteX3" fmla="*/ 39618 w 179557"/>
                <a:gd name="connsiteY3" fmla="*/ 22983 h 22982"/>
                <a:gd name="connsiteX4" fmla="*/ 89459 w 179557"/>
                <a:gd name="connsiteY4" fmla="*/ 22344 h 22982"/>
                <a:gd name="connsiteX5" fmla="*/ 179557 w 179557"/>
                <a:gd name="connsiteY5" fmla="*/ 21706 h 22982"/>
                <a:gd name="connsiteX6" fmla="*/ 166777 w 179557"/>
                <a:gd name="connsiteY6" fmla="*/ 0 h 2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557" h="22982">
                  <a:moveTo>
                    <a:pt x="12780" y="639"/>
                  </a:moveTo>
                  <a:lnTo>
                    <a:pt x="0" y="22983"/>
                  </a:lnTo>
                  <a:lnTo>
                    <a:pt x="39618" y="22983"/>
                  </a:lnTo>
                  <a:lnTo>
                    <a:pt x="39618" y="22983"/>
                  </a:lnTo>
                  <a:lnTo>
                    <a:pt x="89459" y="22344"/>
                  </a:lnTo>
                  <a:lnTo>
                    <a:pt x="179557" y="21706"/>
                  </a:lnTo>
                  <a:lnTo>
                    <a:pt x="166777" y="0"/>
                  </a:lnTo>
                  <a:close/>
                </a:path>
              </a:pathLst>
            </a:custGeom>
            <a:solidFill>
              <a:srgbClr val="00A3E0"/>
            </a:solidFill>
            <a:ln w="6390" cap="flat">
              <a:noFill/>
              <a:prstDash val="solid"/>
              <a:miter/>
            </a:ln>
          </p:spPr>
          <p:txBody>
            <a:bodyPr rtlCol="0" anchor="ctr"/>
            <a:lstStyle/>
            <a:p>
              <a:endParaRPr lang="en-US"/>
            </a:p>
          </p:txBody>
        </p:sp>
      </p:grpSp>
      <p:grpSp>
        <p:nvGrpSpPr>
          <p:cNvPr id="288" name="Graphic 4">
            <a:extLst>
              <a:ext uri="{FF2B5EF4-FFF2-40B4-BE49-F238E27FC236}">
                <a16:creationId xmlns:a16="http://schemas.microsoft.com/office/drawing/2014/main" id="{7AF018E7-1AE3-5D41-8910-FB808EAB7DC5}"/>
              </a:ext>
            </a:extLst>
          </p:cNvPr>
          <p:cNvGrpSpPr/>
          <p:nvPr/>
        </p:nvGrpSpPr>
        <p:grpSpPr>
          <a:xfrm>
            <a:off x="467743" y="3824168"/>
            <a:ext cx="361670" cy="361971"/>
            <a:chOff x="467743" y="4308712"/>
            <a:chExt cx="361670" cy="361971"/>
          </a:xfrm>
          <a:solidFill>
            <a:srgbClr val="00A3E0"/>
          </a:solidFill>
        </p:grpSpPr>
        <p:sp>
          <p:nvSpPr>
            <p:cNvPr id="289" name="Graphic 4">
              <a:extLst>
                <a:ext uri="{FF2B5EF4-FFF2-40B4-BE49-F238E27FC236}">
                  <a16:creationId xmlns:a16="http://schemas.microsoft.com/office/drawing/2014/main" id="{C2E6A887-D514-7E48-9F0B-817BAC940DC8}"/>
                </a:ext>
              </a:extLst>
            </p:cNvPr>
            <p:cNvSpPr/>
            <p:nvPr/>
          </p:nvSpPr>
          <p:spPr>
            <a:xfrm>
              <a:off x="467743" y="4308712"/>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0667 h 361971"/>
                <a:gd name="connsiteX4" fmla="*/ 361670 w 361670"/>
                <a:gd name="connsiteY4" fmla="*/ 180667 h 361971"/>
                <a:gd name="connsiteX5" fmla="*/ 180835 w 361670"/>
                <a:gd name="connsiteY5" fmla="*/ 0 h 361971"/>
                <a:gd name="connsiteX6" fmla="*/ 180835 w 361670"/>
                <a:gd name="connsiteY6" fmla="*/ 0 h 361971"/>
                <a:gd name="connsiteX7" fmla="*/ 180835 w 361670"/>
                <a:gd name="connsiteY7" fmla="*/ 349204 h 361971"/>
                <a:gd name="connsiteX8" fmla="*/ 12780 w 361670"/>
                <a:gd name="connsiteY8" fmla="*/ 181305 h 361971"/>
                <a:gd name="connsiteX9" fmla="*/ 180835 w 361670"/>
                <a:gd name="connsiteY9" fmla="*/ 12768 h 361971"/>
                <a:gd name="connsiteX10" fmla="*/ 348891 w 361670"/>
                <a:gd name="connsiteY10" fmla="*/ 181305 h 361971"/>
                <a:gd name="connsiteX11" fmla="*/ 348891 w 361670"/>
                <a:gd name="connsiteY11" fmla="*/ 181305 h 361971"/>
                <a:gd name="connsiteX12" fmla="*/ 180835 w 361670"/>
                <a:gd name="connsiteY12" fmla="*/ 349204 h 361971"/>
                <a:gd name="connsiteX13" fmla="*/ 180835 w 361670"/>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0" h="361971">
                  <a:moveTo>
                    <a:pt x="180835" y="0"/>
                  </a:moveTo>
                  <a:cubicBezTo>
                    <a:pt x="80513" y="0"/>
                    <a:pt x="0" y="81077"/>
                    <a:pt x="0" y="180667"/>
                  </a:cubicBezTo>
                  <a:cubicBezTo>
                    <a:pt x="0" y="280895"/>
                    <a:pt x="81152" y="361972"/>
                    <a:pt x="180835" y="361972"/>
                  </a:cubicBezTo>
                  <a:cubicBezTo>
                    <a:pt x="280518" y="361972"/>
                    <a:pt x="361670" y="280895"/>
                    <a:pt x="361670" y="180667"/>
                  </a:cubicBezTo>
                  <a:cubicBezTo>
                    <a:pt x="361670" y="180667"/>
                    <a:pt x="361670" y="180667"/>
                    <a:pt x="361670" y="180667"/>
                  </a:cubicBezTo>
                  <a:cubicBezTo>
                    <a:pt x="361670" y="81077"/>
                    <a:pt x="281157" y="0"/>
                    <a:pt x="180835" y="0"/>
                  </a:cubicBezTo>
                  <a:cubicBezTo>
                    <a:pt x="180835" y="0"/>
                    <a:pt x="180835" y="0"/>
                    <a:pt x="180835" y="0"/>
                  </a:cubicBezTo>
                  <a:close/>
                  <a:moveTo>
                    <a:pt x="180835" y="349204"/>
                  </a:moveTo>
                  <a:cubicBezTo>
                    <a:pt x="87542" y="349204"/>
                    <a:pt x="12780" y="273873"/>
                    <a:pt x="12780" y="181305"/>
                  </a:cubicBezTo>
                  <a:cubicBezTo>
                    <a:pt x="12780" y="88099"/>
                    <a:pt x="88181" y="12768"/>
                    <a:pt x="180835" y="12768"/>
                  </a:cubicBezTo>
                  <a:cubicBezTo>
                    <a:pt x="273489" y="12768"/>
                    <a:pt x="348891" y="88099"/>
                    <a:pt x="348891" y="181305"/>
                  </a:cubicBezTo>
                  <a:lnTo>
                    <a:pt x="348891" y="181305"/>
                  </a:lnTo>
                  <a:cubicBezTo>
                    <a:pt x="348891" y="273873"/>
                    <a:pt x="273489" y="349204"/>
                    <a:pt x="180835" y="349204"/>
                  </a:cubicBezTo>
                  <a:lnTo>
                    <a:pt x="180835" y="349204"/>
                  </a:lnTo>
                  <a:close/>
                </a:path>
              </a:pathLst>
            </a:custGeom>
            <a:solidFill>
              <a:srgbClr val="00A3E0"/>
            </a:solidFill>
            <a:ln w="6390" cap="flat">
              <a:noFill/>
              <a:prstDash val="solid"/>
              <a:miter/>
            </a:ln>
          </p:spPr>
          <p:txBody>
            <a:bodyPr rtlCol="0" anchor="ctr"/>
            <a:lstStyle/>
            <a:p>
              <a:endParaRPr lang="en-US"/>
            </a:p>
          </p:txBody>
        </p:sp>
        <p:sp>
          <p:nvSpPr>
            <p:cNvPr id="290" name="Graphic 4">
              <a:extLst>
                <a:ext uri="{FF2B5EF4-FFF2-40B4-BE49-F238E27FC236}">
                  <a16:creationId xmlns:a16="http://schemas.microsoft.com/office/drawing/2014/main" id="{59BC9B69-DCCE-4B4A-8765-17EFE84245B9}"/>
                </a:ext>
              </a:extLst>
            </p:cNvPr>
            <p:cNvSpPr/>
            <p:nvPr/>
          </p:nvSpPr>
          <p:spPr>
            <a:xfrm>
              <a:off x="538032" y="4378935"/>
              <a:ext cx="221091" cy="220886"/>
            </a:xfrm>
            <a:custGeom>
              <a:avLst/>
              <a:gdLst>
                <a:gd name="connsiteX0" fmla="*/ 110546 w 221091"/>
                <a:gd name="connsiteY0" fmla="*/ 0 h 220886"/>
                <a:gd name="connsiteX1" fmla="*/ 0 w 221091"/>
                <a:gd name="connsiteY1" fmla="*/ 110443 h 220886"/>
                <a:gd name="connsiteX2" fmla="*/ 110546 w 221091"/>
                <a:gd name="connsiteY2" fmla="*/ 220886 h 220886"/>
                <a:gd name="connsiteX3" fmla="*/ 221092 w 221091"/>
                <a:gd name="connsiteY3" fmla="*/ 110443 h 220886"/>
                <a:gd name="connsiteX4" fmla="*/ 110546 w 221091"/>
                <a:gd name="connsiteY4" fmla="*/ 0 h 220886"/>
                <a:gd name="connsiteX5" fmla="*/ 12780 w 221091"/>
                <a:gd name="connsiteY5" fmla="*/ 110443 h 220886"/>
                <a:gd name="connsiteX6" fmla="*/ 37062 w 221091"/>
                <a:gd name="connsiteY6" fmla="*/ 46603 h 220886"/>
                <a:gd name="connsiteX7" fmla="*/ 175084 w 221091"/>
                <a:gd name="connsiteY7" fmla="*/ 183859 h 220886"/>
                <a:gd name="connsiteX8" fmla="*/ 37701 w 221091"/>
                <a:gd name="connsiteY8" fmla="*/ 174921 h 220886"/>
                <a:gd name="connsiteX9" fmla="*/ 12780 w 221091"/>
                <a:gd name="connsiteY9" fmla="*/ 110443 h 220886"/>
                <a:gd name="connsiteX10" fmla="*/ 12780 w 221091"/>
                <a:gd name="connsiteY10" fmla="*/ 110443 h 220886"/>
                <a:gd name="connsiteX11" fmla="*/ 184030 w 221091"/>
                <a:gd name="connsiteY11" fmla="*/ 174921 h 220886"/>
                <a:gd name="connsiteX12" fmla="*/ 46008 w 221091"/>
                <a:gd name="connsiteY12" fmla="*/ 37666 h 220886"/>
                <a:gd name="connsiteX13" fmla="*/ 183391 w 221091"/>
                <a:gd name="connsiteY13" fmla="*/ 43411 h 220886"/>
                <a:gd name="connsiteX14" fmla="*/ 184030 w 221091"/>
                <a:gd name="connsiteY14" fmla="*/ 174921 h 220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1091" h="220886">
                  <a:moveTo>
                    <a:pt x="110546" y="0"/>
                  </a:moveTo>
                  <a:cubicBezTo>
                    <a:pt x="49842" y="0"/>
                    <a:pt x="0" y="49157"/>
                    <a:pt x="0" y="110443"/>
                  </a:cubicBezTo>
                  <a:cubicBezTo>
                    <a:pt x="0" y="171729"/>
                    <a:pt x="49203" y="220886"/>
                    <a:pt x="110546" y="220886"/>
                  </a:cubicBezTo>
                  <a:cubicBezTo>
                    <a:pt x="171889" y="220886"/>
                    <a:pt x="221092" y="171729"/>
                    <a:pt x="221092" y="110443"/>
                  </a:cubicBezTo>
                  <a:cubicBezTo>
                    <a:pt x="220453" y="49795"/>
                    <a:pt x="171250" y="639"/>
                    <a:pt x="110546" y="0"/>
                  </a:cubicBezTo>
                  <a:close/>
                  <a:moveTo>
                    <a:pt x="12780" y="110443"/>
                  </a:moveTo>
                  <a:cubicBezTo>
                    <a:pt x="12780" y="86822"/>
                    <a:pt x="21087" y="64478"/>
                    <a:pt x="37062" y="46603"/>
                  </a:cubicBezTo>
                  <a:lnTo>
                    <a:pt x="175084" y="183859"/>
                  </a:lnTo>
                  <a:cubicBezTo>
                    <a:pt x="134828" y="219609"/>
                    <a:pt x="72845" y="215140"/>
                    <a:pt x="37701" y="174921"/>
                  </a:cubicBezTo>
                  <a:cubicBezTo>
                    <a:pt x="21726" y="157046"/>
                    <a:pt x="12780" y="134064"/>
                    <a:pt x="12780" y="110443"/>
                  </a:cubicBezTo>
                  <a:lnTo>
                    <a:pt x="12780" y="110443"/>
                  </a:lnTo>
                  <a:close/>
                  <a:moveTo>
                    <a:pt x="184030" y="174921"/>
                  </a:moveTo>
                  <a:lnTo>
                    <a:pt x="46008" y="37666"/>
                  </a:lnTo>
                  <a:cubicBezTo>
                    <a:pt x="85625" y="1277"/>
                    <a:pt x="146969" y="3831"/>
                    <a:pt x="183391" y="43411"/>
                  </a:cubicBezTo>
                  <a:cubicBezTo>
                    <a:pt x="217897" y="80438"/>
                    <a:pt x="217897" y="137256"/>
                    <a:pt x="184030" y="174921"/>
                  </a:cubicBezTo>
                  <a:close/>
                </a:path>
              </a:pathLst>
            </a:custGeom>
            <a:solidFill>
              <a:srgbClr val="00A3E0"/>
            </a:solidFill>
            <a:ln w="6390" cap="flat">
              <a:noFill/>
              <a:prstDash val="solid"/>
              <a:miter/>
            </a:ln>
          </p:spPr>
          <p:txBody>
            <a:bodyPr rtlCol="0" anchor="ctr"/>
            <a:lstStyle/>
            <a:p>
              <a:endParaRPr lang="en-US"/>
            </a:p>
          </p:txBody>
        </p:sp>
      </p:grpSp>
      <p:grpSp>
        <p:nvGrpSpPr>
          <p:cNvPr id="291" name="Graphic 4">
            <a:extLst>
              <a:ext uri="{FF2B5EF4-FFF2-40B4-BE49-F238E27FC236}">
                <a16:creationId xmlns:a16="http://schemas.microsoft.com/office/drawing/2014/main" id="{7B021802-60A6-CD40-859C-DB3035E6DBCF}"/>
              </a:ext>
            </a:extLst>
          </p:cNvPr>
          <p:cNvGrpSpPr/>
          <p:nvPr/>
        </p:nvGrpSpPr>
        <p:grpSpPr>
          <a:xfrm>
            <a:off x="3607758" y="3824168"/>
            <a:ext cx="362948" cy="361971"/>
            <a:chOff x="3607758" y="4308712"/>
            <a:chExt cx="362948" cy="361971"/>
          </a:xfrm>
          <a:solidFill>
            <a:srgbClr val="00A3E0"/>
          </a:solidFill>
        </p:grpSpPr>
        <p:sp>
          <p:nvSpPr>
            <p:cNvPr id="292" name="Graphic 4">
              <a:extLst>
                <a:ext uri="{FF2B5EF4-FFF2-40B4-BE49-F238E27FC236}">
                  <a16:creationId xmlns:a16="http://schemas.microsoft.com/office/drawing/2014/main" id="{6301ADA9-CBA4-B04D-97FE-773814CBB830}"/>
                </a:ext>
              </a:extLst>
            </p:cNvPr>
            <p:cNvSpPr/>
            <p:nvPr/>
          </p:nvSpPr>
          <p:spPr>
            <a:xfrm>
              <a:off x="3607758" y="4308712"/>
              <a:ext cx="362948" cy="361971"/>
            </a:xfrm>
            <a:custGeom>
              <a:avLst/>
              <a:gdLst>
                <a:gd name="connsiteX0" fmla="*/ 181474 w 362948"/>
                <a:gd name="connsiteY0" fmla="*/ 0 h 361971"/>
                <a:gd name="connsiteX1" fmla="*/ 0 w 362948"/>
                <a:gd name="connsiteY1" fmla="*/ 180667 h 361971"/>
                <a:gd name="connsiteX2" fmla="*/ 181474 w 362948"/>
                <a:gd name="connsiteY2" fmla="*/ 361972 h 361971"/>
                <a:gd name="connsiteX3" fmla="*/ 362949 w 362948"/>
                <a:gd name="connsiteY3" fmla="*/ 181305 h 361971"/>
                <a:gd name="connsiteX4" fmla="*/ 362949 w 362948"/>
                <a:gd name="connsiteY4" fmla="*/ 181305 h 361971"/>
                <a:gd name="connsiteX5" fmla="*/ 181474 w 362948"/>
                <a:gd name="connsiteY5" fmla="*/ 0 h 361971"/>
                <a:gd name="connsiteX6" fmla="*/ 181474 w 362948"/>
                <a:gd name="connsiteY6" fmla="*/ 0 h 361971"/>
                <a:gd name="connsiteX7" fmla="*/ 181474 w 362948"/>
                <a:gd name="connsiteY7" fmla="*/ 349204 h 361971"/>
                <a:gd name="connsiteX8" fmla="*/ 12780 w 362948"/>
                <a:gd name="connsiteY8" fmla="*/ 181305 h 361971"/>
                <a:gd name="connsiteX9" fmla="*/ 180836 w 362948"/>
                <a:gd name="connsiteY9" fmla="*/ 12768 h 361971"/>
                <a:gd name="connsiteX10" fmla="*/ 349530 w 362948"/>
                <a:gd name="connsiteY10" fmla="*/ 180667 h 361971"/>
                <a:gd name="connsiteX11" fmla="*/ 349530 w 362948"/>
                <a:gd name="connsiteY11" fmla="*/ 180667 h 361971"/>
                <a:gd name="connsiteX12" fmla="*/ 181474 w 362948"/>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948" h="361971">
                  <a:moveTo>
                    <a:pt x="181474" y="0"/>
                  </a:moveTo>
                  <a:cubicBezTo>
                    <a:pt x="81152" y="0"/>
                    <a:pt x="0" y="81077"/>
                    <a:pt x="0" y="180667"/>
                  </a:cubicBezTo>
                  <a:cubicBezTo>
                    <a:pt x="0" y="280257"/>
                    <a:pt x="81152" y="361972"/>
                    <a:pt x="181474" y="361972"/>
                  </a:cubicBezTo>
                  <a:cubicBezTo>
                    <a:pt x="281796" y="361972"/>
                    <a:pt x="362949" y="280895"/>
                    <a:pt x="362949" y="181305"/>
                  </a:cubicBezTo>
                  <a:cubicBezTo>
                    <a:pt x="362949" y="181305"/>
                    <a:pt x="362949" y="181305"/>
                    <a:pt x="362949" y="181305"/>
                  </a:cubicBezTo>
                  <a:cubicBezTo>
                    <a:pt x="362310"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6" y="12768"/>
                  </a:cubicBezTo>
                  <a:cubicBezTo>
                    <a:pt x="274128" y="12768"/>
                    <a:pt x="349530" y="88099"/>
                    <a:pt x="349530" y="180667"/>
                  </a:cubicBezTo>
                  <a:lnTo>
                    <a:pt x="349530" y="180667"/>
                  </a:lnTo>
                  <a:cubicBezTo>
                    <a:pt x="349530" y="273873"/>
                    <a:pt x="274128" y="349204"/>
                    <a:pt x="181474" y="349204"/>
                  </a:cubicBezTo>
                  <a:close/>
                </a:path>
              </a:pathLst>
            </a:custGeom>
            <a:solidFill>
              <a:srgbClr val="00A3E0"/>
            </a:solidFill>
            <a:ln w="6390" cap="flat">
              <a:noFill/>
              <a:prstDash val="solid"/>
              <a:miter/>
            </a:ln>
          </p:spPr>
          <p:txBody>
            <a:bodyPr rtlCol="0" anchor="ctr"/>
            <a:lstStyle/>
            <a:p>
              <a:endParaRPr lang="en-US"/>
            </a:p>
          </p:txBody>
        </p:sp>
        <p:sp>
          <p:nvSpPr>
            <p:cNvPr id="293" name="Graphic 4">
              <a:extLst>
                <a:ext uri="{FF2B5EF4-FFF2-40B4-BE49-F238E27FC236}">
                  <a16:creationId xmlns:a16="http://schemas.microsoft.com/office/drawing/2014/main" id="{EC10C882-F362-FF41-8F0B-78D6608C8E2B}"/>
                </a:ext>
              </a:extLst>
            </p:cNvPr>
            <p:cNvSpPr/>
            <p:nvPr/>
          </p:nvSpPr>
          <p:spPr>
            <a:xfrm>
              <a:off x="3677728" y="4384681"/>
              <a:ext cx="223967" cy="183220"/>
            </a:xfrm>
            <a:custGeom>
              <a:avLst/>
              <a:gdLst>
                <a:gd name="connsiteX0" fmla="*/ 117255 w 223967"/>
                <a:gd name="connsiteY0" fmla="*/ 3192 h 183220"/>
                <a:gd name="connsiteX1" fmla="*/ 112143 w 223967"/>
                <a:gd name="connsiteY1" fmla="*/ 0 h 183220"/>
                <a:gd name="connsiteX2" fmla="*/ 112143 w 223967"/>
                <a:gd name="connsiteY2" fmla="*/ 0 h 183220"/>
                <a:gd name="connsiteX3" fmla="*/ 107031 w 223967"/>
                <a:gd name="connsiteY3" fmla="*/ 3192 h 183220"/>
                <a:gd name="connsiteX4" fmla="*/ 959 w 223967"/>
                <a:gd name="connsiteY4" fmla="*/ 173644 h 183220"/>
                <a:gd name="connsiteX5" fmla="*/ 959 w 223967"/>
                <a:gd name="connsiteY5" fmla="*/ 180028 h 183220"/>
                <a:gd name="connsiteX6" fmla="*/ 6709 w 223967"/>
                <a:gd name="connsiteY6" fmla="*/ 183220 h 183220"/>
                <a:gd name="connsiteX7" fmla="*/ 217577 w 223967"/>
                <a:gd name="connsiteY7" fmla="*/ 183220 h 183220"/>
                <a:gd name="connsiteX8" fmla="*/ 223967 w 223967"/>
                <a:gd name="connsiteY8" fmla="*/ 176836 h 183220"/>
                <a:gd name="connsiteX9" fmla="*/ 223328 w 223967"/>
                <a:gd name="connsiteY9" fmla="*/ 173644 h 183220"/>
                <a:gd name="connsiteX10" fmla="*/ 117255 w 223967"/>
                <a:gd name="connsiteY10" fmla="*/ 3192 h 183220"/>
                <a:gd name="connsiteX11" fmla="*/ 16933 w 223967"/>
                <a:gd name="connsiteY11" fmla="*/ 171091 h 183220"/>
                <a:gd name="connsiteX12" fmla="*/ 111504 w 223967"/>
                <a:gd name="connsiteY12" fmla="*/ 19152 h 183220"/>
                <a:gd name="connsiteX13" fmla="*/ 205437 w 223967"/>
                <a:gd name="connsiteY13" fmla="*/ 171091 h 183220"/>
                <a:gd name="connsiteX14" fmla="*/ 16933 w 223967"/>
                <a:gd name="connsiteY14" fmla="*/ 171091 h 183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3967" h="183220">
                  <a:moveTo>
                    <a:pt x="117255" y="3192"/>
                  </a:moveTo>
                  <a:cubicBezTo>
                    <a:pt x="115977" y="1277"/>
                    <a:pt x="114061" y="0"/>
                    <a:pt x="112143" y="0"/>
                  </a:cubicBezTo>
                  <a:lnTo>
                    <a:pt x="112143" y="0"/>
                  </a:lnTo>
                  <a:cubicBezTo>
                    <a:pt x="110226" y="0"/>
                    <a:pt x="107671" y="1277"/>
                    <a:pt x="107031" y="3192"/>
                  </a:cubicBezTo>
                  <a:lnTo>
                    <a:pt x="959" y="173644"/>
                  </a:lnTo>
                  <a:cubicBezTo>
                    <a:pt x="-320" y="175560"/>
                    <a:pt x="-320" y="178113"/>
                    <a:pt x="959" y="180028"/>
                  </a:cubicBezTo>
                  <a:cubicBezTo>
                    <a:pt x="2237" y="181944"/>
                    <a:pt x="4154" y="183220"/>
                    <a:pt x="6709" y="183220"/>
                  </a:cubicBezTo>
                  <a:lnTo>
                    <a:pt x="217577" y="183220"/>
                  </a:lnTo>
                  <a:cubicBezTo>
                    <a:pt x="221411" y="183220"/>
                    <a:pt x="223967" y="180028"/>
                    <a:pt x="223967" y="176836"/>
                  </a:cubicBezTo>
                  <a:cubicBezTo>
                    <a:pt x="223967" y="175560"/>
                    <a:pt x="223328" y="174283"/>
                    <a:pt x="223328" y="173644"/>
                  </a:cubicBezTo>
                  <a:lnTo>
                    <a:pt x="117255" y="3192"/>
                  </a:lnTo>
                  <a:close/>
                  <a:moveTo>
                    <a:pt x="16933" y="171091"/>
                  </a:moveTo>
                  <a:lnTo>
                    <a:pt x="111504" y="19152"/>
                  </a:lnTo>
                  <a:lnTo>
                    <a:pt x="205437" y="171091"/>
                  </a:lnTo>
                  <a:lnTo>
                    <a:pt x="16933" y="171091"/>
                  </a:lnTo>
                  <a:close/>
                </a:path>
              </a:pathLst>
            </a:custGeom>
            <a:solidFill>
              <a:srgbClr val="00A3E0"/>
            </a:solidFill>
            <a:ln w="6390" cap="flat">
              <a:noFill/>
              <a:prstDash val="solid"/>
              <a:miter/>
            </a:ln>
          </p:spPr>
          <p:txBody>
            <a:bodyPr rtlCol="0" anchor="ctr"/>
            <a:lstStyle/>
            <a:p>
              <a:endParaRPr lang="en-US"/>
            </a:p>
          </p:txBody>
        </p:sp>
      </p:grpSp>
      <p:grpSp>
        <p:nvGrpSpPr>
          <p:cNvPr id="304" name="Graphic 4">
            <a:extLst>
              <a:ext uri="{FF2B5EF4-FFF2-40B4-BE49-F238E27FC236}">
                <a16:creationId xmlns:a16="http://schemas.microsoft.com/office/drawing/2014/main" id="{E25A5527-6DEE-D341-A3C5-E85F513E0E83}"/>
              </a:ext>
            </a:extLst>
          </p:cNvPr>
          <p:cNvGrpSpPr/>
          <p:nvPr/>
        </p:nvGrpSpPr>
        <p:grpSpPr>
          <a:xfrm>
            <a:off x="2560447" y="3824168"/>
            <a:ext cx="362309" cy="361971"/>
            <a:chOff x="2560447" y="4308712"/>
            <a:chExt cx="362309" cy="361971"/>
          </a:xfrm>
          <a:solidFill>
            <a:srgbClr val="00A3E0"/>
          </a:solidFill>
        </p:grpSpPr>
        <p:sp>
          <p:nvSpPr>
            <p:cNvPr id="305" name="Graphic 4">
              <a:extLst>
                <a:ext uri="{FF2B5EF4-FFF2-40B4-BE49-F238E27FC236}">
                  <a16:creationId xmlns:a16="http://schemas.microsoft.com/office/drawing/2014/main" id="{9F7B87C3-8CDE-A644-A369-5CFDA2A090A0}"/>
                </a:ext>
              </a:extLst>
            </p:cNvPr>
            <p:cNvSpPr/>
            <p:nvPr/>
          </p:nvSpPr>
          <p:spPr>
            <a:xfrm>
              <a:off x="2560447" y="430871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181474 w 362309"/>
                <a:gd name="connsiteY7" fmla="*/ 349204 h 361971"/>
                <a:gd name="connsiteX8" fmla="*/ 12780 w 362309"/>
                <a:gd name="connsiteY8" fmla="*/ 181305 h 361971"/>
                <a:gd name="connsiteX9" fmla="*/ 180835 w 362309"/>
                <a:gd name="connsiteY9" fmla="*/ 12768 h 361971"/>
                <a:gd name="connsiteX10" fmla="*/ 349529 w 362309"/>
                <a:gd name="connsiteY10" fmla="*/ 180667 h 361971"/>
                <a:gd name="connsiteX11" fmla="*/ 349529 w 362309"/>
                <a:gd name="connsiteY11" fmla="*/ 180667 h 361971"/>
                <a:gd name="connsiteX12" fmla="*/ 181474 w 362309"/>
                <a:gd name="connsiteY12" fmla="*/ 349204 h 361971"/>
                <a:gd name="connsiteX13" fmla="*/ 181474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lnTo>
                    <a:pt x="181474" y="0"/>
                  </a:ln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lnTo>
                    <a:pt x="181474" y="349204"/>
                  </a:lnTo>
                  <a:close/>
                </a:path>
              </a:pathLst>
            </a:custGeom>
            <a:solidFill>
              <a:srgbClr val="00A3E0"/>
            </a:solidFill>
            <a:ln w="6390" cap="flat">
              <a:noFill/>
              <a:prstDash val="solid"/>
              <a:miter/>
            </a:ln>
          </p:spPr>
          <p:txBody>
            <a:bodyPr rtlCol="0" anchor="ctr"/>
            <a:lstStyle/>
            <a:p>
              <a:endParaRPr lang="en-US"/>
            </a:p>
          </p:txBody>
        </p:sp>
        <p:sp>
          <p:nvSpPr>
            <p:cNvPr id="306" name="Graphic 4">
              <a:extLst>
                <a:ext uri="{FF2B5EF4-FFF2-40B4-BE49-F238E27FC236}">
                  <a16:creationId xmlns:a16="http://schemas.microsoft.com/office/drawing/2014/main" id="{ECD19244-2B7B-C24E-9382-2F673A060434}"/>
                </a:ext>
              </a:extLst>
            </p:cNvPr>
            <p:cNvSpPr/>
            <p:nvPr/>
          </p:nvSpPr>
          <p:spPr>
            <a:xfrm>
              <a:off x="2646072" y="4394257"/>
              <a:ext cx="191059" cy="190880"/>
            </a:xfrm>
            <a:custGeom>
              <a:avLst/>
              <a:gdLst>
                <a:gd name="connsiteX0" fmla="*/ 184669 w 191059"/>
                <a:gd name="connsiteY0" fmla="*/ 0 h 190880"/>
                <a:gd name="connsiteX1" fmla="*/ 6390 w 191059"/>
                <a:gd name="connsiteY1" fmla="*/ 0 h 190880"/>
                <a:gd name="connsiteX2" fmla="*/ 0 w 191059"/>
                <a:gd name="connsiteY2" fmla="*/ 6384 h 190880"/>
                <a:gd name="connsiteX3" fmla="*/ 0 w 191059"/>
                <a:gd name="connsiteY3" fmla="*/ 184497 h 190880"/>
                <a:gd name="connsiteX4" fmla="*/ 6390 w 191059"/>
                <a:gd name="connsiteY4" fmla="*/ 190881 h 190880"/>
                <a:gd name="connsiteX5" fmla="*/ 184669 w 191059"/>
                <a:gd name="connsiteY5" fmla="*/ 190881 h 190880"/>
                <a:gd name="connsiteX6" fmla="*/ 191059 w 191059"/>
                <a:gd name="connsiteY6" fmla="*/ 184497 h 190880"/>
                <a:gd name="connsiteX7" fmla="*/ 191059 w 191059"/>
                <a:gd name="connsiteY7" fmla="*/ 6384 h 190880"/>
                <a:gd name="connsiteX8" fmla="*/ 184669 w 191059"/>
                <a:gd name="connsiteY8" fmla="*/ 0 h 190880"/>
                <a:gd name="connsiteX9" fmla="*/ 178279 w 191059"/>
                <a:gd name="connsiteY9" fmla="*/ 178113 h 190880"/>
                <a:gd name="connsiteX10" fmla="*/ 12780 w 191059"/>
                <a:gd name="connsiteY10" fmla="*/ 178113 h 190880"/>
                <a:gd name="connsiteX11" fmla="*/ 12780 w 191059"/>
                <a:gd name="connsiteY11" fmla="*/ 12768 h 190880"/>
                <a:gd name="connsiteX12" fmla="*/ 178279 w 191059"/>
                <a:gd name="connsiteY12" fmla="*/ 12768 h 190880"/>
                <a:gd name="connsiteX13" fmla="*/ 178279 w 191059"/>
                <a:gd name="connsiteY13" fmla="*/ 178113 h 190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059" h="190880">
                  <a:moveTo>
                    <a:pt x="184669" y="0"/>
                  </a:moveTo>
                  <a:lnTo>
                    <a:pt x="6390" y="0"/>
                  </a:lnTo>
                  <a:cubicBezTo>
                    <a:pt x="2556" y="0"/>
                    <a:pt x="0" y="2553"/>
                    <a:pt x="0" y="6384"/>
                  </a:cubicBezTo>
                  <a:lnTo>
                    <a:pt x="0" y="184497"/>
                  </a:lnTo>
                  <a:cubicBezTo>
                    <a:pt x="0" y="188327"/>
                    <a:pt x="2556" y="190881"/>
                    <a:pt x="6390" y="190881"/>
                  </a:cubicBezTo>
                  <a:lnTo>
                    <a:pt x="184669" y="190881"/>
                  </a:lnTo>
                  <a:cubicBezTo>
                    <a:pt x="188503" y="190881"/>
                    <a:pt x="191059" y="188327"/>
                    <a:pt x="191059" y="184497"/>
                  </a:cubicBezTo>
                  <a:lnTo>
                    <a:pt x="191059" y="6384"/>
                  </a:lnTo>
                  <a:cubicBezTo>
                    <a:pt x="191059" y="2553"/>
                    <a:pt x="188503" y="0"/>
                    <a:pt x="184669" y="0"/>
                  </a:cubicBezTo>
                  <a:close/>
                  <a:moveTo>
                    <a:pt x="178279" y="178113"/>
                  </a:moveTo>
                  <a:lnTo>
                    <a:pt x="12780" y="178113"/>
                  </a:lnTo>
                  <a:lnTo>
                    <a:pt x="12780" y="12768"/>
                  </a:lnTo>
                  <a:lnTo>
                    <a:pt x="178279" y="12768"/>
                  </a:lnTo>
                  <a:lnTo>
                    <a:pt x="178279" y="178113"/>
                  </a:lnTo>
                  <a:close/>
                </a:path>
              </a:pathLst>
            </a:custGeom>
            <a:solidFill>
              <a:srgbClr val="00A3E0"/>
            </a:solidFill>
            <a:ln w="6390" cap="flat">
              <a:noFill/>
              <a:prstDash val="solid"/>
              <a:miter/>
            </a:ln>
          </p:spPr>
          <p:txBody>
            <a:bodyPr rtlCol="0" anchor="ctr"/>
            <a:lstStyle/>
            <a:p>
              <a:endParaRPr lang="en-US"/>
            </a:p>
          </p:txBody>
        </p:sp>
      </p:grpSp>
      <p:grpSp>
        <p:nvGrpSpPr>
          <p:cNvPr id="308" name="Graphic 4">
            <a:extLst>
              <a:ext uri="{FF2B5EF4-FFF2-40B4-BE49-F238E27FC236}">
                <a16:creationId xmlns:a16="http://schemas.microsoft.com/office/drawing/2014/main" id="{A674E80A-D1F1-F04F-AAE0-D1F50B69C408}"/>
              </a:ext>
            </a:extLst>
          </p:cNvPr>
          <p:cNvGrpSpPr/>
          <p:nvPr/>
        </p:nvGrpSpPr>
        <p:grpSpPr>
          <a:xfrm>
            <a:off x="905454" y="3824168"/>
            <a:ext cx="362309" cy="361971"/>
            <a:chOff x="905454" y="4308712"/>
            <a:chExt cx="362309" cy="361971"/>
          </a:xfrm>
          <a:solidFill>
            <a:srgbClr val="00A3E0"/>
          </a:solidFill>
        </p:grpSpPr>
        <p:sp>
          <p:nvSpPr>
            <p:cNvPr id="309" name="Graphic 4">
              <a:extLst>
                <a:ext uri="{FF2B5EF4-FFF2-40B4-BE49-F238E27FC236}">
                  <a16:creationId xmlns:a16="http://schemas.microsoft.com/office/drawing/2014/main" id="{9ADE683B-DA3C-E14C-8CE2-1FE57CDE675C}"/>
                </a:ext>
              </a:extLst>
            </p:cNvPr>
            <p:cNvSpPr/>
            <p:nvPr/>
          </p:nvSpPr>
          <p:spPr>
            <a:xfrm>
              <a:off x="989076" y="4425538"/>
              <a:ext cx="161112" cy="161116"/>
            </a:xfrm>
            <a:custGeom>
              <a:avLst/>
              <a:gdLst>
                <a:gd name="connsiteX0" fmla="*/ 23728 w 161112"/>
                <a:gd name="connsiteY0" fmla="*/ 0 h 161116"/>
                <a:gd name="connsiteX1" fmla="*/ 33313 w 161112"/>
                <a:gd name="connsiteY1" fmla="*/ 137256 h 161116"/>
                <a:gd name="connsiteX2" fmla="*/ 161112 w 161112"/>
                <a:gd name="connsiteY2" fmla="*/ 136617 h 161116"/>
                <a:gd name="connsiteX3" fmla="*/ 23728 w 161112"/>
                <a:gd name="connsiteY3" fmla="*/ 0 h 161116"/>
              </a:gdLst>
              <a:ahLst/>
              <a:cxnLst>
                <a:cxn ang="0">
                  <a:pos x="connsiteX0" y="connsiteY0"/>
                </a:cxn>
                <a:cxn ang="0">
                  <a:pos x="connsiteX1" y="connsiteY1"/>
                </a:cxn>
                <a:cxn ang="0">
                  <a:pos x="connsiteX2" y="connsiteY2"/>
                </a:cxn>
                <a:cxn ang="0">
                  <a:pos x="connsiteX3" y="connsiteY3"/>
                </a:cxn>
              </a:cxnLst>
              <a:rect l="l" t="t" r="r" b="b"/>
              <a:pathLst>
                <a:path w="161112" h="161116">
                  <a:moveTo>
                    <a:pt x="23728" y="0"/>
                  </a:moveTo>
                  <a:cubicBezTo>
                    <a:pt x="-11416" y="40858"/>
                    <a:pt x="-6943" y="102144"/>
                    <a:pt x="33313" y="137256"/>
                  </a:cubicBezTo>
                  <a:cubicBezTo>
                    <a:pt x="70375" y="169176"/>
                    <a:pt x="124689" y="169176"/>
                    <a:pt x="161112" y="136617"/>
                  </a:cubicBezTo>
                  <a:lnTo>
                    <a:pt x="23728" y="0"/>
                  </a:lnTo>
                  <a:close/>
                </a:path>
              </a:pathLst>
            </a:custGeom>
            <a:solidFill>
              <a:srgbClr val="00A3E0"/>
            </a:solidFill>
            <a:ln w="6390" cap="flat">
              <a:noFill/>
              <a:prstDash val="solid"/>
              <a:miter/>
            </a:ln>
          </p:spPr>
          <p:txBody>
            <a:bodyPr rtlCol="0" anchor="ctr"/>
            <a:lstStyle/>
            <a:p>
              <a:endParaRPr lang="en-US"/>
            </a:p>
          </p:txBody>
        </p:sp>
        <p:sp>
          <p:nvSpPr>
            <p:cNvPr id="310" name="Graphic 4">
              <a:extLst>
                <a:ext uri="{FF2B5EF4-FFF2-40B4-BE49-F238E27FC236}">
                  <a16:creationId xmlns:a16="http://schemas.microsoft.com/office/drawing/2014/main" id="{3ED8E8E7-BCD8-0648-B33A-C8512D8E2E8F}"/>
                </a:ext>
              </a:extLst>
            </p:cNvPr>
            <p:cNvSpPr/>
            <p:nvPr/>
          </p:nvSpPr>
          <p:spPr>
            <a:xfrm>
              <a:off x="1021750" y="4391703"/>
              <a:ext cx="162503" cy="162153"/>
            </a:xfrm>
            <a:custGeom>
              <a:avLst/>
              <a:gdLst>
                <a:gd name="connsiteX0" fmla="*/ 64538 w 162503"/>
                <a:gd name="connsiteY0" fmla="*/ 0 h 162153"/>
                <a:gd name="connsiteX1" fmla="*/ 0 w 162503"/>
                <a:gd name="connsiteY1" fmla="*/ 24898 h 162153"/>
                <a:gd name="connsiteX2" fmla="*/ 138023 w 162503"/>
                <a:gd name="connsiteY2" fmla="*/ 162153 h 162153"/>
                <a:gd name="connsiteX3" fmla="*/ 129077 w 162503"/>
                <a:gd name="connsiteY3" fmla="*/ 24898 h 162153"/>
                <a:gd name="connsiteX4" fmla="*/ 64538 w 162503"/>
                <a:gd name="connsiteY4" fmla="*/ 0 h 162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503" h="162153">
                  <a:moveTo>
                    <a:pt x="64538" y="0"/>
                  </a:moveTo>
                  <a:cubicBezTo>
                    <a:pt x="40896" y="0"/>
                    <a:pt x="17892" y="8938"/>
                    <a:pt x="0" y="24898"/>
                  </a:cubicBezTo>
                  <a:lnTo>
                    <a:pt x="138023" y="162153"/>
                  </a:lnTo>
                  <a:cubicBezTo>
                    <a:pt x="173806" y="121934"/>
                    <a:pt x="169972" y="60010"/>
                    <a:pt x="129077" y="24898"/>
                  </a:cubicBezTo>
                  <a:cubicBezTo>
                    <a:pt x="111185" y="8938"/>
                    <a:pt x="88181" y="0"/>
                    <a:pt x="64538" y="0"/>
                  </a:cubicBezTo>
                  <a:close/>
                </a:path>
              </a:pathLst>
            </a:custGeom>
            <a:solidFill>
              <a:srgbClr val="00A3E0"/>
            </a:solidFill>
            <a:ln w="6390" cap="flat">
              <a:noFill/>
              <a:prstDash val="solid"/>
              <a:miter/>
            </a:ln>
          </p:spPr>
          <p:txBody>
            <a:bodyPr rtlCol="0" anchor="ctr"/>
            <a:lstStyle/>
            <a:p>
              <a:endParaRPr lang="en-US"/>
            </a:p>
          </p:txBody>
        </p:sp>
        <p:sp>
          <p:nvSpPr>
            <p:cNvPr id="311" name="Graphic 4">
              <a:extLst>
                <a:ext uri="{FF2B5EF4-FFF2-40B4-BE49-F238E27FC236}">
                  <a16:creationId xmlns:a16="http://schemas.microsoft.com/office/drawing/2014/main" id="{66EC5305-A2B4-1F4D-AC73-3CC566403E0E}"/>
                </a:ext>
              </a:extLst>
            </p:cNvPr>
            <p:cNvSpPr/>
            <p:nvPr/>
          </p:nvSpPr>
          <p:spPr>
            <a:xfrm>
              <a:off x="905454" y="4308712"/>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291110 h 361971"/>
                <a:gd name="connsiteX7" fmla="*/ 70289 w 362309"/>
                <a:gd name="connsiteY7" fmla="*/ 180667 h 361971"/>
                <a:gd name="connsiteX8" fmla="*/ 180835 w 362309"/>
                <a:gd name="connsiteY8" fmla="*/ 70224 h 361971"/>
                <a:gd name="connsiteX9" fmla="*/ 291381 w 362309"/>
                <a:gd name="connsiteY9" fmla="*/ 180667 h 361971"/>
                <a:gd name="connsiteX10" fmla="*/ 180835 w 362309"/>
                <a:gd name="connsiteY10" fmla="*/ 29111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1077"/>
                    <a:pt x="281157" y="0"/>
                    <a:pt x="180835" y="0"/>
                  </a:cubicBezTo>
                  <a:close/>
                  <a:moveTo>
                    <a:pt x="180835" y="291110"/>
                  </a:moveTo>
                  <a:cubicBezTo>
                    <a:pt x="120131" y="291110"/>
                    <a:pt x="70289" y="241953"/>
                    <a:pt x="70289" y="180667"/>
                  </a:cubicBezTo>
                  <a:cubicBezTo>
                    <a:pt x="70289" y="120019"/>
                    <a:pt x="119492" y="70224"/>
                    <a:pt x="180835" y="70224"/>
                  </a:cubicBezTo>
                  <a:cubicBezTo>
                    <a:pt x="242179" y="70224"/>
                    <a:pt x="291381" y="119381"/>
                    <a:pt x="291381" y="180667"/>
                  </a:cubicBezTo>
                  <a:cubicBezTo>
                    <a:pt x="291381" y="241953"/>
                    <a:pt x="241540" y="291110"/>
                    <a:pt x="180835" y="291110"/>
                  </a:cubicBezTo>
                  <a:close/>
                </a:path>
              </a:pathLst>
            </a:custGeom>
            <a:solidFill>
              <a:srgbClr val="00A3E0"/>
            </a:solidFill>
            <a:ln w="6390" cap="flat">
              <a:noFill/>
              <a:prstDash val="solid"/>
              <a:miter/>
            </a:ln>
          </p:spPr>
          <p:txBody>
            <a:bodyPr rtlCol="0" anchor="ctr"/>
            <a:lstStyle/>
            <a:p>
              <a:endParaRPr lang="en-US"/>
            </a:p>
          </p:txBody>
        </p:sp>
      </p:grpSp>
      <p:grpSp>
        <p:nvGrpSpPr>
          <p:cNvPr id="312" name="Graphic 4">
            <a:extLst>
              <a:ext uri="{FF2B5EF4-FFF2-40B4-BE49-F238E27FC236}">
                <a16:creationId xmlns:a16="http://schemas.microsoft.com/office/drawing/2014/main" id="{AFC87A29-6025-8142-9F3E-5BC6F6910EED}"/>
              </a:ext>
            </a:extLst>
          </p:cNvPr>
          <p:cNvGrpSpPr/>
          <p:nvPr/>
        </p:nvGrpSpPr>
        <p:grpSpPr>
          <a:xfrm>
            <a:off x="4045469" y="3824168"/>
            <a:ext cx="362309" cy="361971"/>
            <a:chOff x="4045469" y="4308712"/>
            <a:chExt cx="362309" cy="361971"/>
          </a:xfrm>
          <a:solidFill>
            <a:srgbClr val="00A3E0"/>
          </a:solidFill>
        </p:grpSpPr>
        <p:sp>
          <p:nvSpPr>
            <p:cNvPr id="313" name="Graphic 4">
              <a:extLst>
                <a:ext uri="{FF2B5EF4-FFF2-40B4-BE49-F238E27FC236}">
                  <a16:creationId xmlns:a16="http://schemas.microsoft.com/office/drawing/2014/main" id="{2C485730-B12D-B146-9906-7087E6E67DC3}"/>
                </a:ext>
              </a:extLst>
            </p:cNvPr>
            <p:cNvSpPr/>
            <p:nvPr/>
          </p:nvSpPr>
          <p:spPr>
            <a:xfrm>
              <a:off x="4133011" y="4403833"/>
              <a:ext cx="187864" cy="151938"/>
            </a:xfrm>
            <a:custGeom>
              <a:avLst/>
              <a:gdLst>
                <a:gd name="connsiteX0" fmla="*/ 0 w 187864"/>
                <a:gd name="connsiteY0" fmla="*/ 151939 h 151938"/>
                <a:gd name="connsiteX1" fmla="*/ 187864 w 187864"/>
                <a:gd name="connsiteY1" fmla="*/ 151939 h 151938"/>
                <a:gd name="connsiteX2" fmla="*/ 94571 w 187864"/>
                <a:gd name="connsiteY2" fmla="*/ 0 h 151938"/>
              </a:gdLst>
              <a:ahLst/>
              <a:cxnLst>
                <a:cxn ang="0">
                  <a:pos x="connsiteX0" y="connsiteY0"/>
                </a:cxn>
                <a:cxn ang="0">
                  <a:pos x="connsiteX1" y="connsiteY1"/>
                </a:cxn>
                <a:cxn ang="0">
                  <a:pos x="connsiteX2" y="connsiteY2"/>
                </a:cxn>
              </a:cxnLst>
              <a:rect l="l" t="t" r="r" b="b"/>
              <a:pathLst>
                <a:path w="187864" h="151938">
                  <a:moveTo>
                    <a:pt x="0" y="151939"/>
                  </a:moveTo>
                  <a:lnTo>
                    <a:pt x="187864" y="151939"/>
                  </a:lnTo>
                  <a:lnTo>
                    <a:pt x="94571" y="0"/>
                  </a:lnTo>
                  <a:close/>
                </a:path>
              </a:pathLst>
            </a:custGeom>
            <a:solidFill>
              <a:srgbClr val="00A3E0"/>
            </a:solidFill>
            <a:ln w="6390" cap="flat">
              <a:noFill/>
              <a:prstDash val="solid"/>
              <a:miter/>
            </a:ln>
          </p:spPr>
          <p:txBody>
            <a:bodyPr rtlCol="0" anchor="ctr"/>
            <a:lstStyle/>
            <a:p>
              <a:endParaRPr lang="en-US"/>
            </a:p>
          </p:txBody>
        </p:sp>
        <p:sp>
          <p:nvSpPr>
            <p:cNvPr id="314" name="Graphic 4">
              <a:extLst>
                <a:ext uri="{FF2B5EF4-FFF2-40B4-BE49-F238E27FC236}">
                  <a16:creationId xmlns:a16="http://schemas.microsoft.com/office/drawing/2014/main" id="{3E957BF3-1421-494A-BCF5-31071CC36886}"/>
                </a:ext>
              </a:extLst>
            </p:cNvPr>
            <p:cNvSpPr/>
            <p:nvPr/>
          </p:nvSpPr>
          <p:spPr>
            <a:xfrm>
              <a:off x="4045469" y="4308712"/>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92659 w 362309"/>
                <a:gd name="connsiteY6" fmla="*/ 256636 h 361971"/>
                <a:gd name="connsiteX7" fmla="*/ 286908 w 362309"/>
                <a:gd name="connsiteY7" fmla="*/ 259828 h 361971"/>
                <a:gd name="connsiteX8" fmla="*/ 76040 w 362309"/>
                <a:gd name="connsiteY8" fmla="*/ 259828 h 361971"/>
                <a:gd name="connsiteX9" fmla="*/ 70289 w 362309"/>
                <a:gd name="connsiteY9" fmla="*/ 256636 h 361971"/>
                <a:gd name="connsiteX10" fmla="*/ 70289 w 362309"/>
                <a:gd name="connsiteY10" fmla="*/ 250252 h 361971"/>
                <a:gd name="connsiteX11" fmla="*/ 176363 w 362309"/>
                <a:gd name="connsiteY11" fmla="*/ 79800 h 361971"/>
                <a:gd name="connsiteX12" fmla="*/ 181474 w 362309"/>
                <a:gd name="connsiteY12" fmla="*/ 76608 h 361971"/>
                <a:gd name="connsiteX13" fmla="*/ 181474 w 362309"/>
                <a:gd name="connsiteY13" fmla="*/ 76608 h 361971"/>
                <a:gd name="connsiteX14" fmla="*/ 186586 w 362309"/>
                <a:gd name="connsiteY14" fmla="*/ 79800 h 361971"/>
                <a:gd name="connsiteX15" fmla="*/ 291381 w 362309"/>
                <a:gd name="connsiteY15" fmla="*/ 250252 h 361971"/>
                <a:gd name="connsiteX16" fmla="*/ 292659 w 362309"/>
                <a:gd name="connsiteY16" fmla="*/ 256636 h 361971"/>
                <a:gd name="connsiteX17" fmla="*/ 292659 w 362309"/>
                <a:gd name="connsiteY17" fmla="*/ 25663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cubicBezTo>
                    <a:pt x="362310" y="181305"/>
                    <a:pt x="362310" y="181305"/>
                    <a:pt x="362310" y="181305"/>
                  </a:cubicBezTo>
                  <a:cubicBezTo>
                    <a:pt x="362310" y="81077"/>
                    <a:pt x="281796" y="0"/>
                    <a:pt x="181474" y="0"/>
                  </a:cubicBezTo>
                  <a:close/>
                  <a:moveTo>
                    <a:pt x="292659" y="256636"/>
                  </a:moveTo>
                  <a:cubicBezTo>
                    <a:pt x="291381" y="258551"/>
                    <a:pt x="289464" y="259828"/>
                    <a:pt x="286908" y="259828"/>
                  </a:cubicBezTo>
                  <a:lnTo>
                    <a:pt x="76040" y="259828"/>
                  </a:lnTo>
                  <a:cubicBezTo>
                    <a:pt x="73484" y="259828"/>
                    <a:pt x="71567" y="258551"/>
                    <a:pt x="70289" y="256636"/>
                  </a:cubicBezTo>
                  <a:cubicBezTo>
                    <a:pt x="69012" y="254721"/>
                    <a:pt x="69012" y="252167"/>
                    <a:pt x="70289" y="250252"/>
                  </a:cubicBezTo>
                  <a:lnTo>
                    <a:pt x="176363" y="79800"/>
                  </a:lnTo>
                  <a:cubicBezTo>
                    <a:pt x="177641" y="77885"/>
                    <a:pt x="179557" y="76608"/>
                    <a:pt x="181474" y="76608"/>
                  </a:cubicBezTo>
                  <a:lnTo>
                    <a:pt x="181474" y="76608"/>
                  </a:lnTo>
                  <a:cubicBezTo>
                    <a:pt x="183391" y="76608"/>
                    <a:pt x="185947" y="77885"/>
                    <a:pt x="186586" y="79800"/>
                  </a:cubicBezTo>
                  <a:lnTo>
                    <a:pt x="291381" y="250252"/>
                  </a:lnTo>
                  <a:cubicBezTo>
                    <a:pt x="293298" y="252167"/>
                    <a:pt x="293298" y="254721"/>
                    <a:pt x="292659" y="256636"/>
                  </a:cubicBezTo>
                  <a:lnTo>
                    <a:pt x="292659" y="256636"/>
                  </a:lnTo>
                  <a:close/>
                </a:path>
              </a:pathLst>
            </a:custGeom>
            <a:solidFill>
              <a:srgbClr val="00A3E0"/>
            </a:solidFill>
            <a:ln w="6390" cap="flat">
              <a:noFill/>
              <a:prstDash val="solid"/>
              <a:miter/>
            </a:ln>
          </p:spPr>
          <p:txBody>
            <a:bodyPr rtlCol="0" anchor="ctr"/>
            <a:lstStyle/>
            <a:p>
              <a:endParaRPr lang="en-US"/>
            </a:p>
          </p:txBody>
        </p:sp>
      </p:grpSp>
      <p:grpSp>
        <p:nvGrpSpPr>
          <p:cNvPr id="317" name="Graphic 4">
            <a:extLst>
              <a:ext uri="{FF2B5EF4-FFF2-40B4-BE49-F238E27FC236}">
                <a16:creationId xmlns:a16="http://schemas.microsoft.com/office/drawing/2014/main" id="{596A0E73-BBB7-3940-B764-16AF921778F5}"/>
              </a:ext>
            </a:extLst>
          </p:cNvPr>
          <p:cNvGrpSpPr/>
          <p:nvPr/>
        </p:nvGrpSpPr>
        <p:grpSpPr>
          <a:xfrm>
            <a:off x="2998797" y="3824168"/>
            <a:ext cx="362309" cy="361971"/>
            <a:chOff x="2998797" y="4308712"/>
            <a:chExt cx="362309" cy="361971"/>
          </a:xfrm>
          <a:solidFill>
            <a:srgbClr val="00A3E0"/>
          </a:solidFill>
        </p:grpSpPr>
        <p:sp>
          <p:nvSpPr>
            <p:cNvPr id="318" name="Graphic 4">
              <a:extLst>
                <a:ext uri="{FF2B5EF4-FFF2-40B4-BE49-F238E27FC236}">
                  <a16:creationId xmlns:a16="http://schemas.microsoft.com/office/drawing/2014/main" id="{E03F1A10-6158-6148-9B48-4778479A50DB}"/>
                </a:ext>
              </a:extLst>
            </p:cNvPr>
            <p:cNvSpPr/>
            <p:nvPr/>
          </p:nvSpPr>
          <p:spPr>
            <a:xfrm>
              <a:off x="3097202" y="4407025"/>
              <a:ext cx="165499" cy="165345"/>
            </a:xfrm>
            <a:custGeom>
              <a:avLst/>
              <a:gdLst>
                <a:gd name="connsiteX0" fmla="*/ 0 w 165499"/>
                <a:gd name="connsiteY0" fmla="*/ 0 h 165345"/>
                <a:gd name="connsiteX1" fmla="*/ 165499 w 165499"/>
                <a:gd name="connsiteY1" fmla="*/ 0 h 165345"/>
                <a:gd name="connsiteX2" fmla="*/ 165499 w 165499"/>
                <a:gd name="connsiteY2" fmla="*/ 165345 h 165345"/>
                <a:gd name="connsiteX3" fmla="*/ 0 w 165499"/>
                <a:gd name="connsiteY3" fmla="*/ 165345 h 165345"/>
              </a:gdLst>
              <a:ahLst/>
              <a:cxnLst>
                <a:cxn ang="0">
                  <a:pos x="connsiteX0" y="connsiteY0"/>
                </a:cxn>
                <a:cxn ang="0">
                  <a:pos x="connsiteX1" y="connsiteY1"/>
                </a:cxn>
                <a:cxn ang="0">
                  <a:pos x="connsiteX2" y="connsiteY2"/>
                </a:cxn>
                <a:cxn ang="0">
                  <a:pos x="connsiteX3" y="connsiteY3"/>
                </a:cxn>
              </a:cxnLst>
              <a:rect l="l" t="t" r="r" b="b"/>
              <a:pathLst>
                <a:path w="165499" h="165345">
                  <a:moveTo>
                    <a:pt x="0" y="0"/>
                  </a:moveTo>
                  <a:lnTo>
                    <a:pt x="165499" y="0"/>
                  </a:lnTo>
                  <a:lnTo>
                    <a:pt x="165499" y="165345"/>
                  </a:lnTo>
                  <a:lnTo>
                    <a:pt x="0" y="165345"/>
                  </a:lnTo>
                  <a:close/>
                </a:path>
              </a:pathLst>
            </a:custGeom>
            <a:solidFill>
              <a:srgbClr val="00A3E0"/>
            </a:solidFill>
            <a:ln w="6390" cap="flat">
              <a:noFill/>
              <a:prstDash val="solid"/>
              <a:miter/>
            </a:ln>
          </p:spPr>
          <p:txBody>
            <a:bodyPr rtlCol="0" anchor="ctr"/>
            <a:lstStyle/>
            <a:p>
              <a:endParaRPr lang="en-US"/>
            </a:p>
          </p:txBody>
        </p:sp>
        <p:sp>
          <p:nvSpPr>
            <p:cNvPr id="319" name="Graphic 4">
              <a:extLst>
                <a:ext uri="{FF2B5EF4-FFF2-40B4-BE49-F238E27FC236}">
                  <a16:creationId xmlns:a16="http://schemas.microsoft.com/office/drawing/2014/main" id="{6F77DF47-4F90-F940-B73B-56BCE1D6DC88}"/>
                </a:ext>
              </a:extLst>
            </p:cNvPr>
            <p:cNvSpPr/>
            <p:nvPr/>
          </p:nvSpPr>
          <p:spPr>
            <a:xfrm>
              <a:off x="2998797" y="4308712"/>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276045 w 362309"/>
                <a:gd name="connsiteY6" fmla="*/ 270042 h 361971"/>
                <a:gd name="connsiteX7" fmla="*/ 269655 w 362309"/>
                <a:gd name="connsiteY7" fmla="*/ 276426 h 361971"/>
                <a:gd name="connsiteX8" fmla="*/ 91376 w 362309"/>
                <a:gd name="connsiteY8" fmla="*/ 276426 h 361971"/>
                <a:gd name="connsiteX9" fmla="*/ 84986 w 362309"/>
                <a:gd name="connsiteY9" fmla="*/ 270042 h 361971"/>
                <a:gd name="connsiteX10" fmla="*/ 84986 w 362309"/>
                <a:gd name="connsiteY10" fmla="*/ 91930 h 361971"/>
                <a:gd name="connsiteX11" fmla="*/ 91376 w 362309"/>
                <a:gd name="connsiteY11" fmla="*/ 85546 h 361971"/>
                <a:gd name="connsiteX12" fmla="*/ 269655 w 362309"/>
                <a:gd name="connsiteY12" fmla="*/ 85546 h 361971"/>
                <a:gd name="connsiteX13" fmla="*/ 276045 w 362309"/>
                <a:gd name="connsiteY13" fmla="*/ 91930 h 361971"/>
                <a:gd name="connsiteX14" fmla="*/ 276045 w 362309"/>
                <a:gd name="connsiteY14" fmla="*/ 27004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0667"/>
                  </a:cubicBezTo>
                  <a:cubicBezTo>
                    <a:pt x="362310" y="81077"/>
                    <a:pt x="281157" y="0"/>
                    <a:pt x="180835" y="0"/>
                  </a:cubicBezTo>
                  <a:cubicBezTo>
                    <a:pt x="180835" y="0"/>
                    <a:pt x="180835" y="0"/>
                    <a:pt x="180835" y="0"/>
                  </a:cubicBezTo>
                  <a:close/>
                  <a:moveTo>
                    <a:pt x="276045" y="270042"/>
                  </a:moveTo>
                  <a:cubicBezTo>
                    <a:pt x="276045" y="273873"/>
                    <a:pt x="273489" y="276426"/>
                    <a:pt x="269655" y="276426"/>
                  </a:cubicBezTo>
                  <a:lnTo>
                    <a:pt x="91376" y="276426"/>
                  </a:lnTo>
                  <a:cubicBezTo>
                    <a:pt x="87542" y="276426"/>
                    <a:pt x="84986" y="273873"/>
                    <a:pt x="84986" y="270042"/>
                  </a:cubicBezTo>
                  <a:lnTo>
                    <a:pt x="84986" y="91930"/>
                  </a:lnTo>
                  <a:cubicBezTo>
                    <a:pt x="84986" y="88099"/>
                    <a:pt x="87542" y="85546"/>
                    <a:pt x="91376" y="85546"/>
                  </a:cubicBezTo>
                  <a:lnTo>
                    <a:pt x="269655" y="85546"/>
                  </a:lnTo>
                  <a:cubicBezTo>
                    <a:pt x="273489" y="85546"/>
                    <a:pt x="276045" y="88099"/>
                    <a:pt x="276045" y="91930"/>
                  </a:cubicBezTo>
                  <a:lnTo>
                    <a:pt x="276045" y="270042"/>
                  </a:lnTo>
                  <a:close/>
                </a:path>
              </a:pathLst>
            </a:custGeom>
            <a:solidFill>
              <a:srgbClr val="00A3E0"/>
            </a:solidFill>
            <a:ln w="6390" cap="flat">
              <a:noFill/>
              <a:prstDash val="solid"/>
              <a:miter/>
            </a:ln>
          </p:spPr>
          <p:txBody>
            <a:bodyPr rtlCol="0" anchor="ctr"/>
            <a:lstStyle/>
            <a:p>
              <a:endParaRPr lang="en-US"/>
            </a:p>
          </p:txBody>
        </p:sp>
      </p:grpSp>
      <p:grpSp>
        <p:nvGrpSpPr>
          <p:cNvPr id="252" name="Graphic 4">
            <a:extLst>
              <a:ext uri="{FF2B5EF4-FFF2-40B4-BE49-F238E27FC236}">
                <a16:creationId xmlns:a16="http://schemas.microsoft.com/office/drawing/2014/main" id="{7AAF0B89-80F0-E047-AD4C-F10B4F9BD7F3}"/>
              </a:ext>
            </a:extLst>
          </p:cNvPr>
          <p:cNvGrpSpPr/>
          <p:nvPr/>
        </p:nvGrpSpPr>
        <p:grpSpPr>
          <a:xfrm>
            <a:off x="6754164" y="3824168"/>
            <a:ext cx="362309" cy="361971"/>
            <a:chOff x="7801474" y="3824168"/>
            <a:chExt cx="362309" cy="361971"/>
          </a:xfrm>
          <a:solidFill>
            <a:srgbClr val="00A3E0"/>
          </a:solidFill>
        </p:grpSpPr>
        <p:sp>
          <p:nvSpPr>
            <p:cNvPr id="253" name="Graphic 4">
              <a:extLst>
                <a:ext uri="{FF2B5EF4-FFF2-40B4-BE49-F238E27FC236}">
                  <a16:creationId xmlns:a16="http://schemas.microsoft.com/office/drawing/2014/main" id="{3F7A0E60-3976-E844-9524-F46459A6A1AF}"/>
                </a:ext>
              </a:extLst>
            </p:cNvPr>
            <p:cNvSpPr/>
            <p:nvPr/>
          </p:nvSpPr>
          <p:spPr>
            <a:xfrm>
              <a:off x="7801474" y="3824168"/>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29 w 362309"/>
                <a:gd name="connsiteY9" fmla="*/ 180667 h 361971"/>
                <a:gd name="connsiteX10" fmla="*/ 349529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895"/>
                    <a:pt x="81152" y="361971"/>
                    <a:pt x="180835" y="361971"/>
                  </a:cubicBezTo>
                  <a:cubicBezTo>
                    <a:pt x="281157" y="361971"/>
                    <a:pt x="362309" y="280895"/>
                    <a:pt x="362309" y="181305"/>
                  </a:cubicBezTo>
                  <a:cubicBezTo>
                    <a:pt x="362309" y="181305"/>
                    <a:pt x="362309" y="181305"/>
                    <a:pt x="362309" y="181305"/>
                  </a:cubicBezTo>
                  <a:cubicBezTo>
                    <a:pt x="362309" y="81076"/>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128" y="349204"/>
                    <a:pt x="181474" y="349204"/>
                  </a:cubicBezTo>
                  <a:lnTo>
                    <a:pt x="181474" y="349204"/>
                  </a:lnTo>
                  <a:close/>
                </a:path>
              </a:pathLst>
            </a:custGeom>
            <a:solidFill>
              <a:srgbClr val="00A3E0"/>
            </a:solidFill>
            <a:ln w="6390" cap="flat">
              <a:noFill/>
              <a:prstDash val="solid"/>
              <a:miter/>
            </a:ln>
          </p:spPr>
          <p:txBody>
            <a:bodyPr rtlCol="0" anchor="ctr"/>
            <a:lstStyle/>
            <a:p>
              <a:endParaRPr lang="en-US"/>
            </a:p>
          </p:txBody>
        </p:sp>
        <p:sp>
          <p:nvSpPr>
            <p:cNvPr id="254" name="Graphic 4">
              <a:extLst>
                <a:ext uri="{FF2B5EF4-FFF2-40B4-BE49-F238E27FC236}">
                  <a16:creationId xmlns:a16="http://schemas.microsoft.com/office/drawing/2014/main" id="{7FE9584E-9ACD-6C40-A9A5-A49DC63B519A}"/>
                </a:ext>
              </a:extLst>
            </p:cNvPr>
            <p:cNvSpPr/>
            <p:nvPr/>
          </p:nvSpPr>
          <p:spPr>
            <a:xfrm>
              <a:off x="7882626" y="3906521"/>
              <a:ext cx="198726" cy="197903"/>
            </a:xfrm>
            <a:custGeom>
              <a:avLst/>
              <a:gdLst>
                <a:gd name="connsiteX0" fmla="*/ 192977 w 198726"/>
                <a:gd name="connsiteY0" fmla="*/ 0 h 197903"/>
                <a:gd name="connsiteX1" fmla="*/ 146969 w 198726"/>
                <a:gd name="connsiteY1" fmla="*/ 0 h 197903"/>
                <a:gd name="connsiteX2" fmla="*/ 140579 w 198726"/>
                <a:gd name="connsiteY2" fmla="*/ 6384 h 197903"/>
                <a:gd name="connsiteX3" fmla="*/ 140579 w 198726"/>
                <a:gd name="connsiteY3" fmla="*/ 46603 h 197903"/>
                <a:gd name="connsiteX4" fmla="*/ 100322 w 198726"/>
                <a:gd name="connsiteY4" fmla="*/ 46603 h 197903"/>
                <a:gd name="connsiteX5" fmla="*/ 93933 w 198726"/>
                <a:gd name="connsiteY5" fmla="*/ 52987 h 197903"/>
                <a:gd name="connsiteX6" fmla="*/ 93933 w 198726"/>
                <a:gd name="connsiteY6" fmla="*/ 91930 h 197903"/>
                <a:gd name="connsiteX7" fmla="*/ 53037 w 198726"/>
                <a:gd name="connsiteY7" fmla="*/ 91930 h 197903"/>
                <a:gd name="connsiteX8" fmla="*/ 46647 w 198726"/>
                <a:gd name="connsiteY8" fmla="*/ 98313 h 197903"/>
                <a:gd name="connsiteX9" fmla="*/ 46647 w 198726"/>
                <a:gd name="connsiteY9" fmla="*/ 139171 h 197903"/>
                <a:gd name="connsiteX10" fmla="*/ 6390 w 198726"/>
                <a:gd name="connsiteY10" fmla="*/ 139171 h 197903"/>
                <a:gd name="connsiteX11" fmla="*/ 0 w 198726"/>
                <a:gd name="connsiteY11" fmla="*/ 145555 h 197903"/>
                <a:gd name="connsiteX12" fmla="*/ 0 w 198726"/>
                <a:gd name="connsiteY12" fmla="*/ 191519 h 197903"/>
                <a:gd name="connsiteX13" fmla="*/ 6390 w 198726"/>
                <a:gd name="connsiteY13" fmla="*/ 197903 h 197903"/>
                <a:gd name="connsiteX14" fmla="*/ 12780 w 198726"/>
                <a:gd name="connsiteY14" fmla="*/ 191519 h 197903"/>
                <a:gd name="connsiteX15" fmla="*/ 12780 w 198726"/>
                <a:gd name="connsiteY15" fmla="*/ 151939 h 197903"/>
                <a:gd name="connsiteX16" fmla="*/ 53037 w 198726"/>
                <a:gd name="connsiteY16" fmla="*/ 151939 h 197903"/>
                <a:gd name="connsiteX17" fmla="*/ 59427 w 198726"/>
                <a:gd name="connsiteY17" fmla="*/ 145555 h 197903"/>
                <a:gd name="connsiteX18" fmla="*/ 59427 w 198726"/>
                <a:gd name="connsiteY18" fmla="*/ 104697 h 197903"/>
                <a:gd name="connsiteX19" fmla="*/ 99683 w 198726"/>
                <a:gd name="connsiteY19" fmla="*/ 104697 h 197903"/>
                <a:gd name="connsiteX20" fmla="*/ 106073 w 198726"/>
                <a:gd name="connsiteY20" fmla="*/ 98313 h 197903"/>
                <a:gd name="connsiteX21" fmla="*/ 106073 w 198726"/>
                <a:gd name="connsiteY21" fmla="*/ 59371 h 197903"/>
                <a:gd name="connsiteX22" fmla="*/ 146330 w 198726"/>
                <a:gd name="connsiteY22" fmla="*/ 59371 h 197903"/>
                <a:gd name="connsiteX23" fmla="*/ 152720 w 198726"/>
                <a:gd name="connsiteY23" fmla="*/ 52987 h 197903"/>
                <a:gd name="connsiteX24" fmla="*/ 152720 w 198726"/>
                <a:gd name="connsiteY24" fmla="*/ 12768 h 197903"/>
                <a:gd name="connsiteX25" fmla="*/ 192337 w 198726"/>
                <a:gd name="connsiteY25" fmla="*/ 12768 h 197903"/>
                <a:gd name="connsiteX26" fmla="*/ 198727 w 198726"/>
                <a:gd name="connsiteY26" fmla="*/ 6384 h 197903"/>
                <a:gd name="connsiteX27" fmla="*/ 192977 w 198726"/>
                <a:gd name="connsiteY27" fmla="*/ 0 h 197903"/>
                <a:gd name="connsiteX28" fmla="*/ 192977 w 198726"/>
                <a:gd name="connsiteY28" fmla="*/ 0 h 19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98726" h="197903">
                  <a:moveTo>
                    <a:pt x="192977" y="0"/>
                  </a:moveTo>
                  <a:lnTo>
                    <a:pt x="146969" y="0"/>
                  </a:lnTo>
                  <a:cubicBezTo>
                    <a:pt x="143135" y="0"/>
                    <a:pt x="140579" y="2554"/>
                    <a:pt x="140579" y="6384"/>
                  </a:cubicBezTo>
                  <a:lnTo>
                    <a:pt x="140579" y="46603"/>
                  </a:lnTo>
                  <a:lnTo>
                    <a:pt x="100322" y="46603"/>
                  </a:lnTo>
                  <a:cubicBezTo>
                    <a:pt x="96488" y="46603"/>
                    <a:pt x="93933" y="49157"/>
                    <a:pt x="93933" y="52987"/>
                  </a:cubicBezTo>
                  <a:lnTo>
                    <a:pt x="93933" y="91930"/>
                  </a:lnTo>
                  <a:lnTo>
                    <a:pt x="53037" y="91930"/>
                  </a:lnTo>
                  <a:cubicBezTo>
                    <a:pt x="49203" y="91930"/>
                    <a:pt x="46647" y="94483"/>
                    <a:pt x="46647" y="98313"/>
                  </a:cubicBezTo>
                  <a:lnTo>
                    <a:pt x="46647" y="139171"/>
                  </a:lnTo>
                  <a:lnTo>
                    <a:pt x="6390" y="139171"/>
                  </a:lnTo>
                  <a:cubicBezTo>
                    <a:pt x="2556" y="139171"/>
                    <a:pt x="0" y="141724"/>
                    <a:pt x="0" y="145555"/>
                  </a:cubicBezTo>
                  <a:lnTo>
                    <a:pt x="0" y="191519"/>
                  </a:lnTo>
                  <a:cubicBezTo>
                    <a:pt x="0" y="195350"/>
                    <a:pt x="2556" y="197903"/>
                    <a:pt x="6390" y="197903"/>
                  </a:cubicBezTo>
                  <a:cubicBezTo>
                    <a:pt x="10224" y="197903"/>
                    <a:pt x="12780" y="195350"/>
                    <a:pt x="12780" y="191519"/>
                  </a:cubicBezTo>
                  <a:lnTo>
                    <a:pt x="12780" y="151939"/>
                  </a:lnTo>
                  <a:lnTo>
                    <a:pt x="53037" y="151939"/>
                  </a:lnTo>
                  <a:cubicBezTo>
                    <a:pt x="56871" y="151939"/>
                    <a:pt x="59427" y="149385"/>
                    <a:pt x="59427" y="145555"/>
                  </a:cubicBezTo>
                  <a:lnTo>
                    <a:pt x="59427" y="104697"/>
                  </a:lnTo>
                  <a:lnTo>
                    <a:pt x="99683" y="104697"/>
                  </a:lnTo>
                  <a:cubicBezTo>
                    <a:pt x="103517" y="104697"/>
                    <a:pt x="106073" y="102144"/>
                    <a:pt x="106073" y="98313"/>
                  </a:cubicBezTo>
                  <a:lnTo>
                    <a:pt x="106073" y="59371"/>
                  </a:lnTo>
                  <a:lnTo>
                    <a:pt x="146330" y="59371"/>
                  </a:lnTo>
                  <a:cubicBezTo>
                    <a:pt x="150164" y="59371"/>
                    <a:pt x="152720" y="56818"/>
                    <a:pt x="152720" y="52987"/>
                  </a:cubicBezTo>
                  <a:lnTo>
                    <a:pt x="152720" y="12768"/>
                  </a:lnTo>
                  <a:lnTo>
                    <a:pt x="192337" y="12768"/>
                  </a:lnTo>
                  <a:cubicBezTo>
                    <a:pt x="196172" y="12768"/>
                    <a:pt x="198727" y="10215"/>
                    <a:pt x="198727" y="6384"/>
                  </a:cubicBezTo>
                  <a:cubicBezTo>
                    <a:pt x="198727" y="2554"/>
                    <a:pt x="196810" y="0"/>
                    <a:pt x="192977" y="0"/>
                  </a:cubicBezTo>
                  <a:lnTo>
                    <a:pt x="192977" y="0"/>
                  </a:lnTo>
                  <a:close/>
                </a:path>
              </a:pathLst>
            </a:custGeom>
            <a:solidFill>
              <a:srgbClr val="00A3E0"/>
            </a:solidFill>
            <a:ln w="6390" cap="flat">
              <a:noFill/>
              <a:prstDash val="solid"/>
              <a:miter/>
            </a:ln>
          </p:spPr>
          <p:txBody>
            <a:bodyPr rtlCol="0" anchor="ctr"/>
            <a:lstStyle/>
            <a:p>
              <a:endParaRPr lang="en-US"/>
            </a:p>
          </p:txBody>
        </p:sp>
      </p:grpSp>
      <p:sp>
        <p:nvSpPr>
          <p:cNvPr id="258" name="Graphic 4">
            <a:extLst>
              <a:ext uri="{FF2B5EF4-FFF2-40B4-BE49-F238E27FC236}">
                <a16:creationId xmlns:a16="http://schemas.microsoft.com/office/drawing/2014/main" id="{F5609FF3-01AD-7C45-A56C-3A2DF14B2442}"/>
              </a:ext>
            </a:extLst>
          </p:cNvPr>
          <p:cNvSpPr/>
          <p:nvPr/>
        </p:nvSpPr>
        <p:spPr>
          <a:xfrm>
            <a:off x="7192513" y="3824168"/>
            <a:ext cx="361674" cy="361971"/>
          </a:xfrm>
          <a:custGeom>
            <a:avLst/>
            <a:gdLst>
              <a:gd name="connsiteX0" fmla="*/ 180836 w 361674"/>
              <a:gd name="connsiteY0" fmla="*/ 0 h 361971"/>
              <a:gd name="connsiteX1" fmla="*/ 0 w 361674"/>
              <a:gd name="connsiteY1" fmla="*/ 180667 h 361971"/>
              <a:gd name="connsiteX2" fmla="*/ 180836 w 361674"/>
              <a:gd name="connsiteY2" fmla="*/ 361971 h 361971"/>
              <a:gd name="connsiteX3" fmla="*/ 361670 w 361674"/>
              <a:gd name="connsiteY3" fmla="*/ 181305 h 361971"/>
              <a:gd name="connsiteX4" fmla="*/ 361670 w 361674"/>
              <a:gd name="connsiteY4" fmla="*/ 181305 h 361971"/>
              <a:gd name="connsiteX5" fmla="*/ 180836 w 361674"/>
              <a:gd name="connsiteY5" fmla="*/ 0 h 361971"/>
              <a:gd name="connsiteX6" fmla="*/ 274128 w 361674"/>
              <a:gd name="connsiteY6" fmla="*/ 95121 h 361971"/>
              <a:gd name="connsiteX7" fmla="*/ 234510 w 361674"/>
              <a:gd name="connsiteY7" fmla="*/ 95121 h 361971"/>
              <a:gd name="connsiteX8" fmla="*/ 234510 w 361674"/>
              <a:gd name="connsiteY8" fmla="*/ 135340 h 361971"/>
              <a:gd name="connsiteX9" fmla="*/ 228120 w 361674"/>
              <a:gd name="connsiteY9" fmla="*/ 141724 h 361971"/>
              <a:gd name="connsiteX10" fmla="*/ 187864 w 361674"/>
              <a:gd name="connsiteY10" fmla="*/ 141724 h 361971"/>
              <a:gd name="connsiteX11" fmla="*/ 187864 w 361674"/>
              <a:gd name="connsiteY11" fmla="*/ 180667 h 361971"/>
              <a:gd name="connsiteX12" fmla="*/ 181474 w 361674"/>
              <a:gd name="connsiteY12" fmla="*/ 187051 h 361971"/>
              <a:gd name="connsiteX13" fmla="*/ 141217 w 361674"/>
              <a:gd name="connsiteY13" fmla="*/ 187051 h 361971"/>
              <a:gd name="connsiteX14" fmla="*/ 141217 w 361674"/>
              <a:gd name="connsiteY14" fmla="*/ 227908 h 361971"/>
              <a:gd name="connsiteX15" fmla="*/ 134828 w 361674"/>
              <a:gd name="connsiteY15" fmla="*/ 234292 h 361971"/>
              <a:gd name="connsiteX16" fmla="*/ 94571 w 361674"/>
              <a:gd name="connsiteY16" fmla="*/ 234292 h 361971"/>
              <a:gd name="connsiteX17" fmla="*/ 94571 w 361674"/>
              <a:gd name="connsiteY17" fmla="*/ 273873 h 361971"/>
              <a:gd name="connsiteX18" fmla="*/ 88181 w 361674"/>
              <a:gd name="connsiteY18" fmla="*/ 280257 h 361971"/>
              <a:gd name="connsiteX19" fmla="*/ 81792 w 361674"/>
              <a:gd name="connsiteY19" fmla="*/ 273873 h 361971"/>
              <a:gd name="connsiteX20" fmla="*/ 81792 w 361674"/>
              <a:gd name="connsiteY20" fmla="*/ 227908 h 361971"/>
              <a:gd name="connsiteX21" fmla="*/ 88181 w 361674"/>
              <a:gd name="connsiteY21" fmla="*/ 221524 h 361971"/>
              <a:gd name="connsiteX22" fmla="*/ 128438 w 361674"/>
              <a:gd name="connsiteY22" fmla="*/ 221524 h 361971"/>
              <a:gd name="connsiteX23" fmla="*/ 128438 w 361674"/>
              <a:gd name="connsiteY23" fmla="*/ 180667 h 361971"/>
              <a:gd name="connsiteX24" fmla="*/ 134828 w 361674"/>
              <a:gd name="connsiteY24" fmla="*/ 174283 h 361971"/>
              <a:gd name="connsiteX25" fmla="*/ 175084 w 361674"/>
              <a:gd name="connsiteY25" fmla="*/ 174283 h 361971"/>
              <a:gd name="connsiteX26" fmla="*/ 175084 w 361674"/>
              <a:gd name="connsiteY26" fmla="*/ 135340 h 361971"/>
              <a:gd name="connsiteX27" fmla="*/ 181474 w 361674"/>
              <a:gd name="connsiteY27" fmla="*/ 128956 h 361971"/>
              <a:gd name="connsiteX28" fmla="*/ 221731 w 361674"/>
              <a:gd name="connsiteY28" fmla="*/ 128956 h 361971"/>
              <a:gd name="connsiteX29" fmla="*/ 221731 w 361674"/>
              <a:gd name="connsiteY29" fmla="*/ 88737 h 361971"/>
              <a:gd name="connsiteX30" fmla="*/ 228120 w 361674"/>
              <a:gd name="connsiteY30" fmla="*/ 82353 h 361971"/>
              <a:gd name="connsiteX31" fmla="*/ 274128 w 361674"/>
              <a:gd name="connsiteY31" fmla="*/ 82353 h 361971"/>
              <a:gd name="connsiteX32" fmla="*/ 280518 w 361674"/>
              <a:gd name="connsiteY32" fmla="*/ 88737 h 361971"/>
              <a:gd name="connsiteX33" fmla="*/ 274128 w 361674"/>
              <a:gd name="connsiteY33" fmla="*/ 9512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1674" h="361971">
                <a:moveTo>
                  <a:pt x="180836" y="0"/>
                </a:moveTo>
                <a:cubicBezTo>
                  <a:pt x="80513" y="0"/>
                  <a:pt x="0" y="81076"/>
                  <a:pt x="0" y="180667"/>
                </a:cubicBezTo>
                <a:cubicBezTo>
                  <a:pt x="0" y="280895"/>
                  <a:pt x="81152" y="361971"/>
                  <a:pt x="180836" y="361971"/>
                </a:cubicBezTo>
                <a:cubicBezTo>
                  <a:pt x="281157" y="361971"/>
                  <a:pt x="361670" y="280895"/>
                  <a:pt x="361670" y="181305"/>
                </a:cubicBezTo>
                <a:lnTo>
                  <a:pt x="361670" y="181305"/>
                </a:lnTo>
                <a:cubicBezTo>
                  <a:pt x="362309" y="81076"/>
                  <a:pt x="281157" y="0"/>
                  <a:pt x="180836" y="0"/>
                </a:cubicBezTo>
                <a:close/>
                <a:moveTo>
                  <a:pt x="274128" y="95121"/>
                </a:moveTo>
                <a:lnTo>
                  <a:pt x="234510" y="95121"/>
                </a:lnTo>
                <a:lnTo>
                  <a:pt x="234510" y="135340"/>
                </a:lnTo>
                <a:cubicBezTo>
                  <a:pt x="234510" y="139171"/>
                  <a:pt x="231955" y="141724"/>
                  <a:pt x="228120" y="141724"/>
                </a:cubicBezTo>
                <a:lnTo>
                  <a:pt x="187864" y="141724"/>
                </a:lnTo>
                <a:lnTo>
                  <a:pt x="187864" y="180667"/>
                </a:lnTo>
                <a:cubicBezTo>
                  <a:pt x="187864" y="184497"/>
                  <a:pt x="185308" y="187051"/>
                  <a:pt x="181474" y="187051"/>
                </a:cubicBezTo>
                <a:lnTo>
                  <a:pt x="141217" y="187051"/>
                </a:lnTo>
                <a:lnTo>
                  <a:pt x="141217" y="227908"/>
                </a:lnTo>
                <a:cubicBezTo>
                  <a:pt x="141217" y="231738"/>
                  <a:pt x="138661" y="234292"/>
                  <a:pt x="134828" y="234292"/>
                </a:cubicBezTo>
                <a:lnTo>
                  <a:pt x="94571" y="234292"/>
                </a:lnTo>
                <a:lnTo>
                  <a:pt x="94571" y="273873"/>
                </a:lnTo>
                <a:cubicBezTo>
                  <a:pt x="94571" y="277703"/>
                  <a:pt x="92015" y="280257"/>
                  <a:pt x="88181" y="280257"/>
                </a:cubicBezTo>
                <a:cubicBezTo>
                  <a:pt x="84347" y="280257"/>
                  <a:pt x="81792" y="277703"/>
                  <a:pt x="81792" y="273873"/>
                </a:cubicBezTo>
                <a:lnTo>
                  <a:pt x="81792" y="227908"/>
                </a:lnTo>
                <a:cubicBezTo>
                  <a:pt x="81792" y="224078"/>
                  <a:pt x="84347" y="221524"/>
                  <a:pt x="88181" y="221524"/>
                </a:cubicBezTo>
                <a:lnTo>
                  <a:pt x="128438" y="221524"/>
                </a:lnTo>
                <a:lnTo>
                  <a:pt x="128438" y="180667"/>
                </a:lnTo>
                <a:cubicBezTo>
                  <a:pt x="128438" y="176836"/>
                  <a:pt x="130994" y="174283"/>
                  <a:pt x="134828" y="174283"/>
                </a:cubicBezTo>
                <a:lnTo>
                  <a:pt x="175084" y="174283"/>
                </a:lnTo>
                <a:lnTo>
                  <a:pt x="175084" y="135340"/>
                </a:lnTo>
                <a:cubicBezTo>
                  <a:pt x="175084" y="131510"/>
                  <a:pt x="177641" y="128956"/>
                  <a:pt x="181474" y="128956"/>
                </a:cubicBezTo>
                <a:lnTo>
                  <a:pt x="221731" y="128956"/>
                </a:lnTo>
                <a:lnTo>
                  <a:pt x="221731" y="88737"/>
                </a:lnTo>
                <a:cubicBezTo>
                  <a:pt x="221731" y="84907"/>
                  <a:pt x="224287" y="82353"/>
                  <a:pt x="228120" y="82353"/>
                </a:cubicBezTo>
                <a:lnTo>
                  <a:pt x="274128" y="82353"/>
                </a:lnTo>
                <a:cubicBezTo>
                  <a:pt x="277962" y="82353"/>
                  <a:pt x="280518" y="84907"/>
                  <a:pt x="280518" y="88737"/>
                </a:cubicBezTo>
                <a:cubicBezTo>
                  <a:pt x="280518" y="92568"/>
                  <a:pt x="277323" y="95121"/>
                  <a:pt x="274128" y="95121"/>
                </a:cubicBezTo>
                <a:close/>
              </a:path>
            </a:pathLst>
          </a:custGeom>
          <a:solidFill>
            <a:srgbClr val="00A3E0"/>
          </a:solidFill>
          <a:ln w="6390" cap="flat">
            <a:noFill/>
            <a:prstDash val="solid"/>
            <a:miter/>
          </a:ln>
        </p:spPr>
        <p:txBody>
          <a:bodyPr rtlCol="0" anchor="ctr"/>
          <a:lstStyle/>
          <a:p>
            <a:endParaRPr lang="en-US"/>
          </a:p>
        </p:txBody>
      </p:sp>
      <p:grpSp>
        <p:nvGrpSpPr>
          <p:cNvPr id="248" name="Graphic 4">
            <a:extLst>
              <a:ext uri="{FF2B5EF4-FFF2-40B4-BE49-F238E27FC236}">
                <a16:creationId xmlns:a16="http://schemas.microsoft.com/office/drawing/2014/main" id="{C51B1B9C-3440-E147-B09F-D4988579333B}"/>
              </a:ext>
            </a:extLst>
          </p:cNvPr>
          <p:cNvGrpSpPr/>
          <p:nvPr/>
        </p:nvGrpSpPr>
        <p:grpSpPr>
          <a:xfrm>
            <a:off x="5707492" y="3824168"/>
            <a:ext cx="361670" cy="361971"/>
            <a:chOff x="6754802" y="4308712"/>
            <a:chExt cx="361670" cy="361971"/>
          </a:xfrm>
          <a:solidFill>
            <a:srgbClr val="00A3E0"/>
          </a:solidFill>
        </p:grpSpPr>
        <p:sp>
          <p:nvSpPr>
            <p:cNvPr id="249" name="Graphic 4">
              <a:extLst>
                <a:ext uri="{FF2B5EF4-FFF2-40B4-BE49-F238E27FC236}">
                  <a16:creationId xmlns:a16="http://schemas.microsoft.com/office/drawing/2014/main" id="{96DFCE50-43CD-294D-9C0E-13883A645C9B}"/>
                </a:ext>
              </a:extLst>
            </p:cNvPr>
            <p:cNvSpPr/>
            <p:nvPr/>
          </p:nvSpPr>
          <p:spPr>
            <a:xfrm>
              <a:off x="6754802" y="4308712"/>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0 h 361971"/>
                <a:gd name="connsiteX7" fmla="*/ 180836 w 361670"/>
                <a:gd name="connsiteY7" fmla="*/ 349204 h 361971"/>
                <a:gd name="connsiteX8" fmla="*/ 12780 w 361670"/>
                <a:gd name="connsiteY8" fmla="*/ 181305 h 361971"/>
                <a:gd name="connsiteX9" fmla="*/ 180836 w 361670"/>
                <a:gd name="connsiteY9" fmla="*/ 12768 h 361971"/>
                <a:gd name="connsiteX10" fmla="*/ 348890 w 361670"/>
                <a:gd name="connsiteY10" fmla="*/ 180667 h 361971"/>
                <a:gd name="connsiteX11" fmla="*/ 348890 w 361670"/>
                <a:gd name="connsiteY11" fmla="*/ 180667 h 361971"/>
                <a:gd name="connsiteX12" fmla="*/ 180836 w 361670"/>
                <a:gd name="connsiteY12" fmla="*/ 349204 h 361971"/>
                <a:gd name="connsiteX13" fmla="*/ 180836 w 361670"/>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0" h="361971">
                  <a:moveTo>
                    <a:pt x="180836" y="0"/>
                  </a:moveTo>
                  <a:cubicBezTo>
                    <a:pt x="80513" y="0"/>
                    <a:pt x="0" y="81077"/>
                    <a:pt x="0" y="180667"/>
                  </a:cubicBezTo>
                  <a:cubicBezTo>
                    <a:pt x="0" y="280257"/>
                    <a:pt x="81153" y="361972"/>
                    <a:pt x="180836" y="361972"/>
                  </a:cubicBezTo>
                  <a:cubicBezTo>
                    <a:pt x="281157" y="361972"/>
                    <a:pt x="361670" y="280895"/>
                    <a:pt x="361670" y="181305"/>
                  </a:cubicBezTo>
                  <a:cubicBezTo>
                    <a:pt x="361670" y="181305"/>
                    <a:pt x="361670" y="181305"/>
                    <a:pt x="361670" y="181305"/>
                  </a:cubicBezTo>
                  <a:cubicBezTo>
                    <a:pt x="361670" y="81077"/>
                    <a:pt x="280518" y="0"/>
                    <a:pt x="180836" y="0"/>
                  </a:cubicBezTo>
                  <a:cubicBezTo>
                    <a:pt x="180836" y="0"/>
                    <a:pt x="180836"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lnTo>
                    <a:pt x="348890" y="180667"/>
                  </a:lnTo>
                  <a:cubicBezTo>
                    <a:pt x="348890" y="273873"/>
                    <a:pt x="273490" y="349204"/>
                    <a:pt x="180836" y="349204"/>
                  </a:cubicBezTo>
                  <a:lnTo>
                    <a:pt x="180836" y="349204"/>
                  </a:lnTo>
                  <a:close/>
                </a:path>
              </a:pathLst>
            </a:custGeom>
            <a:solidFill>
              <a:srgbClr val="00A3E0"/>
            </a:solidFill>
            <a:ln w="6390" cap="flat">
              <a:noFill/>
              <a:prstDash val="solid"/>
              <a:miter/>
            </a:ln>
          </p:spPr>
          <p:txBody>
            <a:bodyPr rtlCol="0" anchor="ctr"/>
            <a:lstStyle/>
            <a:p>
              <a:endParaRPr lang="en-US"/>
            </a:p>
          </p:txBody>
        </p:sp>
        <p:sp>
          <p:nvSpPr>
            <p:cNvPr id="250" name="Graphic 4">
              <a:extLst>
                <a:ext uri="{FF2B5EF4-FFF2-40B4-BE49-F238E27FC236}">
                  <a16:creationId xmlns:a16="http://schemas.microsoft.com/office/drawing/2014/main" id="{B856F84D-C2C3-B84F-ABF6-A9030B6F545C}"/>
                </a:ext>
              </a:extLst>
            </p:cNvPr>
            <p:cNvSpPr/>
            <p:nvPr/>
          </p:nvSpPr>
          <p:spPr>
            <a:xfrm>
              <a:off x="6836593" y="4390427"/>
              <a:ext cx="198726" cy="197903"/>
            </a:xfrm>
            <a:custGeom>
              <a:avLst/>
              <a:gdLst>
                <a:gd name="connsiteX0" fmla="*/ 192337 w 198726"/>
                <a:gd name="connsiteY0" fmla="*/ 0 h 197903"/>
                <a:gd name="connsiteX1" fmla="*/ 146330 w 198726"/>
                <a:gd name="connsiteY1" fmla="*/ 0 h 197903"/>
                <a:gd name="connsiteX2" fmla="*/ 139940 w 198726"/>
                <a:gd name="connsiteY2" fmla="*/ 6384 h 197903"/>
                <a:gd name="connsiteX3" fmla="*/ 139940 w 198726"/>
                <a:gd name="connsiteY3" fmla="*/ 46603 h 197903"/>
                <a:gd name="connsiteX4" fmla="*/ 99683 w 198726"/>
                <a:gd name="connsiteY4" fmla="*/ 46603 h 197903"/>
                <a:gd name="connsiteX5" fmla="*/ 93293 w 198726"/>
                <a:gd name="connsiteY5" fmla="*/ 52987 h 197903"/>
                <a:gd name="connsiteX6" fmla="*/ 93293 w 198726"/>
                <a:gd name="connsiteY6" fmla="*/ 91930 h 197903"/>
                <a:gd name="connsiteX7" fmla="*/ 53036 w 198726"/>
                <a:gd name="connsiteY7" fmla="*/ 91930 h 197903"/>
                <a:gd name="connsiteX8" fmla="*/ 46646 w 198726"/>
                <a:gd name="connsiteY8" fmla="*/ 98313 h 197903"/>
                <a:gd name="connsiteX9" fmla="*/ 46646 w 198726"/>
                <a:gd name="connsiteY9" fmla="*/ 139171 h 197903"/>
                <a:gd name="connsiteX10" fmla="*/ 6390 w 198726"/>
                <a:gd name="connsiteY10" fmla="*/ 139171 h 197903"/>
                <a:gd name="connsiteX11" fmla="*/ 0 w 198726"/>
                <a:gd name="connsiteY11" fmla="*/ 145555 h 197903"/>
                <a:gd name="connsiteX12" fmla="*/ 0 w 198726"/>
                <a:gd name="connsiteY12" fmla="*/ 191519 h 197903"/>
                <a:gd name="connsiteX13" fmla="*/ 6390 w 198726"/>
                <a:gd name="connsiteY13" fmla="*/ 197903 h 197903"/>
                <a:gd name="connsiteX14" fmla="*/ 12780 w 198726"/>
                <a:gd name="connsiteY14" fmla="*/ 191519 h 197903"/>
                <a:gd name="connsiteX15" fmla="*/ 12780 w 198726"/>
                <a:gd name="connsiteY15" fmla="*/ 151939 h 197903"/>
                <a:gd name="connsiteX16" fmla="*/ 53036 w 198726"/>
                <a:gd name="connsiteY16" fmla="*/ 151939 h 197903"/>
                <a:gd name="connsiteX17" fmla="*/ 59426 w 198726"/>
                <a:gd name="connsiteY17" fmla="*/ 145555 h 197903"/>
                <a:gd name="connsiteX18" fmla="*/ 59426 w 198726"/>
                <a:gd name="connsiteY18" fmla="*/ 104697 h 197903"/>
                <a:gd name="connsiteX19" fmla="*/ 99683 w 198726"/>
                <a:gd name="connsiteY19" fmla="*/ 104697 h 197903"/>
                <a:gd name="connsiteX20" fmla="*/ 106073 w 198726"/>
                <a:gd name="connsiteY20" fmla="*/ 98313 h 197903"/>
                <a:gd name="connsiteX21" fmla="*/ 106073 w 198726"/>
                <a:gd name="connsiteY21" fmla="*/ 59371 h 197903"/>
                <a:gd name="connsiteX22" fmla="*/ 146330 w 198726"/>
                <a:gd name="connsiteY22" fmla="*/ 59371 h 197903"/>
                <a:gd name="connsiteX23" fmla="*/ 152720 w 198726"/>
                <a:gd name="connsiteY23" fmla="*/ 52987 h 197903"/>
                <a:gd name="connsiteX24" fmla="*/ 152720 w 198726"/>
                <a:gd name="connsiteY24" fmla="*/ 12768 h 197903"/>
                <a:gd name="connsiteX25" fmla="*/ 192337 w 198726"/>
                <a:gd name="connsiteY25" fmla="*/ 12768 h 197903"/>
                <a:gd name="connsiteX26" fmla="*/ 198727 w 198726"/>
                <a:gd name="connsiteY26" fmla="*/ 6384 h 197903"/>
                <a:gd name="connsiteX27" fmla="*/ 192337 w 198726"/>
                <a:gd name="connsiteY27" fmla="*/ 0 h 197903"/>
                <a:gd name="connsiteX28" fmla="*/ 192337 w 198726"/>
                <a:gd name="connsiteY28" fmla="*/ 0 h 19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98726" h="197903">
                  <a:moveTo>
                    <a:pt x="192337" y="0"/>
                  </a:moveTo>
                  <a:lnTo>
                    <a:pt x="146330" y="0"/>
                  </a:lnTo>
                  <a:cubicBezTo>
                    <a:pt x="142495" y="0"/>
                    <a:pt x="139940" y="2554"/>
                    <a:pt x="139940" y="6384"/>
                  </a:cubicBezTo>
                  <a:lnTo>
                    <a:pt x="139940" y="46603"/>
                  </a:lnTo>
                  <a:lnTo>
                    <a:pt x="99683" y="46603"/>
                  </a:lnTo>
                  <a:cubicBezTo>
                    <a:pt x="95849" y="46603"/>
                    <a:pt x="93293" y="49157"/>
                    <a:pt x="93293" y="52987"/>
                  </a:cubicBezTo>
                  <a:lnTo>
                    <a:pt x="93293" y="91930"/>
                  </a:lnTo>
                  <a:lnTo>
                    <a:pt x="53036" y="91930"/>
                  </a:lnTo>
                  <a:cubicBezTo>
                    <a:pt x="49202" y="91930"/>
                    <a:pt x="46646" y="94483"/>
                    <a:pt x="46646" y="98313"/>
                  </a:cubicBezTo>
                  <a:lnTo>
                    <a:pt x="46646" y="139171"/>
                  </a:lnTo>
                  <a:lnTo>
                    <a:pt x="6390" y="139171"/>
                  </a:lnTo>
                  <a:cubicBezTo>
                    <a:pt x="2556" y="139171"/>
                    <a:pt x="0" y="141724"/>
                    <a:pt x="0" y="145555"/>
                  </a:cubicBezTo>
                  <a:lnTo>
                    <a:pt x="0" y="191519"/>
                  </a:lnTo>
                  <a:cubicBezTo>
                    <a:pt x="0" y="195350"/>
                    <a:pt x="2556" y="197903"/>
                    <a:pt x="6390" y="197903"/>
                  </a:cubicBezTo>
                  <a:cubicBezTo>
                    <a:pt x="10224" y="197903"/>
                    <a:pt x="12780" y="195350"/>
                    <a:pt x="12780" y="191519"/>
                  </a:cubicBezTo>
                  <a:lnTo>
                    <a:pt x="12780" y="151939"/>
                  </a:lnTo>
                  <a:lnTo>
                    <a:pt x="53036" y="151939"/>
                  </a:lnTo>
                  <a:cubicBezTo>
                    <a:pt x="56871" y="151939"/>
                    <a:pt x="59426" y="149385"/>
                    <a:pt x="59426" y="145555"/>
                  </a:cubicBezTo>
                  <a:lnTo>
                    <a:pt x="59426" y="104697"/>
                  </a:lnTo>
                  <a:lnTo>
                    <a:pt x="99683" y="104697"/>
                  </a:lnTo>
                  <a:cubicBezTo>
                    <a:pt x="103517" y="104697"/>
                    <a:pt x="106073" y="102144"/>
                    <a:pt x="106073" y="98313"/>
                  </a:cubicBezTo>
                  <a:lnTo>
                    <a:pt x="106073" y="59371"/>
                  </a:lnTo>
                  <a:lnTo>
                    <a:pt x="146330" y="59371"/>
                  </a:lnTo>
                  <a:cubicBezTo>
                    <a:pt x="150164" y="59371"/>
                    <a:pt x="152720" y="56818"/>
                    <a:pt x="152720" y="52987"/>
                  </a:cubicBezTo>
                  <a:lnTo>
                    <a:pt x="152720" y="12768"/>
                  </a:lnTo>
                  <a:lnTo>
                    <a:pt x="192337" y="12768"/>
                  </a:lnTo>
                  <a:cubicBezTo>
                    <a:pt x="196171" y="12768"/>
                    <a:pt x="198727" y="10215"/>
                    <a:pt x="198727" y="6384"/>
                  </a:cubicBezTo>
                  <a:cubicBezTo>
                    <a:pt x="198727" y="2554"/>
                    <a:pt x="196171" y="0"/>
                    <a:pt x="192337" y="0"/>
                  </a:cubicBezTo>
                  <a:lnTo>
                    <a:pt x="192337" y="0"/>
                  </a:lnTo>
                  <a:close/>
                </a:path>
              </a:pathLst>
            </a:custGeom>
            <a:solidFill>
              <a:srgbClr val="00A3E0"/>
            </a:solidFill>
            <a:ln w="6390" cap="flat">
              <a:noFill/>
              <a:prstDash val="solid"/>
              <a:miter/>
            </a:ln>
          </p:spPr>
          <p:txBody>
            <a:bodyPr rtlCol="0" anchor="ctr"/>
            <a:lstStyle/>
            <a:p>
              <a:endParaRPr lang="en-US"/>
            </a:p>
          </p:txBody>
        </p:sp>
        <p:sp>
          <p:nvSpPr>
            <p:cNvPr id="251" name="Graphic 4">
              <a:extLst>
                <a:ext uri="{FF2B5EF4-FFF2-40B4-BE49-F238E27FC236}">
                  <a16:creationId xmlns:a16="http://schemas.microsoft.com/office/drawing/2014/main" id="{9EF4E2D2-D334-9F4C-9EE0-3B7E85927989}"/>
                </a:ext>
              </a:extLst>
            </p:cNvPr>
            <p:cNvSpPr/>
            <p:nvPr/>
          </p:nvSpPr>
          <p:spPr>
            <a:xfrm>
              <a:off x="6929247" y="4491294"/>
              <a:ext cx="81791" cy="81715"/>
            </a:xfrm>
            <a:custGeom>
              <a:avLst/>
              <a:gdLst>
                <a:gd name="connsiteX0" fmla="*/ 71567 w 81791"/>
                <a:gd name="connsiteY0" fmla="*/ 1915 h 81715"/>
                <a:gd name="connsiteX1" fmla="*/ 12780 w 81791"/>
                <a:gd name="connsiteY1" fmla="*/ 60009 h 81715"/>
                <a:gd name="connsiteX2" fmla="*/ 12780 w 81791"/>
                <a:gd name="connsiteY2" fmla="*/ 28728 h 81715"/>
                <a:gd name="connsiteX3" fmla="*/ 6390 w 81791"/>
                <a:gd name="connsiteY3" fmla="*/ 22344 h 81715"/>
                <a:gd name="connsiteX4" fmla="*/ 0 w 81791"/>
                <a:gd name="connsiteY4" fmla="*/ 28728 h 81715"/>
                <a:gd name="connsiteX5" fmla="*/ 0 w 81791"/>
                <a:gd name="connsiteY5" fmla="*/ 75331 h 81715"/>
                <a:gd name="connsiteX6" fmla="*/ 6390 w 81791"/>
                <a:gd name="connsiteY6" fmla="*/ 81715 h 81715"/>
                <a:gd name="connsiteX7" fmla="*/ 53036 w 81791"/>
                <a:gd name="connsiteY7" fmla="*/ 81715 h 81715"/>
                <a:gd name="connsiteX8" fmla="*/ 59426 w 81791"/>
                <a:gd name="connsiteY8" fmla="*/ 75331 h 81715"/>
                <a:gd name="connsiteX9" fmla="*/ 53036 w 81791"/>
                <a:gd name="connsiteY9" fmla="*/ 68947 h 81715"/>
                <a:gd name="connsiteX10" fmla="*/ 21726 w 81791"/>
                <a:gd name="connsiteY10" fmla="*/ 68947 h 81715"/>
                <a:gd name="connsiteX11" fmla="*/ 79874 w 81791"/>
                <a:gd name="connsiteY11" fmla="*/ 10853 h 81715"/>
                <a:gd name="connsiteX12" fmla="*/ 79874 w 81791"/>
                <a:gd name="connsiteY12" fmla="*/ 1915 h 81715"/>
                <a:gd name="connsiteX13" fmla="*/ 79874 w 81791"/>
                <a:gd name="connsiteY13" fmla="*/ 1915 h 81715"/>
                <a:gd name="connsiteX14" fmla="*/ 71567 w 81791"/>
                <a:gd name="connsiteY14" fmla="*/ 1915 h 81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1791" h="81715">
                  <a:moveTo>
                    <a:pt x="71567" y="1915"/>
                  </a:moveTo>
                  <a:lnTo>
                    <a:pt x="12780" y="60009"/>
                  </a:lnTo>
                  <a:lnTo>
                    <a:pt x="12780" y="28728"/>
                  </a:lnTo>
                  <a:cubicBezTo>
                    <a:pt x="12780" y="24897"/>
                    <a:pt x="10224" y="22344"/>
                    <a:pt x="6390" y="22344"/>
                  </a:cubicBezTo>
                  <a:cubicBezTo>
                    <a:pt x="2556" y="22344"/>
                    <a:pt x="0" y="24897"/>
                    <a:pt x="0" y="28728"/>
                  </a:cubicBezTo>
                  <a:lnTo>
                    <a:pt x="0" y="75331"/>
                  </a:lnTo>
                  <a:cubicBezTo>
                    <a:pt x="0" y="79161"/>
                    <a:pt x="2556" y="81715"/>
                    <a:pt x="6390" y="81715"/>
                  </a:cubicBezTo>
                  <a:lnTo>
                    <a:pt x="53036" y="81715"/>
                  </a:lnTo>
                  <a:cubicBezTo>
                    <a:pt x="56871" y="81715"/>
                    <a:pt x="59426" y="79161"/>
                    <a:pt x="59426" y="75331"/>
                  </a:cubicBezTo>
                  <a:cubicBezTo>
                    <a:pt x="59426" y="71500"/>
                    <a:pt x="56871" y="68947"/>
                    <a:pt x="53036" y="68947"/>
                  </a:cubicBezTo>
                  <a:lnTo>
                    <a:pt x="21726" y="68947"/>
                  </a:lnTo>
                  <a:lnTo>
                    <a:pt x="79874" y="10853"/>
                  </a:lnTo>
                  <a:cubicBezTo>
                    <a:pt x="82430" y="8299"/>
                    <a:pt x="82430" y="4469"/>
                    <a:pt x="79874" y="1915"/>
                  </a:cubicBezTo>
                  <a:cubicBezTo>
                    <a:pt x="79874" y="1915"/>
                    <a:pt x="79874" y="1915"/>
                    <a:pt x="79874" y="1915"/>
                  </a:cubicBezTo>
                  <a:cubicBezTo>
                    <a:pt x="77957" y="-638"/>
                    <a:pt x="73484" y="-638"/>
                    <a:pt x="71567" y="1915"/>
                  </a:cubicBezTo>
                  <a:close/>
                </a:path>
              </a:pathLst>
            </a:custGeom>
            <a:solidFill>
              <a:srgbClr val="00A3E0"/>
            </a:solidFill>
            <a:ln w="6390" cap="flat">
              <a:noFill/>
              <a:prstDash val="solid"/>
              <a:miter/>
            </a:ln>
          </p:spPr>
          <p:txBody>
            <a:bodyPr rtlCol="0" anchor="ctr"/>
            <a:lstStyle/>
            <a:p>
              <a:endParaRPr lang="en-US"/>
            </a:p>
          </p:txBody>
        </p:sp>
      </p:grpSp>
      <p:sp>
        <p:nvSpPr>
          <p:cNvPr id="255" name="Graphic 4">
            <a:extLst>
              <a:ext uri="{FF2B5EF4-FFF2-40B4-BE49-F238E27FC236}">
                <a16:creationId xmlns:a16="http://schemas.microsoft.com/office/drawing/2014/main" id="{7CD5269F-1E49-6347-A2DD-1DDAA0B64A3C}"/>
              </a:ext>
            </a:extLst>
          </p:cNvPr>
          <p:cNvSpPr/>
          <p:nvPr/>
        </p:nvSpPr>
        <p:spPr>
          <a:xfrm>
            <a:off x="6144564" y="3824168"/>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55597 w 362312"/>
              <a:gd name="connsiteY6" fmla="*/ 193435 h 361971"/>
              <a:gd name="connsiteX7" fmla="*/ 197449 w 362312"/>
              <a:gd name="connsiteY7" fmla="*/ 251529 h 361971"/>
              <a:gd name="connsiteX8" fmla="*/ 228120 w 362312"/>
              <a:gd name="connsiteY8" fmla="*/ 251529 h 361971"/>
              <a:gd name="connsiteX9" fmla="*/ 234510 w 362312"/>
              <a:gd name="connsiteY9" fmla="*/ 257913 h 361971"/>
              <a:gd name="connsiteX10" fmla="*/ 228120 w 362312"/>
              <a:gd name="connsiteY10" fmla="*/ 264297 h 361971"/>
              <a:gd name="connsiteX11" fmla="*/ 181474 w 362312"/>
              <a:gd name="connsiteY11" fmla="*/ 264297 h 361971"/>
              <a:gd name="connsiteX12" fmla="*/ 175084 w 362312"/>
              <a:gd name="connsiteY12" fmla="*/ 257913 h 361971"/>
              <a:gd name="connsiteX13" fmla="*/ 175084 w 362312"/>
              <a:gd name="connsiteY13" fmla="*/ 211310 h 361971"/>
              <a:gd name="connsiteX14" fmla="*/ 181474 w 362312"/>
              <a:gd name="connsiteY14" fmla="*/ 204926 h 361971"/>
              <a:gd name="connsiteX15" fmla="*/ 187864 w 362312"/>
              <a:gd name="connsiteY15" fmla="*/ 211310 h 361971"/>
              <a:gd name="connsiteX16" fmla="*/ 187864 w 362312"/>
              <a:gd name="connsiteY16" fmla="*/ 242591 h 361971"/>
              <a:gd name="connsiteX17" fmla="*/ 246651 w 362312"/>
              <a:gd name="connsiteY17" fmla="*/ 184497 h 361971"/>
              <a:gd name="connsiteX18" fmla="*/ 255597 w 362312"/>
              <a:gd name="connsiteY18" fmla="*/ 184497 h 361971"/>
              <a:gd name="connsiteX19" fmla="*/ 255597 w 362312"/>
              <a:gd name="connsiteY19" fmla="*/ 193435 h 361971"/>
              <a:gd name="connsiteX20" fmla="*/ 255597 w 362312"/>
              <a:gd name="connsiteY20" fmla="*/ 193435 h 361971"/>
              <a:gd name="connsiteX21" fmla="*/ 274767 w 362312"/>
              <a:gd name="connsiteY21" fmla="*/ 94483 h 361971"/>
              <a:gd name="connsiteX22" fmla="*/ 235150 w 362312"/>
              <a:gd name="connsiteY22" fmla="*/ 94483 h 361971"/>
              <a:gd name="connsiteX23" fmla="*/ 235150 w 362312"/>
              <a:gd name="connsiteY23" fmla="*/ 134702 h 361971"/>
              <a:gd name="connsiteX24" fmla="*/ 228760 w 362312"/>
              <a:gd name="connsiteY24" fmla="*/ 141086 h 361971"/>
              <a:gd name="connsiteX25" fmla="*/ 188503 w 362312"/>
              <a:gd name="connsiteY25" fmla="*/ 141086 h 361971"/>
              <a:gd name="connsiteX26" fmla="*/ 188503 w 362312"/>
              <a:gd name="connsiteY26" fmla="*/ 180028 h 361971"/>
              <a:gd name="connsiteX27" fmla="*/ 182113 w 362312"/>
              <a:gd name="connsiteY27" fmla="*/ 186412 h 361971"/>
              <a:gd name="connsiteX28" fmla="*/ 141856 w 362312"/>
              <a:gd name="connsiteY28" fmla="*/ 186412 h 361971"/>
              <a:gd name="connsiteX29" fmla="*/ 141856 w 362312"/>
              <a:gd name="connsiteY29" fmla="*/ 227270 h 361971"/>
              <a:gd name="connsiteX30" fmla="*/ 135466 w 362312"/>
              <a:gd name="connsiteY30" fmla="*/ 233654 h 361971"/>
              <a:gd name="connsiteX31" fmla="*/ 95210 w 362312"/>
              <a:gd name="connsiteY31" fmla="*/ 233654 h 361971"/>
              <a:gd name="connsiteX32" fmla="*/ 95210 w 362312"/>
              <a:gd name="connsiteY32" fmla="*/ 273234 h 361971"/>
              <a:gd name="connsiteX33" fmla="*/ 88820 w 362312"/>
              <a:gd name="connsiteY33" fmla="*/ 279618 h 361971"/>
              <a:gd name="connsiteX34" fmla="*/ 82430 w 362312"/>
              <a:gd name="connsiteY34" fmla="*/ 273234 h 361971"/>
              <a:gd name="connsiteX35" fmla="*/ 82430 w 362312"/>
              <a:gd name="connsiteY35" fmla="*/ 227270 h 361971"/>
              <a:gd name="connsiteX36" fmla="*/ 88820 w 362312"/>
              <a:gd name="connsiteY36" fmla="*/ 220886 h 361971"/>
              <a:gd name="connsiteX37" fmla="*/ 129076 w 362312"/>
              <a:gd name="connsiteY37" fmla="*/ 220886 h 361971"/>
              <a:gd name="connsiteX38" fmla="*/ 129076 w 362312"/>
              <a:gd name="connsiteY38" fmla="*/ 180028 h 361971"/>
              <a:gd name="connsiteX39" fmla="*/ 135466 w 362312"/>
              <a:gd name="connsiteY39" fmla="*/ 173644 h 361971"/>
              <a:gd name="connsiteX40" fmla="*/ 175723 w 362312"/>
              <a:gd name="connsiteY40" fmla="*/ 173644 h 361971"/>
              <a:gd name="connsiteX41" fmla="*/ 175723 w 362312"/>
              <a:gd name="connsiteY41" fmla="*/ 134702 h 361971"/>
              <a:gd name="connsiteX42" fmla="*/ 182113 w 362312"/>
              <a:gd name="connsiteY42" fmla="*/ 128318 h 361971"/>
              <a:gd name="connsiteX43" fmla="*/ 222370 w 362312"/>
              <a:gd name="connsiteY43" fmla="*/ 128318 h 361971"/>
              <a:gd name="connsiteX44" fmla="*/ 222370 w 362312"/>
              <a:gd name="connsiteY44" fmla="*/ 88099 h 361971"/>
              <a:gd name="connsiteX45" fmla="*/ 228760 w 362312"/>
              <a:gd name="connsiteY45" fmla="*/ 81715 h 361971"/>
              <a:gd name="connsiteX46" fmla="*/ 274767 w 362312"/>
              <a:gd name="connsiteY46" fmla="*/ 81715 h 361971"/>
              <a:gd name="connsiteX47" fmla="*/ 281157 w 362312"/>
              <a:gd name="connsiteY47" fmla="*/ 88099 h 361971"/>
              <a:gd name="connsiteX48" fmla="*/ 274767 w 362312"/>
              <a:gd name="connsiteY48" fmla="*/ 94483 h 361971"/>
              <a:gd name="connsiteX49" fmla="*/ 274767 w 362312"/>
              <a:gd name="connsiteY49" fmla="*/ 9448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1077"/>
                  <a:pt x="281796" y="0"/>
                  <a:pt x="181474" y="0"/>
                </a:cubicBezTo>
                <a:close/>
                <a:moveTo>
                  <a:pt x="255597" y="193435"/>
                </a:moveTo>
                <a:lnTo>
                  <a:pt x="197449" y="251529"/>
                </a:lnTo>
                <a:lnTo>
                  <a:pt x="228120" y="251529"/>
                </a:lnTo>
                <a:cubicBezTo>
                  <a:pt x="231955" y="251529"/>
                  <a:pt x="234510" y="254082"/>
                  <a:pt x="234510" y="257913"/>
                </a:cubicBezTo>
                <a:cubicBezTo>
                  <a:pt x="234510" y="261743"/>
                  <a:pt x="231955" y="264297"/>
                  <a:pt x="228120" y="264297"/>
                </a:cubicBezTo>
                <a:lnTo>
                  <a:pt x="181474" y="264297"/>
                </a:lnTo>
                <a:cubicBezTo>
                  <a:pt x="177641" y="264297"/>
                  <a:pt x="175084" y="261743"/>
                  <a:pt x="175084" y="257913"/>
                </a:cubicBezTo>
                <a:lnTo>
                  <a:pt x="175084" y="211310"/>
                </a:lnTo>
                <a:cubicBezTo>
                  <a:pt x="175084" y="207479"/>
                  <a:pt x="177641" y="204926"/>
                  <a:pt x="181474" y="204926"/>
                </a:cubicBezTo>
                <a:cubicBezTo>
                  <a:pt x="185308" y="204926"/>
                  <a:pt x="187864" y="207479"/>
                  <a:pt x="187864" y="211310"/>
                </a:cubicBezTo>
                <a:lnTo>
                  <a:pt x="187864" y="242591"/>
                </a:lnTo>
                <a:lnTo>
                  <a:pt x="246651" y="184497"/>
                </a:lnTo>
                <a:cubicBezTo>
                  <a:pt x="249208" y="181944"/>
                  <a:pt x="253041" y="181944"/>
                  <a:pt x="255597" y="184497"/>
                </a:cubicBezTo>
                <a:cubicBezTo>
                  <a:pt x="258154" y="186412"/>
                  <a:pt x="258154" y="190881"/>
                  <a:pt x="255597" y="193435"/>
                </a:cubicBezTo>
                <a:cubicBezTo>
                  <a:pt x="255597" y="193435"/>
                  <a:pt x="255597" y="193435"/>
                  <a:pt x="255597" y="193435"/>
                </a:cubicBezTo>
                <a:close/>
                <a:moveTo>
                  <a:pt x="274767" y="94483"/>
                </a:moveTo>
                <a:lnTo>
                  <a:pt x="235150" y="94483"/>
                </a:lnTo>
                <a:lnTo>
                  <a:pt x="235150" y="134702"/>
                </a:lnTo>
                <a:cubicBezTo>
                  <a:pt x="235150" y="138533"/>
                  <a:pt x="232594" y="141086"/>
                  <a:pt x="228760" y="141086"/>
                </a:cubicBezTo>
                <a:lnTo>
                  <a:pt x="188503" y="141086"/>
                </a:lnTo>
                <a:lnTo>
                  <a:pt x="188503" y="180028"/>
                </a:lnTo>
                <a:cubicBezTo>
                  <a:pt x="188503" y="183859"/>
                  <a:pt x="185947" y="186412"/>
                  <a:pt x="182113" y="186412"/>
                </a:cubicBezTo>
                <a:lnTo>
                  <a:pt x="141856" y="186412"/>
                </a:lnTo>
                <a:lnTo>
                  <a:pt x="141856" y="227270"/>
                </a:lnTo>
                <a:cubicBezTo>
                  <a:pt x="141856" y="231100"/>
                  <a:pt x="139301" y="233654"/>
                  <a:pt x="135466" y="233654"/>
                </a:cubicBezTo>
                <a:lnTo>
                  <a:pt x="95210" y="233654"/>
                </a:lnTo>
                <a:lnTo>
                  <a:pt x="95210" y="273234"/>
                </a:lnTo>
                <a:cubicBezTo>
                  <a:pt x="95210" y="277065"/>
                  <a:pt x="92654" y="279618"/>
                  <a:pt x="88820" y="279618"/>
                </a:cubicBezTo>
                <a:cubicBezTo>
                  <a:pt x="84986" y="279618"/>
                  <a:pt x="82430" y="277065"/>
                  <a:pt x="82430" y="273234"/>
                </a:cubicBezTo>
                <a:lnTo>
                  <a:pt x="82430" y="227270"/>
                </a:lnTo>
                <a:cubicBezTo>
                  <a:pt x="82430" y="223439"/>
                  <a:pt x="84986" y="220886"/>
                  <a:pt x="88820" y="220886"/>
                </a:cubicBezTo>
                <a:lnTo>
                  <a:pt x="129076" y="220886"/>
                </a:lnTo>
                <a:lnTo>
                  <a:pt x="129076" y="180028"/>
                </a:lnTo>
                <a:cubicBezTo>
                  <a:pt x="129076" y="176198"/>
                  <a:pt x="131633" y="173644"/>
                  <a:pt x="135466" y="173644"/>
                </a:cubicBezTo>
                <a:lnTo>
                  <a:pt x="175723" y="173644"/>
                </a:lnTo>
                <a:lnTo>
                  <a:pt x="175723" y="134702"/>
                </a:lnTo>
                <a:cubicBezTo>
                  <a:pt x="175723" y="130872"/>
                  <a:pt x="178279" y="128318"/>
                  <a:pt x="182113" y="128318"/>
                </a:cubicBezTo>
                <a:lnTo>
                  <a:pt x="222370" y="128318"/>
                </a:lnTo>
                <a:lnTo>
                  <a:pt x="222370" y="88099"/>
                </a:lnTo>
                <a:cubicBezTo>
                  <a:pt x="222370" y="84269"/>
                  <a:pt x="224925" y="81715"/>
                  <a:pt x="228760" y="81715"/>
                </a:cubicBezTo>
                <a:lnTo>
                  <a:pt x="274767" y="81715"/>
                </a:lnTo>
                <a:cubicBezTo>
                  <a:pt x="278601" y="81715"/>
                  <a:pt x="281157" y="84269"/>
                  <a:pt x="281157" y="88099"/>
                </a:cubicBezTo>
                <a:cubicBezTo>
                  <a:pt x="281157" y="91930"/>
                  <a:pt x="277962" y="94483"/>
                  <a:pt x="274767" y="94483"/>
                </a:cubicBezTo>
                <a:lnTo>
                  <a:pt x="274767" y="94483"/>
                </a:lnTo>
                <a:close/>
              </a:path>
            </a:pathLst>
          </a:custGeom>
          <a:solidFill>
            <a:srgbClr val="00A3E0"/>
          </a:solidFill>
          <a:ln w="6390" cap="flat">
            <a:noFill/>
            <a:prstDash val="solid"/>
            <a:miter/>
          </a:ln>
        </p:spPr>
        <p:txBody>
          <a:bodyPr rtlCol="0" anchor="ctr"/>
          <a:lstStyle/>
          <a:p>
            <a:endParaRPr lang="en-US" dirty="0"/>
          </a:p>
        </p:txBody>
      </p:sp>
      <p:grpSp>
        <p:nvGrpSpPr>
          <p:cNvPr id="283" name="Graphic 4">
            <a:extLst>
              <a:ext uri="{FF2B5EF4-FFF2-40B4-BE49-F238E27FC236}">
                <a16:creationId xmlns:a16="http://schemas.microsoft.com/office/drawing/2014/main" id="{8F813061-8E21-DB4B-A694-CF866EBB0F45}"/>
              </a:ext>
            </a:extLst>
          </p:cNvPr>
          <p:cNvGrpSpPr/>
          <p:nvPr/>
        </p:nvGrpSpPr>
        <p:grpSpPr>
          <a:xfrm>
            <a:off x="4660820" y="3824168"/>
            <a:ext cx="362313" cy="361971"/>
            <a:chOff x="5708130" y="4308712"/>
            <a:chExt cx="362313" cy="361971"/>
          </a:xfrm>
          <a:solidFill>
            <a:srgbClr val="00A3E0"/>
          </a:solidFill>
        </p:grpSpPr>
        <p:sp>
          <p:nvSpPr>
            <p:cNvPr id="284" name="Graphic 4">
              <a:extLst>
                <a:ext uri="{FF2B5EF4-FFF2-40B4-BE49-F238E27FC236}">
                  <a16:creationId xmlns:a16="http://schemas.microsoft.com/office/drawing/2014/main" id="{66BD3B67-35E5-9A48-A522-38D9C9FF10A0}"/>
                </a:ext>
              </a:extLst>
            </p:cNvPr>
            <p:cNvSpPr/>
            <p:nvPr/>
          </p:nvSpPr>
          <p:spPr>
            <a:xfrm>
              <a:off x="5708130" y="4308712"/>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30 w 362313"/>
                <a:gd name="connsiteY9" fmla="*/ 180667 h 361971"/>
                <a:gd name="connsiteX10" fmla="*/ 349530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lnTo>
                    <a:pt x="349530" y="180667"/>
                  </a:lnTo>
                  <a:cubicBezTo>
                    <a:pt x="350168" y="273873"/>
                    <a:pt x="274767" y="349204"/>
                    <a:pt x="181474" y="349204"/>
                  </a:cubicBezTo>
                  <a:lnTo>
                    <a:pt x="181474" y="349204"/>
                  </a:lnTo>
                  <a:close/>
                </a:path>
              </a:pathLst>
            </a:custGeom>
            <a:solidFill>
              <a:srgbClr val="00A3E0"/>
            </a:solidFill>
            <a:ln w="6390" cap="flat">
              <a:noFill/>
              <a:prstDash val="solid"/>
              <a:miter/>
            </a:ln>
          </p:spPr>
          <p:txBody>
            <a:bodyPr rtlCol="0" anchor="ctr"/>
            <a:lstStyle/>
            <a:p>
              <a:endParaRPr lang="en-US"/>
            </a:p>
          </p:txBody>
        </p:sp>
        <p:sp>
          <p:nvSpPr>
            <p:cNvPr id="285" name="Graphic 4">
              <a:extLst>
                <a:ext uri="{FF2B5EF4-FFF2-40B4-BE49-F238E27FC236}">
                  <a16:creationId xmlns:a16="http://schemas.microsoft.com/office/drawing/2014/main" id="{B05A918F-572B-ED4C-9010-3F42B8ADDCFE}"/>
                </a:ext>
              </a:extLst>
            </p:cNvPr>
            <p:cNvSpPr/>
            <p:nvPr/>
          </p:nvSpPr>
          <p:spPr>
            <a:xfrm>
              <a:off x="5802701" y="4476610"/>
              <a:ext cx="25559" cy="25535"/>
            </a:xfrm>
            <a:custGeom>
              <a:avLst/>
              <a:gdLst>
                <a:gd name="connsiteX0" fmla="*/ 12780 w 25559"/>
                <a:gd name="connsiteY0" fmla="*/ 0 h 25535"/>
                <a:gd name="connsiteX1" fmla="*/ 0 w 25559"/>
                <a:gd name="connsiteY1" fmla="*/ 12768 h 25535"/>
                <a:gd name="connsiteX2" fmla="*/ 12780 w 25559"/>
                <a:gd name="connsiteY2" fmla="*/ 25536 h 25535"/>
                <a:gd name="connsiteX3" fmla="*/ 25560 w 25559"/>
                <a:gd name="connsiteY3" fmla="*/ 12768 h 25535"/>
                <a:gd name="connsiteX4" fmla="*/ 12780 w 25559"/>
                <a:gd name="connsiteY4" fmla="*/ 0 h 25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59" h="25535">
                  <a:moveTo>
                    <a:pt x="12780" y="0"/>
                  </a:moveTo>
                  <a:cubicBezTo>
                    <a:pt x="5751" y="0"/>
                    <a:pt x="0" y="5746"/>
                    <a:pt x="0" y="12768"/>
                  </a:cubicBezTo>
                  <a:cubicBezTo>
                    <a:pt x="0" y="19791"/>
                    <a:pt x="5751" y="25536"/>
                    <a:pt x="12780" y="25536"/>
                  </a:cubicBezTo>
                  <a:cubicBezTo>
                    <a:pt x="19809" y="25536"/>
                    <a:pt x="25560" y="19791"/>
                    <a:pt x="25560" y="12768"/>
                  </a:cubicBezTo>
                  <a:cubicBezTo>
                    <a:pt x="25560" y="5746"/>
                    <a:pt x="19809" y="0"/>
                    <a:pt x="12780" y="0"/>
                  </a:cubicBezTo>
                  <a:close/>
                </a:path>
              </a:pathLst>
            </a:custGeom>
            <a:solidFill>
              <a:srgbClr val="00A3E0"/>
            </a:solidFill>
            <a:ln w="6390" cap="flat">
              <a:noFill/>
              <a:prstDash val="solid"/>
              <a:miter/>
            </a:ln>
          </p:spPr>
          <p:txBody>
            <a:bodyPr rtlCol="0" anchor="ctr"/>
            <a:lstStyle/>
            <a:p>
              <a:endParaRPr lang="en-US"/>
            </a:p>
          </p:txBody>
        </p:sp>
        <p:sp>
          <p:nvSpPr>
            <p:cNvPr id="286" name="Graphic 4">
              <a:extLst>
                <a:ext uri="{FF2B5EF4-FFF2-40B4-BE49-F238E27FC236}">
                  <a16:creationId xmlns:a16="http://schemas.microsoft.com/office/drawing/2014/main" id="{2B67E61E-D2DA-F341-8CE7-838941AFC55A}"/>
                </a:ext>
              </a:extLst>
            </p:cNvPr>
            <p:cNvSpPr/>
            <p:nvPr/>
          </p:nvSpPr>
          <p:spPr>
            <a:xfrm>
              <a:off x="5876825" y="4476610"/>
              <a:ext cx="25559" cy="25535"/>
            </a:xfrm>
            <a:custGeom>
              <a:avLst/>
              <a:gdLst>
                <a:gd name="connsiteX0" fmla="*/ 12780 w 25559"/>
                <a:gd name="connsiteY0" fmla="*/ 0 h 25535"/>
                <a:gd name="connsiteX1" fmla="*/ 0 w 25559"/>
                <a:gd name="connsiteY1" fmla="*/ 12768 h 25535"/>
                <a:gd name="connsiteX2" fmla="*/ 12780 w 25559"/>
                <a:gd name="connsiteY2" fmla="*/ 25536 h 25535"/>
                <a:gd name="connsiteX3" fmla="*/ 25560 w 25559"/>
                <a:gd name="connsiteY3" fmla="*/ 12768 h 25535"/>
                <a:gd name="connsiteX4" fmla="*/ 12780 w 25559"/>
                <a:gd name="connsiteY4" fmla="*/ 0 h 25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59" h="25535">
                  <a:moveTo>
                    <a:pt x="12780" y="0"/>
                  </a:moveTo>
                  <a:cubicBezTo>
                    <a:pt x="5751" y="0"/>
                    <a:pt x="0" y="5746"/>
                    <a:pt x="0" y="12768"/>
                  </a:cubicBezTo>
                  <a:cubicBezTo>
                    <a:pt x="0" y="19791"/>
                    <a:pt x="5751" y="25536"/>
                    <a:pt x="12780" y="25536"/>
                  </a:cubicBezTo>
                  <a:cubicBezTo>
                    <a:pt x="19809" y="25536"/>
                    <a:pt x="25560" y="19791"/>
                    <a:pt x="25560" y="12768"/>
                  </a:cubicBezTo>
                  <a:cubicBezTo>
                    <a:pt x="25560" y="5746"/>
                    <a:pt x="19809" y="0"/>
                    <a:pt x="12780" y="0"/>
                  </a:cubicBezTo>
                  <a:close/>
                </a:path>
              </a:pathLst>
            </a:custGeom>
            <a:solidFill>
              <a:srgbClr val="00A3E0"/>
            </a:solidFill>
            <a:ln w="6390" cap="flat">
              <a:noFill/>
              <a:prstDash val="solid"/>
              <a:miter/>
            </a:ln>
          </p:spPr>
          <p:txBody>
            <a:bodyPr rtlCol="0" anchor="ctr"/>
            <a:lstStyle/>
            <a:p>
              <a:endParaRPr lang="en-US"/>
            </a:p>
          </p:txBody>
        </p:sp>
        <p:sp>
          <p:nvSpPr>
            <p:cNvPr id="287" name="Graphic 4">
              <a:extLst>
                <a:ext uri="{FF2B5EF4-FFF2-40B4-BE49-F238E27FC236}">
                  <a16:creationId xmlns:a16="http://schemas.microsoft.com/office/drawing/2014/main" id="{D7182ABA-9D4F-E44F-BE1B-274524CC879E}"/>
                </a:ext>
              </a:extLst>
            </p:cNvPr>
            <p:cNvSpPr/>
            <p:nvPr/>
          </p:nvSpPr>
          <p:spPr>
            <a:xfrm>
              <a:off x="5950948" y="4476610"/>
              <a:ext cx="25559" cy="25535"/>
            </a:xfrm>
            <a:custGeom>
              <a:avLst/>
              <a:gdLst>
                <a:gd name="connsiteX0" fmla="*/ 12780 w 25559"/>
                <a:gd name="connsiteY0" fmla="*/ 0 h 25535"/>
                <a:gd name="connsiteX1" fmla="*/ 0 w 25559"/>
                <a:gd name="connsiteY1" fmla="*/ 12768 h 25535"/>
                <a:gd name="connsiteX2" fmla="*/ 12780 w 25559"/>
                <a:gd name="connsiteY2" fmla="*/ 25536 h 25535"/>
                <a:gd name="connsiteX3" fmla="*/ 25560 w 25559"/>
                <a:gd name="connsiteY3" fmla="*/ 12768 h 25535"/>
                <a:gd name="connsiteX4" fmla="*/ 12780 w 25559"/>
                <a:gd name="connsiteY4" fmla="*/ 0 h 25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59" h="25535">
                  <a:moveTo>
                    <a:pt x="12780" y="0"/>
                  </a:moveTo>
                  <a:cubicBezTo>
                    <a:pt x="5751" y="0"/>
                    <a:pt x="0" y="5746"/>
                    <a:pt x="0" y="12768"/>
                  </a:cubicBezTo>
                  <a:cubicBezTo>
                    <a:pt x="0" y="19791"/>
                    <a:pt x="5751" y="25536"/>
                    <a:pt x="12780" y="25536"/>
                  </a:cubicBezTo>
                  <a:cubicBezTo>
                    <a:pt x="19809" y="25536"/>
                    <a:pt x="25560" y="19791"/>
                    <a:pt x="25560" y="12768"/>
                  </a:cubicBezTo>
                  <a:cubicBezTo>
                    <a:pt x="25560" y="5746"/>
                    <a:pt x="19809" y="0"/>
                    <a:pt x="12780" y="0"/>
                  </a:cubicBezTo>
                  <a:close/>
                </a:path>
              </a:pathLst>
            </a:custGeom>
            <a:solidFill>
              <a:srgbClr val="00A3E0"/>
            </a:solidFill>
            <a:ln w="6390" cap="flat">
              <a:noFill/>
              <a:prstDash val="solid"/>
              <a:miter/>
            </a:ln>
          </p:spPr>
          <p:txBody>
            <a:bodyPr rtlCol="0" anchor="ctr"/>
            <a:lstStyle/>
            <a:p>
              <a:endParaRPr lang="en-US"/>
            </a:p>
          </p:txBody>
        </p:sp>
      </p:grpSp>
      <p:sp>
        <p:nvSpPr>
          <p:cNvPr id="335" name="Graphic 4">
            <a:extLst>
              <a:ext uri="{FF2B5EF4-FFF2-40B4-BE49-F238E27FC236}">
                <a16:creationId xmlns:a16="http://schemas.microsoft.com/office/drawing/2014/main" id="{299A9162-ABF8-CF44-9148-342C11EFC69B}"/>
              </a:ext>
            </a:extLst>
          </p:cNvPr>
          <p:cNvSpPr/>
          <p:nvPr/>
        </p:nvSpPr>
        <p:spPr>
          <a:xfrm>
            <a:off x="5099170" y="3824168"/>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0 h 361971"/>
              <a:gd name="connsiteX7" fmla="*/ 107351 w 362309"/>
              <a:gd name="connsiteY7" fmla="*/ 194073 h 361971"/>
              <a:gd name="connsiteX8" fmla="*/ 94571 w 362309"/>
              <a:gd name="connsiteY8" fmla="*/ 181305 h 361971"/>
              <a:gd name="connsiteX9" fmla="*/ 107351 w 362309"/>
              <a:gd name="connsiteY9" fmla="*/ 168537 h 361971"/>
              <a:gd name="connsiteX10" fmla="*/ 120131 w 362309"/>
              <a:gd name="connsiteY10" fmla="*/ 181305 h 361971"/>
              <a:gd name="connsiteX11" fmla="*/ 107351 w 362309"/>
              <a:gd name="connsiteY11" fmla="*/ 194073 h 361971"/>
              <a:gd name="connsiteX12" fmla="*/ 107351 w 362309"/>
              <a:gd name="connsiteY12" fmla="*/ 194073 h 361971"/>
              <a:gd name="connsiteX13" fmla="*/ 107351 w 362309"/>
              <a:gd name="connsiteY13" fmla="*/ 194073 h 361971"/>
              <a:gd name="connsiteX14" fmla="*/ 181474 w 362309"/>
              <a:gd name="connsiteY14" fmla="*/ 194073 h 361971"/>
              <a:gd name="connsiteX15" fmla="*/ 168694 w 362309"/>
              <a:gd name="connsiteY15" fmla="*/ 181305 h 361971"/>
              <a:gd name="connsiteX16" fmla="*/ 181474 w 362309"/>
              <a:gd name="connsiteY16" fmla="*/ 168537 h 361971"/>
              <a:gd name="connsiteX17" fmla="*/ 194254 w 362309"/>
              <a:gd name="connsiteY17" fmla="*/ 181305 h 361971"/>
              <a:gd name="connsiteX18" fmla="*/ 181474 w 362309"/>
              <a:gd name="connsiteY18" fmla="*/ 194073 h 361971"/>
              <a:gd name="connsiteX19" fmla="*/ 181474 w 362309"/>
              <a:gd name="connsiteY19" fmla="*/ 194073 h 361971"/>
              <a:gd name="connsiteX20" fmla="*/ 255597 w 362309"/>
              <a:gd name="connsiteY20" fmla="*/ 194073 h 361971"/>
              <a:gd name="connsiteX21" fmla="*/ 242818 w 362309"/>
              <a:gd name="connsiteY21" fmla="*/ 181305 h 361971"/>
              <a:gd name="connsiteX22" fmla="*/ 255597 w 362309"/>
              <a:gd name="connsiteY22" fmla="*/ 168537 h 361971"/>
              <a:gd name="connsiteX23" fmla="*/ 268377 w 362309"/>
              <a:gd name="connsiteY23" fmla="*/ 181305 h 361971"/>
              <a:gd name="connsiteX24" fmla="*/ 255597 w 362309"/>
              <a:gd name="connsiteY24" fmla="*/ 194073 h 361971"/>
              <a:gd name="connsiteX25" fmla="*/ 255597 w 362309"/>
              <a:gd name="connsiteY25" fmla="*/ 19407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309" y="81077"/>
                  <a:pt x="281157" y="0"/>
                  <a:pt x="181474" y="0"/>
                </a:cubicBezTo>
                <a:lnTo>
                  <a:pt x="181474" y="0"/>
                </a:lnTo>
                <a:close/>
                <a:moveTo>
                  <a:pt x="107351" y="194073"/>
                </a:moveTo>
                <a:cubicBezTo>
                  <a:pt x="100322" y="194073"/>
                  <a:pt x="94571" y="188327"/>
                  <a:pt x="94571" y="181305"/>
                </a:cubicBezTo>
                <a:cubicBezTo>
                  <a:pt x="94571" y="174283"/>
                  <a:pt x="100322" y="168537"/>
                  <a:pt x="107351" y="168537"/>
                </a:cubicBezTo>
                <a:cubicBezTo>
                  <a:pt x="114380" y="168537"/>
                  <a:pt x="120131" y="174283"/>
                  <a:pt x="120131" y="181305"/>
                </a:cubicBezTo>
                <a:cubicBezTo>
                  <a:pt x="120131" y="188327"/>
                  <a:pt x="114380" y="194073"/>
                  <a:pt x="107351" y="194073"/>
                </a:cubicBezTo>
                <a:lnTo>
                  <a:pt x="107351" y="194073"/>
                </a:lnTo>
                <a:lnTo>
                  <a:pt x="107351" y="194073"/>
                </a:lnTo>
                <a:close/>
                <a:moveTo>
                  <a:pt x="181474" y="194073"/>
                </a:moveTo>
                <a:cubicBezTo>
                  <a:pt x="174445" y="194073"/>
                  <a:pt x="168694" y="188327"/>
                  <a:pt x="168694" y="181305"/>
                </a:cubicBezTo>
                <a:cubicBezTo>
                  <a:pt x="168694" y="174283"/>
                  <a:pt x="174445" y="168537"/>
                  <a:pt x="181474" y="168537"/>
                </a:cubicBezTo>
                <a:cubicBezTo>
                  <a:pt x="188503" y="168537"/>
                  <a:pt x="194254" y="174283"/>
                  <a:pt x="194254" y="181305"/>
                </a:cubicBezTo>
                <a:cubicBezTo>
                  <a:pt x="194254" y="188327"/>
                  <a:pt x="188503" y="194073"/>
                  <a:pt x="181474" y="194073"/>
                </a:cubicBezTo>
                <a:lnTo>
                  <a:pt x="181474" y="194073"/>
                </a:lnTo>
                <a:close/>
                <a:moveTo>
                  <a:pt x="255597" y="194073"/>
                </a:moveTo>
                <a:cubicBezTo>
                  <a:pt x="248568" y="194073"/>
                  <a:pt x="242818" y="188327"/>
                  <a:pt x="242818" y="181305"/>
                </a:cubicBezTo>
                <a:cubicBezTo>
                  <a:pt x="242818" y="174283"/>
                  <a:pt x="248568" y="168537"/>
                  <a:pt x="255597" y="168537"/>
                </a:cubicBezTo>
                <a:cubicBezTo>
                  <a:pt x="262626" y="168537"/>
                  <a:pt x="268377" y="174283"/>
                  <a:pt x="268377" y="181305"/>
                </a:cubicBezTo>
                <a:cubicBezTo>
                  <a:pt x="268377" y="188327"/>
                  <a:pt x="262626" y="194073"/>
                  <a:pt x="255597" y="194073"/>
                </a:cubicBezTo>
                <a:lnTo>
                  <a:pt x="255597" y="194073"/>
                </a:lnTo>
                <a:close/>
              </a:path>
            </a:pathLst>
          </a:custGeom>
          <a:solidFill>
            <a:srgbClr val="00A3E0"/>
          </a:solidFill>
          <a:ln w="6390" cap="flat">
            <a:noFill/>
            <a:prstDash val="solid"/>
            <a:miter/>
          </a:ln>
        </p:spPr>
        <p:txBody>
          <a:bodyPr rtlCol="0" anchor="ctr"/>
          <a:lstStyle/>
          <a:p>
            <a:endParaRPr lang="en-US"/>
          </a:p>
        </p:txBody>
      </p:sp>
      <p:grpSp>
        <p:nvGrpSpPr>
          <p:cNvPr id="400" name="Graphic 4">
            <a:extLst>
              <a:ext uri="{FF2B5EF4-FFF2-40B4-BE49-F238E27FC236}">
                <a16:creationId xmlns:a16="http://schemas.microsoft.com/office/drawing/2014/main" id="{8980027B-FF31-AA46-86F6-92D2331CAA2D}"/>
              </a:ext>
            </a:extLst>
          </p:cNvPr>
          <p:cNvGrpSpPr/>
          <p:nvPr/>
        </p:nvGrpSpPr>
        <p:grpSpPr>
          <a:xfrm>
            <a:off x="1515054" y="3824168"/>
            <a:ext cx="362309" cy="361971"/>
            <a:chOff x="1515054" y="4308712"/>
            <a:chExt cx="362309" cy="361971"/>
          </a:xfrm>
          <a:solidFill>
            <a:srgbClr val="00A3E0"/>
          </a:solidFill>
        </p:grpSpPr>
        <p:sp>
          <p:nvSpPr>
            <p:cNvPr id="401" name="Graphic 4">
              <a:extLst>
                <a:ext uri="{FF2B5EF4-FFF2-40B4-BE49-F238E27FC236}">
                  <a16:creationId xmlns:a16="http://schemas.microsoft.com/office/drawing/2014/main" id="{6A0F5158-3B93-644D-8F8B-DE13F209B275}"/>
                </a:ext>
              </a:extLst>
            </p:cNvPr>
            <p:cNvSpPr/>
            <p:nvPr/>
          </p:nvSpPr>
          <p:spPr>
            <a:xfrm>
              <a:off x="1515054" y="4308712"/>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80835 w 362309"/>
                <a:gd name="connsiteY6" fmla="*/ 0 h 361971"/>
                <a:gd name="connsiteX7" fmla="*/ 180835 w 362309"/>
                <a:gd name="connsiteY7" fmla="*/ 349204 h 361971"/>
                <a:gd name="connsiteX8" fmla="*/ 12780 w 362309"/>
                <a:gd name="connsiteY8" fmla="*/ 180667 h 361971"/>
                <a:gd name="connsiteX9" fmla="*/ 180835 w 362309"/>
                <a:gd name="connsiteY9" fmla="*/ 12768 h 361971"/>
                <a:gd name="connsiteX10" fmla="*/ 349529 w 362309"/>
                <a:gd name="connsiteY10" fmla="*/ 181305 h 361971"/>
                <a:gd name="connsiteX11" fmla="*/ 349529 w 362309"/>
                <a:gd name="connsiteY11" fmla="*/ 181305 h 361971"/>
                <a:gd name="connsiteX12" fmla="*/ 180835 w 362309"/>
                <a:gd name="connsiteY12" fmla="*/ 349204 h 361971"/>
                <a:gd name="connsiteX13" fmla="*/ 180835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0835" y="12768"/>
                  </a:cubicBezTo>
                  <a:cubicBezTo>
                    <a:pt x="274128" y="12768"/>
                    <a:pt x="349529" y="88099"/>
                    <a:pt x="349529" y="181305"/>
                  </a:cubicBezTo>
                  <a:lnTo>
                    <a:pt x="349529" y="181305"/>
                  </a:lnTo>
                  <a:cubicBezTo>
                    <a:pt x="348891" y="273873"/>
                    <a:pt x="273489" y="349204"/>
                    <a:pt x="180835" y="349204"/>
                  </a:cubicBezTo>
                  <a:lnTo>
                    <a:pt x="180835" y="349204"/>
                  </a:lnTo>
                  <a:close/>
                </a:path>
              </a:pathLst>
            </a:custGeom>
            <a:solidFill>
              <a:srgbClr val="00A3E0"/>
            </a:solidFill>
            <a:ln w="6390" cap="flat">
              <a:noFill/>
              <a:prstDash val="solid"/>
              <a:miter/>
            </a:ln>
          </p:spPr>
          <p:txBody>
            <a:bodyPr rtlCol="0" anchor="ctr"/>
            <a:lstStyle/>
            <a:p>
              <a:endParaRPr lang="en-US"/>
            </a:p>
          </p:txBody>
        </p:sp>
        <p:sp>
          <p:nvSpPr>
            <p:cNvPr id="402" name="Graphic 4">
              <a:extLst>
                <a:ext uri="{FF2B5EF4-FFF2-40B4-BE49-F238E27FC236}">
                  <a16:creationId xmlns:a16="http://schemas.microsoft.com/office/drawing/2014/main" id="{68E2C029-7C4C-444E-ADBC-CC5C50630C7F}"/>
                </a:ext>
              </a:extLst>
            </p:cNvPr>
            <p:cNvSpPr/>
            <p:nvPr/>
          </p:nvSpPr>
          <p:spPr>
            <a:xfrm>
              <a:off x="1573362" y="4365689"/>
              <a:ext cx="246517" cy="246740"/>
            </a:xfrm>
            <a:custGeom>
              <a:avLst/>
              <a:gdLst>
                <a:gd name="connsiteX0" fmla="*/ 245853 w 246517"/>
                <a:gd name="connsiteY0" fmla="*/ 126243 h 246740"/>
                <a:gd name="connsiteX1" fmla="*/ 244575 w 246517"/>
                <a:gd name="connsiteY1" fmla="*/ 119221 h 246740"/>
                <a:gd name="connsiteX2" fmla="*/ 211347 w 246517"/>
                <a:gd name="connsiteY2" fmla="*/ 86024 h 246740"/>
                <a:gd name="connsiteX3" fmla="*/ 202401 w 246517"/>
                <a:gd name="connsiteY3" fmla="*/ 86024 h 246740"/>
                <a:gd name="connsiteX4" fmla="*/ 202401 w 246517"/>
                <a:gd name="connsiteY4" fmla="*/ 86024 h 246740"/>
                <a:gd name="connsiteX5" fmla="*/ 202401 w 246517"/>
                <a:gd name="connsiteY5" fmla="*/ 94962 h 246740"/>
                <a:gd name="connsiteX6" fmla="*/ 224766 w 246517"/>
                <a:gd name="connsiteY6" fmla="*/ 117305 h 246740"/>
                <a:gd name="connsiteX7" fmla="*/ 129556 w 246517"/>
                <a:gd name="connsiteY7" fmla="*/ 117305 h 246740"/>
                <a:gd name="connsiteX8" fmla="*/ 129556 w 246517"/>
                <a:gd name="connsiteY8" fmla="*/ 21546 h 246740"/>
                <a:gd name="connsiteX9" fmla="*/ 151921 w 246517"/>
                <a:gd name="connsiteY9" fmla="*/ 43890 h 246740"/>
                <a:gd name="connsiteX10" fmla="*/ 156394 w 246517"/>
                <a:gd name="connsiteY10" fmla="*/ 45805 h 246740"/>
                <a:gd name="connsiteX11" fmla="*/ 160867 w 246517"/>
                <a:gd name="connsiteY11" fmla="*/ 43890 h 246740"/>
                <a:gd name="connsiteX12" fmla="*/ 160867 w 246517"/>
                <a:gd name="connsiteY12" fmla="*/ 34952 h 246740"/>
                <a:gd name="connsiteX13" fmla="*/ 127639 w 246517"/>
                <a:gd name="connsiteY13" fmla="*/ 1756 h 246740"/>
                <a:gd name="connsiteX14" fmla="*/ 125722 w 246517"/>
                <a:gd name="connsiteY14" fmla="*/ 479 h 246740"/>
                <a:gd name="connsiteX15" fmla="*/ 120610 w 246517"/>
                <a:gd name="connsiteY15" fmla="*/ 479 h 246740"/>
                <a:gd name="connsiteX16" fmla="*/ 118693 w 246517"/>
                <a:gd name="connsiteY16" fmla="*/ 1756 h 246740"/>
                <a:gd name="connsiteX17" fmla="*/ 85465 w 246517"/>
                <a:gd name="connsiteY17" fmla="*/ 34952 h 246740"/>
                <a:gd name="connsiteX18" fmla="*/ 85465 w 246517"/>
                <a:gd name="connsiteY18" fmla="*/ 43890 h 246740"/>
                <a:gd name="connsiteX19" fmla="*/ 89938 w 246517"/>
                <a:gd name="connsiteY19" fmla="*/ 45805 h 246740"/>
                <a:gd name="connsiteX20" fmla="*/ 94411 w 246517"/>
                <a:gd name="connsiteY20" fmla="*/ 43890 h 246740"/>
                <a:gd name="connsiteX21" fmla="*/ 116776 w 246517"/>
                <a:gd name="connsiteY21" fmla="*/ 21546 h 246740"/>
                <a:gd name="connsiteX22" fmla="*/ 116776 w 246517"/>
                <a:gd name="connsiteY22" fmla="*/ 117305 h 246740"/>
                <a:gd name="connsiteX23" fmla="*/ 20927 w 246517"/>
                <a:gd name="connsiteY23" fmla="*/ 117305 h 246740"/>
                <a:gd name="connsiteX24" fmla="*/ 43931 w 246517"/>
                <a:gd name="connsiteY24" fmla="*/ 94962 h 246740"/>
                <a:gd name="connsiteX25" fmla="*/ 43931 w 246517"/>
                <a:gd name="connsiteY25" fmla="*/ 86024 h 246740"/>
                <a:gd name="connsiteX26" fmla="*/ 34985 w 246517"/>
                <a:gd name="connsiteY26" fmla="*/ 86024 h 246740"/>
                <a:gd name="connsiteX27" fmla="*/ 34985 w 246517"/>
                <a:gd name="connsiteY27" fmla="*/ 86024 h 246740"/>
                <a:gd name="connsiteX28" fmla="*/ 1757 w 246517"/>
                <a:gd name="connsiteY28" fmla="*/ 119221 h 246740"/>
                <a:gd name="connsiteX29" fmla="*/ 479 w 246517"/>
                <a:gd name="connsiteY29" fmla="*/ 121136 h 246740"/>
                <a:gd name="connsiteX30" fmla="*/ 479 w 246517"/>
                <a:gd name="connsiteY30" fmla="*/ 126243 h 246740"/>
                <a:gd name="connsiteX31" fmla="*/ 1757 w 246517"/>
                <a:gd name="connsiteY31" fmla="*/ 128158 h 246740"/>
                <a:gd name="connsiteX32" fmla="*/ 34985 w 246517"/>
                <a:gd name="connsiteY32" fmla="*/ 161355 h 246740"/>
                <a:gd name="connsiteX33" fmla="*/ 39458 w 246517"/>
                <a:gd name="connsiteY33" fmla="*/ 163270 h 246740"/>
                <a:gd name="connsiteX34" fmla="*/ 43931 w 246517"/>
                <a:gd name="connsiteY34" fmla="*/ 161355 h 246740"/>
                <a:gd name="connsiteX35" fmla="*/ 43931 w 246517"/>
                <a:gd name="connsiteY35" fmla="*/ 152417 h 246740"/>
                <a:gd name="connsiteX36" fmla="*/ 43931 w 246517"/>
                <a:gd name="connsiteY36" fmla="*/ 152417 h 246740"/>
                <a:gd name="connsiteX37" fmla="*/ 20927 w 246517"/>
                <a:gd name="connsiteY37" fmla="*/ 130073 h 246740"/>
                <a:gd name="connsiteX38" fmla="*/ 116776 w 246517"/>
                <a:gd name="connsiteY38" fmla="*/ 130073 h 246740"/>
                <a:gd name="connsiteX39" fmla="*/ 116776 w 246517"/>
                <a:gd name="connsiteY39" fmla="*/ 225833 h 246740"/>
                <a:gd name="connsiteX40" fmla="*/ 94411 w 246517"/>
                <a:gd name="connsiteY40" fmla="*/ 202851 h 246740"/>
                <a:gd name="connsiteX41" fmla="*/ 85465 w 246517"/>
                <a:gd name="connsiteY41" fmla="*/ 202851 h 246740"/>
                <a:gd name="connsiteX42" fmla="*/ 85465 w 246517"/>
                <a:gd name="connsiteY42" fmla="*/ 202851 h 246740"/>
                <a:gd name="connsiteX43" fmla="*/ 85465 w 246517"/>
                <a:gd name="connsiteY43" fmla="*/ 211789 h 246740"/>
                <a:gd name="connsiteX44" fmla="*/ 118693 w 246517"/>
                <a:gd name="connsiteY44" fmla="*/ 244985 h 246740"/>
                <a:gd name="connsiteX45" fmla="*/ 120610 w 246517"/>
                <a:gd name="connsiteY45" fmla="*/ 246262 h 246740"/>
                <a:gd name="connsiteX46" fmla="*/ 125722 w 246517"/>
                <a:gd name="connsiteY46" fmla="*/ 246262 h 246740"/>
                <a:gd name="connsiteX47" fmla="*/ 127639 w 246517"/>
                <a:gd name="connsiteY47" fmla="*/ 244985 h 246740"/>
                <a:gd name="connsiteX48" fmla="*/ 160867 w 246517"/>
                <a:gd name="connsiteY48" fmla="*/ 211789 h 246740"/>
                <a:gd name="connsiteX49" fmla="*/ 161506 w 246517"/>
                <a:gd name="connsiteY49" fmla="*/ 202851 h 246740"/>
                <a:gd name="connsiteX50" fmla="*/ 152560 w 246517"/>
                <a:gd name="connsiteY50" fmla="*/ 202213 h 246740"/>
                <a:gd name="connsiteX51" fmla="*/ 151921 w 246517"/>
                <a:gd name="connsiteY51" fmla="*/ 202851 h 246740"/>
                <a:gd name="connsiteX52" fmla="*/ 129556 w 246517"/>
                <a:gd name="connsiteY52" fmla="*/ 225195 h 246740"/>
                <a:gd name="connsiteX53" fmla="*/ 129556 w 246517"/>
                <a:gd name="connsiteY53" fmla="*/ 129435 h 246740"/>
                <a:gd name="connsiteX54" fmla="*/ 225405 w 246517"/>
                <a:gd name="connsiteY54" fmla="*/ 129435 h 246740"/>
                <a:gd name="connsiteX55" fmla="*/ 203040 w 246517"/>
                <a:gd name="connsiteY55" fmla="*/ 151779 h 246740"/>
                <a:gd name="connsiteX56" fmla="*/ 203040 w 246517"/>
                <a:gd name="connsiteY56" fmla="*/ 160717 h 246740"/>
                <a:gd name="connsiteX57" fmla="*/ 203040 w 246517"/>
                <a:gd name="connsiteY57" fmla="*/ 160717 h 246740"/>
                <a:gd name="connsiteX58" fmla="*/ 207513 w 246517"/>
                <a:gd name="connsiteY58" fmla="*/ 162632 h 246740"/>
                <a:gd name="connsiteX59" fmla="*/ 211986 w 246517"/>
                <a:gd name="connsiteY59" fmla="*/ 160717 h 246740"/>
                <a:gd name="connsiteX60" fmla="*/ 245214 w 246517"/>
                <a:gd name="connsiteY60" fmla="*/ 127520 h 246740"/>
                <a:gd name="connsiteX61" fmla="*/ 245853 w 246517"/>
                <a:gd name="connsiteY61" fmla="*/ 126243 h 24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6517" h="246740">
                  <a:moveTo>
                    <a:pt x="245853" y="126243"/>
                  </a:moveTo>
                  <a:cubicBezTo>
                    <a:pt x="247131" y="123689"/>
                    <a:pt x="246492" y="121136"/>
                    <a:pt x="244575" y="119221"/>
                  </a:cubicBezTo>
                  <a:lnTo>
                    <a:pt x="211347" y="86024"/>
                  </a:lnTo>
                  <a:cubicBezTo>
                    <a:pt x="208791" y="83470"/>
                    <a:pt x="204957" y="83470"/>
                    <a:pt x="202401" y="86024"/>
                  </a:cubicBezTo>
                  <a:cubicBezTo>
                    <a:pt x="202401" y="86024"/>
                    <a:pt x="202401" y="86024"/>
                    <a:pt x="202401" y="86024"/>
                  </a:cubicBezTo>
                  <a:cubicBezTo>
                    <a:pt x="199845" y="88578"/>
                    <a:pt x="199845" y="92408"/>
                    <a:pt x="202401" y="94962"/>
                  </a:cubicBezTo>
                  <a:lnTo>
                    <a:pt x="224766" y="117305"/>
                  </a:lnTo>
                  <a:lnTo>
                    <a:pt x="129556" y="117305"/>
                  </a:lnTo>
                  <a:lnTo>
                    <a:pt x="129556" y="21546"/>
                  </a:lnTo>
                  <a:lnTo>
                    <a:pt x="151921" y="43890"/>
                  </a:lnTo>
                  <a:cubicBezTo>
                    <a:pt x="153199" y="45167"/>
                    <a:pt x="154477" y="45805"/>
                    <a:pt x="156394" y="45805"/>
                  </a:cubicBezTo>
                  <a:cubicBezTo>
                    <a:pt x="158311" y="45805"/>
                    <a:pt x="159589" y="45167"/>
                    <a:pt x="160867" y="43890"/>
                  </a:cubicBezTo>
                  <a:cubicBezTo>
                    <a:pt x="163423" y="41336"/>
                    <a:pt x="163423" y="37506"/>
                    <a:pt x="160867" y="34952"/>
                  </a:cubicBezTo>
                  <a:lnTo>
                    <a:pt x="127639" y="1756"/>
                  </a:lnTo>
                  <a:cubicBezTo>
                    <a:pt x="127000" y="1117"/>
                    <a:pt x="126361" y="479"/>
                    <a:pt x="125722" y="479"/>
                  </a:cubicBezTo>
                  <a:cubicBezTo>
                    <a:pt x="124444" y="-160"/>
                    <a:pt x="122527" y="-160"/>
                    <a:pt x="120610" y="479"/>
                  </a:cubicBezTo>
                  <a:cubicBezTo>
                    <a:pt x="119971" y="1117"/>
                    <a:pt x="119332" y="1117"/>
                    <a:pt x="118693" y="1756"/>
                  </a:cubicBezTo>
                  <a:lnTo>
                    <a:pt x="85465" y="34952"/>
                  </a:lnTo>
                  <a:cubicBezTo>
                    <a:pt x="82910" y="37506"/>
                    <a:pt x="82910" y="41336"/>
                    <a:pt x="85465" y="43890"/>
                  </a:cubicBezTo>
                  <a:cubicBezTo>
                    <a:pt x="86743" y="45167"/>
                    <a:pt x="88021" y="45805"/>
                    <a:pt x="89938" y="45805"/>
                  </a:cubicBezTo>
                  <a:cubicBezTo>
                    <a:pt x="91855" y="45805"/>
                    <a:pt x="93133" y="45167"/>
                    <a:pt x="94411" y="43890"/>
                  </a:cubicBezTo>
                  <a:lnTo>
                    <a:pt x="116776" y="21546"/>
                  </a:lnTo>
                  <a:lnTo>
                    <a:pt x="116776" y="117305"/>
                  </a:lnTo>
                  <a:lnTo>
                    <a:pt x="20927" y="117305"/>
                  </a:lnTo>
                  <a:lnTo>
                    <a:pt x="43931" y="94962"/>
                  </a:lnTo>
                  <a:cubicBezTo>
                    <a:pt x="46487" y="92408"/>
                    <a:pt x="46487" y="88578"/>
                    <a:pt x="43931" y="86024"/>
                  </a:cubicBezTo>
                  <a:cubicBezTo>
                    <a:pt x="41375" y="83470"/>
                    <a:pt x="37541" y="83470"/>
                    <a:pt x="34985" y="86024"/>
                  </a:cubicBezTo>
                  <a:cubicBezTo>
                    <a:pt x="34985" y="86024"/>
                    <a:pt x="34985" y="86024"/>
                    <a:pt x="34985" y="86024"/>
                  </a:cubicBezTo>
                  <a:lnTo>
                    <a:pt x="1757" y="119221"/>
                  </a:lnTo>
                  <a:cubicBezTo>
                    <a:pt x="1118" y="119859"/>
                    <a:pt x="479" y="120497"/>
                    <a:pt x="479" y="121136"/>
                  </a:cubicBezTo>
                  <a:cubicBezTo>
                    <a:pt x="-160" y="122413"/>
                    <a:pt x="-160" y="124328"/>
                    <a:pt x="479" y="126243"/>
                  </a:cubicBezTo>
                  <a:cubicBezTo>
                    <a:pt x="479" y="126881"/>
                    <a:pt x="1118" y="127520"/>
                    <a:pt x="1757" y="128158"/>
                  </a:cubicBezTo>
                  <a:lnTo>
                    <a:pt x="34985" y="161355"/>
                  </a:lnTo>
                  <a:cubicBezTo>
                    <a:pt x="36263" y="162632"/>
                    <a:pt x="37541" y="163270"/>
                    <a:pt x="39458" y="163270"/>
                  </a:cubicBezTo>
                  <a:cubicBezTo>
                    <a:pt x="41375" y="163270"/>
                    <a:pt x="42653" y="162632"/>
                    <a:pt x="43931" y="161355"/>
                  </a:cubicBezTo>
                  <a:cubicBezTo>
                    <a:pt x="46487" y="158801"/>
                    <a:pt x="46487" y="154971"/>
                    <a:pt x="43931" y="152417"/>
                  </a:cubicBezTo>
                  <a:cubicBezTo>
                    <a:pt x="43931" y="152417"/>
                    <a:pt x="43931" y="152417"/>
                    <a:pt x="43931" y="152417"/>
                  </a:cubicBezTo>
                  <a:lnTo>
                    <a:pt x="20927" y="130073"/>
                  </a:lnTo>
                  <a:lnTo>
                    <a:pt x="116776" y="130073"/>
                  </a:lnTo>
                  <a:lnTo>
                    <a:pt x="116776" y="225833"/>
                  </a:lnTo>
                  <a:lnTo>
                    <a:pt x="94411" y="202851"/>
                  </a:lnTo>
                  <a:cubicBezTo>
                    <a:pt x="91855" y="200297"/>
                    <a:pt x="88021" y="200297"/>
                    <a:pt x="85465" y="202851"/>
                  </a:cubicBezTo>
                  <a:cubicBezTo>
                    <a:pt x="85465" y="202851"/>
                    <a:pt x="85465" y="202851"/>
                    <a:pt x="85465" y="202851"/>
                  </a:cubicBezTo>
                  <a:cubicBezTo>
                    <a:pt x="82910" y="205405"/>
                    <a:pt x="82910" y="209235"/>
                    <a:pt x="85465" y="211789"/>
                  </a:cubicBezTo>
                  <a:lnTo>
                    <a:pt x="118693" y="244985"/>
                  </a:lnTo>
                  <a:cubicBezTo>
                    <a:pt x="119332" y="245624"/>
                    <a:pt x="119971" y="246262"/>
                    <a:pt x="120610" y="246262"/>
                  </a:cubicBezTo>
                  <a:cubicBezTo>
                    <a:pt x="121888" y="246901"/>
                    <a:pt x="123805" y="246901"/>
                    <a:pt x="125722" y="246262"/>
                  </a:cubicBezTo>
                  <a:cubicBezTo>
                    <a:pt x="126361" y="245624"/>
                    <a:pt x="127000" y="245624"/>
                    <a:pt x="127639" y="244985"/>
                  </a:cubicBezTo>
                  <a:lnTo>
                    <a:pt x="160867" y="211789"/>
                  </a:lnTo>
                  <a:cubicBezTo>
                    <a:pt x="163423" y="209235"/>
                    <a:pt x="164062" y="205405"/>
                    <a:pt x="161506" y="202851"/>
                  </a:cubicBezTo>
                  <a:cubicBezTo>
                    <a:pt x="158950" y="200297"/>
                    <a:pt x="155116" y="199659"/>
                    <a:pt x="152560" y="202213"/>
                  </a:cubicBezTo>
                  <a:cubicBezTo>
                    <a:pt x="152560" y="202213"/>
                    <a:pt x="151921" y="202851"/>
                    <a:pt x="151921" y="202851"/>
                  </a:cubicBezTo>
                  <a:lnTo>
                    <a:pt x="129556" y="225195"/>
                  </a:lnTo>
                  <a:lnTo>
                    <a:pt x="129556" y="129435"/>
                  </a:lnTo>
                  <a:lnTo>
                    <a:pt x="225405" y="129435"/>
                  </a:lnTo>
                  <a:lnTo>
                    <a:pt x="203040" y="151779"/>
                  </a:lnTo>
                  <a:cubicBezTo>
                    <a:pt x="200484" y="154333"/>
                    <a:pt x="200484" y="158163"/>
                    <a:pt x="203040" y="160717"/>
                  </a:cubicBezTo>
                  <a:cubicBezTo>
                    <a:pt x="203040" y="160717"/>
                    <a:pt x="203040" y="160717"/>
                    <a:pt x="203040" y="160717"/>
                  </a:cubicBezTo>
                  <a:cubicBezTo>
                    <a:pt x="204318" y="161993"/>
                    <a:pt x="205596" y="162632"/>
                    <a:pt x="207513" y="162632"/>
                  </a:cubicBezTo>
                  <a:cubicBezTo>
                    <a:pt x="209430" y="162632"/>
                    <a:pt x="210708" y="161993"/>
                    <a:pt x="211986" y="160717"/>
                  </a:cubicBezTo>
                  <a:lnTo>
                    <a:pt x="245214" y="127520"/>
                  </a:lnTo>
                  <a:cubicBezTo>
                    <a:pt x="244575" y="127520"/>
                    <a:pt x="245214" y="126881"/>
                    <a:pt x="245853" y="126243"/>
                  </a:cubicBezTo>
                  <a:close/>
                </a:path>
              </a:pathLst>
            </a:custGeom>
            <a:solidFill>
              <a:srgbClr val="00A3E0"/>
            </a:solidFill>
            <a:ln w="6390" cap="flat">
              <a:noFill/>
              <a:prstDash val="solid"/>
              <a:miter/>
            </a:ln>
          </p:spPr>
          <p:txBody>
            <a:bodyPr rtlCol="0" anchor="ctr"/>
            <a:lstStyle/>
            <a:p>
              <a:endParaRPr lang="en-US"/>
            </a:p>
          </p:txBody>
        </p:sp>
      </p:grpSp>
      <p:sp>
        <p:nvSpPr>
          <p:cNvPr id="522" name="Graphic 4">
            <a:extLst>
              <a:ext uri="{FF2B5EF4-FFF2-40B4-BE49-F238E27FC236}">
                <a16:creationId xmlns:a16="http://schemas.microsoft.com/office/drawing/2014/main" id="{DD9CE046-3CA2-0A45-8E50-D498FD2BBC07}"/>
              </a:ext>
            </a:extLst>
          </p:cNvPr>
          <p:cNvSpPr/>
          <p:nvPr/>
        </p:nvSpPr>
        <p:spPr>
          <a:xfrm>
            <a:off x="1952125" y="3824168"/>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303522 w 362313"/>
              <a:gd name="connsiteY7" fmla="*/ 185135 h 361971"/>
              <a:gd name="connsiteX8" fmla="*/ 270294 w 362313"/>
              <a:gd name="connsiteY8" fmla="*/ 218332 h 361971"/>
              <a:gd name="connsiteX9" fmla="*/ 261348 w 362313"/>
              <a:gd name="connsiteY9" fmla="*/ 218332 h 361971"/>
              <a:gd name="connsiteX10" fmla="*/ 261348 w 362313"/>
              <a:gd name="connsiteY10" fmla="*/ 209395 h 361971"/>
              <a:gd name="connsiteX11" fmla="*/ 283713 w 362313"/>
              <a:gd name="connsiteY11" fmla="*/ 187051 h 361971"/>
              <a:gd name="connsiteX12" fmla="*/ 188503 w 362313"/>
              <a:gd name="connsiteY12" fmla="*/ 187051 h 361971"/>
              <a:gd name="connsiteX13" fmla="*/ 188503 w 362313"/>
              <a:gd name="connsiteY13" fmla="*/ 282810 h 361971"/>
              <a:gd name="connsiteX14" fmla="*/ 210868 w 362313"/>
              <a:gd name="connsiteY14" fmla="*/ 260466 h 361971"/>
              <a:gd name="connsiteX15" fmla="*/ 219814 w 362313"/>
              <a:gd name="connsiteY15" fmla="*/ 259828 h 361971"/>
              <a:gd name="connsiteX16" fmla="*/ 220453 w 362313"/>
              <a:gd name="connsiteY16" fmla="*/ 268766 h 361971"/>
              <a:gd name="connsiteX17" fmla="*/ 219814 w 362313"/>
              <a:gd name="connsiteY17" fmla="*/ 269404 h 361971"/>
              <a:gd name="connsiteX18" fmla="*/ 186586 w 362313"/>
              <a:gd name="connsiteY18" fmla="*/ 302601 h 361971"/>
              <a:gd name="connsiteX19" fmla="*/ 182113 w 362313"/>
              <a:gd name="connsiteY19" fmla="*/ 304516 h 361971"/>
              <a:gd name="connsiteX20" fmla="*/ 179557 w 362313"/>
              <a:gd name="connsiteY20" fmla="*/ 303878 h 361971"/>
              <a:gd name="connsiteX21" fmla="*/ 177640 w 362313"/>
              <a:gd name="connsiteY21" fmla="*/ 302601 h 361971"/>
              <a:gd name="connsiteX22" fmla="*/ 144413 w 362313"/>
              <a:gd name="connsiteY22" fmla="*/ 268766 h 361971"/>
              <a:gd name="connsiteX23" fmla="*/ 144413 w 362313"/>
              <a:gd name="connsiteY23" fmla="*/ 259828 h 361971"/>
              <a:gd name="connsiteX24" fmla="*/ 153358 w 362313"/>
              <a:gd name="connsiteY24" fmla="*/ 259828 h 361971"/>
              <a:gd name="connsiteX25" fmla="*/ 153358 w 362313"/>
              <a:gd name="connsiteY25" fmla="*/ 259828 h 361971"/>
              <a:gd name="connsiteX26" fmla="*/ 175723 w 362313"/>
              <a:gd name="connsiteY26" fmla="*/ 282172 h 361971"/>
              <a:gd name="connsiteX27" fmla="*/ 175723 w 362313"/>
              <a:gd name="connsiteY27" fmla="*/ 186412 h 361971"/>
              <a:gd name="connsiteX28" fmla="*/ 79874 w 362313"/>
              <a:gd name="connsiteY28" fmla="*/ 186412 h 361971"/>
              <a:gd name="connsiteX29" fmla="*/ 102239 w 362313"/>
              <a:gd name="connsiteY29" fmla="*/ 208756 h 361971"/>
              <a:gd name="connsiteX30" fmla="*/ 102239 w 362313"/>
              <a:gd name="connsiteY30" fmla="*/ 217694 h 361971"/>
              <a:gd name="connsiteX31" fmla="*/ 93293 w 362313"/>
              <a:gd name="connsiteY31" fmla="*/ 217694 h 361971"/>
              <a:gd name="connsiteX32" fmla="*/ 60065 w 362313"/>
              <a:gd name="connsiteY32" fmla="*/ 184497 h 361971"/>
              <a:gd name="connsiteX33" fmla="*/ 58788 w 362313"/>
              <a:gd name="connsiteY33" fmla="*/ 182582 h 361971"/>
              <a:gd name="connsiteX34" fmla="*/ 58788 w 362313"/>
              <a:gd name="connsiteY34" fmla="*/ 177475 h 361971"/>
              <a:gd name="connsiteX35" fmla="*/ 60065 w 362313"/>
              <a:gd name="connsiteY35" fmla="*/ 175560 h 361971"/>
              <a:gd name="connsiteX36" fmla="*/ 93293 w 362313"/>
              <a:gd name="connsiteY36" fmla="*/ 142363 h 361971"/>
              <a:gd name="connsiteX37" fmla="*/ 102239 w 362313"/>
              <a:gd name="connsiteY37" fmla="*/ 141724 h 361971"/>
              <a:gd name="connsiteX38" fmla="*/ 102878 w 362313"/>
              <a:gd name="connsiteY38" fmla="*/ 150662 h 361971"/>
              <a:gd name="connsiteX39" fmla="*/ 102239 w 362313"/>
              <a:gd name="connsiteY39" fmla="*/ 151300 h 361971"/>
              <a:gd name="connsiteX40" fmla="*/ 79874 w 362313"/>
              <a:gd name="connsiteY40" fmla="*/ 174283 h 361971"/>
              <a:gd name="connsiteX41" fmla="*/ 175723 w 362313"/>
              <a:gd name="connsiteY41" fmla="*/ 174283 h 361971"/>
              <a:gd name="connsiteX42" fmla="*/ 175723 w 362313"/>
              <a:gd name="connsiteY42" fmla="*/ 78523 h 361971"/>
              <a:gd name="connsiteX43" fmla="*/ 153358 w 362313"/>
              <a:gd name="connsiteY43" fmla="*/ 100867 h 361971"/>
              <a:gd name="connsiteX44" fmla="*/ 148885 w 362313"/>
              <a:gd name="connsiteY44" fmla="*/ 102782 h 361971"/>
              <a:gd name="connsiteX45" fmla="*/ 144413 w 362313"/>
              <a:gd name="connsiteY45" fmla="*/ 100867 h 361971"/>
              <a:gd name="connsiteX46" fmla="*/ 144413 w 362313"/>
              <a:gd name="connsiteY46" fmla="*/ 91930 h 361971"/>
              <a:gd name="connsiteX47" fmla="*/ 177640 w 362313"/>
              <a:gd name="connsiteY47" fmla="*/ 58733 h 361971"/>
              <a:gd name="connsiteX48" fmla="*/ 186586 w 362313"/>
              <a:gd name="connsiteY48" fmla="*/ 58733 h 361971"/>
              <a:gd name="connsiteX49" fmla="*/ 219814 w 362313"/>
              <a:gd name="connsiteY49" fmla="*/ 91930 h 361971"/>
              <a:gd name="connsiteX50" fmla="*/ 219814 w 362313"/>
              <a:gd name="connsiteY50" fmla="*/ 100867 h 361971"/>
              <a:gd name="connsiteX51" fmla="*/ 210868 w 362313"/>
              <a:gd name="connsiteY51" fmla="*/ 100867 h 361971"/>
              <a:gd name="connsiteX52" fmla="*/ 188503 w 362313"/>
              <a:gd name="connsiteY52" fmla="*/ 78523 h 361971"/>
              <a:gd name="connsiteX53" fmla="*/ 188503 w 362313"/>
              <a:gd name="connsiteY53" fmla="*/ 174283 h 361971"/>
              <a:gd name="connsiteX54" fmla="*/ 284352 w 362313"/>
              <a:gd name="connsiteY54" fmla="*/ 174283 h 361971"/>
              <a:gd name="connsiteX55" fmla="*/ 261987 w 362313"/>
              <a:gd name="connsiteY55" fmla="*/ 151939 h 361971"/>
              <a:gd name="connsiteX56" fmla="*/ 262626 w 362313"/>
              <a:gd name="connsiteY56" fmla="*/ 143001 h 361971"/>
              <a:gd name="connsiteX57" fmla="*/ 270933 w 362313"/>
              <a:gd name="connsiteY57" fmla="*/ 143001 h 361971"/>
              <a:gd name="connsiteX58" fmla="*/ 304161 w 362313"/>
              <a:gd name="connsiteY58" fmla="*/ 176198 h 361971"/>
              <a:gd name="connsiteX59" fmla="*/ 305439 w 362313"/>
              <a:gd name="connsiteY59" fmla="*/ 178113 h 361971"/>
              <a:gd name="connsiteX60" fmla="*/ 305439 w 362313"/>
              <a:gd name="connsiteY60" fmla="*/ 183220 h 361971"/>
              <a:gd name="connsiteX61" fmla="*/ 303522 w 362313"/>
              <a:gd name="connsiteY61" fmla="*/ 18513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lnTo>
                  <a:pt x="181474" y="0"/>
                </a:lnTo>
                <a:close/>
                <a:moveTo>
                  <a:pt x="303522" y="185135"/>
                </a:moveTo>
                <a:lnTo>
                  <a:pt x="270294" y="218332"/>
                </a:lnTo>
                <a:cubicBezTo>
                  <a:pt x="267738" y="220886"/>
                  <a:pt x="263904" y="220886"/>
                  <a:pt x="261348" y="218332"/>
                </a:cubicBezTo>
                <a:cubicBezTo>
                  <a:pt x="258792" y="215779"/>
                  <a:pt x="258792" y="211948"/>
                  <a:pt x="261348" y="209395"/>
                </a:cubicBezTo>
                <a:lnTo>
                  <a:pt x="283713" y="187051"/>
                </a:lnTo>
                <a:lnTo>
                  <a:pt x="188503" y="187051"/>
                </a:lnTo>
                <a:lnTo>
                  <a:pt x="188503" y="282810"/>
                </a:lnTo>
                <a:lnTo>
                  <a:pt x="210868" y="260466"/>
                </a:lnTo>
                <a:cubicBezTo>
                  <a:pt x="213424" y="257913"/>
                  <a:pt x="217258" y="257274"/>
                  <a:pt x="219814" y="259828"/>
                </a:cubicBezTo>
                <a:cubicBezTo>
                  <a:pt x="222370" y="262382"/>
                  <a:pt x="223009" y="266212"/>
                  <a:pt x="220453" y="268766"/>
                </a:cubicBezTo>
                <a:cubicBezTo>
                  <a:pt x="220453" y="268766"/>
                  <a:pt x="219814" y="269404"/>
                  <a:pt x="219814" y="269404"/>
                </a:cubicBezTo>
                <a:lnTo>
                  <a:pt x="186586" y="302601"/>
                </a:lnTo>
                <a:cubicBezTo>
                  <a:pt x="185308" y="303878"/>
                  <a:pt x="184030" y="304516"/>
                  <a:pt x="182113" y="304516"/>
                </a:cubicBezTo>
                <a:cubicBezTo>
                  <a:pt x="181474" y="304516"/>
                  <a:pt x="180196" y="304516"/>
                  <a:pt x="179557" y="303878"/>
                </a:cubicBezTo>
                <a:cubicBezTo>
                  <a:pt x="178918" y="303878"/>
                  <a:pt x="178279" y="303239"/>
                  <a:pt x="177640" y="302601"/>
                </a:cubicBezTo>
                <a:lnTo>
                  <a:pt x="144413" y="268766"/>
                </a:lnTo>
                <a:cubicBezTo>
                  <a:pt x="141857" y="266212"/>
                  <a:pt x="141857" y="262382"/>
                  <a:pt x="144413" y="259828"/>
                </a:cubicBezTo>
                <a:cubicBezTo>
                  <a:pt x="146969" y="257274"/>
                  <a:pt x="150803" y="257274"/>
                  <a:pt x="153358" y="259828"/>
                </a:cubicBezTo>
                <a:cubicBezTo>
                  <a:pt x="153358" y="259828"/>
                  <a:pt x="153358" y="259828"/>
                  <a:pt x="153358" y="259828"/>
                </a:cubicBezTo>
                <a:lnTo>
                  <a:pt x="175723" y="282172"/>
                </a:lnTo>
                <a:lnTo>
                  <a:pt x="175723" y="186412"/>
                </a:lnTo>
                <a:lnTo>
                  <a:pt x="79874" y="186412"/>
                </a:lnTo>
                <a:lnTo>
                  <a:pt x="102239" y="208756"/>
                </a:lnTo>
                <a:cubicBezTo>
                  <a:pt x="104795" y="211310"/>
                  <a:pt x="104795" y="215140"/>
                  <a:pt x="102239" y="217694"/>
                </a:cubicBezTo>
                <a:cubicBezTo>
                  <a:pt x="99683" y="220247"/>
                  <a:pt x="95849" y="220247"/>
                  <a:pt x="93293" y="217694"/>
                </a:cubicBezTo>
                <a:lnTo>
                  <a:pt x="60065" y="184497"/>
                </a:lnTo>
                <a:cubicBezTo>
                  <a:pt x="59426" y="183859"/>
                  <a:pt x="58788" y="183220"/>
                  <a:pt x="58788" y="182582"/>
                </a:cubicBezTo>
                <a:cubicBezTo>
                  <a:pt x="58148" y="181305"/>
                  <a:pt x="58148" y="179390"/>
                  <a:pt x="58788" y="177475"/>
                </a:cubicBezTo>
                <a:cubicBezTo>
                  <a:pt x="59426" y="176836"/>
                  <a:pt x="59426" y="176198"/>
                  <a:pt x="60065" y="175560"/>
                </a:cubicBezTo>
                <a:lnTo>
                  <a:pt x="93293" y="142363"/>
                </a:lnTo>
                <a:cubicBezTo>
                  <a:pt x="95849" y="139809"/>
                  <a:pt x="99683" y="139171"/>
                  <a:pt x="102239" y="141724"/>
                </a:cubicBezTo>
                <a:cubicBezTo>
                  <a:pt x="104795" y="144278"/>
                  <a:pt x="105434" y="148108"/>
                  <a:pt x="102878" y="150662"/>
                </a:cubicBezTo>
                <a:cubicBezTo>
                  <a:pt x="102878" y="150662"/>
                  <a:pt x="102239" y="151300"/>
                  <a:pt x="102239" y="151300"/>
                </a:cubicBezTo>
                <a:lnTo>
                  <a:pt x="79874" y="174283"/>
                </a:lnTo>
                <a:lnTo>
                  <a:pt x="175723" y="174283"/>
                </a:lnTo>
                <a:lnTo>
                  <a:pt x="175723" y="78523"/>
                </a:lnTo>
                <a:lnTo>
                  <a:pt x="153358" y="100867"/>
                </a:lnTo>
                <a:cubicBezTo>
                  <a:pt x="152080" y="102144"/>
                  <a:pt x="150803" y="102782"/>
                  <a:pt x="148885" y="102782"/>
                </a:cubicBezTo>
                <a:cubicBezTo>
                  <a:pt x="146969" y="102782"/>
                  <a:pt x="145690" y="102144"/>
                  <a:pt x="144413" y="100867"/>
                </a:cubicBezTo>
                <a:cubicBezTo>
                  <a:pt x="141857" y="98313"/>
                  <a:pt x="141857" y="94483"/>
                  <a:pt x="144413" y="91930"/>
                </a:cubicBezTo>
                <a:lnTo>
                  <a:pt x="177640" y="58733"/>
                </a:lnTo>
                <a:cubicBezTo>
                  <a:pt x="180196" y="56179"/>
                  <a:pt x="184030" y="56179"/>
                  <a:pt x="186586" y="58733"/>
                </a:cubicBezTo>
                <a:lnTo>
                  <a:pt x="219814" y="91930"/>
                </a:lnTo>
                <a:cubicBezTo>
                  <a:pt x="222370" y="94483"/>
                  <a:pt x="222370" y="98313"/>
                  <a:pt x="219814" y="100867"/>
                </a:cubicBezTo>
                <a:cubicBezTo>
                  <a:pt x="217258" y="103421"/>
                  <a:pt x="213424" y="103421"/>
                  <a:pt x="210868" y="100867"/>
                </a:cubicBezTo>
                <a:lnTo>
                  <a:pt x="188503" y="78523"/>
                </a:lnTo>
                <a:lnTo>
                  <a:pt x="188503" y="174283"/>
                </a:lnTo>
                <a:lnTo>
                  <a:pt x="284352" y="174283"/>
                </a:lnTo>
                <a:lnTo>
                  <a:pt x="261987" y="151939"/>
                </a:lnTo>
                <a:cubicBezTo>
                  <a:pt x="259431" y="149385"/>
                  <a:pt x="260071" y="144916"/>
                  <a:pt x="262626" y="143001"/>
                </a:cubicBezTo>
                <a:cubicBezTo>
                  <a:pt x="265182" y="141086"/>
                  <a:pt x="268377" y="141086"/>
                  <a:pt x="270933" y="143001"/>
                </a:cubicBezTo>
                <a:lnTo>
                  <a:pt x="304161" y="176198"/>
                </a:lnTo>
                <a:cubicBezTo>
                  <a:pt x="304800" y="176836"/>
                  <a:pt x="305439" y="177475"/>
                  <a:pt x="305439" y="178113"/>
                </a:cubicBezTo>
                <a:cubicBezTo>
                  <a:pt x="306078" y="179390"/>
                  <a:pt x="306078" y="181305"/>
                  <a:pt x="305439" y="183220"/>
                </a:cubicBezTo>
                <a:cubicBezTo>
                  <a:pt x="304800" y="183859"/>
                  <a:pt x="304161" y="184497"/>
                  <a:pt x="303522" y="185135"/>
                </a:cubicBezTo>
                <a:close/>
              </a:path>
            </a:pathLst>
          </a:custGeom>
          <a:solidFill>
            <a:srgbClr val="00A3E0"/>
          </a:solidFill>
          <a:ln w="6390" cap="flat">
            <a:noFill/>
            <a:prstDash val="solid"/>
            <a:miter/>
          </a:ln>
        </p:spPr>
        <p:txBody>
          <a:bodyPr rtlCol="0" anchor="ctr"/>
          <a:lstStyle/>
          <a:p>
            <a:endParaRPr lang="en-US"/>
          </a:p>
        </p:txBody>
      </p:sp>
      <p:grpSp>
        <p:nvGrpSpPr>
          <p:cNvPr id="558" name="Graphic 4">
            <a:extLst>
              <a:ext uri="{FF2B5EF4-FFF2-40B4-BE49-F238E27FC236}">
                <a16:creationId xmlns:a16="http://schemas.microsoft.com/office/drawing/2014/main" id="{5BA877B9-D2B0-3943-8FE5-2D153B78A2EC}"/>
              </a:ext>
            </a:extLst>
          </p:cNvPr>
          <p:cNvGrpSpPr/>
          <p:nvPr/>
        </p:nvGrpSpPr>
        <p:grpSpPr>
          <a:xfrm>
            <a:off x="467743" y="4308712"/>
            <a:ext cx="361670" cy="361971"/>
            <a:chOff x="467743" y="4793256"/>
            <a:chExt cx="361670" cy="361971"/>
          </a:xfrm>
          <a:solidFill>
            <a:srgbClr val="00A3E0"/>
          </a:solidFill>
        </p:grpSpPr>
        <p:sp>
          <p:nvSpPr>
            <p:cNvPr id="559" name="Graphic 4">
              <a:extLst>
                <a:ext uri="{FF2B5EF4-FFF2-40B4-BE49-F238E27FC236}">
                  <a16:creationId xmlns:a16="http://schemas.microsoft.com/office/drawing/2014/main" id="{278CDCCA-62D2-5242-B86B-58A7B334340A}"/>
                </a:ext>
              </a:extLst>
            </p:cNvPr>
            <p:cNvSpPr/>
            <p:nvPr/>
          </p:nvSpPr>
          <p:spPr>
            <a:xfrm>
              <a:off x="467743" y="4793256"/>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0667 h 361971"/>
                <a:gd name="connsiteX4" fmla="*/ 361670 w 361670"/>
                <a:gd name="connsiteY4" fmla="*/ 180667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667 h 361971"/>
                <a:gd name="connsiteX9" fmla="*/ 180835 w 361670"/>
                <a:gd name="connsiteY9" fmla="*/ 12129 h 361971"/>
                <a:gd name="connsiteX10" fmla="*/ 348891 w 361670"/>
                <a:gd name="connsiteY10" fmla="*/ 180667 h 361971"/>
                <a:gd name="connsiteX11" fmla="*/ 348891 w 361670"/>
                <a:gd name="connsiteY11" fmla="*/ 180667 h 361971"/>
                <a:gd name="connsiteX12" fmla="*/ 180835 w 361670"/>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5" y="0"/>
                  </a:moveTo>
                  <a:cubicBezTo>
                    <a:pt x="80513" y="0"/>
                    <a:pt x="0" y="81077"/>
                    <a:pt x="0" y="180667"/>
                  </a:cubicBezTo>
                  <a:cubicBezTo>
                    <a:pt x="0" y="280895"/>
                    <a:pt x="81152" y="361972"/>
                    <a:pt x="180835" y="361972"/>
                  </a:cubicBezTo>
                  <a:cubicBezTo>
                    <a:pt x="280518" y="361972"/>
                    <a:pt x="361670" y="280895"/>
                    <a:pt x="361670" y="180667"/>
                  </a:cubicBezTo>
                  <a:cubicBezTo>
                    <a:pt x="361670" y="180667"/>
                    <a:pt x="361670" y="180667"/>
                    <a:pt x="361670" y="180667"/>
                  </a:cubicBezTo>
                  <a:cubicBezTo>
                    <a:pt x="361670" y="80438"/>
                    <a:pt x="281157" y="0"/>
                    <a:pt x="180835" y="0"/>
                  </a:cubicBezTo>
                  <a:cubicBezTo>
                    <a:pt x="180835" y="0"/>
                    <a:pt x="180835" y="0"/>
                    <a:pt x="180835" y="0"/>
                  </a:cubicBezTo>
                  <a:close/>
                  <a:moveTo>
                    <a:pt x="180835" y="348565"/>
                  </a:moveTo>
                  <a:cubicBezTo>
                    <a:pt x="87542" y="348565"/>
                    <a:pt x="12780" y="273234"/>
                    <a:pt x="12780" y="180667"/>
                  </a:cubicBezTo>
                  <a:cubicBezTo>
                    <a:pt x="12780" y="87461"/>
                    <a:pt x="88181" y="12129"/>
                    <a:pt x="180835" y="12129"/>
                  </a:cubicBezTo>
                  <a:cubicBezTo>
                    <a:pt x="273489" y="12129"/>
                    <a:pt x="348891" y="87461"/>
                    <a:pt x="348891" y="180667"/>
                  </a:cubicBezTo>
                  <a:lnTo>
                    <a:pt x="348891" y="180667"/>
                  </a:lnTo>
                  <a:cubicBezTo>
                    <a:pt x="348891" y="273234"/>
                    <a:pt x="273489" y="348565"/>
                    <a:pt x="180835" y="348565"/>
                  </a:cubicBezTo>
                  <a:close/>
                </a:path>
              </a:pathLst>
            </a:custGeom>
            <a:solidFill>
              <a:srgbClr val="00A3E0"/>
            </a:solidFill>
            <a:ln w="6390" cap="flat">
              <a:noFill/>
              <a:prstDash val="solid"/>
              <a:miter/>
            </a:ln>
          </p:spPr>
          <p:txBody>
            <a:bodyPr rtlCol="0" anchor="ctr"/>
            <a:lstStyle/>
            <a:p>
              <a:endParaRPr lang="en-US"/>
            </a:p>
          </p:txBody>
        </p:sp>
        <p:sp>
          <p:nvSpPr>
            <p:cNvPr id="560" name="Graphic 4">
              <a:extLst>
                <a:ext uri="{FF2B5EF4-FFF2-40B4-BE49-F238E27FC236}">
                  <a16:creationId xmlns:a16="http://schemas.microsoft.com/office/drawing/2014/main" id="{B62935C7-8481-6D4E-B13D-E962A4B9558B}"/>
                </a:ext>
              </a:extLst>
            </p:cNvPr>
            <p:cNvSpPr/>
            <p:nvPr/>
          </p:nvSpPr>
          <p:spPr>
            <a:xfrm>
              <a:off x="543144" y="4992436"/>
              <a:ext cx="210867" cy="12767"/>
            </a:xfrm>
            <a:custGeom>
              <a:avLst/>
              <a:gdLst>
                <a:gd name="connsiteX0" fmla="*/ 204478 w 210867"/>
                <a:gd name="connsiteY0" fmla="*/ 0 h 12767"/>
                <a:gd name="connsiteX1" fmla="*/ 6390 w 210867"/>
                <a:gd name="connsiteY1" fmla="*/ 0 h 12767"/>
                <a:gd name="connsiteX2" fmla="*/ 0 w 210867"/>
                <a:gd name="connsiteY2" fmla="*/ 6384 h 12767"/>
                <a:gd name="connsiteX3" fmla="*/ 6390 w 210867"/>
                <a:gd name="connsiteY3" fmla="*/ 12768 h 12767"/>
                <a:gd name="connsiteX4" fmla="*/ 204478 w 210867"/>
                <a:gd name="connsiteY4" fmla="*/ 12768 h 12767"/>
                <a:gd name="connsiteX5" fmla="*/ 210868 w 210867"/>
                <a:gd name="connsiteY5" fmla="*/ 6384 h 12767"/>
                <a:gd name="connsiteX6" fmla="*/ 204478 w 210867"/>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867" h="12767">
                  <a:moveTo>
                    <a:pt x="204478" y="0"/>
                  </a:moveTo>
                  <a:lnTo>
                    <a:pt x="6390" y="0"/>
                  </a:lnTo>
                  <a:cubicBezTo>
                    <a:pt x="2556" y="0"/>
                    <a:pt x="0" y="2553"/>
                    <a:pt x="0" y="6384"/>
                  </a:cubicBezTo>
                  <a:cubicBezTo>
                    <a:pt x="0" y="10214"/>
                    <a:pt x="2556" y="12768"/>
                    <a:pt x="6390" y="12768"/>
                  </a:cubicBezTo>
                  <a:lnTo>
                    <a:pt x="204478" y="12768"/>
                  </a:lnTo>
                  <a:cubicBezTo>
                    <a:pt x="208312" y="12768"/>
                    <a:pt x="210868" y="10214"/>
                    <a:pt x="210868" y="6384"/>
                  </a:cubicBezTo>
                  <a:cubicBezTo>
                    <a:pt x="210868" y="2553"/>
                    <a:pt x="208312" y="0"/>
                    <a:pt x="204478" y="0"/>
                  </a:cubicBezTo>
                  <a:close/>
                </a:path>
              </a:pathLst>
            </a:custGeom>
            <a:solidFill>
              <a:srgbClr val="00A3E0"/>
            </a:solidFill>
            <a:ln w="6390" cap="flat">
              <a:noFill/>
              <a:prstDash val="solid"/>
              <a:miter/>
            </a:ln>
          </p:spPr>
          <p:txBody>
            <a:bodyPr rtlCol="0" anchor="ctr"/>
            <a:lstStyle/>
            <a:p>
              <a:endParaRPr lang="en-US"/>
            </a:p>
          </p:txBody>
        </p:sp>
        <p:sp>
          <p:nvSpPr>
            <p:cNvPr id="561" name="Graphic 4">
              <a:extLst>
                <a:ext uri="{FF2B5EF4-FFF2-40B4-BE49-F238E27FC236}">
                  <a16:creationId xmlns:a16="http://schemas.microsoft.com/office/drawing/2014/main" id="{663D341E-D858-F04C-9C79-D9A62D9E2171}"/>
                </a:ext>
              </a:extLst>
            </p:cNvPr>
            <p:cNvSpPr/>
            <p:nvPr/>
          </p:nvSpPr>
          <p:spPr>
            <a:xfrm>
              <a:off x="543144" y="4942641"/>
              <a:ext cx="210867" cy="12767"/>
            </a:xfrm>
            <a:custGeom>
              <a:avLst/>
              <a:gdLst>
                <a:gd name="connsiteX0" fmla="*/ 204478 w 210867"/>
                <a:gd name="connsiteY0" fmla="*/ 0 h 12767"/>
                <a:gd name="connsiteX1" fmla="*/ 6390 w 210867"/>
                <a:gd name="connsiteY1" fmla="*/ 0 h 12767"/>
                <a:gd name="connsiteX2" fmla="*/ 0 w 210867"/>
                <a:gd name="connsiteY2" fmla="*/ 6384 h 12767"/>
                <a:gd name="connsiteX3" fmla="*/ 6390 w 210867"/>
                <a:gd name="connsiteY3" fmla="*/ 12768 h 12767"/>
                <a:gd name="connsiteX4" fmla="*/ 204478 w 210867"/>
                <a:gd name="connsiteY4" fmla="*/ 12768 h 12767"/>
                <a:gd name="connsiteX5" fmla="*/ 210868 w 210867"/>
                <a:gd name="connsiteY5" fmla="*/ 6384 h 12767"/>
                <a:gd name="connsiteX6" fmla="*/ 204478 w 210867"/>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867" h="12767">
                  <a:moveTo>
                    <a:pt x="204478" y="0"/>
                  </a:moveTo>
                  <a:lnTo>
                    <a:pt x="6390" y="0"/>
                  </a:lnTo>
                  <a:cubicBezTo>
                    <a:pt x="2556" y="0"/>
                    <a:pt x="0" y="2554"/>
                    <a:pt x="0" y="6384"/>
                  </a:cubicBezTo>
                  <a:cubicBezTo>
                    <a:pt x="0" y="10215"/>
                    <a:pt x="2556" y="12768"/>
                    <a:pt x="6390" y="12768"/>
                  </a:cubicBezTo>
                  <a:lnTo>
                    <a:pt x="204478" y="12768"/>
                  </a:lnTo>
                  <a:cubicBezTo>
                    <a:pt x="208312" y="12768"/>
                    <a:pt x="210868" y="10215"/>
                    <a:pt x="210868" y="6384"/>
                  </a:cubicBezTo>
                  <a:cubicBezTo>
                    <a:pt x="210868" y="2554"/>
                    <a:pt x="208312" y="0"/>
                    <a:pt x="204478" y="0"/>
                  </a:cubicBezTo>
                  <a:close/>
                </a:path>
              </a:pathLst>
            </a:custGeom>
            <a:solidFill>
              <a:srgbClr val="00A3E0"/>
            </a:solidFill>
            <a:ln w="6390" cap="flat">
              <a:noFill/>
              <a:prstDash val="solid"/>
              <a:miter/>
            </a:ln>
          </p:spPr>
          <p:txBody>
            <a:bodyPr rtlCol="0" anchor="ctr"/>
            <a:lstStyle/>
            <a:p>
              <a:endParaRPr lang="en-US"/>
            </a:p>
          </p:txBody>
        </p:sp>
        <p:sp>
          <p:nvSpPr>
            <p:cNvPr id="562" name="Graphic 4">
              <a:extLst>
                <a:ext uri="{FF2B5EF4-FFF2-40B4-BE49-F238E27FC236}">
                  <a16:creationId xmlns:a16="http://schemas.microsoft.com/office/drawing/2014/main" id="{0CBA7881-920C-984D-A7F3-D3CF81027666}"/>
                </a:ext>
              </a:extLst>
            </p:cNvPr>
            <p:cNvSpPr/>
            <p:nvPr/>
          </p:nvSpPr>
          <p:spPr>
            <a:xfrm>
              <a:off x="543144" y="4892208"/>
              <a:ext cx="210867" cy="12767"/>
            </a:xfrm>
            <a:custGeom>
              <a:avLst/>
              <a:gdLst>
                <a:gd name="connsiteX0" fmla="*/ 204478 w 210867"/>
                <a:gd name="connsiteY0" fmla="*/ 0 h 12767"/>
                <a:gd name="connsiteX1" fmla="*/ 6390 w 210867"/>
                <a:gd name="connsiteY1" fmla="*/ 0 h 12767"/>
                <a:gd name="connsiteX2" fmla="*/ 0 w 210867"/>
                <a:gd name="connsiteY2" fmla="*/ 6384 h 12767"/>
                <a:gd name="connsiteX3" fmla="*/ 6390 w 210867"/>
                <a:gd name="connsiteY3" fmla="*/ 12768 h 12767"/>
                <a:gd name="connsiteX4" fmla="*/ 204478 w 210867"/>
                <a:gd name="connsiteY4" fmla="*/ 12768 h 12767"/>
                <a:gd name="connsiteX5" fmla="*/ 210868 w 210867"/>
                <a:gd name="connsiteY5" fmla="*/ 6384 h 12767"/>
                <a:gd name="connsiteX6" fmla="*/ 204478 w 210867"/>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867" h="12767">
                  <a:moveTo>
                    <a:pt x="204478" y="0"/>
                  </a:moveTo>
                  <a:lnTo>
                    <a:pt x="6390" y="0"/>
                  </a:lnTo>
                  <a:cubicBezTo>
                    <a:pt x="2556" y="0"/>
                    <a:pt x="0" y="2553"/>
                    <a:pt x="0" y="6384"/>
                  </a:cubicBezTo>
                  <a:cubicBezTo>
                    <a:pt x="0" y="10214"/>
                    <a:pt x="2556" y="12768"/>
                    <a:pt x="6390" y="12768"/>
                  </a:cubicBezTo>
                  <a:lnTo>
                    <a:pt x="204478" y="12768"/>
                  </a:lnTo>
                  <a:cubicBezTo>
                    <a:pt x="208312" y="12768"/>
                    <a:pt x="210868" y="10214"/>
                    <a:pt x="210868" y="6384"/>
                  </a:cubicBezTo>
                  <a:cubicBezTo>
                    <a:pt x="210868" y="2553"/>
                    <a:pt x="208312" y="0"/>
                    <a:pt x="204478" y="0"/>
                  </a:cubicBezTo>
                  <a:close/>
                </a:path>
              </a:pathLst>
            </a:custGeom>
            <a:solidFill>
              <a:srgbClr val="00A3E0"/>
            </a:solidFill>
            <a:ln w="6390" cap="flat">
              <a:noFill/>
              <a:prstDash val="solid"/>
              <a:miter/>
            </a:ln>
          </p:spPr>
          <p:txBody>
            <a:bodyPr rtlCol="0" anchor="ctr"/>
            <a:lstStyle/>
            <a:p>
              <a:endParaRPr lang="en-US"/>
            </a:p>
          </p:txBody>
        </p:sp>
        <p:sp>
          <p:nvSpPr>
            <p:cNvPr id="563" name="Graphic 4">
              <a:extLst>
                <a:ext uri="{FF2B5EF4-FFF2-40B4-BE49-F238E27FC236}">
                  <a16:creationId xmlns:a16="http://schemas.microsoft.com/office/drawing/2014/main" id="{E9A96C19-C522-2546-B83F-AE09E8D222BA}"/>
                </a:ext>
              </a:extLst>
            </p:cNvPr>
            <p:cNvSpPr/>
            <p:nvPr/>
          </p:nvSpPr>
          <p:spPr>
            <a:xfrm>
              <a:off x="543144" y="5042870"/>
              <a:ext cx="210867" cy="12767"/>
            </a:xfrm>
            <a:custGeom>
              <a:avLst/>
              <a:gdLst>
                <a:gd name="connsiteX0" fmla="*/ 204478 w 210867"/>
                <a:gd name="connsiteY0" fmla="*/ 0 h 12767"/>
                <a:gd name="connsiteX1" fmla="*/ 6390 w 210867"/>
                <a:gd name="connsiteY1" fmla="*/ 0 h 12767"/>
                <a:gd name="connsiteX2" fmla="*/ 0 w 210867"/>
                <a:gd name="connsiteY2" fmla="*/ 6384 h 12767"/>
                <a:gd name="connsiteX3" fmla="*/ 6390 w 210867"/>
                <a:gd name="connsiteY3" fmla="*/ 12768 h 12767"/>
                <a:gd name="connsiteX4" fmla="*/ 204478 w 210867"/>
                <a:gd name="connsiteY4" fmla="*/ 12768 h 12767"/>
                <a:gd name="connsiteX5" fmla="*/ 210868 w 210867"/>
                <a:gd name="connsiteY5" fmla="*/ 6384 h 12767"/>
                <a:gd name="connsiteX6" fmla="*/ 204478 w 210867"/>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867" h="12767">
                  <a:moveTo>
                    <a:pt x="204478" y="0"/>
                  </a:moveTo>
                  <a:lnTo>
                    <a:pt x="6390" y="0"/>
                  </a:lnTo>
                  <a:cubicBezTo>
                    <a:pt x="2556" y="0"/>
                    <a:pt x="0" y="2554"/>
                    <a:pt x="0" y="6384"/>
                  </a:cubicBezTo>
                  <a:cubicBezTo>
                    <a:pt x="0" y="10215"/>
                    <a:pt x="2556" y="12768"/>
                    <a:pt x="6390" y="12768"/>
                  </a:cubicBezTo>
                  <a:lnTo>
                    <a:pt x="204478" y="12768"/>
                  </a:lnTo>
                  <a:cubicBezTo>
                    <a:pt x="208312" y="12768"/>
                    <a:pt x="210868" y="10215"/>
                    <a:pt x="210868" y="6384"/>
                  </a:cubicBezTo>
                  <a:cubicBezTo>
                    <a:pt x="210868" y="2554"/>
                    <a:pt x="208312" y="0"/>
                    <a:pt x="204478" y="0"/>
                  </a:cubicBezTo>
                  <a:close/>
                </a:path>
              </a:pathLst>
            </a:custGeom>
            <a:solidFill>
              <a:srgbClr val="00A3E0"/>
            </a:solidFill>
            <a:ln w="6390" cap="flat">
              <a:noFill/>
              <a:prstDash val="solid"/>
              <a:miter/>
            </a:ln>
          </p:spPr>
          <p:txBody>
            <a:bodyPr rtlCol="0" anchor="ctr"/>
            <a:lstStyle/>
            <a:p>
              <a:endParaRPr lang="en-US"/>
            </a:p>
          </p:txBody>
        </p:sp>
      </p:grpSp>
      <p:sp>
        <p:nvSpPr>
          <p:cNvPr id="579" name="Graphic 4">
            <a:extLst>
              <a:ext uri="{FF2B5EF4-FFF2-40B4-BE49-F238E27FC236}">
                <a16:creationId xmlns:a16="http://schemas.microsoft.com/office/drawing/2014/main" id="{B41CDC5C-8FC7-0541-A041-386A6CB42143}"/>
              </a:ext>
            </a:extLst>
          </p:cNvPr>
          <p:cNvSpPr/>
          <p:nvPr/>
        </p:nvSpPr>
        <p:spPr>
          <a:xfrm>
            <a:off x="905454" y="4308712"/>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279879 w 362309"/>
              <a:gd name="connsiteY6" fmla="*/ 262382 h 361971"/>
              <a:gd name="connsiteX7" fmla="*/ 81791 w 362309"/>
              <a:gd name="connsiteY7" fmla="*/ 262382 h 361971"/>
              <a:gd name="connsiteX8" fmla="*/ 75401 w 362309"/>
              <a:gd name="connsiteY8" fmla="*/ 255998 h 361971"/>
              <a:gd name="connsiteX9" fmla="*/ 81791 w 362309"/>
              <a:gd name="connsiteY9" fmla="*/ 249614 h 361971"/>
              <a:gd name="connsiteX10" fmla="*/ 279879 w 362309"/>
              <a:gd name="connsiteY10" fmla="*/ 249614 h 361971"/>
              <a:gd name="connsiteX11" fmla="*/ 286269 w 362309"/>
              <a:gd name="connsiteY11" fmla="*/ 255998 h 361971"/>
              <a:gd name="connsiteX12" fmla="*/ 279879 w 362309"/>
              <a:gd name="connsiteY12" fmla="*/ 262382 h 361971"/>
              <a:gd name="connsiteX13" fmla="*/ 279879 w 362309"/>
              <a:gd name="connsiteY13" fmla="*/ 211948 h 361971"/>
              <a:gd name="connsiteX14" fmla="*/ 81791 w 362309"/>
              <a:gd name="connsiteY14" fmla="*/ 211948 h 361971"/>
              <a:gd name="connsiteX15" fmla="*/ 75401 w 362309"/>
              <a:gd name="connsiteY15" fmla="*/ 205564 h 361971"/>
              <a:gd name="connsiteX16" fmla="*/ 81791 w 362309"/>
              <a:gd name="connsiteY16" fmla="*/ 199180 h 361971"/>
              <a:gd name="connsiteX17" fmla="*/ 279879 w 362309"/>
              <a:gd name="connsiteY17" fmla="*/ 199180 h 361971"/>
              <a:gd name="connsiteX18" fmla="*/ 286269 w 362309"/>
              <a:gd name="connsiteY18" fmla="*/ 205564 h 361971"/>
              <a:gd name="connsiteX19" fmla="*/ 279879 w 362309"/>
              <a:gd name="connsiteY19" fmla="*/ 211948 h 361971"/>
              <a:gd name="connsiteX20" fmla="*/ 279879 w 362309"/>
              <a:gd name="connsiteY20" fmla="*/ 162153 h 361971"/>
              <a:gd name="connsiteX21" fmla="*/ 81791 w 362309"/>
              <a:gd name="connsiteY21" fmla="*/ 162153 h 361971"/>
              <a:gd name="connsiteX22" fmla="*/ 75401 w 362309"/>
              <a:gd name="connsiteY22" fmla="*/ 155769 h 361971"/>
              <a:gd name="connsiteX23" fmla="*/ 81791 w 362309"/>
              <a:gd name="connsiteY23" fmla="*/ 149385 h 361971"/>
              <a:gd name="connsiteX24" fmla="*/ 279879 w 362309"/>
              <a:gd name="connsiteY24" fmla="*/ 149385 h 361971"/>
              <a:gd name="connsiteX25" fmla="*/ 286269 w 362309"/>
              <a:gd name="connsiteY25" fmla="*/ 155769 h 361971"/>
              <a:gd name="connsiteX26" fmla="*/ 279879 w 362309"/>
              <a:gd name="connsiteY26" fmla="*/ 162153 h 361971"/>
              <a:gd name="connsiteX27" fmla="*/ 279879 w 362309"/>
              <a:gd name="connsiteY27" fmla="*/ 111720 h 361971"/>
              <a:gd name="connsiteX28" fmla="*/ 81791 w 362309"/>
              <a:gd name="connsiteY28" fmla="*/ 111720 h 361971"/>
              <a:gd name="connsiteX29" fmla="*/ 75401 w 362309"/>
              <a:gd name="connsiteY29" fmla="*/ 105336 h 361971"/>
              <a:gd name="connsiteX30" fmla="*/ 81791 w 362309"/>
              <a:gd name="connsiteY30" fmla="*/ 98952 h 361971"/>
              <a:gd name="connsiteX31" fmla="*/ 279879 w 362309"/>
              <a:gd name="connsiteY31" fmla="*/ 98952 h 361971"/>
              <a:gd name="connsiteX32" fmla="*/ 286269 w 362309"/>
              <a:gd name="connsiteY32" fmla="*/ 105336 h 361971"/>
              <a:gd name="connsiteX33" fmla="*/ 279879 w 362309"/>
              <a:gd name="connsiteY33" fmla="*/ 11172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0438"/>
                  <a:pt x="281157" y="0"/>
                  <a:pt x="180835" y="0"/>
                </a:cubicBezTo>
                <a:close/>
                <a:moveTo>
                  <a:pt x="279879" y="262382"/>
                </a:moveTo>
                <a:lnTo>
                  <a:pt x="81791" y="262382"/>
                </a:lnTo>
                <a:cubicBezTo>
                  <a:pt x="77957" y="262382"/>
                  <a:pt x="75401" y="259828"/>
                  <a:pt x="75401" y="255998"/>
                </a:cubicBezTo>
                <a:cubicBezTo>
                  <a:pt x="75401" y="252167"/>
                  <a:pt x="77957" y="249614"/>
                  <a:pt x="81791" y="249614"/>
                </a:cubicBezTo>
                <a:lnTo>
                  <a:pt x="279879" y="249614"/>
                </a:lnTo>
                <a:cubicBezTo>
                  <a:pt x="283713" y="249614"/>
                  <a:pt x="286269" y="252167"/>
                  <a:pt x="286269" y="255998"/>
                </a:cubicBezTo>
                <a:cubicBezTo>
                  <a:pt x="286269" y="259828"/>
                  <a:pt x="283713" y="262382"/>
                  <a:pt x="279879" y="262382"/>
                </a:cubicBezTo>
                <a:close/>
                <a:moveTo>
                  <a:pt x="279879" y="211948"/>
                </a:moveTo>
                <a:lnTo>
                  <a:pt x="81791" y="211948"/>
                </a:lnTo>
                <a:cubicBezTo>
                  <a:pt x="77957" y="211948"/>
                  <a:pt x="75401" y="209395"/>
                  <a:pt x="75401" y="205564"/>
                </a:cubicBezTo>
                <a:cubicBezTo>
                  <a:pt x="75401" y="201734"/>
                  <a:pt x="77957" y="199180"/>
                  <a:pt x="81791" y="199180"/>
                </a:cubicBezTo>
                <a:lnTo>
                  <a:pt x="279879" y="199180"/>
                </a:lnTo>
                <a:cubicBezTo>
                  <a:pt x="283713" y="199180"/>
                  <a:pt x="286269" y="201734"/>
                  <a:pt x="286269" y="205564"/>
                </a:cubicBezTo>
                <a:cubicBezTo>
                  <a:pt x="286269" y="209395"/>
                  <a:pt x="283713" y="211948"/>
                  <a:pt x="279879" y="211948"/>
                </a:cubicBezTo>
                <a:close/>
                <a:moveTo>
                  <a:pt x="279879" y="162153"/>
                </a:moveTo>
                <a:lnTo>
                  <a:pt x="81791" y="162153"/>
                </a:lnTo>
                <a:cubicBezTo>
                  <a:pt x="77957" y="162153"/>
                  <a:pt x="75401" y="159600"/>
                  <a:pt x="75401" y="155769"/>
                </a:cubicBezTo>
                <a:cubicBezTo>
                  <a:pt x="75401" y="151939"/>
                  <a:pt x="77957" y="149385"/>
                  <a:pt x="81791" y="149385"/>
                </a:cubicBezTo>
                <a:lnTo>
                  <a:pt x="279879" y="149385"/>
                </a:lnTo>
                <a:cubicBezTo>
                  <a:pt x="283713" y="149385"/>
                  <a:pt x="286269" y="151939"/>
                  <a:pt x="286269" y="155769"/>
                </a:cubicBezTo>
                <a:cubicBezTo>
                  <a:pt x="286269" y="159600"/>
                  <a:pt x="283713" y="162153"/>
                  <a:pt x="279879" y="162153"/>
                </a:cubicBezTo>
                <a:close/>
                <a:moveTo>
                  <a:pt x="279879" y="111720"/>
                </a:moveTo>
                <a:lnTo>
                  <a:pt x="81791" y="111720"/>
                </a:lnTo>
                <a:cubicBezTo>
                  <a:pt x="77957" y="111720"/>
                  <a:pt x="75401" y="109166"/>
                  <a:pt x="75401" y="105336"/>
                </a:cubicBezTo>
                <a:cubicBezTo>
                  <a:pt x="75401" y="101505"/>
                  <a:pt x="77957" y="98952"/>
                  <a:pt x="81791" y="98952"/>
                </a:cubicBezTo>
                <a:lnTo>
                  <a:pt x="279879" y="98952"/>
                </a:lnTo>
                <a:cubicBezTo>
                  <a:pt x="283713" y="98952"/>
                  <a:pt x="286269" y="101505"/>
                  <a:pt x="286269" y="105336"/>
                </a:cubicBezTo>
                <a:cubicBezTo>
                  <a:pt x="286269" y="109166"/>
                  <a:pt x="283713" y="111720"/>
                  <a:pt x="279879" y="111720"/>
                </a:cubicBezTo>
                <a:close/>
              </a:path>
            </a:pathLst>
          </a:custGeom>
          <a:solidFill>
            <a:srgbClr val="00A3E0"/>
          </a:solidFill>
          <a:ln w="6390" cap="flat">
            <a:noFill/>
            <a:prstDash val="solid"/>
            <a:miter/>
          </a:ln>
        </p:spPr>
        <p:txBody>
          <a:bodyPr rtlCol="0" anchor="ctr"/>
          <a:lstStyle/>
          <a:p>
            <a:endParaRPr lang="en-US"/>
          </a:p>
        </p:txBody>
      </p:sp>
      <p:grpSp>
        <p:nvGrpSpPr>
          <p:cNvPr id="584" name="Graphic 4">
            <a:extLst>
              <a:ext uri="{FF2B5EF4-FFF2-40B4-BE49-F238E27FC236}">
                <a16:creationId xmlns:a16="http://schemas.microsoft.com/office/drawing/2014/main" id="{5B3F5D7E-4971-6041-BB51-A084BE48B39E}"/>
              </a:ext>
            </a:extLst>
          </p:cNvPr>
          <p:cNvGrpSpPr/>
          <p:nvPr/>
        </p:nvGrpSpPr>
        <p:grpSpPr>
          <a:xfrm>
            <a:off x="6754802" y="4308712"/>
            <a:ext cx="361670" cy="361971"/>
            <a:chOff x="6754802" y="4793256"/>
            <a:chExt cx="361670" cy="361971"/>
          </a:xfrm>
          <a:solidFill>
            <a:srgbClr val="00A3E0"/>
          </a:solidFill>
        </p:grpSpPr>
        <p:sp>
          <p:nvSpPr>
            <p:cNvPr id="585" name="Graphic 4">
              <a:extLst>
                <a:ext uri="{FF2B5EF4-FFF2-40B4-BE49-F238E27FC236}">
                  <a16:creationId xmlns:a16="http://schemas.microsoft.com/office/drawing/2014/main" id="{8EACEB01-635D-3147-80F7-211928B5ABCB}"/>
                </a:ext>
              </a:extLst>
            </p:cNvPr>
            <p:cNvSpPr/>
            <p:nvPr/>
          </p:nvSpPr>
          <p:spPr>
            <a:xfrm>
              <a:off x="6754802" y="4793256"/>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80836 w 361670"/>
                <a:gd name="connsiteY6" fmla="*/ 0 h 361971"/>
                <a:gd name="connsiteX7" fmla="*/ 180836 w 361670"/>
                <a:gd name="connsiteY7" fmla="*/ 348565 h 361971"/>
                <a:gd name="connsiteX8" fmla="*/ 12780 w 361670"/>
                <a:gd name="connsiteY8" fmla="*/ 180667 h 361971"/>
                <a:gd name="connsiteX9" fmla="*/ 180836 w 361670"/>
                <a:gd name="connsiteY9" fmla="*/ 12129 h 361971"/>
                <a:gd name="connsiteX10" fmla="*/ 348890 w 361670"/>
                <a:gd name="connsiteY10" fmla="*/ 180028 h 361971"/>
                <a:gd name="connsiteX11" fmla="*/ 348890 w 361670"/>
                <a:gd name="connsiteY11" fmla="*/ 180028 h 361971"/>
                <a:gd name="connsiteX12" fmla="*/ 180836 w 361670"/>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6" y="0"/>
                  </a:moveTo>
                  <a:cubicBezTo>
                    <a:pt x="80513" y="0"/>
                    <a:pt x="0" y="81077"/>
                    <a:pt x="0" y="180667"/>
                  </a:cubicBezTo>
                  <a:cubicBezTo>
                    <a:pt x="0" y="280257"/>
                    <a:pt x="81153" y="361972"/>
                    <a:pt x="180836" y="361972"/>
                  </a:cubicBezTo>
                  <a:cubicBezTo>
                    <a:pt x="281157" y="361972"/>
                    <a:pt x="361670" y="280895"/>
                    <a:pt x="361670" y="181305"/>
                  </a:cubicBezTo>
                  <a:cubicBezTo>
                    <a:pt x="361670" y="181305"/>
                    <a:pt x="361670" y="181305"/>
                    <a:pt x="361670" y="181305"/>
                  </a:cubicBezTo>
                  <a:cubicBezTo>
                    <a:pt x="361670" y="80438"/>
                    <a:pt x="280518" y="0"/>
                    <a:pt x="180836" y="0"/>
                  </a:cubicBezTo>
                  <a:cubicBezTo>
                    <a:pt x="180836" y="0"/>
                    <a:pt x="180836" y="0"/>
                    <a:pt x="180836" y="0"/>
                  </a:cubicBezTo>
                  <a:close/>
                  <a:moveTo>
                    <a:pt x="180836" y="348565"/>
                  </a:moveTo>
                  <a:cubicBezTo>
                    <a:pt x="87543" y="348565"/>
                    <a:pt x="12780" y="273234"/>
                    <a:pt x="12780" y="180667"/>
                  </a:cubicBezTo>
                  <a:cubicBezTo>
                    <a:pt x="12780" y="87461"/>
                    <a:pt x="88181" y="12129"/>
                    <a:pt x="180836" y="12129"/>
                  </a:cubicBezTo>
                  <a:cubicBezTo>
                    <a:pt x="274128" y="12129"/>
                    <a:pt x="348890" y="87461"/>
                    <a:pt x="348890" y="180028"/>
                  </a:cubicBezTo>
                  <a:lnTo>
                    <a:pt x="348890" y="180028"/>
                  </a:lnTo>
                  <a:cubicBezTo>
                    <a:pt x="348890" y="273234"/>
                    <a:pt x="273490" y="348565"/>
                    <a:pt x="180836" y="348565"/>
                  </a:cubicBezTo>
                  <a:close/>
                </a:path>
              </a:pathLst>
            </a:custGeom>
            <a:solidFill>
              <a:srgbClr val="00A3E0"/>
            </a:solidFill>
            <a:ln w="6390" cap="flat">
              <a:noFill/>
              <a:prstDash val="solid"/>
              <a:miter/>
            </a:ln>
          </p:spPr>
          <p:txBody>
            <a:bodyPr rtlCol="0" anchor="ctr"/>
            <a:lstStyle/>
            <a:p>
              <a:endParaRPr lang="en-US"/>
            </a:p>
          </p:txBody>
        </p:sp>
        <p:sp>
          <p:nvSpPr>
            <p:cNvPr id="586" name="Graphic 4">
              <a:extLst>
                <a:ext uri="{FF2B5EF4-FFF2-40B4-BE49-F238E27FC236}">
                  <a16:creationId xmlns:a16="http://schemas.microsoft.com/office/drawing/2014/main" id="{15543BEF-8A62-C047-93C4-4F594DCCC16B}"/>
                </a:ext>
              </a:extLst>
            </p:cNvPr>
            <p:cNvSpPr/>
            <p:nvPr/>
          </p:nvSpPr>
          <p:spPr>
            <a:xfrm>
              <a:off x="6829125" y="4878720"/>
              <a:ext cx="214302" cy="81158"/>
            </a:xfrm>
            <a:custGeom>
              <a:avLst/>
              <a:gdLst>
                <a:gd name="connsiteX0" fmla="*/ 203000 w 214302"/>
                <a:gd name="connsiteY0" fmla="*/ 1358 h 81158"/>
                <a:gd name="connsiteX1" fmla="*/ 105874 w 214302"/>
                <a:gd name="connsiteY1" fmla="*/ 66475 h 81158"/>
                <a:gd name="connsiteX2" fmla="*/ 10025 w 214302"/>
                <a:gd name="connsiteY2" fmla="*/ 1358 h 81158"/>
                <a:gd name="connsiteX3" fmla="*/ 1079 w 214302"/>
                <a:gd name="connsiteY3" fmla="*/ 3273 h 81158"/>
                <a:gd name="connsiteX4" fmla="*/ 2995 w 214302"/>
                <a:gd name="connsiteY4" fmla="*/ 12211 h 81158"/>
                <a:gd name="connsiteX5" fmla="*/ 102679 w 214302"/>
                <a:gd name="connsiteY5" fmla="*/ 79881 h 81158"/>
                <a:gd name="connsiteX6" fmla="*/ 106513 w 214302"/>
                <a:gd name="connsiteY6" fmla="*/ 81158 h 81158"/>
                <a:gd name="connsiteX7" fmla="*/ 110346 w 214302"/>
                <a:gd name="connsiteY7" fmla="*/ 79881 h 81158"/>
                <a:gd name="connsiteX8" fmla="*/ 211308 w 214302"/>
                <a:gd name="connsiteY8" fmla="*/ 12211 h 81158"/>
                <a:gd name="connsiteX9" fmla="*/ 213224 w 214302"/>
                <a:gd name="connsiteY9" fmla="*/ 3273 h 81158"/>
                <a:gd name="connsiteX10" fmla="*/ 213224 w 214302"/>
                <a:gd name="connsiteY10" fmla="*/ 3273 h 81158"/>
                <a:gd name="connsiteX11" fmla="*/ 203000 w 214302"/>
                <a:gd name="connsiteY11" fmla="*/ 1358 h 8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4302" h="81158">
                  <a:moveTo>
                    <a:pt x="203000" y="1358"/>
                  </a:moveTo>
                  <a:lnTo>
                    <a:pt x="105874" y="66475"/>
                  </a:lnTo>
                  <a:lnTo>
                    <a:pt x="10025" y="1358"/>
                  </a:lnTo>
                  <a:cubicBezTo>
                    <a:pt x="6830" y="-557"/>
                    <a:pt x="2995" y="81"/>
                    <a:pt x="1079" y="3273"/>
                  </a:cubicBezTo>
                  <a:cubicBezTo>
                    <a:pt x="-839" y="6465"/>
                    <a:pt x="-200" y="10296"/>
                    <a:pt x="2995" y="12211"/>
                  </a:cubicBezTo>
                  <a:lnTo>
                    <a:pt x="102679" y="79881"/>
                  </a:lnTo>
                  <a:cubicBezTo>
                    <a:pt x="103956" y="80520"/>
                    <a:pt x="105234" y="81158"/>
                    <a:pt x="106513" y="81158"/>
                  </a:cubicBezTo>
                  <a:cubicBezTo>
                    <a:pt x="107790" y="81158"/>
                    <a:pt x="109069" y="80520"/>
                    <a:pt x="110346" y="79881"/>
                  </a:cubicBezTo>
                  <a:lnTo>
                    <a:pt x="211308" y="12211"/>
                  </a:lnTo>
                  <a:cubicBezTo>
                    <a:pt x="214503" y="10296"/>
                    <a:pt x="215141" y="6465"/>
                    <a:pt x="213224" y="3273"/>
                  </a:cubicBezTo>
                  <a:cubicBezTo>
                    <a:pt x="213224" y="3273"/>
                    <a:pt x="213224" y="3273"/>
                    <a:pt x="213224" y="3273"/>
                  </a:cubicBezTo>
                  <a:cubicBezTo>
                    <a:pt x="210029" y="81"/>
                    <a:pt x="205557" y="-1195"/>
                    <a:pt x="203000" y="1358"/>
                  </a:cubicBezTo>
                  <a:close/>
                </a:path>
              </a:pathLst>
            </a:custGeom>
            <a:solidFill>
              <a:srgbClr val="00A3E0"/>
            </a:solidFill>
            <a:ln w="6390" cap="flat">
              <a:noFill/>
              <a:prstDash val="solid"/>
              <a:miter/>
            </a:ln>
          </p:spPr>
          <p:txBody>
            <a:bodyPr rtlCol="0" anchor="ctr"/>
            <a:lstStyle/>
            <a:p>
              <a:endParaRPr lang="en-US"/>
            </a:p>
          </p:txBody>
        </p:sp>
        <p:sp>
          <p:nvSpPr>
            <p:cNvPr id="587" name="Graphic 4">
              <a:extLst>
                <a:ext uri="{FF2B5EF4-FFF2-40B4-BE49-F238E27FC236}">
                  <a16:creationId xmlns:a16="http://schemas.microsoft.com/office/drawing/2014/main" id="{91314110-6F67-C148-A149-6B7F80AE19C1}"/>
                </a:ext>
              </a:extLst>
            </p:cNvPr>
            <p:cNvSpPr/>
            <p:nvPr/>
          </p:nvSpPr>
          <p:spPr>
            <a:xfrm>
              <a:off x="6829125" y="4915108"/>
              <a:ext cx="213841" cy="81158"/>
            </a:xfrm>
            <a:custGeom>
              <a:avLst/>
              <a:gdLst>
                <a:gd name="connsiteX0" fmla="*/ 203000 w 213841"/>
                <a:gd name="connsiteY0" fmla="*/ 1359 h 81158"/>
                <a:gd name="connsiteX1" fmla="*/ 105874 w 213841"/>
                <a:gd name="connsiteY1" fmla="*/ 66475 h 81158"/>
                <a:gd name="connsiteX2" fmla="*/ 10025 w 213841"/>
                <a:gd name="connsiteY2" fmla="*/ 1359 h 81158"/>
                <a:gd name="connsiteX3" fmla="*/ 1079 w 213841"/>
                <a:gd name="connsiteY3" fmla="*/ 3274 h 81158"/>
                <a:gd name="connsiteX4" fmla="*/ 2995 w 213841"/>
                <a:gd name="connsiteY4" fmla="*/ 12211 h 81158"/>
                <a:gd name="connsiteX5" fmla="*/ 102039 w 213841"/>
                <a:gd name="connsiteY5" fmla="*/ 79881 h 81158"/>
                <a:gd name="connsiteX6" fmla="*/ 105874 w 213841"/>
                <a:gd name="connsiteY6" fmla="*/ 81158 h 81158"/>
                <a:gd name="connsiteX7" fmla="*/ 109708 w 213841"/>
                <a:gd name="connsiteY7" fmla="*/ 79881 h 81158"/>
                <a:gd name="connsiteX8" fmla="*/ 210668 w 213841"/>
                <a:gd name="connsiteY8" fmla="*/ 12211 h 81158"/>
                <a:gd name="connsiteX9" fmla="*/ 213224 w 213841"/>
                <a:gd name="connsiteY9" fmla="*/ 3274 h 81158"/>
                <a:gd name="connsiteX10" fmla="*/ 203000 w 213841"/>
                <a:gd name="connsiteY10" fmla="*/ 1359 h 81158"/>
                <a:gd name="connsiteX11" fmla="*/ 203000 w 213841"/>
                <a:gd name="connsiteY11" fmla="*/ 1359 h 81158"/>
                <a:gd name="connsiteX12" fmla="*/ 203000 w 213841"/>
                <a:gd name="connsiteY12" fmla="*/ 1359 h 8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3841" h="81158">
                  <a:moveTo>
                    <a:pt x="203000" y="1359"/>
                  </a:moveTo>
                  <a:lnTo>
                    <a:pt x="105874" y="66475"/>
                  </a:lnTo>
                  <a:lnTo>
                    <a:pt x="10025" y="1359"/>
                  </a:lnTo>
                  <a:cubicBezTo>
                    <a:pt x="6830" y="-557"/>
                    <a:pt x="2995" y="82"/>
                    <a:pt x="1079" y="3274"/>
                  </a:cubicBezTo>
                  <a:cubicBezTo>
                    <a:pt x="-839" y="6466"/>
                    <a:pt x="-200" y="10296"/>
                    <a:pt x="2995" y="12211"/>
                  </a:cubicBezTo>
                  <a:lnTo>
                    <a:pt x="102039" y="79881"/>
                  </a:lnTo>
                  <a:cubicBezTo>
                    <a:pt x="103318" y="80520"/>
                    <a:pt x="104595" y="81158"/>
                    <a:pt x="105874" y="81158"/>
                  </a:cubicBezTo>
                  <a:cubicBezTo>
                    <a:pt x="107151" y="81158"/>
                    <a:pt x="108429" y="80520"/>
                    <a:pt x="109708" y="79881"/>
                  </a:cubicBezTo>
                  <a:lnTo>
                    <a:pt x="210668" y="12211"/>
                  </a:lnTo>
                  <a:cubicBezTo>
                    <a:pt x="213863" y="10296"/>
                    <a:pt x="214503" y="6466"/>
                    <a:pt x="213224" y="3274"/>
                  </a:cubicBezTo>
                  <a:cubicBezTo>
                    <a:pt x="210029" y="82"/>
                    <a:pt x="206195" y="-1195"/>
                    <a:pt x="203000" y="1359"/>
                  </a:cubicBezTo>
                  <a:cubicBezTo>
                    <a:pt x="203000" y="720"/>
                    <a:pt x="203000" y="1359"/>
                    <a:pt x="203000" y="1359"/>
                  </a:cubicBezTo>
                  <a:lnTo>
                    <a:pt x="203000" y="1359"/>
                  </a:lnTo>
                  <a:close/>
                </a:path>
              </a:pathLst>
            </a:custGeom>
            <a:solidFill>
              <a:srgbClr val="00A3E0"/>
            </a:solidFill>
            <a:ln w="6390" cap="flat">
              <a:noFill/>
              <a:prstDash val="solid"/>
              <a:miter/>
            </a:ln>
          </p:spPr>
          <p:txBody>
            <a:bodyPr rtlCol="0" anchor="ctr"/>
            <a:lstStyle/>
            <a:p>
              <a:endParaRPr lang="en-US"/>
            </a:p>
          </p:txBody>
        </p:sp>
        <p:sp>
          <p:nvSpPr>
            <p:cNvPr id="588" name="Graphic 4">
              <a:extLst>
                <a:ext uri="{FF2B5EF4-FFF2-40B4-BE49-F238E27FC236}">
                  <a16:creationId xmlns:a16="http://schemas.microsoft.com/office/drawing/2014/main" id="{FC20CD1F-53A8-0C48-93A2-49A9D1977B14}"/>
                </a:ext>
              </a:extLst>
            </p:cNvPr>
            <p:cNvSpPr/>
            <p:nvPr/>
          </p:nvSpPr>
          <p:spPr>
            <a:xfrm>
              <a:off x="6829125" y="4951778"/>
              <a:ext cx="213663" cy="80877"/>
            </a:xfrm>
            <a:custGeom>
              <a:avLst/>
              <a:gdLst>
                <a:gd name="connsiteX0" fmla="*/ 203000 w 213663"/>
                <a:gd name="connsiteY0" fmla="*/ 1077 h 80877"/>
                <a:gd name="connsiteX1" fmla="*/ 105874 w 213663"/>
                <a:gd name="connsiteY1" fmla="*/ 66194 h 80877"/>
                <a:gd name="connsiteX2" fmla="*/ 10025 w 213663"/>
                <a:gd name="connsiteY2" fmla="*/ 1077 h 80877"/>
                <a:gd name="connsiteX3" fmla="*/ 1079 w 213663"/>
                <a:gd name="connsiteY3" fmla="*/ 2992 h 80877"/>
                <a:gd name="connsiteX4" fmla="*/ 2995 w 213663"/>
                <a:gd name="connsiteY4" fmla="*/ 11930 h 80877"/>
                <a:gd name="connsiteX5" fmla="*/ 102039 w 213663"/>
                <a:gd name="connsiteY5" fmla="*/ 79600 h 80877"/>
                <a:gd name="connsiteX6" fmla="*/ 105874 w 213663"/>
                <a:gd name="connsiteY6" fmla="*/ 80877 h 80877"/>
                <a:gd name="connsiteX7" fmla="*/ 109708 w 213663"/>
                <a:gd name="connsiteY7" fmla="*/ 79600 h 80877"/>
                <a:gd name="connsiteX8" fmla="*/ 210668 w 213663"/>
                <a:gd name="connsiteY8" fmla="*/ 11930 h 80877"/>
                <a:gd name="connsiteX9" fmla="*/ 212585 w 213663"/>
                <a:gd name="connsiteY9" fmla="*/ 2992 h 80877"/>
                <a:gd name="connsiteX10" fmla="*/ 212585 w 213663"/>
                <a:gd name="connsiteY10" fmla="*/ 2992 h 80877"/>
                <a:gd name="connsiteX11" fmla="*/ 203000 w 213663"/>
                <a:gd name="connsiteY11" fmla="*/ 1077 h 8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3663" h="80877">
                  <a:moveTo>
                    <a:pt x="203000" y="1077"/>
                  </a:moveTo>
                  <a:lnTo>
                    <a:pt x="105874" y="66194"/>
                  </a:lnTo>
                  <a:lnTo>
                    <a:pt x="10025" y="1077"/>
                  </a:lnTo>
                  <a:cubicBezTo>
                    <a:pt x="6830" y="-838"/>
                    <a:pt x="2995" y="-200"/>
                    <a:pt x="1079" y="2992"/>
                  </a:cubicBezTo>
                  <a:cubicBezTo>
                    <a:pt x="-839" y="6184"/>
                    <a:pt x="-200" y="10015"/>
                    <a:pt x="2995" y="11930"/>
                  </a:cubicBezTo>
                  <a:lnTo>
                    <a:pt x="102039" y="79600"/>
                  </a:lnTo>
                  <a:cubicBezTo>
                    <a:pt x="103318" y="80238"/>
                    <a:pt x="104595" y="80877"/>
                    <a:pt x="105874" y="80877"/>
                  </a:cubicBezTo>
                  <a:cubicBezTo>
                    <a:pt x="107151" y="80877"/>
                    <a:pt x="108429" y="80238"/>
                    <a:pt x="109708" y="79600"/>
                  </a:cubicBezTo>
                  <a:lnTo>
                    <a:pt x="210668" y="11930"/>
                  </a:lnTo>
                  <a:cubicBezTo>
                    <a:pt x="213863" y="10015"/>
                    <a:pt x="214503" y="6184"/>
                    <a:pt x="212585" y="2992"/>
                  </a:cubicBezTo>
                  <a:cubicBezTo>
                    <a:pt x="212585" y="2992"/>
                    <a:pt x="212585" y="2992"/>
                    <a:pt x="212585" y="2992"/>
                  </a:cubicBezTo>
                  <a:cubicBezTo>
                    <a:pt x="209390" y="439"/>
                    <a:pt x="205557" y="-200"/>
                    <a:pt x="203000" y="1077"/>
                  </a:cubicBezTo>
                  <a:close/>
                </a:path>
              </a:pathLst>
            </a:custGeom>
            <a:solidFill>
              <a:srgbClr val="00A3E0"/>
            </a:solidFill>
            <a:ln w="6390" cap="flat">
              <a:noFill/>
              <a:prstDash val="solid"/>
              <a:miter/>
            </a:ln>
          </p:spPr>
          <p:txBody>
            <a:bodyPr rtlCol="0" anchor="ctr"/>
            <a:lstStyle/>
            <a:p>
              <a:endParaRPr lang="en-US"/>
            </a:p>
          </p:txBody>
        </p:sp>
        <p:sp>
          <p:nvSpPr>
            <p:cNvPr id="589" name="Graphic 4">
              <a:extLst>
                <a:ext uri="{FF2B5EF4-FFF2-40B4-BE49-F238E27FC236}">
                  <a16:creationId xmlns:a16="http://schemas.microsoft.com/office/drawing/2014/main" id="{AF99FE0E-2EC3-BD48-B9CE-BAAE18A1CCA1}"/>
                </a:ext>
              </a:extLst>
            </p:cNvPr>
            <p:cNvSpPr/>
            <p:nvPr/>
          </p:nvSpPr>
          <p:spPr>
            <a:xfrm>
              <a:off x="6829125" y="4988805"/>
              <a:ext cx="213663" cy="80877"/>
            </a:xfrm>
            <a:custGeom>
              <a:avLst/>
              <a:gdLst>
                <a:gd name="connsiteX0" fmla="*/ 203000 w 213663"/>
                <a:gd name="connsiteY0" fmla="*/ 1077 h 80877"/>
                <a:gd name="connsiteX1" fmla="*/ 105874 w 213663"/>
                <a:gd name="connsiteY1" fmla="*/ 66194 h 80877"/>
                <a:gd name="connsiteX2" fmla="*/ 10025 w 213663"/>
                <a:gd name="connsiteY2" fmla="*/ 1077 h 80877"/>
                <a:gd name="connsiteX3" fmla="*/ 1079 w 213663"/>
                <a:gd name="connsiteY3" fmla="*/ 2992 h 80877"/>
                <a:gd name="connsiteX4" fmla="*/ 2995 w 213663"/>
                <a:gd name="connsiteY4" fmla="*/ 11930 h 80877"/>
                <a:gd name="connsiteX5" fmla="*/ 102039 w 213663"/>
                <a:gd name="connsiteY5" fmla="*/ 79600 h 80877"/>
                <a:gd name="connsiteX6" fmla="*/ 105874 w 213663"/>
                <a:gd name="connsiteY6" fmla="*/ 80877 h 80877"/>
                <a:gd name="connsiteX7" fmla="*/ 109708 w 213663"/>
                <a:gd name="connsiteY7" fmla="*/ 79600 h 80877"/>
                <a:gd name="connsiteX8" fmla="*/ 210668 w 213663"/>
                <a:gd name="connsiteY8" fmla="*/ 11930 h 80877"/>
                <a:gd name="connsiteX9" fmla="*/ 212585 w 213663"/>
                <a:gd name="connsiteY9" fmla="*/ 2992 h 80877"/>
                <a:gd name="connsiteX10" fmla="*/ 212585 w 213663"/>
                <a:gd name="connsiteY10" fmla="*/ 2992 h 80877"/>
                <a:gd name="connsiteX11" fmla="*/ 203000 w 213663"/>
                <a:gd name="connsiteY11" fmla="*/ 1077 h 8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3663" h="80877">
                  <a:moveTo>
                    <a:pt x="203000" y="1077"/>
                  </a:moveTo>
                  <a:lnTo>
                    <a:pt x="105874" y="66194"/>
                  </a:lnTo>
                  <a:lnTo>
                    <a:pt x="10025" y="1077"/>
                  </a:lnTo>
                  <a:cubicBezTo>
                    <a:pt x="6830" y="-838"/>
                    <a:pt x="2995" y="-200"/>
                    <a:pt x="1079" y="2992"/>
                  </a:cubicBezTo>
                  <a:cubicBezTo>
                    <a:pt x="-839" y="6184"/>
                    <a:pt x="-200" y="10015"/>
                    <a:pt x="2995" y="11930"/>
                  </a:cubicBezTo>
                  <a:lnTo>
                    <a:pt x="102039" y="79600"/>
                  </a:lnTo>
                  <a:cubicBezTo>
                    <a:pt x="103318" y="80239"/>
                    <a:pt x="104595" y="80877"/>
                    <a:pt x="105874" y="80877"/>
                  </a:cubicBezTo>
                  <a:cubicBezTo>
                    <a:pt x="107151" y="80877"/>
                    <a:pt x="108429" y="80239"/>
                    <a:pt x="109708" y="79600"/>
                  </a:cubicBezTo>
                  <a:lnTo>
                    <a:pt x="210668" y="11930"/>
                  </a:lnTo>
                  <a:cubicBezTo>
                    <a:pt x="213863" y="10015"/>
                    <a:pt x="214503" y="6184"/>
                    <a:pt x="212585" y="2992"/>
                  </a:cubicBezTo>
                  <a:cubicBezTo>
                    <a:pt x="212585" y="2992"/>
                    <a:pt x="212585" y="2992"/>
                    <a:pt x="212585" y="2992"/>
                  </a:cubicBezTo>
                  <a:cubicBezTo>
                    <a:pt x="209390" y="-200"/>
                    <a:pt x="205557" y="-838"/>
                    <a:pt x="203000" y="1077"/>
                  </a:cubicBezTo>
                  <a:close/>
                </a:path>
              </a:pathLst>
            </a:custGeom>
            <a:solidFill>
              <a:srgbClr val="00A3E0"/>
            </a:solidFill>
            <a:ln w="6390" cap="flat">
              <a:noFill/>
              <a:prstDash val="solid"/>
              <a:miter/>
            </a:ln>
          </p:spPr>
          <p:txBody>
            <a:bodyPr rtlCol="0" anchor="ctr"/>
            <a:lstStyle/>
            <a:p>
              <a:endParaRPr lang="en-US"/>
            </a:p>
          </p:txBody>
        </p:sp>
      </p:grpSp>
      <p:sp>
        <p:nvSpPr>
          <p:cNvPr id="590" name="Graphic 4">
            <a:extLst>
              <a:ext uri="{FF2B5EF4-FFF2-40B4-BE49-F238E27FC236}">
                <a16:creationId xmlns:a16="http://schemas.microsoft.com/office/drawing/2014/main" id="{206CF8DC-9951-E644-AB26-3A6444FE3B4D}"/>
              </a:ext>
            </a:extLst>
          </p:cNvPr>
          <p:cNvSpPr/>
          <p:nvPr/>
        </p:nvSpPr>
        <p:spPr>
          <a:xfrm>
            <a:off x="7191874" y="4308712"/>
            <a:ext cx="362312" cy="361971"/>
          </a:xfrm>
          <a:custGeom>
            <a:avLst/>
            <a:gdLst>
              <a:gd name="connsiteX0" fmla="*/ 181474 w 362312"/>
              <a:gd name="connsiteY0" fmla="*/ 0 h 361971"/>
              <a:gd name="connsiteX1" fmla="*/ 0 w 362312"/>
              <a:gd name="connsiteY1" fmla="*/ 180667 h 361971"/>
              <a:gd name="connsiteX2" fmla="*/ 180836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284991 w 362312"/>
              <a:gd name="connsiteY6" fmla="*/ 206841 h 361971"/>
              <a:gd name="connsiteX7" fmla="*/ 184031 w 362312"/>
              <a:gd name="connsiteY7" fmla="*/ 274511 h 361971"/>
              <a:gd name="connsiteX8" fmla="*/ 180196 w 362312"/>
              <a:gd name="connsiteY8" fmla="*/ 275788 h 361971"/>
              <a:gd name="connsiteX9" fmla="*/ 176362 w 362312"/>
              <a:gd name="connsiteY9" fmla="*/ 274511 h 361971"/>
              <a:gd name="connsiteX10" fmla="*/ 77318 w 362312"/>
              <a:gd name="connsiteY10" fmla="*/ 206841 h 361971"/>
              <a:gd name="connsiteX11" fmla="*/ 75402 w 362312"/>
              <a:gd name="connsiteY11" fmla="*/ 197903 h 361971"/>
              <a:gd name="connsiteX12" fmla="*/ 75402 w 362312"/>
              <a:gd name="connsiteY12" fmla="*/ 197903 h 361971"/>
              <a:gd name="connsiteX13" fmla="*/ 84347 w 362312"/>
              <a:gd name="connsiteY13" fmla="*/ 195988 h 361971"/>
              <a:gd name="connsiteX14" fmla="*/ 180196 w 362312"/>
              <a:gd name="connsiteY14" fmla="*/ 261105 h 361971"/>
              <a:gd name="connsiteX15" fmla="*/ 277962 w 362312"/>
              <a:gd name="connsiteY15" fmla="*/ 196627 h 361971"/>
              <a:gd name="connsiteX16" fmla="*/ 286908 w 362312"/>
              <a:gd name="connsiteY16" fmla="*/ 198542 h 361971"/>
              <a:gd name="connsiteX17" fmla="*/ 284991 w 362312"/>
              <a:gd name="connsiteY17" fmla="*/ 206841 h 361971"/>
              <a:gd name="connsiteX18" fmla="*/ 284991 w 362312"/>
              <a:gd name="connsiteY18" fmla="*/ 170452 h 361971"/>
              <a:gd name="connsiteX19" fmla="*/ 184031 w 362312"/>
              <a:gd name="connsiteY19" fmla="*/ 238122 h 361971"/>
              <a:gd name="connsiteX20" fmla="*/ 180196 w 362312"/>
              <a:gd name="connsiteY20" fmla="*/ 239399 h 361971"/>
              <a:gd name="connsiteX21" fmla="*/ 176362 w 362312"/>
              <a:gd name="connsiteY21" fmla="*/ 238122 h 361971"/>
              <a:gd name="connsiteX22" fmla="*/ 77318 w 362312"/>
              <a:gd name="connsiteY22" fmla="*/ 170452 h 361971"/>
              <a:gd name="connsiteX23" fmla="*/ 75402 w 362312"/>
              <a:gd name="connsiteY23" fmla="*/ 161515 h 361971"/>
              <a:gd name="connsiteX24" fmla="*/ 84347 w 362312"/>
              <a:gd name="connsiteY24" fmla="*/ 159600 h 361971"/>
              <a:gd name="connsiteX25" fmla="*/ 180196 w 362312"/>
              <a:gd name="connsiteY25" fmla="*/ 224716 h 361971"/>
              <a:gd name="connsiteX26" fmla="*/ 277323 w 362312"/>
              <a:gd name="connsiteY26" fmla="*/ 159600 h 361971"/>
              <a:gd name="connsiteX27" fmla="*/ 286270 w 362312"/>
              <a:gd name="connsiteY27" fmla="*/ 161515 h 361971"/>
              <a:gd name="connsiteX28" fmla="*/ 284991 w 362312"/>
              <a:gd name="connsiteY28" fmla="*/ 170452 h 361971"/>
              <a:gd name="connsiteX29" fmla="*/ 284991 w 362312"/>
              <a:gd name="connsiteY29" fmla="*/ 134064 h 361971"/>
              <a:gd name="connsiteX30" fmla="*/ 184031 w 362312"/>
              <a:gd name="connsiteY30" fmla="*/ 201734 h 361971"/>
              <a:gd name="connsiteX31" fmla="*/ 180196 w 362312"/>
              <a:gd name="connsiteY31" fmla="*/ 203011 h 361971"/>
              <a:gd name="connsiteX32" fmla="*/ 176362 w 362312"/>
              <a:gd name="connsiteY32" fmla="*/ 201734 h 361971"/>
              <a:gd name="connsiteX33" fmla="*/ 77318 w 362312"/>
              <a:gd name="connsiteY33" fmla="*/ 134064 h 361971"/>
              <a:gd name="connsiteX34" fmla="*/ 74762 w 362312"/>
              <a:gd name="connsiteY34" fmla="*/ 125126 h 361971"/>
              <a:gd name="connsiteX35" fmla="*/ 83708 w 362312"/>
              <a:gd name="connsiteY35" fmla="*/ 122573 h 361971"/>
              <a:gd name="connsiteX36" fmla="*/ 84347 w 362312"/>
              <a:gd name="connsiteY36" fmla="*/ 123211 h 361971"/>
              <a:gd name="connsiteX37" fmla="*/ 180196 w 362312"/>
              <a:gd name="connsiteY37" fmla="*/ 188327 h 361971"/>
              <a:gd name="connsiteX38" fmla="*/ 277323 w 362312"/>
              <a:gd name="connsiteY38" fmla="*/ 123211 h 361971"/>
              <a:gd name="connsiteX39" fmla="*/ 286270 w 362312"/>
              <a:gd name="connsiteY39" fmla="*/ 125765 h 361971"/>
              <a:gd name="connsiteX40" fmla="*/ 284991 w 362312"/>
              <a:gd name="connsiteY40" fmla="*/ 134064 h 361971"/>
              <a:gd name="connsiteX41" fmla="*/ 284991 w 362312"/>
              <a:gd name="connsiteY41" fmla="*/ 134064 h 361971"/>
              <a:gd name="connsiteX42" fmla="*/ 284991 w 362312"/>
              <a:gd name="connsiteY42" fmla="*/ 97037 h 361971"/>
              <a:gd name="connsiteX43" fmla="*/ 184031 w 362312"/>
              <a:gd name="connsiteY43" fmla="*/ 164707 h 361971"/>
              <a:gd name="connsiteX44" fmla="*/ 180196 w 362312"/>
              <a:gd name="connsiteY44" fmla="*/ 165984 h 361971"/>
              <a:gd name="connsiteX45" fmla="*/ 176362 w 362312"/>
              <a:gd name="connsiteY45" fmla="*/ 164707 h 361971"/>
              <a:gd name="connsiteX46" fmla="*/ 77318 w 362312"/>
              <a:gd name="connsiteY46" fmla="*/ 97037 h 361971"/>
              <a:gd name="connsiteX47" fmla="*/ 75402 w 362312"/>
              <a:gd name="connsiteY47" fmla="*/ 88099 h 361971"/>
              <a:gd name="connsiteX48" fmla="*/ 75402 w 362312"/>
              <a:gd name="connsiteY48" fmla="*/ 88099 h 361971"/>
              <a:gd name="connsiteX49" fmla="*/ 84347 w 362312"/>
              <a:gd name="connsiteY49" fmla="*/ 86184 h 361971"/>
              <a:gd name="connsiteX50" fmla="*/ 180196 w 362312"/>
              <a:gd name="connsiteY50" fmla="*/ 151300 h 361971"/>
              <a:gd name="connsiteX51" fmla="*/ 277323 w 362312"/>
              <a:gd name="connsiteY51" fmla="*/ 86184 h 361971"/>
              <a:gd name="connsiteX52" fmla="*/ 286270 w 362312"/>
              <a:gd name="connsiteY52" fmla="*/ 88099 h 361971"/>
              <a:gd name="connsiteX53" fmla="*/ 284991 w 362312"/>
              <a:gd name="connsiteY53" fmla="*/ 97037 h 361971"/>
              <a:gd name="connsiteX54" fmla="*/ 284991 w 362312"/>
              <a:gd name="connsiteY54" fmla="*/ 9703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62312" h="361971">
                <a:moveTo>
                  <a:pt x="181474" y="0"/>
                </a:moveTo>
                <a:cubicBezTo>
                  <a:pt x="81152" y="0"/>
                  <a:pt x="0" y="81077"/>
                  <a:pt x="0" y="180667"/>
                </a:cubicBezTo>
                <a:cubicBezTo>
                  <a:pt x="0" y="280895"/>
                  <a:pt x="81152" y="361972"/>
                  <a:pt x="180836" y="361972"/>
                </a:cubicBezTo>
                <a:cubicBezTo>
                  <a:pt x="281157" y="361972"/>
                  <a:pt x="362309" y="280895"/>
                  <a:pt x="362309" y="181305"/>
                </a:cubicBezTo>
                <a:cubicBezTo>
                  <a:pt x="362309" y="181305"/>
                  <a:pt x="362309" y="181305"/>
                  <a:pt x="362309" y="181305"/>
                </a:cubicBezTo>
                <a:cubicBezTo>
                  <a:pt x="362949" y="80438"/>
                  <a:pt x="281796" y="0"/>
                  <a:pt x="181474" y="0"/>
                </a:cubicBezTo>
                <a:close/>
                <a:moveTo>
                  <a:pt x="284991" y="206841"/>
                </a:moveTo>
                <a:lnTo>
                  <a:pt x="184031" y="274511"/>
                </a:lnTo>
                <a:cubicBezTo>
                  <a:pt x="182752" y="275149"/>
                  <a:pt x="181474" y="275788"/>
                  <a:pt x="180196" y="275788"/>
                </a:cubicBezTo>
                <a:cubicBezTo>
                  <a:pt x="178918" y="275788"/>
                  <a:pt x="177641" y="275149"/>
                  <a:pt x="176362" y="274511"/>
                </a:cubicBezTo>
                <a:lnTo>
                  <a:pt x="77318" y="206841"/>
                </a:lnTo>
                <a:cubicBezTo>
                  <a:pt x="74123" y="204926"/>
                  <a:pt x="73484" y="201095"/>
                  <a:pt x="75402" y="197903"/>
                </a:cubicBezTo>
                <a:cubicBezTo>
                  <a:pt x="75402" y="197903"/>
                  <a:pt x="75402" y="197903"/>
                  <a:pt x="75402" y="197903"/>
                </a:cubicBezTo>
                <a:cubicBezTo>
                  <a:pt x="77318" y="194711"/>
                  <a:pt x="81152" y="194073"/>
                  <a:pt x="84347" y="195988"/>
                </a:cubicBezTo>
                <a:lnTo>
                  <a:pt x="180196" y="261105"/>
                </a:lnTo>
                <a:lnTo>
                  <a:pt x="277962" y="196627"/>
                </a:lnTo>
                <a:cubicBezTo>
                  <a:pt x="281157" y="194711"/>
                  <a:pt x="284991" y="195350"/>
                  <a:pt x="286908" y="198542"/>
                </a:cubicBezTo>
                <a:cubicBezTo>
                  <a:pt x="288825" y="201095"/>
                  <a:pt x="288186" y="204926"/>
                  <a:pt x="284991" y="206841"/>
                </a:cubicBezTo>
                <a:close/>
                <a:moveTo>
                  <a:pt x="284991" y="170452"/>
                </a:moveTo>
                <a:lnTo>
                  <a:pt x="184031" y="238122"/>
                </a:lnTo>
                <a:cubicBezTo>
                  <a:pt x="182752" y="238761"/>
                  <a:pt x="181474" y="239399"/>
                  <a:pt x="180196" y="239399"/>
                </a:cubicBezTo>
                <a:cubicBezTo>
                  <a:pt x="178918" y="239399"/>
                  <a:pt x="177641" y="238761"/>
                  <a:pt x="176362" y="238122"/>
                </a:cubicBezTo>
                <a:lnTo>
                  <a:pt x="77318" y="170452"/>
                </a:lnTo>
                <a:cubicBezTo>
                  <a:pt x="74123" y="168537"/>
                  <a:pt x="73484" y="164707"/>
                  <a:pt x="75402" y="161515"/>
                </a:cubicBezTo>
                <a:cubicBezTo>
                  <a:pt x="77318" y="158323"/>
                  <a:pt x="81152" y="157684"/>
                  <a:pt x="84347" y="159600"/>
                </a:cubicBezTo>
                <a:lnTo>
                  <a:pt x="180196" y="224716"/>
                </a:lnTo>
                <a:lnTo>
                  <a:pt x="277323" y="159600"/>
                </a:lnTo>
                <a:cubicBezTo>
                  <a:pt x="280518" y="157684"/>
                  <a:pt x="284352" y="158323"/>
                  <a:pt x="286270" y="161515"/>
                </a:cubicBezTo>
                <a:cubicBezTo>
                  <a:pt x="288825" y="164707"/>
                  <a:pt x="288186" y="168537"/>
                  <a:pt x="284991" y="170452"/>
                </a:cubicBezTo>
                <a:close/>
                <a:moveTo>
                  <a:pt x="284991" y="134064"/>
                </a:moveTo>
                <a:lnTo>
                  <a:pt x="184031" y="201734"/>
                </a:lnTo>
                <a:cubicBezTo>
                  <a:pt x="182752" y="202372"/>
                  <a:pt x="181474" y="203011"/>
                  <a:pt x="180196" y="203011"/>
                </a:cubicBezTo>
                <a:cubicBezTo>
                  <a:pt x="178918" y="203011"/>
                  <a:pt x="177641" y="202372"/>
                  <a:pt x="176362" y="201734"/>
                </a:cubicBezTo>
                <a:lnTo>
                  <a:pt x="77318" y="134064"/>
                </a:lnTo>
                <a:cubicBezTo>
                  <a:pt x="74123" y="132149"/>
                  <a:pt x="73484" y="128318"/>
                  <a:pt x="74762" y="125126"/>
                </a:cubicBezTo>
                <a:cubicBezTo>
                  <a:pt x="76679" y="121934"/>
                  <a:pt x="80513" y="121296"/>
                  <a:pt x="83708" y="122573"/>
                </a:cubicBezTo>
                <a:cubicBezTo>
                  <a:pt x="83708" y="122573"/>
                  <a:pt x="84347" y="123211"/>
                  <a:pt x="84347" y="123211"/>
                </a:cubicBezTo>
                <a:lnTo>
                  <a:pt x="180196" y="188327"/>
                </a:lnTo>
                <a:lnTo>
                  <a:pt x="277323" y="123211"/>
                </a:lnTo>
                <a:cubicBezTo>
                  <a:pt x="280518" y="121296"/>
                  <a:pt x="284352" y="122573"/>
                  <a:pt x="286270" y="125765"/>
                </a:cubicBezTo>
                <a:cubicBezTo>
                  <a:pt x="288186" y="128318"/>
                  <a:pt x="287547" y="131510"/>
                  <a:pt x="284991" y="134064"/>
                </a:cubicBezTo>
                <a:lnTo>
                  <a:pt x="284991" y="134064"/>
                </a:lnTo>
                <a:close/>
                <a:moveTo>
                  <a:pt x="284991" y="97037"/>
                </a:moveTo>
                <a:lnTo>
                  <a:pt x="184031" y="164707"/>
                </a:lnTo>
                <a:cubicBezTo>
                  <a:pt x="182752" y="165345"/>
                  <a:pt x="181474" y="165984"/>
                  <a:pt x="180196" y="165984"/>
                </a:cubicBezTo>
                <a:cubicBezTo>
                  <a:pt x="178918" y="165984"/>
                  <a:pt x="177641" y="165345"/>
                  <a:pt x="176362" y="164707"/>
                </a:cubicBezTo>
                <a:lnTo>
                  <a:pt x="77318" y="97037"/>
                </a:lnTo>
                <a:cubicBezTo>
                  <a:pt x="74123" y="95121"/>
                  <a:pt x="73484" y="91291"/>
                  <a:pt x="75402" y="88099"/>
                </a:cubicBezTo>
                <a:cubicBezTo>
                  <a:pt x="75402" y="88099"/>
                  <a:pt x="75402" y="88099"/>
                  <a:pt x="75402" y="88099"/>
                </a:cubicBezTo>
                <a:cubicBezTo>
                  <a:pt x="77318" y="84907"/>
                  <a:pt x="81152" y="84269"/>
                  <a:pt x="84347" y="86184"/>
                </a:cubicBezTo>
                <a:lnTo>
                  <a:pt x="180196" y="151300"/>
                </a:lnTo>
                <a:lnTo>
                  <a:pt x="277323" y="86184"/>
                </a:lnTo>
                <a:cubicBezTo>
                  <a:pt x="280518" y="84269"/>
                  <a:pt x="284352" y="84907"/>
                  <a:pt x="286270" y="88099"/>
                </a:cubicBezTo>
                <a:cubicBezTo>
                  <a:pt x="288825" y="91291"/>
                  <a:pt x="288186" y="95121"/>
                  <a:pt x="284991" y="97037"/>
                </a:cubicBezTo>
                <a:lnTo>
                  <a:pt x="284991" y="97037"/>
                </a:lnTo>
                <a:close/>
              </a:path>
            </a:pathLst>
          </a:custGeom>
          <a:solidFill>
            <a:srgbClr val="00A3E0"/>
          </a:solidFill>
          <a:ln w="6390" cap="flat">
            <a:noFill/>
            <a:prstDash val="solid"/>
            <a:miter/>
          </a:ln>
        </p:spPr>
        <p:txBody>
          <a:bodyPr rtlCol="0" anchor="ctr"/>
          <a:lstStyle/>
          <a:p>
            <a:endParaRPr lang="en-US"/>
          </a:p>
        </p:txBody>
      </p:sp>
      <p:sp>
        <p:nvSpPr>
          <p:cNvPr id="591" name="Graphic 4">
            <a:extLst>
              <a:ext uri="{FF2B5EF4-FFF2-40B4-BE49-F238E27FC236}">
                <a16:creationId xmlns:a16="http://schemas.microsoft.com/office/drawing/2014/main" id="{59FB58F6-ECB9-5E46-ADB4-DE8AEFEABD62}"/>
              </a:ext>
            </a:extLst>
          </p:cNvPr>
          <p:cNvSpPr/>
          <p:nvPr/>
        </p:nvSpPr>
        <p:spPr>
          <a:xfrm>
            <a:off x="5099169" y="4308712"/>
            <a:ext cx="362309" cy="361971"/>
          </a:xfrm>
          <a:custGeom>
            <a:avLst/>
            <a:gdLst>
              <a:gd name="connsiteX0" fmla="*/ 181474 w 362309"/>
              <a:gd name="connsiteY0" fmla="*/ 0 h 361971"/>
              <a:gd name="connsiteX1" fmla="*/ 181474 w 362309"/>
              <a:gd name="connsiteY1" fmla="*/ 0 h 361971"/>
              <a:gd name="connsiteX2" fmla="*/ 0 w 362309"/>
              <a:gd name="connsiteY2" fmla="*/ 180667 h 361971"/>
              <a:gd name="connsiteX3" fmla="*/ 180835 w 362309"/>
              <a:gd name="connsiteY3" fmla="*/ 361972 h 361971"/>
              <a:gd name="connsiteX4" fmla="*/ 362310 w 362309"/>
              <a:gd name="connsiteY4" fmla="*/ 181305 h 361971"/>
              <a:gd name="connsiteX5" fmla="*/ 362310 w 362309"/>
              <a:gd name="connsiteY5" fmla="*/ 181305 h 361971"/>
              <a:gd name="connsiteX6" fmla="*/ 181474 w 362309"/>
              <a:gd name="connsiteY6" fmla="*/ 0 h 361971"/>
              <a:gd name="connsiteX7" fmla="*/ 274128 w 362309"/>
              <a:gd name="connsiteY7" fmla="*/ 278341 h 361971"/>
              <a:gd name="connsiteX8" fmla="*/ 257514 w 362309"/>
              <a:gd name="connsiteY8" fmla="*/ 271319 h 361971"/>
              <a:gd name="connsiteX9" fmla="*/ 242818 w 362309"/>
              <a:gd name="connsiteY9" fmla="*/ 277703 h 361971"/>
              <a:gd name="connsiteX10" fmla="*/ 219814 w 362309"/>
              <a:gd name="connsiteY10" fmla="*/ 270681 h 361971"/>
              <a:gd name="connsiteX11" fmla="*/ 182752 w 362309"/>
              <a:gd name="connsiteY11" fmla="*/ 270681 h 361971"/>
              <a:gd name="connsiteX12" fmla="*/ 146330 w 362309"/>
              <a:gd name="connsiteY12" fmla="*/ 270681 h 361971"/>
              <a:gd name="connsiteX13" fmla="*/ 106712 w 362309"/>
              <a:gd name="connsiteY13" fmla="*/ 270681 h 361971"/>
              <a:gd name="connsiteX14" fmla="*/ 91376 w 362309"/>
              <a:gd name="connsiteY14" fmla="*/ 277703 h 361971"/>
              <a:gd name="connsiteX15" fmla="*/ 90098 w 362309"/>
              <a:gd name="connsiteY15" fmla="*/ 277703 h 361971"/>
              <a:gd name="connsiteX16" fmla="*/ 83069 w 362309"/>
              <a:gd name="connsiteY16" fmla="*/ 271958 h 361971"/>
              <a:gd name="connsiteX17" fmla="*/ 88820 w 362309"/>
              <a:gd name="connsiteY17" fmla="*/ 264935 h 361971"/>
              <a:gd name="connsiteX18" fmla="*/ 101600 w 362309"/>
              <a:gd name="connsiteY18" fmla="*/ 257913 h 361971"/>
              <a:gd name="connsiteX19" fmla="*/ 110546 w 362309"/>
              <a:gd name="connsiteY19" fmla="*/ 257274 h 361971"/>
              <a:gd name="connsiteX20" fmla="*/ 141217 w 362309"/>
              <a:gd name="connsiteY20" fmla="*/ 257913 h 361971"/>
              <a:gd name="connsiteX21" fmla="*/ 149525 w 362309"/>
              <a:gd name="connsiteY21" fmla="*/ 257274 h 361971"/>
              <a:gd name="connsiteX22" fmla="*/ 178279 w 362309"/>
              <a:gd name="connsiteY22" fmla="*/ 257913 h 361971"/>
              <a:gd name="connsiteX23" fmla="*/ 187225 w 362309"/>
              <a:gd name="connsiteY23" fmla="*/ 257274 h 361971"/>
              <a:gd name="connsiteX24" fmla="*/ 215980 w 362309"/>
              <a:gd name="connsiteY24" fmla="*/ 257274 h 361971"/>
              <a:gd name="connsiteX25" fmla="*/ 224287 w 362309"/>
              <a:gd name="connsiteY25" fmla="*/ 257274 h 361971"/>
              <a:gd name="connsiteX26" fmla="*/ 242179 w 362309"/>
              <a:gd name="connsiteY26" fmla="*/ 264297 h 361971"/>
              <a:gd name="connsiteX27" fmla="*/ 252403 w 362309"/>
              <a:gd name="connsiteY27" fmla="*/ 257913 h 361971"/>
              <a:gd name="connsiteX28" fmla="*/ 261349 w 362309"/>
              <a:gd name="connsiteY28" fmla="*/ 256636 h 361971"/>
              <a:gd name="connsiteX29" fmla="*/ 275406 w 362309"/>
              <a:gd name="connsiteY29" fmla="*/ 264297 h 361971"/>
              <a:gd name="connsiteX30" fmla="*/ 276045 w 362309"/>
              <a:gd name="connsiteY30" fmla="*/ 264297 h 361971"/>
              <a:gd name="connsiteX31" fmla="*/ 281796 w 362309"/>
              <a:gd name="connsiteY31" fmla="*/ 271319 h 361971"/>
              <a:gd name="connsiteX32" fmla="*/ 274128 w 362309"/>
              <a:gd name="connsiteY32" fmla="*/ 278341 h 361971"/>
              <a:gd name="connsiteX33" fmla="*/ 274128 w 362309"/>
              <a:gd name="connsiteY33" fmla="*/ 220886 h 361971"/>
              <a:gd name="connsiteX34" fmla="*/ 257514 w 362309"/>
              <a:gd name="connsiteY34" fmla="*/ 213863 h 361971"/>
              <a:gd name="connsiteX35" fmla="*/ 242818 w 362309"/>
              <a:gd name="connsiteY35" fmla="*/ 220247 h 361971"/>
              <a:gd name="connsiteX36" fmla="*/ 219814 w 362309"/>
              <a:gd name="connsiteY36" fmla="*/ 213225 h 361971"/>
              <a:gd name="connsiteX37" fmla="*/ 182752 w 362309"/>
              <a:gd name="connsiteY37" fmla="*/ 213225 h 361971"/>
              <a:gd name="connsiteX38" fmla="*/ 146330 w 362309"/>
              <a:gd name="connsiteY38" fmla="*/ 213225 h 361971"/>
              <a:gd name="connsiteX39" fmla="*/ 106712 w 362309"/>
              <a:gd name="connsiteY39" fmla="*/ 213225 h 361971"/>
              <a:gd name="connsiteX40" fmla="*/ 91376 w 362309"/>
              <a:gd name="connsiteY40" fmla="*/ 220247 h 361971"/>
              <a:gd name="connsiteX41" fmla="*/ 90098 w 362309"/>
              <a:gd name="connsiteY41" fmla="*/ 220247 h 361971"/>
              <a:gd name="connsiteX42" fmla="*/ 83069 w 362309"/>
              <a:gd name="connsiteY42" fmla="*/ 214502 h 361971"/>
              <a:gd name="connsiteX43" fmla="*/ 88820 w 362309"/>
              <a:gd name="connsiteY43" fmla="*/ 207479 h 361971"/>
              <a:gd name="connsiteX44" fmla="*/ 101600 w 362309"/>
              <a:gd name="connsiteY44" fmla="*/ 200457 h 361971"/>
              <a:gd name="connsiteX45" fmla="*/ 110546 w 362309"/>
              <a:gd name="connsiteY45" fmla="*/ 199819 h 361971"/>
              <a:gd name="connsiteX46" fmla="*/ 141217 w 362309"/>
              <a:gd name="connsiteY46" fmla="*/ 200457 h 361971"/>
              <a:gd name="connsiteX47" fmla="*/ 149525 w 362309"/>
              <a:gd name="connsiteY47" fmla="*/ 199819 h 361971"/>
              <a:gd name="connsiteX48" fmla="*/ 178279 w 362309"/>
              <a:gd name="connsiteY48" fmla="*/ 200457 h 361971"/>
              <a:gd name="connsiteX49" fmla="*/ 187225 w 362309"/>
              <a:gd name="connsiteY49" fmla="*/ 199819 h 361971"/>
              <a:gd name="connsiteX50" fmla="*/ 215980 w 362309"/>
              <a:gd name="connsiteY50" fmla="*/ 199819 h 361971"/>
              <a:gd name="connsiteX51" fmla="*/ 224287 w 362309"/>
              <a:gd name="connsiteY51" fmla="*/ 199819 h 361971"/>
              <a:gd name="connsiteX52" fmla="*/ 242179 w 362309"/>
              <a:gd name="connsiteY52" fmla="*/ 206841 h 361971"/>
              <a:gd name="connsiteX53" fmla="*/ 252403 w 362309"/>
              <a:gd name="connsiteY53" fmla="*/ 200457 h 361971"/>
              <a:gd name="connsiteX54" fmla="*/ 261349 w 362309"/>
              <a:gd name="connsiteY54" fmla="*/ 199180 h 361971"/>
              <a:gd name="connsiteX55" fmla="*/ 275406 w 362309"/>
              <a:gd name="connsiteY55" fmla="*/ 206841 h 361971"/>
              <a:gd name="connsiteX56" fmla="*/ 276045 w 362309"/>
              <a:gd name="connsiteY56" fmla="*/ 206841 h 361971"/>
              <a:gd name="connsiteX57" fmla="*/ 281796 w 362309"/>
              <a:gd name="connsiteY57" fmla="*/ 213863 h 361971"/>
              <a:gd name="connsiteX58" fmla="*/ 274128 w 362309"/>
              <a:gd name="connsiteY58" fmla="*/ 220886 h 361971"/>
              <a:gd name="connsiteX59" fmla="*/ 274128 w 362309"/>
              <a:gd name="connsiteY59" fmla="*/ 162792 h 361971"/>
              <a:gd name="connsiteX60" fmla="*/ 257514 w 362309"/>
              <a:gd name="connsiteY60" fmla="*/ 155769 h 361971"/>
              <a:gd name="connsiteX61" fmla="*/ 242818 w 362309"/>
              <a:gd name="connsiteY61" fmla="*/ 162153 h 361971"/>
              <a:gd name="connsiteX62" fmla="*/ 219814 w 362309"/>
              <a:gd name="connsiteY62" fmla="*/ 155131 h 361971"/>
              <a:gd name="connsiteX63" fmla="*/ 182752 w 362309"/>
              <a:gd name="connsiteY63" fmla="*/ 155131 h 361971"/>
              <a:gd name="connsiteX64" fmla="*/ 146330 w 362309"/>
              <a:gd name="connsiteY64" fmla="*/ 155131 h 361971"/>
              <a:gd name="connsiteX65" fmla="*/ 106712 w 362309"/>
              <a:gd name="connsiteY65" fmla="*/ 155131 h 361971"/>
              <a:gd name="connsiteX66" fmla="*/ 91376 w 362309"/>
              <a:gd name="connsiteY66" fmla="*/ 162153 h 361971"/>
              <a:gd name="connsiteX67" fmla="*/ 90098 w 362309"/>
              <a:gd name="connsiteY67" fmla="*/ 162153 h 361971"/>
              <a:gd name="connsiteX68" fmla="*/ 83069 w 362309"/>
              <a:gd name="connsiteY68" fmla="*/ 156408 h 361971"/>
              <a:gd name="connsiteX69" fmla="*/ 88820 w 362309"/>
              <a:gd name="connsiteY69" fmla="*/ 149385 h 361971"/>
              <a:gd name="connsiteX70" fmla="*/ 101600 w 362309"/>
              <a:gd name="connsiteY70" fmla="*/ 142363 h 361971"/>
              <a:gd name="connsiteX71" fmla="*/ 110546 w 362309"/>
              <a:gd name="connsiteY71" fmla="*/ 141724 h 361971"/>
              <a:gd name="connsiteX72" fmla="*/ 141217 w 362309"/>
              <a:gd name="connsiteY72" fmla="*/ 142363 h 361971"/>
              <a:gd name="connsiteX73" fmla="*/ 149525 w 362309"/>
              <a:gd name="connsiteY73" fmla="*/ 141724 h 361971"/>
              <a:gd name="connsiteX74" fmla="*/ 178279 w 362309"/>
              <a:gd name="connsiteY74" fmla="*/ 142363 h 361971"/>
              <a:gd name="connsiteX75" fmla="*/ 187225 w 362309"/>
              <a:gd name="connsiteY75" fmla="*/ 141724 h 361971"/>
              <a:gd name="connsiteX76" fmla="*/ 215980 w 362309"/>
              <a:gd name="connsiteY76" fmla="*/ 141724 h 361971"/>
              <a:gd name="connsiteX77" fmla="*/ 224287 w 362309"/>
              <a:gd name="connsiteY77" fmla="*/ 141724 h 361971"/>
              <a:gd name="connsiteX78" fmla="*/ 242179 w 362309"/>
              <a:gd name="connsiteY78" fmla="*/ 148747 h 361971"/>
              <a:gd name="connsiteX79" fmla="*/ 252403 w 362309"/>
              <a:gd name="connsiteY79" fmla="*/ 142363 h 361971"/>
              <a:gd name="connsiteX80" fmla="*/ 261349 w 362309"/>
              <a:gd name="connsiteY80" fmla="*/ 141086 h 361971"/>
              <a:gd name="connsiteX81" fmla="*/ 275406 w 362309"/>
              <a:gd name="connsiteY81" fmla="*/ 148747 h 361971"/>
              <a:gd name="connsiteX82" fmla="*/ 276045 w 362309"/>
              <a:gd name="connsiteY82" fmla="*/ 148747 h 361971"/>
              <a:gd name="connsiteX83" fmla="*/ 281796 w 362309"/>
              <a:gd name="connsiteY83" fmla="*/ 155769 h 361971"/>
              <a:gd name="connsiteX84" fmla="*/ 274128 w 362309"/>
              <a:gd name="connsiteY84" fmla="*/ 162792 h 361971"/>
              <a:gd name="connsiteX85" fmla="*/ 274128 w 362309"/>
              <a:gd name="connsiteY85" fmla="*/ 105974 h 361971"/>
              <a:gd name="connsiteX86" fmla="*/ 257514 w 362309"/>
              <a:gd name="connsiteY86" fmla="*/ 98952 h 361971"/>
              <a:gd name="connsiteX87" fmla="*/ 242818 w 362309"/>
              <a:gd name="connsiteY87" fmla="*/ 105336 h 361971"/>
              <a:gd name="connsiteX88" fmla="*/ 219814 w 362309"/>
              <a:gd name="connsiteY88" fmla="*/ 98313 h 361971"/>
              <a:gd name="connsiteX89" fmla="*/ 182752 w 362309"/>
              <a:gd name="connsiteY89" fmla="*/ 98313 h 361971"/>
              <a:gd name="connsiteX90" fmla="*/ 146330 w 362309"/>
              <a:gd name="connsiteY90" fmla="*/ 98313 h 361971"/>
              <a:gd name="connsiteX91" fmla="*/ 106712 w 362309"/>
              <a:gd name="connsiteY91" fmla="*/ 98313 h 361971"/>
              <a:gd name="connsiteX92" fmla="*/ 91376 w 362309"/>
              <a:gd name="connsiteY92" fmla="*/ 105336 h 361971"/>
              <a:gd name="connsiteX93" fmla="*/ 90098 w 362309"/>
              <a:gd name="connsiteY93" fmla="*/ 105336 h 361971"/>
              <a:gd name="connsiteX94" fmla="*/ 83069 w 362309"/>
              <a:gd name="connsiteY94" fmla="*/ 99590 h 361971"/>
              <a:gd name="connsiteX95" fmla="*/ 88820 w 362309"/>
              <a:gd name="connsiteY95" fmla="*/ 92568 h 361971"/>
              <a:gd name="connsiteX96" fmla="*/ 101600 w 362309"/>
              <a:gd name="connsiteY96" fmla="*/ 85545 h 361971"/>
              <a:gd name="connsiteX97" fmla="*/ 110546 w 362309"/>
              <a:gd name="connsiteY97" fmla="*/ 84907 h 361971"/>
              <a:gd name="connsiteX98" fmla="*/ 141217 w 362309"/>
              <a:gd name="connsiteY98" fmla="*/ 85545 h 361971"/>
              <a:gd name="connsiteX99" fmla="*/ 149525 w 362309"/>
              <a:gd name="connsiteY99" fmla="*/ 84907 h 361971"/>
              <a:gd name="connsiteX100" fmla="*/ 178279 w 362309"/>
              <a:gd name="connsiteY100" fmla="*/ 85545 h 361971"/>
              <a:gd name="connsiteX101" fmla="*/ 187225 w 362309"/>
              <a:gd name="connsiteY101" fmla="*/ 84907 h 361971"/>
              <a:gd name="connsiteX102" fmla="*/ 215980 w 362309"/>
              <a:gd name="connsiteY102" fmla="*/ 84907 h 361971"/>
              <a:gd name="connsiteX103" fmla="*/ 224287 w 362309"/>
              <a:gd name="connsiteY103" fmla="*/ 84907 h 361971"/>
              <a:gd name="connsiteX104" fmla="*/ 242179 w 362309"/>
              <a:gd name="connsiteY104" fmla="*/ 91929 h 361971"/>
              <a:gd name="connsiteX105" fmla="*/ 252403 w 362309"/>
              <a:gd name="connsiteY105" fmla="*/ 85545 h 361971"/>
              <a:gd name="connsiteX106" fmla="*/ 261349 w 362309"/>
              <a:gd name="connsiteY106" fmla="*/ 84269 h 361971"/>
              <a:gd name="connsiteX107" fmla="*/ 275406 w 362309"/>
              <a:gd name="connsiteY107" fmla="*/ 91929 h 361971"/>
              <a:gd name="connsiteX108" fmla="*/ 276045 w 362309"/>
              <a:gd name="connsiteY108" fmla="*/ 91929 h 361971"/>
              <a:gd name="connsiteX109" fmla="*/ 281796 w 362309"/>
              <a:gd name="connsiteY109" fmla="*/ 98952 h 361971"/>
              <a:gd name="connsiteX110" fmla="*/ 274128 w 362309"/>
              <a:gd name="connsiteY110" fmla="*/ 10597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362309" h="361971">
                <a:moveTo>
                  <a:pt x="181474" y="0"/>
                </a:moveTo>
                <a:cubicBezTo>
                  <a:pt x="181474" y="0"/>
                  <a:pt x="181474" y="0"/>
                  <a:pt x="181474" y="0"/>
                </a:cubicBez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0438"/>
                  <a:pt x="281157" y="0"/>
                  <a:pt x="181474" y="0"/>
                </a:cubicBezTo>
                <a:close/>
                <a:moveTo>
                  <a:pt x="274128" y="278341"/>
                </a:moveTo>
                <a:cubicBezTo>
                  <a:pt x="268377" y="277065"/>
                  <a:pt x="262626" y="275149"/>
                  <a:pt x="257514" y="271319"/>
                </a:cubicBezTo>
                <a:cubicBezTo>
                  <a:pt x="253041" y="275149"/>
                  <a:pt x="247929" y="277065"/>
                  <a:pt x="242818" y="277703"/>
                </a:cubicBezTo>
                <a:cubicBezTo>
                  <a:pt x="234511" y="278341"/>
                  <a:pt x="226204" y="275788"/>
                  <a:pt x="219814" y="270681"/>
                </a:cubicBezTo>
                <a:cubicBezTo>
                  <a:pt x="208312" y="278341"/>
                  <a:pt x="193615" y="278341"/>
                  <a:pt x="182752" y="270681"/>
                </a:cubicBezTo>
                <a:cubicBezTo>
                  <a:pt x="171889" y="277703"/>
                  <a:pt x="157192" y="277703"/>
                  <a:pt x="146330" y="270681"/>
                </a:cubicBezTo>
                <a:cubicBezTo>
                  <a:pt x="134189" y="278980"/>
                  <a:pt x="118853" y="278980"/>
                  <a:pt x="106712" y="270681"/>
                </a:cubicBezTo>
                <a:cubicBezTo>
                  <a:pt x="102239" y="273873"/>
                  <a:pt x="97127" y="276426"/>
                  <a:pt x="91376" y="277703"/>
                </a:cubicBezTo>
                <a:lnTo>
                  <a:pt x="90098" y="277703"/>
                </a:lnTo>
                <a:cubicBezTo>
                  <a:pt x="86264" y="278341"/>
                  <a:pt x="83708" y="275788"/>
                  <a:pt x="83069" y="271958"/>
                </a:cubicBezTo>
                <a:cubicBezTo>
                  <a:pt x="82430" y="268127"/>
                  <a:pt x="84986" y="265574"/>
                  <a:pt x="88820" y="264935"/>
                </a:cubicBezTo>
                <a:cubicBezTo>
                  <a:pt x="93932" y="263658"/>
                  <a:pt x="97766" y="261743"/>
                  <a:pt x="101600" y="257913"/>
                </a:cubicBezTo>
                <a:cubicBezTo>
                  <a:pt x="104156" y="255359"/>
                  <a:pt x="107990" y="255359"/>
                  <a:pt x="110546" y="257274"/>
                </a:cubicBezTo>
                <a:cubicBezTo>
                  <a:pt x="112463" y="258551"/>
                  <a:pt x="128438" y="271319"/>
                  <a:pt x="141217" y="257913"/>
                </a:cubicBezTo>
                <a:cubicBezTo>
                  <a:pt x="143774" y="255359"/>
                  <a:pt x="146969" y="255359"/>
                  <a:pt x="149525" y="257274"/>
                </a:cubicBezTo>
                <a:cubicBezTo>
                  <a:pt x="150164" y="257913"/>
                  <a:pt x="166138" y="270042"/>
                  <a:pt x="178279" y="257913"/>
                </a:cubicBezTo>
                <a:cubicBezTo>
                  <a:pt x="180835" y="255359"/>
                  <a:pt x="184669" y="255359"/>
                  <a:pt x="187225" y="257274"/>
                </a:cubicBezTo>
                <a:cubicBezTo>
                  <a:pt x="195532" y="264935"/>
                  <a:pt x="207673" y="264935"/>
                  <a:pt x="215980" y="257274"/>
                </a:cubicBezTo>
                <a:cubicBezTo>
                  <a:pt x="218536" y="255359"/>
                  <a:pt x="222370" y="255359"/>
                  <a:pt x="224287" y="257274"/>
                </a:cubicBezTo>
                <a:cubicBezTo>
                  <a:pt x="229399" y="261743"/>
                  <a:pt x="235789" y="264297"/>
                  <a:pt x="242179" y="264297"/>
                </a:cubicBezTo>
                <a:cubicBezTo>
                  <a:pt x="246651" y="263658"/>
                  <a:pt x="249846" y="261105"/>
                  <a:pt x="252403" y="257913"/>
                </a:cubicBezTo>
                <a:cubicBezTo>
                  <a:pt x="254319" y="255359"/>
                  <a:pt x="258154" y="254721"/>
                  <a:pt x="261349" y="256636"/>
                </a:cubicBezTo>
                <a:cubicBezTo>
                  <a:pt x="265182" y="259828"/>
                  <a:pt x="270294" y="262382"/>
                  <a:pt x="275406" y="264297"/>
                </a:cubicBezTo>
                <a:cubicBezTo>
                  <a:pt x="275406" y="264297"/>
                  <a:pt x="276045" y="264297"/>
                  <a:pt x="276045" y="264297"/>
                </a:cubicBezTo>
                <a:cubicBezTo>
                  <a:pt x="279240" y="264935"/>
                  <a:pt x="281796" y="268127"/>
                  <a:pt x="281796" y="271319"/>
                </a:cubicBezTo>
                <a:cubicBezTo>
                  <a:pt x="280518" y="275149"/>
                  <a:pt x="277323" y="278341"/>
                  <a:pt x="274128" y="278341"/>
                </a:cubicBezTo>
                <a:close/>
                <a:moveTo>
                  <a:pt x="274128" y="220886"/>
                </a:moveTo>
                <a:cubicBezTo>
                  <a:pt x="268377" y="219609"/>
                  <a:pt x="262626" y="217694"/>
                  <a:pt x="257514" y="213863"/>
                </a:cubicBezTo>
                <a:cubicBezTo>
                  <a:pt x="253041" y="217694"/>
                  <a:pt x="247929" y="219609"/>
                  <a:pt x="242818" y="220247"/>
                </a:cubicBezTo>
                <a:cubicBezTo>
                  <a:pt x="234511" y="220886"/>
                  <a:pt x="226204" y="218332"/>
                  <a:pt x="219814" y="213225"/>
                </a:cubicBezTo>
                <a:cubicBezTo>
                  <a:pt x="208312" y="220886"/>
                  <a:pt x="193615" y="220886"/>
                  <a:pt x="182752" y="213225"/>
                </a:cubicBezTo>
                <a:cubicBezTo>
                  <a:pt x="171889" y="220247"/>
                  <a:pt x="157192" y="220247"/>
                  <a:pt x="146330" y="213225"/>
                </a:cubicBezTo>
                <a:cubicBezTo>
                  <a:pt x="134189" y="221524"/>
                  <a:pt x="118853" y="221524"/>
                  <a:pt x="106712" y="213225"/>
                </a:cubicBezTo>
                <a:cubicBezTo>
                  <a:pt x="102239" y="216417"/>
                  <a:pt x="97127" y="218971"/>
                  <a:pt x="91376" y="220247"/>
                </a:cubicBezTo>
                <a:lnTo>
                  <a:pt x="90098" y="220247"/>
                </a:lnTo>
                <a:cubicBezTo>
                  <a:pt x="86264" y="220886"/>
                  <a:pt x="83708" y="218332"/>
                  <a:pt x="83069" y="214502"/>
                </a:cubicBezTo>
                <a:cubicBezTo>
                  <a:pt x="82430" y="210671"/>
                  <a:pt x="84986" y="208118"/>
                  <a:pt x="88820" y="207479"/>
                </a:cubicBezTo>
                <a:cubicBezTo>
                  <a:pt x="93932" y="206203"/>
                  <a:pt x="97766" y="204287"/>
                  <a:pt x="101600" y="200457"/>
                </a:cubicBezTo>
                <a:cubicBezTo>
                  <a:pt x="104156" y="197903"/>
                  <a:pt x="107990" y="197903"/>
                  <a:pt x="110546" y="199819"/>
                </a:cubicBezTo>
                <a:cubicBezTo>
                  <a:pt x="112463" y="201095"/>
                  <a:pt x="128438" y="213863"/>
                  <a:pt x="141217" y="200457"/>
                </a:cubicBezTo>
                <a:cubicBezTo>
                  <a:pt x="143774" y="197903"/>
                  <a:pt x="146969" y="197903"/>
                  <a:pt x="149525" y="199819"/>
                </a:cubicBezTo>
                <a:cubicBezTo>
                  <a:pt x="150164" y="200457"/>
                  <a:pt x="166138" y="212587"/>
                  <a:pt x="178279" y="200457"/>
                </a:cubicBezTo>
                <a:cubicBezTo>
                  <a:pt x="180835" y="197903"/>
                  <a:pt x="184669" y="197903"/>
                  <a:pt x="187225" y="199819"/>
                </a:cubicBezTo>
                <a:cubicBezTo>
                  <a:pt x="195532" y="207479"/>
                  <a:pt x="207673" y="207479"/>
                  <a:pt x="215980" y="199819"/>
                </a:cubicBezTo>
                <a:cubicBezTo>
                  <a:pt x="218536" y="197903"/>
                  <a:pt x="222370" y="197903"/>
                  <a:pt x="224287" y="199819"/>
                </a:cubicBezTo>
                <a:cubicBezTo>
                  <a:pt x="229399" y="204287"/>
                  <a:pt x="235789" y="206841"/>
                  <a:pt x="242179" y="206841"/>
                </a:cubicBezTo>
                <a:cubicBezTo>
                  <a:pt x="246651" y="206203"/>
                  <a:pt x="249846" y="203649"/>
                  <a:pt x="252403" y="200457"/>
                </a:cubicBezTo>
                <a:cubicBezTo>
                  <a:pt x="254319" y="197903"/>
                  <a:pt x="258154" y="197265"/>
                  <a:pt x="261349" y="199180"/>
                </a:cubicBezTo>
                <a:cubicBezTo>
                  <a:pt x="265182" y="202372"/>
                  <a:pt x="270294" y="204926"/>
                  <a:pt x="275406" y="206841"/>
                </a:cubicBezTo>
                <a:cubicBezTo>
                  <a:pt x="275406" y="206841"/>
                  <a:pt x="276045" y="206841"/>
                  <a:pt x="276045" y="206841"/>
                </a:cubicBezTo>
                <a:cubicBezTo>
                  <a:pt x="279240" y="207479"/>
                  <a:pt x="281796" y="210671"/>
                  <a:pt x="281796" y="213863"/>
                </a:cubicBezTo>
                <a:cubicBezTo>
                  <a:pt x="280518" y="217694"/>
                  <a:pt x="277323" y="220886"/>
                  <a:pt x="274128" y="220886"/>
                </a:cubicBezTo>
                <a:close/>
                <a:moveTo>
                  <a:pt x="274128" y="162792"/>
                </a:moveTo>
                <a:cubicBezTo>
                  <a:pt x="268377" y="161515"/>
                  <a:pt x="262626" y="159600"/>
                  <a:pt x="257514" y="155769"/>
                </a:cubicBezTo>
                <a:cubicBezTo>
                  <a:pt x="253041" y="159600"/>
                  <a:pt x="247929" y="161515"/>
                  <a:pt x="242818" y="162153"/>
                </a:cubicBezTo>
                <a:cubicBezTo>
                  <a:pt x="234511" y="162792"/>
                  <a:pt x="226204" y="160238"/>
                  <a:pt x="219814" y="155131"/>
                </a:cubicBezTo>
                <a:cubicBezTo>
                  <a:pt x="208312" y="162792"/>
                  <a:pt x="193615" y="162792"/>
                  <a:pt x="182752" y="155131"/>
                </a:cubicBezTo>
                <a:cubicBezTo>
                  <a:pt x="171889" y="162153"/>
                  <a:pt x="157192" y="162153"/>
                  <a:pt x="146330" y="155131"/>
                </a:cubicBezTo>
                <a:cubicBezTo>
                  <a:pt x="134189" y="163430"/>
                  <a:pt x="118853" y="163430"/>
                  <a:pt x="106712" y="155131"/>
                </a:cubicBezTo>
                <a:cubicBezTo>
                  <a:pt x="102239" y="158323"/>
                  <a:pt x="97127" y="160876"/>
                  <a:pt x="91376" y="162153"/>
                </a:cubicBezTo>
                <a:lnTo>
                  <a:pt x="90098" y="162153"/>
                </a:lnTo>
                <a:cubicBezTo>
                  <a:pt x="86264" y="162792"/>
                  <a:pt x="83708" y="160238"/>
                  <a:pt x="83069" y="156408"/>
                </a:cubicBezTo>
                <a:cubicBezTo>
                  <a:pt x="82430" y="152577"/>
                  <a:pt x="84986" y="150024"/>
                  <a:pt x="88820" y="149385"/>
                </a:cubicBezTo>
                <a:cubicBezTo>
                  <a:pt x="93932" y="148108"/>
                  <a:pt x="97766" y="146193"/>
                  <a:pt x="101600" y="142363"/>
                </a:cubicBezTo>
                <a:cubicBezTo>
                  <a:pt x="104156" y="139809"/>
                  <a:pt x="107990" y="139809"/>
                  <a:pt x="110546" y="141724"/>
                </a:cubicBezTo>
                <a:cubicBezTo>
                  <a:pt x="112463" y="143001"/>
                  <a:pt x="128438" y="155769"/>
                  <a:pt x="141217" y="142363"/>
                </a:cubicBezTo>
                <a:cubicBezTo>
                  <a:pt x="143774" y="139809"/>
                  <a:pt x="146969" y="139809"/>
                  <a:pt x="149525" y="141724"/>
                </a:cubicBezTo>
                <a:cubicBezTo>
                  <a:pt x="150164" y="142363"/>
                  <a:pt x="166138" y="154492"/>
                  <a:pt x="178279" y="142363"/>
                </a:cubicBezTo>
                <a:cubicBezTo>
                  <a:pt x="180835" y="139809"/>
                  <a:pt x="184669" y="139809"/>
                  <a:pt x="187225" y="141724"/>
                </a:cubicBezTo>
                <a:cubicBezTo>
                  <a:pt x="195532" y="149385"/>
                  <a:pt x="207673" y="149385"/>
                  <a:pt x="215980" y="141724"/>
                </a:cubicBezTo>
                <a:cubicBezTo>
                  <a:pt x="218536" y="139809"/>
                  <a:pt x="222370" y="139809"/>
                  <a:pt x="224287" y="141724"/>
                </a:cubicBezTo>
                <a:cubicBezTo>
                  <a:pt x="229399" y="146193"/>
                  <a:pt x="235789" y="148747"/>
                  <a:pt x="242179" y="148747"/>
                </a:cubicBezTo>
                <a:cubicBezTo>
                  <a:pt x="246651" y="148108"/>
                  <a:pt x="249846" y="145555"/>
                  <a:pt x="252403" y="142363"/>
                </a:cubicBezTo>
                <a:cubicBezTo>
                  <a:pt x="254319" y="139809"/>
                  <a:pt x="258154" y="139171"/>
                  <a:pt x="261349" y="141086"/>
                </a:cubicBezTo>
                <a:cubicBezTo>
                  <a:pt x="265182" y="144278"/>
                  <a:pt x="270294" y="146832"/>
                  <a:pt x="275406" y="148747"/>
                </a:cubicBezTo>
                <a:cubicBezTo>
                  <a:pt x="275406" y="148747"/>
                  <a:pt x="276045" y="148747"/>
                  <a:pt x="276045" y="148747"/>
                </a:cubicBezTo>
                <a:cubicBezTo>
                  <a:pt x="279240" y="149385"/>
                  <a:pt x="281796" y="152577"/>
                  <a:pt x="281796" y="155769"/>
                </a:cubicBezTo>
                <a:cubicBezTo>
                  <a:pt x="280518" y="160238"/>
                  <a:pt x="277323" y="162792"/>
                  <a:pt x="274128" y="162792"/>
                </a:cubicBezTo>
                <a:close/>
                <a:moveTo>
                  <a:pt x="274128" y="105974"/>
                </a:moveTo>
                <a:cubicBezTo>
                  <a:pt x="268377" y="104697"/>
                  <a:pt x="262626" y="102782"/>
                  <a:pt x="257514" y="98952"/>
                </a:cubicBezTo>
                <a:cubicBezTo>
                  <a:pt x="253041" y="102782"/>
                  <a:pt x="247929" y="104697"/>
                  <a:pt x="242818" y="105336"/>
                </a:cubicBezTo>
                <a:cubicBezTo>
                  <a:pt x="234511" y="105974"/>
                  <a:pt x="226204" y="103421"/>
                  <a:pt x="219814" y="98313"/>
                </a:cubicBezTo>
                <a:cubicBezTo>
                  <a:pt x="208312" y="105974"/>
                  <a:pt x="193615" y="105974"/>
                  <a:pt x="182752" y="98313"/>
                </a:cubicBezTo>
                <a:cubicBezTo>
                  <a:pt x="171889" y="105336"/>
                  <a:pt x="157192" y="105336"/>
                  <a:pt x="146330" y="98313"/>
                </a:cubicBezTo>
                <a:cubicBezTo>
                  <a:pt x="134189" y="106613"/>
                  <a:pt x="118853" y="106613"/>
                  <a:pt x="106712" y="98313"/>
                </a:cubicBezTo>
                <a:cubicBezTo>
                  <a:pt x="102239" y="101505"/>
                  <a:pt x="97127" y="104059"/>
                  <a:pt x="91376" y="105336"/>
                </a:cubicBezTo>
                <a:lnTo>
                  <a:pt x="90098" y="105336"/>
                </a:lnTo>
                <a:cubicBezTo>
                  <a:pt x="86264" y="105974"/>
                  <a:pt x="83708" y="103421"/>
                  <a:pt x="83069" y="99590"/>
                </a:cubicBezTo>
                <a:cubicBezTo>
                  <a:pt x="82430" y="95760"/>
                  <a:pt x="84986" y="93206"/>
                  <a:pt x="88820" y="92568"/>
                </a:cubicBezTo>
                <a:cubicBezTo>
                  <a:pt x="93932" y="91291"/>
                  <a:pt x="97766" y="89376"/>
                  <a:pt x="101600" y="85545"/>
                </a:cubicBezTo>
                <a:cubicBezTo>
                  <a:pt x="104156" y="82992"/>
                  <a:pt x="107990" y="82992"/>
                  <a:pt x="110546" y="84907"/>
                </a:cubicBezTo>
                <a:cubicBezTo>
                  <a:pt x="112463" y="86184"/>
                  <a:pt x="128438" y="98952"/>
                  <a:pt x="141217" y="85545"/>
                </a:cubicBezTo>
                <a:cubicBezTo>
                  <a:pt x="143774" y="82992"/>
                  <a:pt x="146969" y="82992"/>
                  <a:pt x="149525" y="84907"/>
                </a:cubicBezTo>
                <a:cubicBezTo>
                  <a:pt x="150164" y="85545"/>
                  <a:pt x="166138" y="97675"/>
                  <a:pt x="178279" y="85545"/>
                </a:cubicBezTo>
                <a:cubicBezTo>
                  <a:pt x="180835" y="82992"/>
                  <a:pt x="184669" y="82992"/>
                  <a:pt x="187225" y="84907"/>
                </a:cubicBezTo>
                <a:cubicBezTo>
                  <a:pt x="195532" y="92568"/>
                  <a:pt x="207673" y="92568"/>
                  <a:pt x="215980" y="84907"/>
                </a:cubicBezTo>
                <a:cubicBezTo>
                  <a:pt x="218536" y="82992"/>
                  <a:pt x="222370" y="82992"/>
                  <a:pt x="224287" y="84907"/>
                </a:cubicBezTo>
                <a:cubicBezTo>
                  <a:pt x="229399" y="89376"/>
                  <a:pt x="235789" y="91929"/>
                  <a:pt x="242179" y="91929"/>
                </a:cubicBezTo>
                <a:cubicBezTo>
                  <a:pt x="246651" y="91291"/>
                  <a:pt x="249846" y="88737"/>
                  <a:pt x="252403" y="85545"/>
                </a:cubicBezTo>
                <a:cubicBezTo>
                  <a:pt x="254319" y="82992"/>
                  <a:pt x="258154" y="82353"/>
                  <a:pt x="261349" y="84269"/>
                </a:cubicBezTo>
                <a:cubicBezTo>
                  <a:pt x="265182" y="87461"/>
                  <a:pt x="270294" y="90014"/>
                  <a:pt x="275406" y="91929"/>
                </a:cubicBezTo>
                <a:cubicBezTo>
                  <a:pt x="275406" y="91929"/>
                  <a:pt x="276045" y="91929"/>
                  <a:pt x="276045" y="91929"/>
                </a:cubicBezTo>
                <a:cubicBezTo>
                  <a:pt x="279240" y="92568"/>
                  <a:pt x="281796" y="95760"/>
                  <a:pt x="281796" y="98952"/>
                </a:cubicBezTo>
                <a:cubicBezTo>
                  <a:pt x="280518" y="102782"/>
                  <a:pt x="277323" y="105974"/>
                  <a:pt x="274128" y="105974"/>
                </a:cubicBezTo>
                <a:close/>
              </a:path>
            </a:pathLst>
          </a:custGeom>
          <a:solidFill>
            <a:srgbClr val="00A3E0"/>
          </a:solidFill>
          <a:ln w="6390" cap="flat">
            <a:noFill/>
            <a:prstDash val="solid"/>
            <a:miter/>
          </a:ln>
        </p:spPr>
        <p:txBody>
          <a:bodyPr rtlCol="0" anchor="ctr"/>
          <a:lstStyle/>
          <a:p>
            <a:endParaRPr lang="en-US"/>
          </a:p>
        </p:txBody>
      </p:sp>
    </p:spTree>
    <p:extLst>
      <p:ext uri="{BB962C8B-B14F-4D97-AF65-F5344CB8AC3E}">
        <p14:creationId xmlns:p14="http://schemas.microsoft.com/office/powerpoint/2010/main" val="1056483800"/>
      </p:ext>
    </p:extLst>
  </p:cSld>
  <p:clrMapOvr>
    <a:masterClrMapping/>
  </p:clrMapOvr>
  <p:transition>
    <p:fade/>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0AB181-1E9F-2244-B53A-BC8E2F101DA6}"/>
              </a:ext>
            </a:extLst>
          </p:cNvPr>
          <p:cNvSpPr>
            <a:spLocks noGrp="1"/>
          </p:cNvSpPr>
          <p:nvPr>
            <p:ph type="title"/>
          </p:nvPr>
        </p:nvSpPr>
        <p:spPr/>
        <p:txBody>
          <a:bodyPr/>
          <a:lstStyle/>
          <a:p>
            <a:r>
              <a:rPr lang="en-US" dirty="0"/>
              <a:t>SIGNAGE &amp; WORKSPACES</a:t>
            </a:r>
          </a:p>
        </p:txBody>
      </p:sp>
      <p:sp>
        <p:nvSpPr>
          <p:cNvPr id="4" name="Content Placeholder 3">
            <a:extLst>
              <a:ext uri="{FF2B5EF4-FFF2-40B4-BE49-F238E27FC236}">
                <a16:creationId xmlns:a16="http://schemas.microsoft.com/office/drawing/2014/main" id="{DB57E314-8EE4-694B-B268-A9071E1D395E}"/>
              </a:ext>
            </a:extLst>
          </p:cNvPr>
          <p:cNvSpPr>
            <a:spLocks noGrp="1"/>
          </p:cNvSpPr>
          <p:nvPr>
            <p:ph idx="10"/>
          </p:nvPr>
        </p:nvSpPr>
        <p:spPr>
          <a:xfrm>
            <a:off x="463297" y="5473209"/>
            <a:ext cx="5076370" cy="1114021"/>
          </a:xfrm>
        </p:spPr>
        <p:txBody>
          <a:bodyPr/>
          <a:lstStyle/>
          <a:p>
            <a:r>
              <a:rPr lang="en-US" dirty="0"/>
              <a:t>Arrows, Direction &amp; Office space</a:t>
            </a:r>
          </a:p>
          <a:p>
            <a:r>
              <a:rPr lang="en-US" sz="900" dirty="0"/>
              <a:t>Keywords:</a:t>
            </a:r>
            <a:br>
              <a:rPr lang="en-US" sz="900" dirty="0"/>
            </a:br>
            <a:r>
              <a:rPr lang="en-US" sz="850" b="0" dirty="0"/>
              <a:t>Workplace Signage, Office use</a:t>
            </a:r>
          </a:p>
        </p:txBody>
      </p:sp>
      <p:grpSp>
        <p:nvGrpSpPr>
          <p:cNvPr id="7" name="Graphic 5">
            <a:extLst>
              <a:ext uri="{FF2B5EF4-FFF2-40B4-BE49-F238E27FC236}">
                <a16:creationId xmlns:a16="http://schemas.microsoft.com/office/drawing/2014/main" id="{8643D0D2-6531-314B-8F56-4AF1AC60B032}"/>
              </a:ext>
            </a:extLst>
          </p:cNvPr>
          <p:cNvGrpSpPr/>
          <p:nvPr/>
        </p:nvGrpSpPr>
        <p:grpSpPr>
          <a:xfrm>
            <a:off x="467104" y="918817"/>
            <a:ext cx="362309" cy="361971"/>
            <a:chOff x="467104" y="918817"/>
            <a:chExt cx="362309" cy="361971"/>
          </a:xfrm>
          <a:solidFill>
            <a:srgbClr val="007680"/>
          </a:solidFill>
        </p:grpSpPr>
        <p:sp>
          <p:nvSpPr>
            <p:cNvPr id="8" name="Graphic 5">
              <a:extLst>
                <a:ext uri="{FF2B5EF4-FFF2-40B4-BE49-F238E27FC236}">
                  <a16:creationId xmlns:a16="http://schemas.microsoft.com/office/drawing/2014/main" id="{2B7668E9-99B1-5045-9775-9DAEFCF25532}"/>
                </a:ext>
              </a:extLst>
            </p:cNvPr>
            <p:cNvSpPr/>
            <p:nvPr/>
          </p:nvSpPr>
          <p:spPr>
            <a:xfrm>
              <a:off x="467104" y="918817"/>
              <a:ext cx="362309" cy="361971"/>
            </a:xfrm>
            <a:custGeom>
              <a:avLst/>
              <a:gdLst>
                <a:gd name="connsiteX0" fmla="*/ 181474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1474 w 362309"/>
                <a:gd name="connsiteY4" fmla="*/ 0 h 361971"/>
                <a:gd name="connsiteX5" fmla="*/ 181474 w 362309"/>
                <a:gd name="connsiteY5" fmla="*/ 0 h 361971"/>
                <a:gd name="connsiteX6" fmla="*/ 181474 w 362309"/>
                <a:gd name="connsiteY6" fmla="*/ 349204 h 361971"/>
                <a:gd name="connsiteX7" fmla="*/ 13419 w 362309"/>
                <a:gd name="connsiteY7" fmla="*/ 180667 h 361971"/>
                <a:gd name="connsiteX8" fmla="*/ 181474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1305"/>
                  </a:cubicBezTo>
                  <a:cubicBezTo>
                    <a:pt x="0" y="281534"/>
                    <a:pt x="81152" y="361972"/>
                    <a:pt x="181474" y="361972"/>
                  </a:cubicBezTo>
                  <a:cubicBezTo>
                    <a:pt x="281796" y="361972"/>
                    <a:pt x="362309" y="280895"/>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768"/>
                    <a:pt x="181474" y="12768"/>
                  </a:cubicBezTo>
                  <a:cubicBezTo>
                    <a:pt x="274128" y="12768"/>
                    <a:pt x="349530" y="88099"/>
                    <a:pt x="349530" y="180667"/>
                  </a:cubicBezTo>
                  <a:cubicBezTo>
                    <a:pt x="349530" y="180667"/>
                    <a:pt x="349530" y="180667"/>
                    <a:pt x="349530" y="180667"/>
                  </a:cubicBezTo>
                  <a:cubicBezTo>
                    <a:pt x="349530"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9" name="Graphic 5">
              <a:extLst>
                <a:ext uri="{FF2B5EF4-FFF2-40B4-BE49-F238E27FC236}">
                  <a16:creationId xmlns:a16="http://schemas.microsoft.com/office/drawing/2014/main" id="{00DA8D1D-5DCE-EB43-9514-2BA4B33B40E9}"/>
                </a:ext>
              </a:extLst>
            </p:cNvPr>
            <p:cNvSpPr/>
            <p:nvPr/>
          </p:nvSpPr>
          <p:spPr>
            <a:xfrm>
              <a:off x="564608" y="980941"/>
              <a:ext cx="169356" cy="235655"/>
            </a:xfrm>
            <a:custGeom>
              <a:avLst/>
              <a:gdLst>
                <a:gd name="connsiteX0" fmla="*/ 163844 w 169356"/>
                <a:gd name="connsiteY0" fmla="*/ 45127 h 235655"/>
                <a:gd name="connsiteX1" fmla="*/ 113364 w 169356"/>
                <a:gd name="connsiteY1" fmla="*/ 46404 h 235655"/>
                <a:gd name="connsiteX2" fmla="*/ 90360 w 169356"/>
                <a:gd name="connsiteY2" fmla="*/ 54064 h 235655"/>
                <a:gd name="connsiteX3" fmla="*/ 63522 w 169356"/>
                <a:gd name="connsiteY3" fmla="*/ 1077 h 235655"/>
                <a:gd name="connsiteX4" fmla="*/ 54576 w 169356"/>
                <a:gd name="connsiteY4" fmla="*/ 2993 h 235655"/>
                <a:gd name="connsiteX5" fmla="*/ 54576 w 169356"/>
                <a:gd name="connsiteY5" fmla="*/ 2993 h 235655"/>
                <a:gd name="connsiteX6" fmla="*/ 56493 w 169356"/>
                <a:gd name="connsiteY6" fmla="*/ 11930 h 235655"/>
                <a:gd name="connsiteX7" fmla="*/ 56493 w 169356"/>
                <a:gd name="connsiteY7" fmla="*/ 11930 h 235655"/>
                <a:gd name="connsiteX8" fmla="*/ 77580 w 169356"/>
                <a:gd name="connsiteY8" fmla="*/ 54064 h 235655"/>
                <a:gd name="connsiteX9" fmla="*/ 56493 w 169356"/>
                <a:gd name="connsiteY9" fmla="*/ 47042 h 235655"/>
                <a:gd name="connsiteX10" fmla="*/ 3457 w 169356"/>
                <a:gd name="connsiteY10" fmla="*/ 44488 h 235655"/>
                <a:gd name="connsiteX11" fmla="*/ 901 w 169356"/>
                <a:gd name="connsiteY11" fmla="*/ 52788 h 235655"/>
                <a:gd name="connsiteX12" fmla="*/ 2818 w 169356"/>
                <a:gd name="connsiteY12" fmla="*/ 54703 h 235655"/>
                <a:gd name="connsiteX13" fmla="*/ 12403 w 169356"/>
                <a:gd name="connsiteY13" fmla="*/ 65556 h 235655"/>
                <a:gd name="connsiteX14" fmla="*/ 16876 w 169356"/>
                <a:gd name="connsiteY14" fmla="*/ 70024 h 235655"/>
                <a:gd name="connsiteX15" fmla="*/ 45630 w 169356"/>
                <a:gd name="connsiteY15" fmla="*/ 104498 h 235655"/>
                <a:gd name="connsiteX16" fmla="*/ 30294 w 169356"/>
                <a:gd name="connsiteY16" fmla="*/ 134503 h 235655"/>
                <a:gd name="connsiteX17" fmla="*/ 27099 w 169356"/>
                <a:gd name="connsiteY17" fmla="*/ 142802 h 235655"/>
                <a:gd name="connsiteX18" fmla="*/ 29655 w 169356"/>
                <a:gd name="connsiteY18" fmla="*/ 145355 h 235655"/>
                <a:gd name="connsiteX19" fmla="*/ 46269 w 169356"/>
                <a:gd name="connsiteY19" fmla="*/ 175360 h 235655"/>
                <a:gd name="connsiteX20" fmla="*/ 26460 w 169356"/>
                <a:gd name="connsiteY20" fmla="*/ 200896 h 235655"/>
                <a:gd name="connsiteX21" fmla="*/ 22626 w 169356"/>
                <a:gd name="connsiteY21" fmla="*/ 204726 h 235655"/>
                <a:gd name="connsiteX22" fmla="*/ 18793 w 169356"/>
                <a:gd name="connsiteY22" fmla="*/ 214302 h 235655"/>
                <a:gd name="connsiteX23" fmla="*/ 19432 w 169356"/>
                <a:gd name="connsiteY23" fmla="*/ 220686 h 235655"/>
                <a:gd name="connsiteX24" fmla="*/ 47547 w 169356"/>
                <a:gd name="connsiteY24" fmla="*/ 235369 h 235655"/>
                <a:gd name="connsiteX25" fmla="*/ 60966 w 169356"/>
                <a:gd name="connsiteY25" fmla="*/ 231539 h 235655"/>
                <a:gd name="connsiteX26" fmla="*/ 85248 w 169356"/>
                <a:gd name="connsiteY26" fmla="*/ 227070 h 235655"/>
                <a:gd name="connsiteX27" fmla="*/ 111447 w 169356"/>
                <a:gd name="connsiteY27" fmla="*/ 232177 h 235655"/>
                <a:gd name="connsiteX28" fmla="*/ 123587 w 169356"/>
                <a:gd name="connsiteY28" fmla="*/ 235369 h 235655"/>
                <a:gd name="connsiteX29" fmla="*/ 125504 w 169356"/>
                <a:gd name="connsiteY29" fmla="*/ 235369 h 235655"/>
                <a:gd name="connsiteX30" fmla="*/ 149147 w 169356"/>
                <a:gd name="connsiteY30" fmla="*/ 221963 h 235655"/>
                <a:gd name="connsiteX31" fmla="*/ 150425 w 169356"/>
                <a:gd name="connsiteY31" fmla="*/ 220686 h 235655"/>
                <a:gd name="connsiteX32" fmla="*/ 147869 w 169356"/>
                <a:gd name="connsiteY32" fmla="*/ 204726 h 235655"/>
                <a:gd name="connsiteX33" fmla="*/ 144674 w 169356"/>
                <a:gd name="connsiteY33" fmla="*/ 201534 h 235655"/>
                <a:gd name="connsiteX34" fmla="*/ 124227 w 169356"/>
                <a:gd name="connsiteY34" fmla="*/ 172806 h 235655"/>
                <a:gd name="connsiteX35" fmla="*/ 140201 w 169356"/>
                <a:gd name="connsiteY35" fmla="*/ 145994 h 235655"/>
                <a:gd name="connsiteX36" fmla="*/ 143396 w 169356"/>
                <a:gd name="connsiteY36" fmla="*/ 140248 h 235655"/>
                <a:gd name="connsiteX37" fmla="*/ 140201 w 169356"/>
                <a:gd name="connsiteY37" fmla="*/ 134503 h 235655"/>
                <a:gd name="connsiteX38" fmla="*/ 124227 w 169356"/>
                <a:gd name="connsiteY38" fmla="*/ 100029 h 235655"/>
                <a:gd name="connsiteX39" fmla="*/ 151703 w 169356"/>
                <a:gd name="connsiteY39" fmla="*/ 70024 h 235655"/>
                <a:gd name="connsiteX40" fmla="*/ 158732 w 169356"/>
                <a:gd name="connsiteY40" fmla="*/ 63640 h 235655"/>
                <a:gd name="connsiteX41" fmla="*/ 165122 w 169356"/>
                <a:gd name="connsiteY41" fmla="*/ 55980 h 235655"/>
                <a:gd name="connsiteX42" fmla="*/ 168956 w 169356"/>
                <a:gd name="connsiteY42" fmla="*/ 47680 h 235655"/>
                <a:gd name="connsiteX43" fmla="*/ 163844 w 169356"/>
                <a:gd name="connsiteY43" fmla="*/ 45127 h 235655"/>
                <a:gd name="connsiteX44" fmla="*/ 163844 w 169356"/>
                <a:gd name="connsiteY44" fmla="*/ 45127 h 235655"/>
                <a:gd name="connsiteX45" fmla="*/ 145952 w 169356"/>
                <a:gd name="connsiteY45" fmla="*/ 59172 h 235655"/>
                <a:gd name="connsiteX46" fmla="*/ 145952 w 169356"/>
                <a:gd name="connsiteY46" fmla="*/ 59172 h 235655"/>
                <a:gd name="connsiteX47" fmla="*/ 110169 w 169356"/>
                <a:gd name="connsiteY47" fmla="*/ 100029 h 235655"/>
                <a:gd name="connsiteX48" fmla="*/ 124865 w 169356"/>
                <a:gd name="connsiteY48" fmla="*/ 141525 h 235655"/>
                <a:gd name="connsiteX49" fmla="*/ 110169 w 169356"/>
                <a:gd name="connsiteY49" fmla="*/ 174722 h 235655"/>
                <a:gd name="connsiteX50" fmla="*/ 136367 w 169356"/>
                <a:gd name="connsiteY50" fmla="*/ 214302 h 235655"/>
                <a:gd name="connsiteX51" fmla="*/ 137645 w 169356"/>
                <a:gd name="connsiteY51" fmla="*/ 216856 h 235655"/>
                <a:gd name="connsiteX52" fmla="*/ 124227 w 169356"/>
                <a:gd name="connsiteY52" fmla="*/ 224517 h 235655"/>
                <a:gd name="connsiteX53" fmla="*/ 115281 w 169356"/>
                <a:gd name="connsiteY53" fmla="*/ 221963 h 235655"/>
                <a:gd name="connsiteX54" fmla="*/ 84609 w 169356"/>
                <a:gd name="connsiteY54" fmla="*/ 216217 h 235655"/>
                <a:gd name="connsiteX55" fmla="*/ 56493 w 169356"/>
                <a:gd name="connsiteY55" fmla="*/ 221325 h 235655"/>
                <a:gd name="connsiteX56" fmla="*/ 44991 w 169356"/>
                <a:gd name="connsiteY56" fmla="*/ 224517 h 235655"/>
                <a:gd name="connsiteX57" fmla="*/ 31572 w 169356"/>
                <a:gd name="connsiteY57" fmla="*/ 217494 h 235655"/>
                <a:gd name="connsiteX58" fmla="*/ 32850 w 169356"/>
                <a:gd name="connsiteY58" fmla="*/ 214302 h 235655"/>
                <a:gd name="connsiteX59" fmla="*/ 58410 w 169356"/>
                <a:gd name="connsiteY59" fmla="*/ 179829 h 235655"/>
                <a:gd name="connsiteX60" fmla="*/ 43713 w 169356"/>
                <a:gd name="connsiteY60" fmla="*/ 142163 h 235655"/>
                <a:gd name="connsiteX61" fmla="*/ 59049 w 169356"/>
                <a:gd name="connsiteY61" fmla="*/ 106413 h 235655"/>
                <a:gd name="connsiteX62" fmla="*/ 23265 w 169356"/>
                <a:gd name="connsiteY62" fmla="*/ 59810 h 235655"/>
                <a:gd name="connsiteX63" fmla="*/ 19432 w 169356"/>
                <a:gd name="connsiteY63" fmla="*/ 54064 h 235655"/>
                <a:gd name="connsiteX64" fmla="*/ 50742 w 169356"/>
                <a:gd name="connsiteY64" fmla="*/ 58533 h 235655"/>
                <a:gd name="connsiteX65" fmla="*/ 119754 w 169356"/>
                <a:gd name="connsiteY65" fmla="*/ 57895 h 235655"/>
                <a:gd name="connsiteX66" fmla="*/ 149147 w 169356"/>
                <a:gd name="connsiteY66" fmla="*/ 54064 h 235655"/>
                <a:gd name="connsiteX67" fmla="*/ 145952 w 169356"/>
                <a:gd name="connsiteY67" fmla="*/ 59172 h 235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69356" h="235655">
                  <a:moveTo>
                    <a:pt x="163844" y="45127"/>
                  </a:moveTo>
                  <a:cubicBezTo>
                    <a:pt x="162566" y="44488"/>
                    <a:pt x="137006" y="32359"/>
                    <a:pt x="113364" y="46404"/>
                  </a:cubicBezTo>
                  <a:cubicBezTo>
                    <a:pt x="106335" y="50234"/>
                    <a:pt x="98667" y="53426"/>
                    <a:pt x="90360" y="54064"/>
                  </a:cubicBezTo>
                  <a:cubicBezTo>
                    <a:pt x="90360" y="32997"/>
                    <a:pt x="80775" y="13845"/>
                    <a:pt x="63522" y="1077"/>
                  </a:cubicBezTo>
                  <a:cubicBezTo>
                    <a:pt x="60327" y="-838"/>
                    <a:pt x="56493" y="-199"/>
                    <a:pt x="54576" y="2993"/>
                  </a:cubicBezTo>
                  <a:cubicBezTo>
                    <a:pt x="54576" y="2993"/>
                    <a:pt x="54576" y="2993"/>
                    <a:pt x="54576" y="2993"/>
                  </a:cubicBezTo>
                  <a:cubicBezTo>
                    <a:pt x="52659" y="6185"/>
                    <a:pt x="53298" y="10015"/>
                    <a:pt x="56493" y="11930"/>
                  </a:cubicBezTo>
                  <a:cubicBezTo>
                    <a:pt x="56493" y="11930"/>
                    <a:pt x="56493" y="11930"/>
                    <a:pt x="56493" y="11930"/>
                  </a:cubicBezTo>
                  <a:cubicBezTo>
                    <a:pt x="69912" y="22144"/>
                    <a:pt x="77580" y="37466"/>
                    <a:pt x="77580" y="54064"/>
                  </a:cubicBezTo>
                  <a:cubicBezTo>
                    <a:pt x="69912" y="53426"/>
                    <a:pt x="62883" y="50872"/>
                    <a:pt x="56493" y="47042"/>
                  </a:cubicBezTo>
                  <a:cubicBezTo>
                    <a:pt x="39879" y="38104"/>
                    <a:pt x="20709" y="37466"/>
                    <a:pt x="3457" y="44488"/>
                  </a:cubicBezTo>
                  <a:cubicBezTo>
                    <a:pt x="262" y="45765"/>
                    <a:pt x="-1016" y="49596"/>
                    <a:pt x="901" y="52788"/>
                  </a:cubicBezTo>
                  <a:cubicBezTo>
                    <a:pt x="1540" y="53426"/>
                    <a:pt x="2179" y="54064"/>
                    <a:pt x="2818" y="54703"/>
                  </a:cubicBezTo>
                  <a:cubicBezTo>
                    <a:pt x="6652" y="57895"/>
                    <a:pt x="9847" y="61087"/>
                    <a:pt x="12403" y="65556"/>
                  </a:cubicBezTo>
                  <a:cubicBezTo>
                    <a:pt x="13042" y="67471"/>
                    <a:pt x="14959" y="69386"/>
                    <a:pt x="16876" y="70024"/>
                  </a:cubicBezTo>
                  <a:cubicBezTo>
                    <a:pt x="18154" y="70663"/>
                    <a:pt x="46908" y="78324"/>
                    <a:pt x="45630" y="104498"/>
                  </a:cubicBezTo>
                  <a:cubicBezTo>
                    <a:pt x="44352" y="127480"/>
                    <a:pt x="30294" y="134503"/>
                    <a:pt x="30294" y="134503"/>
                  </a:cubicBezTo>
                  <a:cubicBezTo>
                    <a:pt x="27099" y="135779"/>
                    <a:pt x="25821" y="139610"/>
                    <a:pt x="27099" y="142802"/>
                  </a:cubicBezTo>
                  <a:cubicBezTo>
                    <a:pt x="27738" y="144079"/>
                    <a:pt x="28377" y="144717"/>
                    <a:pt x="29655" y="145355"/>
                  </a:cubicBezTo>
                  <a:cubicBezTo>
                    <a:pt x="29655" y="145355"/>
                    <a:pt x="48825" y="158123"/>
                    <a:pt x="46269" y="175360"/>
                  </a:cubicBezTo>
                  <a:cubicBezTo>
                    <a:pt x="44352" y="186851"/>
                    <a:pt x="36684" y="196427"/>
                    <a:pt x="26460" y="200896"/>
                  </a:cubicBezTo>
                  <a:cubicBezTo>
                    <a:pt x="24543" y="201534"/>
                    <a:pt x="23265" y="202811"/>
                    <a:pt x="22626" y="204726"/>
                  </a:cubicBezTo>
                  <a:lnTo>
                    <a:pt x="18793" y="214302"/>
                  </a:lnTo>
                  <a:cubicBezTo>
                    <a:pt x="18154" y="216217"/>
                    <a:pt x="18154" y="218771"/>
                    <a:pt x="19432" y="220686"/>
                  </a:cubicBezTo>
                  <a:cubicBezTo>
                    <a:pt x="20709" y="222601"/>
                    <a:pt x="32850" y="237923"/>
                    <a:pt x="47547" y="235369"/>
                  </a:cubicBezTo>
                  <a:cubicBezTo>
                    <a:pt x="52020" y="234731"/>
                    <a:pt x="56493" y="233454"/>
                    <a:pt x="60966" y="231539"/>
                  </a:cubicBezTo>
                  <a:cubicBezTo>
                    <a:pt x="68634" y="228347"/>
                    <a:pt x="76941" y="227070"/>
                    <a:pt x="85248" y="227070"/>
                  </a:cubicBezTo>
                  <a:cubicBezTo>
                    <a:pt x="94194" y="227070"/>
                    <a:pt x="103140" y="228985"/>
                    <a:pt x="111447" y="232177"/>
                  </a:cubicBezTo>
                  <a:cubicBezTo>
                    <a:pt x="115281" y="233454"/>
                    <a:pt x="119115" y="234731"/>
                    <a:pt x="123587" y="235369"/>
                  </a:cubicBezTo>
                  <a:lnTo>
                    <a:pt x="125504" y="235369"/>
                  </a:lnTo>
                  <a:cubicBezTo>
                    <a:pt x="136367" y="235369"/>
                    <a:pt x="145313" y="226432"/>
                    <a:pt x="149147" y="221963"/>
                  </a:cubicBezTo>
                  <a:lnTo>
                    <a:pt x="150425" y="220686"/>
                  </a:lnTo>
                  <a:cubicBezTo>
                    <a:pt x="153620" y="217494"/>
                    <a:pt x="152981" y="215579"/>
                    <a:pt x="147869" y="204726"/>
                  </a:cubicBezTo>
                  <a:cubicBezTo>
                    <a:pt x="147230" y="203450"/>
                    <a:pt x="145952" y="202173"/>
                    <a:pt x="144674" y="201534"/>
                  </a:cubicBezTo>
                  <a:cubicBezTo>
                    <a:pt x="132533" y="196427"/>
                    <a:pt x="124865" y="185574"/>
                    <a:pt x="124227" y="172806"/>
                  </a:cubicBezTo>
                  <a:cubicBezTo>
                    <a:pt x="124227" y="161315"/>
                    <a:pt x="129977" y="151101"/>
                    <a:pt x="140201" y="145994"/>
                  </a:cubicBezTo>
                  <a:cubicBezTo>
                    <a:pt x="142118" y="144717"/>
                    <a:pt x="143396" y="142802"/>
                    <a:pt x="143396" y="140248"/>
                  </a:cubicBezTo>
                  <a:cubicBezTo>
                    <a:pt x="143396" y="138333"/>
                    <a:pt x="142118" y="135779"/>
                    <a:pt x="140201" y="134503"/>
                  </a:cubicBezTo>
                  <a:cubicBezTo>
                    <a:pt x="128699" y="126842"/>
                    <a:pt x="122948" y="113435"/>
                    <a:pt x="124227" y="100029"/>
                  </a:cubicBezTo>
                  <a:cubicBezTo>
                    <a:pt x="126782" y="85346"/>
                    <a:pt x="137645" y="73855"/>
                    <a:pt x="151703" y="70024"/>
                  </a:cubicBezTo>
                  <a:cubicBezTo>
                    <a:pt x="155537" y="69386"/>
                    <a:pt x="156815" y="66832"/>
                    <a:pt x="158732" y="63640"/>
                  </a:cubicBezTo>
                  <a:cubicBezTo>
                    <a:pt x="160649" y="60448"/>
                    <a:pt x="162566" y="56618"/>
                    <a:pt x="165122" y="55980"/>
                  </a:cubicBezTo>
                  <a:cubicBezTo>
                    <a:pt x="168317" y="54703"/>
                    <a:pt x="170234" y="50872"/>
                    <a:pt x="168956" y="47680"/>
                  </a:cubicBezTo>
                  <a:cubicBezTo>
                    <a:pt x="166400" y="47042"/>
                    <a:pt x="165761" y="45765"/>
                    <a:pt x="163844" y="45127"/>
                  </a:cubicBezTo>
                  <a:lnTo>
                    <a:pt x="163844" y="45127"/>
                  </a:lnTo>
                  <a:close/>
                  <a:moveTo>
                    <a:pt x="145952" y="59172"/>
                  </a:moveTo>
                  <a:lnTo>
                    <a:pt x="145952" y="59172"/>
                  </a:lnTo>
                  <a:cubicBezTo>
                    <a:pt x="127421" y="64917"/>
                    <a:pt x="113364" y="80877"/>
                    <a:pt x="110169" y="100029"/>
                  </a:cubicBezTo>
                  <a:cubicBezTo>
                    <a:pt x="107613" y="115351"/>
                    <a:pt x="113364" y="131311"/>
                    <a:pt x="124865" y="141525"/>
                  </a:cubicBezTo>
                  <a:cubicBezTo>
                    <a:pt x="115281" y="149824"/>
                    <a:pt x="109530" y="161954"/>
                    <a:pt x="110169" y="174722"/>
                  </a:cubicBezTo>
                  <a:cubicBezTo>
                    <a:pt x="110808" y="191958"/>
                    <a:pt x="121032" y="206642"/>
                    <a:pt x="136367" y="214302"/>
                  </a:cubicBezTo>
                  <a:cubicBezTo>
                    <a:pt x="136367" y="214941"/>
                    <a:pt x="137006" y="216217"/>
                    <a:pt x="137645" y="216856"/>
                  </a:cubicBezTo>
                  <a:cubicBezTo>
                    <a:pt x="134450" y="220048"/>
                    <a:pt x="128699" y="225155"/>
                    <a:pt x="124227" y="224517"/>
                  </a:cubicBezTo>
                  <a:cubicBezTo>
                    <a:pt x="121032" y="223878"/>
                    <a:pt x="117837" y="223240"/>
                    <a:pt x="115281" y="221963"/>
                  </a:cubicBezTo>
                  <a:cubicBezTo>
                    <a:pt x="105696" y="218133"/>
                    <a:pt x="95472" y="216217"/>
                    <a:pt x="84609" y="216217"/>
                  </a:cubicBezTo>
                  <a:cubicBezTo>
                    <a:pt x="75024" y="216217"/>
                    <a:pt x="65439" y="218133"/>
                    <a:pt x="56493" y="221325"/>
                  </a:cubicBezTo>
                  <a:cubicBezTo>
                    <a:pt x="52659" y="222601"/>
                    <a:pt x="48825" y="223878"/>
                    <a:pt x="44991" y="224517"/>
                  </a:cubicBezTo>
                  <a:cubicBezTo>
                    <a:pt x="40518" y="225155"/>
                    <a:pt x="34767" y="220686"/>
                    <a:pt x="31572" y="217494"/>
                  </a:cubicBezTo>
                  <a:lnTo>
                    <a:pt x="32850" y="214302"/>
                  </a:lnTo>
                  <a:cubicBezTo>
                    <a:pt x="46269" y="207918"/>
                    <a:pt x="55854" y="195150"/>
                    <a:pt x="58410" y="179829"/>
                  </a:cubicBezTo>
                  <a:cubicBezTo>
                    <a:pt x="60327" y="165784"/>
                    <a:pt x="54576" y="151739"/>
                    <a:pt x="43713" y="142163"/>
                  </a:cubicBezTo>
                  <a:cubicBezTo>
                    <a:pt x="53298" y="132587"/>
                    <a:pt x="59049" y="119819"/>
                    <a:pt x="59049" y="106413"/>
                  </a:cubicBezTo>
                  <a:cubicBezTo>
                    <a:pt x="60327" y="78962"/>
                    <a:pt x="37962" y="64279"/>
                    <a:pt x="23265" y="59810"/>
                  </a:cubicBezTo>
                  <a:cubicBezTo>
                    <a:pt x="21988" y="57895"/>
                    <a:pt x="20709" y="55980"/>
                    <a:pt x="19432" y="54064"/>
                  </a:cubicBezTo>
                  <a:cubicBezTo>
                    <a:pt x="30294" y="52149"/>
                    <a:pt x="41157" y="53426"/>
                    <a:pt x="50742" y="58533"/>
                  </a:cubicBezTo>
                  <a:cubicBezTo>
                    <a:pt x="72468" y="71301"/>
                    <a:pt x="98667" y="70663"/>
                    <a:pt x="119754" y="57895"/>
                  </a:cubicBezTo>
                  <a:cubicBezTo>
                    <a:pt x="128699" y="52788"/>
                    <a:pt x="138923" y="51511"/>
                    <a:pt x="149147" y="54064"/>
                  </a:cubicBezTo>
                  <a:cubicBezTo>
                    <a:pt x="147869" y="55980"/>
                    <a:pt x="146591" y="57256"/>
                    <a:pt x="145952" y="59172"/>
                  </a:cubicBezTo>
                  <a:close/>
                </a:path>
              </a:pathLst>
            </a:custGeom>
            <a:solidFill>
              <a:srgbClr val="007680"/>
            </a:solidFill>
            <a:ln w="6390" cap="flat">
              <a:noFill/>
              <a:prstDash val="solid"/>
              <a:miter/>
            </a:ln>
          </p:spPr>
          <p:txBody>
            <a:bodyPr rtlCol="0" anchor="ctr"/>
            <a:lstStyle/>
            <a:p>
              <a:endParaRPr lang="en-US"/>
            </a:p>
          </p:txBody>
        </p:sp>
      </p:grpSp>
      <p:grpSp>
        <p:nvGrpSpPr>
          <p:cNvPr id="10" name="Graphic 5">
            <a:extLst>
              <a:ext uri="{FF2B5EF4-FFF2-40B4-BE49-F238E27FC236}">
                <a16:creationId xmlns:a16="http://schemas.microsoft.com/office/drawing/2014/main" id="{89C16085-BAEE-8A41-85B5-3E9EA5A4AB1F}"/>
              </a:ext>
            </a:extLst>
          </p:cNvPr>
          <p:cNvGrpSpPr/>
          <p:nvPr/>
        </p:nvGrpSpPr>
        <p:grpSpPr>
          <a:xfrm>
            <a:off x="1515054" y="918817"/>
            <a:ext cx="362313" cy="361971"/>
            <a:chOff x="1515054" y="918817"/>
            <a:chExt cx="362313" cy="361971"/>
          </a:xfrm>
          <a:solidFill>
            <a:srgbClr val="007680"/>
          </a:solidFill>
        </p:grpSpPr>
        <p:sp>
          <p:nvSpPr>
            <p:cNvPr id="440" name="Graphic 5">
              <a:extLst>
                <a:ext uri="{FF2B5EF4-FFF2-40B4-BE49-F238E27FC236}">
                  <a16:creationId xmlns:a16="http://schemas.microsoft.com/office/drawing/2014/main" id="{1E3207B2-8524-9A4A-B268-D5D15AB6322C}"/>
                </a:ext>
              </a:extLst>
            </p:cNvPr>
            <p:cNvSpPr/>
            <p:nvPr/>
          </p:nvSpPr>
          <p:spPr>
            <a:xfrm>
              <a:off x="1515054" y="91881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362309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29 w 362313"/>
                <a:gd name="connsiteY9" fmla="*/ 180667 h 361971"/>
                <a:gd name="connsiteX10" fmla="*/ 349529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441" name="Graphic 5">
              <a:extLst>
                <a:ext uri="{FF2B5EF4-FFF2-40B4-BE49-F238E27FC236}">
                  <a16:creationId xmlns:a16="http://schemas.microsoft.com/office/drawing/2014/main" id="{81BF78DE-4DEC-F74F-AC42-BEC32ADCAA23}"/>
                </a:ext>
              </a:extLst>
            </p:cNvPr>
            <p:cNvSpPr/>
            <p:nvPr/>
          </p:nvSpPr>
          <p:spPr>
            <a:xfrm>
              <a:off x="1584704" y="1010108"/>
              <a:ext cx="224286" cy="178751"/>
            </a:xfrm>
            <a:custGeom>
              <a:avLst/>
              <a:gdLst>
                <a:gd name="connsiteX0" fmla="*/ 217897 w 224286"/>
                <a:gd name="connsiteY0" fmla="*/ 0 h 178751"/>
                <a:gd name="connsiteX1" fmla="*/ 6390 w 224286"/>
                <a:gd name="connsiteY1" fmla="*/ 0 h 178751"/>
                <a:gd name="connsiteX2" fmla="*/ 0 w 224286"/>
                <a:gd name="connsiteY2" fmla="*/ 6384 h 178751"/>
                <a:gd name="connsiteX3" fmla="*/ 0 w 224286"/>
                <a:gd name="connsiteY3" fmla="*/ 36389 h 178751"/>
                <a:gd name="connsiteX4" fmla="*/ 6390 w 224286"/>
                <a:gd name="connsiteY4" fmla="*/ 42773 h 178751"/>
                <a:gd name="connsiteX5" fmla="*/ 15336 w 224286"/>
                <a:gd name="connsiteY5" fmla="*/ 42773 h 178751"/>
                <a:gd name="connsiteX6" fmla="*/ 15336 w 224286"/>
                <a:gd name="connsiteY6" fmla="*/ 172368 h 178751"/>
                <a:gd name="connsiteX7" fmla="*/ 21726 w 224286"/>
                <a:gd name="connsiteY7" fmla="*/ 178752 h 178751"/>
                <a:gd name="connsiteX8" fmla="*/ 202561 w 224286"/>
                <a:gd name="connsiteY8" fmla="*/ 178752 h 178751"/>
                <a:gd name="connsiteX9" fmla="*/ 208951 w 224286"/>
                <a:gd name="connsiteY9" fmla="*/ 172368 h 178751"/>
                <a:gd name="connsiteX10" fmla="*/ 208951 w 224286"/>
                <a:gd name="connsiteY10" fmla="*/ 42773 h 178751"/>
                <a:gd name="connsiteX11" fmla="*/ 217897 w 224286"/>
                <a:gd name="connsiteY11" fmla="*/ 42773 h 178751"/>
                <a:gd name="connsiteX12" fmla="*/ 224287 w 224286"/>
                <a:gd name="connsiteY12" fmla="*/ 36389 h 178751"/>
                <a:gd name="connsiteX13" fmla="*/ 224287 w 224286"/>
                <a:gd name="connsiteY13" fmla="*/ 6384 h 178751"/>
                <a:gd name="connsiteX14" fmla="*/ 217897 w 224286"/>
                <a:gd name="connsiteY14" fmla="*/ 0 h 178751"/>
                <a:gd name="connsiteX15" fmla="*/ 196171 w 224286"/>
                <a:gd name="connsiteY15" fmla="*/ 165984 h 178751"/>
                <a:gd name="connsiteX16" fmla="*/ 27477 w 224286"/>
                <a:gd name="connsiteY16" fmla="*/ 165984 h 178751"/>
                <a:gd name="connsiteX17" fmla="*/ 27477 w 224286"/>
                <a:gd name="connsiteY17" fmla="*/ 42773 h 178751"/>
                <a:gd name="connsiteX18" fmla="*/ 196171 w 224286"/>
                <a:gd name="connsiteY18" fmla="*/ 42773 h 178751"/>
                <a:gd name="connsiteX19" fmla="*/ 196171 w 224286"/>
                <a:gd name="connsiteY19" fmla="*/ 165984 h 178751"/>
                <a:gd name="connsiteX20" fmla="*/ 211507 w 224286"/>
                <a:gd name="connsiteY20" fmla="*/ 30643 h 178751"/>
                <a:gd name="connsiteX21" fmla="*/ 12780 w 224286"/>
                <a:gd name="connsiteY21" fmla="*/ 30643 h 178751"/>
                <a:gd name="connsiteX22" fmla="*/ 12780 w 224286"/>
                <a:gd name="connsiteY22" fmla="*/ 13406 h 178751"/>
                <a:gd name="connsiteX23" fmla="*/ 211507 w 224286"/>
                <a:gd name="connsiteY23" fmla="*/ 13406 h 178751"/>
                <a:gd name="connsiteX24" fmla="*/ 211507 w 224286"/>
                <a:gd name="connsiteY24" fmla="*/ 30643 h 178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4286" h="178751">
                  <a:moveTo>
                    <a:pt x="217897" y="0"/>
                  </a:moveTo>
                  <a:lnTo>
                    <a:pt x="6390" y="0"/>
                  </a:lnTo>
                  <a:cubicBezTo>
                    <a:pt x="2556" y="0"/>
                    <a:pt x="0" y="2554"/>
                    <a:pt x="0" y="6384"/>
                  </a:cubicBezTo>
                  <a:lnTo>
                    <a:pt x="0" y="36389"/>
                  </a:lnTo>
                  <a:cubicBezTo>
                    <a:pt x="0" y="40219"/>
                    <a:pt x="2556" y="42773"/>
                    <a:pt x="6390" y="42773"/>
                  </a:cubicBezTo>
                  <a:lnTo>
                    <a:pt x="15336" y="42773"/>
                  </a:lnTo>
                  <a:lnTo>
                    <a:pt x="15336" y="172368"/>
                  </a:lnTo>
                  <a:cubicBezTo>
                    <a:pt x="15336" y="176198"/>
                    <a:pt x="17892" y="178752"/>
                    <a:pt x="21726" y="178752"/>
                  </a:cubicBezTo>
                  <a:lnTo>
                    <a:pt x="202561" y="178752"/>
                  </a:lnTo>
                  <a:cubicBezTo>
                    <a:pt x="206395" y="178752"/>
                    <a:pt x="208951" y="176198"/>
                    <a:pt x="208951" y="172368"/>
                  </a:cubicBezTo>
                  <a:lnTo>
                    <a:pt x="208951" y="42773"/>
                  </a:lnTo>
                  <a:lnTo>
                    <a:pt x="217897" y="42773"/>
                  </a:lnTo>
                  <a:cubicBezTo>
                    <a:pt x="221731" y="42773"/>
                    <a:pt x="224287" y="40219"/>
                    <a:pt x="224287" y="36389"/>
                  </a:cubicBezTo>
                  <a:lnTo>
                    <a:pt x="224287" y="6384"/>
                  </a:lnTo>
                  <a:cubicBezTo>
                    <a:pt x="224287" y="3192"/>
                    <a:pt x="221092" y="0"/>
                    <a:pt x="217897" y="0"/>
                  </a:cubicBezTo>
                  <a:close/>
                  <a:moveTo>
                    <a:pt x="196171" y="165984"/>
                  </a:moveTo>
                  <a:lnTo>
                    <a:pt x="27477" y="165984"/>
                  </a:lnTo>
                  <a:lnTo>
                    <a:pt x="27477" y="42773"/>
                  </a:lnTo>
                  <a:lnTo>
                    <a:pt x="196171" y="42773"/>
                  </a:lnTo>
                  <a:lnTo>
                    <a:pt x="196171" y="165984"/>
                  </a:lnTo>
                  <a:close/>
                  <a:moveTo>
                    <a:pt x="211507" y="30643"/>
                  </a:moveTo>
                  <a:lnTo>
                    <a:pt x="12780" y="30643"/>
                  </a:lnTo>
                  <a:lnTo>
                    <a:pt x="12780" y="13406"/>
                  </a:lnTo>
                  <a:lnTo>
                    <a:pt x="211507" y="13406"/>
                  </a:lnTo>
                  <a:lnTo>
                    <a:pt x="211507" y="30643"/>
                  </a:lnTo>
                  <a:close/>
                </a:path>
              </a:pathLst>
            </a:custGeom>
            <a:solidFill>
              <a:srgbClr val="007680"/>
            </a:solidFill>
            <a:ln w="6390" cap="flat">
              <a:noFill/>
              <a:prstDash val="solid"/>
              <a:miter/>
            </a:ln>
          </p:spPr>
          <p:txBody>
            <a:bodyPr rtlCol="0" anchor="ctr"/>
            <a:lstStyle/>
            <a:p>
              <a:endParaRPr lang="en-US"/>
            </a:p>
          </p:txBody>
        </p:sp>
        <p:sp>
          <p:nvSpPr>
            <p:cNvPr id="442" name="Graphic 5">
              <a:extLst>
                <a:ext uri="{FF2B5EF4-FFF2-40B4-BE49-F238E27FC236}">
                  <a16:creationId xmlns:a16="http://schemas.microsoft.com/office/drawing/2014/main" id="{7B9C8F96-F657-A94E-AD0B-B04E39A7D492}"/>
                </a:ext>
              </a:extLst>
            </p:cNvPr>
            <p:cNvSpPr/>
            <p:nvPr/>
          </p:nvSpPr>
          <p:spPr>
            <a:xfrm>
              <a:off x="1667773" y="1078417"/>
              <a:ext cx="58148" cy="12767"/>
            </a:xfrm>
            <a:custGeom>
              <a:avLst/>
              <a:gdLst>
                <a:gd name="connsiteX0" fmla="*/ 6390 w 58148"/>
                <a:gd name="connsiteY0" fmla="*/ 12768 h 12767"/>
                <a:gd name="connsiteX1" fmla="*/ 51759 w 58148"/>
                <a:gd name="connsiteY1" fmla="*/ 12768 h 12767"/>
                <a:gd name="connsiteX2" fmla="*/ 58148 w 58148"/>
                <a:gd name="connsiteY2" fmla="*/ 6384 h 12767"/>
                <a:gd name="connsiteX3" fmla="*/ 51759 w 58148"/>
                <a:gd name="connsiteY3" fmla="*/ 0 h 12767"/>
                <a:gd name="connsiteX4" fmla="*/ 6390 w 58148"/>
                <a:gd name="connsiteY4" fmla="*/ 0 h 12767"/>
                <a:gd name="connsiteX5" fmla="*/ 0 w 58148"/>
                <a:gd name="connsiteY5" fmla="*/ 6384 h 12767"/>
                <a:gd name="connsiteX6" fmla="*/ 6390 w 58148"/>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48" h="12767">
                  <a:moveTo>
                    <a:pt x="6390" y="12768"/>
                  </a:moveTo>
                  <a:lnTo>
                    <a:pt x="51759" y="12768"/>
                  </a:lnTo>
                  <a:cubicBezTo>
                    <a:pt x="55593" y="12768"/>
                    <a:pt x="58148" y="10214"/>
                    <a:pt x="58148" y="6384"/>
                  </a:cubicBezTo>
                  <a:cubicBezTo>
                    <a:pt x="58148" y="2554"/>
                    <a:pt x="55593" y="0"/>
                    <a:pt x="51759" y="0"/>
                  </a:cubicBezTo>
                  <a:lnTo>
                    <a:pt x="6390" y="0"/>
                  </a:lnTo>
                  <a:cubicBezTo>
                    <a:pt x="2556" y="0"/>
                    <a:pt x="0" y="2554"/>
                    <a:pt x="0" y="6384"/>
                  </a:cubicBezTo>
                  <a:cubicBezTo>
                    <a:pt x="0" y="10214"/>
                    <a:pt x="2556" y="12768"/>
                    <a:pt x="6390" y="12768"/>
                  </a:cubicBezTo>
                  <a:close/>
                </a:path>
              </a:pathLst>
            </a:custGeom>
            <a:solidFill>
              <a:srgbClr val="007680"/>
            </a:solidFill>
            <a:ln w="6390" cap="flat">
              <a:noFill/>
              <a:prstDash val="solid"/>
              <a:miter/>
            </a:ln>
          </p:spPr>
          <p:txBody>
            <a:bodyPr rtlCol="0" anchor="ctr"/>
            <a:lstStyle/>
            <a:p>
              <a:endParaRPr lang="en-US"/>
            </a:p>
          </p:txBody>
        </p:sp>
      </p:grpSp>
      <p:grpSp>
        <p:nvGrpSpPr>
          <p:cNvPr id="443" name="Graphic 5">
            <a:extLst>
              <a:ext uri="{FF2B5EF4-FFF2-40B4-BE49-F238E27FC236}">
                <a16:creationId xmlns:a16="http://schemas.microsoft.com/office/drawing/2014/main" id="{55758FFC-61D1-7C47-8E36-D3B7CAA4B6DC}"/>
              </a:ext>
            </a:extLst>
          </p:cNvPr>
          <p:cNvGrpSpPr/>
          <p:nvPr/>
        </p:nvGrpSpPr>
        <p:grpSpPr>
          <a:xfrm>
            <a:off x="2561086" y="918817"/>
            <a:ext cx="362309" cy="361971"/>
            <a:chOff x="2561086" y="918817"/>
            <a:chExt cx="362309" cy="361971"/>
          </a:xfrm>
          <a:solidFill>
            <a:srgbClr val="007680"/>
          </a:solidFill>
        </p:grpSpPr>
        <p:sp>
          <p:nvSpPr>
            <p:cNvPr id="444" name="Graphic 5">
              <a:extLst>
                <a:ext uri="{FF2B5EF4-FFF2-40B4-BE49-F238E27FC236}">
                  <a16:creationId xmlns:a16="http://schemas.microsoft.com/office/drawing/2014/main" id="{D1907DE6-AF23-2945-BB9C-D7102AC14623}"/>
                </a:ext>
              </a:extLst>
            </p:cNvPr>
            <p:cNvSpPr/>
            <p:nvPr/>
          </p:nvSpPr>
          <p:spPr>
            <a:xfrm>
              <a:off x="2561086" y="9188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30" y="88099"/>
                    <a:pt x="349530" y="180667"/>
                  </a:cubicBezTo>
                  <a:cubicBezTo>
                    <a:pt x="349530" y="180667"/>
                    <a:pt x="349530" y="180667"/>
                    <a:pt x="349530" y="180667"/>
                  </a:cubicBezTo>
                  <a:cubicBezTo>
                    <a:pt x="349530"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445" name="Graphic 5">
              <a:extLst>
                <a:ext uri="{FF2B5EF4-FFF2-40B4-BE49-F238E27FC236}">
                  <a16:creationId xmlns:a16="http://schemas.microsoft.com/office/drawing/2014/main" id="{2472338D-1EF4-0942-860E-E81438316206}"/>
                </a:ext>
              </a:extLst>
            </p:cNvPr>
            <p:cNvSpPr/>
            <p:nvPr/>
          </p:nvSpPr>
          <p:spPr>
            <a:xfrm>
              <a:off x="2633452" y="1020961"/>
              <a:ext cx="217737" cy="157684"/>
            </a:xfrm>
            <a:custGeom>
              <a:avLst/>
              <a:gdLst>
                <a:gd name="connsiteX0" fmla="*/ 211347 w 217737"/>
                <a:gd name="connsiteY0" fmla="*/ 0 h 157684"/>
                <a:gd name="connsiteX1" fmla="*/ 204957 w 217737"/>
                <a:gd name="connsiteY1" fmla="*/ 6384 h 157684"/>
                <a:gd name="connsiteX2" fmla="*/ 204957 w 217737"/>
                <a:gd name="connsiteY2" fmla="*/ 86184 h 157684"/>
                <a:gd name="connsiteX3" fmla="*/ 21566 w 217737"/>
                <a:gd name="connsiteY3" fmla="*/ 86184 h 157684"/>
                <a:gd name="connsiteX4" fmla="*/ 69491 w 217737"/>
                <a:gd name="connsiteY4" fmla="*/ 38304 h 157684"/>
                <a:gd name="connsiteX5" fmla="*/ 69491 w 217737"/>
                <a:gd name="connsiteY5" fmla="*/ 29366 h 157684"/>
                <a:gd name="connsiteX6" fmla="*/ 60545 w 217737"/>
                <a:gd name="connsiteY6" fmla="*/ 29366 h 157684"/>
                <a:gd name="connsiteX7" fmla="*/ 1757 w 217737"/>
                <a:gd name="connsiteY7" fmla="*/ 88099 h 157684"/>
                <a:gd name="connsiteX8" fmla="*/ 479 w 217737"/>
                <a:gd name="connsiteY8" fmla="*/ 90014 h 157684"/>
                <a:gd name="connsiteX9" fmla="*/ 479 w 217737"/>
                <a:gd name="connsiteY9" fmla="*/ 95121 h 157684"/>
                <a:gd name="connsiteX10" fmla="*/ 1757 w 217737"/>
                <a:gd name="connsiteY10" fmla="*/ 97037 h 157684"/>
                <a:gd name="connsiteX11" fmla="*/ 60545 w 217737"/>
                <a:gd name="connsiteY11" fmla="*/ 155769 h 157684"/>
                <a:gd name="connsiteX12" fmla="*/ 65017 w 217737"/>
                <a:gd name="connsiteY12" fmla="*/ 157684 h 157684"/>
                <a:gd name="connsiteX13" fmla="*/ 69491 w 217737"/>
                <a:gd name="connsiteY13" fmla="*/ 155769 h 157684"/>
                <a:gd name="connsiteX14" fmla="*/ 69491 w 217737"/>
                <a:gd name="connsiteY14" fmla="*/ 146832 h 157684"/>
                <a:gd name="connsiteX15" fmla="*/ 69491 w 217737"/>
                <a:gd name="connsiteY15" fmla="*/ 146832 h 157684"/>
                <a:gd name="connsiteX16" fmla="*/ 21566 w 217737"/>
                <a:gd name="connsiteY16" fmla="*/ 98952 h 157684"/>
                <a:gd name="connsiteX17" fmla="*/ 211347 w 217737"/>
                <a:gd name="connsiteY17" fmla="*/ 98952 h 157684"/>
                <a:gd name="connsiteX18" fmla="*/ 217737 w 217737"/>
                <a:gd name="connsiteY18" fmla="*/ 92568 h 157684"/>
                <a:gd name="connsiteX19" fmla="*/ 217737 w 217737"/>
                <a:gd name="connsiteY19" fmla="*/ 6384 h 157684"/>
                <a:gd name="connsiteX20" fmla="*/ 211347 w 217737"/>
                <a:gd name="connsiteY20" fmla="*/ 0 h 15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7737" h="157684">
                  <a:moveTo>
                    <a:pt x="211347" y="0"/>
                  </a:moveTo>
                  <a:cubicBezTo>
                    <a:pt x="207513" y="0"/>
                    <a:pt x="204957" y="2554"/>
                    <a:pt x="204957" y="6384"/>
                  </a:cubicBezTo>
                  <a:lnTo>
                    <a:pt x="204957" y="86184"/>
                  </a:lnTo>
                  <a:lnTo>
                    <a:pt x="21566" y="86184"/>
                  </a:lnTo>
                  <a:lnTo>
                    <a:pt x="69491" y="38304"/>
                  </a:lnTo>
                  <a:cubicBezTo>
                    <a:pt x="72046" y="35750"/>
                    <a:pt x="72046" y="31920"/>
                    <a:pt x="69491" y="29366"/>
                  </a:cubicBezTo>
                  <a:cubicBezTo>
                    <a:pt x="66935" y="26813"/>
                    <a:pt x="63101" y="26813"/>
                    <a:pt x="60545" y="29366"/>
                  </a:cubicBezTo>
                  <a:lnTo>
                    <a:pt x="1757" y="88099"/>
                  </a:lnTo>
                  <a:cubicBezTo>
                    <a:pt x="1118" y="88737"/>
                    <a:pt x="479" y="89376"/>
                    <a:pt x="479" y="90014"/>
                  </a:cubicBezTo>
                  <a:cubicBezTo>
                    <a:pt x="-160" y="91291"/>
                    <a:pt x="-160" y="93206"/>
                    <a:pt x="479" y="95121"/>
                  </a:cubicBezTo>
                  <a:cubicBezTo>
                    <a:pt x="479" y="95760"/>
                    <a:pt x="1118" y="96398"/>
                    <a:pt x="1757" y="97037"/>
                  </a:cubicBezTo>
                  <a:lnTo>
                    <a:pt x="60545" y="155769"/>
                  </a:lnTo>
                  <a:cubicBezTo>
                    <a:pt x="61823" y="157046"/>
                    <a:pt x="63101" y="157684"/>
                    <a:pt x="65017" y="157684"/>
                  </a:cubicBezTo>
                  <a:cubicBezTo>
                    <a:pt x="66935" y="157684"/>
                    <a:pt x="68212" y="157046"/>
                    <a:pt x="69491" y="155769"/>
                  </a:cubicBezTo>
                  <a:cubicBezTo>
                    <a:pt x="72046" y="153216"/>
                    <a:pt x="72046" y="149385"/>
                    <a:pt x="69491" y="146832"/>
                  </a:cubicBezTo>
                  <a:cubicBezTo>
                    <a:pt x="69491" y="146832"/>
                    <a:pt x="69491" y="146832"/>
                    <a:pt x="69491" y="146832"/>
                  </a:cubicBezTo>
                  <a:lnTo>
                    <a:pt x="21566" y="98952"/>
                  </a:lnTo>
                  <a:lnTo>
                    <a:pt x="211347" y="98952"/>
                  </a:lnTo>
                  <a:cubicBezTo>
                    <a:pt x="215181" y="98952"/>
                    <a:pt x="217737" y="96398"/>
                    <a:pt x="217737" y="92568"/>
                  </a:cubicBezTo>
                  <a:lnTo>
                    <a:pt x="217737" y="6384"/>
                  </a:lnTo>
                  <a:cubicBezTo>
                    <a:pt x="217737" y="2554"/>
                    <a:pt x="215181" y="0"/>
                    <a:pt x="211347" y="0"/>
                  </a:cubicBezTo>
                  <a:close/>
                </a:path>
              </a:pathLst>
            </a:custGeom>
            <a:solidFill>
              <a:srgbClr val="007680"/>
            </a:solidFill>
            <a:ln w="6390" cap="flat">
              <a:noFill/>
              <a:prstDash val="solid"/>
              <a:miter/>
            </a:ln>
          </p:spPr>
          <p:txBody>
            <a:bodyPr rtlCol="0" anchor="ctr"/>
            <a:lstStyle/>
            <a:p>
              <a:endParaRPr lang="en-US"/>
            </a:p>
          </p:txBody>
        </p:sp>
      </p:grpSp>
      <p:grpSp>
        <p:nvGrpSpPr>
          <p:cNvPr id="446" name="Graphic 5">
            <a:extLst>
              <a:ext uri="{FF2B5EF4-FFF2-40B4-BE49-F238E27FC236}">
                <a16:creationId xmlns:a16="http://schemas.microsoft.com/office/drawing/2014/main" id="{50B72CD7-6AFA-BB42-B4E7-5EB3A7658D52}"/>
              </a:ext>
            </a:extLst>
          </p:cNvPr>
          <p:cNvGrpSpPr/>
          <p:nvPr/>
        </p:nvGrpSpPr>
        <p:grpSpPr>
          <a:xfrm>
            <a:off x="8841755" y="918817"/>
            <a:ext cx="362309" cy="361971"/>
            <a:chOff x="8841755" y="918817"/>
            <a:chExt cx="362309" cy="361971"/>
          </a:xfrm>
          <a:solidFill>
            <a:srgbClr val="007680"/>
          </a:solidFill>
        </p:grpSpPr>
        <p:sp>
          <p:nvSpPr>
            <p:cNvPr id="447" name="Graphic 5">
              <a:extLst>
                <a:ext uri="{FF2B5EF4-FFF2-40B4-BE49-F238E27FC236}">
                  <a16:creationId xmlns:a16="http://schemas.microsoft.com/office/drawing/2014/main" id="{2965D2CB-D182-1847-A5CE-4C66E789F7DE}"/>
                </a:ext>
              </a:extLst>
            </p:cNvPr>
            <p:cNvSpPr/>
            <p:nvPr/>
          </p:nvSpPr>
          <p:spPr>
            <a:xfrm>
              <a:off x="8841755" y="9188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448" name="Graphic 5">
              <a:extLst>
                <a:ext uri="{FF2B5EF4-FFF2-40B4-BE49-F238E27FC236}">
                  <a16:creationId xmlns:a16="http://schemas.microsoft.com/office/drawing/2014/main" id="{0E84A458-F538-5A42-B5C3-41AAE2D3C16C}"/>
                </a:ext>
              </a:extLst>
            </p:cNvPr>
            <p:cNvSpPr/>
            <p:nvPr/>
          </p:nvSpPr>
          <p:spPr>
            <a:xfrm>
              <a:off x="8914121" y="1020961"/>
              <a:ext cx="217736" cy="157684"/>
            </a:xfrm>
            <a:custGeom>
              <a:avLst/>
              <a:gdLst>
                <a:gd name="connsiteX0" fmla="*/ 211347 w 217736"/>
                <a:gd name="connsiteY0" fmla="*/ 58733 h 157684"/>
                <a:gd name="connsiteX1" fmla="*/ 21566 w 217736"/>
                <a:gd name="connsiteY1" fmla="*/ 58733 h 157684"/>
                <a:gd name="connsiteX2" fmla="*/ 69491 w 217736"/>
                <a:gd name="connsiteY2" fmla="*/ 10853 h 157684"/>
                <a:gd name="connsiteX3" fmla="*/ 69491 w 217736"/>
                <a:gd name="connsiteY3" fmla="*/ 1915 h 157684"/>
                <a:gd name="connsiteX4" fmla="*/ 60545 w 217736"/>
                <a:gd name="connsiteY4" fmla="*/ 1915 h 157684"/>
                <a:gd name="connsiteX5" fmla="*/ 60545 w 217736"/>
                <a:gd name="connsiteY5" fmla="*/ 1915 h 157684"/>
                <a:gd name="connsiteX6" fmla="*/ 1758 w 217736"/>
                <a:gd name="connsiteY6" fmla="*/ 60648 h 157684"/>
                <a:gd name="connsiteX7" fmla="*/ 479 w 217736"/>
                <a:gd name="connsiteY7" fmla="*/ 62563 h 157684"/>
                <a:gd name="connsiteX8" fmla="*/ 479 w 217736"/>
                <a:gd name="connsiteY8" fmla="*/ 67670 h 157684"/>
                <a:gd name="connsiteX9" fmla="*/ 1758 w 217736"/>
                <a:gd name="connsiteY9" fmla="*/ 69585 h 157684"/>
                <a:gd name="connsiteX10" fmla="*/ 60545 w 217736"/>
                <a:gd name="connsiteY10" fmla="*/ 128318 h 157684"/>
                <a:gd name="connsiteX11" fmla="*/ 65017 w 217736"/>
                <a:gd name="connsiteY11" fmla="*/ 130233 h 157684"/>
                <a:gd name="connsiteX12" fmla="*/ 69491 w 217736"/>
                <a:gd name="connsiteY12" fmla="*/ 128318 h 157684"/>
                <a:gd name="connsiteX13" fmla="*/ 69491 w 217736"/>
                <a:gd name="connsiteY13" fmla="*/ 119380 h 157684"/>
                <a:gd name="connsiteX14" fmla="*/ 21566 w 217736"/>
                <a:gd name="connsiteY14" fmla="*/ 71501 h 157684"/>
                <a:gd name="connsiteX15" fmla="*/ 204957 w 217736"/>
                <a:gd name="connsiteY15" fmla="*/ 71501 h 157684"/>
                <a:gd name="connsiteX16" fmla="*/ 204957 w 217736"/>
                <a:gd name="connsiteY16" fmla="*/ 151300 h 157684"/>
                <a:gd name="connsiteX17" fmla="*/ 211347 w 217736"/>
                <a:gd name="connsiteY17" fmla="*/ 157684 h 157684"/>
                <a:gd name="connsiteX18" fmla="*/ 217737 w 217736"/>
                <a:gd name="connsiteY18" fmla="*/ 151300 h 157684"/>
                <a:gd name="connsiteX19" fmla="*/ 217737 w 217736"/>
                <a:gd name="connsiteY19" fmla="*/ 65117 h 157684"/>
                <a:gd name="connsiteX20" fmla="*/ 211347 w 217736"/>
                <a:gd name="connsiteY20" fmla="*/ 58733 h 15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7736" h="157684">
                  <a:moveTo>
                    <a:pt x="211347" y="58733"/>
                  </a:moveTo>
                  <a:lnTo>
                    <a:pt x="21566" y="58733"/>
                  </a:lnTo>
                  <a:lnTo>
                    <a:pt x="69491" y="10853"/>
                  </a:lnTo>
                  <a:cubicBezTo>
                    <a:pt x="72047" y="8299"/>
                    <a:pt x="72047" y="4469"/>
                    <a:pt x="69491" y="1915"/>
                  </a:cubicBezTo>
                  <a:cubicBezTo>
                    <a:pt x="66935" y="-638"/>
                    <a:pt x="63101" y="-638"/>
                    <a:pt x="60545" y="1915"/>
                  </a:cubicBezTo>
                  <a:cubicBezTo>
                    <a:pt x="60545" y="1915"/>
                    <a:pt x="60545" y="1915"/>
                    <a:pt x="60545" y="1915"/>
                  </a:cubicBezTo>
                  <a:lnTo>
                    <a:pt x="1758" y="60648"/>
                  </a:lnTo>
                  <a:cubicBezTo>
                    <a:pt x="1118" y="61286"/>
                    <a:pt x="479" y="61925"/>
                    <a:pt x="479" y="62563"/>
                  </a:cubicBezTo>
                  <a:cubicBezTo>
                    <a:pt x="-160" y="63840"/>
                    <a:pt x="-160" y="65755"/>
                    <a:pt x="479" y="67670"/>
                  </a:cubicBezTo>
                  <a:cubicBezTo>
                    <a:pt x="479" y="68309"/>
                    <a:pt x="1118" y="68947"/>
                    <a:pt x="1758" y="69585"/>
                  </a:cubicBezTo>
                  <a:lnTo>
                    <a:pt x="60545" y="128318"/>
                  </a:lnTo>
                  <a:cubicBezTo>
                    <a:pt x="61822" y="129595"/>
                    <a:pt x="63101" y="130233"/>
                    <a:pt x="65017" y="130233"/>
                  </a:cubicBezTo>
                  <a:cubicBezTo>
                    <a:pt x="66935" y="130233"/>
                    <a:pt x="68212" y="129595"/>
                    <a:pt x="69491" y="128318"/>
                  </a:cubicBezTo>
                  <a:cubicBezTo>
                    <a:pt x="72047" y="125764"/>
                    <a:pt x="72047" y="121934"/>
                    <a:pt x="69491" y="119380"/>
                  </a:cubicBezTo>
                  <a:lnTo>
                    <a:pt x="21566" y="71501"/>
                  </a:lnTo>
                  <a:lnTo>
                    <a:pt x="204957" y="71501"/>
                  </a:lnTo>
                  <a:lnTo>
                    <a:pt x="204957" y="151300"/>
                  </a:lnTo>
                  <a:cubicBezTo>
                    <a:pt x="204957" y="155131"/>
                    <a:pt x="207513" y="157684"/>
                    <a:pt x="211347" y="157684"/>
                  </a:cubicBezTo>
                  <a:cubicBezTo>
                    <a:pt x="215181" y="157684"/>
                    <a:pt x="217737" y="155131"/>
                    <a:pt x="217737" y="151300"/>
                  </a:cubicBezTo>
                  <a:lnTo>
                    <a:pt x="217737" y="65117"/>
                  </a:lnTo>
                  <a:cubicBezTo>
                    <a:pt x="217737" y="61286"/>
                    <a:pt x="215181" y="58733"/>
                    <a:pt x="211347" y="58733"/>
                  </a:cubicBezTo>
                  <a:close/>
                </a:path>
              </a:pathLst>
            </a:custGeom>
            <a:solidFill>
              <a:srgbClr val="007680"/>
            </a:solidFill>
            <a:ln w="6390" cap="flat">
              <a:noFill/>
              <a:prstDash val="solid"/>
              <a:miter/>
            </a:ln>
          </p:spPr>
          <p:txBody>
            <a:bodyPr rtlCol="0" anchor="ctr"/>
            <a:lstStyle/>
            <a:p>
              <a:endParaRPr lang="en-US"/>
            </a:p>
          </p:txBody>
        </p:sp>
      </p:grpSp>
      <p:grpSp>
        <p:nvGrpSpPr>
          <p:cNvPr id="449" name="Graphic 5">
            <a:extLst>
              <a:ext uri="{FF2B5EF4-FFF2-40B4-BE49-F238E27FC236}">
                <a16:creationId xmlns:a16="http://schemas.microsoft.com/office/drawing/2014/main" id="{D6DCE5A8-E727-5249-947C-4523591BE5CE}"/>
              </a:ext>
            </a:extLst>
          </p:cNvPr>
          <p:cNvGrpSpPr/>
          <p:nvPr/>
        </p:nvGrpSpPr>
        <p:grpSpPr>
          <a:xfrm>
            <a:off x="3608397" y="918817"/>
            <a:ext cx="362309" cy="361971"/>
            <a:chOff x="3608397" y="918817"/>
            <a:chExt cx="362309" cy="361971"/>
          </a:xfrm>
          <a:solidFill>
            <a:srgbClr val="007680"/>
          </a:solidFill>
        </p:grpSpPr>
        <p:sp>
          <p:nvSpPr>
            <p:cNvPr id="450" name="Graphic 5">
              <a:extLst>
                <a:ext uri="{FF2B5EF4-FFF2-40B4-BE49-F238E27FC236}">
                  <a16:creationId xmlns:a16="http://schemas.microsoft.com/office/drawing/2014/main" id="{476EF5A5-C8C5-7149-BA27-133F102D789F}"/>
                </a:ext>
              </a:extLst>
            </p:cNvPr>
            <p:cNvSpPr/>
            <p:nvPr/>
          </p:nvSpPr>
          <p:spPr>
            <a:xfrm>
              <a:off x="3608397" y="9188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310" y="81077"/>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49530"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451" name="Graphic 5">
              <a:extLst>
                <a:ext uri="{FF2B5EF4-FFF2-40B4-BE49-F238E27FC236}">
                  <a16:creationId xmlns:a16="http://schemas.microsoft.com/office/drawing/2014/main" id="{152398F3-7DFB-6949-985E-EDB607E02BE2}"/>
                </a:ext>
              </a:extLst>
            </p:cNvPr>
            <p:cNvSpPr/>
            <p:nvPr/>
          </p:nvSpPr>
          <p:spPr>
            <a:xfrm>
              <a:off x="3680603" y="1020961"/>
              <a:ext cx="218316" cy="157684"/>
            </a:xfrm>
            <a:custGeom>
              <a:avLst/>
              <a:gdLst>
                <a:gd name="connsiteX0" fmla="*/ 217897 w 218316"/>
                <a:gd name="connsiteY0" fmla="*/ 90014 h 157684"/>
                <a:gd name="connsiteX1" fmla="*/ 216619 w 218316"/>
                <a:gd name="connsiteY1" fmla="*/ 88099 h 157684"/>
                <a:gd name="connsiteX2" fmla="*/ 157832 w 218316"/>
                <a:gd name="connsiteY2" fmla="*/ 29366 h 157684"/>
                <a:gd name="connsiteX3" fmla="*/ 148885 w 218316"/>
                <a:gd name="connsiteY3" fmla="*/ 29366 h 157684"/>
                <a:gd name="connsiteX4" fmla="*/ 148885 w 218316"/>
                <a:gd name="connsiteY4" fmla="*/ 38304 h 157684"/>
                <a:gd name="connsiteX5" fmla="*/ 148885 w 218316"/>
                <a:gd name="connsiteY5" fmla="*/ 38304 h 157684"/>
                <a:gd name="connsiteX6" fmla="*/ 196810 w 218316"/>
                <a:gd name="connsiteY6" fmla="*/ 86184 h 157684"/>
                <a:gd name="connsiteX7" fmla="*/ 12780 w 218316"/>
                <a:gd name="connsiteY7" fmla="*/ 86184 h 157684"/>
                <a:gd name="connsiteX8" fmla="*/ 12780 w 218316"/>
                <a:gd name="connsiteY8" fmla="*/ 6384 h 157684"/>
                <a:gd name="connsiteX9" fmla="*/ 6390 w 218316"/>
                <a:gd name="connsiteY9" fmla="*/ 0 h 157684"/>
                <a:gd name="connsiteX10" fmla="*/ 0 w 218316"/>
                <a:gd name="connsiteY10" fmla="*/ 6384 h 157684"/>
                <a:gd name="connsiteX11" fmla="*/ 0 w 218316"/>
                <a:gd name="connsiteY11" fmla="*/ 92568 h 157684"/>
                <a:gd name="connsiteX12" fmla="*/ 6390 w 218316"/>
                <a:gd name="connsiteY12" fmla="*/ 98952 h 157684"/>
                <a:gd name="connsiteX13" fmla="*/ 196171 w 218316"/>
                <a:gd name="connsiteY13" fmla="*/ 98952 h 157684"/>
                <a:gd name="connsiteX14" fmla="*/ 148247 w 218316"/>
                <a:gd name="connsiteY14" fmla="*/ 146832 h 157684"/>
                <a:gd name="connsiteX15" fmla="*/ 148247 w 218316"/>
                <a:gd name="connsiteY15" fmla="*/ 155769 h 157684"/>
                <a:gd name="connsiteX16" fmla="*/ 157192 w 218316"/>
                <a:gd name="connsiteY16" fmla="*/ 155769 h 157684"/>
                <a:gd name="connsiteX17" fmla="*/ 157192 w 218316"/>
                <a:gd name="connsiteY17" fmla="*/ 155769 h 157684"/>
                <a:gd name="connsiteX18" fmla="*/ 215980 w 218316"/>
                <a:gd name="connsiteY18" fmla="*/ 97037 h 157684"/>
                <a:gd name="connsiteX19" fmla="*/ 217258 w 218316"/>
                <a:gd name="connsiteY19" fmla="*/ 95121 h 157684"/>
                <a:gd name="connsiteX20" fmla="*/ 217897 w 218316"/>
                <a:gd name="connsiteY20" fmla="*/ 90014 h 15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8316" h="157684">
                  <a:moveTo>
                    <a:pt x="217897" y="90014"/>
                  </a:moveTo>
                  <a:cubicBezTo>
                    <a:pt x="217258" y="89376"/>
                    <a:pt x="217258" y="88737"/>
                    <a:pt x="216619" y="88099"/>
                  </a:cubicBezTo>
                  <a:lnTo>
                    <a:pt x="157832" y="29366"/>
                  </a:lnTo>
                  <a:cubicBezTo>
                    <a:pt x="155275" y="26813"/>
                    <a:pt x="151442" y="26813"/>
                    <a:pt x="148885" y="29366"/>
                  </a:cubicBezTo>
                  <a:cubicBezTo>
                    <a:pt x="146330" y="31920"/>
                    <a:pt x="146330" y="35750"/>
                    <a:pt x="148885" y="38304"/>
                  </a:cubicBezTo>
                  <a:cubicBezTo>
                    <a:pt x="148885" y="38304"/>
                    <a:pt x="148885" y="38304"/>
                    <a:pt x="148885" y="38304"/>
                  </a:cubicBezTo>
                  <a:lnTo>
                    <a:pt x="196810" y="86184"/>
                  </a:lnTo>
                  <a:lnTo>
                    <a:pt x="12780" y="86184"/>
                  </a:lnTo>
                  <a:lnTo>
                    <a:pt x="12780" y="6384"/>
                  </a:lnTo>
                  <a:cubicBezTo>
                    <a:pt x="12780" y="2554"/>
                    <a:pt x="10224" y="0"/>
                    <a:pt x="6390" y="0"/>
                  </a:cubicBezTo>
                  <a:cubicBezTo>
                    <a:pt x="2556" y="0"/>
                    <a:pt x="0" y="2554"/>
                    <a:pt x="0" y="6384"/>
                  </a:cubicBezTo>
                  <a:lnTo>
                    <a:pt x="0" y="92568"/>
                  </a:lnTo>
                  <a:cubicBezTo>
                    <a:pt x="0" y="96398"/>
                    <a:pt x="2556" y="98952"/>
                    <a:pt x="6390" y="98952"/>
                  </a:cubicBezTo>
                  <a:lnTo>
                    <a:pt x="196171" y="98952"/>
                  </a:lnTo>
                  <a:lnTo>
                    <a:pt x="148247" y="146832"/>
                  </a:lnTo>
                  <a:cubicBezTo>
                    <a:pt x="145690" y="149385"/>
                    <a:pt x="145690" y="153216"/>
                    <a:pt x="148247" y="155769"/>
                  </a:cubicBezTo>
                  <a:cubicBezTo>
                    <a:pt x="150802" y="158323"/>
                    <a:pt x="154637" y="158323"/>
                    <a:pt x="157192" y="155769"/>
                  </a:cubicBezTo>
                  <a:lnTo>
                    <a:pt x="157192" y="155769"/>
                  </a:lnTo>
                  <a:lnTo>
                    <a:pt x="215980" y="97037"/>
                  </a:lnTo>
                  <a:cubicBezTo>
                    <a:pt x="216619" y="96398"/>
                    <a:pt x="217258" y="95760"/>
                    <a:pt x="217258" y="95121"/>
                  </a:cubicBezTo>
                  <a:cubicBezTo>
                    <a:pt x="218536" y="93845"/>
                    <a:pt x="218536" y="91929"/>
                    <a:pt x="217897" y="90014"/>
                  </a:cubicBezTo>
                  <a:close/>
                </a:path>
              </a:pathLst>
            </a:custGeom>
            <a:solidFill>
              <a:srgbClr val="007680"/>
            </a:solidFill>
            <a:ln w="6390" cap="flat">
              <a:noFill/>
              <a:prstDash val="solid"/>
              <a:miter/>
            </a:ln>
          </p:spPr>
          <p:txBody>
            <a:bodyPr rtlCol="0" anchor="ctr"/>
            <a:lstStyle/>
            <a:p>
              <a:endParaRPr lang="en-US"/>
            </a:p>
          </p:txBody>
        </p:sp>
      </p:grpSp>
      <p:grpSp>
        <p:nvGrpSpPr>
          <p:cNvPr id="452" name="Graphic 5">
            <a:extLst>
              <a:ext uri="{FF2B5EF4-FFF2-40B4-BE49-F238E27FC236}">
                <a16:creationId xmlns:a16="http://schemas.microsoft.com/office/drawing/2014/main" id="{86C1002D-8632-2040-BB68-9C86B2CF732F}"/>
              </a:ext>
            </a:extLst>
          </p:cNvPr>
          <p:cNvGrpSpPr/>
          <p:nvPr/>
        </p:nvGrpSpPr>
        <p:grpSpPr>
          <a:xfrm>
            <a:off x="9887788" y="918817"/>
            <a:ext cx="361674" cy="361971"/>
            <a:chOff x="9887788" y="918817"/>
            <a:chExt cx="361674" cy="361971"/>
          </a:xfrm>
          <a:solidFill>
            <a:srgbClr val="007680"/>
          </a:solidFill>
        </p:grpSpPr>
        <p:sp>
          <p:nvSpPr>
            <p:cNvPr id="453" name="Graphic 5">
              <a:extLst>
                <a:ext uri="{FF2B5EF4-FFF2-40B4-BE49-F238E27FC236}">
                  <a16:creationId xmlns:a16="http://schemas.microsoft.com/office/drawing/2014/main" id="{E0E1CCC6-BE08-174A-AF8E-DB1BA1066987}"/>
                </a:ext>
              </a:extLst>
            </p:cNvPr>
            <p:cNvSpPr/>
            <p:nvPr/>
          </p:nvSpPr>
          <p:spPr>
            <a:xfrm>
              <a:off x="9887788" y="918817"/>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 name="connsiteX13" fmla="*/ 180835 w 361674"/>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4" h="361971">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2309" y="81077"/>
                    <a:pt x="281157" y="0"/>
                    <a:pt x="180835" y="0"/>
                  </a:cubicBezTo>
                  <a:cubicBezTo>
                    <a:pt x="180835" y="0"/>
                    <a:pt x="180835" y="0"/>
                    <a:pt x="180835" y="0"/>
                  </a:cubicBezTo>
                  <a:close/>
                  <a:moveTo>
                    <a:pt x="180835" y="349204"/>
                  </a:moveTo>
                  <a:cubicBezTo>
                    <a:pt x="87542" y="349204"/>
                    <a:pt x="12780" y="273873"/>
                    <a:pt x="12780" y="181305"/>
                  </a:cubicBezTo>
                  <a:cubicBezTo>
                    <a:pt x="12780" y="88737"/>
                    <a:pt x="88181" y="12768"/>
                    <a:pt x="180835" y="12768"/>
                  </a:cubicBezTo>
                  <a:cubicBezTo>
                    <a:pt x="274128" y="12768"/>
                    <a:pt x="348890" y="88099"/>
                    <a:pt x="348890" y="180667"/>
                  </a:cubicBezTo>
                  <a:cubicBezTo>
                    <a:pt x="348890" y="180667"/>
                    <a:pt x="348890" y="180667"/>
                    <a:pt x="348890" y="180667"/>
                  </a:cubicBezTo>
                  <a:cubicBezTo>
                    <a:pt x="349529" y="273873"/>
                    <a:pt x="274128" y="349204"/>
                    <a:pt x="180835" y="349204"/>
                  </a:cubicBezTo>
                  <a:lnTo>
                    <a:pt x="180835" y="349204"/>
                  </a:lnTo>
                  <a:close/>
                </a:path>
              </a:pathLst>
            </a:custGeom>
            <a:solidFill>
              <a:srgbClr val="007680"/>
            </a:solidFill>
            <a:ln w="6390" cap="flat">
              <a:noFill/>
              <a:prstDash val="solid"/>
              <a:miter/>
            </a:ln>
          </p:spPr>
          <p:txBody>
            <a:bodyPr rtlCol="0" anchor="ctr"/>
            <a:lstStyle/>
            <a:p>
              <a:endParaRPr lang="en-US"/>
            </a:p>
          </p:txBody>
        </p:sp>
        <p:sp>
          <p:nvSpPr>
            <p:cNvPr id="454" name="Graphic 5">
              <a:extLst>
                <a:ext uri="{FF2B5EF4-FFF2-40B4-BE49-F238E27FC236}">
                  <a16:creationId xmlns:a16="http://schemas.microsoft.com/office/drawing/2014/main" id="{FF8F3463-6E5B-0349-A77B-50024681D10B}"/>
                </a:ext>
              </a:extLst>
            </p:cNvPr>
            <p:cNvSpPr/>
            <p:nvPr/>
          </p:nvSpPr>
          <p:spPr>
            <a:xfrm>
              <a:off x="9959994" y="1020961"/>
              <a:ext cx="217737" cy="157684"/>
            </a:xfrm>
            <a:custGeom>
              <a:avLst/>
              <a:gdLst>
                <a:gd name="connsiteX0" fmla="*/ 217258 w 217737"/>
                <a:gd name="connsiteY0" fmla="*/ 62563 h 157684"/>
                <a:gd name="connsiteX1" fmla="*/ 215980 w 217737"/>
                <a:gd name="connsiteY1" fmla="*/ 60648 h 157684"/>
                <a:gd name="connsiteX2" fmla="*/ 157193 w 217737"/>
                <a:gd name="connsiteY2" fmla="*/ 1915 h 157684"/>
                <a:gd name="connsiteX3" fmla="*/ 148247 w 217737"/>
                <a:gd name="connsiteY3" fmla="*/ 1915 h 157684"/>
                <a:gd name="connsiteX4" fmla="*/ 148247 w 217737"/>
                <a:gd name="connsiteY4" fmla="*/ 1915 h 157684"/>
                <a:gd name="connsiteX5" fmla="*/ 148247 w 217737"/>
                <a:gd name="connsiteY5" fmla="*/ 10853 h 157684"/>
                <a:gd name="connsiteX6" fmla="*/ 196172 w 217737"/>
                <a:gd name="connsiteY6" fmla="*/ 58733 h 157684"/>
                <a:gd name="connsiteX7" fmla="*/ 6390 w 217737"/>
                <a:gd name="connsiteY7" fmla="*/ 58733 h 157684"/>
                <a:gd name="connsiteX8" fmla="*/ 0 w 217737"/>
                <a:gd name="connsiteY8" fmla="*/ 65117 h 157684"/>
                <a:gd name="connsiteX9" fmla="*/ 0 w 217737"/>
                <a:gd name="connsiteY9" fmla="*/ 151300 h 157684"/>
                <a:gd name="connsiteX10" fmla="*/ 6390 w 217737"/>
                <a:gd name="connsiteY10" fmla="*/ 157684 h 157684"/>
                <a:gd name="connsiteX11" fmla="*/ 12780 w 217737"/>
                <a:gd name="connsiteY11" fmla="*/ 151300 h 157684"/>
                <a:gd name="connsiteX12" fmla="*/ 12780 w 217737"/>
                <a:gd name="connsiteY12" fmla="*/ 71501 h 157684"/>
                <a:gd name="connsiteX13" fmla="*/ 196172 w 217737"/>
                <a:gd name="connsiteY13" fmla="*/ 71501 h 157684"/>
                <a:gd name="connsiteX14" fmla="*/ 148247 w 217737"/>
                <a:gd name="connsiteY14" fmla="*/ 119380 h 157684"/>
                <a:gd name="connsiteX15" fmla="*/ 148247 w 217737"/>
                <a:gd name="connsiteY15" fmla="*/ 128318 h 157684"/>
                <a:gd name="connsiteX16" fmla="*/ 152720 w 217737"/>
                <a:gd name="connsiteY16" fmla="*/ 130233 h 157684"/>
                <a:gd name="connsiteX17" fmla="*/ 157193 w 217737"/>
                <a:gd name="connsiteY17" fmla="*/ 128318 h 157684"/>
                <a:gd name="connsiteX18" fmla="*/ 215980 w 217737"/>
                <a:gd name="connsiteY18" fmla="*/ 69585 h 157684"/>
                <a:gd name="connsiteX19" fmla="*/ 217258 w 217737"/>
                <a:gd name="connsiteY19" fmla="*/ 67670 h 157684"/>
                <a:gd name="connsiteX20" fmla="*/ 217258 w 217737"/>
                <a:gd name="connsiteY20" fmla="*/ 62563 h 15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7737" h="157684">
                  <a:moveTo>
                    <a:pt x="217258" y="62563"/>
                  </a:moveTo>
                  <a:cubicBezTo>
                    <a:pt x="217258" y="61925"/>
                    <a:pt x="216619" y="61286"/>
                    <a:pt x="215980" y="60648"/>
                  </a:cubicBezTo>
                  <a:lnTo>
                    <a:pt x="157193" y="1915"/>
                  </a:lnTo>
                  <a:cubicBezTo>
                    <a:pt x="154637" y="-638"/>
                    <a:pt x="150803" y="-638"/>
                    <a:pt x="148247" y="1915"/>
                  </a:cubicBezTo>
                  <a:cubicBezTo>
                    <a:pt x="148247" y="1915"/>
                    <a:pt x="148247" y="1915"/>
                    <a:pt x="148247" y="1915"/>
                  </a:cubicBezTo>
                  <a:cubicBezTo>
                    <a:pt x="145691" y="4469"/>
                    <a:pt x="145691" y="8299"/>
                    <a:pt x="148247" y="10853"/>
                  </a:cubicBezTo>
                  <a:lnTo>
                    <a:pt x="196172" y="58733"/>
                  </a:lnTo>
                  <a:lnTo>
                    <a:pt x="6390" y="58733"/>
                  </a:lnTo>
                  <a:cubicBezTo>
                    <a:pt x="2556" y="58733"/>
                    <a:pt x="0" y="61286"/>
                    <a:pt x="0" y="65117"/>
                  </a:cubicBezTo>
                  <a:lnTo>
                    <a:pt x="0" y="151300"/>
                  </a:lnTo>
                  <a:cubicBezTo>
                    <a:pt x="0" y="155131"/>
                    <a:pt x="2556" y="157684"/>
                    <a:pt x="6390" y="157684"/>
                  </a:cubicBezTo>
                  <a:cubicBezTo>
                    <a:pt x="10225" y="157684"/>
                    <a:pt x="12780" y="155131"/>
                    <a:pt x="12780" y="151300"/>
                  </a:cubicBezTo>
                  <a:lnTo>
                    <a:pt x="12780" y="71501"/>
                  </a:lnTo>
                  <a:lnTo>
                    <a:pt x="196172" y="71501"/>
                  </a:lnTo>
                  <a:lnTo>
                    <a:pt x="148247" y="119380"/>
                  </a:lnTo>
                  <a:cubicBezTo>
                    <a:pt x="145691" y="121934"/>
                    <a:pt x="145691" y="125764"/>
                    <a:pt x="148247" y="128318"/>
                  </a:cubicBezTo>
                  <a:cubicBezTo>
                    <a:pt x="149525" y="129595"/>
                    <a:pt x="150803" y="130233"/>
                    <a:pt x="152720" y="130233"/>
                  </a:cubicBezTo>
                  <a:cubicBezTo>
                    <a:pt x="154637" y="130233"/>
                    <a:pt x="155915" y="129595"/>
                    <a:pt x="157193" y="128318"/>
                  </a:cubicBezTo>
                  <a:lnTo>
                    <a:pt x="215980" y="69585"/>
                  </a:lnTo>
                  <a:cubicBezTo>
                    <a:pt x="216619" y="68947"/>
                    <a:pt x="217258" y="68309"/>
                    <a:pt x="217258" y="67670"/>
                  </a:cubicBezTo>
                  <a:cubicBezTo>
                    <a:pt x="217897" y="65755"/>
                    <a:pt x="217897" y="63840"/>
                    <a:pt x="217258" y="62563"/>
                  </a:cubicBezTo>
                  <a:close/>
                </a:path>
              </a:pathLst>
            </a:custGeom>
            <a:solidFill>
              <a:srgbClr val="007680"/>
            </a:solidFill>
            <a:ln w="6390" cap="flat">
              <a:noFill/>
              <a:prstDash val="solid"/>
              <a:miter/>
            </a:ln>
          </p:spPr>
          <p:txBody>
            <a:bodyPr rtlCol="0" anchor="ctr"/>
            <a:lstStyle/>
            <a:p>
              <a:endParaRPr lang="en-US"/>
            </a:p>
          </p:txBody>
        </p:sp>
      </p:grpSp>
      <p:grpSp>
        <p:nvGrpSpPr>
          <p:cNvPr id="455" name="Graphic 5">
            <a:extLst>
              <a:ext uri="{FF2B5EF4-FFF2-40B4-BE49-F238E27FC236}">
                <a16:creationId xmlns:a16="http://schemas.microsoft.com/office/drawing/2014/main" id="{D214839F-7AFB-D84F-976C-0383CD2BB589}"/>
              </a:ext>
            </a:extLst>
          </p:cNvPr>
          <p:cNvGrpSpPr/>
          <p:nvPr/>
        </p:nvGrpSpPr>
        <p:grpSpPr>
          <a:xfrm>
            <a:off x="4661459" y="918817"/>
            <a:ext cx="362313" cy="361971"/>
            <a:chOff x="4661459" y="918817"/>
            <a:chExt cx="362313" cy="361971"/>
          </a:xfrm>
          <a:solidFill>
            <a:srgbClr val="007680"/>
          </a:solidFill>
        </p:grpSpPr>
        <p:sp>
          <p:nvSpPr>
            <p:cNvPr id="456" name="Graphic 5">
              <a:extLst>
                <a:ext uri="{FF2B5EF4-FFF2-40B4-BE49-F238E27FC236}">
                  <a16:creationId xmlns:a16="http://schemas.microsoft.com/office/drawing/2014/main" id="{D199EAB1-B5D1-774A-A7F9-CB790F4180BF}"/>
                </a:ext>
              </a:extLst>
            </p:cNvPr>
            <p:cNvSpPr/>
            <p:nvPr/>
          </p:nvSpPr>
          <p:spPr>
            <a:xfrm>
              <a:off x="4661459" y="918817"/>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5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 name="connsiteX13" fmla="*/ 181474 w 362313"/>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948" y="81077"/>
                    <a:pt x="281796" y="0"/>
                    <a:pt x="181474" y="0"/>
                  </a:cubicBezTo>
                  <a:cubicBezTo>
                    <a:pt x="182113" y="0"/>
                    <a:pt x="181474"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50168" y="273873"/>
                    <a:pt x="274767"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457" name="Graphic 5">
              <a:extLst>
                <a:ext uri="{FF2B5EF4-FFF2-40B4-BE49-F238E27FC236}">
                  <a16:creationId xmlns:a16="http://schemas.microsoft.com/office/drawing/2014/main" id="{8B40DBEF-83CE-734C-9CB0-65C052864C00}"/>
                </a:ext>
              </a:extLst>
            </p:cNvPr>
            <p:cNvSpPr/>
            <p:nvPr/>
          </p:nvSpPr>
          <p:spPr>
            <a:xfrm>
              <a:off x="4764337" y="990956"/>
              <a:ext cx="157831" cy="217534"/>
            </a:xfrm>
            <a:custGeom>
              <a:avLst/>
              <a:gdLst>
                <a:gd name="connsiteX0" fmla="*/ 151441 w 157831"/>
                <a:gd name="connsiteY0" fmla="*/ 0 h 217534"/>
                <a:gd name="connsiteX1" fmla="*/ 65177 w 157831"/>
                <a:gd name="connsiteY1" fmla="*/ 0 h 217534"/>
                <a:gd name="connsiteX2" fmla="*/ 58787 w 157831"/>
                <a:gd name="connsiteY2" fmla="*/ 6384 h 217534"/>
                <a:gd name="connsiteX3" fmla="*/ 58787 w 157831"/>
                <a:gd name="connsiteY3" fmla="*/ 195988 h 217534"/>
                <a:gd name="connsiteX4" fmla="*/ 10863 w 157831"/>
                <a:gd name="connsiteY4" fmla="*/ 148108 h 217534"/>
                <a:gd name="connsiteX5" fmla="*/ 1917 w 157831"/>
                <a:gd name="connsiteY5" fmla="*/ 148108 h 217534"/>
                <a:gd name="connsiteX6" fmla="*/ 1917 w 157831"/>
                <a:gd name="connsiteY6" fmla="*/ 157046 h 217534"/>
                <a:gd name="connsiteX7" fmla="*/ 60704 w 157831"/>
                <a:gd name="connsiteY7" fmla="*/ 215779 h 217534"/>
                <a:gd name="connsiteX8" fmla="*/ 62622 w 157831"/>
                <a:gd name="connsiteY8" fmla="*/ 217055 h 217534"/>
                <a:gd name="connsiteX9" fmla="*/ 67733 w 157831"/>
                <a:gd name="connsiteY9" fmla="*/ 217055 h 217534"/>
                <a:gd name="connsiteX10" fmla="*/ 69650 w 157831"/>
                <a:gd name="connsiteY10" fmla="*/ 215779 h 217534"/>
                <a:gd name="connsiteX11" fmla="*/ 128438 w 157831"/>
                <a:gd name="connsiteY11" fmla="*/ 157046 h 217534"/>
                <a:gd name="connsiteX12" fmla="*/ 128438 w 157831"/>
                <a:gd name="connsiteY12" fmla="*/ 148108 h 217534"/>
                <a:gd name="connsiteX13" fmla="*/ 119492 w 157831"/>
                <a:gd name="connsiteY13" fmla="*/ 148108 h 217534"/>
                <a:gd name="connsiteX14" fmla="*/ 119492 w 157831"/>
                <a:gd name="connsiteY14" fmla="*/ 148108 h 217534"/>
                <a:gd name="connsiteX15" fmla="*/ 71567 w 157831"/>
                <a:gd name="connsiteY15" fmla="*/ 195988 h 217534"/>
                <a:gd name="connsiteX16" fmla="*/ 71567 w 157831"/>
                <a:gd name="connsiteY16" fmla="*/ 12768 h 217534"/>
                <a:gd name="connsiteX17" fmla="*/ 151441 w 157831"/>
                <a:gd name="connsiteY17" fmla="*/ 12768 h 217534"/>
                <a:gd name="connsiteX18" fmla="*/ 157831 w 157831"/>
                <a:gd name="connsiteY18" fmla="*/ 6384 h 217534"/>
                <a:gd name="connsiteX19" fmla="*/ 151441 w 157831"/>
                <a:gd name="connsiteY19" fmla="*/ 0 h 217534"/>
                <a:gd name="connsiteX20" fmla="*/ 151441 w 157831"/>
                <a:gd name="connsiteY20" fmla="*/ 0 h 217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7831" h="217534">
                  <a:moveTo>
                    <a:pt x="151441" y="0"/>
                  </a:moveTo>
                  <a:lnTo>
                    <a:pt x="65177" y="0"/>
                  </a:lnTo>
                  <a:cubicBezTo>
                    <a:pt x="61343" y="0"/>
                    <a:pt x="58787" y="2554"/>
                    <a:pt x="58787" y="6384"/>
                  </a:cubicBezTo>
                  <a:lnTo>
                    <a:pt x="58787" y="195988"/>
                  </a:lnTo>
                  <a:lnTo>
                    <a:pt x="10863" y="148108"/>
                  </a:lnTo>
                  <a:cubicBezTo>
                    <a:pt x="8307" y="145555"/>
                    <a:pt x="4473" y="145555"/>
                    <a:pt x="1917" y="148108"/>
                  </a:cubicBezTo>
                  <a:cubicBezTo>
                    <a:pt x="-639" y="150662"/>
                    <a:pt x="-639" y="154492"/>
                    <a:pt x="1917" y="157046"/>
                  </a:cubicBezTo>
                  <a:lnTo>
                    <a:pt x="60704" y="215779"/>
                  </a:lnTo>
                  <a:cubicBezTo>
                    <a:pt x="61343" y="216417"/>
                    <a:pt x="61982" y="217055"/>
                    <a:pt x="62622" y="217055"/>
                  </a:cubicBezTo>
                  <a:cubicBezTo>
                    <a:pt x="63899" y="217694"/>
                    <a:pt x="65816" y="217694"/>
                    <a:pt x="67733" y="217055"/>
                  </a:cubicBezTo>
                  <a:cubicBezTo>
                    <a:pt x="68372" y="217055"/>
                    <a:pt x="69011" y="216417"/>
                    <a:pt x="69650" y="215779"/>
                  </a:cubicBezTo>
                  <a:lnTo>
                    <a:pt x="128438" y="157046"/>
                  </a:lnTo>
                  <a:cubicBezTo>
                    <a:pt x="130994" y="154492"/>
                    <a:pt x="130994" y="150662"/>
                    <a:pt x="128438" y="148108"/>
                  </a:cubicBezTo>
                  <a:cubicBezTo>
                    <a:pt x="125882" y="145555"/>
                    <a:pt x="122048" y="145555"/>
                    <a:pt x="119492" y="148108"/>
                  </a:cubicBezTo>
                  <a:lnTo>
                    <a:pt x="119492" y="148108"/>
                  </a:lnTo>
                  <a:lnTo>
                    <a:pt x="71567" y="195988"/>
                  </a:lnTo>
                  <a:lnTo>
                    <a:pt x="71567" y="12768"/>
                  </a:lnTo>
                  <a:lnTo>
                    <a:pt x="151441" y="12768"/>
                  </a:lnTo>
                  <a:cubicBezTo>
                    <a:pt x="155276" y="12768"/>
                    <a:pt x="157831" y="10214"/>
                    <a:pt x="157831" y="6384"/>
                  </a:cubicBezTo>
                  <a:cubicBezTo>
                    <a:pt x="157831" y="2554"/>
                    <a:pt x="154636" y="0"/>
                    <a:pt x="151441" y="0"/>
                  </a:cubicBezTo>
                  <a:lnTo>
                    <a:pt x="151441" y="0"/>
                  </a:lnTo>
                  <a:close/>
                </a:path>
              </a:pathLst>
            </a:custGeom>
            <a:solidFill>
              <a:srgbClr val="007680"/>
            </a:solidFill>
            <a:ln w="6390" cap="flat">
              <a:noFill/>
              <a:prstDash val="solid"/>
              <a:miter/>
            </a:ln>
          </p:spPr>
          <p:txBody>
            <a:bodyPr rtlCol="0" anchor="ctr"/>
            <a:lstStyle/>
            <a:p>
              <a:endParaRPr lang="en-US"/>
            </a:p>
          </p:txBody>
        </p:sp>
      </p:grpSp>
      <p:grpSp>
        <p:nvGrpSpPr>
          <p:cNvPr id="458" name="Graphic 5">
            <a:extLst>
              <a:ext uri="{FF2B5EF4-FFF2-40B4-BE49-F238E27FC236}">
                <a16:creationId xmlns:a16="http://schemas.microsoft.com/office/drawing/2014/main" id="{B2650A19-2425-3745-B3E8-74436E4F0953}"/>
              </a:ext>
            </a:extLst>
          </p:cNvPr>
          <p:cNvGrpSpPr/>
          <p:nvPr/>
        </p:nvGrpSpPr>
        <p:grpSpPr>
          <a:xfrm>
            <a:off x="6754802" y="918817"/>
            <a:ext cx="362309" cy="361971"/>
            <a:chOff x="6754802" y="918817"/>
            <a:chExt cx="362309" cy="361971"/>
          </a:xfrm>
          <a:solidFill>
            <a:srgbClr val="007680"/>
          </a:solidFill>
        </p:grpSpPr>
        <p:sp>
          <p:nvSpPr>
            <p:cNvPr id="459" name="Graphic 5">
              <a:extLst>
                <a:ext uri="{FF2B5EF4-FFF2-40B4-BE49-F238E27FC236}">
                  <a16:creationId xmlns:a16="http://schemas.microsoft.com/office/drawing/2014/main" id="{63AF0163-1586-D44B-B285-FA259D8090FE}"/>
                </a:ext>
              </a:extLst>
            </p:cNvPr>
            <p:cNvSpPr/>
            <p:nvPr/>
          </p:nvSpPr>
          <p:spPr>
            <a:xfrm>
              <a:off x="6754802" y="9188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873"/>
                    <a:pt x="274767"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460" name="Graphic 5">
              <a:extLst>
                <a:ext uri="{FF2B5EF4-FFF2-40B4-BE49-F238E27FC236}">
                  <a16:creationId xmlns:a16="http://schemas.microsoft.com/office/drawing/2014/main" id="{10767AA4-0739-EF44-AD0D-D118A617A2E8}"/>
                </a:ext>
              </a:extLst>
            </p:cNvPr>
            <p:cNvSpPr/>
            <p:nvPr/>
          </p:nvSpPr>
          <p:spPr>
            <a:xfrm>
              <a:off x="6857680" y="990956"/>
              <a:ext cx="157831" cy="217534"/>
            </a:xfrm>
            <a:custGeom>
              <a:avLst/>
              <a:gdLst>
                <a:gd name="connsiteX0" fmla="*/ 146969 w 157831"/>
                <a:gd name="connsiteY0" fmla="*/ 148108 h 217534"/>
                <a:gd name="connsiteX1" fmla="*/ 99044 w 157831"/>
                <a:gd name="connsiteY1" fmla="*/ 195988 h 217534"/>
                <a:gd name="connsiteX2" fmla="*/ 99044 w 157831"/>
                <a:gd name="connsiteY2" fmla="*/ 6384 h 217534"/>
                <a:gd name="connsiteX3" fmla="*/ 92654 w 157831"/>
                <a:gd name="connsiteY3" fmla="*/ 0 h 217534"/>
                <a:gd name="connsiteX4" fmla="*/ 6390 w 157831"/>
                <a:gd name="connsiteY4" fmla="*/ 0 h 217534"/>
                <a:gd name="connsiteX5" fmla="*/ 0 w 157831"/>
                <a:gd name="connsiteY5" fmla="*/ 6384 h 217534"/>
                <a:gd name="connsiteX6" fmla="*/ 6390 w 157831"/>
                <a:gd name="connsiteY6" fmla="*/ 12768 h 217534"/>
                <a:gd name="connsiteX7" fmla="*/ 86264 w 157831"/>
                <a:gd name="connsiteY7" fmla="*/ 12768 h 217534"/>
                <a:gd name="connsiteX8" fmla="*/ 86264 w 157831"/>
                <a:gd name="connsiteY8" fmla="*/ 195988 h 217534"/>
                <a:gd name="connsiteX9" fmla="*/ 38340 w 157831"/>
                <a:gd name="connsiteY9" fmla="*/ 148108 h 217534"/>
                <a:gd name="connsiteX10" fmla="*/ 29394 w 157831"/>
                <a:gd name="connsiteY10" fmla="*/ 148108 h 217534"/>
                <a:gd name="connsiteX11" fmla="*/ 29394 w 157831"/>
                <a:gd name="connsiteY11" fmla="*/ 157046 h 217534"/>
                <a:gd name="connsiteX12" fmla="*/ 29394 w 157831"/>
                <a:gd name="connsiteY12" fmla="*/ 157046 h 217534"/>
                <a:gd name="connsiteX13" fmla="*/ 88181 w 157831"/>
                <a:gd name="connsiteY13" fmla="*/ 215779 h 217534"/>
                <a:gd name="connsiteX14" fmla="*/ 90099 w 157831"/>
                <a:gd name="connsiteY14" fmla="*/ 217055 h 217534"/>
                <a:gd name="connsiteX15" fmla="*/ 95210 w 157831"/>
                <a:gd name="connsiteY15" fmla="*/ 217055 h 217534"/>
                <a:gd name="connsiteX16" fmla="*/ 97128 w 157831"/>
                <a:gd name="connsiteY16" fmla="*/ 215779 h 217534"/>
                <a:gd name="connsiteX17" fmla="*/ 155915 w 157831"/>
                <a:gd name="connsiteY17" fmla="*/ 157046 h 217534"/>
                <a:gd name="connsiteX18" fmla="*/ 155915 w 157831"/>
                <a:gd name="connsiteY18" fmla="*/ 148108 h 217534"/>
                <a:gd name="connsiteX19" fmla="*/ 146969 w 157831"/>
                <a:gd name="connsiteY19" fmla="*/ 148108 h 217534"/>
                <a:gd name="connsiteX20" fmla="*/ 146969 w 157831"/>
                <a:gd name="connsiteY20" fmla="*/ 148108 h 217534"/>
                <a:gd name="connsiteX21" fmla="*/ 146969 w 157831"/>
                <a:gd name="connsiteY21" fmla="*/ 148108 h 217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7831" h="217534">
                  <a:moveTo>
                    <a:pt x="146969" y="148108"/>
                  </a:moveTo>
                  <a:lnTo>
                    <a:pt x="99044" y="195988"/>
                  </a:lnTo>
                  <a:lnTo>
                    <a:pt x="99044" y="6384"/>
                  </a:lnTo>
                  <a:cubicBezTo>
                    <a:pt x="99044" y="2554"/>
                    <a:pt x="96489" y="0"/>
                    <a:pt x="92654" y="0"/>
                  </a:cubicBezTo>
                  <a:lnTo>
                    <a:pt x="6390" y="0"/>
                  </a:lnTo>
                  <a:cubicBezTo>
                    <a:pt x="2556" y="0"/>
                    <a:pt x="0" y="2554"/>
                    <a:pt x="0" y="6384"/>
                  </a:cubicBezTo>
                  <a:cubicBezTo>
                    <a:pt x="0" y="10214"/>
                    <a:pt x="2556" y="12768"/>
                    <a:pt x="6390" y="12768"/>
                  </a:cubicBezTo>
                  <a:lnTo>
                    <a:pt x="86264" y="12768"/>
                  </a:lnTo>
                  <a:lnTo>
                    <a:pt x="86264" y="195988"/>
                  </a:lnTo>
                  <a:lnTo>
                    <a:pt x="38340" y="148108"/>
                  </a:lnTo>
                  <a:cubicBezTo>
                    <a:pt x="35784" y="145555"/>
                    <a:pt x="31950" y="145555"/>
                    <a:pt x="29394" y="148108"/>
                  </a:cubicBezTo>
                  <a:cubicBezTo>
                    <a:pt x="26838" y="150662"/>
                    <a:pt x="26838" y="154492"/>
                    <a:pt x="29394" y="157046"/>
                  </a:cubicBezTo>
                  <a:lnTo>
                    <a:pt x="29394" y="157046"/>
                  </a:lnTo>
                  <a:lnTo>
                    <a:pt x="88181" y="215779"/>
                  </a:lnTo>
                  <a:cubicBezTo>
                    <a:pt x="88820" y="216417"/>
                    <a:pt x="89459" y="217055"/>
                    <a:pt x="90099" y="217055"/>
                  </a:cubicBezTo>
                  <a:cubicBezTo>
                    <a:pt x="91376" y="217694"/>
                    <a:pt x="93294" y="217694"/>
                    <a:pt x="95210" y="217055"/>
                  </a:cubicBezTo>
                  <a:cubicBezTo>
                    <a:pt x="95849" y="216417"/>
                    <a:pt x="96489" y="216417"/>
                    <a:pt x="97128" y="215779"/>
                  </a:cubicBezTo>
                  <a:lnTo>
                    <a:pt x="155915" y="157046"/>
                  </a:lnTo>
                  <a:cubicBezTo>
                    <a:pt x="158471" y="154492"/>
                    <a:pt x="158471" y="150662"/>
                    <a:pt x="155915" y="148108"/>
                  </a:cubicBezTo>
                  <a:cubicBezTo>
                    <a:pt x="153358" y="145555"/>
                    <a:pt x="148886" y="145555"/>
                    <a:pt x="146969" y="148108"/>
                  </a:cubicBezTo>
                  <a:lnTo>
                    <a:pt x="146969" y="148108"/>
                  </a:lnTo>
                  <a:lnTo>
                    <a:pt x="146969" y="148108"/>
                  </a:lnTo>
                  <a:close/>
                </a:path>
              </a:pathLst>
            </a:custGeom>
            <a:solidFill>
              <a:srgbClr val="007680"/>
            </a:solidFill>
            <a:ln w="6390" cap="flat">
              <a:noFill/>
              <a:prstDash val="solid"/>
              <a:miter/>
            </a:ln>
          </p:spPr>
          <p:txBody>
            <a:bodyPr rtlCol="0" anchor="ctr"/>
            <a:lstStyle/>
            <a:p>
              <a:endParaRPr lang="en-US"/>
            </a:p>
          </p:txBody>
        </p:sp>
      </p:grpSp>
      <p:grpSp>
        <p:nvGrpSpPr>
          <p:cNvPr id="461" name="Graphic 5">
            <a:extLst>
              <a:ext uri="{FF2B5EF4-FFF2-40B4-BE49-F238E27FC236}">
                <a16:creationId xmlns:a16="http://schemas.microsoft.com/office/drawing/2014/main" id="{F1CFF2E6-B5F4-9B43-AC50-6CED48A57380}"/>
              </a:ext>
            </a:extLst>
          </p:cNvPr>
          <p:cNvGrpSpPr/>
          <p:nvPr/>
        </p:nvGrpSpPr>
        <p:grpSpPr>
          <a:xfrm>
            <a:off x="5708769" y="918817"/>
            <a:ext cx="362312" cy="361971"/>
            <a:chOff x="5708769" y="918817"/>
            <a:chExt cx="362312" cy="361971"/>
          </a:xfrm>
          <a:solidFill>
            <a:srgbClr val="007680"/>
          </a:solidFill>
        </p:grpSpPr>
        <p:sp>
          <p:nvSpPr>
            <p:cNvPr id="462" name="Graphic 5">
              <a:extLst>
                <a:ext uri="{FF2B5EF4-FFF2-40B4-BE49-F238E27FC236}">
                  <a16:creationId xmlns:a16="http://schemas.microsoft.com/office/drawing/2014/main" id="{A0BEC313-29B9-C94E-991D-8568C2938527}"/>
                </a:ext>
              </a:extLst>
            </p:cNvPr>
            <p:cNvSpPr/>
            <p:nvPr/>
          </p:nvSpPr>
          <p:spPr>
            <a:xfrm>
              <a:off x="5708769" y="918817"/>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463" name="Graphic 5">
              <a:extLst>
                <a:ext uri="{FF2B5EF4-FFF2-40B4-BE49-F238E27FC236}">
                  <a16:creationId xmlns:a16="http://schemas.microsoft.com/office/drawing/2014/main" id="{A4C0083A-20FA-0F40-839B-0B6C514E921C}"/>
                </a:ext>
              </a:extLst>
            </p:cNvPr>
            <p:cNvSpPr/>
            <p:nvPr/>
          </p:nvSpPr>
          <p:spPr>
            <a:xfrm>
              <a:off x="5811647" y="991116"/>
              <a:ext cx="157831" cy="217534"/>
            </a:xfrm>
            <a:custGeom>
              <a:avLst/>
              <a:gdLst>
                <a:gd name="connsiteX0" fmla="*/ 151441 w 157831"/>
                <a:gd name="connsiteY0" fmla="*/ 204766 h 217534"/>
                <a:gd name="connsiteX1" fmla="*/ 71567 w 157831"/>
                <a:gd name="connsiteY1" fmla="*/ 204766 h 217534"/>
                <a:gd name="connsiteX2" fmla="*/ 71567 w 157831"/>
                <a:gd name="connsiteY2" fmla="*/ 21546 h 217534"/>
                <a:gd name="connsiteX3" fmla="*/ 119492 w 157831"/>
                <a:gd name="connsiteY3" fmla="*/ 69426 h 217534"/>
                <a:gd name="connsiteX4" fmla="*/ 128437 w 157831"/>
                <a:gd name="connsiteY4" fmla="*/ 69426 h 217534"/>
                <a:gd name="connsiteX5" fmla="*/ 128437 w 157831"/>
                <a:gd name="connsiteY5" fmla="*/ 60488 h 217534"/>
                <a:gd name="connsiteX6" fmla="*/ 69650 w 157831"/>
                <a:gd name="connsiteY6" fmla="*/ 1756 h 217534"/>
                <a:gd name="connsiteX7" fmla="*/ 67733 w 157831"/>
                <a:gd name="connsiteY7" fmla="*/ 479 h 217534"/>
                <a:gd name="connsiteX8" fmla="*/ 62621 w 157831"/>
                <a:gd name="connsiteY8" fmla="*/ 479 h 217534"/>
                <a:gd name="connsiteX9" fmla="*/ 60704 w 157831"/>
                <a:gd name="connsiteY9" fmla="*/ 1756 h 217534"/>
                <a:gd name="connsiteX10" fmla="*/ 1917 w 157831"/>
                <a:gd name="connsiteY10" fmla="*/ 60488 h 217534"/>
                <a:gd name="connsiteX11" fmla="*/ 1917 w 157831"/>
                <a:gd name="connsiteY11" fmla="*/ 69426 h 217534"/>
                <a:gd name="connsiteX12" fmla="*/ 6390 w 157831"/>
                <a:gd name="connsiteY12" fmla="*/ 71341 h 217534"/>
                <a:gd name="connsiteX13" fmla="*/ 10863 w 157831"/>
                <a:gd name="connsiteY13" fmla="*/ 69426 h 217534"/>
                <a:gd name="connsiteX14" fmla="*/ 58787 w 157831"/>
                <a:gd name="connsiteY14" fmla="*/ 21546 h 217534"/>
                <a:gd name="connsiteX15" fmla="*/ 58787 w 157831"/>
                <a:gd name="connsiteY15" fmla="*/ 211150 h 217534"/>
                <a:gd name="connsiteX16" fmla="*/ 65177 w 157831"/>
                <a:gd name="connsiteY16" fmla="*/ 217534 h 217534"/>
                <a:gd name="connsiteX17" fmla="*/ 151441 w 157831"/>
                <a:gd name="connsiteY17" fmla="*/ 217534 h 217534"/>
                <a:gd name="connsiteX18" fmla="*/ 157831 w 157831"/>
                <a:gd name="connsiteY18" fmla="*/ 211150 h 217534"/>
                <a:gd name="connsiteX19" fmla="*/ 151441 w 157831"/>
                <a:gd name="connsiteY19" fmla="*/ 204766 h 217534"/>
                <a:gd name="connsiteX20" fmla="*/ 151441 w 157831"/>
                <a:gd name="connsiteY20" fmla="*/ 204766 h 217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7831" h="217534">
                  <a:moveTo>
                    <a:pt x="151441" y="204766"/>
                  </a:moveTo>
                  <a:lnTo>
                    <a:pt x="71567" y="204766"/>
                  </a:lnTo>
                  <a:lnTo>
                    <a:pt x="71567" y="21546"/>
                  </a:lnTo>
                  <a:lnTo>
                    <a:pt x="119492" y="69426"/>
                  </a:lnTo>
                  <a:cubicBezTo>
                    <a:pt x="122048" y="71979"/>
                    <a:pt x="125882" y="71979"/>
                    <a:pt x="128437" y="69426"/>
                  </a:cubicBezTo>
                  <a:cubicBezTo>
                    <a:pt x="130994" y="66872"/>
                    <a:pt x="130994" y="63042"/>
                    <a:pt x="128437" y="60488"/>
                  </a:cubicBezTo>
                  <a:lnTo>
                    <a:pt x="69650" y="1756"/>
                  </a:lnTo>
                  <a:cubicBezTo>
                    <a:pt x="69011" y="1117"/>
                    <a:pt x="68372" y="479"/>
                    <a:pt x="67733" y="479"/>
                  </a:cubicBezTo>
                  <a:cubicBezTo>
                    <a:pt x="66455" y="-160"/>
                    <a:pt x="64538" y="-160"/>
                    <a:pt x="62621" y="479"/>
                  </a:cubicBezTo>
                  <a:cubicBezTo>
                    <a:pt x="61982" y="479"/>
                    <a:pt x="61343" y="1117"/>
                    <a:pt x="60704" y="1756"/>
                  </a:cubicBezTo>
                  <a:lnTo>
                    <a:pt x="1917" y="60488"/>
                  </a:lnTo>
                  <a:cubicBezTo>
                    <a:pt x="-639" y="63042"/>
                    <a:pt x="-639" y="66872"/>
                    <a:pt x="1917" y="69426"/>
                  </a:cubicBezTo>
                  <a:cubicBezTo>
                    <a:pt x="3195" y="70703"/>
                    <a:pt x="4473" y="71341"/>
                    <a:pt x="6390" y="71341"/>
                  </a:cubicBezTo>
                  <a:cubicBezTo>
                    <a:pt x="8307" y="71341"/>
                    <a:pt x="9585" y="70703"/>
                    <a:pt x="10863" y="69426"/>
                  </a:cubicBezTo>
                  <a:lnTo>
                    <a:pt x="58787" y="21546"/>
                  </a:lnTo>
                  <a:lnTo>
                    <a:pt x="58787" y="211150"/>
                  </a:lnTo>
                  <a:cubicBezTo>
                    <a:pt x="58787" y="214981"/>
                    <a:pt x="61343" y="217534"/>
                    <a:pt x="65177" y="217534"/>
                  </a:cubicBezTo>
                  <a:lnTo>
                    <a:pt x="151441" y="217534"/>
                  </a:lnTo>
                  <a:cubicBezTo>
                    <a:pt x="155275" y="217534"/>
                    <a:pt x="157831" y="214981"/>
                    <a:pt x="157831" y="211150"/>
                  </a:cubicBezTo>
                  <a:cubicBezTo>
                    <a:pt x="157831" y="207320"/>
                    <a:pt x="154636" y="204766"/>
                    <a:pt x="151441" y="204766"/>
                  </a:cubicBezTo>
                  <a:lnTo>
                    <a:pt x="151441" y="204766"/>
                  </a:lnTo>
                  <a:close/>
                </a:path>
              </a:pathLst>
            </a:custGeom>
            <a:solidFill>
              <a:srgbClr val="007680"/>
            </a:solidFill>
            <a:ln w="6390" cap="flat">
              <a:noFill/>
              <a:prstDash val="solid"/>
              <a:miter/>
            </a:ln>
          </p:spPr>
          <p:txBody>
            <a:bodyPr rtlCol="0" anchor="ctr"/>
            <a:lstStyle/>
            <a:p>
              <a:endParaRPr lang="en-US"/>
            </a:p>
          </p:txBody>
        </p:sp>
      </p:grpSp>
      <p:grpSp>
        <p:nvGrpSpPr>
          <p:cNvPr id="464" name="Graphic 5">
            <a:extLst>
              <a:ext uri="{FF2B5EF4-FFF2-40B4-BE49-F238E27FC236}">
                <a16:creationId xmlns:a16="http://schemas.microsoft.com/office/drawing/2014/main" id="{1023C8E6-8599-3140-84C2-3BE7E757188D}"/>
              </a:ext>
            </a:extLst>
          </p:cNvPr>
          <p:cNvGrpSpPr/>
          <p:nvPr/>
        </p:nvGrpSpPr>
        <p:grpSpPr>
          <a:xfrm>
            <a:off x="7802752" y="918817"/>
            <a:ext cx="361674" cy="361971"/>
            <a:chOff x="7802752" y="918817"/>
            <a:chExt cx="361674" cy="361971"/>
          </a:xfrm>
          <a:solidFill>
            <a:srgbClr val="007680"/>
          </a:solidFill>
        </p:grpSpPr>
        <p:sp>
          <p:nvSpPr>
            <p:cNvPr id="465" name="Graphic 5">
              <a:extLst>
                <a:ext uri="{FF2B5EF4-FFF2-40B4-BE49-F238E27FC236}">
                  <a16:creationId xmlns:a16="http://schemas.microsoft.com/office/drawing/2014/main" id="{747DADA9-CA16-2842-AC98-FD342BC02161}"/>
                </a:ext>
              </a:extLst>
            </p:cNvPr>
            <p:cNvSpPr/>
            <p:nvPr/>
          </p:nvSpPr>
          <p:spPr>
            <a:xfrm>
              <a:off x="7802752" y="918817"/>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180836 w 361674"/>
                <a:gd name="connsiteY7" fmla="*/ 349204 h 361971"/>
                <a:gd name="connsiteX8" fmla="*/ 12780 w 361674"/>
                <a:gd name="connsiteY8" fmla="*/ 181305 h 361971"/>
                <a:gd name="connsiteX9" fmla="*/ 180836 w 361674"/>
                <a:gd name="connsiteY9" fmla="*/ 12768 h 361971"/>
                <a:gd name="connsiteX10" fmla="*/ 348890 w 361674"/>
                <a:gd name="connsiteY10" fmla="*/ 180667 h 361971"/>
                <a:gd name="connsiteX11" fmla="*/ 348890 w 361674"/>
                <a:gd name="connsiteY11" fmla="*/ 180667 h 361971"/>
                <a:gd name="connsiteX12" fmla="*/ 180836 w 361674"/>
                <a:gd name="connsiteY12" fmla="*/ 349204 h 361971"/>
                <a:gd name="connsiteX13" fmla="*/ 180836 w 361674"/>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4" h="361971">
                  <a:moveTo>
                    <a:pt x="180836" y="0"/>
                  </a:moveTo>
                  <a:cubicBezTo>
                    <a:pt x="80513" y="0"/>
                    <a:pt x="0" y="81077"/>
                    <a:pt x="0" y="180667"/>
                  </a:cubicBezTo>
                  <a:cubicBezTo>
                    <a:pt x="0" y="280895"/>
                    <a:pt x="81153" y="361972"/>
                    <a:pt x="180836" y="361972"/>
                  </a:cubicBezTo>
                  <a:cubicBezTo>
                    <a:pt x="281157" y="361972"/>
                    <a:pt x="361670" y="280895"/>
                    <a:pt x="361670" y="181305"/>
                  </a:cubicBezTo>
                  <a:lnTo>
                    <a:pt x="361670" y="181305"/>
                  </a:lnTo>
                  <a:cubicBezTo>
                    <a:pt x="362310" y="81077"/>
                    <a:pt x="281157" y="0"/>
                    <a:pt x="180836" y="0"/>
                  </a:cubicBezTo>
                  <a:cubicBezTo>
                    <a:pt x="180836" y="0"/>
                    <a:pt x="180836" y="0"/>
                    <a:pt x="180836" y="0"/>
                  </a:cubicBezTo>
                  <a:close/>
                  <a:moveTo>
                    <a:pt x="180836" y="349204"/>
                  </a:moveTo>
                  <a:cubicBezTo>
                    <a:pt x="87543" y="349204"/>
                    <a:pt x="12780" y="273873"/>
                    <a:pt x="12780" y="181305"/>
                  </a:cubicBezTo>
                  <a:cubicBezTo>
                    <a:pt x="12780" y="88737"/>
                    <a:pt x="88181" y="12768"/>
                    <a:pt x="180836" y="12768"/>
                  </a:cubicBezTo>
                  <a:cubicBezTo>
                    <a:pt x="274128" y="12768"/>
                    <a:pt x="348890" y="88099"/>
                    <a:pt x="348890" y="180667"/>
                  </a:cubicBezTo>
                  <a:cubicBezTo>
                    <a:pt x="348890" y="180667"/>
                    <a:pt x="348890" y="180667"/>
                    <a:pt x="348890" y="180667"/>
                  </a:cubicBezTo>
                  <a:cubicBezTo>
                    <a:pt x="348890" y="273873"/>
                    <a:pt x="273490" y="349204"/>
                    <a:pt x="180836" y="349204"/>
                  </a:cubicBezTo>
                  <a:lnTo>
                    <a:pt x="180836" y="349204"/>
                  </a:lnTo>
                  <a:close/>
                </a:path>
              </a:pathLst>
            </a:custGeom>
            <a:solidFill>
              <a:srgbClr val="007680"/>
            </a:solidFill>
            <a:ln w="6390" cap="flat">
              <a:noFill/>
              <a:prstDash val="solid"/>
              <a:miter/>
            </a:ln>
          </p:spPr>
          <p:txBody>
            <a:bodyPr rtlCol="0" anchor="ctr"/>
            <a:lstStyle/>
            <a:p>
              <a:endParaRPr lang="en-US"/>
            </a:p>
          </p:txBody>
        </p:sp>
        <p:sp>
          <p:nvSpPr>
            <p:cNvPr id="466" name="Graphic 5">
              <a:extLst>
                <a:ext uri="{FF2B5EF4-FFF2-40B4-BE49-F238E27FC236}">
                  <a16:creationId xmlns:a16="http://schemas.microsoft.com/office/drawing/2014/main" id="{C76FD9B5-F2F0-F04D-BFE4-6E5192B9F754}"/>
                </a:ext>
              </a:extLst>
            </p:cNvPr>
            <p:cNvSpPr/>
            <p:nvPr/>
          </p:nvSpPr>
          <p:spPr>
            <a:xfrm>
              <a:off x="7904991" y="991116"/>
              <a:ext cx="157831" cy="217534"/>
            </a:xfrm>
            <a:custGeom>
              <a:avLst/>
              <a:gdLst>
                <a:gd name="connsiteX0" fmla="*/ 97128 w 157831"/>
                <a:gd name="connsiteY0" fmla="*/ 1756 h 217534"/>
                <a:gd name="connsiteX1" fmla="*/ 95210 w 157831"/>
                <a:gd name="connsiteY1" fmla="*/ 479 h 217534"/>
                <a:gd name="connsiteX2" fmla="*/ 90098 w 157831"/>
                <a:gd name="connsiteY2" fmla="*/ 479 h 217534"/>
                <a:gd name="connsiteX3" fmla="*/ 88181 w 157831"/>
                <a:gd name="connsiteY3" fmla="*/ 1756 h 217534"/>
                <a:gd name="connsiteX4" fmla="*/ 29394 w 157831"/>
                <a:gd name="connsiteY4" fmla="*/ 60488 h 217534"/>
                <a:gd name="connsiteX5" fmla="*/ 29394 w 157831"/>
                <a:gd name="connsiteY5" fmla="*/ 69426 h 217534"/>
                <a:gd name="connsiteX6" fmla="*/ 38340 w 157831"/>
                <a:gd name="connsiteY6" fmla="*/ 69426 h 217534"/>
                <a:gd name="connsiteX7" fmla="*/ 86264 w 157831"/>
                <a:gd name="connsiteY7" fmla="*/ 21546 h 217534"/>
                <a:gd name="connsiteX8" fmla="*/ 86264 w 157831"/>
                <a:gd name="connsiteY8" fmla="*/ 204766 h 217534"/>
                <a:gd name="connsiteX9" fmla="*/ 6390 w 157831"/>
                <a:gd name="connsiteY9" fmla="*/ 204766 h 217534"/>
                <a:gd name="connsiteX10" fmla="*/ 0 w 157831"/>
                <a:gd name="connsiteY10" fmla="*/ 211150 h 217534"/>
                <a:gd name="connsiteX11" fmla="*/ 6390 w 157831"/>
                <a:gd name="connsiteY11" fmla="*/ 217534 h 217534"/>
                <a:gd name="connsiteX12" fmla="*/ 92654 w 157831"/>
                <a:gd name="connsiteY12" fmla="*/ 217534 h 217534"/>
                <a:gd name="connsiteX13" fmla="*/ 99044 w 157831"/>
                <a:gd name="connsiteY13" fmla="*/ 211150 h 217534"/>
                <a:gd name="connsiteX14" fmla="*/ 99044 w 157831"/>
                <a:gd name="connsiteY14" fmla="*/ 21546 h 217534"/>
                <a:gd name="connsiteX15" fmla="*/ 146969 w 157831"/>
                <a:gd name="connsiteY15" fmla="*/ 69426 h 217534"/>
                <a:gd name="connsiteX16" fmla="*/ 155915 w 157831"/>
                <a:gd name="connsiteY16" fmla="*/ 69426 h 217534"/>
                <a:gd name="connsiteX17" fmla="*/ 155915 w 157831"/>
                <a:gd name="connsiteY17" fmla="*/ 60488 h 217534"/>
                <a:gd name="connsiteX18" fmla="*/ 97128 w 157831"/>
                <a:gd name="connsiteY18" fmla="*/ 1756 h 217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7831" h="217534">
                  <a:moveTo>
                    <a:pt x="97128" y="1756"/>
                  </a:moveTo>
                  <a:cubicBezTo>
                    <a:pt x="96488" y="1117"/>
                    <a:pt x="95849" y="479"/>
                    <a:pt x="95210" y="479"/>
                  </a:cubicBezTo>
                  <a:cubicBezTo>
                    <a:pt x="93933" y="-160"/>
                    <a:pt x="92015" y="-160"/>
                    <a:pt x="90098" y="479"/>
                  </a:cubicBezTo>
                  <a:cubicBezTo>
                    <a:pt x="89459" y="479"/>
                    <a:pt x="88820" y="1117"/>
                    <a:pt x="88181" y="1756"/>
                  </a:cubicBezTo>
                  <a:lnTo>
                    <a:pt x="29394" y="60488"/>
                  </a:lnTo>
                  <a:cubicBezTo>
                    <a:pt x="26838" y="63042"/>
                    <a:pt x="26838" y="66872"/>
                    <a:pt x="29394" y="69426"/>
                  </a:cubicBezTo>
                  <a:cubicBezTo>
                    <a:pt x="31950" y="71979"/>
                    <a:pt x="35783" y="71979"/>
                    <a:pt x="38340" y="69426"/>
                  </a:cubicBezTo>
                  <a:lnTo>
                    <a:pt x="86264" y="21546"/>
                  </a:lnTo>
                  <a:lnTo>
                    <a:pt x="86264" y="204766"/>
                  </a:lnTo>
                  <a:lnTo>
                    <a:pt x="6390" y="204766"/>
                  </a:lnTo>
                  <a:cubicBezTo>
                    <a:pt x="2556" y="204766"/>
                    <a:pt x="0" y="207320"/>
                    <a:pt x="0" y="211150"/>
                  </a:cubicBezTo>
                  <a:cubicBezTo>
                    <a:pt x="0" y="214981"/>
                    <a:pt x="2556" y="217534"/>
                    <a:pt x="6390" y="217534"/>
                  </a:cubicBezTo>
                  <a:lnTo>
                    <a:pt x="92654" y="217534"/>
                  </a:lnTo>
                  <a:cubicBezTo>
                    <a:pt x="96488" y="217534"/>
                    <a:pt x="99044" y="214981"/>
                    <a:pt x="99044" y="211150"/>
                  </a:cubicBezTo>
                  <a:lnTo>
                    <a:pt x="99044" y="21546"/>
                  </a:lnTo>
                  <a:lnTo>
                    <a:pt x="146969" y="69426"/>
                  </a:lnTo>
                  <a:cubicBezTo>
                    <a:pt x="149525" y="71979"/>
                    <a:pt x="153358" y="71979"/>
                    <a:pt x="155915" y="69426"/>
                  </a:cubicBezTo>
                  <a:cubicBezTo>
                    <a:pt x="158471" y="66872"/>
                    <a:pt x="158471" y="63042"/>
                    <a:pt x="155915" y="60488"/>
                  </a:cubicBezTo>
                  <a:lnTo>
                    <a:pt x="97128" y="1756"/>
                  </a:lnTo>
                  <a:close/>
                </a:path>
              </a:pathLst>
            </a:custGeom>
            <a:solidFill>
              <a:srgbClr val="007680"/>
            </a:solidFill>
            <a:ln w="6390" cap="flat">
              <a:noFill/>
              <a:prstDash val="solid"/>
              <a:miter/>
            </a:ln>
          </p:spPr>
          <p:txBody>
            <a:bodyPr rtlCol="0" anchor="ctr"/>
            <a:lstStyle/>
            <a:p>
              <a:endParaRPr lang="en-US"/>
            </a:p>
          </p:txBody>
        </p:sp>
      </p:grpSp>
      <p:grpSp>
        <p:nvGrpSpPr>
          <p:cNvPr id="467" name="Graphic 5">
            <a:extLst>
              <a:ext uri="{FF2B5EF4-FFF2-40B4-BE49-F238E27FC236}">
                <a16:creationId xmlns:a16="http://schemas.microsoft.com/office/drawing/2014/main" id="{463CDBB9-98E6-5D4F-8416-31623B7599DF}"/>
              </a:ext>
            </a:extLst>
          </p:cNvPr>
          <p:cNvGrpSpPr/>
          <p:nvPr/>
        </p:nvGrpSpPr>
        <p:grpSpPr>
          <a:xfrm>
            <a:off x="10935099" y="918817"/>
            <a:ext cx="362309" cy="361971"/>
            <a:chOff x="10935099" y="918817"/>
            <a:chExt cx="362309" cy="361971"/>
          </a:xfrm>
          <a:solidFill>
            <a:srgbClr val="007680"/>
          </a:solidFill>
        </p:grpSpPr>
        <p:sp>
          <p:nvSpPr>
            <p:cNvPr id="468" name="Graphic 5">
              <a:extLst>
                <a:ext uri="{FF2B5EF4-FFF2-40B4-BE49-F238E27FC236}">
                  <a16:creationId xmlns:a16="http://schemas.microsoft.com/office/drawing/2014/main" id="{C296F9F2-AD8F-4045-B740-27DBC483849D}"/>
                </a:ext>
              </a:extLst>
            </p:cNvPr>
            <p:cNvSpPr/>
            <p:nvPr/>
          </p:nvSpPr>
          <p:spPr>
            <a:xfrm>
              <a:off x="10935099" y="9188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1305 h 361971"/>
                <a:gd name="connsiteX10" fmla="*/ 180835 w 362309"/>
                <a:gd name="connsiteY10" fmla="*/ 349204 h 361971"/>
                <a:gd name="connsiteX11" fmla="*/ 180835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09" y="280895"/>
                    <a:pt x="362309" y="181305"/>
                  </a:cubicBezTo>
                  <a:cubicBezTo>
                    <a:pt x="362309"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1474" y="12768"/>
                  </a:cubicBezTo>
                  <a:cubicBezTo>
                    <a:pt x="274128" y="12768"/>
                    <a:pt x="349529" y="88099"/>
                    <a:pt x="349529" y="181305"/>
                  </a:cubicBezTo>
                  <a:cubicBezTo>
                    <a:pt x="349529" y="273873"/>
                    <a:pt x="274128" y="349204"/>
                    <a:pt x="180835" y="349204"/>
                  </a:cubicBezTo>
                  <a:lnTo>
                    <a:pt x="180835" y="349204"/>
                  </a:lnTo>
                  <a:close/>
                </a:path>
              </a:pathLst>
            </a:custGeom>
            <a:solidFill>
              <a:srgbClr val="007680"/>
            </a:solidFill>
            <a:ln w="6390" cap="flat">
              <a:noFill/>
              <a:prstDash val="solid"/>
              <a:miter/>
            </a:ln>
          </p:spPr>
          <p:txBody>
            <a:bodyPr rtlCol="0" anchor="ctr"/>
            <a:lstStyle/>
            <a:p>
              <a:endParaRPr lang="en-US"/>
            </a:p>
          </p:txBody>
        </p:sp>
        <p:sp>
          <p:nvSpPr>
            <p:cNvPr id="469" name="Graphic 5">
              <a:extLst>
                <a:ext uri="{FF2B5EF4-FFF2-40B4-BE49-F238E27FC236}">
                  <a16:creationId xmlns:a16="http://schemas.microsoft.com/office/drawing/2014/main" id="{F70FF259-7FF9-3646-A37B-1EDE072F1456}"/>
                </a:ext>
              </a:extLst>
            </p:cNvPr>
            <p:cNvSpPr/>
            <p:nvPr/>
          </p:nvSpPr>
          <p:spPr>
            <a:xfrm>
              <a:off x="11050757" y="990956"/>
              <a:ext cx="130354" cy="217534"/>
            </a:xfrm>
            <a:custGeom>
              <a:avLst/>
              <a:gdLst>
                <a:gd name="connsiteX0" fmla="*/ 119492 w 130354"/>
                <a:gd name="connsiteY0" fmla="*/ 148108 h 217534"/>
                <a:gd name="connsiteX1" fmla="*/ 71567 w 130354"/>
                <a:gd name="connsiteY1" fmla="*/ 195988 h 217534"/>
                <a:gd name="connsiteX2" fmla="*/ 71567 w 130354"/>
                <a:gd name="connsiteY2" fmla="*/ 6384 h 217534"/>
                <a:gd name="connsiteX3" fmla="*/ 65177 w 130354"/>
                <a:gd name="connsiteY3" fmla="*/ 0 h 217534"/>
                <a:gd name="connsiteX4" fmla="*/ 58787 w 130354"/>
                <a:gd name="connsiteY4" fmla="*/ 6384 h 217534"/>
                <a:gd name="connsiteX5" fmla="*/ 58787 w 130354"/>
                <a:gd name="connsiteY5" fmla="*/ 195988 h 217534"/>
                <a:gd name="connsiteX6" fmla="*/ 10863 w 130354"/>
                <a:gd name="connsiteY6" fmla="*/ 148108 h 217534"/>
                <a:gd name="connsiteX7" fmla="*/ 1917 w 130354"/>
                <a:gd name="connsiteY7" fmla="*/ 148108 h 217534"/>
                <a:gd name="connsiteX8" fmla="*/ 1917 w 130354"/>
                <a:gd name="connsiteY8" fmla="*/ 157046 h 217534"/>
                <a:gd name="connsiteX9" fmla="*/ 60704 w 130354"/>
                <a:gd name="connsiteY9" fmla="*/ 215779 h 217534"/>
                <a:gd name="connsiteX10" fmla="*/ 62621 w 130354"/>
                <a:gd name="connsiteY10" fmla="*/ 217055 h 217534"/>
                <a:gd name="connsiteX11" fmla="*/ 67733 w 130354"/>
                <a:gd name="connsiteY11" fmla="*/ 217055 h 217534"/>
                <a:gd name="connsiteX12" fmla="*/ 69650 w 130354"/>
                <a:gd name="connsiteY12" fmla="*/ 215779 h 217534"/>
                <a:gd name="connsiteX13" fmla="*/ 128438 w 130354"/>
                <a:gd name="connsiteY13" fmla="*/ 157046 h 217534"/>
                <a:gd name="connsiteX14" fmla="*/ 128438 w 130354"/>
                <a:gd name="connsiteY14" fmla="*/ 148108 h 217534"/>
                <a:gd name="connsiteX15" fmla="*/ 119492 w 130354"/>
                <a:gd name="connsiteY15" fmla="*/ 148108 h 217534"/>
                <a:gd name="connsiteX16" fmla="*/ 119492 w 130354"/>
                <a:gd name="connsiteY16" fmla="*/ 148108 h 217534"/>
                <a:gd name="connsiteX17" fmla="*/ 119492 w 130354"/>
                <a:gd name="connsiteY17" fmla="*/ 148108 h 217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0354" h="217534">
                  <a:moveTo>
                    <a:pt x="119492" y="148108"/>
                  </a:moveTo>
                  <a:lnTo>
                    <a:pt x="71567" y="195988"/>
                  </a:lnTo>
                  <a:lnTo>
                    <a:pt x="71567" y="6384"/>
                  </a:lnTo>
                  <a:cubicBezTo>
                    <a:pt x="71567" y="2554"/>
                    <a:pt x="69011" y="0"/>
                    <a:pt x="65177" y="0"/>
                  </a:cubicBezTo>
                  <a:cubicBezTo>
                    <a:pt x="61343" y="0"/>
                    <a:pt x="58787" y="2554"/>
                    <a:pt x="58787" y="6384"/>
                  </a:cubicBezTo>
                  <a:lnTo>
                    <a:pt x="58787" y="195988"/>
                  </a:lnTo>
                  <a:lnTo>
                    <a:pt x="10863" y="148108"/>
                  </a:lnTo>
                  <a:cubicBezTo>
                    <a:pt x="8306" y="145555"/>
                    <a:pt x="4473" y="145555"/>
                    <a:pt x="1917" y="148108"/>
                  </a:cubicBezTo>
                  <a:cubicBezTo>
                    <a:pt x="-639" y="150662"/>
                    <a:pt x="-639" y="154492"/>
                    <a:pt x="1917" y="157046"/>
                  </a:cubicBezTo>
                  <a:lnTo>
                    <a:pt x="60704" y="215779"/>
                  </a:lnTo>
                  <a:cubicBezTo>
                    <a:pt x="61343" y="216417"/>
                    <a:pt x="61982" y="217055"/>
                    <a:pt x="62621" y="217055"/>
                  </a:cubicBezTo>
                  <a:cubicBezTo>
                    <a:pt x="63899" y="217694"/>
                    <a:pt x="65816" y="217694"/>
                    <a:pt x="67733" y="217055"/>
                  </a:cubicBezTo>
                  <a:cubicBezTo>
                    <a:pt x="68372" y="217055"/>
                    <a:pt x="69011" y="216417"/>
                    <a:pt x="69650" y="215779"/>
                  </a:cubicBezTo>
                  <a:lnTo>
                    <a:pt x="128438" y="157046"/>
                  </a:lnTo>
                  <a:cubicBezTo>
                    <a:pt x="130994" y="154492"/>
                    <a:pt x="130994" y="150662"/>
                    <a:pt x="128438" y="148108"/>
                  </a:cubicBezTo>
                  <a:cubicBezTo>
                    <a:pt x="125881" y="145555"/>
                    <a:pt x="122048" y="145555"/>
                    <a:pt x="119492" y="148108"/>
                  </a:cubicBezTo>
                  <a:lnTo>
                    <a:pt x="119492" y="148108"/>
                  </a:lnTo>
                  <a:lnTo>
                    <a:pt x="119492" y="148108"/>
                  </a:lnTo>
                  <a:close/>
                </a:path>
              </a:pathLst>
            </a:custGeom>
            <a:solidFill>
              <a:srgbClr val="007680"/>
            </a:solidFill>
            <a:ln w="6390" cap="flat">
              <a:noFill/>
              <a:prstDash val="solid"/>
              <a:miter/>
            </a:ln>
          </p:spPr>
          <p:txBody>
            <a:bodyPr rtlCol="0" anchor="ctr"/>
            <a:lstStyle/>
            <a:p>
              <a:endParaRPr lang="en-US"/>
            </a:p>
          </p:txBody>
        </p:sp>
      </p:grpSp>
      <p:grpSp>
        <p:nvGrpSpPr>
          <p:cNvPr id="470" name="Graphic 5">
            <a:extLst>
              <a:ext uri="{FF2B5EF4-FFF2-40B4-BE49-F238E27FC236}">
                <a16:creationId xmlns:a16="http://schemas.microsoft.com/office/drawing/2014/main" id="{82FFD8FC-9C65-2C4C-9FD6-C2693747DD27}"/>
              </a:ext>
            </a:extLst>
          </p:cNvPr>
          <p:cNvGrpSpPr/>
          <p:nvPr/>
        </p:nvGrpSpPr>
        <p:grpSpPr>
          <a:xfrm>
            <a:off x="467104" y="1403361"/>
            <a:ext cx="362309" cy="361971"/>
            <a:chOff x="467104" y="1403361"/>
            <a:chExt cx="362309" cy="361971"/>
          </a:xfrm>
          <a:solidFill>
            <a:srgbClr val="007680"/>
          </a:solidFill>
        </p:grpSpPr>
        <p:sp>
          <p:nvSpPr>
            <p:cNvPr id="471" name="Graphic 5">
              <a:extLst>
                <a:ext uri="{FF2B5EF4-FFF2-40B4-BE49-F238E27FC236}">
                  <a16:creationId xmlns:a16="http://schemas.microsoft.com/office/drawing/2014/main" id="{3EF5D65C-A53F-D441-8C16-E0EB8F1B9FA0}"/>
                </a:ext>
              </a:extLst>
            </p:cNvPr>
            <p:cNvSpPr/>
            <p:nvPr/>
          </p:nvSpPr>
          <p:spPr>
            <a:xfrm>
              <a:off x="467104" y="1403361"/>
              <a:ext cx="362309" cy="361971"/>
            </a:xfrm>
            <a:custGeom>
              <a:avLst/>
              <a:gdLst>
                <a:gd name="connsiteX0" fmla="*/ 181474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1474 w 362309"/>
                <a:gd name="connsiteY4" fmla="*/ 0 h 361971"/>
                <a:gd name="connsiteX5" fmla="*/ 181474 w 362309"/>
                <a:gd name="connsiteY5" fmla="*/ 0 h 361971"/>
                <a:gd name="connsiteX6" fmla="*/ 181474 w 362309"/>
                <a:gd name="connsiteY6" fmla="*/ 349204 h 361971"/>
                <a:gd name="connsiteX7" fmla="*/ 13419 w 362309"/>
                <a:gd name="connsiteY7" fmla="*/ 180667 h 361971"/>
                <a:gd name="connsiteX8" fmla="*/ 181474 w 362309"/>
                <a:gd name="connsiteY8" fmla="*/ 12768 h 361971"/>
                <a:gd name="connsiteX9" fmla="*/ 349530 w 362309"/>
                <a:gd name="connsiteY9" fmla="*/ 180667 h 361971"/>
                <a:gd name="connsiteX10" fmla="*/ 181474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1474" y="0"/>
                  </a:moveTo>
                  <a:cubicBezTo>
                    <a:pt x="81152" y="0"/>
                    <a:pt x="0" y="81077"/>
                    <a:pt x="0" y="181305"/>
                  </a:cubicBezTo>
                  <a:cubicBezTo>
                    <a:pt x="0" y="281534"/>
                    <a:pt x="81152" y="361972"/>
                    <a:pt x="181474" y="361972"/>
                  </a:cubicBezTo>
                  <a:cubicBezTo>
                    <a:pt x="281796" y="361972"/>
                    <a:pt x="362309" y="280895"/>
                    <a:pt x="362309" y="181305"/>
                  </a:cubicBezTo>
                  <a:cubicBezTo>
                    <a:pt x="362309" y="81077"/>
                    <a:pt x="281796" y="0"/>
                    <a:pt x="181474" y="0"/>
                  </a:cubicBezTo>
                  <a:cubicBezTo>
                    <a:pt x="181474" y="0"/>
                    <a:pt x="181474" y="0"/>
                    <a:pt x="181474" y="0"/>
                  </a:cubicBezTo>
                  <a:close/>
                  <a:moveTo>
                    <a:pt x="181474" y="349204"/>
                  </a:moveTo>
                  <a:cubicBezTo>
                    <a:pt x="88181" y="349204"/>
                    <a:pt x="13419" y="273873"/>
                    <a:pt x="13419" y="180667"/>
                  </a:cubicBezTo>
                  <a:cubicBezTo>
                    <a:pt x="13419" y="87461"/>
                    <a:pt x="88820" y="12768"/>
                    <a:pt x="181474" y="12768"/>
                  </a:cubicBezTo>
                  <a:cubicBezTo>
                    <a:pt x="274128" y="12768"/>
                    <a:pt x="349530" y="88099"/>
                    <a:pt x="349530" y="180667"/>
                  </a:cubicBezTo>
                  <a:cubicBezTo>
                    <a:pt x="349530" y="273873"/>
                    <a:pt x="274128"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472" name="Graphic 5">
              <a:extLst>
                <a:ext uri="{FF2B5EF4-FFF2-40B4-BE49-F238E27FC236}">
                  <a16:creationId xmlns:a16="http://schemas.microsoft.com/office/drawing/2014/main" id="{5010EABA-50E6-A548-B2DD-0C506CA9B51E}"/>
                </a:ext>
              </a:extLst>
            </p:cNvPr>
            <p:cNvSpPr/>
            <p:nvPr/>
          </p:nvSpPr>
          <p:spPr>
            <a:xfrm>
              <a:off x="583401" y="1475500"/>
              <a:ext cx="130354" cy="217693"/>
            </a:xfrm>
            <a:custGeom>
              <a:avLst/>
              <a:gdLst>
                <a:gd name="connsiteX0" fmla="*/ 69650 w 130354"/>
                <a:gd name="connsiteY0" fmla="*/ 1915 h 217693"/>
                <a:gd name="connsiteX1" fmla="*/ 60704 w 130354"/>
                <a:gd name="connsiteY1" fmla="*/ 1915 h 217693"/>
                <a:gd name="connsiteX2" fmla="*/ 1917 w 130354"/>
                <a:gd name="connsiteY2" fmla="*/ 60648 h 217693"/>
                <a:gd name="connsiteX3" fmla="*/ 1917 w 130354"/>
                <a:gd name="connsiteY3" fmla="*/ 69585 h 217693"/>
                <a:gd name="connsiteX4" fmla="*/ 10863 w 130354"/>
                <a:gd name="connsiteY4" fmla="*/ 69585 h 217693"/>
                <a:gd name="connsiteX5" fmla="*/ 58787 w 130354"/>
                <a:gd name="connsiteY5" fmla="*/ 21706 h 217693"/>
                <a:gd name="connsiteX6" fmla="*/ 58787 w 130354"/>
                <a:gd name="connsiteY6" fmla="*/ 211310 h 217693"/>
                <a:gd name="connsiteX7" fmla="*/ 65177 w 130354"/>
                <a:gd name="connsiteY7" fmla="*/ 217694 h 217693"/>
                <a:gd name="connsiteX8" fmla="*/ 71567 w 130354"/>
                <a:gd name="connsiteY8" fmla="*/ 211310 h 217693"/>
                <a:gd name="connsiteX9" fmla="*/ 71567 w 130354"/>
                <a:gd name="connsiteY9" fmla="*/ 21706 h 217693"/>
                <a:gd name="connsiteX10" fmla="*/ 119492 w 130354"/>
                <a:gd name="connsiteY10" fmla="*/ 69585 h 217693"/>
                <a:gd name="connsiteX11" fmla="*/ 123965 w 130354"/>
                <a:gd name="connsiteY11" fmla="*/ 71501 h 217693"/>
                <a:gd name="connsiteX12" fmla="*/ 130355 w 130354"/>
                <a:gd name="connsiteY12" fmla="*/ 65117 h 217693"/>
                <a:gd name="connsiteX13" fmla="*/ 128438 w 130354"/>
                <a:gd name="connsiteY13" fmla="*/ 60648 h 217693"/>
                <a:gd name="connsiteX14" fmla="*/ 69650 w 130354"/>
                <a:gd name="connsiteY14" fmla="*/ 1915 h 217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0354" h="217693">
                  <a:moveTo>
                    <a:pt x="69650" y="1915"/>
                  </a:moveTo>
                  <a:cubicBezTo>
                    <a:pt x="67094" y="-638"/>
                    <a:pt x="63260" y="-638"/>
                    <a:pt x="60704" y="1915"/>
                  </a:cubicBezTo>
                  <a:lnTo>
                    <a:pt x="1917" y="60648"/>
                  </a:lnTo>
                  <a:cubicBezTo>
                    <a:pt x="-639" y="63201"/>
                    <a:pt x="-639" y="67032"/>
                    <a:pt x="1917" y="69585"/>
                  </a:cubicBezTo>
                  <a:cubicBezTo>
                    <a:pt x="4473" y="72139"/>
                    <a:pt x="8307" y="72139"/>
                    <a:pt x="10863" y="69585"/>
                  </a:cubicBezTo>
                  <a:lnTo>
                    <a:pt x="58787" y="21706"/>
                  </a:lnTo>
                  <a:lnTo>
                    <a:pt x="58787" y="211310"/>
                  </a:lnTo>
                  <a:cubicBezTo>
                    <a:pt x="58787" y="215140"/>
                    <a:pt x="61343" y="217694"/>
                    <a:pt x="65177" y="217694"/>
                  </a:cubicBezTo>
                  <a:cubicBezTo>
                    <a:pt x="69011" y="217694"/>
                    <a:pt x="71567" y="215140"/>
                    <a:pt x="71567" y="211310"/>
                  </a:cubicBezTo>
                  <a:lnTo>
                    <a:pt x="71567" y="21706"/>
                  </a:lnTo>
                  <a:lnTo>
                    <a:pt x="119492" y="69585"/>
                  </a:lnTo>
                  <a:cubicBezTo>
                    <a:pt x="120770" y="70862"/>
                    <a:pt x="122048" y="71501"/>
                    <a:pt x="123965" y="71501"/>
                  </a:cubicBezTo>
                  <a:cubicBezTo>
                    <a:pt x="127799" y="71501"/>
                    <a:pt x="130355" y="68947"/>
                    <a:pt x="130355" y="65117"/>
                  </a:cubicBezTo>
                  <a:cubicBezTo>
                    <a:pt x="130355" y="63201"/>
                    <a:pt x="129716" y="61925"/>
                    <a:pt x="128438" y="60648"/>
                  </a:cubicBezTo>
                  <a:lnTo>
                    <a:pt x="69650" y="1915"/>
                  </a:lnTo>
                  <a:close/>
                </a:path>
              </a:pathLst>
            </a:custGeom>
            <a:solidFill>
              <a:srgbClr val="007680"/>
            </a:solidFill>
            <a:ln w="6390" cap="flat">
              <a:noFill/>
              <a:prstDash val="solid"/>
              <a:miter/>
            </a:ln>
          </p:spPr>
          <p:txBody>
            <a:bodyPr rtlCol="0" anchor="ctr"/>
            <a:lstStyle/>
            <a:p>
              <a:endParaRPr lang="en-US"/>
            </a:p>
          </p:txBody>
        </p:sp>
      </p:grpSp>
      <p:grpSp>
        <p:nvGrpSpPr>
          <p:cNvPr id="473" name="Graphic 5">
            <a:extLst>
              <a:ext uri="{FF2B5EF4-FFF2-40B4-BE49-F238E27FC236}">
                <a16:creationId xmlns:a16="http://schemas.microsoft.com/office/drawing/2014/main" id="{41D978BF-15AF-E545-8C01-EBC64793AB5A}"/>
              </a:ext>
            </a:extLst>
          </p:cNvPr>
          <p:cNvGrpSpPr/>
          <p:nvPr/>
        </p:nvGrpSpPr>
        <p:grpSpPr>
          <a:xfrm>
            <a:off x="1515054" y="1403361"/>
            <a:ext cx="362313" cy="361971"/>
            <a:chOff x="1515054" y="1403361"/>
            <a:chExt cx="362313" cy="361971"/>
          </a:xfrm>
          <a:solidFill>
            <a:srgbClr val="007680"/>
          </a:solidFill>
        </p:grpSpPr>
        <p:sp>
          <p:nvSpPr>
            <p:cNvPr id="474" name="Graphic 5">
              <a:extLst>
                <a:ext uri="{FF2B5EF4-FFF2-40B4-BE49-F238E27FC236}">
                  <a16:creationId xmlns:a16="http://schemas.microsoft.com/office/drawing/2014/main" id="{E444270A-5A19-F64C-89F2-0E3A40CC2E02}"/>
                </a:ext>
              </a:extLst>
            </p:cNvPr>
            <p:cNvSpPr/>
            <p:nvPr/>
          </p:nvSpPr>
          <p:spPr>
            <a:xfrm>
              <a:off x="1515054" y="1403361"/>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362309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29 w 362313"/>
                <a:gd name="connsiteY9" fmla="*/ 180667 h 361971"/>
                <a:gd name="connsiteX10" fmla="*/ 349529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873"/>
                    <a:pt x="274767" y="348565"/>
                    <a:pt x="181474" y="349204"/>
                  </a:cubicBezTo>
                  <a:close/>
                </a:path>
              </a:pathLst>
            </a:custGeom>
            <a:solidFill>
              <a:srgbClr val="007680"/>
            </a:solidFill>
            <a:ln w="6390" cap="flat">
              <a:noFill/>
              <a:prstDash val="solid"/>
              <a:miter/>
            </a:ln>
          </p:spPr>
          <p:txBody>
            <a:bodyPr rtlCol="0" anchor="ctr"/>
            <a:lstStyle/>
            <a:p>
              <a:endParaRPr lang="en-US"/>
            </a:p>
          </p:txBody>
        </p:sp>
        <p:sp>
          <p:nvSpPr>
            <p:cNvPr id="475" name="Graphic 5">
              <a:extLst>
                <a:ext uri="{FF2B5EF4-FFF2-40B4-BE49-F238E27FC236}">
                  <a16:creationId xmlns:a16="http://schemas.microsoft.com/office/drawing/2014/main" id="{A7BB15C4-89CF-EB43-9863-D8495F0332FB}"/>
                </a:ext>
              </a:extLst>
            </p:cNvPr>
            <p:cNvSpPr/>
            <p:nvPr/>
          </p:nvSpPr>
          <p:spPr>
            <a:xfrm>
              <a:off x="1587899" y="1518911"/>
              <a:ext cx="217737" cy="130233"/>
            </a:xfrm>
            <a:custGeom>
              <a:avLst/>
              <a:gdLst>
                <a:gd name="connsiteX0" fmla="*/ 217258 w 217737"/>
                <a:gd name="connsiteY0" fmla="*/ 62563 h 130233"/>
                <a:gd name="connsiteX1" fmla="*/ 215980 w 217737"/>
                <a:gd name="connsiteY1" fmla="*/ 60648 h 130233"/>
                <a:gd name="connsiteX2" fmla="*/ 157192 w 217737"/>
                <a:gd name="connsiteY2" fmla="*/ 1915 h 130233"/>
                <a:gd name="connsiteX3" fmla="*/ 148247 w 217737"/>
                <a:gd name="connsiteY3" fmla="*/ 1915 h 130233"/>
                <a:gd name="connsiteX4" fmla="*/ 148247 w 217737"/>
                <a:gd name="connsiteY4" fmla="*/ 10853 h 130233"/>
                <a:gd name="connsiteX5" fmla="*/ 196171 w 217737"/>
                <a:gd name="connsiteY5" fmla="*/ 58733 h 130233"/>
                <a:gd name="connsiteX6" fmla="*/ 6390 w 217737"/>
                <a:gd name="connsiteY6" fmla="*/ 58733 h 130233"/>
                <a:gd name="connsiteX7" fmla="*/ 0 w 217737"/>
                <a:gd name="connsiteY7" fmla="*/ 65117 h 130233"/>
                <a:gd name="connsiteX8" fmla="*/ 6390 w 217737"/>
                <a:gd name="connsiteY8" fmla="*/ 71501 h 130233"/>
                <a:gd name="connsiteX9" fmla="*/ 196171 w 217737"/>
                <a:gd name="connsiteY9" fmla="*/ 71501 h 130233"/>
                <a:gd name="connsiteX10" fmla="*/ 148247 w 217737"/>
                <a:gd name="connsiteY10" fmla="*/ 119380 h 130233"/>
                <a:gd name="connsiteX11" fmla="*/ 148247 w 217737"/>
                <a:gd name="connsiteY11" fmla="*/ 128318 h 130233"/>
                <a:gd name="connsiteX12" fmla="*/ 148247 w 217737"/>
                <a:gd name="connsiteY12" fmla="*/ 128318 h 130233"/>
                <a:gd name="connsiteX13" fmla="*/ 152719 w 217737"/>
                <a:gd name="connsiteY13" fmla="*/ 130233 h 130233"/>
                <a:gd name="connsiteX14" fmla="*/ 157192 w 217737"/>
                <a:gd name="connsiteY14" fmla="*/ 128318 h 130233"/>
                <a:gd name="connsiteX15" fmla="*/ 215980 w 217737"/>
                <a:gd name="connsiteY15" fmla="*/ 69585 h 130233"/>
                <a:gd name="connsiteX16" fmla="*/ 217258 w 217737"/>
                <a:gd name="connsiteY16" fmla="*/ 67670 h 130233"/>
                <a:gd name="connsiteX17" fmla="*/ 217258 w 217737"/>
                <a:gd name="connsiteY17" fmla="*/ 62563 h 13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7737" h="130233">
                  <a:moveTo>
                    <a:pt x="217258" y="62563"/>
                  </a:moveTo>
                  <a:cubicBezTo>
                    <a:pt x="217258" y="61925"/>
                    <a:pt x="216619" y="61286"/>
                    <a:pt x="215980" y="60648"/>
                  </a:cubicBezTo>
                  <a:lnTo>
                    <a:pt x="157192" y="1915"/>
                  </a:lnTo>
                  <a:cubicBezTo>
                    <a:pt x="154637" y="-638"/>
                    <a:pt x="150803" y="-638"/>
                    <a:pt x="148247" y="1915"/>
                  </a:cubicBezTo>
                  <a:cubicBezTo>
                    <a:pt x="145690" y="4469"/>
                    <a:pt x="145690" y="8299"/>
                    <a:pt x="148247" y="10853"/>
                  </a:cubicBezTo>
                  <a:lnTo>
                    <a:pt x="196171" y="58733"/>
                  </a:lnTo>
                  <a:lnTo>
                    <a:pt x="6390" y="58733"/>
                  </a:lnTo>
                  <a:cubicBezTo>
                    <a:pt x="2556" y="58733"/>
                    <a:pt x="0" y="61286"/>
                    <a:pt x="0" y="65117"/>
                  </a:cubicBezTo>
                  <a:cubicBezTo>
                    <a:pt x="0" y="68947"/>
                    <a:pt x="2556" y="71501"/>
                    <a:pt x="6390" y="71501"/>
                  </a:cubicBezTo>
                  <a:lnTo>
                    <a:pt x="196171" y="71501"/>
                  </a:lnTo>
                  <a:lnTo>
                    <a:pt x="148247" y="119380"/>
                  </a:lnTo>
                  <a:cubicBezTo>
                    <a:pt x="145690" y="121934"/>
                    <a:pt x="145690" y="125764"/>
                    <a:pt x="148247" y="128318"/>
                  </a:cubicBezTo>
                  <a:cubicBezTo>
                    <a:pt x="148247" y="128318"/>
                    <a:pt x="148247" y="128318"/>
                    <a:pt x="148247" y="128318"/>
                  </a:cubicBezTo>
                  <a:cubicBezTo>
                    <a:pt x="149524" y="129595"/>
                    <a:pt x="150803" y="130233"/>
                    <a:pt x="152719" y="130233"/>
                  </a:cubicBezTo>
                  <a:cubicBezTo>
                    <a:pt x="154637" y="130233"/>
                    <a:pt x="155914" y="129595"/>
                    <a:pt x="157192" y="128318"/>
                  </a:cubicBezTo>
                  <a:lnTo>
                    <a:pt x="215980" y="69585"/>
                  </a:lnTo>
                  <a:cubicBezTo>
                    <a:pt x="216619" y="68947"/>
                    <a:pt x="217258" y="68309"/>
                    <a:pt x="217258" y="67670"/>
                  </a:cubicBezTo>
                  <a:cubicBezTo>
                    <a:pt x="217897" y="66393"/>
                    <a:pt x="217897" y="64478"/>
                    <a:pt x="217258" y="62563"/>
                  </a:cubicBezTo>
                  <a:close/>
                </a:path>
              </a:pathLst>
            </a:custGeom>
            <a:solidFill>
              <a:srgbClr val="007680"/>
            </a:solidFill>
            <a:ln w="6390" cap="flat">
              <a:noFill/>
              <a:prstDash val="solid"/>
              <a:miter/>
            </a:ln>
          </p:spPr>
          <p:txBody>
            <a:bodyPr rtlCol="0" anchor="ctr"/>
            <a:lstStyle/>
            <a:p>
              <a:endParaRPr lang="en-US"/>
            </a:p>
          </p:txBody>
        </p:sp>
      </p:grpSp>
      <p:grpSp>
        <p:nvGrpSpPr>
          <p:cNvPr id="476" name="Graphic 5">
            <a:extLst>
              <a:ext uri="{FF2B5EF4-FFF2-40B4-BE49-F238E27FC236}">
                <a16:creationId xmlns:a16="http://schemas.microsoft.com/office/drawing/2014/main" id="{3BF2D936-0F62-FF43-967C-CED5D3555C15}"/>
              </a:ext>
            </a:extLst>
          </p:cNvPr>
          <p:cNvGrpSpPr/>
          <p:nvPr/>
        </p:nvGrpSpPr>
        <p:grpSpPr>
          <a:xfrm>
            <a:off x="2561086" y="1403361"/>
            <a:ext cx="362309" cy="361971"/>
            <a:chOff x="2561086" y="1403361"/>
            <a:chExt cx="362309" cy="361971"/>
          </a:xfrm>
          <a:solidFill>
            <a:srgbClr val="007680"/>
          </a:solidFill>
        </p:grpSpPr>
        <p:sp>
          <p:nvSpPr>
            <p:cNvPr id="477" name="Graphic 5">
              <a:extLst>
                <a:ext uri="{FF2B5EF4-FFF2-40B4-BE49-F238E27FC236}">
                  <a16:creationId xmlns:a16="http://schemas.microsoft.com/office/drawing/2014/main" id="{3E54FE57-2378-0C43-BFBF-CA2B9B698E4B}"/>
                </a:ext>
              </a:extLst>
            </p:cNvPr>
            <p:cNvSpPr/>
            <p:nvPr/>
          </p:nvSpPr>
          <p:spPr>
            <a:xfrm>
              <a:off x="2561086" y="1403361"/>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181474" y="349204"/>
                  </a:moveTo>
                  <a:cubicBezTo>
                    <a:pt x="88181" y="349204"/>
                    <a:pt x="12780" y="273873"/>
                    <a:pt x="12780" y="181305"/>
                  </a:cubicBezTo>
                  <a:cubicBezTo>
                    <a:pt x="12780" y="88737"/>
                    <a:pt x="88181" y="12768"/>
                    <a:pt x="180835" y="12768"/>
                  </a:cubicBezTo>
                  <a:cubicBezTo>
                    <a:pt x="273489" y="12768"/>
                    <a:pt x="349530" y="88099"/>
                    <a:pt x="349530" y="180667"/>
                  </a:cubicBezTo>
                  <a:cubicBezTo>
                    <a:pt x="349530" y="180667"/>
                    <a:pt x="349530" y="180667"/>
                    <a:pt x="349530" y="180667"/>
                  </a:cubicBezTo>
                  <a:cubicBezTo>
                    <a:pt x="349530" y="273873"/>
                    <a:pt x="274128" y="348565"/>
                    <a:pt x="181474" y="349204"/>
                  </a:cubicBezTo>
                  <a:close/>
                </a:path>
              </a:pathLst>
            </a:custGeom>
            <a:solidFill>
              <a:srgbClr val="007680"/>
            </a:solidFill>
            <a:ln w="6390" cap="flat">
              <a:noFill/>
              <a:prstDash val="solid"/>
              <a:miter/>
            </a:ln>
          </p:spPr>
          <p:txBody>
            <a:bodyPr rtlCol="0" anchor="ctr"/>
            <a:lstStyle/>
            <a:p>
              <a:endParaRPr lang="en-US"/>
            </a:p>
          </p:txBody>
        </p:sp>
        <p:sp>
          <p:nvSpPr>
            <p:cNvPr id="478" name="Graphic 5">
              <a:extLst>
                <a:ext uri="{FF2B5EF4-FFF2-40B4-BE49-F238E27FC236}">
                  <a16:creationId xmlns:a16="http://schemas.microsoft.com/office/drawing/2014/main" id="{C0D3AD10-FB1D-A143-BB72-3C3E2D924FB0}"/>
                </a:ext>
              </a:extLst>
            </p:cNvPr>
            <p:cNvSpPr/>
            <p:nvPr/>
          </p:nvSpPr>
          <p:spPr>
            <a:xfrm>
              <a:off x="2633452" y="1518911"/>
              <a:ext cx="217737" cy="130233"/>
            </a:xfrm>
            <a:custGeom>
              <a:avLst/>
              <a:gdLst>
                <a:gd name="connsiteX0" fmla="*/ 211347 w 217737"/>
                <a:gd name="connsiteY0" fmla="*/ 58733 h 130233"/>
                <a:gd name="connsiteX1" fmla="*/ 21566 w 217737"/>
                <a:gd name="connsiteY1" fmla="*/ 58733 h 130233"/>
                <a:gd name="connsiteX2" fmla="*/ 69491 w 217737"/>
                <a:gd name="connsiteY2" fmla="*/ 10853 h 130233"/>
                <a:gd name="connsiteX3" fmla="*/ 69491 w 217737"/>
                <a:gd name="connsiteY3" fmla="*/ 1915 h 130233"/>
                <a:gd name="connsiteX4" fmla="*/ 60545 w 217737"/>
                <a:gd name="connsiteY4" fmla="*/ 1915 h 130233"/>
                <a:gd name="connsiteX5" fmla="*/ 1757 w 217737"/>
                <a:gd name="connsiteY5" fmla="*/ 60648 h 130233"/>
                <a:gd name="connsiteX6" fmla="*/ 479 w 217737"/>
                <a:gd name="connsiteY6" fmla="*/ 62563 h 130233"/>
                <a:gd name="connsiteX7" fmla="*/ 479 w 217737"/>
                <a:gd name="connsiteY7" fmla="*/ 67670 h 130233"/>
                <a:gd name="connsiteX8" fmla="*/ 1757 w 217737"/>
                <a:gd name="connsiteY8" fmla="*/ 69585 h 130233"/>
                <a:gd name="connsiteX9" fmla="*/ 60545 w 217737"/>
                <a:gd name="connsiteY9" fmla="*/ 128318 h 130233"/>
                <a:gd name="connsiteX10" fmla="*/ 65017 w 217737"/>
                <a:gd name="connsiteY10" fmla="*/ 130233 h 130233"/>
                <a:gd name="connsiteX11" fmla="*/ 69491 w 217737"/>
                <a:gd name="connsiteY11" fmla="*/ 128318 h 130233"/>
                <a:gd name="connsiteX12" fmla="*/ 69491 w 217737"/>
                <a:gd name="connsiteY12" fmla="*/ 119380 h 130233"/>
                <a:gd name="connsiteX13" fmla="*/ 69491 w 217737"/>
                <a:gd name="connsiteY13" fmla="*/ 119380 h 130233"/>
                <a:gd name="connsiteX14" fmla="*/ 21566 w 217737"/>
                <a:gd name="connsiteY14" fmla="*/ 71501 h 130233"/>
                <a:gd name="connsiteX15" fmla="*/ 211347 w 217737"/>
                <a:gd name="connsiteY15" fmla="*/ 71501 h 130233"/>
                <a:gd name="connsiteX16" fmla="*/ 217737 w 217737"/>
                <a:gd name="connsiteY16" fmla="*/ 65117 h 130233"/>
                <a:gd name="connsiteX17" fmla="*/ 211347 w 217737"/>
                <a:gd name="connsiteY17" fmla="*/ 58733 h 130233"/>
                <a:gd name="connsiteX18" fmla="*/ 211347 w 217737"/>
                <a:gd name="connsiteY18" fmla="*/ 58733 h 13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737" h="130233">
                  <a:moveTo>
                    <a:pt x="211347" y="58733"/>
                  </a:moveTo>
                  <a:lnTo>
                    <a:pt x="21566" y="58733"/>
                  </a:lnTo>
                  <a:lnTo>
                    <a:pt x="69491" y="10853"/>
                  </a:lnTo>
                  <a:cubicBezTo>
                    <a:pt x="72046" y="8299"/>
                    <a:pt x="72046" y="4469"/>
                    <a:pt x="69491" y="1915"/>
                  </a:cubicBezTo>
                  <a:cubicBezTo>
                    <a:pt x="66935" y="-638"/>
                    <a:pt x="63101" y="-638"/>
                    <a:pt x="60545" y="1915"/>
                  </a:cubicBezTo>
                  <a:lnTo>
                    <a:pt x="1757" y="60648"/>
                  </a:lnTo>
                  <a:cubicBezTo>
                    <a:pt x="1118" y="61286"/>
                    <a:pt x="479" y="61925"/>
                    <a:pt x="479" y="62563"/>
                  </a:cubicBezTo>
                  <a:cubicBezTo>
                    <a:pt x="-160" y="63840"/>
                    <a:pt x="-160" y="65755"/>
                    <a:pt x="479" y="67670"/>
                  </a:cubicBezTo>
                  <a:cubicBezTo>
                    <a:pt x="1118" y="68309"/>
                    <a:pt x="1118" y="68947"/>
                    <a:pt x="1757" y="69585"/>
                  </a:cubicBezTo>
                  <a:lnTo>
                    <a:pt x="60545" y="128318"/>
                  </a:lnTo>
                  <a:cubicBezTo>
                    <a:pt x="61823" y="129595"/>
                    <a:pt x="63101" y="130233"/>
                    <a:pt x="65017" y="130233"/>
                  </a:cubicBezTo>
                  <a:cubicBezTo>
                    <a:pt x="66935" y="130233"/>
                    <a:pt x="68212" y="129595"/>
                    <a:pt x="69491" y="128318"/>
                  </a:cubicBezTo>
                  <a:cubicBezTo>
                    <a:pt x="72046" y="125764"/>
                    <a:pt x="72046" y="121934"/>
                    <a:pt x="69491" y="119380"/>
                  </a:cubicBezTo>
                  <a:cubicBezTo>
                    <a:pt x="69491" y="119380"/>
                    <a:pt x="69491" y="119380"/>
                    <a:pt x="69491" y="119380"/>
                  </a:cubicBezTo>
                  <a:lnTo>
                    <a:pt x="21566" y="71501"/>
                  </a:lnTo>
                  <a:lnTo>
                    <a:pt x="211347" y="71501"/>
                  </a:lnTo>
                  <a:cubicBezTo>
                    <a:pt x="215181" y="71501"/>
                    <a:pt x="217737" y="68947"/>
                    <a:pt x="217737" y="65117"/>
                  </a:cubicBezTo>
                  <a:cubicBezTo>
                    <a:pt x="217737" y="61286"/>
                    <a:pt x="215181" y="58733"/>
                    <a:pt x="211347" y="58733"/>
                  </a:cubicBezTo>
                  <a:lnTo>
                    <a:pt x="211347" y="58733"/>
                  </a:lnTo>
                  <a:close/>
                </a:path>
              </a:pathLst>
            </a:custGeom>
            <a:solidFill>
              <a:srgbClr val="007680"/>
            </a:solidFill>
            <a:ln w="6390" cap="flat">
              <a:noFill/>
              <a:prstDash val="solid"/>
              <a:miter/>
            </a:ln>
          </p:spPr>
          <p:txBody>
            <a:bodyPr rtlCol="0" anchor="ctr"/>
            <a:lstStyle/>
            <a:p>
              <a:endParaRPr lang="en-US"/>
            </a:p>
          </p:txBody>
        </p:sp>
      </p:grpSp>
      <p:grpSp>
        <p:nvGrpSpPr>
          <p:cNvPr id="479" name="Graphic 5">
            <a:extLst>
              <a:ext uri="{FF2B5EF4-FFF2-40B4-BE49-F238E27FC236}">
                <a16:creationId xmlns:a16="http://schemas.microsoft.com/office/drawing/2014/main" id="{636AF12B-F411-8F4F-A138-1A9EF03C0FBB}"/>
              </a:ext>
            </a:extLst>
          </p:cNvPr>
          <p:cNvGrpSpPr/>
          <p:nvPr/>
        </p:nvGrpSpPr>
        <p:grpSpPr>
          <a:xfrm>
            <a:off x="3608397" y="1403361"/>
            <a:ext cx="362309" cy="361971"/>
            <a:chOff x="3608397" y="1403361"/>
            <a:chExt cx="362309" cy="361971"/>
          </a:xfrm>
          <a:solidFill>
            <a:srgbClr val="007680"/>
          </a:solidFill>
        </p:grpSpPr>
        <p:sp>
          <p:nvSpPr>
            <p:cNvPr id="480" name="Graphic 5">
              <a:extLst>
                <a:ext uri="{FF2B5EF4-FFF2-40B4-BE49-F238E27FC236}">
                  <a16:creationId xmlns:a16="http://schemas.microsoft.com/office/drawing/2014/main" id="{F03CB0FB-9436-F144-88CF-BDE52A6ADDD8}"/>
                </a:ext>
              </a:extLst>
            </p:cNvPr>
            <p:cNvSpPr/>
            <p:nvPr/>
          </p:nvSpPr>
          <p:spPr>
            <a:xfrm>
              <a:off x="3608397" y="1403361"/>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lnTo>
                    <a:pt x="362310" y="181305"/>
                  </a:lnTo>
                  <a:cubicBezTo>
                    <a:pt x="362310" y="81077"/>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lnTo>
                    <a:pt x="349530" y="180667"/>
                  </a:lnTo>
                  <a:cubicBezTo>
                    <a:pt x="349530" y="273873"/>
                    <a:pt x="274128"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481" name="Graphic 5">
              <a:extLst>
                <a:ext uri="{FF2B5EF4-FFF2-40B4-BE49-F238E27FC236}">
                  <a16:creationId xmlns:a16="http://schemas.microsoft.com/office/drawing/2014/main" id="{D4B1D2E2-69B1-4746-9973-9ADDE17F556F}"/>
                </a:ext>
              </a:extLst>
            </p:cNvPr>
            <p:cNvSpPr/>
            <p:nvPr/>
          </p:nvSpPr>
          <p:spPr>
            <a:xfrm>
              <a:off x="3757283" y="1455710"/>
              <a:ext cx="65177" cy="65116"/>
            </a:xfrm>
            <a:custGeom>
              <a:avLst/>
              <a:gdLst>
                <a:gd name="connsiteX0" fmla="*/ 32589 w 65177"/>
                <a:gd name="connsiteY0" fmla="*/ 65117 h 65116"/>
                <a:gd name="connsiteX1" fmla="*/ 65177 w 65177"/>
                <a:gd name="connsiteY1" fmla="*/ 32558 h 65116"/>
                <a:gd name="connsiteX2" fmla="*/ 32589 w 65177"/>
                <a:gd name="connsiteY2" fmla="*/ 0 h 65116"/>
                <a:gd name="connsiteX3" fmla="*/ 0 w 65177"/>
                <a:gd name="connsiteY3" fmla="*/ 32558 h 65116"/>
                <a:gd name="connsiteX4" fmla="*/ 0 w 65177"/>
                <a:gd name="connsiteY4" fmla="*/ 32558 h 65116"/>
                <a:gd name="connsiteX5" fmla="*/ 32589 w 65177"/>
                <a:gd name="connsiteY5" fmla="*/ 65117 h 65116"/>
                <a:gd name="connsiteX6" fmla="*/ 32589 w 65177"/>
                <a:gd name="connsiteY6" fmla="*/ 12768 h 65116"/>
                <a:gd name="connsiteX7" fmla="*/ 52398 w 65177"/>
                <a:gd name="connsiteY7" fmla="*/ 32558 h 65116"/>
                <a:gd name="connsiteX8" fmla="*/ 32589 w 65177"/>
                <a:gd name="connsiteY8" fmla="*/ 52349 h 65116"/>
                <a:gd name="connsiteX9" fmla="*/ 12780 w 65177"/>
                <a:gd name="connsiteY9" fmla="*/ 32558 h 65116"/>
                <a:gd name="connsiteX10" fmla="*/ 12780 w 65177"/>
                <a:gd name="connsiteY10" fmla="*/ 32558 h 65116"/>
                <a:gd name="connsiteX11" fmla="*/ 32589 w 65177"/>
                <a:gd name="connsiteY11" fmla="*/ 12768 h 65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177" h="65116">
                  <a:moveTo>
                    <a:pt x="32589" y="65117"/>
                  </a:moveTo>
                  <a:cubicBezTo>
                    <a:pt x="50481" y="65117"/>
                    <a:pt x="65177" y="50434"/>
                    <a:pt x="65177" y="32558"/>
                  </a:cubicBezTo>
                  <a:cubicBezTo>
                    <a:pt x="65177" y="14683"/>
                    <a:pt x="50481" y="0"/>
                    <a:pt x="32589" y="0"/>
                  </a:cubicBezTo>
                  <a:cubicBezTo>
                    <a:pt x="14697" y="0"/>
                    <a:pt x="0" y="14683"/>
                    <a:pt x="0" y="32558"/>
                  </a:cubicBezTo>
                  <a:lnTo>
                    <a:pt x="0" y="32558"/>
                  </a:lnTo>
                  <a:cubicBezTo>
                    <a:pt x="0" y="50434"/>
                    <a:pt x="14697" y="65117"/>
                    <a:pt x="32589" y="65117"/>
                  </a:cubicBezTo>
                  <a:close/>
                  <a:moveTo>
                    <a:pt x="32589" y="12768"/>
                  </a:moveTo>
                  <a:cubicBezTo>
                    <a:pt x="43451" y="12768"/>
                    <a:pt x="52398" y="21706"/>
                    <a:pt x="52398" y="32558"/>
                  </a:cubicBezTo>
                  <a:cubicBezTo>
                    <a:pt x="52398" y="43411"/>
                    <a:pt x="43451" y="52349"/>
                    <a:pt x="32589" y="52349"/>
                  </a:cubicBezTo>
                  <a:cubicBezTo>
                    <a:pt x="21726" y="52349"/>
                    <a:pt x="12780" y="43411"/>
                    <a:pt x="12780" y="32558"/>
                  </a:cubicBezTo>
                  <a:lnTo>
                    <a:pt x="12780" y="32558"/>
                  </a:lnTo>
                  <a:cubicBezTo>
                    <a:pt x="12780" y="21706"/>
                    <a:pt x="21726" y="12768"/>
                    <a:pt x="32589" y="12768"/>
                  </a:cubicBezTo>
                  <a:close/>
                </a:path>
              </a:pathLst>
            </a:custGeom>
            <a:solidFill>
              <a:srgbClr val="007680"/>
            </a:solidFill>
            <a:ln w="6390" cap="flat">
              <a:noFill/>
              <a:prstDash val="solid"/>
              <a:miter/>
            </a:ln>
          </p:spPr>
          <p:txBody>
            <a:bodyPr rtlCol="0" anchor="ctr"/>
            <a:lstStyle/>
            <a:p>
              <a:endParaRPr lang="en-US"/>
            </a:p>
          </p:txBody>
        </p:sp>
        <p:sp>
          <p:nvSpPr>
            <p:cNvPr id="482" name="Graphic 5">
              <a:extLst>
                <a:ext uri="{FF2B5EF4-FFF2-40B4-BE49-F238E27FC236}">
                  <a16:creationId xmlns:a16="http://schemas.microsoft.com/office/drawing/2014/main" id="{77287024-7C80-6444-A9EE-3FA2456F448A}"/>
                </a:ext>
              </a:extLst>
            </p:cNvPr>
            <p:cNvSpPr/>
            <p:nvPr/>
          </p:nvSpPr>
          <p:spPr>
            <a:xfrm>
              <a:off x="3705048" y="1533595"/>
              <a:ext cx="170478" cy="179389"/>
            </a:xfrm>
            <a:custGeom>
              <a:avLst/>
              <a:gdLst>
                <a:gd name="connsiteX0" fmla="*/ 123801 w 170478"/>
                <a:gd name="connsiteY0" fmla="*/ 19152 h 179389"/>
                <a:gd name="connsiteX1" fmla="*/ 122523 w 170478"/>
                <a:gd name="connsiteY1" fmla="*/ 18514 h 179389"/>
                <a:gd name="connsiteX2" fmla="*/ 84823 w 170478"/>
                <a:gd name="connsiteY2" fmla="*/ 0 h 179389"/>
                <a:gd name="connsiteX3" fmla="*/ 47122 w 170478"/>
                <a:gd name="connsiteY3" fmla="*/ 18514 h 179389"/>
                <a:gd name="connsiteX4" fmla="*/ 45844 w 170478"/>
                <a:gd name="connsiteY4" fmla="*/ 19152 h 179389"/>
                <a:gd name="connsiteX5" fmla="*/ 2393 w 170478"/>
                <a:gd name="connsiteY5" fmla="*/ 54264 h 179389"/>
                <a:gd name="connsiteX6" fmla="*/ 1115 w 170478"/>
                <a:gd name="connsiteY6" fmla="*/ 63201 h 179389"/>
                <a:gd name="connsiteX7" fmla="*/ 6226 w 170478"/>
                <a:gd name="connsiteY7" fmla="*/ 65755 h 179389"/>
                <a:gd name="connsiteX8" fmla="*/ 10061 w 170478"/>
                <a:gd name="connsiteY8" fmla="*/ 64478 h 179389"/>
                <a:gd name="connsiteX9" fmla="*/ 43288 w 170478"/>
                <a:gd name="connsiteY9" fmla="*/ 37665 h 179389"/>
                <a:gd name="connsiteX10" fmla="*/ 43288 w 170478"/>
                <a:gd name="connsiteY10" fmla="*/ 85545 h 179389"/>
                <a:gd name="connsiteX11" fmla="*/ 45205 w 170478"/>
                <a:gd name="connsiteY11" fmla="*/ 90014 h 179389"/>
                <a:gd name="connsiteX12" fmla="*/ 53512 w 170478"/>
                <a:gd name="connsiteY12" fmla="*/ 98952 h 179389"/>
                <a:gd name="connsiteX13" fmla="*/ 52873 w 170478"/>
                <a:gd name="connsiteY13" fmla="*/ 99590 h 179389"/>
                <a:gd name="connsiteX14" fmla="*/ 35620 w 170478"/>
                <a:gd name="connsiteY14" fmla="*/ 125764 h 179389"/>
                <a:gd name="connsiteX15" fmla="*/ 35620 w 170478"/>
                <a:gd name="connsiteY15" fmla="*/ 125764 h 179389"/>
                <a:gd name="connsiteX16" fmla="*/ 34981 w 170478"/>
                <a:gd name="connsiteY16" fmla="*/ 128318 h 179389"/>
                <a:gd name="connsiteX17" fmla="*/ 34981 w 170478"/>
                <a:gd name="connsiteY17" fmla="*/ 130872 h 179389"/>
                <a:gd name="connsiteX18" fmla="*/ 34981 w 170478"/>
                <a:gd name="connsiteY18" fmla="*/ 130872 h 179389"/>
                <a:gd name="connsiteX19" fmla="*/ 43927 w 170478"/>
                <a:gd name="connsiteY19" fmla="*/ 174283 h 179389"/>
                <a:gd name="connsiteX20" fmla="*/ 50317 w 170478"/>
                <a:gd name="connsiteY20" fmla="*/ 179390 h 179389"/>
                <a:gd name="connsiteX21" fmla="*/ 51595 w 170478"/>
                <a:gd name="connsiteY21" fmla="*/ 179390 h 179389"/>
                <a:gd name="connsiteX22" fmla="*/ 56707 w 170478"/>
                <a:gd name="connsiteY22" fmla="*/ 171729 h 179389"/>
                <a:gd name="connsiteX23" fmla="*/ 56707 w 170478"/>
                <a:gd name="connsiteY23" fmla="*/ 171729 h 179389"/>
                <a:gd name="connsiteX24" fmla="*/ 48400 w 170478"/>
                <a:gd name="connsiteY24" fmla="*/ 130233 h 179389"/>
                <a:gd name="connsiteX25" fmla="*/ 63736 w 170478"/>
                <a:gd name="connsiteY25" fmla="*/ 107251 h 179389"/>
                <a:gd name="connsiteX26" fmla="*/ 72043 w 170478"/>
                <a:gd name="connsiteY26" fmla="*/ 116188 h 179389"/>
                <a:gd name="connsiteX27" fmla="*/ 76516 w 170478"/>
                <a:gd name="connsiteY27" fmla="*/ 118104 h 179389"/>
                <a:gd name="connsiteX28" fmla="*/ 93769 w 170478"/>
                <a:gd name="connsiteY28" fmla="*/ 118104 h 179389"/>
                <a:gd name="connsiteX29" fmla="*/ 98242 w 170478"/>
                <a:gd name="connsiteY29" fmla="*/ 116188 h 179389"/>
                <a:gd name="connsiteX30" fmla="*/ 106549 w 170478"/>
                <a:gd name="connsiteY30" fmla="*/ 107889 h 179389"/>
                <a:gd name="connsiteX31" fmla="*/ 121885 w 170478"/>
                <a:gd name="connsiteY31" fmla="*/ 130872 h 179389"/>
                <a:gd name="connsiteX32" fmla="*/ 113577 w 170478"/>
                <a:gd name="connsiteY32" fmla="*/ 171729 h 179389"/>
                <a:gd name="connsiteX33" fmla="*/ 118690 w 170478"/>
                <a:gd name="connsiteY33" fmla="*/ 179390 h 179389"/>
                <a:gd name="connsiteX34" fmla="*/ 118690 w 170478"/>
                <a:gd name="connsiteY34" fmla="*/ 179390 h 179389"/>
                <a:gd name="connsiteX35" fmla="*/ 119967 w 170478"/>
                <a:gd name="connsiteY35" fmla="*/ 179390 h 179389"/>
                <a:gd name="connsiteX36" fmla="*/ 126357 w 170478"/>
                <a:gd name="connsiteY36" fmla="*/ 174283 h 179389"/>
                <a:gd name="connsiteX37" fmla="*/ 135303 w 170478"/>
                <a:gd name="connsiteY37" fmla="*/ 130872 h 179389"/>
                <a:gd name="connsiteX38" fmla="*/ 135303 w 170478"/>
                <a:gd name="connsiteY38" fmla="*/ 130872 h 179389"/>
                <a:gd name="connsiteX39" fmla="*/ 135303 w 170478"/>
                <a:gd name="connsiteY39" fmla="*/ 128318 h 179389"/>
                <a:gd name="connsiteX40" fmla="*/ 134025 w 170478"/>
                <a:gd name="connsiteY40" fmla="*/ 125764 h 179389"/>
                <a:gd name="connsiteX41" fmla="*/ 134025 w 170478"/>
                <a:gd name="connsiteY41" fmla="*/ 125764 h 179389"/>
                <a:gd name="connsiteX42" fmla="*/ 116772 w 170478"/>
                <a:gd name="connsiteY42" fmla="*/ 99590 h 179389"/>
                <a:gd name="connsiteX43" fmla="*/ 116133 w 170478"/>
                <a:gd name="connsiteY43" fmla="*/ 98952 h 179389"/>
                <a:gd name="connsiteX44" fmla="*/ 125080 w 170478"/>
                <a:gd name="connsiteY44" fmla="*/ 90014 h 179389"/>
                <a:gd name="connsiteX45" fmla="*/ 126996 w 170478"/>
                <a:gd name="connsiteY45" fmla="*/ 85545 h 179389"/>
                <a:gd name="connsiteX46" fmla="*/ 126996 w 170478"/>
                <a:gd name="connsiteY46" fmla="*/ 37665 h 179389"/>
                <a:gd name="connsiteX47" fmla="*/ 160224 w 170478"/>
                <a:gd name="connsiteY47" fmla="*/ 64478 h 179389"/>
                <a:gd name="connsiteX48" fmla="*/ 164058 w 170478"/>
                <a:gd name="connsiteY48" fmla="*/ 65755 h 179389"/>
                <a:gd name="connsiteX49" fmla="*/ 169170 w 170478"/>
                <a:gd name="connsiteY49" fmla="*/ 63201 h 179389"/>
                <a:gd name="connsiteX50" fmla="*/ 167892 w 170478"/>
                <a:gd name="connsiteY50" fmla="*/ 54264 h 179389"/>
                <a:gd name="connsiteX51" fmla="*/ 123801 w 170478"/>
                <a:gd name="connsiteY51" fmla="*/ 19152 h 179389"/>
                <a:gd name="connsiteX52" fmla="*/ 56068 w 170478"/>
                <a:gd name="connsiteY52" fmla="*/ 33197 h 179389"/>
                <a:gd name="connsiteX53" fmla="*/ 84823 w 170478"/>
                <a:gd name="connsiteY53" fmla="*/ 13406 h 179389"/>
                <a:gd name="connsiteX54" fmla="*/ 113577 w 170478"/>
                <a:gd name="connsiteY54" fmla="*/ 33197 h 179389"/>
                <a:gd name="connsiteX55" fmla="*/ 113577 w 170478"/>
                <a:gd name="connsiteY55" fmla="*/ 61925 h 179389"/>
                <a:gd name="connsiteX56" fmla="*/ 56707 w 170478"/>
                <a:gd name="connsiteY56" fmla="*/ 61925 h 179389"/>
                <a:gd name="connsiteX57" fmla="*/ 56068 w 170478"/>
                <a:gd name="connsiteY57" fmla="*/ 33197 h 179389"/>
                <a:gd name="connsiteX58" fmla="*/ 90574 w 170478"/>
                <a:gd name="connsiteY58" fmla="*/ 105336 h 179389"/>
                <a:gd name="connsiteX59" fmla="*/ 78433 w 170478"/>
                <a:gd name="connsiteY59" fmla="*/ 105336 h 179389"/>
                <a:gd name="connsiteX60" fmla="*/ 56068 w 170478"/>
                <a:gd name="connsiteY60" fmla="*/ 82992 h 179389"/>
                <a:gd name="connsiteX61" fmla="*/ 56068 w 170478"/>
                <a:gd name="connsiteY61" fmla="*/ 74693 h 179389"/>
                <a:gd name="connsiteX62" fmla="*/ 112939 w 170478"/>
                <a:gd name="connsiteY62" fmla="*/ 74693 h 179389"/>
                <a:gd name="connsiteX63" fmla="*/ 112939 w 170478"/>
                <a:gd name="connsiteY63" fmla="*/ 82992 h 179389"/>
                <a:gd name="connsiteX64" fmla="*/ 90574 w 170478"/>
                <a:gd name="connsiteY64" fmla="*/ 105336 h 17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70478" h="179389">
                  <a:moveTo>
                    <a:pt x="123801" y="19152"/>
                  </a:moveTo>
                  <a:cubicBezTo>
                    <a:pt x="123162" y="19152"/>
                    <a:pt x="123162" y="18514"/>
                    <a:pt x="122523" y="18514"/>
                  </a:cubicBezTo>
                  <a:cubicBezTo>
                    <a:pt x="117412" y="8299"/>
                    <a:pt x="105271" y="0"/>
                    <a:pt x="84823" y="0"/>
                  </a:cubicBezTo>
                  <a:cubicBezTo>
                    <a:pt x="64375" y="0"/>
                    <a:pt x="52234" y="8299"/>
                    <a:pt x="47122" y="18514"/>
                  </a:cubicBezTo>
                  <a:cubicBezTo>
                    <a:pt x="46483" y="18514"/>
                    <a:pt x="46483" y="19152"/>
                    <a:pt x="45844" y="19152"/>
                  </a:cubicBezTo>
                  <a:lnTo>
                    <a:pt x="2393" y="54264"/>
                  </a:lnTo>
                  <a:cubicBezTo>
                    <a:pt x="-163" y="56179"/>
                    <a:pt x="-802" y="60648"/>
                    <a:pt x="1115" y="63201"/>
                  </a:cubicBezTo>
                  <a:cubicBezTo>
                    <a:pt x="2393" y="64478"/>
                    <a:pt x="4310" y="65755"/>
                    <a:pt x="6226" y="65755"/>
                  </a:cubicBezTo>
                  <a:cubicBezTo>
                    <a:pt x="7505" y="65755"/>
                    <a:pt x="8783" y="65117"/>
                    <a:pt x="10061" y="64478"/>
                  </a:cubicBezTo>
                  <a:lnTo>
                    <a:pt x="43288" y="37665"/>
                  </a:lnTo>
                  <a:lnTo>
                    <a:pt x="43288" y="85545"/>
                  </a:lnTo>
                  <a:cubicBezTo>
                    <a:pt x="43288" y="87461"/>
                    <a:pt x="43927" y="88737"/>
                    <a:pt x="45205" y="90014"/>
                  </a:cubicBezTo>
                  <a:lnTo>
                    <a:pt x="53512" y="98952"/>
                  </a:lnTo>
                  <a:cubicBezTo>
                    <a:pt x="53512" y="98952"/>
                    <a:pt x="52873" y="99590"/>
                    <a:pt x="52873" y="99590"/>
                  </a:cubicBezTo>
                  <a:lnTo>
                    <a:pt x="35620" y="125764"/>
                  </a:lnTo>
                  <a:lnTo>
                    <a:pt x="35620" y="125764"/>
                  </a:lnTo>
                  <a:cubicBezTo>
                    <a:pt x="34981" y="126403"/>
                    <a:pt x="34981" y="127041"/>
                    <a:pt x="34981" y="128318"/>
                  </a:cubicBezTo>
                  <a:cubicBezTo>
                    <a:pt x="34981" y="128956"/>
                    <a:pt x="34981" y="130233"/>
                    <a:pt x="34981" y="130872"/>
                  </a:cubicBezTo>
                  <a:lnTo>
                    <a:pt x="34981" y="130872"/>
                  </a:lnTo>
                  <a:lnTo>
                    <a:pt x="43927" y="174283"/>
                  </a:lnTo>
                  <a:cubicBezTo>
                    <a:pt x="44566" y="177475"/>
                    <a:pt x="47122" y="179390"/>
                    <a:pt x="50317" y="179390"/>
                  </a:cubicBezTo>
                  <a:lnTo>
                    <a:pt x="51595" y="179390"/>
                  </a:lnTo>
                  <a:cubicBezTo>
                    <a:pt x="54790" y="178752"/>
                    <a:pt x="57346" y="175560"/>
                    <a:pt x="56707" y="171729"/>
                  </a:cubicBezTo>
                  <a:cubicBezTo>
                    <a:pt x="56707" y="171729"/>
                    <a:pt x="56707" y="171729"/>
                    <a:pt x="56707" y="171729"/>
                  </a:cubicBezTo>
                  <a:lnTo>
                    <a:pt x="48400" y="130233"/>
                  </a:lnTo>
                  <a:lnTo>
                    <a:pt x="63736" y="107251"/>
                  </a:lnTo>
                  <a:lnTo>
                    <a:pt x="72043" y="116188"/>
                  </a:lnTo>
                  <a:cubicBezTo>
                    <a:pt x="73321" y="117465"/>
                    <a:pt x="74599" y="118104"/>
                    <a:pt x="76516" y="118104"/>
                  </a:cubicBezTo>
                  <a:lnTo>
                    <a:pt x="93769" y="118104"/>
                  </a:lnTo>
                  <a:cubicBezTo>
                    <a:pt x="95686" y="118104"/>
                    <a:pt x="96964" y="117465"/>
                    <a:pt x="98242" y="116188"/>
                  </a:cubicBezTo>
                  <a:lnTo>
                    <a:pt x="106549" y="107889"/>
                  </a:lnTo>
                  <a:lnTo>
                    <a:pt x="121885" y="130872"/>
                  </a:lnTo>
                  <a:lnTo>
                    <a:pt x="113577" y="171729"/>
                  </a:lnTo>
                  <a:cubicBezTo>
                    <a:pt x="112939" y="174921"/>
                    <a:pt x="114855" y="178752"/>
                    <a:pt x="118690" y="179390"/>
                  </a:cubicBezTo>
                  <a:cubicBezTo>
                    <a:pt x="118690" y="179390"/>
                    <a:pt x="118690" y="179390"/>
                    <a:pt x="118690" y="179390"/>
                  </a:cubicBezTo>
                  <a:lnTo>
                    <a:pt x="119967" y="179390"/>
                  </a:lnTo>
                  <a:cubicBezTo>
                    <a:pt x="123162" y="179390"/>
                    <a:pt x="125718" y="177475"/>
                    <a:pt x="126357" y="174283"/>
                  </a:cubicBezTo>
                  <a:lnTo>
                    <a:pt x="135303" y="130872"/>
                  </a:lnTo>
                  <a:lnTo>
                    <a:pt x="135303" y="130872"/>
                  </a:lnTo>
                  <a:cubicBezTo>
                    <a:pt x="135303" y="130233"/>
                    <a:pt x="135303" y="128956"/>
                    <a:pt x="135303" y="128318"/>
                  </a:cubicBezTo>
                  <a:cubicBezTo>
                    <a:pt x="135303" y="127680"/>
                    <a:pt x="134664" y="127041"/>
                    <a:pt x="134025" y="125764"/>
                  </a:cubicBezTo>
                  <a:lnTo>
                    <a:pt x="134025" y="125764"/>
                  </a:lnTo>
                  <a:lnTo>
                    <a:pt x="116772" y="99590"/>
                  </a:lnTo>
                  <a:cubicBezTo>
                    <a:pt x="116772" y="99590"/>
                    <a:pt x="116133" y="98952"/>
                    <a:pt x="116133" y="98952"/>
                  </a:cubicBezTo>
                  <a:lnTo>
                    <a:pt x="125080" y="90014"/>
                  </a:lnTo>
                  <a:cubicBezTo>
                    <a:pt x="126357" y="88737"/>
                    <a:pt x="126996" y="87461"/>
                    <a:pt x="126996" y="85545"/>
                  </a:cubicBezTo>
                  <a:lnTo>
                    <a:pt x="126996" y="37665"/>
                  </a:lnTo>
                  <a:lnTo>
                    <a:pt x="160224" y="64478"/>
                  </a:lnTo>
                  <a:cubicBezTo>
                    <a:pt x="161502" y="65117"/>
                    <a:pt x="162780" y="65755"/>
                    <a:pt x="164058" y="65755"/>
                  </a:cubicBezTo>
                  <a:cubicBezTo>
                    <a:pt x="165975" y="65755"/>
                    <a:pt x="167892" y="65117"/>
                    <a:pt x="169170" y="63201"/>
                  </a:cubicBezTo>
                  <a:cubicBezTo>
                    <a:pt x="171087" y="60648"/>
                    <a:pt x="171087" y="56179"/>
                    <a:pt x="167892" y="54264"/>
                  </a:cubicBezTo>
                  <a:lnTo>
                    <a:pt x="123801" y="19152"/>
                  </a:lnTo>
                  <a:close/>
                  <a:moveTo>
                    <a:pt x="56068" y="33197"/>
                  </a:moveTo>
                  <a:cubicBezTo>
                    <a:pt x="56068" y="27451"/>
                    <a:pt x="58624" y="13406"/>
                    <a:pt x="84823" y="13406"/>
                  </a:cubicBezTo>
                  <a:cubicBezTo>
                    <a:pt x="111022" y="13406"/>
                    <a:pt x="113577" y="27451"/>
                    <a:pt x="113577" y="33197"/>
                  </a:cubicBezTo>
                  <a:lnTo>
                    <a:pt x="113577" y="61925"/>
                  </a:lnTo>
                  <a:lnTo>
                    <a:pt x="56707" y="61925"/>
                  </a:lnTo>
                  <a:lnTo>
                    <a:pt x="56068" y="33197"/>
                  </a:lnTo>
                  <a:close/>
                  <a:moveTo>
                    <a:pt x="90574" y="105336"/>
                  </a:moveTo>
                  <a:lnTo>
                    <a:pt x="78433" y="105336"/>
                  </a:lnTo>
                  <a:lnTo>
                    <a:pt x="56068" y="82992"/>
                  </a:lnTo>
                  <a:lnTo>
                    <a:pt x="56068" y="74693"/>
                  </a:lnTo>
                  <a:lnTo>
                    <a:pt x="112939" y="74693"/>
                  </a:lnTo>
                  <a:lnTo>
                    <a:pt x="112939" y="82992"/>
                  </a:lnTo>
                  <a:lnTo>
                    <a:pt x="90574" y="105336"/>
                  </a:lnTo>
                  <a:close/>
                </a:path>
              </a:pathLst>
            </a:custGeom>
            <a:solidFill>
              <a:srgbClr val="007680"/>
            </a:solidFill>
            <a:ln w="6390" cap="flat">
              <a:noFill/>
              <a:prstDash val="solid"/>
              <a:miter/>
            </a:ln>
          </p:spPr>
          <p:txBody>
            <a:bodyPr rtlCol="0" anchor="ctr"/>
            <a:lstStyle/>
            <a:p>
              <a:endParaRPr lang="en-US"/>
            </a:p>
          </p:txBody>
        </p:sp>
      </p:grpSp>
      <p:grpSp>
        <p:nvGrpSpPr>
          <p:cNvPr id="483" name="Graphic 5">
            <a:extLst>
              <a:ext uri="{FF2B5EF4-FFF2-40B4-BE49-F238E27FC236}">
                <a16:creationId xmlns:a16="http://schemas.microsoft.com/office/drawing/2014/main" id="{710321FB-797B-8048-8F13-B39D097C0372}"/>
              </a:ext>
            </a:extLst>
          </p:cNvPr>
          <p:cNvGrpSpPr/>
          <p:nvPr/>
        </p:nvGrpSpPr>
        <p:grpSpPr>
          <a:xfrm>
            <a:off x="1515054" y="1881522"/>
            <a:ext cx="362313" cy="361971"/>
            <a:chOff x="1515054" y="1881522"/>
            <a:chExt cx="362313" cy="361971"/>
          </a:xfrm>
          <a:solidFill>
            <a:srgbClr val="007680"/>
          </a:solidFill>
        </p:grpSpPr>
        <p:sp>
          <p:nvSpPr>
            <p:cNvPr id="484" name="Graphic 5">
              <a:extLst>
                <a:ext uri="{FF2B5EF4-FFF2-40B4-BE49-F238E27FC236}">
                  <a16:creationId xmlns:a16="http://schemas.microsoft.com/office/drawing/2014/main" id="{4D8EC701-DE03-3E48-A59E-239AA11D14CA}"/>
                </a:ext>
              </a:extLst>
            </p:cNvPr>
            <p:cNvSpPr/>
            <p:nvPr/>
          </p:nvSpPr>
          <p:spPr>
            <a:xfrm>
              <a:off x="1515054" y="1881522"/>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362309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29 w 362313"/>
                <a:gd name="connsiteY9" fmla="*/ 180667 h 361971"/>
                <a:gd name="connsiteX10" fmla="*/ 349529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6"/>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1076"/>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873"/>
                    <a:pt x="274767" y="348565"/>
                    <a:pt x="181474" y="349204"/>
                  </a:cubicBezTo>
                  <a:close/>
                </a:path>
              </a:pathLst>
            </a:custGeom>
            <a:solidFill>
              <a:srgbClr val="007680"/>
            </a:solidFill>
            <a:ln w="6390" cap="flat">
              <a:noFill/>
              <a:prstDash val="solid"/>
              <a:miter/>
            </a:ln>
          </p:spPr>
          <p:txBody>
            <a:bodyPr rtlCol="0" anchor="ctr"/>
            <a:lstStyle/>
            <a:p>
              <a:endParaRPr lang="en-US"/>
            </a:p>
          </p:txBody>
        </p:sp>
        <p:sp>
          <p:nvSpPr>
            <p:cNvPr id="485" name="Graphic 5">
              <a:extLst>
                <a:ext uri="{FF2B5EF4-FFF2-40B4-BE49-F238E27FC236}">
                  <a16:creationId xmlns:a16="http://schemas.microsoft.com/office/drawing/2014/main" id="{5276A839-8BD6-1D45-B9CA-A6106C7421C7}"/>
                </a:ext>
              </a:extLst>
            </p:cNvPr>
            <p:cNvSpPr/>
            <p:nvPr/>
          </p:nvSpPr>
          <p:spPr>
            <a:xfrm>
              <a:off x="1569368" y="1978558"/>
              <a:ext cx="254667" cy="167898"/>
            </a:xfrm>
            <a:custGeom>
              <a:avLst/>
              <a:gdLst>
                <a:gd name="connsiteX0" fmla="*/ 204478 w 254667"/>
                <a:gd name="connsiteY0" fmla="*/ 68947 h 167898"/>
                <a:gd name="connsiteX1" fmla="*/ 185947 w 254667"/>
                <a:gd name="connsiteY1" fmla="*/ 72139 h 167898"/>
                <a:gd name="connsiteX2" fmla="*/ 166777 w 254667"/>
                <a:gd name="connsiteY2" fmla="*/ 38304 h 167898"/>
                <a:gd name="connsiteX3" fmla="*/ 173806 w 254667"/>
                <a:gd name="connsiteY3" fmla="*/ 21706 h 167898"/>
                <a:gd name="connsiteX4" fmla="*/ 186586 w 254667"/>
                <a:gd name="connsiteY4" fmla="*/ 21706 h 167898"/>
                <a:gd name="connsiteX5" fmla="*/ 192976 w 254667"/>
                <a:gd name="connsiteY5" fmla="*/ 15322 h 167898"/>
                <a:gd name="connsiteX6" fmla="*/ 186586 w 254667"/>
                <a:gd name="connsiteY6" fmla="*/ 8938 h 167898"/>
                <a:gd name="connsiteX7" fmla="*/ 152080 w 254667"/>
                <a:gd name="connsiteY7" fmla="*/ 8938 h 167898"/>
                <a:gd name="connsiteX8" fmla="*/ 145690 w 254667"/>
                <a:gd name="connsiteY8" fmla="*/ 15322 h 167898"/>
                <a:gd name="connsiteX9" fmla="*/ 152080 w 254667"/>
                <a:gd name="connsiteY9" fmla="*/ 21706 h 167898"/>
                <a:gd name="connsiteX10" fmla="*/ 159748 w 254667"/>
                <a:gd name="connsiteY10" fmla="*/ 21706 h 167898"/>
                <a:gd name="connsiteX11" fmla="*/ 154636 w 254667"/>
                <a:gd name="connsiteY11" fmla="*/ 34474 h 167898"/>
                <a:gd name="connsiteX12" fmla="*/ 82430 w 254667"/>
                <a:gd name="connsiteY12" fmla="*/ 34474 h 167898"/>
                <a:gd name="connsiteX13" fmla="*/ 88820 w 254667"/>
                <a:gd name="connsiteY13" fmla="*/ 12768 h 167898"/>
                <a:gd name="connsiteX14" fmla="*/ 101600 w 254667"/>
                <a:gd name="connsiteY14" fmla="*/ 12768 h 167898"/>
                <a:gd name="connsiteX15" fmla="*/ 107990 w 254667"/>
                <a:gd name="connsiteY15" fmla="*/ 6384 h 167898"/>
                <a:gd name="connsiteX16" fmla="*/ 101600 w 254667"/>
                <a:gd name="connsiteY16" fmla="*/ 0 h 167898"/>
                <a:gd name="connsiteX17" fmla="*/ 84347 w 254667"/>
                <a:gd name="connsiteY17" fmla="*/ 0 h 167898"/>
                <a:gd name="connsiteX18" fmla="*/ 77957 w 254667"/>
                <a:gd name="connsiteY18" fmla="*/ 4469 h 167898"/>
                <a:gd name="connsiteX19" fmla="*/ 58148 w 254667"/>
                <a:gd name="connsiteY19" fmla="*/ 69586 h 167898"/>
                <a:gd name="connsiteX20" fmla="*/ 49841 w 254667"/>
                <a:gd name="connsiteY20" fmla="*/ 68947 h 167898"/>
                <a:gd name="connsiteX21" fmla="*/ 0 w 254667"/>
                <a:gd name="connsiteY21" fmla="*/ 118104 h 167898"/>
                <a:gd name="connsiteX22" fmla="*/ 49202 w 254667"/>
                <a:gd name="connsiteY22" fmla="*/ 167899 h 167898"/>
                <a:gd name="connsiteX23" fmla="*/ 99044 w 254667"/>
                <a:gd name="connsiteY23" fmla="*/ 118742 h 167898"/>
                <a:gd name="connsiteX24" fmla="*/ 70289 w 254667"/>
                <a:gd name="connsiteY24" fmla="*/ 73416 h 167898"/>
                <a:gd name="connsiteX25" fmla="*/ 76679 w 254667"/>
                <a:gd name="connsiteY25" fmla="*/ 53626 h 167898"/>
                <a:gd name="connsiteX26" fmla="*/ 122048 w 254667"/>
                <a:gd name="connsiteY26" fmla="*/ 121934 h 167898"/>
                <a:gd name="connsiteX27" fmla="*/ 122687 w 254667"/>
                <a:gd name="connsiteY27" fmla="*/ 122573 h 167898"/>
                <a:gd name="connsiteX28" fmla="*/ 122687 w 254667"/>
                <a:gd name="connsiteY28" fmla="*/ 122573 h 167898"/>
                <a:gd name="connsiteX29" fmla="*/ 122687 w 254667"/>
                <a:gd name="connsiteY29" fmla="*/ 122573 h 167898"/>
                <a:gd name="connsiteX30" fmla="*/ 124604 w 254667"/>
                <a:gd name="connsiteY30" fmla="*/ 123849 h 167898"/>
                <a:gd name="connsiteX31" fmla="*/ 124604 w 254667"/>
                <a:gd name="connsiteY31" fmla="*/ 123849 h 167898"/>
                <a:gd name="connsiteX32" fmla="*/ 124604 w 254667"/>
                <a:gd name="connsiteY32" fmla="*/ 123849 h 167898"/>
                <a:gd name="connsiteX33" fmla="*/ 126521 w 254667"/>
                <a:gd name="connsiteY33" fmla="*/ 124488 h 167898"/>
                <a:gd name="connsiteX34" fmla="*/ 155914 w 254667"/>
                <a:gd name="connsiteY34" fmla="*/ 124488 h 167898"/>
                <a:gd name="connsiteX35" fmla="*/ 211507 w 254667"/>
                <a:gd name="connsiteY35" fmla="*/ 167260 h 167898"/>
                <a:gd name="connsiteX36" fmla="*/ 254319 w 254667"/>
                <a:gd name="connsiteY36" fmla="*/ 111720 h 167898"/>
                <a:gd name="connsiteX37" fmla="*/ 204478 w 254667"/>
                <a:gd name="connsiteY37" fmla="*/ 68947 h 167898"/>
                <a:gd name="connsiteX38" fmla="*/ 204478 w 254667"/>
                <a:gd name="connsiteY38" fmla="*/ 68947 h 167898"/>
                <a:gd name="connsiteX39" fmla="*/ 86264 w 254667"/>
                <a:gd name="connsiteY39" fmla="*/ 118104 h 167898"/>
                <a:gd name="connsiteX40" fmla="*/ 49841 w 254667"/>
                <a:gd name="connsiteY40" fmla="*/ 154492 h 167898"/>
                <a:gd name="connsiteX41" fmla="*/ 13419 w 254667"/>
                <a:gd name="connsiteY41" fmla="*/ 118104 h 167898"/>
                <a:gd name="connsiteX42" fmla="*/ 49841 w 254667"/>
                <a:gd name="connsiteY42" fmla="*/ 81715 h 167898"/>
                <a:gd name="connsiteX43" fmla="*/ 49841 w 254667"/>
                <a:gd name="connsiteY43" fmla="*/ 81715 h 167898"/>
                <a:gd name="connsiteX44" fmla="*/ 54314 w 254667"/>
                <a:gd name="connsiteY44" fmla="*/ 81715 h 167898"/>
                <a:gd name="connsiteX45" fmla="*/ 43451 w 254667"/>
                <a:gd name="connsiteY45" fmla="*/ 116189 h 167898"/>
                <a:gd name="connsiteX46" fmla="*/ 47925 w 254667"/>
                <a:gd name="connsiteY46" fmla="*/ 123849 h 167898"/>
                <a:gd name="connsiteX47" fmla="*/ 49841 w 254667"/>
                <a:gd name="connsiteY47" fmla="*/ 123849 h 167898"/>
                <a:gd name="connsiteX48" fmla="*/ 56231 w 254667"/>
                <a:gd name="connsiteY48" fmla="*/ 119381 h 167898"/>
                <a:gd name="connsiteX49" fmla="*/ 66455 w 254667"/>
                <a:gd name="connsiteY49" fmla="*/ 85546 h 167898"/>
                <a:gd name="connsiteX50" fmla="*/ 86264 w 254667"/>
                <a:gd name="connsiteY50" fmla="*/ 118104 h 167898"/>
                <a:gd name="connsiteX51" fmla="*/ 175084 w 254667"/>
                <a:gd name="connsiteY51" fmla="*/ 78523 h 167898"/>
                <a:gd name="connsiteX52" fmla="*/ 155275 w 254667"/>
                <a:gd name="connsiteY52" fmla="*/ 111720 h 167898"/>
                <a:gd name="connsiteX53" fmla="*/ 136106 w 254667"/>
                <a:gd name="connsiteY53" fmla="*/ 111720 h 167898"/>
                <a:gd name="connsiteX54" fmla="*/ 160387 w 254667"/>
                <a:gd name="connsiteY54" fmla="*/ 52987 h 167898"/>
                <a:gd name="connsiteX55" fmla="*/ 175084 w 254667"/>
                <a:gd name="connsiteY55" fmla="*/ 78523 h 167898"/>
                <a:gd name="connsiteX56" fmla="*/ 181474 w 254667"/>
                <a:gd name="connsiteY56" fmla="*/ 90014 h 167898"/>
                <a:gd name="connsiteX57" fmla="*/ 193615 w 254667"/>
                <a:gd name="connsiteY57" fmla="*/ 111720 h 167898"/>
                <a:gd name="connsiteX58" fmla="*/ 168055 w 254667"/>
                <a:gd name="connsiteY58" fmla="*/ 111720 h 167898"/>
                <a:gd name="connsiteX59" fmla="*/ 181474 w 254667"/>
                <a:gd name="connsiteY59" fmla="*/ 90014 h 167898"/>
                <a:gd name="connsiteX60" fmla="*/ 181474 w 254667"/>
                <a:gd name="connsiteY60" fmla="*/ 90014 h 167898"/>
                <a:gd name="connsiteX61" fmla="*/ 125882 w 254667"/>
                <a:gd name="connsiteY61" fmla="*/ 104697 h 167898"/>
                <a:gd name="connsiteX62" fmla="*/ 87542 w 254667"/>
                <a:gd name="connsiteY62" fmla="*/ 47242 h 167898"/>
                <a:gd name="connsiteX63" fmla="*/ 150164 w 254667"/>
                <a:gd name="connsiteY63" fmla="*/ 47242 h 167898"/>
                <a:gd name="connsiteX64" fmla="*/ 125882 w 254667"/>
                <a:gd name="connsiteY64" fmla="*/ 104697 h 167898"/>
                <a:gd name="connsiteX65" fmla="*/ 205117 w 254667"/>
                <a:gd name="connsiteY65" fmla="*/ 154492 h 167898"/>
                <a:gd name="connsiteX66" fmla="*/ 169333 w 254667"/>
                <a:gd name="connsiteY66" fmla="*/ 124488 h 167898"/>
                <a:gd name="connsiteX67" fmla="*/ 205117 w 254667"/>
                <a:gd name="connsiteY67" fmla="*/ 124488 h 167898"/>
                <a:gd name="connsiteX68" fmla="*/ 211507 w 254667"/>
                <a:gd name="connsiteY68" fmla="*/ 118104 h 167898"/>
                <a:gd name="connsiteX69" fmla="*/ 210868 w 254667"/>
                <a:gd name="connsiteY69" fmla="*/ 114912 h 167898"/>
                <a:gd name="connsiteX70" fmla="*/ 193615 w 254667"/>
                <a:gd name="connsiteY70" fmla="*/ 83630 h 167898"/>
                <a:gd name="connsiteX71" fmla="*/ 240262 w 254667"/>
                <a:gd name="connsiteY71" fmla="*/ 105974 h 167898"/>
                <a:gd name="connsiteX72" fmla="*/ 217897 w 254667"/>
                <a:gd name="connsiteY72" fmla="*/ 152577 h 167898"/>
                <a:gd name="connsiteX73" fmla="*/ 205117 w 254667"/>
                <a:gd name="connsiteY73" fmla="*/ 154492 h 16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54667" h="167898">
                  <a:moveTo>
                    <a:pt x="204478" y="68947"/>
                  </a:moveTo>
                  <a:cubicBezTo>
                    <a:pt x="198088" y="68947"/>
                    <a:pt x="192337" y="70224"/>
                    <a:pt x="185947" y="72139"/>
                  </a:cubicBezTo>
                  <a:lnTo>
                    <a:pt x="166777" y="38304"/>
                  </a:lnTo>
                  <a:lnTo>
                    <a:pt x="173806" y="21706"/>
                  </a:lnTo>
                  <a:lnTo>
                    <a:pt x="186586" y="21706"/>
                  </a:lnTo>
                  <a:cubicBezTo>
                    <a:pt x="190420" y="21706"/>
                    <a:pt x="192976" y="19152"/>
                    <a:pt x="192976" y="15322"/>
                  </a:cubicBezTo>
                  <a:cubicBezTo>
                    <a:pt x="192976" y="11491"/>
                    <a:pt x="190420" y="8938"/>
                    <a:pt x="186586" y="8938"/>
                  </a:cubicBezTo>
                  <a:lnTo>
                    <a:pt x="152080" y="8938"/>
                  </a:lnTo>
                  <a:cubicBezTo>
                    <a:pt x="148246" y="8938"/>
                    <a:pt x="145690" y="11491"/>
                    <a:pt x="145690" y="15322"/>
                  </a:cubicBezTo>
                  <a:cubicBezTo>
                    <a:pt x="145690" y="19152"/>
                    <a:pt x="148246" y="21706"/>
                    <a:pt x="152080" y="21706"/>
                  </a:cubicBezTo>
                  <a:lnTo>
                    <a:pt x="159748" y="21706"/>
                  </a:lnTo>
                  <a:lnTo>
                    <a:pt x="154636" y="34474"/>
                  </a:lnTo>
                  <a:lnTo>
                    <a:pt x="82430" y="34474"/>
                  </a:lnTo>
                  <a:lnTo>
                    <a:pt x="88820" y="12768"/>
                  </a:lnTo>
                  <a:lnTo>
                    <a:pt x="101600" y="12768"/>
                  </a:lnTo>
                  <a:cubicBezTo>
                    <a:pt x="105434" y="12768"/>
                    <a:pt x="107990" y="10214"/>
                    <a:pt x="107990" y="6384"/>
                  </a:cubicBezTo>
                  <a:cubicBezTo>
                    <a:pt x="107990" y="2554"/>
                    <a:pt x="105434" y="0"/>
                    <a:pt x="101600" y="0"/>
                  </a:cubicBezTo>
                  <a:lnTo>
                    <a:pt x="84347" y="0"/>
                  </a:lnTo>
                  <a:cubicBezTo>
                    <a:pt x="81152" y="0"/>
                    <a:pt x="78596" y="1915"/>
                    <a:pt x="77957" y="4469"/>
                  </a:cubicBezTo>
                  <a:lnTo>
                    <a:pt x="58148" y="69586"/>
                  </a:lnTo>
                  <a:cubicBezTo>
                    <a:pt x="55592" y="68947"/>
                    <a:pt x="52397" y="68947"/>
                    <a:pt x="49841" y="68947"/>
                  </a:cubicBezTo>
                  <a:cubicBezTo>
                    <a:pt x="22365" y="68947"/>
                    <a:pt x="639" y="90653"/>
                    <a:pt x="0" y="118104"/>
                  </a:cubicBezTo>
                  <a:cubicBezTo>
                    <a:pt x="0" y="145555"/>
                    <a:pt x="21726" y="167260"/>
                    <a:pt x="49202" y="167899"/>
                  </a:cubicBezTo>
                  <a:cubicBezTo>
                    <a:pt x="76679" y="167899"/>
                    <a:pt x="98405" y="146193"/>
                    <a:pt x="99044" y="118742"/>
                  </a:cubicBezTo>
                  <a:cubicBezTo>
                    <a:pt x="99044" y="99590"/>
                    <a:pt x="87542" y="81715"/>
                    <a:pt x="70289" y="73416"/>
                  </a:cubicBezTo>
                  <a:lnTo>
                    <a:pt x="76679" y="53626"/>
                  </a:lnTo>
                  <a:lnTo>
                    <a:pt x="122048" y="121934"/>
                  </a:lnTo>
                  <a:lnTo>
                    <a:pt x="122687" y="122573"/>
                  </a:lnTo>
                  <a:cubicBezTo>
                    <a:pt x="122687" y="122573"/>
                    <a:pt x="122687" y="122573"/>
                    <a:pt x="122687" y="122573"/>
                  </a:cubicBezTo>
                  <a:lnTo>
                    <a:pt x="122687" y="122573"/>
                  </a:lnTo>
                  <a:cubicBezTo>
                    <a:pt x="123326" y="123211"/>
                    <a:pt x="123965" y="123211"/>
                    <a:pt x="124604" y="123849"/>
                  </a:cubicBezTo>
                  <a:lnTo>
                    <a:pt x="124604" y="123849"/>
                  </a:lnTo>
                  <a:lnTo>
                    <a:pt x="124604" y="123849"/>
                  </a:lnTo>
                  <a:cubicBezTo>
                    <a:pt x="125243" y="123849"/>
                    <a:pt x="125882" y="124488"/>
                    <a:pt x="126521" y="124488"/>
                  </a:cubicBezTo>
                  <a:lnTo>
                    <a:pt x="155914" y="124488"/>
                  </a:lnTo>
                  <a:cubicBezTo>
                    <a:pt x="159748" y="151300"/>
                    <a:pt x="184030" y="170452"/>
                    <a:pt x="211507" y="167260"/>
                  </a:cubicBezTo>
                  <a:cubicBezTo>
                    <a:pt x="238345" y="163430"/>
                    <a:pt x="257514" y="139171"/>
                    <a:pt x="254319" y="111720"/>
                  </a:cubicBezTo>
                  <a:cubicBezTo>
                    <a:pt x="250485" y="86822"/>
                    <a:pt x="229399" y="68309"/>
                    <a:pt x="204478" y="68947"/>
                  </a:cubicBezTo>
                  <a:lnTo>
                    <a:pt x="204478" y="68947"/>
                  </a:lnTo>
                  <a:close/>
                  <a:moveTo>
                    <a:pt x="86264" y="118104"/>
                  </a:moveTo>
                  <a:cubicBezTo>
                    <a:pt x="86264" y="138533"/>
                    <a:pt x="69650" y="154492"/>
                    <a:pt x="49841" y="154492"/>
                  </a:cubicBezTo>
                  <a:cubicBezTo>
                    <a:pt x="30033" y="154492"/>
                    <a:pt x="13419" y="137894"/>
                    <a:pt x="13419" y="118104"/>
                  </a:cubicBezTo>
                  <a:cubicBezTo>
                    <a:pt x="13419" y="97675"/>
                    <a:pt x="30033" y="81715"/>
                    <a:pt x="49841" y="81715"/>
                  </a:cubicBezTo>
                  <a:cubicBezTo>
                    <a:pt x="49841" y="81715"/>
                    <a:pt x="49841" y="81715"/>
                    <a:pt x="49841" y="81715"/>
                  </a:cubicBezTo>
                  <a:cubicBezTo>
                    <a:pt x="51119" y="81715"/>
                    <a:pt x="53036" y="81715"/>
                    <a:pt x="54314" y="81715"/>
                  </a:cubicBezTo>
                  <a:lnTo>
                    <a:pt x="43451" y="116189"/>
                  </a:lnTo>
                  <a:cubicBezTo>
                    <a:pt x="42174" y="119381"/>
                    <a:pt x="44091" y="123211"/>
                    <a:pt x="47925" y="123849"/>
                  </a:cubicBezTo>
                  <a:cubicBezTo>
                    <a:pt x="48563" y="123849"/>
                    <a:pt x="49202" y="123849"/>
                    <a:pt x="49841" y="123849"/>
                  </a:cubicBezTo>
                  <a:cubicBezTo>
                    <a:pt x="53036" y="123849"/>
                    <a:pt x="55592" y="121934"/>
                    <a:pt x="56231" y="119381"/>
                  </a:cubicBezTo>
                  <a:lnTo>
                    <a:pt x="66455" y="85546"/>
                  </a:lnTo>
                  <a:cubicBezTo>
                    <a:pt x="78596" y="91930"/>
                    <a:pt x="86264" y="104059"/>
                    <a:pt x="86264" y="118104"/>
                  </a:cubicBezTo>
                  <a:close/>
                  <a:moveTo>
                    <a:pt x="175084" y="78523"/>
                  </a:moveTo>
                  <a:cubicBezTo>
                    <a:pt x="164221" y="86184"/>
                    <a:pt x="157192" y="98313"/>
                    <a:pt x="155275" y="111720"/>
                  </a:cubicBezTo>
                  <a:lnTo>
                    <a:pt x="136106" y="111720"/>
                  </a:lnTo>
                  <a:lnTo>
                    <a:pt x="160387" y="52987"/>
                  </a:lnTo>
                  <a:lnTo>
                    <a:pt x="175084" y="78523"/>
                  </a:lnTo>
                  <a:close/>
                  <a:moveTo>
                    <a:pt x="181474" y="90014"/>
                  </a:moveTo>
                  <a:lnTo>
                    <a:pt x="193615" y="111720"/>
                  </a:lnTo>
                  <a:lnTo>
                    <a:pt x="168055" y="111720"/>
                  </a:lnTo>
                  <a:cubicBezTo>
                    <a:pt x="169972" y="102782"/>
                    <a:pt x="174445" y="95121"/>
                    <a:pt x="181474" y="90014"/>
                  </a:cubicBezTo>
                  <a:lnTo>
                    <a:pt x="181474" y="90014"/>
                  </a:lnTo>
                  <a:close/>
                  <a:moveTo>
                    <a:pt x="125882" y="104697"/>
                  </a:moveTo>
                  <a:lnTo>
                    <a:pt x="87542" y="47242"/>
                  </a:lnTo>
                  <a:lnTo>
                    <a:pt x="150164" y="47242"/>
                  </a:lnTo>
                  <a:lnTo>
                    <a:pt x="125882" y="104697"/>
                  </a:lnTo>
                  <a:close/>
                  <a:moveTo>
                    <a:pt x="205117" y="154492"/>
                  </a:moveTo>
                  <a:cubicBezTo>
                    <a:pt x="187225" y="154492"/>
                    <a:pt x="171889" y="141724"/>
                    <a:pt x="169333" y="124488"/>
                  </a:cubicBezTo>
                  <a:lnTo>
                    <a:pt x="205117" y="124488"/>
                  </a:lnTo>
                  <a:cubicBezTo>
                    <a:pt x="208951" y="124488"/>
                    <a:pt x="211507" y="121296"/>
                    <a:pt x="211507" y="118104"/>
                  </a:cubicBezTo>
                  <a:cubicBezTo>
                    <a:pt x="211507" y="116827"/>
                    <a:pt x="211507" y="116189"/>
                    <a:pt x="210868" y="114912"/>
                  </a:cubicBezTo>
                  <a:lnTo>
                    <a:pt x="193615" y="83630"/>
                  </a:lnTo>
                  <a:cubicBezTo>
                    <a:pt x="212785" y="77246"/>
                    <a:pt x="233872" y="86822"/>
                    <a:pt x="240262" y="105974"/>
                  </a:cubicBezTo>
                  <a:cubicBezTo>
                    <a:pt x="246652" y="125126"/>
                    <a:pt x="237067" y="146193"/>
                    <a:pt x="217897" y="152577"/>
                  </a:cubicBezTo>
                  <a:cubicBezTo>
                    <a:pt x="212785" y="153854"/>
                    <a:pt x="208951" y="154492"/>
                    <a:pt x="205117" y="154492"/>
                  </a:cubicBezTo>
                  <a:close/>
                </a:path>
              </a:pathLst>
            </a:custGeom>
            <a:solidFill>
              <a:srgbClr val="007680"/>
            </a:solidFill>
            <a:ln w="6390" cap="flat">
              <a:noFill/>
              <a:prstDash val="solid"/>
              <a:miter/>
            </a:ln>
          </p:spPr>
          <p:txBody>
            <a:bodyPr rtlCol="0" anchor="ctr"/>
            <a:lstStyle/>
            <a:p>
              <a:endParaRPr lang="en-US"/>
            </a:p>
          </p:txBody>
        </p:sp>
      </p:grpSp>
      <p:grpSp>
        <p:nvGrpSpPr>
          <p:cNvPr id="486" name="Graphic 5">
            <a:extLst>
              <a:ext uri="{FF2B5EF4-FFF2-40B4-BE49-F238E27FC236}">
                <a16:creationId xmlns:a16="http://schemas.microsoft.com/office/drawing/2014/main" id="{27C3813A-B316-6147-B46A-92FAF5C2ECFE}"/>
              </a:ext>
            </a:extLst>
          </p:cNvPr>
          <p:cNvGrpSpPr/>
          <p:nvPr/>
        </p:nvGrpSpPr>
        <p:grpSpPr>
          <a:xfrm>
            <a:off x="2561086" y="1881522"/>
            <a:ext cx="362309" cy="361971"/>
            <a:chOff x="2561086" y="1881522"/>
            <a:chExt cx="362309" cy="361971"/>
          </a:xfrm>
          <a:solidFill>
            <a:srgbClr val="007680"/>
          </a:solidFill>
        </p:grpSpPr>
        <p:sp>
          <p:nvSpPr>
            <p:cNvPr id="487" name="Graphic 5">
              <a:extLst>
                <a:ext uri="{FF2B5EF4-FFF2-40B4-BE49-F238E27FC236}">
                  <a16:creationId xmlns:a16="http://schemas.microsoft.com/office/drawing/2014/main" id="{D8072E3D-6E52-A940-B3B5-4140ED8F8F94}"/>
                </a:ext>
              </a:extLst>
            </p:cNvPr>
            <p:cNvSpPr/>
            <p:nvPr/>
          </p:nvSpPr>
          <p:spPr>
            <a:xfrm>
              <a:off x="2561086" y="188152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1076"/>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49530" y="273873"/>
                    <a:pt x="274128" y="348565"/>
                    <a:pt x="181474" y="349204"/>
                  </a:cubicBezTo>
                  <a:close/>
                </a:path>
              </a:pathLst>
            </a:custGeom>
            <a:solidFill>
              <a:srgbClr val="007680"/>
            </a:solidFill>
            <a:ln w="6390" cap="flat">
              <a:noFill/>
              <a:prstDash val="solid"/>
              <a:miter/>
            </a:ln>
          </p:spPr>
          <p:txBody>
            <a:bodyPr rtlCol="0" anchor="ctr"/>
            <a:lstStyle/>
            <a:p>
              <a:endParaRPr lang="en-US"/>
            </a:p>
          </p:txBody>
        </p:sp>
        <p:sp>
          <p:nvSpPr>
            <p:cNvPr id="488" name="Graphic 5">
              <a:extLst>
                <a:ext uri="{FF2B5EF4-FFF2-40B4-BE49-F238E27FC236}">
                  <a16:creationId xmlns:a16="http://schemas.microsoft.com/office/drawing/2014/main" id="{816D6F2A-A96A-6A4E-8A77-570172232FB5}"/>
                </a:ext>
              </a:extLst>
            </p:cNvPr>
            <p:cNvSpPr/>
            <p:nvPr/>
          </p:nvSpPr>
          <p:spPr>
            <a:xfrm>
              <a:off x="2672271" y="1955825"/>
              <a:ext cx="141856" cy="41246"/>
            </a:xfrm>
            <a:custGeom>
              <a:avLst/>
              <a:gdLst>
                <a:gd name="connsiteX0" fmla="*/ 134828 w 141856"/>
                <a:gd name="connsiteY0" fmla="*/ 28479 h 41246"/>
                <a:gd name="connsiteX1" fmla="*/ 109907 w 141856"/>
                <a:gd name="connsiteY1" fmla="*/ 28479 h 41246"/>
                <a:gd name="connsiteX2" fmla="*/ 56870 w 141856"/>
                <a:gd name="connsiteY2" fmla="*/ 2304 h 41246"/>
                <a:gd name="connsiteX3" fmla="*/ 31950 w 141856"/>
                <a:gd name="connsiteY3" fmla="*/ 25287 h 41246"/>
                <a:gd name="connsiteX4" fmla="*/ 30672 w 141856"/>
                <a:gd name="connsiteY4" fmla="*/ 28479 h 41246"/>
                <a:gd name="connsiteX5" fmla="*/ 6390 w 141856"/>
                <a:gd name="connsiteY5" fmla="*/ 28479 h 41246"/>
                <a:gd name="connsiteX6" fmla="*/ 0 w 141856"/>
                <a:gd name="connsiteY6" fmla="*/ 34863 h 41246"/>
                <a:gd name="connsiteX7" fmla="*/ 6390 w 141856"/>
                <a:gd name="connsiteY7" fmla="*/ 41247 h 41246"/>
                <a:gd name="connsiteX8" fmla="*/ 135467 w 141856"/>
                <a:gd name="connsiteY8" fmla="*/ 41247 h 41246"/>
                <a:gd name="connsiteX9" fmla="*/ 141856 w 141856"/>
                <a:gd name="connsiteY9" fmla="*/ 34863 h 41246"/>
                <a:gd name="connsiteX10" fmla="*/ 134828 w 141856"/>
                <a:gd name="connsiteY10" fmla="*/ 28479 h 41246"/>
                <a:gd name="connsiteX11" fmla="*/ 134828 w 141856"/>
                <a:gd name="connsiteY11" fmla="*/ 28479 h 41246"/>
                <a:gd name="connsiteX12" fmla="*/ 70289 w 141856"/>
                <a:gd name="connsiteY12" fmla="*/ 12519 h 41246"/>
                <a:gd name="connsiteX13" fmla="*/ 96488 w 141856"/>
                <a:gd name="connsiteY13" fmla="*/ 28479 h 41246"/>
                <a:gd name="connsiteX14" fmla="*/ 44730 w 141856"/>
                <a:gd name="connsiteY14" fmla="*/ 28479 h 41246"/>
                <a:gd name="connsiteX15" fmla="*/ 70289 w 141856"/>
                <a:gd name="connsiteY15" fmla="*/ 12519 h 41246"/>
                <a:gd name="connsiteX16" fmla="*/ 70289 w 141856"/>
                <a:gd name="connsiteY16" fmla="*/ 12519 h 41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856" h="41246">
                  <a:moveTo>
                    <a:pt x="134828" y="28479"/>
                  </a:moveTo>
                  <a:lnTo>
                    <a:pt x="109907" y="28479"/>
                  </a:lnTo>
                  <a:cubicBezTo>
                    <a:pt x="102239" y="6773"/>
                    <a:pt x="78596" y="-5356"/>
                    <a:pt x="56870" y="2304"/>
                  </a:cubicBezTo>
                  <a:cubicBezTo>
                    <a:pt x="45368" y="6135"/>
                    <a:pt x="36423" y="14434"/>
                    <a:pt x="31950" y="25287"/>
                  </a:cubicBezTo>
                  <a:cubicBezTo>
                    <a:pt x="31311" y="26563"/>
                    <a:pt x="31311" y="27202"/>
                    <a:pt x="30672" y="28479"/>
                  </a:cubicBezTo>
                  <a:lnTo>
                    <a:pt x="6390" y="28479"/>
                  </a:lnTo>
                  <a:cubicBezTo>
                    <a:pt x="2556" y="28479"/>
                    <a:pt x="0" y="31032"/>
                    <a:pt x="0" y="34863"/>
                  </a:cubicBezTo>
                  <a:cubicBezTo>
                    <a:pt x="0" y="38693"/>
                    <a:pt x="2556" y="41247"/>
                    <a:pt x="6390" y="41247"/>
                  </a:cubicBezTo>
                  <a:lnTo>
                    <a:pt x="135467" y="41247"/>
                  </a:lnTo>
                  <a:cubicBezTo>
                    <a:pt x="139301" y="41247"/>
                    <a:pt x="141856" y="38693"/>
                    <a:pt x="141856" y="34863"/>
                  </a:cubicBezTo>
                  <a:cubicBezTo>
                    <a:pt x="141856" y="31032"/>
                    <a:pt x="138022" y="28479"/>
                    <a:pt x="134828" y="28479"/>
                  </a:cubicBezTo>
                  <a:lnTo>
                    <a:pt x="134828" y="28479"/>
                  </a:lnTo>
                  <a:close/>
                  <a:moveTo>
                    <a:pt x="70289" y="12519"/>
                  </a:moveTo>
                  <a:cubicBezTo>
                    <a:pt x="81152" y="12519"/>
                    <a:pt x="91376" y="18903"/>
                    <a:pt x="96488" y="28479"/>
                  </a:cubicBezTo>
                  <a:lnTo>
                    <a:pt x="44730" y="28479"/>
                  </a:lnTo>
                  <a:cubicBezTo>
                    <a:pt x="49202" y="18903"/>
                    <a:pt x="59426" y="12519"/>
                    <a:pt x="70289" y="12519"/>
                  </a:cubicBezTo>
                  <a:lnTo>
                    <a:pt x="70289" y="12519"/>
                  </a:lnTo>
                  <a:close/>
                </a:path>
              </a:pathLst>
            </a:custGeom>
            <a:solidFill>
              <a:srgbClr val="007680"/>
            </a:solidFill>
            <a:ln w="6390" cap="flat">
              <a:noFill/>
              <a:prstDash val="solid"/>
              <a:miter/>
            </a:ln>
          </p:spPr>
          <p:txBody>
            <a:bodyPr rtlCol="0" anchor="ctr"/>
            <a:lstStyle/>
            <a:p>
              <a:endParaRPr lang="en-US"/>
            </a:p>
          </p:txBody>
        </p:sp>
        <p:sp>
          <p:nvSpPr>
            <p:cNvPr id="489" name="Graphic 5">
              <a:extLst>
                <a:ext uri="{FF2B5EF4-FFF2-40B4-BE49-F238E27FC236}">
                  <a16:creationId xmlns:a16="http://schemas.microsoft.com/office/drawing/2014/main" id="{F5E39497-CED1-DA4A-91BE-87265778941F}"/>
                </a:ext>
              </a:extLst>
            </p:cNvPr>
            <p:cNvSpPr/>
            <p:nvPr/>
          </p:nvSpPr>
          <p:spPr>
            <a:xfrm>
              <a:off x="2671632" y="2013032"/>
              <a:ext cx="141217" cy="155769"/>
            </a:xfrm>
            <a:custGeom>
              <a:avLst/>
              <a:gdLst>
                <a:gd name="connsiteX0" fmla="*/ 135467 w 141217"/>
                <a:gd name="connsiteY0" fmla="*/ 0 h 155769"/>
                <a:gd name="connsiteX1" fmla="*/ 6390 w 141217"/>
                <a:gd name="connsiteY1" fmla="*/ 0 h 155769"/>
                <a:gd name="connsiteX2" fmla="*/ 0 w 141217"/>
                <a:gd name="connsiteY2" fmla="*/ 6384 h 155769"/>
                <a:gd name="connsiteX3" fmla="*/ 6390 w 141217"/>
                <a:gd name="connsiteY3" fmla="*/ 12768 h 155769"/>
                <a:gd name="connsiteX4" fmla="*/ 7029 w 141217"/>
                <a:gd name="connsiteY4" fmla="*/ 12768 h 155769"/>
                <a:gd name="connsiteX5" fmla="*/ 7029 w 141217"/>
                <a:gd name="connsiteY5" fmla="*/ 149385 h 155769"/>
                <a:gd name="connsiteX6" fmla="*/ 13419 w 141217"/>
                <a:gd name="connsiteY6" fmla="*/ 155769 h 155769"/>
                <a:gd name="connsiteX7" fmla="*/ 127799 w 141217"/>
                <a:gd name="connsiteY7" fmla="*/ 155769 h 155769"/>
                <a:gd name="connsiteX8" fmla="*/ 134189 w 141217"/>
                <a:gd name="connsiteY8" fmla="*/ 149385 h 155769"/>
                <a:gd name="connsiteX9" fmla="*/ 134189 w 141217"/>
                <a:gd name="connsiteY9" fmla="*/ 12768 h 155769"/>
                <a:gd name="connsiteX10" fmla="*/ 134828 w 141217"/>
                <a:gd name="connsiteY10" fmla="*/ 12768 h 155769"/>
                <a:gd name="connsiteX11" fmla="*/ 141218 w 141217"/>
                <a:gd name="connsiteY11" fmla="*/ 6384 h 155769"/>
                <a:gd name="connsiteX12" fmla="*/ 135467 w 141217"/>
                <a:gd name="connsiteY12" fmla="*/ 0 h 155769"/>
                <a:gd name="connsiteX13" fmla="*/ 121409 w 141217"/>
                <a:gd name="connsiteY13" fmla="*/ 143001 h 155769"/>
                <a:gd name="connsiteX14" fmla="*/ 19809 w 141217"/>
                <a:gd name="connsiteY14" fmla="*/ 143001 h 155769"/>
                <a:gd name="connsiteX15" fmla="*/ 19809 w 141217"/>
                <a:gd name="connsiteY15" fmla="*/ 12768 h 155769"/>
                <a:gd name="connsiteX16" fmla="*/ 121409 w 141217"/>
                <a:gd name="connsiteY16" fmla="*/ 12768 h 155769"/>
                <a:gd name="connsiteX17" fmla="*/ 121409 w 141217"/>
                <a:gd name="connsiteY17" fmla="*/ 143001 h 155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1217" h="155769">
                  <a:moveTo>
                    <a:pt x="135467" y="0"/>
                  </a:moveTo>
                  <a:lnTo>
                    <a:pt x="6390" y="0"/>
                  </a:lnTo>
                  <a:cubicBezTo>
                    <a:pt x="2556" y="0"/>
                    <a:pt x="0" y="2554"/>
                    <a:pt x="0" y="6384"/>
                  </a:cubicBezTo>
                  <a:cubicBezTo>
                    <a:pt x="0" y="10214"/>
                    <a:pt x="2556" y="12768"/>
                    <a:pt x="6390" y="12768"/>
                  </a:cubicBezTo>
                  <a:lnTo>
                    <a:pt x="7029" y="12768"/>
                  </a:lnTo>
                  <a:lnTo>
                    <a:pt x="7029" y="149385"/>
                  </a:lnTo>
                  <a:cubicBezTo>
                    <a:pt x="7029" y="153216"/>
                    <a:pt x="9585" y="155769"/>
                    <a:pt x="13419" y="155769"/>
                  </a:cubicBezTo>
                  <a:lnTo>
                    <a:pt x="127799" y="155769"/>
                  </a:lnTo>
                  <a:cubicBezTo>
                    <a:pt x="131633" y="155769"/>
                    <a:pt x="134189" y="153216"/>
                    <a:pt x="134189" y="149385"/>
                  </a:cubicBezTo>
                  <a:lnTo>
                    <a:pt x="134189" y="12768"/>
                  </a:lnTo>
                  <a:lnTo>
                    <a:pt x="134828" y="12768"/>
                  </a:lnTo>
                  <a:cubicBezTo>
                    <a:pt x="138662" y="12768"/>
                    <a:pt x="141218" y="10214"/>
                    <a:pt x="141218" y="6384"/>
                  </a:cubicBezTo>
                  <a:cubicBezTo>
                    <a:pt x="141218" y="2554"/>
                    <a:pt x="138662" y="0"/>
                    <a:pt x="135467" y="0"/>
                  </a:cubicBezTo>
                  <a:close/>
                  <a:moveTo>
                    <a:pt x="121409" y="143001"/>
                  </a:moveTo>
                  <a:lnTo>
                    <a:pt x="19809" y="143001"/>
                  </a:lnTo>
                  <a:lnTo>
                    <a:pt x="19809" y="12768"/>
                  </a:lnTo>
                  <a:lnTo>
                    <a:pt x="121409" y="12768"/>
                  </a:lnTo>
                  <a:lnTo>
                    <a:pt x="121409" y="143001"/>
                  </a:lnTo>
                  <a:close/>
                </a:path>
              </a:pathLst>
            </a:custGeom>
            <a:solidFill>
              <a:srgbClr val="007680"/>
            </a:solidFill>
            <a:ln w="6390" cap="flat">
              <a:noFill/>
              <a:prstDash val="solid"/>
              <a:miter/>
            </a:ln>
          </p:spPr>
          <p:txBody>
            <a:bodyPr rtlCol="0" anchor="ctr"/>
            <a:lstStyle/>
            <a:p>
              <a:endParaRPr lang="en-US"/>
            </a:p>
          </p:txBody>
        </p:sp>
        <p:sp>
          <p:nvSpPr>
            <p:cNvPr id="490" name="Graphic 5">
              <a:extLst>
                <a:ext uri="{FF2B5EF4-FFF2-40B4-BE49-F238E27FC236}">
                  <a16:creationId xmlns:a16="http://schemas.microsoft.com/office/drawing/2014/main" id="{F33A918B-072D-2240-B681-77233B3978AF}"/>
                </a:ext>
              </a:extLst>
            </p:cNvPr>
            <p:cNvSpPr/>
            <p:nvPr/>
          </p:nvSpPr>
          <p:spPr>
            <a:xfrm>
              <a:off x="2707416" y="2041760"/>
              <a:ext cx="12779" cy="98313"/>
            </a:xfrm>
            <a:custGeom>
              <a:avLst/>
              <a:gdLst>
                <a:gd name="connsiteX0" fmla="*/ 6390 w 12779"/>
                <a:gd name="connsiteY0" fmla="*/ 98313 h 98313"/>
                <a:gd name="connsiteX1" fmla="*/ 12780 w 12779"/>
                <a:gd name="connsiteY1" fmla="*/ 91929 h 98313"/>
                <a:gd name="connsiteX2" fmla="*/ 12780 w 12779"/>
                <a:gd name="connsiteY2" fmla="*/ 6384 h 98313"/>
                <a:gd name="connsiteX3" fmla="*/ 6390 w 12779"/>
                <a:gd name="connsiteY3" fmla="*/ 0 h 98313"/>
                <a:gd name="connsiteX4" fmla="*/ 0 w 12779"/>
                <a:gd name="connsiteY4" fmla="*/ 6384 h 98313"/>
                <a:gd name="connsiteX5" fmla="*/ 0 w 12779"/>
                <a:gd name="connsiteY5" fmla="*/ 91929 h 98313"/>
                <a:gd name="connsiteX6" fmla="*/ 6390 w 12779"/>
                <a:gd name="connsiteY6" fmla="*/ 98313 h 9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98313">
                  <a:moveTo>
                    <a:pt x="6390" y="98313"/>
                  </a:moveTo>
                  <a:cubicBezTo>
                    <a:pt x="10224" y="98313"/>
                    <a:pt x="12780" y="95760"/>
                    <a:pt x="12780" y="91929"/>
                  </a:cubicBezTo>
                  <a:lnTo>
                    <a:pt x="12780" y="6384"/>
                  </a:lnTo>
                  <a:cubicBezTo>
                    <a:pt x="12780" y="2554"/>
                    <a:pt x="10224" y="0"/>
                    <a:pt x="6390" y="0"/>
                  </a:cubicBezTo>
                  <a:cubicBezTo>
                    <a:pt x="2556" y="0"/>
                    <a:pt x="0" y="2554"/>
                    <a:pt x="0" y="6384"/>
                  </a:cubicBezTo>
                  <a:lnTo>
                    <a:pt x="0" y="91929"/>
                  </a:lnTo>
                  <a:cubicBezTo>
                    <a:pt x="0" y="95760"/>
                    <a:pt x="2556" y="98313"/>
                    <a:pt x="6390" y="98313"/>
                  </a:cubicBezTo>
                  <a:close/>
                </a:path>
              </a:pathLst>
            </a:custGeom>
            <a:solidFill>
              <a:srgbClr val="007680"/>
            </a:solidFill>
            <a:ln w="6390" cap="flat">
              <a:noFill/>
              <a:prstDash val="solid"/>
              <a:miter/>
            </a:ln>
          </p:spPr>
          <p:txBody>
            <a:bodyPr rtlCol="0" anchor="ctr"/>
            <a:lstStyle/>
            <a:p>
              <a:endParaRPr lang="en-US"/>
            </a:p>
          </p:txBody>
        </p:sp>
        <p:sp>
          <p:nvSpPr>
            <p:cNvPr id="491" name="Graphic 5">
              <a:extLst>
                <a:ext uri="{FF2B5EF4-FFF2-40B4-BE49-F238E27FC236}">
                  <a16:creationId xmlns:a16="http://schemas.microsoft.com/office/drawing/2014/main" id="{2E822560-A5BC-5541-983F-B7506F88CCB2}"/>
                </a:ext>
              </a:extLst>
            </p:cNvPr>
            <p:cNvSpPr/>
            <p:nvPr/>
          </p:nvSpPr>
          <p:spPr>
            <a:xfrm>
              <a:off x="2736171" y="2041760"/>
              <a:ext cx="12779" cy="98313"/>
            </a:xfrm>
            <a:custGeom>
              <a:avLst/>
              <a:gdLst>
                <a:gd name="connsiteX0" fmla="*/ 6390 w 12779"/>
                <a:gd name="connsiteY0" fmla="*/ 98313 h 98313"/>
                <a:gd name="connsiteX1" fmla="*/ 12780 w 12779"/>
                <a:gd name="connsiteY1" fmla="*/ 91929 h 98313"/>
                <a:gd name="connsiteX2" fmla="*/ 12780 w 12779"/>
                <a:gd name="connsiteY2" fmla="*/ 6384 h 98313"/>
                <a:gd name="connsiteX3" fmla="*/ 6390 w 12779"/>
                <a:gd name="connsiteY3" fmla="*/ 0 h 98313"/>
                <a:gd name="connsiteX4" fmla="*/ 0 w 12779"/>
                <a:gd name="connsiteY4" fmla="*/ 6384 h 98313"/>
                <a:gd name="connsiteX5" fmla="*/ 0 w 12779"/>
                <a:gd name="connsiteY5" fmla="*/ 91929 h 98313"/>
                <a:gd name="connsiteX6" fmla="*/ 6390 w 12779"/>
                <a:gd name="connsiteY6" fmla="*/ 98313 h 9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98313">
                  <a:moveTo>
                    <a:pt x="6390" y="98313"/>
                  </a:moveTo>
                  <a:cubicBezTo>
                    <a:pt x="10224" y="98313"/>
                    <a:pt x="12780" y="95760"/>
                    <a:pt x="12780" y="91929"/>
                  </a:cubicBezTo>
                  <a:lnTo>
                    <a:pt x="12780" y="6384"/>
                  </a:lnTo>
                  <a:cubicBezTo>
                    <a:pt x="12780" y="2554"/>
                    <a:pt x="10224" y="0"/>
                    <a:pt x="6390" y="0"/>
                  </a:cubicBezTo>
                  <a:cubicBezTo>
                    <a:pt x="2556" y="0"/>
                    <a:pt x="0" y="2554"/>
                    <a:pt x="0" y="6384"/>
                  </a:cubicBezTo>
                  <a:lnTo>
                    <a:pt x="0" y="91929"/>
                  </a:lnTo>
                  <a:cubicBezTo>
                    <a:pt x="0" y="95760"/>
                    <a:pt x="2556" y="98313"/>
                    <a:pt x="6390" y="98313"/>
                  </a:cubicBezTo>
                  <a:close/>
                </a:path>
              </a:pathLst>
            </a:custGeom>
            <a:solidFill>
              <a:srgbClr val="007680"/>
            </a:solidFill>
            <a:ln w="6390" cap="flat">
              <a:noFill/>
              <a:prstDash val="solid"/>
              <a:miter/>
            </a:ln>
          </p:spPr>
          <p:txBody>
            <a:bodyPr rtlCol="0" anchor="ctr"/>
            <a:lstStyle/>
            <a:p>
              <a:endParaRPr lang="en-US"/>
            </a:p>
          </p:txBody>
        </p:sp>
        <p:sp>
          <p:nvSpPr>
            <p:cNvPr id="492" name="Graphic 5">
              <a:extLst>
                <a:ext uri="{FF2B5EF4-FFF2-40B4-BE49-F238E27FC236}">
                  <a16:creationId xmlns:a16="http://schemas.microsoft.com/office/drawing/2014/main" id="{CC7EEA97-2587-4C4C-A9FF-B8A08E5505C1}"/>
                </a:ext>
              </a:extLst>
            </p:cNvPr>
            <p:cNvSpPr/>
            <p:nvPr/>
          </p:nvSpPr>
          <p:spPr>
            <a:xfrm>
              <a:off x="2764925" y="2041760"/>
              <a:ext cx="12779" cy="98313"/>
            </a:xfrm>
            <a:custGeom>
              <a:avLst/>
              <a:gdLst>
                <a:gd name="connsiteX0" fmla="*/ 6390 w 12779"/>
                <a:gd name="connsiteY0" fmla="*/ 98313 h 98313"/>
                <a:gd name="connsiteX1" fmla="*/ 12780 w 12779"/>
                <a:gd name="connsiteY1" fmla="*/ 91929 h 98313"/>
                <a:gd name="connsiteX2" fmla="*/ 12780 w 12779"/>
                <a:gd name="connsiteY2" fmla="*/ 6384 h 98313"/>
                <a:gd name="connsiteX3" fmla="*/ 6390 w 12779"/>
                <a:gd name="connsiteY3" fmla="*/ 0 h 98313"/>
                <a:gd name="connsiteX4" fmla="*/ 0 w 12779"/>
                <a:gd name="connsiteY4" fmla="*/ 6384 h 98313"/>
                <a:gd name="connsiteX5" fmla="*/ 0 w 12779"/>
                <a:gd name="connsiteY5" fmla="*/ 91929 h 98313"/>
                <a:gd name="connsiteX6" fmla="*/ 6390 w 12779"/>
                <a:gd name="connsiteY6" fmla="*/ 98313 h 9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98313">
                  <a:moveTo>
                    <a:pt x="6390" y="98313"/>
                  </a:moveTo>
                  <a:cubicBezTo>
                    <a:pt x="10224" y="98313"/>
                    <a:pt x="12780" y="95760"/>
                    <a:pt x="12780" y="91929"/>
                  </a:cubicBezTo>
                  <a:lnTo>
                    <a:pt x="12780" y="6384"/>
                  </a:lnTo>
                  <a:cubicBezTo>
                    <a:pt x="12780" y="2554"/>
                    <a:pt x="10224" y="0"/>
                    <a:pt x="6390" y="0"/>
                  </a:cubicBezTo>
                  <a:cubicBezTo>
                    <a:pt x="2556" y="0"/>
                    <a:pt x="0" y="2554"/>
                    <a:pt x="0" y="6384"/>
                  </a:cubicBezTo>
                  <a:lnTo>
                    <a:pt x="0" y="91929"/>
                  </a:lnTo>
                  <a:cubicBezTo>
                    <a:pt x="0" y="95760"/>
                    <a:pt x="2556" y="98313"/>
                    <a:pt x="6390" y="98313"/>
                  </a:cubicBezTo>
                  <a:close/>
                </a:path>
              </a:pathLst>
            </a:custGeom>
            <a:solidFill>
              <a:srgbClr val="007680"/>
            </a:solidFill>
            <a:ln w="6390" cap="flat">
              <a:noFill/>
              <a:prstDash val="solid"/>
              <a:miter/>
            </a:ln>
          </p:spPr>
          <p:txBody>
            <a:bodyPr rtlCol="0" anchor="ctr"/>
            <a:lstStyle/>
            <a:p>
              <a:endParaRPr lang="en-US"/>
            </a:p>
          </p:txBody>
        </p:sp>
      </p:grpSp>
      <p:grpSp>
        <p:nvGrpSpPr>
          <p:cNvPr id="493" name="Graphic 5">
            <a:extLst>
              <a:ext uri="{FF2B5EF4-FFF2-40B4-BE49-F238E27FC236}">
                <a16:creationId xmlns:a16="http://schemas.microsoft.com/office/drawing/2014/main" id="{CDBD1062-089D-7B49-8302-2577A7E68A3F}"/>
              </a:ext>
            </a:extLst>
          </p:cNvPr>
          <p:cNvGrpSpPr/>
          <p:nvPr/>
        </p:nvGrpSpPr>
        <p:grpSpPr>
          <a:xfrm>
            <a:off x="3608397" y="1881522"/>
            <a:ext cx="362309" cy="361971"/>
            <a:chOff x="3608397" y="1881522"/>
            <a:chExt cx="362309" cy="361971"/>
          </a:xfrm>
          <a:solidFill>
            <a:srgbClr val="007680"/>
          </a:solidFill>
        </p:grpSpPr>
        <p:sp>
          <p:nvSpPr>
            <p:cNvPr id="494" name="Graphic 5">
              <a:extLst>
                <a:ext uri="{FF2B5EF4-FFF2-40B4-BE49-F238E27FC236}">
                  <a16:creationId xmlns:a16="http://schemas.microsoft.com/office/drawing/2014/main" id="{04CA1E65-2A64-744B-9B21-FDEF3E79C7F3}"/>
                </a:ext>
              </a:extLst>
            </p:cNvPr>
            <p:cNvSpPr/>
            <p:nvPr/>
          </p:nvSpPr>
          <p:spPr>
            <a:xfrm>
              <a:off x="3608397" y="188152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1076"/>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49530" y="273873"/>
                    <a:pt x="274128" y="348565"/>
                    <a:pt x="181474" y="349204"/>
                  </a:cubicBezTo>
                  <a:close/>
                </a:path>
              </a:pathLst>
            </a:custGeom>
            <a:solidFill>
              <a:srgbClr val="007680"/>
            </a:solidFill>
            <a:ln w="6390" cap="flat">
              <a:noFill/>
              <a:prstDash val="solid"/>
              <a:miter/>
            </a:ln>
          </p:spPr>
          <p:txBody>
            <a:bodyPr rtlCol="0" anchor="ctr"/>
            <a:lstStyle/>
            <a:p>
              <a:endParaRPr lang="en-US"/>
            </a:p>
          </p:txBody>
        </p:sp>
        <p:sp>
          <p:nvSpPr>
            <p:cNvPr id="495" name="Graphic 5">
              <a:extLst>
                <a:ext uri="{FF2B5EF4-FFF2-40B4-BE49-F238E27FC236}">
                  <a16:creationId xmlns:a16="http://schemas.microsoft.com/office/drawing/2014/main" id="{5F0C04EB-F8F5-B54B-B089-21E005802BCB}"/>
                </a:ext>
              </a:extLst>
            </p:cNvPr>
            <p:cNvSpPr/>
            <p:nvPr/>
          </p:nvSpPr>
          <p:spPr>
            <a:xfrm>
              <a:off x="3714470" y="1960045"/>
              <a:ext cx="150163" cy="204925"/>
            </a:xfrm>
            <a:custGeom>
              <a:avLst/>
              <a:gdLst>
                <a:gd name="connsiteX0" fmla="*/ 133550 w 150163"/>
                <a:gd name="connsiteY0" fmla="*/ 12768 h 204925"/>
                <a:gd name="connsiteX1" fmla="*/ 143774 w 150163"/>
                <a:gd name="connsiteY1" fmla="*/ 12768 h 204925"/>
                <a:gd name="connsiteX2" fmla="*/ 150164 w 150163"/>
                <a:gd name="connsiteY2" fmla="*/ 6384 h 204925"/>
                <a:gd name="connsiteX3" fmla="*/ 143774 w 150163"/>
                <a:gd name="connsiteY3" fmla="*/ 0 h 204925"/>
                <a:gd name="connsiteX4" fmla="*/ 23643 w 150163"/>
                <a:gd name="connsiteY4" fmla="*/ 0 h 204925"/>
                <a:gd name="connsiteX5" fmla="*/ 0 w 150163"/>
                <a:gd name="connsiteY5" fmla="*/ 23621 h 204925"/>
                <a:gd name="connsiteX6" fmla="*/ 0 w 150163"/>
                <a:gd name="connsiteY6" fmla="*/ 26174 h 204925"/>
                <a:gd name="connsiteX7" fmla="*/ 0 w 150163"/>
                <a:gd name="connsiteY7" fmla="*/ 27451 h 204925"/>
                <a:gd name="connsiteX8" fmla="*/ 0 w 150163"/>
                <a:gd name="connsiteY8" fmla="*/ 181305 h 204925"/>
                <a:gd name="connsiteX9" fmla="*/ 23643 w 150163"/>
                <a:gd name="connsiteY9" fmla="*/ 204926 h 204925"/>
                <a:gd name="connsiteX10" fmla="*/ 143774 w 150163"/>
                <a:gd name="connsiteY10" fmla="*/ 204926 h 204925"/>
                <a:gd name="connsiteX11" fmla="*/ 150164 w 150163"/>
                <a:gd name="connsiteY11" fmla="*/ 198542 h 204925"/>
                <a:gd name="connsiteX12" fmla="*/ 150164 w 150163"/>
                <a:gd name="connsiteY12" fmla="*/ 41496 h 204925"/>
                <a:gd name="connsiteX13" fmla="*/ 143774 w 150163"/>
                <a:gd name="connsiteY13" fmla="*/ 35112 h 204925"/>
                <a:gd name="connsiteX14" fmla="*/ 133550 w 150163"/>
                <a:gd name="connsiteY14" fmla="*/ 35112 h 204925"/>
                <a:gd name="connsiteX15" fmla="*/ 133550 w 150163"/>
                <a:gd name="connsiteY15" fmla="*/ 12768 h 204925"/>
                <a:gd name="connsiteX16" fmla="*/ 137384 w 150163"/>
                <a:gd name="connsiteY16" fmla="*/ 191519 h 204925"/>
                <a:gd name="connsiteX17" fmla="*/ 23643 w 150163"/>
                <a:gd name="connsiteY17" fmla="*/ 191519 h 204925"/>
                <a:gd name="connsiteX18" fmla="*/ 12780 w 150163"/>
                <a:gd name="connsiteY18" fmla="*/ 180667 h 204925"/>
                <a:gd name="connsiteX19" fmla="*/ 12780 w 150163"/>
                <a:gd name="connsiteY19" fmla="*/ 44049 h 204925"/>
                <a:gd name="connsiteX20" fmla="*/ 23643 w 150163"/>
                <a:gd name="connsiteY20" fmla="*/ 46603 h 204925"/>
                <a:gd name="connsiteX21" fmla="*/ 137384 w 150163"/>
                <a:gd name="connsiteY21" fmla="*/ 46603 h 204925"/>
                <a:gd name="connsiteX22" fmla="*/ 137384 w 150163"/>
                <a:gd name="connsiteY22" fmla="*/ 191519 h 204925"/>
                <a:gd name="connsiteX23" fmla="*/ 23643 w 150163"/>
                <a:gd name="connsiteY23" fmla="*/ 34473 h 204925"/>
                <a:gd name="connsiteX24" fmla="*/ 12780 w 150163"/>
                <a:gd name="connsiteY24" fmla="*/ 23621 h 204925"/>
                <a:gd name="connsiteX25" fmla="*/ 23643 w 150163"/>
                <a:gd name="connsiteY25" fmla="*/ 12768 h 204925"/>
                <a:gd name="connsiteX26" fmla="*/ 23643 w 150163"/>
                <a:gd name="connsiteY26" fmla="*/ 12768 h 204925"/>
                <a:gd name="connsiteX27" fmla="*/ 118853 w 150163"/>
                <a:gd name="connsiteY27" fmla="*/ 12768 h 204925"/>
                <a:gd name="connsiteX28" fmla="*/ 118853 w 150163"/>
                <a:gd name="connsiteY28" fmla="*/ 34473 h 204925"/>
                <a:gd name="connsiteX29" fmla="*/ 23643 w 150163"/>
                <a:gd name="connsiteY29" fmla="*/ 34473 h 20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50163" h="204925">
                  <a:moveTo>
                    <a:pt x="133550" y="12768"/>
                  </a:moveTo>
                  <a:lnTo>
                    <a:pt x="143774" y="12768"/>
                  </a:lnTo>
                  <a:cubicBezTo>
                    <a:pt x="147608" y="12768"/>
                    <a:pt x="150164" y="10214"/>
                    <a:pt x="150164" y="6384"/>
                  </a:cubicBezTo>
                  <a:cubicBezTo>
                    <a:pt x="150164" y="2554"/>
                    <a:pt x="147608" y="0"/>
                    <a:pt x="143774" y="0"/>
                  </a:cubicBezTo>
                  <a:lnTo>
                    <a:pt x="23643" y="0"/>
                  </a:lnTo>
                  <a:cubicBezTo>
                    <a:pt x="10863" y="0"/>
                    <a:pt x="0" y="10214"/>
                    <a:pt x="0" y="23621"/>
                  </a:cubicBezTo>
                  <a:cubicBezTo>
                    <a:pt x="0" y="24259"/>
                    <a:pt x="0" y="24897"/>
                    <a:pt x="0" y="26174"/>
                  </a:cubicBezTo>
                  <a:cubicBezTo>
                    <a:pt x="0" y="26813"/>
                    <a:pt x="0" y="26813"/>
                    <a:pt x="0" y="27451"/>
                  </a:cubicBezTo>
                  <a:lnTo>
                    <a:pt x="0" y="181305"/>
                  </a:lnTo>
                  <a:cubicBezTo>
                    <a:pt x="0" y="194073"/>
                    <a:pt x="10863" y="204926"/>
                    <a:pt x="23643" y="204926"/>
                  </a:cubicBezTo>
                  <a:lnTo>
                    <a:pt x="143774" y="204926"/>
                  </a:lnTo>
                  <a:cubicBezTo>
                    <a:pt x="147608" y="204926"/>
                    <a:pt x="150164" y="202372"/>
                    <a:pt x="150164" y="198542"/>
                  </a:cubicBezTo>
                  <a:lnTo>
                    <a:pt x="150164" y="41496"/>
                  </a:lnTo>
                  <a:cubicBezTo>
                    <a:pt x="150164" y="37665"/>
                    <a:pt x="147608" y="35112"/>
                    <a:pt x="143774" y="35112"/>
                  </a:cubicBezTo>
                  <a:lnTo>
                    <a:pt x="133550" y="35112"/>
                  </a:lnTo>
                  <a:cubicBezTo>
                    <a:pt x="128438" y="28089"/>
                    <a:pt x="128438" y="19152"/>
                    <a:pt x="133550" y="12768"/>
                  </a:cubicBezTo>
                  <a:close/>
                  <a:moveTo>
                    <a:pt x="137384" y="191519"/>
                  </a:moveTo>
                  <a:lnTo>
                    <a:pt x="23643" y="191519"/>
                  </a:lnTo>
                  <a:cubicBezTo>
                    <a:pt x="17892" y="191519"/>
                    <a:pt x="12780" y="187051"/>
                    <a:pt x="12780" y="180667"/>
                  </a:cubicBezTo>
                  <a:lnTo>
                    <a:pt x="12780" y="44049"/>
                  </a:lnTo>
                  <a:cubicBezTo>
                    <a:pt x="15975" y="45965"/>
                    <a:pt x="19809" y="46603"/>
                    <a:pt x="23643" y="46603"/>
                  </a:cubicBezTo>
                  <a:lnTo>
                    <a:pt x="137384" y="46603"/>
                  </a:lnTo>
                  <a:lnTo>
                    <a:pt x="137384" y="191519"/>
                  </a:lnTo>
                  <a:close/>
                  <a:moveTo>
                    <a:pt x="23643" y="34473"/>
                  </a:moveTo>
                  <a:cubicBezTo>
                    <a:pt x="17892" y="34473"/>
                    <a:pt x="12780" y="30005"/>
                    <a:pt x="12780" y="23621"/>
                  </a:cubicBezTo>
                  <a:cubicBezTo>
                    <a:pt x="12780" y="17237"/>
                    <a:pt x="17253" y="12768"/>
                    <a:pt x="23643" y="12768"/>
                  </a:cubicBezTo>
                  <a:cubicBezTo>
                    <a:pt x="23643" y="12768"/>
                    <a:pt x="23643" y="12768"/>
                    <a:pt x="23643" y="12768"/>
                  </a:cubicBezTo>
                  <a:lnTo>
                    <a:pt x="118853" y="12768"/>
                  </a:lnTo>
                  <a:cubicBezTo>
                    <a:pt x="116297" y="19790"/>
                    <a:pt x="116297" y="27451"/>
                    <a:pt x="118853" y="34473"/>
                  </a:cubicBezTo>
                  <a:lnTo>
                    <a:pt x="23643" y="34473"/>
                  </a:lnTo>
                  <a:close/>
                </a:path>
              </a:pathLst>
            </a:custGeom>
            <a:solidFill>
              <a:srgbClr val="007680"/>
            </a:solidFill>
            <a:ln w="6390" cap="flat">
              <a:noFill/>
              <a:prstDash val="solid"/>
              <a:miter/>
            </a:ln>
          </p:spPr>
          <p:txBody>
            <a:bodyPr rtlCol="0" anchor="ctr"/>
            <a:lstStyle/>
            <a:p>
              <a:endParaRPr lang="en-US"/>
            </a:p>
          </p:txBody>
        </p:sp>
      </p:grpSp>
      <p:grpSp>
        <p:nvGrpSpPr>
          <p:cNvPr id="496" name="Graphic 5">
            <a:extLst>
              <a:ext uri="{FF2B5EF4-FFF2-40B4-BE49-F238E27FC236}">
                <a16:creationId xmlns:a16="http://schemas.microsoft.com/office/drawing/2014/main" id="{417BD7C6-CAA2-824F-83D4-6B183CF705B0}"/>
              </a:ext>
            </a:extLst>
          </p:cNvPr>
          <p:cNvGrpSpPr/>
          <p:nvPr/>
        </p:nvGrpSpPr>
        <p:grpSpPr>
          <a:xfrm>
            <a:off x="5708769" y="1881522"/>
            <a:ext cx="362312" cy="361971"/>
            <a:chOff x="5708769" y="1881522"/>
            <a:chExt cx="362312" cy="361971"/>
          </a:xfrm>
          <a:solidFill>
            <a:srgbClr val="007680"/>
          </a:solidFill>
        </p:grpSpPr>
        <p:sp>
          <p:nvSpPr>
            <p:cNvPr id="497" name="Graphic 5">
              <a:extLst>
                <a:ext uri="{FF2B5EF4-FFF2-40B4-BE49-F238E27FC236}">
                  <a16:creationId xmlns:a16="http://schemas.microsoft.com/office/drawing/2014/main" id="{F928C6EE-141A-AC4A-A2F1-1CD0CBEBFEDE}"/>
                </a:ext>
              </a:extLst>
            </p:cNvPr>
            <p:cNvSpPr/>
            <p:nvPr/>
          </p:nvSpPr>
          <p:spPr>
            <a:xfrm>
              <a:off x="5708769" y="1881522"/>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9204 h 361971"/>
                <a:gd name="connsiteX8" fmla="*/ 12780 w 362312"/>
                <a:gd name="connsiteY8" fmla="*/ 181305 h 361971"/>
                <a:gd name="connsiteX9" fmla="*/ 180835 w 362312"/>
                <a:gd name="connsiteY9" fmla="*/ 12768 h 361971"/>
                <a:gd name="connsiteX10" fmla="*/ 349529 w 362312"/>
                <a:gd name="connsiteY10" fmla="*/ 180667 h 361971"/>
                <a:gd name="connsiteX11" fmla="*/ 349529 w 362312"/>
                <a:gd name="connsiteY11" fmla="*/ 180667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6"/>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1076"/>
                    <a:pt x="281796" y="0"/>
                    <a:pt x="181474" y="0"/>
                  </a:cubicBezTo>
                  <a:lnTo>
                    <a:pt x="181474" y="0"/>
                  </a:ln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50168" y="273873"/>
                    <a:pt x="274767" y="348565"/>
                    <a:pt x="181474" y="349204"/>
                  </a:cubicBezTo>
                  <a:close/>
                </a:path>
              </a:pathLst>
            </a:custGeom>
            <a:solidFill>
              <a:srgbClr val="007680"/>
            </a:solidFill>
            <a:ln w="6390" cap="flat">
              <a:noFill/>
              <a:prstDash val="solid"/>
              <a:miter/>
            </a:ln>
          </p:spPr>
          <p:txBody>
            <a:bodyPr rtlCol="0" anchor="ctr"/>
            <a:lstStyle/>
            <a:p>
              <a:endParaRPr lang="en-US"/>
            </a:p>
          </p:txBody>
        </p:sp>
        <p:sp>
          <p:nvSpPr>
            <p:cNvPr id="498" name="Graphic 5">
              <a:extLst>
                <a:ext uri="{FF2B5EF4-FFF2-40B4-BE49-F238E27FC236}">
                  <a16:creationId xmlns:a16="http://schemas.microsoft.com/office/drawing/2014/main" id="{FD07A072-2BFE-DD40-839F-F879BB80D91A}"/>
                </a:ext>
              </a:extLst>
            </p:cNvPr>
            <p:cNvSpPr/>
            <p:nvPr/>
          </p:nvSpPr>
          <p:spPr>
            <a:xfrm>
              <a:off x="5788004" y="1973451"/>
              <a:ext cx="205756" cy="178113"/>
            </a:xfrm>
            <a:custGeom>
              <a:avLst/>
              <a:gdLst>
                <a:gd name="connsiteX0" fmla="*/ 199366 w 205756"/>
                <a:gd name="connsiteY0" fmla="*/ 27451 h 178113"/>
                <a:gd name="connsiteX1" fmla="*/ 136745 w 205756"/>
                <a:gd name="connsiteY1" fmla="*/ 27451 h 178113"/>
                <a:gd name="connsiteX2" fmla="*/ 136745 w 205756"/>
                <a:gd name="connsiteY2" fmla="*/ 6384 h 178113"/>
                <a:gd name="connsiteX3" fmla="*/ 130355 w 205756"/>
                <a:gd name="connsiteY3" fmla="*/ 0 h 178113"/>
                <a:gd name="connsiteX4" fmla="*/ 75401 w 205756"/>
                <a:gd name="connsiteY4" fmla="*/ 0 h 178113"/>
                <a:gd name="connsiteX5" fmla="*/ 69011 w 205756"/>
                <a:gd name="connsiteY5" fmla="*/ 6384 h 178113"/>
                <a:gd name="connsiteX6" fmla="*/ 69011 w 205756"/>
                <a:gd name="connsiteY6" fmla="*/ 27451 h 178113"/>
                <a:gd name="connsiteX7" fmla="*/ 6390 w 205756"/>
                <a:gd name="connsiteY7" fmla="*/ 27451 h 178113"/>
                <a:gd name="connsiteX8" fmla="*/ 0 w 205756"/>
                <a:gd name="connsiteY8" fmla="*/ 33835 h 178113"/>
                <a:gd name="connsiteX9" fmla="*/ 0 w 205756"/>
                <a:gd name="connsiteY9" fmla="*/ 171729 h 178113"/>
                <a:gd name="connsiteX10" fmla="*/ 6390 w 205756"/>
                <a:gd name="connsiteY10" fmla="*/ 178113 h 178113"/>
                <a:gd name="connsiteX11" fmla="*/ 199366 w 205756"/>
                <a:gd name="connsiteY11" fmla="*/ 178113 h 178113"/>
                <a:gd name="connsiteX12" fmla="*/ 205756 w 205756"/>
                <a:gd name="connsiteY12" fmla="*/ 171729 h 178113"/>
                <a:gd name="connsiteX13" fmla="*/ 205756 w 205756"/>
                <a:gd name="connsiteY13" fmla="*/ 33835 h 178113"/>
                <a:gd name="connsiteX14" fmla="*/ 199366 w 205756"/>
                <a:gd name="connsiteY14" fmla="*/ 27451 h 178113"/>
                <a:gd name="connsiteX15" fmla="*/ 53676 w 205756"/>
                <a:gd name="connsiteY15" fmla="*/ 40219 h 178113"/>
                <a:gd name="connsiteX16" fmla="*/ 144413 w 205756"/>
                <a:gd name="connsiteY16" fmla="*/ 40219 h 178113"/>
                <a:gd name="connsiteX17" fmla="*/ 144413 w 205756"/>
                <a:gd name="connsiteY17" fmla="*/ 164707 h 178113"/>
                <a:gd name="connsiteX18" fmla="*/ 144413 w 205756"/>
                <a:gd name="connsiteY18" fmla="*/ 165345 h 178113"/>
                <a:gd name="connsiteX19" fmla="*/ 53036 w 205756"/>
                <a:gd name="connsiteY19" fmla="*/ 165345 h 178113"/>
                <a:gd name="connsiteX20" fmla="*/ 53036 w 205756"/>
                <a:gd name="connsiteY20" fmla="*/ 164707 h 178113"/>
                <a:gd name="connsiteX21" fmla="*/ 53676 w 205756"/>
                <a:gd name="connsiteY21" fmla="*/ 40219 h 178113"/>
                <a:gd name="connsiteX22" fmla="*/ 81791 w 205756"/>
                <a:gd name="connsiteY22" fmla="*/ 12130 h 178113"/>
                <a:gd name="connsiteX23" fmla="*/ 123965 w 205756"/>
                <a:gd name="connsiteY23" fmla="*/ 12130 h 178113"/>
                <a:gd name="connsiteX24" fmla="*/ 123965 w 205756"/>
                <a:gd name="connsiteY24" fmla="*/ 26813 h 178113"/>
                <a:gd name="connsiteX25" fmla="*/ 81791 w 205756"/>
                <a:gd name="connsiteY25" fmla="*/ 26813 h 178113"/>
                <a:gd name="connsiteX26" fmla="*/ 81791 w 205756"/>
                <a:gd name="connsiteY26" fmla="*/ 12130 h 178113"/>
                <a:gd name="connsiteX27" fmla="*/ 12780 w 205756"/>
                <a:gd name="connsiteY27" fmla="*/ 40219 h 178113"/>
                <a:gd name="connsiteX28" fmla="*/ 41535 w 205756"/>
                <a:gd name="connsiteY28" fmla="*/ 40219 h 178113"/>
                <a:gd name="connsiteX29" fmla="*/ 41535 w 205756"/>
                <a:gd name="connsiteY29" fmla="*/ 164707 h 178113"/>
                <a:gd name="connsiteX30" fmla="*/ 41535 w 205756"/>
                <a:gd name="connsiteY30" fmla="*/ 165345 h 178113"/>
                <a:gd name="connsiteX31" fmla="*/ 12780 w 205756"/>
                <a:gd name="connsiteY31" fmla="*/ 165345 h 178113"/>
                <a:gd name="connsiteX32" fmla="*/ 12780 w 205756"/>
                <a:gd name="connsiteY32" fmla="*/ 40219 h 178113"/>
                <a:gd name="connsiteX33" fmla="*/ 192976 w 205756"/>
                <a:gd name="connsiteY33" fmla="*/ 165345 h 178113"/>
                <a:gd name="connsiteX34" fmla="*/ 157193 w 205756"/>
                <a:gd name="connsiteY34" fmla="*/ 165345 h 178113"/>
                <a:gd name="connsiteX35" fmla="*/ 157193 w 205756"/>
                <a:gd name="connsiteY35" fmla="*/ 164707 h 178113"/>
                <a:gd name="connsiteX36" fmla="*/ 157193 w 205756"/>
                <a:gd name="connsiteY36" fmla="*/ 40219 h 178113"/>
                <a:gd name="connsiteX37" fmla="*/ 192976 w 205756"/>
                <a:gd name="connsiteY37" fmla="*/ 40219 h 178113"/>
                <a:gd name="connsiteX38" fmla="*/ 192976 w 205756"/>
                <a:gd name="connsiteY38" fmla="*/ 165345 h 178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05756" h="178113">
                  <a:moveTo>
                    <a:pt x="199366" y="27451"/>
                  </a:moveTo>
                  <a:lnTo>
                    <a:pt x="136745" y="27451"/>
                  </a:lnTo>
                  <a:lnTo>
                    <a:pt x="136745" y="6384"/>
                  </a:lnTo>
                  <a:cubicBezTo>
                    <a:pt x="136745" y="2554"/>
                    <a:pt x="134189" y="0"/>
                    <a:pt x="130355" y="0"/>
                  </a:cubicBezTo>
                  <a:lnTo>
                    <a:pt x="75401" y="0"/>
                  </a:lnTo>
                  <a:cubicBezTo>
                    <a:pt x="71567" y="0"/>
                    <a:pt x="69011" y="2554"/>
                    <a:pt x="69011" y="6384"/>
                  </a:cubicBezTo>
                  <a:lnTo>
                    <a:pt x="69011" y="27451"/>
                  </a:lnTo>
                  <a:lnTo>
                    <a:pt x="6390" y="27451"/>
                  </a:lnTo>
                  <a:cubicBezTo>
                    <a:pt x="2556" y="27451"/>
                    <a:pt x="0" y="30005"/>
                    <a:pt x="0" y="33835"/>
                  </a:cubicBezTo>
                  <a:lnTo>
                    <a:pt x="0" y="171729"/>
                  </a:lnTo>
                  <a:cubicBezTo>
                    <a:pt x="0" y="175560"/>
                    <a:pt x="2556" y="178113"/>
                    <a:pt x="6390" y="178113"/>
                  </a:cubicBezTo>
                  <a:lnTo>
                    <a:pt x="199366" y="178113"/>
                  </a:lnTo>
                  <a:cubicBezTo>
                    <a:pt x="203200" y="178113"/>
                    <a:pt x="205756" y="175560"/>
                    <a:pt x="205756" y="171729"/>
                  </a:cubicBezTo>
                  <a:lnTo>
                    <a:pt x="205756" y="33835"/>
                  </a:lnTo>
                  <a:cubicBezTo>
                    <a:pt x="205756" y="30005"/>
                    <a:pt x="203200" y="27451"/>
                    <a:pt x="199366" y="27451"/>
                  </a:cubicBezTo>
                  <a:close/>
                  <a:moveTo>
                    <a:pt x="53676" y="40219"/>
                  </a:moveTo>
                  <a:lnTo>
                    <a:pt x="144413" y="40219"/>
                  </a:lnTo>
                  <a:lnTo>
                    <a:pt x="144413" y="164707"/>
                  </a:lnTo>
                  <a:cubicBezTo>
                    <a:pt x="144413" y="164707"/>
                    <a:pt x="144413" y="164707"/>
                    <a:pt x="144413" y="165345"/>
                  </a:cubicBezTo>
                  <a:lnTo>
                    <a:pt x="53036" y="165345"/>
                  </a:lnTo>
                  <a:cubicBezTo>
                    <a:pt x="53036" y="165345"/>
                    <a:pt x="53036" y="165345"/>
                    <a:pt x="53036" y="164707"/>
                  </a:cubicBezTo>
                  <a:lnTo>
                    <a:pt x="53676" y="40219"/>
                  </a:lnTo>
                  <a:close/>
                  <a:moveTo>
                    <a:pt x="81791" y="12130"/>
                  </a:moveTo>
                  <a:lnTo>
                    <a:pt x="123965" y="12130"/>
                  </a:lnTo>
                  <a:lnTo>
                    <a:pt x="123965" y="26813"/>
                  </a:lnTo>
                  <a:lnTo>
                    <a:pt x="81791" y="26813"/>
                  </a:lnTo>
                  <a:lnTo>
                    <a:pt x="81791" y="12130"/>
                  </a:lnTo>
                  <a:close/>
                  <a:moveTo>
                    <a:pt x="12780" y="40219"/>
                  </a:moveTo>
                  <a:lnTo>
                    <a:pt x="41535" y="40219"/>
                  </a:lnTo>
                  <a:lnTo>
                    <a:pt x="41535" y="164707"/>
                  </a:lnTo>
                  <a:cubicBezTo>
                    <a:pt x="41535" y="164707"/>
                    <a:pt x="41535" y="164707"/>
                    <a:pt x="41535" y="165345"/>
                  </a:cubicBezTo>
                  <a:lnTo>
                    <a:pt x="12780" y="165345"/>
                  </a:lnTo>
                  <a:lnTo>
                    <a:pt x="12780" y="40219"/>
                  </a:lnTo>
                  <a:close/>
                  <a:moveTo>
                    <a:pt x="192976" y="165345"/>
                  </a:moveTo>
                  <a:lnTo>
                    <a:pt x="157193" y="165345"/>
                  </a:lnTo>
                  <a:cubicBezTo>
                    <a:pt x="157193" y="165345"/>
                    <a:pt x="157193" y="165345"/>
                    <a:pt x="157193" y="164707"/>
                  </a:cubicBezTo>
                  <a:lnTo>
                    <a:pt x="157193" y="40219"/>
                  </a:lnTo>
                  <a:lnTo>
                    <a:pt x="192976" y="40219"/>
                  </a:lnTo>
                  <a:lnTo>
                    <a:pt x="192976" y="165345"/>
                  </a:lnTo>
                  <a:close/>
                </a:path>
              </a:pathLst>
            </a:custGeom>
            <a:solidFill>
              <a:srgbClr val="007680"/>
            </a:solidFill>
            <a:ln w="6390" cap="flat">
              <a:noFill/>
              <a:prstDash val="solid"/>
              <a:miter/>
            </a:ln>
          </p:spPr>
          <p:txBody>
            <a:bodyPr rtlCol="0" anchor="ctr"/>
            <a:lstStyle/>
            <a:p>
              <a:endParaRPr lang="en-US"/>
            </a:p>
          </p:txBody>
        </p:sp>
      </p:grpSp>
      <p:grpSp>
        <p:nvGrpSpPr>
          <p:cNvPr id="499" name="Graphic 5">
            <a:extLst>
              <a:ext uri="{FF2B5EF4-FFF2-40B4-BE49-F238E27FC236}">
                <a16:creationId xmlns:a16="http://schemas.microsoft.com/office/drawing/2014/main" id="{E14D5E26-83A0-6648-99B7-6E10D6AFDF0F}"/>
              </a:ext>
            </a:extLst>
          </p:cNvPr>
          <p:cNvGrpSpPr/>
          <p:nvPr/>
        </p:nvGrpSpPr>
        <p:grpSpPr>
          <a:xfrm>
            <a:off x="4661459" y="1881522"/>
            <a:ext cx="362313" cy="361971"/>
            <a:chOff x="4661459" y="1881522"/>
            <a:chExt cx="362313" cy="361971"/>
          </a:xfrm>
          <a:solidFill>
            <a:srgbClr val="007680"/>
          </a:solidFill>
        </p:grpSpPr>
        <p:sp>
          <p:nvSpPr>
            <p:cNvPr id="500" name="Graphic 5">
              <a:extLst>
                <a:ext uri="{FF2B5EF4-FFF2-40B4-BE49-F238E27FC236}">
                  <a16:creationId xmlns:a16="http://schemas.microsoft.com/office/drawing/2014/main" id="{E4CD9AE9-28DA-8340-B716-308F8218275F}"/>
                </a:ext>
              </a:extLst>
            </p:cNvPr>
            <p:cNvSpPr/>
            <p:nvPr/>
          </p:nvSpPr>
          <p:spPr>
            <a:xfrm>
              <a:off x="4661459" y="1881522"/>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5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6"/>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6"/>
                    <a:pt x="281796" y="0"/>
                    <a:pt x="181474" y="0"/>
                  </a:cubicBezTo>
                  <a:cubicBezTo>
                    <a:pt x="181474" y="0"/>
                    <a:pt x="181474"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50168" y="273873"/>
                    <a:pt x="274767" y="348565"/>
                    <a:pt x="181474" y="349204"/>
                  </a:cubicBezTo>
                  <a:close/>
                </a:path>
              </a:pathLst>
            </a:custGeom>
            <a:solidFill>
              <a:srgbClr val="007680"/>
            </a:solidFill>
            <a:ln w="6390" cap="flat">
              <a:noFill/>
              <a:prstDash val="solid"/>
              <a:miter/>
            </a:ln>
          </p:spPr>
          <p:txBody>
            <a:bodyPr rtlCol="0" anchor="ctr"/>
            <a:lstStyle/>
            <a:p>
              <a:endParaRPr lang="en-US"/>
            </a:p>
          </p:txBody>
        </p:sp>
        <p:sp>
          <p:nvSpPr>
            <p:cNvPr id="501" name="Graphic 5">
              <a:extLst>
                <a:ext uri="{FF2B5EF4-FFF2-40B4-BE49-F238E27FC236}">
                  <a16:creationId xmlns:a16="http://schemas.microsoft.com/office/drawing/2014/main" id="{FB489158-6AC4-E745-AFDC-CA71CCA1DF61}"/>
                </a:ext>
              </a:extLst>
            </p:cNvPr>
            <p:cNvSpPr/>
            <p:nvPr/>
          </p:nvSpPr>
          <p:spPr>
            <a:xfrm>
              <a:off x="4706827" y="1995795"/>
              <a:ext cx="275406" cy="132786"/>
            </a:xfrm>
            <a:custGeom>
              <a:avLst/>
              <a:gdLst>
                <a:gd name="connsiteX0" fmla="*/ 265822 w 275406"/>
                <a:gd name="connsiteY0" fmla="*/ 37027 h 132786"/>
                <a:gd name="connsiteX1" fmla="*/ 247291 w 275406"/>
                <a:gd name="connsiteY1" fmla="*/ 30005 h 132786"/>
                <a:gd name="connsiteX2" fmla="*/ 244096 w 275406"/>
                <a:gd name="connsiteY2" fmla="*/ 30005 h 132786"/>
                <a:gd name="connsiteX3" fmla="*/ 244096 w 275406"/>
                <a:gd name="connsiteY3" fmla="*/ 6384 h 132786"/>
                <a:gd name="connsiteX4" fmla="*/ 237706 w 275406"/>
                <a:gd name="connsiteY4" fmla="*/ 0 h 132786"/>
                <a:gd name="connsiteX5" fmla="*/ 34506 w 275406"/>
                <a:gd name="connsiteY5" fmla="*/ 0 h 132786"/>
                <a:gd name="connsiteX6" fmla="*/ 28116 w 275406"/>
                <a:gd name="connsiteY6" fmla="*/ 6384 h 132786"/>
                <a:gd name="connsiteX7" fmla="*/ 28116 w 275406"/>
                <a:gd name="connsiteY7" fmla="*/ 30005 h 132786"/>
                <a:gd name="connsiteX8" fmla="*/ 25560 w 275406"/>
                <a:gd name="connsiteY8" fmla="*/ 30005 h 132786"/>
                <a:gd name="connsiteX9" fmla="*/ 7668 w 275406"/>
                <a:gd name="connsiteY9" fmla="*/ 37027 h 132786"/>
                <a:gd name="connsiteX10" fmla="*/ 0 w 275406"/>
                <a:gd name="connsiteY10" fmla="*/ 58733 h 132786"/>
                <a:gd name="connsiteX11" fmla="*/ 0 w 275406"/>
                <a:gd name="connsiteY11" fmla="*/ 116189 h 132786"/>
                <a:gd name="connsiteX12" fmla="*/ 6390 w 275406"/>
                <a:gd name="connsiteY12" fmla="*/ 122573 h 132786"/>
                <a:gd name="connsiteX13" fmla="*/ 10224 w 275406"/>
                <a:gd name="connsiteY13" fmla="*/ 122573 h 132786"/>
                <a:gd name="connsiteX14" fmla="*/ 8946 w 275406"/>
                <a:gd name="connsiteY14" fmla="*/ 126403 h 132786"/>
                <a:gd name="connsiteX15" fmla="*/ 15336 w 275406"/>
                <a:gd name="connsiteY15" fmla="*/ 132787 h 132786"/>
                <a:gd name="connsiteX16" fmla="*/ 27477 w 275406"/>
                <a:gd name="connsiteY16" fmla="*/ 132787 h 132786"/>
                <a:gd name="connsiteX17" fmla="*/ 33867 w 275406"/>
                <a:gd name="connsiteY17" fmla="*/ 126403 h 132786"/>
                <a:gd name="connsiteX18" fmla="*/ 32589 w 275406"/>
                <a:gd name="connsiteY18" fmla="*/ 122573 h 132786"/>
                <a:gd name="connsiteX19" fmla="*/ 242179 w 275406"/>
                <a:gd name="connsiteY19" fmla="*/ 122573 h 132786"/>
                <a:gd name="connsiteX20" fmla="*/ 240901 w 275406"/>
                <a:gd name="connsiteY20" fmla="*/ 126403 h 132786"/>
                <a:gd name="connsiteX21" fmla="*/ 247291 w 275406"/>
                <a:gd name="connsiteY21" fmla="*/ 132787 h 132786"/>
                <a:gd name="connsiteX22" fmla="*/ 260071 w 275406"/>
                <a:gd name="connsiteY22" fmla="*/ 132787 h 132786"/>
                <a:gd name="connsiteX23" fmla="*/ 266460 w 275406"/>
                <a:gd name="connsiteY23" fmla="*/ 126403 h 132786"/>
                <a:gd name="connsiteX24" fmla="*/ 265182 w 275406"/>
                <a:gd name="connsiteY24" fmla="*/ 122573 h 132786"/>
                <a:gd name="connsiteX25" fmla="*/ 269017 w 275406"/>
                <a:gd name="connsiteY25" fmla="*/ 122573 h 132786"/>
                <a:gd name="connsiteX26" fmla="*/ 275407 w 275406"/>
                <a:gd name="connsiteY26" fmla="*/ 116189 h 132786"/>
                <a:gd name="connsiteX27" fmla="*/ 275407 w 275406"/>
                <a:gd name="connsiteY27" fmla="*/ 55541 h 132786"/>
                <a:gd name="connsiteX28" fmla="*/ 265822 w 275406"/>
                <a:gd name="connsiteY28" fmla="*/ 37027 h 132786"/>
                <a:gd name="connsiteX29" fmla="*/ 40896 w 275406"/>
                <a:gd name="connsiteY29" fmla="*/ 12768 h 132786"/>
                <a:gd name="connsiteX30" fmla="*/ 231316 w 275406"/>
                <a:gd name="connsiteY30" fmla="*/ 12768 h 132786"/>
                <a:gd name="connsiteX31" fmla="*/ 231316 w 275406"/>
                <a:gd name="connsiteY31" fmla="*/ 34473 h 132786"/>
                <a:gd name="connsiteX32" fmla="*/ 228121 w 275406"/>
                <a:gd name="connsiteY32" fmla="*/ 37027 h 132786"/>
                <a:gd name="connsiteX33" fmla="*/ 221731 w 275406"/>
                <a:gd name="connsiteY33" fmla="*/ 55541 h 132786"/>
                <a:gd name="connsiteX34" fmla="*/ 221731 w 275406"/>
                <a:gd name="connsiteY34" fmla="*/ 73416 h 132786"/>
                <a:gd name="connsiteX35" fmla="*/ 50481 w 275406"/>
                <a:gd name="connsiteY35" fmla="*/ 73416 h 132786"/>
                <a:gd name="connsiteX36" fmla="*/ 50481 w 275406"/>
                <a:gd name="connsiteY36" fmla="*/ 58094 h 132786"/>
                <a:gd name="connsiteX37" fmla="*/ 42813 w 275406"/>
                <a:gd name="connsiteY37" fmla="*/ 36389 h 132786"/>
                <a:gd name="connsiteX38" fmla="*/ 40896 w 275406"/>
                <a:gd name="connsiteY38" fmla="*/ 35112 h 132786"/>
                <a:gd name="connsiteX39" fmla="*/ 40896 w 275406"/>
                <a:gd name="connsiteY39" fmla="*/ 12768 h 132786"/>
                <a:gd name="connsiteX40" fmla="*/ 37701 w 275406"/>
                <a:gd name="connsiteY40" fmla="*/ 110443 h 132786"/>
                <a:gd name="connsiteX41" fmla="*/ 12780 w 275406"/>
                <a:gd name="connsiteY41" fmla="*/ 110443 h 132786"/>
                <a:gd name="connsiteX42" fmla="*/ 12780 w 275406"/>
                <a:gd name="connsiteY42" fmla="*/ 58733 h 132786"/>
                <a:gd name="connsiteX43" fmla="*/ 16614 w 275406"/>
                <a:gd name="connsiteY43" fmla="*/ 45965 h 132786"/>
                <a:gd name="connsiteX44" fmla="*/ 25560 w 275406"/>
                <a:gd name="connsiteY44" fmla="*/ 42773 h 132786"/>
                <a:gd name="connsiteX45" fmla="*/ 33867 w 275406"/>
                <a:gd name="connsiteY45" fmla="*/ 45965 h 132786"/>
                <a:gd name="connsiteX46" fmla="*/ 38340 w 275406"/>
                <a:gd name="connsiteY46" fmla="*/ 58733 h 132786"/>
                <a:gd name="connsiteX47" fmla="*/ 37701 w 275406"/>
                <a:gd name="connsiteY47" fmla="*/ 110443 h 132786"/>
                <a:gd name="connsiteX48" fmla="*/ 50481 w 275406"/>
                <a:gd name="connsiteY48" fmla="*/ 110443 h 132786"/>
                <a:gd name="connsiteX49" fmla="*/ 50481 w 275406"/>
                <a:gd name="connsiteY49" fmla="*/ 86822 h 132786"/>
                <a:gd name="connsiteX50" fmla="*/ 221731 w 275406"/>
                <a:gd name="connsiteY50" fmla="*/ 86822 h 132786"/>
                <a:gd name="connsiteX51" fmla="*/ 221731 w 275406"/>
                <a:gd name="connsiteY51" fmla="*/ 110443 h 132786"/>
                <a:gd name="connsiteX52" fmla="*/ 50481 w 275406"/>
                <a:gd name="connsiteY52" fmla="*/ 110443 h 132786"/>
                <a:gd name="connsiteX53" fmla="*/ 234511 w 275406"/>
                <a:gd name="connsiteY53" fmla="*/ 55541 h 132786"/>
                <a:gd name="connsiteX54" fmla="*/ 237706 w 275406"/>
                <a:gd name="connsiteY54" fmla="*/ 45965 h 132786"/>
                <a:gd name="connsiteX55" fmla="*/ 239623 w 275406"/>
                <a:gd name="connsiteY55" fmla="*/ 44688 h 132786"/>
                <a:gd name="connsiteX56" fmla="*/ 240901 w 275406"/>
                <a:gd name="connsiteY56" fmla="*/ 44049 h 132786"/>
                <a:gd name="connsiteX57" fmla="*/ 247291 w 275406"/>
                <a:gd name="connsiteY57" fmla="*/ 42773 h 132786"/>
                <a:gd name="connsiteX58" fmla="*/ 256237 w 275406"/>
                <a:gd name="connsiteY58" fmla="*/ 45965 h 132786"/>
                <a:gd name="connsiteX59" fmla="*/ 259432 w 275406"/>
                <a:gd name="connsiteY59" fmla="*/ 56179 h 132786"/>
                <a:gd name="connsiteX60" fmla="*/ 259432 w 275406"/>
                <a:gd name="connsiteY60" fmla="*/ 110443 h 132786"/>
                <a:gd name="connsiteX61" fmla="*/ 233872 w 275406"/>
                <a:gd name="connsiteY61" fmla="*/ 110443 h 132786"/>
                <a:gd name="connsiteX62" fmla="*/ 234511 w 275406"/>
                <a:gd name="connsiteY62" fmla="*/ 55541 h 132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275406" h="132786">
                  <a:moveTo>
                    <a:pt x="265822" y="37027"/>
                  </a:moveTo>
                  <a:cubicBezTo>
                    <a:pt x="260710" y="31920"/>
                    <a:pt x="254320" y="29366"/>
                    <a:pt x="247291" y="30005"/>
                  </a:cubicBezTo>
                  <a:cubicBezTo>
                    <a:pt x="246013" y="30005"/>
                    <a:pt x="245374" y="30005"/>
                    <a:pt x="244096" y="30005"/>
                  </a:cubicBezTo>
                  <a:lnTo>
                    <a:pt x="244096" y="6384"/>
                  </a:lnTo>
                  <a:cubicBezTo>
                    <a:pt x="244096" y="2554"/>
                    <a:pt x="241540" y="0"/>
                    <a:pt x="237706" y="0"/>
                  </a:cubicBezTo>
                  <a:lnTo>
                    <a:pt x="34506" y="0"/>
                  </a:lnTo>
                  <a:cubicBezTo>
                    <a:pt x="30672" y="0"/>
                    <a:pt x="28116" y="2554"/>
                    <a:pt x="28116" y="6384"/>
                  </a:cubicBezTo>
                  <a:lnTo>
                    <a:pt x="28116" y="30005"/>
                  </a:lnTo>
                  <a:cubicBezTo>
                    <a:pt x="27477" y="30005"/>
                    <a:pt x="26199" y="30005"/>
                    <a:pt x="25560" y="30005"/>
                  </a:cubicBezTo>
                  <a:cubicBezTo>
                    <a:pt x="18531" y="30005"/>
                    <a:pt x="12141" y="32558"/>
                    <a:pt x="7668" y="37027"/>
                  </a:cubicBezTo>
                  <a:cubicBezTo>
                    <a:pt x="2556" y="42773"/>
                    <a:pt x="0" y="51072"/>
                    <a:pt x="0" y="58733"/>
                  </a:cubicBezTo>
                  <a:lnTo>
                    <a:pt x="0" y="116189"/>
                  </a:lnTo>
                  <a:cubicBezTo>
                    <a:pt x="0" y="120019"/>
                    <a:pt x="2556" y="122573"/>
                    <a:pt x="6390" y="122573"/>
                  </a:cubicBezTo>
                  <a:lnTo>
                    <a:pt x="10224" y="122573"/>
                  </a:lnTo>
                  <a:cubicBezTo>
                    <a:pt x="8946" y="123849"/>
                    <a:pt x="8946" y="125126"/>
                    <a:pt x="8946" y="126403"/>
                  </a:cubicBezTo>
                  <a:cubicBezTo>
                    <a:pt x="8946" y="130233"/>
                    <a:pt x="11502" y="132787"/>
                    <a:pt x="15336" y="132787"/>
                  </a:cubicBezTo>
                  <a:lnTo>
                    <a:pt x="27477" y="132787"/>
                  </a:lnTo>
                  <a:cubicBezTo>
                    <a:pt x="31311" y="132787"/>
                    <a:pt x="33867" y="130233"/>
                    <a:pt x="33867" y="126403"/>
                  </a:cubicBezTo>
                  <a:cubicBezTo>
                    <a:pt x="33867" y="125126"/>
                    <a:pt x="33228" y="123211"/>
                    <a:pt x="32589" y="122573"/>
                  </a:cubicBezTo>
                  <a:lnTo>
                    <a:pt x="242179" y="122573"/>
                  </a:lnTo>
                  <a:cubicBezTo>
                    <a:pt x="240901" y="123849"/>
                    <a:pt x="240901" y="125126"/>
                    <a:pt x="240901" y="126403"/>
                  </a:cubicBezTo>
                  <a:cubicBezTo>
                    <a:pt x="240901" y="130233"/>
                    <a:pt x="243457" y="132787"/>
                    <a:pt x="247291" y="132787"/>
                  </a:cubicBezTo>
                  <a:lnTo>
                    <a:pt x="260071" y="132787"/>
                  </a:lnTo>
                  <a:cubicBezTo>
                    <a:pt x="263905" y="132787"/>
                    <a:pt x="266460" y="130233"/>
                    <a:pt x="266460" y="126403"/>
                  </a:cubicBezTo>
                  <a:cubicBezTo>
                    <a:pt x="266460" y="125126"/>
                    <a:pt x="265822" y="123211"/>
                    <a:pt x="265182" y="122573"/>
                  </a:cubicBezTo>
                  <a:lnTo>
                    <a:pt x="269017" y="122573"/>
                  </a:lnTo>
                  <a:cubicBezTo>
                    <a:pt x="272850" y="122573"/>
                    <a:pt x="275407" y="120019"/>
                    <a:pt x="275407" y="116189"/>
                  </a:cubicBezTo>
                  <a:lnTo>
                    <a:pt x="275407" y="55541"/>
                  </a:lnTo>
                  <a:cubicBezTo>
                    <a:pt x="273490" y="49157"/>
                    <a:pt x="270934" y="42134"/>
                    <a:pt x="265822" y="37027"/>
                  </a:cubicBezTo>
                  <a:close/>
                  <a:moveTo>
                    <a:pt x="40896" y="12768"/>
                  </a:moveTo>
                  <a:lnTo>
                    <a:pt x="231316" y="12768"/>
                  </a:lnTo>
                  <a:lnTo>
                    <a:pt x="231316" y="34473"/>
                  </a:lnTo>
                  <a:cubicBezTo>
                    <a:pt x="230038" y="35112"/>
                    <a:pt x="229399" y="36389"/>
                    <a:pt x="228121" y="37027"/>
                  </a:cubicBezTo>
                  <a:cubicBezTo>
                    <a:pt x="223648" y="42134"/>
                    <a:pt x="221092" y="49157"/>
                    <a:pt x="221731" y="55541"/>
                  </a:cubicBezTo>
                  <a:lnTo>
                    <a:pt x="221731" y="73416"/>
                  </a:lnTo>
                  <a:lnTo>
                    <a:pt x="50481" y="73416"/>
                  </a:lnTo>
                  <a:lnTo>
                    <a:pt x="50481" y="58094"/>
                  </a:lnTo>
                  <a:cubicBezTo>
                    <a:pt x="50481" y="50433"/>
                    <a:pt x="47925" y="42134"/>
                    <a:pt x="42813" y="36389"/>
                  </a:cubicBezTo>
                  <a:cubicBezTo>
                    <a:pt x="42174" y="35750"/>
                    <a:pt x="41535" y="35112"/>
                    <a:pt x="40896" y="35112"/>
                  </a:cubicBezTo>
                  <a:lnTo>
                    <a:pt x="40896" y="12768"/>
                  </a:lnTo>
                  <a:close/>
                  <a:moveTo>
                    <a:pt x="37701" y="110443"/>
                  </a:moveTo>
                  <a:lnTo>
                    <a:pt x="12780" y="110443"/>
                  </a:lnTo>
                  <a:lnTo>
                    <a:pt x="12780" y="58733"/>
                  </a:lnTo>
                  <a:cubicBezTo>
                    <a:pt x="12780" y="54264"/>
                    <a:pt x="14058" y="49795"/>
                    <a:pt x="16614" y="45965"/>
                  </a:cubicBezTo>
                  <a:cubicBezTo>
                    <a:pt x="19170" y="43411"/>
                    <a:pt x="22365" y="42773"/>
                    <a:pt x="25560" y="42773"/>
                  </a:cubicBezTo>
                  <a:cubicBezTo>
                    <a:pt x="28755" y="42773"/>
                    <a:pt x="31311" y="43411"/>
                    <a:pt x="33867" y="45965"/>
                  </a:cubicBezTo>
                  <a:cubicBezTo>
                    <a:pt x="36423" y="49795"/>
                    <a:pt x="38340" y="54264"/>
                    <a:pt x="38340" y="58733"/>
                  </a:cubicBezTo>
                  <a:lnTo>
                    <a:pt x="37701" y="110443"/>
                  </a:lnTo>
                  <a:close/>
                  <a:moveTo>
                    <a:pt x="50481" y="110443"/>
                  </a:moveTo>
                  <a:lnTo>
                    <a:pt x="50481" y="86822"/>
                  </a:lnTo>
                  <a:lnTo>
                    <a:pt x="221731" y="86822"/>
                  </a:lnTo>
                  <a:lnTo>
                    <a:pt x="221731" y="110443"/>
                  </a:lnTo>
                  <a:lnTo>
                    <a:pt x="50481" y="110443"/>
                  </a:lnTo>
                  <a:close/>
                  <a:moveTo>
                    <a:pt x="234511" y="55541"/>
                  </a:moveTo>
                  <a:cubicBezTo>
                    <a:pt x="234511" y="52349"/>
                    <a:pt x="235789" y="48518"/>
                    <a:pt x="237706" y="45965"/>
                  </a:cubicBezTo>
                  <a:cubicBezTo>
                    <a:pt x="238345" y="45326"/>
                    <a:pt x="238984" y="44688"/>
                    <a:pt x="239623" y="44688"/>
                  </a:cubicBezTo>
                  <a:lnTo>
                    <a:pt x="240901" y="44049"/>
                  </a:lnTo>
                  <a:cubicBezTo>
                    <a:pt x="242818" y="43411"/>
                    <a:pt x="245374" y="42773"/>
                    <a:pt x="247291" y="42773"/>
                  </a:cubicBezTo>
                  <a:cubicBezTo>
                    <a:pt x="250486" y="42773"/>
                    <a:pt x="253681" y="43411"/>
                    <a:pt x="256237" y="45965"/>
                  </a:cubicBezTo>
                  <a:cubicBezTo>
                    <a:pt x="258792" y="48518"/>
                    <a:pt x="260071" y="52349"/>
                    <a:pt x="259432" y="56179"/>
                  </a:cubicBezTo>
                  <a:lnTo>
                    <a:pt x="259432" y="110443"/>
                  </a:lnTo>
                  <a:lnTo>
                    <a:pt x="233872" y="110443"/>
                  </a:lnTo>
                  <a:lnTo>
                    <a:pt x="234511" y="55541"/>
                  </a:lnTo>
                  <a:close/>
                </a:path>
              </a:pathLst>
            </a:custGeom>
            <a:solidFill>
              <a:srgbClr val="007680"/>
            </a:solidFill>
            <a:ln w="6390" cap="flat">
              <a:noFill/>
              <a:prstDash val="solid"/>
              <a:miter/>
            </a:ln>
          </p:spPr>
          <p:txBody>
            <a:bodyPr rtlCol="0" anchor="ctr"/>
            <a:lstStyle/>
            <a:p>
              <a:endParaRPr lang="en-US"/>
            </a:p>
          </p:txBody>
        </p:sp>
      </p:grpSp>
      <p:grpSp>
        <p:nvGrpSpPr>
          <p:cNvPr id="502" name="Graphic 5">
            <a:extLst>
              <a:ext uri="{FF2B5EF4-FFF2-40B4-BE49-F238E27FC236}">
                <a16:creationId xmlns:a16="http://schemas.microsoft.com/office/drawing/2014/main" id="{3E4900CF-0AC8-B241-BBB2-928729C8CD6E}"/>
              </a:ext>
            </a:extLst>
          </p:cNvPr>
          <p:cNvGrpSpPr/>
          <p:nvPr/>
        </p:nvGrpSpPr>
        <p:grpSpPr>
          <a:xfrm>
            <a:off x="6754802" y="1881522"/>
            <a:ext cx="362309" cy="361971"/>
            <a:chOff x="6754802" y="1881522"/>
            <a:chExt cx="362309" cy="361971"/>
          </a:xfrm>
          <a:solidFill>
            <a:srgbClr val="007680"/>
          </a:solidFill>
        </p:grpSpPr>
        <p:sp>
          <p:nvSpPr>
            <p:cNvPr id="503" name="Graphic 5">
              <a:extLst>
                <a:ext uri="{FF2B5EF4-FFF2-40B4-BE49-F238E27FC236}">
                  <a16:creationId xmlns:a16="http://schemas.microsoft.com/office/drawing/2014/main" id="{C6B39120-BDCB-314D-AD2B-925E47FFF841}"/>
                </a:ext>
              </a:extLst>
            </p:cNvPr>
            <p:cNvSpPr/>
            <p:nvPr/>
          </p:nvSpPr>
          <p:spPr>
            <a:xfrm>
              <a:off x="6754802" y="1881522"/>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3" y="0"/>
                    <a:pt x="0" y="81076"/>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6"/>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873"/>
                    <a:pt x="274767" y="348565"/>
                    <a:pt x="181474" y="349204"/>
                  </a:cubicBezTo>
                  <a:close/>
                </a:path>
              </a:pathLst>
            </a:custGeom>
            <a:solidFill>
              <a:srgbClr val="007680"/>
            </a:solidFill>
            <a:ln w="6390" cap="flat">
              <a:noFill/>
              <a:prstDash val="solid"/>
              <a:miter/>
            </a:ln>
          </p:spPr>
          <p:txBody>
            <a:bodyPr rtlCol="0" anchor="ctr"/>
            <a:lstStyle/>
            <a:p>
              <a:endParaRPr lang="en-US"/>
            </a:p>
          </p:txBody>
        </p:sp>
        <p:sp>
          <p:nvSpPr>
            <p:cNvPr id="504" name="Graphic 5">
              <a:extLst>
                <a:ext uri="{FF2B5EF4-FFF2-40B4-BE49-F238E27FC236}">
                  <a16:creationId xmlns:a16="http://schemas.microsoft.com/office/drawing/2014/main" id="{ACF6B4BF-A43D-714B-A833-7A5099B15602}"/>
                </a:ext>
              </a:extLst>
            </p:cNvPr>
            <p:cNvSpPr/>
            <p:nvPr/>
          </p:nvSpPr>
          <p:spPr>
            <a:xfrm>
              <a:off x="6848095" y="2058996"/>
              <a:ext cx="37061" cy="37027"/>
            </a:xfrm>
            <a:custGeom>
              <a:avLst/>
              <a:gdLst>
                <a:gd name="connsiteX0" fmla="*/ 37062 w 37061"/>
                <a:gd name="connsiteY0" fmla="*/ 18513 h 37027"/>
                <a:gd name="connsiteX1" fmla="*/ 18531 w 37061"/>
                <a:gd name="connsiteY1" fmla="*/ 37027 h 37027"/>
                <a:gd name="connsiteX2" fmla="*/ 0 w 37061"/>
                <a:gd name="connsiteY2" fmla="*/ 18513 h 37027"/>
                <a:gd name="connsiteX3" fmla="*/ 18531 w 37061"/>
                <a:gd name="connsiteY3" fmla="*/ 0 h 37027"/>
                <a:gd name="connsiteX4" fmla="*/ 37062 w 37061"/>
                <a:gd name="connsiteY4" fmla="*/ 18513 h 37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61" h="37027">
                  <a:moveTo>
                    <a:pt x="37062" y="18513"/>
                  </a:moveTo>
                  <a:cubicBezTo>
                    <a:pt x="37062" y="28738"/>
                    <a:pt x="28765" y="37027"/>
                    <a:pt x="18531" y="37027"/>
                  </a:cubicBezTo>
                  <a:cubicBezTo>
                    <a:pt x="8296" y="37027"/>
                    <a:pt x="0" y="28738"/>
                    <a:pt x="0" y="18513"/>
                  </a:cubicBezTo>
                  <a:cubicBezTo>
                    <a:pt x="0" y="8289"/>
                    <a:pt x="8296" y="0"/>
                    <a:pt x="18531" y="0"/>
                  </a:cubicBezTo>
                  <a:cubicBezTo>
                    <a:pt x="28765" y="0"/>
                    <a:pt x="37062" y="8289"/>
                    <a:pt x="37062" y="18513"/>
                  </a:cubicBezTo>
                  <a:close/>
                </a:path>
              </a:pathLst>
            </a:custGeom>
            <a:solidFill>
              <a:srgbClr val="007680"/>
            </a:solidFill>
            <a:ln w="6390" cap="flat">
              <a:noFill/>
              <a:prstDash val="solid"/>
              <a:miter/>
            </a:ln>
          </p:spPr>
          <p:txBody>
            <a:bodyPr rtlCol="0" anchor="ctr"/>
            <a:lstStyle/>
            <a:p>
              <a:endParaRPr lang="en-US"/>
            </a:p>
          </p:txBody>
        </p:sp>
        <p:sp>
          <p:nvSpPr>
            <p:cNvPr id="505" name="Graphic 5">
              <a:extLst>
                <a:ext uri="{FF2B5EF4-FFF2-40B4-BE49-F238E27FC236}">
                  <a16:creationId xmlns:a16="http://schemas.microsoft.com/office/drawing/2014/main" id="{861C9418-9ACC-E04E-A254-7FF22CC17742}"/>
                </a:ext>
              </a:extLst>
            </p:cNvPr>
            <p:cNvSpPr/>
            <p:nvPr/>
          </p:nvSpPr>
          <p:spPr>
            <a:xfrm>
              <a:off x="6986757" y="2058996"/>
              <a:ext cx="37061" cy="37027"/>
            </a:xfrm>
            <a:custGeom>
              <a:avLst/>
              <a:gdLst>
                <a:gd name="connsiteX0" fmla="*/ 37061 w 37061"/>
                <a:gd name="connsiteY0" fmla="*/ 18513 h 37027"/>
                <a:gd name="connsiteX1" fmla="*/ 18530 w 37061"/>
                <a:gd name="connsiteY1" fmla="*/ 37027 h 37027"/>
                <a:gd name="connsiteX2" fmla="*/ -1 w 37061"/>
                <a:gd name="connsiteY2" fmla="*/ 18513 h 37027"/>
                <a:gd name="connsiteX3" fmla="*/ 18530 w 37061"/>
                <a:gd name="connsiteY3" fmla="*/ 0 h 37027"/>
                <a:gd name="connsiteX4" fmla="*/ 37061 w 37061"/>
                <a:gd name="connsiteY4" fmla="*/ 18513 h 37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61" h="37027">
                  <a:moveTo>
                    <a:pt x="37061" y="18513"/>
                  </a:moveTo>
                  <a:cubicBezTo>
                    <a:pt x="37061" y="28738"/>
                    <a:pt x="28765" y="37027"/>
                    <a:pt x="18530" y="37027"/>
                  </a:cubicBezTo>
                  <a:cubicBezTo>
                    <a:pt x="8296" y="37027"/>
                    <a:pt x="-1" y="28738"/>
                    <a:pt x="-1" y="18513"/>
                  </a:cubicBezTo>
                  <a:cubicBezTo>
                    <a:pt x="-1" y="8289"/>
                    <a:pt x="8296" y="0"/>
                    <a:pt x="18530" y="0"/>
                  </a:cubicBezTo>
                  <a:cubicBezTo>
                    <a:pt x="28765" y="0"/>
                    <a:pt x="37061" y="8289"/>
                    <a:pt x="37061" y="18513"/>
                  </a:cubicBezTo>
                  <a:close/>
                </a:path>
              </a:pathLst>
            </a:custGeom>
            <a:solidFill>
              <a:srgbClr val="007680"/>
            </a:solidFill>
            <a:ln w="6390" cap="flat">
              <a:noFill/>
              <a:prstDash val="solid"/>
              <a:miter/>
            </a:ln>
          </p:spPr>
          <p:txBody>
            <a:bodyPr rtlCol="0" anchor="ctr"/>
            <a:lstStyle/>
            <a:p>
              <a:endParaRPr lang="en-US"/>
            </a:p>
          </p:txBody>
        </p:sp>
        <p:sp>
          <p:nvSpPr>
            <p:cNvPr id="506" name="Graphic 5">
              <a:extLst>
                <a:ext uri="{FF2B5EF4-FFF2-40B4-BE49-F238E27FC236}">
                  <a16:creationId xmlns:a16="http://schemas.microsoft.com/office/drawing/2014/main" id="{F24ECB90-3DB7-934F-8DC9-6FEF39A51EE1}"/>
                </a:ext>
              </a:extLst>
            </p:cNvPr>
            <p:cNvSpPr/>
            <p:nvPr/>
          </p:nvSpPr>
          <p:spPr>
            <a:xfrm>
              <a:off x="6821896" y="1970897"/>
              <a:ext cx="229398" cy="182581"/>
            </a:xfrm>
            <a:custGeom>
              <a:avLst/>
              <a:gdLst>
                <a:gd name="connsiteX0" fmla="*/ 228760 w 229398"/>
                <a:gd name="connsiteY0" fmla="*/ 106612 h 182581"/>
                <a:gd name="connsiteX1" fmla="*/ 196810 w 229398"/>
                <a:gd name="connsiteY1" fmla="*/ 63201 h 182581"/>
                <a:gd name="connsiteX2" fmla="*/ 195532 w 229398"/>
                <a:gd name="connsiteY2" fmla="*/ 58733 h 182581"/>
                <a:gd name="connsiteX3" fmla="*/ 207673 w 229398"/>
                <a:gd name="connsiteY3" fmla="*/ 58733 h 182581"/>
                <a:gd name="connsiteX4" fmla="*/ 214063 w 229398"/>
                <a:gd name="connsiteY4" fmla="*/ 52349 h 182581"/>
                <a:gd name="connsiteX5" fmla="*/ 207673 w 229398"/>
                <a:gd name="connsiteY5" fmla="*/ 45965 h 182581"/>
                <a:gd name="connsiteX6" fmla="*/ 192337 w 229398"/>
                <a:gd name="connsiteY6" fmla="*/ 45965 h 182581"/>
                <a:gd name="connsiteX7" fmla="*/ 191698 w 229398"/>
                <a:gd name="connsiteY7" fmla="*/ 45965 h 182581"/>
                <a:gd name="connsiteX8" fmla="*/ 182752 w 229398"/>
                <a:gd name="connsiteY8" fmla="*/ 19790 h 182581"/>
                <a:gd name="connsiteX9" fmla="*/ 182113 w 229398"/>
                <a:gd name="connsiteY9" fmla="*/ 18514 h 182581"/>
                <a:gd name="connsiteX10" fmla="*/ 153358 w 229398"/>
                <a:gd name="connsiteY10" fmla="*/ 0 h 182581"/>
                <a:gd name="connsiteX11" fmla="*/ 76679 w 229398"/>
                <a:gd name="connsiteY11" fmla="*/ 0 h 182581"/>
                <a:gd name="connsiteX12" fmla="*/ 47925 w 229398"/>
                <a:gd name="connsiteY12" fmla="*/ 18514 h 182581"/>
                <a:gd name="connsiteX13" fmla="*/ 47286 w 229398"/>
                <a:gd name="connsiteY13" fmla="*/ 19790 h 182581"/>
                <a:gd name="connsiteX14" fmla="*/ 38340 w 229398"/>
                <a:gd name="connsiteY14" fmla="*/ 45965 h 182581"/>
                <a:gd name="connsiteX15" fmla="*/ 37701 w 229398"/>
                <a:gd name="connsiteY15" fmla="*/ 45965 h 182581"/>
                <a:gd name="connsiteX16" fmla="*/ 21726 w 229398"/>
                <a:gd name="connsiteY16" fmla="*/ 45965 h 182581"/>
                <a:gd name="connsiteX17" fmla="*/ 15336 w 229398"/>
                <a:gd name="connsiteY17" fmla="*/ 52349 h 182581"/>
                <a:gd name="connsiteX18" fmla="*/ 21726 w 229398"/>
                <a:gd name="connsiteY18" fmla="*/ 58733 h 182581"/>
                <a:gd name="connsiteX19" fmla="*/ 33228 w 229398"/>
                <a:gd name="connsiteY19" fmla="*/ 58733 h 182581"/>
                <a:gd name="connsiteX20" fmla="*/ 31950 w 229398"/>
                <a:gd name="connsiteY20" fmla="*/ 63201 h 182581"/>
                <a:gd name="connsiteX21" fmla="*/ 0 w 229398"/>
                <a:gd name="connsiteY21" fmla="*/ 106612 h 182581"/>
                <a:gd name="connsiteX22" fmla="*/ 0 w 229398"/>
                <a:gd name="connsiteY22" fmla="*/ 129595 h 182581"/>
                <a:gd name="connsiteX23" fmla="*/ 4473 w 229398"/>
                <a:gd name="connsiteY23" fmla="*/ 139171 h 182581"/>
                <a:gd name="connsiteX24" fmla="*/ 8946 w 229398"/>
                <a:gd name="connsiteY24" fmla="*/ 142363 h 182581"/>
                <a:gd name="connsiteX25" fmla="*/ 8307 w 229398"/>
                <a:gd name="connsiteY25" fmla="*/ 144916 h 182581"/>
                <a:gd name="connsiteX26" fmla="*/ 8307 w 229398"/>
                <a:gd name="connsiteY26" fmla="*/ 175560 h 182581"/>
                <a:gd name="connsiteX27" fmla="*/ 14697 w 229398"/>
                <a:gd name="connsiteY27" fmla="*/ 181944 h 182581"/>
                <a:gd name="connsiteX28" fmla="*/ 53037 w 229398"/>
                <a:gd name="connsiteY28" fmla="*/ 181944 h 182581"/>
                <a:gd name="connsiteX29" fmla="*/ 59427 w 229398"/>
                <a:gd name="connsiteY29" fmla="*/ 175560 h 182581"/>
                <a:gd name="connsiteX30" fmla="*/ 59427 w 229398"/>
                <a:gd name="connsiteY30" fmla="*/ 155769 h 182581"/>
                <a:gd name="connsiteX31" fmla="*/ 118214 w 229398"/>
                <a:gd name="connsiteY31" fmla="*/ 158961 h 182581"/>
                <a:gd name="connsiteX32" fmla="*/ 169972 w 229398"/>
                <a:gd name="connsiteY32" fmla="*/ 157046 h 182581"/>
                <a:gd name="connsiteX33" fmla="*/ 169972 w 229398"/>
                <a:gd name="connsiteY33" fmla="*/ 176198 h 182581"/>
                <a:gd name="connsiteX34" fmla="*/ 176362 w 229398"/>
                <a:gd name="connsiteY34" fmla="*/ 182582 h 182581"/>
                <a:gd name="connsiteX35" fmla="*/ 214702 w 229398"/>
                <a:gd name="connsiteY35" fmla="*/ 182582 h 182581"/>
                <a:gd name="connsiteX36" fmla="*/ 221092 w 229398"/>
                <a:gd name="connsiteY36" fmla="*/ 176198 h 182581"/>
                <a:gd name="connsiteX37" fmla="*/ 221092 w 229398"/>
                <a:gd name="connsiteY37" fmla="*/ 145555 h 182581"/>
                <a:gd name="connsiteX38" fmla="*/ 221092 w 229398"/>
                <a:gd name="connsiteY38" fmla="*/ 144278 h 182581"/>
                <a:gd name="connsiteX39" fmla="*/ 226843 w 229398"/>
                <a:gd name="connsiteY39" fmla="*/ 139171 h 182581"/>
                <a:gd name="connsiteX40" fmla="*/ 229399 w 229398"/>
                <a:gd name="connsiteY40" fmla="*/ 129595 h 182581"/>
                <a:gd name="connsiteX41" fmla="*/ 228760 w 229398"/>
                <a:gd name="connsiteY41" fmla="*/ 106612 h 182581"/>
                <a:gd name="connsiteX42" fmla="*/ 58788 w 229398"/>
                <a:gd name="connsiteY42" fmla="*/ 24897 h 182581"/>
                <a:gd name="connsiteX43" fmla="*/ 76040 w 229398"/>
                <a:gd name="connsiteY43" fmla="*/ 13406 h 182581"/>
                <a:gd name="connsiteX44" fmla="*/ 152720 w 229398"/>
                <a:gd name="connsiteY44" fmla="*/ 13406 h 182581"/>
                <a:gd name="connsiteX45" fmla="*/ 169972 w 229398"/>
                <a:gd name="connsiteY45" fmla="*/ 24897 h 182581"/>
                <a:gd name="connsiteX46" fmla="*/ 182113 w 229398"/>
                <a:gd name="connsiteY46" fmla="*/ 61925 h 182581"/>
                <a:gd name="connsiteX47" fmla="*/ 46008 w 229398"/>
                <a:gd name="connsiteY47" fmla="*/ 61925 h 182581"/>
                <a:gd name="connsiteX48" fmla="*/ 58788 w 229398"/>
                <a:gd name="connsiteY48" fmla="*/ 24897 h 182581"/>
                <a:gd name="connsiteX49" fmla="*/ 46008 w 229398"/>
                <a:gd name="connsiteY49" fmla="*/ 169814 h 182581"/>
                <a:gd name="connsiteX50" fmla="*/ 20448 w 229398"/>
                <a:gd name="connsiteY50" fmla="*/ 169814 h 182581"/>
                <a:gd name="connsiteX51" fmla="*/ 20448 w 229398"/>
                <a:gd name="connsiteY51" fmla="*/ 148747 h 182581"/>
                <a:gd name="connsiteX52" fmla="*/ 46008 w 229398"/>
                <a:gd name="connsiteY52" fmla="*/ 155131 h 182581"/>
                <a:gd name="connsiteX53" fmla="*/ 46008 w 229398"/>
                <a:gd name="connsiteY53" fmla="*/ 169814 h 182581"/>
                <a:gd name="connsiteX54" fmla="*/ 12780 w 229398"/>
                <a:gd name="connsiteY54" fmla="*/ 129595 h 182581"/>
                <a:gd name="connsiteX55" fmla="*/ 12780 w 229398"/>
                <a:gd name="connsiteY55" fmla="*/ 107251 h 182581"/>
                <a:gd name="connsiteX56" fmla="*/ 43452 w 229398"/>
                <a:gd name="connsiteY56" fmla="*/ 75331 h 182581"/>
                <a:gd name="connsiteX57" fmla="*/ 184669 w 229398"/>
                <a:gd name="connsiteY57" fmla="*/ 75331 h 182581"/>
                <a:gd name="connsiteX58" fmla="*/ 215341 w 229398"/>
                <a:gd name="connsiteY58" fmla="*/ 107251 h 182581"/>
                <a:gd name="connsiteX59" fmla="*/ 215341 w 229398"/>
                <a:gd name="connsiteY59" fmla="*/ 130233 h 182581"/>
                <a:gd name="connsiteX60" fmla="*/ 215341 w 229398"/>
                <a:gd name="connsiteY60" fmla="*/ 131510 h 182581"/>
                <a:gd name="connsiteX61" fmla="*/ 117575 w 229398"/>
                <a:gd name="connsiteY61" fmla="*/ 146832 h 182581"/>
                <a:gd name="connsiteX62" fmla="*/ 12780 w 229398"/>
                <a:gd name="connsiteY62" fmla="*/ 129595 h 182581"/>
                <a:gd name="connsiteX63" fmla="*/ 12780 w 229398"/>
                <a:gd name="connsiteY63" fmla="*/ 129595 h 182581"/>
                <a:gd name="connsiteX64" fmla="*/ 208312 w 229398"/>
                <a:gd name="connsiteY64" fmla="*/ 169814 h 182581"/>
                <a:gd name="connsiteX65" fmla="*/ 182752 w 229398"/>
                <a:gd name="connsiteY65" fmla="*/ 169814 h 182581"/>
                <a:gd name="connsiteX66" fmla="*/ 182752 w 229398"/>
                <a:gd name="connsiteY66" fmla="*/ 155769 h 182581"/>
                <a:gd name="connsiteX67" fmla="*/ 208312 w 229398"/>
                <a:gd name="connsiteY67" fmla="*/ 150024 h 182581"/>
                <a:gd name="connsiteX68" fmla="*/ 208312 w 229398"/>
                <a:gd name="connsiteY68" fmla="*/ 169814 h 182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29398" h="182581">
                  <a:moveTo>
                    <a:pt x="228760" y="106612"/>
                  </a:moveTo>
                  <a:cubicBezTo>
                    <a:pt x="228760" y="86822"/>
                    <a:pt x="215980" y="68947"/>
                    <a:pt x="196810" y="63201"/>
                  </a:cubicBezTo>
                  <a:lnTo>
                    <a:pt x="195532" y="58733"/>
                  </a:lnTo>
                  <a:lnTo>
                    <a:pt x="207673" y="58733"/>
                  </a:lnTo>
                  <a:cubicBezTo>
                    <a:pt x="211507" y="58733"/>
                    <a:pt x="214063" y="56179"/>
                    <a:pt x="214063" y="52349"/>
                  </a:cubicBezTo>
                  <a:cubicBezTo>
                    <a:pt x="214063" y="48518"/>
                    <a:pt x="211507" y="45965"/>
                    <a:pt x="207673" y="45965"/>
                  </a:cubicBezTo>
                  <a:lnTo>
                    <a:pt x="192337" y="45965"/>
                  </a:lnTo>
                  <a:lnTo>
                    <a:pt x="191698" y="45965"/>
                  </a:lnTo>
                  <a:lnTo>
                    <a:pt x="182752" y="19790"/>
                  </a:lnTo>
                  <a:cubicBezTo>
                    <a:pt x="182752" y="19152"/>
                    <a:pt x="182752" y="19152"/>
                    <a:pt x="182113" y="18514"/>
                  </a:cubicBezTo>
                  <a:cubicBezTo>
                    <a:pt x="181474" y="17875"/>
                    <a:pt x="171889" y="0"/>
                    <a:pt x="153358" y="0"/>
                  </a:cubicBezTo>
                  <a:lnTo>
                    <a:pt x="76679" y="0"/>
                  </a:lnTo>
                  <a:cubicBezTo>
                    <a:pt x="58148" y="0"/>
                    <a:pt x="48563" y="17875"/>
                    <a:pt x="47925" y="18514"/>
                  </a:cubicBezTo>
                  <a:cubicBezTo>
                    <a:pt x="47925" y="19152"/>
                    <a:pt x="47286" y="19152"/>
                    <a:pt x="47286" y="19790"/>
                  </a:cubicBezTo>
                  <a:lnTo>
                    <a:pt x="38340" y="45965"/>
                  </a:lnTo>
                  <a:lnTo>
                    <a:pt x="37701" y="45965"/>
                  </a:lnTo>
                  <a:lnTo>
                    <a:pt x="21726" y="45965"/>
                  </a:lnTo>
                  <a:cubicBezTo>
                    <a:pt x="17892" y="45965"/>
                    <a:pt x="15336" y="48518"/>
                    <a:pt x="15336" y="52349"/>
                  </a:cubicBezTo>
                  <a:cubicBezTo>
                    <a:pt x="15336" y="56179"/>
                    <a:pt x="17892" y="58733"/>
                    <a:pt x="21726" y="58733"/>
                  </a:cubicBezTo>
                  <a:lnTo>
                    <a:pt x="33228" y="58733"/>
                  </a:lnTo>
                  <a:lnTo>
                    <a:pt x="31950" y="63201"/>
                  </a:lnTo>
                  <a:cubicBezTo>
                    <a:pt x="12780" y="68947"/>
                    <a:pt x="0" y="86822"/>
                    <a:pt x="0" y="106612"/>
                  </a:cubicBezTo>
                  <a:lnTo>
                    <a:pt x="0" y="129595"/>
                  </a:lnTo>
                  <a:cubicBezTo>
                    <a:pt x="0" y="133425"/>
                    <a:pt x="1278" y="136617"/>
                    <a:pt x="4473" y="139171"/>
                  </a:cubicBezTo>
                  <a:cubicBezTo>
                    <a:pt x="5751" y="140448"/>
                    <a:pt x="7029" y="141724"/>
                    <a:pt x="8946" y="142363"/>
                  </a:cubicBezTo>
                  <a:cubicBezTo>
                    <a:pt x="8307" y="143001"/>
                    <a:pt x="8307" y="144278"/>
                    <a:pt x="8307" y="144916"/>
                  </a:cubicBezTo>
                  <a:lnTo>
                    <a:pt x="8307" y="175560"/>
                  </a:lnTo>
                  <a:cubicBezTo>
                    <a:pt x="8307" y="179390"/>
                    <a:pt x="10863" y="181944"/>
                    <a:pt x="14697" y="181944"/>
                  </a:cubicBezTo>
                  <a:lnTo>
                    <a:pt x="53037" y="181944"/>
                  </a:lnTo>
                  <a:cubicBezTo>
                    <a:pt x="56871" y="181944"/>
                    <a:pt x="59427" y="179390"/>
                    <a:pt x="59427" y="175560"/>
                  </a:cubicBezTo>
                  <a:lnTo>
                    <a:pt x="59427" y="155769"/>
                  </a:lnTo>
                  <a:cubicBezTo>
                    <a:pt x="79235" y="157684"/>
                    <a:pt x="98405" y="158961"/>
                    <a:pt x="118214" y="158961"/>
                  </a:cubicBezTo>
                  <a:cubicBezTo>
                    <a:pt x="138022" y="158961"/>
                    <a:pt x="155276" y="158323"/>
                    <a:pt x="169972" y="157046"/>
                  </a:cubicBezTo>
                  <a:lnTo>
                    <a:pt x="169972" y="176198"/>
                  </a:lnTo>
                  <a:cubicBezTo>
                    <a:pt x="169972" y="180028"/>
                    <a:pt x="172528" y="182582"/>
                    <a:pt x="176362" y="182582"/>
                  </a:cubicBezTo>
                  <a:lnTo>
                    <a:pt x="214702" y="182582"/>
                  </a:lnTo>
                  <a:cubicBezTo>
                    <a:pt x="218536" y="182582"/>
                    <a:pt x="221092" y="180028"/>
                    <a:pt x="221092" y="176198"/>
                  </a:cubicBezTo>
                  <a:lnTo>
                    <a:pt x="221092" y="145555"/>
                  </a:lnTo>
                  <a:cubicBezTo>
                    <a:pt x="221092" y="144916"/>
                    <a:pt x="221092" y="144916"/>
                    <a:pt x="221092" y="144278"/>
                  </a:cubicBezTo>
                  <a:cubicBezTo>
                    <a:pt x="223009" y="143001"/>
                    <a:pt x="224926" y="141086"/>
                    <a:pt x="226843" y="139171"/>
                  </a:cubicBezTo>
                  <a:cubicBezTo>
                    <a:pt x="228760" y="136617"/>
                    <a:pt x="229399" y="132787"/>
                    <a:pt x="229399" y="129595"/>
                  </a:cubicBezTo>
                  <a:lnTo>
                    <a:pt x="228760" y="106612"/>
                  </a:lnTo>
                  <a:close/>
                  <a:moveTo>
                    <a:pt x="58788" y="24897"/>
                  </a:moveTo>
                  <a:cubicBezTo>
                    <a:pt x="62622" y="18514"/>
                    <a:pt x="69012" y="14045"/>
                    <a:pt x="76040" y="13406"/>
                  </a:cubicBezTo>
                  <a:lnTo>
                    <a:pt x="152720" y="13406"/>
                  </a:lnTo>
                  <a:cubicBezTo>
                    <a:pt x="159748" y="14045"/>
                    <a:pt x="166138" y="18514"/>
                    <a:pt x="169972" y="24897"/>
                  </a:cubicBezTo>
                  <a:lnTo>
                    <a:pt x="182113" y="61925"/>
                  </a:lnTo>
                  <a:lnTo>
                    <a:pt x="46008" y="61925"/>
                  </a:lnTo>
                  <a:lnTo>
                    <a:pt x="58788" y="24897"/>
                  </a:lnTo>
                  <a:close/>
                  <a:moveTo>
                    <a:pt x="46008" y="169814"/>
                  </a:moveTo>
                  <a:lnTo>
                    <a:pt x="20448" y="169814"/>
                  </a:lnTo>
                  <a:lnTo>
                    <a:pt x="20448" y="148747"/>
                  </a:lnTo>
                  <a:cubicBezTo>
                    <a:pt x="28755" y="151939"/>
                    <a:pt x="37062" y="153854"/>
                    <a:pt x="46008" y="155131"/>
                  </a:cubicBezTo>
                  <a:lnTo>
                    <a:pt x="46008" y="169814"/>
                  </a:lnTo>
                  <a:close/>
                  <a:moveTo>
                    <a:pt x="12780" y="129595"/>
                  </a:moveTo>
                  <a:lnTo>
                    <a:pt x="12780" y="107251"/>
                  </a:lnTo>
                  <a:cubicBezTo>
                    <a:pt x="12780" y="90014"/>
                    <a:pt x="26199" y="75969"/>
                    <a:pt x="43452" y="75331"/>
                  </a:cubicBezTo>
                  <a:lnTo>
                    <a:pt x="184669" y="75331"/>
                  </a:lnTo>
                  <a:cubicBezTo>
                    <a:pt x="201922" y="75969"/>
                    <a:pt x="215980" y="90014"/>
                    <a:pt x="215341" y="107251"/>
                  </a:cubicBezTo>
                  <a:lnTo>
                    <a:pt x="215341" y="130233"/>
                  </a:lnTo>
                  <a:cubicBezTo>
                    <a:pt x="215341" y="130872"/>
                    <a:pt x="215341" y="130872"/>
                    <a:pt x="215341" y="131510"/>
                  </a:cubicBezTo>
                  <a:cubicBezTo>
                    <a:pt x="214702" y="132787"/>
                    <a:pt x="203839" y="146832"/>
                    <a:pt x="117575" y="146832"/>
                  </a:cubicBezTo>
                  <a:cubicBezTo>
                    <a:pt x="26199" y="146832"/>
                    <a:pt x="14058" y="130872"/>
                    <a:pt x="12780" y="129595"/>
                  </a:cubicBezTo>
                  <a:lnTo>
                    <a:pt x="12780" y="129595"/>
                  </a:lnTo>
                  <a:close/>
                  <a:moveTo>
                    <a:pt x="208312" y="169814"/>
                  </a:moveTo>
                  <a:lnTo>
                    <a:pt x="182752" y="169814"/>
                  </a:lnTo>
                  <a:lnTo>
                    <a:pt x="182752" y="155769"/>
                  </a:lnTo>
                  <a:cubicBezTo>
                    <a:pt x="191698" y="154492"/>
                    <a:pt x="200005" y="152577"/>
                    <a:pt x="208312" y="150024"/>
                  </a:cubicBezTo>
                  <a:lnTo>
                    <a:pt x="208312" y="169814"/>
                  </a:lnTo>
                  <a:close/>
                </a:path>
              </a:pathLst>
            </a:custGeom>
            <a:solidFill>
              <a:srgbClr val="007680"/>
            </a:solidFill>
            <a:ln w="6390" cap="flat">
              <a:noFill/>
              <a:prstDash val="solid"/>
              <a:miter/>
            </a:ln>
          </p:spPr>
          <p:txBody>
            <a:bodyPr rtlCol="0" anchor="ctr"/>
            <a:lstStyle/>
            <a:p>
              <a:endParaRPr lang="en-US"/>
            </a:p>
          </p:txBody>
        </p:sp>
        <p:sp>
          <p:nvSpPr>
            <p:cNvPr id="507" name="Graphic 5">
              <a:extLst>
                <a:ext uri="{FF2B5EF4-FFF2-40B4-BE49-F238E27FC236}">
                  <a16:creationId xmlns:a16="http://schemas.microsoft.com/office/drawing/2014/main" id="{36FA4E06-72FF-7042-A1ED-957DB7F81A55}"/>
                </a:ext>
              </a:extLst>
            </p:cNvPr>
            <p:cNvSpPr/>
            <p:nvPr/>
          </p:nvSpPr>
          <p:spPr>
            <a:xfrm>
              <a:off x="6906883" y="2071126"/>
              <a:ext cx="58787" cy="12767"/>
            </a:xfrm>
            <a:custGeom>
              <a:avLst/>
              <a:gdLst>
                <a:gd name="connsiteX0" fmla="*/ 52397 w 58787"/>
                <a:gd name="connsiteY0" fmla="*/ 0 h 12767"/>
                <a:gd name="connsiteX1" fmla="*/ 6390 w 58787"/>
                <a:gd name="connsiteY1" fmla="*/ 0 h 12767"/>
                <a:gd name="connsiteX2" fmla="*/ 0 w 58787"/>
                <a:gd name="connsiteY2" fmla="*/ 6384 h 12767"/>
                <a:gd name="connsiteX3" fmla="*/ 6390 w 58787"/>
                <a:gd name="connsiteY3" fmla="*/ 12768 h 12767"/>
                <a:gd name="connsiteX4" fmla="*/ 52397 w 58787"/>
                <a:gd name="connsiteY4" fmla="*/ 12768 h 12767"/>
                <a:gd name="connsiteX5" fmla="*/ 58787 w 58787"/>
                <a:gd name="connsiteY5" fmla="*/ 6384 h 12767"/>
                <a:gd name="connsiteX6" fmla="*/ 52397 w 58787"/>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787" h="12767">
                  <a:moveTo>
                    <a:pt x="52397" y="0"/>
                  </a:moveTo>
                  <a:lnTo>
                    <a:pt x="6390" y="0"/>
                  </a:lnTo>
                  <a:cubicBezTo>
                    <a:pt x="2556" y="0"/>
                    <a:pt x="0" y="2554"/>
                    <a:pt x="0" y="6384"/>
                  </a:cubicBezTo>
                  <a:cubicBezTo>
                    <a:pt x="0" y="10214"/>
                    <a:pt x="2556" y="12768"/>
                    <a:pt x="6390" y="12768"/>
                  </a:cubicBezTo>
                  <a:lnTo>
                    <a:pt x="52397" y="12768"/>
                  </a:lnTo>
                  <a:cubicBezTo>
                    <a:pt x="56231" y="12768"/>
                    <a:pt x="58787" y="10214"/>
                    <a:pt x="58787" y="6384"/>
                  </a:cubicBezTo>
                  <a:cubicBezTo>
                    <a:pt x="58787" y="2554"/>
                    <a:pt x="56231" y="0"/>
                    <a:pt x="52397" y="0"/>
                  </a:cubicBezTo>
                  <a:close/>
                </a:path>
              </a:pathLst>
            </a:custGeom>
            <a:solidFill>
              <a:srgbClr val="007680"/>
            </a:solidFill>
            <a:ln w="6390" cap="flat">
              <a:noFill/>
              <a:prstDash val="solid"/>
              <a:miter/>
            </a:ln>
          </p:spPr>
          <p:txBody>
            <a:bodyPr rtlCol="0" anchor="ctr"/>
            <a:lstStyle/>
            <a:p>
              <a:endParaRPr lang="en-US"/>
            </a:p>
          </p:txBody>
        </p:sp>
      </p:grpSp>
      <p:grpSp>
        <p:nvGrpSpPr>
          <p:cNvPr id="508" name="Graphic 5">
            <a:extLst>
              <a:ext uri="{FF2B5EF4-FFF2-40B4-BE49-F238E27FC236}">
                <a16:creationId xmlns:a16="http://schemas.microsoft.com/office/drawing/2014/main" id="{FA73BA19-3CFF-F240-8859-24D54B9BCDE6}"/>
              </a:ext>
            </a:extLst>
          </p:cNvPr>
          <p:cNvGrpSpPr/>
          <p:nvPr/>
        </p:nvGrpSpPr>
        <p:grpSpPr>
          <a:xfrm>
            <a:off x="7802752" y="1881522"/>
            <a:ext cx="361674" cy="361971"/>
            <a:chOff x="7802752" y="1881522"/>
            <a:chExt cx="361674" cy="361971"/>
          </a:xfrm>
          <a:solidFill>
            <a:srgbClr val="007680"/>
          </a:solidFill>
        </p:grpSpPr>
        <p:sp>
          <p:nvSpPr>
            <p:cNvPr id="509" name="Graphic 5">
              <a:extLst>
                <a:ext uri="{FF2B5EF4-FFF2-40B4-BE49-F238E27FC236}">
                  <a16:creationId xmlns:a16="http://schemas.microsoft.com/office/drawing/2014/main" id="{B3CF517F-4FDB-EA41-AD3C-EB968298F128}"/>
                </a:ext>
              </a:extLst>
            </p:cNvPr>
            <p:cNvSpPr/>
            <p:nvPr/>
          </p:nvSpPr>
          <p:spPr>
            <a:xfrm>
              <a:off x="7802752" y="1881522"/>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180836 w 361674"/>
                <a:gd name="connsiteY7" fmla="*/ 349204 h 361971"/>
                <a:gd name="connsiteX8" fmla="*/ 12780 w 361674"/>
                <a:gd name="connsiteY8" fmla="*/ 181305 h 361971"/>
                <a:gd name="connsiteX9" fmla="*/ 180836 w 361674"/>
                <a:gd name="connsiteY9" fmla="*/ 12768 h 361971"/>
                <a:gd name="connsiteX10" fmla="*/ 348890 w 361674"/>
                <a:gd name="connsiteY10" fmla="*/ 180667 h 361971"/>
                <a:gd name="connsiteX11" fmla="*/ 348890 w 361674"/>
                <a:gd name="connsiteY11" fmla="*/ 180667 h 361971"/>
                <a:gd name="connsiteX12" fmla="*/ 180836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6" y="0"/>
                  </a:moveTo>
                  <a:cubicBezTo>
                    <a:pt x="80513" y="0"/>
                    <a:pt x="0" y="81076"/>
                    <a:pt x="0" y="180667"/>
                  </a:cubicBezTo>
                  <a:cubicBezTo>
                    <a:pt x="0" y="280895"/>
                    <a:pt x="81153" y="361972"/>
                    <a:pt x="180836" y="361972"/>
                  </a:cubicBezTo>
                  <a:cubicBezTo>
                    <a:pt x="281157" y="361972"/>
                    <a:pt x="361670" y="280895"/>
                    <a:pt x="361670" y="181305"/>
                  </a:cubicBezTo>
                  <a:cubicBezTo>
                    <a:pt x="361670" y="181305"/>
                    <a:pt x="361670" y="181305"/>
                    <a:pt x="361670" y="181305"/>
                  </a:cubicBezTo>
                  <a:cubicBezTo>
                    <a:pt x="362310" y="81076"/>
                    <a:pt x="281157" y="0"/>
                    <a:pt x="180836" y="0"/>
                  </a:cubicBezTo>
                  <a:cubicBezTo>
                    <a:pt x="180836" y="0"/>
                    <a:pt x="180836"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cubicBezTo>
                    <a:pt x="348890" y="180667"/>
                    <a:pt x="348890" y="180667"/>
                    <a:pt x="348890" y="180667"/>
                  </a:cubicBezTo>
                  <a:cubicBezTo>
                    <a:pt x="348890" y="273873"/>
                    <a:pt x="273490" y="348565"/>
                    <a:pt x="180836" y="349204"/>
                  </a:cubicBezTo>
                  <a:close/>
                </a:path>
              </a:pathLst>
            </a:custGeom>
            <a:solidFill>
              <a:srgbClr val="007680"/>
            </a:solidFill>
            <a:ln w="6390" cap="flat">
              <a:noFill/>
              <a:prstDash val="solid"/>
              <a:miter/>
            </a:ln>
          </p:spPr>
          <p:txBody>
            <a:bodyPr rtlCol="0" anchor="ctr"/>
            <a:lstStyle/>
            <a:p>
              <a:endParaRPr lang="en-US"/>
            </a:p>
          </p:txBody>
        </p:sp>
        <p:sp>
          <p:nvSpPr>
            <p:cNvPr id="510" name="Graphic 5">
              <a:extLst>
                <a:ext uri="{FF2B5EF4-FFF2-40B4-BE49-F238E27FC236}">
                  <a16:creationId xmlns:a16="http://schemas.microsoft.com/office/drawing/2014/main" id="{3E17DF79-2169-714B-8075-0F57E0CAF01B}"/>
                </a:ext>
              </a:extLst>
            </p:cNvPr>
            <p:cNvSpPr/>
            <p:nvPr/>
          </p:nvSpPr>
          <p:spPr>
            <a:xfrm>
              <a:off x="7915214" y="1947277"/>
              <a:ext cx="21725" cy="37665"/>
            </a:xfrm>
            <a:custGeom>
              <a:avLst/>
              <a:gdLst>
                <a:gd name="connsiteX0" fmla="*/ 3835 w 21725"/>
                <a:gd name="connsiteY0" fmla="*/ 31920 h 37665"/>
                <a:gd name="connsiteX1" fmla="*/ 14058 w 21725"/>
                <a:gd name="connsiteY1" fmla="*/ 37027 h 37665"/>
                <a:gd name="connsiteX2" fmla="*/ 16614 w 21725"/>
                <a:gd name="connsiteY2" fmla="*/ 37665 h 37665"/>
                <a:gd name="connsiteX3" fmla="*/ 21726 w 21725"/>
                <a:gd name="connsiteY3" fmla="*/ 37665 h 37665"/>
                <a:gd name="connsiteX4" fmla="*/ 21726 w 21725"/>
                <a:gd name="connsiteY4" fmla="*/ 24897 h 37665"/>
                <a:gd name="connsiteX5" fmla="*/ 18531 w 21725"/>
                <a:gd name="connsiteY5" fmla="*/ 24897 h 37665"/>
                <a:gd name="connsiteX6" fmla="*/ 13419 w 21725"/>
                <a:gd name="connsiteY6" fmla="*/ 22344 h 37665"/>
                <a:gd name="connsiteX7" fmla="*/ 13419 w 21725"/>
                <a:gd name="connsiteY7" fmla="*/ 15322 h 37665"/>
                <a:gd name="connsiteX8" fmla="*/ 18531 w 21725"/>
                <a:gd name="connsiteY8" fmla="*/ 12768 h 37665"/>
                <a:gd name="connsiteX9" fmla="*/ 21726 w 21725"/>
                <a:gd name="connsiteY9" fmla="*/ 12768 h 37665"/>
                <a:gd name="connsiteX10" fmla="*/ 21726 w 21725"/>
                <a:gd name="connsiteY10" fmla="*/ 0 h 37665"/>
                <a:gd name="connsiteX11" fmla="*/ 16614 w 21725"/>
                <a:gd name="connsiteY11" fmla="*/ 0 h 37665"/>
                <a:gd name="connsiteX12" fmla="*/ 14058 w 21725"/>
                <a:gd name="connsiteY12" fmla="*/ 638 h 37665"/>
                <a:gd name="connsiteX13" fmla="*/ 3835 w 21725"/>
                <a:gd name="connsiteY13" fmla="*/ 5746 h 37665"/>
                <a:gd name="connsiteX14" fmla="*/ 0 w 21725"/>
                <a:gd name="connsiteY14" fmla="*/ 11491 h 37665"/>
                <a:gd name="connsiteX15" fmla="*/ 0 w 21725"/>
                <a:gd name="connsiteY15" fmla="*/ 26174 h 37665"/>
                <a:gd name="connsiteX16" fmla="*/ 3835 w 21725"/>
                <a:gd name="connsiteY16" fmla="*/ 31920 h 3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725" h="37665">
                  <a:moveTo>
                    <a:pt x="3835" y="31920"/>
                  </a:moveTo>
                  <a:lnTo>
                    <a:pt x="14058" y="37027"/>
                  </a:lnTo>
                  <a:cubicBezTo>
                    <a:pt x="14697" y="37665"/>
                    <a:pt x="15975" y="37665"/>
                    <a:pt x="16614" y="37665"/>
                  </a:cubicBezTo>
                  <a:lnTo>
                    <a:pt x="21726" y="37665"/>
                  </a:lnTo>
                  <a:lnTo>
                    <a:pt x="21726" y="24897"/>
                  </a:lnTo>
                  <a:lnTo>
                    <a:pt x="18531" y="24897"/>
                  </a:lnTo>
                  <a:lnTo>
                    <a:pt x="13419" y="22344"/>
                  </a:lnTo>
                  <a:lnTo>
                    <a:pt x="13419" y="15322"/>
                  </a:lnTo>
                  <a:lnTo>
                    <a:pt x="18531" y="12768"/>
                  </a:lnTo>
                  <a:lnTo>
                    <a:pt x="21726" y="12768"/>
                  </a:lnTo>
                  <a:lnTo>
                    <a:pt x="21726" y="0"/>
                  </a:lnTo>
                  <a:lnTo>
                    <a:pt x="16614" y="0"/>
                  </a:lnTo>
                  <a:cubicBezTo>
                    <a:pt x="15336" y="0"/>
                    <a:pt x="14697" y="0"/>
                    <a:pt x="14058" y="638"/>
                  </a:cubicBezTo>
                  <a:lnTo>
                    <a:pt x="3835" y="5746"/>
                  </a:lnTo>
                  <a:cubicBezTo>
                    <a:pt x="1917" y="7022"/>
                    <a:pt x="0" y="8938"/>
                    <a:pt x="0" y="11491"/>
                  </a:cubicBezTo>
                  <a:lnTo>
                    <a:pt x="0" y="26174"/>
                  </a:lnTo>
                  <a:cubicBezTo>
                    <a:pt x="0" y="28089"/>
                    <a:pt x="1278" y="30643"/>
                    <a:pt x="3835" y="31920"/>
                  </a:cubicBezTo>
                  <a:close/>
                </a:path>
              </a:pathLst>
            </a:custGeom>
            <a:solidFill>
              <a:srgbClr val="007680"/>
            </a:solidFill>
            <a:ln w="6390" cap="flat">
              <a:noFill/>
              <a:prstDash val="solid"/>
              <a:miter/>
            </a:ln>
          </p:spPr>
          <p:txBody>
            <a:bodyPr rtlCol="0" anchor="ctr"/>
            <a:lstStyle/>
            <a:p>
              <a:endParaRPr lang="en-US"/>
            </a:p>
          </p:txBody>
        </p:sp>
        <p:sp>
          <p:nvSpPr>
            <p:cNvPr id="511" name="Graphic 5">
              <a:extLst>
                <a:ext uri="{FF2B5EF4-FFF2-40B4-BE49-F238E27FC236}">
                  <a16:creationId xmlns:a16="http://schemas.microsoft.com/office/drawing/2014/main" id="{A773D97C-B413-6C4E-AEDF-118C7BAE34C9}"/>
                </a:ext>
              </a:extLst>
            </p:cNvPr>
            <p:cNvSpPr/>
            <p:nvPr/>
          </p:nvSpPr>
          <p:spPr>
            <a:xfrm>
              <a:off x="7915414" y="1991842"/>
              <a:ext cx="42735" cy="51832"/>
            </a:xfrm>
            <a:custGeom>
              <a:avLst/>
              <a:gdLst>
                <a:gd name="connsiteX0" fmla="*/ 42613 w 42735"/>
                <a:gd name="connsiteY0" fmla="*/ 7783 h 51832"/>
                <a:gd name="connsiteX1" fmla="*/ 38140 w 42735"/>
                <a:gd name="connsiteY1" fmla="*/ 122 h 51832"/>
                <a:gd name="connsiteX2" fmla="*/ 30472 w 42735"/>
                <a:gd name="connsiteY2" fmla="*/ 4591 h 51832"/>
                <a:gd name="connsiteX3" fmla="*/ 2995 w 42735"/>
                <a:gd name="connsiteY3" fmla="*/ 40342 h 51832"/>
                <a:gd name="connsiteX4" fmla="*/ 1079 w 42735"/>
                <a:gd name="connsiteY4" fmla="*/ 49279 h 51832"/>
                <a:gd name="connsiteX5" fmla="*/ 1079 w 42735"/>
                <a:gd name="connsiteY5" fmla="*/ 49279 h 51832"/>
                <a:gd name="connsiteX6" fmla="*/ 6190 w 42735"/>
                <a:gd name="connsiteY6" fmla="*/ 51833 h 51832"/>
                <a:gd name="connsiteX7" fmla="*/ 10025 w 42735"/>
                <a:gd name="connsiteY7" fmla="*/ 50556 h 51832"/>
                <a:gd name="connsiteX8" fmla="*/ 42613 w 42735"/>
                <a:gd name="connsiteY8" fmla="*/ 7783 h 51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735" h="51832">
                  <a:moveTo>
                    <a:pt x="42613" y="7783"/>
                  </a:moveTo>
                  <a:cubicBezTo>
                    <a:pt x="43252" y="4591"/>
                    <a:pt x="41335" y="761"/>
                    <a:pt x="38140" y="122"/>
                  </a:cubicBezTo>
                  <a:cubicBezTo>
                    <a:pt x="34945" y="-516"/>
                    <a:pt x="31111" y="1399"/>
                    <a:pt x="30472" y="4591"/>
                  </a:cubicBezTo>
                  <a:cubicBezTo>
                    <a:pt x="25360" y="19274"/>
                    <a:pt x="15775" y="32042"/>
                    <a:pt x="2995" y="40342"/>
                  </a:cubicBezTo>
                  <a:cubicBezTo>
                    <a:pt x="-200" y="42257"/>
                    <a:pt x="-839" y="46087"/>
                    <a:pt x="1079" y="49279"/>
                  </a:cubicBezTo>
                  <a:cubicBezTo>
                    <a:pt x="1079" y="49279"/>
                    <a:pt x="1079" y="49279"/>
                    <a:pt x="1079" y="49279"/>
                  </a:cubicBezTo>
                  <a:cubicBezTo>
                    <a:pt x="2356" y="51194"/>
                    <a:pt x="4274" y="51833"/>
                    <a:pt x="6190" y="51833"/>
                  </a:cubicBezTo>
                  <a:cubicBezTo>
                    <a:pt x="7469" y="51833"/>
                    <a:pt x="8746" y="51194"/>
                    <a:pt x="10025" y="50556"/>
                  </a:cubicBezTo>
                  <a:cubicBezTo>
                    <a:pt x="25360" y="40980"/>
                    <a:pt x="36862" y="25658"/>
                    <a:pt x="42613" y="7783"/>
                  </a:cubicBezTo>
                  <a:close/>
                </a:path>
              </a:pathLst>
            </a:custGeom>
            <a:solidFill>
              <a:srgbClr val="007680"/>
            </a:solidFill>
            <a:ln w="6390" cap="flat">
              <a:noFill/>
              <a:prstDash val="solid"/>
              <a:miter/>
            </a:ln>
          </p:spPr>
          <p:txBody>
            <a:bodyPr rtlCol="0" anchor="ctr"/>
            <a:lstStyle/>
            <a:p>
              <a:endParaRPr lang="en-US"/>
            </a:p>
          </p:txBody>
        </p:sp>
        <p:sp>
          <p:nvSpPr>
            <p:cNvPr id="512" name="Graphic 5">
              <a:extLst>
                <a:ext uri="{FF2B5EF4-FFF2-40B4-BE49-F238E27FC236}">
                  <a16:creationId xmlns:a16="http://schemas.microsoft.com/office/drawing/2014/main" id="{835DC3EF-4168-9744-AA9D-9E0816F470F3}"/>
                </a:ext>
              </a:extLst>
            </p:cNvPr>
            <p:cNvSpPr/>
            <p:nvPr/>
          </p:nvSpPr>
          <p:spPr>
            <a:xfrm>
              <a:off x="7929911" y="1947277"/>
              <a:ext cx="122047" cy="230461"/>
            </a:xfrm>
            <a:custGeom>
              <a:avLst/>
              <a:gdLst>
                <a:gd name="connsiteX0" fmla="*/ 87542 w 122047"/>
                <a:gd name="connsiteY0" fmla="*/ 77885 h 230461"/>
                <a:gd name="connsiteX1" fmla="*/ 87542 w 122047"/>
                <a:gd name="connsiteY1" fmla="*/ 55541 h 230461"/>
                <a:gd name="connsiteX2" fmla="*/ 95849 w 122047"/>
                <a:gd name="connsiteY2" fmla="*/ 47241 h 230461"/>
                <a:gd name="connsiteX3" fmla="*/ 110546 w 122047"/>
                <a:gd name="connsiteY3" fmla="*/ 47241 h 230461"/>
                <a:gd name="connsiteX4" fmla="*/ 116936 w 122047"/>
                <a:gd name="connsiteY4" fmla="*/ 40857 h 230461"/>
                <a:gd name="connsiteX5" fmla="*/ 116936 w 122047"/>
                <a:gd name="connsiteY5" fmla="*/ 35750 h 230461"/>
                <a:gd name="connsiteX6" fmla="*/ 80513 w 122047"/>
                <a:gd name="connsiteY6" fmla="*/ 0 h 230461"/>
                <a:gd name="connsiteX7" fmla="*/ 15975 w 122047"/>
                <a:gd name="connsiteY7" fmla="*/ 0 h 230461"/>
                <a:gd name="connsiteX8" fmla="*/ 9585 w 122047"/>
                <a:gd name="connsiteY8" fmla="*/ 6384 h 230461"/>
                <a:gd name="connsiteX9" fmla="*/ 9585 w 122047"/>
                <a:gd name="connsiteY9" fmla="*/ 31281 h 230461"/>
                <a:gd name="connsiteX10" fmla="*/ 15975 w 122047"/>
                <a:gd name="connsiteY10" fmla="*/ 37665 h 230461"/>
                <a:gd name="connsiteX11" fmla="*/ 21087 w 122047"/>
                <a:gd name="connsiteY11" fmla="*/ 37665 h 230461"/>
                <a:gd name="connsiteX12" fmla="*/ 34506 w 122047"/>
                <a:gd name="connsiteY12" fmla="*/ 56179 h 230461"/>
                <a:gd name="connsiteX13" fmla="*/ 34506 w 122047"/>
                <a:gd name="connsiteY13" fmla="*/ 75969 h 230461"/>
                <a:gd name="connsiteX14" fmla="*/ 19809 w 122047"/>
                <a:gd name="connsiteY14" fmla="*/ 95760 h 230461"/>
                <a:gd name="connsiteX15" fmla="*/ 19809 w 122047"/>
                <a:gd name="connsiteY15" fmla="*/ 120657 h 230461"/>
                <a:gd name="connsiteX16" fmla="*/ 15975 w 122047"/>
                <a:gd name="connsiteY16" fmla="*/ 126403 h 230461"/>
                <a:gd name="connsiteX17" fmla="*/ 0 w 122047"/>
                <a:gd name="connsiteY17" fmla="*/ 174921 h 230461"/>
                <a:gd name="connsiteX18" fmla="*/ 0 w 122047"/>
                <a:gd name="connsiteY18" fmla="*/ 209395 h 230461"/>
                <a:gd name="connsiteX19" fmla="*/ 21087 w 122047"/>
                <a:gd name="connsiteY19" fmla="*/ 230462 h 230461"/>
                <a:gd name="connsiteX20" fmla="*/ 100322 w 122047"/>
                <a:gd name="connsiteY20" fmla="*/ 230462 h 230461"/>
                <a:gd name="connsiteX21" fmla="*/ 115658 w 122047"/>
                <a:gd name="connsiteY21" fmla="*/ 224078 h 230461"/>
                <a:gd name="connsiteX22" fmla="*/ 122048 w 122047"/>
                <a:gd name="connsiteY22" fmla="*/ 208756 h 230461"/>
                <a:gd name="connsiteX23" fmla="*/ 87542 w 122047"/>
                <a:gd name="connsiteY23" fmla="*/ 77885 h 230461"/>
                <a:gd name="connsiteX24" fmla="*/ 74762 w 122047"/>
                <a:gd name="connsiteY24" fmla="*/ 74054 h 230461"/>
                <a:gd name="connsiteX25" fmla="*/ 47925 w 122047"/>
                <a:gd name="connsiteY25" fmla="*/ 74054 h 230461"/>
                <a:gd name="connsiteX26" fmla="*/ 47925 w 122047"/>
                <a:gd name="connsiteY26" fmla="*/ 67032 h 230461"/>
                <a:gd name="connsiteX27" fmla="*/ 74762 w 122047"/>
                <a:gd name="connsiteY27" fmla="*/ 67032 h 230461"/>
                <a:gd name="connsiteX28" fmla="*/ 74762 w 122047"/>
                <a:gd name="connsiteY28" fmla="*/ 74054 h 230461"/>
                <a:gd name="connsiteX29" fmla="*/ 23004 w 122047"/>
                <a:gd name="connsiteY29" fmla="*/ 24259 h 230461"/>
                <a:gd name="connsiteX30" fmla="*/ 23004 w 122047"/>
                <a:gd name="connsiteY30" fmla="*/ 12130 h 230461"/>
                <a:gd name="connsiteX31" fmla="*/ 81152 w 122047"/>
                <a:gd name="connsiteY31" fmla="*/ 12130 h 230461"/>
                <a:gd name="connsiteX32" fmla="*/ 104795 w 122047"/>
                <a:gd name="connsiteY32" fmla="*/ 33835 h 230461"/>
                <a:gd name="connsiteX33" fmla="*/ 96488 w 122047"/>
                <a:gd name="connsiteY33" fmla="*/ 33835 h 230461"/>
                <a:gd name="connsiteX34" fmla="*/ 75402 w 122047"/>
                <a:gd name="connsiteY34" fmla="*/ 53625 h 230461"/>
                <a:gd name="connsiteX35" fmla="*/ 48563 w 122047"/>
                <a:gd name="connsiteY35" fmla="*/ 53625 h 230461"/>
                <a:gd name="connsiteX36" fmla="*/ 23004 w 122047"/>
                <a:gd name="connsiteY36" fmla="*/ 24259 h 230461"/>
                <a:gd name="connsiteX37" fmla="*/ 23004 w 122047"/>
                <a:gd name="connsiteY37" fmla="*/ 24259 h 230461"/>
                <a:gd name="connsiteX38" fmla="*/ 106712 w 122047"/>
                <a:gd name="connsiteY38" fmla="*/ 215140 h 230461"/>
                <a:gd name="connsiteX39" fmla="*/ 100961 w 122047"/>
                <a:gd name="connsiteY39" fmla="*/ 217694 h 230461"/>
                <a:gd name="connsiteX40" fmla="*/ 21726 w 122047"/>
                <a:gd name="connsiteY40" fmla="*/ 217694 h 230461"/>
                <a:gd name="connsiteX41" fmla="*/ 13419 w 122047"/>
                <a:gd name="connsiteY41" fmla="*/ 209395 h 230461"/>
                <a:gd name="connsiteX42" fmla="*/ 13419 w 122047"/>
                <a:gd name="connsiteY42" fmla="*/ 174921 h 230461"/>
                <a:gd name="connsiteX43" fmla="*/ 26837 w 122047"/>
                <a:gd name="connsiteY43" fmla="*/ 134064 h 230461"/>
                <a:gd name="connsiteX44" fmla="*/ 33227 w 122047"/>
                <a:gd name="connsiteY44" fmla="*/ 120657 h 230461"/>
                <a:gd name="connsiteX45" fmla="*/ 33227 w 122047"/>
                <a:gd name="connsiteY45" fmla="*/ 95760 h 230461"/>
                <a:gd name="connsiteX46" fmla="*/ 41535 w 122047"/>
                <a:gd name="connsiteY46" fmla="*/ 87461 h 230461"/>
                <a:gd name="connsiteX47" fmla="*/ 78597 w 122047"/>
                <a:gd name="connsiteY47" fmla="*/ 87461 h 230461"/>
                <a:gd name="connsiteX48" fmla="*/ 109268 w 122047"/>
                <a:gd name="connsiteY48" fmla="*/ 209395 h 230461"/>
                <a:gd name="connsiteX49" fmla="*/ 106712 w 122047"/>
                <a:gd name="connsiteY49" fmla="*/ 215140 h 230461"/>
                <a:gd name="connsiteX50" fmla="*/ 106712 w 122047"/>
                <a:gd name="connsiteY50" fmla="*/ 215140 h 230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22047" h="230461">
                  <a:moveTo>
                    <a:pt x="87542" y="77885"/>
                  </a:moveTo>
                  <a:lnTo>
                    <a:pt x="87542" y="55541"/>
                  </a:lnTo>
                  <a:cubicBezTo>
                    <a:pt x="87542" y="48518"/>
                    <a:pt x="89459" y="47241"/>
                    <a:pt x="95849" y="47241"/>
                  </a:cubicBezTo>
                  <a:lnTo>
                    <a:pt x="110546" y="47241"/>
                  </a:lnTo>
                  <a:cubicBezTo>
                    <a:pt x="114380" y="47241"/>
                    <a:pt x="116936" y="44688"/>
                    <a:pt x="116936" y="40857"/>
                  </a:cubicBezTo>
                  <a:lnTo>
                    <a:pt x="116936" y="35750"/>
                  </a:lnTo>
                  <a:cubicBezTo>
                    <a:pt x="116936" y="12768"/>
                    <a:pt x="104156" y="0"/>
                    <a:pt x="80513" y="0"/>
                  </a:cubicBezTo>
                  <a:lnTo>
                    <a:pt x="15975" y="0"/>
                  </a:lnTo>
                  <a:cubicBezTo>
                    <a:pt x="12141" y="0"/>
                    <a:pt x="9585" y="2554"/>
                    <a:pt x="9585" y="6384"/>
                  </a:cubicBezTo>
                  <a:lnTo>
                    <a:pt x="9585" y="31281"/>
                  </a:lnTo>
                  <a:cubicBezTo>
                    <a:pt x="9585" y="35112"/>
                    <a:pt x="12141" y="37665"/>
                    <a:pt x="15975" y="37665"/>
                  </a:cubicBezTo>
                  <a:lnTo>
                    <a:pt x="21087" y="37665"/>
                  </a:lnTo>
                  <a:cubicBezTo>
                    <a:pt x="34506" y="37665"/>
                    <a:pt x="34506" y="54264"/>
                    <a:pt x="34506" y="56179"/>
                  </a:cubicBezTo>
                  <a:lnTo>
                    <a:pt x="34506" y="75969"/>
                  </a:lnTo>
                  <a:cubicBezTo>
                    <a:pt x="25560" y="79161"/>
                    <a:pt x="19809" y="86822"/>
                    <a:pt x="19809" y="95760"/>
                  </a:cubicBezTo>
                  <a:lnTo>
                    <a:pt x="19809" y="120657"/>
                  </a:lnTo>
                  <a:cubicBezTo>
                    <a:pt x="19170" y="122573"/>
                    <a:pt x="17892" y="124488"/>
                    <a:pt x="15975" y="126403"/>
                  </a:cubicBezTo>
                  <a:cubicBezTo>
                    <a:pt x="10224" y="134064"/>
                    <a:pt x="0" y="146193"/>
                    <a:pt x="0" y="174921"/>
                  </a:cubicBezTo>
                  <a:lnTo>
                    <a:pt x="0" y="209395"/>
                  </a:lnTo>
                  <a:cubicBezTo>
                    <a:pt x="0" y="220886"/>
                    <a:pt x="9585" y="230462"/>
                    <a:pt x="21087" y="230462"/>
                  </a:cubicBezTo>
                  <a:lnTo>
                    <a:pt x="100322" y="230462"/>
                  </a:lnTo>
                  <a:cubicBezTo>
                    <a:pt x="106073" y="230462"/>
                    <a:pt x="111185" y="227908"/>
                    <a:pt x="115658" y="224078"/>
                  </a:cubicBezTo>
                  <a:cubicBezTo>
                    <a:pt x="119492" y="220247"/>
                    <a:pt x="122048" y="214502"/>
                    <a:pt x="122048" y="208756"/>
                  </a:cubicBezTo>
                  <a:cubicBezTo>
                    <a:pt x="121409" y="157684"/>
                    <a:pt x="116936" y="106613"/>
                    <a:pt x="87542" y="77885"/>
                  </a:cubicBezTo>
                  <a:close/>
                  <a:moveTo>
                    <a:pt x="74762" y="74054"/>
                  </a:moveTo>
                  <a:lnTo>
                    <a:pt x="47925" y="74054"/>
                  </a:lnTo>
                  <a:lnTo>
                    <a:pt x="47925" y="67032"/>
                  </a:lnTo>
                  <a:lnTo>
                    <a:pt x="74762" y="67032"/>
                  </a:lnTo>
                  <a:lnTo>
                    <a:pt x="74762" y="74054"/>
                  </a:lnTo>
                  <a:close/>
                  <a:moveTo>
                    <a:pt x="23004" y="24259"/>
                  </a:moveTo>
                  <a:lnTo>
                    <a:pt x="23004" y="12130"/>
                  </a:lnTo>
                  <a:lnTo>
                    <a:pt x="81152" y="12130"/>
                  </a:lnTo>
                  <a:cubicBezTo>
                    <a:pt x="97127" y="12130"/>
                    <a:pt x="104156" y="18514"/>
                    <a:pt x="104795" y="33835"/>
                  </a:cubicBezTo>
                  <a:lnTo>
                    <a:pt x="96488" y="33835"/>
                  </a:lnTo>
                  <a:cubicBezTo>
                    <a:pt x="83069" y="33835"/>
                    <a:pt x="76040" y="40857"/>
                    <a:pt x="75402" y="53625"/>
                  </a:cubicBezTo>
                  <a:lnTo>
                    <a:pt x="48563" y="53625"/>
                  </a:lnTo>
                  <a:cubicBezTo>
                    <a:pt x="47286" y="37027"/>
                    <a:pt x="37062" y="25536"/>
                    <a:pt x="23004" y="24259"/>
                  </a:cubicBezTo>
                  <a:lnTo>
                    <a:pt x="23004" y="24259"/>
                  </a:lnTo>
                  <a:close/>
                  <a:moveTo>
                    <a:pt x="106712" y="215140"/>
                  </a:moveTo>
                  <a:cubicBezTo>
                    <a:pt x="105434" y="216417"/>
                    <a:pt x="102878" y="217694"/>
                    <a:pt x="100961" y="217694"/>
                  </a:cubicBezTo>
                  <a:lnTo>
                    <a:pt x="21726" y="217694"/>
                  </a:lnTo>
                  <a:cubicBezTo>
                    <a:pt x="17253" y="217694"/>
                    <a:pt x="13419" y="213863"/>
                    <a:pt x="13419" y="209395"/>
                  </a:cubicBezTo>
                  <a:lnTo>
                    <a:pt x="13419" y="174921"/>
                  </a:lnTo>
                  <a:cubicBezTo>
                    <a:pt x="13419" y="150662"/>
                    <a:pt x="21087" y="141086"/>
                    <a:pt x="26837" y="134064"/>
                  </a:cubicBezTo>
                  <a:cubicBezTo>
                    <a:pt x="30672" y="130233"/>
                    <a:pt x="32589" y="125765"/>
                    <a:pt x="33227" y="120657"/>
                  </a:cubicBezTo>
                  <a:lnTo>
                    <a:pt x="33227" y="95760"/>
                  </a:lnTo>
                  <a:cubicBezTo>
                    <a:pt x="33227" y="89376"/>
                    <a:pt x="40257" y="87461"/>
                    <a:pt x="41535" y="87461"/>
                  </a:cubicBezTo>
                  <a:lnTo>
                    <a:pt x="78597" y="87461"/>
                  </a:lnTo>
                  <a:cubicBezTo>
                    <a:pt x="104795" y="112997"/>
                    <a:pt x="109268" y="160876"/>
                    <a:pt x="109268" y="209395"/>
                  </a:cubicBezTo>
                  <a:cubicBezTo>
                    <a:pt x="109268" y="211310"/>
                    <a:pt x="108629" y="213225"/>
                    <a:pt x="106712" y="215140"/>
                  </a:cubicBezTo>
                  <a:lnTo>
                    <a:pt x="106712" y="215140"/>
                  </a:lnTo>
                  <a:close/>
                </a:path>
              </a:pathLst>
            </a:custGeom>
            <a:solidFill>
              <a:srgbClr val="007680"/>
            </a:solidFill>
            <a:ln w="6390" cap="flat">
              <a:noFill/>
              <a:prstDash val="solid"/>
              <a:miter/>
            </a:ln>
          </p:spPr>
          <p:txBody>
            <a:bodyPr rtlCol="0" anchor="ctr"/>
            <a:lstStyle/>
            <a:p>
              <a:endParaRPr lang="en-US"/>
            </a:p>
          </p:txBody>
        </p:sp>
      </p:grpSp>
      <p:grpSp>
        <p:nvGrpSpPr>
          <p:cNvPr id="513" name="Graphic 5">
            <a:extLst>
              <a:ext uri="{FF2B5EF4-FFF2-40B4-BE49-F238E27FC236}">
                <a16:creationId xmlns:a16="http://schemas.microsoft.com/office/drawing/2014/main" id="{9A05359D-D0EA-C449-87F6-8D9562C606F5}"/>
              </a:ext>
            </a:extLst>
          </p:cNvPr>
          <p:cNvGrpSpPr/>
          <p:nvPr/>
        </p:nvGrpSpPr>
        <p:grpSpPr>
          <a:xfrm>
            <a:off x="467743" y="2371811"/>
            <a:ext cx="361670" cy="362610"/>
            <a:chOff x="467743" y="2371811"/>
            <a:chExt cx="361670" cy="362610"/>
          </a:xfrm>
          <a:solidFill>
            <a:srgbClr val="007680"/>
          </a:solidFill>
        </p:grpSpPr>
        <p:sp>
          <p:nvSpPr>
            <p:cNvPr id="514" name="Graphic 5">
              <a:extLst>
                <a:ext uri="{FF2B5EF4-FFF2-40B4-BE49-F238E27FC236}">
                  <a16:creationId xmlns:a16="http://schemas.microsoft.com/office/drawing/2014/main" id="{980D096B-C96F-4F45-8446-24ED98625896}"/>
                </a:ext>
              </a:extLst>
            </p:cNvPr>
            <p:cNvSpPr/>
            <p:nvPr/>
          </p:nvSpPr>
          <p:spPr>
            <a:xfrm>
              <a:off x="467743" y="2371811"/>
              <a:ext cx="361670" cy="362610"/>
            </a:xfrm>
            <a:custGeom>
              <a:avLst/>
              <a:gdLst>
                <a:gd name="connsiteX0" fmla="*/ 180835 w 361670"/>
                <a:gd name="connsiteY0" fmla="*/ 0 h 362610"/>
                <a:gd name="connsiteX1" fmla="*/ 0 w 361670"/>
                <a:gd name="connsiteY1" fmla="*/ 181305 h 362610"/>
                <a:gd name="connsiteX2" fmla="*/ 180835 w 361670"/>
                <a:gd name="connsiteY2" fmla="*/ 362610 h 362610"/>
                <a:gd name="connsiteX3" fmla="*/ 361670 w 361670"/>
                <a:gd name="connsiteY3" fmla="*/ 181305 h 362610"/>
                <a:gd name="connsiteX4" fmla="*/ 361670 w 361670"/>
                <a:gd name="connsiteY4" fmla="*/ 181305 h 362610"/>
                <a:gd name="connsiteX5" fmla="*/ 180835 w 361670"/>
                <a:gd name="connsiteY5" fmla="*/ 0 h 362610"/>
                <a:gd name="connsiteX6" fmla="*/ 180835 w 361670"/>
                <a:gd name="connsiteY6" fmla="*/ 0 h 362610"/>
                <a:gd name="connsiteX7" fmla="*/ 180835 w 361670"/>
                <a:gd name="connsiteY7" fmla="*/ 349204 h 362610"/>
                <a:gd name="connsiteX8" fmla="*/ 12780 w 361670"/>
                <a:gd name="connsiteY8" fmla="*/ 180667 h 362610"/>
                <a:gd name="connsiteX9" fmla="*/ 180835 w 361670"/>
                <a:gd name="connsiteY9" fmla="*/ 12130 h 362610"/>
                <a:gd name="connsiteX10" fmla="*/ 348891 w 361670"/>
                <a:gd name="connsiteY10" fmla="*/ 180667 h 362610"/>
                <a:gd name="connsiteX11" fmla="*/ 180835 w 361670"/>
                <a:gd name="connsiteY11" fmla="*/ 349204 h 362610"/>
                <a:gd name="connsiteX12" fmla="*/ 180835 w 361670"/>
                <a:gd name="connsiteY12"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2610">
                  <a:moveTo>
                    <a:pt x="180835" y="0"/>
                  </a:moveTo>
                  <a:cubicBezTo>
                    <a:pt x="80513" y="0"/>
                    <a:pt x="0" y="81077"/>
                    <a:pt x="0" y="181305"/>
                  </a:cubicBezTo>
                  <a:cubicBezTo>
                    <a:pt x="0" y="281534"/>
                    <a:pt x="81152" y="362610"/>
                    <a:pt x="180835" y="362610"/>
                  </a:cubicBezTo>
                  <a:cubicBezTo>
                    <a:pt x="280518" y="362610"/>
                    <a:pt x="361670" y="281534"/>
                    <a:pt x="361670" y="181305"/>
                  </a:cubicBezTo>
                  <a:cubicBezTo>
                    <a:pt x="361670" y="181305"/>
                    <a:pt x="361670" y="181305"/>
                    <a:pt x="361670" y="181305"/>
                  </a:cubicBezTo>
                  <a:cubicBezTo>
                    <a:pt x="361670"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130"/>
                    <a:pt x="180835" y="12130"/>
                  </a:cubicBezTo>
                  <a:cubicBezTo>
                    <a:pt x="273489" y="12130"/>
                    <a:pt x="348891" y="87461"/>
                    <a:pt x="348891" y="180667"/>
                  </a:cubicBezTo>
                  <a:cubicBezTo>
                    <a:pt x="348891" y="273873"/>
                    <a:pt x="273489" y="349204"/>
                    <a:pt x="180835" y="349204"/>
                  </a:cubicBezTo>
                  <a:lnTo>
                    <a:pt x="180835" y="349204"/>
                  </a:lnTo>
                  <a:close/>
                </a:path>
              </a:pathLst>
            </a:custGeom>
            <a:solidFill>
              <a:srgbClr val="007680"/>
            </a:solidFill>
            <a:ln w="6390" cap="flat">
              <a:noFill/>
              <a:prstDash val="solid"/>
              <a:miter/>
            </a:ln>
          </p:spPr>
          <p:txBody>
            <a:bodyPr rtlCol="0" anchor="ctr"/>
            <a:lstStyle/>
            <a:p>
              <a:endParaRPr lang="en-US"/>
            </a:p>
          </p:txBody>
        </p:sp>
        <p:sp>
          <p:nvSpPr>
            <p:cNvPr id="515" name="Graphic 5">
              <a:extLst>
                <a:ext uri="{FF2B5EF4-FFF2-40B4-BE49-F238E27FC236}">
                  <a16:creationId xmlns:a16="http://schemas.microsoft.com/office/drawing/2014/main" id="{61916A4B-1899-1C44-B0D8-198ABFD4AF73}"/>
                </a:ext>
              </a:extLst>
            </p:cNvPr>
            <p:cNvSpPr/>
            <p:nvPr/>
          </p:nvSpPr>
          <p:spPr>
            <a:xfrm>
              <a:off x="524777" y="2454673"/>
              <a:ext cx="247766" cy="171859"/>
            </a:xfrm>
            <a:custGeom>
              <a:avLst/>
              <a:gdLst>
                <a:gd name="connsiteX0" fmla="*/ 245210 w 247766"/>
                <a:gd name="connsiteY0" fmla="*/ 160369 h 171859"/>
                <a:gd name="connsiteX1" fmla="*/ 130191 w 247766"/>
                <a:gd name="connsiteY1" fmla="*/ 69716 h 171859"/>
                <a:gd name="connsiteX2" fmla="*/ 130191 w 247766"/>
                <a:gd name="connsiteY2" fmla="*/ 62055 h 171859"/>
                <a:gd name="connsiteX3" fmla="*/ 154473 w 247766"/>
                <a:gd name="connsiteY3" fmla="*/ 25028 h 171859"/>
                <a:gd name="connsiteX4" fmla="*/ 117411 w 247766"/>
                <a:gd name="connsiteY4" fmla="*/ 769 h 171859"/>
                <a:gd name="connsiteX5" fmla="*/ 92491 w 247766"/>
                <a:gd name="connsiteY5" fmla="*/ 31412 h 171859"/>
                <a:gd name="connsiteX6" fmla="*/ 98881 w 247766"/>
                <a:gd name="connsiteY6" fmla="*/ 37796 h 171859"/>
                <a:gd name="connsiteX7" fmla="*/ 105271 w 247766"/>
                <a:gd name="connsiteY7" fmla="*/ 31412 h 171859"/>
                <a:gd name="connsiteX8" fmla="*/ 110383 w 247766"/>
                <a:gd name="connsiteY8" fmla="*/ 18644 h 171859"/>
                <a:gd name="connsiteX9" fmla="*/ 137220 w 247766"/>
                <a:gd name="connsiteY9" fmla="*/ 17367 h 171859"/>
                <a:gd name="connsiteX10" fmla="*/ 138498 w 247766"/>
                <a:gd name="connsiteY10" fmla="*/ 44180 h 171859"/>
                <a:gd name="connsiteX11" fmla="*/ 124440 w 247766"/>
                <a:gd name="connsiteY11" fmla="*/ 50564 h 171859"/>
                <a:gd name="connsiteX12" fmla="*/ 118050 w 247766"/>
                <a:gd name="connsiteY12" fmla="*/ 56948 h 171859"/>
                <a:gd name="connsiteX13" fmla="*/ 118050 w 247766"/>
                <a:gd name="connsiteY13" fmla="*/ 70354 h 171859"/>
                <a:gd name="connsiteX14" fmla="*/ 2393 w 247766"/>
                <a:gd name="connsiteY14" fmla="*/ 160369 h 171859"/>
                <a:gd name="connsiteX15" fmla="*/ 1115 w 247766"/>
                <a:gd name="connsiteY15" fmla="*/ 169306 h 171859"/>
                <a:gd name="connsiteX16" fmla="*/ 6227 w 247766"/>
                <a:gd name="connsiteY16" fmla="*/ 171860 h 171859"/>
                <a:gd name="connsiteX17" fmla="*/ 241376 w 247766"/>
                <a:gd name="connsiteY17" fmla="*/ 171860 h 171859"/>
                <a:gd name="connsiteX18" fmla="*/ 247766 w 247766"/>
                <a:gd name="connsiteY18" fmla="*/ 165476 h 171859"/>
                <a:gd name="connsiteX19" fmla="*/ 245210 w 247766"/>
                <a:gd name="connsiteY19" fmla="*/ 160369 h 171859"/>
                <a:gd name="connsiteX20" fmla="*/ 24757 w 247766"/>
                <a:gd name="connsiteY20" fmla="*/ 159092 h 171859"/>
                <a:gd name="connsiteX21" fmla="*/ 123801 w 247766"/>
                <a:gd name="connsiteY21" fmla="*/ 81207 h 171859"/>
                <a:gd name="connsiteX22" fmla="*/ 222845 w 247766"/>
                <a:gd name="connsiteY22" fmla="*/ 159092 h 171859"/>
                <a:gd name="connsiteX23" fmla="*/ 24757 w 247766"/>
                <a:gd name="connsiteY23" fmla="*/ 159092 h 17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7766" h="171859">
                  <a:moveTo>
                    <a:pt x="245210" y="160369"/>
                  </a:moveTo>
                  <a:lnTo>
                    <a:pt x="130191" y="69716"/>
                  </a:lnTo>
                  <a:lnTo>
                    <a:pt x="130191" y="62055"/>
                  </a:lnTo>
                  <a:cubicBezTo>
                    <a:pt x="147444" y="58225"/>
                    <a:pt x="158307" y="41626"/>
                    <a:pt x="154473" y="25028"/>
                  </a:cubicBezTo>
                  <a:cubicBezTo>
                    <a:pt x="150639" y="7791"/>
                    <a:pt x="134025" y="-3061"/>
                    <a:pt x="117411" y="769"/>
                  </a:cubicBezTo>
                  <a:cubicBezTo>
                    <a:pt x="102715" y="3961"/>
                    <a:pt x="92491" y="16729"/>
                    <a:pt x="92491" y="31412"/>
                  </a:cubicBezTo>
                  <a:cubicBezTo>
                    <a:pt x="92491" y="35242"/>
                    <a:pt x="95047" y="37796"/>
                    <a:pt x="98881" y="37796"/>
                  </a:cubicBezTo>
                  <a:cubicBezTo>
                    <a:pt x="102715" y="37796"/>
                    <a:pt x="105271" y="35242"/>
                    <a:pt x="105271" y="31412"/>
                  </a:cubicBezTo>
                  <a:cubicBezTo>
                    <a:pt x="105271" y="26943"/>
                    <a:pt x="107188" y="21836"/>
                    <a:pt x="110383" y="18644"/>
                  </a:cubicBezTo>
                  <a:cubicBezTo>
                    <a:pt x="117411" y="10983"/>
                    <a:pt x="128913" y="10345"/>
                    <a:pt x="137220" y="17367"/>
                  </a:cubicBezTo>
                  <a:cubicBezTo>
                    <a:pt x="144888" y="24390"/>
                    <a:pt x="145527" y="35881"/>
                    <a:pt x="138498" y="44180"/>
                  </a:cubicBezTo>
                  <a:cubicBezTo>
                    <a:pt x="134664" y="48010"/>
                    <a:pt x="129552" y="50564"/>
                    <a:pt x="124440" y="50564"/>
                  </a:cubicBezTo>
                  <a:cubicBezTo>
                    <a:pt x="120606" y="50564"/>
                    <a:pt x="118050" y="53118"/>
                    <a:pt x="118050" y="56948"/>
                  </a:cubicBezTo>
                  <a:lnTo>
                    <a:pt x="118050" y="70354"/>
                  </a:lnTo>
                  <a:lnTo>
                    <a:pt x="2393" y="160369"/>
                  </a:lnTo>
                  <a:cubicBezTo>
                    <a:pt x="-163" y="162284"/>
                    <a:pt x="-802" y="166752"/>
                    <a:pt x="1115" y="169306"/>
                  </a:cubicBezTo>
                  <a:cubicBezTo>
                    <a:pt x="2393" y="170583"/>
                    <a:pt x="4310" y="171860"/>
                    <a:pt x="6227" y="171860"/>
                  </a:cubicBezTo>
                  <a:lnTo>
                    <a:pt x="241376" y="171860"/>
                  </a:lnTo>
                  <a:cubicBezTo>
                    <a:pt x="245210" y="171860"/>
                    <a:pt x="247766" y="168668"/>
                    <a:pt x="247766" y="165476"/>
                  </a:cubicBezTo>
                  <a:cubicBezTo>
                    <a:pt x="247766" y="163561"/>
                    <a:pt x="247127" y="161645"/>
                    <a:pt x="245210" y="160369"/>
                  </a:cubicBezTo>
                  <a:close/>
                  <a:moveTo>
                    <a:pt x="24757" y="159092"/>
                  </a:moveTo>
                  <a:lnTo>
                    <a:pt x="123801" y="81207"/>
                  </a:lnTo>
                  <a:lnTo>
                    <a:pt x="222845" y="159092"/>
                  </a:lnTo>
                  <a:lnTo>
                    <a:pt x="24757" y="159092"/>
                  </a:lnTo>
                  <a:close/>
                </a:path>
              </a:pathLst>
            </a:custGeom>
            <a:solidFill>
              <a:srgbClr val="007680"/>
            </a:solidFill>
            <a:ln w="6390" cap="flat">
              <a:noFill/>
              <a:prstDash val="solid"/>
              <a:miter/>
            </a:ln>
          </p:spPr>
          <p:txBody>
            <a:bodyPr rtlCol="0" anchor="ctr"/>
            <a:lstStyle/>
            <a:p>
              <a:endParaRPr lang="en-US"/>
            </a:p>
          </p:txBody>
        </p:sp>
      </p:grpSp>
      <p:grpSp>
        <p:nvGrpSpPr>
          <p:cNvPr id="516" name="Graphic 5">
            <a:extLst>
              <a:ext uri="{FF2B5EF4-FFF2-40B4-BE49-F238E27FC236}">
                <a16:creationId xmlns:a16="http://schemas.microsoft.com/office/drawing/2014/main" id="{B101BDF3-2993-A447-9E99-101ADFFF2E75}"/>
              </a:ext>
            </a:extLst>
          </p:cNvPr>
          <p:cNvGrpSpPr/>
          <p:nvPr/>
        </p:nvGrpSpPr>
        <p:grpSpPr>
          <a:xfrm>
            <a:off x="1515054" y="2371811"/>
            <a:ext cx="362313" cy="361971"/>
            <a:chOff x="1515054" y="2371811"/>
            <a:chExt cx="362313" cy="361971"/>
          </a:xfrm>
          <a:solidFill>
            <a:srgbClr val="007680"/>
          </a:solidFill>
        </p:grpSpPr>
        <p:sp>
          <p:nvSpPr>
            <p:cNvPr id="517" name="Graphic 5">
              <a:extLst>
                <a:ext uri="{FF2B5EF4-FFF2-40B4-BE49-F238E27FC236}">
                  <a16:creationId xmlns:a16="http://schemas.microsoft.com/office/drawing/2014/main" id="{5B920FD9-3ED2-2447-8160-EC459C873636}"/>
                </a:ext>
              </a:extLst>
            </p:cNvPr>
            <p:cNvSpPr/>
            <p:nvPr/>
          </p:nvSpPr>
          <p:spPr>
            <a:xfrm>
              <a:off x="1515054" y="2371811"/>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362309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29 w 362313"/>
                <a:gd name="connsiteY9" fmla="*/ 180667 h 361971"/>
                <a:gd name="connsiteX10" fmla="*/ 349529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518" name="Graphic 5">
              <a:extLst>
                <a:ext uri="{FF2B5EF4-FFF2-40B4-BE49-F238E27FC236}">
                  <a16:creationId xmlns:a16="http://schemas.microsoft.com/office/drawing/2014/main" id="{5C90D6CF-42CC-0A42-8047-9EBE5ACA1E88}"/>
                </a:ext>
              </a:extLst>
            </p:cNvPr>
            <p:cNvSpPr/>
            <p:nvPr/>
          </p:nvSpPr>
          <p:spPr>
            <a:xfrm>
              <a:off x="1611851" y="2450246"/>
              <a:ext cx="21498" cy="67120"/>
            </a:xfrm>
            <a:custGeom>
              <a:avLst/>
              <a:gdLst>
                <a:gd name="connsiteX0" fmla="*/ 6080 w 21498"/>
                <a:gd name="connsiteY0" fmla="*/ 56906 h 67120"/>
                <a:gd name="connsiteX1" fmla="*/ 6719 w 21498"/>
                <a:gd name="connsiteY1" fmla="*/ 65843 h 67120"/>
                <a:gd name="connsiteX2" fmla="*/ 6719 w 21498"/>
                <a:gd name="connsiteY2" fmla="*/ 65843 h 67120"/>
                <a:gd name="connsiteX3" fmla="*/ 10553 w 21498"/>
                <a:gd name="connsiteY3" fmla="*/ 67120 h 67120"/>
                <a:gd name="connsiteX4" fmla="*/ 15665 w 21498"/>
                <a:gd name="connsiteY4" fmla="*/ 64567 h 67120"/>
                <a:gd name="connsiteX5" fmla="*/ 16304 w 21498"/>
                <a:gd name="connsiteY5" fmla="*/ 29455 h 67120"/>
                <a:gd name="connsiteX6" fmla="*/ 15665 w 21498"/>
                <a:gd name="connsiteY6" fmla="*/ 10303 h 67120"/>
                <a:gd name="connsiteX7" fmla="*/ 15026 w 21498"/>
                <a:gd name="connsiteY7" fmla="*/ 1365 h 67120"/>
                <a:gd name="connsiteX8" fmla="*/ 6080 w 21498"/>
                <a:gd name="connsiteY8" fmla="*/ 2004 h 67120"/>
                <a:gd name="connsiteX9" fmla="*/ 5441 w 21498"/>
                <a:gd name="connsiteY9" fmla="*/ 36477 h 67120"/>
                <a:gd name="connsiteX10" fmla="*/ 6080 w 21498"/>
                <a:gd name="connsiteY10" fmla="*/ 56906 h 67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498" h="67120">
                  <a:moveTo>
                    <a:pt x="6080" y="56906"/>
                  </a:moveTo>
                  <a:cubicBezTo>
                    <a:pt x="4163" y="59459"/>
                    <a:pt x="4163" y="63928"/>
                    <a:pt x="6719" y="65843"/>
                  </a:cubicBezTo>
                  <a:cubicBezTo>
                    <a:pt x="6719" y="65843"/>
                    <a:pt x="6719" y="65843"/>
                    <a:pt x="6719" y="65843"/>
                  </a:cubicBezTo>
                  <a:cubicBezTo>
                    <a:pt x="7997" y="66482"/>
                    <a:pt x="9275" y="67120"/>
                    <a:pt x="10553" y="67120"/>
                  </a:cubicBezTo>
                  <a:cubicBezTo>
                    <a:pt x="12470" y="67120"/>
                    <a:pt x="14387" y="66482"/>
                    <a:pt x="15665" y="64567"/>
                  </a:cubicBezTo>
                  <a:cubicBezTo>
                    <a:pt x="23333" y="54352"/>
                    <a:pt x="23333" y="40307"/>
                    <a:pt x="16304" y="29455"/>
                  </a:cubicBezTo>
                  <a:cubicBezTo>
                    <a:pt x="11831" y="23709"/>
                    <a:pt x="11831" y="16048"/>
                    <a:pt x="15665" y="10303"/>
                  </a:cubicBezTo>
                  <a:cubicBezTo>
                    <a:pt x="17582" y="7749"/>
                    <a:pt x="17582" y="3280"/>
                    <a:pt x="15026" y="1365"/>
                  </a:cubicBezTo>
                  <a:cubicBezTo>
                    <a:pt x="12470" y="-550"/>
                    <a:pt x="8636" y="-550"/>
                    <a:pt x="6080" y="2004"/>
                  </a:cubicBezTo>
                  <a:cubicBezTo>
                    <a:pt x="-1587" y="12218"/>
                    <a:pt x="-2227" y="26263"/>
                    <a:pt x="5441" y="36477"/>
                  </a:cubicBezTo>
                  <a:cubicBezTo>
                    <a:pt x="10553" y="42861"/>
                    <a:pt x="10553" y="50522"/>
                    <a:pt x="6080" y="56906"/>
                  </a:cubicBezTo>
                  <a:close/>
                </a:path>
              </a:pathLst>
            </a:custGeom>
            <a:solidFill>
              <a:srgbClr val="007680"/>
            </a:solidFill>
            <a:ln w="6390" cap="flat">
              <a:noFill/>
              <a:prstDash val="solid"/>
              <a:miter/>
            </a:ln>
          </p:spPr>
          <p:txBody>
            <a:bodyPr rtlCol="0" anchor="ctr"/>
            <a:lstStyle/>
            <a:p>
              <a:endParaRPr lang="en-US"/>
            </a:p>
          </p:txBody>
        </p:sp>
        <p:sp>
          <p:nvSpPr>
            <p:cNvPr id="519" name="Graphic 5">
              <a:extLst>
                <a:ext uri="{FF2B5EF4-FFF2-40B4-BE49-F238E27FC236}">
                  <a16:creationId xmlns:a16="http://schemas.microsoft.com/office/drawing/2014/main" id="{27A03D11-DA02-394E-9EDD-1DCA47F87AE5}"/>
                </a:ext>
              </a:extLst>
            </p:cNvPr>
            <p:cNvSpPr/>
            <p:nvPr/>
          </p:nvSpPr>
          <p:spPr>
            <a:xfrm>
              <a:off x="1666166" y="2449986"/>
              <a:ext cx="21498" cy="67380"/>
            </a:xfrm>
            <a:custGeom>
              <a:avLst/>
              <a:gdLst>
                <a:gd name="connsiteX0" fmla="*/ 6080 w 21498"/>
                <a:gd name="connsiteY0" fmla="*/ 57166 h 67380"/>
                <a:gd name="connsiteX1" fmla="*/ 6719 w 21498"/>
                <a:gd name="connsiteY1" fmla="*/ 66104 h 67380"/>
                <a:gd name="connsiteX2" fmla="*/ 6719 w 21498"/>
                <a:gd name="connsiteY2" fmla="*/ 66104 h 67380"/>
                <a:gd name="connsiteX3" fmla="*/ 10553 w 21498"/>
                <a:gd name="connsiteY3" fmla="*/ 67381 h 67380"/>
                <a:gd name="connsiteX4" fmla="*/ 15665 w 21498"/>
                <a:gd name="connsiteY4" fmla="*/ 64827 h 67380"/>
                <a:gd name="connsiteX5" fmla="*/ 16304 w 21498"/>
                <a:gd name="connsiteY5" fmla="*/ 29715 h 67380"/>
                <a:gd name="connsiteX6" fmla="*/ 15665 w 21498"/>
                <a:gd name="connsiteY6" fmla="*/ 10563 h 67380"/>
                <a:gd name="connsiteX7" fmla="*/ 15026 w 21498"/>
                <a:gd name="connsiteY7" fmla="*/ 1626 h 67380"/>
                <a:gd name="connsiteX8" fmla="*/ 6080 w 21498"/>
                <a:gd name="connsiteY8" fmla="*/ 2264 h 67380"/>
                <a:gd name="connsiteX9" fmla="*/ 5441 w 21498"/>
                <a:gd name="connsiteY9" fmla="*/ 36737 h 67380"/>
                <a:gd name="connsiteX10" fmla="*/ 6080 w 21498"/>
                <a:gd name="connsiteY10" fmla="*/ 57166 h 6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498" h="67380">
                  <a:moveTo>
                    <a:pt x="6080" y="57166"/>
                  </a:moveTo>
                  <a:cubicBezTo>
                    <a:pt x="4163" y="59720"/>
                    <a:pt x="4163" y="64189"/>
                    <a:pt x="6719" y="66104"/>
                  </a:cubicBezTo>
                  <a:cubicBezTo>
                    <a:pt x="6719" y="66104"/>
                    <a:pt x="6719" y="66104"/>
                    <a:pt x="6719" y="66104"/>
                  </a:cubicBezTo>
                  <a:cubicBezTo>
                    <a:pt x="7997" y="66742"/>
                    <a:pt x="9275" y="67381"/>
                    <a:pt x="10553" y="67381"/>
                  </a:cubicBezTo>
                  <a:cubicBezTo>
                    <a:pt x="12470" y="67381"/>
                    <a:pt x="14387" y="66742"/>
                    <a:pt x="15665" y="64827"/>
                  </a:cubicBezTo>
                  <a:cubicBezTo>
                    <a:pt x="23333" y="54613"/>
                    <a:pt x="23333" y="40568"/>
                    <a:pt x="16304" y="29715"/>
                  </a:cubicBezTo>
                  <a:cubicBezTo>
                    <a:pt x="11831" y="23970"/>
                    <a:pt x="11831" y="16309"/>
                    <a:pt x="15665" y="10563"/>
                  </a:cubicBezTo>
                  <a:cubicBezTo>
                    <a:pt x="18221" y="8010"/>
                    <a:pt x="17582" y="4179"/>
                    <a:pt x="15026" y="1626"/>
                  </a:cubicBezTo>
                  <a:cubicBezTo>
                    <a:pt x="12470" y="-928"/>
                    <a:pt x="8636" y="-290"/>
                    <a:pt x="6080" y="2264"/>
                  </a:cubicBezTo>
                  <a:cubicBezTo>
                    <a:pt x="-1588" y="12478"/>
                    <a:pt x="-2227" y="26523"/>
                    <a:pt x="5441" y="36737"/>
                  </a:cubicBezTo>
                  <a:cubicBezTo>
                    <a:pt x="9914" y="43121"/>
                    <a:pt x="9914" y="50782"/>
                    <a:pt x="6080" y="57166"/>
                  </a:cubicBezTo>
                  <a:close/>
                </a:path>
              </a:pathLst>
            </a:custGeom>
            <a:solidFill>
              <a:srgbClr val="007680"/>
            </a:solidFill>
            <a:ln w="6390" cap="flat">
              <a:noFill/>
              <a:prstDash val="solid"/>
              <a:miter/>
            </a:ln>
          </p:spPr>
          <p:txBody>
            <a:bodyPr rtlCol="0" anchor="ctr"/>
            <a:lstStyle/>
            <a:p>
              <a:endParaRPr lang="en-US"/>
            </a:p>
          </p:txBody>
        </p:sp>
        <p:sp>
          <p:nvSpPr>
            <p:cNvPr id="520" name="Graphic 5">
              <a:extLst>
                <a:ext uri="{FF2B5EF4-FFF2-40B4-BE49-F238E27FC236}">
                  <a16:creationId xmlns:a16="http://schemas.microsoft.com/office/drawing/2014/main" id="{A926A589-7FF6-A24C-9DE8-8B134BB2A4BC}"/>
                </a:ext>
              </a:extLst>
            </p:cNvPr>
            <p:cNvSpPr/>
            <p:nvPr/>
          </p:nvSpPr>
          <p:spPr>
            <a:xfrm>
              <a:off x="1719841" y="2449986"/>
              <a:ext cx="21498" cy="67380"/>
            </a:xfrm>
            <a:custGeom>
              <a:avLst/>
              <a:gdLst>
                <a:gd name="connsiteX0" fmla="*/ 6080 w 21498"/>
                <a:gd name="connsiteY0" fmla="*/ 57166 h 67380"/>
                <a:gd name="connsiteX1" fmla="*/ 6720 w 21498"/>
                <a:gd name="connsiteY1" fmla="*/ 66104 h 67380"/>
                <a:gd name="connsiteX2" fmla="*/ 10553 w 21498"/>
                <a:gd name="connsiteY2" fmla="*/ 67381 h 67380"/>
                <a:gd name="connsiteX3" fmla="*/ 15665 w 21498"/>
                <a:gd name="connsiteY3" fmla="*/ 64827 h 67380"/>
                <a:gd name="connsiteX4" fmla="*/ 16304 w 21498"/>
                <a:gd name="connsiteY4" fmla="*/ 29715 h 67380"/>
                <a:gd name="connsiteX5" fmla="*/ 15665 w 21498"/>
                <a:gd name="connsiteY5" fmla="*/ 10563 h 67380"/>
                <a:gd name="connsiteX6" fmla="*/ 15026 w 21498"/>
                <a:gd name="connsiteY6" fmla="*/ 1626 h 67380"/>
                <a:gd name="connsiteX7" fmla="*/ 6080 w 21498"/>
                <a:gd name="connsiteY7" fmla="*/ 2264 h 67380"/>
                <a:gd name="connsiteX8" fmla="*/ 5441 w 21498"/>
                <a:gd name="connsiteY8" fmla="*/ 36737 h 67380"/>
                <a:gd name="connsiteX9" fmla="*/ 6080 w 21498"/>
                <a:gd name="connsiteY9" fmla="*/ 57166 h 6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498" h="67380">
                  <a:moveTo>
                    <a:pt x="6080" y="57166"/>
                  </a:moveTo>
                  <a:cubicBezTo>
                    <a:pt x="4163" y="59720"/>
                    <a:pt x="4163" y="64189"/>
                    <a:pt x="6720" y="66104"/>
                  </a:cubicBezTo>
                  <a:cubicBezTo>
                    <a:pt x="7997" y="66742"/>
                    <a:pt x="9275" y="67381"/>
                    <a:pt x="10553" y="67381"/>
                  </a:cubicBezTo>
                  <a:cubicBezTo>
                    <a:pt x="12470" y="67381"/>
                    <a:pt x="14387" y="66742"/>
                    <a:pt x="15665" y="64827"/>
                  </a:cubicBezTo>
                  <a:cubicBezTo>
                    <a:pt x="23333" y="54613"/>
                    <a:pt x="23333" y="40568"/>
                    <a:pt x="16304" y="29715"/>
                  </a:cubicBezTo>
                  <a:cubicBezTo>
                    <a:pt x="11831" y="23970"/>
                    <a:pt x="11831" y="16309"/>
                    <a:pt x="15665" y="10563"/>
                  </a:cubicBezTo>
                  <a:cubicBezTo>
                    <a:pt x="18221" y="8010"/>
                    <a:pt x="17582" y="4179"/>
                    <a:pt x="15026" y="1626"/>
                  </a:cubicBezTo>
                  <a:cubicBezTo>
                    <a:pt x="12470" y="-928"/>
                    <a:pt x="8636" y="-290"/>
                    <a:pt x="6080" y="2264"/>
                  </a:cubicBezTo>
                  <a:cubicBezTo>
                    <a:pt x="-1588" y="12478"/>
                    <a:pt x="-2227" y="26523"/>
                    <a:pt x="5441" y="36737"/>
                  </a:cubicBezTo>
                  <a:cubicBezTo>
                    <a:pt x="9914" y="43121"/>
                    <a:pt x="9914" y="50782"/>
                    <a:pt x="6080" y="57166"/>
                  </a:cubicBezTo>
                  <a:close/>
                </a:path>
              </a:pathLst>
            </a:custGeom>
            <a:solidFill>
              <a:srgbClr val="007680"/>
            </a:solidFill>
            <a:ln w="6390" cap="flat">
              <a:noFill/>
              <a:prstDash val="solid"/>
              <a:miter/>
            </a:ln>
          </p:spPr>
          <p:txBody>
            <a:bodyPr rtlCol="0" anchor="ctr"/>
            <a:lstStyle/>
            <a:p>
              <a:endParaRPr lang="en-US"/>
            </a:p>
          </p:txBody>
        </p:sp>
        <p:sp>
          <p:nvSpPr>
            <p:cNvPr id="521" name="Graphic 5">
              <a:extLst>
                <a:ext uri="{FF2B5EF4-FFF2-40B4-BE49-F238E27FC236}">
                  <a16:creationId xmlns:a16="http://schemas.microsoft.com/office/drawing/2014/main" id="{D1A898AD-ABCD-DB4E-8781-837722DCC7A6}"/>
                </a:ext>
              </a:extLst>
            </p:cNvPr>
            <p:cNvSpPr/>
            <p:nvPr/>
          </p:nvSpPr>
          <p:spPr>
            <a:xfrm>
              <a:off x="1591081" y="2535241"/>
              <a:ext cx="212158" cy="120657"/>
            </a:xfrm>
            <a:custGeom>
              <a:avLst/>
              <a:gdLst>
                <a:gd name="connsiteX0" fmla="*/ 187877 w 212158"/>
                <a:gd name="connsiteY0" fmla="*/ 14045 h 120657"/>
                <a:gd name="connsiteX1" fmla="*/ 173819 w 212158"/>
                <a:gd name="connsiteY1" fmla="*/ 18514 h 120657"/>
                <a:gd name="connsiteX2" fmla="*/ 173819 w 212158"/>
                <a:gd name="connsiteY2" fmla="*/ 6384 h 120657"/>
                <a:gd name="connsiteX3" fmla="*/ 167429 w 212158"/>
                <a:gd name="connsiteY3" fmla="*/ 0 h 120657"/>
                <a:gd name="connsiteX4" fmla="*/ 6403 w 212158"/>
                <a:gd name="connsiteY4" fmla="*/ 0 h 120657"/>
                <a:gd name="connsiteX5" fmla="*/ 13 w 212158"/>
                <a:gd name="connsiteY5" fmla="*/ 6384 h 120657"/>
                <a:gd name="connsiteX6" fmla="*/ 13 w 212158"/>
                <a:gd name="connsiteY6" fmla="*/ 24259 h 120657"/>
                <a:gd name="connsiteX7" fmla="*/ 58161 w 212158"/>
                <a:gd name="connsiteY7" fmla="*/ 107889 h 120657"/>
                <a:gd name="connsiteX8" fmla="*/ 6403 w 212158"/>
                <a:gd name="connsiteY8" fmla="*/ 107889 h 120657"/>
                <a:gd name="connsiteX9" fmla="*/ 13 w 212158"/>
                <a:gd name="connsiteY9" fmla="*/ 114273 h 120657"/>
                <a:gd name="connsiteX10" fmla="*/ 6403 w 212158"/>
                <a:gd name="connsiteY10" fmla="*/ 120657 h 120657"/>
                <a:gd name="connsiteX11" fmla="*/ 190433 w 212158"/>
                <a:gd name="connsiteY11" fmla="*/ 120657 h 120657"/>
                <a:gd name="connsiteX12" fmla="*/ 196823 w 212158"/>
                <a:gd name="connsiteY12" fmla="*/ 114273 h 120657"/>
                <a:gd name="connsiteX13" fmla="*/ 190433 w 212158"/>
                <a:gd name="connsiteY13" fmla="*/ 107889 h 120657"/>
                <a:gd name="connsiteX14" fmla="*/ 115671 w 212158"/>
                <a:gd name="connsiteY14" fmla="*/ 107889 h 120657"/>
                <a:gd name="connsiteX15" fmla="*/ 168707 w 212158"/>
                <a:gd name="connsiteY15" fmla="*/ 53625 h 120657"/>
                <a:gd name="connsiteX16" fmla="*/ 187877 w 212158"/>
                <a:gd name="connsiteY16" fmla="*/ 63201 h 120657"/>
                <a:gd name="connsiteX17" fmla="*/ 212159 w 212158"/>
                <a:gd name="connsiteY17" fmla="*/ 38942 h 120657"/>
                <a:gd name="connsiteX18" fmla="*/ 187877 w 212158"/>
                <a:gd name="connsiteY18" fmla="*/ 14045 h 120657"/>
                <a:gd name="connsiteX19" fmla="*/ 187877 w 212158"/>
                <a:gd name="connsiteY19" fmla="*/ 14045 h 120657"/>
                <a:gd name="connsiteX20" fmla="*/ 160400 w 212158"/>
                <a:gd name="connsiteY20" fmla="*/ 23621 h 120657"/>
                <a:gd name="connsiteX21" fmla="*/ 86277 w 212158"/>
                <a:gd name="connsiteY21" fmla="*/ 97675 h 120657"/>
                <a:gd name="connsiteX22" fmla="*/ 12153 w 212158"/>
                <a:gd name="connsiteY22" fmla="*/ 23621 h 120657"/>
                <a:gd name="connsiteX23" fmla="*/ 12153 w 212158"/>
                <a:gd name="connsiteY23" fmla="*/ 12130 h 120657"/>
                <a:gd name="connsiteX24" fmla="*/ 160400 w 212158"/>
                <a:gd name="connsiteY24" fmla="*/ 12130 h 120657"/>
                <a:gd name="connsiteX25" fmla="*/ 160400 w 212158"/>
                <a:gd name="connsiteY25" fmla="*/ 23621 h 120657"/>
                <a:gd name="connsiteX26" fmla="*/ 187877 w 212158"/>
                <a:gd name="connsiteY26" fmla="*/ 49157 h 120657"/>
                <a:gd name="connsiteX27" fmla="*/ 176375 w 212158"/>
                <a:gd name="connsiteY27" fmla="*/ 37665 h 120657"/>
                <a:gd name="connsiteX28" fmla="*/ 187877 w 212158"/>
                <a:gd name="connsiteY28" fmla="*/ 26174 h 120657"/>
                <a:gd name="connsiteX29" fmla="*/ 199379 w 212158"/>
                <a:gd name="connsiteY29" fmla="*/ 37665 h 120657"/>
                <a:gd name="connsiteX30" fmla="*/ 187877 w 212158"/>
                <a:gd name="connsiteY30" fmla="*/ 49157 h 120657"/>
                <a:gd name="connsiteX31" fmla="*/ 187877 w 212158"/>
                <a:gd name="connsiteY31" fmla="*/ 49157 h 120657"/>
                <a:gd name="connsiteX32" fmla="*/ 187877 w 212158"/>
                <a:gd name="connsiteY32" fmla="*/ 49157 h 120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12158" h="120657">
                  <a:moveTo>
                    <a:pt x="187877" y="14045"/>
                  </a:moveTo>
                  <a:cubicBezTo>
                    <a:pt x="182765" y="14045"/>
                    <a:pt x="177653" y="15960"/>
                    <a:pt x="173819" y="18514"/>
                  </a:cubicBezTo>
                  <a:lnTo>
                    <a:pt x="173819" y="6384"/>
                  </a:lnTo>
                  <a:cubicBezTo>
                    <a:pt x="173819" y="2554"/>
                    <a:pt x="171263" y="0"/>
                    <a:pt x="167429" y="0"/>
                  </a:cubicBezTo>
                  <a:lnTo>
                    <a:pt x="6403" y="0"/>
                  </a:lnTo>
                  <a:cubicBezTo>
                    <a:pt x="2569" y="0"/>
                    <a:pt x="13" y="2554"/>
                    <a:pt x="13" y="6384"/>
                  </a:cubicBezTo>
                  <a:lnTo>
                    <a:pt x="13" y="24259"/>
                  </a:lnTo>
                  <a:cubicBezTo>
                    <a:pt x="-626" y="61925"/>
                    <a:pt x="23016" y="95121"/>
                    <a:pt x="58161" y="107889"/>
                  </a:cubicBezTo>
                  <a:lnTo>
                    <a:pt x="6403" y="107889"/>
                  </a:lnTo>
                  <a:cubicBezTo>
                    <a:pt x="2569" y="107889"/>
                    <a:pt x="13" y="110443"/>
                    <a:pt x="13" y="114273"/>
                  </a:cubicBezTo>
                  <a:cubicBezTo>
                    <a:pt x="13" y="118104"/>
                    <a:pt x="2569" y="120657"/>
                    <a:pt x="6403" y="120657"/>
                  </a:cubicBezTo>
                  <a:lnTo>
                    <a:pt x="190433" y="120657"/>
                  </a:lnTo>
                  <a:cubicBezTo>
                    <a:pt x="194267" y="120657"/>
                    <a:pt x="196823" y="118104"/>
                    <a:pt x="196823" y="114273"/>
                  </a:cubicBezTo>
                  <a:cubicBezTo>
                    <a:pt x="196823" y="110443"/>
                    <a:pt x="194267" y="107889"/>
                    <a:pt x="190433" y="107889"/>
                  </a:cubicBezTo>
                  <a:lnTo>
                    <a:pt x="115671" y="107889"/>
                  </a:lnTo>
                  <a:cubicBezTo>
                    <a:pt x="140591" y="98952"/>
                    <a:pt x="160400" y="79161"/>
                    <a:pt x="168707" y="53625"/>
                  </a:cubicBezTo>
                  <a:cubicBezTo>
                    <a:pt x="173180" y="59371"/>
                    <a:pt x="180209" y="63201"/>
                    <a:pt x="187877" y="63201"/>
                  </a:cubicBezTo>
                  <a:cubicBezTo>
                    <a:pt x="201296" y="63201"/>
                    <a:pt x="212159" y="52349"/>
                    <a:pt x="212159" y="38942"/>
                  </a:cubicBezTo>
                  <a:cubicBezTo>
                    <a:pt x="212159" y="24897"/>
                    <a:pt x="201296" y="14045"/>
                    <a:pt x="187877" y="14045"/>
                  </a:cubicBezTo>
                  <a:lnTo>
                    <a:pt x="187877" y="14045"/>
                  </a:lnTo>
                  <a:close/>
                  <a:moveTo>
                    <a:pt x="160400" y="23621"/>
                  </a:moveTo>
                  <a:cubicBezTo>
                    <a:pt x="160400" y="64478"/>
                    <a:pt x="127172" y="97675"/>
                    <a:pt x="86277" y="97675"/>
                  </a:cubicBezTo>
                  <a:cubicBezTo>
                    <a:pt x="45381" y="97675"/>
                    <a:pt x="12153" y="64478"/>
                    <a:pt x="12153" y="23621"/>
                  </a:cubicBezTo>
                  <a:lnTo>
                    <a:pt x="12153" y="12130"/>
                  </a:lnTo>
                  <a:lnTo>
                    <a:pt x="160400" y="12130"/>
                  </a:lnTo>
                  <a:lnTo>
                    <a:pt x="160400" y="23621"/>
                  </a:lnTo>
                  <a:close/>
                  <a:moveTo>
                    <a:pt x="187877" y="49157"/>
                  </a:moveTo>
                  <a:cubicBezTo>
                    <a:pt x="181487" y="49157"/>
                    <a:pt x="176375" y="44049"/>
                    <a:pt x="176375" y="37665"/>
                  </a:cubicBezTo>
                  <a:cubicBezTo>
                    <a:pt x="176375" y="31281"/>
                    <a:pt x="181487" y="26174"/>
                    <a:pt x="187877" y="26174"/>
                  </a:cubicBezTo>
                  <a:cubicBezTo>
                    <a:pt x="194267" y="26174"/>
                    <a:pt x="199379" y="31281"/>
                    <a:pt x="199379" y="37665"/>
                  </a:cubicBezTo>
                  <a:cubicBezTo>
                    <a:pt x="199379" y="44049"/>
                    <a:pt x="194267" y="49157"/>
                    <a:pt x="187877" y="49157"/>
                  </a:cubicBezTo>
                  <a:cubicBezTo>
                    <a:pt x="187877" y="49157"/>
                    <a:pt x="187877" y="49157"/>
                    <a:pt x="187877" y="49157"/>
                  </a:cubicBezTo>
                  <a:lnTo>
                    <a:pt x="187877" y="49157"/>
                  </a:lnTo>
                  <a:close/>
                </a:path>
              </a:pathLst>
            </a:custGeom>
            <a:solidFill>
              <a:srgbClr val="007680"/>
            </a:solidFill>
            <a:ln w="6390" cap="flat">
              <a:noFill/>
              <a:prstDash val="solid"/>
              <a:miter/>
            </a:ln>
          </p:spPr>
          <p:txBody>
            <a:bodyPr rtlCol="0" anchor="ctr"/>
            <a:lstStyle/>
            <a:p>
              <a:endParaRPr lang="en-US"/>
            </a:p>
          </p:txBody>
        </p:sp>
      </p:grpSp>
      <p:grpSp>
        <p:nvGrpSpPr>
          <p:cNvPr id="522" name="Graphic 5">
            <a:extLst>
              <a:ext uri="{FF2B5EF4-FFF2-40B4-BE49-F238E27FC236}">
                <a16:creationId xmlns:a16="http://schemas.microsoft.com/office/drawing/2014/main" id="{2AC10522-5BA1-FE48-9128-0CB6BB7A89CA}"/>
              </a:ext>
            </a:extLst>
          </p:cNvPr>
          <p:cNvGrpSpPr/>
          <p:nvPr/>
        </p:nvGrpSpPr>
        <p:grpSpPr>
          <a:xfrm>
            <a:off x="2561086" y="2371811"/>
            <a:ext cx="362309" cy="361971"/>
            <a:chOff x="2561086" y="2371811"/>
            <a:chExt cx="362309" cy="361971"/>
          </a:xfrm>
          <a:solidFill>
            <a:srgbClr val="007680"/>
          </a:solidFill>
        </p:grpSpPr>
        <p:sp>
          <p:nvSpPr>
            <p:cNvPr id="523" name="Graphic 5">
              <a:extLst>
                <a:ext uri="{FF2B5EF4-FFF2-40B4-BE49-F238E27FC236}">
                  <a16:creationId xmlns:a16="http://schemas.microsoft.com/office/drawing/2014/main" id="{219111B6-45A2-304B-A463-8E7B16AE6A2E}"/>
                </a:ext>
              </a:extLst>
            </p:cNvPr>
            <p:cNvSpPr/>
            <p:nvPr/>
          </p:nvSpPr>
          <p:spPr>
            <a:xfrm>
              <a:off x="2561086" y="2371811"/>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49530"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524" name="Graphic 5">
              <a:extLst>
                <a:ext uri="{FF2B5EF4-FFF2-40B4-BE49-F238E27FC236}">
                  <a16:creationId xmlns:a16="http://schemas.microsoft.com/office/drawing/2014/main" id="{C41053DF-8C11-D344-9976-5E6A0370CA42}"/>
                </a:ext>
              </a:extLst>
            </p:cNvPr>
            <p:cNvSpPr/>
            <p:nvPr/>
          </p:nvSpPr>
          <p:spPr>
            <a:xfrm>
              <a:off x="2763647" y="2435971"/>
              <a:ext cx="51924" cy="233973"/>
            </a:xfrm>
            <a:custGeom>
              <a:avLst/>
              <a:gdLst>
                <a:gd name="connsiteX0" fmla="*/ 49203 w 51924"/>
                <a:gd name="connsiteY0" fmla="*/ 958 h 233973"/>
                <a:gd name="connsiteX1" fmla="*/ 42813 w 51924"/>
                <a:gd name="connsiteY1" fmla="*/ 958 h 233973"/>
                <a:gd name="connsiteX2" fmla="*/ 0 w 51924"/>
                <a:gd name="connsiteY2" fmla="*/ 93525 h 233973"/>
                <a:gd name="connsiteX3" fmla="*/ 1917 w 51924"/>
                <a:gd name="connsiteY3" fmla="*/ 97994 h 233973"/>
                <a:gd name="connsiteX4" fmla="*/ 15336 w 51924"/>
                <a:gd name="connsiteY4" fmla="*/ 111400 h 233973"/>
                <a:gd name="connsiteX5" fmla="*/ 7668 w 51924"/>
                <a:gd name="connsiteY5" fmla="*/ 211629 h 233973"/>
                <a:gd name="connsiteX6" fmla="*/ 45369 w 51924"/>
                <a:gd name="connsiteY6" fmla="*/ 233973 h 233973"/>
                <a:gd name="connsiteX7" fmla="*/ 51759 w 51924"/>
                <a:gd name="connsiteY7" fmla="*/ 227589 h 233973"/>
                <a:gd name="connsiteX8" fmla="*/ 51759 w 51924"/>
                <a:gd name="connsiteY8" fmla="*/ 6703 h 233973"/>
                <a:gd name="connsiteX9" fmla="*/ 49203 w 51924"/>
                <a:gd name="connsiteY9" fmla="*/ 958 h 233973"/>
                <a:gd name="connsiteX10" fmla="*/ 39618 w 51924"/>
                <a:gd name="connsiteY10" fmla="*/ 220567 h 233973"/>
                <a:gd name="connsiteX11" fmla="*/ 21087 w 51924"/>
                <a:gd name="connsiteY11" fmla="*/ 211629 h 233973"/>
                <a:gd name="connsiteX12" fmla="*/ 28755 w 51924"/>
                <a:gd name="connsiteY12" fmla="*/ 109485 h 233973"/>
                <a:gd name="connsiteX13" fmla="*/ 26838 w 51924"/>
                <a:gd name="connsiteY13" fmla="*/ 104378 h 233973"/>
                <a:gd name="connsiteX14" fmla="*/ 12780 w 51924"/>
                <a:gd name="connsiteY14" fmla="*/ 90333 h 233973"/>
                <a:gd name="connsiteX15" fmla="*/ 39618 w 51924"/>
                <a:gd name="connsiteY15" fmla="*/ 18833 h 233973"/>
                <a:gd name="connsiteX16" fmla="*/ 39618 w 51924"/>
                <a:gd name="connsiteY16" fmla="*/ 220567 h 233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1924" h="233973">
                  <a:moveTo>
                    <a:pt x="49203" y="958"/>
                  </a:moveTo>
                  <a:cubicBezTo>
                    <a:pt x="47285" y="-319"/>
                    <a:pt x="44730" y="-319"/>
                    <a:pt x="42813" y="958"/>
                  </a:cubicBezTo>
                  <a:cubicBezTo>
                    <a:pt x="40896" y="1596"/>
                    <a:pt x="0" y="23940"/>
                    <a:pt x="0" y="93525"/>
                  </a:cubicBezTo>
                  <a:cubicBezTo>
                    <a:pt x="0" y="95441"/>
                    <a:pt x="639" y="96717"/>
                    <a:pt x="1917" y="97994"/>
                  </a:cubicBezTo>
                  <a:lnTo>
                    <a:pt x="15336" y="111400"/>
                  </a:lnTo>
                  <a:lnTo>
                    <a:pt x="7668" y="211629"/>
                  </a:lnTo>
                  <a:cubicBezTo>
                    <a:pt x="7668" y="212268"/>
                    <a:pt x="8307" y="233973"/>
                    <a:pt x="45369" y="233973"/>
                  </a:cubicBezTo>
                  <a:cubicBezTo>
                    <a:pt x="49203" y="233973"/>
                    <a:pt x="51759" y="231419"/>
                    <a:pt x="51759" y="227589"/>
                  </a:cubicBezTo>
                  <a:lnTo>
                    <a:pt x="51759" y="6703"/>
                  </a:lnTo>
                  <a:cubicBezTo>
                    <a:pt x="52398" y="4150"/>
                    <a:pt x="51119" y="2234"/>
                    <a:pt x="49203" y="958"/>
                  </a:cubicBezTo>
                  <a:close/>
                  <a:moveTo>
                    <a:pt x="39618" y="220567"/>
                  </a:moveTo>
                  <a:cubicBezTo>
                    <a:pt x="26199" y="219290"/>
                    <a:pt x="21087" y="214183"/>
                    <a:pt x="21087" y="211629"/>
                  </a:cubicBezTo>
                  <a:lnTo>
                    <a:pt x="28755" y="109485"/>
                  </a:lnTo>
                  <a:cubicBezTo>
                    <a:pt x="28755" y="107570"/>
                    <a:pt x="28116" y="105655"/>
                    <a:pt x="26838" y="104378"/>
                  </a:cubicBezTo>
                  <a:lnTo>
                    <a:pt x="12780" y="90333"/>
                  </a:lnTo>
                  <a:cubicBezTo>
                    <a:pt x="13419" y="50753"/>
                    <a:pt x="28755" y="29047"/>
                    <a:pt x="39618" y="18833"/>
                  </a:cubicBezTo>
                  <a:lnTo>
                    <a:pt x="39618" y="220567"/>
                  </a:lnTo>
                  <a:close/>
                </a:path>
              </a:pathLst>
            </a:custGeom>
            <a:solidFill>
              <a:srgbClr val="007680"/>
            </a:solidFill>
            <a:ln w="6390" cap="flat">
              <a:noFill/>
              <a:prstDash val="solid"/>
              <a:miter/>
            </a:ln>
          </p:spPr>
          <p:txBody>
            <a:bodyPr rtlCol="0" anchor="ctr"/>
            <a:lstStyle/>
            <a:p>
              <a:endParaRPr lang="en-US"/>
            </a:p>
          </p:txBody>
        </p:sp>
        <p:sp>
          <p:nvSpPr>
            <p:cNvPr id="525" name="Graphic 5">
              <a:extLst>
                <a:ext uri="{FF2B5EF4-FFF2-40B4-BE49-F238E27FC236}">
                  <a16:creationId xmlns:a16="http://schemas.microsoft.com/office/drawing/2014/main" id="{E6F42117-61EB-D34F-9348-64AB1B495B4F}"/>
                </a:ext>
              </a:extLst>
            </p:cNvPr>
            <p:cNvSpPr/>
            <p:nvPr/>
          </p:nvSpPr>
          <p:spPr>
            <a:xfrm>
              <a:off x="2668437" y="2436290"/>
              <a:ext cx="76679" cy="234292"/>
            </a:xfrm>
            <a:custGeom>
              <a:avLst/>
              <a:gdLst>
                <a:gd name="connsiteX0" fmla="*/ 70289 w 76679"/>
                <a:gd name="connsiteY0" fmla="*/ 0 h 234292"/>
                <a:gd name="connsiteX1" fmla="*/ 63899 w 76679"/>
                <a:gd name="connsiteY1" fmla="*/ 6384 h 234292"/>
                <a:gd name="connsiteX2" fmla="*/ 63899 w 76679"/>
                <a:gd name="connsiteY2" fmla="*/ 53625 h 234292"/>
                <a:gd name="connsiteX3" fmla="*/ 55592 w 76679"/>
                <a:gd name="connsiteY3" fmla="*/ 63201 h 234292"/>
                <a:gd name="connsiteX4" fmla="*/ 54314 w 76679"/>
                <a:gd name="connsiteY4" fmla="*/ 63201 h 234292"/>
                <a:gd name="connsiteX5" fmla="*/ 47925 w 76679"/>
                <a:gd name="connsiteY5" fmla="*/ 69585 h 234292"/>
                <a:gd name="connsiteX6" fmla="*/ 47925 w 76679"/>
                <a:gd name="connsiteY6" fmla="*/ 211310 h 234292"/>
                <a:gd name="connsiteX7" fmla="*/ 38979 w 76679"/>
                <a:gd name="connsiteY7" fmla="*/ 220886 h 234292"/>
                <a:gd name="connsiteX8" fmla="*/ 38340 w 76679"/>
                <a:gd name="connsiteY8" fmla="*/ 220886 h 234292"/>
                <a:gd name="connsiteX9" fmla="*/ 28755 w 76679"/>
                <a:gd name="connsiteY9" fmla="*/ 211948 h 234292"/>
                <a:gd name="connsiteX10" fmla="*/ 28755 w 76679"/>
                <a:gd name="connsiteY10" fmla="*/ 211310 h 234292"/>
                <a:gd name="connsiteX11" fmla="*/ 28755 w 76679"/>
                <a:gd name="connsiteY11" fmla="*/ 68947 h 234292"/>
                <a:gd name="connsiteX12" fmla="*/ 22365 w 76679"/>
                <a:gd name="connsiteY12" fmla="*/ 62563 h 234292"/>
                <a:gd name="connsiteX13" fmla="*/ 12780 w 76679"/>
                <a:gd name="connsiteY13" fmla="*/ 54264 h 234292"/>
                <a:gd name="connsiteX14" fmla="*/ 12780 w 76679"/>
                <a:gd name="connsiteY14" fmla="*/ 52987 h 234292"/>
                <a:gd name="connsiteX15" fmla="*/ 12780 w 76679"/>
                <a:gd name="connsiteY15" fmla="*/ 6384 h 234292"/>
                <a:gd name="connsiteX16" fmla="*/ 6390 w 76679"/>
                <a:gd name="connsiteY16" fmla="*/ 0 h 234292"/>
                <a:gd name="connsiteX17" fmla="*/ 0 w 76679"/>
                <a:gd name="connsiteY17" fmla="*/ 6384 h 234292"/>
                <a:gd name="connsiteX18" fmla="*/ 0 w 76679"/>
                <a:gd name="connsiteY18" fmla="*/ 53625 h 234292"/>
                <a:gd name="connsiteX19" fmla="*/ 15975 w 76679"/>
                <a:gd name="connsiteY19" fmla="*/ 75331 h 234292"/>
                <a:gd name="connsiteX20" fmla="*/ 15975 w 76679"/>
                <a:gd name="connsiteY20" fmla="*/ 211948 h 234292"/>
                <a:gd name="connsiteX21" fmla="*/ 38340 w 76679"/>
                <a:gd name="connsiteY21" fmla="*/ 234292 h 234292"/>
                <a:gd name="connsiteX22" fmla="*/ 60704 w 76679"/>
                <a:gd name="connsiteY22" fmla="*/ 211948 h 234292"/>
                <a:gd name="connsiteX23" fmla="*/ 60704 w 76679"/>
                <a:gd name="connsiteY23" fmla="*/ 75331 h 234292"/>
                <a:gd name="connsiteX24" fmla="*/ 76679 w 76679"/>
                <a:gd name="connsiteY24" fmla="*/ 53625 h 234292"/>
                <a:gd name="connsiteX25" fmla="*/ 76679 w 76679"/>
                <a:gd name="connsiteY25" fmla="*/ 6384 h 234292"/>
                <a:gd name="connsiteX26" fmla="*/ 70289 w 76679"/>
                <a:gd name="connsiteY26" fmla="*/ 0 h 234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6679" h="234292">
                  <a:moveTo>
                    <a:pt x="70289" y="0"/>
                  </a:moveTo>
                  <a:cubicBezTo>
                    <a:pt x="66455" y="0"/>
                    <a:pt x="63899" y="2554"/>
                    <a:pt x="63899" y="6384"/>
                  </a:cubicBezTo>
                  <a:lnTo>
                    <a:pt x="63899" y="53625"/>
                  </a:lnTo>
                  <a:cubicBezTo>
                    <a:pt x="64538" y="58733"/>
                    <a:pt x="60704" y="62563"/>
                    <a:pt x="55592" y="63201"/>
                  </a:cubicBezTo>
                  <a:cubicBezTo>
                    <a:pt x="54954" y="63201"/>
                    <a:pt x="54954" y="63201"/>
                    <a:pt x="54314" y="63201"/>
                  </a:cubicBezTo>
                  <a:cubicBezTo>
                    <a:pt x="50480" y="63201"/>
                    <a:pt x="47925" y="65755"/>
                    <a:pt x="47925" y="69585"/>
                  </a:cubicBezTo>
                  <a:lnTo>
                    <a:pt x="47925" y="211310"/>
                  </a:lnTo>
                  <a:cubicBezTo>
                    <a:pt x="47925" y="216417"/>
                    <a:pt x="44091" y="220886"/>
                    <a:pt x="38979" y="220886"/>
                  </a:cubicBezTo>
                  <a:cubicBezTo>
                    <a:pt x="38979" y="220886"/>
                    <a:pt x="38340" y="220886"/>
                    <a:pt x="38340" y="220886"/>
                  </a:cubicBezTo>
                  <a:cubicBezTo>
                    <a:pt x="33228" y="220886"/>
                    <a:pt x="29394" y="217055"/>
                    <a:pt x="28755" y="211948"/>
                  </a:cubicBezTo>
                  <a:cubicBezTo>
                    <a:pt x="28755" y="211948"/>
                    <a:pt x="28755" y="211310"/>
                    <a:pt x="28755" y="211310"/>
                  </a:cubicBezTo>
                  <a:lnTo>
                    <a:pt x="28755" y="68947"/>
                  </a:lnTo>
                  <a:cubicBezTo>
                    <a:pt x="28755" y="65117"/>
                    <a:pt x="26199" y="62563"/>
                    <a:pt x="22365" y="62563"/>
                  </a:cubicBezTo>
                  <a:cubicBezTo>
                    <a:pt x="17253" y="63201"/>
                    <a:pt x="13419" y="59371"/>
                    <a:pt x="12780" y="54264"/>
                  </a:cubicBezTo>
                  <a:cubicBezTo>
                    <a:pt x="12780" y="53625"/>
                    <a:pt x="12780" y="53625"/>
                    <a:pt x="12780" y="52987"/>
                  </a:cubicBezTo>
                  <a:lnTo>
                    <a:pt x="12780" y="6384"/>
                  </a:lnTo>
                  <a:cubicBezTo>
                    <a:pt x="12780" y="2554"/>
                    <a:pt x="10224" y="0"/>
                    <a:pt x="6390" y="0"/>
                  </a:cubicBezTo>
                  <a:cubicBezTo>
                    <a:pt x="2556" y="0"/>
                    <a:pt x="0" y="2554"/>
                    <a:pt x="0" y="6384"/>
                  </a:cubicBezTo>
                  <a:lnTo>
                    <a:pt x="0" y="53625"/>
                  </a:lnTo>
                  <a:cubicBezTo>
                    <a:pt x="0" y="63201"/>
                    <a:pt x="6390" y="72139"/>
                    <a:pt x="15975" y="75331"/>
                  </a:cubicBezTo>
                  <a:lnTo>
                    <a:pt x="15975" y="211948"/>
                  </a:lnTo>
                  <a:cubicBezTo>
                    <a:pt x="15975" y="224078"/>
                    <a:pt x="26199" y="234292"/>
                    <a:pt x="38340" y="234292"/>
                  </a:cubicBezTo>
                  <a:cubicBezTo>
                    <a:pt x="50480" y="234292"/>
                    <a:pt x="60704" y="224078"/>
                    <a:pt x="60704" y="211948"/>
                  </a:cubicBezTo>
                  <a:lnTo>
                    <a:pt x="60704" y="75331"/>
                  </a:lnTo>
                  <a:cubicBezTo>
                    <a:pt x="70289" y="72777"/>
                    <a:pt x="76679" y="63840"/>
                    <a:pt x="76679" y="53625"/>
                  </a:cubicBezTo>
                  <a:lnTo>
                    <a:pt x="76679" y="6384"/>
                  </a:lnTo>
                  <a:cubicBezTo>
                    <a:pt x="76679" y="2554"/>
                    <a:pt x="73484" y="0"/>
                    <a:pt x="70289" y="0"/>
                  </a:cubicBezTo>
                  <a:close/>
                </a:path>
              </a:pathLst>
            </a:custGeom>
            <a:solidFill>
              <a:srgbClr val="007680"/>
            </a:solidFill>
            <a:ln w="6390" cap="flat">
              <a:noFill/>
              <a:prstDash val="solid"/>
              <a:miter/>
            </a:ln>
          </p:spPr>
          <p:txBody>
            <a:bodyPr rtlCol="0" anchor="ctr"/>
            <a:lstStyle/>
            <a:p>
              <a:endParaRPr lang="en-US"/>
            </a:p>
          </p:txBody>
        </p:sp>
        <p:sp>
          <p:nvSpPr>
            <p:cNvPr id="526" name="Graphic 5">
              <a:extLst>
                <a:ext uri="{FF2B5EF4-FFF2-40B4-BE49-F238E27FC236}">
                  <a16:creationId xmlns:a16="http://schemas.microsoft.com/office/drawing/2014/main" id="{1B710A01-B7DE-FA4B-B5CB-CAA3E8542994}"/>
                </a:ext>
              </a:extLst>
            </p:cNvPr>
            <p:cNvSpPr/>
            <p:nvPr/>
          </p:nvSpPr>
          <p:spPr>
            <a:xfrm>
              <a:off x="2700387" y="2436290"/>
              <a:ext cx="12779" cy="51792"/>
            </a:xfrm>
            <a:custGeom>
              <a:avLst/>
              <a:gdLst>
                <a:gd name="connsiteX0" fmla="*/ 6390 w 12779"/>
                <a:gd name="connsiteY0" fmla="*/ 51710 h 51792"/>
                <a:gd name="connsiteX1" fmla="*/ 12780 w 12779"/>
                <a:gd name="connsiteY1" fmla="*/ 45326 h 51792"/>
                <a:gd name="connsiteX2" fmla="*/ 12780 w 12779"/>
                <a:gd name="connsiteY2" fmla="*/ 6384 h 51792"/>
                <a:gd name="connsiteX3" fmla="*/ 6390 w 12779"/>
                <a:gd name="connsiteY3" fmla="*/ 0 h 51792"/>
                <a:gd name="connsiteX4" fmla="*/ 0 w 12779"/>
                <a:gd name="connsiteY4" fmla="*/ 6384 h 51792"/>
                <a:gd name="connsiteX5" fmla="*/ 0 w 12779"/>
                <a:gd name="connsiteY5" fmla="*/ 45965 h 51792"/>
                <a:gd name="connsiteX6" fmla="*/ 6390 w 12779"/>
                <a:gd name="connsiteY6" fmla="*/ 51710 h 51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51792">
                  <a:moveTo>
                    <a:pt x="6390" y="51710"/>
                  </a:moveTo>
                  <a:cubicBezTo>
                    <a:pt x="10224" y="51710"/>
                    <a:pt x="12780" y="49157"/>
                    <a:pt x="12780" y="45326"/>
                  </a:cubicBezTo>
                  <a:lnTo>
                    <a:pt x="12780" y="6384"/>
                  </a:lnTo>
                  <a:cubicBezTo>
                    <a:pt x="12780" y="2554"/>
                    <a:pt x="10224" y="0"/>
                    <a:pt x="6390" y="0"/>
                  </a:cubicBezTo>
                  <a:cubicBezTo>
                    <a:pt x="2556" y="0"/>
                    <a:pt x="0" y="2554"/>
                    <a:pt x="0" y="6384"/>
                  </a:cubicBezTo>
                  <a:lnTo>
                    <a:pt x="0" y="45965"/>
                  </a:lnTo>
                  <a:cubicBezTo>
                    <a:pt x="0" y="49157"/>
                    <a:pt x="3195" y="52349"/>
                    <a:pt x="6390" y="51710"/>
                  </a:cubicBezTo>
                  <a:close/>
                </a:path>
              </a:pathLst>
            </a:custGeom>
            <a:solidFill>
              <a:srgbClr val="007680"/>
            </a:solidFill>
            <a:ln w="6390" cap="flat">
              <a:noFill/>
              <a:prstDash val="solid"/>
              <a:miter/>
            </a:ln>
          </p:spPr>
          <p:txBody>
            <a:bodyPr rtlCol="0" anchor="ctr"/>
            <a:lstStyle/>
            <a:p>
              <a:endParaRPr lang="en-US"/>
            </a:p>
          </p:txBody>
        </p:sp>
      </p:grpSp>
      <p:grpSp>
        <p:nvGrpSpPr>
          <p:cNvPr id="527" name="Graphic 5">
            <a:extLst>
              <a:ext uri="{FF2B5EF4-FFF2-40B4-BE49-F238E27FC236}">
                <a16:creationId xmlns:a16="http://schemas.microsoft.com/office/drawing/2014/main" id="{36B051E0-0B9C-D94E-B866-6B68B6A61442}"/>
              </a:ext>
            </a:extLst>
          </p:cNvPr>
          <p:cNvGrpSpPr/>
          <p:nvPr/>
        </p:nvGrpSpPr>
        <p:grpSpPr>
          <a:xfrm>
            <a:off x="3608397" y="2371811"/>
            <a:ext cx="362309" cy="361971"/>
            <a:chOff x="3608397" y="2371811"/>
            <a:chExt cx="362309" cy="361971"/>
          </a:xfrm>
          <a:solidFill>
            <a:srgbClr val="007680"/>
          </a:solidFill>
        </p:grpSpPr>
        <p:sp>
          <p:nvSpPr>
            <p:cNvPr id="528" name="Graphic 5">
              <a:extLst>
                <a:ext uri="{FF2B5EF4-FFF2-40B4-BE49-F238E27FC236}">
                  <a16:creationId xmlns:a16="http://schemas.microsoft.com/office/drawing/2014/main" id="{C0B8C45F-C843-804E-884C-048C3C91AA61}"/>
                </a:ext>
              </a:extLst>
            </p:cNvPr>
            <p:cNvSpPr/>
            <p:nvPr/>
          </p:nvSpPr>
          <p:spPr>
            <a:xfrm>
              <a:off x="3608397" y="2371811"/>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49530"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529" name="Graphic 5">
              <a:extLst>
                <a:ext uri="{FF2B5EF4-FFF2-40B4-BE49-F238E27FC236}">
                  <a16:creationId xmlns:a16="http://schemas.microsoft.com/office/drawing/2014/main" id="{6B4C7844-7E91-4949-8394-7F28C8F55258}"/>
                </a:ext>
              </a:extLst>
            </p:cNvPr>
            <p:cNvSpPr/>
            <p:nvPr/>
          </p:nvSpPr>
          <p:spPr>
            <a:xfrm>
              <a:off x="3680603" y="2465656"/>
              <a:ext cx="217896" cy="173644"/>
            </a:xfrm>
            <a:custGeom>
              <a:avLst/>
              <a:gdLst>
                <a:gd name="connsiteX0" fmla="*/ 211507 w 217896"/>
                <a:gd name="connsiteY0" fmla="*/ 0 h 173644"/>
                <a:gd name="connsiteX1" fmla="*/ 6390 w 217896"/>
                <a:gd name="connsiteY1" fmla="*/ 0 h 173644"/>
                <a:gd name="connsiteX2" fmla="*/ 0 w 217896"/>
                <a:gd name="connsiteY2" fmla="*/ 6384 h 173644"/>
                <a:gd name="connsiteX3" fmla="*/ 0 w 217896"/>
                <a:gd name="connsiteY3" fmla="*/ 137894 h 173644"/>
                <a:gd name="connsiteX4" fmla="*/ 6390 w 217896"/>
                <a:gd name="connsiteY4" fmla="*/ 144278 h 173644"/>
                <a:gd name="connsiteX5" fmla="*/ 102239 w 217896"/>
                <a:gd name="connsiteY5" fmla="*/ 144278 h 173644"/>
                <a:gd name="connsiteX6" fmla="*/ 102239 w 217896"/>
                <a:gd name="connsiteY6" fmla="*/ 160876 h 173644"/>
                <a:gd name="connsiteX7" fmla="*/ 72206 w 217896"/>
                <a:gd name="connsiteY7" fmla="*/ 160876 h 173644"/>
                <a:gd name="connsiteX8" fmla="*/ 65816 w 217896"/>
                <a:gd name="connsiteY8" fmla="*/ 167260 h 173644"/>
                <a:gd name="connsiteX9" fmla="*/ 72206 w 217896"/>
                <a:gd name="connsiteY9" fmla="*/ 173644 h 173644"/>
                <a:gd name="connsiteX10" fmla="*/ 145690 w 217896"/>
                <a:gd name="connsiteY10" fmla="*/ 173644 h 173644"/>
                <a:gd name="connsiteX11" fmla="*/ 152080 w 217896"/>
                <a:gd name="connsiteY11" fmla="*/ 167260 h 173644"/>
                <a:gd name="connsiteX12" fmla="*/ 145690 w 217896"/>
                <a:gd name="connsiteY12" fmla="*/ 160876 h 173644"/>
                <a:gd name="connsiteX13" fmla="*/ 115658 w 217896"/>
                <a:gd name="connsiteY13" fmla="*/ 160876 h 173644"/>
                <a:gd name="connsiteX14" fmla="*/ 115658 w 217896"/>
                <a:gd name="connsiteY14" fmla="*/ 144278 h 173644"/>
                <a:gd name="connsiteX15" fmla="*/ 211507 w 217896"/>
                <a:gd name="connsiteY15" fmla="*/ 144278 h 173644"/>
                <a:gd name="connsiteX16" fmla="*/ 217897 w 217896"/>
                <a:gd name="connsiteY16" fmla="*/ 137894 h 173644"/>
                <a:gd name="connsiteX17" fmla="*/ 217897 w 217896"/>
                <a:gd name="connsiteY17" fmla="*/ 6384 h 173644"/>
                <a:gd name="connsiteX18" fmla="*/ 211507 w 217896"/>
                <a:gd name="connsiteY18" fmla="*/ 0 h 173644"/>
                <a:gd name="connsiteX19" fmla="*/ 205117 w 217896"/>
                <a:gd name="connsiteY19" fmla="*/ 132148 h 173644"/>
                <a:gd name="connsiteX20" fmla="*/ 12780 w 217896"/>
                <a:gd name="connsiteY20" fmla="*/ 132148 h 173644"/>
                <a:gd name="connsiteX21" fmla="*/ 12780 w 217896"/>
                <a:gd name="connsiteY21" fmla="*/ 13406 h 173644"/>
                <a:gd name="connsiteX22" fmla="*/ 205117 w 217896"/>
                <a:gd name="connsiteY22" fmla="*/ 13406 h 173644"/>
                <a:gd name="connsiteX23" fmla="*/ 205117 w 217896"/>
                <a:gd name="connsiteY23" fmla="*/ 132148 h 173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7896" h="173644">
                  <a:moveTo>
                    <a:pt x="211507" y="0"/>
                  </a:moveTo>
                  <a:lnTo>
                    <a:pt x="6390" y="0"/>
                  </a:lnTo>
                  <a:cubicBezTo>
                    <a:pt x="2556" y="0"/>
                    <a:pt x="0" y="2554"/>
                    <a:pt x="0" y="6384"/>
                  </a:cubicBezTo>
                  <a:lnTo>
                    <a:pt x="0" y="137894"/>
                  </a:lnTo>
                  <a:cubicBezTo>
                    <a:pt x="0" y="141724"/>
                    <a:pt x="2556" y="144278"/>
                    <a:pt x="6390" y="144278"/>
                  </a:cubicBezTo>
                  <a:lnTo>
                    <a:pt x="102239" y="144278"/>
                  </a:lnTo>
                  <a:lnTo>
                    <a:pt x="102239" y="160876"/>
                  </a:lnTo>
                  <a:lnTo>
                    <a:pt x="72206" y="160876"/>
                  </a:lnTo>
                  <a:cubicBezTo>
                    <a:pt x="68372" y="160876"/>
                    <a:pt x="65816" y="163430"/>
                    <a:pt x="65816" y="167260"/>
                  </a:cubicBezTo>
                  <a:cubicBezTo>
                    <a:pt x="65816" y="171091"/>
                    <a:pt x="68372" y="173644"/>
                    <a:pt x="72206" y="173644"/>
                  </a:cubicBezTo>
                  <a:lnTo>
                    <a:pt x="145690" y="173644"/>
                  </a:lnTo>
                  <a:cubicBezTo>
                    <a:pt x="149525" y="173644"/>
                    <a:pt x="152080" y="171091"/>
                    <a:pt x="152080" y="167260"/>
                  </a:cubicBezTo>
                  <a:cubicBezTo>
                    <a:pt x="152080" y="163430"/>
                    <a:pt x="149525" y="160876"/>
                    <a:pt x="145690" y="160876"/>
                  </a:cubicBezTo>
                  <a:lnTo>
                    <a:pt x="115658" y="160876"/>
                  </a:lnTo>
                  <a:lnTo>
                    <a:pt x="115658" y="144278"/>
                  </a:lnTo>
                  <a:lnTo>
                    <a:pt x="211507" y="144278"/>
                  </a:lnTo>
                  <a:cubicBezTo>
                    <a:pt x="215341" y="144278"/>
                    <a:pt x="217897" y="141724"/>
                    <a:pt x="217897" y="137894"/>
                  </a:cubicBezTo>
                  <a:lnTo>
                    <a:pt x="217897" y="6384"/>
                  </a:lnTo>
                  <a:cubicBezTo>
                    <a:pt x="217897" y="3192"/>
                    <a:pt x="215341" y="638"/>
                    <a:pt x="211507" y="0"/>
                  </a:cubicBezTo>
                  <a:close/>
                  <a:moveTo>
                    <a:pt x="205117" y="132148"/>
                  </a:moveTo>
                  <a:lnTo>
                    <a:pt x="12780" y="132148"/>
                  </a:lnTo>
                  <a:lnTo>
                    <a:pt x="12780" y="13406"/>
                  </a:lnTo>
                  <a:lnTo>
                    <a:pt x="205117" y="13406"/>
                  </a:lnTo>
                  <a:lnTo>
                    <a:pt x="205117" y="132148"/>
                  </a:lnTo>
                  <a:close/>
                </a:path>
              </a:pathLst>
            </a:custGeom>
            <a:solidFill>
              <a:srgbClr val="007680"/>
            </a:solidFill>
            <a:ln w="6390" cap="flat">
              <a:noFill/>
              <a:prstDash val="solid"/>
              <a:miter/>
            </a:ln>
          </p:spPr>
          <p:txBody>
            <a:bodyPr rtlCol="0" anchor="ctr"/>
            <a:lstStyle/>
            <a:p>
              <a:endParaRPr lang="en-US"/>
            </a:p>
          </p:txBody>
        </p:sp>
      </p:grpSp>
      <p:grpSp>
        <p:nvGrpSpPr>
          <p:cNvPr id="530" name="Graphic 5">
            <a:extLst>
              <a:ext uri="{FF2B5EF4-FFF2-40B4-BE49-F238E27FC236}">
                <a16:creationId xmlns:a16="http://schemas.microsoft.com/office/drawing/2014/main" id="{4CD91C77-2566-014E-B537-7D7D5ED365E5}"/>
              </a:ext>
            </a:extLst>
          </p:cNvPr>
          <p:cNvGrpSpPr/>
          <p:nvPr/>
        </p:nvGrpSpPr>
        <p:grpSpPr>
          <a:xfrm>
            <a:off x="4661459" y="1403361"/>
            <a:ext cx="362313" cy="361971"/>
            <a:chOff x="4661459" y="1403361"/>
            <a:chExt cx="362313" cy="361971"/>
          </a:xfrm>
          <a:solidFill>
            <a:srgbClr val="007680"/>
          </a:solidFill>
        </p:grpSpPr>
        <p:sp>
          <p:nvSpPr>
            <p:cNvPr id="531" name="Graphic 5">
              <a:extLst>
                <a:ext uri="{FF2B5EF4-FFF2-40B4-BE49-F238E27FC236}">
                  <a16:creationId xmlns:a16="http://schemas.microsoft.com/office/drawing/2014/main" id="{9ADC0869-0981-FA43-9677-EDD74BBCE91A}"/>
                </a:ext>
              </a:extLst>
            </p:cNvPr>
            <p:cNvSpPr/>
            <p:nvPr/>
          </p:nvSpPr>
          <p:spPr>
            <a:xfrm>
              <a:off x="4661459" y="1403361"/>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5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10" y="280895"/>
                    <a:pt x="362310" y="181305"/>
                  </a:cubicBezTo>
                  <a:lnTo>
                    <a:pt x="362310" y="181305"/>
                  </a:lnTo>
                  <a:cubicBezTo>
                    <a:pt x="362948" y="81077"/>
                    <a:pt x="281796" y="0"/>
                    <a:pt x="181474" y="0"/>
                  </a:cubicBezTo>
                  <a:cubicBezTo>
                    <a:pt x="182113" y="0"/>
                    <a:pt x="181474"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lnTo>
                    <a:pt x="349530" y="180667"/>
                  </a:lnTo>
                  <a:cubicBezTo>
                    <a:pt x="350168" y="273873"/>
                    <a:pt x="274767"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532" name="Graphic 5">
              <a:extLst>
                <a:ext uri="{FF2B5EF4-FFF2-40B4-BE49-F238E27FC236}">
                  <a16:creationId xmlns:a16="http://schemas.microsoft.com/office/drawing/2014/main" id="{E9DA2035-4C50-864E-B85B-F8DE64436110}"/>
                </a:ext>
              </a:extLst>
            </p:cNvPr>
            <p:cNvSpPr/>
            <p:nvPr/>
          </p:nvSpPr>
          <p:spPr>
            <a:xfrm>
              <a:off x="4735801" y="1498955"/>
              <a:ext cx="214503" cy="171256"/>
            </a:xfrm>
            <a:custGeom>
              <a:avLst/>
              <a:gdLst>
                <a:gd name="connsiteX0" fmla="*/ 208093 w 214503"/>
                <a:gd name="connsiteY0" fmla="*/ 18041 h 171256"/>
                <a:gd name="connsiteX1" fmla="*/ 201064 w 214503"/>
                <a:gd name="connsiteY1" fmla="*/ 14849 h 171256"/>
                <a:gd name="connsiteX2" fmla="*/ 195952 w 214503"/>
                <a:gd name="connsiteY2" fmla="*/ 21233 h 171256"/>
                <a:gd name="connsiteX3" fmla="*/ 170392 w 214503"/>
                <a:gd name="connsiteY3" fmla="*/ 52515 h 171256"/>
                <a:gd name="connsiteX4" fmla="*/ 100103 w 214503"/>
                <a:gd name="connsiteY4" fmla="*/ 52515 h 171256"/>
                <a:gd name="connsiteX5" fmla="*/ 64319 w 214503"/>
                <a:gd name="connsiteY5" fmla="*/ 2720 h 171256"/>
                <a:gd name="connsiteX6" fmla="*/ 57929 w 214503"/>
                <a:gd name="connsiteY6" fmla="*/ 166 h 171256"/>
                <a:gd name="connsiteX7" fmla="*/ 52817 w 214503"/>
                <a:gd name="connsiteY7" fmla="*/ 4635 h 171256"/>
                <a:gd name="connsiteX8" fmla="*/ 46428 w 214503"/>
                <a:gd name="connsiteY8" fmla="*/ 24425 h 171256"/>
                <a:gd name="connsiteX9" fmla="*/ 4254 w 214503"/>
                <a:gd name="connsiteY9" fmla="*/ 38470 h 171256"/>
                <a:gd name="connsiteX10" fmla="*/ 420 w 214503"/>
                <a:gd name="connsiteY10" fmla="*/ 42300 h 171256"/>
                <a:gd name="connsiteX11" fmla="*/ 1059 w 214503"/>
                <a:gd name="connsiteY11" fmla="*/ 48046 h 171256"/>
                <a:gd name="connsiteX12" fmla="*/ 16395 w 214503"/>
                <a:gd name="connsiteY12" fmla="*/ 70390 h 171256"/>
                <a:gd name="connsiteX13" fmla="*/ 21507 w 214503"/>
                <a:gd name="connsiteY13" fmla="*/ 72944 h 171256"/>
                <a:gd name="connsiteX14" fmla="*/ 37481 w 214503"/>
                <a:gd name="connsiteY14" fmla="*/ 72944 h 171256"/>
                <a:gd name="connsiteX15" fmla="*/ 53456 w 214503"/>
                <a:gd name="connsiteY15" fmla="*/ 82519 h 171256"/>
                <a:gd name="connsiteX16" fmla="*/ 53456 w 214503"/>
                <a:gd name="connsiteY16" fmla="*/ 82519 h 171256"/>
                <a:gd name="connsiteX17" fmla="*/ 61124 w 214503"/>
                <a:gd name="connsiteY17" fmla="*/ 148913 h 171256"/>
                <a:gd name="connsiteX18" fmla="*/ 68792 w 214503"/>
                <a:gd name="connsiteY18" fmla="*/ 168065 h 171256"/>
                <a:gd name="connsiteX19" fmla="*/ 78377 w 214503"/>
                <a:gd name="connsiteY19" fmla="*/ 171257 h 171256"/>
                <a:gd name="connsiteX20" fmla="*/ 84767 w 214503"/>
                <a:gd name="connsiteY20" fmla="*/ 170618 h 171256"/>
                <a:gd name="connsiteX21" fmla="*/ 88601 w 214503"/>
                <a:gd name="connsiteY21" fmla="*/ 166150 h 171256"/>
                <a:gd name="connsiteX22" fmla="*/ 102020 w 214503"/>
                <a:gd name="connsiteY22" fmla="*/ 119546 h 171256"/>
                <a:gd name="connsiteX23" fmla="*/ 161446 w 214503"/>
                <a:gd name="connsiteY23" fmla="*/ 119546 h 171256"/>
                <a:gd name="connsiteX24" fmla="*/ 181894 w 214503"/>
                <a:gd name="connsiteY24" fmla="*/ 166788 h 171256"/>
                <a:gd name="connsiteX25" fmla="*/ 187645 w 214503"/>
                <a:gd name="connsiteY25" fmla="*/ 170618 h 171256"/>
                <a:gd name="connsiteX26" fmla="*/ 202981 w 214503"/>
                <a:gd name="connsiteY26" fmla="*/ 164873 h 171256"/>
                <a:gd name="connsiteX27" fmla="*/ 208732 w 214503"/>
                <a:gd name="connsiteY27" fmla="*/ 148913 h 171256"/>
                <a:gd name="connsiteX28" fmla="*/ 201703 w 214503"/>
                <a:gd name="connsiteY28" fmla="*/ 83796 h 171256"/>
                <a:gd name="connsiteX29" fmla="*/ 208093 w 214503"/>
                <a:gd name="connsiteY29" fmla="*/ 18041 h 171256"/>
                <a:gd name="connsiteX30" fmla="*/ 63680 w 214503"/>
                <a:gd name="connsiteY30" fmla="*/ 74859 h 171256"/>
                <a:gd name="connsiteX31" fmla="*/ 37481 w 214503"/>
                <a:gd name="connsiteY31" fmla="*/ 60176 h 171256"/>
                <a:gd name="connsiteX32" fmla="*/ 24702 w 214503"/>
                <a:gd name="connsiteY32" fmla="*/ 60176 h 171256"/>
                <a:gd name="connsiteX33" fmla="*/ 16395 w 214503"/>
                <a:gd name="connsiteY33" fmla="*/ 47408 h 171256"/>
                <a:gd name="connsiteX34" fmla="*/ 53456 w 214503"/>
                <a:gd name="connsiteY34" fmla="*/ 35278 h 171256"/>
                <a:gd name="connsiteX35" fmla="*/ 57290 w 214503"/>
                <a:gd name="connsiteY35" fmla="*/ 31448 h 171256"/>
                <a:gd name="connsiteX36" fmla="*/ 61124 w 214503"/>
                <a:gd name="connsiteY36" fmla="*/ 20595 h 171256"/>
                <a:gd name="connsiteX37" fmla="*/ 89240 w 214503"/>
                <a:gd name="connsiteY37" fmla="*/ 59537 h 171256"/>
                <a:gd name="connsiteX38" fmla="*/ 63680 w 214503"/>
                <a:gd name="connsiteY38" fmla="*/ 74859 h 171256"/>
                <a:gd name="connsiteX39" fmla="*/ 63680 w 214503"/>
                <a:gd name="connsiteY39" fmla="*/ 74859 h 171256"/>
                <a:gd name="connsiteX40" fmla="*/ 195952 w 214503"/>
                <a:gd name="connsiteY40" fmla="*/ 148913 h 171256"/>
                <a:gd name="connsiteX41" fmla="*/ 193396 w 214503"/>
                <a:gd name="connsiteY41" fmla="*/ 155297 h 171256"/>
                <a:gd name="connsiteX42" fmla="*/ 190840 w 214503"/>
                <a:gd name="connsiteY42" fmla="*/ 156574 h 171256"/>
                <a:gd name="connsiteX43" fmla="*/ 170392 w 214503"/>
                <a:gd name="connsiteY43" fmla="*/ 108055 h 171256"/>
                <a:gd name="connsiteX44" fmla="*/ 162724 w 214503"/>
                <a:gd name="connsiteY44" fmla="*/ 104225 h 171256"/>
                <a:gd name="connsiteX45" fmla="*/ 98825 w 214503"/>
                <a:gd name="connsiteY45" fmla="*/ 104225 h 171256"/>
                <a:gd name="connsiteX46" fmla="*/ 91157 w 214503"/>
                <a:gd name="connsiteY46" fmla="*/ 108694 h 171256"/>
                <a:gd name="connsiteX47" fmla="*/ 77099 w 214503"/>
                <a:gd name="connsiteY47" fmla="*/ 157212 h 171256"/>
                <a:gd name="connsiteX48" fmla="*/ 75821 w 214503"/>
                <a:gd name="connsiteY48" fmla="*/ 156574 h 171256"/>
                <a:gd name="connsiteX49" fmla="*/ 73265 w 214503"/>
                <a:gd name="connsiteY49" fmla="*/ 147636 h 171256"/>
                <a:gd name="connsiteX50" fmla="*/ 66875 w 214503"/>
                <a:gd name="connsiteY50" fmla="*/ 86350 h 171256"/>
                <a:gd name="connsiteX51" fmla="*/ 100742 w 214503"/>
                <a:gd name="connsiteY51" fmla="*/ 64006 h 171256"/>
                <a:gd name="connsiteX52" fmla="*/ 172309 w 214503"/>
                <a:gd name="connsiteY52" fmla="*/ 64006 h 171256"/>
                <a:gd name="connsiteX53" fmla="*/ 175504 w 214503"/>
                <a:gd name="connsiteY53" fmla="*/ 63368 h 171256"/>
                <a:gd name="connsiteX54" fmla="*/ 201703 w 214503"/>
                <a:gd name="connsiteY54" fmla="*/ 41024 h 171256"/>
                <a:gd name="connsiteX55" fmla="*/ 190201 w 214503"/>
                <a:gd name="connsiteY55" fmla="*/ 76774 h 171256"/>
                <a:gd name="connsiteX56" fmla="*/ 188923 w 214503"/>
                <a:gd name="connsiteY56" fmla="*/ 81243 h 171256"/>
                <a:gd name="connsiteX57" fmla="*/ 195952 w 214503"/>
                <a:gd name="connsiteY57" fmla="*/ 148913 h 17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14503" h="171256">
                  <a:moveTo>
                    <a:pt x="208093" y="18041"/>
                  </a:moveTo>
                  <a:cubicBezTo>
                    <a:pt x="206815" y="15488"/>
                    <a:pt x="203620" y="14211"/>
                    <a:pt x="201064" y="14849"/>
                  </a:cubicBezTo>
                  <a:cubicBezTo>
                    <a:pt x="197869" y="15488"/>
                    <a:pt x="195952" y="18041"/>
                    <a:pt x="195952" y="21233"/>
                  </a:cubicBezTo>
                  <a:cubicBezTo>
                    <a:pt x="195952" y="34640"/>
                    <a:pt x="178699" y="47408"/>
                    <a:pt x="170392" y="52515"/>
                  </a:cubicBezTo>
                  <a:lnTo>
                    <a:pt x="100103" y="52515"/>
                  </a:lnTo>
                  <a:lnTo>
                    <a:pt x="64319" y="2720"/>
                  </a:lnTo>
                  <a:cubicBezTo>
                    <a:pt x="63041" y="804"/>
                    <a:pt x="60485" y="-472"/>
                    <a:pt x="57929" y="166"/>
                  </a:cubicBezTo>
                  <a:cubicBezTo>
                    <a:pt x="55373" y="804"/>
                    <a:pt x="53456" y="2081"/>
                    <a:pt x="52817" y="4635"/>
                  </a:cubicBezTo>
                  <a:lnTo>
                    <a:pt x="46428" y="24425"/>
                  </a:lnTo>
                  <a:lnTo>
                    <a:pt x="4254" y="38470"/>
                  </a:lnTo>
                  <a:cubicBezTo>
                    <a:pt x="2337" y="39108"/>
                    <a:pt x="1059" y="40385"/>
                    <a:pt x="420" y="42300"/>
                  </a:cubicBezTo>
                  <a:cubicBezTo>
                    <a:pt x="-219" y="44216"/>
                    <a:pt x="-219" y="46131"/>
                    <a:pt x="1059" y="48046"/>
                  </a:cubicBezTo>
                  <a:lnTo>
                    <a:pt x="16395" y="70390"/>
                  </a:lnTo>
                  <a:cubicBezTo>
                    <a:pt x="17673" y="72305"/>
                    <a:pt x="19590" y="72944"/>
                    <a:pt x="21507" y="72944"/>
                  </a:cubicBezTo>
                  <a:lnTo>
                    <a:pt x="37481" y="72944"/>
                  </a:lnTo>
                  <a:cubicBezTo>
                    <a:pt x="44510" y="71667"/>
                    <a:pt x="51539" y="76135"/>
                    <a:pt x="53456" y="82519"/>
                  </a:cubicBezTo>
                  <a:lnTo>
                    <a:pt x="53456" y="82519"/>
                  </a:lnTo>
                  <a:cubicBezTo>
                    <a:pt x="57290" y="104863"/>
                    <a:pt x="59846" y="126569"/>
                    <a:pt x="61124" y="148913"/>
                  </a:cubicBezTo>
                  <a:cubicBezTo>
                    <a:pt x="60485" y="155935"/>
                    <a:pt x="63041" y="163596"/>
                    <a:pt x="68792" y="168065"/>
                  </a:cubicBezTo>
                  <a:cubicBezTo>
                    <a:pt x="71348" y="169980"/>
                    <a:pt x="75182" y="171257"/>
                    <a:pt x="78377" y="171257"/>
                  </a:cubicBezTo>
                  <a:cubicBezTo>
                    <a:pt x="80294" y="171257"/>
                    <a:pt x="82850" y="171257"/>
                    <a:pt x="84767" y="170618"/>
                  </a:cubicBezTo>
                  <a:cubicBezTo>
                    <a:pt x="86684" y="169980"/>
                    <a:pt x="87962" y="168065"/>
                    <a:pt x="88601" y="166150"/>
                  </a:cubicBezTo>
                  <a:lnTo>
                    <a:pt x="102020" y="119546"/>
                  </a:lnTo>
                  <a:cubicBezTo>
                    <a:pt x="121829" y="124015"/>
                    <a:pt x="142277" y="124015"/>
                    <a:pt x="161446" y="119546"/>
                  </a:cubicBezTo>
                  <a:lnTo>
                    <a:pt x="181894" y="166788"/>
                  </a:lnTo>
                  <a:cubicBezTo>
                    <a:pt x="183172" y="169342"/>
                    <a:pt x="185089" y="170618"/>
                    <a:pt x="187645" y="170618"/>
                  </a:cubicBezTo>
                  <a:cubicBezTo>
                    <a:pt x="193396" y="170618"/>
                    <a:pt x="199147" y="168703"/>
                    <a:pt x="202981" y="164873"/>
                  </a:cubicBezTo>
                  <a:cubicBezTo>
                    <a:pt x="206815" y="160404"/>
                    <a:pt x="208732" y="154658"/>
                    <a:pt x="208732" y="148913"/>
                  </a:cubicBezTo>
                  <a:lnTo>
                    <a:pt x="201703" y="83796"/>
                  </a:lnTo>
                  <a:cubicBezTo>
                    <a:pt x="216400" y="64006"/>
                    <a:pt x="218317" y="39108"/>
                    <a:pt x="208093" y="18041"/>
                  </a:cubicBezTo>
                  <a:close/>
                  <a:moveTo>
                    <a:pt x="63680" y="74859"/>
                  </a:moveTo>
                  <a:cubicBezTo>
                    <a:pt x="58568" y="65283"/>
                    <a:pt x="48344" y="59537"/>
                    <a:pt x="37481" y="60176"/>
                  </a:cubicBezTo>
                  <a:lnTo>
                    <a:pt x="24702" y="60176"/>
                  </a:lnTo>
                  <a:lnTo>
                    <a:pt x="16395" y="47408"/>
                  </a:lnTo>
                  <a:lnTo>
                    <a:pt x="53456" y="35278"/>
                  </a:lnTo>
                  <a:cubicBezTo>
                    <a:pt x="55373" y="34640"/>
                    <a:pt x="56651" y="33363"/>
                    <a:pt x="57290" y="31448"/>
                  </a:cubicBezTo>
                  <a:lnTo>
                    <a:pt x="61124" y="20595"/>
                  </a:lnTo>
                  <a:lnTo>
                    <a:pt x="89240" y="59537"/>
                  </a:lnTo>
                  <a:cubicBezTo>
                    <a:pt x="84128" y="67836"/>
                    <a:pt x="74543" y="73582"/>
                    <a:pt x="63680" y="74859"/>
                  </a:cubicBezTo>
                  <a:lnTo>
                    <a:pt x="63680" y="74859"/>
                  </a:lnTo>
                  <a:close/>
                  <a:moveTo>
                    <a:pt x="195952" y="148913"/>
                  </a:moveTo>
                  <a:cubicBezTo>
                    <a:pt x="195952" y="151466"/>
                    <a:pt x="195313" y="153382"/>
                    <a:pt x="193396" y="155297"/>
                  </a:cubicBezTo>
                  <a:cubicBezTo>
                    <a:pt x="192757" y="155935"/>
                    <a:pt x="192118" y="156574"/>
                    <a:pt x="190840" y="156574"/>
                  </a:cubicBezTo>
                  <a:lnTo>
                    <a:pt x="170392" y="108055"/>
                  </a:lnTo>
                  <a:cubicBezTo>
                    <a:pt x="169114" y="104863"/>
                    <a:pt x="165280" y="103587"/>
                    <a:pt x="162724" y="104225"/>
                  </a:cubicBezTo>
                  <a:cubicBezTo>
                    <a:pt x="141637" y="109971"/>
                    <a:pt x="119912" y="109971"/>
                    <a:pt x="98825" y="104225"/>
                  </a:cubicBezTo>
                  <a:cubicBezTo>
                    <a:pt x="95630" y="103587"/>
                    <a:pt x="91796" y="105502"/>
                    <a:pt x="91157" y="108694"/>
                  </a:cubicBezTo>
                  <a:lnTo>
                    <a:pt x="77099" y="157212"/>
                  </a:lnTo>
                  <a:cubicBezTo>
                    <a:pt x="76460" y="157212"/>
                    <a:pt x="75821" y="157212"/>
                    <a:pt x="75821" y="156574"/>
                  </a:cubicBezTo>
                  <a:cubicBezTo>
                    <a:pt x="73904" y="154020"/>
                    <a:pt x="73265" y="150828"/>
                    <a:pt x="73265" y="147636"/>
                  </a:cubicBezTo>
                  <a:cubicBezTo>
                    <a:pt x="71987" y="127207"/>
                    <a:pt x="70070" y="106140"/>
                    <a:pt x="66875" y="86350"/>
                  </a:cubicBezTo>
                  <a:cubicBezTo>
                    <a:pt x="80933" y="84435"/>
                    <a:pt x="93074" y="76135"/>
                    <a:pt x="100742" y="64006"/>
                  </a:cubicBezTo>
                  <a:lnTo>
                    <a:pt x="172309" y="64006"/>
                  </a:lnTo>
                  <a:cubicBezTo>
                    <a:pt x="173587" y="64006"/>
                    <a:pt x="174226" y="64006"/>
                    <a:pt x="175504" y="63368"/>
                  </a:cubicBezTo>
                  <a:cubicBezTo>
                    <a:pt x="185728" y="57622"/>
                    <a:pt x="194674" y="49961"/>
                    <a:pt x="201703" y="41024"/>
                  </a:cubicBezTo>
                  <a:cubicBezTo>
                    <a:pt x="202342" y="53792"/>
                    <a:pt x="198508" y="66560"/>
                    <a:pt x="190201" y="76774"/>
                  </a:cubicBezTo>
                  <a:cubicBezTo>
                    <a:pt x="188923" y="78051"/>
                    <a:pt x="188923" y="79966"/>
                    <a:pt x="188923" y="81243"/>
                  </a:cubicBezTo>
                  <a:lnTo>
                    <a:pt x="195952" y="148913"/>
                  </a:lnTo>
                  <a:close/>
                </a:path>
              </a:pathLst>
            </a:custGeom>
            <a:solidFill>
              <a:srgbClr val="007680"/>
            </a:solidFill>
            <a:ln w="6390" cap="flat">
              <a:noFill/>
              <a:prstDash val="solid"/>
              <a:miter/>
            </a:ln>
          </p:spPr>
          <p:txBody>
            <a:bodyPr rtlCol="0" anchor="ctr"/>
            <a:lstStyle/>
            <a:p>
              <a:endParaRPr lang="en-US"/>
            </a:p>
          </p:txBody>
        </p:sp>
      </p:grpSp>
      <p:grpSp>
        <p:nvGrpSpPr>
          <p:cNvPr id="533" name="Graphic 5">
            <a:extLst>
              <a:ext uri="{FF2B5EF4-FFF2-40B4-BE49-F238E27FC236}">
                <a16:creationId xmlns:a16="http://schemas.microsoft.com/office/drawing/2014/main" id="{45D2F845-9229-CC42-B2B7-1110D90DD6F5}"/>
              </a:ext>
            </a:extLst>
          </p:cNvPr>
          <p:cNvGrpSpPr/>
          <p:nvPr/>
        </p:nvGrpSpPr>
        <p:grpSpPr>
          <a:xfrm>
            <a:off x="467743" y="1881522"/>
            <a:ext cx="361670" cy="362610"/>
            <a:chOff x="467743" y="1881522"/>
            <a:chExt cx="361670" cy="362610"/>
          </a:xfrm>
          <a:solidFill>
            <a:srgbClr val="007680"/>
          </a:solidFill>
        </p:grpSpPr>
        <p:sp>
          <p:nvSpPr>
            <p:cNvPr id="534" name="Graphic 5">
              <a:extLst>
                <a:ext uri="{FF2B5EF4-FFF2-40B4-BE49-F238E27FC236}">
                  <a16:creationId xmlns:a16="http://schemas.microsoft.com/office/drawing/2014/main" id="{7BE22AD8-68A4-7F4E-929B-C1485CA06D4E}"/>
                </a:ext>
              </a:extLst>
            </p:cNvPr>
            <p:cNvSpPr/>
            <p:nvPr/>
          </p:nvSpPr>
          <p:spPr>
            <a:xfrm>
              <a:off x="467743" y="1881522"/>
              <a:ext cx="361670" cy="362610"/>
            </a:xfrm>
            <a:custGeom>
              <a:avLst/>
              <a:gdLst>
                <a:gd name="connsiteX0" fmla="*/ 180835 w 361670"/>
                <a:gd name="connsiteY0" fmla="*/ 0 h 362610"/>
                <a:gd name="connsiteX1" fmla="*/ 0 w 361670"/>
                <a:gd name="connsiteY1" fmla="*/ 181305 h 362610"/>
                <a:gd name="connsiteX2" fmla="*/ 180835 w 361670"/>
                <a:gd name="connsiteY2" fmla="*/ 362610 h 362610"/>
                <a:gd name="connsiteX3" fmla="*/ 361670 w 361670"/>
                <a:gd name="connsiteY3" fmla="*/ 181305 h 362610"/>
                <a:gd name="connsiteX4" fmla="*/ 361670 w 361670"/>
                <a:gd name="connsiteY4" fmla="*/ 181305 h 362610"/>
                <a:gd name="connsiteX5" fmla="*/ 180835 w 361670"/>
                <a:gd name="connsiteY5" fmla="*/ 0 h 362610"/>
                <a:gd name="connsiteX6" fmla="*/ 180835 w 361670"/>
                <a:gd name="connsiteY6" fmla="*/ 0 h 362610"/>
                <a:gd name="connsiteX7" fmla="*/ 180835 w 361670"/>
                <a:gd name="connsiteY7" fmla="*/ 349204 h 362610"/>
                <a:gd name="connsiteX8" fmla="*/ 12780 w 361670"/>
                <a:gd name="connsiteY8" fmla="*/ 180667 h 362610"/>
                <a:gd name="connsiteX9" fmla="*/ 180835 w 361670"/>
                <a:gd name="connsiteY9" fmla="*/ 12130 h 362610"/>
                <a:gd name="connsiteX10" fmla="*/ 348891 w 361670"/>
                <a:gd name="connsiteY10" fmla="*/ 180667 h 362610"/>
                <a:gd name="connsiteX11" fmla="*/ 180835 w 361670"/>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2610">
                  <a:moveTo>
                    <a:pt x="180835" y="0"/>
                  </a:moveTo>
                  <a:cubicBezTo>
                    <a:pt x="80513" y="0"/>
                    <a:pt x="0" y="81076"/>
                    <a:pt x="0" y="181305"/>
                  </a:cubicBezTo>
                  <a:cubicBezTo>
                    <a:pt x="0" y="281534"/>
                    <a:pt x="81152" y="362610"/>
                    <a:pt x="180835" y="362610"/>
                  </a:cubicBezTo>
                  <a:cubicBezTo>
                    <a:pt x="280518" y="362610"/>
                    <a:pt x="361670" y="281534"/>
                    <a:pt x="361670" y="181305"/>
                  </a:cubicBezTo>
                  <a:cubicBezTo>
                    <a:pt x="361670" y="181305"/>
                    <a:pt x="361670" y="181305"/>
                    <a:pt x="361670" y="181305"/>
                  </a:cubicBezTo>
                  <a:cubicBezTo>
                    <a:pt x="361670" y="81076"/>
                    <a:pt x="281157" y="0"/>
                    <a:pt x="180835" y="0"/>
                  </a:cubicBezTo>
                  <a:cubicBezTo>
                    <a:pt x="180835" y="0"/>
                    <a:pt x="180835" y="0"/>
                    <a:pt x="180835" y="0"/>
                  </a:cubicBezTo>
                  <a:close/>
                  <a:moveTo>
                    <a:pt x="180835" y="349204"/>
                  </a:moveTo>
                  <a:cubicBezTo>
                    <a:pt x="87542" y="349204"/>
                    <a:pt x="12780" y="273873"/>
                    <a:pt x="12780" y="180667"/>
                  </a:cubicBezTo>
                  <a:cubicBezTo>
                    <a:pt x="12780" y="87460"/>
                    <a:pt x="88181" y="12130"/>
                    <a:pt x="180835" y="12130"/>
                  </a:cubicBezTo>
                  <a:cubicBezTo>
                    <a:pt x="273489" y="12130"/>
                    <a:pt x="348891" y="87460"/>
                    <a:pt x="348891" y="180667"/>
                  </a:cubicBezTo>
                  <a:cubicBezTo>
                    <a:pt x="348891" y="273873"/>
                    <a:pt x="273489" y="348565"/>
                    <a:pt x="180835" y="349204"/>
                  </a:cubicBezTo>
                  <a:close/>
                </a:path>
              </a:pathLst>
            </a:custGeom>
            <a:solidFill>
              <a:srgbClr val="007680"/>
            </a:solidFill>
            <a:ln w="6390" cap="flat">
              <a:noFill/>
              <a:prstDash val="solid"/>
              <a:miter/>
            </a:ln>
          </p:spPr>
          <p:txBody>
            <a:bodyPr rtlCol="0" anchor="ctr"/>
            <a:lstStyle/>
            <a:p>
              <a:endParaRPr lang="en-US"/>
            </a:p>
          </p:txBody>
        </p:sp>
        <p:sp>
          <p:nvSpPr>
            <p:cNvPr id="535" name="Graphic 5">
              <a:extLst>
                <a:ext uri="{FF2B5EF4-FFF2-40B4-BE49-F238E27FC236}">
                  <a16:creationId xmlns:a16="http://schemas.microsoft.com/office/drawing/2014/main" id="{FF651E6B-9D1D-7947-AD9E-AB18672F150E}"/>
                </a:ext>
              </a:extLst>
            </p:cNvPr>
            <p:cNvSpPr/>
            <p:nvPr/>
          </p:nvSpPr>
          <p:spPr>
            <a:xfrm>
              <a:off x="601293" y="1946000"/>
              <a:ext cx="93789" cy="233653"/>
            </a:xfrm>
            <a:custGeom>
              <a:avLst/>
              <a:gdLst>
                <a:gd name="connsiteX0" fmla="*/ 92654 w 93789"/>
                <a:gd name="connsiteY0" fmla="*/ 105974 h 233653"/>
                <a:gd name="connsiteX1" fmla="*/ 69011 w 93789"/>
                <a:gd name="connsiteY1" fmla="*/ 49157 h 233653"/>
                <a:gd name="connsiteX2" fmla="*/ 69011 w 93789"/>
                <a:gd name="connsiteY2" fmla="*/ 44688 h 233653"/>
                <a:gd name="connsiteX3" fmla="*/ 70289 w 93789"/>
                <a:gd name="connsiteY3" fmla="*/ 44688 h 233653"/>
                <a:gd name="connsiteX4" fmla="*/ 76679 w 93789"/>
                <a:gd name="connsiteY4" fmla="*/ 38304 h 233653"/>
                <a:gd name="connsiteX5" fmla="*/ 76679 w 93789"/>
                <a:gd name="connsiteY5" fmla="*/ 6384 h 233653"/>
                <a:gd name="connsiteX6" fmla="*/ 70289 w 93789"/>
                <a:gd name="connsiteY6" fmla="*/ 0 h 233653"/>
                <a:gd name="connsiteX7" fmla="*/ 23004 w 93789"/>
                <a:gd name="connsiteY7" fmla="*/ 0 h 233653"/>
                <a:gd name="connsiteX8" fmla="*/ 16614 w 93789"/>
                <a:gd name="connsiteY8" fmla="*/ 6384 h 233653"/>
                <a:gd name="connsiteX9" fmla="*/ 16614 w 93789"/>
                <a:gd name="connsiteY9" fmla="*/ 38304 h 233653"/>
                <a:gd name="connsiteX10" fmla="*/ 23004 w 93789"/>
                <a:gd name="connsiteY10" fmla="*/ 44688 h 233653"/>
                <a:gd name="connsiteX11" fmla="*/ 24921 w 93789"/>
                <a:gd name="connsiteY11" fmla="*/ 44688 h 233653"/>
                <a:gd name="connsiteX12" fmla="*/ 24921 w 93789"/>
                <a:gd name="connsiteY12" fmla="*/ 50433 h 233653"/>
                <a:gd name="connsiteX13" fmla="*/ 1917 w 93789"/>
                <a:gd name="connsiteY13" fmla="*/ 104697 h 233653"/>
                <a:gd name="connsiteX14" fmla="*/ 1278 w 93789"/>
                <a:gd name="connsiteY14" fmla="*/ 202372 h 233653"/>
                <a:gd name="connsiteX15" fmla="*/ 5112 w 93789"/>
                <a:gd name="connsiteY15" fmla="*/ 227270 h 233653"/>
                <a:gd name="connsiteX16" fmla="*/ 19170 w 93789"/>
                <a:gd name="connsiteY16" fmla="*/ 233654 h 233653"/>
                <a:gd name="connsiteX17" fmla="*/ 74762 w 93789"/>
                <a:gd name="connsiteY17" fmla="*/ 233654 h 233653"/>
                <a:gd name="connsiteX18" fmla="*/ 89459 w 93789"/>
                <a:gd name="connsiteY18" fmla="*/ 226631 h 233653"/>
                <a:gd name="connsiteX19" fmla="*/ 92015 w 93789"/>
                <a:gd name="connsiteY19" fmla="*/ 202372 h 233653"/>
                <a:gd name="connsiteX20" fmla="*/ 92654 w 93789"/>
                <a:gd name="connsiteY20" fmla="*/ 105974 h 233653"/>
                <a:gd name="connsiteX21" fmla="*/ 14697 w 93789"/>
                <a:gd name="connsiteY21" fmla="*/ 102144 h 233653"/>
                <a:gd name="connsiteX22" fmla="*/ 14697 w 93789"/>
                <a:gd name="connsiteY22" fmla="*/ 90652 h 233653"/>
                <a:gd name="connsiteX23" fmla="*/ 79874 w 93789"/>
                <a:gd name="connsiteY23" fmla="*/ 90652 h 233653"/>
                <a:gd name="connsiteX24" fmla="*/ 79874 w 93789"/>
                <a:gd name="connsiteY24" fmla="*/ 104059 h 233653"/>
                <a:gd name="connsiteX25" fmla="*/ 77318 w 93789"/>
                <a:gd name="connsiteY25" fmla="*/ 132787 h 233653"/>
                <a:gd name="connsiteX26" fmla="*/ 16614 w 93789"/>
                <a:gd name="connsiteY26" fmla="*/ 132787 h 233653"/>
                <a:gd name="connsiteX27" fmla="*/ 14697 w 93789"/>
                <a:gd name="connsiteY27" fmla="*/ 102144 h 233653"/>
                <a:gd name="connsiteX28" fmla="*/ 30033 w 93789"/>
                <a:gd name="connsiteY28" fmla="*/ 12130 h 233653"/>
                <a:gd name="connsiteX29" fmla="*/ 64538 w 93789"/>
                <a:gd name="connsiteY29" fmla="*/ 12130 h 233653"/>
                <a:gd name="connsiteX30" fmla="*/ 64538 w 93789"/>
                <a:gd name="connsiteY30" fmla="*/ 31281 h 233653"/>
                <a:gd name="connsiteX31" fmla="*/ 30033 w 93789"/>
                <a:gd name="connsiteY31" fmla="*/ 31281 h 233653"/>
                <a:gd name="connsiteX32" fmla="*/ 30033 w 93789"/>
                <a:gd name="connsiteY32" fmla="*/ 12130 h 233653"/>
                <a:gd name="connsiteX33" fmla="*/ 34506 w 93789"/>
                <a:gd name="connsiteY33" fmla="*/ 59371 h 233653"/>
                <a:gd name="connsiteX34" fmla="*/ 38340 w 93789"/>
                <a:gd name="connsiteY34" fmla="*/ 53625 h 233653"/>
                <a:gd name="connsiteX35" fmla="*/ 38340 w 93789"/>
                <a:gd name="connsiteY35" fmla="*/ 44688 h 233653"/>
                <a:gd name="connsiteX36" fmla="*/ 57509 w 93789"/>
                <a:gd name="connsiteY36" fmla="*/ 44688 h 233653"/>
                <a:gd name="connsiteX37" fmla="*/ 57509 w 93789"/>
                <a:gd name="connsiteY37" fmla="*/ 52987 h 233653"/>
                <a:gd name="connsiteX38" fmla="*/ 61343 w 93789"/>
                <a:gd name="connsiteY38" fmla="*/ 58733 h 233653"/>
                <a:gd name="connsiteX39" fmla="*/ 77957 w 93789"/>
                <a:gd name="connsiteY39" fmla="*/ 78523 h 233653"/>
                <a:gd name="connsiteX40" fmla="*/ 19170 w 93789"/>
                <a:gd name="connsiteY40" fmla="*/ 78523 h 233653"/>
                <a:gd name="connsiteX41" fmla="*/ 34506 w 93789"/>
                <a:gd name="connsiteY41" fmla="*/ 59371 h 233653"/>
                <a:gd name="connsiteX42" fmla="*/ 79235 w 93789"/>
                <a:gd name="connsiteY42" fmla="*/ 218332 h 233653"/>
                <a:gd name="connsiteX43" fmla="*/ 74762 w 93789"/>
                <a:gd name="connsiteY43" fmla="*/ 220247 h 233653"/>
                <a:gd name="connsiteX44" fmla="*/ 19809 w 93789"/>
                <a:gd name="connsiteY44" fmla="*/ 220247 h 233653"/>
                <a:gd name="connsiteX45" fmla="*/ 15336 w 93789"/>
                <a:gd name="connsiteY45" fmla="*/ 218332 h 233653"/>
                <a:gd name="connsiteX46" fmla="*/ 14058 w 93789"/>
                <a:gd name="connsiteY46" fmla="*/ 204287 h 233653"/>
                <a:gd name="connsiteX47" fmla="*/ 17253 w 93789"/>
                <a:gd name="connsiteY47" fmla="*/ 145555 h 233653"/>
                <a:gd name="connsiteX48" fmla="*/ 76679 w 93789"/>
                <a:gd name="connsiteY48" fmla="*/ 145555 h 233653"/>
                <a:gd name="connsiteX49" fmla="*/ 79874 w 93789"/>
                <a:gd name="connsiteY49" fmla="*/ 204287 h 233653"/>
                <a:gd name="connsiteX50" fmla="*/ 79235 w 93789"/>
                <a:gd name="connsiteY50" fmla="*/ 218332 h 23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93789" h="233653">
                  <a:moveTo>
                    <a:pt x="92654" y="105974"/>
                  </a:moveTo>
                  <a:cubicBezTo>
                    <a:pt x="95210" y="85545"/>
                    <a:pt x="87542" y="60648"/>
                    <a:pt x="69011" y="49157"/>
                  </a:cubicBezTo>
                  <a:lnTo>
                    <a:pt x="69011" y="44688"/>
                  </a:lnTo>
                  <a:lnTo>
                    <a:pt x="70289" y="44688"/>
                  </a:lnTo>
                  <a:cubicBezTo>
                    <a:pt x="74123" y="44688"/>
                    <a:pt x="76679" y="42134"/>
                    <a:pt x="76679" y="38304"/>
                  </a:cubicBezTo>
                  <a:lnTo>
                    <a:pt x="76679" y="6384"/>
                  </a:lnTo>
                  <a:cubicBezTo>
                    <a:pt x="76679" y="2554"/>
                    <a:pt x="74123" y="0"/>
                    <a:pt x="70289" y="0"/>
                  </a:cubicBezTo>
                  <a:lnTo>
                    <a:pt x="23004" y="0"/>
                  </a:lnTo>
                  <a:cubicBezTo>
                    <a:pt x="19170" y="0"/>
                    <a:pt x="16614" y="2554"/>
                    <a:pt x="16614" y="6384"/>
                  </a:cubicBezTo>
                  <a:lnTo>
                    <a:pt x="16614" y="38304"/>
                  </a:lnTo>
                  <a:cubicBezTo>
                    <a:pt x="16614" y="42134"/>
                    <a:pt x="19170" y="44688"/>
                    <a:pt x="23004" y="44688"/>
                  </a:cubicBezTo>
                  <a:lnTo>
                    <a:pt x="24921" y="44688"/>
                  </a:lnTo>
                  <a:lnTo>
                    <a:pt x="24921" y="50433"/>
                  </a:lnTo>
                  <a:cubicBezTo>
                    <a:pt x="7029" y="62563"/>
                    <a:pt x="-1917" y="83630"/>
                    <a:pt x="1917" y="104697"/>
                  </a:cubicBezTo>
                  <a:cubicBezTo>
                    <a:pt x="5751" y="137256"/>
                    <a:pt x="5112" y="169814"/>
                    <a:pt x="1278" y="202372"/>
                  </a:cubicBezTo>
                  <a:cubicBezTo>
                    <a:pt x="-1278" y="210671"/>
                    <a:pt x="0" y="219609"/>
                    <a:pt x="5112" y="227270"/>
                  </a:cubicBezTo>
                  <a:cubicBezTo>
                    <a:pt x="8307" y="231738"/>
                    <a:pt x="14058" y="233654"/>
                    <a:pt x="19170" y="233654"/>
                  </a:cubicBezTo>
                  <a:lnTo>
                    <a:pt x="74762" y="233654"/>
                  </a:lnTo>
                  <a:cubicBezTo>
                    <a:pt x="80513" y="233654"/>
                    <a:pt x="85625" y="231100"/>
                    <a:pt x="89459" y="226631"/>
                  </a:cubicBezTo>
                  <a:cubicBezTo>
                    <a:pt x="93932" y="219609"/>
                    <a:pt x="95210" y="210671"/>
                    <a:pt x="92015" y="202372"/>
                  </a:cubicBezTo>
                  <a:cubicBezTo>
                    <a:pt x="86903" y="180667"/>
                    <a:pt x="90098" y="132787"/>
                    <a:pt x="92654" y="105974"/>
                  </a:cubicBezTo>
                  <a:close/>
                  <a:moveTo>
                    <a:pt x="14697" y="102144"/>
                  </a:moveTo>
                  <a:cubicBezTo>
                    <a:pt x="14058" y="98313"/>
                    <a:pt x="14058" y="94483"/>
                    <a:pt x="14697" y="90652"/>
                  </a:cubicBezTo>
                  <a:lnTo>
                    <a:pt x="79874" y="90652"/>
                  </a:lnTo>
                  <a:cubicBezTo>
                    <a:pt x="80513" y="95121"/>
                    <a:pt x="80513" y="99590"/>
                    <a:pt x="79874" y="104059"/>
                  </a:cubicBezTo>
                  <a:cubicBezTo>
                    <a:pt x="79235" y="111720"/>
                    <a:pt x="77957" y="121934"/>
                    <a:pt x="77318" y="132787"/>
                  </a:cubicBezTo>
                  <a:lnTo>
                    <a:pt x="16614" y="132787"/>
                  </a:lnTo>
                  <a:cubicBezTo>
                    <a:pt x="16614" y="122572"/>
                    <a:pt x="15975" y="111720"/>
                    <a:pt x="14697" y="102144"/>
                  </a:cubicBezTo>
                  <a:close/>
                  <a:moveTo>
                    <a:pt x="30033" y="12130"/>
                  </a:moveTo>
                  <a:lnTo>
                    <a:pt x="64538" y="12130"/>
                  </a:lnTo>
                  <a:lnTo>
                    <a:pt x="64538" y="31281"/>
                  </a:lnTo>
                  <a:lnTo>
                    <a:pt x="30033" y="31281"/>
                  </a:lnTo>
                  <a:lnTo>
                    <a:pt x="30033" y="12130"/>
                  </a:lnTo>
                  <a:close/>
                  <a:moveTo>
                    <a:pt x="34506" y="59371"/>
                  </a:moveTo>
                  <a:cubicBezTo>
                    <a:pt x="36423" y="58094"/>
                    <a:pt x="38340" y="56179"/>
                    <a:pt x="38340" y="53625"/>
                  </a:cubicBezTo>
                  <a:lnTo>
                    <a:pt x="38340" y="44688"/>
                  </a:lnTo>
                  <a:lnTo>
                    <a:pt x="57509" y="44688"/>
                  </a:lnTo>
                  <a:lnTo>
                    <a:pt x="57509" y="52987"/>
                  </a:lnTo>
                  <a:cubicBezTo>
                    <a:pt x="57509" y="55541"/>
                    <a:pt x="58787" y="57456"/>
                    <a:pt x="61343" y="58733"/>
                  </a:cubicBezTo>
                  <a:cubicBezTo>
                    <a:pt x="69011" y="63201"/>
                    <a:pt x="74762" y="70224"/>
                    <a:pt x="77957" y="78523"/>
                  </a:cubicBezTo>
                  <a:lnTo>
                    <a:pt x="19170" y="78523"/>
                  </a:lnTo>
                  <a:cubicBezTo>
                    <a:pt x="21087" y="70224"/>
                    <a:pt x="26838" y="63201"/>
                    <a:pt x="34506" y="59371"/>
                  </a:cubicBezTo>
                  <a:close/>
                  <a:moveTo>
                    <a:pt x="79235" y="218332"/>
                  </a:moveTo>
                  <a:cubicBezTo>
                    <a:pt x="77957" y="219609"/>
                    <a:pt x="76679" y="220247"/>
                    <a:pt x="74762" y="220247"/>
                  </a:cubicBezTo>
                  <a:lnTo>
                    <a:pt x="19809" y="220247"/>
                  </a:lnTo>
                  <a:cubicBezTo>
                    <a:pt x="17892" y="220247"/>
                    <a:pt x="16614" y="219609"/>
                    <a:pt x="15336" y="218332"/>
                  </a:cubicBezTo>
                  <a:cubicBezTo>
                    <a:pt x="12780" y="213863"/>
                    <a:pt x="12780" y="208756"/>
                    <a:pt x="14058" y="204287"/>
                  </a:cubicBezTo>
                  <a:cubicBezTo>
                    <a:pt x="16614" y="185135"/>
                    <a:pt x="17892" y="165345"/>
                    <a:pt x="17253" y="145555"/>
                  </a:cubicBezTo>
                  <a:lnTo>
                    <a:pt x="76679" y="145555"/>
                  </a:lnTo>
                  <a:cubicBezTo>
                    <a:pt x="75401" y="165345"/>
                    <a:pt x="76040" y="185135"/>
                    <a:pt x="79874" y="204287"/>
                  </a:cubicBezTo>
                  <a:cubicBezTo>
                    <a:pt x="81791" y="209395"/>
                    <a:pt x="81791" y="213863"/>
                    <a:pt x="79235" y="218332"/>
                  </a:cubicBezTo>
                  <a:close/>
                </a:path>
              </a:pathLst>
            </a:custGeom>
            <a:solidFill>
              <a:srgbClr val="007680"/>
            </a:solidFill>
            <a:ln w="6390" cap="flat">
              <a:noFill/>
              <a:prstDash val="solid"/>
              <a:miter/>
            </a:ln>
          </p:spPr>
          <p:txBody>
            <a:bodyPr rtlCol="0" anchor="ctr"/>
            <a:lstStyle/>
            <a:p>
              <a:endParaRPr lang="en-US"/>
            </a:p>
          </p:txBody>
        </p:sp>
      </p:grpSp>
      <p:grpSp>
        <p:nvGrpSpPr>
          <p:cNvPr id="536" name="Graphic 5">
            <a:extLst>
              <a:ext uri="{FF2B5EF4-FFF2-40B4-BE49-F238E27FC236}">
                <a16:creationId xmlns:a16="http://schemas.microsoft.com/office/drawing/2014/main" id="{766C0210-AA72-EB42-B747-9913119D3B31}"/>
              </a:ext>
            </a:extLst>
          </p:cNvPr>
          <p:cNvGrpSpPr/>
          <p:nvPr/>
        </p:nvGrpSpPr>
        <p:grpSpPr>
          <a:xfrm>
            <a:off x="467743" y="2856356"/>
            <a:ext cx="361670" cy="362610"/>
            <a:chOff x="467743" y="2856356"/>
            <a:chExt cx="361670" cy="362610"/>
          </a:xfrm>
          <a:solidFill>
            <a:srgbClr val="007680"/>
          </a:solidFill>
        </p:grpSpPr>
        <p:sp>
          <p:nvSpPr>
            <p:cNvPr id="537" name="Graphic 5">
              <a:extLst>
                <a:ext uri="{FF2B5EF4-FFF2-40B4-BE49-F238E27FC236}">
                  <a16:creationId xmlns:a16="http://schemas.microsoft.com/office/drawing/2014/main" id="{A48C1901-9D02-B340-A69A-52D880D56F01}"/>
                </a:ext>
              </a:extLst>
            </p:cNvPr>
            <p:cNvSpPr/>
            <p:nvPr/>
          </p:nvSpPr>
          <p:spPr>
            <a:xfrm>
              <a:off x="467743" y="2856356"/>
              <a:ext cx="361670" cy="362610"/>
            </a:xfrm>
            <a:custGeom>
              <a:avLst/>
              <a:gdLst>
                <a:gd name="connsiteX0" fmla="*/ 180835 w 361670"/>
                <a:gd name="connsiteY0" fmla="*/ 0 h 362610"/>
                <a:gd name="connsiteX1" fmla="*/ 0 w 361670"/>
                <a:gd name="connsiteY1" fmla="*/ 181305 h 362610"/>
                <a:gd name="connsiteX2" fmla="*/ 180835 w 361670"/>
                <a:gd name="connsiteY2" fmla="*/ 362610 h 362610"/>
                <a:gd name="connsiteX3" fmla="*/ 361670 w 361670"/>
                <a:gd name="connsiteY3" fmla="*/ 181305 h 362610"/>
                <a:gd name="connsiteX4" fmla="*/ 361670 w 361670"/>
                <a:gd name="connsiteY4" fmla="*/ 181305 h 362610"/>
                <a:gd name="connsiteX5" fmla="*/ 180835 w 361670"/>
                <a:gd name="connsiteY5" fmla="*/ 0 h 362610"/>
                <a:gd name="connsiteX6" fmla="*/ 180835 w 361670"/>
                <a:gd name="connsiteY6" fmla="*/ 0 h 362610"/>
                <a:gd name="connsiteX7" fmla="*/ 180835 w 361670"/>
                <a:gd name="connsiteY7" fmla="*/ 349204 h 362610"/>
                <a:gd name="connsiteX8" fmla="*/ 12780 w 361670"/>
                <a:gd name="connsiteY8" fmla="*/ 180667 h 362610"/>
                <a:gd name="connsiteX9" fmla="*/ 180835 w 361670"/>
                <a:gd name="connsiteY9" fmla="*/ 12130 h 362610"/>
                <a:gd name="connsiteX10" fmla="*/ 348891 w 361670"/>
                <a:gd name="connsiteY10" fmla="*/ 180667 h 362610"/>
                <a:gd name="connsiteX11" fmla="*/ 180835 w 361670"/>
                <a:gd name="connsiteY11" fmla="*/ 349204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670" h="362610">
                  <a:moveTo>
                    <a:pt x="180835" y="0"/>
                  </a:moveTo>
                  <a:cubicBezTo>
                    <a:pt x="80513" y="0"/>
                    <a:pt x="0" y="81077"/>
                    <a:pt x="0" y="181305"/>
                  </a:cubicBezTo>
                  <a:cubicBezTo>
                    <a:pt x="0" y="281534"/>
                    <a:pt x="81152" y="362610"/>
                    <a:pt x="180835" y="362610"/>
                  </a:cubicBezTo>
                  <a:cubicBezTo>
                    <a:pt x="280518" y="362610"/>
                    <a:pt x="361670" y="281534"/>
                    <a:pt x="361670" y="181305"/>
                  </a:cubicBezTo>
                  <a:cubicBezTo>
                    <a:pt x="361670" y="181305"/>
                    <a:pt x="361670" y="181305"/>
                    <a:pt x="361670" y="181305"/>
                  </a:cubicBezTo>
                  <a:cubicBezTo>
                    <a:pt x="361670"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130"/>
                    <a:pt x="180835" y="12130"/>
                  </a:cubicBezTo>
                  <a:cubicBezTo>
                    <a:pt x="273489" y="12130"/>
                    <a:pt x="348891" y="87461"/>
                    <a:pt x="348891" y="180667"/>
                  </a:cubicBezTo>
                  <a:cubicBezTo>
                    <a:pt x="348891" y="273873"/>
                    <a:pt x="273489"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538" name="Graphic 5">
              <a:extLst>
                <a:ext uri="{FF2B5EF4-FFF2-40B4-BE49-F238E27FC236}">
                  <a16:creationId xmlns:a16="http://schemas.microsoft.com/office/drawing/2014/main" id="{CBA17E94-FCC5-BA40-8207-95639952882D}"/>
                </a:ext>
              </a:extLst>
            </p:cNvPr>
            <p:cNvSpPr/>
            <p:nvPr/>
          </p:nvSpPr>
          <p:spPr>
            <a:xfrm>
              <a:off x="572538" y="2921472"/>
              <a:ext cx="152080" cy="231738"/>
            </a:xfrm>
            <a:custGeom>
              <a:avLst/>
              <a:gdLst>
                <a:gd name="connsiteX0" fmla="*/ 146969 w 152080"/>
                <a:gd name="connsiteY0" fmla="*/ 23621 h 231738"/>
                <a:gd name="connsiteX1" fmla="*/ 127799 w 152080"/>
                <a:gd name="connsiteY1" fmla="*/ 5107 h 231738"/>
                <a:gd name="connsiteX2" fmla="*/ 121409 w 152080"/>
                <a:gd name="connsiteY2" fmla="*/ 0 h 231738"/>
                <a:gd name="connsiteX3" fmla="*/ 30672 w 152080"/>
                <a:gd name="connsiteY3" fmla="*/ 0 h 231738"/>
                <a:gd name="connsiteX4" fmla="*/ 24282 w 152080"/>
                <a:gd name="connsiteY4" fmla="*/ 5107 h 231738"/>
                <a:gd name="connsiteX5" fmla="*/ 5112 w 152080"/>
                <a:gd name="connsiteY5" fmla="*/ 24259 h 231738"/>
                <a:gd name="connsiteX6" fmla="*/ 0 w 152080"/>
                <a:gd name="connsiteY6" fmla="*/ 30643 h 231738"/>
                <a:gd name="connsiteX7" fmla="*/ 0 w 152080"/>
                <a:gd name="connsiteY7" fmla="*/ 169176 h 231738"/>
                <a:gd name="connsiteX8" fmla="*/ 0 w 152080"/>
                <a:gd name="connsiteY8" fmla="*/ 171729 h 231738"/>
                <a:gd name="connsiteX9" fmla="*/ 0 w 152080"/>
                <a:gd name="connsiteY9" fmla="*/ 201734 h 231738"/>
                <a:gd name="connsiteX10" fmla="*/ 1917 w 152080"/>
                <a:gd name="connsiteY10" fmla="*/ 206203 h 231738"/>
                <a:gd name="connsiteX11" fmla="*/ 24921 w 152080"/>
                <a:gd name="connsiteY11" fmla="*/ 229823 h 231738"/>
                <a:gd name="connsiteX12" fmla="*/ 29394 w 152080"/>
                <a:gd name="connsiteY12" fmla="*/ 231738 h 231738"/>
                <a:gd name="connsiteX13" fmla="*/ 120131 w 152080"/>
                <a:gd name="connsiteY13" fmla="*/ 231738 h 231738"/>
                <a:gd name="connsiteX14" fmla="*/ 124604 w 152080"/>
                <a:gd name="connsiteY14" fmla="*/ 229823 h 231738"/>
                <a:gd name="connsiteX15" fmla="*/ 150164 w 152080"/>
                <a:gd name="connsiteY15" fmla="*/ 206203 h 231738"/>
                <a:gd name="connsiteX16" fmla="*/ 152081 w 152080"/>
                <a:gd name="connsiteY16" fmla="*/ 201734 h 231738"/>
                <a:gd name="connsiteX17" fmla="*/ 152081 w 152080"/>
                <a:gd name="connsiteY17" fmla="*/ 30005 h 231738"/>
                <a:gd name="connsiteX18" fmla="*/ 146969 w 152080"/>
                <a:gd name="connsiteY18" fmla="*/ 23621 h 231738"/>
                <a:gd name="connsiteX19" fmla="*/ 117575 w 152080"/>
                <a:gd name="connsiteY19" fmla="*/ 218971 h 231738"/>
                <a:gd name="connsiteX20" fmla="*/ 32589 w 152080"/>
                <a:gd name="connsiteY20" fmla="*/ 218971 h 231738"/>
                <a:gd name="connsiteX21" fmla="*/ 13419 w 152080"/>
                <a:gd name="connsiteY21" fmla="*/ 199819 h 231738"/>
                <a:gd name="connsiteX22" fmla="*/ 138662 w 152080"/>
                <a:gd name="connsiteY22" fmla="*/ 199819 h 231738"/>
                <a:gd name="connsiteX23" fmla="*/ 117575 w 152080"/>
                <a:gd name="connsiteY23" fmla="*/ 218971 h 231738"/>
                <a:gd name="connsiteX24" fmla="*/ 139301 w 152080"/>
                <a:gd name="connsiteY24" fmla="*/ 187051 h 231738"/>
                <a:gd name="connsiteX25" fmla="*/ 12780 w 152080"/>
                <a:gd name="connsiteY25" fmla="*/ 187051 h 231738"/>
                <a:gd name="connsiteX26" fmla="*/ 12780 w 152080"/>
                <a:gd name="connsiteY26" fmla="*/ 169176 h 231738"/>
                <a:gd name="connsiteX27" fmla="*/ 23004 w 152080"/>
                <a:gd name="connsiteY27" fmla="*/ 145555 h 231738"/>
                <a:gd name="connsiteX28" fmla="*/ 82430 w 152080"/>
                <a:gd name="connsiteY28" fmla="*/ 126403 h 231738"/>
                <a:gd name="connsiteX29" fmla="*/ 130355 w 152080"/>
                <a:gd name="connsiteY29" fmla="*/ 108528 h 231738"/>
                <a:gd name="connsiteX30" fmla="*/ 139301 w 152080"/>
                <a:gd name="connsiteY30" fmla="*/ 97675 h 231738"/>
                <a:gd name="connsiteX31" fmla="*/ 139301 w 152080"/>
                <a:gd name="connsiteY31" fmla="*/ 187051 h 231738"/>
                <a:gd name="connsiteX32" fmla="*/ 139301 w 152080"/>
                <a:gd name="connsiteY32" fmla="*/ 46603 h 231738"/>
                <a:gd name="connsiteX33" fmla="*/ 121409 w 152080"/>
                <a:gd name="connsiteY33" fmla="*/ 99590 h 231738"/>
                <a:gd name="connsiteX34" fmla="*/ 82430 w 152080"/>
                <a:gd name="connsiteY34" fmla="*/ 114273 h 231738"/>
                <a:gd name="connsiteX35" fmla="*/ 12780 w 152080"/>
                <a:gd name="connsiteY35" fmla="*/ 137894 h 231738"/>
                <a:gd name="connsiteX36" fmla="*/ 12141 w 152080"/>
                <a:gd name="connsiteY36" fmla="*/ 138533 h 231738"/>
                <a:gd name="connsiteX37" fmla="*/ 12141 w 152080"/>
                <a:gd name="connsiteY37" fmla="*/ 44049 h 231738"/>
                <a:gd name="connsiteX38" fmla="*/ 75401 w 152080"/>
                <a:gd name="connsiteY38" fmla="*/ 44049 h 231738"/>
                <a:gd name="connsiteX39" fmla="*/ 81791 w 152080"/>
                <a:gd name="connsiteY39" fmla="*/ 37665 h 231738"/>
                <a:gd name="connsiteX40" fmla="*/ 75401 w 152080"/>
                <a:gd name="connsiteY40" fmla="*/ 31281 h 231738"/>
                <a:gd name="connsiteX41" fmla="*/ 20448 w 152080"/>
                <a:gd name="connsiteY41" fmla="*/ 31281 h 231738"/>
                <a:gd name="connsiteX42" fmla="*/ 35145 w 152080"/>
                <a:gd name="connsiteY42" fmla="*/ 13406 h 231738"/>
                <a:gd name="connsiteX43" fmla="*/ 116936 w 152080"/>
                <a:gd name="connsiteY43" fmla="*/ 13406 h 231738"/>
                <a:gd name="connsiteX44" fmla="*/ 139301 w 152080"/>
                <a:gd name="connsiteY44" fmla="*/ 35750 h 231738"/>
                <a:gd name="connsiteX45" fmla="*/ 139301 w 152080"/>
                <a:gd name="connsiteY45" fmla="*/ 46603 h 231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2080" h="231738">
                  <a:moveTo>
                    <a:pt x="146969" y="23621"/>
                  </a:moveTo>
                  <a:cubicBezTo>
                    <a:pt x="137384" y="21706"/>
                    <a:pt x="129716" y="14683"/>
                    <a:pt x="127799" y="5107"/>
                  </a:cubicBezTo>
                  <a:cubicBezTo>
                    <a:pt x="127160" y="1915"/>
                    <a:pt x="124604" y="0"/>
                    <a:pt x="121409" y="0"/>
                  </a:cubicBezTo>
                  <a:lnTo>
                    <a:pt x="30672" y="0"/>
                  </a:lnTo>
                  <a:cubicBezTo>
                    <a:pt x="27477" y="0"/>
                    <a:pt x="24921" y="1915"/>
                    <a:pt x="24282" y="5107"/>
                  </a:cubicBezTo>
                  <a:cubicBezTo>
                    <a:pt x="21726" y="14683"/>
                    <a:pt x="14697" y="21706"/>
                    <a:pt x="5112" y="24259"/>
                  </a:cubicBezTo>
                  <a:cubicBezTo>
                    <a:pt x="1917" y="24897"/>
                    <a:pt x="0" y="27451"/>
                    <a:pt x="0" y="30643"/>
                  </a:cubicBezTo>
                  <a:lnTo>
                    <a:pt x="0" y="169176"/>
                  </a:lnTo>
                  <a:cubicBezTo>
                    <a:pt x="0" y="170452"/>
                    <a:pt x="0" y="171729"/>
                    <a:pt x="0" y="171729"/>
                  </a:cubicBezTo>
                  <a:lnTo>
                    <a:pt x="0" y="201734"/>
                  </a:lnTo>
                  <a:cubicBezTo>
                    <a:pt x="0" y="203649"/>
                    <a:pt x="639" y="204926"/>
                    <a:pt x="1917" y="206203"/>
                  </a:cubicBezTo>
                  <a:lnTo>
                    <a:pt x="24921" y="229823"/>
                  </a:lnTo>
                  <a:cubicBezTo>
                    <a:pt x="26199" y="231100"/>
                    <a:pt x="28116" y="231738"/>
                    <a:pt x="29394" y="231738"/>
                  </a:cubicBezTo>
                  <a:lnTo>
                    <a:pt x="120131" y="231738"/>
                  </a:lnTo>
                  <a:cubicBezTo>
                    <a:pt x="122048" y="231738"/>
                    <a:pt x="123326" y="231100"/>
                    <a:pt x="124604" y="229823"/>
                  </a:cubicBezTo>
                  <a:lnTo>
                    <a:pt x="150164" y="206203"/>
                  </a:lnTo>
                  <a:cubicBezTo>
                    <a:pt x="151442" y="204926"/>
                    <a:pt x="152081" y="203011"/>
                    <a:pt x="152081" y="201734"/>
                  </a:cubicBezTo>
                  <a:lnTo>
                    <a:pt x="152081" y="30005"/>
                  </a:lnTo>
                  <a:cubicBezTo>
                    <a:pt x="152081" y="26813"/>
                    <a:pt x="150164" y="24259"/>
                    <a:pt x="146969" y="23621"/>
                  </a:cubicBezTo>
                  <a:close/>
                  <a:moveTo>
                    <a:pt x="117575" y="218971"/>
                  </a:moveTo>
                  <a:lnTo>
                    <a:pt x="32589" y="218971"/>
                  </a:lnTo>
                  <a:lnTo>
                    <a:pt x="13419" y="199819"/>
                  </a:lnTo>
                  <a:lnTo>
                    <a:pt x="138662" y="199819"/>
                  </a:lnTo>
                  <a:lnTo>
                    <a:pt x="117575" y="218971"/>
                  </a:lnTo>
                  <a:close/>
                  <a:moveTo>
                    <a:pt x="139301" y="187051"/>
                  </a:moveTo>
                  <a:lnTo>
                    <a:pt x="12780" y="187051"/>
                  </a:lnTo>
                  <a:lnTo>
                    <a:pt x="12780" y="169176"/>
                  </a:lnTo>
                  <a:cubicBezTo>
                    <a:pt x="13419" y="160238"/>
                    <a:pt x="16614" y="151939"/>
                    <a:pt x="23004" y="145555"/>
                  </a:cubicBezTo>
                  <a:cubicBezTo>
                    <a:pt x="34506" y="132787"/>
                    <a:pt x="54953" y="126403"/>
                    <a:pt x="82430" y="126403"/>
                  </a:cubicBezTo>
                  <a:cubicBezTo>
                    <a:pt x="100322" y="127041"/>
                    <a:pt x="116936" y="120657"/>
                    <a:pt x="130355" y="108528"/>
                  </a:cubicBezTo>
                  <a:cubicBezTo>
                    <a:pt x="133550" y="105336"/>
                    <a:pt x="136745" y="101505"/>
                    <a:pt x="139301" y="97675"/>
                  </a:cubicBezTo>
                  <a:lnTo>
                    <a:pt x="139301" y="187051"/>
                  </a:lnTo>
                  <a:close/>
                  <a:moveTo>
                    <a:pt x="139301" y="46603"/>
                  </a:moveTo>
                  <a:cubicBezTo>
                    <a:pt x="139301" y="70224"/>
                    <a:pt x="133550" y="88099"/>
                    <a:pt x="121409" y="99590"/>
                  </a:cubicBezTo>
                  <a:cubicBezTo>
                    <a:pt x="110546" y="109166"/>
                    <a:pt x="97127" y="114273"/>
                    <a:pt x="82430" y="114273"/>
                  </a:cubicBezTo>
                  <a:cubicBezTo>
                    <a:pt x="50481" y="114273"/>
                    <a:pt x="26838" y="122573"/>
                    <a:pt x="12780" y="137894"/>
                  </a:cubicBezTo>
                  <a:cubicBezTo>
                    <a:pt x="12780" y="137894"/>
                    <a:pt x="12141" y="138533"/>
                    <a:pt x="12141" y="138533"/>
                  </a:cubicBezTo>
                  <a:lnTo>
                    <a:pt x="12141" y="44049"/>
                  </a:lnTo>
                  <a:lnTo>
                    <a:pt x="75401" y="44049"/>
                  </a:lnTo>
                  <a:cubicBezTo>
                    <a:pt x="79235" y="44049"/>
                    <a:pt x="81791" y="41496"/>
                    <a:pt x="81791" y="37665"/>
                  </a:cubicBezTo>
                  <a:cubicBezTo>
                    <a:pt x="81791" y="33835"/>
                    <a:pt x="79235" y="31281"/>
                    <a:pt x="75401" y="31281"/>
                  </a:cubicBezTo>
                  <a:lnTo>
                    <a:pt x="20448" y="31281"/>
                  </a:lnTo>
                  <a:cubicBezTo>
                    <a:pt x="26838" y="26813"/>
                    <a:pt x="31950" y="20429"/>
                    <a:pt x="35145" y="13406"/>
                  </a:cubicBezTo>
                  <a:lnTo>
                    <a:pt x="116936" y="13406"/>
                  </a:lnTo>
                  <a:cubicBezTo>
                    <a:pt x="120770" y="23621"/>
                    <a:pt x="129077" y="31920"/>
                    <a:pt x="139301" y="35750"/>
                  </a:cubicBezTo>
                  <a:lnTo>
                    <a:pt x="139301" y="46603"/>
                  </a:lnTo>
                  <a:close/>
                </a:path>
              </a:pathLst>
            </a:custGeom>
            <a:solidFill>
              <a:srgbClr val="007680"/>
            </a:solidFill>
            <a:ln w="6390" cap="flat">
              <a:noFill/>
              <a:prstDash val="solid"/>
              <a:miter/>
            </a:ln>
          </p:spPr>
          <p:txBody>
            <a:bodyPr rtlCol="0" anchor="ctr"/>
            <a:lstStyle/>
            <a:p>
              <a:endParaRPr lang="en-US"/>
            </a:p>
          </p:txBody>
        </p:sp>
      </p:grpSp>
      <p:grpSp>
        <p:nvGrpSpPr>
          <p:cNvPr id="539" name="Graphic 5">
            <a:extLst>
              <a:ext uri="{FF2B5EF4-FFF2-40B4-BE49-F238E27FC236}">
                <a16:creationId xmlns:a16="http://schemas.microsoft.com/office/drawing/2014/main" id="{16142CA0-4C1C-1E4B-A8BB-1ED456C3BF99}"/>
              </a:ext>
            </a:extLst>
          </p:cNvPr>
          <p:cNvGrpSpPr/>
          <p:nvPr/>
        </p:nvGrpSpPr>
        <p:grpSpPr>
          <a:xfrm>
            <a:off x="2561086" y="2856356"/>
            <a:ext cx="362309" cy="361971"/>
            <a:chOff x="2561086" y="2856356"/>
            <a:chExt cx="362309" cy="361971"/>
          </a:xfrm>
          <a:solidFill>
            <a:srgbClr val="007680"/>
          </a:solidFill>
        </p:grpSpPr>
        <p:sp>
          <p:nvSpPr>
            <p:cNvPr id="540" name="Graphic 5">
              <a:extLst>
                <a:ext uri="{FF2B5EF4-FFF2-40B4-BE49-F238E27FC236}">
                  <a16:creationId xmlns:a16="http://schemas.microsoft.com/office/drawing/2014/main" id="{22E0C2AC-ACA4-B149-98D1-B64B844C923F}"/>
                </a:ext>
              </a:extLst>
            </p:cNvPr>
            <p:cNvSpPr/>
            <p:nvPr/>
          </p:nvSpPr>
          <p:spPr>
            <a:xfrm>
              <a:off x="2561086" y="285635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cubicBezTo>
                    <a:pt x="349530" y="180667"/>
                    <a:pt x="349530" y="180667"/>
                    <a:pt x="349530" y="180667"/>
                  </a:cubicBezTo>
                  <a:cubicBezTo>
                    <a:pt x="349530" y="273873"/>
                    <a:pt x="274128"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541" name="Graphic 5">
              <a:extLst>
                <a:ext uri="{FF2B5EF4-FFF2-40B4-BE49-F238E27FC236}">
                  <a16:creationId xmlns:a16="http://schemas.microsoft.com/office/drawing/2014/main" id="{8B8E2ED5-C7BB-9942-8135-BC125D9516FA}"/>
                </a:ext>
              </a:extLst>
            </p:cNvPr>
            <p:cNvSpPr/>
            <p:nvPr/>
          </p:nvSpPr>
          <p:spPr>
            <a:xfrm>
              <a:off x="2661408" y="2929133"/>
              <a:ext cx="122047" cy="216416"/>
            </a:xfrm>
            <a:custGeom>
              <a:avLst/>
              <a:gdLst>
                <a:gd name="connsiteX0" fmla="*/ 115658 w 122047"/>
                <a:gd name="connsiteY0" fmla="*/ 137894 h 216416"/>
                <a:gd name="connsiteX1" fmla="*/ 109268 w 122047"/>
                <a:gd name="connsiteY1" fmla="*/ 144278 h 216416"/>
                <a:gd name="connsiteX2" fmla="*/ 109268 w 122047"/>
                <a:gd name="connsiteY2" fmla="*/ 203649 h 216416"/>
                <a:gd name="connsiteX3" fmla="*/ 12780 w 122047"/>
                <a:gd name="connsiteY3" fmla="*/ 203649 h 216416"/>
                <a:gd name="connsiteX4" fmla="*/ 12780 w 122047"/>
                <a:gd name="connsiteY4" fmla="*/ 12768 h 216416"/>
                <a:gd name="connsiteX5" fmla="*/ 109268 w 122047"/>
                <a:gd name="connsiteY5" fmla="*/ 12768 h 216416"/>
                <a:gd name="connsiteX6" fmla="*/ 109268 w 122047"/>
                <a:gd name="connsiteY6" fmla="*/ 72139 h 216416"/>
                <a:gd name="connsiteX7" fmla="*/ 115658 w 122047"/>
                <a:gd name="connsiteY7" fmla="*/ 78523 h 216416"/>
                <a:gd name="connsiteX8" fmla="*/ 122048 w 122047"/>
                <a:gd name="connsiteY8" fmla="*/ 72139 h 216416"/>
                <a:gd name="connsiteX9" fmla="*/ 122048 w 122047"/>
                <a:gd name="connsiteY9" fmla="*/ 6384 h 216416"/>
                <a:gd name="connsiteX10" fmla="*/ 115658 w 122047"/>
                <a:gd name="connsiteY10" fmla="*/ 0 h 216416"/>
                <a:gd name="connsiteX11" fmla="*/ 6390 w 122047"/>
                <a:gd name="connsiteY11" fmla="*/ 0 h 216416"/>
                <a:gd name="connsiteX12" fmla="*/ 0 w 122047"/>
                <a:gd name="connsiteY12" fmla="*/ 6384 h 216416"/>
                <a:gd name="connsiteX13" fmla="*/ 0 w 122047"/>
                <a:gd name="connsiteY13" fmla="*/ 210033 h 216416"/>
                <a:gd name="connsiteX14" fmla="*/ 6390 w 122047"/>
                <a:gd name="connsiteY14" fmla="*/ 216417 h 216416"/>
                <a:gd name="connsiteX15" fmla="*/ 115658 w 122047"/>
                <a:gd name="connsiteY15" fmla="*/ 216417 h 216416"/>
                <a:gd name="connsiteX16" fmla="*/ 122048 w 122047"/>
                <a:gd name="connsiteY16" fmla="*/ 210033 h 216416"/>
                <a:gd name="connsiteX17" fmla="*/ 122048 w 122047"/>
                <a:gd name="connsiteY17" fmla="*/ 144278 h 216416"/>
                <a:gd name="connsiteX18" fmla="*/ 115658 w 122047"/>
                <a:gd name="connsiteY18" fmla="*/ 137894 h 21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047" h="216416">
                  <a:moveTo>
                    <a:pt x="115658" y="137894"/>
                  </a:moveTo>
                  <a:cubicBezTo>
                    <a:pt x="111824" y="137894"/>
                    <a:pt x="109268" y="140448"/>
                    <a:pt x="109268" y="144278"/>
                  </a:cubicBezTo>
                  <a:lnTo>
                    <a:pt x="109268" y="203649"/>
                  </a:lnTo>
                  <a:lnTo>
                    <a:pt x="12780" y="203649"/>
                  </a:lnTo>
                  <a:lnTo>
                    <a:pt x="12780" y="12768"/>
                  </a:lnTo>
                  <a:lnTo>
                    <a:pt x="109268" y="12768"/>
                  </a:lnTo>
                  <a:lnTo>
                    <a:pt x="109268" y="72139"/>
                  </a:lnTo>
                  <a:cubicBezTo>
                    <a:pt x="109268" y="75969"/>
                    <a:pt x="111824" y="78523"/>
                    <a:pt x="115658" y="78523"/>
                  </a:cubicBezTo>
                  <a:cubicBezTo>
                    <a:pt x="119492" y="78523"/>
                    <a:pt x="122048" y="75969"/>
                    <a:pt x="122048" y="72139"/>
                  </a:cubicBezTo>
                  <a:lnTo>
                    <a:pt x="122048" y="6384"/>
                  </a:lnTo>
                  <a:cubicBezTo>
                    <a:pt x="122048" y="2554"/>
                    <a:pt x="119492" y="0"/>
                    <a:pt x="115658" y="0"/>
                  </a:cubicBezTo>
                  <a:lnTo>
                    <a:pt x="6390" y="0"/>
                  </a:lnTo>
                  <a:cubicBezTo>
                    <a:pt x="2556" y="0"/>
                    <a:pt x="0" y="2554"/>
                    <a:pt x="0" y="6384"/>
                  </a:cubicBezTo>
                  <a:lnTo>
                    <a:pt x="0" y="210033"/>
                  </a:lnTo>
                  <a:cubicBezTo>
                    <a:pt x="0" y="213863"/>
                    <a:pt x="2556" y="216417"/>
                    <a:pt x="6390" y="216417"/>
                  </a:cubicBezTo>
                  <a:lnTo>
                    <a:pt x="115658" y="216417"/>
                  </a:lnTo>
                  <a:cubicBezTo>
                    <a:pt x="119492" y="216417"/>
                    <a:pt x="122048" y="213863"/>
                    <a:pt x="122048" y="210033"/>
                  </a:cubicBezTo>
                  <a:lnTo>
                    <a:pt x="122048" y="144278"/>
                  </a:lnTo>
                  <a:cubicBezTo>
                    <a:pt x="122048" y="141086"/>
                    <a:pt x="119492" y="137894"/>
                    <a:pt x="115658" y="137894"/>
                  </a:cubicBezTo>
                  <a:close/>
                </a:path>
              </a:pathLst>
            </a:custGeom>
            <a:solidFill>
              <a:srgbClr val="007680"/>
            </a:solidFill>
            <a:ln w="6390" cap="flat">
              <a:noFill/>
              <a:prstDash val="solid"/>
              <a:miter/>
            </a:ln>
          </p:spPr>
          <p:txBody>
            <a:bodyPr rtlCol="0" anchor="ctr"/>
            <a:lstStyle/>
            <a:p>
              <a:endParaRPr lang="en-US"/>
            </a:p>
          </p:txBody>
        </p:sp>
        <p:sp>
          <p:nvSpPr>
            <p:cNvPr id="542" name="Graphic 5">
              <a:extLst>
                <a:ext uri="{FF2B5EF4-FFF2-40B4-BE49-F238E27FC236}">
                  <a16:creationId xmlns:a16="http://schemas.microsoft.com/office/drawing/2014/main" id="{036D482C-3347-DD4D-B433-2A23733B821D}"/>
                </a:ext>
              </a:extLst>
            </p:cNvPr>
            <p:cNvSpPr/>
            <p:nvPr/>
          </p:nvSpPr>
          <p:spPr>
            <a:xfrm>
              <a:off x="2712528" y="3002200"/>
              <a:ext cx="136525" cy="71210"/>
            </a:xfrm>
            <a:custGeom>
              <a:avLst/>
              <a:gdLst>
                <a:gd name="connsiteX0" fmla="*/ 136106 w 136525"/>
                <a:gd name="connsiteY0" fmla="*/ 32907 h 71210"/>
                <a:gd name="connsiteX1" fmla="*/ 134828 w 136525"/>
                <a:gd name="connsiteY1" fmla="*/ 30992 h 71210"/>
                <a:gd name="connsiteX2" fmla="*/ 105434 w 136525"/>
                <a:gd name="connsiteY2" fmla="*/ 1626 h 71210"/>
                <a:gd name="connsiteX3" fmla="*/ 96488 w 136525"/>
                <a:gd name="connsiteY3" fmla="*/ 2264 h 71210"/>
                <a:gd name="connsiteX4" fmla="*/ 96488 w 136525"/>
                <a:gd name="connsiteY4" fmla="*/ 10563 h 71210"/>
                <a:gd name="connsiteX5" fmla="*/ 115019 w 136525"/>
                <a:gd name="connsiteY5" fmla="*/ 29077 h 71210"/>
                <a:gd name="connsiteX6" fmla="*/ 6390 w 136525"/>
                <a:gd name="connsiteY6" fmla="*/ 29077 h 71210"/>
                <a:gd name="connsiteX7" fmla="*/ 0 w 136525"/>
                <a:gd name="connsiteY7" fmla="*/ 35461 h 71210"/>
                <a:gd name="connsiteX8" fmla="*/ 6390 w 136525"/>
                <a:gd name="connsiteY8" fmla="*/ 41845 h 71210"/>
                <a:gd name="connsiteX9" fmla="*/ 115019 w 136525"/>
                <a:gd name="connsiteY9" fmla="*/ 41845 h 71210"/>
                <a:gd name="connsiteX10" fmla="*/ 97127 w 136525"/>
                <a:gd name="connsiteY10" fmla="*/ 60358 h 71210"/>
                <a:gd name="connsiteX11" fmla="*/ 97127 w 136525"/>
                <a:gd name="connsiteY11" fmla="*/ 69296 h 71210"/>
                <a:gd name="connsiteX12" fmla="*/ 106073 w 136525"/>
                <a:gd name="connsiteY12" fmla="*/ 69296 h 71210"/>
                <a:gd name="connsiteX13" fmla="*/ 135467 w 136525"/>
                <a:gd name="connsiteY13" fmla="*/ 39929 h 71210"/>
                <a:gd name="connsiteX14" fmla="*/ 136106 w 136525"/>
                <a:gd name="connsiteY14" fmla="*/ 32907 h 71210"/>
                <a:gd name="connsiteX15" fmla="*/ 136106 w 136525"/>
                <a:gd name="connsiteY15" fmla="*/ 32907 h 71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6525" h="71210">
                  <a:moveTo>
                    <a:pt x="136106" y="32907"/>
                  </a:moveTo>
                  <a:cubicBezTo>
                    <a:pt x="135467" y="32269"/>
                    <a:pt x="135467" y="31630"/>
                    <a:pt x="134828" y="30992"/>
                  </a:cubicBezTo>
                  <a:lnTo>
                    <a:pt x="105434" y="1626"/>
                  </a:lnTo>
                  <a:cubicBezTo>
                    <a:pt x="102878" y="-928"/>
                    <a:pt x="98405" y="-290"/>
                    <a:pt x="96488" y="2264"/>
                  </a:cubicBezTo>
                  <a:cubicBezTo>
                    <a:pt x="94571" y="4818"/>
                    <a:pt x="94571" y="8010"/>
                    <a:pt x="96488" y="10563"/>
                  </a:cubicBezTo>
                  <a:lnTo>
                    <a:pt x="115019" y="29077"/>
                  </a:lnTo>
                  <a:lnTo>
                    <a:pt x="6390" y="29077"/>
                  </a:lnTo>
                  <a:cubicBezTo>
                    <a:pt x="2556" y="29077"/>
                    <a:pt x="0" y="31630"/>
                    <a:pt x="0" y="35461"/>
                  </a:cubicBezTo>
                  <a:cubicBezTo>
                    <a:pt x="0" y="39291"/>
                    <a:pt x="2556" y="41845"/>
                    <a:pt x="6390" y="41845"/>
                  </a:cubicBezTo>
                  <a:lnTo>
                    <a:pt x="115019" y="41845"/>
                  </a:lnTo>
                  <a:lnTo>
                    <a:pt x="97127" y="60358"/>
                  </a:lnTo>
                  <a:cubicBezTo>
                    <a:pt x="94571" y="62912"/>
                    <a:pt x="94571" y="66742"/>
                    <a:pt x="97127" y="69296"/>
                  </a:cubicBezTo>
                  <a:cubicBezTo>
                    <a:pt x="99683" y="71849"/>
                    <a:pt x="103517" y="71849"/>
                    <a:pt x="106073" y="69296"/>
                  </a:cubicBezTo>
                  <a:lnTo>
                    <a:pt x="135467" y="39929"/>
                  </a:lnTo>
                  <a:cubicBezTo>
                    <a:pt x="136745" y="38014"/>
                    <a:pt x="136745" y="34822"/>
                    <a:pt x="136106" y="32907"/>
                  </a:cubicBezTo>
                  <a:lnTo>
                    <a:pt x="136106" y="32907"/>
                  </a:lnTo>
                  <a:close/>
                </a:path>
              </a:pathLst>
            </a:custGeom>
            <a:solidFill>
              <a:srgbClr val="007680"/>
            </a:solidFill>
            <a:ln w="6390" cap="flat">
              <a:noFill/>
              <a:prstDash val="solid"/>
              <a:miter/>
            </a:ln>
          </p:spPr>
          <p:txBody>
            <a:bodyPr rtlCol="0" anchor="ctr"/>
            <a:lstStyle/>
            <a:p>
              <a:endParaRPr lang="en-US"/>
            </a:p>
          </p:txBody>
        </p:sp>
      </p:grpSp>
      <p:grpSp>
        <p:nvGrpSpPr>
          <p:cNvPr id="543" name="Graphic 5">
            <a:extLst>
              <a:ext uri="{FF2B5EF4-FFF2-40B4-BE49-F238E27FC236}">
                <a16:creationId xmlns:a16="http://schemas.microsoft.com/office/drawing/2014/main" id="{7F7378BD-D2D5-4E49-9AD9-BF3D8C39AF4D}"/>
              </a:ext>
            </a:extLst>
          </p:cNvPr>
          <p:cNvGrpSpPr/>
          <p:nvPr/>
        </p:nvGrpSpPr>
        <p:grpSpPr>
          <a:xfrm>
            <a:off x="1515054" y="2856356"/>
            <a:ext cx="362313" cy="361971"/>
            <a:chOff x="1515054" y="2856356"/>
            <a:chExt cx="362313" cy="361971"/>
          </a:xfrm>
          <a:solidFill>
            <a:srgbClr val="007680"/>
          </a:solidFill>
        </p:grpSpPr>
        <p:sp>
          <p:nvSpPr>
            <p:cNvPr id="544" name="Graphic 5">
              <a:extLst>
                <a:ext uri="{FF2B5EF4-FFF2-40B4-BE49-F238E27FC236}">
                  <a16:creationId xmlns:a16="http://schemas.microsoft.com/office/drawing/2014/main" id="{A641FD52-172C-8A42-8A64-A89DFB852988}"/>
                </a:ext>
              </a:extLst>
            </p:cNvPr>
            <p:cNvSpPr/>
            <p:nvPr/>
          </p:nvSpPr>
          <p:spPr>
            <a:xfrm>
              <a:off x="1515054" y="2856356"/>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362309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29 w 362313"/>
                <a:gd name="connsiteY9" fmla="*/ 180667 h 361971"/>
                <a:gd name="connsiteX10" fmla="*/ 349529 w 362313"/>
                <a:gd name="connsiteY10" fmla="*/ 180667 h 361971"/>
                <a:gd name="connsiteX11" fmla="*/ 181474 w 362313"/>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545" name="Graphic 5">
              <a:extLst>
                <a:ext uri="{FF2B5EF4-FFF2-40B4-BE49-F238E27FC236}">
                  <a16:creationId xmlns:a16="http://schemas.microsoft.com/office/drawing/2014/main" id="{2549FD0D-B57D-D645-894E-48368507F068}"/>
                </a:ext>
              </a:extLst>
            </p:cNvPr>
            <p:cNvSpPr/>
            <p:nvPr/>
          </p:nvSpPr>
          <p:spPr>
            <a:xfrm>
              <a:off x="1611484" y="2912824"/>
              <a:ext cx="170726" cy="107599"/>
            </a:xfrm>
            <a:custGeom>
              <a:avLst/>
              <a:gdLst>
                <a:gd name="connsiteX0" fmla="*/ 90156 w 170726"/>
                <a:gd name="connsiteY0" fmla="*/ 2264 h 107599"/>
                <a:gd name="connsiteX1" fmla="*/ 81210 w 170726"/>
                <a:gd name="connsiteY1" fmla="*/ 1626 h 107599"/>
                <a:gd name="connsiteX2" fmla="*/ 80571 w 170726"/>
                <a:gd name="connsiteY2" fmla="*/ 2264 h 107599"/>
                <a:gd name="connsiteX3" fmla="*/ 1336 w 170726"/>
                <a:gd name="connsiteY3" fmla="*/ 96747 h 107599"/>
                <a:gd name="connsiteX4" fmla="*/ 697 w 170726"/>
                <a:gd name="connsiteY4" fmla="*/ 103769 h 107599"/>
                <a:gd name="connsiteX5" fmla="*/ 6448 w 170726"/>
                <a:gd name="connsiteY5" fmla="*/ 107600 h 107599"/>
                <a:gd name="connsiteX6" fmla="*/ 164279 w 170726"/>
                <a:gd name="connsiteY6" fmla="*/ 107600 h 107599"/>
                <a:gd name="connsiteX7" fmla="*/ 170030 w 170726"/>
                <a:gd name="connsiteY7" fmla="*/ 103769 h 107599"/>
                <a:gd name="connsiteX8" fmla="*/ 169391 w 170726"/>
                <a:gd name="connsiteY8" fmla="*/ 96747 h 107599"/>
                <a:gd name="connsiteX9" fmla="*/ 90156 w 170726"/>
                <a:gd name="connsiteY9" fmla="*/ 2264 h 107599"/>
                <a:gd name="connsiteX10" fmla="*/ 19866 w 170726"/>
                <a:gd name="connsiteY10" fmla="*/ 94832 h 107599"/>
                <a:gd name="connsiteX11" fmla="*/ 85044 w 170726"/>
                <a:gd name="connsiteY11" fmla="*/ 16309 h 107599"/>
                <a:gd name="connsiteX12" fmla="*/ 150221 w 170726"/>
                <a:gd name="connsiteY12" fmla="*/ 94832 h 107599"/>
                <a:gd name="connsiteX13" fmla="*/ 19866 w 170726"/>
                <a:gd name="connsiteY13" fmla="*/ 94832 h 10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0726" h="107599">
                  <a:moveTo>
                    <a:pt x="90156" y="2264"/>
                  </a:moveTo>
                  <a:cubicBezTo>
                    <a:pt x="87600" y="-290"/>
                    <a:pt x="83766" y="-928"/>
                    <a:pt x="81210" y="1626"/>
                  </a:cubicBezTo>
                  <a:cubicBezTo>
                    <a:pt x="81210" y="1626"/>
                    <a:pt x="80571" y="2264"/>
                    <a:pt x="80571" y="2264"/>
                  </a:cubicBezTo>
                  <a:lnTo>
                    <a:pt x="1336" y="96747"/>
                  </a:lnTo>
                  <a:cubicBezTo>
                    <a:pt x="58" y="98662"/>
                    <a:pt x="-581" y="101216"/>
                    <a:pt x="697" y="103769"/>
                  </a:cubicBezTo>
                  <a:cubicBezTo>
                    <a:pt x="1975" y="106323"/>
                    <a:pt x="3892" y="107600"/>
                    <a:pt x="6448" y="107600"/>
                  </a:cubicBezTo>
                  <a:lnTo>
                    <a:pt x="164279" y="107600"/>
                  </a:lnTo>
                  <a:cubicBezTo>
                    <a:pt x="166835" y="107600"/>
                    <a:pt x="168752" y="106323"/>
                    <a:pt x="170030" y="103769"/>
                  </a:cubicBezTo>
                  <a:cubicBezTo>
                    <a:pt x="171308" y="101216"/>
                    <a:pt x="170669" y="98662"/>
                    <a:pt x="169391" y="96747"/>
                  </a:cubicBezTo>
                  <a:lnTo>
                    <a:pt x="90156" y="2264"/>
                  </a:lnTo>
                  <a:close/>
                  <a:moveTo>
                    <a:pt x="19866" y="94832"/>
                  </a:moveTo>
                  <a:lnTo>
                    <a:pt x="85044" y="16309"/>
                  </a:lnTo>
                  <a:lnTo>
                    <a:pt x="150221" y="94832"/>
                  </a:lnTo>
                  <a:lnTo>
                    <a:pt x="19866" y="94832"/>
                  </a:lnTo>
                  <a:close/>
                </a:path>
              </a:pathLst>
            </a:custGeom>
            <a:solidFill>
              <a:srgbClr val="007680"/>
            </a:solidFill>
            <a:ln w="6390" cap="flat">
              <a:noFill/>
              <a:prstDash val="solid"/>
              <a:miter/>
            </a:ln>
          </p:spPr>
          <p:txBody>
            <a:bodyPr rtlCol="0" anchor="ctr"/>
            <a:lstStyle/>
            <a:p>
              <a:endParaRPr lang="en-US"/>
            </a:p>
          </p:txBody>
        </p:sp>
        <p:sp>
          <p:nvSpPr>
            <p:cNvPr id="546" name="Graphic 5">
              <a:extLst>
                <a:ext uri="{FF2B5EF4-FFF2-40B4-BE49-F238E27FC236}">
                  <a16:creationId xmlns:a16="http://schemas.microsoft.com/office/drawing/2014/main" id="{4BBFB5B2-FAF9-E940-9D94-2B21C2F97608}"/>
                </a:ext>
              </a:extLst>
            </p:cNvPr>
            <p:cNvSpPr/>
            <p:nvPr/>
          </p:nvSpPr>
          <p:spPr>
            <a:xfrm>
              <a:off x="1611484" y="3054259"/>
              <a:ext cx="171365" cy="107889"/>
            </a:xfrm>
            <a:custGeom>
              <a:avLst/>
              <a:gdLst>
                <a:gd name="connsiteX0" fmla="*/ 164279 w 171365"/>
                <a:gd name="connsiteY0" fmla="*/ 0 h 107889"/>
                <a:gd name="connsiteX1" fmla="*/ 6448 w 171365"/>
                <a:gd name="connsiteY1" fmla="*/ 0 h 107889"/>
                <a:gd name="connsiteX2" fmla="*/ 697 w 171365"/>
                <a:gd name="connsiteY2" fmla="*/ 3830 h 107889"/>
                <a:gd name="connsiteX3" fmla="*/ 1336 w 171365"/>
                <a:gd name="connsiteY3" fmla="*/ 10853 h 107889"/>
                <a:gd name="connsiteX4" fmla="*/ 80571 w 171365"/>
                <a:gd name="connsiteY4" fmla="*/ 105336 h 107889"/>
                <a:gd name="connsiteX5" fmla="*/ 85683 w 171365"/>
                <a:gd name="connsiteY5" fmla="*/ 107889 h 107889"/>
                <a:gd name="connsiteX6" fmla="*/ 90795 w 171365"/>
                <a:gd name="connsiteY6" fmla="*/ 105336 h 107889"/>
                <a:gd name="connsiteX7" fmla="*/ 170030 w 171365"/>
                <a:gd name="connsiteY7" fmla="*/ 10853 h 107889"/>
                <a:gd name="connsiteX8" fmla="*/ 170669 w 171365"/>
                <a:gd name="connsiteY8" fmla="*/ 3830 h 107889"/>
                <a:gd name="connsiteX9" fmla="*/ 164279 w 171365"/>
                <a:gd name="connsiteY9" fmla="*/ 0 h 107889"/>
                <a:gd name="connsiteX10" fmla="*/ 85044 w 171365"/>
                <a:gd name="connsiteY10" fmla="*/ 90653 h 107889"/>
                <a:gd name="connsiteX11" fmla="*/ 19866 w 171365"/>
                <a:gd name="connsiteY11" fmla="*/ 12130 h 107889"/>
                <a:gd name="connsiteX12" fmla="*/ 150221 w 171365"/>
                <a:gd name="connsiteY12" fmla="*/ 12130 h 107889"/>
                <a:gd name="connsiteX13" fmla="*/ 85044 w 171365"/>
                <a:gd name="connsiteY13" fmla="*/ 90653 h 107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365" h="107889">
                  <a:moveTo>
                    <a:pt x="164279" y="0"/>
                  </a:moveTo>
                  <a:lnTo>
                    <a:pt x="6448" y="0"/>
                  </a:lnTo>
                  <a:cubicBezTo>
                    <a:pt x="3892" y="0"/>
                    <a:pt x="1975" y="1277"/>
                    <a:pt x="697" y="3830"/>
                  </a:cubicBezTo>
                  <a:cubicBezTo>
                    <a:pt x="-581" y="6384"/>
                    <a:pt x="58" y="8938"/>
                    <a:pt x="1336" y="10853"/>
                  </a:cubicBezTo>
                  <a:lnTo>
                    <a:pt x="80571" y="105336"/>
                  </a:lnTo>
                  <a:cubicBezTo>
                    <a:pt x="81849" y="106613"/>
                    <a:pt x="83766" y="107889"/>
                    <a:pt x="85683" y="107889"/>
                  </a:cubicBezTo>
                  <a:cubicBezTo>
                    <a:pt x="87600" y="107889"/>
                    <a:pt x="89517" y="107251"/>
                    <a:pt x="90795" y="105336"/>
                  </a:cubicBezTo>
                  <a:lnTo>
                    <a:pt x="170030" y="10853"/>
                  </a:lnTo>
                  <a:cubicBezTo>
                    <a:pt x="171308" y="8938"/>
                    <a:pt x="171947" y="6384"/>
                    <a:pt x="170669" y="3830"/>
                  </a:cubicBezTo>
                  <a:cubicBezTo>
                    <a:pt x="168752" y="1277"/>
                    <a:pt x="166835" y="0"/>
                    <a:pt x="164279" y="0"/>
                  </a:cubicBezTo>
                  <a:close/>
                  <a:moveTo>
                    <a:pt x="85044" y="90653"/>
                  </a:moveTo>
                  <a:lnTo>
                    <a:pt x="19866" y="12130"/>
                  </a:lnTo>
                  <a:lnTo>
                    <a:pt x="150221" y="12130"/>
                  </a:lnTo>
                  <a:lnTo>
                    <a:pt x="85044" y="90653"/>
                  </a:lnTo>
                  <a:close/>
                </a:path>
              </a:pathLst>
            </a:custGeom>
            <a:solidFill>
              <a:srgbClr val="007680"/>
            </a:solidFill>
            <a:ln w="6390" cap="flat">
              <a:noFill/>
              <a:prstDash val="solid"/>
              <a:miter/>
            </a:ln>
          </p:spPr>
          <p:txBody>
            <a:bodyPr rtlCol="0" anchor="ctr"/>
            <a:lstStyle/>
            <a:p>
              <a:endParaRPr lang="en-US"/>
            </a:p>
          </p:txBody>
        </p:sp>
      </p:grpSp>
      <p:grpSp>
        <p:nvGrpSpPr>
          <p:cNvPr id="547" name="Graphic 5">
            <a:extLst>
              <a:ext uri="{FF2B5EF4-FFF2-40B4-BE49-F238E27FC236}">
                <a16:creationId xmlns:a16="http://schemas.microsoft.com/office/drawing/2014/main" id="{52BA5CF1-222E-3A4D-8529-B75A721F1FF8}"/>
              </a:ext>
            </a:extLst>
          </p:cNvPr>
          <p:cNvGrpSpPr/>
          <p:nvPr/>
        </p:nvGrpSpPr>
        <p:grpSpPr>
          <a:xfrm>
            <a:off x="4661459" y="2856356"/>
            <a:ext cx="362313" cy="361971"/>
            <a:chOff x="4661459" y="2856356"/>
            <a:chExt cx="362313" cy="361971"/>
          </a:xfrm>
          <a:solidFill>
            <a:srgbClr val="007680"/>
          </a:solidFill>
        </p:grpSpPr>
        <p:sp>
          <p:nvSpPr>
            <p:cNvPr id="548" name="Graphic 5">
              <a:extLst>
                <a:ext uri="{FF2B5EF4-FFF2-40B4-BE49-F238E27FC236}">
                  <a16:creationId xmlns:a16="http://schemas.microsoft.com/office/drawing/2014/main" id="{A47C3FD9-56ED-8C44-B691-0EF66BFFD8E5}"/>
                </a:ext>
              </a:extLst>
            </p:cNvPr>
            <p:cNvSpPr/>
            <p:nvPr/>
          </p:nvSpPr>
          <p:spPr>
            <a:xfrm>
              <a:off x="4661459" y="2856356"/>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5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cubicBezTo>
                    <a:pt x="349530" y="180667"/>
                    <a:pt x="349530" y="180667"/>
                    <a:pt x="349530" y="180667"/>
                  </a:cubicBezTo>
                  <a:cubicBezTo>
                    <a:pt x="350168" y="273873"/>
                    <a:pt x="274767"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549" name="Graphic 5">
              <a:extLst>
                <a:ext uri="{FF2B5EF4-FFF2-40B4-BE49-F238E27FC236}">
                  <a16:creationId xmlns:a16="http://schemas.microsoft.com/office/drawing/2014/main" id="{45C8B3F5-AA53-E548-8B06-91CA4DC4A035}"/>
                </a:ext>
              </a:extLst>
            </p:cNvPr>
            <p:cNvSpPr/>
            <p:nvPr/>
          </p:nvSpPr>
          <p:spPr>
            <a:xfrm>
              <a:off x="4791174" y="2924026"/>
              <a:ext cx="127159" cy="226631"/>
            </a:xfrm>
            <a:custGeom>
              <a:avLst/>
              <a:gdLst>
                <a:gd name="connsiteX0" fmla="*/ 120770 w 127159"/>
                <a:gd name="connsiteY0" fmla="*/ 0 h 226631"/>
                <a:gd name="connsiteX1" fmla="*/ 6390 w 127159"/>
                <a:gd name="connsiteY1" fmla="*/ 0 h 226631"/>
                <a:gd name="connsiteX2" fmla="*/ 0 w 127159"/>
                <a:gd name="connsiteY2" fmla="*/ 6384 h 226631"/>
                <a:gd name="connsiteX3" fmla="*/ 0 w 127159"/>
                <a:gd name="connsiteY3" fmla="*/ 75331 h 226631"/>
                <a:gd name="connsiteX4" fmla="*/ 6390 w 127159"/>
                <a:gd name="connsiteY4" fmla="*/ 81715 h 226631"/>
                <a:gd name="connsiteX5" fmla="*/ 12780 w 127159"/>
                <a:gd name="connsiteY5" fmla="*/ 75331 h 226631"/>
                <a:gd name="connsiteX6" fmla="*/ 12780 w 127159"/>
                <a:gd name="connsiteY6" fmla="*/ 12768 h 226631"/>
                <a:gd name="connsiteX7" fmla="*/ 114380 w 127159"/>
                <a:gd name="connsiteY7" fmla="*/ 12768 h 226631"/>
                <a:gd name="connsiteX8" fmla="*/ 114380 w 127159"/>
                <a:gd name="connsiteY8" fmla="*/ 213863 h 226631"/>
                <a:gd name="connsiteX9" fmla="*/ 12780 w 127159"/>
                <a:gd name="connsiteY9" fmla="*/ 213863 h 226631"/>
                <a:gd name="connsiteX10" fmla="*/ 12780 w 127159"/>
                <a:gd name="connsiteY10" fmla="*/ 151300 h 226631"/>
                <a:gd name="connsiteX11" fmla="*/ 6390 w 127159"/>
                <a:gd name="connsiteY11" fmla="*/ 144916 h 226631"/>
                <a:gd name="connsiteX12" fmla="*/ 0 w 127159"/>
                <a:gd name="connsiteY12" fmla="*/ 151300 h 226631"/>
                <a:gd name="connsiteX13" fmla="*/ 0 w 127159"/>
                <a:gd name="connsiteY13" fmla="*/ 220247 h 226631"/>
                <a:gd name="connsiteX14" fmla="*/ 6390 w 127159"/>
                <a:gd name="connsiteY14" fmla="*/ 226631 h 226631"/>
                <a:gd name="connsiteX15" fmla="*/ 120770 w 127159"/>
                <a:gd name="connsiteY15" fmla="*/ 226631 h 226631"/>
                <a:gd name="connsiteX16" fmla="*/ 127160 w 127159"/>
                <a:gd name="connsiteY16" fmla="*/ 220247 h 226631"/>
                <a:gd name="connsiteX17" fmla="*/ 127160 w 127159"/>
                <a:gd name="connsiteY17" fmla="*/ 6384 h 226631"/>
                <a:gd name="connsiteX18" fmla="*/ 120770 w 127159"/>
                <a:gd name="connsiteY18" fmla="*/ 0 h 226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7159" h="226631">
                  <a:moveTo>
                    <a:pt x="120770" y="0"/>
                  </a:moveTo>
                  <a:lnTo>
                    <a:pt x="6390" y="0"/>
                  </a:lnTo>
                  <a:cubicBezTo>
                    <a:pt x="2556" y="0"/>
                    <a:pt x="0" y="2554"/>
                    <a:pt x="0" y="6384"/>
                  </a:cubicBezTo>
                  <a:lnTo>
                    <a:pt x="0" y="75331"/>
                  </a:lnTo>
                  <a:cubicBezTo>
                    <a:pt x="0" y="79161"/>
                    <a:pt x="2556" y="81715"/>
                    <a:pt x="6390" y="81715"/>
                  </a:cubicBezTo>
                  <a:cubicBezTo>
                    <a:pt x="10224" y="81715"/>
                    <a:pt x="12780" y="79161"/>
                    <a:pt x="12780" y="75331"/>
                  </a:cubicBezTo>
                  <a:lnTo>
                    <a:pt x="12780" y="12768"/>
                  </a:lnTo>
                  <a:lnTo>
                    <a:pt x="114380" y="12768"/>
                  </a:lnTo>
                  <a:lnTo>
                    <a:pt x="114380" y="213863"/>
                  </a:lnTo>
                  <a:lnTo>
                    <a:pt x="12780" y="213863"/>
                  </a:lnTo>
                  <a:lnTo>
                    <a:pt x="12780" y="151300"/>
                  </a:lnTo>
                  <a:cubicBezTo>
                    <a:pt x="12780" y="147470"/>
                    <a:pt x="10224" y="144916"/>
                    <a:pt x="6390" y="144916"/>
                  </a:cubicBezTo>
                  <a:cubicBezTo>
                    <a:pt x="2556" y="144916"/>
                    <a:pt x="0" y="147470"/>
                    <a:pt x="0" y="151300"/>
                  </a:cubicBezTo>
                  <a:lnTo>
                    <a:pt x="0" y="220247"/>
                  </a:lnTo>
                  <a:cubicBezTo>
                    <a:pt x="0" y="224078"/>
                    <a:pt x="2556" y="226631"/>
                    <a:pt x="6390" y="226631"/>
                  </a:cubicBezTo>
                  <a:lnTo>
                    <a:pt x="120770" y="226631"/>
                  </a:lnTo>
                  <a:cubicBezTo>
                    <a:pt x="124604" y="226631"/>
                    <a:pt x="127160" y="224078"/>
                    <a:pt x="127160" y="220247"/>
                  </a:cubicBezTo>
                  <a:lnTo>
                    <a:pt x="127160" y="6384"/>
                  </a:lnTo>
                  <a:cubicBezTo>
                    <a:pt x="127160" y="3192"/>
                    <a:pt x="123965" y="0"/>
                    <a:pt x="120770" y="0"/>
                  </a:cubicBezTo>
                  <a:close/>
                </a:path>
              </a:pathLst>
            </a:custGeom>
            <a:solidFill>
              <a:srgbClr val="007680"/>
            </a:solidFill>
            <a:ln w="6390" cap="flat">
              <a:noFill/>
              <a:prstDash val="solid"/>
              <a:miter/>
            </a:ln>
          </p:spPr>
          <p:txBody>
            <a:bodyPr rtlCol="0" anchor="ctr"/>
            <a:lstStyle/>
            <a:p>
              <a:endParaRPr lang="en-US"/>
            </a:p>
          </p:txBody>
        </p:sp>
        <p:sp>
          <p:nvSpPr>
            <p:cNvPr id="550" name="Graphic 5">
              <a:extLst>
                <a:ext uri="{FF2B5EF4-FFF2-40B4-BE49-F238E27FC236}">
                  <a16:creationId xmlns:a16="http://schemas.microsoft.com/office/drawing/2014/main" id="{EFA77A0C-ED83-5746-BF18-92A40DFAC3B4}"/>
                </a:ext>
              </a:extLst>
            </p:cNvPr>
            <p:cNvSpPr/>
            <p:nvPr/>
          </p:nvSpPr>
          <p:spPr>
            <a:xfrm>
              <a:off x="4729831" y="3000285"/>
              <a:ext cx="142335" cy="73764"/>
            </a:xfrm>
            <a:custGeom>
              <a:avLst/>
              <a:gdLst>
                <a:gd name="connsiteX0" fmla="*/ 100961 w 142335"/>
                <a:gd name="connsiteY0" fmla="*/ 62912 h 73764"/>
                <a:gd name="connsiteX1" fmla="*/ 100961 w 142335"/>
                <a:gd name="connsiteY1" fmla="*/ 71849 h 73764"/>
                <a:gd name="connsiteX2" fmla="*/ 109907 w 142335"/>
                <a:gd name="connsiteY2" fmla="*/ 71849 h 73764"/>
                <a:gd name="connsiteX3" fmla="*/ 140579 w 142335"/>
                <a:gd name="connsiteY3" fmla="*/ 41206 h 73764"/>
                <a:gd name="connsiteX4" fmla="*/ 141857 w 142335"/>
                <a:gd name="connsiteY4" fmla="*/ 39291 h 73764"/>
                <a:gd name="connsiteX5" fmla="*/ 141857 w 142335"/>
                <a:gd name="connsiteY5" fmla="*/ 34184 h 73764"/>
                <a:gd name="connsiteX6" fmla="*/ 140579 w 142335"/>
                <a:gd name="connsiteY6" fmla="*/ 32269 h 73764"/>
                <a:gd name="connsiteX7" fmla="*/ 109907 w 142335"/>
                <a:gd name="connsiteY7" fmla="*/ 1626 h 73764"/>
                <a:gd name="connsiteX8" fmla="*/ 100961 w 142335"/>
                <a:gd name="connsiteY8" fmla="*/ 2264 h 73764"/>
                <a:gd name="connsiteX9" fmla="*/ 100961 w 142335"/>
                <a:gd name="connsiteY9" fmla="*/ 10563 h 73764"/>
                <a:gd name="connsiteX10" fmla="*/ 120770 w 142335"/>
                <a:gd name="connsiteY10" fmla="*/ 30354 h 73764"/>
                <a:gd name="connsiteX11" fmla="*/ 6390 w 142335"/>
                <a:gd name="connsiteY11" fmla="*/ 30354 h 73764"/>
                <a:gd name="connsiteX12" fmla="*/ 0 w 142335"/>
                <a:gd name="connsiteY12" fmla="*/ 36738 h 73764"/>
                <a:gd name="connsiteX13" fmla="*/ 6390 w 142335"/>
                <a:gd name="connsiteY13" fmla="*/ 43122 h 73764"/>
                <a:gd name="connsiteX14" fmla="*/ 120770 w 142335"/>
                <a:gd name="connsiteY14" fmla="*/ 43122 h 73764"/>
                <a:gd name="connsiteX15" fmla="*/ 100961 w 142335"/>
                <a:gd name="connsiteY15" fmla="*/ 62912 h 7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2335" h="73764">
                  <a:moveTo>
                    <a:pt x="100961" y="62912"/>
                  </a:moveTo>
                  <a:cubicBezTo>
                    <a:pt x="98405" y="65465"/>
                    <a:pt x="98405" y="69296"/>
                    <a:pt x="100961" y="71849"/>
                  </a:cubicBezTo>
                  <a:cubicBezTo>
                    <a:pt x="103517" y="74403"/>
                    <a:pt x="107351" y="74403"/>
                    <a:pt x="109907" y="71849"/>
                  </a:cubicBezTo>
                  <a:lnTo>
                    <a:pt x="140579" y="41206"/>
                  </a:lnTo>
                  <a:cubicBezTo>
                    <a:pt x="141217" y="40568"/>
                    <a:pt x="141857" y="39930"/>
                    <a:pt x="141857" y="39291"/>
                  </a:cubicBezTo>
                  <a:cubicBezTo>
                    <a:pt x="142496" y="38014"/>
                    <a:pt x="142496" y="36099"/>
                    <a:pt x="141857" y="34184"/>
                  </a:cubicBezTo>
                  <a:cubicBezTo>
                    <a:pt x="141857" y="33546"/>
                    <a:pt x="141217" y="32907"/>
                    <a:pt x="140579" y="32269"/>
                  </a:cubicBezTo>
                  <a:lnTo>
                    <a:pt x="109907" y="1626"/>
                  </a:lnTo>
                  <a:cubicBezTo>
                    <a:pt x="107351" y="-928"/>
                    <a:pt x="102878" y="-290"/>
                    <a:pt x="100961" y="2264"/>
                  </a:cubicBezTo>
                  <a:cubicBezTo>
                    <a:pt x="99044" y="4818"/>
                    <a:pt x="99044" y="8010"/>
                    <a:pt x="100961" y="10563"/>
                  </a:cubicBezTo>
                  <a:lnTo>
                    <a:pt x="120770" y="30354"/>
                  </a:lnTo>
                  <a:lnTo>
                    <a:pt x="6390" y="30354"/>
                  </a:lnTo>
                  <a:cubicBezTo>
                    <a:pt x="2556" y="30354"/>
                    <a:pt x="0" y="32907"/>
                    <a:pt x="0" y="36738"/>
                  </a:cubicBezTo>
                  <a:cubicBezTo>
                    <a:pt x="0" y="40568"/>
                    <a:pt x="2556" y="43122"/>
                    <a:pt x="6390" y="43122"/>
                  </a:cubicBezTo>
                  <a:lnTo>
                    <a:pt x="120770" y="43122"/>
                  </a:lnTo>
                  <a:lnTo>
                    <a:pt x="100961" y="62912"/>
                  </a:lnTo>
                  <a:close/>
                </a:path>
              </a:pathLst>
            </a:custGeom>
            <a:solidFill>
              <a:srgbClr val="007680"/>
            </a:solidFill>
            <a:ln w="6390" cap="flat">
              <a:noFill/>
              <a:prstDash val="solid"/>
              <a:miter/>
            </a:ln>
          </p:spPr>
          <p:txBody>
            <a:bodyPr rtlCol="0" anchor="ctr"/>
            <a:lstStyle/>
            <a:p>
              <a:endParaRPr lang="en-US"/>
            </a:p>
          </p:txBody>
        </p:sp>
      </p:grpSp>
      <p:grpSp>
        <p:nvGrpSpPr>
          <p:cNvPr id="551" name="Graphic 5">
            <a:extLst>
              <a:ext uri="{FF2B5EF4-FFF2-40B4-BE49-F238E27FC236}">
                <a16:creationId xmlns:a16="http://schemas.microsoft.com/office/drawing/2014/main" id="{93B6F705-01B6-AF49-A89F-0052C75EBAED}"/>
              </a:ext>
            </a:extLst>
          </p:cNvPr>
          <p:cNvGrpSpPr/>
          <p:nvPr/>
        </p:nvGrpSpPr>
        <p:grpSpPr>
          <a:xfrm>
            <a:off x="3608397" y="2856356"/>
            <a:ext cx="362309" cy="361971"/>
            <a:chOff x="3608397" y="2856356"/>
            <a:chExt cx="362309" cy="361971"/>
          </a:xfrm>
          <a:solidFill>
            <a:srgbClr val="007680"/>
          </a:solidFill>
        </p:grpSpPr>
        <p:sp>
          <p:nvSpPr>
            <p:cNvPr id="552" name="Graphic 5">
              <a:extLst>
                <a:ext uri="{FF2B5EF4-FFF2-40B4-BE49-F238E27FC236}">
                  <a16:creationId xmlns:a16="http://schemas.microsoft.com/office/drawing/2014/main" id="{B8CEA04B-5B0E-5F49-811C-6F2876D29AEA}"/>
                </a:ext>
              </a:extLst>
            </p:cNvPr>
            <p:cNvSpPr/>
            <p:nvPr/>
          </p:nvSpPr>
          <p:spPr>
            <a:xfrm>
              <a:off x="3608397" y="285635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cubicBezTo>
                    <a:pt x="349530" y="180667"/>
                    <a:pt x="349530" y="180667"/>
                    <a:pt x="349530" y="180667"/>
                  </a:cubicBezTo>
                  <a:cubicBezTo>
                    <a:pt x="349530" y="273873"/>
                    <a:pt x="274128"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553" name="Graphic 5">
              <a:extLst>
                <a:ext uri="{FF2B5EF4-FFF2-40B4-BE49-F238E27FC236}">
                  <a16:creationId xmlns:a16="http://schemas.microsoft.com/office/drawing/2014/main" id="{60BC9B62-1579-234E-B767-19FF799B6EC3}"/>
                </a:ext>
              </a:extLst>
            </p:cNvPr>
            <p:cNvSpPr/>
            <p:nvPr/>
          </p:nvSpPr>
          <p:spPr>
            <a:xfrm>
              <a:off x="3673929" y="2928056"/>
              <a:ext cx="231919" cy="192596"/>
            </a:xfrm>
            <a:custGeom>
              <a:avLst/>
              <a:gdLst>
                <a:gd name="connsiteX0" fmla="*/ 121054 w 231919"/>
                <a:gd name="connsiteY0" fmla="*/ 2992 h 192596"/>
                <a:gd name="connsiteX1" fmla="*/ 112108 w 231919"/>
                <a:gd name="connsiteY1" fmla="*/ 1077 h 192596"/>
                <a:gd name="connsiteX2" fmla="*/ 110191 w 231919"/>
                <a:gd name="connsiteY2" fmla="*/ 2992 h 192596"/>
                <a:gd name="connsiteX3" fmla="*/ 923 w 231919"/>
                <a:gd name="connsiteY3" fmla="*/ 183021 h 192596"/>
                <a:gd name="connsiteX4" fmla="*/ 2840 w 231919"/>
                <a:gd name="connsiteY4" fmla="*/ 191958 h 192596"/>
                <a:gd name="connsiteX5" fmla="*/ 6035 w 231919"/>
                <a:gd name="connsiteY5" fmla="*/ 192597 h 192596"/>
                <a:gd name="connsiteX6" fmla="*/ 225210 w 231919"/>
                <a:gd name="connsiteY6" fmla="*/ 192597 h 192596"/>
                <a:gd name="connsiteX7" fmla="*/ 230961 w 231919"/>
                <a:gd name="connsiteY7" fmla="*/ 189405 h 192596"/>
                <a:gd name="connsiteX8" fmla="*/ 230961 w 231919"/>
                <a:gd name="connsiteY8" fmla="*/ 183021 h 192596"/>
                <a:gd name="connsiteX9" fmla="*/ 121054 w 231919"/>
                <a:gd name="connsiteY9" fmla="*/ 2992 h 192596"/>
                <a:gd name="connsiteX10" fmla="*/ 17537 w 231919"/>
                <a:gd name="connsiteY10" fmla="*/ 179829 h 192596"/>
                <a:gd name="connsiteX11" fmla="*/ 115942 w 231919"/>
                <a:gd name="connsiteY11" fmla="*/ 18952 h 192596"/>
                <a:gd name="connsiteX12" fmla="*/ 214347 w 231919"/>
                <a:gd name="connsiteY12" fmla="*/ 179829 h 192596"/>
                <a:gd name="connsiteX13" fmla="*/ 17537 w 231919"/>
                <a:gd name="connsiteY13" fmla="*/ 179829 h 192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1919" h="192596">
                  <a:moveTo>
                    <a:pt x="121054" y="2992"/>
                  </a:moveTo>
                  <a:cubicBezTo>
                    <a:pt x="119137" y="-200"/>
                    <a:pt x="115303" y="-838"/>
                    <a:pt x="112108" y="1077"/>
                  </a:cubicBezTo>
                  <a:cubicBezTo>
                    <a:pt x="111469" y="1716"/>
                    <a:pt x="110191" y="2354"/>
                    <a:pt x="110191" y="2992"/>
                  </a:cubicBezTo>
                  <a:lnTo>
                    <a:pt x="923" y="183021"/>
                  </a:lnTo>
                  <a:cubicBezTo>
                    <a:pt x="-994" y="186213"/>
                    <a:pt x="284" y="190043"/>
                    <a:pt x="2840" y="191958"/>
                  </a:cubicBezTo>
                  <a:cubicBezTo>
                    <a:pt x="4118" y="192597"/>
                    <a:pt x="4757" y="192597"/>
                    <a:pt x="6035" y="192597"/>
                  </a:cubicBezTo>
                  <a:lnTo>
                    <a:pt x="225210" y="192597"/>
                  </a:lnTo>
                  <a:cubicBezTo>
                    <a:pt x="227766" y="192597"/>
                    <a:pt x="229683" y="191320"/>
                    <a:pt x="230961" y="189405"/>
                  </a:cubicBezTo>
                  <a:cubicBezTo>
                    <a:pt x="232239" y="187490"/>
                    <a:pt x="232239" y="184936"/>
                    <a:pt x="230961" y="183021"/>
                  </a:cubicBezTo>
                  <a:lnTo>
                    <a:pt x="121054" y="2992"/>
                  </a:lnTo>
                  <a:close/>
                  <a:moveTo>
                    <a:pt x="17537" y="179829"/>
                  </a:moveTo>
                  <a:lnTo>
                    <a:pt x="115942" y="18952"/>
                  </a:lnTo>
                  <a:lnTo>
                    <a:pt x="214347" y="179829"/>
                  </a:lnTo>
                  <a:lnTo>
                    <a:pt x="17537" y="179829"/>
                  </a:lnTo>
                  <a:close/>
                </a:path>
              </a:pathLst>
            </a:custGeom>
            <a:solidFill>
              <a:srgbClr val="007680"/>
            </a:solidFill>
            <a:ln w="6390" cap="flat">
              <a:noFill/>
              <a:prstDash val="solid"/>
              <a:miter/>
            </a:ln>
          </p:spPr>
          <p:txBody>
            <a:bodyPr rtlCol="0" anchor="ctr"/>
            <a:lstStyle/>
            <a:p>
              <a:endParaRPr lang="en-US"/>
            </a:p>
          </p:txBody>
        </p:sp>
        <p:sp>
          <p:nvSpPr>
            <p:cNvPr id="554" name="Graphic 5">
              <a:extLst>
                <a:ext uri="{FF2B5EF4-FFF2-40B4-BE49-F238E27FC236}">
                  <a16:creationId xmlns:a16="http://schemas.microsoft.com/office/drawing/2014/main" id="{84C2A82E-0487-174B-B37E-94EB478DC25C}"/>
                </a:ext>
              </a:extLst>
            </p:cNvPr>
            <p:cNvSpPr/>
            <p:nvPr/>
          </p:nvSpPr>
          <p:spPr>
            <a:xfrm>
              <a:off x="3783481" y="2991058"/>
              <a:ext cx="12779" cy="67670"/>
            </a:xfrm>
            <a:custGeom>
              <a:avLst/>
              <a:gdLst>
                <a:gd name="connsiteX0" fmla="*/ 0 w 12779"/>
                <a:gd name="connsiteY0" fmla="*/ 6384 h 67670"/>
                <a:gd name="connsiteX1" fmla="*/ 0 w 12779"/>
                <a:gd name="connsiteY1" fmla="*/ 61286 h 67670"/>
                <a:gd name="connsiteX2" fmla="*/ 6390 w 12779"/>
                <a:gd name="connsiteY2" fmla="*/ 67670 h 67670"/>
                <a:gd name="connsiteX3" fmla="*/ 12780 w 12779"/>
                <a:gd name="connsiteY3" fmla="*/ 61286 h 67670"/>
                <a:gd name="connsiteX4" fmla="*/ 12780 w 12779"/>
                <a:gd name="connsiteY4" fmla="*/ 6384 h 67670"/>
                <a:gd name="connsiteX5" fmla="*/ 6390 w 12779"/>
                <a:gd name="connsiteY5" fmla="*/ 0 h 67670"/>
                <a:gd name="connsiteX6" fmla="*/ 0 w 12779"/>
                <a:gd name="connsiteY6" fmla="*/ 6384 h 6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67670">
                  <a:moveTo>
                    <a:pt x="0" y="6384"/>
                  </a:moveTo>
                  <a:lnTo>
                    <a:pt x="0" y="61286"/>
                  </a:lnTo>
                  <a:cubicBezTo>
                    <a:pt x="0" y="65117"/>
                    <a:pt x="2556" y="67670"/>
                    <a:pt x="6390" y="67670"/>
                  </a:cubicBezTo>
                  <a:cubicBezTo>
                    <a:pt x="10224" y="67670"/>
                    <a:pt x="12780" y="65117"/>
                    <a:pt x="12780" y="61286"/>
                  </a:cubicBezTo>
                  <a:lnTo>
                    <a:pt x="12780" y="6384"/>
                  </a:lnTo>
                  <a:cubicBezTo>
                    <a:pt x="12780" y="2554"/>
                    <a:pt x="10224" y="0"/>
                    <a:pt x="6390" y="0"/>
                  </a:cubicBezTo>
                  <a:cubicBezTo>
                    <a:pt x="2556" y="0"/>
                    <a:pt x="0" y="2554"/>
                    <a:pt x="0" y="6384"/>
                  </a:cubicBezTo>
                  <a:close/>
                </a:path>
              </a:pathLst>
            </a:custGeom>
            <a:solidFill>
              <a:srgbClr val="007680"/>
            </a:solidFill>
            <a:ln w="6390" cap="flat">
              <a:noFill/>
              <a:prstDash val="solid"/>
              <a:miter/>
            </a:ln>
          </p:spPr>
          <p:txBody>
            <a:bodyPr rtlCol="0" anchor="ctr"/>
            <a:lstStyle/>
            <a:p>
              <a:endParaRPr lang="en-US"/>
            </a:p>
          </p:txBody>
        </p:sp>
        <p:sp>
          <p:nvSpPr>
            <p:cNvPr id="555" name="Graphic 5">
              <a:extLst>
                <a:ext uri="{FF2B5EF4-FFF2-40B4-BE49-F238E27FC236}">
                  <a16:creationId xmlns:a16="http://schemas.microsoft.com/office/drawing/2014/main" id="{B442774D-AD8A-1943-BAE0-3A8F87863654}"/>
                </a:ext>
              </a:extLst>
            </p:cNvPr>
            <p:cNvSpPr/>
            <p:nvPr/>
          </p:nvSpPr>
          <p:spPr>
            <a:xfrm>
              <a:off x="3782842" y="3075326"/>
              <a:ext cx="15417" cy="15402"/>
            </a:xfrm>
            <a:custGeom>
              <a:avLst/>
              <a:gdLst>
                <a:gd name="connsiteX0" fmla="*/ 7029 w 15417"/>
                <a:gd name="connsiteY0" fmla="*/ 0 h 15402"/>
                <a:gd name="connsiteX1" fmla="*/ 0 w 15417"/>
                <a:gd name="connsiteY1" fmla="*/ 8299 h 15402"/>
                <a:gd name="connsiteX2" fmla="*/ 7029 w 15417"/>
                <a:gd name="connsiteY2" fmla="*/ 15322 h 15402"/>
                <a:gd name="connsiteX3" fmla="*/ 15336 w 15417"/>
                <a:gd name="connsiteY3" fmla="*/ 8299 h 15402"/>
                <a:gd name="connsiteX4" fmla="*/ 8307 w 15417"/>
                <a:gd name="connsiteY4" fmla="*/ 0 h 15402"/>
                <a:gd name="connsiteX5" fmla="*/ 7029 w 15417"/>
                <a:gd name="connsiteY5" fmla="*/ 0 h 15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17" h="15402">
                  <a:moveTo>
                    <a:pt x="7029" y="0"/>
                  </a:moveTo>
                  <a:cubicBezTo>
                    <a:pt x="2556" y="638"/>
                    <a:pt x="0" y="3830"/>
                    <a:pt x="0" y="8299"/>
                  </a:cubicBezTo>
                  <a:cubicBezTo>
                    <a:pt x="639" y="12130"/>
                    <a:pt x="3195" y="14683"/>
                    <a:pt x="7029" y="15322"/>
                  </a:cubicBezTo>
                  <a:cubicBezTo>
                    <a:pt x="11502" y="15960"/>
                    <a:pt x="14697" y="12768"/>
                    <a:pt x="15336" y="8299"/>
                  </a:cubicBezTo>
                  <a:cubicBezTo>
                    <a:pt x="15975" y="3830"/>
                    <a:pt x="12780" y="638"/>
                    <a:pt x="8307" y="0"/>
                  </a:cubicBezTo>
                  <a:cubicBezTo>
                    <a:pt x="7668" y="0"/>
                    <a:pt x="7668" y="0"/>
                    <a:pt x="7029" y="0"/>
                  </a:cubicBezTo>
                  <a:close/>
                </a:path>
              </a:pathLst>
            </a:custGeom>
            <a:solidFill>
              <a:srgbClr val="007680"/>
            </a:solidFill>
            <a:ln w="6390" cap="flat">
              <a:noFill/>
              <a:prstDash val="solid"/>
              <a:miter/>
            </a:ln>
          </p:spPr>
          <p:txBody>
            <a:bodyPr rtlCol="0" anchor="ctr"/>
            <a:lstStyle/>
            <a:p>
              <a:endParaRPr lang="en-US"/>
            </a:p>
          </p:txBody>
        </p:sp>
      </p:grpSp>
      <p:grpSp>
        <p:nvGrpSpPr>
          <p:cNvPr id="556" name="Graphic 5">
            <a:extLst>
              <a:ext uri="{FF2B5EF4-FFF2-40B4-BE49-F238E27FC236}">
                <a16:creationId xmlns:a16="http://schemas.microsoft.com/office/drawing/2014/main" id="{96BCC96A-0761-D640-801E-9F3211D5C10A}"/>
              </a:ext>
            </a:extLst>
          </p:cNvPr>
          <p:cNvGrpSpPr/>
          <p:nvPr/>
        </p:nvGrpSpPr>
        <p:grpSpPr>
          <a:xfrm>
            <a:off x="4661459" y="2371811"/>
            <a:ext cx="362313" cy="361971"/>
            <a:chOff x="4661459" y="2371811"/>
            <a:chExt cx="362313" cy="361971"/>
          </a:xfrm>
          <a:solidFill>
            <a:srgbClr val="007680"/>
          </a:solidFill>
        </p:grpSpPr>
        <p:sp>
          <p:nvSpPr>
            <p:cNvPr id="557" name="Graphic 5">
              <a:extLst>
                <a:ext uri="{FF2B5EF4-FFF2-40B4-BE49-F238E27FC236}">
                  <a16:creationId xmlns:a16="http://schemas.microsoft.com/office/drawing/2014/main" id="{B51D9CF3-B683-4D43-AA98-8B5D36463738}"/>
                </a:ext>
              </a:extLst>
            </p:cNvPr>
            <p:cNvSpPr/>
            <p:nvPr/>
          </p:nvSpPr>
          <p:spPr>
            <a:xfrm>
              <a:off x="4661459" y="2371811"/>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5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 name="connsiteX13" fmla="*/ 181474 w 362313"/>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948" y="81077"/>
                    <a:pt x="281796" y="0"/>
                    <a:pt x="181474" y="0"/>
                  </a:cubicBezTo>
                  <a:cubicBezTo>
                    <a:pt x="181474" y="0"/>
                    <a:pt x="181474"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cubicBezTo>
                    <a:pt x="349530" y="180667"/>
                    <a:pt x="349530" y="180667"/>
                    <a:pt x="349530" y="180667"/>
                  </a:cubicBezTo>
                  <a:cubicBezTo>
                    <a:pt x="350168" y="273873"/>
                    <a:pt x="274767"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558" name="Graphic 5">
              <a:extLst>
                <a:ext uri="{FF2B5EF4-FFF2-40B4-BE49-F238E27FC236}">
                  <a16:creationId xmlns:a16="http://schemas.microsoft.com/office/drawing/2014/main" id="{B0F5F088-1920-2742-81AC-0355A40C6418}"/>
                </a:ext>
              </a:extLst>
            </p:cNvPr>
            <p:cNvSpPr/>
            <p:nvPr/>
          </p:nvSpPr>
          <p:spPr>
            <a:xfrm>
              <a:off x="4763059" y="2435594"/>
              <a:ext cx="160149" cy="235625"/>
            </a:xfrm>
            <a:custGeom>
              <a:avLst/>
              <a:gdLst>
                <a:gd name="connsiteX0" fmla="*/ 147607 w 160149"/>
                <a:gd name="connsiteY0" fmla="*/ 35169 h 235625"/>
                <a:gd name="connsiteX1" fmla="*/ 151441 w 160149"/>
                <a:gd name="connsiteY1" fmla="*/ 14102 h 235625"/>
                <a:gd name="connsiteX2" fmla="*/ 92654 w 160149"/>
                <a:gd name="connsiteY2" fmla="*/ 1334 h 235625"/>
                <a:gd name="connsiteX3" fmla="*/ 24282 w 160149"/>
                <a:gd name="connsiteY3" fmla="*/ 21762 h 235625"/>
                <a:gd name="connsiteX4" fmla="*/ 0 w 160149"/>
                <a:gd name="connsiteY4" fmla="*/ 47298 h 235625"/>
                <a:gd name="connsiteX5" fmla="*/ 0 w 160149"/>
                <a:gd name="connsiteY5" fmla="*/ 47298 h 235625"/>
                <a:gd name="connsiteX6" fmla="*/ 0 w 160149"/>
                <a:gd name="connsiteY6" fmla="*/ 55598 h 235625"/>
                <a:gd name="connsiteX7" fmla="*/ 1278 w 160149"/>
                <a:gd name="connsiteY7" fmla="*/ 63897 h 235625"/>
                <a:gd name="connsiteX8" fmla="*/ 1278 w 160149"/>
                <a:gd name="connsiteY8" fmla="*/ 207536 h 235625"/>
                <a:gd name="connsiteX9" fmla="*/ 1917 w 160149"/>
                <a:gd name="connsiteY9" fmla="*/ 210090 h 235625"/>
                <a:gd name="connsiteX10" fmla="*/ 77957 w 160149"/>
                <a:gd name="connsiteY10" fmla="*/ 235626 h 235625"/>
                <a:gd name="connsiteX11" fmla="*/ 158470 w 160149"/>
                <a:gd name="connsiteY11" fmla="*/ 210090 h 235625"/>
                <a:gd name="connsiteX12" fmla="*/ 159748 w 160149"/>
                <a:gd name="connsiteY12" fmla="*/ 206898 h 235625"/>
                <a:gd name="connsiteX13" fmla="*/ 159748 w 160149"/>
                <a:gd name="connsiteY13" fmla="*/ 63258 h 235625"/>
                <a:gd name="connsiteX14" fmla="*/ 147607 w 160149"/>
                <a:gd name="connsiteY14" fmla="*/ 35169 h 235625"/>
                <a:gd name="connsiteX15" fmla="*/ 136744 w 160149"/>
                <a:gd name="connsiteY15" fmla="*/ 44106 h 235625"/>
                <a:gd name="connsiteX16" fmla="*/ 146969 w 160149"/>
                <a:gd name="connsiteY16" fmla="*/ 53682 h 235625"/>
                <a:gd name="connsiteX17" fmla="*/ 104795 w 160149"/>
                <a:gd name="connsiteY17" fmla="*/ 68366 h 235625"/>
                <a:gd name="connsiteX18" fmla="*/ 60704 w 160149"/>
                <a:gd name="connsiteY18" fmla="*/ 68366 h 235625"/>
                <a:gd name="connsiteX19" fmla="*/ 77957 w 160149"/>
                <a:gd name="connsiteY19" fmla="*/ 65812 h 235625"/>
                <a:gd name="connsiteX20" fmla="*/ 124604 w 160149"/>
                <a:gd name="connsiteY20" fmla="*/ 50490 h 235625"/>
                <a:gd name="connsiteX21" fmla="*/ 126521 w 160149"/>
                <a:gd name="connsiteY21" fmla="*/ 49852 h 235625"/>
                <a:gd name="connsiteX22" fmla="*/ 136744 w 160149"/>
                <a:gd name="connsiteY22" fmla="*/ 44106 h 235625"/>
                <a:gd name="connsiteX23" fmla="*/ 30672 w 160149"/>
                <a:gd name="connsiteY23" fmla="*/ 32615 h 235625"/>
                <a:gd name="connsiteX24" fmla="*/ 93932 w 160149"/>
                <a:gd name="connsiteY24" fmla="*/ 14102 h 235625"/>
                <a:gd name="connsiteX25" fmla="*/ 139939 w 160149"/>
                <a:gd name="connsiteY25" fmla="*/ 19209 h 235625"/>
                <a:gd name="connsiteX26" fmla="*/ 134828 w 160149"/>
                <a:gd name="connsiteY26" fmla="*/ 30062 h 235625"/>
                <a:gd name="connsiteX27" fmla="*/ 132911 w 160149"/>
                <a:gd name="connsiteY27" fmla="*/ 31338 h 235625"/>
                <a:gd name="connsiteX28" fmla="*/ 132911 w 160149"/>
                <a:gd name="connsiteY28" fmla="*/ 31338 h 235625"/>
                <a:gd name="connsiteX29" fmla="*/ 121409 w 160149"/>
                <a:gd name="connsiteY29" fmla="*/ 38361 h 235625"/>
                <a:gd name="connsiteX30" fmla="*/ 118853 w 160149"/>
                <a:gd name="connsiteY30" fmla="*/ 39638 h 235625"/>
                <a:gd name="connsiteX31" fmla="*/ 75401 w 160149"/>
                <a:gd name="connsiteY31" fmla="*/ 54321 h 235625"/>
                <a:gd name="connsiteX32" fmla="*/ 20447 w 160149"/>
                <a:gd name="connsiteY32" fmla="*/ 55598 h 235625"/>
                <a:gd name="connsiteX33" fmla="*/ 12780 w 160149"/>
                <a:gd name="connsiteY33" fmla="*/ 49214 h 235625"/>
                <a:gd name="connsiteX34" fmla="*/ 30672 w 160149"/>
                <a:gd name="connsiteY34" fmla="*/ 32615 h 235625"/>
                <a:gd name="connsiteX35" fmla="*/ 78596 w 160149"/>
                <a:gd name="connsiteY35" fmla="*/ 222220 h 235625"/>
                <a:gd name="connsiteX36" fmla="*/ 14697 w 160149"/>
                <a:gd name="connsiteY36" fmla="*/ 205621 h 235625"/>
                <a:gd name="connsiteX37" fmla="*/ 14697 w 160149"/>
                <a:gd name="connsiteY37" fmla="*/ 72196 h 235625"/>
                <a:gd name="connsiteX38" fmla="*/ 82430 w 160149"/>
                <a:gd name="connsiteY38" fmla="*/ 82410 h 235625"/>
                <a:gd name="connsiteX39" fmla="*/ 105434 w 160149"/>
                <a:gd name="connsiteY39" fmla="*/ 81134 h 235625"/>
                <a:gd name="connsiteX40" fmla="*/ 146969 w 160149"/>
                <a:gd name="connsiteY40" fmla="*/ 68366 h 235625"/>
                <a:gd name="connsiteX41" fmla="*/ 146969 w 160149"/>
                <a:gd name="connsiteY41" fmla="*/ 203706 h 235625"/>
                <a:gd name="connsiteX42" fmla="*/ 78596 w 160149"/>
                <a:gd name="connsiteY42" fmla="*/ 222220 h 235625"/>
                <a:gd name="connsiteX43" fmla="*/ 78596 w 160149"/>
                <a:gd name="connsiteY43" fmla="*/ 222220 h 23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60149" h="235625">
                  <a:moveTo>
                    <a:pt x="147607" y="35169"/>
                  </a:moveTo>
                  <a:cubicBezTo>
                    <a:pt x="153358" y="29423"/>
                    <a:pt x="154636" y="21124"/>
                    <a:pt x="151441" y="14102"/>
                  </a:cubicBezTo>
                  <a:cubicBezTo>
                    <a:pt x="146329" y="1972"/>
                    <a:pt x="127799" y="-2497"/>
                    <a:pt x="92654" y="1334"/>
                  </a:cubicBezTo>
                  <a:cubicBezTo>
                    <a:pt x="69011" y="3887"/>
                    <a:pt x="45368" y="10910"/>
                    <a:pt x="24282" y="21762"/>
                  </a:cubicBezTo>
                  <a:cubicBezTo>
                    <a:pt x="7668" y="31338"/>
                    <a:pt x="1278" y="39638"/>
                    <a:pt x="0" y="47298"/>
                  </a:cubicBezTo>
                  <a:lnTo>
                    <a:pt x="0" y="47298"/>
                  </a:lnTo>
                  <a:cubicBezTo>
                    <a:pt x="0" y="49852"/>
                    <a:pt x="0" y="53044"/>
                    <a:pt x="0" y="55598"/>
                  </a:cubicBezTo>
                  <a:lnTo>
                    <a:pt x="1278" y="63897"/>
                  </a:lnTo>
                  <a:lnTo>
                    <a:pt x="1278" y="207536"/>
                  </a:lnTo>
                  <a:cubicBezTo>
                    <a:pt x="1278" y="208175"/>
                    <a:pt x="1278" y="209452"/>
                    <a:pt x="1917" y="210090"/>
                  </a:cubicBezTo>
                  <a:cubicBezTo>
                    <a:pt x="3195" y="212644"/>
                    <a:pt x="14697" y="235626"/>
                    <a:pt x="77957" y="235626"/>
                  </a:cubicBezTo>
                  <a:cubicBezTo>
                    <a:pt x="141217" y="235626"/>
                    <a:pt x="157192" y="213282"/>
                    <a:pt x="158470" y="210090"/>
                  </a:cubicBezTo>
                  <a:cubicBezTo>
                    <a:pt x="159109" y="208813"/>
                    <a:pt x="159109" y="208175"/>
                    <a:pt x="159748" y="206898"/>
                  </a:cubicBezTo>
                  <a:lnTo>
                    <a:pt x="159748" y="63258"/>
                  </a:lnTo>
                  <a:cubicBezTo>
                    <a:pt x="161665" y="51767"/>
                    <a:pt x="156553" y="40914"/>
                    <a:pt x="147607" y="35169"/>
                  </a:cubicBezTo>
                  <a:close/>
                  <a:moveTo>
                    <a:pt x="136744" y="44106"/>
                  </a:moveTo>
                  <a:cubicBezTo>
                    <a:pt x="141217" y="46022"/>
                    <a:pt x="145051" y="49214"/>
                    <a:pt x="146969" y="53682"/>
                  </a:cubicBezTo>
                  <a:cubicBezTo>
                    <a:pt x="143774" y="56236"/>
                    <a:pt x="131633" y="65174"/>
                    <a:pt x="104795" y="68366"/>
                  </a:cubicBezTo>
                  <a:cubicBezTo>
                    <a:pt x="90098" y="69642"/>
                    <a:pt x="75401" y="69642"/>
                    <a:pt x="60704" y="68366"/>
                  </a:cubicBezTo>
                  <a:cubicBezTo>
                    <a:pt x="65816" y="67727"/>
                    <a:pt x="72206" y="67089"/>
                    <a:pt x="77957" y="65812"/>
                  </a:cubicBezTo>
                  <a:cubicBezTo>
                    <a:pt x="93932" y="62620"/>
                    <a:pt x="109907" y="57513"/>
                    <a:pt x="124604" y="50490"/>
                  </a:cubicBezTo>
                  <a:lnTo>
                    <a:pt x="126521" y="49852"/>
                  </a:lnTo>
                  <a:cubicBezTo>
                    <a:pt x="129716" y="47937"/>
                    <a:pt x="132911" y="46022"/>
                    <a:pt x="136744" y="44106"/>
                  </a:cubicBezTo>
                  <a:close/>
                  <a:moveTo>
                    <a:pt x="30672" y="32615"/>
                  </a:moveTo>
                  <a:cubicBezTo>
                    <a:pt x="50480" y="22401"/>
                    <a:pt x="72206" y="16655"/>
                    <a:pt x="93932" y="14102"/>
                  </a:cubicBezTo>
                  <a:cubicBezTo>
                    <a:pt x="133549" y="10271"/>
                    <a:pt x="138661" y="17932"/>
                    <a:pt x="139939" y="19209"/>
                  </a:cubicBezTo>
                  <a:cubicBezTo>
                    <a:pt x="141856" y="23678"/>
                    <a:pt x="137384" y="28146"/>
                    <a:pt x="134828" y="30062"/>
                  </a:cubicBezTo>
                  <a:cubicBezTo>
                    <a:pt x="134189" y="30700"/>
                    <a:pt x="133549" y="31338"/>
                    <a:pt x="132911" y="31338"/>
                  </a:cubicBezTo>
                  <a:lnTo>
                    <a:pt x="132911" y="31338"/>
                  </a:lnTo>
                  <a:cubicBezTo>
                    <a:pt x="129076" y="33892"/>
                    <a:pt x="125243" y="36446"/>
                    <a:pt x="121409" y="38361"/>
                  </a:cubicBezTo>
                  <a:lnTo>
                    <a:pt x="118853" y="39638"/>
                  </a:lnTo>
                  <a:cubicBezTo>
                    <a:pt x="105434" y="46022"/>
                    <a:pt x="90737" y="51129"/>
                    <a:pt x="75401" y="54321"/>
                  </a:cubicBezTo>
                  <a:cubicBezTo>
                    <a:pt x="57509" y="58151"/>
                    <a:pt x="38340" y="58151"/>
                    <a:pt x="20447" y="55598"/>
                  </a:cubicBezTo>
                  <a:cubicBezTo>
                    <a:pt x="14058" y="54321"/>
                    <a:pt x="13419" y="51129"/>
                    <a:pt x="12780" y="49214"/>
                  </a:cubicBezTo>
                  <a:cubicBezTo>
                    <a:pt x="13419" y="45383"/>
                    <a:pt x="16614" y="40276"/>
                    <a:pt x="30672" y="32615"/>
                  </a:cubicBezTo>
                  <a:close/>
                  <a:moveTo>
                    <a:pt x="78596" y="222220"/>
                  </a:moveTo>
                  <a:cubicBezTo>
                    <a:pt x="30672" y="222220"/>
                    <a:pt x="17253" y="208813"/>
                    <a:pt x="14697" y="205621"/>
                  </a:cubicBezTo>
                  <a:lnTo>
                    <a:pt x="14697" y="72196"/>
                  </a:lnTo>
                  <a:cubicBezTo>
                    <a:pt x="36422" y="79218"/>
                    <a:pt x="59426" y="83049"/>
                    <a:pt x="82430" y="82410"/>
                  </a:cubicBezTo>
                  <a:cubicBezTo>
                    <a:pt x="90098" y="82410"/>
                    <a:pt x="97766" y="81772"/>
                    <a:pt x="105434" y="81134"/>
                  </a:cubicBezTo>
                  <a:cubicBezTo>
                    <a:pt x="120131" y="79857"/>
                    <a:pt x="134189" y="75388"/>
                    <a:pt x="146969" y="68366"/>
                  </a:cubicBezTo>
                  <a:lnTo>
                    <a:pt x="146969" y="203706"/>
                  </a:lnTo>
                  <a:cubicBezTo>
                    <a:pt x="143134" y="208175"/>
                    <a:pt x="126521" y="222220"/>
                    <a:pt x="78596" y="222220"/>
                  </a:cubicBezTo>
                  <a:lnTo>
                    <a:pt x="78596" y="222220"/>
                  </a:lnTo>
                  <a:close/>
                </a:path>
              </a:pathLst>
            </a:custGeom>
            <a:solidFill>
              <a:srgbClr val="007680"/>
            </a:solidFill>
            <a:ln w="6390" cap="flat">
              <a:noFill/>
              <a:prstDash val="solid"/>
              <a:miter/>
            </a:ln>
          </p:spPr>
          <p:txBody>
            <a:bodyPr rtlCol="0" anchor="ctr"/>
            <a:lstStyle/>
            <a:p>
              <a:endParaRPr lang="en-US"/>
            </a:p>
          </p:txBody>
        </p:sp>
        <p:sp>
          <p:nvSpPr>
            <p:cNvPr id="559" name="Graphic 5">
              <a:extLst>
                <a:ext uri="{FF2B5EF4-FFF2-40B4-BE49-F238E27FC236}">
                  <a16:creationId xmlns:a16="http://schemas.microsoft.com/office/drawing/2014/main" id="{0A89AD3A-B312-8B41-A60E-3AC3C1DFD4F2}"/>
                </a:ext>
              </a:extLst>
            </p:cNvPr>
            <p:cNvSpPr/>
            <p:nvPr/>
          </p:nvSpPr>
          <p:spPr>
            <a:xfrm>
              <a:off x="4828192" y="2538433"/>
              <a:ext cx="26881" cy="26812"/>
            </a:xfrm>
            <a:custGeom>
              <a:avLst/>
              <a:gdLst>
                <a:gd name="connsiteX0" fmla="*/ 13463 w 26881"/>
                <a:gd name="connsiteY0" fmla="*/ 26813 h 26812"/>
                <a:gd name="connsiteX1" fmla="*/ 26882 w 26881"/>
                <a:gd name="connsiteY1" fmla="*/ 13406 h 26812"/>
                <a:gd name="connsiteX2" fmla="*/ 13463 w 26881"/>
                <a:gd name="connsiteY2" fmla="*/ 0 h 26812"/>
                <a:gd name="connsiteX3" fmla="*/ 44 w 26881"/>
                <a:gd name="connsiteY3" fmla="*/ 13406 h 26812"/>
                <a:gd name="connsiteX4" fmla="*/ 44 w 26881"/>
                <a:gd name="connsiteY4" fmla="*/ 13406 h 26812"/>
                <a:gd name="connsiteX5" fmla="*/ 13463 w 26881"/>
                <a:gd name="connsiteY5" fmla="*/ 26813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81" h="26812">
                  <a:moveTo>
                    <a:pt x="13463" y="26813"/>
                  </a:moveTo>
                  <a:cubicBezTo>
                    <a:pt x="21131" y="26813"/>
                    <a:pt x="26882" y="21067"/>
                    <a:pt x="26882" y="13406"/>
                  </a:cubicBezTo>
                  <a:cubicBezTo>
                    <a:pt x="26882" y="5746"/>
                    <a:pt x="21131" y="0"/>
                    <a:pt x="13463" y="0"/>
                  </a:cubicBezTo>
                  <a:cubicBezTo>
                    <a:pt x="5795" y="0"/>
                    <a:pt x="44" y="5746"/>
                    <a:pt x="44" y="13406"/>
                  </a:cubicBezTo>
                  <a:lnTo>
                    <a:pt x="44" y="13406"/>
                  </a:lnTo>
                  <a:cubicBezTo>
                    <a:pt x="-595" y="21067"/>
                    <a:pt x="5795" y="26813"/>
                    <a:pt x="13463" y="26813"/>
                  </a:cubicBezTo>
                  <a:close/>
                </a:path>
              </a:pathLst>
            </a:custGeom>
            <a:solidFill>
              <a:srgbClr val="007680"/>
            </a:solidFill>
            <a:ln w="6390" cap="flat">
              <a:noFill/>
              <a:prstDash val="solid"/>
              <a:miter/>
            </a:ln>
          </p:spPr>
          <p:txBody>
            <a:bodyPr rtlCol="0" anchor="ctr"/>
            <a:lstStyle/>
            <a:p>
              <a:endParaRPr lang="en-US"/>
            </a:p>
          </p:txBody>
        </p:sp>
        <p:sp>
          <p:nvSpPr>
            <p:cNvPr id="560" name="Graphic 5">
              <a:extLst>
                <a:ext uri="{FF2B5EF4-FFF2-40B4-BE49-F238E27FC236}">
                  <a16:creationId xmlns:a16="http://schemas.microsoft.com/office/drawing/2014/main" id="{08502965-1259-754B-84FC-A82F772731DE}"/>
                </a:ext>
              </a:extLst>
            </p:cNvPr>
            <p:cNvSpPr/>
            <p:nvPr/>
          </p:nvSpPr>
          <p:spPr>
            <a:xfrm>
              <a:off x="4795647" y="2562462"/>
              <a:ext cx="92776" cy="76837"/>
            </a:xfrm>
            <a:custGeom>
              <a:avLst/>
              <a:gdLst>
                <a:gd name="connsiteX0" fmla="*/ 88181 w 92776"/>
                <a:gd name="connsiteY0" fmla="*/ 230 h 76837"/>
                <a:gd name="connsiteX1" fmla="*/ 81152 w 92776"/>
                <a:gd name="connsiteY1" fmla="*/ 2784 h 76837"/>
                <a:gd name="connsiteX2" fmla="*/ 46646 w 92776"/>
                <a:gd name="connsiteY2" fmla="*/ 21936 h 76837"/>
                <a:gd name="connsiteX3" fmla="*/ 11502 w 92776"/>
                <a:gd name="connsiteY3" fmla="*/ 3422 h 76837"/>
                <a:gd name="connsiteX4" fmla="*/ 4473 w 92776"/>
                <a:gd name="connsiteY4" fmla="*/ 869 h 76837"/>
                <a:gd name="connsiteX5" fmla="*/ 0 w 92776"/>
                <a:gd name="connsiteY5" fmla="*/ 7253 h 76837"/>
                <a:gd name="connsiteX6" fmla="*/ 0 w 92776"/>
                <a:gd name="connsiteY6" fmla="*/ 61516 h 76837"/>
                <a:gd name="connsiteX7" fmla="*/ 3195 w 92776"/>
                <a:gd name="connsiteY7" fmla="*/ 67262 h 76837"/>
                <a:gd name="connsiteX8" fmla="*/ 44730 w 92776"/>
                <a:gd name="connsiteY8" fmla="*/ 76838 h 76837"/>
                <a:gd name="connsiteX9" fmla="*/ 89459 w 92776"/>
                <a:gd name="connsiteY9" fmla="*/ 65985 h 76837"/>
                <a:gd name="connsiteX10" fmla="*/ 92654 w 92776"/>
                <a:gd name="connsiteY10" fmla="*/ 60240 h 76837"/>
                <a:gd name="connsiteX11" fmla="*/ 92654 w 92776"/>
                <a:gd name="connsiteY11" fmla="*/ 6614 h 76837"/>
                <a:gd name="connsiteX12" fmla="*/ 88181 w 92776"/>
                <a:gd name="connsiteY12" fmla="*/ 230 h 76837"/>
                <a:gd name="connsiteX13" fmla="*/ 79874 w 92776"/>
                <a:gd name="connsiteY13" fmla="*/ 55771 h 76837"/>
                <a:gd name="connsiteX14" fmla="*/ 12780 w 92776"/>
                <a:gd name="connsiteY14" fmla="*/ 57048 h 76837"/>
                <a:gd name="connsiteX15" fmla="*/ 12780 w 92776"/>
                <a:gd name="connsiteY15" fmla="*/ 21936 h 76837"/>
                <a:gd name="connsiteX16" fmla="*/ 46646 w 92776"/>
                <a:gd name="connsiteY16" fmla="*/ 34704 h 76837"/>
                <a:gd name="connsiteX17" fmla="*/ 79874 w 92776"/>
                <a:gd name="connsiteY17" fmla="*/ 21936 h 76837"/>
                <a:gd name="connsiteX18" fmla="*/ 79874 w 92776"/>
                <a:gd name="connsiteY18" fmla="*/ 55771 h 76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2776" h="76837">
                  <a:moveTo>
                    <a:pt x="88181" y="230"/>
                  </a:moveTo>
                  <a:cubicBezTo>
                    <a:pt x="85625" y="-408"/>
                    <a:pt x="82430" y="230"/>
                    <a:pt x="81152" y="2784"/>
                  </a:cubicBezTo>
                  <a:cubicBezTo>
                    <a:pt x="81152" y="2784"/>
                    <a:pt x="67733" y="21936"/>
                    <a:pt x="46646" y="21936"/>
                  </a:cubicBezTo>
                  <a:cubicBezTo>
                    <a:pt x="25560" y="21936"/>
                    <a:pt x="11502" y="3422"/>
                    <a:pt x="11502" y="3422"/>
                  </a:cubicBezTo>
                  <a:cubicBezTo>
                    <a:pt x="9585" y="1507"/>
                    <a:pt x="7029" y="230"/>
                    <a:pt x="4473" y="869"/>
                  </a:cubicBezTo>
                  <a:cubicBezTo>
                    <a:pt x="1917" y="1507"/>
                    <a:pt x="0" y="4061"/>
                    <a:pt x="0" y="7253"/>
                  </a:cubicBezTo>
                  <a:lnTo>
                    <a:pt x="0" y="61516"/>
                  </a:lnTo>
                  <a:cubicBezTo>
                    <a:pt x="0" y="64070"/>
                    <a:pt x="1278" y="65985"/>
                    <a:pt x="3195" y="67262"/>
                  </a:cubicBezTo>
                  <a:cubicBezTo>
                    <a:pt x="15975" y="73646"/>
                    <a:pt x="30033" y="76838"/>
                    <a:pt x="44730" y="76838"/>
                  </a:cubicBezTo>
                  <a:cubicBezTo>
                    <a:pt x="60066" y="76838"/>
                    <a:pt x="75401" y="73008"/>
                    <a:pt x="89459" y="65985"/>
                  </a:cubicBezTo>
                  <a:cubicBezTo>
                    <a:pt x="91376" y="64708"/>
                    <a:pt x="92654" y="62793"/>
                    <a:pt x="92654" y="60240"/>
                  </a:cubicBezTo>
                  <a:lnTo>
                    <a:pt x="92654" y="6614"/>
                  </a:lnTo>
                  <a:cubicBezTo>
                    <a:pt x="93293" y="4061"/>
                    <a:pt x="91376" y="1507"/>
                    <a:pt x="88181" y="230"/>
                  </a:cubicBezTo>
                  <a:close/>
                  <a:moveTo>
                    <a:pt x="79874" y="55771"/>
                  </a:moveTo>
                  <a:cubicBezTo>
                    <a:pt x="58788" y="65985"/>
                    <a:pt x="33867" y="66624"/>
                    <a:pt x="12780" y="57048"/>
                  </a:cubicBezTo>
                  <a:lnTo>
                    <a:pt x="12780" y="21936"/>
                  </a:lnTo>
                  <a:cubicBezTo>
                    <a:pt x="22365" y="29597"/>
                    <a:pt x="34506" y="34704"/>
                    <a:pt x="46646" y="34704"/>
                  </a:cubicBezTo>
                  <a:cubicBezTo>
                    <a:pt x="58788" y="34704"/>
                    <a:pt x="70928" y="30235"/>
                    <a:pt x="79874" y="21936"/>
                  </a:cubicBezTo>
                  <a:lnTo>
                    <a:pt x="79874" y="55771"/>
                  </a:lnTo>
                  <a:close/>
                </a:path>
              </a:pathLst>
            </a:custGeom>
            <a:solidFill>
              <a:srgbClr val="007680"/>
            </a:solidFill>
            <a:ln w="6390" cap="flat">
              <a:noFill/>
              <a:prstDash val="solid"/>
              <a:miter/>
            </a:ln>
          </p:spPr>
          <p:txBody>
            <a:bodyPr rtlCol="0" anchor="ctr"/>
            <a:lstStyle/>
            <a:p>
              <a:endParaRPr lang="en-US"/>
            </a:p>
          </p:txBody>
        </p:sp>
      </p:grpSp>
      <p:grpSp>
        <p:nvGrpSpPr>
          <p:cNvPr id="561" name="Graphic 5">
            <a:extLst>
              <a:ext uri="{FF2B5EF4-FFF2-40B4-BE49-F238E27FC236}">
                <a16:creationId xmlns:a16="http://schemas.microsoft.com/office/drawing/2014/main" id="{340BE2AA-63D4-FA42-91AA-C750379E98EA}"/>
              </a:ext>
            </a:extLst>
          </p:cNvPr>
          <p:cNvGrpSpPr/>
          <p:nvPr/>
        </p:nvGrpSpPr>
        <p:grpSpPr>
          <a:xfrm>
            <a:off x="5708769" y="2856356"/>
            <a:ext cx="362312" cy="361971"/>
            <a:chOff x="5708769" y="2856356"/>
            <a:chExt cx="362312" cy="361971"/>
          </a:xfrm>
          <a:solidFill>
            <a:srgbClr val="007680"/>
          </a:solidFill>
        </p:grpSpPr>
        <p:sp>
          <p:nvSpPr>
            <p:cNvPr id="562" name="Graphic 5">
              <a:extLst>
                <a:ext uri="{FF2B5EF4-FFF2-40B4-BE49-F238E27FC236}">
                  <a16:creationId xmlns:a16="http://schemas.microsoft.com/office/drawing/2014/main" id="{5148D810-F8ED-AF4C-BD42-C40C441F6230}"/>
                </a:ext>
              </a:extLst>
            </p:cNvPr>
            <p:cNvSpPr/>
            <p:nvPr/>
          </p:nvSpPr>
          <p:spPr>
            <a:xfrm>
              <a:off x="5708769" y="2856356"/>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9204 h 361971"/>
                <a:gd name="connsiteX8" fmla="*/ 12780 w 362312"/>
                <a:gd name="connsiteY8" fmla="*/ 181305 h 361971"/>
                <a:gd name="connsiteX9" fmla="*/ 180835 w 362312"/>
                <a:gd name="connsiteY9" fmla="*/ 12768 h 361971"/>
                <a:gd name="connsiteX10" fmla="*/ 349529 w 362312"/>
                <a:gd name="connsiteY10" fmla="*/ 180667 h 361971"/>
                <a:gd name="connsiteX11" fmla="*/ 349529 w 362312"/>
                <a:gd name="connsiteY11" fmla="*/ 180667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lnTo>
                    <a:pt x="181474" y="0"/>
                  </a:lnTo>
                  <a:close/>
                  <a:moveTo>
                    <a:pt x="181474" y="349204"/>
                  </a:moveTo>
                  <a:cubicBezTo>
                    <a:pt x="88181" y="349204"/>
                    <a:pt x="12780" y="273873"/>
                    <a:pt x="12780" y="181305"/>
                  </a:cubicBezTo>
                  <a:cubicBezTo>
                    <a:pt x="12780" y="88738"/>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563" name="Graphic 5">
              <a:extLst>
                <a:ext uri="{FF2B5EF4-FFF2-40B4-BE49-F238E27FC236}">
                  <a16:creationId xmlns:a16="http://schemas.microsoft.com/office/drawing/2014/main" id="{837C65CA-76E9-0D40-A1CE-90854C712D2D}"/>
                </a:ext>
              </a:extLst>
            </p:cNvPr>
            <p:cNvSpPr/>
            <p:nvPr/>
          </p:nvSpPr>
          <p:spPr>
            <a:xfrm>
              <a:off x="5792477" y="3012125"/>
              <a:ext cx="196171" cy="143639"/>
            </a:xfrm>
            <a:custGeom>
              <a:avLst/>
              <a:gdLst>
                <a:gd name="connsiteX0" fmla="*/ 189781 w 196171"/>
                <a:gd name="connsiteY0" fmla="*/ 0 h 143639"/>
                <a:gd name="connsiteX1" fmla="*/ 6390 w 196171"/>
                <a:gd name="connsiteY1" fmla="*/ 0 h 143639"/>
                <a:gd name="connsiteX2" fmla="*/ 0 w 196171"/>
                <a:gd name="connsiteY2" fmla="*/ 6384 h 143639"/>
                <a:gd name="connsiteX3" fmla="*/ 0 w 196171"/>
                <a:gd name="connsiteY3" fmla="*/ 111081 h 143639"/>
                <a:gd name="connsiteX4" fmla="*/ 6390 w 196171"/>
                <a:gd name="connsiteY4" fmla="*/ 117465 h 143639"/>
                <a:gd name="connsiteX5" fmla="*/ 39618 w 196171"/>
                <a:gd name="connsiteY5" fmla="*/ 117465 h 143639"/>
                <a:gd name="connsiteX6" fmla="*/ 39618 w 196171"/>
                <a:gd name="connsiteY6" fmla="*/ 137256 h 143639"/>
                <a:gd name="connsiteX7" fmla="*/ 46008 w 196171"/>
                <a:gd name="connsiteY7" fmla="*/ 143640 h 143639"/>
                <a:gd name="connsiteX8" fmla="*/ 150164 w 196171"/>
                <a:gd name="connsiteY8" fmla="*/ 143640 h 143639"/>
                <a:gd name="connsiteX9" fmla="*/ 156553 w 196171"/>
                <a:gd name="connsiteY9" fmla="*/ 137256 h 143639"/>
                <a:gd name="connsiteX10" fmla="*/ 156553 w 196171"/>
                <a:gd name="connsiteY10" fmla="*/ 117465 h 143639"/>
                <a:gd name="connsiteX11" fmla="*/ 189781 w 196171"/>
                <a:gd name="connsiteY11" fmla="*/ 117465 h 143639"/>
                <a:gd name="connsiteX12" fmla="*/ 196171 w 196171"/>
                <a:gd name="connsiteY12" fmla="*/ 111081 h 143639"/>
                <a:gd name="connsiteX13" fmla="*/ 196171 w 196171"/>
                <a:gd name="connsiteY13" fmla="*/ 6384 h 143639"/>
                <a:gd name="connsiteX14" fmla="*/ 189781 w 196171"/>
                <a:gd name="connsiteY14" fmla="*/ 0 h 143639"/>
                <a:gd name="connsiteX15" fmla="*/ 144412 w 196171"/>
                <a:gd name="connsiteY15" fmla="*/ 131510 h 143639"/>
                <a:gd name="connsiteX16" fmla="*/ 52398 w 196171"/>
                <a:gd name="connsiteY16" fmla="*/ 131510 h 143639"/>
                <a:gd name="connsiteX17" fmla="*/ 52398 w 196171"/>
                <a:gd name="connsiteY17" fmla="*/ 78523 h 143639"/>
                <a:gd name="connsiteX18" fmla="*/ 143774 w 196171"/>
                <a:gd name="connsiteY18" fmla="*/ 78523 h 143639"/>
                <a:gd name="connsiteX19" fmla="*/ 144412 w 196171"/>
                <a:gd name="connsiteY19" fmla="*/ 131510 h 143639"/>
                <a:gd name="connsiteX20" fmla="*/ 183391 w 196171"/>
                <a:gd name="connsiteY20" fmla="*/ 105336 h 143639"/>
                <a:gd name="connsiteX21" fmla="*/ 156553 w 196171"/>
                <a:gd name="connsiteY21" fmla="*/ 105336 h 143639"/>
                <a:gd name="connsiteX22" fmla="*/ 156553 w 196171"/>
                <a:gd name="connsiteY22" fmla="*/ 72139 h 143639"/>
                <a:gd name="connsiteX23" fmla="*/ 150164 w 196171"/>
                <a:gd name="connsiteY23" fmla="*/ 65755 h 143639"/>
                <a:gd name="connsiteX24" fmla="*/ 45368 w 196171"/>
                <a:gd name="connsiteY24" fmla="*/ 65755 h 143639"/>
                <a:gd name="connsiteX25" fmla="*/ 38978 w 196171"/>
                <a:gd name="connsiteY25" fmla="*/ 72139 h 143639"/>
                <a:gd name="connsiteX26" fmla="*/ 38978 w 196171"/>
                <a:gd name="connsiteY26" fmla="*/ 105336 h 143639"/>
                <a:gd name="connsiteX27" fmla="*/ 12141 w 196171"/>
                <a:gd name="connsiteY27" fmla="*/ 105336 h 143639"/>
                <a:gd name="connsiteX28" fmla="*/ 12141 w 196171"/>
                <a:gd name="connsiteY28" fmla="*/ 13406 h 143639"/>
                <a:gd name="connsiteX29" fmla="*/ 182752 w 196171"/>
                <a:gd name="connsiteY29" fmla="*/ 13406 h 143639"/>
                <a:gd name="connsiteX30" fmla="*/ 182752 w 196171"/>
                <a:gd name="connsiteY30" fmla="*/ 105336 h 143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71" h="143639">
                  <a:moveTo>
                    <a:pt x="189781" y="0"/>
                  </a:moveTo>
                  <a:lnTo>
                    <a:pt x="6390" y="0"/>
                  </a:lnTo>
                  <a:cubicBezTo>
                    <a:pt x="2556" y="0"/>
                    <a:pt x="0" y="2554"/>
                    <a:pt x="0" y="6384"/>
                  </a:cubicBezTo>
                  <a:lnTo>
                    <a:pt x="0" y="111081"/>
                  </a:lnTo>
                  <a:cubicBezTo>
                    <a:pt x="0" y="114912"/>
                    <a:pt x="2556" y="117465"/>
                    <a:pt x="6390" y="117465"/>
                  </a:cubicBezTo>
                  <a:lnTo>
                    <a:pt x="39618" y="117465"/>
                  </a:lnTo>
                  <a:lnTo>
                    <a:pt x="39618" y="137256"/>
                  </a:lnTo>
                  <a:cubicBezTo>
                    <a:pt x="39618" y="141086"/>
                    <a:pt x="42173" y="143640"/>
                    <a:pt x="46008" y="143640"/>
                  </a:cubicBezTo>
                  <a:lnTo>
                    <a:pt x="150164" y="143640"/>
                  </a:lnTo>
                  <a:cubicBezTo>
                    <a:pt x="153997" y="143640"/>
                    <a:pt x="156553" y="141086"/>
                    <a:pt x="156553" y="137256"/>
                  </a:cubicBezTo>
                  <a:lnTo>
                    <a:pt x="156553" y="117465"/>
                  </a:lnTo>
                  <a:lnTo>
                    <a:pt x="189781" y="117465"/>
                  </a:lnTo>
                  <a:cubicBezTo>
                    <a:pt x="193615" y="117465"/>
                    <a:pt x="196171" y="114912"/>
                    <a:pt x="196171" y="111081"/>
                  </a:cubicBezTo>
                  <a:lnTo>
                    <a:pt x="196171" y="6384"/>
                  </a:lnTo>
                  <a:cubicBezTo>
                    <a:pt x="196171" y="3192"/>
                    <a:pt x="193615" y="0"/>
                    <a:pt x="189781" y="0"/>
                  </a:cubicBezTo>
                  <a:close/>
                  <a:moveTo>
                    <a:pt x="144412" y="131510"/>
                  </a:moveTo>
                  <a:lnTo>
                    <a:pt x="52398" y="131510"/>
                  </a:lnTo>
                  <a:lnTo>
                    <a:pt x="52398" y="78523"/>
                  </a:lnTo>
                  <a:lnTo>
                    <a:pt x="143774" y="78523"/>
                  </a:lnTo>
                  <a:lnTo>
                    <a:pt x="144412" y="131510"/>
                  </a:lnTo>
                  <a:close/>
                  <a:moveTo>
                    <a:pt x="183391" y="105336"/>
                  </a:moveTo>
                  <a:lnTo>
                    <a:pt x="156553" y="105336"/>
                  </a:lnTo>
                  <a:lnTo>
                    <a:pt x="156553" y="72139"/>
                  </a:lnTo>
                  <a:cubicBezTo>
                    <a:pt x="156553" y="68308"/>
                    <a:pt x="153997" y="65755"/>
                    <a:pt x="150164" y="65755"/>
                  </a:cubicBezTo>
                  <a:lnTo>
                    <a:pt x="45368" y="65755"/>
                  </a:lnTo>
                  <a:cubicBezTo>
                    <a:pt x="41535" y="65755"/>
                    <a:pt x="38978" y="68308"/>
                    <a:pt x="38978" y="72139"/>
                  </a:cubicBezTo>
                  <a:lnTo>
                    <a:pt x="38978" y="105336"/>
                  </a:lnTo>
                  <a:lnTo>
                    <a:pt x="12141" y="105336"/>
                  </a:lnTo>
                  <a:lnTo>
                    <a:pt x="12141" y="13406"/>
                  </a:lnTo>
                  <a:lnTo>
                    <a:pt x="182752" y="13406"/>
                  </a:lnTo>
                  <a:lnTo>
                    <a:pt x="182752" y="105336"/>
                  </a:lnTo>
                  <a:close/>
                </a:path>
              </a:pathLst>
            </a:custGeom>
            <a:solidFill>
              <a:srgbClr val="007680"/>
            </a:solidFill>
            <a:ln w="6390" cap="flat">
              <a:noFill/>
              <a:prstDash val="solid"/>
              <a:miter/>
            </a:ln>
          </p:spPr>
          <p:txBody>
            <a:bodyPr rtlCol="0" anchor="ctr"/>
            <a:lstStyle/>
            <a:p>
              <a:endParaRPr lang="en-US"/>
            </a:p>
          </p:txBody>
        </p:sp>
        <p:sp>
          <p:nvSpPr>
            <p:cNvPr id="564" name="Graphic 5">
              <a:extLst>
                <a:ext uri="{FF2B5EF4-FFF2-40B4-BE49-F238E27FC236}">
                  <a16:creationId xmlns:a16="http://schemas.microsoft.com/office/drawing/2014/main" id="{74B93323-107C-D449-9EBE-6FBB5DFDA0E9}"/>
                </a:ext>
              </a:extLst>
            </p:cNvPr>
            <p:cNvSpPr/>
            <p:nvPr/>
          </p:nvSpPr>
          <p:spPr>
            <a:xfrm>
              <a:off x="5917720" y="3043407"/>
              <a:ext cx="29393" cy="12767"/>
            </a:xfrm>
            <a:custGeom>
              <a:avLst/>
              <a:gdLst>
                <a:gd name="connsiteX0" fmla="*/ 6390 w 29393"/>
                <a:gd name="connsiteY0" fmla="*/ 12768 h 12767"/>
                <a:gd name="connsiteX1" fmla="*/ 23004 w 29393"/>
                <a:gd name="connsiteY1" fmla="*/ 12768 h 12767"/>
                <a:gd name="connsiteX2" fmla="*/ 29394 w 29393"/>
                <a:gd name="connsiteY2" fmla="*/ 6384 h 12767"/>
                <a:gd name="connsiteX3" fmla="*/ 23004 w 29393"/>
                <a:gd name="connsiteY3" fmla="*/ 0 h 12767"/>
                <a:gd name="connsiteX4" fmla="*/ 6390 w 29393"/>
                <a:gd name="connsiteY4" fmla="*/ 0 h 12767"/>
                <a:gd name="connsiteX5" fmla="*/ 0 w 29393"/>
                <a:gd name="connsiteY5" fmla="*/ 6384 h 12767"/>
                <a:gd name="connsiteX6" fmla="*/ 6390 w 29393"/>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93" h="12767">
                  <a:moveTo>
                    <a:pt x="6390" y="12768"/>
                  </a:moveTo>
                  <a:lnTo>
                    <a:pt x="23004" y="12768"/>
                  </a:lnTo>
                  <a:cubicBezTo>
                    <a:pt x="26838" y="12768"/>
                    <a:pt x="29394" y="10214"/>
                    <a:pt x="29394" y="6384"/>
                  </a:cubicBezTo>
                  <a:cubicBezTo>
                    <a:pt x="29394" y="2554"/>
                    <a:pt x="26838" y="0"/>
                    <a:pt x="23004" y="0"/>
                  </a:cubicBezTo>
                  <a:lnTo>
                    <a:pt x="6390" y="0"/>
                  </a:lnTo>
                  <a:cubicBezTo>
                    <a:pt x="2556" y="0"/>
                    <a:pt x="0" y="2554"/>
                    <a:pt x="0" y="6384"/>
                  </a:cubicBezTo>
                  <a:cubicBezTo>
                    <a:pt x="0" y="10214"/>
                    <a:pt x="2556" y="12768"/>
                    <a:pt x="6390" y="12768"/>
                  </a:cubicBezTo>
                  <a:close/>
                </a:path>
              </a:pathLst>
            </a:custGeom>
            <a:solidFill>
              <a:srgbClr val="007680"/>
            </a:solidFill>
            <a:ln w="6390" cap="flat">
              <a:noFill/>
              <a:prstDash val="solid"/>
              <a:miter/>
            </a:ln>
          </p:spPr>
          <p:txBody>
            <a:bodyPr rtlCol="0" anchor="ctr"/>
            <a:lstStyle/>
            <a:p>
              <a:endParaRPr lang="en-US"/>
            </a:p>
          </p:txBody>
        </p:sp>
        <p:sp>
          <p:nvSpPr>
            <p:cNvPr id="565" name="Graphic 5">
              <a:extLst>
                <a:ext uri="{FF2B5EF4-FFF2-40B4-BE49-F238E27FC236}">
                  <a16:creationId xmlns:a16="http://schemas.microsoft.com/office/drawing/2014/main" id="{C78214D2-C930-D547-88AE-715AA0E35CA0}"/>
                </a:ext>
              </a:extLst>
            </p:cNvPr>
            <p:cNvSpPr/>
            <p:nvPr/>
          </p:nvSpPr>
          <p:spPr>
            <a:xfrm>
              <a:off x="5790960" y="2918791"/>
              <a:ext cx="196650" cy="78650"/>
            </a:xfrm>
            <a:custGeom>
              <a:avLst/>
              <a:gdLst>
                <a:gd name="connsiteX0" fmla="*/ 4713 w 196650"/>
                <a:gd name="connsiteY0" fmla="*/ 68437 h 78650"/>
                <a:gd name="connsiteX1" fmla="*/ 5991 w 196650"/>
                <a:gd name="connsiteY1" fmla="*/ 69713 h 78650"/>
                <a:gd name="connsiteX2" fmla="*/ 5991 w 196650"/>
                <a:gd name="connsiteY2" fmla="*/ 69713 h 78650"/>
                <a:gd name="connsiteX3" fmla="*/ 60305 w 196650"/>
                <a:gd name="connsiteY3" fmla="*/ 69713 h 78650"/>
                <a:gd name="connsiteX4" fmla="*/ 62222 w 196650"/>
                <a:gd name="connsiteY4" fmla="*/ 65245 h 78650"/>
                <a:gd name="connsiteX5" fmla="*/ 62222 w 196650"/>
                <a:gd name="connsiteY5" fmla="*/ 47370 h 78650"/>
                <a:gd name="connsiteX6" fmla="*/ 69890 w 196650"/>
                <a:gd name="connsiteY6" fmla="*/ 46093 h 78650"/>
                <a:gd name="connsiteX7" fmla="*/ 97367 w 196650"/>
                <a:gd name="connsiteY7" fmla="*/ 42901 h 78650"/>
                <a:gd name="connsiteX8" fmla="*/ 100562 w 196650"/>
                <a:gd name="connsiteY8" fmla="*/ 42901 h 78650"/>
                <a:gd name="connsiteX9" fmla="*/ 128038 w 196650"/>
                <a:gd name="connsiteY9" fmla="*/ 46093 h 78650"/>
                <a:gd name="connsiteX10" fmla="*/ 135706 w 196650"/>
                <a:gd name="connsiteY10" fmla="*/ 47370 h 78650"/>
                <a:gd name="connsiteX11" fmla="*/ 135706 w 196650"/>
                <a:gd name="connsiteY11" fmla="*/ 65245 h 78650"/>
                <a:gd name="connsiteX12" fmla="*/ 137623 w 196650"/>
                <a:gd name="connsiteY12" fmla="*/ 69713 h 78650"/>
                <a:gd name="connsiteX13" fmla="*/ 161905 w 196650"/>
                <a:gd name="connsiteY13" fmla="*/ 78651 h 78650"/>
                <a:gd name="connsiteX14" fmla="*/ 191938 w 196650"/>
                <a:gd name="connsiteY14" fmla="*/ 70352 h 78650"/>
                <a:gd name="connsiteX15" fmla="*/ 191938 w 196650"/>
                <a:gd name="connsiteY15" fmla="*/ 70352 h 78650"/>
                <a:gd name="connsiteX16" fmla="*/ 193216 w 196650"/>
                <a:gd name="connsiteY16" fmla="*/ 69075 h 78650"/>
                <a:gd name="connsiteX17" fmla="*/ 194494 w 196650"/>
                <a:gd name="connsiteY17" fmla="*/ 67160 h 78650"/>
                <a:gd name="connsiteX18" fmla="*/ 196411 w 196650"/>
                <a:gd name="connsiteY18" fmla="*/ 48646 h 78650"/>
                <a:gd name="connsiteX19" fmla="*/ 196411 w 196650"/>
                <a:gd name="connsiteY19" fmla="*/ 45454 h 78650"/>
                <a:gd name="connsiteX20" fmla="*/ 184909 w 196650"/>
                <a:gd name="connsiteY20" fmla="*/ 24387 h 78650"/>
                <a:gd name="connsiteX21" fmla="*/ 99923 w 196650"/>
                <a:gd name="connsiteY21" fmla="*/ 128 h 78650"/>
                <a:gd name="connsiteX22" fmla="*/ 97367 w 196650"/>
                <a:gd name="connsiteY22" fmla="*/ 128 h 78650"/>
                <a:gd name="connsiteX23" fmla="*/ 12381 w 196650"/>
                <a:gd name="connsiteY23" fmla="*/ 23749 h 78650"/>
                <a:gd name="connsiteX24" fmla="*/ 240 w 196650"/>
                <a:gd name="connsiteY24" fmla="*/ 45454 h 78650"/>
                <a:gd name="connsiteX25" fmla="*/ 240 w 196650"/>
                <a:gd name="connsiteY25" fmla="*/ 48646 h 78650"/>
                <a:gd name="connsiteX26" fmla="*/ 2156 w 196650"/>
                <a:gd name="connsiteY26" fmla="*/ 67160 h 78650"/>
                <a:gd name="connsiteX27" fmla="*/ 4713 w 196650"/>
                <a:gd name="connsiteY27" fmla="*/ 68437 h 78650"/>
                <a:gd name="connsiteX28" fmla="*/ 13659 w 196650"/>
                <a:gd name="connsiteY28" fmla="*/ 48008 h 78650"/>
                <a:gd name="connsiteX29" fmla="*/ 13659 w 196650"/>
                <a:gd name="connsiteY29" fmla="*/ 44816 h 78650"/>
                <a:gd name="connsiteX30" fmla="*/ 20049 w 196650"/>
                <a:gd name="connsiteY30" fmla="*/ 33325 h 78650"/>
                <a:gd name="connsiteX31" fmla="*/ 97367 w 196650"/>
                <a:gd name="connsiteY31" fmla="*/ 12258 h 78650"/>
                <a:gd name="connsiteX32" fmla="*/ 99923 w 196650"/>
                <a:gd name="connsiteY32" fmla="*/ 12258 h 78650"/>
                <a:gd name="connsiteX33" fmla="*/ 177880 w 196650"/>
                <a:gd name="connsiteY33" fmla="*/ 33963 h 78650"/>
                <a:gd name="connsiteX34" fmla="*/ 183631 w 196650"/>
                <a:gd name="connsiteY34" fmla="*/ 44816 h 78650"/>
                <a:gd name="connsiteX35" fmla="*/ 183631 w 196650"/>
                <a:gd name="connsiteY35" fmla="*/ 48008 h 78650"/>
                <a:gd name="connsiteX36" fmla="*/ 183631 w 196650"/>
                <a:gd name="connsiteY36" fmla="*/ 58861 h 78650"/>
                <a:gd name="connsiteX37" fmla="*/ 148486 w 196650"/>
                <a:gd name="connsiteY37" fmla="*/ 60776 h 78650"/>
                <a:gd name="connsiteX38" fmla="*/ 148486 w 196650"/>
                <a:gd name="connsiteY38" fmla="*/ 40986 h 78650"/>
                <a:gd name="connsiteX39" fmla="*/ 143374 w 196650"/>
                <a:gd name="connsiteY39" fmla="*/ 34602 h 78650"/>
                <a:gd name="connsiteX40" fmla="*/ 130594 w 196650"/>
                <a:gd name="connsiteY40" fmla="*/ 32686 h 78650"/>
                <a:gd name="connsiteX41" fmla="*/ 100562 w 196650"/>
                <a:gd name="connsiteY41" fmla="*/ 28856 h 78650"/>
                <a:gd name="connsiteX42" fmla="*/ 97367 w 196650"/>
                <a:gd name="connsiteY42" fmla="*/ 28856 h 78650"/>
                <a:gd name="connsiteX43" fmla="*/ 67334 w 196650"/>
                <a:gd name="connsiteY43" fmla="*/ 32686 h 78650"/>
                <a:gd name="connsiteX44" fmla="*/ 54554 w 196650"/>
                <a:gd name="connsiteY44" fmla="*/ 34602 h 78650"/>
                <a:gd name="connsiteX45" fmla="*/ 49442 w 196650"/>
                <a:gd name="connsiteY45" fmla="*/ 40986 h 78650"/>
                <a:gd name="connsiteX46" fmla="*/ 49442 w 196650"/>
                <a:gd name="connsiteY46" fmla="*/ 61414 h 78650"/>
                <a:gd name="connsiteX47" fmla="*/ 14297 w 196650"/>
                <a:gd name="connsiteY47" fmla="*/ 59499 h 78650"/>
                <a:gd name="connsiteX48" fmla="*/ 13659 w 196650"/>
                <a:gd name="connsiteY48" fmla="*/ 48008 h 78650"/>
                <a:gd name="connsiteX49" fmla="*/ 13659 w 196650"/>
                <a:gd name="connsiteY49" fmla="*/ 48008 h 7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96650" h="78650">
                  <a:moveTo>
                    <a:pt x="4713" y="68437"/>
                  </a:moveTo>
                  <a:lnTo>
                    <a:pt x="5991" y="69713"/>
                  </a:lnTo>
                  <a:lnTo>
                    <a:pt x="5991" y="69713"/>
                  </a:lnTo>
                  <a:cubicBezTo>
                    <a:pt x="11103" y="72905"/>
                    <a:pt x="40496" y="86950"/>
                    <a:pt x="60305" y="69713"/>
                  </a:cubicBezTo>
                  <a:cubicBezTo>
                    <a:pt x="61583" y="68437"/>
                    <a:pt x="62222" y="66521"/>
                    <a:pt x="62222" y="65245"/>
                  </a:cubicBezTo>
                  <a:lnTo>
                    <a:pt x="62222" y="47370"/>
                  </a:lnTo>
                  <a:lnTo>
                    <a:pt x="69890" y="46093"/>
                  </a:lnTo>
                  <a:cubicBezTo>
                    <a:pt x="78836" y="44178"/>
                    <a:pt x="88421" y="42901"/>
                    <a:pt x="97367" y="42901"/>
                  </a:cubicBezTo>
                  <a:lnTo>
                    <a:pt x="100562" y="42901"/>
                  </a:lnTo>
                  <a:cubicBezTo>
                    <a:pt x="109508" y="43539"/>
                    <a:pt x="119093" y="44816"/>
                    <a:pt x="128038" y="46093"/>
                  </a:cubicBezTo>
                  <a:lnTo>
                    <a:pt x="135706" y="47370"/>
                  </a:lnTo>
                  <a:lnTo>
                    <a:pt x="135706" y="65245"/>
                  </a:lnTo>
                  <a:cubicBezTo>
                    <a:pt x="135706" y="67160"/>
                    <a:pt x="136345" y="69075"/>
                    <a:pt x="137623" y="69713"/>
                  </a:cubicBezTo>
                  <a:cubicBezTo>
                    <a:pt x="144013" y="75459"/>
                    <a:pt x="152959" y="78651"/>
                    <a:pt x="161905" y="78651"/>
                  </a:cubicBezTo>
                  <a:cubicBezTo>
                    <a:pt x="172768" y="78651"/>
                    <a:pt x="182992" y="75459"/>
                    <a:pt x="191938" y="70352"/>
                  </a:cubicBezTo>
                  <a:lnTo>
                    <a:pt x="191938" y="70352"/>
                  </a:lnTo>
                  <a:lnTo>
                    <a:pt x="193216" y="69075"/>
                  </a:lnTo>
                  <a:cubicBezTo>
                    <a:pt x="193855" y="68437"/>
                    <a:pt x="194494" y="67798"/>
                    <a:pt x="194494" y="67160"/>
                  </a:cubicBezTo>
                  <a:cubicBezTo>
                    <a:pt x="196411" y="61414"/>
                    <a:pt x="197050" y="55030"/>
                    <a:pt x="196411" y="48646"/>
                  </a:cubicBezTo>
                  <a:lnTo>
                    <a:pt x="196411" y="45454"/>
                  </a:lnTo>
                  <a:cubicBezTo>
                    <a:pt x="197050" y="36517"/>
                    <a:pt x="192577" y="28218"/>
                    <a:pt x="184909" y="24387"/>
                  </a:cubicBezTo>
                  <a:cubicBezTo>
                    <a:pt x="159988" y="7789"/>
                    <a:pt x="129955" y="-510"/>
                    <a:pt x="99923" y="128"/>
                  </a:cubicBezTo>
                  <a:lnTo>
                    <a:pt x="97367" y="128"/>
                  </a:lnTo>
                  <a:cubicBezTo>
                    <a:pt x="67334" y="-1149"/>
                    <a:pt x="37301" y="7150"/>
                    <a:pt x="12381" y="23749"/>
                  </a:cubicBezTo>
                  <a:cubicBezTo>
                    <a:pt x="4074" y="27579"/>
                    <a:pt x="-399" y="36517"/>
                    <a:pt x="240" y="45454"/>
                  </a:cubicBezTo>
                  <a:lnTo>
                    <a:pt x="240" y="48646"/>
                  </a:lnTo>
                  <a:cubicBezTo>
                    <a:pt x="-399" y="55030"/>
                    <a:pt x="240" y="61414"/>
                    <a:pt x="2156" y="67160"/>
                  </a:cubicBezTo>
                  <a:cubicBezTo>
                    <a:pt x="3435" y="67160"/>
                    <a:pt x="4074" y="67798"/>
                    <a:pt x="4713" y="68437"/>
                  </a:cubicBezTo>
                  <a:close/>
                  <a:moveTo>
                    <a:pt x="13659" y="48008"/>
                  </a:moveTo>
                  <a:lnTo>
                    <a:pt x="13659" y="44816"/>
                  </a:lnTo>
                  <a:cubicBezTo>
                    <a:pt x="13659" y="39070"/>
                    <a:pt x="13659" y="37794"/>
                    <a:pt x="20049" y="33325"/>
                  </a:cubicBezTo>
                  <a:cubicBezTo>
                    <a:pt x="43052" y="18642"/>
                    <a:pt x="69890" y="10981"/>
                    <a:pt x="97367" y="12258"/>
                  </a:cubicBezTo>
                  <a:lnTo>
                    <a:pt x="99923" y="12258"/>
                  </a:lnTo>
                  <a:cubicBezTo>
                    <a:pt x="127399" y="11619"/>
                    <a:pt x="154876" y="18642"/>
                    <a:pt x="177880" y="33963"/>
                  </a:cubicBezTo>
                  <a:cubicBezTo>
                    <a:pt x="183631" y="37794"/>
                    <a:pt x="183631" y="39070"/>
                    <a:pt x="183631" y="44816"/>
                  </a:cubicBezTo>
                  <a:lnTo>
                    <a:pt x="183631" y="48008"/>
                  </a:lnTo>
                  <a:cubicBezTo>
                    <a:pt x="183631" y="51838"/>
                    <a:pt x="183631" y="55669"/>
                    <a:pt x="183631" y="58861"/>
                  </a:cubicBezTo>
                  <a:cubicBezTo>
                    <a:pt x="179797" y="60776"/>
                    <a:pt x="160627" y="69075"/>
                    <a:pt x="148486" y="60776"/>
                  </a:cubicBezTo>
                  <a:lnTo>
                    <a:pt x="148486" y="40986"/>
                  </a:lnTo>
                  <a:cubicBezTo>
                    <a:pt x="148486" y="37794"/>
                    <a:pt x="145930" y="35240"/>
                    <a:pt x="143374" y="34602"/>
                  </a:cubicBezTo>
                  <a:lnTo>
                    <a:pt x="130594" y="32686"/>
                  </a:lnTo>
                  <a:cubicBezTo>
                    <a:pt x="121010" y="30771"/>
                    <a:pt x="110785" y="29494"/>
                    <a:pt x="100562" y="28856"/>
                  </a:cubicBezTo>
                  <a:lnTo>
                    <a:pt x="97367" y="28856"/>
                  </a:lnTo>
                  <a:cubicBezTo>
                    <a:pt x="87143" y="29494"/>
                    <a:pt x="77558" y="30771"/>
                    <a:pt x="67334" y="32686"/>
                  </a:cubicBezTo>
                  <a:lnTo>
                    <a:pt x="54554" y="34602"/>
                  </a:lnTo>
                  <a:cubicBezTo>
                    <a:pt x="51359" y="35240"/>
                    <a:pt x="48803" y="37794"/>
                    <a:pt x="49442" y="40986"/>
                  </a:cubicBezTo>
                  <a:lnTo>
                    <a:pt x="49442" y="61414"/>
                  </a:lnTo>
                  <a:cubicBezTo>
                    <a:pt x="36662" y="69713"/>
                    <a:pt x="18131" y="61414"/>
                    <a:pt x="14297" y="59499"/>
                  </a:cubicBezTo>
                  <a:cubicBezTo>
                    <a:pt x="14297" y="55669"/>
                    <a:pt x="14297" y="51838"/>
                    <a:pt x="13659" y="48008"/>
                  </a:cubicBezTo>
                  <a:lnTo>
                    <a:pt x="13659" y="48008"/>
                  </a:lnTo>
                  <a:close/>
                </a:path>
              </a:pathLst>
            </a:custGeom>
            <a:solidFill>
              <a:srgbClr val="007680"/>
            </a:solidFill>
            <a:ln w="6390" cap="flat">
              <a:noFill/>
              <a:prstDash val="solid"/>
              <a:miter/>
            </a:ln>
          </p:spPr>
          <p:txBody>
            <a:bodyPr rtlCol="0" anchor="ctr"/>
            <a:lstStyle/>
            <a:p>
              <a:endParaRPr lang="en-US"/>
            </a:p>
          </p:txBody>
        </p:sp>
      </p:grpSp>
      <p:grpSp>
        <p:nvGrpSpPr>
          <p:cNvPr id="566" name="Graphic 5">
            <a:extLst>
              <a:ext uri="{FF2B5EF4-FFF2-40B4-BE49-F238E27FC236}">
                <a16:creationId xmlns:a16="http://schemas.microsoft.com/office/drawing/2014/main" id="{05F6FEC7-C643-6743-A721-EE2EC1A9AC6E}"/>
              </a:ext>
            </a:extLst>
          </p:cNvPr>
          <p:cNvGrpSpPr/>
          <p:nvPr/>
        </p:nvGrpSpPr>
        <p:grpSpPr>
          <a:xfrm>
            <a:off x="6754802" y="2856356"/>
            <a:ext cx="362309" cy="361971"/>
            <a:chOff x="6754802" y="2856356"/>
            <a:chExt cx="362309" cy="361971"/>
          </a:xfrm>
          <a:solidFill>
            <a:srgbClr val="007680"/>
          </a:solidFill>
        </p:grpSpPr>
        <p:sp>
          <p:nvSpPr>
            <p:cNvPr id="567" name="Graphic 5">
              <a:extLst>
                <a:ext uri="{FF2B5EF4-FFF2-40B4-BE49-F238E27FC236}">
                  <a16:creationId xmlns:a16="http://schemas.microsoft.com/office/drawing/2014/main" id="{9882EB92-AD0B-0E47-9735-B48D5C5DBACB}"/>
                </a:ext>
              </a:extLst>
            </p:cNvPr>
            <p:cNvSpPr/>
            <p:nvPr/>
          </p:nvSpPr>
          <p:spPr>
            <a:xfrm>
              <a:off x="6754802" y="285635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873"/>
                    <a:pt x="274767"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568" name="Graphic 5">
              <a:extLst>
                <a:ext uri="{FF2B5EF4-FFF2-40B4-BE49-F238E27FC236}">
                  <a16:creationId xmlns:a16="http://schemas.microsoft.com/office/drawing/2014/main" id="{50F8C002-4E0D-7C4F-BD02-340902FE8762}"/>
                </a:ext>
              </a:extLst>
            </p:cNvPr>
            <p:cNvSpPr/>
            <p:nvPr/>
          </p:nvSpPr>
          <p:spPr>
            <a:xfrm>
              <a:off x="6851929" y="2916365"/>
              <a:ext cx="168898" cy="241952"/>
            </a:xfrm>
            <a:custGeom>
              <a:avLst/>
              <a:gdLst>
                <a:gd name="connsiteX0" fmla="*/ 84347 w 168898"/>
                <a:gd name="connsiteY0" fmla="*/ 0 h 241952"/>
                <a:gd name="connsiteX1" fmla="*/ 0 w 168898"/>
                <a:gd name="connsiteY1" fmla="*/ 84907 h 241952"/>
                <a:gd name="connsiteX2" fmla="*/ 77957 w 168898"/>
                <a:gd name="connsiteY2" fmla="*/ 169176 h 241952"/>
                <a:gd name="connsiteX3" fmla="*/ 77957 w 168898"/>
                <a:gd name="connsiteY3" fmla="*/ 199180 h 241952"/>
                <a:gd name="connsiteX4" fmla="*/ 55592 w 168898"/>
                <a:gd name="connsiteY4" fmla="*/ 199180 h 241952"/>
                <a:gd name="connsiteX5" fmla="*/ 49202 w 168898"/>
                <a:gd name="connsiteY5" fmla="*/ 205564 h 241952"/>
                <a:gd name="connsiteX6" fmla="*/ 55592 w 168898"/>
                <a:gd name="connsiteY6" fmla="*/ 211948 h 241952"/>
                <a:gd name="connsiteX7" fmla="*/ 77957 w 168898"/>
                <a:gd name="connsiteY7" fmla="*/ 211948 h 241952"/>
                <a:gd name="connsiteX8" fmla="*/ 77957 w 168898"/>
                <a:gd name="connsiteY8" fmla="*/ 235569 h 241952"/>
                <a:gd name="connsiteX9" fmla="*/ 84347 w 168898"/>
                <a:gd name="connsiteY9" fmla="*/ 241953 h 241952"/>
                <a:gd name="connsiteX10" fmla="*/ 90737 w 168898"/>
                <a:gd name="connsiteY10" fmla="*/ 235569 h 241952"/>
                <a:gd name="connsiteX11" fmla="*/ 90737 w 168898"/>
                <a:gd name="connsiteY11" fmla="*/ 211948 h 241952"/>
                <a:gd name="connsiteX12" fmla="*/ 113102 w 168898"/>
                <a:gd name="connsiteY12" fmla="*/ 211948 h 241952"/>
                <a:gd name="connsiteX13" fmla="*/ 119492 w 168898"/>
                <a:gd name="connsiteY13" fmla="*/ 205564 h 241952"/>
                <a:gd name="connsiteX14" fmla="*/ 113102 w 168898"/>
                <a:gd name="connsiteY14" fmla="*/ 199180 h 241952"/>
                <a:gd name="connsiteX15" fmla="*/ 90737 w 168898"/>
                <a:gd name="connsiteY15" fmla="*/ 199180 h 241952"/>
                <a:gd name="connsiteX16" fmla="*/ 90737 w 168898"/>
                <a:gd name="connsiteY16" fmla="*/ 169176 h 241952"/>
                <a:gd name="connsiteX17" fmla="*/ 168694 w 168898"/>
                <a:gd name="connsiteY17" fmla="*/ 78523 h 241952"/>
                <a:gd name="connsiteX18" fmla="*/ 84347 w 168898"/>
                <a:gd name="connsiteY18" fmla="*/ 0 h 241952"/>
                <a:gd name="connsiteX19" fmla="*/ 84347 w 168898"/>
                <a:gd name="connsiteY19" fmla="*/ 0 h 241952"/>
                <a:gd name="connsiteX20" fmla="*/ 84347 w 168898"/>
                <a:gd name="connsiteY20" fmla="*/ 156408 h 241952"/>
                <a:gd name="connsiteX21" fmla="*/ 12780 w 168898"/>
                <a:gd name="connsiteY21" fmla="*/ 84907 h 241952"/>
                <a:gd name="connsiteX22" fmla="*/ 84347 w 168898"/>
                <a:gd name="connsiteY22" fmla="*/ 13406 h 241952"/>
                <a:gd name="connsiteX23" fmla="*/ 155914 w 168898"/>
                <a:gd name="connsiteY23" fmla="*/ 84907 h 241952"/>
                <a:gd name="connsiteX24" fmla="*/ 155914 w 168898"/>
                <a:gd name="connsiteY24" fmla="*/ 84907 h 241952"/>
                <a:gd name="connsiteX25" fmla="*/ 84347 w 168898"/>
                <a:gd name="connsiteY25" fmla="*/ 156408 h 24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8898" h="241952">
                  <a:moveTo>
                    <a:pt x="84347" y="0"/>
                  </a:moveTo>
                  <a:cubicBezTo>
                    <a:pt x="37700" y="0"/>
                    <a:pt x="0" y="38304"/>
                    <a:pt x="0" y="84907"/>
                  </a:cubicBezTo>
                  <a:cubicBezTo>
                    <a:pt x="0" y="128956"/>
                    <a:pt x="33866" y="165345"/>
                    <a:pt x="77957" y="169176"/>
                  </a:cubicBezTo>
                  <a:lnTo>
                    <a:pt x="77957" y="199180"/>
                  </a:lnTo>
                  <a:lnTo>
                    <a:pt x="55592" y="199180"/>
                  </a:lnTo>
                  <a:cubicBezTo>
                    <a:pt x="51758" y="199180"/>
                    <a:pt x="49202" y="201734"/>
                    <a:pt x="49202" y="205564"/>
                  </a:cubicBezTo>
                  <a:cubicBezTo>
                    <a:pt x="49202" y="209395"/>
                    <a:pt x="51758" y="211948"/>
                    <a:pt x="55592" y="211948"/>
                  </a:cubicBezTo>
                  <a:lnTo>
                    <a:pt x="77957" y="211948"/>
                  </a:lnTo>
                  <a:lnTo>
                    <a:pt x="77957" y="235569"/>
                  </a:lnTo>
                  <a:cubicBezTo>
                    <a:pt x="77957" y="239399"/>
                    <a:pt x="80513" y="241953"/>
                    <a:pt x="84347" y="241953"/>
                  </a:cubicBezTo>
                  <a:cubicBezTo>
                    <a:pt x="88181" y="241953"/>
                    <a:pt x="90737" y="239399"/>
                    <a:pt x="90737" y="235569"/>
                  </a:cubicBezTo>
                  <a:lnTo>
                    <a:pt x="90737" y="211948"/>
                  </a:lnTo>
                  <a:lnTo>
                    <a:pt x="113102" y="211948"/>
                  </a:lnTo>
                  <a:cubicBezTo>
                    <a:pt x="116935" y="211948"/>
                    <a:pt x="119492" y="209395"/>
                    <a:pt x="119492" y="205564"/>
                  </a:cubicBezTo>
                  <a:cubicBezTo>
                    <a:pt x="119492" y="201734"/>
                    <a:pt x="116935" y="199180"/>
                    <a:pt x="113102" y="199180"/>
                  </a:cubicBezTo>
                  <a:lnTo>
                    <a:pt x="90737" y="199180"/>
                  </a:lnTo>
                  <a:lnTo>
                    <a:pt x="90737" y="169176"/>
                  </a:lnTo>
                  <a:cubicBezTo>
                    <a:pt x="137384" y="165345"/>
                    <a:pt x="171889" y="125126"/>
                    <a:pt x="168694" y="78523"/>
                  </a:cubicBezTo>
                  <a:cubicBezTo>
                    <a:pt x="164860" y="33835"/>
                    <a:pt x="128438" y="0"/>
                    <a:pt x="84347" y="0"/>
                  </a:cubicBezTo>
                  <a:lnTo>
                    <a:pt x="84347" y="0"/>
                  </a:lnTo>
                  <a:close/>
                  <a:moveTo>
                    <a:pt x="84347" y="156408"/>
                  </a:moveTo>
                  <a:cubicBezTo>
                    <a:pt x="44730" y="156408"/>
                    <a:pt x="12780" y="124488"/>
                    <a:pt x="12780" y="84907"/>
                  </a:cubicBezTo>
                  <a:cubicBezTo>
                    <a:pt x="12780" y="45326"/>
                    <a:pt x="44730" y="13406"/>
                    <a:pt x="84347" y="13406"/>
                  </a:cubicBezTo>
                  <a:cubicBezTo>
                    <a:pt x="123964" y="13406"/>
                    <a:pt x="155914" y="45326"/>
                    <a:pt x="155914" y="84907"/>
                  </a:cubicBezTo>
                  <a:cubicBezTo>
                    <a:pt x="155914" y="84907"/>
                    <a:pt x="155914" y="84907"/>
                    <a:pt x="155914" y="84907"/>
                  </a:cubicBezTo>
                  <a:cubicBezTo>
                    <a:pt x="155914" y="124488"/>
                    <a:pt x="123964" y="156408"/>
                    <a:pt x="84347" y="156408"/>
                  </a:cubicBezTo>
                  <a:close/>
                </a:path>
              </a:pathLst>
            </a:custGeom>
            <a:solidFill>
              <a:srgbClr val="007680"/>
            </a:solidFill>
            <a:ln w="6390" cap="flat">
              <a:noFill/>
              <a:prstDash val="solid"/>
              <a:miter/>
            </a:ln>
          </p:spPr>
          <p:txBody>
            <a:bodyPr rtlCol="0" anchor="ctr"/>
            <a:lstStyle/>
            <a:p>
              <a:endParaRPr lang="en-US"/>
            </a:p>
          </p:txBody>
        </p:sp>
      </p:grpSp>
      <p:grpSp>
        <p:nvGrpSpPr>
          <p:cNvPr id="569" name="Graphic 5">
            <a:extLst>
              <a:ext uri="{FF2B5EF4-FFF2-40B4-BE49-F238E27FC236}">
                <a16:creationId xmlns:a16="http://schemas.microsoft.com/office/drawing/2014/main" id="{F4F436CB-0B32-4448-83B9-CBD42040B285}"/>
              </a:ext>
            </a:extLst>
          </p:cNvPr>
          <p:cNvGrpSpPr/>
          <p:nvPr/>
        </p:nvGrpSpPr>
        <p:grpSpPr>
          <a:xfrm>
            <a:off x="7802752" y="2856356"/>
            <a:ext cx="361674" cy="361971"/>
            <a:chOff x="7802752" y="2856356"/>
            <a:chExt cx="361674" cy="361971"/>
          </a:xfrm>
          <a:solidFill>
            <a:srgbClr val="007680"/>
          </a:solidFill>
        </p:grpSpPr>
        <p:sp>
          <p:nvSpPr>
            <p:cNvPr id="570" name="Graphic 5">
              <a:extLst>
                <a:ext uri="{FF2B5EF4-FFF2-40B4-BE49-F238E27FC236}">
                  <a16:creationId xmlns:a16="http://schemas.microsoft.com/office/drawing/2014/main" id="{828A4E43-D760-F444-8F60-06ECA1AEFEC5}"/>
                </a:ext>
              </a:extLst>
            </p:cNvPr>
            <p:cNvSpPr/>
            <p:nvPr/>
          </p:nvSpPr>
          <p:spPr>
            <a:xfrm>
              <a:off x="7802752" y="2856356"/>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180836 w 361674"/>
                <a:gd name="connsiteY7" fmla="*/ 349204 h 361971"/>
                <a:gd name="connsiteX8" fmla="*/ 12780 w 361674"/>
                <a:gd name="connsiteY8" fmla="*/ 181305 h 361971"/>
                <a:gd name="connsiteX9" fmla="*/ 180836 w 361674"/>
                <a:gd name="connsiteY9" fmla="*/ 12768 h 361971"/>
                <a:gd name="connsiteX10" fmla="*/ 348890 w 361674"/>
                <a:gd name="connsiteY10" fmla="*/ 180667 h 361971"/>
                <a:gd name="connsiteX11" fmla="*/ 348890 w 361674"/>
                <a:gd name="connsiteY11" fmla="*/ 180667 h 361971"/>
                <a:gd name="connsiteX12" fmla="*/ 180836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6" y="0"/>
                  </a:moveTo>
                  <a:cubicBezTo>
                    <a:pt x="80513" y="0"/>
                    <a:pt x="0" y="81077"/>
                    <a:pt x="0" y="180667"/>
                  </a:cubicBezTo>
                  <a:cubicBezTo>
                    <a:pt x="0" y="280895"/>
                    <a:pt x="81153" y="361972"/>
                    <a:pt x="180836" y="361972"/>
                  </a:cubicBezTo>
                  <a:cubicBezTo>
                    <a:pt x="281157" y="361972"/>
                    <a:pt x="361670" y="280895"/>
                    <a:pt x="361670" y="181305"/>
                  </a:cubicBezTo>
                  <a:cubicBezTo>
                    <a:pt x="361670" y="181305"/>
                    <a:pt x="361670" y="181305"/>
                    <a:pt x="361670" y="181305"/>
                  </a:cubicBezTo>
                  <a:cubicBezTo>
                    <a:pt x="362310" y="81077"/>
                    <a:pt x="281157" y="0"/>
                    <a:pt x="180836" y="0"/>
                  </a:cubicBezTo>
                  <a:cubicBezTo>
                    <a:pt x="180836" y="0"/>
                    <a:pt x="180836"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cubicBezTo>
                    <a:pt x="348890" y="180667"/>
                    <a:pt x="348890" y="180667"/>
                    <a:pt x="348890" y="180667"/>
                  </a:cubicBezTo>
                  <a:cubicBezTo>
                    <a:pt x="348890" y="273873"/>
                    <a:pt x="273490" y="349204"/>
                    <a:pt x="180836" y="349204"/>
                  </a:cubicBezTo>
                  <a:close/>
                </a:path>
              </a:pathLst>
            </a:custGeom>
            <a:solidFill>
              <a:srgbClr val="007680"/>
            </a:solidFill>
            <a:ln w="6390" cap="flat">
              <a:noFill/>
              <a:prstDash val="solid"/>
              <a:miter/>
            </a:ln>
          </p:spPr>
          <p:txBody>
            <a:bodyPr rtlCol="0" anchor="ctr"/>
            <a:lstStyle/>
            <a:p>
              <a:endParaRPr lang="en-US"/>
            </a:p>
          </p:txBody>
        </p:sp>
        <p:sp>
          <p:nvSpPr>
            <p:cNvPr id="571" name="Graphic 5">
              <a:extLst>
                <a:ext uri="{FF2B5EF4-FFF2-40B4-BE49-F238E27FC236}">
                  <a16:creationId xmlns:a16="http://schemas.microsoft.com/office/drawing/2014/main" id="{1BC38B5D-FCB6-9844-A2C1-41E58F766CC4}"/>
                </a:ext>
              </a:extLst>
            </p:cNvPr>
            <p:cNvSpPr/>
            <p:nvPr/>
          </p:nvSpPr>
          <p:spPr>
            <a:xfrm>
              <a:off x="7917132" y="2920196"/>
              <a:ext cx="132271" cy="234292"/>
            </a:xfrm>
            <a:custGeom>
              <a:avLst/>
              <a:gdLst>
                <a:gd name="connsiteX0" fmla="*/ 132271 w 132271"/>
                <a:gd name="connsiteY0" fmla="*/ 6384 h 234292"/>
                <a:gd name="connsiteX1" fmla="*/ 125881 w 132271"/>
                <a:gd name="connsiteY1" fmla="*/ 0 h 234292"/>
                <a:gd name="connsiteX2" fmla="*/ 70289 w 132271"/>
                <a:gd name="connsiteY2" fmla="*/ 0 h 234292"/>
                <a:gd name="connsiteX3" fmla="*/ 63899 w 132271"/>
                <a:gd name="connsiteY3" fmla="*/ 6384 h 234292"/>
                <a:gd name="connsiteX4" fmla="*/ 63899 w 132271"/>
                <a:gd name="connsiteY4" fmla="*/ 15960 h 234292"/>
                <a:gd name="connsiteX5" fmla="*/ 38340 w 132271"/>
                <a:gd name="connsiteY5" fmla="*/ 15960 h 234292"/>
                <a:gd name="connsiteX6" fmla="*/ 0 w 132271"/>
                <a:gd name="connsiteY6" fmla="*/ 54264 h 234292"/>
                <a:gd name="connsiteX7" fmla="*/ 0 w 132271"/>
                <a:gd name="connsiteY7" fmla="*/ 196627 h 234292"/>
                <a:gd name="connsiteX8" fmla="*/ 6390 w 132271"/>
                <a:gd name="connsiteY8" fmla="*/ 203011 h 234292"/>
                <a:gd name="connsiteX9" fmla="*/ 12780 w 132271"/>
                <a:gd name="connsiteY9" fmla="*/ 196627 h 234292"/>
                <a:gd name="connsiteX10" fmla="*/ 12780 w 132271"/>
                <a:gd name="connsiteY10" fmla="*/ 54264 h 234292"/>
                <a:gd name="connsiteX11" fmla="*/ 38340 w 132271"/>
                <a:gd name="connsiteY11" fmla="*/ 28728 h 234292"/>
                <a:gd name="connsiteX12" fmla="*/ 63899 w 132271"/>
                <a:gd name="connsiteY12" fmla="*/ 28728 h 234292"/>
                <a:gd name="connsiteX13" fmla="*/ 63899 w 132271"/>
                <a:gd name="connsiteY13" fmla="*/ 47880 h 234292"/>
                <a:gd name="connsiteX14" fmla="*/ 31950 w 132271"/>
                <a:gd name="connsiteY14" fmla="*/ 85546 h 234292"/>
                <a:gd name="connsiteX15" fmla="*/ 31950 w 132271"/>
                <a:gd name="connsiteY15" fmla="*/ 227908 h 234292"/>
                <a:gd name="connsiteX16" fmla="*/ 38340 w 132271"/>
                <a:gd name="connsiteY16" fmla="*/ 234292 h 234292"/>
                <a:gd name="connsiteX17" fmla="*/ 101600 w 132271"/>
                <a:gd name="connsiteY17" fmla="*/ 234292 h 234292"/>
                <a:gd name="connsiteX18" fmla="*/ 107990 w 132271"/>
                <a:gd name="connsiteY18" fmla="*/ 227908 h 234292"/>
                <a:gd name="connsiteX19" fmla="*/ 107990 w 132271"/>
                <a:gd name="connsiteY19" fmla="*/ 86184 h 234292"/>
                <a:gd name="connsiteX20" fmla="*/ 76040 w 132271"/>
                <a:gd name="connsiteY20" fmla="*/ 48518 h 234292"/>
                <a:gd name="connsiteX21" fmla="*/ 76040 w 132271"/>
                <a:gd name="connsiteY21" fmla="*/ 22344 h 234292"/>
                <a:gd name="connsiteX22" fmla="*/ 123326 w 132271"/>
                <a:gd name="connsiteY22" fmla="*/ 36389 h 234292"/>
                <a:gd name="connsiteX23" fmla="*/ 125243 w 132271"/>
                <a:gd name="connsiteY23" fmla="*/ 36389 h 234292"/>
                <a:gd name="connsiteX24" fmla="*/ 132271 w 132271"/>
                <a:gd name="connsiteY24" fmla="*/ 30643 h 234292"/>
                <a:gd name="connsiteX25" fmla="*/ 126521 w 132271"/>
                <a:gd name="connsiteY25" fmla="*/ 23621 h 234292"/>
                <a:gd name="connsiteX26" fmla="*/ 126521 w 132271"/>
                <a:gd name="connsiteY26" fmla="*/ 23621 h 234292"/>
                <a:gd name="connsiteX27" fmla="*/ 91376 w 132271"/>
                <a:gd name="connsiteY27" fmla="*/ 13406 h 234292"/>
                <a:gd name="connsiteX28" fmla="*/ 124604 w 132271"/>
                <a:gd name="connsiteY28" fmla="*/ 13406 h 234292"/>
                <a:gd name="connsiteX29" fmla="*/ 132271 w 132271"/>
                <a:gd name="connsiteY29" fmla="*/ 6384 h 234292"/>
                <a:gd name="connsiteX30" fmla="*/ 132271 w 132271"/>
                <a:gd name="connsiteY30" fmla="*/ 6384 h 234292"/>
                <a:gd name="connsiteX31" fmla="*/ 76679 w 132271"/>
                <a:gd name="connsiteY31" fmla="*/ 131510 h 234292"/>
                <a:gd name="connsiteX32" fmla="*/ 93932 w 132271"/>
                <a:gd name="connsiteY32" fmla="*/ 131510 h 234292"/>
                <a:gd name="connsiteX33" fmla="*/ 95210 w 132271"/>
                <a:gd name="connsiteY33" fmla="*/ 131510 h 234292"/>
                <a:gd name="connsiteX34" fmla="*/ 95210 w 132271"/>
                <a:gd name="connsiteY34" fmla="*/ 182582 h 234292"/>
                <a:gd name="connsiteX35" fmla="*/ 76040 w 132271"/>
                <a:gd name="connsiteY35" fmla="*/ 182582 h 234292"/>
                <a:gd name="connsiteX36" fmla="*/ 76679 w 132271"/>
                <a:gd name="connsiteY36" fmla="*/ 131510 h 234292"/>
                <a:gd name="connsiteX37" fmla="*/ 95849 w 132271"/>
                <a:gd name="connsiteY37" fmla="*/ 85546 h 234292"/>
                <a:gd name="connsiteX38" fmla="*/ 95849 w 132271"/>
                <a:gd name="connsiteY38" fmla="*/ 118742 h 234292"/>
                <a:gd name="connsiteX39" fmla="*/ 94571 w 132271"/>
                <a:gd name="connsiteY39" fmla="*/ 118742 h 234292"/>
                <a:gd name="connsiteX40" fmla="*/ 70289 w 132271"/>
                <a:gd name="connsiteY40" fmla="*/ 118742 h 234292"/>
                <a:gd name="connsiteX41" fmla="*/ 63899 w 132271"/>
                <a:gd name="connsiteY41" fmla="*/ 125126 h 234292"/>
                <a:gd name="connsiteX42" fmla="*/ 63899 w 132271"/>
                <a:gd name="connsiteY42" fmla="*/ 188327 h 234292"/>
                <a:gd name="connsiteX43" fmla="*/ 70289 w 132271"/>
                <a:gd name="connsiteY43" fmla="*/ 194711 h 234292"/>
                <a:gd name="connsiteX44" fmla="*/ 95849 w 132271"/>
                <a:gd name="connsiteY44" fmla="*/ 194711 h 234292"/>
                <a:gd name="connsiteX45" fmla="*/ 95849 w 132271"/>
                <a:gd name="connsiteY45" fmla="*/ 221524 h 234292"/>
                <a:gd name="connsiteX46" fmla="*/ 45368 w 132271"/>
                <a:gd name="connsiteY46" fmla="*/ 221524 h 234292"/>
                <a:gd name="connsiteX47" fmla="*/ 45368 w 132271"/>
                <a:gd name="connsiteY47" fmla="*/ 85546 h 234292"/>
                <a:gd name="connsiteX48" fmla="*/ 74762 w 132271"/>
                <a:gd name="connsiteY48" fmla="*/ 64478 h 234292"/>
                <a:gd name="connsiteX49" fmla="*/ 95849 w 132271"/>
                <a:gd name="connsiteY49" fmla="*/ 85546 h 234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32271" h="234292">
                  <a:moveTo>
                    <a:pt x="132271" y="6384"/>
                  </a:moveTo>
                  <a:cubicBezTo>
                    <a:pt x="132271" y="2554"/>
                    <a:pt x="129716" y="0"/>
                    <a:pt x="125881" y="0"/>
                  </a:cubicBezTo>
                  <a:lnTo>
                    <a:pt x="70289" y="0"/>
                  </a:lnTo>
                  <a:cubicBezTo>
                    <a:pt x="66456" y="0"/>
                    <a:pt x="63899" y="2554"/>
                    <a:pt x="63899" y="6384"/>
                  </a:cubicBezTo>
                  <a:lnTo>
                    <a:pt x="63899" y="15960"/>
                  </a:lnTo>
                  <a:lnTo>
                    <a:pt x="38340" y="15960"/>
                  </a:lnTo>
                  <a:cubicBezTo>
                    <a:pt x="17253" y="15960"/>
                    <a:pt x="0" y="33197"/>
                    <a:pt x="0" y="54264"/>
                  </a:cubicBezTo>
                  <a:lnTo>
                    <a:pt x="0" y="196627"/>
                  </a:lnTo>
                  <a:cubicBezTo>
                    <a:pt x="0" y="200457"/>
                    <a:pt x="2556" y="203011"/>
                    <a:pt x="6390" y="203011"/>
                  </a:cubicBezTo>
                  <a:cubicBezTo>
                    <a:pt x="10224" y="203011"/>
                    <a:pt x="12780" y="200457"/>
                    <a:pt x="12780" y="196627"/>
                  </a:cubicBezTo>
                  <a:lnTo>
                    <a:pt x="12780" y="54264"/>
                  </a:lnTo>
                  <a:cubicBezTo>
                    <a:pt x="12780" y="40219"/>
                    <a:pt x="24282" y="28728"/>
                    <a:pt x="38340" y="28728"/>
                  </a:cubicBezTo>
                  <a:lnTo>
                    <a:pt x="63899" y="28728"/>
                  </a:lnTo>
                  <a:lnTo>
                    <a:pt x="63899" y="47880"/>
                  </a:lnTo>
                  <a:cubicBezTo>
                    <a:pt x="45368" y="51072"/>
                    <a:pt x="31950" y="67032"/>
                    <a:pt x="31950" y="85546"/>
                  </a:cubicBezTo>
                  <a:lnTo>
                    <a:pt x="31950" y="227908"/>
                  </a:lnTo>
                  <a:cubicBezTo>
                    <a:pt x="31950" y="231739"/>
                    <a:pt x="34506" y="234292"/>
                    <a:pt x="38340" y="234292"/>
                  </a:cubicBezTo>
                  <a:lnTo>
                    <a:pt x="101600" y="234292"/>
                  </a:lnTo>
                  <a:cubicBezTo>
                    <a:pt x="105434" y="234292"/>
                    <a:pt x="107990" y="231739"/>
                    <a:pt x="107990" y="227908"/>
                  </a:cubicBezTo>
                  <a:lnTo>
                    <a:pt x="107990" y="86184"/>
                  </a:lnTo>
                  <a:cubicBezTo>
                    <a:pt x="107990" y="67670"/>
                    <a:pt x="94571" y="51710"/>
                    <a:pt x="76040" y="48518"/>
                  </a:cubicBezTo>
                  <a:lnTo>
                    <a:pt x="76040" y="22344"/>
                  </a:lnTo>
                  <a:lnTo>
                    <a:pt x="123326" y="36389"/>
                  </a:lnTo>
                  <a:cubicBezTo>
                    <a:pt x="123965" y="36389"/>
                    <a:pt x="124604" y="36389"/>
                    <a:pt x="125243" y="36389"/>
                  </a:cubicBezTo>
                  <a:cubicBezTo>
                    <a:pt x="129076" y="37027"/>
                    <a:pt x="132271" y="34474"/>
                    <a:pt x="132271" y="30643"/>
                  </a:cubicBezTo>
                  <a:cubicBezTo>
                    <a:pt x="132271" y="26813"/>
                    <a:pt x="130355" y="23621"/>
                    <a:pt x="126521" y="23621"/>
                  </a:cubicBezTo>
                  <a:lnTo>
                    <a:pt x="126521" y="23621"/>
                  </a:lnTo>
                  <a:lnTo>
                    <a:pt x="91376" y="13406"/>
                  </a:lnTo>
                  <a:lnTo>
                    <a:pt x="124604" y="13406"/>
                  </a:lnTo>
                  <a:cubicBezTo>
                    <a:pt x="128438" y="12768"/>
                    <a:pt x="131633" y="10214"/>
                    <a:pt x="132271" y="6384"/>
                  </a:cubicBezTo>
                  <a:cubicBezTo>
                    <a:pt x="132271" y="6384"/>
                    <a:pt x="132271" y="6384"/>
                    <a:pt x="132271" y="6384"/>
                  </a:cubicBezTo>
                  <a:close/>
                  <a:moveTo>
                    <a:pt x="76679" y="131510"/>
                  </a:moveTo>
                  <a:lnTo>
                    <a:pt x="93932" y="131510"/>
                  </a:lnTo>
                  <a:cubicBezTo>
                    <a:pt x="94571" y="131510"/>
                    <a:pt x="95210" y="131510"/>
                    <a:pt x="95210" y="131510"/>
                  </a:cubicBezTo>
                  <a:lnTo>
                    <a:pt x="95210" y="182582"/>
                  </a:lnTo>
                  <a:lnTo>
                    <a:pt x="76040" y="182582"/>
                  </a:lnTo>
                  <a:lnTo>
                    <a:pt x="76679" y="131510"/>
                  </a:lnTo>
                  <a:close/>
                  <a:moveTo>
                    <a:pt x="95849" y="85546"/>
                  </a:moveTo>
                  <a:lnTo>
                    <a:pt x="95849" y="118742"/>
                  </a:lnTo>
                  <a:cubicBezTo>
                    <a:pt x="95210" y="118742"/>
                    <a:pt x="94571" y="118742"/>
                    <a:pt x="94571" y="118742"/>
                  </a:cubicBezTo>
                  <a:lnTo>
                    <a:pt x="70289" y="118742"/>
                  </a:lnTo>
                  <a:cubicBezTo>
                    <a:pt x="66456" y="118742"/>
                    <a:pt x="63899" y="121296"/>
                    <a:pt x="63899" y="125126"/>
                  </a:cubicBezTo>
                  <a:lnTo>
                    <a:pt x="63899" y="188327"/>
                  </a:lnTo>
                  <a:cubicBezTo>
                    <a:pt x="63899" y="192158"/>
                    <a:pt x="66456" y="194711"/>
                    <a:pt x="70289" y="194711"/>
                  </a:cubicBezTo>
                  <a:lnTo>
                    <a:pt x="95849" y="194711"/>
                  </a:lnTo>
                  <a:lnTo>
                    <a:pt x="95849" y="221524"/>
                  </a:lnTo>
                  <a:lnTo>
                    <a:pt x="45368" y="221524"/>
                  </a:lnTo>
                  <a:lnTo>
                    <a:pt x="45368" y="85546"/>
                  </a:lnTo>
                  <a:cubicBezTo>
                    <a:pt x="47286" y="71501"/>
                    <a:pt x="60704" y="61925"/>
                    <a:pt x="74762" y="64478"/>
                  </a:cubicBezTo>
                  <a:cubicBezTo>
                    <a:pt x="85625" y="65755"/>
                    <a:pt x="93932" y="74693"/>
                    <a:pt x="95849" y="85546"/>
                  </a:cubicBezTo>
                  <a:close/>
                </a:path>
              </a:pathLst>
            </a:custGeom>
            <a:solidFill>
              <a:srgbClr val="007680"/>
            </a:solidFill>
            <a:ln w="6390" cap="flat">
              <a:noFill/>
              <a:prstDash val="solid"/>
              <a:miter/>
            </a:ln>
          </p:spPr>
          <p:txBody>
            <a:bodyPr rtlCol="0" anchor="ctr"/>
            <a:lstStyle/>
            <a:p>
              <a:endParaRPr lang="en-US"/>
            </a:p>
          </p:txBody>
        </p:sp>
      </p:grpSp>
      <p:grpSp>
        <p:nvGrpSpPr>
          <p:cNvPr id="572" name="Graphic 5">
            <a:extLst>
              <a:ext uri="{FF2B5EF4-FFF2-40B4-BE49-F238E27FC236}">
                <a16:creationId xmlns:a16="http://schemas.microsoft.com/office/drawing/2014/main" id="{CD3D87C3-8C27-6443-8105-4E8AE1C826A3}"/>
              </a:ext>
            </a:extLst>
          </p:cNvPr>
          <p:cNvGrpSpPr/>
          <p:nvPr/>
        </p:nvGrpSpPr>
        <p:grpSpPr>
          <a:xfrm>
            <a:off x="1515054" y="3340900"/>
            <a:ext cx="362313" cy="361971"/>
            <a:chOff x="1515054" y="3340900"/>
            <a:chExt cx="362313" cy="361971"/>
          </a:xfrm>
          <a:solidFill>
            <a:srgbClr val="007680"/>
          </a:solidFill>
        </p:grpSpPr>
        <p:sp>
          <p:nvSpPr>
            <p:cNvPr id="573" name="Graphic 5">
              <a:extLst>
                <a:ext uri="{FF2B5EF4-FFF2-40B4-BE49-F238E27FC236}">
                  <a16:creationId xmlns:a16="http://schemas.microsoft.com/office/drawing/2014/main" id="{883906DA-37E3-E542-A6C2-43AE23CA69AC}"/>
                </a:ext>
              </a:extLst>
            </p:cNvPr>
            <p:cNvSpPr/>
            <p:nvPr/>
          </p:nvSpPr>
          <p:spPr>
            <a:xfrm>
              <a:off x="1515054" y="3340900"/>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362309 w 362313"/>
                <a:gd name="connsiteY4" fmla="*/ 181305 h 361971"/>
                <a:gd name="connsiteX5" fmla="*/ 181474 w 362313"/>
                <a:gd name="connsiteY5" fmla="*/ 0 h 361971"/>
                <a:gd name="connsiteX6" fmla="*/ 181474 w 362313"/>
                <a:gd name="connsiteY6" fmla="*/ 348565 h 361971"/>
                <a:gd name="connsiteX7" fmla="*/ 12780 w 362313"/>
                <a:gd name="connsiteY7" fmla="*/ 180667 h 361971"/>
                <a:gd name="connsiteX8" fmla="*/ 180835 w 362313"/>
                <a:gd name="connsiteY8" fmla="*/ 12129 h 361971"/>
                <a:gd name="connsiteX9" fmla="*/ 349529 w 362313"/>
                <a:gd name="connsiteY9" fmla="*/ 180028 h 361971"/>
                <a:gd name="connsiteX10" fmla="*/ 349529 w 362313"/>
                <a:gd name="connsiteY10" fmla="*/ 180028 h 361971"/>
                <a:gd name="connsiteX11" fmla="*/ 181474 w 362313"/>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lose/>
                  <a:moveTo>
                    <a:pt x="181474" y="348565"/>
                  </a:moveTo>
                  <a:cubicBezTo>
                    <a:pt x="88181" y="348565"/>
                    <a:pt x="12780" y="273234"/>
                    <a:pt x="12780" y="180667"/>
                  </a:cubicBezTo>
                  <a:cubicBezTo>
                    <a:pt x="12780" y="87461"/>
                    <a:pt x="88181" y="12129"/>
                    <a:pt x="180835" y="12129"/>
                  </a:cubicBezTo>
                  <a:cubicBezTo>
                    <a:pt x="274128" y="12129"/>
                    <a:pt x="349529" y="87461"/>
                    <a:pt x="349529" y="180028"/>
                  </a:cubicBezTo>
                  <a:cubicBezTo>
                    <a:pt x="349529" y="180028"/>
                    <a:pt x="349529" y="180028"/>
                    <a:pt x="349529" y="180028"/>
                  </a:cubicBezTo>
                  <a:cubicBezTo>
                    <a:pt x="349529" y="273234"/>
                    <a:pt x="274767" y="348565"/>
                    <a:pt x="181474" y="348565"/>
                  </a:cubicBezTo>
                  <a:close/>
                </a:path>
              </a:pathLst>
            </a:custGeom>
            <a:solidFill>
              <a:srgbClr val="007680"/>
            </a:solidFill>
            <a:ln w="6390" cap="flat">
              <a:noFill/>
              <a:prstDash val="solid"/>
              <a:miter/>
            </a:ln>
          </p:spPr>
          <p:txBody>
            <a:bodyPr rtlCol="0" anchor="ctr"/>
            <a:lstStyle/>
            <a:p>
              <a:endParaRPr lang="en-US"/>
            </a:p>
          </p:txBody>
        </p:sp>
        <p:sp>
          <p:nvSpPr>
            <p:cNvPr id="574" name="Graphic 5">
              <a:extLst>
                <a:ext uri="{FF2B5EF4-FFF2-40B4-BE49-F238E27FC236}">
                  <a16:creationId xmlns:a16="http://schemas.microsoft.com/office/drawing/2014/main" id="{111CF3C1-2C42-FD42-AD1E-5832B2F72E63}"/>
                </a:ext>
              </a:extLst>
            </p:cNvPr>
            <p:cNvSpPr/>
            <p:nvPr/>
          </p:nvSpPr>
          <p:spPr>
            <a:xfrm>
              <a:off x="1593650" y="3432829"/>
              <a:ext cx="205756" cy="177475"/>
            </a:xfrm>
            <a:custGeom>
              <a:avLst/>
              <a:gdLst>
                <a:gd name="connsiteX0" fmla="*/ 199366 w 205756"/>
                <a:gd name="connsiteY0" fmla="*/ 27451 h 177475"/>
                <a:gd name="connsiteX1" fmla="*/ 136745 w 205756"/>
                <a:gd name="connsiteY1" fmla="*/ 27451 h 177475"/>
                <a:gd name="connsiteX2" fmla="*/ 136745 w 205756"/>
                <a:gd name="connsiteY2" fmla="*/ 6384 h 177475"/>
                <a:gd name="connsiteX3" fmla="*/ 130355 w 205756"/>
                <a:gd name="connsiteY3" fmla="*/ 0 h 177475"/>
                <a:gd name="connsiteX4" fmla="*/ 75401 w 205756"/>
                <a:gd name="connsiteY4" fmla="*/ 0 h 177475"/>
                <a:gd name="connsiteX5" fmla="*/ 69011 w 205756"/>
                <a:gd name="connsiteY5" fmla="*/ 6384 h 177475"/>
                <a:gd name="connsiteX6" fmla="*/ 69011 w 205756"/>
                <a:gd name="connsiteY6" fmla="*/ 27451 h 177475"/>
                <a:gd name="connsiteX7" fmla="*/ 6390 w 205756"/>
                <a:gd name="connsiteY7" fmla="*/ 27451 h 177475"/>
                <a:gd name="connsiteX8" fmla="*/ 0 w 205756"/>
                <a:gd name="connsiteY8" fmla="*/ 33835 h 177475"/>
                <a:gd name="connsiteX9" fmla="*/ 0 w 205756"/>
                <a:gd name="connsiteY9" fmla="*/ 171091 h 177475"/>
                <a:gd name="connsiteX10" fmla="*/ 6390 w 205756"/>
                <a:gd name="connsiteY10" fmla="*/ 177475 h 177475"/>
                <a:gd name="connsiteX11" fmla="*/ 199366 w 205756"/>
                <a:gd name="connsiteY11" fmla="*/ 177475 h 177475"/>
                <a:gd name="connsiteX12" fmla="*/ 205756 w 205756"/>
                <a:gd name="connsiteY12" fmla="*/ 171091 h 177475"/>
                <a:gd name="connsiteX13" fmla="*/ 205756 w 205756"/>
                <a:gd name="connsiteY13" fmla="*/ 33835 h 177475"/>
                <a:gd name="connsiteX14" fmla="*/ 199366 w 205756"/>
                <a:gd name="connsiteY14" fmla="*/ 27451 h 177475"/>
                <a:gd name="connsiteX15" fmla="*/ 199366 w 205756"/>
                <a:gd name="connsiteY15" fmla="*/ 27451 h 177475"/>
                <a:gd name="connsiteX16" fmla="*/ 81791 w 205756"/>
                <a:gd name="connsiteY16" fmla="*/ 12768 h 177475"/>
                <a:gd name="connsiteX17" fmla="*/ 123965 w 205756"/>
                <a:gd name="connsiteY17" fmla="*/ 12768 h 177475"/>
                <a:gd name="connsiteX18" fmla="*/ 123965 w 205756"/>
                <a:gd name="connsiteY18" fmla="*/ 27451 h 177475"/>
                <a:gd name="connsiteX19" fmla="*/ 81791 w 205756"/>
                <a:gd name="connsiteY19" fmla="*/ 27451 h 177475"/>
                <a:gd name="connsiteX20" fmla="*/ 81791 w 205756"/>
                <a:gd name="connsiteY20" fmla="*/ 12768 h 177475"/>
                <a:gd name="connsiteX21" fmla="*/ 192976 w 205756"/>
                <a:gd name="connsiteY21" fmla="*/ 164707 h 177475"/>
                <a:gd name="connsiteX22" fmla="*/ 13419 w 205756"/>
                <a:gd name="connsiteY22" fmla="*/ 164707 h 177475"/>
                <a:gd name="connsiteX23" fmla="*/ 13419 w 205756"/>
                <a:gd name="connsiteY23" fmla="*/ 40219 h 177475"/>
                <a:gd name="connsiteX24" fmla="*/ 192976 w 205756"/>
                <a:gd name="connsiteY24" fmla="*/ 40219 h 177475"/>
                <a:gd name="connsiteX25" fmla="*/ 192976 w 205756"/>
                <a:gd name="connsiteY25" fmla="*/ 164707 h 177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5756" h="177475">
                  <a:moveTo>
                    <a:pt x="199366" y="27451"/>
                  </a:moveTo>
                  <a:lnTo>
                    <a:pt x="136745" y="27451"/>
                  </a:lnTo>
                  <a:lnTo>
                    <a:pt x="136745" y="6384"/>
                  </a:lnTo>
                  <a:cubicBezTo>
                    <a:pt x="136745" y="2554"/>
                    <a:pt x="134189" y="0"/>
                    <a:pt x="130355" y="0"/>
                  </a:cubicBezTo>
                  <a:lnTo>
                    <a:pt x="75401" y="0"/>
                  </a:lnTo>
                  <a:cubicBezTo>
                    <a:pt x="71567" y="0"/>
                    <a:pt x="69011" y="2554"/>
                    <a:pt x="69011" y="6384"/>
                  </a:cubicBezTo>
                  <a:lnTo>
                    <a:pt x="69011" y="27451"/>
                  </a:lnTo>
                  <a:lnTo>
                    <a:pt x="6390" y="27451"/>
                  </a:lnTo>
                  <a:cubicBezTo>
                    <a:pt x="2556" y="27451"/>
                    <a:pt x="0" y="30005"/>
                    <a:pt x="0" y="33835"/>
                  </a:cubicBezTo>
                  <a:lnTo>
                    <a:pt x="0" y="171091"/>
                  </a:lnTo>
                  <a:cubicBezTo>
                    <a:pt x="0" y="174921"/>
                    <a:pt x="2556" y="177475"/>
                    <a:pt x="6390" y="177475"/>
                  </a:cubicBezTo>
                  <a:lnTo>
                    <a:pt x="199366" y="177475"/>
                  </a:lnTo>
                  <a:cubicBezTo>
                    <a:pt x="203200" y="177475"/>
                    <a:pt x="205756" y="174921"/>
                    <a:pt x="205756" y="171091"/>
                  </a:cubicBezTo>
                  <a:lnTo>
                    <a:pt x="205756" y="33835"/>
                  </a:lnTo>
                  <a:cubicBezTo>
                    <a:pt x="205756" y="30005"/>
                    <a:pt x="202561" y="27451"/>
                    <a:pt x="199366" y="27451"/>
                  </a:cubicBezTo>
                  <a:lnTo>
                    <a:pt x="199366" y="27451"/>
                  </a:lnTo>
                  <a:close/>
                  <a:moveTo>
                    <a:pt x="81791" y="12768"/>
                  </a:moveTo>
                  <a:lnTo>
                    <a:pt x="123965" y="12768"/>
                  </a:lnTo>
                  <a:lnTo>
                    <a:pt x="123965" y="27451"/>
                  </a:lnTo>
                  <a:lnTo>
                    <a:pt x="81791" y="27451"/>
                  </a:lnTo>
                  <a:lnTo>
                    <a:pt x="81791" y="12768"/>
                  </a:lnTo>
                  <a:close/>
                  <a:moveTo>
                    <a:pt x="192976" y="164707"/>
                  </a:moveTo>
                  <a:lnTo>
                    <a:pt x="13419" y="164707"/>
                  </a:lnTo>
                  <a:lnTo>
                    <a:pt x="13419" y="40219"/>
                  </a:lnTo>
                  <a:lnTo>
                    <a:pt x="192976" y="40219"/>
                  </a:lnTo>
                  <a:lnTo>
                    <a:pt x="192976" y="164707"/>
                  </a:lnTo>
                  <a:close/>
                </a:path>
              </a:pathLst>
            </a:custGeom>
            <a:solidFill>
              <a:srgbClr val="007680"/>
            </a:solidFill>
            <a:ln w="6390" cap="flat">
              <a:noFill/>
              <a:prstDash val="solid"/>
              <a:miter/>
            </a:ln>
          </p:spPr>
          <p:txBody>
            <a:bodyPr rtlCol="0" anchor="ctr"/>
            <a:lstStyle/>
            <a:p>
              <a:endParaRPr lang="en-US"/>
            </a:p>
          </p:txBody>
        </p:sp>
        <p:sp>
          <p:nvSpPr>
            <p:cNvPr id="575" name="Graphic 5">
              <a:extLst>
                <a:ext uri="{FF2B5EF4-FFF2-40B4-BE49-F238E27FC236}">
                  <a16:creationId xmlns:a16="http://schemas.microsoft.com/office/drawing/2014/main" id="{3B552A2A-D98C-1347-BE46-E6B5469EB967}"/>
                </a:ext>
              </a:extLst>
            </p:cNvPr>
            <p:cNvSpPr/>
            <p:nvPr/>
          </p:nvSpPr>
          <p:spPr>
            <a:xfrm>
              <a:off x="1649242" y="3487732"/>
              <a:ext cx="95210" cy="95121"/>
            </a:xfrm>
            <a:custGeom>
              <a:avLst/>
              <a:gdLst>
                <a:gd name="connsiteX0" fmla="*/ 67733 w 95210"/>
                <a:gd name="connsiteY0" fmla="*/ 6384 h 95121"/>
                <a:gd name="connsiteX1" fmla="*/ 61343 w 95210"/>
                <a:gd name="connsiteY1" fmla="*/ 0 h 95121"/>
                <a:gd name="connsiteX2" fmla="*/ 33867 w 95210"/>
                <a:gd name="connsiteY2" fmla="*/ 0 h 95121"/>
                <a:gd name="connsiteX3" fmla="*/ 27477 w 95210"/>
                <a:gd name="connsiteY3" fmla="*/ 6384 h 95121"/>
                <a:gd name="connsiteX4" fmla="*/ 27477 w 95210"/>
                <a:gd name="connsiteY4" fmla="*/ 27451 h 95121"/>
                <a:gd name="connsiteX5" fmla="*/ 6390 w 95210"/>
                <a:gd name="connsiteY5" fmla="*/ 27451 h 95121"/>
                <a:gd name="connsiteX6" fmla="*/ 0 w 95210"/>
                <a:gd name="connsiteY6" fmla="*/ 33835 h 95121"/>
                <a:gd name="connsiteX7" fmla="*/ 0 w 95210"/>
                <a:gd name="connsiteY7" fmla="*/ 61286 h 95121"/>
                <a:gd name="connsiteX8" fmla="*/ 6390 w 95210"/>
                <a:gd name="connsiteY8" fmla="*/ 67670 h 95121"/>
                <a:gd name="connsiteX9" fmla="*/ 27477 w 95210"/>
                <a:gd name="connsiteY9" fmla="*/ 67670 h 95121"/>
                <a:gd name="connsiteX10" fmla="*/ 27477 w 95210"/>
                <a:gd name="connsiteY10" fmla="*/ 88737 h 95121"/>
                <a:gd name="connsiteX11" fmla="*/ 33867 w 95210"/>
                <a:gd name="connsiteY11" fmla="*/ 95121 h 95121"/>
                <a:gd name="connsiteX12" fmla="*/ 61343 w 95210"/>
                <a:gd name="connsiteY12" fmla="*/ 95121 h 95121"/>
                <a:gd name="connsiteX13" fmla="*/ 67733 w 95210"/>
                <a:gd name="connsiteY13" fmla="*/ 88737 h 95121"/>
                <a:gd name="connsiteX14" fmla="*/ 67733 w 95210"/>
                <a:gd name="connsiteY14" fmla="*/ 67670 h 95121"/>
                <a:gd name="connsiteX15" fmla="*/ 88820 w 95210"/>
                <a:gd name="connsiteY15" fmla="*/ 67670 h 95121"/>
                <a:gd name="connsiteX16" fmla="*/ 95210 w 95210"/>
                <a:gd name="connsiteY16" fmla="*/ 61286 h 95121"/>
                <a:gd name="connsiteX17" fmla="*/ 95210 w 95210"/>
                <a:gd name="connsiteY17" fmla="*/ 33835 h 95121"/>
                <a:gd name="connsiteX18" fmla="*/ 88820 w 95210"/>
                <a:gd name="connsiteY18" fmla="*/ 27451 h 95121"/>
                <a:gd name="connsiteX19" fmla="*/ 67733 w 95210"/>
                <a:gd name="connsiteY19" fmla="*/ 27451 h 95121"/>
                <a:gd name="connsiteX20" fmla="*/ 67733 w 95210"/>
                <a:gd name="connsiteY20" fmla="*/ 6384 h 95121"/>
                <a:gd name="connsiteX21" fmla="*/ 82430 w 95210"/>
                <a:gd name="connsiteY21" fmla="*/ 40219 h 95121"/>
                <a:gd name="connsiteX22" fmla="*/ 82430 w 95210"/>
                <a:gd name="connsiteY22" fmla="*/ 54902 h 95121"/>
                <a:gd name="connsiteX23" fmla="*/ 61343 w 95210"/>
                <a:gd name="connsiteY23" fmla="*/ 54902 h 95121"/>
                <a:gd name="connsiteX24" fmla="*/ 54954 w 95210"/>
                <a:gd name="connsiteY24" fmla="*/ 61286 h 95121"/>
                <a:gd name="connsiteX25" fmla="*/ 54954 w 95210"/>
                <a:gd name="connsiteY25" fmla="*/ 82353 h 95121"/>
                <a:gd name="connsiteX26" fmla="*/ 40257 w 95210"/>
                <a:gd name="connsiteY26" fmla="*/ 82353 h 95121"/>
                <a:gd name="connsiteX27" fmla="*/ 40257 w 95210"/>
                <a:gd name="connsiteY27" fmla="*/ 61286 h 95121"/>
                <a:gd name="connsiteX28" fmla="*/ 33867 w 95210"/>
                <a:gd name="connsiteY28" fmla="*/ 54902 h 95121"/>
                <a:gd name="connsiteX29" fmla="*/ 12780 w 95210"/>
                <a:gd name="connsiteY29" fmla="*/ 54902 h 95121"/>
                <a:gd name="connsiteX30" fmla="*/ 12780 w 95210"/>
                <a:gd name="connsiteY30" fmla="*/ 40219 h 95121"/>
                <a:gd name="connsiteX31" fmla="*/ 33867 w 95210"/>
                <a:gd name="connsiteY31" fmla="*/ 40219 h 95121"/>
                <a:gd name="connsiteX32" fmla="*/ 40257 w 95210"/>
                <a:gd name="connsiteY32" fmla="*/ 33835 h 95121"/>
                <a:gd name="connsiteX33" fmla="*/ 40257 w 95210"/>
                <a:gd name="connsiteY33" fmla="*/ 12768 h 95121"/>
                <a:gd name="connsiteX34" fmla="*/ 54954 w 95210"/>
                <a:gd name="connsiteY34" fmla="*/ 12768 h 95121"/>
                <a:gd name="connsiteX35" fmla="*/ 54954 w 95210"/>
                <a:gd name="connsiteY35" fmla="*/ 33835 h 95121"/>
                <a:gd name="connsiteX36" fmla="*/ 61343 w 95210"/>
                <a:gd name="connsiteY36" fmla="*/ 40219 h 95121"/>
                <a:gd name="connsiteX37" fmla="*/ 82430 w 95210"/>
                <a:gd name="connsiteY37" fmla="*/ 40219 h 95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95210" h="95121">
                  <a:moveTo>
                    <a:pt x="67733" y="6384"/>
                  </a:moveTo>
                  <a:cubicBezTo>
                    <a:pt x="67733" y="2553"/>
                    <a:pt x="65177" y="0"/>
                    <a:pt x="61343" y="0"/>
                  </a:cubicBezTo>
                  <a:lnTo>
                    <a:pt x="33867" y="0"/>
                  </a:lnTo>
                  <a:cubicBezTo>
                    <a:pt x="30033" y="0"/>
                    <a:pt x="27477" y="2553"/>
                    <a:pt x="27477" y="6384"/>
                  </a:cubicBezTo>
                  <a:lnTo>
                    <a:pt x="27477" y="27451"/>
                  </a:lnTo>
                  <a:lnTo>
                    <a:pt x="6390" y="27451"/>
                  </a:lnTo>
                  <a:cubicBezTo>
                    <a:pt x="2556" y="27451"/>
                    <a:pt x="0" y="30005"/>
                    <a:pt x="0" y="33835"/>
                  </a:cubicBezTo>
                  <a:lnTo>
                    <a:pt x="0" y="61286"/>
                  </a:lnTo>
                  <a:cubicBezTo>
                    <a:pt x="0" y="65117"/>
                    <a:pt x="2556" y="67670"/>
                    <a:pt x="6390" y="67670"/>
                  </a:cubicBezTo>
                  <a:lnTo>
                    <a:pt x="27477" y="67670"/>
                  </a:lnTo>
                  <a:lnTo>
                    <a:pt x="27477" y="88737"/>
                  </a:lnTo>
                  <a:cubicBezTo>
                    <a:pt x="27477" y="92568"/>
                    <a:pt x="30033" y="95121"/>
                    <a:pt x="33867" y="95121"/>
                  </a:cubicBezTo>
                  <a:lnTo>
                    <a:pt x="61343" y="95121"/>
                  </a:lnTo>
                  <a:cubicBezTo>
                    <a:pt x="65177" y="95121"/>
                    <a:pt x="67733" y="92568"/>
                    <a:pt x="67733" y="88737"/>
                  </a:cubicBezTo>
                  <a:lnTo>
                    <a:pt x="67733" y="67670"/>
                  </a:lnTo>
                  <a:lnTo>
                    <a:pt x="88820" y="67670"/>
                  </a:lnTo>
                  <a:cubicBezTo>
                    <a:pt x="92654" y="67670"/>
                    <a:pt x="95210" y="65117"/>
                    <a:pt x="95210" y="61286"/>
                  </a:cubicBezTo>
                  <a:lnTo>
                    <a:pt x="95210" y="33835"/>
                  </a:lnTo>
                  <a:cubicBezTo>
                    <a:pt x="95210" y="30005"/>
                    <a:pt x="92654" y="27451"/>
                    <a:pt x="88820" y="27451"/>
                  </a:cubicBezTo>
                  <a:lnTo>
                    <a:pt x="67733" y="27451"/>
                  </a:lnTo>
                  <a:lnTo>
                    <a:pt x="67733" y="6384"/>
                  </a:lnTo>
                  <a:close/>
                  <a:moveTo>
                    <a:pt x="82430" y="40219"/>
                  </a:moveTo>
                  <a:lnTo>
                    <a:pt x="82430" y="54902"/>
                  </a:lnTo>
                  <a:lnTo>
                    <a:pt x="61343" y="54902"/>
                  </a:lnTo>
                  <a:cubicBezTo>
                    <a:pt x="57509" y="54902"/>
                    <a:pt x="54954" y="57456"/>
                    <a:pt x="54954" y="61286"/>
                  </a:cubicBezTo>
                  <a:lnTo>
                    <a:pt x="54954" y="82353"/>
                  </a:lnTo>
                  <a:lnTo>
                    <a:pt x="40257" y="82353"/>
                  </a:lnTo>
                  <a:lnTo>
                    <a:pt x="40257" y="61286"/>
                  </a:lnTo>
                  <a:cubicBezTo>
                    <a:pt x="40257" y="57456"/>
                    <a:pt x="37701" y="54902"/>
                    <a:pt x="33867" y="54902"/>
                  </a:cubicBezTo>
                  <a:lnTo>
                    <a:pt x="12780" y="54902"/>
                  </a:lnTo>
                  <a:lnTo>
                    <a:pt x="12780" y="40219"/>
                  </a:lnTo>
                  <a:lnTo>
                    <a:pt x="33867" y="40219"/>
                  </a:lnTo>
                  <a:cubicBezTo>
                    <a:pt x="37701" y="40219"/>
                    <a:pt x="40257" y="37665"/>
                    <a:pt x="40257" y="33835"/>
                  </a:cubicBezTo>
                  <a:lnTo>
                    <a:pt x="40257" y="12768"/>
                  </a:lnTo>
                  <a:lnTo>
                    <a:pt x="54954" y="12768"/>
                  </a:lnTo>
                  <a:lnTo>
                    <a:pt x="54954" y="33835"/>
                  </a:lnTo>
                  <a:cubicBezTo>
                    <a:pt x="54954" y="37665"/>
                    <a:pt x="57509" y="40219"/>
                    <a:pt x="61343" y="40219"/>
                  </a:cubicBezTo>
                  <a:lnTo>
                    <a:pt x="82430" y="40219"/>
                  </a:lnTo>
                  <a:close/>
                </a:path>
              </a:pathLst>
            </a:custGeom>
            <a:solidFill>
              <a:srgbClr val="007680"/>
            </a:solidFill>
            <a:ln w="6390" cap="flat">
              <a:noFill/>
              <a:prstDash val="solid"/>
              <a:miter/>
            </a:ln>
          </p:spPr>
          <p:txBody>
            <a:bodyPr rtlCol="0" anchor="ctr"/>
            <a:lstStyle/>
            <a:p>
              <a:endParaRPr lang="en-US"/>
            </a:p>
          </p:txBody>
        </p:sp>
      </p:grpSp>
      <p:grpSp>
        <p:nvGrpSpPr>
          <p:cNvPr id="576" name="Graphic 5">
            <a:extLst>
              <a:ext uri="{FF2B5EF4-FFF2-40B4-BE49-F238E27FC236}">
                <a16:creationId xmlns:a16="http://schemas.microsoft.com/office/drawing/2014/main" id="{70FFC8CC-C60C-7944-975E-D3F3EBFD7888}"/>
              </a:ext>
            </a:extLst>
          </p:cNvPr>
          <p:cNvGrpSpPr/>
          <p:nvPr/>
        </p:nvGrpSpPr>
        <p:grpSpPr>
          <a:xfrm>
            <a:off x="467743" y="3340900"/>
            <a:ext cx="361670" cy="361971"/>
            <a:chOff x="467743" y="3340900"/>
            <a:chExt cx="361670" cy="361971"/>
          </a:xfrm>
          <a:solidFill>
            <a:srgbClr val="007680"/>
          </a:solidFill>
        </p:grpSpPr>
        <p:sp>
          <p:nvSpPr>
            <p:cNvPr id="577" name="Graphic 5">
              <a:extLst>
                <a:ext uri="{FF2B5EF4-FFF2-40B4-BE49-F238E27FC236}">
                  <a16:creationId xmlns:a16="http://schemas.microsoft.com/office/drawing/2014/main" id="{69FC3F8E-00E6-7B4A-9A83-A98C76231BEA}"/>
                </a:ext>
              </a:extLst>
            </p:cNvPr>
            <p:cNvSpPr/>
            <p:nvPr/>
          </p:nvSpPr>
          <p:spPr>
            <a:xfrm>
              <a:off x="467743" y="3340900"/>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0667 h 361971"/>
                <a:gd name="connsiteX4" fmla="*/ 361670 w 361670"/>
                <a:gd name="connsiteY4" fmla="*/ 180667 h 361971"/>
                <a:gd name="connsiteX5" fmla="*/ 180835 w 361670"/>
                <a:gd name="connsiteY5" fmla="*/ 0 h 361971"/>
                <a:gd name="connsiteX6" fmla="*/ 180835 w 361670"/>
                <a:gd name="connsiteY6" fmla="*/ 0 h 361971"/>
                <a:gd name="connsiteX7" fmla="*/ 180835 w 361670"/>
                <a:gd name="connsiteY7" fmla="*/ 348565 h 361971"/>
                <a:gd name="connsiteX8" fmla="*/ 12780 w 361670"/>
                <a:gd name="connsiteY8" fmla="*/ 180667 h 361971"/>
                <a:gd name="connsiteX9" fmla="*/ 180835 w 361670"/>
                <a:gd name="connsiteY9" fmla="*/ 12129 h 361971"/>
                <a:gd name="connsiteX10" fmla="*/ 348891 w 361670"/>
                <a:gd name="connsiteY10" fmla="*/ 180667 h 361971"/>
                <a:gd name="connsiteX11" fmla="*/ 348891 w 361670"/>
                <a:gd name="connsiteY11" fmla="*/ 180667 h 361971"/>
                <a:gd name="connsiteX12" fmla="*/ 180835 w 361670"/>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0" h="361971">
                  <a:moveTo>
                    <a:pt x="180835" y="0"/>
                  </a:moveTo>
                  <a:cubicBezTo>
                    <a:pt x="80513" y="0"/>
                    <a:pt x="0" y="81077"/>
                    <a:pt x="0" y="180667"/>
                  </a:cubicBezTo>
                  <a:cubicBezTo>
                    <a:pt x="0" y="280895"/>
                    <a:pt x="81152" y="361972"/>
                    <a:pt x="180835" y="361972"/>
                  </a:cubicBezTo>
                  <a:cubicBezTo>
                    <a:pt x="280518" y="361972"/>
                    <a:pt x="361670" y="280895"/>
                    <a:pt x="361670" y="180667"/>
                  </a:cubicBezTo>
                  <a:cubicBezTo>
                    <a:pt x="361670" y="180667"/>
                    <a:pt x="361670" y="180667"/>
                    <a:pt x="361670" y="180667"/>
                  </a:cubicBezTo>
                  <a:cubicBezTo>
                    <a:pt x="361670" y="80438"/>
                    <a:pt x="281157" y="0"/>
                    <a:pt x="180835" y="0"/>
                  </a:cubicBezTo>
                  <a:cubicBezTo>
                    <a:pt x="180835" y="0"/>
                    <a:pt x="180835" y="0"/>
                    <a:pt x="180835" y="0"/>
                  </a:cubicBezTo>
                  <a:close/>
                  <a:moveTo>
                    <a:pt x="180835" y="348565"/>
                  </a:moveTo>
                  <a:cubicBezTo>
                    <a:pt x="87542" y="348565"/>
                    <a:pt x="12780" y="273234"/>
                    <a:pt x="12780" y="180667"/>
                  </a:cubicBezTo>
                  <a:cubicBezTo>
                    <a:pt x="12780" y="87461"/>
                    <a:pt x="88181" y="12129"/>
                    <a:pt x="180835" y="12129"/>
                  </a:cubicBezTo>
                  <a:cubicBezTo>
                    <a:pt x="273489" y="12129"/>
                    <a:pt x="348891" y="87461"/>
                    <a:pt x="348891" y="180667"/>
                  </a:cubicBezTo>
                  <a:lnTo>
                    <a:pt x="348891" y="180667"/>
                  </a:lnTo>
                  <a:cubicBezTo>
                    <a:pt x="348891" y="273234"/>
                    <a:pt x="273489" y="348565"/>
                    <a:pt x="180835" y="348565"/>
                  </a:cubicBezTo>
                  <a:close/>
                </a:path>
              </a:pathLst>
            </a:custGeom>
            <a:solidFill>
              <a:srgbClr val="007680"/>
            </a:solidFill>
            <a:ln w="6390" cap="flat">
              <a:noFill/>
              <a:prstDash val="solid"/>
              <a:miter/>
            </a:ln>
          </p:spPr>
          <p:txBody>
            <a:bodyPr rtlCol="0" anchor="ctr"/>
            <a:lstStyle/>
            <a:p>
              <a:endParaRPr lang="en-US"/>
            </a:p>
          </p:txBody>
        </p:sp>
        <p:sp>
          <p:nvSpPr>
            <p:cNvPr id="578" name="Graphic 5">
              <a:extLst>
                <a:ext uri="{FF2B5EF4-FFF2-40B4-BE49-F238E27FC236}">
                  <a16:creationId xmlns:a16="http://schemas.microsoft.com/office/drawing/2014/main" id="{A7F8ECE9-16A3-5E4B-8C36-0D239FC0C95C}"/>
                </a:ext>
              </a:extLst>
            </p:cNvPr>
            <p:cNvSpPr/>
            <p:nvPr/>
          </p:nvSpPr>
          <p:spPr>
            <a:xfrm>
              <a:off x="549534" y="3422615"/>
              <a:ext cx="198727" cy="197903"/>
            </a:xfrm>
            <a:custGeom>
              <a:avLst/>
              <a:gdLst>
                <a:gd name="connsiteX0" fmla="*/ 192337 w 198727"/>
                <a:gd name="connsiteY0" fmla="*/ 0 h 197903"/>
                <a:gd name="connsiteX1" fmla="*/ 146330 w 198727"/>
                <a:gd name="connsiteY1" fmla="*/ 0 h 197903"/>
                <a:gd name="connsiteX2" fmla="*/ 139940 w 198727"/>
                <a:gd name="connsiteY2" fmla="*/ 6384 h 197903"/>
                <a:gd name="connsiteX3" fmla="*/ 139940 w 198727"/>
                <a:gd name="connsiteY3" fmla="*/ 46603 h 197903"/>
                <a:gd name="connsiteX4" fmla="*/ 99683 w 198727"/>
                <a:gd name="connsiteY4" fmla="*/ 46603 h 197903"/>
                <a:gd name="connsiteX5" fmla="*/ 93293 w 198727"/>
                <a:gd name="connsiteY5" fmla="*/ 52987 h 197903"/>
                <a:gd name="connsiteX6" fmla="*/ 93293 w 198727"/>
                <a:gd name="connsiteY6" fmla="*/ 91930 h 197903"/>
                <a:gd name="connsiteX7" fmla="*/ 53036 w 198727"/>
                <a:gd name="connsiteY7" fmla="*/ 91930 h 197903"/>
                <a:gd name="connsiteX8" fmla="*/ 46647 w 198727"/>
                <a:gd name="connsiteY8" fmla="*/ 98313 h 197903"/>
                <a:gd name="connsiteX9" fmla="*/ 46647 w 198727"/>
                <a:gd name="connsiteY9" fmla="*/ 139171 h 197903"/>
                <a:gd name="connsiteX10" fmla="*/ 6390 w 198727"/>
                <a:gd name="connsiteY10" fmla="*/ 139171 h 197903"/>
                <a:gd name="connsiteX11" fmla="*/ 0 w 198727"/>
                <a:gd name="connsiteY11" fmla="*/ 145555 h 197903"/>
                <a:gd name="connsiteX12" fmla="*/ 0 w 198727"/>
                <a:gd name="connsiteY12" fmla="*/ 191519 h 197903"/>
                <a:gd name="connsiteX13" fmla="*/ 6390 w 198727"/>
                <a:gd name="connsiteY13" fmla="*/ 197903 h 197903"/>
                <a:gd name="connsiteX14" fmla="*/ 12780 w 198727"/>
                <a:gd name="connsiteY14" fmla="*/ 191519 h 197903"/>
                <a:gd name="connsiteX15" fmla="*/ 12780 w 198727"/>
                <a:gd name="connsiteY15" fmla="*/ 151939 h 197903"/>
                <a:gd name="connsiteX16" fmla="*/ 53036 w 198727"/>
                <a:gd name="connsiteY16" fmla="*/ 151939 h 197903"/>
                <a:gd name="connsiteX17" fmla="*/ 59426 w 198727"/>
                <a:gd name="connsiteY17" fmla="*/ 145555 h 197903"/>
                <a:gd name="connsiteX18" fmla="*/ 59426 w 198727"/>
                <a:gd name="connsiteY18" fmla="*/ 104697 h 197903"/>
                <a:gd name="connsiteX19" fmla="*/ 99683 w 198727"/>
                <a:gd name="connsiteY19" fmla="*/ 104697 h 197903"/>
                <a:gd name="connsiteX20" fmla="*/ 106073 w 198727"/>
                <a:gd name="connsiteY20" fmla="*/ 98313 h 197903"/>
                <a:gd name="connsiteX21" fmla="*/ 106073 w 198727"/>
                <a:gd name="connsiteY21" fmla="*/ 59371 h 197903"/>
                <a:gd name="connsiteX22" fmla="*/ 146330 w 198727"/>
                <a:gd name="connsiteY22" fmla="*/ 59371 h 197903"/>
                <a:gd name="connsiteX23" fmla="*/ 152720 w 198727"/>
                <a:gd name="connsiteY23" fmla="*/ 52987 h 197903"/>
                <a:gd name="connsiteX24" fmla="*/ 152720 w 198727"/>
                <a:gd name="connsiteY24" fmla="*/ 12768 h 197903"/>
                <a:gd name="connsiteX25" fmla="*/ 192337 w 198727"/>
                <a:gd name="connsiteY25" fmla="*/ 12768 h 197903"/>
                <a:gd name="connsiteX26" fmla="*/ 198727 w 198727"/>
                <a:gd name="connsiteY26" fmla="*/ 6384 h 197903"/>
                <a:gd name="connsiteX27" fmla="*/ 192337 w 198727"/>
                <a:gd name="connsiteY27" fmla="*/ 0 h 197903"/>
                <a:gd name="connsiteX28" fmla="*/ 192337 w 198727"/>
                <a:gd name="connsiteY28" fmla="*/ 0 h 19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98727" h="197903">
                  <a:moveTo>
                    <a:pt x="192337" y="0"/>
                  </a:moveTo>
                  <a:lnTo>
                    <a:pt x="146330" y="0"/>
                  </a:lnTo>
                  <a:cubicBezTo>
                    <a:pt x="142496" y="0"/>
                    <a:pt x="139940" y="2554"/>
                    <a:pt x="139940" y="6384"/>
                  </a:cubicBezTo>
                  <a:lnTo>
                    <a:pt x="139940" y="46603"/>
                  </a:lnTo>
                  <a:lnTo>
                    <a:pt x="99683" y="46603"/>
                  </a:lnTo>
                  <a:cubicBezTo>
                    <a:pt x="95849" y="46603"/>
                    <a:pt x="93293" y="49157"/>
                    <a:pt x="93293" y="52987"/>
                  </a:cubicBezTo>
                  <a:lnTo>
                    <a:pt x="93293" y="91930"/>
                  </a:lnTo>
                  <a:lnTo>
                    <a:pt x="53036" y="91930"/>
                  </a:lnTo>
                  <a:cubicBezTo>
                    <a:pt x="49202" y="91930"/>
                    <a:pt x="46647" y="94483"/>
                    <a:pt x="46647" y="98313"/>
                  </a:cubicBezTo>
                  <a:lnTo>
                    <a:pt x="46647" y="139171"/>
                  </a:lnTo>
                  <a:lnTo>
                    <a:pt x="6390" y="139171"/>
                  </a:lnTo>
                  <a:cubicBezTo>
                    <a:pt x="2556" y="139171"/>
                    <a:pt x="0" y="141724"/>
                    <a:pt x="0" y="145555"/>
                  </a:cubicBezTo>
                  <a:lnTo>
                    <a:pt x="0" y="191519"/>
                  </a:lnTo>
                  <a:cubicBezTo>
                    <a:pt x="0" y="195350"/>
                    <a:pt x="2556" y="197903"/>
                    <a:pt x="6390" y="197903"/>
                  </a:cubicBezTo>
                  <a:cubicBezTo>
                    <a:pt x="10224" y="197903"/>
                    <a:pt x="12780" y="195350"/>
                    <a:pt x="12780" y="191519"/>
                  </a:cubicBezTo>
                  <a:lnTo>
                    <a:pt x="12780" y="151939"/>
                  </a:lnTo>
                  <a:lnTo>
                    <a:pt x="53036" y="151939"/>
                  </a:lnTo>
                  <a:cubicBezTo>
                    <a:pt x="56870" y="151939"/>
                    <a:pt x="59426" y="149385"/>
                    <a:pt x="59426" y="145555"/>
                  </a:cubicBezTo>
                  <a:lnTo>
                    <a:pt x="59426" y="104697"/>
                  </a:lnTo>
                  <a:lnTo>
                    <a:pt x="99683" y="104697"/>
                  </a:lnTo>
                  <a:cubicBezTo>
                    <a:pt x="103517" y="104697"/>
                    <a:pt x="106073" y="102144"/>
                    <a:pt x="106073" y="98313"/>
                  </a:cubicBezTo>
                  <a:lnTo>
                    <a:pt x="106073" y="59371"/>
                  </a:lnTo>
                  <a:lnTo>
                    <a:pt x="146330" y="59371"/>
                  </a:lnTo>
                  <a:cubicBezTo>
                    <a:pt x="150164" y="59371"/>
                    <a:pt x="152720" y="56818"/>
                    <a:pt x="152720" y="52987"/>
                  </a:cubicBezTo>
                  <a:lnTo>
                    <a:pt x="152720" y="12768"/>
                  </a:lnTo>
                  <a:lnTo>
                    <a:pt x="192337" y="12768"/>
                  </a:lnTo>
                  <a:cubicBezTo>
                    <a:pt x="196171" y="12768"/>
                    <a:pt x="198727" y="10214"/>
                    <a:pt x="198727" y="6384"/>
                  </a:cubicBezTo>
                  <a:cubicBezTo>
                    <a:pt x="198727" y="2554"/>
                    <a:pt x="195532" y="0"/>
                    <a:pt x="192337" y="0"/>
                  </a:cubicBezTo>
                  <a:lnTo>
                    <a:pt x="192337" y="0"/>
                  </a:lnTo>
                  <a:close/>
                </a:path>
              </a:pathLst>
            </a:custGeom>
            <a:solidFill>
              <a:srgbClr val="007680"/>
            </a:solidFill>
            <a:ln w="6390" cap="flat">
              <a:noFill/>
              <a:prstDash val="solid"/>
              <a:miter/>
            </a:ln>
          </p:spPr>
          <p:txBody>
            <a:bodyPr rtlCol="0" anchor="ctr"/>
            <a:lstStyle/>
            <a:p>
              <a:endParaRPr lang="en-US"/>
            </a:p>
          </p:txBody>
        </p:sp>
        <p:sp>
          <p:nvSpPr>
            <p:cNvPr id="579" name="Graphic 5">
              <a:extLst>
                <a:ext uri="{FF2B5EF4-FFF2-40B4-BE49-F238E27FC236}">
                  <a16:creationId xmlns:a16="http://schemas.microsoft.com/office/drawing/2014/main" id="{3A499CD5-531C-F44B-AF76-BD27DFCCE25C}"/>
                </a:ext>
              </a:extLst>
            </p:cNvPr>
            <p:cNvSpPr/>
            <p:nvPr/>
          </p:nvSpPr>
          <p:spPr>
            <a:xfrm>
              <a:off x="642188" y="3522755"/>
              <a:ext cx="81791" cy="81165"/>
            </a:xfrm>
            <a:custGeom>
              <a:avLst/>
              <a:gdLst>
                <a:gd name="connsiteX0" fmla="*/ 71567 w 81791"/>
                <a:gd name="connsiteY0" fmla="*/ 2004 h 81165"/>
                <a:gd name="connsiteX1" fmla="*/ 12780 w 81791"/>
                <a:gd name="connsiteY1" fmla="*/ 60098 h 81165"/>
                <a:gd name="connsiteX2" fmla="*/ 12780 w 81791"/>
                <a:gd name="connsiteY2" fmla="*/ 28816 h 81165"/>
                <a:gd name="connsiteX3" fmla="*/ 6390 w 81791"/>
                <a:gd name="connsiteY3" fmla="*/ 22432 h 81165"/>
                <a:gd name="connsiteX4" fmla="*/ 0 w 81791"/>
                <a:gd name="connsiteY4" fmla="*/ 28816 h 81165"/>
                <a:gd name="connsiteX5" fmla="*/ 0 w 81791"/>
                <a:gd name="connsiteY5" fmla="*/ 74781 h 81165"/>
                <a:gd name="connsiteX6" fmla="*/ 6390 w 81791"/>
                <a:gd name="connsiteY6" fmla="*/ 81165 h 81165"/>
                <a:gd name="connsiteX7" fmla="*/ 53036 w 81791"/>
                <a:gd name="connsiteY7" fmla="*/ 81165 h 81165"/>
                <a:gd name="connsiteX8" fmla="*/ 59426 w 81791"/>
                <a:gd name="connsiteY8" fmla="*/ 74781 h 81165"/>
                <a:gd name="connsiteX9" fmla="*/ 53036 w 81791"/>
                <a:gd name="connsiteY9" fmla="*/ 68397 h 81165"/>
                <a:gd name="connsiteX10" fmla="*/ 21726 w 81791"/>
                <a:gd name="connsiteY10" fmla="*/ 68397 h 81165"/>
                <a:gd name="connsiteX11" fmla="*/ 79874 w 81791"/>
                <a:gd name="connsiteY11" fmla="*/ 10303 h 81165"/>
                <a:gd name="connsiteX12" fmla="*/ 79874 w 81791"/>
                <a:gd name="connsiteY12" fmla="*/ 1365 h 81165"/>
                <a:gd name="connsiteX13" fmla="*/ 71567 w 81791"/>
                <a:gd name="connsiteY13" fmla="*/ 2004 h 81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791" h="81165">
                  <a:moveTo>
                    <a:pt x="71567" y="2004"/>
                  </a:moveTo>
                  <a:lnTo>
                    <a:pt x="12780" y="60098"/>
                  </a:lnTo>
                  <a:lnTo>
                    <a:pt x="12780" y="28816"/>
                  </a:lnTo>
                  <a:cubicBezTo>
                    <a:pt x="12780" y="24986"/>
                    <a:pt x="10224" y="22432"/>
                    <a:pt x="6390" y="22432"/>
                  </a:cubicBezTo>
                  <a:cubicBezTo>
                    <a:pt x="2556" y="22432"/>
                    <a:pt x="0" y="24986"/>
                    <a:pt x="0" y="28816"/>
                  </a:cubicBezTo>
                  <a:lnTo>
                    <a:pt x="0" y="74781"/>
                  </a:lnTo>
                  <a:cubicBezTo>
                    <a:pt x="0" y="78611"/>
                    <a:pt x="2556" y="81165"/>
                    <a:pt x="6390" y="81165"/>
                  </a:cubicBezTo>
                  <a:lnTo>
                    <a:pt x="53036" y="81165"/>
                  </a:lnTo>
                  <a:cubicBezTo>
                    <a:pt x="56870" y="81165"/>
                    <a:pt x="59426" y="78611"/>
                    <a:pt x="59426" y="74781"/>
                  </a:cubicBezTo>
                  <a:cubicBezTo>
                    <a:pt x="59426" y="70951"/>
                    <a:pt x="56870" y="68397"/>
                    <a:pt x="53036" y="68397"/>
                  </a:cubicBezTo>
                  <a:lnTo>
                    <a:pt x="21726" y="68397"/>
                  </a:lnTo>
                  <a:lnTo>
                    <a:pt x="79874" y="10303"/>
                  </a:lnTo>
                  <a:cubicBezTo>
                    <a:pt x="82430" y="7749"/>
                    <a:pt x="82430" y="3919"/>
                    <a:pt x="79874" y="1365"/>
                  </a:cubicBezTo>
                  <a:cubicBezTo>
                    <a:pt x="77957" y="-550"/>
                    <a:pt x="73484" y="-550"/>
                    <a:pt x="71567" y="2004"/>
                  </a:cubicBezTo>
                  <a:close/>
                </a:path>
              </a:pathLst>
            </a:custGeom>
            <a:solidFill>
              <a:srgbClr val="007680"/>
            </a:solidFill>
            <a:ln w="6390" cap="flat">
              <a:noFill/>
              <a:prstDash val="solid"/>
              <a:miter/>
            </a:ln>
          </p:spPr>
          <p:txBody>
            <a:bodyPr rtlCol="0" anchor="ctr"/>
            <a:lstStyle/>
            <a:p>
              <a:endParaRPr lang="en-US"/>
            </a:p>
          </p:txBody>
        </p:sp>
      </p:grpSp>
      <p:grpSp>
        <p:nvGrpSpPr>
          <p:cNvPr id="580" name="Graphic 5">
            <a:extLst>
              <a:ext uri="{FF2B5EF4-FFF2-40B4-BE49-F238E27FC236}">
                <a16:creationId xmlns:a16="http://schemas.microsoft.com/office/drawing/2014/main" id="{6326082D-31BD-184C-B8DB-1B782C44A71B}"/>
              </a:ext>
            </a:extLst>
          </p:cNvPr>
          <p:cNvGrpSpPr/>
          <p:nvPr/>
        </p:nvGrpSpPr>
        <p:grpSpPr>
          <a:xfrm>
            <a:off x="4661459" y="3340900"/>
            <a:ext cx="362313" cy="361971"/>
            <a:chOff x="4661459" y="3340900"/>
            <a:chExt cx="362313" cy="361971"/>
          </a:xfrm>
          <a:solidFill>
            <a:srgbClr val="007680"/>
          </a:solidFill>
        </p:grpSpPr>
        <p:sp>
          <p:nvSpPr>
            <p:cNvPr id="581" name="Graphic 5">
              <a:extLst>
                <a:ext uri="{FF2B5EF4-FFF2-40B4-BE49-F238E27FC236}">
                  <a16:creationId xmlns:a16="http://schemas.microsoft.com/office/drawing/2014/main" id="{F73FE743-0678-2A4F-B843-17DF99A797AF}"/>
                </a:ext>
              </a:extLst>
            </p:cNvPr>
            <p:cNvSpPr/>
            <p:nvPr/>
          </p:nvSpPr>
          <p:spPr>
            <a:xfrm>
              <a:off x="4661459" y="3340900"/>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8565 h 361971"/>
                <a:gd name="connsiteX8" fmla="*/ 12780 w 362313"/>
                <a:gd name="connsiteY8" fmla="*/ 180667 h 361971"/>
                <a:gd name="connsiteX9" fmla="*/ 180835 w 362313"/>
                <a:gd name="connsiteY9" fmla="*/ 12129 h 361971"/>
                <a:gd name="connsiteX10" fmla="*/ 349530 w 362313"/>
                <a:gd name="connsiteY10" fmla="*/ 180028 h 361971"/>
                <a:gd name="connsiteX11" fmla="*/ 349530 w 362313"/>
                <a:gd name="connsiteY11" fmla="*/ 180028 h 361971"/>
                <a:gd name="connsiteX12" fmla="*/ 181474 w 362313"/>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948" y="80438"/>
                    <a:pt x="281796" y="0"/>
                    <a:pt x="181474" y="0"/>
                  </a:cubicBezTo>
                  <a:cubicBezTo>
                    <a:pt x="181474" y="0"/>
                    <a:pt x="181474" y="0"/>
                    <a:pt x="181474" y="0"/>
                  </a:cubicBezTo>
                  <a:close/>
                  <a:moveTo>
                    <a:pt x="181474" y="348565"/>
                  </a:moveTo>
                  <a:cubicBezTo>
                    <a:pt x="88181" y="348565"/>
                    <a:pt x="12780" y="273234"/>
                    <a:pt x="12780" y="180667"/>
                  </a:cubicBezTo>
                  <a:cubicBezTo>
                    <a:pt x="12780" y="88099"/>
                    <a:pt x="88181" y="12129"/>
                    <a:pt x="180835" y="12129"/>
                  </a:cubicBezTo>
                  <a:cubicBezTo>
                    <a:pt x="274128" y="12129"/>
                    <a:pt x="349530" y="87461"/>
                    <a:pt x="349530" y="180028"/>
                  </a:cubicBezTo>
                  <a:lnTo>
                    <a:pt x="349530" y="180028"/>
                  </a:lnTo>
                  <a:cubicBezTo>
                    <a:pt x="350168" y="273234"/>
                    <a:pt x="274767" y="348565"/>
                    <a:pt x="181474" y="348565"/>
                  </a:cubicBezTo>
                  <a:close/>
                </a:path>
              </a:pathLst>
            </a:custGeom>
            <a:solidFill>
              <a:srgbClr val="007680"/>
            </a:solidFill>
            <a:ln w="6390" cap="flat">
              <a:noFill/>
              <a:prstDash val="solid"/>
              <a:miter/>
            </a:ln>
          </p:spPr>
          <p:txBody>
            <a:bodyPr rtlCol="0" anchor="ctr"/>
            <a:lstStyle/>
            <a:p>
              <a:endParaRPr lang="en-US"/>
            </a:p>
          </p:txBody>
        </p:sp>
        <p:sp>
          <p:nvSpPr>
            <p:cNvPr id="582" name="Graphic 5">
              <a:extLst>
                <a:ext uri="{FF2B5EF4-FFF2-40B4-BE49-F238E27FC236}">
                  <a16:creationId xmlns:a16="http://schemas.microsoft.com/office/drawing/2014/main" id="{4B79C9D7-8CBD-DD43-820A-1E7B068E5195}"/>
                </a:ext>
              </a:extLst>
            </p:cNvPr>
            <p:cNvSpPr/>
            <p:nvPr/>
          </p:nvSpPr>
          <p:spPr>
            <a:xfrm>
              <a:off x="4743889" y="3422615"/>
              <a:ext cx="198726" cy="197903"/>
            </a:xfrm>
            <a:custGeom>
              <a:avLst/>
              <a:gdLst>
                <a:gd name="connsiteX0" fmla="*/ 192337 w 198726"/>
                <a:gd name="connsiteY0" fmla="*/ 0 h 197903"/>
                <a:gd name="connsiteX1" fmla="*/ 146329 w 198726"/>
                <a:gd name="connsiteY1" fmla="*/ 0 h 197903"/>
                <a:gd name="connsiteX2" fmla="*/ 139939 w 198726"/>
                <a:gd name="connsiteY2" fmla="*/ 6384 h 197903"/>
                <a:gd name="connsiteX3" fmla="*/ 139939 w 198726"/>
                <a:gd name="connsiteY3" fmla="*/ 46603 h 197903"/>
                <a:gd name="connsiteX4" fmla="*/ 99683 w 198726"/>
                <a:gd name="connsiteY4" fmla="*/ 46603 h 197903"/>
                <a:gd name="connsiteX5" fmla="*/ 93293 w 198726"/>
                <a:gd name="connsiteY5" fmla="*/ 52987 h 197903"/>
                <a:gd name="connsiteX6" fmla="*/ 93293 w 198726"/>
                <a:gd name="connsiteY6" fmla="*/ 91930 h 197903"/>
                <a:gd name="connsiteX7" fmla="*/ 53036 w 198726"/>
                <a:gd name="connsiteY7" fmla="*/ 91930 h 197903"/>
                <a:gd name="connsiteX8" fmla="*/ 46646 w 198726"/>
                <a:gd name="connsiteY8" fmla="*/ 98313 h 197903"/>
                <a:gd name="connsiteX9" fmla="*/ 46646 w 198726"/>
                <a:gd name="connsiteY9" fmla="*/ 139171 h 197903"/>
                <a:gd name="connsiteX10" fmla="*/ 6390 w 198726"/>
                <a:gd name="connsiteY10" fmla="*/ 139171 h 197903"/>
                <a:gd name="connsiteX11" fmla="*/ 0 w 198726"/>
                <a:gd name="connsiteY11" fmla="*/ 145555 h 197903"/>
                <a:gd name="connsiteX12" fmla="*/ 0 w 198726"/>
                <a:gd name="connsiteY12" fmla="*/ 191519 h 197903"/>
                <a:gd name="connsiteX13" fmla="*/ 6390 w 198726"/>
                <a:gd name="connsiteY13" fmla="*/ 197903 h 197903"/>
                <a:gd name="connsiteX14" fmla="*/ 12780 w 198726"/>
                <a:gd name="connsiteY14" fmla="*/ 191519 h 197903"/>
                <a:gd name="connsiteX15" fmla="*/ 12780 w 198726"/>
                <a:gd name="connsiteY15" fmla="*/ 151939 h 197903"/>
                <a:gd name="connsiteX16" fmla="*/ 53036 w 198726"/>
                <a:gd name="connsiteY16" fmla="*/ 151939 h 197903"/>
                <a:gd name="connsiteX17" fmla="*/ 59426 w 198726"/>
                <a:gd name="connsiteY17" fmla="*/ 145555 h 197903"/>
                <a:gd name="connsiteX18" fmla="*/ 59426 w 198726"/>
                <a:gd name="connsiteY18" fmla="*/ 104697 h 197903"/>
                <a:gd name="connsiteX19" fmla="*/ 99683 w 198726"/>
                <a:gd name="connsiteY19" fmla="*/ 104697 h 197903"/>
                <a:gd name="connsiteX20" fmla="*/ 106073 w 198726"/>
                <a:gd name="connsiteY20" fmla="*/ 98313 h 197903"/>
                <a:gd name="connsiteX21" fmla="*/ 106073 w 198726"/>
                <a:gd name="connsiteY21" fmla="*/ 59371 h 197903"/>
                <a:gd name="connsiteX22" fmla="*/ 146329 w 198726"/>
                <a:gd name="connsiteY22" fmla="*/ 59371 h 197903"/>
                <a:gd name="connsiteX23" fmla="*/ 152719 w 198726"/>
                <a:gd name="connsiteY23" fmla="*/ 52987 h 197903"/>
                <a:gd name="connsiteX24" fmla="*/ 152719 w 198726"/>
                <a:gd name="connsiteY24" fmla="*/ 12768 h 197903"/>
                <a:gd name="connsiteX25" fmla="*/ 192337 w 198726"/>
                <a:gd name="connsiteY25" fmla="*/ 12768 h 197903"/>
                <a:gd name="connsiteX26" fmla="*/ 198727 w 198726"/>
                <a:gd name="connsiteY26" fmla="*/ 6384 h 197903"/>
                <a:gd name="connsiteX27" fmla="*/ 192337 w 198726"/>
                <a:gd name="connsiteY27" fmla="*/ 0 h 197903"/>
                <a:gd name="connsiteX28" fmla="*/ 192337 w 198726"/>
                <a:gd name="connsiteY28" fmla="*/ 0 h 19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98726" h="197903">
                  <a:moveTo>
                    <a:pt x="192337" y="0"/>
                  </a:moveTo>
                  <a:lnTo>
                    <a:pt x="146329" y="0"/>
                  </a:lnTo>
                  <a:cubicBezTo>
                    <a:pt x="142496" y="0"/>
                    <a:pt x="139939" y="2554"/>
                    <a:pt x="139939" y="6384"/>
                  </a:cubicBezTo>
                  <a:lnTo>
                    <a:pt x="139939" y="46603"/>
                  </a:lnTo>
                  <a:lnTo>
                    <a:pt x="99683" y="46603"/>
                  </a:lnTo>
                  <a:cubicBezTo>
                    <a:pt x="95849" y="46603"/>
                    <a:pt x="93293" y="49157"/>
                    <a:pt x="93293" y="52987"/>
                  </a:cubicBezTo>
                  <a:lnTo>
                    <a:pt x="93293" y="91930"/>
                  </a:lnTo>
                  <a:lnTo>
                    <a:pt x="53036" y="91930"/>
                  </a:lnTo>
                  <a:cubicBezTo>
                    <a:pt x="49202" y="91930"/>
                    <a:pt x="46646" y="94483"/>
                    <a:pt x="46646" y="98313"/>
                  </a:cubicBezTo>
                  <a:lnTo>
                    <a:pt x="46646" y="139171"/>
                  </a:lnTo>
                  <a:lnTo>
                    <a:pt x="6390" y="139171"/>
                  </a:lnTo>
                  <a:cubicBezTo>
                    <a:pt x="2556" y="139171"/>
                    <a:pt x="0" y="141724"/>
                    <a:pt x="0" y="145555"/>
                  </a:cubicBezTo>
                  <a:lnTo>
                    <a:pt x="0" y="191519"/>
                  </a:lnTo>
                  <a:cubicBezTo>
                    <a:pt x="0" y="195350"/>
                    <a:pt x="2556" y="197903"/>
                    <a:pt x="6390" y="197903"/>
                  </a:cubicBezTo>
                  <a:cubicBezTo>
                    <a:pt x="10224" y="197903"/>
                    <a:pt x="12780" y="195350"/>
                    <a:pt x="12780" y="191519"/>
                  </a:cubicBezTo>
                  <a:lnTo>
                    <a:pt x="12780" y="151939"/>
                  </a:lnTo>
                  <a:lnTo>
                    <a:pt x="53036" y="151939"/>
                  </a:lnTo>
                  <a:cubicBezTo>
                    <a:pt x="56870" y="151939"/>
                    <a:pt x="59426" y="149385"/>
                    <a:pt x="59426" y="145555"/>
                  </a:cubicBezTo>
                  <a:lnTo>
                    <a:pt x="59426" y="104697"/>
                  </a:lnTo>
                  <a:lnTo>
                    <a:pt x="99683" y="104697"/>
                  </a:lnTo>
                  <a:cubicBezTo>
                    <a:pt x="103517" y="104697"/>
                    <a:pt x="106073" y="102144"/>
                    <a:pt x="106073" y="98313"/>
                  </a:cubicBezTo>
                  <a:lnTo>
                    <a:pt x="106073" y="59371"/>
                  </a:lnTo>
                  <a:lnTo>
                    <a:pt x="146329" y="59371"/>
                  </a:lnTo>
                  <a:cubicBezTo>
                    <a:pt x="150164" y="59371"/>
                    <a:pt x="152719" y="56818"/>
                    <a:pt x="152719" y="52987"/>
                  </a:cubicBezTo>
                  <a:lnTo>
                    <a:pt x="152719" y="12768"/>
                  </a:lnTo>
                  <a:lnTo>
                    <a:pt x="192337" y="12768"/>
                  </a:lnTo>
                  <a:cubicBezTo>
                    <a:pt x="196171" y="12768"/>
                    <a:pt x="198727" y="10214"/>
                    <a:pt x="198727" y="6384"/>
                  </a:cubicBezTo>
                  <a:cubicBezTo>
                    <a:pt x="198727" y="2554"/>
                    <a:pt x="195532" y="0"/>
                    <a:pt x="192337" y="0"/>
                  </a:cubicBezTo>
                  <a:lnTo>
                    <a:pt x="192337" y="0"/>
                  </a:lnTo>
                  <a:close/>
                </a:path>
              </a:pathLst>
            </a:custGeom>
            <a:solidFill>
              <a:srgbClr val="007680"/>
            </a:solidFill>
            <a:ln w="6390" cap="flat">
              <a:noFill/>
              <a:prstDash val="solid"/>
              <a:miter/>
            </a:ln>
          </p:spPr>
          <p:txBody>
            <a:bodyPr rtlCol="0" anchor="ctr"/>
            <a:lstStyle/>
            <a:p>
              <a:endParaRPr lang="en-US"/>
            </a:p>
          </p:txBody>
        </p:sp>
      </p:grpSp>
      <p:grpSp>
        <p:nvGrpSpPr>
          <p:cNvPr id="583" name="Graphic 5">
            <a:extLst>
              <a:ext uri="{FF2B5EF4-FFF2-40B4-BE49-F238E27FC236}">
                <a16:creationId xmlns:a16="http://schemas.microsoft.com/office/drawing/2014/main" id="{3E15C7A2-A052-B64B-B20B-4CB876F88633}"/>
              </a:ext>
            </a:extLst>
          </p:cNvPr>
          <p:cNvGrpSpPr/>
          <p:nvPr/>
        </p:nvGrpSpPr>
        <p:grpSpPr>
          <a:xfrm>
            <a:off x="2561086" y="3340900"/>
            <a:ext cx="362309" cy="361971"/>
            <a:chOff x="2561086" y="3340900"/>
            <a:chExt cx="362309" cy="361971"/>
          </a:xfrm>
          <a:solidFill>
            <a:srgbClr val="007680"/>
          </a:solidFill>
        </p:grpSpPr>
        <p:sp>
          <p:nvSpPr>
            <p:cNvPr id="584" name="Graphic 5">
              <a:extLst>
                <a:ext uri="{FF2B5EF4-FFF2-40B4-BE49-F238E27FC236}">
                  <a16:creationId xmlns:a16="http://schemas.microsoft.com/office/drawing/2014/main" id="{A541421C-FF04-5B4B-8CB2-2004BD4C51F6}"/>
                </a:ext>
              </a:extLst>
            </p:cNvPr>
            <p:cNvSpPr/>
            <p:nvPr/>
          </p:nvSpPr>
          <p:spPr>
            <a:xfrm>
              <a:off x="2561086" y="3340900"/>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8565 h 361971"/>
                <a:gd name="connsiteX7" fmla="*/ 12780 w 362309"/>
                <a:gd name="connsiteY7" fmla="*/ 180667 h 361971"/>
                <a:gd name="connsiteX8" fmla="*/ 180835 w 362309"/>
                <a:gd name="connsiteY8" fmla="*/ 12129 h 361971"/>
                <a:gd name="connsiteX9" fmla="*/ 349530 w 362309"/>
                <a:gd name="connsiteY9" fmla="*/ 180028 h 361971"/>
                <a:gd name="connsiteX10" fmla="*/ 349530 w 362309"/>
                <a:gd name="connsiteY10" fmla="*/ 180028 h 361971"/>
                <a:gd name="connsiteX11" fmla="*/ 181474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181474" y="348565"/>
                  </a:moveTo>
                  <a:cubicBezTo>
                    <a:pt x="88181" y="348565"/>
                    <a:pt x="12780" y="273234"/>
                    <a:pt x="12780" y="180667"/>
                  </a:cubicBezTo>
                  <a:cubicBezTo>
                    <a:pt x="12780" y="87461"/>
                    <a:pt x="88181" y="12129"/>
                    <a:pt x="180835" y="12129"/>
                  </a:cubicBezTo>
                  <a:cubicBezTo>
                    <a:pt x="274128" y="12129"/>
                    <a:pt x="349530" y="87461"/>
                    <a:pt x="349530" y="180028"/>
                  </a:cubicBezTo>
                  <a:cubicBezTo>
                    <a:pt x="349530" y="180028"/>
                    <a:pt x="349530" y="180028"/>
                    <a:pt x="349530" y="180028"/>
                  </a:cubicBezTo>
                  <a:cubicBezTo>
                    <a:pt x="349530" y="273234"/>
                    <a:pt x="274128" y="348565"/>
                    <a:pt x="181474" y="348565"/>
                  </a:cubicBezTo>
                  <a:close/>
                </a:path>
              </a:pathLst>
            </a:custGeom>
            <a:solidFill>
              <a:srgbClr val="007680"/>
            </a:solidFill>
            <a:ln w="6390" cap="flat">
              <a:noFill/>
              <a:prstDash val="solid"/>
              <a:miter/>
            </a:ln>
          </p:spPr>
          <p:txBody>
            <a:bodyPr rtlCol="0" anchor="ctr"/>
            <a:lstStyle/>
            <a:p>
              <a:endParaRPr lang="en-US"/>
            </a:p>
          </p:txBody>
        </p:sp>
        <p:sp>
          <p:nvSpPr>
            <p:cNvPr id="585" name="Graphic 5">
              <a:extLst>
                <a:ext uri="{FF2B5EF4-FFF2-40B4-BE49-F238E27FC236}">
                  <a16:creationId xmlns:a16="http://schemas.microsoft.com/office/drawing/2014/main" id="{0C4015C1-6CFB-294C-B904-D2B31F41B7DC}"/>
                </a:ext>
              </a:extLst>
            </p:cNvPr>
            <p:cNvSpPr/>
            <p:nvPr/>
          </p:nvSpPr>
          <p:spPr>
            <a:xfrm>
              <a:off x="2646712" y="3414954"/>
              <a:ext cx="191698" cy="214502"/>
            </a:xfrm>
            <a:custGeom>
              <a:avLst/>
              <a:gdLst>
                <a:gd name="connsiteX0" fmla="*/ 185308 w 191698"/>
                <a:gd name="connsiteY0" fmla="*/ 7661 h 214502"/>
                <a:gd name="connsiteX1" fmla="*/ 102239 w 191698"/>
                <a:gd name="connsiteY1" fmla="*/ 7661 h 214502"/>
                <a:gd name="connsiteX2" fmla="*/ 102239 w 191698"/>
                <a:gd name="connsiteY2" fmla="*/ 6384 h 214502"/>
                <a:gd name="connsiteX3" fmla="*/ 95849 w 191698"/>
                <a:gd name="connsiteY3" fmla="*/ 0 h 214502"/>
                <a:gd name="connsiteX4" fmla="*/ 89459 w 191698"/>
                <a:gd name="connsiteY4" fmla="*/ 6384 h 214502"/>
                <a:gd name="connsiteX5" fmla="*/ 89459 w 191698"/>
                <a:gd name="connsiteY5" fmla="*/ 7661 h 214502"/>
                <a:gd name="connsiteX6" fmla="*/ 6390 w 191698"/>
                <a:gd name="connsiteY6" fmla="*/ 7661 h 214502"/>
                <a:gd name="connsiteX7" fmla="*/ 0 w 191698"/>
                <a:gd name="connsiteY7" fmla="*/ 14045 h 214502"/>
                <a:gd name="connsiteX8" fmla="*/ 0 w 191698"/>
                <a:gd name="connsiteY8" fmla="*/ 148108 h 214502"/>
                <a:gd name="connsiteX9" fmla="*/ 6390 w 191698"/>
                <a:gd name="connsiteY9" fmla="*/ 154492 h 214502"/>
                <a:gd name="connsiteX10" fmla="*/ 56870 w 191698"/>
                <a:gd name="connsiteY10" fmla="*/ 154492 h 214502"/>
                <a:gd name="connsiteX11" fmla="*/ 37701 w 191698"/>
                <a:gd name="connsiteY11" fmla="*/ 205564 h 214502"/>
                <a:gd name="connsiteX12" fmla="*/ 41535 w 191698"/>
                <a:gd name="connsiteY12" fmla="*/ 213863 h 214502"/>
                <a:gd name="connsiteX13" fmla="*/ 41535 w 191698"/>
                <a:gd name="connsiteY13" fmla="*/ 213863 h 214502"/>
                <a:gd name="connsiteX14" fmla="*/ 44091 w 191698"/>
                <a:gd name="connsiteY14" fmla="*/ 214502 h 214502"/>
                <a:gd name="connsiteX15" fmla="*/ 49841 w 191698"/>
                <a:gd name="connsiteY15" fmla="*/ 210033 h 214502"/>
                <a:gd name="connsiteX16" fmla="*/ 70289 w 191698"/>
                <a:gd name="connsiteY16" fmla="*/ 154492 h 214502"/>
                <a:gd name="connsiteX17" fmla="*/ 89459 w 191698"/>
                <a:gd name="connsiteY17" fmla="*/ 154492 h 214502"/>
                <a:gd name="connsiteX18" fmla="*/ 89459 w 191698"/>
                <a:gd name="connsiteY18" fmla="*/ 185135 h 214502"/>
                <a:gd name="connsiteX19" fmla="*/ 95849 w 191698"/>
                <a:gd name="connsiteY19" fmla="*/ 191519 h 214502"/>
                <a:gd name="connsiteX20" fmla="*/ 102239 w 191698"/>
                <a:gd name="connsiteY20" fmla="*/ 185135 h 214502"/>
                <a:gd name="connsiteX21" fmla="*/ 102239 w 191698"/>
                <a:gd name="connsiteY21" fmla="*/ 154492 h 214502"/>
                <a:gd name="connsiteX22" fmla="*/ 121409 w 191698"/>
                <a:gd name="connsiteY22" fmla="*/ 154492 h 214502"/>
                <a:gd name="connsiteX23" fmla="*/ 141856 w 191698"/>
                <a:gd name="connsiteY23" fmla="*/ 210033 h 214502"/>
                <a:gd name="connsiteX24" fmla="*/ 147607 w 191698"/>
                <a:gd name="connsiteY24" fmla="*/ 214502 h 214502"/>
                <a:gd name="connsiteX25" fmla="*/ 150164 w 191698"/>
                <a:gd name="connsiteY25" fmla="*/ 213863 h 214502"/>
                <a:gd name="connsiteX26" fmla="*/ 153997 w 191698"/>
                <a:gd name="connsiteY26" fmla="*/ 205564 h 214502"/>
                <a:gd name="connsiteX27" fmla="*/ 153997 w 191698"/>
                <a:gd name="connsiteY27" fmla="*/ 205564 h 214502"/>
                <a:gd name="connsiteX28" fmla="*/ 134828 w 191698"/>
                <a:gd name="connsiteY28" fmla="*/ 154492 h 214502"/>
                <a:gd name="connsiteX29" fmla="*/ 185308 w 191698"/>
                <a:gd name="connsiteY29" fmla="*/ 154492 h 214502"/>
                <a:gd name="connsiteX30" fmla="*/ 191698 w 191698"/>
                <a:gd name="connsiteY30" fmla="*/ 148108 h 214502"/>
                <a:gd name="connsiteX31" fmla="*/ 191698 w 191698"/>
                <a:gd name="connsiteY31" fmla="*/ 14045 h 214502"/>
                <a:gd name="connsiteX32" fmla="*/ 185308 w 191698"/>
                <a:gd name="connsiteY32" fmla="*/ 7661 h 214502"/>
                <a:gd name="connsiteX33" fmla="*/ 178918 w 191698"/>
                <a:gd name="connsiteY33" fmla="*/ 141724 h 214502"/>
                <a:gd name="connsiteX34" fmla="*/ 13419 w 191698"/>
                <a:gd name="connsiteY34" fmla="*/ 141724 h 214502"/>
                <a:gd name="connsiteX35" fmla="*/ 13419 w 191698"/>
                <a:gd name="connsiteY35" fmla="*/ 20429 h 214502"/>
                <a:gd name="connsiteX36" fmla="*/ 178918 w 191698"/>
                <a:gd name="connsiteY36" fmla="*/ 20429 h 214502"/>
                <a:gd name="connsiteX37" fmla="*/ 178918 w 191698"/>
                <a:gd name="connsiteY37" fmla="*/ 141724 h 21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91698" h="214502">
                  <a:moveTo>
                    <a:pt x="185308" y="7661"/>
                  </a:moveTo>
                  <a:lnTo>
                    <a:pt x="102239" y="7661"/>
                  </a:lnTo>
                  <a:lnTo>
                    <a:pt x="102239" y="6384"/>
                  </a:lnTo>
                  <a:cubicBezTo>
                    <a:pt x="102239" y="2554"/>
                    <a:pt x="99683" y="0"/>
                    <a:pt x="95849" y="0"/>
                  </a:cubicBezTo>
                  <a:cubicBezTo>
                    <a:pt x="92015" y="0"/>
                    <a:pt x="89459" y="2554"/>
                    <a:pt x="89459" y="6384"/>
                  </a:cubicBezTo>
                  <a:lnTo>
                    <a:pt x="89459" y="7661"/>
                  </a:lnTo>
                  <a:lnTo>
                    <a:pt x="6390" y="7661"/>
                  </a:lnTo>
                  <a:cubicBezTo>
                    <a:pt x="2556" y="7661"/>
                    <a:pt x="0" y="10215"/>
                    <a:pt x="0" y="14045"/>
                  </a:cubicBezTo>
                  <a:lnTo>
                    <a:pt x="0" y="148108"/>
                  </a:lnTo>
                  <a:cubicBezTo>
                    <a:pt x="0" y="151939"/>
                    <a:pt x="2556" y="154492"/>
                    <a:pt x="6390" y="154492"/>
                  </a:cubicBezTo>
                  <a:lnTo>
                    <a:pt x="56870" y="154492"/>
                  </a:lnTo>
                  <a:lnTo>
                    <a:pt x="37701" y="205564"/>
                  </a:lnTo>
                  <a:cubicBezTo>
                    <a:pt x="36423" y="208756"/>
                    <a:pt x="38340" y="212587"/>
                    <a:pt x="41535" y="213863"/>
                  </a:cubicBezTo>
                  <a:cubicBezTo>
                    <a:pt x="41535" y="213863"/>
                    <a:pt x="41535" y="213863"/>
                    <a:pt x="41535" y="213863"/>
                  </a:cubicBezTo>
                  <a:cubicBezTo>
                    <a:pt x="42173" y="213863"/>
                    <a:pt x="42812" y="214502"/>
                    <a:pt x="44091" y="214502"/>
                  </a:cubicBezTo>
                  <a:cubicBezTo>
                    <a:pt x="46646" y="214502"/>
                    <a:pt x="49202" y="212587"/>
                    <a:pt x="49841" y="210033"/>
                  </a:cubicBezTo>
                  <a:lnTo>
                    <a:pt x="70289" y="154492"/>
                  </a:lnTo>
                  <a:lnTo>
                    <a:pt x="89459" y="154492"/>
                  </a:lnTo>
                  <a:lnTo>
                    <a:pt x="89459" y="185135"/>
                  </a:lnTo>
                  <a:cubicBezTo>
                    <a:pt x="89459" y="188966"/>
                    <a:pt x="92015" y="191519"/>
                    <a:pt x="95849" y="191519"/>
                  </a:cubicBezTo>
                  <a:cubicBezTo>
                    <a:pt x="99683" y="191519"/>
                    <a:pt x="102239" y="188966"/>
                    <a:pt x="102239" y="185135"/>
                  </a:cubicBezTo>
                  <a:lnTo>
                    <a:pt x="102239" y="154492"/>
                  </a:lnTo>
                  <a:lnTo>
                    <a:pt x="121409" y="154492"/>
                  </a:lnTo>
                  <a:lnTo>
                    <a:pt x="141856" y="210033"/>
                  </a:lnTo>
                  <a:cubicBezTo>
                    <a:pt x="142496" y="212587"/>
                    <a:pt x="145051" y="213863"/>
                    <a:pt x="147607" y="214502"/>
                  </a:cubicBezTo>
                  <a:cubicBezTo>
                    <a:pt x="148246" y="214502"/>
                    <a:pt x="148885" y="214502"/>
                    <a:pt x="150164" y="213863"/>
                  </a:cubicBezTo>
                  <a:cubicBezTo>
                    <a:pt x="153358" y="212587"/>
                    <a:pt x="155275" y="208756"/>
                    <a:pt x="153997" y="205564"/>
                  </a:cubicBezTo>
                  <a:cubicBezTo>
                    <a:pt x="153997" y="205564"/>
                    <a:pt x="153997" y="205564"/>
                    <a:pt x="153997" y="205564"/>
                  </a:cubicBezTo>
                  <a:lnTo>
                    <a:pt x="134828" y="154492"/>
                  </a:lnTo>
                  <a:lnTo>
                    <a:pt x="185308" y="154492"/>
                  </a:lnTo>
                  <a:cubicBezTo>
                    <a:pt x="189142" y="154492"/>
                    <a:pt x="191698" y="151939"/>
                    <a:pt x="191698" y="148108"/>
                  </a:cubicBezTo>
                  <a:lnTo>
                    <a:pt x="191698" y="14045"/>
                  </a:lnTo>
                  <a:cubicBezTo>
                    <a:pt x="191059" y="10215"/>
                    <a:pt x="188503" y="7661"/>
                    <a:pt x="185308" y="7661"/>
                  </a:cubicBezTo>
                  <a:close/>
                  <a:moveTo>
                    <a:pt x="178918" y="141724"/>
                  </a:moveTo>
                  <a:lnTo>
                    <a:pt x="13419" y="141724"/>
                  </a:lnTo>
                  <a:lnTo>
                    <a:pt x="13419" y="20429"/>
                  </a:lnTo>
                  <a:lnTo>
                    <a:pt x="178918" y="20429"/>
                  </a:lnTo>
                  <a:lnTo>
                    <a:pt x="178918" y="141724"/>
                  </a:lnTo>
                  <a:close/>
                </a:path>
              </a:pathLst>
            </a:custGeom>
            <a:solidFill>
              <a:srgbClr val="007680"/>
            </a:solidFill>
            <a:ln w="6390" cap="flat">
              <a:noFill/>
              <a:prstDash val="solid"/>
              <a:miter/>
            </a:ln>
          </p:spPr>
          <p:txBody>
            <a:bodyPr rtlCol="0" anchor="ctr"/>
            <a:lstStyle/>
            <a:p>
              <a:endParaRPr lang="en-US"/>
            </a:p>
          </p:txBody>
        </p:sp>
      </p:grpSp>
      <p:grpSp>
        <p:nvGrpSpPr>
          <p:cNvPr id="586" name="Graphic 5">
            <a:extLst>
              <a:ext uri="{FF2B5EF4-FFF2-40B4-BE49-F238E27FC236}">
                <a16:creationId xmlns:a16="http://schemas.microsoft.com/office/drawing/2014/main" id="{96C9495D-93C9-494F-82F2-6984499868BB}"/>
              </a:ext>
            </a:extLst>
          </p:cNvPr>
          <p:cNvGrpSpPr/>
          <p:nvPr/>
        </p:nvGrpSpPr>
        <p:grpSpPr>
          <a:xfrm>
            <a:off x="5708769" y="2371811"/>
            <a:ext cx="362312" cy="361971"/>
            <a:chOff x="5708769" y="2371811"/>
            <a:chExt cx="362312" cy="361971"/>
          </a:xfrm>
          <a:solidFill>
            <a:srgbClr val="007680"/>
          </a:solidFill>
        </p:grpSpPr>
        <p:sp>
          <p:nvSpPr>
            <p:cNvPr id="587" name="Graphic 5">
              <a:extLst>
                <a:ext uri="{FF2B5EF4-FFF2-40B4-BE49-F238E27FC236}">
                  <a16:creationId xmlns:a16="http://schemas.microsoft.com/office/drawing/2014/main" id="{73E609E8-2B80-3549-B4E6-6EA15FE294A7}"/>
                </a:ext>
              </a:extLst>
            </p:cNvPr>
            <p:cNvSpPr/>
            <p:nvPr/>
          </p:nvSpPr>
          <p:spPr>
            <a:xfrm>
              <a:off x="5708769" y="2371811"/>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9204 h 361971"/>
                <a:gd name="connsiteX8" fmla="*/ 12780 w 362312"/>
                <a:gd name="connsiteY8" fmla="*/ 181305 h 361971"/>
                <a:gd name="connsiteX9" fmla="*/ 180835 w 362312"/>
                <a:gd name="connsiteY9" fmla="*/ 12768 h 361971"/>
                <a:gd name="connsiteX10" fmla="*/ 349529 w 362312"/>
                <a:gd name="connsiteY10" fmla="*/ 180667 h 361971"/>
                <a:gd name="connsiteX11" fmla="*/ 349529 w 362312"/>
                <a:gd name="connsiteY11" fmla="*/ 180667 h 361971"/>
                <a:gd name="connsiteX12" fmla="*/ 181474 w 362312"/>
                <a:gd name="connsiteY12" fmla="*/ 349204 h 361971"/>
                <a:gd name="connsiteX13" fmla="*/ 181474 w 362312"/>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2"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lnTo>
                    <a:pt x="181474" y="0"/>
                  </a:ln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588" name="Graphic 5">
              <a:extLst>
                <a:ext uri="{FF2B5EF4-FFF2-40B4-BE49-F238E27FC236}">
                  <a16:creationId xmlns:a16="http://schemas.microsoft.com/office/drawing/2014/main" id="{FD32FEA6-251B-5A4F-BBD1-9B7FDE4D6A68}"/>
                </a:ext>
              </a:extLst>
            </p:cNvPr>
            <p:cNvSpPr/>
            <p:nvPr/>
          </p:nvSpPr>
          <p:spPr>
            <a:xfrm>
              <a:off x="5781615" y="2484808"/>
              <a:ext cx="217257" cy="135978"/>
            </a:xfrm>
            <a:custGeom>
              <a:avLst/>
              <a:gdLst>
                <a:gd name="connsiteX0" fmla="*/ 210868 w 217257"/>
                <a:gd name="connsiteY0" fmla="*/ 0 h 135978"/>
                <a:gd name="connsiteX1" fmla="*/ 6390 w 217257"/>
                <a:gd name="connsiteY1" fmla="*/ 0 h 135978"/>
                <a:gd name="connsiteX2" fmla="*/ 0 w 217257"/>
                <a:gd name="connsiteY2" fmla="*/ 6384 h 135978"/>
                <a:gd name="connsiteX3" fmla="*/ 6390 w 217257"/>
                <a:gd name="connsiteY3" fmla="*/ 12768 h 135978"/>
                <a:gd name="connsiteX4" fmla="*/ 15336 w 217257"/>
                <a:gd name="connsiteY4" fmla="*/ 12768 h 135978"/>
                <a:gd name="connsiteX5" fmla="*/ 15336 w 217257"/>
                <a:gd name="connsiteY5" fmla="*/ 129595 h 135978"/>
                <a:gd name="connsiteX6" fmla="*/ 21726 w 217257"/>
                <a:gd name="connsiteY6" fmla="*/ 135979 h 135978"/>
                <a:gd name="connsiteX7" fmla="*/ 28116 w 217257"/>
                <a:gd name="connsiteY7" fmla="*/ 129595 h 135978"/>
                <a:gd name="connsiteX8" fmla="*/ 28116 w 217257"/>
                <a:gd name="connsiteY8" fmla="*/ 99590 h 135978"/>
                <a:gd name="connsiteX9" fmla="*/ 93932 w 217257"/>
                <a:gd name="connsiteY9" fmla="*/ 99590 h 135978"/>
                <a:gd name="connsiteX10" fmla="*/ 100322 w 217257"/>
                <a:gd name="connsiteY10" fmla="*/ 93206 h 135978"/>
                <a:gd name="connsiteX11" fmla="*/ 100322 w 217257"/>
                <a:gd name="connsiteY11" fmla="*/ 12768 h 135978"/>
                <a:gd name="connsiteX12" fmla="*/ 190420 w 217257"/>
                <a:gd name="connsiteY12" fmla="*/ 12768 h 135978"/>
                <a:gd name="connsiteX13" fmla="*/ 190420 w 217257"/>
                <a:gd name="connsiteY13" fmla="*/ 129595 h 135978"/>
                <a:gd name="connsiteX14" fmla="*/ 196810 w 217257"/>
                <a:gd name="connsiteY14" fmla="*/ 135979 h 135978"/>
                <a:gd name="connsiteX15" fmla="*/ 203200 w 217257"/>
                <a:gd name="connsiteY15" fmla="*/ 129595 h 135978"/>
                <a:gd name="connsiteX16" fmla="*/ 203200 w 217257"/>
                <a:gd name="connsiteY16" fmla="*/ 12768 h 135978"/>
                <a:gd name="connsiteX17" fmla="*/ 210868 w 217257"/>
                <a:gd name="connsiteY17" fmla="*/ 12768 h 135978"/>
                <a:gd name="connsiteX18" fmla="*/ 217258 w 217257"/>
                <a:gd name="connsiteY18" fmla="*/ 6384 h 135978"/>
                <a:gd name="connsiteX19" fmla="*/ 210868 w 217257"/>
                <a:gd name="connsiteY19" fmla="*/ 0 h 135978"/>
                <a:gd name="connsiteX20" fmla="*/ 28116 w 217257"/>
                <a:gd name="connsiteY20" fmla="*/ 55541 h 135978"/>
                <a:gd name="connsiteX21" fmla="*/ 87542 w 217257"/>
                <a:gd name="connsiteY21" fmla="*/ 55541 h 135978"/>
                <a:gd name="connsiteX22" fmla="*/ 87542 w 217257"/>
                <a:gd name="connsiteY22" fmla="*/ 86822 h 135978"/>
                <a:gd name="connsiteX23" fmla="*/ 28116 w 217257"/>
                <a:gd name="connsiteY23" fmla="*/ 86822 h 135978"/>
                <a:gd name="connsiteX24" fmla="*/ 28116 w 217257"/>
                <a:gd name="connsiteY24" fmla="*/ 55541 h 135978"/>
                <a:gd name="connsiteX25" fmla="*/ 88181 w 217257"/>
                <a:gd name="connsiteY25" fmla="*/ 42773 h 135978"/>
                <a:gd name="connsiteX26" fmla="*/ 28755 w 217257"/>
                <a:gd name="connsiteY26" fmla="*/ 42773 h 135978"/>
                <a:gd name="connsiteX27" fmla="*/ 28755 w 217257"/>
                <a:gd name="connsiteY27" fmla="*/ 12768 h 135978"/>
                <a:gd name="connsiteX28" fmla="*/ 88181 w 217257"/>
                <a:gd name="connsiteY28" fmla="*/ 12768 h 135978"/>
                <a:gd name="connsiteX29" fmla="*/ 88181 w 217257"/>
                <a:gd name="connsiteY29" fmla="*/ 42773 h 135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17257" h="135978">
                  <a:moveTo>
                    <a:pt x="210868" y="0"/>
                  </a:moveTo>
                  <a:lnTo>
                    <a:pt x="6390" y="0"/>
                  </a:lnTo>
                  <a:cubicBezTo>
                    <a:pt x="2556" y="0"/>
                    <a:pt x="0" y="2554"/>
                    <a:pt x="0" y="6384"/>
                  </a:cubicBezTo>
                  <a:cubicBezTo>
                    <a:pt x="0" y="10214"/>
                    <a:pt x="2556" y="12768"/>
                    <a:pt x="6390" y="12768"/>
                  </a:cubicBezTo>
                  <a:lnTo>
                    <a:pt x="15336" y="12768"/>
                  </a:lnTo>
                  <a:lnTo>
                    <a:pt x="15336" y="129595"/>
                  </a:lnTo>
                  <a:cubicBezTo>
                    <a:pt x="15336" y="133425"/>
                    <a:pt x="17892" y="135979"/>
                    <a:pt x="21726" y="135979"/>
                  </a:cubicBezTo>
                  <a:cubicBezTo>
                    <a:pt x="25560" y="135979"/>
                    <a:pt x="28116" y="133425"/>
                    <a:pt x="28116" y="129595"/>
                  </a:cubicBezTo>
                  <a:lnTo>
                    <a:pt x="28116" y="99590"/>
                  </a:lnTo>
                  <a:lnTo>
                    <a:pt x="93932" y="99590"/>
                  </a:lnTo>
                  <a:cubicBezTo>
                    <a:pt x="97766" y="99590"/>
                    <a:pt x="100322" y="97036"/>
                    <a:pt x="100322" y="93206"/>
                  </a:cubicBezTo>
                  <a:lnTo>
                    <a:pt x="100322" y="12768"/>
                  </a:lnTo>
                  <a:lnTo>
                    <a:pt x="190420" y="12768"/>
                  </a:lnTo>
                  <a:lnTo>
                    <a:pt x="190420" y="129595"/>
                  </a:lnTo>
                  <a:cubicBezTo>
                    <a:pt x="190420" y="133425"/>
                    <a:pt x="192976" y="135979"/>
                    <a:pt x="196810" y="135979"/>
                  </a:cubicBezTo>
                  <a:cubicBezTo>
                    <a:pt x="200644" y="135979"/>
                    <a:pt x="203200" y="133425"/>
                    <a:pt x="203200" y="129595"/>
                  </a:cubicBezTo>
                  <a:lnTo>
                    <a:pt x="203200" y="12768"/>
                  </a:lnTo>
                  <a:lnTo>
                    <a:pt x="210868" y="12768"/>
                  </a:lnTo>
                  <a:cubicBezTo>
                    <a:pt x="214702" y="12768"/>
                    <a:pt x="217258" y="10214"/>
                    <a:pt x="217258" y="6384"/>
                  </a:cubicBezTo>
                  <a:cubicBezTo>
                    <a:pt x="217258" y="2554"/>
                    <a:pt x="214702" y="0"/>
                    <a:pt x="210868" y="0"/>
                  </a:cubicBezTo>
                  <a:close/>
                  <a:moveTo>
                    <a:pt x="28116" y="55541"/>
                  </a:moveTo>
                  <a:lnTo>
                    <a:pt x="87542" y="55541"/>
                  </a:lnTo>
                  <a:lnTo>
                    <a:pt x="87542" y="86822"/>
                  </a:lnTo>
                  <a:lnTo>
                    <a:pt x="28116" y="86822"/>
                  </a:lnTo>
                  <a:lnTo>
                    <a:pt x="28116" y="55541"/>
                  </a:lnTo>
                  <a:close/>
                  <a:moveTo>
                    <a:pt x="88181" y="42773"/>
                  </a:moveTo>
                  <a:lnTo>
                    <a:pt x="28755" y="42773"/>
                  </a:lnTo>
                  <a:lnTo>
                    <a:pt x="28755" y="12768"/>
                  </a:lnTo>
                  <a:lnTo>
                    <a:pt x="88181" y="12768"/>
                  </a:lnTo>
                  <a:lnTo>
                    <a:pt x="88181" y="42773"/>
                  </a:lnTo>
                  <a:close/>
                </a:path>
              </a:pathLst>
            </a:custGeom>
            <a:solidFill>
              <a:srgbClr val="007680"/>
            </a:solidFill>
            <a:ln w="6390" cap="flat">
              <a:noFill/>
              <a:prstDash val="solid"/>
              <a:miter/>
            </a:ln>
          </p:spPr>
          <p:txBody>
            <a:bodyPr rtlCol="0" anchor="ctr"/>
            <a:lstStyle/>
            <a:p>
              <a:endParaRPr lang="en-US"/>
            </a:p>
          </p:txBody>
        </p:sp>
      </p:grpSp>
      <p:grpSp>
        <p:nvGrpSpPr>
          <p:cNvPr id="589" name="Graphic 5">
            <a:extLst>
              <a:ext uri="{FF2B5EF4-FFF2-40B4-BE49-F238E27FC236}">
                <a16:creationId xmlns:a16="http://schemas.microsoft.com/office/drawing/2014/main" id="{6DD1E308-6057-334E-9767-E34369482FE6}"/>
              </a:ext>
            </a:extLst>
          </p:cNvPr>
          <p:cNvGrpSpPr/>
          <p:nvPr/>
        </p:nvGrpSpPr>
        <p:grpSpPr>
          <a:xfrm>
            <a:off x="7802752" y="3340900"/>
            <a:ext cx="361674" cy="361971"/>
            <a:chOff x="7802752" y="3340900"/>
            <a:chExt cx="361674" cy="361971"/>
          </a:xfrm>
          <a:solidFill>
            <a:srgbClr val="007680"/>
          </a:solidFill>
        </p:grpSpPr>
        <p:sp>
          <p:nvSpPr>
            <p:cNvPr id="590" name="Graphic 5">
              <a:extLst>
                <a:ext uri="{FF2B5EF4-FFF2-40B4-BE49-F238E27FC236}">
                  <a16:creationId xmlns:a16="http://schemas.microsoft.com/office/drawing/2014/main" id="{032EDE06-7A4A-8946-94D1-3D1600F2C625}"/>
                </a:ext>
              </a:extLst>
            </p:cNvPr>
            <p:cNvSpPr/>
            <p:nvPr/>
          </p:nvSpPr>
          <p:spPr>
            <a:xfrm>
              <a:off x="7802752" y="3340900"/>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180836 w 361674"/>
                <a:gd name="connsiteY7" fmla="*/ 348565 h 361971"/>
                <a:gd name="connsiteX8" fmla="*/ 12780 w 361674"/>
                <a:gd name="connsiteY8" fmla="*/ 180667 h 361971"/>
                <a:gd name="connsiteX9" fmla="*/ 180836 w 361674"/>
                <a:gd name="connsiteY9" fmla="*/ 12129 h 361971"/>
                <a:gd name="connsiteX10" fmla="*/ 348890 w 361674"/>
                <a:gd name="connsiteY10" fmla="*/ 180028 h 361971"/>
                <a:gd name="connsiteX11" fmla="*/ 348890 w 361674"/>
                <a:gd name="connsiteY11" fmla="*/ 180028 h 361971"/>
                <a:gd name="connsiteX12" fmla="*/ 180836 w 361674"/>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6" y="0"/>
                  </a:moveTo>
                  <a:cubicBezTo>
                    <a:pt x="80513" y="0"/>
                    <a:pt x="0" y="81077"/>
                    <a:pt x="0" y="180667"/>
                  </a:cubicBezTo>
                  <a:cubicBezTo>
                    <a:pt x="0" y="280257"/>
                    <a:pt x="81153" y="361972"/>
                    <a:pt x="180836" y="361972"/>
                  </a:cubicBezTo>
                  <a:cubicBezTo>
                    <a:pt x="281157" y="361972"/>
                    <a:pt x="361670" y="280895"/>
                    <a:pt x="361670" y="181305"/>
                  </a:cubicBezTo>
                  <a:cubicBezTo>
                    <a:pt x="361670" y="181305"/>
                    <a:pt x="361670" y="181305"/>
                    <a:pt x="361670" y="181305"/>
                  </a:cubicBezTo>
                  <a:cubicBezTo>
                    <a:pt x="362310" y="80438"/>
                    <a:pt x="281157" y="0"/>
                    <a:pt x="180836" y="0"/>
                  </a:cubicBezTo>
                  <a:cubicBezTo>
                    <a:pt x="180836" y="0"/>
                    <a:pt x="180836" y="0"/>
                    <a:pt x="180836" y="0"/>
                  </a:cubicBezTo>
                  <a:close/>
                  <a:moveTo>
                    <a:pt x="180836" y="348565"/>
                  </a:moveTo>
                  <a:cubicBezTo>
                    <a:pt x="87543" y="348565"/>
                    <a:pt x="12780" y="273234"/>
                    <a:pt x="12780" y="180667"/>
                  </a:cubicBezTo>
                  <a:cubicBezTo>
                    <a:pt x="12780" y="87461"/>
                    <a:pt x="88181" y="12129"/>
                    <a:pt x="180836" y="12129"/>
                  </a:cubicBezTo>
                  <a:cubicBezTo>
                    <a:pt x="274128" y="12129"/>
                    <a:pt x="348890" y="87461"/>
                    <a:pt x="348890" y="180028"/>
                  </a:cubicBezTo>
                  <a:lnTo>
                    <a:pt x="348890" y="180028"/>
                  </a:lnTo>
                  <a:cubicBezTo>
                    <a:pt x="348890" y="273234"/>
                    <a:pt x="273490" y="348565"/>
                    <a:pt x="180836" y="348565"/>
                  </a:cubicBezTo>
                  <a:close/>
                </a:path>
              </a:pathLst>
            </a:custGeom>
            <a:solidFill>
              <a:srgbClr val="007680"/>
            </a:solidFill>
            <a:ln w="6390" cap="flat">
              <a:noFill/>
              <a:prstDash val="solid"/>
              <a:miter/>
            </a:ln>
          </p:spPr>
          <p:txBody>
            <a:bodyPr rtlCol="0" anchor="ctr"/>
            <a:lstStyle/>
            <a:p>
              <a:endParaRPr lang="en-US"/>
            </a:p>
          </p:txBody>
        </p:sp>
        <p:sp>
          <p:nvSpPr>
            <p:cNvPr id="591" name="Graphic 5">
              <a:extLst>
                <a:ext uri="{FF2B5EF4-FFF2-40B4-BE49-F238E27FC236}">
                  <a16:creationId xmlns:a16="http://schemas.microsoft.com/office/drawing/2014/main" id="{95A08729-76FE-0A4D-B390-B05FFBB2B87A}"/>
                </a:ext>
              </a:extLst>
            </p:cNvPr>
            <p:cNvSpPr/>
            <p:nvPr/>
          </p:nvSpPr>
          <p:spPr>
            <a:xfrm>
              <a:off x="7864734" y="3459004"/>
              <a:ext cx="237705" cy="125125"/>
            </a:xfrm>
            <a:custGeom>
              <a:avLst/>
              <a:gdLst>
                <a:gd name="connsiteX0" fmla="*/ 231315 w 237705"/>
                <a:gd name="connsiteY0" fmla="*/ 56179 h 125125"/>
                <a:gd name="connsiteX1" fmla="*/ 229398 w 237705"/>
                <a:gd name="connsiteY1" fmla="*/ 56179 h 125125"/>
                <a:gd name="connsiteX2" fmla="*/ 229398 w 237705"/>
                <a:gd name="connsiteY2" fmla="*/ 22344 h 125125"/>
                <a:gd name="connsiteX3" fmla="*/ 223008 w 237705"/>
                <a:gd name="connsiteY3" fmla="*/ 15960 h 125125"/>
                <a:gd name="connsiteX4" fmla="*/ 216618 w 237705"/>
                <a:gd name="connsiteY4" fmla="*/ 22344 h 125125"/>
                <a:gd name="connsiteX5" fmla="*/ 216618 w 237705"/>
                <a:gd name="connsiteY5" fmla="*/ 56179 h 125125"/>
                <a:gd name="connsiteX6" fmla="*/ 214063 w 237705"/>
                <a:gd name="connsiteY6" fmla="*/ 56179 h 125125"/>
                <a:gd name="connsiteX7" fmla="*/ 214063 w 237705"/>
                <a:gd name="connsiteY7" fmla="*/ 14683 h 125125"/>
                <a:gd name="connsiteX8" fmla="*/ 207673 w 237705"/>
                <a:gd name="connsiteY8" fmla="*/ 8299 h 125125"/>
                <a:gd name="connsiteX9" fmla="*/ 201283 w 237705"/>
                <a:gd name="connsiteY9" fmla="*/ 14683 h 125125"/>
                <a:gd name="connsiteX10" fmla="*/ 201283 w 237705"/>
                <a:gd name="connsiteY10" fmla="*/ 56179 h 125125"/>
                <a:gd name="connsiteX11" fmla="*/ 198727 w 237705"/>
                <a:gd name="connsiteY11" fmla="*/ 56179 h 125125"/>
                <a:gd name="connsiteX12" fmla="*/ 198727 w 237705"/>
                <a:gd name="connsiteY12" fmla="*/ 6384 h 125125"/>
                <a:gd name="connsiteX13" fmla="*/ 192337 w 237705"/>
                <a:gd name="connsiteY13" fmla="*/ 0 h 125125"/>
                <a:gd name="connsiteX14" fmla="*/ 185947 w 237705"/>
                <a:gd name="connsiteY14" fmla="*/ 6384 h 125125"/>
                <a:gd name="connsiteX15" fmla="*/ 185947 w 237705"/>
                <a:gd name="connsiteY15" fmla="*/ 56179 h 125125"/>
                <a:gd name="connsiteX16" fmla="*/ 51758 w 237705"/>
                <a:gd name="connsiteY16" fmla="*/ 56179 h 125125"/>
                <a:gd name="connsiteX17" fmla="*/ 51758 w 237705"/>
                <a:gd name="connsiteY17" fmla="*/ 6384 h 125125"/>
                <a:gd name="connsiteX18" fmla="*/ 45368 w 237705"/>
                <a:gd name="connsiteY18" fmla="*/ 0 h 125125"/>
                <a:gd name="connsiteX19" fmla="*/ 38978 w 237705"/>
                <a:gd name="connsiteY19" fmla="*/ 6384 h 125125"/>
                <a:gd name="connsiteX20" fmla="*/ 38978 w 237705"/>
                <a:gd name="connsiteY20" fmla="*/ 56179 h 125125"/>
                <a:gd name="connsiteX21" fmla="*/ 36422 w 237705"/>
                <a:gd name="connsiteY21" fmla="*/ 56179 h 125125"/>
                <a:gd name="connsiteX22" fmla="*/ 36422 w 237705"/>
                <a:gd name="connsiteY22" fmla="*/ 14683 h 125125"/>
                <a:gd name="connsiteX23" fmla="*/ 30032 w 237705"/>
                <a:gd name="connsiteY23" fmla="*/ 8299 h 125125"/>
                <a:gd name="connsiteX24" fmla="*/ 23642 w 237705"/>
                <a:gd name="connsiteY24" fmla="*/ 14683 h 125125"/>
                <a:gd name="connsiteX25" fmla="*/ 23642 w 237705"/>
                <a:gd name="connsiteY25" fmla="*/ 56179 h 125125"/>
                <a:gd name="connsiteX26" fmla="*/ 21086 w 237705"/>
                <a:gd name="connsiteY26" fmla="*/ 56179 h 125125"/>
                <a:gd name="connsiteX27" fmla="*/ 21086 w 237705"/>
                <a:gd name="connsiteY27" fmla="*/ 22344 h 125125"/>
                <a:gd name="connsiteX28" fmla="*/ 14696 w 237705"/>
                <a:gd name="connsiteY28" fmla="*/ 15960 h 125125"/>
                <a:gd name="connsiteX29" fmla="*/ 8306 w 237705"/>
                <a:gd name="connsiteY29" fmla="*/ 22344 h 125125"/>
                <a:gd name="connsiteX30" fmla="*/ 8306 w 237705"/>
                <a:gd name="connsiteY30" fmla="*/ 56179 h 125125"/>
                <a:gd name="connsiteX31" fmla="*/ 6390 w 237705"/>
                <a:gd name="connsiteY31" fmla="*/ 56179 h 125125"/>
                <a:gd name="connsiteX32" fmla="*/ 0 w 237705"/>
                <a:gd name="connsiteY32" fmla="*/ 62563 h 125125"/>
                <a:gd name="connsiteX33" fmla="*/ 6390 w 237705"/>
                <a:gd name="connsiteY33" fmla="*/ 68947 h 125125"/>
                <a:gd name="connsiteX34" fmla="*/ 8306 w 237705"/>
                <a:gd name="connsiteY34" fmla="*/ 68947 h 125125"/>
                <a:gd name="connsiteX35" fmla="*/ 8306 w 237705"/>
                <a:gd name="connsiteY35" fmla="*/ 102782 h 125125"/>
                <a:gd name="connsiteX36" fmla="*/ 14696 w 237705"/>
                <a:gd name="connsiteY36" fmla="*/ 109166 h 125125"/>
                <a:gd name="connsiteX37" fmla="*/ 21086 w 237705"/>
                <a:gd name="connsiteY37" fmla="*/ 102782 h 125125"/>
                <a:gd name="connsiteX38" fmla="*/ 21086 w 237705"/>
                <a:gd name="connsiteY38" fmla="*/ 68947 h 125125"/>
                <a:gd name="connsiteX39" fmla="*/ 23642 w 237705"/>
                <a:gd name="connsiteY39" fmla="*/ 68947 h 125125"/>
                <a:gd name="connsiteX40" fmla="*/ 23642 w 237705"/>
                <a:gd name="connsiteY40" fmla="*/ 110443 h 125125"/>
                <a:gd name="connsiteX41" fmla="*/ 30032 w 237705"/>
                <a:gd name="connsiteY41" fmla="*/ 116827 h 125125"/>
                <a:gd name="connsiteX42" fmla="*/ 36422 w 237705"/>
                <a:gd name="connsiteY42" fmla="*/ 110443 h 125125"/>
                <a:gd name="connsiteX43" fmla="*/ 36422 w 237705"/>
                <a:gd name="connsiteY43" fmla="*/ 68947 h 125125"/>
                <a:gd name="connsiteX44" fmla="*/ 38978 w 237705"/>
                <a:gd name="connsiteY44" fmla="*/ 68947 h 125125"/>
                <a:gd name="connsiteX45" fmla="*/ 38978 w 237705"/>
                <a:gd name="connsiteY45" fmla="*/ 118742 h 125125"/>
                <a:gd name="connsiteX46" fmla="*/ 45368 w 237705"/>
                <a:gd name="connsiteY46" fmla="*/ 125126 h 125125"/>
                <a:gd name="connsiteX47" fmla="*/ 51758 w 237705"/>
                <a:gd name="connsiteY47" fmla="*/ 118742 h 125125"/>
                <a:gd name="connsiteX48" fmla="*/ 51758 w 237705"/>
                <a:gd name="connsiteY48" fmla="*/ 68947 h 125125"/>
                <a:gd name="connsiteX49" fmla="*/ 185947 w 237705"/>
                <a:gd name="connsiteY49" fmla="*/ 68947 h 125125"/>
                <a:gd name="connsiteX50" fmla="*/ 185947 w 237705"/>
                <a:gd name="connsiteY50" fmla="*/ 118742 h 125125"/>
                <a:gd name="connsiteX51" fmla="*/ 192337 w 237705"/>
                <a:gd name="connsiteY51" fmla="*/ 125126 h 125125"/>
                <a:gd name="connsiteX52" fmla="*/ 198727 w 237705"/>
                <a:gd name="connsiteY52" fmla="*/ 118742 h 125125"/>
                <a:gd name="connsiteX53" fmla="*/ 198727 w 237705"/>
                <a:gd name="connsiteY53" fmla="*/ 68947 h 125125"/>
                <a:gd name="connsiteX54" fmla="*/ 201283 w 237705"/>
                <a:gd name="connsiteY54" fmla="*/ 68947 h 125125"/>
                <a:gd name="connsiteX55" fmla="*/ 201283 w 237705"/>
                <a:gd name="connsiteY55" fmla="*/ 110443 h 125125"/>
                <a:gd name="connsiteX56" fmla="*/ 207673 w 237705"/>
                <a:gd name="connsiteY56" fmla="*/ 116827 h 125125"/>
                <a:gd name="connsiteX57" fmla="*/ 214063 w 237705"/>
                <a:gd name="connsiteY57" fmla="*/ 110443 h 125125"/>
                <a:gd name="connsiteX58" fmla="*/ 214063 w 237705"/>
                <a:gd name="connsiteY58" fmla="*/ 68947 h 125125"/>
                <a:gd name="connsiteX59" fmla="*/ 216618 w 237705"/>
                <a:gd name="connsiteY59" fmla="*/ 68947 h 125125"/>
                <a:gd name="connsiteX60" fmla="*/ 216618 w 237705"/>
                <a:gd name="connsiteY60" fmla="*/ 102782 h 125125"/>
                <a:gd name="connsiteX61" fmla="*/ 223008 w 237705"/>
                <a:gd name="connsiteY61" fmla="*/ 109166 h 125125"/>
                <a:gd name="connsiteX62" fmla="*/ 229398 w 237705"/>
                <a:gd name="connsiteY62" fmla="*/ 102782 h 125125"/>
                <a:gd name="connsiteX63" fmla="*/ 229398 w 237705"/>
                <a:gd name="connsiteY63" fmla="*/ 68947 h 125125"/>
                <a:gd name="connsiteX64" fmla="*/ 231315 w 237705"/>
                <a:gd name="connsiteY64" fmla="*/ 68947 h 125125"/>
                <a:gd name="connsiteX65" fmla="*/ 237705 w 237705"/>
                <a:gd name="connsiteY65" fmla="*/ 62563 h 125125"/>
                <a:gd name="connsiteX66" fmla="*/ 231315 w 237705"/>
                <a:gd name="connsiteY66" fmla="*/ 56179 h 12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37705" h="125125">
                  <a:moveTo>
                    <a:pt x="231315" y="56179"/>
                  </a:moveTo>
                  <a:lnTo>
                    <a:pt x="229398" y="56179"/>
                  </a:lnTo>
                  <a:lnTo>
                    <a:pt x="229398" y="22344"/>
                  </a:lnTo>
                  <a:cubicBezTo>
                    <a:pt x="229398" y="18513"/>
                    <a:pt x="226843" y="15960"/>
                    <a:pt x="223008" y="15960"/>
                  </a:cubicBezTo>
                  <a:cubicBezTo>
                    <a:pt x="219174" y="15960"/>
                    <a:pt x="216618" y="18513"/>
                    <a:pt x="216618" y="22344"/>
                  </a:cubicBezTo>
                  <a:lnTo>
                    <a:pt x="216618" y="56179"/>
                  </a:lnTo>
                  <a:lnTo>
                    <a:pt x="214063" y="56179"/>
                  </a:lnTo>
                  <a:lnTo>
                    <a:pt x="214063" y="14683"/>
                  </a:lnTo>
                  <a:cubicBezTo>
                    <a:pt x="214063" y="10853"/>
                    <a:pt x="211507" y="8299"/>
                    <a:pt x="207673" y="8299"/>
                  </a:cubicBezTo>
                  <a:cubicBezTo>
                    <a:pt x="203838" y="8299"/>
                    <a:pt x="201283" y="10853"/>
                    <a:pt x="201283" y="14683"/>
                  </a:cubicBezTo>
                  <a:lnTo>
                    <a:pt x="201283" y="56179"/>
                  </a:lnTo>
                  <a:lnTo>
                    <a:pt x="198727" y="56179"/>
                  </a:lnTo>
                  <a:lnTo>
                    <a:pt x="198727" y="6384"/>
                  </a:lnTo>
                  <a:cubicBezTo>
                    <a:pt x="198727" y="2553"/>
                    <a:pt x="196171" y="0"/>
                    <a:pt x="192337" y="0"/>
                  </a:cubicBezTo>
                  <a:cubicBezTo>
                    <a:pt x="188503" y="0"/>
                    <a:pt x="185947" y="2553"/>
                    <a:pt x="185947" y="6384"/>
                  </a:cubicBezTo>
                  <a:lnTo>
                    <a:pt x="185947" y="56179"/>
                  </a:lnTo>
                  <a:lnTo>
                    <a:pt x="51758" y="56179"/>
                  </a:lnTo>
                  <a:lnTo>
                    <a:pt x="51758" y="6384"/>
                  </a:lnTo>
                  <a:cubicBezTo>
                    <a:pt x="51758" y="2553"/>
                    <a:pt x="49202" y="0"/>
                    <a:pt x="45368" y="0"/>
                  </a:cubicBezTo>
                  <a:cubicBezTo>
                    <a:pt x="41535" y="0"/>
                    <a:pt x="38978" y="2553"/>
                    <a:pt x="38978" y="6384"/>
                  </a:cubicBezTo>
                  <a:lnTo>
                    <a:pt x="38978" y="56179"/>
                  </a:lnTo>
                  <a:lnTo>
                    <a:pt x="36422" y="56179"/>
                  </a:lnTo>
                  <a:lnTo>
                    <a:pt x="36422" y="14683"/>
                  </a:lnTo>
                  <a:cubicBezTo>
                    <a:pt x="36422" y="10853"/>
                    <a:pt x="33866" y="8299"/>
                    <a:pt x="30032" y="8299"/>
                  </a:cubicBezTo>
                  <a:cubicBezTo>
                    <a:pt x="26199" y="8299"/>
                    <a:pt x="23642" y="10853"/>
                    <a:pt x="23642" y="14683"/>
                  </a:cubicBezTo>
                  <a:lnTo>
                    <a:pt x="23642" y="56179"/>
                  </a:lnTo>
                  <a:lnTo>
                    <a:pt x="21086" y="56179"/>
                  </a:lnTo>
                  <a:lnTo>
                    <a:pt x="21086" y="22344"/>
                  </a:lnTo>
                  <a:cubicBezTo>
                    <a:pt x="21086" y="18513"/>
                    <a:pt x="18530" y="15960"/>
                    <a:pt x="14696" y="15960"/>
                  </a:cubicBezTo>
                  <a:cubicBezTo>
                    <a:pt x="10863" y="15960"/>
                    <a:pt x="8306" y="18513"/>
                    <a:pt x="8306" y="22344"/>
                  </a:cubicBezTo>
                  <a:lnTo>
                    <a:pt x="8306" y="56179"/>
                  </a:lnTo>
                  <a:lnTo>
                    <a:pt x="6390" y="56179"/>
                  </a:lnTo>
                  <a:cubicBezTo>
                    <a:pt x="2555" y="56179"/>
                    <a:pt x="0" y="58733"/>
                    <a:pt x="0" y="62563"/>
                  </a:cubicBezTo>
                  <a:cubicBezTo>
                    <a:pt x="0" y="66393"/>
                    <a:pt x="2555" y="68947"/>
                    <a:pt x="6390" y="68947"/>
                  </a:cubicBezTo>
                  <a:lnTo>
                    <a:pt x="8306" y="68947"/>
                  </a:lnTo>
                  <a:lnTo>
                    <a:pt x="8306" y="102782"/>
                  </a:lnTo>
                  <a:cubicBezTo>
                    <a:pt x="8306" y="106613"/>
                    <a:pt x="10863" y="109166"/>
                    <a:pt x="14696" y="109166"/>
                  </a:cubicBezTo>
                  <a:cubicBezTo>
                    <a:pt x="18530" y="109166"/>
                    <a:pt x="21086" y="106613"/>
                    <a:pt x="21086" y="102782"/>
                  </a:cubicBezTo>
                  <a:lnTo>
                    <a:pt x="21086" y="68947"/>
                  </a:lnTo>
                  <a:lnTo>
                    <a:pt x="23642" y="68947"/>
                  </a:lnTo>
                  <a:lnTo>
                    <a:pt x="23642" y="110443"/>
                  </a:lnTo>
                  <a:cubicBezTo>
                    <a:pt x="23642" y="114273"/>
                    <a:pt x="26199" y="116827"/>
                    <a:pt x="30032" y="116827"/>
                  </a:cubicBezTo>
                  <a:cubicBezTo>
                    <a:pt x="33866" y="116827"/>
                    <a:pt x="36422" y="114273"/>
                    <a:pt x="36422" y="110443"/>
                  </a:cubicBezTo>
                  <a:lnTo>
                    <a:pt x="36422" y="68947"/>
                  </a:lnTo>
                  <a:lnTo>
                    <a:pt x="38978" y="68947"/>
                  </a:lnTo>
                  <a:lnTo>
                    <a:pt x="38978" y="118742"/>
                  </a:lnTo>
                  <a:cubicBezTo>
                    <a:pt x="38978" y="122573"/>
                    <a:pt x="41535" y="125126"/>
                    <a:pt x="45368" y="125126"/>
                  </a:cubicBezTo>
                  <a:cubicBezTo>
                    <a:pt x="49202" y="125126"/>
                    <a:pt x="51758" y="122573"/>
                    <a:pt x="51758" y="118742"/>
                  </a:cubicBezTo>
                  <a:lnTo>
                    <a:pt x="51758" y="68947"/>
                  </a:lnTo>
                  <a:lnTo>
                    <a:pt x="185947" y="68947"/>
                  </a:lnTo>
                  <a:lnTo>
                    <a:pt x="185947" y="118742"/>
                  </a:lnTo>
                  <a:cubicBezTo>
                    <a:pt x="185947" y="122573"/>
                    <a:pt x="188503" y="125126"/>
                    <a:pt x="192337" y="125126"/>
                  </a:cubicBezTo>
                  <a:cubicBezTo>
                    <a:pt x="196171" y="125126"/>
                    <a:pt x="198727" y="122573"/>
                    <a:pt x="198727" y="118742"/>
                  </a:cubicBezTo>
                  <a:lnTo>
                    <a:pt x="198727" y="68947"/>
                  </a:lnTo>
                  <a:lnTo>
                    <a:pt x="201283" y="68947"/>
                  </a:lnTo>
                  <a:lnTo>
                    <a:pt x="201283" y="110443"/>
                  </a:lnTo>
                  <a:cubicBezTo>
                    <a:pt x="201283" y="114273"/>
                    <a:pt x="203838" y="116827"/>
                    <a:pt x="207673" y="116827"/>
                  </a:cubicBezTo>
                  <a:cubicBezTo>
                    <a:pt x="211507" y="116827"/>
                    <a:pt x="214063" y="114273"/>
                    <a:pt x="214063" y="110443"/>
                  </a:cubicBezTo>
                  <a:lnTo>
                    <a:pt x="214063" y="68947"/>
                  </a:lnTo>
                  <a:lnTo>
                    <a:pt x="216618" y="68947"/>
                  </a:lnTo>
                  <a:lnTo>
                    <a:pt x="216618" y="102782"/>
                  </a:lnTo>
                  <a:cubicBezTo>
                    <a:pt x="216618" y="106613"/>
                    <a:pt x="219174" y="109166"/>
                    <a:pt x="223008" y="109166"/>
                  </a:cubicBezTo>
                  <a:cubicBezTo>
                    <a:pt x="226843" y="109166"/>
                    <a:pt x="229398" y="106613"/>
                    <a:pt x="229398" y="102782"/>
                  </a:cubicBezTo>
                  <a:lnTo>
                    <a:pt x="229398" y="68947"/>
                  </a:lnTo>
                  <a:lnTo>
                    <a:pt x="231315" y="68947"/>
                  </a:lnTo>
                  <a:cubicBezTo>
                    <a:pt x="235149" y="68947"/>
                    <a:pt x="237705" y="66393"/>
                    <a:pt x="237705" y="62563"/>
                  </a:cubicBezTo>
                  <a:cubicBezTo>
                    <a:pt x="237705" y="58733"/>
                    <a:pt x="235149" y="56179"/>
                    <a:pt x="231315" y="56179"/>
                  </a:cubicBezTo>
                  <a:close/>
                </a:path>
              </a:pathLst>
            </a:custGeom>
            <a:solidFill>
              <a:srgbClr val="007680"/>
            </a:solidFill>
            <a:ln w="6390" cap="flat">
              <a:noFill/>
              <a:prstDash val="solid"/>
              <a:miter/>
            </a:ln>
          </p:spPr>
          <p:txBody>
            <a:bodyPr rtlCol="0" anchor="ctr"/>
            <a:lstStyle/>
            <a:p>
              <a:endParaRPr lang="en-US"/>
            </a:p>
          </p:txBody>
        </p:sp>
      </p:grpSp>
      <p:grpSp>
        <p:nvGrpSpPr>
          <p:cNvPr id="592" name="Graphic 5">
            <a:extLst>
              <a:ext uri="{FF2B5EF4-FFF2-40B4-BE49-F238E27FC236}">
                <a16:creationId xmlns:a16="http://schemas.microsoft.com/office/drawing/2014/main" id="{4DD3AF20-9152-3740-ADD6-E46E2FBA4023}"/>
              </a:ext>
            </a:extLst>
          </p:cNvPr>
          <p:cNvGrpSpPr/>
          <p:nvPr/>
        </p:nvGrpSpPr>
        <p:grpSpPr>
          <a:xfrm>
            <a:off x="467104" y="3824806"/>
            <a:ext cx="362309" cy="361971"/>
            <a:chOff x="467104" y="3824806"/>
            <a:chExt cx="362309" cy="361971"/>
          </a:xfrm>
          <a:solidFill>
            <a:srgbClr val="007680"/>
          </a:solidFill>
        </p:grpSpPr>
        <p:sp>
          <p:nvSpPr>
            <p:cNvPr id="593" name="Graphic 5">
              <a:extLst>
                <a:ext uri="{FF2B5EF4-FFF2-40B4-BE49-F238E27FC236}">
                  <a16:creationId xmlns:a16="http://schemas.microsoft.com/office/drawing/2014/main" id="{FD2C8BBD-B0E0-6C4E-AF80-830D9CBB058B}"/>
                </a:ext>
              </a:extLst>
            </p:cNvPr>
            <p:cNvSpPr/>
            <p:nvPr/>
          </p:nvSpPr>
          <p:spPr>
            <a:xfrm>
              <a:off x="467104" y="3824806"/>
              <a:ext cx="362309" cy="361971"/>
            </a:xfrm>
            <a:custGeom>
              <a:avLst/>
              <a:gdLst>
                <a:gd name="connsiteX0" fmla="*/ 181474 w 362309"/>
                <a:gd name="connsiteY0" fmla="*/ 0 h 361971"/>
                <a:gd name="connsiteX1" fmla="*/ 0 w 362309"/>
                <a:gd name="connsiteY1" fmla="*/ 180667 h 361971"/>
                <a:gd name="connsiteX2" fmla="*/ 181474 w 362309"/>
                <a:gd name="connsiteY2" fmla="*/ 361972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0 h 361971"/>
                <a:gd name="connsiteX7" fmla="*/ 181474 w 362309"/>
                <a:gd name="connsiteY7" fmla="*/ 349204 h 361971"/>
                <a:gd name="connsiteX8" fmla="*/ 13419 w 362309"/>
                <a:gd name="connsiteY8" fmla="*/ 181305 h 361971"/>
                <a:gd name="connsiteX9" fmla="*/ 181474 w 362309"/>
                <a:gd name="connsiteY9" fmla="*/ 12768 h 361971"/>
                <a:gd name="connsiteX10" fmla="*/ 349530 w 362309"/>
                <a:gd name="connsiteY10" fmla="*/ 181305 h 361971"/>
                <a:gd name="connsiteX11" fmla="*/ 349530 w 362309"/>
                <a:gd name="connsiteY11" fmla="*/ 181305 h 361971"/>
                <a:gd name="connsiteX12" fmla="*/ 181474 w 362309"/>
                <a:gd name="connsiteY12" fmla="*/ 349204 h 361971"/>
                <a:gd name="connsiteX13" fmla="*/ 181474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1474" y="0"/>
                  </a:moveTo>
                  <a:cubicBezTo>
                    <a:pt x="81152" y="0"/>
                    <a:pt x="0" y="81077"/>
                    <a:pt x="0" y="180667"/>
                  </a:cubicBezTo>
                  <a:cubicBezTo>
                    <a:pt x="0" y="280895"/>
                    <a:pt x="81152" y="361972"/>
                    <a:pt x="181474" y="361972"/>
                  </a:cubicBezTo>
                  <a:cubicBezTo>
                    <a:pt x="281796" y="361972"/>
                    <a:pt x="362309" y="280895"/>
                    <a:pt x="362309" y="180667"/>
                  </a:cubicBezTo>
                  <a:lnTo>
                    <a:pt x="362309" y="180667"/>
                  </a:lnTo>
                  <a:cubicBezTo>
                    <a:pt x="362309" y="81077"/>
                    <a:pt x="281796" y="0"/>
                    <a:pt x="181474" y="0"/>
                  </a:cubicBezTo>
                  <a:cubicBezTo>
                    <a:pt x="181474" y="0"/>
                    <a:pt x="181474"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cubicBezTo>
                    <a:pt x="349530" y="181305"/>
                    <a:pt x="349530" y="181305"/>
                    <a:pt x="349530" y="181305"/>
                  </a:cubicBezTo>
                  <a:cubicBezTo>
                    <a:pt x="349530"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594" name="Graphic 5">
              <a:extLst>
                <a:ext uri="{FF2B5EF4-FFF2-40B4-BE49-F238E27FC236}">
                  <a16:creationId xmlns:a16="http://schemas.microsoft.com/office/drawing/2014/main" id="{B1BFD4BF-8145-4144-A0FF-0B9F632925AC}"/>
                </a:ext>
              </a:extLst>
            </p:cNvPr>
            <p:cNvSpPr/>
            <p:nvPr/>
          </p:nvSpPr>
          <p:spPr>
            <a:xfrm>
              <a:off x="598098" y="3970999"/>
              <a:ext cx="100322" cy="143000"/>
            </a:xfrm>
            <a:custGeom>
              <a:avLst/>
              <a:gdLst>
                <a:gd name="connsiteX0" fmla="*/ 93932 w 100322"/>
                <a:gd name="connsiteY0" fmla="*/ 101505 h 143000"/>
                <a:gd name="connsiteX1" fmla="*/ 70928 w 100322"/>
                <a:gd name="connsiteY1" fmla="*/ 101505 h 143000"/>
                <a:gd name="connsiteX2" fmla="*/ 70928 w 100322"/>
                <a:gd name="connsiteY2" fmla="*/ 6384 h 143000"/>
                <a:gd name="connsiteX3" fmla="*/ 64538 w 100322"/>
                <a:gd name="connsiteY3" fmla="*/ 0 h 143000"/>
                <a:gd name="connsiteX4" fmla="*/ 13419 w 100322"/>
                <a:gd name="connsiteY4" fmla="*/ 0 h 143000"/>
                <a:gd name="connsiteX5" fmla="*/ 7029 w 100322"/>
                <a:gd name="connsiteY5" fmla="*/ 6384 h 143000"/>
                <a:gd name="connsiteX6" fmla="*/ 7029 w 100322"/>
                <a:gd name="connsiteY6" fmla="*/ 35112 h 143000"/>
                <a:gd name="connsiteX7" fmla="*/ 13419 w 100322"/>
                <a:gd name="connsiteY7" fmla="*/ 41496 h 143000"/>
                <a:gd name="connsiteX8" fmla="*/ 28755 w 100322"/>
                <a:gd name="connsiteY8" fmla="*/ 41496 h 143000"/>
                <a:gd name="connsiteX9" fmla="*/ 28755 w 100322"/>
                <a:gd name="connsiteY9" fmla="*/ 101505 h 143000"/>
                <a:gd name="connsiteX10" fmla="*/ 6390 w 100322"/>
                <a:gd name="connsiteY10" fmla="*/ 101505 h 143000"/>
                <a:gd name="connsiteX11" fmla="*/ 0 w 100322"/>
                <a:gd name="connsiteY11" fmla="*/ 107889 h 143000"/>
                <a:gd name="connsiteX12" fmla="*/ 0 w 100322"/>
                <a:gd name="connsiteY12" fmla="*/ 136617 h 143000"/>
                <a:gd name="connsiteX13" fmla="*/ 6390 w 100322"/>
                <a:gd name="connsiteY13" fmla="*/ 143001 h 143000"/>
                <a:gd name="connsiteX14" fmla="*/ 93932 w 100322"/>
                <a:gd name="connsiteY14" fmla="*/ 143001 h 143000"/>
                <a:gd name="connsiteX15" fmla="*/ 100322 w 100322"/>
                <a:gd name="connsiteY15" fmla="*/ 136617 h 143000"/>
                <a:gd name="connsiteX16" fmla="*/ 100322 w 100322"/>
                <a:gd name="connsiteY16" fmla="*/ 107889 h 143000"/>
                <a:gd name="connsiteX17" fmla="*/ 93932 w 100322"/>
                <a:gd name="connsiteY17" fmla="*/ 101505 h 143000"/>
                <a:gd name="connsiteX18" fmla="*/ 87542 w 100322"/>
                <a:gd name="connsiteY18" fmla="*/ 130233 h 143000"/>
                <a:gd name="connsiteX19" fmla="*/ 13419 w 100322"/>
                <a:gd name="connsiteY19" fmla="*/ 130233 h 143000"/>
                <a:gd name="connsiteX20" fmla="*/ 13419 w 100322"/>
                <a:gd name="connsiteY20" fmla="*/ 114273 h 143000"/>
                <a:gd name="connsiteX21" fmla="*/ 36423 w 100322"/>
                <a:gd name="connsiteY21" fmla="*/ 114273 h 143000"/>
                <a:gd name="connsiteX22" fmla="*/ 42813 w 100322"/>
                <a:gd name="connsiteY22" fmla="*/ 107889 h 143000"/>
                <a:gd name="connsiteX23" fmla="*/ 42813 w 100322"/>
                <a:gd name="connsiteY23" fmla="*/ 35112 h 143000"/>
                <a:gd name="connsiteX24" fmla="*/ 36423 w 100322"/>
                <a:gd name="connsiteY24" fmla="*/ 28728 h 143000"/>
                <a:gd name="connsiteX25" fmla="*/ 21087 w 100322"/>
                <a:gd name="connsiteY25" fmla="*/ 28728 h 143000"/>
                <a:gd name="connsiteX26" fmla="*/ 21087 w 100322"/>
                <a:gd name="connsiteY26" fmla="*/ 12768 h 143000"/>
                <a:gd name="connsiteX27" fmla="*/ 59426 w 100322"/>
                <a:gd name="connsiteY27" fmla="*/ 12768 h 143000"/>
                <a:gd name="connsiteX28" fmla="*/ 59426 w 100322"/>
                <a:gd name="connsiteY28" fmla="*/ 107889 h 143000"/>
                <a:gd name="connsiteX29" fmla="*/ 65816 w 100322"/>
                <a:gd name="connsiteY29" fmla="*/ 114273 h 143000"/>
                <a:gd name="connsiteX30" fmla="*/ 88820 w 100322"/>
                <a:gd name="connsiteY30" fmla="*/ 114273 h 143000"/>
                <a:gd name="connsiteX31" fmla="*/ 87542 w 100322"/>
                <a:gd name="connsiteY31" fmla="*/ 130233 h 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322" h="143000">
                  <a:moveTo>
                    <a:pt x="93932" y="101505"/>
                  </a:moveTo>
                  <a:lnTo>
                    <a:pt x="70928" y="101505"/>
                  </a:lnTo>
                  <a:lnTo>
                    <a:pt x="70928" y="6384"/>
                  </a:lnTo>
                  <a:cubicBezTo>
                    <a:pt x="70928" y="2553"/>
                    <a:pt x="68372" y="0"/>
                    <a:pt x="64538" y="0"/>
                  </a:cubicBezTo>
                  <a:lnTo>
                    <a:pt x="13419" y="0"/>
                  </a:lnTo>
                  <a:cubicBezTo>
                    <a:pt x="9585" y="0"/>
                    <a:pt x="7029" y="2553"/>
                    <a:pt x="7029" y="6384"/>
                  </a:cubicBezTo>
                  <a:lnTo>
                    <a:pt x="7029" y="35112"/>
                  </a:lnTo>
                  <a:cubicBezTo>
                    <a:pt x="7029" y="38942"/>
                    <a:pt x="9585" y="41496"/>
                    <a:pt x="13419" y="41496"/>
                  </a:cubicBezTo>
                  <a:lnTo>
                    <a:pt x="28755" y="41496"/>
                  </a:lnTo>
                  <a:lnTo>
                    <a:pt x="28755" y="101505"/>
                  </a:lnTo>
                  <a:lnTo>
                    <a:pt x="6390" y="101505"/>
                  </a:lnTo>
                  <a:cubicBezTo>
                    <a:pt x="2556" y="101505"/>
                    <a:pt x="0" y="104059"/>
                    <a:pt x="0" y="107889"/>
                  </a:cubicBezTo>
                  <a:lnTo>
                    <a:pt x="0" y="136617"/>
                  </a:lnTo>
                  <a:cubicBezTo>
                    <a:pt x="0" y="140448"/>
                    <a:pt x="2556" y="143001"/>
                    <a:pt x="6390" y="143001"/>
                  </a:cubicBezTo>
                  <a:lnTo>
                    <a:pt x="93932" y="143001"/>
                  </a:lnTo>
                  <a:cubicBezTo>
                    <a:pt x="97766" y="143001"/>
                    <a:pt x="100322" y="140448"/>
                    <a:pt x="100322" y="136617"/>
                  </a:cubicBezTo>
                  <a:lnTo>
                    <a:pt x="100322" y="107889"/>
                  </a:lnTo>
                  <a:cubicBezTo>
                    <a:pt x="100322" y="104059"/>
                    <a:pt x="97766" y="101505"/>
                    <a:pt x="93932" y="101505"/>
                  </a:cubicBezTo>
                  <a:close/>
                  <a:moveTo>
                    <a:pt x="87542" y="130233"/>
                  </a:moveTo>
                  <a:lnTo>
                    <a:pt x="13419" y="130233"/>
                  </a:lnTo>
                  <a:lnTo>
                    <a:pt x="13419" y="114273"/>
                  </a:lnTo>
                  <a:lnTo>
                    <a:pt x="36423" y="114273"/>
                  </a:lnTo>
                  <a:cubicBezTo>
                    <a:pt x="40257" y="114273"/>
                    <a:pt x="42813" y="111720"/>
                    <a:pt x="42813" y="107889"/>
                  </a:cubicBezTo>
                  <a:lnTo>
                    <a:pt x="42813" y="35112"/>
                  </a:lnTo>
                  <a:cubicBezTo>
                    <a:pt x="42813" y="31281"/>
                    <a:pt x="40257" y="28728"/>
                    <a:pt x="36423" y="28728"/>
                  </a:cubicBezTo>
                  <a:lnTo>
                    <a:pt x="21087" y="28728"/>
                  </a:lnTo>
                  <a:lnTo>
                    <a:pt x="21087" y="12768"/>
                  </a:lnTo>
                  <a:lnTo>
                    <a:pt x="59426" y="12768"/>
                  </a:lnTo>
                  <a:lnTo>
                    <a:pt x="59426" y="107889"/>
                  </a:lnTo>
                  <a:cubicBezTo>
                    <a:pt x="59426" y="111720"/>
                    <a:pt x="61982" y="114273"/>
                    <a:pt x="65816" y="114273"/>
                  </a:cubicBezTo>
                  <a:lnTo>
                    <a:pt x="88820" y="114273"/>
                  </a:lnTo>
                  <a:lnTo>
                    <a:pt x="87542" y="130233"/>
                  </a:lnTo>
                  <a:close/>
                </a:path>
              </a:pathLst>
            </a:custGeom>
            <a:solidFill>
              <a:srgbClr val="007680"/>
            </a:solidFill>
            <a:ln w="6390" cap="flat">
              <a:noFill/>
              <a:prstDash val="solid"/>
              <a:miter/>
            </a:ln>
          </p:spPr>
          <p:txBody>
            <a:bodyPr rtlCol="0" anchor="ctr"/>
            <a:lstStyle/>
            <a:p>
              <a:endParaRPr lang="en-US"/>
            </a:p>
          </p:txBody>
        </p:sp>
        <p:sp>
          <p:nvSpPr>
            <p:cNvPr id="595" name="Graphic 5">
              <a:extLst>
                <a:ext uri="{FF2B5EF4-FFF2-40B4-BE49-F238E27FC236}">
                  <a16:creationId xmlns:a16="http://schemas.microsoft.com/office/drawing/2014/main" id="{87756C8B-4F49-A345-AF6F-199C1EE27AC9}"/>
                </a:ext>
              </a:extLst>
            </p:cNvPr>
            <p:cNvSpPr/>
            <p:nvPr/>
          </p:nvSpPr>
          <p:spPr>
            <a:xfrm>
              <a:off x="616628" y="3898222"/>
              <a:ext cx="56231" cy="56178"/>
            </a:xfrm>
            <a:custGeom>
              <a:avLst/>
              <a:gdLst>
                <a:gd name="connsiteX0" fmla="*/ 28116 w 56231"/>
                <a:gd name="connsiteY0" fmla="*/ 56179 h 56178"/>
                <a:gd name="connsiteX1" fmla="*/ 56231 w 56231"/>
                <a:gd name="connsiteY1" fmla="*/ 28090 h 56178"/>
                <a:gd name="connsiteX2" fmla="*/ 28116 w 56231"/>
                <a:gd name="connsiteY2" fmla="*/ 0 h 56178"/>
                <a:gd name="connsiteX3" fmla="*/ 0 w 56231"/>
                <a:gd name="connsiteY3" fmla="*/ 28090 h 56178"/>
                <a:gd name="connsiteX4" fmla="*/ 0 w 56231"/>
                <a:gd name="connsiteY4" fmla="*/ 28090 h 56178"/>
                <a:gd name="connsiteX5" fmla="*/ 28116 w 56231"/>
                <a:gd name="connsiteY5" fmla="*/ 56179 h 56178"/>
                <a:gd name="connsiteX6" fmla="*/ 28116 w 56231"/>
                <a:gd name="connsiteY6" fmla="*/ 12768 h 56178"/>
                <a:gd name="connsiteX7" fmla="*/ 43452 w 56231"/>
                <a:gd name="connsiteY7" fmla="*/ 28090 h 56178"/>
                <a:gd name="connsiteX8" fmla="*/ 28116 w 56231"/>
                <a:gd name="connsiteY8" fmla="*/ 43411 h 56178"/>
                <a:gd name="connsiteX9" fmla="*/ 12780 w 56231"/>
                <a:gd name="connsiteY9" fmla="*/ 28090 h 56178"/>
                <a:gd name="connsiteX10" fmla="*/ 12780 w 56231"/>
                <a:gd name="connsiteY10" fmla="*/ 28090 h 56178"/>
                <a:gd name="connsiteX11" fmla="*/ 28116 w 56231"/>
                <a:gd name="connsiteY11" fmla="*/ 12768 h 56178"/>
                <a:gd name="connsiteX12" fmla="*/ 28116 w 56231"/>
                <a:gd name="connsiteY12" fmla="*/ 12768 h 56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6231" h="56178">
                  <a:moveTo>
                    <a:pt x="28116" y="56179"/>
                  </a:moveTo>
                  <a:cubicBezTo>
                    <a:pt x="43452" y="56179"/>
                    <a:pt x="56231" y="43411"/>
                    <a:pt x="56231" y="28090"/>
                  </a:cubicBezTo>
                  <a:cubicBezTo>
                    <a:pt x="56231" y="12768"/>
                    <a:pt x="43452" y="0"/>
                    <a:pt x="28116" y="0"/>
                  </a:cubicBezTo>
                  <a:cubicBezTo>
                    <a:pt x="12780" y="0"/>
                    <a:pt x="0" y="12768"/>
                    <a:pt x="0" y="28090"/>
                  </a:cubicBezTo>
                  <a:cubicBezTo>
                    <a:pt x="0" y="28090"/>
                    <a:pt x="0" y="28090"/>
                    <a:pt x="0" y="28090"/>
                  </a:cubicBezTo>
                  <a:cubicBezTo>
                    <a:pt x="0" y="43411"/>
                    <a:pt x="12780" y="56179"/>
                    <a:pt x="28116" y="56179"/>
                  </a:cubicBezTo>
                  <a:close/>
                  <a:moveTo>
                    <a:pt x="28116" y="12768"/>
                  </a:moveTo>
                  <a:cubicBezTo>
                    <a:pt x="36423" y="12768"/>
                    <a:pt x="43452" y="19790"/>
                    <a:pt x="43452" y="28090"/>
                  </a:cubicBezTo>
                  <a:cubicBezTo>
                    <a:pt x="43452" y="36389"/>
                    <a:pt x="36423" y="43411"/>
                    <a:pt x="28116" y="43411"/>
                  </a:cubicBezTo>
                  <a:cubicBezTo>
                    <a:pt x="19809" y="43411"/>
                    <a:pt x="12780" y="36389"/>
                    <a:pt x="12780" y="28090"/>
                  </a:cubicBezTo>
                  <a:cubicBezTo>
                    <a:pt x="12780" y="28090"/>
                    <a:pt x="12780" y="28090"/>
                    <a:pt x="12780" y="28090"/>
                  </a:cubicBezTo>
                  <a:cubicBezTo>
                    <a:pt x="12780" y="19152"/>
                    <a:pt x="19809" y="12768"/>
                    <a:pt x="28116" y="12768"/>
                  </a:cubicBezTo>
                  <a:lnTo>
                    <a:pt x="28116" y="12768"/>
                  </a:lnTo>
                  <a:close/>
                </a:path>
              </a:pathLst>
            </a:custGeom>
            <a:solidFill>
              <a:srgbClr val="007680"/>
            </a:solidFill>
            <a:ln w="6390" cap="flat">
              <a:noFill/>
              <a:prstDash val="solid"/>
              <a:miter/>
            </a:ln>
          </p:spPr>
          <p:txBody>
            <a:bodyPr rtlCol="0" anchor="ctr"/>
            <a:lstStyle/>
            <a:p>
              <a:endParaRPr lang="en-US"/>
            </a:p>
          </p:txBody>
        </p:sp>
      </p:grpSp>
      <p:grpSp>
        <p:nvGrpSpPr>
          <p:cNvPr id="596" name="Graphic 5">
            <a:extLst>
              <a:ext uri="{FF2B5EF4-FFF2-40B4-BE49-F238E27FC236}">
                <a16:creationId xmlns:a16="http://schemas.microsoft.com/office/drawing/2014/main" id="{945E5871-5850-6843-A6C4-DA98CBDCE4AC}"/>
              </a:ext>
            </a:extLst>
          </p:cNvPr>
          <p:cNvGrpSpPr/>
          <p:nvPr/>
        </p:nvGrpSpPr>
        <p:grpSpPr>
          <a:xfrm>
            <a:off x="1515054" y="3824806"/>
            <a:ext cx="362313" cy="361971"/>
            <a:chOff x="1515054" y="3824806"/>
            <a:chExt cx="362313" cy="361971"/>
          </a:xfrm>
          <a:solidFill>
            <a:srgbClr val="007680"/>
          </a:solidFill>
        </p:grpSpPr>
        <p:sp>
          <p:nvSpPr>
            <p:cNvPr id="597" name="Graphic 5">
              <a:extLst>
                <a:ext uri="{FF2B5EF4-FFF2-40B4-BE49-F238E27FC236}">
                  <a16:creationId xmlns:a16="http://schemas.microsoft.com/office/drawing/2014/main" id="{68338118-5E2B-8740-B918-C77E617FF96E}"/>
                </a:ext>
              </a:extLst>
            </p:cNvPr>
            <p:cNvSpPr/>
            <p:nvPr/>
          </p:nvSpPr>
          <p:spPr>
            <a:xfrm>
              <a:off x="1515054" y="3824806"/>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362309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29 w 362313"/>
                <a:gd name="connsiteY9" fmla="*/ 180667 h 361971"/>
                <a:gd name="connsiteX10" fmla="*/ 349529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598" name="Graphic 5">
              <a:extLst>
                <a:ext uri="{FF2B5EF4-FFF2-40B4-BE49-F238E27FC236}">
                  <a16:creationId xmlns:a16="http://schemas.microsoft.com/office/drawing/2014/main" id="{D8697937-CEA7-5047-A4C2-C5A0BD66D99D}"/>
                </a:ext>
              </a:extLst>
            </p:cNvPr>
            <p:cNvSpPr/>
            <p:nvPr/>
          </p:nvSpPr>
          <p:spPr>
            <a:xfrm>
              <a:off x="1614098" y="3893753"/>
              <a:ext cx="164860" cy="224078"/>
            </a:xfrm>
            <a:custGeom>
              <a:avLst/>
              <a:gdLst>
                <a:gd name="connsiteX0" fmla="*/ 158470 w 164860"/>
                <a:gd name="connsiteY0" fmla="*/ 0 h 224078"/>
                <a:gd name="connsiteX1" fmla="*/ 6390 w 164860"/>
                <a:gd name="connsiteY1" fmla="*/ 0 h 224078"/>
                <a:gd name="connsiteX2" fmla="*/ 0 w 164860"/>
                <a:gd name="connsiteY2" fmla="*/ 6384 h 224078"/>
                <a:gd name="connsiteX3" fmla="*/ 0 w 164860"/>
                <a:gd name="connsiteY3" fmla="*/ 217694 h 224078"/>
                <a:gd name="connsiteX4" fmla="*/ 6390 w 164860"/>
                <a:gd name="connsiteY4" fmla="*/ 224078 h 224078"/>
                <a:gd name="connsiteX5" fmla="*/ 158470 w 164860"/>
                <a:gd name="connsiteY5" fmla="*/ 224078 h 224078"/>
                <a:gd name="connsiteX6" fmla="*/ 164860 w 164860"/>
                <a:gd name="connsiteY6" fmla="*/ 217694 h 224078"/>
                <a:gd name="connsiteX7" fmla="*/ 164860 w 164860"/>
                <a:gd name="connsiteY7" fmla="*/ 6384 h 224078"/>
                <a:gd name="connsiteX8" fmla="*/ 158470 w 164860"/>
                <a:gd name="connsiteY8" fmla="*/ 0 h 224078"/>
                <a:gd name="connsiteX9" fmla="*/ 152080 w 164860"/>
                <a:gd name="connsiteY9" fmla="*/ 12768 h 224078"/>
                <a:gd name="connsiteX10" fmla="*/ 152080 w 164860"/>
                <a:gd name="connsiteY10" fmla="*/ 151300 h 224078"/>
                <a:gd name="connsiteX11" fmla="*/ 12780 w 164860"/>
                <a:gd name="connsiteY11" fmla="*/ 151300 h 224078"/>
                <a:gd name="connsiteX12" fmla="*/ 12780 w 164860"/>
                <a:gd name="connsiteY12" fmla="*/ 12768 h 224078"/>
                <a:gd name="connsiteX13" fmla="*/ 152080 w 164860"/>
                <a:gd name="connsiteY13" fmla="*/ 12768 h 224078"/>
                <a:gd name="connsiteX14" fmla="*/ 12780 w 164860"/>
                <a:gd name="connsiteY14" fmla="*/ 211310 h 224078"/>
                <a:gd name="connsiteX15" fmla="*/ 12780 w 164860"/>
                <a:gd name="connsiteY15" fmla="*/ 164068 h 224078"/>
                <a:gd name="connsiteX16" fmla="*/ 152080 w 164860"/>
                <a:gd name="connsiteY16" fmla="*/ 164068 h 224078"/>
                <a:gd name="connsiteX17" fmla="*/ 152080 w 164860"/>
                <a:gd name="connsiteY17" fmla="*/ 211310 h 224078"/>
                <a:gd name="connsiteX18" fmla="*/ 12780 w 164860"/>
                <a:gd name="connsiteY18" fmla="*/ 211310 h 2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4860" h="224078">
                  <a:moveTo>
                    <a:pt x="158470" y="0"/>
                  </a:moveTo>
                  <a:lnTo>
                    <a:pt x="6390" y="0"/>
                  </a:lnTo>
                  <a:cubicBezTo>
                    <a:pt x="2556" y="0"/>
                    <a:pt x="0" y="2554"/>
                    <a:pt x="0" y="6384"/>
                  </a:cubicBezTo>
                  <a:lnTo>
                    <a:pt x="0" y="217694"/>
                  </a:lnTo>
                  <a:cubicBezTo>
                    <a:pt x="0" y="221524"/>
                    <a:pt x="2556" y="224078"/>
                    <a:pt x="6390" y="224078"/>
                  </a:cubicBezTo>
                  <a:lnTo>
                    <a:pt x="158470" y="224078"/>
                  </a:lnTo>
                  <a:cubicBezTo>
                    <a:pt x="162304" y="224078"/>
                    <a:pt x="164860" y="221524"/>
                    <a:pt x="164860" y="217694"/>
                  </a:cubicBezTo>
                  <a:lnTo>
                    <a:pt x="164860" y="6384"/>
                  </a:lnTo>
                  <a:cubicBezTo>
                    <a:pt x="164860" y="3192"/>
                    <a:pt x="162304" y="0"/>
                    <a:pt x="158470" y="0"/>
                  </a:cubicBezTo>
                  <a:close/>
                  <a:moveTo>
                    <a:pt x="152080" y="12768"/>
                  </a:moveTo>
                  <a:lnTo>
                    <a:pt x="152080" y="151300"/>
                  </a:lnTo>
                  <a:lnTo>
                    <a:pt x="12780" y="151300"/>
                  </a:lnTo>
                  <a:lnTo>
                    <a:pt x="12780" y="12768"/>
                  </a:lnTo>
                  <a:lnTo>
                    <a:pt x="152080" y="12768"/>
                  </a:lnTo>
                  <a:close/>
                  <a:moveTo>
                    <a:pt x="12780" y="211310"/>
                  </a:moveTo>
                  <a:lnTo>
                    <a:pt x="12780" y="164068"/>
                  </a:lnTo>
                  <a:lnTo>
                    <a:pt x="152080" y="164068"/>
                  </a:lnTo>
                  <a:lnTo>
                    <a:pt x="152080" y="211310"/>
                  </a:lnTo>
                  <a:lnTo>
                    <a:pt x="12780" y="211310"/>
                  </a:lnTo>
                  <a:close/>
                </a:path>
              </a:pathLst>
            </a:custGeom>
            <a:solidFill>
              <a:srgbClr val="007680"/>
            </a:solidFill>
            <a:ln w="6390" cap="flat">
              <a:noFill/>
              <a:prstDash val="solid"/>
              <a:miter/>
            </a:ln>
          </p:spPr>
          <p:txBody>
            <a:bodyPr rtlCol="0" anchor="ctr"/>
            <a:lstStyle/>
            <a:p>
              <a:endParaRPr lang="en-US"/>
            </a:p>
          </p:txBody>
        </p:sp>
        <p:sp>
          <p:nvSpPr>
            <p:cNvPr id="599" name="Graphic 5">
              <a:extLst>
                <a:ext uri="{FF2B5EF4-FFF2-40B4-BE49-F238E27FC236}">
                  <a16:creationId xmlns:a16="http://schemas.microsoft.com/office/drawing/2014/main" id="{132A0D33-371F-414A-8A7E-9175F1DDB03E}"/>
                </a:ext>
              </a:extLst>
            </p:cNvPr>
            <p:cNvSpPr/>
            <p:nvPr/>
          </p:nvSpPr>
          <p:spPr>
            <a:xfrm>
              <a:off x="1644769" y="3923758"/>
              <a:ext cx="103517" cy="103420"/>
            </a:xfrm>
            <a:custGeom>
              <a:avLst/>
              <a:gdLst>
                <a:gd name="connsiteX0" fmla="*/ 51759 w 103517"/>
                <a:gd name="connsiteY0" fmla="*/ 103421 h 103420"/>
                <a:gd name="connsiteX1" fmla="*/ 103517 w 103517"/>
                <a:gd name="connsiteY1" fmla="*/ 51710 h 103420"/>
                <a:gd name="connsiteX2" fmla="*/ 51759 w 103517"/>
                <a:gd name="connsiteY2" fmla="*/ 0 h 103420"/>
                <a:gd name="connsiteX3" fmla="*/ 0 w 103517"/>
                <a:gd name="connsiteY3" fmla="*/ 51710 h 103420"/>
                <a:gd name="connsiteX4" fmla="*/ 51759 w 103517"/>
                <a:gd name="connsiteY4" fmla="*/ 103421 h 103420"/>
                <a:gd name="connsiteX5" fmla="*/ 51759 w 103517"/>
                <a:gd name="connsiteY5" fmla="*/ 12768 h 103420"/>
                <a:gd name="connsiteX6" fmla="*/ 91376 w 103517"/>
                <a:gd name="connsiteY6" fmla="*/ 51710 h 103420"/>
                <a:gd name="connsiteX7" fmla="*/ 52398 w 103517"/>
                <a:gd name="connsiteY7" fmla="*/ 91291 h 103420"/>
                <a:gd name="connsiteX8" fmla="*/ 29394 w 103517"/>
                <a:gd name="connsiteY8" fmla="*/ 84269 h 103420"/>
                <a:gd name="connsiteX9" fmla="*/ 34506 w 103517"/>
                <a:gd name="connsiteY9" fmla="*/ 79800 h 103420"/>
                <a:gd name="connsiteX10" fmla="*/ 34506 w 103517"/>
                <a:gd name="connsiteY10" fmla="*/ 70862 h 103420"/>
                <a:gd name="connsiteX11" fmla="*/ 34506 w 103517"/>
                <a:gd name="connsiteY11" fmla="*/ 70862 h 103420"/>
                <a:gd name="connsiteX12" fmla="*/ 25560 w 103517"/>
                <a:gd name="connsiteY12" fmla="*/ 70862 h 103420"/>
                <a:gd name="connsiteX13" fmla="*/ 20448 w 103517"/>
                <a:gd name="connsiteY13" fmla="*/ 75970 h 103420"/>
                <a:gd name="connsiteX14" fmla="*/ 29394 w 103517"/>
                <a:gd name="connsiteY14" fmla="*/ 21067 h 103420"/>
                <a:gd name="connsiteX15" fmla="*/ 51759 w 103517"/>
                <a:gd name="connsiteY15" fmla="*/ 12768 h 103420"/>
                <a:gd name="connsiteX16" fmla="*/ 51759 w 103517"/>
                <a:gd name="connsiteY16" fmla="*/ 12768 h 103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517" h="103420">
                  <a:moveTo>
                    <a:pt x="51759" y="103421"/>
                  </a:moveTo>
                  <a:cubicBezTo>
                    <a:pt x="80513" y="103421"/>
                    <a:pt x="103517" y="80438"/>
                    <a:pt x="103517" y="51710"/>
                  </a:cubicBezTo>
                  <a:cubicBezTo>
                    <a:pt x="103517" y="22982"/>
                    <a:pt x="80513" y="0"/>
                    <a:pt x="51759" y="0"/>
                  </a:cubicBezTo>
                  <a:cubicBezTo>
                    <a:pt x="23004" y="0"/>
                    <a:pt x="0" y="22982"/>
                    <a:pt x="0" y="51710"/>
                  </a:cubicBezTo>
                  <a:cubicBezTo>
                    <a:pt x="0" y="80438"/>
                    <a:pt x="23643" y="103421"/>
                    <a:pt x="51759" y="103421"/>
                  </a:cubicBezTo>
                  <a:close/>
                  <a:moveTo>
                    <a:pt x="51759" y="12768"/>
                  </a:moveTo>
                  <a:cubicBezTo>
                    <a:pt x="73484" y="12768"/>
                    <a:pt x="90737" y="30005"/>
                    <a:pt x="91376" y="51710"/>
                  </a:cubicBezTo>
                  <a:cubicBezTo>
                    <a:pt x="91376" y="73416"/>
                    <a:pt x="74123" y="90653"/>
                    <a:pt x="52398" y="91291"/>
                  </a:cubicBezTo>
                  <a:cubicBezTo>
                    <a:pt x="44091" y="91291"/>
                    <a:pt x="35784" y="88738"/>
                    <a:pt x="29394" y="84269"/>
                  </a:cubicBezTo>
                  <a:lnTo>
                    <a:pt x="34506" y="79800"/>
                  </a:lnTo>
                  <a:cubicBezTo>
                    <a:pt x="37062" y="77246"/>
                    <a:pt x="37062" y="73416"/>
                    <a:pt x="34506" y="70862"/>
                  </a:cubicBezTo>
                  <a:cubicBezTo>
                    <a:pt x="34506" y="70862"/>
                    <a:pt x="34506" y="70862"/>
                    <a:pt x="34506" y="70862"/>
                  </a:cubicBezTo>
                  <a:cubicBezTo>
                    <a:pt x="31950" y="68309"/>
                    <a:pt x="28116" y="68309"/>
                    <a:pt x="25560" y="70862"/>
                  </a:cubicBezTo>
                  <a:lnTo>
                    <a:pt x="20448" y="75970"/>
                  </a:lnTo>
                  <a:cubicBezTo>
                    <a:pt x="7668" y="58094"/>
                    <a:pt x="12141" y="33835"/>
                    <a:pt x="29394" y="21067"/>
                  </a:cubicBezTo>
                  <a:cubicBezTo>
                    <a:pt x="35784" y="15322"/>
                    <a:pt x="44091" y="12768"/>
                    <a:pt x="51759" y="12768"/>
                  </a:cubicBezTo>
                  <a:lnTo>
                    <a:pt x="51759" y="12768"/>
                  </a:lnTo>
                  <a:close/>
                </a:path>
              </a:pathLst>
            </a:custGeom>
            <a:solidFill>
              <a:srgbClr val="007680"/>
            </a:solidFill>
            <a:ln w="6390" cap="flat">
              <a:noFill/>
              <a:prstDash val="solid"/>
              <a:miter/>
            </a:ln>
          </p:spPr>
          <p:txBody>
            <a:bodyPr rtlCol="0" anchor="ctr"/>
            <a:lstStyle/>
            <a:p>
              <a:endParaRPr lang="en-US"/>
            </a:p>
          </p:txBody>
        </p:sp>
        <p:sp>
          <p:nvSpPr>
            <p:cNvPr id="600" name="Graphic 5">
              <a:extLst>
                <a:ext uri="{FF2B5EF4-FFF2-40B4-BE49-F238E27FC236}">
                  <a16:creationId xmlns:a16="http://schemas.microsoft.com/office/drawing/2014/main" id="{2AE189F6-8EE5-5B44-BF9B-D0C42A8D049E}"/>
                </a:ext>
              </a:extLst>
            </p:cNvPr>
            <p:cNvSpPr/>
            <p:nvPr/>
          </p:nvSpPr>
          <p:spPr>
            <a:xfrm>
              <a:off x="1735506" y="4074419"/>
              <a:ext cx="14057" cy="14044"/>
            </a:xfrm>
            <a:custGeom>
              <a:avLst/>
              <a:gdLst>
                <a:gd name="connsiteX0" fmla="*/ 7029 w 14057"/>
                <a:gd name="connsiteY0" fmla="*/ 0 h 14044"/>
                <a:gd name="connsiteX1" fmla="*/ 0 w 14057"/>
                <a:gd name="connsiteY1" fmla="*/ 7023 h 14044"/>
                <a:gd name="connsiteX2" fmla="*/ 7029 w 14057"/>
                <a:gd name="connsiteY2" fmla="*/ 14045 h 14044"/>
                <a:gd name="connsiteX3" fmla="*/ 14058 w 14057"/>
                <a:gd name="connsiteY3" fmla="*/ 7023 h 14044"/>
                <a:gd name="connsiteX4" fmla="*/ 14058 w 14057"/>
                <a:gd name="connsiteY4" fmla="*/ 7023 h 14044"/>
                <a:gd name="connsiteX5" fmla="*/ 7029 w 14057"/>
                <a:gd name="connsiteY5" fmla="*/ 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57" h="14044">
                  <a:moveTo>
                    <a:pt x="7029" y="0"/>
                  </a:moveTo>
                  <a:cubicBezTo>
                    <a:pt x="3195" y="0"/>
                    <a:pt x="0" y="3192"/>
                    <a:pt x="0" y="7023"/>
                  </a:cubicBezTo>
                  <a:cubicBezTo>
                    <a:pt x="0" y="10853"/>
                    <a:pt x="3195" y="14045"/>
                    <a:pt x="7029" y="14045"/>
                  </a:cubicBezTo>
                  <a:cubicBezTo>
                    <a:pt x="10863" y="14045"/>
                    <a:pt x="14058" y="10853"/>
                    <a:pt x="14058" y="7023"/>
                  </a:cubicBezTo>
                  <a:cubicBezTo>
                    <a:pt x="14058" y="7023"/>
                    <a:pt x="14058" y="7023"/>
                    <a:pt x="14058" y="7023"/>
                  </a:cubicBezTo>
                  <a:cubicBezTo>
                    <a:pt x="14058" y="3192"/>
                    <a:pt x="10863" y="0"/>
                    <a:pt x="7029" y="0"/>
                  </a:cubicBezTo>
                  <a:close/>
                </a:path>
              </a:pathLst>
            </a:custGeom>
            <a:solidFill>
              <a:srgbClr val="007680"/>
            </a:solidFill>
            <a:ln w="6390" cap="flat">
              <a:noFill/>
              <a:prstDash val="solid"/>
              <a:miter/>
            </a:ln>
          </p:spPr>
          <p:txBody>
            <a:bodyPr rtlCol="0" anchor="ctr"/>
            <a:lstStyle/>
            <a:p>
              <a:endParaRPr lang="en-US"/>
            </a:p>
          </p:txBody>
        </p:sp>
        <p:sp>
          <p:nvSpPr>
            <p:cNvPr id="601" name="Graphic 5">
              <a:extLst>
                <a:ext uri="{FF2B5EF4-FFF2-40B4-BE49-F238E27FC236}">
                  <a16:creationId xmlns:a16="http://schemas.microsoft.com/office/drawing/2014/main" id="{8E489A11-AF79-A74C-B40B-775B3FCC7EE4}"/>
                </a:ext>
              </a:extLst>
            </p:cNvPr>
            <p:cNvSpPr/>
            <p:nvPr/>
          </p:nvSpPr>
          <p:spPr>
            <a:xfrm>
              <a:off x="1690056" y="3968446"/>
              <a:ext cx="14221" cy="14126"/>
            </a:xfrm>
            <a:custGeom>
              <a:avLst/>
              <a:gdLst>
                <a:gd name="connsiteX0" fmla="*/ 6472 w 14221"/>
                <a:gd name="connsiteY0" fmla="*/ 14045 h 14126"/>
                <a:gd name="connsiteX1" fmla="*/ 14140 w 14221"/>
                <a:gd name="connsiteY1" fmla="*/ 7661 h 14126"/>
                <a:gd name="connsiteX2" fmla="*/ 7750 w 14221"/>
                <a:gd name="connsiteY2" fmla="*/ 0 h 14126"/>
                <a:gd name="connsiteX3" fmla="*/ 6472 w 14221"/>
                <a:gd name="connsiteY3" fmla="*/ 0 h 14126"/>
                <a:gd name="connsiteX4" fmla="*/ 82 w 14221"/>
                <a:gd name="connsiteY4" fmla="*/ 7661 h 14126"/>
                <a:gd name="connsiteX5" fmla="*/ 6472 w 14221"/>
                <a:gd name="connsiteY5" fmla="*/ 14045 h 14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21" h="14126">
                  <a:moveTo>
                    <a:pt x="6472" y="14045"/>
                  </a:moveTo>
                  <a:cubicBezTo>
                    <a:pt x="10306" y="14683"/>
                    <a:pt x="14140" y="11491"/>
                    <a:pt x="14140" y="7661"/>
                  </a:cubicBezTo>
                  <a:cubicBezTo>
                    <a:pt x="14779" y="3830"/>
                    <a:pt x="11584" y="0"/>
                    <a:pt x="7750" y="0"/>
                  </a:cubicBezTo>
                  <a:cubicBezTo>
                    <a:pt x="7111" y="0"/>
                    <a:pt x="7111" y="0"/>
                    <a:pt x="6472" y="0"/>
                  </a:cubicBezTo>
                  <a:cubicBezTo>
                    <a:pt x="2638" y="638"/>
                    <a:pt x="-557" y="3830"/>
                    <a:pt x="82" y="7661"/>
                  </a:cubicBezTo>
                  <a:cubicBezTo>
                    <a:pt x="721" y="11491"/>
                    <a:pt x="3277" y="14045"/>
                    <a:pt x="6472" y="14045"/>
                  </a:cubicBezTo>
                  <a:close/>
                </a:path>
              </a:pathLst>
            </a:custGeom>
            <a:solidFill>
              <a:srgbClr val="007680"/>
            </a:solidFill>
            <a:ln w="6390" cap="flat">
              <a:noFill/>
              <a:prstDash val="solid"/>
              <a:miter/>
            </a:ln>
          </p:spPr>
          <p:txBody>
            <a:bodyPr rtlCol="0" anchor="ctr"/>
            <a:lstStyle/>
            <a:p>
              <a:endParaRPr lang="en-US"/>
            </a:p>
          </p:txBody>
        </p:sp>
      </p:grpSp>
      <p:grpSp>
        <p:nvGrpSpPr>
          <p:cNvPr id="602" name="Graphic 5">
            <a:extLst>
              <a:ext uri="{FF2B5EF4-FFF2-40B4-BE49-F238E27FC236}">
                <a16:creationId xmlns:a16="http://schemas.microsoft.com/office/drawing/2014/main" id="{5BD1F1E9-0B76-3148-8C64-3FB81A222617}"/>
              </a:ext>
            </a:extLst>
          </p:cNvPr>
          <p:cNvGrpSpPr/>
          <p:nvPr/>
        </p:nvGrpSpPr>
        <p:grpSpPr>
          <a:xfrm>
            <a:off x="2561086" y="3824806"/>
            <a:ext cx="362309" cy="361971"/>
            <a:chOff x="2561086" y="3824806"/>
            <a:chExt cx="362309" cy="361971"/>
          </a:xfrm>
          <a:solidFill>
            <a:srgbClr val="007680"/>
          </a:solidFill>
        </p:grpSpPr>
        <p:sp>
          <p:nvSpPr>
            <p:cNvPr id="603" name="Graphic 5">
              <a:extLst>
                <a:ext uri="{FF2B5EF4-FFF2-40B4-BE49-F238E27FC236}">
                  <a16:creationId xmlns:a16="http://schemas.microsoft.com/office/drawing/2014/main" id="{FB47A322-52F7-AD4C-B667-1B195B214798}"/>
                </a:ext>
              </a:extLst>
            </p:cNvPr>
            <p:cNvSpPr/>
            <p:nvPr/>
          </p:nvSpPr>
          <p:spPr>
            <a:xfrm>
              <a:off x="2561086" y="382480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30" y="88099"/>
                    <a:pt x="349530" y="180667"/>
                  </a:cubicBezTo>
                  <a:cubicBezTo>
                    <a:pt x="349530" y="180667"/>
                    <a:pt x="349530" y="180667"/>
                    <a:pt x="349530" y="180667"/>
                  </a:cubicBezTo>
                  <a:cubicBezTo>
                    <a:pt x="349530"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604" name="Graphic 5">
              <a:extLst>
                <a:ext uri="{FF2B5EF4-FFF2-40B4-BE49-F238E27FC236}">
                  <a16:creationId xmlns:a16="http://schemas.microsoft.com/office/drawing/2014/main" id="{55161354-DB62-8B40-9B01-7B55AA9F4DBD}"/>
                </a:ext>
              </a:extLst>
            </p:cNvPr>
            <p:cNvSpPr/>
            <p:nvPr/>
          </p:nvSpPr>
          <p:spPr>
            <a:xfrm>
              <a:off x="2645433" y="3901414"/>
              <a:ext cx="194254" cy="208756"/>
            </a:xfrm>
            <a:custGeom>
              <a:avLst/>
              <a:gdLst>
                <a:gd name="connsiteX0" fmla="*/ 187864 w 194254"/>
                <a:gd name="connsiteY0" fmla="*/ 0 h 208756"/>
                <a:gd name="connsiteX1" fmla="*/ 6390 w 194254"/>
                <a:gd name="connsiteY1" fmla="*/ 0 h 208756"/>
                <a:gd name="connsiteX2" fmla="*/ 0 w 194254"/>
                <a:gd name="connsiteY2" fmla="*/ 6384 h 208756"/>
                <a:gd name="connsiteX3" fmla="*/ 0 w 194254"/>
                <a:gd name="connsiteY3" fmla="*/ 142363 h 208756"/>
                <a:gd name="connsiteX4" fmla="*/ 6390 w 194254"/>
                <a:gd name="connsiteY4" fmla="*/ 148747 h 208756"/>
                <a:gd name="connsiteX5" fmla="*/ 15336 w 194254"/>
                <a:gd name="connsiteY5" fmla="*/ 148747 h 208756"/>
                <a:gd name="connsiteX6" fmla="*/ 15336 w 194254"/>
                <a:gd name="connsiteY6" fmla="*/ 202372 h 208756"/>
                <a:gd name="connsiteX7" fmla="*/ 21726 w 194254"/>
                <a:gd name="connsiteY7" fmla="*/ 208756 h 208756"/>
                <a:gd name="connsiteX8" fmla="*/ 172528 w 194254"/>
                <a:gd name="connsiteY8" fmla="*/ 208756 h 208756"/>
                <a:gd name="connsiteX9" fmla="*/ 178918 w 194254"/>
                <a:gd name="connsiteY9" fmla="*/ 202372 h 208756"/>
                <a:gd name="connsiteX10" fmla="*/ 178918 w 194254"/>
                <a:gd name="connsiteY10" fmla="*/ 148747 h 208756"/>
                <a:gd name="connsiteX11" fmla="*/ 187864 w 194254"/>
                <a:gd name="connsiteY11" fmla="*/ 148747 h 208756"/>
                <a:gd name="connsiteX12" fmla="*/ 194254 w 194254"/>
                <a:gd name="connsiteY12" fmla="*/ 142363 h 208756"/>
                <a:gd name="connsiteX13" fmla="*/ 194254 w 194254"/>
                <a:gd name="connsiteY13" fmla="*/ 6384 h 208756"/>
                <a:gd name="connsiteX14" fmla="*/ 187864 w 194254"/>
                <a:gd name="connsiteY14" fmla="*/ 0 h 208756"/>
                <a:gd name="connsiteX15" fmla="*/ 187864 w 194254"/>
                <a:gd name="connsiteY15" fmla="*/ 0 h 208756"/>
                <a:gd name="connsiteX16" fmla="*/ 166138 w 194254"/>
                <a:gd name="connsiteY16" fmla="*/ 195988 h 208756"/>
                <a:gd name="connsiteX17" fmla="*/ 28116 w 194254"/>
                <a:gd name="connsiteY17" fmla="*/ 195988 h 208756"/>
                <a:gd name="connsiteX18" fmla="*/ 28116 w 194254"/>
                <a:gd name="connsiteY18" fmla="*/ 148747 h 208756"/>
                <a:gd name="connsiteX19" fmla="*/ 166138 w 194254"/>
                <a:gd name="connsiteY19" fmla="*/ 148747 h 208756"/>
                <a:gd name="connsiteX20" fmla="*/ 166138 w 194254"/>
                <a:gd name="connsiteY20" fmla="*/ 195988 h 208756"/>
                <a:gd name="connsiteX21" fmla="*/ 181474 w 194254"/>
                <a:gd name="connsiteY21" fmla="*/ 136617 h 208756"/>
                <a:gd name="connsiteX22" fmla="*/ 12780 w 194254"/>
                <a:gd name="connsiteY22" fmla="*/ 136617 h 208756"/>
                <a:gd name="connsiteX23" fmla="*/ 12780 w 194254"/>
                <a:gd name="connsiteY23" fmla="*/ 13406 h 208756"/>
                <a:gd name="connsiteX24" fmla="*/ 180835 w 194254"/>
                <a:gd name="connsiteY24" fmla="*/ 13406 h 208756"/>
                <a:gd name="connsiteX25" fmla="*/ 181474 w 194254"/>
                <a:gd name="connsiteY25" fmla="*/ 136617 h 20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94254" h="208756">
                  <a:moveTo>
                    <a:pt x="187864" y="0"/>
                  </a:moveTo>
                  <a:lnTo>
                    <a:pt x="6390" y="0"/>
                  </a:lnTo>
                  <a:cubicBezTo>
                    <a:pt x="2556" y="0"/>
                    <a:pt x="0" y="2554"/>
                    <a:pt x="0" y="6384"/>
                  </a:cubicBezTo>
                  <a:lnTo>
                    <a:pt x="0" y="142363"/>
                  </a:lnTo>
                  <a:cubicBezTo>
                    <a:pt x="0" y="146193"/>
                    <a:pt x="2556" y="148747"/>
                    <a:pt x="6390" y="148747"/>
                  </a:cubicBezTo>
                  <a:lnTo>
                    <a:pt x="15336" y="148747"/>
                  </a:lnTo>
                  <a:lnTo>
                    <a:pt x="15336" y="202372"/>
                  </a:lnTo>
                  <a:cubicBezTo>
                    <a:pt x="15336" y="206203"/>
                    <a:pt x="17892" y="208756"/>
                    <a:pt x="21726" y="208756"/>
                  </a:cubicBezTo>
                  <a:lnTo>
                    <a:pt x="172528" y="208756"/>
                  </a:lnTo>
                  <a:cubicBezTo>
                    <a:pt x="176362" y="208756"/>
                    <a:pt x="178918" y="206203"/>
                    <a:pt x="178918" y="202372"/>
                  </a:cubicBezTo>
                  <a:lnTo>
                    <a:pt x="178918" y="148747"/>
                  </a:lnTo>
                  <a:lnTo>
                    <a:pt x="187864" y="148747"/>
                  </a:lnTo>
                  <a:cubicBezTo>
                    <a:pt x="191698" y="148747"/>
                    <a:pt x="194254" y="146193"/>
                    <a:pt x="194254" y="142363"/>
                  </a:cubicBezTo>
                  <a:lnTo>
                    <a:pt x="194254" y="6384"/>
                  </a:lnTo>
                  <a:cubicBezTo>
                    <a:pt x="194254" y="3192"/>
                    <a:pt x="191698" y="0"/>
                    <a:pt x="187864" y="0"/>
                  </a:cubicBezTo>
                  <a:cubicBezTo>
                    <a:pt x="187864" y="0"/>
                    <a:pt x="187864" y="0"/>
                    <a:pt x="187864" y="0"/>
                  </a:cubicBezTo>
                  <a:close/>
                  <a:moveTo>
                    <a:pt x="166138" y="195988"/>
                  </a:moveTo>
                  <a:lnTo>
                    <a:pt x="28116" y="195988"/>
                  </a:lnTo>
                  <a:lnTo>
                    <a:pt x="28116" y="148747"/>
                  </a:lnTo>
                  <a:lnTo>
                    <a:pt x="166138" y="148747"/>
                  </a:lnTo>
                  <a:lnTo>
                    <a:pt x="166138" y="195988"/>
                  </a:lnTo>
                  <a:close/>
                  <a:moveTo>
                    <a:pt x="181474" y="136617"/>
                  </a:moveTo>
                  <a:lnTo>
                    <a:pt x="12780" y="136617"/>
                  </a:lnTo>
                  <a:lnTo>
                    <a:pt x="12780" y="13406"/>
                  </a:lnTo>
                  <a:lnTo>
                    <a:pt x="180835" y="13406"/>
                  </a:lnTo>
                  <a:lnTo>
                    <a:pt x="181474" y="136617"/>
                  </a:lnTo>
                  <a:close/>
                </a:path>
              </a:pathLst>
            </a:custGeom>
            <a:solidFill>
              <a:srgbClr val="007680"/>
            </a:solidFill>
            <a:ln w="6390" cap="flat">
              <a:noFill/>
              <a:prstDash val="solid"/>
              <a:miter/>
            </a:ln>
          </p:spPr>
          <p:txBody>
            <a:bodyPr rtlCol="0" anchor="ctr"/>
            <a:lstStyle/>
            <a:p>
              <a:endParaRPr lang="en-US"/>
            </a:p>
          </p:txBody>
        </p:sp>
        <p:sp>
          <p:nvSpPr>
            <p:cNvPr id="605" name="Graphic 5">
              <a:extLst>
                <a:ext uri="{FF2B5EF4-FFF2-40B4-BE49-F238E27FC236}">
                  <a16:creationId xmlns:a16="http://schemas.microsoft.com/office/drawing/2014/main" id="{196095F0-2499-5143-B132-D92BE643B789}"/>
                </a:ext>
              </a:extLst>
            </p:cNvPr>
            <p:cNvSpPr/>
            <p:nvPr/>
          </p:nvSpPr>
          <p:spPr>
            <a:xfrm>
              <a:off x="2675466" y="3932057"/>
              <a:ext cx="133549" cy="87460"/>
            </a:xfrm>
            <a:custGeom>
              <a:avLst/>
              <a:gdLst>
                <a:gd name="connsiteX0" fmla="*/ 6390 w 133549"/>
                <a:gd name="connsiteY0" fmla="*/ 87461 h 87460"/>
                <a:gd name="connsiteX1" fmla="*/ 127160 w 133549"/>
                <a:gd name="connsiteY1" fmla="*/ 87461 h 87460"/>
                <a:gd name="connsiteX2" fmla="*/ 133550 w 133549"/>
                <a:gd name="connsiteY2" fmla="*/ 81077 h 87460"/>
                <a:gd name="connsiteX3" fmla="*/ 133550 w 133549"/>
                <a:gd name="connsiteY3" fmla="*/ 6384 h 87460"/>
                <a:gd name="connsiteX4" fmla="*/ 127160 w 133549"/>
                <a:gd name="connsiteY4" fmla="*/ 0 h 87460"/>
                <a:gd name="connsiteX5" fmla="*/ 6390 w 133549"/>
                <a:gd name="connsiteY5" fmla="*/ 0 h 87460"/>
                <a:gd name="connsiteX6" fmla="*/ 0 w 133549"/>
                <a:gd name="connsiteY6" fmla="*/ 6384 h 87460"/>
                <a:gd name="connsiteX7" fmla="*/ 0 w 133549"/>
                <a:gd name="connsiteY7" fmla="*/ 81077 h 87460"/>
                <a:gd name="connsiteX8" fmla="*/ 6390 w 133549"/>
                <a:gd name="connsiteY8" fmla="*/ 87461 h 87460"/>
                <a:gd name="connsiteX9" fmla="*/ 12780 w 133549"/>
                <a:gd name="connsiteY9" fmla="*/ 12768 h 87460"/>
                <a:gd name="connsiteX10" fmla="*/ 120770 w 133549"/>
                <a:gd name="connsiteY10" fmla="*/ 12768 h 87460"/>
                <a:gd name="connsiteX11" fmla="*/ 120770 w 133549"/>
                <a:gd name="connsiteY11" fmla="*/ 74693 h 87460"/>
                <a:gd name="connsiteX12" fmla="*/ 12780 w 133549"/>
                <a:gd name="connsiteY12" fmla="*/ 74693 h 87460"/>
                <a:gd name="connsiteX13" fmla="*/ 12780 w 133549"/>
                <a:gd name="connsiteY13" fmla="*/ 12768 h 8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3549" h="87460">
                  <a:moveTo>
                    <a:pt x="6390" y="87461"/>
                  </a:moveTo>
                  <a:lnTo>
                    <a:pt x="127160" y="87461"/>
                  </a:lnTo>
                  <a:cubicBezTo>
                    <a:pt x="130994" y="87461"/>
                    <a:pt x="133550" y="84907"/>
                    <a:pt x="133550" y="81077"/>
                  </a:cubicBezTo>
                  <a:lnTo>
                    <a:pt x="133550" y="6384"/>
                  </a:lnTo>
                  <a:cubicBezTo>
                    <a:pt x="133550" y="2554"/>
                    <a:pt x="130994" y="0"/>
                    <a:pt x="127160" y="0"/>
                  </a:cubicBezTo>
                  <a:lnTo>
                    <a:pt x="6390" y="0"/>
                  </a:lnTo>
                  <a:cubicBezTo>
                    <a:pt x="2556" y="0"/>
                    <a:pt x="0" y="2554"/>
                    <a:pt x="0" y="6384"/>
                  </a:cubicBezTo>
                  <a:lnTo>
                    <a:pt x="0" y="81077"/>
                  </a:lnTo>
                  <a:cubicBezTo>
                    <a:pt x="0" y="84907"/>
                    <a:pt x="3195" y="87461"/>
                    <a:pt x="6390" y="87461"/>
                  </a:cubicBezTo>
                  <a:close/>
                  <a:moveTo>
                    <a:pt x="12780" y="12768"/>
                  </a:moveTo>
                  <a:lnTo>
                    <a:pt x="120770" y="12768"/>
                  </a:lnTo>
                  <a:lnTo>
                    <a:pt x="120770" y="74693"/>
                  </a:lnTo>
                  <a:lnTo>
                    <a:pt x="12780" y="74693"/>
                  </a:lnTo>
                  <a:lnTo>
                    <a:pt x="12780" y="12768"/>
                  </a:lnTo>
                  <a:close/>
                </a:path>
              </a:pathLst>
            </a:custGeom>
            <a:solidFill>
              <a:srgbClr val="007680"/>
            </a:solidFill>
            <a:ln w="6390" cap="flat">
              <a:noFill/>
              <a:prstDash val="solid"/>
              <a:miter/>
            </a:ln>
          </p:spPr>
          <p:txBody>
            <a:bodyPr rtlCol="0" anchor="ctr"/>
            <a:lstStyle/>
            <a:p>
              <a:endParaRPr lang="en-US"/>
            </a:p>
          </p:txBody>
        </p:sp>
        <p:sp>
          <p:nvSpPr>
            <p:cNvPr id="606" name="Graphic 5">
              <a:extLst>
                <a:ext uri="{FF2B5EF4-FFF2-40B4-BE49-F238E27FC236}">
                  <a16:creationId xmlns:a16="http://schemas.microsoft.com/office/drawing/2014/main" id="{561D8DB0-8B07-D24C-9ABA-3174F51A86D2}"/>
                </a:ext>
              </a:extLst>
            </p:cNvPr>
            <p:cNvSpPr/>
            <p:nvPr/>
          </p:nvSpPr>
          <p:spPr>
            <a:xfrm>
              <a:off x="2780900" y="4067397"/>
              <a:ext cx="14057" cy="14044"/>
            </a:xfrm>
            <a:custGeom>
              <a:avLst/>
              <a:gdLst>
                <a:gd name="connsiteX0" fmla="*/ 7029 w 14057"/>
                <a:gd name="connsiteY0" fmla="*/ 14045 h 14044"/>
                <a:gd name="connsiteX1" fmla="*/ 14058 w 14057"/>
                <a:gd name="connsiteY1" fmla="*/ 7022 h 14044"/>
                <a:gd name="connsiteX2" fmla="*/ 7029 w 14057"/>
                <a:gd name="connsiteY2" fmla="*/ 0 h 14044"/>
                <a:gd name="connsiteX3" fmla="*/ 0 w 14057"/>
                <a:gd name="connsiteY3" fmla="*/ 7022 h 14044"/>
                <a:gd name="connsiteX4" fmla="*/ 0 w 14057"/>
                <a:gd name="connsiteY4" fmla="*/ 7022 h 14044"/>
                <a:gd name="connsiteX5" fmla="*/ 7029 w 14057"/>
                <a:gd name="connsiteY5" fmla="*/ 14045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57" h="14044">
                  <a:moveTo>
                    <a:pt x="7029" y="14045"/>
                  </a:moveTo>
                  <a:cubicBezTo>
                    <a:pt x="10863" y="14045"/>
                    <a:pt x="14058" y="10853"/>
                    <a:pt x="14058" y="7022"/>
                  </a:cubicBezTo>
                  <a:cubicBezTo>
                    <a:pt x="14058" y="3192"/>
                    <a:pt x="10863" y="0"/>
                    <a:pt x="7029" y="0"/>
                  </a:cubicBezTo>
                  <a:cubicBezTo>
                    <a:pt x="3195" y="0"/>
                    <a:pt x="0" y="3192"/>
                    <a:pt x="0" y="7022"/>
                  </a:cubicBezTo>
                  <a:lnTo>
                    <a:pt x="0" y="7022"/>
                  </a:lnTo>
                  <a:cubicBezTo>
                    <a:pt x="0" y="10853"/>
                    <a:pt x="3195" y="14045"/>
                    <a:pt x="7029" y="14045"/>
                  </a:cubicBezTo>
                  <a:close/>
                </a:path>
              </a:pathLst>
            </a:custGeom>
            <a:solidFill>
              <a:srgbClr val="007680"/>
            </a:solidFill>
            <a:ln w="6390" cap="flat">
              <a:noFill/>
              <a:prstDash val="solid"/>
              <a:miter/>
            </a:ln>
          </p:spPr>
          <p:txBody>
            <a:bodyPr rtlCol="0" anchor="ctr"/>
            <a:lstStyle/>
            <a:p>
              <a:endParaRPr lang="en-US"/>
            </a:p>
          </p:txBody>
        </p:sp>
        <p:sp>
          <p:nvSpPr>
            <p:cNvPr id="607" name="Graphic 5">
              <a:extLst>
                <a:ext uri="{FF2B5EF4-FFF2-40B4-BE49-F238E27FC236}">
                  <a16:creationId xmlns:a16="http://schemas.microsoft.com/office/drawing/2014/main" id="{29980FD7-32BB-8341-9CA9-ABE0E5C9EDED}"/>
                </a:ext>
              </a:extLst>
            </p:cNvPr>
            <p:cNvSpPr/>
            <p:nvPr/>
          </p:nvSpPr>
          <p:spPr>
            <a:xfrm>
              <a:off x="2687607" y="4067397"/>
              <a:ext cx="54314" cy="12767"/>
            </a:xfrm>
            <a:custGeom>
              <a:avLst/>
              <a:gdLst>
                <a:gd name="connsiteX0" fmla="*/ 6390 w 54314"/>
                <a:gd name="connsiteY0" fmla="*/ 12768 h 12767"/>
                <a:gd name="connsiteX1" fmla="*/ 47925 w 54314"/>
                <a:gd name="connsiteY1" fmla="*/ 12768 h 12767"/>
                <a:gd name="connsiteX2" fmla="*/ 54314 w 54314"/>
                <a:gd name="connsiteY2" fmla="*/ 6384 h 12767"/>
                <a:gd name="connsiteX3" fmla="*/ 47925 w 54314"/>
                <a:gd name="connsiteY3" fmla="*/ 0 h 12767"/>
                <a:gd name="connsiteX4" fmla="*/ 6390 w 54314"/>
                <a:gd name="connsiteY4" fmla="*/ 0 h 12767"/>
                <a:gd name="connsiteX5" fmla="*/ 0 w 54314"/>
                <a:gd name="connsiteY5" fmla="*/ 6384 h 12767"/>
                <a:gd name="connsiteX6" fmla="*/ 6390 w 54314"/>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314" h="12767">
                  <a:moveTo>
                    <a:pt x="6390" y="12768"/>
                  </a:moveTo>
                  <a:lnTo>
                    <a:pt x="47925" y="12768"/>
                  </a:lnTo>
                  <a:cubicBezTo>
                    <a:pt x="51759" y="12768"/>
                    <a:pt x="54314" y="10214"/>
                    <a:pt x="54314" y="6384"/>
                  </a:cubicBezTo>
                  <a:cubicBezTo>
                    <a:pt x="54314" y="2554"/>
                    <a:pt x="51759" y="0"/>
                    <a:pt x="47925" y="0"/>
                  </a:cubicBezTo>
                  <a:lnTo>
                    <a:pt x="6390" y="0"/>
                  </a:lnTo>
                  <a:cubicBezTo>
                    <a:pt x="2556" y="0"/>
                    <a:pt x="0" y="2554"/>
                    <a:pt x="0" y="6384"/>
                  </a:cubicBezTo>
                  <a:cubicBezTo>
                    <a:pt x="0" y="10214"/>
                    <a:pt x="3195" y="12768"/>
                    <a:pt x="6390" y="12768"/>
                  </a:cubicBezTo>
                  <a:close/>
                </a:path>
              </a:pathLst>
            </a:custGeom>
            <a:solidFill>
              <a:srgbClr val="007680"/>
            </a:solidFill>
            <a:ln w="6390" cap="flat">
              <a:noFill/>
              <a:prstDash val="solid"/>
              <a:miter/>
            </a:ln>
          </p:spPr>
          <p:txBody>
            <a:bodyPr rtlCol="0" anchor="ctr"/>
            <a:lstStyle/>
            <a:p>
              <a:endParaRPr lang="en-US"/>
            </a:p>
          </p:txBody>
        </p:sp>
      </p:grpSp>
      <p:grpSp>
        <p:nvGrpSpPr>
          <p:cNvPr id="608" name="Graphic 5">
            <a:extLst>
              <a:ext uri="{FF2B5EF4-FFF2-40B4-BE49-F238E27FC236}">
                <a16:creationId xmlns:a16="http://schemas.microsoft.com/office/drawing/2014/main" id="{AC365C41-9603-CF44-A016-EB69A0F53678}"/>
              </a:ext>
            </a:extLst>
          </p:cNvPr>
          <p:cNvGrpSpPr/>
          <p:nvPr/>
        </p:nvGrpSpPr>
        <p:grpSpPr>
          <a:xfrm>
            <a:off x="4661459" y="3824806"/>
            <a:ext cx="362313" cy="361971"/>
            <a:chOff x="4661459" y="3824806"/>
            <a:chExt cx="362313" cy="361971"/>
          </a:xfrm>
          <a:solidFill>
            <a:srgbClr val="007680"/>
          </a:solidFill>
        </p:grpSpPr>
        <p:sp>
          <p:nvSpPr>
            <p:cNvPr id="609" name="Graphic 5">
              <a:extLst>
                <a:ext uri="{FF2B5EF4-FFF2-40B4-BE49-F238E27FC236}">
                  <a16:creationId xmlns:a16="http://schemas.microsoft.com/office/drawing/2014/main" id="{61A29CDB-DEA1-A141-9B93-998B78A22D47}"/>
                </a:ext>
              </a:extLst>
            </p:cNvPr>
            <p:cNvSpPr/>
            <p:nvPr/>
          </p:nvSpPr>
          <p:spPr>
            <a:xfrm>
              <a:off x="4661459" y="3824806"/>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5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 name="connsiteX13" fmla="*/ 181474 w 362313"/>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948" y="81077"/>
                    <a:pt x="281796" y="0"/>
                    <a:pt x="181474" y="0"/>
                  </a:cubicBezTo>
                  <a:cubicBezTo>
                    <a:pt x="182113" y="0"/>
                    <a:pt x="181474" y="0"/>
                    <a:pt x="181474" y="0"/>
                  </a:cubicBezTo>
                  <a:close/>
                  <a:moveTo>
                    <a:pt x="181474" y="349204"/>
                  </a:moveTo>
                  <a:cubicBezTo>
                    <a:pt x="88181" y="349204"/>
                    <a:pt x="12780" y="273873"/>
                    <a:pt x="12780" y="181305"/>
                  </a:cubicBezTo>
                  <a:cubicBezTo>
                    <a:pt x="12780" y="88099"/>
                    <a:pt x="88181" y="12768"/>
                    <a:pt x="180835" y="12768"/>
                  </a:cubicBezTo>
                  <a:cubicBezTo>
                    <a:pt x="274128" y="12768"/>
                    <a:pt x="349530" y="88099"/>
                    <a:pt x="349530" y="180667"/>
                  </a:cubicBezTo>
                  <a:cubicBezTo>
                    <a:pt x="349530" y="180667"/>
                    <a:pt x="349530" y="180667"/>
                    <a:pt x="349530" y="180667"/>
                  </a:cubicBezTo>
                  <a:cubicBezTo>
                    <a:pt x="350168" y="273873"/>
                    <a:pt x="274767"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610" name="Graphic 5">
              <a:extLst>
                <a:ext uri="{FF2B5EF4-FFF2-40B4-BE49-F238E27FC236}">
                  <a16:creationId xmlns:a16="http://schemas.microsoft.com/office/drawing/2014/main" id="{4D04C755-5AA6-D34B-A4FF-EBE48F55E148}"/>
                </a:ext>
              </a:extLst>
            </p:cNvPr>
            <p:cNvSpPr/>
            <p:nvPr/>
          </p:nvSpPr>
          <p:spPr>
            <a:xfrm>
              <a:off x="4764336" y="3896265"/>
              <a:ext cx="157831" cy="217097"/>
            </a:xfrm>
            <a:custGeom>
              <a:avLst/>
              <a:gdLst>
                <a:gd name="connsiteX0" fmla="*/ 151442 w 157831"/>
                <a:gd name="connsiteY0" fmla="*/ 103462 h 217097"/>
                <a:gd name="connsiteX1" fmla="*/ 143135 w 157831"/>
                <a:gd name="connsiteY1" fmla="*/ 103462 h 217097"/>
                <a:gd name="connsiteX2" fmla="*/ 143135 w 157831"/>
                <a:gd name="connsiteY2" fmla="*/ 66435 h 217097"/>
                <a:gd name="connsiteX3" fmla="*/ 81152 w 157831"/>
                <a:gd name="connsiteY3" fmla="*/ 42 h 217097"/>
                <a:gd name="connsiteX4" fmla="*/ 14697 w 157831"/>
                <a:gd name="connsiteY4" fmla="*/ 61967 h 217097"/>
                <a:gd name="connsiteX5" fmla="*/ 14697 w 157831"/>
                <a:gd name="connsiteY5" fmla="*/ 65797 h 217097"/>
                <a:gd name="connsiteX6" fmla="*/ 14697 w 157831"/>
                <a:gd name="connsiteY6" fmla="*/ 102824 h 217097"/>
                <a:gd name="connsiteX7" fmla="*/ 6390 w 157831"/>
                <a:gd name="connsiteY7" fmla="*/ 102824 h 217097"/>
                <a:gd name="connsiteX8" fmla="*/ 0 w 157831"/>
                <a:gd name="connsiteY8" fmla="*/ 109208 h 217097"/>
                <a:gd name="connsiteX9" fmla="*/ 0 w 157831"/>
                <a:gd name="connsiteY9" fmla="*/ 210713 h 217097"/>
                <a:gd name="connsiteX10" fmla="*/ 6390 w 157831"/>
                <a:gd name="connsiteY10" fmla="*/ 217097 h 217097"/>
                <a:gd name="connsiteX11" fmla="*/ 151442 w 157831"/>
                <a:gd name="connsiteY11" fmla="*/ 217097 h 217097"/>
                <a:gd name="connsiteX12" fmla="*/ 157832 w 157831"/>
                <a:gd name="connsiteY12" fmla="*/ 210713 h 217097"/>
                <a:gd name="connsiteX13" fmla="*/ 157832 w 157831"/>
                <a:gd name="connsiteY13" fmla="*/ 109208 h 217097"/>
                <a:gd name="connsiteX14" fmla="*/ 151442 w 157831"/>
                <a:gd name="connsiteY14" fmla="*/ 103462 h 217097"/>
                <a:gd name="connsiteX15" fmla="*/ 27477 w 157831"/>
                <a:gd name="connsiteY15" fmla="*/ 66435 h 217097"/>
                <a:gd name="connsiteX16" fmla="*/ 77318 w 157831"/>
                <a:gd name="connsiteY16" fmla="*/ 13448 h 217097"/>
                <a:gd name="connsiteX17" fmla="*/ 130355 w 157831"/>
                <a:gd name="connsiteY17" fmla="*/ 63243 h 217097"/>
                <a:gd name="connsiteX18" fmla="*/ 130355 w 157831"/>
                <a:gd name="connsiteY18" fmla="*/ 67074 h 217097"/>
                <a:gd name="connsiteX19" fmla="*/ 130355 w 157831"/>
                <a:gd name="connsiteY19" fmla="*/ 104101 h 217097"/>
                <a:gd name="connsiteX20" fmla="*/ 27477 w 157831"/>
                <a:gd name="connsiteY20" fmla="*/ 104101 h 217097"/>
                <a:gd name="connsiteX21" fmla="*/ 27477 w 157831"/>
                <a:gd name="connsiteY21" fmla="*/ 66435 h 217097"/>
                <a:gd name="connsiteX22" fmla="*/ 145052 w 157831"/>
                <a:gd name="connsiteY22" fmla="*/ 204968 h 217097"/>
                <a:gd name="connsiteX23" fmla="*/ 12780 w 157831"/>
                <a:gd name="connsiteY23" fmla="*/ 204968 h 217097"/>
                <a:gd name="connsiteX24" fmla="*/ 12780 w 157831"/>
                <a:gd name="connsiteY24" fmla="*/ 116230 h 217097"/>
                <a:gd name="connsiteX25" fmla="*/ 145052 w 157831"/>
                <a:gd name="connsiteY25" fmla="*/ 116230 h 217097"/>
                <a:gd name="connsiteX26" fmla="*/ 145052 w 157831"/>
                <a:gd name="connsiteY26" fmla="*/ 204968 h 21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57831" h="217097">
                  <a:moveTo>
                    <a:pt x="151442" y="103462"/>
                  </a:moveTo>
                  <a:lnTo>
                    <a:pt x="143135" y="103462"/>
                  </a:lnTo>
                  <a:lnTo>
                    <a:pt x="143135" y="66435"/>
                  </a:lnTo>
                  <a:cubicBezTo>
                    <a:pt x="144413" y="30685"/>
                    <a:pt x="116297" y="1319"/>
                    <a:pt x="81152" y="42"/>
                  </a:cubicBezTo>
                  <a:cubicBezTo>
                    <a:pt x="45369" y="-1235"/>
                    <a:pt x="15975" y="26855"/>
                    <a:pt x="14697" y="61967"/>
                  </a:cubicBezTo>
                  <a:cubicBezTo>
                    <a:pt x="14697" y="63243"/>
                    <a:pt x="14697" y="64520"/>
                    <a:pt x="14697" y="65797"/>
                  </a:cubicBezTo>
                  <a:lnTo>
                    <a:pt x="14697" y="102824"/>
                  </a:lnTo>
                  <a:lnTo>
                    <a:pt x="6390" y="102824"/>
                  </a:lnTo>
                  <a:cubicBezTo>
                    <a:pt x="2556" y="102824"/>
                    <a:pt x="0" y="105378"/>
                    <a:pt x="0" y="109208"/>
                  </a:cubicBezTo>
                  <a:lnTo>
                    <a:pt x="0" y="210713"/>
                  </a:lnTo>
                  <a:cubicBezTo>
                    <a:pt x="0" y="214544"/>
                    <a:pt x="2556" y="217097"/>
                    <a:pt x="6390" y="217097"/>
                  </a:cubicBezTo>
                  <a:lnTo>
                    <a:pt x="151442" y="217097"/>
                  </a:lnTo>
                  <a:cubicBezTo>
                    <a:pt x="155276" y="217097"/>
                    <a:pt x="157832" y="214544"/>
                    <a:pt x="157832" y="210713"/>
                  </a:cubicBezTo>
                  <a:lnTo>
                    <a:pt x="157832" y="109208"/>
                  </a:lnTo>
                  <a:cubicBezTo>
                    <a:pt x="157832" y="106016"/>
                    <a:pt x="154637" y="103462"/>
                    <a:pt x="151442" y="103462"/>
                  </a:cubicBezTo>
                  <a:close/>
                  <a:moveTo>
                    <a:pt x="27477" y="66435"/>
                  </a:moveTo>
                  <a:cubicBezTo>
                    <a:pt x="26199" y="37707"/>
                    <a:pt x="48564" y="14087"/>
                    <a:pt x="77318" y="13448"/>
                  </a:cubicBezTo>
                  <a:cubicBezTo>
                    <a:pt x="106073" y="12171"/>
                    <a:pt x="129716" y="34515"/>
                    <a:pt x="130355" y="63243"/>
                  </a:cubicBezTo>
                  <a:cubicBezTo>
                    <a:pt x="130355" y="64520"/>
                    <a:pt x="130355" y="65797"/>
                    <a:pt x="130355" y="67074"/>
                  </a:cubicBezTo>
                  <a:lnTo>
                    <a:pt x="130355" y="104101"/>
                  </a:lnTo>
                  <a:lnTo>
                    <a:pt x="27477" y="104101"/>
                  </a:lnTo>
                  <a:lnTo>
                    <a:pt x="27477" y="66435"/>
                  </a:lnTo>
                  <a:close/>
                  <a:moveTo>
                    <a:pt x="145052" y="204968"/>
                  </a:moveTo>
                  <a:lnTo>
                    <a:pt x="12780" y="204968"/>
                  </a:lnTo>
                  <a:lnTo>
                    <a:pt x="12780" y="116230"/>
                  </a:lnTo>
                  <a:lnTo>
                    <a:pt x="145052" y="116230"/>
                  </a:lnTo>
                  <a:lnTo>
                    <a:pt x="145052" y="204968"/>
                  </a:lnTo>
                  <a:close/>
                </a:path>
              </a:pathLst>
            </a:custGeom>
            <a:solidFill>
              <a:srgbClr val="007680"/>
            </a:solidFill>
            <a:ln w="6390" cap="flat">
              <a:noFill/>
              <a:prstDash val="solid"/>
              <a:miter/>
            </a:ln>
          </p:spPr>
          <p:txBody>
            <a:bodyPr rtlCol="0" anchor="ctr"/>
            <a:lstStyle/>
            <a:p>
              <a:endParaRPr lang="en-US"/>
            </a:p>
          </p:txBody>
        </p:sp>
      </p:grpSp>
      <p:grpSp>
        <p:nvGrpSpPr>
          <p:cNvPr id="611" name="Graphic 5">
            <a:extLst>
              <a:ext uri="{FF2B5EF4-FFF2-40B4-BE49-F238E27FC236}">
                <a16:creationId xmlns:a16="http://schemas.microsoft.com/office/drawing/2014/main" id="{05418C61-DF49-9745-94D2-71694DACDCE2}"/>
              </a:ext>
            </a:extLst>
          </p:cNvPr>
          <p:cNvGrpSpPr/>
          <p:nvPr/>
        </p:nvGrpSpPr>
        <p:grpSpPr>
          <a:xfrm>
            <a:off x="3608397" y="3824806"/>
            <a:ext cx="362309" cy="361971"/>
            <a:chOff x="3608397" y="3824806"/>
            <a:chExt cx="362309" cy="361971"/>
          </a:xfrm>
          <a:solidFill>
            <a:srgbClr val="007680"/>
          </a:solidFill>
        </p:grpSpPr>
        <p:sp>
          <p:nvSpPr>
            <p:cNvPr id="612" name="Graphic 5">
              <a:extLst>
                <a:ext uri="{FF2B5EF4-FFF2-40B4-BE49-F238E27FC236}">
                  <a16:creationId xmlns:a16="http://schemas.microsoft.com/office/drawing/2014/main" id="{AF796C1C-B0BD-6C45-B5FD-C759DED455FC}"/>
                </a:ext>
              </a:extLst>
            </p:cNvPr>
            <p:cNvSpPr/>
            <p:nvPr/>
          </p:nvSpPr>
          <p:spPr>
            <a:xfrm>
              <a:off x="3608397" y="382480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lnTo>
                    <a:pt x="362310" y="181305"/>
                  </a:lnTo>
                  <a:cubicBezTo>
                    <a:pt x="362310" y="81077"/>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30" y="88099"/>
                    <a:pt x="349530" y="180667"/>
                  </a:cubicBezTo>
                  <a:cubicBezTo>
                    <a:pt x="349530" y="180667"/>
                    <a:pt x="349530" y="180667"/>
                    <a:pt x="349530" y="180667"/>
                  </a:cubicBezTo>
                  <a:cubicBezTo>
                    <a:pt x="349530"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613" name="Graphic 5">
              <a:extLst>
                <a:ext uri="{FF2B5EF4-FFF2-40B4-BE49-F238E27FC236}">
                  <a16:creationId xmlns:a16="http://schemas.microsoft.com/office/drawing/2014/main" id="{C477EDA4-7354-9149-BE4D-B525B46ABE88}"/>
                </a:ext>
              </a:extLst>
            </p:cNvPr>
            <p:cNvSpPr/>
            <p:nvPr/>
          </p:nvSpPr>
          <p:spPr>
            <a:xfrm>
              <a:off x="3662072" y="3878432"/>
              <a:ext cx="255597" cy="255359"/>
            </a:xfrm>
            <a:custGeom>
              <a:avLst/>
              <a:gdLst>
                <a:gd name="connsiteX0" fmla="*/ 127799 w 255597"/>
                <a:gd name="connsiteY0" fmla="*/ 0 h 255359"/>
                <a:gd name="connsiteX1" fmla="*/ 0 w 255597"/>
                <a:gd name="connsiteY1" fmla="*/ 127680 h 255359"/>
                <a:gd name="connsiteX2" fmla="*/ 127799 w 255597"/>
                <a:gd name="connsiteY2" fmla="*/ 255359 h 255359"/>
                <a:gd name="connsiteX3" fmla="*/ 255597 w 255597"/>
                <a:gd name="connsiteY3" fmla="*/ 127680 h 255359"/>
                <a:gd name="connsiteX4" fmla="*/ 127799 w 255597"/>
                <a:gd name="connsiteY4" fmla="*/ 0 h 255359"/>
                <a:gd name="connsiteX5" fmla="*/ 242818 w 255597"/>
                <a:gd name="connsiteY5" fmla="*/ 127680 h 255359"/>
                <a:gd name="connsiteX6" fmla="*/ 241540 w 255597"/>
                <a:gd name="connsiteY6" fmla="*/ 146193 h 255359"/>
                <a:gd name="connsiteX7" fmla="*/ 194254 w 255597"/>
                <a:gd name="connsiteY7" fmla="*/ 139809 h 255359"/>
                <a:gd name="connsiteX8" fmla="*/ 194254 w 255597"/>
                <a:gd name="connsiteY8" fmla="*/ 116827 h 255359"/>
                <a:gd name="connsiteX9" fmla="*/ 241540 w 255597"/>
                <a:gd name="connsiteY9" fmla="*/ 109804 h 255359"/>
                <a:gd name="connsiteX10" fmla="*/ 242818 w 255597"/>
                <a:gd name="connsiteY10" fmla="*/ 127680 h 255359"/>
                <a:gd name="connsiteX11" fmla="*/ 242818 w 255597"/>
                <a:gd name="connsiteY11" fmla="*/ 127680 h 255359"/>
                <a:gd name="connsiteX12" fmla="*/ 238345 w 255597"/>
                <a:gd name="connsiteY12" fmla="*/ 97036 h 255359"/>
                <a:gd name="connsiteX13" fmla="*/ 190420 w 255597"/>
                <a:gd name="connsiteY13" fmla="*/ 104059 h 255359"/>
                <a:gd name="connsiteX14" fmla="*/ 152081 w 255597"/>
                <a:gd name="connsiteY14" fmla="*/ 65755 h 255359"/>
                <a:gd name="connsiteX15" fmla="*/ 159110 w 255597"/>
                <a:gd name="connsiteY15" fmla="*/ 17875 h 255359"/>
                <a:gd name="connsiteX16" fmla="*/ 238345 w 255597"/>
                <a:gd name="connsiteY16" fmla="*/ 97036 h 255359"/>
                <a:gd name="connsiteX17" fmla="*/ 238345 w 255597"/>
                <a:gd name="connsiteY17" fmla="*/ 97036 h 255359"/>
                <a:gd name="connsiteX18" fmla="*/ 127799 w 255597"/>
                <a:gd name="connsiteY18" fmla="*/ 181944 h 255359"/>
                <a:gd name="connsiteX19" fmla="*/ 73484 w 255597"/>
                <a:gd name="connsiteY19" fmla="*/ 127680 h 255359"/>
                <a:gd name="connsiteX20" fmla="*/ 127799 w 255597"/>
                <a:gd name="connsiteY20" fmla="*/ 73416 h 255359"/>
                <a:gd name="connsiteX21" fmla="*/ 182113 w 255597"/>
                <a:gd name="connsiteY21" fmla="*/ 127680 h 255359"/>
                <a:gd name="connsiteX22" fmla="*/ 182113 w 255597"/>
                <a:gd name="connsiteY22" fmla="*/ 127680 h 255359"/>
                <a:gd name="connsiteX23" fmla="*/ 127799 w 255597"/>
                <a:gd name="connsiteY23" fmla="*/ 181944 h 255359"/>
                <a:gd name="connsiteX24" fmla="*/ 127799 w 255597"/>
                <a:gd name="connsiteY24" fmla="*/ 181944 h 255359"/>
                <a:gd name="connsiteX25" fmla="*/ 127799 w 255597"/>
                <a:gd name="connsiteY25" fmla="*/ 181944 h 255359"/>
                <a:gd name="connsiteX26" fmla="*/ 146330 w 255597"/>
                <a:gd name="connsiteY26" fmla="*/ 14683 h 255359"/>
                <a:gd name="connsiteX27" fmla="*/ 139301 w 255597"/>
                <a:gd name="connsiteY27" fmla="*/ 61924 h 255359"/>
                <a:gd name="connsiteX28" fmla="*/ 116297 w 255597"/>
                <a:gd name="connsiteY28" fmla="*/ 61924 h 255359"/>
                <a:gd name="connsiteX29" fmla="*/ 109907 w 255597"/>
                <a:gd name="connsiteY29" fmla="*/ 14683 h 255359"/>
                <a:gd name="connsiteX30" fmla="*/ 128438 w 255597"/>
                <a:gd name="connsiteY30" fmla="*/ 13406 h 255359"/>
                <a:gd name="connsiteX31" fmla="*/ 146330 w 255597"/>
                <a:gd name="connsiteY31" fmla="*/ 14683 h 255359"/>
                <a:gd name="connsiteX32" fmla="*/ 146330 w 255597"/>
                <a:gd name="connsiteY32" fmla="*/ 14683 h 255359"/>
                <a:gd name="connsiteX33" fmla="*/ 97127 w 255597"/>
                <a:gd name="connsiteY33" fmla="*/ 17236 h 255359"/>
                <a:gd name="connsiteX34" fmla="*/ 104156 w 255597"/>
                <a:gd name="connsiteY34" fmla="*/ 65116 h 255359"/>
                <a:gd name="connsiteX35" fmla="*/ 65817 w 255597"/>
                <a:gd name="connsiteY35" fmla="*/ 103420 h 255359"/>
                <a:gd name="connsiteX36" fmla="*/ 17253 w 255597"/>
                <a:gd name="connsiteY36" fmla="*/ 96398 h 255359"/>
                <a:gd name="connsiteX37" fmla="*/ 97127 w 255597"/>
                <a:gd name="connsiteY37" fmla="*/ 17236 h 255359"/>
                <a:gd name="connsiteX38" fmla="*/ 97127 w 255597"/>
                <a:gd name="connsiteY38" fmla="*/ 17236 h 255359"/>
                <a:gd name="connsiteX39" fmla="*/ 12780 w 255597"/>
                <a:gd name="connsiteY39" fmla="*/ 127680 h 255359"/>
                <a:gd name="connsiteX40" fmla="*/ 14697 w 255597"/>
                <a:gd name="connsiteY40" fmla="*/ 109166 h 255359"/>
                <a:gd name="connsiteX41" fmla="*/ 61982 w 255597"/>
                <a:gd name="connsiteY41" fmla="*/ 116188 h 255359"/>
                <a:gd name="connsiteX42" fmla="*/ 61982 w 255597"/>
                <a:gd name="connsiteY42" fmla="*/ 139171 h 255359"/>
                <a:gd name="connsiteX43" fmla="*/ 14697 w 255597"/>
                <a:gd name="connsiteY43" fmla="*/ 145555 h 255359"/>
                <a:gd name="connsiteX44" fmla="*/ 12780 w 255597"/>
                <a:gd name="connsiteY44" fmla="*/ 127680 h 255359"/>
                <a:gd name="connsiteX45" fmla="*/ 12780 w 255597"/>
                <a:gd name="connsiteY45" fmla="*/ 127680 h 255359"/>
                <a:gd name="connsiteX46" fmla="*/ 17253 w 255597"/>
                <a:gd name="connsiteY46" fmla="*/ 158323 h 255359"/>
                <a:gd name="connsiteX47" fmla="*/ 65177 w 255597"/>
                <a:gd name="connsiteY47" fmla="*/ 151300 h 255359"/>
                <a:gd name="connsiteX48" fmla="*/ 103517 w 255597"/>
                <a:gd name="connsiteY48" fmla="*/ 189604 h 255359"/>
                <a:gd name="connsiteX49" fmla="*/ 96488 w 255597"/>
                <a:gd name="connsiteY49" fmla="*/ 237484 h 255359"/>
                <a:gd name="connsiteX50" fmla="*/ 17253 w 255597"/>
                <a:gd name="connsiteY50" fmla="*/ 158323 h 255359"/>
                <a:gd name="connsiteX51" fmla="*/ 17253 w 255597"/>
                <a:gd name="connsiteY51" fmla="*/ 158323 h 255359"/>
                <a:gd name="connsiteX52" fmla="*/ 109268 w 255597"/>
                <a:gd name="connsiteY52" fmla="*/ 240676 h 255359"/>
                <a:gd name="connsiteX53" fmla="*/ 115658 w 255597"/>
                <a:gd name="connsiteY53" fmla="*/ 193435 h 255359"/>
                <a:gd name="connsiteX54" fmla="*/ 138662 w 255597"/>
                <a:gd name="connsiteY54" fmla="*/ 193435 h 255359"/>
                <a:gd name="connsiteX55" fmla="*/ 145691 w 255597"/>
                <a:gd name="connsiteY55" fmla="*/ 240676 h 255359"/>
                <a:gd name="connsiteX56" fmla="*/ 127160 w 255597"/>
                <a:gd name="connsiteY56" fmla="*/ 241953 h 255359"/>
                <a:gd name="connsiteX57" fmla="*/ 109268 w 255597"/>
                <a:gd name="connsiteY57" fmla="*/ 240676 h 255359"/>
                <a:gd name="connsiteX58" fmla="*/ 109268 w 255597"/>
                <a:gd name="connsiteY58" fmla="*/ 240676 h 255359"/>
                <a:gd name="connsiteX59" fmla="*/ 159110 w 255597"/>
                <a:gd name="connsiteY59" fmla="*/ 238122 h 255359"/>
                <a:gd name="connsiteX60" fmla="*/ 152081 w 255597"/>
                <a:gd name="connsiteY60" fmla="*/ 190243 h 255359"/>
                <a:gd name="connsiteX61" fmla="*/ 190420 w 255597"/>
                <a:gd name="connsiteY61" fmla="*/ 151939 h 255359"/>
                <a:gd name="connsiteX62" fmla="*/ 238345 w 255597"/>
                <a:gd name="connsiteY62" fmla="*/ 158961 h 255359"/>
                <a:gd name="connsiteX63" fmla="*/ 159110 w 255597"/>
                <a:gd name="connsiteY63" fmla="*/ 238122 h 255359"/>
                <a:gd name="connsiteX64" fmla="*/ 159110 w 255597"/>
                <a:gd name="connsiteY64" fmla="*/ 238122 h 255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5597" h="255359">
                  <a:moveTo>
                    <a:pt x="127799" y="0"/>
                  </a:moveTo>
                  <a:cubicBezTo>
                    <a:pt x="57509" y="0"/>
                    <a:pt x="0" y="57456"/>
                    <a:pt x="0" y="127680"/>
                  </a:cubicBezTo>
                  <a:cubicBezTo>
                    <a:pt x="0" y="197903"/>
                    <a:pt x="57509" y="255359"/>
                    <a:pt x="127799" y="255359"/>
                  </a:cubicBezTo>
                  <a:cubicBezTo>
                    <a:pt x="198088" y="255359"/>
                    <a:pt x="255597" y="197903"/>
                    <a:pt x="255597" y="127680"/>
                  </a:cubicBezTo>
                  <a:cubicBezTo>
                    <a:pt x="255597" y="57456"/>
                    <a:pt x="198088" y="0"/>
                    <a:pt x="127799" y="0"/>
                  </a:cubicBezTo>
                  <a:close/>
                  <a:moveTo>
                    <a:pt x="242818" y="127680"/>
                  </a:moveTo>
                  <a:cubicBezTo>
                    <a:pt x="242818" y="134064"/>
                    <a:pt x="242179" y="139809"/>
                    <a:pt x="241540" y="146193"/>
                  </a:cubicBezTo>
                  <a:lnTo>
                    <a:pt x="194254" y="139809"/>
                  </a:lnTo>
                  <a:cubicBezTo>
                    <a:pt x="195532" y="132148"/>
                    <a:pt x="195532" y="124488"/>
                    <a:pt x="194254" y="116827"/>
                  </a:cubicBezTo>
                  <a:lnTo>
                    <a:pt x="241540" y="109804"/>
                  </a:lnTo>
                  <a:cubicBezTo>
                    <a:pt x="242179" y="115550"/>
                    <a:pt x="242179" y="121296"/>
                    <a:pt x="242818" y="127680"/>
                  </a:cubicBezTo>
                  <a:lnTo>
                    <a:pt x="242818" y="127680"/>
                  </a:lnTo>
                  <a:close/>
                  <a:moveTo>
                    <a:pt x="238345" y="97036"/>
                  </a:moveTo>
                  <a:lnTo>
                    <a:pt x="190420" y="104059"/>
                  </a:lnTo>
                  <a:cubicBezTo>
                    <a:pt x="183391" y="86184"/>
                    <a:pt x="169973" y="72777"/>
                    <a:pt x="152081" y="65755"/>
                  </a:cubicBezTo>
                  <a:lnTo>
                    <a:pt x="159110" y="17875"/>
                  </a:lnTo>
                  <a:cubicBezTo>
                    <a:pt x="197449" y="28089"/>
                    <a:pt x="227482" y="58094"/>
                    <a:pt x="238345" y="97036"/>
                  </a:cubicBezTo>
                  <a:lnTo>
                    <a:pt x="238345" y="97036"/>
                  </a:lnTo>
                  <a:close/>
                  <a:moveTo>
                    <a:pt x="127799" y="181944"/>
                  </a:moveTo>
                  <a:cubicBezTo>
                    <a:pt x="97766" y="181944"/>
                    <a:pt x="73484" y="157684"/>
                    <a:pt x="73484" y="127680"/>
                  </a:cubicBezTo>
                  <a:cubicBezTo>
                    <a:pt x="73484" y="97675"/>
                    <a:pt x="97766" y="73416"/>
                    <a:pt x="127799" y="73416"/>
                  </a:cubicBezTo>
                  <a:cubicBezTo>
                    <a:pt x="157832" y="73416"/>
                    <a:pt x="182113" y="97675"/>
                    <a:pt x="182113" y="127680"/>
                  </a:cubicBezTo>
                  <a:cubicBezTo>
                    <a:pt x="182113" y="127680"/>
                    <a:pt x="182113" y="127680"/>
                    <a:pt x="182113" y="127680"/>
                  </a:cubicBezTo>
                  <a:cubicBezTo>
                    <a:pt x="182113" y="157684"/>
                    <a:pt x="157832" y="181944"/>
                    <a:pt x="127799" y="181944"/>
                  </a:cubicBezTo>
                  <a:cubicBezTo>
                    <a:pt x="127799" y="181944"/>
                    <a:pt x="127799" y="181944"/>
                    <a:pt x="127799" y="181944"/>
                  </a:cubicBezTo>
                  <a:lnTo>
                    <a:pt x="127799" y="181944"/>
                  </a:lnTo>
                  <a:close/>
                  <a:moveTo>
                    <a:pt x="146330" y="14683"/>
                  </a:moveTo>
                  <a:lnTo>
                    <a:pt x="139301" y="61924"/>
                  </a:lnTo>
                  <a:cubicBezTo>
                    <a:pt x="131633" y="60648"/>
                    <a:pt x="123965" y="60648"/>
                    <a:pt x="116297" y="61924"/>
                  </a:cubicBezTo>
                  <a:lnTo>
                    <a:pt x="109907" y="14683"/>
                  </a:lnTo>
                  <a:cubicBezTo>
                    <a:pt x="115658" y="13406"/>
                    <a:pt x="122048" y="13406"/>
                    <a:pt x="128438" y="13406"/>
                  </a:cubicBezTo>
                  <a:cubicBezTo>
                    <a:pt x="134189" y="12768"/>
                    <a:pt x="140579" y="13406"/>
                    <a:pt x="146330" y="14683"/>
                  </a:cubicBezTo>
                  <a:lnTo>
                    <a:pt x="146330" y="14683"/>
                  </a:lnTo>
                  <a:close/>
                  <a:moveTo>
                    <a:pt x="97127" y="17236"/>
                  </a:moveTo>
                  <a:lnTo>
                    <a:pt x="104156" y="65116"/>
                  </a:lnTo>
                  <a:cubicBezTo>
                    <a:pt x="86264" y="72139"/>
                    <a:pt x="72845" y="85545"/>
                    <a:pt x="65817" y="103420"/>
                  </a:cubicBezTo>
                  <a:lnTo>
                    <a:pt x="17253" y="96398"/>
                  </a:lnTo>
                  <a:cubicBezTo>
                    <a:pt x="28116" y="58094"/>
                    <a:pt x="58149" y="28089"/>
                    <a:pt x="97127" y="17236"/>
                  </a:cubicBezTo>
                  <a:lnTo>
                    <a:pt x="97127" y="17236"/>
                  </a:lnTo>
                  <a:close/>
                  <a:moveTo>
                    <a:pt x="12780" y="127680"/>
                  </a:moveTo>
                  <a:cubicBezTo>
                    <a:pt x="12780" y="121296"/>
                    <a:pt x="13419" y="115550"/>
                    <a:pt x="14697" y="109166"/>
                  </a:cubicBezTo>
                  <a:lnTo>
                    <a:pt x="61982" y="116188"/>
                  </a:lnTo>
                  <a:cubicBezTo>
                    <a:pt x="60704" y="123849"/>
                    <a:pt x="60704" y="131510"/>
                    <a:pt x="61982" y="139171"/>
                  </a:cubicBezTo>
                  <a:lnTo>
                    <a:pt x="14697" y="145555"/>
                  </a:lnTo>
                  <a:cubicBezTo>
                    <a:pt x="13419" y="139809"/>
                    <a:pt x="12780" y="133425"/>
                    <a:pt x="12780" y="127680"/>
                  </a:cubicBezTo>
                  <a:lnTo>
                    <a:pt x="12780" y="127680"/>
                  </a:lnTo>
                  <a:close/>
                  <a:moveTo>
                    <a:pt x="17253" y="158323"/>
                  </a:moveTo>
                  <a:lnTo>
                    <a:pt x="65177" y="151300"/>
                  </a:lnTo>
                  <a:cubicBezTo>
                    <a:pt x="72207" y="169176"/>
                    <a:pt x="85625" y="182582"/>
                    <a:pt x="103517" y="189604"/>
                  </a:cubicBezTo>
                  <a:lnTo>
                    <a:pt x="96488" y="237484"/>
                  </a:lnTo>
                  <a:cubicBezTo>
                    <a:pt x="58149" y="227270"/>
                    <a:pt x="28116" y="197265"/>
                    <a:pt x="17253" y="158323"/>
                  </a:cubicBezTo>
                  <a:lnTo>
                    <a:pt x="17253" y="158323"/>
                  </a:lnTo>
                  <a:close/>
                  <a:moveTo>
                    <a:pt x="109268" y="240676"/>
                  </a:moveTo>
                  <a:lnTo>
                    <a:pt x="115658" y="193435"/>
                  </a:lnTo>
                  <a:cubicBezTo>
                    <a:pt x="123326" y="194711"/>
                    <a:pt x="130994" y="194711"/>
                    <a:pt x="138662" y="193435"/>
                  </a:cubicBezTo>
                  <a:lnTo>
                    <a:pt x="145691" y="240676"/>
                  </a:lnTo>
                  <a:cubicBezTo>
                    <a:pt x="139301" y="241953"/>
                    <a:pt x="133550" y="241953"/>
                    <a:pt x="127160" y="241953"/>
                  </a:cubicBezTo>
                  <a:cubicBezTo>
                    <a:pt x="121409" y="242591"/>
                    <a:pt x="115658" y="241953"/>
                    <a:pt x="109268" y="240676"/>
                  </a:cubicBezTo>
                  <a:lnTo>
                    <a:pt x="109268" y="240676"/>
                  </a:lnTo>
                  <a:close/>
                  <a:moveTo>
                    <a:pt x="159110" y="238122"/>
                  </a:moveTo>
                  <a:lnTo>
                    <a:pt x="152081" y="190243"/>
                  </a:lnTo>
                  <a:cubicBezTo>
                    <a:pt x="169973" y="183220"/>
                    <a:pt x="183391" y="169814"/>
                    <a:pt x="190420" y="151939"/>
                  </a:cubicBezTo>
                  <a:lnTo>
                    <a:pt x="238345" y="158961"/>
                  </a:lnTo>
                  <a:cubicBezTo>
                    <a:pt x="227482" y="197265"/>
                    <a:pt x="197449" y="227270"/>
                    <a:pt x="159110" y="238122"/>
                  </a:cubicBezTo>
                  <a:lnTo>
                    <a:pt x="159110" y="238122"/>
                  </a:lnTo>
                  <a:close/>
                </a:path>
              </a:pathLst>
            </a:custGeom>
            <a:solidFill>
              <a:srgbClr val="007680"/>
            </a:solidFill>
            <a:ln w="6390" cap="flat">
              <a:noFill/>
              <a:prstDash val="solid"/>
              <a:miter/>
            </a:ln>
          </p:spPr>
          <p:txBody>
            <a:bodyPr rtlCol="0" anchor="ctr"/>
            <a:lstStyle/>
            <a:p>
              <a:endParaRPr lang="en-US"/>
            </a:p>
          </p:txBody>
        </p:sp>
      </p:grpSp>
      <p:grpSp>
        <p:nvGrpSpPr>
          <p:cNvPr id="614" name="Graphic 5">
            <a:extLst>
              <a:ext uri="{FF2B5EF4-FFF2-40B4-BE49-F238E27FC236}">
                <a16:creationId xmlns:a16="http://schemas.microsoft.com/office/drawing/2014/main" id="{0068C542-FD40-CD4B-A8F9-EE5A0D6610DC}"/>
              </a:ext>
            </a:extLst>
          </p:cNvPr>
          <p:cNvGrpSpPr/>
          <p:nvPr/>
        </p:nvGrpSpPr>
        <p:grpSpPr>
          <a:xfrm>
            <a:off x="5708769" y="3824806"/>
            <a:ext cx="362312" cy="361971"/>
            <a:chOff x="5708769" y="3824806"/>
            <a:chExt cx="362312" cy="361971"/>
          </a:xfrm>
          <a:solidFill>
            <a:srgbClr val="007680"/>
          </a:solidFill>
        </p:grpSpPr>
        <p:sp>
          <p:nvSpPr>
            <p:cNvPr id="615" name="Graphic 5">
              <a:extLst>
                <a:ext uri="{FF2B5EF4-FFF2-40B4-BE49-F238E27FC236}">
                  <a16:creationId xmlns:a16="http://schemas.microsoft.com/office/drawing/2014/main" id="{393BCCBF-6A78-7D4C-8064-B34FBF6C76BD}"/>
                </a:ext>
              </a:extLst>
            </p:cNvPr>
            <p:cNvSpPr/>
            <p:nvPr/>
          </p:nvSpPr>
          <p:spPr>
            <a:xfrm>
              <a:off x="5708769" y="3824806"/>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8"/>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616" name="Graphic 5">
              <a:extLst>
                <a:ext uri="{FF2B5EF4-FFF2-40B4-BE49-F238E27FC236}">
                  <a16:creationId xmlns:a16="http://schemas.microsoft.com/office/drawing/2014/main" id="{81BA4709-9AC9-1D48-BFC2-12DAB271ECFF}"/>
                </a:ext>
              </a:extLst>
            </p:cNvPr>
            <p:cNvSpPr/>
            <p:nvPr/>
          </p:nvSpPr>
          <p:spPr>
            <a:xfrm>
              <a:off x="5779059" y="3924396"/>
              <a:ext cx="223647" cy="162791"/>
            </a:xfrm>
            <a:custGeom>
              <a:avLst/>
              <a:gdLst>
                <a:gd name="connsiteX0" fmla="*/ 223009 w 223647"/>
                <a:gd name="connsiteY0" fmla="*/ 3831 h 162791"/>
                <a:gd name="connsiteX1" fmla="*/ 223009 w 223647"/>
                <a:gd name="connsiteY1" fmla="*/ 3831 h 162791"/>
                <a:gd name="connsiteX2" fmla="*/ 223009 w 223647"/>
                <a:gd name="connsiteY2" fmla="*/ 3831 h 162791"/>
                <a:gd name="connsiteX3" fmla="*/ 221731 w 223647"/>
                <a:gd name="connsiteY3" fmla="*/ 1916 h 162791"/>
                <a:gd name="connsiteX4" fmla="*/ 221092 w 223647"/>
                <a:gd name="connsiteY4" fmla="*/ 1277 h 162791"/>
                <a:gd name="connsiteX5" fmla="*/ 219814 w 223647"/>
                <a:gd name="connsiteY5" fmla="*/ 639 h 162791"/>
                <a:gd name="connsiteX6" fmla="*/ 219175 w 223647"/>
                <a:gd name="connsiteY6" fmla="*/ 639 h 162791"/>
                <a:gd name="connsiteX7" fmla="*/ 217258 w 223647"/>
                <a:gd name="connsiteY7" fmla="*/ 0 h 162791"/>
                <a:gd name="connsiteX8" fmla="*/ 6390 w 223647"/>
                <a:gd name="connsiteY8" fmla="*/ 0 h 162791"/>
                <a:gd name="connsiteX9" fmla="*/ 4473 w 223647"/>
                <a:gd name="connsiteY9" fmla="*/ 639 h 162791"/>
                <a:gd name="connsiteX10" fmla="*/ 3834 w 223647"/>
                <a:gd name="connsiteY10" fmla="*/ 639 h 162791"/>
                <a:gd name="connsiteX11" fmla="*/ 2556 w 223647"/>
                <a:gd name="connsiteY11" fmla="*/ 1277 h 162791"/>
                <a:gd name="connsiteX12" fmla="*/ 1917 w 223647"/>
                <a:gd name="connsiteY12" fmla="*/ 1916 h 162791"/>
                <a:gd name="connsiteX13" fmla="*/ 639 w 223647"/>
                <a:gd name="connsiteY13" fmla="*/ 3192 h 162791"/>
                <a:gd name="connsiteX14" fmla="*/ 639 w 223647"/>
                <a:gd name="connsiteY14" fmla="*/ 3831 h 162791"/>
                <a:gd name="connsiteX15" fmla="*/ 639 w 223647"/>
                <a:gd name="connsiteY15" fmla="*/ 3831 h 162791"/>
                <a:gd name="connsiteX16" fmla="*/ 0 w 223647"/>
                <a:gd name="connsiteY16" fmla="*/ 5746 h 162791"/>
                <a:gd name="connsiteX17" fmla="*/ 0 w 223647"/>
                <a:gd name="connsiteY17" fmla="*/ 156408 h 162791"/>
                <a:gd name="connsiteX18" fmla="*/ 639 w 223647"/>
                <a:gd name="connsiteY18" fmla="*/ 158961 h 162791"/>
                <a:gd name="connsiteX19" fmla="*/ 3834 w 223647"/>
                <a:gd name="connsiteY19" fmla="*/ 162153 h 162791"/>
                <a:gd name="connsiteX20" fmla="*/ 6390 w 223647"/>
                <a:gd name="connsiteY20" fmla="*/ 162792 h 162791"/>
                <a:gd name="connsiteX21" fmla="*/ 217258 w 223647"/>
                <a:gd name="connsiteY21" fmla="*/ 162792 h 162791"/>
                <a:gd name="connsiteX22" fmla="*/ 219814 w 223647"/>
                <a:gd name="connsiteY22" fmla="*/ 162153 h 162791"/>
                <a:gd name="connsiteX23" fmla="*/ 223009 w 223647"/>
                <a:gd name="connsiteY23" fmla="*/ 158961 h 162791"/>
                <a:gd name="connsiteX24" fmla="*/ 223648 w 223647"/>
                <a:gd name="connsiteY24" fmla="*/ 156408 h 162791"/>
                <a:gd name="connsiteX25" fmla="*/ 223648 w 223647"/>
                <a:gd name="connsiteY25" fmla="*/ 5746 h 162791"/>
                <a:gd name="connsiteX26" fmla="*/ 223009 w 223647"/>
                <a:gd name="connsiteY26" fmla="*/ 3831 h 162791"/>
                <a:gd name="connsiteX27" fmla="*/ 84347 w 223647"/>
                <a:gd name="connsiteY27" fmla="*/ 87461 h 162791"/>
                <a:gd name="connsiteX28" fmla="*/ 107351 w 223647"/>
                <a:gd name="connsiteY28" fmla="*/ 108528 h 162791"/>
                <a:gd name="connsiteX29" fmla="*/ 111824 w 223647"/>
                <a:gd name="connsiteY29" fmla="*/ 110443 h 162791"/>
                <a:gd name="connsiteX30" fmla="*/ 116297 w 223647"/>
                <a:gd name="connsiteY30" fmla="*/ 108528 h 162791"/>
                <a:gd name="connsiteX31" fmla="*/ 139301 w 223647"/>
                <a:gd name="connsiteY31" fmla="*/ 87461 h 162791"/>
                <a:gd name="connsiteX32" fmla="*/ 201922 w 223647"/>
                <a:gd name="connsiteY32" fmla="*/ 150024 h 162791"/>
                <a:gd name="connsiteX33" fmla="*/ 21726 w 223647"/>
                <a:gd name="connsiteY33" fmla="*/ 150024 h 162791"/>
                <a:gd name="connsiteX34" fmla="*/ 84347 w 223647"/>
                <a:gd name="connsiteY34" fmla="*/ 87461 h 162791"/>
                <a:gd name="connsiteX35" fmla="*/ 12141 w 223647"/>
                <a:gd name="connsiteY35" fmla="*/ 141724 h 162791"/>
                <a:gd name="connsiteX36" fmla="*/ 12141 w 223647"/>
                <a:gd name="connsiteY36" fmla="*/ 21067 h 162791"/>
                <a:gd name="connsiteX37" fmla="*/ 74762 w 223647"/>
                <a:gd name="connsiteY37" fmla="*/ 79162 h 162791"/>
                <a:gd name="connsiteX38" fmla="*/ 12141 w 223647"/>
                <a:gd name="connsiteY38" fmla="*/ 141724 h 162791"/>
                <a:gd name="connsiteX39" fmla="*/ 148246 w 223647"/>
                <a:gd name="connsiteY39" fmla="*/ 79162 h 162791"/>
                <a:gd name="connsiteX40" fmla="*/ 210868 w 223647"/>
                <a:gd name="connsiteY40" fmla="*/ 21067 h 162791"/>
                <a:gd name="connsiteX41" fmla="*/ 210868 w 223647"/>
                <a:gd name="connsiteY41" fmla="*/ 141724 h 162791"/>
                <a:gd name="connsiteX42" fmla="*/ 148246 w 223647"/>
                <a:gd name="connsiteY42" fmla="*/ 79162 h 162791"/>
                <a:gd name="connsiteX43" fmla="*/ 200644 w 223647"/>
                <a:gd name="connsiteY43" fmla="*/ 12768 h 162791"/>
                <a:gd name="connsiteX44" fmla="*/ 111185 w 223647"/>
                <a:gd name="connsiteY44" fmla="*/ 95760 h 162791"/>
                <a:gd name="connsiteX45" fmla="*/ 21726 w 223647"/>
                <a:gd name="connsiteY45" fmla="*/ 12768 h 162791"/>
                <a:gd name="connsiteX46" fmla="*/ 200644 w 223647"/>
                <a:gd name="connsiteY46" fmla="*/ 12768 h 16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23647" h="162791">
                  <a:moveTo>
                    <a:pt x="223009" y="3831"/>
                  </a:moveTo>
                  <a:lnTo>
                    <a:pt x="223009" y="3831"/>
                  </a:lnTo>
                  <a:cubicBezTo>
                    <a:pt x="223009" y="3831"/>
                    <a:pt x="223009" y="3831"/>
                    <a:pt x="223009" y="3831"/>
                  </a:cubicBezTo>
                  <a:cubicBezTo>
                    <a:pt x="223009" y="3192"/>
                    <a:pt x="222370" y="2554"/>
                    <a:pt x="221731" y="1916"/>
                  </a:cubicBezTo>
                  <a:lnTo>
                    <a:pt x="221092" y="1277"/>
                  </a:lnTo>
                  <a:cubicBezTo>
                    <a:pt x="220453" y="639"/>
                    <a:pt x="220453" y="639"/>
                    <a:pt x="219814" y="639"/>
                  </a:cubicBezTo>
                  <a:lnTo>
                    <a:pt x="219175" y="639"/>
                  </a:lnTo>
                  <a:cubicBezTo>
                    <a:pt x="218536" y="639"/>
                    <a:pt x="217897" y="0"/>
                    <a:pt x="217258" y="0"/>
                  </a:cubicBezTo>
                  <a:lnTo>
                    <a:pt x="6390" y="0"/>
                  </a:lnTo>
                  <a:cubicBezTo>
                    <a:pt x="5751" y="0"/>
                    <a:pt x="5112" y="0"/>
                    <a:pt x="4473" y="639"/>
                  </a:cubicBezTo>
                  <a:cubicBezTo>
                    <a:pt x="4473" y="639"/>
                    <a:pt x="3834" y="639"/>
                    <a:pt x="3834" y="639"/>
                  </a:cubicBezTo>
                  <a:cubicBezTo>
                    <a:pt x="3195" y="639"/>
                    <a:pt x="3195" y="1277"/>
                    <a:pt x="2556" y="1277"/>
                  </a:cubicBezTo>
                  <a:lnTo>
                    <a:pt x="1917" y="1916"/>
                  </a:lnTo>
                  <a:cubicBezTo>
                    <a:pt x="1278" y="2554"/>
                    <a:pt x="1278" y="2554"/>
                    <a:pt x="639" y="3192"/>
                  </a:cubicBezTo>
                  <a:lnTo>
                    <a:pt x="639" y="3831"/>
                  </a:lnTo>
                  <a:lnTo>
                    <a:pt x="639" y="3831"/>
                  </a:lnTo>
                  <a:cubicBezTo>
                    <a:pt x="639" y="4469"/>
                    <a:pt x="0" y="5107"/>
                    <a:pt x="0" y="5746"/>
                  </a:cubicBezTo>
                  <a:lnTo>
                    <a:pt x="0" y="156408"/>
                  </a:lnTo>
                  <a:cubicBezTo>
                    <a:pt x="0" y="157046"/>
                    <a:pt x="0" y="158323"/>
                    <a:pt x="639" y="158961"/>
                  </a:cubicBezTo>
                  <a:cubicBezTo>
                    <a:pt x="1278" y="160238"/>
                    <a:pt x="2556" y="161515"/>
                    <a:pt x="3834" y="162153"/>
                  </a:cubicBezTo>
                  <a:cubicBezTo>
                    <a:pt x="4473" y="162792"/>
                    <a:pt x="5751" y="162792"/>
                    <a:pt x="6390" y="162792"/>
                  </a:cubicBezTo>
                  <a:lnTo>
                    <a:pt x="217258" y="162792"/>
                  </a:lnTo>
                  <a:cubicBezTo>
                    <a:pt x="217897" y="162792"/>
                    <a:pt x="219175" y="162792"/>
                    <a:pt x="219814" y="162153"/>
                  </a:cubicBezTo>
                  <a:cubicBezTo>
                    <a:pt x="221092" y="161515"/>
                    <a:pt x="222370" y="160238"/>
                    <a:pt x="223009" y="158961"/>
                  </a:cubicBezTo>
                  <a:cubicBezTo>
                    <a:pt x="223648" y="158323"/>
                    <a:pt x="223648" y="157684"/>
                    <a:pt x="223648" y="156408"/>
                  </a:cubicBezTo>
                  <a:lnTo>
                    <a:pt x="223648" y="5746"/>
                  </a:lnTo>
                  <a:cubicBezTo>
                    <a:pt x="223648" y="5107"/>
                    <a:pt x="223648" y="4469"/>
                    <a:pt x="223009" y="3831"/>
                  </a:cubicBezTo>
                  <a:close/>
                  <a:moveTo>
                    <a:pt x="84347" y="87461"/>
                  </a:moveTo>
                  <a:lnTo>
                    <a:pt x="107351" y="108528"/>
                  </a:lnTo>
                  <a:cubicBezTo>
                    <a:pt x="108629" y="109805"/>
                    <a:pt x="109907" y="110443"/>
                    <a:pt x="111824" y="110443"/>
                  </a:cubicBezTo>
                  <a:cubicBezTo>
                    <a:pt x="113741" y="110443"/>
                    <a:pt x="115019" y="109805"/>
                    <a:pt x="116297" y="108528"/>
                  </a:cubicBezTo>
                  <a:lnTo>
                    <a:pt x="139301" y="87461"/>
                  </a:lnTo>
                  <a:lnTo>
                    <a:pt x="201922" y="150024"/>
                  </a:lnTo>
                  <a:lnTo>
                    <a:pt x="21726" y="150024"/>
                  </a:lnTo>
                  <a:lnTo>
                    <a:pt x="84347" y="87461"/>
                  </a:lnTo>
                  <a:close/>
                  <a:moveTo>
                    <a:pt x="12141" y="141724"/>
                  </a:moveTo>
                  <a:lnTo>
                    <a:pt x="12141" y="21067"/>
                  </a:lnTo>
                  <a:lnTo>
                    <a:pt x="74762" y="79162"/>
                  </a:lnTo>
                  <a:lnTo>
                    <a:pt x="12141" y="141724"/>
                  </a:lnTo>
                  <a:close/>
                  <a:moveTo>
                    <a:pt x="148246" y="79162"/>
                  </a:moveTo>
                  <a:lnTo>
                    <a:pt x="210868" y="21067"/>
                  </a:lnTo>
                  <a:lnTo>
                    <a:pt x="210868" y="141724"/>
                  </a:lnTo>
                  <a:lnTo>
                    <a:pt x="148246" y="79162"/>
                  </a:lnTo>
                  <a:close/>
                  <a:moveTo>
                    <a:pt x="200644" y="12768"/>
                  </a:moveTo>
                  <a:lnTo>
                    <a:pt x="111185" y="95760"/>
                  </a:lnTo>
                  <a:lnTo>
                    <a:pt x="21726" y="12768"/>
                  </a:lnTo>
                  <a:lnTo>
                    <a:pt x="200644" y="12768"/>
                  </a:lnTo>
                  <a:close/>
                </a:path>
              </a:pathLst>
            </a:custGeom>
            <a:solidFill>
              <a:srgbClr val="007680"/>
            </a:solidFill>
            <a:ln w="6390" cap="flat">
              <a:noFill/>
              <a:prstDash val="solid"/>
              <a:miter/>
            </a:ln>
          </p:spPr>
          <p:txBody>
            <a:bodyPr rtlCol="0" anchor="ctr"/>
            <a:lstStyle/>
            <a:p>
              <a:endParaRPr lang="en-US"/>
            </a:p>
          </p:txBody>
        </p:sp>
      </p:grpSp>
      <p:grpSp>
        <p:nvGrpSpPr>
          <p:cNvPr id="617" name="Graphic 5">
            <a:extLst>
              <a:ext uri="{FF2B5EF4-FFF2-40B4-BE49-F238E27FC236}">
                <a16:creationId xmlns:a16="http://schemas.microsoft.com/office/drawing/2014/main" id="{337E82AE-E01C-5443-959D-59DB2BAE8EEC}"/>
              </a:ext>
            </a:extLst>
          </p:cNvPr>
          <p:cNvGrpSpPr/>
          <p:nvPr/>
        </p:nvGrpSpPr>
        <p:grpSpPr>
          <a:xfrm>
            <a:off x="6754802" y="3824806"/>
            <a:ext cx="362309" cy="361971"/>
            <a:chOff x="6754802" y="3824806"/>
            <a:chExt cx="362309" cy="361971"/>
          </a:xfrm>
          <a:solidFill>
            <a:srgbClr val="007680"/>
          </a:solidFill>
        </p:grpSpPr>
        <p:sp>
          <p:nvSpPr>
            <p:cNvPr id="618" name="Graphic 5">
              <a:extLst>
                <a:ext uri="{FF2B5EF4-FFF2-40B4-BE49-F238E27FC236}">
                  <a16:creationId xmlns:a16="http://schemas.microsoft.com/office/drawing/2014/main" id="{EC301B6C-C329-3945-A10D-2619EA2D85DC}"/>
                </a:ext>
              </a:extLst>
            </p:cNvPr>
            <p:cNvSpPr/>
            <p:nvPr/>
          </p:nvSpPr>
          <p:spPr>
            <a:xfrm>
              <a:off x="6754802" y="382480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873"/>
                    <a:pt x="274767"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619" name="Graphic 5">
              <a:extLst>
                <a:ext uri="{FF2B5EF4-FFF2-40B4-BE49-F238E27FC236}">
                  <a16:creationId xmlns:a16="http://schemas.microsoft.com/office/drawing/2014/main" id="{C5D2E6E4-B2FE-954B-9440-63A41088A891}"/>
                </a:ext>
              </a:extLst>
            </p:cNvPr>
            <p:cNvSpPr/>
            <p:nvPr/>
          </p:nvSpPr>
          <p:spPr>
            <a:xfrm>
              <a:off x="6818701" y="3914182"/>
              <a:ext cx="107351" cy="184497"/>
            </a:xfrm>
            <a:custGeom>
              <a:avLst/>
              <a:gdLst>
                <a:gd name="connsiteX0" fmla="*/ 107351 w 107351"/>
                <a:gd name="connsiteY0" fmla="*/ 53626 h 184497"/>
                <a:gd name="connsiteX1" fmla="*/ 53676 w 107351"/>
                <a:gd name="connsiteY1" fmla="*/ 0 h 184497"/>
                <a:gd name="connsiteX2" fmla="*/ 0 w 107351"/>
                <a:gd name="connsiteY2" fmla="*/ 53626 h 184497"/>
                <a:gd name="connsiteX3" fmla="*/ 47925 w 107351"/>
                <a:gd name="connsiteY3" fmla="*/ 107251 h 184497"/>
                <a:gd name="connsiteX4" fmla="*/ 47286 w 107351"/>
                <a:gd name="connsiteY4" fmla="*/ 109166 h 184497"/>
                <a:gd name="connsiteX5" fmla="*/ 47286 w 107351"/>
                <a:gd name="connsiteY5" fmla="*/ 137256 h 184497"/>
                <a:gd name="connsiteX6" fmla="*/ 19170 w 107351"/>
                <a:gd name="connsiteY6" fmla="*/ 137256 h 184497"/>
                <a:gd name="connsiteX7" fmla="*/ 12780 w 107351"/>
                <a:gd name="connsiteY7" fmla="*/ 143640 h 184497"/>
                <a:gd name="connsiteX8" fmla="*/ 19170 w 107351"/>
                <a:gd name="connsiteY8" fmla="*/ 150024 h 184497"/>
                <a:gd name="connsiteX9" fmla="*/ 47286 w 107351"/>
                <a:gd name="connsiteY9" fmla="*/ 150024 h 184497"/>
                <a:gd name="connsiteX10" fmla="*/ 47286 w 107351"/>
                <a:gd name="connsiteY10" fmla="*/ 178113 h 184497"/>
                <a:gd name="connsiteX11" fmla="*/ 53676 w 107351"/>
                <a:gd name="connsiteY11" fmla="*/ 184497 h 184497"/>
                <a:gd name="connsiteX12" fmla="*/ 60066 w 107351"/>
                <a:gd name="connsiteY12" fmla="*/ 178113 h 184497"/>
                <a:gd name="connsiteX13" fmla="*/ 60066 w 107351"/>
                <a:gd name="connsiteY13" fmla="*/ 150024 h 184497"/>
                <a:gd name="connsiteX14" fmla="*/ 88181 w 107351"/>
                <a:gd name="connsiteY14" fmla="*/ 150024 h 184497"/>
                <a:gd name="connsiteX15" fmla="*/ 94571 w 107351"/>
                <a:gd name="connsiteY15" fmla="*/ 143640 h 184497"/>
                <a:gd name="connsiteX16" fmla="*/ 88181 w 107351"/>
                <a:gd name="connsiteY16" fmla="*/ 137256 h 184497"/>
                <a:gd name="connsiteX17" fmla="*/ 60066 w 107351"/>
                <a:gd name="connsiteY17" fmla="*/ 137256 h 184497"/>
                <a:gd name="connsiteX18" fmla="*/ 60066 w 107351"/>
                <a:gd name="connsiteY18" fmla="*/ 109166 h 184497"/>
                <a:gd name="connsiteX19" fmla="*/ 59427 w 107351"/>
                <a:gd name="connsiteY19" fmla="*/ 107251 h 184497"/>
                <a:gd name="connsiteX20" fmla="*/ 107351 w 107351"/>
                <a:gd name="connsiteY20" fmla="*/ 53626 h 184497"/>
                <a:gd name="connsiteX21" fmla="*/ 53037 w 107351"/>
                <a:gd name="connsiteY21" fmla="*/ 94483 h 184497"/>
                <a:gd name="connsiteX22" fmla="*/ 12141 w 107351"/>
                <a:gd name="connsiteY22" fmla="*/ 53626 h 184497"/>
                <a:gd name="connsiteX23" fmla="*/ 53037 w 107351"/>
                <a:gd name="connsiteY23" fmla="*/ 12768 h 184497"/>
                <a:gd name="connsiteX24" fmla="*/ 93933 w 107351"/>
                <a:gd name="connsiteY24" fmla="*/ 53626 h 184497"/>
                <a:gd name="connsiteX25" fmla="*/ 93933 w 107351"/>
                <a:gd name="connsiteY25" fmla="*/ 53626 h 184497"/>
                <a:gd name="connsiteX26" fmla="*/ 53037 w 107351"/>
                <a:gd name="connsiteY26" fmla="*/ 94483 h 184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7351" h="184497">
                  <a:moveTo>
                    <a:pt x="107351" y="53626"/>
                  </a:moveTo>
                  <a:cubicBezTo>
                    <a:pt x="107351" y="23621"/>
                    <a:pt x="83069" y="0"/>
                    <a:pt x="53676" y="0"/>
                  </a:cubicBezTo>
                  <a:cubicBezTo>
                    <a:pt x="23643" y="0"/>
                    <a:pt x="0" y="24259"/>
                    <a:pt x="0" y="53626"/>
                  </a:cubicBezTo>
                  <a:cubicBezTo>
                    <a:pt x="0" y="81077"/>
                    <a:pt x="20448" y="104059"/>
                    <a:pt x="47925" y="107251"/>
                  </a:cubicBezTo>
                  <a:cubicBezTo>
                    <a:pt x="47925" y="107889"/>
                    <a:pt x="47286" y="108528"/>
                    <a:pt x="47286" y="109166"/>
                  </a:cubicBezTo>
                  <a:lnTo>
                    <a:pt x="47286" y="137256"/>
                  </a:lnTo>
                  <a:lnTo>
                    <a:pt x="19170" y="137256"/>
                  </a:lnTo>
                  <a:cubicBezTo>
                    <a:pt x="15336" y="137256"/>
                    <a:pt x="12780" y="139809"/>
                    <a:pt x="12780" y="143640"/>
                  </a:cubicBezTo>
                  <a:cubicBezTo>
                    <a:pt x="12780" y="147470"/>
                    <a:pt x="15336" y="150024"/>
                    <a:pt x="19170" y="150024"/>
                  </a:cubicBezTo>
                  <a:lnTo>
                    <a:pt x="47286" y="150024"/>
                  </a:lnTo>
                  <a:lnTo>
                    <a:pt x="47286" y="178113"/>
                  </a:lnTo>
                  <a:cubicBezTo>
                    <a:pt x="47286" y="181944"/>
                    <a:pt x="49842" y="184497"/>
                    <a:pt x="53676" y="184497"/>
                  </a:cubicBezTo>
                  <a:cubicBezTo>
                    <a:pt x="57509" y="184497"/>
                    <a:pt x="60066" y="181944"/>
                    <a:pt x="60066" y="178113"/>
                  </a:cubicBezTo>
                  <a:lnTo>
                    <a:pt x="60066" y="150024"/>
                  </a:lnTo>
                  <a:lnTo>
                    <a:pt x="88181" y="150024"/>
                  </a:lnTo>
                  <a:cubicBezTo>
                    <a:pt x="92015" y="150024"/>
                    <a:pt x="94571" y="147470"/>
                    <a:pt x="94571" y="143640"/>
                  </a:cubicBezTo>
                  <a:cubicBezTo>
                    <a:pt x="94571" y="139809"/>
                    <a:pt x="92015" y="137256"/>
                    <a:pt x="88181" y="137256"/>
                  </a:cubicBezTo>
                  <a:lnTo>
                    <a:pt x="60066" y="137256"/>
                  </a:lnTo>
                  <a:lnTo>
                    <a:pt x="60066" y="109166"/>
                  </a:lnTo>
                  <a:cubicBezTo>
                    <a:pt x="60066" y="108528"/>
                    <a:pt x="60066" y="107889"/>
                    <a:pt x="59427" y="107251"/>
                  </a:cubicBezTo>
                  <a:cubicBezTo>
                    <a:pt x="86264" y="104059"/>
                    <a:pt x="107351" y="81077"/>
                    <a:pt x="107351" y="53626"/>
                  </a:cubicBezTo>
                  <a:close/>
                  <a:moveTo>
                    <a:pt x="53037" y="94483"/>
                  </a:moveTo>
                  <a:cubicBezTo>
                    <a:pt x="30672" y="94483"/>
                    <a:pt x="12141" y="75970"/>
                    <a:pt x="12141" y="53626"/>
                  </a:cubicBezTo>
                  <a:cubicBezTo>
                    <a:pt x="12141" y="31282"/>
                    <a:pt x="30672" y="12768"/>
                    <a:pt x="53037" y="12768"/>
                  </a:cubicBezTo>
                  <a:cubicBezTo>
                    <a:pt x="75402" y="12768"/>
                    <a:pt x="93933" y="31282"/>
                    <a:pt x="93933" y="53626"/>
                  </a:cubicBezTo>
                  <a:cubicBezTo>
                    <a:pt x="93933" y="53626"/>
                    <a:pt x="93933" y="53626"/>
                    <a:pt x="93933" y="53626"/>
                  </a:cubicBezTo>
                  <a:cubicBezTo>
                    <a:pt x="94571" y="75970"/>
                    <a:pt x="76040" y="94483"/>
                    <a:pt x="53037" y="94483"/>
                  </a:cubicBezTo>
                  <a:close/>
                </a:path>
              </a:pathLst>
            </a:custGeom>
            <a:solidFill>
              <a:srgbClr val="007680"/>
            </a:solidFill>
            <a:ln w="6390" cap="flat">
              <a:noFill/>
              <a:prstDash val="solid"/>
              <a:miter/>
            </a:ln>
          </p:spPr>
          <p:txBody>
            <a:bodyPr rtlCol="0" anchor="ctr"/>
            <a:lstStyle/>
            <a:p>
              <a:endParaRPr lang="en-US"/>
            </a:p>
          </p:txBody>
        </p:sp>
        <p:sp>
          <p:nvSpPr>
            <p:cNvPr id="620" name="Graphic 5">
              <a:extLst>
                <a:ext uri="{FF2B5EF4-FFF2-40B4-BE49-F238E27FC236}">
                  <a16:creationId xmlns:a16="http://schemas.microsoft.com/office/drawing/2014/main" id="{65DD59AA-E10A-2D40-BAC1-E7A7F5E78772}"/>
                </a:ext>
              </a:extLst>
            </p:cNvPr>
            <p:cNvSpPr/>
            <p:nvPr/>
          </p:nvSpPr>
          <p:spPr>
            <a:xfrm>
              <a:off x="6947339" y="3914156"/>
              <a:ext cx="107590" cy="183684"/>
            </a:xfrm>
            <a:custGeom>
              <a:avLst/>
              <a:gdLst>
                <a:gd name="connsiteX0" fmla="*/ 59226 w 107590"/>
                <a:gd name="connsiteY0" fmla="*/ 76634 h 183684"/>
                <a:gd name="connsiteX1" fmla="*/ 59865 w 107590"/>
                <a:gd name="connsiteY1" fmla="*/ 74719 h 183684"/>
                <a:gd name="connsiteX2" fmla="*/ 59865 w 107590"/>
                <a:gd name="connsiteY2" fmla="*/ 21732 h 183684"/>
                <a:gd name="connsiteX3" fmla="*/ 83508 w 107590"/>
                <a:gd name="connsiteY3" fmla="*/ 45352 h 183684"/>
                <a:gd name="connsiteX4" fmla="*/ 92454 w 107590"/>
                <a:gd name="connsiteY4" fmla="*/ 45352 h 183684"/>
                <a:gd name="connsiteX5" fmla="*/ 92454 w 107590"/>
                <a:gd name="connsiteY5" fmla="*/ 36415 h 183684"/>
                <a:gd name="connsiteX6" fmla="*/ 57949 w 107590"/>
                <a:gd name="connsiteY6" fmla="*/ 1941 h 183684"/>
                <a:gd name="connsiteX7" fmla="*/ 50919 w 107590"/>
                <a:gd name="connsiteY7" fmla="*/ 664 h 183684"/>
                <a:gd name="connsiteX8" fmla="*/ 49003 w 107590"/>
                <a:gd name="connsiteY8" fmla="*/ 1941 h 183684"/>
                <a:gd name="connsiteX9" fmla="*/ 14497 w 107590"/>
                <a:gd name="connsiteY9" fmla="*/ 36415 h 183684"/>
                <a:gd name="connsiteX10" fmla="*/ 14497 w 107590"/>
                <a:gd name="connsiteY10" fmla="*/ 45352 h 183684"/>
                <a:gd name="connsiteX11" fmla="*/ 14497 w 107590"/>
                <a:gd name="connsiteY11" fmla="*/ 45352 h 183684"/>
                <a:gd name="connsiteX12" fmla="*/ 18970 w 107590"/>
                <a:gd name="connsiteY12" fmla="*/ 47267 h 183684"/>
                <a:gd name="connsiteX13" fmla="*/ 23443 w 107590"/>
                <a:gd name="connsiteY13" fmla="*/ 45352 h 183684"/>
                <a:gd name="connsiteX14" fmla="*/ 47085 w 107590"/>
                <a:gd name="connsiteY14" fmla="*/ 21732 h 183684"/>
                <a:gd name="connsiteX15" fmla="*/ 47085 w 107590"/>
                <a:gd name="connsiteY15" fmla="*/ 74719 h 183684"/>
                <a:gd name="connsiteX16" fmla="*/ 47724 w 107590"/>
                <a:gd name="connsiteY16" fmla="*/ 76634 h 183684"/>
                <a:gd name="connsiteX17" fmla="*/ 439 w 107590"/>
                <a:gd name="connsiteY17" fmla="*/ 136005 h 183684"/>
                <a:gd name="connsiteX18" fmla="*/ 59865 w 107590"/>
                <a:gd name="connsiteY18" fmla="*/ 183246 h 183684"/>
                <a:gd name="connsiteX19" fmla="*/ 107151 w 107590"/>
                <a:gd name="connsiteY19" fmla="*/ 123875 h 183684"/>
                <a:gd name="connsiteX20" fmla="*/ 59226 w 107590"/>
                <a:gd name="connsiteY20" fmla="*/ 76634 h 183684"/>
                <a:gd name="connsiteX21" fmla="*/ 59226 w 107590"/>
                <a:gd name="connsiteY21" fmla="*/ 76634 h 183684"/>
                <a:gd name="connsiteX22" fmla="*/ 53475 w 107590"/>
                <a:gd name="connsiteY22" fmla="*/ 171116 h 183684"/>
                <a:gd name="connsiteX23" fmla="*/ 12580 w 107590"/>
                <a:gd name="connsiteY23" fmla="*/ 130259 h 183684"/>
                <a:gd name="connsiteX24" fmla="*/ 53475 w 107590"/>
                <a:gd name="connsiteY24" fmla="*/ 89402 h 183684"/>
                <a:gd name="connsiteX25" fmla="*/ 94371 w 107590"/>
                <a:gd name="connsiteY25" fmla="*/ 130259 h 183684"/>
                <a:gd name="connsiteX26" fmla="*/ 94371 w 107590"/>
                <a:gd name="connsiteY26" fmla="*/ 130259 h 183684"/>
                <a:gd name="connsiteX27" fmla="*/ 53475 w 107590"/>
                <a:gd name="connsiteY27" fmla="*/ 171116 h 183684"/>
                <a:gd name="connsiteX28" fmla="*/ 53475 w 107590"/>
                <a:gd name="connsiteY28" fmla="*/ 171116 h 183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7590" h="183684">
                  <a:moveTo>
                    <a:pt x="59226" y="76634"/>
                  </a:moveTo>
                  <a:cubicBezTo>
                    <a:pt x="59226" y="75995"/>
                    <a:pt x="59865" y="75357"/>
                    <a:pt x="59865" y="74719"/>
                  </a:cubicBezTo>
                  <a:lnTo>
                    <a:pt x="59865" y="21732"/>
                  </a:lnTo>
                  <a:lnTo>
                    <a:pt x="83508" y="45352"/>
                  </a:lnTo>
                  <a:cubicBezTo>
                    <a:pt x="86064" y="47906"/>
                    <a:pt x="89898" y="47906"/>
                    <a:pt x="92454" y="45352"/>
                  </a:cubicBezTo>
                  <a:cubicBezTo>
                    <a:pt x="95010" y="42799"/>
                    <a:pt x="95010" y="38968"/>
                    <a:pt x="92454" y="36415"/>
                  </a:cubicBezTo>
                  <a:lnTo>
                    <a:pt x="57949" y="1941"/>
                  </a:lnTo>
                  <a:cubicBezTo>
                    <a:pt x="56031" y="26"/>
                    <a:pt x="53475" y="-612"/>
                    <a:pt x="50919" y="664"/>
                  </a:cubicBezTo>
                  <a:cubicBezTo>
                    <a:pt x="50280" y="664"/>
                    <a:pt x="49642" y="1303"/>
                    <a:pt x="49003" y="1941"/>
                  </a:cubicBezTo>
                  <a:lnTo>
                    <a:pt x="14497" y="36415"/>
                  </a:lnTo>
                  <a:cubicBezTo>
                    <a:pt x="11941" y="38968"/>
                    <a:pt x="11941" y="42799"/>
                    <a:pt x="14497" y="45352"/>
                  </a:cubicBezTo>
                  <a:cubicBezTo>
                    <a:pt x="14497" y="45352"/>
                    <a:pt x="14497" y="45352"/>
                    <a:pt x="14497" y="45352"/>
                  </a:cubicBezTo>
                  <a:cubicBezTo>
                    <a:pt x="15775" y="46629"/>
                    <a:pt x="17053" y="47267"/>
                    <a:pt x="18970" y="47267"/>
                  </a:cubicBezTo>
                  <a:cubicBezTo>
                    <a:pt x="20887" y="47267"/>
                    <a:pt x="22164" y="46629"/>
                    <a:pt x="23443" y="45352"/>
                  </a:cubicBezTo>
                  <a:lnTo>
                    <a:pt x="47085" y="21732"/>
                  </a:lnTo>
                  <a:lnTo>
                    <a:pt x="47085" y="74719"/>
                  </a:lnTo>
                  <a:cubicBezTo>
                    <a:pt x="47085" y="75357"/>
                    <a:pt x="47085" y="75995"/>
                    <a:pt x="47724" y="76634"/>
                  </a:cubicBezTo>
                  <a:cubicBezTo>
                    <a:pt x="18331" y="79826"/>
                    <a:pt x="-3395" y="106638"/>
                    <a:pt x="439" y="136005"/>
                  </a:cubicBezTo>
                  <a:cubicBezTo>
                    <a:pt x="4273" y="165371"/>
                    <a:pt x="30472" y="187076"/>
                    <a:pt x="59865" y="183246"/>
                  </a:cubicBezTo>
                  <a:cubicBezTo>
                    <a:pt x="89259" y="180054"/>
                    <a:pt x="110985" y="153241"/>
                    <a:pt x="107151" y="123875"/>
                  </a:cubicBezTo>
                  <a:cubicBezTo>
                    <a:pt x="103956" y="98978"/>
                    <a:pt x="84147" y="79187"/>
                    <a:pt x="59226" y="76634"/>
                  </a:cubicBezTo>
                  <a:lnTo>
                    <a:pt x="59226" y="76634"/>
                  </a:lnTo>
                  <a:close/>
                  <a:moveTo>
                    <a:pt x="53475" y="171116"/>
                  </a:moveTo>
                  <a:cubicBezTo>
                    <a:pt x="31111" y="171116"/>
                    <a:pt x="12580" y="152603"/>
                    <a:pt x="12580" y="130259"/>
                  </a:cubicBezTo>
                  <a:cubicBezTo>
                    <a:pt x="12580" y="107915"/>
                    <a:pt x="31111" y="89402"/>
                    <a:pt x="53475" y="89402"/>
                  </a:cubicBezTo>
                  <a:cubicBezTo>
                    <a:pt x="75840" y="89402"/>
                    <a:pt x="94371" y="107915"/>
                    <a:pt x="94371" y="130259"/>
                  </a:cubicBezTo>
                  <a:cubicBezTo>
                    <a:pt x="94371" y="130259"/>
                    <a:pt x="94371" y="130259"/>
                    <a:pt x="94371" y="130259"/>
                  </a:cubicBezTo>
                  <a:cubicBezTo>
                    <a:pt x="94371" y="152603"/>
                    <a:pt x="75840" y="171116"/>
                    <a:pt x="53475" y="171116"/>
                  </a:cubicBezTo>
                  <a:lnTo>
                    <a:pt x="53475" y="171116"/>
                  </a:lnTo>
                  <a:close/>
                </a:path>
              </a:pathLst>
            </a:custGeom>
            <a:solidFill>
              <a:srgbClr val="007680"/>
            </a:solidFill>
            <a:ln w="6390" cap="flat">
              <a:noFill/>
              <a:prstDash val="solid"/>
              <a:miter/>
            </a:ln>
          </p:spPr>
          <p:txBody>
            <a:bodyPr rtlCol="0" anchor="ctr"/>
            <a:lstStyle/>
            <a:p>
              <a:endParaRPr lang="en-US"/>
            </a:p>
          </p:txBody>
        </p:sp>
      </p:grpSp>
      <p:grpSp>
        <p:nvGrpSpPr>
          <p:cNvPr id="621" name="Graphic 5">
            <a:extLst>
              <a:ext uri="{FF2B5EF4-FFF2-40B4-BE49-F238E27FC236}">
                <a16:creationId xmlns:a16="http://schemas.microsoft.com/office/drawing/2014/main" id="{205559EC-1ADA-5B43-9569-FC42ED7E68F4}"/>
              </a:ext>
            </a:extLst>
          </p:cNvPr>
          <p:cNvGrpSpPr/>
          <p:nvPr/>
        </p:nvGrpSpPr>
        <p:grpSpPr>
          <a:xfrm>
            <a:off x="7802752" y="3824806"/>
            <a:ext cx="361674" cy="361971"/>
            <a:chOff x="7802752" y="3824806"/>
            <a:chExt cx="361674" cy="361971"/>
          </a:xfrm>
          <a:solidFill>
            <a:srgbClr val="007680"/>
          </a:solidFill>
        </p:grpSpPr>
        <p:sp>
          <p:nvSpPr>
            <p:cNvPr id="622" name="Graphic 5">
              <a:extLst>
                <a:ext uri="{FF2B5EF4-FFF2-40B4-BE49-F238E27FC236}">
                  <a16:creationId xmlns:a16="http://schemas.microsoft.com/office/drawing/2014/main" id="{C5ABE87E-A408-094C-B9D1-26B1ED64BD4C}"/>
                </a:ext>
              </a:extLst>
            </p:cNvPr>
            <p:cNvSpPr/>
            <p:nvPr/>
          </p:nvSpPr>
          <p:spPr>
            <a:xfrm>
              <a:off x="7802752" y="3824806"/>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180836 w 361674"/>
                <a:gd name="connsiteY7" fmla="*/ 349204 h 361971"/>
                <a:gd name="connsiteX8" fmla="*/ 12780 w 361674"/>
                <a:gd name="connsiteY8" fmla="*/ 181305 h 361971"/>
                <a:gd name="connsiteX9" fmla="*/ 180836 w 361674"/>
                <a:gd name="connsiteY9" fmla="*/ 12768 h 361971"/>
                <a:gd name="connsiteX10" fmla="*/ 348890 w 361674"/>
                <a:gd name="connsiteY10" fmla="*/ 180667 h 361971"/>
                <a:gd name="connsiteX11" fmla="*/ 348890 w 361674"/>
                <a:gd name="connsiteY11" fmla="*/ 180667 h 361971"/>
                <a:gd name="connsiteX12" fmla="*/ 180836 w 361674"/>
                <a:gd name="connsiteY12" fmla="*/ 349204 h 361971"/>
                <a:gd name="connsiteX13" fmla="*/ 180836 w 361674"/>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4" h="361971">
                  <a:moveTo>
                    <a:pt x="180836" y="0"/>
                  </a:moveTo>
                  <a:cubicBezTo>
                    <a:pt x="80513" y="0"/>
                    <a:pt x="0" y="81077"/>
                    <a:pt x="0" y="180667"/>
                  </a:cubicBezTo>
                  <a:cubicBezTo>
                    <a:pt x="0" y="280895"/>
                    <a:pt x="81153" y="361972"/>
                    <a:pt x="180836" y="361972"/>
                  </a:cubicBezTo>
                  <a:cubicBezTo>
                    <a:pt x="281157" y="361972"/>
                    <a:pt x="361670" y="280895"/>
                    <a:pt x="361670" y="181305"/>
                  </a:cubicBezTo>
                  <a:lnTo>
                    <a:pt x="361670" y="181305"/>
                  </a:lnTo>
                  <a:cubicBezTo>
                    <a:pt x="362310" y="81077"/>
                    <a:pt x="281157" y="0"/>
                    <a:pt x="180836" y="0"/>
                  </a:cubicBezTo>
                  <a:cubicBezTo>
                    <a:pt x="180836" y="0"/>
                    <a:pt x="180836"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cubicBezTo>
                    <a:pt x="348890" y="180667"/>
                    <a:pt x="348890" y="180667"/>
                    <a:pt x="348890" y="180667"/>
                  </a:cubicBezTo>
                  <a:cubicBezTo>
                    <a:pt x="348890" y="273873"/>
                    <a:pt x="273490" y="349204"/>
                    <a:pt x="180836" y="349204"/>
                  </a:cubicBezTo>
                  <a:lnTo>
                    <a:pt x="180836" y="349204"/>
                  </a:lnTo>
                  <a:close/>
                </a:path>
              </a:pathLst>
            </a:custGeom>
            <a:solidFill>
              <a:srgbClr val="007680"/>
            </a:solidFill>
            <a:ln w="6390" cap="flat">
              <a:noFill/>
              <a:prstDash val="solid"/>
              <a:miter/>
            </a:ln>
          </p:spPr>
          <p:txBody>
            <a:bodyPr rtlCol="0" anchor="ctr"/>
            <a:lstStyle/>
            <a:p>
              <a:endParaRPr lang="en-US"/>
            </a:p>
          </p:txBody>
        </p:sp>
        <p:sp>
          <p:nvSpPr>
            <p:cNvPr id="623" name="Graphic 5">
              <a:extLst>
                <a:ext uri="{FF2B5EF4-FFF2-40B4-BE49-F238E27FC236}">
                  <a16:creationId xmlns:a16="http://schemas.microsoft.com/office/drawing/2014/main" id="{44DD672B-1815-9A4D-9468-1E62581FCAEF}"/>
                </a:ext>
              </a:extLst>
            </p:cNvPr>
            <p:cNvSpPr/>
            <p:nvPr/>
          </p:nvSpPr>
          <p:spPr>
            <a:xfrm>
              <a:off x="7886950" y="3898124"/>
              <a:ext cx="195680" cy="216024"/>
            </a:xfrm>
            <a:custGeom>
              <a:avLst/>
              <a:gdLst>
                <a:gd name="connsiteX0" fmla="*/ 179706 w 195680"/>
                <a:gd name="connsiteY0" fmla="*/ 98 h 216024"/>
                <a:gd name="connsiteX1" fmla="*/ 179067 w 195680"/>
                <a:gd name="connsiteY1" fmla="*/ 98 h 216024"/>
                <a:gd name="connsiteX2" fmla="*/ 111973 w 195680"/>
                <a:gd name="connsiteY2" fmla="*/ 7759 h 216024"/>
                <a:gd name="connsiteX3" fmla="*/ 106222 w 195680"/>
                <a:gd name="connsiteY3" fmla="*/ 14781 h 216024"/>
                <a:gd name="connsiteX4" fmla="*/ 113251 w 195680"/>
                <a:gd name="connsiteY4" fmla="*/ 20527 h 216024"/>
                <a:gd name="connsiteX5" fmla="*/ 113889 w 195680"/>
                <a:gd name="connsiteY5" fmla="*/ 20527 h 216024"/>
                <a:gd name="connsiteX6" fmla="*/ 166287 w 195680"/>
                <a:gd name="connsiteY6" fmla="*/ 14781 h 216024"/>
                <a:gd name="connsiteX7" fmla="*/ 113251 w 195680"/>
                <a:gd name="connsiteY7" fmla="*/ 82451 h 216024"/>
                <a:gd name="connsiteX8" fmla="*/ 12289 w 195680"/>
                <a:gd name="connsiteY8" fmla="*/ 102880 h 216024"/>
                <a:gd name="connsiteX9" fmla="*/ 32738 w 195680"/>
                <a:gd name="connsiteY9" fmla="*/ 203747 h 216024"/>
                <a:gd name="connsiteX10" fmla="*/ 133698 w 195680"/>
                <a:gd name="connsiteY10" fmla="*/ 183318 h 216024"/>
                <a:gd name="connsiteX11" fmla="*/ 124113 w 195680"/>
                <a:gd name="connsiteY11" fmla="*/ 90750 h 216024"/>
                <a:gd name="connsiteX12" fmla="*/ 177150 w 195680"/>
                <a:gd name="connsiteY12" fmla="*/ 23080 h 216024"/>
                <a:gd name="connsiteX13" fmla="*/ 182901 w 195680"/>
                <a:gd name="connsiteY13" fmla="*/ 74790 h 216024"/>
                <a:gd name="connsiteX14" fmla="*/ 189291 w 195680"/>
                <a:gd name="connsiteY14" fmla="*/ 80536 h 216024"/>
                <a:gd name="connsiteX15" fmla="*/ 189930 w 195680"/>
                <a:gd name="connsiteY15" fmla="*/ 80536 h 216024"/>
                <a:gd name="connsiteX16" fmla="*/ 195681 w 195680"/>
                <a:gd name="connsiteY16" fmla="*/ 73514 h 216024"/>
                <a:gd name="connsiteX17" fmla="*/ 195681 w 195680"/>
                <a:gd name="connsiteY17" fmla="*/ 73514 h 216024"/>
                <a:gd name="connsiteX18" fmla="*/ 188013 w 195680"/>
                <a:gd name="connsiteY18" fmla="*/ 5843 h 216024"/>
                <a:gd name="connsiteX19" fmla="*/ 179706 w 195680"/>
                <a:gd name="connsiteY19" fmla="*/ 98 h 216024"/>
                <a:gd name="connsiteX20" fmla="*/ 179706 w 195680"/>
                <a:gd name="connsiteY20" fmla="*/ 98 h 216024"/>
                <a:gd name="connsiteX21" fmla="*/ 119002 w 195680"/>
                <a:gd name="connsiteY21" fmla="*/ 180764 h 216024"/>
                <a:gd name="connsiteX22" fmla="*/ 34015 w 195680"/>
                <a:gd name="connsiteY22" fmla="*/ 190340 h 216024"/>
                <a:gd name="connsiteX23" fmla="*/ 24430 w 195680"/>
                <a:gd name="connsiteY23" fmla="*/ 105433 h 216024"/>
                <a:gd name="connsiteX24" fmla="*/ 64687 w 195680"/>
                <a:gd name="connsiteY24" fmla="*/ 83090 h 216024"/>
                <a:gd name="connsiteX25" fmla="*/ 71716 w 195680"/>
                <a:gd name="connsiteY25" fmla="*/ 82451 h 216024"/>
                <a:gd name="connsiteX26" fmla="*/ 131782 w 195680"/>
                <a:gd name="connsiteY26" fmla="*/ 142460 h 216024"/>
                <a:gd name="connsiteX27" fmla="*/ 119002 w 195680"/>
                <a:gd name="connsiteY27" fmla="*/ 180764 h 216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5680" h="216024">
                  <a:moveTo>
                    <a:pt x="179706" y="98"/>
                  </a:moveTo>
                  <a:lnTo>
                    <a:pt x="179067" y="98"/>
                  </a:lnTo>
                  <a:lnTo>
                    <a:pt x="111973" y="7759"/>
                  </a:lnTo>
                  <a:cubicBezTo>
                    <a:pt x="108138" y="7759"/>
                    <a:pt x="105583" y="10951"/>
                    <a:pt x="106222" y="14781"/>
                  </a:cubicBezTo>
                  <a:cubicBezTo>
                    <a:pt x="106222" y="18611"/>
                    <a:pt x="109417" y="21165"/>
                    <a:pt x="113251" y="20527"/>
                  </a:cubicBezTo>
                  <a:lnTo>
                    <a:pt x="113889" y="20527"/>
                  </a:lnTo>
                  <a:lnTo>
                    <a:pt x="166287" y="14781"/>
                  </a:lnTo>
                  <a:lnTo>
                    <a:pt x="113251" y="82451"/>
                  </a:lnTo>
                  <a:cubicBezTo>
                    <a:pt x="80023" y="60107"/>
                    <a:pt x="34654" y="69045"/>
                    <a:pt x="12289" y="102880"/>
                  </a:cubicBezTo>
                  <a:cubicBezTo>
                    <a:pt x="-10075" y="136076"/>
                    <a:pt x="-1129" y="181403"/>
                    <a:pt x="32738" y="203747"/>
                  </a:cubicBezTo>
                  <a:cubicBezTo>
                    <a:pt x="65965" y="226091"/>
                    <a:pt x="111333" y="217153"/>
                    <a:pt x="133698" y="183318"/>
                  </a:cubicBezTo>
                  <a:cubicBezTo>
                    <a:pt x="152868" y="153952"/>
                    <a:pt x="149034" y="115648"/>
                    <a:pt x="124113" y="90750"/>
                  </a:cubicBezTo>
                  <a:lnTo>
                    <a:pt x="177150" y="23080"/>
                  </a:lnTo>
                  <a:lnTo>
                    <a:pt x="182901" y="74790"/>
                  </a:lnTo>
                  <a:cubicBezTo>
                    <a:pt x="183540" y="77982"/>
                    <a:pt x="186096" y="80536"/>
                    <a:pt x="189291" y="80536"/>
                  </a:cubicBezTo>
                  <a:lnTo>
                    <a:pt x="189930" y="80536"/>
                  </a:lnTo>
                  <a:cubicBezTo>
                    <a:pt x="193125" y="79898"/>
                    <a:pt x="195681" y="76706"/>
                    <a:pt x="195681" y="73514"/>
                  </a:cubicBezTo>
                  <a:cubicBezTo>
                    <a:pt x="195681" y="73514"/>
                    <a:pt x="195681" y="73514"/>
                    <a:pt x="195681" y="73514"/>
                  </a:cubicBezTo>
                  <a:lnTo>
                    <a:pt x="188013" y="5843"/>
                  </a:lnTo>
                  <a:cubicBezTo>
                    <a:pt x="186735" y="2013"/>
                    <a:pt x="183540" y="-541"/>
                    <a:pt x="179706" y="98"/>
                  </a:cubicBezTo>
                  <a:cubicBezTo>
                    <a:pt x="179706" y="98"/>
                    <a:pt x="179706" y="98"/>
                    <a:pt x="179706" y="98"/>
                  </a:cubicBezTo>
                  <a:close/>
                  <a:moveTo>
                    <a:pt x="119002" y="180764"/>
                  </a:moveTo>
                  <a:cubicBezTo>
                    <a:pt x="98553" y="206939"/>
                    <a:pt x="60214" y="211407"/>
                    <a:pt x="34015" y="190340"/>
                  </a:cubicBezTo>
                  <a:cubicBezTo>
                    <a:pt x="7817" y="169273"/>
                    <a:pt x="3344" y="131608"/>
                    <a:pt x="24430" y="105433"/>
                  </a:cubicBezTo>
                  <a:cubicBezTo>
                    <a:pt x="34654" y="92665"/>
                    <a:pt x="48712" y="85005"/>
                    <a:pt x="64687" y="83090"/>
                  </a:cubicBezTo>
                  <a:cubicBezTo>
                    <a:pt x="67243" y="83090"/>
                    <a:pt x="69160" y="82451"/>
                    <a:pt x="71716" y="82451"/>
                  </a:cubicBezTo>
                  <a:cubicBezTo>
                    <a:pt x="104943" y="82451"/>
                    <a:pt x="131782" y="109264"/>
                    <a:pt x="131782" y="142460"/>
                  </a:cubicBezTo>
                  <a:cubicBezTo>
                    <a:pt x="132420" y="156505"/>
                    <a:pt x="127308" y="169912"/>
                    <a:pt x="119002" y="180764"/>
                  </a:cubicBezTo>
                  <a:close/>
                </a:path>
              </a:pathLst>
            </a:custGeom>
            <a:solidFill>
              <a:srgbClr val="007680"/>
            </a:solidFill>
            <a:ln w="6390" cap="flat">
              <a:noFill/>
              <a:prstDash val="solid"/>
              <a:miter/>
            </a:ln>
          </p:spPr>
          <p:txBody>
            <a:bodyPr rtlCol="0" anchor="ctr"/>
            <a:lstStyle/>
            <a:p>
              <a:endParaRPr lang="en-US"/>
            </a:p>
          </p:txBody>
        </p:sp>
      </p:grpSp>
      <p:grpSp>
        <p:nvGrpSpPr>
          <p:cNvPr id="624" name="Graphic 5">
            <a:extLst>
              <a:ext uri="{FF2B5EF4-FFF2-40B4-BE49-F238E27FC236}">
                <a16:creationId xmlns:a16="http://schemas.microsoft.com/office/drawing/2014/main" id="{F1A86D27-EB45-6B4C-9CEE-A173C41C7B54}"/>
              </a:ext>
            </a:extLst>
          </p:cNvPr>
          <p:cNvGrpSpPr/>
          <p:nvPr/>
        </p:nvGrpSpPr>
        <p:grpSpPr>
          <a:xfrm>
            <a:off x="3608397" y="4309350"/>
            <a:ext cx="362309" cy="361971"/>
            <a:chOff x="3608397" y="4309350"/>
            <a:chExt cx="362309" cy="361971"/>
          </a:xfrm>
          <a:solidFill>
            <a:srgbClr val="007680"/>
          </a:solidFill>
        </p:grpSpPr>
        <p:sp>
          <p:nvSpPr>
            <p:cNvPr id="625" name="Graphic 5">
              <a:extLst>
                <a:ext uri="{FF2B5EF4-FFF2-40B4-BE49-F238E27FC236}">
                  <a16:creationId xmlns:a16="http://schemas.microsoft.com/office/drawing/2014/main" id="{E18CB7C8-9619-694C-8559-1673F1E5D028}"/>
                </a:ext>
              </a:extLst>
            </p:cNvPr>
            <p:cNvSpPr/>
            <p:nvPr/>
          </p:nvSpPr>
          <p:spPr>
            <a:xfrm>
              <a:off x="3608397" y="4309350"/>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257"/>
                    <a:pt x="81152" y="361971"/>
                    <a:pt x="180835" y="361971"/>
                  </a:cubicBezTo>
                  <a:cubicBezTo>
                    <a:pt x="280518" y="361971"/>
                    <a:pt x="362310" y="280895"/>
                    <a:pt x="362310" y="181305"/>
                  </a:cubicBezTo>
                  <a:lnTo>
                    <a:pt x="362310" y="181305"/>
                  </a:lnTo>
                  <a:cubicBezTo>
                    <a:pt x="362310" y="81076"/>
                    <a:pt x="281157"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lnTo>
                    <a:pt x="349530" y="180667"/>
                  </a:lnTo>
                  <a:cubicBezTo>
                    <a:pt x="349530"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626" name="Graphic 5">
              <a:extLst>
                <a:ext uri="{FF2B5EF4-FFF2-40B4-BE49-F238E27FC236}">
                  <a16:creationId xmlns:a16="http://schemas.microsoft.com/office/drawing/2014/main" id="{636E473A-C014-3D4C-A6E4-20637A945627}"/>
                </a:ext>
              </a:extLst>
            </p:cNvPr>
            <p:cNvSpPr/>
            <p:nvPr/>
          </p:nvSpPr>
          <p:spPr>
            <a:xfrm>
              <a:off x="3749615" y="4433838"/>
              <a:ext cx="79333" cy="180027"/>
            </a:xfrm>
            <a:custGeom>
              <a:avLst/>
              <a:gdLst>
                <a:gd name="connsiteX0" fmla="*/ 73484 w 79333"/>
                <a:gd name="connsiteY0" fmla="*/ 0 h 180027"/>
                <a:gd name="connsiteX1" fmla="*/ 6390 w 79333"/>
                <a:gd name="connsiteY1" fmla="*/ 0 h 180027"/>
                <a:gd name="connsiteX2" fmla="*/ 0 w 79333"/>
                <a:gd name="connsiteY2" fmla="*/ 6384 h 180027"/>
                <a:gd name="connsiteX3" fmla="*/ 0 w 79333"/>
                <a:gd name="connsiteY3" fmla="*/ 90014 h 180027"/>
                <a:gd name="connsiteX4" fmla="*/ 6390 w 79333"/>
                <a:gd name="connsiteY4" fmla="*/ 96398 h 180027"/>
                <a:gd name="connsiteX5" fmla="*/ 16614 w 79333"/>
                <a:gd name="connsiteY5" fmla="*/ 96398 h 180027"/>
                <a:gd name="connsiteX6" fmla="*/ 16614 w 79333"/>
                <a:gd name="connsiteY6" fmla="*/ 173644 h 180027"/>
                <a:gd name="connsiteX7" fmla="*/ 23004 w 79333"/>
                <a:gd name="connsiteY7" fmla="*/ 180028 h 180027"/>
                <a:gd name="connsiteX8" fmla="*/ 29394 w 79333"/>
                <a:gd name="connsiteY8" fmla="*/ 173644 h 180027"/>
                <a:gd name="connsiteX9" fmla="*/ 29394 w 79333"/>
                <a:gd name="connsiteY9" fmla="*/ 96398 h 180027"/>
                <a:gd name="connsiteX10" fmla="*/ 49841 w 79333"/>
                <a:gd name="connsiteY10" fmla="*/ 96398 h 180027"/>
                <a:gd name="connsiteX11" fmla="*/ 49841 w 79333"/>
                <a:gd name="connsiteY11" fmla="*/ 173644 h 180027"/>
                <a:gd name="connsiteX12" fmla="*/ 56231 w 79333"/>
                <a:gd name="connsiteY12" fmla="*/ 180028 h 180027"/>
                <a:gd name="connsiteX13" fmla="*/ 62621 w 79333"/>
                <a:gd name="connsiteY13" fmla="*/ 173644 h 180027"/>
                <a:gd name="connsiteX14" fmla="*/ 62621 w 79333"/>
                <a:gd name="connsiteY14" fmla="*/ 96398 h 180027"/>
                <a:gd name="connsiteX15" fmla="*/ 72845 w 79333"/>
                <a:gd name="connsiteY15" fmla="*/ 96398 h 180027"/>
                <a:gd name="connsiteX16" fmla="*/ 79235 w 79333"/>
                <a:gd name="connsiteY16" fmla="*/ 90014 h 180027"/>
                <a:gd name="connsiteX17" fmla="*/ 79235 w 79333"/>
                <a:gd name="connsiteY17" fmla="*/ 6384 h 180027"/>
                <a:gd name="connsiteX18" fmla="*/ 73484 w 79333"/>
                <a:gd name="connsiteY18" fmla="*/ 0 h 180027"/>
                <a:gd name="connsiteX19" fmla="*/ 73484 w 79333"/>
                <a:gd name="connsiteY19" fmla="*/ 0 h 180027"/>
                <a:gd name="connsiteX20" fmla="*/ 67094 w 79333"/>
                <a:gd name="connsiteY20" fmla="*/ 83630 h 180027"/>
                <a:gd name="connsiteX21" fmla="*/ 12780 w 79333"/>
                <a:gd name="connsiteY21" fmla="*/ 83630 h 180027"/>
                <a:gd name="connsiteX22" fmla="*/ 12780 w 79333"/>
                <a:gd name="connsiteY22" fmla="*/ 12768 h 180027"/>
                <a:gd name="connsiteX23" fmla="*/ 67094 w 79333"/>
                <a:gd name="connsiteY23" fmla="*/ 12768 h 180027"/>
                <a:gd name="connsiteX24" fmla="*/ 67094 w 79333"/>
                <a:gd name="connsiteY24" fmla="*/ 83630 h 180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333" h="180027">
                  <a:moveTo>
                    <a:pt x="73484" y="0"/>
                  </a:moveTo>
                  <a:lnTo>
                    <a:pt x="6390" y="0"/>
                  </a:lnTo>
                  <a:cubicBezTo>
                    <a:pt x="2556" y="0"/>
                    <a:pt x="0" y="2553"/>
                    <a:pt x="0" y="6384"/>
                  </a:cubicBezTo>
                  <a:lnTo>
                    <a:pt x="0" y="90014"/>
                  </a:lnTo>
                  <a:cubicBezTo>
                    <a:pt x="0" y="93844"/>
                    <a:pt x="2556" y="96398"/>
                    <a:pt x="6390" y="96398"/>
                  </a:cubicBezTo>
                  <a:lnTo>
                    <a:pt x="16614" y="96398"/>
                  </a:lnTo>
                  <a:lnTo>
                    <a:pt x="16614" y="173644"/>
                  </a:lnTo>
                  <a:cubicBezTo>
                    <a:pt x="16614" y="177475"/>
                    <a:pt x="19170" y="180028"/>
                    <a:pt x="23004" y="180028"/>
                  </a:cubicBezTo>
                  <a:cubicBezTo>
                    <a:pt x="26838" y="180028"/>
                    <a:pt x="29394" y="177475"/>
                    <a:pt x="29394" y="173644"/>
                  </a:cubicBezTo>
                  <a:lnTo>
                    <a:pt x="29394" y="96398"/>
                  </a:lnTo>
                  <a:lnTo>
                    <a:pt x="49841" y="96398"/>
                  </a:lnTo>
                  <a:lnTo>
                    <a:pt x="49841" y="173644"/>
                  </a:lnTo>
                  <a:cubicBezTo>
                    <a:pt x="49841" y="177475"/>
                    <a:pt x="52398" y="180028"/>
                    <a:pt x="56231" y="180028"/>
                  </a:cubicBezTo>
                  <a:cubicBezTo>
                    <a:pt x="60066" y="180028"/>
                    <a:pt x="62621" y="177475"/>
                    <a:pt x="62621" y="173644"/>
                  </a:cubicBezTo>
                  <a:lnTo>
                    <a:pt x="62621" y="96398"/>
                  </a:lnTo>
                  <a:lnTo>
                    <a:pt x="72845" y="96398"/>
                  </a:lnTo>
                  <a:cubicBezTo>
                    <a:pt x="76679" y="96398"/>
                    <a:pt x="79235" y="93844"/>
                    <a:pt x="79235" y="90014"/>
                  </a:cubicBezTo>
                  <a:lnTo>
                    <a:pt x="79235" y="6384"/>
                  </a:lnTo>
                  <a:cubicBezTo>
                    <a:pt x="79874" y="2553"/>
                    <a:pt x="77318" y="0"/>
                    <a:pt x="73484" y="0"/>
                  </a:cubicBezTo>
                  <a:cubicBezTo>
                    <a:pt x="73484" y="0"/>
                    <a:pt x="73484" y="0"/>
                    <a:pt x="73484" y="0"/>
                  </a:cubicBezTo>
                  <a:close/>
                  <a:moveTo>
                    <a:pt x="67094" y="83630"/>
                  </a:moveTo>
                  <a:lnTo>
                    <a:pt x="12780" y="83630"/>
                  </a:lnTo>
                  <a:lnTo>
                    <a:pt x="12780" y="12768"/>
                  </a:lnTo>
                  <a:lnTo>
                    <a:pt x="67094" y="12768"/>
                  </a:lnTo>
                  <a:lnTo>
                    <a:pt x="67094" y="83630"/>
                  </a:lnTo>
                  <a:close/>
                </a:path>
              </a:pathLst>
            </a:custGeom>
            <a:solidFill>
              <a:srgbClr val="007680"/>
            </a:solidFill>
            <a:ln w="6390" cap="flat">
              <a:noFill/>
              <a:prstDash val="solid"/>
              <a:miter/>
            </a:ln>
          </p:spPr>
          <p:txBody>
            <a:bodyPr rtlCol="0" anchor="ctr"/>
            <a:lstStyle/>
            <a:p>
              <a:endParaRPr lang="en-US"/>
            </a:p>
          </p:txBody>
        </p:sp>
        <p:sp>
          <p:nvSpPr>
            <p:cNvPr id="627" name="Graphic 5">
              <a:extLst>
                <a:ext uri="{FF2B5EF4-FFF2-40B4-BE49-F238E27FC236}">
                  <a16:creationId xmlns:a16="http://schemas.microsoft.com/office/drawing/2014/main" id="{5C802B6A-89C5-CC4E-A196-001121F89554}"/>
                </a:ext>
              </a:extLst>
            </p:cNvPr>
            <p:cNvSpPr/>
            <p:nvPr/>
          </p:nvSpPr>
          <p:spPr>
            <a:xfrm>
              <a:off x="3766867" y="4367444"/>
              <a:ext cx="46007" cy="45964"/>
            </a:xfrm>
            <a:custGeom>
              <a:avLst/>
              <a:gdLst>
                <a:gd name="connsiteX0" fmla="*/ 23004 w 46007"/>
                <a:gd name="connsiteY0" fmla="*/ 45965 h 45964"/>
                <a:gd name="connsiteX1" fmla="*/ 46008 w 46007"/>
                <a:gd name="connsiteY1" fmla="*/ 22982 h 45964"/>
                <a:gd name="connsiteX2" fmla="*/ 23004 w 46007"/>
                <a:gd name="connsiteY2" fmla="*/ 0 h 45964"/>
                <a:gd name="connsiteX3" fmla="*/ 0 w 46007"/>
                <a:gd name="connsiteY3" fmla="*/ 22982 h 45964"/>
                <a:gd name="connsiteX4" fmla="*/ 0 w 46007"/>
                <a:gd name="connsiteY4" fmla="*/ 22982 h 45964"/>
                <a:gd name="connsiteX5" fmla="*/ 23004 w 46007"/>
                <a:gd name="connsiteY5" fmla="*/ 45965 h 45964"/>
                <a:gd name="connsiteX6" fmla="*/ 23004 w 46007"/>
                <a:gd name="connsiteY6" fmla="*/ 12130 h 45964"/>
                <a:gd name="connsiteX7" fmla="*/ 33228 w 46007"/>
                <a:gd name="connsiteY7" fmla="*/ 22344 h 45964"/>
                <a:gd name="connsiteX8" fmla="*/ 23004 w 46007"/>
                <a:gd name="connsiteY8" fmla="*/ 32558 h 45964"/>
                <a:gd name="connsiteX9" fmla="*/ 12780 w 46007"/>
                <a:gd name="connsiteY9" fmla="*/ 22344 h 45964"/>
                <a:gd name="connsiteX10" fmla="*/ 12780 w 46007"/>
                <a:gd name="connsiteY10" fmla="*/ 22344 h 45964"/>
                <a:gd name="connsiteX11" fmla="*/ 23004 w 46007"/>
                <a:gd name="connsiteY11" fmla="*/ 12130 h 45964"/>
                <a:gd name="connsiteX12" fmla="*/ 23004 w 46007"/>
                <a:gd name="connsiteY12" fmla="*/ 12130 h 45964"/>
                <a:gd name="connsiteX13" fmla="*/ 23004 w 46007"/>
                <a:gd name="connsiteY13" fmla="*/ 12130 h 45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007" h="45964">
                  <a:moveTo>
                    <a:pt x="23004" y="45965"/>
                  </a:moveTo>
                  <a:cubicBezTo>
                    <a:pt x="35783" y="45965"/>
                    <a:pt x="46008" y="35750"/>
                    <a:pt x="46008" y="22982"/>
                  </a:cubicBezTo>
                  <a:cubicBezTo>
                    <a:pt x="46008" y="10214"/>
                    <a:pt x="35783" y="0"/>
                    <a:pt x="23004" y="0"/>
                  </a:cubicBezTo>
                  <a:cubicBezTo>
                    <a:pt x="10224" y="0"/>
                    <a:pt x="0" y="10214"/>
                    <a:pt x="0" y="22982"/>
                  </a:cubicBezTo>
                  <a:lnTo>
                    <a:pt x="0" y="22982"/>
                  </a:lnTo>
                  <a:cubicBezTo>
                    <a:pt x="0" y="35112"/>
                    <a:pt x="10224" y="45326"/>
                    <a:pt x="23004" y="45965"/>
                  </a:cubicBezTo>
                  <a:close/>
                  <a:moveTo>
                    <a:pt x="23004" y="12130"/>
                  </a:moveTo>
                  <a:cubicBezTo>
                    <a:pt x="28755" y="12130"/>
                    <a:pt x="33228" y="16598"/>
                    <a:pt x="33228" y="22344"/>
                  </a:cubicBezTo>
                  <a:cubicBezTo>
                    <a:pt x="33228" y="28090"/>
                    <a:pt x="28755" y="32558"/>
                    <a:pt x="23004" y="32558"/>
                  </a:cubicBezTo>
                  <a:cubicBezTo>
                    <a:pt x="17253" y="32558"/>
                    <a:pt x="12780" y="28090"/>
                    <a:pt x="12780" y="22344"/>
                  </a:cubicBezTo>
                  <a:lnTo>
                    <a:pt x="12780" y="22344"/>
                  </a:lnTo>
                  <a:cubicBezTo>
                    <a:pt x="12780" y="16598"/>
                    <a:pt x="17253" y="12130"/>
                    <a:pt x="23004" y="12130"/>
                  </a:cubicBezTo>
                  <a:lnTo>
                    <a:pt x="23004" y="12130"/>
                  </a:lnTo>
                  <a:lnTo>
                    <a:pt x="23004" y="12130"/>
                  </a:lnTo>
                  <a:close/>
                </a:path>
              </a:pathLst>
            </a:custGeom>
            <a:solidFill>
              <a:srgbClr val="007680"/>
            </a:solidFill>
            <a:ln w="6390" cap="flat">
              <a:noFill/>
              <a:prstDash val="solid"/>
              <a:miter/>
            </a:ln>
          </p:spPr>
          <p:txBody>
            <a:bodyPr rtlCol="0" anchor="ctr"/>
            <a:lstStyle/>
            <a:p>
              <a:endParaRPr lang="en-US"/>
            </a:p>
          </p:txBody>
        </p:sp>
      </p:grpSp>
      <p:grpSp>
        <p:nvGrpSpPr>
          <p:cNvPr id="628" name="Graphic 5">
            <a:extLst>
              <a:ext uri="{FF2B5EF4-FFF2-40B4-BE49-F238E27FC236}">
                <a16:creationId xmlns:a16="http://schemas.microsoft.com/office/drawing/2014/main" id="{538157D3-91AF-3C45-9007-52DB6A466D0D}"/>
              </a:ext>
            </a:extLst>
          </p:cNvPr>
          <p:cNvGrpSpPr/>
          <p:nvPr/>
        </p:nvGrpSpPr>
        <p:grpSpPr>
          <a:xfrm>
            <a:off x="6754802" y="4309350"/>
            <a:ext cx="362309" cy="361971"/>
            <a:chOff x="6754802" y="4309350"/>
            <a:chExt cx="362309" cy="361971"/>
          </a:xfrm>
          <a:solidFill>
            <a:srgbClr val="007680"/>
          </a:solidFill>
        </p:grpSpPr>
        <p:sp>
          <p:nvSpPr>
            <p:cNvPr id="629" name="Graphic 5">
              <a:extLst>
                <a:ext uri="{FF2B5EF4-FFF2-40B4-BE49-F238E27FC236}">
                  <a16:creationId xmlns:a16="http://schemas.microsoft.com/office/drawing/2014/main" id="{3E679096-CB39-804A-AC58-B1A77DF30AEB}"/>
                </a:ext>
              </a:extLst>
            </p:cNvPr>
            <p:cNvSpPr/>
            <p:nvPr/>
          </p:nvSpPr>
          <p:spPr>
            <a:xfrm>
              <a:off x="6754802" y="4309350"/>
              <a:ext cx="362309" cy="361971"/>
            </a:xfrm>
            <a:custGeom>
              <a:avLst/>
              <a:gdLst>
                <a:gd name="connsiteX0" fmla="*/ 181474 w 362309"/>
                <a:gd name="connsiteY0" fmla="*/ 0 h 361971"/>
                <a:gd name="connsiteX1" fmla="*/ 0 w 362309"/>
                <a:gd name="connsiteY1" fmla="*/ 180667 h 361971"/>
                <a:gd name="connsiteX2" fmla="*/ 180836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3" y="0"/>
                    <a:pt x="0" y="81076"/>
                    <a:pt x="0" y="180667"/>
                  </a:cubicBezTo>
                  <a:cubicBezTo>
                    <a:pt x="0" y="280895"/>
                    <a:pt x="81153" y="361971"/>
                    <a:pt x="180836" y="361971"/>
                  </a:cubicBezTo>
                  <a:cubicBezTo>
                    <a:pt x="281157" y="361971"/>
                    <a:pt x="362310" y="280895"/>
                    <a:pt x="362310" y="181305"/>
                  </a:cubicBezTo>
                  <a:cubicBezTo>
                    <a:pt x="362310" y="181305"/>
                    <a:pt x="362310" y="181305"/>
                    <a:pt x="362310" y="181305"/>
                  </a:cubicBezTo>
                  <a:cubicBezTo>
                    <a:pt x="362310" y="81076"/>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873"/>
                    <a:pt x="274767"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630" name="Graphic 5">
              <a:extLst>
                <a:ext uri="{FF2B5EF4-FFF2-40B4-BE49-F238E27FC236}">
                  <a16:creationId xmlns:a16="http://schemas.microsoft.com/office/drawing/2014/main" id="{690BD49B-CF73-674D-83D9-6449A7846BDE}"/>
                </a:ext>
              </a:extLst>
            </p:cNvPr>
            <p:cNvSpPr/>
            <p:nvPr/>
          </p:nvSpPr>
          <p:spPr>
            <a:xfrm>
              <a:off x="6955195" y="4433838"/>
              <a:ext cx="79736" cy="180666"/>
            </a:xfrm>
            <a:custGeom>
              <a:avLst/>
              <a:gdLst>
                <a:gd name="connsiteX0" fmla="*/ 54565 w 79736"/>
                <a:gd name="connsiteY0" fmla="*/ 5107 h 180666"/>
                <a:gd name="connsiteX1" fmla="*/ 48175 w 79736"/>
                <a:gd name="connsiteY1" fmla="*/ 0 h 180666"/>
                <a:gd name="connsiteX2" fmla="*/ 31561 w 79736"/>
                <a:gd name="connsiteY2" fmla="*/ 0 h 180666"/>
                <a:gd name="connsiteX3" fmla="*/ 25172 w 79736"/>
                <a:gd name="connsiteY3" fmla="*/ 5107 h 180666"/>
                <a:gd name="connsiteX4" fmla="*/ 251 w 79736"/>
                <a:gd name="connsiteY4" fmla="*/ 105336 h 180666"/>
                <a:gd name="connsiteX5" fmla="*/ 1528 w 79736"/>
                <a:gd name="connsiteY5" fmla="*/ 111081 h 180666"/>
                <a:gd name="connsiteX6" fmla="*/ 6641 w 79736"/>
                <a:gd name="connsiteY6" fmla="*/ 113635 h 180666"/>
                <a:gd name="connsiteX7" fmla="*/ 16864 w 79736"/>
                <a:gd name="connsiteY7" fmla="*/ 113635 h 180666"/>
                <a:gd name="connsiteX8" fmla="*/ 16864 w 79736"/>
                <a:gd name="connsiteY8" fmla="*/ 174283 h 180666"/>
                <a:gd name="connsiteX9" fmla="*/ 23254 w 79736"/>
                <a:gd name="connsiteY9" fmla="*/ 180667 h 180666"/>
                <a:gd name="connsiteX10" fmla="*/ 29644 w 79736"/>
                <a:gd name="connsiteY10" fmla="*/ 174283 h 180666"/>
                <a:gd name="connsiteX11" fmla="*/ 29644 w 79736"/>
                <a:gd name="connsiteY11" fmla="*/ 113635 h 180666"/>
                <a:gd name="connsiteX12" fmla="*/ 50092 w 79736"/>
                <a:gd name="connsiteY12" fmla="*/ 113635 h 180666"/>
                <a:gd name="connsiteX13" fmla="*/ 50092 w 79736"/>
                <a:gd name="connsiteY13" fmla="*/ 174283 h 180666"/>
                <a:gd name="connsiteX14" fmla="*/ 56482 w 79736"/>
                <a:gd name="connsiteY14" fmla="*/ 180667 h 180666"/>
                <a:gd name="connsiteX15" fmla="*/ 62872 w 79736"/>
                <a:gd name="connsiteY15" fmla="*/ 174283 h 180666"/>
                <a:gd name="connsiteX16" fmla="*/ 62872 w 79736"/>
                <a:gd name="connsiteY16" fmla="*/ 113635 h 180666"/>
                <a:gd name="connsiteX17" fmla="*/ 73096 w 79736"/>
                <a:gd name="connsiteY17" fmla="*/ 113635 h 180666"/>
                <a:gd name="connsiteX18" fmla="*/ 78208 w 79736"/>
                <a:gd name="connsiteY18" fmla="*/ 111081 h 180666"/>
                <a:gd name="connsiteX19" fmla="*/ 79486 w 79736"/>
                <a:gd name="connsiteY19" fmla="*/ 105336 h 180666"/>
                <a:gd name="connsiteX20" fmla="*/ 54565 w 79736"/>
                <a:gd name="connsiteY20" fmla="*/ 5107 h 180666"/>
                <a:gd name="connsiteX21" fmla="*/ 14948 w 79736"/>
                <a:gd name="connsiteY21" fmla="*/ 100867 h 180666"/>
                <a:gd name="connsiteX22" fmla="*/ 36673 w 79736"/>
                <a:gd name="connsiteY22" fmla="*/ 13406 h 180666"/>
                <a:gd name="connsiteX23" fmla="*/ 43703 w 79736"/>
                <a:gd name="connsiteY23" fmla="*/ 13406 h 180666"/>
                <a:gd name="connsiteX24" fmla="*/ 65428 w 79736"/>
                <a:gd name="connsiteY24" fmla="*/ 100867 h 180666"/>
                <a:gd name="connsiteX25" fmla="*/ 14948 w 79736"/>
                <a:gd name="connsiteY25" fmla="*/ 100867 h 18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9736" h="180666">
                  <a:moveTo>
                    <a:pt x="54565" y="5107"/>
                  </a:moveTo>
                  <a:cubicBezTo>
                    <a:pt x="53926" y="1915"/>
                    <a:pt x="51370" y="0"/>
                    <a:pt x="48175" y="0"/>
                  </a:cubicBezTo>
                  <a:lnTo>
                    <a:pt x="31561" y="0"/>
                  </a:lnTo>
                  <a:cubicBezTo>
                    <a:pt x="28366" y="0"/>
                    <a:pt x="25810" y="1915"/>
                    <a:pt x="25172" y="5107"/>
                  </a:cubicBezTo>
                  <a:lnTo>
                    <a:pt x="251" y="105336"/>
                  </a:lnTo>
                  <a:cubicBezTo>
                    <a:pt x="-388" y="107251"/>
                    <a:pt x="251" y="109166"/>
                    <a:pt x="1528" y="111081"/>
                  </a:cubicBezTo>
                  <a:cubicBezTo>
                    <a:pt x="2807" y="112358"/>
                    <a:pt x="4723" y="113635"/>
                    <a:pt x="6641" y="113635"/>
                  </a:cubicBezTo>
                  <a:lnTo>
                    <a:pt x="16864" y="113635"/>
                  </a:lnTo>
                  <a:lnTo>
                    <a:pt x="16864" y="174283"/>
                  </a:lnTo>
                  <a:cubicBezTo>
                    <a:pt x="16864" y="178113"/>
                    <a:pt x="19420" y="180667"/>
                    <a:pt x="23254" y="180667"/>
                  </a:cubicBezTo>
                  <a:cubicBezTo>
                    <a:pt x="27088" y="180667"/>
                    <a:pt x="29644" y="178113"/>
                    <a:pt x="29644" y="174283"/>
                  </a:cubicBezTo>
                  <a:lnTo>
                    <a:pt x="29644" y="113635"/>
                  </a:lnTo>
                  <a:lnTo>
                    <a:pt x="50092" y="113635"/>
                  </a:lnTo>
                  <a:lnTo>
                    <a:pt x="50092" y="174283"/>
                  </a:lnTo>
                  <a:cubicBezTo>
                    <a:pt x="50092" y="178113"/>
                    <a:pt x="52648" y="180667"/>
                    <a:pt x="56482" y="180667"/>
                  </a:cubicBezTo>
                  <a:cubicBezTo>
                    <a:pt x="60316" y="180667"/>
                    <a:pt x="62872" y="178113"/>
                    <a:pt x="62872" y="174283"/>
                  </a:cubicBezTo>
                  <a:lnTo>
                    <a:pt x="62872" y="113635"/>
                  </a:lnTo>
                  <a:lnTo>
                    <a:pt x="73096" y="113635"/>
                  </a:lnTo>
                  <a:cubicBezTo>
                    <a:pt x="75013" y="113635"/>
                    <a:pt x="76930" y="112996"/>
                    <a:pt x="78208" y="111081"/>
                  </a:cubicBezTo>
                  <a:cubicBezTo>
                    <a:pt x="79486" y="109804"/>
                    <a:pt x="80125" y="107251"/>
                    <a:pt x="79486" y="105336"/>
                  </a:cubicBezTo>
                  <a:lnTo>
                    <a:pt x="54565" y="5107"/>
                  </a:lnTo>
                  <a:close/>
                  <a:moveTo>
                    <a:pt x="14948" y="100867"/>
                  </a:moveTo>
                  <a:lnTo>
                    <a:pt x="36673" y="13406"/>
                  </a:lnTo>
                  <a:lnTo>
                    <a:pt x="43703" y="13406"/>
                  </a:lnTo>
                  <a:lnTo>
                    <a:pt x="65428" y="100867"/>
                  </a:lnTo>
                  <a:lnTo>
                    <a:pt x="14948" y="100867"/>
                  </a:lnTo>
                  <a:close/>
                </a:path>
              </a:pathLst>
            </a:custGeom>
            <a:solidFill>
              <a:srgbClr val="007680"/>
            </a:solidFill>
            <a:ln w="6390" cap="flat">
              <a:noFill/>
              <a:prstDash val="solid"/>
              <a:miter/>
            </a:ln>
          </p:spPr>
          <p:txBody>
            <a:bodyPr rtlCol="0" anchor="ctr"/>
            <a:lstStyle/>
            <a:p>
              <a:endParaRPr lang="en-US"/>
            </a:p>
          </p:txBody>
        </p:sp>
        <p:sp>
          <p:nvSpPr>
            <p:cNvPr id="631" name="Graphic 5">
              <a:extLst>
                <a:ext uri="{FF2B5EF4-FFF2-40B4-BE49-F238E27FC236}">
                  <a16:creationId xmlns:a16="http://schemas.microsoft.com/office/drawing/2014/main" id="{1E3C9F07-849D-3A48-BE56-C35FCC0C962F}"/>
                </a:ext>
              </a:extLst>
            </p:cNvPr>
            <p:cNvSpPr/>
            <p:nvPr/>
          </p:nvSpPr>
          <p:spPr>
            <a:xfrm>
              <a:off x="6972060" y="4367444"/>
              <a:ext cx="46008" cy="45964"/>
            </a:xfrm>
            <a:custGeom>
              <a:avLst/>
              <a:gdLst>
                <a:gd name="connsiteX0" fmla="*/ 23004 w 46008"/>
                <a:gd name="connsiteY0" fmla="*/ 45965 h 45964"/>
                <a:gd name="connsiteX1" fmla="*/ 46008 w 46008"/>
                <a:gd name="connsiteY1" fmla="*/ 22982 h 45964"/>
                <a:gd name="connsiteX2" fmla="*/ 23004 w 46008"/>
                <a:gd name="connsiteY2" fmla="*/ 0 h 45964"/>
                <a:gd name="connsiteX3" fmla="*/ 0 w 46008"/>
                <a:gd name="connsiteY3" fmla="*/ 22982 h 45964"/>
                <a:gd name="connsiteX4" fmla="*/ 0 w 46008"/>
                <a:gd name="connsiteY4" fmla="*/ 22982 h 45964"/>
                <a:gd name="connsiteX5" fmla="*/ 23004 w 46008"/>
                <a:gd name="connsiteY5" fmla="*/ 45965 h 45964"/>
                <a:gd name="connsiteX6" fmla="*/ 23004 w 46008"/>
                <a:gd name="connsiteY6" fmla="*/ 12130 h 45964"/>
                <a:gd name="connsiteX7" fmla="*/ 33228 w 46008"/>
                <a:gd name="connsiteY7" fmla="*/ 22344 h 45964"/>
                <a:gd name="connsiteX8" fmla="*/ 23004 w 46008"/>
                <a:gd name="connsiteY8" fmla="*/ 32558 h 45964"/>
                <a:gd name="connsiteX9" fmla="*/ 12780 w 46008"/>
                <a:gd name="connsiteY9" fmla="*/ 22344 h 45964"/>
                <a:gd name="connsiteX10" fmla="*/ 12780 w 46008"/>
                <a:gd name="connsiteY10" fmla="*/ 22344 h 45964"/>
                <a:gd name="connsiteX11" fmla="*/ 23004 w 46008"/>
                <a:gd name="connsiteY11" fmla="*/ 12130 h 45964"/>
                <a:gd name="connsiteX12" fmla="*/ 23004 w 46008"/>
                <a:gd name="connsiteY12" fmla="*/ 12130 h 45964"/>
                <a:gd name="connsiteX13" fmla="*/ 23004 w 46008"/>
                <a:gd name="connsiteY13" fmla="*/ 12130 h 45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008" h="45964">
                  <a:moveTo>
                    <a:pt x="23004" y="45965"/>
                  </a:moveTo>
                  <a:cubicBezTo>
                    <a:pt x="35783" y="45965"/>
                    <a:pt x="46008" y="35750"/>
                    <a:pt x="46008" y="22982"/>
                  </a:cubicBezTo>
                  <a:cubicBezTo>
                    <a:pt x="46008" y="10214"/>
                    <a:pt x="35783" y="0"/>
                    <a:pt x="23004" y="0"/>
                  </a:cubicBezTo>
                  <a:cubicBezTo>
                    <a:pt x="10224" y="0"/>
                    <a:pt x="0" y="10214"/>
                    <a:pt x="0" y="22982"/>
                  </a:cubicBezTo>
                  <a:lnTo>
                    <a:pt x="0" y="22982"/>
                  </a:lnTo>
                  <a:cubicBezTo>
                    <a:pt x="0" y="35112"/>
                    <a:pt x="10224" y="45326"/>
                    <a:pt x="23004" y="45965"/>
                  </a:cubicBezTo>
                  <a:close/>
                  <a:moveTo>
                    <a:pt x="23004" y="12130"/>
                  </a:moveTo>
                  <a:cubicBezTo>
                    <a:pt x="28755" y="12130"/>
                    <a:pt x="33228" y="16598"/>
                    <a:pt x="33228" y="22344"/>
                  </a:cubicBezTo>
                  <a:cubicBezTo>
                    <a:pt x="33228" y="28090"/>
                    <a:pt x="28755" y="32558"/>
                    <a:pt x="23004" y="32558"/>
                  </a:cubicBezTo>
                  <a:cubicBezTo>
                    <a:pt x="17253" y="32558"/>
                    <a:pt x="12780" y="28090"/>
                    <a:pt x="12780" y="22344"/>
                  </a:cubicBezTo>
                  <a:lnTo>
                    <a:pt x="12780" y="22344"/>
                  </a:lnTo>
                  <a:cubicBezTo>
                    <a:pt x="12780" y="16598"/>
                    <a:pt x="17253" y="12130"/>
                    <a:pt x="23004" y="12130"/>
                  </a:cubicBezTo>
                  <a:lnTo>
                    <a:pt x="23004" y="12130"/>
                  </a:lnTo>
                  <a:lnTo>
                    <a:pt x="23004" y="12130"/>
                  </a:lnTo>
                  <a:close/>
                </a:path>
              </a:pathLst>
            </a:custGeom>
            <a:solidFill>
              <a:srgbClr val="007680"/>
            </a:solidFill>
            <a:ln w="6390" cap="flat">
              <a:noFill/>
              <a:prstDash val="solid"/>
              <a:miter/>
            </a:ln>
          </p:spPr>
          <p:txBody>
            <a:bodyPr rtlCol="0" anchor="ctr"/>
            <a:lstStyle/>
            <a:p>
              <a:endParaRPr lang="en-US"/>
            </a:p>
          </p:txBody>
        </p:sp>
        <p:sp>
          <p:nvSpPr>
            <p:cNvPr id="632" name="Graphic 5">
              <a:extLst>
                <a:ext uri="{FF2B5EF4-FFF2-40B4-BE49-F238E27FC236}">
                  <a16:creationId xmlns:a16="http://schemas.microsoft.com/office/drawing/2014/main" id="{B010F648-7EFE-A44B-BE1C-0F23D7F96D00}"/>
                </a:ext>
              </a:extLst>
            </p:cNvPr>
            <p:cNvSpPr/>
            <p:nvPr/>
          </p:nvSpPr>
          <p:spPr>
            <a:xfrm>
              <a:off x="6837871" y="4433838"/>
              <a:ext cx="79874" cy="180027"/>
            </a:xfrm>
            <a:custGeom>
              <a:avLst/>
              <a:gdLst>
                <a:gd name="connsiteX0" fmla="*/ 73484 w 79874"/>
                <a:gd name="connsiteY0" fmla="*/ 0 h 180027"/>
                <a:gd name="connsiteX1" fmla="*/ 6390 w 79874"/>
                <a:gd name="connsiteY1" fmla="*/ 0 h 180027"/>
                <a:gd name="connsiteX2" fmla="*/ 0 w 79874"/>
                <a:gd name="connsiteY2" fmla="*/ 6384 h 180027"/>
                <a:gd name="connsiteX3" fmla="*/ 0 w 79874"/>
                <a:gd name="connsiteY3" fmla="*/ 90014 h 180027"/>
                <a:gd name="connsiteX4" fmla="*/ 6390 w 79874"/>
                <a:gd name="connsiteY4" fmla="*/ 96398 h 180027"/>
                <a:gd name="connsiteX5" fmla="*/ 16614 w 79874"/>
                <a:gd name="connsiteY5" fmla="*/ 96398 h 180027"/>
                <a:gd name="connsiteX6" fmla="*/ 16614 w 79874"/>
                <a:gd name="connsiteY6" fmla="*/ 173644 h 180027"/>
                <a:gd name="connsiteX7" fmla="*/ 23004 w 79874"/>
                <a:gd name="connsiteY7" fmla="*/ 180028 h 180027"/>
                <a:gd name="connsiteX8" fmla="*/ 29394 w 79874"/>
                <a:gd name="connsiteY8" fmla="*/ 173644 h 180027"/>
                <a:gd name="connsiteX9" fmla="*/ 29394 w 79874"/>
                <a:gd name="connsiteY9" fmla="*/ 96398 h 180027"/>
                <a:gd name="connsiteX10" fmla="*/ 50481 w 79874"/>
                <a:gd name="connsiteY10" fmla="*/ 96398 h 180027"/>
                <a:gd name="connsiteX11" fmla="*/ 50481 w 79874"/>
                <a:gd name="connsiteY11" fmla="*/ 173644 h 180027"/>
                <a:gd name="connsiteX12" fmla="*/ 56871 w 79874"/>
                <a:gd name="connsiteY12" fmla="*/ 180028 h 180027"/>
                <a:gd name="connsiteX13" fmla="*/ 63261 w 79874"/>
                <a:gd name="connsiteY13" fmla="*/ 173644 h 180027"/>
                <a:gd name="connsiteX14" fmla="*/ 63261 w 79874"/>
                <a:gd name="connsiteY14" fmla="*/ 96398 h 180027"/>
                <a:gd name="connsiteX15" fmla="*/ 73484 w 79874"/>
                <a:gd name="connsiteY15" fmla="*/ 96398 h 180027"/>
                <a:gd name="connsiteX16" fmla="*/ 79874 w 79874"/>
                <a:gd name="connsiteY16" fmla="*/ 90014 h 180027"/>
                <a:gd name="connsiteX17" fmla="*/ 79874 w 79874"/>
                <a:gd name="connsiteY17" fmla="*/ 6384 h 180027"/>
                <a:gd name="connsiteX18" fmla="*/ 73484 w 79874"/>
                <a:gd name="connsiteY18" fmla="*/ 0 h 180027"/>
                <a:gd name="connsiteX19" fmla="*/ 73484 w 79874"/>
                <a:gd name="connsiteY19" fmla="*/ 0 h 180027"/>
                <a:gd name="connsiteX20" fmla="*/ 67094 w 79874"/>
                <a:gd name="connsiteY20" fmla="*/ 83630 h 180027"/>
                <a:gd name="connsiteX21" fmla="*/ 12780 w 79874"/>
                <a:gd name="connsiteY21" fmla="*/ 83630 h 180027"/>
                <a:gd name="connsiteX22" fmla="*/ 12780 w 79874"/>
                <a:gd name="connsiteY22" fmla="*/ 12768 h 180027"/>
                <a:gd name="connsiteX23" fmla="*/ 67094 w 79874"/>
                <a:gd name="connsiteY23" fmla="*/ 12768 h 180027"/>
                <a:gd name="connsiteX24" fmla="*/ 67094 w 79874"/>
                <a:gd name="connsiteY24" fmla="*/ 83630 h 180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874" h="180027">
                  <a:moveTo>
                    <a:pt x="73484" y="0"/>
                  </a:moveTo>
                  <a:lnTo>
                    <a:pt x="6390" y="0"/>
                  </a:lnTo>
                  <a:cubicBezTo>
                    <a:pt x="2556" y="0"/>
                    <a:pt x="0" y="2553"/>
                    <a:pt x="0" y="6384"/>
                  </a:cubicBezTo>
                  <a:lnTo>
                    <a:pt x="0" y="90014"/>
                  </a:lnTo>
                  <a:cubicBezTo>
                    <a:pt x="0" y="93844"/>
                    <a:pt x="2556" y="96398"/>
                    <a:pt x="6390" y="96398"/>
                  </a:cubicBezTo>
                  <a:lnTo>
                    <a:pt x="16614" y="96398"/>
                  </a:lnTo>
                  <a:lnTo>
                    <a:pt x="16614" y="173644"/>
                  </a:lnTo>
                  <a:cubicBezTo>
                    <a:pt x="16614" y="177475"/>
                    <a:pt x="19170" y="180028"/>
                    <a:pt x="23004" y="180028"/>
                  </a:cubicBezTo>
                  <a:cubicBezTo>
                    <a:pt x="26838" y="180028"/>
                    <a:pt x="29394" y="177475"/>
                    <a:pt x="29394" y="173644"/>
                  </a:cubicBezTo>
                  <a:lnTo>
                    <a:pt x="29394" y="96398"/>
                  </a:lnTo>
                  <a:lnTo>
                    <a:pt x="50481" y="96398"/>
                  </a:lnTo>
                  <a:lnTo>
                    <a:pt x="50481" y="173644"/>
                  </a:lnTo>
                  <a:cubicBezTo>
                    <a:pt x="50481" y="177475"/>
                    <a:pt x="53037" y="180028"/>
                    <a:pt x="56871" y="180028"/>
                  </a:cubicBezTo>
                  <a:cubicBezTo>
                    <a:pt x="60704" y="180028"/>
                    <a:pt x="63261" y="177475"/>
                    <a:pt x="63261" y="173644"/>
                  </a:cubicBezTo>
                  <a:lnTo>
                    <a:pt x="63261" y="96398"/>
                  </a:lnTo>
                  <a:lnTo>
                    <a:pt x="73484" y="96398"/>
                  </a:lnTo>
                  <a:cubicBezTo>
                    <a:pt x="77318" y="96398"/>
                    <a:pt x="79874" y="93844"/>
                    <a:pt x="79874" y="90014"/>
                  </a:cubicBezTo>
                  <a:lnTo>
                    <a:pt x="79874" y="6384"/>
                  </a:lnTo>
                  <a:cubicBezTo>
                    <a:pt x="79874" y="2553"/>
                    <a:pt x="77318" y="0"/>
                    <a:pt x="73484" y="0"/>
                  </a:cubicBezTo>
                  <a:cubicBezTo>
                    <a:pt x="73484" y="0"/>
                    <a:pt x="73484" y="0"/>
                    <a:pt x="73484" y="0"/>
                  </a:cubicBezTo>
                  <a:close/>
                  <a:moveTo>
                    <a:pt x="67094" y="83630"/>
                  </a:moveTo>
                  <a:lnTo>
                    <a:pt x="12780" y="83630"/>
                  </a:lnTo>
                  <a:lnTo>
                    <a:pt x="12780" y="12768"/>
                  </a:lnTo>
                  <a:lnTo>
                    <a:pt x="67094" y="12768"/>
                  </a:lnTo>
                  <a:lnTo>
                    <a:pt x="67094" y="83630"/>
                  </a:lnTo>
                  <a:close/>
                </a:path>
              </a:pathLst>
            </a:custGeom>
            <a:solidFill>
              <a:srgbClr val="007680"/>
            </a:solidFill>
            <a:ln w="6390" cap="flat">
              <a:noFill/>
              <a:prstDash val="solid"/>
              <a:miter/>
            </a:ln>
          </p:spPr>
          <p:txBody>
            <a:bodyPr rtlCol="0" anchor="ctr"/>
            <a:lstStyle/>
            <a:p>
              <a:endParaRPr lang="en-US"/>
            </a:p>
          </p:txBody>
        </p:sp>
        <p:sp>
          <p:nvSpPr>
            <p:cNvPr id="633" name="Graphic 5">
              <a:extLst>
                <a:ext uri="{FF2B5EF4-FFF2-40B4-BE49-F238E27FC236}">
                  <a16:creationId xmlns:a16="http://schemas.microsoft.com/office/drawing/2014/main" id="{549E7CD8-B2FC-6744-9310-4D5B367E0DCC}"/>
                </a:ext>
              </a:extLst>
            </p:cNvPr>
            <p:cNvSpPr/>
            <p:nvPr/>
          </p:nvSpPr>
          <p:spPr>
            <a:xfrm>
              <a:off x="6854485" y="4367444"/>
              <a:ext cx="46008" cy="45964"/>
            </a:xfrm>
            <a:custGeom>
              <a:avLst/>
              <a:gdLst>
                <a:gd name="connsiteX0" fmla="*/ 23004 w 46008"/>
                <a:gd name="connsiteY0" fmla="*/ 45965 h 45964"/>
                <a:gd name="connsiteX1" fmla="*/ 46008 w 46008"/>
                <a:gd name="connsiteY1" fmla="*/ 22982 h 45964"/>
                <a:gd name="connsiteX2" fmla="*/ 23004 w 46008"/>
                <a:gd name="connsiteY2" fmla="*/ 0 h 45964"/>
                <a:gd name="connsiteX3" fmla="*/ 0 w 46008"/>
                <a:gd name="connsiteY3" fmla="*/ 22982 h 45964"/>
                <a:gd name="connsiteX4" fmla="*/ 0 w 46008"/>
                <a:gd name="connsiteY4" fmla="*/ 22982 h 45964"/>
                <a:gd name="connsiteX5" fmla="*/ 23004 w 46008"/>
                <a:gd name="connsiteY5" fmla="*/ 45965 h 45964"/>
                <a:gd name="connsiteX6" fmla="*/ 23004 w 46008"/>
                <a:gd name="connsiteY6" fmla="*/ 12130 h 45964"/>
                <a:gd name="connsiteX7" fmla="*/ 33228 w 46008"/>
                <a:gd name="connsiteY7" fmla="*/ 22344 h 45964"/>
                <a:gd name="connsiteX8" fmla="*/ 23004 w 46008"/>
                <a:gd name="connsiteY8" fmla="*/ 32558 h 45964"/>
                <a:gd name="connsiteX9" fmla="*/ 12780 w 46008"/>
                <a:gd name="connsiteY9" fmla="*/ 22344 h 45964"/>
                <a:gd name="connsiteX10" fmla="*/ 12780 w 46008"/>
                <a:gd name="connsiteY10" fmla="*/ 22344 h 45964"/>
                <a:gd name="connsiteX11" fmla="*/ 23004 w 46008"/>
                <a:gd name="connsiteY11" fmla="*/ 12130 h 45964"/>
                <a:gd name="connsiteX12" fmla="*/ 23004 w 46008"/>
                <a:gd name="connsiteY12" fmla="*/ 12130 h 45964"/>
                <a:gd name="connsiteX13" fmla="*/ 23004 w 46008"/>
                <a:gd name="connsiteY13" fmla="*/ 12130 h 45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008" h="45964">
                  <a:moveTo>
                    <a:pt x="23004" y="45965"/>
                  </a:moveTo>
                  <a:cubicBezTo>
                    <a:pt x="35784" y="45965"/>
                    <a:pt x="46008" y="35750"/>
                    <a:pt x="46008" y="22982"/>
                  </a:cubicBezTo>
                  <a:cubicBezTo>
                    <a:pt x="46008" y="10214"/>
                    <a:pt x="35784" y="0"/>
                    <a:pt x="23004" y="0"/>
                  </a:cubicBezTo>
                  <a:cubicBezTo>
                    <a:pt x="10225" y="0"/>
                    <a:pt x="0" y="10214"/>
                    <a:pt x="0" y="22982"/>
                  </a:cubicBezTo>
                  <a:lnTo>
                    <a:pt x="0" y="22982"/>
                  </a:lnTo>
                  <a:cubicBezTo>
                    <a:pt x="0" y="35112"/>
                    <a:pt x="10225" y="45326"/>
                    <a:pt x="23004" y="45965"/>
                  </a:cubicBezTo>
                  <a:close/>
                  <a:moveTo>
                    <a:pt x="23004" y="12130"/>
                  </a:moveTo>
                  <a:cubicBezTo>
                    <a:pt x="28755" y="12130"/>
                    <a:pt x="33228" y="16598"/>
                    <a:pt x="33228" y="22344"/>
                  </a:cubicBezTo>
                  <a:cubicBezTo>
                    <a:pt x="33228" y="28090"/>
                    <a:pt x="28755" y="32558"/>
                    <a:pt x="23004" y="32558"/>
                  </a:cubicBezTo>
                  <a:cubicBezTo>
                    <a:pt x="17253" y="32558"/>
                    <a:pt x="12780" y="28090"/>
                    <a:pt x="12780" y="22344"/>
                  </a:cubicBezTo>
                  <a:lnTo>
                    <a:pt x="12780" y="22344"/>
                  </a:lnTo>
                  <a:cubicBezTo>
                    <a:pt x="12780" y="16598"/>
                    <a:pt x="17253" y="12130"/>
                    <a:pt x="23004" y="12130"/>
                  </a:cubicBezTo>
                  <a:lnTo>
                    <a:pt x="23004" y="12130"/>
                  </a:lnTo>
                  <a:lnTo>
                    <a:pt x="23004" y="12130"/>
                  </a:lnTo>
                  <a:close/>
                </a:path>
              </a:pathLst>
            </a:custGeom>
            <a:solidFill>
              <a:srgbClr val="007680"/>
            </a:solidFill>
            <a:ln w="6390" cap="flat">
              <a:noFill/>
              <a:prstDash val="solid"/>
              <a:miter/>
            </a:ln>
          </p:spPr>
          <p:txBody>
            <a:bodyPr rtlCol="0" anchor="ctr"/>
            <a:lstStyle/>
            <a:p>
              <a:endParaRPr lang="en-US"/>
            </a:p>
          </p:txBody>
        </p:sp>
      </p:grpSp>
      <p:grpSp>
        <p:nvGrpSpPr>
          <p:cNvPr id="634" name="Graphic 5">
            <a:extLst>
              <a:ext uri="{FF2B5EF4-FFF2-40B4-BE49-F238E27FC236}">
                <a16:creationId xmlns:a16="http://schemas.microsoft.com/office/drawing/2014/main" id="{4644F7FD-618F-7842-A145-AA4DD937D4EF}"/>
              </a:ext>
            </a:extLst>
          </p:cNvPr>
          <p:cNvGrpSpPr/>
          <p:nvPr/>
        </p:nvGrpSpPr>
        <p:grpSpPr>
          <a:xfrm>
            <a:off x="6754802" y="2371811"/>
            <a:ext cx="362309" cy="361971"/>
            <a:chOff x="6754802" y="2371811"/>
            <a:chExt cx="362309" cy="361971"/>
          </a:xfrm>
          <a:solidFill>
            <a:srgbClr val="007680"/>
          </a:solidFill>
        </p:grpSpPr>
        <p:sp>
          <p:nvSpPr>
            <p:cNvPr id="635" name="Graphic 5">
              <a:extLst>
                <a:ext uri="{FF2B5EF4-FFF2-40B4-BE49-F238E27FC236}">
                  <a16:creationId xmlns:a16="http://schemas.microsoft.com/office/drawing/2014/main" id="{53DA44E8-A1C3-2849-B9B2-2230757B6349}"/>
                </a:ext>
              </a:extLst>
            </p:cNvPr>
            <p:cNvSpPr/>
            <p:nvPr/>
          </p:nvSpPr>
          <p:spPr>
            <a:xfrm>
              <a:off x="6754802" y="2371811"/>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873"/>
                    <a:pt x="274767"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636" name="Graphic 5">
              <a:extLst>
                <a:ext uri="{FF2B5EF4-FFF2-40B4-BE49-F238E27FC236}">
                  <a16:creationId xmlns:a16="http://schemas.microsoft.com/office/drawing/2014/main" id="{5F221F5D-4FBF-AC49-860A-CF433DDD2E99}"/>
                </a:ext>
              </a:extLst>
            </p:cNvPr>
            <p:cNvSpPr/>
            <p:nvPr/>
          </p:nvSpPr>
          <p:spPr>
            <a:xfrm>
              <a:off x="6867904" y="2445866"/>
              <a:ext cx="43451" cy="43411"/>
            </a:xfrm>
            <a:custGeom>
              <a:avLst/>
              <a:gdLst>
                <a:gd name="connsiteX0" fmla="*/ 21725 w 43451"/>
                <a:gd name="connsiteY0" fmla="*/ 43411 h 43411"/>
                <a:gd name="connsiteX1" fmla="*/ 43451 w 43451"/>
                <a:gd name="connsiteY1" fmla="*/ 21706 h 43411"/>
                <a:gd name="connsiteX2" fmla="*/ 21725 w 43451"/>
                <a:gd name="connsiteY2" fmla="*/ 0 h 43411"/>
                <a:gd name="connsiteX3" fmla="*/ 0 w 43451"/>
                <a:gd name="connsiteY3" fmla="*/ 21706 h 43411"/>
                <a:gd name="connsiteX4" fmla="*/ 0 w 43451"/>
                <a:gd name="connsiteY4" fmla="*/ 21706 h 43411"/>
                <a:gd name="connsiteX5" fmla="*/ 21725 w 43451"/>
                <a:gd name="connsiteY5" fmla="*/ 43411 h 43411"/>
                <a:gd name="connsiteX6" fmla="*/ 21725 w 43451"/>
                <a:gd name="connsiteY6" fmla="*/ 12130 h 43411"/>
                <a:gd name="connsiteX7" fmla="*/ 30671 w 43451"/>
                <a:gd name="connsiteY7" fmla="*/ 21067 h 43411"/>
                <a:gd name="connsiteX8" fmla="*/ 21725 w 43451"/>
                <a:gd name="connsiteY8" fmla="*/ 30005 h 43411"/>
                <a:gd name="connsiteX9" fmla="*/ 12780 w 43451"/>
                <a:gd name="connsiteY9" fmla="*/ 21067 h 43411"/>
                <a:gd name="connsiteX10" fmla="*/ 12780 w 43451"/>
                <a:gd name="connsiteY10" fmla="*/ 21067 h 43411"/>
                <a:gd name="connsiteX11" fmla="*/ 21725 w 43451"/>
                <a:gd name="connsiteY11" fmla="*/ 12130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51" h="43411">
                  <a:moveTo>
                    <a:pt x="21725" y="43411"/>
                  </a:moveTo>
                  <a:cubicBezTo>
                    <a:pt x="33866" y="43411"/>
                    <a:pt x="43451" y="33835"/>
                    <a:pt x="43451" y="21706"/>
                  </a:cubicBezTo>
                  <a:cubicBezTo>
                    <a:pt x="43451" y="9576"/>
                    <a:pt x="33866" y="0"/>
                    <a:pt x="21725" y="0"/>
                  </a:cubicBezTo>
                  <a:cubicBezTo>
                    <a:pt x="9585" y="0"/>
                    <a:pt x="0" y="9576"/>
                    <a:pt x="0" y="21706"/>
                  </a:cubicBezTo>
                  <a:cubicBezTo>
                    <a:pt x="0" y="21706"/>
                    <a:pt x="0" y="21706"/>
                    <a:pt x="0" y="21706"/>
                  </a:cubicBezTo>
                  <a:cubicBezTo>
                    <a:pt x="0" y="33197"/>
                    <a:pt x="9585" y="43411"/>
                    <a:pt x="21725" y="43411"/>
                  </a:cubicBezTo>
                  <a:close/>
                  <a:moveTo>
                    <a:pt x="21725" y="12130"/>
                  </a:moveTo>
                  <a:cubicBezTo>
                    <a:pt x="26837" y="12130"/>
                    <a:pt x="30671" y="15960"/>
                    <a:pt x="30671" y="21067"/>
                  </a:cubicBezTo>
                  <a:cubicBezTo>
                    <a:pt x="30671" y="26174"/>
                    <a:pt x="26837" y="30005"/>
                    <a:pt x="21725" y="30005"/>
                  </a:cubicBezTo>
                  <a:cubicBezTo>
                    <a:pt x="16614" y="30005"/>
                    <a:pt x="12780" y="26174"/>
                    <a:pt x="12780" y="21067"/>
                  </a:cubicBezTo>
                  <a:cubicBezTo>
                    <a:pt x="12780" y="21067"/>
                    <a:pt x="12780" y="21067"/>
                    <a:pt x="12780" y="21067"/>
                  </a:cubicBezTo>
                  <a:cubicBezTo>
                    <a:pt x="12780" y="15960"/>
                    <a:pt x="16614" y="12130"/>
                    <a:pt x="21725" y="12130"/>
                  </a:cubicBezTo>
                  <a:close/>
                </a:path>
              </a:pathLst>
            </a:custGeom>
            <a:solidFill>
              <a:srgbClr val="007680"/>
            </a:solidFill>
            <a:ln w="6390" cap="flat">
              <a:noFill/>
              <a:prstDash val="solid"/>
              <a:miter/>
            </a:ln>
          </p:spPr>
          <p:txBody>
            <a:bodyPr rtlCol="0" anchor="ctr"/>
            <a:lstStyle/>
            <a:p>
              <a:endParaRPr lang="en-US"/>
            </a:p>
          </p:txBody>
        </p:sp>
        <p:sp>
          <p:nvSpPr>
            <p:cNvPr id="637" name="Graphic 5">
              <a:extLst>
                <a:ext uri="{FF2B5EF4-FFF2-40B4-BE49-F238E27FC236}">
                  <a16:creationId xmlns:a16="http://schemas.microsoft.com/office/drawing/2014/main" id="{A044B22D-1B4A-F245-ACF1-C97EDAEA9907}"/>
                </a:ext>
              </a:extLst>
            </p:cNvPr>
            <p:cNvSpPr/>
            <p:nvPr/>
          </p:nvSpPr>
          <p:spPr>
            <a:xfrm>
              <a:off x="6828286" y="2507790"/>
              <a:ext cx="215341" cy="152577"/>
            </a:xfrm>
            <a:custGeom>
              <a:avLst/>
              <a:gdLst>
                <a:gd name="connsiteX0" fmla="*/ 209590 w 215341"/>
                <a:gd name="connsiteY0" fmla="*/ 46603 h 152577"/>
                <a:gd name="connsiteX1" fmla="*/ 192337 w 215341"/>
                <a:gd name="connsiteY1" fmla="*/ 46603 h 152577"/>
                <a:gd name="connsiteX2" fmla="*/ 192337 w 215341"/>
                <a:gd name="connsiteY2" fmla="*/ 6384 h 152577"/>
                <a:gd name="connsiteX3" fmla="*/ 185947 w 215341"/>
                <a:gd name="connsiteY3" fmla="*/ 0 h 152577"/>
                <a:gd name="connsiteX4" fmla="*/ 123965 w 215341"/>
                <a:gd name="connsiteY4" fmla="*/ 0 h 152577"/>
                <a:gd name="connsiteX5" fmla="*/ 117575 w 215341"/>
                <a:gd name="connsiteY5" fmla="*/ 6384 h 152577"/>
                <a:gd name="connsiteX6" fmla="*/ 117575 w 215341"/>
                <a:gd name="connsiteY6" fmla="*/ 46603 h 152577"/>
                <a:gd name="connsiteX7" fmla="*/ 99044 w 215341"/>
                <a:gd name="connsiteY7" fmla="*/ 46603 h 152577"/>
                <a:gd name="connsiteX8" fmla="*/ 99044 w 215341"/>
                <a:gd name="connsiteY8" fmla="*/ 6384 h 152577"/>
                <a:gd name="connsiteX9" fmla="*/ 92654 w 215341"/>
                <a:gd name="connsiteY9" fmla="*/ 0 h 152577"/>
                <a:gd name="connsiteX10" fmla="*/ 30033 w 215341"/>
                <a:gd name="connsiteY10" fmla="*/ 0 h 152577"/>
                <a:gd name="connsiteX11" fmla="*/ 23643 w 215341"/>
                <a:gd name="connsiteY11" fmla="*/ 6384 h 152577"/>
                <a:gd name="connsiteX12" fmla="*/ 23643 w 215341"/>
                <a:gd name="connsiteY12" fmla="*/ 46603 h 152577"/>
                <a:gd name="connsiteX13" fmla="*/ 6390 w 215341"/>
                <a:gd name="connsiteY13" fmla="*/ 46603 h 152577"/>
                <a:gd name="connsiteX14" fmla="*/ 0 w 215341"/>
                <a:gd name="connsiteY14" fmla="*/ 52987 h 152577"/>
                <a:gd name="connsiteX15" fmla="*/ 6390 w 215341"/>
                <a:gd name="connsiteY15" fmla="*/ 59371 h 152577"/>
                <a:gd name="connsiteX16" fmla="*/ 7668 w 215341"/>
                <a:gd name="connsiteY16" fmla="*/ 59371 h 152577"/>
                <a:gd name="connsiteX17" fmla="*/ 7668 w 215341"/>
                <a:gd name="connsiteY17" fmla="*/ 146193 h 152577"/>
                <a:gd name="connsiteX18" fmla="*/ 14058 w 215341"/>
                <a:gd name="connsiteY18" fmla="*/ 152577 h 152577"/>
                <a:gd name="connsiteX19" fmla="*/ 201283 w 215341"/>
                <a:gd name="connsiteY19" fmla="*/ 152577 h 152577"/>
                <a:gd name="connsiteX20" fmla="*/ 207673 w 215341"/>
                <a:gd name="connsiteY20" fmla="*/ 146193 h 152577"/>
                <a:gd name="connsiteX21" fmla="*/ 207673 w 215341"/>
                <a:gd name="connsiteY21" fmla="*/ 59371 h 152577"/>
                <a:gd name="connsiteX22" fmla="*/ 208951 w 215341"/>
                <a:gd name="connsiteY22" fmla="*/ 59371 h 152577"/>
                <a:gd name="connsiteX23" fmla="*/ 215341 w 215341"/>
                <a:gd name="connsiteY23" fmla="*/ 52987 h 152577"/>
                <a:gd name="connsiteX24" fmla="*/ 209590 w 215341"/>
                <a:gd name="connsiteY24" fmla="*/ 46603 h 152577"/>
                <a:gd name="connsiteX25" fmla="*/ 209590 w 215341"/>
                <a:gd name="connsiteY25" fmla="*/ 46603 h 152577"/>
                <a:gd name="connsiteX26" fmla="*/ 130355 w 215341"/>
                <a:gd name="connsiteY26" fmla="*/ 12768 h 152577"/>
                <a:gd name="connsiteX27" fmla="*/ 180197 w 215341"/>
                <a:gd name="connsiteY27" fmla="*/ 12768 h 152577"/>
                <a:gd name="connsiteX28" fmla="*/ 180197 w 215341"/>
                <a:gd name="connsiteY28" fmla="*/ 46603 h 152577"/>
                <a:gd name="connsiteX29" fmla="*/ 130355 w 215341"/>
                <a:gd name="connsiteY29" fmla="*/ 46603 h 152577"/>
                <a:gd name="connsiteX30" fmla="*/ 130355 w 215341"/>
                <a:gd name="connsiteY30" fmla="*/ 12768 h 152577"/>
                <a:gd name="connsiteX31" fmla="*/ 37062 w 215341"/>
                <a:gd name="connsiteY31" fmla="*/ 12768 h 152577"/>
                <a:gd name="connsiteX32" fmla="*/ 86903 w 215341"/>
                <a:gd name="connsiteY32" fmla="*/ 12768 h 152577"/>
                <a:gd name="connsiteX33" fmla="*/ 86903 w 215341"/>
                <a:gd name="connsiteY33" fmla="*/ 46603 h 152577"/>
                <a:gd name="connsiteX34" fmla="*/ 37062 w 215341"/>
                <a:gd name="connsiteY34" fmla="*/ 46603 h 152577"/>
                <a:gd name="connsiteX35" fmla="*/ 37062 w 215341"/>
                <a:gd name="connsiteY35" fmla="*/ 12768 h 152577"/>
                <a:gd name="connsiteX36" fmla="*/ 195532 w 215341"/>
                <a:gd name="connsiteY36" fmla="*/ 140448 h 152577"/>
                <a:gd name="connsiteX37" fmla="*/ 21087 w 215341"/>
                <a:gd name="connsiteY37" fmla="*/ 140448 h 152577"/>
                <a:gd name="connsiteX38" fmla="*/ 21087 w 215341"/>
                <a:gd name="connsiteY38" fmla="*/ 59371 h 152577"/>
                <a:gd name="connsiteX39" fmla="*/ 195532 w 215341"/>
                <a:gd name="connsiteY39" fmla="*/ 59371 h 152577"/>
                <a:gd name="connsiteX40" fmla="*/ 195532 w 215341"/>
                <a:gd name="connsiteY40" fmla="*/ 140448 h 15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15341" h="152577">
                  <a:moveTo>
                    <a:pt x="209590" y="46603"/>
                  </a:moveTo>
                  <a:lnTo>
                    <a:pt x="192337" y="46603"/>
                  </a:lnTo>
                  <a:lnTo>
                    <a:pt x="192337" y="6384"/>
                  </a:lnTo>
                  <a:cubicBezTo>
                    <a:pt x="192337" y="2554"/>
                    <a:pt x="189782" y="0"/>
                    <a:pt x="185947" y="0"/>
                  </a:cubicBezTo>
                  <a:lnTo>
                    <a:pt x="123965" y="0"/>
                  </a:lnTo>
                  <a:cubicBezTo>
                    <a:pt x="120131" y="0"/>
                    <a:pt x="117575" y="2554"/>
                    <a:pt x="117575" y="6384"/>
                  </a:cubicBezTo>
                  <a:lnTo>
                    <a:pt x="117575" y="46603"/>
                  </a:lnTo>
                  <a:lnTo>
                    <a:pt x="99044" y="46603"/>
                  </a:lnTo>
                  <a:lnTo>
                    <a:pt x="99044" y="6384"/>
                  </a:lnTo>
                  <a:cubicBezTo>
                    <a:pt x="99044" y="2554"/>
                    <a:pt x="96488" y="0"/>
                    <a:pt x="92654" y="0"/>
                  </a:cubicBezTo>
                  <a:lnTo>
                    <a:pt x="30033" y="0"/>
                  </a:lnTo>
                  <a:cubicBezTo>
                    <a:pt x="26199" y="0"/>
                    <a:pt x="23643" y="2554"/>
                    <a:pt x="23643" y="6384"/>
                  </a:cubicBezTo>
                  <a:lnTo>
                    <a:pt x="23643" y="46603"/>
                  </a:lnTo>
                  <a:lnTo>
                    <a:pt x="6390" y="46603"/>
                  </a:lnTo>
                  <a:cubicBezTo>
                    <a:pt x="2556" y="46603"/>
                    <a:pt x="0" y="49157"/>
                    <a:pt x="0" y="52987"/>
                  </a:cubicBezTo>
                  <a:cubicBezTo>
                    <a:pt x="0" y="56817"/>
                    <a:pt x="2556" y="59371"/>
                    <a:pt x="6390" y="59371"/>
                  </a:cubicBezTo>
                  <a:lnTo>
                    <a:pt x="7668" y="59371"/>
                  </a:lnTo>
                  <a:lnTo>
                    <a:pt x="7668" y="146193"/>
                  </a:lnTo>
                  <a:cubicBezTo>
                    <a:pt x="7668" y="150024"/>
                    <a:pt x="10224" y="152577"/>
                    <a:pt x="14058" y="152577"/>
                  </a:cubicBezTo>
                  <a:lnTo>
                    <a:pt x="201283" y="152577"/>
                  </a:lnTo>
                  <a:cubicBezTo>
                    <a:pt x="205117" y="152577"/>
                    <a:pt x="207673" y="150024"/>
                    <a:pt x="207673" y="146193"/>
                  </a:cubicBezTo>
                  <a:lnTo>
                    <a:pt x="207673" y="59371"/>
                  </a:lnTo>
                  <a:lnTo>
                    <a:pt x="208951" y="59371"/>
                  </a:lnTo>
                  <a:cubicBezTo>
                    <a:pt x="212785" y="59371"/>
                    <a:pt x="215341" y="56817"/>
                    <a:pt x="215341" y="52987"/>
                  </a:cubicBezTo>
                  <a:cubicBezTo>
                    <a:pt x="215341" y="49157"/>
                    <a:pt x="213424" y="46603"/>
                    <a:pt x="209590" y="46603"/>
                  </a:cubicBezTo>
                  <a:lnTo>
                    <a:pt x="209590" y="46603"/>
                  </a:lnTo>
                  <a:close/>
                  <a:moveTo>
                    <a:pt x="130355" y="12768"/>
                  </a:moveTo>
                  <a:lnTo>
                    <a:pt x="180197" y="12768"/>
                  </a:lnTo>
                  <a:lnTo>
                    <a:pt x="180197" y="46603"/>
                  </a:lnTo>
                  <a:lnTo>
                    <a:pt x="130355" y="46603"/>
                  </a:lnTo>
                  <a:lnTo>
                    <a:pt x="130355" y="12768"/>
                  </a:lnTo>
                  <a:close/>
                  <a:moveTo>
                    <a:pt x="37062" y="12768"/>
                  </a:moveTo>
                  <a:lnTo>
                    <a:pt x="86903" y="12768"/>
                  </a:lnTo>
                  <a:lnTo>
                    <a:pt x="86903" y="46603"/>
                  </a:lnTo>
                  <a:lnTo>
                    <a:pt x="37062" y="46603"/>
                  </a:lnTo>
                  <a:lnTo>
                    <a:pt x="37062" y="12768"/>
                  </a:lnTo>
                  <a:close/>
                  <a:moveTo>
                    <a:pt x="195532" y="140448"/>
                  </a:moveTo>
                  <a:lnTo>
                    <a:pt x="21087" y="140448"/>
                  </a:lnTo>
                  <a:lnTo>
                    <a:pt x="21087" y="59371"/>
                  </a:lnTo>
                  <a:lnTo>
                    <a:pt x="195532" y="59371"/>
                  </a:lnTo>
                  <a:lnTo>
                    <a:pt x="195532" y="140448"/>
                  </a:lnTo>
                  <a:close/>
                </a:path>
              </a:pathLst>
            </a:custGeom>
            <a:solidFill>
              <a:srgbClr val="007680"/>
            </a:solidFill>
            <a:ln w="6390" cap="flat">
              <a:noFill/>
              <a:prstDash val="solid"/>
              <a:miter/>
            </a:ln>
          </p:spPr>
          <p:txBody>
            <a:bodyPr rtlCol="0" anchor="ctr"/>
            <a:lstStyle/>
            <a:p>
              <a:endParaRPr lang="en-US"/>
            </a:p>
          </p:txBody>
        </p:sp>
        <p:sp>
          <p:nvSpPr>
            <p:cNvPr id="638" name="Graphic 5">
              <a:extLst>
                <a:ext uri="{FF2B5EF4-FFF2-40B4-BE49-F238E27FC236}">
                  <a16:creationId xmlns:a16="http://schemas.microsoft.com/office/drawing/2014/main" id="{4D9C74AC-4A6C-F04C-8CDE-8C9A94842805}"/>
                </a:ext>
              </a:extLst>
            </p:cNvPr>
            <p:cNvSpPr/>
            <p:nvPr/>
          </p:nvSpPr>
          <p:spPr>
            <a:xfrm>
              <a:off x="6961197" y="2445866"/>
              <a:ext cx="43451" cy="43411"/>
            </a:xfrm>
            <a:custGeom>
              <a:avLst/>
              <a:gdLst>
                <a:gd name="connsiteX0" fmla="*/ 21726 w 43451"/>
                <a:gd name="connsiteY0" fmla="*/ 43411 h 43411"/>
                <a:gd name="connsiteX1" fmla="*/ 43451 w 43451"/>
                <a:gd name="connsiteY1" fmla="*/ 21706 h 43411"/>
                <a:gd name="connsiteX2" fmla="*/ 21726 w 43451"/>
                <a:gd name="connsiteY2" fmla="*/ 0 h 43411"/>
                <a:gd name="connsiteX3" fmla="*/ 0 w 43451"/>
                <a:gd name="connsiteY3" fmla="*/ 21706 h 43411"/>
                <a:gd name="connsiteX4" fmla="*/ 0 w 43451"/>
                <a:gd name="connsiteY4" fmla="*/ 21706 h 43411"/>
                <a:gd name="connsiteX5" fmla="*/ 21726 w 43451"/>
                <a:gd name="connsiteY5" fmla="*/ 43411 h 43411"/>
                <a:gd name="connsiteX6" fmla="*/ 21726 w 43451"/>
                <a:gd name="connsiteY6" fmla="*/ 12130 h 43411"/>
                <a:gd name="connsiteX7" fmla="*/ 30671 w 43451"/>
                <a:gd name="connsiteY7" fmla="*/ 21067 h 43411"/>
                <a:gd name="connsiteX8" fmla="*/ 21726 w 43451"/>
                <a:gd name="connsiteY8" fmla="*/ 30005 h 43411"/>
                <a:gd name="connsiteX9" fmla="*/ 12780 w 43451"/>
                <a:gd name="connsiteY9" fmla="*/ 21067 h 43411"/>
                <a:gd name="connsiteX10" fmla="*/ 12780 w 43451"/>
                <a:gd name="connsiteY10" fmla="*/ 21067 h 43411"/>
                <a:gd name="connsiteX11" fmla="*/ 21726 w 43451"/>
                <a:gd name="connsiteY11" fmla="*/ 12130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51" h="43411">
                  <a:moveTo>
                    <a:pt x="21726" y="43411"/>
                  </a:moveTo>
                  <a:cubicBezTo>
                    <a:pt x="33866" y="43411"/>
                    <a:pt x="43451" y="33835"/>
                    <a:pt x="43451" y="21706"/>
                  </a:cubicBezTo>
                  <a:cubicBezTo>
                    <a:pt x="43451" y="9576"/>
                    <a:pt x="33866" y="0"/>
                    <a:pt x="21726" y="0"/>
                  </a:cubicBezTo>
                  <a:cubicBezTo>
                    <a:pt x="9585" y="0"/>
                    <a:pt x="0" y="9576"/>
                    <a:pt x="0" y="21706"/>
                  </a:cubicBezTo>
                  <a:cubicBezTo>
                    <a:pt x="0" y="21706"/>
                    <a:pt x="0" y="21706"/>
                    <a:pt x="0" y="21706"/>
                  </a:cubicBezTo>
                  <a:cubicBezTo>
                    <a:pt x="0" y="33197"/>
                    <a:pt x="9585" y="43411"/>
                    <a:pt x="21726" y="43411"/>
                  </a:cubicBezTo>
                  <a:close/>
                  <a:moveTo>
                    <a:pt x="21726" y="12130"/>
                  </a:moveTo>
                  <a:cubicBezTo>
                    <a:pt x="26837" y="12130"/>
                    <a:pt x="30671" y="15960"/>
                    <a:pt x="30671" y="21067"/>
                  </a:cubicBezTo>
                  <a:cubicBezTo>
                    <a:pt x="30671" y="26174"/>
                    <a:pt x="26837" y="30005"/>
                    <a:pt x="21726" y="30005"/>
                  </a:cubicBezTo>
                  <a:cubicBezTo>
                    <a:pt x="16614" y="30005"/>
                    <a:pt x="12780" y="26174"/>
                    <a:pt x="12780" y="21067"/>
                  </a:cubicBezTo>
                  <a:cubicBezTo>
                    <a:pt x="12780" y="21067"/>
                    <a:pt x="12780" y="21067"/>
                    <a:pt x="12780" y="21067"/>
                  </a:cubicBezTo>
                  <a:cubicBezTo>
                    <a:pt x="12780" y="15960"/>
                    <a:pt x="16614" y="12130"/>
                    <a:pt x="21726" y="12130"/>
                  </a:cubicBezTo>
                  <a:close/>
                </a:path>
              </a:pathLst>
            </a:custGeom>
            <a:solidFill>
              <a:srgbClr val="007680"/>
            </a:solidFill>
            <a:ln w="6390" cap="flat">
              <a:noFill/>
              <a:prstDash val="solid"/>
              <a:miter/>
            </a:ln>
          </p:spPr>
          <p:txBody>
            <a:bodyPr rtlCol="0" anchor="ctr"/>
            <a:lstStyle/>
            <a:p>
              <a:endParaRPr lang="en-US"/>
            </a:p>
          </p:txBody>
        </p:sp>
      </p:grpSp>
      <p:grpSp>
        <p:nvGrpSpPr>
          <p:cNvPr id="639" name="Graphic 5">
            <a:extLst>
              <a:ext uri="{FF2B5EF4-FFF2-40B4-BE49-F238E27FC236}">
                <a16:creationId xmlns:a16="http://schemas.microsoft.com/office/drawing/2014/main" id="{F181F49B-4687-C643-B476-E300A3CB41FC}"/>
              </a:ext>
            </a:extLst>
          </p:cNvPr>
          <p:cNvGrpSpPr/>
          <p:nvPr/>
        </p:nvGrpSpPr>
        <p:grpSpPr>
          <a:xfrm>
            <a:off x="7802752" y="2371811"/>
            <a:ext cx="361674" cy="361971"/>
            <a:chOff x="7802752" y="2371811"/>
            <a:chExt cx="361674" cy="361971"/>
          </a:xfrm>
          <a:solidFill>
            <a:srgbClr val="007680"/>
          </a:solidFill>
        </p:grpSpPr>
        <p:sp>
          <p:nvSpPr>
            <p:cNvPr id="640" name="Graphic 5">
              <a:extLst>
                <a:ext uri="{FF2B5EF4-FFF2-40B4-BE49-F238E27FC236}">
                  <a16:creationId xmlns:a16="http://schemas.microsoft.com/office/drawing/2014/main" id="{CAC3764E-4ED8-484B-8A3B-EACD2EB706A3}"/>
                </a:ext>
              </a:extLst>
            </p:cNvPr>
            <p:cNvSpPr/>
            <p:nvPr/>
          </p:nvSpPr>
          <p:spPr>
            <a:xfrm>
              <a:off x="7802752" y="2371811"/>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180836 w 361674"/>
                <a:gd name="connsiteY7" fmla="*/ 349204 h 361971"/>
                <a:gd name="connsiteX8" fmla="*/ 12780 w 361674"/>
                <a:gd name="connsiteY8" fmla="*/ 181305 h 361971"/>
                <a:gd name="connsiteX9" fmla="*/ 180836 w 361674"/>
                <a:gd name="connsiteY9" fmla="*/ 12768 h 361971"/>
                <a:gd name="connsiteX10" fmla="*/ 348890 w 361674"/>
                <a:gd name="connsiteY10" fmla="*/ 180667 h 361971"/>
                <a:gd name="connsiteX11" fmla="*/ 348890 w 361674"/>
                <a:gd name="connsiteY11" fmla="*/ 180667 h 361971"/>
                <a:gd name="connsiteX12" fmla="*/ 180836 w 361674"/>
                <a:gd name="connsiteY12" fmla="*/ 349204 h 361971"/>
                <a:gd name="connsiteX13" fmla="*/ 180836 w 361674"/>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4" h="361971">
                  <a:moveTo>
                    <a:pt x="180836" y="0"/>
                  </a:moveTo>
                  <a:cubicBezTo>
                    <a:pt x="80513" y="0"/>
                    <a:pt x="0" y="81077"/>
                    <a:pt x="0" y="180667"/>
                  </a:cubicBezTo>
                  <a:cubicBezTo>
                    <a:pt x="0" y="280895"/>
                    <a:pt x="81153" y="361972"/>
                    <a:pt x="180836" y="361972"/>
                  </a:cubicBezTo>
                  <a:cubicBezTo>
                    <a:pt x="281157" y="361972"/>
                    <a:pt x="361670" y="280895"/>
                    <a:pt x="361670" y="181305"/>
                  </a:cubicBezTo>
                  <a:cubicBezTo>
                    <a:pt x="361670" y="181305"/>
                    <a:pt x="361670" y="181305"/>
                    <a:pt x="361670" y="181305"/>
                  </a:cubicBezTo>
                  <a:cubicBezTo>
                    <a:pt x="362310" y="81077"/>
                    <a:pt x="281157" y="0"/>
                    <a:pt x="180836" y="0"/>
                  </a:cubicBezTo>
                  <a:cubicBezTo>
                    <a:pt x="180836" y="0"/>
                    <a:pt x="180836"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cubicBezTo>
                    <a:pt x="348890" y="180667"/>
                    <a:pt x="348890" y="180667"/>
                    <a:pt x="348890" y="180667"/>
                  </a:cubicBezTo>
                  <a:cubicBezTo>
                    <a:pt x="348890" y="273873"/>
                    <a:pt x="273490" y="349204"/>
                    <a:pt x="180836" y="349204"/>
                  </a:cubicBezTo>
                  <a:lnTo>
                    <a:pt x="180836" y="349204"/>
                  </a:lnTo>
                  <a:close/>
                </a:path>
              </a:pathLst>
            </a:custGeom>
            <a:solidFill>
              <a:srgbClr val="007680"/>
            </a:solidFill>
            <a:ln w="6390" cap="flat">
              <a:noFill/>
              <a:prstDash val="solid"/>
              <a:miter/>
            </a:ln>
          </p:spPr>
          <p:txBody>
            <a:bodyPr rtlCol="0" anchor="ctr"/>
            <a:lstStyle/>
            <a:p>
              <a:endParaRPr lang="en-US"/>
            </a:p>
          </p:txBody>
        </p:sp>
        <p:sp>
          <p:nvSpPr>
            <p:cNvPr id="641" name="Graphic 5">
              <a:extLst>
                <a:ext uri="{FF2B5EF4-FFF2-40B4-BE49-F238E27FC236}">
                  <a16:creationId xmlns:a16="http://schemas.microsoft.com/office/drawing/2014/main" id="{A74976EA-6C46-244F-A789-6A7AB0F6A206}"/>
                </a:ext>
              </a:extLst>
            </p:cNvPr>
            <p:cNvSpPr/>
            <p:nvPr/>
          </p:nvSpPr>
          <p:spPr>
            <a:xfrm>
              <a:off x="7938219" y="2440120"/>
              <a:ext cx="61343" cy="61286"/>
            </a:xfrm>
            <a:custGeom>
              <a:avLst/>
              <a:gdLst>
                <a:gd name="connsiteX0" fmla="*/ 30671 w 61343"/>
                <a:gd name="connsiteY0" fmla="*/ 61286 h 61286"/>
                <a:gd name="connsiteX1" fmla="*/ 61343 w 61343"/>
                <a:gd name="connsiteY1" fmla="*/ 30643 h 61286"/>
                <a:gd name="connsiteX2" fmla="*/ 30671 w 61343"/>
                <a:gd name="connsiteY2" fmla="*/ 0 h 61286"/>
                <a:gd name="connsiteX3" fmla="*/ 0 w 61343"/>
                <a:gd name="connsiteY3" fmla="*/ 30643 h 61286"/>
                <a:gd name="connsiteX4" fmla="*/ 30671 w 61343"/>
                <a:gd name="connsiteY4" fmla="*/ 61286 h 61286"/>
                <a:gd name="connsiteX5" fmla="*/ 30671 w 61343"/>
                <a:gd name="connsiteY5" fmla="*/ 61286 h 61286"/>
                <a:gd name="connsiteX6" fmla="*/ 30671 w 61343"/>
                <a:gd name="connsiteY6" fmla="*/ 13406 h 61286"/>
                <a:gd name="connsiteX7" fmla="*/ 48563 w 61343"/>
                <a:gd name="connsiteY7" fmla="*/ 31281 h 61286"/>
                <a:gd name="connsiteX8" fmla="*/ 30671 w 61343"/>
                <a:gd name="connsiteY8" fmla="*/ 49157 h 61286"/>
                <a:gd name="connsiteX9" fmla="*/ 12780 w 61343"/>
                <a:gd name="connsiteY9" fmla="*/ 31281 h 61286"/>
                <a:gd name="connsiteX10" fmla="*/ 30671 w 61343"/>
                <a:gd name="connsiteY10" fmla="*/ 13406 h 61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343" h="61286">
                  <a:moveTo>
                    <a:pt x="30671" y="61286"/>
                  </a:moveTo>
                  <a:cubicBezTo>
                    <a:pt x="47285" y="61286"/>
                    <a:pt x="61343" y="47880"/>
                    <a:pt x="61343" y="30643"/>
                  </a:cubicBezTo>
                  <a:cubicBezTo>
                    <a:pt x="61343" y="13406"/>
                    <a:pt x="47925" y="0"/>
                    <a:pt x="30671" y="0"/>
                  </a:cubicBezTo>
                  <a:cubicBezTo>
                    <a:pt x="14058" y="0"/>
                    <a:pt x="0" y="13406"/>
                    <a:pt x="0" y="30643"/>
                  </a:cubicBezTo>
                  <a:cubicBezTo>
                    <a:pt x="0" y="47880"/>
                    <a:pt x="14058" y="61286"/>
                    <a:pt x="30671" y="61286"/>
                  </a:cubicBezTo>
                  <a:lnTo>
                    <a:pt x="30671" y="61286"/>
                  </a:lnTo>
                  <a:close/>
                  <a:moveTo>
                    <a:pt x="30671" y="13406"/>
                  </a:moveTo>
                  <a:cubicBezTo>
                    <a:pt x="40256" y="13406"/>
                    <a:pt x="48563" y="21067"/>
                    <a:pt x="48563" y="31281"/>
                  </a:cubicBezTo>
                  <a:cubicBezTo>
                    <a:pt x="48563" y="41496"/>
                    <a:pt x="40895" y="49157"/>
                    <a:pt x="30671" y="49157"/>
                  </a:cubicBezTo>
                  <a:cubicBezTo>
                    <a:pt x="21086" y="49157"/>
                    <a:pt x="12780" y="41496"/>
                    <a:pt x="12780" y="31281"/>
                  </a:cubicBezTo>
                  <a:cubicBezTo>
                    <a:pt x="13419" y="21706"/>
                    <a:pt x="21086" y="13406"/>
                    <a:pt x="30671" y="13406"/>
                  </a:cubicBezTo>
                  <a:close/>
                </a:path>
              </a:pathLst>
            </a:custGeom>
            <a:solidFill>
              <a:srgbClr val="007680"/>
            </a:solidFill>
            <a:ln w="6390" cap="flat">
              <a:noFill/>
              <a:prstDash val="solid"/>
              <a:miter/>
            </a:ln>
          </p:spPr>
          <p:txBody>
            <a:bodyPr rtlCol="0" anchor="ctr"/>
            <a:lstStyle/>
            <a:p>
              <a:endParaRPr lang="en-US"/>
            </a:p>
          </p:txBody>
        </p:sp>
        <p:sp>
          <p:nvSpPr>
            <p:cNvPr id="642" name="Graphic 5">
              <a:extLst>
                <a:ext uri="{FF2B5EF4-FFF2-40B4-BE49-F238E27FC236}">
                  <a16:creationId xmlns:a16="http://schemas.microsoft.com/office/drawing/2014/main" id="{E8E46529-D3F7-A54F-B51D-57C929F09555}"/>
                </a:ext>
              </a:extLst>
            </p:cNvPr>
            <p:cNvSpPr/>
            <p:nvPr/>
          </p:nvSpPr>
          <p:spPr>
            <a:xfrm>
              <a:off x="7916463" y="2512179"/>
              <a:ext cx="133781" cy="152657"/>
            </a:xfrm>
            <a:custGeom>
              <a:avLst/>
              <a:gdLst>
                <a:gd name="connsiteX0" fmla="*/ 123355 w 133781"/>
                <a:gd name="connsiteY0" fmla="*/ 108608 h 152657"/>
                <a:gd name="connsiteX1" fmla="*/ 81821 w 133781"/>
                <a:gd name="connsiteY1" fmla="*/ 67112 h 152657"/>
                <a:gd name="connsiteX2" fmla="*/ 81821 w 133781"/>
                <a:gd name="connsiteY2" fmla="*/ 24978 h 152657"/>
                <a:gd name="connsiteX3" fmla="*/ 76071 w 133781"/>
                <a:gd name="connsiteY3" fmla="*/ 9018 h 152657"/>
                <a:gd name="connsiteX4" fmla="*/ 52427 w 133781"/>
                <a:gd name="connsiteY4" fmla="*/ 81 h 152657"/>
                <a:gd name="connsiteX5" fmla="*/ 29424 w 133781"/>
                <a:gd name="connsiteY5" fmla="*/ 8380 h 152657"/>
                <a:gd name="connsiteX6" fmla="*/ 22395 w 133781"/>
                <a:gd name="connsiteY6" fmla="*/ 26893 h 152657"/>
                <a:gd name="connsiteX7" fmla="*/ 22395 w 133781"/>
                <a:gd name="connsiteY7" fmla="*/ 69028 h 152657"/>
                <a:gd name="connsiteX8" fmla="*/ 23034 w 133781"/>
                <a:gd name="connsiteY8" fmla="*/ 72220 h 152657"/>
                <a:gd name="connsiteX9" fmla="*/ 50511 w 133781"/>
                <a:gd name="connsiteY9" fmla="*/ 108608 h 152657"/>
                <a:gd name="connsiteX10" fmla="*/ 21117 w 133781"/>
                <a:gd name="connsiteY10" fmla="*/ 108608 h 152657"/>
                <a:gd name="connsiteX11" fmla="*/ 30 w 133781"/>
                <a:gd name="connsiteY11" fmla="*/ 131591 h 152657"/>
                <a:gd name="connsiteX12" fmla="*/ 30 w 133781"/>
                <a:gd name="connsiteY12" fmla="*/ 131591 h 152657"/>
                <a:gd name="connsiteX13" fmla="*/ 6420 w 133781"/>
                <a:gd name="connsiteY13" fmla="*/ 147551 h 152657"/>
                <a:gd name="connsiteX14" fmla="*/ 20478 w 133781"/>
                <a:gd name="connsiteY14" fmla="*/ 152658 h 152657"/>
                <a:gd name="connsiteX15" fmla="*/ 109298 w 133781"/>
                <a:gd name="connsiteY15" fmla="*/ 152658 h 152657"/>
                <a:gd name="connsiteX16" fmla="*/ 132302 w 133781"/>
                <a:gd name="connsiteY16" fmla="*/ 136060 h 152657"/>
                <a:gd name="connsiteX17" fmla="*/ 123355 w 133781"/>
                <a:gd name="connsiteY17" fmla="*/ 108608 h 152657"/>
                <a:gd name="connsiteX18" fmla="*/ 120800 w 133781"/>
                <a:gd name="connsiteY18" fmla="*/ 130952 h 152657"/>
                <a:gd name="connsiteX19" fmla="*/ 109298 w 133781"/>
                <a:gd name="connsiteY19" fmla="*/ 139890 h 152657"/>
                <a:gd name="connsiteX20" fmla="*/ 21117 w 133781"/>
                <a:gd name="connsiteY20" fmla="*/ 139890 h 152657"/>
                <a:gd name="connsiteX21" fmla="*/ 15366 w 133781"/>
                <a:gd name="connsiteY21" fmla="*/ 137975 h 152657"/>
                <a:gd name="connsiteX22" fmla="*/ 13449 w 133781"/>
                <a:gd name="connsiteY22" fmla="*/ 131591 h 152657"/>
                <a:gd name="connsiteX23" fmla="*/ 21117 w 133781"/>
                <a:gd name="connsiteY23" fmla="*/ 121376 h 152657"/>
                <a:gd name="connsiteX24" fmla="*/ 21756 w 133781"/>
                <a:gd name="connsiteY24" fmla="*/ 121376 h 152657"/>
                <a:gd name="connsiteX25" fmla="*/ 68402 w 133781"/>
                <a:gd name="connsiteY25" fmla="*/ 121376 h 152657"/>
                <a:gd name="connsiteX26" fmla="*/ 74792 w 133781"/>
                <a:gd name="connsiteY26" fmla="*/ 114992 h 152657"/>
                <a:gd name="connsiteX27" fmla="*/ 72236 w 133781"/>
                <a:gd name="connsiteY27" fmla="*/ 109885 h 152657"/>
                <a:gd name="connsiteX28" fmla="*/ 35175 w 133781"/>
                <a:gd name="connsiteY28" fmla="*/ 67751 h 152657"/>
                <a:gd name="connsiteX29" fmla="*/ 35175 w 133781"/>
                <a:gd name="connsiteY29" fmla="*/ 26255 h 152657"/>
                <a:gd name="connsiteX30" fmla="*/ 39009 w 133781"/>
                <a:gd name="connsiteY30" fmla="*/ 16679 h 152657"/>
                <a:gd name="connsiteX31" fmla="*/ 67125 w 133781"/>
                <a:gd name="connsiteY31" fmla="*/ 16679 h 152657"/>
                <a:gd name="connsiteX32" fmla="*/ 69681 w 133781"/>
                <a:gd name="connsiteY32" fmla="*/ 23063 h 152657"/>
                <a:gd name="connsiteX33" fmla="*/ 69681 w 133781"/>
                <a:gd name="connsiteY33" fmla="*/ 69028 h 152657"/>
                <a:gd name="connsiteX34" fmla="*/ 71597 w 133781"/>
                <a:gd name="connsiteY34" fmla="*/ 73496 h 152657"/>
                <a:gd name="connsiteX35" fmla="*/ 115049 w 133781"/>
                <a:gd name="connsiteY35" fmla="*/ 117546 h 152657"/>
                <a:gd name="connsiteX36" fmla="*/ 115688 w 133781"/>
                <a:gd name="connsiteY36" fmla="*/ 118184 h 152657"/>
                <a:gd name="connsiteX37" fmla="*/ 120800 w 133781"/>
                <a:gd name="connsiteY37" fmla="*/ 130952 h 152657"/>
                <a:gd name="connsiteX38" fmla="*/ 120800 w 133781"/>
                <a:gd name="connsiteY38" fmla="*/ 130952 h 152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3781" h="152657">
                  <a:moveTo>
                    <a:pt x="123355" y="108608"/>
                  </a:moveTo>
                  <a:lnTo>
                    <a:pt x="81821" y="67112"/>
                  </a:lnTo>
                  <a:lnTo>
                    <a:pt x="81821" y="24978"/>
                  </a:lnTo>
                  <a:cubicBezTo>
                    <a:pt x="81821" y="19233"/>
                    <a:pt x="79904" y="13487"/>
                    <a:pt x="76071" y="9018"/>
                  </a:cubicBezTo>
                  <a:cubicBezTo>
                    <a:pt x="69681" y="2634"/>
                    <a:pt x="61373" y="-558"/>
                    <a:pt x="52427" y="81"/>
                  </a:cubicBezTo>
                  <a:cubicBezTo>
                    <a:pt x="44121" y="-558"/>
                    <a:pt x="35175" y="2634"/>
                    <a:pt x="29424" y="8380"/>
                  </a:cubicBezTo>
                  <a:cubicBezTo>
                    <a:pt x="24951" y="13487"/>
                    <a:pt x="22395" y="19871"/>
                    <a:pt x="22395" y="26893"/>
                  </a:cubicBezTo>
                  <a:lnTo>
                    <a:pt x="22395" y="69028"/>
                  </a:lnTo>
                  <a:cubicBezTo>
                    <a:pt x="22395" y="70304"/>
                    <a:pt x="22395" y="70943"/>
                    <a:pt x="23034" y="72220"/>
                  </a:cubicBezTo>
                  <a:cubicBezTo>
                    <a:pt x="30701" y="85626"/>
                    <a:pt x="39647" y="97756"/>
                    <a:pt x="50511" y="108608"/>
                  </a:cubicBezTo>
                  <a:lnTo>
                    <a:pt x="21117" y="108608"/>
                  </a:lnTo>
                  <a:cubicBezTo>
                    <a:pt x="8976" y="109247"/>
                    <a:pt x="-609" y="119461"/>
                    <a:pt x="30" y="131591"/>
                  </a:cubicBezTo>
                  <a:cubicBezTo>
                    <a:pt x="30" y="131591"/>
                    <a:pt x="30" y="131591"/>
                    <a:pt x="30" y="131591"/>
                  </a:cubicBezTo>
                  <a:cubicBezTo>
                    <a:pt x="30" y="137336"/>
                    <a:pt x="1947" y="143720"/>
                    <a:pt x="6420" y="147551"/>
                  </a:cubicBezTo>
                  <a:cubicBezTo>
                    <a:pt x="10254" y="150743"/>
                    <a:pt x="15366" y="152658"/>
                    <a:pt x="20478" y="152658"/>
                  </a:cubicBezTo>
                  <a:lnTo>
                    <a:pt x="109298" y="152658"/>
                  </a:lnTo>
                  <a:cubicBezTo>
                    <a:pt x="119522" y="151381"/>
                    <a:pt x="128468" y="144997"/>
                    <a:pt x="132302" y="136060"/>
                  </a:cubicBezTo>
                  <a:cubicBezTo>
                    <a:pt x="136135" y="125845"/>
                    <a:pt x="132302" y="114354"/>
                    <a:pt x="123355" y="108608"/>
                  </a:cubicBezTo>
                  <a:close/>
                  <a:moveTo>
                    <a:pt x="120800" y="130952"/>
                  </a:moveTo>
                  <a:cubicBezTo>
                    <a:pt x="118883" y="135421"/>
                    <a:pt x="114410" y="138613"/>
                    <a:pt x="109298" y="139890"/>
                  </a:cubicBezTo>
                  <a:lnTo>
                    <a:pt x="21117" y="139890"/>
                  </a:lnTo>
                  <a:cubicBezTo>
                    <a:pt x="19200" y="139890"/>
                    <a:pt x="16644" y="139252"/>
                    <a:pt x="15366" y="137975"/>
                  </a:cubicBezTo>
                  <a:cubicBezTo>
                    <a:pt x="14088" y="136060"/>
                    <a:pt x="12810" y="134144"/>
                    <a:pt x="13449" y="131591"/>
                  </a:cubicBezTo>
                  <a:cubicBezTo>
                    <a:pt x="12810" y="126484"/>
                    <a:pt x="16005" y="122015"/>
                    <a:pt x="21117" y="121376"/>
                  </a:cubicBezTo>
                  <a:cubicBezTo>
                    <a:pt x="21117" y="121376"/>
                    <a:pt x="21756" y="121376"/>
                    <a:pt x="21756" y="121376"/>
                  </a:cubicBezTo>
                  <a:lnTo>
                    <a:pt x="68402" y="121376"/>
                  </a:lnTo>
                  <a:cubicBezTo>
                    <a:pt x="72236" y="121376"/>
                    <a:pt x="74792" y="118823"/>
                    <a:pt x="74792" y="114992"/>
                  </a:cubicBezTo>
                  <a:cubicBezTo>
                    <a:pt x="74792" y="113077"/>
                    <a:pt x="73514" y="111162"/>
                    <a:pt x="72236" y="109885"/>
                  </a:cubicBezTo>
                  <a:cubicBezTo>
                    <a:pt x="56901" y="98394"/>
                    <a:pt x="44760" y="84349"/>
                    <a:pt x="35175" y="67751"/>
                  </a:cubicBezTo>
                  <a:lnTo>
                    <a:pt x="35175" y="26255"/>
                  </a:lnTo>
                  <a:cubicBezTo>
                    <a:pt x="35175" y="23063"/>
                    <a:pt x="36453" y="19233"/>
                    <a:pt x="39009" y="16679"/>
                  </a:cubicBezTo>
                  <a:cubicBezTo>
                    <a:pt x="47316" y="10933"/>
                    <a:pt x="58817" y="10933"/>
                    <a:pt x="67125" y="16679"/>
                  </a:cubicBezTo>
                  <a:cubicBezTo>
                    <a:pt x="68402" y="18594"/>
                    <a:pt x="69681" y="20509"/>
                    <a:pt x="69681" y="23063"/>
                  </a:cubicBezTo>
                  <a:lnTo>
                    <a:pt x="69681" y="69028"/>
                  </a:lnTo>
                  <a:cubicBezTo>
                    <a:pt x="69681" y="70943"/>
                    <a:pt x="70319" y="72220"/>
                    <a:pt x="71597" y="73496"/>
                  </a:cubicBezTo>
                  <a:lnTo>
                    <a:pt x="115049" y="117546"/>
                  </a:lnTo>
                  <a:lnTo>
                    <a:pt x="115688" y="118184"/>
                  </a:lnTo>
                  <a:cubicBezTo>
                    <a:pt x="115688" y="118184"/>
                    <a:pt x="123355" y="124568"/>
                    <a:pt x="120800" y="130952"/>
                  </a:cubicBezTo>
                  <a:lnTo>
                    <a:pt x="120800" y="130952"/>
                  </a:lnTo>
                  <a:close/>
                </a:path>
              </a:pathLst>
            </a:custGeom>
            <a:solidFill>
              <a:srgbClr val="007680"/>
            </a:solidFill>
            <a:ln w="6390" cap="flat">
              <a:noFill/>
              <a:prstDash val="solid"/>
              <a:miter/>
            </a:ln>
          </p:spPr>
          <p:txBody>
            <a:bodyPr rtlCol="0" anchor="ctr"/>
            <a:lstStyle/>
            <a:p>
              <a:endParaRPr lang="en-US"/>
            </a:p>
          </p:txBody>
        </p:sp>
      </p:grpSp>
      <p:grpSp>
        <p:nvGrpSpPr>
          <p:cNvPr id="643" name="Graphic 5">
            <a:extLst>
              <a:ext uri="{FF2B5EF4-FFF2-40B4-BE49-F238E27FC236}">
                <a16:creationId xmlns:a16="http://schemas.microsoft.com/office/drawing/2014/main" id="{91FAA7F6-823F-4E4F-B913-C6EA41547681}"/>
              </a:ext>
            </a:extLst>
          </p:cNvPr>
          <p:cNvGrpSpPr/>
          <p:nvPr/>
        </p:nvGrpSpPr>
        <p:grpSpPr>
          <a:xfrm>
            <a:off x="9887788" y="3824806"/>
            <a:ext cx="361674" cy="361971"/>
            <a:chOff x="9887788" y="3824806"/>
            <a:chExt cx="361674" cy="361971"/>
          </a:xfrm>
          <a:solidFill>
            <a:srgbClr val="007680"/>
          </a:solidFill>
        </p:grpSpPr>
        <p:sp>
          <p:nvSpPr>
            <p:cNvPr id="644" name="Graphic 5">
              <a:extLst>
                <a:ext uri="{FF2B5EF4-FFF2-40B4-BE49-F238E27FC236}">
                  <a16:creationId xmlns:a16="http://schemas.microsoft.com/office/drawing/2014/main" id="{304C73D7-77D4-EE45-AB47-FD9F77B90F41}"/>
                </a:ext>
              </a:extLst>
            </p:cNvPr>
            <p:cNvSpPr/>
            <p:nvPr/>
          </p:nvSpPr>
          <p:spPr>
            <a:xfrm>
              <a:off x="9887788" y="3824806"/>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 name="connsiteX13" fmla="*/ 180835 w 361674"/>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4" h="361971">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2309" y="81077"/>
                    <a:pt x="281157" y="0"/>
                    <a:pt x="180835" y="0"/>
                  </a:cubicBezTo>
                  <a:cubicBezTo>
                    <a:pt x="180835" y="0"/>
                    <a:pt x="180835" y="0"/>
                    <a:pt x="180835" y="0"/>
                  </a:cubicBezTo>
                  <a:close/>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cubicBezTo>
                    <a:pt x="348890" y="180667"/>
                    <a:pt x="348890" y="180667"/>
                    <a:pt x="348890" y="180667"/>
                  </a:cubicBezTo>
                  <a:cubicBezTo>
                    <a:pt x="349529" y="273873"/>
                    <a:pt x="274128" y="349204"/>
                    <a:pt x="180835" y="349204"/>
                  </a:cubicBezTo>
                  <a:lnTo>
                    <a:pt x="180835" y="349204"/>
                  </a:lnTo>
                  <a:close/>
                </a:path>
              </a:pathLst>
            </a:custGeom>
            <a:solidFill>
              <a:srgbClr val="007680"/>
            </a:solidFill>
            <a:ln w="6390" cap="flat">
              <a:noFill/>
              <a:prstDash val="solid"/>
              <a:miter/>
            </a:ln>
          </p:spPr>
          <p:txBody>
            <a:bodyPr rtlCol="0" anchor="ctr"/>
            <a:lstStyle/>
            <a:p>
              <a:endParaRPr lang="en-US"/>
            </a:p>
          </p:txBody>
        </p:sp>
        <p:sp>
          <p:nvSpPr>
            <p:cNvPr id="645" name="Graphic 5">
              <a:extLst>
                <a:ext uri="{FF2B5EF4-FFF2-40B4-BE49-F238E27FC236}">
                  <a16:creationId xmlns:a16="http://schemas.microsoft.com/office/drawing/2014/main" id="{B5CD9AB0-0ABB-DB4F-BC21-02927ABD5D39}"/>
                </a:ext>
              </a:extLst>
            </p:cNvPr>
            <p:cNvSpPr/>
            <p:nvPr/>
          </p:nvSpPr>
          <p:spPr>
            <a:xfrm>
              <a:off x="9944659" y="3882262"/>
              <a:ext cx="247929" cy="247698"/>
            </a:xfrm>
            <a:custGeom>
              <a:avLst/>
              <a:gdLst>
                <a:gd name="connsiteX0" fmla="*/ 123964 w 247929"/>
                <a:gd name="connsiteY0" fmla="*/ 0 h 247698"/>
                <a:gd name="connsiteX1" fmla="*/ 0 w 247929"/>
                <a:gd name="connsiteY1" fmla="*/ 123849 h 247698"/>
                <a:gd name="connsiteX2" fmla="*/ 123964 w 247929"/>
                <a:gd name="connsiteY2" fmla="*/ 247698 h 247698"/>
                <a:gd name="connsiteX3" fmla="*/ 247929 w 247929"/>
                <a:gd name="connsiteY3" fmla="*/ 123849 h 247698"/>
                <a:gd name="connsiteX4" fmla="*/ 247929 w 247929"/>
                <a:gd name="connsiteY4" fmla="*/ 123849 h 247698"/>
                <a:gd name="connsiteX5" fmla="*/ 123964 w 247929"/>
                <a:gd name="connsiteY5" fmla="*/ 0 h 247698"/>
                <a:gd name="connsiteX6" fmla="*/ 14696 w 247929"/>
                <a:gd name="connsiteY6" fmla="*/ 125765 h 247698"/>
                <a:gd name="connsiteX7" fmla="*/ 40256 w 247929"/>
                <a:gd name="connsiteY7" fmla="*/ 53626 h 247698"/>
                <a:gd name="connsiteX8" fmla="*/ 194253 w 247929"/>
                <a:gd name="connsiteY8" fmla="*/ 207479 h 247698"/>
                <a:gd name="connsiteX9" fmla="*/ 41535 w 247929"/>
                <a:gd name="connsiteY9" fmla="*/ 197265 h 247698"/>
                <a:gd name="connsiteX10" fmla="*/ 14696 w 247929"/>
                <a:gd name="connsiteY10" fmla="*/ 125765 h 247698"/>
                <a:gd name="connsiteX11" fmla="*/ 14696 w 247929"/>
                <a:gd name="connsiteY11" fmla="*/ 125765 h 247698"/>
                <a:gd name="connsiteX12" fmla="*/ 203838 w 247929"/>
                <a:gd name="connsiteY12" fmla="*/ 197903 h 247698"/>
                <a:gd name="connsiteX13" fmla="*/ 49841 w 247929"/>
                <a:gd name="connsiteY13" fmla="*/ 44050 h 247698"/>
                <a:gd name="connsiteX14" fmla="*/ 203200 w 247929"/>
                <a:gd name="connsiteY14" fmla="*/ 44688 h 247698"/>
                <a:gd name="connsiteX15" fmla="*/ 203838 w 247929"/>
                <a:gd name="connsiteY15" fmla="*/ 197903 h 247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7929" h="247698">
                  <a:moveTo>
                    <a:pt x="123964" y="0"/>
                  </a:moveTo>
                  <a:cubicBezTo>
                    <a:pt x="55592" y="0"/>
                    <a:pt x="0" y="55541"/>
                    <a:pt x="0" y="123849"/>
                  </a:cubicBezTo>
                  <a:cubicBezTo>
                    <a:pt x="0" y="192158"/>
                    <a:pt x="55592" y="247698"/>
                    <a:pt x="123964" y="247698"/>
                  </a:cubicBezTo>
                  <a:cubicBezTo>
                    <a:pt x="192337" y="247698"/>
                    <a:pt x="247929" y="192158"/>
                    <a:pt x="247929" y="123849"/>
                  </a:cubicBezTo>
                  <a:lnTo>
                    <a:pt x="247929" y="123849"/>
                  </a:lnTo>
                  <a:cubicBezTo>
                    <a:pt x="247929" y="55541"/>
                    <a:pt x="192337" y="0"/>
                    <a:pt x="123964" y="0"/>
                  </a:cubicBezTo>
                  <a:close/>
                  <a:moveTo>
                    <a:pt x="14696" y="125765"/>
                  </a:moveTo>
                  <a:cubicBezTo>
                    <a:pt x="14696" y="98952"/>
                    <a:pt x="22365" y="73416"/>
                    <a:pt x="40256" y="53626"/>
                  </a:cubicBezTo>
                  <a:lnTo>
                    <a:pt x="194253" y="207479"/>
                  </a:lnTo>
                  <a:cubicBezTo>
                    <a:pt x="149524" y="247698"/>
                    <a:pt x="81791" y="241953"/>
                    <a:pt x="41535" y="197265"/>
                  </a:cubicBezTo>
                  <a:cubicBezTo>
                    <a:pt x="23642" y="176836"/>
                    <a:pt x="14696" y="152577"/>
                    <a:pt x="14696" y="125765"/>
                  </a:cubicBezTo>
                  <a:lnTo>
                    <a:pt x="14696" y="125765"/>
                  </a:lnTo>
                  <a:close/>
                  <a:moveTo>
                    <a:pt x="203838" y="197903"/>
                  </a:moveTo>
                  <a:lnTo>
                    <a:pt x="49841" y="44050"/>
                  </a:lnTo>
                  <a:cubicBezTo>
                    <a:pt x="92014" y="1915"/>
                    <a:pt x="160387" y="1915"/>
                    <a:pt x="203200" y="44688"/>
                  </a:cubicBezTo>
                  <a:cubicBezTo>
                    <a:pt x="244095" y="87461"/>
                    <a:pt x="246013" y="155769"/>
                    <a:pt x="203838" y="197903"/>
                  </a:cubicBezTo>
                  <a:close/>
                </a:path>
              </a:pathLst>
            </a:custGeom>
            <a:solidFill>
              <a:srgbClr val="007680"/>
            </a:solidFill>
            <a:ln w="6390" cap="flat">
              <a:noFill/>
              <a:prstDash val="solid"/>
              <a:miter/>
            </a:ln>
          </p:spPr>
          <p:txBody>
            <a:bodyPr rtlCol="0" anchor="ctr"/>
            <a:lstStyle/>
            <a:p>
              <a:endParaRPr lang="en-US"/>
            </a:p>
          </p:txBody>
        </p:sp>
      </p:grpSp>
      <p:grpSp>
        <p:nvGrpSpPr>
          <p:cNvPr id="646" name="Graphic 5">
            <a:extLst>
              <a:ext uri="{FF2B5EF4-FFF2-40B4-BE49-F238E27FC236}">
                <a16:creationId xmlns:a16="http://schemas.microsoft.com/office/drawing/2014/main" id="{9FD97878-EE99-0B46-96D1-C982AE2309B6}"/>
              </a:ext>
            </a:extLst>
          </p:cNvPr>
          <p:cNvGrpSpPr/>
          <p:nvPr/>
        </p:nvGrpSpPr>
        <p:grpSpPr>
          <a:xfrm>
            <a:off x="8841755" y="3340900"/>
            <a:ext cx="362309" cy="361971"/>
            <a:chOff x="8841755" y="3340900"/>
            <a:chExt cx="362309" cy="361971"/>
          </a:xfrm>
          <a:solidFill>
            <a:srgbClr val="007680"/>
          </a:solidFill>
        </p:grpSpPr>
        <p:sp>
          <p:nvSpPr>
            <p:cNvPr id="647" name="Graphic 5">
              <a:extLst>
                <a:ext uri="{FF2B5EF4-FFF2-40B4-BE49-F238E27FC236}">
                  <a16:creationId xmlns:a16="http://schemas.microsoft.com/office/drawing/2014/main" id="{E3F0E25B-FFCE-DE42-B1FD-F57D5CD14064}"/>
                </a:ext>
              </a:extLst>
            </p:cNvPr>
            <p:cNvSpPr/>
            <p:nvPr/>
          </p:nvSpPr>
          <p:spPr>
            <a:xfrm>
              <a:off x="8841755" y="3340900"/>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8565 h 361971"/>
                <a:gd name="connsiteX7" fmla="*/ 12780 w 362309"/>
                <a:gd name="connsiteY7" fmla="*/ 180667 h 361971"/>
                <a:gd name="connsiteX8" fmla="*/ 180836 w 362309"/>
                <a:gd name="connsiteY8" fmla="*/ 12129 h 361971"/>
                <a:gd name="connsiteX9" fmla="*/ 349530 w 362309"/>
                <a:gd name="connsiteY9" fmla="*/ 180028 h 361971"/>
                <a:gd name="connsiteX10" fmla="*/ 349530 w 362309"/>
                <a:gd name="connsiteY10" fmla="*/ 180028 h 361971"/>
                <a:gd name="connsiteX11" fmla="*/ 181474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181474" y="348565"/>
                  </a:moveTo>
                  <a:cubicBezTo>
                    <a:pt x="88181" y="348565"/>
                    <a:pt x="12780" y="273234"/>
                    <a:pt x="12780" y="180667"/>
                  </a:cubicBezTo>
                  <a:cubicBezTo>
                    <a:pt x="12780" y="87461"/>
                    <a:pt x="88181" y="12129"/>
                    <a:pt x="180836" y="12129"/>
                  </a:cubicBezTo>
                  <a:cubicBezTo>
                    <a:pt x="274128" y="12129"/>
                    <a:pt x="349530" y="87461"/>
                    <a:pt x="349530" y="180028"/>
                  </a:cubicBezTo>
                  <a:cubicBezTo>
                    <a:pt x="349530" y="180028"/>
                    <a:pt x="349530" y="180028"/>
                    <a:pt x="349530" y="180028"/>
                  </a:cubicBezTo>
                  <a:cubicBezTo>
                    <a:pt x="349530" y="273234"/>
                    <a:pt x="274128" y="348565"/>
                    <a:pt x="181474" y="348565"/>
                  </a:cubicBezTo>
                  <a:close/>
                </a:path>
              </a:pathLst>
            </a:custGeom>
            <a:solidFill>
              <a:srgbClr val="007680"/>
            </a:solidFill>
            <a:ln w="6390" cap="flat">
              <a:noFill/>
              <a:prstDash val="solid"/>
              <a:miter/>
            </a:ln>
          </p:spPr>
          <p:txBody>
            <a:bodyPr rtlCol="0" anchor="ctr"/>
            <a:lstStyle/>
            <a:p>
              <a:endParaRPr lang="en-US"/>
            </a:p>
          </p:txBody>
        </p:sp>
        <p:sp>
          <p:nvSpPr>
            <p:cNvPr id="648" name="Graphic 5">
              <a:extLst>
                <a:ext uri="{FF2B5EF4-FFF2-40B4-BE49-F238E27FC236}">
                  <a16:creationId xmlns:a16="http://schemas.microsoft.com/office/drawing/2014/main" id="{BAF81193-EE00-EF42-B092-580B5AF3E3D4}"/>
                </a:ext>
              </a:extLst>
            </p:cNvPr>
            <p:cNvSpPr/>
            <p:nvPr/>
          </p:nvSpPr>
          <p:spPr>
            <a:xfrm>
              <a:off x="8948468" y="3403419"/>
              <a:ext cx="149005" cy="236251"/>
            </a:xfrm>
            <a:custGeom>
              <a:avLst/>
              <a:gdLst>
                <a:gd name="connsiteX0" fmla="*/ 125243 w 149005"/>
                <a:gd name="connsiteY0" fmla="*/ 17281 h 236251"/>
                <a:gd name="connsiteX1" fmla="*/ 76040 w 149005"/>
                <a:gd name="connsiteY1" fmla="*/ 44 h 236251"/>
                <a:gd name="connsiteX2" fmla="*/ 6390 w 149005"/>
                <a:gd name="connsiteY2" fmla="*/ 44 h 236251"/>
                <a:gd name="connsiteX3" fmla="*/ 0 w 149005"/>
                <a:gd name="connsiteY3" fmla="*/ 6428 h 236251"/>
                <a:gd name="connsiteX4" fmla="*/ 0 w 149005"/>
                <a:gd name="connsiteY4" fmla="*/ 229867 h 236251"/>
                <a:gd name="connsiteX5" fmla="*/ 6390 w 149005"/>
                <a:gd name="connsiteY5" fmla="*/ 236251 h 236251"/>
                <a:gd name="connsiteX6" fmla="*/ 49841 w 149005"/>
                <a:gd name="connsiteY6" fmla="*/ 236251 h 236251"/>
                <a:gd name="connsiteX7" fmla="*/ 56231 w 149005"/>
                <a:gd name="connsiteY7" fmla="*/ 229867 h 236251"/>
                <a:gd name="connsiteX8" fmla="*/ 56231 w 149005"/>
                <a:gd name="connsiteY8" fmla="*/ 140491 h 236251"/>
                <a:gd name="connsiteX9" fmla="*/ 69011 w 149005"/>
                <a:gd name="connsiteY9" fmla="*/ 140491 h 236251"/>
                <a:gd name="connsiteX10" fmla="*/ 120130 w 149005"/>
                <a:gd name="connsiteY10" fmla="*/ 127723 h 236251"/>
                <a:gd name="connsiteX11" fmla="*/ 148885 w 149005"/>
                <a:gd name="connsiteY11" fmla="*/ 70906 h 236251"/>
                <a:gd name="connsiteX12" fmla="*/ 125243 w 149005"/>
                <a:gd name="connsiteY12" fmla="*/ 17281 h 236251"/>
                <a:gd name="connsiteX13" fmla="*/ 112463 w 149005"/>
                <a:gd name="connsiteY13" fmla="*/ 117509 h 236251"/>
                <a:gd name="connsiteX14" fmla="*/ 69650 w 149005"/>
                <a:gd name="connsiteY14" fmla="*/ 127723 h 236251"/>
                <a:gd name="connsiteX15" fmla="*/ 49841 w 149005"/>
                <a:gd name="connsiteY15" fmla="*/ 127723 h 236251"/>
                <a:gd name="connsiteX16" fmla="*/ 43451 w 149005"/>
                <a:gd name="connsiteY16" fmla="*/ 134107 h 236251"/>
                <a:gd name="connsiteX17" fmla="*/ 43451 w 149005"/>
                <a:gd name="connsiteY17" fmla="*/ 223483 h 236251"/>
                <a:gd name="connsiteX18" fmla="*/ 12780 w 149005"/>
                <a:gd name="connsiteY18" fmla="*/ 223483 h 236251"/>
                <a:gd name="connsiteX19" fmla="*/ 12780 w 149005"/>
                <a:gd name="connsiteY19" fmla="*/ 12812 h 236251"/>
                <a:gd name="connsiteX20" fmla="*/ 76040 w 149005"/>
                <a:gd name="connsiteY20" fmla="*/ 12812 h 236251"/>
                <a:gd name="connsiteX21" fmla="*/ 116297 w 149005"/>
                <a:gd name="connsiteY21" fmla="*/ 26856 h 236251"/>
                <a:gd name="connsiteX22" fmla="*/ 136105 w 149005"/>
                <a:gd name="connsiteY22" fmla="*/ 70267 h 236251"/>
                <a:gd name="connsiteX23" fmla="*/ 112463 w 149005"/>
                <a:gd name="connsiteY23" fmla="*/ 117509 h 236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9005" h="236251">
                  <a:moveTo>
                    <a:pt x="125243" y="17281"/>
                  </a:moveTo>
                  <a:cubicBezTo>
                    <a:pt x="111824" y="5789"/>
                    <a:pt x="93932" y="-595"/>
                    <a:pt x="76040" y="44"/>
                  </a:cubicBezTo>
                  <a:lnTo>
                    <a:pt x="6390" y="44"/>
                  </a:lnTo>
                  <a:cubicBezTo>
                    <a:pt x="2556" y="44"/>
                    <a:pt x="0" y="2597"/>
                    <a:pt x="0" y="6428"/>
                  </a:cubicBezTo>
                  <a:lnTo>
                    <a:pt x="0" y="229867"/>
                  </a:lnTo>
                  <a:cubicBezTo>
                    <a:pt x="0" y="233697"/>
                    <a:pt x="2556" y="236251"/>
                    <a:pt x="6390" y="236251"/>
                  </a:cubicBezTo>
                  <a:lnTo>
                    <a:pt x="49841" y="236251"/>
                  </a:lnTo>
                  <a:cubicBezTo>
                    <a:pt x="53676" y="236251"/>
                    <a:pt x="56231" y="233697"/>
                    <a:pt x="56231" y="229867"/>
                  </a:cubicBezTo>
                  <a:lnTo>
                    <a:pt x="56231" y="140491"/>
                  </a:lnTo>
                  <a:lnTo>
                    <a:pt x="69011" y="140491"/>
                  </a:lnTo>
                  <a:cubicBezTo>
                    <a:pt x="70289" y="140491"/>
                    <a:pt x="103517" y="141768"/>
                    <a:pt x="120130" y="127723"/>
                  </a:cubicBezTo>
                  <a:cubicBezTo>
                    <a:pt x="137384" y="113678"/>
                    <a:pt x="147607" y="92611"/>
                    <a:pt x="148885" y="70906"/>
                  </a:cubicBezTo>
                  <a:cubicBezTo>
                    <a:pt x="150164" y="49839"/>
                    <a:pt x="141217" y="30048"/>
                    <a:pt x="125243" y="17281"/>
                  </a:cubicBezTo>
                  <a:close/>
                  <a:moveTo>
                    <a:pt x="112463" y="117509"/>
                  </a:moveTo>
                  <a:cubicBezTo>
                    <a:pt x="101600" y="126446"/>
                    <a:pt x="77957" y="127723"/>
                    <a:pt x="69650" y="127723"/>
                  </a:cubicBezTo>
                  <a:lnTo>
                    <a:pt x="49841" y="127723"/>
                  </a:lnTo>
                  <a:cubicBezTo>
                    <a:pt x="46007" y="127723"/>
                    <a:pt x="43451" y="130277"/>
                    <a:pt x="43451" y="134107"/>
                  </a:cubicBezTo>
                  <a:lnTo>
                    <a:pt x="43451" y="223483"/>
                  </a:lnTo>
                  <a:lnTo>
                    <a:pt x="12780" y="223483"/>
                  </a:lnTo>
                  <a:lnTo>
                    <a:pt x="12780" y="12812"/>
                  </a:lnTo>
                  <a:lnTo>
                    <a:pt x="76040" y="12812"/>
                  </a:lnTo>
                  <a:cubicBezTo>
                    <a:pt x="90737" y="12173"/>
                    <a:pt x="105434" y="17281"/>
                    <a:pt x="116297" y="26856"/>
                  </a:cubicBezTo>
                  <a:cubicBezTo>
                    <a:pt x="129715" y="37709"/>
                    <a:pt x="136745" y="53669"/>
                    <a:pt x="136105" y="70267"/>
                  </a:cubicBezTo>
                  <a:cubicBezTo>
                    <a:pt x="135466" y="88781"/>
                    <a:pt x="126520" y="106018"/>
                    <a:pt x="112463" y="117509"/>
                  </a:cubicBezTo>
                  <a:close/>
                </a:path>
              </a:pathLst>
            </a:custGeom>
            <a:solidFill>
              <a:srgbClr val="007680"/>
            </a:solidFill>
            <a:ln w="6390" cap="flat">
              <a:noFill/>
              <a:prstDash val="solid"/>
              <a:miter/>
            </a:ln>
          </p:spPr>
          <p:txBody>
            <a:bodyPr rtlCol="0" anchor="ctr"/>
            <a:lstStyle/>
            <a:p>
              <a:endParaRPr lang="en-US"/>
            </a:p>
          </p:txBody>
        </p:sp>
        <p:sp>
          <p:nvSpPr>
            <p:cNvPr id="649" name="Graphic 5">
              <a:extLst>
                <a:ext uri="{FF2B5EF4-FFF2-40B4-BE49-F238E27FC236}">
                  <a16:creationId xmlns:a16="http://schemas.microsoft.com/office/drawing/2014/main" id="{0657D230-B64F-5B43-8FC6-28FA7564098B}"/>
                </a:ext>
              </a:extLst>
            </p:cNvPr>
            <p:cNvSpPr/>
            <p:nvPr/>
          </p:nvSpPr>
          <p:spPr>
            <a:xfrm>
              <a:off x="8990641" y="3441767"/>
              <a:ext cx="66645" cy="62562"/>
            </a:xfrm>
            <a:custGeom>
              <a:avLst/>
              <a:gdLst>
                <a:gd name="connsiteX0" fmla="*/ 35783 w 66645"/>
                <a:gd name="connsiteY0" fmla="*/ 0 h 62562"/>
                <a:gd name="connsiteX1" fmla="*/ 6390 w 66645"/>
                <a:gd name="connsiteY1" fmla="*/ 0 h 62562"/>
                <a:gd name="connsiteX2" fmla="*/ 0 w 66645"/>
                <a:gd name="connsiteY2" fmla="*/ 6384 h 62562"/>
                <a:gd name="connsiteX3" fmla="*/ 0 w 66645"/>
                <a:gd name="connsiteY3" fmla="*/ 56179 h 62562"/>
                <a:gd name="connsiteX4" fmla="*/ 6390 w 66645"/>
                <a:gd name="connsiteY4" fmla="*/ 62563 h 62562"/>
                <a:gd name="connsiteX5" fmla="*/ 37701 w 66645"/>
                <a:gd name="connsiteY5" fmla="*/ 62563 h 62562"/>
                <a:gd name="connsiteX6" fmla="*/ 66456 w 66645"/>
                <a:gd name="connsiteY6" fmla="*/ 26174 h 62562"/>
                <a:gd name="connsiteX7" fmla="*/ 58148 w 66645"/>
                <a:gd name="connsiteY7" fmla="*/ 8299 h 62562"/>
                <a:gd name="connsiteX8" fmla="*/ 35783 w 66645"/>
                <a:gd name="connsiteY8" fmla="*/ 0 h 62562"/>
                <a:gd name="connsiteX9" fmla="*/ 37701 w 66645"/>
                <a:gd name="connsiteY9" fmla="*/ 49795 h 62562"/>
                <a:gd name="connsiteX10" fmla="*/ 12780 w 66645"/>
                <a:gd name="connsiteY10" fmla="*/ 49795 h 62562"/>
                <a:gd name="connsiteX11" fmla="*/ 12780 w 66645"/>
                <a:gd name="connsiteY11" fmla="*/ 12768 h 62562"/>
                <a:gd name="connsiteX12" fmla="*/ 36422 w 66645"/>
                <a:gd name="connsiteY12" fmla="*/ 12768 h 62562"/>
                <a:gd name="connsiteX13" fmla="*/ 49202 w 66645"/>
                <a:gd name="connsiteY13" fmla="*/ 17237 h 62562"/>
                <a:gd name="connsiteX14" fmla="*/ 53676 w 66645"/>
                <a:gd name="connsiteY14" fmla="*/ 30005 h 62562"/>
                <a:gd name="connsiteX15" fmla="*/ 37701 w 66645"/>
                <a:gd name="connsiteY15" fmla="*/ 49795 h 62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6645" h="62562">
                  <a:moveTo>
                    <a:pt x="35783" y="0"/>
                  </a:moveTo>
                  <a:lnTo>
                    <a:pt x="6390" y="0"/>
                  </a:lnTo>
                  <a:cubicBezTo>
                    <a:pt x="2556" y="0"/>
                    <a:pt x="0" y="2554"/>
                    <a:pt x="0" y="6384"/>
                  </a:cubicBezTo>
                  <a:lnTo>
                    <a:pt x="0" y="56179"/>
                  </a:lnTo>
                  <a:cubicBezTo>
                    <a:pt x="0" y="60010"/>
                    <a:pt x="2556" y="62563"/>
                    <a:pt x="6390" y="62563"/>
                  </a:cubicBezTo>
                  <a:lnTo>
                    <a:pt x="37701" y="62563"/>
                  </a:lnTo>
                  <a:cubicBezTo>
                    <a:pt x="55592" y="60648"/>
                    <a:pt x="68372" y="44050"/>
                    <a:pt x="66456" y="26174"/>
                  </a:cubicBezTo>
                  <a:cubicBezTo>
                    <a:pt x="65817" y="19152"/>
                    <a:pt x="62622" y="12768"/>
                    <a:pt x="58148" y="8299"/>
                  </a:cubicBezTo>
                  <a:cubicBezTo>
                    <a:pt x="51758" y="2554"/>
                    <a:pt x="44091" y="0"/>
                    <a:pt x="35783" y="0"/>
                  </a:cubicBezTo>
                  <a:close/>
                  <a:moveTo>
                    <a:pt x="37701" y="49795"/>
                  </a:moveTo>
                  <a:lnTo>
                    <a:pt x="12780" y="49795"/>
                  </a:lnTo>
                  <a:lnTo>
                    <a:pt x="12780" y="12768"/>
                  </a:lnTo>
                  <a:lnTo>
                    <a:pt x="36422" y="12768"/>
                  </a:lnTo>
                  <a:cubicBezTo>
                    <a:pt x="40896" y="12768"/>
                    <a:pt x="45368" y="14683"/>
                    <a:pt x="49202" y="17237"/>
                  </a:cubicBezTo>
                  <a:cubicBezTo>
                    <a:pt x="52397" y="20429"/>
                    <a:pt x="54314" y="25536"/>
                    <a:pt x="53676" y="30005"/>
                  </a:cubicBezTo>
                  <a:cubicBezTo>
                    <a:pt x="53676" y="47880"/>
                    <a:pt x="40257" y="49795"/>
                    <a:pt x="37701" y="49795"/>
                  </a:cubicBezTo>
                  <a:close/>
                </a:path>
              </a:pathLst>
            </a:custGeom>
            <a:solidFill>
              <a:srgbClr val="007680"/>
            </a:solidFill>
            <a:ln w="6390" cap="flat">
              <a:noFill/>
              <a:prstDash val="solid"/>
              <a:miter/>
            </a:ln>
          </p:spPr>
          <p:txBody>
            <a:bodyPr rtlCol="0" anchor="ctr"/>
            <a:lstStyle/>
            <a:p>
              <a:endParaRPr lang="en-US"/>
            </a:p>
          </p:txBody>
        </p:sp>
      </p:grpSp>
      <p:grpSp>
        <p:nvGrpSpPr>
          <p:cNvPr id="650" name="Graphic 5">
            <a:extLst>
              <a:ext uri="{FF2B5EF4-FFF2-40B4-BE49-F238E27FC236}">
                <a16:creationId xmlns:a16="http://schemas.microsoft.com/office/drawing/2014/main" id="{05632CE5-217A-1741-BB85-02F5EFFCD1A4}"/>
              </a:ext>
            </a:extLst>
          </p:cNvPr>
          <p:cNvGrpSpPr/>
          <p:nvPr/>
        </p:nvGrpSpPr>
        <p:grpSpPr>
          <a:xfrm>
            <a:off x="10935099" y="3824806"/>
            <a:ext cx="362309" cy="361971"/>
            <a:chOff x="10935099" y="3824806"/>
            <a:chExt cx="362309" cy="361971"/>
          </a:xfrm>
          <a:solidFill>
            <a:srgbClr val="007680"/>
          </a:solidFill>
        </p:grpSpPr>
        <p:sp>
          <p:nvSpPr>
            <p:cNvPr id="651" name="Graphic 5">
              <a:extLst>
                <a:ext uri="{FF2B5EF4-FFF2-40B4-BE49-F238E27FC236}">
                  <a16:creationId xmlns:a16="http://schemas.microsoft.com/office/drawing/2014/main" id="{2600F271-0997-AA4F-B8E5-96EC1AA208A6}"/>
                </a:ext>
              </a:extLst>
            </p:cNvPr>
            <p:cNvSpPr/>
            <p:nvPr/>
          </p:nvSpPr>
          <p:spPr>
            <a:xfrm>
              <a:off x="10935099" y="3824806"/>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1305 h 361971"/>
                <a:gd name="connsiteX10" fmla="*/ 180835 w 362309"/>
                <a:gd name="connsiteY10" fmla="*/ 349204 h 361971"/>
                <a:gd name="connsiteX11" fmla="*/ 180835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7"/>
                    <a:pt x="0" y="181305"/>
                  </a:cubicBezTo>
                  <a:cubicBezTo>
                    <a:pt x="0" y="281533"/>
                    <a:pt x="81152" y="361972"/>
                    <a:pt x="181474" y="361972"/>
                  </a:cubicBezTo>
                  <a:cubicBezTo>
                    <a:pt x="281157" y="361972"/>
                    <a:pt x="362309" y="280895"/>
                    <a:pt x="362309" y="180667"/>
                  </a:cubicBezTo>
                  <a:cubicBezTo>
                    <a:pt x="362309"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1474" y="12768"/>
                  </a:cubicBezTo>
                  <a:cubicBezTo>
                    <a:pt x="274128" y="12768"/>
                    <a:pt x="349529" y="88099"/>
                    <a:pt x="349529" y="181305"/>
                  </a:cubicBezTo>
                  <a:cubicBezTo>
                    <a:pt x="349529" y="273873"/>
                    <a:pt x="274128" y="349204"/>
                    <a:pt x="180835" y="349204"/>
                  </a:cubicBezTo>
                  <a:lnTo>
                    <a:pt x="180835" y="349204"/>
                  </a:lnTo>
                  <a:close/>
                </a:path>
              </a:pathLst>
            </a:custGeom>
            <a:solidFill>
              <a:srgbClr val="007680"/>
            </a:solidFill>
            <a:ln w="6390" cap="flat">
              <a:noFill/>
              <a:prstDash val="solid"/>
              <a:miter/>
            </a:ln>
          </p:spPr>
          <p:txBody>
            <a:bodyPr rtlCol="0" anchor="ctr"/>
            <a:lstStyle/>
            <a:p>
              <a:endParaRPr lang="en-US"/>
            </a:p>
          </p:txBody>
        </p:sp>
        <p:sp>
          <p:nvSpPr>
            <p:cNvPr id="652" name="Graphic 5">
              <a:extLst>
                <a:ext uri="{FF2B5EF4-FFF2-40B4-BE49-F238E27FC236}">
                  <a16:creationId xmlns:a16="http://schemas.microsoft.com/office/drawing/2014/main" id="{968B1AA7-D65F-B142-87A2-D9E745BD6EFA}"/>
                </a:ext>
              </a:extLst>
            </p:cNvPr>
            <p:cNvSpPr/>
            <p:nvPr/>
          </p:nvSpPr>
          <p:spPr>
            <a:xfrm>
              <a:off x="11006027" y="3910990"/>
              <a:ext cx="219272" cy="196626"/>
            </a:xfrm>
            <a:custGeom>
              <a:avLst/>
              <a:gdLst>
                <a:gd name="connsiteX0" fmla="*/ 213424 w 219272"/>
                <a:gd name="connsiteY0" fmla="*/ 76608 h 196626"/>
                <a:gd name="connsiteX1" fmla="*/ 100961 w 219272"/>
                <a:gd name="connsiteY1" fmla="*/ 76608 h 196626"/>
                <a:gd name="connsiteX2" fmla="*/ 26199 w 219272"/>
                <a:gd name="connsiteY2" fmla="*/ 1915 h 196626"/>
                <a:gd name="connsiteX3" fmla="*/ 17253 w 219272"/>
                <a:gd name="connsiteY3" fmla="*/ 1915 h 196626"/>
                <a:gd name="connsiteX4" fmla="*/ 17253 w 219272"/>
                <a:gd name="connsiteY4" fmla="*/ 1915 h 196626"/>
                <a:gd name="connsiteX5" fmla="*/ 17253 w 219272"/>
                <a:gd name="connsiteY5" fmla="*/ 10853 h 196626"/>
                <a:gd name="connsiteX6" fmla="*/ 83069 w 219272"/>
                <a:gd name="connsiteY6" fmla="*/ 76608 h 196626"/>
                <a:gd name="connsiteX7" fmla="*/ 6390 w 219272"/>
                <a:gd name="connsiteY7" fmla="*/ 76608 h 196626"/>
                <a:gd name="connsiteX8" fmla="*/ 0 w 219272"/>
                <a:gd name="connsiteY8" fmla="*/ 82992 h 196626"/>
                <a:gd name="connsiteX9" fmla="*/ 0 w 219272"/>
                <a:gd name="connsiteY9" fmla="*/ 121296 h 196626"/>
                <a:gd name="connsiteX10" fmla="*/ 6390 w 219272"/>
                <a:gd name="connsiteY10" fmla="*/ 127680 h 196626"/>
                <a:gd name="connsiteX11" fmla="*/ 134189 w 219272"/>
                <a:gd name="connsiteY11" fmla="*/ 127680 h 196626"/>
                <a:gd name="connsiteX12" fmla="*/ 201283 w 219272"/>
                <a:gd name="connsiteY12" fmla="*/ 194711 h 196626"/>
                <a:gd name="connsiteX13" fmla="*/ 205756 w 219272"/>
                <a:gd name="connsiteY13" fmla="*/ 196626 h 196626"/>
                <a:gd name="connsiteX14" fmla="*/ 212146 w 219272"/>
                <a:gd name="connsiteY14" fmla="*/ 190243 h 196626"/>
                <a:gd name="connsiteX15" fmla="*/ 210229 w 219272"/>
                <a:gd name="connsiteY15" fmla="*/ 185774 h 196626"/>
                <a:gd name="connsiteX16" fmla="*/ 152080 w 219272"/>
                <a:gd name="connsiteY16" fmla="*/ 127680 h 196626"/>
                <a:gd name="connsiteX17" fmla="*/ 212784 w 219272"/>
                <a:gd name="connsiteY17" fmla="*/ 127680 h 196626"/>
                <a:gd name="connsiteX18" fmla="*/ 219174 w 219272"/>
                <a:gd name="connsiteY18" fmla="*/ 121296 h 196626"/>
                <a:gd name="connsiteX19" fmla="*/ 219174 w 219272"/>
                <a:gd name="connsiteY19" fmla="*/ 82992 h 196626"/>
                <a:gd name="connsiteX20" fmla="*/ 213424 w 219272"/>
                <a:gd name="connsiteY20" fmla="*/ 76608 h 196626"/>
                <a:gd name="connsiteX21" fmla="*/ 12780 w 219272"/>
                <a:gd name="connsiteY21" fmla="*/ 89376 h 196626"/>
                <a:gd name="connsiteX22" fmla="*/ 61343 w 219272"/>
                <a:gd name="connsiteY22" fmla="*/ 89376 h 196626"/>
                <a:gd name="connsiteX23" fmla="*/ 61343 w 219272"/>
                <a:gd name="connsiteY23" fmla="*/ 114912 h 196626"/>
                <a:gd name="connsiteX24" fmla="*/ 13419 w 219272"/>
                <a:gd name="connsiteY24" fmla="*/ 114912 h 196626"/>
                <a:gd name="connsiteX25" fmla="*/ 12780 w 219272"/>
                <a:gd name="connsiteY25" fmla="*/ 89376 h 196626"/>
                <a:gd name="connsiteX26" fmla="*/ 74123 w 219272"/>
                <a:gd name="connsiteY26" fmla="*/ 114912 h 196626"/>
                <a:gd name="connsiteX27" fmla="*/ 74123 w 219272"/>
                <a:gd name="connsiteY27" fmla="*/ 89376 h 196626"/>
                <a:gd name="connsiteX28" fmla="*/ 95849 w 219272"/>
                <a:gd name="connsiteY28" fmla="*/ 89376 h 196626"/>
                <a:gd name="connsiteX29" fmla="*/ 121409 w 219272"/>
                <a:gd name="connsiteY29" fmla="*/ 114912 h 196626"/>
                <a:gd name="connsiteX30" fmla="*/ 74123 w 219272"/>
                <a:gd name="connsiteY30" fmla="*/ 114912 h 196626"/>
                <a:gd name="connsiteX31" fmla="*/ 207034 w 219272"/>
                <a:gd name="connsiteY31" fmla="*/ 114912 h 196626"/>
                <a:gd name="connsiteX32" fmla="*/ 139940 w 219272"/>
                <a:gd name="connsiteY32" fmla="*/ 114912 h 196626"/>
                <a:gd name="connsiteX33" fmla="*/ 114380 w 219272"/>
                <a:gd name="connsiteY33" fmla="*/ 89376 h 196626"/>
                <a:gd name="connsiteX34" fmla="*/ 207673 w 219272"/>
                <a:gd name="connsiteY34" fmla="*/ 89376 h 196626"/>
                <a:gd name="connsiteX35" fmla="*/ 207034 w 219272"/>
                <a:gd name="connsiteY35" fmla="*/ 114912 h 196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9272" h="196626">
                  <a:moveTo>
                    <a:pt x="213424" y="76608"/>
                  </a:moveTo>
                  <a:lnTo>
                    <a:pt x="100961" y="76608"/>
                  </a:lnTo>
                  <a:lnTo>
                    <a:pt x="26199" y="1915"/>
                  </a:lnTo>
                  <a:cubicBezTo>
                    <a:pt x="23642" y="-638"/>
                    <a:pt x="19809" y="-638"/>
                    <a:pt x="17253" y="1915"/>
                  </a:cubicBezTo>
                  <a:cubicBezTo>
                    <a:pt x="17253" y="1915"/>
                    <a:pt x="17253" y="1915"/>
                    <a:pt x="17253" y="1915"/>
                  </a:cubicBezTo>
                  <a:cubicBezTo>
                    <a:pt x="14696" y="4469"/>
                    <a:pt x="14696" y="8299"/>
                    <a:pt x="17253" y="10853"/>
                  </a:cubicBezTo>
                  <a:lnTo>
                    <a:pt x="83069" y="76608"/>
                  </a:lnTo>
                  <a:lnTo>
                    <a:pt x="6390" y="76608"/>
                  </a:lnTo>
                  <a:cubicBezTo>
                    <a:pt x="2556" y="76608"/>
                    <a:pt x="0" y="79161"/>
                    <a:pt x="0" y="82992"/>
                  </a:cubicBezTo>
                  <a:lnTo>
                    <a:pt x="0" y="121296"/>
                  </a:lnTo>
                  <a:cubicBezTo>
                    <a:pt x="0" y="125126"/>
                    <a:pt x="2556" y="127680"/>
                    <a:pt x="6390" y="127680"/>
                  </a:cubicBezTo>
                  <a:lnTo>
                    <a:pt x="134189" y="127680"/>
                  </a:lnTo>
                  <a:lnTo>
                    <a:pt x="201283" y="194711"/>
                  </a:lnTo>
                  <a:cubicBezTo>
                    <a:pt x="202561" y="195988"/>
                    <a:pt x="203839" y="196626"/>
                    <a:pt x="205756" y="196626"/>
                  </a:cubicBezTo>
                  <a:cubicBezTo>
                    <a:pt x="209589" y="196626"/>
                    <a:pt x="212146" y="193434"/>
                    <a:pt x="212146" y="190243"/>
                  </a:cubicBezTo>
                  <a:cubicBezTo>
                    <a:pt x="212146" y="188327"/>
                    <a:pt x="211507" y="187051"/>
                    <a:pt x="210229" y="185774"/>
                  </a:cubicBezTo>
                  <a:lnTo>
                    <a:pt x="152080" y="127680"/>
                  </a:lnTo>
                  <a:lnTo>
                    <a:pt x="212784" y="127680"/>
                  </a:lnTo>
                  <a:cubicBezTo>
                    <a:pt x="216619" y="127680"/>
                    <a:pt x="219174" y="125126"/>
                    <a:pt x="219174" y="121296"/>
                  </a:cubicBezTo>
                  <a:lnTo>
                    <a:pt x="219174" y="82992"/>
                  </a:lnTo>
                  <a:cubicBezTo>
                    <a:pt x="219814" y="79800"/>
                    <a:pt x="217258" y="76608"/>
                    <a:pt x="213424" y="76608"/>
                  </a:cubicBezTo>
                  <a:close/>
                  <a:moveTo>
                    <a:pt x="12780" y="89376"/>
                  </a:moveTo>
                  <a:lnTo>
                    <a:pt x="61343" y="89376"/>
                  </a:lnTo>
                  <a:lnTo>
                    <a:pt x="61343" y="114912"/>
                  </a:lnTo>
                  <a:lnTo>
                    <a:pt x="13419" y="114912"/>
                  </a:lnTo>
                  <a:lnTo>
                    <a:pt x="12780" y="89376"/>
                  </a:lnTo>
                  <a:close/>
                  <a:moveTo>
                    <a:pt x="74123" y="114912"/>
                  </a:moveTo>
                  <a:lnTo>
                    <a:pt x="74123" y="89376"/>
                  </a:lnTo>
                  <a:lnTo>
                    <a:pt x="95849" y="89376"/>
                  </a:lnTo>
                  <a:lnTo>
                    <a:pt x="121409" y="114912"/>
                  </a:lnTo>
                  <a:lnTo>
                    <a:pt x="74123" y="114912"/>
                  </a:lnTo>
                  <a:close/>
                  <a:moveTo>
                    <a:pt x="207034" y="114912"/>
                  </a:moveTo>
                  <a:lnTo>
                    <a:pt x="139940" y="114912"/>
                  </a:lnTo>
                  <a:lnTo>
                    <a:pt x="114380" y="89376"/>
                  </a:lnTo>
                  <a:lnTo>
                    <a:pt x="207673" y="89376"/>
                  </a:lnTo>
                  <a:lnTo>
                    <a:pt x="207034" y="114912"/>
                  </a:lnTo>
                  <a:close/>
                </a:path>
              </a:pathLst>
            </a:custGeom>
            <a:solidFill>
              <a:srgbClr val="007680"/>
            </a:solidFill>
            <a:ln w="6390" cap="flat">
              <a:noFill/>
              <a:prstDash val="solid"/>
              <a:miter/>
            </a:ln>
          </p:spPr>
          <p:txBody>
            <a:bodyPr rtlCol="0" anchor="ctr"/>
            <a:lstStyle/>
            <a:p>
              <a:endParaRPr lang="en-US"/>
            </a:p>
          </p:txBody>
        </p:sp>
        <p:sp>
          <p:nvSpPr>
            <p:cNvPr id="653" name="Graphic 5">
              <a:extLst>
                <a:ext uri="{FF2B5EF4-FFF2-40B4-BE49-F238E27FC236}">
                  <a16:creationId xmlns:a16="http://schemas.microsoft.com/office/drawing/2014/main" id="{48B997AC-6AC0-0441-B0C0-A4F69624BF42}"/>
                </a:ext>
              </a:extLst>
            </p:cNvPr>
            <p:cNvSpPr/>
            <p:nvPr/>
          </p:nvSpPr>
          <p:spPr>
            <a:xfrm>
              <a:off x="11174106" y="3904895"/>
              <a:ext cx="21712" cy="66103"/>
            </a:xfrm>
            <a:custGeom>
              <a:avLst/>
              <a:gdLst>
                <a:gd name="connsiteX0" fmla="*/ 5728 w 21712"/>
                <a:gd name="connsiteY0" fmla="*/ 55251 h 66103"/>
                <a:gd name="connsiteX1" fmla="*/ 6366 w 21712"/>
                <a:gd name="connsiteY1" fmla="*/ 64188 h 66103"/>
                <a:gd name="connsiteX2" fmla="*/ 10840 w 21712"/>
                <a:gd name="connsiteY2" fmla="*/ 66104 h 66103"/>
                <a:gd name="connsiteX3" fmla="*/ 15312 w 21712"/>
                <a:gd name="connsiteY3" fmla="*/ 64188 h 66103"/>
                <a:gd name="connsiteX4" fmla="*/ 16591 w 21712"/>
                <a:gd name="connsiteY4" fmla="*/ 29715 h 66103"/>
                <a:gd name="connsiteX5" fmla="*/ 15312 w 21712"/>
                <a:gd name="connsiteY5" fmla="*/ 10563 h 66103"/>
                <a:gd name="connsiteX6" fmla="*/ 14674 w 21712"/>
                <a:gd name="connsiteY6" fmla="*/ 1625 h 66103"/>
                <a:gd name="connsiteX7" fmla="*/ 5728 w 21712"/>
                <a:gd name="connsiteY7" fmla="*/ 2264 h 66103"/>
                <a:gd name="connsiteX8" fmla="*/ 5089 w 21712"/>
                <a:gd name="connsiteY8" fmla="*/ 36099 h 66103"/>
                <a:gd name="connsiteX9" fmla="*/ 5728 w 21712"/>
                <a:gd name="connsiteY9" fmla="*/ 55251 h 66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712" h="66103">
                  <a:moveTo>
                    <a:pt x="5728" y="55251"/>
                  </a:moveTo>
                  <a:cubicBezTo>
                    <a:pt x="3171" y="57804"/>
                    <a:pt x="3811" y="61635"/>
                    <a:pt x="6366" y="64188"/>
                  </a:cubicBezTo>
                  <a:cubicBezTo>
                    <a:pt x="7645" y="65465"/>
                    <a:pt x="8923" y="66104"/>
                    <a:pt x="10840" y="66104"/>
                  </a:cubicBezTo>
                  <a:cubicBezTo>
                    <a:pt x="12756" y="66104"/>
                    <a:pt x="14674" y="65465"/>
                    <a:pt x="15312" y="64188"/>
                  </a:cubicBezTo>
                  <a:cubicBezTo>
                    <a:pt x="23620" y="53974"/>
                    <a:pt x="23620" y="39929"/>
                    <a:pt x="16591" y="29715"/>
                  </a:cubicBezTo>
                  <a:cubicBezTo>
                    <a:pt x="9561" y="18224"/>
                    <a:pt x="14674" y="11201"/>
                    <a:pt x="15312" y="10563"/>
                  </a:cubicBezTo>
                  <a:cubicBezTo>
                    <a:pt x="17869" y="8009"/>
                    <a:pt x="17230" y="4179"/>
                    <a:pt x="14674" y="1625"/>
                  </a:cubicBezTo>
                  <a:cubicBezTo>
                    <a:pt x="12118" y="-928"/>
                    <a:pt x="8284" y="-290"/>
                    <a:pt x="5728" y="2264"/>
                  </a:cubicBezTo>
                  <a:cubicBezTo>
                    <a:pt x="5089" y="2902"/>
                    <a:pt x="-6413" y="16309"/>
                    <a:pt x="5089" y="36099"/>
                  </a:cubicBezTo>
                  <a:cubicBezTo>
                    <a:pt x="9561" y="41206"/>
                    <a:pt x="10201" y="48867"/>
                    <a:pt x="5728" y="55251"/>
                  </a:cubicBezTo>
                  <a:close/>
                </a:path>
              </a:pathLst>
            </a:custGeom>
            <a:solidFill>
              <a:srgbClr val="007680"/>
            </a:solidFill>
            <a:ln w="6390" cap="flat">
              <a:noFill/>
              <a:prstDash val="solid"/>
              <a:miter/>
            </a:ln>
          </p:spPr>
          <p:txBody>
            <a:bodyPr rtlCol="0" anchor="ctr"/>
            <a:lstStyle/>
            <a:p>
              <a:endParaRPr lang="en-US"/>
            </a:p>
          </p:txBody>
        </p:sp>
        <p:sp>
          <p:nvSpPr>
            <p:cNvPr id="654" name="Graphic 5">
              <a:extLst>
                <a:ext uri="{FF2B5EF4-FFF2-40B4-BE49-F238E27FC236}">
                  <a16:creationId xmlns:a16="http://schemas.microsoft.com/office/drawing/2014/main" id="{305980AC-41C4-2B42-A2B6-EEB5E7A6B553}"/>
                </a:ext>
              </a:extLst>
            </p:cNvPr>
            <p:cNvSpPr/>
            <p:nvPr/>
          </p:nvSpPr>
          <p:spPr>
            <a:xfrm>
              <a:off x="11204366" y="3910869"/>
              <a:ext cx="20944" cy="59491"/>
            </a:xfrm>
            <a:custGeom>
              <a:avLst/>
              <a:gdLst>
                <a:gd name="connsiteX0" fmla="*/ 6140 w 20944"/>
                <a:gd name="connsiteY0" fmla="*/ 49278 h 59491"/>
                <a:gd name="connsiteX1" fmla="*/ 6778 w 20944"/>
                <a:gd name="connsiteY1" fmla="*/ 58215 h 59491"/>
                <a:gd name="connsiteX2" fmla="*/ 6778 w 20944"/>
                <a:gd name="connsiteY2" fmla="*/ 58215 h 59491"/>
                <a:gd name="connsiteX3" fmla="*/ 10612 w 20944"/>
                <a:gd name="connsiteY3" fmla="*/ 59492 h 59491"/>
                <a:gd name="connsiteX4" fmla="*/ 15725 w 20944"/>
                <a:gd name="connsiteY4" fmla="*/ 56939 h 59491"/>
                <a:gd name="connsiteX5" fmla="*/ 17002 w 20944"/>
                <a:gd name="connsiteY5" fmla="*/ 23103 h 59491"/>
                <a:gd name="connsiteX6" fmla="*/ 13168 w 20944"/>
                <a:gd name="connsiteY6" fmla="*/ 7782 h 59491"/>
                <a:gd name="connsiteX7" fmla="*/ 8056 w 20944"/>
                <a:gd name="connsiteY7" fmla="*/ 121 h 59491"/>
                <a:gd name="connsiteX8" fmla="*/ 389 w 20944"/>
                <a:gd name="connsiteY8" fmla="*/ 5228 h 59491"/>
                <a:gd name="connsiteX9" fmla="*/ 5501 w 20944"/>
                <a:gd name="connsiteY9" fmla="*/ 30764 h 59491"/>
                <a:gd name="connsiteX10" fmla="*/ 6140 w 20944"/>
                <a:gd name="connsiteY10" fmla="*/ 49278 h 5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44" h="59491">
                  <a:moveTo>
                    <a:pt x="6140" y="49278"/>
                  </a:moveTo>
                  <a:cubicBezTo>
                    <a:pt x="3584" y="51831"/>
                    <a:pt x="4222" y="56300"/>
                    <a:pt x="6778" y="58215"/>
                  </a:cubicBezTo>
                  <a:cubicBezTo>
                    <a:pt x="6778" y="58215"/>
                    <a:pt x="6778" y="58215"/>
                    <a:pt x="6778" y="58215"/>
                  </a:cubicBezTo>
                  <a:cubicBezTo>
                    <a:pt x="8056" y="58854"/>
                    <a:pt x="9335" y="59492"/>
                    <a:pt x="10612" y="59492"/>
                  </a:cubicBezTo>
                  <a:cubicBezTo>
                    <a:pt x="12530" y="59492"/>
                    <a:pt x="14446" y="58854"/>
                    <a:pt x="15725" y="56939"/>
                  </a:cubicBezTo>
                  <a:cubicBezTo>
                    <a:pt x="22115" y="46724"/>
                    <a:pt x="22753" y="33318"/>
                    <a:pt x="17002" y="23103"/>
                  </a:cubicBezTo>
                  <a:cubicBezTo>
                    <a:pt x="13807" y="18635"/>
                    <a:pt x="12530" y="12889"/>
                    <a:pt x="13168" y="7782"/>
                  </a:cubicBezTo>
                  <a:cubicBezTo>
                    <a:pt x="13807" y="3951"/>
                    <a:pt x="11891" y="759"/>
                    <a:pt x="8056" y="121"/>
                  </a:cubicBezTo>
                  <a:cubicBezTo>
                    <a:pt x="4222" y="-517"/>
                    <a:pt x="1027" y="1398"/>
                    <a:pt x="389" y="5228"/>
                  </a:cubicBezTo>
                  <a:cubicBezTo>
                    <a:pt x="-889" y="14166"/>
                    <a:pt x="1027" y="23103"/>
                    <a:pt x="5501" y="30764"/>
                  </a:cubicBezTo>
                  <a:cubicBezTo>
                    <a:pt x="9335" y="36510"/>
                    <a:pt x="9335" y="43532"/>
                    <a:pt x="6140" y="49278"/>
                  </a:cubicBezTo>
                  <a:close/>
                </a:path>
              </a:pathLst>
            </a:custGeom>
            <a:solidFill>
              <a:srgbClr val="007680"/>
            </a:solidFill>
            <a:ln w="6390" cap="flat">
              <a:noFill/>
              <a:prstDash val="solid"/>
              <a:miter/>
            </a:ln>
          </p:spPr>
          <p:txBody>
            <a:bodyPr rtlCol="0" anchor="ctr"/>
            <a:lstStyle/>
            <a:p>
              <a:endParaRPr lang="en-US"/>
            </a:p>
          </p:txBody>
        </p:sp>
      </p:grpSp>
      <p:grpSp>
        <p:nvGrpSpPr>
          <p:cNvPr id="655" name="Graphic 5">
            <a:extLst>
              <a:ext uri="{FF2B5EF4-FFF2-40B4-BE49-F238E27FC236}">
                <a16:creationId xmlns:a16="http://schemas.microsoft.com/office/drawing/2014/main" id="{73712A13-FC38-1644-BBDC-0731ED93AF19}"/>
              </a:ext>
            </a:extLst>
          </p:cNvPr>
          <p:cNvGrpSpPr/>
          <p:nvPr/>
        </p:nvGrpSpPr>
        <p:grpSpPr>
          <a:xfrm>
            <a:off x="8841755" y="2856356"/>
            <a:ext cx="362309" cy="361971"/>
            <a:chOff x="8841755" y="2856356"/>
            <a:chExt cx="362309" cy="361971"/>
          </a:xfrm>
          <a:solidFill>
            <a:srgbClr val="007680"/>
          </a:solidFill>
        </p:grpSpPr>
        <p:sp>
          <p:nvSpPr>
            <p:cNvPr id="656" name="Graphic 5">
              <a:extLst>
                <a:ext uri="{FF2B5EF4-FFF2-40B4-BE49-F238E27FC236}">
                  <a16:creationId xmlns:a16="http://schemas.microsoft.com/office/drawing/2014/main" id="{CEEBAF30-F735-D447-A38B-004A31D6B8B1}"/>
                </a:ext>
              </a:extLst>
            </p:cNvPr>
            <p:cNvSpPr/>
            <p:nvPr/>
          </p:nvSpPr>
          <p:spPr>
            <a:xfrm>
              <a:off x="8841755" y="285635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873"/>
                    <a:pt x="274128" y="349204"/>
                    <a:pt x="181474" y="349204"/>
                  </a:cubicBezTo>
                  <a:close/>
                </a:path>
              </a:pathLst>
            </a:custGeom>
            <a:solidFill>
              <a:srgbClr val="007680"/>
            </a:solidFill>
            <a:ln w="6390" cap="flat">
              <a:noFill/>
              <a:prstDash val="solid"/>
              <a:miter/>
            </a:ln>
          </p:spPr>
          <p:txBody>
            <a:bodyPr rtlCol="0" anchor="ctr"/>
            <a:lstStyle/>
            <a:p>
              <a:endParaRPr lang="en-US"/>
            </a:p>
          </p:txBody>
        </p:sp>
        <p:sp>
          <p:nvSpPr>
            <p:cNvPr id="657" name="Graphic 5">
              <a:extLst>
                <a:ext uri="{FF2B5EF4-FFF2-40B4-BE49-F238E27FC236}">
                  <a16:creationId xmlns:a16="http://schemas.microsoft.com/office/drawing/2014/main" id="{26BE25BE-816F-D544-814A-A5F37FCF1C60}"/>
                </a:ext>
              </a:extLst>
            </p:cNvPr>
            <p:cNvSpPr/>
            <p:nvPr/>
          </p:nvSpPr>
          <p:spPr>
            <a:xfrm>
              <a:off x="8921629" y="2927218"/>
              <a:ext cx="205756" cy="220247"/>
            </a:xfrm>
            <a:custGeom>
              <a:avLst/>
              <a:gdLst>
                <a:gd name="connsiteX0" fmla="*/ 197449 w 205756"/>
                <a:gd name="connsiteY0" fmla="*/ 87461 h 220247"/>
                <a:gd name="connsiteX1" fmla="*/ 155276 w 205756"/>
                <a:gd name="connsiteY1" fmla="*/ 87461 h 220247"/>
                <a:gd name="connsiteX2" fmla="*/ 155276 w 205756"/>
                <a:gd name="connsiteY2" fmla="*/ 86184 h 220247"/>
                <a:gd name="connsiteX3" fmla="*/ 155276 w 205756"/>
                <a:gd name="connsiteY3" fmla="*/ 69585 h 220247"/>
                <a:gd name="connsiteX4" fmla="*/ 181474 w 205756"/>
                <a:gd name="connsiteY4" fmla="*/ 69585 h 220247"/>
                <a:gd name="connsiteX5" fmla="*/ 187864 w 205756"/>
                <a:gd name="connsiteY5" fmla="*/ 63201 h 220247"/>
                <a:gd name="connsiteX6" fmla="*/ 187864 w 205756"/>
                <a:gd name="connsiteY6" fmla="*/ 6384 h 220247"/>
                <a:gd name="connsiteX7" fmla="*/ 181474 w 205756"/>
                <a:gd name="connsiteY7" fmla="*/ 0 h 220247"/>
                <a:gd name="connsiteX8" fmla="*/ 85625 w 205756"/>
                <a:gd name="connsiteY8" fmla="*/ 0 h 220247"/>
                <a:gd name="connsiteX9" fmla="*/ 79235 w 205756"/>
                <a:gd name="connsiteY9" fmla="*/ 6384 h 220247"/>
                <a:gd name="connsiteX10" fmla="*/ 79235 w 205756"/>
                <a:gd name="connsiteY10" fmla="*/ 63201 h 220247"/>
                <a:gd name="connsiteX11" fmla="*/ 85625 w 205756"/>
                <a:gd name="connsiteY11" fmla="*/ 69585 h 220247"/>
                <a:gd name="connsiteX12" fmla="*/ 111824 w 205756"/>
                <a:gd name="connsiteY12" fmla="*/ 69585 h 220247"/>
                <a:gd name="connsiteX13" fmla="*/ 111824 w 205756"/>
                <a:gd name="connsiteY13" fmla="*/ 86184 h 220247"/>
                <a:gd name="connsiteX14" fmla="*/ 111824 w 205756"/>
                <a:gd name="connsiteY14" fmla="*/ 86822 h 220247"/>
                <a:gd name="connsiteX15" fmla="*/ 44730 w 205756"/>
                <a:gd name="connsiteY15" fmla="*/ 86822 h 220247"/>
                <a:gd name="connsiteX16" fmla="*/ 36423 w 205756"/>
                <a:gd name="connsiteY16" fmla="*/ 59371 h 220247"/>
                <a:gd name="connsiteX17" fmla="*/ 28116 w 205756"/>
                <a:gd name="connsiteY17" fmla="*/ 55541 h 220247"/>
                <a:gd name="connsiteX18" fmla="*/ 24282 w 205756"/>
                <a:gd name="connsiteY18" fmla="*/ 63201 h 220247"/>
                <a:gd name="connsiteX19" fmla="*/ 31950 w 205756"/>
                <a:gd name="connsiteY19" fmla="*/ 86822 h 220247"/>
                <a:gd name="connsiteX20" fmla="*/ 6390 w 205756"/>
                <a:gd name="connsiteY20" fmla="*/ 86822 h 220247"/>
                <a:gd name="connsiteX21" fmla="*/ 1917 w 205756"/>
                <a:gd name="connsiteY21" fmla="*/ 88737 h 220247"/>
                <a:gd name="connsiteX22" fmla="*/ 0 w 205756"/>
                <a:gd name="connsiteY22" fmla="*/ 93206 h 220247"/>
                <a:gd name="connsiteX23" fmla="*/ 0 w 205756"/>
                <a:gd name="connsiteY23" fmla="*/ 196627 h 220247"/>
                <a:gd name="connsiteX24" fmla="*/ 6390 w 205756"/>
                <a:gd name="connsiteY24" fmla="*/ 203011 h 220247"/>
                <a:gd name="connsiteX25" fmla="*/ 12780 w 205756"/>
                <a:gd name="connsiteY25" fmla="*/ 196627 h 220247"/>
                <a:gd name="connsiteX26" fmla="*/ 12780 w 205756"/>
                <a:gd name="connsiteY26" fmla="*/ 99590 h 220247"/>
                <a:gd name="connsiteX27" fmla="*/ 35784 w 205756"/>
                <a:gd name="connsiteY27" fmla="*/ 99590 h 220247"/>
                <a:gd name="connsiteX28" fmla="*/ 56871 w 205756"/>
                <a:gd name="connsiteY28" fmla="*/ 167899 h 220247"/>
                <a:gd name="connsiteX29" fmla="*/ 63261 w 205756"/>
                <a:gd name="connsiteY29" fmla="*/ 172368 h 220247"/>
                <a:gd name="connsiteX30" fmla="*/ 88181 w 205756"/>
                <a:gd name="connsiteY30" fmla="*/ 172368 h 220247"/>
                <a:gd name="connsiteX31" fmla="*/ 88181 w 205756"/>
                <a:gd name="connsiteY31" fmla="*/ 191519 h 220247"/>
                <a:gd name="connsiteX32" fmla="*/ 70929 w 205756"/>
                <a:gd name="connsiteY32" fmla="*/ 191519 h 220247"/>
                <a:gd name="connsiteX33" fmla="*/ 65178 w 205756"/>
                <a:gd name="connsiteY33" fmla="*/ 194711 h 220247"/>
                <a:gd name="connsiteX34" fmla="*/ 56232 w 205756"/>
                <a:gd name="connsiteY34" fmla="*/ 210033 h 220247"/>
                <a:gd name="connsiteX35" fmla="*/ 58788 w 205756"/>
                <a:gd name="connsiteY35" fmla="*/ 218971 h 220247"/>
                <a:gd name="connsiteX36" fmla="*/ 67734 w 205756"/>
                <a:gd name="connsiteY36" fmla="*/ 216417 h 220247"/>
                <a:gd name="connsiteX37" fmla="*/ 67734 w 205756"/>
                <a:gd name="connsiteY37" fmla="*/ 216417 h 220247"/>
                <a:gd name="connsiteX38" fmla="*/ 74763 w 205756"/>
                <a:gd name="connsiteY38" fmla="*/ 204287 h 220247"/>
                <a:gd name="connsiteX39" fmla="*/ 88181 w 205756"/>
                <a:gd name="connsiteY39" fmla="*/ 204287 h 220247"/>
                <a:gd name="connsiteX40" fmla="*/ 88181 w 205756"/>
                <a:gd name="connsiteY40" fmla="*/ 213225 h 220247"/>
                <a:gd name="connsiteX41" fmla="*/ 94571 w 205756"/>
                <a:gd name="connsiteY41" fmla="*/ 219609 h 220247"/>
                <a:gd name="connsiteX42" fmla="*/ 100961 w 205756"/>
                <a:gd name="connsiteY42" fmla="*/ 213225 h 220247"/>
                <a:gd name="connsiteX43" fmla="*/ 100961 w 205756"/>
                <a:gd name="connsiteY43" fmla="*/ 204926 h 220247"/>
                <a:gd name="connsiteX44" fmla="*/ 115019 w 205756"/>
                <a:gd name="connsiteY44" fmla="*/ 204926 h 220247"/>
                <a:gd name="connsiteX45" fmla="*/ 121409 w 205756"/>
                <a:gd name="connsiteY45" fmla="*/ 217055 h 220247"/>
                <a:gd name="connsiteX46" fmla="*/ 127160 w 205756"/>
                <a:gd name="connsiteY46" fmla="*/ 220247 h 220247"/>
                <a:gd name="connsiteX47" fmla="*/ 129716 w 205756"/>
                <a:gd name="connsiteY47" fmla="*/ 219609 h 220247"/>
                <a:gd name="connsiteX48" fmla="*/ 132272 w 205756"/>
                <a:gd name="connsiteY48" fmla="*/ 211310 h 220247"/>
                <a:gd name="connsiteX49" fmla="*/ 124604 w 205756"/>
                <a:gd name="connsiteY49" fmla="*/ 195988 h 220247"/>
                <a:gd name="connsiteX50" fmla="*/ 118853 w 205756"/>
                <a:gd name="connsiteY50" fmla="*/ 192796 h 220247"/>
                <a:gd name="connsiteX51" fmla="*/ 100961 w 205756"/>
                <a:gd name="connsiteY51" fmla="*/ 192796 h 220247"/>
                <a:gd name="connsiteX52" fmla="*/ 100961 w 205756"/>
                <a:gd name="connsiteY52" fmla="*/ 173644 h 220247"/>
                <a:gd name="connsiteX53" fmla="*/ 126521 w 205756"/>
                <a:gd name="connsiteY53" fmla="*/ 173644 h 220247"/>
                <a:gd name="connsiteX54" fmla="*/ 132911 w 205756"/>
                <a:gd name="connsiteY54" fmla="*/ 167260 h 220247"/>
                <a:gd name="connsiteX55" fmla="*/ 126521 w 205756"/>
                <a:gd name="connsiteY55" fmla="*/ 160876 h 220247"/>
                <a:gd name="connsiteX56" fmla="*/ 104795 w 205756"/>
                <a:gd name="connsiteY56" fmla="*/ 160876 h 220247"/>
                <a:gd name="connsiteX57" fmla="*/ 116297 w 205756"/>
                <a:gd name="connsiteY57" fmla="*/ 127041 h 220247"/>
                <a:gd name="connsiteX58" fmla="*/ 115658 w 205756"/>
                <a:gd name="connsiteY58" fmla="*/ 121296 h 220247"/>
                <a:gd name="connsiteX59" fmla="*/ 110546 w 205756"/>
                <a:gd name="connsiteY59" fmla="*/ 118742 h 220247"/>
                <a:gd name="connsiteX60" fmla="*/ 56871 w 205756"/>
                <a:gd name="connsiteY60" fmla="*/ 118742 h 220247"/>
                <a:gd name="connsiteX61" fmla="*/ 55593 w 205756"/>
                <a:gd name="connsiteY61" fmla="*/ 118742 h 220247"/>
                <a:gd name="connsiteX62" fmla="*/ 49842 w 205756"/>
                <a:gd name="connsiteY62" fmla="*/ 100867 h 220247"/>
                <a:gd name="connsiteX63" fmla="*/ 192977 w 205756"/>
                <a:gd name="connsiteY63" fmla="*/ 100867 h 220247"/>
                <a:gd name="connsiteX64" fmla="*/ 192977 w 205756"/>
                <a:gd name="connsiteY64" fmla="*/ 197903 h 220247"/>
                <a:gd name="connsiteX65" fmla="*/ 199367 w 205756"/>
                <a:gd name="connsiteY65" fmla="*/ 204287 h 220247"/>
                <a:gd name="connsiteX66" fmla="*/ 205756 w 205756"/>
                <a:gd name="connsiteY66" fmla="*/ 197903 h 220247"/>
                <a:gd name="connsiteX67" fmla="*/ 205756 w 205756"/>
                <a:gd name="connsiteY67" fmla="*/ 94483 h 220247"/>
                <a:gd name="connsiteX68" fmla="*/ 199367 w 205756"/>
                <a:gd name="connsiteY68" fmla="*/ 88099 h 220247"/>
                <a:gd name="connsiteX69" fmla="*/ 197449 w 205756"/>
                <a:gd name="connsiteY69" fmla="*/ 87461 h 220247"/>
                <a:gd name="connsiteX70" fmla="*/ 92015 w 205756"/>
                <a:gd name="connsiteY70" fmla="*/ 12768 h 220247"/>
                <a:gd name="connsiteX71" fmla="*/ 175084 w 205756"/>
                <a:gd name="connsiteY71" fmla="*/ 12768 h 220247"/>
                <a:gd name="connsiteX72" fmla="*/ 175084 w 205756"/>
                <a:gd name="connsiteY72" fmla="*/ 56817 h 220247"/>
                <a:gd name="connsiteX73" fmla="*/ 92015 w 205756"/>
                <a:gd name="connsiteY73" fmla="*/ 56817 h 220247"/>
                <a:gd name="connsiteX74" fmla="*/ 92015 w 205756"/>
                <a:gd name="connsiteY74" fmla="*/ 12768 h 220247"/>
                <a:gd name="connsiteX75" fmla="*/ 124604 w 205756"/>
                <a:gd name="connsiteY75" fmla="*/ 79800 h 220247"/>
                <a:gd name="connsiteX76" fmla="*/ 124604 w 205756"/>
                <a:gd name="connsiteY76" fmla="*/ 70862 h 220247"/>
                <a:gd name="connsiteX77" fmla="*/ 142496 w 205756"/>
                <a:gd name="connsiteY77" fmla="*/ 70862 h 220247"/>
                <a:gd name="connsiteX78" fmla="*/ 142496 w 205756"/>
                <a:gd name="connsiteY78" fmla="*/ 80438 h 220247"/>
                <a:gd name="connsiteX79" fmla="*/ 124604 w 205756"/>
                <a:gd name="connsiteY79" fmla="*/ 79800 h 220247"/>
                <a:gd name="connsiteX80" fmla="*/ 99684 w 205756"/>
                <a:gd name="connsiteY80" fmla="*/ 130233 h 220247"/>
                <a:gd name="connsiteX81" fmla="*/ 89459 w 205756"/>
                <a:gd name="connsiteY81" fmla="*/ 159600 h 220247"/>
                <a:gd name="connsiteX82" fmla="*/ 66456 w 205756"/>
                <a:gd name="connsiteY82" fmla="*/ 159600 h 220247"/>
                <a:gd name="connsiteX83" fmla="*/ 57509 w 205756"/>
                <a:gd name="connsiteY83" fmla="*/ 130233 h 220247"/>
                <a:gd name="connsiteX84" fmla="*/ 99684 w 205756"/>
                <a:gd name="connsiteY84" fmla="*/ 130233 h 2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05756" h="220247">
                  <a:moveTo>
                    <a:pt x="197449" y="87461"/>
                  </a:moveTo>
                  <a:lnTo>
                    <a:pt x="155276" y="87461"/>
                  </a:lnTo>
                  <a:cubicBezTo>
                    <a:pt x="155276" y="86822"/>
                    <a:pt x="155276" y="86822"/>
                    <a:pt x="155276" y="86184"/>
                  </a:cubicBezTo>
                  <a:lnTo>
                    <a:pt x="155276" y="69585"/>
                  </a:lnTo>
                  <a:lnTo>
                    <a:pt x="181474" y="69585"/>
                  </a:lnTo>
                  <a:cubicBezTo>
                    <a:pt x="185308" y="69585"/>
                    <a:pt x="187864" y="67032"/>
                    <a:pt x="187864" y="63201"/>
                  </a:cubicBezTo>
                  <a:lnTo>
                    <a:pt x="187864" y="6384"/>
                  </a:lnTo>
                  <a:cubicBezTo>
                    <a:pt x="187864" y="2554"/>
                    <a:pt x="185308" y="0"/>
                    <a:pt x="181474" y="0"/>
                  </a:cubicBezTo>
                  <a:lnTo>
                    <a:pt x="85625" y="0"/>
                  </a:lnTo>
                  <a:cubicBezTo>
                    <a:pt x="81792" y="0"/>
                    <a:pt x="79235" y="2554"/>
                    <a:pt x="79235" y="6384"/>
                  </a:cubicBezTo>
                  <a:lnTo>
                    <a:pt x="79235" y="63201"/>
                  </a:lnTo>
                  <a:cubicBezTo>
                    <a:pt x="79235" y="67032"/>
                    <a:pt x="81792" y="69585"/>
                    <a:pt x="85625" y="69585"/>
                  </a:cubicBezTo>
                  <a:lnTo>
                    <a:pt x="111824" y="69585"/>
                  </a:lnTo>
                  <a:lnTo>
                    <a:pt x="111824" y="86184"/>
                  </a:lnTo>
                  <a:cubicBezTo>
                    <a:pt x="111824" y="86184"/>
                    <a:pt x="111824" y="86822"/>
                    <a:pt x="111824" y="86822"/>
                  </a:cubicBezTo>
                  <a:lnTo>
                    <a:pt x="44730" y="86822"/>
                  </a:lnTo>
                  <a:lnTo>
                    <a:pt x="36423" y="59371"/>
                  </a:lnTo>
                  <a:cubicBezTo>
                    <a:pt x="35145" y="56179"/>
                    <a:pt x="31950" y="54264"/>
                    <a:pt x="28116" y="55541"/>
                  </a:cubicBezTo>
                  <a:cubicBezTo>
                    <a:pt x="24921" y="56817"/>
                    <a:pt x="23004" y="60009"/>
                    <a:pt x="24282" y="63201"/>
                  </a:cubicBezTo>
                  <a:lnTo>
                    <a:pt x="31950" y="86822"/>
                  </a:lnTo>
                  <a:lnTo>
                    <a:pt x="6390" y="86822"/>
                  </a:lnTo>
                  <a:cubicBezTo>
                    <a:pt x="4473" y="86822"/>
                    <a:pt x="3195" y="87461"/>
                    <a:pt x="1917" y="88737"/>
                  </a:cubicBezTo>
                  <a:cubicBezTo>
                    <a:pt x="640" y="90014"/>
                    <a:pt x="0" y="91291"/>
                    <a:pt x="0" y="93206"/>
                  </a:cubicBezTo>
                  <a:lnTo>
                    <a:pt x="0" y="196627"/>
                  </a:lnTo>
                  <a:cubicBezTo>
                    <a:pt x="0" y="200457"/>
                    <a:pt x="2556" y="203011"/>
                    <a:pt x="6390" y="203011"/>
                  </a:cubicBezTo>
                  <a:cubicBezTo>
                    <a:pt x="10225" y="203011"/>
                    <a:pt x="12780" y="200457"/>
                    <a:pt x="12780" y="196627"/>
                  </a:cubicBezTo>
                  <a:lnTo>
                    <a:pt x="12780" y="99590"/>
                  </a:lnTo>
                  <a:lnTo>
                    <a:pt x="35784" y="99590"/>
                  </a:lnTo>
                  <a:lnTo>
                    <a:pt x="56871" y="167899"/>
                  </a:lnTo>
                  <a:cubicBezTo>
                    <a:pt x="57509" y="170452"/>
                    <a:pt x="60066" y="172368"/>
                    <a:pt x="63261" y="172368"/>
                  </a:cubicBezTo>
                  <a:lnTo>
                    <a:pt x="88181" y="172368"/>
                  </a:lnTo>
                  <a:lnTo>
                    <a:pt x="88181" y="191519"/>
                  </a:lnTo>
                  <a:lnTo>
                    <a:pt x="70929" y="191519"/>
                  </a:lnTo>
                  <a:cubicBezTo>
                    <a:pt x="68373" y="191519"/>
                    <a:pt x="66456" y="192796"/>
                    <a:pt x="65178" y="194711"/>
                  </a:cubicBezTo>
                  <a:lnTo>
                    <a:pt x="56232" y="210033"/>
                  </a:lnTo>
                  <a:cubicBezTo>
                    <a:pt x="54314" y="213225"/>
                    <a:pt x="55593" y="217055"/>
                    <a:pt x="58788" y="218971"/>
                  </a:cubicBezTo>
                  <a:cubicBezTo>
                    <a:pt x="61983" y="220886"/>
                    <a:pt x="65817" y="219609"/>
                    <a:pt x="67734" y="216417"/>
                  </a:cubicBezTo>
                  <a:cubicBezTo>
                    <a:pt x="67734" y="216417"/>
                    <a:pt x="67734" y="216417"/>
                    <a:pt x="67734" y="216417"/>
                  </a:cubicBezTo>
                  <a:lnTo>
                    <a:pt x="74763" y="204287"/>
                  </a:lnTo>
                  <a:lnTo>
                    <a:pt x="88181" y="204287"/>
                  </a:lnTo>
                  <a:lnTo>
                    <a:pt x="88181" y="213225"/>
                  </a:lnTo>
                  <a:cubicBezTo>
                    <a:pt x="88181" y="217055"/>
                    <a:pt x="90738" y="219609"/>
                    <a:pt x="94571" y="219609"/>
                  </a:cubicBezTo>
                  <a:cubicBezTo>
                    <a:pt x="98405" y="219609"/>
                    <a:pt x="100961" y="217055"/>
                    <a:pt x="100961" y="213225"/>
                  </a:cubicBezTo>
                  <a:lnTo>
                    <a:pt x="100961" y="204926"/>
                  </a:lnTo>
                  <a:lnTo>
                    <a:pt x="115019" y="204926"/>
                  </a:lnTo>
                  <a:lnTo>
                    <a:pt x="121409" y="217055"/>
                  </a:lnTo>
                  <a:cubicBezTo>
                    <a:pt x="122687" y="218971"/>
                    <a:pt x="124604" y="220247"/>
                    <a:pt x="127160" y="220247"/>
                  </a:cubicBezTo>
                  <a:cubicBezTo>
                    <a:pt x="128438" y="220247"/>
                    <a:pt x="129077" y="220247"/>
                    <a:pt x="129716" y="219609"/>
                  </a:cubicBezTo>
                  <a:cubicBezTo>
                    <a:pt x="132911" y="218332"/>
                    <a:pt x="134189" y="214502"/>
                    <a:pt x="132272" y="211310"/>
                  </a:cubicBezTo>
                  <a:lnTo>
                    <a:pt x="124604" y="195988"/>
                  </a:lnTo>
                  <a:cubicBezTo>
                    <a:pt x="123326" y="194073"/>
                    <a:pt x="121409" y="192796"/>
                    <a:pt x="118853" y="192796"/>
                  </a:cubicBezTo>
                  <a:lnTo>
                    <a:pt x="100961" y="192796"/>
                  </a:lnTo>
                  <a:lnTo>
                    <a:pt x="100961" y="173644"/>
                  </a:lnTo>
                  <a:lnTo>
                    <a:pt x="126521" y="173644"/>
                  </a:lnTo>
                  <a:cubicBezTo>
                    <a:pt x="130355" y="173644"/>
                    <a:pt x="132911" y="171091"/>
                    <a:pt x="132911" y="167260"/>
                  </a:cubicBezTo>
                  <a:cubicBezTo>
                    <a:pt x="132911" y="163430"/>
                    <a:pt x="130355" y="160876"/>
                    <a:pt x="126521" y="160876"/>
                  </a:cubicBezTo>
                  <a:lnTo>
                    <a:pt x="104795" y="160876"/>
                  </a:lnTo>
                  <a:lnTo>
                    <a:pt x="116297" y="127041"/>
                  </a:lnTo>
                  <a:cubicBezTo>
                    <a:pt x="116936" y="125126"/>
                    <a:pt x="116936" y="123211"/>
                    <a:pt x="115658" y="121296"/>
                  </a:cubicBezTo>
                  <a:cubicBezTo>
                    <a:pt x="114380" y="119381"/>
                    <a:pt x="112464" y="118742"/>
                    <a:pt x="110546" y="118742"/>
                  </a:cubicBezTo>
                  <a:lnTo>
                    <a:pt x="56871" y="118742"/>
                  </a:lnTo>
                  <a:cubicBezTo>
                    <a:pt x="56232" y="118742"/>
                    <a:pt x="56232" y="118742"/>
                    <a:pt x="55593" y="118742"/>
                  </a:cubicBezTo>
                  <a:lnTo>
                    <a:pt x="49842" y="100867"/>
                  </a:lnTo>
                  <a:lnTo>
                    <a:pt x="192977" y="100867"/>
                  </a:lnTo>
                  <a:lnTo>
                    <a:pt x="192977" y="197903"/>
                  </a:lnTo>
                  <a:cubicBezTo>
                    <a:pt x="192977" y="201734"/>
                    <a:pt x="195533" y="204287"/>
                    <a:pt x="199367" y="204287"/>
                  </a:cubicBezTo>
                  <a:cubicBezTo>
                    <a:pt x="203200" y="204287"/>
                    <a:pt x="205756" y="201734"/>
                    <a:pt x="205756" y="197903"/>
                  </a:cubicBezTo>
                  <a:lnTo>
                    <a:pt x="205756" y="94483"/>
                  </a:lnTo>
                  <a:cubicBezTo>
                    <a:pt x="205756" y="90653"/>
                    <a:pt x="203200" y="88099"/>
                    <a:pt x="199367" y="88099"/>
                  </a:cubicBezTo>
                  <a:cubicBezTo>
                    <a:pt x="198088" y="87461"/>
                    <a:pt x="198088" y="87461"/>
                    <a:pt x="197449" y="87461"/>
                  </a:cubicBezTo>
                  <a:close/>
                  <a:moveTo>
                    <a:pt x="92015" y="12768"/>
                  </a:moveTo>
                  <a:lnTo>
                    <a:pt x="175084" y="12768"/>
                  </a:lnTo>
                  <a:lnTo>
                    <a:pt x="175084" y="56817"/>
                  </a:lnTo>
                  <a:lnTo>
                    <a:pt x="92015" y="56817"/>
                  </a:lnTo>
                  <a:lnTo>
                    <a:pt x="92015" y="12768"/>
                  </a:lnTo>
                  <a:close/>
                  <a:moveTo>
                    <a:pt x="124604" y="79800"/>
                  </a:moveTo>
                  <a:lnTo>
                    <a:pt x="124604" y="70862"/>
                  </a:lnTo>
                  <a:lnTo>
                    <a:pt x="142496" y="70862"/>
                  </a:lnTo>
                  <a:lnTo>
                    <a:pt x="142496" y="80438"/>
                  </a:lnTo>
                  <a:lnTo>
                    <a:pt x="124604" y="79800"/>
                  </a:lnTo>
                  <a:close/>
                  <a:moveTo>
                    <a:pt x="99684" y="130233"/>
                  </a:moveTo>
                  <a:lnTo>
                    <a:pt x="89459" y="159600"/>
                  </a:lnTo>
                  <a:lnTo>
                    <a:pt x="66456" y="159600"/>
                  </a:lnTo>
                  <a:lnTo>
                    <a:pt x="57509" y="130233"/>
                  </a:lnTo>
                  <a:lnTo>
                    <a:pt x="99684" y="130233"/>
                  </a:lnTo>
                  <a:close/>
                </a:path>
              </a:pathLst>
            </a:custGeom>
            <a:solidFill>
              <a:srgbClr val="007680"/>
            </a:solidFill>
            <a:ln w="6390" cap="flat">
              <a:noFill/>
              <a:prstDash val="solid"/>
              <a:miter/>
            </a:ln>
          </p:spPr>
          <p:txBody>
            <a:bodyPr rtlCol="0" anchor="ctr"/>
            <a:lstStyle/>
            <a:p>
              <a:endParaRPr lang="en-US"/>
            </a:p>
          </p:txBody>
        </p:sp>
      </p:grpSp>
      <p:grpSp>
        <p:nvGrpSpPr>
          <p:cNvPr id="658" name="Graphic 5">
            <a:extLst>
              <a:ext uri="{FF2B5EF4-FFF2-40B4-BE49-F238E27FC236}">
                <a16:creationId xmlns:a16="http://schemas.microsoft.com/office/drawing/2014/main" id="{4BAB8E98-FCB3-CF43-A38C-1B89B63FC510}"/>
              </a:ext>
            </a:extLst>
          </p:cNvPr>
          <p:cNvGrpSpPr/>
          <p:nvPr/>
        </p:nvGrpSpPr>
        <p:grpSpPr>
          <a:xfrm>
            <a:off x="10935099" y="2856356"/>
            <a:ext cx="362309" cy="361971"/>
            <a:chOff x="10935099" y="2856356"/>
            <a:chExt cx="362309" cy="361971"/>
          </a:xfrm>
          <a:solidFill>
            <a:srgbClr val="007680"/>
          </a:solidFill>
        </p:grpSpPr>
        <p:sp>
          <p:nvSpPr>
            <p:cNvPr id="659" name="Graphic 5">
              <a:extLst>
                <a:ext uri="{FF2B5EF4-FFF2-40B4-BE49-F238E27FC236}">
                  <a16:creationId xmlns:a16="http://schemas.microsoft.com/office/drawing/2014/main" id="{2A6DFCAB-D9AC-944A-A675-ABE9EAFD1B46}"/>
                </a:ext>
              </a:extLst>
            </p:cNvPr>
            <p:cNvSpPr/>
            <p:nvPr/>
          </p:nvSpPr>
          <p:spPr>
            <a:xfrm>
              <a:off x="10935099" y="2856356"/>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1305"/>
                  </a:cubicBezTo>
                  <a:cubicBezTo>
                    <a:pt x="0" y="281534"/>
                    <a:pt x="81152" y="361972"/>
                    <a:pt x="181474" y="361972"/>
                  </a:cubicBezTo>
                  <a:cubicBezTo>
                    <a:pt x="281796" y="361972"/>
                    <a:pt x="362309" y="280895"/>
                    <a:pt x="362309" y="180667"/>
                  </a:cubicBezTo>
                  <a:cubicBezTo>
                    <a:pt x="362309" y="81077"/>
                    <a:pt x="281157" y="0"/>
                    <a:pt x="180835" y="0"/>
                  </a:cubicBezTo>
                  <a:cubicBezTo>
                    <a:pt x="181474" y="0"/>
                    <a:pt x="180835" y="0"/>
                    <a:pt x="180835" y="0"/>
                  </a:cubicBezTo>
                  <a:close/>
                  <a:moveTo>
                    <a:pt x="180835" y="349204"/>
                  </a:moveTo>
                  <a:cubicBezTo>
                    <a:pt x="87542" y="349204"/>
                    <a:pt x="12780" y="273873"/>
                    <a:pt x="12780" y="180667"/>
                  </a:cubicBezTo>
                  <a:cubicBezTo>
                    <a:pt x="12780" y="87461"/>
                    <a:pt x="88181" y="12768"/>
                    <a:pt x="181474" y="12768"/>
                  </a:cubicBezTo>
                  <a:cubicBezTo>
                    <a:pt x="274128" y="12768"/>
                    <a:pt x="349529" y="88099"/>
                    <a:pt x="349529" y="180667"/>
                  </a:cubicBezTo>
                  <a:cubicBezTo>
                    <a:pt x="349529" y="273873"/>
                    <a:pt x="274128"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660" name="Graphic 5">
              <a:extLst>
                <a:ext uri="{FF2B5EF4-FFF2-40B4-BE49-F238E27FC236}">
                  <a16:creationId xmlns:a16="http://schemas.microsoft.com/office/drawing/2014/main" id="{48951604-72DC-A848-8C04-05385467FD71}"/>
                </a:ext>
              </a:extLst>
            </p:cNvPr>
            <p:cNvSpPr/>
            <p:nvPr/>
          </p:nvSpPr>
          <p:spPr>
            <a:xfrm>
              <a:off x="11017588" y="2938709"/>
              <a:ext cx="197389" cy="195988"/>
            </a:xfrm>
            <a:custGeom>
              <a:avLst/>
              <a:gdLst>
                <a:gd name="connsiteX0" fmla="*/ 191000 w 197389"/>
                <a:gd name="connsiteY0" fmla="*/ 148108 h 195988"/>
                <a:gd name="connsiteX1" fmla="*/ 148826 w 197389"/>
                <a:gd name="connsiteY1" fmla="*/ 114912 h 195988"/>
                <a:gd name="connsiteX2" fmla="*/ 143714 w 197389"/>
                <a:gd name="connsiteY2" fmla="*/ 116827 h 195988"/>
                <a:gd name="connsiteX3" fmla="*/ 126461 w 197389"/>
                <a:gd name="connsiteY3" fmla="*/ 134064 h 195988"/>
                <a:gd name="connsiteX4" fmla="*/ 117515 w 197389"/>
                <a:gd name="connsiteY4" fmla="*/ 128318 h 195988"/>
                <a:gd name="connsiteX5" fmla="*/ 90039 w 197389"/>
                <a:gd name="connsiteY5" fmla="*/ 106612 h 195988"/>
                <a:gd name="connsiteX6" fmla="*/ 68313 w 197389"/>
                <a:gd name="connsiteY6" fmla="*/ 79161 h 195988"/>
                <a:gd name="connsiteX7" fmla="*/ 62562 w 197389"/>
                <a:gd name="connsiteY7" fmla="*/ 70224 h 195988"/>
                <a:gd name="connsiteX8" fmla="*/ 79815 w 197389"/>
                <a:gd name="connsiteY8" fmla="*/ 52987 h 195988"/>
                <a:gd name="connsiteX9" fmla="*/ 81732 w 197389"/>
                <a:gd name="connsiteY9" fmla="*/ 47241 h 195988"/>
                <a:gd name="connsiteX10" fmla="*/ 48505 w 197389"/>
                <a:gd name="connsiteY10" fmla="*/ 5107 h 195988"/>
                <a:gd name="connsiteX11" fmla="*/ 29974 w 197389"/>
                <a:gd name="connsiteY11" fmla="*/ 0 h 195988"/>
                <a:gd name="connsiteX12" fmla="*/ 29974 w 197389"/>
                <a:gd name="connsiteY12" fmla="*/ 0 h 195988"/>
                <a:gd name="connsiteX13" fmla="*/ 11443 w 197389"/>
                <a:gd name="connsiteY13" fmla="*/ 15322 h 195988"/>
                <a:gd name="connsiteX14" fmla="*/ 9525 w 197389"/>
                <a:gd name="connsiteY14" fmla="*/ 17237 h 195988"/>
                <a:gd name="connsiteX15" fmla="*/ 1219 w 197389"/>
                <a:gd name="connsiteY15" fmla="*/ 44688 h 195988"/>
                <a:gd name="connsiteX16" fmla="*/ 152021 w 197389"/>
                <a:gd name="connsiteY16" fmla="*/ 194711 h 195988"/>
                <a:gd name="connsiteX17" fmla="*/ 160967 w 197389"/>
                <a:gd name="connsiteY17" fmla="*/ 195988 h 195988"/>
                <a:gd name="connsiteX18" fmla="*/ 180137 w 197389"/>
                <a:gd name="connsiteY18" fmla="*/ 186412 h 195988"/>
                <a:gd name="connsiteX19" fmla="*/ 182054 w 197389"/>
                <a:gd name="connsiteY19" fmla="*/ 184497 h 195988"/>
                <a:gd name="connsiteX20" fmla="*/ 197390 w 197389"/>
                <a:gd name="connsiteY20" fmla="*/ 165984 h 195988"/>
                <a:gd name="connsiteX21" fmla="*/ 197390 w 197389"/>
                <a:gd name="connsiteY21" fmla="*/ 165984 h 195988"/>
                <a:gd name="connsiteX22" fmla="*/ 191000 w 197389"/>
                <a:gd name="connsiteY22" fmla="*/ 148108 h 195988"/>
                <a:gd name="connsiteX23" fmla="*/ 172469 w 197389"/>
                <a:gd name="connsiteY23" fmla="*/ 176198 h 195988"/>
                <a:gd name="connsiteX24" fmla="*/ 170552 w 197389"/>
                <a:gd name="connsiteY24" fmla="*/ 178113 h 195988"/>
                <a:gd name="connsiteX25" fmla="*/ 154577 w 197389"/>
                <a:gd name="connsiteY25" fmla="*/ 182582 h 195988"/>
                <a:gd name="connsiteX26" fmla="*/ 153939 w 197389"/>
                <a:gd name="connsiteY26" fmla="*/ 182582 h 195988"/>
                <a:gd name="connsiteX27" fmla="*/ 14638 w 197389"/>
                <a:gd name="connsiteY27" fmla="*/ 43411 h 195988"/>
                <a:gd name="connsiteX28" fmla="*/ 14638 w 197389"/>
                <a:gd name="connsiteY28" fmla="*/ 42773 h 195988"/>
                <a:gd name="connsiteX29" fmla="*/ 19110 w 197389"/>
                <a:gd name="connsiteY29" fmla="*/ 26813 h 195988"/>
                <a:gd name="connsiteX30" fmla="*/ 21028 w 197389"/>
                <a:gd name="connsiteY30" fmla="*/ 24259 h 195988"/>
                <a:gd name="connsiteX31" fmla="*/ 33169 w 197389"/>
                <a:gd name="connsiteY31" fmla="*/ 13406 h 195988"/>
                <a:gd name="connsiteX32" fmla="*/ 69591 w 197389"/>
                <a:gd name="connsiteY32" fmla="*/ 46603 h 195988"/>
                <a:gd name="connsiteX33" fmla="*/ 51060 w 197389"/>
                <a:gd name="connsiteY33" fmla="*/ 65117 h 195988"/>
                <a:gd name="connsiteX34" fmla="*/ 50421 w 197389"/>
                <a:gd name="connsiteY34" fmla="*/ 73416 h 195988"/>
                <a:gd name="connsiteX35" fmla="*/ 58728 w 197389"/>
                <a:gd name="connsiteY35" fmla="*/ 86184 h 195988"/>
                <a:gd name="connsiteX36" fmla="*/ 111764 w 197389"/>
                <a:gd name="connsiteY36" fmla="*/ 139171 h 195988"/>
                <a:gd name="connsiteX37" fmla="*/ 124544 w 197389"/>
                <a:gd name="connsiteY37" fmla="*/ 147470 h 195988"/>
                <a:gd name="connsiteX38" fmla="*/ 132851 w 197389"/>
                <a:gd name="connsiteY38" fmla="*/ 146832 h 195988"/>
                <a:gd name="connsiteX39" fmla="*/ 151382 w 197389"/>
                <a:gd name="connsiteY39" fmla="*/ 128318 h 195988"/>
                <a:gd name="connsiteX40" fmla="*/ 184610 w 197389"/>
                <a:gd name="connsiteY40" fmla="*/ 164707 h 195988"/>
                <a:gd name="connsiteX41" fmla="*/ 172469 w 197389"/>
                <a:gd name="connsiteY41" fmla="*/ 176198 h 195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97389" h="195988">
                  <a:moveTo>
                    <a:pt x="191000" y="148108"/>
                  </a:moveTo>
                  <a:cubicBezTo>
                    <a:pt x="185888" y="137256"/>
                    <a:pt x="173108" y="118104"/>
                    <a:pt x="148826" y="114912"/>
                  </a:cubicBezTo>
                  <a:cubicBezTo>
                    <a:pt x="146909" y="114912"/>
                    <a:pt x="144992" y="115550"/>
                    <a:pt x="143714" y="116827"/>
                  </a:cubicBezTo>
                  <a:lnTo>
                    <a:pt x="126461" y="134064"/>
                  </a:lnTo>
                  <a:cubicBezTo>
                    <a:pt x="123267" y="132148"/>
                    <a:pt x="120072" y="130233"/>
                    <a:pt x="117515" y="128318"/>
                  </a:cubicBezTo>
                  <a:cubicBezTo>
                    <a:pt x="107292" y="122572"/>
                    <a:pt x="98346" y="114912"/>
                    <a:pt x="90039" y="106612"/>
                  </a:cubicBezTo>
                  <a:cubicBezTo>
                    <a:pt x="81732" y="98952"/>
                    <a:pt x="74064" y="89376"/>
                    <a:pt x="68313" y="79161"/>
                  </a:cubicBezTo>
                  <a:cubicBezTo>
                    <a:pt x="67035" y="76608"/>
                    <a:pt x="65118" y="73416"/>
                    <a:pt x="62562" y="70224"/>
                  </a:cubicBezTo>
                  <a:lnTo>
                    <a:pt x="79815" y="52987"/>
                  </a:lnTo>
                  <a:cubicBezTo>
                    <a:pt x="81093" y="51710"/>
                    <a:pt x="81732" y="49795"/>
                    <a:pt x="81732" y="47241"/>
                  </a:cubicBezTo>
                  <a:cubicBezTo>
                    <a:pt x="77898" y="23621"/>
                    <a:pt x="59367" y="10853"/>
                    <a:pt x="48505" y="5107"/>
                  </a:cubicBezTo>
                  <a:cubicBezTo>
                    <a:pt x="42753" y="1915"/>
                    <a:pt x="36364" y="0"/>
                    <a:pt x="29974" y="0"/>
                  </a:cubicBezTo>
                  <a:lnTo>
                    <a:pt x="29974" y="0"/>
                  </a:lnTo>
                  <a:cubicBezTo>
                    <a:pt x="22945" y="3830"/>
                    <a:pt x="16555" y="8938"/>
                    <a:pt x="11443" y="15322"/>
                  </a:cubicBezTo>
                  <a:lnTo>
                    <a:pt x="9525" y="17237"/>
                  </a:lnTo>
                  <a:cubicBezTo>
                    <a:pt x="1219" y="23621"/>
                    <a:pt x="-1976" y="35112"/>
                    <a:pt x="1219" y="44688"/>
                  </a:cubicBezTo>
                  <a:cubicBezTo>
                    <a:pt x="15915" y="120657"/>
                    <a:pt x="75981" y="180028"/>
                    <a:pt x="152021" y="194711"/>
                  </a:cubicBezTo>
                  <a:cubicBezTo>
                    <a:pt x="154577" y="195350"/>
                    <a:pt x="157772" y="195988"/>
                    <a:pt x="160967" y="195988"/>
                  </a:cubicBezTo>
                  <a:cubicBezTo>
                    <a:pt x="168635" y="195988"/>
                    <a:pt x="175664" y="192796"/>
                    <a:pt x="180137" y="186412"/>
                  </a:cubicBezTo>
                  <a:lnTo>
                    <a:pt x="182054" y="184497"/>
                  </a:lnTo>
                  <a:cubicBezTo>
                    <a:pt x="188444" y="179390"/>
                    <a:pt x="193556" y="173006"/>
                    <a:pt x="197390" y="165984"/>
                  </a:cubicBezTo>
                  <a:lnTo>
                    <a:pt x="197390" y="165984"/>
                  </a:lnTo>
                  <a:cubicBezTo>
                    <a:pt x="196751" y="160238"/>
                    <a:pt x="194834" y="153854"/>
                    <a:pt x="191000" y="148108"/>
                  </a:cubicBezTo>
                  <a:close/>
                  <a:moveTo>
                    <a:pt x="172469" y="176198"/>
                  </a:moveTo>
                  <a:lnTo>
                    <a:pt x="170552" y="178113"/>
                  </a:lnTo>
                  <a:cubicBezTo>
                    <a:pt x="166718" y="183220"/>
                    <a:pt x="160328" y="185135"/>
                    <a:pt x="154577" y="182582"/>
                  </a:cubicBezTo>
                  <a:lnTo>
                    <a:pt x="153939" y="182582"/>
                  </a:lnTo>
                  <a:cubicBezTo>
                    <a:pt x="83649" y="168537"/>
                    <a:pt x="28695" y="113635"/>
                    <a:pt x="14638" y="43411"/>
                  </a:cubicBezTo>
                  <a:cubicBezTo>
                    <a:pt x="14638" y="43411"/>
                    <a:pt x="14638" y="42773"/>
                    <a:pt x="14638" y="42773"/>
                  </a:cubicBezTo>
                  <a:cubicBezTo>
                    <a:pt x="12081" y="37027"/>
                    <a:pt x="13999" y="30005"/>
                    <a:pt x="19110" y="26813"/>
                  </a:cubicBezTo>
                  <a:lnTo>
                    <a:pt x="21028" y="24259"/>
                  </a:lnTo>
                  <a:cubicBezTo>
                    <a:pt x="24861" y="20429"/>
                    <a:pt x="28695" y="16598"/>
                    <a:pt x="33169" y="13406"/>
                  </a:cubicBezTo>
                  <a:cubicBezTo>
                    <a:pt x="38920" y="15322"/>
                    <a:pt x="63840" y="23621"/>
                    <a:pt x="69591" y="46603"/>
                  </a:cubicBezTo>
                  <a:lnTo>
                    <a:pt x="51060" y="65117"/>
                  </a:lnTo>
                  <a:cubicBezTo>
                    <a:pt x="49143" y="67032"/>
                    <a:pt x="48505" y="70862"/>
                    <a:pt x="50421" y="73416"/>
                  </a:cubicBezTo>
                  <a:cubicBezTo>
                    <a:pt x="54255" y="78523"/>
                    <a:pt x="56172" y="82353"/>
                    <a:pt x="58728" y="86184"/>
                  </a:cubicBezTo>
                  <a:cubicBezTo>
                    <a:pt x="72147" y="107889"/>
                    <a:pt x="90039" y="125764"/>
                    <a:pt x="111764" y="139171"/>
                  </a:cubicBezTo>
                  <a:cubicBezTo>
                    <a:pt x="115599" y="141724"/>
                    <a:pt x="119433" y="143640"/>
                    <a:pt x="124544" y="147470"/>
                  </a:cubicBezTo>
                  <a:cubicBezTo>
                    <a:pt x="127100" y="149385"/>
                    <a:pt x="130295" y="148747"/>
                    <a:pt x="132851" y="146832"/>
                  </a:cubicBezTo>
                  <a:lnTo>
                    <a:pt x="151382" y="128318"/>
                  </a:lnTo>
                  <a:cubicBezTo>
                    <a:pt x="174386" y="134064"/>
                    <a:pt x="183332" y="158961"/>
                    <a:pt x="184610" y="164707"/>
                  </a:cubicBezTo>
                  <a:cubicBezTo>
                    <a:pt x="180776" y="169176"/>
                    <a:pt x="176942" y="173006"/>
                    <a:pt x="172469" y="176198"/>
                  </a:cubicBezTo>
                  <a:close/>
                </a:path>
              </a:pathLst>
            </a:custGeom>
            <a:solidFill>
              <a:srgbClr val="007680"/>
            </a:solidFill>
            <a:ln w="6390" cap="flat">
              <a:noFill/>
              <a:prstDash val="solid"/>
              <a:miter/>
            </a:ln>
          </p:spPr>
          <p:txBody>
            <a:bodyPr rtlCol="0" anchor="ctr"/>
            <a:lstStyle/>
            <a:p>
              <a:endParaRPr lang="en-US"/>
            </a:p>
          </p:txBody>
        </p:sp>
      </p:grpSp>
      <p:grpSp>
        <p:nvGrpSpPr>
          <p:cNvPr id="661" name="Graphic 5">
            <a:extLst>
              <a:ext uri="{FF2B5EF4-FFF2-40B4-BE49-F238E27FC236}">
                <a16:creationId xmlns:a16="http://schemas.microsoft.com/office/drawing/2014/main" id="{9560A6F4-6EF7-004C-A01D-A311720963CC}"/>
              </a:ext>
            </a:extLst>
          </p:cNvPr>
          <p:cNvGrpSpPr/>
          <p:nvPr/>
        </p:nvGrpSpPr>
        <p:grpSpPr>
          <a:xfrm>
            <a:off x="9887788" y="2856356"/>
            <a:ext cx="361674" cy="361971"/>
            <a:chOff x="9887788" y="2856356"/>
            <a:chExt cx="361674" cy="361971"/>
          </a:xfrm>
          <a:solidFill>
            <a:srgbClr val="007680"/>
          </a:solidFill>
        </p:grpSpPr>
        <p:sp>
          <p:nvSpPr>
            <p:cNvPr id="662" name="Graphic 5">
              <a:extLst>
                <a:ext uri="{FF2B5EF4-FFF2-40B4-BE49-F238E27FC236}">
                  <a16:creationId xmlns:a16="http://schemas.microsoft.com/office/drawing/2014/main" id="{BB6F695F-6F5C-E347-A736-196A2D7447C6}"/>
                </a:ext>
              </a:extLst>
            </p:cNvPr>
            <p:cNvSpPr/>
            <p:nvPr/>
          </p:nvSpPr>
          <p:spPr>
            <a:xfrm>
              <a:off x="9887788" y="2856356"/>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7"/>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2309" y="81077"/>
                    <a:pt x="281157" y="0"/>
                    <a:pt x="180835" y="0"/>
                  </a:cubicBezTo>
                  <a:cubicBezTo>
                    <a:pt x="180835" y="0"/>
                    <a:pt x="180835" y="0"/>
                    <a:pt x="180835" y="0"/>
                  </a:cubicBezTo>
                  <a:close/>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cubicBezTo>
                    <a:pt x="348890" y="180667"/>
                    <a:pt x="348890" y="180667"/>
                    <a:pt x="348890" y="180667"/>
                  </a:cubicBezTo>
                  <a:cubicBezTo>
                    <a:pt x="349529" y="273873"/>
                    <a:pt x="274128"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663" name="Graphic 5">
              <a:extLst>
                <a:ext uri="{FF2B5EF4-FFF2-40B4-BE49-F238E27FC236}">
                  <a16:creationId xmlns:a16="http://schemas.microsoft.com/office/drawing/2014/main" id="{45FEADE3-363F-8E47-8B4F-2D329358286F}"/>
                </a:ext>
              </a:extLst>
            </p:cNvPr>
            <p:cNvSpPr/>
            <p:nvPr/>
          </p:nvSpPr>
          <p:spPr>
            <a:xfrm>
              <a:off x="9948395" y="3014971"/>
              <a:ext cx="72809" cy="94665"/>
            </a:xfrm>
            <a:custGeom>
              <a:avLst/>
              <a:gdLst>
                <a:gd name="connsiteX0" fmla="*/ 41632 w 72809"/>
                <a:gd name="connsiteY0" fmla="*/ 61632 h 94665"/>
                <a:gd name="connsiteX1" fmla="*/ 72304 w 72809"/>
                <a:gd name="connsiteY1" fmla="*/ 21413 h 94665"/>
                <a:gd name="connsiteX2" fmla="*/ 5849 w 72809"/>
                <a:gd name="connsiteY2" fmla="*/ 984 h 94665"/>
                <a:gd name="connsiteX3" fmla="*/ 98 w 72809"/>
                <a:gd name="connsiteY3" fmla="*/ 8007 h 94665"/>
                <a:gd name="connsiteX4" fmla="*/ 7127 w 72809"/>
                <a:gd name="connsiteY4" fmla="*/ 13752 h 94665"/>
                <a:gd name="connsiteX5" fmla="*/ 7127 w 72809"/>
                <a:gd name="connsiteY5" fmla="*/ 13752 h 94665"/>
                <a:gd name="connsiteX6" fmla="*/ 59524 w 72809"/>
                <a:gd name="connsiteY6" fmla="*/ 24605 h 94665"/>
                <a:gd name="connsiteX7" fmla="*/ 35881 w 72809"/>
                <a:gd name="connsiteY7" fmla="*/ 50141 h 94665"/>
                <a:gd name="connsiteX8" fmla="*/ 19906 w 72809"/>
                <a:gd name="connsiteY8" fmla="*/ 68655 h 94665"/>
                <a:gd name="connsiteX9" fmla="*/ 35242 w 72809"/>
                <a:gd name="connsiteY9" fmla="*/ 93552 h 94665"/>
                <a:gd name="connsiteX10" fmla="*/ 44189 w 72809"/>
                <a:gd name="connsiteY10" fmla="*/ 92275 h 94665"/>
                <a:gd name="connsiteX11" fmla="*/ 42910 w 72809"/>
                <a:gd name="connsiteY11" fmla="*/ 83338 h 94665"/>
                <a:gd name="connsiteX12" fmla="*/ 33325 w 72809"/>
                <a:gd name="connsiteY12" fmla="*/ 69931 h 94665"/>
                <a:gd name="connsiteX13" fmla="*/ 41632 w 72809"/>
                <a:gd name="connsiteY13" fmla="*/ 61632 h 9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809" h="94665">
                  <a:moveTo>
                    <a:pt x="41632" y="61632"/>
                  </a:moveTo>
                  <a:cubicBezTo>
                    <a:pt x="63358" y="51418"/>
                    <a:pt x="75499" y="35458"/>
                    <a:pt x="72304" y="21413"/>
                  </a:cubicBezTo>
                  <a:cubicBezTo>
                    <a:pt x="69748" y="11837"/>
                    <a:pt x="57607" y="-4123"/>
                    <a:pt x="5849" y="984"/>
                  </a:cubicBezTo>
                  <a:cubicBezTo>
                    <a:pt x="2014" y="984"/>
                    <a:pt x="-541" y="4176"/>
                    <a:pt x="98" y="8007"/>
                  </a:cubicBezTo>
                  <a:cubicBezTo>
                    <a:pt x="98" y="11837"/>
                    <a:pt x="3293" y="14391"/>
                    <a:pt x="7127" y="13752"/>
                  </a:cubicBezTo>
                  <a:lnTo>
                    <a:pt x="7127" y="13752"/>
                  </a:lnTo>
                  <a:cubicBezTo>
                    <a:pt x="42910" y="10560"/>
                    <a:pt x="58246" y="17583"/>
                    <a:pt x="59524" y="24605"/>
                  </a:cubicBezTo>
                  <a:cubicBezTo>
                    <a:pt x="60802" y="31628"/>
                    <a:pt x="53773" y="41842"/>
                    <a:pt x="35881" y="50141"/>
                  </a:cubicBezTo>
                  <a:cubicBezTo>
                    <a:pt x="25658" y="54610"/>
                    <a:pt x="20545" y="60994"/>
                    <a:pt x="19906" y="68655"/>
                  </a:cubicBezTo>
                  <a:cubicBezTo>
                    <a:pt x="18629" y="82061"/>
                    <a:pt x="33325" y="92275"/>
                    <a:pt x="35242" y="93552"/>
                  </a:cubicBezTo>
                  <a:cubicBezTo>
                    <a:pt x="38437" y="95467"/>
                    <a:pt x="42271" y="94829"/>
                    <a:pt x="44189" y="92275"/>
                  </a:cubicBezTo>
                  <a:cubicBezTo>
                    <a:pt x="46105" y="89083"/>
                    <a:pt x="45466" y="85253"/>
                    <a:pt x="42910" y="83338"/>
                  </a:cubicBezTo>
                  <a:cubicBezTo>
                    <a:pt x="38437" y="80146"/>
                    <a:pt x="32686" y="74400"/>
                    <a:pt x="33325" y="69931"/>
                  </a:cubicBezTo>
                  <a:cubicBezTo>
                    <a:pt x="33964" y="65463"/>
                    <a:pt x="38437" y="62909"/>
                    <a:pt x="41632" y="61632"/>
                  </a:cubicBezTo>
                  <a:close/>
                </a:path>
              </a:pathLst>
            </a:custGeom>
            <a:solidFill>
              <a:srgbClr val="007680"/>
            </a:solidFill>
            <a:ln w="6390" cap="flat">
              <a:noFill/>
              <a:prstDash val="solid"/>
              <a:miter/>
            </a:ln>
          </p:spPr>
          <p:txBody>
            <a:bodyPr rtlCol="0" anchor="ctr"/>
            <a:lstStyle/>
            <a:p>
              <a:endParaRPr lang="en-US"/>
            </a:p>
          </p:txBody>
        </p:sp>
        <p:sp>
          <p:nvSpPr>
            <p:cNvPr id="664" name="Graphic 5">
              <a:extLst>
                <a:ext uri="{FF2B5EF4-FFF2-40B4-BE49-F238E27FC236}">
                  <a16:creationId xmlns:a16="http://schemas.microsoft.com/office/drawing/2014/main" id="{30F31595-FAE5-4F46-A23A-D2842844E642}"/>
                </a:ext>
              </a:extLst>
            </p:cNvPr>
            <p:cNvSpPr/>
            <p:nvPr/>
          </p:nvSpPr>
          <p:spPr>
            <a:xfrm>
              <a:off x="10015336" y="2955946"/>
              <a:ext cx="161436" cy="162153"/>
            </a:xfrm>
            <a:custGeom>
              <a:avLst/>
              <a:gdLst>
                <a:gd name="connsiteX0" fmla="*/ 159999 w 161436"/>
                <a:gd name="connsiteY0" fmla="*/ 24897 h 162153"/>
                <a:gd name="connsiteX1" fmla="*/ 136995 w 161436"/>
                <a:gd name="connsiteY1" fmla="*/ 1915 h 162153"/>
                <a:gd name="connsiteX2" fmla="*/ 128049 w 161436"/>
                <a:gd name="connsiteY2" fmla="*/ 1915 h 162153"/>
                <a:gd name="connsiteX3" fmla="*/ 82041 w 161436"/>
                <a:gd name="connsiteY3" fmla="*/ 47880 h 162153"/>
                <a:gd name="connsiteX4" fmla="*/ 13030 w 161436"/>
                <a:gd name="connsiteY4" fmla="*/ 116827 h 162153"/>
                <a:gd name="connsiteX5" fmla="*/ 11752 w 161436"/>
                <a:gd name="connsiteY5" fmla="*/ 119381 h 162153"/>
                <a:gd name="connsiteX6" fmla="*/ 251 w 161436"/>
                <a:gd name="connsiteY6" fmla="*/ 153854 h 162153"/>
                <a:gd name="connsiteX7" fmla="*/ 1528 w 161436"/>
                <a:gd name="connsiteY7" fmla="*/ 160238 h 162153"/>
                <a:gd name="connsiteX8" fmla="*/ 6002 w 161436"/>
                <a:gd name="connsiteY8" fmla="*/ 162153 h 162153"/>
                <a:gd name="connsiteX9" fmla="*/ 7918 w 161436"/>
                <a:gd name="connsiteY9" fmla="*/ 161515 h 162153"/>
                <a:gd name="connsiteX10" fmla="*/ 42424 w 161436"/>
                <a:gd name="connsiteY10" fmla="*/ 150024 h 162153"/>
                <a:gd name="connsiteX11" fmla="*/ 44980 w 161436"/>
                <a:gd name="connsiteY11" fmla="*/ 148747 h 162153"/>
                <a:gd name="connsiteX12" fmla="*/ 113991 w 161436"/>
                <a:gd name="connsiteY12" fmla="*/ 79800 h 162153"/>
                <a:gd name="connsiteX13" fmla="*/ 159999 w 161436"/>
                <a:gd name="connsiteY13" fmla="*/ 33835 h 162153"/>
                <a:gd name="connsiteX14" fmla="*/ 159999 w 161436"/>
                <a:gd name="connsiteY14" fmla="*/ 24897 h 162153"/>
                <a:gd name="connsiteX15" fmla="*/ 36673 w 161436"/>
                <a:gd name="connsiteY15" fmla="*/ 139171 h 162153"/>
                <a:gd name="connsiteX16" fmla="*/ 15587 w 161436"/>
                <a:gd name="connsiteY16" fmla="*/ 146193 h 162153"/>
                <a:gd name="connsiteX17" fmla="*/ 22615 w 161436"/>
                <a:gd name="connsiteY17" fmla="*/ 125126 h 162153"/>
                <a:gd name="connsiteX18" fmla="*/ 85876 w 161436"/>
                <a:gd name="connsiteY18" fmla="*/ 61286 h 162153"/>
                <a:gd name="connsiteX19" fmla="*/ 99933 w 161436"/>
                <a:gd name="connsiteY19" fmla="*/ 75331 h 162153"/>
                <a:gd name="connsiteX20" fmla="*/ 36673 w 161436"/>
                <a:gd name="connsiteY20" fmla="*/ 139171 h 162153"/>
                <a:gd name="connsiteX21" fmla="*/ 108880 w 161436"/>
                <a:gd name="connsiteY21" fmla="*/ 66393 h 162153"/>
                <a:gd name="connsiteX22" fmla="*/ 94821 w 161436"/>
                <a:gd name="connsiteY22" fmla="*/ 52349 h 162153"/>
                <a:gd name="connsiteX23" fmla="*/ 131883 w 161436"/>
                <a:gd name="connsiteY23" fmla="*/ 15322 h 162153"/>
                <a:gd name="connsiteX24" fmla="*/ 145941 w 161436"/>
                <a:gd name="connsiteY24" fmla="*/ 29366 h 162153"/>
                <a:gd name="connsiteX25" fmla="*/ 108880 w 161436"/>
                <a:gd name="connsiteY25" fmla="*/ 66393 h 1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1436" h="162153">
                  <a:moveTo>
                    <a:pt x="159999" y="24897"/>
                  </a:moveTo>
                  <a:lnTo>
                    <a:pt x="136995" y="1915"/>
                  </a:lnTo>
                  <a:cubicBezTo>
                    <a:pt x="134439" y="-638"/>
                    <a:pt x="130605" y="-638"/>
                    <a:pt x="128049" y="1915"/>
                  </a:cubicBezTo>
                  <a:lnTo>
                    <a:pt x="82041" y="47880"/>
                  </a:lnTo>
                  <a:lnTo>
                    <a:pt x="13030" y="116827"/>
                  </a:lnTo>
                  <a:cubicBezTo>
                    <a:pt x="12392" y="117465"/>
                    <a:pt x="11752" y="118104"/>
                    <a:pt x="11752" y="119381"/>
                  </a:cubicBezTo>
                  <a:lnTo>
                    <a:pt x="251" y="153854"/>
                  </a:lnTo>
                  <a:cubicBezTo>
                    <a:pt x="-388" y="156408"/>
                    <a:pt x="251" y="158323"/>
                    <a:pt x="1528" y="160238"/>
                  </a:cubicBezTo>
                  <a:cubicBezTo>
                    <a:pt x="2807" y="161515"/>
                    <a:pt x="4084" y="162153"/>
                    <a:pt x="6002" y="162153"/>
                  </a:cubicBezTo>
                  <a:cubicBezTo>
                    <a:pt x="6641" y="162153"/>
                    <a:pt x="7279" y="162153"/>
                    <a:pt x="7918" y="161515"/>
                  </a:cubicBezTo>
                  <a:lnTo>
                    <a:pt x="42424" y="150024"/>
                  </a:lnTo>
                  <a:cubicBezTo>
                    <a:pt x="43063" y="149385"/>
                    <a:pt x="44341" y="149385"/>
                    <a:pt x="44980" y="148747"/>
                  </a:cubicBezTo>
                  <a:lnTo>
                    <a:pt x="113991" y="79800"/>
                  </a:lnTo>
                  <a:lnTo>
                    <a:pt x="159999" y="33835"/>
                  </a:lnTo>
                  <a:cubicBezTo>
                    <a:pt x="161916" y="31281"/>
                    <a:pt x="161916" y="27451"/>
                    <a:pt x="159999" y="24897"/>
                  </a:cubicBezTo>
                  <a:close/>
                  <a:moveTo>
                    <a:pt x="36673" y="139171"/>
                  </a:moveTo>
                  <a:lnTo>
                    <a:pt x="15587" y="146193"/>
                  </a:lnTo>
                  <a:lnTo>
                    <a:pt x="22615" y="125126"/>
                  </a:lnTo>
                  <a:lnTo>
                    <a:pt x="85876" y="61286"/>
                  </a:lnTo>
                  <a:lnTo>
                    <a:pt x="99933" y="75331"/>
                  </a:lnTo>
                  <a:lnTo>
                    <a:pt x="36673" y="139171"/>
                  </a:lnTo>
                  <a:close/>
                  <a:moveTo>
                    <a:pt x="108880" y="66393"/>
                  </a:moveTo>
                  <a:lnTo>
                    <a:pt x="94821" y="52349"/>
                  </a:lnTo>
                  <a:lnTo>
                    <a:pt x="131883" y="15322"/>
                  </a:lnTo>
                  <a:lnTo>
                    <a:pt x="145941" y="29366"/>
                  </a:lnTo>
                  <a:lnTo>
                    <a:pt x="108880" y="66393"/>
                  </a:lnTo>
                  <a:close/>
                </a:path>
              </a:pathLst>
            </a:custGeom>
            <a:solidFill>
              <a:srgbClr val="007680"/>
            </a:solidFill>
            <a:ln w="6390" cap="flat">
              <a:noFill/>
              <a:prstDash val="solid"/>
              <a:miter/>
            </a:ln>
          </p:spPr>
          <p:txBody>
            <a:bodyPr rtlCol="0" anchor="ctr"/>
            <a:lstStyle/>
            <a:p>
              <a:endParaRPr lang="en-US"/>
            </a:p>
          </p:txBody>
        </p:sp>
        <p:sp>
          <p:nvSpPr>
            <p:cNvPr id="665" name="Graphic 5">
              <a:extLst>
                <a:ext uri="{FF2B5EF4-FFF2-40B4-BE49-F238E27FC236}">
                  <a16:creationId xmlns:a16="http://schemas.microsoft.com/office/drawing/2014/main" id="{9810E58E-A6ED-D941-8BBD-B30CC06BFB86}"/>
                </a:ext>
              </a:extLst>
            </p:cNvPr>
            <p:cNvSpPr/>
            <p:nvPr/>
          </p:nvSpPr>
          <p:spPr>
            <a:xfrm>
              <a:off x="10144025" y="3015317"/>
              <a:ext cx="45368" cy="45326"/>
            </a:xfrm>
            <a:custGeom>
              <a:avLst/>
              <a:gdLst>
                <a:gd name="connsiteX0" fmla="*/ 43452 w 45368"/>
                <a:gd name="connsiteY0" fmla="*/ 1915 h 45326"/>
                <a:gd name="connsiteX1" fmla="*/ 34506 w 45368"/>
                <a:gd name="connsiteY1" fmla="*/ 1915 h 45326"/>
                <a:gd name="connsiteX2" fmla="*/ 1917 w 45368"/>
                <a:gd name="connsiteY2" fmla="*/ 34474 h 45326"/>
                <a:gd name="connsiteX3" fmla="*/ 1917 w 45368"/>
                <a:gd name="connsiteY3" fmla="*/ 43411 h 45326"/>
                <a:gd name="connsiteX4" fmla="*/ 10862 w 45368"/>
                <a:gd name="connsiteY4" fmla="*/ 43411 h 45326"/>
                <a:gd name="connsiteX5" fmla="*/ 43452 w 45368"/>
                <a:gd name="connsiteY5" fmla="*/ 10853 h 45326"/>
                <a:gd name="connsiteX6" fmla="*/ 43452 w 45368"/>
                <a:gd name="connsiteY6" fmla="*/ 1915 h 45326"/>
                <a:gd name="connsiteX7" fmla="*/ 43452 w 45368"/>
                <a:gd name="connsiteY7" fmla="*/ 1915 h 45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68" h="45326">
                  <a:moveTo>
                    <a:pt x="43452" y="1915"/>
                  </a:moveTo>
                  <a:cubicBezTo>
                    <a:pt x="40896" y="-638"/>
                    <a:pt x="37062" y="-638"/>
                    <a:pt x="34506" y="1915"/>
                  </a:cubicBezTo>
                  <a:lnTo>
                    <a:pt x="1917" y="34474"/>
                  </a:lnTo>
                  <a:cubicBezTo>
                    <a:pt x="-639" y="37027"/>
                    <a:pt x="-639" y="40857"/>
                    <a:pt x="1917" y="43411"/>
                  </a:cubicBezTo>
                  <a:cubicBezTo>
                    <a:pt x="4472" y="45965"/>
                    <a:pt x="8307" y="45965"/>
                    <a:pt x="10862" y="43411"/>
                  </a:cubicBezTo>
                  <a:lnTo>
                    <a:pt x="43452" y="10853"/>
                  </a:lnTo>
                  <a:cubicBezTo>
                    <a:pt x="46007" y="8299"/>
                    <a:pt x="46007" y="4469"/>
                    <a:pt x="43452" y="1915"/>
                  </a:cubicBezTo>
                  <a:cubicBezTo>
                    <a:pt x="43452" y="1915"/>
                    <a:pt x="43452" y="1915"/>
                    <a:pt x="43452" y="1915"/>
                  </a:cubicBezTo>
                  <a:close/>
                </a:path>
              </a:pathLst>
            </a:custGeom>
            <a:solidFill>
              <a:srgbClr val="007680"/>
            </a:solidFill>
            <a:ln w="6390" cap="flat">
              <a:noFill/>
              <a:prstDash val="solid"/>
              <a:miter/>
            </a:ln>
          </p:spPr>
          <p:txBody>
            <a:bodyPr rtlCol="0" anchor="ctr"/>
            <a:lstStyle/>
            <a:p>
              <a:endParaRPr lang="en-US"/>
            </a:p>
          </p:txBody>
        </p:sp>
      </p:grpSp>
      <p:grpSp>
        <p:nvGrpSpPr>
          <p:cNvPr id="666" name="Graphic 5">
            <a:extLst>
              <a:ext uri="{FF2B5EF4-FFF2-40B4-BE49-F238E27FC236}">
                <a16:creationId xmlns:a16="http://schemas.microsoft.com/office/drawing/2014/main" id="{EE34CDCB-161F-474C-A128-2DF4969855D4}"/>
              </a:ext>
            </a:extLst>
          </p:cNvPr>
          <p:cNvGrpSpPr/>
          <p:nvPr/>
        </p:nvGrpSpPr>
        <p:grpSpPr>
          <a:xfrm>
            <a:off x="8841755" y="2371811"/>
            <a:ext cx="362309" cy="361971"/>
            <a:chOff x="8841755" y="2371811"/>
            <a:chExt cx="362309" cy="361971"/>
          </a:xfrm>
          <a:solidFill>
            <a:srgbClr val="007680"/>
          </a:solidFill>
        </p:grpSpPr>
        <p:sp>
          <p:nvSpPr>
            <p:cNvPr id="667" name="Graphic 5">
              <a:extLst>
                <a:ext uri="{FF2B5EF4-FFF2-40B4-BE49-F238E27FC236}">
                  <a16:creationId xmlns:a16="http://schemas.microsoft.com/office/drawing/2014/main" id="{86AB8330-845E-F54E-8408-4AD306411372}"/>
                </a:ext>
              </a:extLst>
            </p:cNvPr>
            <p:cNvSpPr/>
            <p:nvPr/>
          </p:nvSpPr>
          <p:spPr>
            <a:xfrm>
              <a:off x="8841755" y="2371811"/>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668" name="Graphic 5">
              <a:extLst>
                <a:ext uri="{FF2B5EF4-FFF2-40B4-BE49-F238E27FC236}">
                  <a16:creationId xmlns:a16="http://schemas.microsoft.com/office/drawing/2014/main" id="{DD74B3BA-3A5D-BC41-9E7F-A4596F4D7B85}"/>
                </a:ext>
              </a:extLst>
            </p:cNvPr>
            <p:cNvSpPr/>
            <p:nvPr/>
          </p:nvSpPr>
          <p:spPr>
            <a:xfrm>
              <a:off x="8917796" y="2446726"/>
              <a:ext cx="210739" cy="211088"/>
            </a:xfrm>
            <a:custGeom>
              <a:avLst/>
              <a:gdLst>
                <a:gd name="connsiteX0" fmla="*/ 166777 w 210739"/>
                <a:gd name="connsiteY0" fmla="*/ 14462 h 211088"/>
                <a:gd name="connsiteX1" fmla="*/ 166777 w 210739"/>
                <a:gd name="connsiteY1" fmla="*/ 14462 h 211088"/>
                <a:gd name="connsiteX2" fmla="*/ 125882 w 210739"/>
                <a:gd name="connsiteY2" fmla="*/ 55319 h 211088"/>
                <a:gd name="connsiteX3" fmla="*/ 31949 w 210739"/>
                <a:gd name="connsiteY3" fmla="*/ 24038 h 211088"/>
                <a:gd name="connsiteX4" fmla="*/ 25560 w 210739"/>
                <a:gd name="connsiteY4" fmla="*/ 25315 h 211088"/>
                <a:gd name="connsiteX5" fmla="*/ 9585 w 210739"/>
                <a:gd name="connsiteY5" fmla="*/ 41275 h 211088"/>
                <a:gd name="connsiteX6" fmla="*/ 7668 w 210739"/>
                <a:gd name="connsiteY6" fmla="*/ 47020 h 211088"/>
                <a:gd name="connsiteX7" fmla="*/ 10863 w 210739"/>
                <a:gd name="connsiteY7" fmla="*/ 51489 h 211088"/>
                <a:gd name="connsiteX8" fmla="*/ 87542 w 210739"/>
                <a:gd name="connsiteY8" fmla="*/ 93623 h 211088"/>
                <a:gd name="connsiteX9" fmla="*/ 59427 w 210739"/>
                <a:gd name="connsiteY9" fmla="*/ 121713 h 211088"/>
                <a:gd name="connsiteX10" fmla="*/ 24921 w 210739"/>
                <a:gd name="connsiteY10" fmla="*/ 107668 h 211088"/>
                <a:gd name="connsiteX11" fmla="*/ 17892 w 210739"/>
                <a:gd name="connsiteY11" fmla="*/ 108945 h 211088"/>
                <a:gd name="connsiteX12" fmla="*/ 1917 w 210739"/>
                <a:gd name="connsiteY12" fmla="*/ 124905 h 211088"/>
                <a:gd name="connsiteX13" fmla="*/ 1917 w 210739"/>
                <a:gd name="connsiteY13" fmla="*/ 133842 h 211088"/>
                <a:gd name="connsiteX14" fmla="*/ 3195 w 210739"/>
                <a:gd name="connsiteY14" fmla="*/ 134481 h 211088"/>
                <a:gd name="connsiteX15" fmla="*/ 47924 w 210739"/>
                <a:gd name="connsiteY15" fmla="*/ 163209 h 211088"/>
                <a:gd name="connsiteX16" fmla="*/ 77318 w 210739"/>
                <a:gd name="connsiteY16" fmla="*/ 207897 h 211088"/>
                <a:gd name="connsiteX17" fmla="*/ 81791 w 210739"/>
                <a:gd name="connsiteY17" fmla="*/ 211089 h 211088"/>
                <a:gd name="connsiteX18" fmla="*/ 82430 w 210739"/>
                <a:gd name="connsiteY18" fmla="*/ 211089 h 211088"/>
                <a:gd name="connsiteX19" fmla="*/ 86903 w 210739"/>
                <a:gd name="connsiteY19" fmla="*/ 209173 h 211088"/>
                <a:gd name="connsiteX20" fmla="*/ 102878 w 210739"/>
                <a:gd name="connsiteY20" fmla="*/ 193213 h 211088"/>
                <a:gd name="connsiteX21" fmla="*/ 104156 w 210739"/>
                <a:gd name="connsiteY21" fmla="*/ 186191 h 211088"/>
                <a:gd name="connsiteX22" fmla="*/ 90098 w 210739"/>
                <a:gd name="connsiteY22" fmla="*/ 151717 h 211088"/>
                <a:gd name="connsiteX23" fmla="*/ 118214 w 210739"/>
                <a:gd name="connsiteY23" fmla="*/ 123628 h 211088"/>
                <a:gd name="connsiteX24" fmla="*/ 160387 w 210739"/>
                <a:gd name="connsiteY24" fmla="*/ 200236 h 211088"/>
                <a:gd name="connsiteX25" fmla="*/ 164861 w 210739"/>
                <a:gd name="connsiteY25" fmla="*/ 203428 h 211088"/>
                <a:gd name="connsiteX26" fmla="*/ 169972 w 210739"/>
                <a:gd name="connsiteY26" fmla="*/ 201513 h 211088"/>
                <a:gd name="connsiteX27" fmla="*/ 185947 w 210739"/>
                <a:gd name="connsiteY27" fmla="*/ 185553 h 211088"/>
                <a:gd name="connsiteX28" fmla="*/ 187225 w 210739"/>
                <a:gd name="connsiteY28" fmla="*/ 179169 h 211088"/>
                <a:gd name="connsiteX29" fmla="*/ 155914 w 210739"/>
                <a:gd name="connsiteY29" fmla="*/ 85324 h 211088"/>
                <a:gd name="connsiteX30" fmla="*/ 196171 w 210739"/>
                <a:gd name="connsiteY30" fmla="*/ 45105 h 211088"/>
                <a:gd name="connsiteX31" fmla="*/ 196810 w 210739"/>
                <a:gd name="connsiteY31" fmla="*/ 44467 h 211088"/>
                <a:gd name="connsiteX32" fmla="*/ 207034 w 210739"/>
                <a:gd name="connsiteY32" fmla="*/ 3609 h 211088"/>
                <a:gd name="connsiteX33" fmla="*/ 166777 w 210739"/>
                <a:gd name="connsiteY33" fmla="*/ 14462 h 211088"/>
                <a:gd name="connsiteX34" fmla="*/ 187225 w 210739"/>
                <a:gd name="connsiteY34" fmla="*/ 36806 h 211088"/>
                <a:gd name="connsiteX35" fmla="*/ 144412 w 210739"/>
                <a:gd name="connsiteY35" fmla="*/ 79578 h 211088"/>
                <a:gd name="connsiteX36" fmla="*/ 143135 w 210739"/>
                <a:gd name="connsiteY36" fmla="*/ 85962 h 211088"/>
                <a:gd name="connsiteX37" fmla="*/ 174445 w 210739"/>
                <a:gd name="connsiteY37" fmla="*/ 179807 h 211088"/>
                <a:gd name="connsiteX38" fmla="*/ 166777 w 210739"/>
                <a:gd name="connsiteY38" fmla="*/ 187468 h 211088"/>
                <a:gd name="connsiteX39" fmla="*/ 124604 w 210739"/>
                <a:gd name="connsiteY39" fmla="*/ 110860 h 211088"/>
                <a:gd name="connsiteX40" fmla="*/ 120131 w 210739"/>
                <a:gd name="connsiteY40" fmla="*/ 107668 h 211088"/>
                <a:gd name="connsiteX41" fmla="*/ 115019 w 210739"/>
                <a:gd name="connsiteY41" fmla="*/ 109583 h 211088"/>
                <a:gd name="connsiteX42" fmla="*/ 77958 w 210739"/>
                <a:gd name="connsiteY42" fmla="*/ 146610 h 211088"/>
                <a:gd name="connsiteX43" fmla="*/ 76679 w 210739"/>
                <a:gd name="connsiteY43" fmla="*/ 153633 h 211088"/>
                <a:gd name="connsiteX44" fmla="*/ 90737 w 210739"/>
                <a:gd name="connsiteY44" fmla="*/ 188106 h 211088"/>
                <a:gd name="connsiteX45" fmla="*/ 83708 w 210739"/>
                <a:gd name="connsiteY45" fmla="*/ 195129 h 211088"/>
                <a:gd name="connsiteX46" fmla="*/ 58148 w 210739"/>
                <a:gd name="connsiteY46" fmla="*/ 155548 h 211088"/>
                <a:gd name="connsiteX47" fmla="*/ 56232 w 210739"/>
                <a:gd name="connsiteY47" fmla="*/ 153633 h 211088"/>
                <a:gd name="connsiteX48" fmla="*/ 16613 w 210739"/>
                <a:gd name="connsiteY48" fmla="*/ 128097 h 211088"/>
                <a:gd name="connsiteX49" fmla="*/ 23643 w 210739"/>
                <a:gd name="connsiteY49" fmla="*/ 121074 h 211088"/>
                <a:gd name="connsiteX50" fmla="*/ 58148 w 210739"/>
                <a:gd name="connsiteY50" fmla="*/ 135119 h 211088"/>
                <a:gd name="connsiteX51" fmla="*/ 65178 w 210739"/>
                <a:gd name="connsiteY51" fmla="*/ 133842 h 211088"/>
                <a:gd name="connsiteX52" fmla="*/ 102239 w 210739"/>
                <a:gd name="connsiteY52" fmla="*/ 96815 h 211088"/>
                <a:gd name="connsiteX53" fmla="*/ 104156 w 210739"/>
                <a:gd name="connsiteY53" fmla="*/ 91070 h 211088"/>
                <a:gd name="connsiteX54" fmla="*/ 100961 w 210739"/>
                <a:gd name="connsiteY54" fmla="*/ 86601 h 211088"/>
                <a:gd name="connsiteX55" fmla="*/ 24282 w 210739"/>
                <a:gd name="connsiteY55" fmla="*/ 44467 h 211088"/>
                <a:gd name="connsiteX56" fmla="*/ 31949 w 210739"/>
                <a:gd name="connsiteY56" fmla="*/ 36806 h 211088"/>
                <a:gd name="connsiteX57" fmla="*/ 125882 w 210739"/>
                <a:gd name="connsiteY57" fmla="*/ 68087 h 211088"/>
                <a:gd name="connsiteX58" fmla="*/ 132272 w 210739"/>
                <a:gd name="connsiteY58" fmla="*/ 66810 h 211088"/>
                <a:gd name="connsiteX59" fmla="*/ 175084 w 210739"/>
                <a:gd name="connsiteY59" fmla="*/ 24038 h 211088"/>
                <a:gd name="connsiteX60" fmla="*/ 198727 w 210739"/>
                <a:gd name="connsiteY60" fmla="*/ 12547 h 211088"/>
                <a:gd name="connsiteX61" fmla="*/ 187225 w 210739"/>
                <a:gd name="connsiteY61" fmla="*/ 36806 h 211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10739" h="211088">
                  <a:moveTo>
                    <a:pt x="166777" y="14462"/>
                  </a:moveTo>
                  <a:lnTo>
                    <a:pt x="166777" y="14462"/>
                  </a:lnTo>
                  <a:lnTo>
                    <a:pt x="125882" y="55319"/>
                  </a:lnTo>
                  <a:lnTo>
                    <a:pt x="31949" y="24038"/>
                  </a:lnTo>
                  <a:cubicBezTo>
                    <a:pt x="29393" y="23399"/>
                    <a:pt x="27477" y="24038"/>
                    <a:pt x="25560" y="25315"/>
                  </a:cubicBezTo>
                  <a:lnTo>
                    <a:pt x="9585" y="41275"/>
                  </a:lnTo>
                  <a:cubicBezTo>
                    <a:pt x="8307" y="42551"/>
                    <a:pt x="7668" y="44467"/>
                    <a:pt x="7668" y="47020"/>
                  </a:cubicBezTo>
                  <a:cubicBezTo>
                    <a:pt x="8307" y="48935"/>
                    <a:pt x="8946" y="50851"/>
                    <a:pt x="10863" y="51489"/>
                  </a:cubicBezTo>
                  <a:lnTo>
                    <a:pt x="87542" y="93623"/>
                  </a:lnTo>
                  <a:lnTo>
                    <a:pt x="59427" y="121713"/>
                  </a:lnTo>
                  <a:lnTo>
                    <a:pt x="24921" y="107668"/>
                  </a:lnTo>
                  <a:cubicBezTo>
                    <a:pt x="22365" y="107029"/>
                    <a:pt x="19808" y="107029"/>
                    <a:pt x="17892" y="108945"/>
                  </a:cubicBezTo>
                  <a:lnTo>
                    <a:pt x="1917" y="124905"/>
                  </a:lnTo>
                  <a:cubicBezTo>
                    <a:pt x="-639" y="127458"/>
                    <a:pt x="-639" y="131289"/>
                    <a:pt x="1917" y="133842"/>
                  </a:cubicBezTo>
                  <a:cubicBezTo>
                    <a:pt x="2556" y="134481"/>
                    <a:pt x="2556" y="134481"/>
                    <a:pt x="3195" y="134481"/>
                  </a:cubicBezTo>
                  <a:lnTo>
                    <a:pt x="47924" y="163209"/>
                  </a:lnTo>
                  <a:lnTo>
                    <a:pt x="77318" y="207897"/>
                  </a:lnTo>
                  <a:cubicBezTo>
                    <a:pt x="78596" y="209812"/>
                    <a:pt x="79874" y="210450"/>
                    <a:pt x="81791" y="211089"/>
                  </a:cubicBezTo>
                  <a:lnTo>
                    <a:pt x="82430" y="211089"/>
                  </a:lnTo>
                  <a:cubicBezTo>
                    <a:pt x="84347" y="211089"/>
                    <a:pt x="85625" y="210450"/>
                    <a:pt x="86903" y="209173"/>
                  </a:cubicBezTo>
                  <a:lnTo>
                    <a:pt x="102878" y="193213"/>
                  </a:lnTo>
                  <a:cubicBezTo>
                    <a:pt x="104795" y="191298"/>
                    <a:pt x="105434" y="188745"/>
                    <a:pt x="104156" y="186191"/>
                  </a:cubicBezTo>
                  <a:lnTo>
                    <a:pt x="90098" y="151717"/>
                  </a:lnTo>
                  <a:lnTo>
                    <a:pt x="118214" y="123628"/>
                  </a:lnTo>
                  <a:lnTo>
                    <a:pt x="160387" y="200236"/>
                  </a:lnTo>
                  <a:cubicBezTo>
                    <a:pt x="161666" y="202151"/>
                    <a:pt x="162943" y="203428"/>
                    <a:pt x="164861" y="203428"/>
                  </a:cubicBezTo>
                  <a:cubicBezTo>
                    <a:pt x="166777" y="203428"/>
                    <a:pt x="168694" y="202789"/>
                    <a:pt x="169972" y="201513"/>
                  </a:cubicBezTo>
                  <a:lnTo>
                    <a:pt x="185947" y="185553"/>
                  </a:lnTo>
                  <a:cubicBezTo>
                    <a:pt x="187864" y="183637"/>
                    <a:pt x="188503" y="181722"/>
                    <a:pt x="187225" y="179169"/>
                  </a:cubicBezTo>
                  <a:lnTo>
                    <a:pt x="155914" y="85324"/>
                  </a:lnTo>
                  <a:lnTo>
                    <a:pt x="196171" y="45105"/>
                  </a:lnTo>
                  <a:lnTo>
                    <a:pt x="196810" y="44467"/>
                  </a:lnTo>
                  <a:cubicBezTo>
                    <a:pt x="201922" y="37444"/>
                    <a:pt x="217897" y="14462"/>
                    <a:pt x="207034" y="3609"/>
                  </a:cubicBezTo>
                  <a:cubicBezTo>
                    <a:pt x="196171" y="-7244"/>
                    <a:pt x="173167" y="9355"/>
                    <a:pt x="166777" y="14462"/>
                  </a:cubicBezTo>
                  <a:close/>
                  <a:moveTo>
                    <a:pt x="187225" y="36806"/>
                  </a:moveTo>
                  <a:lnTo>
                    <a:pt x="144412" y="79578"/>
                  </a:lnTo>
                  <a:cubicBezTo>
                    <a:pt x="142496" y="81494"/>
                    <a:pt x="141857" y="83409"/>
                    <a:pt x="143135" y="85962"/>
                  </a:cubicBezTo>
                  <a:lnTo>
                    <a:pt x="174445" y="179807"/>
                  </a:lnTo>
                  <a:lnTo>
                    <a:pt x="166777" y="187468"/>
                  </a:lnTo>
                  <a:lnTo>
                    <a:pt x="124604" y="110860"/>
                  </a:lnTo>
                  <a:cubicBezTo>
                    <a:pt x="123326" y="108945"/>
                    <a:pt x="122047" y="107668"/>
                    <a:pt x="120131" y="107668"/>
                  </a:cubicBezTo>
                  <a:cubicBezTo>
                    <a:pt x="118214" y="107668"/>
                    <a:pt x="116297" y="108306"/>
                    <a:pt x="115019" y="109583"/>
                  </a:cubicBezTo>
                  <a:lnTo>
                    <a:pt x="77958" y="146610"/>
                  </a:lnTo>
                  <a:cubicBezTo>
                    <a:pt x="76040" y="148525"/>
                    <a:pt x="75401" y="151079"/>
                    <a:pt x="76679" y="153633"/>
                  </a:cubicBezTo>
                  <a:lnTo>
                    <a:pt x="90737" y="188106"/>
                  </a:lnTo>
                  <a:lnTo>
                    <a:pt x="83708" y="195129"/>
                  </a:lnTo>
                  <a:lnTo>
                    <a:pt x="58148" y="155548"/>
                  </a:lnTo>
                  <a:cubicBezTo>
                    <a:pt x="57509" y="154909"/>
                    <a:pt x="56870" y="154271"/>
                    <a:pt x="56232" y="153633"/>
                  </a:cubicBezTo>
                  <a:lnTo>
                    <a:pt x="16613" y="128097"/>
                  </a:lnTo>
                  <a:lnTo>
                    <a:pt x="23643" y="121074"/>
                  </a:lnTo>
                  <a:lnTo>
                    <a:pt x="58148" y="135119"/>
                  </a:lnTo>
                  <a:cubicBezTo>
                    <a:pt x="60704" y="136396"/>
                    <a:pt x="63260" y="135757"/>
                    <a:pt x="65178" y="133842"/>
                  </a:cubicBezTo>
                  <a:lnTo>
                    <a:pt x="102239" y="96815"/>
                  </a:lnTo>
                  <a:cubicBezTo>
                    <a:pt x="103517" y="95538"/>
                    <a:pt x="104156" y="93623"/>
                    <a:pt x="104156" y="91070"/>
                  </a:cubicBezTo>
                  <a:cubicBezTo>
                    <a:pt x="104156" y="89154"/>
                    <a:pt x="102878" y="87239"/>
                    <a:pt x="100961" y="86601"/>
                  </a:cubicBezTo>
                  <a:lnTo>
                    <a:pt x="24282" y="44467"/>
                  </a:lnTo>
                  <a:lnTo>
                    <a:pt x="31949" y="36806"/>
                  </a:lnTo>
                  <a:lnTo>
                    <a:pt x="125882" y="68087"/>
                  </a:lnTo>
                  <a:cubicBezTo>
                    <a:pt x="128437" y="68726"/>
                    <a:pt x="130355" y="68087"/>
                    <a:pt x="132272" y="66810"/>
                  </a:cubicBezTo>
                  <a:lnTo>
                    <a:pt x="175084" y="24038"/>
                  </a:lnTo>
                  <a:cubicBezTo>
                    <a:pt x="185308" y="16377"/>
                    <a:pt x="196171" y="11908"/>
                    <a:pt x="198727" y="12547"/>
                  </a:cubicBezTo>
                  <a:cubicBezTo>
                    <a:pt x="199366" y="15739"/>
                    <a:pt x="194893" y="26591"/>
                    <a:pt x="187225" y="36806"/>
                  </a:cubicBezTo>
                  <a:close/>
                </a:path>
              </a:pathLst>
            </a:custGeom>
            <a:solidFill>
              <a:srgbClr val="007680"/>
            </a:solidFill>
            <a:ln w="6390" cap="flat">
              <a:noFill/>
              <a:prstDash val="solid"/>
              <a:miter/>
            </a:ln>
          </p:spPr>
          <p:txBody>
            <a:bodyPr rtlCol="0" anchor="ctr"/>
            <a:lstStyle/>
            <a:p>
              <a:endParaRPr lang="en-US"/>
            </a:p>
          </p:txBody>
        </p:sp>
      </p:grpSp>
      <p:grpSp>
        <p:nvGrpSpPr>
          <p:cNvPr id="669" name="Graphic 5">
            <a:extLst>
              <a:ext uri="{FF2B5EF4-FFF2-40B4-BE49-F238E27FC236}">
                <a16:creationId xmlns:a16="http://schemas.microsoft.com/office/drawing/2014/main" id="{9299111E-1C8F-A041-81CA-A416D5FEF082}"/>
              </a:ext>
            </a:extLst>
          </p:cNvPr>
          <p:cNvGrpSpPr/>
          <p:nvPr/>
        </p:nvGrpSpPr>
        <p:grpSpPr>
          <a:xfrm>
            <a:off x="10935099" y="2371811"/>
            <a:ext cx="362309" cy="361971"/>
            <a:chOff x="10935099" y="2371811"/>
            <a:chExt cx="362309" cy="361971"/>
          </a:xfrm>
          <a:solidFill>
            <a:srgbClr val="007680"/>
          </a:solidFill>
        </p:grpSpPr>
        <p:sp>
          <p:nvSpPr>
            <p:cNvPr id="670" name="Graphic 5">
              <a:extLst>
                <a:ext uri="{FF2B5EF4-FFF2-40B4-BE49-F238E27FC236}">
                  <a16:creationId xmlns:a16="http://schemas.microsoft.com/office/drawing/2014/main" id="{46972E99-C977-0F44-B8CE-92F426A32037}"/>
                </a:ext>
              </a:extLst>
            </p:cNvPr>
            <p:cNvSpPr/>
            <p:nvPr/>
          </p:nvSpPr>
          <p:spPr>
            <a:xfrm>
              <a:off x="10935099" y="2371811"/>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 name="connsiteX11" fmla="*/ 180835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7"/>
                    <a:pt x="0" y="181305"/>
                  </a:cubicBezTo>
                  <a:cubicBezTo>
                    <a:pt x="0" y="281534"/>
                    <a:pt x="81152" y="361972"/>
                    <a:pt x="181474" y="361972"/>
                  </a:cubicBezTo>
                  <a:cubicBezTo>
                    <a:pt x="281796" y="361972"/>
                    <a:pt x="362309" y="280895"/>
                    <a:pt x="362309" y="180667"/>
                  </a:cubicBezTo>
                  <a:cubicBezTo>
                    <a:pt x="362309" y="81077"/>
                    <a:pt x="281157" y="0"/>
                    <a:pt x="180835" y="0"/>
                  </a:cubicBezTo>
                  <a:cubicBezTo>
                    <a:pt x="181474" y="0"/>
                    <a:pt x="180835" y="0"/>
                    <a:pt x="180835" y="0"/>
                  </a:cubicBezTo>
                  <a:close/>
                  <a:moveTo>
                    <a:pt x="180835" y="349204"/>
                  </a:moveTo>
                  <a:cubicBezTo>
                    <a:pt x="87542" y="349204"/>
                    <a:pt x="12780" y="273873"/>
                    <a:pt x="12780" y="180667"/>
                  </a:cubicBezTo>
                  <a:cubicBezTo>
                    <a:pt x="12780" y="87461"/>
                    <a:pt x="88181" y="12768"/>
                    <a:pt x="181474" y="12768"/>
                  </a:cubicBezTo>
                  <a:cubicBezTo>
                    <a:pt x="274128" y="12768"/>
                    <a:pt x="349529" y="88099"/>
                    <a:pt x="349529" y="180667"/>
                  </a:cubicBezTo>
                  <a:cubicBezTo>
                    <a:pt x="349529" y="273873"/>
                    <a:pt x="274128" y="349204"/>
                    <a:pt x="180835" y="349204"/>
                  </a:cubicBezTo>
                  <a:lnTo>
                    <a:pt x="180835" y="349204"/>
                  </a:lnTo>
                  <a:close/>
                </a:path>
              </a:pathLst>
            </a:custGeom>
            <a:solidFill>
              <a:srgbClr val="007680"/>
            </a:solidFill>
            <a:ln w="6390" cap="flat">
              <a:noFill/>
              <a:prstDash val="solid"/>
              <a:miter/>
            </a:ln>
          </p:spPr>
          <p:txBody>
            <a:bodyPr rtlCol="0" anchor="ctr"/>
            <a:lstStyle/>
            <a:p>
              <a:endParaRPr lang="en-US"/>
            </a:p>
          </p:txBody>
        </p:sp>
        <p:sp>
          <p:nvSpPr>
            <p:cNvPr id="671" name="Graphic 5">
              <a:extLst>
                <a:ext uri="{FF2B5EF4-FFF2-40B4-BE49-F238E27FC236}">
                  <a16:creationId xmlns:a16="http://schemas.microsoft.com/office/drawing/2014/main" id="{883C93E0-B063-1144-AF91-7911BA0A2297}"/>
                </a:ext>
              </a:extLst>
            </p:cNvPr>
            <p:cNvSpPr/>
            <p:nvPr/>
          </p:nvSpPr>
          <p:spPr>
            <a:xfrm>
              <a:off x="11020085" y="2457357"/>
              <a:ext cx="190420" cy="189604"/>
            </a:xfrm>
            <a:custGeom>
              <a:avLst/>
              <a:gdLst>
                <a:gd name="connsiteX0" fmla="*/ 180197 w 190420"/>
                <a:gd name="connsiteY0" fmla="*/ 36389 h 189604"/>
                <a:gd name="connsiteX1" fmla="*/ 144412 w 190420"/>
                <a:gd name="connsiteY1" fmla="*/ 72139 h 189604"/>
                <a:gd name="connsiteX2" fmla="*/ 118852 w 190420"/>
                <a:gd name="connsiteY2" fmla="*/ 46603 h 189604"/>
                <a:gd name="connsiteX3" fmla="*/ 154637 w 190420"/>
                <a:gd name="connsiteY3" fmla="*/ 10853 h 189604"/>
                <a:gd name="connsiteX4" fmla="*/ 154637 w 190420"/>
                <a:gd name="connsiteY4" fmla="*/ 1915 h 189604"/>
                <a:gd name="connsiteX5" fmla="*/ 145691 w 190420"/>
                <a:gd name="connsiteY5" fmla="*/ 1915 h 189604"/>
                <a:gd name="connsiteX6" fmla="*/ 145691 w 190420"/>
                <a:gd name="connsiteY6" fmla="*/ 1915 h 189604"/>
                <a:gd name="connsiteX7" fmla="*/ 109907 w 190420"/>
                <a:gd name="connsiteY7" fmla="*/ 37027 h 189604"/>
                <a:gd name="connsiteX8" fmla="*/ 91376 w 190420"/>
                <a:gd name="connsiteY8" fmla="*/ 18514 h 189604"/>
                <a:gd name="connsiteX9" fmla="*/ 82430 w 190420"/>
                <a:gd name="connsiteY9" fmla="*/ 17875 h 189604"/>
                <a:gd name="connsiteX10" fmla="*/ 81791 w 190420"/>
                <a:gd name="connsiteY10" fmla="*/ 26813 h 189604"/>
                <a:gd name="connsiteX11" fmla="*/ 82430 w 190420"/>
                <a:gd name="connsiteY11" fmla="*/ 27451 h 189604"/>
                <a:gd name="connsiteX12" fmla="*/ 83708 w 190420"/>
                <a:gd name="connsiteY12" fmla="*/ 28728 h 189604"/>
                <a:gd name="connsiteX13" fmla="*/ 53675 w 190420"/>
                <a:gd name="connsiteY13" fmla="*/ 58733 h 189604"/>
                <a:gd name="connsiteX14" fmla="*/ 49203 w 190420"/>
                <a:gd name="connsiteY14" fmla="*/ 131510 h 189604"/>
                <a:gd name="connsiteX15" fmla="*/ 1917 w 190420"/>
                <a:gd name="connsiteY15" fmla="*/ 178751 h 189604"/>
                <a:gd name="connsiteX16" fmla="*/ 1917 w 190420"/>
                <a:gd name="connsiteY16" fmla="*/ 187689 h 189604"/>
                <a:gd name="connsiteX17" fmla="*/ 10863 w 190420"/>
                <a:gd name="connsiteY17" fmla="*/ 187689 h 189604"/>
                <a:gd name="connsiteX18" fmla="*/ 10863 w 190420"/>
                <a:gd name="connsiteY18" fmla="*/ 187689 h 189604"/>
                <a:gd name="connsiteX19" fmla="*/ 58148 w 190420"/>
                <a:gd name="connsiteY19" fmla="*/ 140447 h 189604"/>
                <a:gd name="connsiteX20" fmla="*/ 130994 w 190420"/>
                <a:gd name="connsiteY20" fmla="*/ 135979 h 189604"/>
                <a:gd name="connsiteX21" fmla="*/ 161027 w 190420"/>
                <a:gd name="connsiteY21" fmla="*/ 105974 h 189604"/>
                <a:gd name="connsiteX22" fmla="*/ 162304 w 190420"/>
                <a:gd name="connsiteY22" fmla="*/ 107251 h 189604"/>
                <a:gd name="connsiteX23" fmla="*/ 171250 w 190420"/>
                <a:gd name="connsiteY23" fmla="*/ 107251 h 189604"/>
                <a:gd name="connsiteX24" fmla="*/ 171250 w 190420"/>
                <a:gd name="connsiteY24" fmla="*/ 98313 h 189604"/>
                <a:gd name="connsiteX25" fmla="*/ 165499 w 190420"/>
                <a:gd name="connsiteY25" fmla="*/ 92568 h 189604"/>
                <a:gd name="connsiteX26" fmla="*/ 165499 w 190420"/>
                <a:gd name="connsiteY26" fmla="*/ 92568 h 189604"/>
                <a:gd name="connsiteX27" fmla="*/ 152719 w 190420"/>
                <a:gd name="connsiteY27" fmla="*/ 79800 h 189604"/>
                <a:gd name="connsiteX28" fmla="*/ 188503 w 190420"/>
                <a:gd name="connsiteY28" fmla="*/ 44049 h 189604"/>
                <a:gd name="connsiteX29" fmla="*/ 188503 w 190420"/>
                <a:gd name="connsiteY29" fmla="*/ 35112 h 189604"/>
                <a:gd name="connsiteX30" fmla="*/ 180197 w 190420"/>
                <a:gd name="connsiteY30" fmla="*/ 36389 h 189604"/>
                <a:gd name="connsiteX31" fmla="*/ 180197 w 190420"/>
                <a:gd name="connsiteY31" fmla="*/ 36389 h 189604"/>
                <a:gd name="connsiteX32" fmla="*/ 180197 w 190420"/>
                <a:gd name="connsiteY32" fmla="*/ 36389 h 189604"/>
                <a:gd name="connsiteX33" fmla="*/ 122687 w 190420"/>
                <a:gd name="connsiteY33" fmla="*/ 128318 h 189604"/>
                <a:gd name="connsiteX34" fmla="*/ 63260 w 190420"/>
                <a:gd name="connsiteY34" fmla="*/ 128318 h 189604"/>
                <a:gd name="connsiteX35" fmla="*/ 63260 w 190420"/>
                <a:gd name="connsiteY35" fmla="*/ 68947 h 189604"/>
                <a:gd name="connsiteX36" fmla="*/ 93293 w 190420"/>
                <a:gd name="connsiteY36" fmla="*/ 38942 h 189604"/>
                <a:gd name="connsiteX37" fmla="*/ 106073 w 190420"/>
                <a:gd name="connsiteY37" fmla="*/ 51710 h 189604"/>
                <a:gd name="connsiteX38" fmla="*/ 106073 w 190420"/>
                <a:gd name="connsiteY38" fmla="*/ 51710 h 189604"/>
                <a:gd name="connsiteX39" fmla="*/ 111185 w 190420"/>
                <a:gd name="connsiteY39" fmla="*/ 56817 h 189604"/>
                <a:gd name="connsiteX40" fmla="*/ 152719 w 190420"/>
                <a:gd name="connsiteY40" fmla="*/ 98313 h 189604"/>
                <a:gd name="connsiteX41" fmla="*/ 122687 w 190420"/>
                <a:gd name="connsiteY41" fmla="*/ 128318 h 18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90420" h="189604">
                  <a:moveTo>
                    <a:pt x="180197" y="36389"/>
                  </a:moveTo>
                  <a:lnTo>
                    <a:pt x="144412" y="72139"/>
                  </a:lnTo>
                  <a:lnTo>
                    <a:pt x="118852" y="46603"/>
                  </a:lnTo>
                  <a:lnTo>
                    <a:pt x="154637" y="10853"/>
                  </a:lnTo>
                  <a:cubicBezTo>
                    <a:pt x="157192" y="8299"/>
                    <a:pt x="157192" y="4469"/>
                    <a:pt x="154637" y="1915"/>
                  </a:cubicBezTo>
                  <a:cubicBezTo>
                    <a:pt x="152081" y="-638"/>
                    <a:pt x="148247" y="-638"/>
                    <a:pt x="145691" y="1915"/>
                  </a:cubicBezTo>
                  <a:cubicBezTo>
                    <a:pt x="145691" y="1915"/>
                    <a:pt x="145691" y="1915"/>
                    <a:pt x="145691" y="1915"/>
                  </a:cubicBezTo>
                  <a:lnTo>
                    <a:pt x="109907" y="37027"/>
                  </a:lnTo>
                  <a:lnTo>
                    <a:pt x="91376" y="18514"/>
                  </a:lnTo>
                  <a:cubicBezTo>
                    <a:pt x="88820" y="15960"/>
                    <a:pt x="84986" y="15322"/>
                    <a:pt x="82430" y="17875"/>
                  </a:cubicBezTo>
                  <a:cubicBezTo>
                    <a:pt x="79874" y="20429"/>
                    <a:pt x="79235" y="24259"/>
                    <a:pt x="81791" y="26813"/>
                  </a:cubicBezTo>
                  <a:cubicBezTo>
                    <a:pt x="81791" y="26813"/>
                    <a:pt x="82430" y="27451"/>
                    <a:pt x="82430" y="27451"/>
                  </a:cubicBezTo>
                  <a:lnTo>
                    <a:pt x="83708" y="28728"/>
                  </a:lnTo>
                  <a:lnTo>
                    <a:pt x="53675" y="58733"/>
                  </a:lnTo>
                  <a:cubicBezTo>
                    <a:pt x="33867" y="78523"/>
                    <a:pt x="31949" y="109804"/>
                    <a:pt x="49203" y="131510"/>
                  </a:cubicBezTo>
                  <a:lnTo>
                    <a:pt x="1917" y="178751"/>
                  </a:lnTo>
                  <a:cubicBezTo>
                    <a:pt x="-639" y="181305"/>
                    <a:pt x="-639" y="185135"/>
                    <a:pt x="1917" y="187689"/>
                  </a:cubicBezTo>
                  <a:cubicBezTo>
                    <a:pt x="4473" y="190243"/>
                    <a:pt x="8307" y="190243"/>
                    <a:pt x="10863" y="187689"/>
                  </a:cubicBezTo>
                  <a:cubicBezTo>
                    <a:pt x="10863" y="187689"/>
                    <a:pt x="10863" y="187689"/>
                    <a:pt x="10863" y="187689"/>
                  </a:cubicBezTo>
                  <a:lnTo>
                    <a:pt x="58148" y="140447"/>
                  </a:lnTo>
                  <a:cubicBezTo>
                    <a:pt x="79874" y="157684"/>
                    <a:pt x="111185" y="155769"/>
                    <a:pt x="130994" y="135979"/>
                  </a:cubicBezTo>
                  <a:lnTo>
                    <a:pt x="161027" y="105974"/>
                  </a:lnTo>
                  <a:lnTo>
                    <a:pt x="162304" y="107251"/>
                  </a:lnTo>
                  <a:cubicBezTo>
                    <a:pt x="164861" y="109804"/>
                    <a:pt x="168694" y="109804"/>
                    <a:pt x="171250" y="107251"/>
                  </a:cubicBezTo>
                  <a:cubicBezTo>
                    <a:pt x="173807" y="104697"/>
                    <a:pt x="173807" y="100867"/>
                    <a:pt x="171250" y="98313"/>
                  </a:cubicBezTo>
                  <a:lnTo>
                    <a:pt x="165499" y="92568"/>
                  </a:lnTo>
                  <a:lnTo>
                    <a:pt x="165499" y="92568"/>
                  </a:lnTo>
                  <a:lnTo>
                    <a:pt x="152719" y="79800"/>
                  </a:lnTo>
                  <a:lnTo>
                    <a:pt x="188503" y="44049"/>
                  </a:lnTo>
                  <a:cubicBezTo>
                    <a:pt x="191059" y="41496"/>
                    <a:pt x="191059" y="37666"/>
                    <a:pt x="188503" y="35112"/>
                  </a:cubicBezTo>
                  <a:cubicBezTo>
                    <a:pt x="186586" y="33835"/>
                    <a:pt x="182113" y="33835"/>
                    <a:pt x="180197" y="36389"/>
                  </a:cubicBezTo>
                  <a:lnTo>
                    <a:pt x="180197" y="36389"/>
                  </a:lnTo>
                  <a:lnTo>
                    <a:pt x="180197" y="36389"/>
                  </a:lnTo>
                  <a:close/>
                  <a:moveTo>
                    <a:pt x="122687" y="128318"/>
                  </a:moveTo>
                  <a:cubicBezTo>
                    <a:pt x="106073" y="144916"/>
                    <a:pt x="79874" y="144916"/>
                    <a:pt x="63260" y="128318"/>
                  </a:cubicBezTo>
                  <a:cubicBezTo>
                    <a:pt x="46647" y="111720"/>
                    <a:pt x="46647" y="85545"/>
                    <a:pt x="63260" y="68947"/>
                  </a:cubicBezTo>
                  <a:lnTo>
                    <a:pt x="93293" y="38942"/>
                  </a:lnTo>
                  <a:lnTo>
                    <a:pt x="106073" y="51710"/>
                  </a:lnTo>
                  <a:lnTo>
                    <a:pt x="106073" y="51710"/>
                  </a:lnTo>
                  <a:lnTo>
                    <a:pt x="111185" y="56817"/>
                  </a:lnTo>
                  <a:lnTo>
                    <a:pt x="152719" y="98313"/>
                  </a:lnTo>
                  <a:lnTo>
                    <a:pt x="122687" y="128318"/>
                  </a:lnTo>
                  <a:close/>
                </a:path>
              </a:pathLst>
            </a:custGeom>
            <a:solidFill>
              <a:srgbClr val="007680"/>
            </a:solidFill>
            <a:ln w="6390" cap="flat">
              <a:noFill/>
              <a:prstDash val="solid"/>
              <a:miter/>
            </a:ln>
          </p:spPr>
          <p:txBody>
            <a:bodyPr rtlCol="0" anchor="ctr"/>
            <a:lstStyle/>
            <a:p>
              <a:endParaRPr lang="en-US"/>
            </a:p>
          </p:txBody>
        </p:sp>
      </p:grpSp>
      <p:grpSp>
        <p:nvGrpSpPr>
          <p:cNvPr id="672" name="Graphic 5">
            <a:extLst>
              <a:ext uri="{FF2B5EF4-FFF2-40B4-BE49-F238E27FC236}">
                <a16:creationId xmlns:a16="http://schemas.microsoft.com/office/drawing/2014/main" id="{C4675BD7-6F2D-F14D-BFD9-C671F7956C74}"/>
              </a:ext>
            </a:extLst>
          </p:cNvPr>
          <p:cNvGrpSpPr/>
          <p:nvPr/>
        </p:nvGrpSpPr>
        <p:grpSpPr>
          <a:xfrm>
            <a:off x="10935099" y="1881522"/>
            <a:ext cx="362309" cy="361971"/>
            <a:chOff x="10935099" y="1881522"/>
            <a:chExt cx="362309" cy="361971"/>
          </a:xfrm>
          <a:solidFill>
            <a:srgbClr val="007680"/>
          </a:solidFill>
        </p:grpSpPr>
        <p:sp>
          <p:nvSpPr>
            <p:cNvPr id="673" name="Graphic 5">
              <a:extLst>
                <a:ext uri="{FF2B5EF4-FFF2-40B4-BE49-F238E27FC236}">
                  <a16:creationId xmlns:a16="http://schemas.microsoft.com/office/drawing/2014/main" id="{75BBA778-62F3-FC4D-A5F6-DC606103669A}"/>
                </a:ext>
              </a:extLst>
            </p:cNvPr>
            <p:cNvSpPr/>
            <p:nvPr/>
          </p:nvSpPr>
          <p:spPr>
            <a:xfrm>
              <a:off x="10935099" y="1881522"/>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6"/>
                    <a:pt x="0" y="181305"/>
                  </a:cubicBezTo>
                  <a:cubicBezTo>
                    <a:pt x="0" y="281534"/>
                    <a:pt x="81152" y="361972"/>
                    <a:pt x="181474" y="361972"/>
                  </a:cubicBezTo>
                  <a:cubicBezTo>
                    <a:pt x="281796" y="361972"/>
                    <a:pt x="362309" y="280895"/>
                    <a:pt x="362309" y="180667"/>
                  </a:cubicBezTo>
                  <a:cubicBezTo>
                    <a:pt x="362309" y="81076"/>
                    <a:pt x="281157" y="0"/>
                    <a:pt x="180835" y="0"/>
                  </a:cubicBezTo>
                  <a:cubicBezTo>
                    <a:pt x="181474" y="0"/>
                    <a:pt x="180835" y="0"/>
                    <a:pt x="180835" y="0"/>
                  </a:cubicBezTo>
                  <a:close/>
                  <a:moveTo>
                    <a:pt x="180835" y="349204"/>
                  </a:moveTo>
                  <a:cubicBezTo>
                    <a:pt x="87542" y="349204"/>
                    <a:pt x="12780" y="273873"/>
                    <a:pt x="12780" y="180667"/>
                  </a:cubicBezTo>
                  <a:cubicBezTo>
                    <a:pt x="12780" y="87460"/>
                    <a:pt x="88181" y="12768"/>
                    <a:pt x="181474" y="12768"/>
                  </a:cubicBezTo>
                  <a:cubicBezTo>
                    <a:pt x="274128" y="12768"/>
                    <a:pt x="349529" y="88099"/>
                    <a:pt x="349529" y="180667"/>
                  </a:cubicBezTo>
                  <a:cubicBezTo>
                    <a:pt x="349529" y="273873"/>
                    <a:pt x="274128"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674" name="Graphic 5">
              <a:extLst>
                <a:ext uri="{FF2B5EF4-FFF2-40B4-BE49-F238E27FC236}">
                  <a16:creationId xmlns:a16="http://schemas.microsoft.com/office/drawing/2014/main" id="{BBD7EC7F-602D-2F4A-99A3-B01FF117A472}"/>
                </a:ext>
              </a:extLst>
            </p:cNvPr>
            <p:cNvSpPr/>
            <p:nvPr/>
          </p:nvSpPr>
          <p:spPr>
            <a:xfrm>
              <a:off x="11005361" y="1962198"/>
              <a:ext cx="220508" cy="214291"/>
            </a:xfrm>
            <a:custGeom>
              <a:avLst/>
              <a:gdLst>
                <a:gd name="connsiteX0" fmla="*/ 147635 w 220508"/>
                <a:gd name="connsiteY0" fmla="*/ 400 h 214291"/>
                <a:gd name="connsiteX1" fmla="*/ 139328 w 220508"/>
                <a:gd name="connsiteY1" fmla="*/ 4230 h 214291"/>
                <a:gd name="connsiteX2" fmla="*/ 143162 w 220508"/>
                <a:gd name="connsiteY2" fmla="*/ 12530 h 214291"/>
                <a:gd name="connsiteX3" fmla="*/ 202589 w 220508"/>
                <a:gd name="connsiteY3" fmla="*/ 137017 h 214291"/>
                <a:gd name="connsiteX4" fmla="*/ 77985 w 220508"/>
                <a:gd name="connsiteY4" fmla="*/ 196388 h 214291"/>
                <a:gd name="connsiteX5" fmla="*/ 18558 w 220508"/>
                <a:gd name="connsiteY5" fmla="*/ 71901 h 214291"/>
                <a:gd name="connsiteX6" fmla="*/ 77985 w 220508"/>
                <a:gd name="connsiteY6" fmla="*/ 12530 h 214291"/>
                <a:gd name="connsiteX7" fmla="*/ 81819 w 220508"/>
                <a:gd name="connsiteY7" fmla="*/ 4230 h 214291"/>
                <a:gd name="connsiteX8" fmla="*/ 73512 w 220508"/>
                <a:gd name="connsiteY8" fmla="*/ 400 h 214291"/>
                <a:gd name="connsiteX9" fmla="*/ 6418 w 220508"/>
                <a:gd name="connsiteY9" fmla="*/ 140847 h 214291"/>
                <a:gd name="connsiteX10" fmla="*/ 146997 w 220508"/>
                <a:gd name="connsiteY10" fmla="*/ 207879 h 214291"/>
                <a:gd name="connsiteX11" fmla="*/ 214091 w 220508"/>
                <a:gd name="connsiteY11" fmla="*/ 67432 h 214291"/>
                <a:gd name="connsiteX12" fmla="*/ 147635 w 220508"/>
                <a:gd name="connsiteY12" fmla="*/ 400 h 214291"/>
                <a:gd name="connsiteX13" fmla="*/ 147635 w 220508"/>
                <a:gd name="connsiteY13" fmla="*/ 400 h 214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508" h="214291">
                  <a:moveTo>
                    <a:pt x="147635" y="400"/>
                  </a:moveTo>
                  <a:cubicBezTo>
                    <a:pt x="144440" y="-877"/>
                    <a:pt x="140607" y="1038"/>
                    <a:pt x="139328" y="4230"/>
                  </a:cubicBezTo>
                  <a:cubicBezTo>
                    <a:pt x="138050" y="7422"/>
                    <a:pt x="139967" y="11253"/>
                    <a:pt x="143162" y="12530"/>
                  </a:cubicBezTo>
                  <a:cubicBezTo>
                    <a:pt x="193643" y="30405"/>
                    <a:pt x="220481" y="85945"/>
                    <a:pt x="202589" y="137017"/>
                  </a:cubicBezTo>
                  <a:cubicBezTo>
                    <a:pt x="184697" y="187451"/>
                    <a:pt x="129104" y="214263"/>
                    <a:pt x="77985" y="196388"/>
                  </a:cubicBezTo>
                  <a:cubicBezTo>
                    <a:pt x="27504" y="178513"/>
                    <a:pt x="667" y="122972"/>
                    <a:pt x="18558" y="71901"/>
                  </a:cubicBezTo>
                  <a:cubicBezTo>
                    <a:pt x="28143" y="44450"/>
                    <a:pt x="50508" y="22106"/>
                    <a:pt x="77985" y="12530"/>
                  </a:cubicBezTo>
                  <a:cubicBezTo>
                    <a:pt x="81180" y="11253"/>
                    <a:pt x="83097" y="7422"/>
                    <a:pt x="81819" y="4230"/>
                  </a:cubicBezTo>
                  <a:cubicBezTo>
                    <a:pt x="80541" y="1038"/>
                    <a:pt x="76707" y="-877"/>
                    <a:pt x="73512" y="400"/>
                  </a:cubicBezTo>
                  <a:cubicBezTo>
                    <a:pt x="16003" y="20829"/>
                    <a:pt x="-14030" y="83392"/>
                    <a:pt x="6418" y="140847"/>
                  </a:cubicBezTo>
                  <a:cubicBezTo>
                    <a:pt x="26865" y="198303"/>
                    <a:pt x="89487" y="228308"/>
                    <a:pt x="146997" y="207879"/>
                  </a:cubicBezTo>
                  <a:cubicBezTo>
                    <a:pt x="204506" y="187451"/>
                    <a:pt x="234538" y="124888"/>
                    <a:pt x="214091" y="67432"/>
                  </a:cubicBezTo>
                  <a:cubicBezTo>
                    <a:pt x="203866" y="36150"/>
                    <a:pt x="178946" y="11891"/>
                    <a:pt x="147635" y="400"/>
                  </a:cubicBezTo>
                  <a:lnTo>
                    <a:pt x="147635" y="400"/>
                  </a:lnTo>
                  <a:close/>
                </a:path>
              </a:pathLst>
            </a:custGeom>
            <a:solidFill>
              <a:srgbClr val="007680"/>
            </a:solidFill>
            <a:ln w="6390" cap="flat">
              <a:noFill/>
              <a:prstDash val="solid"/>
              <a:miter/>
            </a:ln>
          </p:spPr>
          <p:txBody>
            <a:bodyPr rtlCol="0" anchor="ctr"/>
            <a:lstStyle/>
            <a:p>
              <a:endParaRPr lang="en-US"/>
            </a:p>
          </p:txBody>
        </p:sp>
        <p:sp>
          <p:nvSpPr>
            <p:cNvPr id="675" name="Graphic 5">
              <a:extLst>
                <a:ext uri="{FF2B5EF4-FFF2-40B4-BE49-F238E27FC236}">
                  <a16:creationId xmlns:a16="http://schemas.microsoft.com/office/drawing/2014/main" id="{B2B86A95-0395-6A4E-926B-38455CE761DB}"/>
                </a:ext>
              </a:extLst>
            </p:cNvPr>
            <p:cNvSpPr/>
            <p:nvPr/>
          </p:nvSpPr>
          <p:spPr>
            <a:xfrm>
              <a:off x="11109544" y="1947915"/>
              <a:ext cx="12779" cy="84906"/>
            </a:xfrm>
            <a:custGeom>
              <a:avLst/>
              <a:gdLst>
                <a:gd name="connsiteX0" fmla="*/ 6390 w 12779"/>
                <a:gd name="connsiteY0" fmla="*/ 84907 h 84906"/>
                <a:gd name="connsiteX1" fmla="*/ 12780 w 12779"/>
                <a:gd name="connsiteY1" fmla="*/ 78523 h 84906"/>
                <a:gd name="connsiteX2" fmla="*/ 12780 w 12779"/>
                <a:gd name="connsiteY2" fmla="*/ 6384 h 84906"/>
                <a:gd name="connsiteX3" fmla="*/ 6390 w 12779"/>
                <a:gd name="connsiteY3" fmla="*/ 0 h 84906"/>
                <a:gd name="connsiteX4" fmla="*/ 0 w 12779"/>
                <a:gd name="connsiteY4" fmla="*/ 6384 h 84906"/>
                <a:gd name="connsiteX5" fmla="*/ 0 w 12779"/>
                <a:gd name="connsiteY5" fmla="*/ 78523 h 84906"/>
                <a:gd name="connsiteX6" fmla="*/ 6390 w 12779"/>
                <a:gd name="connsiteY6" fmla="*/ 84907 h 84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84906">
                  <a:moveTo>
                    <a:pt x="6390" y="84907"/>
                  </a:moveTo>
                  <a:cubicBezTo>
                    <a:pt x="10224" y="84907"/>
                    <a:pt x="12780" y="82353"/>
                    <a:pt x="12780" y="78523"/>
                  </a:cubicBezTo>
                  <a:lnTo>
                    <a:pt x="12780" y="6384"/>
                  </a:lnTo>
                  <a:cubicBezTo>
                    <a:pt x="12780" y="2554"/>
                    <a:pt x="10224" y="0"/>
                    <a:pt x="6390" y="0"/>
                  </a:cubicBezTo>
                  <a:cubicBezTo>
                    <a:pt x="2556" y="0"/>
                    <a:pt x="0" y="2554"/>
                    <a:pt x="0" y="6384"/>
                  </a:cubicBezTo>
                  <a:lnTo>
                    <a:pt x="0" y="78523"/>
                  </a:lnTo>
                  <a:cubicBezTo>
                    <a:pt x="0" y="81715"/>
                    <a:pt x="3195" y="84907"/>
                    <a:pt x="6390" y="84907"/>
                  </a:cubicBezTo>
                  <a:close/>
                </a:path>
              </a:pathLst>
            </a:custGeom>
            <a:solidFill>
              <a:srgbClr val="007680"/>
            </a:solidFill>
            <a:ln w="6390" cap="flat">
              <a:noFill/>
              <a:prstDash val="solid"/>
              <a:miter/>
            </a:ln>
          </p:spPr>
          <p:txBody>
            <a:bodyPr rtlCol="0" anchor="ctr"/>
            <a:lstStyle/>
            <a:p>
              <a:endParaRPr lang="en-US"/>
            </a:p>
          </p:txBody>
        </p:sp>
      </p:grpSp>
      <p:grpSp>
        <p:nvGrpSpPr>
          <p:cNvPr id="676" name="Graphic 5">
            <a:extLst>
              <a:ext uri="{FF2B5EF4-FFF2-40B4-BE49-F238E27FC236}">
                <a16:creationId xmlns:a16="http://schemas.microsoft.com/office/drawing/2014/main" id="{D205D268-58A7-0A48-AD2E-41B7D7EE1F33}"/>
              </a:ext>
            </a:extLst>
          </p:cNvPr>
          <p:cNvGrpSpPr/>
          <p:nvPr/>
        </p:nvGrpSpPr>
        <p:grpSpPr>
          <a:xfrm>
            <a:off x="8841755" y="1881522"/>
            <a:ext cx="362309" cy="361971"/>
            <a:chOff x="8841755" y="1881522"/>
            <a:chExt cx="362309" cy="361971"/>
          </a:xfrm>
          <a:solidFill>
            <a:srgbClr val="007680"/>
          </a:solidFill>
        </p:grpSpPr>
        <p:sp>
          <p:nvSpPr>
            <p:cNvPr id="677" name="Graphic 5">
              <a:extLst>
                <a:ext uri="{FF2B5EF4-FFF2-40B4-BE49-F238E27FC236}">
                  <a16:creationId xmlns:a16="http://schemas.microsoft.com/office/drawing/2014/main" id="{1A2305CF-2B6B-5943-8262-9E9208DB1A04}"/>
                </a:ext>
              </a:extLst>
            </p:cNvPr>
            <p:cNvSpPr/>
            <p:nvPr/>
          </p:nvSpPr>
          <p:spPr>
            <a:xfrm>
              <a:off x="8841755" y="1881522"/>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3" y="0"/>
                    <a:pt x="0" y="81076"/>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6"/>
                    <a:pt x="281157"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873"/>
                    <a:pt x="274128" y="348565"/>
                    <a:pt x="181474" y="349204"/>
                  </a:cubicBezTo>
                  <a:close/>
                </a:path>
              </a:pathLst>
            </a:custGeom>
            <a:solidFill>
              <a:srgbClr val="007680"/>
            </a:solidFill>
            <a:ln w="6390" cap="flat">
              <a:noFill/>
              <a:prstDash val="solid"/>
              <a:miter/>
            </a:ln>
          </p:spPr>
          <p:txBody>
            <a:bodyPr rtlCol="0" anchor="ctr"/>
            <a:lstStyle/>
            <a:p>
              <a:endParaRPr lang="en-US"/>
            </a:p>
          </p:txBody>
        </p:sp>
        <p:sp>
          <p:nvSpPr>
            <p:cNvPr id="678" name="Graphic 5">
              <a:extLst>
                <a:ext uri="{FF2B5EF4-FFF2-40B4-BE49-F238E27FC236}">
                  <a16:creationId xmlns:a16="http://schemas.microsoft.com/office/drawing/2014/main" id="{111C5375-93F1-0D4F-838D-8631C0523E36}"/>
                </a:ext>
              </a:extLst>
            </p:cNvPr>
            <p:cNvSpPr/>
            <p:nvPr/>
          </p:nvSpPr>
          <p:spPr>
            <a:xfrm>
              <a:off x="8923547" y="1962598"/>
              <a:ext cx="199365" cy="199180"/>
            </a:xfrm>
            <a:custGeom>
              <a:avLst/>
              <a:gdLst>
                <a:gd name="connsiteX0" fmla="*/ 186586 w 199365"/>
                <a:gd name="connsiteY0" fmla="*/ 0 h 199180"/>
                <a:gd name="connsiteX1" fmla="*/ 12780 w 199365"/>
                <a:gd name="connsiteY1" fmla="*/ 0 h 199180"/>
                <a:gd name="connsiteX2" fmla="*/ 0 w 199365"/>
                <a:gd name="connsiteY2" fmla="*/ 12768 h 199180"/>
                <a:gd name="connsiteX3" fmla="*/ 0 w 199365"/>
                <a:gd name="connsiteY3" fmla="*/ 186412 h 199180"/>
                <a:gd name="connsiteX4" fmla="*/ 12780 w 199365"/>
                <a:gd name="connsiteY4" fmla="*/ 199180 h 199180"/>
                <a:gd name="connsiteX5" fmla="*/ 186586 w 199365"/>
                <a:gd name="connsiteY5" fmla="*/ 199180 h 199180"/>
                <a:gd name="connsiteX6" fmla="*/ 199366 w 199365"/>
                <a:gd name="connsiteY6" fmla="*/ 186412 h 199180"/>
                <a:gd name="connsiteX7" fmla="*/ 199366 w 199365"/>
                <a:gd name="connsiteY7" fmla="*/ 12768 h 199180"/>
                <a:gd name="connsiteX8" fmla="*/ 186586 w 199365"/>
                <a:gd name="connsiteY8" fmla="*/ 0 h 199180"/>
                <a:gd name="connsiteX9" fmla="*/ 186586 w 199365"/>
                <a:gd name="connsiteY9" fmla="*/ 186412 h 199180"/>
                <a:gd name="connsiteX10" fmla="*/ 12780 w 199365"/>
                <a:gd name="connsiteY10" fmla="*/ 186412 h 199180"/>
                <a:gd name="connsiteX11" fmla="*/ 12780 w 199365"/>
                <a:gd name="connsiteY11" fmla="*/ 12768 h 199180"/>
                <a:gd name="connsiteX12" fmla="*/ 186586 w 199365"/>
                <a:gd name="connsiteY12" fmla="*/ 12768 h 199180"/>
                <a:gd name="connsiteX13" fmla="*/ 186586 w 199365"/>
                <a:gd name="connsiteY13" fmla="*/ 186412 h 199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9365" h="199180">
                  <a:moveTo>
                    <a:pt x="186586" y="0"/>
                  </a:moveTo>
                  <a:lnTo>
                    <a:pt x="12780" y="0"/>
                  </a:lnTo>
                  <a:cubicBezTo>
                    <a:pt x="5751" y="0"/>
                    <a:pt x="0" y="5746"/>
                    <a:pt x="0" y="12768"/>
                  </a:cubicBezTo>
                  <a:lnTo>
                    <a:pt x="0" y="186412"/>
                  </a:lnTo>
                  <a:cubicBezTo>
                    <a:pt x="0" y="193435"/>
                    <a:pt x="5751" y="199180"/>
                    <a:pt x="12780" y="199180"/>
                  </a:cubicBezTo>
                  <a:lnTo>
                    <a:pt x="186586" y="199180"/>
                  </a:lnTo>
                  <a:cubicBezTo>
                    <a:pt x="193615" y="199180"/>
                    <a:pt x="199366" y="193435"/>
                    <a:pt x="199366" y="186412"/>
                  </a:cubicBezTo>
                  <a:lnTo>
                    <a:pt x="199366" y="12768"/>
                  </a:lnTo>
                  <a:cubicBezTo>
                    <a:pt x="199366" y="5746"/>
                    <a:pt x="193615" y="0"/>
                    <a:pt x="186586" y="0"/>
                  </a:cubicBezTo>
                  <a:close/>
                  <a:moveTo>
                    <a:pt x="186586" y="186412"/>
                  </a:moveTo>
                  <a:lnTo>
                    <a:pt x="12780" y="186412"/>
                  </a:lnTo>
                  <a:lnTo>
                    <a:pt x="12780" y="12768"/>
                  </a:lnTo>
                  <a:lnTo>
                    <a:pt x="186586" y="12768"/>
                  </a:lnTo>
                  <a:lnTo>
                    <a:pt x="186586" y="186412"/>
                  </a:lnTo>
                  <a:close/>
                </a:path>
              </a:pathLst>
            </a:custGeom>
            <a:solidFill>
              <a:srgbClr val="007680"/>
            </a:solidFill>
            <a:ln w="6390" cap="flat">
              <a:noFill/>
              <a:prstDash val="solid"/>
              <a:miter/>
            </a:ln>
          </p:spPr>
          <p:txBody>
            <a:bodyPr rtlCol="0" anchor="ctr"/>
            <a:lstStyle/>
            <a:p>
              <a:endParaRPr lang="en-US"/>
            </a:p>
          </p:txBody>
        </p:sp>
        <p:sp>
          <p:nvSpPr>
            <p:cNvPr id="679" name="Graphic 5">
              <a:extLst>
                <a:ext uri="{FF2B5EF4-FFF2-40B4-BE49-F238E27FC236}">
                  <a16:creationId xmlns:a16="http://schemas.microsoft.com/office/drawing/2014/main" id="{65FBDB4E-1002-1F4A-9AFB-FAE7585C725E}"/>
                </a:ext>
              </a:extLst>
            </p:cNvPr>
            <p:cNvSpPr/>
            <p:nvPr/>
          </p:nvSpPr>
          <p:spPr>
            <a:xfrm>
              <a:off x="8954219" y="1993241"/>
              <a:ext cx="137383" cy="137255"/>
            </a:xfrm>
            <a:custGeom>
              <a:avLst/>
              <a:gdLst>
                <a:gd name="connsiteX0" fmla="*/ 69011 w 137383"/>
                <a:gd name="connsiteY0" fmla="*/ 137256 h 137255"/>
                <a:gd name="connsiteX1" fmla="*/ 137384 w 137383"/>
                <a:gd name="connsiteY1" fmla="*/ 68308 h 137255"/>
                <a:gd name="connsiteX2" fmla="*/ 68372 w 137383"/>
                <a:gd name="connsiteY2" fmla="*/ 0 h 137255"/>
                <a:gd name="connsiteX3" fmla="*/ 0 w 137383"/>
                <a:gd name="connsiteY3" fmla="*/ 68308 h 137255"/>
                <a:gd name="connsiteX4" fmla="*/ 69011 w 137383"/>
                <a:gd name="connsiteY4" fmla="*/ 137256 h 137255"/>
                <a:gd name="connsiteX5" fmla="*/ 69011 w 137383"/>
                <a:gd name="connsiteY5" fmla="*/ 13406 h 137255"/>
                <a:gd name="connsiteX6" fmla="*/ 124604 w 137383"/>
                <a:gd name="connsiteY6" fmla="*/ 69585 h 137255"/>
                <a:gd name="connsiteX7" fmla="*/ 68372 w 137383"/>
                <a:gd name="connsiteY7" fmla="*/ 125126 h 137255"/>
                <a:gd name="connsiteX8" fmla="*/ 12780 w 137383"/>
                <a:gd name="connsiteY8" fmla="*/ 69585 h 137255"/>
                <a:gd name="connsiteX9" fmla="*/ 69011 w 137383"/>
                <a:gd name="connsiteY9" fmla="*/ 13406 h 137255"/>
                <a:gd name="connsiteX10" fmla="*/ 69011 w 137383"/>
                <a:gd name="connsiteY10" fmla="*/ 13406 h 13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383" h="137255">
                  <a:moveTo>
                    <a:pt x="69011" y="137256"/>
                  </a:moveTo>
                  <a:cubicBezTo>
                    <a:pt x="106712" y="137256"/>
                    <a:pt x="137384" y="106612"/>
                    <a:pt x="137384" y="68308"/>
                  </a:cubicBezTo>
                  <a:cubicBezTo>
                    <a:pt x="137384" y="30643"/>
                    <a:pt x="106712" y="0"/>
                    <a:pt x="68372" y="0"/>
                  </a:cubicBezTo>
                  <a:cubicBezTo>
                    <a:pt x="30671" y="0"/>
                    <a:pt x="0" y="30643"/>
                    <a:pt x="0" y="68308"/>
                  </a:cubicBezTo>
                  <a:cubicBezTo>
                    <a:pt x="0" y="106612"/>
                    <a:pt x="30671" y="137256"/>
                    <a:pt x="69011" y="137256"/>
                  </a:cubicBezTo>
                  <a:close/>
                  <a:moveTo>
                    <a:pt x="69011" y="13406"/>
                  </a:moveTo>
                  <a:cubicBezTo>
                    <a:pt x="99683" y="13406"/>
                    <a:pt x="124604" y="38304"/>
                    <a:pt x="124604" y="69585"/>
                  </a:cubicBezTo>
                  <a:cubicBezTo>
                    <a:pt x="124604" y="100867"/>
                    <a:pt x="99683" y="125126"/>
                    <a:pt x="68372" y="125126"/>
                  </a:cubicBezTo>
                  <a:cubicBezTo>
                    <a:pt x="37700" y="125126"/>
                    <a:pt x="12780" y="100228"/>
                    <a:pt x="12780" y="69585"/>
                  </a:cubicBezTo>
                  <a:cubicBezTo>
                    <a:pt x="12780" y="38304"/>
                    <a:pt x="37700" y="13406"/>
                    <a:pt x="69011" y="13406"/>
                  </a:cubicBezTo>
                  <a:lnTo>
                    <a:pt x="69011" y="13406"/>
                  </a:lnTo>
                  <a:close/>
                </a:path>
              </a:pathLst>
            </a:custGeom>
            <a:solidFill>
              <a:srgbClr val="007680"/>
            </a:solidFill>
            <a:ln w="6390" cap="flat">
              <a:noFill/>
              <a:prstDash val="solid"/>
              <a:miter/>
            </a:ln>
          </p:spPr>
          <p:txBody>
            <a:bodyPr rtlCol="0" anchor="ctr"/>
            <a:lstStyle/>
            <a:p>
              <a:endParaRPr lang="en-US"/>
            </a:p>
          </p:txBody>
        </p:sp>
        <p:sp>
          <p:nvSpPr>
            <p:cNvPr id="680" name="Graphic 5">
              <a:extLst>
                <a:ext uri="{FF2B5EF4-FFF2-40B4-BE49-F238E27FC236}">
                  <a16:creationId xmlns:a16="http://schemas.microsoft.com/office/drawing/2014/main" id="{C85999D1-1F1C-4E4E-A982-62999974C250}"/>
                </a:ext>
              </a:extLst>
            </p:cNvPr>
            <p:cNvSpPr/>
            <p:nvPr/>
          </p:nvSpPr>
          <p:spPr>
            <a:xfrm>
              <a:off x="9016840" y="2025161"/>
              <a:ext cx="12779" cy="28089"/>
            </a:xfrm>
            <a:custGeom>
              <a:avLst/>
              <a:gdLst>
                <a:gd name="connsiteX0" fmla="*/ 6390 w 12779"/>
                <a:gd name="connsiteY0" fmla="*/ 28089 h 28089"/>
                <a:gd name="connsiteX1" fmla="*/ 12780 w 12779"/>
                <a:gd name="connsiteY1" fmla="*/ 21706 h 28089"/>
                <a:gd name="connsiteX2" fmla="*/ 12780 w 12779"/>
                <a:gd name="connsiteY2" fmla="*/ 6384 h 28089"/>
                <a:gd name="connsiteX3" fmla="*/ 6390 w 12779"/>
                <a:gd name="connsiteY3" fmla="*/ 0 h 28089"/>
                <a:gd name="connsiteX4" fmla="*/ 0 w 12779"/>
                <a:gd name="connsiteY4" fmla="*/ 6384 h 28089"/>
                <a:gd name="connsiteX5" fmla="*/ 0 w 12779"/>
                <a:gd name="connsiteY5" fmla="*/ 21706 h 28089"/>
                <a:gd name="connsiteX6" fmla="*/ 6390 w 12779"/>
                <a:gd name="connsiteY6" fmla="*/ 28089 h 2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8089">
                  <a:moveTo>
                    <a:pt x="6390" y="28089"/>
                  </a:moveTo>
                  <a:cubicBezTo>
                    <a:pt x="10224" y="28089"/>
                    <a:pt x="12780" y="25536"/>
                    <a:pt x="12780" y="21706"/>
                  </a:cubicBezTo>
                  <a:lnTo>
                    <a:pt x="12780" y="6384"/>
                  </a:lnTo>
                  <a:cubicBezTo>
                    <a:pt x="12780" y="2554"/>
                    <a:pt x="10224" y="0"/>
                    <a:pt x="6390" y="0"/>
                  </a:cubicBezTo>
                  <a:cubicBezTo>
                    <a:pt x="2556" y="0"/>
                    <a:pt x="0" y="2554"/>
                    <a:pt x="0" y="6384"/>
                  </a:cubicBezTo>
                  <a:lnTo>
                    <a:pt x="0" y="21706"/>
                  </a:lnTo>
                  <a:cubicBezTo>
                    <a:pt x="0" y="25536"/>
                    <a:pt x="2556" y="28089"/>
                    <a:pt x="6390" y="28089"/>
                  </a:cubicBezTo>
                  <a:close/>
                </a:path>
              </a:pathLst>
            </a:custGeom>
            <a:solidFill>
              <a:srgbClr val="007680"/>
            </a:solidFill>
            <a:ln w="6390" cap="flat">
              <a:noFill/>
              <a:prstDash val="solid"/>
              <a:miter/>
            </a:ln>
          </p:spPr>
          <p:txBody>
            <a:bodyPr rtlCol="0" anchor="ctr"/>
            <a:lstStyle/>
            <a:p>
              <a:endParaRPr lang="en-US"/>
            </a:p>
          </p:txBody>
        </p:sp>
        <p:sp>
          <p:nvSpPr>
            <p:cNvPr id="681" name="Graphic 5">
              <a:extLst>
                <a:ext uri="{FF2B5EF4-FFF2-40B4-BE49-F238E27FC236}">
                  <a16:creationId xmlns:a16="http://schemas.microsoft.com/office/drawing/2014/main" id="{F9AD0183-304E-0940-91BE-22240020D2C3}"/>
                </a:ext>
              </a:extLst>
            </p:cNvPr>
            <p:cNvSpPr/>
            <p:nvPr/>
          </p:nvSpPr>
          <p:spPr>
            <a:xfrm>
              <a:off x="8985529" y="2071764"/>
              <a:ext cx="28115" cy="12767"/>
            </a:xfrm>
            <a:custGeom>
              <a:avLst/>
              <a:gdLst>
                <a:gd name="connsiteX0" fmla="*/ 6390 w 28115"/>
                <a:gd name="connsiteY0" fmla="*/ 12768 h 12767"/>
                <a:gd name="connsiteX1" fmla="*/ 21726 w 28115"/>
                <a:gd name="connsiteY1" fmla="*/ 12768 h 12767"/>
                <a:gd name="connsiteX2" fmla="*/ 28116 w 28115"/>
                <a:gd name="connsiteY2" fmla="*/ 6384 h 12767"/>
                <a:gd name="connsiteX3" fmla="*/ 21726 w 28115"/>
                <a:gd name="connsiteY3" fmla="*/ 0 h 12767"/>
                <a:gd name="connsiteX4" fmla="*/ 6390 w 28115"/>
                <a:gd name="connsiteY4" fmla="*/ 0 h 12767"/>
                <a:gd name="connsiteX5" fmla="*/ 0 w 28115"/>
                <a:gd name="connsiteY5" fmla="*/ 6384 h 12767"/>
                <a:gd name="connsiteX6" fmla="*/ 6390 w 28115"/>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15" h="12767">
                  <a:moveTo>
                    <a:pt x="6390" y="12768"/>
                  </a:moveTo>
                  <a:lnTo>
                    <a:pt x="21726" y="12768"/>
                  </a:lnTo>
                  <a:cubicBezTo>
                    <a:pt x="25560" y="12768"/>
                    <a:pt x="28116" y="10214"/>
                    <a:pt x="28116" y="6384"/>
                  </a:cubicBezTo>
                  <a:cubicBezTo>
                    <a:pt x="28116" y="2554"/>
                    <a:pt x="25560" y="0"/>
                    <a:pt x="21726" y="0"/>
                  </a:cubicBezTo>
                  <a:lnTo>
                    <a:pt x="6390" y="0"/>
                  </a:lnTo>
                  <a:cubicBezTo>
                    <a:pt x="2556" y="0"/>
                    <a:pt x="0" y="2554"/>
                    <a:pt x="0" y="6384"/>
                  </a:cubicBezTo>
                  <a:cubicBezTo>
                    <a:pt x="0" y="10214"/>
                    <a:pt x="2556" y="12768"/>
                    <a:pt x="6390" y="12768"/>
                  </a:cubicBezTo>
                  <a:close/>
                </a:path>
              </a:pathLst>
            </a:custGeom>
            <a:solidFill>
              <a:srgbClr val="007680"/>
            </a:solidFill>
            <a:ln w="6390" cap="flat">
              <a:noFill/>
              <a:prstDash val="solid"/>
              <a:miter/>
            </a:ln>
          </p:spPr>
          <p:txBody>
            <a:bodyPr rtlCol="0" anchor="ctr"/>
            <a:lstStyle/>
            <a:p>
              <a:endParaRPr lang="en-US"/>
            </a:p>
          </p:txBody>
        </p:sp>
        <p:sp>
          <p:nvSpPr>
            <p:cNvPr id="682" name="Graphic 5">
              <a:extLst>
                <a:ext uri="{FF2B5EF4-FFF2-40B4-BE49-F238E27FC236}">
                  <a16:creationId xmlns:a16="http://schemas.microsoft.com/office/drawing/2014/main" id="{F41C36B9-E7AC-6D47-A40D-BA683A8B2DD9}"/>
                </a:ext>
              </a:extLst>
            </p:cNvPr>
            <p:cNvSpPr/>
            <p:nvPr/>
          </p:nvSpPr>
          <p:spPr>
            <a:xfrm>
              <a:off x="9032176" y="2071764"/>
              <a:ext cx="28115" cy="12767"/>
            </a:xfrm>
            <a:custGeom>
              <a:avLst/>
              <a:gdLst>
                <a:gd name="connsiteX0" fmla="*/ 6390 w 28115"/>
                <a:gd name="connsiteY0" fmla="*/ 12768 h 12767"/>
                <a:gd name="connsiteX1" fmla="*/ 21726 w 28115"/>
                <a:gd name="connsiteY1" fmla="*/ 12768 h 12767"/>
                <a:gd name="connsiteX2" fmla="*/ 28116 w 28115"/>
                <a:gd name="connsiteY2" fmla="*/ 6384 h 12767"/>
                <a:gd name="connsiteX3" fmla="*/ 21726 w 28115"/>
                <a:gd name="connsiteY3" fmla="*/ 0 h 12767"/>
                <a:gd name="connsiteX4" fmla="*/ 6390 w 28115"/>
                <a:gd name="connsiteY4" fmla="*/ 0 h 12767"/>
                <a:gd name="connsiteX5" fmla="*/ 0 w 28115"/>
                <a:gd name="connsiteY5" fmla="*/ 6384 h 12767"/>
                <a:gd name="connsiteX6" fmla="*/ 6390 w 28115"/>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15" h="12767">
                  <a:moveTo>
                    <a:pt x="6390" y="12768"/>
                  </a:moveTo>
                  <a:lnTo>
                    <a:pt x="21726" y="12768"/>
                  </a:lnTo>
                  <a:cubicBezTo>
                    <a:pt x="25560" y="12768"/>
                    <a:pt x="28116" y="10214"/>
                    <a:pt x="28116" y="6384"/>
                  </a:cubicBezTo>
                  <a:cubicBezTo>
                    <a:pt x="28116" y="2554"/>
                    <a:pt x="25560" y="0"/>
                    <a:pt x="21726" y="0"/>
                  </a:cubicBezTo>
                  <a:lnTo>
                    <a:pt x="6390" y="0"/>
                  </a:lnTo>
                  <a:cubicBezTo>
                    <a:pt x="2556" y="0"/>
                    <a:pt x="0" y="2554"/>
                    <a:pt x="0" y="6384"/>
                  </a:cubicBezTo>
                  <a:cubicBezTo>
                    <a:pt x="0" y="10214"/>
                    <a:pt x="2556" y="12768"/>
                    <a:pt x="6390" y="12768"/>
                  </a:cubicBezTo>
                  <a:close/>
                </a:path>
              </a:pathLst>
            </a:custGeom>
            <a:solidFill>
              <a:srgbClr val="007680"/>
            </a:solidFill>
            <a:ln w="6390" cap="flat">
              <a:noFill/>
              <a:prstDash val="solid"/>
              <a:miter/>
            </a:ln>
          </p:spPr>
          <p:txBody>
            <a:bodyPr rtlCol="0" anchor="ctr"/>
            <a:lstStyle/>
            <a:p>
              <a:endParaRPr lang="en-US"/>
            </a:p>
          </p:txBody>
        </p:sp>
      </p:grpSp>
      <p:grpSp>
        <p:nvGrpSpPr>
          <p:cNvPr id="683" name="Graphic 5">
            <a:extLst>
              <a:ext uri="{FF2B5EF4-FFF2-40B4-BE49-F238E27FC236}">
                <a16:creationId xmlns:a16="http://schemas.microsoft.com/office/drawing/2014/main" id="{90E217AB-176F-2247-8E42-770F3AB6F329}"/>
              </a:ext>
            </a:extLst>
          </p:cNvPr>
          <p:cNvGrpSpPr/>
          <p:nvPr/>
        </p:nvGrpSpPr>
        <p:grpSpPr>
          <a:xfrm>
            <a:off x="5708769" y="3340900"/>
            <a:ext cx="362312" cy="361971"/>
            <a:chOff x="5708769" y="3340900"/>
            <a:chExt cx="362312" cy="361971"/>
          </a:xfrm>
          <a:solidFill>
            <a:srgbClr val="007680"/>
          </a:solidFill>
        </p:grpSpPr>
        <p:sp>
          <p:nvSpPr>
            <p:cNvPr id="684" name="Graphic 5">
              <a:extLst>
                <a:ext uri="{FF2B5EF4-FFF2-40B4-BE49-F238E27FC236}">
                  <a16:creationId xmlns:a16="http://schemas.microsoft.com/office/drawing/2014/main" id="{A894112C-7B4D-7748-B67E-E2C7A0FB9A1B}"/>
                </a:ext>
              </a:extLst>
            </p:cNvPr>
            <p:cNvSpPr/>
            <p:nvPr/>
          </p:nvSpPr>
          <p:spPr>
            <a:xfrm>
              <a:off x="5708769" y="3340900"/>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8565 h 361971"/>
                <a:gd name="connsiteX7" fmla="*/ 12780 w 362312"/>
                <a:gd name="connsiteY7" fmla="*/ 180667 h 361971"/>
                <a:gd name="connsiteX8" fmla="*/ 180835 w 362312"/>
                <a:gd name="connsiteY8" fmla="*/ 12129 h 361971"/>
                <a:gd name="connsiteX9" fmla="*/ 349529 w 362312"/>
                <a:gd name="connsiteY9" fmla="*/ 180028 h 361971"/>
                <a:gd name="connsiteX10" fmla="*/ 349529 w 362312"/>
                <a:gd name="connsiteY10" fmla="*/ 180028 h 361971"/>
                <a:gd name="connsiteX11" fmla="*/ 181474 w 362312"/>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close/>
                  <a:moveTo>
                    <a:pt x="181474" y="348565"/>
                  </a:moveTo>
                  <a:cubicBezTo>
                    <a:pt x="88181" y="348565"/>
                    <a:pt x="12780" y="273234"/>
                    <a:pt x="12780" y="180667"/>
                  </a:cubicBezTo>
                  <a:cubicBezTo>
                    <a:pt x="12780" y="87461"/>
                    <a:pt x="88181" y="12129"/>
                    <a:pt x="180835" y="12129"/>
                  </a:cubicBezTo>
                  <a:cubicBezTo>
                    <a:pt x="274128" y="12129"/>
                    <a:pt x="349529" y="87461"/>
                    <a:pt x="349529" y="180028"/>
                  </a:cubicBezTo>
                  <a:cubicBezTo>
                    <a:pt x="349529" y="180028"/>
                    <a:pt x="349529" y="180028"/>
                    <a:pt x="349529" y="180028"/>
                  </a:cubicBezTo>
                  <a:cubicBezTo>
                    <a:pt x="350168" y="273234"/>
                    <a:pt x="274767" y="348565"/>
                    <a:pt x="181474" y="348565"/>
                  </a:cubicBezTo>
                  <a:close/>
                </a:path>
              </a:pathLst>
            </a:custGeom>
            <a:solidFill>
              <a:srgbClr val="007680"/>
            </a:solidFill>
            <a:ln w="6390" cap="flat">
              <a:noFill/>
              <a:prstDash val="solid"/>
              <a:miter/>
            </a:ln>
          </p:spPr>
          <p:txBody>
            <a:bodyPr rtlCol="0" anchor="ctr"/>
            <a:lstStyle/>
            <a:p>
              <a:endParaRPr lang="en-US"/>
            </a:p>
          </p:txBody>
        </p:sp>
        <p:sp>
          <p:nvSpPr>
            <p:cNvPr id="685" name="Graphic 5">
              <a:extLst>
                <a:ext uri="{FF2B5EF4-FFF2-40B4-BE49-F238E27FC236}">
                  <a16:creationId xmlns:a16="http://schemas.microsoft.com/office/drawing/2014/main" id="{93FEB847-FB7B-6043-8914-4D13B06E8262}"/>
                </a:ext>
              </a:extLst>
            </p:cNvPr>
            <p:cNvSpPr/>
            <p:nvPr/>
          </p:nvSpPr>
          <p:spPr>
            <a:xfrm>
              <a:off x="5788004" y="3419423"/>
              <a:ext cx="204477" cy="204287"/>
            </a:xfrm>
            <a:custGeom>
              <a:avLst/>
              <a:gdLst>
                <a:gd name="connsiteX0" fmla="*/ 191698 w 204477"/>
                <a:gd name="connsiteY0" fmla="*/ 0 h 204287"/>
                <a:gd name="connsiteX1" fmla="*/ 12780 w 204477"/>
                <a:gd name="connsiteY1" fmla="*/ 0 h 204287"/>
                <a:gd name="connsiteX2" fmla="*/ 0 w 204477"/>
                <a:gd name="connsiteY2" fmla="*/ 12768 h 204287"/>
                <a:gd name="connsiteX3" fmla="*/ 0 w 204477"/>
                <a:gd name="connsiteY3" fmla="*/ 191519 h 204287"/>
                <a:gd name="connsiteX4" fmla="*/ 12780 w 204477"/>
                <a:gd name="connsiteY4" fmla="*/ 204287 h 204287"/>
                <a:gd name="connsiteX5" fmla="*/ 191698 w 204477"/>
                <a:gd name="connsiteY5" fmla="*/ 204287 h 204287"/>
                <a:gd name="connsiteX6" fmla="*/ 204478 w 204477"/>
                <a:gd name="connsiteY6" fmla="*/ 191519 h 204287"/>
                <a:gd name="connsiteX7" fmla="*/ 204478 w 204477"/>
                <a:gd name="connsiteY7" fmla="*/ 12768 h 204287"/>
                <a:gd name="connsiteX8" fmla="*/ 191698 w 204477"/>
                <a:gd name="connsiteY8" fmla="*/ 0 h 204287"/>
                <a:gd name="connsiteX9" fmla="*/ 191698 w 204477"/>
                <a:gd name="connsiteY9" fmla="*/ 191519 h 204287"/>
                <a:gd name="connsiteX10" fmla="*/ 12780 w 204477"/>
                <a:gd name="connsiteY10" fmla="*/ 191519 h 204287"/>
                <a:gd name="connsiteX11" fmla="*/ 12780 w 204477"/>
                <a:gd name="connsiteY11" fmla="*/ 12768 h 204287"/>
                <a:gd name="connsiteX12" fmla="*/ 191698 w 204477"/>
                <a:gd name="connsiteY12" fmla="*/ 12768 h 204287"/>
                <a:gd name="connsiteX13" fmla="*/ 191698 w 204477"/>
                <a:gd name="connsiteY13" fmla="*/ 191519 h 204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4477" h="204287">
                  <a:moveTo>
                    <a:pt x="191698" y="0"/>
                  </a:moveTo>
                  <a:lnTo>
                    <a:pt x="12780" y="0"/>
                  </a:lnTo>
                  <a:cubicBezTo>
                    <a:pt x="5751" y="0"/>
                    <a:pt x="0" y="5746"/>
                    <a:pt x="0" y="12768"/>
                  </a:cubicBezTo>
                  <a:lnTo>
                    <a:pt x="0" y="191519"/>
                  </a:lnTo>
                  <a:cubicBezTo>
                    <a:pt x="0" y="198542"/>
                    <a:pt x="5751" y="204287"/>
                    <a:pt x="12780" y="204287"/>
                  </a:cubicBezTo>
                  <a:lnTo>
                    <a:pt x="191698" y="204287"/>
                  </a:lnTo>
                  <a:cubicBezTo>
                    <a:pt x="198727" y="204287"/>
                    <a:pt x="204478" y="198542"/>
                    <a:pt x="204478" y="191519"/>
                  </a:cubicBezTo>
                  <a:lnTo>
                    <a:pt x="204478" y="12768"/>
                  </a:lnTo>
                  <a:cubicBezTo>
                    <a:pt x="204478" y="5746"/>
                    <a:pt x="198727" y="0"/>
                    <a:pt x="191698" y="0"/>
                  </a:cubicBezTo>
                  <a:close/>
                  <a:moveTo>
                    <a:pt x="191698" y="191519"/>
                  </a:moveTo>
                  <a:lnTo>
                    <a:pt x="12780" y="191519"/>
                  </a:lnTo>
                  <a:lnTo>
                    <a:pt x="12780" y="12768"/>
                  </a:lnTo>
                  <a:lnTo>
                    <a:pt x="191698" y="12768"/>
                  </a:lnTo>
                  <a:lnTo>
                    <a:pt x="191698" y="191519"/>
                  </a:lnTo>
                  <a:close/>
                </a:path>
              </a:pathLst>
            </a:custGeom>
            <a:solidFill>
              <a:srgbClr val="007680"/>
            </a:solidFill>
            <a:ln w="6390" cap="flat">
              <a:noFill/>
              <a:prstDash val="solid"/>
              <a:miter/>
            </a:ln>
          </p:spPr>
          <p:txBody>
            <a:bodyPr rtlCol="0" anchor="ctr"/>
            <a:lstStyle/>
            <a:p>
              <a:endParaRPr lang="en-US"/>
            </a:p>
          </p:txBody>
        </p:sp>
        <p:sp>
          <p:nvSpPr>
            <p:cNvPr id="686" name="Graphic 5">
              <a:extLst>
                <a:ext uri="{FF2B5EF4-FFF2-40B4-BE49-F238E27FC236}">
                  <a16:creationId xmlns:a16="http://schemas.microsoft.com/office/drawing/2014/main" id="{B2DEF22E-CBFA-5F44-AF7D-1BA415D77F20}"/>
                </a:ext>
              </a:extLst>
            </p:cNvPr>
            <p:cNvSpPr/>
            <p:nvPr/>
          </p:nvSpPr>
          <p:spPr>
            <a:xfrm>
              <a:off x="5819954" y="3451343"/>
              <a:ext cx="140578" cy="140447"/>
            </a:xfrm>
            <a:custGeom>
              <a:avLst/>
              <a:gdLst>
                <a:gd name="connsiteX0" fmla="*/ 70289 w 140578"/>
                <a:gd name="connsiteY0" fmla="*/ 140448 h 140447"/>
                <a:gd name="connsiteX1" fmla="*/ 140579 w 140578"/>
                <a:gd name="connsiteY1" fmla="*/ 70224 h 140447"/>
                <a:gd name="connsiteX2" fmla="*/ 70289 w 140578"/>
                <a:gd name="connsiteY2" fmla="*/ 0 h 140447"/>
                <a:gd name="connsiteX3" fmla="*/ 0 w 140578"/>
                <a:gd name="connsiteY3" fmla="*/ 70224 h 140447"/>
                <a:gd name="connsiteX4" fmla="*/ 70289 w 140578"/>
                <a:gd name="connsiteY4" fmla="*/ 140448 h 140447"/>
                <a:gd name="connsiteX5" fmla="*/ 70289 w 140578"/>
                <a:gd name="connsiteY5" fmla="*/ 140448 h 140447"/>
                <a:gd name="connsiteX6" fmla="*/ 70289 w 140578"/>
                <a:gd name="connsiteY6" fmla="*/ 12768 h 140447"/>
                <a:gd name="connsiteX7" fmla="*/ 127799 w 140578"/>
                <a:gd name="connsiteY7" fmla="*/ 70224 h 140447"/>
                <a:gd name="connsiteX8" fmla="*/ 70289 w 140578"/>
                <a:gd name="connsiteY8" fmla="*/ 127680 h 140447"/>
                <a:gd name="connsiteX9" fmla="*/ 12780 w 140578"/>
                <a:gd name="connsiteY9" fmla="*/ 70224 h 140447"/>
                <a:gd name="connsiteX10" fmla="*/ 70289 w 140578"/>
                <a:gd name="connsiteY10" fmla="*/ 12768 h 140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578" h="140447">
                  <a:moveTo>
                    <a:pt x="70289" y="140448"/>
                  </a:moveTo>
                  <a:cubicBezTo>
                    <a:pt x="109268" y="140448"/>
                    <a:pt x="140579" y="109166"/>
                    <a:pt x="140579" y="70224"/>
                  </a:cubicBezTo>
                  <a:cubicBezTo>
                    <a:pt x="140579" y="31282"/>
                    <a:pt x="109268" y="0"/>
                    <a:pt x="70289" y="0"/>
                  </a:cubicBezTo>
                  <a:cubicBezTo>
                    <a:pt x="31311" y="0"/>
                    <a:pt x="0" y="31282"/>
                    <a:pt x="0" y="70224"/>
                  </a:cubicBezTo>
                  <a:cubicBezTo>
                    <a:pt x="0" y="109166"/>
                    <a:pt x="31950" y="140448"/>
                    <a:pt x="70289" y="140448"/>
                  </a:cubicBezTo>
                  <a:lnTo>
                    <a:pt x="70289" y="140448"/>
                  </a:lnTo>
                  <a:close/>
                  <a:moveTo>
                    <a:pt x="70289" y="12768"/>
                  </a:moveTo>
                  <a:cubicBezTo>
                    <a:pt x="102239" y="12768"/>
                    <a:pt x="127799" y="38304"/>
                    <a:pt x="127799" y="70224"/>
                  </a:cubicBezTo>
                  <a:cubicBezTo>
                    <a:pt x="127799" y="102144"/>
                    <a:pt x="102239" y="127680"/>
                    <a:pt x="70289" y="127680"/>
                  </a:cubicBezTo>
                  <a:cubicBezTo>
                    <a:pt x="38340" y="127680"/>
                    <a:pt x="12780" y="102144"/>
                    <a:pt x="12780" y="70224"/>
                  </a:cubicBezTo>
                  <a:cubicBezTo>
                    <a:pt x="12780" y="38304"/>
                    <a:pt x="38979" y="12768"/>
                    <a:pt x="70289" y="12768"/>
                  </a:cubicBezTo>
                  <a:close/>
                </a:path>
              </a:pathLst>
            </a:custGeom>
            <a:solidFill>
              <a:srgbClr val="007680"/>
            </a:solidFill>
            <a:ln w="6390" cap="flat">
              <a:noFill/>
              <a:prstDash val="solid"/>
              <a:miter/>
            </a:ln>
          </p:spPr>
          <p:txBody>
            <a:bodyPr rtlCol="0" anchor="ctr"/>
            <a:lstStyle/>
            <a:p>
              <a:endParaRPr lang="en-US"/>
            </a:p>
          </p:txBody>
        </p:sp>
        <p:sp>
          <p:nvSpPr>
            <p:cNvPr id="687" name="Graphic 5">
              <a:extLst>
                <a:ext uri="{FF2B5EF4-FFF2-40B4-BE49-F238E27FC236}">
                  <a16:creationId xmlns:a16="http://schemas.microsoft.com/office/drawing/2014/main" id="{9E68A398-241D-294C-A638-84311F6A3B47}"/>
                </a:ext>
              </a:extLst>
            </p:cNvPr>
            <p:cNvSpPr/>
            <p:nvPr/>
          </p:nvSpPr>
          <p:spPr>
            <a:xfrm>
              <a:off x="5853821" y="3509437"/>
              <a:ext cx="24282" cy="24259"/>
            </a:xfrm>
            <a:custGeom>
              <a:avLst/>
              <a:gdLst>
                <a:gd name="connsiteX0" fmla="*/ 12141 w 24282"/>
                <a:gd name="connsiteY0" fmla="*/ 24259 h 24259"/>
                <a:gd name="connsiteX1" fmla="*/ 24282 w 24282"/>
                <a:gd name="connsiteY1" fmla="*/ 12130 h 24259"/>
                <a:gd name="connsiteX2" fmla="*/ 12141 w 24282"/>
                <a:gd name="connsiteY2" fmla="*/ 0 h 24259"/>
                <a:gd name="connsiteX3" fmla="*/ 0 w 24282"/>
                <a:gd name="connsiteY3" fmla="*/ 12130 h 24259"/>
                <a:gd name="connsiteX4" fmla="*/ 0 w 24282"/>
                <a:gd name="connsiteY4" fmla="*/ 12130 h 24259"/>
                <a:gd name="connsiteX5" fmla="*/ 12141 w 24282"/>
                <a:gd name="connsiteY5" fmla="*/ 24259 h 24259"/>
                <a:gd name="connsiteX6" fmla="*/ 12141 w 24282"/>
                <a:gd name="connsiteY6" fmla="*/ 24259 h 24259"/>
                <a:gd name="connsiteX7" fmla="*/ 12141 w 24282"/>
                <a:gd name="connsiteY7" fmla="*/ 11491 h 24259"/>
                <a:gd name="connsiteX8" fmla="*/ 12141 w 24282"/>
                <a:gd name="connsiteY8" fmla="*/ 12130 h 24259"/>
                <a:gd name="connsiteX9" fmla="*/ 12141 w 24282"/>
                <a:gd name="connsiteY9" fmla="*/ 11491 h 24259"/>
                <a:gd name="connsiteX10" fmla="*/ 12141 w 24282"/>
                <a:gd name="connsiteY10" fmla="*/ 11491 h 24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82" h="24259">
                  <a:moveTo>
                    <a:pt x="12141" y="24259"/>
                  </a:moveTo>
                  <a:cubicBezTo>
                    <a:pt x="19170" y="24259"/>
                    <a:pt x="24282" y="18514"/>
                    <a:pt x="24282" y="12130"/>
                  </a:cubicBezTo>
                  <a:cubicBezTo>
                    <a:pt x="24282" y="5107"/>
                    <a:pt x="18531" y="0"/>
                    <a:pt x="12141" y="0"/>
                  </a:cubicBezTo>
                  <a:cubicBezTo>
                    <a:pt x="5751" y="0"/>
                    <a:pt x="0" y="5746"/>
                    <a:pt x="0" y="12130"/>
                  </a:cubicBezTo>
                  <a:cubicBezTo>
                    <a:pt x="0" y="12130"/>
                    <a:pt x="0" y="12130"/>
                    <a:pt x="0" y="12130"/>
                  </a:cubicBezTo>
                  <a:cubicBezTo>
                    <a:pt x="0" y="19152"/>
                    <a:pt x="5112" y="24259"/>
                    <a:pt x="12141" y="24259"/>
                  </a:cubicBezTo>
                  <a:cubicBezTo>
                    <a:pt x="12141" y="24259"/>
                    <a:pt x="12141" y="24259"/>
                    <a:pt x="12141" y="24259"/>
                  </a:cubicBezTo>
                  <a:close/>
                  <a:moveTo>
                    <a:pt x="12141" y="11491"/>
                  </a:moveTo>
                  <a:lnTo>
                    <a:pt x="12141" y="12130"/>
                  </a:lnTo>
                  <a:cubicBezTo>
                    <a:pt x="12141" y="12768"/>
                    <a:pt x="11502" y="12130"/>
                    <a:pt x="12141" y="11491"/>
                  </a:cubicBezTo>
                  <a:lnTo>
                    <a:pt x="12141" y="11491"/>
                  </a:lnTo>
                  <a:close/>
                </a:path>
              </a:pathLst>
            </a:custGeom>
            <a:solidFill>
              <a:srgbClr val="007680"/>
            </a:solidFill>
            <a:ln w="6390" cap="flat">
              <a:noFill/>
              <a:prstDash val="solid"/>
              <a:miter/>
            </a:ln>
          </p:spPr>
          <p:txBody>
            <a:bodyPr rtlCol="0" anchor="ctr"/>
            <a:lstStyle/>
            <a:p>
              <a:endParaRPr lang="en-US"/>
            </a:p>
          </p:txBody>
        </p:sp>
        <p:sp>
          <p:nvSpPr>
            <p:cNvPr id="688" name="Graphic 5">
              <a:extLst>
                <a:ext uri="{FF2B5EF4-FFF2-40B4-BE49-F238E27FC236}">
                  <a16:creationId xmlns:a16="http://schemas.microsoft.com/office/drawing/2014/main" id="{530CD657-C346-D642-9257-AA3D2FB974D1}"/>
                </a:ext>
              </a:extLst>
            </p:cNvPr>
            <p:cNvSpPr/>
            <p:nvPr/>
          </p:nvSpPr>
          <p:spPr>
            <a:xfrm>
              <a:off x="5904253" y="3509437"/>
              <a:ext cx="24330" cy="24259"/>
            </a:xfrm>
            <a:custGeom>
              <a:avLst/>
              <a:gdLst>
                <a:gd name="connsiteX0" fmla="*/ 12190 w 24330"/>
                <a:gd name="connsiteY0" fmla="*/ 24259 h 24259"/>
                <a:gd name="connsiteX1" fmla="*/ 24330 w 24330"/>
                <a:gd name="connsiteY1" fmla="*/ 12130 h 24259"/>
                <a:gd name="connsiteX2" fmla="*/ 12190 w 24330"/>
                <a:gd name="connsiteY2" fmla="*/ 0 h 24259"/>
                <a:gd name="connsiteX3" fmla="*/ 49 w 24330"/>
                <a:gd name="connsiteY3" fmla="*/ 12130 h 24259"/>
                <a:gd name="connsiteX4" fmla="*/ 49 w 24330"/>
                <a:gd name="connsiteY4" fmla="*/ 12130 h 24259"/>
                <a:gd name="connsiteX5" fmla="*/ 12190 w 24330"/>
                <a:gd name="connsiteY5" fmla="*/ 24259 h 24259"/>
                <a:gd name="connsiteX6" fmla="*/ 12190 w 24330"/>
                <a:gd name="connsiteY6" fmla="*/ 11491 h 24259"/>
                <a:gd name="connsiteX7" fmla="*/ 12190 w 24330"/>
                <a:gd name="connsiteY7" fmla="*/ 12130 h 24259"/>
                <a:gd name="connsiteX8" fmla="*/ 12190 w 24330"/>
                <a:gd name="connsiteY8" fmla="*/ 11491 h 24259"/>
                <a:gd name="connsiteX9" fmla="*/ 12190 w 24330"/>
                <a:gd name="connsiteY9" fmla="*/ 11491 h 24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30" h="24259">
                  <a:moveTo>
                    <a:pt x="12190" y="24259"/>
                  </a:moveTo>
                  <a:cubicBezTo>
                    <a:pt x="19218" y="24259"/>
                    <a:pt x="24330" y="18514"/>
                    <a:pt x="24330" y="12130"/>
                  </a:cubicBezTo>
                  <a:cubicBezTo>
                    <a:pt x="24330" y="5107"/>
                    <a:pt x="18580" y="0"/>
                    <a:pt x="12190" y="0"/>
                  </a:cubicBezTo>
                  <a:cubicBezTo>
                    <a:pt x="5800" y="0"/>
                    <a:pt x="49" y="5746"/>
                    <a:pt x="49" y="12130"/>
                  </a:cubicBezTo>
                  <a:cubicBezTo>
                    <a:pt x="49" y="12130"/>
                    <a:pt x="49" y="12130"/>
                    <a:pt x="49" y="12130"/>
                  </a:cubicBezTo>
                  <a:cubicBezTo>
                    <a:pt x="-590" y="19152"/>
                    <a:pt x="5160" y="24259"/>
                    <a:pt x="12190" y="24259"/>
                  </a:cubicBezTo>
                  <a:close/>
                  <a:moveTo>
                    <a:pt x="12190" y="11491"/>
                  </a:moveTo>
                  <a:lnTo>
                    <a:pt x="12190" y="12130"/>
                  </a:lnTo>
                  <a:cubicBezTo>
                    <a:pt x="11550" y="12768"/>
                    <a:pt x="11550" y="12130"/>
                    <a:pt x="12190" y="11491"/>
                  </a:cubicBezTo>
                  <a:lnTo>
                    <a:pt x="12190" y="11491"/>
                  </a:lnTo>
                  <a:close/>
                </a:path>
              </a:pathLst>
            </a:custGeom>
            <a:solidFill>
              <a:srgbClr val="007680"/>
            </a:solidFill>
            <a:ln w="6390" cap="flat">
              <a:noFill/>
              <a:prstDash val="solid"/>
              <a:miter/>
            </a:ln>
          </p:spPr>
          <p:txBody>
            <a:bodyPr rtlCol="0" anchor="ctr"/>
            <a:lstStyle/>
            <a:p>
              <a:endParaRPr lang="en-US"/>
            </a:p>
          </p:txBody>
        </p:sp>
      </p:grpSp>
      <p:grpSp>
        <p:nvGrpSpPr>
          <p:cNvPr id="689" name="Graphic 5">
            <a:extLst>
              <a:ext uri="{FF2B5EF4-FFF2-40B4-BE49-F238E27FC236}">
                <a16:creationId xmlns:a16="http://schemas.microsoft.com/office/drawing/2014/main" id="{0CD704DA-5890-EF46-8CB8-938CA2DED693}"/>
              </a:ext>
            </a:extLst>
          </p:cNvPr>
          <p:cNvGrpSpPr/>
          <p:nvPr/>
        </p:nvGrpSpPr>
        <p:grpSpPr>
          <a:xfrm>
            <a:off x="9887788" y="2371811"/>
            <a:ext cx="361674" cy="361971"/>
            <a:chOff x="9887788" y="2371811"/>
            <a:chExt cx="361674" cy="361971"/>
          </a:xfrm>
          <a:solidFill>
            <a:srgbClr val="007680"/>
          </a:solidFill>
        </p:grpSpPr>
        <p:sp>
          <p:nvSpPr>
            <p:cNvPr id="690" name="Graphic 5">
              <a:extLst>
                <a:ext uri="{FF2B5EF4-FFF2-40B4-BE49-F238E27FC236}">
                  <a16:creationId xmlns:a16="http://schemas.microsoft.com/office/drawing/2014/main" id="{47C358B9-76BD-8444-B744-0E4462D77E3C}"/>
                </a:ext>
              </a:extLst>
            </p:cNvPr>
            <p:cNvSpPr/>
            <p:nvPr/>
          </p:nvSpPr>
          <p:spPr>
            <a:xfrm>
              <a:off x="9887788" y="2371811"/>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 name="connsiteX13" fmla="*/ 180835 w 361674"/>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4" h="361971">
                  <a:moveTo>
                    <a:pt x="180835" y="0"/>
                  </a:moveTo>
                  <a:cubicBezTo>
                    <a:pt x="80513" y="0"/>
                    <a:pt x="0" y="81077"/>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2309" y="81077"/>
                    <a:pt x="281157" y="0"/>
                    <a:pt x="180835" y="0"/>
                  </a:cubicBezTo>
                  <a:cubicBezTo>
                    <a:pt x="180835" y="0"/>
                    <a:pt x="180835" y="0"/>
                    <a:pt x="180835" y="0"/>
                  </a:cubicBezTo>
                  <a:close/>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cubicBezTo>
                    <a:pt x="348890" y="180667"/>
                    <a:pt x="348890" y="180667"/>
                    <a:pt x="348890" y="180667"/>
                  </a:cubicBezTo>
                  <a:cubicBezTo>
                    <a:pt x="349529" y="273873"/>
                    <a:pt x="274128" y="349204"/>
                    <a:pt x="180835" y="349204"/>
                  </a:cubicBezTo>
                  <a:lnTo>
                    <a:pt x="180835" y="349204"/>
                  </a:lnTo>
                  <a:close/>
                </a:path>
              </a:pathLst>
            </a:custGeom>
            <a:solidFill>
              <a:srgbClr val="007680"/>
            </a:solidFill>
            <a:ln w="6390" cap="flat">
              <a:noFill/>
              <a:prstDash val="solid"/>
              <a:miter/>
            </a:ln>
          </p:spPr>
          <p:txBody>
            <a:bodyPr rtlCol="0" anchor="ctr"/>
            <a:lstStyle/>
            <a:p>
              <a:endParaRPr lang="en-US"/>
            </a:p>
          </p:txBody>
        </p:sp>
        <p:sp>
          <p:nvSpPr>
            <p:cNvPr id="691" name="Graphic 5">
              <a:extLst>
                <a:ext uri="{FF2B5EF4-FFF2-40B4-BE49-F238E27FC236}">
                  <a16:creationId xmlns:a16="http://schemas.microsoft.com/office/drawing/2014/main" id="{32F86E82-2F4C-2445-9165-68F47C1C5587}"/>
                </a:ext>
              </a:extLst>
            </p:cNvPr>
            <p:cNvSpPr/>
            <p:nvPr/>
          </p:nvSpPr>
          <p:spPr>
            <a:xfrm>
              <a:off x="10006002" y="2439482"/>
              <a:ext cx="123964" cy="227908"/>
            </a:xfrm>
            <a:custGeom>
              <a:avLst/>
              <a:gdLst>
                <a:gd name="connsiteX0" fmla="*/ 65177 w 123964"/>
                <a:gd name="connsiteY0" fmla="*/ 33197 h 227908"/>
                <a:gd name="connsiteX1" fmla="*/ 63899 w 123964"/>
                <a:gd name="connsiteY1" fmla="*/ 33197 h 227908"/>
                <a:gd name="connsiteX2" fmla="*/ 63261 w 123964"/>
                <a:gd name="connsiteY2" fmla="*/ 33197 h 227908"/>
                <a:gd name="connsiteX3" fmla="*/ 63261 w 123964"/>
                <a:gd name="connsiteY3" fmla="*/ 6384 h 227908"/>
                <a:gd name="connsiteX4" fmla="*/ 56871 w 123964"/>
                <a:gd name="connsiteY4" fmla="*/ 0 h 227908"/>
                <a:gd name="connsiteX5" fmla="*/ 23642 w 123964"/>
                <a:gd name="connsiteY5" fmla="*/ 0 h 227908"/>
                <a:gd name="connsiteX6" fmla="*/ 17253 w 123964"/>
                <a:gd name="connsiteY6" fmla="*/ 6384 h 227908"/>
                <a:gd name="connsiteX7" fmla="*/ 17253 w 123964"/>
                <a:gd name="connsiteY7" fmla="*/ 33197 h 227908"/>
                <a:gd name="connsiteX8" fmla="*/ 6390 w 123964"/>
                <a:gd name="connsiteY8" fmla="*/ 33197 h 227908"/>
                <a:gd name="connsiteX9" fmla="*/ 0 w 123964"/>
                <a:gd name="connsiteY9" fmla="*/ 39581 h 227908"/>
                <a:gd name="connsiteX10" fmla="*/ 0 w 123964"/>
                <a:gd name="connsiteY10" fmla="*/ 221524 h 227908"/>
                <a:gd name="connsiteX11" fmla="*/ 6390 w 123964"/>
                <a:gd name="connsiteY11" fmla="*/ 227908 h 227908"/>
                <a:gd name="connsiteX12" fmla="*/ 117575 w 123964"/>
                <a:gd name="connsiteY12" fmla="*/ 227908 h 227908"/>
                <a:gd name="connsiteX13" fmla="*/ 123965 w 123964"/>
                <a:gd name="connsiteY13" fmla="*/ 221524 h 227908"/>
                <a:gd name="connsiteX14" fmla="*/ 123965 w 123964"/>
                <a:gd name="connsiteY14" fmla="*/ 111720 h 227908"/>
                <a:gd name="connsiteX15" fmla="*/ 106073 w 123964"/>
                <a:gd name="connsiteY15" fmla="*/ 57456 h 227908"/>
                <a:gd name="connsiteX16" fmla="*/ 65177 w 123964"/>
                <a:gd name="connsiteY16" fmla="*/ 33197 h 227908"/>
                <a:gd name="connsiteX17" fmla="*/ 30671 w 123964"/>
                <a:gd name="connsiteY17" fmla="*/ 12130 h 227908"/>
                <a:gd name="connsiteX18" fmla="*/ 51119 w 123964"/>
                <a:gd name="connsiteY18" fmla="*/ 12130 h 227908"/>
                <a:gd name="connsiteX19" fmla="*/ 51119 w 123964"/>
                <a:gd name="connsiteY19" fmla="*/ 32558 h 227908"/>
                <a:gd name="connsiteX20" fmla="*/ 30671 w 123964"/>
                <a:gd name="connsiteY20" fmla="*/ 32558 h 227908"/>
                <a:gd name="connsiteX21" fmla="*/ 30671 w 123964"/>
                <a:gd name="connsiteY21" fmla="*/ 12130 h 227908"/>
                <a:gd name="connsiteX22" fmla="*/ 111824 w 123964"/>
                <a:gd name="connsiteY22" fmla="*/ 214502 h 227908"/>
                <a:gd name="connsiteX23" fmla="*/ 13419 w 123964"/>
                <a:gd name="connsiteY23" fmla="*/ 214502 h 227908"/>
                <a:gd name="connsiteX24" fmla="*/ 13419 w 123964"/>
                <a:gd name="connsiteY24" fmla="*/ 45965 h 227908"/>
                <a:gd name="connsiteX25" fmla="*/ 63261 w 123964"/>
                <a:gd name="connsiteY25" fmla="*/ 45965 h 227908"/>
                <a:gd name="connsiteX26" fmla="*/ 97127 w 123964"/>
                <a:gd name="connsiteY26" fmla="*/ 65755 h 227908"/>
                <a:gd name="connsiteX27" fmla="*/ 111824 w 123964"/>
                <a:gd name="connsiteY27" fmla="*/ 111081 h 227908"/>
                <a:gd name="connsiteX28" fmla="*/ 111824 w 123964"/>
                <a:gd name="connsiteY28" fmla="*/ 214502 h 22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3964" h="227908">
                  <a:moveTo>
                    <a:pt x="65177" y="33197"/>
                  </a:moveTo>
                  <a:lnTo>
                    <a:pt x="63899" y="33197"/>
                  </a:lnTo>
                  <a:lnTo>
                    <a:pt x="63261" y="33197"/>
                  </a:lnTo>
                  <a:lnTo>
                    <a:pt x="63261" y="6384"/>
                  </a:lnTo>
                  <a:cubicBezTo>
                    <a:pt x="63261" y="2554"/>
                    <a:pt x="60704" y="0"/>
                    <a:pt x="56871" y="0"/>
                  </a:cubicBezTo>
                  <a:lnTo>
                    <a:pt x="23642" y="0"/>
                  </a:lnTo>
                  <a:cubicBezTo>
                    <a:pt x="19809" y="0"/>
                    <a:pt x="17253" y="2554"/>
                    <a:pt x="17253" y="6384"/>
                  </a:cubicBezTo>
                  <a:lnTo>
                    <a:pt x="17253" y="33197"/>
                  </a:lnTo>
                  <a:lnTo>
                    <a:pt x="6390" y="33197"/>
                  </a:lnTo>
                  <a:cubicBezTo>
                    <a:pt x="2556" y="33197"/>
                    <a:pt x="0" y="35750"/>
                    <a:pt x="0" y="39581"/>
                  </a:cubicBezTo>
                  <a:lnTo>
                    <a:pt x="0" y="221524"/>
                  </a:lnTo>
                  <a:cubicBezTo>
                    <a:pt x="0" y="225355"/>
                    <a:pt x="2556" y="227908"/>
                    <a:pt x="6390" y="227908"/>
                  </a:cubicBezTo>
                  <a:lnTo>
                    <a:pt x="117575" y="227908"/>
                  </a:lnTo>
                  <a:cubicBezTo>
                    <a:pt x="121409" y="227908"/>
                    <a:pt x="123965" y="225355"/>
                    <a:pt x="123965" y="221524"/>
                  </a:cubicBezTo>
                  <a:lnTo>
                    <a:pt x="123965" y="111720"/>
                  </a:lnTo>
                  <a:cubicBezTo>
                    <a:pt x="123965" y="110443"/>
                    <a:pt x="123965" y="77246"/>
                    <a:pt x="106073" y="57456"/>
                  </a:cubicBezTo>
                  <a:cubicBezTo>
                    <a:pt x="95210" y="45326"/>
                    <a:pt x="81152" y="36389"/>
                    <a:pt x="65177" y="33197"/>
                  </a:cubicBezTo>
                  <a:close/>
                  <a:moveTo>
                    <a:pt x="30671" y="12130"/>
                  </a:moveTo>
                  <a:lnTo>
                    <a:pt x="51119" y="12130"/>
                  </a:lnTo>
                  <a:lnTo>
                    <a:pt x="51119" y="32558"/>
                  </a:lnTo>
                  <a:lnTo>
                    <a:pt x="30671" y="32558"/>
                  </a:lnTo>
                  <a:lnTo>
                    <a:pt x="30671" y="12130"/>
                  </a:lnTo>
                  <a:close/>
                  <a:moveTo>
                    <a:pt x="111824" y="214502"/>
                  </a:moveTo>
                  <a:lnTo>
                    <a:pt x="13419" y="214502"/>
                  </a:lnTo>
                  <a:lnTo>
                    <a:pt x="13419" y="45965"/>
                  </a:lnTo>
                  <a:lnTo>
                    <a:pt x="63261" y="45965"/>
                  </a:lnTo>
                  <a:cubicBezTo>
                    <a:pt x="76040" y="49157"/>
                    <a:pt x="88181" y="56179"/>
                    <a:pt x="97127" y="65755"/>
                  </a:cubicBezTo>
                  <a:cubicBezTo>
                    <a:pt x="111185" y="81715"/>
                    <a:pt x="111824" y="111081"/>
                    <a:pt x="111824" y="111081"/>
                  </a:cubicBezTo>
                  <a:lnTo>
                    <a:pt x="111824" y="214502"/>
                  </a:lnTo>
                  <a:close/>
                </a:path>
              </a:pathLst>
            </a:custGeom>
            <a:solidFill>
              <a:srgbClr val="007680"/>
            </a:solidFill>
            <a:ln w="6390" cap="flat">
              <a:noFill/>
              <a:prstDash val="solid"/>
              <a:miter/>
            </a:ln>
          </p:spPr>
          <p:txBody>
            <a:bodyPr rtlCol="0" anchor="ctr"/>
            <a:lstStyle/>
            <a:p>
              <a:endParaRPr lang="en-US"/>
            </a:p>
          </p:txBody>
        </p:sp>
        <p:sp>
          <p:nvSpPr>
            <p:cNvPr id="692" name="Graphic 5">
              <a:extLst>
                <a:ext uri="{FF2B5EF4-FFF2-40B4-BE49-F238E27FC236}">
                  <a16:creationId xmlns:a16="http://schemas.microsoft.com/office/drawing/2014/main" id="{873CA621-CD1D-E448-B2A1-92CFC1C729CB}"/>
                </a:ext>
              </a:extLst>
            </p:cNvPr>
            <p:cNvSpPr/>
            <p:nvPr/>
          </p:nvSpPr>
          <p:spPr>
            <a:xfrm>
              <a:off x="10066856" y="2504747"/>
              <a:ext cx="33579" cy="54731"/>
            </a:xfrm>
            <a:custGeom>
              <a:avLst/>
              <a:gdLst>
                <a:gd name="connsiteX0" fmla="*/ 11992 w 33579"/>
                <a:gd name="connsiteY0" fmla="*/ 3681 h 54731"/>
                <a:gd name="connsiteX1" fmla="*/ 3685 w 33579"/>
                <a:gd name="connsiteY1" fmla="*/ 489 h 54731"/>
                <a:gd name="connsiteX2" fmla="*/ 490 w 33579"/>
                <a:gd name="connsiteY2" fmla="*/ 8789 h 54731"/>
                <a:gd name="connsiteX3" fmla="*/ 21577 w 33579"/>
                <a:gd name="connsiteY3" fmla="*/ 51561 h 54731"/>
                <a:gd name="connsiteX4" fmla="*/ 30522 w 33579"/>
                <a:gd name="connsiteY4" fmla="*/ 54115 h 54731"/>
                <a:gd name="connsiteX5" fmla="*/ 33078 w 33579"/>
                <a:gd name="connsiteY5" fmla="*/ 46454 h 54731"/>
                <a:gd name="connsiteX6" fmla="*/ 11992 w 33579"/>
                <a:gd name="connsiteY6" fmla="*/ 3681 h 54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79" h="54731">
                  <a:moveTo>
                    <a:pt x="11992" y="3681"/>
                  </a:moveTo>
                  <a:cubicBezTo>
                    <a:pt x="10713" y="489"/>
                    <a:pt x="6880" y="-787"/>
                    <a:pt x="3685" y="489"/>
                  </a:cubicBezTo>
                  <a:cubicBezTo>
                    <a:pt x="490" y="1766"/>
                    <a:pt x="-788" y="5597"/>
                    <a:pt x="490" y="8789"/>
                  </a:cubicBezTo>
                  <a:lnTo>
                    <a:pt x="21577" y="51561"/>
                  </a:lnTo>
                  <a:cubicBezTo>
                    <a:pt x="23493" y="54753"/>
                    <a:pt x="27327" y="55392"/>
                    <a:pt x="30522" y="54115"/>
                  </a:cubicBezTo>
                  <a:cubicBezTo>
                    <a:pt x="33078" y="52200"/>
                    <a:pt x="34357" y="49008"/>
                    <a:pt x="33078" y="46454"/>
                  </a:cubicBezTo>
                  <a:lnTo>
                    <a:pt x="11992" y="3681"/>
                  </a:lnTo>
                  <a:close/>
                </a:path>
              </a:pathLst>
            </a:custGeom>
            <a:solidFill>
              <a:srgbClr val="007680"/>
            </a:solidFill>
            <a:ln w="6390" cap="flat">
              <a:noFill/>
              <a:prstDash val="solid"/>
              <a:miter/>
            </a:ln>
          </p:spPr>
          <p:txBody>
            <a:bodyPr rtlCol="0" anchor="ctr"/>
            <a:lstStyle/>
            <a:p>
              <a:endParaRPr lang="en-US"/>
            </a:p>
          </p:txBody>
        </p:sp>
      </p:grpSp>
      <p:grpSp>
        <p:nvGrpSpPr>
          <p:cNvPr id="693" name="Graphic 5">
            <a:extLst>
              <a:ext uri="{FF2B5EF4-FFF2-40B4-BE49-F238E27FC236}">
                <a16:creationId xmlns:a16="http://schemas.microsoft.com/office/drawing/2014/main" id="{F775D469-C27E-694E-91A9-19DCF1D1386B}"/>
              </a:ext>
            </a:extLst>
          </p:cNvPr>
          <p:cNvGrpSpPr/>
          <p:nvPr/>
        </p:nvGrpSpPr>
        <p:grpSpPr>
          <a:xfrm>
            <a:off x="6754802" y="3340900"/>
            <a:ext cx="362309" cy="361971"/>
            <a:chOff x="6754802" y="3340900"/>
            <a:chExt cx="362309" cy="361971"/>
          </a:xfrm>
          <a:solidFill>
            <a:srgbClr val="007680"/>
          </a:solidFill>
        </p:grpSpPr>
        <p:sp>
          <p:nvSpPr>
            <p:cNvPr id="694" name="Graphic 5">
              <a:extLst>
                <a:ext uri="{FF2B5EF4-FFF2-40B4-BE49-F238E27FC236}">
                  <a16:creationId xmlns:a16="http://schemas.microsoft.com/office/drawing/2014/main" id="{1FCE08B0-DAB7-2E40-A4DF-8649AB818D17}"/>
                </a:ext>
              </a:extLst>
            </p:cNvPr>
            <p:cNvSpPr/>
            <p:nvPr/>
          </p:nvSpPr>
          <p:spPr>
            <a:xfrm>
              <a:off x="6754802" y="3340900"/>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8565 h 361971"/>
                <a:gd name="connsiteX7" fmla="*/ 12780 w 362309"/>
                <a:gd name="connsiteY7" fmla="*/ 180667 h 361971"/>
                <a:gd name="connsiteX8" fmla="*/ 180836 w 362309"/>
                <a:gd name="connsiteY8" fmla="*/ 12129 h 361971"/>
                <a:gd name="connsiteX9" fmla="*/ 349530 w 362309"/>
                <a:gd name="connsiteY9" fmla="*/ 180028 h 361971"/>
                <a:gd name="connsiteX10" fmla="*/ 349530 w 362309"/>
                <a:gd name="connsiteY10" fmla="*/ 180028 h 361971"/>
                <a:gd name="connsiteX11" fmla="*/ 181474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181474" y="348565"/>
                  </a:moveTo>
                  <a:cubicBezTo>
                    <a:pt x="88181" y="348565"/>
                    <a:pt x="12780" y="273234"/>
                    <a:pt x="12780" y="180667"/>
                  </a:cubicBezTo>
                  <a:cubicBezTo>
                    <a:pt x="12780" y="87461"/>
                    <a:pt x="88181" y="12129"/>
                    <a:pt x="180836" y="12129"/>
                  </a:cubicBezTo>
                  <a:cubicBezTo>
                    <a:pt x="274128" y="12129"/>
                    <a:pt x="349530" y="87461"/>
                    <a:pt x="349530" y="180028"/>
                  </a:cubicBezTo>
                  <a:cubicBezTo>
                    <a:pt x="349530" y="180028"/>
                    <a:pt x="349530" y="180028"/>
                    <a:pt x="349530" y="180028"/>
                  </a:cubicBezTo>
                  <a:cubicBezTo>
                    <a:pt x="349530" y="273234"/>
                    <a:pt x="274767" y="348565"/>
                    <a:pt x="181474" y="348565"/>
                  </a:cubicBezTo>
                  <a:close/>
                </a:path>
              </a:pathLst>
            </a:custGeom>
            <a:solidFill>
              <a:srgbClr val="007680"/>
            </a:solidFill>
            <a:ln w="6390" cap="flat">
              <a:noFill/>
              <a:prstDash val="solid"/>
              <a:miter/>
            </a:ln>
          </p:spPr>
          <p:txBody>
            <a:bodyPr rtlCol="0" anchor="ctr"/>
            <a:lstStyle/>
            <a:p>
              <a:endParaRPr lang="en-US"/>
            </a:p>
          </p:txBody>
        </p:sp>
        <p:sp>
          <p:nvSpPr>
            <p:cNvPr id="695" name="Graphic 5">
              <a:extLst>
                <a:ext uri="{FF2B5EF4-FFF2-40B4-BE49-F238E27FC236}">
                  <a16:creationId xmlns:a16="http://schemas.microsoft.com/office/drawing/2014/main" id="{CC6D0F84-2891-CA43-9EDE-050D2AAD42F2}"/>
                </a:ext>
              </a:extLst>
            </p:cNvPr>
            <p:cNvSpPr/>
            <p:nvPr/>
          </p:nvSpPr>
          <p:spPr>
            <a:xfrm>
              <a:off x="6828286" y="3413677"/>
              <a:ext cx="215980" cy="216417"/>
            </a:xfrm>
            <a:custGeom>
              <a:avLst/>
              <a:gdLst>
                <a:gd name="connsiteX0" fmla="*/ 209590 w 215980"/>
                <a:gd name="connsiteY0" fmla="*/ 58094 h 216417"/>
                <a:gd name="connsiteX1" fmla="*/ 172528 w 215980"/>
                <a:gd name="connsiteY1" fmla="*/ 58094 h 216417"/>
                <a:gd name="connsiteX2" fmla="*/ 172528 w 215980"/>
                <a:gd name="connsiteY2" fmla="*/ 6384 h 216417"/>
                <a:gd name="connsiteX3" fmla="*/ 166138 w 215980"/>
                <a:gd name="connsiteY3" fmla="*/ 0 h 216417"/>
                <a:gd name="connsiteX4" fmla="*/ 49842 w 215980"/>
                <a:gd name="connsiteY4" fmla="*/ 0 h 216417"/>
                <a:gd name="connsiteX5" fmla="*/ 43452 w 215980"/>
                <a:gd name="connsiteY5" fmla="*/ 6384 h 216417"/>
                <a:gd name="connsiteX6" fmla="*/ 43452 w 215980"/>
                <a:gd name="connsiteY6" fmla="*/ 58094 h 216417"/>
                <a:gd name="connsiteX7" fmla="*/ 6390 w 215980"/>
                <a:gd name="connsiteY7" fmla="*/ 58094 h 216417"/>
                <a:gd name="connsiteX8" fmla="*/ 0 w 215980"/>
                <a:gd name="connsiteY8" fmla="*/ 64478 h 216417"/>
                <a:gd name="connsiteX9" fmla="*/ 0 w 215980"/>
                <a:gd name="connsiteY9" fmla="*/ 180667 h 216417"/>
                <a:gd name="connsiteX10" fmla="*/ 6390 w 215980"/>
                <a:gd name="connsiteY10" fmla="*/ 187051 h 216417"/>
                <a:gd name="connsiteX11" fmla="*/ 42813 w 215980"/>
                <a:gd name="connsiteY11" fmla="*/ 187051 h 216417"/>
                <a:gd name="connsiteX12" fmla="*/ 43452 w 215980"/>
                <a:gd name="connsiteY12" fmla="*/ 187051 h 216417"/>
                <a:gd name="connsiteX13" fmla="*/ 43452 w 215980"/>
                <a:gd name="connsiteY13" fmla="*/ 210033 h 216417"/>
                <a:gd name="connsiteX14" fmla="*/ 49842 w 215980"/>
                <a:gd name="connsiteY14" fmla="*/ 216417 h 216417"/>
                <a:gd name="connsiteX15" fmla="*/ 166138 w 215980"/>
                <a:gd name="connsiteY15" fmla="*/ 216417 h 216417"/>
                <a:gd name="connsiteX16" fmla="*/ 172528 w 215980"/>
                <a:gd name="connsiteY16" fmla="*/ 210033 h 216417"/>
                <a:gd name="connsiteX17" fmla="*/ 172528 w 215980"/>
                <a:gd name="connsiteY17" fmla="*/ 187051 h 216417"/>
                <a:gd name="connsiteX18" fmla="*/ 173167 w 215980"/>
                <a:gd name="connsiteY18" fmla="*/ 187051 h 216417"/>
                <a:gd name="connsiteX19" fmla="*/ 209590 w 215980"/>
                <a:gd name="connsiteY19" fmla="*/ 187051 h 216417"/>
                <a:gd name="connsiteX20" fmla="*/ 215980 w 215980"/>
                <a:gd name="connsiteY20" fmla="*/ 180667 h 216417"/>
                <a:gd name="connsiteX21" fmla="*/ 215980 w 215980"/>
                <a:gd name="connsiteY21" fmla="*/ 64478 h 216417"/>
                <a:gd name="connsiteX22" fmla="*/ 209590 w 215980"/>
                <a:gd name="connsiteY22" fmla="*/ 58094 h 216417"/>
                <a:gd name="connsiteX23" fmla="*/ 209590 w 215980"/>
                <a:gd name="connsiteY23" fmla="*/ 58094 h 216417"/>
                <a:gd name="connsiteX24" fmla="*/ 56232 w 215980"/>
                <a:gd name="connsiteY24" fmla="*/ 12768 h 216417"/>
                <a:gd name="connsiteX25" fmla="*/ 159748 w 215980"/>
                <a:gd name="connsiteY25" fmla="*/ 12768 h 216417"/>
                <a:gd name="connsiteX26" fmla="*/ 159748 w 215980"/>
                <a:gd name="connsiteY26" fmla="*/ 58094 h 216417"/>
                <a:gd name="connsiteX27" fmla="*/ 56232 w 215980"/>
                <a:gd name="connsiteY27" fmla="*/ 58094 h 216417"/>
                <a:gd name="connsiteX28" fmla="*/ 56232 w 215980"/>
                <a:gd name="connsiteY28" fmla="*/ 12768 h 216417"/>
                <a:gd name="connsiteX29" fmla="*/ 159748 w 215980"/>
                <a:gd name="connsiteY29" fmla="*/ 203011 h 216417"/>
                <a:gd name="connsiteX30" fmla="*/ 56232 w 215980"/>
                <a:gd name="connsiteY30" fmla="*/ 203011 h 216417"/>
                <a:gd name="connsiteX31" fmla="*/ 56232 w 215980"/>
                <a:gd name="connsiteY31" fmla="*/ 143640 h 216417"/>
                <a:gd name="connsiteX32" fmla="*/ 159748 w 215980"/>
                <a:gd name="connsiteY32" fmla="*/ 143640 h 216417"/>
                <a:gd name="connsiteX33" fmla="*/ 159748 w 215980"/>
                <a:gd name="connsiteY33" fmla="*/ 203011 h 216417"/>
                <a:gd name="connsiteX34" fmla="*/ 203200 w 215980"/>
                <a:gd name="connsiteY34" fmla="*/ 174283 h 216417"/>
                <a:gd name="connsiteX35" fmla="*/ 173167 w 215980"/>
                <a:gd name="connsiteY35" fmla="*/ 174283 h 216417"/>
                <a:gd name="connsiteX36" fmla="*/ 172528 w 215980"/>
                <a:gd name="connsiteY36" fmla="*/ 174283 h 216417"/>
                <a:gd name="connsiteX37" fmla="*/ 172528 w 215980"/>
                <a:gd name="connsiteY37" fmla="*/ 137256 h 216417"/>
                <a:gd name="connsiteX38" fmla="*/ 166138 w 215980"/>
                <a:gd name="connsiteY38" fmla="*/ 130872 h 216417"/>
                <a:gd name="connsiteX39" fmla="*/ 49842 w 215980"/>
                <a:gd name="connsiteY39" fmla="*/ 130872 h 216417"/>
                <a:gd name="connsiteX40" fmla="*/ 43452 w 215980"/>
                <a:gd name="connsiteY40" fmla="*/ 137256 h 216417"/>
                <a:gd name="connsiteX41" fmla="*/ 43452 w 215980"/>
                <a:gd name="connsiteY41" fmla="*/ 174283 h 216417"/>
                <a:gd name="connsiteX42" fmla="*/ 42813 w 215980"/>
                <a:gd name="connsiteY42" fmla="*/ 174283 h 216417"/>
                <a:gd name="connsiteX43" fmla="*/ 12780 w 215980"/>
                <a:gd name="connsiteY43" fmla="*/ 174283 h 216417"/>
                <a:gd name="connsiteX44" fmla="*/ 12780 w 215980"/>
                <a:gd name="connsiteY44" fmla="*/ 70862 h 216417"/>
                <a:gd name="connsiteX45" fmla="*/ 203200 w 215980"/>
                <a:gd name="connsiteY45" fmla="*/ 70862 h 216417"/>
                <a:gd name="connsiteX46" fmla="*/ 203200 w 215980"/>
                <a:gd name="connsiteY46" fmla="*/ 174283 h 216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15980" h="216417">
                  <a:moveTo>
                    <a:pt x="209590" y="58094"/>
                  </a:moveTo>
                  <a:lnTo>
                    <a:pt x="172528" y="58094"/>
                  </a:lnTo>
                  <a:lnTo>
                    <a:pt x="172528" y="6384"/>
                  </a:lnTo>
                  <a:cubicBezTo>
                    <a:pt x="172528" y="2554"/>
                    <a:pt x="169972" y="0"/>
                    <a:pt x="166138" y="0"/>
                  </a:cubicBezTo>
                  <a:lnTo>
                    <a:pt x="49842" y="0"/>
                  </a:lnTo>
                  <a:cubicBezTo>
                    <a:pt x="46008" y="0"/>
                    <a:pt x="43452" y="2554"/>
                    <a:pt x="43452" y="6384"/>
                  </a:cubicBezTo>
                  <a:lnTo>
                    <a:pt x="43452" y="58094"/>
                  </a:lnTo>
                  <a:lnTo>
                    <a:pt x="6390" y="58094"/>
                  </a:lnTo>
                  <a:cubicBezTo>
                    <a:pt x="2556" y="58094"/>
                    <a:pt x="0" y="60648"/>
                    <a:pt x="0" y="64478"/>
                  </a:cubicBezTo>
                  <a:lnTo>
                    <a:pt x="0" y="180667"/>
                  </a:lnTo>
                  <a:cubicBezTo>
                    <a:pt x="0" y="184497"/>
                    <a:pt x="2556" y="187051"/>
                    <a:pt x="6390" y="187051"/>
                  </a:cubicBezTo>
                  <a:lnTo>
                    <a:pt x="42813" y="187051"/>
                  </a:lnTo>
                  <a:cubicBezTo>
                    <a:pt x="42813" y="187051"/>
                    <a:pt x="43452" y="187051"/>
                    <a:pt x="43452" y="187051"/>
                  </a:cubicBezTo>
                  <a:lnTo>
                    <a:pt x="43452" y="210033"/>
                  </a:lnTo>
                  <a:cubicBezTo>
                    <a:pt x="43452" y="213863"/>
                    <a:pt x="46008" y="216417"/>
                    <a:pt x="49842" y="216417"/>
                  </a:cubicBezTo>
                  <a:lnTo>
                    <a:pt x="166138" y="216417"/>
                  </a:lnTo>
                  <a:cubicBezTo>
                    <a:pt x="169972" y="216417"/>
                    <a:pt x="172528" y="213863"/>
                    <a:pt x="172528" y="210033"/>
                  </a:cubicBezTo>
                  <a:lnTo>
                    <a:pt x="172528" y="187051"/>
                  </a:lnTo>
                  <a:lnTo>
                    <a:pt x="173167" y="187051"/>
                  </a:lnTo>
                  <a:lnTo>
                    <a:pt x="209590" y="187051"/>
                  </a:lnTo>
                  <a:cubicBezTo>
                    <a:pt x="213424" y="187051"/>
                    <a:pt x="215980" y="184497"/>
                    <a:pt x="215980" y="180667"/>
                  </a:cubicBezTo>
                  <a:lnTo>
                    <a:pt x="215980" y="64478"/>
                  </a:lnTo>
                  <a:cubicBezTo>
                    <a:pt x="215980" y="60648"/>
                    <a:pt x="213424" y="58094"/>
                    <a:pt x="209590" y="58094"/>
                  </a:cubicBezTo>
                  <a:lnTo>
                    <a:pt x="209590" y="58094"/>
                  </a:lnTo>
                  <a:close/>
                  <a:moveTo>
                    <a:pt x="56232" y="12768"/>
                  </a:moveTo>
                  <a:lnTo>
                    <a:pt x="159748" y="12768"/>
                  </a:lnTo>
                  <a:lnTo>
                    <a:pt x="159748" y="58094"/>
                  </a:lnTo>
                  <a:lnTo>
                    <a:pt x="56232" y="58094"/>
                  </a:lnTo>
                  <a:lnTo>
                    <a:pt x="56232" y="12768"/>
                  </a:lnTo>
                  <a:close/>
                  <a:moveTo>
                    <a:pt x="159748" y="203011"/>
                  </a:moveTo>
                  <a:lnTo>
                    <a:pt x="56232" y="203011"/>
                  </a:lnTo>
                  <a:lnTo>
                    <a:pt x="56232" y="143640"/>
                  </a:lnTo>
                  <a:lnTo>
                    <a:pt x="159748" y="143640"/>
                  </a:lnTo>
                  <a:lnTo>
                    <a:pt x="159748" y="203011"/>
                  </a:lnTo>
                  <a:close/>
                  <a:moveTo>
                    <a:pt x="203200" y="174283"/>
                  </a:moveTo>
                  <a:lnTo>
                    <a:pt x="173167" y="174283"/>
                  </a:lnTo>
                  <a:lnTo>
                    <a:pt x="172528" y="174283"/>
                  </a:lnTo>
                  <a:lnTo>
                    <a:pt x="172528" y="137256"/>
                  </a:lnTo>
                  <a:cubicBezTo>
                    <a:pt x="172528" y="133425"/>
                    <a:pt x="169972" y="130872"/>
                    <a:pt x="166138" y="130872"/>
                  </a:cubicBezTo>
                  <a:lnTo>
                    <a:pt x="49842" y="130872"/>
                  </a:lnTo>
                  <a:cubicBezTo>
                    <a:pt x="46008" y="130872"/>
                    <a:pt x="43452" y="133425"/>
                    <a:pt x="43452" y="137256"/>
                  </a:cubicBezTo>
                  <a:lnTo>
                    <a:pt x="43452" y="174283"/>
                  </a:lnTo>
                  <a:cubicBezTo>
                    <a:pt x="43452" y="174283"/>
                    <a:pt x="42813" y="174283"/>
                    <a:pt x="42813" y="174283"/>
                  </a:cubicBezTo>
                  <a:lnTo>
                    <a:pt x="12780" y="174283"/>
                  </a:lnTo>
                  <a:lnTo>
                    <a:pt x="12780" y="70862"/>
                  </a:lnTo>
                  <a:lnTo>
                    <a:pt x="203200" y="70862"/>
                  </a:lnTo>
                  <a:lnTo>
                    <a:pt x="203200" y="174283"/>
                  </a:lnTo>
                  <a:close/>
                </a:path>
              </a:pathLst>
            </a:custGeom>
            <a:solidFill>
              <a:srgbClr val="007680"/>
            </a:solidFill>
            <a:ln w="6390" cap="flat">
              <a:noFill/>
              <a:prstDash val="solid"/>
              <a:miter/>
            </a:ln>
          </p:spPr>
          <p:txBody>
            <a:bodyPr rtlCol="0" anchor="ctr"/>
            <a:lstStyle/>
            <a:p>
              <a:endParaRPr lang="en-US"/>
            </a:p>
          </p:txBody>
        </p:sp>
        <p:sp>
          <p:nvSpPr>
            <p:cNvPr id="696" name="Graphic 5">
              <a:extLst>
                <a:ext uri="{FF2B5EF4-FFF2-40B4-BE49-F238E27FC236}">
                  <a16:creationId xmlns:a16="http://schemas.microsoft.com/office/drawing/2014/main" id="{D940D5EE-FCA0-244D-9535-838A9EB9936B}"/>
                </a:ext>
              </a:extLst>
            </p:cNvPr>
            <p:cNvSpPr/>
            <p:nvPr/>
          </p:nvSpPr>
          <p:spPr>
            <a:xfrm>
              <a:off x="6988035" y="3500500"/>
              <a:ext cx="27477" cy="12767"/>
            </a:xfrm>
            <a:custGeom>
              <a:avLst/>
              <a:gdLst>
                <a:gd name="connsiteX0" fmla="*/ 0 w 27477"/>
                <a:gd name="connsiteY0" fmla="*/ 6384 h 12767"/>
                <a:gd name="connsiteX1" fmla="*/ 6390 w 27477"/>
                <a:gd name="connsiteY1" fmla="*/ 12768 h 12767"/>
                <a:gd name="connsiteX2" fmla="*/ 21087 w 27477"/>
                <a:gd name="connsiteY2" fmla="*/ 12768 h 12767"/>
                <a:gd name="connsiteX3" fmla="*/ 27477 w 27477"/>
                <a:gd name="connsiteY3" fmla="*/ 6384 h 12767"/>
                <a:gd name="connsiteX4" fmla="*/ 21087 w 27477"/>
                <a:gd name="connsiteY4" fmla="*/ 0 h 12767"/>
                <a:gd name="connsiteX5" fmla="*/ 6390 w 27477"/>
                <a:gd name="connsiteY5" fmla="*/ 0 h 12767"/>
                <a:gd name="connsiteX6" fmla="*/ 0 w 27477"/>
                <a:gd name="connsiteY6" fmla="*/ 6384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77" h="12767">
                  <a:moveTo>
                    <a:pt x="0" y="6384"/>
                  </a:moveTo>
                  <a:cubicBezTo>
                    <a:pt x="0" y="10214"/>
                    <a:pt x="2556" y="12768"/>
                    <a:pt x="6390" y="12768"/>
                  </a:cubicBezTo>
                  <a:lnTo>
                    <a:pt x="21087" y="12768"/>
                  </a:lnTo>
                  <a:cubicBezTo>
                    <a:pt x="24921" y="12768"/>
                    <a:pt x="27477" y="10214"/>
                    <a:pt x="27477" y="6384"/>
                  </a:cubicBezTo>
                  <a:cubicBezTo>
                    <a:pt x="27477" y="2553"/>
                    <a:pt x="24921" y="0"/>
                    <a:pt x="21087" y="0"/>
                  </a:cubicBezTo>
                  <a:lnTo>
                    <a:pt x="6390" y="0"/>
                  </a:lnTo>
                  <a:cubicBezTo>
                    <a:pt x="2556" y="0"/>
                    <a:pt x="0" y="3192"/>
                    <a:pt x="0" y="6384"/>
                  </a:cubicBezTo>
                  <a:close/>
                </a:path>
              </a:pathLst>
            </a:custGeom>
            <a:solidFill>
              <a:srgbClr val="007680"/>
            </a:solidFill>
            <a:ln w="6390" cap="flat">
              <a:noFill/>
              <a:prstDash val="solid"/>
              <a:miter/>
            </a:ln>
          </p:spPr>
          <p:txBody>
            <a:bodyPr rtlCol="0" anchor="ctr"/>
            <a:lstStyle/>
            <a:p>
              <a:endParaRPr lang="en-US"/>
            </a:p>
          </p:txBody>
        </p:sp>
      </p:grpSp>
      <p:grpSp>
        <p:nvGrpSpPr>
          <p:cNvPr id="697" name="Graphic 5">
            <a:extLst>
              <a:ext uri="{FF2B5EF4-FFF2-40B4-BE49-F238E27FC236}">
                <a16:creationId xmlns:a16="http://schemas.microsoft.com/office/drawing/2014/main" id="{F76B9E5A-7637-F645-A05C-1A1FC36CA998}"/>
              </a:ext>
            </a:extLst>
          </p:cNvPr>
          <p:cNvGrpSpPr/>
          <p:nvPr/>
        </p:nvGrpSpPr>
        <p:grpSpPr>
          <a:xfrm>
            <a:off x="1515054" y="4309350"/>
            <a:ext cx="362313" cy="361971"/>
            <a:chOff x="1515054" y="4309350"/>
            <a:chExt cx="362313" cy="361971"/>
          </a:xfrm>
          <a:solidFill>
            <a:srgbClr val="007680"/>
          </a:solidFill>
        </p:grpSpPr>
        <p:sp>
          <p:nvSpPr>
            <p:cNvPr id="698" name="Graphic 5">
              <a:extLst>
                <a:ext uri="{FF2B5EF4-FFF2-40B4-BE49-F238E27FC236}">
                  <a16:creationId xmlns:a16="http://schemas.microsoft.com/office/drawing/2014/main" id="{3501FBFD-D9B7-AA4A-8875-A680AB91C40D}"/>
                </a:ext>
              </a:extLst>
            </p:cNvPr>
            <p:cNvSpPr/>
            <p:nvPr/>
          </p:nvSpPr>
          <p:spPr>
            <a:xfrm>
              <a:off x="1515054" y="4309350"/>
              <a:ext cx="362313" cy="361971"/>
            </a:xfrm>
            <a:custGeom>
              <a:avLst/>
              <a:gdLst>
                <a:gd name="connsiteX0" fmla="*/ 181474 w 362313"/>
                <a:gd name="connsiteY0" fmla="*/ 0 h 361971"/>
                <a:gd name="connsiteX1" fmla="*/ 0 w 362313"/>
                <a:gd name="connsiteY1" fmla="*/ 180667 h 361971"/>
                <a:gd name="connsiteX2" fmla="*/ 180835 w 362313"/>
                <a:gd name="connsiteY2" fmla="*/ 361971 h 361971"/>
                <a:gd name="connsiteX3" fmla="*/ 362309 w 362313"/>
                <a:gd name="connsiteY3" fmla="*/ 181305 h 361971"/>
                <a:gd name="connsiteX4" fmla="*/ 362309 w 362313"/>
                <a:gd name="connsiteY4" fmla="*/ 181305 h 361971"/>
                <a:gd name="connsiteX5" fmla="*/ 181474 w 362313"/>
                <a:gd name="connsiteY5" fmla="*/ 0 h 361971"/>
                <a:gd name="connsiteX6" fmla="*/ 181474 w 362313"/>
                <a:gd name="connsiteY6" fmla="*/ 349204 h 361971"/>
                <a:gd name="connsiteX7" fmla="*/ 12780 w 362313"/>
                <a:gd name="connsiteY7" fmla="*/ 181305 h 361971"/>
                <a:gd name="connsiteX8" fmla="*/ 180835 w 362313"/>
                <a:gd name="connsiteY8" fmla="*/ 12768 h 361971"/>
                <a:gd name="connsiteX9" fmla="*/ 349529 w 362313"/>
                <a:gd name="connsiteY9" fmla="*/ 180667 h 361971"/>
                <a:gd name="connsiteX10" fmla="*/ 349529 w 362313"/>
                <a:gd name="connsiteY10" fmla="*/ 180667 h 361971"/>
                <a:gd name="connsiteX11" fmla="*/ 181474 w 362313"/>
                <a:gd name="connsiteY11" fmla="*/ 349204 h 361971"/>
                <a:gd name="connsiteX12" fmla="*/ 181474 w 362313"/>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3" h="361971">
                  <a:moveTo>
                    <a:pt x="181474" y="0"/>
                  </a:moveTo>
                  <a:cubicBezTo>
                    <a:pt x="81152" y="0"/>
                    <a:pt x="0" y="81076"/>
                    <a:pt x="0" y="180667"/>
                  </a:cubicBezTo>
                  <a:cubicBezTo>
                    <a:pt x="0" y="280895"/>
                    <a:pt x="81152" y="361971"/>
                    <a:pt x="180835" y="361971"/>
                  </a:cubicBezTo>
                  <a:cubicBezTo>
                    <a:pt x="281157" y="361971"/>
                    <a:pt x="362309" y="280895"/>
                    <a:pt x="362309" y="181305"/>
                  </a:cubicBezTo>
                  <a:cubicBezTo>
                    <a:pt x="362309" y="181305"/>
                    <a:pt x="362309" y="181305"/>
                    <a:pt x="362309" y="181305"/>
                  </a:cubicBezTo>
                  <a:cubicBezTo>
                    <a:pt x="362948" y="81076"/>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49529" y="273873"/>
                    <a:pt x="274767"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699" name="Graphic 5">
              <a:extLst>
                <a:ext uri="{FF2B5EF4-FFF2-40B4-BE49-F238E27FC236}">
                  <a16:creationId xmlns:a16="http://schemas.microsoft.com/office/drawing/2014/main" id="{64349591-6F5F-0F43-8098-87EF010DBD48}"/>
                </a:ext>
              </a:extLst>
            </p:cNvPr>
            <p:cNvSpPr/>
            <p:nvPr/>
          </p:nvSpPr>
          <p:spPr>
            <a:xfrm>
              <a:off x="1644330" y="4380851"/>
              <a:ext cx="111083" cy="82353"/>
            </a:xfrm>
            <a:custGeom>
              <a:avLst/>
              <a:gdLst>
                <a:gd name="connsiteX0" fmla="*/ 68812 w 111083"/>
                <a:gd name="connsiteY0" fmla="*/ 63840 h 82353"/>
                <a:gd name="connsiteX1" fmla="*/ 61144 w 111083"/>
                <a:gd name="connsiteY1" fmla="*/ 68947 h 82353"/>
                <a:gd name="connsiteX2" fmla="*/ 61144 w 111083"/>
                <a:gd name="connsiteY2" fmla="*/ 68947 h 82353"/>
                <a:gd name="connsiteX3" fmla="*/ 66256 w 111083"/>
                <a:gd name="connsiteY3" fmla="*/ 76608 h 82353"/>
                <a:gd name="connsiteX4" fmla="*/ 66256 w 111083"/>
                <a:gd name="connsiteY4" fmla="*/ 76608 h 82353"/>
                <a:gd name="connsiteX5" fmla="*/ 97566 w 111083"/>
                <a:gd name="connsiteY5" fmla="*/ 82354 h 82353"/>
                <a:gd name="connsiteX6" fmla="*/ 98844 w 111083"/>
                <a:gd name="connsiteY6" fmla="*/ 82354 h 82353"/>
                <a:gd name="connsiteX7" fmla="*/ 102678 w 111083"/>
                <a:gd name="connsiteY7" fmla="*/ 81077 h 82353"/>
                <a:gd name="connsiteX8" fmla="*/ 105234 w 111083"/>
                <a:gd name="connsiteY8" fmla="*/ 77246 h 82353"/>
                <a:gd name="connsiteX9" fmla="*/ 110985 w 111083"/>
                <a:gd name="connsiteY9" fmla="*/ 45965 h 82353"/>
                <a:gd name="connsiteX10" fmla="*/ 105873 w 111083"/>
                <a:gd name="connsiteY10" fmla="*/ 38304 h 82353"/>
                <a:gd name="connsiteX11" fmla="*/ 105873 w 111083"/>
                <a:gd name="connsiteY11" fmla="*/ 38304 h 82353"/>
                <a:gd name="connsiteX12" fmla="*/ 98205 w 111083"/>
                <a:gd name="connsiteY12" fmla="*/ 43411 h 82353"/>
                <a:gd name="connsiteX13" fmla="*/ 98205 w 111083"/>
                <a:gd name="connsiteY13" fmla="*/ 43411 h 82353"/>
                <a:gd name="connsiteX14" fmla="*/ 95649 w 111083"/>
                <a:gd name="connsiteY14" fmla="*/ 58094 h 82353"/>
                <a:gd name="connsiteX15" fmla="*/ 63700 w 111083"/>
                <a:gd name="connsiteY15" fmla="*/ 3192 h 82353"/>
                <a:gd name="connsiteX16" fmla="*/ 57949 w 111083"/>
                <a:gd name="connsiteY16" fmla="*/ 0 h 82353"/>
                <a:gd name="connsiteX17" fmla="*/ 45169 w 111083"/>
                <a:gd name="connsiteY17" fmla="*/ 0 h 82353"/>
                <a:gd name="connsiteX18" fmla="*/ 39418 w 111083"/>
                <a:gd name="connsiteY18" fmla="*/ 3192 h 82353"/>
                <a:gd name="connsiteX19" fmla="*/ 1078 w 111083"/>
                <a:gd name="connsiteY19" fmla="*/ 68947 h 82353"/>
                <a:gd name="connsiteX20" fmla="*/ 2995 w 111083"/>
                <a:gd name="connsiteY20" fmla="*/ 77885 h 82353"/>
                <a:gd name="connsiteX21" fmla="*/ 11941 w 111083"/>
                <a:gd name="connsiteY21" fmla="*/ 75970 h 82353"/>
                <a:gd name="connsiteX22" fmla="*/ 11941 w 111083"/>
                <a:gd name="connsiteY22" fmla="*/ 75331 h 82353"/>
                <a:gd name="connsiteX23" fmla="*/ 48364 w 111083"/>
                <a:gd name="connsiteY23" fmla="*/ 12768 h 82353"/>
                <a:gd name="connsiteX24" fmla="*/ 54115 w 111083"/>
                <a:gd name="connsiteY24" fmla="*/ 12768 h 82353"/>
                <a:gd name="connsiteX25" fmla="*/ 85426 w 111083"/>
                <a:gd name="connsiteY25" fmla="*/ 67032 h 82353"/>
                <a:gd name="connsiteX26" fmla="*/ 68812 w 111083"/>
                <a:gd name="connsiteY26" fmla="*/ 63840 h 8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1083" h="82353">
                  <a:moveTo>
                    <a:pt x="68812" y="63840"/>
                  </a:moveTo>
                  <a:cubicBezTo>
                    <a:pt x="65617" y="63202"/>
                    <a:pt x="61783" y="65755"/>
                    <a:pt x="61144" y="68947"/>
                  </a:cubicBezTo>
                  <a:cubicBezTo>
                    <a:pt x="61144" y="68947"/>
                    <a:pt x="61144" y="68947"/>
                    <a:pt x="61144" y="68947"/>
                  </a:cubicBezTo>
                  <a:cubicBezTo>
                    <a:pt x="60505" y="72139"/>
                    <a:pt x="63061" y="75970"/>
                    <a:pt x="66256" y="76608"/>
                  </a:cubicBezTo>
                  <a:cubicBezTo>
                    <a:pt x="66256" y="76608"/>
                    <a:pt x="66256" y="76608"/>
                    <a:pt x="66256" y="76608"/>
                  </a:cubicBezTo>
                  <a:lnTo>
                    <a:pt x="97566" y="82354"/>
                  </a:lnTo>
                  <a:lnTo>
                    <a:pt x="98844" y="82354"/>
                  </a:lnTo>
                  <a:cubicBezTo>
                    <a:pt x="100122" y="82354"/>
                    <a:pt x="101400" y="81715"/>
                    <a:pt x="102678" y="81077"/>
                  </a:cubicBezTo>
                  <a:cubicBezTo>
                    <a:pt x="103956" y="79800"/>
                    <a:pt x="105234" y="78523"/>
                    <a:pt x="105234" y="77246"/>
                  </a:cubicBezTo>
                  <a:lnTo>
                    <a:pt x="110985" y="45965"/>
                  </a:lnTo>
                  <a:cubicBezTo>
                    <a:pt x="111624" y="42773"/>
                    <a:pt x="109068" y="38943"/>
                    <a:pt x="105873" y="38304"/>
                  </a:cubicBezTo>
                  <a:cubicBezTo>
                    <a:pt x="105873" y="38304"/>
                    <a:pt x="105873" y="38304"/>
                    <a:pt x="105873" y="38304"/>
                  </a:cubicBezTo>
                  <a:cubicBezTo>
                    <a:pt x="102678" y="37666"/>
                    <a:pt x="98844" y="40219"/>
                    <a:pt x="98205" y="43411"/>
                  </a:cubicBezTo>
                  <a:cubicBezTo>
                    <a:pt x="98205" y="43411"/>
                    <a:pt x="98205" y="43411"/>
                    <a:pt x="98205" y="43411"/>
                  </a:cubicBezTo>
                  <a:lnTo>
                    <a:pt x="95649" y="58094"/>
                  </a:lnTo>
                  <a:lnTo>
                    <a:pt x="63700" y="3192"/>
                  </a:lnTo>
                  <a:cubicBezTo>
                    <a:pt x="62422" y="1277"/>
                    <a:pt x="60505" y="0"/>
                    <a:pt x="57949" y="0"/>
                  </a:cubicBezTo>
                  <a:lnTo>
                    <a:pt x="45169" y="0"/>
                  </a:lnTo>
                  <a:cubicBezTo>
                    <a:pt x="42613" y="0"/>
                    <a:pt x="40696" y="1277"/>
                    <a:pt x="39418" y="3192"/>
                  </a:cubicBezTo>
                  <a:lnTo>
                    <a:pt x="1078" y="68947"/>
                  </a:lnTo>
                  <a:cubicBezTo>
                    <a:pt x="-839" y="72139"/>
                    <a:pt x="-200" y="75970"/>
                    <a:pt x="2995" y="77885"/>
                  </a:cubicBezTo>
                  <a:cubicBezTo>
                    <a:pt x="6190" y="79800"/>
                    <a:pt x="10024" y="79162"/>
                    <a:pt x="11941" y="75970"/>
                  </a:cubicBezTo>
                  <a:cubicBezTo>
                    <a:pt x="11941" y="75970"/>
                    <a:pt x="11941" y="75970"/>
                    <a:pt x="11941" y="75331"/>
                  </a:cubicBezTo>
                  <a:lnTo>
                    <a:pt x="48364" y="12768"/>
                  </a:lnTo>
                  <a:lnTo>
                    <a:pt x="54115" y="12768"/>
                  </a:lnTo>
                  <a:lnTo>
                    <a:pt x="85426" y="67032"/>
                  </a:lnTo>
                  <a:lnTo>
                    <a:pt x="68812" y="63840"/>
                  </a:lnTo>
                  <a:close/>
                </a:path>
              </a:pathLst>
            </a:custGeom>
            <a:solidFill>
              <a:srgbClr val="007680"/>
            </a:solidFill>
            <a:ln w="6390" cap="flat">
              <a:noFill/>
              <a:prstDash val="solid"/>
              <a:miter/>
            </a:ln>
          </p:spPr>
          <p:txBody>
            <a:bodyPr rtlCol="0" anchor="ctr"/>
            <a:lstStyle/>
            <a:p>
              <a:endParaRPr lang="en-US"/>
            </a:p>
          </p:txBody>
        </p:sp>
        <p:sp>
          <p:nvSpPr>
            <p:cNvPr id="700" name="Graphic 5">
              <a:extLst>
                <a:ext uri="{FF2B5EF4-FFF2-40B4-BE49-F238E27FC236}">
                  <a16:creationId xmlns:a16="http://schemas.microsoft.com/office/drawing/2014/main" id="{96BD10D9-C629-CB48-B834-3A3F7FF0DFB5}"/>
                </a:ext>
              </a:extLst>
            </p:cNvPr>
            <p:cNvSpPr/>
            <p:nvPr/>
          </p:nvSpPr>
          <p:spPr>
            <a:xfrm>
              <a:off x="1583745" y="4482595"/>
              <a:ext cx="96807" cy="94244"/>
            </a:xfrm>
            <a:custGeom>
              <a:avLst/>
              <a:gdLst>
                <a:gd name="connsiteX0" fmla="*/ 91057 w 96807"/>
                <a:gd name="connsiteY0" fmla="*/ 80838 h 94244"/>
                <a:gd name="connsiteX1" fmla="*/ 16933 w 96807"/>
                <a:gd name="connsiteY1" fmla="*/ 80838 h 94244"/>
                <a:gd name="connsiteX2" fmla="*/ 14377 w 96807"/>
                <a:gd name="connsiteY2" fmla="*/ 76369 h 94244"/>
                <a:gd name="connsiteX3" fmla="*/ 46327 w 96807"/>
                <a:gd name="connsiteY3" fmla="*/ 22105 h 94244"/>
                <a:gd name="connsiteX4" fmla="*/ 52078 w 96807"/>
                <a:gd name="connsiteY4" fmla="*/ 38704 h 94244"/>
                <a:gd name="connsiteX5" fmla="*/ 57829 w 96807"/>
                <a:gd name="connsiteY5" fmla="*/ 43173 h 94244"/>
                <a:gd name="connsiteX6" fmla="*/ 59746 w 96807"/>
                <a:gd name="connsiteY6" fmla="*/ 42534 h 94244"/>
                <a:gd name="connsiteX7" fmla="*/ 63580 w 96807"/>
                <a:gd name="connsiteY7" fmla="*/ 34235 h 94244"/>
                <a:gd name="connsiteX8" fmla="*/ 52717 w 96807"/>
                <a:gd name="connsiteY8" fmla="*/ 4230 h 94244"/>
                <a:gd name="connsiteX9" fmla="*/ 44410 w 96807"/>
                <a:gd name="connsiteY9" fmla="*/ 400 h 94244"/>
                <a:gd name="connsiteX10" fmla="*/ 44410 w 96807"/>
                <a:gd name="connsiteY10" fmla="*/ 400 h 94244"/>
                <a:gd name="connsiteX11" fmla="*/ 14377 w 96807"/>
                <a:gd name="connsiteY11" fmla="*/ 11253 h 94244"/>
                <a:gd name="connsiteX12" fmla="*/ 11182 w 96807"/>
                <a:gd name="connsiteY12" fmla="*/ 19552 h 94244"/>
                <a:gd name="connsiteX13" fmla="*/ 18850 w 96807"/>
                <a:gd name="connsiteY13" fmla="*/ 23382 h 94244"/>
                <a:gd name="connsiteX14" fmla="*/ 33547 w 96807"/>
                <a:gd name="connsiteY14" fmla="*/ 18275 h 94244"/>
                <a:gd name="connsiteX15" fmla="*/ 958 w 96807"/>
                <a:gd name="connsiteY15" fmla="*/ 73177 h 94244"/>
                <a:gd name="connsiteX16" fmla="*/ 958 w 96807"/>
                <a:gd name="connsiteY16" fmla="*/ 79561 h 94244"/>
                <a:gd name="connsiteX17" fmla="*/ 6709 w 96807"/>
                <a:gd name="connsiteY17" fmla="*/ 91052 h 94244"/>
                <a:gd name="connsiteX18" fmla="*/ 12460 w 96807"/>
                <a:gd name="connsiteY18" fmla="*/ 94244 h 94244"/>
                <a:gd name="connsiteX19" fmla="*/ 90418 w 96807"/>
                <a:gd name="connsiteY19" fmla="*/ 94244 h 94244"/>
                <a:gd name="connsiteX20" fmla="*/ 96808 w 96807"/>
                <a:gd name="connsiteY20" fmla="*/ 87860 h 94244"/>
                <a:gd name="connsiteX21" fmla="*/ 91057 w 96807"/>
                <a:gd name="connsiteY21" fmla="*/ 80838 h 94244"/>
                <a:gd name="connsiteX22" fmla="*/ 91057 w 96807"/>
                <a:gd name="connsiteY22" fmla="*/ 80838 h 94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6807" h="94244">
                  <a:moveTo>
                    <a:pt x="91057" y="80838"/>
                  </a:moveTo>
                  <a:lnTo>
                    <a:pt x="16933" y="80838"/>
                  </a:lnTo>
                  <a:lnTo>
                    <a:pt x="14377" y="76369"/>
                  </a:lnTo>
                  <a:lnTo>
                    <a:pt x="46327" y="22105"/>
                  </a:lnTo>
                  <a:lnTo>
                    <a:pt x="52078" y="38704"/>
                  </a:lnTo>
                  <a:cubicBezTo>
                    <a:pt x="52717" y="41257"/>
                    <a:pt x="55273" y="43173"/>
                    <a:pt x="57829" y="43173"/>
                  </a:cubicBezTo>
                  <a:cubicBezTo>
                    <a:pt x="58468" y="43173"/>
                    <a:pt x="59107" y="43173"/>
                    <a:pt x="59746" y="42534"/>
                  </a:cubicBezTo>
                  <a:cubicBezTo>
                    <a:pt x="62941" y="41257"/>
                    <a:pt x="64858" y="37427"/>
                    <a:pt x="63580" y="34235"/>
                  </a:cubicBezTo>
                  <a:lnTo>
                    <a:pt x="52717" y="4230"/>
                  </a:lnTo>
                  <a:cubicBezTo>
                    <a:pt x="51439" y="1038"/>
                    <a:pt x="47605" y="-877"/>
                    <a:pt x="44410" y="400"/>
                  </a:cubicBezTo>
                  <a:cubicBezTo>
                    <a:pt x="44410" y="400"/>
                    <a:pt x="44410" y="400"/>
                    <a:pt x="44410" y="400"/>
                  </a:cubicBezTo>
                  <a:lnTo>
                    <a:pt x="14377" y="11253"/>
                  </a:lnTo>
                  <a:cubicBezTo>
                    <a:pt x="11182" y="12530"/>
                    <a:pt x="9904" y="16360"/>
                    <a:pt x="11182" y="19552"/>
                  </a:cubicBezTo>
                  <a:cubicBezTo>
                    <a:pt x="12460" y="22744"/>
                    <a:pt x="15655" y="24021"/>
                    <a:pt x="18850" y="23382"/>
                  </a:cubicBezTo>
                  <a:lnTo>
                    <a:pt x="33547" y="18275"/>
                  </a:lnTo>
                  <a:lnTo>
                    <a:pt x="958" y="73177"/>
                  </a:lnTo>
                  <a:cubicBezTo>
                    <a:pt x="-319" y="75092"/>
                    <a:pt x="-319" y="77646"/>
                    <a:pt x="958" y="79561"/>
                  </a:cubicBezTo>
                  <a:lnTo>
                    <a:pt x="6709" y="91052"/>
                  </a:lnTo>
                  <a:cubicBezTo>
                    <a:pt x="7987" y="92968"/>
                    <a:pt x="9904" y="94244"/>
                    <a:pt x="12460" y="94244"/>
                  </a:cubicBezTo>
                  <a:lnTo>
                    <a:pt x="90418" y="94244"/>
                  </a:lnTo>
                  <a:cubicBezTo>
                    <a:pt x="94252" y="94244"/>
                    <a:pt x="96808" y="91691"/>
                    <a:pt x="96808" y="87860"/>
                  </a:cubicBezTo>
                  <a:cubicBezTo>
                    <a:pt x="96808" y="84030"/>
                    <a:pt x="94252" y="81476"/>
                    <a:pt x="91057" y="80838"/>
                  </a:cubicBezTo>
                  <a:lnTo>
                    <a:pt x="91057" y="80838"/>
                  </a:lnTo>
                  <a:close/>
                </a:path>
              </a:pathLst>
            </a:custGeom>
            <a:solidFill>
              <a:srgbClr val="007680"/>
            </a:solidFill>
            <a:ln w="6390" cap="flat">
              <a:noFill/>
              <a:prstDash val="solid"/>
              <a:miter/>
            </a:ln>
          </p:spPr>
          <p:txBody>
            <a:bodyPr rtlCol="0" anchor="ctr"/>
            <a:lstStyle/>
            <a:p>
              <a:endParaRPr lang="en-US"/>
            </a:p>
          </p:txBody>
        </p:sp>
        <p:sp>
          <p:nvSpPr>
            <p:cNvPr id="701" name="Graphic 5">
              <a:extLst>
                <a:ext uri="{FF2B5EF4-FFF2-40B4-BE49-F238E27FC236}">
                  <a16:creationId xmlns:a16="http://schemas.microsoft.com/office/drawing/2014/main" id="{4C6374B4-73FB-5E47-9BEF-92765B33597A}"/>
                </a:ext>
              </a:extLst>
            </p:cNvPr>
            <p:cNvSpPr/>
            <p:nvPr/>
          </p:nvSpPr>
          <p:spPr>
            <a:xfrm>
              <a:off x="1703557" y="4487024"/>
              <a:ext cx="105114" cy="112796"/>
            </a:xfrm>
            <a:custGeom>
              <a:avLst/>
              <a:gdLst>
                <a:gd name="connsiteX0" fmla="*/ 65816 w 105114"/>
                <a:gd name="connsiteY0" fmla="*/ 2993 h 112796"/>
                <a:gd name="connsiteX1" fmla="*/ 56870 w 105114"/>
                <a:gd name="connsiteY1" fmla="*/ 1077 h 112796"/>
                <a:gd name="connsiteX2" fmla="*/ 54315 w 105114"/>
                <a:gd name="connsiteY2" fmla="*/ 10015 h 112796"/>
                <a:gd name="connsiteX3" fmla="*/ 91376 w 105114"/>
                <a:gd name="connsiteY3" fmla="*/ 72578 h 112796"/>
                <a:gd name="connsiteX4" fmla="*/ 88820 w 105114"/>
                <a:gd name="connsiteY4" fmla="*/ 77047 h 112796"/>
                <a:gd name="connsiteX5" fmla="*/ 22365 w 105114"/>
                <a:gd name="connsiteY5" fmla="*/ 77047 h 112796"/>
                <a:gd name="connsiteX6" fmla="*/ 33228 w 105114"/>
                <a:gd name="connsiteY6" fmla="*/ 66194 h 112796"/>
                <a:gd name="connsiteX7" fmla="*/ 32589 w 105114"/>
                <a:gd name="connsiteY7" fmla="*/ 57256 h 112796"/>
                <a:gd name="connsiteX8" fmla="*/ 24282 w 105114"/>
                <a:gd name="connsiteY8" fmla="*/ 57256 h 112796"/>
                <a:gd name="connsiteX9" fmla="*/ 1917 w 105114"/>
                <a:gd name="connsiteY9" fmla="*/ 79600 h 112796"/>
                <a:gd name="connsiteX10" fmla="*/ 1917 w 105114"/>
                <a:gd name="connsiteY10" fmla="*/ 88538 h 112796"/>
                <a:gd name="connsiteX11" fmla="*/ 24282 w 105114"/>
                <a:gd name="connsiteY11" fmla="*/ 110882 h 112796"/>
                <a:gd name="connsiteX12" fmla="*/ 33228 w 105114"/>
                <a:gd name="connsiteY12" fmla="*/ 110882 h 112796"/>
                <a:gd name="connsiteX13" fmla="*/ 33228 w 105114"/>
                <a:gd name="connsiteY13" fmla="*/ 101944 h 112796"/>
                <a:gd name="connsiteX14" fmla="*/ 20448 w 105114"/>
                <a:gd name="connsiteY14" fmla="*/ 89176 h 112796"/>
                <a:gd name="connsiteX15" fmla="*/ 92654 w 105114"/>
                <a:gd name="connsiteY15" fmla="*/ 89176 h 112796"/>
                <a:gd name="connsiteX16" fmla="*/ 98405 w 105114"/>
                <a:gd name="connsiteY16" fmla="*/ 85346 h 112796"/>
                <a:gd name="connsiteX17" fmla="*/ 104156 w 105114"/>
                <a:gd name="connsiteY17" fmla="*/ 73855 h 112796"/>
                <a:gd name="connsiteX18" fmla="*/ 104156 w 105114"/>
                <a:gd name="connsiteY18" fmla="*/ 67471 h 112796"/>
                <a:gd name="connsiteX19" fmla="*/ 65816 w 105114"/>
                <a:gd name="connsiteY19" fmla="*/ 2993 h 11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5114" h="112796">
                  <a:moveTo>
                    <a:pt x="65816" y="2993"/>
                  </a:moveTo>
                  <a:cubicBezTo>
                    <a:pt x="63899" y="-199"/>
                    <a:pt x="60065" y="-838"/>
                    <a:pt x="56870" y="1077"/>
                  </a:cubicBezTo>
                  <a:cubicBezTo>
                    <a:pt x="53675" y="2993"/>
                    <a:pt x="53036" y="6823"/>
                    <a:pt x="54315" y="10015"/>
                  </a:cubicBezTo>
                  <a:lnTo>
                    <a:pt x="91376" y="72578"/>
                  </a:lnTo>
                  <a:lnTo>
                    <a:pt x="88820" y="77047"/>
                  </a:lnTo>
                  <a:lnTo>
                    <a:pt x="22365" y="77047"/>
                  </a:lnTo>
                  <a:lnTo>
                    <a:pt x="33228" y="66194"/>
                  </a:lnTo>
                  <a:cubicBezTo>
                    <a:pt x="35784" y="63640"/>
                    <a:pt x="35145" y="59172"/>
                    <a:pt x="32589" y="57256"/>
                  </a:cubicBezTo>
                  <a:cubicBezTo>
                    <a:pt x="30033" y="55341"/>
                    <a:pt x="26838" y="55341"/>
                    <a:pt x="24282" y="57256"/>
                  </a:cubicBezTo>
                  <a:lnTo>
                    <a:pt x="1917" y="79600"/>
                  </a:lnTo>
                  <a:cubicBezTo>
                    <a:pt x="-639" y="82154"/>
                    <a:pt x="-639" y="85984"/>
                    <a:pt x="1917" y="88538"/>
                  </a:cubicBezTo>
                  <a:lnTo>
                    <a:pt x="24282" y="110882"/>
                  </a:lnTo>
                  <a:cubicBezTo>
                    <a:pt x="26838" y="113435"/>
                    <a:pt x="30672" y="113435"/>
                    <a:pt x="33228" y="110882"/>
                  </a:cubicBezTo>
                  <a:cubicBezTo>
                    <a:pt x="35784" y="108328"/>
                    <a:pt x="35784" y="104498"/>
                    <a:pt x="33228" y="101944"/>
                  </a:cubicBezTo>
                  <a:lnTo>
                    <a:pt x="20448" y="89176"/>
                  </a:lnTo>
                  <a:lnTo>
                    <a:pt x="92654" y="89176"/>
                  </a:lnTo>
                  <a:cubicBezTo>
                    <a:pt x="95210" y="89176"/>
                    <a:pt x="97127" y="87899"/>
                    <a:pt x="98405" y="85346"/>
                  </a:cubicBezTo>
                  <a:lnTo>
                    <a:pt x="104156" y="73855"/>
                  </a:lnTo>
                  <a:cubicBezTo>
                    <a:pt x="105434" y="71940"/>
                    <a:pt x="105434" y="69386"/>
                    <a:pt x="104156" y="67471"/>
                  </a:cubicBezTo>
                  <a:lnTo>
                    <a:pt x="65816" y="2993"/>
                  </a:lnTo>
                  <a:close/>
                </a:path>
              </a:pathLst>
            </a:custGeom>
            <a:solidFill>
              <a:srgbClr val="007680"/>
            </a:solidFill>
            <a:ln w="6390" cap="flat">
              <a:noFill/>
              <a:prstDash val="solid"/>
              <a:miter/>
            </a:ln>
          </p:spPr>
          <p:txBody>
            <a:bodyPr rtlCol="0" anchor="ctr"/>
            <a:lstStyle/>
            <a:p>
              <a:endParaRPr lang="en-US"/>
            </a:p>
          </p:txBody>
        </p:sp>
      </p:grpSp>
      <p:grpSp>
        <p:nvGrpSpPr>
          <p:cNvPr id="702" name="Graphic 5">
            <a:extLst>
              <a:ext uri="{FF2B5EF4-FFF2-40B4-BE49-F238E27FC236}">
                <a16:creationId xmlns:a16="http://schemas.microsoft.com/office/drawing/2014/main" id="{B2A8788A-9696-D446-968E-7FA19E210C6C}"/>
              </a:ext>
            </a:extLst>
          </p:cNvPr>
          <p:cNvGrpSpPr/>
          <p:nvPr/>
        </p:nvGrpSpPr>
        <p:grpSpPr>
          <a:xfrm>
            <a:off x="2561086" y="4309350"/>
            <a:ext cx="362309" cy="361971"/>
            <a:chOff x="2561086" y="4309350"/>
            <a:chExt cx="362309" cy="361971"/>
          </a:xfrm>
          <a:solidFill>
            <a:srgbClr val="007680"/>
          </a:solidFill>
        </p:grpSpPr>
        <p:sp>
          <p:nvSpPr>
            <p:cNvPr id="703" name="Graphic 5">
              <a:extLst>
                <a:ext uri="{FF2B5EF4-FFF2-40B4-BE49-F238E27FC236}">
                  <a16:creationId xmlns:a16="http://schemas.microsoft.com/office/drawing/2014/main" id="{20AAEBF8-2C6C-CC4B-ACF4-6847063807CB}"/>
                </a:ext>
              </a:extLst>
            </p:cNvPr>
            <p:cNvSpPr/>
            <p:nvPr/>
          </p:nvSpPr>
          <p:spPr>
            <a:xfrm>
              <a:off x="2561086" y="4309350"/>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6"/>
                    <a:pt x="0" y="180667"/>
                  </a:cubicBezTo>
                  <a:cubicBezTo>
                    <a:pt x="0" y="280895"/>
                    <a:pt x="81152" y="361971"/>
                    <a:pt x="180835" y="361971"/>
                  </a:cubicBezTo>
                  <a:cubicBezTo>
                    <a:pt x="281157" y="361971"/>
                    <a:pt x="362310" y="280895"/>
                    <a:pt x="362310" y="181305"/>
                  </a:cubicBezTo>
                  <a:cubicBezTo>
                    <a:pt x="362310" y="181305"/>
                    <a:pt x="362310" y="181305"/>
                    <a:pt x="362310" y="181305"/>
                  </a:cubicBezTo>
                  <a:cubicBezTo>
                    <a:pt x="362310" y="81076"/>
                    <a:pt x="281157" y="0"/>
                    <a:pt x="181474" y="0"/>
                  </a:cubicBezTo>
                  <a:close/>
                  <a:moveTo>
                    <a:pt x="181474" y="349204"/>
                  </a:moveTo>
                  <a:cubicBezTo>
                    <a:pt x="88181" y="349204"/>
                    <a:pt x="12780" y="273873"/>
                    <a:pt x="12780" y="181305"/>
                  </a:cubicBezTo>
                  <a:cubicBezTo>
                    <a:pt x="12780" y="88099"/>
                    <a:pt x="88181" y="12768"/>
                    <a:pt x="180835" y="12768"/>
                  </a:cubicBezTo>
                  <a:cubicBezTo>
                    <a:pt x="274128" y="12768"/>
                    <a:pt x="349530" y="88099"/>
                    <a:pt x="349530" y="180667"/>
                  </a:cubicBezTo>
                  <a:cubicBezTo>
                    <a:pt x="349530" y="180667"/>
                    <a:pt x="349530" y="180667"/>
                    <a:pt x="349530" y="180667"/>
                  </a:cubicBezTo>
                  <a:cubicBezTo>
                    <a:pt x="349530"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704" name="Graphic 5">
              <a:extLst>
                <a:ext uri="{FF2B5EF4-FFF2-40B4-BE49-F238E27FC236}">
                  <a16:creationId xmlns:a16="http://schemas.microsoft.com/office/drawing/2014/main" id="{4F758F09-D7F0-144C-BCF1-94B18D04AAEF}"/>
                </a:ext>
              </a:extLst>
            </p:cNvPr>
            <p:cNvSpPr/>
            <p:nvPr/>
          </p:nvSpPr>
          <p:spPr>
            <a:xfrm>
              <a:off x="2621152" y="4418516"/>
              <a:ext cx="242178" cy="143639"/>
            </a:xfrm>
            <a:custGeom>
              <a:avLst/>
              <a:gdLst>
                <a:gd name="connsiteX0" fmla="*/ 186586 w 242178"/>
                <a:gd name="connsiteY0" fmla="*/ 32558 h 143639"/>
                <a:gd name="connsiteX1" fmla="*/ 21726 w 242178"/>
                <a:gd name="connsiteY1" fmla="*/ 32558 h 143639"/>
                <a:gd name="connsiteX2" fmla="*/ 43451 w 242178"/>
                <a:gd name="connsiteY2" fmla="*/ 10853 h 143639"/>
                <a:gd name="connsiteX3" fmla="*/ 43451 w 242178"/>
                <a:gd name="connsiteY3" fmla="*/ 1915 h 143639"/>
                <a:gd name="connsiteX4" fmla="*/ 34506 w 242178"/>
                <a:gd name="connsiteY4" fmla="*/ 1915 h 143639"/>
                <a:gd name="connsiteX5" fmla="*/ 34506 w 242178"/>
                <a:gd name="connsiteY5" fmla="*/ 1915 h 143639"/>
                <a:gd name="connsiteX6" fmla="*/ 1917 w 242178"/>
                <a:gd name="connsiteY6" fmla="*/ 34474 h 143639"/>
                <a:gd name="connsiteX7" fmla="*/ 639 w 242178"/>
                <a:gd name="connsiteY7" fmla="*/ 36389 h 143639"/>
                <a:gd name="connsiteX8" fmla="*/ 0 w 242178"/>
                <a:gd name="connsiteY8" fmla="*/ 38942 h 143639"/>
                <a:gd name="connsiteX9" fmla="*/ 639 w 242178"/>
                <a:gd name="connsiteY9" fmla="*/ 41496 h 143639"/>
                <a:gd name="connsiteX10" fmla="*/ 1917 w 242178"/>
                <a:gd name="connsiteY10" fmla="*/ 43411 h 143639"/>
                <a:gd name="connsiteX11" fmla="*/ 34506 w 242178"/>
                <a:gd name="connsiteY11" fmla="*/ 75969 h 143639"/>
                <a:gd name="connsiteX12" fmla="*/ 43451 w 242178"/>
                <a:gd name="connsiteY12" fmla="*/ 75969 h 143639"/>
                <a:gd name="connsiteX13" fmla="*/ 43451 w 242178"/>
                <a:gd name="connsiteY13" fmla="*/ 75969 h 143639"/>
                <a:gd name="connsiteX14" fmla="*/ 43451 w 242178"/>
                <a:gd name="connsiteY14" fmla="*/ 67032 h 143639"/>
                <a:gd name="connsiteX15" fmla="*/ 43451 w 242178"/>
                <a:gd name="connsiteY15" fmla="*/ 67032 h 143639"/>
                <a:gd name="connsiteX16" fmla="*/ 21726 w 242178"/>
                <a:gd name="connsiteY16" fmla="*/ 45326 h 143639"/>
                <a:gd name="connsiteX17" fmla="*/ 186586 w 242178"/>
                <a:gd name="connsiteY17" fmla="*/ 45326 h 143639"/>
                <a:gd name="connsiteX18" fmla="*/ 229399 w 242178"/>
                <a:gd name="connsiteY18" fmla="*/ 88099 h 143639"/>
                <a:gd name="connsiteX19" fmla="*/ 186586 w 242178"/>
                <a:gd name="connsiteY19" fmla="*/ 130872 h 143639"/>
                <a:gd name="connsiteX20" fmla="*/ 186586 w 242178"/>
                <a:gd name="connsiteY20" fmla="*/ 130872 h 143639"/>
                <a:gd name="connsiteX21" fmla="*/ 23004 w 242178"/>
                <a:gd name="connsiteY21" fmla="*/ 130872 h 143639"/>
                <a:gd name="connsiteX22" fmla="*/ 16614 w 242178"/>
                <a:gd name="connsiteY22" fmla="*/ 137256 h 143639"/>
                <a:gd name="connsiteX23" fmla="*/ 23004 w 242178"/>
                <a:gd name="connsiteY23" fmla="*/ 143640 h 143639"/>
                <a:gd name="connsiteX24" fmla="*/ 186586 w 242178"/>
                <a:gd name="connsiteY24" fmla="*/ 143640 h 143639"/>
                <a:gd name="connsiteX25" fmla="*/ 242179 w 242178"/>
                <a:gd name="connsiteY25" fmla="*/ 88099 h 143639"/>
                <a:gd name="connsiteX26" fmla="*/ 186586 w 242178"/>
                <a:gd name="connsiteY26" fmla="*/ 32558 h 143639"/>
                <a:gd name="connsiteX27" fmla="*/ 186586 w 242178"/>
                <a:gd name="connsiteY27" fmla="*/ 32558 h 143639"/>
                <a:gd name="connsiteX28" fmla="*/ 186586 w 242178"/>
                <a:gd name="connsiteY28" fmla="*/ 32558 h 143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2178" h="143639">
                  <a:moveTo>
                    <a:pt x="186586" y="32558"/>
                  </a:moveTo>
                  <a:lnTo>
                    <a:pt x="21726" y="32558"/>
                  </a:lnTo>
                  <a:lnTo>
                    <a:pt x="43451" y="10853"/>
                  </a:lnTo>
                  <a:cubicBezTo>
                    <a:pt x="46007" y="8299"/>
                    <a:pt x="46007" y="4469"/>
                    <a:pt x="43451" y="1915"/>
                  </a:cubicBezTo>
                  <a:cubicBezTo>
                    <a:pt x="40896" y="-638"/>
                    <a:pt x="37062" y="-638"/>
                    <a:pt x="34506" y="1915"/>
                  </a:cubicBezTo>
                  <a:cubicBezTo>
                    <a:pt x="34506" y="1915"/>
                    <a:pt x="34506" y="1915"/>
                    <a:pt x="34506" y="1915"/>
                  </a:cubicBezTo>
                  <a:lnTo>
                    <a:pt x="1917" y="34474"/>
                  </a:lnTo>
                  <a:cubicBezTo>
                    <a:pt x="1278" y="35112"/>
                    <a:pt x="639" y="35750"/>
                    <a:pt x="639" y="36389"/>
                  </a:cubicBezTo>
                  <a:cubicBezTo>
                    <a:pt x="639" y="37027"/>
                    <a:pt x="0" y="38304"/>
                    <a:pt x="0" y="38942"/>
                  </a:cubicBezTo>
                  <a:cubicBezTo>
                    <a:pt x="0" y="39581"/>
                    <a:pt x="0" y="40858"/>
                    <a:pt x="639" y="41496"/>
                  </a:cubicBezTo>
                  <a:cubicBezTo>
                    <a:pt x="1278" y="42134"/>
                    <a:pt x="1278" y="42773"/>
                    <a:pt x="1917" y="43411"/>
                  </a:cubicBezTo>
                  <a:lnTo>
                    <a:pt x="34506" y="75969"/>
                  </a:lnTo>
                  <a:cubicBezTo>
                    <a:pt x="37062" y="78523"/>
                    <a:pt x="40896" y="78523"/>
                    <a:pt x="43451" y="75969"/>
                  </a:cubicBezTo>
                  <a:cubicBezTo>
                    <a:pt x="43451" y="75969"/>
                    <a:pt x="43451" y="75969"/>
                    <a:pt x="43451" y="75969"/>
                  </a:cubicBezTo>
                  <a:cubicBezTo>
                    <a:pt x="46007" y="73416"/>
                    <a:pt x="46007" y="69585"/>
                    <a:pt x="43451" y="67032"/>
                  </a:cubicBezTo>
                  <a:cubicBezTo>
                    <a:pt x="43451" y="67032"/>
                    <a:pt x="43451" y="67032"/>
                    <a:pt x="43451" y="67032"/>
                  </a:cubicBezTo>
                  <a:lnTo>
                    <a:pt x="21726" y="45326"/>
                  </a:lnTo>
                  <a:lnTo>
                    <a:pt x="186586" y="45326"/>
                  </a:lnTo>
                  <a:cubicBezTo>
                    <a:pt x="210229" y="45326"/>
                    <a:pt x="229399" y="64478"/>
                    <a:pt x="229399" y="88099"/>
                  </a:cubicBezTo>
                  <a:cubicBezTo>
                    <a:pt x="229399" y="111720"/>
                    <a:pt x="210229" y="130872"/>
                    <a:pt x="186586" y="130872"/>
                  </a:cubicBezTo>
                  <a:cubicBezTo>
                    <a:pt x="186586" y="130872"/>
                    <a:pt x="186586" y="130872"/>
                    <a:pt x="186586" y="130872"/>
                  </a:cubicBezTo>
                  <a:lnTo>
                    <a:pt x="23004" y="130872"/>
                  </a:lnTo>
                  <a:cubicBezTo>
                    <a:pt x="19170" y="130872"/>
                    <a:pt x="16614" y="133425"/>
                    <a:pt x="16614" y="137256"/>
                  </a:cubicBezTo>
                  <a:cubicBezTo>
                    <a:pt x="16614" y="141086"/>
                    <a:pt x="19170" y="143640"/>
                    <a:pt x="23004" y="143640"/>
                  </a:cubicBezTo>
                  <a:lnTo>
                    <a:pt x="186586" y="143640"/>
                  </a:lnTo>
                  <a:cubicBezTo>
                    <a:pt x="217258" y="143640"/>
                    <a:pt x="242179" y="118742"/>
                    <a:pt x="242179" y="88099"/>
                  </a:cubicBezTo>
                  <a:cubicBezTo>
                    <a:pt x="242179" y="57456"/>
                    <a:pt x="217258" y="32558"/>
                    <a:pt x="186586" y="32558"/>
                  </a:cubicBezTo>
                  <a:cubicBezTo>
                    <a:pt x="186586" y="32558"/>
                    <a:pt x="186586" y="32558"/>
                    <a:pt x="186586" y="32558"/>
                  </a:cubicBezTo>
                  <a:lnTo>
                    <a:pt x="186586" y="32558"/>
                  </a:lnTo>
                  <a:close/>
                </a:path>
              </a:pathLst>
            </a:custGeom>
            <a:solidFill>
              <a:srgbClr val="007680"/>
            </a:solidFill>
            <a:ln w="6390" cap="flat">
              <a:noFill/>
              <a:prstDash val="solid"/>
              <a:miter/>
            </a:ln>
          </p:spPr>
          <p:txBody>
            <a:bodyPr rtlCol="0" anchor="ctr"/>
            <a:lstStyle/>
            <a:p>
              <a:endParaRPr lang="en-US"/>
            </a:p>
          </p:txBody>
        </p:sp>
      </p:grpSp>
      <p:grpSp>
        <p:nvGrpSpPr>
          <p:cNvPr id="705" name="Graphic 5">
            <a:extLst>
              <a:ext uri="{FF2B5EF4-FFF2-40B4-BE49-F238E27FC236}">
                <a16:creationId xmlns:a16="http://schemas.microsoft.com/office/drawing/2014/main" id="{EE597039-5AB1-DB4D-85C9-BFBE02D9604A}"/>
              </a:ext>
            </a:extLst>
          </p:cNvPr>
          <p:cNvGrpSpPr/>
          <p:nvPr/>
        </p:nvGrpSpPr>
        <p:grpSpPr>
          <a:xfrm>
            <a:off x="467104" y="4309350"/>
            <a:ext cx="362309" cy="361971"/>
            <a:chOff x="467104" y="4309350"/>
            <a:chExt cx="362309" cy="361971"/>
          </a:xfrm>
          <a:solidFill>
            <a:srgbClr val="007680"/>
          </a:solidFill>
        </p:grpSpPr>
        <p:sp>
          <p:nvSpPr>
            <p:cNvPr id="706" name="Graphic 5">
              <a:extLst>
                <a:ext uri="{FF2B5EF4-FFF2-40B4-BE49-F238E27FC236}">
                  <a16:creationId xmlns:a16="http://schemas.microsoft.com/office/drawing/2014/main" id="{EE6ED1DD-E9CA-2547-8F59-13EAF8CE12C6}"/>
                </a:ext>
              </a:extLst>
            </p:cNvPr>
            <p:cNvSpPr/>
            <p:nvPr/>
          </p:nvSpPr>
          <p:spPr>
            <a:xfrm>
              <a:off x="467104" y="4309350"/>
              <a:ext cx="362309" cy="361971"/>
            </a:xfrm>
            <a:custGeom>
              <a:avLst/>
              <a:gdLst>
                <a:gd name="connsiteX0" fmla="*/ 181474 w 362309"/>
                <a:gd name="connsiteY0" fmla="*/ 0 h 361971"/>
                <a:gd name="connsiteX1" fmla="*/ 0 w 362309"/>
                <a:gd name="connsiteY1" fmla="*/ 180667 h 361971"/>
                <a:gd name="connsiteX2" fmla="*/ 181474 w 362309"/>
                <a:gd name="connsiteY2" fmla="*/ 361971 h 361971"/>
                <a:gd name="connsiteX3" fmla="*/ 362309 w 362309"/>
                <a:gd name="connsiteY3" fmla="*/ 180667 h 361971"/>
                <a:gd name="connsiteX4" fmla="*/ 362309 w 362309"/>
                <a:gd name="connsiteY4" fmla="*/ 180667 h 361971"/>
                <a:gd name="connsiteX5" fmla="*/ 181474 w 362309"/>
                <a:gd name="connsiteY5" fmla="*/ 0 h 361971"/>
                <a:gd name="connsiteX6" fmla="*/ 181474 w 362309"/>
                <a:gd name="connsiteY6" fmla="*/ 0 h 361971"/>
                <a:gd name="connsiteX7" fmla="*/ 181474 w 362309"/>
                <a:gd name="connsiteY7" fmla="*/ 349204 h 361971"/>
                <a:gd name="connsiteX8" fmla="*/ 13419 w 362309"/>
                <a:gd name="connsiteY8" fmla="*/ 181305 h 361971"/>
                <a:gd name="connsiteX9" fmla="*/ 181474 w 362309"/>
                <a:gd name="connsiteY9" fmla="*/ 12768 h 361971"/>
                <a:gd name="connsiteX10" fmla="*/ 349530 w 362309"/>
                <a:gd name="connsiteY10" fmla="*/ 181305 h 361971"/>
                <a:gd name="connsiteX11" fmla="*/ 349530 w 362309"/>
                <a:gd name="connsiteY11" fmla="*/ 181305 h 361971"/>
                <a:gd name="connsiteX12" fmla="*/ 181474 w 362309"/>
                <a:gd name="connsiteY12" fmla="*/ 349204 h 361971"/>
                <a:gd name="connsiteX13" fmla="*/ 181474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1474" y="0"/>
                  </a:moveTo>
                  <a:cubicBezTo>
                    <a:pt x="81152" y="0"/>
                    <a:pt x="0" y="81076"/>
                    <a:pt x="0" y="180667"/>
                  </a:cubicBezTo>
                  <a:cubicBezTo>
                    <a:pt x="0" y="280895"/>
                    <a:pt x="81152" y="361971"/>
                    <a:pt x="181474" y="361971"/>
                  </a:cubicBezTo>
                  <a:cubicBezTo>
                    <a:pt x="281796" y="361971"/>
                    <a:pt x="362309" y="280895"/>
                    <a:pt x="362309" y="180667"/>
                  </a:cubicBezTo>
                  <a:lnTo>
                    <a:pt x="362309" y="180667"/>
                  </a:lnTo>
                  <a:cubicBezTo>
                    <a:pt x="362309" y="81076"/>
                    <a:pt x="281796" y="0"/>
                    <a:pt x="181474" y="0"/>
                  </a:cubicBezTo>
                  <a:cubicBezTo>
                    <a:pt x="181474" y="0"/>
                    <a:pt x="181474" y="0"/>
                    <a:pt x="181474" y="0"/>
                  </a:cubicBezTo>
                  <a:close/>
                  <a:moveTo>
                    <a:pt x="181474" y="349204"/>
                  </a:moveTo>
                  <a:cubicBezTo>
                    <a:pt x="88181" y="349204"/>
                    <a:pt x="13419" y="273873"/>
                    <a:pt x="13419" y="181305"/>
                  </a:cubicBezTo>
                  <a:cubicBezTo>
                    <a:pt x="13419" y="88099"/>
                    <a:pt x="88820" y="12768"/>
                    <a:pt x="181474" y="12768"/>
                  </a:cubicBezTo>
                  <a:cubicBezTo>
                    <a:pt x="274128" y="12768"/>
                    <a:pt x="349530" y="88099"/>
                    <a:pt x="349530" y="181305"/>
                  </a:cubicBezTo>
                  <a:lnTo>
                    <a:pt x="349530" y="181305"/>
                  </a:lnTo>
                  <a:cubicBezTo>
                    <a:pt x="349530"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707" name="Graphic 5">
              <a:extLst>
                <a:ext uri="{FF2B5EF4-FFF2-40B4-BE49-F238E27FC236}">
                  <a16:creationId xmlns:a16="http://schemas.microsoft.com/office/drawing/2014/main" id="{6A6603DC-E897-DC48-8AF7-75D82D1E844D}"/>
                </a:ext>
              </a:extLst>
            </p:cNvPr>
            <p:cNvSpPr/>
            <p:nvPr/>
          </p:nvSpPr>
          <p:spPr>
            <a:xfrm>
              <a:off x="554936" y="4385958"/>
              <a:ext cx="184405" cy="167260"/>
            </a:xfrm>
            <a:custGeom>
              <a:avLst/>
              <a:gdLst>
                <a:gd name="connsiteX0" fmla="*/ 183740 w 184405"/>
                <a:gd name="connsiteY0" fmla="*/ 162792 h 167260"/>
                <a:gd name="connsiteX1" fmla="*/ 182462 w 184405"/>
                <a:gd name="connsiteY1" fmla="*/ 155769 h 167260"/>
                <a:gd name="connsiteX2" fmla="*/ 62332 w 184405"/>
                <a:gd name="connsiteY2" fmla="*/ 35750 h 167260"/>
                <a:gd name="connsiteX3" fmla="*/ 62332 w 184405"/>
                <a:gd name="connsiteY3" fmla="*/ 35750 h 167260"/>
                <a:gd name="connsiteX4" fmla="*/ 28465 w 184405"/>
                <a:gd name="connsiteY4" fmla="*/ 1915 h 167260"/>
                <a:gd name="connsiteX5" fmla="*/ 19519 w 184405"/>
                <a:gd name="connsiteY5" fmla="*/ 1915 h 167260"/>
                <a:gd name="connsiteX6" fmla="*/ 19519 w 184405"/>
                <a:gd name="connsiteY6" fmla="*/ 1915 h 167260"/>
                <a:gd name="connsiteX7" fmla="*/ 2266 w 184405"/>
                <a:gd name="connsiteY7" fmla="*/ 19152 h 167260"/>
                <a:gd name="connsiteX8" fmla="*/ 1627 w 184405"/>
                <a:gd name="connsiteY8" fmla="*/ 28089 h 167260"/>
                <a:gd name="connsiteX9" fmla="*/ 10573 w 184405"/>
                <a:gd name="connsiteY9" fmla="*/ 28728 h 167260"/>
                <a:gd name="connsiteX10" fmla="*/ 11212 w 184405"/>
                <a:gd name="connsiteY10" fmla="*/ 28089 h 167260"/>
                <a:gd name="connsiteX11" fmla="*/ 23992 w 184405"/>
                <a:gd name="connsiteY11" fmla="*/ 15322 h 167260"/>
                <a:gd name="connsiteX12" fmla="*/ 52108 w 184405"/>
                <a:gd name="connsiteY12" fmla="*/ 43411 h 167260"/>
                <a:gd name="connsiteX13" fmla="*/ 52108 w 184405"/>
                <a:gd name="connsiteY13" fmla="*/ 160876 h 167260"/>
                <a:gd name="connsiteX14" fmla="*/ 58498 w 184405"/>
                <a:gd name="connsiteY14" fmla="*/ 167260 h 167260"/>
                <a:gd name="connsiteX15" fmla="*/ 178628 w 184405"/>
                <a:gd name="connsiteY15" fmla="*/ 167260 h 167260"/>
                <a:gd name="connsiteX16" fmla="*/ 183740 w 184405"/>
                <a:gd name="connsiteY16" fmla="*/ 162792 h 167260"/>
                <a:gd name="connsiteX17" fmla="*/ 64249 w 184405"/>
                <a:gd name="connsiteY17" fmla="*/ 153854 h 167260"/>
                <a:gd name="connsiteX18" fmla="*/ 64249 w 184405"/>
                <a:gd name="connsiteY18" fmla="*/ 55541 h 167260"/>
                <a:gd name="connsiteX19" fmla="*/ 162654 w 184405"/>
                <a:gd name="connsiteY19" fmla="*/ 153854 h 167260"/>
                <a:gd name="connsiteX20" fmla="*/ 64249 w 184405"/>
                <a:gd name="connsiteY20" fmla="*/ 153854 h 16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4405" h="167260">
                  <a:moveTo>
                    <a:pt x="183740" y="162792"/>
                  </a:moveTo>
                  <a:cubicBezTo>
                    <a:pt x="185018" y="160238"/>
                    <a:pt x="184379" y="157684"/>
                    <a:pt x="182462" y="155769"/>
                  </a:cubicBezTo>
                  <a:lnTo>
                    <a:pt x="62332" y="35750"/>
                  </a:lnTo>
                  <a:lnTo>
                    <a:pt x="62332" y="35750"/>
                  </a:lnTo>
                  <a:lnTo>
                    <a:pt x="28465" y="1915"/>
                  </a:lnTo>
                  <a:cubicBezTo>
                    <a:pt x="25909" y="-638"/>
                    <a:pt x="22075" y="-638"/>
                    <a:pt x="19519" y="1915"/>
                  </a:cubicBezTo>
                  <a:cubicBezTo>
                    <a:pt x="19519" y="1915"/>
                    <a:pt x="19519" y="1915"/>
                    <a:pt x="19519" y="1915"/>
                  </a:cubicBezTo>
                  <a:lnTo>
                    <a:pt x="2266" y="19152"/>
                  </a:lnTo>
                  <a:cubicBezTo>
                    <a:pt x="-290" y="21706"/>
                    <a:pt x="-929" y="25536"/>
                    <a:pt x="1627" y="28089"/>
                  </a:cubicBezTo>
                  <a:cubicBezTo>
                    <a:pt x="4183" y="30643"/>
                    <a:pt x="8017" y="31281"/>
                    <a:pt x="10573" y="28728"/>
                  </a:cubicBezTo>
                  <a:cubicBezTo>
                    <a:pt x="10573" y="28728"/>
                    <a:pt x="11212" y="28089"/>
                    <a:pt x="11212" y="28089"/>
                  </a:cubicBezTo>
                  <a:lnTo>
                    <a:pt x="23992" y="15322"/>
                  </a:lnTo>
                  <a:lnTo>
                    <a:pt x="52108" y="43411"/>
                  </a:lnTo>
                  <a:lnTo>
                    <a:pt x="52108" y="160876"/>
                  </a:lnTo>
                  <a:cubicBezTo>
                    <a:pt x="52108" y="164707"/>
                    <a:pt x="54664" y="167260"/>
                    <a:pt x="58498" y="167260"/>
                  </a:cubicBezTo>
                  <a:lnTo>
                    <a:pt x="178628" y="167260"/>
                  </a:lnTo>
                  <a:cubicBezTo>
                    <a:pt x="180545" y="166622"/>
                    <a:pt x="182462" y="164707"/>
                    <a:pt x="183740" y="162792"/>
                  </a:cubicBezTo>
                  <a:close/>
                  <a:moveTo>
                    <a:pt x="64249" y="153854"/>
                  </a:moveTo>
                  <a:lnTo>
                    <a:pt x="64249" y="55541"/>
                  </a:lnTo>
                  <a:lnTo>
                    <a:pt x="162654" y="153854"/>
                  </a:lnTo>
                  <a:lnTo>
                    <a:pt x="64249" y="153854"/>
                  </a:lnTo>
                  <a:close/>
                </a:path>
              </a:pathLst>
            </a:custGeom>
            <a:solidFill>
              <a:srgbClr val="007680"/>
            </a:solidFill>
            <a:ln w="6390" cap="flat">
              <a:noFill/>
              <a:prstDash val="solid"/>
              <a:miter/>
            </a:ln>
          </p:spPr>
          <p:txBody>
            <a:bodyPr rtlCol="0" anchor="ctr"/>
            <a:lstStyle/>
            <a:p>
              <a:endParaRPr lang="en-US"/>
            </a:p>
          </p:txBody>
        </p:sp>
        <p:sp>
          <p:nvSpPr>
            <p:cNvPr id="708" name="Graphic 5">
              <a:extLst>
                <a:ext uri="{FF2B5EF4-FFF2-40B4-BE49-F238E27FC236}">
                  <a16:creationId xmlns:a16="http://schemas.microsoft.com/office/drawing/2014/main" id="{DB0AC1E9-82CA-0D4B-92C1-C1DF60755216}"/>
                </a:ext>
              </a:extLst>
            </p:cNvPr>
            <p:cNvSpPr/>
            <p:nvPr/>
          </p:nvSpPr>
          <p:spPr>
            <a:xfrm>
              <a:off x="715672" y="4568540"/>
              <a:ext cx="26837" cy="26812"/>
            </a:xfrm>
            <a:custGeom>
              <a:avLst/>
              <a:gdLst>
                <a:gd name="connsiteX0" fmla="*/ 13419 w 26837"/>
                <a:gd name="connsiteY0" fmla="*/ 0 h 26812"/>
                <a:gd name="connsiteX1" fmla="*/ 0 w 26837"/>
                <a:gd name="connsiteY1" fmla="*/ 13406 h 26812"/>
                <a:gd name="connsiteX2" fmla="*/ 13419 w 26837"/>
                <a:gd name="connsiteY2" fmla="*/ 26813 h 26812"/>
                <a:gd name="connsiteX3" fmla="*/ 26838 w 26837"/>
                <a:gd name="connsiteY3" fmla="*/ 13406 h 26812"/>
                <a:gd name="connsiteX4" fmla="*/ 26838 w 26837"/>
                <a:gd name="connsiteY4" fmla="*/ 13406 h 26812"/>
                <a:gd name="connsiteX5" fmla="*/ 13419 w 26837"/>
                <a:gd name="connsiteY5" fmla="*/ 0 h 26812"/>
                <a:gd name="connsiteX6" fmla="*/ 12780 w 26837"/>
                <a:gd name="connsiteY6" fmla="*/ 12768 h 26812"/>
                <a:gd name="connsiteX7" fmla="*/ 12780 w 26837"/>
                <a:gd name="connsiteY7" fmla="*/ 12768 h 26812"/>
                <a:gd name="connsiteX8" fmla="*/ 14058 w 26837"/>
                <a:gd name="connsiteY8" fmla="*/ 12768 h 26812"/>
                <a:gd name="connsiteX9" fmla="*/ 14058 w 26837"/>
                <a:gd name="connsiteY9" fmla="*/ 12768 h 26812"/>
                <a:gd name="connsiteX10" fmla="*/ 12780 w 26837"/>
                <a:gd name="connsiteY10" fmla="*/ 12768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837" h="26812">
                  <a:moveTo>
                    <a:pt x="13419" y="0"/>
                  </a:moveTo>
                  <a:cubicBezTo>
                    <a:pt x="5751" y="0"/>
                    <a:pt x="0" y="5746"/>
                    <a:pt x="0" y="13406"/>
                  </a:cubicBezTo>
                  <a:cubicBezTo>
                    <a:pt x="0" y="21067"/>
                    <a:pt x="5751" y="26813"/>
                    <a:pt x="13419" y="26813"/>
                  </a:cubicBezTo>
                  <a:cubicBezTo>
                    <a:pt x="21087" y="26813"/>
                    <a:pt x="26838" y="21067"/>
                    <a:pt x="26838" y="13406"/>
                  </a:cubicBezTo>
                  <a:cubicBezTo>
                    <a:pt x="26838" y="13406"/>
                    <a:pt x="26838" y="13406"/>
                    <a:pt x="26838" y="13406"/>
                  </a:cubicBezTo>
                  <a:cubicBezTo>
                    <a:pt x="26838" y="5746"/>
                    <a:pt x="20448" y="0"/>
                    <a:pt x="13419" y="0"/>
                  </a:cubicBezTo>
                  <a:close/>
                  <a:moveTo>
                    <a:pt x="12780" y="12768"/>
                  </a:moveTo>
                  <a:cubicBezTo>
                    <a:pt x="12780" y="12768"/>
                    <a:pt x="12780" y="12130"/>
                    <a:pt x="12780" y="12768"/>
                  </a:cubicBezTo>
                  <a:cubicBezTo>
                    <a:pt x="13419" y="12130"/>
                    <a:pt x="14058" y="12768"/>
                    <a:pt x="14058" y="12768"/>
                  </a:cubicBezTo>
                  <a:lnTo>
                    <a:pt x="14058" y="12768"/>
                  </a:lnTo>
                  <a:cubicBezTo>
                    <a:pt x="14058" y="13406"/>
                    <a:pt x="12780" y="13406"/>
                    <a:pt x="12780" y="12768"/>
                  </a:cubicBezTo>
                  <a:close/>
                </a:path>
              </a:pathLst>
            </a:custGeom>
            <a:solidFill>
              <a:srgbClr val="007680"/>
            </a:solidFill>
            <a:ln w="6390" cap="flat">
              <a:noFill/>
              <a:prstDash val="solid"/>
              <a:miter/>
            </a:ln>
          </p:spPr>
          <p:txBody>
            <a:bodyPr rtlCol="0" anchor="ctr"/>
            <a:lstStyle/>
            <a:p>
              <a:endParaRPr lang="en-US"/>
            </a:p>
          </p:txBody>
        </p:sp>
        <p:sp>
          <p:nvSpPr>
            <p:cNvPr id="709" name="Graphic 5">
              <a:extLst>
                <a:ext uri="{FF2B5EF4-FFF2-40B4-BE49-F238E27FC236}">
                  <a16:creationId xmlns:a16="http://schemas.microsoft.com/office/drawing/2014/main" id="{D0AD8631-511A-1745-AB45-89D42D9C0637}"/>
                </a:ext>
              </a:extLst>
            </p:cNvPr>
            <p:cNvSpPr/>
            <p:nvPr/>
          </p:nvSpPr>
          <p:spPr>
            <a:xfrm>
              <a:off x="584679" y="4568540"/>
              <a:ext cx="26837" cy="26812"/>
            </a:xfrm>
            <a:custGeom>
              <a:avLst/>
              <a:gdLst>
                <a:gd name="connsiteX0" fmla="*/ 13419 w 26837"/>
                <a:gd name="connsiteY0" fmla="*/ 0 h 26812"/>
                <a:gd name="connsiteX1" fmla="*/ 0 w 26837"/>
                <a:gd name="connsiteY1" fmla="*/ 13406 h 26812"/>
                <a:gd name="connsiteX2" fmla="*/ 13419 w 26837"/>
                <a:gd name="connsiteY2" fmla="*/ 26813 h 26812"/>
                <a:gd name="connsiteX3" fmla="*/ 26838 w 26837"/>
                <a:gd name="connsiteY3" fmla="*/ 13406 h 26812"/>
                <a:gd name="connsiteX4" fmla="*/ 26838 w 26837"/>
                <a:gd name="connsiteY4" fmla="*/ 12768 h 26812"/>
                <a:gd name="connsiteX5" fmla="*/ 13419 w 26837"/>
                <a:gd name="connsiteY5" fmla="*/ 0 h 26812"/>
                <a:gd name="connsiteX6" fmla="*/ 13419 w 26837"/>
                <a:gd name="connsiteY6" fmla="*/ 12768 h 26812"/>
                <a:gd name="connsiteX7" fmla="*/ 13419 w 26837"/>
                <a:gd name="connsiteY7" fmla="*/ 12768 h 26812"/>
                <a:gd name="connsiteX8" fmla="*/ 14697 w 26837"/>
                <a:gd name="connsiteY8" fmla="*/ 12768 h 26812"/>
                <a:gd name="connsiteX9" fmla="*/ 14697 w 26837"/>
                <a:gd name="connsiteY9" fmla="*/ 12768 h 26812"/>
                <a:gd name="connsiteX10" fmla="*/ 13419 w 26837"/>
                <a:gd name="connsiteY10" fmla="*/ 12768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837" h="26812">
                  <a:moveTo>
                    <a:pt x="13419" y="0"/>
                  </a:moveTo>
                  <a:cubicBezTo>
                    <a:pt x="5751" y="0"/>
                    <a:pt x="0" y="5746"/>
                    <a:pt x="0" y="13406"/>
                  </a:cubicBezTo>
                  <a:cubicBezTo>
                    <a:pt x="0" y="21067"/>
                    <a:pt x="5751" y="26813"/>
                    <a:pt x="13419" y="26813"/>
                  </a:cubicBezTo>
                  <a:cubicBezTo>
                    <a:pt x="21087" y="26813"/>
                    <a:pt x="26838" y="21067"/>
                    <a:pt x="26838" y="13406"/>
                  </a:cubicBezTo>
                  <a:cubicBezTo>
                    <a:pt x="26838" y="13406"/>
                    <a:pt x="26838" y="12768"/>
                    <a:pt x="26838" y="12768"/>
                  </a:cubicBezTo>
                  <a:cubicBezTo>
                    <a:pt x="26838" y="5746"/>
                    <a:pt x="21087" y="0"/>
                    <a:pt x="13419" y="0"/>
                  </a:cubicBezTo>
                  <a:close/>
                  <a:moveTo>
                    <a:pt x="13419" y="12768"/>
                  </a:moveTo>
                  <a:cubicBezTo>
                    <a:pt x="13419" y="12768"/>
                    <a:pt x="13419" y="12130"/>
                    <a:pt x="13419" y="12768"/>
                  </a:cubicBezTo>
                  <a:cubicBezTo>
                    <a:pt x="14058" y="12130"/>
                    <a:pt x="14697" y="12768"/>
                    <a:pt x="14697" y="12768"/>
                  </a:cubicBezTo>
                  <a:lnTo>
                    <a:pt x="14697" y="12768"/>
                  </a:lnTo>
                  <a:cubicBezTo>
                    <a:pt x="14058" y="13406"/>
                    <a:pt x="13419" y="13406"/>
                    <a:pt x="13419" y="12768"/>
                  </a:cubicBezTo>
                  <a:close/>
                </a:path>
              </a:pathLst>
            </a:custGeom>
            <a:solidFill>
              <a:srgbClr val="007680"/>
            </a:solidFill>
            <a:ln w="6390" cap="flat">
              <a:noFill/>
              <a:prstDash val="solid"/>
              <a:miter/>
            </a:ln>
          </p:spPr>
          <p:txBody>
            <a:bodyPr rtlCol="0" anchor="ctr"/>
            <a:lstStyle/>
            <a:p>
              <a:endParaRPr lang="en-US"/>
            </a:p>
          </p:txBody>
        </p:sp>
      </p:grpSp>
      <p:grpSp>
        <p:nvGrpSpPr>
          <p:cNvPr id="710" name="Graphic 5">
            <a:extLst>
              <a:ext uri="{FF2B5EF4-FFF2-40B4-BE49-F238E27FC236}">
                <a16:creationId xmlns:a16="http://schemas.microsoft.com/office/drawing/2014/main" id="{0F68F9D9-1B56-5A40-9771-C767E0668D70}"/>
              </a:ext>
            </a:extLst>
          </p:cNvPr>
          <p:cNvGrpSpPr/>
          <p:nvPr/>
        </p:nvGrpSpPr>
        <p:grpSpPr>
          <a:xfrm>
            <a:off x="9887788" y="3340900"/>
            <a:ext cx="361674" cy="361971"/>
            <a:chOff x="9887788" y="3340900"/>
            <a:chExt cx="361674" cy="361971"/>
          </a:xfrm>
          <a:solidFill>
            <a:srgbClr val="007680"/>
          </a:solidFill>
        </p:grpSpPr>
        <p:sp>
          <p:nvSpPr>
            <p:cNvPr id="711" name="Graphic 5">
              <a:extLst>
                <a:ext uri="{FF2B5EF4-FFF2-40B4-BE49-F238E27FC236}">
                  <a16:creationId xmlns:a16="http://schemas.microsoft.com/office/drawing/2014/main" id="{89CAD85A-5A6F-F840-B886-5CA814BB401B}"/>
                </a:ext>
              </a:extLst>
            </p:cNvPr>
            <p:cNvSpPr/>
            <p:nvPr/>
          </p:nvSpPr>
          <p:spPr>
            <a:xfrm>
              <a:off x="9887788" y="3340900"/>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8565 h 361971"/>
                <a:gd name="connsiteX8" fmla="*/ 12780 w 361674"/>
                <a:gd name="connsiteY8" fmla="*/ 180667 h 361971"/>
                <a:gd name="connsiteX9" fmla="*/ 180835 w 361674"/>
                <a:gd name="connsiteY9" fmla="*/ 12129 h 361971"/>
                <a:gd name="connsiteX10" fmla="*/ 348890 w 361674"/>
                <a:gd name="connsiteY10" fmla="*/ 180028 h 361971"/>
                <a:gd name="connsiteX11" fmla="*/ 348890 w 361674"/>
                <a:gd name="connsiteY11" fmla="*/ 180028 h 361971"/>
                <a:gd name="connsiteX12" fmla="*/ 180835 w 361674"/>
                <a:gd name="connsiteY12"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2309" y="80438"/>
                    <a:pt x="281157" y="0"/>
                    <a:pt x="180835" y="0"/>
                  </a:cubicBezTo>
                  <a:cubicBezTo>
                    <a:pt x="180835" y="0"/>
                    <a:pt x="180835" y="0"/>
                    <a:pt x="180835" y="0"/>
                  </a:cubicBezTo>
                  <a:close/>
                  <a:moveTo>
                    <a:pt x="180835" y="348565"/>
                  </a:moveTo>
                  <a:cubicBezTo>
                    <a:pt x="87542" y="348565"/>
                    <a:pt x="12780" y="273234"/>
                    <a:pt x="12780" y="180667"/>
                  </a:cubicBezTo>
                  <a:cubicBezTo>
                    <a:pt x="12780" y="87461"/>
                    <a:pt x="88181" y="12129"/>
                    <a:pt x="180835" y="12129"/>
                  </a:cubicBezTo>
                  <a:cubicBezTo>
                    <a:pt x="274128" y="12129"/>
                    <a:pt x="348890" y="87461"/>
                    <a:pt x="348890" y="180028"/>
                  </a:cubicBezTo>
                  <a:lnTo>
                    <a:pt x="348890" y="180028"/>
                  </a:lnTo>
                  <a:cubicBezTo>
                    <a:pt x="349529" y="273234"/>
                    <a:pt x="274128" y="348565"/>
                    <a:pt x="180835" y="348565"/>
                  </a:cubicBezTo>
                  <a:close/>
                </a:path>
              </a:pathLst>
            </a:custGeom>
            <a:solidFill>
              <a:srgbClr val="007680"/>
            </a:solidFill>
            <a:ln w="6390" cap="flat">
              <a:noFill/>
              <a:prstDash val="solid"/>
              <a:miter/>
            </a:ln>
          </p:spPr>
          <p:txBody>
            <a:bodyPr rtlCol="0" anchor="ctr"/>
            <a:lstStyle/>
            <a:p>
              <a:endParaRPr lang="en-US"/>
            </a:p>
          </p:txBody>
        </p:sp>
        <p:sp>
          <p:nvSpPr>
            <p:cNvPr id="712" name="Graphic 5">
              <a:extLst>
                <a:ext uri="{FF2B5EF4-FFF2-40B4-BE49-F238E27FC236}">
                  <a16:creationId xmlns:a16="http://schemas.microsoft.com/office/drawing/2014/main" id="{E2DA2CDC-3DB0-5C42-AD8A-47597A471398}"/>
                </a:ext>
              </a:extLst>
            </p:cNvPr>
            <p:cNvSpPr/>
            <p:nvPr/>
          </p:nvSpPr>
          <p:spPr>
            <a:xfrm>
              <a:off x="9974691" y="3413039"/>
              <a:ext cx="188503" cy="217055"/>
            </a:xfrm>
            <a:custGeom>
              <a:avLst/>
              <a:gdLst>
                <a:gd name="connsiteX0" fmla="*/ 182113 w 188503"/>
                <a:gd name="connsiteY0" fmla="*/ 638 h 217055"/>
                <a:gd name="connsiteX1" fmla="*/ 6390 w 188503"/>
                <a:gd name="connsiteY1" fmla="*/ 0 h 217055"/>
                <a:gd name="connsiteX2" fmla="*/ 6390 w 188503"/>
                <a:gd name="connsiteY2" fmla="*/ 0 h 217055"/>
                <a:gd name="connsiteX3" fmla="*/ 0 w 188503"/>
                <a:gd name="connsiteY3" fmla="*/ 6384 h 217055"/>
                <a:gd name="connsiteX4" fmla="*/ 0 w 188503"/>
                <a:gd name="connsiteY4" fmla="*/ 210671 h 217055"/>
                <a:gd name="connsiteX5" fmla="*/ 6390 w 188503"/>
                <a:gd name="connsiteY5" fmla="*/ 217055 h 217055"/>
                <a:gd name="connsiteX6" fmla="*/ 182113 w 188503"/>
                <a:gd name="connsiteY6" fmla="*/ 217055 h 217055"/>
                <a:gd name="connsiteX7" fmla="*/ 188503 w 188503"/>
                <a:gd name="connsiteY7" fmla="*/ 210671 h 217055"/>
                <a:gd name="connsiteX8" fmla="*/ 188503 w 188503"/>
                <a:gd name="connsiteY8" fmla="*/ 7022 h 217055"/>
                <a:gd name="connsiteX9" fmla="*/ 182113 w 188503"/>
                <a:gd name="connsiteY9" fmla="*/ 638 h 217055"/>
                <a:gd name="connsiteX10" fmla="*/ 182113 w 188503"/>
                <a:gd name="connsiteY10" fmla="*/ 638 h 217055"/>
                <a:gd name="connsiteX11" fmla="*/ 12780 w 188503"/>
                <a:gd name="connsiteY11" fmla="*/ 81077 h 217055"/>
                <a:gd name="connsiteX12" fmla="*/ 175723 w 188503"/>
                <a:gd name="connsiteY12" fmla="*/ 81077 h 217055"/>
                <a:gd name="connsiteX13" fmla="*/ 175723 w 188503"/>
                <a:gd name="connsiteY13" fmla="*/ 136617 h 217055"/>
                <a:gd name="connsiteX14" fmla="*/ 12780 w 188503"/>
                <a:gd name="connsiteY14" fmla="*/ 136617 h 217055"/>
                <a:gd name="connsiteX15" fmla="*/ 12780 w 188503"/>
                <a:gd name="connsiteY15" fmla="*/ 81077 h 217055"/>
                <a:gd name="connsiteX16" fmla="*/ 33867 w 188503"/>
                <a:gd name="connsiteY16" fmla="*/ 12768 h 217055"/>
                <a:gd name="connsiteX17" fmla="*/ 175723 w 188503"/>
                <a:gd name="connsiteY17" fmla="*/ 13406 h 217055"/>
                <a:gd name="connsiteX18" fmla="*/ 175723 w 188503"/>
                <a:gd name="connsiteY18" fmla="*/ 68309 h 217055"/>
                <a:gd name="connsiteX19" fmla="*/ 12780 w 188503"/>
                <a:gd name="connsiteY19" fmla="*/ 68309 h 217055"/>
                <a:gd name="connsiteX20" fmla="*/ 12780 w 188503"/>
                <a:gd name="connsiteY20" fmla="*/ 12768 h 217055"/>
                <a:gd name="connsiteX21" fmla="*/ 33867 w 188503"/>
                <a:gd name="connsiteY21" fmla="*/ 12768 h 217055"/>
                <a:gd name="connsiteX22" fmla="*/ 33867 w 188503"/>
                <a:gd name="connsiteY22" fmla="*/ 12768 h 217055"/>
                <a:gd name="connsiteX23" fmla="*/ 12780 w 188503"/>
                <a:gd name="connsiteY23" fmla="*/ 204287 h 217055"/>
                <a:gd name="connsiteX24" fmla="*/ 12780 w 188503"/>
                <a:gd name="connsiteY24" fmla="*/ 148747 h 217055"/>
                <a:gd name="connsiteX25" fmla="*/ 175723 w 188503"/>
                <a:gd name="connsiteY25" fmla="*/ 148747 h 217055"/>
                <a:gd name="connsiteX26" fmla="*/ 175723 w 188503"/>
                <a:gd name="connsiteY26" fmla="*/ 204287 h 217055"/>
                <a:gd name="connsiteX27" fmla="*/ 12780 w 188503"/>
                <a:gd name="connsiteY27" fmla="*/ 204287 h 217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8503" h="217055">
                  <a:moveTo>
                    <a:pt x="182113" y="638"/>
                  </a:moveTo>
                  <a:lnTo>
                    <a:pt x="6390" y="0"/>
                  </a:lnTo>
                  <a:lnTo>
                    <a:pt x="6390" y="0"/>
                  </a:lnTo>
                  <a:cubicBezTo>
                    <a:pt x="2556" y="0"/>
                    <a:pt x="0" y="2554"/>
                    <a:pt x="0" y="6384"/>
                  </a:cubicBezTo>
                  <a:lnTo>
                    <a:pt x="0" y="210671"/>
                  </a:lnTo>
                  <a:cubicBezTo>
                    <a:pt x="0" y="214502"/>
                    <a:pt x="2556" y="217055"/>
                    <a:pt x="6390" y="217055"/>
                  </a:cubicBezTo>
                  <a:lnTo>
                    <a:pt x="182113" y="217055"/>
                  </a:lnTo>
                  <a:cubicBezTo>
                    <a:pt x="185947" y="217055"/>
                    <a:pt x="188503" y="214502"/>
                    <a:pt x="188503" y="210671"/>
                  </a:cubicBezTo>
                  <a:lnTo>
                    <a:pt x="188503" y="7022"/>
                  </a:lnTo>
                  <a:cubicBezTo>
                    <a:pt x="188503" y="3192"/>
                    <a:pt x="185308" y="638"/>
                    <a:pt x="182113" y="638"/>
                  </a:cubicBezTo>
                  <a:cubicBezTo>
                    <a:pt x="182113" y="638"/>
                    <a:pt x="182113" y="638"/>
                    <a:pt x="182113" y="638"/>
                  </a:cubicBezTo>
                  <a:close/>
                  <a:moveTo>
                    <a:pt x="12780" y="81077"/>
                  </a:moveTo>
                  <a:lnTo>
                    <a:pt x="175723" y="81077"/>
                  </a:lnTo>
                  <a:lnTo>
                    <a:pt x="175723" y="136617"/>
                  </a:lnTo>
                  <a:lnTo>
                    <a:pt x="12780" y="136617"/>
                  </a:lnTo>
                  <a:lnTo>
                    <a:pt x="12780" y="81077"/>
                  </a:lnTo>
                  <a:close/>
                  <a:moveTo>
                    <a:pt x="33867" y="12768"/>
                  </a:moveTo>
                  <a:lnTo>
                    <a:pt x="175723" y="13406"/>
                  </a:lnTo>
                  <a:lnTo>
                    <a:pt x="175723" y="68309"/>
                  </a:lnTo>
                  <a:lnTo>
                    <a:pt x="12780" y="68309"/>
                  </a:lnTo>
                  <a:lnTo>
                    <a:pt x="12780" y="12768"/>
                  </a:lnTo>
                  <a:cubicBezTo>
                    <a:pt x="17892" y="12768"/>
                    <a:pt x="24282" y="12768"/>
                    <a:pt x="33867" y="12768"/>
                  </a:cubicBezTo>
                  <a:lnTo>
                    <a:pt x="33867" y="12768"/>
                  </a:lnTo>
                  <a:close/>
                  <a:moveTo>
                    <a:pt x="12780" y="204287"/>
                  </a:moveTo>
                  <a:lnTo>
                    <a:pt x="12780" y="148747"/>
                  </a:lnTo>
                  <a:lnTo>
                    <a:pt x="175723" y="148747"/>
                  </a:lnTo>
                  <a:lnTo>
                    <a:pt x="175723" y="204287"/>
                  </a:lnTo>
                  <a:lnTo>
                    <a:pt x="12780" y="204287"/>
                  </a:lnTo>
                  <a:close/>
                </a:path>
              </a:pathLst>
            </a:custGeom>
            <a:solidFill>
              <a:srgbClr val="007680"/>
            </a:solidFill>
            <a:ln w="6390" cap="flat">
              <a:noFill/>
              <a:prstDash val="solid"/>
              <a:miter/>
            </a:ln>
          </p:spPr>
          <p:txBody>
            <a:bodyPr rtlCol="0" anchor="ctr"/>
            <a:lstStyle/>
            <a:p>
              <a:endParaRPr lang="en-US"/>
            </a:p>
          </p:txBody>
        </p:sp>
        <p:sp>
          <p:nvSpPr>
            <p:cNvPr id="713" name="Graphic 5">
              <a:extLst>
                <a:ext uri="{FF2B5EF4-FFF2-40B4-BE49-F238E27FC236}">
                  <a16:creationId xmlns:a16="http://schemas.microsoft.com/office/drawing/2014/main" id="{1EC837D6-5D72-B245-B047-14A82D4993E3}"/>
                </a:ext>
              </a:extLst>
            </p:cNvPr>
            <p:cNvSpPr/>
            <p:nvPr/>
          </p:nvSpPr>
          <p:spPr>
            <a:xfrm>
              <a:off x="10117187" y="3513268"/>
              <a:ext cx="16613" cy="16598"/>
            </a:xfrm>
            <a:custGeom>
              <a:avLst/>
              <a:gdLst>
                <a:gd name="connsiteX0" fmla="*/ 8306 w 16613"/>
                <a:gd name="connsiteY0" fmla="*/ 0 h 16598"/>
                <a:gd name="connsiteX1" fmla="*/ 0 w 16613"/>
                <a:gd name="connsiteY1" fmla="*/ 8299 h 16598"/>
                <a:gd name="connsiteX2" fmla="*/ 8306 w 16613"/>
                <a:gd name="connsiteY2" fmla="*/ 16598 h 16598"/>
                <a:gd name="connsiteX3" fmla="*/ 16614 w 16613"/>
                <a:gd name="connsiteY3" fmla="*/ 8299 h 16598"/>
                <a:gd name="connsiteX4" fmla="*/ 8306 w 16613"/>
                <a:gd name="connsiteY4" fmla="*/ 0 h 16598"/>
                <a:gd name="connsiteX5" fmla="*/ 8306 w 16613"/>
                <a:gd name="connsiteY5" fmla="*/ 0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3" h="16598">
                  <a:moveTo>
                    <a:pt x="8306" y="0"/>
                  </a:moveTo>
                  <a:cubicBezTo>
                    <a:pt x="3834" y="0"/>
                    <a:pt x="0" y="3830"/>
                    <a:pt x="0" y="8299"/>
                  </a:cubicBezTo>
                  <a:cubicBezTo>
                    <a:pt x="0" y="12768"/>
                    <a:pt x="3834" y="16598"/>
                    <a:pt x="8306" y="16598"/>
                  </a:cubicBezTo>
                  <a:cubicBezTo>
                    <a:pt x="12780" y="16598"/>
                    <a:pt x="16614" y="12768"/>
                    <a:pt x="16614" y="8299"/>
                  </a:cubicBezTo>
                  <a:cubicBezTo>
                    <a:pt x="16614" y="3830"/>
                    <a:pt x="12780" y="0"/>
                    <a:pt x="8306" y="0"/>
                  </a:cubicBezTo>
                  <a:lnTo>
                    <a:pt x="8306" y="0"/>
                  </a:lnTo>
                  <a:close/>
                </a:path>
              </a:pathLst>
            </a:custGeom>
            <a:solidFill>
              <a:srgbClr val="007680"/>
            </a:solidFill>
            <a:ln w="6390" cap="flat">
              <a:noFill/>
              <a:prstDash val="solid"/>
              <a:miter/>
            </a:ln>
          </p:spPr>
          <p:txBody>
            <a:bodyPr rtlCol="0" anchor="ctr"/>
            <a:lstStyle/>
            <a:p>
              <a:endParaRPr lang="en-US"/>
            </a:p>
          </p:txBody>
        </p:sp>
        <p:sp>
          <p:nvSpPr>
            <p:cNvPr id="714" name="Graphic 5">
              <a:extLst>
                <a:ext uri="{FF2B5EF4-FFF2-40B4-BE49-F238E27FC236}">
                  <a16:creationId xmlns:a16="http://schemas.microsoft.com/office/drawing/2014/main" id="{8FA12E91-49FE-9A47-BD1F-E19C4934659F}"/>
                </a:ext>
              </a:extLst>
            </p:cNvPr>
            <p:cNvSpPr/>
            <p:nvPr/>
          </p:nvSpPr>
          <p:spPr>
            <a:xfrm>
              <a:off x="10087154" y="3513268"/>
              <a:ext cx="16613" cy="16598"/>
            </a:xfrm>
            <a:custGeom>
              <a:avLst/>
              <a:gdLst>
                <a:gd name="connsiteX0" fmla="*/ 8307 w 16613"/>
                <a:gd name="connsiteY0" fmla="*/ 0 h 16598"/>
                <a:gd name="connsiteX1" fmla="*/ 0 w 16613"/>
                <a:gd name="connsiteY1" fmla="*/ 8299 h 16598"/>
                <a:gd name="connsiteX2" fmla="*/ 8307 w 16613"/>
                <a:gd name="connsiteY2" fmla="*/ 16598 h 16598"/>
                <a:gd name="connsiteX3" fmla="*/ 16614 w 16613"/>
                <a:gd name="connsiteY3" fmla="*/ 8299 h 16598"/>
                <a:gd name="connsiteX4" fmla="*/ 16614 w 16613"/>
                <a:gd name="connsiteY4" fmla="*/ 8299 h 16598"/>
                <a:gd name="connsiteX5" fmla="*/ 8307 w 16613"/>
                <a:gd name="connsiteY5" fmla="*/ 0 h 16598"/>
                <a:gd name="connsiteX6" fmla="*/ 8307 w 16613"/>
                <a:gd name="connsiteY6" fmla="*/ 0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13" h="16598">
                  <a:moveTo>
                    <a:pt x="8307" y="0"/>
                  </a:moveTo>
                  <a:cubicBezTo>
                    <a:pt x="3834" y="0"/>
                    <a:pt x="0" y="3830"/>
                    <a:pt x="0" y="8299"/>
                  </a:cubicBezTo>
                  <a:cubicBezTo>
                    <a:pt x="0" y="12768"/>
                    <a:pt x="3834" y="16598"/>
                    <a:pt x="8307" y="16598"/>
                  </a:cubicBezTo>
                  <a:cubicBezTo>
                    <a:pt x="12780" y="16598"/>
                    <a:pt x="16614" y="12768"/>
                    <a:pt x="16614" y="8299"/>
                  </a:cubicBezTo>
                  <a:cubicBezTo>
                    <a:pt x="16614" y="8299"/>
                    <a:pt x="16614" y="8299"/>
                    <a:pt x="16614" y="8299"/>
                  </a:cubicBezTo>
                  <a:cubicBezTo>
                    <a:pt x="15975" y="3830"/>
                    <a:pt x="12780" y="0"/>
                    <a:pt x="8307" y="0"/>
                  </a:cubicBezTo>
                  <a:cubicBezTo>
                    <a:pt x="8307" y="0"/>
                    <a:pt x="8307" y="0"/>
                    <a:pt x="8307" y="0"/>
                  </a:cubicBezTo>
                  <a:close/>
                </a:path>
              </a:pathLst>
            </a:custGeom>
            <a:solidFill>
              <a:srgbClr val="007680"/>
            </a:solidFill>
            <a:ln w="6390" cap="flat">
              <a:noFill/>
              <a:prstDash val="solid"/>
              <a:miter/>
            </a:ln>
          </p:spPr>
          <p:txBody>
            <a:bodyPr rtlCol="0" anchor="ctr"/>
            <a:lstStyle/>
            <a:p>
              <a:endParaRPr lang="en-US"/>
            </a:p>
          </p:txBody>
        </p:sp>
        <p:sp>
          <p:nvSpPr>
            <p:cNvPr id="715" name="Graphic 5">
              <a:extLst>
                <a:ext uri="{FF2B5EF4-FFF2-40B4-BE49-F238E27FC236}">
                  <a16:creationId xmlns:a16="http://schemas.microsoft.com/office/drawing/2014/main" id="{C6AB1FAF-0481-B649-84CA-6B2F0D0D2788}"/>
                </a:ext>
              </a:extLst>
            </p:cNvPr>
            <p:cNvSpPr/>
            <p:nvPr/>
          </p:nvSpPr>
          <p:spPr>
            <a:xfrm>
              <a:off x="10001529" y="3515183"/>
              <a:ext cx="71567" cy="12767"/>
            </a:xfrm>
            <a:custGeom>
              <a:avLst/>
              <a:gdLst>
                <a:gd name="connsiteX0" fmla="*/ 65178 w 71567"/>
                <a:gd name="connsiteY0" fmla="*/ 0 h 12767"/>
                <a:gd name="connsiteX1" fmla="*/ 6390 w 71567"/>
                <a:gd name="connsiteY1" fmla="*/ 0 h 12767"/>
                <a:gd name="connsiteX2" fmla="*/ 0 w 71567"/>
                <a:gd name="connsiteY2" fmla="*/ 6384 h 12767"/>
                <a:gd name="connsiteX3" fmla="*/ 6390 w 71567"/>
                <a:gd name="connsiteY3" fmla="*/ 12768 h 12767"/>
                <a:gd name="connsiteX4" fmla="*/ 65178 w 71567"/>
                <a:gd name="connsiteY4" fmla="*/ 12768 h 12767"/>
                <a:gd name="connsiteX5" fmla="*/ 71568 w 71567"/>
                <a:gd name="connsiteY5" fmla="*/ 6384 h 12767"/>
                <a:gd name="connsiteX6" fmla="*/ 65178 w 71567"/>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567" h="12767">
                  <a:moveTo>
                    <a:pt x="65178" y="0"/>
                  </a:moveTo>
                  <a:lnTo>
                    <a:pt x="6390" y="0"/>
                  </a:lnTo>
                  <a:cubicBezTo>
                    <a:pt x="2556" y="0"/>
                    <a:pt x="0" y="2554"/>
                    <a:pt x="0" y="6384"/>
                  </a:cubicBezTo>
                  <a:cubicBezTo>
                    <a:pt x="0" y="10214"/>
                    <a:pt x="2556" y="12768"/>
                    <a:pt x="6390" y="12768"/>
                  </a:cubicBezTo>
                  <a:lnTo>
                    <a:pt x="65178" y="12768"/>
                  </a:lnTo>
                  <a:cubicBezTo>
                    <a:pt x="69012" y="12768"/>
                    <a:pt x="71568" y="10214"/>
                    <a:pt x="71568" y="6384"/>
                  </a:cubicBezTo>
                  <a:cubicBezTo>
                    <a:pt x="71568" y="2554"/>
                    <a:pt x="69012" y="0"/>
                    <a:pt x="65178" y="0"/>
                  </a:cubicBezTo>
                  <a:close/>
                </a:path>
              </a:pathLst>
            </a:custGeom>
            <a:solidFill>
              <a:srgbClr val="007680"/>
            </a:solidFill>
            <a:ln w="6390" cap="flat">
              <a:noFill/>
              <a:prstDash val="solid"/>
              <a:miter/>
            </a:ln>
          </p:spPr>
          <p:txBody>
            <a:bodyPr rtlCol="0" anchor="ctr"/>
            <a:lstStyle/>
            <a:p>
              <a:endParaRPr lang="en-US"/>
            </a:p>
          </p:txBody>
        </p:sp>
        <p:sp>
          <p:nvSpPr>
            <p:cNvPr id="716" name="Graphic 5">
              <a:extLst>
                <a:ext uri="{FF2B5EF4-FFF2-40B4-BE49-F238E27FC236}">
                  <a16:creationId xmlns:a16="http://schemas.microsoft.com/office/drawing/2014/main" id="{FB4D47DD-B0DD-024D-95FC-ABA5FFC2FCA6}"/>
                </a:ext>
              </a:extLst>
            </p:cNvPr>
            <p:cNvSpPr/>
            <p:nvPr/>
          </p:nvSpPr>
          <p:spPr>
            <a:xfrm>
              <a:off x="10117756" y="3583491"/>
              <a:ext cx="16044" cy="16029"/>
            </a:xfrm>
            <a:custGeom>
              <a:avLst/>
              <a:gdLst>
                <a:gd name="connsiteX0" fmla="*/ 7738 w 16044"/>
                <a:gd name="connsiteY0" fmla="*/ 0 h 16029"/>
                <a:gd name="connsiteX1" fmla="*/ 70 w 16044"/>
                <a:gd name="connsiteY1" fmla="*/ 8299 h 16029"/>
                <a:gd name="connsiteX2" fmla="*/ 8376 w 16044"/>
                <a:gd name="connsiteY2" fmla="*/ 15960 h 16029"/>
                <a:gd name="connsiteX3" fmla="*/ 16045 w 16044"/>
                <a:gd name="connsiteY3" fmla="*/ 7661 h 16029"/>
                <a:gd name="connsiteX4" fmla="*/ 7738 w 16044"/>
                <a:gd name="connsiteY4" fmla="*/ 0 h 16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44" h="16029">
                  <a:moveTo>
                    <a:pt x="7738" y="0"/>
                  </a:moveTo>
                  <a:cubicBezTo>
                    <a:pt x="3265" y="0"/>
                    <a:pt x="-569" y="3830"/>
                    <a:pt x="70" y="8299"/>
                  </a:cubicBezTo>
                  <a:cubicBezTo>
                    <a:pt x="70" y="12768"/>
                    <a:pt x="3904" y="16598"/>
                    <a:pt x="8376" y="15960"/>
                  </a:cubicBezTo>
                  <a:cubicBezTo>
                    <a:pt x="12850" y="15960"/>
                    <a:pt x="16045" y="12129"/>
                    <a:pt x="16045" y="7661"/>
                  </a:cubicBezTo>
                  <a:cubicBezTo>
                    <a:pt x="15406" y="3192"/>
                    <a:pt x="12211" y="0"/>
                    <a:pt x="7738" y="0"/>
                  </a:cubicBezTo>
                  <a:close/>
                </a:path>
              </a:pathLst>
            </a:custGeom>
            <a:solidFill>
              <a:srgbClr val="007680"/>
            </a:solidFill>
            <a:ln w="6390" cap="flat">
              <a:noFill/>
              <a:prstDash val="solid"/>
              <a:miter/>
            </a:ln>
          </p:spPr>
          <p:txBody>
            <a:bodyPr rtlCol="0" anchor="ctr"/>
            <a:lstStyle/>
            <a:p>
              <a:endParaRPr lang="en-US"/>
            </a:p>
          </p:txBody>
        </p:sp>
        <p:sp>
          <p:nvSpPr>
            <p:cNvPr id="717" name="Graphic 5">
              <a:extLst>
                <a:ext uri="{FF2B5EF4-FFF2-40B4-BE49-F238E27FC236}">
                  <a16:creationId xmlns:a16="http://schemas.microsoft.com/office/drawing/2014/main" id="{7E23FD68-2DBC-294E-BD46-84A8A650032B}"/>
                </a:ext>
              </a:extLst>
            </p:cNvPr>
            <p:cNvSpPr/>
            <p:nvPr/>
          </p:nvSpPr>
          <p:spPr>
            <a:xfrm>
              <a:off x="10087154" y="3583491"/>
              <a:ext cx="16613" cy="16598"/>
            </a:xfrm>
            <a:custGeom>
              <a:avLst/>
              <a:gdLst>
                <a:gd name="connsiteX0" fmla="*/ 8307 w 16613"/>
                <a:gd name="connsiteY0" fmla="*/ 0 h 16598"/>
                <a:gd name="connsiteX1" fmla="*/ 0 w 16613"/>
                <a:gd name="connsiteY1" fmla="*/ 8299 h 16598"/>
                <a:gd name="connsiteX2" fmla="*/ 8307 w 16613"/>
                <a:gd name="connsiteY2" fmla="*/ 16598 h 16598"/>
                <a:gd name="connsiteX3" fmla="*/ 16614 w 16613"/>
                <a:gd name="connsiteY3" fmla="*/ 8299 h 16598"/>
                <a:gd name="connsiteX4" fmla="*/ 8307 w 16613"/>
                <a:gd name="connsiteY4" fmla="*/ 0 h 16598"/>
                <a:gd name="connsiteX5" fmla="*/ 8307 w 16613"/>
                <a:gd name="connsiteY5" fmla="*/ 0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3" h="16598">
                  <a:moveTo>
                    <a:pt x="8307" y="0"/>
                  </a:moveTo>
                  <a:cubicBezTo>
                    <a:pt x="3834" y="0"/>
                    <a:pt x="0" y="3830"/>
                    <a:pt x="0" y="8299"/>
                  </a:cubicBezTo>
                  <a:cubicBezTo>
                    <a:pt x="0" y="12768"/>
                    <a:pt x="3834" y="16598"/>
                    <a:pt x="8307" y="16598"/>
                  </a:cubicBezTo>
                  <a:cubicBezTo>
                    <a:pt x="12780" y="16598"/>
                    <a:pt x="16614" y="12768"/>
                    <a:pt x="16614" y="8299"/>
                  </a:cubicBezTo>
                  <a:cubicBezTo>
                    <a:pt x="16614" y="3830"/>
                    <a:pt x="12780" y="0"/>
                    <a:pt x="8307" y="0"/>
                  </a:cubicBezTo>
                  <a:lnTo>
                    <a:pt x="8307" y="0"/>
                  </a:lnTo>
                  <a:close/>
                </a:path>
              </a:pathLst>
            </a:custGeom>
            <a:solidFill>
              <a:srgbClr val="007680"/>
            </a:solidFill>
            <a:ln w="6390" cap="flat">
              <a:noFill/>
              <a:prstDash val="solid"/>
              <a:miter/>
            </a:ln>
          </p:spPr>
          <p:txBody>
            <a:bodyPr rtlCol="0" anchor="ctr"/>
            <a:lstStyle/>
            <a:p>
              <a:endParaRPr lang="en-US"/>
            </a:p>
          </p:txBody>
        </p:sp>
        <p:sp>
          <p:nvSpPr>
            <p:cNvPr id="718" name="Graphic 5">
              <a:extLst>
                <a:ext uri="{FF2B5EF4-FFF2-40B4-BE49-F238E27FC236}">
                  <a16:creationId xmlns:a16="http://schemas.microsoft.com/office/drawing/2014/main" id="{C9E0CC94-FA97-AD46-A173-C4394AAC0694}"/>
                </a:ext>
              </a:extLst>
            </p:cNvPr>
            <p:cNvSpPr/>
            <p:nvPr/>
          </p:nvSpPr>
          <p:spPr>
            <a:xfrm>
              <a:off x="10001529" y="3584768"/>
              <a:ext cx="71567" cy="12767"/>
            </a:xfrm>
            <a:custGeom>
              <a:avLst/>
              <a:gdLst>
                <a:gd name="connsiteX0" fmla="*/ 65178 w 71567"/>
                <a:gd name="connsiteY0" fmla="*/ 0 h 12767"/>
                <a:gd name="connsiteX1" fmla="*/ 6390 w 71567"/>
                <a:gd name="connsiteY1" fmla="*/ 0 h 12767"/>
                <a:gd name="connsiteX2" fmla="*/ 0 w 71567"/>
                <a:gd name="connsiteY2" fmla="*/ 6384 h 12767"/>
                <a:gd name="connsiteX3" fmla="*/ 6390 w 71567"/>
                <a:gd name="connsiteY3" fmla="*/ 12768 h 12767"/>
                <a:gd name="connsiteX4" fmla="*/ 65178 w 71567"/>
                <a:gd name="connsiteY4" fmla="*/ 12768 h 12767"/>
                <a:gd name="connsiteX5" fmla="*/ 71568 w 71567"/>
                <a:gd name="connsiteY5" fmla="*/ 6384 h 12767"/>
                <a:gd name="connsiteX6" fmla="*/ 65178 w 71567"/>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567" h="12767">
                  <a:moveTo>
                    <a:pt x="65178" y="0"/>
                  </a:moveTo>
                  <a:lnTo>
                    <a:pt x="6390" y="0"/>
                  </a:lnTo>
                  <a:cubicBezTo>
                    <a:pt x="2556" y="0"/>
                    <a:pt x="0" y="2553"/>
                    <a:pt x="0" y="6384"/>
                  </a:cubicBezTo>
                  <a:cubicBezTo>
                    <a:pt x="0" y="10214"/>
                    <a:pt x="2556" y="12768"/>
                    <a:pt x="6390" y="12768"/>
                  </a:cubicBezTo>
                  <a:lnTo>
                    <a:pt x="65178" y="12768"/>
                  </a:lnTo>
                  <a:cubicBezTo>
                    <a:pt x="69012" y="12768"/>
                    <a:pt x="71568" y="10214"/>
                    <a:pt x="71568" y="6384"/>
                  </a:cubicBezTo>
                  <a:cubicBezTo>
                    <a:pt x="71568" y="2553"/>
                    <a:pt x="69012" y="0"/>
                    <a:pt x="65178" y="0"/>
                  </a:cubicBezTo>
                  <a:close/>
                </a:path>
              </a:pathLst>
            </a:custGeom>
            <a:solidFill>
              <a:srgbClr val="007680"/>
            </a:solidFill>
            <a:ln w="6390" cap="flat">
              <a:noFill/>
              <a:prstDash val="solid"/>
              <a:miter/>
            </a:ln>
          </p:spPr>
          <p:txBody>
            <a:bodyPr rtlCol="0" anchor="ctr"/>
            <a:lstStyle/>
            <a:p>
              <a:endParaRPr lang="en-US"/>
            </a:p>
          </p:txBody>
        </p:sp>
        <p:sp>
          <p:nvSpPr>
            <p:cNvPr id="719" name="Graphic 5">
              <a:extLst>
                <a:ext uri="{FF2B5EF4-FFF2-40B4-BE49-F238E27FC236}">
                  <a16:creationId xmlns:a16="http://schemas.microsoft.com/office/drawing/2014/main" id="{1D5614F6-89E6-3C4B-BF9A-C231E8CF00CA}"/>
                </a:ext>
              </a:extLst>
            </p:cNvPr>
            <p:cNvSpPr/>
            <p:nvPr/>
          </p:nvSpPr>
          <p:spPr>
            <a:xfrm>
              <a:off x="10117187" y="3444959"/>
              <a:ext cx="16613" cy="16598"/>
            </a:xfrm>
            <a:custGeom>
              <a:avLst/>
              <a:gdLst>
                <a:gd name="connsiteX0" fmla="*/ 8306 w 16613"/>
                <a:gd name="connsiteY0" fmla="*/ 16598 h 16598"/>
                <a:gd name="connsiteX1" fmla="*/ 16614 w 16613"/>
                <a:gd name="connsiteY1" fmla="*/ 8299 h 16598"/>
                <a:gd name="connsiteX2" fmla="*/ 8306 w 16613"/>
                <a:gd name="connsiteY2" fmla="*/ 0 h 16598"/>
                <a:gd name="connsiteX3" fmla="*/ 0 w 16613"/>
                <a:gd name="connsiteY3" fmla="*/ 8299 h 16598"/>
                <a:gd name="connsiteX4" fmla="*/ 0 w 16613"/>
                <a:gd name="connsiteY4" fmla="*/ 8299 h 16598"/>
                <a:gd name="connsiteX5" fmla="*/ 8306 w 16613"/>
                <a:gd name="connsiteY5" fmla="*/ 16598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3" h="16598">
                  <a:moveTo>
                    <a:pt x="8306" y="16598"/>
                  </a:moveTo>
                  <a:cubicBezTo>
                    <a:pt x="12780" y="16598"/>
                    <a:pt x="16614" y="12768"/>
                    <a:pt x="16614" y="8299"/>
                  </a:cubicBezTo>
                  <a:cubicBezTo>
                    <a:pt x="16614" y="3830"/>
                    <a:pt x="12780" y="0"/>
                    <a:pt x="8306" y="0"/>
                  </a:cubicBezTo>
                  <a:cubicBezTo>
                    <a:pt x="3834" y="0"/>
                    <a:pt x="0" y="3830"/>
                    <a:pt x="0" y="8299"/>
                  </a:cubicBezTo>
                  <a:cubicBezTo>
                    <a:pt x="0" y="8299"/>
                    <a:pt x="0" y="8299"/>
                    <a:pt x="0" y="8299"/>
                  </a:cubicBezTo>
                  <a:cubicBezTo>
                    <a:pt x="0" y="13406"/>
                    <a:pt x="3834" y="16598"/>
                    <a:pt x="8306" y="16598"/>
                  </a:cubicBezTo>
                  <a:close/>
                </a:path>
              </a:pathLst>
            </a:custGeom>
            <a:solidFill>
              <a:srgbClr val="007680"/>
            </a:solidFill>
            <a:ln w="6390" cap="flat">
              <a:noFill/>
              <a:prstDash val="solid"/>
              <a:miter/>
            </a:ln>
          </p:spPr>
          <p:txBody>
            <a:bodyPr rtlCol="0" anchor="ctr"/>
            <a:lstStyle/>
            <a:p>
              <a:endParaRPr lang="en-US"/>
            </a:p>
          </p:txBody>
        </p:sp>
        <p:sp>
          <p:nvSpPr>
            <p:cNvPr id="720" name="Graphic 5">
              <a:extLst>
                <a:ext uri="{FF2B5EF4-FFF2-40B4-BE49-F238E27FC236}">
                  <a16:creationId xmlns:a16="http://schemas.microsoft.com/office/drawing/2014/main" id="{5E06DDC4-CAC9-714F-9563-18B13717EA03}"/>
                </a:ext>
              </a:extLst>
            </p:cNvPr>
            <p:cNvSpPr/>
            <p:nvPr/>
          </p:nvSpPr>
          <p:spPr>
            <a:xfrm>
              <a:off x="10087154" y="3444959"/>
              <a:ext cx="16613" cy="16598"/>
            </a:xfrm>
            <a:custGeom>
              <a:avLst/>
              <a:gdLst>
                <a:gd name="connsiteX0" fmla="*/ 8307 w 16613"/>
                <a:gd name="connsiteY0" fmla="*/ 16598 h 16598"/>
                <a:gd name="connsiteX1" fmla="*/ 16614 w 16613"/>
                <a:gd name="connsiteY1" fmla="*/ 8299 h 16598"/>
                <a:gd name="connsiteX2" fmla="*/ 8307 w 16613"/>
                <a:gd name="connsiteY2" fmla="*/ 0 h 16598"/>
                <a:gd name="connsiteX3" fmla="*/ 0 w 16613"/>
                <a:gd name="connsiteY3" fmla="*/ 8299 h 16598"/>
                <a:gd name="connsiteX4" fmla="*/ 0 w 16613"/>
                <a:gd name="connsiteY4" fmla="*/ 8299 h 16598"/>
                <a:gd name="connsiteX5" fmla="*/ 8307 w 16613"/>
                <a:gd name="connsiteY5" fmla="*/ 16598 h 16598"/>
                <a:gd name="connsiteX6" fmla="*/ 8307 w 16613"/>
                <a:gd name="connsiteY6" fmla="*/ 16598 h 16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13" h="16598">
                  <a:moveTo>
                    <a:pt x="8307" y="16598"/>
                  </a:moveTo>
                  <a:cubicBezTo>
                    <a:pt x="12780" y="16598"/>
                    <a:pt x="16614" y="12768"/>
                    <a:pt x="16614" y="8299"/>
                  </a:cubicBezTo>
                  <a:cubicBezTo>
                    <a:pt x="16614" y="3830"/>
                    <a:pt x="12780" y="0"/>
                    <a:pt x="8307" y="0"/>
                  </a:cubicBezTo>
                  <a:cubicBezTo>
                    <a:pt x="3834" y="0"/>
                    <a:pt x="0" y="3830"/>
                    <a:pt x="0" y="8299"/>
                  </a:cubicBezTo>
                  <a:cubicBezTo>
                    <a:pt x="0" y="8299"/>
                    <a:pt x="0" y="8299"/>
                    <a:pt x="0" y="8299"/>
                  </a:cubicBezTo>
                  <a:cubicBezTo>
                    <a:pt x="0" y="13406"/>
                    <a:pt x="3834" y="16598"/>
                    <a:pt x="8307" y="16598"/>
                  </a:cubicBezTo>
                  <a:lnTo>
                    <a:pt x="8307" y="16598"/>
                  </a:lnTo>
                  <a:close/>
                </a:path>
              </a:pathLst>
            </a:custGeom>
            <a:solidFill>
              <a:srgbClr val="007680"/>
            </a:solidFill>
            <a:ln w="6390" cap="flat">
              <a:noFill/>
              <a:prstDash val="solid"/>
              <a:miter/>
            </a:ln>
          </p:spPr>
          <p:txBody>
            <a:bodyPr rtlCol="0" anchor="ctr"/>
            <a:lstStyle/>
            <a:p>
              <a:endParaRPr lang="en-US"/>
            </a:p>
          </p:txBody>
        </p:sp>
        <p:sp>
          <p:nvSpPr>
            <p:cNvPr id="721" name="Graphic 5">
              <a:extLst>
                <a:ext uri="{FF2B5EF4-FFF2-40B4-BE49-F238E27FC236}">
                  <a16:creationId xmlns:a16="http://schemas.microsoft.com/office/drawing/2014/main" id="{41FD4AC2-CD1D-B742-8D20-B0B5A4FA9F93}"/>
                </a:ext>
              </a:extLst>
            </p:cNvPr>
            <p:cNvSpPr/>
            <p:nvPr/>
          </p:nvSpPr>
          <p:spPr>
            <a:xfrm>
              <a:off x="10001529" y="3447513"/>
              <a:ext cx="71567" cy="12767"/>
            </a:xfrm>
            <a:custGeom>
              <a:avLst/>
              <a:gdLst>
                <a:gd name="connsiteX0" fmla="*/ 6390 w 71567"/>
                <a:gd name="connsiteY0" fmla="*/ 12768 h 12767"/>
                <a:gd name="connsiteX1" fmla="*/ 65178 w 71567"/>
                <a:gd name="connsiteY1" fmla="*/ 12768 h 12767"/>
                <a:gd name="connsiteX2" fmla="*/ 71568 w 71567"/>
                <a:gd name="connsiteY2" fmla="*/ 6384 h 12767"/>
                <a:gd name="connsiteX3" fmla="*/ 65178 w 71567"/>
                <a:gd name="connsiteY3" fmla="*/ 0 h 12767"/>
                <a:gd name="connsiteX4" fmla="*/ 6390 w 71567"/>
                <a:gd name="connsiteY4" fmla="*/ 0 h 12767"/>
                <a:gd name="connsiteX5" fmla="*/ 0 w 71567"/>
                <a:gd name="connsiteY5" fmla="*/ 6384 h 12767"/>
                <a:gd name="connsiteX6" fmla="*/ 6390 w 71567"/>
                <a:gd name="connsiteY6" fmla="*/ 12768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567" h="12767">
                  <a:moveTo>
                    <a:pt x="6390" y="12768"/>
                  </a:moveTo>
                  <a:lnTo>
                    <a:pt x="65178" y="12768"/>
                  </a:lnTo>
                  <a:cubicBezTo>
                    <a:pt x="69012" y="12768"/>
                    <a:pt x="71568" y="10214"/>
                    <a:pt x="71568" y="6384"/>
                  </a:cubicBezTo>
                  <a:cubicBezTo>
                    <a:pt x="71568" y="2553"/>
                    <a:pt x="69012" y="0"/>
                    <a:pt x="65178" y="0"/>
                  </a:cubicBezTo>
                  <a:lnTo>
                    <a:pt x="6390" y="0"/>
                  </a:lnTo>
                  <a:cubicBezTo>
                    <a:pt x="2556" y="0"/>
                    <a:pt x="0" y="2553"/>
                    <a:pt x="0" y="6384"/>
                  </a:cubicBezTo>
                  <a:cubicBezTo>
                    <a:pt x="0" y="10214"/>
                    <a:pt x="3195" y="12768"/>
                    <a:pt x="6390" y="12768"/>
                  </a:cubicBezTo>
                  <a:close/>
                </a:path>
              </a:pathLst>
            </a:custGeom>
            <a:solidFill>
              <a:srgbClr val="007680"/>
            </a:solidFill>
            <a:ln w="6390" cap="flat">
              <a:noFill/>
              <a:prstDash val="solid"/>
              <a:miter/>
            </a:ln>
          </p:spPr>
          <p:txBody>
            <a:bodyPr rtlCol="0" anchor="ctr"/>
            <a:lstStyle/>
            <a:p>
              <a:endParaRPr lang="en-US"/>
            </a:p>
          </p:txBody>
        </p:sp>
      </p:grpSp>
      <p:grpSp>
        <p:nvGrpSpPr>
          <p:cNvPr id="722" name="Graphic 5">
            <a:extLst>
              <a:ext uri="{FF2B5EF4-FFF2-40B4-BE49-F238E27FC236}">
                <a16:creationId xmlns:a16="http://schemas.microsoft.com/office/drawing/2014/main" id="{E2DD7525-59FD-EF4F-A876-8011CE98826D}"/>
              </a:ext>
            </a:extLst>
          </p:cNvPr>
          <p:cNvGrpSpPr/>
          <p:nvPr/>
        </p:nvGrpSpPr>
        <p:grpSpPr>
          <a:xfrm>
            <a:off x="10935099" y="1403361"/>
            <a:ext cx="362309" cy="361971"/>
            <a:chOff x="10935099" y="1403361"/>
            <a:chExt cx="362309" cy="361971"/>
          </a:xfrm>
          <a:solidFill>
            <a:srgbClr val="007680"/>
          </a:solidFill>
        </p:grpSpPr>
        <p:sp>
          <p:nvSpPr>
            <p:cNvPr id="723" name="Graphic 5">
              <a:extLst>
                <a:ext uri="{FF2B5EF4-FFF2-40B4-BE49-F238E27FC236}">
                  <a16:creationId xmlns:a16="http://schemas.microsoft.com/office/drawing/2014/main" id="{E11057C7-3D91-8944-A470-66C28CA24F3D}"/>
                </a:ext>
              </a:extLst>
            </p:cNvPr>
            <p:cNvSpPr/>
            <p:nvPr/>
          </p:nvSpPr>
          <p:spPr>
            <a:xfrm>
              <a:off x="10935099" y="1403361"/>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09" y="280895"/>
                    <a:pt x="362309" y="181305"/>
                  </a:cubicBezTo>
                  <a:cubicBezTo>
                    <a:pt x="362309" y="81077"/>
                    <a:pt x="281157" y="0"/>
                    <a:pt x="180835" y="0"/>
                  </a:cubicBezTo>
                  <a:cubicBezTo>
                    <a:pt x="180835" y="0"/>
                    <a:pt x="180835" y="0"/>
                    <a:pt x="180835" y="0"/>
                  </a:cubicBezTo>
                  <a:close/>
                  <a:moveTo>
                    <a:pt x="180835" y="349204"/>
                  </a:moveTo>
                  <a:cubicBezTo>
                    <a:pt x="87542" y="349204"/>
                    <a:pt x="12780" y="273873"/>
                    <a:pt x="12780" y="180667"/>
                  </a:cubicBezTo>
                  <a:cubicBezTo>
                    <a:pt x="12780" y="87461"/>
                    <a:pt x="88181" y="12768"/>
                    <a:pt x="181474" y="12768"/>
                  </a:cubicBezTo>
                  <a:cubicBezTo>
                    <a:pt x="274128" y="12768"/>
                    <a:pt x="349529" y="88099"/>
                    <a:pt x="349529" y="180667"/>
                  </a:cubicBezTo>
                  <a:cubicBezTo>
                    <a:pt x="349529" y="273873"/>
                    <a:pt x="274128"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724" name="Graphic 5">
              <a:extLst>
                <a:ext uri="{FF2B5EF4-FFF2-40B4-BE49-F238E27FC236}">
                  <a16:creationId xmlns:a16="http://schemas.microsoft.com/office/drawing/2014/main" id="{2D50AE45-47A2-B34C-9EEF-BC99152CCEA2}"/>
                </a:ext>
              </a:extLst>
            </p:cNvPr>
            <p:cNvSpPr/>
            <p:nvPr/>
          </p:nvSpPr>
          <p:spPr>
            <a:xfrm>
              <a:off x="11031587" y="1471670"/>
              <a:ext cx="169333" cy="131510"/>
            </a:xfrm>
            <a:custGeom>
              <a:avLst/>
              <a:gdLst>
                <a:gd name="connsiteX0" fmla="*/ 162943 w 169333"/>
                <a:gd name="connsiteY0" fmla="*/ 12768 h 131510"/>
                <a:gd name="connsiteX1" fmla="*/ 169333 w 169333"/>
                <a:gd name="connsiteY1" fmla="*/ 6384 h 131510"/>
                <a:gd name="connsiteX2" fmla="*/ 162943 w 169333"/>
                <a:gd name="connsiteY2" fmla="*/ 0 h 131510"/>
                <a:gd name="connsiteX3" fmla="*/ 83708 w 169333"/>
                <a:gd name="connsiteY3" fmla="*/ 0 h 131510"/>
                <a:gd name="connsiteX4" fmla="*/ 77318 w 169333"/>
                <a:gd name="connsiteY4" fmla="*/ 6384 h 131510"/>
                <a:gd name="connsiteX5" fmla="*/ 77318 w 169333"/>
                <a:gd name="connsiteY5" fmla="*/ 24259 h 131510"/>
                <a:gd name="connsiteX6" fmla="*/ 13419 w 169333"/>
                <a:gd name="connsiteY6" fmla="*/ 87461 h 131510"/>
                <a:gd name="connsiteX7" fmla="*/ 6390 w 169333"/>
                <a:gd name="connsiteY7" fmla="*/ 87461 h 131510"/>
                <a:gd name="connsiteX8" fmla="*/ 0 w 169333"/>
                <a:gd name="connsiteY8" fmla="*/ 93845 h 131510"/>
                <a:gd name="connsiteX9" fmla="*/ 0 w 169333"/>
                <a:gd name="connsiteY9" fmla="*/ 125126 h 131510"/>
                <a:gd name="connsiteX10" fmla="*/ 6390 w 169333"/>
                <a:gd name="connsiteY10" fmla="*/ 131510 h 131510"/>
                <a:gd name="connsiteX11" fmla="*/ 162305 w 169333"/>
                <a:gd name="connsiteY11" fmla="*/ 131510 h 131510"/>
                <a:gd name="connsiteX12" fmla="*/ 168695 w 169333"/>
                <a:gd name="connsiteY12" fmla="*/ 125126 h 131510"/>
                <a:gd name="connsiteX13" fmla="*/ 168695 w 169333"/>
                <a:gd name="connsiteY13" fmla="*/ 93845 h 131510"/>
                <a:gd name="connsiteX14" fmla="*/ 162305 w 169333"/>
                <a:gd name="connsiteY14" fmla="*/ 87461 h 131510"/>
                <a:gd name="connsiteX15" fmla="*/ 154636 w 169333"/>
                <a:gd name="connsiteY15" fmla="*/ 87461 h 131510"/>
                <a:gd name="connsiteX16" fmla="*/ 90737 w 169333"/>
                <a:gd name="connsiteY16" fmla="*/ 24898 h 131510"/>
                <a:gd name="connsiteX17" fmla="*/ 90737 w 169333"/>
                <a:gd name="connsiteY17" fmla="*/ 13406 h 131510"/>
                <a:gd name="connsiteX18" fmla="*/ 162943 w 169333"/>
                <a:gd name="connsiteY18" fmla="*/ 12768 h 131510"/>
                <a:gd name="connsiteX19" fmla="*/ 155275 w 169333"/>
                <a:gd name="connsiteY19" fmla="*/ 117465 h 131510"/>
                <a:gd name="connsiteX20" fmla="*/ 12141 w 169333"/>
                <a:gd name="connsiteY20" fmla="*/ 117465 h 131510"/>
                <a:gd name="connsiteX21" fmla="*/ 12141 w 169333"/>
                <a:gd name="connsiteY21" fmla="*/ 98952 h 131510"/>
                <a:gd name="connsiteX22" fmla="*/ 155275 w 169333"/>
                <a:gd name="connsiteY22" fmla="*/ 98952 h 131510"/>
                <a:gd name="connsiteX23" fmla="*/ 155275 w 169333"/>
                <a:gd name="connsiteY23" fmla="*/ 117465 h 131510"/>
                <a:gd name="connsiteX24" fmla="*/ 141217 w 169333"/>
                <a:gd name="connsiteY24" fmla="*/ 86822 h 131510"/>
                <a:gd name="connsiteX25" fmla="*/ 26199 w 169333"/>
                <a:gd name="connsiteY25" fmla="*/ 86822 h 131510"/>
                <a:gd name="connsiteX26" fmla="*/ 83708 w 169333"/>
                <a:gd name="connsiteY26" fmla="*/ 36389 h 131510"/>
                <a:gd name="connsiteX27" fmla="*/ 141217 w 169333"/>
                <a:gd name="connsiteY27" fmla="*/ 86822 h 131510"/>
                <a:gd name="connsiteX28" fmla="*/ 141217 w 169333"/>
                <a:gd name="connsiteY28" fmla="*/ 86822 h 1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69333" h="131510">
                  <a:moveTo>
                    <a:pt x="162943" y="12768"/>
                  </a:moveTo>
                  <a:cubicBezTo>
                    <a:pt x="166777" y="12768"/>
                    <a:pt x="169333" y="10214"/>
                    <a:pt x="169333" y="6384"/>
                  </a:cubicBezTo>
                  <a:cubicBezTo>
                    <a:pt x="169333" y="2554"/>
                    <a:pt x="166777" y="0"/>
                    <a:pt x="162943" y="0"/>
                  </a:cubicBezTo>
                  <a:lnTo>
                    <a:pt x="83708" y="0"/>
                  </a:lnTo>
                  <a:cubicBezTo>
                    <a:pt x="79874" y="0"/>
                    <a:pt x="77318" y="2554"/>
                    <a:pt x="77318" y="6384"/>
                  </a:cubicBezTo>
                  <a:lnTo>
                    <a:pt x="77318" y="24259"/>
                  </a:lnTo>
                  <a:cubicBezTo>
                    <a:pt x="44730" y="26813"/>
                    <a:pt x="21086" y="49795"/>
                    <a:pt x="13419" y="87461"/>
                  </a:cubicBezTo>
                  <a:lnTo>
                    <a:pt x="6390" y="87461"/>
                  </a:lnTo>
                  <a:cubicBezTo>
                    <a:pt x="2556" y="87461"/>
                    <a:pt x="0" y="90014"/>
                    <a:pt x="0" y="93845"/>
                  </a:cubicBezTo>
                  <a:lnTo>
                    <a:pt x="0" y="125126"/>
                  </a:lnTo>
                  <a:cubicBezTo>
                    <a:pt x="0" y="128957"/>
                    <a:pt x="2556" y="131510"/>
                    <a:pt x="6390" y="131510"/>
                  </a:cubicBezTo>
                  <a:lnTo>
                    <a:pt x="162305" y="131510"/>
                  </a:lnTo>
                  <a:cubicBezTo>
                    <a:pt x="166138" y="131510"/>
                    <a:pt x="168695" y="128957"/>
                    <a:pt x="168695" y="125126"/>
                  </a:cubicBezTo>
                  <a:lnTo>
                    <a:pt x="168695" y="93845"/>
                  </a:lnTo>
                  <a:cubicBezTo>
                    <a:pt x="168695" y="90014"/>
                    <a:pt x="166138" y="87461"/>
                    <a:pt x="162305" y="87461"/>
                  </a:cubicBezTo>
                  <a:lnTo>
                    <a:pt x="154636" y="87461"/>
                  </a:lnTo>
                  <a:cubicBezTo>
                    <a:pt x="146330" y="50434"/>
                    <a:pt x="122686" y="27451"/>
                    <a:pt x="90737" y="24898"/>
                  </a:cubicBezTo>
                  <a:lnTo>
                    <a:pt x="90737" y="13406"/>
                  </a:lnTo>
                  <a:lnTo>
                    <a:pt x="162943" y="12768"/>
                  </a:lnTo>
                  <a:close/>
                  <a:moveTo>
                    <a:pt x="155275" y="117465"/>
                  </a:moveTo>
                  <a:lnTo>
                    <a:pt x="12141" y="117465"/>
                  </a:lnTo>
                  <a:lnTo>
                    <a:pt x="12141" y="98952"/>
                  </a:lnTo>
                  <a:lnTo>
                    <a:pt x="155275" y="98952"/>
                  </a:lnTo>
                  <a:lnTo>
                    <a:pt x="155275" y="117465"/>
                  </a:lnTo>
                  <a:close/>
                  <a:moveTo>
                    <a:pt x="141217" y="86822"/>
                  </a:moveTo>
                  <a:lnTo>
                    <a:pt x="26199" y="86822"/>
                  </a:lnTo>
                  <a:cubicBezTo>
                    <a:pt x="33866" y="54902"/>
                    <a:pt x="54953" y="36389"/>
                    <a:pt x="83708" y="36389"/>
                  </a:cubicBezTo>
                  <a:cubicBezTo>
                    <a:pt x="112463" y="36389"/>
                    <a:pt x="132910" y="54264"/>
                    <a:pt x="141217" y="86822"/>
                  </a:cubicBezTo>
                  <a:lnTo>
                    <a:pt x="141217" y="86822"/>
                  </a:lnTo>
                  <a:close/>
                </a:path>
              </a:pathLst>
            </a:custGeom>
            <a:solidFill>
              <a:srgbClr val="007680"/>
            </a:solidFill>
            <a:ln w="6390" cap="flat">
              <a:noFill/>
              <a:prstDash val="solid"/>
              <a:miter/>
            </a:ln>
          </p:spPr>
          <p:txBody>
            <a:bodyPr rtlCol="0" anchor="ctr"/>
            <a:lstStyle/>
            <a:p>
              <a:endParaRPr lang="en-US"/>
            </a:p>
          </p:txBody>
        </p:sp>
        <p:sp>
          <p:nvSpPr>
            <p:cNvPr id="725" name="Graphic 5">
              <a:extLst>
                <a:ext uri="{FF2B5EF4-FFF2-40B4-BE49-F238E27FC236}">
                  <a16:creationId xmlns:a16="http://schemas.microsoft.com/office/drawing/2014/main" id="{A356889D-16AE-2943-9492-2F3311B39C9F}"/>
                </a:ext>
              </a:extLst>
            </p:cNvPr>
            <p:cNvSpPr/>
            <p:nvPr/>
          </p:nvSpPr>
          <p:spPr>
            <a:xfrm>
              <a:off x="11046283" y="1620417"/>
              <a:ext cx="12779" cy="29366"/>
            </a:xfrm>
            <a:custGeom>
              <a:avLst/>
              <a:gdLst>
                <a:gd name="connsiteX0" fmla="*/ 6390 w 12779"/>
                <a:gd name="connsiteY0" fmla="*/ 0 h 29366"/>
                <a:gd name="connsiteX1" fmla="*/ 0 w 12779"/>
                <a:gd name="connsiteY1" fmla="*/ 6384 h 29366"/>
                <a:gd name="connsiteX2" fmla="*/ 0 w 12779"/>
                <a:gd name="connsiteY2" fmla="*/ 22982 h 29366"/>
                <a:gd name="connsiteX3" fmla="*/ 6390 w 12779"/>
                <a:gd name="connsiteY3" fmla="*/ 29366 h 29366"/>
                <a:gd name="connsiteX4" fmla="*/ 12780 w 12779"/>
                <a:gd name="connsiteY4" fmla="*/ 22982 h 29366"/>
                <a:gd name="connsiteX5" fmla="*/ 12780 w 12779"/>
                <a:gd name="connsiteY5" fmla="*/ 6384 h 29366"/>
                <a:gd name="connsiteX6" fmla="*/ 6390 w 12779"/>
                <a:gd name="connsiteY6"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9366">
                  <a:moveTo>
                    <a:pt x="6390" y="0"/>
                  </a:moveTo>
                  <a:cubicBezTo>
                    <a:pt x="2556" y="0"/>
                    <a:pt x="0" y="2554"/>
                    <a:pt x="0" y="6384"/>
                  </a:cubicBezTo>
                  <a:lnTo>
                    <a:pt x="0" y="22982"/>
                  </a:lnTo>
                  <a:cubicBezTo>
                    <a:pt x="0" y="26813"/>
                    <a:pt x="2556" y="29366"/>
                    <a:pt x="6390" y="29366"/>
                  </a:cubicBezTo>
                  <a:cubicBezTo>
                    <a:pt x="10225" y="29366"/>
                    <a:pt x="12780" y="26813"/>
                    <a:pt x="12780" y="22982"/>
                  </a:cubicBezTo>
                  <a:lnTo>
                    <a:pt x="12780" y="6384"/>
                  </a:lnTo>
                  <a:cubicBezTo>
                    <a:pt x="12780" y="2554"/>
                    <a:pt x="10225" y="0"/>
                    <a:pt x="6390" y="0"/>
                  </a:cubicBezTo>
                  <a:close/>
                </a:path>
              </a:pathLst>
            </a:custGeom>
            <a:solidFill>
              <a:srgbClr val="007680"/>
            </a:solidFill>
            <a:ln w="6390" cap="flat">
              <a:noFill/>
              <a:prstDash val="solid"/>
              <a:miter/>
            </a:ln>
          </p:spPr>
          <p:txBody>
            <a:bodyPr rtlCol="0" anchor="ctr"/>
            <a:lstStyle/>
            <a:p>
              <a:endParaRPr lang="en-US"/>
            </a:p>
          </p:txBody>
        </p:sp>
        <p:sp>
          <p:nvSpPr>
            <p:cNvPr id="726" name="Graphic 5">
              <a:extLst>
                <a:ext uri="{FF2B5EF4-FFF2-40B4-BE49-F238E27FC236}">
                  <a16:creationId xmlns:a16="http://schemas.microsoft.com/office/drawing/2014/main" id="{316FF8E1-F88A-1D4E-A77B-CEAE424D48C3}"/>
                </a:ext>
              </a:extLst>
            </p:cNvPr>
            <p:cNvSpPr/>
            <p:nvPr/>
          </p:nvSpPr>
          <p:spPr>
            <a:xfrm>
              <a:off x="11077594" y="1620417"/>
              <a:ext cx="12779" cy="29366"/>
            </a:xfrm>
            <a:custGeom>
              <a:avLst/>
              <a:gdLst>
                <a:gd name="connsiteX0" fmla="*/ 6390 w 12779"/>
                <a:gd name="connsiteY0" fmla="*/ 0 h 29366"/>
                <a:gd name="connsiteX1" fmla="*/ 0 w 12779"/>
                <a:gd name="connsiteY1" fmla="*/ 6384 h 29366"/>
                <a:gd name="connsiteX2" fmla="*/ 0 w 12779"/>
                <a:gd name="connsiteY2" fmla="*/ 22982 h 29366"/>
                <a:gd name="connsiteX3" fmla="*/ 6390 w 12779"/>
                <a:gd name="connsiteY3" fmla="*/ 29366 h 29366"/>
                <a:gd name="connsiteX4" fmla="*/ 12780 w 12779"/>
                <a:gd name="connsiteY4" fmla="*/ 22982 h 29366"/>
                <a:gd name="connsiteX5" fmla="*/ 12780 w 12779"/>
                <a:gd name="connsiteY5" fmla="*/ 6384 h 29366"/>
                <a:gd name="connsiteX6" fmla="*/ 6390 w 12779"/>
                <a:gd name="connsiteY6"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9366">
                  <a:moveTo>
                    <a:pt x="6390" y="0"/>
                  </a:moveTo>
                  <a:cubicBezTo>
                    <a:pt x="2556" y="0"/>
                    <a:pt x="0" y="2554"/>
                    <a:pt x="0" y="6384"/>
                  </a:cubicBezTo>
                  <a:lnTo>
                    <a:pt x="0" y="22982"/>
                  </a:lnTo>
                  <a:cubicBezTo>
                    <a:pt x="0" y="26813"/>
                    <a:pt x="2556" y="29366"/>
                    <a:pt x="6390" y="29366"/>
                  </a:cubicBezTo>
                  <a:cubicBezTo>
                    <a:pt x="10224" y="29366"/>
                    <a:pt x="12780" y="26813"/>
                    <a:pt x="12780" y="22982"/>
                  </a:cubicBezTo>
                  <a:lnTo>
                    <a:pt x="12780" y="6384"/>
                  </a:lnTo>
                  <a:cubicBezTo>
                    <a:pt x="12780" y="2554"/>
                    <a:pt x="10224" y="0"/>
                    <a:pt x="6390" y="0"/>
                  </a:cubicBezTo>
                  <a:close/>
                </a:path>
              </a:pathLst>
            </a:custGeom>
            <a:solidFill>
              <a:srgbClr val="007680"/>
            </a:solidFill>
            <a:ln w="6390" cap="flat">
              <a:noFill/>
              <a:prstDash val="solid"/>
              <a:miter/>
            </a:ln>
          </p:spPr>
          <p:txBody>
            <a:bodyPr rtlCol="0" anchor="ctr"/>
            <a:lstStyle/>
            <a:p>
              <a:endParaRPr lang="en-US"/>
            </a:p>
          </p:txBody>
        </p:sp>
        <p:sp>
          <p:nvSpPr>
            <p:cNvPr id="727" name="Graphic 5">
              <a:extLst>
                <a:ext uri="{FF2B5EF4-FFF2-40B4-BE49-F238E27FC236}">
                  <a16:creationId xmlns:a16="http://schemas.microsoft.com/office/drawing/2014/main" id="{CED34D0B-5FD1-F24A-8CBE-65B5A015CE3F}"/>
                </a:ext>
              </a:extLst>
            </p:cNvPr>
            <p:cNvSpPr/>
            <p:nvPr/>
          </p:nvSpPr>
          <p:spPr>
            <a:xfrm>
              <a:off x="11108905" y="1620417"/>
              <a:ext cx="12779" cy="29366"/>
            </a:xfrm>
            <a:custGeom>
              <a:avLst/>
              <a:gdLst>
                <a:gd name="connsiteX0" fmla="*/ 6390 w 12779"/>
                <a:gd name="connsiteY0" fmla="*/ 0 h 29366"/>
                <a:gd name="connsiteX1" fmla="*/ 0 w 12779"/>
                <a:gd name="connsiteY1" fmla="*/ 6384 h 29366"/>
                <a:gd name="connsiteX2" fmla="*/ 0 w 12779"/>
                <a:gd name="connsiteY2" fmla="*/ 22982 h 29366"/>
                <a:gd name="connsiteX3" fmla="*/ 6390 w 12779"/>
                <a:gd name="connsiteY3" fmla="*/ 29366 h 29366"/>
                <a:gd name="connsiteX4" fmla="*/ 12780 w 12779"/>
                <a:gd name="connsiteY4" fmla="*/ 22982 h 29366"/>
                <a:gd name="connsiteX5" fmla="*/ 12780 w 12779"/>
                <a:gd name="connsiteY5" fmla="*/ 6384 h 29366"/>
                <a:gd name="connsiteX6" fmla="*/ 6390 w 12779"/>
                <a:gd name="connsiteY6"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9366">
                  <a:moveTo>
                    <a:pt x="6390" y="0"/>
                  </a:moveTo>
                  <a:cubicBezTo>
                    <a:pt x="2556" y="0"/>
                    <a:pt x="0" y="2554"/>
                    <a:pt x="0" y="6384"/>
                  </a:cubicBezTo>
                  <a:lnTo>
                    <a:pt x="0" y="22982"/>
                  </a:lnTo>
                  <a:cubicBezTo>
                    <a:pt x="0" y="26813"/>
                    <a:pt x="2556" y="29366"/>
                    <a:pt x="6390" y="29366"/>
                  </a:cubicBezTo>
                  <a:cubicBezTo>
                    <a:pt x="10224" y="29366"/>
                    <a:pt x="12780" y="26813"/>
                    <a:pt x="12780" y="22982"/>
                  </a:cubicBezTo>
                  <a:lnTo>
                    <a:pt x="12780" y="6384"/>
                  </a:lnTo>
                  <a:cubicBezTo>
                    <a:pt x="12780" y="2554"/>
                    <a:pt x="10224" y="0"/>
                    <a:pt x="6390" y="0"/>
                  </a:cubicBezTo>
                  <a:close/>
                </a:path>
              </a:pathLst>
            </a:custGeom>
            <a:solidFill>
              <a:srgbClr val="007680"/>
            </a:solidFill>
            <a:ln w="6390" cap="flat">
              <a:noFill/>
              <a:prstDash val="solid"/>
              <a:miter/>
            </a:ln>
          </p:spPr>
          <p:txBody>
            <a:bodyPr rtlCol="0" anchor="ctr"/>
            <a:lstStyle/>
            <a:p>
              <a:endParaRPr lang="en-US"/>
            </a:p>
          </p:txBody>
        </p:sp>
        <p:sp>
          <p:nvSpPr>
            <p:cNvPr id="728" name="Graphic 5">
              <a:extLst>
                <a:ext uri="{FF2B5EF4-FFF2-40B4-BE49-F238E27FC236}">
                  <a16:creationId xmlns:a16="http://schemas.microsoft.com/office/drawing/2014/main" id="{73B76F00-1EC6-7149-A6EA-85CB03EAF49B}"/>
                </a:ext>
              </a:extLst>
            </p:cNvPr>
            <p:cNvSpPr/>
            <p:nvPr/>
          </p:nvSpPr>
          <p:spPr>
            <a:xfrm>
              <a:off x="11140216" y="1620417"/>
              <a:ext cx="12779" cy="29366"/>
            </a:xfrm>
            <a:custGeom>
              <a:avLst/>
              <a:gdLst>
                <a:gd name="connsiteX0" fmla="*/ 6390 w 12779"/>
                <a:gd name="connsiteY0" fmla="*/ 0 h 29366"/>
                <a:gd name="connsiteX1" fmla="*/ 0 w 12779"/>
                <a:gd name="connsiteY1" fmla="*/ 6384 h 29366"/>
                <a:gd name="connsiteX2" fmla="*/ 0 w 12779"/>
                <a:gd name="connsiteY2" fmla="*/ 22982 h 29366"/>
                <a:gd name="connsiteX3" fmla="*/ 6390 w 12779"/>
                <a:gd name="connsiteY3" fmla="*/ 29366 h 29366"/>
                <a:gd name="connsiteX4" fmla="*/ 12780 w 12779"/>
                <a:gd name="connsiteY4" fmla="*/ 22982 h 29366"/>
                <a:gd name="connsiteX5" fmla="*/ 12780 w 12779"/>
                <a:gd name="connsiteY5" fmla="*/ 6384 h 29366"/>
                <a:gd name="connsiteX6" fmla="*/ 6390 w 12779"/>
                <a:gd name="connsiteY6"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9366">
                  <a:moveTo>
                    <a:pt x="6390" y="0"/>
                  </a:moveTo>
                  <a:cubicBezTo>
                    <a:pt x="2556" y="0"/>
                    <a:pt x="0" y="2554"/>
                    <a:pt x="0" y="6384"/>
                  </a:cubicBezTo>
                  <a:lnTo>
                    <a:pt x="0" y="22982"/>
                  </a:lnTo>
                  <a:cubicBezTo>
                    <a:pt x="0" y="26813"/>
                    <a:pt x="2556" y="29366"/>
                    <a:pt x="6390" y="29366"/>
                  </a:cubicBezTo>
                  <a:cubicBezTo>
                    <a:pt x="10224" y="29366"/>
                    <a:pt x="12780" y="26813"/>
                    <a:pt x="12780" y="22982"/>
                  </a:cubicBezTo>
                  <a:lnTo>
                    <a:pt x="12780" y="6384"/>
                  </a:lnTo>
                  <a:cubicBezTo>
                    <a:pt x="12780" y="2554"/>
                    <a:pt x="10224" y="0"/>
                    <a:pt x="6390" y="0"/>
                  </a:cubicBezTo>
                  <a:close/>
                </a:path>
              </a:pathLst>
            </a:custGeom>
            <a:solidFill>
              <a:srgbClr val="007680"/>
            </a:solidFill>
            <a:ln w="6390" cap="flat">
              <a:noFill/>
              <a:prstDash val="solid"/>
              <a:miter/>
            </a:ln>
          </p:spPr>
          <p:txBody>
            <a:bodyPr rtlCol="0" anchor="ctr"/>
            <a:lstStyle/>
            <a:p>
              <a:endParaRPr lang="en-US"/>
            </a:p>
          </p:txBody>
        </p:sp>
        <p:sp>
          <p:nvSpPr>
            <p:cNvPr id="729" name="Graphic 5">
              <a:extLst>
                <a:ext uri="{FF2B5EF4-FFF2-40B4-BE49-F238E27FC236}">
                  <a16:creationId xmlns:a16="http://schemas.microsoft.com/office/drawing/2014/main" id="{C951AEEB-A93E-BB47-B3BD-00B3364E9A3E}"/>
                </a:ext>
              </a:extLst>
            </p:cNvPr>
            <p:cNvSpPr/>
            <p:nvPr/>
          </p:nvSpPr>
          <p:spPr>
            <a:xfrm>
              <a:off x="11171527" y="1620417"/>
              <a:ext cx="12779" cy="29366"/>
            </a:xfrm>
            <a:custGeom>
              <a:avLst/>
              <a:gdLst>
                <a:gd name="connsiteX0" fmla="*/ 6390 w 12779"/>
                <a:gd name="connsiteY0" fmla="*/ 0 h 29366"/>
                <a:gd name="connsiteX1" fmla="*/ 0 w 12779"/>
                <a:gd name="connsiteY1" fmla="*/ 6384 h 29366"/>
                <a:gd name="connsiteX2" fmla="*/ 0 w 12779"/>
                <a:gd name="connsiteY2" fmla="*/ 22982 h 29366"/>
                <a:gd name="connsiteX3" fmla="*/ 6390 w 12779"/>
                <a:gd name="connsiteY3" fmla="*/ 29366 h 29366"/>
                <a:gd name="connsiteX4" fmla="*/ 12780 w 12779"/>
                <a:gd name="connsiteY4" fmla="*/ 22982 h 29366"/>
                <a:gd name="connsiteX5" fmla="*/ 12780 w 12779"/>
                <a:gd name="connsiteY5" fmla="*/ 6384 h 29366"/>
                <a:gd name="connsiteX6" fmla="*/ 6390 w 12779"/>
                <a:gd name="connsiteY6"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9366">
                  <a:moveTo>
                    <a:pt x="6390" y="0"/>
                  </a:moveTo>
                  <a:cubicBezTo>
                    <a:pt x="2555" y="0"/>
                    <a:pt x="0" y="2554"/>
                    <a:pt x="0" y="6384"/>
                  </a:cubicBezTo>
                  <a:lnTo>
                    <a:pt x="0" y="22982"/>
                  </a:lnTo>
                  <a:cubicBezTo>
                    <a:pt x="0" y="26813"/>
                    <a:pt x="2555" y="29366"/>
                    <a:pt x="6390" y="29366"/>
                  </a:cubicBezTo>
                  <a:cubicBezTo>
                    <a:pt x="10224" y="29366"/>
                    <a:pt x="12780" y="26813"/>
                    <a:pt x="12780" y="22982"/>
                  </a:cubicBezTo>
                  <a:lnTo>
                    <a:pt x="12780" y="6384"/>
                  </a:lnTo>
                  <a:cubicBezTo>
                    <a:pt x="12780" y="2554"/>
                    <a:pt x="10224" y="0"/>
                    <a:pt x="6390" y="0"/>
                  </a:cubicBezTo>
                  <a:close/>
                </a:path>
              </a:pathLst>
            </a:custGeom>
            <a:solidFill>
              <a:srgbClr val="007680"/>
            </a:solidFill>
            <a:ln w="6390" cap="flat">
              <a:noFill/>
              <a:prstDash val="solid"/>
              <a:miter/>
            </a:ln>
          </p:spPr>
          <p:txBody>
            <a:bodyPr rtlCol="0" anchor="ctr"/>
            <a:lstStyle/>
            <a:p>
              <a:endParaRPr lang="en-US"/>
            </a:p>
          </p:txBody>
        </p:sp>
        <p:sp>
          <p:nvSpPr>
            <p:cNvPr id="730" name="Graphic 5">
              <a:extLst>
                <a:ext uri="{FF2B5EF4-FFF2-40B4-BE49-F238E27FC236}">
                  <a16:creationId xmlns:a16="http://schemas.microsoft.com/office/drawing/2014/main" id="{F707DEE2-CFC3-6F4B-BE89-25E5BBA2FC8B}"/>
                </a:ext>
              </a:extLst>
            </p:cNvPr>
            <p:cNvSpPr/>
            <p:nvPr/>
          </p:nvSpPr>
          <p:spPr>
            <a:xfrm>
              <a:off x="11046283" y="1667020"/>
              <a:ext cx="12779" cy="29366"/>
            </a:xfrm>
            <a:custGeom>
              <a:avLst/>
              <a:gdLst>
                <a:gd name="connsiteX0" fmla="*/ 6390 w 12779"/>
                <a:gd name="connsiteY0" fmla="*/ 0 h 29366"/>
                <a:gd name="connsiteX1" fmla="*/ 0 w 12779"/>
                <a:gd name="connsiteY1" fmla="*/ 6384 h 29366"/>
                <a:gd name="connsiteX2" fmla="*/ 0 w 12779"/>
                <a:gd name="connsiteY2" fmla="*/ 22982 h 29366"/>
                <a:gd name="connsiteX3" fmla="*/ 6390 w 12779"/>
                <a:gd name="connsiteY3" fmla="*/ 29366 h 29366"/>
                <a:gd name="connsiteX4" fmla="*/ 12780 w 12779"/>
                <a:gd name="connsiteY4" fmla="*/ 22982 h 29366"/>
                <a:gd name="connsiteX5" fmla="*/ 12780 w 12779"/>
                <a:gd name="connsiteY5" fmla="*/ 6384 h 29366"/>
                <a:gd name="connsiteX6" fmla="*/ 6390 w 12779"/>
                <a:gd name="connsiteY6"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9366">
                  <a:moveTo>
                    <a:pt x="6390" y="0"/>
                  </a:moveTo>
                  <a:cubicBezTo>
                    <a:pt x="2556" y="0"/>
                    <a:pt x="0" y="2554"/>
                    <a:pt x="0" y="6384"/>
                  </a:cubicBezTo>
                  <a:lnTo>
                    <a:pt x="0" y="22982"/>
                  </a:lnTo>
                  <a:cubicBezTo>
                    <a:pt x="0" y="26813"/>
                    <a:pt x="2556" y="29366"/>
                    <a:pt x="6390" y="29366"/>
                  </a:cubicBezTo>
                  <a:cubicBezTo>
                    <a:pt x="10225" y="29366"/>
                    <a:pt x="12780" y="26813"/>
                    <a:pt x="12780" y="22982"/>
                  </a:cubicBezTo>
                  <a:lnTo>
                    <a:pt x="12780" y="6384"/>
                  </a:lnTo>
                  <a:cubicBezTo>
                    <a:pt x="12780" y="3192"/>
                    <a:pt x="10225" y="0"/>
                    <a:pt x="6390" y="0"/>
                  </a:cubicBezTo>
                  <a:close/>
                </a:path>
              </a:pathLst>
            </a:custGeom>
            <a:solidFill>
              <a:srgbClr val="007680"/>
            </a:solidFill>
            <a:ln w="6390" cap="flat">
              <a:noFill/>
              <a:prstDash val="solid"/>
              <a:miter/>
            </a:ln>
          </p:spPr>
          <p:txBody>
            <a:bodyPr rtlCol="0" anchor="ctr"/>
            <a:lstStyle/>
            <a:p>
              <a:endParaRPr lang="en-US"/>
            </a:p>
          </p:txBody>
        </p:sp>
        <p:sp>
          <p:nvSpPr>
            <p:cNvPr id="731" name="Graphic 5">
              <a:extLst>
                <a:ext uri="{FF2B5EF4-FFF2-40B4-BE49-F238E27FC236}">
                  <a16:creationId xmlns:a16="http://schemas.microsoft.com/office/drawing/2014/main" id="{F19CE0AB-7E10-A442-A1DB-921098CA4833}"/>
                </a:ext>
              </a:extLst>
            </p:cNvPr>
            <p:cNvSpPr/>
            <p:nvPr/>
          </p:nvSpPr>
          <p:spPr>
            <a:xfrm>
              <a:off x="11077594" y="1667020"/>
              <a:ext cx="12779" cy="29366"/>
            </a:xfrm>
            <a:custGeom>
              <a:avLst/>
              <a:gdLst>
                <a:gd name="connsiteX0" fmla="*/ 6390 w 12779"/>
                <a:gd name="connsiteY0" fmla="*/ 0 h 29366"/>
                <a:gd name="connsiteX1" fmla="*/ 0 w 12779"/>
                <a:gd name="connsiteY1" fmla="*/ 6384 h 29366"/>
                <a:gd name="connsiteX2" fmla="*/ 0 w 12779"/>
                <a:gd name="connsiteY2" fmla="*/ 22982 h 29366"/>
                <a:gd name="connsiteX3" fmla="*/ 6390 w 12779"/>
                <a:gd name="connsiteY3" fmla="*/ 29366 h 29366"/>
                <a:gd name="connsiteX4" fmla="*/ 12780 w 12779"/>
                <a:gd name="connsiteY4" fmla="*/ 22982 h 29366"/>
                <a:gd name="connsiteX5" fmla="*/ 12780 w 12779"/>
                <a:gd name="connsiteY5" fmla="*/ 6384 h 29366"/>
                <a:gd name="connsiteX6" fmla="*/ 6390 w 12779"/>
                <a:gd name="connsiteY6"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9366">
                  <a:moveTo>
                    <a:pt x="6390" y="0"/>
                  </a:moveTo>
                  <a:cubicBezTo>
                    <a:pt x="2556" y="0"/>
                    <a:pt x="0" y="2554"/>
                    <a:pt x="0" y="6384"/>
                  </a:cubicBezTo>
                  <a:lnTo>
                    <a:pt x="0" y="22982"/>
                  </a:lnTo>
                  <a:cubicBezTo>
                    <a:pt x="0" y="26813"/>
                    <a:pt x="2556" y="29366"/>
                    <a:pt x="6390" y="29366"/>
                  </a:cubicBezTo>
                  <a:cubicBezTo>
                    <a:pt x="10224" y="29366"/>
                    <a:pt x="12780" y="26813"/>
                    <a:pt x="12780" y="22982"/>
                  </a:cubicBezTo>
                  <a:lnTo>
                    <a:pt x="12780" y="6384"/>
                  </a:lnTo>
                  <a:cubicBezTo>
                    <a:pt x="12780" y="3192"/>
                    <a:pt x="10224" y="0"/>
                    <a:pt x="6390" y="0"/>
                  </a:cubicBezTo>
                  <a:close/>
                </a:path>
              </a:pathLst>
            </a:custGeom>
            <a:solidFill>
              <a:srgbClr val="007680"/>
            </a:solidFill>
            <a:ln w="6390" cap="flat">
              <a:noFill/>
              <a:prstDash val="solid"/>
              <a:miter/>
            </a:ln>
          </p:spPr>
          <p:txBody>
            <a:bodyPr rtlCol="0" anchor="ctr"/>
            <a:lstStyle/>
            <a:p>
              <a:endParaRPr lang="en-US"/>
            </a:p>
          </p:txBody>
        </p:sp>
        <p:sp>
          <p:nvSpPr>
            <p:cNvPr id="732" name="Graphic 5">
              <a:extLst>
                <a:ext uri="{FF2B5EF4-FFF2-40B4-BE49-F238E27FC236}">
                  <a16:creationId xmlns:a16="http://schemas.microsoft.com/office/drawing/2014/main" id="{157F9893-5E4E-B34E-851B-31A37EFC37BC}"/>
                </a:ext>
              </a:extLst>
            </p:cNvPr>
            <p:cNvSpPr/>
            <p:nvPr/>
          </p:nvSpPr>
          <p:spPr>
            <a:xfrm>
              <a:off x="11108905" y="1667020"/>
              <a:ext cx="12779" cy="29366"/>
            </a:xfrm>
            <a:custGeom>
              <a:avLst/>
              <a:gdLst>
                <a:gd name="connsiteX0" fmla="*/ 6390 w 12779"/>
                <a:gd name="connsiteY0" fmla="*/ 0 h 29366"/>
                <a:gd name="connsiteX1" fmla="*/ 0 w 12779"/>
                <a:gd name="connsiteY1" fmla="*/ 6384 h 29366"/>
                <a:gd name="connsiteX2" fmla="*/ 0 w 12779"/>
                <a:gd name="connsiteY2" fmla="*/ 22982 h 29366"/>
                <a:gd name="connsiteX3" fmla="*/ 6390 w 12779"/>
                <a:gd name="connsiteY3" fmla="*/ 29366 h 29366"/>
                <a:gd name="connsiteX4" fmla="*/ 12780 w 12779"/>
                <a:gd name="connsiteY4" fmla="*/ 22982 h 29366"/>
                <a:gd name="connsiteX5" fmla="*/ 12780 w 12779"/>
                <a:gd name="connsiteY5" fmla="*/ 6384 h 29366"/>
                <a:gd name="connsiteX6" fmla="*/ 6390 w 12779"/>
                <a:gd name="connsiteY6"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9366">
                  <a:moveTo>
                    <a:pt x="6390" y="0"/>
                  </a:moveTo>
                  <a:cubicBezTo>
                    <a:pt x="2556" y="0"/>
                    <a:pt x="0" y="2554"/>
                    <a:pt x="0" y="6384"/>
                  </a:cubicBezTo>
                  <a:lnTo>
                    <a:pt x="0" y="22982"/>
                  </a:lnTo>
                  <a:cubicBezTo>
                    <a:pt x="0" y="26813"/>
                    <a:pt x="2556" y="29366"/>
                    <a:pt x="6390" y="29366"/>
                  </a:cubicBezTo>
                  <a:cubicBezTo>
                    <a:pt x="10224" y="29366"/>
                    <a:pt x="12780" y="26813"/>
                    <a:pt x="12780" y="22982"/>
                  </a:cubicBezTo>
                  <a:lnTo>
                    <a:pt x="12780" y="6384"/>
                  </a:lnTo>
                  <a:cubicBezTo>
                    <a:pt x="12780" y="3192"/>
                    <a:pt x="10224" y="0"/>
                    <a:pt x="6390" y="0"/>
                  </a:cubicBezTo>
                  <a:close/>
                </a:path>
              </a:pathLst>
            </a:custGeom>
            <a:solidFill>
              <a:srgbClr val="007680"/>
            </a:solidFill>
            <a:ln w="6390" cap="flat">
              <a:noFill/>
              <a:prstDash val="solid"/>
              <a:miter/>
            </a:ln>
          </p:spPr>
          <p:txBody>
            <a:bodyPr rtlCol="0" anchor="ctr"/>
            <a:lstStyle/>
            <a:p>
              <a:endParaRPr lang="en-US"/>
            </a:p>
          </p:txBody>
        </p:sp>
        <p:sp>
          <p:nvSpPr>
            <p:cNvPr id="733" name="Graphic 5">
              <a:extLst>
                <a:ext uri="{FF2B5EF4-FFF2-40B4-BE49-F238E27FC236}">
                  <a16:creationId xmlns:a16="http://schemas.microsoft.com/office/drawing/2014/main" id="{51DAECF2-3D33-5743-9BDB-A52A25AA3CE1}"/>
                </a:ext>
              </a:extLst>
            </p:cNvPr>
            <p:cNvSpPr/>
            <p:nvPr/>
          </p:nvSpPr>
          <p:spPr>
            <a:xfrm>
              <a:off x="11140216" y="1667020"/>
              <a:ext cx="12779" cy="29366"/>
            </a:xfrm>
            <a:custGeom>
              <a:avLst/>
              <a:gdLst>
                <a:gd name="connsiteX0" fmla="*/ 6390 w 12779"/>
                <a:gd name="connsiteY0" fmla="*/ 0 h 29366"/>
                <a:gd name="connsiteX1" fmla="*/ 0 w 12779"/>
                <a:gd name="connsiteY1" fmla="*/ 6384 h 29366"/>
                <a:gd name="connsiteX2" fmla="*/ 0 w 12779"/>
                <a:gd name="connsiteY2" fmla="*/ 22982 h 29366"/>
                <a:gd name="connsiteX3" fmla="*/ 6390 w 12779"/>
                <a:gd name="connsiteY3" fmla="*/ 29366 h 29366"/>
                <a:gd name="connsiteX4" fmla="*/ 12780 w 12779"/>
                <a:gd name="connsiteY4" fmla="*/ 22982 h 29366"/>
                <a:gd name="connsiteX5" fmla="*/ 12780 w 12779"/>
                <a:gd name="connsiteY5" fmla="*/ 6384 h 29366"/>
                <a:gd name="connsiteX6" fmla="*/ 6390 w 12779"/>
                <a:gd name="connsiteY6"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9366">
                  <a:moveTo>
                    <a:pt x="6390" y="0"/>
                  </a:moveTo>
                  <a:cubicBezTo>
                    <a:pt x="2556" y="0"/>
                    <a:pt x="0" y="2554"/>
                    <a:pt x="0" y="6384"/>
                  </a:cubicBezTo>
                  <a:lnTo>
                    <a:pt x="0" y="22982"/>
                  </a:lnTo>
                  <a:cubicBezTo>
                    <a:pt x="0" y="26813"/>
                    <a:pt x="2556" y="29366"/>
                    <a:pt x="6390" y="29366"/>
                  </a:cubicBezTo>
                  <a:cubicBezTo>
                    <a:pt x="10224" y="29366"/>
                    <a:pt x="12780" y="26813"/>
                    <a:pt x="12780" y="22982"/>
                  </a:cubicBezTo>
                  <a:lnTo>
                    <a:pt x="12780" y="6384"/>
                  </a:lnTo>
                  <a:cubicBezTo>
                    <a:pt x="12780" y="3192"/>
                    <a:pt x="10224" y="0"/>
                    <a:pt x="6390" y="0"/>
                  </a:cubicBezTo>
                  <a:close/>
                </a:path>
              </a:pathLst>
            </a:custGeom>
            <a:solidFill>
              <a:srgbClr val="007680"/>
            </a:solidFill>
            <a:ln w="6390" cap="flat">
              <a:noFill/>
              <a:prstDash val="solid"/>
              <a:miter/>
            </a:ln>
          </p:spPr>
          <p:txBody>
            <a:bodyPr rtlCol="0" anchor="ctr"/>
            <a:lstStyle/>
            <a:p>
              <a:endParaRPr lang="en-US"/>
            </a:p>
          </p:txBody>
        </p:sp>
        <p:sp>
          <p:nvSpPr>
            <p:cNvPr id="734" name="Graphic 5">
              <a:extLst>
                <a:ext uri="{FF2B5EF4-FFF2-40B4-BE49-F238E27FC236}">
                  <a16:creationId xmlns:a16="http://schemas.microsoft.com/office/drawing/2014/main" id="{16096D3C-AEC2-5747-ABF3-C286AC4B89BB}"/>
                </a:ext>
              </a:extLst>
            </p:cNvPr>
            <p:cNvSpPr/>
            <p:nvPr/>
          </p:nvSpPr>
          <p:spPr>
            <a:xfrm>
              <a:off x="11171527" y="1667020"/>
              <a:ext cx="12779" cy="29366"/>
            </a:xfrm>
            <a:custGeom>
              <a:avLst/>
              <a:gdLst>
                <a:gd name="connsiteX0" fmla="*/ 6390 w 12779"/>
                <a:gd name="connsiteY0" fmla="*/ 0 h 29366"/>
                <a:gd name="connsiteX1" fmla="*/ 0 w 12779"/>
                <a:gd name="connsiteY1" fmla="*/ 6384 h 29366"/>
                <a:gd name="connsiteX2" fmla="*/ 0 w 12779"/>
                <a:gd name="connsiteY2" fmla="*/ 22982 h 29366"/>
                <a:gd name="connsiteX3" fmla="*/ 6390 w 12779"/>
                <a:gd name="connsiteY3" fmla="*/ 29366 h 29366"/>
                <a:gd name="connsiteX4" fmla="*/ 12780 w 12779"/>
                <a:gd name="connsiteY4" fmla="*/ 22982 h 29366"/>
                <a:gd name="connsiteX5" fmla="*/ 12780 w 12779"/>
                <a:gd name="connsiteY5" fmla="*/ 6384 h 29366"/>
                <a:gd name="connsiteX6" fmla="*/ 6390 w 12779"/>
                <a:gd name="connsiteY6" fmla="*/ 0 h 2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9366">
                  <a:moveTo>
                    <a:pt x="6390" y="0"/>
                  </a:moveTo>
                  <a:cubicBezTo>
                    <a:pt x="2555" y="0"/>
                    <a:pt x="0" y="2554"/>
                    <a:pt x="0" y="6384"/>
                  </a:cubicBezTo>
                  <a:lnTo>
                    <a:pt x="0" y="22982"/>
                  </a:lnTo>
                  <a:cubicBezTo>
                    <a:pt x="0" y="26813"/>
                    <a:pt x="2555" y="29366"/>
                    <a:pt x="6390" y="29366"/>
                  </a:cubicBezTo>
                  <a:cubicBezTo>
                    <a:pt x="10224" y="29366"/>
                    <a:pt x="12780" y="26813"/>
                    <a:pt x="12780" y="22982"/>
                  </a:cubicBezTo>
                  <a:lnTo>
                    <a:pt x="12780" y="6384"/>
                  </a:lnTo>
                  <a:cubicBezTo>
                    <a:pt x="12780" y="3192"/>
                    <a:pt x="10224" y="0"/>
                    <a:pt x="6390" y="0"/>
                  </a:cubicBezTo>
                  <a:close/>
                </a:path>
              </a:pathLst>
            </a:custGeom>
            <a:solidFill>
              <a:srgbClr val="007680"/>
            </a:solidFill>
            <a:ln w="6390" cap="flat">
              <a:noFill/>
              <a:prstDash val="solid"/>
              <a:miter/>
            </a:ln>
          </p:spPr>
          <p:txBody>
            <a:bodyPr rtlCol="0" anchor="ctr"/>
            <a:lstStyle/>
            <a:p>
              <a:endParaRPr lang="en-US"/>
            </a:p>
          </p:txBody>
        </p:sp>
      </p:grpSp>
      <p:grpSp>
        <p:nvGrpSpPr>
          <p:cNvPr id="735" name="Graphic 5">
            <a:extLst>
              <a:ext uri="{FF2B5EF4-FFF2-40B4-BE49-F238E27FC236}">
                <a16:creationId xmlns:a16="http://schemas.microsoft.com/office/drawing/2014/main" id="{52BD2C0B-2671-8942-A350-A57F8ACF415A}"/>
              </a:ext>
            </a:extLst>
          </p:cNvPr>
          <p:cNvGrpSpPr/>
          <p:nvPr/>
        </p:nvGrpSpPr>
        <p:grpSpPr>
          <a:xfrm>
            <a:off x="5708769" y="1403361"/>
            <a:ext cx="362312" cy="361971"/>
            <a:chOff x="5708769" y="1403361"/>
            <a:chExt cx="362312" cy="361971"/>
          </a:xfrm>
          <a:solidFill>
            <a:srgbClr val="007680"/>
          </a:solidFill>
        </p:grpSpPr>
        <p:sp>
          <p:nvSpPr>
            <p:cNvPr id="736" name="Graphic 5">
              <a:extLst>
                <a:ext uri="{FF2B5EF4-FFF2-40B4-BE49-F238E27FC236}">
                  <a16:creationId xmlns:a16="http://schemas.microsoft.com/office/drawing/2014/main" id="{F84CF28F-F73A-9C49-A907-72EAFC410948}"/>
                </a:ext>
              </a:extLst>
            </p:cNvPr>
            <p:cNvSpPr/>
            <p:nvPr/>
          </p:nvSpPr>
          <p:spPr>
            <a:xfrm>
              <a:off x="5708769" y="1403361"/>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12" h="361971">
                  <a:moveTo>
                    <a:pt x="181474" y="0"/>
                  </a:moveTo>
                  <a:cubicBezTo>
                    <a:pt x="81152" y="0"/>
                    <a:pt x="0" y="81077"/>
                    <a:pt x="0" y="180667"/>
                  </a:cubicBezTo>
                  <a:cubicBezTo>
                    <a:pt x="0" y="280257"/>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close/>
                  <a:moveTo>
                    <a:pt x="181474" y="349204"/>
                  </a:moveTo>
                  <a:cubicBezTo>
                    <a:pt x="88181" y="349204"/>
                    <a:pt x="12780" y="273873"/>
                    <a:pt x="12780" y="181305"/>
                  </a:cubicBezTo>
                  <a:cubicBezTo>
                    <a:pt x="12780" y="88737"/>
                    <a:pt x="88181" y="12768"/>
                    <a:pt x="180835" y="12768"/>
                  </a:cubicBezTo>
                  <a:cubicBezTo>
                    <a:pt x="274128" y="12768"/>
                    <a:pt x="349529" y="88099"/>
                    <a:pt x="349529" y="180667"/>
                  </a:cubicBezTo>
                  <a:cubicBezTo>
                    <a:pt x="349529" y="180667"/>
                    <a:pt x="349529" y="180667"/>
                    <a:pt x="349529" y="180667"/>
                  </a:cubicBezTo>
                  <a:cubicBezTo>
                    <a:pt x="350168" y="273873"/>
                    <a:pt x="274767" y="348565"/>
                    <a:pt x="181474" y="349204"/>
                  </a:cubicBezTo>
                  <a:close/>
                </a:path>
              </a:pathLst>
            </a:custGeom>
            <a:solidFill>
              <a:srgbClr val="007680"/>
            </a:solidFill>
            <a:ln w="6390" cap="flat">
              <a:noFill/>
              <a:prstDash val="solid"/>
              <a:miter/>
            </a:ln>
          </p:spPr>
          <p:txBody>
            <a:bodyPr rtlCol="0" anchor="ctr"/>
            <a:lstStyle/>
            <a:p>
              <a:endParaRPr lang="en-US"/>
            </a:p>
          </p:txBody>
        </p:sp>
        <p:sp>
          <p:nvSpPr>
            <p:cNvPr id="737" name="Graphic 5">
              <a:extLst>
                <a:ext uri="{FF2B5EF4-FFF2-40B4-BE49-F238E27FC236}">
                  <a16:creationId xmlns:a16="http://schemas.microsoft.com/office/drawing/2014/main" id="{30E7A15A-A3E7-F24E-8ABD-E2FCF5BBA2ED}"/>
                </a:ext>
              </a:extLst>
            </p:cNvPr>
            <p:cNvSpPr/>
            <p:nvPr/>
          </p:nvSpPr>
          <p:spPr>
            <a:xfrm>
              <a:off x="5781904" y="1526862"/>
              <a:ext cx="216329" cy="114622"/>
            </a:xfrm>
            <a:custGeom>
              <a:avLst/>
              <a:gdLst>
                <a:gd name="connsiteX0" fmla="*/ 205466 w 216329"/>
                <a:gd name="connsiteY0" fmla="*/ 2264 h 114622"/>
                <a:gd name="connsiteX1" fmla="*/ 108339 w 216329"/>
                <a:gd name="connsiteY1" fmla="*/ 99301 h 114622"/>
                <a:gd name="connsiteX2" fmla="*/ 11212 w 216329"/>
                <a:gd name="connsiteY2" fmla="*/ 2264 h 114622"/>
                <a:gd name="connsiteX3" fmla="*/ 2266 w 216329"/>
                <a:gd name="connsiteY3" fmla="*/ 1626 h 114622"/>
                <a:gd name="connsiteX4" fmla="*/ 1627 w 216329"/>
                <a:gd name="connsiteY4" fmla="*/ 10563 h 114622"/>
                <a:gd name="connsiteX5" fmla="*/ 2266 w 216329"/>
                <a:gd name="connsiteY5" fmla="*/ 11202 h 114622"/>
                <a:gd name="connsiteX6" fmla="*/ 103866 w 216329"/>
                <a:gd name="connsiteY6" fmla="*/ 112707 h 114622"/>
                <a:gd name="connsiteX7" fmla="*/ 108339 w 216329"/>
                <a:gd name="connsiteY7" fmla="*/ 114622 h 114622"/>
                <a:gd name="connsiteX8" fmla="*/ 112812 w 216329"/>
                <a:gd name="connsiteY8" fmla="*/ 112707 h 114622"/>
                <a:gd name="connsiteX9" fmla="*/ 214412 w 216329"/>
                <a:gd name="connsiteY9" fmla="*/ 11202 h 114622"/>
                <a:gd name="connsiteX10" fmla="*/ 214412 w 216329"/>
                <a:gd name="connsiteY10" fmla="*/ 2264 h 114622"/>
                <a:gd name="connsiteX11" fmla="*/ 205466 w 216329"/>
                <a:gd name="connsiteY11" fmla="*/ 2264 h 114622"/>
                <a:gd name="connsiteX12" fmla="*/ 205466 w 216329"/>
                <a:gd name="connsiteY12" fmla="*/ 2264 h 11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6329" h="114622">
                  <a:moveTo>
                    <a:pt x="205466" y="2264"/>
                  </a:moveTo>
                  <a:lnTo>
                    <a:pt x="108339" y="99301"/>
                  </a:lnTo>
                  <a:lnTo>
                    <a:pt x="11212" y="2264"/>
                  </a:lnTo>
                  <a:cubicBezTo>
                    <a:pt x="8656" y="-290"/>
                    <a:pt x="4822" y="-928"/>
                    <a:pt x="2266" y="1626"/>
                  </a:cubicBezTo>
                  <a:cubicBezTo>
                    <a:pt x="-290" y="4179"/>
                    <a:pt x="-929" y="8010"/>
                    <a:pt x="1627" y="10563"/>
                  </a:cubicBezTo>
                  <a:cubicBezTo>
                    <a:pt x="1627" y="10563"/>
                    <a:pt x="2266" y="11202"/>
                    <a:pt x="2266" y="11202"/>
                  </a:cubicBezTo>
                  <a:lnTo>
                    <a:pt x="103866" y="112707"/>
                  </a:lnTo>
                  <a:cubicBezTo>
                    <a:pt x="105144" y="113984"/>
                    <a:pt x="106422" y="114622"/>
                    <a:pt x="108339" y="114622"/>
                  </a:cubicBezTo>
                  <a:cubicBezTo>
                    <a:pt x="110256" y="114622"/>
                    <a:pt x="111534" y="113984"/>
                    <a:pt x="112812" y="112707"/>
                  </a:cubicBezTo>
                  <a:lnTo>
                    <a:pt x="214412" y="11202"/>
                  </a:lnTo>
                  <a:cubicBezTo>
                    <a:pt x="216968" y="8648"/>
                    <a:pt x="216968" y="4818"/>
                    <a:pt x="214412" y="2264"/>
                  </a:cubicBezTo>
                  <a:cubicBezTo>
                    <a:pt x="212495" y="-290"/>
                    <a:pt x="208022" y="-290"/>
                    <a:pt x="205466" y="2264"/>
                  </a:cubicBezTo>
                  <a:cubicBezTo>
                    <a:pt x="206105" y="1626"/>
                    <a:pt x="206105" y="1626"/>
                    <a:pt x="205466" y="2264"/>
                  </a:cubicBezTo>
                  <a:close/>
                </a:path>
              </a:pathLst>
            </a:custGeom>
            <a:solidFill>
              <a:srgbClr val="007680"/>
            </a:solidFill>
            <a:ln w="6390" cap="flat">
              <a:noFill/>
              <a:prstDash val="solid"/>
              <a:miter/>
            </a:ln>
          </p:spPr>
          <p:txBody>
            <a:bodyPr rtlCol="0" anchor="ctr"/>
            <a:lstStyle/>
            <a:p>
              <a:endParaRPr lang="en-US"/>
            </a:p>
          </p:txBody>
        </p:sp>
      </p:grpSp>
      <p:grpSp>
        <p:nvGrpSpPr>
          <p:cNvPr id="738" name="Graphic 5">
            <a:extLst>
              <a:ext uri="{FF2B5EF4-FFF2-40B4-BE49-F238E27FC236}">
                <a16:creationId xmlns:a16="http://schemas.microsoft.com/office/drawing/2014/main" id="{BAA293B8-359E-6746-A6FE-CD8AA841B6EF}"/>
              </a:ext>
            </a:extLst>
          </p:cNvPr>
          <p:cNvGrpSpPr/>
          <p:nvPr/>
        </p:nvGrpSpPr>
        <p:grpSpPr>
          <a:xfrm>
            <a:off x="6754802" y="1403361"/>
            <a:ext cx="362309" cy="361971"/>
            <a:chOff x="6754802" y="1403361"/>
            <a:chExt cx="362309" cy="361971"/>
          </a:xfrm>
          <a:solidFill>
            <a:srgbClr val="007680"/>
          </a:solidFill>
        </p:grpSpPr>
        <p:sp>
          <p:nvSpPr>
            <p:cNvPr id="739" name="Graphic 5">
              <a:extLst>
                <a:ext uri="{FF2B5EF4-FFF2-40B4-BE49-F238E27FC236}">
                  <a16:creationId xmlns:a16="http://schemas.microsoft.com/office/drawing/2014/main" id="{A8FFA946-B2E4-1B4B-90FD-0919F7332596}"/>
                </a:ext>
              </a:extLst>
            </p:cNvPr>
            <p:cNvSpPr/>
            <p:nvPr/>
          </p:nvSpPr>
          <p:spPr>
            <a:xfrm>
              <a:off x="6754802" y="1403361"/>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873"/>
                    <a:pt x="274767" y="348565"/>
                    <a:pt x="181474" y="349204"/>
                  </a:cubicBezTo>
                  <a:close/>
                </a:path>
              </a:pathLst>
            </a:custGeom>
            <a:solidFill>
              <a:srgbClr val="007680"/>
            </a:solidFill>
            <a:ln w="6390" cap="flat">
              <a:noFill/>
              <a:prstDash val="solid"/>
              <a:miter/>
            </a:ln>
          </p:spPr>
          <p:txBody>
            <a:bodyPr rtlCol="0" anchor="ctr"/>
            <a:lstStyle/>
            <a:p>
              <a:endParaRPr lang="en-US"/>
            </a:p>
          </p:txBody>
        </p:sp>
        <p:sp>
          <p:nvSpPr>
            <p:cNvPr id="740" name="Graphic 5">
              <a:extLst>
                <a:ext uri="{FF2B5EF4-FFF2-40B4-BE49-F238E27FC236}">
                  <a16:creationId xmlns:a16="http://schemas.microsoft.com/office/drawing/2014/main" id="{CE52D7D6-B47E-DE43-A387-2919B1CC7907}"/>
                </a:ext>
              </a:extLst>
            </p:cNvPr>
            <p:cNvSpPr/>
            <p:nvPr/>
          </p:nvSpPr>
          <p:spPr>
            <a:xfrm>
              <a:off x="6879406" y="1476139"/>
              <a:ext cx="114379" cy="215778"/>
            </a:xfrm>
            <a:custGeom>
              <a:avLst/>
              <a:gdLst>
                <a:gd name="connsiteX0" fmla="*/ 112463 w 114379"/>
                <a:gd name="connsiteY0" fmla="*/ 1915 h 215778"/>
                <a:gd name="connsiteX1" fmla="*/ 103517 w 114379"/>
                <a:gd name="connsiteY1" fmla="*/ 1915 h 215778"/>
                <a:gd name="connsiteX2" fmla="*/ 103517 w 114379"/>
                <a:gd name="connsiteY2" fmla="*/ 1915 h 215778"/>
                <a:gd name="connsiteX3" fmla="*/ 1917 w 114379"/>
                <a:gd name="connsiteY3" fmla="*/ 103421 h 215778"/>
                <a:gd name="connsiteX4" fmla="*/ 1917 w 114379"/>
                <a:gd name="connsiteY4" fmla="*/ 112358 h 215778"/>
                <a:gd name="connsiteX5" fmla="*/ 1917 w 114379"/>
                <a:gd name="connsiteY5" fmla="*/ 112358 h 215778"/>
                <a:gd name="connsiteX6" fmla="*/ 103517 w 114379"/>
                <a:gd name="connsiteY6" fmla="*/ 213863 h 215778"/>
                <a:gd name="connsiteX7" fmla="*/ 107990 w 114379"/>
                <a:gd name="connsiteY7" fmla="*/ 215779 h 215778"/>
                <a:gd name="connsiteX8" fmla="*/ 112463 w 114379"/>
                <a:gd name="connsiteY8" fmla="*/ 213863 h 215778"/>
                <a:gd name="connsiteX9" fmla="*/ 112463 w 114379"/>
                <a:gd name="connsiteY9" fmla="*/ 204926 h 215778"/>
                <a:gd name="connsiteX10" fmla="*/ 15336 w 114379"/>
                <a:gd name="connsiteY10" fmla="*/ 107889 h 215778"/>
                <a:gd name="connsiteX11" fmla="*/ 112463 w 114379"/>
                <a:gd name="connsiteY11" fmla="*/ 10853 h 215778"/>
                <a:gd name="connsiteX12" fmla="*/ 112463 w 114379"/>
                <a:gd name="connsiteY12" fmla="*/ 1915 h 215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379" h="215778">
                  <a:moveTo>
                    <a:pt x="112463" y="1915"/>
                  </a:moveTo>
                  <a:cubicBezTo>
                    <a:pt x="109907" y="-638"/>
                    <a:pt x="106073" y="-638"/>
                    <a:pt x="103517" y="1915"/>
                  </a:cubicBezTo>
                  <a:cubicBezTo>
                    <a:pt x="103517" y="1915"/>
                    <a:pt x="103517" y="1915"/>
                    <a:pt x="103517" y="1915"/>
                  </a:cubicBezTo>
                  <a:lnTo>
                    <a:pt x="1917" y="103421"/>
                  </a:lnTo>
                  <a:cubicBezTo>
                    <a:pt x="-639" y="105974"/>
                    <a:pt x="-639" y="109805"/>
                    <a:pt x="1917" y="112358"/>
                  </a:cubicBezTo>
                  <a:cubicBezTo>
                    <a:pt x="1917" y="112358"/>
                    <a:pt x="1917" y="112358"/>
                    <a:pt x="1917" y="112358"/>
                  </a:cubicBezTo>
                  <a:lnTo>
                    <a:pt x="103517" y="213863"/>
                  </a:lnTo>
                  <a:cubicBezTo>
                    <a:pt x="104795" y="215140"/>
                    <a:pt x="106073" y="215779"/>
                    <a:pt x="107990" y="215779"/>
                  </a:cubicBezTo>
                  <a:cubicBezTo>
                    <a:pt x="109907" y="215779"/>
                    <a:pt x="111185" y="215140"/>
                    <a:pt x="112463" y="213863"/>
                  </a:cubicBezTo>
                  <a:cubicBezTo>
                    <a:pt x="115019" y="211310"/>
                    <a:pt x="115019" y="207479"/>
                    <a:pt x="112463" y="204926"/>
                  </a:cubicBezTo>
                  <a:lnTo>
                    <a:pt x="15336" y="107889"/>
                  </a:lnTo>
                  <a:lnTo>
                    <a:pt x="112463" y="10853"/>
                  </a:lnTo>
                  <a:cubicBezTo>
                    <a:pt x="115019" y="8299"/>
                    <a:pt x="115019" y="4469"/>
                    <a:pt x="112463" y="1915"/>
                  </a:cubicBezTo>
                  <a:close/>
                </a:path>
              </a:pathLst>
            </a:custGeom>
            <a:solidFill>
              <a:srgbClr val="007680"/>
            </a:solidFill>
            <a:ln w="6390" cap="flat">
              <a:noFill/>
              <a:prstDash val="solid"/>
              <a:miter/>
            </a:ln>
          </p:spPr>
          <p:txBody>
            <a:bodyPr rtlCol="0" anchor="ctr"/>
            <a:lstStyle/>
            <a:p>
              <a:endParaRPr lang="en-US"/>
            </a:p>
          </p:txBody>
        </p:sp>
      </p:grpSp>
      <p:grpSp>
        <p:nvGrpSpPr>
          <p:cNvPr id="741" name="Graphic 5">
            <a:extLst>
              <a:ext uri="{FF2B5EF4-FFF2-40B4-BE49-F238E27FC236}">
                <a16:creationId xmlns:a16="http://schemas.microsoft.com/office/drawing/2014/main" id="{64D0E022-C3F0-CC4D-9275-BAAFE6A6ED52}"/>
              </a:ext>
            </a:extLst>
          </p:cNvPr>
          <p:cNvGrpSpPr/>
          <p:nvPr/>
        </p:nvGrpSpPr>
        <p:grpSpPr>
          <a:xfrm>
            <a:off x="7802752" y="1403361"/>
            <a:ext cx="361674" cy="361971"/>
            <a:chOff x="7802752" y="1403361"/>
            <a:chExt cx="361674" cy="361971"/>
          </a:xfrm>
          <a:solidFill>
            <a:srgbClr val="007680"/>
          </a:solidFill>
        </p:grpSpPr>
        <p:sp>
          <p:nvSpPr>
            <p:cNvPr id="742" name="Graphic 5">
              <a:extLst>
                <a:ext uri="{FF2B5EF4-FFF2-40B4-BE49-F238E27FC236}">
                  <a16:creationId xmlns:a16="http://schemas.microsoft.com/office/drawing/2014/main" id="{09D70698-54CA-7240-AA5A-B5A7A514E653}"/>
                </a:ext>
              </a:extLst>
            </p:cNvPr>
            <p:cNvSpPr/>
            <p:nvPr/>
          </p:nvSpPr>
          <p:spPr>
            <a:xfrm>
              <a:off x="7802752" y="1403361"/>
              <a:ext cx="361674" cy="361971"/>
            </a:xfrm>
            <a:custGeom>
              <a:avLst/>
              <a:gdLst>
                <a:gd name="connsiteX0" fmla="*/ 180836 w 361674"/>
                <a:gd name="connsiteY0" fmla="*/ 0 h 361971"/>
                <a:gd name="connsiteX1" fmla="*/ 0 w 361674"/>
                <a:gd name="connsiteY1" fmla="*/ 180667 h 361971"/>
                <a:gd name="connsiteX2" fmla="*/ 180836 w 361674"/>
                <a:gd name="connsiteY2" fmla="*/ 361972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180836 w 361674"/>
                <a:gd name="connsiteY7" fmla="*/ 349204 h 361971"/>
                <a:gd name="connsiteX8" fmla="*/ 12780 w 361674"/>
                <a:gd name="connsiteY8" fmla="*/ 181305 h 361971"/>
                <a:gd name="connsiteX9" fmla="*/ 180836 w 361674"/>
                <a:gd name="connsiteY9" fmla="*/ 12768 h 361971"/>
                <a:gd name="connsiteX10" fmla="*/ 348890 w 361674"/>
                <a:gd name="connsiteY10" fmla="*/ 180667 h 361971"/>
                <a:gd name="connsiteX11" fmla="*/ 348890 w 361674"/>
                <a:gd name="connsiteY11" fmla="*/ 180667 h 361971"/>
                <a:gd name="connsiteX12" fmla="*/ 180836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6" y="0"/>
                  </a:moveTo>
                  <a:cubicBezTo>
                    <a:pt x="80513" y="0"/>
                    <a:pt x="0" y="81077"/>
                    <a:pt x="0" y="180667"/>
                  </a:cubicBezTo>
                  <a:cubicBezTo>
                    <a:pt x="0" y="280895"/>
                    <a:pt x="81153" y="361972"/>
                    <a:pt x="180836" y="361972"/>
                  </a:cubicBezTo>
                  <a:cubicBezTo>
                    <a:pt x="281157" y="361972"/>
                    <a:pt x="361670" y="280895"/>
                    <a:pt x="361670" y="181305"/>
                  </a:cubicBezTo>
                  <a:lnTo>
                    <a:pt x="361670" y="181305"/>
                  </a:lnTo>
                  <a:cubicBezTo>
                    <a:pt x="362310" y="81077"/>
                    <a:pt x="281157" y="0"/>
                    <a:pt x="180836" y="0"/>
                  </a:cubicBezTo>
                  <a:cubicBezTo>
                    <a:pt x="180836" y="0"/>
                    <a:pt x="180836"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lnTo>
                    <a:pt x="348890" y="180667"/>
                  </a:lnTo>
                  <a:cubicBezTo>
                    <a:pt x="348890" y="273873"/>
                    <a:pt x="273490" y="349204"/>
                    <a:pt x="180836" y="349204"/>
                  </a:cubicBezTo>
                  <a:close/>
                </a:path>
              </a:pathLst>
            </a:custGeom>
            <a:solidFill>
              <a:srgbClr val="007680"/>
            </a:solidFill>
            <a:ln w="6390" cap="flat">
              <a:noFill/>
              <a:prstDash val="solid"/>
              <a:miter/>
            </a:ln>
          </p:spPr>
          <p:txBody>
            <a:bodyPr rtlCol="0" anchor="ctr"/>
            <a:lstStyle/>
            <a:p>
              <a:endParaRPr lang="en-US"/>
            </a:p>
          </p:txBody>
        </p:sp>
        <p:sp>
          <p:nvSpPr>
            <p:cNvPr id="743" name="Graphic 5">
              <a:extLst>
                <a:ext uri="{FF2B5EF4-FFF2-40B4-BE49-F238E27FC236}">
                  <a16:creationId xmlns:a16="http://schemas.microsoft.com/office/drawing/2014/main" id="{B52C8B63-042C-5443-9E72-A73846637B01}"/>
                </a:ext>
              </a:extLst>
            </p:cNvPr>
            <p:cNvSpPr/>
            <p:nvPr/>
          </p:nvSpPr>
          <p:spPr>
            <a:xfrm>
              <a:off x="7875597" y="1527211"/>
              <a:ext cx="215979" cy="114273"/>
            </a:xfrm>
            <a:custGeom>
              <a:avLst/>
              <a:gdLst>
                <a:gd name="connsiteX0" fmla="*/ 112463 w 215979"/>
                <a:gd name="connsiteY0" fmla="*/ 1915 h 114273"/>
                <a:gd name="connsiteX1" fmla="*/ 103516 w 215979"/>
                <a:gd name="connsiteY1" fmla="*/ 1915 h 114273"/>
                <a:gd name="connsiteX2" fmla="*/ 1917 w 215979"/>
                <a:gd name="connsiteY2" fmla="*/ 103421 h 114273"/>
                <a:gd name="connsiteX3" fmla="*/ 1917 w 215979"/>
                <a:gd name="connsiteY3" fmla="*/ 112358 h 114273"/>
                <a:gd name="connsiteX4" fmla="*/ 10862 w 215979"/>
                <a:gd name="connsiteY4" fmla="*/ 112358 h 114273"/>
                <a:gd name="connsiteX5" fmla="*/ 107990 w 215979"/>
                <a:gd name="connsiteY5" fmla="*/ 15322 h 114273"/>
                <a:gd name="connsiteX6" fmla="*/ 205117 w 215979"/>
                <a:gd name="connsiteY6" fmla="*/ 112358 h 114273"/>
                <a:gd name="connsiteX7" fmla="*/ 214063 w 215979"/>
                <a:gd name="connsiteY7" fmla="*/ 112358 h 114273"/>
                <a:gd name="connsiteX8" fmla="*/ 214063 w 215979"/>
                <a:gd name="connsiteY8" fmla="*/ 103421 h 114273"/>
                <a:gd name="connsiteX9" fmla="*/ 112463 w 215979"/>
                <a:gd name="connsiteY9" fmla="*/ 1915 h 114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979" h="114273">
                  <a:moveTo>
                    <a:pt x="112463" y="1915"/>
                  </a:moveTo>
                  <a:cubicBezTo>
                    <a:pt x="109906" y="-638"/>
                    <a:pt x="106073" y="-638"/>
                    <a:pt x="103516" y="1915"/>
                  </a:cubicBezTo>
                  <a:lnTo>
                    <a:pt x="1917" y="103421"/>
                  </a:lnTo>
                  <a:cubicBezTo>
                    <a:pt x="-639" y="105974"/>
                    <a:pt x="-639" y="109805"/>
                    <a:pt x="1917" y="112358"/>
                  </a:cubicBezTo>
                  <a:cubicBezTo>
                    <a:pt x="4472" y="114912"/>
                    <a:pt x="8307" y="114912"/>
                    <a:pt x="10862" y="112358"/>
                  </a:cubicBezTo>
                  <a:lnTo>
                    <a:pt x="107990" y="15322"/>
                  </a:lnTo>
                  <a:lnTo>
                    <a:pt x="205117" y="112358"/>
                  </a:lnTo>
                  <a:cubicBezTo>
                    <a:pt x="207673" y="114912"/>
                    <a:pt x="211507" y="114912"/>
                    <a:pt x="214063" y="112358"/>
                  </a:cubicBezTo>
                  <a:cubicBezTo>
                    <a:pt x="216619" y="109805"/>
                    <a:pt x="216619" y="105974"/>
                    <a:pt x="214063" y="103421"/>
                  </a:cubicBezTo>
                  <a:lnTo>
                    <a:pt x="112463" y="1915"/>
                  </a:lnTo>
                  <a:close/>
                </a:path>
              </a:pathLst>
            </a:custGeom>
            <a:solidFill>
              <a:srgbClr val="007680"/>
            </a:solidFill>
            <a:ln w="6390" cap="flat">
              <a:noFill/>
              <a:prstDash val="solid"/>
              <a:miter/>
            </a:ln>
          </p:spPr>
          <p:txBody>
            <a:bodyPr rtlCol="0" anchor="ctr"/>
            <a:lstStyle/>
            <a:p>
              <a:endParaRPr lang="en-US"/>
            </a:p>
          </p:txBody>
        </p:sp>
      </p:grpSp>
      <p:grpSp>
        <p:nvGrpSpPr>
          <p:cNvPr id="744" name="Graphic 5">
            <a:extLst>
              <a:ext uri="{FF2B5EF4-FFF2-40B4-BE49-F238E27FC236}">
                <a16:creationId xmlns:a16="http://schemas.microsoft.com/office/drawing/2014/main" id="{352113D5-7833-FB4E-A1A0-6270DAA2BB27}"/>
              </a:ext>
            </a:extLst>
          </p:cNvPr>
          <p:cNvGrpSpPr/>
          <p:nvPr/>
        </p:nvGrpSpPr>
        <p:grpSpPr>
          <a:xfrm>
            <a:off x="8841755" y="1403361"/>
            <a:ext cx="362309" cy="361971"/>
            <a:chOff x="8841755" y="1403361"/>
            <a:chExt cx="362309" cy="361971"/>
          </a:xfrm>
          <a:solidFill>
            <a:srgbClr val="007680"/>
          </a:solidFill>
        </p:grpSpPr>
        <p:sp>
          <p:nvSpPr>
            <p:cNvPr id="745" name="Graphic 5">
              <a:extLst>
                <a:ext uri="{FF2B5EF4-FFF2-40B4-BE49-F238E27FC236}">
                  <a16:creationId xmlns:a16="http://schemas.microsoft.com/office/drawing/2014/main" id="{1EE629CE-A931-964D-A449-FF6C7F7A79E1}"/>
                </a:ext>
              </a:extLst>
            </p:cNvPr>
            <p:cNvSpPr/>
            <p:nvPr/>
          </p:nvSpPr>
          <p:spPr>
            <a:xfrm>
              <a:off x="8841755" y="1403361"/>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873"/>
                    <a:pt x="274128" y="348565"/>
                    <a:pt x="181474" y="349204"/>
                  </a:cubicBezTo>
                  <a:close/>
                </a:path>
              </a:pathLst>
            </a:custGeom>
            <a:solidFill>
              <a:srgbClr val="007680"/>
            </a:solidFill>
            <a:ln w="6390" cap="flat">
              <a:noFill/>
              <a:prstDash val="solid"/>
              <a:miter/>
            </a:ln>
          </p:spPr>
          <p:txBody>
            <a:bodyPr rtlCol="0" anchor="ctr"/>
            <a:lstStyle/>
            <a:p>
              <a:endParaRPr lang="en-US"/>
            </a:p>
          </p:txBody>
        </p:sp>
        <p:sp>
          <p:nvSpPr>
            <p:cNvPr id="746" name="Graphic 5">
              <a:extLst>
                <a:ext uri="{FF2B5EF4-FFF2-40B4-BE49-F238E27FC236}">
                  <a16:creationId xmlns:a16="http://schemas.microsoft.com/office/drawing/2014/main" id="{84321C84-D948-8A41-B377-0CFB0488FFC1}"/>
                </a:ext>
              </a:extLst>
            </p:cNvPr>
            <p:cNvSpPr/>
            <p:nvPr/>
          </p:nvSpPr>
          <p:spPr>
            <a:xfrm>
              <a:off x="8965720" y="1476428"/>
              <a:ext cx="114379" cy="215488"/>
            </a:xfrm>
            <a:custGeom>
              <a:avLst/>
              <a:gdLst>
                <a:gd name="connsiteX0" fmla="*/ 10863 w 114379"/>
                <a:gd name="connsiteY0" fmla="*/ 1626 h 215488"/>
                <a:gd name="connsiteX1" fmla="*/ 1917 w 114379"/>
                <a:gd name="connsiteY1" fmla="*/ 2264 h 215488"/>
                <a:gd name="connsiteX2" fmla="*/ 1917 w 114379"/>
                <a:gd name="connsiteY2" fmla="*/ 10563 h 215488"/>
                <a:gd name="connsiteX3" fmla="*/ 99044 w 114379"/>
                <a:gd name="connsiteY3" fmla="*/ 107600 h 215488"/>
                <a:gd name="connsiteX4" fmla="*/ 1917 w 114379"/>
                <a:gd name="connsiteY4" fmla="*/ 204636 h 215488"/>
                <a:gd name="connsiteX5" fmla="*/ 1917 w 114379"/>
                <a:gd name="connsiteY5" fmla="*/ 213574 h 215488"/>
                <a:gd name="connsiteX6" fmla="*/ 6390 w 114379"/>
                <a:gd name="connsiteY6" fmla="*/ 215489 h 215488"/>
                <a:gd name="connsiteX7" fmla="*/ 10863 w 114379"/>
                <a:gd name="connsiteY7" fmla="*/ 213574 h 215488"/>
                <a:gd name="connsiteX8" fmla="*/ 112463 w 114379"/>
                <a:gd name="connsiteY8" fmla="*/ 112068 h 215488"/>
                <a:gd name="connsiteX9" fmla="*/ 112463 w 114379"/>
                <a:gd name="connsiteY9" fmla="*/ 103131 h 215488"/>
                <a:gd name="connsiteX10" fmla="*/ 112463 w 114379"/>
                <a:gd name="connsiteY10" fmla="*/ 103131 h 215488"/>
                <a:gd name="connsiteX11" fmla="*/ 10863 w 114379"/>
                <a:gd name="connsiteY11" fmla="*/ 1626 h 215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379" h="215488">
                  <a:moveTo>
                    <a:pt x="10863" y="1626"/>
                  </a:moveTo>
                  <a:cubicBezTo>
                    <a:pt x="8307" y="-928"/>
                    <a:pt x="3834" y="-290"/>
                    <a:pt x="1917" y="2264"/>
                  </a:cubicBezTo>
                  <a:cubicBezTo>
                    <a:pt x="0" y="4818"/>
                    <a:pt x="0" y="8010"/>
                    <a:pt x="1917" y="10563"/>
                  </a:cubicBezTo>
                  <a:lnTo>
                    <a:pt x="99044" y="107600"/>
                  </a:lnTo>
                  <a:lnTo>
                    <a:pt x="1917" y="204636"/>
                  </a:lnTo>
                  <a:cubicBezTo>
                    <a:pt x="-639" y="207190"/>
                    <a:pt x="-639" y="211020"/>
                    <a:pt x="1917" y="213574"/>
                  </a:cubicBezTo>
                  <a:cubicBezTo>
                    <a:pt x="3195" y="214851"/>
                    <a:pt x="4473" y="215489"/>
                    <a:pt x="6390" y="215489"/>
                  </a:cubicBezTo>
                  <a:cubicBezTo>
                    <a:pt x="8307" y="215489"/>
                    <a:pt x="9585" y="214851"/>
                    <a:pt x="10863" y="213574"/>
                  </a:cubicBezTo>
                  <a:lnTo>
                    <a:pt x="112463" y="112068"/>
                  </a:lnTo>
                  <a:cubicBezTo>
                    <a:pt x="115019" y="109515"/>
                    <a:pt x="115019" y="105685"/>
                    <a:pt x="112463" y="103131"/>
                  </a:cubicBezTo>
                  <a:cubicBezTo>
                    <a:pt x="112463" y="103131"/>
                    <a:pt x="112463" y="103131"/>
                    <a:pt x="112463" y="103131"/>
                  </a:cubicBezTo>
                  <a:lnTo>
                    <a:pt x="10863" y="1626"/>
                  </a:lnTo>
                  <a:close/>
                </a:path>
              </a:pathLst>
            </a:custGeom>
            <a:solidFill>
              <a:srgbClr val="007680"/>
            </a:solidFill>
            <a:ln w="6390" cap="flat">
              <a:noFill/>
              <a:prstDash val="solid"/>
              <a:miter/>
            </a:ln>
          </p:spPr>
          <p:txBody>
            <a:bodyPr rtlCol="0" anchor="ctr"/>
            <a:lstStyle/>
            <a:p>
              <a:endParaRPr lang="en-US"/>
            </a:p>
          </p:txBody>
        </p:sp>
      </p:grpSp>
      <p:grpSp>
        <p:nvGrpSpPr>
          <p:cNvPr id="747" name="Graphic 5">
            <a:extLst>
              <a:ext uri="{FF2B5EF4-FFF2-40B4-BE49-F238E27FC236}">
                <a16:creationId xmlns:a16="http://schemas.microsoft.com/office/drawing/2014/main" id="{26034BAB-2EEE-BD46-842E-3DBD61C4B04E}"/>
              </a:ext>
            </a:extLst>
          </p:cNvPr>
          <p:cNvGrpSpPr/>
          <p:nvPr/>
        </p:nvGrpSpPr>
        <p:grpSpPr>
          <a:xfrm>
            <a:off x="3608397" y="3340900"/>
            <a:ext cx="362309" cy="361971"/>
            <a:chOff x="3608397" y="3340900"/>
            <a:chExt cx="362309" cy="361971"/>
          </a:xfrm>
          <a:solidFill>
            <a:srgbClr val="007680"/>
          </a:solidFill>
        </p:grpSpPr>
        <p:sp>
          <p:nvSpPr>
            <p:cNvPr id="748" name="Graphic 5">
              <a:extLst>
                <a:ext uri="{FF2B5EF4-FFF2-40B4-BE49-F238E27FC236}">
                  <a16:creationId xmlns:a16="http://schemas.microsoft.com/office/drawing/2014/main" id="{EA4C918C-09A4-1E42-8E7A-D5EED432454E}"/>
                </a:ext>
              </a:extLst>
            </p:cNvPr>
            <p:cNvSpPr/>
            <p:nvPr/>
          </p:nvSpPr>
          <p:spPr>
            <a:xfrm>
              <a:off x="3608397" y="3340900"/>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8565 h 361971"/>
                <a:gd name="connsiteX7" fmla="*/ 12780 w 362309"/>
                <a:gd name="connsiteY7" fmla="*/ 180667 h 361971"/>
                <a:gd name="connsiteX8" fmla="*/ 180835 w 362309"/>
                <a:gd name="connsiteY8" fmla="*/ 12129 h 361971"/>
                <a:gd name="connsiteX9" fmla="*/ 349530 w 362309"/>
                <a:gd name="connsiteY9" fmla="*/ 180028 h 361971"/>
                <a:gd name="connsiteX10" fmla="*/ 349530 w 362309"/>
                <a:gd name="connsiteY10" fmla="*/ 180028 h 361971"/>
                <a:gd name="connsiteX11" fmla="*/ 181474 w 362309"/>
                <a:gd name="connsiteY11"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0438"/>
                    <a:pt x="281157" y="0"/>
                    <a:pt x="181474" y="0"/>
                  </a:cubicBezTo>
                  <a:close/>
                  <a:moveTo>
                    <a:pt x="181474" y="348565"/>
                  </a:moveTo>
                  <a:cubicBezTo>
                    <a:pt x="88181" y="348565"/>
                    <a:pt x="12780" y="273234"/>
                    <a:pt x="12780" y="180667"/>
                  </a:cubicBezTo>
                  <a:cubicBezTo>
                    <a:pt x="12780" y="88099"/>
                    <a:pt x="88181" y="12129"/>
                    <a:pt x="180835" y="12129"/>
                  </a:cubicBezTo>
                  <a:cubicBezTo>
                    <a:pt x="274128" y="12129"/>
                    <a:pt x="349530" y="87461"/>
                    <a:pt x="349530" y="180028"/>
                  </a:cubicBezTo>
                  <a:lnTo>
                    <a:pt x="349530" y="180028"/>
                  </a:lnTo>
                  <a:cubicBezTo>
                    <a:pt x="349530" y="273234"/>
                    <a:pt x="274128" y="348565"/>
                    <a:pt x="181474" y="348565"/>
                  </a:cubicBezTo>
                  <a:close/>
                </a:path>
              </a:pathLst>
            </a:custGeom>
            <a:solidFill>
              <a:srgbClr val="007680"/>
            </a:solidFill>
            <a:ln w="6390" cap="flat">
              <a:noFill/>
              <a:prstDash val="solid"/>
              <a:miter/>
            </a:ln>
          </p:spPr>
          <p:txBody>
            <a:bodyPr rtlCol="0" anchor="ctr"/>
            <a:lstStyle/>
            <a:p>
              <a:endParaRPr lang="en-US"/>
            </a:p>
          </p:txBody>
        </p:sp>
        <p:sp>
          <p:nvSpPr>
            <p:cNvPr id="749" name="Graphic 5">
              <a:extLst>
                <a:ext uri="{FF2B5EF4-FFF2-40B4-BE49-F238E27FC236}">
                  <a16:creationId xmlns:a16="http://schemas.microsoft.com/office/drawing/2014/main" id="{8CC7A4C3-9418-2A40-9246-0BA5AECBCF21}"/>
                </a:ext>
              </a:extLst>
            </p:cNvPr>
            <p:cNvSpPr/>
            <p:nvPr/>
          </p:nvSpPr>
          <p:spPr>
            <a:xfrm>
              <a:off x="3768145" y="3423892"/>
              <a:ext cx="43451" cy="43411"/>
            </a:xfrm>
            <a:custGeom>
              <a:avLst/>
              <a:gdLst>
                <a:gd name="connsiteX0" fmla="*/ 21726 w 43451"/>
                <a:gd name="connsiteY0" fmla="*/ 43411 h 43411"/>
                <a:gd name="connsiteX1" fmla="*/ 43451 w 43451"/>
                <a:gd name="connsiteY1" fmla="*/ 21705 h 43411"/>
                <a:gd name="connsiteX2" fmla="*/ 21726 w 43451"/>
                <a:gd name="connsiteY2" fmla="*/ 0 h 43411"/>
                <a:gd name="connsiteX3" fmla="*/ 0 w 43451"/>
                <a:gd name="connsiteY3" fmla="*/ 21705 h 43411"/>
                <a:gd name="connsiteX4" fmla="*/ 0 w 43451"/>
                <a:gd name="connsiteY4" fmla="*/ 21705 h 43411"/>
                <a:gd name="connsiteX5" fmla="*/ 21726 w 43451"/>
                <a:gd name="connsiteY5" fmla="*/ 43411 h 43411"/>
                <a:gd name="connsiteX6" fmla="*/ 21726 w 43451"/>
                <a:gd name="connsiteY6" fmla="*/ 12768 h 43411"/>
                <a:gd name="connsiteX7" fmla="*/ 30672 w 43451"/>
                <a:gd name="connsiteY7" fmla="*/ 21705 h 43411"/>
                <a:gd name="connsiteX8" fmla="*/ 21726 w 43451"/>
                <a:gd name="connsiteY8" fmla="*/ 30643 h 43411"/>
                <a:gd name="connsiteX9" fmla="*/ 12780 w 43451"/>
                <a:gd name="connsiteY9" fmla="*/ 21705 h 43411"/>
                <a:gd name="connsiteX10" fmla="*/ 21726 w 43451"/>
                <a:gd name="connsiteY10" fmla="*/ 12768 h 43411"/>
                <a:gd name="connsiteX11" fmla="*/ 21726 w 43451"/>
                <a:gd name="connsiteY11" fmla="*/ 12768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51" h="43411">
                  <a:moveTo>
                    <a:pt x="21726" y="43411"/>
                  </a:moveTo>
                  <a:cubicBezTo>
                    <a:pt x="33867" y="43411"/>
                    <a:pt x="43451" y="33835"/>
                    <a:pt x="43451" y="21705"/>
                  </a:cubicBezTo>
                  <a:cubicBezTo>
                    <a:pt x="43451" y="9576"/>
                    <a:pt x="33867" y="0"/>
                    <a:pt x="21726" y="0"/>
                  </a:cubicBezTo>
                  <a:cubicBezTo>
                    <a:pt x="9585" y="0"/>
                    <a:pt x="0" y="9576"/>
                    <a:pt x="0" y="21705"/>
                  </a:cubicBezTo>
                  <a:cubicBezTo>
                    <a:pt x="0" y="21705"/>
                    <a:pt x="0" y="21705"/>
                    <a:pt x="0" y="21705"/>
                  </a:cubicBezTo>
                  <a:cubicBezTo>
                    <a:pt x="0" y="33835"/>
                    <a:pt x="9585" y="43411"/>
                    <a:pt x="21726" y="43411"/>
                  </a:cubicBezTo>
                  <a:close/>
                  <a:moveTo>
                    <a:pt x="21726" y="12768"/>
                  </a:moveTo>
                  <a:cubicBezTo>
                    <a:pt x="26838" y="12768"/>
                    <a:pt x="30672" y="16598"/>
                    <a:pt x="30672" y="21705"/>
                  </a:cubicBezTo>
                  <a:cubicBezTo>
                    <a:pt x="30672" y="26813"/>
                    <a:pt x="26838" y="30643"/>
                    <a:pt x="21726" y="30643"/>
                  </a:cubicBezTo>
                  <a:cubicBezTo>
                    <a:pt x="16614" y="30643"/>
                    <a:pt x="12780" y="26813"/>
                    <a:pt x="12780" y="21705"/>
                  </a:cubicBezTo>
                  <a:cubicBezTo>
                    <a:pt x="12780" y="16598"/>
                    <a:pt x="16614" y="12768"/>
                    <a:pt x="21726" y="12768"/>
                  </a:cubicBezTo>
                  <a:lnTo>
                    <a:pt x="21726" y="12768"/>
                  </a:lnTo>
                  <a:close/>
                </a:path>
              </a:pathLst>
            </a:custGeom>
            <a:solidFill>
              <a:srgbClr val="007680"/>
            </a:solidFill>
            <a:ln w="6390" cap="flat">
              <a:noFill/>
              <a:prstDash val="solid"/>
              <a:miter/>
            </a:ln>
          </p:spPr>
          <p:txBody>
            <a:bodyPr rtlCol="0" anchor="ctr"/>
            <a:lstStyle/>
            <a:p>
              <a:endParaRPr lang="en-US"/>
            </a:p>
          </p:txBody>
        </p:sp>
        <p:sp>
          <p:nvSpPr>
            <p:cNvPr id="750" name="Graphic 5">
              <a:extLst>
                <a:ext uri="{FF2B5EF4-FFF2-40B4-BE49-F238E27FC236}">
                  <a16:creationId xmlns:a16="http://schemas.microsoft.com/office/drawing/2014/main" id="{58F7DC28-87E9-A043-A1FD-AF926300257B}"/>
                </a:ext>
              </a:extLst>
            </p:cNvPr>
            <p:cNvSpPr/>
            <p:nvPr/>
          </p:nvSpPr>
          <p:spPr>
            <a:xfrm>
              <a:off x="3676769" y="3484540"/>
              <a:ext cx="225564" cy="134701"/>
            </a:xfrm>
            <a:custGeom>
              <a:avLst/>
              <a:gdLst>
                <a:gd name="connsiteX0" fmla="*/ 219175 w 225564"/>
                <a:gd name="connsiteY0" fmla="*/ 121934 h 134701"/>
                <a:gd name="connsiteX1" fmla="*/ 210229 w 225564"/>
                <a:gd name="connsiteY1" fmla="*/ 121934 h 134701"/>
                <a:gd name="connsiteX2" fmla="*/ 210229 w 225564"/>
                <a:gd name="connsiteY2" fmla="*/ 44688 h 134701"/>
                <a:gd name="connsiteX3" fmla="*/ 203839 w 225564"/>
                <a:gd name="connsiteY3" fmla="*/ 38304 h 134701"/>
                <a:gd name="connsiteX4" fmla="*/ 149524 w 225564"/>
                <a:gd name="connsiteY4" fmla="*/ 38304 h 134701"/>
                <a:gd name="connsiteX5" fmla="*/ 149524 w 225564"/>
                <a:gd name="connsiteY5" fmla="*/ 6384 h 134701"/>
                <a:gd name="connsiteX6" fmla="*/ 143134 w 225564"/>
                <a:gd name="connsiteY6" fmla="*/ 0 h 134701"/>
                <a:gd name="connsiteX7" fmla="*/ 82430 w 225564"/>
                <a:gd name="connsiteY7" fmla="*/ 0 h 134701"/>
                <a:gd name="connsiteX8" fmla="*/ 76040 w 225564"/>
                <a:gd name="connsiteY8" fmla="*/ 6384 h 134701"/>
                <a:gd name="connsiteX9" fmla="*/ 76040 w 225564"/>
                <a:gd name="connsiteY9" fmla="*/ 38304 h 134701"/>
                <a:gd name="connsiteX10" fmla="*/ 21726 w 225564"/>
                <a:gd name="connsiteY10" fmla="*/ 38304 h 134701"/>
                <a:gd name="connsiteX11" fmla="*/ 15336 w 225564"/>
                <a:gd name="connsiteY11" fmla="*/ 44688 h 134701"/>
                <a:gd name="connsiteX12" fmla="*/ 15336 w 225564"/>
                <a:gd name="connsiteY12" fmla="*/ 121934 h 134701"/>
                <a:gd name="connsiteX13" fmla="*/ 6390 w 225564"/>
                <a:gd name="connsiteY13" fmla="*/ 121934 h 134701"/>
                <a:gd name="connsiteX14" fmla="*/ 0 w 225564"/>
                <a:gd name="connsiteY14" fmla="*/ 128318 h 134701"/>
                <a:gd name="connsiteX15" fmla="*/ 6390 w 225564"/>
                <a:gd name="connsiteY15" fmla="*/ 134702 h 134701"/>
                <a:gd name="connsiteX16" fmla="*/ 219175 w 225564"/>
                <a:gd name="connsiteY16" fmla="*/ 134702 h 134701"/>
                <a:gd name="connsiteX17" fmla="*/ 225565 w 225564"/>
                <a:gd name="connsiteY17" fmla="*/ 128318 h 134701"/>
                <a:gd name="connsiteX18" fmla="*/ 219175 w 225564"/>
                <a:gd name="connsiteY18" fmla="*/ 121934 h 134701"/>
                <a:gd name="connsiteX19" fmla="*/ 219175 w 225564"/>
                <a:gd name="connsiteY19" fmla="*/ 121934 h 134701"/>
                <a:gd name="connsiteX20" fmla="*/ 88820 w 225564"/>
                <a:gd name="connsiteY20" fmla="*/ 13406 h 134701"/>
                <a:gd name="connsiteX21" fmla="*/ 136744 w 225564"/>
                <a:gd name="connsiteY21" fmla="*/ 13406 h 134701"/>
                <a:gd name="connsiteX22" fmla="*/ 136744 w 225564"/>
                <a:gd name="connsiteY22" fmla="*/ 38942 h 134701"/>
                <a:gd name="connsiteX23" fmla="*/ 88820 w 225564"/>
                <a:gd name="connsiteY23" fmla="*/ 38942 h 134701"/>
                <a:gd name="connsiteX24" fmla="*/ 88820 w 225564"/>
                <a:gd name="connsiteY24" fmla="*/ 13406 h 134701"/>
                <a:gd name="connsiteX25" fmla="*/ 28115 w 225564"/>
                <a:gd name="connsiteY25" fmla="*/ 51710 h 134701"/>
                <a:gd name="connsiteX26" fmla="*/ 197449 w 225564"/>
                <a:gd name="connsiteY26" fmla="*/ 51710 h 134701"/>
                <a:gd name="connsiteX27" fmla="*/ 197449 w 225564"/>
                <a:gd name="connsiteY27" fmla="*/ 122573 h 134701"/>
                <a:gd name="connsiteX28" fmla="*/ 28115 w 225564"/>
                <a:gd name="connsiteY28" fmla="*/ 122573 h 134701"/>
                <a:gd name="connsiteX29" fmla="*/ 28115 w 225564"/>
                <a:gd name="connsiteY29" fmla="*/ 51710 h 134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25564" h="134701">
                  <a:moveTo>
                    <a:pt x="219175" y="121934"/>
                  </a:moveTo>
                  <a:lnTo>
                    <a:pt x="210229" y="121934"/>
                  </a:lnTo>
                  <a:lnTo>
                    <a:pt x="210229" y="44688"/>
                  </a:lnTo>
                  <a:cubicBezTo>
                    <a:pt x="210229" y="40857"/>
                    <a:pt x="207673" y="38304"/>
                    <a:pt x="203839" y="38304"/>
                  </a:cubicBezTo>
                  <a:lnTo>
                    <a:pt x="149524" y="38304"/>
                  </a:lnTo>
                  <a:lnTo>
                    <a:pt x="149524" y="6384"/>
                  </a:lnTo>
                  <a:cubicBezTo>
                    <a:pt x="149524" y="2553"/>
                    <a:pt x="146969" y="0"/>
                    <a:pt x="143134" y="0"/>
                  </a:cubicBezTo>
                  <a:lnTo>
                    <a:pt x="82430" y="0"/>
                  </a:lnTo>
                  <a:cubicBezTo>
                    <a:pt x="78596" y="0"/>
                    <a:pt x="76040" y="2553"/>
                    <a:pt x="76040" y="6384"/>
                  </a:cubicBezTo>
                  <a:lnTo>
                    <a:pt x="76040" y="38304"/>
                  </a:lnTo>
                  <a:lnTo>
                    <a:pt x="21726" y="38304"/>
                  </a:lnTo>
                  <a:cubicBezTo>
                    <a:pt x="17892" y="38304"/>
                    <a:pt x="15336" y="40857"/>
                    <a:pt x="15336" y="44688"/>
                  </a:cubicBezTo>
                  <a:lnTo>
                    <a:pt x="15336" y="121934"/>
                  </a:lnTo>
                  <a:lnTo>
                    <a:pt x="6390" y="121934"/>
                  </a:lnTo>
                  <a:cubicBezTo>
                    <a:pt x="2556" y="121934"/>
                    <a:pt x="0" y="124488"/>
                    <a:pt x="0" y="128318"/>
                  </a:cubicBezTo>
                  <a:cubicBezTo>
                    <a:pt x="0" y="132149"/>
                    <a:pt x="2556" y="134702"/>
                    <a:pt x="6390" y="134702"/>
                  </a:cubicBezTo>
                  <a:lnTo>
                    <a:pt x="219175" y="134702"/>
                  </a:lnTo>
                  <a:cubicBezTo>
                    <a:pt x="223009" y="134702"/>
                    <a:pt x="225565" y="132149"/>
                    <a:pt x="225565" y="128318"/>
                  </a:cubicBezTo>
                  <a:cubicBezTo>
                    <a:pt x="225565" y="124488"/>
                    <a:pt x="223009" y="121934"/>
                    <a:pt x="219175" y="121934"/>
                  </a:cubicBezTo>
                  <a:lnTo>
                    <a:pt x="219175" y="121934"/>
                  </a:lnTo>
                  <a:close/>
                  <a:moveTo>
                    <a:pt x="88820" y="13406"/>
                  </a:moveTo>
                  <a:lnTo>
                    <a:pt x="136744" y="13406"/>
                  </a:lnTo>
                  <a:lnTo>
                    <a:pt x="136744" y="38942"/>
                  </a:lnTo>
                  <a:lnTo>
                    <a:pt x="88820" y="38942"/>
                  </a:lnTo>
                  <a:lnTo>
                    <a:pt x="88820" y="13406"/>
                  </a:lnTo>
                  <a:close/>
                  <a:moveTo>
                    <a:pt x="28115" y="51710"/>
                  </a:moveTo>
                  <a:lnTo>
                    <a:pt x="197449" y="51710"/>
                  </a:lnTo>
                  <a:lnTo>
                    <a:pt x="197449" y="122573"/>
                  </a:lnTo>
                  <a:lnTo>
                    <a:pt x="28115" y="122573"/>
                  </a:lnTo>
                  <a:lnTo>
                    <a:pt x="28115" y="51710"/>
                  </a:lnTo>
                  <a:close/>
                </a:path>
              </a:pathLst>
            </a:custGeom>
            <a:solidFill>
              <a:srgbClr val="007680"/>
            </a:solidFill>
            <a:ln w="6390" cap="flat">
              <a:noFill/>
              <a:prstDash val="solid"/>
              <a:miter/>
            </a:ln>
          </p:spPr>
          <p:txBody>
            <a:bodyPr rtlCol="0" anchor="ctr"/>
            <a:lstStyle/>
            <a:p>
              <a:endParaRPr lang="en-US"/>
            </a:p>
          </p:txBody>
        </p:sp>
      </p:grpSp>
      <p:grpSp>
        <p:nvGrpSpPr>
          <p:cNvPr id="751" name="Graphic 5">
            <a:extLst>
              <a:ext uri="{FF2B5EF4-FFF2-40B4-BE49-F238E27FC236}">
                <a16:creationId xmlns:a16="http://schemas.microsoft.com/office/drawing/2014/main" id="{CF7E0D2A-AE7D-D74A-9950-76AFE5AC1380}"/>
              </a:ext>
            </a:extLst>
          </p:cNvPr>
          <p:cNvGrpSpPr/>
          <p:nvPr/>
        </p:nvGrpSpPr>
        <p:grpSpPr>
          <a:xfrm>
            <a:off x="10935099" y="3340900"/>
            <a:ext cx="362309" cy="361971"/>
            <a:chOff x="10935099" y="3340900"/>
            <a:chExt cx="362309" cy="361971"/>
          </a:xfrm>
          <a:solidFill>
            <a:srgbClr val="007680"/>
          </a:solidFill>
        </p:grpSpPr>
        <p:sp>
          <p:nvSpPr>
            <p:cNvPr id="752" name="Graphic 5">
              <a:extLst>
                <a:ext uri="{FF2B5EF4-FFF2-40B4-BE49-F238E27FC236}">
                  <a16:creationId xmlns:a16="http://schemas.microsoft.com/office/drawing/2014/main" id="{6B952674-7650-E449-BC11-2392F2D58C64}"/>
                </a:ext>
              </a:extLst>
            </p:cNvPr>
            <p:cNvSpPr/>
            <p:nvPr/>
          </p:nvSpPr>
          <p:spPr>
            <a:xfrm>
              <a:off x="10935099" y="3340900"/>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180835 w 362309"/>
                <a:gd name="connsiteY6" fmla="*/ 348565 h 361971"/>
                <a:gd name="connsiteX7" fmla="*/ 12780 w 362309"/>
                <a:gd name="connsiteY7" fmla="*/ 180028 h 361971"/>
                <a:gd name="connsiteX8" fmla="*/ 181474 w 362309"/>
                <a:gd name="connsiteY8" fmla="*/ 12129 h 361971"/>
                <a:gd name="connsiteX9" fmla="*/ 349529 w 362309"/>
                <a:gd name="connsiteY9" fmla="*/ 180667 h 361971"/>
                <a:gd name="connsiteX10" fmla="*/ 180835 w 362309"/>
                <a:gd name="connsiteY10" fmla="*/ 3485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1305"/>
                  </a:cubicBezTo>
                  <a:cubicBezTo>
                    <a:pt x="0" y="281533"/>
                    <a:pt x="81152" y="361972"/>
                    <a:pt x="181474" y="361972"/>
                  </a:cubicBezTo>
                  <a:cubicBezTo>
                    <a:pt x="281796" y="361972"/>
                    <a:pt x="362309" y="280895"/>
                    <a:pt x="362309" y="180667"/>
                  </a:cubicBezTo>
                  <a:cubicBezTo>
                    <a:pt x="362309" y="80438"/>
                    <a:pt x="281157" y="0"/>
                    <a:pt x="180835" y="0"/>
                  </a:cubicBezTo>
                  <a:cubicBezTo>
                    <a:pt x="180835" y="0"/>
                    <a:pt x="180835" y="0"/>
                    <a:pt x="180835" y="0"/>
                  </a:cubicBezTo>
                  <a:close/>
                  <a:moveTo>
                    <a:pt x="180835" y="348565"/>
                  </a:moveTo>
                  <a:cubicBezTo>
                    <a:pt x="87542" y="348565"/>
                    <a:pt x="12780" y="273234"/>
                    <a:pt x="12780" y="180028"/>
                  </a:cubicBezTo>
                  <a:cubicBezTo>
                    <a:pt x="12780" y="86822"/>
                    <a:pt x="88181" y="12129"/>
                    <a:pt x="181474" y="12129"/>
                  </a:cubicBezTo>
                  <a:cubicBezTo>
                    <a:pt x="274128" y="12129"/>
                    <a:pt x="349529" y="87461"/>
                    <a:pt x="349529" y="180667"/>
                  </a:cubicBezTo>
                  <a:cubicBezTo>
                    <a:pt x="349529" y="273873"/>
                    <a:pt x="274128" y="348565"/>
                    <a:pt x="180835" y="348565"/>
                  </a:cubicBezTo>
                  <a:close/>
                </a:path>
              </a:pathLst>
            </a:custGeom>
            <a:solidFill>
              <a:srgbClr val="007680"/>
            </a:solidFill>
            <a:ln w="6390" cap="flat">
              <a:noFill/>
              <a:prstDash val="solid"/>
              <a:miter/>
            </a:ln>
          </p:spPr>
          <p:txBody>
            <a:bodyPr rtlCol="0" anchor="ctr"/>
            <a:lstStyle/>
            <a:p>
              <a:endParaRPr lang="en-US"/>
            </a:p>
          </p:txBody>
        </p:sp>
        <p:sp>
          <p:nvSpPr>
            <p:cNvPr id="753" name="Graphic 5">
              <a:extLst>
                <a:ext uri="{FF2B5EF4-FFF2-40B4-BE49-F238E27FC236}">
                  <a16:creationId xmlns:a16="http://schemas.microsoft.com/office/drawing/2014/main" id="{0E11FE2A-544D-AE4D-BC4F-B11F3B196AF2}"/>
                </a:ext>
              </a:extLst>
            </p:cNvPr>
            <p:cNvSpPr/>
            <p:nvPr/>
          </p:nvSpPr>
          <p:spPr>
            <a:xfrm>
              <a:off x="11000015" y="3407932"/>
              <a:ext cx="230916" cy="227269"/>
            </a:xfrm>
            <a:custGeom>
              <a:avLst/>
              <a:gdLst>
                <a:gd name="connsiteX0" fmla="*/ 227743 w 230916"/>
                <a:gd name="connsiteY0" fmla="*/ 134064 h 227269"/>
                <a:gd name="connsiteX1" fmla="*/ 192599 w 230916"/>
                <a:gd name="connsiteY1" fmla="*/ 113635 h 227269"/>
                <a:gd name="connsiteX2" fmla="*/ 227743 w 230916"/>
                <a:gd name="connsiteY2" fmla="*/ 93206 h 227269"/>
                <a:gd name="connsiteX3" fmla="*/ 230299 w 230916"/>
                <a:gd name="connsiteY3" fmla="*/ 84269 h 227269"/>
                <a:gd name="connsiteX4" fmla="*/ 198350 w 230916"/>
                <a:gd name="connsiteY4" fmla="*/ 29366 h 227269"/>
                <a:gd name="connsiteX5" fmla="*/ 194516 w 230916"/>
                <a:gd name="connsiteY5" fmla="*/ 26174 h 227269"/>
                <a:gd name="connsiteX6" fmla="*/ 189404 w 230916"/>
                <a:gd name="connsiteY6" fmla="*/ 26813 h 227269"/>
                <a:gd name="connsiteX7" fmla="*/ 153620 w 230916"/>
                <a:gd name="connsiteY7" fmla="*/ 47241 h 227269"/>
                <a:gd name="connsiteX8" fmla="*/ 153620 w 230916"/>
                <a:gd name="connsiteY8" fmla="*/ 6384 h 227269"/>
                <a:gd name="connsiteX9" fmla="*/ 147230 w 230916"/>
                <a:gd name="connsiteY9" fmla="*/ 0 h 227269"/>
                <a:gd name="connsiteX10" fmla="*/ 83970 w 230916"/>
                <a:gd name="connsiteY10" fmla="*/ 0 h 227269"/>
                <a:gd name="connsiteX11" fmla="*/ 77580 w 230916"/>
                <a:gd name="connsiteY11" fmla="*/ 6384 h 227269"/>
                <a:gd name="connsiteX12" fmla="*/ 77580 w 230916"/>
                <a:gd name="connsiteY12" fmla="*/ 47241 h 227269"/>
                <a:gd name="connsiteX13" fmla="*/ 41796 w 230916"/>
                <a:gd name="connsiteY13" fmla="*/ 26813 h 227269"/>
                <a:gd name="connsiteX14" fmla="*/ 36684 w 230916"/>
                <a:gd name="connsiteY14" fmla="*/ 26174 h 227269"/>
                <a:gd name="connsiteX15" fmla="*/ 32850 w 230916"/>
                <a:gd name="connsiteY15" fmla="*/ 29366 h 227269"/>
                <a:gd name="connsiteX16" fmla="*/ 900 w 230916"/>
                <a:gd name="connsiteY16" fmla="*/ 84269 h 227269"/>
                <a:gd name="connsiteX17" fmla="*/ 3457 w 230916"/>
                <a:gd name="connsiteY17" fmla="*/ 93206 h 227269"/>
                <a:gd name="connsiteX18" fmla="*/ 38601 w 230916"/>
                <a:gd name="connsiteY18" fmla="*/ 113635 h 227269"/>
                <a:gd name="connsiteX19" fmla="*/ 3457 w 230916"/>
                <a:gd name="connsiteY19" fmla="*/ 134064 h 227269"/>
                <a:gd name="connsiteX20" fmla="*/ 900 w 230916"/>
                <a:gd name="connsiteY20" fmla="*/ 143001 h 227269"/>
                <a:gd name="connsiteX21" fmla="*/ 900 w 230916"/>
                <a:gd name="connsiteY21" fmla="*/ 143001 h 227269"/>
                <a:gd name="connsiteX22" fmla="*/ 32850 w 230916"/>
                <a:gd name="connsiteY22" fmla="*/ 197903 h 227269"/>
                <a:gd name="connsiteX23" fmla="*/ 41796 w 230916"/>
                <a:gd name="connsiteY23" fmla="*/ 200457 h 227269"/>
                <a:gd name="connsiteX24" fmla="*/ 41796 w 230916"/>
                <a:gd name="connsiteY24" fmla="*/ 200457 h 227269"/>
                <a:gd name="connsiteX25" fmla="*/ 77580 w 230916"/>
                <a:gd name="connsiteY25" fmla="*/ 180028 h 227269"/>
                <a:gd name="connsiteX26" fmla="*/ 77580 w 230916"/>
                <a:gd name="connsiteY26" fmla="*/ 220886 h 227269"/>
                <a:gd name="connsiteX27" fmla="*/ 83970 w 230916"/>
                <a:gd name="connsiteY27" fmla="*/ 227270 h 227269"/>
                <a:gd name="connsiteX28" fmla="*/ 147230 w 230916"/>
                <a:gd name="connsiteY28" fmla="*/ 227270 h 227269"/>
                <a:gd name="connsiteX29" fmla="*/ 153620 w 230916"/>
                <a:gd name="connsiteY29" fmla="*/ 220886 h 227269"/>
                <a:gd name="connsiteX30" fmla="*/ 153620 w 230916"/>
                <a:gd name="connsiteY30" fmla="*/ 180028 h 227269"/>
                <a:gd name="connsiteX31" fmla="*/ 189404 w 230916"/>
                <a:gd name="connsiteY31" fmla="*/ 200457 h 227269"/>
                <a:gd name="connsiteX32" fmla="*/ 198350 w 230916"/>
                <a:gd name="connsiteY32" fmla="*/ 197903 h 227269"/>
                <a:gd name="connsiteX33" fmla="*/ 198350 w 230916"/>
                <a:gd name="connsiteY33" fmla="*/ 197903 h 227269"/>
                <a:gd name="connsiteX34" fmla="*/ 230299 w 230916"/>
                <a:gd name="connsiteY34" fmla="*/ 143001 h 227269"/>
                <a:gd name="connsiteX35" fmla="*/ 227743 w 230916"/>
                <a:gd name="connsiteY35" fmla="*/ 134064 h 227269"/>
                <a:gd name="connsiteX36" fmla="*/ 227743 w 230916"/>
                <a:gd name="connsiteY36" fmla="*/ 134064 h 227269"/>
                <a:gd name="connsiteX37" fmla="*/ 190682 w 230916"/>
                <a:gd name="connsiteY37" fmla="*/ 185774 h 227269"/>
                <a:gd name="connsiteX38" fmla="*/ 151064 w 230916"/>
                <a:gd name="connsiteY38" fmla="*/ 162792 h 227269"/>
                <a:gd name="connsiteX39" fmla="*/ 144674 w 230916"/>
                <a:gd name="connsiteY39" fmla="*/ 162792 h 227269"/>
                <a:gd name="connsiteX40" fmla="*/ 141479 w 230916"/>
                <a:gd name="connsiteY40" fmla="*/ 168537 h 227269"/>
                <a:gd name="connsiteX41" fmla="*/ 141479 w 230916"/>
                <a:gd name="connsiteY41" fmla="*/ 213863 h 227269"/>
                <a:gd name="connsiteX42" fmla="*/ 90998 w 230916"/>
                <a:gd name="connsiteY42" fmla="*/ 213863 h 227269"/>
                <a:gd name="connsiteX43" fmla="*/ 90998 w 230916"/>
                <a:gd name="connsiteY43" fmla="*/ 168537 h 227269"/>
                <a:gd name="connsiteX44" fmla="*/ 87803 w 230916"/>
                <a:gd name="connsiteY44" fmla="*/ 162792 h 227269"/>
                <a:gd name="connsiteX45" fmla="*/ 81413 w 230916"/>
                <a:gd name="connsiteY45" fmla="*/ 162792 h 227269"/>
                <a:gd name="connsiteX46" fmla="*/ 41796 w 230916"/>
                <a:gd name="connsiteY46" fmla="*/ 185774 h 227269"/>
                <a:gd name="connsiteX47" fmla="*/ 16236 w 230916"/>
                <a:gd name="connsiteY47" fmla="*/ 142363 h 227269"/>
                <a:gd name="connsiteX48" fmla="*/ 55854 w 230916"/>
                <a:gd name="connsiteY48" fmla="*/ 119381 h 227269"/>
                <a:gd name="connsiteX49" fmla="*/ 58410 w 230916"/>
                <a:gd name="connsiteY49" fmla="*/ 110443 h 227269"/>
                <a:gd name="connsiteX50" fmla="*/ 55854 w 230916"/>
                <a:gd name="connsiteY50" fmla="*/ 107889 h 227269"/>
                <a:gd name="connsiteX51" fmla="*/ 16236 w 230916"/>
                <a:gd name="connsiteY51" fmla="*/ 84907 h 227269"/>
                <a:gd name="connsiteX52" fmla="*/ 41796 w 230916"/>
                <a:gd name="connsiteY52" fmla="*/ 41496 h 227269"/>
                <a:gd name="connsiteX53" fmla="*/ 81413 w 230916"/>
                <a:gd name="connsiteY53" fmla="*/ 64478 h 227269"/>
                <a:gd name="connsiteX54" fmla="*/ 87803 w 230916"/>
                <a:gd name="connsiteY54" fmla="*/ 64478 h 227269"/>
                <a:gd name="connsiteX55" fmla="*/ 90998 w 230916"/>
                <a:gd name="connsiteY55" fmla="*/ 58733 h 227269"/>
                <a:gd name="connsiteX56" fmla="*/ 90998 w 230916"/>
                <a:gd name="connsiteY56" fmla="*/ 13406 h 227269"/>
                <a:gd name="connsiteX57" fmla="*/ 141479 w 230916"/>
                <a:gd name="connsiteY57" fmla="*/ 13406 h 227269"/>
                <a:gd name="connsiteX58" fmla="*/ 141479 w 230916"/>
                <a:gd name="connsiteY58" fmla="*/ 58733 h 227269"/>
                <a:gd name="connsiteX59" fmla="*/ 144674 w 230916"/>
                <a:gd name="connsiteY59" fmla="*/ 64478 h 227269"/>
                <a:gd name="connsiteX60" fmla="*/ 151064 w 230916"/>
                <a:gd name="connsiteY60" fmla="*/ 64478 h 227269"/>
                <a:gd name="connsiteX61" fmla="*/ 190682 w 230916"/>
                <a:gd name="connsiteY61" fmla="*/ 41496 h 227269"/>
                <a:gd name="connsiteX62" fmla="*/ 216242 w 230916"/>
                <a:gd name="connsiteY62" fmla="*/ 84907 h 227269"/>
                <a:gd name="connsiteX63" fmla="*/ 176624 w 230916"/>
                <a:gd name="connsiteY63" fmla="*/ 107889 h 227269"/>
                <a:gd name="connsiteX64" fmla="*/ 174068 w 230916"/>
                <a:gd name="connsiteY64" fmla="*/ 116827 h 227269"/>
                <a:gd name="connsiteX65" fmla="*/ 176624 w 230916"/>
                <a:gd name="connsiteY65" fmla="*/ 119381 h 227269"/>
                <a:gd name="connsiteX66" fmla="*/ 216242 w 230916"/>
                <a:gd name="connsiteY66" fmla="*/ 142363 h 227269"/>
                <a:gd name="connsiteX67" fmla="*/ 190682 w 230916"/>
                <a:gd name="connsiteY67" fmla="*/ 185774 h 22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30916" h="227269">
                  <a:moveTo>
                    <a:pt x="227743" y="134064"/>
                  </a:moveTo>
                  <a:lnTo>
                    <a:pt x="192599" y="113635"/>
                  </a:lnTo>
                  <a:lnTo>
                    <a:pt x="227743" y="93206"/>
                  </a:lnTo>
                  <a:cubicBezTo>
                    <a:pt x="230938" y="91291"/>
                    <a:pt x="231577" y="87461"/>
                    <a:pt x="230299" y="84269"/>
                  </a:cubicBezTo>
                  <a:lnTo>
                    <a:pt x="198350" y="29366"/>
                  </a:lnTo>
                  <a:cubicBezTo>
                    <a:pt x="197711" y="28089"/>
                    <a:pt x="195794" y="26813"/>
                    <a:pt x="194516" y="26174"/>
                  </a:cubicBezTo>
                  <a:cubicBezTo>
                    <a:pt x="192599" y="25536"/>
                    <a:pt x="191321" y="26174"/>
                    <a:pt x="189404" y="26813"/>
                  </a:cubicBezTo>
                  <a:lnTo>
                    <a:pt x="153620" y="47241"/>
                  </a:lnTo>
                  <a:lnTo>
                    <a:pt x="153620" y="6384"/>
                  </a:lnTo>
                  <a:cubicBezTo>
                    <a:pt x="153620" y="2553"/>
                    <a:pt x="151064" y="0"/>
                    <a:pt x="147230" y="0"/>
                  </a:cubicBezTo>
                  <a:lnTo>
                    <a:pt x="83970" y="0"/>
                  </a:lnTo>
                  <a:cubicBezTo>
                    <a:pt x="80136" y="0"/>
                    <a:pt x="77580" y="2553"/>
                    <a:pt x="77580" y="6384"/>
                  </a:cubicBezTo>
                  <a:lnTo>
                    <a:pt x="77580" y="47241"/>
                  </a:lnTo>
                  <a:lnTo>
                    <a:pt x="41796" y="26813"/>
                  </a:lnTo>
                  <a:cubicBezTo>
                    <a:pt x="40519" y="26174"/>
                    <a:pt x="38601" y="25536"/>
                    <a:pt x="36684" y="26174"/>
                  </a:cubicBezTo>
                  <a:cubicBezTo>
                    <a:pt x="34767" y="26813"/>
                    <a:pt x="33489" y="27451"/>
                    <a:pt x="32850" y="29366"/>
                  </a:cubicBezTo>
                  <a:lnTo>
                    <a:pt x="900" y="84269"/>
                  </a:lnTo>
                  <a:cubicBezTo>
                    <a:pt x="-1016" y="87461"/>
                    <a:pt x="262" y="91291"/>
                    <a:pt x="3457" y="93206"/>
                  </a:cubicBezTo>
                  <a:lnTo>
                    <a:pt x="38601" y="113635"/>
                  </a:lnTo>
                  <a:lnTo>
                    <a:pt x="3457" y="134064"/>
                  </a:lnTo>
                  <a:cubicBezTo>
                    <a:pt x="262" y="135979"/>
                    <a:pt x="-377" y="139809"/>
                    <a:pt x="900" y="143001"/>
                  </a:cubicBezTo>
                  <a:cubicBezTo>
                    <a:pt x="900" y="143001"/>
                    <a:pt x="900" y="143001"/>
                    <a:pt x="900" y="143001"/>
                  </a:cubicBezTo>
                  <a:lnTo>
                    <a:pt x="32850" y="197903"/>
                  </a:lnTo>
                  <a:cubicBezTo>
                    <a:pt x="34767" y="201095"/>
                    <a:pt x="38601" y="201734"/>
                    <a:pt x="41796" y="200457"/>
                  </a:cubicBezTo>
                  <a:cubicBezTo>
                    <a:pt x="41796" y="200457"/>
                    <a:pt x="41796" y="200457"/>
                    <a:pt x="41796" y="200457"/>
                  </a:cubicBezTo>
                  <a:lnTo>
                    <a:pt x="77580" y="180028"/>
                  </a:lnTo>
                  <a:lnTo>
                    <a:pt x="77580" y="220886"/>
                  </a:lnTo>
                  <a:cubicBezTo>
                    <a:pt x="77580" y="224716"/>
                    <a:pt x="80136" y="227270"/>
                    <a:pt x="83970" y="227270"/>
                  </a:cubicBezTo>
                  <a:lnTo>
                    <a:pt x="147230" y="227270"/>
                  </a:lnTo>
                  <a:cubicBezTo>
                    <a:pt x="151064" y="227270"/>
                    <a:pt x="153620" y="224716"/>
                    <a:pt x="153620" y="220886"/>
                  </a:cubicBezTo>
                  <a:lnTo>
                    <a:pt x="153620" y="180028"/>
                  </a:lnTo>
                  <a:lnTo>
                    <a:pt x="189404" y="200457"/>
                  </a:lnTo>
                  <a:cubicBezTo>
                    <a:pt x="192599" y="202372"/>
                    <a:pt x="196432" y="201095"/>
                    <a:pt x="198350" y="197903"/>
                  </a:cubicBezTo>
                  <a:cubicBezTo>
                    <a:pt x="198350" y="197903"/>
                    <a:pt x="198350" y="197903"/>
                    <a:pt x="198350" y="197903"/>
                  </a:cubicBezTo>
                  <a:lnTo>
                    <a:pt x="230299" y="143001"/>
                  </a:lnTo>
                  <a:cubicBezTo>
                    <a:pt x="231577" y="139809"/>
                    <a:pt x="230938" y="135979"/>
                    <a:pt x="227743" y="134064"/>
                  </a:cubicBezTo>
                  <a:cubicBezTo>
                    <a:pt x="227743" y="134064"/>
                    <a:pt x="227743" y="134064"/>
                    <a:pt x="227743" y="134064"/>
                  </a:cubicBezTo>
                  <a:close/>
                  <a:moveTo>
                    <a:pt x="190682" y="185774"/>
                  </a:moveTo>
                  <a:lnTo>
                    <a:pt x="151064" y="162792"/>
                  </a:lnTo>
                  <a:cubicBezTo>
                    <a:pt x="149147" y="161515"/>
                    <a:pt x="146591" y="161515"/>
                    <a:pt x="144674" y="162792"/>
                  </a:cubicBezTo>
                  <a:cubicBezTo>
                    <a:pt x="142758" y="164068"/>
                    <a:pt x="141479" y="165984"/>
                    <a:pt x="141479" y="168537"/>
                  </a:cubicBezTo>
                  <a:lnTo>
                    <a:pt x="141479" y="213863"/>
                  </a:lnTo>
                  <a:lnTo>
                    <a:pt x="90998" y="213863"/>
                  </a:lnTo>
                  <a:lnTo>
                    <a:pt x="90998" y="168537"/>
                  </a:lnTo>
                  <a:cubicBezTo>
                    <a:pt x="90998" y="165984"/>
                    <a:pt x="89721" y="164068"/>
                    <a:pt x="87803" y="162792"/>
                  </a:cubicBezTo>
                  <a:cubicBezTo>
                    <a:pt x="85887" y="161515"/>
                    <a:pt x="83331" y="161515"/>
                    <a:pt x="81413" y="162792"/>
                  </a:cubicBezTo>
                  <a:lnTo>
                    <a:pt x="41796" y="185774"/>
                  </a:lnTo>
                  <a:lnTo>
                    <a:pt x="16236" y="142363"/>
                  </a:lnTo>
                  <a:lnTo>
                    <a:pt x="55854" y="119381"/>
                  </a:lnTo>
                  <a:cubicBezTo>
                    <a:pt x="59049" y="117465"/>
                    <a:pt x="59688" y="113635"/>
                    <a:pt x="58410" y="110443"/>
                  </a:cubicBezTo>
                  <a:cubicBezTo>
                    <a:pt x="57771" y="109166"/>
                    <a:pt x="57132" y="108528"/>
                    <a:pt x="55854" y="107889"/>
                  </a:cubicBezTo>
                  <a:lnTo>
                    <a:pt x="16236" y="84907"/>
                  </a:lnTo>
                  <a:lnTo>
                    <a:pt x="41796" y="41496"/>
                  </a:lnTo>
                  <a:lnTo>
                    <a:pt x="81413" y="64478"/>
                  </a:lnTo>
                  <a:cubicBezTo>
                    <a:pt x="83331" y="65755"/>
                    <a:pt x="85887" y="65755"/>
                    <a:pt x="87803" y="64478"/>
                  </a:cubicBezTo>
                  <a:cubicBezTo>
                    <a:pt x="89721" y="63201"/>
                    <a:pt x="90998" y="61286"/>
                    <a:pt x="90998" y="58733"/>
                  </a:cubicBezTo>
                  <a:lnTo>
                    <a:pt x="90998" y="13406"/>
                  </a:lnTo>
                  <a:lnTo>
                    <a:pt x="141479" y="13406"/>
                  </a:lnTo>
                  <a:lnTo>
                    <a:pt x="141479" y="58733"/>
                  </a:lnTo>
                  <a:cubicBezTo>
                    <a:pt x="141479" y="61286"/>
                    <a:pt x="142758" y="63201"/>
                    <a:pt x="144674" y="64478"/>
                  </a:cubicBezTo>
                  <a:cubicBezTo>
                    <a:pt x="146591" y="65755"/>
                    <a:pt x="149147" y="65755"/>
                    <a:pt x="151064" y="64478"/>
                  </a:cubicBezTo>
                  <a:lnTo>
                    <a:pt x="190682" y="41496"/>
                  </a:lnTo>
                  <a:lnTo>
                    <a:pt x="216242" y="84907"/>
                  </a:lnTo>
                  <a:lnTo>
                    <a:pt x="176624" y="107889"/>
                  </a:lnTo>
                  <a:cubicBezTo>
                    <a:pt x="173429" y="109805"/>
                    <a:pt x="172790" y="113635"/>
                    <a:pt x="174068" y="116827"/>
                  </a:cubicBezTo>
                  <a:cubicBezTo>
                    <a:pt x="174707" y="118104"/>
                    <a:pt x="175346" y="118742"/>
                    <a:pt x="176624" y="119381"/>
                  </a:cubicBezTo>
                  <a:lnTo>
                    <a:pt x="216242" y="142363"/>
                  </a:lnTo>
                  <a:lnTo>
                    <a:pt x="190682" y="185774"/>
                  </a:lnTo>
                  <a:close/>
                </a:path>
              </a:pathLst>
            </a:custGeom>
            <a:solidFill>
              <a:srgbClr val="007680"/>
            </a:solidFill>
            <a:ln w="6390" cap="flat">
              <a:noFill/>
              <a:prstDash val="solid"/>
              <a:miter/>
            </a:ln>
          </p:spPr>
          <p:txBody>
            <a:bodyPr rtlCol="0" anchor="ctr"/>
            <a:lstStyle/>
            <a:p>
              <a:endParaRPr lang="en-US"/>
            </a:p>
          </p:txBody>
        </p:sp>
      </p:grpSp>
      <p:grpSp>
        <p:nvGrpSpPr>
          <p:cNvPr id="754" name="Graphic 5">
            <a:extLst>
              <a:ext uri="{FF2B5EF4-FFF2-40B4-BE49-F238E27FC236}">
                <a16:creationId xmlns:a16="http://schemas.microsoft.com/office/drawing/2014/main" id="{E13B1CEA-81A2-6F44-9455-D52CC94E2C0B}"/>
              </a:ext>
            </a:extLst>
          </p:cNvPr>
          <p:cNvGrpSpPr/>
          <p:nvPr/>
        </p:nvGrpSpPr>
        <p:grpSpPr>
          <a:xfrm>
            <a:off x="2561086" y="4793894"/>
            <a:ext cx="362309" cy="361971"/>
            <a:chOff x="2561086" y="4793894"/>
            <a:chExt cx="362309" cy="361971"/>
          </a:xfrm>
          <a:solidFill>
            <a:srgbClr val="007680"/>
          </a:solidFill>
        </p:grpSpPr>
        <p:sp>
          <p:nvSpPr>
            <p:cNvPr id="755" name="Graphic 5">
              <a:extLst>
                <a:ext uri="{FF2B5EF4-FFF2-40B4-BE49-F238E27FC236}">
                  <a16:creationId xmlns:a16="http://schemas.microsoft.com/office/drawing/2014/main" id="{BA008CDE-E5A8-884A-B322-75B8C76949CD}"/>
                </a:ext>
              </a:extLst>
            </p:cNvPr>
            <p:cNvSpPr/>
            <p:nvPr/>
          </p:nvSpPr>
          <p:spPr>
            <a:xfrm>
              <a:off x="2561086" y="4793894"/>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181474 w 362309"/>
                <a:gd name="connsiteY7" fmla="*/ 349204 h 361971"/>
                <a:gd name="connsiteX8" fmla="*/ 12780 w 362309"/>
                <a:gd name="connsiteY8" fmla="*/ 181305 h 361971"/>
                <a:gd name="connsiteX9" fmla="*/ 180835 w 362309"/>
                <a:gd name="connsiteY9" fmla="*/ 12768 h 361971"/>
                <a:gd name="connsiteX10" fmla="*/ 349530 w 362309"/>
                <a:gd name="connsiteY10" fmla="*/ 180667 h 361971"/>
                <a:gd name="connsiteX11" fmla="*/ 349530 w 362309"/>
                <a:gd name="connsiteY11" fmla="*/ 180667 h 361971"/>
                <a:gd name="connsiteX12" fmla="*/ 181474 w 362309"/>
                <a:gd name="connsiteY12" fmla="*/ 349204 h 361971"/>
                <a:gd name="connsiteX13" fmla="*/ 181474 w 362309"/>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lnTo>
                    <a:pt x="181474" y="0"/>
                  </a:lnTo>
                  <a:close/>
                  <a:moveTo>
                    <a:pt x="181474" y="349204"/>
                  </a:moveTo>
                  <a:cubicBezTo>
                    <a:pt x="88181" y="349204"/>
                    <a:pt x="12780" y="273873"/>
                    <a:pt x="12780" y="181305"/>
                  </a:cubicBezTo>
                  <a:cubicBezTo>
                    <a:pt x="12780" y="88099"/>
                    <a:pt x="88181" y="12768"/>
                    <a:pt x="180835" y="12768"/>
                  </a:cubicBezTo>
                  <a:cubicBezTo>
                    <a:pt x="274128" y="12768"/>
                    <a:pt x="349530" y="88099"/>
                    <a:pt x="349530" y="180667"/>
                  </a:cubicBezTo>
                  <a:cubicBezTo>
                    <a:pt x="349530" y="180667"/>
                    <a:pt x="349530" y="180667"/>
                    <a:pt x="349530" y="180667"/>
                  </a:cubicBezTo>
                  <a:cubicBezTo>
                    <a:pt x="349530"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756" name="Graphic 5">
              <a:extLst>
                <a:ext uri="{FF2B5EF4-FFF2-40B4-BE49-F238E27FC236}">
                  <a16:creationId xmlns:a16="http://schemas.microsoft.com/office/drawing/2014/main" id="{5971CC39-862E-704E-B1C4-88CBB46F7020}"/>
                </a:ext>
              </a:extLst>
            </p:cNvPr>
            <p:cNvSpPr/>
            <p:nvPr/>
          </p:nvSpPr>
          <p:spPr>
            <a:xfrm>
              <a:off x="2655018" y="4857096"/>
              <a:ext cx="172626" cy="234930"/>
            </a:xfrm>
            <a:custGeom>
              <a:avLst/>
              <a:gdLst>
                <a:gd name="connsiteX0" fmla="*/ 166777 w 172626"/>
                <a:gd name="connsiteY0" fmla="*/ 126403 h 234930"/>
                <a:gd name="connsiteX1" fmla="*/ 69650 w 172626"/>
                <a:gd name="connsiteY1" fmla="*/ 126403 h 234930"/>
                <a:gd name="connsiteX2" fmla="*/ 69650 w 172626"/>
                <a:gd name="connsiteY2" fmla="*/ 44049 h 234930"/>
                <a:gd name="connsiteX3" fmla="*/ 70289 w 172626"/>
                <a:gd name="connsiteY3" fmla="*/ 44049 h 234930"/>
                <a:gd name="connsiteX4" fmla="*/ 76679 w 172626"/>
                <a:gd name="connsiteY4" fmla="*/ 37665 h 234930"/>
                <a:gd name="connsiteX5" fmla="*/ 76679 w 172626"/>
                <a:gd name="connsiteY5" fmla="*/ 6384 h 234930"/>
                <a:gd name="connsiteX6" fmla="*/ 70289 w 172626"/>
                <a:gd name="connsiteY6" fmla="*/ 0 h 234930"/>
                <a:gd name="connsiteX7" fmla="*/ 6390 w 172626"/>
                <a:gd name="connsiteY7" fmla="*/ 0 h 234930"/>
                <a:gd name="connsiteX8" fmla="*/ 0 w 172626"/>
                <a:gd name="connsiteY8" fmla="*/ 6384 h 234930"/>
                <a:gd name="connsiteX9" fmla="*/ 0 w 172626"/>
                <a:gd name="connsiteY9" fmla="*/ 37665 h 234930"/>
                <a:gd name="connsiteX10" fmla="*/ 6390 w 172626"/>
                <a:gd name="connsiteY10" fmla="*/ 44049 h 234930"/>
                <a:gd name="connsiteX11" fmla="*/ 7029 w 172626"/>
                <a:gd name="connsiteY11" fmla="*/ 44049 h 234930"/>
                <a:gd name="connsiteX12" fmla="*/ 7029 w 172626"/>
                <a:gd name="connsiteY12" fmla="*/ 228546 h 234930"/>
                <a:gd name="connsiteX13" fmla="*/ 13419 w 172626"/>
                <a:gd name="connsiteY13" fmla="*/ 234930 h 234930"/>
                <a:gd name="connsiteX14" fmla="*/ 101600 w 172626"/>
                <a:gd name="connsiteY14" fmla="*/ 234930 h 234930"/>
                <a:gd name="connsiteX15" fmla="*/ 107990 w 172626"/>
                <a:gd name="connsiteY15" fmla="*/ 228546 h 234930"/>
                <a:gd name="connsiteX16" fmla="*/ 130355 w 172626"/>
                <a:gd name="connsiteY16" fmla="*/ 203649 h 234930"/>
                <a:gd name="connsiteX17" fmla="*/ 172528 w 172626"/>
                <a:gd name="connsiteY17" fmla="*/ 171091 h 234930"/>
                <a:gd name="connsiteX18" fmla="*/ 172528 w 172626"/>
                <a:gd name="connsiteY18" fmla="*/ 132787 h 234930"/>
                <a:gd name="connsiteX19" fmla="*/ 166777 w 172626"/>
                <a:gd name="connsiteY19" fmla="*/ 126403 h 234930"/>
                <a:gd name="connsiteX20" fmla="*/ 13419 w 172626"/>
                <a:gd name="connsiteY20" fmla="*/ 12768 h 234930"/>
                <a:gd name="connsiteX21" fmla="*/ 64538 w 172626"/>
                <a:gd name="connsiteY21" fmla="*/ 12768 h 234930"/>
                <a:gd name="connsiteX22" fmla="*/ 64538 w 172626"/>
                <a:gd name="connsiteY22" fmla="*/ 31281 h 234930"/>
                <a:gd name="connsiteX23" fmla="*/ 13419 w 172626"/>
                <a:gd name="connsiteY23" fmla="*/ 31281 h 234930"/>
                <a:gd name="connsiteX24" fmla="*/ 13419 w 172626"/>
                <a:gd name="connsiteY24" fmla="*/ 12768 h 234930"/>
                <a:gd name="connsiteX25" fmla="*/ 160387 w 172626"/>
                <a:gd name="connsiteY25" fmla="*/ 171091 h 234930"/>
                <a:gd name="connsiteX26" fmla="*/ 130994 w 172626"/>
                <a:gd name="connsiteY26" fmla="*/ 190881 h 234930"/>
                <a:gd name="connsiteX27" fmla="*/ 96488 w 172626"/>
                <a:gd name="connsiteY27" fmla="*/ 222163 h 234930"/>
                <a:gd name="connsiteX28" fmla="*/ 20448 w 172626"/>
                <a:gd name="connsiteY28" fmla="*/ 222163 h 234930"/>
                <a:gd name="connsiteX29" fmla="*/ 20448 w 172626"/>
                <a:gd name="connsiteY29" fmla="*/ 44049 h 234930"/>
                <a:gd name="connsiteX30" fmla="*/ 57509 w 172626"/>
                <a:gd name="connsiteY30" fmla="*/ 44049 h 234930"/>
                <a:gd name="connsiteX31" fmla="*/ 57509 w 172626"/>
                <a:gd name="connsiteY31" fmla="*/ 132787 h 234930"/>
                <a:gd name="connsiteX32" fmla="*/ 63899 w 172626"/>
                <a:gd name="connsiteY32" fmla="*/ 139171 h 234930"/>
                <a:gd name="connsiteX33" fmla="*/ 161027 w 172626"/>
                <a:gd name="connsiteY33" fmla="*/ 139171 h 234930"/>
                <a:gd name="connsiteX34" fmla="*/ 160387 w 172626"/>
                <a:gd name="connsiteY34" fmla="*/ 171091 h 234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72626" h="234930">
                  <a:moveTo>
                    <a:pt x="166777" y="126403"/>
                  </a:moveTo>
                  <a:lnTo>
                    <a:pt x="69650" y="126403"/>
                  </a:lnTo>
                  <a:lnTo>
                    <a:pt x="69650" y="44049"/>
                  </a:lnTo>
                  <a:lnTo>
                    <a:pt x="70289" y="44049"/>
                  </a:lnTo>
                  <a:cubicBezTo>
                    <a:pt x="74123" y="44049"/>
                    <a:pt x="76679" y="41496"/>
                    <a:pt x="76679" y="37665"/>
                  </a:cubicBezTo>
                  <a:lnTo>
                    <a:pt x="76679" y="6384"/>
                  </a:lnTo>
                  <a:cubicBezTo>
                    <a:pt x="76679" y="2553"/>
                    <a:pt x="74123" y="0"/>
                    <a:pt x="70289" y="0"/>
                  </a:cubicBezTo>
                  <a:lnTo>
                    <a:pt x="6390" y="0"/>
                  </a:lnTo>
                  <a:cubicBezTo>
                    <a:pt x="2556" y="0"/>
                    <a:pt x="0" y="2553"/>
                    <a:pt x="0" y="6384"/>
                  </a:cubicBezTo>
                  <a:lnTo>
                    <a:pt x="0" y="37665"/>
                  </a:lnTo>
                  <a:cubicBezTo>
                    <a:pt x="0" y="41496"/>
                    <a:pt x="2556" y="44049"/>
                    <a:pt x="6390" y="44049"/>
                  </a:cubicBezTo>
                  <a:lnTo>
                    <a:pt x="7029" y="44049"/>
                  </a:lnTo>
                  <a:lnTo>
                    <a:pt x="7029" y="228546"/>
                  </a:lnTo>
                  <a:cubicBezTo>
                    <a:pt x="7029" y="232377"/>
                    <a:pt x="9585" y="234930"/>
                    <a:pt x="13419" y="234930"/>
                  </a:cubicBezTo>
                  <a:lnTo>
                    <a:pt x="101600" y="234930"/>
                  </a:lnTo>
                  <a:cubicBezTo>
                    <a:pt x="105434" y="234930"/>
                    <a:pt x="107990" y="232377"/>
                    <a:pt x="107990" y="228546"/>
                  </a:cubicBezTo>
                  <a:cubicBezTo>
                    <a:pt x="107990" y="225993"/>
                    <a:pt x="109268" y="203649"/>
                    <a:pt x="130355" y="203649"/>
                  </a:cubicBezTo>
                  <a:cubicBezTo>
                    <a:pt x="158470" y="203649"/>
                    <a:pt x="172528" y="192796"/>
                    <a:pt x="172528" y="171091"/>
                  </a:cubicBezTo>
                  <a:lnTo>
                    <a:pt x="172528" y="132787"/>
                  </a:lnTo>
                  <a:cubicBezTo>
                    <a:pt x="173167" y="128957"/>
                    <a:pt x="170611" y="126403"/>
                    <a:pt x="166777" y="126403"/>
                  </a:cubicBezTo>
                  <a:close/>
                  <a:moveTo>
                    <a:pt x="13419" y="12768"/>
                  </a:moveTo>
                  <a:lnTo>
                    <a:pt x="64538" y="12768"/>
                  </a:lnTo>
                  <a:lnTo>
                    <a:pt x="64538" y="31281"/>
                  </a:lnTo>
                  <a:lnTo>
                    <a:pt x="13419" y="31281"/>
                  </a:lnTo>
                  <a:lnTo>
                    <a:pt x="13419" y="12768"/>
                  </a:lnTo>
                  <a:close/>
                  <a:moveTo>
                    <a:pt x="160387" y="171091"/>
                  </a:moveTo>
                  <a:cubicBezTo>
                    <a:pt x="160387" y="180667"/>
                    <a:pt x="157832" y="190881"/>
                    <a:pt x="130994" y="190881"/>
                  </a:cubicBezTo>
                  <a:cubicBezTo>
                    <a:pt x="107351" y="190881"/>
                    <a:pt x="98405" y="208756"/>
                    <a:pt x="96488" y="222163"/>
                  </a:cubicBezTo>
                  <a:lnTo>
                    <a:pt x="20448" y="222163"/>
                  </a:lnTo>
                  <a:lnTo>
                    <a:pt x="20448" y="44049"/>
                  </a:lnTo>
                  <a:lnTo>
                    <a:pt x="57509" y="44049"/>
                  </a:lnTo>
                  <a:lnTo>
                    <a:pt x="57509" y="132787"/>
                  </a:lnTo>
                  <a:cubicBezTo>
                    <a:pt x="57509" y="136617"/>
                    <a:pt x="60065" y="139171"/>
                    <a:pt x="63899" y="139171"/>
                  </a:cubicBezTo>
                  <a:lnTo>
                    <a:pt x="161027" y="139171"/>
                  </a:lnTo>
                  <a:lnTo>
                    <a:pt x="160387" y="171091"/>
                  </a:lnTo>
                  <a:close/>
                </a:path>
              </a:pathLst>
            </a:custGeom>
            <a:solidFill>
              <a:srgbClr val="007680"/>
            </a:solidFill>
            <a:ln w="6390" cap="flat">
              <a:noFill/>
              <a:prstDash val="solid"/>
              <a:miter/>
            </a:ln>
          </p:spPr>
          <p:txBody>
            <a:bodyPr rtlCol="0" anchor="ctr"/>
            <a:lstStyle/>
            <a:p>
              <a:endParaRPr lang="en-US"/>
            </a:p>
          </p:txBody>
        </p:sp>
        <p:sp>
          <p:nvSpPr>
            <p:cNvPr id="757" name="Graphic 5">
              <a:extLst>
                <a:ext uri="{FF2B5EF4-FFF2-40B4-BE49-F238E27FC236}">
                  <a16:creationId xmlns:a16="http://schemas.microsoft.com/office/drawing/2014/main" id="{2946AE02-8277-0848-B6BC-4AC84AACA416}"/>
                </a:ext>
              </a:extLst>
            </p:cNvPr>
            <p:cNvSpPr/>
            <p:nvPr/>
          </p:nvSpPr>
          <p:spPr>
            <a:xfrm>
              <a:off x="2744477" y="4952856"/>
              <a:ext cx="84986" cy="12767"/>
            </a:xfrm>
            <a:custGeom>
              <a:avLst/>
              <a:gdLst>
                <a:gd name="connsiteX0" fmla="*/ 78596 w 84986"/>
                <a:gd name="connsiteY0" fmla="*/ 0 h 12767"/>
                <a:gd name="connsiteX1" fmla="*/ 6390 w 84986"/>
                <a:gd name="connsiteY1" fmla="*/ 0 h 12767"/>
                <a:gd name="connsiteX2" fmla="*/ 0 w 84986"/>
                <a:gd name="connsiteY2" fmla="*/ 6384 h 12767"/>
                <a:gd name="connsiteX3" fmla="*/ 6390 w 84986"/>
                <a:gd name="connsiteY3" fmla="*/ 12768 h 12767"/>
                <a:gd name="connsiteX4" fmla="*/ 78596 w 84986"/>
                <a:gd name="connsiteY4" fmla="*/ 12768 h 12767"/>
                <a:gd name="connsiteX5" fmla="*/ 84986 w 84986"/>
                <a:gd name="connsiteY5" fmla="*/ 6384 h 12767"/>
                <a:gd name="connsiteX6" fmla="*/ 78596 w 84986"/>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986" h="12767">
                  <a:moveTo>
                    <a:pt x="78596" y="0"/>
                  </a:moveTo>
                  <a:lnTo>
                    <a:pt x="6390" y="0"/>
                  </a:lnTo>
                  <a:cubicBezTo>
                    <a:pt x="2556" y="0"/>
                    <a:pt x="0" y="2553"/>
                    <a:pt x="0" y="6384"/>
                  </a:cubicBezTo>
                  <a:cubicBezTo>
                    <a:pt x="0" y="10214"/>
                    <a:pt x="2556" y="12768"/>
                    <a:pt x="6390" y="12768"/>
                  </a:cubicBezTo>
                  <a:lnTo>
                    <a:pt x="78596" y="12768"/>
                  </a:lnTo>
                  <a:cubicBezTo>
                    <a:pt x="82430" y="12768"/>
                    <a:pt x="84986" y="10214"/>
                    <a:pt x="84986" y="6384"/>
                  </a:cubicBezTo>
                  <a:cubicBezTo>
                    <a:pt x="84986" y="2553"/>
                    <a:pt x="82430" y="0"/>
                    <a:pt x="78596" y="0"/>
                  </a:cubicBezTo>
                  <a:close/>
                </a:path>
              </a:pathLst>
            </a:custGeom>
            <a:solidFill>
              <a:srgbClr val="007680"/>
            </a:solidFill>
            <a:ln w="6390" cap="flat">
              <a:noFill/>
              <a:prstDash val="solid"/>
              <a:miter/>
            </a:ln>
          </p:spPr>
          <p:txBody>
            <a:bodyPr rtlCol="0" anchor="ctr"/>
            <a:lstStyle/>
            <a:p>
              <a:endParaRPr lang="en-US"/>
            </a:p>
          </p:txBody>
        </p:sp>
      </p:grpSp>
      <p:grpSp>
        <p:nvGrpSpPr>
          <p:cNvPr id="758" name="Graphic 5">
            <a:extLst>
              <a:ext uri="{FF2B5EF4-FFF2-40B4-BE49-F238E27FC236}">
                <a16:creationId xmlns:a16="http://schemas.microsoft.com/office/drawing/2014/main" id="{A73706A8-E1D8-F240-A66F-F055AE24B78D}"/>
              </a:ext>
            </a:extLst>
          </p:cNvPr>
          <p:cNvGrpSpPr/>
          <p:nvPr/>
        </p:nvGrpSpPr>
        <p:grpSpPr>
          <a:xfrm>
            <a:off x="3608397" y="4793894"/>
            <a:ext cx="362309" cy="361971"/>
            <a:chOff x="3608397" y="4793894"/>
            <a:chExt cx="362309" cy="361971"/>
          </a:xfrm>
          <a:solidFill>
            <a:srgbClr val="007680"/>
          </a:solidFill>
        </p:grpSpPr>
        <p:sp>
          <p:nvSpPr>
            <p:cNvPr id="759" name="Graphic 5">
              <a:extLst>
                <a:ext uri="{FF2B5EF4-FFF2-40B4-BE49-F238E27FC236}">
                  <a16:creationId xmlns:a16="http://schemas.microsoft.com/office/drawing/2014/main" id="{D2A83B6F-4646-4747-98F4-4B49F5160051}"/>
                </a:ext>
              </a:extLst>
            </p:cNvPr>
            <p:cNvSpPr/>
            <p:nvPr/>
          </p:nvSpPr>
          <p:spPr>
            <a:xfrm>
              <a:off x="3608397" y="4793894"/>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5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1077"/>
                    <a:pt x="281157"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lnTo>
                    <a:pt x="349530" y="180667"/>
                  </a:lnTo>
                  <a:cubicBezTo>
                    <a:pt x="349530"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760" name="Graphic 5">
              <a:extLst>
                <a:ext uri="{FF2B5EF4-FFF2-40B4-BE49-F238E27FC236}">
                  <a16:creationId xmlns:a16="http://schemas.microsoft.com/office/drawing/2014/main" id="{9B4A3FEF-BD22-E649-82C2-0A3A2E12BFED}"/>
                </a:ext>
              </a:extLst>
            </p:cNvPr>
            <p:cNvSpPr/>
            <p:nvPr/>
          </p:nvSpPr>
          <p:spPr>
            <a:xfrm>
              <a:off x="3776452" y="4895400"/>
              <a:ext cx="120130" cy="158322"/>
            </a:xfrm>
            <a:custGeom>
              <a:avLst/>
              <a:gdLst>
                <a:gd name="connsiteX0" fmla="*/ 113741 w 120130"/>
                <a:gd name="connsiteY0" fmla="*/ 0 h 158322"/>
                <a:gd name="connsiteX1" fmla="*/ 6390 w 120130"/>
                <a:gd name="connsiteY1" fmla="*/ 0 h 158322"/>
                <a:gd name="connsiteX2" fmla="*/ 0 w 120130"/>
                <a:gd name="connsiteY2" fmla="*/ 6384 h 158322"/>
                <a:gd name="connsiteX3" fmla="*/ 0 w 120130"/>
                <a:gd name="connsiteY3" fmla="*/ 64478 h 158322"/>
                <a:gd name="connsiteX4" fmla="*/ 6390 w 120130"/>
                <a:gd name="connsiteY4" fmla="*/ 70862 h 158322"/>
                <a:gd name="connsiteX5" fmla="*/ 12780 w 120130"/>
                <a:gd name="connsiteY5" fmla="*/ 64478 h 158322"/>
                <a:gd name="connsiteX6" fmla="*/ 12780 w 120130"/>
                <a:gd name="connsiteY6" fmla="*/ 12768 h 158322"/>
                <a:gd name="connsiteX7" fmla="*/ 107351 w 120130"/>
                <a:gd name="connsiteY7" fmla="*/ 12768 h 158322"/>
                <a:gd name="connsiteX8" fmla="*/ 107351 w 120130"/>
                <a:gd name="connsiteY8" fmla="*/ 145555 h 158322"/>
                <a:gd name="connsiteX9" fmla="*/ 12780 w 120130"/>
                <a:gd name="connsiteY9" fmla="*/ 145555 h 158322"/>
                <a:gd name="connsiteX10" fmla="*/ 12780 w 120130"/>
                <a:gd name="connsiteY10" fmla="*/ 137256 h 158322"/>
                <a:gd name="connsiteX11" fmla="*/ 6390 w 120130"/>
                <a:gd name="connsiteY11" fmla="*/ 130872 h 158322"/>
                <a:gd name="connsiteX12" fmla="*/ 0 w 120130"/>
                <a:gd name="connsiteY12" fmla="*/ 137256 h 158322"/>
                <a:gd name="connsiteX13" fmla="*/ 0 w 120130"/>
                <a:gd name="connsiteY13" fmla="*/ 151939 h 158322"/>
                <a:gd name="connsiteX14" fmla="*/ 6390 w 120130"/>
                <a:gd name="connsiteY14" fmla="*/ 158323 h 158322"/>
                <a:gd name="connsiteX15" fmla="*/ 113741 w 120130"/>
                <a:gd name="connsiteY15" fmla="*/ 158323 h 158322"/>
                <a:gd name="connsiteX16" fmla="*/ 120131 w 120130"/>
                <a:gd name="connsiteY16" fmla="*/ 151939 h 158322"/>
                <a:gd name="connsiteX17" fmla="*/ 120131 w 120130"/>
                <a:gd name="connsiteY17" fmla="*/ 6384 h 158322"/>
                <a:gd name="connsiteX18" fmla="*/ 113741 w 120130"/>
                <a:gd name="connsiteY18" fmla="*/ 0 h 158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0130" h="158322">
                  <a:moveTo>
                    <a:pt x="113741" y="0"/>
                  </a:moveTo>
                  <a:lnTo>
                    <a:pt x="6390" y="0"/>
                  </a:lnTo>
                  <a:cubicBezTo>
                    <a:pt x="2556" y="0"/>
                    <a:pt x="0" y="2553"/>
                    <a:pt x="0" y="6384"/>
                  </a:cubicBezTo>
                  <a:lnTo>
                    <a:pt x="0" y="64478"/>
                  </a:lnTo>
                  <a:cubicBezTo>
                    <a:pt x="0" y="68309"/>
                    <a:pt x="2556" y="70862"/>
                    <a:pt x="6390" y="70862"/>
                  </a:cubicBezTo>
                  <a:cubicBezTo>
                    <a:pt x="10224" y="70862"/>
                    <a:pt x="12780" y="68309"/>
                    <a:pt x="12780" y="64478"/>
                  </a:cubicBezTo>
                  <a:lnTo>
                    <a:pt x="12780" y="12768"/>
                  </a:lnTo>
                  <a:lnTo>
                    <a:pt x="107351" y="12768"/>
                  </a:lnTo>
                  <a:lnTo>
                    <a:pt x="107351" y="145555"/>
                  </a:lnTo>
                  <a:lnTo>
                    <a:pt x="12780" y="145555"/>
                  </a:lnTo>
                  <a:lnTo>
                    <a:pt x="12780" y="137256"/>
                  </a:lnTo>
                  <a:cubicBezTo>
                    <a:pt x="12780" y="133425"/>
                    <a:pt x="10224" y="130872"/>
                    <a:pt x="6390" y="130872"/>
                  </a:cubicBezTo>
                  <a:cubicBezTo>
                    <a:pt x="2556" y="130872"/>
                    <a:pt x="0" y="133425"/>
                    <a:pt x="0" y="137256"/>
                  </a:cubicBezTo>
                  <a:lnTo>
                    <a:pt x="0" y="151939"/>
                  </a:lnTo>
                  <a:cubicBezTo>
                    <a:pt x="0" y="155769"/>
                    <a:pt x="2556" y="158323"/>
                    <a:pt x="6390" y="158323"/>
                  </a:cubicBezTo>
                  <a:lnTo>
                    <a:pt x="113741" y="158323"/>
                  </a:lnTo>
                  <a:cubicBezTo>
                    <a:pt x="117575" y="158323"/>
                    <a:pt x="120131" y="155769"/>
                    <a:pt x="120131" y="151939"/>
                  </a:cubicBezTo>
                  <a:lnTo>
                    <a:pt x="120131" y="6384"/>
                  </a:lnTo>
                  <a:cubicBezTo>
                    <a:pt x="120131" y="3192"/>
                    <a:pt x="117575" y="638"/>
                    <a:pt x="113741" y="0"/>
                  </a:cubicBezTo>
                  <a:close/>
                </a:path>
              </a:pathLst>
            </a:custGeom>
            <a:solidFill>
              <a:srgbClr val="007680"/>
            </a:solidFill>
            <a:ln w="6390" cap="flat">
              <a:noFill/>
              <a:prstDash val="solid"/>
              <a:miter/>
            </a:ln>
          </p:spPr>
          <p:txBody>
            <a:bodyPr rtlCol="0" anchor="ctr"/>
            <a:lstStyle/>
            <a:p>
              <a:endParaRPr lang="en-US"/>
            </a:p>
          </p:txBody>
        </p:sp>
        <p:sp>
          <p:nvSpPr>
            <p:cNvPr id="761" name="Graphic 5">
              <a:extLst>
                <a:ext uri="{FF2B5EF4-FFF2-40B4-BE49-F238E27FC236}">
                  <a16:creationId xmlns:a16="http://schemas.microsoft.com/office/drawing/2014/main" id="{A690412B-A3F4-6942-9737-18C75CFD3DB3}"/>
                </a:ext>
              </a:extLst>
            </p:cNvPr>
            <p:cNvSpPr/>
            <p:nvPr/>
          </p:nvSpPr>
          <p:spPr>
            <a:xfrm>
              <a:off x="3694661" y="4901784"/>
              <a:ext cx="51119" cy="51071"/>
            </a:xfrm>
            <a:custGeom>
              <a:avLst/>
              <a:gdLst>
                <a:gd name="connsiteX0" fmla="*/ 25560 w 51119"/>
                <a:gd name="connsiteY0" fmla="*/ 51072 h 51071"/>
                <a:gd name="connsiteX1" fmla="*/ 51119 w 51119"/>
                <a:gd name="connsiteY1" fmla="*/ 25536 h 51071"/>
                <a:gd name="connsiteX2" fmla="*/ 25560 w 51119"/>
                <a:gd name="connsiteY2" fmla="*/ 0 h 51071"/>
                <a:gd name="connsiteX3" fmla="*/ 0 w 51119"/>
                <a:gd name="connsiteY3" fmla="*/ 25536 h 51071"/>
                <a:gd name="connsiteX4" fmla="*/ 25560 w 51119"/>
                <a:gd name="connsiteY4" fmla="*/ 51072 h 51071"/>
                <a:gd name="connsiteX5" fmla="*/ 25560 w 51119"/>
                <a:gd name="connsiteY5" fmla="*/ 12768 h 51071"/>
                <a:gd name="connsiteX6" fmla="*/ 38340 w 51119"/>
                <a:gd name="connsiteY6" fmla="*/ 25536 h 51071"/>
                <a:gd name="connsiteX7" fmla="*/ 25560 w 51119"/>
                <a:gd name="connsiteY7" fmla="*/ 38304 h 51071"/>
                <a:gd name="connsiteX8" fmla="*/ 12780 w 51119"/>
                <a:gd name="connsiteY8" fmla="*/ 25536 h 51071"/>
                <a:gd name="connsiteX9" fmla="*/ 25560 w 51119"/>
                <a:gd name="connsiteY9" fmla="*/ 12768 h 51071"/>
                <a:gd name="connsiteX10" fmla="*/ 25560 w 51119"/>
                <a:gd name="connsiteY10" fmla="*/ 12768 h 51071"/>
                <a:gd name="connsiteX11" fmla="*/ 25560 w 51119"/>
                <a:gd name="connsiteY11" fmla="*/ 12768 h 5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119" h="51071">
                  <a:moveTo>
                    <a:pt x="25560" y="51072"/>
                  </a:moveTo>
                  <a:cubicBezTo>
                    <a:pt x="39618" y="51072"/>
                    <a:pt x="51119" y="39581"/>
                    <a:pt x="51119" y="25536"/>
                  </a:cubicBezTo>
                  <a:cubicBezTo>
                    <a:pt x="51119" y="11491"/>
                    <a:pt x="39618" y="0"/>
                    <a:pt x="25560" y="0"/>
                  </a:cubicBezTo>
                  <a:cubicBezTo>
                    <a:pt x="11502" y="0"/>
                    <a:pt x="0" y="11491"/>
                    <a:pt x="0" y="25536"/>
                  </a:cubicBezTo>
                  <a:cubicBezTo>
                    <a:pt x="0" y="39581"/>
                    <a:pt x="11502" y="51072"/>
                    <a:pt x="25560" y="51072"/>
                  </a:cubicBezTo>
                  <a:close/>
                  <a:moveTo>
                    <a:pt x="25560" y="12768"/>
                  </a:moveTo>
                  <a:cubicBezTo>
                    <a:pt x="32589" y="12768"/>
                    <a:pt x="38340" y="18513"/>
                    <a:pt x="38340" y="25536"/>
                  </a:cubicBezTo>
                  <a:cubicBezTo>
                    <a:pt x="38340" y="32558"/>
                    <a:pt x="32589" y="38304"/>
                    <a:pt x="25560" y="38304"/>
                  </a:cubicBezTo>
                  <a:cubicBezTo>
                    <a:pt x="18531" y="38304"/>
                    <a:pt x="12780" y="32558"/>
                    <a:pt x="12780" y="25536"/>
                  </a:cubicBezTo>
                  <a:cubicBezTo>
                    <a:pt x="12780" y="18513"/>
                    <a:pt x="18531" y="12768"/>
                    <a:pt x="25560" y="12768"/>
                  </a:cubicBezTo>
                  <a:cubicBezTo>
                    <a:pt x="25560" y="12768"/>
                    <a:pt x="25560" y="12768"/>
                    <a:pt x="25560" y="12768"/>
                  </a:cubicBezTo>
                  <a:lnTo>
                    <a:pt x="25560" y="12768"/>
                  </a:lnTo>
                  <a:close/>
                </a:path>
              </a:pathLst>
            </a:custGeom>
            <a:solidFill>
              <a:srgbClr val="007680"/>
            </a:solidFill>
            <a:ln w="6390" cap="flat">
              <a:noFill/>
              <a:prstDash val="solid"/>
              <a:miter/>
            </a:ln>
          </p:spPr>
          <p:txBody>
            <a:bodyPr rtlCol="0" anchor="ctr"/>
            <a:lstStyle/>
            <a:p>
              <a:endParaRPr lang="en-US"/>
            </a:p>
          </p:txBody>
        </p:sp>
        <p:sp>
          <p:nvSpPr>
            <p:cNvPr id="762" name="Graphic 5">
              <a:extLst>
                <a:ext uri="{FF2B5EF4-FFF2-40B4-BE49-F238E27FC236}">
                  <a16:creationId xmlns:a16="http://schemas.microsoft.com/office/drawing/2014/main" id="{28B17B49-70B1-1C4B-AC51-06E2651BBD0B}"/>
                </a:ext>
              </a:extLst>
            </p:cNvPr>
            <p:cNvSpPr/>
            <p:nvPr/>
          </p:nvSpPr>
          <p:spPr>
            <a:xfrm>
              <a:off x="3683159" y="4967592"/>
              <a:ext cx="140666" cy="86130"/>
            </a:xfrm>
            <a:custGeom>
              <a:avLst/>
              <a:gdLst>
                <a:gd name="connsiteX0" fmla="*/ 102878 w 140666"/>
                <a:gd name="connsiteY0" fmla="*/ 47827 h 86130"/>
                <a:gd name="connsiteX1" fmla="*/ 106712 w 140666"/>
                <a:gd name="connsiteY1" fmla="*/ 49104 h 86130"/>
                <a:gd name="connsiteX2" fmla="*/ 111185 w 140666"/>
                <a:gd name="connsiteY2" fmla="*/ 47189 h 86130"/>
                <a:gd name="connsiteX3" fmla="*/ 139301 w 140666"/>
                <a:gd name="connsiteY3" fmla="*/ 17822 h 86130"/>
                <a:gd name="connsiteX4" fmla="*/ 138661 w 140666"/>
                <a:gd name="connsiteY4" fmla="*/ 8885 h 86130"/>
                <a:gd name="connsiteX5" fmla="*/ 130354 w 140666"/>
                <a:gd name="connsiteY5" fmla="*/ 8885 h 86130"/>
                <a:gd name="connsiteX6" fmla="*/ 106073 w 140666"/>
                <a:gd name="connsiteY6" fmla="*/ 34421 h 86130"/>
                <a:gd name="connsiteX7" fmla="*/ 74762 w 140666"/>
                <a:gd name="connsiteY7" fmla="*/ 10800 h 86130"/>
                <a:gd name="connsiteX8" fmla="*/ 74762 w 140666"/>
                <a:gd name="connsiteY8" fmla="*/ 10800 h 86130"/>
                <a:gd name="connsiteX9" fmla="*/ 74762 w 140666"/>
                <a:gd name="connsiteY9" fmla="*/ 10800 h 86130"/>
                <a:gd name="connsiteX10" fmla="*/ 3195 w 140666"/>
                <a:gd name="connsiteY10" fmla="*/ 8246 h 86130"/>
                <a:gd name="connsiteX11" fmla="*/ 0 w 140666"/>
                <a:gd name="connsiteY11" fmla="*/ 13992 h 86130"/>
                <a:gd name="connsiteX12" fmla="*/ 0 w 140666"/>
                <a:gd name="connsiteY12" fmla="*/ 79747 h 86130"/>
                <a:gd name="connsiteX13" fmla="*/ 6390 w 140666"/>
                <a:gd name="connsiteY13" fmla="*/ 86131 h 86130"/>
                <a:gd name="connsiteX14" fmla="*/ 12780 w 140666"/>
                <a:gd name="connsiteY14" fmla="*/ 79747 h 86130"/>
                <a:gd name="connsiteX15" fmla="*/ 12780 w 140666"/>
                <a:gd name="connsiteY15" fmla="*/ 17822 h 86130"/>
                <a:gd name="connsiteX16" fmla="*/ 65177 w 140666"/>
                <a:gd name="connsiteY16" fmla="*/ 19737 h 86130"/>
                <a:gd name="connsiteX17" fmla="*/ 65177 w 140666"/>
                <a:gd name="connsiteY17" fmla="*/ 79747 h 86130"/>
                <a:gd name="connsiteX18" fmla="*/ 71567 w 140666"/>
                <a:gd name="connsiteY18" fmla="*/ 86131 h 86130"/>
                <a:gd name="connsiteX19" fmla="*/ 77957 w 140666"/>
                <a:gd name="connsiteY19" fmla="*/ 79747 h 86130"/>
                <a:gd name="connsiteX20" fmla="*/ 77957 w 140666"/>
                <a:gd name="connsiteY20" fmla="*/ 28675 h 86130"/>
                <a:gd name="connsiteX21" fmla="*/ 102878 w 140666"/>
                <a:gd name="connsiteY21" fmla="*/ 47827 h 86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0666" h="86130">
                  <a:moveTo>
                    <a:pt x="102878" y="47827"/>
                  </a:moveTo>
                  <a:cubicBezTo>
                    <a:pt x="104156" y="48465"/>
                    <a:pt x="105434" y="49104"/>
                    <a:pt x="106712" y="49104"/>
                  </a:cubicBezTo>
                  <a:cubicBezTo>
                    <a:pt x="108629" y="49104"/>
                    <a:pt x="109907" y="48465"/>
                    <a:pt x="111185" y="47189"/>
                  </a:cubicBezTo>
                  <a:lnTo>
                    <a:pt x="139301" y="17822"/>
                  </a:lnTo>
                  <a:cubicBezTo>
                    <a:pt x="141217" y="15269"/>
                    <a:pt x="141217" y="10800"/>
                    <a:pt x="138661" y="8885"/>
                  </a:cubicBezTo>
                  <a:cubicBezTo>
                    <a:pt x="136106" y="6969"/>
                    <a:pt x="132911" y="6969"/>
                    <a:pt x="130354" y="8885"/>
                  </a:cubicBezTo>
                  <a:lnTo>
                    <a:pt x="106073" y="34421"/>
                  </a:lnTo>
                  <a:lnTo>
                    <a:pt x="74762" y="10800"/>
                  </a:lnTo>
                  <a:lnTo>
                    <a:pt x="74762" y="10800"/>
                  </a:lnTo>
                  <a:lnTo>
                    <a:pt x="74762" y="10800"/>
                  </a:lnTo>
                  <a:cubicBezTo>
                    <a:pt x="41535" y="-11544"/>
                    <a:pt x="5112" y="7608"/>
                    <a:pt x="3195" y="8246"/>
                  </a:cubicBezTo>
                  <a:cubicBezTo>
                    <a:pt x="1278" y="9523"/>
                    <a:pt x="0" y="11438"/>
                    <a:pt x="0" y="13992"/>
                  </a:cubicBezTo>
                  <a:lnTo>
                    <a:pt x="0" y="79747"/>
                  </a:lnTo>
                  <a:cubicBezTo>
                    <a:pt x="0" y="83577"/>
                    <a:pt x="2556" y="86131"/>
                    <a:pt x="6390" y="86131"/>
                  </a:cubicBezTo>
                  <a:cubicBezTo>
                    <a:pt x="10224" y="86131"/>
                    <a:pt x="12780" y="83577"/>
                    <a:pt x="12780" y="79747"/>
                  </a:cubicBezTo>
                  <a:lnTo>
                    <a:pt x="12780" y="17822"/>
                  </a:lnTo>
                  <a:cubicBezTo>
                    <a:pt x="29394" y="10161"/>
                    <a:pt x="48563" y="10800"/>
                    <a:pt x="65177" y="19737"/>
                  </a:cubicBezTo>
                  <a:lnTo>
                    <a:pt x="65177" y="79747"/>
                  </a:lnTo>
                  <a:cubicBezTo>
                    <a:pt x="65177" y="83577"/>
                    <a:pt x="67733" y="86131"/>
                    <a:pt x="71567" y="86131"/>
                  </a:cubicBezTo>
                  <a:cubicBezTo>
                    <a:pt x="75401" y="86131"/>
                    <a:pt x="77957" y="83577"/>
                    <a:pt x="77957" y="79747"/>
                  </a:cubicBezTo>
                  <a:lnTo>
                    <a:pt x="77957" y="28675"/>
                  </a:lnTo>
                  <a:lnTo>
                    <a:pt x="102878" y="47827"/>
                  </a:lnTo>
                  <a:close/>
                </a:path>
              </a:pathLst>
            </a:custGeom>
            <a:solidFill>
              <a:srgbClr val="007680"/>
            </a:solidFill>
            <a:ln w="6390" cap="flat">
              <a:noFill/>
              <a:prstDash val="solid"/>
              <a:miter/>
            </a:ln>
          </p:spPr>
          <p:txBody>
            <a:bodyPr rtlCol="0" anchor="ctr"/>
            <a:lstStyle/>
            <a:p>
              <a:endParaRPr lang="en-US"/>
            </a:p>
          </p:txBody>
        </p:sp>
      </p:grpSp>
      <p:sp>
        <p:nvSpPr>
          <p:cNvPr id="763" name="Graphic 5">
            <a:extLst>
              <a:ext uri="{FF2B5EF4-FFF2-40B4-BE49-F238E27FC236}">
                <a16:creationId xmlns:a16="http://schemas.microsoft.com/office/drawing/2014/main" id="{B50AABC4-DBD3-944C-90BC-A3C719B57637}"/>
              </a:ext>
            </a:extLst>
          </p:cNvPr>
          <p:cNvSpPr/>
          <p:nvPr/>
        </p:nvSpPr>
        <p:spPr>
          <a:xfrm>
            <a:off x="4046747" y="9188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1305 h 361971"/>
              <a:gd name="connsiteX4" fmla="*/ 180835 w 362309"/>
              <a:gd name="connsiteY4" fmla="*/ 0 h 361971"/>
              <a:gd name="connsiteX5" fmla="*/ 180835 w 362309"/>
              <a:gd name="connsiteY5" fmla="*/ 0 h 361971"/>
              <a:gd name="connsiteX6" fmla="*/ 288186 w 362309"/>
              <a:gd name="connsiteY6" fmla="*/ 199180 h 361971"/>
              <a:gd name="connsiteX7" fmla="*/ 229399 w 362309"/>
              <a:gd name="connsiteY7" fmla="*/ 257913 h 361971"/>
              <a:gd name="connsiteX8" fmla="*/ 224926 w 362309"/>
              <a:gd name="connsiteY8" fmla="*/ 259828 h 361971"/>
              <a:gd name="connsiteX9" fmla="*/ 218536 w 362309"/>
              <a:gd name="connsiteY9" fmla="*/ 253444 h 361971"/>
              <a:gd name="connsiteX10" fmla="*/ 220453 w 362309"/>
              <a:gd name="connsiteY10" fmla="*/ 248975 h 361971"/>
              <a:gd name="connsiteX11" fmla="*/ 268377 w 362309"/>
              <a:gd name="connsiteY11" fmla="*/ 201095 h 361971"/>
              <a:gd name="connsiteX12" fmla="*/ 78596 w 362309"/>
              <a:gd name="connsiteY12" fmla="*/ 201095 h 361971"/>
              <a:gd name="connsiteX13" fmla="*/ 72206 w 362309"/>
              <a:gd name="connsiteY13" fmla="*/ 194711 h 361971"/>
              <a:gd name="connsiteX14" fmla="*/ 72206 w 362309"/>
              <a:gd name="connsiteY14" fmla="*/ 108528 h 361971"/>
              <a:gd name="connsiteX15" fmla="*/ 78596 w 362309"/>
              <a:gd name="connsiteY15" fmla="*/ 102144 h 361971"/>
              <a:gd name="connsiteX16" fmla="*/ 84986 w 362309"/>
              <a:gd name="connsiteY16" fmla="*/ 108528 h 361971"/>
              <a:gd name="connsiteX17" fmla="*/ 84986 w 362309"/>
              <a:gd name="connsiteY17" fmla="*/ 188327 h 361971"/>
              <a:gd name="connsiteX18" fmla="*/ 268377 w 362309"/>
              <a:gd name="connsiteY18" fmla="*/ 188327 h 361971"/>
              <a:gd name="connsiteX19" fmla="*/ 220453 w 362309"/>
              <a:gd name="connsiteY19" fmla="*/ 140448 h 361971"/>
              <a:gd name="connsiteX20" fmla="*/ 220453 w 362309"/>
              <a:gd name="connsiteY20" fmla="*/ 131510 h 361971"/>
              <a:gd name="connsiteX21" fmla="*/ 220453 w 362309"/>
              <a:gd name="connsiteY21" fmla="*/ 131510 h 361971"/>
              <a:gd name="connsiteX22" fmla="*/ 229399 w 362309"/>
              <a:gd name="connsiteY22" fmla="*/ 131510 h 361971"/>
              <a:gd name="connsiteX23" fmla="*/ 288186 w 362309"/>
              <a:gd name="connsiteY23" fmla="*/ 190243 h 361971"/>
              <a:gd name="connsiteX24" fmla="*/ 289464 w 362309"/>
              <a:gd name="connsiteY24" fmla="*/ 192158 h 361971"/>
              <a:gd name="connsiteX25" fmla="*/ 289464 w 362309"/>
              <a:gd name="connsiteY25" fmla="*/ 197265 h 361971"/>
              <a:gd name="connsiteX26" fmla="*/ 288186 w 362309"/>
              <a:gd name="connsiteY26" fmla="*/ 19918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1305"/>
                </a:cubicBezTo>
                <a:cubicBezTo>
                  <a:pt x="362310" y="81077"/>
                  <a:pt x="281157" y="0"/>
                  <a:pt x="180835" y="0"/>
                </a:cubicBezTo>
                <a:cubicBezTo>
                  <a:pt x="180835" y="0"/>
                  <a:pt x="180835" y="0"/>
                  <a:pt x="180835" y="0"/>
                </a:cubicBezTo>
                <a:close/>
                <a:moveTo>
                  <a:pt x="288186" y="199180"/>
                </a:moveTo>
                <a:lnTo>
                  <a:pt x="229399" y="257913"/>
                </a:lnTo>
                <a:cubicBezTo>
                  <a:pt x="228121" y="259190"/>
                  <a:pt x="226843" y="259828"/>
                  <a:pt x="224926" y="259828"/>
                </a:cubicBezTo>
                <a:cubicBezTo>
                  <a:pt x="221092" y="259828"/>
                  <a:pt x="218536" y="256636"/>
                  <a:pt x="218536" y="253444"/>
                </a:cubicBezTo>
                <a:cubicBezTo>
                  <a:pt x="218536" y="251529"/>
                  <a:pt x="219175" y="250252"/>
                  <a:pt x="220453" y="248975"/>
                </a:cubicBezTo>
                <a:lnTo>
                  <a:pt x="268377" y="201095"/>
                </a:lnTo>
                <a:lnTo>
                  <a:pt x="78596" y="201095"/>
                </a:lnTo>
                <a:cubicBezTo>
                  <a:pt x="74762" y="201095"/>
                  <a:pt x="72206" y="198542"/>
                  <a:pt x="72206" y="194711"/>
                </a:cubicBezTo>
                <a:lnTo>
                  <a:pt x="72206" y="108528"/>
                </a:lnTo>
                <a:cubicBezTo>
                  <a:pt x="72206" y="104697"/>
                  <a:pt x="74762" y="102144"/>
                  <a:pt x="78596" y="102144"/>
                </a:cubicBezTo>
                <a:cubicBezTo>
                  <a:pt x="82430" y="102144"/>
                  <a:pt x="84986" y="104697"/>
                  <a:pt x="84986" y="108528"/>
                </a:cubicBezTo>
                <a:lnTo>
                  <a:pt x="84986" y="188327"/>
                </a:lnTo>
                <a:lnTo>
                  <a:pt x="268377" y="188327"/>
                </a:lnTo>
                <a:lnTo>
                  <a:pt x="220453" y="140448"/>
                </a:lnTo>
                <a:cubicBezTo>
                  <a:pt x="217897" y="137894"/>
                  <a:pt x="217897" y="134064"/>
                  <a:pt x="220453" y="131510"/>
                </a:cubicBezTo>
                <a:cubicBezTo>
                  <a:pt x="220453" y="131510"/>
                  <a:pt x="220453" y="131510"/>
                  <a:pt x="220453" y="131510"/>
                </a:cubicBezTo>
                <a:cubicBezTo>
                  <a:pt x="223009" y="128956"/>
                  <a:pt x="226843" y="128956"/>
                  <a:pt x="229399" y="131510"/>
                </a:cubicBezTo>
                <a:lnTo>
                  <a:pt x="288186" y="190243"/>
                </a:lnTo>
                <a:cubicBezTo>
                  <a:pt x="288825" y="190881"/>
                  <a:pt x="289464" y="191519"/>
                  <a:pt x="289464" y="192158"/>
                </a:cubicBezTo>
                <a:cubicBezTo>
                  <a:pt x="290103" y="193435"/>
                  <a:pt x="290103" y="195350"/>
                  <a:pt x="289464" y="197265"/>
                </a:cubicBezTo>
                <a:cubicBezTo>
                  <a:pt x="289464" y="197903"/>
                  <a:pt x="288825" y="198542"/>
                  <a:pt x="288186" y="199180"/>
                </a:cubicBezTo>
                <a:close/>
              </a:path>
            </a:pathLst>
          </a:custGeom>
          <a:solidFill>
            <a:srgbClr val="007680"/>
          </a:solidFill>
          <a:ln w="6390" cap="flat">
            <a:noFill/>
            <a:prstDash val="solid"/>
            <a:miter/>
          </a:ln>
        </p:spPr>
        <p:txBody>
          <a:bodyPr rtlCol="0" anchor="ctr"/>
          <a:lstStyle/>
          <a:p>
            <a:endParaRPr lang="en-US"/>
          </a:p>
        </p:txBody>
      </p:sp>
      <p:sp>
        <p:nvSpPr>
          <p:cNvPr id="764" name="Graphic 5">
            <a:extLst>
              <a:ext uri="{FF2B5EF4-FFF2-40B4-BE49-F238E27FC236}">
                <a16:creationId xmlns:a16="http://schemas.microsoft.com/office/drawing/2014/main" id="{E580CF17-C643-2141-AA21-03D8512BC703}"/>
              </a:ext>
            </a:extLst>
          </p:cNvPr>
          <p:cNvSpPr/>
          <p:nvPr/>
        </p:nvSpPr>
        <p:spPr>
          <a:xfrm>
            <a:off x="905454" y="1403361"/>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244096 w 362309"/>
              <a:gd name="connsiteY6" fmla="*/ 141086 h 361971"/>
              <a:gd name="connsiteX7" fmla="*/ 235150 w 362309"/>
              <a:gd name="connsiteY7" fmla="*/ 141086 h 361971"/>
              <a:gd name="connsiteX8" fmla="*/ 235150 w 362309"/>
              <a:gd name="connsiteY8" fmla="*/ 141086 h 361971"/>
              <a:gd name="connsiteX9" fmla="*/ 187225 w 362309"/>
              <a:gd name="connsiteY9" fmla="*/ 93206 h 361971"/>
              <a:gd name="connsiteX10" fmla="*/ 187225 w 362309"/>
              <a:gd name="connsiteY10" fmla="*/ 282810 h 361971"/>
              <a:gd name="connsiteX11" fmla="*/ 180835 w 362309"/>
              <a:gd name="connsiteY11" fmla="*/ 289194 h 361971"/>
              <a:gd name="connsiteX12" fmla="*/ 174445 w 362309"/>
              <a:gd name="connsiteY12" fmla="*/ 282810 h 361971"/>
              <a:gd name="connsiteX13" fmla="*/ 174445 w 362309"/>
              <a:gd name="connsiteY13" fmla="*/ 93206 h 361971"/>
              <a:gd name="connsiteX14" fmla="*/ 126521 w 362309"/>
              <a:gd name="connsiteY14" fmla="*/ 141086 h 361971"/>
              <a:gd name="connsiteX15" fmla="*/ 122048 w 362309"/>
              <a:gd name="connsiteY15" fmla="*/ 143001 h 361971"/>
              <a:gd name="connsiteX16" fmla="*/ 117575 w 362309"/>
              <a:gd name="connsiteY16" fmla="*/ 141086 h 361971"/>
              <a:gd name="connsiteX17" fmla="*/ 117575 w 362309"/>
              <a:gd name="connsiteY17" fmla="*/ 132148 h 361971"/>
              <a:gd name="connsiteX18" fmla="*/ 176362 w 362309"/>
              <a:gd name="connsiteY18" fmla="*/ 73416 h 361971"/>
              <a:gd name="connsiteX19" fmla="*/ 178279 w 362309"/>
              <a:gd name="connsiteY19" fmla="*/ 72139 h 361971"/>
              <a:gd name="connsiteX20" fmla="*/ 183391 w 362309"/>
              <a:gd name="connsiteY20" fmla="*/ 72139 h 361971"/>
              <a:gd name="connsiteX21" fmla="*/ 185308 w 362309"/>
              <a:gd name="connsiteY21" fmla="*/ 73416 h 361971"/>
              <a:gd name="connsiteX22" fmla="*/ 244096 w 362309"/>
              <a:gd name="connsiteY22" fmla="*/ 132148 h 361971"/>
              <a:gd name="connsiteX23" fmla="*/ 244096 w 362309"/>
              <a:gd name="connsiteY23" fmla="*/ 141086 h 361971"/>
              <a:gd name="connsiteX24" fmla="*/ 244096 w 362309"/>
              <a:gd name="connsiteY24" fmla="*/ 14108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309" h="361971">
                <a:moveTo>
                  <a:pt x="180835" y="0"/>
                </a:moveTo>
                <a:cubicBezTo>
                  <a:pt x="80513" y="0"/>
                  <a:pt x="0" y="81077"/>
                  <a:pt x="0" y="181305"/>
                </a:cubicBezTo>
                <a:cubicBezTo>
                  <a:pt x="0" y="281534"/>
                  <a:pt x="81152" y="361972"/>
                  <a:pt x="180835" y="361972"/>
                </a:cubicBezTo>
                <a:cubicBezTo>
                  <a:pt x="280518" y="361972"/>
                  <a:pt x="362309" y="280895"/>
                  <a:pt x="362309" y="181305"/>
                </a:cubicBezTo>
                <a:cubicBezTo>
                  <a:pt x="362309" y="81715"/>
                  <a:pt x="281157" y="0"/>
                  <a:pt x="180835" y="0"/>
                </a:cubicBezTo>
                <a:cubicBezTo>
                  <a:pt x="180835" y="0"/>
                  <a:pt x="180835" y="0"/>
                  <a:pt x="180835" y="0"/>
                </a:cubicBezTo>
                <a:close/>
                <a:moveTo>
                  <a:pt x="244096" y="141086"/>
                </a:moveTo>
                <a:cubicBezTo>
                  <a:pt x="241540" y="143640"/>
                  <a:pt x="237706" y="143640"/>
                  <a:pt x="235150" y="141086"/>
                </a:cubicBezTo>
                <a:cubicBezTo>
                  <a:pt x="235150" y="141086"/>
                  <a:pt x="235150" y="141086"/>
                  <a:pt x="235150" y="141086"/>
                </a:cubicBezTo>
                <a:lnTo>
                  <a:pt x="187225" y="93206"/>
                </a:lnTo>
                <a:lnTo>
                  <a:pt x="187225" y="282810"/>
                </a:lnTo>
                <a:cubicBezTo>
                  <a:pt x="187225" y="286641"/>
                  <a:pt x="184669" y="289194"/>
                  <a:pt x="180835" y="289194"/>
                </a:cubicBezTo>
                <a:cubicBezTo>
                  <a:pt x="177001" y="289194"/>
                  <a:pt x="174445" y="286641"/>
                  <a:pt x="174445" y="282810"/>
                </a:cubicBezTo>
                <a:lnTo>
                  <a:pt x="174445" y="93206"/>
                </a:lnTo>
                <a:lnTo>
                  <a:pt x="126521" y="141086"/>
                </a:lnTo>
                <a:cubicBezTo>
                  <a:pt x="125243" y="142363"/>
                  <a:pt x="123965" y="143001"/>
                  <a:pt x="122048" y="143001"/>
                </a:cubicBezTo>
                <a:cubicBezTo>
                  <a:pt x="120131" y="143001"/>
                  <a:pt x="118853" y="142363"/>
                  <a:pt x="117575" y="141086"/>
                </a:cubicBezTo>
                <a:cubicBezTo>
                  <a:pt x="115019" y="138532"/>
                  <a:pt x="115019" y="134702"/>
                  <a:pt x="117575" y="132148"/>
                </a:cubicBezTo>
                <a:lnTo>
                  <a:pt x="176362" y="73416"/>
                </a:lnTo>
                <a:cubicBezTo>
                  <a:pt x="177001" y="72777"/>
                  <a:pt x="177640" y="72139"/>
                  <a:pt x="178279" y="72139"/>
                </a:cubicBezTo>
                <a:cubicBezTo>
                  <a:pt x="179557" y="71501"/>
                  <a:pt x="181474" y="71501"/>
                  <a:pt x="183391" y="72139"/>
                </a:cubicBezTo>
                <a:cubicBezTo>
                  <a:pt x="184030" y="72777"/>
                  <a:pt x="184669" y="72777"/>
                  <a:pt x="185308" y="73416"/>
                </a:cubicBezTo>
                <a:lnTo>
                  <a:pt x="244096" y="132148"/>
                </a:lnTo>
                <a:cubicBezTo>
                  <a:pt x="246652" y="134702"/>
                  <a:pt x="246652" y="138532"/>
                  <a:pt x="244096" y="141086"/>
                </a:cubicBezTo>
                <a:lnTo>
                  <a:pt x="244096" y="141086"/>
                </a:lnTo>
                <a:close/>
              </a:path>
            </a:pathLst>
          </a:custGeom>
          <a:solidFill>
            <a:srgbClr val="007680"/>
          </a:solidFill>
          <a:ln w="6390" cap="flat">
            <a:noFill/>
            <a:prstDash val="solid"/>
            <a:miter/>
          </a:ln>
        </p:spPr>
        <p:txBody>
          <a:bodyPr rtlCol="0" anchor="ctr"/>
          <a:lstStyle/>
          <a:p>
            <a:endParaRPr lang="en-US"/>
          </a:p>
        </p:txBody>
      </p:sp>
      <p:grpSp>
        <p:nvGrpSpPr>
          <p:cNvPr id="765" name="Graphic 5">
            <a:extLst>
              <a:ext uri="{FF2B5EF4-FFF2-40B4-BE49-F238E27FC236}">
                <a16:creationId xmlns:a16="http://schemas.microsoft.com/office/drawing/2014/main" id="{0F73D89A-B5B2-1B41-84FE-09E6B66BA71B}"/>
              </a:ext>
            </a:extLst>
          </p:cNvPr>
          <p:cNvGrpSpPr/>
          <p:nvPr/>
        </p:nvGrpSpPr>
        <p:grpSpPr>
          <a:xfrm>
            <a:off x="4046747" y="1881522"/>
            <a:ext cx="362309" cy="361971"/>
            <a:chOff x="4046747" y="1881522"/>
            <a:chExt cx="362309" cy="361971"/>
          </a:xfrm>
          <a:solidFill>
            <a:srgbClr val="007680"/>
          </a:solidFill>
        </p:grpSpPr>
        <p:sp>
          <p:nvSpPr>
            <p:cNvPr id="766" name="Graphic 5">
              <a:extLst>
                <a:ext uri="{FF2B5EF4-FFF2-40B4-BE49-F238E27FC236}">
                  <a16:creationId xmlns:a16="http://schemas.microsoft.com/office/drawing/2014/main" id="{1AB261A4-2B41-9640-8ACA-E63DF1A75AE7}"/>
                </a:ext>
              </a:extLst>
            </p:cNvPr>
            <p:cNvSpPr/>
            <p:nvPr/>
          </p:nvSpPr>
          <p:spPr>
            <a:xfrm>
              <a:off x="4165600" y="1972813"/>
              <a:ext cx="105433" cy="21705"/>
            </a:xfrm>
            <a:custGeom>
              <a:avLst/>
              <a:gdLst>
                <a:gd name="connsiteX0" fmla="*/ 105434 w 105433"/>
                <a:gd name="connsiteY0" fmla="*/ 0 h 21705"/>
                <a:gd name="connsiteX1" fmla="*/ 10863 w 105433"/>
                <a:gd name="connsiteY1" fmla="*/ 0 h 21705"/>
                <a:gd name="connsiteX2" fmla="*/ 0 w 105433"/>
                <a:gd name="connsiteY2" fmla="*/ 10853 h 21705"/>
                <a:gd name="connsiteX3" fmla="*/ 10863 w 105433"/>
                <a:gd name="connsiteY3" fmla="*/ 21706 h 21705"/>
                <a:gd name="connsiteX4" fmla="*/ 105434 w 105433"/>
                <a:gd name="connsiteY4" fmla="*/ 21706 h 21705"/>
                <a:gd name="connsiteX5" fmla="*/ 105434 w 105433"/>
                <a:gd name="connsiteY5" fmla="*/ 0 h 2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433" h="21705">
                  <a:moveTo>
                    <a:pt x="105434" y="0"/>
                  </a:moveTo>
                  <a:lnTo>
                    <a:pt x="10863" y="0"/>
                  </a:lnTo>
                  <a:cubicBezTo>
                    <a:pt x="5112" y="0"/>
                    <a:pt x="0" y="5107"/>
                    <a:pt x="0" y="10853"/>
                  </a:cubicBezTo>
                  <a:cubicBezTo>
                    <a:pt x="0" y="16598"/>
                    <a:pt x="5112" y="21706"/>
                    <a:pt x="10863" y="21706"/>
                  </a:cubicBezTo>
                  <a:lnTo>
                    <a:pt x="105434" y="21706"/>
                  </a:lnTo>
                  <a:cubicBezTo>
                    <a:pt x="102878" y="14683"/>
                    <a:pt x="102878" y="7022"/>
                    <a:pt x="105434" y="0"/>
                  </a:cubicBezTo>
                  <a:close/>
                </a:path>
              </a:pathLst>
            </a:custGeom>
            <a:solidFill>
              <a:srgbClr val="007680"/>
            </a:solidFill>
            <a:ln w="6390" cap="flat">
              <a:noFill/>
              <a:prstDash val="solid"/>
              <a:miter/>
            </a:ln>
          </p:spPr>
          <p:txBody>
            <a:bodyPr rtlCol="0" anchor="ctr"/>
            <a:lstStyle/>
            <a:p>
              <a:endParaRPr lang="en-US"/>
            </a:p>
          </p:txBody>
        </p:sp>
        <p:sp>
          <p:nvSpPr>
            <p:cNvPr id="767" name="Graphic 5">
              <a:extLst>
                <a:ext uri="{FF2B5EF4-FFF2-40B4-BE49-F238E27FC236}">
                  <a16:creationId xmlns:a16="http://schemas.microsoft.com/office/drawing/2014/main" id="{26F2251E-5E71-0C4B-B71A-EC3F760D2DC4}"/>
                </a:ext>
              </a:extLst>
            </p:cNvPr>
            <p:cNvSpPr/>
            <p:nvPr/>
          </p:nvSpPr>
          <p:spPr>
            <a:xfrm>
              <a:off x="4046747" y="1881522"/>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249208 w 362309"/>
                <a:gd name="connsiteY6" fmla="*/ 112996 h 361971"/>
                <a:gd name="connsiteX7" fmla="*/ 255597 w 362309"/>
                <a:gd name="connsiteY7" fmla="*/ 119380 h 361971"/>
                <a:gd name="connsiteX8" fmla="*/ 255597 w 362309"/>
                <a:gd name="connsiteY8" fmla="*/ 276426 h 361971"/>
                <a:gd name="connsiteX9" fmla="*/ 249208 w 362309"/>
                <a:gd name="connsiteY9" fmla="*/ 282810 h 361971"/>
                <a:gd name="connsiteX10" fmla="*/ 129077 w 362309"/>
                <a:gd name="connsiteY10" fmla="*/ 282810 h 361971"/>
                <a:gd name="connsiteX11" fmla="*/ 105434 w 362309"/>
                <a:gd name="connsiteY11" fmla="*/ 259190 h 361971"/>
                <a:gd name="connsiteX12" fmla="*/ 105434 w 362309"/>
                <a:gd name="connsiteY12" fmla="*/ 105336 h 361971"/>
                <a:gd name="connsiteX13" fmla="*/ 105434 w 362309"/>
                <a:gd name="connsiteY13" fmla="*/ 104059 h 361971"/>
                <a:gd name="connsiteX14" fmla="*/ 105434 w 362309"/>
                <a:gd name="connsiteY14" fmla="*/ 101505 h 361971"/>
                <a:gd name="connsiteX15" fmla="*/ 129077 w 362309"/>
                <a:gd name="connsiteY15" fmla="*/ 77884 h 361971"/>
                <a:gd name="connsiteX16" fmla="*/ 249208 w 362309"/>
                <a:gd name="connsiteY16" fmla="*/ 77884 h 361971"/>
                <a:gd name="connsiteX17" fmla="*/ 255597 w 362309"/>
                <a:gd name="connsiteY17" fmla="*/ 84268 h 361971"/>
                <a:gd name="connsiteX18" fmla="*/ 249208 w 362309"/>
                <a:gd name="connsiteY18" fmla="*/ 90652 h 361971"/>
                <a:gd name="connsiteX19" fmla="*/ 238984 w 362309"/>
                <a:gd name="connsiteY19" fmla="*/ 90652 h 361971"/>
                <a:gd name="connsiteX20" fmla="*/ 238984 w 362309"/>
                <a:gd name="connsiteY20" fmla="*/ 112358 h 361971"/>
                <a:gd name="connsiteX21" fmla="*/ 249208 w 362309"/>
                <a:gd name="connsiteY21" fmla="*/ 11299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2309" h="361971">
                  <a:moveTo>
                    <a:pt x="180835" y="0"/>
                  </a:moveTo>
                  <a:cubicBezTo>
                    <a:pt x="80513" y="0"/>
                    <a:pt x="0" y="81076"/>
                    <a:pt x="0" y="181305"/>
                  </a:cubicBezTo>
                  <a:cubicBezTo>
                    <a:pt x="0" y="281534"/>
                    <a:pt x="81152" y="361972"/>
                    <a:pt x="181474" y="361972"/>
                  </a:cubicBezTo>
                  <a:cubicBezTo>
                    <a:pt x="281796" y="361972"/>
                    <a:pt x="362310" y="280895"/>
                    <a:pt x="362310" y="180667"/>
                  </a:cubicBezTo>
                  <a:cubicBezTo>
                    <a:pt x="362310" y="81076"/>
                    <a:pt x="281157" y="0"/>
                    <a:pt x="180835" y="0"/>
                  </a:cubicBezTo>
                  <a:cubicBezTo>
                    <a:pt x="181474" y="0"/>
                    <a:pt x="180835" y="0"/>
                    <a:pt x="180835" y="0"/>
                  </a:cubicBezTo>
                  <a:close/>
                  <a:moveTo>
                    <a:pt x="249208" y="112996"/>
                  </a:moveTo>
                  <a:cubicBezTo>
                    <a:pt x="253042" y="112996"/>
                    <a:pt x="255597" y="115550"/>
                    <a:pt x="255597" y="119380"/>
                  </a:cubicBezTo>
                  <a:lnTo>
                    <a:pt x="255597" y="276426"/>
                  </a:lnTo>
                  <a:cubicBezTo>
                    <a:pt x="255597" y="280257"/>
                    <a:pt x="253042" y="282810"/>
                    <a:pt x="249208" y="282810"/>
                  </a:cubicBezTo>
                  <a:lnTo>
                    <a:pt x="129077" y="282810"/>
                  </a:lnTo>
                  <a:cubicBezTo>
                    <a:pt x="116297" y="282810"/>
                    <a:pt x="105434" y="272596"/>
                    <a:pt x="105434" y="259190"/>
                  </a:cubicBezTo>
                  <a:lnTo>
                    <a:pt x="105434" y="105336"/>
                  </a:lnTo>
                  <a:cubicBezTo>
                    <a:pt x="105434" y="104697"/>
                    <a:pt x="105434" y="104697"/>
                    <a:pt x="105434" y="104059"/>
                  </a:cubicBezTo>
                  <a:cubicBezTo>
                    <a:pt x="105434" y="103420"/>
                    <a:pt x="105434" y="102782"/>
                    <a:pt x="105434" y="101505"/>
                  </a:cubicBezTo>
                  <a:cubicBezTo>
                    <a:pt x="105434" y="88737"/>
                    <a:pt x="115658" y="77884"/>
                    <a:pt x="129077" y="77884"/>
                  </a:cubicBezTo>
                  <a:lnTo>
                    <a:pt x="249208" y="77884"/>
                  </a:lnTo>
                  <a:cubicBezTo>
                    <a:pt x="253042" y="77884"/>
                    <a:pt x="255597" y="80438"/>
                    <a:pt x="255597" y="84268"/>
                  </a:cubicBezTo>
                  <a:cubicBezTo>
                    <a:pt x="255597" y="88099"/>
                    <a:pt x="253042" y="90652"/>
                    <a:pt x="249208" y="90652"/>
                  </a:cubicBezTo>
                  <a:lnTo>
                    <a:pt x="238984" y="90652"/>
                  </a:lnTo>
                  <a:cubicBezTo>
                    <a:pt x="233872" y="97036"/>
                    <a:pt x="233872" y="105974"/>
                    <a:pt x="238984" y="112358"/>
                  </a:cubicBezTo>
                  <a:lnTo>
                    <a:pt x="249208" y="112996"/>
                  </a:lnTo>
                  <a:close/>
                </a:path>
              </a:pathLst>
            </a:custGeom>
            <a:solidFill>
              <a:srgbClr val="007680"/>
            </a:solidFill>
            <a:ln w="6390" cap="flat">
              <a:noFill/>
              <a:prstDash val="solid"/>
              <a:miter/>
            </a:ln>
          </p:spPr>
          <p:txBody>
            <a:bodyPr rtlCol="0" anchor="ctr"/>
            <a:lstStyle/>
            <a:p>
              <a:endParaRPr lang="en-US"/>
            </a:p>
          </p:txBody>
        </p:sp>
        <p:sp>
          <p:nvSpPr>
            <p:cNvPr id="768" name="Graphic 5">
              <a:extLst>
                <a:ext uri="{FF2B5EF4-FFF2-40B4-BE49-F238E27FC236}">
                  <a16:creationId xmlns:a16="http://schemas.microsoft.com/office/drawing/2014/main" id="{2F259EA7-F543-BB40-947A-89BFE72225BD}"/>
                </a:ext>
              </a:extLst>
            </p:cNvPr>
            <p:cNvSpPr/>
            <p:nvPr/>
          </p:nvSpPr>
          <p:spPr>
            <a:xfrm>
              <a:off x="4165600" y="2004733"/>
              <a:ext cx="124603" cy="147470"/>
            </a:xfrm>
            <a:custGeom>
              <a:avLst/>
              <a:gdLst>
                <a:gd name="connsiteX0" fmla="*/ 0 w 124603"/>
                <a:gd name="connsiteY0" fmla="*/ 0 h 147470"/>
                <a:gd name="connsiteX1" fmla="*/ 0 w 124603"/>
                <a:gd name="connsiteY1" fmla="*/ 136617 h 147470"/>
                <a:gd name="connsiteX2" fmla="*/ 10863 w 124603"/>
                <a:gd name="connsiteY2" fmla="*/ 147470 h 147470"/>
                <a:gd name="connsiteX3" fmla="*/ 124604 w 124603"/>
                <a:gd name="connsiteY3" fmla="*/ 147470 h 147470"/>
                <a:gd name="connsiteX4" fmla="*/ 124604 w 124603"/>
                <a:gd name="connsiteY4" fmla="*/ 3192 h 147470"/>
                <a:gd name="connsiteX5" fmla="*/ 11502 w 124603"/>
                <a:gd name="connsiteY5" fmla="*/ 3192 h 147470"/>
                <a:gd name="connsiteX6" fmla="*/ 0 w 124603"/>
                <a:gd name="connsiteY6" fmla="*/ 0 h 147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603" h="147470">
                  <a:moveTo>
                    <a:pt x="0" y="0"/>
                  </a:moveTo>
                  <a:lnTo>
                    <a:pt x="0" y="136617"/>
                  </a:lnTo>
                  <a:cubicBezTo>
                    <a:pt x="0" y="142363"/>
                    <a:pt x="5112" y="147470"/>
                    <a:pt x="10863" y="147470"/>
                  </a:cubicBezTo>
                  <a:lnTo>
                    <a:pt x="124604" y="147470"/>
                  </a:lnTo>
                  <a:lnTo>
                    <a:pt x="124604" y="3192"/>
                  </a:lnTo>
                  <a:lnTo>
                    <a:pt x="11502" y="3192"/>
                  </a:lnTo>
                  <a:cubicBezTo>
                    <a:pt x="7029" y="2554"/>
                    <a:pt x="3195" y="1277"/>
                    <a:pt x="0" y="0"/>
                  </a:cubicBezTo>
                  <a:close/>
                </a:path>
              </a:pathLst>
            </a:custGeom>
            <a:solidFill>
              <a:srgbClr val="007680"/>
            </a:solidFill>
            <a:ln w="6390" cap="flat">
              <a:noFill/>
              <a:prstDash val="solid"/>
              <a:miter/>
            </a:ln>
          </p:spPr>
          <p:txBody>
            <a:bodyPr rtlCol="0" anchor="ctr"/>
            <a:lstStyle/>
            <a:p>
              <a:endParaRPr lang="en-US"/>
            </a:p>
          </p:txBody>
        </p:sp>
      </p:grpSp>
      <p:grpSp>
        <p:nvGrpSpPr>
          <p:cNvPr id="769" name="Graphic 5">
            <a:extLst>
              <a:ext uri="{FF2B5EF4-FFF2-40B4-BE49-F238E27FC236}">
                <a16:creationId xmlns:a16="http://schemas.microsoft.com/office/drawing/2014/main" id="{06D690C5-DBE5-DF49-8FF5-0ECC91366519}"/>
              </a:ext>
            </a:extLst>
          </p:cNvPr>
          <p:cNvGrpSpPr/>
          <p:nvPr/>
        </p:nvGrpSpPr>
        <p:grpSpPr>
          <a:xfrm>
            <a:off x="4046747" y="2371811"/>
            <a:ext cx="362309" cy="361971"/>
            <a:chOff x="4046747" y="2371811"/>
            <a:chExt cx="362309" cy="361971"/>
          </a:xfrm>
          <a:solidFill>
            <a:srgbClr val="007680"/>
          </a:solidFill>
        </p:grpSpPr>
        <p:sp>
          <p:nvSpPr>
            <p:cNvPr id="770" name="Graphic 5">
              <a:extLst>
                <a:ext uri="{FF2B5EF4-FFF2-40B4-BE49-F238E27FC236}">
                  <a16:creationId xmlns:a16="http://schemas.microsoft.com/office/drawing/2014/main" id="{908D39B7-441E-2D40-848A-A7621546EA79}"/>
                </a:ext>
              </a:extLst>
            </p:cNvPr>
            <p:cNvSpPr/>
            <p:nvPr/>
          </p:nvSpPr>
          <p:spPr>
            <a:xfrm>
              <a:off x="4131733" y="2478424"/>
              <a:ext cx="192337" cy="118742"/>
            </a:xfrm>
            <a:custGeom>
              <a:avLst/>
              <a:gdLst>
                <a:gd name="connsiteX0" fmla="*/ 0 w 192337"/>
                <a:gd name="connsiteY0" fmla="*/ 0 h 118742"/>
                <a:gd name="connsiteX1" fmla="*/ 192337 w 192337"/>
                <a:gd name="connsiteY1" fmla="*/ 0 h 118742"/>
                <a:gd name="connsiteX2" fmla="*/ 192337 w 192337"/>
                <a:gd name="connsiteY2" fmla="*/ 118742 h 118742"/>
                <a:gd name="connsiteX3" fmla="*/ 0 w 192337"/>
                <a:gd name="connsiteY3" fmla="*/ 118742 h 118742"/>
              </a:gdLst>
              <a:ahLst/>
              <a:cxnLst>
                <a:cxn ang="0">
                  <a:pos x="connsiteX0" y="connsiteY0"/>
                </a:cxn>
                <a:cxn ang="0">
                  <a:pos x="connsiteX1" y="connsiteY1"/>
                </a:cxn>
                <a:cxn ang="0">
                  <a:pos x="connsiteX2" y="connsiteY2"/>
                </a:cxn>
                <a:cxn ang="0">
                  <a:pos x="connsiteX3" y="connsiteY3"/>
                </a:cxn>
              </a:cxnLst>
              <a:rect l="l" t="t" r="r" b="b"/>
              <a:pathLst>
                <a:path w="192337" h="118742">
                  <a:moveTo>
                    <a:pt x="0" y="0"/>
                  </a:moveTo>
                  <a:lnTo>
                    <a:pt x="192337" y="0"/>
                  </a:lnTo>
                  <a:lnTo>
                    <a:pt x="192337" y="118742"/>
                  </a:lnTo>
                  <a:lnTo>
                    <a:pt x="0" y="118742"/>
                  </a:lnTo>
                  <a:close/>
                </a:path>
              </a:pathLst>
            </a:custGeom>
            <a:solidFill>
              <a:srgbClr val="007680"/>
            </a:solidFill>
            <a:ln w="6390" cap="flat">
              <a:noFill/>
              <a:prstDash val="solid"/>
              <a:miter/>
            </a:ln>
          </p:spPr>
          <p:txBody>
            <a:bodyPr rtlCol="0" anchor="ctr"/>
            <a:lstStyle/>
            <a:p>
              <a:endParaRPr lang="en-US"/>
            </a:p>
          </p:txBody>
        </p:sp>
        <p:sp>
          <p:nvSpPr>
            <p:cNvPr id="771" name="Graphic 5">
              <a:extLst>
                <a:ext uri="{FF2B5EF4-FFF2-40B4-BE49-F238E27FC236}">
                  <a16:creationId xmlns:a16="http://schemas.microsoft.com/office/drawing/2014/main" id="{526FEA33-ECCC-9245-9BAA-2A2079C91689}"/>
                </a:ext>
              </a:extLst>
            </p:cNvPr>
            <p:cNvSpPr/>
            <p:nvPr/>
          </p:nvSpPr>
          <p:spPr>
            <a:xfrm>
              <a:off x="4046747" y="2371811"/>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289464 w 362309"/>
                <a:gd name="connsiteY6" fmla="*/ 232377 h 361971"/>
                <a:gd name="connsiteX7" fmla="*/ 283074 w 362309"/>
                <a:gd name="connsiteY7" fmla="*/ 238761 h 361971"/>
                <a:gd name="connsiteX8" fmla="*/ 187225 w 362309"/>
                <a:gd name="connsiteY8" fmla="*/ 238761 h 361971"/>
                <a:gd name="connsiteX9" fmla="*/ 187225 w 362309"/>
                <a:gd name="connsiteY9" fmla="*/ 255359 h 361971"/>
                <a:gd name="connsiteX10" fmla="*/ 217258 w 362309"/>
                <a:gd name="connsiteY10" fmla="*/ 255359 h 361971"/>
                <a:gd name="connsiteX11" fmla="*/ 223648 w 362309"/>
                <a:gd name="connsiteY11" fmla="*/ 261743 h 361971"/>
                <a:gd name="connsiteX12" fmla="*/ 217258 w 362309"/>
                <a:gd name="connsiteY12" fmla="*/ 268127 h 361971"/>
                <a:gd name="connsiteX13" fmla="*/ 143774 w 362309"/>
                <a:gd name="connsiteY13" fmla="*/ 268127 h 361971"/>
                <a:gd name="connsiteX14" fmla="*/ 137384 w 362309"/>
                <a:gd name="connsiteY14" fmla="*/ 261743 h 361971"/>
                <a:gd name="connsiteX15" fmla="*/ 143774 w 362309"/>
                <a:gd name="connsiteY15" fmla="*/ 255359 h 361971"/>
                <a:gd name="connsiteX16" fmla="*/ 173806 w 362309"/>
                <a:gd name="connsiteY16" fmla="*/ 255359 h 361971"/>
                <a:gd name="connsiteX17" fmla="*/ 173806 w 362309"/>
                <a:gd name="connsiteY17" fmla="*/ 238761 h 361971"/>
                <a:gd name="connsiteX18" fmla="*/ 77957 w 362309"/>
                <a:gd name="connsiteY18" fmla="*/ 238761 h 361971"/>
                <a:gd name="connsiteX19" fmla="*/ 71567 w 362309"/>
                <a:gd name="connsiteY19" fmla="*/ 232377 h 361971"/>
                <a:gd name="connsiteX20" fmla="*/ 71567 w 362309"/>
                <a:gd name="connsiteY20" fmla="*/ 100867 h 361971"/>
                <a:gd name="connsiteX21" fmla="*/ 77957 w 362309"/>
                <a:gd name="connsiteY21" fmla="*/ 94483 h 361971"/>
                <a:gd name="connsiteX22" fmla="*/ 283074 w 362309"/>
                <a:gd name="connsiteY22" fmla="*/ 94483 h 361971"/>
                <a:gd name="connsiteX23" fmla="*/ 289464 w 362309"/>
                <a:gd name="connsiteY23" fmla="*/ 100867 h 361971"/>
                <a:gd name="connsiteX24" fmla="*/ 289464 w 362309"/>
                <a:gd name="connsiteY24" fmla="*/ 23237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309" h="361971">
                  <a:moveTo>
                    <a:pt x="180835" y="0"/>
                  </a:moveTo>
                  <a:cubicBezTo>
                    <a:pt x="80513" y="0"/>
                    <a:pt x="0" y="81077"/>
                    <a:pt x="0" y="181305"/>
                  </a:cubicBezTo>
                  <a:cubicBezTo>
                    <a:pt x="0" y="281534"/>
                    <a:pt x="81152" y="361972"/>
                    <a:pt x="181474" y="361972"/>
                  </a:cubicBezTo>
                  <a:cubicBezTo>
                    <a:pt x="281796" y="361972"/>
                    <a:pt x="362310" y="280895"/>
                    <a:pt x="362310" y="180667"/>
                  </a:cubicBezTo>
                  <a:cubicBezTo>
                    <a:pt x="362310" y="81077"/>
                    <a:pt x="281157" y="0"/>
                    <a:pt x="180835" y="0"/>
                  </a:cubicBezTo>
                  <a:cubicBezTo>
                    <a:pt x="181474" y="0"/>
                    <a:pt x="180835" y="0"/>
                    <a:pt x="180835" y="0"/>
                  </a:cubicBezTo>
                  <a:close/>
                  <a:moveTo>
                    <a:pt x="289464" y="232377"/>
                  </a:moveTo>
                  <a:cubicBezTo>
                    <a:pt x="289464" y="236207"/>
                    <a:pt x="286908" y="238761"/>
                    <a:pt x="283074" y="238761"/>
                  </a:cubicBezTo>
                  <a:lnTo>
                    <a:pt x="187225" y="238761"/>
                  </a:lnTo>
                  <a:lnTo>
                    <a:pt x="187225" y="255359"/>
                  </a:lnTo>
                  <a:lnTo>
                    <a:pt x="217258" y="255359"/>
                  </a:lnTo>
                  <a:cubicBezTo>
                    <a:pt x="221092" y="255359"/>
                    <a:pt x="223648" y="257913"/>
                    <a:pt x="223648" y="261743"/>
                  </a:cubicBezTo>
                  <a:cubicBezTo>
                    <a:pt x="223648" y="265574"/>
                    <a:pt x="221092" y="268127"/>
                    <a:pt x="217258" y="268127"/>
                  </a:cubicBezTo>
                  <a:lnTo>
                    <a:pt x="143774" y="268127"/>
                  </a:lnTo>
                  <a:cubicBezTo>
                    <a:pt x="139940" y="268127"/>
                    <a:pt x="137384" y="265574"/>
                    <a:pt x="137384" y="261743"/>
                  </a:cubicBezTo>
                  <a:cubicBezTo>
                    <a:pt x="137384" y="257913"/>
                    <a:pt x="139940" y="255359"/>
                    <a:pt x="143774" y="255359"/>
                  </a:cubicBezTo>
                  <a:lnTo>
                    <a:pt x="173806" y="255359"/>
                  </a:lnTo>
                  <a:lnTo>
                    <a:pt x="173806" y="238761"/>
                  </a:lnTo>
                  <a:lnTo>
                    <a:pt x="77957" y="238761"/>
                  </a:lnTo>
                  <a:cubicBezTo>
                    <a:pt x="74124" y="238761"/>
                    <a:pt x="71567" y="236207"/>
                    <a:pt x="71567" y="232377"/>
                  </a:cubicBezTo>
                  <a:lnTo>
                    <a:pt x="71567" y="100867"/>
                  </a:lnTo>
                  <a:cubicBezTo>
                    <a:pt x="71567" y="97037"/>
                    <a:pt x="74124" y="94483"/>
                    <a:pt x="77957" y="94483"/>
                  </a:cubicBezTo>
                  <a:lnTo>
                    <a:pt x="283074" y="94483"/>
                  </a:lnTo>
                  <a:cubicBezTo>
                    <a:pt x="286908" y="94483"/>
                    <a:pt x="289464" y="97037"/>
                    <a:pt x="289464" y="100867"/>
                  </a:cubicBezTo>
                  <a:lnTo>
                    <a:pt x="289464" y="232377"/>
                  </a:lnTo>
                  <a:close/>
                </a:path>
              </a:pathLst>
            </a:custGeom>
            <a:solidFill>
              <a:srgbClr val="007680"/>
            </a:solidFill>
            <a:ln w="6390" cap="flat">
              <a:noFill/>
              <a:prstDash val="solid"/>
              <a:miter/>
            </a:ln>
          </p:spPr>
          <p:txBody>
            <a:bodyPr rtlCol="0" anchor="ctr"/>
            <a:lstStyle/>
            <a:p>
              <a:endParaRPr lang="en-US"/>
            </a:p>
          </p:txBody>
        </p:sp>
      </p:grpSp>
      <p:grpSp>
        <p:nvGrpSpPr>
          <p:cNvPr id="772" name="Graphic 5">
            <a:extLst>
              <a:ext uri="{FF2B5EF4-FFF2-40B4-BE49-F238E27FC236}">
                <a16:creationId xmlns:a16="http://schemas.microsoft.com/office/drawing/2014/main" id="{EDA9A269-B490-8946-A45E-CDB8E6B39F21}"/>
              </a:ext>
            </a:extLst>
          </p:cNvPr>
          <p:cNvGrpSpPr/>
          <p:nvPr/>
        </p:nvGrpSpPr>
        <p:grpSpPr>
          <a:xfrm>
            <a:off x="4046747" y="2856356"/>
            <a:ext cx="362309" cy="361971"/>
            <a:chOff x="4046747" y="2856356"/>
            <a:chExt cx="362309" cy="361971"/>
          </a:xfrm>
          <a:solidFill>
            <a:srgbClr val="007680"/>
          </a:solidFill>
        </p:grpSpPr>
        <p:sp>
          <p:nvSpPr>
            <p:cNvPr id="773" name="Graphic 5">
              <a:extLst>
                <a:ext uri="{FF2B5EF4-FFF2-40B4-BE49-F238E27FC236}">
                  <a16:creationId xmlns:a16="http://schemas.microsoft.com/office/drawing/2014/main" id="{4F28CD4F-2E1F-BF45-9CC7-F9E0139C0DB3}"/>
                </a:ext>
              </a:extLst>
            </p:cNvPr>
            <p:cNvSpPr/>
            <p:nvPr/>
          </p:nvSpPr>
          <p:spPr>
            <a:xfrm>
              <a:off x="4129816" y="2947008"/>
              <a:ext cx="196171" cy="160876"/>
            </a:xfrm>
            <a:custGeom>
              <a:avLst/>
              <a:gdLst>
                <a:gd name="connsiteX0" fmla="*/ 0 w 196171"/>
                <a:gd name="connsiteY0" fmla="*/ 160876 h 160876"/>
                <a:gd name="connsiteX1" fmla="*/ 196171 w 196171"/>
                <a:gd name="connsiteY1" fmla="*/ 160876 h 160876"/>
                <a:gd name="connsiteX2" fmla="*/ 97766 w 196171"/>
                <a:gd name="connsiteY2" fmla="*/ 0 h 160876"/>
                <a:gd name="connsiteX3" fmla="*/ 0 w 196171"/>
                <a:gd name="connsiteY3" fmla="*/ 160876 h 160876"/>
                <a:gd name="connsiteX4" fmla="*/ 97766 w 196171"/>
                <a:gd name="connsiteY4" fmla="*/ 143640 h 160876"/>
                <a:gd name="connsiteX5" fmla="*/ 89459 w 196171"/>
                <a:gd name="connsiteY5" fmla="*/ 136617 h 160876"/>
                <a:gd name="connsiteX6" fmla="*/ 96488 w 196171"/>
                <a:gd name="connsiteY6" fmla="*/ 128318 h 160876"/>
                <a:gd name="connsiteX7" fmla="*/ 97766 w 196171"/>
                <a:gd name="connsiteY7" fmla="*/ 128318 h 160876"/>
                <a:gd name="connsiteX8" fmla="*/ 104795 w 196171"/>
                <a:gd name="connsiteY8" fmla="*/ 136617 h 160876"/>
                <a:gd name="connsiteX9" fmla="*/ 97766 w 196171"/>
                <a:gd name="connsiteY9" fmla="*/ 143640 h 160876"/>
                <a:gd name="connsiteX10" fmla="*/ 104156 w 196171"/>
                <a:gd name="connsiteY10" fmla="*/ 49795 h 160876"/>
                <a:gd name="connsiteX11" fmla="*/ 104156 w 196171"/>
                <a:gd name="connsiteY11" fmla="*/ 104697 h 160876"/>
                <a:gd name="connsiteX12" fmla="*/ 97766 w 196171"/>
                <a:gd name="connsiteY12" fmla="*/ 111081 h 160876"/>
                <a:gd name="connsiteX13" fmla="*/ 91376 w 196171"/>
                <a:gd name="connsiteY13" fmla="*/ 104697 h 160876"/>
                <a:gd name="connsiteX14" fmla="*/ 91376 w 196171"/>
                <a:gd name="connsiteY14" fmla="*/ 49795 h 160876"/>
                <a:gd name="connsiteX15" fmla="*/ 97766 w 196171"/>
                <a:gd name="connsiteY15" fmla="*/ 43411 h 160876"/>
                <a:gd name="connsiteX16" fmla="*/ 104156 w 196171"/>
                <a:gd name="connsiteY16" fmla="*/ 49795 h 16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6171" h="160876">
                  <a:moveTo>
                    <a:pt x="0" y="160876"/>
                  </a:moveTo>
                  <a:lnTo>
                    <a:pt x="196171" y="160876"/>
                  </a:lnTo>
                  <a:lnTo>
                    <a:pt x="97766" y="0"/>
                  </a:lnTo>
                  <a:lnTo>
                    <a:pt x="0" y="160876"/>
                  </a:lnTo>
                  <a:close/>
                  <a:moveTo>
                    <a:pt x="97766" y="143640"/>
                  </a:moveTo>
                  <a:cubicBezTo>
                    <a:pt x="93293" y="144278"/>
                    <a:pt x="90098" y="141086"/>
                    <a:pt x="89459" y="136617"/>
                  </a:cubicBezTo>
                  <a:cubicBezTo>
                    <a:pt x="88820" y="132149"/>
                    <a:pt x="92015" y="128957"/>
                    <a:pt x="96488" y="128318"/>
                  </a:cubicBezTo>
                  <a:cubicBezTo>
                    <a:pt x="97127" y="128318"/>
                    <a:pt x="97127" y="128318"/>
                    <a:pt x="97766" y="128318"/>
                  </a:cubicBezTo>
                  <a:cubicBezTo>
                    <a:pt x="102239" y="128957"/>
                    <a:pt x="104795" y="132149"/>
                    <a:pt x="104795" y="136617"/>
                  </a:cubicBezTo>
                  <a:cubicBezTo>
                    <a:pt x="104795" y="140448"/>
                    <a:pt x="101600" y="143640"/>
                    <a:pt x="97766" y="143640"/>
                  </a:cubicBezTo>
                  <a:close/>
                  <a:moveTo>
                    <a:pt x="104156" y="49795"/>
                  </a:moveTo>
                  <a:lnTo>
                    <a:pt x="104156" y="104697"/>
                  </a:lnTo>
                  <a:cubicBezTo>
                    <a:pt x="104156" y="108528"/>
                    <a:pt x="101600" y="111081"/>
                    <a:pt x="97766" y="111081"/>
                  </a:cubicBezTo>
                  <a:cubicBezTo>
                    <a:pt x="93932" y="111081"/>
                    <a:pt x="91376" y="108528"/>
                    <a:pt x="91376" y="104697"/>
                  </a:cubicBezTo>
                  <a:lnTo>
                    <a:pt x="91376" y="49795"/>
                  </a:lnTo>
                  <a:cubicBezTo>
                    <a:pt x="91376" y="45965"/>
                    <a:pt x="93932" y="43411"/>
                    <a:pt x="97766" y="43411"/>
                  </a:cubicBezTo>
                  <a:cubicBezTo>
                    <a:pt x="101600" y="43411"/>
                    <a:pt x="104156" y="46603"/>
                    <a:pt x="104156" y="49795"/>
                  </a:cubicBezTo>
                  <a:close/>
                </a:path>
              </a:pathLst>
            </a:custGeom>
            <a:solidFill>
              <a:srgbClr val="007680"/>
            </a:solidFill>
            <a:ln w="6390" cap="flat">
              <a:noFill/>
              <a:prstDash val="solid"/>
              <a:miter/>
            </a:ln>
          </p:spPr>
          <p:txBody>
            <a:bodyPr rtlCol="0" anchor="ctr"/>
            <a:lstStyle/>
            <a:p>
              <a:endParaRPr lang="en-US"/>
            </a:p>
          </p:txBody>
        </p:sp>
        <p:sp>
          <p:nvSpPr>
            <p:cNvPr id="774" name="Graphic 5">
              <a:extLst>
                <a:ext uri="{FF2B5EF4-FFF2-40B4-BE49-F238E27FC236}">
                  <a16:creationId xmlns:a16="http://schemas.microsoft.com/office/drawing/2014/main" id="{6BC10ED2-9C74-A94A-BEA9-D7491D302C0A}"/>
                </a:ext>
              </a:extLst>
            </p:cNvPr>
            <p:cNvSpPr/>
            <p:nvPr/>
          </p:nvSpPr>
          <p:spPr>
            <a:xfrm>
              <a:off x="4046747" y="2856356"/>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295854 w 362309"/>
                <a:gd name="connsiteY6" fmla="*/ 261105 h 361971"/>
                <a:gd name="connsiteX7" fmla="*/ 290103 w 362309"/>
                <a:gd name="connsiteY7" fmla="*/ 264297 h 361971"/>
                <a:gd name="connsiteX8" fmla="*/ 70929 w 362309"/>
                <a:gd name="connsiteY8" fmla="*/ 264297 h 361971"/>
                <a:gd name="connsiteX9" fmla="*/ 65177 w 362309"/>
                <a:gd name="connsiteY9" fmla="*/ 261105 h 361971"/>
                <a:gd name="connsiteX10" fmla="*/ 65177 w 362309"/>
                <a:gd name="connsiteY10" fmla="*/ 254721 h 361971"/>
                <a:gd name="connsiteX11" fmla="*/ 174445 w 362309"/>
                <a:gd name="connsiteY11" fmla="*/ 74693 h 361971"/>
                <a:gd name="connsiteX12" fmla="*/ 183391 w 362309"/>
                <a:gd name="connsiteY12" fmla="*/ 72778 h 361971"/>
                <a:gd name="connsiteX13" fmla="*/ 185308 w 362309"/>
                <a:gd name="connsiteY13" fmla="*/ 74693 h 361971"/>
                <a:gd name="connsiteX14" fmla="*/ 295215 w 362309"/>
                <a:gd name="connsiteY14" fmla="*/ 254721 h 361971"/>
                <a:gd name="connsiteX15" fmla="*/ 295854 w 362309"/>
                <a:gd name="connsiteY15" fmla="*/ 261105 h 361971"/>
                <a:gd name="connsiteX16" fmla="*/ 295854 w 362309"/>
                <a:gd name="connsiteY16" fmla="*/ 26110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2309" h="361971">
                  <a:moveTo>
                    <a:pt x="180835" y="0"/>
                  </a:moveTo>
                  <a:cubicBezTo>
                    <a:pt x="80513" y="0"/>
                    <a:pt x="0" y="81077"/>
                    <a:pt x="0" y="181305"/>
                  </a:cubicBezTo>
                  <a:cubicBezTo>
                    <a:pt x="0" y="281534"/>
                    <a:pt x="81152" y="361972"/>
                    <a:pt x="181474" y="361972"/>
                  </a:cubicBezTo>
                  <a:cubicBezTo>
                    <a:pt x="281796" y="361972"/>
                    <a:pt x="362310" y="280895"/>
                    <a:pt x="362310" y="180667"/>
                  </a:cubicBezTo>
                  <a:cubicBezTo>
                    <a:pt x="362310" y="81077"/>
                    <a:pt x="281157" y="0"/>
                    <a:pt x="180835" y="0"/>
                  </a:cubicBezTo>
                  <a:cubicBezTo>
                    <a:pt x="181474" y="0"/>
                    <a:pt x="180835" y="0"/>
                    <a:pt x="180835" y="0"/>
                  </a:cubicBezTo>
                  <a:close/>
                  <a:moveTo>
                    <a:pt x="295854" y="261105"/>
                  </a:moveTo>
                  <a:cubicBezTo>
                    <a:pt x="294576" y="263020"/>
                    <a:pt x="292659" y="264297"/>
                    <a:pt x="290103" y="264297"/>
                  </a:cubicBezTo>
                  <a:lnTo>
                    <a:pt x="70929" y="264297"/>
                  </a:lnTo>
                  <a:cubicBezTo>
                    <a:pt x="68372" y="264297"/>
                    <a:pt x="66456" y="263020"/>
                    <a:pt x="65177" y="261105"/>
                  </a:cubicBezTo>
                  <a:cubicBezTo>
                    <a:pt x="63899" y="259190"/>
                    <a:pt x="63899" y="256636"/>
                    <a:pt x="65177" y="254721"/>
                  </a:cubicBezTo>
                  <a:lnTo>
                    <a:pt x="174445" y="74693"/>
                  </a:lnTo>
                  <a:cubicBezTo>
                    <a:pt x="176363" y="71501"/>
                    <a:pt x="180196" y="70862"/>
                    <a:pt x="183391" y="72778"/>
                  </a:cubicBezTo>
                  <a:cubicBezTo>
                    <a:pt x="184030" y="73416"/>
                    <a:pt x="185308" y="74054"/>
                    <a:pt x="185308" y="74693"/>
                  </a:cubicBezTo>
                  <a:lnTo>
                    <a:pt x="295215" y="254721"/>
                  </a:lnTo>
                  <a:cubicBezTo>
                    <a:pt x="297132" y="256636"/>
                    <a:pt x="297132" y="259190"/>
                    <a:pt x="295854" y="261105"/>
                  </a:cubicBezTo>
                  <a:lnTo>
                    <a:pt x="295854" y="261105"/>
                  </a:lnTo>
                  <a:close/>
                </a:path>
              </a:pathLst>
            </a:custGeom>
            <a:solidFill>
              <a:srgbClr val="007680"/>
            </a:solidFill>
            <a:ln w="6390" cap="flat">
              <a:noFill/>
              <a:prstDash val="solid"/>
              <a:miter/>
            </a:ln>
          </p:spPr>
          <p:txBody>
            <a:bodyPr rtlCol="0" anchor="ctr"/>
            <a:lstStyle/>
            <a:p>
              <a:endParaRPr lang="en-US"/>
            </a:p>
          </p:txBody>
        </p:sp>
      </p:grpSp>
      <p:grpSp>
        <p:nvGrpSpPr>
          <p:cNvPr id="775" name="Graphic 5">
            <a:extLst>
              <a:ext uri="{FF2B5EF4-FFF2-40B4-BE49-F238E27FC236}">
                <a16:creationId xmlns:a16="http://schemas.microsoft.com/office/drawing/2014/main" id="{9BFB6198-6D5F-0F49-9331-A7857966DD9A}"/>
              </a:ext>
            </a:extLst>
          </p:cNvPr>
          <p:cNvGrpSpPr/>
          <p:nvPr/>
        </p:nvGrpSpPr>
        <p:grpSpPr>
          <a:xfrm>
            <a:off x="4046747" y="3824806"/>
            <a:ext cx="362309" cy="361971"/>
            <a:chOff x="4046747" y="3824806"/>
            <a:chExt cx="362309" cy="361971"/>
          </a:xfrm>
          <a:solidFill>
            <a:srgbClr val="007680"/>
          </a:solidFill>
        </p:grpSpPr>
        <p:sp>
          <p:nvSpPr>
            <p:cNvPr id="776" name="Graphic 5">
              <a:extLst>
                <a:ext uri="{FF2B5EF4-FFF2-40B4-BE49-F238E27FC236}">
                  <a16:creationId xmlns:a16="http://schemas.microsoft.com/office/drawing/2014/main" id="{EDF57F6D-6085-2241-B827-65709F9F704B}"/>
                </a:ext>
              </a:extLst>
            </p:cNvPr>
            <p:cNvSpPr/>
            <p:nvPr/>
          </p:nvSpPr>
          <p:spPr>
            <a:xfrm>
              <a:off x="4173267" y="3951847"/>
              <a:ext cx="108628" cy="108527"/>
            </a:xfrm>
            <a:custGeom>
              <a:avLst/>
              <a:gdLst>
                <a:gd name="connsiteX0" fmla="*/ 108629 w 108628"/>
                <a:gd name="connsiteY0" fmla="*/ 54264 h 108527"/>
                <a:gd name="connsiteX1" fmla="*/ 54314 w 108628"/>
                <a:gd name="connsiteY1" fmla="*/ 108528 h 108527"/>
                <a:gd name="connsiteX2" fmla="*/ 0 w 108628"/>
                <a:gd name="connsiteY2" fmla="*/ 54264 h 108527"/>
                <a:gd name="connsiteX3" fmla="*/ 54314 w 108628"/>
                <a:gd name="connsiteY3" fmla="*/ 0 h 108527"/>
                <a:gd name="connsiteX4" fmla="*/ 108629 w 108628"/>
                <a:gd name="connsiteY4" fmla="*/ 54264 h 108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628" h="108527">
                  <a:moveTo>
                    <a:pt x="108629" y="54264"/>
                  </a:moveTo>
                  <a:cubicBezTo>
                    <a:pt x="108629" y="84233"/>
                    <a:pt x="84311" y="108528"/>
                    <a:pt x="54314" y="108528"/>
                  </a:cubicBezTo>
                  <a:cubicBezTo>
                    <a:pt x="24317" y="108528"/>
                    <a:pt x="0" y="84233"/>
                    <a:pt x="0" y="54264"/>
                  </a:cubicBezTo>
                  <a:cubicBezTo>
                    <a:pt x="0" y="24295"/>
                    <a:pt x="24317" y="0"/>
                    <a:pt x="54314" y="0"/>
                  </a:cubicBezTo>
                  <a:cubicBezTo>
                    <a:pt x="84311" y="0"/>
                    <a:pt x="108629" y="24295"/>
                    <a:pt x="108629" y="54264"/>
                  </a:cubicBezTo>
                  <a:close/>
                </a:path>
              </a:pathLst>
            </a:custGeom>
            <a:solidFill>
              <a:srgbClr val="007680"/>
            </a:solidFill>
            <a:ln w="6390" cap="flat">
              <a:noFill/>
              <a:prstDash val="solid"/>
              <a:miter/>
            </a:ln>
          </p:spPr>
          <p:txBody>
            <a:bodyPr rtlCol="0" anchor="ctr"/>
            <a:lstStyle/>
            <a:p>
              <a:endParaRPr lang="en-US"/>
            </a:p>
          </p:txBody>
        </p:sp>
        <p:sp>
          <p:nvSpPr>
            <p:cNvPr id="777" name="Graphic 5">
              <a:extLst>
                <a:ext uri="{FF2B5EF4-FFF2-40B4-BE49-F238E27FC236}">
                  <a16:creationId xmlns:a16="http://schemas.microsoft.com/office/drawing/2014/main" id="{E2F149D1-5BD6-3745-9715-4AA5A5562AF2}"/>
                </a:ext>
              </a:extLst>
            </p:cNvPr>
            <p:cNvSpPr/>
            <p:nvPr/>
          </p:nvSpPr>
          <p:spPr>
            <a:xfrm>
              <a:off x="4208412" y="3891838"/>
              <a:ext cx="37061" cy="48518"/>
            </a:xfrm>
            <a:custGeom>
              <a:avLst/>
              <a:gdLst>
                <a:gd name="connsiteX0" fmla="*/ 7668 w 37061"/>
                <a:gd name="connsiteY0" fmla="*/ 48518 h 48518"/>
                <a:gd name="connsiteX1" fmla="*/ 30672 w 37061"/>
                <a:gd name="connsiteY1" fmla="*/ 48518 h 48518"/>
                <a:gd name="connsiteX2" fmla="*/ 37062 w 37061"/>
                <a:gd name="connsiteY2" fmla="*/ 1277 h 48518"/>
                <a:gd name="connsiteX3" fmla="*/ 18531 w 37061"/>
                <a:gd name="connsiteY3" fmla="*/ 0 h 48518"/>
                <a:gd name="connsiteX4" fmla="*/ 0 w 37061"/>
                <a:gd name="connsiteY4" fmla="*/ 1277 h 48518"/>
                <a:gd name="connsiteX5" fmla="*/ 7668 w 37061"/>
                <a:gd name="connsiteY5" fmla="*/ 48518 h 4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61" h="48518">
                  <a:moveTo>
                    <a:pt x="7668" y="48518"/>
                  </a:moveTo>
                  <a:cubicBezTo>
                    <a:pt x="15336" y="47242"/>
                    <a:pt x="23004" y="47242"/>
                    <a:pt x="30672" y="48518"/>
                  </a:cubicBezTo>
                  <a:lnTo>
                    <a:pt x="37062" y="1277"/>
                  </a:lnTo>
                  <a:cubicBezTo>
                    <a:pt x="31311" y="0"/>
                    <a:pt x="24921" y="0"/>
                    <a:pt x="18531" y="0"/>
                  </a:cubicBezTo>
                  <a:cubicBezTo>
                    <a:pt x="12141" y="0"/>
                    <a:pt x="6390" y="638"/>
                    <a:pt x="0" y="1277"/>
                  </a:cubicBezTo>
                  <a:lnTo>
                    <a:pt x="7668" y="48518"/>
                  </a:lnTo>
                  <a:close/>
                </a:path>
              </a:pathLst>
            </a:custGeom>
            <a:solidFill>
              <a:srgbClr val="007680"/>
            </a:solidFill>
            <a:ln w="6390" cap="flat">
              <a:noFill/>
              <a:prstDash val="solid"/>
              <a:miter/>
            </a:ln>
          </p:spPr>
          <p:txBody>
            <a:bodyPr rtlCol="0" anchor="ctr"/>
            <a:lstStyle/>
            <a:p>
              <a:endParaRPr lang="en-US"/>
            </a:p>
          </p:txBody>
        </p:sp>
        <p:sp>
          <p:nvSpPr>
            <p:cNvPr id="778" name="Graphic 5">
              <a:extLst>
                <a:ext uri="{FF2B5EF4-FFF2-40B4-BE49-F238E27FC236}">
                  <a16:creationId xmlns:a16="http://schemas.microsoft.com/office/drawing/2014/main" id="{AFA89BA0-23BB-C248-8392-A7FD1631D0B1}"/>
                </a:ext>
              </a:extLst>
            </p:cNvPr>
            <p:cNvSpPr/>
            <p:nvPr/>
          </p:nvSpPr>
          <p:spPr>
            <a:xfrm>
              <a:off x="4117036" y="3895668"/>
              <a:ext cx="86264" cy="86183"/>
            </a:xfrm>
            <a:custGeom>
              <a:avLst/>
              <a:gdLst>
                <a:gd name="connsiteX0" fmla="*/ 47925 w 86264"/>
                <a:gd name="connsiteY0" fmla="*/ 86184 h 86183"/>
                <a:gd name="connsiteX1" fmla="*/ 86264 w 86264"/>
                <a:gd name="connsiteY1" fmla="*/ 47880 h 86183"/>
                <a:gd name="connsiteX2" fmla="*/ 79235 w 86264"/>
                <a:gd name="connsiteY2" fmla="*/ 0 h 86183"/>
                <a:gd name="connsiteX3" fmla="*/ 0 w 86264"/>
                <a:gd name="connsiteY3" fmla="*/ 79162 h 86183"/>
                <a:gd name="connsiteX4" fmla="*/ 47925 w 86264"/>
                <a:gd name="connsiteY4" fmla="*/ 86184 h 86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4" h="86183">
                  <a:moveTo>
                    <a:pt x="47925" y="86184"/>
                  </a:moveTo>
                  <a:cubicBezTo>
                    <a:pt x="54954" y="68309"/>
                    <a:pt x="68372" y="54902"/>
                    <a:pt x="86264" y="47880"/>
                  </a:cubicBezTo>
                  <a:lnTo>
                    <a:pt x="79235" y="0"/>
                  </a:lnTo>
                  <a:cubicBezTo>
                    <a:pt x="40896" y="10853"/>
                    <a:pt x="10863" y="40858"/>
                    <a:pt x="0" y="79162"/>
                  </a:cubicBezTo>
                  <a:lnTo>
                    <a:pt x="47925" y="86184"/>
                  </a:lnTo>
                  <a:close/>
                </a:path>
              </a:pathLst>
            </a:custGeom>
            <a:solidFill>
              <a:srgbClr val="007680"/>
            </a:solidFill>
            <a:ln w="6390" cap="flat">
              <a:noFill/>
              <a:prstDash val="solid"/>
              <a:miter/>
            </a:ln>
          </p:spPr>
          <p:txBody>
            <a:bodyPr rtlCol="0" anchor="ctr"/>
            <a:lstStyle/>
            <a:p>
              <a:endParaRPr lang="en-US"/>
            </a:p>
          </p:txBody>
        </p:sp>
        <p:sp>
          <p:nvSpPr>
            <p:cNvPr id="779" name="Graphic 5">
              <a:extLst>
                <a:ext uri="{FF2B5EF4-FFF2-40B4-BE49-F238E27FC236}">
                  <a16:creationId xmlns:a16="http://schemas.microsoft.com/office/drawing/2014/main" id="{5DAF0889-DD79-A848-BCC9-7A1EADC75980}"/>
                </a:ext>
              </a:extLst>
            </p:cNvPr>
            <p:cNvSpPr/>
            <p:nvPr/>
          </p:nvSpPr>
          <p:spPr>
            <a:xfrm>
              <a:off x="4251864" y="3895030"/>
              <a:ext cx="86264" cy="86822"/>
            </a:xfrm>
            <a:custGeom>
              <a:avLst/>
              <a:gdLst>
                <a:gd name="connsiteX0" fmla="*/ 0 w 86264"/>
                <a:gd name="connsiteY0" fmla="*/ 48518 h 86822"/>
                <a:gd name="connsiteX1" fmla="*/ 38340 w 86264"/>
                <a:gd name="connsiteY1" fmla="*/ 86822 h 86822"/>
                <a:gd name="connsiteX2" fmla="*/ 86264 w 86264"/>
                <a:gd name="connsiteY2" fmla="*/ 79800 h 86822"/>
                <a:gd name="connsiteX3" fmla="*/ 6390 w 86264"/>
                <a:gd name="connsiteY3" fmla="*/ 0 h 86822"/>
                <a:gd name="connsiteX4" fmla="*/ 0 w 86264"/>
                <a:gd name="connsiteY4" fmla="*/ 48518 h 86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4" h="86822">
                  <a:moveTo>
                    <a:pt x="0" y="48518"/>
                  </a:moveTo>
                  <a:cubicBezTo>
                    <a:pt x="17892" y="55541"/>
                    <a:pt x="31310" y="68947"/>
                    <a:pt x="38340" y="86822"/>
                  </a:cubicBezTo>
                  <a:lnTo>
                    <a:pt x="86264" y="79800"/>
                  </a:lnTo>
                  <a:cubicBezTo>
                    <a:pt x="75401" y="41496"/>
                    <a:pt x="45368" y="10853"/>
                    <a:pt x="6390" y="0"/>
                  </a:cubicBezTo>
                  <a:lnTo>
                    <a:pt x="0" y="48518"/>
                  </a:lnTo>
                  <a:close/>
                </a:path>
              </a:pathLst>
            </a:custGeom>
            <a:solidFill>
              <a:srgbClr val="007680"/>
            </a:solidFill>
            <a:ln w="6390" cap="flat">
              <a:noFill/>
              <a:prstDash val="solid"/>
              <a:miter/>
            </a:ln>
          </p:spPr>
          <p:txBody>
            <a:bodyPr rtlCol="0" anchor="ctr"/>
            <a:lstStyle/>
            <a:p>
              <a:endParaRPr lang="en-US"/>
            </a:p>
          </p:txBody>
        </p:sp>
        <p:sp>
          <p:nvSpPr>
            <p:cNvPr id="780" name="Graphic 5">
              <a:extLst>
                <a:ext uri="{FF2B5EF4-FFF2-40B4-BE49-F238E27FC236}">
                  <a16:creationId xmlns:a16="http://schemas.microsoft.com/office/drawing/2014/main" id="{E708CBE3-AA81-5D4D-8EA3-4569B5CB1409}"/>
                </a:ext>
              </a:extLst>
            </p:cNvPr>
            <p:cNvSpPr/>
            <p:nvPr/>
          </p:nvSpPr>
          <p:spPr>
            <a:xfrm>
              <a:off x="4293398" y="3986959"/>
              <a:ext cx="48722" cy="37027"/>
            </a:xfrm>
            <a:custGeom>
              <a:avLst/>
              <a:gdLst>
                <a:gd name="connsiteX0" fmla="*/ 1278 w 48722"/>
                <a:gd name="connsiteY0" fmla="*/ 19152 h 37027"/>
                <a:gd name="connsiteX1" fmla="*/ 0 w 48722"/>
                <a:gd name="connsiteY1" fmla="*/ 30643 h 37027"/>
                <a:gd name="connsiteX2" fmla="*/ 47285 w 48722"/>
                <a:gd name="connsiteY2" fmla="*/ 37027 h 37027"/>
                <a:gd name="connsiteX3" fmla="*/ 47285 w 48722"/>
                <a:gd name="connsiteY3" fmla="*/ 0 h 37027"/>
                <a:gd name="connsiteX4" fmla="*/ 0 w 48722"/>
                <a:gd name="connsiteY4" fmla="*/ 7022 h 37027"/>
                <a:gd name="connsiteX5" fmla="*/ 1278 w 48722"/>
                <a:gd name="connsiteY5" fmla="*/ 19152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22" h="37027">
                  <a:moveTo>
                    <a:pt x="1278" y="19152"/>
                  </a:moveTo>
                  <a:cubicBezTo>
                    <a:pt x="1278" y="22982"/>
                    <a:pt x="639" y="26812"/>
                    <a:pt x="0" y="30643"/>
                  </a:cubicBezTo>
                  <a:lnTo>
                    <a:pt x="47285" y="37027"/>
                  </a:lnTo>
                  <a:cubicBezTo>
                    <a:pt x="49202" y="24897"/>
                    <a:pt x="49202" y="12768"/>
                    <a:pt x="47285" y="0"/>
                  </a:cubicBezTo>
                  <a:lnTo>
                    <a:pt x="0" y="7022"/>
                  </a:lnTo>
                  <a:cubicBezTo>
                    <a:pt x="1278" y="10852"/>
                    <a:pt x="1278" y="15321"/>
                    <a:pt x="1278" y="19152"/>
                  </a:cubicBezTo>
                  <a:close/>
                </a:path>
              </a:pathLst>
            </a:custGeom>
            <a:solidFill>
              <a:srgbClr val="007680"/>
            </a:solidFill>
            <a:ln w="6390" cap="flat">
              <a:noFill/>
              <a:prstDash val="solid"/>
              <a:miter/>
            </a:ln>
          </p:spPr>
          <p:txBody>
            <a:bodyPr rtlCol="0" anchor="ctr"/>
            <a:lstStyle/>
            <a:p>
              <a:endParaRPr lang="en-US"/>
            </a:p>
          </p:txBody>
        </p:sp>
        <p:sp>
          <p:nvSpPr>
            <p:cNvPr id="781" name="Graphic 5">
              <a:extLst>
                <a:ext uri="{FF2B5EF4-FFF2-40B4-BE49-F238E27FC236}">
                  <a16:creationId xmlns:a16="http://schemas.microsoft.com/office/drawing/2014/main" id="{D0205136-87AB-7F47-B758-34A3AE2C5F7F}"/>
                </a:ext>
              </a:extLst>
            </p:cNvPr>
            <p:cNvSpPr/>
            <p:nvPr/>
          </p:nvSpPr>
          <p:spPr>
            <a:xfrm>
              <a:off x="4251864" y="4029732"/>
              <a:ext cx="86902" cy="86183"/>
            </a:xfrm>
            <a:custGeom>
              <a:avLst/>
              <a:gdLst>
                <a:gd name="connsiteX0" fmla="*/ 38340 w 86902"/>
                <a:gd name="connsiteY0" fmla="*/ 0 h 86183"/>
                <a:gd name="connsiteX1" fmla="*/ 0 w 86902"/>
                <a:gd name="connsiteY1" fmla="*/ 38304 h 86183"/>
                <a:gd name="connsiteX2" fmla="*/ 7029 w 86902"/>
                <a:gd name="connsiteY2" fmla="*/ 86184 h 86183"/>
                <a:gd name="connsiteX3" fmla="*/ 86903 w 86902"/>
                <a:gd name="connsiteY3" fmla="*/ 6384 h 86183"/>
                <a:gd name="connsiteX4" fmla="*/ 38340 w 86902"/>
                <a:gd name="connsiteY4" fmla="*/ 0 h 86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02" h="86183">
                  <a:moveTo>
                    <a:pt x="38340" y="0"/>
                  </a:moveTo>
                  <a:cubicBezTo>
                    <a:pt x="31310" y="17875"/>
                    <a:pt x="17892" y="31282"/>
                    <a:pt x="0" y="38304"/>
                  </a:cubicBezTo>
                  <a:lnTo>
                    <a:pt x="7029" y="86184"/>
                  </a:lnTo>
                  <a:cubicBezTo>
                    <a:pt x="45368" y="75331"/>
                    <a:pt x="76040" y="45327"/>
                    <a:pt x="86903" y="6384"/>
                  </a:cubicBezTo>
                  <a:lnTo>
                    <a:pt x="38340" y="0"/>
                  </a:lnTo>
                  <a:close/>
                </a:path>
              </a:pathLst>
            </a:custGeom>
            <a:solidFill>
              <a:srgbClr val="007680"/>
            </a:solidFill>
            <a:ln w="6390" cap="flat">
              <a:noFill/>
              <a:prstDash val="solid"/>
              <a:miter/>
            </a:ln>
          </p:spPr>
          <p:txBody>
            <a:bodyPr rtlCol="0" anchor="ctr"/>
            <a:lstStyle/>
            <a:p>
              <a:endParaRPr lang="en-US"/>
            </a:p>
          </p:txBody>
        </p:sp>
        <p:sp>
          <p:nvSpPr>
            <p:cNvPr id="782" name="Graphic 5">
              <a:extLst>
                <a:ext uri="{FF2B5EF4-FFF2-40B4-BE49-F238E27FC236}">
                  <a16:creationId xmlns:a16="http://schemas.microsoft.com/office/drawing/2014/main" id="{75FB906B-C9F8-FC43-BFA9-8E74D2CFB60F}"/>
                </a:ext>
              </a:extLst>
            </p:cNvPr>
            <p:cNvSpPr/>
            <p:nvPr/>
          </p:nvSpPr>
          <p:spPr>
            <a:xfrm>
              <a:off x="4113042" y="3987597"/>
              <a:ext cx="48723" cy="37027"/>
            </a:xfrm>
            <a:custGeom>
              <a:avLst/>
              <a:gdLst>
                <a:gd name="connsiteX0" fmla="*/ 47445 w 48723"/>
                <a:gd name="connsiteY0" fmla="*/ 18514 h 37027"/>
                <a:gd name="connsiteX1" fmla="*/ 48723 w 48723"/>
                <a:gd name="connsiteY1" fmla="*/ 7022 h 37027"/>
                <a:gd name="connsiteX2" fmla="*/ 1438 w 48723"/>
                <a:gd name="connsiteY2" fmla="*/ 0 h 37027"/>
                <a:gd name="connsiteX3" fmla="*/ 1438 w 48723"/>
                <a:gd name="connsiteY3" fmla="*/ 37027 h 37027"/>
                <a:gd name="connsiteX4" fmla="*/ 48723 w 48723"/>
                <a:gd name="connsiteY4" fmla="*/ 30643 h 37027"/>
                <a:gd name="connsiteX5" fmla="*/ 47445 w 48723"/>
                <a:gd name="connsiteY5" fmla="*/ 18514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23" h="37027">
                  <a:moveTo>
                    <a:pt x="47445" y="18514"/>
                  </a:moveTo>
                  <a:cubicBezTo>
                    <a:pt x="47445" y="14683"/>
                    <a:pt x="48084" y="10853"/>
                    <a:pt x="48723" y="7022"/>
                  </a:cubicBezTo>
                  <a:lnTo>
                    <a:pt x="1438" y="0"/>
                  </a:lnTo>
                  <a:cubicBezTo>
                    <a:pt x="-479" y="12130"/>
                    <a:pt x="-479" y="24259"/>
                    <a:pt x="1438" y="37027"/>
                  </a:cubicBezTo>
                  <a:lnTo>
                    <a:pt x="48723" y="30643"/>
                  </a:lnTo>
                  <a:cubicBezTo>
                    <a:pt x="48084" y="26174"/>
                    <a:pt x="47445" y="22344"/>
                    <a:pt x="47445" y="18514"/>
                  </a:cubicBezTo>
                  <a:close/>
                </a:path>
              </a:pathLst>
            </a:custGeom>
            <a:solidFill>
              <a:srgbClr val="007680"/>
            </a:solidFill>
            <a:ln w="6390" cap="flat">
              <a:noFill/>
              <a:prstDash val="solid"/>
              <a:miter/>
            </a:ln>
          </p:spPr>
          <p:txBody>
            <a:bodyPr rtlCol="0" anchor="ctr"/>
            <a:lstStyle/>
            <a:p>
              <a:endParaRPr lang="en-US"/>
            </a:p>
          </p:txBody>
        </p:sp>
        <p:sp>
          <p:nvSpPr>
            <p:cNvPr id="783" name="Graphic 5">
              <a:extLst>
                <a:ext uri="{FF2B5EF4-FFF2-40B4-BE49-F238E27FC236}">
                  <a16:creationId xmlns:a16="http://schemas.microsoft.com/office/drawing/2014/main" id="{DCE115F1-2CDF-4F4F-8BA7-559077508EE5}"/>
                </a:ext>
              </a:extLst>
            </p:cNvPr>
            <p:cNvSpPr/>
            <p:nvPr/>
          </p:nvSpPr>
          <p:spPr>
            <a:xfrm>
              <a:off x="4209690" y="4071866"/>
              <a:ext cx="37061" cy="48518"/>
            </a:xfrm>
            <a:custGeom>
              <a:avLst/>
              <a:gdLst>
                <a:gd name="connsiteX0" fmla="*/ 30033 w 37061"/>
                <a:gd name="connsiteY0" fmla="*/ 0 h 48518"/>
                <a:gd name="connsiteX1" fmla="*/ 7029 w 37061"/>
                <a:gd name="connsiteY1" fmla="*/ 0 h 48518"/>
                <a:gd name="connsiteX2" fmla="*/ 0 w 37061"/>
                <a:gd name="connsiteY2" fmla="*/ 47241 h 48518"/>
                <a:gd name="connsiteX3" fmla="*/ 18531 w 37061"/>
                <a:gd name="connsiteY3" fmla="*/ 48518 h 48518"/>
                <a:gd name="connsiteX4" fmla="*/ 37062 w 37061"/>
                <a:gd name="connsiteY4" fmla="*/ 47241 h 48518"/>
                <a:gd name="connsiteX5" fmla="*/ 30033 w 37061"/>
                <a:gd name="connsiteY5" fmla="*/ 0 h 4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61" h="48518">
                  <a:moveTo>
                    <a:pt x="30033" y="0"/>
                  </a:moveTo>
                  <a:cubicBezTo>
                    <a:pt x="22365" y="1277"/>
                    <a:pt x="14697" y="1277"/>
                    <a:pt x="7029" y="0"/>
                  </a:cubicBezTo>
                  <a:lnTo>
                    <a:pt x="0" y="47241"/>
                  </a:lnTo>
                  <a:cubicBezTo>
                    <a:pt x="6390" y="48518"/>
                    <a:pt x="12141" y="48518"/>
                    <a:pt x="18531" y="48518"/>
                  </a:cubicBezTo>
                  <a:cubicBezTo>
                    <a:pt x="24921" y="48518"/>
                    <a:pt x="30672" y="47880"/>
                    <a:pt x="37062" y="47241"/>
                  </a:cubicBezTo>
                  <a:lnTo>
                    <a:pt x="30033" y="0"/>
                  </a:lnTo>
                  <a:close/>
                </a:path>
              </a:pathLst>
            </a:custGeom>
            <a:solidFill>
              <a:srgbClr val="007680"/>
            </a:solidFill>
            <a:ln w="6390" cap="flat">
              <a:noFill/>
              <a:prstDash val="solid"/>
              <a:miter/>
            </a:ln>
          </p:spPr>
          <p:txBody>
            <a:bodyPr rtlCol="0" anchor="ctr"/>
            <a:lstStyle/>
            <a:p>
              <a:endParaRPr lang="en-US"/>
            </a:p>
          </p:txBody>
        </p:sp>
        <p:sp>
          <p:nvSpPr>
            <p:cNvPr id="784" name="Graphic 5">
              <a:extLst>
                <a:ext uri="{FF2B5EF4-FFF2-40B4-BE49-F238E27FC236}">
                  <a16:creationId xmlns:a16="http://schemas.microsoft.com/office/drawing/2014/main" id="{D0FF7740-7128-104C-8028-45D74DD847CF}"/>
                </a:ext>
              </a:extLst>
            </p:cNvPr>
            <p:cNvSpPr/>
            <p:nvPr/>
          </p:nvSpPr>
          <p:spPr>
            <a:xfrm>
              <a:off x="4117675" y="4030370"/>
              <a:ext cx="86264" cy="86822"/>
            </a:xfrm>
            <a:custGeom>
              <a:avLst/>
              <a:gdLst>
                <a:gd name="connsiteX0" fmla="*/ 86264 w 86264"/>
                <a:gd name="connsiteY0" fmla="*/ 38304 h 86822"/>
                <a:gd name="connsiteX1" fmla="*/ 47925 w 86264"/>
                <a:gd name="connsiteY1" fmla="*/ 0 h 86822"/>
                <a:gd name="connsiteX2" fmla="*/ 0 w 86264"/>
                <a:gd name="connsiteY2" fmla="*/ 7022 h 86822"/>
                <a:gd name="connsiteX3" fmla="*/ 79874 w 86264"/>
                <a:gd name="connsiteY3" fmla="*/ 86822 h 86822"/>
                <a:gd name="connsiteX4" fmla="*/ 86264 w 86264"/>
                <a:gd name="connsiteY4" fmla="*/ 38304 h 86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4" h="86822">
                  <a:moveTo>
                    <a:pt x="86264" y="38304"/>
                  </a:moveTo>
                  <a:cubicBezTo>
                    <a:pt x="68372" y="31281"/>
                    <a:pt x="54953" y="17875"/>
                    <a:pt x="47925" y="0"/>
                  </a:cubicBezTo>
                  <a:lnTo>
                    <a:pt x="0" y="7022"/>
                  </a:lnTo>
                  <a:cubicBezTo>
                    <a:pt x="10863" y="45326"/>
                    <a:pt x="40895" y="75969"/>
                    <a:pt x="79874" y="86822"/>
                  </a:cubicBezTo>
                  <a:lnTo>
                    <a:pt x="86264" y="38304"/>
                  </a:lnTo>
                  <a:close/>
                </a:path>
              </a:pathLst>
            </a:custGeom>
            <a:solidFill>
              <a:srgbClr val="007680"/>
            </a:solidFill>
            <a:ln w="6390" cap="flat">
              <a:noFill/>
              <a:prstDash val="solid"/>
              <a:miter/>
            </a:ln>
          </p:spPr>
          <p:txBody>
            <a:bodyPr rtlCol="0" anchor="ctr"/>
            <a:lstStyle/>
            <a:p>
              <a:endParaRPr lang="en-US"/>
            </a:p>
          </p:txBody>
        </p:sp>
        <p:sp>
          <p:nvSpPr>
            <p:cNvPr id="785" name="Graphic 5">
              <a:extLst>
                <a:ext uri="{FF2B5EF4-FFF2-40B4-BE49-F238E27FC236}">
                  <a16:creationId xmlns:a16="http://schemas.microsoft.com/office/drawing/2014/main" id="{BC2A976E-44E4-284E-85DE-B07A2718A978}"/>
                </a:ext>
              </a:extLst>
            </p:cNvPr>
            <p:cNvSpPr/>
            <p:nvPr/>
          </p:nvSpPr>
          <p:spPr>
            <a:xfrm>
              <a:off x="4046747" y="3824806"/>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180835 w 362309"/>
                <a:gd name="connsiteY6" fmla="*/ 308346 h 361971"/>
                <a:gd name="connsiteX7" fmla="*/ 53036 w 362309"/>
                <a:gd name="connsiteY7" fmla="*/ 180667 h 361971"/>
                <a:gd name="connsiteX8" fmla="*/ 180835 w 362309"/>
                <a:gd name="connsiteY8" fmla="*/ 52987 h 361971"/>
                <a:gd name="connsiteX9" fmla="*/ 308634 w 362309"/>
                <a:gd name="connsiteY9" fmla="*/ 180667 h 361971"/>
                <a:gd name="connsiteX10" fmla="*/ 180835 w 362309"/>
                <a:gd name="connsiteY10" fmla="*/ 30834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09" h="361971">
                  <a:moveTo>
                    <a:pt x="180835" y="0"/>
                  </a:moveTo>
                  <a:cubicBezTo>
                    <a:pt x="80513" y="0"/>
                    <a:pt x="0" y="81077"/>
                    <a:pt x="0" y="181305"/>
                  </a:cubicBezTo>
                  <a:cubicBezTo>
                    <a:pt x="0" y="281533"/>
                    <a:pt x="81152" y="361972"/>
                    <a:pt x="181474" y="361972"/>
                  </a:cubicBezTo>
                  <a:cubicBezTo>
                    <a:pt x="281157" y="361972"/>
                    <a:pt x="362310" y="280895"/>
                    <a:pt x="362310" y="180667"/>
                  </a:cubicBezTo>
                  <a:cubicBezTo>
                    <a:pt x="362310" y="81077"/>
                    <a:pt x="281157" y="0"/>
                    <a:pt x="180835" y="0"/>
                  </a:cubicBezTo>
                  <a:cubicBezTo>
                    <a:pt x="180835" y="0"/>
                    <a:pt x="180835" y="0"/>
                    <a:pt x="180835" y="0"/>
                  </a:cubicBezTo>
                  <a:close/>
                  <a:moveTo>
                    <a:pt x="180835" y="308346"/>
                  </a:moveTo>
                  <a:cubicBezTo>
                    <a:pt x="110546" y="308346"/>
                    <a:pt x="53036" y="250890"/>
                    <a:pt x="53036" y="180667"/>
                  </a:cubicBezTo>
                  <a:cubicBezTo>
                    <a:pt x="53036" y="110443"/>
                    <a:pt x="110546" y="52987"/>
                    <a:pt x="180835" y="52987"/>
                  </a:cubicBezTo>
                  <a:cubicBezTo>
                    <a:pt x="251124" y="52987"/>
                    <a:pt x="308634" y="110443"/>
                    <a:pt x="308634" y="180667"/>
                  </a:cubicBezTo>
                  <a:cubicBezTo>
                    <a:pt x="308634" y="250890"/>
                    <a:pt x="251764" y="308346"/>
                    <a:pt x="180835" y="308346"/>
                  </a:cubicBezTo>
                  <a:close/>
                </a:path>
              </a:pathLst>
            </a:custGeom>
            <a:solidFill>
              <a:srgbClr val="007680"/>
            </a:solidFill>
            <a:ln w="6390" cap="flat">
              <a:noFill/>
              <a:prstDash val="solid"/>
              <a:miter/>
            </a:ln>
          </p:spPr>
          <p:txBody>
            <a:bodyPr rtlCol="0" anchor="ctr"/>
            <a:lstStyle/>
            <a:p>
              <a:endParaRPr lang="en-US"/>
            </a:p>
          </p:txBody>
        </p:sp>
      </p:grpSp>
      <p:grpSp>
        <p:nvGrpSpPr>
          <p:cNvPr id="786" name="Graphic 5">
            <a:extLst>
              <a:ext uri="{FF2B5EF4-FFF2-40B4-BE49-F238E27FC236}">
                <a16:creationId xmlns:a16="http://schemas.microsoft.com/office/drawing/2014/main" id="{EBF2742F-8C90-CD46-BBCE-999739B36BE3}"/>
              </a:ext>
            </a:extLst>
          </p:cNvPr>
          <p:cNvGrpSpPr/>
          <p:nvPr/>
        </p:nvGrpSpPr>
        <p:grpSpPr>
          <a:xfrm>
            <a:off x="7193791" y="4309350"/>
            <a:ext cx="361670" cy="361971"/>
            <a:chOff x="7193791" y="4309350"/>
            <a:chExt cx="361670" cy="361971"/>
          </a:xfrm>
          <a:solidFill>
            <a:srgbClr val="007680"/>
          </a:solidFill>
        </p:grpSpPr>
        <p:sp>
          <p:nvSpPr>
            <p:cNvPr id="787" name="Graphic 5">
              <a:extLst>
                <a:ext uri="{FF2B5EF4-FFF2-40B4-BE49-F238E27FC236}">
                  <a16:creationId xmlns:a16="http://schemas.microsoft.com/office/drawing/2014/main" id="{988F7BE8-F752-E444-9F93-B1B7B923F6F1}"/>
                </a:ext>
              </a:extLst>
            </p:cNvPr>
            <p:cNvSpPr/>
            <p:nvPr/>
          </p:nvSpPr>
          <p:spPr>
            <a:xfrm>
              <a:off x="7288362" y="4446606"/>
              <a:ext cx="54314" cy="70862"/>
            </a:xfrm>
            <a:custGeom>
              <a:avLst/>
              <a:gdLst>
                <a:gd name="connsiteX0" fmla="*/ 0 w 54314"/>
                <a:gd name="connsiteY0" fmla="*/ 0 h 70862"/>
                <a:gd name="connsiteX1" fmla="*/ 54314 w 54314"/>
                <a:gd name="connsiteY1" fmla="*/ 0 h 70862"/>
                <a:gd name="connsiteX2" fmla="*/ 54314 w 54314"/>
                <a:gd name="connsiteY2" fmla="*/ 70862 h 70862"/>
                <a:gd name="connsiteX3" fmla="*/ 0 w 54314"/>
                <a:gd name="connsiteY3" fmla="*/ 70862 h 70862"/>
              </a:gdLst>
              <a:ahLst/>
              <a:cxnLst>
                <a:cxn ang="0">
                  <a:pos x="connsiteX0" y="connsiteY0"/>
                </a:cxn>
                <a:cxn ang="0">
                  <a:pos x="connsiteX1" y="connsiteY1"/>
                </a:cxn>
                <a:cxn ang="0">
                  <a:pos x="connsiteX2" y="connsiteY2"/>
                </a:cxn>
                <a:cxn ang="0">
                  <a:pos x="connsiteX3" y="connsiteY3"/>
                </a:cxn>
              </a:cxnLst>
              <a:rect l="l" t="t" r="r" b="b"/>
              <a:pathLst>
                <a:path w="54314" h="70862">
                  <a:moveTo>
                    <a:pt x="0" y="0"/>
                  </a:moveTo>
                  <a:lnTo>
                    <a:pt x="54314" y="0"/>
                  </a:lnTo>
                  <a:lnTo>
                    <a:pt x="54314" y="70862"/>
                  </a:lnTo>
                  <a:lnTo>
                    <a:pt x="0" y="70862"/>
                  </a:lnTo>
                  <a:close/>
                </a:path>
              </a:pathLst>
            </a:custGeom>
            <a:solidFill>
              <a:srgbClr val="007680"/>
            </a:solidFill>
            <a:ln w="6390" cap="flat">
              <a:noFill/>
              <a:prstDash val="solid"/>
              <a:miter/>
            </a:ln>
          </p:spPr>
          <p:txBody>
            <a:bodyPr rtlCol="0" anchor="ctr"/>
            <a:lstStyle/>
            <a:p>
              <a:endParaRPr lang="en-US"/>
            </a:p>
          </p:txBody>
        </p:sp>
        <p:sp>
          <p:nvSpPr>
            <p:cNvPr id="788" name="Graphic 5">
              <a:extLst>
                <a:ext uri="{FF2B5EF4-FFF2-40B4-BE49-F238E27FC236}">
                  <a16:creationId xmlns:a16="http://schemas.microsoft.com/office/drawing/2014/main" id="{9856D5B0-8CFF-614D-B984-445BB273B8C8}"/>
                </a:ext>
              </a:extLst>
            </p:cNvPr>
            <p:cNvSpPr/>
            <p:nvPr/>
          </p:nvSpPr>
          <p:spPr>
            <a:xfrm>
              <a:off x="7422550" y="4380212"/>
              <a:ext cx="20448" cy="20428"/>
            </a:xfrm>
            <a:custGeom>
              <a:avLst/>
              <a:gdLst>
                <a:gd name="connsiteX0" fmla="*/ 10224 w 20448"/>
                <a:gd name="connsiteY0" fmla="*/ 20429 h 20428"/>
                <a:gd name="connsiteX1" fmla="*/ 20448 w 20448"/>
                <a:gd name="connsiteY1" fmla="*/ 10214 h 20428"/>
                <a:gd name="connsiteX2" fmla="*/ 10224 w 20448"/>
                <a:gd name="connsiteY2" fmla="*/ 0 h 20428"/>
                <a:gd name="connsiteX3" fmla="*/ 0 w 20448"/>
                <a:gd name="connsiteY3" fmla="*/ 10214 h 20428"/>
                <a:gd name="connsiteX4" fmla="*/ 10224 w 20448"/>
                <a:gd name="connsiteY4" fmla="*/ 20429 h 20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48" h="20428">
                  <a:moveTo>
                    <a:pt x="10224" y="20429"/>
                  </a:moveTo>
                  <a:cubicBezTo>
                    <a:pt x="15975" y="20429"/>
                    <a:pt x="20448" y="15960"/>
                    <a:pt x="20448" y="10214"/>
                  </a:cubicBezTo>
                  <a:cubicBezTo>
                    <a:pt x="20448" y="4469"/>
                    <a:pt x="15975" y="0"/>
                    <a:pt x="10224" y="0"/>
                  </a:cubicBezTo>
                  <a:cubicBezTo>
                    <a:pt x="4473" y="0"/>
                    <a:pt x="0" y="4469"/>
                    <a:pt x="0" y="10214"/>
                  </a:cubicBezTo>
                  <a:cubicBezTo>
                    <a:pt x="0" y="15322"/>
                    <a:pt x="4473" y="20429"/>
                    <a:pt x="10224" y="20429"/>
                  </a:cubicBezTo>
                  <a:close/>
                </a:path>
              </a:pathLst>
            </a:custGeom>
            <a:solidFill>
              <a:srgbClr val="007680"/>
            </a:solidFill>
            <a:ln w="6390" cap="flat">
              <a:noFill/>
              <a:prstDash val="solid"/>
              <a:miter/>
            </a:ln>
          </p:spPr>
          <p:txBody>
            <a:bodyPr rtlCol="0" anchor="ctr"/>
            <a:lstStyle/>
            <a:p>
              <a:endParaRPr lang="en-US"/>
            </a:p>
          </p:txBody>
        </p:sp>
        <p:sp>
          <p:nvSpPr>
            <p:cNvPr id="789" name="Graphic 5">
              <a:extLst>
                <a:ext uri="{FF2B5EF4-FFF2-40B4-BE49-F238E27FC236}">
                  <a16:creationId xmlns:a16="http://schemas.microsoft.com/office/drawing/2014/main" id="{5D620FE2-C1EA-3245-A31B-A9758B40747A}"/>
                </a:ext>
              </a:extLst>
            </p:cNvPr>
            <p:cNvSpPr/>
            <p:nvPr/>
          </p:nvSpPr>
          <p:spPr>
            <a:xfrm>
              <a:off x="7305615" y="4380212"/>
              <a:ext cx="20447" cy="20428"/>
            </a:xfrm>
            <a:custGeom>
              <a:avLst/>
              <a:gdLst>
                <a:gd name="connsiteX0" fmla="*/ 10224 w 20447"/>
                <a:gd name="connsiteY0" fmla="*/ 20429 h 20428"/>
                <a:gd name="connsiteX1" fmla="*/ 20447 w 20447"/>
                <a:gd name="connsiteY1" fmla="*/ 10214 h 20428"/>
                <a:gd name="connsiteX2" fmla="*/ 10224 w 20447"/>
                <a:gd name="connsiteY2" fmla="*/ 0 h 20428"/>
                <a:gd name="connsiteX3" fmla="*/ 0 w 20447"/>
                <a:gd name="connsiteY3" fmla="*/ 10214 h 20428"/>
                <a:gd name="connsiteX4" fmla="*/ 0 w 20447"/>
                <a:gd name="connsiteY4" fmla="*/ 10214 h 20428"/>
                <a:gd name="connsiteX5" fmla="*/ 10224 w 20447"/>
                <a:gd name="connsiteY5" fmla="*/ 20429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47" h="20428">
                  <a:moveTo>
                    <a:pt x="10224" y="20429"/>
                  </a:moveTo>
                  <a:cubicBezTo>
                    <a:pt x="15975" y="20429"/>
                    <a:pt x="20447" y="15960"/>
                    <a:pt x="20447" y="10214"/>
                  </a:cubicBezTo>
                  <a:cubicBezTo>
                    <a:pt x="20447" y="4469"/>
                    <a:pt x="15975" y="0"/>
                    <a:pt x="10224" y="0"/>
                  </a:cubicBezTo>
                  <a:cubicBezTo>
                    <a:pt x="4473" y="0"/>
                    <a:pt x="0" y="4469"/>
                    <a:pt x="0" y="10214"/>
                  </a:cubicBezTo>
                  <a:lnTo>
                    <a:pt x="0" y="10214"/>
                  </a:lnTo>
                  <a:cubicBezTo>
                    <a:pt x="0" y="15322"/>
                    <a:pt x="4473" y="20429"/>
                    <a:pt x="10224" y="20429"/>
                  </a:cubicBezTo>
                  <a:close/>
                </a:path>
              </a:pathLst>
            </a:custGeom>
            <a:solidFill>
              <a:srgbClr val="007680"/>
            </a:solidFill>
            <a:ln w="6390" cap="flat">
              <a:noFill/>
              <a:prstDash val="solid"/>
              <a:miter/>
            </a:ln>
          </p:spPr>
          <p:txBody>
            <a:bodyPr rtlCol="0" anchor="ctr"/>
            <a:lstStyle/>
            <a:p>
              <a:endParaRPr lang="en-US"/>
            </a:p>
          </p:txBody>
        </p:sp>
        <p:sp>
          <p:nvSpPr>
            <p:cNvPr id="790" name="Graphic 5">
              <a:extLst>
                <a:ext uri="{FF2B5EF4-FFF2-40B4-BE49-F238E27FC236}">
                  <a16:creationId xmlns:a16="http://schemas.microsoft.com/office/drawing/2014/main" id="{01AE52B0-784C-E942-BBED-D6C70CB9BFCE}"/>
                </a:ext>
              </a:extLst>
            </p:cNvPr>
            <p:cNvSpPr/>
            <p:nvPr/>
          </p:nvSpPr>
          <p:spPr>
            <a:xfrm>
              <a:off x="7193791" y="4309350"/>
              <a:ext cx="361670" cy="361971"/>
            </a:xfrm>
            <a:custGeom>
              <a:avLst/>
              <a:gdLst>
                <a:gd name="connsiteX0" fmla="*/ 180835 w 361670"/>
                <a:gd name="connsiteY0" fmla="*/ 0 h 361971"/>
                <a:gd name="connsiteX1" fmla="*/ 0 w 361670"/>
                <a:gd name="connsiteY1" fmla="*/ 180667 h 361971"/>
                <a:gd name="connsiteX2" fmla="*/ 180835 w 361670"/>
                <a:gd name="connsiteY2" fmla="*/ 361971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122048 w 361670"/>
                <a:gd name="connsiteY7" fmla="*/ 57456 h 361971"/>
                <a:gd name="connsiteX8" fmla="*/ 145051 w 361670"/>
                <a:gd name="connsiteY8" fmla="*/ 80438 h 361971"/>
                <a:gd name="connsiteX9" fmla="*/ 122048 w 361670"/>
                <a:gd name="connsiteY9" fmla="*/ 103420 h 361971"/>
                <a:gd name="connsiteX10" fmla="*/ 99044 w 361670"/>
                <a:gd name="connsiteY10" fmla="*/ 80438 h 361971"/>
                <a:gd name="connsiteX11" fmla="*/ 99044 w 361670"/>
                <a:gd name="connsiteY11" fmla="*/ 80438 h 361971"/>
                <a:gd name="connsiteX12" fmla="*/ 122048 w 361670"/>
                <a:gd name="connsiteY12" fmla="*/ 57456 h 361971"/>
                <a:gd name="connsiteX13" fmla="*/ 122048 w 361670"/>
                <a:gd name="connsiteY13" fmla="*/ 57456 h 361971"/>
                <a:gd name="connsiteX14" fmla="*/ 161665 w 361670"/>
                <a:gd name="connsiteY14" fmla="*/ 214502 h 361971"/>
                <a:gd name="connsiteX15" fmla="*/ 155275 w 361670"/>
                <a:gd name="connsiteY15" fmla="*/ 220886 h 361971"/>
                <a:gd name="connsiteX16" fmla="*/ 145051 w 361670"/>
                <a:gd name="connsiteY16" fmla="*/ 220886 h 361971"/>
                <a:gd name="connsiteX17" fmla="*/ 145051 w 361670"/>
                <a:gd name="connsiteY17" fmla="*/ 298132 h 361971"/>
                <a:gd name="connsiteX18" fmla="*/ 138661 w 361670"/>
                <a:gd name="connsiteY18" fmla="*/ 304516 h 361971"/>
                <a:gd name="connsiteX19" fmla="*/ 132271 w 361670"/>
                <a:gd name="connsiteY19" fmla="*/ 298132 h 361971"/>
                <a:gd name="connsiteX20" fmla="*/ 132271 w 361670"/>
                <a:gd name="connsiteY20" fmla="*/ 220886 h 361971"/>
                <a:gd name="connsiteX21" fmla="*/ 111824 w 361670"/>
                <a:gd name="connsiteY21" fmla="*/ 220886 h 361971"/>
                <a:gd name="connsiteX22" fmla="*/ 111824 w 361670"/>
                <a:gd name="connsiteY22" fmla="*/ 298132 h 361971"/>
                <a:gd name="connsiteX23" fmla="*/ 105434 w 361670"/>
                <a:gd name="connsiteY23" fmla="*/ 304516 h 361971"/>
                <a:gd name="connsiteX24" fmla="*/ 99044 w 361670"/>
                <a:gd name="connsiteY24" fmla="*/ 298132 h 361971"/>
                <a:gd name="connsiteX25" fmla="*/ 99044 w 361670"/>
                <a:gd name="connsiteY25" fmla="*/ 220886 h 361971"/>
                <a:gd name="connsiteX26" fmla="*/ 88820 w 361670"/>
                <a:gd name="connsiteY26" fmla="*/ 220886 h 361971"/>
                <a:gd name="connsiteX27" fmla="*/ 82430 w 361670"/>
                <a:gd name="connsiteY27" fmla="*/ 214502 h 361971"/>
                <a:gd name="connsiteX28" fmla="*/ 82430 w 361670"/>
                <a:gd name="connsiteY28" fmla="*/ 130872 h 361971"/>
                <a:gd name="connsiteX29" fmla="*/ 88820 w 361670"/>
                <a:gd name="connsiteY29" fmla="*/ 124488 h 361971"/>
                <a:gd name="connsiteX30" fmla="*/ 155914 w 361670"/>
                <a:gd name="connsiteY30" fmla="*/ 124488 h 361971"/>
                <a:gd name="connsiteX31" fmla="*/ 162304 w 361670"/>
                <a:gd name="connsiteY31" fmla="*/ 130872 h 361971"/>
                <a:gd name="connsiteX32" fmla="*/ 162304 w 361670"/>
                <a:gd name="connsiteY32" fmla="*/ 214502 h 361971"/>
                <a:gd name="connsiteX33" fmla="*/ 238983 w 361670"/>
                <a:gd name="connsiteY33" fmla="*/ 57456 h 361971"/>
                <a:gd name="connsiteX34" fmla="*/ 261987 w 361670"/>
                <a:gd name="connsiteY34" fmla="*/ 80438 h 361971"/>
                <a:gd name="connsiteX35" fmla="*/ 238983 w 361670"/>
                <a:gd name="connsiteY35" fmla="*/ 103420 h 361971"/>
                <a:gd name="connsiteX36" fmla="*/ 215979 w 361670"/>
                <a:gd name="connsiteY36" fmla="*/ 80438 h 361971"/>
                <a:gd name="connsiteX37" fmla="*/ 238983 w 361670"/>
                <a:gd name="connsiteY37" fmla="*/ 57456 h 361971"/>
                <a:gd name="connsiteX38" fmla="*/ 238983 w 361670"/>
                <a:gd name="connsiteY38" fmla="*/ 57456 h 361971"/>
                <a:gd name="connsiteX39" fmla="*/ 277323 w 361670"/>
                <a:gd name="connsiteY39" fmla="*/ 234930 h 361971"/>
                <a:gd name="connsiteX40" fmla="*/ 272211 w 361670"/>
                <a:gd name="connsiteY40" fmla="*/ 237484 h 361971"/>
                <a:gd name="connsiteX41" fmla="*/ 261987 w 361670"/>
                <a:gd name="connsiteY41" fmla="*/ 237484 h 361971"/>
                <a:gd name="connsiteX42" fmla="*/ 261987 w 361670"/>
                <a:gd name="connsiteY42" fmla="*/ 298132 h 361971"/>
                <a:gd name="connsiteX43" fmla="*/ 255597 w 361670"/>
                <a:gd name="connsiteY43" fmla="*/ 304516 h 361971"/>
                <a:gd name="connsiteX44" fmla="*/ 249208 w 361670"/>
                <a:gd name="connsiteY44" fmla="*/ 298132 h 361971"/>
                <a:gd name="connsiteX45" fmla="*/ 249208 w 361670"/>
                <a:gd name="connsiteY45" fmla="*/ 237484 h 361971"/>
                <a:gd name="connsiteX46" fmla="*/ 228759 w 361670"/>
                <a:gd name="connsiteY46" fmla="*/ 237484 h 361971"/>
                <a:gd name="connsiteX47" fmla="*/ 228759 w 361670"/>
                <a:gd name="connsiteY47" fmla="*/ 298132 h 361971"/>
                <a:gd name="connsiteX48" fmla="*/ 222369 w 361670"/>
                <a:gd name="connsiteY48" fmla="*/ 304516 h 361971"/>
                <a:gd name="connsiteX49" fmla="*/ 215979 w 361670"/>
                <a:gd name="connsiteY49" fmla="*/ 298132 h 361971"/>
                <a:gd name="connsiteX50" fmla="*/ 215979 w 361670"/>
                <a:gd name="connsiteY50" fmla="*/ 237484 h 361971"/>
                <a:gd name="connsiteX51" fmla="*/ 205756 w 361670"/>
                <a:gd name="connsiteY51" fmla="*/ 237484 h 361971"/>
                <a:gd name="connsiteX52" fmla="*/ 200643 w 361670"/>
                <a:gd name="connsiteY52" fmla="*/ 234930 h 361971"/>
                <a:gd name="connsiteX53" fmla="*/ 199366 w 361670"/>
                <a:gd name="connsiteY53" fmla="*/ 229185 h 361971"/>
                <a:gd name="connsiteX54" fmla="*/ 224287 w 361670"/>
                <a:gd name="connsiteY54" fmla="*/ 128956 h 361971"/>
                <a:gd name="connsiteX55" fmla="*/ 230677 w 361670"/>
                <a:gd name="connsiteY55" fmla="*/ 123849 h 361971"/>
                <a:gd name="connsiteX56" fmla="*/ 247290 w 361670"/>
                <a:gd name="connsiteY56" fmla="*/ 123849 h 361971"/>
                <a:gd name="connsiteX57" fmla="*/ 253680 w 361670"/>
                <a:gd name="connsiteY57" fmla="*/ 128956 h 361971"/>
                <a:gd name="connsiteX58" fmla="*/ 278601 w 361670"/>
                <a:gd name="connsiteY58" fmla="*/ 229185 h 361971"/>
                <a:gd name="connsiteX59" fmla="*/ 277323 w 361670"/>
                <a:gd name="connsiteY59" fmla="*/ 234930 h 361971"/>
                <a:gd name="connsiteX60" fmla="*/ 277323 w 361670"/>
                <a:gd name="connsiteY60" fmla="*/ 23493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61670" h="361971">
                  <a:moveTo>
                    <a:pt x="180835" y="0"/>
                  </a:moveTo>
                  <a:cubicBezTo>
                    <a:pt x="80513" y="0"/>
                    <a:pt x="0" y="81076"/>
                    <a:pt x="0" y="180667"/>
                  </a:cubicBezTo>
                  <a:cubicBezTo>
                    <a:pt x="0" y="280895"/>
                    <a:pt x="81152" y="361971"/>
                    <a:pt x="180835" y="361971"/>
                  </a:cubicBezTo>
                  <a:cubicBezTo>
                    <a:pt x="281157" y="361971"/>
                    <a:pt x="361670" y="280895"/>
                    <a:pt x="361670" y="181305"/>
                  </a:cubicBezTo>
                  <a:lnTo>
                    <a:pt x="361670" y="181305"/>
                  </a:lnTo>
                  <a:cubicBezTo>
                    <a:pt x="361670" y="81076"/>
                    <a:pt x="280518" y="0"/>
                    <a:pt x="180835" y="0"/>
                  </a:cubicBezTo>
                  <a:cubicBezTo>
                    <a:pt x="180835" y="0"/>
                    <a:pt x="180835" y="0"/>
                    <a:pt x="180835" y="0"/>
                  </a:cubicBezTo>
                  <a:close/>
                  <a:moveTo>
                    <a:pt x="122048" y="57456"/>
                  </a:moveTo>
                  <a:cubicBezTo>
                    <a:pt x="134828" y="57456"/>
                    <a:pt x="145051" y="67670"/>
                    <a:pt x="145051" y="80438"/>
                  </a:cubicBezTo>
                  <a:cubicBezTo>
                    <a:pt x="145051" y="93206"/>
                    <a:pt x="134828" y="103420"/>
                    <a:pt x="122048" y="103420"/>
                  </a:cubicBezTo>
                  <a:cubicBezTo>
                    <a:pt x="109268" y="103420"/>
                    <a:pt x="99044" y="93206"/>
                    <a:pt x="99044" y="80438"/>
                  </a:cubicBezTo>
                  <a:lnTo>
                    <a:pt x="99044" y="80438"/>
                  </a:lnTo>
                  <a:cubicBezTo>
                    <a:pt x="99044" y="67670"/>
                    <a:pt x="109268" y="57456"/>
                    <a:pt x="122048" y="57456"/>
                  </a:cubicBezTo>
                  <a:lnTo>
                    <a:pt x="122048" y="57456"/>
                  </a:lnTo>
                  <a:close/>
                  <a:moveTo>
                    <a:pt x="161665" y="214502"/>
                  </a:moveTo>
                  <a:cubicBezTo>
                    <a:pt x="161665" y="218332"/>
                    <a:pt x="159109" y="220886"/>
                    <a:pt x="155275" y="220886"/>
                  </a:cubicBezTo>
                  <a:lnTo>
                    <a:pt x="145051" y="220886"/>
                  </a:lnTo>
                  <a:lnTo>
                    <a:pt x="145051" y="298132"/>
                  </a:lnTo>
                  <a:cubicBezTo>
                    <a:pt x="145051" y="301962"/>
                    <a:pt x="142495" y="304516"/>
                    <a:pt x="138661" y="304516"/>
                  </a:cubicBezTo>
                  <a:cubicBezTo>
                    <a:pt x="134828" y="304516"/>
                    <a:pt x="132271" y="301962"/>
                    <a:pt x="132271" y="298132"/>
                  </a:cubicBezTo>
                  <a:lnTo>
                    <a:pt x="132271" y="220886"/>
                  </a:lnTo>
                  <a:lnTo>
                    <a:pt x="111824" y="220886"/>
                  </a:lnTo>
                  <a:lnTo>
                    <a:pt x="111824" y="298132"/>
                  </a:lnTo>
                  <a:cubicBezTo>
                    <a:pt x="111824" y="301962"/>
                    <a:pt x="109268" y="304516"/>
                    <a:pt x="105434" y="304516"/>
                  </a:cubicBezTo>
                  <a:cubicBezTo>
                    <a:pt x="101599" y="304516"/>
                    <a:pt x="99044" y="301962"/>
                    <a:pt x="99044" y="298132"/>
                  </a:cubicBezTo>
                  <a:lnTo>
                    <a:pt x="99044" y="220886"/>
                  </a:lnTo>
                  <a:lnTo>
                    <a:pt x="88820" y="220886"/>
                  </a:lnTo>
                  <a:cubicBezTo>
                    <a:pt x="84986" y="220886"/>
                    <a:pt x="82430" y="218332"/>
                    <a:pt x="82430" y="214502"/>
                  </a:cubicBezTo>
                  <a:lnTo>
                    <a:pt x="82430" y="130872"/>
                  </a:lnTo>
                  <a:cubicBezTo>
                    <a:pt x="82430" y="127041"/>
                    <a:pt x="84986" y="124488"/>
                    <a:pt x="88820" y="124488"/>
                  </a:cubicBezTo>
                  <a:lnTo>
                    <a:pt x="155914" y="124488"/>
                  </a:lnTo>
                  <a:cubicBezTo>
                    <a:pt x="159748" y="124488"/>
                    <a:pt x="162304" y="127041"/>
                    <a:pt x="162304" y="130872"/>
                  </a:cubicBezTo>
                  <a:lnTo>
                    <a:pt x="162304" y="214502"/>
                  </a:lnTo>
                  <a:close/>
                  <a:moveTo>
                    <a:pt x="238983" y="57456"/>
                  </a:moveTo>
                  <a:cubicBezTo>
                    <a:pt x="251763" y="57456"/>
                    <a:pt x="261987" y="67670"/>
                    <a:pt x="261987" y="80438"/>
                  </a:cubicBezTo>
                  <a:cubicBezTo>
                    <a:pt x="261987" y="93206"/>
                    <a:pt x="251763" y="103420"/>
                    <a:pt x="238983" y="103420"/>
                  </a:cubicBezTo>
                  <a:cubicBezTo>
                    <a:pt x="226203" y="103420"/>
                    <a:pt x="215979" y="93206"/>
                    <a:pt x="215979" y="80438"/>
                  </a:cubicBezTo>
                  <a:cubicBezTo>
                    <a:pt x="215979" y="67670"/>
                    <a:pt x="226203" y="57456"/>
                    <a:pt x="238983" y="57456"/>
                  </a:cubicBezTo>
                  <a:lnTo>
                    <a:pt x="238983" y="57456"/>
                  </a:lnTo>
                  <a:close/>
                  <a:moveTo>
                    <a:pt x="277323" y="234930"/>
                  </a:moveTo>
                  <a:cubicBezTo>
                    <a:pt x="276045" y="236207"/>
                    <a:pt x="274128" y="237484"/>
                    <a:pt x="272211" y="237484"/>
                  </a:cubicBezTo>
                  <a:lnTo>
                    <a:pt x="261987" y="237484"/>
                  </a:lnTo>
                  <a:lnTo>
                    <a:pt x="261987" y="298132"/>
                  </a:lnTo>
                  <a:cubicBezTo>
                    <a:pt x="261987" y="301962"/>
                    <a:pt x="259431" y="304516"/>
                    <a:pt x="255597" y="304516"/>
                  </a:cubicBezTo>
                  <a:cubicBezTo>
                    <a:pt x="251763" y="304516"/>
                    <a:pt x="249208" y="301962"/>
                    <a:pt x="249208" y="298132"/>
                  </a:cubicBezTo>
                  <a:lnTo>
                    <a:pt x="249208" y="237484"/>
                  </a:lnTo>
                  <a:lnTo>
                    <a:pt x="228759" y="237484"/>
                  </a:lnTo>
                  <a:lnTo>
                    <a:pt x="228759" y="298132"/>
                  </a:lnTo>
                  <a:cubicBezTo>
                    <a:pt x="228759" y="301962"/>
                    <a:pt x="226203" y="304516"/>
                    <a:pt x="222369" y="304516"/>
                  </a:cubicBezTo>
                  <a:cubicBezTo>
                    <a:pt x="218536" y="304516"/>
                    <a:pt x="215979" y="301962"/>
                    <a:pt x="215979" y="298132"/>
                  </a:cubicBezTo>
                  <a:lnTo>
                    <a:pt x="215979" y="237484"/>
                  </a:lnTo>
                  <a:lnTo>
                    <a:pt x="205756" y="237484"/>
                  </a:lnTo>
                  <a:cubicBezTo>
                    <a:pt x="203838" y="237484"/>
                    <a:pt x="201922" y="236846"/>
                    <a:pt x="200643" y="234930"/>
                  </a:cubicBezTo>
                  <a:cubicBezTo>
                    <a:pt x="199366" y="233654"/>
                    <a:pt x="198727" y="231100"/>
                    <a:pt x="199366" y="229185"/>
                  </a:cubicBezTo>
                  <a:lnTo>
                    <a:pt x="224287" y="128956"/>
                  </a:lnTo>
                  <a:cubicBezTo>
                    <a:pt x="224925" y="125764"/>
                    <a:pt x="227482" y="123849"/>
                    <a:pt x="230677" y="123849"/>
                  </a:cubicBezTo>
                  <a:lnTo>
                    <a:pt x="247290" y="123849"/>
                  </a:lnTo>
                  <a:cubicBezTo>
                    <a:pt x="250485" y="123849"/>
                    <a:pt x="253041" y="125764"/>
                    <a:pt x="253680" y="128956"/>
                  </a:cubicBezTo>
                  <a:lnTo>
                    <a:pt x="278601" y="229185"/>
                  </a:lnTo>
                  <a:cubicBezTo>
                    <a:pt x="279879" y="231738"/>
                    <a:pt x="279240" y="233654"/>
                    <a:pt x="277323" y="234930"/>
                  </a:cubicBezTo>
                  <a:lnTo>
                    <a:pt x="277323" y="234930"/>
                  </a:lnTo>
                  <a:close/>
                </a:path>
              </a:pathLst>
            </a:custGeom>
            <a:solidFill>
              <a:srgbClr val="007680"/>
            </a:solidFill>
            <a:ln w="6390" cap="flat">
              <a:noFill/>
              <a:prstDash val="solid"/>
              <a:miter/>
            </a:ln>
          </p:spPr>
          <p:txBody>
            <a:bodyPr rtlCol="0" anchor="ctr"/>
            <a:lstStyle/>
            <a:p>
              <a:endParaRPr lang="en-US"/>
            </a:p>
          </p:txBody>
        </p:sp>
        <p:sp>
          <p:nvSpPr>
            <p:cNvPr id="791" name="Graphic 5">
              <a:extLst>
                <a:ext uri="{FF2B5EF4-FFF2-40B4-BE49-F238E27FC236}">
                  <a16:creationId xmlns:a16="http://schemas.microsoft.com/office/drawing/2014/main" id="{72770085-1AB4-9C4E-A1DD-48E424239394}"/>
                </a:ext>
              </a:extLst>
            </p:cNvPr>
            <p:cNvSpPr/>
            <p:nvPr/>
          </p:nvSpPr>
          <p:spPr>
            <a:xfrm>
              <a:off x="7407854" y="4446606"/>
              <a:ext cx="50479" cy="87460"/>
            </a:xfrm>
            <a:custGeom>
              <a:avLst/>
              <a:gdLst>
                <a:gd name="connsiteX0" fmla="*/ 21725 w 50479"/>
                <a:gd name="connsiteY0" fmla="*/ 0 h 87460"/>
                <a:gd name="connsiteX1" fmla="*/ 0 w 50479"/>
                <a:gd name="connsiteY1" fmla="*/ 87460 h 87460"/>
                <a:gd name="connsiteX2" fmla="*/ 50480 w 50479"/>
                <a:gd name="connsiteY2" fmla="*/ 87460 h 87460"/>
                <a:gd name="connsiteX3" fmla="*/ 28755 w 50479"/>
                <a:gd name="connsiteY3" fmla="*/ 0 h 87460"/>
              </a:gdLst>
              <a:ahLst/>
              <a:cxnLst>
                <a:cxn ang="0">
                  <a:pos x="connsiteX0" y="connsiteY0"/>
                </a:cxn>
                <a:cxn ang="0">
                  <a:pos x="connsiteX1" y="connsiteY1"/>
                </a:cxn>
                <a:cxn ang="0">
                  <a:pos x="connsiteX2" y="connsiteY2"/>
                </a:cxn>
                <a:cxn ang="0">
                  <a:pos x="connsiteX3" y="connsiteY3"/>
                </a:cxn>
              </a:cxnLst>
              <a:rect l="l" t="t" r="r" b="b"/>
              <a:pathLst>
                <a:path w="50479" h="87460">
                  <a:moveTo>
                    <a:pt x="21725" y="0"/>
                  </a:moveTo>
                  <a:lnTo>
                    <a:pt x="0" y="87460"/>
                  </a:lnTo>
                  <a:lnTo>
                    <a:pt x="50480" y="87460"/>
                  </a:lnTo>
                  <a:lnTo>
                    <a:pt x="28755" y="0"/>
                  </a:lnTo>
                  <a:close/>
                </a:path>
              </a:pathLst>
            </a:custGeom>
            <a:solidFill>
              <a:srgbClr val="007680"/>
            </a:solidFill>
            <a:ln w="6390" cap="flat">
              <a:noFill/>
              <a:prstDash val="solid"/>
              <a:miter/>
            </a:ln>
          </p:spPr>
          <p:txBody>
            <a:bodyPr rtlCol="0" anchor="ctr"/>
            <a:lstStyle/>
            <a:p>
              <a:endParaRPr lang="en-US"/>
            </a:p>
          </p:txBody>
        </p:sp>
      </p:grpSp>
      <p:grpSp>
        <p:nvGrpSpPr>
          <p:cNvPr id="792" name="Graphic 5">
            <a:extLst>
              <a:ext uri="{FF2B5EF4-FFF2-40B4-BE49-F238E27FC236}">
                <a16:creationId xmlns:a16="http://schemas.microsoft.com/office/drawing/2014/main" id="{8E1D1E6D-C257-E442-8890-22401E21A434}"/>
              </a:ext>
            </a:extLst>
          </p:cNvPr>
          <p:cNvGrpSpPr/>
          <p:nvPr/>
        </p:nvGrpSpPr>
        <p:grpSpPr>
          <a:xfrm>
            <a:off x="11372810" y="2856356"/>
            <a:ext cx="362309" cy="361971"/>
            <a:chOff x="11372810" y="2856356"/>
            <a:chExt cx="362309" cy="361971"/>
          </a:xfrm>
          <a:solidFill>
            <a:srgbClr val="007680"/>
          </a:solidFill>
        </p:grpSpPr>
        <p:sp>
          <p:nvSpPr>
            <p:cNvPr id="793" name="Graphic 5">
              <a:extLst>
                <a:ext uri="{FF2B5EF4-FFF2-40B4-BE49-F238E27FC236}">
                  <a16:creationId xmlns:a16="http://schemas.microsoft.com/office/drawing/2014/main" id="{2033F6CA-EEFE-994F-A565-AF29B94DCBC5}"/>
                </a:ext>
              </a:extLst>
            </p:cNvPr>
            <p:cNvSpPr/>
            <p:nvPr/>
          </p:nvSpPr>
          <p:spPr>
            <a:xfrm>
              <a:off x="11468171" y="2952115"/>
              <a:ext cx="169821" cy="170301"/>
            </a:xfrm>
            <a:custGeom>
              <a:avLst/>
              <a:gdLst>
                <a:gd name="connsiteX0" fmla="*/ 137872 w 169821"/>
                <a:gd name="connsiteY0" fmla="*/ 114912 h 170301"/>
                <a:gd name="connsiteX1" fmla="*/ 119341 w 169821"/>
                <a:gd name="connsiteY1" fmla="*/ 133425 h 170301"/>
                <a:gd name="connsiteX2" fmla="*/ 111034 w 169821"/>
                <a:gd name="connsiteY2" fmla="*/ 134064 h 170301"/>
                <a:gd name="connsiteX3" fmla="*/ 98254 w 169821"/>
                <a:gd name="connsiteY3" fmla="*/ 125765 h 170301"/>
                <a:gd name="connsiteX4" fmla="*/ 45218 w 169821"/>
                <a:gd name="connsiteY4" fmla="*/ 72778 h 170301"/>
                <a:gd name="connsiteX5" fmla="*/ 36911 w 169821"/>
                <a:gd name="connsiteY5" fmla="*/ 60010 h 170301"/>
                <a:gd name="connsiteX6" fmla="*/ 37550 w 169821"/>
                <a:gd name="connsiteY6" fmla="*/ 51710 h 170301"/>
                <a:gd name="connsiteX7" fmla="*/ 56081 w 169821"/>
                <a:gd name="connsiteY7" fmla="*/ 33197 h 170301"/>
                <a:gd name="connsiteX8" fmla="*/ 19658 w 169821"/>
                <a:gd name="connsiteY8" fmla="*/ 0 h 170301"/>
                <a:gd name="connsiteX9" fmla="*/ 7517 w 169821"/>
                <a:gd name="connsiteY9" fmla="*/ 10853 h 170301"/>
                <a:gd name="connsiteX10" fmla="*/ 5600 w 169821"/>
                <a:gd name="connsiteY10" fmla="*/ 13406 h 170301"/>
                <a:gd name="connsiteX11" fmla="*/ 1127 w 169821"/>
                <a:gd name="connsiteY11" fmla="*/ 29366 h 170301"/>
                <a:gd name="connsiteX12" fmla="*/ 1127 w 169821"/>
                <a:gd name="connsiteY12" fmla="*/ 30005 h 170301"/>
                <a:gd name="connsiteX13" fmla="*/ 140427 w 169821"/>
                <a:gd name="connsiteY13" fmla="*/ 169176 h 170301"/>
                <a:gd name="connsiteX14" fmla="*/ 141067 w 169821"/>
                <a:gd name="connsiteY14" fmla="*/ 169176 h 170301"/>
                <a:gd name="connsiteX15" fmla="*/ 157042 w 169821"/>
                <a:gd name="connsiteY15" fmla="*/ 164707 h 170301"/>
                <a:gd name="connsiteX16" fmla="*/ 158958 w 169821"/>
                <a:gd name="connsiteY16" fmla="*/ 162792 h 170301"/>
                <a:gd name="connsiteX17" fmla="*/ 169822 w 169821"/>
                <a:gd name="connsiteY17" fmla="*/ 150662 h 170301"/>
                <a:gd name="connsiteX18" fmla="*/ 137872 w 169821"/>
                <a:gd name="connsiteY18" fmla="*/ 114912 h 17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9821" h="170301">
                  <a:moveTo>
                    <a:pt x="137872" y="114912"/>
                  </a:moveTo>
                  <a:lnTo>
                    <a:pt x="119341" y="133425"/>
                  </a:lnTo>
                  <a:cubicBezTo>
                    <a:pt x="117424" y="135341"/>
                    <a:pt x="113590" y="135979"/>
                    <a:pt x="111034" y="134064"/>
                  </a:cubicBezTo>
                  <a:cubicBezTo>
                    <a:pt x="105922" y="130872"/>
                    <a:pt x="102088" y="128318"/>
                    <a:pt x="98254" y="125765"/>
                  </a:cubicBezTo>
                  <a:cubicBezTo>
                    <a:pt x="76528" y="112358"/>
                    <a:pt x="58637" y="93845"/>
                    <a:pt x="45218" y="72778"/>
                  </a:cubicBezTo>
                  <a:cubicBezTo>
                    <a:pt x="43301" y="68947"/>
                    <a:pt x="40745" y="65117"/>
                    <a:pt x="36911" y="60010"/>
                  </a:cubicBezTo>
                  <a:cubicBezTo>
                    <a:pt x="34993" y="57456"/>
                    <a:pt x="35633" y="54264"/>
                    <a:pt x="37550" y="51710"/>
                  </a:cubicBezTo>
                  <a:lnTo>
                    <a:pt x="56081" y="33197"/>
                  </a:lnTo>
                  <a:cubicBezTo>
                    <a:pt x="50968" y="10214"/>
                    <a:pt x="25409" y="1277"/>
                    <a:pt x="19658" y="0"/>
                  </a:cubicBezTo>
                  <a:cubicBezTo>
                    <a:pt x="15185" y="3192"/>
                    <a:pt x="11351" y="7022"/>
                    <a:pt x="7517" y="10853"/>
                  </a:cubicBezTo>
                  <a:lnTo>
                    <a:pt x="5600" y="13406"/>
                  </a:lnTo>
                  <a:cubicBezTo>
                    <a:pt x="488" y="17237"/>
                    <a:pt x="-1429" y="23621"/>
                    <a:pt x="1127" y="29366"/>
                  </a:cubicBezTo>
                  <a:cubicBezTo>
                    <a:pt x="1127" y="29366"/>
                    <a:pt x="1127" y="30005"/>
                    <a:pt x="1127" y="30005"/>
                  </a:cubicBezTo>
                  <a:cubicBezTo>
                    <a:pt x="15185" y="100229"/>
                    <a:pt x="70138" y="155131"/>
                    <a:pt x="140427" y="169176"/>
                  </a:cubicBezTo>
                  <a:lnTo>
                    <a:pt x="141067" y="169176"/>
                  </a:lnTo>
                  <a:cubicBezTo>
                    <a:pt x="146817" y="171729"/>
                    <a:pt x="153847" y="169814"/>
                    <a:pt x="157042" y="164707"/>
                  </a:cubicBezTo>
                  <a:lnTo>
                    <a:pt x="158958" y="162792"/>
                  </a:lnTo>
                  <a:cubicBezTo>
                    <a:pt x="162792" y="158961"/>
                    <a:pt x="166627" y="155131"/>
                    <a:pt x="169822" y="150662"/>
                  </a:cubicBezTo>
                  <a:cubicBezTo>
                    <a:pt x="169182" y="144916"/>
                    <a:pt x="160876" y="120019"/>
                    <a:pt x="137872" y="114912"/>
                  </a:cubicBezTo>
                  <a:close/>
                </a:path>
              </a:pathLst>
            </a:custGeom>
            <a:solidFill>
              <a:srgbClr val="007680"/>
            </a:solidFill>
            <a:ln w="6390" cap="flat">
              <a:noFill/>
              <a:prstDash val="solid"/>
              <a:miter/>
            </a:ln>
          </p:spPr>
          <p:txBody>
            <a:bodyPr rtlCol="0" anchor="ctr"/>
            <a:lstStyle/>
            <a:p>
              <a:endParaRPr lang="en-US"/>
            </a:p>
          </p:txBody>
        </p:sp>
        <p:sp>
          <p:nvSpPr>
            <p:cNvPr id="794" name="Graphic 5">
              <a:extLst>
                <a:ext uri="{FF2B5EF4-FFF2-40B4-BE49-F238E27FC236}">
                  <a16:creationId xmlns:a16="http://schemas.microsoft.com/office/drawing/2014/main" id="{9FA7AF86-7515-5D44-B399-4156AB081282}"/>
                </a:ext>
              </a:extLst>
            </p:cNvPr>
            <p:cNvSpPr/>
            <p:nvPr/>
          </p:nvSpPr>
          <p:spPr>
            <a:xfrm>
              <a:off x="11372810" y="285635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79240 w 362309"/>
                <a:gd name="connsiteY6" fmla="*/ 249614 h 361971"/>
                <a:gd name="connsiteX7" fmla="*/ 263904 w 362309"/>
                <a:gd name="connsiteY7" fmla="*/ 268127 h 361971"/>
                <a:gd name="connsiteX8" fmla="*/ 261987 w 362309"/>
                <a:gd name="connsiteY8" fmla="*/ 270043 h 361971"/>
                <a:gd name="connsiteX9" fmla="*/ 242818 w 362309"/>
                <a:gd name="connsiteY9" fmla="*/ 279619 h 361971"/>
                <a:gd name="connsiteX10" fmla="*/ 233872 w 362309"/>
                <a:gd name="connsiteY10" fmla="*/ 278342 h 361971"/>
                <a:gd name="connsiteX11" fmla="*/ 83708 w 362309"/>
                <a:gd name="connsiteY11" fmla="*/ 128318 h 361971"/>
                <a:gd name="connsiteX12" fmla="*/ 92014 w 362309"/>
                <a:gd name="connsiteY12" fmla="*/ 100867 h 361971"/>
                <a:gd name="connsiteX13" fmla="*/ 93932 w 362309"/>
                <a:gd name="connsiteY13" fmla="*/ 98952 h 361971"/>
                <a:gd name="connsiteX14" fmla="*/ 112463 w 362309"/>
                <a:gd name="connsiteY14" fmla="*/ 83630 h 361971"/>
                <a:gd name="connsiteX15" fmla="*/ 112463 w 362309"/>
                <a:gd name="connsiteY15" fmla="*/ 83630 h 361971"/>
                <a:gd name="connsiteX16" fmla="*/ 130994 w 362309"/>
                <a:gd name="connsiteY16" fmla="*/ 88738 h 361971"/>
                <a:gd name="connsiteX17" fmla="*/ 164860 w 362309"/>
                <a:gd name="connsiteY17" fmla="*/ 130872 h 361971"/>
                <a:gd name="connsiteX18" fmla="*/ 162943 w 362309"/>
                <a:gd name="connsiteY18" fmla="*/ 136617 h 361971"/>
                <a:gd name="connsiteX19" fmla="*/ 145690 w 362309"/>
                <a:gd name="connsiteY19" fmla="*/ 153854 h 361971"/>
                <a:gd name="connsiteX20" fmla="*/ 151441 w 362309"/>
                <a:gd name="connsiteY20" fmla="*/ 162792 h 361971"/>
                <a:gd name="connsiteX21" fmla="*/ 173167 w 362309"/>
                <a:gd name="connsiteY21" fmla="*/ 190243 h 361971"/>
                <a:gd name="connsiteX22" fmla="*/ 200643 w 362309"/>
                <a:gd name="connsiteY22" fmla="*/ 211948 h 361971"/>
                <a:gd name="connsiteX23" fmla="*/ 209589 w 362309"/>
                <a:gd name="connsiteY23" fmla="*/ 217694 h 361971"/>
                <a:gd name="connsiteX24" fmla="*/ 226843 w 362309"/>
                <a:gd name="connsiteY24" fmla="*/ 200457 h 361971"/>
                <a:gd name="connsiteX25" fmla="*/ 232593 w 362309"/>
                <a:gd name="connsiteY25" fmla="*/ 198542 h 361971"/>
                <a:gd name="connsiteX26" fmla="*/ 274767 w 362309"/>
                <a:gd name="connsiteY26" fmla="*/ 231739 h 361971"/>
                <a:gd name="connsiteX27" fmla="*/ 279240 w 362309"/>
                <a:gd name="connsiteY27" fmla="*/ 249614 h 361971"/>
                <a:gd name="connsiteX28" fmla="*/ 279240 w 362309"/>
                <a:gd name="connsiteY28" fmla="*/ 24961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279240" y="249614"/>
                  </a:moveTo>
                  <a:cubicBezTo>
                    <a:pt x="275406" y="256636"/>
                    <a:pt x="270294" y="263020"/>
                    <a:pt x="263904" y="268127"/>
                  </a:cubicBezTo>
                  <a:lnTo>
                    <a:pt x="261987" y="270043"/>
                  </a:lnTo>
                  <a:cubicBezTo>
                    <a:pt x="257514" y="275788"/>
                    <a:pt x="250485" y="278980"/>
                    <a:pt x="242818" y="279619"/>
                  </a:cubicBezTo>
                  <a:cubicBezTo>
                    <a:pt x="239623" y="279619"/>
                    <a:pt x="237067" y="278980"/>
                    <a:pt x="233872" y="278342"/>
                  </a:cubicBezTo>
                  <a:cubicBezTo>
                    <a:pt x="157831" y="263020"/>
                    <a:pt x="98404" y="203649"/>
                    <a:pt x="83708" y="128318"/>
                  </a:cubicBezTo>
                  <a:cubicBezTo>
                    <a:pt x="80513" y="118104"/>
                    <a:pt x="83708" y="107251"/>
                    <a:pt x="92014" y="100867"/>
                  </a:cubicBezTo>
                  <a:lnTo>
                    <a:pt x="93932" y="98952"/>
                  </a:lnTo>
                  <a:cubicBezTo>
                    <a:pt x="99044" y="92568"/>
                    <a:pt x="105434" y="87461"/>
                    <a:pt x="112463" y="83630"/>
                  </a:cubicBezTo>
                  <a:lnTo>
                    <a:pt x="112463" y="83630"/>
                  </a:lnTo>
                  <a:cubicBezTo>
                    <a:pt x="118853" y="83630"/>
                    <a:pt x="125243" y="85546"/>
                    <a:pt x="130994" y="88738"/>
                  </a:cubicBezTo>
                  <a:cubicBezTo>
                    <a:pt x="141856" y="94483"/>
                    <a:pt x="161026" y="106613"/>
                    <a:pt x="164860" y="130872"/>
                  </a:cubicBezTo>
                  <a:cubicBezTo>
                    <a:pt x="164860" y="132787"/>
                    <a:pt x="164221" y="134702"/>
                    <a:pt x="162943" y="136617"/>
                  </a:cubicBezTo>
                  <a:lnTo>
                    <a:pt x="145690" y="153854"/>
                  </a:lnTo>
                  <a:cubicBezTo>
                    <a:pt x="147607" y="157046"/>
                    <a:pt x="149524" y="160238"/>
                    <a:pt x="151441" y="162792"/>
                  </a:cubicBezTo>
                  <a:cubicBezTo>
                    <a:pt x="157192" y="173006"/>
                    <a:pt x="164860" y="181944"/>
                    <a:pt x="173167" y="190243"/>
                  </a:cubicBezTo>
                  <a:cubicBezTo>
                    <a:pt x="181474" y="198542"/>
                    <a:pt x="190420" y="206203"/>
                    <a:pt x="200643" y="211948"/>
                  </a:cubicBezTo>
                  <a:cubicBezTo>
                    <a:pt x="203200" y="213225"/>
                    <a:pt x="206395" y="215140"/>
                    <a:pt x="209589" y="217694"/>
                  </a:cubicBezTo>
                  <a:lnTo>
                    <a:pt x="226843" y="200457"/>
                  </a:lnTo>
                  <a:cubicBezTo>
                    <a:pt x="228120" y="199180"/>
                    <a:pt x="230038" y="198542"/>
                    <a:pt x="232593" y="198542"/>
                  </a:cubicBezTo>
                  <a:cubicBezTo>
                    <a:pt x="256236" y="202372"/>
                    <a:pt x="269016" y="220886"/>
                    <a:pt x="274767" y="231739"/>
                  </a:cubicBezTo>
                  <a:cubicBezTo>
                    <a:pt x="277323" y="236207"/>
                    <a:pt x="279240" y="242591"/>
                    <a:pt x="279240" y="249614"/>
                  </a:cubicBezTo>
                  <a:lnTo>
                    <a:pt x="279240" y="249614"/>
                  </a:lnTo>
                  <a:close/>
                </a:path>
              </a:pathLst>
            </a:custGeom>
            <a:solidFill>
              <a:srgbClr val="007680"/>
            </a:solidFill>
            <a:ln w="6390" cap="flat">
              <a:noFill/>
              <a:prstDash val="solid"/>
              <a:miter/>
            </a:ln>
          </p:spPr>
          <p:txBody>
            <a:bodyPr rtlCol="0" anchor="ctr"/>
            <a:lstStyle/>
            <a:p>
              <a:endParaRPr lang="en-US"/>
            </a:p>
          </p:txBody>
        </p:sp>
      </p:grpSp>
      <p:grpSp>
        <p:nvGrpSpPr>
          <p:cNvPr id="795" name="Graphic 5">
            <a:extLst>
              <a:ext uri="{FF2B5EF4-FFF2-40B4-BE49-F238E27FC236}">
                <a16:creationId xmlns:a16="http://schemas.microsoft.com/office/drawing/2014/main" id="{6A4A811F-698B-E645-B2D2-3E215DCDB43D}"/>
              </a:ext>
            </a:extLst>
          </p:cNvPr>
          <p:cNvGrpSpPr/>
          <p:nvPr/>
        </p:nvGrpSpPr>
        <p:grpSpPr>
          <a:xfrm>
            <a:off x="10326138" y="3340900"/>
            <a:ext cx="361670" cy="361971"/>
            <a:chOff x="10326138" y="3340900"/>
            <a:chExt cx="361670" cy="361971"/>
          </a:xfrm>
          <a:solidFill>
            <a:srgbClr val="007680"/>
          </a:solidFill>
        </p:grpSpPr>
        <p:sp>
          <p:nvSpPr>
            <p:cNvPr id="796" name="Graphic 5">
              <a:extLst>
                <a:ext uri="{FF2B5EF4-FFF2-40B4-BE49-F238E27FC236}">
                  <a16:creationId xmlns:a16="http://schemas.microsoft.com/office/drawing/2014/main" id="{8F53FD46-B181-104A-A47A-4BA8BB3A8EAB}"/>
                </a:ext>
              </a:extLst>
            </p:cNvPr>
            <p:cNvSpPr/>
            <p:nvPr/>
          </p:nvSpPr>
          <p:spPr>
            <a:xfrm>
              <a:off x="10425182" y="3425807"/>
              <a:ext cx="162943" cy="55540"/>
            </a:xfrm>
            <a:custGeom>
              <a:avLst/>
              <a:gdLst>
                <a:gd name="connsiteX0" fmla="*/ 162943 w 162943"/>
                <a:gd name="connsiteY0" fmla="*/ 55541 h 55540"/>
                <a:gd name="connsiteX1" fmla="*/ 162943 w 162943"/>
                <a:gd name="connsiteY1" fmla="*/ 638 h 55540"/>
                <a:gd name="connsiteX2" fmla="*/ 21087 w 162943"/>
                <a:gd name="connsiteY2" fmla="*/ 0 h 55540"/>
                <a:gd name="connsiteX3" fmla="*/ 0 w 162943"/>
                <a:gd name="connsiteY3" fmla="*/ 0 h 55540"/>
                <a:gd name="connsiteX4" fmla="*/ 0 w 162943"/>
                <a:gd name="connsiteY4" fmla="*/ 55541 h 55540"/>
                <a:gd name="connsiteX5" fmla="*/ 162943 w 162943"/>
                <a:gd name="connsiteY5" fmla="*/ 55541 h 55540"/>
                <a:gd name="connsiteX6" fmla="*/ 138022 w 162943"/>
                <a:gd name="connsiteY6" fmla="*/ 19790 h 55540"/>
                <a:gd name="connsiteX7" fmla="*/ 146330 w 162943"/>
                <a:gd name="connsiteY7" fmla="*/ 28090 h 55540"/>
                <a:gd name="connsiteX8" fmla="*/ 138022 w 162943"/>
                <a:gd name="connsiteY8" fmla="*/ 36389 h 55540"/>
                <a:gd name="connsiteX9" fmla="*/ 129716 w 162943"/>
                <a:gd name="connsiteY9" fmla="*/ 28090 h 55540"/>
                <a:gd name="connsiteX10" fmla="*/ 129716 w 162943"/>
                <a:gd name="connsiteY10" fmla="*/ 28090 h 55540"/>
                <a:gd name="connsiteX11" fmla="*/ 138022 w 162943"/>
                <a:gd name="connsiteY11" fmla="*/ 19790 h 55540"/>
                <a:gd name="connsiteX12" fmla="*/ 138022 w 162943"/>
                <a:gd name="connsiteY12" fmla="*/ 19790 h 55540"/>
                <a:gd name="connsiteX13" fmla="*/ 138022 w 162943"/>
                <a:gd name="connsiteY13" fmla="*/ 19790 h 55540"/>
                <a:gd name="connsiteX14" fmla="*/ 107990 w 162943"/>
                <a:gd name="connsiteY14" fmla="*/ 19790 h 55540"/>
                <a:gd name="connsiteX15" fmla="*/ 116297 w 162943"/>
                <a:gd name="connsiteY15" fmla="*/ 28090 h 55540"/>
                <a:gd name="connsiteX16" fmla="*/ 107990 w 162943"/>
                <a:gd name="connsiteY16" fmla="*/ 36389 h 55540"/>
                <a:gd name="connsiteX17" fmla="*/ 99683 w 162943"/>
                <a:gd name="connsiteY17" fmla="*/ 28090 h 55540"/>
                <a:gd name="connsiteX18" fmla="*/ 99683 w 162943"/>
                <a:gd name="connsiteY18" fmla="*/ 28090 h 55540"/>
                <a:gd name="connsiteX19" fmla="*/ 107990 w 162943"/>
                <a:gd name="connsiteY19" fmla="*/ 19790 h 55540"/>
                <a:gd name="connsiteX20" fmla="*/ 107990 w 162943"/>
                <a:gd name="connsiteY20" fmla="*/ 19790 h 55540"/>
                <a:gd name="connsiteX21" fmla="*/ 107990 w 162943"/>
                <a:gd name="connsiteY21" fmla="*/ 19790 h 55540"/>
                <a:gd name="connsiteX22" fmla="*/ 20447 w 162943"/>
                <a:gd name="connsiteY22" fmla="*/ 21706 h 55540"/>
                <a:gd name="connsiteX23" fmla="*/ 79874 w 162943"/>
                <a:gd name="connsiteY23" fmla="*/ 21706 h 55540"/>
                <a:gd name="connsiteX24" fmla="*/ 86264 w 162943"/>
                <a:gd name="connsiteY24" fmla="*/ 28090 h 55540"/>
                <a:gd name="connsiteX25" fmla="*/ 79874 w 162943"/>
                <a:gd name="connsiteY25" fmla="*/ 34474 h 55540"/>
                <a:gd name="connsiteX26" fmla="*/ 21087 w 162943"/>
                <a:gd name="connsiteY26" fmla="*/ 34474 h 55540"/>
                <a:gd name="connsiteX27" fmla="*/ 14697 w 162943"/>
                <a:gd name="connsiteY27" fmla="*/ 28090 h 55540"/>
                <a:gd name="connsiteX28" fmla="*/ 20447 w 162943"/>
                <a:gd name="connsiteY28" fmla="*/ 21706 h 55540"/>
                <a:gd name="connsiteX29" fmla="*/ 20447 w 162943"/>
                <a:gd name="connsiteY29" fmla="*/ 21706 h 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2943" h="55540">
                  <a:moveTo>
                    <a:pt x="162943" y="55541"/>
                  </a:moveTo>
                  <a:lnTo>
                    <a:pt x="162943" y="638"/>
                  </a:lnTo>
                  <a:lnTo>
                    <a:pt x="21087" y="0"/>
                  </a:lnTo>
                  <a:cubicBezTo>
                    <a:pt x="11502" y="0"/>
                    <a:pt x="5112" y="0"/>
                    <a:pt x="0" y="0"/>
                  </a:cubicBezTo>
                  <a:lnTo>
                    <a:pt x="0" y="55541"/>
                  </a:lnTo>
                  <a:lnTo>
                    <a:pt x="162943" y="55541"/>
                  </a:lnTo>
                  <a:close/>
                  <a:moveTo>
                    <a:pt x="138022" y="19790"/>
                  </a:moveTo>
                  <a:cubicBezTo>
                    <a:pt x="142496" y="19790"/>
                    <a:pt x="146330" y="23621"/>
                    <a:pt x="146330" y="28090"/>
                  </a:cubicBezTo>
                  <a:cubicBezTo>
                    <a:pt x="146330" y="32558"/>
                    <a:pt x="142496" y="36389"/>
                    <a:pt x="138022" y="36389"/>
                  </a:cubicBezTo>
                  <a:cubicBezTo>
                    <a:pt x="133550" y="36389"/>
                    <a:pt x="129716" y="32558"/>
                    <a:pt x="129716" y="28090"/>
                  </a:cubicBezTo>
                  <a:cubicBezTo>
                    <a:pt x="129716" y="28090"/>
                    <a:pt x="129716" y="28090"/>
                    <a:pt x="129716" y="28090"/>
                  </a:cubicBezTo>
                  <a:cubicBezTo>
                    <a:pt x="129716" y="23621"/>
                    <a:pt x="133550" y="19790"/>
                    <a:pt x="138022" y="19790"/>
                  </a:cubicBezTo>
                  <a:cubicBezTo>
                    <a:pt x="138022" y="19790"/>
                    <a:pt x="138022" y="19790"/>
                    <a:pt x="138022" y="19790"/>
                  </a:cubicBezTo>
                  <a:lnTo>
                    <a:pt x="138022" y="19790"/>
                  </a:lnTo>
                  <a:close/>
                  <a:moveTo>
                    <a:pt x="107990" y="19790"/>
                  </a:moveTo>
                  <a:cubicBezTo>
                    <a:pt x="112463" y="19790"/>
                    <a:pt x="116297" y="23621"/>
                    <a:pt x="116297" y="28090"/>
                  </a:cubicBezTo>
                  <a:cubicBezTo>
                    <a:pt x="116297" y="32558"/>
                    <a:pt x="112463" y="36389"/>
                    <a:pt x="107990" y="36389"/>
                  </a:cubicBezTo>
                  <a:cubicBezTo>
                    <a:pt x="103517" y="36389"/>
                    <a:pt x="99683" y="32558"/>
                    <a:pt x="99683" y="28090"/>
                  </a:cubicBezTo>
                  <a:cubicBezTo>
                    <a:pt x="99683" y="28090"/>
                    <a:pt x="99683" y="28090"/>
                    <a:pt x="99683" y="28090"/>
                  </a:cubicBezTo>
                  <a:cubicBezTo>
                    <a:pt x="99683" y="23621"/>
                    <a:pt x="103517" y="19790"/>
                    <a:pt x="107990" y="19790"/>
                  </a:cubicBezTo>
                  <a:cubicBezTo>
                    <a:pt x="107990" y="19790"/>
                    <a:pt x="107990" y="19790"/>
                    <a:pt x="107990" y="19790"/>
                  </a:cubicBezTo>
                  <a:lnTo>
                    <a:pt x="107990" y="19790"/>
                  </a:lnTo>
                  <a:close/>
                  <a:moveTo>
                    <a:pt x="20447" y="21706"/>
                  </a:moveTo>
                  <a:lnTo>
                    <a:pt x="79874" y="21706"/>
                  </a:lnTo>
                  <a:cubicBezTo>
                    <a:pt x="83708" y="21706"/>
                    <a:pt x="86264" y="24259"/>
                    <a:pt x="86264" y="28090"/>
                  </a:cubicBezTo>
                  <a:cubicBezTo>
                    <a:pt x="86264" y="31920"/>
                    <a:pt x="83708" y="34474"/>
                    <a:pt x="79874" y="34474"/>
                  </a:cubicBezTo>
                  <a:lnTo>
                    <a:pt x="21087" y="34474"/>
                  </a:lnTo>
                  <a:cubicBezTo>
                    <a:pt x="17253" y="34474"/>
                    <a:pt x="14697" y="31920"/>
                    <a:pt x="14697" y="28090"/>
                  </a:cubicBezTo>
                  <a:cubicBezTo>
                    <a:pt x="14697" y="24259"/>
                    <a:pt x="17253" y="21706"/>
                    <a:pt x="20447" y="21706"/>
                  </a:cubicBezTo>
                  <a:lnTo>
                    <a:pt x="20447" y="21706"/>
                  </a:lnTo>
                  <a:close/>
                </a:path>
              </a:pathLst>
            </a:custGeom>
            <a:solidFill>
              <a:srgbClr val="007680"/>
            </a:solidFill>
            <a:ln w="6390" cap="flat">
              <a:noFill/>
              <a:prstDash val="solid"/>
              <a:miter/>
            </a:ln>
          </p:spPr>
          <p:txBody>
            <a:bodyPr rtlCol="0" anchor="ctr"/>
            <a:lstStyle/>
            <a:p>
              <a:endParaRPr lang="en-US"/>
            </a:p>
          </p:txBody>
        </p:sp>
        <p:sp>
          <p:nvSpPr>
            <p:cNvPr id="797" name="Graphic 5">
              <a:extLst>
                <a:ext uri="{FF2B5EF4-FFF2-40B4-BE49-F238E27FC236}">
                  <a16:creationId xmlns:a16="http://schemas.microsoft.com/office/drawing/2014/main" id="{2B6D671A-F072-4C49-AED0-DE1CAF64592F}"/>
                </a:ext>
              </a:extLst>
            </p:cNvPr>
            <p:cNvSpPr/>
            <p:nvPr/>
          </p:nvSpPr>
          <p:spPr>
            <a:xfrm>
              <a:off x="10425182" y="3494116"/>
              <a:ext cx="162943" cy="55540"/>
            </a:xfrm>
            <a:custGeom>
              <a:avLst/>
              <a:gdLst>
                <a:gd name="connsiteX0" fmla="*/ 162943 w 162943"/>
                <a:gd name="connsiteY0" fmla="*/ 0 h 55540"/>
                <a:gd name="connsiteX1" fmla="*/ 0 w 162943"/>
                <a:gd name="connsiteY1" fmla="*/ 0 h 55540"/>
                <a:gd name="connsiteX2" fmla="*/ 0 w 162943"/>
                <a:gd name="connsiteY2" fmla="*/ 55541 h 55540"/>
                <a:gd name="connsiteX3" fmla="*/ 162943 w 162943"/>
                <a:gd name="connsiteY3" fmla="*/ 55541 h 55540"/>
                <a:gd name="connsiteX4" fmla="*/ 162943 w 162943"/>
                <a:gd name="connsiteY4" fmla="*/ 0 h 55540"/>
                <a:gd name="connsiteX5" fmla="*/ 79874 w 162943"/>
                <a:gd name="connsiteY5" fmla="*/ 33835 h 55540"/>
                <a:gd name="connsiteX6" fmla="*/ 21087 w 162943"/>
                <a:gd name="connsiteY6" fmla="*/ 33835 h 55540"/>
                <a:gd name="connsiteX7" fmla="*/ 14697 w 162943"/>
                <a:gd name="connsiteY7" fmla="*/ 27451 h 55540"/>
                <a:gd name="connsiteX8" fmla="*/ 21087 w 162943"/>
                <a:gd name="connsiteY8" fmla="*/ 21067 h 55540"/>
                <a:gd name="connsiteX9" fmla="*/ 79874 w 162943"/>
                <a:gd name="connsiteY9" fmla="*/ 21067 h 55540"/>
                <a:gd name="connsiteX10" fmla="*/ 86264 w 162943"/>
                <a:gd name="connsiteY10" fmla="*/ 27451 h 55540"/>
                <a:gd name="connsiteX11" fmla="*/ 79874 w 162943"/>
                <a:gd name="connsiteY11" fmla="*/ 33835 h 55540"/>
                <a:gd name="connsiteX12" fmla="*/ 107990 w 162943"/>
                <a:gd name="connsiteY12" fmla="*/ 35750 h 55540"/>
                <a:gd name="connsiteX13" fmla="*/ 99683 w 162943"/>
                <a:gd name="connsiteY13" fmla="*/ 27451 h 55540"/>
                <a:gd name="connsiteX14" fmla="*/ 107990 w 162943"/>
                <a:gd name="connsiteY14" fmla="*/ 19152 h 55540"/>
                <a:gd name="connsiteX15" fmla="*/ 116297 w 162943"/>
                <a:gd name="connsiteY15" fmla="*/ 27451 h 55540"/>
                <a:gd name="connsiteX16" fmla="*/ 116297 w 162943"/>
                <a:gd name="connsiteY16" fmla="*/ 27451 h 55540"/>
                <a:gd name="connsiteX17" fmla="*/ 107990 w 162943"/>
                <a:gd name="connsiteY17" fmla="*/ 35750 h 55540"/>
                <a:gd name="connsiteX18" fmla="*/ 107990 w 162943"/>
                <a:gd name="connsiteY18" fmla="*/ 35750 h 55540"/>
                <a:gd name="connsiteX19" fmla="*/ 107990 w 162943"/>
                <a:gd name="connsiteY19" fmla="*/ 35750 h 55540"/>
                <a:gd name="connsiteX20" fmla="*/ 138022 w 162943"/>
                <a:gd name="connsiteY20" fmla="*/ 35750 h 55540"/>
                <a:gd name="connsiteX21" fmla="*/ 129716 w 162943"/>
                <a:gd name="connsiteY21" fmla="*/ 27451 h 55540"/>
                <a:gd name="connsiteX22" fmla="*/ 138022 w 162943"/>
                <a:gd name="connsiteY22" fmla="*/ 19152 h 55540"/>
                <a:gd name="connsiteX23" fmla="*/ 146330 w 162943"/>
                <a:gd name="connsiteY23" fmla="*/ 27451 h 55540"/>
                <a:gd name="connsiteX24" fmla="*/ 146330 w 162943"/>
                <a:gd name="connsiteY24" fmla="*/ 27451 h 55540"/>
                <a:gd name="connsiteX25" fmla="*/ 138022 w 162943"/>
                <a:gd name="connsiteY25" fmla="*/ 35750 h 55540"/>
                <a:gd name="connsiteX26" fmla="*/ 138022 w 162943"/>
                <a:gd name="connsiteY26" fmla="*/ 35750 h 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62943" h="55540">
                  <a:moveTo>
                    <a:pt x="162943" y="0"/>
                  </a:moveTo>
                  <a:lnTo>
                    <a:pt x="0" y="0"/>
                  </a:lnTo>
                  <a:lnTo>
                    <a:pt x="0" y="55541"/>
                  </a:lnTo>
                  <a:lnTo>
                    <a:pt x="162943" y="55541"/>
                  </a:lnTo>
                  <a:lnTo>
                    <a:pt x="162943" y="0"/>
                  </a:lnTo>
                  <a:close/>
                  <a:moveTo>
                    <a:pt x="79874" y="33835"/>
                  </a:moveTo>
                  <a:lnTo>
                    <a:pt x="21087" y="33835"/>
                  </a:lnTo>
                  <a:cubicBezTo>
                    <a:pt x="17253" y="33835"/>
                    <a:pt x="14697" y="31281"/>
                    <a:pt x="14697" y="27451"/>
                  </a:cubicBezTo>
                  <a:cubicBezTo>
                    <a:pt x="14697" y="23621"/>
                    <a:pt x="17253" y="21067"/>
                    <a:pt x="21087" y="21067"/>
                  </a:cubicBezTo>
                  <a:lnTo>
                    <a:pt x="79874" y="21067"/>
                  </a:lnTo>
                  <a:cubicBezTo>
                    <a:pt x="83708" y="21067"/>
                    <a:pt x="86264" y="23621"/>
                    <a:pt x="86264" y="27451"/>
                  </a:cubicBezTo>
                  <a:cubicBezTo>
                    <a:pt x="86264" y="31281"/>
                    <a:pt x="83708" y="33835"/>
                    <a:pt x="79874" y="33835"/>
                  </a:cubicBezTo>
                  <a:close/>
                  <a:moveTo>
                    <a:pt x="107990" y="35750"/>
                  </a:moveTo>
                  <a:cubicBezTo>
                    <a:pt x="103517" y="35750"/>
                    <a:pt x="99683" y="31920"/>
                    <a:pt x="99683" y="27451"/>
                  </a:cubicBezTo>
                  <a:cubicBezTo>
                    <a:pt x="99683" y="22982"/>
                    <a:pt x="103517" y="19152"/>
                    <a:pt x="107990" y="19152"/>
                  </a:cubicBezTo>
                  <a:cubicBezTo>
                    <a:pt x="112463" y="19152"/>
                    <a:pt x="116297" y="22982"/>
                    <a:pt x="116297" y="27451"/>
                  </a:cubicBezTo>
                  <a:cubicBezTo>
                    <a:pt x="116297" y="27451"/>
                    <a:pt x="116297" y="27451"/>
                    <a:pt x="116297" y="27451"/>
                  </a:cubicBezTo>
                  <a:cubicBezTo>
                    <a:pt x="116297" y="31920"/>
                    <a:pt x="112463" y="35750"/>
                    <a:pt x="107990" y="35750"/>
                  </a:cubicBezTo>
                  <a:cubicBezTo>
                    <a:pt x="107990" y="35750"/>
                    <a:pt x="107990" y="35750"/>
                    <a:pt x="107990" y="35750"/>
                  </a:cubicBezTo>
                  <a:lnTo>
                    <a:pt x="107990" y="35750"/>
                  </a:lnTo>
                  <a:close/>
                  <a:moveTo>
                    <a:pt x="138022" y="35750"/>
                  </a:moveTo>
                  <a:cubicBezTo>
                    <a:pt x="133550" y="35750"/>
                    <a:pt x="129716" y="31920"/>
                    <a:pt x="129716" y="27451"/>
                  </a:cubicBezTo>
                  <a:cubicBezTo>
                    <a:pt x="129716" y="22982"/>
                    <a:pt x="133550" y="19152"/>
                    <a:pt x="138022" y="19152"/>
                  </a:cubicBezTo>
                  <a:cubicBezTo>
                    <a:pt x="142496" y="19152"/>
                    <a:pt x="146330" y="22982"/>
                    <a:pt x="146330" y="27451"/>
                  </a:cubicBezTo>
                  <a:cubicBezTo>
                    <a:pt x="146330" y="27451"/>
                    <a:pt x="146330" y="27451"/>
                    <a:pt x="146330" y="27451"/>
                  </a:cubicBezTo>
                  <a:cubicBezTo>
                    <a:pt x="146330" y="31920"/>
                    <a:pt x="142496" y="35750"/>
                    <a:pt x="138022" y="35750"/>
                  </a:cubicBezTo>
                  <a:lnTo>
                    <a:pt x="138022" y="35750"/>
                  </a:lnTo>
                  <a:close/>
                </a:path>
              </a:pathLst>
            </a:custGeom>
            <a:solidFill>
              <a:srgbClr val="007680"/>
            </a:solidFill>
            <a:ln w="6390" cap="flat">
              <a:noFill/>
              <a:prstDash val="solid"/>
              <a:miter/>
            </a:ln>
          </p:spPr>
          <p:txBody>
            <a:bodyPr rtlCol="0" anchor="ctr"/>
            <a:lstStyle/>
            <a:p>
              <a:endParaRPr lang="en-US"/>
            </a:p>
          </p:txBody>
        </p:sp>
        <p:sp>
          <p:nvSpPr>
            <p:cNvPr id="798" name="Graphic 5">
              <a:extLst>
                <a:ext uri="{FF2B5EF4-FFF2-40B4-BE49-F238E27FC236}">
                  <a16:creationId xmlns:a16="http://schemas.microsoft.com/office/drawing/2014/main" id="{4DCEF92A-DF01-2B4A-9C69-706AC16AA3BD}"/>
                </a:ext>
              </a:extLst>
            </p:cNvPr>
            <p:cNvSpPr/>
            <p:nvPr/>
          </p:nvSpPr>
          <p:spPr>
            <a:xfrm>
              <a:off x="10425182" y="3561786"/>
              <a:ext cx="162943" cy="55540"/>
            </a:xfrm>
            <a:custGeom>
              <a:avLst/>
              <a:gdLst>
                <a:gd name="connsiteX0" fmla="*/ 0 w 162943"/>
                <a:gd name="connsiteY0" fmla="*/ 0 h 55540"/>
                <a:gd name="connsiteX1" fmla="*/ 0 w 162943"/>
                <a:gd name="connsiteY1" fmla="*/ 55541 h 55540"/>
                <a:gd name="connsiteX2" fmla="*/ 162943 w 162943"/>
                <a:gd name="connsiteY2" fmla="*/ 55541 h 55540"/>
                <a:gd name="connsiteX3" fmla="*/ 162943 w 162943"/>
                <a:gd name="connsiteY3" fmla="*/ 0 h 55540"/>
                <a:gd name="connsiteX4" fmla="*/ 0 w 162943"/>
                <a:gd name="connsiteY4" fmla="*/ 0 h 55540"/>
                <a:gd name="connsiteX5" fmla="*/ 79874 w 162943"/>
                <a:gd name="connsiteY5" fmla="*/ 35751 h 55540"/>
                <a:gd name="connsiteX6" fmla="*/ 21087 w 162943"/>
                <a:gd name="connsiteY6" fmla="*/ 35751 h 55540"/>
                <a:gd name="connsiteX7" fmla="*/ 14697 w 162943"/>
                <a:gd name="connsiteY7" fmla="*/ 29367 h 55540"/>
                <a:gd name="connsiteX8" fmla="*/ 21087 w 162943"/>
                <a:gd name="connsiteY8" fmla="*/ 22983 h 55540"/>
                <a:gd name="connsiteX9" fmla="*/ 79874 w 162943"/>
                <a:gd name="connsiteY9" fmla="*/ 22983 h 55540"/>
                <a:gd name="connsiteX10" fmla="*/ 86264 w 162943"/>
                <a:gd name="connsiteY10" fmla="*/ 29367 h 55540"/>
                <a:gd name="connsiteX11" fmla="*/ 79874 w 162943"/>
                <a:gd name="connsiteY11" fmla="*/ 35751 h 55540"/>
                <a:gd name="connsiteX12" fmla="*/ 79874 w 162943"/>
                <a:gd name="connsiteY12" fmla="*/ 35751 h 55540"/>
                <a:gd name="connsiteX13" fmla="*/ 107990 w 162943"/>
                <a:gd name="connsiteY13" fmla="*/ 37666 h 55540"/>
                <a:gd name="connsiteX14" fmla="*/ 99683 w 162943"/>
                <a:gd name="connsiteY14" fmla="*/ 29367 h 55540"/>
                <a:gd name="connsiteX15" fmla="*/ 107990 w 162943"/>
                <a:gd name="connsiteY15" fmla="*/ 21067 h 55540"/>
                <a:gd name="connsiteX16" fmla="*/ 116297 w 162943"/>
                <a:gd name="connsiteY16" fmla="*/ 29367 h 55540"/>
                <a:gd name="connsiteX17" fmla="*/ 107990 w 162943"/>
                <a:gd name="connsiteY17" fmla="*/ 37666 h 55540"/>
                <a:gd name="connsiteX18" fmla="*/ 138022 w 162943"/>
                <a:gd name="connsiteY18" fmla="*/ 37666 h 55540"/>
                <a:gd name="connsiteX19" fmla="*/ 129716 w 162943"/>
                <a:gd name="connsiteY19" fmla="*/ 29367 h 55540"/>
                <a:gd name="connsiteX20" fmla="*/ 138022 w 162943"/>
                <a:gd name="connsiteY20" fmla="*/ 21067 h 55540"/>
                <a:gd name="connsiteX21" fmla="*/ 146330 w 162943"/>
                <a:gd name="connsiteY21" fmla="*/ 29367 h 55540"/>
                <a:gd name="connsiteX22" fmla="*/ 138022 w 162943"/>
                <a:gd name="connsiteY22" fmla="*/ 37666 h 55540"/>
                <a:gd name="connsiteX23" fmla="*/ 138022 w 162943"/>
                <a:gd name="connsiteY23" fmla="*/ 37666 h 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62943" h="55540">
                  <a:moveTo>
                    <a:pt x="0" y="0"/>
                  </a:moveTo>
                  <a:lnTo>
                    <a:pt x="0" y="55541"/>
                  </a:lnTo>
                  <a:lnTo>
                    <a:pt x="162943" y="55541"/>
                  </a:lnTo>
                  <a:lnTo>
                    <a:pt x="162943" y="0"/>
                  </a:lnTo>
                  <a:lnTo>
                    <a:pt x="0" y="0"/>
                  </a:lnTo>
                  <a:close/>
                  <a:moveTo>
                    <a:pt x="79874" y="35751"/>
                  </a:moveTo>
                  <a:lnTo>
                    <a:pt x="21087" y="35751"/>
                  </a:lnTo>
                  <a:cubicBezTo>
                    <a:pt x="17253" y="35751"/>
                    <a:pt x="14697" y="33197"/>
                    <a:pt x="14697" y="29367"/>
                  </a:cubicBezTo>
                  <a:cubicBezTo>
                    <a:pt x="14697" y="25536"/>
                    <a:pt x="17253" y="22983"/>
                    <a:pt x="21087" y="22983"/>
                  </a:cubicBezTo>
                  <a:lnTo>
                    <a:pt x="79874" y="22983"/>
                  </a:lnTo>
                  <a:cubicBezTo>
                    <a:pt x="83708" y="22983"/>
                    <a:pt x="86264" y="25536"/>
                    <a:pt x="86264" y="29367"/>
                  </a:cubicBezTo>
                  <a:cubicBezTo>
                    <a:pt x="86264" y="33197"/>
                    <a:pt x="83708" y="35751"/>
                    <a:pt x="79874" y="35751"/>
                  </a:cubicBezTo>
                  <a:lnTo>
                    <a:pt x="79874" y="35751"/>
                  </a:lnTo>
                  <a:close/>
                  <a:moveTo>
                    <a:pt x="107990" y="37666"/>
                  </a:moveTo>
                  <a:cubicBezTo>
                    <a:pt x="103517" y="37666"/>
                    <a:pt x="99683" y="33835"/>
                    <a:pt x="99683" y="29367"/>
                  </a:cubicBezTo>
                  <a:cubicBezTo>
                    <a:pt x="99683" y="24898"/>
                    <a:pt x="103517" y="21067"/>
                    <a:pt x="107990" y="21067"/>
                  </a:cubicBezTo>
                  <a:cubicBezTo>
                    <a:pt x="112463" y="21067"/>
                    <a:pt x="116297" y="24898"/>
                    <a:pt x="116297" y="29367"/>
                  </a:cubicBezTo>
                  <a:cubicBezTo>
                    <a:pt x="116297" y="33835"/>
                    <a:pt x="112463" y="37666"/>
                    <a:pt x="107990" y="37666"/>
                  </a:cubicBezTo>
                  <a:close/>
                  <a:moveTo>
                    <a:pt x="138022" y="37666"/>
                  </a:moveTo>
                  <a:cubicBezTo>
                    <a:pt x="133550" y="37666"/>
                    <a:pt x="129716" y="33835"/>
                    <a:pt x="129716" y="29367"/>
                  </a:cubicBezTo>
                  <a:cubicBezTo>
                    <a:pt x="129716" y="24898"/>
                    <a:pt x="133550" y="21067"/>
                    <a:pt x="138022" y="21067"/>
                  </a:cubicBezTo>
                  <a:cubicBezTo>
                    <a:pt x="142496" y="21067"/>
                    <a:pt x="146330" y="24898"/>
                    <a:pt x="146330" y="29367"/>
                  </a:cubicBezTo>
                  <a:cubicBezTo>
                    <a:pt x="146330" y="33835"/>
                    <a:pt x="142496" y="37666"/>
                    <a:pt x="138022" y="37666"/>
                  </a:cubicBezTo>
                  <a:lnTo>
                    <a:pt x="138022" y="37666"/>
                  </a:lnTo>
                  <a:close/>
                </a:path>
              </a:pathLst>
            </a:custGeom>
            <a:solidFill>
              <a:srgbClr val="007680"/>
            </a:solidFill>
            <a:ln w="6390" cap="flat">
              <a:noFill/>
              <a:prstDash val="solid"/>
              <a:miter/>
            </a:ln>
          </p:spPr>
          <p:txBody>
            <a:bodyPr rtlCol="0" anchor="ctr"/>
            <a:lstStyle/>
            <a:p>
              <a:endParaRPr lang="en-US"/>
            </a:p>
          </p:txBody>
        </p:sp>
        <p:sp>
          <p:nvSpPr>
            <p:cNvPr id="799" name="Graphic 5">
              <a:extLst>
                <a:ext uri="{FF2B5EF4-FFF2-40B4-BE49-F238E27FC236}">
                  <a16:creationId xmlns:a16="http://schemas.microsoft.com/office/drawing/2014/main" id="{AA92E34F-39E6-4948-B0AB-DE5550753C16}"/>
                </a:ext>
              </a:extLst>
            </p:cNvPr>
            <p:cNvSpPr/>
            <p:nvPr/>
          </p:nvSpPr>
          <p:spPr>
            <a:xfrm>
              <a:off x="10326138" y="3340900"/>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274767 w 361670"/>
                <a:gd name="connsiteY6" fmla="*/ 282810 h 361971"/>
                <a:gd name="connsiteX7" fmla="*/ 268377 w 361670"/>
                <a:gd name="connsiteY7" fmla="*/ 289194 h 361971"/>
                <a:gd name="connsiteX8" fmla="*/ 92654 w 361670"/>
                <a:gd name="connsiteY8" fmla="*/ 289194 h 361971"/>
                <a:gd name="connsiteX9" fmla="*/ 86264 w 361670"/>
                <a:gd name="connsiteY9" fmla="*/ 282810 h 361971"/>
                <a:gd name="connsiteX10" fmla="*/ 86264 w 361670"/>
                <a:gd name="connsiteY10" fmla="*/ 78523 h 361971"/>
                <a:gd name="connsiteX11" fmla="*/ 92654 w 361670"/>
                <a:gd name="connsiteY11" fmla="*/ 72139 h 361971"/>
                <a:gd name="connsiteX12" fmla="*/ 92654 w 361670"/>
                <a:gd name="connsiteY12" fmla="*/ 72139 h 361971"/>
                <a:gd name="connsiteX13" fmla="*/ 268377 w 361670"/>
                <a:gd name="connsiteY13" fmla="*/ 72777 h 361971"/>
                <a:gd name="connsiteX14" fmla="*/ 274767 w 361670"/>
                <a:gd name="connsiteY14" fmla="*/ 79161 h 361971"/>
                <a:gd name="connsiteX15" fmla="*/ 274767 w 361670"/>
                <a:gd name="connsiteY15" fmla="*/ 28281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1670" h="361971">
                  <a:moveTo>
                    <a:pt x="180836" y="0"/>
                  </a:moveTo>
                  <a:cubicBezTo>
                    <a:pt x="80513" y="0"/>
                    <a:pt x="0" y="81077"/>
                    <a:pt x="0" y="180667"/>
                  </a:cubicBezTo>
                  <a:cubicBezTo>
                    <a:pt x="0" y="280257"/>
                    <a:pt x="81152" y="361972"/>
                    <a:pt x="180836" y="361972"/>
                  </a:cubicBezTo>
                  <a:cubicBezTo>
                    <a:pt x="281157" y="361972"/>
                    <a:pt x="361670" y="280895"/>
                    <a:pt x="361670" y="181305"/>
                  </a:cubicBezTo>
                  <a:cubicBezTo>
                    <a:pt x="361670" y="181305"/>
                    <a:pt x="361670" y="181305"/>
                    <a:pt x="361670" y="181305"/>
                  </a:cubicBezTo>
                  <a:cubicBezTo>
                    <a:pt x="361670" y="80438"/>
                    <a:pt x="280518" y="0"/>
                    <a:pt x="180836" y="0"/>
                  </a:cubicBezTo>
                  <a:close/>
                  <a:moveTo>
                    <a:pt x="274767" y="282810"/>
                  </a:moveTo>
                  <a:cubicBezTo>
                    <a:pt x="274767" y="286641"/>
                    <a:pt x="272211" y="289194"/>
                    <a:pt x="268377" y="289194"/>
                  </a:cubicBezTo>
                  <a:lnTo>
                    <a:pt x="92654" y="289194"/>
                  </a:lnTo>
                  <a:cubicBezTo>
                    <a:pt x="88820" y="289194"/>
                    <a:pt x="86264" y="286641"/>
                    <a:pt x="86264" y="282810"/>
                  </a:cubicBezTo>
                  <a:lnTo>
                    <a:pt x="86264" y="78523"/>
                  </a:lnTo>
                  <a:cubicBezTo>
                    <a:pt x="86264" y="74693"/>
                    <a:pt x="88820" y="72139"/>
                    <a:pt x="92654" y="72139"/>
                  </a:cubicBezTo>
                  <a:lnTo>
                    <a:pt x="92654" y="72139"/>
                  </a:lnTo>
                  <a:lnTo>
                    <a:pt x="268377" y="72777"/>
                  </a:lnTo>
                  <a:cubicBezTo>
                    <a:pt x="272211" y="72777"/>
                    <a:pt x="274767" y="75331"/>
                    <a:pt x="274767" y="79161"/>
                  </a:cubicBezTo>
                  <a:lnTo>
                    <a:pt x="274767" y="282810"/>
                  </a:lnTo>
                  <a:close/>
                </a:path>
              </a:pathLst>
            </a:custGeom>
            <a:solidFill>
              <a:srgbClr val="007680"/>
            </a:solidFill>
            <a:ln w="6390" cap="flat">
              <a:noFill/>
              <a:prstDash val="solid"/>
              <a:miter/>
            </a:ln>
          </p:spPr>
          <p:txBody>
            <a:bodyPr rtlCol="0" anchor="ctr"/>
            <a:lstStyle/>
            <a:p>
              <a:endParaRPr lang="en-US"/>
            </a:p>
          </p:txBody>
        </p:sp>
      </p:grpSp>
      <p:grpSp>
        <p:nvGrpSpPr>
          <p:cNvPr id="800" name="Graphic 5">
            <a:extLst>
              <a:ext uri="{FF2B5EF4-FFF2-40B4-BE49-F238E27FC236}">
                <a16:creationId xmlns:a16="http://schemas.microsoft.com/office/drawing/2014/main" id="{9AA42A02-B643-6244-9982-B4E64221ECE3}"/>
              </a:ext>
            </a:extLst>
          </p:cNvPr>
          <p:cNvGrpSpPr/>
          <p:nvPr/>
        </p:nvGrpSpPr>
        <p:grpSpPr>
          <a:xfrm>
            <a:off x="11372810" y="1403361"/>
            <a:ext cx="362309" cy="361971"/>
            <a:chOff x="11372810" y="1403361"/>
            <a:chExt cx="362309" cy="361971"/>
          </a:xfrm>
          <a:solidFill>
            <a:srgbClr val="007680"/>
          </a:solidFill>
        </p:grpSpPr>
        <p:sp>
          <p:nvSpPr>
            <p:cNvPr id="801" name="Graphic 5">
              <a:extLst>
                <a:ext uri="{FF2B5EF4-FFF2-40B4-BE49-F238E27FC236}">
                  <a16:creationId xmlns:a16="http://schemas.microsoft.com/office/drawing/2014/main" id="{7DD12089-6154-A746-9533-786DD68EBDAC}"/>
                </a:ext>
              </a:extLst>
            </p:cNvPr>
            <p:cNvSpPr/>
            <p:nvPr/>
          </p:nvSpPr>
          <p:spPr>
            <a:xfrm>
              <a:off x="11496135" y="1508059"/>
              <a:ext cx="115018" cy="50433"/>
            </a:xfrm>
            <a:custGeom>
              <a:avLst/>
              <a:gdLst>
                <a:gd name="connsiteX0" fmla="*/ 0 w 115018"/>
                <a:gd name="connsiteY0" fmla="*/ 50433 h 50433"/>
                <a:gd name="connsiteX1" fmla="*/ 115019 w 115018"/>
                <a:gd name="connsiteY1" fmla="*/ 50433 h 50433"/>
                <a:gd name="connsiteX2" fmla="*/ 57509 w 115018"/>
                <a:gd name="connsiteY2" fmla="*/ 0 h 50433"/>
                <a:gd name="connsiteX3" fmla="*/ 0 w 115018"/>
                <a:gd name="connsiteY3" fmla="*/ 50433 h 50433"/>
              </a:gdLst>
              <a:ahLst/>
              <a:cxnLst>
                <a:cxn ang="0">
                  <a:pos x="connsiteX0" y="connsiteY0"/>
                </a:cxn>
                <a:cxn ang="0">
                  <a:pos x="connsiteX1" y="connsiteY1"/>
                </a:cxn>
                <a:cxn ang="0">
                  <a:pos x="connsiteX2" y="connsiteY2"/>
                </a:cxn>
                <a:cxn ang="0">
                  <a:pos x="connsiteX3" y="connsiteY3"/>
                </a:cxn>
              </a:cxnLst>
              <a:rect l="l" t="t" r="r" b="b"/>
              <a:pathLst>
                <a:path w="115018" h="50433">
                  <a:moveTo>
                    <a:pt x="0" y="50433"/>
                  </a:moveTo>
                  <a:lnTo>
                    <a:pt x="115019" y="50433"/>
                  </a:lnTo>
                  <a:cubicBezTo>
                    <a:pt x="107351" y="18514"/>
                    <a:pt x="86264" y="0"/>
                    <a:pt x="57509" y="0"/>
                  </a:cubicBezTo>
                  <a:cubicBezTo>
                    <a:pt x="28755" y="0"/>
                    <a:pt x="7668" y="17875"/>
                    <a:pt x="0" y="50433"/>
                  </a:cubicBezTo>
                  <a:close/>
                </a:path>
              </a:pathLst>
            </a:custGeom>
            <a:solidFill>
              <a:srgbClr val="007680"/>
            </a:solidFill>
            <a:ln w="6390" cap="flat">
              <a:noFill/>
              <a:prstDash val="solid"/>
              <a:miter/>
            </a:ln>
          </p:spPr>
          <p:txBody>
            <a:bodyPr rtlCol="0" anchor="ctr"/>
            <a:lstStyle/>
            <a:p>
              <a:endParaRPr lang="en-US"/>
            </a:p>
          </p:txBody>
        </p:sp>
        <p:sp>
          <p:nvSpPr>
            <p:cNvPr id="802" name="Graphic 5">
              <a:extLst>
                <a:ext uri="{FF2B5EF4-FFF2-40B4-BE49-F238E27FC236}">
                  <a16:creationId xmlns:a16="http://schemas.microsoft.com/office/drawing/2014/main" id="{5C3F5981-BBC1-9D4E-9D32-70A2D6155861}"/>
                </a:ext>
              </a:extLst>
            </p:cNvPr>
            <p:cNvSpPr/>
            <p:nvPr/>
          </p:nvSpPr>
          <p:spPr>
            <a:xfrm>
              <a:off x="11482077" y="1571260"/>
              <a:ext cx="143134" cy="18513"/>
            </a:xfrm>
            <a:custGeom>
              <a:avLst/>
              <a:gdLst>
                <a:gd name="connsiteX0" fmla="*/ 0 w 143134"/>
                <a:gd name="connsiteY0" fmla="*/ 0 h 18513"/>
                <a:gd name="connsiteX1" fmla="*/ 143135 w 143134"/>
                <a:gd name="connsiteY1" fmla="*/ 0 h 18513"/>
                <a:gd name="connsiteX2" fmla="*/ 143135 w 143134"/>
                <a:gd name="connsiteY2" fmla="*/ 18514 h 18513"/>
                <a:gd name="connsiteX3" fmla="*/ 0 w 143134"/>
                <a:gd name="connsiteY3" fmla="*/ 18514 h 18513"/>
              </a:gdLst>
              <a:ahLst/>
              <a:cxnLst>
                <a:cxn ang="0">
                  <a:pos x="connsiteX0" y="connsiteY0"/>
                </a:cxn>
                <a:cxn ang="0">
                  <a:pos x="connsiteX1" y="connsiteY1"/>
                </a:cxn>
                <a:cxn ang="0">
                  <a:pos x="connsiteX2" y="connsiteY2"/>
                </a:cxn>
                <a:cxn ang="0">
                  <a:pos x="connsiteX3" y="connsiteY3"/>
                </a:cxn>
              </a:cxnLst>
              <a:rect l="l" t="t" r="r" b="b"/>
              <a:pathLst>
                <a:path w="143134" h="18513">
                  <a:moveTo>
                    <a:pt x="0" y="0"/>
                  </a:moveTo>
                  <a:lnTo>
                    <a:pt x="143135" y="0"/>
                  </a:lnTo>
                  <a:lnTo>
                    <a:pt x="143135" y="18514"/>
                  </a:lnTo>
                  <a:lnTo>
                    <a:pt x="0" y="18514"/>
                  </a:lnTo>
                  <a:close/>
                </a:path>
              </a:pathLst>
            </a:custGeom>
            <a:solidFill>
              <a:srgbClr val="007680"/>
            </a:solidFill>
            <a:ln w="6390" cap="flat">
              <a:noFill/>
              <a:prstDash val="solid"/>
              <a:miter/>
            </a:ln>
          </p:spPr>
          <p:txBody>
            <a:bodyPr rtlCol="0" anchor="ctr"/>
            <a:lstStyle/>
            <a:p>
              <a:endParaRPr lang="en-US"/>
            </a:p>
          </p:txBody>
        </p:sp>
        <p:sp>
          <p:nvSpPr>
            <p:cNvPr id="803" name="Graphic 5">
              <a:extLst>
                <a:ext uri="{FF2B5EF4-FFF2-40B4-BE49-F238E27FC236}">
                  <a16:creationId xmlns:a16="http://schemas.microsoft.com/office/drawing/2014/main" id="{862B577A-7026-3A4A-A70B-0D42E2C42530}"/>
                </a:ext>
              </a:extLst>
            </p:cNvPr>
            <p:cNvSpPr/>
            <p:nvPr/>
          </p:nvSpPr>
          <p:spPr>
            <a:xfrm>
              <a:off x="11372810" y="1403361"/>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24604 w 362309"/>
                <a:gd name="connsiteY6" fmla="*/ 287279 h 361971"/>
                <a:gd name="connsiteX7" fmla="*/ 118214 w 362309"/>
                <a:gd name="connsiteY7" fmla="*/ 293663 h 361971"/>
                <a:gd name="connsiteX8" fmla="*/ 111824 w 362309"/>
                <a:gd name="connsiteY8" fmla="*/ 287279 h 361971"/>
                <a:gd name="connsiteX9" fmla="*/ 111824 w 362309"/>
                <a:gd name="connsiteY9" fmla="*/ 270681 h 361971"/>
                <a:gd name="connsiteX10" fmla="*/ 118214 w 362309"/>
                <a:gd name="connsiteY10" fmla="*/ 264297 h 361971"/>
                <a:gd name="connsiteX11" fmla="*/ 124604 w 362309"/>
                <a:gd name="connsiteY11" fmla="*/ 270681 h 361971"/>
                <a:gd name="connsiteX12" fmla="*/ 124604 w 362309"/>
                <a:gd name="connsiteY12" fmla="*/ 287279 h 361971"/>
                <a:gd name="connsiteX13" fmla="*/ 124604 w 362309"/>
                <a:gd name="connsiteY13" fmla="*/ 240038 h 361971"/>
                <a:gd name="connsiteX14" fmla="*/ 118214 w 362309"/>
                <a:gd name="connsiteY14" fmla="*/ 246422 h 361971"/>
                <a:gd name="connsiteX15" fmla="*/ 111824 w 362309"/>
                <a:gd name="connsiteY15" fmla="*/ 240038 h 361971"/>
                <a:gd name="connsiteX16" fmla="*/ 111824 w 362309"/>
                <a:gd name="connsiteY16" fmla="*/ 223439 h 361971"/>
                <a:gd name="connsiteX17" fmla="*/ 118214 w 362309"/>
                <a:gd name="connsiteY17" fmla="*/ 217055 h 361971"/>
                <a:gd name="connsiteX18" fmla="*/ 124604 w 362309"/>
                <a:gd name="connsiteY18" fmla="*/ 223439 h 361971"/>
                <a:gd name="connsiteX19" fmla="*/ 124604 w 362309"/>
                <a:gd name="connsiteY19" fmla="*/ 240038 h 361971"/>
                <a:gd name="connsiteX20" fmla="*/ 155914 w 362309"/>
                <a:gd name="connsiteY20" fmla="*/ 287279 h 361971"/>
                <a:gd name="connsiteX21" fmla="*/ 149524 w 362309"/>
                <a:gd name="connsiteY21" fmla="*/ 293663 h 361971"/>
                <a:gd name="connsiteX22" fmla="*/ 143134 w 362309"/>
                <a:gd name="connsiteY22" fmla="*/ 287279 h 361971"/>
                <a:gd name="connsiteX23" fmla="*/ 143134 w 362309"/>
                <a:gd name="connsiteY23" fmla="*/ 270681 h 361971"/>
                <a:gd name="connsiteX24" fmla="*/ 149524 w 362309"/>
                <a:gd name="connsiteY24" fmla="*/ 264297 h 361971"/>
                <a:gd name="connsiteX25" fmla="*/ 155914 w 362309"/>
                <a:gd name="connsiteY25" fmla="*/ 270681 h 361971"/>
                <a:gd name="connsiteX26" fmla="*/ 155914 w 362309"/>
                <a:gd name="connsiteY26" fmla="*/ 287279 h 361971"/>
                <a:gd name="connsiteX27" fmla="*/ 155914 w 362309"/>
                <a:gd name="connsiteY27" fmla="*/ 240038 h 361971"/>
                <a:gd name="connsiteX28" fmla="*/ 149524 w 362309"/>
                <a:gd name="connsiteY28" fmla="*/ 246422 h 361971"/>
                <a:gd name="connsiteX29" fmla="*/ 143134 w 362309"/>
                <a:gd name="connsiteY29" fmla="*/ 240038 h 361971"/>
                <a:gd name="connsiteX30" fmla="*/ 143134 w 362309"/>
                <a:gd name="connsiteY30" fmla="*/ 223439 h 361971"/>
                <a:gd name="connsiteX31" fmla="*/ 149524 w 362309"/>
                <a:gd name="connsiteY31" fmla="*/ 217055 h 361971"/>
                <a:gd name="connsiteX32" fmla="*/ 155914 w 362309"/>
                <a:gd name="connsiteY32" fmla="*/ 223439 h 361971"/>
                <a:gd name="connsiteX33" fmla="*/ 155914 w 362309"/>
                <a:gd name="connsiteY33" fmla="*/ 240038 h 361971"/>
                <a:gd name="connsiteX34" fmla="*/ 187225 w 362309"/>
                <a:gd name="connsiteY34" fmla="*/ 287279 h 361971"/>
                <a:gd name="connsiteX35" fmla="*/ 180835 w 362309"/>
                <a:gd name="connsiteY35" fmla="*/ 293663 h 361971"/>
                <a:gd name="connsiteX36" fmla="*/ 174445 w 362309"/>
                <a:gd name="connsiteY36" fmla="*/ 287279 h 361971"/>
                <a:gd name="connsiteX37" fmla="*/ 174445 w 362309"/>
                <a:gd name="connsiteY37" fmla="*/ 270681 h 361971"/>
                <a:gd name="connsiteX38" fmla="*/ 180835 w 362309"/>
                <a:gd name="connsiteY38" fmla="*/ 264297 h 361971"/>
                <a:gd name="connsiteX39" fmla="*/ 187225 w 362309"/>
                <a:gd name="connsiteY39" fmla="*/ 270681 h 361971"/>
                <a:gd name="connsiteX40" fmla="*/ 187225 w 362309"/>
                <a:gd name="connsiteY40" fmla="*/ 287279 h 361971"/>
                <a:gd name="connsiteX41" fmla="*/ 187225 w 362309"/>
                <a:gd name="connsiteY41" fmla="*/ 240038 h 361971"/>
                <a:gd name="connsiteX42" fmla="*/ 180835 w 362309"/>
                <a:gd name="connsiteY42" fmla="*/ 246422 h 361971"/>
                <a:gd name="connsiteX43" fmla="*/ 174445 w 362309"/>
                <a:gd name="connsiteY43" fmla="*/ 240038 h 361971"/>
                <a:gd name="connsiteX44" fmla="*/ 174445 w 362309"/>
                <a:gd name="connsiteY44" fmla="*/ 223439 h 361971"/>
                <a:gd name="connsiteX45" fmla="*/ 180835 w 362309"/>
                <a:gd name="connsiteY45" fmla="*/ 217055 h 361971"/>
                <a:gd name="connsiteX46" fmla="*/ 187225 w 362309"/>
                <a:gd name="connsiteY46" fmla="*/ 223439 h 361971"/>
                <a:gd name="connsiteX47" fmla="*/ 187225 w 362309"/>
                <a:gd name="connsiteY47" fmla="*/ 240038 h 361971"/>
                <a:gd name="connsiteX48" fmla="*/ 218536 w 362309"/>
                <a:gd name="connsiteY48" fmla="*/ 287279 h 361971"/>
                <a:gd name="connsiteX49" fmla="*/ 212146 w 362309"/>
                <a:gd name="connsiteY49" fmla="*/ 293663 h 361971"/>
                <a:gd name="connsiteX50" fmla="*/ 205756 w 362309"/>
                <a:gd name="connsiteY50" fmla="*/ 287279 h 361971"/>
                <a:gd name="connsiteX51" fmla="*/ 205756 w 362309"/>
                <a:gd name="connsiteY51" fmla="*/ 270681 h 361971"/>
                <a:gd name="connsiteX52" fmla="*/ 212146 w 362309"/>
                <a:gd name="connsiteY52" fmla="*/ 264297 h 361971"/>
                <a:gd name="connsiteX53" fmla="*/ 218536 w 362309"/>
                <a:gd name="connsiteY53" fmla="*/ 270681 h 361971"/>
                <a:gd name="connsiteX54" fmla="*/ 218536 w 362309"/>
                <a:gd name="connsiteY54" fmla="*/ 287279 h 361971"/>
                <a:gd name="connsiteX55" fmla="*/ 218536 w 362309"/>
                <a:gd name="connsiteY55" fmla="*/ 240038 h 361971"/>
                <a:gd name="connsiteX56" fmla="*/ 212146 w 362309"/>
                <a:gd name="connsiteY56" fmla="*/ 246422 h 361971"/>
                <a:gd name="connsiteX57" fmla="*/ 205756 w 362309"/>
                <a:gd name="connsiteY57" fmla="*/ 240038 h 361971"/>
                <a:gd name="connsiteX58" fmla="*/ 205756 w 362309"/>
                <a:gd name="connsiteY58" fmla="*/ 223439 h 361971"/>
                <a:gd name="connsiteX59" fmla="*/ 212146 w 362309"/>
                <a:gd name="connsiteY59" fmla="*/ 217055 h 361971"/>
                <a:gd name="connsiteX60" fmla="*/ 218536 w 362309"/>
                <a:gd name="connsiteY60" fmla="*/ 223439 h 361971"/>
                <a:gd name="connsiteX61" fmla="*/ 218536 w 362309"/>
                <a:gd name="connsiteY61" fmla="*/ 240038 h 361971"/>
                <a:gd name="connsiteX62" fmla="*/ 249846 w 362309"/>
                <a:gd name="connsiteY62" fmla="*/ 287279 h 361971"/>
                <a:gd name="connsiteX63" fmla="*/ 243456 w 362309"/>
                <a:gd name="connsiteY63" fmla="*/ 293663 h 361971"/>
                <a:gd name="connsiteX64" fmla="*/ 237067 w 362309"/>
                <a:gd name="connsiteY64" fmla="*/ 287279 h 361971"/>
                <a:gd name="connsiteX65" fmla="*/ 237067 w 362309"/>
                <a:gd name="connsiteY65" fmla="*/ 270681 h 361971"/>
                <a:gd name="connsiteX66" fmla="*/ 243456 w 362309"/>
                <a:gd name="connsiteY66" fmla="*/ 264297 h 361971"/>
                <a:gd name="connsiteX67" fmla="*/ 249846 w 362309"/>
                <a:gd name="connsiteY67" fmla="*/ 270681 h 361971"/>
                <a:gd name="connsiteX68" fmla="*/ 249846 w 362309"/>
                <a:gd name="connsiteY68" fmla="*/ 287279 h 361971"/>
                <a:gd name="connsiteX69" fmla="*/ 249846 w 362309"/>
                <a:gd name="connsiteY69" fmla="*/ 240038 h 361971"/>
                <a:gd name="connsiteX70" fmla="*/ 243456 w 362309"/>
                <a:gd name="connsiteY70" fmla="*/ 246422 h 361971"/>
                <a:gd name="connsiteX71" fmla="*/ 237067 w 362309"/>
                <a:gd name="connsiteY71" fmla="*/ 240038 h 361971"/>
                <a:gd name="connsiteX72" fmla="*/ 237067 w 362309"/>
                <a:gd name="connsiteY72" fmla="*/ 223439 h 361971"/>
                <a:gd name="connsiteX73" fmla="*/ 243456 w 362309"/>
                <a:gd name="connsiteY73" fmla="*/ 217055 h 361971"/>
                <a:gd name="connsiteX74" fmla="*/ 249846 w 362309"/>
                <a:gd name="connsiteY74" fmla="*/ 223439 h 361971"/>
                <a:gd name="connsiteX75" fmla="*/ 249846 w 362309"/>
                <a:gd name="connsiteY75" fmla="*/ 240038 h 361971"/>
                <a:gd name="connsiteX76" fmla="*/ 251124 w 362309"/>
                <a:gd name="connsiteY76" fmla="*/ 155131 h 361971"/>
                <a:gd name="connsiteX77" fmla="*/ 258792 w 362309"/>
                <a:gd name="connsiteY77" fmla="*/ 155131 h 361971"/>
                <a:gd name="connsiteX78" fmla="*/ 265182 w 362309"/>
                <a:gd name="connsiteY78" fmla="*/ 161515 h 361971"/>
                <a:gd name="connsiteX79" fmla="*/ 265182 w 362309"/>
                <a:gd name="connsiteY79" fmla="*/ 192796 h 361971"/>
                <a:gd name="connsiteX80" fmla="*/ 258792 w 362309"/>
                <a:gd name="connsiteY80" fmla="*/ 199180 h 361971"/>
                <a:gd name="connsiteX81" fmla="*/ 102878 w 362309"/>
                <a:gd name="connsiteY81" fmla="*/ 199180 h 361971"/>
                <a:gd name="connsiteX82" fmla="*/ 96488 w 362309"/>
                <a:gd name="connsiteY82" fmla="*/ 192796 h 361971"/>
                <a:gd name="connsiteX83" fmla="*/ 96488 w 362309"/>
                <a:gd name="connsiteY83" fmla="*/ 161515 h 361971"/>
                <a:gd name="connsiteX84" fmla="*/ 102878 w 362309"/>
                <a:gd name="connsiteY84" fmla="*/ 155131 h 361971"/>
                <a:gd name="connsiteX85" fmla="*/ 109907 w 362309"/>
                <a:gd name="connsiteY85" fmla="*/ 155131 h 361971"/>
                <a:gd name="connsiteX86" fmla="*/ 173806 w 362309"/>
                <a:gd name="connsiteY86" fmla="*/ 91929 h 361971"/>
                <a:gd name="connsiteX87" fmla="*/ 173806 w 362309"/>
                <a:gd name="connsiteY87" fmla="*/ 74054 h 361971"/>
                <a:gd name="connsiteX88" fmla="*/ 180196 w 362309"/>
                <a:gd name="connsiteY88" fmla="*/ 67670 h 361971"/>
                <a:gd name="connsiteX89" fmla="*/ 259431 w 362309"/>
                <a:gd name="connsiteY89" fmla="*/ 67670 h 361971"/>
                <a:gd name="connsiteX90" fmla="*/ 265821 w 362309"/>
                <a:gd name="connsiteY90" fmla="*/ 74054 h 361971"/>
                <a:gd name="connsiteX91" fmla="*/ 259431 w 362309"/>
                <a:gd name="connsiteY91" fmla="*/ 80438 h 361971"/>
                <a:gd name="connsiteX92" fmla="*/ 186586 w 362309"/>
                <a:gd name="connsiteY92" fmla="*/ 80438 h 361971"/>
                <a:gd name="connsiteX93" fmla="*/ 186586 w 362309"/>
                <a:gd name="connsiteY93" fmla="*/ 91929 h 361971"/>
                <a:gd name="connsiteX94" fmla="*/ 251124 w 362309"/>
                <a:gd name="connsiteY94" fmla="*/ 155131 h 361971"/>
                <a:gd name="connsiteX95" fmla="*/ 251124 w 362309"/>
                <a:gd name="connsiteY95" fmla="*/ 15513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124604" y="287279"/>
                  </a:moveTo>
                  <a:cubicBezTo>
                    <a:pt x="124604" y="291110"/>
                    <a:pt x="122048" y="293663"/>
                    <a:pt x="118214" y="293663"/>
                  </a:cubicBezTo>
                  <a:cubicBezTo>
                    <a:pt x="114379" y="293663"/>
                    <a:pt x="111824" y="291110"/>
                    <a:pt x="111824" y="287279"/>
                  </a:cubicBezTo>
                  <a:lnTo>
                    <a:pt x="111824" y="270681"/>
                  </a:lnTo>
                  <a:cubicBezTo>
                    <a:pt x="111824" y="266850"/>
                    <a:pt x="114379" y="264297"/>
                    <a:pt x="118214" y="264297"/>
                  </a:cubicBezTo>
                  <a:cubicBezTo>
                    <a:pt x="122048" y="264297"/>
                    <a:pt x="124604" y="266850"/>
                    <a:pt x="124604" y="270681"/>
                  </a:cubicBezTo>
                  <a:lnTo>
                    <a:pt x="124604" y="287279"/>
                  </a:lnTo>
                  <a:close/>
                  <a:moveTo>
                    <a:pt x="124604" y="240038"/>
                  </a:moveTo>
                  <a:cubicBezTo>
                    <a:pt x="124604" y="243868"/>
                    <a:pt x="122048" y="246422"/>
                    <a:pt x="118214" y="246422"/>
                  </a:cubicBezTo>
                  <a:cubicBezTo>
                    <a:pt x="114379" y="246422"/>
                    <a:pt x="111824" y="243868"/>
                    <a:pt x="111824" y="240038"/>
                  </a:cubicBezTo>
                  <a:lnTo>
                    <a:pt x="111824" y="223439"/>
                  </a:lnTo>
                  <a:cubicBezTo>
                    <a:pt x="111824" y="219609"/>
                    <a:pt x="114379" y="217055"/>
                    <a:pt x="118214" y="217055"/>
                  </a:cubicBezTo>
                  <a:cubicBezTo>
                    <a:pt x="122048" y="217055"/>
                    <a:pt x="124604" y="219609"/>
                    <a:pt x="124604" y="223439"/>
                  </a:cubicBezTo>
                  <a:lnTo>
                    <a:pt x="124604" y="240038"/>
                  </a:lnTo>
                  <a:close/>
                  <a:moveTo>
                    <a:pt x="155914" y="287279"/>
                  </a:moveTo>
                  <a:cubicBezTo>
                    <a:pt x="155914" y="291110"/>
                    <a:pt x="153358" y="293663"/>
                    <a:pt x="149524" y="293663"/>
                  </a:cubicBezTo>
                  <a:cubicBezTo>
                    <a:pt x="145690" y="293663"/>
                    <a:pt x="143134" y="291110"/>
                    <a:pt x="143134" y="287279"/>
                  </a:cubicBezTo>
                  <a:lnTo>
                    <a:pt x="143134" y="270681"/>
                  </a:lnTo>
                  <a:cubicBezTo>
                    <a:pt x="143134" y="266850"/>
                    <a:pt x="145690" y="264297"/>
                    <a:pt x="149524" y="264297"/>
                  </a:cubicBezTo>
                  <a:cubicBezTo>
                    <a:pt x="153358" y="264297"/>
                    <a:pt x="155914" y="266850"/>
                    <a:pt x="155914" y="270681"/>
                  </a:cubicBezTo>
                  <a:lnTo>
                    <a:pt x="155914" y="287279"/>
                  </a:lnTo>
                  <a:close/>
                  <a:moveTo>
                    <a:pt x="155914" y="240038"/>
                  </a:moveTo>
                  <a:cubicBezTo>
                    <a:pt x="155914" y="243868"/>
                    <a:pt x="153358" y="246422"/>
                    <a:pt x="149524" y="246422"/>
                  </a:cubicBezTo>
                  <a:cubicBezTo>
                    <a:pt x="145690" y="246422"/>
                    <a:pt x="143134" y="243868"/>
                    <a:pt x="143134" y="240038"/>
                  </a:cubicBezTo>
                  <a:lnTo>
                    <a:pt x="143134" y="223439"/>
                  </a:lnTo>
                  <a:cubicBezTo>
                    <a:pt x="143134" y="219609"/>
                    <a:pt x="145690" y="217055"/>
                    <a:pt x="149524" y="217055"/>
                  </a:cubicBezTo>
                  <a:cubicBezTo>
                    <a:pt x="153358" y="217055"/>
                    <a:pt x="155914" y="219609"/>
                    <a:pt x="155914" y="223439"/>
                  </a:cubicBezTo>
                  <a:lnTo>
                    <a:pt x="155914" y="240038"/>
                  </a:lnTo>
                  <a:close/>
                  <a:moveTo>
                    <a:pt x="187225" y="287279"/>
                  </a:moveTo>
                  <a:cubicBezTo>
                    <a:pt x="187225" y="291110"/>
                    <a:pt x="184669" y="293663"/>
                    <a:pt x="180835" y="293663"/>
                  </a:cubicBezTo>
                  <a:cubicBezTo>
                    <a:pt x="177001" y="293663"/>
                    <a:pt x="174445" y="291110"/>
                    <a:pt x="174445" y="287279"/>
                  </a:cubicBezTo>
                  <a:lnTo>
                    <a:pt x="174445" y="270681"/>
                  </a:lnTo>
                  <a:cubicBezTo>
                    <a:pt x="174445" y="266850"/>
                    <a:pt x="177001" y="264297"/>
                    <a:pt x="180835" y="264297"/>
                  </a:cubicBezTo>
                  <a:cubicBezTo>
                    <a:pt x="184669" y="264297"/>
                    <a:pt x="187225" y="266850"/>
                    <a:pt x="187225" y="270681"/>
                  </a:cubicBezTo>
                  <a:lnTo>
                    <a:pt x="187225" y="287279"/>
                  </a:lnTo>
                  <a:close/>
                  <a:moveTo>
                    <a:pt x="187225" y="240038"/>
                  </a:moveTo>
                  <a:cubicBezTo>
                    <a:pt x="187225" y="243868"/>
                    <a:pt x="184669" y="246422"/>
                    <a:pt x="180835" y="246422"/>
                  </a:cubicBezTo>
                  <a:cubicBezTo>
                    <a:pt x="177001" y="246422"/>
                    <a:pt x="174445" y="243868"/>
                    <a:pt x="174445" y="240038"/>
                  </a:cubicBezTo>
                  <a:lnTo>
                    <a:pt x="174445" y="223439"/>
                  </a:lnTo>
                  <a:cubicBezTo>
                    <a:pt x="174445" y="219609"/>
                    <a:pt x="177001" y="217055"/>
                    <a:pt x="180835" y="217055"/>
                  </a:cubicBezTo>
                  <a:cubicBezTo>
                    <a:pt x="184669" y="217055"/>
                    <a:pt x="187225" y="219609"/>
                    <a:pt x="187225" y="223439"/>
                  </a:cubicBezTo>
                  <a:lnTo>
                    <a:pt x="187225" y="240038"/>
                  </a:lnTo>
                  <a:close/>
                  <a:moveTo>
                    <a:pt x="218536" y="287279"/>
                  </a:moveTo>
                  <a:cubicBezTo>
                    <a:pt x="218536" y="291110"/>
                    <a:pt x="215979" y="293663"/>
                    <a:pt x="212146" y="293663"/>
                  </a:cubicBezTo>
                  <a:cubicBezTo>
                    <a:pt x="208312" y="293663"/>
                    <a:pt x="205756" y="291110"/>
                    <a:pt x="205756" y="287279"/>
                  </a:cubicBezTo>
                  <a:lnTo>
                    <a:pt x="205756" y="270681"/>
                  </a:lnTo>
                  <a:cubicBezTo>
                    <a:pt x="205756" y="266850"/>
                    <a:pt x="208312" y="264297"/>
                    <a:pt x="212146" y="264297"/>
                  </a:cubicBezTo>
                  <a:cubicBezTo>
                    <a:pt x="215979" y="264297"/>
                    <a:pt x="218536" y="266850"/>
                    <a:pt x="218536" y="270681"/>
                  </a:cubicBezTo>
                  <a:lnTo>
                    <a:pt x="218536" y="287279"/>
                  </a:lnTo>
                  <a:close/>
                  <a:moveTo>
                    <a:pt x="218536" y="240038"/>
                  </a:moveTo>
                  <a:cubicBezTo>
                    <a:pt x="218536" y="243868"/>
                    <a:pt x="215979" y="246422"/>
                    <a:pt x="212146" y="246422"/>
                  </a:cubicBezTo>
                  <a:cubicBezTo>
                    <a:pt x="208312" y="246422"/>
                    <a:pt x="205756" y="243868"/>
                    <a:pt x="205756" y="240038"/>
                  </a:cubicBezTo>
                  <a:lnTo>
                    <a:pt x="205756" y="223439"/>
                  </a:lnTo>
                  <a:cubicBezTo>
                    <a:pt x="205756" y="219609"/>
                    <a:pt x="208312" y="217055"/>
                    <a:pt x="212146" y="217055"/>
                  </a:cubicBezTo>
                  <a:cubicBezTo>
                    <a:pt x="215979" y="217055"/>
                    <a:pt x="218536" y="219609"/>
                    <a:pt x="218536" y="223439"/>
                  </a:cubicBezTo>
                  <a:lnTo>
                    <a:pt x="218536" y="240038"/>
                  </a:lnTo>
                  <a:close/>
                  <a:moveTo>
                    <a:pt x="249846" y="287279"/>
                  </a:moveTo>
                  <a:cubicBezTo>
                    <a:pt x="249846" y="291110"/>
                    <a:pt x="247290" y="293663"/>
                    <a:pt x="243456" y="293663"/>
                  </a:cubicBezTo>
                  <a:cubicBezTo>
                    <a:pt x="239623" y="293663"/>
                    <a:pt x="237067" y="291110"/>
                    <a:pt x="237067" y="287279"/>
                  </a:cubicBezTo>
                  <a:lnTo>
                    <a:pt x="237067" y="270681"/>
                  </a:lnTo>
                  <a:cubicBezTo>
                    <a:pt x="237067" y="266850"/>
                    <a:pt x="239623" y="264297"/>
                    <a:pt x="243456" y="264297"/>
                  </a:cubicBezTo>
                  <a:cubicBezTo>
                    <a:pt x="247290" y="264297"/>
                    <a:pt x="249846" y="266850"/>
                    <a:pt x="249846" y="270681"/>
                  </a:cubicBezTo>
                  <a:lnTo>
                    <a:pt x="249846" y="287279"/>
                  </a:lnTo>
                  <a:close/>
                  <a:moveTo>
                    <a:pt x="249846" y="240038"/>
                  </a:moveTo>
                  <a:cubicBezTo>
                    <a:pt x="249846" y="243868"/>
                    <a:pt x="247290" y="246422"/>
                    <a:pt x="243456" y="246422"/>
                  </a:cubicBezTo>
                  <a:cubicBezTo>
                    <a:pt x="239623" y="246422"/>
                    <a:pt x="237067" y="243868"/>
                    <a:pt x="237067" y="240038"/>
                  </a:cubicBezTo>
                  <a:lnTo>
                    <a:pt x="237067" y="223439"/>
                  </a:lnTo>
                  <a:cubicBezTo>
                    <a:pt x="237067" y="219609"/>
                    <a:pt x="239623" y="217055"/>
                    <a:pt x="243456" y="217055"/>
                  </a:cubicBezTo>
                  <a:cubicBezTo>
                    <a:pt x="247290" y="217055"/>
                    <a:pt x="249846" y="219609"/>
                    <a:pt x="249846" y="223439"/>
                  </a:cubicBezTo>
                  <a:lnTo>
                    <a:pt x="249846" y="240038"/>
                  </a:lnTo>
                  <a:close/>
                  <a:moveTo>
                    <a:pt x="251124" y="155131"/>
                  </a:moveTo>
                  <a:lnTo>
                    <a:pt x="258792" y="155131"/>
                  </a:lnTo>
                  <a:cubicBezTo>
                    <a:pt x="262626" y="155131"/>
                    <a:pt x="265182" y="157684"/>
                    <a:pt x="265182" y="161515"/>
                  </a:cubicBezTo>
                  <a:lnTo>
                    <a:pt x="265182" y="192796"/>
                  </a:lnTo>
                  <a:cubicBezTo>
                    <a:pt x="265182" y="196627"/>
                    <a:pt x="262626" y="199180"/>
                    <a:pt x="258792" y="199180"/>
                  </a:cubicBezTo>
                  <a:lnTo>
                    <a:pt x="102878" y="199180"/>
                  </a:lnTo>
                  <a:cubicBezTo>
                    <a:pt x="99044" y="199180"/>
                    <a:pt x="96488" y="196627"/>
                    <a:pt x="96488" y="192796"/>
                  </a:cubicBezTo>
                  <a:lnTo>
                    <a:pt x="96488" y="161515"/>
                  </a:lnTo>
                  <a:cubicBezTo>
                    <a:pt x="96488" y="157684"/>
                    <a:pt x="99044" y="155131"/>
                    <a:pt x="102878" y="155131"/>
                  </a:cubicBezTo>
                  <a:lnTo>
                    <a:pt x="109907" y="155131"/>
                  </a:lnTo>
                  <a:cubicBezTo>
                    <a:pt x="118214" y="118104"/>
                    <a:pt x="141856" y="95121"/>
                    <a:pt x="173806" y="91929"/>
                  </a:cubicBezTo>
                  <a:lnTo>
                    <a:pt x="173806" y="74054"/>
                  </a:lnTo>
                  <a:cubicBezTo>
                    <a:pt x="173806" y="70224"/>
                    <a:pt x="176362" y="67670"/>
                    <a:pt x="180196" y="67670"/>
                  </a:cubicBezTo>
                  <a:lnTo>
                    <a:pt x="259431" y="67670"/>
                  </a:lnTo>
                  <a:cubicBezTo>
                    <a:pt x="263265" y="67670"/>
                    <a:pt x="265821" y="70224"/>
                    <a:pt x="265821" y="74054"/>
                  </a:cubicBezTo>
                  <a:cubicBezTo>
                    <a:pt x="265821" y="77885"/>
                    <a:pt x="263265" y="80438"/>
                    <a:pt x="259431" y="80438"/>
                  </a:cubicBezTo>
                  <a:lnTo>
                    <a:pt x="186586" y="80438"/>
                  </a:lnTo>
                  <a:lnTo>
                    <a:pt x="186586" y="91929"/>
                  </a:lnTo>
                  <a:cubicBezTo>
                    <a:pt x="219174" y="95121"/>
                    <a:pt x="242818" y="117465"/>
                    <a:pt x="251124" y="155131"/>
                  </a:cubicBezTo>
                  <a:lnTo>
                    <a:pt x="251124" y="155131"/>
                  </a:lnTo>
                  <a:close/>
                </a:path>
              </a:pathLst>
            </a:custGeom>
            <a:solidFill>
              <a:srgbClr val="007680"/>
            </a:solidFill>
            <a:ln w="6390" cap="flat">
              <a:noFill/>
              <a:prstDash val="solid"/>
              <a:miter/>
            </a:ln>
          </p:spPr>
          <p:txBody>
            <a:bodyPr rtlCol="0" anchor="ctr"/>
            <a:lstStyle/>
            <a:p>
              <a:endParaRPr lang="en-US"/>
            </a:p>
          </p:txBody>
        </p:sp>
      </p:grpSp>
      <p:grpSp>
        <p:nvGrpSpPr>
          <p:cNvPr id="804" name="Graphic 5">
            <a:extLst>
              <a:ext uri="{FF2B5EF4-FFF2-40B4-BE49-F238E27FC236}">
                <a16:creationId xmlns:a16="http://schemas.microsoft.com/office/drawing/2014/main" id="{4D51D57D-EA41-F54B-9307-E0C16CDBD0F8}"/>
              </a:ext>
            </a:extLst>
          </p:cNvPr>
          <p:cNvGrpSpPr/>
          <p:nvPr/>
        </p:nvGrpSpPr>
        <p:grpSpPr>
          <a:xfrm>
            <a:off x="4046747" y="3340900"/>
            <a:ext cx="362309" cy="361971"/>
            <a:chOff x="4046747" y="3340900"/>
            <a:chExt cx="362309" cy="361971"/>
          </a:xfrm>
          <a:solidFill>
            <a:srgbClr val="007680"/>
          </a:solidFill>
        </p:grpSpPr>
        <p:sp>
          <p:nvSpPr>
            <p:cNvPr id="805" name="Graphic 5">
              <a:extLst>
                <a:ext uri="{FF2B5EF4-FFF2-40B4-BE49-F238E27FC236}">
                  <a16:creationId xmlns:a16="http://schemas.microsoft.com/office/drawing/2014/main" id="{DB4E9813-B4AF-A447-B894-74689262A99F}"/>
                </a:ext>
              </a:extLst>
            </p:cNvPr>
            <p:cNvSpPr/>
            <p:nvPr/>
          </p:nvSpPr>
          <p:spPr>
            <a:xfrm>
              <a:off x="4143235" y="3535612"/>
              <a:ext cx="169333" cy="70862"/>
            </a:xfrm>
            <a:custGeom>
              <a:avLst/>
              <a:gdLst>
                <a:gd name="connsiteX0" fmla="*/ 169333 w 169333"/>
                <a:gd name="connsiteY0" fmla="*/ 0 h 70862"/>
                <a:gd name="connsiteX1" fmla="*/ 115019 w 169333"/>
                <a:gd name="connsiteY1" fmla="*/ 0 h 70862"/>
                <a:gd name="connsiteX2" fmla="*/ 54314 w 169333"/>
                <a:gd name="connsiteY2" fmla="*/ 0 h 70862"/>
                <a:gd name="connsiteX3" fmla="*/ 0 w 169333"/>
                <a:gd name="connsiteY3" fmla="*/ 0 h 70862"/>
                <a:gd name="connsiteX4" fmla="*/ 0 w 169333"/>
                <a:gd name="connsiteY4" fmla="*/ 70862 h 70862"/>
                <a:gd name="connsiteX5" fmla="*/ 169333 w 169333"/>
                <a:gd name="connsiteY5" fmla="*/ 70862 h 7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33" h="70862">
                  <a:moveTo>
                    <a:pt x="169333" y="0"/>
                  </a:moveTo>
                  <a:lnTo>
                    <a:pt x="115019" y="0"/>
                  </a:lnTo>
                  <a:lnTo>
                    <a:pt x="54314" y="0"/>
                  </a:lnTo>
                  <a:lnTo>
                    <a:pt x="0" y="0"/>
                  </a:lnTo>
                  <a:lnTo>
                    <a:pt x="0" y="70862"/>
                  </a:lnTo>
                  <a:lnTo>
                    <a:pt x="169333" y="70862"/>
                  </a:lnTo>
                  <a:close/>
                </a:path>
              </a:pathLst>
            </a:custGeom>
            <a:solidFill>
              <a:srgbClr val="007680"/>
            </a:solidFill>
            <a:ln w="6390" cap="flat">
              <a:noFill/>
              <a:prstDash val="solid"/>
              <a:miter/>
            </a:ln>
          </p:spPr>
          <p:txBody>
            <a:bodyPr rtlCol="0" anchor="ctr"/>
            <a:lstStyle/>
            <a:p>
              <a:endParaRPr lang="en-US"/>
            </a:p>
          </p:txBody>
        </p:sp>
        <p:sp>
          <p:nvSpPr>
            <p:cNvPr id="806" name="Graphic 5">
              <a:extLst>
                <a:ext uri="{FF2B5EF4-FFF2-40B4-BE49-F238E27FC236}">
                  <a16:creationId xmlns:a16="http://schemas.microsoft.com/office/drawing/2014/main" id="{415E03D1-DFBA-D444-A663-F73B7ED5CB4A}"/>
                </a:ext>
              </a:extLst>
            </p:cNvPr>
            <p:cNvSpPr/>
            <p:nvPr/>
          </p:nvSpPr>
          <p:spPr>
            <a:xfrm>
              <a:off x="4203939" y="3497308"/>
              <a:ext cx="47924" cy="25535"/>
            </a:xfrm>
            <a:custGeom>
              <a:avLst/>
              <a:gdLst>
                <a:gd name="connsiteX0" fmla="*/ 0 w 47924"/>
                <a:gd name="connsiteY0" fmla="*/ 0 h 25535"/>
                <a:gd name="connsiteX1" fmla="*/ 47925 w 47924"/>
                <a:gd name="connsiteY1" fmla="*/ 0 h 25535"/>
                <a:gd name="connsiteX2" fmla="*/ 47925 w 47924"/>
                <a:gd name="connsiteY2" fmla="*/ 25536 h 25535"/>
                <a:gd name="connsiteX3" fmla="*/ 0 w 47924"/>
                <a:gd name="connsiteY3" fmla="*/ 25536 h 25535"/>
              </a:gdLst>
              <a:ahLst/>
              <a:cxnLst>
                <a:cxn ang="0">
                  <a:pos x="connsiteX0" y="connsiteY0"/>
                </a:cxn>
                <a:cxn ang="0">
                  <a:pos x="connsiteX1" y="connsiteY1"/>
                </a:cxn>
                <a:cxn ang="0">
                  <a:pos x="connsiteX2" y="connsiteY2"/>
                </a:cxn>
                <a:cxn ang="0">
                  <a:pos x="connsiteX3" y="connsiteY3"/>
                </a:cxn>
              </a:cxnLst>
              <a:rect l="l" t="t" r="r" b="b"/>
              <a:pathLst>
                <a:path w="47924" h="25535">
                  <a:moveTo>
                    <a:pt x="0" y="0"/>
                  </a:moveTo>
                  <a:lnTo>
                    <a:pt x="47925" y="0"/>
                  </a:lnTo>
                  <a:lnTo>
                    <a:pt x="47925" y="25536"/>
                  </a:lnTo>
                  <a:lnTo>
                    <a:pt x="0" y="25536"/>
                  </a:lnTo>
                  <a:close/>
                </a:path>
              </a:pathLst>
            </a:custGeom>
            <a:solidFill>
              <a:srgbClr val="007680"/>
            </a:solidFill>
            <a:ln w="6390" cap="flat">
              <a:noFill/>
              <a:prstDash val="solid"/>
              <a:miter/>
            </a:ln>
          </p:spPr>
          <p:txBody>
            <a:bodyPr rtlCol="0" anchor="ctr"/>
            <a:lstStyle/>
            <a:p>
              <a:endParaRPr lang="en-US"/>
            </a:p>
          </p:txBody>
        </p:sp>
        <p:sp>
          <p:nvSpPr>
            <p:cNvPr id="807" name="Graphic 5">
              <a:extLst>
                <a:ext uri="{FF2B5EF4-FFF2-40B4-BE49-F238E27FC236}">
                  <a16:creationId xmlns:a16="http://schemas.microsoft.com/office/drawing/2014/main" id="{4E482DB9-23A1-A042-95A1-98287AFA5058}"/>
                </a:ext>
              </a:extLst>
            </p:cNvPr>
            <p:cNvSpPr/>
            <p:nvPr/>
          </p:nvSpPr>
          <p:spPr>
            <a:xfrm>
              <a:off x="4218636" y="3436660"/>
              <a:ext cx="17891" cy="17875"/>
            </a:xfrm>
            <a:custGeom>
              <a:avLst/>
              <a:gdLst>
                <a:gd name="connsiteX0" fmla="*/ 8946 w 17891"/>
                <a:gd name="connsiteY0" fmla="*/ 17875 h 17875"/>
                <a:gd name="connsiteX1" fmla="*/ 17892 w 17891"/>
                <a:gd name="connsiteY1" fmla="*/ 8937 h 17875"/>
                <a:gd name="connsiteX2" fmla="*/ 8946 w 17891"/>
                <a:gd name="connsiteY2" fmla="*/ 0 h 17875"/>
                <a:gd name="connsiteX3" fmla="*/ 0 w 17891"/>
                <a:gd name="connsiteY3" fmla="*/ 8937 h 17875"/>
                <a:gd name="connsiteX4" fmla="*/ 0 w 17891"/>
                <a:gd name="connsiteY4" fmla="*/ 8937 h 17875"/>
                <a:gd name="connsiteX5" fmla="*/ 8946 w 17891"/>
                <a:gd name="connsiteY5" fmla="*/ 17875 h 17875"/>
                <a:gd name="connsiteX6" fmla="*/ 8946 w 17891"/>
                <a:gd name="connsiteY6" fmla="*/ 17875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91" h="17875">
                  <a:moveTo>
                    <a:pt x="8946" y="17875"/>
                  </a:moveTo>
                  <a:cubicBezTo>
                    <a:pt x="14058" y="17875"/>
                    <a:pt x="17892" y="14045"/>
                    <a:pt x="17892" y="8937"/>
                  </a:cubicBezTo>
                  <a:cubicBezTo>
                    <a:pt x="17892" y="3830"/>
                    <a:pt x="14058" y="0"/>
                    <a:pt x="8946" y="0"/>
                  </a:cubicBezTo>
                  <a:cubicBezTo>
                    <a:pt x="3834" y="0"/>
                    <a:pt x="0" y="3830"/>
                    <a:pt x="0" y="8937"/>
                  </a:cubicBezTo>
                  <a:cubicBezTo>
                    <a:pt x="0" y="8937"/>
                    <a:pt x="0" y="8937"/>
                    <a:pt x="0" y="8937"/>
                  </a:cubicBezTo>
                  <a:cubicBezTo>
                    <a:pt x="0" y="14045"/>
                    <a:pt x="4473" y="17875"/>
                    <a:pt x="8946" y="17875"/>
                  </a:cubicBezTo>
                  <a:cubicBezTo>
                    <a:pt x="8946" y="17875"/>
                    <a:pt x="8946" y="17875"/>
                    <a:pt x="8946" y="17875"/>
                  </a:cubicBezTo>
                  <a:close/>
                </a:path>
              </a:pathLst>
            </a:custGeom>
            <a:solidFill>
              <a:srgbClr val="007680"/>
            </a:solidFill>
            <a:ln w="6390" cap="flat">
              <a:noFill/>
              <a:prstDash val="solid"/>
              <a:miter/>
            </a:ln>
          </p:spPr>
          <p:txBody>
            <a:bodyPr rtlCol="0" anchor="ctr"/>
            <a:lstStyle/>
            <a:p>
              <a:endParaRPr lang="en-US"/>
            </a:p>
          </p:txBody>
        </p:sp>
        <p:sp>
          <p:nvSpPr>
            <p:cNvPr id="808" name="Graphic 5">
              <a:extLst>
                <a:ext uri="{FF2B5EF4-FFF2-40B4-BE49-F238E27FC236}">
                  <a16:creationId xmlns:a16="http://schemas.microsoft.com/office/drawing/2014/main" id="{F8AEE489-C158-3E4F-BC61-52EFCF318E5B}"/>
                </a:ext>
              </a:extLst>
            </p:cNvPr>
            <p:cNvSpPr/>
            <p:nvPr/>
          </p:nvSpPr>
          <p:spPr>
            <a:xfrm>
              <a:off x="4046747" y="3340900"/>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180835 w 362309"/>
                <a:gd name="connsiteY6" fmla="*/ 82992 h 361971"/>
                <a:gd name="connsiteX7" fmla="*/ 202561 w 362309"/>
                <a:gd name="connsiteY7" fmla="*/ 104697 h 361971"/>
                <a:gd name="connsiteX8" fmla="*/ 180835 w 362309"/>
                <a:gd name="connsiteY8" fmla="*/ 126403 h 361971"/>
                <a:gd name="connsiteX9" fmla="*/ 159110 w 362309"/>
                <a:gd name="connsiteY9" fmla="*/ 104697 h 361971"/>
                <a:gd name="connsiteX10" fmla="*/ 180835 w 362309"/>
                <a:gd name="connsiteY10" fmla="*/ 82992 h 361971"/>
                <a:gd name="connsiteX11" fmla="*/ 180835 w 362309"/>
                <a:gd name="connsiteY11" fmla="*/ 82992 h 361971"/>
                <a:gd name="connsiteX12" fmla="*/ 287547 w 362309"/>
                <a:gd name="connsiteY12" fmla="*/ 278341 h 361971"/>
                <a:gd name="connsiteX13" fmla="*/ 74762 w 362309"/>
                <a:gd name="connsiteY13" fmla="*/ 278341 h 361971"/>
                <a:gd name="connsiteX14" fmla="*/ 68372 w 362309"/>
                <a:gd name="connsiteY14" fmla="*/ 271958 h 361971"/>
                <a:gd name="connsiteX15" fmla="*/ 74762 w 362309"/>
                <a:gd name="connsiteY15" fmla="*/ 265574 h 361971"/>
                <a:gd name="connsiteX16" fmla="*/ 83708 w 362309"/>
                <a:gd name="connsiteY16" fmla="*/ 265574 h 361971"/>
                <a:gd name="connsiteX17" fmla="*/ 83708 w 362309"/>
                <a:gd name="connsiteY17" fmla="*/ 188327 h 361971"/>
                <a:gd name="connsiteX18" fmla="*/ 90098 w 362309"/>
                <a:gd name="connsiteY18" fmla="*/ 181944 h 361971"/>
                <a:gd name="connsiteX19" fmla="*/ 144413 w 362309"/>
                <a:gd name="connsiteY19" fmla="*/ 181944 h 361971"/>
                <a:gd name="connsiteX20" fmla="*/ 144413 w 362309"/>
                <a:gd name="connsiteY20" fmla="*/ 150024 h 361971"/>
                <a:gd name="connsiteX21" fmla="*/ 150803 w 362309"/>
                <a:gd name="connsiteY21" fmla="*/ 143640 h 361971"/>
                <a:gd name="connsiteX22" fmla="*/ 211507 w 362309"/>
                <a:gd name="connsiteY22" fmla="*/ 143640 h 361971"/>
                <a:gd name="connsiteX23" fmla="*/ 217897 w 362309"/>
                <a:gd name="connsiteY23" fmla="*/ 150024 h 361971"/>
                <a:gd name="connsiteX24" fmla="*/ 217897 w 362309"/>
                <a:gd name="connsiteY24" fmla="*/ 181944 h 361971"/>
                <a:gd name="connsiteX25" fmla="*/ 272212 w 362309"/>
                <a:gd name="connsiteY25" fmla="*/ 181944 h 361971"/>
                <a:gd name="connsiteX26" fmla="*/ 278602 w 362309"/>
                <a:gd name="connsiteY26" fmla="*/ 188327 h 361971"/>
                <a:gd name="connsiteX27" fmla="*/ 278602 w 362309"/>
                <a:gd name="connsiteY27" fmla="*/ 265574 h 361971"/>
                <a:gd name="connsiteX28" fmla="*/ 287547 w 362309"/>
                <a:gd name="connsiteY28" fmla="*/ 265574 h 361971"/>
                <a:gd name="connsiteX29" fmla="*/ 293937 w 362309"/>
                <a:gd name="connsiteY29" fmla="*/ 271958 h 361971"/>
                <a:gd name="connsiteX30" fmla="*/ 287547 w 362309"/>
                <a:gd name="connsiteY30" fmla="*/ 278341 h 361971"/>
                <a:gd name="connsiteX31" fmla="*/ 287547 w 362309"/>
                <a:gd name="connsiteY31" fmla="*/ 27834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2309" h="361971">
                  <a:moveTo>
                    <a:pt x="180835" y="0"/>
                  </a:moveTo>
                  <a:cubicBezTo>
                    <a:pt x="80513" y="0"/>
                    <a:pt x="0" y="81077"/>
                    <a:pt x="0" y="181305"/>
                  </a:cubicBezTo>
                  <a:cubicBezTo>
                    <a:pt x="0" y="281533"/>
                    <a:pt x="81152" y="361972"/>
                    <a:pt x="181474" y="361972"/>
                  </a:cubicBezTo>
                  <a:cubicBezTo>
                    <a:pt x="281796" y="361972"/>
                    <a:pt x="362310" y="280895"/>
                    <a:pt x="362310" y="180667"/>
                  </a:cubicBezTo>
                  <a:cubicBezTo>
                    <a:pt x="362310" y="80438"/>
                    <a:pt x="281157" y="0"/>
                    <a:pt x="180835" y="0"/>
                  </a:cubicBezTo>
                  <a:cubicBezTo>
                    <a:pt x="180835" y="0"/>
                    <a:pt x="180835" y="0"/>
                    <a:pt x="180835" y="0"/>
                  </a:cubicBezTo>
                  <a:close/>
                  <a:moveTo>
                    <a:pt x="180835" y="82992"/>
                  </a:moveTo>
                  <a:cubicBezTo>
                    <a:pt x="192976" y="82992"/>
                    <a:pt x="202561" y="92568"/>
                    <a:pt x="202561" y="104697"/>
                  </a:cubicBezTo>
                  <a:cubicBezTo>
                    <a:pt x="202561" y="116827"/>
                    <a:pt x="192976" y="126403"/>
                    <a:pt x="180835" y="126403"/>
                  </a:cubicBezTo>
                  <a:cubicBezTo>
                    <a:pt x="168695" y="126403"/>
                    <a:pt x="159110" y="116827"/>
                    <a:pt x="159110" y="104697"/>
                  </a:cubicBezTo>
                  <a:cubicBezTo>
                    <a:pt x="159110" y="92568"/>
                    <a:pt x="169333" y="82992"/>
                    <a:pt x="180835" y="82992"/>
                  </a:cubicBezTo>
                  <a:lnTo>
                    <a:pt x="180835" y="82992"/>
                  </a:lnTo>
                  <a:close/>
                  <a:moveTo>
                    <a:pt x="287547" y="278341"/>
                  </a:moveTo>
                  <a:lnTo>
                    <a:pt x="74762" y="278341"/>
                  </a:lnTo>
                  <a:cubicBezTo>
                    <a:pt x="70929" y="278341"/>
                    <a:pt x="68372" y="275788"/>
                    <a:pt x="68372" y="271958"/>
                  </a:cubicBezTo>
                  <a:cubicBezTo>
                    <a:pt x="68372" y="268127"/>
                    <a:pt x="70929" y="265574"/>
                    <a:pt x="74762" y="265574"/>
                  </a:cubicBezTo>
                  <a:lnTo>
                    <a:pt x="83708" y="265574"/>
                  </a:lnTo>
                  <a:lnTo>
                    <a:pt x="83708" y="188327"/>
                  </a:lnTo>
                  <a:cubicBezTo>
                    <a:pt x="83708" y="184497"/>
                    <a:pt x="86264" y="181944"/>
                    <a:pt x="90098" y="181944"/>
                  </a:cubicBezTo>
                  <a:lnTo>
                    <a:pt x="144413" y="181944"/>
                  </a:lnTo>
                  <a:lnTo>
                    <a:pt x="144413" y="150024"/>
                  </a:lnTo>
                  <a:cubicBezTo>
                    <a:pt x="144413" y="146193"/>
                    <a:pt x="146969" y="143640"/>
                    <a:pt x="150803" y="143640"/>
                  </a:cubicBezTo>
                  <a:lnTo>
                    <a:pt x="211507" y="143640"/>
                  </a:lnTo>
                  <a:cubicBezTo>
                    <a:pt x="215341" y="143640"/>
                    <a:pt x="217897" y="146193"/>
                    <a:pt x="217897" y="150024"/>
                  </a:cubicBezTo>
                  <a:lnTo>
                    <a:pt x="217897" y="181944"/>
                  </a:lnTo>
                  <a:lnTo>
                    <a:pt x="272212" y="181944"/>
                  </a:lnTo>
                  <a:cubicBezTo>
                    <a:pt x="276045" y="181944"/>
                    <a:pt x="278602" y="184497"/>
                    <a:pt x="278602" y="188327"/>
                  </a:cubicBezTo>
                  <a:lnTo>
                    <a:pt x="278602" y="265574"/>
                  </a:lnTo>
                  <a:lnTo>
                    <a:pt x="287547" y="265574"/>
                  </a:lnTo>
                  <a:cubicBezTo>
                    <a:pt x="291381" y="265574"/>
                    <a:pt x="293937" y="268127"/>
                    <a:pt x="293937" y="271958"/>
                  </a:cubicBezTo>
                  <a:cubicBezTo>
                    <a:pt x="293937" y="275788"/>
                    <a:pt x="291381" y="278341"/>
                    <a:pt x="287547" y="278341"/>
                  </a:cubicBezTo>
                  <a:lnTo>
                    <a:pt x="287547" y="278341"/>
                  </a:lnTo>
                  <a:close/>
                </a:path>
              </a:pathLst>
            </a:custGeom>
            <a:solidFill>
              <a:srgbClr val="007680"/>
            </a:solidFill>
            <a:ln w="6390" cap="flat">
              <a:noFill/>
              <a:prstDash val="solid"/>
              <a:miter/>
            </a:ln>
          </p:spPr>
          <p:txBody>
            <a:bodyPr rtlCol="0" anchor="ctr"/>
            <a:lstStyle/>
            <a:p>
              <a:endParaRPr lang="en-US"/>
            </a:p>
          </p:txBody>
        </p:sp>
      </p:grpSp>
      <p:grpSp>
        <p:nvGrpSpPr>
          <p:cNvPr id="809" name="Graphic 5">
            <a:extLst>
              <a:ext uri="{FF2B5EF4-FFF2-40B4-BE49-F238E27FC236}">
                <a16:creationId xmlns:a16="http://schemas.microsoft.com/office/drawing/2014/main" id="{37897BBA-EED1-FA45-86D0-008EA8DF7522}"/>
              </a:ext>
            </a:extLst>
          </p:cNvPr>
          <p:cNvGrpSpPr/>
          <p:nvPr/>
        </p:nvGrpSpPr>
        <p:grpSpPr>
          <a:xfrm>
            <a:off x="4046747" y="4793894"/>
            <a:ext cx="362309" cy="361971"/>
            <a:chOff x="4046747" y="4793894"/>
            <a:chExt cx="362309" cy="361971"/>
          </a:xfrm>
          <a:solidFill>
            <a:srgbClr val="007680"/>
          </a:solidFill>
        </p:grpSpPr>
        <p:sp>
          <p:nvSpPr>
            <p:cNvPr id="810" name="Graphic 5">
              <a:extLst>
                <a:ext uri="{FF2B5EF4-FFF2-40B4-BE49-F238E27FC236}">
                  <a16:creationId xmlns:a16="http://schemas.microsoft.com/office/drawing/2014/main" id="{D6BFC2A3-B2D9-4C42-B364-59C5D76A4E89}"/>
                </a:ext>
              </a:extLst>
            </p:cNvPr>
            <p:cNvSpPr/>
            <p:nvPr/>
          </p:nvSpPr>
          <p:spPr>
            <a:xfrm>
              <a:off x="4046747" y="4793894"/>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180835 w 362309"/>
                <a:gd name="connsiteY4" fmla="*/ 0 h 361971"/>
                <a:gd name="connsiteX5" fmla="*/ 180835 w 362309"/>
                <a:gd name="connsiteY5" fmla="*/ 0 h 361971"/>
                <a:gd name="connsiteX6" fmla="*/ 111824 w 362309"/>
                <a:gd name="connsiteY6" fmla="*/ 107889 h 361971"/>
                <a:gd name="connsiteX7" fmla="*/ 137384 w 362309"/>
                <a:gd name="connsiteY7" fmla="*/ 133425 h 361971"/>
                <a:gd name="connsiteX8" fmla="*/ 111824 w 362309"/>
                <a:gd name="connsiteY8" fmla="*/ 158961 h 361971"/>
                <a:gd name="connsiteX9" fmla="*/ 86264 w 362309"/>
                <a:gd name="connsiteY9" fmla="*/ 133425 h 361971"/>
                <a:gd name="connsiteX10" fmla="*/ 111824 w 362309"/>
                <a:gd name="connsiteY10" fmla="*/ 107889 h 361971"/>
                <a:gd name="connsiteX11" fmla="*/ 145052 w 362309"/>
                <a:gd name="connsiteY11" fmla="*/ 259828 h 361971"/>
                <a:gd name="connsiteX12" fmla="*/ 138662 w 362309"/>
                <a:gd name="connsiteY12" fmla="*/ 253444 h 361971"/>
                <a:gd name="connsiteX13" fmla="*/ 138662 w 362309"/>
                <a:gd name="connsiteY13" fmla="*/ 193435 h 361971"/>
                <a:gd name="connsiteX14" fmla="*/ 86264 w 362309"/>
                <a:gd name="connsiteY14" fmla="*/ 191519 h 361971"/>
                <a:gd name="connsiteX15" fmla="*/ 86264 w 362309"/>
                <a:gd name="connsiteY15" fmla="*/ 253444 h 361971"/>
                <a:gd name="connsiteX16" fmla="*/ 79874 w 362309"/>
                <a:gd name="connsiteY16" fmla="*/ 259828 h 361971"/>
                <a:gd name="connsiteX17" fmla="*/ 73484 w 362309"/>
                <a:gd name="connsiteY17" fmla="*/ 253444 h 361971"/>
                <a:gd name="connsiteX18" fmla="*/ 73484 w 362309"/>
                <a:gd name="connsiteY18" fmla="*/ 187689 h 361971"/>
                <a:gd name="connsiteX19" fmla="*/ 76679 w 362309"/>
                <a:gd name="connsiteY19" fmla="*/ 181944 h 361971"/>
                <a:gd name="connsiteX20" fmla="*/ 148247 w 362309"/>
                <a:gd name="connsiteY20" fmla="*/ 184497 h 361971"/>
                <a:gd name="connsiteX21" fmla="*/ 148247 w 362309"/>
                <a:gd name="connsiteY21" fmla="*/ 184497 h 361971"/>
                <a:gd name="connsiteX22" fmla="*/ 148247 w 362309"/>
                <a:gd name="connsiteY22" fmla="*/ 184497 h 361971"/>
                <a:gd name="connsiteX23" fmla="*/ 179557 w 362309"/>
                <a:gd name="connsiteY23" fmla="*/ 208118 h 361971"/>
                <a:gd name="connsiteX24" fmla="*/ 203839 w 362309"/>
                <a:gd name="connsiteY24" fmla="*/ 182582 h 361971"/>
                <a:gd name="connsiteX25" fmla="*/ 212785 w 362309"/>
                <a:gd name="connsiteY25" fmla="*/ 182582 h 361971"/>
                <a:gd name="connsiteX26" fmla="*/ 212785 w 362309"/>
                <a:gd name="connsiteY26" fmla="*/ 182582 h 361971"/>
                <a:gd name="connsiteX27" fmla="*/ 212785 w 362309"/>
                <a:gd name="connsiteY27" fmla="*/ 191519 h 361971"/>
                <a:gd name="connsiteX28" fmla="*/ 184669 w 362309"/>
                <a:gd name="connsiteY28" fmla="*/ 220886 h 361971"/>
                <a:gd name="connsiteX29" fmla="*/ 177001 w 362309"/>
                <a:gd name="connsiteY29" fmla="*/ 221524 h 361971"/>
                <a:gd name="connsiteX30" fmla="*/ 151442 w 362309"/>
                <a:gd name="connsiteY30" fmla="*/ 202372 h 361971"/>
                <a:gd name="connsiteX31" fmla="*/ 151442 w 362309"/>
                <a:gd name="connsiteY31" fmla="*/ 253444 h 361971"/>
                <a:gd name="connsiteX32" fmla="*/ 145052 w 362309"/>
                <a:gd name="connsiteY32" fmla="*/ 259828 h 361971"/>
                <a:gd name="connsiteX33" fmla="*/ 288186 w 362309"/>
                <a:gd name="connsiteY33" fmla="*/ 253444 h 361971"/>
                <a:gd name="connsiteX34" fmla="*/ 281796 w 362309"/>
                <a:gd name="connsiteY34" fmla="*/ 259828 h 361971"/>
                <a:gd name="connsiteX35" fmla="*/ 174445 w 362309"/>
                <a:gd name="connsiteY35" fmla="*/ 259828 h 361971"/>
                <a:gd name="connsiteX36" fmla="*/ 168055 w 362309"/>
                <a:gd name="connsiteY36" fmla="*/ 253444 h 361971"/>
                <a:gd name="connsiteX37" fmla="*/ 168055 w 362309"/>
                <a:gd name="connsiteY37" fmla="*/ 238761 h 361971"/>
                <a:gd name="connsiteX38" fmla="*/ 174445 w 362309"/>
                <a:gd name="connsiteY38" fmla="*/ 232377 h 361971"/>
                <a:gd name="connsiteX39" fmla="*/ 180835 w 362309"/>
                <a:gd name="connsiteY39" fmla="*/ 238761 h 361971"/>
                <a:gd name="connsiteX40" fmla="*/ 180835 w 362309"/>
                <a:gd name="connsiteY40" fmla="*/ 247060 h 361971"/>
                <a:gd name="connsiteX41" fmla="*/ 275407 w 362309"/>
                <a:gd name="connsiteY41" fmla="*/ 247060 h 361971"/>
                <a:gd name="connsiteX42" fmla="*/ 275407 w 362309"/>
                <a:gd name="connsiteY42" fmla="*/ 114273 h 361971"/>
                <a:gd name="connsiteX43" fmla="*/ 180835 w 362309"/>
                <a:gd name="connsiteY43" fmla="*/ 114273 h 361971"/>
                <a:gd name="connsiteX44" fmla="*/ 180835 w 362309"/>
                <a:gd name="connsiteY44" fmla="*/ 165984 h 361971"/>
                <a:gd name="connsiteX45" fmla="*/ 174445 w 362309"/>
                <a:gd name="connsiteY45" fmla="*/ 172368 h 361971"/>
                <a:gd name="connsiteX46" fmla="*/ 168055 w 362309"/>
                <a:gd name="connsiteY46" fmla="*/ 165984 h 361971"/>
                <a:gd name="connsiteX47" fmla="*/ 168055 w 362309"/>
                <a:gd name="connsiteY47" fmla="*/ 107889 h 361971"/>
                <a:gd name="connsiteX48" fmla="*/ 174445 w 362309"/>
                <a:gd name="connsiteY48" fmla="*/ 101505 h 361971"/>
                <a:gd name="connsiteX49" fmla="*/ 281796 w 362309"/>
                <a:gd name="connsiteY49" fmla="*/ 101505 h 361971"/>
                <a:gd name="connsiteX50" fmla="*/ 288186 w 362309"/>
                <a:gd name="connsiteY50" fmla="*/ 107889 h 361971"/>
                <a:gd name="connsiteX51" fmla="*/ 288186 w 362309"/>
                <a:gd name="connsiteY51" fmla="*/ 25344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62309" h="361971">
                  <a:moveTo>
                    <a:pt x="180835" y="0"/>
                  </a:moveTo>
                  <a:cubicBezTo>
                    <a:pt x="80513" y="0"/>
                    <a:pt x="0" y="81077"/>
                    <a:pt x="0" y="181305"/>
                  </a:cubicBezTo>
                  <a:cubicBezTo>
                    <a:pt x="0" y="281534"/>
                    <a:pt x="81152" y="361972"/>
                    <a:pt x="181474" y="361972"/>
                  </a:cubicBezTo>
                  <a:cubicBezTo>
                    <a:pt x="281796" y="361972"/>
                    <a:pt x="362310" y="280895"/>
                    <a:pt x="362310" y="180667"/>
                  </a:cubicBezTo>
                  <a:cubicBezTo>
                    <a:pt x="362310" y="81077"/>
                    <a:pt x="281157" y="0"/>
                    <a:pt x="180835" y="0"/>
                  </a:cubicBezTo>
                  <a:cubicBezTo>
                    <a:pt x="180835" y="0"/>
                    <a:pt x="180835" y="0"/>
                    <a:pt x="180835" y="0"/>
                  </a:cubicBezTo>
                  <a:close/>
                  <a:moveTo>
                    <a:pt x="111824" y="107889"/>
                  </a:moveTo>
                  <a:cubicBezTo>
                    <a:pt x="125882" y="107889"/>
                    <a:pt x="137384" y="119381"/>
                    <a:pt x="137384" y="133425"/>
                  </a:cubicBezTo>
                  <a:cubicBezTo>
                    <a:pt x="137384" y="147470"/>
                    <a:pt x="125882" y="158961"/>
                    <a:pt x="111824" y="158961"/>
                  </a:cubicBezTo>
                  <a:cubicBezTo>
                    <a:pt x="97766" y="158961"/>
                    <a:pt x="86264" y="147470"/>
                    <a:pt x="86264" y="133425"/>
                  </a:cubicBezTo>
                  <a:cubicBezTo>
                    <a:pt x="86264" y="119381"/>
                    <a:pt x="97766" y="107889"/>
                    <a:pt x="111824" y="107889"/>
                  </a:cubicBezTo>
                  <a:close/>
                  <a:moveTo>
                    <a:pt x="145052" y="259828"/>
                  </a:moveTo>
                  <a:cubicBezTo>
                    <a:pt x="141218" y="259828"/>
                    <a:pt x="138662" y="257274"/>
                    <a:pt x="138662" y="253444"/>
                  </a:cubicBezTo>
                  <a:lnTo>
                    <a:pt x="138662" y="193435"/>
                  </a:lnTo>
                  <a:cubicBezTo>
                    <a:pt x="122687" y="185135"/>
                    <a:pt x="103517" y="184497"/>
                    <a:pt x="86264" y="191519"/>
                  </a:cubicBezTo>
                  <a:lnTo>
                    <a:pt x="86264" y="253444"/>
                  </a:lnTo>
                  <a:cubicBezTo>
                    <a:pt x="86264" y="257274"/>
                    <a:pt x="83708" y="259828"/>
                    <a:pt x="79874" y="259828"/>
                  </a:cubicBezTo>
                  <a:cubicBezTo>
                    <a:pt x="76040" y="259828"/>
                    <a:pt x="73484" y="257274"/>
                    <a:pt x="73484" y="253444"/>
                  </a:cubicBezTo>
                  <a:lnTo>
                    <a:pt x="73484" y="187689"/>
                  </a:lnTo>
                  <a:cubicBezTo>
                    <a:pt x="73484" y="185135"/>
                    <a:pt x="74762" y="183220"/>
                    <a:pt x="76679" y="181944"/>
                  </a:cubicBezTo>
                  <a:cubicBezTo>
                    <a:pt x="77957" y="181305"/>
                    <a:pt x="115019" y="162153"/>
                    <a:pt x="148247" y="184497"/>
                  </a:cubicBezTo>
                  <a:lnTo>
                    <a:pt x="148247" y="184497"/>
                  </a:lnTo>
                  <a:lnTo>
                    <a:pt x="148247" y="184497"/>
                  </a:lnTo>
                  <a:lnTo>
                    <a:pt x="179557" y="208118"/>
                  </a:lnTo>
                  <a:lnTo>
                    <a:pt x="203839" y="182582"/>
                  </a:lnTo>
                  <a:cubicBezTo>
                    <a:pt x="206395" y="180028"/>
                    <a:pt x="210229" y="180028"/>
                    <a:pt x="212785" y="182582"/>
                  </a:cubicBezTo>
                  <a:cubicBezTo>
                    <a:pt x="212785" y="182582"/>
                    <a:pt x="212785" y="182582"/>
                    <a:pt x="212785" y="182582"/>
                  </a:cubicBezTo>
                  <a:cubicBezTo>
                    <a:pt x="215341" y="185135"/>
                    <a:pt x="215341" y="188966"/>
                    <a:pt x="212785" y="191519"/>
                  </a:cubicBezTo>
                  <a:lnTo>
                    <a:pt x="184669" y="220886"/>
                  </a:lnTo>
                  <a:cubicBezTo>
                    <a:pt x="182752" y="222801"/>
                    <a:pt x="179557" y="222801"/>
                    <a:pt x="177001" y="221524"/>
                  </a:cubicBezTo>
                  <a:lnTo>
                    <a:pt x="151442" y="202372"/>
                  </a:lnTo>
                  <a:lnTo>
                    <a:pt x="151442" y="253444"/>
                  </a:lnTo>
                  <a:cubicBezTo>
                    <a:pt x="151442" y="257274"/>
                    <a:pt x="148885" y="259828"/>
                    <a:pt x="145052" y="259828"/>
                  </a:cubicBezTo>
                  <a:close/>
                  <a:moveTo>
                    <a:pt x="288186" y="253444"/>
                  </a:moveTo>
                  <a:cubicBezTo>
                    <a:pt x="288186" y="257274"/>
                    <a:pt x="285630" y="259828"/>
                    <a:pt x="281796" y="259828"/>
                  </a:cubicBezTo>
                  <a:lnTo>
                    <a:pt x="174445" y="259828"/>
                  </a:lnTo>
                  <a:cubicBezTo>
                    <a:pt x="170611" y="259828"/>
                    <a:pt x="168055" y="257274"/>
                    <a:pt x="168055" y="253444"/>
                  </a:cubicBezTo>
                  <a:lnTo>
                    <a:pt x="168055" y="238761"/>
                  </a:lnTo>
                  <a:cubicBezTo>
                    <a:pt x="168055" y="234930"/>
                    <a:pt x="170611" y="232377"/>
                    <a:pt x="174445" y="232377"/>
                  </a:cubicBezTo>
                  <a:cubicBezTo>
                    <a:pt x="178279" y="232377"/>
                    <a:pt x="180835" y="234930"/>
                    <a:pt x="180835" y="238761"/>
                  </a:cubicBezTo>
                  <a:lnTo>
                    <a:pt x="180835" y="247060"/>
                  </a:lnTo>
                  <a:lnTo>
                    <a:pt x="275407" y="247060"/>
                  </a:lnTo>
                  <a:lnTo>
                    <a:pt x="275407" y="114273"/>
                  </a:lnTo>
                  <a:lnTo>
                    <a:pt x="180835" y="114273"/>
                  </a:lnTo>
                  <a:lnTo>
                    <a:pt x="180835" y="165984"/>
                  </a:lnTo>
                  <a:cubicBezTo>
                    <a:pt x="180835" y="169814"/>
                    <a:pt x="178279" y="172368"/>
                    <a:pt x="174445" y="172368"/>
                  </a:cubicBezTo>
                  <a:cubicBezTo>
                    <a:pt x="170611" y="172368"/>
                    <a:pt x="168055" y="169814"/>
                    <a:pt x="168055" y="165984"/>
                  </a:cubicBezTo>
                  <a:lnTo>
                    <a:pt x="168055" y="107889"/>
                  </a:lnTo>
                  <a:cubicBezTo>
                    <a:pt x="168055" y="104059"/>
                    <a:pt x="170611" y="101505"/>
                    <a:pt x="174445" y="101505"/>
                  </a:cubicBezTo>
                  <a:lnTo>
                    <a:pt x="281796" y="101505"/>
                  </a:lnTo>
                  <a:cubicBezTo>
                    <a:pt x="285630" y="101505"/>
                    <a:pt x="288186" y="104059"/>
                    <a:pt x="288186" y="107889"/>
                  </a:cubicBezTo>
                  <a:lnTo>
                    <a:pt x="288186" y="253444"/>
                  </a:lnTo>
                  <a:close/>
                </a:path>
              </a:pathLst>
            </a:custGeom>
            <a:solidFill>
              <a:srgbClr val="007680"/>
            </a:solidFill>
            <a:ln w="6390" cap="flat">
              <a:noFill/>
              <a:prstDash val="solid"/>
              <a:miter/>
            </a:ln>
          </p:spPr>
          <p:txBody>
            <a:bodyPr rtlCol="0" anchor="ctr"/>
            <a:lstStyle/>
            <a:p>
              <a:endParaRPr lang="en-US"/>
            </a:p>
          </p:txBody>
        </p:sp>
        <p:sp>
          <p:nvSpPr>
            <p:cNvPr id="811" name="Graphic 5">
              <a:extLst>
                <a:ext uri="{FF2B5EF4-FFF2-40B4-BE49-F238E27FC236}">
                  <a16:creationId xmlns:a16="http://schemas.microsoft.com/office/drawing/2014/main" id="{5FC7BDF0-7243-A04C-8667-08A297BBC78D}"/>
                </a:ext>
              </a:extLst>
            </p:cNvPr>
            <p:cNvSpPr/>
            <p:nvPr/>
          </p:nvSpPr>
          <p:spPr>
            <a:xfrm>
              <a:off x="4145791" y="4914552"/>
              <a:ext cx="25559" cy="25535"/>
            </a:xfrm>
            <a:custGeom>
              <a:avLst/>
              <a:gdLst>
                <a:gd name="connsiteX0" fmla="*/ 12780 w 25559"/>
                <a:gd name="connsiteY0" fmla="*/ 25536 h 25535"/>
                <a:gd name="connsiteX1" fmla="*/ 25560 w 25559"/>
                <a:gd name="connsiteY1" fmla="*/ 12768 h 25535"/>
                <a:gd name="connsiteX2" fmla="*/ 12780 w 25559"/>
                <a:gd name="connsiteY2" fmla="*/ 0 h 25535"/>
                <a:gd name="connsiteX3" fmla="*/ 0 w 25559"/>
                <a:gd name="connsiteY3" fmla="*/ 12768 h 25535"/>
                <a:gd name="connsiteX4" fmla="*/ 12780 w 25559"/>
                <a:gd name="connsiteY4" fmla="*/ 25536 h 25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59" h="25535">
                  <a:moveTo>
                    <a:pt x="12780" y="25536"/>
                  </a:moveTo>
                  <a:cubicBezTo>
                    <a:pt x="19809" y="25536"/>
                    <a:pt x="25560" y="19790"/>
                    <a:pt x="25560" y="12768"/>
                  </a:cubicBezTo>
                  <a:cubicBezTo>
                    <a:pt x="25560" y="5745"/>
                    <a:pt x="19809" y="0"/>
                    <a:pt x="12780" y="0"/>
                  </a:cubicBezTo>
                  <a:cubicBezTo>
                    <a:pt x="5751" y="0"/>
                    <a:pt x="0" y="5745"/>
                    <a:pt x="0" y="12768"/>
                  </a:cubicBezTo>
                  <a:cubicBezTo>
                    <a:pt x="0" y="19790"/>
                    <a:pt x="5751" y="25536"/>
                    <a:pt x="12780" y="25536"/>
                  </a:cubicBezTo>
                  <a:close/>
                </a:path>
              </a:pathLst>
            </a:custGeom>
            <a:solidFill>
              <a:srgbClr val="007680"/>
            </a:solidFill>
            <a:ln w="6390" cap="flat">
              <a:noFill/>
              <a:prstDash val="solid"/>
              <a:miter/>
            </a:ln>
          </p:spPr>
          <p:txBody>
            <a:bodyPr rtlCol="0" anchor="ctr"/>
            <a:lstStyle/>
            <a:p>
              <a:endParaRPr lang="en-US"/>
            </a:p>
          </p:txBody>
        </p:sp>
      </p:grpSp>
      <p:grpSp>
        <p:nvGrpSpPr>
          <p:cNvPr id="812" name="Graphic 5">
            <a:extLst>
              <a:ext uri="{FF2B5EF4-FFF2-40B4-BE49-F238E27FC236}">
                <a16:creationId xmlns:a16="http://schemas.microsoft.com/office/drawing/2014/main" id="{197DD09F-449B-1C48-ADFC-9C19B43562A0}"/>
              </a:ext>
            </a:extLst>
          </p:cNvPr>
          <p:cNvGrpSpPr/>
          <p:nvPr/>
        </p:nvGrpSpPr>
        <p:grpSpPr>
          <a:xfrm>
            <a:off x="8841755" y="3824806"/>
            <a:ext cx="362309" cy="361971"/>
            <a:chOff x="8841755" y="3824806"/>
            <a:chExt cx="362309" cy="361971"/>
          </a:xfrm>
          <a:solidFill>
            <a:srgbClr val="007680"/>
          </a:solidFill>
        </p:grpSpPr>
        <p:sp>
          <p:nvSpPr>
            <p:cNvPr id="813" name="Graphic 5">
              <a:extLst>
                <a:ext uri="{FF2B5EF4-FFF2-40B4-BE49-F238E27FC236}">
                  <a16:creationId xmlns:a16="http://schemas.microsoft.com/office/drawing/2014/main" id="{32E5A7EC-783A-4F4A-9757-15FC1020A4EB}"/>
                </a:ext>
              </a:extLst>
            </p:cNvPr>
            <p:cNvSpPr/>
            <p:nvPr/>
          </p:nvSpPr>
          <p:spPr>
            <a:xfrm>
              <a:off x="8841755" y="382480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3" y="0"/>
                    <a:pt x="0" y="81077"/>
                    <a:pt x="0" y="180667"/>
                  </a:cubicBezTo>
                  <a:cubicBezTo>
                    <a:pt x="0" y="280895"/>
                    <a:pt x="81153" y="361972"/>
                    <a:pt x="180836"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814" name="Graphic 5">
              <a:extLst>
                <a:ext uri="{FF2B5EF4-FFF2-40B4-BE49-F238E27FC236}">
                  <a16:creationId xmlns:a16="http://schemas.microsoft.com/office/drawing/2014/main" id="{7DB145D5-A8BC-9749-9233-AB916F8ED89D}"/>
                </a:ext>
              </a:extLst>
            </p:cNvPr>
            <p:cNvSpPr/>
            <p:nvPr/>
          </p:nvSpPr>
          <p:spPr>
            <a:xfrm>
              <a:off x="9060930" y="4048245"/>
              <a:ext cx="44729" cy="44687"/>
            </a:xfrm>
            <a:custGeom>
              <a:avLst/>
              <a:gdLst>
                <a:gd name="connsiteX0" fmla="*/ 22365 w 44729"/>
                <a:gd name="connsiteY0" fmla="*/ 0 h 44687"/>
                <a:gd name="connsiteX1" fmla="*/ 0 w 44729"/>
                <a:gd name="connsiteY1" fmla="*/ 22344 h 44687"/>
                <a:gd name="connsiteX2" fmla="*/ 22365 w 44729"/>
                <a:gd name="connsiteY2" fmla="*/ 44688 h 44687"/>
                <a:gd name="connsiteX3" fmla="*/ 44730 w 44729"/>
                <a:gd name="connsiteY3" fmla="*/ 22344 h 44687"/>
                <a:gd name="connsiteX4" fmla="*/ 44730 w 44729"/>
                <a:gd name="connsiteY4" fmla="*/ 22344 h 44687"/>
                <a:gd name="connsiteX5" fmla="*/ 22365 w 44729"/>
                <a:gd name="connsiteY5" fmla="*/ 0 h 44687"/>
                <a:gd name="connsiteX6" fmla="*/ 22365 w 44729"/>
                <a:gd name="connsiteY6" fmla="*/ 31920 h 44687"/>
                <a:gd name="connsiteX7" fmla="*/ 12780 w 44729"/>
                <a:gd name="connsiteY7" fmla="*/ 22344 h 44687"/>
                <a:gd name="connsiteX8" fmla="*/ 22365 w 44729"/>
                <a:gd name="connsiteY8" fmla="*/ 12768 h 44687"/>
                <a:gd name="connsiteX9" fmla="*/ 31950 w 44729"/>
                <a:gd name="connsiteY9" fmla="*/ 22344 h 44687"/>
                <a:gd name="connsiteX10" fmla="*/ 22365 w 44729"/>
                <a:gd name="connsiteY10" fmla="*/ 31920 h 44687"/>
                <a:gd name="connsiteX11" fmla="*/ 22365 w 44729"/>
                <a:gd name="connsiteY11" fmla="*/ 31920 h 44687"/>
                <a:gd name="connsiteX12" fmla="*/ 22365 w 44729"/>
                <a:gd name="connsiteY12" fmla="*/ 31920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729" h="44687">
                  <a:moveTo>
                    <a:pt x="22365" y="0"/>
                  </a:moveTo>
                  <a:cubicBezTo>
                    <a:pt x="10224" y="0"/>
                    <a:pt x="0" y="10214"/>
                    <a:pt x="0" y="22344"/>
                  </a:cubicBezTo>
                  <a:cubicBezTo>
                    <a:pt x="0" y="34474"/>
                    <a:pt x="10224" y="44688"/>
                    <a:pt x="22365" y="44688"/>
                  </a:cubicBezTo>
                  <a:cubicBezTo>
                    <a:pt x="34506" y="44688"/>
                    <a:pt x="44730" y="34474"/>
                    <a:pt x="44730" y="22344"/>
                  </a:cubicBezTo>
                  <a:cubicBezTo>
                    <a:pt x="44730" y="22344"/>
                    <a:pt x="44730" y="22344"/>
                    <a:pt x="44730" y="22344"/>
                  </a:cubicBezTo>
                  <a:cubicBezTo>
                    <a:pt x="44730" y="10214"/>
                    <a:pt x="34506" y="0"/>
                    <a:pt x="22365" y="0"/>
                  </a:cubicBezTo>
                  <a:close/>
                  <a:moveTo>
                    <a:pt x="22365" y="31920"/>
                  </a:moveTo>
                  <a:cubicBezTo>
                    <a:pt x="17253" y="31920"/>
                    <a:pt x="12780" y="27451"/>
                    <a:pt x="12780" y="22344"/>
                  </a:cubicBezTo>
                  <a:cubicBezTo>
                    <a:pt x="12780" y="17237"/>
                    <a:pt x="17253" y="12768"/>
                    <a:pt x="22365" y="12768"/>
                  </a:cubicBezTo>
                  <a:cubicBezTo>
                    <a:pt x="27477" y="12768"/>
                    <a:pt x="31950" y="17237"/>
                    <a:pt x="31950" y="22344"/>
                  </a:cubicBezTo>
                  <a:cubicBezTo>
                    <a:pt x="31950" y="27451"/>
                    <a:pt x="27477" y="31920"/>
                    <a:pt x="22365" y="31920"/>
                  </a:cubicBezTo>
                  <a:cubicBezTo>
                    <a:pt x="22365" y="32558"/>
                    <a:pt x="22365" y="32558"/>
                    <a:pt x="22365" y="31920"/>
                  </a:cubicBezTo>
                  <a:lnTo>
                    <a:pt x="22365" y="31920"/>
                  </a:lnTo>
                  <a:close/>
                </a:path>
              </a:pathLst>
            </a:custGeom>
            <a:solidFill>
              <a:srgbClr val="007680"/>
            </a:solidFill>
            <a:ln w="6390" cap="flat">
              <a:noFill/>
              <a:prstDash val="solid"/>
              <a:miter/>
            </a:ln>
          </p:spPr>
          <p:txBody>
            <a:bodyPr rtlCol="0" anchor="ctr"/>
            <a:lstStyle/>
            <a:p>
              <a:endParaRPr lang="en-US"/>
            </a:p>
          </p:txBody>
        </p:sp>
        <p:sp>
          <p:nvSpPr>
            <p:cNvPr id="815" name="Graphic 5">
              <a:extLst>
                <a:ext uri="{FF2B5EF4-FFF2-40B4-BE49-F238E27FC236}">
                  <a16:creationId xmlns:a16="http://schemas.microsoft.com/office/drawing/2014/main" id="{DDE66DC3-7A24-F641-A71A-DEE7942CD486}"/>
                </a:ext>
              </a:extLst>
            </p:cNvPr>
            <p:cNvSpPr/>
            <p:nvPr/>
          </p:nvSpPr>
          <p:spPr>
            <a:xfrm>
              <a:off x="9099909" y="4106339"/>
              <a:ext cx="15417" cy="15403"/>
            </a:xfrm>
            <a:custGeom>
              <a:avLst/>
              <a:gdLst>
                <a:gd name="connsiteX0" fmla="*/ 7029 w 15417"/>
                <a:gd name="connsiteY0" fmla="*/ 0 h 15403"/>
                <a:gd name="connsiteX1" fmla="*/ 0 w 15417"/>
                <a:gd name="connsiteY1" fmla="*/ 8299 h 15403"/>
                <a:gd name="connsiteX2" fmla="*/ 7029 w 15417"/>
                <a:gd name="connsiteY2" fmla="*/ 15322 h 15403"/>
                <a:gd name="connsiteX3" fmla="*/ 15336 w 15417"/>
                <a:gd name="connsiteY3" fmla="*/ 8299 h 15403"/>
                <a:gd name="connsiteX4" fmla="*/ 8307 w 15417"/>
                <a:gd name="connsiteY4" fmla="*/ 0 h 15403"/>
                <a:gd name="connsiteX5" fmla="*/ 7029 w 15417"/>
                <a:gd name="connsiteY5" fmla="*/ 0 h 15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17" h="15403">
                  <a:moveTo>
                    <a:pt x="7029" y="0"/>
                  </a:moveTo>
                  <a:cubicBezTo>
                    <a:pt x="3195" y="639"/>
                    <a:pt x="0" y="3831"/>
                    <a:pt x="0" y="8299"/>
                  </a:cubicBezTo>
                  <a:cubicBezTo>
                    <a:pt x="639" y="12130"/>
                    <a:pt x="3195" y="14683"/>
                    <a:pt x="7029" y="15322"/>
                  </a:cubicBezTo>
                  <a:cubicBezTo>
                    <a:pt x="10863" y="15960"/>
                    <a:pt x="14697" y="12768"/>
                    <a:pt x="15336" y="8299"/>
                  </a:cubicBezTo>
                  <a:cubicBezTo>
                    <a:pt x="15975" y="4469"/>
                    <a:pt x="12780" y="639"/>
                    <a:pt x="8307" y="0"/>
                  </a:cubicBezTo>
                  <a:cubicBezTo>
                    <a:pt x="8307" y="0"/>
                    <a:pt x="7668" y="0"/>
                    <a:pt x="7029" y="0"/>
                  </a:cubicBezTo>
                  <a:close/>
                </a:path>
              </a:pathLst>
            </a:custGeom>
            <a:solidFill>
              <a:srgbClr val="007680"/>
            </a:solidFill>
            <a:ln w="6390" cap="flat">
              <a:noFill/>
              <a:prstDash val="solid"/>
              <a:miter/>
            </a:ln>
          </p:spPr>
          <p:txBody>
            <a:bodyPr rtlCol="0" anchor="ctr"/>
            <a:lstStyle/>
            <a:p>
              <a:endParaRPr lang="en-US"/>
            </a:p>
          </p:txBody>
        </p:sp>
        <p:sp>
          <p:nvSpPr>
            <p:cNvPr id="816" name="Graphic 5">
              <a:extLst>
                <a:ext uri="{FF2B5EF4-FFF2-40B4-BE49-F238E27FC236}">
                  <a16:creationId xmlns:a16="http://schemas.microsoft.com/office/drawing/2014/main" id="{46E77137-F005-324C-8366-A2C2F5CEDA28}"/>
                </a:ext>
              </a:extLst>
            </p:cNvPr>
            <p:cNvSpPr/>
            <p:nvPr/>
          </p:nvSpPr>
          <p:spPr>
            <a:xfrm>
              <a:off x="8901022" y="3890271"/>
              <a:ext cx="244019" cy="147760"/>
            </a:xfrm>
            <a:custGeom>
              <a:avLst/>
              <a:gdLst>
                <a:gd name="connsiteX0" fmla="*/ 240421 w 244019"/>
                <a:gd name="connsiteY0" fmla="*/ 71791 h 147760"/>
                <a:gd name="connsiteX1" fmla="*/ 219335 w 244019"/>
                <a:gd name="connsiteY1" fmla="*/ 52639 h 147760"/>
                <a:gd name="connsiteX2" fmla="*/ 193136 w 244019"/>
                <a:gd name="connsiteY2" fmla="*/ 18804 h 147760"/>
                <a:gd name="connsiteX3" fmla="*/ 156074 w 244019"/>
                <a:gd name="connsiteY3" fmla="*/ 15612 h 147760"/>
                <a:gd name="connsiteX4" fmla="*/ 92814 w 244019"/>
                <a:gd name="connsiteY4" fmla="*/ 929 h 147760"/>
                <a:gd name="connsiteX5" fmla="*/ 39138 w 244019"/>
                <a:gd name="connsiteY5" fmla="*/ 40509 h 147760"/>
                <a:gd name="connsiteX6" fmla="*/ 9745 w 244019"/>
                <a:gd name="connsiteY6" fmla="*/ 57746 h 147760"/>
                <a:gd name="connsiteX7" fmla="*/ 9106 w 244019"/>
                <a:gd name="connsiteY7" fmla="*/ 58385 h 147760"/>
                <a:gd name="connsiteX8" fmla="*/ 9106 w 244019"/>
                <a:gd name="connsiteY8" fmla="*/ 113287 h 147760"/>
                <a:gd name="connsiteX9" fmla="*/ 53197 w 244019"/>
                <a:gd name="connsiteY9" fmla="*/ 134354 h 147760"/>
                <a:gd name="connsiteX10" fmla="*/ 81312 w 244019"/>
                <a:gd name="connsiteY10" fmla="*/ 147760 h 147760"/>
                <a:gd name="connsiteX11" fmla="*/ 83868 w 244019"/>
                <a:gd name="connsiteY11" fmla="*/ 147760 h 147760"/>
                <a:gd name="connsiteX12" fmla="*/ 106871 w 244019"/>
                <a:gd name="connsiteY12" fmla="*/ 142015 h 147760"/>
                <a:gd name="connsiteX13" fmla="*/ 147767 w 244019"/>
                <a:gd name="connsiteY13" fmla="*/ 145845 h 147760"/>
                <a:gd name="connsiteX14" fmla="*/ 184190 w 244019"/>
                <a:gd name="connsiteY14" fmla="*/ 128608 h 147760"/>
                <a:gd name="connsiteX15" fmla="*/ 240421 w 244019"/>
                <a:gd name="connsiteY15" fmla="*/ 103711 h 147760"/>
                <a:gd name="connsiteX16" fmla="*/ 240421 w 244019"/>
                <a:gd name="connsiteY16" fmla="*/ 71791 h 147760"/>
                <a:gd name="connsiteX17" fmla="*/ 228920 w 244019"/>
                <a:gd name="connsiteY17" fmla="*/ 99881 h 147760"/>
                <a:gd name="connsiteX18" fmla="*/ 184190 w 244019"/>
                <a:gd name="connsiteY18" fmla="*/ 115840 h 147760"/>
                <a:gd name="connsiteX19" fmla="*/ 176522 w 244019"/>
                <a:gd name="connsiteY19" fmla="*/ 118394 h 147760"/>
                <a:gd name="connsiteX20" fmla="*/ 146489 w 244019"/>
                <a:gd name="connsiteY20" fmla="*/ 133716 h 147760"/>
                <a:gd name="connsiteX21" fmla="*/ 108150 w 244019"/>
                <a:gd name="connsiteY21" fmla="*/ 129885 h 147760"/>
                <a:gd name="connsiteX22" fmla="*/ 101760 w 244019"/>
                <a:gd name="connsiteY22" fmla="*/ 130524 h 147760"/>
                <a:gd name="connsiteX23" fmla="*/ 59586 w 244019"/>
                <a:gd name="connsiteY23" fmla="*/ 124140 h 147760"/>
                <a:gd name="connsiteX24" fmla="*/ 54474 w 244019"/>
                <a:gd name="connsiteY24" fmla="*/ 122224 h 147760"/>
                <a:gd name="connsiteX25" fmla="*/ 53197 w 244019"/>
                <a:gd name="connsiteY25" fmla="*/ 122224 h 147760"/>
                <a:gd name="connsiteX26" fmla="*/ 18691 w 244019"/>
                <a:gd name="connsiteY26" fmla="*/ 106903 h 147760"/>
                <a:gd name="connsiteX27" fmla="*/ 18691 w 244019"/>
                <a:gd name="connsiteY27" fmla="*/ 67322 h 147760"/>
                <a:gd name="connsiteX28" fmla="*/ 19330 w 244019"/>
                <a:gd name="connsiteY28" fmla="*/ 66684 h 147760"/>
                <a:gd name="connsiteX29" fmla="*/ 44250 w 244019"/>
                <a:gd name="connsiteY29" fmla="*/ 53916 h 147760"/>
                <a:gd name="connsiteX30" fmla="*/ 49362 w 244019"/>
                <a:gd name="connsiteY30" fmla="*/ 48809 h 147760"/>
                <a:gd name="connsiteX31" fmla="*/ 93453 w 244019"/>
                <a:gd name="connsiteY31" fmla="*/ 14973 h 147760"/>
                <a:gd name="connsiteX32" fmla="*/ 149046 w 244019"/>
                <a:gd name="connsiteY32" fmla="*/ 28380 h 147760"/>
                <a:gd name="connsiteX33" fmla="*/ 156713 w 244019"/>
                <a:gd name="connsiteY33" fmla="*/ 29657 h 147760"/>
                <a:gd name="connsiteX34" fmla="*/ 186107 w 244019"/>
                <a:gd name="connsiteY34" fmla="*/ 30933 h 147760"/>
                <a:gd name="connsiteX35" fmla="*/ 207194 w 244019"/>
                <a:gd name="connsiteY35" fmla="*/ 59661 h 147760"/>
                <a:gd name="connsiteX36" fmla="*/ 211666 w 244019"/>
                <a:gd name="connsiteY36" fmla="*/ 64130 h 147760"/>
                <a:gd name="connsiteX37" fmla="*/ 228920 w 244019"/>
                <a:gd name="connsiteY37" fmla="*/ 78175 h 147760"/>
                <a:gd name="connsiteX38" fmla="*/ 228920 w 244019"/>
                <a:gd name="connsiteY38" fmla="*/ 99881 h 147760"/>
                <a:gd name="connsiteX39" fmla="*/ 228920 w 244019"/>
                <a:gd name="connsiteY39" fmla="*/ 99881 h 14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4019" h="147760">
                  <a:moveTo>
                    <a:pt x="240421" y="71791"/>
                  </a:moveTo>
                  <a:cubicBezTo>
                    <a:pt x="235949" y="62853"/>
                    <a:pt x="228280" y="56469"/>
                    <a:pt x="219335" y="52639"/>
                  </a:cubicBezTo>
                  <a:cubicBezTo>
                    <a:pt x="216779" y="44978"/>
                    <a:pt x="209110" y="27103"/>
                    <a:pt x="193136" y="18804"/>
                  </a:cubicBezTo>
                  <a:cubicBezTo>
                    <a:pt x="181634" y="13058"/>
                    <a:pt x="168215" y="11781"/>
                    <a:pt x="156074" y="15612"/>
                  </a:cubicBezTo>
                  <a:cubicBezTo>
                    <a:pt x="148406" y="9228"/>
                    <a:pt x="127958" y="-3540"/>
                    <a:pt x="92814" y="929"/>
                  </a:cubicBezTo>
                  <a:cubicBezTo>
                    <a:pt x="55752" y="5397"/>
                    <a:pt x="42972" y="30295"/>
                    <a:pt x="39138" y="40509"/>
                  </a:cubicBezTo>
                  <a:cubicBezTo>
                    <a:pt x="19330" y="44340"/>
                    <a:pt x="13578" y="52001"/>
                    <a:pt x="9745" y="57746"/>
                  </a:cubicBezTo>
                  <a:lnTo>
                    <a:pt x="9106" y="58385"/>
                  </a:lnTo>
                  <a:cubicBezTo>
                    <a:pt x="-3035" y="74345"/>
                    <a:pt x="-3035" y="96689"/>
                    <a:pt x="9106" y="113287"/>
                  </a:cubicBezTo>
                  <a:cubicBezTo>
                    <a:pt x="18691" y="127970"/>
                    <a:pt x="35943" y="135631"/>
                    <a:pt x="53197" y="134354"/>
                  </a:cubicBezTo>
                  <a:cubicBezTo>
                    <a:pt x="60864" y="142015"/>
                    <a:pt x="70449" y="146484"/>
                    <a:pt x="81312" y="147760"/>
                  </a:cubicBezTo>
                  <a:lnTo>
                    <a:pt x="83868" y="147760"/>
                  </a:lnTo>
                  <a:cubicBezTo>
                    <a:pt x="91536" y="147760"/>
                    <a:pt x="99843" y="145845"/>
                    <a:pt x="106871" y="142015"/>
                  </a:cubicBezTo>
                  <a:cubicBezTo>
                    <a:pt x="120291" y="145845"/>
                    <a:pt x="134348" y="147122"/>
                    <a:pt x="147767" y="145845"/>
                  </a:cubicBezTo>
                  <a:cubicBezTo>
                    <a:pt x="161825" y="145207"/>
                    <a:pt x="174605" y="138823"/>
                    <a:pt x="184190" y="128608"/>
                  </a:cubicBezTo>
                  <a:cubicBezTo>
                    <a:pt x="200804" y="133077"/>
                    <a:pt x="229559" y="132439"/>
                    <a:pt x="240421" y="103711"/>
                  </a:cubicBezTo>
                  <a:cubicBezTo>
                    <a:pt x="245533" y="93497"/>
                    <a:pt x="244895" y="82005"/>
                    <a:pt x="240421" y="71791"/>
                  </a:cubicBezTo>
                  <a:close/>
                  <a:moveTo>
                    <a:pt x="228920" y="99881"/>
                  </a:moveTo>
                  <a:cubicBezTo>
                    <a:pt x="218056" y="127970"/>
                    <a:pt x="186107" y="116479"/>
                    <a:pt x="184190" y="115840"/>
                  </a:cubicBezTo>
                  <a:cubicBezTo>
                    <a:pt x="181634" y="114564"/>
                    <a:pt x="178439" y="115840"/>
                    <a:pt x="176522" y="118394"/>
                  </a:cubicBezTo>
                  <a:cubicBezTo>
                    <a:pt x="169493" y="127332"/>
                    <a:pt x="157991" y="133077"/>
                    <a:pt x="146489" y="133716"/>
                  </a:cubicBezTo>
                  <a:cubicBezTo>
                    <a:pt x="133710" y="135631"/>
                    <a:pt x="120291" y="133716"/>
                    <a:pt x="108150" y="129885"/>
                  </a:cubicBezTo>
                  <a:cubicBezTo>
                    <a:pt x="106233" y="128608"/>
                    <a:pt x="103676" y="129247"/>
                    <a:pt x="101760" y="130524"/>
                  </a:cubicBezTo>
                  <a:cubicBezTo>
                    <a:pt x="88341" y="139461"/>
                    <a:pt x="69810" y="136908"/>
                    <a:pt x="59586" y="124140"/>
                  </a:cubicBezTo>
                  <a:cubicBezTo>
                    <a:pt x="58308" y="122863"/>
                    <a:pt x="56391" y="122224"/>
                    <a:pt x="54474" y="122224"/>
                  </a:cubicBezTo>
                  <a:lnTo>
                    <a:pt x="53197" y="122224"/>
                  </a:lnTo>
                  <a:cubicBezTo>
                    <a:pt x="39777" y="124140"/>
                    <a:pt x="26358" y="118394"/>
                    <a:pt x="18691" y="106903"/>
                  </a:cubicBezTo>
                  <a:cubicBezTo>
                    <a:pt x="9106" y="95412"/>
                    <a:pt x="9106" y="78813"/>
                    <a:pt x="18691" y="67322"/>
                  </a:cubicBezTo>
                  <a:lnTo>
                    <a:pt x="19330" y="66684"/>
                  </a:lnTo>
                  <a:cubicBezTo>
                    <a:pt x="23163" y="62215"/>
                    <a:pt x="26997" y="56469"/>
                    <a:pt x="44250" y="53916"/>
                  </a:cubicBezTo>
                  <a:cubicBezTo>
                    <a:pt x="46807" y="53277"/>
                    <a:pt x="48723" y="51362"/>
                    <a:pt x="49362" y="48809"/>
                  </a:cubicBezTo>
                  <a:cubicBezTo>
                    <a:pt x="49362" y="47532"/>
                    <a:pt x="56391" y="19442"/>
                    <a:pt x="93453" y="14973"/>
                  </a:cubicBezTo>
                  <a:cubicBezTo>
                    <a:pt x="131153" y="10505"/>
                    <a:pt x="148406" y="27741"/>
                    <a:pt x="149046" y="28380"/>
                  </a:cubicBezTo>
                  <a:cubicBezTo>
                    <a:pt x="150962" y="30295"/>
                    <a:pt x="154157" y="30933"/>
                    <a:pt x="156713" y="29657"/>
                  </a:cubicBezTo>
                  <a:cubicBezTo>
                    <a:pt x="166298" y="25826"/>
                    <a:pt x="177161" y="26465"/>
                    <a:pt x="186107" y="30933"/>
                  </a:cubicBezTo>
                  <a:cubicBezTo>
                    <a:pt x="200804" y="38594"/>
                    <a:pt x="207194" y="59661"/>
                    <a:pt x="207194" y="59661"/>
                  </a:cubicBezTo>
                  <a:cubicBezTo>
                    <a:pt x="207833" y="61577"/>
                    <a:pt x="209110" y="63492"/>
                    <a:pt x="211666" y="64130"/>
                  </a:cubicBezTo>
                  <a:cubicBezTo>
                    <a:pt x="218695" y="66684"/>
                    <a:pt x="225085" y="71153"/>
                    <a:pt x="228920" y="78175"/>
                  </a:cubicBezTo>
                  <a:cubicBezTo>
                    <a:pt x="231475" y="84559"/>
                    <a:pt x="231475" y="92858"/>
                    <a:pt x="228920" y="99881"/>
                  </a:cubicBezTo>
                  <a:lnTo>
                    <a:pt x="228920" y="99881"/>
                  </a:lnTo>
                  <a:close/>
                </a:path>
              </a:pathLst>
            </a:custGeom>
            <a:solidFill>
              <a:srgbClr val="007680"/>
            </a:solidFill>
            <a:ln w="6390" cap="flat">
              <a:noFill/>
              <a:prstDash val="solid"/>
              <a:miter/>
            </a:ln>
          </p:spPr>
          <p:txBody>
            <a:bodyPr rtlCol="0" anchor="ctr"/>
            <a:lstStyle/>
            <a:p>
              <a:endParaRPr lang="en-US"/>
            </a:p>
          </p:txBody>
        </p:sp>
      </p:grpSp>
      <p:grpSp>
        <p:nvGrpSpPr>
          <p:cNvPr id="817" name="Graphic 5">
            <a:extLst>
              <a:ext uri="{FF2B5EF4-FFF2-40B4-BE49-F238E27FC236}">
                <a16:creationId xmlns:a16="http://schemas.microsoft.com/office/drawing/2014/main" id="{ADF34300-9025-F64D-B2C3-9B0040832F58}"/>
              </a:ext>
            </a:extLst>
          </p:cNvPr>
          <p:cNvGrpSpPr/>
          <p:nvPr/>
        </p:nvGrpSpPr>
        <p:grpSpPr>
          <a:xfrm>
            <a:off x="4661459" y="4793894"/>
            <a:ext cx="362313" cy="361971"/>
            <a:chOff x="4661459" y="4793894"/>
            <a:chExt cx="362313" cy="361971"/>
          </a:xfrm>
          <a:solidFill>
            <a:srgbClr val="007680"/>
          </a:solidFill>
        </p:grpSpPr>
        <p:sp>
          <p:nvSpPr>
            <p:cNvPr id="818" name="Graphic 5">
              <a:extLst>
                <a:ext uri="{FF2B5EF4-FFF2-40B4-BE49-F238E27FC236}">
                  <a16:creationId xmlns:a16="http://schemas.microsoft.com/office/drawing/2014/main" id="{757D6622-D949-454F-8684-34169601F3C1}"/>
                </a:ext>
              </a:extLst>
            </p:cNvPr>
            <p:cNvSpPr/>
            <p:nvPr/>
          </p:nvSpPr>
          <p:spPr>
            <a:xfrm>
              <a:off x="4661459" y="4793894"/>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5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 name="connsiteX13" fmla="*/ 181474 w 362313"/>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3"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948" y="81077"/>
                    <a:pt x="281796" y="0"/>
                    <a:pt x="181474" y="0"/>
                  </a:cubicBezTo>
                  <a:cubicBezTo>
                    <a:pt x="181474" y="0"/>
                    <a:pt x="181474" y="0"/>
                    <a:pt x="181474" y="0"/>
                  </a:cubicBezTo>
                  <a:close/>
                  <a:moveTo>
                    <a:pt x="181474" y="349204"/>
                  </a:moveTo>
                  <a:cubicBezTo>
                    <a:pt x="88181" y="349204"/>
                    <a:pt x="12780" y="273873"/>
                    <a:pt x="12780" y="181305"/>
                  </a:cubicBezTo>
                  <a:cubicBezTo>
                    <a:pt x="12780" y="88738"/>
                    <a:pt x="88181" y="12768"/>
                    <a:pt x="180835" y="12768"/>
                  </a:cubicBezTo>
                  <a:cubicBezTo>
                    <a:pt x="274128" y="12768"/>
                    <a:pt x="349530" y="88099"/>
                    <a:pt x="349530" y="180667"/>
                  </a:cubicBezTo>
                  <a:lnTo>
                    <a:pt x="349530" y="180667"/>
                  </a:lnTo>
                  <a:cubicBezTo>
                    <a:pt x="350168" y="273873"/>
                    <a:pt x="274767"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819" name="Graphic 5">
              <a:extLst>
                <a:ext uri="{FF2B5EF4-FFF2-40B4-BE49-F238E27FC236}">
                  <a16:creationId xmlns:a16="http://schemas.microsoft.com/office/drawing/2014/main" id="{BF4FDF9B-38DA-DC45-B8C5-899CA2070316}"/>
                </a:ext>
              </a:extLst>
            </p:cNvPr>
            <p:cNvSpPr/>
            <p:nvPr/>
          </p:nvSpPr>
          <p:spPr>
            <a:xfrm>
              <a:off x="4733026" y="4857096"/>
              <a:ext cx="219813" cy="235568"/>
            </a:xfrm>
            <a:custGeom>
              <a:avLst/>
              <a:gdLst>
                <a:gd name="connsiteX0" fmla="*/ 116297 w 219813"/>
                <a:gd name="connsiteY0" fmla="*/ 15960 h 235568"/>
                <a:gd name="connsiteX1" fmla="*/ 116297 w 219813"/>
                <a:gd name="connsiteY1" fmla="*/ 6384 h 235568"/>
                <a:gd name="connsiteX2" fmla="*/ 109907 w 219813"/>
                <a:gd name="connsiteY2" fmla="*/ 0 h 235568"/>
                <a:gd name="connsiteX3" fmla="*/ 103517 w 219813"/>
                <a:gd name="connsiteY3" fmla="*/ 6384 h 235568"/>
                <a:gd name="connsiteX4" fmla="*/ 103517 w 219813"/>
                <a:gd name="connsiteY4" fmla="*/ 15960 h 235568"/>
                <a:gd name="connsiteX5" fmla="*/ 0 w 219813"/>
                <a:gd name="connsiteY5" fmla="*/ 109166 h 235568"/>
                <a:gd name="connsiteX6" fmla="*/ 3195 w 219813"/>
                <a:gd name="connsiteY6" fmla="*/ 114912 h 235568"/>
                <a:gd name="connsiteX7" fmla="*/ 9585 w 219813"/>
                <a:gd name="connsiteY7" fmla="*/ 115550 h 235568"/>
                <a:gd name="connsiteX8" fmla="*/ 67094 w 219813"/>
                <a:gd name="connsiteY8" fmla="*/ 115550 h 235568"/>
                <a:gd name="connsiteX9" fmla="*/ 67733 w 219813"/>
                <a:gd name="connsiteY9" fmla="*/ 115550 h 235568"/>
                <a:gd name="connsiteX10" fmla="*/ 68372 w 219813"/>
                <a:gd name="connsiteY10" fmla="*/ 115550 h 235568"/>
                <a:gd name="connsiteX11" fmla="*/ 70289 w 219813"/>
                <a:gd name="connsiteY11" fmla="*/ 116189 h 235568"/>
                <a:gd name="connsiteX12" fmla="*/ 70289 w 219813"/>
                <a:gd name="connsiteY12" fmla="*/ 116189 h 235568"/>
                <a:gd name="connsiteX13" fmla="*/ 72206 w 219813"/>
                <a:gd name="connsiteY13" fmla="*/ 115550 h 235568"/>
                <a:gd name="connsiteX14" fmla="*/ 72845 w 219813"/>
                <a:gd name="connsiteY14" fmla="*/ 115550 h 235568"/>
                <a:gd name="connsiteX15" fmla="*/ 73484 w 219813"/>
                <a:gd name="connsiteY15" fmla="*/ 114912 h 235568"/>
                <a:gd name="connsiteX16" fmla="*/ 103517 w 219813"/>
                <a:gd name="connsiteY16" fmla="*/ 100867 h 235568"/>
                <a:gd name="connsiteX17" fmla="*/ 103517 w 219813"/>
                <a:gd name="connsiteY17" fmla="*/ 213225 h 235568"/>
                <a:gd name="connsiteX18" fmla="*/ 93932 w 219813"/>
                <a:gd name="connsiteY18" fmla="*/ 222801 h 235568"/>
                <a:gd name="connsiteX19" fmla="*/ 84347 w 219813"/>
                <a:gd name="connsiteY19" fmla="*/ 213225 h 235568"/>
                <a:gd name="connsiteX20" fmla="*/ 77957 w 219813"/>
                <a:gd name="connsiteY20" fmla="*/ 206841 h 235568"/>
                <a:gd name="connsiteX21" fmla="*/ 71567 w 219813"/>
                <a:gd name="connsiteY21" fmla="*/ 213225 h 235568"/>
                <a:gd name="connsiteX22" fmla="*/ 93932 w 219813"/>
                <a:gd name="connsiteY22" fmla="*/ 235569 h 235568"/>
                <a:gd name="connsiteX23" fmla="*/ 116297 w 219813"/>
                <a:gd name="connsiteY23" fmla="*/ 213225 h 235568"/>
                <a:gd name="connsiteX24" fmla="*/ 116297 w 219813"/>
                <a:gd name="connsiteY24" fmla="*/ 100229 h 235568"/>
                <a:gd name="connsiteX25" fmla="*/ 145052 w 219813"/>
                <a:gd name="connsiteY25" fmla="*/ 113635 h 235568"/>
                <a:gd name="connsiteX26" fmla="*/ 145052 w 219813"/>
                <a:gd name="connsiteY26" fmla="*/ 113635 h 235568"/>
                <a:gd name="connsiteX27" fmla="*/ 146969 w 219813"/>
                <a:gd name="connsiteY27" fmla="*/ 114912 h 235568"/>
                <a:gd name="connsiteX28" fmla="*/ 146969 w 219813"/>
                <a:gd name="connsiteY28" fmla="*/ 114912 h 235568"/>
                <a:gd name="connsiteX29" fmla="*/ 149524 w 219813"/>
                <a:gd name="connsiteY29" fmla="*/ 115550 h 235568"/>
                <a:gd name="connsiteX30" fmla="*/ 149524 w 219813"/>
                <a:gd name="connsiteY30" fmla="*/ 115550 h 235568"/>
                <a:gd name="connsiteX31" fmla="*/ 152080 w 219813"/>
                <a:gd name="connsiteY31" fmla="*/ 114912 h 235568"/>
                <a:gd name="connsiteX32" fmla="*/ 152080 w 219813"/>
                <a:gd name="connsiteY32" fmla="*/ 114912 h 235568"/>
                <a:gd name="connsiteX33" fmla="*/ 209590 w 219813"/>
                <a:gd name="connsiteY33" fmla="*/ 114273 h 235568"/>
                <a:gd name="connsiteX34" fmla="*/ 218536 w 219813"/>
                <a:gd name="connsiteY34" fmla="*/ 112997 h 235568"/>
                <a:gd name="connsiteX35" fmla="*/ 219814 w 219813"/>
                <a:gd name="connsiteY35" fmla="*/ 108528 h 235568"/>
                <a:gd name="connsiteX36" fmla="*/ 116297 w 219813"/>
                <a:gd name="connsiteY36" fmla="*/ 15960 h 235568"/>
                <a:gd name="connsiteX37" fmla="*/ 113102 w 219813"/>
                <a:gd name="connsiteY37" fmla="*/ 87461 h 235568"/>
                <a:gd name="connsiteX38" fmla="*/ 110546 w 219813"/>
                <a:gd name="connsiteY38" fmla="*/ 87461 h 235568"/>
                <a:gd name="connsiteX39" fmla="*/ 109907 w 219813"/>
                <a:gd name="connsiteY39" fmla="*/ 87461 h 235568"/>
                <a:gd name="connsiteX40" fmla="*/ 108629 w 219813"/>
                <a:gd name="connsiteY40" fmla="*/ 87461 h 235568"/>
                <a:gd name="connsiteX41" fmla="*/ 76679 w 219813"/>
                <a:gd name="connsiteY41" fmla="*/ 97675 h 235568"/>
                <a:gd name="connsiteX42" fmla="*/ 109907 w 219813"/>
                <a:gd name="connsiteY42" fmla="*/ 29366 h 235568"/>
                <a:gd name="connsiteX43" fmla="*/ 142496 w 219813"/>
                <a:gd name="connsiteY43" fmla="*/ 95760 h 235568"/>
                <a:gd name="connsiteX44" fmla="*/ 113102 w 219813"/>
                <a:gd name="connsiteY44" fmla="*/ 87461 h 235568"/>
                <a:gd name="connsiteX45" fmla="*/ 14697 w 219813"/>
                <a:gd name="connsiteY45" fmla="*/ 99590 h 235568"/>
                <a:gd name="connsiteX46" fmla="*/ 90737 w 219813"/>
                <a:gd name="connsiteY46" fmla="*/ 30643 h 235568"/>
                <a:gd name="connsiteX47" fmla="*/ 64538 w 219813"/>
                <a:gd name="connsiteY47" fmla="*/ 99590 h 235568"/>
                <a:gd name="connsiteX48" fmla="*/ 14697 w 219813"/>
                <a:gd name="connsiteY48" fmla="*/ 99590 h 235568"/>
                <a:gd name="connsiteX49" fmla="*/ 156553 w 219813"/>
                <a:gd name="connsiteY49" fmla="*/ 100867 h 235568"/>
                <a:gd name="connsiteX50" fmla="*/ 130354 w 219813"/>
                <a:gd name="connsiteY50" fmla="*/ 30643 h 235568"/>
                <a:gd name="connsiteX51" fmla="*/ 206395 w 219813"/>
                <a:gd name="connsiteY51" fmla="*/ 98952 h 235568"/>
                <a:gd name="connsiteX52" fmla="*/ 156553 w 219813"/>
                <a:gd name="connsiteY52" fmla="*/ 100867 h 235568"/>
                <a:gd name="connsiteX53" fmla="*/ 156553 w 219813"/>
                <a:gd name="connsiteY53" fmla="*/ 100867 h 23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19813" h="235568">
                  <a:moveTo>
                    <a:pt x="116297" y="15960"/>
                  </a:moveTo>
                  <a:lnTo>
                    <a:pt x="116297" y="6384"/>
                  </a:lnTo>
                  <a:cubicBezTo>
                    <a:pt x="116297" y="2553"/>
                    <a:pt x="113741" y="0"/>
                    <a:pt x="109907" y="0"/>
                  </a:cubicBezTo>
                  <a:cubicBezTo>
                    <a:pt x="106073" y="0"/>
                    <a:pt x="103517" y="2553"/>
                    <a:pt x="103517" y="6384"/>
                  </a:cubicBezTo>
                  <a:lnTo>
                    <a:pt x="103517" y="15960"/>
                  </a:lnTo>
                  <a:cubicBezTo>
                    <a:pt x="48563" y="19152"/>
                    <a:pt x="3834" y="58733"/>
                    <a:pt x="0" y="109166"/>
                  </a:cubicBezTo>
                  <a:cubicBezTo>
                    <a:pt x="0" y="111720"/>
                    <a:pt x="639" y="113635"/>
                    <a:pt x="3195" y="114912"/>
                  </a:cubicBezTo>
                  <a:cubicBezTo>
                    <a:pt x="5112" y="116189"/>
                    <a:pt x="7668" y="116189"/>
                    <a:pt x="9585" y="115550"/>
                  </a:cubicBezTo>
                  <a:cubicBezTo>
                    <a:pt x="9585" y="115550"/>
                    <a:pt x="41535" y="99590"/>
                    <a:pt x="67094" y="115550"/>
                  </a:cubicBezTo>
                  <a:lnTo>
                    <a:pt x="67733" y="115550"/>
                  </a:lnTo>
                  <a:lnTo>
                    <a:pt x="68372" y="115550"/>
                  </a:lnTo>
                  <a:cubicBezTo>
                    <a:pt x="69011" y="115550"/>
                    <a:pt x="69650" y="116189"/>
                    <a:pt x="70289" y="116189"/>
                  </a:cubicBezTo>
                  <a:lnTo>
                    <a:pt x="70289" y="116189"/>
                  </a:lnTo>
                  <a:cubicBezTo>
                    <a:pt x="70928" y="116189"/>
                    <a:pt x="71567" y="116189"/>
                    <a:pt x="72206" y="115550"/>
                  </a:cubicBezTo>
                  <a:lnTo>
                    <a:pt x="72845" y="115550"/>
                  </a:lnTo>
                  <a:cubicBezTo>
                    <a:pt x="72845" y="115550"/>
                    <a:pt x="73484" y="115550"/>
                    <a:pt x="73484" y="114912"/>
                  </a:cubicBezTo>
                  <a:cubicBezTo>
                    <a:pt x="82430" y="108528"/>
                    <a:pt x="92654" y="103421"/>
                    <a:pt x="103517" y="100867"/>
                  </a:cubicBezTo>
                  <a:lnTo>
                    <a:pt x="103517" y="213225"/>
                  </a:lnTo>
                  <a:cubicBezTo>
                    <a:pt x="103517" y="218332"/>
                    <a:pt x="99044" y="222801"/>
                    <a:pt x="93932" y="222801"/>
                  </a:cubicBezTo>
                  <a:cubicBezTo>
                    <a:pt x="88820" y="222801"/>
                    <a:pt x="84347" y="218332"/>
                    <a:pt x="84347" y="213225"/>
                  </a:cubicBezTo>
                  <a:cubicBezTo>
                    <a:pt x="84347" y="209395"/>
                    <a:pt x="81791" y="206841"/>
                    <a:pt x="77957" y="206841"/>
                  </a:cubicBezTo>
                  <a:cubicBezTo>
                    <a:pt x="74123" y="206841"/>
                    <a:pt x="71567" y="209395"/>
                    <a:pt x="71567" y="213225"/>
                  </a:cubicBezTo>
                  <a:cubicBezTo>
                    <a:pt x="71567" y="225355"/>
                    <a:pt x="81791" y="235569"/>
                    <a:pt x="93932" y="235569"/>
                  </a:cubicBezTo>
                  <a:cubicBezTo>
                    <a:pt x="106073" y="235569"/>
                    <a:pt x="116297" y="225355"/>
                    <a:pt x="116297" y="213225"/>
                  </a:cubicBezTo>
                  <a:lnTo>
                    <a:pt x="116297" y="100229"/>
                  </a:lnTo>
                  <a:cubicBezTo>
                    <a:pt x="127160" y="100867"/>
                    <a:pt x="137384" y="105974"/>
                    <a:pt x="145052" y="113635"/>
                  </a:cubicBezTo>
                  <a:lnTo>
                    <a:pt x="145052" y="113635"/>
                  </a:lnTo>
                  <a:cubicBezTo>
                    <a:pt x="145690" y="114273"/>
                    <a:pt x="146329" y="114912"/>
                    <a:pt x="146969" y="114912"/>
                  </a:cubicBezTo>
                  <a:lnTo>
                    <a:pt x="146969" y="114912"/>
                  </a:lnTo>
                  <a:cubicBezTo>
                    <a:pt x="147607" y="115550"/>
                    <a:pt x="148885" y="115550"/>
                    <a:pt x="149524" y="115550"/>
                  </a:cubicBezTo>
                  <a:lnTo>
                    <a:pt x="149524" y="115550"/>
                  </a:lnTo>
                  <a:cubicBezTo>
                    <a:pt x="150164" y="115550"/>
                    <a:pt x="151442" y="114912"/>
                    <a:pt x="152080" y="114912"/>
                  </a:cubicBezTo>
                  <a:lnTo>
                    <a:pt x="152080" y="114912"/>
                  </a:lnTo>
                  <a:cubicBezTo>
                    <a:pt x="188503" y="98952"/>
                    <a:pt x="208312" y="113635"/>
                    <a:pt x="209590" y="114273"/>
                  </a:cubicBezTo>
                  <a:cubicBezTo>
                    <a:pt x="212146" y="116189"/>
                    <a:pt x="216619" y="115550"/>
                    <a:pt x="218536" y="112997"/>
                  </a:cubicBezTo>
                  <a:cubicBezTo>
                    <a:pt x="219175" y="111720"/>
                    <a:pt x="219814" y="110443"/>
                    <a:pt x="219814" y="108528"/>
                  </a:cubicBezTo>
                  <a:cubicBezTo>
                    <a:pt x="216619" y="58733"/>
                    <a:pt x="171250" y="19152"/>
                    <a:pt x="116297" y="15960"/>
                  </a:cubicBezTo>
                  <a:close/>
                  <a:moveTo>
                    <a:pt x="113102" y="87461"/>
                  </a:moveTo>
                  <a:lnTo>
                    <a:pt x="110546" y="87461"/>
                  </a:lnTo>
                  <a:lnTo>
                    <a:pt x="109907" y="87461"/>
                  </a:lnTo>
                  <a:lnTo>
                    <a:pt x="108629" y="87461"/>
                  </a:lnTo>
                  <a:cubicBezTo>
                    <a:pt x="97127" y="88099"/>
                    <a:pt x="86264" y="91929"/>
                    <a:pt x="76679" y="97675"/>
                  </a:cubicBezTo>
                  <a:cubicBezTo>
                    <a:pt x="79874" y="54264"/>
                    <a:pt x="101600" y="35112"/>
                    <a:pt x="109907" y="29366"/>
                  </a:cubicBezTo>
                  <a:cubicBezTo>
                    <a:pt x="117575" y="35112"/>
                    <a:pt x="138662" y="53625"/>
                    <a:pt x="142496" y="95760"/>
                  </a:cubicBezTo>
                  <a:cubicBezTo>
                    <a:pt x="133549" y="90014"/>
                    <a:pt x="123326" y="87461"/>
                    <a:pt x="113102" y="87461"/>
                  </a:cubicBezTo>
                  <a:close/>
                  <a:moveTo>
                    <a:pt x="14697" y="99590"/>
                  </a:moveTo>
                  <a:cubicBezTo>
                    <a:pt x="22365" y="65117"/>
                    <a:pt x="53036" y="37665"/>
                    <a:pt x="90737" y="30643"/>
                  </a:cubicBezTo>
                  <a:cubicBezTo>
                    <a:pt x="79235" y="43411"/>
                    <a:pt x="66455" y="65117"/>
                    <a:pt x="64538" y="99590"/>
                  </a:cubicBezTo>
                  <a:cubicBezTo>
                    <a:pt x="48563" y="93845"/>
                    <a:pt x="30672" y="93845"/>
                    <a:pt x="14697" y="99590"/>
                  </a:cubicBezTo>
                  <a:close/>
                  <a:moveTo>
                    <a:pt x="156553" y="100867"/>
                  </a:moveTo>
                  <a:cubicBezTo>
                    <a:pt x="154637" y="65117"/>
                    <a:pt x="141857" y="43411"/>
                    <a:pt x="130354" y="30643"/>
                  </a:cubicBezTo>
                  <a:cubicBezTo>
                    <a:pt x="167416" y="37665"/>
                    <a:pt x="198727" y="65117"/>
                    <a:pt x="206395" y="98952"/>
                  </a:cubicBezTo>
                  <a:cubicBezTo>
                    <a:pt x="189781" y="93845"/>
                    <a:pt x="171889" y="94483"/>
                    <a:pt x="156553" y="100867"/>
                  </a:cubicBezTo>
                  <a:lnTo>
                    <a:pt x="156553" y="100867"/>
                  </a:lnTo>
                  <a:close/>
                </a:path>
              </a:pathLst>
            </a:custGeom>
            <a:solidFill>
              <a:srgbClr val="007680"/>
            </a:solidFill>
            <a:ln w="6390" cap="flat">
              <a:noFill/>
              <a:prstDash val="solid"/>
              <a:miter/>
            </a:ln>
          </p:spPr>
          <p:txBody>
            <a:bodyPr rtlCol="0" anchor="ctr"/>
            <a:lstStyle/>
            <a:p>
              <a:endParaRPr lang="en-US"/>
            </a:p>
          </p:txBody>
        </p:sp>
      </p:grpSp>
      <p:grpSp>
        <p:nvGrpSpPr>
          <p:cNvPr id="820" name="Graphic 5">
            <a:extLst>
              <a:ext uri="{FF2B5EF4-FFF2-40B4-BE49-F238E27FC236}">
                <a16:creationId xmlns:a16="http://schemas.microsoft.com/office/drawing/2014/main" id="{EFE4C4C4-B239-8E4D-B516-EE45D3FFC9F5}"/>
              </a:ext>
            </a:extLst>
          </p:cNvPr>
          <p:cNvGrpSpPr/>
          <p:nvPr/>
        </p:nvGrpSpPr>
        <p:grpSpPr>
          <a:xfrm>
            <a:off x="5708769" y="4793894"/>
            <a:ext cx="362312" cy="361971"/>
            <a:chOff x="5708769" y="4793894"/>
            <a:chExt cx="362312" cy="361971"/>
          </a:xfrm>
          <a:solidFill>
            <a:srgbClr val="007680"/>
          </a:solidFill>
        </p:grpSpPr>
        <p:sp>
          <p:nvSpPr>
            <p:cNvPr id="821" name="Graphic 5">
              <a:extLst>
                <a:ext uri="{FF2B5EF4-FFF2-40B4-BE49-F238E27FC236}">
                  <a16:creationId xmlns:a16="http://schemas.microsoft.com/office/drawing/2014/main" id="{4AC02256-27A4-E14B-8FFB-BB6D567CDB4F}"/>
                </a:ext>
              </a:extLst>
            </p:cNvPr>
            <p:cNvSpPr/>
            <p:nvPr/>
          </p:nvSpPr>
          <p:spPr>
            <a:xfrm>
              <a:off x="5708769" y="4793894"/>
              <a:ext cx="362312" cy="361971"/>
            </a:xfrm>
            <a:custGeom>
              <a:avLst/>
              <a:gdLst>
                <a:gd name="connsiteX0" fmla="*/ 181474 w 362312"/>
                <a:gd name="connsiteY0" fmla="*/ 0 h 361971"/>
                <a:gd name="connsiteX1" fmla="*/ 0 w 362312"/>
                <a:gd name="connsiteY1" fmla="*/ 180667 h 361971"/>
                <a:gd name="connsiteX2" fmla="*/ 180835 w 362312"/>
                <a:gd name="connsiteY2" fmla="*/ 361972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0 h 361971"/>
                <a:gd name="connsiteX7" fmla="*/ 181474 w 362312"/>
                <a:gd name="connsiteY7" fmla="*/ 349204 h 361971"/>
                <a:gd name="connsiteX8" fmla="*/ 12780 w 362312"/>
                <a:gd name="connsiteY8" fmla="*/ 181305 h 361971"/>
                <a:gd name="connsiteX9" fmla="*/ 180835 w 362312"/>
                <a:gd name="connsiteY9" fmla="*/ 12768 h 361971"/>
                <a:gd name="connsiteX10" fmla="*/ 349529 w 362312"/>
                <a:gd name="connsiteY10" fmla="*/ 180667 h 361971"/>
                <a:gd name="connsiteX11" fmla="*/ 349529 w 362312"/>
                <a:gd name="connsiteY11" fmla="*/ 180667 h 361971"/>
                <a:gd name="connsiteX12" fmla="*/ 181474 w 362312"/>
                <a:gd name="connsiteY12" fmla="*/ 349204 h 361971"/>
                <a:gd name="connsiteX13" fmla="*/ 181474 w 362312"/>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2" h="361971">
                  <a:moveTo>
                    <a:pt x="181474" y="0"/>
                  </a:moveTo>
                  <a:cubicBezTo>
                    <a:pt x="81152" y="0"/>
                    <a:pt x="0" y="81077"/>
                    <a:pt x="0" y="180667"/>
                  </a:cubicBezTo>
                  <a:cubicBezTo>
                    <a:pt x="0" y="280257"/>
                    <a:pt x="81152" y="361972"/>
                    <a:pt x="180835" y="361972"/>
                  </a:cubicBezTo>
                  <a:cubicBezTo>
                    <a:pt x="280518" y="361972"/>
                    <a:pt x="362309" y="280895"/>
                    <a:pt x="362309" y="181305"/>
                  </a:cubicBezTo>
                  <a:cubicBezTo>
                    <a:pt x="362309" y="181305"/>
                    <a:pt x="362309" y="181305"/>
                    <a:pt x="362309" y="181305"/>
                  </a:cubicBezTo>
                  <a:cubicBezTo>
                    <a:pt x="362948" y="81077"/>
                    <a:pt x="281796" y="0"/>
                    <a:pt x="181474" y="0"/>
                  </a:cubicBezTo>
                  <a:lnTo>
                    <a:pt x="181474" y="0"/>
                  </a:ln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822" name="Graphic 5">
              <a:extLst>
                <a:ext uri="{FF2B5EF4-FFF2-40B4-BE49-F238E27FC236}">
                  <a16:creationId xmlns:a16="http://schemas.microsoft.com/office/drawing/2014/main" id="{4DE8611F-1001-D240-9C15-A9B9F27525B2}"/>
                </a:ext>
              </a:extLst>
            </p:cNvPr>
            <p:cNvSpPr/>
            <p:nvPr/>
          </p:nvSpPr>
          <p:spPr>
            <a:xfrm>
              <a:off x="5761678" y="4899103"/>
              <a:ext cx="255600" cy="151427"/>
            </a:xfrm>
            <a:custGeom>
              <a:avLst/>
              <a:gdLst>
                <a:gd name="connsiteX0" fmla="*/ 253169 w 255600"/>
                <a:gd name="connsiteY0" fmla="*/ 70351 h 151427"/>
                <a:gd name="connsiteX1" fmla="*/ 218664 w 255600"/>
                <a:gd name="connsiteY1" fmla="*/ 44815 h 151427"/>
                <a:gd name="connsiteX2" fmla="*/ 209718 w 255600"/>
                <a:gd name="connsiteY2" fmla="*/ 46092 h 151427"/>
                <a:gd name="connsiteX3" fmla="*/ 208440 w 255600"/>
                <a:gd name="connsiteY3" fmla="*/ 49922 h 151427"/>
                <a:gd name="connsiteX4" fmla="*/ 208440 w 255600"/>
                <a:gd name="connsiteY4" fmla="*/ 69074 h 151427"/>
                <a:gd name="connsiteX5" fmla="*/ 74890 w 255600"/>
                <a:gd name="connsiteY5" fmla="*/ 69074 h 151427"/>
                <a:gd name="connsiteX6" fmla="*/ 106840 w 255600"/>
                <a:gd name="connsiteY6" fmla="*/ 37155 h 151427"/>
                <a:gd name="connsiteX7" fmla="*/ 127927 w 255600"/>
                <a:gd name="connsiteY7" fmla="*/ 30132 h 151427"/>
                <a:gd name="connsiteX8" fmla="*/ 131122 w 255600"/>
                <a:gd name="connsiteY8" fmla="*/ 30132 h 151427"/>
                <a:gd name="connsiteX9" fmla="*/ 160515 w 255600"/>
                <a:gd name="connsiteY9" fmla="*/ 46730 h 151427"/>
                <a:gd name="connsiteX10" fmla="*/ 177129 w 255600"/>
                <a:gd name="connsiteY10" fmla="*/ 17364 h 151427"/>
                <a:gd name="connsiteX11" fmla="*/ 147735 w 255600"/>
                <a:gd name="connsiteY11" fmla="*/ 766 h 151427"/>
                <a:gd name="connsiteX12" fmla="*/ 131122 w 255600"/>
                <a:gd name="connsiteY12" fmla="*/ 17364 h 151427"/>
                <a:gd name="connsiteX13" fmla="*/ 127927 w 255600"/>
                <a:gd name="connsiteY13" fmla="*/ 17364 h 151427"/>
                <a:gd name="connsiteX14" fmla="*/ 97255 w 255600"/>
                <a:gd name="connsiteY14" fmla="*/ 27579 h 151427"/>
                <a:gd name="connsiteX15" fmla="*/ 55721 w 255600"/>
                <a:gd name="connsiteY15" fmla="*/ 69074 h 151427"/>
                <a:gd name="connsiteX16" fmla="*/ 46774 w 255600"/>
                <a:gd name="connsiteY16" fmla="*/ 69074 h 151427"/>
                <a:gd name="connsiteX17" fmla="*/ 17381 w 255600"/>
                <a:gd name="connsiteY17" fmla="*/ 52476 h 151427"/>
                <a:gd name="connsiteX18" fmla="*/ 767 w 255600"/>
                <a:gd name="connsiteY18" fmla="*/ 81842 h 151427"/>
                <a:gd name="connsiteX19" fmla="*/ 30161 w 255600"/>
                <a:gd name="connsiteY19" fmla="*/ 98441 h 151427"/>
                <a:gd name="connsiteX20" fmla="*/ 46774 w 255600"/>
                <a:gd name="connsiteY20" fmla="*/ 81842 h 151427"/>
                <a:gd name="connsiteX21" fmla="*/ 64666 w 255600"/>
                <a:gd name="connsiteY21" fmla="*/ 81842 h 151427"/>
                <a:gd name="connsiteX22" fmla="*/ 106201 w 255600"/>
                <a:gd name="connsiteY22" fmla="*/ 123338 h 151427"/>
                <a:gd name="connsiteX23" fmla="*/ 136234 w 255600"/>
                <a:gd name="connsiteY23" fmla="*/ 134191 h 151427"/>
                <a:gd name="connsiteX24" fmla="*/ 138790 w 255600"/>
                <a:gd name="connsiteY24" fmla="*/ 134191 h 151427"/>
                <a:gd name="connsiteX25" fmla="*/ 138790 w 255600"/>
                <a:gd name="connsiteY25" fmla="*/ 145044 h 151427"/>
                <a:gd name="connsiteX26" fmla="*/ 145180 w 255600"/>
                <a:gd name="connsiteY26" fmla="*/ 151428 h 151427"/>
                <a:gd name="connsiteX27" fmla="*/ 179685 w 255600"/>
                <a:gd name="connsiteY27" fmla="*/ 151428 h 151427"/>
                <a:gd name="connsiteX28" fmla="*/ 186075 w 255600"/>
                <a:gd name="connsiteY28" fmla="*/ 145044 h 151427"/>
                <a:gd name="connsiteX29" fmla="*/ 186075 w 255600"/>
                <a:gd name="connsiteY29" fmla="*/ 109932 h 151427"/>
                <a:gd name="connsiteX30" fmla="*/ 179685 w 255600"/>
                <a:gd name="connsiteY30" fmla="*/ 103548 h 151427"/>
                <a:gd name="connsiteX31" fmla="*/ 145180 w 255600"/>
                <a:gd name="connsiteY31" fmla="*/ 103548 h 151427"/>
                <a:gd name="connsiteX32" fmla="*/ 138790 w 255600"/>
                <a:gd name="connsiteY32" fmla="*/ 109932 h 151427"/>
                <a:gd name="connsiteX33" fmla="*/ 138790 w 255600"/>
                <a:gd name="connsiteY33" fmla="*/ 120785 h 151427"/>
                <a:gd name="connsiteX34" fmla="*/ 136234 w 255600"/>
                <a:gd name="connsiteY34" fmla="*/ 120785 h 151427"/>
                <a:gd name="connsiteX35" fmla="*/ 115147 w 255600"/>
                <a:gd name="connsiteY35" fmla="*/ 114401 h 151427"/>
                <a:gd name="connsiteX36" fmla="*/ 83197 w 255600"/>
                <a:gd name="connsiteY36" fmla="*/ 82481 h 151427"/>
                <a:gd name="connsiteX37" fmla="*/ 207801 w 255600"/>
                <a:gd name="connsiteY37" fmla="*/ 82481 h 151427"/>
                <a:gd name="connsiteX38" fmla="*/ 207801 w 255600"/>
                <a:gd name="connsiteY38" fmla="*/ 101633 h 151427"/>
                <a:gd name="connsiteX39" fmla="*/ 214191 w 255600"/>
                <a:gd name="connsiteY39" fmla="*/ 108017 h 151427"/>
                <a:gd name="connsiteX40" fmla="*/ 218025 w 255600"/>
                <a:gd name="connsiteY40" fmla="*/ 106740 h 151427"/>
                <a:gd name="connsiteX41" fmla="*/ 252530 w 255600"/>
                <a:gd name="connsiteY41" fmla="*/ 81204 h 151427"/>
                <a:gd name="connsiteX42" fmla="*/ 255086 w 255600"/>
                <a:gd name="connsiteY42" fmla="*/ 76097 h 151427"/>
                <a:gd name="connsiteX43" fmla="*/ 253169 w 255600"/>
                <a:gd name="connsiteY43" fmla="*/ 70351 h 151427"/>
                <a:gd name="connsiteX44" fmla="*/ 154765 w 255600"/>
                <a:gd name="connsiteY44" fmla="*/ 12895 h 151427"/>
                <a:gd name="connsiteX45" fmla="*/ 165627 w 255600"/>
                <a:gd name="connsiteY45" fmla="*/ 23748 h 151427"/>
                <a:gd name="connsiteX46" fmla="*/ 154765 w 255600"/>
                <a:gd name="connsiteY46" fmla="*/ 34601 h 151427"/>
                <a:gd name="connsiteX47" fmla="*/ 143902 w 255600"/>
                <a:gd name="connsiteY47" fmla="*/ 23748 h 151427"/>
                <a:gd name="connsiteX48" fmla="*/ 143902 w 255600"/>
                <a:gd name="connsiteY48" fmla="*/ 23748 h 151427"/>
                <a:gd name="connsiteX49" fmla="*/ 154765 w 255600"/>
                <a:gd name="connsiteY49" fmla="*/ 12895 h 151427"/>
                <a:gd name="connsiteX50" fmla="*/ 154765 w 255600"/>
                <a:gd name="connsiteY50" fmla="*/ 12895 h 151427"/>
                <a:gd name="connsiteX51" fmla="*/ 152208 w 255600"/>
                <a:gd name="connsiteY51" fmla="*/ 116316 h 151427"/>
                <a:gd name="connsiteX52" fmla="*/ 173934 w 255600"/>
                <a:gd name="connsiteY52" fmla="*/ 116316 h 151427"/>
                <a:gd name="connsiteX53" fmla="*/ 173934 w 255600"/>
                <a:gd name="connsiteY53" fmla="*/ 138022 h 151427"/>
                <a:gd name="connsiteX54" fmla="*/ 152208 w 255600"/>
                <a:gd name="connsiteY54" fmla="*/ 138022 h 151427"/>
                <a:gd name="connsiteX55" fmla="*/ 152208 w 255600"/>
                <a:gd name="connsiteY55" fmla="*/ 116316 h 151427"/>
                <a:gd name="connsiteX56" fmla="*/ 25048 w 255600"/>
                <a:gd name="connsiteY56" fmla="*/ 86311 h 151427"/>
                <a:gd name="connsiteX57" fmla="*/ 14186 w 255600"/>
                <a:gd name="connsiteY57" fmla="*/ 75458 h 151427"/>
                <a:gd name="connsiteX58" fmla="*/ 25048 w 255600"/>
                <a:gd name="connsiteY58" fmla="*/ 64606 h 151427"/>
                <a:gd name="connsiteX59" fmla="*/ 35911 w 255600"/>
                <a:gd name="connsiteY59" fmla="*/ 75458 h 151427"/>
                <a:gd name="connsiteX60" fmla="*/ 25048 w 255600"/>
                <a:gd name="connsiteY60" fmla="*/ 86311 h 151427"/>
                <a:gd name="connsiteX61" fmla="*/ 25048 w 255600"/>
                <a:gd name="connsiteY61" fmla="*/ 86311 h 151427"/>
                <a:gd name="connsiteX62" fmla="*/ 25048 w 255600"/>
                <a:gd name="connsiteY62" fmla="*/ 86311 h 151427"/>
                <a:gd name="connsiteX63" fmla="*/ 221220 w 255600"/>
                <a:gd name="connsiteY63" fmla="*/ 88226 h 151427"/>
                <a:gd name="connsiteX64" fmla="*/ 221220 w 255600"/>
                <a:gd name="connsiteY64" fmla="*/ 62052 h 151427"/>
                <a:gd name="connsiteX65" fmla="*/ 238473 w 255600"/>
                <a:gd name="connsiteY65" fmla="*/ 74820 h 151427"/>
                <a:gd name="connsiteX66" fmla="*/ 221220 w 255600"/>
                <a:gd name="connsiteY66" fmla="*/ 88226 h 151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55600" h="151427">
                  <a:moveTo>
                    <a:pt x="253169" y="70351"/>
                  </a:moveTo>
                  <a:lnTo>
                    <a:pt x="218664" y="44815"/>
                  </a:lnTo>
                  <a:cubicBezTo>
                    <a:pt x="216108" y="42900"/>
                    <a:pt x="211635" y="43538"/>
                    <a:pt x="209718" y="46092"/>
                  </a:cubicBezTo>
                  <a:cubicBezTo>
                    <a:pt x="209079" y="47369"/>
                    <a:pt x="208440" y="48646"/>
                    <a:pt x="208440" y="49922"/>
                  </a:cubicBezTo>
                  <a:lnTo>
                    <a:pt x="208440" y="69074"/>
                  </a:lnTo>
                  <a:lnTo>
                    <a:pt x="74890" y="69074"/>
                  </a:lnTo>
                  <a:lnTo>
                    <a:pt x="106840" y="37155"/>
                  </a:lnTo>
                  <a:cubicBezTo>
                    <a:pt x="112591" y="32686"/>
                    <a:pt x="120259" y="30132"/>
                    <a:pt x="127927" y="30132"/>
                  </a:cubicBezTo>
                  <a:lnTo>
                    <a:pt x="131122" y="30132"/>
                  </a:lnTo>
                  <a:cubicBezTo>
                    <a:pt x="134955" y="42900"/>
                    <a:pt x="147735" y="49922"/>
                    <a:pt x="160515" y="46730"/>
                  </a:cubicBezTo>
                  <a:cubicBezTo>
                    <a:pt x="173295" y="42900"/>
                    <a:pt x="180324" y="30132"/>
                    <a:pt x="177129" y="17364"/>
                  </a:cubicBezTo>
                  <a:cubicBezTo>
                    <a:pt x="173295" y="4596"/>
                    <a:pt x="160515" y="-2426"/>
                    <a:pt x="147735" y="766"/>
                  </a:cubicBezTo>
                  <a:cubicBezTo>
                    <a:pt x="140067" y="2681"/>
                    <a:pt x="133677" y="9065"/>
                    <a:pt x="131122" y="17364"/>
                  </a:cubicBezTo>
                  <a:lnTo>
                    <a:pt x="127927" y="17364"/>
                  </a:lnTo>
                  <a:cubicBezTo>
                    <a:pt x="127287" y="17364"/>
                    <a:pt x="108118" y="16726"/>
                    <a:pt x="97255" y="27579"/>
                  </a:cubicBezTo>
                  <a:lnTo>
                    <a:pt x="55721" y="69074"/>
                  </a:lnTo>
                  <a:lnTo>
                    <a:pt x="46774" y="69074"/>
                  </a:lnTo>
                  <a:cubicBezTo>
                    <a:pt x="42941" y="56306"/>
                    <a:pt x="30161" y="49284"/>
                    <a:pt x="17381" y="52476"/>
                  </a:cubicBezTo>
                  <a:cubicBezTo>
                    <a:pt x="4601" y="56306"/>
                    <a:pt x="-2428" y="69074"/>
                    <a:pt x="767" y="81842"/>
                  </a:cubicBezTo>
                  <a:cubicBezTo>
                    <a:pt x="4601" y="94610"/>
                    <a:pt x="17381" y="101633"/>
                    <a:pt x="30161" y="98441"/>
                  </a:cubicBezTo>
                  <a:cubicBezTo>
                    <a:pt x="37828" y="96526"/>
                    <a:pt x="44218" y="90142"/>
                    <a:pt x="46774" y="81842"/>
                  </a:cubicBezTo>
                  <a:lnTo>
                    <a:pt x="64666" y="81842"/>
                  </a:lnTo>
                  <a:lnTo>
                    <a:pt x="106201" y="123338"/>
                  </a:lnTo>
                  <a:cubicBezTo>
                    <a:pt x="114508" y="130361"/>
                    <a:pt x="125371" y="134191"/>
                    <a:pt x="136234" y="134191"/>
                  </a:cubicBezTo>
                  <a:lnTo>
                    <a:pt x="138790" y="134191"/>
                  </a:lnTo>
                  <a:lnTo>
                    <a:pt x="138790" y="145044"/>
                  </a:lnTo>
                  <a:cubicBezTo>
                    <a:pt x="138790" y="148874"/>
                    <a:pt x="141345" y="151428"/>
                    <a:pt x="145180" y="151428"/>
                  </a:cubicBezTo>
                  <a:lnTo>
                    <a:pt x="179685" y="151428"/>
                  </a:lnTo>
                  <a:cubicBezTo>
                    <a:pt x="183519" y="151428"/>
                    <a:pt x="186075" y="148874"/>
                    <a:pt x="186075" y="145044"/>
                  </a:cubicBezTo>
                  <a:lnTo>
                    <a:pt x="186075" y="109932"/>
                  </a:lnTo>
                  <a:cubicBezTo>
                    <a:pt x="186075" y="106102"/>
                    <a:pt x="183519" y="103548"/>
                    <a:pt x="179685" y="103548"/>
                  </a:cubicBezTo>
                  <a:lnTo>
                    <a:pt x="145180" y="103548"/>
                  </a:lnTo>
                  <a:cubicBezTo>
                    <a:pt x="141345" y="103548"/>
                    <a:pt x="138790" y="106102"/>
                    <a:pt x="138790" y="109932"/>
                  </a:cubicBezTo>
                  <a:lnTo>
                    <a:pt x="138790" y="120785"/>
                  </a:lnTo>
                  <a:lnTo>
                    <a:pt x="136234" y="120785"/>
                  </a:lnTo>
                  <a:cubicBezTo>
                    <a:pt x="128566" y="121423"/>
                    <a:pt x="120898" y="118870"/>
                    <a:pt x="115147" y="114401"/>
                  </a:cubicBezTo>
                  <a:lnTo>
                    <a:pt x="83197" y="82481"/>
                  </a:lnTo>
                  <a:lnTo>
                    <a:pt x="207801" y="82481"/>
                  </a:lnTo>
                  <a:lnTo>
                    <a:pt x="207801" y="101633"/>
                  </a:lnTo>
                  <a:cubicBezTo>
                    <a:pt x="207801" y="105463"/>
                    <a:pt x="210357" y="108017"/>
                    <a:pt x="214191" y="108017"/>
                  </a:cubicBezTo>
                  <a:cubicBezTo>
                    <a:pt x="215469" y="108017"/>
                    <a:pt x="216747" y="107378"/>
                    <a:pt x="218025" y="106740"/>
                  </a:cubicBezTo>
                  <a:lnTo>
                    <a:pt x="252530" y="81204"/>
                  </a:lnTo>
                  <a:cubicBezTo>
                    <a:pt x="254447" y="79927"/>
                    <a:pt x="255086" y="78012"/>
                    <a:pt x="255086" y="76097"/>
                  </a:cubicBezTo>
                  <a:cubicBezTo>
                    <a:pt x="256364" y="73543"/>
                    <a:pt x="255086" y="71628"/>
                    <a:pt x="253169" y="70351"/>
                  </a:cubicBezTo>
                  <a:close/>
                  <a:moveTo>
                    <a:pt x="154765" y="12895"/>
                  </a:moveTo>
                  <a:cubicBezTo>
                    <a:pt x="160515" y="12895"/>
                    <a:pt x="165627" y="18003"/>
                    <a:pt x="165627" y="23748"/>
                  </a:cubicBezTo>
                  <a:cubicBezTo>
                    <a:pt x="165627" y="29494"/>
                    <a:pt x="160515" y="34601"/>
                    <a:pt x="154765" y="34601"/>
                  </a:cubicBezTo>
                  <a:cubicBezTo>
                    <a:pt x="149013" y="34601"/>
                    <a:pt x="143902" y="29494"/>
                    <a:pt x="143902" y="23748"/>
                  </a:cubicBezTo>
                  <a:cubicBezTo>
                    <a:pt x="143902" y="23748"/>
                    <a:pt x="143902" y="23748"/>
                    <a:pt x="143902" y="23748"/>
                  </a:cubicBezTo>
                  <a:cubicBezTo>
                    <a:pt x="143902" y="18003"/>
                    <a:pt x="148375" y="12895"/>
                    <a:pt x="154765" y="12895"/>
                  </a:cubicBezTo>
                  <a:lnTo>
                    <a:pt x="154765" y="12895"/>
                  </a:lnTo>
                  <a:close/>
                  <a:moveTo>
                    <a:pt x="152208" y="116316"/>
                  </a:moveTo>
                  <a:lnTo>
                    <a:pt x="173934" y="116316"/>
                  </a:lnTo>
                  <a:lnTo>
                    <a:pt x="173934" y="138022"/>
                  </a:lnTo>
                  <a:lnTo>
                    <a:pt x="152208" y="138022"/>
                  </a:lnTo>
                  <a:lnTo>
                    <a:pt x="152208" y="116316"/>
                  </a:lnTo>
                  <a:close/>
                  <a:moveTo>
                    <a:pt x="25048" y="86311"/>
                  </a:moveTo>
                  <a:cubicBezTo>
                    <a:pt x="19298" y="86311"/>
                    <a:pt x="14186" y="81204"/>
                    <a:pt x="14186" y="75458"/>
                  </a:cubicBezTo>
                  <a:cubicBezTo>
                    <a:pt x="14186" y="69713"/>
                    <a:pt x="19298" y="64606"/>
                    <a:pt x="25048" y="64606"/>
                  </a:cubicBezTo>
                  <a:cubicBezTo>
                    <a:pt x="30800" y="64606"/>
                    <a:pt x="35911" y="69713"/>
                    <a:pt x="35911" y="75458"/>
                  </a:cubicBezTo>
                  <a:cubicBezTo>
                    <a:pt x="36551" y="81204"/>
                    <a:pt x="31438" y="86311"/>
                    <a:pt x="25048" y="86311"/>
                  </a:cubicBezTo>
                  <a:cubicBezTo>
                    <a:pt x="25688" y="86311"/>
                    <a:pt x="25688" y="86311"/>
                    <a:pt x="25048" y="86311"/>
                  </a:cubicBezTo>
                  <a:lnTo>
                    <a:pt x="25048" y="86311"/>
                  </a:lnTo>
                  <a:close/>
                  <a:moveTo>
                    <a:pt x="221220" y="88226"/>
                  </a:moveTo>
                  <a:lnTo>
                    <a:pt x="221220" y="62052"/>
                  </a:lnTo>
                  <a:lnTo>
                    <a:pt x="238473" y="74820"/>
                  </a:lnTo>
                  <a:lnTo>
                    <a:pt x="221220" y="88226"/>
                  </a:lnTo>
                  <a:close/>
                </a:path>
              </a:pathLst>
            </a:custGeom>
            <a:solidFill>
              <a:srgbClr val="007680"/>
            </a:solidFill>
            <a:ln w="6390" cap="flat">
              <a:noFill/>
              <a:prstDash val="solid"/>
              <a:miter/>
            </a:ln>
          </p:spPr>
          <p:txBody>
            <a:bodyPr rtlCol="0" anchor="ctr"/>
            <a:lstStyle/>
            <a:p>
              <a:endParaRPr lang="en-US"/>
            </a:p>
          </p:txBody>
        </p:sp>
      </p:grpSp>
      <p:grpSp>
        <p:nvGrpSpPr>
          <p:cNvPr id="823" name="Graphic 5">
            <a:extLst>
              <a:ext uri="{FF2B5EF4-FFF2-40B4-BE49-F238E27FC236}">
                <a16:creationId xmlns:a16="http://schemas.microsoft.com/office/drawing/2014/main" id="{21C6B898-3591-F74E-8D3F-238AD53C741C}"/>
              </a:ext>
            </a:extLst>
          </p:cNvPr>
          <p:cNvGrpSpPr/>
          <p:nvPr/>
        </p:nvGrpSpPr>
        <p:grpSpPr>
          <a:xfrm>
            <a:off x="9887788" y="4309350"/>
            <a:ext cx="361674" cy="361971"/>
            <a:chOff x="9887788" y="4309350"/>
            <a:chExt cx="361674" cy="361971"/>
          </a:xfrm>
          <a:solidFill>
            <a:srgbClr val="007680"/>
          </a:solidFill>
        </p:grpSpPr>
        <p:sp>
          <p:nvSpPr>
            <p:cNvPr id="824" name="Graphic 5">
              <a:extLst>
                <a:ext uri="{FF2B5EF4-FFF2-40B4-BE49-F238E27FC236}">
                  <a16:creationId xmlns:a16="http://schemas.microsoft.com/office/drawing/2014/main" id="{1442F56E-A648-CF42-BC18-470A68DBF5E4}"/>
                </a:ext>
              </a:extLst>
            </p:cNvPr>
            <p:cNvSpPr/>
            <p:nvPr/>
          </p:nvSpPr>
          <p:spPr>
            <a:xfrm>
              <a:off x="9887788" y="4309350"/>
              <a:ext cx="361674" cy="361971"/>
            </a:xfrm>
            <a:custGeom>
              <a:avLst/>
              <a:gdLst>
                <a:gd name="connsiteX0" fmla="*/ 180835 w 361674"/>
                <a:gd name="connsiteY0" fmla="*/ 0 h 361971"/>
                <a:gd name="connsiteX1" fmla="*/ 0 w 361674"/>
                <a:gd name="connsiteY1" fmla="*/ 180667 h 361971"/>
                <a:gd name="connsiteX2" fmla="*/ 180835 w 361674"/>
                <a:gd name="connsiteY2" fmla="*/ 361971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 name="connsiteX13" fmla="*/ 180835 w 361674"/>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4" h="361971">
                  <a:moveTo>
                    <a:pt x="180835" y="0"/>
                  </a:moveTo>
                  <a:cubicBezTo>
                    <a:pt x="80513" y="0"/>
                    <a:pt x="0" y="81076"/>
                    <a:pt x="0" y="180667"/>
                  </a:cubicBezTo>
                  <a:cubicBezTo>
                    <a:pt x="0" y="280895"/>
                    <a:pt x="81152" y="361971"/>
                    <a:pt x="180835" y="361971"/>
                  </a:cubicBezTo>
                  <a:cubicBezTo>
                    <a:pt x="281157" y="361971"/>
                    <a:pt x="361670" y="280895"/>
                    <a:pt x="361670" y="181305"/>
                  </a:cubicBezTo>
                  <a:lnTo>
                    <a:pt x="361670" y="181305"/>
                  </a:lnTo>
                  <a:cubicBezTo>
                    <a:pt x="362309" y="81076"/>
                    <a:pt x="281157" y="0"/>
                    <a:pt x="180835" y="0"/>
                  </a:cubicBezTo>
                  <a:cubicBezTo>
                    <a:pt x="180835" y="0"/>
                    <a:pt x="180835" y="0"/>
                    <a:pt x="180835" y="0"/>
                  </a:cubicBezTo>
                  <a:close/>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lnTo>
                    <a:pt x="348890" y="180667"/>
                  </a:lnTo>
                  <a:cubicBezTo>
                    <a:pt x="349529" y="273873"/>
                    <a:pt x="274128" y="349204"/>
                    <a:pt x="180835" y="349204"/>
                  </a:cubicBezTo>
                  <a:lnTo>
                    <a:pt x="180835" y="349204"/>
                  </a:lnTo>
                  <a:close/>
                </a:path>
              </a:pathLst>
            </a:custGeom>
            <a:solidFill>
              <a:srgbClr val="007680"/>
            </a:solidFill>
            <a:ln w="6390" cap="flat">
              <a:noFill/>
              <a:prstDash val="solid"/>
              <a:miter/>
            </a:ln>
          </p:spPr>
          <p:txBody>
            <a:bodyPr rtlCol="0" anchor="ctr"/>
            <a:lstStyle/>
            <a:p>
              <a:endParaRPr lang="en-US"/>
            </a:p>
          </p:txBody>
        </p:sp>
        <p:sp>
          <p:nvSpPr>
            <p:cNvPr id="825" name="Graphic 5">
              <a:extLst>
                <a:ext uri="{FF2B5EF4-FFF2-40B4-BE49-F238E27FC236}">
                  <a16:creationId xmlns:a16="http://schemas.microsoft.com/office/drawing/2014/main" id="{E50301B0-6BFC-6E4B-8F1B-2ABD643B379C}"/>
                </a:ext>
              </a:extLst>
            </p:cNvPr>
            <p:cNvSpPr/>
            <p:nvPr/>
          </p:nvSpPr>
          <p:spPr>
            <a:xfrm>
              <a:off x="10089634" y="4425538"/>
              <a:ext cx="107227" cy="130871"/>
            </a:xfrm>
            <a:custGeom>
              <a:avLst/>
              <a:gdLst>
                <a:gd name="connsiteX0" fmla="*/ 104232 w 107227"/>
                <a:gd name="connsiteY0" fmla="*/ 118742 h 130871"/>
                <a:gd name="connsiteX1" fmla="*/ 83145 w 107227"/>
                <a:gd name="connsiteY1" fmla="*/ 112997 h 130871"/>
                <a:gd name="connsiteX2" fmla="*/ 70365 w 107227"/>
                <a:gd name="connsiteY2" fmla="*/ 109805 h 130871"/>
                <a:gd name="connsiteX3" fmla="*/ 65253 w 107227"/>
                <a:gd name="connsiteY3" fmla="*/ 92568 h 130871"/>
                <a:gd name="connsiteX4" fmla="*/ 79311 w 107227"/>
                <a:gd name="connsiteY4" fmla="*/ 60010 h 130871"/>
                <a:gd name="connsiteX5" fmla="*/ 73560 w 107227"/>
                <a:gd name="connsiteY5" fmla="*/ 14683 h 130871"/>
                <a:gd name="connsiteX6" fmla="*/ 40972 w 107227"/>
                <a:gd name="connsiteY6" fmla="*/ 0 h 130871"/>
                <a:gd name="connsiteX7" fmla="*/ 8383 w 107227"/>
                <a:gd name="connsiteY7" fmla="*/ 14683 h 130871"/>
                <a:gd name="connsiteX8" fmla="*/ 2632 w 107227"/>
                <a:gd name="connsiteY8" fmla="*/ 60010 h 130871"/>
                <a:gd name="connsiteX9" fmla="*/ 16690 w 107227"/>
                <a:gd name="connsiteY9" fmla="*/ 92568 h 130871"/>
                <a:gd name="connsiteX10" fmla="*/ 11578 w 107227"/>
                <a:gd name="connsiteY10" fmla="*/ 109805 h 130871"/>
                <a:gd name="connsiteX11" fmla="*/ 10300 w 107227"/>
                <a:gd name="connsiteY11" fmla="*/ 118742 h 130871"/>
                <a:gd name="connsiteX12" fmla="*/ 19246 w 107227"/>
                <a:gd name="connsiteY12" fmla="*/ 120019 h 130871"/>
                <a:gd name="connsiteX13" fmla="*/ 27553 w 107227"/>
                <a:gd name="connsiteY13" fmla="*/ 84907 h 130871"/>
                <a:gd name="connsiteX14" fmla="*/ 15412 w 107227"/>
                <a:gd name="connsiteY14" fmla="*/ 56818 h 130871"/>
                <a:gd name="connsiteX15" fmla="*/ 18607 w 107227"/>
                <a:gd name="connsiteY15" fmla="*/ 22344 h 130871"/>
                <a:gd name="connsiteX16" fmla="*/ 41610 w 107227"/>
                <a:gd name="connsiteY16" fmla="*/ 12768 h 130871"/>
                <a:gd name="connsiteX17" fmla="*/ 63975 w 107227"/>
                <a:gd name="connsiteY17" fmla="*/ 22344 h 130871"/>
                <a:gd name="connsiteX18" fmla="*/ 67170 w 107227"/>
                <a:gd name="connsiteY18" fmla="*/ 56818 h 130871"/>
                <a:gd name="connsiteX19" fmla="*/ 55029 w 107227"/>
                <a:gd name="connsiteY19" fmla="*/ 84907 h 130871"/>
                <a:gd name="connsiteX20" fmla="*/ 63975 w 107227"/>
                <a:gd name="connsiteY20" fmla="*/ 120019 h 130871"/>
                <a:gd name="connsiteX21" fmla="*/ 81867 w 107227"/>
                <a:gd name="connsiteY21" fmla="*/ 125126 h 130871"/>
                <a:gd name="connsiteX22" fmla="*/ 97842 w 107227"/>
                <a:gd name="connsiteY22" fmla="*/ 129595 h 130871"/>
                <a:gd name="connsiteX23" fmla="*/ 101037 w 107227"/>
                <a:gd name="connsiteY23" fmla="*/ 130872 h 130871"/>
                <a:gd name="connsiteX24" fmla="*/ 106149 w 107227"/>
                <a:gd name="connsiteY24" fmla="*/ 127680 h 130871"/>
                <a:gd name="connsiteX25" fmla="*/ 104232 w 107227"/>
                <a:gd name="connsiteY25" fmla="*/ 118742 h 130871"/>
                <a:gd name="connsiteX26" fmla="*/ 104232 w 107227"/>
                <a:gd name="connsiteY26" fmla="*/ 118742 h 13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7227" h="130871">
                  <a:moveTo>
                    <a:pt x="104232" y="118742"/>
                  </a:moveTo>
                  <a:cubicBezTo>
                    <a:pt x="97842" y="115550"/>
                    <a:pt x="90174" y="112997"/>
                    <a:pt x="83145" y="112997"/>
                  </a:cubicBezTo>
                  <a:cubicBezTo>
                    <a:pt x="78672" y="112358"/>
                    <a:pt x="74199" y="111720"/>
                    <a:pt x="70365" y="109805"/>
                  </a:cubicBezTo>
                  <a:cubicBezTo>
                    <a:pt x="65893" y="105336"/>
                    <a:pt x="63336" y="98952"/>
                    <a:pt x="65253" y="92568"/>
                  </a:cubicBezTo>
                  <a:cubicBezTo>
                    <a:pt x="71643" y="82354"/>
                    <a:pt x="76755" y="71501"/>
                    <a:pt x="79311" y="60010"/>
                  </a:cubicBezTo>
                  <a:cubicBezTo>
                    <a:pt x="83784" y="40858"/>
                    <a:pt x="81867" y="24898"/>
                    <a:pt x="73560" y="14683"/>
                  </a:cubicBezTo>
                  <a:cubicBezTo>
                    <a:pt x="65253" y="5107"/>
                    <a:pt x="53113" y="0"/>
                    <a:pt x="40972" y="0"/>
                  </a:cubicBezTo>
                  <a:cubicBezTo>
                    <a:pt x="28192" y="0"/>
                    <a:pt x="16690" y="5107"/>
                    <a:pt x="8383" y="14683"/>
                  </a:cubicBezTo>
                  <a:cubicBezTo>
                    <a:pt x="76" y="25536"/>
                    <a:pt x="-2480" y="40858"/>
                    <a:pt x="2632" y="60010"/>
                  </a:cubicBezTo>
                  <a:cubicBezTo>
                    <a:pt x="5188" y="71501"/>
                    <a:pt x="10300" y="82354"/>
                    <a:pt x="16690" y="92568"/>
                  </a:cubicBezTo>
                  <a:cubicBezTo>
                    <a:pt x="17968" y="98952"/>
                    <a:pt x="16051" y="105336"/>
                    <a:pt x="11578" y="109805"/>
                  </a:cubicBezTo>
                  <a:cubicBezTo>
                    <a:pt x="9022" y="111720"/>
                    <a:pt x="8383" y="116189"/>
                    <a:pt x="10300" y="118742"/>
                  </a:cubicBezTo>
                  <a:cubicBezTo>
                    <a:pt x="12217" y="121296"/>
                    <a:pt x="16690" y="121934"/>
                    <a:pt x="19246" y="120019"/>
                  </a:cubicBezTo>
                  <a:cubicBezTo>
                    <a:pt x="30748" y="111081"/>
                    <a:pt x="32664" y="92568"/>
                    <a:pt x="27553" y="84907"/>
                  </a:cubicBezTo>
                  <a:cubicBezTo>
                    <a:pt x="21802" y="75970"/>
                    <a:pt x="17968" y="67032"/>
                    <a:pt x="15412" y="56818"/>
                  </a:cubicBezTo>
                  <a:cubicBezTo>
                    <a:pt x="11578" y="41496"/>
                    <a:pt x="12856" y="30005"/>
                    <a:pt x="18607" y="22344"/>
                  </a:cubicBezTo>
                  <a:cubicBezTo>
                    <a:pt x="24358" y="15960"/>
                    <a:pt x="32664" y="12768"/>
                    <a:pt x="41610" y="12768"/>
                  </a:cubicBezTo>
                  <a:cubicBezTo>
                    <a:pt x="49918" y="12768"/>
                    <a:pt x="58224" y="16599"/>
                    <a:pt x="63975" y="22344"/>
                  </a:cubicBezTo>
                  <a:cubicBezTo>
                    <a:pt x="69726" y="30005"/>
                    <a:pt x="71004" y="41496"/>
                    <a:pt x="67170" y="56818"/>
                  </a:cubicBezTo>
                  <a:cubicBezTo>
                    <a:pt x="64614" y="67032"/>
                    <a:pt x="60780" y="76608"/>
                    <a:pt x="55029" y="84907"/>
                  </a:cubicBezTo>
                  <a:cubicBezTo>
                    <a:pt x="49918" y="91930"/>
                    <a:pt x="51195" y="111081"/>
                    <a:pt x="63975" y="120019"/>
                  </a:cubicBezTo>
                  <a:cubicBezTo>
                    <a:pt x="69726" y="122573"/>
                    <a:pt x="76116" y="124488"/>
                    <a:pt x="81867" y="125126"/>
                  </a:cubicBezTo>
                  <a:cubicBezTo>
                    <a:pt x="87618" y="125765"/>
                    <a:pt x="92730" y="127041"/>
                    <a:pt x="97842" y="129595"/>
                  </a:cubicBezTo>
                  <a:cubicBezTo>
                    <a:pt x="99120" y="130233"/>
                    <a:pt x="99759" y="130872"/>
                    <a:pt x="101037" y="130872"/>
                  </a:cubicBezTo>
                  <a:cubicBezTo>
                    <a:pt x="102954" y="130872"/>
                    <a:pt x="105510" y="129595"/>
                    <a:pt x="106149" y="127680"/>
                  </a:cubicBezTo>
                  <a:cubicBezTo>
                    <a:pt x="108066" y="124488"/>
                    <a:pt x="107427" y="120657"/>
                    <a:pt x="104232" y="118742"/>
                  </a:cubicBezTo>
                  <a:cubicBezTo>
                    <a:pt x="104232" y="118742"/>
                    <a:pt x="104232" y="118742"/>
                    <a:pt x="104232" y="118742"/>
                  </a:cubicBezTo>
                  <a:close/>
                </a:path>
              </a:pathLst>
            </a:custGeom>
            <a:solidFill>
              <a:srgbClr val="007680"/>
            </a:solidFill>
            <a:ln w="6390" cap="flat">
              <a:noFill/>
              <a:prstDash val="solid"/>
              <a:miter/>
            </a:ln>
          </p:spPr>
          <p:txBody>
            <a:bodyPr rtlCol="0" anchor="ctr"/>
            <a:lstStyle/>
            <a:p>
              <a:endParaRPr lang="en-US"/>
            </a:p>
          </p:txBody>
        </p:sp>
        <p:sp>
          <p:nvSpPr>
            <p:cNvPr id="826" name="Graphic 5">
              <a:extLst>
                <a:ext uri="{FF2B5EF4-FFF2-40B4-BE49-F238E27FC236}">
                  <a16:creationId xmlns:a16="http://schemas.microsoft.com/office/drawing/2014/main" id="{55DE9EBF-0C27-9546-8AF2-3923FB4B66F1}"/>
                </a:ext>
              </a:extLst>
            </p:cNvPr>
            <p:cNvSpPr/>
            <p:nvPr/>
          </p:nvSpPr>
          <p:spPr>
            <a:xfrm>
              <a:off x="9941063" y="4407663"/>
              <a:ext cx="169733" cy="164468"/>
            </a:xfrm>
            <a:custGeom>
              <a:avLst/>
              <a:gdLst>
                <a:gd name="connsiteX0" fmla="*/ 165260 w 169733"/>
                <a:gd name="connsiteY0" fmla="*/ 152577 h 164468"/>
                <a:gd name="connsiteX1" fmla="*/ 135867 w 169733"/>
                <a:gd name="connsiteY1" fmla="*/ 146193 h 164468"/>
                <a:gd name="connsiteX2" fmla="*/ 122448 w 169733"/>
                <a:gd name="connsiteY2" fmla="*/ 143640 h 164468"/>
                <a:gd name="connsiteX3" fmla="*/ 112224 w 169733"/>
                <a:gd name="connsiteY3" fmla="*/ 116189 h 164468"/>
                <a:gd name="connsiteX4" fmla="*/ 130116 w 169733"/>
                <a:gd name="connsiteY4" fmla="*/ 74693 h 164468"/>
                <a:gd name="connsiteX5" fmla="*/ 123087 w 169733"/>
                <a:gd name="connsiteY5" fmla="*/ 17237 h 164468"/>
                <a:gd name="connsiteX6" fmla="*/ 84747 w 169733"/>
                <a:gd name="connsiteY6" fmla="*/ 0 h 164468"/>
                <a:gd name="connsiteX7" fmla="*/ 46408 w 169733"/>
                <a:gd name="connsiteY7" fmla="*/ 17237 h 164468"/>
                <a:gd name="connsiteX8" fmla="*/ 39379 w 169733"/>
                <a:gd name="connsiteY8" fmla="*/ 74693 h 164468"/>
                <a:gd name="connsiteX9" fmla="*/ 57270 w 169733"/>
                <a:gd name="connsiteY9" fmla="*/ 115550 h 164468"/>
                <a:gd name="connsiteX10" fmla="*/ 47047 w 169733"/>
                <a:gd name="connsiteY10" fmla="*/ 143001 h 164468"/>
                <a:gd name="connsiteX11" fmla="*/ 33628 w 169733"/>
                <a:gd name="connsiteY11" fmla="*/ 145555 h 164468"/>
                <a:gd name="connsiteX12" fmla="*/ 4234 w 169733"/>
                <a:gd name="connsiteY12" fmla="*/ 151939 h 164468"/>
                <a:gd name="connsiteX13" fmla="*/ 401 w 169733"/>
                <a:gd name="connsiteY13" fmla="*/ 160238 h 164468"/>
                <a:gd name="connsiteX14" fmla="*/ 8707 w 169733"/>
                <a:gd name="connsiteY14" fmla="*/ 164068 h 164468"/>
                <a:gd name="connsiteX15" fmla="*/ 9346 w 169733"/>
                <a:gd name="connsiteY15" fmla="*/ 163430 h 164468"/>
                <a:gd name="connsiteX16" fmla="*/ 34267 w 169733"/>
                <a:gd name="connsiteY16" fmla="*/ 158323 h 164468"/>
                <a:gd name="connsiteX17" fmla="*/ 53437 w 169733"/>
                <a:gd name="connsiteY17" fmla="*/ 154492 h 164468"/>
                <a:gd name="connsiteX18" fmla="*/ 69411 w 169733"/>
                <a:gd name="connsiteY18" fmla="*/ 128957 h 164468"/>
                <a:gd name="connsiteX19" fmla="*/ 68134 w 169733"/>
                <a:gd name="connsiteY19" fmla="*/ 108528 h 164468"/>
                <a:gd name="connsiteX20" fmla="*/ 52159 w 169733"/>
                <a:gd name="connsiteY20" fmla="*/ 71501 h 164468"/>
                <a:gd name="connsiteX21" fmla="*/ 56631 w 169733"/>
                <a:gd name="connsiteY21" fmla="*/ 24898 h 164468"/>
                <a:gd name="connsiteX22" fmla="*/ 110946 w 169733"/>
                <a:gd name="connsiteY22" fmla="*/ 22344 h 164468"/>
                <a:gd name="connsiteX23" fmla="*/ 113502 w 169733"/>
                <a:gd name="connsiteY23" fmla="*/ 24898 h 164468"/>
                <a:gd name="connsiteX24" fmla="*/ 117975 w 169733"/>
                <a:gd name="connsiteY24" fmla="*/ 71501 h 164468"/>
                <a:gd name="connsiteX25" fmla="*/ 102000 w 169733"/>
                <a:gd name="connsiteY25" fmla="*/ 108528 h 164468"/>
                <a:gd name="connsiteX26" fmla="*/ 100722 w 169733"/>
                <a:gd name="connsiteY26" fmla="*/ 128957 h 164468"/>
                <a:gd name="connsiteX27" fmla="*/ 116697 w 169733"/>
                <a:gd name="connsiteY27" fmla="*/ 154492 h 164468"/>
                <a:gd name="connsiteX28" fmla="*/ 135867 w 169733"/>
                <a:gd name="connsiteY28" fmla="*/ 158323 h 164468"/>
                <a:gd name="connsiteX29" fmla="*/ 160788 w 169733"/>
                <a:gd name="connsiteY29" fmla="*/ 163430 h 164468"/>
                <a:gd name="connsiteX30" fmla="*/ 163344 w 169733"/>
                <a:gd name="connsiteY30" fmla="*/ 164068 h 164468"/>
                <a:gd name="connsiteX31" fmla="*/ 169734 w 169733"/>
                <a:gd name="connsiteY31" fmla="*/ 157684 h 164468"/>
                <a:gd name="connsiteX32" fmla="*/ 165260 w 169733"/>
                <a:gd name="connsiteY32" fmla="*/ 152577 h 164468"/>
                <a:gd name="connsiteX33" fmla="*/ 165260 w 169733"/>
                <a:gd name="connsiteY33" fmla="*/ 152577 h 16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9733" h="164468">
                  <a:moveTo>
                    <a:pt x="165260" y="152577"/>
                  </a:moveTo>
                  <a:cubicBezTo>
                    <a:pt x="155676" y="148747"/>
                    <a:pt x="146091" y="146193"/>
                    <a:pt x="135867" y="146193"/>
                  </a:cubicBezTo>
                  <a:cubicBezTo>
                    <a:pt x="131394" y="146193"/>
                    <a:pt x="126282" y="145555"/>
                    <a:pt x="122448" y="143640"/>
                  </a:cubicBezTo>
                  <a:cubicBezTo>
                    <a:pt x="115419" y="139809"/>
                    <a:pt x="110946" y="120657"/>
                    <a:pt x="112224" y="116189"/>
                  </a:cubicBezTo>
                  <a:cubicBezTo>
                    <a:pt x="120531" y="103421"/>
                    <a:pt x="126282" y="89376"/>
                    <a:pt x="130116" y="74693"/>
                  </a:cubicBezTo>
                  <a:cubicBezTo>
                    <a:pt x="136506" y="49795"/>
                    <a:pt x="133950" y="30005"/>
                    <a:pt x="123087" y="17237"/>
                  </a:cubicBezTo>
                  <a:cubicBezTo>
                    <a:pt x="113502" y="6384"/>
                    <a:pt x="99445" y="0"/>
                    <a:pt x="84747" y="0"/>
                  </a:cubicBezTo>
                  <a:cubicBezTo>
                    <a:pt x="70050" y="0"/>
                    <a:pt x="55993" y="6384"/>
                    <a:pt x="46408" y="17237"/>
                  </a:cubicBezTo>
                  <a:cubicBezTo>
                    <a:pt x="35545" y="30643"/>
                    <a:pt x="33628" y="49795"/>
                    <a:pt x="39379" y="74693"/>
                  </a:cubicBezTo>
                  <a:cubicBezTo>
                    <a:pt x="42574" y="89376"/>
                    <a:pt x="48964" y="103421"/>
                    <a:pt x="57270" y="115550"/>
                  </a:cubicBezTo>
                  <a:cubicBezTo>
                    <a:pt x="59188" y="120019"/>
                    <a:pt x="54075" y="139171"/>
                    <a:pt x="47047" y="143001"/>
                  </a:cubicBezTo>
                  <a:cubicBezTo>
                    <a:pt x="42574" y="144916"/>
                    <a:pt x="38101" y="145555"/>
                    <a:pt x="33628" y="145555"/>
                  </a:cubicBezTo>
                  <a:cubicBezTo>
                    <a:pt x="23404" y="145555"/>
                    <a:pt x="13180" y="148108"/>
                    <a:pt x="4234" y="151939"/>
                  </a:cubicBezTo>
                  <a:cubicBezTo>
                    <a:pt x="1039" y="153216"/>
                    <a:pt x="-878" y="157046"/>
                    <a:pt x="401" y="160238"/>
                  </a:cubicBezTo>
                  <a:cubicBezTo>
                    <a:pt x="1678" y="163430"/>
                    <a:pt x="5512" y="165345"/>
                    <a:pt x="8707" y="164068"/>
                  </a:cubicBezTo>
                  <a:cubicBezTo>
                    <a:pt x="8707" y="164068"/>
                    <a:pt x="9346" y="164068"/>
                    <a:pt x="9346" y="163430"/>
                  </a:cubicBezTo>
                  <a:cubicBezTo>
                    <a:pt x="17014" y="160238"/>
                    <a:pt x="25321" y="158323"/>
                    <a:pt x="34267" y="158323"/>
                  </a:cubicBezTo>
                  <a:cubicBezTo>
                    <a:pt x="40657" y="158323"/>
                    <a:pt x="47685" y="157046"/>
                    <a:pt x="53437" y="154492"/>
                  </a:cubicBezTo>
                  <a:cubicBezTo>
                    <a:pt x="61744" y="150024"/>
                    <a:pt x="66855" y="138533"/>
                    <a:pt x="69411" y="128957"/>
                  </a:cubicBezTo>
                  <a:cubicBezTo>
                    <a:pt x="71329" y="122573"/>
                    <a:pt x="71329" y="114912"/>
                    <a:pt x="68134" y="108528"/>
                  </a:cubicBezTo>
                  <a:cubicBezTo>
                    <a:pt x="61105" y="97037"/>
                    <a:pt x="55354" y="84907"/>
                    <a:pt x="52159" y="71501"/>
                  </a:cubicBezTo>
                  <a:cubicBezTo>
                    <a:pt x="47047" y="50434"/>
                    <a:pt x="48325" y="35112"/>
                    <a:pt x="56631" y="24898"/>
                  </a:cubicBezTo>
                  <a:cubicBezTo>
                    <a:pt x="70690" y="9576"/>
                    <a:pt x="94971" y="8299"/>
                    <a:pt x="110946" y="22344"/>
                  </a:cubicBezTo>
                  <a:cubicBezTo>
                    <a:pt x="111585" y="22983"/>
                    <a:pt x="112863" y="23621"/>
                    <a:pt x="113502" y="24898"/>
                  </a:cubicBezTo>
                  <a:cubicBezTo>
                    <a:pt x="121809" y="35112"/>
                    <a:pt x="123087" y="50434"/>
                    <a:pt x="117975" y="71501"/>
                  </a:cubicBezTo>
                  <a:cubicBezTo>
                    <a:pt x="114780" y="84269"/>
                    <a:pt x="109668" y="97037"/>
                    <a:pt x="102000" y="108528"/>
                  </a:cubicBezTo>
                  <a:cubicBezTo>
                    <a:pt x="98805" y="114912"/>
                    <a:pt x="98805" y="121934"/>
                    <a:pt x="100722" y="128957"/>
                  </a:cubicBezTo>
                  <a:cubicBezTo>
                    <a:pt x="102640" y="138533"/>
                    <a:pt x="108390" y="150024"/>
                    <a:pt x="116697" y="154492"/>
                  </a:cubicBezTo>
                  <a:cubicBezTo>
                    <a:pt x="122448" y="157046"/>
                    <a:pt x="129477" y="158323"/>
                    <a:pt x="135867" y="158323"/>
                  </a:cubicBezTo>
                  <a:cubicBezTo>
                    <a:pt x="144174" y="158323"/>
                    <a:pt x="152481" y="160238"/>
                    <a:pt x="160788" y="163430"/>
                  </a:cubicBezTo>
                  <a:cubicBezTo>
                    <a:pt x="161427" y="164068"/>
                    <a:pt x="162704" y="164068"/>
                    <a:pt x="163344" y="164068"/>
                  </a:cubicBezTo>
                  <a:cubicBezTo>
                    <a:pt x="167178" y="164068"/>
                    <a:pt x="169734" y="161515"/>
                    <a:pt x="169734" y="157684"/>
                  </a:cubicBezTo>
                  <a:cubicBezTo>
                    <a:pt x="169094" y="155769"/>
                    <a:pt x="167178" y="153854"/>
                    <a:pt x="165260" y="152577"/>
                  </a:cubicBezTo>
                  <a:lnTo>
                    <a:pt x="165260" y="152577"/>
                  </a:lnTo>
                  <a:close/>
                </a:path>
              </a:pathLst>
            </a:custGeom>
            <a:solidFill>
              <a:srgbClr val="007680"/>
            </a:solidFill>
            <a:ln w="6390" cap="flat">
              <a:noFill/>
              <a:prstDash val="solid"/>
              <a:miter/>
            </a:ln>
          </p:spPr>
          <p:txBody>
            <a:bodyPr rtlCol="0" anchor="ctr"/>
            <a:lstStyle/>
            <a:p>
              <a:endParaRPr lang="en-US"/>
            </a:p>
          </p:txBody>
        </p:sp>
      </p:grpSp>
      <p:sp>
        <p:nvSpPr>
          <p:cNvPr id="827" name="Graphic 5">
            <a:extLst>
              <a:ext uri="{FF2B5EF4-FFF2-40B4-BE49-F238E27FC236}">
                <a16:creationId xmlns:a16="http://schemas.microsoft.com/office/drawing/2014/main" id="{E3DD63ED-255F-A946-9EEA-75BCFD4B0D85}"/>
              </a:ext>
            </a:extLst>
          </p:cNvPr>
          <p:cNvSpPr/>
          <p:nvPr/>
        </p:nvSpPr>
        <p:spPr>
          <a:xfrm>
            <a:off x="7193791" y="918817"/>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57514 w 361670"/>
              <a:gd name="connsiteY7" fmla="*/ 229185 h 361971"/>
              <a:gd name="connsiteX8" fmla="*/ 198727 w 361670"/>
              <a:gd name="connsiteY8" fmla="*/ 287918 h 361971"/>
              <a:gd name="connsiteX9" fmla="*/ 194253 w 361670"/>
              <a:gd name="connsiteY9" fmla="*/ 289833 h 361971"/>
              <a:gd name="connsiteX10" fmla="*/ 191698 w 361670"/>
              <a:gd name="connsiteY10" fmla="*/ 289194 h 361971"/>
              <a:gd name="connsiteX11" fmla="*/ 189781 w 361670"/>
              <a:gd name="connsiteY11" fmla="*/ 287918 h 361971"/>
              <a:gd name="connsiteX12" fmla="*/ 130994 w 361670"/>
              <a:gd name="connsiteY12" fmla="*/ 229185 h 361971"/>
              <a:gd name="connsiteX13" fmla="*/ 130994 w 361670"/>
              <a:gd name="connsiteY13" fmla="*/ 220247 h 361971"/>
              <a:gd name="connsiteX14" fmla="*/ 139939 w 361670"/>
              <a:gd name="connsiteY14" fmla="*/ 220247 h 361971"/>
              <a:gd name="connsiteX15" fmla="*/ 187864 w 361670"/>
              <a:gd name="connsiteY15" fmla="*/ 268127 h 361971"/>
              <a:gd name="connsiteX16" fmla="*/ 187864 w 361670"/>
              <a:gd name="connsiteY16" fmla="*/ 84907 h 361971"/>
              <a:gd name="connsiteX17" fmla="*/ 107989 w 361670"/>
              <a:gd name="connsiteY17" fmla="*/ 84907 h 361971"/>
              <a:gd name="connsiteX18" fmla="*/ 101599 w 361670"/>
              <a:gd name="connsiteY18" fmla="*/ 78523 h 361971"/>
              <a:gd name="connsiteX19" fmla="*/ 107989 w 361670"/>
              <a:gd name="connsiteY19" fmla="*/ 72139 h 361971"/>
              <a:gd name="connsiteX20" fmla="*/ 194253 w 361670"/>
              <a:gd name="connsiteY20" fmla="*/ 72139 h 361971"/>
              <a:gd name="connsiteX21" fmla="*/ 200643 w 361670"/>
              <a:gd name="connsiteY21" fmla="*/ 78523 h 361971"/>
              <a:gd name="connsiteX22" fmla="*/ 200643 w 361670"/>
              <a:gd name="connsiteY22" fmla="*/ 268127 h 361971"/>
              <a:gd name="connsiteX23" fmla="*/ 248568 w 361670"/>
              <a:gd name="connsiteY23" fmla="*/ 220247 h 361971"/>
              <a:gd name="connsiteX24" fmla="*/ 257514 w 361670"/>
              <a:gd name="connsiteY24" fmla="*/ 220247 h 361971"/>
              <a:gd name="connsiteX25" fmla="*/ 257514 w 361670"/>
              <a:gd name="connsiteY25" fmla="*/ 229185 h 361971"/>
              <a:gd name="connsiteX26" fmla="*/ 257514 w 361670"/>
              <a:gd name="connsiteY26" fmla="*/ 22918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1670" h="361971">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1670" y="81077"/>
                  <a:pt x="280518" y="0"/>
                  <a:pt x="180835" y="0"/>
                </a:cubicBezTo>
                <a:cubicBezTo>
                  <a:pt x="180835" y="0"/>
                  <a:pt x="180835" y="0"/>
                  <a:pt x="180835" y="0"/>
                </a:cubicBezTo>
                <a:close/>
                <a:moveTo>
                  <a:pt x="257514" y="229185"/>
                </a:moveTo>
                <a:lnTo>
                  <a:pt x="198727" y="287918"/>
                </a:lnTo>
                <a:cubicBezTo>
                  <a:pt x="197448" y="289194"/>
                  <a:pt x="196171" y="289833"/>
                  <a:pt x="194253" y="289833"/>
                </a:cubicBezTo>
                <a:cubicBezTo>
                  <a:pt x="193615" y="289833"/>
                  <a:pt x="192337" y="289833"/>
                  <a:pt x="191698" y="289194"/>
                </a:cubicBezTo>
                <a:cubicBezTo>
                  <a:pt x="191059" y="289194"/>
                  <a:pt x="190420" y="288556"/>
                  <a:pt x="189781" y="287918"/>
                </a:cubicBezTo>
                <a:lnTo>
                  <a:pt x="130994" y="229185"/>
                </a:lnTo>
                <a:cubicBezTo>
                  <a:pt x="128438" y="226631"/>
                  <a:pt x="128438" y="222801"/>
                  <a:pt x="130994" y="220247"/>
                </a:cubicBezTo>
                <a:cubicBezTo>
                  <a:pt x="133549" y="217694"/>
                  <a:pt x="137384" y="217694"/>
                  <a:pt x="139939" y="220247"/>
                </a:cubicBezTo>
                <a:lnTo>
                  <a:pt x="187864" y="268127"/>
                </a:lnTo>
                <a:lnTo>
                  <a:pt x="187864" y="84907"/>
                </a:lnTo>
                <a:lnTo>
                  <a:pt x="107989" y="84907"/>
                </a:lnTo>
                <a:cubicBezTo>
                  <a:pt x="104156" y="84907"/>
                  <a:pt x="101599" y="82353"/>
                  <a:pt x="101599" y="78523"/>
                </a:cubicBezTo>
                <a:cubicBezTo>
                  <a:pt x="101599" y="74693"/>
                  <a:pt x="104156" y="72139"/>
                  <a:pt x="107989" y="72139"/>
                </a:cubicBezTo>
                <a:lnTo>
                  <a:pt x="194253" y="72139"/>
                </a:lnTo>
                <a:cubicBezTo>
                  <a:pt x="198088" y="72139"/>
                  <a:pt x="200643" y="74693"/>
                  <a:pt x="200643" y="78523"/>
                </a:cubicBezTo>
                <a:lnTo>
                  <a:pt x="200643" y="268127"/>
                </a:lnTo>
                <a:lnTo>
                  <a:pt x="248568" y="220247"/>
                </a:lnTo>
                <a:cubicBezTo>
                  <a:pt x="251124" y="217694"/>
                  <a:pt x="254958" y="217694"/>
                  <a:pt x="257514" y="220247"/>
                </a:cubicBezTo>
                <a:cubicBezTo>
                  <a:pt x="260070" y="222801"/>
                  <a:pt x="260070" y="226631"/>
                  <a:pt x="257514" y="229185"/>
                </a:cubicBezTo>
                <a:lnTo>
                  <a:pt x="257514" y="229185"/>
                </a:lnTo>
                <a:close/>
              </a:path>
            </a:pathLst>
          </a:custGeom>
          <a:solidFill>
            <a:srgbClr val="007680"/>
          </a:solidFill>
          <a:ln w="6390" cap="flat">
            <a:noFill/>
            <a:prstDash val="solid"/>
            <a:miter/>
          </a:ln>
        </p:spPr>
        <p:txBody>
          <a:bodyPr rtlCol="0" anchor="ctr"/>
          <a:lstStyle/>
          <a:p>
            <a:endParaRPr lang="en-US"/>
          </a:p>
        </p:txBody>
      </p:sp>
      <p:grpSp>
        <p:nvGrpSpPr>
          <p:cNvPr id="828" name="Graphic 5">
            <a:extLst>
              <a:ext uri="{FF2B5EF4-FFF2-40B4-BE49-F238E27FC236}">
                <a16:creationId xmlns:a16="http://schemas.microsoft.com/office/drawing/2014/main" id="{F5BC03F3-AE0B-774D-86FB-5AFAEAF1A11C}"/>
              </a:ext>
            </a:extLst>
          </p:cNvPr>
          <p:cNvGrpSpPr/>
          <p:nvPr/>
        </p:nvGrpSpPr>
        <p:grpSpPr>
          <a:xfrm>
            <a:off x="4046747" y="1403361"/>
            <a:ext cx="362309" cy="361971"/>
            <a:chOff x="4046747" y="1403361"/>
            <a:chExt cx="362309" cy="361971"/>
          </a:xfrm>
          <a:solidFill>
            <a:srgbClr val="007680"/>
          </a:solidFill>
        </p:grpSpPr>
        <p:sp>
          <p:nvSpPr>
            <p:cNvPr id="829" name="Graphic 5">
              <a:extLst>
                <a:ext uri="{FF2B5EF4-FFF2-40B4-BE49-F238E27FC236}">
                  <a16:creationId xmlns:a16="http://schemas.microsoft.com/office/drawing/2014/main" id="{10C383F3-193D-E64F-819E-826CE04905F7}"/>
                </a:ext>
              </a:extLst>
            </p:cNvPr>
            <p:cNvSpPr/>
            <p:nvPr/>
          </p:nvSpPr>
          <p:spPr>
            <a:xfrm>
              <a:off x="4198827" y="1547001"/>
              <a:ext cx="57509" cy="48518"/>
            </a:xfrm>
            <a:custGeom>
              <a:avLst/>
              <a:gdLst>
                <a:gd name="connsiteX0" fmla="*/ 57509 w 57509"/>
                <a:gd name="connsiteY0" fmla="*/ 19790 h 48518"/>
                <a:gd name="connsiteX1" fmla="*/ 28755 w 57509"/>
                <a:gd name="connsiteY1" fmla="*/ 0 h 48518"/>
                <a:gd name="connsiteX2" fmla="*/ 0 w 57509"/>
                <a:gd name="connsiteY2" fmla="*/ 19790 h 48518"/>
                <a:gd name="connsiteX3" fmla="*/ 0 w 57509"/>
                <a:gd name="connsiteY3" fmla="*/ 48518 h 48518"/>
                <a:gd name="connsiteX4" fmla="*/ 56871 w 57509"/>
                <a:gd name="connsiteY4" fmla="*/ 48518 h 48518"/>
                <a:gd name="connsiteX5" fmla="*/ 57509 w 57509"/>
                <a:gd name="connsiteY5" fmla="*/ 19790 h 4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509" h="48518">
                  <a:moveTo>
                    <a:pt x="57509" y="19790"/>
                  </a:moveTo>
                  <a:cubicBezTo>
                    <a:pt x="57509" y="14045"/>
                    <a:pt x="54954" y="0"/>
                    <a:pt x="28755" y="0"/>
                  </a:cubicBezTo>
                  <a:cubicBezTo>
                    <a:pt x="2556" y="0"/>
                    <a:pt x="0" y="14045"/>
                    <a:pt x="0" y="19790"/>
                  </a:cubicBezTo>
                  <a:lnTo>
                    <a:pt x="0" y="48518"/>
                  </a:lnTo>
                  <a:lnTo>
                    <a:pt x="56871" y="48518"/>
                  </a:lnTo>
                  <a:lnTo>
                    <a:pt x="57509" y="19790"/>
                  </a:lnTo>
                  <a:close/>
                </a:path>
              </a:pathLst>
            </a:custGeom>
            <a:solidFill>
              <a:srgbClr val="007680"/>
            </a:solidFill>
            <a:ln w="6390" cap="flat">
              <a:noFill/>
              <a:prstDash val="solid"/>
              <a:miter/>
            </a:ln>
          </p:spPr>
          <p:txBody>
            <a:bodyPr rtlCol="0" anchor="ctr"/>
            <a:lstStyle/>
            <a:p>
              <a:endParaRPr lang="en-US"/>
            </a:p>
          </p:txBody>
        </p:sp>
        <p:sp>
          <p:nvSpPr>
            <p:cNvPr id="830" name="Graphic 5">
              <a:extLst>
                <a:ext uri="{FF2B5EF4-FFF2-40B4-BE49-F238E27FC236}">
                  <a16:creationId xmlns:a16="http://schemas.microsoft.com/office/drawing/2014/main" id="{040F201A-765B-0A4D-8D9B-527C40B780CA}"/>
                </a:ext>
              </a:extLst>
            </p:cNvPr>
            <p:cNvSpPr/>
            <p:nvPr/>
          </p:nvSpPr>
          <p:spPr>
            <a:xfrm>
              <a:off x="4207773" y="1468478"/>
              <a:ext cx="39617" cy="39580"/>
            </a:xfrm>
            <a:custGeom>
              <a:avLst/>
              <a:gdLst>
                <a:gd name="connsiteX0" fmla="*/ 19809 w 39617"/>
                <a:gd name="connsiteY0" fmla="*/ 39581 h 39580"/>
                <a:gd name="connsiteX1" fmla="*/ 39618 w 39617"/>
                <a:gd name="connsiteY1" fmla="*/ 19790 h 39580"/>
                <a:gd name="connsiteX2" fmla="*/ 19809 w 39617"/>
                <a:gd name="connsiteY2" fmla="*/ 0 h 39580"/>
                <a:gd name="connsiteX3" fmla="*/ 0 w 39617"/>
                <a:gd name="connsiteY3" fmla="*/ 19790 h 39580"/>
                <a:gd name="connsiteX4" fmla="*/ 0 w 39617"/>
                <a:gd name="connsiteY4" fmla="*/ 19790 h 39580"/>
                <a:gd name="connsiteX5" fmla="*/ 19809 w 39617"/>
                <a:gd name="connsiteY5" fmla="*/ 39581 h 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7" h="39580">
                  <a:moveTo>
                    <a:pt x="19809" y="39581"/>
                  </a:moveTo>
                  <a:cubicBezTo>
                    <a:pt x="30672" y="39581"/>
                    <a:pt x="39618" y="30643"/>
                    <a:pt x="39618" y="19790"/>
                  </a:cubicBezTo>
                  <a:cubicBezTo>
                    <a:pt x="39618" y="8938"/>
                    <a:pt x="30672" y="0"/>
                    <a:pt x="19809" y="0"/>
                  </a:cubicBezTo>
                  <a:cubicBezTo>
                    <a:pt x="8946" y="0"/>
                    <a:pt x="0" y="8938"/>
                    <a:pt x="0" y="19790"/>
                  </a:cubicBezTo>
                  <a:lnTo>
                    <a:pt x="0" y="19790"/>
                  </a:lnTo>
                  <a:cubicBezTo>
                    <a:pt x="0" y="30643"/>
                    <a:pt x="8946" y="39581"/>
                    <a:pt x="19809" y="39581"/>
                  </a:cubicBezTo>
                  <a:close/>
                </a:path>
              </a:pathLst>
            </a:custGeom>
            <a:solidFill>
              <a:srgbClr val="007680"/>
            </a:solidFill>
            <a:ln w="6390" cap="flat">
              <a:noFill/>
              <a:prstDash val="solid"/>
              <a:miter/>
            </a:ln>
          </p:spPr>
          <p:txBody>
            <a:bodyPr rtlCol="0" anchor="ctr"/>
            <a:lstStyle/>
            <a:p>
              <a:endParaRPr lang="en-US"/>
            </a:p>
          </p:txBody>
        </p:sp>
        <p:sp>
          <p:nvSpPr>
            <p:cNvPr id="831" name="Graphic 5">
              <a:extLst>
                <a:ext uri="{FF2B5EF4-FFF2-40B4-BE49-F238E27FC236}">
                  <a16:creationId xmlns:a16="http://schemas.microsoft.com/office/drawing/2014/main" id="{98FC4230-374F-5144-8542-20C421439092}"/>
                </a:ext>
              </a:extLst>
            </p:cNvPr>
            <p:cNvSpPr/>
            <p:nvPr/>
          </p:nvSpPr>
          <p:spPr>
            <a:xfrm>
              <a:off x="4046747" y="1403361"/>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1305 h 361971"/>
                <a:gd name="connsiteX4" fmla="*/ 180835 w 362309"/>
                <a:gd name="connsiteY4" fmla="*/ 0 h 361971"/>
                <a:gd name="connsiteX5" fmla="*/ 180835 w 362309"/>
                <a:gd name="connsiteY5" fmla="*/ 0 h 361971"/>
                <a:gd name="connsiteX6" fmla="*/ 180835 w 362309"/>
                <a:gd name="connsiteY6" fmla="*/ 52349 h 361971"/>
                <a:gd name="connsiteX7" fmla="*/ 213424 w 362309"/>
                <a:gd name="connsiteY7" fmla="*/ 84907 h 361971"/>
                <a:gd name="connsiteX8" fmla="*/ 180835 w 362309"/>
                <a:gd name="connsiteY8" fmla="*/ 117465 h 361971"/>
                <a:gd name="connsiteX9" fmla="*/ 148247 w 362309"/>
                <a:gd name="connsiteY9" fmla="*/ 84907 h 361971"/>
                <a:gd name="connsiteX10" fmla="*/ 148247 w 362309"/>
                <a:gd name="connsiteY10" fmla="*/ 84907 h 361971"/>
                <a:gd name="connsiteX11" fmla="*/ 180835 w 362309"/>
                <a:gd name="connsiteY11" fmla="*/ 52349 h 361971"/>
                <a:gd name="connsiteX12" fmla="*/ 264544 w 362309"/>
                <a:gd name="connsiteY12" fmla="*/ 193435 h 361971"/>
                <a:gd name="connsiteX13" fmla="*/ 259432 w 362309"/>
                <a:gd name="connsiteY13" fmla="*/ 195988 h 361971"/>
                <a:gd name="connsiteX14" fmla="*/ 255597 w 362309"/>
                <a:gd name="connsiteY14" fmla="*/ 194711 h 361971"/>
                <a:gd name="connsiteX15" fmla="*/ 222370 w 362309"/>
                <a:gd name="connsiteY15" fmla="*/ 167899 h 361971"/>
                <a:gd name="connsiteX16" fmla="*/ 222370 w 362309"/>
                <a:gd name="connsiteY16" fmla="*/ 215779 h 361971"/>
                <a:gd name="connsiteX17" fmla="*/ 220453 w 362309"/>
                <a:gd name="connsiteY17" fmla="*/ 220247 h 361971"/>
                <a:gd name="connsiteX18" fmla="*/ 212146 w 362309"/>
                <a:gd name="connsiteY18" fmla="*/ 229185 h 361971"/>
                <a:gd name="connsiteX19" fmla="*/ 212785 w 362309"/>
                <a:gd name="connsiteY19" fmla="*/ 229823 h 361971"/>
                <a:gd name="connsiteX20" fmla="*/ 230038 w 362309"/>
                <a:gd name="connsiteY20" fmla="*/ 255998 h 361971"/>
                <a:gd name="connsiteX21" fmla="*/ 231316 w 362309"/>
                <a:gd name="connsiteY21" fmla="*/ 258551 h 361971"/>
                <a:gd name="connsiteX22" fmla="*/ 231316 w 362309"/>
                <a:gd name="connsiteY22" fmla="*/ 261105 h 361971"/>
                <a:gd name="connsiteX23" fmla="*/ 231316 w 362309"/>
                <a:gd name="connsiteY23" fmla="*/ 261105 h 361971"/>
                <a:gd name="connsiteX24" fmla="*/ 222370 w 362309"/>
                <a:gd name="connsiteY24" fmla="*/ 304516 h 361971"/>
                <a:gd name="connsiteX25" fmla="*/ 215980 w 362309"/>
                <a:gd name="connsiteY25" fmla="*/ 309623 h 361971"/>
                <a:gd name="connsiteX26" fmla="*/ 214702 w 362309"/>
                <a:gd name="connsiteY26" fmla="*/ 309623 h 361971"/>
                <a:gd name="connsiteX27" fmla="*/ 209590 w 362309"/>
                <a:gd name="connsiteY27" fmla="*/ 301962 h 361971"/>
                <a:gd name="connsiteX28" fmla="*/ 209590 w 362309"/>
                <a:gd name="connsiteY28" fmla="*/ 301962 h 361971"/>
                <a:gd name="connsiteX29" fmla="*/ 217897 w 362309"/>
                <a:gd name="connsiteY29" fmla="*/ 260467 h 361971"/>
                <a:gd name="connsiteX30" fmla="*/ 202561 w 362309"/>
                <a:gd name="connsiteY30" fmla="*/ 238123 h 361971"/>
                <a:gd name="connsiteX31" fmla="*/ 194254 w 362309"/>
                <a:gd name="connsiteY31" fmla="*/ 246422 h 361971"/>
                <a:gd name="connsiteX32" fmla="*/ 189781 w 362309"/>
                <a:gd name="connsiteY32" fmla="*/ 248337 h 361971"/>
                <a:gd name="connsiteX33" fmla="*/ 172528 w 362309"/>
                <a:gd name="connsiteY33" fmla="*/ 248337 h 361971"/>
                <a:gd name="connsiteX34" fmla="*/ 168055 w 362309"/>
                <a:gd name="connsiteY34" fmla="*/ 246422 h 361971"/>
                <a:gd name="connsiteX35" fmla="*/ 159748 w 362309"/>
                <a:gd name="connsiteY35" fmla="*/ 238123 h 361971"/>
                <a:gd name="connsiteX36" fmla="*/ 145052 w 362309"/>
                <a:gd name="connsiteY36" fmla="*/ 260467 h 361971"/>
                <a:gd name="connsiteX37" fmla="*/ 153358 w 362309"/>
                <a:gd name="connsiteY37" fmla="*/ 301324 h 361971"/>
                <a:gd name="connsiteX38" fmla="*/ 148247 w 362309"/>
                <a:gd name="connsiteY38" fmla="*/ 308985 h 361971"/>
                <a:gd name="connsiteX39" fmla="*/ 148247 w 362309"/>
                <a:gd name="connsiteY39" fmla="*/ 308985 h 361971"/>
                <a:gd name="connsiteX40" fmla="*/ 146969 w 362309"/>
                <a:gd name="connsiteY40" fmla="*/ 308985 h 361971"/>
                <a:gd name="connsiteX41" fmla="*/ 140579 w 362309"/>
                <a:gd name="connsiteY41" fmla="*/ 303878 h 361971"/>
                <a:gd name="connsiteX42" fmla="*/ 132272 w 362309"/>
                <a:gd name="connsiteY42" fmla="*/ 260467 h 361971"/>
                <a:gd name="connsiteX43" fmla="*/ 132272 w 362309"/>
                <a:gd name="connsiteY43" fmla="*/ 260467 h 361971"/>
                <a:gd name="connsiteX44" fmla="*/ 132272 w 362309"/>
                <a:gd name="connsiteY44" fmla="*/ 257913 h 361971"/>
                <a:gd name="connsiteX45" fmla="*/ 133550 w 362309"/>
                <a:gd name="connsiteY45" fmla="*/ 255359 h 361971"/>
                <a:gd name="connsiteX46" fmla="*/ 150803 w 362309"/>
                <a:gd name="connsiteY46" fmla="*/ 229185 h 361971"/>
                <a:gd name="connsiteX47" fmla="*/ 151442 w 362309"/>
                <a:gd name="connsiteY47" fmla="*/ 228547 h 361971"/>
                <a:gd name="connsiteX48" fmla="*/ 142496 w 362309"/>
                <a:gd name="connsiteY48" fmla="*/ 219609 h 361971"/>
                <a:gd name="connsiteX49" fmla="*/ 140579 w 362309"/>
                <a:gd name="connsiteY49" fmla="*/ 215140 h 361971"/>
                <a:gd name="connsiteX50" fmla="*/ 140579 w 362309"/>
                <a:gd name="connsiteY50" fmla="*/ 167260 h 361971"/>
                <a:gd name="connsiteX51" fmla="*/ 107351 w 362309"/>
                <a:gd name="connsiteY51" fmla="*/ 194073 h 361971"/>
                <a:gd name="connsiteX52" fmla="*/ 103517 w 362309"/>
                <a:gd name="connsiteY52" fmla="*/ 195350 h 361971"/>
                <a:gd name="connsiteX53" fmla="*/ 97127 w 362309"/>
                <a:gd name="connsiteY53" fmla="*/ 188966 h 361971"/>
                <a:gd name="connsiteX54" fmla="*/ 99683 w 362309"/>
                <a:gd name="connsiteY54" fmla="*/ 183859 h 361971"/>
                <a:gd name="connsiteX55" fmla="*/ 143135 w 362309"/>
                <a:gd name="connsiteY55" fmla="*/ 148747 h 361971"/>
                <a:gd name="connsiteX56" fmla="*/ 144413 w 362309"/>
                <a:gd name="connsiteY56" fmla="*/ 148108 h 361971"/>
                <a:gd name="connsiteX57" fmla="*/ 182113 w 362309"/>
                <a:gd name="connsiteY57" fmla="*/ 129595 h 361971"/>
                <a:gd name="connsiteX58" fmla="*/ 219814 w 362309"/>
                <a:gd name="connsiteY58" fmla="*/ 148108 h 361971"/>
                <a:gd name="connsiteX59" fmla="*/ 221092 w 362309"/>
                <a:gd name="connsiteY59" fmla="*/ 148747 h 361971"/>
                <a:gd name="connsiteX60" fmla="*/ 264544 w 362309"/>
                <a:gd name="connsiteY60" fmla="*/ 183859 h 361971"/>
                <a:gd name="connsiteX61" fmla="*/ 264544 w 362309"/>
                <a:gd name="connsiteY61" fmla="*/ 193435 h 361971"/>
                <a:gd name="connsiteX62" fmla="*/ 264544 w 362309"/>
                <a:gd name="connsiteY62" fmla="*/ 19343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10" y="280895"/>
                    <a:pt x="362310" y="181305"/>
                  </a:cubicBezTo>
                  <a:cubicBezTo>
                    <a:pt x="362310" y="81077"/>
                    <a:pt x="281157" y="0"/>
                    <a:pt x="180835" y="0"/>
                  </a:cubicBezTo>
                  <a:cubicBezTo>
                    <a:pt x="180835" y="0"/>
                    <a:pt x="180835" y="0"/>
                    <a:pt x="180835" y="0"/>
                  </a:cubicBezTo>
                  <a:close/>
                  <a:moveTo>
                    <a:pt x="180835" y="52349"/>
                  </a:moveTo>
                  <a:cubicBezTo>
                    <a:pt x="198727" y="52349"/>
                    <a:pt x="213424" y="67032"/>
                    <a:pt x="213424" y="84907"/>
                  </a:cubicBezTo>
                  <a:cubicBezTo>
                    <a:pt x="213424" y="102782"/>
                    <a:pt x="198727" y="117465"/>
                    <a:pt x="180835" y="117465"/>
                  </a:cubicBezTo>
                  <a:cubicBezTo>
                    <a:pt x="162943" y="117465"/>
                    <a:pt x="148247" y="102782"/>
                    <a:pt x="148247" y="84907"/>
                  </a:cubicBezTo>
                  <a:lnTo>
                    <a:pt x="148247" y="84907"/>
                  </a:lnTo>
                  <a:cubicBezTo>
                    <a:pt x="148247" y="67032"/>
                    <a:pt x="162943" y="52349"/>
                    <a:pt x="180835" y="52349"/>
                  </a:cubicBezTo>
                  <a:close/>
                  <a:moveTo>
                    <a:pt x="264544" y="193435"/>
                  </a:moveTo>
                  <a:cubicBezTo>
                    <a:pt x="263266" y="194711"/>
                    <a:pt x="261349" y="195988"/>
                    <a:pt x="259432" y="195988"/>
                  </a:cubicBezTo>
                  <a:cubicBezTo>
                    <a:pt x="258154" y="195988"/>
                    <a:pt x="256876" y="195350"/>
                    <a:pt x="255597" y="194711"/>
                  </a:cubicBezTo>
                  <a:lnTo>
                    <a:pt x="222370" y="167899"/>
                  </a:lnTo>
                  <a:lnTo>
                    <a:pt x="222370" y="215779"/>
                  </a:lnTo>
                  <a:cubicBezTo>
                    <a:pt x="222370" y="217694"/>
                    <a:pt x="221731" y="218971"/>
                    <a:pt x="220453" y="220247"/>
                  </a:cubicBezTo>
                  <a:lnTo>
                    <a:pt x="212146" y="229185"/>
                  </a:lnTo>
                  <a:cubicBezTo>
                    <a:pt x="212146" y="229185"/>
                    <a:pt x="212785" y="229823"/>
                    <a:pt x="212785" y="229823"/>
                  </a:cubicBezTo>
                  <a:lnTo>
                    <a:pt x="230038" y="255998"/>
                  </a:lnTo>
                  <a:cubicBezTo>
                    <a:pt x="230677" y="256636"/>
                    <a:pt x="230677" y="257275"/>
                    <a:pt x="231316" y="258551"/>
                  </a:cubicBezTo>
                  <a:cubicBezTo>
                    <a:pt x="231316" y="259190"/>
                    <a:pt x="231316" y="260467"/>
                    <a:pt x="231316" y="261105"/>
                  </a:cubicBezTo>
                  <a:lnTo>
                    <a:pt x="231316" y="261105"/>
                  </a:lnTo>
                  <a:lnTo>
                    <a:pt x="222370" y="304516"/>
                  </a:lnTo>
                  <a:cubicBezTo>
                    <a:pt x="221731" y="307708"/>
                    <a:pt x="219175" y="309623"/>
                    <a:pt x="215980" y="309623"/>
                  </a:cubicBezTo>
                  <a:lnTo>
                    <a:pt x="214702" y="309623"/>
                  </a:lnTo>
                  <a:cubicBezTo>
                    <a:pt x="211507" y="308985"/>
                    <a:pt x="208951" y="305793"/>
                    <a:pt x="209590" y="301962"/>
                  </a:cubicBezTo>
                  <a:cubicBezTo>
                    <a:pt x="209590" y="301962"/>
                    <a:pt x="209590" y="301962"/>
                    <a:pt x="209590" y="301962"/>
                  </a:cubicBezTo>
                  <a:lnTo>
                    <a:pt x="217897" y="260467"/>
                  </a:lnTo>
                  <a:lnTo>
                    <a:pt x="202561" y="238123"/>
                  </a:lnTo>
                  <a:lnTo>
                    <a:pt x="194254" y="246422"/>
                  </a:lnTo>
                  <a:cubicBezTo>
                    <a:pt x="192976" y="247699"/>
                    <a:pt x="191698" y="248337"/>
                    <a:pt x="189781" y="248337"/>
                  </a:cubicBezTo>
                  <a:lnTo>
                    <a:pt x="172528" y="248337"/>
                  </a:lnTo>
                  <a:cubicBezTo>
                    <a:pt x="170611" y="248337"/>
                    <a:pt x="169333" y="247699"/>
                    <a:pt x="168055" y="246422"/>
                  </a:cubicBezTo>
                  <a:lnTo>
                    <a:pt x="159748" y="238123"/>
                  </a:lnTo>
                  <a:lnTo>
                    <a:pt x="145052" y="260467"/>
                  </a:lnTo>
                  <a:lnTo>
                    <a:pt x="153358" y="301324"/>
                  </a:lnTo>
                  <a:cubicBezTo>
                    <a:pt x="153998" y="304516"/>
                    <a:pt x="152080" y="308346"/>
                    <a:pt x="148247" y="308985"/>
                  </a:cubicBezTo>
                  <a:cubicBezTo>
                    <a:pt x="148247" y="308985"/>
                    <a:pt x="148247" y="308985"/>
                    <a:pt x="148247" y="308985"/>
                  </a:cubicBezTo>
                  <a:lnTo>
                    <a:pt x="146969" y="308985"/>
                  </a:lnTo>
                  <a:cubicBezTo>
                    <a:pt x="143774" y="308985"/>
                    <a:pt x="141218" y="307070"/>
                    <a:pt x="140579" y="303878"/>
                  </a:cubicBezTo>
                  <a:lnTo>
                    <a:pt x="132272" y="260467"/>
                  </a:lnTo>
                  <a:lnTo>
                    <a:pt x="132272" y="260467"/>
                  </a:lnTo>
                  <a:cubicBezTo>
                    <a:pt x="132272" y="259828"/>
                    <a:pt x="132272" y="258551"/>
                    <a:pt x="132272" y="257913"/>
                  </a:cubicBezTo>
                  <a:cubicBezTo>
                    <a:pt x="132272" y="257275"/>
                    <a:pt x="132911" y="256636"/>
                    <a:pt x="133550" y="255359"/>
                  </a:cubicBezTo>
                  <a:lnTo>
                    <a:pt x="150803" y="229185"/>
                  </a:lnTo>
                  <a:cubicBezTo>
                    <a:pt x="150803" y="229185"/>
                    <a:pt x="151442" y="228547"/>
                    <a:pt x="151442" y="228547"/>
                  </a:cubicBezTo>
                  <a:lnTo>
                    <a:pt x="142496" y="219609"/>
                  </a:lnTo>
                  <a:cubicBezTo>
                    <a:pt x="141218" y="218332"/>
                    <a:pt x="140579" y="217055"/>
                    <a:pt x="140579" y="215140"/>
                  </a:cubicBezTo>
                  <a:lnTo>
                    <a:pt x="140579" y="167260"/>
                  </a:lnTo>
                  <a:lnTo>
                    <a:pt x="107351" y="194073"/>
                  </a:lnTo>
                  <a:cubicBezTo>
                    <a:pt x="106073" y="194711"/>
                    <a:pt x="104795" y="195350"/>
                    <a:pt x="103517" y="195350"/>
                  </a:cubicBezTo>
                  <a:cubicBezTo>
                    <a:pt x="99683" y="195350"/>
                    <a:pt x="97127" y="192796"/>
                    <a:pt x="97127" y="188966"/>
                  </a:cubicBezTo>
                  <a:cubicBezTo>
                    <a:pt x="97127" y="187051"/>
                    <a:pt x="97766" y="185135"/>
                    <a:pt x="99683" y="183859"/>
                  </a:cubicBezTo>
                  <a:lnTo>
                    <a:pt x="143135" y="148747"/>
                  </a:lnTo>
                  <a:cubicBezTo>
                    <a:pt x="143774" y="148747"/>
                    <a:pt x="143774" y="148108"/>
                    <a:pt x="144413" y="148108"/>
                  </a:cubicBezTo>
                  <a:cubicBezTo>
                    <a:pt x="149525" y="137894"/>
                    <a:pt x="161665" y="129595"/>
                    <a:pt x="182113" y="129595"/>
                  </a:cubicBezTo>
                  <a:cubicBezTo>
                    <a:pt x="202561" y="129595"/>
                    <a:pt x="214702" y="137894"/>
                    <a:pt x="219814" y="148108"/>
                  </a:cubicBezTo>
                  <a:cubicBezTo>
                    <a:pt x="220453" y="148108"/>
                    <a:pt x="220453" y="148747"/>
                    <a:pt x="221092" y="148747"/>
                  </a:cubicBezTo>
                  <a:lnTo>
                    <a:pt x="264544" y="183859"/>
                  </a:lnTo>
                  <a:cubicBezTo>
                    <a:pt x="266460" y="187051"/>
                    <a:pt x="267099" y="190881"/>
                    <a:pt x="264544" y="193435"/>
                  </a:cubicBezTo>
                  <a:lnTo>
                    <a:pt x="264544" y="193435"/>
                  </a:lnTo>
                  <a:close/>
                </a:path>
              </a:pathLst>
            </a:custGeom>
            <a:solidFill>
              <a:srgbClr val="007680"/>
            </a:solidFill>
            <a:ln w="6390" cap="flat">
              <a:noFill/>
              <a:prstDash val="solid"/>
              <a:miter/>
            </a:ln>
          </p:spPr>
          <p:txBody>
            <a:bodyPr rtlCol="0" anchor="ctr"/>
            <a:lstStyle/>
            <a:p>
              <a:endParaRPr lang="en-US"/>
            </a:p>
          </p:txBody>
        </p:sp>
        <p:sp>
          <p:nvSpPr>
            <p:cNvPr id="832" name="Graphic 5">
              <a:extLst>
                <a:ext uri="{FF2B5EF4-FFF2-40B4-BE49-F238E27FC236}">
                  <a16:creationId xmlns:a16="http://schemas.microsoft.com/office/drawing/2014/main" id="{43997A06-54B8-3343-B4C6-85AEE1BB4022}"/>
                </a:ext>
              </a:extLst>
            </p:cNvPr>
            <p:cNvSpPr/>
            <p:nvPr/>
          </p:nvSpPr>
          <p:spPr>
            <a:xfrm>
              <a:off x="4199466" y="1607649"/>
              <a:ext cx="56870" cy="31281"/>
            </a:xfrm>
            <a:custGeom>
              <a:avLst/>
              <a:gdLst>
                <a:gd name="connsiteX0" fmla="*/ 56870 w 56870"/>
                <a:gd name="connsiteY0" fmla="*/ 0 h 31281"/>
                <a:gd name="connsiteX1" fmla="*/ 0 w 56870"/>
                <a:gd name="connsiteY1" fmla="*/ 0 h 31281"/>
                <a:gd name="connsiteX2" fmla="*/ 0 w 56870"/>
                <a:gd name="connsiteY2" fmla="*/ 8938 h 31281"/>
                <a:gd name="connsiteX3" fmla="*/ 22365 w 56870"/>
                <a:gd name="connsiteY3" fmla="*/ 31282 h 31281"/>
                <a:gd name="connsiteX4" fmla="*/ 34505 w 56870"/>
                <a:gd name="connsiteY4" fmla="*/ 31282 h 31281"/>
                <a:gd name="connsiteX5" fmla="*/ 56870 w 56870"/>
                <a:gd name="connsiteY5" fmla="*/ 8938 h 3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870" h="31281">
                  <a:moveTo>
                    <a:pt x="56870" y="0"/>
                  </a:moveTo>
                  <a:lnTo>
                    <a:pt x="0" y="0"/>
                  </a:lnTo>
                  <a:lnTo>
                    <a:pt x="0" y="8938"/>
                  </a:lnTo>
                  <a:lnTo>
                    <a:pt x="22365" y="31282"/>
                  </a:lnTo>
                  <a:lnTo>
                    <a:pt x="34505" y="31282"/>
                  </a:lnTo>
                  <a:lnTo>
                    <a:pt x="56870" y="8938"/>
                  </a:lnTo>
                  <a:close/>
                </a:path>
              </a:pathLst>
            </a:custGeom>
            <a:solidFill>
              <a:srgbClr val="007680"/>
            </a:solidFill>
            <a:ln w="6390" cap="flat">
              <a:noFill/>
              <a:prstDash val="solid"/>
              <a:miter/>
            </a:ln>
          </p:spPr>
          <p:txBody>
            <a:bodyPr rtlCol="0" anchor="ctr"/>
            <a:lstStyle/>
            <a:p>
              <a:endParaRPr lang="en-US"/>
            </a:p>
          </p:txBody>
        </p:sp>
      </p:grpSp>
      <p:grpSp>
        <p:nvGrpSpPr>
          <p:cNvPr id="833" name="Graphic 5">
            <a:extLst>
              <a:ext uri="{FF2B5EF4-FFF2-40B4-BE49-F238E27FC236}">
                <a16:creationId xmlns:a16="http://schemas.microsoft.com/office/drawing/2014/main" id="{7ED36D21-9473-B04E-939C-E45EC1D3A09E}"/>
              </a:ext>
            </a:extLst>
          </p:cNvPr>
          <p:cNvGrpSpPr/>
          <p:nvPr/>
        </p:nvGrpSpPr>
        <p:grpSpPr>
          <a:xfrm>
            <a:off x="7193791" y="1881522"/>
            <a:ext cx="361670" cy="361971"/>
            <a:chOff x="7193791" y="1881522"/>
            <a:chExt cx="361670" cy="361971"/>
          </a:xfrm>
          <a:solidFill>
            <a:srgbClr val="007680"/>
          </a:solidFill>
        </p:grpSpPr>
        <p:sp>
          <p:nvSpPr>
            <p:cNvPr id="834" name="Graphic 5">
              <a:extLst>
                <a:ext uri="{FF2B5EF4-FFF2-40B4-BE49-F238E27FC236}">
                  <a16:creationId xmlns:a16="http://schemas.microsoft.com/office/drawing/2014/main" id="{87562AC2-C319-B84F-A2FC-AE0594BEE984}"/>
                </a:ext>
              </a:extLst>
            </p:cNvPr>
            <p:cNvSpPr/>
            <p:nvPr/>
          </p:nvSpPr>
          <p:spPr>
            <a:xfrm>
              <a:off x="7306254" y="1984304"/>
              <a:ext cx="136105" cy="48518"/>
            </a:xfrm>
            <a:custGeom>
              <a:avLst/>
              <a:gdLst>
                <a:gd name="connsiteX0" fmla="*/ 136105 w 136105"/>
                <a:gd name="connsiteY0" fmla="*/ 48518 h 48518"/>
                <a:gd name="connsiteX1" fmla="*/ 123965 w 136105"/>
                <a:gd name="connsiteY1" fmla="*/ 11491 h 48518"/>
                <a:gd name="connsiteX2" fmla="*/ 106712 w 136105"/>
                <a:gd name="connsiteY2" fmla="*/ 0 h 48518"/>
                <a:gd name="connsiteX3" fmla="*/ 29394 w 136105"/>
                <a:gd name="connsiteY3" fmla="*/ 0 h 48518"/>
                <a:gd name="connsiteX4" fmla="*/ 12141 w 136105"/>
                <a:gd name="connsiteY4" fmla="*/ 11491 h 48518"/>
                <a:gd name="connsiteX5" fmla="*/ 0 w 136105"/>
                <a:gd name="connsiteY5" fmla="*/ 48518 h 48518"/>
                <a:gd name="connsiteX6" fmla="*/ 136105 w 136105"/>
                <a:gd name="connsiteY6" fmla="*/ 48518 h 4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105" h="48518">
                  <a:moveTo>
                    <a:pt x="136105" y="48518"/>
                  </a:moveTo>
                  <a:lnTo>
                    <a:pt x="123965" y="11491"/>
                  </a:lnTo>
                  <a:cubicBezTo>
                    <a:pt x="120130" y="5107"/>
                    <a:pt x="113740" y="638"/>
                    <a:pt x="106712" y="0"/>
                  </a:cubicBezTo>
                  <a:lnTo>
                    <a:pt x="29394" y="0"/>
                  </a:lnTo>
                  <a:cubicBezTo>
                    <a:pt x="22365" y="638"/>
                    <a:pt x="15975" y="5107"/>
                    <a:pt x="12141" y="11491"/>
                  </a:cubicBezTo>
                  <a:lnTo>
                    <a:pt x="0" y="48518"/>
                  </a:lnTo>
                  <a:lnTo>
                    <a:pt x="136105" y="48518"/>
                  </a:lnTo>
                  <a:close/>
                </a:path>
              </a:pathLst>
            </a:custGeom>
            <a:solidFill>
              <a:srgbClr val="007680"/>
            </a:solidFill>
            <a:ln w="6390" cap="flat">
              <a:noFill/>
              <a:prstDash val="solid"/>
              <a:miter/>
            </a:ln>
          </p:spPr>
          <p:txBody>
            <a:bodyPr rtlCol="0" anchor="ctr"/>
            <a:lstStyle/>
            <a:p>
              <a:endParaRPr lang="en-US"/>
            </a:p>
          </p:txBody>
        </p:sp>
        <p:sp>
          <p:nvSpPr>
            <p:cNvPr id="835" name="Graphic 5">
              <a:extLst>
                <a:ext uri="{FF2B5EF4-FFF2-40B4-BE49-F238E27FC236}">
                  <a16:creationId xmlns:a16="http://schemas.microsoft.com/office/drawing/2014/main" id="{821BC12C-A70E-7C47-AD64-D93BE1C25298}"/>
                </a:ext>
              </a:extLst>
            </p:cNvPr>
            <p:cNvSpPr/>
            <p:nvPr/>
          </p:nvSpPr>
          <p:spPr>
            <a:xfrm>
              <a:off x="7273005" y="2045590"/>
              <a:ext cx="202582" cy="71521"/>
            </a:xfrm>
            <a:custGeom>
              <a:avLst/>
              <a:gdLst>
                <a:gd name="connsiteX0" fmla="*/ 202582 w 202582"/>
                <a:gd name="connsiteY0" fmla="*/ 56179 h 71521"/>
                <a:gd name="connsiteX1" fmla="*/ 202582 w 202582"/>
                <a:gd name="connsiteY1" fmla="*/ 54902 h 71521"/>
                <a:gd name="connsiteX2" fmla="*/ 202582 w 202582"/>
                <a:gd name="connsiteY2" fmla="*/ 31920 h 71521"/>
                <a:gd name="connsiteX3" fmla="*/ 171910 w 202582"/>
                <a:gd name="connsiteY3" fmla="*/ 0 h 71521"/>
                <a:gd name="connsiteX4" fmla="*/ 30693 w 202582"/>
                <a:gd name="connsiteY4" fmla="*/ 0 h 71521"/>
                <a:gd name="connsiteX5" fmla="*/ 21 w 202582"/>
                <a:gd name="connsiteY5" fmla="*/ 31920 h 71521"/>
                <a:gd name="connsiteX6" fmla="*/ 21 w 202582"/>
                <a:gd name="connsiteY6" fmla="*/ 54264 h 71521"/>
                <a:gd name="connsiteX7" fmla="*/ 105455 w 202582"/>
                <a:gd name="connsiteY7" fmla="*/ 71501 h 71521"/>
                <a:gd name="connsiteX8" fmla="*/ 202582 w 202582"/>
                <a:gd name="connsiteY8" fmla="*/ 56179 h 71521"/>
                <a:gd name="connsiteX9" fmla="*/ 31971 w 202582"/>
                <a:gd name="connsiteY9" fmla="*/ 50434 h 71521"/>
                <a:gd name="connsiteX10" fmla="*/ 13440 w 202582"/>
                <a:gd name="connsiteY10" fmla="*/ 31920 h 71521"/>
                <a:gd name="connsiteX11" fmla="*/ 31971 w 202582"/>
                <a:gd name="connsiteY11" fmla="*/ 13406 h 71521"/>
                <a:gd name="connsiteX12" fmla="*/ 50502 w 202582"/>
                <a:gd name="connsiteY12" fmla="*/ 31920 h 71521"/>
                <a:gd name="connsiteX13" fmla="*/ 31971 w 202582"/>
                <a:gd name="connsiteY13" fmla="*/ 50434 h 71521"/>
                <a:gd name="connsiteX14" fmla="*/ 31971 w 202582"/>
                <a:gd name="connsiteY14" fmla="*/ 50434 h 71521"/>
                <a:gd name="connsiteX15" fmla="*/ 31971 w 202582"/>
                <a:gd name="connsiteY15" fmla="*/ 50434 h 71521"/>
                <a:gd name="connsiteX16" fmla="*/ 124625 w 202582"/>
                <a:gd name="connsiteY16" fmla="*/ 38304 h 71521"/>
                <a:gd name="connsiteX17" fmla="*/ 78617 w 202582"/>
                <a:gd name="connsiteY17" fmla="*/ 38304 h 71521"/>
                <a:gd name="connsiteX18" fmla="*/ 72228 w 202582"/>
                <a:gd name="connsiteY18" fmla="*/ 31920 h 71521"/>
                <a:gd name="connsiteX19" fmla="*/ 78617 w 202582"/>
                <a:gd name="connsiteY19" fmla="*/ 25536 h 71521"/>
                <a:gd name="connsiteX20" fmla="*/ 124625 w 202582"/>
                <a:gd name="connsiteY20" fmla="*/ 25536 h 71521"/>
                <a:gd name="connsiteX21" fmla="*/ 131015 w 202582"/>
                <a:gd name="connsiteY21" fmla="*/ 31920 h 71521"/>
                <a:gd name="connsiteX22" fmla="*/ 124625 w 202582"/>
                <a:gd name="connsiteY22" fmla="*/ 38304 h 71521"/>
                <a:gd name="connsiteX23" fmla="*/ 170633 w 202582"/>
                <a:gd name="connsiteY23" fmla="*/ 50434 h 71521"/>
                <a:gd name="connsiteX24" fmla="*/ 152102 w 202582"/>
                <a:gd name="connsiteY24" fmla="*/ 31920 h 71521"/>
                <a:gd name="connsiteX25" fmla="*/ 170633 w 202582"/>
                <a:gd name="connsiteY25" fmla="*/ 13406 h 71521"/>
                <a:gd name="connsiteX26" fmla="*/ 189164 w 202582"/>
                <a:gd name="connsiteY26" fmla="*/ 31920 h 71521"/>
                <a:gd name="connsiteX27" fmla="*/ 170633 w 202582"/>
                <a:gd name="connsiteY27" fmla="*/ 50434 h 71521"/>
                <a:gd name="connsiteX28" fmla="*/ 170633 w 202582"/>
                <a:gd name="connsiteY28" fmla="*/ 50434 h 7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02582" h="71521">
                  <a:moveTo>
                    <a:pt x="202582" y="56179"/>
                  </a:moveTo>
                  <a:cubicBezTo>
                    <a:pt x="202582" y="55541"/>
                    <a:pt x="202582" y="55541"/>
                    <a:pt x="202582" y="54902"/>
                  </a:cubicBezTo>
                  <a:lnTo>
                    <a:pt x="202582" y="31920"/>
                  </a:lnTo>
                  <a:cubicBezTo>
                    <a:pt x="202582" y="14683"/>
                    <a:pt x="189164" y="638"/>
                    <a:pt x="171910" y="0"/>
                  </a:cubicBezTo>
                  <a:lnTo>
                    <a:pt x="30693" y="0"/>
                  </a:lnTo>
                  <a:cubicBezTo>
                    <a:pt x="13440" y="638"/>
                    <a:pt x="-618" y="14683"/>
                    <a:pt x="21" y="31920"/>
                  </a:cubicBezTo>
                  <a:lnTo>
                    <a:pt x="21" y="54264"/>
                  </a:lnTo>
                  <a:cubicBezTo>
                    <a:pt x="1299" y="56179"/>
                    <a:pt x="13440" y="71501"/>
                    <a:pt x="105455" y="71501"/>
                  </a:cubicBezTo>
                  <a:cubicBezTo>
                    <a:pt x="191719" y="72139"/>
                    <a:pt x="201944" y="58094"/>
                    <a:pt x="202582" y="56179"/>
                  </a:cubicBezTo>
                  <a:close/>
                  <a:moveTo>
                    <a:pt x="31971" y="50434"/>
                  </a:moveTo>
                  <a:cubicBezTo>
                    <a:pt x="21747" y="50434"/>
                    <a:pt x="13440" y="42134"/>
                    <a:pt x="13440" y="31920"/>
                  </a:cubicBezTo>
                  <a:cubicBezTo>
                    <a:pt x="13440" y="21706"/>
                    <a:pt x="21747" y="13406"/>
                    <a:pt x="31971" y="13406"/>
                  </a:cubicBezTo>
                  <a:cubicBezTo>
                    <a:pt x="42195" y="13406"/>
                    <a:pt x="50502" y="21706"/>
                    <a:pt x="50502" y="31920"/>
                  </a:cubicBezTo>
                  <a:cubicBezTo>
                    <a:pt x="50502" y="42134"/>
                    <a:pt x="42195" y="50434"/>
                    <a:pt x="31971" y="50434"/>
                  </a:cubicBezTo>
                  <a:cubicBezTo>
                    <a:pt x="31971" y="50434"/>
                    <a:pt x="31971" y="50434"/>
                    <a:pt x="31971" y="50434"/>
                  </a:cubicBezTo>
                  <a:lnTo>
                    <a:pt x="31971" y="50434"/>
                  </a:lnTo>
                  <a:close/>
                  <a:moveTo>
                    <a:pt x="124625" y="38304"/>
                  </a:moveTo>
                  <a:lnTo>
                    <a:pt x="78617" y="38304"/>
                  </a:lnTo>
                  <a:cubicBezTo>
                    <a:pt x="74784" y="38304"/>
                    <a:pt x="72228" y="35750"/>
                    <a:pt x="72228" y="31920"/>
                  </a:cubicBezTo>
                  <a:cubicBezTo>
                    <a:pt x="72228" y="28090"/>
                    <a:pt x="74784" y="25536"/>
                    <a:pt x="78617" y="25536"/>
                  </a:cubicBezTo>
                  <a:lnTo>
                    <a:pt x="124625" y="25536"/>
                  </a:lnTo>
                  <a:cubicBezTo>
                    <a:pt x="128459" y="25536"/>
                    <a:pt x="131015" y="28090"/>
                    <a:pt x="131015" y="31920"/>
                  </a:cubicBezTo>
                  <a:cubicBezTo>
                    <a:pt x="131015" y="35750"/>
                    <a:pt x="127820" y="38304"/>
                    <a:pt x="124625" y="38304"/>
                  </a:cubicBezTo>
                  <a:close/>
                  <a:moveTo>
                    <a:pt x="170633" y="50434"/>
                  </a:moveTo>
                  <a:cubicBezTo>
                    <a:pt x="160409" y="50434"/>
                    <a:pt x="152102" y="42134"/>
                    <a:pt x="152102" y="31920"/>
                  </a:cubicBezTo>
                  <a:cubicBezTo>
                    <a:pt x="152102" y="21706"/>
                    <a:pt x="160409" y="13406"/>
                    <a:pt x="170633" y="13406"/>
                  </a:cubicBezTo>
                  <a:cubicBezTo>
                    <a:pt x="180856" y="13406"/>
                    <a:pt x="189164" y="21706"/>
                    <a:pt x="189164" y="31920"/>
                  </a:cubicBezTo>
                  <a:cubicBezTo>
                    <a:pt x="189164" y="42134"/>
                    <a:pt x="180856" y="50434"/>
                    <a:pt x="170633" y="50434"/>
                  </a:cubicBezTo>
                  <a:lnTo>
                    <a:pt x="170633" y="50434"/>
                  </a:lnTo>
                  <a:close/>
                </a:path>
              </a:pathLst>
            </a:custGeom>
            <a:solidFill>
              <a:srgbClr val="007680"/>
            </a:solidFill>
            <a:ln w="6390" cap="flat">
              <a:noFill/>
              <a:prstDash val="solid"/>
              <a:miter/>
            </a:ln>
          </p:spPr>
          <p:txBody>
            <a:bodyPr rtlCol="0" anchor="ctr"/>
            <a:lstStyle/>
            <a:p>
              <a:endParaRPr lang="en-US"/>
            </a:p>
          </p:txBody>
        </p:sp>
        <p:sp>
          <p:nvSpPr>
            <p:cNvPr id="836" name="Graphic 5">
              <a:extLst>
                <a:ext uri="{FF2B5EF4-FFF2-40B4-BE49-F238E27FC236}">
                  <a16:creationId xmlns:a16="http://schemas.microsoft.com/office/drawing/2014/main" id="{3D5739DC-EDDF-2143-A5C0-1C13DFA959A2}"/>
                </a:ext>
              </a:extLst>
            </p:cNvPr>
            <p:cNvSpPr/>
            <p:nvPr/>
          </p:nvSpPr>
          <p:spPr>
            <a:xfrm>
              <a:off x="7280694" y="2119644"/>
              <a:ext cx="25559" cy="21067"/>
            </a:xfrm>
            <a:custGeom>
              <a:avLst/>
              <a:gdLst>
                <a:gd name="connsiteX0" fmla="*/ 0 w 25559"/>
                <a:gd name="connsiteY0" fmla="*/ 21067 h 21067"/>
                <a:gd name="connsiteX1" fmla="*/ 25560 w 25559"/>
                <a:gd name="connsiteY1" fmla="*/ 21067 h 21067"/>
                <a:gd name="connsiteX2" fmla="*/ 25560 w 25559"/>
                <a:gd name="connsiteY2" fmla="*/ 6384 h 21067"/>
                <a:gd name="connsiteX3" fmla="*/ 0 w 25559"/>
                <a:gd name="connsiteY3" fmla="*/ 0 h 21067"/>
                <a:gd name="connsiteX4" fmla="*/ 0 w 25559"/>
                <a:gd name="connsiteY4" fmla="*/ 21067 h 21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59" h="21067">
                  <a:moveTo>
                    <a:pt x="0" y="21067"/>
                  </a:moveTo>
                  <a:lnTo>
                    <a:pt x="25560" y="21067"/>
                  </a:lnTo>
                  <a:lnTo>
                    <a:pt x="25560" y="6384"/>
                  </a:lnTo>
                  <a:cubicBezTo>
                    <a:pt x="16614" y="5107"/>
                    <a:pt x="8306" y="3192"/>
                    <a:pt x="0" y="0"/>
                  </a:cubicBezTo>
                  <a:lnTo>
                    <a:pt x="0" y="21067"/>
                  </a:lnTo>
                  <a:close/>
                </a:path>
              </a:pathLst>
            </a:custGeom>
            <a:solidFill>
              <a:srgbClr val="007680"/>
            </a:solidFill>
            <a:ln w="6390" cap="flat">
              <a:noFill/>
              <a:prstDash val="solid"/>
              <a:miter/>
            </a:ln>
          </p:spPr>
          <p:txBody>
            <a:bodyPr rtlCol="0" anchor="ctr"/>
            <a:lstStyle/>
            <a:p>
              <a:endParaRPr lang="en-US"/>
            </a:p>
          </p:txBody>
        </p:sp>
        <p:sp>
          <p:nvSpPr>
            <p:cNvPr id="837" name="Graphic 5">
              <a:extLst>
                <a:ext uri="{FF2B5EF4-FFF2-40B4-BE49-F238E27FC236}">
                  <a16:creationId xmlns:a16="http://schemas.microsoft.com/office/drawing/2014/main" id="{50CC1444-E11A-0642-B954-32CA9E17F4B6}"/>
                </a:ext>
              </a:extLst>
            </p:cNvPr>
            <p:cNvSpPr/>
            <p:nvPr/>
          </p:nvSpPr>
          <p:spPr>
            <a:xfrm>
              <a:off x="7193791" y="1881522"/>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92659 w 361670"/>
                <a:gd name="connsiteY7" fmla="*/ 227908 h 361971"/>
                <a:gd name="connsiteX8" fmla="*/ 286908 w 361670"/>
                <a:gd name="connsiteY8" fmla="*/ 233015 h 361971"/>
                <a:gd name="connsiteX9" fmla="*/ 286908 w 361670"/>
                <a:gd name="connsiteY9" fmla="*/ 234292 h 361971"/>
                <a:gd name="connsiteX10" fmla="*/ 286908 w 361670"/>
                <a:gd name="connsiteY10" fmla="*/ 264935 h 361971"/>
                <a:gd name="connsiteX11" fmla="*/ 280518 w 361670"/>
                <a:gd name="connsiteY11" fmla="*/ 271319 h 361971"/>
                <a:gd name="connsiteX12" fmla="*/ 242178 w 361670"/>
                <a:gd name="connsiteY12" fmla="*/ 271319 h 361971"/>
                <a:gd name="connsiteX13" fmla="*/ 235788 w 361670"/>
                <a:gd name="connsiteY13" fmla="*/ 264935 h 361971"/>
                <a:gd name="connsiteX14" fmla="*/ 235788 w 361670"/>
                <a:gd name="connsiteY14" fmla="*/ 245783 h 361971"/>
                <a:gd name="connsiteX15" fmla="*/ 184030 w 361670"/>
                <a:gd name="connsiteY15" fmla="*/ 247698 h 361971"/>
                <a:gd name="connsiteX16" fmla="*/ 125243 w 361670"/>
                <a:gd name="connsiteY16" fmla="*/ 244506 h 361971"/>
                <a:gd name="connsiteX17" fmla="*/ 125243 w 361670"/>
                <a:gd name="connsiteY17" fmla="*/ 264297 h 361971"/>
                <a:gd name="connsiteX18" fmla="*/ 118853 w 361670"/>
                <a:gd name="connsiteY18" fmla="*/ 270681 h 361971"/>
                <a:gd name="connsiteX19" fmla="*/ 80513 w 361670"/>
                <a:gd name="connsiteY19" fmla="*/ 270681 h 361971"/>
                <a:gd name="connsiteX20" fmla="*/ 74123 w 361670"/>
                <a:gd name="connsiteY20" fmla="*/ 264297 h 361971"/>
                <a:gd name="connsiteX21" fmla="*/ 74123 w 361670"/>
                <a:gd name="connsiteY21" fmla="*/ 233654 h 361971"/>
                <a:gd name="connsiteX22" fmla="*/ 74762 w 361670"/>
                <a:gd name="connsiteY22" fmla="*/ 231100 h 361971"/>
                <a:gd name="connsiteX23" fmla="*/ 70289 w 361670"/>
                <a:gd name="connsiteY23" fmla="*/ 227908 h 361971"/>
                <a:gd name="connsiteX24" fmla="*/ 65816 w 361670"/>
                <a:gd name="connsiteY24" fmla="*/ 218332 h 361971"/>
                <a:gd name="connsiteX25" fmla="*/ 65816 w 361670"/>
                <a:gd name="connsiteY25" fmla="*/ 195350 h 361971"/>
                <a:gd name="connsiteX26" fmla="*/ 97766 w 361670"/>
                <a:gd name="connsiteY26" fmla="*/ 151939 h 361971"/>
                <a:gd name="connsiteX27" fmla="*/ 99044 w 361670"/>
                <a:gd name="connsiteY27" fmla="*/ 147470 h 361971"/>
                <a:gd name="connsiteX28" fmla="*/ 87542 w 361670"/>
                <a:gd name="connsiteY28" fmla="*/ 147470 h 361971"/>
                <a:gd name="connsiteX29" fmla="*/ 81152 w 361670"/>
                <a:gd name="connsiteY29" fmla="*/ 141086 h 361971"/>
                <a:gd name="connsiteX30" fmla="*/ 87542 w 361670"/>
                <a:gd name="connsiteY30" fmla="*/ 134702 h 361971"/>
                <a:gd name="connsiteX31" fmla="*/ 102878 w 361670"/>
                <a:gd name="connsiteY31" fmla="*/ 134702 h 361971"/>
                <a:gd name="connsiteX32" fmla="*/ 103517 w 361670"/>
                <a:gd name="connsiteY32" fmla="*/ 134702 h 361971"/>
                <a:gd name="connsiteX33" fmla="*/ 112463 w 361670"/>
                <a:gd name="connsiteY33" fmla="*/ 108528 h 361971"/>
                <a:gd name="connsiteX34" fmla="*/ 113102 w 361670"/>
                <a:gd name="connsiteY34" fmla="*/ 107251 h 361971"/>
                <a:gd name="connsiteX35" fmla="*/ 141856 w 361670"/>
                <a:gd name="connsiteY35" fmla="*/ 88737 h 361971"/>
                <a:gd name="connsiteX36" fmla="*/ 219174 w 361670"/>
                <a:gd name="connsiteY36" fmla="*/ 88737 h 361971"/>
                <a:gd name="connsiteX37" fmla="*/ 247929 w 361670"/>
                <a:gd name="connsiteY37" fmla="*/ 107251 h 361971"/>
                <a:gd name="connsiteX38" fmla="*/ 248568 w 361670"/>
                <a:gd name="connsiteY38" fmla="*/ 108528 h 361971"/>
                <a:gd name="connsiteX39" fmla="*/ 257514 w 361670"/>
                <a:gd name="connsiteY39" fmla="*/ 134702 h 361971"/>
                <a:gd name="connsiteX40" fmla="*/ 258153 w 361670"/>
                <a:gd name="connsiteY40" fmla="*/ 134702 h 361971"/>
                <a:gd name="connsiteX41" fmla="*/ 273489 w 361670"/>
                <a:gd name="connsiteY41" fmla="*/ 134702 h 361971"/>
                <a:gd name="connsiteX42" fmla="*/ 279879 w 361670"/>
                <a:gd name="connsiteY42" fmla="*/ 141086 h 361971"/>
                <a:gd name="connsiteX43" fmla="*/ 273489 w 361670"/>
                <a:gd name="connsiteY43" fmla="*/ 147470 h 361971"/>
                <a:gd name="connsiteX44" fmla="*/ 261987 w 361670"/>
                <a:gd name="connsiteY44" fmla="*/ 147470 h 361971"/>
                <a:gd name="connsiteX45" fmla="*/ 263265 w 361670"/>
                <a:gd name="connsiteY45" fmla="*/ 151939 h 361971"/>
                <a:gd name="connsiteX46" fmla="*/ 295215 w 361670"/>
                <a:gd name="connsiteY46" fmla="*/ 195350 h 361971"/>
                <a:gd name="connsiteX47" fmla="*/ 295215 w 361670"/>
                <a:gd name="connsiteY47" fmla="*/ 217694 h 361971"/>
                <a:gd name="connsiteX48" fmla="*/ 292659 w 361670"/>
                <a:gd name="connsiteY48" fmla="*/ 22790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61670" h="361971">
                  <a:moveTo>
                    <a:pt x="180835" y="0"/>
                  </a:moveTo>
                  <a:cubicBezTo>
                    <a:pt x="80513" y="0"/>
                    <a:pt x="0" y="81076"/>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1670" y="81076"/>
                    <a:pt x="280518" y="0"/>
                    <a:pt x="180835" y="0"/>
                  </a:cubicBezTo>
                  <a:cubicBezTo>
                    <a:pt x="180835" y="0"/>
                    <a:pt x="180835" y="0"/>
                    <a:pt x="180835" y="0"/>
                  </a:cubicBezTo>
                  <a:close/>
                  <a:moveTo>
                    <a:pt x="292659" y="227908"/>
                  </a:moveTo>
                  <a:cubicBezTo>
                    <a:pt x="291381" y="229823"/>
                    <a:pt x="289464" y="231738"/>
                    <a:pt x="286908" y="233015"/>
                  </a:cubicBezTo>
                  <a:cubicBezTo>
                    <a:pt x="286908" y="233654"/>
                    <a:pt x="286908" y="233654"/>
                    <a:pt x="286908" y="234292"/>
                  </a:cubicBezTo>
                  <a:lnTo>
                    <a:pt x="286908" y="264935"/>
                  </a:lnTo>
                  <a:cubicBezTo>
                    <a:pt x="286908" y="268766"/>
                    <a:pt x="284352" y="271319"/>
                    <a:pt x="280518" y="271319"/>
                  </a:cubicBezTo>
                  <a:lnTo>
                    <a:pt x="242178" y="271319"/>
                  </a:lnTo>
                  <a:cubicBezTo>
                    <a:pt x="238344" y="271319"/>
                    <a:pt x="235788" y="268766"/>
                    <a:pt x="235788" y="264935"/>
                  </a:cubicBezTo>
                  <a:lnTo>
                    <a:pt x="235788" y="245783"/>
                  </a:lnTo>
                  <a:cubicBezTo>
                    <a:pt x="221092" y="247060"/>
                    <a:pt x="203838" y="247698"/>
                    <a:pt x="184030" y="247698"/>
                  </a:cubicBezTo>
                  <a:cubicBezTo>
                    <a:pt x="164221" y="247698"/>
                    <a:pt x="144412" y="247060"/>
                    <a:pt x="125243" y="244506"/>
                  </a:cubicBezTo>
                  <a:lnTo>
                    <a:pt x="125243" y="264297"/>
                  </a:lnTo>
                  <a:cubicBezTo>
                    <a:pt x="125243" y="268127"/>
                    <a:pt x="122686" y="270681"/>
                    <a:pt x="118853" y="270681"/>
                  </a:cubicBezTo>
                  <a:lnTo>
                    <a:pt x="80513" y="270681"/>
                  </a:lnTo>
                  <a:cubicBezTo>
                    <a:pt x="76679" y="270681"/>
                    <a:pt x="74123" y="268127"/>
                    <a:pt x="74123" y="264297"/>
                  </a:cubicBezTo>
                  <a:lnTo>
                    <a:pt x="74123" y="233654"/>
                  </a:lnTo>
                  <a:cubicBezTo>
                    <a:pt x="74123" y="232377"/>
                    <a:pt x="74123" y="231738"/>
                    <a:pt x="74762" y="231100"/>
                  </a:cubicBezTo>
                  <a:cubicBezTo>
                    <a:pt x="73484" y="229823"/>
                    <a:pt x="71567" y="229185"/>
                    <a:pt x="70289" y="227908"/>
                  </a:cubicBezTo>
                  <a:cubicBezTo>
                    <a:pt x="67733" y="225355"/>
                    <a:pt x="65816" y="222163"/>
                    <a:pt x="65816" y="218332"/>
                  </a:cubicBezTo>
                  <a:lnTo>
                    <a:pt x="65816" y="195350"/>
                  </a:lnTo>
                  <a:cubicBezTo>
                    <a:pt x="65816" y="175560"/>
                    <a:pt x="78596" y="157684"/>
                    <a:pt x="97766" y="151939"/>
                  </a:cubicBezTo>
                  <a:lnTo>
                    <a:pt x="99044" y="147470"/>
                  </a:lnTo>
                  <a:lnTo>
                    <a:pt x="87542" y="147470"/>
                  </a:lnTo>
                  <a:cubicBezTo>
                    <a:pt x="83708" y="147470"/>
                    <a:pt x="81152" y="144916"/>
                    <a:pt x="81152" y="141086"/>
                  </a:cubicBezTo>
                  <a:cubicBezTo>
                    <a:pt x="81152" y="137256"/>
                    <a:pt x="83708" y="134702"/>
                    <a:pt x="87542" y="134702"/>
                  </a:cubicBezTo>
                  <a:lnTo>
                    <a:pt x="102878" y="134702"/>
                  </a:lnTo>
                  <a:lnTo>
                    <a:pt x="103517" y="134702"/>
                  </a:lnTo>
                  <a:lnTo>
                    <a:pt x="112463" y="108528"/>
                  </a:lnTo>
                  <a:lnTo>
                    <a:pt x="113102" y="107251"/>
                  </a:lnTo>
                  <a:cubicBezTo>
                    <a:pt x="113740" y="106612"/>
                    <a:pt x="123325" y="88737"/>
                    <a:pt x="141856" y="88737"/>
                  </a:cubicBezTo>
                  <a:lnTo>
                    <a:pt x="219174" y="88737"/>
                  </a:lnTo>
                  <a:cubicBezTo>
                    <a:pt x="237705" y="88737"/>
                    <a:pt x="247290" y="106612"/>
                    <a:pt x="247929" y="107251"/>
                  </a:cubicBezTo>
                  <a:cubicBezTo>
                    <a:pt x="247929" y="107889"/>
                    <a:pt x="247929" y="107889"/>
                    <a:pt x="248568" y="108528"/>
                  </a:cubicBezTo>
                  <a:lnTo>
                    <a:pt x="257514" y="134702"/>
                  </a:lnTo>
                  <a:lnTo>
                    <a:pt x="258153" y="134702"/>
                  </a:lnTo>
                  <a:lnTo>
                    <a:pt x="273489" y="134702"/>
                  </a:lnTo>
                  <a:cubicBezTo>
                    <a:pt x="277323" y="134702"/>
                    <a:pt x="279879" y="137256"/>
                    <a:pt x="279879" y="141086"/>
                  </a:cubicBezTo>
                  <a:cubicBezTo>
                    <a:pt x="279879" y="144916"/>
                    <a:pt x="277323" y="147470"/>
                    <a:pt x="273489" y="147470"/>
                  </a:cubicBezTo>
                  <a:lnTo>
                    <a:pt x="261987" y="147470"/>
                  </a:lnTo>
                  <a:lnTo>
                    <a:pt x="263265" y="151939"/>
                  </a:lnTo>
                  <a:cubicBezTo>
                    <a:pt x="282435" y="157684"/>
                    <a:pt x="295215" y="175560"/>
                    <a:pt x="295215" y="195350"/>
                  </a:cubicBezTo>
                  <a:lnTo>
                    <a:pt x="295215" y="217694"/>
                  </a:lnTo>
                  <a:cubicBezTo>
                    <a:pt x="295215" y="221524"/>
                    <a:pt x="294576" y="225355"/>
                    <a:pt x="292659" y="227908"/>
                  </a:cubicBezTo>
                  <a:close/>
                </a:path>
              </a:pathLst>
            </a:custGeom>
            <a:solidFill>
              <a:srgbClr val="007680"/>
            </a:solidFill>
            <a:ln w="6390" cap="flat">
              <a:noFill/>
              <a:prstDash val="solid"/>
              <a:miter/>
            </a:ln>
          </p:spPr>
          <p:txBody>
            <a:bodyPr rtlCol="0" anchor="ctr"/>
            <a:lstStyle/>
            <a:p>
              <a:endParaRPr lang="en-US"/>
            </a:p>
          </p:txBody>
        </p:sp>
        <p:sp>
          <p:nvSpPr>
            <p:cNvPr id="838" name="Graphic 5">
              <a:extLst>
                <a:ext uri="{FF2B5EF4-FFF2-40B4-BE49-F238E27FC236}">
                  <a16:creationId xmlns:a16="http://schemas.microsoft.com/office/drawing/2014/main" id="{CA02CF08-C84D-6743-A976-335C9BAF836C}"/>
                </a:ext>
              </a:extLst>
            </p:cNvPr>
            <p:cNvSpPr/>
            <p:nvPr/>
          </p:nvSpPr>
          <p:spPr>
            <a:xfrm>
              <a:off x="7442359" y="2120921"/>
              <a:ext cx="25559" cy="19790"/>
            </a:xfrm>
            <a:custGeom>
              <a:avLst/>
              <a:gdLst>
                <a:gd name="connsiteX0" fmla="*/ 0 w 25559"/>
                <a:gd name="connsiteY0" fmla="*/ 19790 h 19790"/>
                <a:gd name="connsiteX1" fmla="*/ 25560 w 25559"/>
                <a:gd name="connsiteY1" fmla="*/ 19790 h 19790"/>
                <a:gd name="connsiteX2" fmla="*/ 25560 w 25559"/>
                <a:gd name="connsiteY2" fmla="*/ 0 h 19790"/>
                <a:gd name="connsiteX3" fmla="*/ 0 w 25559"/>
                <a:gd name="connsiteY3" fmla="*/ 5746 h 19790"/>
                <a:gd name="connsiteX4" fmla="*/ 0 w 25559"/>
                <a:gd name="connsiteY4" fmla="*/ 19790 h 19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59" h="19790">
                  <a:moveTo>
                    <a:pt x="0" y="19790"/>
                  </a:moveTo>
                  <a:lnTo>
                    <a:pt x="25560" y="19790"/>
                  </a:lnTo>
                  <a:lnTo>
                    <a:pt x="25560" y="0"/>
                  </a:lnTo>
                  <a:cubicBezTo>
                    <a:pt x="17253" y="2554"/>
                    <a:pt x="8946" y="4469"/>
                    <a:pt x="0" y="5746"/>
                  </a:cubicBezTo>
                  <a:lnTo>
                    <a:pt x="0" y="19790"/>
                  </a:lnTo>
                  <a:close/>
                </a:path>
              </a:pathLst>
            </a:custGeom>
            <a:solidFill>
              <a:srgbClr val="007680"/>
            </a:solidFill>
            <a:ln w="6390" cap="flat">
              <a:noFill/>
              <a:prstDash val="solid"/>
              <a:miter/>
            </a:ln>
          </p:spPr>
          <p:txBody>
            <a:bodyPr rtlCol="0" anchor="ctr"/>
            <a:lstStyle/>
            <a:p>
              <a:endParaRPr lang="en-US"/>
            </a:p>
          </p:txBody>
        </p:sp>
      </p:grpSp>
      <p:grpSp>
        <p:nvGrpSpPr>
          <p:cNvPr id="839" name="Graphic 5">
            <a:extLst>
              <a:ext uri="{FF2B5EF4-FFF2-40B4-BE49-F238E27FC236}">
                <a16:creationId xmlns:a16="http://schemas.microsoft.com/office/drawing/2014/main" id="{7EF0EDC3-9FDF-464D-88C4-D1645F36B964}"/>
              </a:ext>
            </a:extLst>
          </p:cNvPr>
          <p:cNvGrpSpPr/>
          <p:nvPr/>
        </p:nvGrpSpPr>
        <p:grpSpPr>
          <a:xfrm>
            <a:off x="7193791" y="2856356"/>
            <a:ext cx="361670" cy="361971"/>
            <a:chOff x="7193791" y="2856356"/>
            <a:chExt cx="361670" cy="361971"/>
          </a:xfrm>
          <a:solidFill>
            <a:srgbClr val="007680"/>
          </a:solidFill>
        </p:grpSpPr>
        <p:sp>
          <p:nvSpPr>
            <p:cNvPr id="840" name="Graphic 5">
              <a:extLst>
                <a:ext uri="{FF2B5EF4-FFF2-40B4-BE49-F238E27FC236}">
                  <a16:creationId xmlns:a16="http://schemas.microsoft.com/office/drawing/2014/main" id="{F711DB69-0D05-CB44-9D3A-5D33D1DF83F9}"/>
                </a:ext>
              </a:extLst>
            </p:cNvPr>
            <p:cNvSpPr/>
            <p:nvPr/>
          </p:nvSpPr>
          <p:spPr>
            <a:xfrm>
              <a:off x="7193791" y="2856356"/>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187225 w 361670"/>
                <a:gd name="connsiteY7" fmla="*/ 229185 h 361971"/>
                <a:gd name="connsiteX8" fmla="*/ 187225 w 361670"/>
                <a:gd name="connsiteY8" fmla="*/ 259190 h 361971"/>
                <a:gd name="connsiteX9" fmla="*/ 209589 w 361670"/>
                <a:gd name="connsiteY9" fmla="*/ 259190 h 361971"/>
                <a:gd name="connsiteX10" fmla="*/ 215979 w 361670"/>
                <a:gd name="connsiteY10" fmla="*/ 265574 h 361971"/>
                <a:gd name="connsiteX11" fmla="*/ 209589 w 361670"/>
                <a:gd name="connsiteY11" fmla="*/ 271958 h 361971"/>
                <a:gd name="connsiteX12" fmla="*/ 187225 w 361670"/>
                <a:gd name="connsiteY12" fmla="*/ 271958 h 361971"/>
                <a:gd name="connsiteX13" fmla="*/ 187225 w 361670"/>
                <a:gd name="connsiteY13" fmla="*/ 295579 h 361971"/>
                <a:gd name="connsiteX14" fmla="*/ 180835 w 361670"/>
                <a:gd name="connsiteY14" fmla="*/ 301962 h 361971"/>
                <a:gd name="connsiteX15" fmla="*/ 174445 w 361670"/>
                <a:gd name="connsiteY15" fmla="*/ 295579 h 361971"/>
                <a:gd name="connsiteX16" fmla="*/ 174445 w 361670"/>
                <a:gd name="connsiteY16" fmla="*/ 271958 h 361971"/>
                <a:gd name="connsiteX17" fmla="*/ 152080 w 361670"/>
                <a:gd name="connsiteY17" fmla="*/ 271958 h 361971"/>
                <a:gd name="connsiteX18" fmla="*/ 145690 w 361670"/>
                <a:gd name="connsiteY18" fmla="*/ 265574 h 361971"/>
                <a:gd name="connsiteX19" fmla="*/ 152080 w 361670"/>
                <a:gd name="connsiteY19" fmla="*/ 259190 h 361971"/>
                <a:gd name="connsiteX20" fmla="*/ 174445 w 361670"/>
                <a:gd name="connsiteY20" fmla="*/ 259190 h 361971"/>
                <a:gd name="connsiteX21" fmla="*/ 174445 w 361670"/>
                <a:gd name="connsiteY21" fmla="*/ 229185 h 361971"/>
                <a:gd name="connsiteX22" fmla="*/ 96488 w 361670"/>
                <a:gd name="connsiteY22" fmla="*/ 138533 h 361971"/>
                <a:gd name="connsiteX23" fmla="*/ 187225 w 361670"/>
                <a:gd name="connsiteY23" fmla="*/ 60648 h 361971"/>
                <a:gd name="connsiteX24" fmla="*/ 265182 w 361670"/>
                <a:gd name="connsiteY24" fmla="*/ 151300 h 361971"/>
                <a:gd name="connsiteX25" fmla="*/ 187225 w 361670"/>
                <a:gd name="connsiteY25" fmla="*/ 229185 h 361971"/>
                <a:gd name="connsiteX26" fmla="*/ 187225 w 361670"/>
                <a:gd name="connsiteY26" fmla="*/ 22918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1670" h="361971">
                  <a:moveTo>
                    <a:pt x="180835" y="0"/>
                  </a:moveTo>
                  <a:cubicBezTo>
                    <a:pt x="80513" y="0"/>
                    <a:pt x="0" y="81077"/>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1670" y="81077"/>
                    <a:pt x="280518" y="0"/>
                    <a:pt x="180835" y="0"/>
                  </a:cubicBezTo>
                  <a:cubicBezTo>
                    <a:pt x="180835" y="0"/>
                    <a:pt x="180835" y="0"/>
                    <a:pt x="180835" y="0"/>
                  </a:cubicBezTo>
                  <a:close/>
                  <a:moveTo>
                    <a:pt x="187225" y="229185"/>
                  </a:moveTo>
                  <a:lnTo>
                    <a:pt x="187225" y="259190"/>
                  </a:lnTo>
                  <a:lnTo>
                    <a:pt x="209589" y="259190"/>
                  </a:lnTo>
                  <a:cubicBezTo>
                    <a:pt x="213423" y="259190"/>
                    <a:pt x="215979" y="261743"/>
                    <a:pt x="215979" y="265574"/>
                  </a:cubicBezTo>
                  <a:cubicBezTo>
                    <a:pt x="215979" y="269404"/>
                    <a:pt x="213423" y="271958"/>
                    <a:pt x="209589" y="271958"/>
                  </a:cubicBezTo>
                  <a:lnTo>
                    <a:pt x="187225" y="271958"/>
                  </a:lnTo>
                  <a:lnTo>
                    <a:pt x="187225" y="295579"/>
                  </a:lnTo>
                  <a:cubicBezTo>
                    <a:pt x="187225" y="299409"/>
                    <a:pt x="184669" y="301962"/>
                    <a:pt x="180835" y="301962"/>
                  </a:cubicBezTo>
                  <a:cubicBezTo>
                    <a:pt x="177001" y="301962"/>
                    <a:pt x="174445" y="299409"/>
                    <a:pt x="174445" y="295579"/>
                  </a:cubicBezTo>
                  <a:lnTo>
                    <a:pt x="174445" y="271958"/>
                  </a:lnTo>
                  <a:lnTo>
                    <a:pt x="152080" y="271958"/>
                  </a:lnTo>
                  <a:cubicBezTo>
                    <a:pt x="148246" y="271958"/>
                    <a:pt x="145690" y="269404"/>
                    <a:pt x="145690" y="265574"/>
                  </a:cubicBezTo>
                  <a:cubicBezTo>
                    <a:pt x="145690" y="261743"/>
                    <a:pt x="148246" y="259190"/>
                    <a:pt x="152080" y="259190"/>
                  </a:cubicBezTo>
                  <a:lnTo>
                    <a:pt x="174445" y="259190"/>
                  </a:lnTo>
                  <a:lnTo>
                    <a:pt x="174445" y="229185"/>
                  </a:lnTo>
                  <a:cubicBezTo>
                    <a:pt x="127799" y="225355"/>
                    <a:pt x="92654" y="185135"/>
                    <a:pt x="96488" y="138533"/>
                  </a:cubicBezTo>
                  <a:cubicBezTo>
                    <a:pt x="100322" y="91930"/>
                    <a:pt x="140579" y="56818"/>
                    <a:pt x="187225" y="60648"/>
                  </a:cubicBezTo>
                  <a:cubicBezTo>
                    <a:pt x="233872" y="64478"/>
                    <a:pt x="269016" y="104697"/>
                    <a:pt x="265182" y="151300"/>
                  </a:cubicBezTo>
                  <a:cubicBezTo>
                    <a:pt x="261987" y="192158"/>
                    <a:pt x="228759" y="225355"/>
                    <a:pt x="187225" y="229185"/>
                  </a:cubicBezTo>
                  <a:lnTo>
                    <a:pt x="187225" y="229185"/>
                  </a:lnTo>
                  <a:close/>
                </a:path>
              </a:pathLst>
            </a:custGeom>
            <a:solidFill>
              <a:srgbClr val="007680"/>
            </a:solidFill>
            <a:ln w="6390" cap="flat">
              <a:noFill/>
              <a:prstDash val="solid"/>
              <a:miter/>
            </a:ln>
          </p:spPr>
          <p:txBody>
            <a:bodyPr rtlCol="0" anchor="ctr"/>
            <a:lstStyle/>
            <a:p>
              <a:endParaRPr lang="en-US"/>
            </a:p>
          </p:txBody>
        </p:sp>
        <p:sp>
          <p:nvSpPr>
            <p:cNvPr id="841" name="Graphic 5">
              <a:extLst>
                <a:ext uri="{FF2B5EF4-FFF2-40B4-BE49-F238E27FC236}">
                  <a16:creationId xmlns:a16="http://schemas.microsoft.com/office/drawing/2014/main" id="{3591C79D-2BC9-F34F-BD7D-415CAD04D712}"/>
                </a:ext>
              </a:extLst>
            </p:cNvPr>
            <p:cNvSpPr/>
            <p:nvPr/>
          </p:nvSpPr>
          <p:spPr>
            <a:xfrm>
              <a:off x="7303059" y="2929133"/>
              <a:ext cx="143134" cy="143001"/>
            </a:xfrm>
            <a:custGeom>
              <a:avLst/>
              <a:gdLst>
                <a:gd name="connsiteX0" fmla="*/ 71567 w 143134"/>
                <a:gd name="connsiteY0" fmla="*/ 0 h 143001"/>
                <a:gd name="connsiteX1" fmla="*/ 0 w 143134"/>
                <a:gd name="connsiteY1" fmla="*/ 71500 h 143001"/>
                <a:gd name="connsiteX2" fmla="*/ 71567 w 143134"/>
                <a:gd name="connsiteY2" fmla="*/ 143001 h 143001"/>
                <a:gd name="connsiteX3" fmla="*/ 143135 w 143134"/>
                <a:gd name="connsiteY3" fmla="*/ 71500 h 143001"/>
                <a:gd name="connsiteX4" fmla="*/ 143135 w 143134"/>
                <a:gd name="connsiteY4" fmla="*/ 71500 h 143001"/>
                <a:gd name="connsiteX5" fmla="*/ 71567 w 143134"/>
                <a:gd name="connsiteY5" fmla="*/ 0 h 143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134" h="143001">
                  <a:moveTo>
                    <a:pt x="71567" y="0"/>
                  </a:moveTo>
                  <a:cubicBezTo>
                    <a:pt x="31950" y="0"/>
                    <a:pt x="0" y="31920"/>
                    <a:pt x="0" y="71500"/>
                  </a:cubicBezTo>
                  <a:cubicBezTo>
                    <a:pt x="0" y="111081"/>
                    <a:pt x="31950" y="143001"/>
                    <a:pt x="71567" y="143001"/>
                  </a:cubicBezTo>
                  <a:cubicBezTo>
                    <a:pt x="111185" y="143001"/>
                    <a:pt x="143135" y="111081"/>
                    <a:pt x="143135" y="71500"/>
                  </a:cubicBezTo>
                  <a:cubicBezTo>
                    <a:pt x="143135" y="71500"/>
                    <a:pt x="143135" y="71500"/>
                    <a:pt x="143135" y="71500"/>
                  </a:cubicBezTo>
                  <a:cubicBezTo>
                    <a:pt x="143135" y="32558"/>
                    <a:pt x="111185" y="0"/>
                    <a:pt x="71567" y="0"/>
                  </a:cubicBezTo>
                  <a:close/>
                </a:path>
              </a:pathLst>
            </a:custGeom>
            <a:solidFill>
              <a:srgbClr val="007680"/>
            </a:solidFill>
            <a:ln w="6390" cap="flat">
              <a:noFill/>
              <a:prstDash val="solid"/>
              <a:miter/>
            </a:ln>
          </p:spPr>
          <p:txBody>
            <a:bodyPr rtlCol="0" anchor="ctr"/>
            <a:lstStyle/>
            <a:p>
              <a:endParaRPr lang="en-US"/>
            </a:p>
          </p:txBody>
        </p:sp>
      </p:grpSp>
      <p:grpSp>
        <p:nvGrpSpPr>
          <p:cNvPr id="842" name="Graphic 5">
            <a:extLst>
              <a:ext uri="{FF2B5EF4-FFF2-40B4-BE49-F238E27FC236}">
                <a16:creationId xmlns:a16="http://schemas.microsoft.com/office/drawing/2014/main" id="{6DD28D24-4381-F447-B04B-BFD0A25FEDAD}"/>
              </a:ext>
            </a:extLst>
          </p:cNvPr>
          <p:cNvGrpSpPr/>
          <p:nvPr/>
        </p:nvGrpSpPr>
        <p:grpSpPr>
          <a:xfrm>
            <a:off x="7193791" y="3824806"/>
            <a:ext cx="361670" cy="361971"/>
            <a:chOff x="7193791" y="3824806"/>
            <a:chExt cx="361670" cy="361971"/>
          </a:xfrm>
          <a:solidFill>
            <a:srgbClr val="007680"/>
          </a:solidFill>
        </p:grpSpPr>
        <p:sp>
          <p:nvSpPr>
            <p:cNvPr id="843" name="Graphic 5">
              <a:extLst>
                <a:ext uri="{FF2B5EF4-FFF2-40B4-BE49-F238E27FC236}">
                  <a16:creationId xmlns:a16="http://schemas.microsoft.com/office/drawing/2014/main" id="{28F3E6F3-AAF2-5D48-BD20-3CAD9ED09A1C}"/>
                </a:ext>
              </a:extLst>
            </p:cNvPr>
            <p:cNvSpPr/>
            <p:nvPr/>
          </p:nvSpPr>
          <p:spPr>
            <a:xfrm>
              <a:off x="7397630" y="4003557"/>
              <a:ext cx="81791" cy="81714"/>
            </a:xfrm>
            <a:custGeom>
              <a:avLst/>
              <a:gdLst>
                <a:gd name="connsiteX0" fmla="*/ 81791 w 81791"/>
                <a:gd name="connsiteY0" fmla="*/ 40858 h 81714"/>
                <a:gd name="connsiteX1" fmla="*/ 40895 w 81791"/>
                <a:gd name="connsiteY1" fmla="*/ 81715 h 81714"/>
                <a:gd name="connsiteX2" fmla="*/ 0 w 81791"/>
                <a:gd name="connsiteY2" fmla="*/ 40858 h 81714"/>
                <a:gd name="connsiteX3" fmla="*/ 40895 w 81791"/>
                <a:gd name="connsiteY3" fmla="*/ 0 h 81714"/>
                <a:gd name="connsiteX4" fmla="*/ 81791 w 81791"/>
                <a:gd name="connsiteY4" fmla="*/ 40858 h 81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91" h="81714">
                  <a:moveTo>
                    <a:pt x="81791" y="40858"/>
                  </a:moveTo>
                  <a:cubicBezTo>
                    <a:pt x="81791" y="63423"/>
                    <a:pt x="63482" y="81715"/>
                    <a:pt x="40895" y="81715"/>
                  </a:cubicBezTo>
                  <a:cubicBezTo>
                    <a:pt x="18309" y="81715"/>
                    <a:pt x="0" y="63423"/>
                    <a:pt x="0" y="40858"/>
                  </a:cubicBezTo>
                  <a:cubicBezTo>
                    <a:pt x="0" y="18293"/>
                    <a:pt x="18309" y="0"/>
                    <a:pt x="40895" y="0"/>
                  </a:cubicBezTo>
                  <a:cubicBezTo>
                    <a:pt x="63482" y="0"/>
                    <a:pt x="81791" y="18292"/>
                    <a:pt x="81791" y="40858"/>
                  </a:cubicBezTo>
                  <a:close/>
                </a:path>
              </a:pathLst>
            </a:custGeom>
            <a:solidFill>
              <a:srgbClr val="007680"/>
            </a:solidFill>
            <a:ln w="6390" cap="flat">
              <a:noFill/>
              <a:prstDash val="solid"/>
              <a:miter/>
            </a:ln>
          </p:spPr>
          <p:txBody>
            <a:bodyPr rtlCol="0" anchor="ctr"/>
            <a:lstStyle/>
            <a:p>
              <a:endParaRPr lang="en-US"/>
            </a:p>
          </p:txBody>
        </p:sp>
        <p:sp>
          <p:nvSpPr>
            <p:cNvPr id="844" name="Graphic 5">
              <a:extLst>
                <a:ext uri="{FF2B5EF4-FFF2-40B4-BE49-F238E27FC236}">
                  <a16:creationId xmlns:a16="http://schemas.microsoft.com/office/drawing/2014/main" id="{A50F949D-D5C0-F54B-A8CC-ECCE09E15E16}"/>
                </a:ext>
              </a:extLst>
            </p:cNvPr>
            <p:cNvSpPr/>
            <p:nvPr/>
          </p:nvSpPr>
          <p:spPr>
            <a:xfrm>
              <a:off x="7269192" y="3926950"/>
              <a:ext cx="81791" cy="81714"/>
            </a:xfrm>
            <a:custGeom>
              <a:avLst/>
              <a:gdLst>
                <a:gd name="connsiteX0" fmla="*/ 81791 w 81791"/>
                <a:gd name="connsiteY0" fmla="*/ 40858 h 81714"/>
                <a:gd name="connsiteX1" fmla="*/ 40896 w 81791"/>
                <a:gd name="connsiteY1" fmla="*/ 81715 h 81714"/>
                <a:gd name="connsiteX2" fmla="*/ 0 w 81791"/>
                <a:gd name="connsiteY2" fmla="*/ 40858 h 81714"/>
                <a:gd name="connsiteX3" fmla="*/ 40896 w 81791"/>
                <a:gd name="connsiteY3" fmla="*/ 0 h 81714"/>
                <a:gd name="connsiteX4" fmla="*/ 81791 w 81791"/>
                <a:gd name="connsiteY4" fmla="*/ 40858 h 81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91" h="81714">
                  <a:moveTo>
                    <a:pt x="81791" y="40858"/>
                  </a:moveTo>
                  <a:cubicBezTo>
                    <a:pt x="81791" y="63423"/>
                    <a:pt x="63482" y="81715"/>
                    <a:pt x="40896" y="81715"/>
                  </a:cubicBezTo>
                  <a:cubicBezTo>
                    <a:pt x="18309" y="81715"/>
                    <a:pt x="0" y="63423"/>
                    <a:pt x="0" y="40858"/>
                  </a:cubicBezTo>
                  <a:cubicBezTo>
                    <a:pt x="0" y="18293"/>
                    <a:pt x="18309" y="0"/>
                    <a:pt x="40896" y="0"/>
                  </a:cubicBezTo>
                  <a:cubicBezTo>
                    <a:pt x="63482" y="0"/>
                    <a:pt x="81791" y="18292"/>
                    <a:pt x="81791" y="40858"/>
                  </a:cubicBezTo>
                  <a:close/>
                </a:path>
              </a:pathLst>
            </a:custGeom>
            <a:solidFill>
              <a:srgbClr val="007680"/>
            </a:solidFill>
            <a:ln w="6390" cap="flat">
              <a:noFill/>
              <a:prstDash val="solid"/>
              <a:miter/>
            </a:ln>
          </p:spPr>
          <p:txBody>
            <a:bodyPr rtlCol="0" anchor="ctr"/>
            <a:lstStyle/>
            <a:p>
              <a:endParaRPr lang="en-US"/>
            </a:p>
          </p:txBody>
        </p:sp>
        <p:sp>
          <p:nvSpPr>
            <p:cNvPr id="845" name="Graphic 5">
              <a:extLst>
                <a:ext uri="{FF2B5EF4-FFF2-40B4-BE49-F238E27FC236}">
                  <a16:creationId xmlns:a16="http://schemas.microsoft.com/office/drawing/2014/main" id="{6FDBFF5F-C4C5-D745-8F84-C63DF7F1D7DD}"/>
                </a:ext>
              </a:extLst>
            </p:cNvPr>
            <p:cNvSpPr/>
            <p:nvPr/>
          </p:nvSpPr>
          <p:spPr>
            <a:xfrm>
              <a:off x="7193791" y="3824806"/>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122686 w 361670"/>
                <a:gd name="connsiteY7" fmla="*/ 197903 h 361971"/>
                <a:gd name="connsiteX8" fmla="*/ 122686 w 361670"/>
                <a:gd name="connsiteY8" fmla="*/ 225993 h 361971"/>
                <a:gd name="connsiteX9" fmla="*/ 150802 w 361670"/>
                <a:gd name="connsiteY9" fmla="*/ 225993 h 361971"/>
                <a:gd name="connsiteX10" fmla="*/ 157192 w 361670"/>
                <a:gd name="connsiteY10" fmla="*/ 232377 h 361971"/>
                <a:gd name="connsiteX11" fmla="*/ 150802 w 361670"/>
                <a:gd name="connsiteY11" fmla="*/ 238761 h 361971"/>
                <a:gd name="connsiteX12" fmla="*/ 122686 w 361670"/>
                <a:gd name="connsiteY12" fmla="*/ 238761 h 361971"/>
                <a:gd name="connsiteX13" fmla="*/ 122686 w 361670"/>
                <a:gd name="connsiteY13" fmla="*/ 266850 h 361971"/>
                <a:gd name="connsiteX14" fmla="*/ 116297 w 361670"/>
                <a:gd name="connsiteY14" fmla="*/ 273234 h 361971"/>
                <a:gd name="connsiteX15" fmla="*/ 109907 w 361670"/>
                <a:gd name="connsiteY15" fmla="*/ 266850 h 361971"/>
                <a:gd name="connsiteX16" fmla="*/ 109907 w 361670"/>
                <a:gd name="connsiteY16" fmla="*/ 238761 h 361971"/>
                <a:gd name="connsiteX17" fmla="*/ 81791 w 361670"/>
                <a:gd name="connsiteY17" fmla="*/ 238761 h 361971"/>
                <a:gd name="connsiteX18" fmla="*/ 75401 w 361670"/>
                <a:gd name="connsiteY18" fmla="*/ 232377 h 361971"/>
                <a:gd name="connsiteX19" fmla="*/ 81791 w 361670"/>
                <a:gd name="connsiteY19" fmla="*/ 225993 h 361971"/>
                <a:gd name="connsiteX20" fmla="*/ 109907 w 361670"/>
                <a:gd name="connsiteY20" fmla="*/ 225993 h 361971"/>
                <a:gd name="connsiteX21" fmla="*/ 109907 w 361670"/>
                <a:gd name="connsiteY21" fmla="*/ 197903 h 361971"/>
                <a:gd name="connsiteX22" fmla="*/ 110545 w 361670"/>
                <a:gd name="connsiteY22" fmla="*/ 195988 h 361971"/>
                <a:gd name="connsiteX23" fmla="*/ 63260 w 361670"/>
                <a:gd name="connsiteY23" fmla="*/ 136617 h 361971"/>
                <a:gd name="connsiteX24" fmla="*/ 122686 w 361670"/>
                <a:gd name="connsiteY24" fmla="*/ 89376 h 361971"/>
                <a:gd name="connsiteX25" fmla="*/ 169972 w 361670"/>
                <a:gd name="connsiteY25" fmla="*/ 148747 h 361971"/>
                <a:gd name="connsiteX26" fmla="*/ 122686 w 361670"/>
                <a:gd name="connsiteY26" fmla="*/ 195988 h 361971"/>
                <a:gd name="connsiteX27" fmla="*/ 122686 w 361670"/>
                <a:gd name="connsiteY27" fmla="*/ 197903 h 361971"/>
                <a:gd name="connsiteX28" fmla="*/ 122686 w 361670"/>
                <a:gd name="connsiteY28" fmla="*/ 197903 h 361971"/>
                <a:gd name="connsiteX29" fmla="*/ 244734 w 361670"/>
                <a:gd name="connsiteY29" fmla="*/ 273234 h 361971"/>
                <a:gd name="connsiteX30" fmla="*/ 191059 w 361670"/>
                <a:gd name="connsiteY30" fmla="*/ 218971 h 361971"/>
                <a:gd name="connsiteX31" fmla="*/ 238344 w 361670"/>
                <a:gd name="connsiteY31" fmla="*/ 165984 h 361971"/>
                <a:gd name="connsiteX32" fmla="*/ 237705 w 361670"/>
                <a:gd name="connsiteY32" fmla="*/ 164068 h 361971"/>
                <a:gd name="connsiteX33" fmla="*/ 237705 w 361670"/>
                <a:gd name="connsiteY33" fmla="*/ 111081 h 361971"/>
                <a:gd name="connsiteX34" fmla="*/ 214063 w 361670"/>
                <a:gd name="connsiteY34" fmla="*/ 134702 h 361971"/>
                <a:gd name="connsiteX35" fmla="*/ 205117 w 361670"/>
                <a:gd name="connsiteY35" fmla="*/ 134702 h 361971"/>
                <a:gd name="connsiteX36" fmla="*/ 205117 w 361670"/>
                <a:gd name="connsiteY36" fmla="*/ 134702 h 361971"/>
                <a:gd name="connsiteX37" fmla="*/ 205117 w 361670"/>
                <a:gd name="connsiteY37" fmla="*/ 125765 h 361971"/>
                <a:gd name="connsiteX38" fmla="*/ 205117 w 361670"/>
                <a:gd name="connsiteY38" fmla="*/ 125765 h 361971"/>
                <a:gd name="connsiteX39" fmla="*/ 239623 w 361670"/>
                <a:gd name="connsiteY39" fmla="*/ 91291 h 361971"/>
                <a:gd name="connsiteX40" fmla="*/ 241539 w 361670"/>
                <a:gd name="connsiteY40" fmla="*/ 90014 h 361971"/>
                <a:gd name="connsiteX41" fmla="*/ 246651 w 361670"/>
                <a:gd name="connsiteY41" fmla="*/ 90014 h 361971"/>
                <a:gd name="connsiteX42" fmla="*/ 248568 w 361670"/>
                <a:gd name="connsiteY42" fmla="*/ 91291 h 361971"/>
                <a:gd name="connsiteX43" fmla="*/ 283074 w 361670"/>
                <a:gd name="connsiteY43" fmla="*/ 125765 h 361971"/>
                <a:gd name="connsiteX44" fmla="*/ 283074 w 361670"/>
                <a:gd name="connsiteY44" fmla="*/ 134702 h 361971"/>
                <a:gd name="connsiteX45" fmla="*/ 283074 w 361670"/>
                <a:gd name="connsiteY45" fmla="*/ 134702 h 361971"/>
                <a:gd name="connsiteX46" fmla="*/ 278601 w 361670"/>
                <a:gd name="connsiteY46" fmla="*/ 136617 h 361971"/>
                <a:gd name="connsiteX47" fmla="*/ 274128 w 361670"/>
                <a:gd name="connsiteY47" fmla="*/ 134702 h 361971"/>
                <a:gd name="connsiteX48" fmla="*/ 250485 w 361670"/>
                <a:gd name="connsiteY48" fmla="*/ 111081 h 361971"/>
                <a:gd name="connsiteX49" fmla="*/ 250485 w 361670"/>
                <a:gd name="connsiteY49" fmla="*/ 164068 h 361971"/>
                <a:gd name="connsiteX50" fmla="*/ 249846 w 361670"/>
                <a:gd name="connsiteY50" fmla="*/ 165984 h 361971"/>
                <a:gd name="connsiteX51" fmla="*/ 297132 w 361670"/>
                <a:gd name="connsiteY51" fmla="*/ 225993 h 361971"/>
                <a:gd name="connsiteX52" fmla="*/ 244734 w 361670"/>
                <a:gd name="connsiteY52" fmla="*/ 273234 h 361971"/>
                <a:gd name="connsiteX53" fmla="*/ 244734 w 361670"/>
                <a:gd name="connsiteY53" fmla="*/ 27323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61670" h="361971">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1670" y="81077"/>
                    <a:pt x="280518" y="0"/>
                    <a:pt x="180835" y="0"/>
                  </a:cubicBezTo>
                  <a:cubicBezTo>
                    <a:pt x="180835" y="0"/>
                    <a:pt x="180835" y="0"/>
                    <a:pt x="180835" y="0"/>
                  </a:cubicBezTo>
                  <a:close/>
                  <a:moveTo>
                    <a:pt x="122686" y="197903"/>
                  </a:moveTo>
                  <a:lnTo>
                    <a:pt x="122686" y="225993"/>
                  </a:lnTo>
                  <a:lnTo>
                    <a:pt x="150802" y="225993"/>
                  </a:lnTo>
                  <a:cubicBezTo>
                    <a:pt x="154636" y="225993"/>
                    <a:pt x="157192" y="228546"/>
                    <a:pt x="157192" y="232377"/>
                  </a:cubicBezTo>
                  <a:cubicBezTo>
                    <a:pt x="157192" y="236207"/>
                    <a:pt x="154636" y="238761"/>
                    <a:pt x="150802" y="238761"/>
                  </a:cubicBezTo>
                  <a:lnTo>
                    <a:pt x="122686" y="238761"/>
                  </a:lnTo>
                  <a:lnTo>
                    <a:pt x="122686" y="266850"/>
                  </a:lnTo>
                  <a:cubicBezTo>
                    <a:pt x="122686" y="270681"/>
                    <a:pt x="120130" y="273234"/>
                    <a:pt x="116297" y="273234"/>
                  </a:cubicBezTo>
                  <a:cubicBezTo>
                    <a:pt x="112463" y="273234"/>
                    <a:pt x="109907" y="270681"/>
                    <a:pt x="109907" y="266850"/>
                  </a:cubicBezTo>
                  <a:lnTo>
                    <a:pt x="109907" y="238761"/>
                  </a:lnTo>
                  <a:lnTo>
                    <a:pt x="81791" y="238761"/>
                  </a:lnTo>
                  <a:cubicBezTo>
                    <a:pt x="77957" y="238761"/>
                    <a:pt x="75401" y="236207"/>
                    <a:pt x="75401" y="232377"/>
                  </a:cubicBezTo>
                  <a:cubicBezTo>
                    <a:pt x="75401" y="228546"/>
                    <a:pt x="77957" y="225993"/>
                    <a:pt x="81791" y="225993"/>
                  </a:cubicBezTo>
                  <a:lnTo>
                    <a:pt x="109907" y="225993"/>
                  </a:lnTo>
                  <a:lnTo>
                    <a:pt x="109907" y="197903"/>
                  </a:lnTo>
                  <a:cubicBezTo>
                    <a:pt x="109907" y="197265"/>
                    <a:pt x="109907" y="196627"/>
                    <a:pt x="110545" y="195988"/>
                  </a:cubicBezTo>
                  <a:cubicBezTo>
                    <a:pt x="81152" y="192796"/>
                    <a:pt x="60065" y="165984"/>
                    <a:pt x="63260" y="136617"/>
                  </a:cubicBezTo>
                  <a:cubicBezTo>
                    <a:pt x="66455" y="107251"/>
                    <a:pt x="93293" y="86184"/>
                    <a:pt x="122686" y="89376"/>
                  </a:cubicBezTo>
                  <a:cubicBezTo>
                    <a:pt x="152080" y="92568"/>
                    <a:pt x="173167" y="119381"/>
                    <a:pt x="169972" y="148747"/>
                  </a:cubicBezTo>
                  <a:cubicBezTo>
                    <a:pt x="167416" y="173644"/>
                    <a:pt x="147607" y="193435"/>
                    <a:pt x="122686" y="195988"/>
                  </a:cubicBezTo>
                  <a:cubicBezTo>
                    <a:pt x="122686" y="196627"/>
                    <a:pt x="122686" y="197265"/>
                    <a:pt x="122686" y="197903"/>
                  </a:cubicBezTo>
                  <a:lnTo>
                    <a:pt x="122686" y="197903"/>
                  </a:lnTo>
                  <a:close/>
                  <a:moveTo>
                    <a:pt x="244734" y="273234"/>
                  </a:moveTo>
                  <a:cubicBezTo>
                    <a:pt x="214702" y="273234"/>
                    <a:pt x="191059" y="248975"/>
                    <a:pt x="191059" y="218971"/>
                  </a:cubicBezTo>
                  <a:cubicBezTo>
                    <a:pt x="191059" y="192158"/>
                    <a:pt x="211507" y="169176"/>
                    <a:pt x="238344" y="165984"/>
                  </a:cubicBezTo>
                  <a:cubicBezTo>
                    <a:pt x="238344" y="165345"/>
                    <a:pt x="237705" y="164707"/>
                    <a:pt x="237705" y="164068"/>
                  </a:cubicBezTo>
                  <a:lnTo>
                    <a:pt x="237705" y="111081"/>
                  </a:lnTo>
                  <a:lnTo>
                    <a:pt x="214063" y="134702"/>
                  </a:lnTo>
                  <a:cubicBezTo>
                    <a:pt x="211507" y="137256"/>
                    <a:pt x="207673" y="137256"/>
                    <a:pt x="205117" y="134702"/>
                  </a:cubicBezTo>
                  <a:cubicBezTo>
                    <a:pt x="205117" y="134702"/>
                    <a:pt x="205117" y="134702"/>
                    <a:pt x="205117" y="134702"/>
                  </a:cubicBezTo>
                  <a:cubicBezTo>
                    <a:pt x="202561" y="132149"/>
                    <a:pt x="202561" y="128318"/>
                    <a:pt x="205117" y="125765"/>
                  </a:cubicBezTo>
                  <a:cubicBezTo>
                    <a:pt x="205117" y="125765"/>
                    <a:pt x="205117" y="125765"/>
                    <a:pt x="205117" y="125765"/>
                  </a:cubicBezTo>
                  <a:lnTo>
                    <a:pt x="239623" y="91291"/>
                  </a:lnTo>
                  <a:cubicBezTo>
                    <a:pt x="240261" y="90653"/>
                    <a:pt x="240900" y="90014"/>
                    <a:pt x="241539" y="90014"/>
                  </a:cubicBezTo>
                  <a:cubicBezTo>
                    <a:pt x="242818" y="89376"/>
                    <a:pt x="244734" y="89376"/>
                    <a:pt x="246651" y="90014"/>
                  </a:cubicBezTo>
                  <a:cubicBezTo>
                    <a:pt x="247290" y="90014"/>
                    <a:pt x="247929" y="90653"/>
                    <a:pt x="248568" y="91291"/>
                  </a:cubicBezTo>
                  <a:lnTo>
                    <a:pt x="283074" y="125765"/>
                  </a:lnTo>
                  <a:cubicBezTo>
                    <a:pt x="285630" y="128318"/>
                    <a:pt x="285630" y="132149"/>
                    <a:pt x="283074" y="134702"/>
                  </a:cubicBezTo>
                  <a:cubicBezTo>
                    <a:pt x="283074" y="134702"/>
                    <a:pt x="283074" y="134702"/>
                    <a:pt x="283074" y="134702"/>
                  </a:cubicBezTo>
                  <a:cubicBezTo>
                    <a:pt x="281796" y="135979"/>
                    <a:pt x="280518" y="136617"/>
                    <a:pt x="278601" y="136617"/>
                  </a:cubicBezTo>
                  <a:cubicBezTo>
                    <a:pt x="276684" y="136617"/>
                    <a:pt x="275406" y="135979"/>
                    <a:pt x="274128" y="134702"/>
                  </a:cubicBezTo>
                  <a:lnTo>
                    <a:pt x="250485" y="111081"/>
                  </a:lnTo>
                  <a:lnTo>
                    <a:pt x="250485" y="164068"/>
                  </a:lnTo>
                  <a:cubicBezTo>
                    <a:pt x="250485" y="164707"/>
                    <a:pt x="250485" y="165345"/>
                    <a:pt x="249846" y="165984"/>
                  </a:cubicBezTo>
                  <a:cubicBezTo>
                    <a:pt x="279240" y="169814"/>
                    <a:pt x="300327" y="195988"/>
                    <a:pt x="297132" y="225993"/>
                  </a:cubicBezTo>
                  <a:cubicBezTo>
                    <a:pt x="294576" y="252167"/>
                    <a:pt x="272211" y="272596"/>
                    <a:pt x="244734" y="273234"/>
                  </a:cubicBezTo>
                  <a:lnTo>
                    <a:pt x="244734" y="273234"/>
                  </a:lnTo>
                  <a:close/>
                </a:path>
              </a:pathLst>
            </a:custGeom>
            <a:solidFill>
              <a:srgbClr val="007680"/>
            </a:solidFill>
            <a:ln w="6390" cap="flat">
              <a:noFill/>
              <a:prstDash val="solid"/>
              <a:miter/>
            </a:ln>
          </p:spPr>
          <p:txBody>
            <a:bodyPr rtlCol="0" anchor="ctr"/>
            <a:lstStyle/>
            <a:p>
              <a:endParaRPr lang="en-US"/>
            </a:p>
          </p:txBody>
        </p:sp>
      </p:grpSp>
      <p:grpSp>
        <p:nvGrpSpPr>
          <p:cNvPr id="846" name="Graphic 5">
            <a:extLst>
              <a:ext uri="{FF2B5EF4-FFF2-40B4-BE49-F238E27FC236}">
                <a16:creationId xmlns:a16="http://schemas.microsoft.com/office/drawing/2014/main" id="{A61720C8-D038-9F40-A14D-913A9790B5B2}"/>
              </a:ext>
            </a:extLst>
          </p:cNvPr>
          <p:cNvGrpSpPr/>
          <p:nvPr/>
        </p:nvGrpSpPr>
        <p:grpSpPr>
          <a:xfrm>
            <a:off x="7193791" y="2371811"/>
            <a:ext cx="361670" cy="361971"/>
            <a:chOff x="7193791" y="2371811"/>
            <a:chExt cx="361670" cy="361971"/>
          </a:xfrm>
          <a:solidFill>
            <a:srgbClr val="007680"/>
          </a:solidFill>
        </p:grpSpPr>
        <p:sp>
          <p:nvSpPr>
            <p:cNvPr id="847" name="Graphic 5">
              <a:extLst>
                <a:ext uri="{FF2B5EF4-FFF2-40B4-BE49-F238E27FC236}">
                  <a16:creationId xmlns:a16="http://schemas.microsoft.com/office/drawing/2014/main" id="{08FCA20C-7E82-7143-9969-CB92AACD7FF2}"/>
                </a:ext>
              </a:extLst>
            </p:cNvPr>
            <p:cNvSpPr/>
            <p:nvPr/>
          </p:nvSpPr>
          <p:spPr>
            <a:xfrm>
              <a:off x="7396352" y="2520558"/>
              <a:ext cx="49841" cy="33835"/>
            </a:xfrm>
            <a:custGeom>
              <a:avLst/>
              <a:gdLst>
                <a:gd name="connsiteX0" fmla="*/ 0 w 49841"/>
                <a:gd name="connsiteY0" fmla="*/ 0 h 33835"/>
                <a:gd name="connsiteX1" fmla="*/ 49842 w 49841"/>
                <a:gd name="connsiteY1" fmla="*/ 0 h 33835"/>
                <a:gd name="connsiteX2" fmla="*/ 49842 w 49841"/>
                <a:gd name="connsiteY2" fmla="*/ 33835 h 33835"/>
                <a:gd name="connsiteX3" fmla="*/ 0 w 49841"/>
                <a:gd name="connsiteY3" fmla="*/ 33835 h 33835"/>
              </a:gdLst>
              <a:ahLst/>
              <a:cxnLst>
                <a:cxn ang="0">
                  <a:pos x="connsiteX0" y="connsiteY0"/>
                </a:cxn>
                <a:cxn ang="0">
                  <a:pos x="connsiteX1" y="connsiteY1"/>
                </a:cxn>
                <a:cxn ang="0">
                  <a:pos x="connsiteX2" y="connsiteY2"/>
                </a:cxn>
                <a:cxn ang="0">
                  <a:pos x="connsiteX3" y="connsiteY3"/>
                </a:cxn>
              </a:cxnLst>
              <a:rect l="l" t="t" r="r" b="b"/>
              <a:pathLst>
                <a:path w="49841" h="33835">
                  <a:moveTo>
                    <a:pt x="0" y="0"/>
                  </a:moveTo>
                  <a:lnTo>
                    <a:pt x="49842" y="0"/>
                  </a:lnTo>
                  <a:lnTo>
                    <a:pt x="49842" y="33835"/>
                  </a:lnTo>
                  <a:lnTo>
                    <a:pt x="0" y="33835"/>
                  </a:lnTo>
                  <a:close/>
                </a:path>
              </a:pathLst>
            </a:custGeom>
            <a:solidFill>
              <a:srgbClr val="007680"/>
            </a:solidFill>
            <a:ln w="6390" cap="flat">
              <a:noFill/>
              <a:prstDash val="solid"/>
              <a:miter/>
            </a:ln>
          </p:spPr>
          <p:txBody>
            <a:bodyPr rtlCol="0" anchor="ctr"/>
            <a:lstStyle/>
            <a:p>
              <a:endParaRPr lang="en-US"/>
            </a:p>
          </p:txBody>
        </p:sp>
        <p:sp>
          <p:nvSpPr>
            <p:cNvPr id="848" name="Graphic 5">
              <a:extLst>
                <a:ext uri="{FF2B5EF4-FFF2-40B4-BE49-F238E27FC236}">
                  <a16:creationId xmlns:a16="http://schemas.microsoft.com/office/drawing/2014/main" id="{A9A1478A-3428-814F-9DF6-DE4ABC5E5A32}"/>
                </a:ext>
              </a:extLst>
            </p:cNvPr>
            <p:cNvSpPr/>
            <p:nvPr/>
          </p:nvSpPr>
          <p:spPr>
            <a:xfrm>
              <a:off x="7412266" y="2458634"/>
              <a:ext cx="17953" cy="17875"/>
            </a:xfrm>
            <a:custGeom>
              <a:avLst/>
              <a:gdLst>
                <a:gd name="connsiteX0" fmla="*/ 9007 w 17953"/>
                <a:gd name="connsiteY0" fmla="*/ 17875 h 17875"/>
                <a:gd name="connsiteX1" fmla="*/ 17953 w 17953"/>
                <a:gd name="connsiteY1" fmla="*/ 8938 h 17875"/>
                <a:gd name="connsiteX2" fmla="*/ 9007 w 17953"/>
                <a:gd name="connsiteY2" fmla="*/ 0 h 17875"/>
                <a:gd name="connsiteX3" fmla="*/ 61 w 17953"/>
                <a:gd name="connsiteY3" fmla="*/ 8938 h 17875"/>
                <a:gd name="connsiteX4" fmla="*/ 61 w 17953"/>
                <a:gd name="connsiteY4" fmla="*/ 8938 h 17875"/>
                <a:gd name="connsiteX5" fmla="*/ 9007 w 17953"/>
                <a:gd name="connsiteY5" fmla="*/ 17875 h 17875"/>
                <a:gd name="connsiteX6" fmla="*/ 9007 w 17953"/>
                <a:gd name="connsiteY6" fmla="*/ 17875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53" h="17875">
                  <a:moveTo>
                    <a:pt x="9007" y="17875"/>
                  </a:moveTo>
                  <a:cubicBezTo>
                    <a:pt x="14119" y="17875"/>
                    <a:pt x="17953" y="14045"/>
                    <a:pt x="17953" y="8938"/>
                  </a:cubicBezTo>
                  <a:cubicBezTo>
                    <a:pt x="17953" y="3830"/>
                    <a:pt x="14119" y="0"/>
                    <a:pt x="9007" y="0"/>
                  </a:cubicBezTo>
                  <a:cubicBezTo>
                    <a:pt x="3895" y="0"/>
                    <a:pt x="61" y="3830"/>
                    <a:pt x="61" y="8938"/>
                  </a:cubicBezTo>
                  <a:cubicBezTo>
                    <a:pt x="61" y="8938"/>
                    <a:pt x="61" y="8938"/>
                    <a:pt x="61" y="8938"/>
                  </a:cubicBezTo>
                  <a:cubicBezTo>
                    <a:pt x="-578" y="13406"/>
                    <a:pt x="3895" y="17875"/>
                    <a:pt x="9007" y="17875"/>
                  </a:cubicBezTo>
                  <a:cubicBezTo>
                    <a:pt x="9007" y="17875"/>
                    <a:pt x="9007" y="17875"/>
                    <a:pt x="9007" y="17875"/>
                  </a:cubicBezTo>
                  <a:close/>
                </a:path>
              </a:pathLst>
            </a:custGeom>
            <a:solidFill>
              <a:srgbClr val="007680"/>
            </a:solidFill>
            <a:ln w="6390" cap="flat">
              <a:noFill/>
              <a:prstDash val="solid"/>
              <a:miter/>
            </a:ln>
          </p:spPr>
          <p:txBody>
            <a:bodyPr rtlCol="0" anchor="ctr"/>
            <a:lstStyle/>
            <a:p>
              <a:endParaRPr lang="en-US"/>
            </a:p>
          </p:txBody>
        </p:sp>
        <p:sp>
          <p:nvSpPr>
            <p:cNvPr id="849" name="Graphic 5">
              <a:extLst>
                <a:ext uri="{FF2B5EF4-FFF2-40B4-BE49-F238E27FC236}">
                  <a16:creationId xmlns:a16="http://schemas.microsoft.com/office/drawing/2014/main" id="{FF4B78E1-53DF-A24A-B5ED-140BB4E44DA4}"/>
                </a:ext>
              </a:extLst>
            </p:cNvPr>
            <p:cNvSpPr/>
            <p:nvPr/>
          </p:nvSpPr>
          <p:spPr>
            <a:xfrm>
              <a:off x="7302420" y="2520558"/>
              <a:ext cx="49841" cy="33835"/>
            </a:xfrm>
            <a:custGeom>
              <a:avLst/>
              <a:gdLst>
                <a:gd name="connsiteX0" fmla="*/ 0 w 49841"/>
                <a:gd name="connsiteY0" fmla="*/ 0 h 33835"/>
                <a:gd name="connsiteX1" fmla="*/ 49842 w 49841"/>
                <a:gd name="connsiteY1" fmla="*/ 0 h 33835"/>
                <a:gd name="connsiteX2" fmla="*/ 49842 w 49841"/>
                <a:gd name="connsiteY2" fmla="*/ 33835 h 33835"/>
                <a:gd name="connsiteX3" fmla="*/ 0 w 49841"/>
                <a:gd name="connsiteY3" fmla="*/ 33835 h 33835"/>
              </a:gdLst>
              <a:ahLst/>
              <a:cxnLst>
                <a:cxn ang="0">
                  <a:pos x="connsiteX0" y="connsiteY0"/>
                </a:cxn>
                <a:cxn ang="0">
                  <a:pos x="connsiteX1" y="connsiteY1"/>
                </a:cxn>
                <a:cxn ang="0">
                  <a:pos x="connsiteX2" y="connsiteY2"/>
                </a:cxn>
                <a:cxn ang="0">
                  <a:pos x="connsiteX3" y="connsiteY3"/>
                </a:cxn>
              </a:cxnLst>
              <a:rect l="l" t="t" r="r" b="b"/>
              <a:pathLst>
                <a:path w="49841" h="33835">
                  <a:moveTo>
                    <a:pt x="0" y="0"/>
                  </a:moveTo>
                  <a:lnTo>
                    <a:pt x="49842" y="0"/>
                  </a:lnTo>
                  <a:lnTo>
                    <a:pt x="49842" y="33835"/>
                  </a:lnTo>
                  <a:lnTo>
                    <a:pt x="0" y="33835"/>
                  </a:lnTo>
                  <a:close/>
                </a:path>
              </a:pathLst>
            </a:custGeom>
            <a:solidFill>
              <a:srgbClr val="007680"/>
            </a:solidFill>
            <a:ln w="6390" cap="flat">
              <a:noFill/>
              <a:prstDash val="solid"/>
              <a:miter/>
            </a:ln>
          </p:spPr>
          <p:txBody>
            <a:bodyPr rtlCol="0" anchor="ctr"/>
            <a:lstStyle/>
            <a:p>
              <a:endParaRPr lang="en-US"/>
            </a:p>
          </p:txBody>
        </p:sp>
        <p:sp>
          <p:nvSpPr>
            <p:cNvPr id="850" name="Graphic 5">
              <a:extLst>
                <a:ext uri="{FF2B5EF4-FFF2-40B4-BE49-F238E27FC236}">
                  <a16:creationId xmlns:a16="http://schemas.microsoft.com/office/drawing/2014/main" id="{85103EAA-E52F-804F-8EFD-CFA7790FCC18}"/>
                </a:ext>
              </a:extLst>
            </p:cNvPr>
            <p:cNvSpPr/>
            <p:nvPr/>
          </p:nvSpPr>
          <p:spPr>
            <a:xfrm>
              <a:off x="7318395" y="2458634"/>
              <a:ext cx="17891" cy="17875"/>
            </a:xfrm>
            <a:custGeom>
              <a:avLst/>
              <a:gdLst>
                <a:gd name="connsiteX0" fmla="*/ 8945 w 17891"/>
                <a:gd name="connsiteY0" fmla="*/ 17875 h 17875"/>
                <a:gd name="connsiteX1" fmla="*/ 17891 w 17891"/>
                <a:gd name="connsiteY1" fmla="*/ 8938 h 17875"/>
                <a:gd name="connsiteX2" fmla="*/ 8945 w 17891"/>
                <a:gd name="connsiteY2" fmla="*/ 0 h 17875"/>
                <a:gd name="connsiteX3" fmla="*/ 0 w 17891"/>
                <a:gd name="connsiteY3" fmla="*/ 8938 h 17875"/>
                <a:gd name="connsiteX4" fmla="*/ 0 w 17891"/>
                <a:gd name="connsiteY4" fmla="*/ 8938 h 17875"/>
                <a:gd name="connsiteX5" fmla="*/ 8945 w 17891"/>
                <a:gd name="connsiteY5" fmla="*/ 17875 h 17875"/>
                <a:gd name="connsiteX6" fmla="*/ 8945 w 17891"/>
                <a:gd name="connsiteY6" fmla="*/ 17875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91" h="17875">
                  <a:moveTo>
                    <a:pt x="8945" y="17875"/>
                  </a:moveTo>
                  <a:cubicBezTo>
                    <a:pt x="14058" y="17875"/>
                    <a:pt x="17891" y="14045"/>
                    <a:pt x="17891" y="8938"/>
                  </a:cubicBezTo>
                  <a:cubicBezTo>
                    <a:pt x="17891" y="3830"/>
                    <a:pt x="14058" y="0"/>
                    <a:pt x="8945" y="0"/>
                  </a:cubicBezTo>
                  <a:cubicBezTo>
                    <a:pt x="3834" y="0"/>
                    <a:pt x="0" y="3830"/>
                    <a:pt x="0" y="8938"/>
                  </a:cubicBezTo>
                  <a:cubicBezTo>
                    <a:pt x="0" y="8938"/>
                    <a:pt x="0" y="8938"/>
                    <a:pt x="0" y="8938"/>
                  </a:cubicBezTo>
                  <a:cubicBezTo>
                    <a:pt x="0" y="13406"/>
                    <a:pt x="3834" y="17875"/>
                    <a:pt x="8945" y="17875"/>
                  </a:cubicBezTo>
                  <a:cubicBezTo>
                    <a:pt x="8945" y="17875"/>
                    <a:pt x="8945" y="17875"/>
                    <a:pt x="8945" y="17875"/>
                  </a:cubicBezTo>
                  <a:close/>
                </a:path>
              </a:pathLst>
            </a:custGeom>
            <a:solidFill>
              <a:srgbClr val="007680"/>
            </a:solidFill>
            <a:ln w="6390" cap="flat">
              <a:noFill/>
              <a:prstDash val="solid"/>
              <a:miter/>
            </a:ln>
          </p:spPr>
          <p:txBody>
            <a:bodyPr rtlCol="0" anchor="ctr"/>
            <a:lstStyle/>
            <a:p>
              <a:endParaRPr lang="en-US"/>
            </a:p>
          </p:txBody>
        </p:sp>
        <p:sp>
          <p:nvSpPr>
            <p:cNvPr id="851" name="Graphic 5">
              <a:extLst>
                <a:ext uri="{FF2B5EF4-FFF2-40B4-BE49-F238E27FC236}">
                  <a16:creationId xmlns:a16="http://schemas.microsoft.com/office/drawing/2014/main" id="{00CBDB51-30D4-0B46-A745-D28CB030D589}"/>
                </a:ext>
              </a:extLst>
            </p:cNvPr>
            <p:cNvSpPr/>
            <p:nvPr/>
          </p:nvSpPr>
          <p:spPr>
            <a:xfrm>
              <a:off x="7287084" y="2567161"/>
              <a:ext cx="174445" cy="80438"/>
            </a:xfrm>
            <a:custGeom>
              <a:avLst/>
              <a:gdLst>
                <a:gd name="connsiteX0" fmla="*/ 0 w 174445"/>
                <a:gd name="connsiteY0" fmla="*/ 0 h 80438"/>
                <a:gd name="connsiteX1" fmla="*/ 174446 w 174445"/>
                <a:gd name="connsiteY1" fmla="*/ 0 h 80438"/>
                <a:gd name="connsiteX2" fmla="*/ 174446 w 174445"/>
                <a:gd name="connsiteY2" fmla="*/ 80438 h 80438"/>
                <a:gd name="connsiteX3" fmla="*/ 0 w 174445"/>
                <a:gd name="connsiteY3" fmla="*/ 80438 h 80438"/>
              </a:gdLst>
              <a:ahLst/>
              <a:cxnLst>
                <a:cxn ang="0">
                  <a:pos x="connsiteX0" y="connsiteY0"/>
                </a:cxn>
                <a:cxn ang="0">
                  <a:pos x="connsiteX1" y="connsiteY1"/>
                </a:cxn>
                <a:cxn ang="0">
                  <a:pos x="connsiteX2" y="connsiteY2"/>
                </a:cxn>
                <a:cxn ang="0">
                  <a:pos x="connsiteX3" y="connsiteY3"/>
                </a:cxn>
              </a:cxnLst>
              <a:rect l="l" t="t" r="r" b="b"/>
              <a:pathLst>
                <a:path w="174445" h="80438">
                  <a:moveTo>
                    <a:pt x="0" y="0"/>
                  </a:moveTo>
                  <a:lnTo>
                    <a:pt x="174446" y="0"/>
                  </a:lnTo>
                  <a:lnTo>
                    <a:pt x="174446" y="80438"/>
                  </a:lnTo>
                  <a:lnTo>
                    <a:pt x="0" y="80438"/>
                  </a:lnTo>
                  <a:close/>
                </a:path>
              </a:pathLst>
            </a:custGeom>
            <a:solidFill>
              <a:srgbClr val="007680"/>
            </a:solidFill>
            <a:ln w="6390" cap="flat">
              <a:noFill/>
              <a:prstDash val="solid"/>
              <a:miter/>
            </a:ln>
          </p:spPr>
          <p:txBody>
            <a:bodyPr rtlCol="0" anchor="ctr"/>
            <a:lstStyle/>
            <a:p>
              <a:endParaRPr lang="en-US"/>
            </a:p>
          </p:txBody>
        </p:sp>
        <p:sp>
          <p:nvSpPr>
            <p:cNvPr id="852" name="Graphic 5">
              <a:extLst>
                <a:ext uri="{FF2B5EF4-FFF2-40B4-BE49-F238E27FC236}">
                  <a16:creationId xmlns:a16="http://schemas.microsoft.com/office/drawing/2014/main" id="{246571D4-E9DE-9545-96E6-380E68E0501D}"/>
                </a:ext>
              </a:extLst>
            </p:cNvPr>
            <p:cNvSpPr/>
            <p:nvPr/>
          </p:nvSpPr>
          <p:spPr>
            <a:xfrm>
              <a:off x="7193791" y="2371811"/>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27482 w 361670"/>
                <a:gd name="connsiteY7" fmla="*/ 73416 h 361971"/>
                <a:gd name="connsiteX8" fmla="*/ 249208 w 361670"/>
                <a:gd name="connsiteY8" fmla="*/ 95121 h 361971"/>
                <a:gd name="connsiteX9" fmla="*/ 227482 w 361670"/>
                <a:gd name="connsiteY9" fmla="*/ 116827 h 361971"/>
                <a:gd name="connsiteX10" fmla="*/ 205756 w 361670"/>
                <a:gd name="connsiteY10" fmla="*/ 95121 h 361971"/>
                <a:gd name="connsiteX11" fmla="*/ 205756 w 361670"/>
                <a:gd name="connsiteY11" fmla="*/ 95121 h 361971"/>
                <a:gd name="connsiteX12" fmla="*/ 227482 w 361670"/>
                <a:gd name="connsiteY12" fmla="*/ 73416 h 361971"/>
                <a:gd name="connsiteX13" fmla="*/ 227482 w 361670"/>
                <a:gd name="connsiteY13" fmla="*/ 73416 h 361971"/>
                <a:gd name="connsiteX14" fmla="*/ 133549 w 361670"/>
                <a:gd name="connsiteY14" fmla="*/ 73416 h 361971"/>
                <a:gd name="connsiteX15" fmla="*/ 155275 w 361670"/>
                <a:gd name="connsiteY15" fmla="*/ 95121 h 361971"/>
                <a:gd name="connsiteX16" fmla="*/ 133549 w 361670"/>
                <a:gd name="connsiteY16" fmla="*/ 116827 h 361971"/>
                <a:gd name="connsiteX17" fmla="*/ 111824 w 361670"/>
                <a:gd name="connsiteY17" fmla="*/ 95121 h 361971"/>
                <a:gd name="connsiteX18" fmla="*/ 111824 w 361670"/>
                <a:gd name="connsiteY18" fmla="*/ 95121 h 361971"/>
                <a:gd name="connsiteX19" fmla="*/ 133549 w 361670"/>
                <a:gd name="connsiteY19" fmla="*/ 73416 h 361971"/>
                <a:gd name="connsiteX20" fmla="*/ 133549 w 361670"/>
                <a:gd name="connsiteY20" fmla="*/ 73416 h 361971"/>
                <a:gd name="connsiteX21" fmla="*/ 281796 w 361670"/>
                <a:gd name="connsiteY21" fmla="*/ 195350 h 361971"/>
                <a:gd name="connsiteX22" fmla="*/ 280518 w 361670"/>
                <a:gd name="connsiteY22" fmla="*/ 195350 h 361971"/>
                <a:gd name="connsiteX23" fmla="*/ 280518 w 361670"/>
                <a:gd name="connsiteY23" fmla="*/ 282172 h 361971"/>
                <a:gd name="connsiteX24" fmla="*/ 274128 w 361670"/>
                <a:gd name="connsiteY24" fmla="*/ 288556 h 361971"/>
                <a:gd name="connsiteX25" fmla="*/ 86903 w 361670"/>
                <a:gd name="connsiteY25" fmla="*/ 288556 h 361971"/>
                <a:gd name="connsiteX26" fmla="*/ 80513 w 361670"/>
                <a:gd name="connsiteY26" fmla="*/ 282172 h 361971"/>
                <a:gd name="connsiteX27" fmla="*/ 80513 w 361670"/>
                <a:gd name="connsiteY27" fmla="*/ 195350 h 361971"/>
                <a:gd name="connsiteX28" fmla="*/ 79235 w 361670"/>
                <a:gd name="connsiteY28" fmla="*/ 195350 h 361971"/>
                <a:gd name="connsiteX29" fmla="*/ 72845 w 361670"/>
                <a:gd name="connsiteY29" fmla="*/ 188966 h 361971"/>
                <a:gd name="connsiteX30" fmla="*/ 79235 w 361670"/>
                <a:gd name="connsiteY30" fmla="*/ 182582 h 361971"/>
                <a:gd name="connsiteX31" fmla="*/ 96488 w 361670"/>
                <a:gd name="connsiteY31" fmla="*/ 182582 h 361971"/>
                <a:gd name="connsiteX32" fmla="*/ 96488 w 361670"/>
                <a:gd name="connsiteY32" fmla="*/ 142363 h 361971"/>
                <a:gd name="connsiteX33" fmla="*/ 102878 w 361670"/>
                <a:gd name="connsiteY33" fmla="*/ 135979 h 361971"/>
                <a:gd name="connsiteX34" fmla="*/ 165499 w 361670"/>
                <a:gd name="connsiteY34" fmla="*/ 135979 h 361971"/>
                <a:gd name="connsiteX35" fmla="*/ 171889 w 361670"/>
                <a:gd name="connsiteY35" fmla="*/ 142363 h 361971"/>
                <a:gd name="connsiteX36" fmla="*/ 171889 w 361670"/>
                <a:gd name="connsiteY36" fmla="*/ 182582 h 361971"/>
                <a:gd name="connsiteX37" fmla="*/ 190420 w 361670"/>
                <a:gd name="connsiteY37" fmla="*/ 182582 h 361971"/>
                <a:gd name="connsiteX38" fmla="*/ 190420 w 361670"/>
                <a:gd name="connsiteY38" fmla="*/ 142363 h 361971"/>
                <a:gd name="connsiteX39" fmla="*/ 196810 w 361670"/>
                <a:gd name="connsiteY39" fmla="*/ 135979 h 361971"/>
                <a:gd name="connsiteX40" fmla="*/ 259431 w 361670"/>
                <a:gd name="connsiteY40" fmla="*/ 135979 h 361971"/>
                <a:gd name="connsiteX41" fmla="*/ 265821 w 361670"/>
                <a:gd name="connsiteY41" fmla="*/ 142363 h 361971"/>
                <a:gd name="connsiteX42" fmla="*/ 265821 w 361670"/>
                <a:gd name="connsiteY42" fmla="*/ 182582 h 361971"/>
                <a:gd name="connsiteX43" fmla="*/ 283074 w 361670"/>
                <a:gd name="connsiteY43" fmla="*/ 182582 h 361971"/>
                <a:gd name="connsiteX44" fmla="*/ 289464 w 361670"/>
                <a:gd name="connsiteY44" fmla="*/ 188966 h 361971"/>
                <a:gd name="connsiteX45" fmla="*/ 281796 w 361670"/>
                <a:gd name="connsiteY45" fmla="*/ 195350 h 361971"/>
                <a:gd name="connsiteX46" fmla="*/ 281796 w 361670"/>
                <a:gd name="connsiteY46" fmla="*/ 19535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1670" h="361971">
                  <a:moveTo>
                    <a:pt x="180835" y="0"/>
                  </a:moveTo>
                  <a:cubicBezTo>
                    <a:pt x="80513" y="0"/>
                    <a:pt x="0" y="81077"/>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1670" y="81077"/>
                    <a:pt x="280518" y="0"/>
                    <a:pt x="180835" y="0"/>
                  </a:cubicBezTo>
                  <a:cubicBezTo>
                    <a:pt x="180835" y="0"/>
                    <a:pt x="180835" y="0"/>
                    <a:pt x="180835" y="0"/>
                  </a:cubicBezTo>
                  <a:close/>
                  <a:moveTo>
                    <a:pt x="227482" y="73416"/>
                  </a:moveTo>
                  <a:cubicBezTo>
                    <a:pt x="239623" y="73416"/>
                    <a:pt x="249208" y="82992"/>
                    <a:pt x="249208" y="95121"/>
                  </a:cubicBezTo>
                  <a:cubicBezTo>
                    <a:pt x="249208" y="107251"/>
                    <a:pt x="239623" y="116827"/>
                    <a:pt x="227482" y="116827"/>
                  </a:cubicBezTo>
                  <a:cubicBezTo>
                    <a:pt x="215341" y="116827"/>
                    <a:pt x="205756" y="107251"/>
                    <a:pt x="205756" y="95121"/>
                  </a:cubicBezTo>
                  <a:cubicBezTo>
                    <a:pt x="205756" y="95121"/>
                    <a:pt x="205756" y="95121"/>
                    <a:pt x="205756" y="95121"/>
                  </a:cubicBezTo>
                  <a:cubicBezTo>
                    <a:pt x="205117" y="82992"/>
                    <a:pt x="215341" y="73416"/>
                    <a:pt x="227482" y="73416"/>
                  </a:cubicBezTo>
                  <a:lnTo>
                    <a:pt x="227482" y="73416"/>
                  </a:lnTo>
                  <a:close/>
                  <a:moveTo>
                    <a:pt x="133549" y="73416"/>
                  </a:moveTo>
                  <a:cubicBezTo>
                    <a:pt x="145690" y="73416"/>
                    <a:pt x="155275" y="82992"/>
                    <a:pt x="155275" y="95121"/>
                  </a:cubicBezTo>
                  <a:cubicBezTo>
                    <a:pt x="155275" y="107251"/>
                    <a:pt x="145690" y="116827"/>
                    <a:pt x="133549" y="116827"/>
                  </a:cubicBezTo>
                  <a:cubicBezTo>
                    <a:pt x="121409" y="116827"/>
                    <a:pt x="111824" y="107251"/>
                    <a:pt x="111824" y="95121"/>
                  </a:cubicBezTo>
                  <a:cubicBezTo>
                    <a:pt x="111824" y="95121"/>
                    <a:pt x="111824" y="95121"/>
                    <a:pt x="111824" y="95121"/>
                  </a:cubicBezTo>
                  <a:cubicBezTo>
                    <a:pt x="111824" y="82992"/>
                    <a:pt x="121409" y="73416"/>
                    <a:pt x="133549" y="73416"/>
                  </a:cubicBezTo>
                  <a:lnTo>
                    <a:pt x="133549" y="73416"/>
                  </a:lnTo>
                  <a:close/>
                  <a:moveTo>
                    <a:pt x="281796" y="195350"/>
                  </a:moveTo>
                  <a:lnTo>
                    <a:pt x="280518" y="195350"/>
                  </a:lnTo>
                  <a:lnTo>
                    <a:pt x="280518" y="282172"/>
                  </a:lnTo>
                  <a:cubicBezTo>
                    <a:pt x="280518" y="286003"/>
                    <a:pt x="277962" y="288556"/>
                    <a:pt x="274128" y="288556"/>
                  </a:cubicBezTo>
                  <a:lnTo>
                    <a:pt x="86903" y="288556"/>
                  </a:lnTo>
                  <a:cubicBezTo>
                    <a:pt x="83069" y="288556"/>
                    <a:pt x="80513" y="286003"/>
                    <a:pt x="80513" y="282172"/>
                  </a:cubicBezTo>
                  <a:lnTo>
                    <a:pt x="80513" y="195350"/>
                  </a:lnTo>
                  <a:lnTo>
                    <a:pt x="79235" y="195350"/>
                  </a:lnTo>
                  <a:cubicBezTo>
                    <a:pt x="75401" y="195350"/>
                    <a:pt x="72845" y="192796"/>
                    <a:pt x="72845" y="188966"/>
                  </a:cubicBezTo>
                  <a:cubicBezTo>
                    <a:pt x="72845" y="185135"/>
                    <a:pt x="75401" y="182582"/>
                    <a:pt x="79235" y="182582"/>
                  </a:cubicBezTo>
                  <a:lnTo>
                    <a:pt x="96488" y="182582"/>
                  </a:lnTo>
                  <a:lnTo>
                    <a:pt x="96488" y="142363"/>
                  </a:lnTo>
                  <a:cubicBezTo>
                    <a:pt x="96488" y="138533"/>
                    <a:pt x="99044" y="135979"/>
                    <a:pt x="102878" y="135979"/>
                  </a:cubicBezTo>
                  <a:lnTo>
                    <a:pt x="165499" y="135979"/>
                  </a:lnTo>
                  <a:cubicBezTo>
                    <a:pt x="169333" y="135979"/>
                    <a:pt x="171889" y="138533"/>
                    <a:pt x="171889" y="142363"/>
                  </a:cubicBezTo>
                  <a:lnTo>
                    <a:pt x="171889" y="182582"/>
                  </a:lnTo>
                  <a:lnTo>
                    <a:pt x="190420" y="182582"/>
                  </a:lnTo>
                  <a:lnTo>
                    <a:pt x="190420" y="142363"/>
                  </a:lnTo>
                  <a:cubicBezTo>
                    <a:pt x="190420" y="138533"/>
                    <a:pt x="192976" y="135979"/>
                    <a:pt x="196810" y="135979"/>
                  </a:cubicBezTo>
                  <a:lnTo>
                    <a:pt x="259431" y="135979"/>
                  </a:lnTo>
                  <a:cubicBezTo>
                    <a:pt x="263265" y="135979"/>
                    <a:pt x="265821" y="138533"/>
                    <a:pt x="265821" y="142363"/>
                  </a:cubicBezTo>
                  <a:lnTo>
                    <a:pt x="265821" y="182582"/>
                  </a:lnTo>
                  <a:lnTo>
                    <a:pt x="283074" y="182582"/>
                  </a:lnTo>
                  <a:cubicBezTo>
                    <a:pt x="286908" y="182582"/>
                    <a:pt x="289464" y="185135"/>
                    <a:pt x="289464" y="188966"/>
                  </a:cubicBezTo>
                  <a:cubicBezTo>
                    <a:pt x="289464" y="192796"/>
                    <a:pt x="285630" y="195350"/>
                    <a:pt x="281796" y="195350"/>
                  </a:cubicBezTo>
                  <a:lnTo>
                    <a:pt x="281796" y="195350"/>
                  </a:lnTo>
                  <a:close/>
                </a:path>
              </a:pathLst>
            </a:custGeom>
            <a:solidFill>
              <a:srgbClr val="007680"/>
            </a:solidFill>
            <a:ln w="6390" cap="flat">
              <a:noFill/>
              <a:prstDash val="solid"/>
              <a:miter/>
            </a:ln>
          </p:spPr>
          <p:txBody>
            <a:bodyPr rtlCol="0" anchor="ctr"/>
            <a:lstStyle/>
            <a:p>
              <a:endParaRPr lang="en-US"/>
            </a:p>
          </p:txBody>
        </p:sp>
      </p:grpSp>
      <p:grpSp>
        <p:nvGrpSpPr>
          <p:cNvPr id="853" name="Graphic 5">
            <a:extLst>
              <a:ext uri="{FF2B5EF4-FFF2-40B4-BE49-F238E27FC236}">
                <a16:creationId xmlns:a16="http://schemas.microsoft.com/office/drawing/2014/main" id="{BE7F533D-CA8D-6149-887A-0C6707D348F6}"/>
              </a:ext>
            </a:extLst>
          </p:cNvPr>
          <p:cNvGrpSpPr/>
          <p:nvPr/>
        </p:nvGrpSpPr>
        <p:grpSpPr>
          <a:xfrm>
            <a:off x="11372810" y="2371811"/>
            <a:ext cx="362309" cy="361971"/>
            <a:chOff x="11372810" y="2371811"/>
            <a:chExt cx="362309" cy="361971"/>
          </a:xfrm>
          <a:solidFill>
            <a:srgbClr val="007680"/>
          </a:solidFill>
        </p:grpSpPr>
        <p:sp>
          <p:nvSpPr>
            <p:cNvPr id="854" name="Graphic 5">
              <a:extLst>
                <a:ext uri="{FF2B5EF4-FFF2-40B4-BE49-F238E27FC236}">
                  <a16:creationId xmlns:a16="http://schemas.microsoft.com/office/drawing/2014/main" id="{9A09A959-FA56-AD4C-94BC-A32C2ED421BF}"/>
                </a:ext>
              </a:extLst>
            </p:cNvPr>
            <p:cNvSpPr/>
            <p:nvPr/>
          </p:nvSpPr>
          <p:spPr>
            <a:xfrm>
              <a:off x="11508596" y="2496299"/>
              <a:ext cx="101919" cy="101824"/>
            </a:xfrm>
            <a:custGeom>
              <a:avLst/>
              <a:gdLst>
                <a:gd name="connsiteX0" fmla="*/ 55273 w 101919"/>
                <a:gd name="connsiteY0" fmla="*/ 12768 h 101824"/>
                <a:gd name="connsiteX1" fmla="*/ 55273 w 101919"/>
                <a:gd name="connsiteY1" fmla="*/ 12768 h 101824"/>
                <a:gd name="connsiteX2" fmla="*/ 42493 w 101919"/>
                <a:gd name="connsiteY2" fmla="*/ 0 h 101824"/>
                <a:gd name="connsiteX3" fmla="*/ 12460 w 101919"/>
                <a:gd name="connsiteY3" fmla="*/ 30005 h 101824"/>
                <a:gd name="connsiteX4" fmla="*/ 12460 w 101919"/>
                <a:gd name="connsiteY4" fmla="*/ 89376 h 101824"/>
                <a:gd name="connsiteX5" fmla="*/ 12460 w 101919"/>
                <a:gd name="connsiteY5" fmla="*/ 89376 h 101824"/>
                <a:gd name="connsiteX6" fmla="*/ 71887 w 101919"/>
                <a:gd name="connsiteY6" fmla="*/ 89376 h 101824"/>
                <a:gd name="connsiteX7" fmla="*/ 101919 w 101919"/>
                <a:gd name="connsiteY7" fmla="*/ 59371 h 101824"/>
                <a:gd name="connsiteX8" fmla="*/ 84027 w 101919"/>
                <a:gd name="connsiteY8" fmla="*/ 41496 h 101824"/>
                <a:gd name="connsiteX9" fmla="*/ 55273 w 101919"/>
                <a:gd name="connsiteY9" fmla="*/ 12768 h 101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919" h="101824">
                  <a:moveTo>
                    <a:pt x="55273" y="12768"/>
                  </a:moveTo>
                  <a:lnTo>
                    <a:pt x="55273" y="12768"/>
                  </a:lnTo>
                  <a:lnTo>
                    <a:pt x="42493" y="0"/>
                  </a:lnTo>
                  <a:lnTo>
                    <a:pt x="12460" y="30005"/>
                  </a:lnTo>
                  <a:cubicBezTo>
                    <a:pt x="-4153" y="46603"/>
                    <a:pt x="-4153" y="72777"/>
                    <a:pt x="12460" y="89376"/>
                  </a:cubicBezTo>
                  <a:cubicBezTo>
                    <a:pt x="12460" y="89376"/>
                    <a:pt x="12460" y="89376"/>
                    <a:pt x="12460" y="89376"/>
                  </a:cubicBezTo>
                  <a:cubicBezTo>
                    <a:pt x="29074" y="105974"/>
                    <a:pt x="55273" y="105974"/>
                    <a:pt x="71887" y="89376"/>
                  </a:cubicBezTo>
                  <a:lnTo>
                    <a:pt x="101919" y="59371"/>
                  </a:lnTo>
                  <a:lnTo>
                    <a:pt x="84027" y="41496"/>
                  </a:lnTo>
                  <a:lnTo>
                    <a:pt x="55273" y="12768"/>
                  </a:lnTo>
                  <a:close/>
                </a:path>
              </a:pathLst>
            </a:custGeom>
            <a:solidFill>
              <a:srgbClr val="007680"/>
            </a:solidFill>
            <a:ln w="6390" cap="flat">
              <a:noFill/>
              <a:prstDash val="solid"/>
              <a:miter/>
            </a:ln>
          </p:spPr>
          <p:txBody>
            <a:bodyPr rtlCol="0" anchor="ctr"/>
            <a:lstStyle/>
            <a:p>
              <a:endParaRPr lang="en-US"/>
            </a:p>
          </p:txBody>
        </p:sp>
        <p:sp>
          <p:nvSpPr>
            <p:cNvPr id="855" name="Graphic 5">
              <a:extLst>
                <a:ext uri="{FF2B5EF4-FFF2-40B4-BE49-F238E27FC236}">
                  <a16:creationId xmlns:a16="http://schemas.microsoft.com/office/drawing/2014/main" id="{BA189B2F-A3A2-1E49-8D9E-320AF72E6204}"/>
                </a:ext>
              </a:extLst>
            </p:cNvPr>
            <p:cNvSpPr/>
            <p:nvPr/>
          </p:nvSpPr>
          <p:spPr>
            <a:xfrm>
              <a:off x="11372810" y="2371811"/>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74767 w 362309"/>
                <a:gd name="connsiteY6" fmla="*/ 131510 h 361971"/>
                <a:gd name="connsiteX7" fmla="*/ 238983 w 362309"/>
                <a:gd name="connsiteY7" fmla="*/ 166622 h 361971"/>
                <a:gd name="connsiteX8" fmla="*/ 251763 w 362309"/>
                <a:gd name="connsiteY8" fmla="*/ 179390 h 361971"/>
                <a:gd name="connsiteX9" fmla="*/ 251763 w 362309"/>
                <a:gd name="connsiteY9" fmla="*/ 179390 h 361971"/>
                <a:gd name="connsiteX10" fmla="*/ 257514 w 362309"/>
                <a:gd name="connsiteY10" fmla="*/ 185135 h 361971"/>
                <a:gd name="connsiteX11" fmla="*/ 257514 w 362309"/>
                <a:gd name="connsiteY11" fmla="*/ 194073 h 361971"/>
                <a:gd name="connsiteX12" fmla="*/ 253041 w 362309"/>
                <a:gd name="connsiteY12" fmla="*/ 195988 h 361971"/>
                <a:gd name="connsiteX13" fmla="*/ 248568 w 362309"/>
                <a:gd name="connsiteY13" fmla="*/ 194073 h 361971"/>
                <a:gd name="connsiteX14" fmla="*/ 247290 w 362309"/>
                <a:gd name="connsiteY14" fmla="*/ 192796 h 361971"/>
                <a:gd name="connsiteX15" fmla="*/ 217258 w 362309"/>
                <a:gd name="connsiteY15" fmla="*/ 222801 h 361971"/>
                <a:gd name="connsiteX16" fmla="*/ 144412 w 362309"/>
                <a:gd name="connsiteY16" fmla="*/ 227270 h 361971"/>
                <a:gd name="connsiteX17" fmla="*/ 97127 w 362309"/>
                <a:gd name="connsiteY17" fmla="*/ 274511 h 361971"/>
                <a:gd name="connsiteX18" fmla="*/ 92654 w 362309"/>
                <a:gd name="connsiteY18" fmla="*/ 276427 h 361971"/>
                <a:gd name="connsiteX19" fmla="*/ 88181 w 362309"/>
                <a:gd name="connsiteY19" fmla="*/ 274511 h 361971"/>
                <a:gd name="connsiteX20" fmla="*/ 88181 w 362309"/>
                <a:gd name="connsiteY20" fmla="*/ 265574 h 361971"/>
                <a:gd name="connsiteX21" fmla="*/ 135466 w 362309"/>
                <a:gd name="connsiteY21" fmla="*/ 218332 h 361971"/>
                <a:gd name="connsiteX22" fmla="*/ 139939 w 362309"/>
                <a:gd name="connsiteY22" fmla="*/ 145555 h 361971"/>
                <a:gd name="connsiteX23" fmla="*/ 169972 w 362309"/>
                <a:gd name="connsiteY23" fmla="*/ 115550 h 361971"/>
                <a:gd name="connsiteX24" fmla="*/ 168694 w 362309"/>
                <a:gd name="connsiteY24" fmla="*/ 114273 h 361971"/>
                <a:gd name="connsiteX25" fmla="*/ 169333 w 362309"/>
                <a:gd name="connsiteY25" fmla="*/ 105336 h 361971"/>
                <a:gd name="connsiteX26" fmla="*/ 177640 w 362309"/>
                <a:gd name="connsiteY26" fmla="*/ 105336 h 361971"/>
                <a:gd name="connsiteX27" fmla="*/ 196171 w 362309"/>
                <a:gd name="connsiteY27" fmla="*/ 123849 h 361971"/>
                <a:gd name="connsiteX28" fmla="*/ 231954 w 362309"/>
                <a:gd name="connsiteY28" fmla="*/ 88737 h 361971"/>
                <a:gd name="connsiteX29" fmla="*/ 240900 w 362309"/>
                <a:gd name="connsiteY29" fmla="*/ 88737 h 361971"/>
                <a:gd name="connsiteX30" fmla="*/ 240900 w 362309"/>
                <a:gd name="connsiteY30" fmla="*/ 97675 h 361971"/>
                <a:gd name="connsiteX31" fmla="*/ 205117 w 362309"/>
                <a:gd name="connsiteY31" fmla="*/ 133425 h 361971"/>
                <a:gd name="connsiteX32" fmla="*/ 230677 w 362309"/>
                <a:gd name="connsiteY32" fmla="*/ 158961 h 361971"/>
                <a:gd name="connsiteX33" fmla="*/ 266460 w 362309"/>
                <a:gd name="connsiteY33" fmla="*/ 123211 h 361971"/>
                <a:gd name="connsiteX34" fmla="*/ 275406 w 362309"/>
                <a:gd name="connsiteY34" fmla="*/ 123211 h 361971"/>
                <a:gd name="connsiteX35" fmla="*/ 274767 w 362309"/>
                <a:gd name="connsiteY35" fmla="*/ 131510 h 361971"/>
                <a:gd name="connsiteX36" fmla="*/ 274767 w 362309"/>
                <a:gd name="connsiteY36" fmla="*/ 13151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274767" y="131510"/>
                  </a:moveTo>
                  <a:lnTo>
                    <a:pt x="238983" y="166622"/>
                  </a:lnTo>
                  <a:lnTo>
                    <a:pt x="251763" y="179390"/>
                  </a:lnTo>
                  <a:lnTo>
                    <a:pt x="251763" y="179390"/>
                  </a:lnTo>
                  <a:lnTo>
                    <a:pt x="257514" y="185135"/>
                  </a:lnTo>
                  <a:cubicBezTo>
                    <a:pt x="260070" y="187689"/>
                    <a:pt x="260070" y="191519"/>
                    <a:pt x="257514" y="194073"/>
                  </a:cubicBezTo>
                  <a:cubicBezTo>
                    <a:pt x="256236" y="195350"/>
                    <a:pt x="254958" y="195988"/>
                    <a:pt x="253041" y="195988"/>
                  </a:cubicBezTo>
                  <a:cubicBezTo>
                    <a:pt x="251124" y="195988"/>
                    <a:pt x="249846" y="195350"/>
                    <a:pt x="248568" y="194073"/>
                  </a:cubicBezTo>
                  <a:lnTo>
                    <a:pt x="247290" y="192796"/>
                  </a:lnTo>
                  <a:lnTo>
                    <a:pt x="217258" y="222801"/>
                  </a:lnTo>
                  <a:cubicBezTo>
                    <a:pt x="197448" y="242591"/>
                    <a:pt x="166138" y="244507"/>
                    <a:pt x="144412" y="227270"/>
                  </a:cubicBezTo>
                  <a:lnTo>
                    <a:pt x="97127" y="274511"/>
                  </a:lnTo>
                  <a:cubicBezTo>
                    <a:pt x="95849" y="275788"/>
                    <a:pt x="94571" y="276427"/>
                    <a:pt x="92654" y="276427"/>
                  </a:cubicBezTo>
                  <a:cubicBezTo>
                    <a:pt x="90737" y="276427"/>
                    <a:pt x="89459" y="275788"/>
                    <a:pt x="88181" y="274511"/>
                  </a:cubicBezTo>
                  <a:cubicBezTo>
                    <a:pt x="85625" y="271958"/>
                    <a:pt x="85625" y="268127"/>
                    <a:pt x="88181" y="265574"/>
                  </a:cubicBezTo>
                  <a:lnTo>
                    <a:pt x="135466" y="218332"/>
                  </a:lnTo>
                  <a:cubicBezTo>
                    <a:pt x="118214" y="196627"/>
                    <a:pt x="120130" y="165345"/>
                    <a:pt x="139939" y="145555"/>
                  </a:cubicBezTo>
                  <a:lnTo>
                    <a:pt x="169972" y="115550"/>
                  </a:lnTo>
                  <a:lnTo>
                    <a:pt x="168694" y="114273"/>
                  </a:lnTo>
                  <a:cubicBezTo>
                    <a:pt x="166138" y="111720"/>
                    <a:pt x="166777" y="107251"/>
                    <a:pt x="169333" y="105336"/>
                  </a:cubicBezTo>
                  <a:cubicBezTo>
                    <a:pt x="171889" y="103421"/>
                    <a:pt x="175084" y="103421"/>
                    <a:pt x="177640" y="105336"/>
                  </a:cubicBezTo>
                  <a:lnTo>
                    <a:pt x="196171" y="123849"/>
                  </a:lnTo>
                  <a:lnTo>
                    <a:pt x="231954" y="88737"/>
                  </a:lnTo>
                  <a:cubicBezTo>
                    <a:pt x="234510" y="86184"/>
                    <a:pt x="238344" y="86184"/>
                    <a:pt x="240900" y="88737"/>
                  </a:cubicBezTo>
                  <a:cubicBezTo>
                    <a:pt x="243456" y="91291"/>
                    <a:pt x="243456" y="95121"/>
                    <a:pt x="240900" y="97675"/>
                  </a:cubicBezTo>
                  <a:lnTo>
                    <a:pt x="205117" y="133425"/>
                  </a:lnTo>
                  <a:lnTo>
                    <a:pt x="230677" y="158961"/>
                  </a:lnTo>
                  <a:lnTo>
                    <a:pt x="266460" y="123211"/>
                  </a:lnTo>
                  <a:cubicBezTo>
                    <a:pt x="269016" y="120657"/>
                    <a:pt x="272850" y="120657"/>
                    <a:pt x="275406" y="123211"/>
                  </a:cubicBezTo>
                  <a:cubicBezTo>
                    <a:pt x="277323" y="124488"/>
                    <a:pt x="277323" y="128318"/>
                    <a:pt x="274767" y="131510"/>
                  </a:cubicBezTo>
                  <a:cubicBezTo>
                    <a:pt x="274767" y="130872"/>
                    <a:pt x="274767" y="131510"/>
                    <a:pt x="274767" y="131510"/>
                  </a:cubicBezTo>
                  <a:close/>
                </a:path>
              </a:pathLst>
            </a:custGeom>
            <a:solidFill>
              <a:srgbClr val="007680"/>
            </a:solidFill>
            <a:ln w="6390" cap="flat">
              <a:noFill/>
              <a:prstDash val="solid"/>
              <a:miter/>
            </a:ln>
          </p:spPr>
          <p:txBody>
            <a:bodyPr rtlCol="0" anchor="ctr"/>
            <a:lstStyle/>
            <a:p>
              <a:endParaRPr lang="en-US"/>
            </a:p>
          </p:txBody>
        </p:sp>
      </p:grpSp>
      <p:grpSp>
        <p:nvGrpSpPr>
          <p:cNvPr id="856" name="Graphic 5">
            <a:extLst>
              <a:ext uri="{FF2B5EF4-FFF2-40B4-BE49-F238E27FC236}">
                <a16:creationId xmlns:a16="http://schemas.microsoft.com/office/drawing/2014/main" id="{25890FDE-F947-D043-A4B4-E3A0D8FA39F0}"/>
              </a:ext>
            </a:extLst>
          </p:cNvPr>
          <p:cNvGrpSpPr/>
          <p:nvPr/>
        </p:nvGrpSpPr>
        <p:grpSpPr>
          <a:xfrm>
            <a:off x="7193791" y="3340900"/>
            <a:ext cx="361670" cy="361971"/>
            <a:chOff x="7193791" y="3340900"/>
            <a:chExt cx="361670" cy="361971"/>
          </a:xfrm>
          <a:solidFill>
            <a:srgbClr val="007680"/>
          </a:solidFill>
        </p:grpSpPr>
        <p:sp>
          <p:nvSpPr>
            <p:cNvPr id="857" name="Graphic 5">
              <a:extLst>
                <a:ext uri="{FF2B5EF4-FFF2-40B4-BE49-F238E27FC236}">
                  <a16:creationId xmlns:a16="http://schemas.microsoft.com/office/drawing/2014/main" id="{BD8699E6-99FD-434F-99B3-0D031799248C}"/>
                </a:ext>
              </a:extLst>
            </p:cNvPr>
            <p:cNvSpPr/>
            <p:nvPr/>
          </p:nvSpPr>
          <p:spPr>
            <a:xfrm>
              <a:off x="7322867" y="3556679"/>
              <a:ext cx="103516" cy="59371"/>
            </a:xfrm>
            <a:custGeom>
              <a:avLst/>
              <a:gdLst>
                <a:gd name="connsiteX0" fmla="*/ 0 w 103516"/>
                <a:gd name="connsiteY0" fmla="*/ 0 h 59371"/>
                <a:gd name="connsiteX1" fmla="*/ 103517 w 103516"/>
                <a:gd name="connsiteY1" fmla="*/ 0 h 59371"/>
                <a:gd name="connsiteX2" fmla="*/ 103517 w 103516"/>
                <a:gd name="connsiteY2" fmla="*/ 59371 h 59371"/>
                <a:gd name="connsiteX3" fmla="*/ 0 w 103516"/>
                <a:gd name="connsiteY3" fmla="*/ 59371 h 59371"/>
              </a:gdLst>
              <a:ahLst/>
              <a:cxnLst>
                <a:cxn ang="0">
                  <a:pos x="connsiteX0" y="connsiteY0"/>
                </a:cxn>
                <a:cxn ang="0">
                  <a:pos x="connsiteX1" y="connsiteY1"/>
                </a:cxn>
                <a:cxn ang="0">
                  <a:pos x="connsiteX2" y="connsiteY2"/>
                </a:cxn>
                <a:cxn ang="0">
                  <a:pos x="connsiteX3" y="connsiteY3"/>
                </a:cxn>
              </a:cxnLst>
              <a:rect l="l" t="t" r="r" b="b"/>
              <a:pathLst>
                <a:path w="103516" h="59371">
                  <a:moveTo>
                    <a:pt x="0" y="0"/>
                  </a:moveTo>
                  <a:lnTo>
                    <a:pt x="103517" y="0"/>
                  </a:lnTo>
                  <a:lnTo>
                    <a:pt x="103517" y="59371"/>
                  </a:lnTo>
                  <a:lnTo>
                    <a:pt x="0" y="59371"/>
                  </a:lnTo>
                  <a:close/>
                </a:path>
              </a:pathLst>
            </a:custGeom>
            <a:solidFill>
              <a:srgbClr val="007680"/>
            </a:solidFill>
            <a:ln w="6390" cap="flat">
              <a:noFill/>
              <a:prstDash val="solid"/>
              <a:miter/>
            </a:ln>
          </p:spPr>
          <p:txBody>
            <a:bodyPr rtlCol="0" anchor="ctr"/>
            <a:lstStyle/>
            <a:p>
              <a:endParaRPr lang="en-US"/>
            </a:p>
          </p:txBody>
        </p:sp>
        <p:sp>
          <p:nvSpPr>
            <p:cNvPr id="858" name="Graphic 5">
              <a:extLst>
                <a:ext uri="{FF2B5EF4-FFF2-40B4-BE49-F238E27FC236}">
                  <a16:creationId xmlns:a16="http://schemas.microsoft.com/office/drawing/2014/main" id="{6BD98371-13AE-B54B-B9CA-148A6665840D}"/>
                </a:ext>
              </a:extLst>
            </p:cNvPr>
            <p:cNvSpPr/>
            <p:nvPr/>
          </p:nvSpPr>
          <p:spPr>
            <a:xfrm>
              <a:off x="7322867" y="3426445"/>
              <a:ext cx="103516" cy="45326"/>
            </a:xfrm>
            <a:custGeom>
              <a:avLst/>
              <a:gdLst>
                <a:gd name="connsiteX0" fmla="*/ 0 w 103516"/>
                <a:gd name="connsiteY0" fmla="*/ 0 h 45326"/>
                <a:gd name="connsiteX1" fmla="*/ 103517 w 103516"/>
                <a:gd name="connsiteY1" fmla="*/ 0 h 45326"/>
                <a:gd name="connsiteX2" fmla="*/ 103517 w 103516"/>
                <a:gd name="connsiteY2" fmla="*/ 45326 h 45326"/>
                <a:gd name="connsiteX3" fmla="*/ 0 w 103516"/>
                <a:gd name="connsiteY3" fmla="*/ 45326 h 45326"/>
              </a:gdLst>
              <a:ahLst/>
              <a:cxnLst>
                <a:cxn ang="0">
                  <a:pos x="connsiteX0" y="connsiteY0"/>
                </a:cxn>
                <a:cxn ang="0">
                  <a:pos x="connsiteX1" y="connsiteY1"/>
                </a:cxn>
                <a:cxn ang="0">
                  <a:pos x="connsiteX2" y="connsiteY2"/>
                </a:cxn>
                <a:cxn ang="0">
                  <a:pos x="connsiteX3" y="connsiteY3"/>
                </a:cxn>
              </a:cxnLst>
              <a:rect l="l" t="t" r="r" b="b"/>
              <a:pathLst>
                <a:path w="103516" h="45326">
                  <a:moveTo>
                    <a:pt x="0" y="0"/>
                  </a:moveTo>
                  <a:lnTo>
                    <a:pt x="103517" y="0"/>
                  </a:lnTo>
                  <a:lnTo>
                    <a:pt x="103517" y="45326"/>
                  </a:lnTo>
                  <a:lnTo>
                    <a:pt x="0" y="45326"/>
                  </a:lnTo>
                  <a:close/>
                </a:path>
              </a:pathLst>
            </a:custGeom>
            <a:solidFill>
              <a:srgbClr val="007680"/>
            </a:solidFill>
            <a:ln w="6390" cap="flat">
              <a:noFill/>
              <a:prstDash val="solid"/>
              <a:miter/>
            </a:ln>
          </p:spPr>
          <p:txBody>
            <a:bodyPr rtlCol="0" anchor="ctr"/>
            <a:lstStyle/>
            <a:p>
              <a:endParaRPr lang="en-US"/>
            </a:p>
          </p:txBody>
        </p:sp>
        <p:sp>
          <p:nvSpPr>
            <p:cNvPr id="859" name="Graphic 5">
              <a:extLst>
                <a:ext uri="{FF2B5EF4-FFF2-40B4-BE49-F238E27FC236}">
                  <a16:creationId xmlns:a16="http://schemas.microsoft.com/office/drawing/2014/main" id="{F513157E-BFCC-EF41-89BC-10A08CCF340C}"/>
                </a:ext>
              </a:extLst>
            </p:cNvPr>
            <p:cNvSpPr/>
            <p:nvPr/>
          </p:nvSpPr>
          <p:spPr>
            <a:xfrm>
              <a:off x="7279416" y="3484540"/>
              <a:ext cx="190420" cy="103420"/>
            </a:xfrm>
            <a:custGeom>
              <a:avLst/>
              <a:gdLst>
                <a:gd name="connsiteX0" fmla="*/ 37062 w 190420"/>
                <a:gd name="connsiteY0" fmla="*/ 0 h 103420"/>
                <a:gd name="connsiteX1" fmla="*/ 0 w 190420"/>
                <a:gd name="connsiteY1" fmla="*/ 0 h 103420"/>
                <a:gd name="connsiteX2" fmla="*/ 0 w 190420"/>
                <a:gd name="connsiteY2" fmla="*/ 103421 h 103420"/>
                <a:gd name="connsiteX3" fmla="*/ 30033 w 190420"/>
                <a:gd name="connsiteY3" fmla="*/ 103421 h 103420"/>
                <a:gd name="connsiteX4" fmla="*/ 30672 w 190420"/>
                <a:gd name="connsiteY4" fmla="*/ 103421 h 103420"/>
                <a:gd name="connsiteX5" fmla="*/ 30672 w 190420"/>
                <a:gd name="connsiteY5" fmla="*/ 66393 h 103420"/>
                <a:gd name="connsiteX6" fmla="*/ 37062 w 190420"/>
                <a:gd name="connsiteY6" fmla="*/ 60009 h 103420"/>
                <a:gd name="connsiteX7" fmla="*/ 153358 w 190420"/>
                <a:gd name="connsiteY7" fmla="*/ 60009 h 103420"/>
                <a:gd name="connsiteX8" fmla="*/ 159748 w 190420"/>
                <a:gd name="connsiteY8" fmla="*/ 66393 h 103420"/>
                <a:gd name="connsiteX9" fmla="*/ 159748 w 190420"/>
                <a:gd name="connsiteY9" fmla="*/ 103421 h 103420"/>
                <a:gd name="connsiteX10" fmla="*/ 160388 w 190420"/>
                <a:gd name="connsiteY10" fmla="*/ 103421 h 103420"/>
                <a:gd name="connsiteX11" fmla="*/ 190420 w 190420"/>
                <a:gd name="connsiteY11" fmla="*/ 103421 h 103420"/>
                <a:gd name="connsiteX12" fmla="*/ 190420 w 190420"/>
                <a:gd name="connsiteY12" fmla="*/ 0 h 103420"/>
                <a:gd name="connsiteX13" fmla="*/ 37062 w 190420"/>
                <a:gd name="connsiteY13" fmla="*/ 0 h 103420"/>
                <a:gd name="connsiteX14" fmla="*/ 173807 w 190420"/>
                <a:gd name="connsiteY14" fmla="*/ 22344 h 103420"/>
                <a:gd name="connsiteX15" fmla="*/ 167417 w 190420"/>
                <a:gd name="connsiteY15" fmla="*/ 28728 h 103420"/>
                <a:gd name="connsiteX16" fmla="*/ 152720 w 190420"/>
                <a:gd name="connsiteY16" fmla="*/ 28728 h 103420"/>
                <a:gd name="connsiteX17" fmla="*/ 146330 w 190420"/>
                <a:gd name="connsiteY17" fmla="*/ 22344 h 103420"/>
                <a:gd name="connsiteX18" fmla="*/ 152720 w 190420"/>
                <a:gd name="connsiteY18" fmla="*/ 15960 h 103420"/>
                <a:gd name="connsiteX19" fmla="*/ 167417 w 190420"/>
                <a:gd name="connsiteY19" fmla="*/ 15960 h 103420"/>
                <a:gd name="connsiteX20" fmla="*/ 173807 w 190420"/>
                <a:gd name="connsiteY20" fmla="*/ 22344 h 103420"/>
                <a:gd name="connsiteX21" fmla="*/ 173807 w 190420"/>
                <a:gd name="connsiteY21" fmla="*/ 22344 h 103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0420" h="103420">
                  <a:moveTo>
                    <a:pt x="37062" y="0"/>
                  </a:moveTo>
                  <a:lnTo>
                    <a:pt x="0" y="0"/>
                  </a:lnTo>
                  <a:lnTo>
                    <a:pt x="0" y="103421"/>
                  </a:lnTo>
                  <a:lnTo>
                    <a:pt x="30033" y="103421"/>
                  </a:lnTo>
                  <a:cubicBezTo>
                    <a:pt x="30033" y="103421"/>
                    <a:pt x="30672" y="103421"/>
                    <a:pt x="30672" y="103421"/>
                  </a:cubicBezTo>
                  <a:lnTo>
                    <a:pt x="30672" y="66393"/>
                  </a:lnTo>
                  <a:cubicBezTo>
                    <a:pt x="30672" y="62563"/>
                    <a:pt x="33228" y="60009"/>
                    <a:pt x="37062" y="60009"/>
                  </a:cubicBezTo>
                  <a:lnTo>
                    <a:pt x="153358" y="60009"/>
                  </a:lnTo>
                  <a:cubicBezTo>
                    <a:pt x="157193" y="60009"/>
                    <a:pt x="159748" y="62563"/>
                    <a:pt x="159748" y="66393"/>
                  </a:cubicBezTo>
                  <a:lnTo>
                    <a:pt x="159748" y="103421"/>
                  </a:lnTo>
                  <a:cubicBezTo>
                    <a:pt x="159748" y="103421"/>
                    <a:pt x="160388" y="103421"/>
                    <a:pt x="160388" y="103421"/>
                  </a:cubicBezTo>
                  <a:lnTo>
                    <a:pt x="190420" y="103421"/>
                  </a:lnTo>
                  <a:lnTo>
                    <a:pt x="190420" y="0"/>
                  </a:lnTo>
                  <a:lnTo>
                    <a:pt x="37062" y="0"/>
                  </a:lnTo>
                  <a:close/>
                  <a:moveTo>
                    <a:pt x="173807" y="22344"/>
                  </a:moveTo>
                  <a:cubicBezTo>
                    <a:pt x="173807" y="26174"/>
                    <a:pt x="171251" y="28728"/>
                    <a:pt x="167417" y="28728"/>
                  </a:cubicBezTo>
                  <a:lnTo>
                    <a:pt x="152720" y="28728"/>
                  </a:lnTo>
                  <a:cubicBezTo>
                    <a:pt x="148886" y="28728"/>
                    <a:pt x="146330" y="26174"/>
                    <a:pt x="146330" y="22344"/>
                  </a:cubicBezTo>
                  <a:cubicBezTo>
                    <a:pt x="146330" y="18513"/>
                    <a:pt x="148886" y="15960"/>
                    <a:pt x="152720" y="15960"/>
                  </a:cubicBezTo>
                  <a:lnTo>
                    <a:pt x="167417" y="15960"/>
                  </a:lnTo>
                  <a:cubicBezTo>
                    <a:pt x="171251" y="16598"/>
                    <a:pt x="173807" y="19152"/>
                    <a:pt x="173807" y="22344"/>
                  </a:cubicBezTo>
                  <a:lnTo>
                    <a:pt x="173807" y="22344"/>
                  </a:lnTo>
                  <a:close/>
                </a:path>
              </a:pathLst>
            </a:custGeom>
            <a:solidFill>
              <a:srgbClr val="007680"/>
            </a:solidFill>
            <a:ln w="6390" cap="flat">
              <a:noFill/>
              <a:prstDash val="solid"/>
              <a:miter/>
            </a:ln>
          </p:spPr>
          <p:txBody>
            <a:bodyPr rtlCol="0" anchor="ctr"/>
            <a:lstStyle/>
            <a:p>
              <a:endParaRPr lang="en-US"/>
            </a:p>
          </p:txBody>
        </p:sp>
        <p:sp>
          <p:nvSpPr>
            <p:cNvPr id="860" name="Graphic 5">
              <a:extLst>
                <a:ext uri="{FF2B5EF4-FFF2-40B4-BE49-F238E27FC236}">
                  <a16:creationId xmlns:a16="http://schemas.microsoft.com/office/drawing/2014/main" id="{A180AE89-F0FD-B349-8652-7B35A1E27130}"/>
                </a:ext>
              </a:extLst>
            </p:cNvPr>
            <p:cNvSpPr/>
            <p:nvPr/>
          </p:nvSpPr>
          <p:spPr>
            <a:xfrm>
              <a:off x="7193791" y="3340900"/>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88825 w 361670"/>
                <a:gd name="connsiteY7" fmla="*/ 253444 h 361971"/>
                <a:gd name="connsiteX8" fmla="*/ 282435 w 361670"/>
                <a:gd name="connsiteY8" fmla="*/ 259828 h 361971"/>
                <a:gd name="connsiteX9" fmla="*/ 246013 w 361670"/>
                <a:gd name="connsiteY9" fmla="*/ 259828 h 361971"/>
                <a:gd name="connsiteX10" fmla="*/ 245373 w 361670"/>
                <a:gd name="connsiteY10" fmla="*/ 259828 h 361971"/>
                <a:gd name="connsiteX11" fmla="*/ 245373 w 361670"/>
                <a:gd name="connsiteY11" fmla="*/ 282810 h 361971"/>
                <a:gd name="connsiteX12" fmla="*/ 238983 w 361670"/>
                <a:gd name="connsiteY12" fmla="*/ 289194 h 361971"/>
                <a:gd name="connsiteX13" fmla="*/ 122686 w 361670"/>
                <a:gd name="connsiteY13" fmla="*/ 289194 h 361971"/>
                <a:gd name="connsiteX14" fmla="*/ 116297 w 361670"/>
                <a:gd name="connsiteY14" fmla="*/ 282810 h 361971"/>
                <a:gd name="connsiteX15" fmla="*/ 116297 w 361670"/>
                <a:gd name="connsiteY15" fmla="*/ 259828 h 361971"/>
                <a:gd name="connsiteX16" fmla="*/ 115658 w 361670"/>
                <a:gd name="connsiteY16" fmla="*/ 259828 h 361971"/>
                <a:gd name="connsiteX17" fmla="*/ 79235 w 361670"/>
                <a:gd name="connsiteY17" fmla="*/ 259828 h 361971"/>
                <a:gd name="connsiteX18" fmla="*/ 72845 w 361670"/>
                <a:gd name="connsiteY18" fmla="*/ 253444 h 361971"/>
                <a:gd name="connsiteX19" fmla="*/ 72845 w 361670"/>
                <a:gd name="connsiteY19" fmla="*/ 137256 h 361971"/>
                <a:gd name="connsiteX20" fmla="*/ 79235 w 361670"/>
                <a:gd name="connsiteY20" fmla="*/ 130872 h 361971"/>
                <a:gd name="connsiteX21" fmla="*/ 116297 w 361670"/>
                <a:gd name="connsiteY21" fmla="*/ 130872 h 361971"/>
                <a:gd name="connsiteX22" fmla="*/ 116297 w 361670"/>
                <a:gd name="connsiteY22" fmla="*/ 79161 h 361971"/>
                <a:gd name="connsiteX23" fmla="*/ 122686 w 361670"/>
                <a:gd name="connsiteY23" fmla="*/ 72777 h 361971"/>
                <a:gd name="connsiteX24" fmla="*/ 238983 w 361670"/>
                <a:gd name="connsiteY24" fmla="*/ 72777 h 361971"/>
                <a:gd name="connsiteX25" fmla="*/ 245373 w 361670"/>
                <a:gd name="connsiteY25" fmla="*/ 79161 h 361971"/>
                <a:gd name="connsiteX26" fmla="*/ 245373 w 361670"/>
                <a:gd name="connsiteY26" fmla="*/ 130872 h 361971"/>
                <a:gd name="connsiteX27" fmla="*/ 282435 w 361670"/>
                <a:gd name="connsiteY27" fmla="*/ 130872 h 361971"/>
                <a:gd name="connsiteX28" fmla="*/ 288825 w 361670"/>
                <a:gd name="connsiteY28" fmla="*/ 137256 h 361971"/>
                <a:gd name="connsiteX29" fmla="*/ 288825 w 361670"/>
                <a:gd name="connsiteY29" fmla="*/ 25344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1670" h="361971">
                  <a:moveTo>
                    <a:pt x="180835" y="0"/>
                  </a:moveTo>
                  <a:cubicBezTo>
                    <a:pt x="80513" y="0"/>
                    <a:pt x="0" y="81077"/>
                    <a:pt x="0" y="180667"/>
                  </a:cubicBezTo>
                  <a:cubicBezTo>
                    <a:pt x="0" y="280257"/>
                    <a:pt x="81152" y="361972"/>
                    <a:pt x="180835" y="361972"/>
                  </a:cubicBezTo>
                  <a:cubicBezTo>
                    <a:pt x="281157" y="361972"/>
                    <a:pt x="361670" y="280895"/>
                    <a:pt x="361670" y="181305"/>
                  </a:cubicBezTo>
                  <a:cubicBezTo>
                    <a:pt x="361670" y="181305"/>
                    <a:pt x="361670" y="181305"/>
                    <a:pt x="361670" y="181305"/>
                  </a:cubicBezTo>
                  <a:cubicBezTo>
                    <a:pt x="361670" y="80438"/>
                    <a:pt x="280518" y="0"/>
                    <a:pt x="180835" y="0"/>
                  </a:cubicBezTo>
                  <a:cubicBezTo>
                    <a:pt x="180835" y="0"/>
                    <a:pt x="180835" y="0"/>
                    <a:pt x="180835" y="0"/>
                  </a:cubicBezTo>
                  <a:close/>
                  <a:moveTo>
                    <a:pt x="288825" y="253444"/>
                  </a:moveTo>
                  <a:cubicBezTo>
                    <a:pt x="288825" y="257274"/>
                    <a:pt x="286269" y="259828"/>
                    <a:pt x="282435" y="259828"/>
                  </a:cubicBezTo>
                  <a:lnTo>
                    <a:pt x="246013" y="259828"/>
                  </a:lnTo>
                  <a:cubicBezTo>
                    <a:pt x="246013" y="259828"/>
                    <a:pt x="245373" y="259828"/>
                    <a:pt x="245373" y="259828"/>
                  </a:cubicBezTo>
                  <a:lnTo>
                    <a:pt x="245373" y="282810"/>
                  </a:lnTo>
                  <a:cubicBezTo>
                    <a:pt x="245373" y="286641"/>
                    <a:pt x="242818" y="289194"/>
                    <a:pt x="238983" y="289194"/>
                  </a:cubicBezTo>
                  <a:lnTo>
                    <a:pt x="122686" y="289194"/>
                  </a:lnTo>
                  <a:cubicBezTo>
                    <a:pt x="118853" y="289194"/>
                    <a:pt x="116297" y="286641"/>
                    <a:pt x="116297" y="282810"/>
                  </a:cubicBezTo>
                  <a:lnTo>
                    <a:pt x="116297" y="259828"/>
                  </a:lnTo>
                  <a:cubicBezTo>
                    <a:pt x="116297" y="259828"/>
                    <a:pt x="115658" y="259828"/>
                    <a:pt x="115658" y="259828"/>
                  </a:cubicBezTo>
                  <a:lnTo>
                    <a:pt x="79235" y="259828"/>
                  </a:lnTo>
                  <a:cubicBezTo>
                    <a:pt x="75401" y="259828"/>
                    <a:pt x="72845" y="257274"/>
                    <a:pt x="72845" y="253444"/>
                  </a:cubicBezTo>
                  <a:lnTo>
                    <a:pt x="72845" y="137256"/>
                  </a:lnTo>
                  <a:cubicBezTo>
                    <a:pt x="72845" y="133425"/>
                    <a:pt x="75401" y="130872"/>
                    <a:pt x="79235" y="130872"/>
                  </a:cubicBezTo>
                  <a:lnTo>
                    <a:pt x="116297" y="130872"/>
                  </a:lnTo>
                  <a:lnTo>
                    <a:pt x="116297" y="79161"/>
                  </a:lnTo>
                  <a:cubicBezTo>
                    <a:pt x="116297" y="75331"/>
                    <a:pt x="118853" y="72777"/>
                    <a:pt x="122686" y="72777"/>
                  </a:cubicBezTo>
                  <a:lnTo>
                    <a:pt x="238983" y="72777"/>
                  </a:lnTo>
                  <a:cubicBezTo>
                    <a:pt x="242818" y="72777"/>
                    <a:pt x="245373" y="75331"/>
                    <a:pt x="245373" y="79161"/>
                  </a:cubicBezTo>
                  <a:lnTo>
                    <a:pt x="245373" y="130872"/>
                  </a:lnTo>
                  <a:lnTo>
                    <a:pt x="282435" y="130872"/>
                  </a:lnTo>
                  <a:cubicBezTo>
                    <a:pt x="286269" y="130872"/>
                    <a:pt x="288825" y="133425"/>
                    <a:pt x="288825" y="137256"/>
                  </a:cubicBezTo>
                  <a:lnTo>
                    <a:pt x="288825" y="253444"/>
                  </a:lnTo>
                  <a:close/>
                </a:path>
              </a:pathLst>
            </a:custGeom>
            <a:solidFill>
              <a:srgbClr val="007680"/>
            </a:solidFill>
            <a:ln w="6390" cap="flat">
              <a:noFill/>
              <a:prstDash val="solid"/>
              <a:miter/>
            </a:ln>
          </p:spPr>
          <p:txBody>
            <a:bodyPr rtlCol="0" anchor="ctr"/>
            <a:lstStyle/>
            <a:p>
              <a:endParaRPr lang="en-US"/>
            </a:p>
          </p:txBody>
        </p:sp>
      </p:grpSp>
      <p:sp>
        <p:nvSpPr>
          <p:cNvPr id="861" name="Graphic 5">
            <a:extLst>
              <a:ext uri="{FF2B5EF4-FFF2-40B4-BE49-F238E27FC236}">
                <a16:creationId xmlns:a16="http://schemas.microsoft.com/office/drawing/2014/main" id="{CD07BA44-1336-5044-8085-BC091FB66862}"/>
              </a:ext>
            </a:extLst>
          </p:cNvPr>
          <p:cNvSpPr/>
          <p:nvPr/>
        </p:nvSpPr>
        <p:spPr>
          <a:xfrm>
            <a:off x="8241101" y="1403361"/>
            <a:ext cx="361671" cy="361971"/>
          </a:xfrm>
          <a:custGeom>
            <a:avLst/>
            <a:gdLst>
              <a:gd name="connsiteX0" fmla="*/ 180836 w 361671"/>
              <a:gd name="connsiteY0" fmla="*/ 0 h 361971"/>
              <a:gd name="connsiteX1" fmla="*/ 0 w 361671"/>
              <a:gd name="connsiteY1" fmla="*/ 180667 h 361971"/>
              <a:gd name="connsiteX2" fmla="*/ 180836 w 361671"/>
              <a:gd name="connsiteY2" fmla="*/ 361972 h 361971"/>
              <a:gd name="connsiteX3" fmla="*/ 361671 w 361671"/>
              <a:gd name="connsiteY3" fmla="*/ 181305 h 361971"/>
              <a:gd name="connsiteX4" fmla="*/ 361671 w 361671"/>
              <a:gd name="connsiteY4" fmla="*/ 181305 h 361971"/>
              <a:gd name="connsiteX5" fmla="*/ 180836 w 361671"/>
              <a:gd name="connsiteY5" fmla="*/ 0 h 361971"/>
              <a:gd name="connsiteX6" fmla="*/ 286908 w 361671"/>
              <a:gd name="connsiteY6" fmla="*/ 236207 h 361971"/>
              <a:gd name="connsiteX7" fmla="*/ 282436 w 361671"/>
              <a:gd name="connsiteY7" fmla="*/ 238123 h 361971"/>
              <a:gd name="connsiteX8" fmla="*/ 277962 w 361671"/>
              <a:gd name="connsiteY8" fmla="*/ 236207 h 361971"/>
              <a:gd name="connsiteX9" fmla="*/ 180836 w 361671"/>
              <a:gd name="connsiteY9" fmla="*/ 139171 h 361971"/>
              <a:gd name="connsiteX10" fmla="*/ 83709 w 361671"/>
              <a:gd name="connsiteY10" fmla="*/ 236207 h 361971"/>
              <a:gd name="connsiteX11" fmla="*/ 74763 w 361671"/>
              <a:gd name="connsiteY11" fmla="*/ 236207 h 361971"/>
              <a:gd name="connsiteX12" fmla="*/ 74763 w 361671"/>
              <a:gd name="connsiteY12" fmla="*/ 227270 h 361971"/>
              <a:gd name="connsiteX13" fmla="*/ 74763 w 361671"/>
              <a:gd name="connsiteY13" fmla="*/ 227270 h 361971"/>
              <a:gd name="connsiteX14" fmla="*/ 176363 w 361671"/>
              <a:gd name="connsiteY14" fmla="*/ 125764 h 361971"/>
              <a:gd name="connsiteX15" fmla="*/ 185308 w 361671"/>
              <a:gd name="connsiteY15" fmla="*/ 125764 h 361971"/>
              <a:gd name="connsiteX16" fmla="*/ 185308 w 361671"/>
              <a:gd name="connsiteY16" fmla="*/ 125764 h 361971"/>
              <a:gd name="connsiteX17" fmla="*/ 286908 w 361671"/>
              <a:gd name="connsiteY17" fmla="*/ 227270 h 361971"/>
              <a:gd name="connsiteX18" fmla="*/ 286908 w 361671"/>
              <a:gd name="connsiteY18" fmla="*/ 236207 h 361971"/>
              <a:gd name="connsiteX19" fmla="*/ 286908 w 361671"/>
              <a:gd name="connsiteY19" fmla="*/ 23620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671" h="361971">
                <a:moveTo>
                  <a:pt x="180836" y="0"/>
                </a:moveTo>
                <a:cubicBezTo>
                  <a:pt x="80514" y="0"/>
                  <a:pt x="0" y="81077"/>
                  <a:pt x="0" y="180667"/>
                </a:cubicBezTo>
                <a:cubicBezTo>
                  <a:pt x="0" y="280895"/>
                  <a:pt x="81153" y="361972"/>
                  <a:pt x="180836" y="361972"/>
                </a:cubicBezTo>
                <a:cubicBezTo>
                  <a:pt x="281157" y="361972"/>
                  <a:pt x="361671" y="280895"/>
                  <a:pt x="361671" y="181305"/>
                </a:cubicBezTo>
                <a:lnTo>
                  <a:pt x="361671" y="181305"/>
                </a:lnTo>
                <a:cubicBezTo>
                  <a:pt x="361671" y="81077"/>
                  <a:pt x="281157" y="0"/>
                  <a:pt x="180836" y="0"/>
                </a:cubicBezTo>
                <a:close/>
                <a:moveTo>
                  <a:pt x="286908" y="236207"/>
                </a:moveTo>
                <a:cubicBezTo>
                  <a:pt x="285631" y="237484"/>
                  <a:pt x="284352" y="238123"/>
                  <a:pt x="282436" y="238123"/>
                </a:cubicBezTo>
                <a:cubicBezTo>
                  <a:pt x="280518" y="238123"/>
                  <a:pt x="279241" y="237484"/>
                  <a:pt x="277962" y="236207"/>
                </a:cubicBezTo>
                <a:lnTo>
                  <a:pt x="180836" y="139171"/>
                </a:lnTo>
                <a:lnTo>
                  <a:pt x="83709" y="236207"/>
                </a:lnTo>
                <a:cubicBezTo>
                  <a:pt x="81153" y="238761"/>
                  <a:pt x="77319" y="238761"/>
                  <a:pt x="74763" y="236207"/>
                </a:cubicBezTo>
                <a:cubicBezTo>
                  <a:pt x="72207" y="233654"/>
                  <a:pt x="72207" y="229823"/>
                  <a:pt x="74763" y="227270"/>
                </a:cubicBezTo>
                <a:cubicBezTo>
                  <a:pt x="74763" y="227270"/>
                  <a:pt x="74763" y="227270"/>
                  <a:pt x="74763" y="227270"/>
                </a:cubicBezTo>
                <a:lnTo>
                  <a:pt x="176363" y="125764"/>
                </a:lnTo>
                <a:cubicBezTo>
                  <a:pt x="178918" y="123211"/>
                  <a:pt x="182753" y="123211"/>
                  <a:pt x="185308" y="125764"/>
                </a:cubicBezTo>
                <a:cubicBezTo>
                  <a:pt x="185308" y="125764"/>
                  <a:pt x="185308" y="125764"/>
                  <a:pt x="185308" y="125764"/>
                </a:cubicBezTo>
                <a:lnTo>
                  <a:pt x="286908" y="227270"/>
                </a:lnTo>
                <a:cubicBezTo>
                  <a:pt x="289464" y="229823"/>
                  <a:pt x="289464" y="233654"/>
                  <a:pt x="286908" y="236207"/>
                </a:cubicBezTo>
                <a:lnTo>
                  <a:pt x="286908" y="236207"/>
                </a:lnTo>
                <a:close/>
              </a:path>
            </a:pathLst>
          </a:custGeom>
          <a:solidFill>
            <a:srgbClr val="007680"/>
          </a:solidFill>
          <a:ln w="6390" cap="flat">
            <a:noFill/>
            <a:prstDash val="solid"/>
            <a:miter/>
          </a:ln>
        </p:spPr>
        <p:txBody>
          <a:bodyPr rtlCol="0" anchor="ctr"/>
          <a:lstStyle/>
          <a:p>
            <a:endParaRPr lang="en-US"/>
          </a:p>
        </p:txBody>
      </p:sp>
      <p:sp>
        <p:nvSpPr>
          <p:cNvPr id="862" name="Graphic 5">
            <a:extLst>
              <a:ext uri="{FF2B5EF4-FFF2-40B4-BE49-F238E27FC236}">
                <a16:creationId xmlns:a16="http://schemas.microsoft.com/office/drawing/2014/main" id="{474801AA-4731-F644-94B8-388B1CF47064}"/>
              </a:ext>
            </a:extLst>
          </p:cNvPr>
          <p:cNvSpPr/>
          <p:nvPr/>
        </p:nvSpPr>
        <p:spPr>
          <a:xfrm>
            <a:off x="10326138" y="4309350"/>
            <a:ext cx="361670" cy="361971"/>
          </a:xfrm>
          <a:custGeom>
            <a:avLst/>
            <a:gdLst>
              <a:gd name="connsiteX0" fmla="*/ 180836 w 361670"/>
              <a:gd name="connsiteY0" fmla="*/ 0 h 361971"/>
              <a:gd name="connsiteX1" fmla="*/ 0 w 361670"/>
              <a:gd name="connsiteY1" fmla="*/ 180667 h 361971"/>
              <a:gd name="connsiteX2" fmla="*/ 180836 w 361670"/>
              <a:gd name="connsiteY2" fmla="*/ 361971 h 361971"/>
              <a:gd name="connsiteX3" fmla="*/ 361670 w 361670"/>
              <a:gd name="connsiteY3" fmla="*/ 181305 h 361971"/>
              <a:gd name="connsiteX4" fmla="*/ 361670 w 361670"/>
              <a:gd name="connsiteY4" fmla="*/ 181305 h 361971"/>
              <a:gd name="connsiteX5" fmla="*/ 180836 w 361670"/>
              <a:gd name="connsiteY5" fmla="*/ 0 h 361971"/>
              <a:gd name="connsiteX6" fmla="*/ 221092 w 361670"/>
              <a:gd name="connsiteY6" fmla="*/ 259190 h 361971"/>
              <a:gd name="connsiteX7" fmla="*/ 215341 w 361670"/>
              <a:gd name="connsiteY7" fmla="*/ 263020 h 361971"/>
              <a:gd name="connsiteX8" fmla="*/ 212785 w 361670"/>
              <a:gd name="connsiteY8" fmla="*/ 262382 h 361971"/>
              <a:gd name="connsiteX9" fmla="*/ 187864 w 361670"/>
              <a:gd name="connsiteY9" fmla="*/ 257274 h 361971"/>
              <a:gd name="connsiteX10" fmla="*/ 168695 w 361670"/>
              <a:gd name="connsiteY10" fmla="*/ 253444 h 361971"/>
              <a:gd name="connsiteX11" fmla="*/ 152720 w 361670"/>
              <a:gd name="connsiteY11" fmla="*/ 227908 h 361971"/>
              <a:gd name="connsiteX12" fmla="*/ 153997 w 361670"/>
              <a:gd name="connsiteY12" fmla="*/ 207479 h 361971"/>
              <a:gd name="connsiteX13" fmla="*/ 169972 w 361670"/>
              <a:gd name="connsiteY13" fmla="*/ 170452 h 361971"/>
              <a:gd name="connsiteX14" fmla="*/ 165500 w 361670"/>
              <a:gd name="connsiteY14" fmla="*/ 123849 h 361971"/>
              <a:gd name="connsiteX15" fmla="*/ 111185 w 361670"/>
              <a:gd name="connsiteY15" fmla="*/ 121296 h 361971"/>
              <a:gd name="connsiteX16" fmla="*/ 108629 w 361670"/>
              <a:gd name="connsiteY16" fmla="*/ 123849 h 361971"/>
              <a:gd name="connsiteX17" fmla="*/ 104156 w 361670"/>
              <a:gd name="connsiteY17" fmla="*/ 170452 h 361971"/>
              <a:gd name="connsiteX18" fmla="*/ 120131 w 361670"/>
              <a:gd name="connsiteY18" fmla="*/ 207479 h 361971"/>
              <a:gd name="connsiteX19" fmla="*/ 121409 w 361670"/>
              <a:gd name="connsiteY19" fmla="*/ 227908 h 361971"/>
              <a:gd name="connsiteX20" fmla="*/ 105434 w 361670"/>
              <a:gd name="connsiteY20" fmla="*/ 253444 h 361971"/>
              <a:gd name="connsiteX21" fmla="*/ 86264 w 361670"/>
              <a:gd name="connsiteY21" fmla="*/ 257274 h 361971"/>
              <a:gd name="connsiteX22" fmla="*/ 61343 w 361670"/>
              <a:gd name="connsiteY22" fmla="*/ 262382 h 361971"/>
              <a:gd name="connsiteX23" fmla="*/ 53037 w 361670"/>
              <a:gd name="connsiteY23" fmla="*/ 259190 h 361971"/>
              <a:gd name="connsiteX24" fmla="*/ 56232 w 361670"/>
              <a:gd name="connsiteY24" fmla="*/ 250890 h 361971"/>
              <a:gd name="connsiteX25" fmla="*/ 56232 w 361670"/>
              <a:gd name="connsiteY25" fmla="*/ 250890 h 361971"/>
              <a:gd name="connsiteX26" fmla="*/ 85625 w 361670"/>
              <a:gd name="connsiteY26" fmla="*/ 244506 h 361971"/>
              <a:gd name="connsiteX27" fmla="*/ 99044 w 361670"/>
              <a:gd name="connsiteY27" fmla="*/ 241953 h 361971"/>
              <a:gd name="connsiteX28" fmla="*/ 109268 w 361670"/>
              <a:gd name="connsiteY28" fmla="*/ 214502 h 361971"/>
              <a:gd name="connsiteX29" fmla="*/ 91376 w 361670"/>
              <a:gd name="connsiteY29" fmla="*/ 173644 h 361971"/>
              <a:gd name="connsiteX30" fmla="*/ 98405 w 361670"/>
              <a:gd name="connsiteY30" fmla="*/ 116188 h 361971"/>
              <a:gd name="connsiteX31" fmla="*/ 136745 w 361670"/>
              <a:gd name="connsiteY31" fmla="*/ 98952 h 361971"/>
              <a:gd name="connsiteX32" fmla="*/ 175084 w 361670"/>
              <a:gd name="connsiteY32" fmla="*/ 116188 h 361971"/>
              <a:gd name="connsiteX33" fmla="*/ 182113 w 361670"/>
              <a:gd name="connsiteY33" fmla="*/ 173644 h 361971"/>
              <a:gd name="connsiteX34" fmla="*/ 164221 w 361670"/>
              <a:gd name="connsiteY34" fmla="*/ 215140 h 361971"/>
              <a:gd name="connsiteX35" fmla="*/ 174446 w 361670"/>
              <a:gd name="connsiteY35" fmla="*/ 242591 h 361971"/>
              <a:gd name="connsiteX36" fmla="*/ 187864 w 361670"/>
              <a:gd name="connsiteY36" fmla="*/ 245145 h 361971"/>
              <a:gd name="connsiteX37" fmla="*/ 217258 w 361670"/>
              <a:gd name="connsiteY37" fmla="*/ 251529 h 361971"/>
              <a:gd name="connsiteX38" fmla="*/ 221092 w 361670"/>
              <a:gd name="connsiteY38" fmla="*/ 259190 h 361971"/>
              <a:gd name="connsiteX39" fmla="*/ 221092 w 361670"/>
              <a:gd name="connsiteY39" fmla="*/ 259190 h 361971"/>
              <a:gd name="connsiteX40" fmla="*/ 307995 w 361670"/>
              <a:gd name="connsiteY40" fmla="*/ 243868 h 361971"/>
              <a:gd name="connsiteX41" fmla="*/ 299049 w 361670"/>
              <a:gd name="connsiteY41" fmla="*/ 245783 h 361971"/>
              <a:gd name="connsiteX42" fmla="*/ 282435 w 361670"/>
              <a:gd name="connsiteY42" fmla="*/ 241314 h 361971"/>
              <a:gd name="connsiteX43" fmla="*/ 264544 w 361670"/>
              <a:gd name="connsiteY43" fmla="*/ 236207 h 361971"/>
              <a:gd name="connsiteX44" fmla="*/ 255597 w 361670"/>
              <a:gd name="connsiteY44" fmla="*/ 201095 h 361971"/>
              <a:gd name="connsiteX45" fmla="*/ 267739 w 361670"/>
              <a:gd name="connsiteY45" fmla="*/ 173006 h 361971"/>
              <a:gd name="connsiteX46" fmla="*/ 264544 w 361670"/>
              <a:gd name="connsiteY46" fmla="*/ 138532 h 361971"/>
              <a:gd name="connsiteX47" fmla="*/ 242179 w 361670"/>
              <a:gd name="connsiteY47" fmla="*/ 128956 h 361971"/>
              <a:gd name="connsiteX48" fmla="*/ 219175 w 361670"/>
              <a:gd name="connsiteY48" fmla="*/ 138532 h 361971"/>
              <a:gd name="connsiteX49" fmla="*/ 215980 w 361670"/>
              <a:gd name="connsiteY49" fmla="*/ 173006 h 361971"/>
              <a:gd name="connsiteX50" fmla="*/ 228120 w 361670"/>
              <a:gd name="connsiteY50" fmla="*/ 201095 h 361971"/>
              <a:gd name="connsiteX51" fmla="*/ 219814 w 361670"/>
              <a:gd name="connsiteY51" fmla="*/ 236207 h 361971"/>
              <a:gd name="connsiteX52" fmla="*/ 210868 w 361670"/>
              <a:gd name="connsiteY52" fmla="*/ 234930 h 361971"/>
              <a:gd name="connsiteX53" fmla="*/ 212146 w 361670"/>
              <a:gd name="connsiteY53" fmla="*/ 225993 h 361971"/>
              <a:gd name="connsiteX54" fmla="*/ 212146 w 361670"/>
              <a:gd name="connsiteY54" fmla="*/ 225993 h 361971"/>
              <a:gd name="connsiteX55" fmla="*/ 217258 w 361670"/>
              <a:gd name="connsiteY55" fmla="*/ 208756 h 361971"/>
              <a:gd name="connsiteX56" fmla="*/ 203200 w 361670"/>
              <a:gd name="connsiteY56" fmla="*/ 176198 h 361971"/>
              <a:gd name="connsiteX57" fmla="*/ 208951 w 361670"/>
              <a:gd name="connsiteY57" fmla="*/ 130872 h 361971"/>
              <a:gd name="connsiteX58" fmla="*/ 241540 w 361670"/>
              <a:gd name="connsiteY58" fmla="*/ 116188 h 361971"/>
              <a:gd name="connsiteX59" fmla="*/ 274128 w 361670"/>
              <a:gd name="connsiteY59" fmla="*/ 130872 h 361971"/>
              <a:gd name="connsiteX60" fmla="*/ 279880 w 361670"/>
              <a:gd name="connsiteY60" fmla="*/ 176198 h 361971"/>
              <a:gd name="connsiteX61" fmla="*/ 265821 w 361670"/>
              <a:gd name="connsiteY61" fmla="*/ 208756 h 361971"/>
              <a:gd name="connsiteX62" fmla="*/ 271572 w 361670"/>
              <a:gd name="connsiteY62" fmla="*/ 225993 h 361971"/>
              <a:gd name="connsiteX63" fmla="*/ 284352 w 361670"/>
              <a:gd name="connsiteY63" fmla="*/ 229185 h 361971"/>
              <a:gd name="connsiteX64" fmla="*/ 305439 w 361670"/>
              <a:gd name="connsiteY64" fmla="*/ 234930 h 361971"/>
              <a:gd name="connsiteX65" fmla="*/ 307995 w 361670"/>
              <a:gd name="connsiteY65" fmla="*/ 243868 h 361971"/>
              <a:gd name="connsiteX66" fmla="*/ 307995 w 361670"/>
              <a:gd name="connsiteY66" fmla="*/ 24386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61670" h="361971">
                <a:moveTo>
                  <a:pt x="180836" y="0"/>
                </a:moveTo>
                <a:cubicBezTo>
                  <a:pt x="80513" y="0"/>
                  <a:pt x="0" y="81076"/>
                  <a:pt x="0" y="180667"/>
                </a:cubicBezTo>
                <a:cubicBezTo>
                  <a:pt x="0" y="280895"/>
                  <a:pt x="81152" y="361971"/>
                  <a:pt x="180836" y="361971"/>
                </a:cubicBezTo>
                <a:cubicBezTo>
                  <a:pt x="281157" y="361971"/>
                  <a:pt x="361670" y="280895"/>
                  <a:pt x="361670" y="181305"/>
                </a:cubicBezTo>
                <a:lnTo>
                  <a:pt x="361670" y="181305"/>
                </a:lnTo>
                <a:cubicBezTo>
                  <a:pt x="361670" y="81076"/>
                  <a:pt x="280518" y="0"/>
                  <a:pt x="180836" y="0"/>
                </a:cubicBezTo>
                <a:close/>
                <a:moveTo>
                  <a:pt x="221092" y="259190"/>
                </a:moveTo>
                <a:cubicBezTo>
                  <a:pt x="219814" y="261743"/>
                  <a:pt x="217897" y="263020"/>
                  <a:pt x="215341" y="263020"/>
                </a:cubicBezTo>
                <a:cubicBezTo>
                  <a:pt x="214702" y="263020"/>
                  <a:pt x="213424" y="263020"/>
                  <a:pt x="212785" y="262382"/>
                </a:cubicBezTo>
                <a:cubicBezTo>
                  <a:pt x="205117" y="259190"/>
                  <a:pt x="196810" y="257274"/>
                  <a:pt x="187864" y="257274"/>
                </a:cubicBezTo>
                <a:cubicBezTo>
                  <a:pt x="181474" y="257274"/>
                  <a:pt x="174446" y="255998"/>
                  <a:pt x="168695" y="253444"/>
                </a:cubicBezTo>
                <a:cubicBezTo>
                  <a:pt x="160387" y="248975"/>
                  <a:pt x="155276" y="237484"/>
                  <a:pt x="152720" y="227908"/>
                </a:cubicBezTo>
                <a:cubicBezTo>
                  <a:pt x="150802" y="221524"/>
                  <a:pt x="150802" y="213863"/>
                  <a:pt x="153997" y="207479"/>
                </a:cubicBezTo>
                <a:cubicBezTo>
                  <a:pt x="161026" y="195988"/>
                  <a:pt x="166777" y="183859"/>
                  <a:pt x="169972" y="170452"/>
                </a:cubicBezTo>
                <a:cubicBezTo>
                  <a:pt x="175084" y="149385"/>
                  <a:pt x="173806" y="134064"/>
                  <a:pt x="165500" y="123849"/>
                </a:cubicBezTo>
                <a:cubicBezTo>
                  <a:pt x="151441" y="108528"/>
                  <a:pt x="127160" y="107251"/>
                  <a:pt x="111185" y="121296"/>
                </a:cubicBezTo>
                <a:cubicBezTo>
                  <a:pt x="110546" y="121934"/>
                  <a:pt x="109907" y="122572"/>
                  <a:pt x="108629" y="123849"/>
                </a:cubicBezTo>
                <a:cubicBezTo>
                  <a:pt x="100322" y="134064"/>
                  <a:pt x="99044" y="149385"/>
                  <a:pt x="104156" y="170452"/>
                </a:cubicBezTo>
                <a:cubicBezTo>
                  <a:pt x="107351" y="183220"/>
                  <a:pt x="112463" y="195988"/>
                  <a:pt x="120131" y="207479"/>
                </a:cubicBezTo>
                <a:cubicBezTo>
                  <a:pt x="123326" y="213863"/>
                  <a:pt x="123326" y="220886"/>
                  <a:pt x="121409" y="227908"/>
                </a:cubicBezTo>
                <a:cubicBezTo>
                  <a:pt x="119492" y="237484"/>
                  <a:pt x="113741" y="248975"/>
                  <a:pt x="105434" y="253444"/>
                </a:cubicBezTo>
                <a:cubicBezTo>
                  <a:pt x="99683" y="255998"/>
                  <a:pt x="92654" y="257274"/>
                  <a:pt x="86264" y="257274"/>
                </a:cubicBezTo>
                <a:cubicBezTo>
                  <a:pt x="77957" y="257274"/>
                  <a:pt x="69650" y="259190"/>
                  <a:pt x="61343" y="262382"/>
                </a:cubicBezTo>
                <a:cubicBezTo>
                  <a:pt x="58148" y="263658"/>
                  <a:pt x="54314" y="262382"/>
                  <a:pt x="53037" y="259190"/>
                </a:cubicBezTo>
                <a:cubicBezTo>
                  <a:pt x="51758" y="255998"/>
                  <a:pt x="53037" y="252167"/>
                  <a:pt x="56232" y="250890"/>
                </a:cubicBezTo>
                <a:cubicBezTo>
                  <a:pt x="56232" y="250890"/>
                  <a:pt x="56232" y="250890"/>
                  <a:pt x="56232" y="250890"/>
                </a:cubicBezTo>
                <a:cubicBezTo>
                  <a:pt x="65817" y="247060"/>
                  <a:pt x="75402" y="244506"/>
                  <a:pt x="85625" y="244506"/>
                </a:cubicBezTo>
                <a:cubicBezTo>
                  <a:pt x="90098" y="244506"/>
                  <a:pt x="95210" y="243868"/>
                  <a:pt x="99044" y="241953"/>
                </a:cubicBezTo>
                <a:cubicBezTo>
                  <a:pt x="106073" y="238122"/>
                  <a:pt x="111185" y="218971"/>
                  <a:pt x="109268" y="214502"/>
                </a:cubicBezTo>
                <a:cubicBezTo>
                  <a:pt x="100961" y="201734"/>
                  <a:pt x="95210" y="188327"/>
                  <a:pt x="91376" y="173644"/>
                </a:cubicBezTo>
                <a:cubicBezTo>
                  <a:pt x="85625" y="148747"/>
                  <a:pt x="87542" y="128956"/>
                  <a:pt x="98405" y="116188"/>
                </a:cubicBezTo>
                <a:cubicBezTo>
                  <a:pt x="107990" y="105336"/>
                  <a:pt x="122048" y="98952"/>
                  <a:pt x="136745" y="98952"/>
                </a:cubicBezTo>
                <a:cubicBezTo>
                  <a:pt x="151441" y="98952"/>
                  <a:pt x="165500" y="105336"/>
                  <a:pt x="175084" y="116188"/>
                </a:cubicBezTo>
                <a:cubicBezTo>
                  <a:pt x="185947" y="129595"/>
                  <a:pt x="187864" y="148747"/>
                  <a:pt x="182113" y="173644"/>
                </a:cubicBezTo>
                <a:cubicBezTo>
                  <a:pt x="178279" y="188327"/>
                  <a:pt x="172528" y="202372"/>
                  <a:pt x="164221" y="215140"/>
                </a:cubicBezTo>
                <a:cubicBezTo>
                  <a:pt x="162943" y="218971"/>
                  <a:pt x="167416" y="238761"/>
                  <a:pt x="174446" y="242591"/>
                </a:cubicBezTo>
                <a:cubicBezTo>
                  <a:pt x="178918" y="244506"/>
                  <a:pt x="183391" y="245145"/>
                  <a:pt x="187864" y="245145"/>
                </a:cubicBezTo>
                <a:cubicBezTo>
                  <a:pt x="198088" y="245145"/>
                  <a:pt x="208312" y="247698"/>
                  <a:pt x="217258" y="251529"/>
                </a:cubicBezTo>
                <a:cubicBezTo>
                  <a:pt x="221092" y="252167"/>
                  <a:pt x="222370" y="255998"/>
                  <a:pt x="221092" y="259190"/>
                </a:cubicBezTo>
                <a:lnTo>
                  <a:pt x="221092" y="259190"/>
                </a:lnTo>
                <a:close/>
                <a:moveTo>
                  <a:pt x="307995" y="243868"/>
                </a:moveTo>
                <a:cubicBezTo>
                  <a:pt x="306078" y="247060"/>
                  <a:pt x="302244" y="247698"/>
                  <a:pt x="299049" y="245783"/>
                </a:cubicBezTo>
                <a:cubicBezTo>
                  <a:pt x="293937" y="243230"/>
                  <a:pt x="288186" y="241953"/>
                  <a:pt x="282435" y="241314"/>
                </a:cubicBezTo>
                <a:cubicBezTo>
                  <a:pt x="276045" y="240676"/>
                  <a:pt x="269655" y="239399"/>
                  <a:pt x="264544" y="236207"/>
                </a:cubicBezTo>
                <a:cubicBezTo>
                  <a:pt x="252403" y="227270"/>
                  <a:pt x="250485" y="208118"/>
                  <a:pt x="255597" y="201095"/>
                </a:cubicBezTo>
                <a:cubicBezTo>
                  <a:pt x="261349" y="192158"/>
                  <a:pt x="265182" y="183220"/>
                  <a:pt x="267739" y="173006"/>
                </a:cubicBezTo>
                <a:cubicBezTo>
                  <a:pt x="271572" y="157684"/>
                  <a:pt x="270295" y="146193"/>
                  <a:pt x="264544" y="138532"/>
                </a:cubicBezTo>
                <a:cubicBezTo>
                  <a:pt x="258792" y="132148"/>
                  <a:pt x="250485" y="128956"/>
                  <a:pt x="242179" y="128956"/>
                </a:cubicBezTo>
                <a:cubicBezTo>
                  <a:pt x="233233" y="128956"/>
                  <a:pt x="224925" y="132148"/>
                  <a:pt x="219175" y="138532"/>
                </a:cubicBezTo>
                <a:cubicBezTo>
                  <a:pt x="213424" y="146193"/>
                  <a:pt x="212146" y="157684"/>
                  <a:pt x="215980" y="173006"/>
                </a:cubicBezTo>
                <a:cubicBezTo>
                  <a:pt x="218536" y="183220"/>
                  <a:pt x="222370" y="192796"/>
                  <a:pt x="228120" y="201095"/>
                </a:cubicBezTo>
                <a:cubicBezTo>
                  <a:pt x="233233" y="208118"/>
                  <a:pt x="231955" y="227270"/>
                  <a:pt x="219814" y="236207"/>
                </a:cubicBezTo>
                <a:cubicBezTo>
                  <a:pt x="217258" y="238122"/>
                  <a:pt x="212785" y="237484"/>
                  <a:pt x="210868" y="234930"/>
                </a:cubicBezTo>
                <a:cubicBezTo>
                  <a:pt x="208951" y="232377"/>
                  <a:pt x="209590" y="227908"/>
                  <a:pt x="212146" y="225993"/>
                </a:cubicBezTo>
                <a:cubicBezTo>
                  <a:pt x="212146" y="225993"/>
                  <a:pt x="212146" y="225993"/>
                  <a:pt x="212146" y="225993"/>
                </a:cubicBezTo>
                <a:cubicBezTo>
                  <a:pt x="216619" y="221524"/>
                  <a:pt x="219175" y="215140"/>
                  <a:pt x="217258" y="208756"/>
                </a:cubicBezTo>
                <a:cubicBezTo>
                  <a:pt x="210868" y="198542"/>
                  <a:pt x="205756" y="187689"/>
                  <a:pt x="203200" y="176198"/>
                </a:cubicBezTo>
                <a:cubicBezTo>
                  <a:pt x="198727" y="157046"/>
                  <a:pt x="200644" y="141086"/>
                  <a:pt x="208951" y="130872"/>
                </a:cubicBezTo>
                <a:cubicBezTo>
                  <a:pt x="217258" y="121934"/>
                  <a:pt x="229399" y="116188"/>
                  <a:pt x="241540" y="116188"/>
                </a:cubicBezTo>
                <a:cubicBezTo>
                  <a:pt x="253680" y="116188"/>
                  <a:pt x="265821" y="121296"/>
                  <a:pt x="274128" y="130872"/>
                </a:cubicBezTo>
                <a:cubicBezTo>
                  <a:pt x="283075" y="141724"/>
                  <a:pt x="284991" y="157046"/>
                  <a:pt x="279880" y="176198"/>
                </a:cubicBezTo>
                <a:cubicBezTo>
                  <a:pt x="277323" y="187689"/>
                  <a:pt x="272211" y="198542"/>
                  <a:pt x="265821" y="208756"/>
                </a:cubicBezTo>
                <a:cubicBezTo>
                  <a:pt x="264544" y="215140"/>
                  <a:pt x="266460" y="221524"/>
                  <a:pt x="271572" y="225993"/>
                </a:cubicBezTo>
                <a:cubicBezTo>
                  <a:pt x="275406" y="227270"/>
                  <a:pt x="279880" y="228546"/>
                  <a:pt x="284352" y="229185"/>
                </a:cubicBezTo>
                <a:cubicBezTo>
                  <a:pt x="292020" y="229823"/>
                  <a:pt x="299049" y="231738"/>
                  <a:pt x="305439" y="234930"/>
                </a:cubicBezTo>
                <a:cubicBezTo>
                  <a:pt x="308634" y="236846"/>
                  <a:pt x="309273" y="240676"/>
                  <a:pt x="307995" y="243868"/>
                </a:cubicBezTo>
                <a:cubicBezTo>
                  <a:pt x="307995" y="243868"/>
                  <a:pt x="307995" y="243868"/>
                  <a:pt x="307995" y="243868"/>
                </a:cubicBezTo>
                <a:close/>
              </a:path>
            </a:pathLst>
          </a:custGeom>
          <a:solidFill>
            <a:srgbClr val="007680"/>
          </a:solidFill>
          <a:ln w="6390" cap="flat">
            <a:noFill/>
            <a:prstDash val="solid"/>
            <a:miter/>
          </a:ln>
        </p:spPr>
        <p:txBody>
          <a:bodyPr rtlCol="0" anchor="ctr"/>
          <a:lstStyle/>
          <a:p>
            <a:endParaRPr lang="en-US"/>
          </a:p>
        </p:txBody>
      </p:sp>
      <p:grpSp>
        <p:nvGrpSpPr>
          <p:cNvPr id="863" name="Graphic 5">
            <a:extLst>
              <a:ext uri="{FF2B5EF4-FFF2-40B4-BE49-F238E27FC236}">
                <a16:creationId xmlns:a16="http://schemas.microsoft.com/office/drawing/2014/main" id="{C48079D8-0819-9F47-B4A4-EEF955E19F6C}"/>
              </a:ext>
            </a:extLst>
          </p:cNvPr>
          <p:cNvGrpSpPr/>
          <p:nvPr/>
        </p:nvGrpSpPr>
        <p:grpSpPr>
          <a:xfrm>
            <a:off x="9887788" y="1881522"/>
            <a:ext cx="361674" cy="361971"/>
            <a:chOff x="9887788" y="1881522"/>
            <a:chExt cx="361674" cy="361971"/>
          </a:xfrm>
          <a:solidFill>
            <a:srgbClr val="007680"/>
          </a:solidFill>
        </p:grpSpPr>
        <p:sp>
          <p:nvSpPr>
            <p:cNvPr id="864" name="Graphic 5">
              <a:extLst>
                <a:ext uri="{FF2B5EF4-FFF2-40B4-BE49-F238E27FC236}">
                  <a16:creationId xmlns:a16="http://schemas.microsoft.com/office/drawing/2014/main" id="{A859C276-8DA5-DA42-9975-EDCEE9A9FBC5}"/>
                </a:ext>
              </a:extLst>
            </p:cNvPr>
            <p:cNvSpPr/>
            <p:nvPr/>
          </p:nvSpPr>
          <p:spPr>
            <a:xfrm>
              <a:off x="9887788" y="1881522"/>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6"/>
                    <a:pt x="0" y="180667"/>
                  </a:cubicBezTo>
                  <a:cubicBezTo>
                    <a:pt x="0" y="280895"/>
                    <a:pt x="81152" y="361972"/>
                    <a:pt x="180835" y="361972"/>
                  </a:cubicBezTo>
                  <a:cubicBezTo>
                    <a:pt x="281157" y="361972"/>
                    <a:pt x="361670" y="280895"/>
                    <a:pt x="361670" y="181305"/>
                  </a:cubicBezTo>
                  <a:cubicBezTo>
                    <a:pt x="361670" y="181305"/>
                    <a:pt x="361670" y="181305"/>
                    <a:pt x="361670" y="181305"/>
                  </a:cubicBezTo>
                  <a:cubicBezTo>
                    <a:pt x="362309" y="81076"/>
                    <a:pt x="281157" y="0"/>
                    <a:pt x="180835" y="0"/>
                  </a:cubicBezTo>
                  <a:cubicBezTo>
                    <a:pt x="180835" y="0"/>
                    <a:pt x="180835" y="0"/>
                    <a:pt x="180835" y="0"/>
                  </a:cubicBezTo>
                  <a:close/>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cubicBezTo>
                    <a:pt x="348890" y="180667"/>
                    <a:pt x="348890" y="180667"/>
                    <a:pt x="348890" y="180667"/>
                  </a:cubicBezTo>
                  <a:cubicBezTo>
                    <a:pt x="349529" y="273873"/>
                    <a:pt x="274128" y="348565"/>
                    <a:pt x="180835" y="349204"/>
                  </a:cubicBezTo>
                  <a:close/>
                </a:path>
              </a:pathLst>
            </a:custGeom>
            <a:solidFill>
              <a:srgbClr val="007680"/>
            </a:solidFill>
            <a:ln w="6390" cap="flat">
              <a:noFill/>
              <a:prstDash val="solid"/>
              <a:miter/>
            </a:ln>
          </p:spPr>
          <p:txBody>
            <a:bodyPr rtlCol="0" anchor="ctr"/>
            <a:lstStyle/>
            <a:p>
              <a:endParaRPr lang="en-US"/>
            </a:p>
          </p:txBody>
        </p:sp>
        <p:sp>
          <p:nvSpPr>
            <p:cNvPr id="865" name="Graphic 5">
              <a:extLst>
                <a:ext uri="{FF2B5EF4-FFF2-40B4-BE49-F238E27FC236}">
                  <a16:creationId xmlns:a16="http://schemas.microsoft.com/office/drawing/2014/main" id="{A1DCB1BB-7F23-3448-8FE5-5745E96AA14C}"/>
                </a:ext>
              </a:extLst>
            </p:cNvPr>
            <p:cNvSpPr/>
            <p:nvPr/>
          </p:nvSpPr>
          <p:spPr>
            <a:xfrm>
              <a:off x="9967024" y="1987496"/>
              <a:ext cx="203838" cy="148746"/>
            </a:xfrm>
            <a:custGeom>
              <a:avLst/>
              <a:gdLst>
                <a:gd name="connsiteX0" fmla="*/ 200643 w 203838"/>
                <a:gd name="connsiteY0" fmla="*/ 14683 h 148746"/>
                <a:gd name="connsiteX1" fmla="*/ 194253 w 203838"/>
                <a:gd name="connsiteY1" fmla="*/ 14683 h 148746"/>
                <a:gd name="connsiteX2" fmla="*/ 148885 w 203838"/>
                <a:gd name="connsiteY2" fmla="*/ 37027 h 148746"/>
                <a:gd name="connsiteX3" fmla="*/ 148885 w 203838"/>
                <a:gd name="connsiteY3" fmla="*/ 6384 h 148746"/>
                <a:gd name="connsiteX4" fmla="*/ 142495 w 203838"/>
                <a:gd name="connsiteY4" fmla="*/ 0 h 148746"/>
                <a:gd name="connsiteX5" fmla="*/ 6390 w 203838"/>
                <a:gd name="connsiteY5" fmla="*/ 0 h 148746"/>
                <a:gd name="connsiteX6" fmla="*/ 0 w 203838"/>
                <a:gd name="connsiteY6" fmla="*/ 6384 h 148746"/>
                <a:gd name="connsiteX7" fmla="*/ 0 w 203838"/>
                <a:gd name="connsiteY7" fmla="*/ 142363 h 148746"/>
                <a:gd name="connsiteX8" fmla="*/ 6390 w 203838"/>
                <a:gd name="connsiteY8" fmla="*/ 148747 h 148746"/>
                <a:gd name="connsiteX9" fmla="*/ 142495 w 203838"/>
                <a:gd name="connsiteY9" fmla="*/ 148747 h 148746"/>
                <a:gd name="connsiteX10" fmla="*/ 148885 w 203838"/>
                <a:gd name="connsiteY10" fmla="*/ 142363 h 148746"/>
                <a:gd name="connsiteX11" fmla="*/ 148885 w 203838"/>
                <a:gd name="connsiteY11" fmla="*/ 111720 h 148746"/>
                <a:gd name="connsiteX12" fmla="*/ 194253 w 203838"/>
                <a:gd name="connsiteY12" fmla="*/ 134064 h 148746"/>
                <a:gd name="connsiteX13" fmla="*/ 200643 w 203838"/>
                <a:gd name="connsiteY13" fmla="*/ 134064 h 148746"/>
                <a:gd name="connsiteX14" fmla="*/ 203838 w 203838"/>
                <a:gd name="connsiteY14" fmla="*/ 128318 h 148746"/>
                <a:gd name="connsiteX15" fmla="*/ 203838 w 203838"/>
                <a:gd name="connsiteY15" fmla="*/ 19152 h 148746"/>
                <a:gd name="connsiteX16" fmla="*/ 200643 w 203838"/>
                <a:gd name="connsiteY16" fmla="*/ 14683 h 148746"/>
                <a:gd name="connsiteX17" fmla="*/ 191059 w 203838"/>
                <a:gd name="connsiteY17" fmla="*/ 118742 h 148746"/>
                <a:gd name="connsiteX18" fmla="*/ 145690 w 203838"/>
                <a:gd name="connsiteY18" fmla="*/ 96398 h 148746"/>
                <a:gd name="connsiteX19" fmla="*/ 137384 w 203838"/>
                <a:gd name="connsiteY19" fmla="*/ 98952 h 148746"/>
                <a:gd name="connsiteX20" fmla="*/ 136744 w 203838"/>
                <a:gd name="connsiteY20" fmla="*/ 102144 h 148746"/>
                <a:gd name="connsiteX21" fmla="*/ 136744 w 203838"/>
                <a:gd name="connsiteY21" fmla="*/ 136617 h 148746"/>
                <a:gd name="connsiteX22" fmla="*/ 13419 w 203838"/>
                <a:gd name="connsiteY22" fmla="*/ 136617 h 148746"/>
                <a:gd name="connsiteX23" fmla="*/ 13419 w 203838"/>
                <a:gd name="connsiteY23" fmla="*/ 13406 h 148746"/>
                <a:gd name="connsiteX24" fmla="*/ 136744 w 203838"/>
                <a:gd name="connsiteY24" fmla="*/ 13406 h 148746"/>
                <a:gd name="connsiteX25" fmla="*/ 136744 w 203838"/>
                <a:gd name="connsiteY25" fmla="*/ 47880 h 148746"/>
                <a:gd name="connsiteX26" fmla="*/ 139939 w 203838"/>
                <a:gd name="connsiteY26" fmla="*/ 53625 h 148746"/>
                <a:gd name="connsiteX27" fmla="*/ 146329 w 203838"/>
                <a:gd name="connsiteY27" fmla="*/ 53625 h 148746"/>
                <a:gd name="connsiteX28" fmla="*/ 191698 w 203838"/>
                <a:gd name="connsiteY28" fmla="*/ 31281 h 148746"/>
                <a:gd name="connsiteX29" fmla="*/ 191059 w 203838"/>
                <a:gd name="connsiteY29" fmla="*/ 118742 h 148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03838" h="148746">
                  <a:moveTo>
                    <a:pt x="200643" y="14683"/>
                  </a:moveTo>
                  <a:cubicBezTo>
                    <a:pt x="198727" y="13406"/>
                    <a:pt x="196171" y="13406"/>
                    <a:pt x="194253" y="14683"/>
                  </a:cubicBezTo>
                  <a:lnTo>
                    <a:pt x="148885" y="37027"/>
                  </a:lnTo>
                  <a:lnTo>
                    <a:pt x="148885" y="6384"/>
                  </a:lnTo>
                  <a:cubicBezTo>
                    <a:pt x="148885" y="2554"/>
                    <a:pt x="146329" y="0"/>
                    <a:pt x="142495" y="0"/>
                  </a:cubicBezTo>
                  <a:lnTo>
                    <a:pt x="6390" y="0"/>
                  </a:lnTo>
                  <a:cubicBezTo>
                    <a:pt x="2555" y="0"/>
                    <a:pt x="0" y="2554"/>
                    <a:pt x="0" y="6384"/>
                  </a:cubicBezTo>
                  <a:lnTo>
                    <a:pt x="0" y="142363"/>
                  </a:lnTo>
                  <a:cubicBezTo>
                    <a:pt x="0" y="146193"/>
                    <a:pt x="2555" y="148747"/>
                    <a:pt x="6390" y="148747"/>
                  </a:cubicBezTo>
                  <a:lnTo>
                    <a:pt x="142495" y="148747"/>
                  </a:lnTo>
                  <a:cubicBezTo>
                    <a:pt x="146329" y="148747"/>
                    <a:pt x="148885" y="146193"/>
                    <a:pt x="148885" y="142363"/>
                  </a:cubicBezTo>
                  <a:lnTo>
                    <a:pt x="148885" y="111720"/>
                  </a:lnTo>
                  <a:lnTo>
                    <a:pt x="194253" y="134064"/>
                  </a:lnTo>
                  <a:cubicBezTo>
                    <a:pt x="196171" y="135340"/>
                    <a:pt x="198727" y="135340"/>
                    <a:pt x="200643" y="134064"/>
                  </a:cubicBezTo>
                  <a:cubicBezTo>
                    <a:pt x="202561" y="132787"/>
                    <a:pt x="203838" y="130872"/>
                    <a:pt x="203838" y="128318"/>
                  </a:cubicBezTo>
                  <a:lnTo>
                    <a:pt x="203838" y="19152"/>
                  </a:lnTo>
                  <a:cubicBezTo>
                    <a:pt x="203838" y="17875"/>
                    <a:pt x="202561" y="15960"/>
                    <a:pt x="200643" y="14683"/>
                  </a:cubicBezTo>
                  <a:close/>
                  <a:moveTo>
                    <a:pt x="191059" y="118742"/>
                  </a:moveTo>
                  <a:lnTo>
                    <a:pt x="145690" y="96398"/>
                  </a:lnTo>
                  <a:cubicBezTo>
                    <a:pt x="142495" y="95121"/>
                    <a:pt x="138661" y="95760"/>
                    <a:pt x="137384" y="98952"/>
                  </a:cubicBezTo>
                  <a:cubicBezTo>
                    <a:pt x="136744" y="99590"/>
                    <a:pt x="136744" y="100867"/>
                    <a:pt x="136744" y="102144"/>
                  </a:cubicBezTo>
                  <a:lnTo>
                    <a:pt x="136744" y="136617"/>
                  </a:lnTo>
                  <a:lnTo>
                    <a:pt x="13419" y="136617"/>
                  </a:lnTo>
                  <a:lnTo>
                    <a:pt x="13419" y="13406"/>
                  </a:lnTo>
                  <a:lnTo>
                    <a:pt x="136744" y="13406"/>
                  </a:lnTo>
                  <a:lnTo>
                    <a:pt x="136744" y="47880"/>
                  </a:lnTo>
                  <a:cubicBezTo>
                    <a:pt x="136744" y="49795"/>
                    <a:pt x="138022" y="52349"/>
                    <a:pt x="139939" y="53625"/>
                  </a:cubicBezTo>
                  <a:cubicBezTo>
                    <a:pt x="141856" y="54902"/>
                    <a:pt x="144412" y="54902"/>
                    <a:pt x="146329" y="53625"/>
                  </a:cubicBezTo>
                  <a:lnTo>
                    <a:pt x="191698" y="31281"/>
                  </a:lnTo>
                  <a:lnTo>
                    <a:pt x="191059" y="118742"/>
                  </a:lnTo>
                  <a:close/>
                </a:path>
              </a:pathLst>
            </a:custGeom>
            <a:solidFill>
              <a:srgbClr val="007680"/>
            </a:solidFill>
            <a:ln w="6390" cap="flat">
              <a:noFill/>
              <a:prstDash val="solid"/>
              <a:miter/>
            </a:ln>
          </p:spPr>
          <p:txBody>
            <a:bodyPr rtlCol="0" anchor="ctr"/>
            <a:lstStyle/>
            <a:p>
              <a:endParaRPr lang="en-US"/>
            </a:p>
          </p:txBody>
        </p:sp>
      </p:grpSp>
      <p:grpSp>
        <p:nvGrpSpPr>
          <p:cNvPr id="866" name="Graphic 5">
            <a:extLst>
              <a:ext uri="{FF2B5EF4-FFF2-40B4-BE49-F238E27FC236}">
                <a16:creationId xmlns:a16="http://schemas.microsoft.com/office/drawing/2014/main" id="{24004A6F-6B9A-D443-B054-92184DF26926}"/>
              </a:ext>
            </a:extLst>
          </p:cNvPr>
          <p:cNvGrpSpPr/>
          <p:nvPr/>
        </p:nvGrpSpPr>
        <p:grpSpPr>
          <a:xfrm>
            <a:off x="9887788" y="1403361"/>
            <a:ext cx="361674" cy="361971"/>
            <a:chOff x="9887788" y="1403361"/>
            <a:chExt cx="361674" cy="361971"/>
          </a:xfrm>
          <a:solidFill>
            <a:srgbClr val="007680"/>
          </a:solidFill>
        </p:grpSpPr>
        <p:sp>
          <p:nvSpPr>
            <p:cNvPr id="867" name="Graphic 5">
              <a:extLst>
                <a:ext uri="{FF2B5EF4-FFF2-40B4-BE49-F238E27FC236}">
                  <a16:creationId xmlns:a16="http://schemas.microsoft.com/office/drawing/2014/main" id="{6D03A739-255A-1D48-91F0-CA9C5ED66E7E}"/>
                </a:ext>
              </a:extLst>
            </p:cNvPr>
            <p:cNvSpPr/>
            <p:nvPr/>
          </p:nvSpPr>
          <p:spPr>
            <a:xfrm>
              <a:off x="9887788" y="1403361"/>
              <a:ext cx="361674" cy="361971"/>
            </a:xfrm>
            <a:custGeom>
              <a:avLst/>
              <a:gdLst>
                <a:gd name="connsiteX0" fmla="*/ 180835 w 361674"/>
                <a:gd name="connsiteY0" fmla="*/ 0 h 361971"/>
                <a:gd name="connsiteX1" fmla="*/ 0 w 361674"/>
                <a:gd name="connsiteY1" fmla="*/ 180667 h 361971"/>
                <a:gd name="connsiteX2" fmla="*/ 180835 w 361674"/>
                <a:gd name="connsiteY2" fmla="*/ 361972 h 361971"/>
                <a:gd name="connsiteX3" fmla="*/ 361670 w 361674"/>
                <a:gd name="connsiteY3" fmla="*/ 181305 h 361971"/>
                <a:gd name="connsiteX4" fmla="*/ 361670 w 361674"/>
                <a:gd name="connsiteY4" fmla="*/ 181305 h 361971"/>
                <a:gd name="connsiteX5" fmla="*/ 180835 w 361674"/>
                <a:gd name="connsiteY5" fmla="*/ 0 h 361971"/>
                <a:gd name="connsiteX6" fmla="*/ 180835 w 361674"/>
                <a:gd name="connsiteY6" fmla="*/ 0 h 361971"/>
                <a:gd name="connsiteX7" fmla="*/ 180835 w 361674"/>
                <a:gd name="connsiteY7" fmla="*/ 349204 h 361971"/>
                <a:gd name="connsiteX8" fmla="*/ 12780 w 361674"/>
                <a:gd name="connsiteY8" fmla="*/ 181305 h 361971"/>
                <a:gd name="connsiteX9" fmla="*/ 180835 w 361674"/>
                <a:gd name="connsiteY9" fmla="*/ 12768 h 361971"/>
                <a:gd name="connsiteX10" fmla="*/ 348890 w 361674"/>
                <a:gd name="connsiteY10" fmla="*/ 180667 h 361971"/>
                <a:gd name="connsiteX11" fmla="*/ 348890 w 361674"/>
                <a:gd name="connsiteY11" fmla="*/ 180667 h 361971"/>
                <a:gd name="connsiteX12" fmla="*/ 180835 w 361674"/>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674" h="361971">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2309" y="81077"/>
                    <a:pt x="281157" y="0"/>
                    <a:pt x="180835" y="0"/>
                  </a:cubicBezTo>
                  <a:cubicBezTo>
                    <a:pt x="180835" y="0"/>
                    <a:pt x="180835" y="0"/>
                    <a:pt x="180835" y="0"/>
                  </a:cubicBezTo>
                  <a:close/>
                  <a:moveTo>
                    <a:pt x="180835" y="349204"/>
                  </a:moveTo>
                  <a:cubicBezTo>
                    <a:pt x="87542" y="349204"/>
                    <a:pt x="12780" y="273873"/>
                    <a:pt x="12780" y="181305"/>
                  </a:cubicBezTo>
                  <a:cubicBezTo>
                    <a:pt x="12780" y="88099"/>
                    <a:pt x="88181" y="12768"/>
                    <a:pt x="180835" y="12768"/>
                  </a:cubicBezTo>
                  <a:cubicBezTo>
                    <a:pt x="274128" y="12768"/>
                    <a:pt x="348890" y="88099"/>
                    <a:pt x="348890" y="180667"/>
                  </a:cubicBezTo>
                  <a:lnTo>
                    <a:pt x="348890" y="180667"/>
                  </a:lnTo>
                  <a:cubicBezTo>
                    <a:pt x="349529" y="273873"/>
                    <a:pt x="274128" y="349204"/>
                    <a:pt x="180835" y="349204"/>
                  </a:cubicBezTo>
                  <a:close/>
                </a:path>
              </a:pathLst>
            </a:custGeom>
            <a:solidFill>
              <a:srgbClr val="007680"/>
            </a:solidFill>
            <a:ln w="6390" cap="flat">
              <a:noFill/>
              <a:prstDash val="solid"/>
              <a:miter/>
            </a:ln>
          </p:spPr>
          <p:txBody>
            <a:bodyPr rtlCol="0" anchor="ctr"/>
            <a:lstStyle/>
            <a:p>
              <a:endParaRPr lang="en-US"/>
            </a:p>
          </p:txBody>
        </p:sp>
        <p:sp>
          <p:nvSpPr>
            <p:cNvPr id="868" name="Graphic 5">
              <a:extLst>
                <a:ext uri="{FF2B5EF4-FFF2-40B4-BE49-F238E27FC236}">
                  <a16:creationId xmlns:a16="http://schemas.microsoft.com/office/drawing/2014/main" id="{0CD3A729-A834-CD49-A965-5B8F76A9D8EC}"/>
                </a:ext>
              </a:extLst>
            </p:cNvPr>
            <p:cNvSpPr/>
            <p:nvPr/>
          </p:nvSpPr>
          <p:spPr>
            <a:xfrm>
              <a:off x="10018143" y="1654252"/>
              <a:ext cx="103516" cy="12767"/>
            </a:xfrm>
            <a:custGeom>
              <a:avLst/>
              <a:gdLst>
                <a:gd name="connsiteX0" fmla="*/ 97127 w 103516"/>
                <a:gd name="connsiteY0" fmla="*/ 0 h 12767"/>
                <a:gd name="connsiteX1" fmla="*/ 6390 w 103516"/>
                <a:gd name="connsiteY1" fmla="*/ 0 h 12767"/>
                <a:gd name="connsiteX2" fmla="*/ 0 w 103516"/>
                <a:gd name="connsiteY2" fmla="*/ 6384 h 12767"/>
                <a:gd name="connsiteX3" fmla="*/ 6390 w 103516"/>
                <a:gd name="connsiteY3" fmla="*/ 12768 h 12767"/>
                <a:gd name="connsiteX4" fmla="*/ 97127 w 103516"/>
                <a:gd name="connsiteY4" fmla="*/ 12768 h 12767"/>
                <a:gd name="connsiteX5" fmla="*/ 103517 w 103516"/>
                <a:gd name="connsiteY5" fmla="*/ 6384 h 12767"/>
                <a:gd name="connsiteX6" fmla="*/ 97127 w 103516"/>
                <a:gd name="connsiteY6" fmla="*/ 0 h 1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516" h="12767">
                  <a:moveTo>
                    <a:pt x="97127" y="0"/>
                  </a:moveTo>
                  <a:lnTo>
                    <a:pt x="6390" y="0"/>
                  </a:lnTo>
                  <a:cubicBezTo>
                    <a:pt x="2555" y="0"/>
                    <a:pt x="0" y="2554"/>
                    <a:pt x="0" y="6384"/>
                  </a:cubicBezTo>
                  <a:cubicBezTo>
                    <a:pt x="0" y="10214"/>
                    <a:pt x="2555" y="12768"/>
                    <a:pt x="6390" y="12768"/>
                  </a:cubicBezTo>
                  <a:lnTo>
                    <a:pt x="97127" y="12768"/>
                  </a:lnTo>
                  <a:cubicBezTo>
                    <a:pt x="100961" y="12768"/>
                    <a:pt x="103517" y="10214"/>
                    <a:pt x="103517" y="6384"/>
                  </a:cubicBezTo>
                  <a:cubicBezTo>
                    <a:pt x="103517" y="2554"/>
                    <a:pt x="100961" y="0"/>
                    <a:pt x="97127" y="0"/>
                  </a:cubicBezTo>
                  <a:close/>
                </a:path>
              </a:pathLst>
            </a:custGeom>
            <a:solidFill>
              <a:srgbClr val="007680"/>
            </a:solidFill>
            <a:ln w="6390" cap="flat">
              <a:noFill/>
              <a:prstDash val="solid"/>
              <a:miter/>
            </a:ln>
          </p:spPr>
          <p:txBody>
            <a:bodyPr rtlCol="0" anchor="ctr"/>
            <a:lstStyle/>
            <a:p>
              <a:endParaRPr lang="en-US"/>
            </a:p>
          </p:txBody>
        </p:sp>
        <p:sp>
          <p:nvSpPr>
            <p:cNvPr id="869" name="Graphic 5">
              <a:extLst>
                <a:ext uri="{FF2B5EF4-FFF2-40B4-BE49-F238E27FC236}">
                  <a16:creationId xmlns:a16="http://schemas.microsoft.com/office/drawing/2014/main" id="{7A0C9397-B150-054A-AAC1-22AA9C2AB258}"/>
                </a:ext>
              </a:extLst>
            </p:cNvPr>
            <p:cNvSpPr/>
            <p:nvPr/>
          </p:nvSpPr>
          <p:spPr>
            <a:xfrm>
              <a:off x="10108880" y="1555939"/>
              <a:ext cx="12779" cy="26812"/>
            </a:xfrm>
            <a:custGeom>
              <a:avLst/>
              <a:gdLst>
                <a:gd name="connsiteX0" fmla="*/ 6390 w 12779"/>
                <a:gd name="connsiteY0" fmla="*/ 26813 h 26812"/>
                <a:gd name="connsiteX1" fmla="*/ 12780 w 12779"/>
                <a:gd name="connsiteY1" fmla="*/ 20429 h 26812"/>
                <a:gd name="connsiteX2" fmla="*/ 12780 w 12779"/>
                <a:gd name="connsiteY2" fmla="*/ 6384 h 26812"/>
                <a:gd name="connsiteX3" fmla="*/ 6390 w 12779"/>
                <a:gd name="connsiteY3" fmla="*/ 0 h 26812"/>
                <a:gd name="connsiteX4" fmla="*/ 0 w 12779"/>
                <a:gd name="connsiteY4" fmla="*/ 6384 h 26812"/>
                <a:gd name="connsiteX5" fmla="*/ 0 w 12779"/>
                <a:gd name="connsiteY5" fmla="*/ 20429 h 26812"/>
                <a:gd name="connsiteX6" fmla="*/ 6390 w 12779"/>
                <a:gd name="connsiteY6" fmla="*/ 26813 h 2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9" h="26812">
                  <a:moveTo>
                    <a:pt x="6390" y="26813"/>
                  </a:moveTo>
                  <a:cubicBezTo>
                    <a:pt x="10224" y="26813"/>
                    <a:pt x="12780" y="24259"/>
                    <a:pt x="12780" y="20429"/>
                  </a:cubicBezTo>
                  <a:lnTo>
                    <a:pt x="12780" y="6384"/>
                  </a:lnTo>
                  <a:cubicBezTo>
                    <a:pt x="12780" y="2554"/>
                    <a:pt x="10224" y="0"/>
                    <a:pt x="6390" y="0"/>
                  </a:cubicBezTo>
                  <a:cubicBezTo>
                    <a:pt x="2556" y="0"/>
                    <a:pt x="0" y="2554"/>
                    <a:pt x="0" y="6384"/>
                  </a:cubicBezTo>
                  <a:lnTo>
                    <a:pt x="0" y="20429"/>
                  </a:lnTo>
                  <a:cubicBezTo>
                    <a:pt x="0" y="24259"/>
                    <a:pt x="2556" y="26813"/>
                    <a:pt x="6390" y="26813"/>
                  </a:cubicBezTo>
                  <a:close/>
                </a:path>
              </a:pathLst>
            </a:custGeom>
            <a:solidFill>
              <a:srgbClr val="007680"/>
            </a:solidFill>
            <a:ln w="6390" cap="flat">
              <a:noFill/>
              <a:prstDash val="solid"/>
              <a:miter/>
            </a:ln>
          </p:spPr>
          <p:txBody>
            <a:bodyPr rtlCol="0" anchor="ctr"/>
            <a:lstStyle/>
            <a:p>
              <a:endParaRPr lang="en-US"/>
            </a:p>
          </p:txBody>
        </p:sp>
        <p:sp>
          <p:nvSpPr>
            <p:cNvPr id="870" name="Graphic 5">
              <a:extLst>
                <a:ext uri="{FF2B5EF4-FFF2-40B4-BE49-F238E27FC236}">
                  <a16:creationId xmlns:a16="http://schemas.microsoft.com/office/drawing/2014/main" id="{BAB0D158-F84F-5241-BB62-F28BB405E399}"/>
                </a:ext>
              </a:extLst>
            </p:cNvPr>
            <p:cNvSpPr/>
            <p:nvPr/>
          </p:nvSpPr>
          <p:spPr>
            <a:xfrm>
              <a:off x="9985554" y="1470393"/>
              <a:ext cx="166138" cy="227908"/>
            </a:xfrm>
            <a:custGeom>
              <a:avLst/>
              <a:gdLst>
                <a:gd name="connsiteX0" fmla="*/ 159748 w 166138"/>
                <a:gd name="connsiteY0" fmla="*/ 638 h 227908"/>
                <a:gd name="connsiteX1" fmla="*/ 6390 w 166138"/>
                <a:gd name="connsiteY1" fmla="*/ 0 h 227908"/>
                <a:gd name="connsiteX2" fmla="*/ 6390 w 166138"/>
                <a:gd name="connsiteY2" fmla="*/ 0 h 227908"/>
                <a:gd name="connsiteX3" fmla="*/ 0 w 166138"/>
                <a:gd name="connsiteY3" fmla="*/ 6384 h 227908"/>
                <a:gd name="connsiteX4" fmla="*/ 0 w 166138"/>
                <a:gd name="connsiteY4" fmla="*/ 221524 h 227908"/>
                <a:gd name="connsiteX5" fmla="*/ 6390 w 166138"/>
                <a:gd name="connsiteY5" fmla="*/ 227908 h 227908"/>
                <a:gd name="connsiteX6" fmla="*/ 159748 w 166138"/>
                <a:gd name="connsiteY6" fmla="*/ 227908 h 227908"/>
                <a:gd name="connsiteX7" fmla="*/ 166138 w 166138"/>
                <a:gd name="connsiteY7" fmla="*/ 221524 h 227908"/>
                <a:gd name="connsiteX8" fmla="*/ 166138 w 166138"/>
                <a:gd name="connsiteY8" fmla="*/ 7022 h 227908"/>
                <a:gd name="connsiteX9" fmla="*/ 159748 w 166138"/>
                <a:gd name="connsiteY9" fmla="*/ 638 h 227908"/>
                <a:gd name="connsiteX10" fmla="*/ 153358 w 166138"/>
                <a:gd name="connsiteY10" fmla="*/ 215140 h 227908"/>
                <a:gd name="connsiteX11" fmla="*/ 12780 w 166138"/>
                <a:gd name="connsiteY11" fmla="*/ 215140 h 227908"/>
                <a:gd name="connsiteX12" fmla="*/ 12780 w 166138"/>
                <a:gd name="connsiteY12" fmla="*/ 12768 h 227908"/>
                <a:gd name="connsiteX13" fmla="*/ 30033 w 166138"/>
                <a:gd name="connsiteY13" fmla="*/ 12768 h 227908"/>
                <a:gd name="connsiteX14" fmla="*/ 152720 w 166138"/>
                <a:gd name="connsiteY14" fmla="*/ 13406 h 227908"/>
                <a:gd name="connsiteX15" fmla="*/ 153358 w 166138"/>
                <a:gd name="connsiteY15" fmla="*/ 215140 h 22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6138" h="227908">
                  <a:moveTo>
                    <a:pt x="159748" y="638"/>
                  </a:moveTo>
                  <a:lnTo>
                    <a:pt x="6390" y="0"/>
                  </a:lnTo>
                  <a:lnTo>
                    <a:pt x="6390" y="0"/>
                  </a:lnTo>
                  <a:cubicBezTo>
                    <a:pt x="2556" y="0"/>
                    <a:pt x="0" y="2554"/>
                    <a:pt x="0" y="6384"/>
                  </a:cubicBezTo>
                  <a:lnTo>
                    <a:pt x="0" y="221524"/>
                  </a:lnTo>
                  <a:cubicBezTo>
                    <a:pt x="0" y="225355"/>
                    <a:pt x="2556" y="227908"/>
                    <a:pt x="6390" y="227908"/>
                  </a:cubicBezTo>
                  <a:lnTo>
                    <a:pt x="159748" y="227908"/>
                  </a:lnTo>
                  <a:cubicBezTo>
                    <a:pt x="163583" y="227908"/>
                    <a:pt x="166138" y="225355"/>
                    <a:pt x="166138" y="221524"/>
                  </a:cubicBezTo>
                  <a:lnTo>
                    <a:pt x="166138" y="7022"/>
                  </a:lnTo>
                  <a:cubicBezTo>
                    <a:pt x="166138" y="3192"/>
                    <a:pt x="163583" y="638"/>
                    <a:pt x="159748" y="638"/>
                  </a:cubicBezTo>
                  <a:close/>
                  <a:moveTo>
                    <a:pt x="153358" y="215140"/>
                  </a:moveTo>
                  <a:lnTo>
                    <a:pt x="12780" y="215140"/>
                  </a:lnTo>
                  <a:lnTo>
                    <a:pt x="12780" y="12768"/>
                  </a:lnTo>
                  <a:cubicBezTo>
                    <a:pt x="17253" y="12768"/>
                    <a:pt x="23004" y="12768"/>
                    <a:pt x="30033" y="12768"/>
                  </a:cubicBezTo>
                  <a:lnTo>
                    <a:pt x="152720" y="13406"/>
                  </a:lnTo>
                  <a:lnTo>
                    <a:pt x="153358" y="215140"/>
                  </a:lnTo>
                  <a:close/>
                </a:path>
              </a:pathLst>
            </a:custGeom>
            <a:solidFill>
              <a:srgbClr val="007680"/>
            </a:solidFill>
            <a:ln w="6390" cap="flat">
              <a:noFill/>
              <a:prstDash val="solid"/>
              <a:miter/>
            </a:ln>
          </p:spPr>
          <p:txBody>
            <a:bodyPr rtlCol="0" anchor="ctr"/>
            <a:lstStyle/>
            <a:p>
              <a:endParaRPr lang="en-US"/>
            </a:p>
          </p:txBody>
        </p:sp>
        <p:sp>
          <p:nvSpPr>
            <p:cNvPr id="871" name="Graphic 5">
              <a:extLst>
                <a:ext uri="{FF2B5EF4-FFF2-40B4-BE49-F238E27FC236}">
                  <a16:creationId xmlns:a16="http://schemas.microsoft.com/office/drawing/2014/main" id="{1D2A4C9C-5343-FE4E-9DBD-D85328766D54}"/>
                </a:ext>
              </a:extLst>
            </p:cNvPr>
            <p:cNvSpPr/>
            <p:nvPr/>
          </p:nvSpPr>
          <p:spPr>
            <a:xfrm>
              <a:off x="10016865" y="1500398"/>
              <a:ext cx="74123" cy="135340"/>
            </a:xfrm>
            <a:custGeom>
              <a:avLst/>
              <a:gdLst>
                <a:gd name="connsiteX0" fmla="*/ 6390 w 74123"/>
                <a:gd name="connsiteY0" fmla="*/ 135341 h 135340"/>
                <a:gd name="connsiteX1" fmla="*/ 67733 w 74123"/>
                <a:gd name="connsiteY1" fmla="*/ 135341 h 135340"/>
                <a:gd name="connsiteX2" fmla="*/ 74123 w 74123"/>
                <a:gd name="connsiteY2" fmla="*/ 128957 h 135340"/>
                <a:gd name="connsiteX3" fmla="*/ 74123 w 74123"/>
                <a:gd name="connsiteY3" fmla="*/ 7022 h 135340"/>
                <a:gd name="connsiteX4" fmla="*/ 67733 w 74123"/>
                <a:gd name="connsiteY4" fmla="*/ 638 h 135340"/>
                <a:gd name="connsiteX5" fmla="*/ 6390 w 74123"/>
                <a:gd name="connsiteY5" fmla="*/ 0 h 135340"/>
                <a:gd name="connsiteX6" fmla="*/ 6390 w 74123"/>
                <a:gd name="connsiteY6" fmla="*/ 0 h 135340"/>
                <a:gd name="connsiteX7" fmla="*/ 0 w 74123"/>
                <a:gd name="connsiteY7" fmla="*/ 6384 h 135340"/>
                <a:gd name="connsiteX8" fmla="*/ 0 w 74123"/>
                <a:gd name="connsiteY8" fmla="*/ 7022 h 135340"/>
                <a:gd name="connsiteX9" fmla="*/ 0 w 74123"/>
                <a:gd name="connsiteY9" fmla="*/ 128318 h 135340"/>
                <a:gd name="connsiteX10" fmla="*/ 6390 w 74123"/>
                <a:gd name="connsiteY10" fmla="*/ 135341 h 135340"/>
                <a:gd name="connsiteX11" fmla="*/ 6390 w 74123"/>
                <a:gd name="connsiteY11" fmla="*/ 135341 h 135340"/>
                <a:gd name="connsiteX12" fmla="*/ 12780 w 74123"/>
                <a:gd name="connsiteY12" fmla="*/ 74693 h 135340"/>
                <a:gd name="connsiteX13" fmla="*/ 61343 w 74123"/>
                <a:gd name="connsiteY13" fmla="*/ 74693 h 135340"/>
                <a:gd name="connsiteX14" fmla="*/ 61343 w 74123"/>
                <a:gd name="connsiteY14" fmla="*/ 92568 h 135340"/>
                <a:gd name="connsiteX15" fmla="*/ 12780 w 74123"/>
                <a:gd name="connsiteY15" fmla="*/ 92568 h 135340"/>
                <a:gd name="connsiteX16" fmla="*/ 12780 w 74123"/>
                <a:gd name="connsiteY16" fmla="*/ 74693 h 135340"/>
                <a:gd name="connsiteX17" fmla="*/ 61343 w 74123"/>
                <a:gd name="connsiteY17" fmla="*/ 61925 h 135340"/>
                <a:gd name="connsiteX18" fmla="*/ 12780 w 74123"/>
                <a:gd name="connsiteY18" fmla="*/ 61925 h 135340"/>
                <a:gd name="connsiteX19" fmla="*/ 12780 w 74123"/>
                <a:gd name="connsiteY19" fmla="*/ 43411 h 135340"/>
                <a:gd name="connsiteX20" fmla="*/ 61343 w 74123"/>
                <a:gd name="connsiteY20" fmla="*/ 43411 h 135340"/>
                <a:gd name="connsiteX21" fmla="*/ 61343 w 74123"/>
                <a:gd name="connsiteY21" fmla="*/ 61925 h 135340"/>
                <a:gd name="connsiteX22" fmla="*/ 12780 w 74123"/>
                <a:gd name="connsiteY22" fmla="*/ 122573 h 135340"/>
                <a:gd name="connsiteX23" fmla="*/ 12780 w 74123"/>
                <a:gd name="connsiteY23" fmla="*/ 105974 h 135340"/>
                <a:gd name="connsiteX24" fmla="*/ 61343 w 74123"/>
                <a:gd name="connsiteY24" fmla="*/ 105974 h 135340"/>
                <a:gd name="connsiteX25" fmla="*/ 61343 w 74123"/>
                <a:gd name="connsiteY25" fmla="*/ 122573 h 135340"/>
                <a:gd name="connsiteX26" fmla="*/ 12780 w 74123"/>
                <a:gd name="connsiteY26" fmla="*/ 122573 h 135340"/>
                <a:gd name="connsiteX27" fmla="*/ 37062 w 74123"/>
                <a:gd name="connsiteY27" fmla="*/ 13406 h 135340"/>
                <a:gd name="connsiteX28" fmla="*/ 61343 w 74123"/>
                <a:gd name="connsiteY28" fmla="*/ 13406 h 135340"/>
                <a:gd name="connsiteX29" fmla="*/ 61343 w 74123"/>
                <a:gd name="connsiteY29" fmla="*/ 31282 h 135340"/>
                <a:gd name="connsiteX30" fmla="*/ 12780 w 74123"/>
                <a:gd name="connsiteY30" fmla="*/ 31282 h 135340"/>
                <a:gd name="connsiteX31" fmla="*/ 12780 w 74123"/>
                <a:gd name="connsiteY31" fmla="*/ 13406 h 135340"/>
                <a:gd name="connsiteX32" fmla="*/ 37062 w 74123"/>
                <a:gd name="connsiteY32" fmla="*/ 13406 h 135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4123" h="135340">
                  <a:moveTo>
                    <a:pt x="6390" y="135341"/>
                  </a:moveTo>
                  <a:lnTo>
                    <a:pt x="67733" y="135341"/>
                  </a:lnTo>
                  <a:cubicBezTo>
                    <a:pt x="71568" y="135341"/>
                    <a:pt x="74123" y="132787"/>
                    <a:pt x="74123" y="128957"/>
                  </a:cubicBezTo>
                  <a:lnTo>
                    <a:pt x="74123" y="7022"/>
                  </a:lnTo>
                  <a:cubicBezTo>
                    <a:pt x="74123" y="3192"/>
                    <a:pt x="71568" y="638"/>
                    <a:pt x="67733" y="638"/>
                  </a:cubicBezTo>
                  <a:lnTo>
                    <a:pt x="6390" y="0"/>
                  </a:lnTo>
                  <a:lnTo>
                    <a:pt x="6390" y="0"/>
                  </a:lnTo>
                  <a:cubicBezTo>
                    <a:pt x="2556" y="0"/>
                    <a:pt x="0" y="2554"/>
                    <a:pt x="0" y="6384"/>
                  </a:cubicBezTo>
                  <a:cubicBezTo>
                    <a:pt x="0" y="6384"/>
                    <a:pt x="0" y="7022"/>
                    <a:pt x="0" y="7022"/>
                  </a:cubicBezTo>
                  <a:lnTo>
                    <a:pt x="0" y="128318"/>
                  </a:lnTo>
                  <a:cubicBezTo>
                    <a:pt x="0" y="132149"/>
                    <a:pt x="2556" y="135341"/>
                    <a:pt x="6390" y="135341"/>
                  </a:cubicBezTo>
                  <a:cubicBezTo>
                    <a:pt x="6390" y="135341"/>
                    <a:pt x="6390" y="135341"/>
                    <a:pt x="6390" y="135341"/>
                  </a:cubicBezTo>
                  <a:close/>
                  <a:moveTo>
                    <a:pt x="12780" y="74693"/>
                  </a:moveTo>
                  <a:lnTo>
                    <a:pt x="61343" y="74693"/>
                  </a:lnTo>
                  <a:lnTo>
                    <a:pt x="61343" y="92568"/>
                  </a:lnTo>
                  <a:lnTo>
                    <a:pt x="12780" y="92568"/>
                  </a:lnTo>
                  <a:lnTo>
                    <a:pt x="12780" y="74693"/>
                  </a:lnTo>
                  <a:close/>
                  <a:moveTo>
                    <a:pt x="61343" y="61925"/>
                  </a:moveTo>
                  <a:lnTo>
                    <a:pt x="12780" y="61925"/>
                  </a:lnTo>
                  <a:lnTo>
                    <a:pt x="12780" y="43411"/>
                  </a:lnTo>
                  <a:lnTo>
                    <a:pt x="61343" y="43411"/>
                  </a:lnTo>
                  <a:lnTo>
                    <a:pt x="61343" y="61925"/>
                  </a:lnTo>
                  <a:close/>
                  <a:moveTo>
                    <a:pt x="12780" y="122573"/>
                  </a:moveTo>
                  <a:lnTo>
                    <a:pt x="12780" y="105974"/>
                  </a:lnTo>
                  <a:lnTo>
                    <a:pt x="61343" y="105974"/>
                  </a:lnTo>
                  <a:lnTo>
                    <a:pt x="61343" y="122573"/>
                  </a:lnTo>
                  <a:lnTo>
                    <a:pt x="12780" y="122573"/>
                  </a:lnTo>
                  <a:close/>
                  <a:moveTo>
                    <a:pt x="37062" y="13406"/>
                  </a:moveTo>
                  <a:lnTo>
                    <a:pt x="61343" y="13406"/>
                  </a:lnTo>
                  <a:lnTo>
                    <a:pt x="61343" y="31282"/>
                  </a:lnTo>
                  <a:lnTo>
                    <a:pt x="12780" y="31282"/>
                  </a:lnTo>
                  <a:lnTo>
                    <a:pt x="12780" y="13406"/>
                  </a:lnTo>
                  <a:cubicBezTo>
                    <a:pt x="17892" y="12768"/>
                    <a:pt x="26199" y="13406"/>
                    <a:pt x="37062" y="13406"/>
                  </a:cubicBezTo>
                  <a:close/>
                </a:path>
              </a:pathLst>
            </a:custGeom>
            <a:solidFill>
              <a:srgbClr val="007680"/>
            </a:solidFill>
            <a:ln w="6390" cap="flat">
              <a:noFill/>
              <a:prstDash val="solid"/>
              <a:miter/>
            </a:ln>
          </p:spPr>
          <p:txBody>
            <a:bodyPr rtlCol="0" anchor="ctr"/>
            <a:lstStyle/>
            <a:p>
              <a:endParaRPr lang="en-US"/>
            </a:p>
          </p:txBody>
        </p:sp>
      </p:grpSp>
      <p:grpSp>
        <p:nvGrpSpPr>
          <p:cNvPr id="872" name="Graphic 5">
            <a:extLst>
              <a:ext uri="{FF2B5EF4-FFF2-40B4-BE49-F238E27FC236}">
                <a16:creationId xmlns:a16="http://schemas.microsoft.com/office/drawing/2014/main" id="{1289FF74-315E-784A-AA00-15238AEB2427}"/>
              </a:ext>
            </a:extLst>
          </p:cNvPr>
          <p:cNvGrpSpPr/>
          <p:nvPr/>
        </p:nvGrpSpPr>
        <p:grpSpPr>
          <a:xfrm>
            <a:off x="10935099" y="4309350"/>
            <a:ext cx="362309" cy="361971"/>
            <a:chOff x="10935099" y="4309350"/>
            <a:chExt cx="362309" cy="361971"/>
          </a:xfrm>
          <a:solidFill>
            <a:srgbClr val="007680"/>
          </a:solidFill>
        </p:grpSpPr>
        <p:sp>
          <p:nvSpPr>
            <p:cNvPr id="873" name="Graphic 5">
              <a:extLst>
                <a:ext uri="{FF2B5EF4-FFF2-40B4-BE49-F238E27FC236}">
                  <a16:creationId xmlns:a16="http://schemas.microsoft.com/office/drawing/2014/main" id="{377FB297-AB64-5D43-B522-CC2E24B50229}"/>
                </a:ext>
              </a:extLst>
            </p:cNvPr>
            <p:cNvSpPr/>
            <p:nvPr/>
          </p:nvSpPr>
          <p:spPr>
            <a:xfrm>
              <a:off x="10935099" y="4309350"/>
              <a:ext cx="362309" cy="361971"/>
            </a:xfrm>
            <a:custGeom>
              <a:avLst/>
              <a:gdLst>
                <a:gd name="connsiteX0" fmla="*/ 180835 w 362309"/>
                <a:gd name="connsiteY0" fmla="*/ 0 h 361971"/>
                <a:gd name="connsiteX1" fmla="*/ 0 w 362309"/>
                <a:gd name="connsiteY1" fmla="*/ 181305 h 361971"/>
                <a:gd name="connsiteX2" fmla="*/ 181474 w 362309"/>
                <a:gd name="connsiteY2" fmla="*/ 361971 h 361971"/>
                <a:gd name="connsiteX3" fmla="*/ 362309 w 362309"/>
                <a:gd name="connsiteY3" fmla="*/ 180667 h 361971"/>
                <a:gd name="connsiteX4" fmla="*/ 180835 w 362309"/>
                <a:gd name="connsiteY4" fmla="*/ 0 h 361971"/>
                <a:gd name="connsiteX5" fmla="*/ 180835 w 362309"/>
                <a:gd name="connsiteY5" fmla="*/ 0 h 361971"/>
                <a:gd name="connsiteX6" fmla="*/ 180835 w 362309"/>
                <a:gd name="connsiteY6" fmla="*/ 349204 h 361971"/>
                <a:gd name="connsiteX7" fmla="*/ 12780 w 362309"/>
                <a:gd name="connsiteY7" fmla="*/ 180667 h 361971"/>
                <a:gd name="connsiteX8" fmla="*/ 181474 w 362309"/>
                <a:gd name="connsiteY8" fmla="*/ 12768 h 361971"/>
                <a:gd name="connsiteX9" fmla="*/ 349529 w 362309"/>
                <a:gd name="connsiteY9" fmla="*/ 180667 h 361971"/>
                <a:gd name="connsiteX10" fmla="*/ 180835 w 362309"/>
                <a:gd name="connsiteY10" fmla="*/ 349204 h 361971"/>
                <a:gd name="connsiteX11" fmla="*/ 180835 w 362309"/>
                <a:gd name="connsiteY11"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309" h="361971">
                  <a:moveTo>
                    <a:pt x="180835" y="0"/>
                  </a:moveTo>
                  <a:cubicBezTo>
                    <a:pt x="80513" y="0"/>
                    <a:pt x="0" y="81076"/>
                    <a:pt x="0" y="181305"/>
                  </a:cubicBezTo>
                  <a:cubicBezTo>
                    <a:pt x="0" y="281533"/>
                    <a:pt x="81152" y="361971"/>
                    <a:pt x="181474" y="361971"/>
                  </a:cubicBezTo>
                  <a:cubicBezTo>
                    <a:pt x="281157" y="361971"/>
                    <a:pt x="362309" y="280895"/>
                    <a:pt x="362309" y="180667"/>
                  </a:cubicBezTo>
                  <a:cubicBezTo>
                    <a:pt x="362309" y="81076"/>
                    <a:pt x="281157" y="0"/>
                    <a:pt x="180835" y="0"/>
                  </a:cubicBezTo>
                  <a:cubicBezTo>
                    <a:pt x="180835" y="0"/>
                    <a:pt x="180835" y="0"/>
                    <a:pt x="180835" y="0"/>
                  </a:cubicBezTo>
                  <a:close/>
                  <a:moveTo>
                    <a:pt x="180835" y="349204"/>
                  </a:moveTo>
                  <a:cubicBezTo>
                    <a:pt x="87542" y="349204"/>
                    <a:pt x="12780" y="273873"/>
                    <a:pt x="12780" y="180667"/>
                  </a:cubicBezTo>
                  <a:cubicBezTo>
                    <a:pt x="12780" y="87460"/>
                    <a:pt x="88181" y="12768"/>
                    <a:pt x="181474" y="12768"/>
                  </a:cubicBezTo>
                  <a:cubicBezTo>
                    <a:pt x="274128" y="12768"/>
                    <a:pt x="349529" y="88099"/>
                    <a:pt x="349529" y="180667"/>
                  </a:cubicBezTo>
                  <a:cubicBezTo>
                    <a:pt x="349529" y="273873"/>
                    <a:pt x="274128" y="349204"/>
                    <a:pt x="180835" y="349204"/>
                  </a:cubicBezTo>
                  <a:lnTo>
                    <a:pt x="180835" y="349204"/>
                  </a:lnTo>
                  <a:close/>
                </a:path>
              </a:pathLst>
            </a:custGeom>
            <a:solidFill>
              <a:srgbClr val="007680"/>
            </a:solidFill>
            <a:ln w="6390" cap="flat">
              <a:noFill/>
              <a:prstDash val="solid"/>
              <a:miter/>
            </a:ln>
          </p:spPr>
          <p:txBody>
            <a:bodyPr rtlCol="0" anchor="ctr"/>
            <a:lstStyle/>
            <a:p>
              <a:endParaRPr lang="en-US"/>
            </a:p>
          </p:txBody>
        </p:sp>
        <p:sp>
          <p:nvSpPr>
            <p:cNvPr id="874" name="Graphic 5">
              <a:extLst>
                <a:ext uri="{FF2B5EF4-FFF2-40B4-BE49-F238E27FC236}">
                  <a16:creationId xmlns:a16="http://schemas.microsoft.com/office/drawing/2014/main" id="{9E4F14E6-A148-BF41-8032-CB8BEB2C58AD}"/>
                </a:ext>
              </a:extLst>
            </p:cNvPr>
            <p:cNvSpPr/>
            <p:nvPr/>
          </p:nvSpPr>
          <p:spPr>
            <a:xfrm>
              <a:off x="11033504" y="4484271"/>
              <a:ext cx="164860" cy="109166"/>
            </a:xfrm>
            <a:custGeom>
              <a:avLst/>
              <a:gdLst>
                <a:gd name="connsiteX0" fmla="*/ 123965 w 164860"/>
                <a:gd name="connsiteY0" fmla="*/ 0 h 109166"/>
                <a:gd name="connsiteX1" fmla="*/ 40896 w 164860"/>
                <a:gd name="connsiteY1" fmla="*/ 0 h 109166"/>
                <a:gd name="connsiteX2" fmla="*/ 0 w 164860"/>
                <a:gd name="connsiteY2" fmla="*/ 40858 h 109166"/>
                <a:gd name="connsiteX3" fmla="*/ 0 w 164860"/>
                <a:gd name="connsiteY3" fmla="*/ 102782 h 109166"/>
                <a:gd name="connsiteX4" fmla="*/ 6390 w 164860"/>
                <a:gd name="connsiteY4" fmla="*/ 109166 h 109166"/>
                <a:gd name="connsiteX5" fmla="*/ 12780 w 164860"/>
                <a:gd name="connsiteY5" fmla="*/ 102782 h 109166"/>
                <a:gd name="connsiteX6" fmla="*/ 12780 w 164860"/>
                <a:gd name="connsiteY6" fmla="*/ 40858 h 109166"/>
                <a:gd name="connsiteX7" fmla="*/ 40896 w 164860"/>
                <a:gd name="connsiteY7" fmla="*/ 12768 h 109166"/>
                <a:gd name="connsiteX8" fmla="*/ 123965 w 164860"/>
                <a:gd name="connsiteY8" fmla="*/ 12768 h 109166"/>
                <a:gd name="connsiteX9" fmla="*/ 152081 w 164860"/>
                <a:gd name="connsiteY9" fmla="*/ 40858 h 109166"/>
                <a:gd name="connsiteX10" fmla="*/ 152081 w 164860"/>
                <a:gd name="connsiteY10" fmla="*/ 102782 h 109166"/>
                <a:gd name="connsiteX11" fmla="*/ 158471 w 164860"/>
                <a:gd name="connsiteY11" fmla="*/ 109166 h 109166"/>
                <a:gd name="connsiteX12" fmla="*/ 164861 w 164860"/>
                <a:gd name="connsiteY12" fmla="*/ 102782 h 109166"/>
                <a:gd name="connsiteX13" fmla="*/ 164861 w 164860"/>
                <a:gd name="connsiteY13" fmla="*/ 40858 h 109166"/>
                <a:gd name="connsiteX14" fmla="*/ 123965 w 164860"/>
                <a:gd name="connsiteY14" fmla="*/ 0 h 109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4860" h="109166">
                  <a:moveTo>
                    <a:pt x="123965" y="0"/>
                  </a:moveTo>
                  <a:lnTo>
                    <a:pt x="40896" y="0"/>
                  </a:lnTo>
                  <a:cubicBezTo>
                    <a:pt x="18531" y="0"/>
                    <a:pt x="0" y="18514"/>
                    <a:pt x="0" y="40858"/>
                  </a:cubicBezTo>
                  <a:lnTo>
                    <a:pt x="0" y="102782"/>
                  </a:lnTo>
                  <a:cubicBezTo>
                    <a:pt x="0" y="106613"/>
                    <a:pt x="2556" y="109166"/>
                    <a:pt x="6390" y="109166"/>
                  </a:cubicBezTo>
                  <a:cubicBezTo>
                    <a:pt x="10225" y="109166"/>
                    <a:pt x="12780" y="106613"/>
                    <a:pt x="12780" y="102782"/>
                  </a:cubicBezTo>
                  <a:lnTo>
                    <a:pt x="12780" y="40858"/>
                  </a:lnTo>
                  <a:cubicBezTo>
                    <a:pt x="12780" y="25536"/>
                    <a:pt x="25560" y="12768"/>
                    <a:pt x="40896" y="12768"/>
                  </a:cubicBezTo>
                  <a:lnTo>
                    <a:pt x="123965" y="12768"/>
                  </a:lnTo>
                  <a:cubicBezTo>
                    <a:pt x="139301" y="12768"/>
                    <a:pt x="152081" y="25536"/>
                    <a:pt x="152081" y="40858"/>
                  </a:cubicBezTo>
                  <a:lnTo>
                    <a:pt x="152081" y="102782"/>
                  </a:lnTo>
                  <a:cubicBezTo>
                    <a:pt x="152081" y="106613"/>
                    <a:pt x="154637" y="109166"/>
                    <a:pt x="158471" y="109166"/>
                  </a:cubicBezTo>
                  <a:cubicBezTo>
                    <a:pt x="162305" y="109166"/>
                    <a:pt x="164861" y="106613"/>
                    <a:pt x="164861" y="102782"/>
                  </a:cubicBezTo>
                  <a:lnTo>
                    <a:pt x="164861" y="40858"/>
                  </a:lnTo>
                  <a:cubicBezTo>
                    <a:pt x="164861" y="17875"/>
                    <a:pt x="146969" y="0"/>
                    <a:pt x="123965" y="0"/>
                  </a:cubicBezTo>
                  <a:close/>
                </a:path>
              </a:pathLst>
            </a:custGeom>
            <a:solidFill>
              <a:srgbClr val="007680"/>
            </a:solidFill>
            <a:ln w="6390" cap="flat">
              <a:noFill/>
              <a:prstDash val="solid"/>
              <a:miter/>
            </a:ln>
          </p:spPr>
          <p:txBody>
            <a:bodyPr rtlCol="0" anchor="ctr"/>
            <a:lstStyle/>
            <a:p>
              <a:endParaRPr lang="en-US"/>
            </a:p>
          </p:txBody>
        </p:sp>
        <p:sp>
          <p:nvSpPr>
            <p:cNvPr id="875" name="Graphic 5">
              <a:extLst>
                <a:ext uri="{FF2B5EF4-FFF2-40B4-BE49-F238E27FC236}">
                  <a16:creationId xmlns:a16="http://schemas.microsoft.com/office/drawing/2014/main" id="{50884B32-20AD-AF48-94BB-F32A27B239A1}"/>
                </a:ext>
              </a:extLst>
            </p:cNvPr>
            <p:cNvSpPr/>
            <p:nvPr/>
          </p:nvSpPr>
          <p:spPr>
            <a:xfrm>
              <a:off x="11075038" y="4387235"/>
              <a:ext cx="81791" cy="81715"/>
            </a:xfrm>
            <a:custGeom>
              <a:avLst/>
              <a:gdLst>
                <a:gd name="connsiteX0" fmla="*/ 40896 w 81791"/>
                <a:gd name="connsiteY0" fmla="*/ 81715 h 81715"/>
                <a:gd name="connsiteX1" fmla="*/ 81792 w 81791"/>
                <a:gd name="connsiteY1" fmla="*/ 40858 h 81715"/>
                <a:gd name="connsiteX2" fmla="*/ 40896 w 81791"/>
                <a:gd name="connsiteY2" fmla="*/ 0 h 81715"/>
                <a:gd name="connsiteX3" fmla="*/ 0 w 81791"/>
                <a:gd name="connsiteY3" fmla="*/ 40858 h 81715"/>
                <a:gd name="connsiteX4" fmla="*/ 40896 w 81791"/>
                <a:gd name="connsiteY4" fmla="*/ 81715 h 81715"/>
                <a:gd name="connsiteX5" fmla="*/ 40896 w 81791"/>
                <a:gd name="connsiteY5" fmla="*/ 12768 h 81715"/>
                <a:gd name="connsiteX6" fmla="*/ 69012 w 81791"/>
                <a:gd name="connsiteY6" fmla="*/ 40858 h 81715"/>
                <a:gd name="connsiteX7" fmla="*/ 40896 w 81791"/>
                <a:gd name="connsiteY7" fmla="*/ 68947 h 81715"/>
                <a:gd name="connsiteX8" fmla="*/ 12780 w 81791"/>
                <a:gd name="connsiteY8" fmla="*/ 40858 h 81715"/>
                <a:gd name="connsiteX9" fmla="*/ 40896 w 81791"/>
                <a:gd name="connsiteY9" fmla="*/ 12768 h 81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791" h="81715">
                  <a:moveTo>
                    <a:pt x="40896" y="81715"/>
                  </a:moveTo>
                  <a:cubicBezTo>
                    <a:pt x="63261" y="81715"/>
                    <a:pt x="81792" y="63202"/>
                    <a:pt x="81792" y="40858"/>
                  </a:cubicBezTo>
                  <a:cubicBezTo>
                    <a:pt x="81792" y="18514"/>
                    <a:pt x="63261" y="0"/>
                    <a:pt x="40896" y="0"/>
                  </a:cubicBezTo>
                  <a:cubicBezTo>
                    <a:pt x="18531" y="0"/>
                    <a:pt x="0" y="18514"/>
                    <a:pt x="0" y="40858"/>
                  </a:cubicBezTo>
                  <a:cubicBezTo>
                    <a:pt x="0" y="63840"/>
                    <a:pt x="18531" y="81715"/>
                    <a:pt x="40896" y="81715"/>
                  </a:cubicBezTo>
                  <a:close/>
                  <a:moveTo>
                    <a:pt x="40896" y="12768"/>
                  </a:moveTo>
                  <a:cubicBezTo>
                    <a:pt x="56232" y="12768"/>
                    <a:pt x="69012" y="25536"/>
                    <a:pt x="69012" y="40858"/>
                  </a:cubicBezTo>
                  <a:cubicBezTo>
                    <a:pt x="69012" y="56179"/>
                    <a:pt x="56232" y="68947"/>
                    <a:pt x="40896" y="68947"/>
                  </a:cubicBezTo>
                  <a:cubicBezTo>
                    <a:pt x="25560" y="68947"/>
                    <a:pt x="12780" y="56179"/>
                    <a:pt x="12780" y="40858"/>
                  </a:cubicBezTo>
                  <a:cubicBezTo>
                    <a:pt x="12780" y="25536"/>
                    <a:pt x="25560" y="12768"/>
                    <a:pt x="40896" y="12768"/>
                  </a:cubicBezTo>
                  <a:close/>
                </a:path>
              </a:pathLst>
            </a:custGeom>
            <a:solidFill>
              <a:srgbClr val="007680"/>
            </a:solidFill>
            <a:ln w="6390" cap="flat">
              <a:noFill/>
              <a:prstDash val="solid"/>
              <a:miter/>
            </a:ln>
          </p:spPr>
          <p:txBody>
            <a:bodyPr rtlCol="0" anchor="ctr"/>
            <a:lstStyle/>
            <a:p>
              <a:endParaRPr lang="en-US"/>
            </a:p>
          </p:txBody>
        </p:sp>
        <p:sp>
          <p:nvSpPr>
            <p:cNvPr id="876" name="Graphic 5">
              <a:extLst>
                <a:ext uri="{FF2B5EF4-FFF2-40B4-BE49-F238E27FC236}">
                  <a16:creationId xmlns:a16="http://schemas.microsoft.com/office/drawing/2014/main" id="{D849A314-77BB-4B47-9E91-B3A185F2AC86}"/>
                </a:ext>
              </a:extLst>
            </p:cNvPr>
            <p:cNvSpPr/>
            <p:nvPr/>
          </p:nvSpPr>
          <p:spPr>
            <a:xfrm>
              <a:off x="11078134" y="4521040"/>
              <a:ext cx="75600" cy="71758"/>
            </a:xfrm>
            <a:custGeom>
              <a:avLst/>
              <a:gdLst>
                <a:gd name="connsiteX0" fmla="*/ 52497 w 75600"/>
                <a:gd name="connsiteY0" fmla="*/ 258 h 71758"/>
                <a:gd name="connsiteX1" fmla="*/ 37800 w 75600"/>
                <a:gd name="connsiteY1" fmla="*/ 4727 h 71758"/>
                <a:gd name="connsiteX2" fmla="*/ 5850 w 75600"/>
                <a:gd name="connsiteY2" fmla="*/ 8558 h 71758"/>
                <a:gd name="connsiteX3" fmla="*/ 7129 w 75600"/>
                <a:gd name="connsiteY3" fmla="*/ 43670 h 71758"/>
                <a:gd name="connsiteX4" fmla="*/ 33327 w 75600"/>
                <a:gd name="connsiteY4" fmla="*/ 69844 h 71758"/>
                <a:gd name="connsiteX5" fmla="*/ 42274 w 75600"/>
                <a:gd name="connsiteY5" fmla="*/ 69844 h 71758"/>
                <a:gd name="connsiteX6" fmla="*/ 68472 w 75600"/>
                <a:gd name="connsiteY6" fmla="*/ 43670 h 71758"/>
                <a:gd name="connsiteX7" fmla="*/ 69750 w 75600"/>
                <a:gd name="connsiteY7" fmla="*/ 8558 h 71758"/>
                <a:gd name="connsiteX8" fmla="*/ 52497 w 75600"/>
                <a:gd name="connsiteY8" fmla="*/ 258 h 71758"/>
                <a:gd name="connsiteX9" fmla="*/ 59526 w 75600"/>
                <a:gd name="connsiteY9" fmla="*/ 35370 h 71758"/>
                <a:gd name="connsiteX10" fmla="*/ 37800 w 75600"/>
                <a:gd name="connsiteY10" fmla="*/ 57076 h 71758"/>
                <a:gd name="connsiteX11" fmla="*/ 16074 w 75600"/>
                <a:gd name="connsiteY11" fmla="*/ 36009 h 71758"/>
                <a:gd name="connsiteX12" fmla="*/ 15435 w 75600"/>
                <a:gd name="connsiteY12" fmla="*/ 17495 h 71758"/>
                <a:gd name="connsiteX13" fmla="*/ 23104 w 75600"/>
                <a:gd name="connsiteY13" fmla="*/ 13665 h 71758"/>
                <a:gd name="connsiteX14" fmla="*/ 23104 w 75600"/>
                <a:gd name="connsiteY14" fmla="*/ 13665 h 71758"/>
                <a:gd name="connsiteX15" fmla="*/ 30771 w 75600"/>
                <a:gd name="connsiteY15" fmla="*/ 17495 h 71758"/>
                <a:gd name="connsiteX16" fmla="*/ 32049 w 75600"/>
                <a:gd name="connsiteY16" fmla="*/ 18772 h 71758"/>
                <a:gd name="connsiteX17" fmla="*/ 40995 w 75600"/>
                <a:gd name="connsiteY17" fmla="*/ 18772 h 71758"/>
                <a:gd name="connsiteX18" fmla="*/ 40995 w 75600"/>
                <a:gd name="connsiteY18" fmla="*/ 18772 h 71758"/>
                <a:gd name="connsiteX19" fmla="*/ 42274 w 75600"/>
                <a:gd name="connsiteY19" fmla="*/ 17495 h 71758"/>
                <a:gd name="connsiteX20" fmla="*/ 56970 w 75600"/>
                <a:gd name="connsiteY20" fmla="*/ 16218 h 71758"/>
                <a:gd name="connsiteX21" fmla="*/ 58248 w 75600"/>
                <a:gd name="connsiteY21" fmla="*/ 17495 h 71758"/>
                <a:gd name="connsiteX22" fmla="*/ 59526 w 75600"/>
                <a:gd name="connsiteY22" fmla="*/ 35370 h 71758"/>
                <a:gd name="connsiteX23" fmla="*/ 59526 w 75600"/>
                <a:gd name="connsiteY23" fmla="*/ 35370 h 7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5600" h="71758">
                  <a:moveTo>
                    <a:pt x="52497" y="258"/>
                  </a:moveTo>
                  <a:cubicBezTo>
                    <a:pt x="47385" y="258"/>
                    <a:pt x="42274" y="1535"/>
                    <a:pt x="37800" y="4727"/>
                  </a:cubicBezTo>
                  <a:cubicBezTo>
                    <a:pt x="27576" y="-2934"/>
                    <a:pt x="13519" y="-1018"/>
                    <a:pt x="5850" y="8558"/>
                  </a:cubicBezTo>
                  <a:cubicBezTo>
                    <a:pt x="-2456" y="18772"/>
                    <a:pt x="-1817" y="34094"/>
                    <a:pt x="7129" y="43670"/>
                  </a:cubicBezTo>
                  <a:lnTo>
                    <a:pt x="33327" y="69844"/>
                  </a:lnTo>
                  <a:cubicBezTo>
                    <a:pt x="35884" y="72397"/>
                    <a:pt x="39717" y="72397"/>
                    <a:pt x="42274" y="69844"/>
                  </a:cubicBezTo>
                  <a:lnTo>
                    <a:pt x="68472" y="43670"/>
                  </a:lnTo>
                  <a:cubicBezTo>
                    <a:pt x="77418" y="34094"/>
                    <a:pt x="78057" y="18772"/>
                    <a:pt x="69750" y="8558"/>
                  </a:cubicBezTo>
                  <a:cubicBezTo>
                    <a:pt x="65916" y="4089"/>
                    <a:pt x="59526" y="897"/>
                    <a:pt x="52497" y="258"/>
                  </a:cubicBezTo>
                  <a:close/>
                  <a:moveTo>
                    <a:pt x="59526" y="35370"/>
                  </a:moveTo>
                  <a:lnTo>
                    <a:pt x="37800" y="57076"/>
                  </a:lnTo>
                  <a:lnTo>
                    <a:pt x="16074" y="36009"/>
                  </a:lnTo>
                  <a:cubicBezTo>
                    <a:pt x="11602" y="30902"/>
                    <a:pt x="10963" y="23241"/>
                    <a:pt x="15435" y="17495"/>
                  </a:cubicBezTo>
                  <a:cubicBezTo>
                    <a:pt x="17353" y="14942"/>
                    <a:pt x="20548" y="13665"/>
                    <a:pt x="23104" y="13665"/>
                  </a:cubicBezTo>
                  <a:lnTo>
                    <a:pt x="23104" y="13665"/>
                  </a:lnTo>
                  <a:cubicBezTo>
                    <a:pt x="26299" y="13665"/>
                    <a:pt x="28854" y="14942"/>
                    <a:pt x="30771" y="17495"/>
                  </a:cubicBezTo>
                  <a:lnTo>
                    <a:pt x="32049" y="18772"/>
                  </a:lnTo>
                  <a:cubicBezTo>
                    <a:pt x="34605" y="21326"/>
                    <a:pt x="38439" y="21326"/>
                    <a:pt x="40995" y="18772"/>
                  </a:cubicBezTo>
                  <a:cubicBezTo>
                    <a:pt x="40995" y="18772"/>
                    <a:pt x="40995" y="18772"/>
                    <a:pt x="40995" y="18772"/>
                  </a:cubicBezTo>
                  <a:lnTo>
                    <a:pt x="42274" y="17495"/>
                  </a:lnTo>
                  <a:cubicBezTo>
                    <a:pt x="46107" y="13026"/>
                    <a:pt x="52497" y="12388"/>
                    <a:pt x="56970" y="16218"/>
                  </a:cubicBezTo>
                  <a:cubicBezTo>
                    <a:pt x="57609" y="16857"/>
                    <a:pt x="58248" y="16857"/>
                    <a:pt x="58248" y="17495"/>
                  </a:cubicBezTo>
                  <a:cubicBezTo>
                    <a:pt x="63999" y="22602"/>
                    <a:pt x="63999" y="30263"/>
                    <a:pt x="59526" y="35370"/>
                  </a:cubicBezTo>
                  <a:lnTo>
                    <a:pt x="59526" y="35370"/>
                  </a:lnTo>
                  <a:close/>
                </a:path>
              </a:pathLst>
            </a:custGeom>
            <a:solidFill>
              <a:srgbClr val="007680"/>
            </a:solidFill>
            <a:ln w="6390" cap="flat">
              <a:noFill/>
              <a:prstDash val="solid"/>
              <a:miter/>
            </a:ln>
          </p:spPr>
          <p:txBody>
            <a:bodyPr rtlCol="0" anchor="ctr"/>
            <a:lstStyle/>
            <a:p>
              <a:endParaRPr lang="en-US"/>
            </a:p>
          </p:txBody>
        </p:sp>
      </p:grpSp>
      <p:sp>
        <p:nvSpPr>
          <p:cNvPr id="877" name="Graphic 5">
            <a:extLst>
              <a:ext uri="{FF2B5EF4-FFF2-40B4-BE49-F238E27FC236}">
                <a16:creationId xmlns:a16="http://schemas.microsoft.com/office/drawing/2014/main" id="{9524E6A9-CC5D-4647-8AC0-E9E1DE6A0D83}"/>
              </a:ext>
            </a:extLst>
          </p:cNvPr>
          <p:cNvSpPr/>
          <p:nvPr/>
        </p:nvSpPr>
        <p:spPr>
          <a:xfrm>
            <a:off x="8241101" y="918817"/>
            <a:ext cx="361671" cy="361971"/>
          </a:xfrm>
          <a:custGeom>
            <a:avLst/>
            <a:gdLst>
              <a:gd name="connsiteX0" fmla="*/ 180836 w 361671"/>
              <a:gd name="connsiteY0" fmla="*/ 0 h 361971"/>
              <a:gd name="connsiteX1" fmla="*/ 0 w 361671"/>
              <a:gd name="connsiteY1" fmla="*/ 180667 h 361971"/>
              <a:gd name="connsiteX2" fmla="*/ 180836 w 361671"/>
              <a:gd name="connsiteY2" fmla="*/ 361972 h 361971"/>
              <a:gd name="connsiteX3" fmla="*/ 361671 w 361671"/>
              <a:gd name="connsiteY3" fmla="*/ 181305 h 361971"/>
              <a:gd name="connsiteX4" fmla="*/ 361671 w 361671"/>
              <a:gd name="connsiteY4" fmla="*/ 181305 h 361971"/>
              <a:gd name="connsiteX5" fmla="*/ 180836 w 361671"/>
              <a:gd name="connsiteY5" fmla="*/ 0 h 361971"/>
              <a:gd name="connsiteX6" fmla="*/ 257515 w 361671"/>
              <a:gd name="connsiteY6" fmla="*/ 141724 h 361971"/>
              <a:gd name="connsiteX7" fmla="*/ 253042 w 361671"/>
              <a:gd name="connsiteY7" fmla="*/ 143640 h 361971"/>
              <a:gd name="connsiteX8" fmla="*/ 248569 w 361671"/>
              <a:gd name="connsiteY8" fmla="*/ 141724 h 361971"/>
              <a:gd name="connsiteX9" fmla="*/ 200644 w 361671"/>
              <a:gd name="connsiteY9" fmla="*/ 93845 h 361971"/>
              <a:gd name="connsiteX10" fmla="*/ 200644 w 361671"/>
              <a:gd name="connsiteY10" fmla="*/ 283449 h 361971"/>
              <a:gd name="connsiteX11" fmla="*/ 194254 w 361671"/>
              <a:gd name="connsiteY11" fmla="*/ 289833 h 361971"/>
              <a:gd name="connsiteX12" fmla="*/ 107990 w 361671"/>
              <a:gd name="connsiteY12" fmla="*/ 289833 h 361971"/>
              <a:gd name="connsiteX13" fmla="*/ 101600 w 361671"/>
              <a:gd name="connsiteY13" fmla="*/ 283449 h 361971"/>
              <a:gd name="connsiteX14" fmla="*/ 107990 w 361671"/>
              <a:gd name="connsiteY14" fmla="*/ 277065 h 361971"/>
              <a:gd name="connsiteX15" fmla="*/ 187864 w 361671"/>
              <a:gd name="connsiteY15" fmla="*/ 277065 h 361971"/>
              <a:gd name="connsiteX16" fmla="*/ 187864 w 361671"/>
              <a:gd name="connsiteY16" fmla="*/ 93845 h 361971"/>
              <a:gd name="connsiteX17" fmla="*/ 139940 w 361671"/>
              <a:gd name="connsiteY17" fmla="*/ 141724 h 361971"/>
              <a:gd name="connsiteX18" fmla="*/ 135467 w 361671"/>
              <a:gd name="connsiteY18" fmla="*/ 143640 h 361971"/>
              <a:gd name="connsiteX19" fmla="*/ 130994 w 361671"/>
              <a:gd name="connsiteY19" fmla="*/ 141724 h 361971"/>
              <a:gd name="connsiteX20" fmla="*/ 130994 w 361671"/>
              <a:gd name="connsiteY20" fmla="*/ 132787 h 361971"/>
              <a:gd name="connsiteX21" fmla="*/ 189782 w 361671"/>
              <a:gd name="connsiteY21" fmla="*/ 74054 h 361971"/>
              <a:gd name="connsiteX22" fmla="*/ 196810 w 361671"/>
              <a:gd name="connsiteY22" fmla="*/ 72777 h 361971"/>
              <a:gd name="connsiteX23" fmla="*/ 198728 w 361671"/>
              <a:gd name="connsiteY23" fmla="*/ 74054 h 361971"/>
              <a:gd name="connsiteX24" fmla="*/ 257515 w 361671"/>
              <a:gd name="connsiteY24" fmla="*/ 132787 h 361971"/>
              <a:gd name="connsiteX25" fmla="*/ 257515 w 361671"/>
              <a:gd name="connsiteY25" fmla="*/ 14172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1671" h="361971">
                <a:moveTo>
                  <a:pt x="180836" y="0"/>
                </a:moveTo>
                <a:cubicBezTo>
                  <a:pt x="80514" y="0"/>
                  <a:pt x="0" y="81077"/>
                  <a:pt x="0" y="180667"/>
                </a:cubicBezTo>
                <a:cubicBezTo>
                  <a:pt x="0" y="280895"/>
                  <a:pt x="81153" y="361972"/>
                  <a:pt x="180836" y="361972"/>
                </a:cubicBezTo>
                <a:cubicBezTo>
                  <a:pt x="281157" y="361972"/>
                  <a:pt x="361671" y="280895"/>
                  <a:pt x="361671" y="181305"/>
                </a:cubicBezTo>
                <a:lnTo>
                  <a:pt x="361671" y="181305"/>
                </a:lnTo>
                <a:cubicBezTo>
                  <a:pt x="361671" y="81077"/>
                  <a:pt x="281157" y="0"/>
                  <a:pt x="180836" y="0"/>
                </a:cubicBezTo>
                <a:close/>
                <a:moveTo>
                  <a:pt x="257515" y="141724"/>
                </a:moveTo>
                <a:cubicBezTo>
                  <a:pt x="256237" y="143001"/>
                  <a:pt x="254959" y="143640"/>
                  <a:pt x="253042" y="143640"/>
                </a:cubicBezTo>
                <a:cubicBezTo>
                  <a:pt x="251125" y="143640"/>
                  <a:pt x="249847" y="143001"/>
                  <a:pt x="248569" y="141724"/>
                </a:cubicBezTo>
                <a:lnTo>
                  <a:pt x="200644" y="93845"/>
                </a:lnTo>
                <a:lnTo>
                  <a:pt x="200644" y="283449"/>
                </a:lnTo>
                <a:cubicBezTo>
                  <a:pt x="200644" y="287279"/>
                  <a:pt x="198088" y="289833"/>
                  <a:pt x="194254" y="289833"/>
                </a:cubicBezTo>
                <a:lnTo>
                  <a:pt x="107990" y="289833"/>
                </a:lnTo>
                <a:cubicBezTo>
                  <a:pt x="104156" y="289833"/>
                  <a:pt x="101600" y="287279"/>
                  <a:pt x="101600" y="283449"/>
                </a:cubicBezTo>
                <a:cubicBezTo>
                  <a:pt x="101600" y="279618"/>
                  <a:pt x="104156" y="277065"/>
                  <a:pt x="107990" y="277065"/>
                </a:cubicBezTo>
                <a:lnTo>
                  <a:pt x="187864" y="277065"/>
                </a:lnTo>
                <a:lnTo>
                  <a:pt x="187864" y="93845"/>
                </a:lnTo>
                <a:lnTo>
                  <a:pt x="139940" y="141724"/>
                </a:lnTo>
                <a:cubicBezTo>
                  <a:pt x="138662" y="143001"/>
                  <a:pt x="137384" y="143640"/>
                  <a:pt x="135467" y="143640"/>
                </a:cubicBezTo>
                <a:cubicBezTo>
                  <a:pt x="133550" y="143640"/>
                  <a:pt x="132272" y="143001"/>
                  <a:pt x="130994" y="141724"/>
                </a:cubicBezTo>
                <a:cubicBezTo>
                  <a:pt x="128438" y="139171"/>
                  <a:pt x="128438" y="135340"/>
                  <a:pt x="130994" y="132787"/>
                </a:cubicBezTo>
                <a:lnTo>
                  <a:pt x="189782" y="74054"/>
                </a:lnTo>
                <a:cubicBezTo>
                  <a:pt x="191698" y="72139"/>
                  <a:pt x="194254" y="71501"/>
                  <a:pt x="196810" y="72777"/>
                </a:cubicBezTo>
                <a:cubicBezTo>
                  <a:pt x="197449" y="72777"/>
                  <a:pt x="198088" y="73416"/>
                  <a:pt x="198728" y="74054"/>
                </a:cubicBezTo>
                <a:lnTo>
                  <a:pt x="257515" y="132787"/>
                </a:lnTo>
                <a:cubicBezTo>
                  <a:pt x="260071" y="135340"/>
                  <a:pt x="260071" y="139171"/>
                  <a:pt x="257515" y="141724"/>
                </a:cubicBezTo>
                <a:close/>
              </a:path>
            </a:pathLst>
          </a:custGeom>
          <a:solidFill>
            <a:srgbClr val="007680"/>
          </a:solidFill>
          <a:ln w="6390" cap="flat">
            <a:noFill/>
            <a:prstDash val="solid"/>
            <a:miter/>
          </a:ln>
        </p:spPr>
        <p:txBody>
          <a:bodyPr rtlCol="0" anchor="ctr"/>
          <a:lstStyle/>
          <a:p>
            <a:endParaRPr lang="en-US"/>
          </a:p>
        </p:txBody>
      </p:sp>
      <p:grpSp>
        <p:nvGrpSpPr>
          <p:cNvPr id="878" name="Graphic 5">
            <a:extLst>
              <a:ext uri="{FF2B5EF4-FFF2-40B4-BE49-F238E27FC236}">
                <a16:creationId xmlns:a16="http://schemas.microsoft.com/office/drawing/2014/main" id="{A2B3CFA5-8A39-5140-9393-9C2EC13DD94E}"/>
              </a:ext>
            </a:extLst>
          </p:cNvPr>
          <p:cNvGrpSpPr/>
          <p:nvPr/>
        </p:nvGrpSpPr>
        <p:grpSpPr>
          <a:xfrm>
            <a:off x="8241101" y="1881522"/>
            <a:ext cx="361671" cy="361971"/>
            <a:chOff x="8241101" y="1881522"/>
            <a:chExt cx="361671" cy="361971"/>
          </a:xfrm>
          <a:solidFill>
            <a:srgbClr val="007680"/>
          </a:solidFill>
        </p:grpSpPr>
        <p:sp>
          <p:nvSpPr>
            <p:cNvPr id="879" name="Graphic 5">
              <a:extLst>
                <a:ext uri="{FF2B5EF4-FFF2-40B4-BE49-F238E27FC236}">
                  <a16:creationId xmlns:a16="http://schemas.microsoft.com/office/drawing/2014/main" id="{636BA61C-8EA9-4646-B8EB-F75E9437D704}"/>
                </a:ext>
              </a:extLst>
            </p:cNvPr>
            <p:cNvSpPr/>
            <p:nvPr/>
          </p:nvSpPr>
          <p:spPr>
            <a:xfrm>
              <a:off x="8390626" y="1960045"/>
              <a:ext cx="81791" cy="41495"/>
            </a:xfrm>
            <a:custGeom>
              <a:avLst/>
              <a:gdLst>
                <a:gd name="connsiteX0" fmla="*/ 24921 w 81791"/>
                <a:gd name="connsiteY0" fmla="*/ 41496 h 41495"/>
                <a:gd name="connsiteX1" fmla="*/ 51758 w 81791"/>
                <a:gd name="connsiteY1" fmla="*/ 41496 h 41495"/>
                <a:gd name="connsiteX2" fmla="*/ 69650 w 81791"/>
                <a:gd name="connsiteY2" fmla="*/ 21706 h 41495"/>
                <a:gd name="connsiteX3" fmla="*/ 73484 w 81791"/>
                <a:gd name="connsiteY3" fmla="*/ 21706 h 41495"/>
                <a:gd name="connsiteX4" fmla="*/ 81792 w 81791"/>
                <a:gd name="connsiteY4" fmla="*/ 21706 h 41495"/>
                <a:gd name="connsiteX5" fmla="*/ 58148 w 81791"/>
                <a:gd name="connsiteY5" fmla="*/ 0 h 41495"/>
                <a:gd name="connsiteX6" fmla="*/ 0 w 81791"/>
                <a:gd name="connsiteY6" fmla="*/ 0 h 41495"/>
                <a:gd name="connsiteX7" fmla="*/ 0 w 81791"/>
                <a:gd name="connsiteY7" fmla="*/ 12130 h 41495"/>
                <a:gd name="connsiteX8" fmla="*/ 24921 w 81791"/>
                <a:gd name="connsiteY8" fmla="*/ 41496 h 41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791" h="41495">
                  <a:moveTo>
                    <a:pt x="24921" y="41496"/>
                  </a:moveTo>
                  <a:lnTo>
                    <a:pt x="51758" y="41496"/>
                  </a:lnTo>
                  <a:cubicBezTo>
                    <a:pt x="51119" y="31281"/>
                    <a:pt x="58788" y="22344"/>
                    <a:pt x="69650" y="21706"/>
                  </a:cubicBezTo>
                  <a:cubicBezTo>
                    <a:pt x="70928" y="21706"/>
                    <a:pt x="72207" y="21706"/>
                    <a:pt x="73484" y="21706"/>
                  </a:cubicBezTo>
                  <a:lnTo>
                    <a:pt x="81792" y="21706"/>
                  </a:lnTo>
                  <a:cubicBezTo>
                    <a:pt x="81153" y="6384"/>
                    <a:pt x="74123" y="0"/>
                    <a:pt x="58148" y="0"/>
                  </a:cubicBezTo>
                  <a:lnTo>
                    <a:pt x="0" y="0"/>
                  </a:lnTo>
                  <a:lnTo>
                    <a:pt x="0" y="12130"/>
                  </a:lnTo>
                  <a:cubicBezTo>
                    <a:pt x="14697" y="12768"/>
                    <a:pt x="24282" y="24259"/>
                    <a:pt x="24921" y="41496"/>
                  </a:cubicBezTo>
                  <a:close/>
                </a:path>
              </a:pathLst>
            </a:custGeom>
            <a:solidFill>
              <a:srgbClr val="007680"/>
            </a:solidFill>
            <a:ln w="6390" cap="flat">
              <a:noFill/>
              <a:prstDash val="solid"/>
              <a:miter/>
            </a:ln>
          </p:spPr>
          <p:txBody>
            <a:bodyPr rtlCol="0" anchor="ctr"/>
            <a:lstStyle/>
            <a:p>
              <a:endParaRPr lang="en-US"/>
            </a:p>
          </p:txBody>
        </p:sp>
        <p:sp>
          <p:nvSpPr>
            <p:cNvPr id="880" name="Graphic 5">
              <a:extLst>
                <a:ext uri="{FF2B5EF4-FFF2-40B4-BE49-F238E27FC236}">
                  <a16:creationId xmlns:a16="http://schemas.microsoft.com/office/drawing/2014/main" id="{93BF72CB-B26A-1047-A562-98FA73F41858}"/>
                </a:ext>
              </a:extLst>
            </p:cNvPr>
            <p:cNvSpPr/>
            <p:nvPr/>
          </p:nvSpPr>
          <p:spPr>
            <a:xfrm>
              <a:off x="8415547" y="2014309"/>
              <a:ext cx="26837" cy="7022"/>
            </a:xfrm>
            <a:custGeom>
              <a:avLst/>
              <a:gdLst>
                <a:gd name="connsiteX0" fmla="*/ 0 w 26837"/>
                <a:gd name="connsiteY0" fmla="*/ 0 h 7022"/>
                <a:gd name="connsiteX1" fmla="*/ 26837 w 26837"/>
                <a:gd name="connsiteY1" fmla="*/ 0 h 7022"/>
                <a:gd name="connsiteX2" fmla="*/ 26837 w 26837"/>
                <a:gd name="connsiteY2" fmla="*/ 7022 h 7022"/>
                <a:gd name="connsiteX3" fmla="*/ 0 w 26837"/>
                <a:gd name="connsiteY3" fmla="*/ 7022 h 7022"/>
              </a:gdLst>
              <a:ahLst/>
              <a:cxnLst>
                <a:cxn ang="0">
                  <a:pos x="connsiteX0" y="connsiteY0"/>
                </a:cxn>
                <a:cxn ang="0">
                  <a:pos x="connsiteX1" y="connsiteY1"/>
                </a:cxn>
                <a:cxn ang="0">
                  <a:pos x="connsiteX2" y="connsiteY2"/>
                </a:cxn>
                <a:cxn ang="0">
                  <a:pos x="connsiteX3" y="connsiteY3"/>
                </a:cxn>
              </a:cxnLst>
              <a:rect l="l" t="t" r="r" b="b"/>
              <a:pathLst>
                <a:path w="26837" h="7022">
                  <a:moveTo>
                    <a:pt x="0" y="0"/>
                  </a:moveTo>
                  <a:lnTo>
                    <a:pt x="26837" y="0"/>
                  </a:lnTo>
                  <a:lnTo>
                    <a:pt x="26837" y="7022"/>
                  </a:lnTo>
                  <a:lnTo>
                    <a:pt x="0" y="7022"/>
                  </a:lnTo>
                  <a:close/>
                </a:path>
              </a:pathLst>
            </a:custGeom>
            <a:solidFill>
              <a:srgbClr val="007680"/>
            </a:solidFill>
            <a:ln w="6390" cap="flat">
              <a:noFill/>
              <a:prstDash val="solid"/>
              <a:miter/>
            </a:ln>
          </p:spPr>
          <p:txBody>
            <a:bodyPr rtlCol="0" anchor="ctr"/>
            <a:lstStyle/>
            <a:p>
              <a:endParaRPr lang="en-US"/>
            </a:p>
          </p:txBody>
        </p:sp>
        <p:sp>
          <p:nvSpPr>
            <p:cNvPr id="881" name="Graphic 5">
              <a:extLst>
                <a:ext uri="{FF2B5EF4-FFF2-40B4-BE49-F238E27FC236}">
                  <a16:creationId xmlns:a16="http://schemas.microsoft.com/office/drawing/2014/main" id="{9F1E6A01-F1B0-DC44-B8F8-3C4FDB4B21F6}"/>
                </a:ext>
              </a:extLst>
            </p:cNvPr>
            <p:cNvSpPr/>
            <p:nvPr/>
          </p:nvSpPr>
          <p:spPr>
            <a:xfrm>
              <a:off x="8381041" y="2033460"/>
              <a:ext cx="95849" cy="130871"/>
            </a:xfrm>
            <a:custGeom>
              <a:avLst/>
              <a:gdLst>
                <a:gd name="connsiteX0" fmla="*/ 28116 w 95849"/>
                <a:gd name="connsiteY0" fmla="*/ 638 h 130871"/>
                <a:gd name="connsiteX1" fmla="*/ 19809 w 95849"/>
                <a:gd name="connsiteY1" fmla="*/ 8938 h 130871"/>
                <a:gd name="connsiteX2" fmla="*/ 19809 w 95849"/>
                <a:gd name="connsiteY2" fmla="*/ 33835 h 130871"/>
                <a:gd name="connsiteX3" fmla="*/ 13419 w 95849"/>
                <a:gd name="connsiteY3" fmla="*/ 47241 h 130871"/>
                <a:gd name="connsiteX4" fmla="*/ 0 w 95849"/>
                <a:gd name="connsiteY4" fmla="*/ 88099 h 130871"/>
                <a:gd name="connsiteX5" fmla="*/ 0 w 95849"/>
                <a:gd name="connsiteY5" fmla="*/ 122573 h 130871"/>
                <a:gd name="connsiteX6" fmla="*/ 8307 w 95849"/>
                <a:gd name="connsiteY6" fmla="*/ 130872 h 130871"/>
                <a:gd name="connsiteX7" fmla="*/ 87543 w 95849"/>
                <a:gd name="connsiteY7" fmla="*/ 130872 h 130871"/>
                <a:gd name="connsiteX8" fmla="*/ 93293 w 95849"/>
                <a:gd name="connsiteY8" fmla="*/ 128318 h 130871"/>
                <a:gd name="connsiteX9" fmla="*/ 95849 w 95849"/>
                <a:gd name="connsiteY9" fmla="*/ 121934 h 130871"/>
                <a:gd name="connsiteX10" fmla="*/ 65178 w 95849"/>
                <a:gd name="connsiteY10" fmla="*/ 0 h 130871"/>
                <a:gd name="connsiteX11" fmla="*/ 28116 w 95849"/>
                <a:gd name="connsiteY11" fmla="*/ 0 h 13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849" h="130871">
                  <a:moveTo>
                    <a:pt x="28116" y="638"/>
                  </a:moveTo>
                  <a:cubicBezTo>
                    <a:pt x="26838" y="638"/>
                    <a:pt x="19809" y="3192"/>
                    <a:pt x="19809" y="8938"/>
                  </a:cubicBezTo>
                  <a:lnTo>
                    <a:pt x="19809" y="33835"/>
                  </a:lnTo>
                  <a:cubicBezTo>
                    <a:pt x="19170" y="38942"/>
                    <a:pt x="17253" y="44049"/>
                    <a:pt x="13419" y="47241"/>
                  </a:cubicBezTo>
                  <a:cubicBezTo>
                    <a:pt x="7668" y="54264"/>
                    <a:pt x="0" y="63840"/>
                    <a:pt x="0" y="88099"/>
                  </a:cubicBezTo>
                  <a:lnTo>
                    <a:pt x="0" y="122573"/>
                  </a:lnTo>
                  <a:cubicBezTo>
                    <a:pt x="0" y="127041"/>
                    <a:pt x="3834" y="130872"/>
                    <a:pt x="8307" y="130872"/>
                  </a:cubicBezTo>
                  <a:lnTo>
                    <a:pt x="87543" y="130872"/>
                  </a:lnTo>
                  <a:cubicBezTo>
                    <a:pt x="90098" y="130872"/>
                    <a:pt x="92015" y="130233"/>
                    <a:pt x="93293" y="128318"/>
                  </a:cubicBezTo>
                  <a:cubicBezTo>
                    <a:pt x="95210" y="127041"/>
                    <a:pt x="95849" y="124488"/>
                    <a:pt x="95849" y="121934"/>
                  </a:cubicBezTo>
                  <a:cubicBezTo>
                    <a:pt x="95210" y="73416"/>
                    <a:pt x="91376" y="24897"/>
                    <a:pt x="65178" y="0"/>
                  </a:cubicBezTo>
                  <a:lnTo>
                    <a:pt x="28116" y="0"/>
                  </a:lnTo>
                  <a:close/>
                </a:path>
              </a:pathLst>
            </a:custGeom>
            <a:solidFill>
              <a:srgbClr val="007680"/>
            </a:solidFill>
            <a:ln w="6390" cap="flat">
              <a:noFill/>
              <a:prstDash val="solid"/>
              <a:miter/>
            </a:ln>
          </p:spPr>
          <p:txBody>
            <a:bodyPr rtlCol="0" anchor="ctr"/>
            <a:lstStyle/>
            <a:p>
              <a:endParaRPr lang="en-US"/>
            </a:p>
          </p:txBody>
        </p:sp>
        <p:sp>
          <p:nvSpPr>
            <p:cNvPr id="882" name="Graphic 5">
              <a:extLst>
                <a:ext uri="{FF2B5EF4-FFF2-40B4-BE49-F238E27FC236}">
                  <a16:creationId xmlns:a16="http://schemas.microsoft.com/office/drawing/2014/main" id="{AD58A71A-7E27-894D-8FD0-E52C21EC142E}"/>
                </a:ext>
              </a:extLst>
            </p:cNvPr>
            <p:cNvSpPr/>
            <p:nvPr/>
          </p:nvSpPr>
          <p:spPr>
            <a:xfrm>
              <a:off x="8241101" y="1881522"/>
              <a:ext cx="361671" cy="361971"/>
            </a:xfrm>
            <a:custGeom>
              <a:avLst/>
              <a:gdLst>
                <a:gd name="connsiteX0" fmla="*/ 180836 w 361671"/>
                <a:gd name="connsiteY0" fmla="*/ 0 h 361971"/>
                <a:gd name="connsiteX1" fmla="*/ 0 w 361671"/>
                <a:gd name="connsiteY1" fmla="*/ 180667 h 361971"/>
                <a:gd name="connsiteX2" fmla="*/ 180836 w 361671"/>
                <a:gd name="connsiteY2" fmla="*/ 361972 h 361971"/>
                <a:gd name="connsiteX3" fmla="*/ 361671 w 361671"/>
                <a:gd name="connsiteY3" fmla="*/ 181305 h 361971"/>
                <a:gd name="connsiteX4" fmla="*/ 361671 w 361671"/>
                <a:gd name="connsiteY4" fmla="*/ 181305 h 361971"/>
                <a:gd name="connsiteX5" fmla="*/ 180836 w 361671"/>
                <a:gd name="connsiteY5" fmla="*/ 0 h 361971"/>
                <a:gd name="connsiteX6" fmla="*/ 180836 w 361671"/>
                <a:gd name="connsiteY6" fmla="*/ 0 h 361971"/>
                <a:gd name="connsiteX7" fmla="*/ 112464 w 361671"/>
                <a:gd name="connsiteY7" fmla="*/ 76608 h 361971"/>
                <a:gd name="connsiteX8" fmla="*/ 116297 w 361671"/>
                <a:gd name="connsiteY8" fmla="*/ 70862 h 361971"/>
                <a:gd name="connsiteX9" fmla="*/ 126521 w 361671"/>
                <a:gd name="connsiteY9" fmla="*/ 65755 h 361971"/>
                <a:gd name="connsiteX10" fmla="*/ 129077 w 361671"/>
                <a:gd name="connsiteY10" fmla="*/ 65117 h 361971"/>
                <a:gd name="connsiteX11" fmla="*/ 134189 w 361671"/>
                <a:gd name="connsiteY11" fmla="*/ 65117 h 361971"/>
                <a:gd name="connsiteX12" fmla="*/ 134189 w 361671"/>
                <a:gd name="connsiteY12" fmla="*/ 77884 h 361971"/>
                <a:gd name="connsiteX13" fmla="*/ 130994 w 361671"/>
                <a:gd name="connsiteY13" fmla="*/ 77884 h 361971"/>
                <a:gd name="connsiteX14" fmla="*/ 125882 w 361671"/>
                <a:gd name="connsiteY14" fmla="*/ 80438 h 361971"/>
                <a:gd name="connsiteX15" fmla="*/ 125882 w 361671"/>
                <a:gd name="connsiteY15" fmla="*/ 87460 h 361971"/>
                <a:gd name="connsiteX16" fmla="*/ 130994 w 361671"/>
                <a:gd name="connsiteY16" fmla="*/ 90014 h 361971"/>
                <a:gd name="connsiteX17" fmla="*/ 134189 w 361671"/>
                <a:gd name="connsiteY17" fmla="*/ 90014 h 361971"/>
                <a:gd name="connsiteX18" fmla="*/ 134189 w 361671"/>
                <a:gd name="connsiteY18" fmla="*/ 102782 h 361971"/>
                <a:gd name="connsiteX19" fmla="*/ 129077 w 361671"/>
                <a:gd name="connsiteY19" fmla="*/ 102782 h 361971"/>
                <a:gd name="connsiteX20" fmla="*/ 126521 w 361671"/>
                <a:gd name="connsiteY20" fmla="*/ 102144 h 361971"/>
                <a:gd name="connsiteX21" fmla="*/ 116297 w 361671"/>
                <a:gd name="connsiteY21" fmla="*/ 97036 h 361971"/>
                <a:gd name="connsiteX22" fmla="*/ 112464 w 361671"/>
                <a:gd name="connsiteY22" fmla="*/ 91291 h 361971"/>
                <a:gd name="connsiteX23" fmla="*/ 112464 w 361671"/>
                <a:gd name="connsiteY23" fmla="*/ 76608 h 361971"/>
                <a:gd name="connsiteX24" fmla="*/ 118853 w 361671"/>
                <a:gd name="connsiteY24" fmla="*/ 162153 h 361971"/>
                <a:gd name="connsiteX25" fmla="*/ 113741 w 361671"/>
                <a:gd name="connsiteY25" fmla="*/ 159600 h 361971"/>
                <a:gd name="connsiteX26" fmla="*/ 115658 w 361671"/>
                <a:gd name="connsiteY26" fmla="*/ 150662 h 361971"/>
                <a:gd name="connsiteX27" fmla="*/ 115658 w 361671"/>
                <a:gd name="connsiteY27" fmla="*/ 150662 h 361971"/>
                <a:gd name="connsiteX28" fmla="*/ 143135 w 361671"/>
                <a:gd name="connsiteY28" fmla="*/ 114912 h 361971"/>
                <a:gd name="connsiteX29" fmla="*/ 150803 w 361671"/>
                <a:gd name="connsiteY29" fmla="*/ 110443 h 361971"/>
                <a:gd name="connsiteX30" fmla="*/ 155276 w 361671"/>
                <a:gd name="connsiteY30" fmla="*/ 118104 h 361971"/>
                <a:gd name="connsiteX31" fmla="*/ 122687 w 361671"/>
                <a:gd name="connsiteY31" fmla="*/ 161515 h 361971"/>
                <a:gd name="connsiteX32" fmla="*/ 118853 w 361671"/>
                <a:gd name="connsiteY32" fmla="*/ 162153 h 361971"/>
                <a:gd name="connsiteX33" fmla="*/ 118853 w 361671"/>
                <a:gd name="connsiteY33" fmla="*/ 162153 h 361971"/>
                <a:gd name="connsiteX34" fmla="*/ 242818 w 361671"/>
                <a:gd name="connsiteY34" fmla="*/ 289833 h 361971"/>
                <a:gd name="connsiteX35" fmla="*/ 227482 w 361671"/>
                <a:gd name="connsiteY35" fmla="*/ 296217 h 361971"/>
                <a:gd name="connsiteX36" fmla="*/ 148886 w 361671"/>
                <a:gd name="connsiteY36" fmla="*/ 296217 h 361971"/>
                <a:gd name="connsiteX37" fmla="*/ 127799 w 361671"/>
                <a:gd name="connsiteY37" fmla="*/ 275150 h 361971"/>
                <a:gd name="connsiteX38" fmla="*/ 127799 w 361671"/>
                <a:gd name="connsiteY38" fmla="*/ 240676 h 361971"/>
                <a:gd name="connsiteX39" fmla="*/ 143774 w 361671"/>
                <a:gd name="connsiteY39" fmla="*/ 192158 h 361971"/>
                <a:gd name="connsiteX40" fmla="*/ 147608 w 361671"/>
                <a:gd name="connsiteY40" fmla="*/ 186412 h 361971"/>
                <a:gd name="connsiteX41" fmla="*/ 147608 w 361671"/>
                <a:gd name="connsiteY41" fmla="*/ 161515 h 361971"/>
                <a:gd name="connsiteX42" fmla="*/ 162305 w 361671"/>
                <a:gd name="connsiteY42" fmla="*/ 141724 h 361971"/>
                <a:gd name="connsiteX43" fmla="*/ 162305 w 361671"/>
                <a:gd name="connsiteY43" fmla="*/ 121934 h 361971"/>
                <a:gd name="connsiteX44" fmla="*/ 148886 w 361671"/>
                <a:gd name="connsiteY44" fmla="*/ 103420 h 361971"/>
                <a:gd name="connsiteX45" fmla="*/ 143774 w 361671"/>
                <a:gd name="connsiteY45" fmla="*/ 103420 h 361971"/>
                <a:gd name="connsiteX46" fmla="*/ 137384 w 361671"/>
                <a:gd name="connsiteY46" fmla="*/ 97036 h 361971"/>
                <a:gd name="connsiteX47" fmla="*/ 137384 w 361671"/>
                <a:gd name="connsiteY47" fmla="*/ 72139 h 361971"/>
                <a:gd name="connsiteX48" fmla="*/ 143774 w 361671"/>
                <a:gd name="connsiteY48" fmla="*/ 65755 h 361971"/>
                <a:gd name="connsiteX49" fmla="*/ 208313 w 361671"/>
                <a:gd name="connsiteY49" fmla="*/ 65755 h 361971"/>
                <a:gd name="connsiteX50" fmla="*/ 244735 w 361671"/>
                <a:gd name="connsiteY50" fmla="*/ 101505 h 361971"/>
                <a:gd name="connsiteX51" fmla="*/ 244735 w 361671"/>
                <a:gd name="connsiteY51" fmla="*/ 106612 h 361971"/>
                <a:gd name="connsiteX52" fmla="*/ 238345 w 361671"/>
                <a:gd name="connsiteY52" fmla="*/ 112996 h 361971"/>
                <a:gd name="connsiteX53" fmla="*/ 223648 w 361671"/>
                <a:gd name="connsiteY53" fmla="*/ 112996 h 361971"/>
                <a:gd name="connsiteX54" fmla="*/ 215341 w 361671"/>
                <a:gd name="connsiteY54" fmla="*/ 121296 h 361971"/>
                <a:gd name="connsiteX55" fmla="*/ 215341 w 361671"/>
                <a:gd name="connsiteY55" fmla="*/ 143640 h 361971"/>
                <a:gd name="connsiteX56" fmla="*/ 249847 w 361671"/>
                <a:gd name="connsiteY56" fmla="*/ 274511 h 361971"/>
                <a:gd name="connsiteX57" fmla="*/ 242818 w 361671"/>
                <a:gd name="connsiteY57" fmla="*/ 289833 h 361971"/>
                <a:gd name="connsiteX58" fmla="*/ 242818 w 361671"/>
                <a:gd name="connsiteY58" fmla="*/ 28983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61671" h="361971">
                  <a:moveTo>
                    <a:pt x="180836" y="0"/>
                  </a:moveTo>
                  <a:cubicBezTo>
                    <a:pt x="80514" y="0"/>
                    <a:pt x="0" y="81076"/>
                    <a:pt x="0" y="180667"/>
                  </a:cubicBezTo>
                  <a:cubicBezTo>
                    <a:pt x="0" y="280895"/>
                    <a:pt x="81153" y="361972"/>
                    <a:pt x="180836" y="361972"/>
                  </a:cubicBezTo>
                  <a:cubicBezTo>
                    <a:pt x="281157" y="361972"/>
                    <a:pt x="361671" y="280895"/>
                    <a:pt x="361671" y="181305"/>
                  </a:cubicBezTo>
                  <a:cubicBezTo>
                    <a:pt x="361671" y="181305"/>
                    <a:pt x="361671" y="181305"/>
                    <a:pt x="361671" y="181305"/>
                  </a:cubicBezTo>
                  <a:cubicBezTo>
                    <a:pt x="361671" y="81076"/>
                    <a:pt x="281157" y="0"/>
                    <a:pt x="180836" y="0"/>
                  </a:cubicBezTo>
                  <a:cubicBezTo>
                    <a:pt x="180836" y="0"/>
                    <a:pt x="180836" y="0"/>
                    <a:pt x="180836" y="0"/>
                  </a:cubicBezTo>
                  <a:close/>
                  <a:moveTo>
                    <a:pt x="112464" y="76608"/>
                  </a:moveTo>
                  <a:cubicBezTo>
                    <a:pt x="112464" y="74054"/>
                    <a:pt x="113741" y="72139"/>
                    <a:pt x="116297" y="70862"/>
                  </a:cubicBezTo>
                  <a:lnTo>
                    <a:pt x="126521" y="65755"/>
                  </a:lnTo>
                  <a:cubicBezTo>
                    <a:pt x="127160" y="65117"/>
                    <a:pt x="128438" y="65117"/>
                    <a:pt x="129077" y="65117"/>
                  </a:cubicBezTo>
                  <a:lnTo>
                    <a:pt x="134189" y="65117"/>
                  </a:lnTo>
                  <a:lnTo>
                    <a:pt x="134189" y="77884"/>
                  </a:lnTo>
                  <a:lnTo>
                    <a:pt x="130994" y="77884"/>
                  </a:lnTo>
                  <a:lnTo>
                    <a:pt x="125882" y="80438"/>
                  </a:lnTo>
                  <a:lnTo>
                    <a:pt x="125882" y="87460"/>
                  </a:lnTo>
                  <a:lnTo>
                    <a:pt x="130994" y="90014"/>
                  </a:lnTo>
                  <a:lnTo>
                    <a:pt x="134189" y="90014"/>
                  </a:lnTo>
                  <a:lnTo>
                    <a:pt x="134189" y="102782"/>
                  </a:lnTo>
                  <a:lnTo>
                    <a:pt x="129077" y="102782"/>
                  </a:lnTo>
                  <a:cubicBezTo>
                    <a:pt x="127799" y="102782"/>
                    <a:pt x="127160" y="102782"/>
                    <a:pt x="126521" y="102144"/>
                  </a:cubicBezTo>
                  <a:lnTo>
                    <a:pt x="116297" y="97036"/>
                  </a:lnTo>
                  <a:cubicBezTo>
                    <a:pt x="114380" y="95760"/>
                    <a:pt x="112464" y="93844"/>
                    <a:pt x="112464" y="91291"/>
                  </a:cubicBezTo>
                  <a:lnTo>
                    <a:pt x="112464" y="76608"/>
                  </a:lnTo>
                  <a:close/>
                  <a:moveTo>
                    <a:pt x="118853" y="162153"/>
                  </a:moveTo>
                  <a:cubicBezTo>
                    <a:pt x="116936" y="162153"/>
                    <a:pt x="115019" y="160876"/>
                    <a:pt x="113741" y="159600"/>
                  </a:cubicBezTo>
                  <a:cubicBezTo>
                    <a:pt x="111824" y="156408"/>
                    <a:pt x="112464" y="152577"/>
                    <a:pt x="115658" y="150662"/>
                  </a:cubicBezTo>
                  <a:cubicBezTo>
                    <a:pt x="115658" y="150662"/>
                    <a:pt x="115658" y="150662"/>
                    <a:pt x="115658" y="150662"/>
                  </a:cubicBezTo>
                  <a:cubicBezTo>
                    <a:pt x="128438" y="142363"/>
                    <a:pt x="138023" y="129595"/>
                    <a:pt x="143135" y="114912"/>
                  </a:cubicBezTo>
                  <a:cubicBezTo>
                    <a:pt x="143774" y="111720"/>
                    <a:pt x="147608" y="109166"/>
                    <a:pt x="150803" y="110443"/>
                  </a:cubicBezTo>
                  <a:cubicBezTo>
                    <a:pt x="153998" y="111720"/>
                    <a:pt x="156553" y="114912"/>
                    <a:pt x="155276" y="118104"/>
                  </a:cubicBezTo>
                  <a:cubicBezTo>
                    <a:pt x="149525" y="135979"/>
                    <a:pt x="138023" y="151300"/>
                    <a:pt x="122687" y="161515"/>
                  </a:cubicBezTo>
                  <a:cubicBezTo>
                    <a:pt x="121409" y="162153"/>
                    <a:pt x="120131" y="162153"/>
                    <a:pt x="118853" y="162153"/>
                  </a:cubicBezTo>
                  <a:lnTo>
                    <a:pt x="118853" y="162153"/>
                  </a:lnTo>
                  <a:close/>
                  <a:moveTo>
                    <a:pt x="242818" y="289833"/>
                  </a:moveTo>
                  <a:cubicBezTo>
                    <a:pt x="238984" y="293663"/>
                    <a:pt x="233233" y="296217"/>
                    <a:pt x="227482" y="296217"/>
                  </a:cubicBezTo>
                  <a:lnTo>
                    <a:pt x="148886" y="296217"/>
                  </a:lnTo>
                  <a:cubicBezTo>
                    <a:pt x="137384" y="296217"/>
                    <a:pt x="127799" y="286641"/>
                    <a:pt x="127799" y="275150"/>
                  </a:cubicBezTo>
                  <a:lnTo>
                    <a:pt x="127799" y="240676"/>
                  </a:lnTo>
                  <a:cubicBezTo>
                    <a:pt x="127799" y="211948"/>
                    <a:pt x="138023" y="199180"/>
                    <a:pt x="143774" y="192158"/>
                  </a:cubicBezTo>
                  <a:cubicBezTo>
                    <a:pt x="145691" y="190243"/>
                    <a:pt x="146969" y="188327"/>
                    <a:pt x="147608" y="186412"/>
                  </a:cubicBezTo>
                  <a:lnTo>
                    <a:pt x="147608" y="161515"/>
                  </a:lnTo>
                  <a:cubicBezTo>
                    <a:pt x="147608" y="152577"/>
                    <a:pt x="153998" y="144278"/>
                    <a:pt x="162305" y="141724"/>
                  </a:cubicBezTo>
                  <a:lnTo>
                    <a:pt x="162305" y="121934"/>
                  </a:lnTo>
                  <a:cubicBezTo>
                    <a:pt x="162305" y="120019"/>
                    <a:pt x="161666" y="103420"/>
                    <a:pt x="148886" y="103420"/>
                  </a:cubicBezTo>
                  <a:lnTo>
                    <a:pt x="143774" y="103420"/>
                  </a:lnTo>
                  <a:cubicBezTo>
                    <a:pt x="139940" y="103420"/>
                    <a:pt x="137384" y="100867"/>
                    <a:pt x="137384" y="97036"/>
                  </a:cubicBezTo>
                  <a:lnTo>
                    <a:pt x="137384" y="72139"/>
                  </a:lnTo>
                  <a:cubicBezTo>
                    <a:pt x="137384" y="68308"/>
                    <a:pt x="139940" y="65755"/>
                    <a:pt x="143774" y="65755"/>
                  </a:cubicBezTo>
                  <a:lnTo>
                    <a:pt x="208313" y="65755"/>
                  </a:lnTo>
                  <a:cubicBezTo>
                    <a:pt x="231316" y="65755"/>
                    <a:pt x="244735" y="78523"/>
                    <a:pt x="244735" y="101505"/>
                  </a:cubicBezTo>
                  <a:lnTo>
                    <a:pt x="244735" y="106612"/>
                  </a:lnTo>
                  <a:cubicBezTo>
                    <a:pt x="244735" y="110443"/>
                    <a:pt x="242179" y="112996"/>
                    <a:pt x="238345" y="112996"/>
                  </a:cubicBezTo>
                  <a:lnTo>
                    <a:pt x="223648" y="112996"/>
                  </a:lnTo>
                  <a:cubicBezTo>
                    <a:pt x="217258" y="112996"/>
                    <a:pt x="215341" y="114912"/>
                    <a:pt x="215341" y="121296"/>
                  </a:cubicBezTo>
                  <a:lnTo>
                    <a:pt x="215341" y="143640"/>
                  </a:lnTo>
                  <a:cubicBezTo>
                    <a:pt x="245374" y="172368"/>
                    <a:pt x="249847" y="223439"/>
                    <a:pt x="249847" y="274511"/>
                  </a:cubicBezTo>
                  <a:cubicBezTo>
                    <a:pt x="249208" y="280895"/>
                    <a:pt x="246652" y="286002"/>
                    <a:pt x="242818" y="289833"/>
                  </a:cubicBezTo>
                  <a:lnTo>
                    <a:pt x="242818" y="289833"/>
                  </a:lnTo>
                  <a:close/>
                </a:path>
              </a:pathLst>
            </a:custGeom>
            <a:solidFill>
              <a:srgbClr val="007680"/>
            </a:solidFill>
            <a:ln w="6390" cap="flat">
              <a:noFill/>
              <a:prstDash val="solid"/>
              <a:miter/>
            </a:ln>
          </p:spPr>
          <p:txBody>
            <a:bodyPr rtlCol="0" anchor="ctr"/>
            <a:lstStyle/>
            <a:p>
              <a:endParaRPr lang="en-US"/>
            </a:p>
          </p:txBody>
        </p:sp>
      </p:grpSp>
      <p:grpSp>
        <p:nvGrpSpPr>
          <p:cNvPr id="883" name="Graphic 5">
            <a:extLst>
              <a:ext uri="{FF2B5EF4-FFF2-40B4-BE49-F238E27FC236}">
                <a16:creationId xmlns:a16="http://schemas.microsoft.com/office/drawing/2014/main" id="{BAFF7B7B-F5BA-7A45-A2E8-CCD13F561E4A}"/>
              </a:ext>
            </a:extLst>
          </p:cNvPr>
          <p:cNvGrpSpPr/>
          <p:nvPr/>
        </p:nvGrpSpPr>
        <p:grpSpPr>
          <a:xfrm>
            <a:off x="5099808" y="1403361"/>
            <a:ext cx="362309" cy="361971"/>
            <a:chOff x="5099808" y="1403361"/>
            <a:chExt cx="362309" cy="361971"/>
          </a:xfrm>
          <a:solidFill>
            <a:srgbClr val="007680"/>
          </a:solidFill>
        </p:grpSpPr>
        <p:sp>
          <p:nvSpPr>
            <p:cNvPr id="884" name="Graphic 5">
              <a:extLst>
                <a:ext uri="{FF2B5EF4-FFF2-40B4-BE49-F238E27FC236}">
                  <a16:creationId xmlns:a16="http://schemas.microsoft.com/office/drawing/2014/main" id="{BBC104D9-1B15-0F4B-9E11-C72AFF6D6ECC}"/>
                </a:ext>
              </a:extLst>
            </p:cNvPr>
            <p:cNvSpPr/>
            <p:nvPr/>
          </p:nvSpPr>
          <p:spPr>
            <a:xfrm>
              <a:off x="5191185" y="1518912"/>
              <a:ext cx="72206" cy="54263"/>
            </a:xfrm>
            <a:custGeom>
              <a:avLst/>
              <a:gdLst>
                <a:gd name="connsiteX0" fmla="*/ 72206 w 72206"/>
                <a:gd name="connsiteY0" fmla="*/ 38942 h 54263"/>
                <a:gd name="connsiteX1" fmla="*/ 44090 w 72206"/>
                <a:gd name="connsiteY1" fmla="*/ 0 h 54263"/>
                <a:gd name="connsiteX2" fmla="*/ 40895 w 72206"/>
                <a:gd name="connsiteY2" fmla="*/ 10853 h 54263"/>
                <a:gd name="connsiteX3" fmla="*/ 37062 w 72206"/>
                <a:gd name="connsiteY3" fmla="*/ 14683 h 54263"/>
                <a:gd name="connsiteX4" fmla="*/ 0 w 72206"/>
                <a:gd name="connsiteY4" fmla="*/ 26813 h 54263"/>
                <a:gd name="connsiteX5" fmla="*/ 8307 w 72206"/>
                <a:gd name="connsiteY5" fmla="*/ 39581 h 54263"/>
                <a:gd name="connsiteX6" fmla="*/ 21087 w 72206"/>
                <a:gd name="connsiteY6" fmla="*/ 39581 h 54263"/>
                <a:gd name="connsiteX7" fmla="*/ 47285 w 72206"/>
                <a:gd name="connsiteY7" fmla="*/ 54264 h 54263"/>
                <a:gd name="connsiteX8" fmla="*/ 72206 w 72206"/>
                <a:gd name="connsiteY8" fmla="*/ 38942 h 5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206" h="54263">
                  <a:moveTo>
                    <a:pt x="72206" y="38942"/>
                  </a:moveTo>
                  <a:lnTo>
                    <a:pt x="44090" y="0"/>
                  </a:lnTo>
                  <a:lnTo>
                    <a:pt x="40895" y="10853"/>
                  </a:lnTo>
                  <a:cubicBezTo>
                    <a:pt x="40257" y="12768"/>
                    <a:pt x="38978" y="14045"/>
                    <a:pt x="37062" y="14683"/>
                  </a:cubicBezTo>
                  <a:lnTo>
                    <a:pt x="0" y="26813"/>
                  </a:lnTo>
                  <a:lnTo>
                    <a:pt x="8307" y="39581"/>
                  </a:lnTo>
                  <a:lnTo>
                    <a:pt x="21087" y="39581"/>
                  </a:lnTo>
                  <a:cubicBezTo>
                    <a:pt x="31950" y="38942"/>
                    <a:pt x="42173" y="44688"/>
                    <a:pt x="47285" y="54264"/>
                  </a:cubicBezTo>
                  <a:cubicBezTo>
                    <a:pt x="56870" y="53625"/>
                    <a:pt x="66455" y="47880"/>
                    <a:pt x="72206" y="38942"/>
                  </a:cubicBezTo>
                  <a:close/>
                </a:path>
              </a:pathLst>
            </a:custGeom>
            <a:solidFill>
              <a:srgbClr val="007680"/>
            </a:solidFill>
            <a:ln w="6390" cap="flat">
              <a:noFill/>
              <a:prstDash val="solid"/>
              <a:miter/>
            </a:ln>
          </p:spPr>
          <p:txBody>
            <a:bodyPr rtlCol="0" anchor="ctr"/>
            <a:lstStyle/>
            <a:p>
              <a:endParaRPr lang="en-US"/>
            </a:p>
          </p:txBody>
        </p:sp>
        <p:sp>
          <p:nvSpPr>
            <p:cNvPr id="885" name="Graphic 5">
              <a:extLst>
                <a:ext uri="{FF2B5EF4-FFF2-40B4-BE49-F238E27FC236}">
                  <a16:creationId xmlns:a16="http://schemas.microsoft.com/office/drawing/2014/main" id="{FDD256FF-E929-1444-BBDF-4D6DD7191CF5}"/>
                </a:ext>
              </a:extLst>
            </p:cNvPr>
            <p:cNvSpPr/>
            <p:nvPr/>
          </p:nvSpPr>
          <p:spPr>
            <a:xfrm>
              <a:off x="5241026" y="1540617"/>
              <a:ext cx="134257" cy="116188"/>
            </a:xfrm>
            <a:custGeom>
              <a:avLst/>
              <a:gdLst>
                <a:gd name="connsiteX0" fmla="*/ 134189 w 134257"/>
                <a:gd name="connsiteY0" fmla="*/ 0 h 116188"/>
                <a:gd name="connsiteX1" fmla="*/ 108629 w 134257"/>
                <a:gd name="connsiteY1" fmla="*/ 22344 h 116188"/>
                <a:gd name="connsiteX2" fmla="*/ 105434 w 134257"/>
                <a:gd name="connsiteY2" fmla="*/ 22982 h 116188"/>
                <a:gd name="connsiteX3" fmla="*/ 33867 w 134257"/>
                <a:gd name="connsiteY3" fmla="*/ 22982 h 116188"/>
                <a:gd name="connsiteX4" fmla="*/ 0 w 134257"/>
                <a:gd name="connsiteY4" fmla="*/ 45326 h 116188"/>
                <a:gd name="connsiteX5" fmla="*/ 6390 w 134257"/>
                <a:gd name="connsiteY5" fmla="*/ 106612 h 116188"/>
                <a:gd name="connsiteX6" fmla="*/ 8946 w 134257"/>
                <a:gd name="connsiteY6" fmla="*/ 115550 h 116188"/>
                <a:gd name="connsiteX7" fmla="*/ 10224 w 134257"/>
                <a:gd name="connsiteY7" fmla="*/ 116188 h 116188"/>
                <a:gd name="connsiteX8" fmla="*/ 24282 w 134257"/>
                <a:gd name="connsiteY8" fmla="*/ 67670 h 116188"/>
                <a:gd name="connsiteX9" fmla="*/ 31950 w 134257"/>
                <a:gd name="connsiteY9" fmla="*/ 63201 h 116188"/>
                <a:gd name="connsiteX10" fmla="*/ 95849 w 134257"/>
                <a:gd name="connsiteY10" fmla="*/ 63201 h 116188"/>
                <a:gd name="connsiteX11" fmla="*/ 103517 w 134257"/>
                <a:gd name="connsiteY11" fmla="*/ 67032 h 116188"/>
                <a:gd name="connsiteX12" fmla="*/ 123965 w 134257"/>
                <a:gd name="connsiteY12" fmla="*/ 115550 h 116188"/>
                <a:gd name="connsiteX13" fmla="*/ 126521 w 134257"/>
                <a:gd name="connsiteY13" fmla="*/ 114273 h 116188"/>
                <a:gd name="connsiteX14" fmla="*/ 129077 w 134257"/>
                <a:gd name="connsiteY14" fmla="*/ 107889 h 116188"/>
                <a:gd name="connsiteX15" fmla="*/ 122048 w 134257"/>
                <a:gd name="connsiteY15" fmla="*/ 40858 h 116188"/>
                <a:gd name="connsiteX16" fmla="*/ 123326 w 134257"/>
                <a:gd name="connsiteY16" fmla="*/ 36389 h 116188"/>
                <a:gd name="connsiteX17" fmla="*/ 134189 w 134257"/>
                <a:gd name="connsiteY17" fmla="*/ 0 h 116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4257" h="116188">
                  <a:moveTo>
                    <a:pt x="134189" y="0"/>
                  </a:moveTo>
                  <a:cubicBezTo>
                    <a:pt x="127160" y="8938"/>
                    <a:pt x="118214" y="16598"/>
                    <a:pt x="108629" y="22344"/>
                  </a:cubicBezTo>
                  <a:cubicBezTo>
                    <a:pt x="107990" y="22982"/>
                    <a:pt x="106712" y="22982"/>
                    <a:pt x="105434" y="22982"/>
                  </a:cubicBezTo>
                  <a:lnTo>
                    <a:pt x="33867" y="22982"/>
                  </a:lnTo>
                  <a:cubicBezTo>
                    <a:pt x="26199" y="35112"/>
                    <a:pt x="14058" y="43411"/>
                    <a:pt x="0" y="45326"/>
                  </a:cubicBezTo>
                  <a:cubicBezTo>
                    <a:pt x="3195" y="65755"/>
                    <a:pt x="5112" y="86184"/>
                    <a:pt x="6390" y="106612"/>
                  </a:cubicBezTo>
                  <a:cubicBezTo>
                    <a:pt x="5751" y="109804"/>
                    <a:pt x="7029" y="112996"/>
                    <a:pt x="8946" y="115550"/>
                  </a:cubicBezTo>
                  <a:cubicBezTo>
                    <a:pt x="9585" y="115550"/>
                    <a:pt x="9585" y="116188"/>
                    <a:pt x="10224" y="116188"/>
                  </a:cubicBezTo>
                  <a:lnTo>
                    <a:pt x="24282" y="67670"/>
                  </a:lnTo>
                  <a:cubicBezTo>
                    <a:pt x="25560" y="64478"/>
                    <a:pt x="28755" y="62563"/>
                    <a:pt x="31950" y="63201"/>
                  </a:cubicBezTo>
                  <a:cubicBezTo>
                    <a:pt x="53036" y="68947"/>
                    <a:pt x="74762" y="68947"/>
                    <a:pt x="95849" y="63201"/>
                  </a:cubicBezTo>
                  <a:cubicBezTo>
                    <a:pt x="99044" y="61925"/>
                    <a:pt x="102239" y="63840"/>
                    <a:pt x="103517" y="67032"/>
                  </a:cubicBezTo>
                  <a:lnTo>
                    <a:pt x="123965" y="115550"/>
                  </a:lnTo>
                  <a:cubicBezTo>
                    <a:pt x="124604" y="115550"/>
                    <a:pt x="125882" y="114912"/>
                    <a:pt x="126521" y="114273"/>
                  </a:cubicBezTo>
                  <a:cubicBezTo>
                    <a:pt x="127799" y="112358"/>
                    <a:pt x="129077" y="110443"/>
                    <a:pt x="129077" y="107889"/>
                  </a:cubicBezTo>
                  <a:lnTo>
                    <a:pt x="122048" y="40858"/>
                  </a:lnTo>
                  <a:cubicBezTo>
                    <a:pt x="122048" y="38942"/>
                    <a:pt x="122048" y="37666"/>
                    <a:pt x="123326" y="36389"/>
                  </a:cubicBezTo>
                  <a:cubicBezTo>
                    <a:pt x="130994" y="25536"/>
                    <a:pt x="134828" y="12768"/>
                    <a:pt x="134189" y="0"/>
                  </a:cubicBezTo>
                  <a:close/>
                </a:path>
              </a:pathLst>
            </a:custGeom>
            <a:solidFill>
              <a:srgbClr val="007680"/>
            </a:solidFill>
            <a:ln w="6390" cap="flat">
              <a:noFill/>
              <a:prstDash val="solid"/>
              <a:miter/>
            </a:ln>
          </p:spPr>
          <p:txBody>
            <a:bodyPr rtlCol="0" anchor="ctr"/>
            <a:lstStyle/>
            <a:p>
              <a:endParaRPr lang="en-US"/>
            </a:p>
          </p:txBody>
        </p:sp>
        <p:sp>
          <p:nvSpPr>
            <p:cNvPr id="886" name="Graphic 5">
              <a:extLst>
                <a:ext uri="{FF2B5EF4-FFF2-40B4-BE49-F238E27FC236}">
                  <a16:creationId xmlns:a16="http://schemas.microsoft.com/office/drawing/2014/main" id="{A471EDFD-E5AD-0B40-90CD-0CCDFE1C40FB}"/>
                </a:ext>
              </a:extLst>
            </p:cNvPr>
            <p:cNvSpPr/>
            <p:nvPr/>
          </p:nvSpPr>
          <p:spPr>
            <a:xfrm>
              <a:off x="5099808" y="1403361"/>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83075 w 362309"/>
                <a:gd name="connsiteY6" fmla="*/ 243868 h 361971"/>
                <a:gd name="connsiteX7" fmla="*/ 277323 w 362309"/>
                <a:gd name="connsiteY7" fmla="*/ 259828 h 361971"/>
                <a:gd name="connsiteX8" fmla="*/ 261987 w 362309"/>
                <a:gd name="connsiteY8" fmla="*/ 265574 h 361971"/>
                <a:gd name="connsiteX9" fmla="*/ 256237 w 362309"/>
                <a:gd name="connsiteY9" fmla="*/ 261743 h 361971"/>
                <a:gd name="connsiteX10" fmla="*/ 235789 w 362309"/>
                <a:gd name="connsiteY10" fmla="*/ 214502 h 361971"/>
                <a:gd name="connsiteX11" fmla="*/ 176363 w 362309"/>
                <a:gd name="connsiteY11" fmla="*/ 214502 h 361971"/>
                <a:gd name="connsiteX12" fmla="*/ 162943 w 362309"/>
                <a:gd name="connsiteY12" fmla="*/ 261105 h 361971"/>
                <a:gd name="connsiteX13" fmla="*/ 159110 w 362309"/>
                <a:gd name="connsiteY13" fmla="*/ 265574 h 361971"/>
                <a:gd name="connsiteX14" fmla="*/ 152720 w 362309"/>
                <a:gd name="connsiteY14" fmla="*/ 266212 h 361971"/>
                <a:gd name="connsiteX15" fmla="*/ 143135 w 362309"/>
                <a:gd name="connsiteY15" fmla="*/ 263020 h 361971"/>
                <a:gd name="connsiteX16" fmla="*/ 135467 w 362309"/>
                <a:gd name="connsiteY16" fmla="*/ 243868 h 361971"/>
                <a:gd name="connsiteX17" fmla="*/ 128438 w 362309"/>
                <a:gd name="connsiteY17" fmla="*/ 177475 h 361971"/>
                <a:gd name="connsiteX18" fmla="*/ 128438 w 362309"/>
                <a:gd name="connsiteY18" fmla="*/ 177475 h 361971"/>
                <a:gd name="connsiteX19" fmla="*/ 112463 w 362309"/>
                <a:gd name="connsiteY19" fmla="*/ 167899 h 361971"/>
                <a:gd name="connsiteX20" fmla="*/ 97127 w 362309"/>
                <a:gd name="connsiteY20" fmla="*/ 167899 h 361971"/>
                <a:gd name="connsiteX21" fmla="*/ 92015 w 362309"/>
                <a:gd name="connsiteY21" fmla="*/ 165345 h 361971"/>
                <a:gd name="connsiteX22" fmla="*/ 77318 w 362309"/>
                <a:gd name="connsiteY22" fmla="*/ 143001 h 361971"/>
                <a:gd name="connsiteX23" fmla="*/ 76679 w 362309"/>
                <a:gd name="connsiteY23" fmla="*/ 137256 h 361971"/>
                <a:gd name="connsiteX24" fmla="*/ 80513 w 362309"/>
                <a:gd name="connsiteY24" fmla="*/ 133425 h 361971"/>
                <a:gd name="connsiteX25" fmla="*/ 122687 w 362309"/>
                <a:gd name="connsiteY25" fmla="*/ 119380 h 361971"/>
                <a:gd name="connsiteX26" fmla="*/ 129077 w 362309"/>
                <a:gd name="connsiteY26" fmla="*/ 99590 h 361971"/>
                <a:gd name="connsiteX27" fmla="*/ 134189 w 362309"/>
                <a:gd name="connsiteY27" fmla="*/ 95121 h 361971"/>
                <a:gd name="connsiteX28" fmla="*/ 140579 w 362309"/>
                <a:gd name="connsiteY28" fmla="*/ 97675 h 361971"/>
                <a:gd name="connsiteX29" fmla="*/ 176363 w 362309"/>
                <a:gd name="connsiteY29" fmla="*/ 147470 h 361971"/>
                <a:gd name="connsiteX30" fmla="*/ 246652 w 362309"/>
                <a:gd name="connsiteY30" fmla="*/ 147470 h 361971"/>
                <a:gd name="connsiteX31" fmla="*/ 272212 w 362309"/>
                <a:gd name="connsiteY31" fmla="*/ 116188 h 361971"/>
                <a:gd name="connsiteX32" fmla="*/ 278602 w 362309"/>
                <a:gd name="connsiteY32" fmla="*/ 109804 h 361971"/>
                <a:gd name="connsiteX33" fmla="*/ 284352 w 362309"/>
                <a:gd name="connsiteY33" fmla="*/ 112996 h 361971"/>
                <a:gd name="connsiteX34" fmla="*/ 277962 w 362309"/>
                <a:gd name="connsiteY34" fmla="*/ 178113 h 361971"/>
                <a:gd name="connsiteX35" fmla="*/ 283075 w 362309"/>
                <a:gd name="connsiteY35" fmla="*/ 24386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2309" h="361971">
                  <a:moveTo>
                    <a:pt x="181474" y="0"/>
                  </a:moveTo>
                  <a:cubicBezTo>
                    <a:pt x="81152" y="0"/>
                    <a:pt x="0" y="81077"/>
                    <a:pt x="0" y="180667"/>
                  </a:cubicBezTo>
                  <a:cubicBezTo>
                    <a:pt x="0" y="280257"/>
                    <a:pt x="81152" y="361972"/>
                    <a:pt x="180836" y="361972"/>
                  </a:cubicBezTo>
                  <a:cubicBezTo>
                    <a:pt x="281157" y="361972"/>
                    <a:pt x="362310" y="280895"/>
                    <a:pt x="362310" y="181305"/>
                  </a:cubicBezTo>
                  <a:lnTo>
                    <a:pt x="362310" y="181305"/>
                  </a:lnTo>
                  <a:cubicBezTo>
                    <a:pt x="362310" y="81077"/>
                    <a:pt x="281157" y="0"/>
                    <a:pt x="181474" y="0"/>
                  </a:cubicBezTo>
                  <a:close/>
                  <a:moveTo>
                    <a:pt x="283075" y="243868"/>
                  </a:moveTo>
                  <a:cubicBezTo>
                    <a:pt x="283075" y="249614"/>
                    <a:pt x="281157" y="255359"/>
                    <a:pt x="277323" y="259828"/>
                  </a:cubicBezTo>
                  <a:cubicBezTo>
                    <a:pt x="273490" y="263659"/>
                    <a:pt x="267739" y="266212"/>
                    <a:pt x="261987" y="265574"/>
                  </a:cubicBezTo>
                  <a:cubicBezTo>
                    <a:pt x="259432" y="265574"/>
                    <a:pt x="256876" y="264297"/>
                    <a:pt x="256237" y="261743"/>
                  </a:cubicBezTo>
                  <a:lnTo>
                    <a:pt x="235789" y="214502"/>
                  </a:lnTo>
                  <a:cubicBezTo>
                    <a:pt x="215980" y="218971"/>
                    <a:pt x="195532" y="218971"/>
                    <a:pt x="176363" y="214502"/>
                  </a:cubicBezTo>
                  <a:lnTo>
                    <a:pt x="162943" y="261105"/>
                  </a:lnTo>
                  <a:cubicBezTo>
                    <a:pt x="162305" y="263020"/>
                    <a:pt x="161027" y="264935"/>
                    <a:pt x="159110" y="265574"/>
                  </a:cubicBezTo>
                  <a:cubicBezTo>
                    <a:pt x="157193" y="266212"/>
                    <a:pt x="154637" y="266850"/>
                    <a:pt x="152720" y="266212"/>
                  </a:cubicBezTo>
                  <a:cubicBezTo>
                    <a:pt x="149525" y="266212"/>
                    <a:pt x="145691" y="264935"/>
                    <a:pt x="143135" y="263020"/>
                  </a:cubicBezTo>
                  <a:cubicBezTo>
                    <a:pt x="137384" y="258551"/>
                    <a:pt x="134828" y="250891"/>
                    <a:pt x="135467" y="243868"/>
                  </a:cubicBezTo>
                  <a:cubicBezTo>
                    <a:pt x="134189" y="221524"/>
                    <a:pt x="131633" y="199180"/>
                    <a:pt x="128438" y="177475"/>
                  </a:cubicBezTo>
                  <a:lnTo>
                    <a:pt x="128438" y="177475"/>
                  </a:lnTo>
                  <a:cubicBezTo>
                    <a:pt x="125882" y="171091"/>
                    <a:pt x="119492" y="166622"/>
                    <a:pt x="112463" y="167899"/>
                  </a:cubicBezTo>
                  <a:lnTo>
                    <a:pt x="97127" y="167899"/>
                  </a:lnTo>
                  <a:cubicBezTo>
                    <a:pt x="95210" y="167899"/>
                    <a:pt x="93293" y="166622"/>
                    <a:pt x="92015" y="165345"/>
                  </a:cubicBezTo>
                  <a:lnTo>
                    <a:pt x="77318" y="143001"/>
                  </a:lnTo>
                  <a:cubicBezTo>
                    <a:pt x="76040" y="141086"/>
                    <a:pt x="76040" y="139171"/>
                    <a:pt x="76679" y="137256"/>
                  </a:cubicBezTo>
                  <a:cubicBezTo>
                    <a:pt x="77318" y="135340"/>
                    <a:pt x="78597" y="134064"/>
                    <a:pt x="80513" y="133425"/>
                  </a:cubicBezTo>
                  <a:lnTo>
                    <a:pt x="122687" y="119380"/>
                  </a:lnTo>
                  <a:lnTo>
                    <a:pt x="129077" y="99590"/>
                  </a:lnTo>
                  <a:cubicBezTo>
                    <a:pt x="129716" y="97037"/>
                    <a:pt x="131633" y="95760"/>
                    <a:pt x="134189" y="95121"/>
                  </a:cubicBezTo>
                  <a:cubicBezTo>
                    <a:pt x="136745" y="94483"/>
                    <a:pt x="139301" y="95760"/>
                    <a:pt x="140579" y="97675"/>
                  </a:cubicBezTo>
                  <a:lnTo>
                    <a:pt x="176363" y="147470"/>
                  </a:lnTo>
                  <a:lnTo>
                    <a:pt x="246652" y="147470"/>
                  </a:lnTo>
                  <a:cubicBezTo>
                    <a:pt x="254959" y="142363"/>
                    <a:pt x="272212" y="129595"/>
                    <a:pt x="272212" y="116188"/>
                  </a:cubicBezTo>
                  <a:cubicBezTo>
                    <a:pt x="272212" y="112358"/>
                    <a:pt x="275407" y="109804"/>
                    <a:pt x="278602" y="109804"/>
                  </a:cubicBezTo>
                  <a:cubicBezTo>
                    <a:pt x="281157" y="109804"/>
                    <a:pt x="283075" y="111081"/>
                    <a:pt x="284352" y="112996"/>
                  </a:cubicBezTo>
                  <a:cubicBezTo>
                    <a:pt x="294576" y="134064"/>
                    <a:pt x="292020" y="158961"/>
                    <a:pt x="277962" y="178113"/>
                  </a:cubicBezTo>
                  <a:lnTo>
                    <a:pt x="283075" y="243868"/>
                  </a:lnTo>
                  <a:close/>
                </a:path>
              </a:pathLst>
            </a:custGeom>
            <a:solidFill>
              <a:srgbClr val="007680"/>
            </a:solidFill>
            <a:ln w="6390" cap="flat">
              <a:noFill/>
              <a:prstDash val="solid"/>
              <a:miter/>
            </a:ln>
          </p:spPr>
          <p:txBody>
            <a:bodyPr rtlCol="0" anchor="ctr"/>
            <a:lstStyle/>
            <a:p>
              <a:endParaRPr lang="en-US"/>
            </a:p>
          </p:txBody>
        </p:sp>
      </p:grpSp>
      <p:grpSp>
        <p:nvGrpSpPr>
          <p:cNvPr id="887" name="Graphic 5">
            <a:extLst>
              <a:ext uri="{FF2B5EF4-FFF2-40B4-BE49-F238E27FC236}">
                <a16:creationId xmlns:a16="http://schemas.microsoft.com/office/drawing/2014/main" id="{A6C1C77E-A8D6-F442-B89F-EE7BE556193D}"/>
              </a:ext>
            </a:extLst>
          </p:cNvPr>
          <p:cNvGrpSpPr/>
          <p:nvPr/>
        </p:nvGrpSpPr>
        <p:grpSpPr>
          <a:xfrm>
            <a:off x="8241101" y="2856356"/>
            <a:ext cx="361671" cy="361971"/>
            <a:chOff x="8241101" y="2856356"/>
            <a:chExt cx="361671" cy="361971"/>
          </a:xfrm>
          <a:solidFill>
            <a:srgbClr val="007680"/>
          </a:solidFill>
        </p:grpSpPr>
        <p:sp>
          <p:nvSpPr>
            <p:cNvPr id="888" name="Graphic 5">
              <a:extLst>
                <a:ext uri="{FF2B5EF4-FFF2-40B4-BE49-F238E27FC236}">
                  <a16:creationId xmlns:a16="http://schemas.microsoft.com/office/drawing/2014/main" id="{FD429381-0612-784F-8C2F-F4EE50129A09}"/>
                </a:ext>
              </a:extLst>
            </p:cNvPr>
            <p:cNvSpPr/>
            <p:nvPr/>
          </p:nvSpPr>
          <p:spPr>
            <a:xfrm>
              <a:off x="8400211" y="2980205"/>
              <a:ext cx="50480" cy="161514"/>
            </a:xfrm>
            <a:custGeom>
              <a:avLst/>
              <a:gdLst>
                <a:gd name="connsiteX0" fmla="*/ 0 w 50480"/>
                <a:gd name="connsiteY0" fmla="*/ 25536 h 161514"/>
                <a:gd name="connsiteX1" fmla="*/ 0 w 50480"/>
                <a:gd name="connsiteY1" fmla="*/ 161515 h 161514"/>
                <a:gd name="connsiteX2" fmla="*/ 50481 w 50480"/>
                <a:gd name="connsiteY2" fmla="*/ 161515 h 161514"/>
                <a:gd name="connsiteX3" fmla="*/ 50481 w 50480"/>
                <a:gd name="connsiteY3" fmla="*/ 134702 h 161514"/>
                <a:gd name="connsiteX4" fmla="*/ 24921 w 50480"/>
                <a:gd name="connsiteY4" fmla="*/ 134702 h 161514"/>
                <a:gd name="connsiteX5" fmla="*/ 18531 w 50480"/>
                <a:gd name="connsiteY5" fmla="*/ 128318 h 161514"/>
                <a:gd name="connsiteX6" fmla="*/ 18531 w 50480"/>
                <a:gd name="connsiteY6" fmla="*/ 65117 h 161514"/>
                <a:gd name="connsiteX7" fmla="*/ 24921 w 50480"/>
                <a:gd name="connsiteY7" fmla="*/ 58733 h 161514"/>
                <a:gd name="connsiteX8" fmla="*/ 48563 w 50480"/>
                <a:gd name="connsiteY8" fmla="*/ 58733 h 161514"/>
                <a:gd name="connsiteX9" fmla="*/ 49842 w 50480"/>
                <a:gd name="connsiteY9" fmla="*/ 58733 h 161514"/>
                <a:gd name="connsiteX10" fmla="*/ 49842 w 50480"/>
                <a:gd name="connsiteY10" fmla="*/ 25536 h 161514"/>
                <a:gd name="connsiteX11" fmla="*/ 24282 w 50480"/>
                <a:gd name="connsiteY11" fmla="*/ 0 h 161514"/>
                <a:gd name="connsiteX12" fmla="*/ 0 w 50480"/>
                <a:gd name="connsiteY12" fmla="*/ 25536 h 161514"/>
                <a:gd name="connsiteX13" fmla="*/ 0 w 50480"/>
                <a:gd name="connsiteY13" fmla="*/ 25536 h 161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80" h="161514">
                  <a:moveTo>
                    <a:pt x="0" y="25536"/>
                  </a:moveTo>
                  <a:lnTo>
                    <a:pt x="0" y="161515"/>
                  </a:lnTo>
                  <a:lnTo>
                    <a:pt x="50481" y="161515"/>
                  </a:lnTo>
                  <a:lnTo>
                    <a:pt x="50481" y="134702"/>
                  </a:lnTo>
                  <a:lnTo>
                    <a:pt x="24921" y="134702"/>
                  </a:lnTo>
                  <a:cubicBezTo>
                    <a:pt x="21087" y="134702"/>
                    <a:pt x="18531" y="132148"/>
                    <a:pt x="18531" y="128318"/>
                  </a:cubicBezTo>
                  <a:lnTo>
                    <a:pt x="18531" y="65117"/>
                  </a:lnTo>
                  <a:cubicBezTo>
                    <a:pt x="18531" y="61286"/>
                    <a:pt x="21087" y="58733"/>
                    <a:pt x="24921" y="58733"/>
                  </a:cubicBezTo>
                  <a:lnTo>
                    <a:pt x="48563" y="58733"/>
                  </a:lnTo>
                  <a:cubicBezTo>
                    <a:pt x="49203" y="58733"/>
                    <a:pt x="49842" y="58733"/>
                    <a:pt x="49842" y="58733"/>
                  </a:cubicBezTo>
                  <a:lnTo>
                    <a:pt x="49842" y="25536"/>
                  </a:lnTo>
                  <a:cubicBezTo>
                    <a:pt x="49842" y="11491"/>
                    <a:pt x="38340" y="0"/>
                    <a:pt x="24282" y="0"/>
                  </a:cubicBezTo>
                  <a:cubicBezTo>
                    <a:pt x="10863" y="0"/>
                    <a:pt x="0" y="11491"/>
                    <a:pt x="0" y="25536"/>
                  </a:cubicBezTo>
                  <a:lnTo>
                    <a:pt x="0" y="25536"/>
                  </a:lnTo>
                  <a:close/>
                </a:path>
              </a:pathLst>
            </a:custGeom>
            <a:solidFill>
              <a:srgbClr val="007680"/>
            </a:solidFill>
            <a:ln w="6390" cap="flat">
              <a:noFill/>
              <a:prstDash val="solid"/>
              <a:miter/>
            </a:ln>
          </p:spPr>
          <p:txBody>
            <a:bodyPr rtlCol="0" anchor="ctr"/>
            <a:lstStyle/>
            <a:p>
              <a:endParaRPr lang="en-US"/>
            </a:p>
          </p:txBody>
        </p:sp>
        <p:sp>
          <p:nvSpPr>
            <p:cNvPr id="889" name="Graphic 5">
              <a:extLst>
                <a:ext uri="{FF2B5EF4-FFF2-40B4-BE49-F238E27FC236}">
                  <a16:creationId xmlns:a16="http://schemas.microsoft.com/office/drawing/2014/main" id="{5A13E69E-9139-2E4D-912A-14B540CC8165}"/>
                </a:ext>
              </a:extLst>
            </p:cNvPr>
            <p:cNvSpPr/>
            <p:nvPr/>
          </p:nvSpPr>
          <p:spPr>
            <a:xfrm>
              <a:off x="8432160" y="3051067"/>
              <a:ext cx="19169" cy="50433"/>
            </a:xfrm>
            <a:custGeom>
              <a:avLst/>
              <a:gdLst>
                <a:gd name="connsiteX0" fmla="*/ 18531 w 19169"/>
                <a:gd name="connsiteY0" fmla="*/ 0 h 50433"/>
                <a:gd name="connsiteX1" fmla="*/ 17253 w 19169"/>
                <a:gd name="connsiteY1" fmla="*/ 0 h 50433"/>
                <a:gd name="connsiteX2" fmla="*/ 0 w 19169"/>
                <a:gd name="connsiteY2" fmla="*/ 0 h 50433"/>
                <a:gd name="connsiteX3" fmla="*/ 0 w 19169"/>
                <a:gd name="connsiteY3" fmla="*/ 50434 h 50433"/>
                <a:gd name="connsiteX4" fmla="*/ 19170 w 19169"/>
                <a:gd name="connsiteY4" fmla="*/ 50434 h 50433"/>
                <a:gd name="connsiteX5" fmla="*/ 18531 w 19169"/>
                <a:gd name="connsiteY5" fmla="*/ 0 h 5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50433">
                  <a:moveTo>
                    <a:pt x="18531" y="0"/>
                  </a:moveTo>
                  <a:cubicBezTo>
                    <a:pt x="17892" y="0"/>
                    <a:pt x="17253" y="0"/>
                    <a:pt x="17253" y="0"/>
                  </a:cubicBezTo>
                  <a:lnTo>
                    <a:pt x="0" y="0"/>
                  </a:lnTo>
                  <a:lnTo>
                    <a:pt x="0" y="50434"/>
                  </a:lnTo>
                  <a:lnTo>
                    <a:pt x="19170" y="50434"/>
                  </a:lnTo>
                  <a:lnTo>
                    <a:pt x="18531" y="0"/>
                  </a:lnTo>
                  <a:close/>
                </a:path>
              </a:pathLst>
            </a:custGeom>
            <a:solidFill>
              <a:srgbClr val="007680"/>
            </a:solidFill>
            <a:ln w="6390" cap="flat">
              <a:noFill/>
              <a:prstDash val="solid"/>
              <a:miter/>
            </a:ln>
          </p:spPr>
          <p:txBody>
            <a:bodyPr rtlCol="0" anchor="ctr"/>
            <a:lstStyle/>
            <a:p>
              <a:endParaRPr lang="en-US"/>
            </a:p>
          </p:txBody>
        </p:sp>
        <p:sp>
          <p:nvSpPr>
            <p:cNvPr id="890" name="Graphic 5">
              <a:extLst>
                <a:ext uri="{FF2B5EF4-FFF2-40B4-BE49-F238E27FC236}">
                  <a16:creationId xmlns:a16="http://schemas.microsoft.com/office/drawing/2014/main" id="{2CE22E5C-6933-FA4E-9C13-BB048FB2F6C7}"/>
                </a:ext>
              </a:extLst>
            </p:cNvPr>
            <p:cNvSpPr/>
            <p:nvPr/>
          </p:nvSpPr>
          <p:spPr>
            <a:xfrm>
              <a:off x="8241101" y="2856356"/>
              <a:ext cx="361671" cy="361971"/>
            </a:xfrm>
            <a:custGeom>
              <a:avLst/>
              <a:gdLst>
                <a:gd name="connsiteX0" fmla="*/ 180836 w 361671"/>
                <a:gd name="connsiteY0" fmla="*/ 0 h 361971"/>
                <a:gd name="connsiteX1" fmla="*/ 0 w 361671"/>
                <a:gd name="connsiteY1" fmla="*/ 180667 h 361971"/>
                <a:gd name="connsiteX2" fmla="*/ 180836 w 361671"/>
                <a:gd name="connsiteY2" fmla="*/ 361972 h 361971"/>
                <a:gd name="connsiteX3" fmla="*/ 361671 w 361671"/>
                <a:gd name="connsiteY3" fmla="*/ 181305 h 361971"/>
                <a:gd name="connsiteX4" fmla="*/ 361671 w 361671"/>
                <a:gd name="connsiteY4" fmla="*/ 181305 h 361971"/>
                <a:gd name="connsiteX5" fmla="*/ 180836 w 361671"/>
                <a:gd name="connsiteY5" fmla="*/ 0 h 361971"/>
                <a:gd name="connsiteX6" fmla="*/ 180836 w 361671"/>
                <a:gd name="connsiteY6" fmla="*/ 0 h 361971"/>
                <a:gd name="connsiteX7" fmla="*/ 242179 w 361671"/>
                <a:gd name="connsiteY7" fmla="*/ 86822 h 361971"/>
                <a:gd name="connsiteX8" fmla="*/ 246652 w 361671"/>
                <a:gd name="connsiteY8" fmla="*/ 94483 h 361971"/>
                <a:gd name="connsiteX9" fmla="*/ 246652 w 361671"/>
                <a:gd name="connsiteY9" fmla="*/ 94483 h 361971"/>
                <a:gd name="connsiteX10" fmla="*/ 240262 w 361671"/>
                <a:gd name="connsiteY10" fmla="*/ 98952 h 361971"/>
                <a:gd name="connsiteX11" fmla="*/ 238345 w 361671"/>
                <a:gd name="connsiteY11" fmla="*/ 98952 h 361971"/>
                <a:gd name="connsiteX12" fmla="*/ 191059 w 361671"/>
                <a:gd name="connsiteY12" fmla="*/ 84907 h 361971"/>
                <a:gd name="connsiteX13" fmla="*/ 191059 w 361671"/>
                <a:gd name="connsiteY13" fmla="*/ 111081 h 361971"/>
                <a:gd name="connsiteX14" fmla="*/ 223009 w 361671"/>
                <a:gd name="connsiteY14" fmla="*/ 148747 h 361971"/>
                <a:gd name="connsiteX15" fmla="*/ 223009 w 361671"/>
                <a:gd name="connsiteY15" fmla="*/ 291110 h 361971"/>
                <a:gd name="connsiteX16" fmla="*/ 216619 w 361671"/>
                <a:gd name="connsiteY16" fmla="*/ 297494 h 361971"/>
                <a:gd name="connsiteX17" fmla="*/ 153358 w 361671"/>
                <a:gd name="connsiteY17" fmla="*/ 297494 h 361971"/>
                <a:gd name="connsiteX18" fmla="*/ 146969 w 361671"/>
                <a:gd name="connsiteY18" fmla="*/ 291110 h 361971"/>
                <a:gd name="connsiteX19" fmla="*/ 146969 w 361671"/>
                <a:gd name="connsiteY19" fmla="*/ 148747 h 361971"/>
                <a:gd name="connsiteX20" fmla="*/ 178918 w 361671"/>
                <a:gd name="connsiteY20" fmla="*/ 111081 h 361971"/>
                <a:gd name="connsiteX21" fmla="*/ 178918 w 361671"/>
                <a:gd name="connsiteY21" fmla="*/ 91930 h 361971"/>
                <a:gd name="connsiteX22" fmla="*/ 153358 w 361671"/>
                <a:gd name="connsiteY22" fmla="*/ 91930 h 361971"/>
                <a:gd name="connsiteX23" fmla="*/ 128438 w 361671"/>
                <a:gd name="connsiteY23" fmla="*/ 117465 h 361971"/>
                <a:gd name="connsiteX24" fmla="*/ 128438 w 361671"/>
                <a:gd name="connsiteY24" fmla="*/ 259828 h 361971"/>
                <a:gd name="connsiteX25" fmla="*/ 122048 w 361671"/>
                <a:gd name="connsiteY25" fmla="*/ 266212 h 361971"/>
                <a:gd name="connsiteX26" fmla="*/ 115658 w 361671"/>
                <a:gd name="connsiteY26" fmla="*/ 259828 h 361971"/>
                <a:gd name="connsiteX27" fmla="*/ 115658 w 361671"/>
                <a:gd name="connsiteY27" fmla="*/ 116827 h 361971"/>
                <a:gd name="connsiteX28" fmla="*/ 153358 w 361671"/>
                <a:gd name="connsiteY28" fmla="*/ 78523 h 361971"/>
                <a:gd name="connsiteX29" fmla="*/ 178918 w 361671"/>
                <a:gd name="connsiteY29" fmla="*/ 78523 h 361971"/>
                <a:gd name="connsiteX30" fmla="*/ 178918 w 361671"/>
                <a:gd name="connsiteY30" fmla="*/ 68947 h 361971"/>
                <a:gd name="connsiteX31" fmla="*/ 185308 w 361671"/>
                <a:gd name="connsiteY31" fmla="*/ 62563 h 361971"/>
                <a:gd name="connsiteX32" fmla="*/ 240901 w 361671"/>
                <a:gd name="connsiteY32" fmla="*/ 62563 h 361971"/>
                <a:gd name="connsiteX33" fmla="*/ 247291 w 361671"/>
                <a:gd name="connsiteY33" fmla="*/ 68947 h 361971"/>
                <a:gd name="connsiteX34" fmla="*/ 240901 w 361671"/>
                <a:gd name="connsiteY34" fmla="*/ 75331 h 361971"/>
                <a:gd name="connsiteX35" fmla="*/ 207034 w 361671"/>
                <a:gd name="connsiteY35" fmla="*/ 75331 h 361971"/>
                <a:gd name="connsiteX36" fmla="*/ 242179 w 361671"/>
                <a:gd name="connsiteY36" fmla="*/ 8682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1671" h="361971">
                  <a:moveTo>
                    <a:pt x="180836" y="0"/>
                  </a:moveTo>
                  <a:cubicBezTo>
                    <a:pt x="80514" y="0"/>
                    <a:pt x="0" y="81077"/>
                    <a:pt x="0" y="180667"/>
                  </a:cubicBezTo>
                  <a:cubicBezTo>
                    <a:pt x="0" y="280895"/>
                    <a:pt x="81153" y="361972"/>
                    <a:pt x="180836" y="361972"/>
                  </a:cubicBezTo>
                  <a:cubicBezTo>
                    <a:pt x="281157" y="361972"/>
                    <a:pt x="361671" y="280895"/>
                    <a:pt x="361671" y="181305"/>
                  </a:cubicBezTo>
                  <a:cubicBezTo>
                    <a:pt x="361671" y="181305"/>
                    <a:pt x="361671" y="181305"/>
                    <a:pt x="361671" y="181305"/>
                  </a:cubicBezTo>
                  <a:cubicBezTo>
                    <a:pt x="361671" y="81077"/>
                    <a:pt x="281157" y="0"/>
                    <a:pt x="180836" y="0"/>
                  </a:cubicBezTo>
                  <a:cubicBezTo>
                    <a:pt x="180836" y="0"/>
                    <a:pt x="180836" y="0"/>
                    <a:pt x="180836" y="0"/>
                  </a:cubicBezTo>
                  <a:close/>
                  <a:moveTo>
                    <a:pt x="242179" y="86822"/>
                  </a:moveTo>
                  <a:cubicBezTo>
                    <a:pt x="245374" y="88099"/>
                    <a:pt x="247291" y="91291"/>
                    <a:pt x="246652" y="94483"/>
                  </a:cubicBezTo>
                  <a:lnTo>
                    <a:pt x="246652" y="94483"/>
                  </a:lnTo>
                  <a:cubicBezTo>
                    <a:pt x="246013" y="97037"/>
                    <a:pt x="243457" y="98952"/>
                    <a:pt x="240262" y="98952"/>
                  </a:cubicBezTo>
                  <a:cubicBezTo>
                    <a:pt x="239623" y="98952"/>
                    <a:pt x="238984" y="98952"/>
                    <a:pt x="238345" y="98952"/>
                  </a:cubicBezTo>
                  <a:lnTo>
                    <a:pt x="191059" y="84907"/>
                  </a:lnTo>
                  <a:lnTo>
                    <a:pt x="191059" y="111081"/>
                  </a:lnTo>
                  <a:cubicBezTo>
                    <a:pt x="209590" y="114273"/>
                    <a:pt x="223009" y="130233"/>
                    <a:pt x="223009" y="148747"/>
                  </a:cubicBezTo>
                  <a:lnTo>
                    <a:pt x="223009" y="291110"/>
                  </a:lnTo>
                  <a:cubicBezTo>
                    <a:pt x="223009" y="294940"/>
                    <a:pt x="220453" y="297494"/>
                    <a:pt x="216619" y="297494"/>
                  </a:cubicBezTo>
                  <a:lnTo>
                    <a:pt x="153358" y="297494"/>
                  </a:lnTo>
                  <a:cubicBezTo>
                    <a:pt x="149525" y="297494"/>
                    <a:pt x="146969" y="294940"/>
                    <a:pt x="146969" y="291110"/>
                  </a:cubicBezTo>
                  <a:lnTo>
                    <a:pt x="146969" y="148747"/>
                  </a:lnTo>
                  <a:cubicBezTo>
                    <a:pt x="146969" y="130233"/>
                    <a:pt x="160388" y="114273"/>
                    <a:pt x="178918" y="111081"/>
                  </a:cubicBezTo>
                  <a:lnTo>
                    <a:pt x="178918" y="91930"/>
                  </a:lnTo>
                  <a:lnTo>
                    <a:pt x="153358" y="91930"/>
                  </a:lnTo>
                  <a:cubicBezTo>
                    <a:pt x="139301" y="91930"/>
                    <a:pt x="127799" y="103421"/>
                    <a:pt x="128438" y="117465"/>
                  </a:cubicBezTo>
                  <a:lnTo>
                    <a:pt x="128438" y="259828"/>
                  </a:lnTo>
                  <a:cubicBezTo>
                    <a:pt x="128438" y="263659"/>
                    <a:pt x="125882" y="266212"/>
                    <a:pt x="122048" y="266212"/>
                  </a:cubicBezTo>
                  <a:cubicBezTo>
                    <a:pt x="118214" y="266212"/>
                    <a:pt x="115658" y="263659"/>
                    <a:pt x="115658" y="259828"/>
                  </a:cubicBezTo>
                  <a:lnTo>
                    <a:pt x="115658" y="116827"/>
                  </a:lnTo>
                  <a:cubicBezTo>
                    <a:pt x="115658" y="95760"/>
                    <a:pt x="132911" y="78523"/>
                    <a:pt x="153358" y="78523"/>
                  </a:cubicBezTo>
                  <a:lnTo>
                    <a:pt x="178918" y="78523"/>
                  </a:lnTo>
                  <a:lnTo>
                    <a:pt x="178918" y="68947"/>
                  </a:lnTo>
                  <a:cubicBezTo>
                    <a:pt x="178918" y="65117"/>
                    <a:pt x="181474" y="62563"/>
                    <a:pt x="185308" y="62563"/>
                  </a:cubicBezTo>
                  <a:lnTo>
                    <a:pt x="240901" y="62563"/>
                  </a:lnTo>
                  <a:cubicBezTo>
                    <a:pt x="244735" y="62563"/>
                    <a:pt x="247291" y="65117"/>
                    <a:pt x="247291" y="68947"/>
                  </a:cubicBezTo>
                  <a:cubicBezTo>
                    <a:pt x="247291" y="72778"/>
                    <a:pt x="244735" y="75331"/>
                    <a:pt x="240901" y="75331"/>
                  </a:cubicBezTo>
                  <a:lnTo>
                    <a:pt x="207034" y="75331"/>
                  </a:lnTo>
                  <a:lnTo>
                    <a:pt x="242179" y="86822"/>
                  </a:lnTo>
                  <a:close/>
                </a:path>
              </a:pathLst>
            </a:custGeom>
            <a:solidFill>
              <a:srgbClr val="007680"/>
            </a:solidFill>
            <a:ln w="6390" cap="flat">
              <a:noFill/>
              <a:prstDash val="solid"/>
              <a:miter/>
            </a:ln>
          </p:spPr>
          <p:txBody>
            <a:bodyPr rtlCol="0" anchor="ctr"/>
            <a:lstStyle/>
            <a:p>
              <a:endParaRPr lang="en-US"/>
            </a:p>
          </p:txBody>
        </p:sp>
      </p:grpSp>
      <p:sp>
        <p:nvSpPr>
          <p:cNvPr id="891" name="Graphic 5">
            <a:extLst>
              <a:ext uri="{FF2B5EF4-FFF2-40B4-BE49-F238E27FC236}">
                <a16:creationId xmlns:a16="http://schemas.microsoft.com/office/drawing/2014/main" id="{94B30882-C307-B84C-BF15-7C5CD7795D59}"/>
              </a:ext>
            </a:extLst>
          </p:cNvPr>
          <p:cNvSpPr/>
          <p:nvPr/>
        </p:nvSpPr>
        <p:spPr>
          <a:xfrm>
            <a:off x="8240462" y="3340900"/>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0667 h 361971"/>
              <a:gd name="connsiteX5" fmla="*/ 181474 w 362309"/>
              <a:gd name="connsiteY5" fmla="*/ 0 h 361971"/>
              <a:gd name="connsiteX6" fmla="*/ 293937 w 362309"/>
              <a:gd name="connsiteY6" fmla="*/ 187051 h 361971"/>
              <a:gd name="connsiteX7" fmla="*/ 292021 w 362309"/>
              <a:gd name="connsiteY7" fmla="*/ 187051 h 361971"/>
              <a:gd name="connsiteX8" fmla="*/ 292021 w 362309"/>
              <a:gd name="connsiteY8" fmla="*/ 220886 h 361971"/>
              <a:gd name="connsiteX9" fmla="*/ 285631 w 362309"/>
              <a:gd name="connsiteY9" fmla="*/ 227270 h 361971"/>
              <a:gd name="connsiteX10" fmla="*/ 279241 w 362309"/>
              <a:gd name="connsiteY10" fmla="*/ 220886 h 361971"/>
              <a:gd name="connsiteX11" fmla="*/ 279241 w 362309"/>
              <a:gd name="connsiteY11" fmla="*/ 187051 h 361971"/>
              <a:gd name="connsiteX12" fmla="*/ 276685 w 362309"/>
              <a:gd name="connsiteY12" fmla="*/ 187051 h 361971"/>
              <a:gd name="connsiteX13" fmla="*/ 276685 w 362309"/>
              <a:gd name="connsiteY13" fmla="*/ 228546 h 361971"/>
              <a:gd name="connsiteX14" fmla="*/ 270295 w 362309"/>
              <a:gd name="connsiteY14" fmla="*/ 234930 h 361971"/>
              <a:gd name="connsiteX15" fmla="*/ 263905 w 362309"/>
              <a:gd name="connsiteY15" fmla="*/ 228546 h 361971"/>
              <a:gd name="connsiteX16" fmla="*/ 263905 w 362309"/>
              <a:gd name="connsiteY16" fmla="*/ 187051 h 361971"/>
              <a:gd name="connsiteX17" fmla="*/ 261349 w 362309"/>
              <a:gd name="connsiteY17" fmla="*/ 187051 h 361971"/>
              <a:gd name="connsiteX18" fmla="*/ 261349 w 362309"/>
              <a:gd name="connsiteY18" fmla="*/ 236846 h 361971"/>
              <a:gd name="connsiteX19" fmla="*/ 254959 w 362309"/>
              <a:gd name="connsiteY19" fmla="*/ 243230 h 361971"/>
              <a:gd name="connsiteX20" fmla="*/ 248569 w 362309"/>
              <a:gd name="connsiteY20" fmla="*/ 236846 h 361971"/>
              <a:gd name="connsiteX21" fmla="*/ 248569 w 362309"/>
              <a:gd name="connsiteY21" fmla="*/ 187051 h 361971"/>
              <a:gd name="connsiteX22" fmla="*/ 114380 w 362309"/>
              <a:gd name="connsiteY22" fmla="*/ 187051 h 361971"/>
              <a:gd name="connsiteX23" fmla="*/ 114380 w 362309"/>
              <a:gd name="connsiteY23" fmla="*/ 236846 h 361971"/>
              <a:gd name="connsiteX24" fmla="*/ 107990 w 362309"/>
              <a:gd name="connsiteY24" fmla="*/ 243230 h 361971"/>
              <a:gd name="connsiteX25" fmla="*/ 101600 w 362309"/>
              <a:gd name="connsiteY25" fmla="*/ 236846 h 361971"/>
              <a:gd name="connsiteX26" fmla="*/ 101600 w 362309"/>
              <a:gd name="connsiteY26" fmla="*/ 187051 h 361971"/>
              <a:gd name="connsiteX27" fmla="*/ 99044 w 362309"/>
              <a:gd name="connsiteY27" fmla="*/ 187051 h 361971"/>
              <a:gd name="connsiteX28" fmla="*/ 99044 w 362309"/>
              <a:gd name="connsiteY28" fmla="*/ 228546 h 361971"/>
              <a:gd name="connsiteX29" fmla="*/ 92654 w 362309"/>
              <a:gd name="connsiteY29" fmla="*/ 234930 h 361971"/>
              <a:gd name="connsiteX30" fmla="*/ 86264 w 362309"/>
              <a:gd name="connsiteY30" fmla="*/ 228546 h 361971"/>
              <a:gd name="connsiteX31" fmla="*/ 86264 w 362309"/>
              <a:gd name="connsiteY31" fmla="*/ 187051 h 361971"/>
              <a:gd name="connsiteX32" fmla="*/ 83708 w 362309"/>
              <a:gd name="connsiteY32" fmla="*/ 187051 h 361971"/>
              <a:gd name="connsiteX33" fmla="*/ 83708 w 362309"/>
              <a:gd name="connsiteY33" fmla="*/ 220886 h 361971"/>
              <a:gd name="connsiteX34" fmla="*/ 77318 w 362309"/>
              <a:gd name="connsiteY34" fmla="*/ 227270 h 361971"/>
              <a:gd name="connsiteX35" fmla="*/ 70928 w 362309"/>
              <a:gd name="connsiteY35" fmla="*/ 220886 h 361971"/>
              <a:gd name="connsiteX36" fmla="*/ 70928 w 362309"/>
              <a:gd name="connsiteY36" fmla="*/ 187051 h 361971"/>
              <a:gd name="connsiteX37" fmla="*/ 69012 w 362309"/>
              <a:gd name="connsiteY37" fmla="*/ 187051 h 361971"/>
              <a:gd name="connsiteX38" fmla="*/ 62622 w 362309"/>
              <a:gd name="connsiteY38" fmla="*/ 180667 h 361971"/>
              <a:gd name="connsiteX39" fmla="*/ 69012 w 362309"/>
              <a:gd name="connsiteY39" fmla="*/ 174283 h 361971"/>
              <a:gd name="connsiteX40" fmla="*/ 70928 w 362309"/>
              <a:gd name="connsiteY40" fmla="*/ 174283 h 361971"/>
              <a:gd name="connsiteX41" fmla="*/ 70928 w 362309"/>
              <a:gd name="connsiteY41" fmla="*/ 140448 h 361971"/>
              <a:gd name="connsiteX42" fmla="*/ 77318 w 362309"/>
              <a:gd name="connsiteY42" fmla="*/ 134064 h 361971"/>
              <a:gd name="connsiteX43" fmla="*/ 83708 w 362309"/>
              <a:gd name="connsiteY43" fmla="*/ 140448 h 361971"/>
              <a:gd name="connsiteX44" fmla="*/ 83708 w 362309"/>
              <a:gd name="connsiteY44" fmla="*/ 174283 h 361971"/>
              <a:gd name="connsiteX45" fmla="*/ 86264 w 362309"/>
              <a:gd name="connsiteY45" fmla="*/ 174283 h 361971"/>
              <a:gd name="connsiteX46" fmla="*/ 86264 w 362309"/>
              <a:gd name="connsiteY46" fmla="*/ 132787 h 361971"/>
              <a:gd name="connsiteX47" fmla="*/ 92654 w 362309"/>
              <a:gd name="connsiteY47" fmla="*/ 126403 h 361971"/>
              <a:gd name="connsiteX48" fmla="*/ 99044 w 362309"/>
              <a:gd name="connsiteY48" fmla="*/ 132787 h 361971"/>
              <a:gd name="connsiteX49" fmla="*/ 99044 w 362309"/>
              <a:gd name="connsiteY49" fmla="*/ 174283 h 361971"/>
              <a:gd name="connsiteX50" fmla="*/ 101600 w 362309"/>
              <a:gd name="connsiteY50" fmla="*/ 174283 h 361971"/>
              <a:gd name="connsiteX51" fmla="*/ 101600 w 362309"/>
              <a:gd name="connsiteY51" fmla="*/ 124488 h 361971"/>
              <a:gd name="connsiteX52" fmla="*/ 107990 w 362309"/>
              <a:gd name="connsiteY52" fmla="*/ 118104 h 361971"/>
              <a:gd name="connsiteX53" fmla="*/ 114380 w 362309"/>
              <a:gd name="connsiteY53" fmla="*/ 124488 h 361971"/>
              <a:gd name="connsiteX54" fmla="*/ 114380 w 362309"/>
              <a:gd name="connsiteY54" fmla="*/ 174283 h 361971"/>
              <a:gd name="connsiteX55" fmla="*/ 248569 w 362309"/>
              <a:gd name="connsiteY55" fmla="*/ 174283 h 361971"/>
              <a:gd name="connsiteX56" fmla="*/ 248569 w 362309"/>
              <a:gd name="connsiteY56" fmla="*/ 124488 h 361971"/>
              <a:gd name="connsiteX57" fmla="*/ 254959 w 362309"/>
              <a:gd name="connsiteY57" fmla="*/ 118104 h 361971"/>
              <a:gd name="connsiteX58" fmla="*/ 261349 w 362309"/>
              <a:gd name="connsiteY58" fmla="*/ 124488 h 361971"/>
              <a:gd name="connsiteX59" fmla="*/ 261349 w 362309"/>
              <a:gd name="connsiteY59" fmla="*/ 174283 h 361971"/>
              <a:gd name="connsiteX60" fmla="*/ 263905 w 362309"/>
              <a:gd name="connsiteY60" fmla="*/ 174283 h 361971"/>
              <a:gd name="connsiteX61" fmla="*/ 263905 w 362309"/>
              <a:gd name="connsiteY61" fmla="*/ 132787 h 361971"/>
              <a:gd name="connsiteX62" fmla="*/ 270295 w 362309"/>
              <a:gd name="connsiteY62" fmla="*/ 126403 h 361971"/>
              <a:gd name="connsiteX63" fmla="*/ 276685 w 362309"/>
              <a:gd name="connsiteY63" fmla="*/ 132787 h 361971"/>
              <a:gd name="connsiteX64" fmla="*/ 276685 w 362309"/>
              <a:gd name="connsiteY64" fmla="*/ 174283 h 361971"/>
              <a:gd name="connsiteX65" fmla="*/ 279241 w 362309"/>
              <a:gd name="connsiteY65" fmla="*/ 174283 h 361971"/>
              <a:gd name="connsiteX66" fmla="*/ 279241 w 362309"/>
              <a:gd name="connsiteY66" fmla="*/ 140448 h 361971"/>
              <a:gd name="connsiteX67" fmla="*/ 285631 w 362309"/>
              <a:gd name="connsiteY67" fmla="*/ 134064 h 361971"/>
              <a:gd name="connsiteX68" fmla="*/ 292021 w 362309"/>
              <a:gd name="connsiteY68" fmla="*/ 140448 h 361971"/>
              <a:gd name="connsiteX69" fmla="*/ 292021 w 362309"/>
              <a:gd name="connsiteY69" fmla="*/ 174283 h 361971"/>
              <a:gd name="connsiteX70" fmla="*/ 293937 w 362309"/>
              <a:gd name="connsiteY70" fmla="*/ 174283 h 361971"/>
              <a:gd name="connsiteX71" fmla="*/ 300327 w 362309"/>
              <a:gd name="connsiteY71" fmla="*/ 180667 h 361971"/>
              <a:gd name="connsiteX72" fmla="*/ 293937 w 362309"/>
              <a:gd name="connsiteY72" fmla="*/ 18705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62309" h="361971">
                <a:moveTo>
                  <a:pt x="181474" y="0"/>
                </a:moveTo>
                <a:cubicBezTo>
                  <a:pt x="81153" y="0"/>
                  <a:pt x="0" y="80438"/>
                  <a:pt x="0" y="180667"/>
                </a:cubicBezTo>
                <a:cubicBezTo>
                  <a:pt x="0" y="280895"/>
                  <a:pt x="80513" y="361972"/>
                  <a:pt x="180836" y="361972"/>
                </a:cubicBezTo>
                <a:cubicBezTo>
                  <a:pt x="281157" y="361972"/>
                  <a:pt x="362310" y="281533"/>
                  <a:pt x="362310" y="181305"/>
                </a:cubicBezTo>
                <a:cubicBezTo>
                  <a:pt x="362310" y="181305"/>
                  <a:pt x="362310" y="181305"/>
                  <a:pt x="362310" y="180667"/>
                </a:cubicBezTo>
                <a:cubicBezTo>
                  <a:pt x="362310" y="81077"/>
                  <a:pt x="281157" y="0"/>
                  <a:pt x="181474" y="0"/>
                </a:cubicBezTo>
                <a:close/>
                <a:moveTo>
                  <a:pt x="293937" y="187051"/>
                </a:moveTo>
                <a:lnTo>
                  <a:pt x="292021" y="187051"/>
                </a:lnTo>
                <a:lnTo>
                  <a:pt x="292021" y="220886"/>
                </a:lnTo>
                <a:cubicBezTo>
                  <a:pt x="292021" y="224716"/>
                  <a:pt x="289464" y="227270"/>
                  <a:pt x="285631" y="227270"/>
                </a:cubicBezTo>
                <a:cubicBezTo>
                  <a:pt x="281796" y="227270"/>
                  <a:pt x="279241" y="224716"/>
                  <a:pt x="279241" y="220886"/>
                </a:cubicBezTo>
                <a:lnTo>
                  <a:pt x="279241" y="187051"/>
                </a:lnTo>
                <a:lnTo>
                  <a:pt x="276685" y="187051"/>
                </a:lnTo>
                <a:lnTo>
                  <a:pt x="276685" y="228546"/>
                </a:lnTo>
                <a:cubicBezTo>
                  <a:pt x="276685" y="232377"/>
                  <a:pt x="274128" y="234930"/>
                  <a:pt x="270295" y="234930"/>
                </a:cubicBezTo>
                <a:cubicBezTo>
                  <a:pt x="266461" y="234930"/>
                  <a:pt x="263905" y="232377"/>
                  <a:pt x="263905" y="228546"/>
                </a:cubicBezTo>
                <a:lnTo>
                  <a:pt x="263905" y="187051"/>
                </a:lnTo>
                <a:lnTo>
                  <a:pt x="261349" y="187051"/>
                </a:lnTo>
                <a:lnTo>
                  <a:pt x="261349" y="236846"/>
                </a:lnTo>
                <a:cubicBezTo>
                  <a:pt x="261349" y="240676"/>
                  <a:pt x="258792" y="243230"/>
                  <a:pt x="254959" y="243230"/>
                </a:cubicBezTo>
                <a:cubicBezTo>
                  <a:pt x="251125" y="243230"/>
                  <a:pt x="248569" y="240676"/>
                  <a:pt x="248569" y="236846"/>
                </a:cubicBezTo>
                <a:lnTo>
                  <a:pt x="248569" y="187051"/>
                </a:lnTo>
                <a:lnTo>
                  <a:pt x="114380" y="187051"/>
                </a:lnTo>
                <a:lnTo>
                  <a:pt x="114380" y="236846"/>
                </a:lnTo>
                <a:cubicBezTo>
                  <a:pt x="114380" y="240676"/>
                  <a:pt x="111824" y="243230"/>
                  <a:pt x="107990" y="243230"/>
                </a:cubicBezTo>
                <a:cubicBezTo>
                  <a:pt x="104156" y="243230"/>
                  <a:pt x="101600" y="240676"/>
                  <a:pt x="101600" y="236846"/>
                </a:cubicBezTo>
                <a:lnTo>
                  <a:pt x="101600" y="187051"/>
                </a:lnTo>
                <a:lnTo>
                  <a:pt x="99044" y="187051"/>
                </a:lnTo>
                <a:lnTo>
                  <a:pt x="99044" y="228546"/>
                </a:lnTo>
                <a:cubicBezTo>
                  <a:pt x="99044" y="232377"/>
                  <a:pt x="96488" y="234930"/>
                  <a:pt x="92654" y="234930"/>
                </a:cubicBezTo>
                <a:cubicBezTo>
                  <a:pt x="88820" y="234930"/>
                  <a:pt x="86264" y="232377"/>
                  <a:pt x="86264" y="228546"/>
                </a:cubicBezTo>
                <a:lnTo>
                  <a:pt x="86264" y="187051"/>
                </a:lnTo>
                <a:lnTo>
                  <a:pt x="83708" y="187051"/>
                </a:lnTo>
                <a:lnTo>
                  <a:pt x="83708" y="220886"/>
                </a:lnTo>
                <a:cubicBezTo>
                  <a:pt x="83708" y="224716"/>
                  <a:pt x="81153" y="227270"/>
                  <a:pt x="77318" y="227270"/>
                </a:cubicBezTo>
                <a:cubicBezTo>
                  <a:pt x="73484" y="227270"/>
                  <a:pt x="70928" y="224716"/>
                  <a:pt x="70928" y="220886"/>
                </a:cubicBezTo>
                <a:lnTo>
                  <a:pt x="70928" y="187051"/>
                </a:lnTo>
                <a:lnTo>
                  <a:pt x="69012" y="187051"/>
                </a:lnTo>
                <a:cubicBezTo>
                  <a:pt x="65178" y="187051"/>
                  <a:pt x="62622" y="184497"/>
                  <a:pt x="62622" y="180667"/>
                </a:cubicBezTo>
                <a:cubicBezTo>
                  <a:pt x="62622" y="176836"/>
                  <a:pt x="65178" y="174283"/>
                  <a:pt x="69012" y="174283"/>
                </a:cubicBezTo>
                <a:lnTo>
                  <a:pt x="70928" y="174283"/>
                </a:lnTo>
                <a:lnTo>
                  <a:pt x="70928" y="140448"/>
                </a:lnTo>
                <a:cubicBezTo>
                  <a:pt x="70928" y="136617"/>
                  <a:pt x="73484" y="134064"/>
                  <a:pt x="77318" y="134064"/>
                </a:cubicBezTo>
                <a:cubicBezTo>
                  <a:pt x="81153" y="134064"/>
                  <a:pt x="83708" y="136617"/>
                  <a:pt x="83708" y="140448"/>
                </a:cubicBezTo>
                <a:lnTo>
                  <a:pt x="83708" y="174283"/>
                </a:lnTo>
                <a:lnTo>
                  <a:pt x="86264" y="174283"/>
                </a:lnTo>
                <a:lnTo>
                  <a:pt x="86264" y="132787"/>
                </a:lnTo>
                <a:cubicBezTo>
                  <a:pt x="86264" y="128957"/>
                  <a:pt x="88820" y="126403"/>
                  <a:pt x="92654" y="126403"/>
                </a:cubicBezTo>
                <a:cubicBezTo>
                  <a:pt x="96488" y="126403"/>
                  <a:pt x="99044" y="128957"/>
                  <a:pt x="99044" y="132787"/>
                </a:cubicBezTo>
                <a:lnTo>
                  <a:pt x="99044" y="174283"/>
                </a:lnTo>
                <a:lnTo>
                  <a:pt x="101600" y="174283"/>
                </a:lnTo>
                <a:lnTo>
                  <a:pt x="101600" y="124488"/>
                </a:lnTo>
                <a:cubicBezTo>
                  <a:pt x="101600" y="120657"/>
                  <a:pt x="104156" y="118104"/>
                  <a:pt x="107990" y="118104"/>
                </a:cubicBezTo>
                <a:cubicBezTo>
                  <a:pt x="111824" y="118104"/>
                  <a:pt x="114380" y="120657"/>
                  <a:pt x="114380" y="124488"/>
                </a:cubicBezTo>
                <a:lnTo>
                  <a:pt x="114380" y="174283"/>
                </a:lnTo>
                <a:lnTo>
                  <a:pt x="248569" y="174283"/>
                </a:lnTo>
                <a:lnTo>
                  <a:pt x="248569" y="124488"/>
                </a:lnTo>
                <a:cubicBezTo>
                  <a:pt x="248569" y="120657"/>
                  <a:pt x="251125" y="118104"/>
                  <a:pt x="254959" y="118104"/>
                </a:cubicBezTo>
                <a:cubicBezTo>
                  <a:pt x="258792" y="118104"/>
                  <a:pt x="261349" y="120657"/>
                  <a:pt x="261349" y="124488"/>
                </a:cubicBezTo>
                <a:lnTo>
                  <a:pt x="261349" y="174283"/>
                </a:lnTo>
                <a:lnTo>
                  <a:pt x="263905" y="174283"/>
                </a:lnTo>
                <a:lnTo>
                  <a:pt x="263905" y="132787"/>
                </a:lnTo>
                <a:cubicBezTo>
                  <a:pt x="263905" y="128957"/>
                  <a:pt x="266461" y="126403"/>
                  <a:pt x="270295" y="126403"/>
                </a:cubicBezTo>
                <a:cubicBezTo>
                  <a:pt x="274128" y="126403"/>
                  <a:pt x="276685" y="128957"/>
                  <a:pt x="276685" y="132787"/>
                </a:cubicBezTo>
                <a:lnTo>
                  <a:pt x="276685" y="174283"/>
                </a:lnTo>
                <a:lnTo>
                  <a:pt x="279241" y="174283"/>
                </a:lnTo>
                <a:lnTo>
                  <a:pt x="279241" y="140448"/>
                </a:lnTo>
                <a:cubicBezTo>
                  <a:pt x="279241" y="136617"/>
                  <a:pt x="281796" y="134064"/>
                  <a:pt x="285631" y="134064"/>
                </a:cubicBezTo>
                <a:cubicBezTo>
                  <a:pt x="289464" y="134064"/>
                  <a:pt x="292021" y="136617"/>
                  <a:pt x="292021" y="140448"/>
                </a:cubicBezTo>
                <a:lnTo>
                  <a:pt x="292021" y="174283"/>
                </a:lnTo>
                <a:lnTo>
                  <a:pt x="293937" y="174283"/>
                </a:lnTo>
                <a:cubicBezTo>
                  <a:pt x="297771" y="174283"/>
                  <a:pt x="300327" y="176836"/>
                  <a:pt x="300327" y="180667"/>
                </a:cubicBezTo>
                <a:cubicBezTo>
                  <a:pt x="300327" y="184497"/>
                  <a:pt x="297132" y="187051"/>
                  <a:pt x="293937" y="187051"/>
                </a:cubicBezTo>
                <a:close/>
              </a:path>
            </a:pathLst>
          </a:custGeom>
          <a:solidFill>
            <a:srgbClr val="007680"/>
          </a:solidFill>
          <a:ln w="6390" cap="flat">
            <a:noFill/>
            <a:prstDash val="solid"/>
            <a:miter/>
          </a:ln>
        </p:spPr>
        <p:txBody>
          <a:bodyPr rtlCol="0" anchor="ctr"/>
          <a:lstStyle/>
          <a:p>
            <a:endParaRPr lang="en-US"/>
          </a:p>
        </p:txBody>
      </p:sp>
      <p:grpSp>
        <p:nvGrpSpPr>
          <p:cNvPr id="892" name="Graphic 5">
            <a:extLst>
              <a:ext uri="{FF2B5EF4-FFF2-40B4-BE49-F238E27FC236}">
                <a16:creationId xmlns:a16="http://schemas.microsoft.com/office/drawing/2014/main" id="{3DA32957-FD5F-8242-AD21-779FF5719A14}"/>
              </a:ext>
            </a:extLst>
          </p:cNvPr>
          <p:cNvGrpSpPr/>
          <p:nvPr/>
        </p:nvGrpSpPr>
        <p:grpSpPr>
          <a:xfrm>
            <a:off x="8241101" y="3824806"/>
            <a:ext cx="361671" cy="361971"/>
            <a:chOff x="8241101" y="3824806"/>
            <a:chExt cx="361671" cy="361971"/>
          </a:xfrm>
          <a:solidFill>
            <a:srgbClr val="007680"/>
          </a:solidFill>
        </p:grpSpPr>
        <p:sp>
          <p:nvSpPr>
            <p:cNvPr id="893" name="Graphic 5">
              <a:extLst>
                <a:ext uri="{FF2B5EF4-FFF2-40B4-BE49-F238E27FC236}">
                  <a16:creationId xmlns:a16="http://schemas.microsoft.com/office/drawing/2014/main" id="{1ED81316-45E6-EA48-847A-2DFB0BCD4027}"/>
                </a:ext>
              </a:extLst>
            </p:cNvPr>
            <p:cNvSpPr/>
            <p:nvPr/>
          </p:nvSpPr>
          <p:spPr>
            <a:xfrm>
              <a:off x="8336030" y="3980932"/>
              <a:ext cx="120845" cy="120580"/>
            </a:xfrm>
            <a:custGeom>
              <a:avLst/>
              <a:gdLst>
                <a:gd name="connsiteX0" fmla="*/ 98047 w 120845"/>
                <a:gd name="connsiteY0" fmla="*/ 13049 h 120580"/>
                <a:gd name="connsiteX1" fmla="*/ 13061 w 120845"/>
                <a:gd name="connsiteY1" fmla="*/ 22625 h 120580"/>
                <a:gd name="connsiteX2" fmla="*/ 22646 w 120845"/>
                <a:gd name="connsiteY2" fmla="*/ 107532 h 120580"/>
                <a:gd name="connsiteX3" fmla="*/ 107632 w 120845"/>
                <a:gd name="connsiteY3" fmla="*/ 97956 h 120580"/>
                <a:gd name="connsiteX4" fmla="*/ 120412 w 120845"/>
                <a:gd name="connsiteY4" fmla="*/ 53907 h 120580"/>
                <a:gd name="connsiteX5" fmla="*/ 98047 w 120845"/>
                <a:gd name="connsiteY5" fmla="*/ 13049 h 12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845" h="120580">
                  <a:moveTo>
                    <a:pt x="98047" y="13049"/>
                  </a:moveTo>
                  <a:cubicBezTo>
                    <a:pt x="71849" y="-7380"/>
                    <a:pt x="34148" y="-3549"/>
                    <a:pt x="13061" y="22625"/>
                  </a:cubicBezTo>
                  <a:cubicBezTo>
                    <a:pt x="-7386" y="48799"/>
                    <a:pt x="-3553" y="86465"/>
                    <a:pt x="22646" y="107532"/>
                  </a:cubicBezTo>
                  <a:cubicBezTo>
                    <a:pt x="48844" y="127961"/>
                    <a:pt x="86545" y="124130"/>
                    <a:pt x="107632" y="97956"/>
                  </a:cubicBezTo>
                  <a:cubicBezTo>
                    <a:pt x="117856" y="85188"/>
                    <a:pt x="122329" y="69228"/>
                    <a:pt x="120412" y="53907"/>
                  </a:cubicBezTo>
                  <a:cubicBezTo>
                    <a:pt x="119134" y="37308"/>
                    <a:pt x="110827" y="23263"/>
                    <a:pt x="98047" y="13049"/>
                  </a:cubicBezTo>
                  <a:close/>
                </a:path>
              </a:pathLst>
            </a:custGeom>
            <a:solidFill>
              <a:srgbClr val="007680"/>
            </a:solidFill>
            <a:ln w="6390" cap="flat">
              <a:noFill/>
              <a:prstDash val="solid"/>
              <a:miter/>
            </a:ln>
          </p:spPr>
          <p:txBody>
            <a:bodyPr rtlCol="0" anchor="ctr"/>
            <a:lstStyle/>
            <a:p>
              <a:endParaRPr lang="en-US"/>
            </a:p>
          </p:txBody>
        </p:sp>
        <p:sp>
          <p:nvSpPr>
            <p:cNvPr id="894" name="Graphic 5">
              <a:extLst>
                <a:ext uri="{FF2B5EF4-FFF2-40B4-BE49-F238E27FC236}">
                  <a16:creationId xmlns:a16="http://schemas.microsoft.com/office/drawing/2014/main" id="{4B8519B0-874A-164C-843B-0B2B35EF8009}"/>
                </a:ext>
              </a:extLst>
            </p:cNvPr>
            <p:cNvSpPr/>
            <p:nvPr/>
          </p:nvSpPr>
          <p:spPr>
            <a:xfrm>
              <a:off x="8241101" y="3824806"/>
              <a:ext cx="361671" cy="361971"/>
            </a:xfrm>
            <a:custGeom>
              <a:avLst/>
              <a:gdLst>
                <a:gd name="connsiteX0" fmla="*/ 180836 w 361671"/>
                <a:gd name="connsiteY0" fmla="*/ 0 h 361971"/>
                <a:gd name="connsiteX1" fmla="*/ 0 w 361671"/>
                <a:gd name="connsiteY1" fmla="*/ 180667 h 361971"/>
                <a:gd name="connsiteX2" fmla="*/ 180836 w 361671"/>
                <a:gd name="connsiteY2" fmla="*/ 361972 h 361971"/>
                <a:gd name="connsiteX3" fmla="*/ 361671 w 361671"/>
                <a:gd name="connsiteY3" fmla="*/ 181305 h 361971"/>
                <a:gd name="connsiteX4" fmla="*/ 361671 w 361671"/>
                <a:gd name="connsiteY4" fmla="*/ 181305 h 361971"/>
                <a:gd name="connsiteX5" fmla="*/ 180836 w 361671"/>
                <a:gd name="connsiteY5" fmla="*/ 0 h 361971"/>
                <a:gd name="connsiteX6" fmla="*/ 272851 w 361671"/>
                <a:gd name="connsiteY6" fmla="*/ 153216 h 361971"/>
                <a:gd name="connsiteX7" fmla="*/ 272212 w 361671"/>
                <a:gd name="connsiteY7" fmla="*/ 153216 h 361971"/>
                <a:gd name="connsiteX8" fmla="*/ 265822 w 361671"/>
                <a:gd name="connsiteY8" fmla="*/ 147470 h 361971"/>
                <a:gd name="connsiteX9" fmla="*/ 260071 w 361671"/>
                <a:gd name="connsiteY9" fmla="*/ 95121 h 361971"/>
                <a:gd name="connsiteX10" fmla="*/ 206395 w 361671"/>
                <a:gd name="connsiteY10" fmla="*/ 162792 h 361971"/>
                <a:gd name="connsiteX11" fmla="*/ 206395 w 361671"/>
                <a:gd name="connsiteY11" fmla="*/ 162792 h 361971"/>
                <a:gd name="connsiteX12" fmla="*/ 213424 w 361671"/>
                <a:gd name="connsiteY12" fmla="*/ 261743 h 361971"/>
                <a:gd name="connsiteX13" fmla="*/ 110546 w 361671"/>
                <a:gd name="connsiteY13" fmla="*/ 273234 h 361971"/>
                <a:gd name="connsiteX14" fmla="*/ 99044 w 361671"/>
                <a:gd name="connsiteY14" fmla="*/ 170452 h 361971"/>
                <a:gd name="connsiteX15" fmla="*/ 196172 w 361671"/>
                <a:gd name="connsiteY15" fmla="*/ 154492 h 361971"/>
                <a:gd name="connsiteX16" fmla="*/ 196172 w 361671"/>
                <a:gd name="connsiteY16" fmla="*/ 154492 h 361971"/>
                <a:gd name="connsiteX17" fmla="*/ 249847 w 361671"/>
                <a:gd name="connsiteY17" fmla="*/ 87461 h 361971"/>
                <a:gd name="connsiteX18" fmla="*/ 198088 w 361671"/>
                <a:gd name="connsiteY18" fmla="*/ 93206 h 361971"/>
                <a:gd name="connsiteX19" fmla="*/ 197449 w 361671"/>
                <a:gd name="connsiteY19" fmla="*/ 93206 h 361971"/>
                <a:gd name="connsiteX20" fmla="*/ 190420 w 361671"/>
                <a:gd name="connsiteY20" fmla="*/ 87461 h 361971"/>
                <a:gd name="connsiteX21" fmla="*/ 196172 w 361671"/>
                <a:gd name="connsiteY21" fmla="*/ 80438 h 361971"/>
                <a:gd name="connsiteX22" fmla="*/ 263266 w 361671"/>
                <a:gd name="connsiteY22" fmla="*/ 72778 h 361971"/>
                <a:gd name="connsiteX23" fmla="*/ 263905 w 361671"/>
                <a:gd name="connsiteY23" fmla="*/ 72778 h 361971"/>
                <a:gd name="connsiteX24" fmla="*/ 270934 w 361671"/>
                <a:gd name="connsiteY24" fmla="*/ 78523 h 361971"/>
                <a:gd name="connsiteX25" fmla="*/ 270934 w 361671"/>
                <a:gd name="connsiteY25" fmla="*/ 78523 h 361971"/>
                <a:gd name="connsiteX26" fmla="*/ 278602 w 361671"/>
                <a:gd name="connsiteY26" fmla="*/ 146193 h 361971"/>
                <a:gd name="connsiteX27" fmla="*/ 272851 w 361671"/>
                <a:gd name="connsiteY27" fmla="*/ 153216 h 361971"/>
                <a:gd name="connsiteX28" fmla="*/ 272851 w 361671"/>
                <a:gd name="connsiteY28" fmla="*/ 153216 h 361971"/>
                <a:gd name="connsiteX29" fmla="*/ 272851 w 361671"/>
                <a:gd name="connsiteY29" fmla="*/ 15321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1671" h="361971">
                  <a:moveTo>
                    <a:pt x="180836" y="0"/>
                  </a:moveTo>
                  <a:cubicBezTo>
                    <a:pt x="80514" y="0"/>
                    <a:pt x="0" y="81077"/>
                    <a:pt x="0" y="180667"/>
                  </a:cubicBezTo>
                  <a:cubicBezTo>
                    <a:pt x="0" y="280895"/>
                    <a:pt x="81153" y="361972"/>
                    <a:pt x="180836" y="361972"/>
                  </a:cubicBezTo>
                  <a:cubicBezTo>
                    <a:pt x="281157" y="361972"/>
                    <a:pt x="361671" y="280895"/>
                    <a:pt x="361671" y="181305"/>
                  </a:cubicBezTo>
                  <a:lnTo>
                    <a:pt x="361671" y="181305"/>
                  </a:lnTo>
                  <a:cubicBezTo>
                    <a:pt x="361671" y="81077"/>
                    <a:pt x="281157" y="0"/>
                    <a:pt x="180836" y="0"/>
                  </a:cubicBezTo>
                  <a:close/>
                  <a:moveTo>
                    <a:pt x="272851" y="153216"/>
                  </a:moveTo>
                  <a:lnTo>
                    <a:pt x="272212" y="153216"/>
                  </a:lnTo>
                  <a:cubicBezTo>
                    <a:pt x="269017" y="153216"/>
                    <a:pt x="266461" y="150662"/>
                    <a:pt x="265822" y="147470"/>
                  </a:cubicBezTo>
                  <a:lnTo>
                    <a:pt x="260071" y="95121"/>
                  </a:lnTo>
                  <a:lnTo>
                    <a:pt x="206395" y="162792"/>
                  </a:lnTo>
                  <a:lnTo>
                    <a:pt x="206395" y="162792"/>
                  </a:lnTo>
                  <a:cubicBezTo>
                    <a:pt x="233872" y="188966"/>
                    <a:pt x="237067" y="231738"/>
                    <a:pt x="213424" y="261743"/>
                  </a:cubicBezTo>
                  <a:cubicBezTo>
                    <a:pt x="188503" y="293663"/>
                    <a:pt x="142496" y="298770"/>
                    <a:pt x="110546" y="273234"/>
                  </a:cubicBezTo>
                  <a:cubicBezTo>
                    <a:pt x="78597" y="248337"/>
                    <a:pt x="73484" y="202372"/>
                    <a:pt x="99044" y="170452"/>
                  </a:cubicBezTo>
                  <a:cubicBezTo>
                    <a:pt x="122687" y="141086"/>
                    <a:pt x="164222" y="134064"/>
                    <a:pt x="196172" y="154492"/>
                  </a:cubicBezTo>
                  <a:lnTo>
                    <a:pt x="196172" y="154492"/>
                  </a:lnTo>
                  <a:lnTo>
                    <a:pt x="249847" y="87461"/>
                  </a:lnTo>
                  <a:lnTo>
                    <a:pt x="198088" y="93206"/>
                  </a:lnTo>
                  <a:lnTo>
                    <a:pt x="197449" y="93206"/>
                  </a:lnTo>
                  <a:cubicBezTo>
                    <a:pt x="193615" y="93206"/>
                    <a:pt x="191059" y="90653"/>
                    <a:pt x="190420" y="87461"/>
                  </a:cubicBezTo>
                  <a:cubicBezTo>
                    <a:pt x="190420" y="83630"/>
                    <a:pt x="192977" y="81077"/>
                    <a:pt x="196172" y="80438"/>
                  </a:cubicBezTo>
                  <a:lnTo>
                    <a:pt x="263266" y="72778"/>
                  </a:lnTo>
                  <a:lnTo>
                    <a:pt x="263905" y="72778"/>
                  </a:lnTo>
                  <a:cubicBezTo>
                    <a:pt x="267100" y="72139"/>
                    <a:pt x="270295" y="74693"/>
                    <a:pt x="270934" y="78523"/>
                  </a:cubicBezTo>
                  <a:cubicBezTo>
                    <a:pt x="270934" y="78523"/>
                    <a:pt x="270934" y="78523"/>
                    <a:pt x="270934" y="78523"/>
                  </a:cubicBezTo>
                  <a:lnTo>
                    <a:pt x="278602" y="146193"/>
                  </a:lnTo>
                  <a:cubicBezTo>
                    <a:pt x="279241" y="150024"/>
                    <a:pt x="276685" y="153216"/>
                    <a:pt x="272851" y="153216"/>
                  </a:cubicBezTo>
                  <a:cubicBezTo>
                    <a:pt x="273490" y="153854"/>
                    <a:pt x="272851" y="153854"/>
                    <a:pt x="272851" y="153216"/>
                  </a:cubicBezTo>
                  <a:lnTo>
                    <a:pt x="272851" y="153216"/>
                  </a:lnTo>
                  <a:close/>
                </a:path>
              </a:pathLst>
            </a:custGeom>
            <a:solidFill>
              <a:srgbClr val="007680"/>
            </a:solidFill>
            <a:ln w="6390" cap="flat">
              <a:noFill/>
              <a:prstDash val="solid"/>
              <a:miter/>
            </a:ln>
          </p:spPr>
          <p:txBody>
            <a:bodyPr rtlCol="0" anchor="ctr"/>
            <a:lstStyle/>
            <a:p>
              <a:endParaRPr lang="en-US"/>
            </a:p>
          </p:txBody>
        </p:sp>
      </p:grpSp>
      <p:grpSp>
        <p:nvGrpSpPr>
          <p:cNvPr id="895" name="Graphic 5">
            <a:extLst>
              <a:ext uri="{FF2B5EF4-FFF2-40B4-BE49-F238E27FC236}">
                <a16:creationId xmlns:a16="http://schemas.microsoft.com/office/drawing/2014/main" id="{7ACA0206-57EA-D347-8794-DCB95460513F}"/>
              </a:ext>
            </a:extLst>
          </p:cNvPr>
          <p:cNvGrpSpPr/>
          <p:nvPr/>
        </p:nvGrpSpPr>
        <p:grpSpPr>
          <a:xfrm>
            <a:off x="8241101" y="2371811"/>
            <a:ext cx="361671" cy="361971"/>
            <a:chOff x="8241101" y="2371811"/>
            <a:chExt cx="361671" cy="361971"/>
          </a:xfrm>
          <a:solidFill>
            <a:srgbClr val="007680"/>
          </a:solidFill>
        </p:grpSpPr>
        <p:sp>
          <p:nvSpPr>
            <p:cNvPr id="896" name="Graphic 5">
              <a:extLst>
                <a:ext uri="{FF2B5EF4-FFF2-40B4-BE49-F238E27FC236}">
                  <a16:creationId xmlns:a16="http://schemas.microsoft.com/office/drawing/2014/main" id="{750560A6-8F17-8442-9C5D-E57A3D0A4533}"/>
                </a:ext>
              </a:extLst>
            </p:cNvPr>
            <p:cNvSpPr/>
            <p:nvPr/>
          </p:nvSpPr>
          <p:spPr>
            <a:xfrm>
              <a:off x="8368191" y="2524548"/>
              <a:ext cx="107728" cy="126881"/>
            </a:xfrm>
            <a:custGeom>
              <a:avLst/>
              <a:gdLst>
                <a:gd name="connsiteX0" fmla="*/ 101670 w 107728"/>
                <a:gd name="connsiteY0" fmla="*/ 105814 h 126881"/>
                <a:gd name="connsiteX1" fmla="*/ 101031 w 107728"/>
                <a:gd name="connsiteY1" fmla="*/ 105176 h 126881"/>
                <a:gd name="connsiteX2" fmla="*/ 57579 w 107728"/>
                <a:gd name="connsiteY2" fmla="*/ 61127 h 126881"/>
                <a:gd name="connsiteX3" fmla="*/ 55663 w 107728"/>
                <a:gd name="connsiteY3" fmla="*/ 56658 h 126881"/>
                <a:gd name="connsiteX4" fmla="*/ 55663 w 107728"/>
                <a:gd name="connsiteY4" fmla="*/ 11332 h 126881"/>
                <a:gd name="connsiteX5" fmla="*/ 55663 w 107728"/>
                <a:gd name="connsiteY5" fmla="*/ 10693 h 126881"/>
                <a:gd name="connsiteX6" fmla="*/ 53106 w 107728"/>
                <a:gd name="connsiteY6" fmla="*/ 4309 h 126881"/>
                <a:gd name="connsiteX7" fmla="*/ 25629 w 107728"/>
                <a:gd name="connsiteY7" fmla="*/ 4309 h 126881"/>
                <a:gd name="connsiteX8" fmla="*/ 21796 w 107728"/>
                <a:gd name="connsiteY8" fmla="*/ 13885 h 126881"/>
                <a:gd name="connsiteX9" fmla="*/ 21796 w 107728"/>
                <a:gd name="connsiteY9" fmla="*/ 54743 h 126881"/>
                <a:gd name="connsiteX10" fmla="*/ 58858 w 107728"/>
                <a:gd name="connsiteY10" fmla="*/ 96877 h 126881"/>
                <a:gd name="connsiteX11" fmla="*/ 60135 w 107728"/>
                <a:gd name="connsiteY11" fmla="*/ 105814 h 126881"/>
                <a:gd name="connsiteX12" fmla="*/ 55023 w 107728"/>
                <a:gd name="connsiteY12" fmla="*/ 108368 h 126881"/>
                <a:gd name="connsiteX13" fmla="*/ 8377 w 107728"/>
                <a:gd name="connsiteY13" fmla="*/ 108368 h 126881"/>
                <a:gd name="connsiteX14" fmla="*/ 70 w 107728"/>
                <a:gd name="connsiteY14" fmla="*/ 117944 h 126881"/>
                <a:gd name="connsiteX15" fmla="*/ 70 w 107728"/>
                <a:gd name="connsiteY15" fmla="*/ 118582 h 126881"/>
                <a:gd name="connsiteX16" fmla="*/ 1987 w 107728"/>
                <a:gd name="connsiteY16" fmla="*/ 124966 h 126881"/>
                <a:gd name="connsiteX17" fmla="*/ 7738 w 107728"/>
                <a:gd name="connsiteY17" fmla="*/ 126882 h 126881"/>
                <a:gd name="connsiteX18" fmla="*/ 95919 w 107728"/>
                <a:gd name="connsiteY18" fmla="*/ 126882 h 126881"/>
                <a:gd name="connsiteX19" fmla="*/ 107421 w 107728"/>
                <a:gd name="connsiteY19" fmla="*/ 117944 h 126881"/>
                <a:gd name="connsiteX20" fmla="*/ 101670 w 107728"/>
                <a:gd name="connsiteY20" fmla="*/ 105814 h 126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728" h="126881">
                  <a:moveTo>
                    <a:pt x="101670" y="105814"/>
                  </a:moveTo>
                  <a:lnTo>
                    <a:pt x="101031" y="105176"/>
                  </a:lnTo>
                  <a:lnTo>
                    <a:pt x="57579" y="61127"/>
                  </a:lnTo>
                  <a:cubicBezTo>
                    <a:pt x="56301" y="59850"/>
                    <a:pt x="55663" y="58573"/>
                    <a:pt x="55663" y="56658"/>
                  </a:cubicBezTo>
                  <a:lnTo>
                    <a:pt x="55663" y="11332"/>
                  </a:lnTo>
                  <a:cubicBezTo>
                    <a:pt x="55663" y="11332"/>
                    <a:pt x="55663" y="10693"/>
                    <a:pt x="55663" y="10693"/>
                  </a:cubicBezTo>
                  <a:cubicBezTo>
                    <a:pt x="55663" y="8140"/>
                    <a:pt x="55023" y="6224"/>
                    <a:pt x="53106" y="4309"/>
                  </a:cubicBezTo>
                  <a:cubicBezTo>
                    <a:pt x="44799" y="-1436"/>
                    <a:pt x="33937" y="-1436"/>
                    <a:pt x="25629" y="4309"/>
                  </a:cubicBezTo>
                  <a:cubicBezTo>
                    <a:pt x="23073" y="6863"/>
                    <a:pt x="21796" y="10055"/>
                    <a:pt x="21796" y="13885"/>
                  </a:cubicBezTo>
                  <a:lnTo>
                    <a:pt x="21796" y="54743"/>
                  </a:lnTo>
                  <a:cubicBezTo>
                    <a:pt x="31380" y="71341"/>
                    <a:pt x="43522" y="85386"/>
                    <a:pt x="58858" y="96877"/>
                  </a:cubicBezTo>
                  <a:cubicBezTo>
                    <a:pt x="61413" y="98792"/>
                    <a:pt x="62053" y="102622"/>
                    <a:pt x="60135" y="105814"/>
                  </a:cubicBezTo>
                  <a:cubicBezTo>
                    <a:pt x="58858" y="107730"/>
                    <a:pt x="56940" y="108368"/>
                    <a:pt x="55023" y="108368"/>
                  </a:cubicBezTo>
                  <a:lnTo>
                    <a:pt x="8377" y="108368"/>
                  </a:lnTo>
                  <a:cubicBezTo>
                    <a:pt x="3265" y="108368"/>
                    <a:pt x="-569" y="112837"/>
                    <a:pt x="70" y="117944"/>
                  </a:cubicBezTo>
                  <a:cubicBezTo>
                    <a:pt x="70" y="117944"/>
                    <a:pt x="70" y="118582"/>
                    <a:pt x="70" y="118582"/>
                  </a:cubicBezTo>
                  <a:cubicBezTo>
                    <a:pt x="70" y="121136"/>
                    <a:pt x="708" y="123051"/>
                    <a:pt x="1987" y="124966"/>
                  </a:cubicBezTo>
                  <a:cubicBezTo>
                    <a:pt x="3903" y="126243"/>
                    <a:pt x="5821" y="126882"/>
                    <a:pt x="7738" y="126882"/>
                  </a:cubicBezTo>
                  <a:lnTo>
                    <a:pt x="95919" y="126882"/>
                  </a:lnTo>
                  <a:cubicBezTo>
                    <a:pt x="101031" y="126243"/>
                    <a:pt x="105504" y="122413"/>
                    <a:pt x="107421" y="117944"/>
                  </a:cubicBezTo>
                  <a:cubicBezTo>
                    <a:pt x="109337" y="111560"/>
                    <a:pt x="101670" y="105814"/>
                    <a:pt x="101670" y="105814"/>
                  </a:cubicBezTo>
                  <a:close/>
                </a:path>
              </a:pathLst>
            </a:custGeom>
            <a:solidFill>
              <a:srgbClr val="007680"/>
            </a:solidFill>
            <a:ln w="6390" cap="flat">
              <a:noFill/>
              <a:prstDash val="solid"/>
              <a:miter/>
            </a:ln>
          </p:spPr>
          <p:txBody>
            <a:bodyPr rtlCol="0" anchor="ctr"/>
            <a:lstStyle/>
            <a:p>
              <a:endParaRPr lang="en-US"/>
            </a:p>
          </p:txBody>
        </p:sp>
        <p:sp>
          <p:nvSpPr>
            <p:cNvPr id="897" name="Graphic 5">
              <a:extLst>
                <a:ext uri="{FF2B5EF4-FFF2-40B4-BE49-F238E27FC236}">
                  <a16:creationId xmlns:a16="http://schemas.microsoft.com/office/drawing/2014/main" id="{72CA28B3-C0D3-7F4A-B42D-EDC886D7E032}"/>
                </a:ext>
              </a:extLst>
            </p:cNvPr>
            <p:cNvSpPr/>
            <p:nvPr/>
          </p:nvSpPr>
          <p:spPr>
            <a:xfrm>
              <a:off x="8389348" y="2453527"/>
              <a:ext cx="35783" cy="35750"/>
            </a:xfrm>
            <a:custGeom>
              <a:avLst/>
              <a:gdLst>
                <a:gd name="connsiteX0" fmla="*/ 35784 w 35783"/>
                <a:gd name="connsiteY0" fmla="*/ 17875 h 35750"/>
                <a:gd name="connsiteX1" fmla="*/ 17892 w 35783"/>
                <a:gd name="connsiteY1" fmla="*/ 35750 h 35750"/>
                <a:gd name="connsiteX2" fmla="*/ -1 w 35783"/>
                <a:gd name="connsiteY2" fmla="*/ 17875 h 35750"/>
                <a:gd name="connsiteX3" fmla="*/ 17892 w 35783"/>
                <a:gd name="connsiteY3" fmla="*/ 0 h 35750"/>
                <a:gd name="connsiteX4" fmla="*/ 35784 w 35783"/>
                <a:gd name="connsiteY4" fmla="*/ 17875 h 35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83" h="35750">
                  <a:moveTo>
                    <a:pt x="35784" y="17875"/>
                  </a:moveTo>
                  <a:cubicBezTo>
                    <a:pt x="35784" y="27747"/>
                    <a:pt x="27773" y="35750"/>
                    <a:pt x="17892" y="35750"/>
                  </a:cubicBezTo>
                  <a:cubicBezTo>
                    <a:pt x="8010" y="35750"/>
                    <a:pt x="-1" y="27747"/>
                    <a:pt x="-1" y="17875"/>
                  </a:cubicBezTo>
                  <a:cubicBezTo>
                    <a:pt x="-1" y="8003"/>
                    <a:pt x="8010" y="0"/>
                    <a:pt x="17892" y="0"/>
                  </a:cubicBezTo>
                  <a:cubicBezTo>
                    <a:pt x="27773" y="0"/>
                    <a:pt x="35784" y="8003"/>
                    <a:pt x="35784" y="17875"/>
                  </a:cubicBezTo>
                  <a:close/>
                </a:path>
              </a:pathLst>
            </a:custGeom>
            <a:solidFill>
              <a:srgbClr val="007680"/>
            </a:solidFill>
            <a:ln w="6390" cap="flat">
              <a:noFill/>
              <a:prstDash val="solid"/>
              <a:miter/>
            </a:ln>
          </p:spPr>
          <p:txBody>
            <a:bodyPr rtlCol="0" anchor="ctr"/>
            <a:lstStyle/>
            <a:p>
              <a:endParaRPr lang="en-US"/>
            </a:p>
          </p:txBody>
        </p:sp>
        <p:sp>
          <p:nvSpPr>
            <p:cNvPr id="898" name="Graphic 5">
              <a:extLst>
                <a:ext uri="{FF2B5EF4-FFF2-40B4-BE49-F238E27FC236}">
                  <a16:creationId xmlns:a16="http://schemas.microsoft.com/office/drawing/2014/main" id="{23E1F50F-3323-D24E-B8E4-41696E8A05FF}"/>
                </a:ext>
              </a:extLst>
            </p:cNvPr>
            <p:cNvSpPr/>
            <p:nvPr/>
          </p:nvSpPr>
          <p:spPr>
            <a:xfrm>
              <a:off x="8241101" y="2371811"/>
              <a:ext cx="361671" cy="361971"/>
            </a:xfrm>
            <a:custGeom>
              <a:avLst/>
              <a:gdLst>
                <a:gd name="connsiteX0" fmla="*/ 180836 w 361671"/>
                <a:gd name="connsiteY0" fmla="*/ 0 h 361971"/>
                <a:gd name="connsiteX1" fmla="*/ 0 w 361671"/>
                <a:gd name="connsiteY1" fmla="*/ 180667 h 361971"/>
                <a:gd name="connsiteX2" fmla="*/ 180836 w 361671"/>
                <a:gd name="connsiteY2" fmla="*/ 361972 h 361971"/>
                <a:gd name="connsiteX3" fmla="*/ 361671 w 361671"/>
                <a:gd name="connsiteY3" fmla="*/ 181305 h 361971"/>
                <a:gd name="connsiteX4" fmla="*/ 361671 w 361671"/>
                <a:gd name="connsiteY4" fmla="*/ 181305 h 361971"/>
                <a:gd name="connsiteX5" fmla="*/ 180836 w 361671"/>
                <a:gd name="connsiteY5" fmla="*/ 0 h 361971"/>
                <a:gd name="connsiteX6" fmla="*/ 180836 w 361671"/>
                <a:gd name="connsiteY6" fmla="*/ 0 h 361971"/>
                <a:gd name="connsiteX7" fmla="*/ 166138 w 361671"/>
                <a:gd name="connsiteY7" fmla="*/ 68947 h 361971"/>
                <a:gd name="connsiteX8" fmla="*/ 196810 w 361671"/>
                <a:gd name="connsiteY8" fmla="*/ 99590 h 361971"/>
                <a:gd name="connsiteX9" fmla="*/ 166138 w 361671"/>
                <a:gd name="connsiteY9" fmla="*/ 130233 h 361971"/>
                <a:gd name="connsiteX10" fmla="*/ 135467 w 361671"/>
                <a:gd name="connsiteY10" fmla="*/ 99590 h 361971"/>
                <a:gd name="connsiteX11" fmla="*/ 166138 w 361671"/>
                <a:gd name="connsiteY11" fmla="*/ 68947 h 361971"/>
                <a:gd name="connsiteX12" fmla="*/ 166138 w 361671"/>
                <a:gd name="connsiteY12" fmla="*/ 68947 h 361971"/>
                <a:gd name="connsiteX13" fmla="*/ 246013 w 361671"/>
                <a:gd name="connsiteY13" fmla="*/ 276427 h 361971"/>
                <a:gd name="connsiteX14" fmla="*/ 223009 w 361671"/>
                <a:gd name="connsiteY14" fmla="*/ 293025 h 361971"/>
                <a:gd name="connsiteX15" fmla="*/ 134189 w 361671"/>
                <a:gd name="connsiteY15" fmla="*/ 293025 h 361971"/>
                <a:gd name="connsiteX16" fmla="*/ 120131 w 361671"/>
                <a:gd name="connsiteY16" fmla="*/ 287918 h 361971"/>
                <a:gd name="connsiteX17" fmla="*/ 113741 w 361671"/>
                <a:gd name="connsiteY17" fmla="*/ 271958 h 361971"/>
                <a:gd name="connsiteX18" fmla="*/ 134828 w 361671"/>
                <a:gd name="connsiteY18" fmla="*/ 248975 h 361971"/>
                <a:gd name="connsiteX19" fmla="*/ 134828 w 361671"/>
                <a:gd name="connsiteY19" fmla="*/ 248975 h 361971"/>
                <a:gd name="connsiteX20" fmla="*/ 164222 w 361671"/>
                <a:gd name="connsiteY20" fmla="*/ 248975 h 361971"/>
                <a:gd name="connsiteX21" fmla="*/ 136745 w 361671"/>
                <a:gd name="connsiteY21" fmla="*/ 212587 h 361971"/>
                <a:gd name="connsiteX22" fmla="*/ 136106 w 361671"/>
                <a:gd name="connsiteY22" fmla="*/ 209395 h 361971"/>
                <a:gd name="connsiteX23" fmla="*/ 136106 w 361671"/>
                <a:gd name="connsiteY23" fmla="*/ 167260 h 361971"/>
                <a:gd name="connsiteX24" fmla="*/ 143135 w 361671"/>
                <a:gd name="connsiteY24" fmla="*/ 148747 h 361971"/>
                <a:gd name="connsiteX25" fmla="*/ 166138 w 361671"/>
                <a:gd name="connsiteY25" fmla="*/ 140448 h 361971"/>
                <a:gd name="connsiteX26" fmla="*/ 189782 w 361671"/>
                <a:gd name="connsiteY26" fmla="*/ 149385 h 361971"/>
                <a:gd name="connsiteX27" fmla="*/ 195533 w 361671"/>
                <a:gd name="connsiteY27" fmla="*/ 165345 h 361971"/>
                <a:gd name="connsiteX28" fmla="*/ 195533 w 361671"/>
                <a:gd name="connsiteY28" fmla="*/ 207479 h 361971"/>
                <a:gd name="connsiteX29" fmla="*/ 237067 w 361671"/>
                <a:gd name="connsiteY29" fmla="*/ 248975 h 361971"/>
                <a:gd name="connsiteX30" fmla="*/ 246013 w 361671"/>
                <a:gd name="connsiteY30" fmla="*/ 276427 h 361971"/>
                <a:gd name="connsiteX31" fmla="*/ 246013 w 361671"/>
                <a:gd name="connsiteY31" fmla="*/ 27642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1671" h="361971">
                  <a:moveTo>
                    <a:pt x="180836" y="0"/>
                  </a:moveTo>
                  <a:cubicBezTo>
                    <a:pt x="80514" y="0"/>
                    <a:pt x="0" y="81077"/>
                    <a:pt x="0" y="180667"/>
                  </a:cubicBezTo>
                  <a:cubicBezTo>
                    <a:pt x="0" y="280895"/>
                    <a:pt x="81153" y="361972"/>
                    <a:pt x="180836" y="361972"/>
                  </a:cubicBezTo>
                  <a:cubicBezTo>
                    <a:pt x="281157" y="361972"/>
                    <a:pt x="361671" y="280895"/>
                    <a:pt x="361671" y="181305"/>
                  </a:cubicBezTo>
                  <a:cubicBezTo>
                    <a:pt x="361671" y="181305"/>
                    <a:pt x="361671" y="181305"/>
                    <a:pt x="361671" y="181305"/>
                  </a:cubicBezTo>
                  <a:cubicBezTo>
                    <a:pt x="361671" y="81077"/>
                    <a:pt x="281157" y="0"/>
                    <a:pt x="180836" y="0"/>
                  </a:cubicBezTo>
                  <a:cubicBezTo>
                    <a:pt x="180836" y="0"/>
                    <a:pt x="180836" y="0"/>
                    <a:pt x="180836" y="0"/>
                  </a:cubicBezTo>
                  <a:close/>
                  <a:moveTo>
                    <a:pt x="166138" y="68947"/>
                  </a:moveTo>
                  <a:cubicBezTo>
                    <a:pt x="182753" y="68947"/>
                    <a:pt x="196810" y="82353"/>
                    <a:pt x="196810" y="99590"/>
                  </a:cubicBezTo>
                  <a:cubicBezTo>
                    <a:pt x="196810" y="116827"/>
                    <a:pt x="183392" y="130233"/>
                    <a:pt x="166138" y="130233"/>
                  </a:cubicBezTo>
                  <a:cubicBezTo>
                    <a:pt x="149525" y="130233"/>
                    <a:pt x="135467" y="116827"/>
                    <a:pt x="135467" y="99590"/>
                  </a:cubicBezTo>
                  <a:cubicBezTo>
                    <a:pt x="136106" y="82992"/>
                    <a:pt x="149525" y="69585"/>
                    <a:pt x="166138" y="68947"/>
                  </a:cubicBezTo>
                  <a:lnTo>
                    <a:pt x="166138" y="68947"/>
                  </a:lnTo>
                  <a:close/>
                  <a:moveTo>
                    <a:pt x="246013" y="276427"/>
                  </a:moveTo>
                  <a:cubicBezTo>
                    <a:pt x="242179" y="286003"/>
                    <a:pt x="233233" y="292387"/>
                    <a:pt x="223009" y="293025"/>
                  </a:cubicBezTo>
                  <a:lnTo>
                    <a:pt x="134189" y="293025"/>
                  </a:lnTo>
                  <a:cubicBezTo>
                    <a:pt x="129077" y="293025"/>
                    <a:pt x="123965" y="291110"/>
                    <a:pt x="120131" y="287918"/>
                  </a:cubicBezTo>
                  <a:cubicBezTo>
                    <a:pt x="115658" y="283449"/>
                    <a:pt x="113741" y="277703"/>
                    <a:pt x="113741" y="271958"/>
                  </a:cubicBezTo>
                  <a:cubicBezTo>
                    <a:pt x="113102" y="259828"/>
                    <a:pt x="122687" y="249614"/>
                    <a:pt x="134828" y="248975"/>
                  </a:cubicBezTo>
                  <a:cubicBezTo>
                    <a:pt x="134828" y="248975"/>
                    <a:pt x="134828" y="248975"/>
                    <a:pt x="134828" y="248975"/>
                  </a:cubicBezTo>
                  <a:lnTo>
                    <a:pt x="164222" y="248975"/>
                  </a:lnTo>
                  <a:cubicBezTo>
                    <a:pt x="153358" y="238123"/>
                    <a:pt x="143774" y="225993"/>
                    <a:pt x="136745" y="212587"/>
                  </a:cubicBezTo>
                  <a:cubicBezTo>
                    <a:pt x="136106" y="211948"/>
                    <a:pt x="136106" y="210671"/>
                    <a:pt x="136106" y="209395"/>
                  </a:cubicBezTo>
                  <a:lnTo>
                    <a:pt x="136106" y="167260"/>
                  </a:lnTo>
                  <a:cubicBezTo>
                    <a:pt x="136106" y="160238"/>
                    <a:pt x="138662" y="153854"/>
                    <a:pt x="143135" y="148747"/>
                  </a:cubicBezTo>
                  <a:cubicBezTo>
                    <a:pt x="149525" y="143001"/>
                    <a:pt x="157832" y="139809"/>
                    <a:pt x="166138" y="140448"/>
                  </a:cubicBezTo>
                  <a:cubicBezTo>
                    <a:pt x="175084" y="139809"/>
                    <a:pt x="183392" y="143001"/>
                    <a:pt x="189782" y="149385"/>
                  </a:cubicBezTo>
                  <a:cubicBezTo>
                    <a:pt x="193615" y="153854"/>
                    <a:pt x="195533" y="159600"/>
                    <a:pt x="195533" y="165345"/>
                  </a:cubicBezTo>
                  <a:lnTo>
                    <a:pt x="195533" y="207479"/>
                  </a:lnTo>
                  <a:lnTo>
                    <a:pt x="237067" y="248975"/>
                  </a:lnTo>
                  <a:cubicBezTo>
                    <a:pt x="245374" y="254721"/>
                    <a:pt x="249208" y="266212"/>
                    <a:pt x="246013" y="276427"/>
                  </a:cubicBezTo>
                  <a:lnTo>
                    <a:pt x="246013" y="276427"/>
                  </a:lnTo>
                  <a:close/>
                </a:path>
              </a:pathLst>
            </a:custGeom>
            <a:solidFill>
              <a:srgbClr val="007680"/>
            </a:solidFill>
            <a:ln w="6390" cap="flat">
              <a:noFill/>
              <a:prstDash val="solid"/>
              <a:miter/>
            </a:ln>
          </p:spPr>
          <p:txBody>
            <a:bodyPr rtlCol="0" anchor="ctr"/>
            <a:lstStyle/>
            <a:p>
              <a:endParaRPr lang="en-US"/>
            </a:p>
          </p:txBody>
        </p:sp>
      </p:grpSp>
      <p:grpSp>
        <p:nvGrpSpPr>
          <p:cNvPr id="899" name="Graphic 5">
            <a:extLst>
              <a:ext uri="{FF2B5EF4-FFF2-40B4-BE49-F238E27FC236}">
                <a16:creationId xmlns:a16="http://schemas.microsoft.com/office/drawing/2014/main" id="{0C75D582-33E2-5C48-A07E-C5AB71AF7465}"/>
              </a:ext>
            </a:extLst>
          </p:cNvPr>
          <p:cNvGrpSpPr/>
          <p:nvPr/>
        </p:nvGrpSpPr>
        <p:grpSpPr>
          <a:xfrm>
            <a:off x="11372810" y="3824806"/>
            <a:ext cx="362309" cy="361971"/>
            <a:chOff x="11372810" y="3824806"/>
            <a:chExt cx="362309" cy="361971"/>
          </a:xfrm>
          <a:solidFill>
            <a:srgbClr val="007680"/>
          </a:solidFill>
        </p:grpSpPr>
        <p:sp>
          <p:nvSpPr>
            <p:cNvPr id="900" name="Graphic 5">
              <a:extLst>
                <a:ext uri="{FF2B5EF4-FFF2-40B4-BE49-F238E27FC236}">
                  <a16:creationId xmlns:a16="http://schemas.microsoft.com/office/drawing/2014/main" id="{DDB20832-BFA2-ED49-86F6-E0FD1CC6A9E1}"/>
                </a:ext>
              </a:extLst>
            </p:cNvPr>
            <p:cNvSpPr/>
            <p:nvPr/>
          </p:nvSpPr>
          <p:spPr>
            <a:xfrm>
              <a:off x="11517861" y="4000365"/>
              <a:ext cx="47924" cy="26174"/>
            </a:xfrm>
            <a:custGeom>
              <a:avLst/>
              <a:gdLst>
                <a:gd name="connsiteX0" fmla="*/ 0 w 47924"/>
                <a:gd name="connsiteY0" fmla="*/ 0 h 26174"/>
                <a:gd name="connsiteX1" fmla="*/ 0 w 47924"/>
                <a:gd name="connsiteY1" fmla="*/ 26174 h 26174"/>
                <a:gd name="connsiteX2" fmla="*/ 47925 w 47924"/>
                <a:gd name="connsiteY2" fmla="*/ 26174 h 26174"/>
                <a:gd name="connsiteX3" fmla="*/ 22365 w 47924"/>
                <a:gd name="connsiteY3" fmla="*/ 0 h 26174"/>
              </a:gdLst>
              <a:ahLst/>
              <a:cxnLst>
                <a:cxn ang="0">
                  <a:pos x="connsiteX0" y="connsiteY0"/>
                </a:cxn>
                <a:cxn ang="0">
                  <a:pos x="connsiteX1" y="connsiteY1"/>
                </a:cxn>
                <a:cxn ang="0">
                  <a:pos x="connsiteX2" y="connsiteY2"/>
                </a:cxn>
                <a:cxn ang="0">
                  <a:pos x="connsiteX3" y="connsiteY3"/>
                </a:cxn>
              </a:cxnLst>
              <a:rect l="l" t="t" r="r" b="b"/>
              <a:pathLst>
                <a:path w="47924" h="26174">
                  <a:moveTo>
                    <a:pt x="0" y="0"/>
                  </a:moveTo>
                  <a:lnTo>
                    <a:pt x="0" y="26174"/>
                  </a:lnTo>
                  <a:lnTo>
                    <a:pt x="47925" y="26174"/>
                  </a:lnTo>
                  <a:lnTo>
                    <a:pt x="22365" y="0"/>
                  </a:lnTo>
                  <a:close/>
                </a:path>
              </a:pathLst>
            </a:custGeom>
            <a:solidFill>
              <a:srgbClr val="007680"/>
            </a:solidFill>
            <a:ln w="6390" cap="flat">
              <a:noFill/>
              <a:prstDash val="solid"/>
              <a:miter/>
            </a:ln>
          </p:spPr>
          <p:txBody>
            <a:bodyPr rtlCol="0" anchor="ctr"/>
            <a:lstStyle/>
            <a:p>
              <a:endParaRPr lang="en-US"/>
            </a:p>
          </p:txBody>
        </p:sp>
        <p:sp>
          <p:nvSpPr>
            <p:cNvPr id="901" name="Graphic 5">
              <a:extLst>
                <a:ext uri="{FF2B5EF4-FFF2-40B4-BE49-F238E27FC236}">
                  <a16:creationId xmlns:a16="http://schemas.microsoft.com/office/drawing/2014/main" id="{C1248434-9D08-0540-8413-D0F62D05B8BB}"/>
                </a:ext>
              </a:extLst>
            </p:cNvPr>
            <p:cNvSpPr/>
            <p:nvPr/>
          </p:nvSpPr>
          <p:spPr>
            <a:xfrm>
              <a:off x="11558118" y="4000365"/>
              <a:ext cx="93292" cy="26174"/>
            </a:xfrm>
            <a:custGeom>
              <a:avLst/>
              <a:gdLst>
                <a:gd name="connsiteX0" fmla="*/ 25560 w 93292"/>
                <a:gd name="connsiteY0" fmla="*/ 26174 h 26174"/>
                <a:gd name="connsiteX1" fmla="*/ 93293 w 93292"/>
                <a:gd name="connsiteY1" fmla="*/ 26174 h 26174"/>
                <a:gd name="connsiteX2" fmla="*/ 93293 w 93292"/>
                <a:gd name="connsiteY2" fmla="*/ 0 h 26174"/>
                <a:gd name="connsiteX3" fmla="*/ 0 w 93292"/>
                <a:gd name="connsiteY3" fmla="*/ 0 h 26174"/>
              </a:gdLst>
              <a:ahLst/>
              <a:cxnLst>
                <a:cxn ang="0">
                  <a:pos x="connsiteX0" y="connsiteY0"/>
                </a:cxn>
                <a:cxn ang="0">
                  <a:pos x="connsiteX1" y="connsiteY1"/>
                </a:cxn>
                <a:cxn ang="0">
                  <a:pos x="connsiteX2" y="connsiteY2"/>
                </a:cxn>
                <a:cxn ang="0">
                  <a:pos x="connsiteX3" y="connsiteY3"/>
                </a:cxn>
              </a:cxnLst>
              <a:rect l="l" t="t" r="r" b="b"/>
              <a:pathLst>
                <a:path w="93292" h="26174">
                  <a:moveTo>
                    <a:pt x="25560" y="26174"/>
                  </a:moveTo>
                  <a:lnTo>
                    <a:pt x="93293" y="26174"/>
                  </a:lnTo>
                  <a:lnTo>
                    <a:pt x="93293" y="0"/>
                  </a:lnTo>
                  <a:lnTo>
                    <a:pt x="0" y="0"/>
                  </a:lnTo>
                  <a:close/>
                </a:path>
              </a:pathLst>
            </a:custGeom>
            <a:solidFill>
              <a:srgbClr val="007680"/>
            </a:solidFill>
            <a:ln w="6390" cap="flat">
              <a:noFill/>
              <a:prstDash val="solid"/>
              <a:miter/>
            </a:ln>
          </p:spPr>
          <p:txBody>
            <a:bodyPr rtlCol="0" anchor="ctr"/>
            <a:lstStyle/>
            <a:p>
              <a:endParaRPr lang="en-US"/>
            </a:p>
          </p:txBody>
        </p:sp>
        <p:sp>
          <p:nvSpPr>
            <p:cNvPr id="902" name="Graphic 5">
              <a:extLst>
                <a:ext uri="{FF2B5EF4-FFF2-40B4-BE49-F238E27FC236}">
                  <a16:creationId xmlns:a16="http://schemas.microsoft.com/office/drawing/2014/main" id="{2FC3B7BE-6AF5-3745-8FC6-F42DC67D3D19}"/>
                </a:ext>
              </a:extLst>
            </p:cNvPr>
            <p:cNvSpPr/>
            <p:nvPr/>
          </p:nvSpPr>
          <p:spPr>
            <a:xfrm>
              <a:off x="11457157" y="4000365"/>
              <a:ext cx="47924" cy="25535"/>
            </a:xfrm>
            <a:custGeom>
              <a:avLst/>
              <a:gdLst>
                <a:gd name="connsiteX0" fmla="*/ 0 w 47924"/>
                <a:gd name="connsiteY0" fmla="*/ 0 h 25535"/>
                <a:gd name="connsiteX1" fmla="*/ 47925 w 47924"/>
                <a:gd name="connsiteY1" fmla="*/ 0 h 25535"/>
                <a:gd name="connsiteX2" fmla="*/ 47925 w 47924"/>
                <a:gd name="connsiteY2" fmla="*/ 25536 h 25535"/>
                <a:gd name="connsiteX3" fmla="*/ 0 w 47924"/>
                <a:gd name="connsiteY3" fmla="*/ 25536 h 25535"/>
              </a:gdLst>
              <a:ahLst/>
              <a:cxnLst>
                <a:cxn ang="0">
                  <a:pos x="connsiteX0" y="connsiteY0"/>
                </a:cxn>
                <a:cxn ang="0">
                  <a:pos x="connsiteX1" y="connsiteY1"/>
                </a:cxn>
                <a:cxn ang="0">
                  <a:pos x="connsiteX2" y="connsiteY2"/>
                </a:cxn>
                <a:cxn ang="0">
                  <a:pos x="connsiteX3" y="connsiteY3"/>
                </a:cxn>
              </a:cxnLst>
              <a:rect l="l" t="t" r="r" b="b"/>
              <a:pathLst>
                <a:path w="47924" h="25535">
                  <a:moveTo>
                    <a:pt x="0" y="0"/>
                  </a:moveTo>
                  <a:lnTo>
                    <a:pt x="47925" y="0"/>
                  </a:lnTo>
                  <a:lnTo>
                    <a:pt x="47925" y="25536"/>
                  </a:lnTo>
                  <a:lnTo>
                    <a:pt x="0" y="25536"/>
                  </a:lnTo>
                  <a:close/>
                </a:path>
              </a:pathLst>
            </a:custGeom>
            <a:solidFill>
              <a:srgbClr val="007680"/>
            </a:solidFill>
            <a:ln w="6390" cap="flat">
              <a:noFill/>
              <a:prstDash val="solid"/>
              <a:miter/>
            </a:ln>
          </p:spPr>
          <p:txBody>
            <a:bodyPr rtlCol="0" anchor="ctr"/>
            <a:lstStyle/>
            <a:p>
              <a:endParaRPr lang="en-US"/>
            </a:p>
          </p:txBody>
        </p:sp>
        <p:sp>
          <p:nvSpPr>
            <p:cNvPr id="903" name="Graphic 5">
              <a:extLst>
                <a:ext uri="{FF2B5EF4-FFF2-40B4-BE49-F238E27FC236}">
                  <a16:creationId xmlns:a16="http://schemas.microsoft.com/office/drawing/2014/main" id="{DBD114BD-1E79-C047-ABDA-B5689A13E785}"/>
                </a:ext>
              </a:extLst>
            </p:cNvPr>
            <p:cNvSpPr/>
            <p:nvPr/>
          </p:nvSpPr>
          <p:spPr>
            <a:xfrm>
              <a:off x="11372810" y="382480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70933 w 362309"/>
                <a:gd name="connsiteY6" fmla="*/ 91291 h 361971"/>
                <a:gd name="connsiteX7" fmla="*/ 278601 w 362309"/>
                <a:gd name="connsiteY7" fmla="*/ 86184 h 361971"/>
                <a:gd name="connsiteX8" fmla="*/ 283713 w 362309"/>
                <a:gd name="connsiteY8" fmla="*/ 93845 h 361971"/>
                <a:gd name="connsiteX9" fmla="*/ 287547 w 362309"/>
                <a:gd name="connsiteY9" fmla="*/ 109166 h 361971"/>
                <a:gd name="connsiteX10" fmla="*/ 286269 w 362309"/>
                <a:gd name="connsiteY10" fmla="*/ 143001 h 361971"/>
                <a:gd name="connsiteX11" fmla="*/ 281157 w 362309"/>
                <a:gd name="connsiteY11" fmla="*/ 145555 h 361971"/>
                <a:gd name="connsiteX12" fmla="*/ 277323 w 362309"/>
                <a:gd name="connsiteY12" fmla="*/ 144278 h 361971"/>
                <a:gd name="connsiteX13" fmla="*/ 276684 w 362309"/>
                <a:gd name="connsiteY13" fmla="*/ 135341 h 361971"/>
                <a:gd name="connsiteX14" fmla="*/ 276684 w 362309"/>
                <a:gd name="connsiteY14" fmla="*/ 135341 h 361971"/>
                <a:gd name="connsiteX15" fmla="*/ 276684 w 362309"/>
                <a:gd name="connsiteY15" fmla="*/ 116827 h 361971"/>
                <a:gd name="connsiteX16" fmla="*/ 270933 w 362309"/>
                <a:gd name="connsiteY16" fmla="*/ 91291 h 361971"/>
                <a:gd name="connsiteX17" fmla="*/ 270933 w 362309"/>
                <a:gd name="connsiteY17" fmla="*/ 91291 h 361971"/>
                <a:gd name="connsiteX18" fmla="*/ 245373 w 362309"/>
                <a:gd name="connsiteY18" fmla="*/ 81077 h 361971"/>
                <a:gd name="connsiteX19" fmla="*/ 254319 w 362309"/>
                <a:gd name="connsiteY19" fmla="*/ 80438 h 361971"/>
                <a:gd name="connsiteX20" fmla="*/ 254958 w 362309"/>
                <a:gd name="connsiteY20" fmla="*/ 89376 h 361971"/>
                <a:gd name="connsiteX21" fmla="*/ 256236 w 362309"/>
                <a:gd name="connsiteY21" fmla="*/ 108528 h 361971"/>
                <a:gd name="connsiteX22" fmla="*/ 254958 w 362309"/>
                <a:gd name="connsiteY22" fmla="*/ 143001 h 361971"/>
                <a:gd name="connsiteX23" fmla="*/ 249846 w 362309"/>
                <a:gd name="connsiteY23" fmla="*/ 144916 h 361971"/>
                <a:gd name="connsiteX24" fmla="*/ 245373 w 362309"/>
                <a:gd name="connsiteY24" fmla="*/ 143001 h 361971"/>
                <a:gd name="connsiteX25" fmla="*/ 244734 w 362309"/>
                <a:gd name="connsiteY25" fmla="*/ 134064 h 361971"/>
                <a:gd name="connsiteX26" fmla="*/ 244095 w 362309"/>
                <a:gd name="connsiteY26" fmla="*/ 114273 h 361971"/>
                <a:gd name="connsiteX27" fmla="*/ 245373 w 362309"/>
                <a:gd name="connsiteY27" fmla="*/ 81077 h 361971"/>
                <a:gd name="connsiteX28" fmla="*/ 245373 w 362309"/>
                <a:gd name="connsiteY28" fmla="*/ 81077 h 361971"/>
                <a:gd name="connsiteX29" fmla="*/ 291381 w 362309"/>
                <a:gd name="connsiteY29" fmla="*/ 208118 h 361971"/>
                <a:gd name="connsiteX30" fmla="*/ 284991 w 362309"/>
                <a:gd name="connsiteY30" fmla="*/ 214502 h 361971"/>
                <a:gd name="connsiteX31" fmla="*/ 224287 w 362309"/>
                <a:gd name="connsiteY31" fmla="*/ 214502 h 361971"/>
                <a:gd name="connsiteX32" fmla="*/ 282435 w 362309"/>
                <a:gd name="connsiteY32" fmla="*/ 272596 h 361971"/>
                <a:gd name="connsiteX33" fmla="*/ 282435 w 362309"/>
                <a:gd name="connsiteY33" fmla="*/ 281533 h 361971"/>
                <a:gd name="connsiteX34" fmla="*/ 282435 w 362309"/>
                <a:gd name="connsiteY34" fmla="*/ 281533 h 361971"/>
                <a:gd name="connsiteX35" fmla="*/ 277962 w 362309"/>
                <a:gd name="connsiteY35" fmla="*/ 283449 h 361971"/>
                <a:gd name="connsiteX36" fmla="*/ 273489 w 362309"/>
                <a:gd name="connsiteY36" fmla="*/ 281533 h 361971"/>
                <a:gd name="connsiteX37" fmla="*/ 206395 w 362309"/>
                <a:gd name="connsiteY37" fmla="*/ 214502 h 361971"/>
                <a:gd name="connsiteX38" fmla="*/ 78596 w 362309"/>
                <a:gd name="connsiteY38" fmla="*/ 214502 h 361971"/>
                <a:gd name="connsiteX39" fmla="*/ 72206 w 362309"/>
                <a:gd name="connsiteY39" fmla="*/ 208118 h 361971"/>
                <a:gd name="connsiteX40" fmla="*/ 72206 w 362309"/>
                <a:gd name="connsiteY40" fmla="*/ 169814 h 361971"/>
                <a:gd name="connsiteX41" fmla="*/ 78596 w 362309"/>
                <a:gd name="connsiteY41" fmla="*/ 163430 h 361971"/>
                <a:gd name="connsiteX42" fmla="*/ 155275 w 362309"/>
                <a:gd name="connsiteY42" fmla="*/ 163430 h 361971"/>
                <a:gd name="connsiteX43" fmla="*/ 89459 w 362309"/>
                <a:gd name="connsiteY43" fmla="*/ 97675 h 361971"/>
                <a:gd name="connsiteX44" fmla="*/ 90098 w 362309"/>
                <a:gd name="connsiteY44" fmla="*/ 88738 h 361971"/>
                <a:gd name="connsiteX45" fmla="*/ 98404 w 362309"/>
                <a:gd name="connsiteY45" fmla="*/ 88738 h 361971"/>
                <a:gd name="connsiteX46" fmla="*/ 173167 w 362309"/>
                <a:gd name="connsiteY46" fmla="*/ 163430 h 361971"/>
                <a:gd name="connsiteX47" fmla="*/ 285630 w 362309"/>
                <a:gd name="connsiteY47" fmla="*/ 163430 h 361971"/>
                <a:gd name="connsiteX48" fmla="*/ 292020 w 362309"/>
                <a:gd name="connsiteY48" fmla="*/ 169814 h 361971"/>
                <a:gd name="connsiteX49" fmla="*/ 292020 w 362309"/>
                <a:gd name="connsiteY49" fmla="*/ 20811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270933" y="91291"/>
                  </a:moveTo>
                  <a:cubicBezTo>
                    <a:pt x="271572" y="87461"/>
                    <a:pt x="275406" y="85546"/>
                    <a:pt x="278601" y="86184"/>
                  </a:cubicBezTo>
                  <a:cubicBezTo>
                    <a:pt x="282435" y="86822"/>
                    <a:pt x="284352" y="90653"/>
                    <a:pt x="283713" y="93845"/>
                  </a:cubicBezTo>
                  <a:cubicBezTo>
                    <a:pt x="283074" y="98952"/>
                    <a:pt x="284352" y="104697"/>
                    <a:pt x="287547" y="109166"/>
                  </a:cubicBezTo>
                  <a:cubicBezTo>
                    <a:pt x="293298" y="120019"/>
                    <a:pt x="293298" y="132787"/>
                    <a:pt x="286269" y="143001"/>
                  </a:cubicBezTo>
                  <a:cubicBezTo>
                    <a:pt x="284991" y="144278"/>
                    <a:pt x="283074" y="145555"/>
                    <a:pt x="281157" y="145555"/>
                  </a:cubicBezTo>
                  <a:cubicBezTo>
                    <a:pt x="279879" y="145555"/>
                    <a:pt x="277962" y="144916"/>
                    <a:pt x="277323" y="144278"/>
                  </a:cubicBezTo>
                  <a:cubicBezTo>
                    <a:pt x="274767" y="141724"/>
                    <a:pt x="274128" y="137894"/>
                    <a:pt x="276684" y="135341"/>
                  </a:cubicBezTo>
                  <a:cubicBezTo>
                    <a:pt x="276684" y="135341"/>
                    <a:pt x="276684" y="135341"/>
                    <a:pt x="276684" y="135341"/>
                  </a:cubicBezTo>
                  <a:cubicBezTo>
                    <a:pt x="279879" y="129595"/>
                    <a:pt x="279879" y="122573"/>
                    <a:pt x="276684" y="116827"/>
                  </a:cubicBezTo>
                  <a:cubicBezTo>
                    <a:pt x="271572" y="109166"/>
                    <a:pt x="269016" y="100229"/>
                    <a:pt x="270933" y="91291"/>
                  </a:cubicBezTo>
                  <a:lnTo>
                    <a:pt x="270933" y="91291"/>
                  </a:lnTo>
                  <a:close/>
                  <a:moveTo>
                    <a:pt x="245373" y="81077"/>
                  </a:moveTo>
                  <a:cubicBezTo>
                    <a:pt x="247929" y="78523"/>
                    <a:pt x="251763" y="77885"/>
                    <a:pt x="254319" y="80438"/>
                  </a:cubicBezTo>
                  <a:cubicBezTo>
                    <a:pt x="256875" y="82992"/>
                    <a:pt x="257514" y="86822"/>
                    <a:pt x="254958" y="89376"/>
                  </a:cubicBezTo>
                  <a:cubicBezTo>
                    <a:pt x="254319" y="90014"/>
                    <a:pt x="249208" y="97037"/>
                    <a:pt x="256236" y="108528"/>
                  </a:cubicBezTo>
                  <a:cubicBezTo>
                    <a:pt x="263265" y="119381"/>
                    <a:pt x="263265" y="133425"/>
                    <a:pt x="254958" y="143001"/>
                  </a:cubicBezTo>
                  <a:cubicBezTo>
                    <a:pt x="253680" y="144278"/>
                    <a:pt x="251763" y="144916"/>
                    <a:pt x="249846" y="144916"/>
                  </a:cubicBezTo>
                  <a:cubicBezTo>
                    <a:pt x="248568" y="144916"/>
                    <a:pt x="246651" y="144278"/>
                    <a:pt x="245373" y="143001"/>
                  </a:cubicBezTo>
                  <a:cubicBezTo>
                    <a:pt x="242818" y="140448"/>
                    <a:pt x="242818" y="136617"/>
                    <a:pt x="244734" y="134064"/>
                  </a:cubicBezTo>
                  <a:cubicBezTo>
                    <a:pt x="249208" y="128318"/>
                    <a:pt x="248568" y="120019"/>
                    <a:pt x="244095" y="114273"/>
                  </a:cubicBezTo>
                  <a:cubicBezTo>
                    <a:pt x="232593" y="95121"/>
                    <a:pt x="244734" y="81715"/>
                    <a:pt x="245373" y="81077"/>
                  </a:cubicBezTo>
                  <a:lnTo>
                    <a:pt x="245373" y="81077"/>
                  </a:lnTo>
                  <a:close/>
                  <a:moveTo>
                    <a:pt x="291381" y="208118"/>
                  </a:moveTo>
                  <a:cubicBezTo>
                    <a:pt x="291381" y="211948"/>
                    <a:pt x="288825" y="214502"/>
                    <a:pt x="284991" y="214502"/>
                  </a:cubicBezTo>
                  <a:lnTo>
                    <a:pt x="224287" y="214502"/>
                  </a:lnTo>
                  <a:lnTo>
                    <a:pt x="282435" y="272596"/>
                  </a:lnTo>
                  <a:cubicBezTo>
                    <a:pt x="284991" y="275149"/>
                    <a:pt x="284991" y="278980"/>
                    <a:pt x="282435" y="281533"/>
                  </a:cubicBezTo>
                  <a:cubicBezTo>
                    <a:pt x="282435" y="281533"/>
                    <a:pt x="282435" y="281533"/>
                    <a:pt x="282435" y="281533"/>
                  </a:cubicBezTo>
                  <a:cubicBezTo>
                    <a:pt x="281157" y="282810"/>
                    <a:pt x="279879" y="283449"/>
                    <a:pt x="277962" y="283449"/>
                  </a:cubicBezTo>
                  <a:cubicBezTo>
                    <a:pt x="276045" y="283449"/>
                    <a:pt x="274767" y="282810"/>
                    <a:pt x="273489" y="281533"/>
                  </a:cubicBezTo>
                  <a:lnTo>
                    <a:pt x="206395" y="214502"/>
                  </a:lnTo>
                  <a:lnTo>
                    <a:pt x="78596" y="214502"/>
                  </a:lnTo>
                  <a:cubicBezTo>
                    <a:pt x="74762" y="214502"/>
                    <a:pt x="72206" y="211948"/>
                    <a:pt x="72206" y="208118"/>
                  </a:cubicBezTo>
                  <a:lnTo>
                    <a:pt x="72206" y="169814"/>
                  </a:lnTo>
                  <a:cubicBezTo>
                    <a:pt x="72206" y="165984"/>
                    <a:pt x="74762" y="163430"/>
                    <a:pt x="78596" y="163430"/>
                  </a:cubicBezTo>
                  <a:lnTo>
                    <a:pt x="155275" y="163430"/>
                  </a:lnTo>
                  <a:lnTo>
                    <a:pt x="89459" y="97675"/>
                  </a:lnTo>
                  <a:cubicBezTo>
                    <a:pt x="86903" y="95121"/>
                    <a:pt x="87542" y="90653"/>
                    <a:pt x="90098" y="88738"/>
                  </a:cubicBezTo>
                  <a:cubicBezTo>
                    <a:pt x="92654" y="86822"/>
                    <a:pt x="95849" y="86822"/>
                    <a:pt x="98404" y="88738"/>
                  </a:cubicBezTo>
                  <a:lnTo>
                    <a:pt x="173167" y="163430"/>
                  </a:lnTo>
                  <a:lnTo>
                    <a:pt x="285630" y="163430"/>
                  </a:lnTo>
                  <a:cubicBezTo>
                    <a:pt x="289464" y="163430"/>
                    <a:pt x="292020" y="165984"/>
                    <a:pt x="292020" y="169814"/>
                  </a:cubicBezTo>
                  <a:lnTo>
                    <a:pt x="292020" y="208118"/>
                  </a:lnTo>
                  <a:close/>
                </a:path>
              </a:pathLst>
            </a:custGeom>
            <a:solidFill>
              <a:srgbClr val="007680"/>
            </a:solidFill>
            <a:ln w="6390" cap="flat">
              <a:noFill/>
              <a:prstDash val="solid"/>
              <a:miter/>
            </a:ln>
          </p:spPr>
          <p:txBody>
            <a:bodyPr rtlCol="0" anchor="ctr"/>
            <a:lstStyle/>
            <a:p>
              <a:endParaRPr lang="en-US"/>
            </a:p>
          </p:txBody>
        </p:sp>
      </p:grpSp>
      <p:sp>
        <p:nvSpPr>
          <p:cNvPr id="904" name="Graphic 5">
            <a:extLst>
              <a:ext uri="{FF2B5EF4-FFF2-40B4-BE49-F238E27FC236}">
                <a16:creationId xmlns:a16="http://schemas.microsoft.com/office/drawing/2014/main" id="{6B05FB5F-7AD0-EC49-999E-E098E46929AE}"/>
              </a:ext>
            </a:extLst>
          </p:cNvPr>
          <p:cNvSpPr/>
          <p:nvPr/>
        </p:nvSpPr>
        <p:spPr>
          <a:xfrm>
            <a:off x="11372810" y="188152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175084 w 362309"/>
              <a:gd name="connsiteY6" fmla="*/ 72777 h 361971"/>
              <a:gd name="connsiteX7" fmla="*/ 181474 w 362309"/>
              <a:gd name="connsiteY7" fmla="*/ 66393 h 361971"/>
              <a:gd name="connsiteX8" fmla="*/ 187864 w 362309"/>
              <a:gd name="connsiteY8" fmla="*/ 72777 h 361971"/>
              <a:gd name="connsiteX9" fmla="*/ 187864 w 362309"/>
              <a:gd name="connsiteY9" fmla="*/ 144916 h 361971"/>
              <a:gd name="connsiteX10" fmla="*/ 181474 w 362309"/>
              <a:gd name="connsiteY10" fmla="*/ 151300 h 361971"/>
              <a:gd name="connsiteX11" fmla="*/ 175084 w 362309"/>
              <a:gd name="connsiteY11" fmla="*/ 144916 h 361971"/>
              <a:gd name="connsiteX12" fmla="*/ 175084 w 362309"/>
              <a:gd name="connsiteY12" fmla="*/ 72777 h 361971"/>
              <a:gd name="connsiteX13" fmla="*/ 181474 w 362309"/>
              <a:gd name="connsiteY13" fmla="*/ 294940 h 361971"/>
              <a:gd name="connsiteX14" fmla="*/ 70928 w 362309"/>
              <a:gd name="connsiteY14" fmla="*/ 185135 h 361971"/>
              <a:gd name="connsiteX15" fmla="*/ 144412 w 362309"/>
              <a:gd name="connsiteY15" fmla="*/ 81076 h 361971"/>
              <a:gd name="connsiteX16" fmla="*/ 152719 w 362309"/>
              <a:gd name="connsiteY16" fmla="*/ 84907 h 361971"/>
              <a:gd name="connsiteX17" fmla="*/ 148885 w 362309"/>
              <a:gd name="connsiteY17" fmla="*/ 93206 h 361971"/>
              <a:gd name="connsiteX18" fmla="*/ 89459 w 362309"/>
              <a:gd name="connsiteY18" fmla="*/ 217694 h 361971"/>
              <a:gd name="connsiteX19" fmla="*/ 214063 w 362309"/>
              <a:gd name="connsiteY19" fmla="*/ 277065 h 361971"/>
              <a:gd name="connsiteX20" fmla="*/ 273489 w 362309"/>
              <a:gd name="connsiteY20" fmla="*/ 152577 h 361971"/>
              <a:gd name="connsiteX21" fmla="*/ 214063 w 362309"/>
              <a:gd name="connsiteY21" fmla="*/ 93206 h 361971"/>
              <a:gd name="connsiteX22" fmla="*/ 210228 w 362309"/>
              <a:gd name="connsiteY22" fmla="*/ 84907 h 361971"/>
              <a:gd name="connsiteX23" fmla="*/ 218536 w 362309"/>
              <a:gd name="connsiteY23" fmla="*/ 81076 h 361971"/>
              <a:gd name="connsiteX24" fmla="*/ 285630 w 362309"/>
              <a:gd name="connsiteY24" fmla="*/ 221524 h 361971"/>
              <a:gd name="connsiteX25" fmla="*/ 181474 w 362309"/>
              <a:gd name="connsiteY25" fmla="*/ 294940 h 361971"/>
              <a:gd name="connsiteX26" fmla="*/ 181474 w 362309"/>
              <a:gd name="connsiteY26" fmla="*/ 29494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2309" h="361971">
                <a:moveTo>
                  <a:pt x="181474" y="0"/>
                </a:moveTo>
                <a:cubicBezTo>
                  <a:pt x="81152" y="0"/>
                  <a:pt x="0" y="81076"/>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6"/>
                  <a:pt x="281157" y="0"/>
                  <a:pt x="181474" y="0"/>
                </a:cubicBezTo>
                <a:close/>
                <a:moveTo>
                  <a:pt x="175084" y="72777"/>
                </a:moveTo>
                <a:cubicBezTo>
                  <a:pt x="175084" y="68947"/>
                  <a:pt x="177640" y="66393"/>
                  <a:pt x="181474" y="66393"/>
                </a:cubicBezTo>
                <a:cubicBezTo>
                  <a:pt x="185308" y="66393"/>
                  <a:pt x="187864" y="68947"/>
                  <a:pt x="187864" y="72777"/>
                </a:cubicBezTo>
                <a:lnTo>
                  <a:pt x="187864" y="144916"/>
                </a:lnTo>
                <a:cubicBezTo>
                  <a:pt x="187864" y="148747"/>
                  <a:pt x="185308" y="151300"/>
                  <a:pt x="181474" y="151300"/>
                </a:cubicBezTo>
                <a:cubicBezTo>
                  <a:pt x="177640" y="151300"/>
                  <a:pt x="175084" y="148747"/>
                  <a:pt x="175084" y="144916"/>
                </a:cubicBezTo>
                <a:lnTo>
                  <a:pt x="175084" y="72777"/>
                </a:lnTo>
                <a:close/>
                <a:moveTo>
                  <a:pt x="181474" y="294940"/>
                </a:moveTo>
                <a:cubicBezTo>
                  <a:pt x="120769" y="294940"/>
                  <a:pt x="70928" y="245783"/>
                  <a:pt x="70928" y="185135"/>
                </a:cubicBezTo>
                <a:cubicBezTo>
                  <a:pt x="70928" y="138532"/>
                  <a:pt x="100322" y="96398"/>
                  <a:pt x="144412" y="81076"/>
                </a:cubicBezTo>
                <a:cubicBezTo>
                  <a:pt x="147607" y="79800"/>
                  <a:pt x="151441" y="81715"/>
                  <a:pt x="152719" y="84907"/>
                </a:cubicBezTo>
                <a:cubicBezTo>
                  <a:pt x="153997" y="88099"/>
                  <a:pt x="152080" y="91929"/>
                  <a:pt x="148885" y="93206"/>
                </a:cubicBezTo>
                <a:cubicBezTo>
                  <a:pt x="98404" y="111081"/>
                  <a:pt x="71567" y="166622"/>
                  <a:pt x="89459" y="217694"/>
                </a:cubicBezTo>
                <a:cubicBezTo>
                  <a:pt x="107350" y="268127"/>
                  <a:pt x="162943" y="294940"/>
                  <a:pt x="214063" y="277065"/>
                </a:cubicBezTo>
                <a:cubicBezTo>
                  <a:pt x="265182" y="259190"/>
                  <a:pt x="291381" y="203649"/>
                  <a:pt x="273489" y="152577"/>
                </a:cubicBezTo>
                <a:cubicBezTo>
                  <a:pt x="263904" y="125126"/>
                  <a:pt x="241539" y="102782"/>
                  <a:pt x="214063" y="93206"/>
                </a:cubicBezTo>
                <a:cubicBezTo>
                  <a:pt x="210868" y="91929"/>
                  <a:pt x="208951" y="88099"/>
                  <a:pt x="210228" y="84907"/>
                </a:cubicBezTo>
                <a:cubicBezTo>
                  <a:pt x="211507" y="81715"/>
                  <a:pt x="215341" y="79800"/>
                  <a:pt x="218536" y="81076"/>
                </a:cubicBezTo>
                <a:cubicBezTo>
                  <a:pt x="276045" y="101505"/>
                  <a:pt x="306077" y="164068"/>
                  <a:pt x="285630" y="221524"/>
                </a:cubicBezTo>
                <a:cubicBezTo>
                  <a:pt x="269655" y="265574"/>
                  <a:pt x="228120" y="294940"/>
                  <a:pt x="181474" y="294940"/>
                </a:cubicBezTo>
                <a:lnTo>
                  <a:pt x="181474" y="294940"/>
                </a:lnTo>
                <a:close/>
              </a:path>
            </a:pathLst>
          </a:custGeom>
          <a:solidFill>
            <a:srgbClr val="007680"/>
          </a:solidFill>
          <a:ln w="6390" cap="flat">
            <a:noFill/>
            <a:prstDash val="solid"/>
            <a:miter/>
          </a:ln>
        </p:spPr>
        <p:txBody>
          <a:bodyPr rtlCol="0" anchor="ctr"/>
          <a:lstStyle/>
          <a:p>
            <a:endParaRPr lang="en-US"/>
          </a:p>
        </p:txBody>
      </p:sp>
      <p:sp>
        <p:nvSpPr>
          <p:cNvPr id="905" name="Graphic 5">
            <a:extLst>
              <a:ext uri="{FF2B5EF4-FFF2-40B4-BE49-F238E27FC236}">
                <a16:creationId xmlns:a16="http://schemas.microsoft.com/office/drawing/2014/main" id="{29E780F7-C233-A345-B5D2-C6599186B945}"/>
              </a:ext>
            </a:extLst>
          </p:cNvPr>
          <p:cNvSpPr/>
          <p:nvPr/>
        </p:nvSpPr>
        <p:spPr>
          <a:xfrm>
            <a:off x="9280105" y="1403361"/>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236428 w 362309"/>
              <a:gd name="connsiteY6" fmla="*/ 185135 h 361971"/>
              <a:gd name="connsiteX7" fmla="*/ 134828 w 362309"/>
              <a:gd name="connsiteY7" fmla="*/ 286641 h 361971"/>
              <a:gd name="connsiteX8" fmla="*/ 130354 w 362309"/>
              <a:gd name="connsiteY8" fmla="*/ 288556 h 361971"/>
              <a:gd name="connsiteX9" fmla="*/ 125881 w 362309"/>
              <a:gd name="connsiteY9" fmla="*/ 286641 h 361971"/>
              <a:gd name="connsiteX10" fmla="*/ 125881 w 362309"/>
              <a:gd name="connsiteY10" fmla="*/ 277703 h 361971"/>
              <a:gd name="connsiteX11" fmla="*/ 223008 w 362309"/>
              <a:gd name="connsiteY11" fmla="*/ 180667 h 361971"/>
              <a:gd name="connsiteX12" fmla="*/ 125881 w 362309"/>
              <a:gd name="connsiteY12" fmla="*/ 83630 h 361971"/>
              <a:gd name="connsiteX13" fmla="*/ 125881 w 362309"/>
              <a:gd name="connsiteY13" fmla="*/ 74693 h 361971"/>
              <a:gd name="connsiteX14" fmla="*/ 134828 w 362309"/>
              <a:gd name="connsiteY14" fmla="*/ 74693 h 361971"/>
              <a:gd name="connsiteX15" fmla="*/ 134828 w 362309"/>
              <a:gd name="connsiteY15" fmla="*/ 74693 h 361971"/>
              <a:gd name="connsiteX16" fmla="*/ 236428 w 362309"/>
              <a:gd name="connsiteY16" fmla="*/ 176198 h 361971"/>
              <a:gd name="connsiteX17" fmla="*/ 236428 w 362309"/>
              <a:gd name="connsiteY17" fmla="*/ 185135 h 361971"/>
              <a:gd name="connsiteX18" fmla="*/ 236428 w 362309"/>
              <a:gd name="connsiteY18" fmla="*/ 18513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09" y="280895"/>
                  <a:pt x="362309" y="181305"/>
                </a:cubicBezTo>
                <a:cubicBezTo>
                  <a:pt x="362309" y="81077"/>
                  <a:pt x="281157" y="0"/>
                  <a:pt x="180835" y="0"/>
                </a:cubicBezTo>
                <a:cubicBezTo>
                  <a:pt x="181474" y="0"/>
                  <a:pt x="180835" y="0"/>
                  <a:pt x="180835" y="0"/>
                </a:cubicBezTo>
                <a:close/>
                <a:moveTo>
                  <a:pt x="236428" y="185135"/>
                </a:moveTo>
                <a:lnTo>
                  <a:pt x="134828" y="286641"/>
                </a:lnTo>
                <a:cubicBezTo>
                  <a:pt x="133549" y="287918"/>
                  <a:pt x="132271" y="288556"/>
                  <a:pt x="130354" y="288556"/>
                </a:cubicBezTo>
                <a:cubicBezTo>
                  <a:pt x="128438" y="288556"/>
                  <a:pt x="127159" y="287918"/>
                  <a:pt x="125881" y="286641"/>
                </a:cubicBezTo>
                <a:cubicBezTo>
                  <a:pt x="123325" y="284087"/>
                  <a:pt x="123325" y="280257"/>
                  <a:pt x="125881" y="277703"/>
                </a:cubicBezTo>
                <a:lnTo>
                  <a:pt x="223008" y="180667"/>
                </a:lnTo>
                <a:lnTo>
                  <a:pt x="125881" y="83630"/>
                </a:lnTo>
                <a:cubicBezTo>
                  <a:pt x="123325" y="81077"/>
                  <a:pt x="123325" y="77246"/>
                  <a:pt x="125881" y="74693"/>
                </a:cubicBezTo>
                <a:cubicBezTo>
                  <a:pt x="128438" y="72139"/>
                  <a:pt x="132271" y="72139"/>
                  <a:pt x="134828" y="74693"/>
                </a:cubicBezTo>
                <a:cubicBezTo>
                  <a:pt x="134828" y="74693"/>
                  <a:pt x="134828" y="74693"/>
                  <a:pt x="134828" y="74693"/>
                </a:cubicBezTo>
                <a:lnTo>
                  <a:pt x="236428" y="176198"/>
                </a:lnTo>
                <a:cubicBezTo>
                  <a:pt x="238983" y="178752"/>
                  <a:pt x="238983" y="182582"/>
                  <a:pt x="236428" y="185135"/>
                </a:cubicBezTo>
                <a:cubicBezTo>
                  <a:pt x="236428" y="185135"/>
                  <a:pt x="236428" y="185135"/>
                  <a:pt x="236428" y="185135"/>
                </a:cubicBezTo>
                <a:close/>
              </a:path>
            </a:pathLst>
          </a:custGeom>
          <a:solidFill>
            <a:srgbClr val="007680"/>
          </a:solidFill>
          <a:ln w="6390" cap="flat">
            <a:noFill/>
            <a:prstDash val="solid"/>
            <a:miter/>
          </a:ln>
        </p:spPr>
        <p:txBody>
          <a:bodyPr rtlCol="0" anchor="ctr"/>
          <a:lstStyle/>
          <a:p>
            <a:endParaRPr lang="en-US"/>
          </a:p>
        </p:txBody>
      </p:sp>
      <p:grpSp>
        <p:nvGrpSpPr>
          <p:cNvPr id="906" name="Graphic 5">
            <a:extLst>
              <a:ext uri="{FF2B5EF4-FFF2-40B4-BE49-F238E27FC236}">
                <a16:creationId xmlns:a16="http://schemas.microsoft.com/office/drawing/2014/main" id="{AC40F527-7040-EE49-AF11-8E118AC77018}"/>
              </a:ext>
            </a:extLst>
          </p:cNvPr>
          <p:cNvGrpSpPr/>
          <p:nvPr/>
        </p:nvGrpSpPr>
        <p:grpSpPr>
          <a:xfrm>
            <a:off x="11372810" y="4309350"/>
            <a:ext cx="362309" cy="361971"/>
            <a:chOff x="11372810" y="4309350"/>
            <a:chExt cx="362309" cy="361971"/>
          </a:xfrm>
          <a:solidFill>
            <a:srgbClr val="007680"/>
          </a:solidFill>
        </p:grpSpPr>
        <p:sp>
          <p:nvSpPr>
            <p:cNvPr id="907" name="Graphic 5">
              <a:extLst>
                <a:ext uri="{FF2B5EF4-FFF2-40B4-BE49-F238E27FC236}">
                  <a16:creationId xmlns:a16="http://schemas.microsoft.com/office/drawing/2014/main" id="{24D2AB8C-0A41-2249-A717-0CFE39E082D2}"/>
                </a:ext>
              </a:extLst>
            </p:cNvPr>
            <p:cNvSpPr/>
            <p:nvPr/>
          </p:nvSpPr>
          <p:spPr>
            <a:xfrm>
              <a:off x="11529506" y="4534066"/>
              <a:ext cx="50834" cy="43411"/>
            </a:xfrm>
            <a:custGeom>
              <a:avLst/>
              <a:gdLst>
                <a:gd name="connsiteX0" fmla="*/ 38836 w 50834"/>
                <a:gd name="connsiteY0" fmla="*/ 0 h 43411"/>
                <a:gd name="connsiteX1" fmla="*/ 30529 w 50834"/>
                <a:gd name="connsiteY1" fmla="*/ 3831 h 43411"/>
                <a:gd name="connsiteX2" fmla="*/ 29251 w 50834"/>
                <a:gd name="connsiteY2" fmla="*/ 5107 h 43411"/>
                <a:gd name="connsiteX3" fmla="*/ 20305 w 50834"/>
                <a:gd name="connsiteY3" fmla="*/ 5107 h 43411"/>
                <a:gd name="connsiteX4" fmla="*/ 20305 w 50834"/>
                <a:gd name="connsiteY4" fmla="*/ 5107 h 43411"/>
                <a:gd name="connsiteX5" fmla="*/ 19028 w 50834"/>
                <a:gd name="connsiteY5" fmla="*/ 3831 h 43411"/>
                <a:gd name="connsiteX6" fmla="*/ 11359 w 50834"/>
                <a:gd name="connsiteY6" fmla="*/ 0 h 43411"/>
                <a:gd name="connsiteX7" fmla="*/ 11359 w 50834"/>
                <a:gd name="connsiteY7" fmla="*/ 0 h 43411"/>
                <a:gd name="connsiteX8" fmla="*/ 3053 w 50834"/>
                <a:gd name="connsiteY8" fmla="*/ 3831 h 43411"/>
                <a:gd name="connsiteX9" fmla="*/ 3692 w 50834"/>
                <a:gd name="connsiteY9" fmla="*/ 22344 h 43411"/>
                <a:gd name="connsiteX10" fmla="*/ 25417 w 50834"/>
                <a:gd name="connsiteY10" fmla="*/ 43411 h 43411"/>
                <a:gd name="connsiteX11" fmla="*/ 47143 w 50834"/>
                <a:gd name="connsiteY11" fmla="*/ 21706 h 43411"/>
                <a:gd name="connsiteX12" fmla="*/ 47782 w 50834"/>
                <a:gd name="connsiteY12" fmla="*/ 3831 h 43411"/>
                <a:gd name="connsiteX13" fmla="*/ 38836 w 50834"/>
                <a:gd name="connsiteY13" fmla="*/ 0 h 4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834" h="43411">
                  <a:moveTo>
                    <a:pt x="38836" y="0"/>
                  </a:moveTo>
                  <a:cubicBezTo>
                    <a:pt x="35641" y="0"/>
                    <a:pt x="33085" y="1277"/>
                    <a:pt x="30529" y="3831"/>
                  </a:cubicBezTo>
                  <a:lnTo>
                    <a:pt x="29251" y="5107"/>
                  </a:lnTo>
                  <a:cubicBezTo>
                    <a:pt x="26695" y="7661"/>
                    <a:pt x="22861" y="7661"/>
                    <a:pt x="20305" y="5107"/>
                  </a:cubicBezTo>
                  <a:cubicBezTo>
                    <a:pt x="20305" y="5107"/>
                    <a:pt x="20305" y="5107"/>
                    <a:pt x="20305" y="5107"/>
                  </a:cubicBezTo>
                  <a:lnTo>
                    <a:pt x="19028" y="3831"/>
                  </a:lnTo>
                  <a:cubicBezTo>
                    <a:pt x="17110" y="1277"/>
                    <a:pt x="13915" y="0"/>
                    <a:pt x="11359" y="0"/>
                  </a:cubicBezTo>
                  <a:lnTo>
                    <a:pt x="11359" y="0"/>
                  </a:lnTo>
                  <a:cubicBezTo>
                    <a:pt x="8164" y="0"/>
                    <a:pt x="5608" y="1916"/>
                    <a:pt x="3053" y="3831"/>
                  </a:cubicBezTo>
                  <a:cubicBezTo>
                    <a:pt x="-1421" y="9576"/>
                    <a:pt x="-782" y="17237"/>
                    <a:pt x="3692" y="22344"/>
                  </a:cubicBezTo>
                  <a:lnTo>
                    <a:pt x="25417" y="43411"/>
                  </a:lnTo>
                  <a:lnTo>
                    <a:pt x="47143" y="21706"/>
                  </a:lnTo>
                  <a:cubicBezTo>
                    <a:pt x="51616" y="16599"/>
                    <a:pt x="52255" y="8938"/>
                    <a:pt x="47782" y="3831"/>
                  </a:cubicBezTo>
                  <a:cubicBezTo>
                    <a:pt x="45226" y="1916"/>
                    <a:pt x="42031" y="0"/>
                    <a:pt x="38836" y="0"/>
                  </a:cubicBezTo>
                  <a:close/>
                </a:path>
              </a:pathLst>
            </a:custGeom>
            <a:solidFill>
              <a:srgbClr val="007680"/>
            </a:solidFill>
            <a:ln w="6390" cap="flat">
              <a:noFill/>
              <a:prstDash val="solid"/>
              <a:miter/>
            </a:ln>
          </p:spPr>
          <p:txBody>
            <a:bodyPr rtlCol="0" anchor="ctr"/>
            <a:lstStyle/>
            <a:p>
              <a:endParaRPr lang="en-US"/>
            </a:p>
          </p:txBody>
        </p:sp>
        <p:sp>
          <p:nvSpPr>
            <p:cNvPr id="908" name="Graphic 5">
              <a:extLst>
                <a:ext uri="{FF2B5EF4-FFF2-40B4-BE49-F238E27FC236}">
                  <a16:creationId xmlns:a16="http://schemas.microsoft.com/office/drawing/2014/main" id="{C825A717-2131-CA4D-AD41-672D8C737BD7}"/>
                </a:ext>
              </a:extLst>
            </p:cNvPr>
            <p:cNvSpPr/>
            <p:nvPr/>
          </p:nvSpPr>
          <p:spPr>
            <a:xfrm>
              <a:off x="11372810" y="4309350"/>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09 w 362309"/>
                <a:gd name="connsiteY3" fmla="*/ 181305 h 361971"/>
                <a:gd name="connsiteX4" fmla="*/ 362309 w 362309"/>
                <a:gd name="connsiteY4" fmla="*/ 181305 h 361971"/>
                <a:gd name="connsiteX5" fmla="*/ 181474 w 362309"/>
                <a:gd name="connsiteY5" fmla="*/ 0 h 361971"/>
                <a:gd name="connsiteX6" fmla="*/ 181474 w 362309"/>
                <a:gd name="connsiteY6" fmla="*/ 77884 h 361971"/>
                <a:gd name="connsiteX7" fmla="*/ 222369 w 362309"/>
                <a:gd name="connsiteY7" fmla="*/ 118742 h 361971"/>
                <a:gd name="connsiteX8" fmla="*/ 181474 w 362309"/>
                <a:gd name="connsiteY8" fmla="*/ 159600 h 361971"/>
                <a:gd name="connsiteX9" fmla="*/ 140579 w 362309"/>
                <a:gd name="connsiteY9" fmla="*/ 118742 h 361971"/>
                <a:gd name="connsiteX10" fmla="*/ 181474 w 362309"/>
                <a:gd name="connsiteY10" fmla="*/ 77884 h 361971"/>
                <a:gd name="connsiteX11" fmla="*/ 181474 w 362309"/>
                <a:gd name="connsiteY11" fmla="*/ 77884 h 361971"/>
                <a:gd name="connsiteX12" fmla="*/ 181474 w 362309"/>
                <a:gd name="connsiteY12" fmla="*/ 77884 h 361971"/>
                <a:gd name="connsiteX13" fmla="*/ 212146 w 362309"/>
                <a:gd name="connsiteY13" fmla="*/ 255998 h 361971"/>
                <a:gd name="connsiteX14" fmla="*/ 185947 w 362309"/>
                <a:gd name="connsiteY14" fmla="*/ 282172 h 361971"/>
                <a:gd name="connsiteX15" fmla="*/ 181474 w 362309"/>
                <a:gd name="connsiteY15" fmla="*/ 284087 h 361971"/>
                <a:gd name="connsiteX16" fmla="*/ 177001 w 362309"/>
                <a:gd name="connsiteY16" fmla="*/ 282172 h 361971"/>
                <a:gd name="connsiteX17" fmla="*/ 150802 w 362309"/>
                <a:gd name="connsiteY17" fmla="*/ 255998 h 361971"/>
                <a:gd name="connsiteX18" fmla="*/ 149524 w 362309"/>
                <a:gd name="connsiteY18" fmla="*/ 220886 h 361971"/>
                <a:gd name="connsiteX19" fmla="*/ 181474 w 362309"/>
                <a:gd name="connsiteY19" fmla="*/ 217055 h 361971"/>
                <a:gd name="connsiteX20" fmla="*/ 196171 w 362309"/>
                <a:gd name="connsiteY20" fmla="*/ 212587 h 361971"/>
                <a:gd name="connsiteX21" fmla="*/ 213423 w 362309"/>
                <a:gd name="connsiteY21" fmla="*/ 220886 h 361971"/>
                <a:gd name="connsiteX22" fmla="*/ 212146 w 362309"/>
                <a:gd name="connsiteY22" fmla="*/ 255998 h 361971"/>
                <a:gd name="connsiteX23" fmla="*/ 263904 w 362309"/>
                <a:gd name="connsiteY23" fmla="*/ 277703 h 361971"/>
                <a:gd name="connsiteX24" fmla="*/ 257514 w 362309"/>
                <a:gd name="connsiteY24" fmla="*/ 284087 h 361971"/>
                <a:gd name="connsiteX25" fmla="*/ 251124 w 362309"/>
                <a:gd name="connsiteY25" fmla="*/ 277703 h 361971"/>
                <a:gd name="connsiteX26" fmla="*/ 251124 w 362309"/>
                <a:gd name="connsiteY26" fmla="*/ 215779 h 361971"/>
                <a:gd name="connsiteX27" fmla="*/ 223008 w 362309"/>
                <a:gd name="connsiteY27" fmla="*/ 187689 h 361971"/>
                <a:gd name="connsiteX28" fmla="*/ 139939 w 362309"/>
                <a:gd name="connsiteY28" fmla="*/ 187689 h 361971"/>
                <a:gd name="connsiteX29" fmla="*/ 111824 w 362309"/>
                <a:gd name="connsiteY29" fmla="*/ 215779 h 361971"/>
                <a:gd name="connsiteX30" fmla="*/ 111824 w 362309"/>
                <a:gd name="connsiteY30" fmla="*/ 277703 h 361971"/>
                <a:gd name="connsiteX31" fmla="*/ 105434 w 362309"/>
                <a:gd name="connsiteY31" fmla="*/ 284087 h 361971"/>
                <a:gd name="connsiteX32" fmla="*/ 99044 w 362309"/>
                <a:gd name="connsiteY32" fmla="*/ 277703 h 361971"/>
                <a:gd name="connsiteX33" fmla="*/ 99044 w 362309"/>
                <a:gd name="connsiteY33" fmla="*/ 215779 h 361971"/>
                <a:gd name="connsiteX34" fmla="*/ 139939 w 362309"/>
                <a:gd name="connsiteY34" fmla="*/ 174921 h 361971"/>
                <a:gd name="connsiteX35" fmla="*/ 223008 w 362309"/>
                <a:gd name="connsiteY35" fmla="*/ 174921 h 361971"/>
                <a:gd name="connsiteX36" fmla="*/ 263904 w 362309"/>
                <a:gd name="connsiteY36" fmla="*/ 215779 h 361971"/>
                <a:gd name="connsiteX37" fmla="*/ 263904 w 362309"/>
                <a:gd name="connsiteY37" fmla="*/ 215779 h 361971"/>
                <a:gd name="connsiteX38" fmla="*/ 263904 w 362309"/>
                <a:gd name="connsiteY38" fmla="*/ 27770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2309" h="361971">
                  <a:moveTo>
                    <a:pt x="181474" y="0"/>
                  </a:moveTo>
                  <a:cubicBezTo>
                    <a:pt x="81152" y="0"/>
                    <a:pt x="0" y="81076"/>
                    <a:pt x="0" y="180667"/>
                  </a:cubicBezTo>
                  <a:cubicBezTo>
                    <a:pt x="0" y="280895"/>
                    <a:pt x="81152" y="361971"/>
                    <a:pt x="180835" y="361971"/>
                  </a:cubicBezTo>
                  <a:cubicBezTo>
                    <a:pt x="281157" y="361971"/>
                    <a:pt x="362309" y="280895"/>
                    <a:pt x="362309" y="181305"/>
                  </a:cubicBezTo>
                  <a:cubicBezTo>
                    <a:pt x="362309" y="181305"/>
                    <a:pt x="362309" y="181305"/>
                    <a:pt x="362309" y="181305"/>
                  </a:cubicBezTo>
                  <a:cubicBezTo>
                    <a:pt x="362309" y="81076"/>
                    <a:pt x="281157" y="0"/>
                    <a:pt x="181474" y="0"/>
                  </a:cubicBezTo>
                  <a:close/>
                  <a:moveTo>
                    <a:pt x="181474" y="77884"/>
                  </a:moveTo>
                  <a:cubicBezTo>
                    <a:pt x="203838" y="77884"/>
                    <a:pt x="222369" y="96398"/>
                    <a:pt x="222369" y="118742"/>
                  </a:cubicBezTo>
                  <a:cubicBezTo>
                    <a:pt x="222369" y="141086"/>
                    <a:pt x="203838" y="159600"/>
                    <a:pt x="181474" y="159600"/>
                  </a:cubicBezTo>
                  <a:cubicBezTo>
                    <a:pt x="159109" y="159600"/>
                    <a:pt x="140579" y="141086"/>
                    <a:pt x="140579" y="118742"/>
                  </a:cubicBezTo>
                  <a:cubicBezTo>
                    <a:pt x="140579" y="96398"/>
                    <a:pt x="158470" y="77884"/>
                    <a:pt x="181474" y="77884"/>
                  </a:cubicBezTo>
                  <a:cubicBezTo>
                    <a:pt x="181474" y="77884"/>
                    <a:pt x="181474" y="77884"/>
                    <a:pt x="181474" y="77884"/>
                  </a:cubicBezTo>
                  <a:lnTo>
                    <a:pt x="181474" y="77884"/>
                  </a:lnTo>
                  <a:close/>
                  <a:moveTo>
                    <a:pt x="212146" y="255998"/>
                  </a:moveTo>
                  <a:lnTo>
                    <a:pt x="185947" y="282172"/>
                  </a:lnTo>
                  <a:cubicBezTo>
                    <a:pt x="184669" y="283449"/>
                    <a:pt x="183391" y="284087"/>
                    <a:pt x="181474" y="284087"/>
                  </a:cubicBezTo>
                  <a:cubicBezTo>
                    <a:pt x="179557" y="284087"/>
                    <a:pt x="178279" y="283449"/>
                    <a:pt x="177001" y="282172"/>
                  </a:cubicBezTo>
                  <a:lnTo>
                    <a:pt x="150802" y="255998"/>
                  </a:lnTo>
                  <a:cubicBezTo>
                    <a:pt x="141856" y="246422"/>
                    <a:pt x="141217" y="231100"/>
                    <a:pt x="149524" y="220886"/>
                  </a:cubicBezTo>
                  <a:cubicBezTo>
                    <a:pt x="157192" y="211310"/>
                    <a:pt x="171250" y="209395"/>
                    <a:pt x="181474" y="217055"/>
                  </a:cubicBezTo>
                  <a:cubicBezTo>
                    <a:pt x="185308" y="213863"/>
                    <a:pt x="190420" y="211948"/>
                    <a:pt x="196171" y="212587"/>
                  </a:cubicBezTo>
                  <a:cubicBezTo>
                    <a:pt x="203200" y="212587"/>
                    <a:pt x="209589" y="215779"/>
                    <a:pt x="213423" y="220886"/>
                  </a:cubicBezTo>
                  <a:cubicBezTo>
                    <a:pt x="221731" y="231100"/>
                    <a:pt x="221092" y="246422"/>
                    <a:pt x="212146" y="255998"/>
                  </a:cubicBezTo>
                  <a:close/>
                  <a:moveTo>
                    <a:pt x="263904" y="277703"/>
                  </a:moveTo>
                  <a:cubicBezTo>
                    <a:pt x="263904" y="281533"/>
                    <a:pt x="261348" y="284087"/>
                    <a:pt x="257514" y="284087"/>
                  </a:cubicBezTo>
                  <a:cubicBezTo>
                    <a:pt x="253680" y="284087"/>
                    <a:pt x="251124" y="281533"/>
                    <a:pt x="251124" y="277703"/>
                  </a:cubicBezTo>
                  <a:lnTo>
                    <a:pt x="251124" y="215779"/>
                  </a:lnTo>
                  <a:cubicBezTo>
                    <a:pt x="251124" y="200457"/>
                    <a:pt x="238344" y="187689"/>
                    <a:pt x="223008" y="187689"/>
                  </a:cubicBezTo>
                  <a:lnTo>
                    <a:pt x="139939" y="187689"/>
                  </a:lnTo>
                  <a:cubicBezTo>
                    <a:pt x="124604" y="187689"/>
                    <a:pt x="111824" y="200457"/>
                    <a:pt x="111824" y="215779"/>
                  </a:cubicBezTo>
                  <a:lnTo>
                    <a:pt x="111824" y="277703"/>
                  </a:lnTo>
                  <a:cubicBezTo>
                    <a:pt x="111824" y="281533"/>
                    <a:pt x="109268" y="284087"/>
                    <a:pt x="105434" y="284087"/>
                  </a:cubicBezTo>
                  <a:cubicBezTo>
                    <a:pt x="101599" y="284087"/>
                    <a:pt x="99044" y="281533"/>
                    <a:pt x="99044" y="277703"/>
                  </a:cubicBezTo>
                  <a:lnTo>
                    <a:pt x="99044" y="215779"/>
                  </a:lnTo>
                  <a:cubicBezTo>
                    <a:pt x="99044" y="193435"/>
                    <a:pt x="117574" y="174921"/>
                    <a:pt x="139939" y="174921"/>
                  </a:cubicBezTo>
                  <a:lnTo>
                    <a:pt x="223008" y="174921"/>
                  </a:lnTo>
                  <a:cubicBezTo>
                    <a:pt x="245373" y="174921"/>
                    <a:pt x="263904" y="193435"/>
                    <a:pt x="263904" y="215779"/>
                  </a:cubicBezTo>
                  <a:lnTo>
                    <a:pt x="263904" y="215779"/>
                  </a:lnTo>
                  <a:lnTo>
                    <a:pt x="263904" y="277703"/>
                  </a:lnTo>
                  <a:close/>
                </a:path>
              </a:pathLst>
            </a:custGeom>
            <a:solidFill>
              <a:srgbClr val="007680"/>
            </a:solidFill>
            <a:ln w="6390" cap="flat">
              <a:noFill/>
              <a:prstDash val="solid"/>
              <a:miter/>
            </a:ln>
          </p:spPr>
          <p:txBody>
            <a:bodyPr rtlCol="0" anchor="ctr"/>
            <a:lstStyle/>
            <a:p>
              <a:endParaRPr lang="en-US"/>
            </a:p>
          </p:txBody>
        </p:sp>
        <p:sp>
          <p:nvSpPr>
            <p:cNvPr id="909" name="Graphic 5">
              <a:extLst>
                <a:ext uri="{FF2B5EF4-FFF2-40B4-BE49-F238E27FC236}">
                  <a16:creationId xmlns:a16="http://schemas.microsoft.com/office/drawing/2014/main" id="{8C785513-5548-DD44-AB17-7E6A97F3D25E}"/>
                </a:ext>
              </a:extLst>
            </p:cNvPr>
            <p:cNvSpPr/>
            <p:nvPr/>
          </p:nvSpPr>
          <p:spPr>
            <a:xfrm>
              <a:off x="11526168" y="4400003"/>
              <a:ext cx="56230" cy="56179"/>
            </a:xfrm>
            <a:custGeom>
              <a:avLst/>
              <a:gdLst>
                <a:gd name="connsiteX0" fmla="*/ 28115 w 56230"/>
                <a:gd name="connsiteY0" fmla="*/ 56179 h 56179"/>
                <a:gd name="connsiteX1" fmla="*/ 56231 w 56230"/>
                <a:gd name="connsiteY1" fmla="*/ 28090 h 56179"/>
                <a:gd name="connsiteX2" fmla="*/ 28115 w 56230"/>
                <a:gd name="connsiteY2" fmla="*/ 0 h 56179"/>
                <a:gd name="connsiteX3" fmla="*/ 0 w 56230"/>
                <a:gd name="connsiteY3" fmla="*/ 28090 h 56179"/>
                <a:gd name="connsiteX4" fmla="*/ 28115 w 56230"/>
                <a:gd name="connsiteY4" fmla="*/ 56179 h 56179"/>
                <a:gd name="connsiteX5" fmla="*/ 28115 w 56230"/>
                <a:gd name="connsiteY5" fmla="*/ 56179 h 5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230" h="56179">
                  <a:moveTo>
                    <a:pt x="28115" y="56179"/>
                  </a:moveTo>
                  <a:cubicBezTo>
                    <a:pt x="43451" y="56179"/>
                    <a:pt x="56231" y="43411"/>
                    <a:pt x="56231" y="28090"/>
                  </a:cubicBezTo>
                  <a:cubicBezTo>
                    <a:pt x="56231" y="12768"/>
                    <a:pt x="43451" y="0"/>
                    <a:pt x="28115" y="0"/>
                  </a:cubicBezTo>
                  <a:cubicBezTo>
                    <a:pt x="12780" y="0"/>
                    <a:pt x="0" y="12768"/>
                    <a:pt x="0" y="28090"/>
                  </a:cubicBezTo>
                  <a:cubicBezTo>
                    <a:pt x="0" y="43411"/>
                    <a:pt x="12140" y="56179"/>
                    <a:pt x="28115" y="56179"/>
                  </a:cubicBezTo>
                  <a:lnTo>
                    <a:pt x="28115" y="56179"/>
                  </a:lnTo>
                  <a:close/>
                </a:path>
              </a:pathLst>
            </a:custGeom>
            <a:solidFill>
              <a:srgbClr val="007680"/>
            </a:solidFill>
            <a:ln w="6390" cap="flat">
              <a:noFill/>
              <a:prstDash val="solid"/>
              <a:miter/>
            </a:ln>
          </p:spPr>
          <p:txBody>
            <a:bodyPr rtlCol="0" anchor="ctr"/>
            <a:lstStyle/>
            <a:p>
              <a:endParaRPr lang="en-US"/>
            </a:p>
          </p:txBody>
        </p:sp>
      </p:grpSp>
      <p:grpSp>
        <p:nvGrpSpPr>
          <p:cNvPr id="910" name="Graphic 5">
            <a:extLst>
              <a:ext uri="{FF2B5EF4-FFF2-40B4-BE49-F238E27FC236}">
                <a16:creationId xmlns:a16="http://schemas.microsoft.com/office/drawing/2014/main" id="{DB770B5D-EAAA-B34E-A72F-3AC5C12B2AA1}"/>
              </a:ext>
            </a:extLst>
          </p:cNvPr>
          <p:cNvGrpSpPr/>
          <p:nvPr/>
        </p:nvGrpSpPr>
        <p:grpSpPr>
          <a:xfrm>
            <a:off x="467743" y="4793894"/>
            <a:ext cx="361670" cy="361971"/>
            <a:chOff x="467743" y="4793894"/>
            <a:chExt cx="361670" cy="361971"/>
          </a:xfrm>
          <a:solidFill>
            <a:srgbClr val="007680"/>
          </a:solidFill>
        </p:grpSpPr>
        <p:sp>
          <p:nvSpPr>
            <p:cNvPr id="911" name="Graphic 5">
              <a:extLst>
                <a:ext uri="{FF2B5EF4-FFF2-40B4-BE49-F238E27FC236}">
                  <a16:creationId xmlns:a16="http://schemas.microsoft.com/office/drawing/2014/main" id="{89A3D2EA-AE59-0248-976C-B55995A7C07A}"/>
                </a:ext>
              </a:extLst>
            </p:cNvPr>
            <p:cNvSpPr/>
            <p:nvPr/>
          </p:nvSpPr>
          <p:spPr>
            <a:xfrm>
              <a:off x="467743" y="4793894"/>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0667 h 361971"/>
                <a:gd name="connsiteX4" fmla="*/ 361670 w 361670"/>
                <a:gd name="connsiteY4" fmla="*/ 180667 h 361971"/>
                <a:gd name="connsiteX5" fmla="*/ 180835 w 361670"/>
                <a:gd name="connsiteY5" fmla="*/ 0 h 361971"/>
                <a:gd name="connsiteX6" fmla="*/ 180835 w 361670"/>
                <a:gd name="connsiteY6" fmla="*/ 0 h 361971"/>
                <a:gd name="connsiteX7" fmla="*/ 180835 w 361670"/>
                <a:gd name="connsiteY7" fmla="*/ 349204 h 361971"/>
                <a:gd name="connsiteX8" fmla="*/ 12780 w 361670"/>
                <a:gd name="connsiteY8" fmla="*/ 181305 h 361971"/>
                <a:gd name="connsiteX9" fmla="*/ 180835 w 361670"/>
                <a:gd name="connsiteY9" fmla="*/ 12768 h 361971"/>
                <a:gd name="connsiteX10" fmla="*/ 348891 w 361670"/>
                <a:gd name="connsiteY10" fmla="*/ 181305 h 361971"/>
                <a:gd name="connsiteX11" fmla="*/ 348891 w 361670"/>
                <a:gd name="connsiteY11" fmla="*/ 181305 h 361971"/>
                <a:gd name="connsiteX12" fmla="*/ 180835 w 361670"/>
                <a:gd name="connsiteY12" fmla="*/ 349204 h 361971"/>
                <a:gd name="connsiteX13" fmla="*/ 180835 w 361670"/>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0" h="361971">
                  <a:moveTo>
                    <a:pt x="180835" y="0"/>
                  </a:moveTo>
                  <a:cubicBezTo>
                    <a:pt x="80513" y="0"/>
                    <a:pt x="0" y="81077"/>
                    <a:pt x="0" y="180667"/>
                  </a:cubicBezTo>
                  <a:cubicBezTo>
                    <a:pt x="0" y="280895"/>
                    <a:pt x="81152" y="361972"/>
                    <a:pt x="180835" y="361972"/>
                  </a:cubicBezTo>
                  <a:cubicBezTo>
                    <a:pt x="280518" y="361972"/>
                    <a:pt x="361670" y="280895"/>
                    <a:pt x="361670" y="180667"/>
                  </a:cubicBezTo>
                  <a:cubicBezTo>
                    <a:pt x="361670" y="180667"/>
                    <a:pt x="361670" y="180667"/>
                    <a:pt x="361670" y="180667"/>
                  </a:cubicBezTo>
                  <a:cubicBezTo>
                    <a:pt x="361670" y="81077"/>
                    <a:pt x="281157" y="0"/>
                    <a:pt x="180835" y="0"/>
                  </a:cubicBezTo>
                  <a:cubicBezTo>
                    <a:pt x="180835" y="0"/>
                    <a:pt x="180835" y="0"/>
                    <a:pt x="180835" y="0"/>
                  </a:cubicBezTo>
                  <a:close/>
                  <a:moveTo>
                    <a:pt x="180835" y="349204"/>
                  </a:moveTo>
                  <a:cubicBezTo>
                    <a:pt x="87542" y="349204"/>
                    <a:pt x="12780" y="273873"/>
                    <a:pt x="12780" y="181305"/>
                  </a:cubicBezTo>
                  <a:cubicBezTo>
                    <a:pt x="12780" y="88099"/>
                    <a:pt x="88181" y="12768"/>
                    <a:pt x="180835" y="12768"/>
                  </a:cubicBezTo>
                  <a:cubicBezTo>
                    <a:pt x="273489" y="12768"/>
                    <a:pt x="348891" y="88099"/>
                    <a:pt x="348891" y="181305"/>
                  </a:cubicBezTo>
                  <a:lnTo>
                    <a:pt x="348891" y="181305"/>
                  </a:lnTo>
                  <a:cubicBezTo>
                    <a:pt x="348891" y="273873"/>
                    <a:pt x="273489" y="349204"/>
                    <a:pt x="180835" y="349204"/>
                  </a:cubicBezTo>
                  <a:lnTo>
                    <a:pt x="180835" y="349204"/>
                  </a:lnTo>
                  <a:close/>
                </a:path>
              </a:pathLst>
            </a:custGeom>
            <a:solidFill>
              <a:srgbClr val="007680"/>
            </a:solidFill>
            <a:ln w="6390" cap="flat">
              <a:noFill/>
              <a:prstDash val="solid"/>
              <a:miter/>
            </a:ln>
          </p:spPr>
          <p:txBody>
            <a:bodyPr rtlCol="0" anchor="ctr"/>
            <a:lstStyle/>
            <a:p>
              <a:endParaRPr lang="en-US"/>
            </a:p>
          </p:txBody>
        </p:sp>
        <p:sp>
          <p:nvSpPr>
            <p:cNvPr id="912" name="Graphic 5">
              <a:extLst>
                <a:ext uri="{FF2B5EF4-FFF2-40B4-BE49-F238E27FC236}">
                  <a16:creationId xmlns:a16="http://schemas.microsoft.com/office/drawing/2014/main" id="{75CB8CF0-96F0-524A-8364-874FFC145EC9}"/>
                </a:ext>
              </a:extLst>
            </p:cNvPr>
            <p:cNvSpPr/>
            <p:nvPr/>
          </p:nvSpPr>
          <p:spPr>
            <a:xfrm>
              <a:off x="543353" y="4949225"/>
              <a:ext cx="147235" cy="148339"/>
            </a:xfrm>
            <a:custGeom>
              <a:avLst/>
              <a:gdLst>
                <a:gd name="connsiteX0" fmla="*/ 135258 w 147235"/>
                <a:gd name="connsiteY0" fmla="*/ 106413 h 148339"/>
                <a:gd name="connsiteX1" fmla="*/ 41326 w 147235"/>
                <a:gd name="connsiteY1" fmla="*/ 122373 h 148339"/>
                <a:gd name="connsiteX2" fmla="*/ 25351 w 147235"/>
                <a:gd name="connsiteY2" fmla="*/ 28528 h 148339"/>
                <a:gd name="connsiteX3" fmla="*/ 42604 w 147235"/>
                <a:gd name="connsiteY3" fmla="*/ 11930 h 148339"/>
                <a:gd name="connsiteX4" fmla="*/ 44521 w 147235"/>
                <a:gd name="connsiteY4" fmla="*/ 2992 h 148339"/>
                <a:gd name="connsiteX5" fmla="*/ 35575 w 147235"/>
                <a:gd name="connsiteY5" fmla="*/ 1077 h 148339"/>
                <a:gd name="connsiteX6" fmla="*/ 13849 w 147235"/>
                <a:gd name="connsiteY6" fmla="*/ 112797 h 148339"/>
                <a:gd name="connsiteX7" fmla="*/ 125673 w 147235"/>
                <a:gd name="connsiteY7" fmla="*/ 134503 h 148339"/>
                <a:gd name="connsiteX8" fmla="*/ 146121 w 147235"/>
                <a:gd name="connsiteY8" fmla="*/ 114712 h 148339"/>
                <a:gd name="connsiteX9" fmla="*/ 144843 w 147235"/>
                <a:gd name="connsiteY9" fmla="*/ 105775 h 148339"/>
                <a:gd name="connsiteX10" fmla="*/ 135258 w 147235"/>
                <a:gd name="connsiteY10" fmla="*/ 106413 h 148339"/>
                <a:gd name="connsiteX11" fmla="*/ 135258 w 147235"/>
                <a:gd name="connsiteY11" fmla="*/ 106413 h 14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235" h="148339">
                  <a:moveTo>
                    <a:pt x="135258" y="106413"/>
                  </a:moveTo>
                  <a:cubicBezTo>
                    <a:pt x="113532" y="137056"/>
                    <a:pt x="71359" y="144079"/>
                    <a:pt x="41326" y="122373"/>
                  </a:cubicBezTo>
                  <a:cubicBezTo>
                    <a:pt x="10654" y="100668"/>
                    <a:pt x="3626" y="58533"/>
                    <a:pt x="25351" y="28528"/>
                  </a:cubicBezTo>
                  <a:cubicBezTo>
                    <a:pt x="29824" y="22144"/>
                    <a:pt x="36214" y="16399"/>
                    <a:pt x="42604" y="11930"/>
                  </a:cubicBezTo>
                  <a:cubicBezTo>
                    <a:pt x="45799" y="10015"/>
                    <a:pt x="46438" y="6184"/>
                    <a:pt x="44521" y="2992"/>
                  </a:cubicBezTo>
                  <a:cubicBezTo>
                    <a:pt x="42604" y="-200"/>
                    <a:pt x="38770" y="-838"/>
                    <a:pt x="35575" y="1077"/>
                  </a:cubicBezTo>
                  <a:cubicBezTo>
                    <a:pt x="-1486" y="25975"/>
                    <a:pt x="-11071" y="75770"/>
                    <a:pt x="13849" y="112797"/>
                  </a:cubicBezTo>
                  <a:cubicBezTo>
                    <a:pt x="38770" y="149824"/>
                    <a:pt x="88612" y="159400"/>
                    <a:pt x="125673" y="134503"/>
                  </a:cubicBezTo>
                  <a:cubicBezTo>
                    <a:pt x="133341" y="129396"/>
                    <a:pt x="140370" y="122373"/>
                    <a:pt x="146121" y="114712"/>
                  </a:cubicBezTo>
                  <a:cubicBezTo>
                    <a:pt x="148038" y="112159"/>
                    <a:pt x="147399" y="107690"/>
                    <a:pt x="144843" y="105775"/>
                  </a:cubicBezTo>
                  <a:cubicBezTo>
                    <a:pt x="141648" y="103221"/>
                    <a:pt x="137175" y="103860"/>
                    <a:pt x="135258" y="106413"/>
                  </a:cubicBezTo>
                  <a:cubicBezTo>
                    <a:pt x="135258" y="106413"/>
                    <a:pt x="135258" y="106413"/>
                    <a:pt x="135258" y="106413"/>
                  </a:cubicBezTo>
                  <a:close/>
                </a:path>
              </a:pathLst>
            </a:custGeom>
            <a:solidFill>
              <a:srgbClr val="007680"/>
            </a:solidFill>
            <a:ln w="6390" cap="flat">
              <a:noFill/>
              <a:prstDash val="solid"/>
              <a:miter/>
            </a:ln>
          </p:spPr>
          <p:txBody>
            <a:bodyPr rtlCol="0" anchor="ctr"/>
            <a:lstStyle/>
            <a:p>
              <a:endParaRPr lang="en-US"/>
            </a:p>
          </p:txBody>
        </p:sp>
        <p:sp>
          <p:nvSpPr>
            <p:cNvPr id="913" name="Graphic 5">
              <a:extLst>
                <a:ext uri="{FF2B5EF4-FFF2-40B4-BE49-F238E27FC236}">
                  <a16:creationId xmlns:a16="http://schemas.microsoft.com/office/drawing/2014/main" id="{C1046D9B-4FE5-8647-B35A-687D8F3E4704}"/>
                </a:ext>
              </a:extLst>
            </p:cNvPr>
            <p:cNvSpPr/>
            <p:nvPr/>
          </p:nvSpPr>
          <p:spPr>
            <a:xfrm>
              <a:off x="612155" y="4921574"/>
              <a:ext cx="141617" cy="148746"/>
            </a:xfrm>
            <a:custGeom>
              <a:avLst/>
              <a:gdLst>
                <a:gd name="connsiteX0" fmla="*/ 132911 w 141617"/>
                <a:gd name="connsiteY0" fmla="*/ 128318 h 148746"/>
                <a:gd name="connsiteX1" fmla="*/ 113102 w 141617"/>
                <a:gd name="connsiteY1" fmla="*/ 134702 h 148746"/>
                <a:gd name="connsiteX2" fmla="*/ 89459 w 141617"/>
                <a:gd name="connsiteY2" fmla="*/ 55541 h 148746"/>
                <a:gd name="connsiteX3" fmla="*/ 89459 w 141617"/>
                <a:gd name="connsiteY3" fmla="*/ 55541 h 148746"/>
                <a:gd name="connsiteX4" fmla="*/ 88820 w 141617"/>
                <a:gd name="connsiteY4" fmla="*/ 54264 h 148746"/>
                <a:gd name="connsiteX5" fmla="*/ 88181 w 141617"/>
                <a:gd name="connsiteY5" fmla="*/ 53626 h 148746"/>
                <a:gd name="connsiteX6" fmla="*/ 86903 w 141617"/>
                <a:gd name="connsiteY6" fmla="*/ 52987 h 148746"/>
                <a:gd name="connsiteX7" fmla="*/ 86264 w 141617"/>
                <a:gd name="connsiteY7" fmla="*/ 52349 h 148746"/>
                <a:gd name="connsiteX8" fmla="*/ 84986 w 141617"/>
                <a:gd name="connsiteY8" fmla="*/ 51710 h 148746"/>
                <a:gd name="connsiteX9" fmla="*/ 83708 w 141617"/>
                <a:gd name="connsiteY9" fmla="*/ 51710 h 148746"/>
                <a:gd name="connsiteX10" fmla="*/ 83708 w 141617"/>
                <a:gd name="connsiteY10" fmla="*/ 51710 h 148746"/>
                <a:gd name="connsiteX11" fmla="*/ 12780 w 141617"/>
                <a:gd name="connsiteY11" fmla="*/ 51710 h 148746"/>
                <a:gd name="connsiteX12" fmla="*/ 12780 w 141617"/>
                <a:gd name="connsiteY12" fmla="*/ 30005 h 148746"/>
                <a:gd name="connsiteX13" fmla="*/ 83708 w 141617"/>
                <a:gd name="connsiteY13" fmla="*/ 30005 h 148746"/>
                <a:gd name="connsiteX14" fmla="*/ 90098 w 141617"/>
                <a:gd name="connsiteY14" fmla="*/ 23621 h 148746"/>
                <a:gd name="connsiteX15" fmla="*/ 83708 w 141617"/>
                <a:gd name="connsiteY15" fmla="*/ 17237 h 148746"/>
                <a:gd name="connsiteX16" fmla="*/ 12780 w 141617"/>
                <a:gd name="connsiteY16" fmla="*/ 17237 h 148746"/>
                <a:gd name="connsiteX17" fmla="*/ 12780 w 141617"/>
                <a:gd name="connsiteY17" fmla="*/ 6384 h 148746"/>
                <a:gd name="connsiteX18" fmla="*/ 6390 w 141617"/>
                <a:gd name="connsiteY18" fmla="*/ 0 h 148746"/>
                <a:gd name="connsiteX19" fmla="*/ 0 w 141617"/>
                <a:gd name="connsiteY19" fmla="*/ 6384 h 148746"/>
                <a:gd name="connsiteX20" fmla="*/ 0 w 141617"/>
                <a:gd name="connsiteY20" fmla="*/ 58094 h 148746"/>
                <a:gd name="connsiteX21" fmla="*/ 6390 w 141617"/>
                <a:gd name="connsiteY21" fmla="*/ 64478 h 148746"/>
                <a:gd name="connsiteX22" fmla="*/ 78596 w 141617"/>
                <a:gd name="connsiteY22" fmla="*/ 64478 h 148746"/>
                <a:gd name="connsiteX23" fmla="*/ 103517 w 141617"/>
                <a:gd name="connsiteY23" fmla="*/ 144916 h 148746"/>
                <a:gd name="connsiteX24" fmla="*/ 103517 w 141617"/>
                <a:gd name="connsiteY24" fmla="*/ 144916 h 148746"/>
                <a:gd name="connsiteX25" fmla="*/ 103517 w 141617"/>
                <a:gd name="connsiteY25" fmla="*/ 144916 h 148746"/>
                <a:gd name="connsiteX26" fmla="*/ 104156 w 141617"/>
                <a:gd name="connsiteY26" fmla="*/ 146193 h 148746"/>
                <a:gd name="connsiteX27" fmla="*/ 104795 w 141617"/>
                <a:gd name="connsiteY27" fmla="*/ 146832 h 148746"/>
                <a:gd name="connsiteX28" fmla="*/ 105434 w 141617"/>
                <a:gd name="connsiteY28" fmla="*/ 147470 h 148746"/>
                <a:gd name="connsiteX29" fmla="*/ 106073 w 141617"/>
                <a:gd name="connsiteY29" fmla="*/ 148108 h 148746"/>
                <a:gd name="connsiteX30" fmla="*/ 107351 w 141617"/>
                <a:gd name="connsiteY30" fmla="*/ 148747 h 148746"/>
                <a:gd name="connsiteX31" fmla="*/ 107990 w 141617"/>
                <a:gd name="connsiteY31" fmla="*/ 148747 h 148746"/>
                <a:gd name="connsiteX32" fmla="*/ 109907 w 141617"/>
                <a:gd name="connsiteY32" fmla="*/ 148747 h 148746"/>
                <a:gd name="connsiteX33" fmla="*/ 109907 w 141617"/>
                <a:gd name="connsiteY33" fmla="*/ 148747 h 148746"/>
                <a:gd name="connsiteX34" fmla="*/ 111824 w 141617"/>
                <a:gd name="connsiteY34" fmla="*/ 148747 h 148746"/>
                <a:gd name="connsiteX35" fmla="*/ 111824 w 141617"/>
                <a:gd name="connsiteY35" fmla="*/ 148747 h 148746"/>
                <a:gd name="connsiteX36" fmla="*/ 137384 w 141617"/>
                <a:gd name="connsiteY36" fmla="*/ 140448 h 148746"/>
                <a:gd name="connsiteX37" fmla="*/ 141218 w 141617"/>
                <a:gd name="connsiteY37" fmla="*/ 132149 h 148746"/>
                <a:gd name="connsiteX38" fmla="*/ 132911 w 141617"/>
                <a:gd name="connsiteY38" fmla="*/ 128318 h 148746"/>
                <a:gd name="connsiteX39" fmla="*/ 132911 w 141617"/>
                <a:gd name="connsiteY39" fmla="*/ 128318 h 148746"/>
                <a:gd name="connsiteX40" fmla="*/ 132911 w 141617"/>
                <a:gd name="connsiteY40" fmla="*/ 128318 h 148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41617" h="148746">
                  <a:moveTo>
                    <a:pt x="132911" y="128318"/>
                  </a:moveTo>
                  <a:lnTo>
                    <a:pt x="113102" y="134702"/>
                  </a:lnTo>
                  <a:lnTo>
                    <a:pt x="89459" y="55541"/>
                  </a:lnTo>
                  <a:lnTo>
                    <a:pt x="89459" y="55541"/>
                  </a:lnTo>
                  <a:cubicBezTo>
                    <a:pt x="89459" y="54902"/>
                    <a:pt x="88820" y="54902"/>
                    <a:pt x="88820" y="54264"/>
                  </a:cubicBezTo>
                  <a:cubicBezTo>
                    <a:pt x="88820" y="53626"/>
                    <a:pt x="88181" y="53626"/>
                    <a:pt x="88181" y="53626"/>
                  </a:cubicBezTo>
                  <a:cubicBezTo>
                    <a:pt x="88181" y="52987"/>
                    <a:pt x="87542" y="52987"/>
                    <a:pt x="86903" y="52987"/>
                  </a:cubicBezTo>
                  <a:lnTo>
                    <a:pt x="86264" y="52349"/>
                  </a:lnTo>
                  <a:cubicBezTo>
                    <a:pt x="85625" y="52349"/>
                    <a:pt x="85625" y="52349"/>
                    <a:pt x="84986" y="51710"/>
                  </a:cubicBezTo>
                  <a:cubicBezTo>
                    <a:pt x="84347" y="51710"/>
                    <a:pt x="84347" y="51710"/>
                    <a:pt x="83708" y="51710"/>
                  </a:cubicBezTo>
                  <a:lnTo>
                    <a:pt x="83708" y="51710"/>
                  </a:lnTo>
                  <a:lnTo>
                    <a:pt x="12780" y="51710"/>
                  </a:lnTo>
                  <a:lnTo>
                    <a:pt x="12780" y="30005"/>
                  </a:lnTo>
                  <a:lnTo>
                    <a:pt x="83708" y="30005"/>
                  </a:lnTo>
                  <a:cubicBezTo>
                    <a:pt x="87542" y="30005"/>
                    <a:pt x="90098" y="27451"/>
                    <a:pt x="90098" y="23621"/>
                  </a:cubicBezTo>
                  <a:cubicBezTo>
                    <a:pt x="90098" y="19791"/>
                    <a:pt x="87542" y="17237"/>
                    <a:pt x="83708" y="17237"/>
                  </a:cubicBezTo>
                  <a:lnTo>
                    <a:pt x="12780" y="17237"/>
                  </a:lnTo>
                  <a:lnTo>
                    <a:pt x="12780" y="6384"/>
                  </a:lnTo>
                  <a:cubicBezTo>
                    <a:pt x="12780" y="2554"/>
                    <a:pt x="10224" y="0"/>
                    <a:pt x="6390" y="0"/>
                  </a:cubicBezTo>
                  <a:cubicBezTo>
                    <a:pt x="2556" y="0"/>
                    <a:pt x="0" y="2554"/>
                    <a:pt x="0" y="6384"/>
                  </a:cubicBezTo>
                  <a:lnTo>
                    <a:pt x="0" y="58094"/>
                  </a:lnTo>
                  <a:cubicBezTo>
                    <a:pt x="0" y="61925"/>
                    <a:pt x="2556" y="64478"/>
                    <a:pt x="6390" y="64478"/>
                  </a:cubicBezTo>
                  <a:lnTo>
                    <a:pt x="78596" y="64478"/>
                  </a:lnTo>
                  <a:lnTo>
                    <a:pt x="103517" y="144916"/>
                  </a:lnTo>
                  <a:lnTo>
                    <a:pt x="103517" y="144916"/>
                  </a:lnTo>
                  <a:lnTo>
                    <a:pt x="103517" y="144916"/>
                  </a:lnTo>
                  <a:cubicBezTo>
                    <a:pt x="103517" y="145555"/>
                    <a:pt x="103517" y="145555"/>
                    <a:pt x="104156" y="146193"/>
                  </a:cubicBezTo>
                  <a:lnTo>
                    <a:pt x="104795" y="146832"/>
                  </a:lnTo>
                  <a:cubicBezTo>
                    <a:pt x="104795" y="146832"/>
                    <a:pt x="105434" y="147470"/>
                    <a:pt x="105434" y="147470"/>
                  </a:cubicBezTo>
                  <a:lnTo>
                    <a:pt x="106073" y="148108"/>
                  </a:lnTo>
                  <a:cubicBezTo>
                    <a:pt x="106712" y="148108"/>
                    <a:pt x="106712" y="148747"/>
                    <a:pt x="107351" y="148747"/>
                  </a:cubicBezTo>
                  <a:lnTo>
                    <a:pt x="107990" y="148747"/>
                  </a:lnTo>
                  <a:cubicBezTo>
                    <a:pt x="108629" y="148747"/>
                    <a:pt x="109268" y="148747"/>
                    <a:pt x="109907" y="148747"/>
                  </a:cubicBezTo>
                  <a:lnTo>
                    <a:pt x="109907" y="148747"/>
                  </a:lnTo>
                  <a:cubicBezTo>
                    <a:pt x="110546" y="148747"/>
                    <a:pt x="111185" y="148747"/>
                    <a:pt x="111824" y="148747"/>
                  </a:cubicBezTo>
                  <a:lnTo>
                    <a:pt x="111824" y="148747"/>
                  </a:lnTo>
                  <a:lnTo>
                    <a:pt x="137384" y="140448"/>
                  </a:lnTo>
                  <a:cubicBezTo>
                    <a:pt x="140579" y="139171"/>
                    <a:pt x="142496" y="135979"/>
                    <a:pt x="141218" y="132149"/>
                  </a:cubicBezTo>
                  <a:cubicBezTo>
                    <a:pt x="139940" y="128957"/>
                    <a:pt x="136106" y="127041"/>
                    <a:pt x="132911" y="128318"/>
                  </a:cubicBezTo>
                  <a:lnTo>
                    <a:pt x="132911" y="128318"/>
                  </a:lnTo>
                  <a:lnTo>
                    <a:pt x="132911" y="128318"/>
                  </a:lnTo>
                  <a:close/>
                </a:path>
              </a:pathLst>
            </a:custGeom>
            <a:solidFill>
              <a:srgbClr val="007680"/>
            </a:solidFill>
            <a:ln w="6390" cap="flat">
              <a:noFill/>
              <a:prstDash val="solid"/>
              <a:miter/>
            </a:ln>
          </p:spPr>
          <p:txBody>
            <a:bodyPr rtlCol="0" anchor="ctr"/>
            <a:lstStyle/>
            <a:p>
              <a:endParaRPr lang="en-US"/>
            </a:p>
          </p:txBody>
        </p:sp>
        <p:sp>
          <p:nvSpPr>
            <p:cNvPr id="914" name="Graphic 5">
              <a:extLst>
                <a:ext uri="{FF2B5EF4-FFF2-40B4-BE49-F238E27FC236}">
                  <a16:creationId xmlns:a16="http://schemas.microsoft.com/office/drawing/2014/main" id="{C61D2689-8DDD-CC46-8648-8D022E5983EA}"/>
                </a:ext>
              </a:extLst>
            </p:cNvPr>
            <p:cNvSpPr/>
            <p:nvPr/>
          </p:nvSpPr>
          <p:spPr>
            <a:xfrm>
              <a:off x="594903" y="4851989"/>
              <a:ext cx="47285" cy="47241"/>
            </a:xfrm>
            <a:custGeom>
              <a:avLst/>
              <a:gdLst>
                <a:gd name="connsiteX0" fmla="*/ 23643 w 47285"/>
                <a:gd name="connsiteY0" fmla="*/ 47241 h 47241"/>
                <a:gd name="connsiteX1" fmla="*/ 47286 w 47285"/>
                <a:gd name="connsiteY1" fmla="*/ 23620 h 47241"/>
                <a:gd name="connsiteX2" fmla="*/ 23643 w 47285"/>
                <a:gd name="connsiteY2" fmla="*/ 0 h 47241"/>
                <a:gd name="connsiteX3" fmla="*/ 0 w 47285"/>
                <a:gd name="connsiteY3" fmla="*/ 23620 h 47241"/>
                <a:gd name="connsiteX4" fmla="*/ 23643 w 47285"/>
                <a:gd name="connsiteY4" fmla="*/ 47241 h 47241"/>
                <a:gd name="connsiteX5" fmla="*/ 23643 w 47285"/>
                <a:gd name="connsiteY5" fmla="*/ 47241 h 47241"/>
                <a:gd name="connsiteX6" fmla="*/ 23643 w 47285"/>
                <a:gd name="connsiteY6" fmla="*/ 13406 h 47241"/>
                <a:gd name="connsiteX7" fmla="*/ 34506 w 47285"/>
                <a:gd name="connsiteY7" fmla="*/ 24259 h 47241"/>
                <a:gd name="connsiteX8" fmla="*/ 23643 w 47285"/>
                <a:gd name="connsiteY8" fmla="*/ 35112 h 47241"/>
                <a:gd name="connsiteX9" fmla="*/ 12780 w 47285"/>
                <a:gd name="connsiteY9" fmla="*/ 24259 h 47241"/>
                <a:gd name="connsiteX10" fmla="*/ 23643 w 47285"/>
                <a:gd name="connsiteY10" fmla="*/ 13406 h 47241"/>
                <a:gd name="connsiteX11" fmla="*/ 23643 w 47285"/>
                <a:gd name="connsiteY11" fmla="*/ 13406 h 4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285" h="47241">
                  <a:moveTo>
                    <a:pt x="23643" y="47241"/>
                  </a:moveTo>
                  <a:cubicBezTo>
                    <a:pt x="36423" y="47241"/>
                    <a:pt x="47286" y="36388"/>
                    <a:pt x="47286" y="23620"/>
                  </a:cubicBezTo>
                  <a:cubicBezTo>
                    <a:pt x="47286" y="10852"/>
                    <a:pt x="36423" y="0"/>
                    <a:pt x="23643" y="0"/>
                  </a:cubicBezTo>
                  <a:cubicBezTo>
                    <a:pt x="10863" y="0"/>
                    <a:pt x="0" y="10852"/>
                    <a:pt x="0" y="23620"/>
                  </a:cubicBezTo>
                  <a:cubicBezTo>
                    <a:pt x="0" y="36388"/>
                    <a:pt x="10863" y="47241"/>
                    <a:pt x="23643" y="47241"/>
                  </a:cubicBezTo>
                  <a:cubicBezTo>
                    <a:pt x="23643" y="47241"/>
                    <a:pt x="23643" y="47241"/>
                    <a:pt x="23643" y="47241"/>
                  </a:cubicBezTo>
                  <a:close/>
                  <a:moveTo>
                    <a:pt x="23643" y="13406"/>
                  </a:moveTo>
                  <a:cubicBezTo>
                    <a:pt x="29394" y="13406"/>
                    <a:pt x="34506" y="18513"/>
                    <a:pt x="34506" y="24259"/>
                  </a:cubicBezTo>
                  <a:cubicBezTo>
                    <a:pt x="34506" y="30004"/>
                    <a:pt x="29394" y="35112"/>
                    <a:pt x="23643" y="35112"/>
                  </a:cubicBezTo>
                  <a:cubicBezTo>
                    <a:pt x="17892" y="35112"/>
                    <a:pt x="12780" y="30004"/>
                    <a:pt x="12780" y="24259"/>
                  </a:cubicBezTo>
                  <a:cubicBezTo>
                    <a:pt x="12780" y="18513"/>
                    <a:pt x="17892" y="13406"/>
                    <a:pt x="23643" y="13406"/>
                  </a:cubicBezTo>
                  <a:cubicBezTo>
                    <a:pt x="23643" y="13406"/>
                    <a:pt x="23643" y="13406"/>
                    <a:pt x="23643" y="13406"/>
                  </a:cubicBezTo>
                  <a:close/>
                </a:path>
              </a:pathLst>
            </a:custGeom>
            <a:solidFill>
              <a:srgbClr val="007680"/>
            </a:solidFill>
            <a:ln w="6390" cap="flat">
              <a:noFill/>
              <a:prstDash val="solid"/>
              <a:miter/>
            </a:ln>
          </p:spPr>
          <p:txBody>
            <a:bodyPr rtlCol="0" anchor="ctr"/>
            <a:lstStyle/>
            <a:p>
              <a:endParaRPr lang="en-US"/>
            </a:p>
          </p:txBody>
        </p:sp>
      </p:grpSp>
      <p:grpSp>
        <p:nvGrpSpPr>
          <p:cNvPr id="915" name="Graphic 5">
            <a:extLst>
              <a:ext uri="{FF2B5EF4-FFF2-40B4-BE49-F238E27FC236}">
                <a16:creationId xmlns:a16="http://schemas.microsoft.com/office/drawing/2014/main" id="{C8377F0F-6E17-764F-A7DA-0E45708E1D6D}"/>
              </a:ext>
            </a:extLst>
          </p:cNvPr>
          <p:cNvGrpSpPr/>
          <p:nvPr/>
        </p:nvGrpSpPr>
        <p:grpSpPr>
          <a:xfrm>
            <a:off x="905454" y="918817"/>
            <a:ext cx="362309" cy="361971"/>
            <a:chOff x="905454" y="918817"/>
            <a:chExt cx="362309" cy="361971"/>
          </a:xfrm>
          <a:solidFill>
            <a:srgbClr val="007680"/>
          </a:solidFill>
        </p:grpSpPr>
        <p:sp>
          <p:nvSpPr>
            <p:cNvPr id="916" name="Graphic 5">
              <a:extLst>
                <a:ext uri="{FF2B5EF4-FFF2-40B4-BE49-F238E27FC236}">
                  <a16:creationId xmlns:a16="http://schemas.microsoft.com/office/drawing/2014/main" id="{D975C081-2187-CE47-A5E5-9C22C33EBFF4}"/>
                </a:ext>
              </a:extLst>
            </p:cNvPr>
            <p:cNvSpPr/>
            <p:nvPr/>
          </p:nvSpPr>
          <p:spPr>
            <a:xfrm>
              <a:off x="905454" y="918817"/>
              <a:ext cx="362309" cy="361971"/>
            </a:xfrm>
            <a:custGeom>
              <a:avLst/>
              <a:gdLst>
                <a:gd name="connsiteX0" fmla="*/ 180835 w 362309"/>
                <a:gd name="connsiteY0" fmla="*/ 0 h 361971"/>
                <a:gd name="connsiteX1" fmla="*/ 0 w 362309"/>
                <a:gd name="connsiteY1" fmla="*/ 181305 h 361971"/>
                <a:gd name="connsiteX2" fmla="*/ 180835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260709 w 362309"/>
                <a:gd name="connsiteY6" fmla="*/ 119380 h 361971"/>
                <a:gd name="connsiteX7" fmla="*/ 254320 w 362309"/>
                <a:gd name="connsiteY7" fmla="*/ 127041 h 361971"/>
                <a:gd name="connsiteX8" fmla="*/ 247291 w 362309"/>
                <a:gd name="connsiteY8" fmla="*/ 133425 h 361971"/>
                <a:gd name="connsiteX9" fmla="*/ 219814 w 362309"/>
                <a:gd name="connsiteY9" fmla="*/ 163430 h 361971"/>
                <a:gd name="connsiteX10" fmla="*/ 235789 w 362309"/>
                <a:gd name="connsiteY10" fmla="*/ 197903 h 361971"/>
                <a:gd name="connsiteX11" fmla="*/ 237706 w 362309"/>
                <a:gd name="connsiteY11" fmla="*/ 206841 h 361971"/>
                <a:gd name="connsiteX12" fmla="*/ 235789 w 362309"/>
                <a:gd name="connsiteY12" fmla="*/ 208756 h 361971"/>
                <a:gd name="connsiteX13" fmla="*/ 219814 w 362309"/>
                <a:gd name="connsiteY13" fmla="*/ 235569 h 361971"/>
                <a:gd name="connsiteX14" fmla="*/ 240262 w 362309"/>
                <a:gd name="connsiteY14" fmla="*/ 264297 h 361971"/>
                <a:gd name="connsiteX15" fmla="*/ 243457 w 362309"/>
                <a:gd name="connsiteY15" fmla="*/ 267489 h 361971"/>
                <a:gd name="connsiteX16" fmla="*/ 246013 w 362309"/>
                <a:gd name="connsiteY16" fmla="*/ 283449 h 361971"/>
                <a:gd name="connsiteX17" fmla="*/ 244735 w 362309"/>
                <a:gd name="connsiteY17" fmla="*/ 284726 h 361971"/>
                <a:gd name="connsiteX18" fmla="*/ 221092 w 362309"/>
                <a:gd name="connsiteY18" fmla="*/ 298132 h 361971"/>
                <a:gd name="connsiteX19" fmla="*/ 219175 w 362309"/>
                <a:gd name="connsiteY19" fmla="*/ 298132 h 361971"/>
                <a:gd name="connsiteX20" fmla="*/ 207034 w 362309"/>
                <a:gd name="connsiteY20" fmla="*/ 294940 h 361971"/>
                <a:gd name="connsiteX21" fmla="*/ 180835 w 362309"/>
                <a:gd name="connsiteY21" fmla="*/ 289833 h 361971"/>
                <a:gd name="connsiteX22" fmla="*/ 156553 w 362309"/>
                <a:gd name="connsiteY22" fmla="*/ 294302 h 361971"/>
                <a:gd name="connsiteX23" fmla="*/ 143135 w 362309"/>
                <a:gd name="connsiteY23" fmla="*/ 298132 h 361971"/>
                <a:gd name="connsiteX24" fmla="*/ 115019 w 362309"/>
                <a:gd name="connsiteY24" fmla="*/ 283449 h 361971"/>
                <a:gd name="connsiteX25" fmla="*/ 114380 w 362309"/>
                <a:gd name="connsiteY25" fmla="*/ 277065 h 361971"/>
                <a:gd name="connsiteX26" fmla="*/ 118214 w 362309"/>
                <a:gd name="connsiteY26" fmla="*/ 267489 h 361971"/>
                <a:gd name="connsiteX27" fmla="*/ 122048 w 362309"/>
                <a:gd name="connsiteY27" fmla="*/ 263659 h 361971"/>
                <a:gd name="connsiteX28" fmla="*/ 141857 w 362309"/>
                <a:gd name="connsiteY28" fmla="*/ 238123 h 361971"/>
                <a:gd name="connsiteX29" fmla="*/ 125243 w 362309"/>
                <a:gd name="connsiteY29" fmla="*/ 208118 h 361971"/>
                <a:gd name="connsiteX30" fmla="*/ 122048 w 362309"/>
                <a:gd name="connsiteY30" fmla="*/ 202372 h 361971"/>
                <a:gd name="connsiteX31" fmla="*/ 125882 w 362309"/>
                <a:gd name="connsiteY31" fmla="*/ 197265 h 361971"/>
                <a:gd name="connsiteX32" fmla="*/ 141218 w 362309"/>
                <a:gd name="connsiteY32" fmla="*/ 167260 h 361971"/>
                <a:gd name="connsiteX33" fmla="*/ 112463 w 362309"/>
                <a:gd name="connsiteY33" fmla="*/ 132787 h 361971"/>
                <a:gd name="connsiteX34" fmla="*/ 107990 w 362309"/>
                <a:gd name="connsiteY34" fmla="*/ 128318 h 361971"/>
                <a:gd name="connsiteX35" fmla="*/ 98405 w 362309"/>
                <a:gd name="connsiteY35" fmla="*/ 117465 h 361971"/>
                <a:gd name="connsiteX36" fmla="*/ 95849 w 362309"/>
                <a:gd name="connsiteY36" fmla="*/ 111720 h 361971"/>
                <a:gd name="connsiteX37" fmla="*/ 99683 w 362309"/>
                <a:gd name="connsiteY37" fmla="*/ 106612 h 361971"/>
                <a:gd name="connsiteX38" fmla="*/ 152720 w 362309"/>
                <a:gd name="connsiteY38" fmla="*/ 109166 h 361971"/>
                <a:gd name="connsiteX39" fmla="*/ 173806 w 362309"/>
                <a:gd name="connsiteY39" fmla="*/ 116188 h 361971"/>
                <a:gd name="connsiteX40" fmla="*/ 152720 w 362309"/>
                <a:gd name="connsiteY40" fmla="*/ 74054 h 361971"/>
                <a:gd name="connsiteX41" fmla="*/ 150164 w 362309"/>
                <a:gd name="connsiteY41" fmla="*/ 65117 h 361971"/>
                <a:gd name="connsiteX42" fmla="*/ 159110 w 362309"/>
                <a:gd name="connsiteY42" fmla="*/ 62563 h 361971"/>
                <a:gd name="connsiteX43" fmla="*/ 159748 w 362309"/>
                <a:gd name="connsiteY43" fmla="*/ 63201 h 361971"/>
                <a:gd name="connsiteX44" fmla="*/ 186586 w 362309"/>
                <a:gd name="connsiteY44" fmla="*/ 116188 h 361971"/>
                <a:gd name="connsiteX45" fmla="*/ 208951 w 362309"/>
                <a:gd name="connsiteY45" fmla="*/ 108528 h 361971"/>
                <a:gd name="connsiteX46" fmla="*/ 259431 w 362309"/>
                <a:gd name="connsiteY46" fmla="*/ 107251 h 361971"/>
                <a:gd name="connsiteX47" fmla="*/ 262626 w 362309"/>
                <a:gd name="connsiteY47" fmla="*/ 115550 h 361971"/>
                <a:gd name="connsiteX48" fmla="*/ 260709 w 362309"/>
                <a:gd name="connsiteY48" fmla="*/ 119380 h 361971"/>
                <a:gd name="connsiteX49" fmla="*/ 260709 w 362309"/>
                <a:gd name="connsiteY49" fmla="*/ 11938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2309" h="361971">
                  <a:moveTo>
                    <a:pt x="180835" y="0"/>
                  </a:moveTo>
                  <a:cubicBezTo>
                    <a:pt x="80513" y="0"/>
                    <a:pt x="0" y="81077"/>
                    <a:pt x="0" y="181305"/>
                  </a:cubicBezTo>
                  <a:cubicBezTo>
                    <a:pt x="0" y="281534"/>
                    <a:pt x="80513" y="361972"/>
                    <a:pt x="180835" y="361972"/>
                  </a:cubicBezTo>
                  <a:cubicBezTo>
                    <a:pt x="281157" y="361972"/>
                    <a:pt x="362309" y="280895"/>
                    <a:pt x="362309" y="181305"/>
                  </a:cubicBezTo>
                  <a:cubicBezTo>
                    <a:pt x="362309" y="81715"/>
                    <a:pt x="281157" y="0"/>
                    <a:pt x="180835" y="0"/>
                  </a:cubicBezTo>
                  <a:cubicBezTo>
                    <a:pt x="180835" y="0"/>
                    <a:pt x="180835" y="0"/>
                    <a:pt x="180835" y="0"/>
                  </a:cubicBezTo>
                  <a:close/>
                  <a:moveTo>
                    <a:pt x="260709" y="119380"/>
                  </a:moveTo>
                  <a:cubicBezTo>
                    <a:pt x="258154" y="120019"/>
                    <a:pt x="255597" y="125126"/>
                    <a:pt x="254320" y="127041"/>
                  </a:cubicBezTo>
                  <a:cubicBezTo>
                    <a:pt x="253042" y="128956"/>
                    <a:pt x="251125" y="132787"/>
                    <a:pt x="247291" y="133425"/>
                  </a:cubicBezTo>
                  <a:cubicBezTo>
                    <a:pt x="233233" y="137256"/>
                    <a:pt x="222370" y="149385"/>
                    <a:pt x="219814" y="163430"/>
                  </a:cubicBezTo>
                  <a:cubicBezTo>
                    <a:pt x="217897" y="176836"/>
                    <a:pt x="224287" y="190243"/>
                    <a:pt x="235789" y="197903"/>
                  </a:cubicBezTo>
                  <a:cubicBezTo>
                    <a:pt x="238984" y="199819"/>
                    <a:pt x="239623" y="203649"/>
                    <a:pt x="237706" y="206841"/>
                  </a:cubicBezTo>
                  <a:cubicBezTo>
                    <a:pt x="237067" y="207479"/>
                    <a:pt x="236428" y="208756"/>
                    <a:pt x="235789" y="208756"/>
                  </a:cubicBezTo>
                  <a:cubicBezTo>
                    <a:pt x="225565" y="213863"/>
                    <a:pt x="219814" y="224716"/>
                    <a:pt x="219814" y="235569"/>
                  </a:cubicBezTo>
                  <a:cubicBezTo>
                    <a:pt x="220453" y="248337"/>
                    <a:pt x="228760" y="259828"/>
                    <a:pt x="240262" y="264297"/>
                  </a:cubicBezTo>
                  <a:cubicBezTo>
                    <a:pt x="241540" y="264935"/>
                    <a:pt x="242818" y="266212"/>
                    <a:pt x="243457" y="267489"/>
                  </a:cubicBezTo>
                  <a:cubicBezTo>
                    <a:pt x="248569" y="278342"/>
                    <a:pt x="249208" y="280257"/>
                    <a:pt x="246013" y="283449"/>
                  </a:cubicBezTo>
                  <a:lnTo>
                    <a:pt x="244735" y="284726"/>
                  </a:lnTo>
                  <a:cubicBezTo>
                    <a:pt x="240262" y="289194"/>
                    <a:pt x="231955" y="298132"/>
                    <a:pt x="221092" y="298132"/>
                  </a:cubicBezTo>
                  <a:lnTo>
                    <a:pt x="219175" y="298132"/>
                  </a:lnTo>
                  <a:cubicBezTo>
                    <a:pt x="215341" y="297494"/>
                    <a:pt x="210868" y="296217"/>
                    <a:pt x="207034" y="294940"/>
                  </a:cubicBezTo>
                  <a:cubicBezTo>
                    <a:pt x="198727" y="291748"/>
                    <a:pt x="189781" y="289833"/>
                    <a:pt x="180835" y="289833"/>
                  </a:cubicBezTo>
                  <a:cubicBezTo>
                    <a:pt x="172528" y="289833"/>
                    <a:pt x="164221" y="291110"/>
                    <a:pt x="156553" y="294302"/>
                  </a:cubicBezTo>
                  <a:cubicBezTo>
                    <a:pt x="152081" y="296217"/>
                    <a:pt x="147608" y="297494"/>
                    <a:pt x="143135" y="298132"/>
                  </a:cubicBezTo>
                  <a:cubicBezTo>
                    <a:pt x="129077" y="300047"/>
                    <a:pt x="116936" y="284726"/>
                    <a:pt x="115019" y="283449"/>
                  </a:cubicBezTo>
                  <a:cubicBezTo>
                    <a:pt x="113741" y="281534"/>
                    <a:pt x="113102" y="278980"/>
                    <a:pt x="114380" y="277065"/>
                  </a:cubicBezTo>
                  <a:lnTo>
                    <a:pt x="118214" y="267489"/>
                  </a:lnTo>
                  <a:cubicBezTo>
                    <a:pt x="118853" y="265574"/>
                    <a:pt x="120131" y="264297"/>
                    <a:pt x="122048" y="263659"/>
                  </a:cubicBezTo>
                  <a:cubicBezTo>
                    <a:pt x="132911" y="259190"/>
                    <a:pt x="140579" y="249614"/>
                    <a:pt x="141857" y="238123"/>
                  </a:cubicBezTo>
                  <a:cubicBezTo>
                    <a:pt x="145052" y="220886"/>
                    <a:pt x="125882" y="208118"/>
                    <a:pt x="125243" y="208118"/>
                  </a:cubicBezTo>
                  <a:cubicBezTo>
                    <a:pt x="123326" y="206841"/>
                    <a:pt x="122048" y="204926"/>
                    <a:pt x="122048" y="202372"/>
                  </a:cubicBezTo>
                  <a:cubicBezTo>
                    <a:pt x="122048" y="199819"/>
                    <a:pt x="123326" y="197903"/>
                    <a:pt x="125882" y="197265"/>
                  </a:cubicBezTo>
                  <a:cubicBezTo>
                    <a:pt x="126521" y="197265"/>
                    <a:pt x="140579" y="189604"/>
                    <a:pt x="141218" y="167260"/>
                  </a:cubicBezTo>
                  <a:cubicBezTo>
                    <a:pt x="142496" y="141086"/>
                    <a:pt x="113741" y="132787"/>
                    <a:pt x="112463" y="132787"/>
                  </a:cubicBezTo>
                  <a:cubicBezTo>
                    <a:pt x="110546" y="132148"/>
                    <a:pt x="108629" y="130872"/>
                    <a:pt x="107990" y="128318"/>
                  </a:cubicBezTo>
                  <a:cubicBezTo>
                    <a:pt x="105434" y="123849"/>
                    <a:pt x="102239" y="120657"/>
                    <a:pt x="98405" y="117465"/>
                  </a:cubicBezTo>
                  <a:cubicBezTo>
                    <a:pt x="96488" y="116188"/>
                    <a:pt x="95849" y="114273"/>
                    <a:pt x="95849" y="111720"/>
                  </a:cubicBezTo>
                  <a:cubicBezTo>
                    <a:pt x="95849" y="109804"/>
                    <a:pt x="97127" y="107889"/>
                    <a:pt x="99683" y="106612"/>
                  </a:cubicBezTo>
                  <a:cubicBezTo>
                    <a:pt x="116936" y="99590"/>
                    <a:pt x="136106" y="100229"/>
                    <a:pt x="152720" y="109166"/>
                  </a:cubicBezTo>
                  <a:cubicBezTo>
                    <a:pt x="159110" y="112996"/>
                    <a:pt x="166138" y="115550"/>
                    <a:pt x="173806" y="116188"/>
                  </a:cubicBezTo>
                  <a:cubicBezTo>
                    <a:pt x="173806" y="99590"/>
                    <a:pt x="166138" y="84269"/>
                    <a:pt x="152720" y="74054"/>
                  </a:cubicBezTo>
                  <a:cubicBezTo>
                    <a:pt x="149525" y="72139"/>
                    <a:pt x="148247" y="68309"/>
                    <a:pt x="150164" y="65117"/>
                  </a:cubicBezTo>
                  <a:cubicBezTo>
                    <a:pt x="152081" y="61925"/>
                    <a:pt x="155915" y="60648"/>
                    <a:pt x="159110" y="62563"/>
                  </a:cubicBezTo>
                  <a:cubicBezTo>
                    <a:pt x="159110" y="62563"/>
                    <a:pt x="159748" y="62563"/>
                    <a:pt x="159748" y="63201"/>
                  </a:cubicBezTo>
                  <a:cubicBezTo>
                    <a:pt x="177001" y="75331"/>
                    <a:pt x="186586" y="95121"/>
                    <a:pt x="186586" y="116188"/>
                  </a:cubicBezTo>
                  <a:cubicBezTo>
                    <a:pt x="194893" y="115550"/>
                    <a:pt x="202561" y="112358"/>
                    <a:pt x="208951" y="108528"/>
                  </a:cubicBezTo>
                  <a:cubicBezTo>
                    <a:pt x="232594" y="94483"/>
                    <a:pt x="258792" y="106612"/>
                    <a:pt x="259431" y="107251"/>
                  </a:cubicBezTo>
                  <a:cubicBezTo>
                    <a:pt x="262626" y="108528"/>
                    <a:pt x="263904" y="112358"/>
                    <a:pt x="262626" y="115550"/>
                  </a:cubicBezTo>
                  <a:cubicBezTo>
                    <a:pt x="263265" y="118104"/>
                    <a:pt x="261987" y="118742"/>
                    <a:pt x="260709" y="119380"/>
                  </a:cubicBezTo>
                  <a:lnTo>
                    <a:pt x="260709" y="119380"/>
                  </a:lnTo>
                  <a:close/>
                </a:path>
              </a:pathLst>
            </a:custGeom>
            <a:solidFill>
              <a:srgbClr val="007680"/>
            </a:solidFill>
            <a:ln w="6390" cap="flat">
              <a:noFill/>
              <a:prstDash val="solid"/>
              <a:miter/>
            </a:ln>
          </p:spPr>
          <p:txBody>
            <a:bodyPr rtlCol="0" anchor="ctr"/>
            <a:lstStyle/>
            <a:p>
              <a:endParaRPr lang="en-US"/>
            </a:p>
          </p:txBody>
        </p:sp>
        <p:sp>
          <p:nvSpPr>
            <p:cNvPr id="917" name="Graphic 5">
              <a:extLst>
                <a:ext uri="{FF2B5EF4-FFF2-40B4-BE49-F238E27FC236}">
                  <a16:creationId xmlns:a16="http://schemas.microsoft.com/office/drawing/2014/main" id="{D7F9162F-F08F-A74E-BF23-6F183F3EF94A}"/>
                </a:ext>
              </a:extLst>
            </p:cNvPr>
            <p:cNvSpPr/>
            <p:nvPr/>
          </p:nvSpPr>
          <p:spPr>
            <a:xfrm>
              <a:off x="1021750" y="1033522"/>
              <a:ext cx="129076" cy="171367"/>
            </a:xfrm>
            <a:custGeom>
              <a:avLst/>
              <a:gdLst>
                <a:gd name="connsiteX0" fmla="*/ 100322 w 129076"/>
                <a:gd name="connsiteY0" fmla="*/ 5314 h 171367"/>
                <a:gd name="connsiteX1" fmla="*/ 31311 w 129076"/>
                <a:gd name="connsiteY1" fmla="*/ 5952 h 171367"/>
                <a:gd name="connsiteX2" fmla="*/ 0 w 129076"/>
                <a:gd name="connsiteY2" fmla="*/ 1484 h 171367"/>
                <a:gd name="connsiteX3" fmla="*/ 3834 w 129076"/>
                <a:gd name="connsiteY3" fmla="*/ 7229 h 171367"/>
                <a:gd name="connsiteX4" fmla="*/ 39618 w 129076"/>
                <a:gd name="connsiteY4" fmla="*/ 53832 h 171367"/>
                <a:gd name="connsiteX5" fmla="*/ 24282 w 129076"/>
                <a:gd name="connsiteY5" fmla="*/ 89583 h 171367"/>
                <a:gd name="connsiteX6" fmla="*/ 38979 w 129076"/>
                <a:gd name="connsiteY6" fmla="*/ 126610 h 171367"/>
                <a:gd name="connsiteX7" fmla="*/ 13419 w 129076"/>
                <a:gd name="connsiteY7" fmla="*/ 161083 h 171367"/>
                <a:gd name="connsiteX8" fmla="*/ 12141 w 129076"/>
                <a:gd name="connsiteY8" fmla="*/ 164275 h 171367"/>
                <a:gd name="connsiteX9" fmla="*/ 25560 w 129076"/>
                <a:gd name="connsiteY9" fmla="*/ 171298 h 171367"/>
                <a:gd name="connsiteX10" fmla="*/ 37062 w 129076"/>
                <a:gd name="connsiteY10" fmla="*/ 168106 h 171367"/>
                <a:gd name="connsiteX11" fmla="*/ 65177 w 129076"/>
                <a:gd name="connsiteY11" fmla="*/ 162999 h 171367"/>
                <a:gd name="connsiteX12" fmla="*/ 95849 w 129076"/>
                <a:gd name="connsiteY12" fmla="*/ 168744 h 171367"/>
                <a:gd name="connsiteX13" fmla="*/ 104795 w 129076"/>
                <a:gd name="connsiteY13" fmla="*/ 171298 h 171367"/>
                <a:gd name="connsiteX14" fmla="*/ 118214 w 129076"/>
                <a:gd name="connsiteY14" fmla="*/ 163637 h 171367"/>
                <a:gd name="connsiteX15" fmla="*/ 116936 w 129076"/>
                <a:gd name="connsiteY15" fmla="*/ 161083 h 171367"/>
                <a:gd name="connsiteX16" fmla="*/ 90737 w 129076"/>
                <a:gd name="connsiteY16" fmla="*/ 121503 h 171367"/>
                <a:gd name="connsiteX17" fmla="*/ 105434 w 129076"/>
                <a:gd name="connsiteY17" fmla="*/ 88306 h 171367"/>
                <a:gd name="connsiteX18" fmla="*/ 90737 w 129076"/>
                <a:gd name="connsiteY18" fmla="*/ 46810 h 171367"/>
                <a:gd name="connsiteX19" fmla="*/ 126521 w 129076"/>
                <a:gd name="connsiteY19" fmla="*/ 6591 h 171367"/>
                <a:gd name="connsiteX20" fmla="*/ 126521 w 129076"/>
                <a:gd name="connsiteY20" fmla="*/ 5952 h 171367"/>
                <a:gd name="connsiteX21" fmla="*/ 129077 w 129076"/>
                <a:gd name="connsiteY21" fmla="*/ 845 h 171367"/>
                <a:gd name="connsiteX22" fmla="*/ 100322 w 129076"/>
                <a:gd name="connsiteY22" fmla="*/ 5314 h 171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9076" h="171367">
                  <a:moveTo>
                    <a:pt x="100322" y="5314"/>
                  </a:moveTo>
                  <a:cubicBezTo>
                    <a:pt x="79235" y="18082"/>
                    <a:pt x="52398" y="18720"/>
                    <a:pt x="31311" y="5952"/>
                  </a:cubicBezTo>
                  <a:cubicBezTo>
                    <a:pt x="21726" y="845"/>
                    <a:pt x="10863" y="-1070"/>
                    <a:pt x="0" y="1484"/>
                  </a:cubicBezTo>
                  <a:cubicBezTo>
                    <a:pt x="1278" y="3399"/>
                    <a:pt x="2556" y="5314"/>
                    <a:pt x="3834" y="7229"/>
                  </a:cubicBezTo>
                  <a:cubicBezTo>
                    <a:pt x="17892" y="12336"/>
                    <a:pt x="40257" y="26381"/>
                    <a:pt x="39618" y="53832"/>
                  </a:cubicBezTo>
                  <a:cubicBezTo>
                    <a:pt x="39618" y="67239"/>
                    <a:pt x="33867" y="80007"/>
                    <a:pt x="24282" y="89583"/>
                  </a:cubicBezTo>
                  <a:cubicBezTo>
                    <a:pt x="35145" y="98520"/>
                    <a:pt x="40896" y="112565"/>
                    <a:pt x="38979" y="126610"/>
                  </a:cubicBezTo>
                  <a:cubicBezTo>
                    <a:pt x="36423" y="141293"/>
                    <a:pt x="26838" y="154061"/>
                    <a:pt x="13419" y="161083"/>
                  </a:cubicBezTo>
                  <a:lnTo>
                    <a:pt x="12141" y="164275"/>
                  </a:lnTo>
                  <a:cubicBezTo>
                    <a:pt x="15975" y="168106"/>
                    <a:pt x="21087" y="171936"/>
                    <a:pt x="25560" y="171298"/>
                  </a:cubicBezTo>
                  <a:cubicBezTo>
                    <a:pt x="29394" y="170659"/>
                    <a:pt x="33228" y="169382"/>
                    <a:pt x="37062" y="168106"/>
                  </a:cubicBezTo>
                  <a:cubicBezTo>
                    <a:pt x="46008" y="164914"/>
                    <a:pt x="55593" y="162999"/>
                    <a:pt x="65177" y="162999"/>
                  </a:cubicBezTo>
                  <a:cubicBezTo>
                    <a:pt x="75401" y="162999"/>
                    <a:pt x="85625" y="164914"/>
                    <a:pt x="95849" y="168744"/>
                  </a:cubicBezTo>
                  <a:cubicBezTo>
                    <a:pt x="99044" y="170021"/>
                    <a:pt x="101600" y="170659"/>
                    <a:pt x="104795" y="171298"/>
                  </a:cubicBezTo>
                  <a:cubicBezTo>
                    <a:pt x="109907" y="171936"/>
                    <a:pt x="115019" y="166829"/>
                    <a:pt x="118214" y="163637"/>
                  </a:cubicBezTo>
                  <a:lnTo>
                    <a:pt x="116936" y="161083"/>
                  </a:lnTo>
                  <a:cubicBezTo>
                    <a:pt x="101600" y="154061"/>
                    <a:pt x="91376" y="138739"/>
                    <a:pt x="90737" y="121503"/>
                  </a:cubicBezTo>
                  <a:cubicBezTo>
                    <a:pt x="90098" y="108735"/>
                    <a:pt x="95849" y="96605"/>
                    <a:pt x="105434" y="88306"/>
                  </a:cubicBezTo>
                  <a:cubicBezTo>
                    <a:pt x="93932" y="77453"/>
                    <a:pt x="88820" y="62132"/>
                    <a:pt x="90737" y="46810"/>
                  </a:cubicBezTo>
                  <a:cubicBezTo>
                    <a:pt x="93932" y="27658"/>
                    <a:pt x="107990" y="12336"/>
                    <a:pt x="126521" y="6591"/>
                  </a:cubicBezTo>
                  <a:lnTo>
                    <a:pt x="126521" y="5952"/>
                  </a:lnTo>
                  <a:cubicBezTo>
                    <a:pt x="127160" y="4676"/>
                    <a:pt x="128438" y="2761"/>
                    <a:pt x="129077" y="845"/>
                  </a:cubicBezTo>
                  <a:cubicBezTo>
                    <a:pt x="119492" y="-1070"/>
                    <a:pt x="109268" y="207"/>
                    <a:pt x="100322" y="5314"/>
                  </a:cubicBezTo>
                  <a:close/>
                </a:path>
              </a:pathLst>
            </a:custGeom>
            <a:solidFill>
              <a:srgbClr val="007680"/>
            </a:solidFill>
            <a:ln w="6390" cap="flat">
              <a:noFill/>
              <a:prstDash val="solid"/>
              <a:miter/>
            </a:ln>
          </p:spPr>
          <p:txBody>
            <a:bodyPr rtlCol="0" anchor="ctr"/>
            <a:lstStyle/>
            <a:p>
              <a:endParaRPr lang="en-US"/>
            </a:p>
          </p:txBody>
        </p:sp>
      </p:grpSp>
      <p:sp>
        <p:nvSpPr>
          <p:cNvPr id="918" name="Graphic 5">
            <a:extLst>
              <a:ext uri="{FF2B5EF4-FFF2-40B4-BE49-F238E27FC236}">
                <a16:creationId xmlns:a16="http://schemas.microsoft.com/office/drawing/2014/main" id="{F6833ADC-7E9D-2147-983D-37EF82C53906}"/>
              </a:ext>
            </a:extLst>
          </p:cNvPr>
          <p:cNvSpPr/>
          <p:nvPr/>
        </p:nvSpPr>
        <p:spPr>
          <a:xfrm>
            <a:off x="9280105" y="918817"/>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290103 w 362309"/>
              <a:gd name="connsiteY6" fmla="*/ 253444 h 361971"/>
              <a:gd name="connsiteX7" fmla="*/ 283713 w 362309"/>
              <a:gd name="connsiteY7" fmla="*/ 259828 h 361971"/>
              <a:gd name="connsiteX8" fmla="*/ 277323 w 362309"/>
              <a:gd name="connsiteY8" fmla="*/ 253444 h 361971"/>
              <a:gd name="connsiteX9" fmla="*/ 277323 w 362309"/>
              <a:gd name="connsiteY9" fmla="*/ 173644 h 361971"/>
              <a:gd name="connsiteX10" fmla="*/ 93932 w 362309"/>
              <a:gd name="connsiteY10" fmla="*/ 173644 h 361971"/>
              <a:gd name="connsiteX11" fmla="*/ 141856 w 362309"/>
              <a:gd name="connsiteY11" fmla="*/ 221524 h 361971"/>
              <a:gd name="connsiteX12" fmla="*/ 141856 w 362309"/>
              <a:gd name="connsiteY12" fmla="*/ 230462 h 361971"/>
              <a:gd name="connsiteX13" fmla="*/ 137384 w 362309"/>
              <a:gd name="connsiteY13" fmla="*/ 232377 h 361971"/>
              <a:gd name="connsiteX14" fmla="*/ 132910 w 362309"/>
              <a:gd name="connsiteY14" fmla="*/ 230462 h 361971"/>
              <a:gd name="connsiteX15" fmla="*/ 74123 w 362309"/>
              <a:gd name="connsiteY15" fmla="*/ 171729 h 361971"/>
              <a:gd name="connsiteX16" fmla="*/ 72845 w 362309"/>
              <a:gd name="connsiteY16" fmla="*/ 169814 h 361971"/>
              <a:gd name="connsiteX17" fmla="*/ 72845 w 362309"/>
              <a:gd name="connsiteY17" fmla="*/ 164707 h 361971"/>
              <a:gd name="connsiteX18" fmla="*/ 74123 w 362309"/>
              <a:gd name="connsiteY18" fmla="*/ 162792 h 361971"/>
              <a:gd name="connsiteX19" fmla="*/ 132910 w 362309"/>
              <a:gd name="connsiteY19" fmla="*/ 104059 h 361971"/>
              <a:gd name="connsiteX20" fmla="*/ 141856 w 362309"/>
              <a:gd name="connsiteY20" fmla="*/ 104059 h 361971"/>
              <a:gd name="connsiteX21" fmla="*/ 141856 w 362309"/>
              <a:gd name="connsiteY21" fmla="*/ 104059 h 361971"/>
              <a:gd name="connsiteX22" fmla="*/ 141856 w 362309"/>
              <a:gd name="connsiteY22" fmla="*/ 112996 h 361971"/>
              <a:gd name="connsiteX23" fmla="*/ 93932 w 362309"/>
              <a:gd name="connsiteY23" fmla="*/ 160876 h 361971"/>
              <a:gd name="connsiteX24" fmla="*/ 283713 w 362309"/>
              <a:gd name="connsiteY24" fmla="*/ 160876 h 361971"/>
              <a:gd name="connsiteX25" fmla="*/ 290103 w 362309"/>
              <a:gd name="connsiteY25" fmla="*/ 167260 h 361971"/>
              <a:gd name="connsiteX26" fmla="*/ 290103 w 362309"/>
              <a:gd name="connsiteY26" fmla="*/ 25344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09" y="280895"/>
                  <a:pt x="362309" y="181305"/>
                </a:cubicBezTo>
                <a:cubicBezTo>
                  <a:pt x="362309" y="81077"/>
                  <a:pt x="281157" y="0"/>
                  <a:pt x="180835" y="0"/>
                </a:cubicBezTo>
                <a:cubicBezTo>
                  <a:pt x="181474" y="0"/>
                  <a:pt x="180835" y="0"/>
                  <a:pt x="180835" y="0"/>
                </a:cubicBezTo>
                <a:close/>
                <a:moveTo>
                  <a:pt x="290103" y="253444"/>
                </a:moveTo>
                <a:cubicBezTo>
                  <a:pt x="290103" y="257275"/>
                  <a:pt x="287547" y="259828"/>
                  <a:pt x="283713" y="259828"/>
                </a:cubicBezTo>
                <a:cubicBezTo>
                  <a:pt x="279879" y="259828"/>
                  <a:pt x="277323" y="257275"/>
                  <a:pt x="277323" y="253444"/>
                </a:cubicBezTo>
                <a:lnTo>
                  <a:pt x="277323" y="173644"/>
                </a:lnTo>
                <a:lnTo>
                  <a:pt x="93932" y="173644"/>
                </a:lnTo>
                <a:lnTo>
                  <a:pt x="141856" y="221524"/>
                </a:lnTo>
                <a:cubicBezTo>
                  <a:pt x="144412" y="224078"/>
                  <a:pt x="144412" y="227908"/>
                  <a:pt x="141856" y="230462"/>
                </a:cubicBezTo>
                <a:cubicBezTo>
                  <a:pt x="140579" y="231739"/>
                  <a:pt x="139300" y="232377"/>
                  <a:pt x="137384" y="232377"/>
                </a:cubicBezTo>
                <a:cubicBezTo>
                  <a:pt x="135466" y="232377"/>
                  <a:pt x="134189" y="231739"/>
                  <a:pt x="132910" y="230462"/>
                </a:cubicBezTo>
                <a:lnTo>
                  <a:pt x="74123" y="171729"/>
                </a:lnTo>
                <a:cubicBezTo>
                  <a:pt x="73484" y="171091"/>
                  <a:pt x="72845" y="170452"/>
                  <a:pt x="72845" y="169814"/>
                </a:cubicBezTo>
                <a:cubicBezTo>
                  <a:pt x="72206" y="168537"/>
                  <a:pt x="72206" y="166622"/>
                  <a:pt x="72845" y="164707"/>
                </a:cubicBezTo>
                <a:cubicBezTo>
                  <a:pt x="72845" y="164068"/>
                  <a:pt x="73484" y="163430"/>
                  <a:pt x="74123" y="162792"/>
                </a:cubicBezTo>
                <a:lnTo>
                  <a:pt x="132910" y="104059"/>
                </a:lnTo>
                <a:cubicBezTo>
                  <a:pt x="135466" y="101505"/>
                  <a:pt x="139300" y="101505"/>
                  <a:pt x="141856" y="104059"/>
                </a:cubicBezTo>
                <a:cubicBezTo>
                  <a:pt x="141856" y="104059"/>
                  <a:pt x="141856" y="104059"/>
                  <a:pt x="141856" y="104059"/>
                </a:cubicBezTo>
                <a:cubicBezTo>
                  <a:pt x="144412" y="106612"/>
                  <a:pt x="144412" y="110443"/>
                  <a:pt x="141856" y="112996"/>
                </a:cubicBezTo>
                <a:lnTo>
                  <a:pt x="93932" y="160876"/>
                </a:lnTo>
                <a:lnTo>
                  <a:pt x="283713" y="160876"/>
                </a:lnTo>
                <a:cubicBezTo>
                  <a:pt x="287547" y="160876"/>
                  <a:pt x="290103" y="163430"/>
                  <a:pt x="290103" y="167260"/>
                </a:cubicBezTo>
                <a:lnTo>
                  <a:pt x="290103" y="253444"/>
                </a:lnTo>
                <a:close/>
              </a:path>
            </a:pathLst>
          </a:custGeom>
          <a:solidFill>
            <a:srgbClr val="007680"/>
          </a:solidFill>
          <a:ln w="6390" cap="flat">
            <a:noFill/>
            <a:prstDash val="solid"/>
            <a:miter/>
          </a:ln>
        </p:spPr>
        <p:txBody>
          <a:bodyPr rtlCol="0" anchor="ctr"/>
          <a:lstStyle/>
          <a:p>
            <a:endParaRPr lang="en-US"/>
          </a:p>
        </p:txBody>
      </p:sp>
      <p:grpSp>
        <p:nvGrpSpPr>
          <p:cNvPr id="919" name="Graphic 5">
            <a:extLst>
              <a:ext uri="{FF2B5EF4-FFF2-40B4-BE49-F238E27FC236}">
                <a16:creationId xmlns:a16="http://schemas.microsoft.com/office/drawing/2014/main" id="{DB06916D-3F3F-8446-8F28-812C38D89894}"/>
              </a:ext>
            </a:extLst>
          </p:cNvPr>
          <p:cNvGrpSpPr/>
          <p:nvPr/>
        </p:nvGrpSpPr>
        <p:grpSpPr>
          <a:xfrm>
            <a:off x="905454" y="2371811"/>
            <a:ext cx="362309" cy="362610"/>
            <a:chOff x="905454" y="2371811"/>
            <a:chExt cx="362309" cy="362610"/>
          </a:xfrm>
          <a:solidFill>
            <a:srgbClr val="007680"/>
          </a:solidFill>
        </p:grpSpPr>
        <p:sp>
          <p:nvSpPr>
            <p:cNvPr id="920" name="Graphic 5">
              <a:extLst>
                <a:ext uri="{FF2B5EF4-FFF2-40B4-BE49-F238E27FC236}">
                  <a16:creationId xmlns:a16="http://schemas.microsoft.com/office/drawing/2014/main" id="{12A3C061-E5C5-BB4F-99BB-4ED8D16355A1}"/>
                </a:ext>
              </a:extLst>
            </p:cNvPr>
            <p:cNvSpPr/>
            <p:nvPr/>
          </p:nvSpPr>
          <p:spPr>
            <a:xfrm>
              <a:off x="905454" y="2371811"/>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362309 w 362309"/>
                <a:gd name="connsiteY4" fmla="*/ 181305 h 362610"/>
                <a:gd name="connsiteX5" fmla="*/ 180835 w 362309"/>
                <a:gd name="connsiteY5" fmla="*/ 0 h 362610"/>
                <a:gd name="connsiteX6" fmla="*/ 304800 w 362309"/>
                <a:gd name="connsiteY6" fmla="*/ 250252 h 362610"/>
                <a:gd name="connsiteX7" fmla="*/ 298410 w 362309"/>
                <a:gd name="connsiteY7" fmla="*/ 254721 h 362610"/>
                <a:gd name="connsiteX8" fmla="*/ 63899 w 362309"/>
                <a:gd name="connsiteY8" fmla="*/ 254721 h 362610"/>
                <a:gd name="connsiteX9" fmla="*/ 57509 w 362309"/>
                <a:gd name="connsiteY9" fmla="*/ 248337 h 362610"/>
                <a:gd name="connsiteX10" fmla="*/ 60065 w 362309"/>
                <a:gd name="connsiteY10" fmla="*/ 243868 h 362610"/>
                <a:gd name="connsiteX11" fmla="*/ 175084 w 362309"/>
                <a:gd name="connsiteY11" fmla="*/ 153216 h 362610"/>
                <a:gd name="connsiteX12" fmla="*/ 175084 w 362309"/>
                <a:gd name="connsiteY12" fmla="*/ 139809 h 362610"/>
                <a:gd name="connsiteX13" fmla="*/ 181474 w 362309"/>
                <a:gd name="connsiteY13" fmla="*/ 133425 h 362610"/>
                <a:gd name="connsiteX14" fmla="*/ 200644 w 362309"/>
                <a:gd name="connsiteY14" fmla="*/ 114912 h 362610"/>
                <a:gd name="connsiteX15" fmla="*/ 182113 w 362309"/>
                <a:gd name="connsiteY15" fmla="*/ 95760 h 362610"/>
                <a:gd name="connsiteX16" fmla="*/ 168055 w 362309"/>
                <a:gd name="connsiteY16" fmla="*/ 102144 h 362610"/>
                <a:gd name="connsiteX17" fmla="*/ 162943 w 362309"/>
                <a:gd name="connsiteY17" fmla="*/ 114912 h 362610"/>
                <a:gd name="connsiteX18" fmla="*/ 156553 w 362309"/>
                <a:gd name="connsiteY18" fmla="*/ 121296 h 362610"/>
                <a:gd name="connsiteX19" fmla="*/ 150164 w 362309"/>
                <a:gd name="connsiteY19" fmla="*/ 114912 h 362610"/>
                <a:gd name="connsiteX20" fmla="*/ 158470 w 362309"/>
                <a:gd name="connsiteY20" fmla="*/ 93845 h 362610"/>
                <a:gd name="connsiteX21" fmla="*/ 203200 w 362309"/>
                <a:gd name="connsiteY21" fmla="*/ 91291 h 362610"/>
                <a:gd name="connsiteX22" fmla="*/ 205756 w 362309"/>
                <a:gd name="connsiteY22" fmla="*/ 135979 h 362610"/>
                <a:gd name="connsiteX23" fmla="*/ 188503 w 362309"/>
                <a:gd name="connsiteY23" fmla="*/ 145555 h 362610"/>
                <a:gd name="connsiteX24" fmla="*/ 188503 w 362309"/>
                <a:gd name="connsiteY24" fmla="*/ 153216 h 362610"/>
                <a:gd name="connsiteX25" fmla="*/ 303522 w 362309"/>
                <a:gd name="connsiteY25" fmla="*/ 243868 h 362610"/>
                <a:gd name="connsiteX26" fmla="*/ 304800 w 362309"/>
                <a:gd name="connsiteY26" fmla="*/ 250252 h 362610"/>
                <a:gd name="connsiteX27" fmla="*/ 304800 w 362309"/>
                <a:gd name="connsiteY27" fmla="*/ 250252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181305"/>
                    <a:pt x="362309" y="181305"/>
                    <a:pt x="362309" y="181305"/>
                  </a:cubicBezTo>
                  <a:cubicBezTo>
                    <a:pt x="361670" y="81077"/>
                    <a:pt x="281157" y="0"/>
                    <a:pt x="180835" y="0"/>
                  </a:cubicBezTo>
                  <a:close/>
                  <a:moveTo>
                    <a:pt x="304800" y="250252"/>
                  </a:moveTo>
                  <a:cubicBezTo>
                    <a:pt x="304161" y="252806"/>
                    <a:pt x="300966" y="254721"/>
                    <a:pt x="298410" y="254721"/>
                  </a:cubicBezTo>
                  <a:lnTo>
                    <a:pt x="63899" y="254721"/>
                  </a:lnTo>
                  <a:cubicBezTo>
                    <a:pt x="60065" y="254721"/>
                    <a:pt x="57509" y="251529"/>
                    <a:pt x="57509" y="248337"/>
                  </a:cubicBezTo>
                  <a:cubicBezTo>
                    <a:pt x="57509" y="246422"/>
                    <a:pt x="58148" y="244507"/>
                    <a:pt x="60065" y="243868"/>
                  </a:cubicBezTo>
                  <a:lnTo>
                    <a:pt x="175084" y="153216"/>
                  </a:lnTo>
                  <a:lnTo>
                    <a:pt x="175084" y="139809"/>
                  </a:lnTo>
                  <a:cubicBezTo>
                    <a:pt x="175084" y="135979"/>
                    <a:pt x="177640" y="133425"/>
                    <a:pt x="181474" y="133425"/>
                  </a:cubicBezTo>
                  <a:cubicBezTo>
                    <a:pt x="191698" y="133425"/>
                    <a:pt x="200644" y="125126"/>
                    <a:pt x="200644" y="114912"/>
                  </a:cubicBezTo>
                  <a:cubicBezTo>
                    <a:pt x="200644" y="104697"/>
                    <a:pt x="192337" y="95760"/>
                    <a:pt x="182113" y="95760"/>
                  </a:cubicBezTo>
                  <a:cubicBezTo>
                    <a:pt x="177001" y="95760"/>
                    <a:pt x="171250" y="98313"/>
                    <a:pt x="168055" y="102144"/>
                  </a:cubicBezTo>
                  <a:cubicBezTo>
                    <a:pt x="164860" y="105336"/>
                    <a:pt x="162943" y="110443"/>
                    <a:pt x="162943" y="114912"/>
                  </a:cubicBezTo>
                  <a:cubicBezTo>
                    <a:pt x="162943" y="118742"/>
                    <a:pt x="160387" y="121296"/>
                    <a:pt x="156553" y="121296"/>
                  </a:cubicBezTo>
                  <a:cubicBezTo>
                    <a:pt x="152720" y="121296"/>
                    <a:pt x="150164" y="118742"/>
                    <a:pt x="150164" y="114912"/>
                  </a:cubicBezTo>
                  <a:cubicBezTo>
                    <a:pt x="150164" y="107251"/>
                    <a:pt x="152720" y="99590"/>
                    <a:pt x="158470" y="93845"/>
                  </a:cubicBezTo>
                  <a:cubicBezTo>
                    <a:pt x="169972" y="81077"/>
                    <a:pt x="189781" y="79800"/>
                    <a:pt x="203200" y="91291"/>
                  </a:cubicBezTo>
                  <a:cubicBezTo>
                    <a:pt x="215980" y="102782"/>
                    <a:pt x="217258" y="122573"/>
                    <a:pt x="205756" y="135979"/>
                  </a:cubicBezTo>
                  <a:cubicBezTo>
                    <a:pt x="201283" y="141086"/>
                    <a:pt x="195532" y="144278"/>
                    <a:pt x="188503" y="145555"/>
                  </a:cubicBezTo>
                  <a:lnTo>
                    <a:pt x="188503" y="153216"/>
                  </a:lnTo>
                  <a:lnTo>
                    <a:pt x="303522" y="243868"/>
                  </a:lnTo>
                  <a:cubicBezTo>
                    <a:pt x="304161" y="245145"/>
                    <a:pt x="305439" y="247699"/>
                    <a:pt x="304800" y="250252"/>
                  </a:cubicBezTo>
                  <a:lnTo>
                    <a:pt x="304800" y="250252"/>
                  </a:lnTo>
                  <a:close/>
                </a:path>
              </a:pathLst>
            </a:custGeom>
            <a:solidFill>
              <a:srgbClr val="007680"/>
            </a:solidFill>
            <a:ln w="6390" cap="flat">
              <a:noFill/>
              <a:prstDash val="solid"/>
              <a:miter/>
            </a:ln>
          </p:spPr>
          <p:txBody>
            <a:bodyPr rtlCol="0" anchor="ctr"/>
            <a:lstStyle/>
            <a:p>
              <a:endParaRPr lang="en-US"/>
            </a:p>
          </p:txBody>
        </p:sp>
        <p:sp>
          <p:nvSpPr>
            <p:cNvPr id="921" name="Graphic 5">
              <a:extLst>
                <a:ext uri="{FF2B5EF4-FFF2-40B4-BE49-F238E27FC236}">
                  <a16:creationId xmlns:a16="http://schemas.microsoft.com/office/drawing/2014/main" id="{48FBCAE1-2BEF-C141-BEC3-7D65A3F60070}"/>
                </a:ext>
              </a:extLst>
            </p:cNvPr>
            <p:cNvSpPr/>
            <p:nvPr/>
          </p:nvSpPr>
          <p:spPr>
            <a:xfrm>
              <a:off x="987245" y="2535880"/>
              <a:ext cx="198727" cy="77884"/>
            </a:xfrm>
            <a:custGeom>
              <a:avLst/>
              <a:gdLst>
                <a:gd name="connsiteX0" fmla="*/ 0 w 198727"/>
                <a:gd name="connsiteY0" fmla="*/ 77884 h 77884"/>
                <a:gd name="connsiteX1" fmla="*/ 198727 w 198727"/>
                <a:gd name="connsiteY1" fmla="*/ 77884 h 77884"/>
                <a:gd name="connsiteX2" fmla="*/ 99044 w 198727"/>
                <a:gd name="connsiteY2" fmla="*/ 0 h 77884"/>
              </a:gdLst>
              <a:ahLst/>
              <a:cxnLst>
                <a:cxn ang="0">
                  <a:pos x="connsiteX0" y="connsiteY0"/>
                </a:cxn>
                <a:cxn ang="0">
                  <a:pos x="connsiteX1" y="connsiteY1"/>
                </a:cxn>
                <a:cxn ang="0">
                  <a:pos x="connsiteX2" y="connsiteY2"/>
                </a:cxn>
              </a:cxnLst>
              <a:rect l="l" t="t" r="r" b="b"/>
              <a:pathLst>
                <a:path w="198727" h="77884">
                  <a:moveTo>
                    <a:pt x="0" y="77884"/>
                  </a:moveTo>
                  <a:lnTo>
                    <a:pt x="198727" y="77884"/>
                  </a:lnTo>
                  <a:lnTo>
                    <a:pt x="99044" y="0"/>
                  </a:lnTo>
                  <a:close/>
                </a:path>
              </a:pathLst>
            </a:custGeom>
            <a:solidFill>
              <a:srgbClr val="007680"/>
            </a:solidFill>
            <a:ln w="6390" cap="flat">
              <a:noFill/>
              <a:prstDash val="solid"/>
              <a:miter/>
            </a:ln>
          </p:spPr>
          <p:txBody>
            <a:bodyPr rtlCol="0" anchor="ctr"/>
            <a:lstStyle/>
            <a:p>
              <a:endParaRPr lang="en-US"/>
            </a:p>
          </p:txBody>
        </p:sp>
      </p:grpSp>
      <p:grpSp>
        <p:nvGrpSpPr>
          <p:cNvPr id="922" name="Graphic 5">
            <a:extLst>
              <a:ext uri="{FF2B5EF4-FFF2-40B4-BE49-F238E27FC236}">
                <a16:creationId xmlns:a16="http://schemas.microsoft.com/office/drawing/2014/main" id="{B421A4FC-2B3D-5A45-9FC2-94A39E2DEEDC}"/>
              </a:ext>
            </a:extLst>
          </p:cNvPr>
          <p:cNvGrpSpPr/>
          <p:nvPr/>
        </p:nvGrpSpPr>
        <p:grpSpPr>
          <a:xfrm>
            <a:off x="905454" y="1881522"/>
            <a:ext cx="362309" cy="362610"/>
            <a:chOff x="905454" y="1881522"/>
            <a:chExt cx="362309" cy="362610"/>
          </a:xfrm>
          <a:solidFill>
            <a:srgbClr val="007680"/>
          </a:solidFill>
        </p:grpSpPr>
        <p:sp>
          <p:nvSpPr>
            <p:cNvPr id="923" name="Graphic 5">
              <a:extLst>
                <a:ext uri="{FF2B5EF4-FFF2-40B4-BE49-F238E27FC236}">
                  <a16:creationId xmlns:a16="http://schemas.microsoft.com/office/drawing/2014/main" id="{67DEA0DB-AC97-554D-BD89-48ADD7796689}"/>
                </a:ext>
              </a:extLst>
            </p:cNvPr>
            <p:cNvSpPr/>
            <p:nvPr/>
          </p:nvSpPr>
          <p:spPr>
            <a:xfrm>
              <a:off x="1056256" y="1990049"/>
              <a:ext cx="59426" cy="33835"/>
            </a:xfrm>
            <a:custGeom>
              <a:avLst/>
              <a:gdLst>
                <a:gd name="connsiteX0" fmla="*/ 59426 w 59426"/>
                <a:gd name="connsiteY0" fmla="*/ 33835 h 33835"/>
                <a:gd name="connsiteX1" fmla="*/ 42813 w 59426"/>
                <a:gd name="connsiteY1" fmla="*/ 14045 h 33835"/>
                <a:gd name="connsiteX2" fmla="*/ 38979 w 59426"/>
                <a:gd name="connsiteY2" fmla="*/ 8299 h 33835"/>
                <a:gd name="connsiteX3" fmla="*/ 38979 w 59426"/>
                <a:gd name="connsiteY3" fmla="*/ 0 h 33835"/>
                <a:gd name="connsiteX4" fmla="*/ 20448 w 59426"/>
                <a:gd name="connsiteY4" fmla="*/ 0 h 33835"/>
                <a:gd name="connsiteX5" fmla="*/ 20448 w 59426"/>
                <a:gd name="connsiteY5" fmla="*/ 8938 h 33835"/>
                <a:gd name="connsiteX6" fmla="*/ 16614 w 59426"/>
                <a:gd name="connsiteY6" fmla="*/ 14683 h 33835"/>
                <a:gd name="connsiteX7" fmla="*/ 0 w 59426"/>
                <a:gd name="connsiteY7" fmla="*/ 33197 h 33835"/>
                <a:gd name="connsiteX8" fmla="*/ 59426 w 59426"/>
                <a:gd name="connsiteY8" fmla="*/ 33197 h 33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426" h="33835">
                  <a:moveTo>
                    <a:pt x="59426" y="33835"/>
                  </a:moveTo>
                  <a:cubicBezTo>
                    <a:pt x="56870" y="25536"/>
                    <a:pt x="50480" y="18514"/>
                    <a:pt x="42813" y="14045"/>
                  </a:cubicBezTo>
                  <a:cubicBezTo>
                    <a:pt x="40896" y="12768"/>
                    <a:pt x="38979" y="10853"/>
                    <a:pt x="38979" y="8299"/>
                  </a:cubicBezTo>
                  <a:lnTo>
                    <a:pt x="38979" y="0"/>
                  </a:lnTo>
                  <a:lnTo>
                    <a:pt x="20448" y="0"/>
                  </a:lnTo>
                  <a:lnTo>
                    <a:pt x="20448" y="8938"/>
                  </a:lnTo>
                  <a:cubicBezTo>
                    <a:pt x="20448" y="11491"/>
                    <a:pt x="19170" y="13406"/>
                    <a:pt x="16614" y="14683"/>
                  </a:cubicBezTo>
                  <a:cubicBezTo>
                    <a:pt x="8946" y="19152"/>
                    <a:pt x="3195" y="25536"/>
                    <a:pt x="0" y="33197"/>
                  </a:cubicBezTo>
                  <a:lnTo>
                    <a:pt x="59426" y="33197"/>
                  </a:lnTo>
                  <a:close/>
                </a:path>
              </a:pathLst>
            </a:custGeom>
            <a:solidFill>
              <a:srgbClr val="007680"/>
            </a:solidFill>
            <a:ln w="6390" cap="flat">
              <a:noFill/>
              <a:prstDash val="solid"/>
              <a:miter/>
            </a:ln>
          </p:spPr>
          <p:txBody>
            <a:bodyPr rtlCol="0" anchor="ctr"/>
            <a:lstStyle/>
            <a:p>
              <a:endParaRPr lang="en-US"/>
            </a:p>
          </p:txBody>
        </p:sp>
        <p:sp>
          <p:nvSpPr>
            <p:cNvPr id="924" name="Graphic 5">
              <a:extLst>
                <a:ext uri="{FF2B5EF4-FFF2-40B4-BE49-F238E27FC236}">
                  <a16:creationId xmlns:a16="http://schemas.microsoft.com/office/drawing/2014/main" id="{3DC23A7C-6510-5A43-AA44-902AC2CE8EB0}"/>
                </a:ext>
              </a:extLst>
            </p:cNvPr>
            <p:cNvSpPr/>
            <p:nvPr/>
          </p:nvSpPr>
          <p:spPr>
            <a:xfrm>
              <a:off x="1069036" y="1958129"/>
              <a:ext cx="34505" cy="19151"/>
            </a:xfrm>
            <a:custGeom>
              <a:avLst/>
              <a:gdLst>
                <a:gd name="connsiteX0" fmla="*/ 0 w 34505"/>
                <a:gd name="connsiteY0" fmla="*/ 0 h 19151"/>
                <a:gd name="connsiteX1" fmla="*/ 34506 w 34505"/>
                <a:gd name="connsiteY1" fmla="*/ 0 h 19151"/>
                <a:gd name="connsiteX2" fmla="*/ 34506 w 34505"/>
                <a:gd name="connsiteY2" fmla="*/ 19152 h 19151"/>
                <a:gd name="connsiteX3" fmla="*/ 0 w 34505"/>
                <a:gd name="connsiteY3" fmla="*/ 19152 h 19151"/>
              </a:gdLst>
              <a:ahLst/>
              <a:cxnLst>
                <a:cxn ang="0">
                  <a:pos x="connsiteX0" y="connsiteY0"/>
                </a:cxn>
                <a:cxn ang="0">
                  <a:pos x="connsiteX1" y="connsiteY1"/>
                </a:cxn>
                <a:cxn ang="0">
                  <a:pos x="connsiteX2" y="connsiteY2"/>
                </a:cxn>
                <a:cxn ang="0">
                  <a:pos x="connsiteX3" y="connsiteY3"/>
                </a:cxn>
              </a:cxnLst>
              <a:rect l="l" t="t" r="r" b="b"/>
              <a:pathLst>
                <a:path w="34505" h="19151">
                  <a:moveTo>
                    <a:pt x="0" y="0"/>
                  </a:moveTo>
                  <a:lnTo>
                    <a:pt x="34506" y="0"/>
                  </a:lnTo>
                  <a:lnTo>
                    <a:pt x="34506" y="19152"/>
                  </a:lnTo>
                  <a:lnTo>
                    <a:pt x="0" y="19152"/>
                  </a:lnTo>
                  <a:close/>
                </a:path>
              </a:pathLst>
            </a:custGeom>
            <a:solidFill>
              <a:srgbClr val="007680"/>
            </a:solidFill>
            <a:ln w="6390" cap="flat">
              <a:noFill/>
              <a:prstDash val="solid"/>
              <a:miter/>
            </a:ln>
          </p:spPr>
          <p:txBody>
            <a:bodyPr rtlCol="0" anchor="ctr"/>
            <a:lstStyle/>
            <a:p>
              <a:endParaRPr lang="en-US"/>
            </a:p>
          </p:txBody>
        </p:sp>
        <p:sp>
          <p:nvSpPr>
            <p:cNvPr id="925" name="Graphic 5">
              <a:extLst>
                <a:ext uri="{FF2B5EF4-FFF2-40B4-BE49-F238E27FC236}">
                  <a16:creationId xmlns:a16="http://schemas.microsoft.com/office/drawing/2014/main" id="{45DA351D-8CEA-6D46-9958-EBFD962D5167}"/>
                </a:ext>
              </a:extLst>
            </p:cNvPr>
            <p:cNvSpPr/>
            <p:nvPr/>
          </p:nvSpPr>
          <p:spPr>
            <a:xfrm>
              <a:off x="1053221" y="2036652"/>
              <a:ext cx="66774" cy="42134"/>
            </a:xfrm>
            <a:custGeom>
              <a:avLst/>
              <a:gdLst>
                <a:gd name="connsiteX0" fmla="*/ 66296 w 66774"/>
                <a:gd name="connsiteY0" fmla="*/ 13406 h 42134"/>
                <a:gd name="connsiteX1" fmla="*/ 66296 w 66774"/>
                <a:gd name="connsiteY1" fmla="*/ 0 h 42134"/>
                <a:gd name="connsiteX2" fmla="*/ 479 w 66774"/>
                <a:gd name="connsiteY2" fmla="*/ 0 h 42134"/>
                <a:gd name="connsiteX3" fmla="*/ 479 w 66774"/>
                <a:gd name="connsiteY3" fmla="*/ 11491 h 42134"/>
                <a:gd name="connsiteX4" fmla="*/ 3035 w 66774"/>
                <a:gd name="connsiteY4" fmla="*/ 42134 h 42134"/>
                <a:gd name="connsiteX5" fmla="*/ 63740 w 66774"/>
                <a:gd name="connsiteY5" fmla="*/ 42134 h 42134"/>
                <a:gd name="connsiteX6" fmla="*/ 66296 w 66774"/>
                <a:gd name="connsiteY6" fmla="*/ 13406 h 4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774" h="42134">
                  <a:moveTo>
                    <a:pt x="66296" y="13406"/>
                  </a:moveTo>
                  <a:cubicBezTo>
                    <a:pt x="66935" y="8938"/>
                    <a:pt x="66935" y="4469"/>
                    <a:pt x="66296" y="0"/>
                  </a:cubicBezTo>
                  <a:lnTo>
                    <a:pt x="479" y="0"/>
                  </a:lnTo>
                  <a:cubicBezTo>
                    <a:pt x="-160" y="3830"/>
                    <a:pt x="-160" y="7661"/>
                    <a:pt x="479" y="11491"/>
                  </a:cubicBezTo>
                  <a:cubicBezTo>
                    <a:pt x="1757" y="21067"/>
                    <a:pt x="2396" y="31281"/>
                    <a:pt x="3035" y="42134"/>
                  </a:cubicBezTo>
                  <a:lnTo>
                    <a:pt x="63740" y="42134"/>
                  </a:lnTo>
                  <a:cubicBezTo>
                    <a:pt x="64379" y="31281"/>
                    <a:pt x="65657" y="21067"/>
                    <a:pt x="66296" y="13406"/>
                  </a:cubicBezTo>
                  <a:close/>
                </a:path>
              </a:pathLst>
            </a:custGeom>
            <a:solidFill>
              <a:srgbClr val="007680"/>
            </a:solidFill>
            <a:ln w="6390" cap="flat">
              <a:noFill/>
              <a:prstDash val="solid"/>
              <a:miter/>
            </a:ln>
          </p:spPr>
          <p:txBody>
            <a:bodyPr rtlCol="0" anchor="ctr"/>
            <a:lstStyle/>
            <a:p>
              <a:endParaRPr lang="en-US"/>
            </a:p>
          </p:txBody>
        </p:sp>
        <p:sp>
          <p:nvSpPr>
            <p:cNvPr id="926" name="Graphic 5">
              <a:extLst>
                <a:ext uri="{FF2B5EF4-FFF2-40B4-BE49-F238E27FC236}">
                  <a16:creationId xmlns:a16="http://schemas.microsoft.com/office/drawing/2014/main" id="{87C32E42-2266-C14F-A7F9-E7557F635F47}"/>
                </a:ext>
              </a:extLst>
            </p:cNvPr>
            <p:cNvSpPr/>
            <p:nvPr/>
          </p:nvSpPr>
          <p:spPr>
            <a:xfrm>
              <a:off x="905454" y="1881522"/>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362309 w 362309"/>
                <a:gd name="connsiteY4" fmla="*/ 181305 h 362610"/>
                <a:gd name="connsiteX5" fmla="*/ 180835 w 362309"/>
                <a:gd name="connsiteY5" fmla="*/ 0 h 362610"/>
                <a:gd name="connsiteX6" fmla="*/ 223009 w 362309"/>
                <a:gd name="connsiteY6" fmla="*/ 290471 h 362610"/>
                <a:gd name="connsiteX7" fmla="*/ 208312 w 362309"/>
                <a:gd name="connsiteY7" fmla="*/ 297494 h 362610"/>
                <a:gd name="connsiteX8" fmla="*/ 153358 w 362309"/>
                <a:gd name="connsiteY8" fmla="*/ 297494 h 362610"/>
                <a:gd name="connsiteX9" fmla="*/ 139301 w 362309"/>
                <a:gd name="connsiteY9" fmla="*/ 291110 h 362610"/>
                <a:gd name="connsiteX10" fmla="*/ 135467 w 362309"/>
                <a:gd name="connsiteY10" fmla="*/ 266212 h 362610"/>
                <a:gd name="connsiteX11" fmla="*/ 136106 w 362309"/>
                <a:gd name="connsiteY11" fmla="*/ 168537 h 362610"/>
                <a:gd name="connsiteX12" fmla="*/ 159110 w 362309"/>
                <a:gd name="connsiteY12" fmla="*/ 114273 h 362610"/>
                <a:gd name="connsiteX13" fmla="*/ 159110 w 362309"/>
                <a:gd name="connsiteY13" fmla="*/ 108528 h 362610"/>
                <a:gd name="connsiteX14" fmla="*/ 157192 w 362309"/>
                <a:gd name="connsiteY14" fmla="*/ 108528 h 362610"/>
                <a:gd name="connsiteX15" fmla="*/ 150803 w 362309"/>
                <a:gd name="connsiteY15" fmla="*/ 102144 h 362610"/>
                <a:gd name="connsiteX16" fmla="*/ 150803 w 362309"/>
                <a:gd name="connsiteY16" fmla="*/ 70224 h 362610"/>
                <a:gd name="connsiteX17" fmla="*/ 157192 w 362309"/>
                <a:gd name="connsiteY17" fmla="*/ 63840 h 362610"/>
                <a:gd name="connsiteX18" fmla="*/ 204478 w 362309"/>
                <a:gd name="connsiteY18" fmla="*/ 63840 h 362610"/>
                <a:gd name="connsiteX19" fmla="*/ 210868 w 362309"/>
                <a:gd name="connsiteY19" fmla="*/ 70224 h 362610"/>
                <a:gd name="connsiteX20" fmla="*/ 210868 w 362309"/>
                <a:gd name="connsiteY20" fmla="*/ 102144 h 362610"/>
                <a:gd name="connsiteX21" fmla="*/ 204478 w 362309"/>
                <a:gd name="connsiteY21" fmla="*/ 108528 h 362610"/>
                <a:gd name="connsiteX22" fmla="*/ 203200 w 362309"/>
                <a:gd name="connsiteY22" fmla="*/ 108528 h 362610"/>
                <a:gd name="connsiteX23" fmla="*/ 203200 w 362309"/>
                <a:gd name="connsiteY23" fmla="*/ 112996 h 362610"/>
                <a:gd name="connsiteX24" fmla="*/ 226843 w 362309"/>
                <a:gd name="connsiteY24" fmla="*/ 169814 h 362610"/>
                <a:gd name="connsiteX25" fmla="*/ 226204 w 362309"/>
                <a:gd name="connsiteY25" fmla="*/ 265574 h 362610"/>
                <a:gd name="connsiteX26" fmla="*/ 223009 w 362309"/>
                <a:gd name="connsiteY26" fmla="*/ 290471 h 362610"/>
                <a:gd name="connsiteX27" fmla="*/ 223009 w 362309"/>
                <a:gd name="connsiteY27" fmla="*/ 290471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2309" h="362610">
                  <a:moveTo>
                    <a:pt x="180835" y="0"/>
                  </a:moveTo>
                  <a:cubicBezTo>
                    <a:pt x="80513" y="0"/>
                    <a:pt x="0" y="81076"/>
                    <a:pt x="0" y="181305"/>
                  </a:cubicBezTo>
                  <a:cubicBezTo>
                    <a:pt x="0" y="281534"/>
                    <a:pt x="81152" y="362610"/>
                    <a:pt x="180835" y="362610"/>
                  </a:cubicBezTo>
                  <a:cubicBezTo>
                    <a:pt x="280518" y="362610"/>
                    <a:pt x="362309" y="281534"/>
                    <a:pt x="362309" y="181305"/>
                  </a:cubicBezTo>
                  <a:cubicBezTo>
                    <a:pt x="362309" y="181305"/>
                    <a:pt x="362309" y="181305"/>
                    <a:pt x="362309" y="181305"/>
                  </a:cubicBezTo>
                  <a:cubicBezTo>
                    <a:pt x="361670" y="81076"/>
                    <a:pt x="281157" y="0"/>
                    <a:pt x="180835" y="0"/>
                  </a:cubicBezTo>
                  <a:close/>
                  <a:moveTo>
                    <a:pt x="223009" y="290471"/>
                  </a:moveTo>
                  <a:cubicBezTo>
                    <a:pt x="219175" y="294940"/>
                    <a:pt x="214063" y="297494"/>
                    <a:pt x="208312" y="297494"/>
                  </a:cubicBezTo>
                  <a:lnTo>
                    <a:pt x="153358" y="297494"/>
                  </a:lnTo>
                  <a:cubicBezTo>
                    <a:pt x="147608" y="297494"/>
                    <a:pt x="142496" y="295578"/>
                    <a:pt x="139301" y="291110"/>
                  </a:cubicBezTo>
                  <a:cubicBezTo>
                    <a:pt x="134189" y="284087"/>
                    <a:pt x="132911" y="274511"/>
                    <a:pt x="135467" y="266212"/>
                  </a:cubicBezTo>
                  <a:cubicBezTo>
                    <a:pt x="139301" y="233654"/>
                    <a:pt x="139301" y="201095"/>
                    <a:pt x="136106" y="168537"/>
                  </a:cubicBezTo>
                  <a:cubicBezTo>
                    <a:pt x="132272" y="147470"/>
                    <a:pt x="141218" y="126403"/>
                    <a:pt x="159110" y="114273"/>
                  </a:cubicBezTo>
                  <a:lnTo>
                    <a:pt x="159110" y="108528"/>
                  </a:lnTo>
                  <a:lnTo>
                    <a:pt x="157192" y="108528"/>
                  </a:lnTo>
                  <a:cubicBezTo>
                    <a:pt x="153358" y="108528"/>
                    <a:pt x="150803" y="105974"/>
                    <a:pt x="150803" y="102144"/>
                  </a:cubicBezTo>
                  <a:lnTo>
                    <a:pt x="150803" y="70224"/>
                  </a:lnTo>
                  <a:cubicBezTo>
                    <a:pt x="150803" y="66393"/>
                    <a:pt x="153358" y="63840"/>
                    <a:pt x="157192" y="63840"/>
                  </a:cubicBezTo>
                  <a:lnTo>
                    <a:pt x="204478" y="63840"/>
                  </a:lnTo>
                  <a:cubicBezTo>
                    <a:pt x="208312" y="63840"/>
                    <a:pt x="210868" y="66393"/>
                    <a:pt x="210868" y="70224"/>
                  </a:cubicBezTo>
                  <a:lnTo>
                    <a:pt x="210868" y="102144"/>
                  </a:lnTo>
                  <a:cubicBezTo>
                    <a:pt x="210868" y="105974"/>
                    <a:pt x="208312" y="108528"/>
                    <a:pt x="204478" y="108528"/>
                  </a:cubicBezTo>
                  <a:lnTo>
                    <a:pt x="203200" y="108528"/>
                  </a:lnTo>
                  <a:lnTo>
                    <a:pt x="203200" y="112996"/>
                  </a:lnTo>
                  <a:cubicBezTo>
                    <a:pt x="221731" y="124488"/>
                    <a:pt x="228760" y="149385"/>
                    <a:pt x="226843" y="169814"/>
                  </a:cubicBezTo>
                  <a:cubicBezTo>
                    <a:pt x="223648" y="196627"/>
                    <a:pt x="221092" y="245145"/>
                    <a:pt x="226204" y="265574"/>
                  </a:cubicBezTo>
                  <a:cubicBezTo>
                    <a:pt x="228760" y="274511"/>
                    <a:pt x="228121" y="283449"/>
                    <a:pt x="223009" y="290471"/>
                  </a:cubicBezTo>
                  <a:lnTo>
                    <a:pt x="223009" y="290471"/>
                  </a:lnTo>
                  <a:close/>
                </a:path>
              </a:pathLst>
            </a:custGeom>
            <a:solidFill>
              <a:srgbClr val="007680"/>
            </a:solidFill>
            <a:ln w="6390" cap="flat">
              <a:noFill/>
              <a:prstDash val="solid"/>
              <a:miter/>
            </a:ln>
          </p:spPr>
          <p:txBody>
            <a:bodyPr rtlCol="0" anchor="ctr"/>
            <a:lstStyle/>
            <a:p>
              <a:endParaRPr lang="en-US"/>
            </a:p>
          </p:txBody>
        </p:sp>
        <p:sp>
          <p:nvSpPr>
            <p:cNvPr id="927" name="Graphic 5">
              <a:extLst>
                <a:ext uri="{FF2B5EF4-FFF2-40B4-BE49-F238E27FC236}">
                  <a16:creationId xmlns:a16="http://schemas.microsoft.com/office/drawing/2014/main" id="{7E036565-8AE8-2646-81D8-0B668821A159}"/>
                </a:ext>
              </a:extLst>
            </p:cNvPr>
            <p:cNvSpPr/>
            <p:nvPr/>
          </p:nvSpPr>
          <p:spPr>
            <a:xfrm>
              <a:off x="1052861" y="2091555"/>
              <a:ext cx="67546" cy="74692"/>
            </a:xfrm>
            <a:custGeom>
              <a:avLst/>
              <a:gdLst>
                <a:gd name="connsiteX0" fmla="*/ 63461 w 67546"/>
                <a:gd name="connsiteY0" fmla="*/ 0 h 74692"/>
                <a:gd name="connsiteX1" fmla="*/ 4034 w 67546"/>
                <a:gd name="connsiteY1" fmla="*/ 0 h 74692"/>
                <a:gd name="connsiteX2" fmla="*/ 839 w 67546"/>
                <a:gd name="connsiteY2" fmla="*/ 58733 h 74692"/>
                <a:gd name="connsiteX3" fmla="*/ 2117 w 67546"/>
                <a:gd name="connsiteY3" fmla="*/ 72777 h 74692"/>
                <a:gd name="connsiteX4" fmla="*/ 6590 w 67546"/>
                <a:gd name="connsiteY4" fmla="*/ 74693 h 74692"/>
                <a:gd name="connsiteX5" fmla="*/ 61544 w 67546"/>
                <a:gd name="connsiteY5" fmla="*/ 74693 h 74692"/>
                <a:gd name="connsiteX6" fmla="*/ 66017 w 67546"/>
                <a:gd name="connsiteY6" fmla="*/ 72777 h 74692"/>
                <a:gd name="connsiteX7" fmla="*/ 66656 w 67546"/>
                <a:gd name="connsiteY7" fmla="*/ 59371 h 74692"/>
                <a:gd name="connsiteX8" fmla="*/ 63461 w 67546"/>
                <a:gd name="connsiteY8" fmla="*/ 0 h 74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546" h="74692">
                  <a:moveTo>
                    <a:pt x="63461" y="0"/>
                  </a:moveTo>
                  <a:lnTo>
                    <a:pt x="4034" y="0"/>
                  </a:lnTo>
                  <a:cubicBezTo>
                    <a:pt x="4673" y="19790"/>
                    <a:pt x="3395" y="38942"/>
                    <a:pt x="839" y="58733"/>
                  </a:cubicBezTo>
                  <a:cubicBezTo>
                    <a:pt x="-439" y="63201"/>
                    <a:pt x="-439" y="68309"/>
                    <a:pt x="2117" y="72777"/>
                  </a:cubicBezTo>
                  <a:cubicBezTo>
                    <a:pt x="3395" y="74054"/>
                    <a:pt x="4673" y="74693"/>
                    <a:pt x="6590" y="74693"/>
                  </a:cubicBezTo>
                  <a:lnTo>
                    <a:pt x="61544" y="74693"/>
                  </a:lnTo>
                  <a:cubicBezTo>
                    <a:pt x="63461" y="74693"/>
                    <a:pt x="64739" y="74054"/>
                    <a:pt x="66017" y="72777"/>
                  </a:cubicBezTo>
                  <a:cubicBezTo>
                    <a:pt x="67934" y="68309"/>
                    <a:pt x="67934" y="63840"/>
                    <a:pt x="66656" y="59371"/>
                  </a:cubicBezTo>
                  <a:cubicBezTo>
                    <a:pt x="62822" y="39581"/>
                    <a:pt x="62183" y="19790"/>
                    <a:pt x="63461" y="0"/>
                  </a:cubicBezTo>
                  <a:close/>
                </a:path>
              </a:pathLst>
            </a:custGeom>
            <a:solidFill>
              <a:srgbClr val="007680"/>
            </a:solidFill>
            <a:ln w="6390" cap="flat">
              <a:noFill/>
              <a:prstDash val="solid"/>
              <a:miter/>
            </a:ln>
          </p:spPr>
          <p:txBody>
            <a:bodyPr rtlCol="0" anchor="ctr"/>
            <a:lstStyle/>
            <a:p>
              <a:endParaRPr lang="en-US"/>
            </a:p>
          </p:txBody>
        </p:sp>
      </p:grpSp>
      <p:grpSp>
        <p:nvGrpSpPr>
          <p:cNvPr id="928" name="Graphic 5">
            <a:extLst>
              <a:ext uri="{FF2B5EF4-FFF2-40B4-BE49-F238E27FC236}">
                <a16:creationId xmlns:a16="http://schemas.microsoft.com/office/drawing/2014/main" id="{7CCD21CC-8FE7-B84A-9483-E6984FF7F656}"/>
              </a:ext>
            </a:extLst>
          </p:cNvPr>
          <p:cNvGrpSpPr/>
          <p:nvPr/>
        </p:nvGrpSpPr>
        <p:grpSpPr>
          <a:xfrm>
            <a:off x="905454" y="2856356"/>
            <a:ext cx="362309" cy="362610"/>
            <a:chOff x="905454" y="2856356"/>
            <a:chExt cx="362309" cy="362610"/>
          </a:xfrm>
          <a:solidFill>
            <a:srgbClr val="007680"/>
          </a:solidFill>
        </p:grpSpPr>
        <p:sp>
          <p:nvSpPr>
            <p:cNvPr id="929" name="Graphic 5">
              <a:extLst>
                <a:ext uri="{FF2B5EF4-FFF2-40B4-BE49-F238E27FC236}">
                  <a16:creationId xmlns:a16="http://schemas.microsoft.com/office/drawing/2014/main" id="{DDB0E159-3909-674B-BE0D-4C931CF3A0A7}"/>
                </a:ext>
              </a:extLst>
            </p:cNvPr>
            <p:cNvSpPr/>
            <p:nvPr/>
          </p:nvSpPr>
          <p:spPr>
            <a:xfrm>
              <a:off x="1023667" y="3019147"/>
              <a:ext cx="126520" cy="89375"/>
            </a:xfrm>
            <a:custGeom>
              <a:avLst/>
              <a:gdLst>
                <a:gd name="connsiteX0" fmla="*/ 69650 w 126520"/>
                <a:gd name="connsiteY0" fmla="*/ 28728 h 89375"/>
                <a:gd name="connsiteX1" fmla="*/ 10224 w 126520"/>
                <a:gd name="connsiteY1" fmla="*/ 47880 h 89375"/>
                <a:gd name="connsiteX2" fmla="*/ 0 w 126520"/>
                <a:gd name="connsiteY2" fmla="*/ 71501 h 89375"/>
                <a:gd name="connsiteX3" fmla="*/ 0 w 126520"/>
                <a:gd name="connsiteY3" fmla="*/ 89376 h 89375"/>
                <a:gd name="connsiteX4" fmla="*/ 126521 w 126520"/>
                <a:gd name="connsiteY4" fmla="*/ 89376 h 89375"/>
                <a:gd name="connsiteX5" fmla="*/ 126521 w 126520"/>
                <a:gd name="connsiteY5" fmla="*/ 0 h 89375"/>
                <a:gd name="connsiteX6" fmla="*/ 117575 w 126520"/>
                <a:gd name="connsiteY6" fmla="*/ 10853 h 89375"/>
                <a:gd name="connsiteX7" fmla="*/ 69650 w 126520"/>
                <a:gd name="connsiteY7" fmla="*/ 28728 h 89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520" h="89375">
                  <a:moveTo>
                    <a:pt x="69650" y="28728"/>
                  </a:moveTo>
                  <a:cubicBezTo>
                    <a:pt x="42174" y="28728"/>
                    <a:pt x="21726" y="35112"/>
                    <a:pt x="10224" y="47880"/>
                  </a:cubicBezTo>
                  <a:cubicBezTo>
                    <a:pt x="3834" y="54264"/>
                    <a:pt x="639" y="62563"/>
                    <a:pt x="0" y="71501"/>
                  </a:cubicBezTo>
                  <a:lnTo>
                    <a:pt x="0" y="89376"/>
                  </a:lnTo>
                  <a:lnTo>
                    <a:pt x="126521" y="89376"/>
                  </a:lnTo>
                  <a:lnTo>
                    <a:pt x="126521" y="0"/>
                  </a:lnTo>
                  <a:cubicBezTo>
                    <a:pt x="123965" y="3830"/>
                    <a:pt x="120770" y="7661"/>
                    <a:pt x="117575" y="10853"/>
                  </a:cubicBezTo>
                  <a:cubicBezTo>
                    <a:pt x="104156" y="22982"/>
                    <a:pt x="86903" y="29366"/>
                    <a:pt x="69650" y="28728"/>
                  </a:cubicBezTo>
                  <a:close/>
                </a:path>
              </a:pathLst>
            </a:custGeom>
            <a:solidFill>
              <a:srgbClr val="007680"/>
            </a:solidFill>
            <a:ln w="6390" cap="flat">
              <a:noFill/>
              <a:prstDash val="solid"/>
              <a:miter/>
            </a:ln>
          </p:spPr>
          <p:txBody>
            <a:bodyPr rtlCol="0" anchor="ctr"/>
            <a:lstStyle/>
            <a:p>
              <a:endParaRPr lang="en-US"/>
            </a:p>
          </p:txBody>
        </p:sp>
        <p:sp>
          <p:nvSpPr>
            <p:cNvPr id="930" name="Graphic 5">
              <a:extLst>
                <a:ext uri="{FF2B5EF4-FFF2-40B4-BE49-F238E27FC236}">
                  <a16:creationId xmlns:a16="http://schemas.microsoft.com/office/drawing/2014/main" id="{03A9F247-A063-114A-86BB-527C0CA17A8E}"/>
                </a:ext>
              </a:extLst>
            </p:cNvPr>
            <p:cNvSpPr/>
            <p:nvPr/>
          </p:nvSpPr>
          <p:spPr>
            <a:xfrm>
              <a:off x="1023028" y="2934240"/>
              <a:ext cx="127159" cy="124487"/>
            </a:xfrm>
            <a:custGeom>
              <a:avLst/>
              <a:gdLst>
                <a:gd name="connsiteX0" fmla="*/ 70289 w 127159"/>
                <a:gd name="connsiteY0" fmla="*/ 100867 h 124487"/>
                <a:gd name="connsiteX1" fmla="*/ 109268 w 127159"/>
                <a:gd name="connsiteY1" fmla="*/ 86184 h 124487"/>
                <a:gd name="connsiteX2" fmla="*/ 127160 w 127159"/>
                <a:gd name="connsiteY2" fmla="*/ 33197 h 124487"/>
                <a:gd name="connsiteX3" fmla="*/ 127160 w 127159"/>
                <a:gd name="connsiteY3" fmla="*/ 22344 h 124487"/>
                <a:gd name="connsiteX4" fmla="*/ 104795 w 127159"/>
                <a:gd name="connsiteY4" fmla="*/ 0 h 124487"/>
                <a:gd name="connsiteX5" fmla="*/ 23004 w 127159"/>
                <a:gd name="connsiteY5" fmla="*/ 0 h 124487"/>
                <a:gd name="connsiteX6" fmla="*/ 8307 w 127159"/>
                <a:gd name="connsiteY6" fmla="*/ 17875 h 124487"/>
                <a:gd name="connsiteX7" fmla="*/ 63260 w 127159"/>
                <a:gd name="connsiteY7" fmla="*/ 17875 h 124487"/>
                <a:gd name="connsiteX8" fmla="*/ 69650 w 127159"/>
                <a:gd name="connsiteY8" fmla="*/ 24259 h 124487"/>
                <a:gd name="connsiteX9" fmla="*/ 63260 w 127159"/>
                <a:gd name="connsiteY9" fmla="*/ 30643 h 124487"/>
                <a:gd name="connsiteX10" fmla="*/ 0 w 127159"/>
                <a:gd name="connsiteY10" fmla="*/ 30643 h 124487"/>
                <a:gd name="connsiteX11" fmla="*/ 0 w 127159"/>
                <a:gd name="connsiteY11" fmla="*/ 124488 h 124487"/>
                <a:gd name="connsiteX12" fmla="*/ 639 w 127159"/>
                <a:gd name="connsiteY12" fmla="*/ 123849 h 124487"/>
                <a:gd name="connsiteX13" fmla="*/ 70289 w 127159"/>
                <a:gd name="connsiteY13" fmla="*/ 100867 h 12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159" h="124487">
                  <a:moveTo>
                    <a:pt x="70289" y="100867"/>
                  </a:moveTo>
                  <a:cubicBezTo>
                    <a:pt x="84347" y="100867"/>
                    <a:pt x="98405" y="95760"/>
                    <a:pt x="109268" y="86184"/>
                  </a:cubicBezTo>
                  <a:cubicBezTo>
                    <a:pt x="121409" y="74693"/>
                    <a:pt x="127160" y="56817"/>
                    <a:pt x="127160" y="33197"/>
                  </a:cubicBezTo>
                  <a:lnTo>
                    <a:pt x="127160" y="22344"/>
                  </a:lnTo>
                  <a:cubicBezTo>
                    <a:pt x="116936" y="18514"/>
                    <a:pt x="108629" y="10853"/>
                    <a:pt x="104795" y="0"/>
                  </a:cubicBezTo>
                  <a:lnTo>
                    <a:pt x="23004" y="0"/>
                  </a:lnTo>
                  <a:cubicBezTo>
                    <a:pt x="19809" y="7022"/>
                    <a:pt x="14697" y="13406"/>
                    <a:pt x="8307" y="17875"/>
                  </a:cubicBezTo>
                  <a:lnTo>
                    <a:pt x="63260" y="17875"/>
                  </a:lnTo>
                  <a:cubicBezTo>
                    <a:pt x="67094" y="17875"/>
                    <a:pt x="69650" y="20429"/>
                    <a:pt x="69650" y="24259"/>
                  </a:cubicBezTo>
                  <a:cubicBezTo>
                    <a:pt x="69650" y="28089"/>
                    <a:pt x="67094" y="30643"/>
                    <a:pt x="63260" y="30643"/>
                  </a:cubicBezTo>
                  <a:lnTo>
                    <a:pt x="0" y="30643"/>
                  </a:lnTo>
                  <a:lnTo>
                    <a:pt x="0" y="124488"/>
                  </a:lnTo>
                  <a:lnTo>
                    <a:pt x="639" y="123849"/>
                  </a:lnTo>
                  <a:cubicBezTo>
                    <a:pt x="14697" y="108528"/>
                    <a:pt x="38340" y="100867"/>
                    <a:pt x="70289" y="100867"/>
                  </a:cubicBezTo>
                  <a:close/>
                </a:path>
              </a:pathLst>
            </a:custGeom>
            <a:solidFill>
              <a:srgbClr val="007680"/>
            </a:solidFill>
            <a:ln w="6390" cap="flat">
              <a:noFill/>
              <a:prstDash val="solid"/>
              <a:miter/>
            </a:ln>
          </p:spPr>
          <p:txBody>
            <a:bodyPr rtlCol="0" anchor="ctr"/>
            <a:lstStyle/>
            <a:p>
              <a:endParaRPr lang="en-US"/>
            </a:p>
          </p:txBody>
        </p:sp>
        <p:sp>
          <p:nvSpPr>
            <p:cNvPr id="931" name="Graphic 5">
              <a:extLst>
                <a:ext uri="{FF2B5EF4-FFF2-40B4-BE49-F238E27FC236}">
                  <a16:creationId xmlns:a16="http://schemas.microsoft.com/office/drawing/2014/main" id="{291BF57E-7B9E-7B4E-8C01-C2BBBC327A75}"/>
                </a:ext>
              </a:extLst>
            </p:cNvPr>
            <p:cNvSpPr/>
            <p:nvPr/>
          </p:nvSpPr>
          <p:spPr>
            <a:xfrm>
              <a:off x="1023667" y="3120653"/>
              <a:ext cx="125242" cy="19790"/>
            </a:xfrm>
            <a:custGeom>
              <a:avLst/>
              <a:gdLst>
                <a:gd name="connsiteX0" fmla="*/ 0 w 125242"/>
                <a:gd name="connsiteY0" fmla="*/ 0 h 19790"/>
                <a:gd name="connsiteX1" fmla="*/ 19170 w 125242"/>
                <a:gd name="connsiteY1" fmla="*/ 19790 h 19790"/>
                <a:gd name="connsiteX2" fmla="*/ 104795 w 125242"/>
                <a:gd name="connsiteY2" fmla="*/ 19790 h 19790"/>
                <a:gd name="connsiteX3" fmla="*/ 125243 w 125242"/>
                <a:gd name="connsiteY3" fmla="*/ 0 h 19790"/>
              </a:gdLst>
              <a:ahLst/>
              <a:cxnLst>
                <a:cxn ang="0">
                  <a:pos x="connsiteX0" y="connsiteY0"/>
                </a:cxn>
                <a:cxn ang="0">
                  <a:pos x="connsiteX1" y="connsiteY1"/>
                </a:cxn>
                <a:cxn ang="0">
                  <a:pos x="connsiteX2" y="connsiteY2"/>
                </a:cxn>
                <a:cxn ang="0">
                  <a:pos x="connsiteX3" y="connsiteY3"/>
                </a:cxn>
              </a:cxnLst>
              <a:rect l="l" t="t" r="r" b="b"/>
              <a:pathLst>
                <a:path w="125242" h="19790">
                  <a:moveTo>
                    <a:pt x="0" y="0"/>
                  </a:moveTo>
                  <a:lnTo>
                    <a:pt x="19170" y="19790"/>
                  </a:lnTo>
                  <a:lnTo>
                    <a:pt x="104795" y="19790"/>
                  </a:lnTo>
                  <a:lnTo>
                    <a:pt x="125243" y="0"/>
                  </a:lnTo>
                  <a:close/>
                </a:path>
              </a:pathLst>
            </a:custGeom>
            <a:solidFill>
              <a:srgbClr val="007680"/>
            </a:solidFill>
            <a:ln w="6390" cap="flat">
              <a:noFill/>
              <a:prstDash val="solid"/>
              <a:miter/>
            </a:ln>
          </p:spPr>
          <p:txBody>
            <a:bodyPr rtlCol="0" anchor="ctr"/>
            <a:lstStyle/>
            <a:p>
              <a:endParaRPr lang="en-US"/>
            </a:p>
          </p:txBody>
        </p:sp>
        <p:sp>
          <p:nvSpPr>
            <p:cNvPr id="932" name="Graphic 5">
              <a:extLst>
                <a:ext uri="{FF2B5EF4-FFF2-40B4-BE49-F238E27FC236}">
                  <a16:creationId xmlns:a16="http://schemas.microsoft.com/office/drawing/2014/main" id="{49591697-9197-C341-8883-0AA0CECE2B41}"/>
                </a:ext>
              </a:extLst>
            </p:cNvPr>
            <p:cNvSpPr/>
            <p:nvPr/>
          </p:nvSpPr>
          <p:spPr>
            <a:xfrm>
              <a:off x="905454" y="2856356"/>
              <a:ext cx="362309" cy="362610"/>
            </a:xfrm>
            <a:custGeom>
              <a:avLst/>
              <a:gdLst>
                <a:gd name="connsiteX0" fmla="*/ 180835 w 362309"/>
                <a:gd name="connsiteY0" fmla="*/ 0 h 362610"/>
                <a:gd name="connsiteX1" fmla="*/ 0 w 362309"/>
                <a:gd name="connsiteY1" fmla="*/ 181305 h 362610"/>
                <a:gd name="connsiteX2" fmla="*/ 180835 w 362309"/>
                <a:gd name="connsiteY2" fmla="*/ 362610 h 362610"/>
                <a:gd name="connsiteX3" fmla="*/ 362309 w 362309"/>
                <a:gd name="connsiteY3" fmla="*/ 181305 h 362610"/>
                <a:gd name="connsiteX4" fmla="*/ 362309 w 362309"/>
                <a:gd name="connsiteY4" fmla="*/ 181305 h 362610"/>
                <a:gd name="connsiteX5" fmla="*/ 180835 w 362309"/>
                <a:gd name="connsiteY5" fmla="*/ 0 h 362610"/>
                <a:gd name="connsiteX6" fmla="*/ 257514 w 362309"/>
                <a:gd name="connsiteY6" fmla="*/ 266851 h 362610"/>
                <a:gd name="connsiteX7" fmla="*/ 255597 w 362309"/>
                <a:gd name="connsiteY7" fmla="*/ 271319 h 362610"/>
                <a:gd name="connsiteX8" fmla="*/ 230038 w 362309"/>
                <a:gd name="connsiteY8" fmla="*/ 294940 h 362610"/>
                <a:gd name="connsiteX9" fmla="*/ 225565 w 362309"/>
                <a:gd name="connsiteY9" fmla="*/ 296855 h 362610"/>
                <a:gd name="connsiteX10" fmla="*/ 134828 w 362309"/>
                <a:gd name="connsiteY10" fmla="*/ 296855 h 362610"/>
                <a:gd name="connsiteX11" fmla="*/ 130355 w 362309"/>
                <a:gd name="connsiteY11" fmla="*/ 294940 h 362610"/>
                <a:gd name="connsiteX12" fmla="*/ 107351 w 362309"/>
                <a:gd name="connsiteY12" fmla="*/ 271319 h 362610"/>
                <a:gd name="connsiteX13" fmla="*/ 105434 w 362309"/>
                <a:gd name="connsiteY13" fmla="*/ 266851 h 362610"/>
                <a:gd name="connsiteX14" fmla="*/ 105434 w 362309"/>
                <a:gd name="connsiteY14" fmla="*/ 236846 h 362610"/>
                <a:gd name="connsiteX15" fmla="*/ 105434 w 362309"/>
                <a:gd name="connsiteY15" fmla="*/ 234292 h 362610"/>
                <a:gd name="connsiteX16" fmla="*/ 105434 w 362309"/>
                <a:gd name="connsiteY16" fmla="*/ 95760 h 362610"/>
                <a:gd name="connsiteX17" fmla="*/ 110546 w 362309"/>
                <a:gd name="connsiteY17" fmla="*/ 89376 h 362610"/>
                <a:gd name="connsiteX18" fmla="*/ 129716 w 362309"/>
                <a:gd name="connsiteY18" fmla="*/ 70224 h 362610"/>
                <a:gd name="connsiteX19" fmla="*/ 136106 w 362309"/>
                <a:gd name="connsiteY19" fmla="*/ 65117 h 362610"/>
                <a:gd name="connsiteX20" fmla="*/ 227482 w 362309"/>
                <a:gd name="connsiteY20" fmla="*/ 65117 h 362610"/>
                <a:gd name="connsiteX21" fmla="*/ 233872 w 362309"/>
                <a:gd name="connsiteY21" fmla="*/ 70224 h 362610"/>
                <a:gd name="connsiteX22" fmla="*/ 252403 w 362309"/>
                <a:gd name="connsiteY22" fmla="*/ 88738 h 362610"/>
                <a:gd name="connsiteX23" fmla="*/ 257514 w 362309"/>
                <a:gd name="connsiteY23" fmla="*/ 95121 h 362610"/>
                <a:gd name="connsiteX24" fmla="*/ 257514 w 362309"/>
                <a:gd name="connsiteY24" fmla="*/ 266851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309" h="362610">
                  <a:moveTo>
                    <a:pt x="180835" y="0"/>
                  </a:moveTo>
                  <a:cubicBezTo>
                    <a:pt x="80513" y="0"/>
                    <a:pt x="0" y="81077"/>
                    <a:pt x="0" y="181305"/>
                  </a:cubicBezTo>
                  <a:cubicBezTo>
                    <a:pt x="0" y="281534"/>
                    <a:pt x="81152" y="362610"/>
                    <a:pt x="180835" y="362610"/>
                  </a:cubicBezTo>
                  <a:cubicBezTo>
                    <a:pt x="280518" y="362610"/>
                    <a:pt x="362309" y="281534"/>
                    <a:pt x="362309" y="181305"/>
                  </a:cubicBezTo>
                  <a:cubicBezTo>
                    <a:pt x="362309" y="181305"/>
                    <a:pt x="362309" y="181305"/>
                    <a:pt x="362309" y="181305"/>
                  </a:cubicBezTo>
                  <a:cubicBezTo>
                    <a:pt x="361670" y="81077"/>
                    <a:pt x="281157" y="0"/>
                    <a:pt x="180835" y="0"/>
                  </a:cubicBezTo>
                  <a:close/>
                  <a:moveTo>
                    <a:pt x="257514" y="266851"/>
                  </a:moveTo>
                  <a:cubicBezTo>
                    <a:pt x="257514" y="268766"/>
                    <a:pt x="256875" y="270043"/>
                    <a:pt x="255597" y="271319"/>
                  </a:cubicBezTo>
                  <a:lnTo>
                    <a:pt x="230038" y="294940"/>
                  </a:lnTo>
                  <a:cubicBezTo>
                    <a:pt x="228760" y="296217"/>
                    <a:pt x="227482" y="296855"/>
                    <a:pt x="225565" y="296855"/>
                  </a:cubicBezTo>
                  <a:lnTo>
                    <a:pt x="134828" y="296855"/>
                  </a:lnTo>
                  <a:cubicBezTo>
                    <a:pt x="132911" y="296855"/>
                    <a:pt x="131633" y="296217"/>
                    <a:pt x="130355" y="294940"/>
                  </a:cubicBezTo>
                  <a:lnTo>
                    <a:pt x="107351" y="271319"/>
                  </a:lnTo>
                  <a:cubicBezTo>
                    <a:pt x="106073" y="270043"/>
                    <a:pt x="105434" y="268766"/>
                    <a:pt x="105434" y="266851"/>
                  </a:cubicBezTo>
                  <a:lnTo>
                    <a:pt x="105434" y="236846"/>
                  </a:lnTo>
                  <a:cubicBezTo>
                    <a:pt x="105434" y="236207"/>
                    <a:pt x="105434" y="234931"/>
                    <a:pt x="105434" y="234292"/>
                  </a:cubicBezTo>
                  <a:lnTo>
                    <a:pt x="105434" y="95760"/>
                  </a:lnTo>
                  <a:cubicBezTo>
                    <a:pt x="105434" y="92568"/>
                    <a:pt x="107351" y="90014"/>
                    <a:pt x="110546" y="89376"/>
                  </a:cubicBezTo>
                  <a:cubicBezTo>
                    <a:pt x="120131" y="86822"/>
                    <a:pt x="127160" y="79800"/>
                    <a:pt x="129716" y="70224"/>
                  </a:cubicBezTo>
                  <a:cubicBezTo>
                    <a:pt x="130355" y="67032"/>
                    <a:pt x="132911" y="65117"/>
                    <a:pt x="136106" y="65117"/>
                  </a:cubicBezTo>
                  <a:lnTo>
                    <a:pt x="227482" y="65117"/>
                  </a:lnTo>
                  <a:cubicBezTo>
                    <a:pt x="230677" y="65117"/>
                    <a:pt x="233233" y="67032"/>
                    <a:pt x="233872" y="70224"/>
                  </a:cubicBezTo>
                  <a:cubicBezTo>
                    <a:pt x="235789" y="79800"/>
                    <a:pt x="243457" y="86822"/>
                    <a:pt x="252403" y="88738"/>
                  </a:cubicBezTo>
                  <a:cubicBezTo>
                    <a:pt x="255597" y="89376"/>
                    <a:pt x="257514" y="91930"/>
                    <a:pt x="257514" y="95121"/>
                  </a:cubicBezTo>
                  <a:lnTo>
                    <a:pt x="257514" y="266851"/>
                  </a:lnTo>
                  <a:close/>
                </a:path>
              </a:pathLst>
            </a:custGeom>
            <a:solidFill>
              <a:srgbClr val="007680"/>
            </a:solidFill>
            <a:ln w="6390" cap="flat">
              <a:noFill/>
              <a:prstDash val="solid"/>
              <a:miter/>
            </a:ln>
          </p:spPr>
          <p:txBody>
            <a:bodyPr rtlCol="0" anchor="ctr"/>
            <a:lstStyle/>
            <a:p>
              <a:endParaRPr lang="en-US"/>
            </a:p>
          </p:txBody>
        </p:sp>
      </p:grpSp>
      <p:sp>
        <p:nvSpPr>
          <p:cNvPr id="933" name="Graphic 5">
            <a:extLst>
              <a:ext uri="{FF2B5EF4-FFF2-40B4-BE49-F238E27FC236}">
                <a16:creationId xmlns:a16="http://schemas.microsoft.com/office/drawing/2014/main" id="{EDA83A08-1AEA-F342-94F2-A72CD5FA7AE2}"/>
              </a:ext>
            </a:extLst>
          </p:cNvPr>
          <p:cNvSpPr/>
          <p:nvPr/>
        </p:nvSpPr>
        <p:spPr>
          <a:xfrm>
            <a:off x="905454" y="3340900"/>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254959 w 362309"/>
              <a:gd name="connsiteY6" fmla="*/ 193435 h 361971"/>
              <a:gd name="connsiteX7" fmla="*/ 196810 w 362309"/>
              <a:gd name="connsiteY7" fmla="*/ 250890 h 361971"/>
              <a:gd name="connsiteX8" fmla="*/ 228121 w 362309"/>
              <a:gd name="connsiteY8" fmla="*/ 250890 h 361971"/>
              <a:gd name="connsiteX9" fmla="*/ 234511 w 362309"/>
              <a:gd name="connsiteY9" fmla="*/ 257274 h 361971"/>
              <a:gd name="connsiteX10" fmla="*/ 228121 w 362309"/>
              <a:gd name="connsiteY10" fmla="*/ 263658 h 361971"/>
              <a:gd name="connsiteX11" fmla="*/ 181474 w 362309"/>
              <a:gd name="connsiteY11" fmla="*/ 263658 h 361971"/>
              <a:gd name="connsiteX12" fmla="*/ 175084 w 362309"/>
              <a:gd name="connsiteY12" fmla="*/ 257274 h 361971"/>
              <a:gd name="connsiteX13" fmla="*/ 175084 w 362309"/>
              <a:gd name="connsiteY13" fmla="*/ 211310 h 361971"/>
              <a:gd name="connsiteX14" fmla="*/ 181474 w 362309"/>
              <a:gd name="connsiteY14" fmla="*/ 204926 h 361971"/>
              <a:gd name="connsiteX15" fmla="*/ 187864 w 362309"/>
              <a:gd name="connsiteY15" fmla="*/ 211310 h 361971"/>
              <a:gd name="connsiteX16" fmla="*/ 187864 w 362309"/>
              <a:gd name="connsiteY16" fmla="*/ 242591 h 361971"/>
              <a:gd name="connsiteX17" fmla="*/ 246652 w 362309"/>
              <a:gd name="connsiteY17" fmla="*/ 184497 h 361971"/>
              <a:gd name="connsiteX18" fmla="*/ 255597 w 362309"/>
              <a:gd name="connsiteY18" fmla="*/ 184497 h 361971"/>
              <a:gd name="connsiteX19" fmla="*/ 255597 w 362309"/>
              <a:gd name="connsiteY19" fmla="*/ 184497 h 361971"/>
              <a:gd name="connsiteX20" fmla="*/ 254959 w 362309"/>
              <a:gd name="connsiteY20" fmla="*/ 193435 h 361971"/>
              <a:gd name="connsiteX21" fmla="*/ 254959 w 362309"/>
              <a:gd name="connsiteY21" fmla="*/ 193435 h 361971"/>
              <a:gd name="connsiteX22" fmla="*/ 274128 w 362309"/>
              <a:gd name="connsiteY22" fmla="*/ 95121 h 361971"/>
              <a:gd name="connsiteX23" fmla="*/ 234511 w 362309"/>
              <a:gd name="connsiteY23" fmla="*/ 95121 h 361971"/>
              <a:gd name="connsiteX24" fmla="*/ 234511 w 362309"/>
              <a:gd name="connsiteY24" fmla="*/ 135341 h 361971"/>
              <a:gd name="connsiteX25" fmla="*/ 228121 w 362309"/>
              <a:gd name="connsiteY25" fmla="*/ 141724 h 361971"/>
              <a:gd name="connsiteX26" fmla="*/ 187864 w 362309"/>
              <a:gd name="connsiteY26" fmla="*/ 141724 h 361971"/>
              <a:gd name="connsiteX27" fmla="*/ 187864 w 362309"/>
              <a:gd name="connsiteY27" fmla="*/ 180667 h 361971"/>
              <a:gd name="connsiteX28" fmla="*/ 181474 w 362309"/>
              <a:gd name="connsiteY28" fmla="*/ 187051 h 361971"/>
              <a:gd name="connsiteX29" fmla="*/ 141218 w 362309"/>
              <a:gd name="connsiteY29" fmla="*/ 187051 h 361971"/>
              <a:gd name="connsiteX30" fmla="*/ 141218 w 362309"/>
              <a:gd name="connsiteY30" fmla="*/ 227908 h 361971"/>
              <a:gd name="connsiteX31" fmla="*/ 134828 w 362309"/>
              <a:gd name="connsiteY31" fmla="*/ 234292 h 361971"/>
              <a:gd name="connsiteX32" fmla="*/ 94571 w 362309"/>
              <a:gd name="connsiteY32" fmla="*/ 234292 h 361971"/>
              <a:gd name="connsiteX33" fmla="*/ 94571 w 362309"/>
              <a:gd name="connsiteY33" fmla="*/ 273873 h 361971"/>
              <a:gd name="connsiteX34" fmla="*/ 88181 w 362309"/>
              <a:gd name="connsiteY34" fmla="*/ 280257 h 361971"/>
              <a:gd name="connsiteX35" fmla="*/ 81791 w 362309"/>
              <a:gd name="connsiteY35" fmla="*/ 273873 h 361971"/>
              <a:gd name="connsiteX36" fmla="*/ 81791 w 362309"/>
              <a:gd name="connsiteY36" fmla="*/ 227908 h 361971"/>
              <a:gd name="connsiteX37" fmla="*/ 88181 w 362309"/>
              <a:gd name="connsiteY37" fmla="*/ 221524 h 361971"/>
              <a:gd name="connsiteX38" fmla="*/ 128438 w 362309"/>
              <a:gd name="connsiteY38" fmla="*/ 221524 h 361971"/>
              <a:gd name="connsiteX39" fmla="*/ 128438 w 362309"/>
              <a:gd name="connsiteY39" fmla="*/ 180667 h 361971"/>
              <a:gd name="connsiteX40" fmla="*/ 134828 w 362309"/>
              <a:gd name="connsiteY40" fmla="*/ 174283 h 361971"/>
              <a:gd name="connsiteX41" fmla="*/ 175084 w 362309"/>
              <a:gd name="connsiteY41" fmla="*/ 174283 h 361971"/>
              <a:gd name="connsiteX42" fmla="*/ 175084 w 362309"/>
              <a:gd name="connsiteY42" fmla="*/ 135341 h 361971"/>
              <a:gd name="connsiteX43" fmla="*/ 181474 w 362309"/>
              <a:gd name="connsiteY43" fmla="*/ 128957 h 361971"/>
              <a:gd name="connsiteX44" fmla="*/ 221731 w 362309"/>
              <a:gd name="connsiteY44" fmla="*/ 128957 h 361971"/>
              <a:gd name="connsiteX45" fmla="*/ 221731 w 362309"/>
              <a:gd name="connsiteY45" fmla="*/ 88737 h 361971"/>
              <a:gd name="connsiteX46" fmla="*/ 228121 w 362309"/>
              <a:gd name="connsiteY46" fmla="*/ 82353 h 361971"/>
              <a:gd name="connsiteX47" fmla="*/ 274128 w 362309"/>
              <a:gd name="connsiteY47" fmla="*/ 82353 h 361971"/>
              <a:gd name="connsiteX48" fmla="*/ 280518 w 362309"/>
              <a:gd name="connsiteY48" fmla="*/ 88737 h 361971"/>
              <a:gd name="connsiteX49" fmla="*/ 274128 w 362309"/>
              <a:gd name="connsiteY49" fmla="*/ 95121 h 361971"/>
              <a:gd name="connsiteX50" fmla="*/ 274128 w 362309"/>
              <a:gd name="connsiteY50" fmla="*/ 9512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62309" h="361971">
                <a:moveTo>
                  <a:pt x="180835" y="0"/>
                </a:moveTo>
                <a:cubicBezTo>
                  <a:pt x="80513" y="0"/>
                  <a:pt x="0" y="81077"/>
                  <a:pt x="0" y="181305"/>
                </a:cubicBezTo>
                <a:cubicBezTo>
                  <a:pt x="0" y="281533"/>
                  <a:pt x="81152" y="361972"/>
                  <a:pt x="181474" y="361972"/>
                </a:cubicBezTo>
                <a:cubicBezTo>
                  <a:pt x="281157" y="361972"/>
                  <a:pt x="362309" y="280895"/>
                  <a:pt x="362309" y="180667"/>
                </a:cubicBezTo>
                <a:cubicBezTo>
                  <a:pt x="362309" y="80438"/>
                  <a:pt x="281157" y="0"/>
                  <a:pt x="180835" y="0"/>
                </a:cubicBezTo>
                <a:cubicBezTo>
                  <a:pt x="180835" y="0"/>
                  <a:pt x="180835" y="0"/>
                  <a:pt x="180835" y="0"/>
                </a:cubicBezTo>
                <a:close/>
                <a:moveTo>
                  <a:pt x="254959" y="193435"/>
                </a:moveTo>
                <a:lnTo>
                  <a:pt x="196810" y="250890"/>
                </a:lnTo>
                <a:lnTo>
                  <a:pt x="228121" y="250890"/>
                </a:lnTo>
                <a:cubicBezTo>
                  <a:pt x="231955" y="250890"/>
                  <a:pt x="234511" y="253444"/>
                  <a:pt x="234511" y="257274"/>
                </a:cubicBezTo>
                <a:cubicBezTo>
                  <a:pt x="234511" y="261105"/>
                  <a:pt x="231955" y="263658"/>
                  <a:pt x="228121" y="263658"/>
                </a:cubicBezTo>
                <a:lnTo>
                  <a:pt x="181474" y="263658"/>
                </a:lnTo>
                <a:cubicBezTo>
                  <a:pt x="177640" y="263658"/>
                  <a:pt x="175084" y="261105"/>
                  <a:pt x="175084" y="257274"/>
                </a:cubicBezTo>
                <a:lnTo>
                  <a:pt x="175084" y="211310"/>
                </a:lnTo>
                <a:cubicBezTo>
                  <a:pt x="175084" y="207479"/>
                  <a:pt x="177640" y="204926"/>
                  <a:pt x="181474" y="204926"/>
                </a:cubicBezTo>
                <a:cubicBezTo>
                  <a:pt x="185308" y="204926"/>
                  <a:pt x="187864" y="207479"/>
                  <a:pt x="187864" y="211310"/>
                </a:cubicBezTo>
                <a:lnTo>
                  <a:pt x="187864" y="242591"/>
                </a:lnTo>
                <a:lnTo>
                  <a:pt x="246652" y="184497"/>
                </a:lnTo>
                <a:cubicBezTo>
                  <a:pt x="249208" y="181944"/>
                  <a:pt x="253042" y="181944"/>
                  <a:pt x="255597" y="184497"/>
                </a:cubicBezTo>
                <a:cubicBezTo>
                  <a:pt x="255597" y="184497"/>
                  <a:pt x="255597" y="184497"/>
                  <a:pt x="255597" y="184497"/>
                </a:cubicBezTo>
                <a:cubicBezTo>
                  <a:pt x="257514" y="186412"/>
                  <a:pt x="258154" y="190243"/>
                  <a:pt x="254959" y="193435"/>
                </a:cubicBezTo>
                <a:cubicBezTo>
                  <a:pt x="255597" y="192796"/>
                  <a:pt x="254959" y="193435"/>
                  <a:pt x="254959" y="193435"/>
                </a:cubicBezTo>
                <a:close/>
                <a:moveTo>
                  <a:pt x="274128" y="95121"/>
                </a:moveTo>
                <a:lnTo>
                  <a:pt x="234511" y="95121"/>
                </a:lnTo>
                <a:lnTo>
                  <a:pt x="234511" y="135341"/>
                </a:lnTo>
                <a:cubicBezTo>
                  <a:pt x="234511" y="139171"/>
                  <a:pt x="231955" y="141724"/>
                  <a:pt x="228121" y="141724"/>
                </a:cubicBezTo>
                <a:lnTo>
                  <a:pt x="187864" y="141724"/>
                </a:lnTo>
                <a:lnTo>
                  <a:pt x="187864" y="180667"/>
                </a:lnTo>
                <a:cubicBezTo>
                  <a:pt x="187864" y="184497"/>
                  <a:pt x="185308" y="187051"/>
                  <a:pt x="181474" y="187051"/>
                </a:cubicBezTo>
                <a:lnTo>
                  <a:pt x="141218" y="187051"/>
                </a:lnTo>
                <a:lnTo>
                  <a:pt x="141218" y="227908"/>
                </a:lnTo>
                <a:cubicBezTo>
                  <a:pt x="141218" y="231738"/>
                  <a:pt x="138662" y="234292"/>
                  <a:pt x="134828" y="234292"/>
                </a:cubicBezTo>
                <a:lnTo>
                  <a:pt x="94571" y="234292"/>
                </a:lnTo>
                <a:lnTo>
                  <a:pt x="94571" y="273873"/>
                </a:lnTo>
                <a:cubicBezTo>
                  <a:pt x="94571" y="277703"/>
                  <a:pt x="92015" y="280257"/>
                  <a:pt x="88181" y="280257"/>
                </a:cubicBezTo>
                <a:cubicBezTo>
                  <a:pt x="84347" y="280257"/>
                  <a:pt x="81791" y="277703"/>
                  <a:pt x="81791" y="273873"/>
                </a:cubicBezTo>
                <a:lnTo>
                  <a:pt x="81791" y="227908"/>
                </a:lnTo>
                <a:cubicBezTo>
                  <a:pt x="81791" y="224078"/>
                  <a:pt x="84347" y="221524"/>
                  <a:pt x="88181" y="221524"/>
                </a:cubicBezTo>
                <a:lnTo>
                  <a:pt x="128438" y="221524"/>
                </a:lnTo>
                <a:lnTo>
                  <a:pt x="128438" y="180667"/>
                </a:lnTo>
                <a:cubicBezTo>
                  <a:pt x="128438" y="176836"/>
                  <a:pt x="130994" y="174283"/>
                  <a:pt x="134828" y="174283"/>
                </a:cubicBezTo>
                <a:lnTo>
                  <a:pt x="175084" y="174283"/>
                </a:lnTo>
                <a:lnTo>
                  <a:pt x="175084" y="135341"/>
                </a:lnTo>
                <a:cubicBezTo>
                  <a:pt x="175084" y="131510"/>
                  <a:pt x="177640" y="128957"/>
                  <a:pt x="181474" y="128957"/>
                </a:cubicBezTo>
                <a:lnTo>
                  <a:pt x="221731" y="128957"/>
                </a:lnTo>
                <a:lnTo>
                  <a:pt x="221731" y="88737"/>
                </a:lnTo>
                <a:cubicBezTo>
                  <a:pt x="221731" y="84907"/>
                  <a:pt x="224287" y="82353"/>
                  <a:pt x="228121" y="82353"/>
                </a:cubicBezTo>
                <a:lnTo>
                  <a:pt x="274128" y="82353"/>
                </a:lnTo>
                <a:cubicBezTo>
                  <a:pt x="277962" y="82353"/>
                  <a:pt x="280518" y="84907"/>
                  <a:pt x="280518" y="88737"/>
                </a:cubicBezTo>
                <a:cubicBezTo>
                  <a:pt x="280518" y="92568"/>
                  <a:pt x="277962" y="94483"/>
                  <a:pt x="274128" y="95121"/>
                </a:cubicBezTo>
                <a:lnTo>
                  <a:pt x="274128" y="95121"/>
                </a:lnTo>
                <a:close/>
              </a:path>
            </a:pathLst>
          </a:custGeom>
          <a:solidFill>
            <a:srgbClr val="007680"/>
          </a:solidFill>
          <a:ln w="6390" cap="flat">
            <a:noFill/>
            <a:prstDash val="solid"/>
            <a:miter/>
          </a:ln>
        </p:spPr>
        <p:txBody>
          <a:bodyPr rtlCol="0" anchor="ctr"/>
          <a:lstStyle/>
          <a:p>
            <a:endParaRPr lang="en-US"/>
          </a:p>
        </p:txBody>
      </p:sp>
      <p:grpSp>
        <p:nvGrpSpPr>
          <p:cNvPr id="934" name="Graphic 5">
            <a:extLst>
              <a:ext uri="{FF2B5EF4-FFF2-40B4-BE49-F238E27FC236}">
                <a16:creationId xmlns:a16="http://schemas.microsoft.com/office/drawing/2014/main" id="{FC6AC0D2-1470-554B-99BA-46618C85229E}"/>
              </a:ext>
            </a:extLst>
          </p:cNvPr>
          <p:cNvGrpSpPr/>
          <p:nvPr/>
        </p:nvGrpSpPr>
        <p:grpSpPr>
          <a:xfrm>
            <a:off x="905454" y="3824806"/>
            <a:ext cx="362309" cy="361971"/>
            <a:chOff x="905454" y="3824806"/>
            <a:chExt cx="362309" cy="361971"/>
          </a:xfrm>
          <a:solidFill>
            <a:srgbClr val="007680"/>
          </a:solidFill>
        </p:grpSpPr>
        <p:sp>
          <p:nvSpPr>
            <p:cNvPr id="935" name="Graphic 5">
              <a:extLst>
                <a:ext uri="{FF2B5EF4-FFF2-40B4-BE49-F238E27FC236}">
                  <a16:creationId xmlns:a16="http://schemas.microsoft.com/office/drawing/2014/main" id="{32A7BEA1-D6BD-6E4E-9A8D-59EE05044CBB}"/>
                </a:ext>
              </a:extLst>
            </p:cNvPr>
            <p:cNvSpPr/>
            <p:nvPr/>
          </p:nvSpPr>
          <p:spPr>
            <a:xfrm>
              <a:off x="1048588" y="3983767"/>
              <a:ext cx="74762" cy="117465"/>
            </a:xfrm>
            <a:custGeom>
              <a:avLst/>
              <a:gdLst>
                <a:gd name="connsiteX0" fmla="*/ 46008 w 74762"/>
                <a:gd name="connsiteY0" fmla="*/ 95121 h 117465"/>
                <a:gd name="connsiteX1" fmla="*/ 46008 w 74762"/>
                <a:gd name="connsiteY1" fmla="*/ 0 h 117465"/>
                <a:gd name="connsiteX2" fmla="*/ 7668 w 74762"/>
                <a:gd name="connsiteY2" fmla="*/ 0 h 117465"/>
                <a:gd name="connsiteX3" fmla="*/ 7668 w 74762"/>
                <a:gd name="connsiteY3" fmla="*/ 15960 h 117465"/>
                <a:gd name="connsiteX4" fmla="*/ 23004 w 74762"/>
                <a:gd name="connsiteY4" fmla="*/ 15960 h 117465"/>
                <a:gd name="connsiteX5" fmla="*/ 29394 w 74762"/>
                <a:gd name="connsiteY5" fmla="*/ 22344 h 117465"/>
                <a:gd name="connsiteX6" fmla="*/ 29394 w 74762"/>
                <a:gd name="connsiteY6" fmla="*/ 95121 h 117465"/>
                <a:gd name="connsiteX7" fmla="*/ 23004 w 74762"/>
                <a:gd name="connsiteY7" fmla="*/ 101505 h 117465"/>
                <a:gd name="connsiteX8" fmla="*/ 0 w 74762"/>
                <a:gd name="connsiteY8" fmla="*/ 101505 h 117465"/>
                <a:gd name="connsiteX9" fmla="*/ 0 w 74762"/>
                <a:gd name="connsiteY9" fmla="*/ 117465 h 117465"/>
                <a:gd name="connsiteX10" fmla="*/ 74762 w 74762"/>
                <a:gd name="connsiteY10" fmla="*/ 117465 h 117465"/>
                <a:gd name="connsiteX11" fmla="*/ 74762 w 74762"/>
                <a:gd name="connsiteY11" fmla="*/ 101505 h 117465"/>
                <a:gd name="connsiteX12" fmla="*/ 51758 w 74762"/>
                <a:gd name="connsiteY12" fmla="*/ 101505 h 117465"/>
                <a:gd name="connsiteX13" fmla="*/ 46008 w 74762"/>
                <a:gd name="connsiteY13" fmla="*/ 95121 h 11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762" h="117465">
                  <a:moveTo>
                    <a:pt x="46008" y="95121"/>
                  </a:moveTo>
                  <a:lnTo>
                    <a:pt x="46008" y="0"/>
                  </a:lnTo>
                  <a:lnTo>
                    <a:pt x="7668" y="0"/>
                  </a:lnTo>
                  <a:lnTo>
                    <a:pt x="7668" y="15960"/>
                  </a:lnTo>
                  <a:lnTo>
                    <a:pt x="23004" y="15960"/>
                  </a:lnTo>
                  <a:cubicBezTo>
                    <a:pt x="26838" y="15960"/>
                    <a:pt x="29394" y="18513"/>
                    <a:pt x="29394" y="22344"/>
                  </a:cubicBezTo>
                  <a:lnTo>
                    <a:pt x="29394" y="95121"/>
                  </a:lnTo>
                  <a:cubicBezTo>
                    <a:pt x="29394" y="98952"/>
                    <a:pt x="26838" y="101505"/>
                    <a:pt x="23004" y="101505"/>
                  </a:cubicBezTo>
                  <a:lnTo>
                    <a:pt x="0" y="101505"/>
                  </a:lnTo>
                  <a:lnTo>
                    <a:pt x="0" y="117465"/>
                  </a:lnTo>
                  <a:lnTo>
                    <a:pt x="74762" y="117465"/>
                  </a:lnTo>
                  <a:lnTo>
                    <a:pt x="74762" y="101505"/>
                  </a:lnTo>
                  <a:lnTo>
                    <a:pt x="51758" y="101505"/>
                  </a:lnTo>
                  <a:cubicBezTo>
                    <a:pt x="48563" y="100867"/>
                    <a:pt x="46008" y="98313"/>
                    <a:pt x="46008" y="95121"/>
                  </a:cubicBezTo>
                  <a:close/>
                </a:path>
              </a:pathLst>
            </a:custGeom>
            <a:solidFill>
              <a:srgbClr val="007680"/>
            </a:solidFill>
            <a:ln w="6390" cap="flat">
              <a:noFill/>
              <a:prstDash val="solid"/>
              <a:miter/>
            </a:ln>
          </p:spPr>
          <p:txBody>
            <a:bodyPr rtlCol="0" anchor="ctr"/>
            <a:lstStyle/>
            <a:p>
              <a:endParaRPr lang="en-US"/>
            </a:p>
          </p:txBody>
        </p:sp>
        <p:sp>
          <p:nvSpPr>
            <p:cNvPr id="936" name="Graphic 5">
              <a:extLst>
                <a:ext uri="{FF2B5EF4-FFF2-40B4-BE49-F238E27FC236}">
                  <a16:creationId xmlns:a16="http://schemas.microsoft.com/office/drawing/2014/main" id="{C644DB47-9601-2344-A2EC-F497C0265E39}"/>
                </a:ext>
              </a:extLst>
            </p:cNvPr>
            <p:cNvSpPr/>
            <p:nvPr/>
          </p:nvSpPr>
          <p:spPr>
            <a:xfrm>
              <a:off x="1067758" y="3910990"/>
              <a:ext cx="30671" cy="30643"/>
            </a:xfrm>
            <a:custGeom>
              <a:avLst/>
              <a:gdLst>
                <a:gd name="connsiteX0" fmla="*/ 15336 w 30671"/>
                <a:gd name="connsiteY0" fmla="*/ 30643 h 30643"/>
                <a:gd name="connsiteX1" fmla="*/ 30672 w 30671"/>
                <a:gd name="connsiteY1" fmla="*/ 15322 h 30643"/>
                <a:gd name="connsiteX2" fmla="*/ 15336 w 30671"/>
                <a:gd name="connsiteY2" fmla="*/ 0 h 30643"/>
                <a:gd name="connsiteX3" fmla="*/ 0 w 30671"/>
                <a:gd name="connsiteY3" fmla="*/ 15322 h 30643"/>
                <a:gd name="connsiteX4" fmla="*/ 0 w 30671"/>
                <a:gd name="connsiteY4" fmla="*/ 15322 h 30643"/>
                <a:gd name="connsiteX5" fmla="*/ 15336 w 30671"/>
                <a:gd name="connsiteY5" fmla="*/ 30643 h 3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71" h="30643">
                  <a:moveTo>
                    <a:pt x="15336" y="30643"/>
                  </a:moveTo>
                  <a:cubicBezTo>
                    <a:pt x="23643" y="30643"/>
                    <a:pt x="30672" y="23621"/>
                    <a:pt x="30672" y="15322"/>
                  </a:cubicBezTo>
                  <a:cubicBezTo>
                    <a:pt x="30672" y="7022"/>
                    <a:pt x="23643" y="0"/>
                    <a:pt x="15336" y="0"/>
                  </a:cubicBezTo>
                  <a:cubicBezTo>
                    <a:pt x="7029" y="0"/>
                    <a:pt x="0" y="7022"/>
                    <a:pt x="0" y="15322"/>
                  </a:cubicBezTo>
                  <a:lnTo>
                    <a:pt x="0" y="15322"/>
                  </a:lnTo>
                  <a:cubicBezTo>
                    <a:pt x="0" y="23621"/>
                    <a:pt x="6390" y="30643"/>
                    <a:pt x="15336" y="30643"/>
                  </a:cubicBezTo>
                  <a:close/>
                </a:path>
              </a:pathLst>
            </a:custGeom>
            <a:solidFill>
              <a:srgbClr val="007680"/>
            </a:solidFill>
            <a:ln w="6390" cap="flat">
              <a:noFill/>
              <a:prstDash val="solid"/>
              <a:miter/>
            </a:ln>
          </p:spPr>
          <p:txBody>
            <a:bodyPr rtlCol="0" anchor="ctr"/>
            <a:lstStyle/>
            <a:p>
              <a:endParaRPr lang="en-US"/>
            </a:p>
          </p:txBody>
        </p:sp>
        <p:sp>
          <p:nvSpPr>
            <p:cNvPr id="937" name="Graphic 5">
              <a:extLst>
                <a:ext uri="{FF2B5EF4-FFF2-40B4-BE49-F238E27FC236}">
                  <a16:creationId xmlns:a16="http://schemas.microsoft.com/office/drawing/2014/main" id="{C10E137A-35C6-4247-A439-D7F44F1214F7}"/>
                </a:ext>
              </a:extLst>
            </p:cNvPr>
            <p:cNvSpPr/>
            <p:nvPr/>
          </p:nvSpPr>
          <p:spPr>
            <a:xfrm>
              <a:off x="905454" y="3824806"/>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77640 w 362309"/>
                <a:gd name="connsiteY6" fmla="*/ 73416 h 361971"/>
                <a:gd name="connsiteX7" fmla="*/ 205756 w 362309"/>
                <a:gd name="connsiteY7" fmla="*/ 101505 h 361971"/>
                <a:gd name="connsiteX8" fmla="*/ 177640 w 362309"/>
                <a:gd name="connsiteY8" fmla="*/ 129595 h 361971"/>
                <a:gd name="connsiteX9" fmla="*/ 149525 w 362309"/>
                <a:gd name="connsiteY9" fmla="*/ 101505 h 361971"/>
                <a:gd name="connsiteX10" fmla="*/ 149525 w 362309"/>
                <a:gd name="connsiteY10" fmla="*/ 101505 h 361971"/>
                <a:gd name="connsiteX11" fmla="*/ 177640 w 362309"/>
                <a:gd name="connsiteY11" fmla="*/ 73416 h 361971"/>
                <a:gd name="connsiteX12" fmla="*/ 231316 w 362309"/>
                <a:gd name="connsiteY12" fmla="*/ 283449 h 361971"/>
                <a:gd name="connsiteX13" fmla="*/ 224926 w 362309"/>
                <a:gd name="connsiteY13" fmla="*/ 289833 h 361971"/>
                <a:gd name="connsiteX14" fmla="*/ 137384 w 362309"/>
                <a:gd name="connsiteY14" fmla="*/ 289833 h 361971"/>
                <a:gd name="connsiteX15" fmla="*/ 130994 w 362309"/>
                <a:gd name="connsiteY15" fmla="*/ 283449 h 361971"/>
                <a:gd name="connsiteX16" fmla="*/ 130994 w 362309"/>
                <a:gd name="connsiteY16" fmla="*/ 254721 h 361971"/>
                <a:gd name="connsiteX17" fmla="*/ 137384 w 362309"/>
                <a:gd name="connsiteY17" fmla="*/ 248337 h 361971"/>
                <a:gd name="connsiteX18" fmla="*/ 160387 w 362309"/>
                <a:gd name="connsiteY18" fmla="*/ 248337 h 361971"/>
                <a:gd name="connsiteX19" fmla="*/ 160387 w 362309"/>
                <a:gd name="connsiteY19" fmla="*/ 188327 h 361971"/>
                <a:gd name="connsiteX20" fmla="*/ 145052 w 362309"/>
                <a:gd name="connsiteY20" fmla="*/ 188327 h 361971"/>
                <a:gd name="connsiteX21" fmla="*/ 138662 w 362309"/>
                <a:gd name="connsiteY21" fmla="*/ 181944 h 361971"/>
                <a:gd name="connsiteX22" fmla="*/ 138662 w 362309"/>
                <a:gd name="connsiteY22" fmla="*/ 153216 h 361971"/>
                <a:gd name="connsiteX23" fmla="*/ 145052 w 362309"/>
                <a:gd name="connsiteY23" fmla="*/ 146832 h 361971"/>
                <a:gd name="connsiteX24" fmla="*/ 196171 w 362309"/>
                <a:gd name="connsiteY24" fmla="*/ 146832 h 361971"/>
                <a:gd name="connsiteX25" fmla="*/ 202561 w 362309"/>
                <a:gd name="connsiteY25" fmla="*/ 153216 h 361971"/>
                <a:gd name="connsiteX26" fmla="*/ 202561 w 362309"/>
                <a:gd name="connsiteY26" fmla="*/ 248337 h 361971"/>
                <a:gd name="connsiteX27" fmla="*/ 225565 w 362309"/>
                <a:gd name="connsiteY27" fmla="*/ 248337 h 361971"/>
                <a:gd name="connsiteX28" fmla="*/ 231955 w 362309"/>
                <a:gd name="connsiteY28" fmla="*/ 254721 h 361971"/>
                <a:gd name="connsiteX29" fmla="*/ 231316 w 362309"/>
                <a:gd name="connsiteY29" fmla="*/ 28344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lnTo>
                    <a:pt x="362309" y="180667"/>
                  </a:lnTo>
                  <a:cubicBezTo>
                    <a:pt x="361670" y="81077"/>
                    <a:pt x="281157" y="0"/>
                    <a:pt x="180835" y="0"/>
                  </a:cubicBezTo>
                  <a:close/>
                  <a:moveTo>
                    <a:pt x="177640" y="73416"/>
                  </a:moveTo>
                  <a:cubicBezTo>
                    <a:pt x="192976" y="73416"/>
                    <a:pt x="205756" y="86184"/>
                    <a:pt x="205756" y="101505"/>
                  </a:cubicBezTo>
                  <a:cubicBezTo>
                    <a:pt x="205756" y="116827"/>
                    <a:pt x="192976" y="129595"/>
                    <a:pt x="177640" y="129595"/>
                  </a:cubicBezTo>
                  <a:cubicBezTo>
                    <a:pt x="162304" y="129595"/>
                    <a:pt x="149525" y="116827"/>
                    <a:pt x="149525" y="101505"/>
                  </a:cubicBezTo>
                  <a:cubicBezTo>
                    <a:pt x="149525" y="101505"/>
                    <a:pt x="149525" y="101505"/>
                    <a:pt x="149525" y="101505"/>
                  </a:cubicBezTo>
                  <a:cubicBezTo>
                    <a:pt x="149525" y="86184"/>
                    <a:pt x="161665" y="73416"/>
                    <a:pt x="177640" y="73416"/>
                  </a:cubicBezTo>
                  <a:close/>
                  <a:moveTo>
                    <a:pt x="231316" y="283449"/>
                  </a:moveTo>
                  <a:cubicBezTo>
                    <a:pt x="231316" y="287279"/>
                    <a:pt x="228760" y="289833"/>
                    <a:pt x="224926" y="289833"/>
                  </a:cubicBezTo>
                  <a:lnTo>
                    <a:pt x="137384" y="289833"/>
                  </a:lnTo>
                  <a:cubicBezTo>
                    <a:pt x="133550" y="289833"/>
                    <a:pt x="130994" y="287279"/>
                    <a:pt x="130994" y="283449"/>
                  </a:cubicBezTo>
                  <a:lnTo>
                    <a:pt x="130994" y="254721"/>
                  </a:lnTo>
                  <a:cubicBezTo>
                    <a:pt x="130994" y="250890"/>
                    <a:pt x="133550" y="248337"/>
                    <a:pt x="137384" y="248337"/>
                  </a:cubicBezTo>
                  <a:lnTo>
                    <a:pt x="160387" y="248337"/>
                  </a:lnTo>
                  <a:lnTo>
                    <a:pt x="160387" y="188327"/>
                  </a:lnTo>
                  <a:lnTo>
                    <a:pt x="145052" y="188327"/>
                  </a:lnTo>
                  <a:cubicBezTo>
                    <a:pt x="141218" y="188327"/>
                    <a:pt x="138662" y="185774"/>
                    <a:pt x="138662" y="181944"/>
                  </a:cubicBezTo>
                  <a:lnTo>
                    <a:pt x="138662" y="153216"/>
                  </a:lnTo>
                  <a:cubicBezTo>
                    <a:pt x="138662" y="149385"/>
                    <a:pt x="141218" y="146832"/>
                    <a:pt x="145052" y="146832"/>
                  </a:cubicBezTo>
                  <a:lnTo>
                    <a:pt x="196171" y="146832"/>
                  </a:lnTo>
                  <a:cubicBezTo>
                    <a:pt x="200005" y="146832"/>
                    <a:pt x="202561" y="149385"/>
                    <a:pt x="202561" y="153216"/>
                  </a:cubicBezTo>
                  <a:lnTo>
                    <a:pt x="202561" y="248337"/>
                  </a:lnTo>
                  <a:lnTo>
                    <a:pt x="225565" y="248337"/>
                  </a:lnTo>
                  <a:cubicBezTo>
                    <a:pt x="229399" y="248337"/>
                    <a:pt x="231955" y="250890"/>
                    <a:pt x="231955" y="254721"/>
                  </a:cubicBezTo>
                  <a:lnTo>
                    <a:pt x="231316" y="283449"/>
                  </a:lnTo>
                  <a:close/>
                </a:path>
              </a:pathLst>
            </a:custGeom>
            <a:solidFill>
              <a:srgbClr val="007680"/>
            </a:solidFill>
            <a:ln w="6390" cap="flat">
              <a:noFill/>
              <a:prstDash val="solid"/>
              <a:miter/>
            </a:ln>
          </p:spPr>
          <p:txBody>
            <a:bodyPr rtlCol="0" anchor="ctr"/>
            <a:lstStyle/>
            <a:p>
              <a:endParaRPr lang="en-US"/>
            </a:p>
          </p:txBody>
        </p:sp>
      </p:grpSp>
      <p:grpSp>
        <p:nvGrpSpPr>
          <p:cNvPr id="938" name="Graphic 5">
            <a:extLst>
              <a:ext uri="{FF2B5EF4-FFF2-40B4-BE49-F238E27FC236}">
                <a16:creationId xmlns:a16="http://schemas.microsoft.com/office/drawing/2014/main" id="{1E7AA96C-1A39-184C-ACDE-5089B7D02B19}"/>
              </a:ext>
            </a:extLst>
          </p:cNvPr>
          <p:cNvGrpSpPr/>
          <p:nvPr/>
        </p:nvGrpSpPr>
        <p:grpSpPr>
          <a:xfrm>
            <a:off x="4046747" y="4309350"/>
            <a:ext cx="362309" cy="361971"/>
            <a:chOff x="4046747" y="4309350"/>
            <a:chExt cx="362309" cy="361971"/>
          </a:xfrm>
          <a:solidFill>
            <a:srgbClr val="007680"/>
          </a:solidFill>
        </p:grpSpPr>
        <p:sp>
          <p:nvSpPr>
            <p:cNvPr id="939" name="Graphic 5">
              <a:extLst>
                <a:ext uri="{FF2B5EF4-FFF2-40B4-BE49-F238E27FC236}">
                  <a16:creationId xmlns:a16="http://schemas.microsoft.com/office/drawing/2014/main" id="{7811B554-5369-AE42-A1B8-85B63F64A6B3}"/>
                </a:ext>
              </a:extLst>
            </p:cNvPr>
            <p:cNvSpPr/>
            <p:nvPr/>
          </p:nvSpPr>
          <p:spPr>
            <a:xfrm>
              <a:off x="4046747" y="4309350"/>
              <a:ext cx="362309" cy="361971"/>
            </a:xfrm>
            <a:custGeom>
              <a:avLst/>
              <a:gdLst>
                <a:gd name="connsiteX0" fmla="*/ 180835 w 362309"/>
                <a:gd name="connsiteY0" fmla="*/ 0 h 361971"/>
                <a:gd name="connsiteX1" fmla="*/ 0 w 362309"/>
                <a:gd name="connsiteY1" fmla="*/ 181305 h 361971"/>
                <a:gd name="connsiteX2" fmla="*/ 181474 w 362309"/>
                <a:gd name="connsiteY2" fmla="*/ 361971 h 361971"/>
                <a:gd name="connsiteX3" fmla="*/ 362310 w 362309"/>
                <a:gd name="connsiteY3" fmla="*/ 180667 h 361971"/>
                <a:gd name="connsiteX4" fmla="*/ 180835 w 362309"/>
                <a:gd name="connsiteY4" fmla="*/ 0 h 361971"/>
                <a:gd name="connsiteX5" fmla="*/ 180835 w 362309"/>
                <a:gd name="connsiteY5" fmla="*/ 0 h 361971"/>
                <a:gd name="connsiteX6" fmla="*/ 180835 w 362309"/>
                <a:gd name="connsiteY6" fmla="*/ 57456 h 361971"/>
                <a:gd name="connsiteX7" fmla="*/ 203839 w 362309"/>
                <a:gd name="connsiteY7" fmla="*/ 80438 h 361971"/>
                <a:gd name="connsiteX8" fmla="*/ 180835 w 362309"/>
                <a:gd name="connsiteY8" fmla="*/ 103420 h 361971"/>
                <a:gd name="connsiteX9" fmla="*/ 157832 w 362309"/>
                <a:gd name="connsiteY9" fmla="*/ 80438 h 361971"/>
                <a:gd name="connsiteX10" fmla="*/ 157832 w 362309"/>
                <a:gd name="connsiteY10" fmla="*/ 80438 h 361971"/>
                <a:gd name="connsiteX11" fmla="*/ 180835 w 362309"/>
                <a:gd name="connsiteY11" fmla="*/ 57456 h 361971"/>
                <a:gd name="connsiteX12" fmla="*/ 180835 w 362309"/>
                <a:gd name="connsiteY12" fmla="*/ 57456 h 361971"/>
                <a:gd name="connsiteX13" fmla="*/ 221092 w 362309"/>
                <a:gd name="connsiteY13" fmla="*/ 214502 h 361971"/>
                <a:gd name="connsiteX14" fmla="*/ 214702 w 362309"/>
                <a:gd name="connsiteY14" fmla="*/ 220886 h 361971"/>
                <a:gd name="connsiteX15" fmla="*/ 204478 w 362309"/>
                <a:gd name="connsiteY15" fmla="*/ 220886 h 361971"/>
                <a:gd name="connsiteX16" fmla="*/ 204478 w 362309"/>
                <a:gd name="connsiteY16" fmla="*/ 298132 h 361971"/>
                <a:gd name="connsiteX17" fmla="*/ 198088 w 362309"/>
                <a:gd name="connsiteY17" fmla="*/ 304516 h 361971"/>
                <a:gd name="connsiteX18" fmla="*/ 191698 w 362309"/>
                <a:gd name="connsiteY18" fmla="*/ 298132 h 361971"/>
                <a:gd name="connsiteX19" fmla="*/ 191698 w 362309"/>
                <a:gd name="connsiteY19" fmla="*/ 220886 h 361971"/>
                <a:gd name="connsiteX20" fmla="*/ 170611 w 362309"/>
                <a:gd name="connsiteY20" fmla="*/ 220886 h 361971"/>
                <a:gd name="connsiteX21" fmla="*/ 170611 w 362309"/>
                <a:gd name="connsiteY21" fmla="*/ 298132 h 361971"/>
                <a:gd name="connsiteX22" fmla="*/ 164221 w 362309"/>
                <a:gd name="connsiteY22" fmla="*/ 304516 h 361971"/>
                <a:gd name="connsiteX23" fmla="*/ 157832 w 362309"/>
                <a:gd name="connsiteY23" fmla="*/ 298132 h 361971"/>
                <a:gd name="connsiteX24" fmla="*/ 157832 w 362309"/>
                <a:gd name="connsiteY24" fmla="*/ 220886 h 361971"/>
                <a:gd name="connsiteX25" fmla="*/ 147608 w 362309"/>
                <a:gd name="connsiteY25" fmla="*/ 220886 h 361971"/>
                <a:gd name="connsiteX26" fmla="*/ 141218 w 362309"/>
                <a:gd name="connsiteY26" fmla="*/ 214502 h 361971"/>
                <a:gd name="connsiteX27" fmla="*/ 141218 w 362309"/>
                <a:gd name="connsiteY27" fmla="*/ 130872 h 361971"/>
                <a:gd name="connsiteX28" fmla="*/ 147608 w 362309"/>
                <a:gd name="connsiteY28" fmla="*/ 124488 h 361971"/>
                <a:gd name="connsiteX29" fmla="*/ 214702 w 362309"/>
                <a:gd name="connsiteY29" fmla="*/ 124488 h 361971"/>
                <a:gd name="connsiteX30" fmla="*/ 221092 w 362309"/>
                <a:gd name="connsiteY30" fmla="*/ 130872 h 361971"/>
                <a:gd name="connsiteX31" fmla="*/ 221092 w 362309"/>
                <a:gd name="connsiteY31" fmla="*/ 21450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2309" h="361971">
                  <a:moveTo>
                    <a:pt x="180835" y="0"/>
                  </a:moveTo>
                  <a:cubicBezTo>
                    <a:pt x="80513" y="0"/>
                    <a:pt x="0" y="81076"/>
                    <a:pt x="0" y="181305"/>
                  </a:cubicBezTo>
                  <a:cubicBezTo>
                    <a:pt x="0" y="281533"/>
                    <a:pt x="81152" y="361971"/>
                    <a:pt x="181474" y="361971"/>
                  </a:cubicBezTo>
                  <a:cubicBezTo>
                    <a:pt x="281157" y="361971"/>
                    <a:pt x="362310" y="280895"/>
                    <a:pt x="362310" y="180667"/>
                  </a:cubicBezTo>
                  <a:cubicBezTo>
                    <a:pt x="362310" y="81076"/>
                    <a:pt x="281157" y="0"/>
                    <a:pt x="180835" y="0"/>
                  </a:cubicBezTo>
                  <a:cubicBezTo>
                    <a:pt x="180835" y="0"/>
                    <a:pt x="180835" y="0"/>
                    <a:pt x="180835" y="0"/>
                  </a:cubicBezTo>
                  <a:close/>
                  <a:moveTo>
                    <a:pt x="180835" y="57456"/>
                  </a:moveTo>
                  <a:cubicBezTo>
                    <a:pt x="193615" y="57456"/>
                    <a:pt x="203839" y="67670"/>
                    <a:pt x="203839" y="80438"/>
                  </a:cubicBezTo>
                  <a:cubicBezTo>
                    <a:pt x="203839" y="93206"/>
                    <a:pt x="193615" y="103420"/>
                    <a:pt x="180835" y="103420"/>
                  </a:cubicBezTo>
                  <a:cubicBezTo>
                    <a:pt x="168055" y="103420"/>
                    <a:pt x="157832" y="93206"/>
                    <a:pt x="157832" y="80438"/>
                  </a:cubicBezTo>
                  <a:cubicBezTo>
                    <a:pt x="157832" y="80438"/>
                    <a:pt x="157832" y="80438"/>
                    <a:pt x="157832" y="80438"/>
                  </a:cubicBezTo>
                  <a:cubicBezTo>
                    <a:pt x="157832" y="67670"/>
                    <a:pt x="168055" y="57456"/>
                    <a:pt x="180835" y="57456"/>
                  </a:cubicBezTo>
                  <a:lnTo>
                    <a:pt x="180835" y="57456"/>
                  </a:lnTo>
                  <a:close/>
                  <a:moveTo>
                    <a:pt x="221092" y="214502"/>
                  </a:moveTo>
                  <a:cubicBezTo>
                    <a:pt x="221092" y="218332"/>
                    <a:pt x="218536" y="220886"/>
                    <a:pt x="214702" y="220886"/>
                  </a:cubicBezTo>
                  <a:lnTo>
                    <a:pt x="204478" y="220886"/>
                  </a:lnTo>
                  <a:lnTo>
                    <a:pt x="204478" y="298132"/>
                  </a:lnTo>
                  <a:cubicBezTo>
                    <a:pt x="204478" y="301962"/>
                    <a:pt x="201922" y="304516"/>
                    <a:pt x="198088" y="304516"/>
                  </a:cubicBezTo>
                  <a:cubicBezTo>
                    <a:pt x="194254" y="304516"/>
                    <a:pt x="191698" y="301962"/>
                    <a:pt x="191698" y="298132"/>
                  </a:cubicBezTo>
                  <a:lnTo>
                    <a:pt x="191698" y="220886"/>
                  </a:lnTo>
                  <a:lnTo>
                    <a:pt x="170611" y="220886"/>
                  </a:lnTo>
                  <a:lnTo>
                    <a:pt x="170611" y="298132"/>
                  </a:lnTo>
                  <a:cubicBezTo>
                    <a:pt x="170611" y="301962"/>
                    <a:pt x="168055" y="304516"/>
                    <a:pt x="164221" y="304516"/>
                  </a:cubicBezTo>
                  <a:cubicBezTo>
                    <a:pt x="160388" y="304516"/>
                    <a:pt x="157832" y="301962"/>
                    <a:pt x="157832" y="298132"/>
                  </a:cubicBezTo>
                  <a:lnTo>
                    <a:pt x="157832" y="220886"/>
                  </a:lnTo>
                  <a:lnTo>
                    <a:pt x="147608" y="220886"/>
                  </a:lnTo>
                  <a:cubicBezTo>
                    <a:pt x="143774" y="220886"/>
                    <a:pt x="141218" y="218332"/>
                    <a:pt x="141218" y="214502"/>
                  </a:cubicBezTo>
                  <a:lnTo>
                    <a:pt x="141218" y="130872"/>
                  </a:lnTo>
                  <a:cubicBezTo>
                    <a:pt x="141218" y="127041"/>
                    <a:pt x="143774" y="124488"/>
                    <a:pt x="147608" y="124488"/>
                  </a:cubicBezTo>
                  <a:lnTo>
                    <a:pt x="214702" y="124488"/>
                  </a:lnTo>
                  <a:cubicBezTo>
                    <a:pt x="218536" y="124488"/>
                    <a:pt x="221092" y="127041"/>
                    <a:pt x="221092" y="130872"/>
                  </a:cubicBezTo>
                  <a:lnTo>
                    <a:pt x="221092" y="214502"/>
                  </a:lnTo>
                  <a:close/>
                </a:path>
              </a:pathLst>
            </a:custGeom>
            <a:solidFill>
              <a:srgbClr val="007680"/>
            </a:solidFill>
            <a:ln w="6390" cap="flat">
              <a:noFill/>
              <a:prstDash val="solid"/>
              <a:miter/>
            </a:ln>
          </p:spPr>
          <p:txBody>
            <a:bodyPr rtlCol="0" anchor="ctr"/>
            <a:lstStyle/>
            <a:p>
              <a:endParaRPr lang="en-US"/>
            </a:p>
          </p:txBody>
        </p:sp>
        <p:sp>
          <p:nvSpPr>
            <p:cNvPr id="940" name="Graphic 5">
              <a:extLst>
                <a:ext uri="{FF2B5EF4-FFF2-40B4-BE49-F238E27FC236}">
                  <a16:creationId xmlns:a16="http://schemas.microsoft.com/office/drawing/2014/main" id="{3DAF7E56-D280-DF4B-BDCD-A1414250935C}"/>
                </a:ext>
              </a:extLst>
            </p:cNvPr>
            <p:cNvSpPr/>
            <p:nvPr/>
          </p:nvSpPr>
          <p:spPr>
            <a:xfrm>
              <a:off x="4200744" y="4446606"/>
              <a:ext cx="54314" cy="70862"/>
            </a:xfrm>
            <a:custGeom>
              <a:avLst/>
              <a:gdLst>
                <a:gd name="connsiteX0" fmla="*/ 0 w 54314"/>
                <a:gd name="connsiteY0" fmla="*/ 0 h 70862"/>
                <a:gd name="connsiteX1" fmla="*/ 54315 w 54314"/>
                <a:gd name="connsiteY1" fmla="*/ 0 h 70862"/>
                <a:gd name="connsiteX2" fmla="*/ 54315 w 54314"/>
                <a:gd name="connsiteY2" fmla="*/ 70862 h 70862"/>
                <a:gd name="connsiteX3" fmla="*/ 0 w 54314"/>
                <a:gd name="connsiteY3" fmla="*/ 70862 h 70862"/>
              </a:gdLst>
              <a:ahLst/>
              <a:cxnLst>
                <a:cxn ang="0">
                  <a:pos x="connsiteX0" y="connsiteY0"/>
                </a:cxn>
                <a:cxn ang="0">
                  <a:pos x="connsiteX1" y="connsiteY1"/>
                </a:cxn>
                <a:cxn ang="0">
                  <a:pos x="connsiteX2" y="connsiteY2"/>
                </a:cxn>
                <a:cxn ang="0">
                  <a:pos x="connsiteX3" y="connsiteY3"/>
                </a:cxn>
              </a:cxnLst>
              <a:rect l="l" t="t" r="r" b="b"/>
              <a:pathLst>
                <a:path w="54314" h="70862">
                  <a:moveTo>
                    <a:pt x="0" y="0"/>
                  </a:moveTo>
                  <a:lnTo>
                    <a:pt x="54315" y="0"/>
                  </a:lnTo>
                  <a:lnTo>
                    <a:pt x="54315" y="70862"/>
                  </a:lnTo>
                  <a:lnTo>
                    <a:pt x="0" y="70862"/>
                  </a:lnTo>
                  <a:close/>
                </a:path>
              </a:pathLst>
            </a:custGeom>
            <a:solidFill>
              <a:srgbClr val="007680"/>
            </a:solidFill>
            <a:ln w="6390" cap="flat">
              <a:noFill/>
              <a:prstDash val="solid"/>
              <a:miter/>
            </a:ln>
          </p:spPr>
          <p:txBody>
            <a:bodyPr rtlCol="0" anchor="ctr"/>
            <a:lstStyle/>
            <a:p>
              <a:endParaRPr lang="en-US"/>
            </a:p>
          </p:txBody>
        </p:sp>
        <p:sp>
          <p:nvSpPr>
            <p:cNvPr id="941" name="Graphic 5">
              <a:extLst>
                <a:ext uri="{FF2B5EF4-FFF2-40B4-BE49-F238E27FC236}">
                  <a16:creationId xmlns:a16="http://schemas.microsoft.com/office/drawing/2014/main" id="{DED07862-3802-3646-8BF5-3A17498C6697}"/>
                </a:ext>
              </a:extLst>
            </p:cNvPr>
            <p:cNvSpPr/>
            <p:nvPr/>
          </p:nvSpPr>
          <p:spPr>
            <a:xfrm>
              <a:off x="4217358" y="4380212"/>
              <a:ext cx="20447" cy="20428"/>
            </a:xfrm>
            <a:custGeom>
              <a:avLst/>
              <a:gdLst>
                <a:gd name="connsiteX0" fmla="*/ 10224 w 20447"/>
                <a:gd name="connsiteY0" fmla="*/ 20429 h 20428"/>
                <a:gd name="connsiteX1" fmla="*/ 20448 w 20447"/>
                <a:gd name="connsiteY1" fmla="*/ 10214 h 20428"/>
                <a:gd name="connsiteX2" fmla="*/ 10224 w 20447"/>
                <a:gd name="connsiteY2" fmla="*/ 0 h 20428"/>
                <a:gd name="connsiteX3" fmla="*/ 0 w 20447"/>
                <a:gd name="connsiteY3" fmla="*/ 10214 h 20428"/>
                <a:gd name="connsiteX4" fmla="*/ 10224 w 20447"/>
                <a:gd name="connsiteY4" fmla="*/ 20429 h 20428"/>
                <a:gd name="connsiteX5" fmla="*/ 10224 w 20447"/>
                <a:gd name="connsiteY5" fmla="*/ 20429 h 2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47" h="20428">
                  <a:moveTo>
                    <a:pt x="10224" y="20429"/>
                  </a:moveTo>
                  <a:cubicBezTo>
                    <a:pt x="15975" y="20429"/>
                    <a:pt x="20448" y="15960"/>
                    <a:pt x="20448" y="10214"/>
                  </a:cubicBezTo>
                  <a:cubicBezTo>
                    <a:pt x="20448" y="4469"/>
                    <a:pt x="15975" y="0"/>
                    <a:pt x="10224" y="0"/>
                  </a:cubicBezTo>
                  <a:cubicBezTo>
                    <a:pt x="4473" y="0"/>
                    <a:pt x="0" y="4469"/>
                    <a:pt x="0" y="10214"/>
                  </a:cubicBezTo>
                  <a:cubicBezTo>
                    <a:pt x="0" y="15322"/>
                    <a:pt x="4473" y="19790"/>
                    <a:pt x="10224" y="20429"/>
                  </a:cubicBezTo>
                  <a:cubicBezTo>
                    <a:pt x="10224" y="19790"/>
                    <a:pt x="10224" y="20429"/>
                    <a:pt x="10224" y="20429"/>
                  </a:cubicBezTo>
                  <a:close/>
                </a:path>
              </a:pathLst>
            </a:custGeom>
            <a:solidFill>
              <a:srgbClr val="007680"/>
            </a:solidFill>
            <a:ln w="6390" cap="flat">
              <a:noFill/>
              <a:prstDash val="solid"/>
              <a:miter/>
            </a:ln>
          </p:spPr>
          <p:txBody>
            <a:bodyPr rtlCol="0" anchor="ctr"/>
            <a:lstStyle/>
            <a:p>
              <a:endParaRPr lang="en-US"/>
            </a:p>
          </p:txBody>
        </p:sp>
      </p:grpSp>
      <p:grpSp>
        <p:nvGrpSpPr>
          <p:cNvPr id="942" name="Graphic 5">
            <a:extLst>
              <a:ext uri="{FF2B5EF4-FFF2-40B4-BE49-F238E27FC236}">
                <a16:creationId xmlns:a16="http://schemas.microsoft.com/office/drawing/2014/main" id="{2609B2ED-5CE1-304B-9720-037CD26B09BD}"/>
              </a:ext>
            </a:extLst>
          </p:cNvPr>
          <p:cNvGrpSpPr/>
          <p:nvPr/>
        </p:nvGrpSpPr>
        <p:grpSpPr>
          <a:xfrm>
            <a:off x="9280105" y="3340900"/>
            <a:ext cx="362309" cy="361971"/>
            <a:chOff x="9280105" y="3340900"/>
            <a:chExt cx="362309" cy="361971"/>
          </a:xfrm>
          <a:solidFill>
            <a:srgbClr val="007680"/>
          </a:solidFill>
        </p:grpSpPr>
        <p:sp>
          <p:nvSpPr>
            <p:cNvPr id="943" name="Graphic 5">
              <a:extLst>
                <a:ext uri="{FF2B5EF4-FFF2-40B4-BE49-F238E27FC236}">
                  <a16:creationId xmlns:a16="http://schemas.microsoft.com/office/drawing/2014/main" id="{F4DF7A56-2703-614C-9422-E26B3E4E8F56}"/>
                </a:ext>
              </a:extLst>
            </p:cNvPr>
            <p:cNvSpPr/>
            <p:nvPr/>
          </p:nvSpPr>
          <p:spPr>
            <a:xfrm>
              <a:off x="9399597" y="3416178"/>
              <a:ext cx="123964" cy="210724"/>
            </a:xfrm>
            <a:custGeom>
              <a:avLst/>
              <a:gdLst>
                <a:gd name="connsiteX0" fmla="*/ 103517 w 123964"/>
                <a:gd name="connsiteY0" fmla="*/ 14098 h 210724"/>
                <a:gd name="connsiteX1" fmla="*/ 63261 w 123964"/>
                <a:gd name="connsiteY1" fmla="*/ 53 h 210724"/>
                <a:gd name="connsiteX2" fmla="*/ 0 w 123964"/>
                <a:gd name="connsiteY2" fmla="*/ 53 h 210724"/>
                <a:gd name="connsiteX3" fmla="*/ 0 w 123964"/>
                <a:gd name="connsiteY3" fmla="*/ 210725 h 210724"/>
                <a:gd name="connsiteX4" fmla="*/ 30672 w 123964"/>
                <a:gd name="connsiteY4" fmla="*/ 210725 h 210724"/>
                <a:gd name="connsiteX5" fmla="*/ 30672 w 123964"/>
                <a:gd name="connsiteY5" fmla="*/ 121349 h 210724"/>
                <a:gd name="connsiteX6" fmla="*/ 37062 w 123964"/>
                <a:gd name="connsiteY6" fmla="*/ 114965 h 210724"/>
                <a:gd name="connsiteX7" fmla="*/ 56871 w 123964"/>
                <a:gd name="connsiteY7" fmla="*/ 114965 h 210724"/>
                <a:gd name="connsiteX8" fmla="*/ 99683 w 123964"/>
                <a:gd name="connsiteY8" fmla="*/ 104751 h 210724"/>
                <a:gd name="connsiteX9" fmla="*/ 123965 w 123964"/>
                <a:gd name="connsiteY9" fmla="*/ 57509 h 210724"/>
                <a:gd name="connsiteX10" fmla="*/ 103517 w 123964"/>
                <a:gd name="connsiteY10" fmla="*/ 14098 h 210724"/>
                <a:gd name="connsiteX11" fmla="*/ 67094 w 123964"/>
                <a:gd name="connsiteY11" fmla="*/ 88152 h 210724"/>
                <a:gd name="connsiteX12" fmla="*/ 35783 w 123964"/>
                <a:gd name="connsiteY12" fmla="*/ 88152 h 210724"/>
                <a:gd name="connsiteX13" fmla="*/ 29394 w 123964"/>
                <a:gd name="connsiteY13" fmla="*/ 81768 h 210724"/>
                <a:gd name="connsiteX14" fmla="*/ 29394 w 123964"/>
                <a:gd name="connsiteY14" fmla="*/ 31973 h 210724"/>
                <a:gd name="connsiteX15" fmla="*/ 35783 w 123964"/>
                <a:gd name="connsiteY15" fmla="*/ 25589 h 210724"/>
                <a:gd name="connsiteX16" fmla="*/ 65177 w 123964"/>
                <a:gd name="connsiteY16" fmla="*/ 25589 h 210724"/>
                <a:gd name="connsiteX17" fmla="*/ 87542 w 123964"/>
                <a:gd name="connsiteY17" fmla="*/ 33888 h 210724"/>
                <a:gd name="connsiteX18" fmla="*/ 85625 w 123964"/>
                <a:gd name="connsiteY18" fmla="*/ 79853 h 210724"/>
                <a:gd name="connsiteX19" fmla="*/ 67094 w 123964"/>
                <a:gd name="connsiteY19" fmla="*/ 88152 h 210724"/>
                <a:gd name="connsiteX20" fmla="*/ 67094 w 123964"/>
                <a:gd name="connsiteY20" fmla="*/ 88152 h 21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3964" h="210724">
                  <a:moveTo>
                    <a:pt x="103517" y="14098"/>
                  </a:moveTo>
                  <a:cubicBezTo>
                    <a:pt x="92015" y="4522"/>
                    <a:pt x="77957" y="-585"/>
                    <a:pt x="63261" y="53"/>
                  </a:cubicBezTo>
                  <a:lnTo>
                    <a:pt x="0" y="53"/>
                  </a:lnTo>
                  <a:lnTo>
                    <a:pt x="0" y="210725"/>
                  </a:lnTo>
                  <a:lnTo>
                    <a:pt x="30672" y="210725"/>
                  </a:lnTo>
                  <a:lnTo>
                    <a:pt x="30672" y="121349"/>
                  </a:lnTo>
                  <a:cubicBezTo>
                    <a:pt x="30672" y="117519"/>
                    <a:pt x="33227" y="114965"/>
                    <a:pt x="37062" y="114965"/>
                  </a:cubicBezTo>
                  <a:lnTo>
                    <a:pt x="56871" y="114965"/>
                  </a:lnTo>
                  <a:cubicBezTo>
                    <a:pt x="65177" y="114965"/>
                    <a:pt x="88820" y="114327"/>
                    <a:pt x="99683" y="104751"/>
                  </a:cubicBezTo>
                  <a:cubicBezTo>
                    <a:pt x="113741" y="93259"/>
                    <a:pt x="122686" y="76023"/>
                    <a:pt x="123965" y="57509"/>
                  </a:cubicBezTo>
                  <a:cubicBezTo>
                    <a:pt x="123965" y="40911"/>
                    <a:pt x="116936" y="24312"/>
                    <a:pt x="103517" y="14098"/>
                  </a:cubicBezTo>
                  <a:close/>
                  <a:moveTo>
                    <a:pt x="67094" y="88152"/>
                  </a:moveTo>
                  <a:lnTo>
                    <a:pt x="35783" y="88152"/>
                  </a:lnTo>
                  <a:cubicBezTo>
                    <a:pt x="31950" y="88152"/>
                    <a:pt x="29394" y="85599"/>
                    <a:pt x="29394" y="81768"/>
                  </a:cubicBezTo>
                  <a:lnTo>
                    <a:pt x="29394" y="31973"/>
                  </a:lnTo>
                  <a:cubicBezTo>
                    <a:pt x="29394" y="28143"/>
                    <a:pt x="31950" y="25589"/>
                    <a:pt x="35783" y="25589"/>
                  </a:cubicBezTo>
                  <a:lnTo>
                    <a:pt x="65177" y="25589"/>
                  </a:lnTo>
                  <a:cubicBezTo>
                    <a:pt x="73484" y="25589"/>
                    <a:pt x="81152" y="28143"/>
                    <a:pt x="87542" y="33888"/>
                  </a:cubicBezTo>
                  <a:cubicBezTo>
                    <a:pt x="99683" y="47295"/>
                    <a:pt x="99044" y="67723"/>
                    <a:pt x="85625" y="79853"/>
                  </a:cubicBezTo>
                  <a:cubicBezTo>
                    <a:pt x="79874" y="84322"/>
                    <a:pt x="73484" y="86875"/>
                    <a:pt x="67094" y="88152"/>
                  </a:cubicBezTo>
                  <a:lnTo>
                    <a:pt x="67094" y="88152"/>
                  </a:lnTo>
                  <a:close/>
                </a:path>
              </a:pathLst>
            </a:custGeom>
            <a:solidFill>
              <a:srgbClr val="007680"/>
            </a:solidFill>
            <a:ln w="6390" cap="flat">
              <a:noFill/>
              <a:prstDash val="solid"/>
              <a:miter/>
            </a:ln>
          </p:spPr>
          <p:txBody>
            <a:bodyPr rtlCol="0" anchor="ctr"/>
            <a:lstStyle/>
            <a:p>
              <a:endParaRPr lang="en-US"/>
            </a:p>
          </p:txBody>
        </p:sp>
        <p:sp>
          <p:nvSpPr>
            <p:cNvPr id="944" name="Graphic 5">
              <a:extLst>
                <a:ext uri="{FF2B5EF4-FFF2-40B4-BE49-F238E27FC236}">
                  <a16:creationId xmlns:a16="http://schemas.microsoft.com/office/drawing/2014/main" id="{69BC989A-238F-604D-8A42-539847BFDA32}"/>
                </a:ext>
              </a:extLst>
            </p:cNvPr>
            <p:cNvSpPr/>
            <p:nvPr/>
          </p:nvSpPr>
          <p:spPr>
            <a:xfrm>
              <a:off x="9441132" y="3454535"/>
              <a:ext cx="40895" cy="37027"/>
            </a:xfrm>
            <a:custGeom>
              <a:avLst/>
              <a:gdLst>
                <a:gd name="connsiteX0" fmla="*/ 23642 w 40895"/>
                <a:gd name="connsiteY0" fmla="*/ 0 h 37027"/>
                <a:gd name="connsiteX1" fmla="*/ 0 w 40895"/>
                <a:gd name="connsiteY1" fmla="*/ 0 h 37027"/>
                <a:gd name="connsiteX2" fmla="*/ 0 w 40895"/>
                <a:gd name="connsiteY2" fmla="*/ 37027 h 37027"/>
                <a:gd name="connsiteX3" fmla="*/ 24921 w 40895"/>
                <a:gd name="connsiteY3" fmla="*/ 37027 h 37027"/>
                <a:gd name="connsiteX4" fmla="*/ 40896 w 40895"/>
                <a:gd name="connsiteY4" fmla="*/ 17875 h 37027"/>
                <a:gd name="connsiteX5" fmla="*/ 36422 w 40895"/>
                <a:gd name="connsiteY5" fmla="*/ 5107 h 37027"/>
                <a:gd name="connsiteX6" fmla="*/ 23642 w 40895"/>
                <a:gd name="connsiteY6" fmla="*/ 0 h 3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895" h="37027">
                  <a:moveTo>
                    <a:pt x="23642" y="0"/>
                  </a:moveTo>
                  <a:lnTo>
                    <a:pt x="0" y="0"/>
                  </a:lnTo>
                  <a:lnTo>
                    <a:pt x="0" y="37027"/>
                  </a:lnTo>
                  <a:lnTo>
                    <a:pt x="24921" y="37027"/>
                  </a:lnTo>
                  <a:cubicBezTo>
                    <a:pt x="27477" y="37027"/>
                    <a:pt x="40896" y="35750"/>
                    <a:pt x="40896" y="17875"/>
                  </a:cubicBezTo>
                  <a:cubicBezTo>
                    <a:pt x="40896" y="13406"/>
                    <a:pt x="39617" y="8299"/>
                    <a:pt x="36422" y="5107"/>
                  </a:cubicBezTo>
                  <a:cubicBezTo>
                    <a:pt x="33227" y="1915"/>
                    <a:pt x="28755" y="0"/>
                    <a:pt x="23642" y="0"/>
                  </a:cubicBezTo>
                  <a:close/>
                </a:path>
              </a:pathLst>
            </a:custGeom>
            <a:solidFill>
              <a:srgbClr val="007680"/>
            </a:solidFill>
            <a:ln w="6390" cap="flat">
              <a:noFill/>
              <a:prstDash val="solid"/>
              <a:miter/>
            </a:ln>
          </p:spPr>
          <p:txBody>
            <a:bodyPr rtlCol="0" anchor="ctr"/>
            <a:lstStyle/>
            <a:p>
              <a:endParaRPr lang="en-US"/>
            </a:p>
          </p:txBody>
        </p:sp>
        <p:sp>
          <p:nvSpPr>
            <p:cNvPr id="945" name="Graphic 5">
              <a:extLst>
                <a:ext uri="{FF2B5EF4-FFF2-40B4-BE49-F238E27FC236}">
                  <a16:creationId xmlns:a16="http://schemas.microsoft.com/office/drawing/2014/main" id="{A8CB3988-F3D0-B745-B909-C4938BC9097B}"/>
                </a:ext>
              </a:extLst>
            </p:cNvPr>
            <p:cNvSpPr/>
            <p:nvPr/>
          </p:nvSpPr>
          <p:spPr>
            <a:xfrm>
              <a:off x="9280105" y="3340900"/>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226843 w 362309"/>
                <a:gd name="connsiteY6" fmla="*/ 189604 h 361971"/>
                <a:gd name="connsiteX7" fmla="*/ 175084 w 362309"/>
                <a:gd name="connsiteY7" fmla="*/ 202372 h 361971"/>
                <a:gd name="connsiteX8" fmla="*/ 162304 w 362309"/>
                <a:gd name="connsiteY8" fmla="*/ 202372 h 361971"/>
                <a:gd name="connsiteX9" fmla="*/ 162304 w 362309"/>
                <a:gd name="connsiteY9" fmla="*/ 291748 h 361971"/>
                <a:gd name="connsiteX10" fmla="*/ 155914 w 362309"/>
                <a:gd name="connsiteY10" fmla="*/ 298132 h 361971"/>
                <a:gd name="connsiteX11" fmla="*/ 112463 w 362309"/>
                <a:gd name="connsiteY11" fmla="*/ 298132 h 361971"/>
                <a:gd name="connsiteX12" fmla="*/ 106073 w 362309"/>
                <a:gd name="connsiteY12" fmla="*/ 291748 h 361971"/>
                <a:gd name="connsiteX13" fmla="*/ 106073 w 362309"/>
                <a:gd name="connsiteY13" fmla="*/ 68309 h 361971"/>
                <a:gd name="connsiteX14" fmla="*/ 112463 w 362309"/>
                <a:gd name="connsiteY14" fmla="*/ 61925 h 361971"/>
                <a:gd name="connsiteX15" fmla="*/ 182113 w 362309"/>
                <a:gd name="connsiteY15" fmla="*/ 61925 h 361971"/>
                <a:gd name="connsiteX16" fmla="*/ 231315 w 362309"/>
                <a:gd name="connsiteY16" fmla="*/ 79161 h 361971"/>
                <a:gd name="connsiteX17" fmla="*/ 255597 w 362309"/>
                <a:gd name="connsiteY17" fmla="*/ 132149 h 361971"/>
                <a:gd name="connsiteX18" fmla="*/ 226843 w 362309"/>
                <a:gd name="connsiteY18" fmla="*/ 1896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2309" h="361971">
                  <a:moveTo>
                    <a:pt x="180835" y="0"/>
                  </a:moveTo>
                  <a:cubicBezTo>
                    <a:pt x="80513" y="0"/>
                    <a:pt x="0" y="81077"/>
                    <a:pt x="0" y="181305"/>
                  </a:cubicBezTo>
                  <a:cubicBezTo>
                    <a:pt x="0" y="281533"/>
                    <a:pt x="81152" y="361972"/>
                    <a:pt x="181474" y="361972"/>
                  </a:cubicBezTo>
                  <a:cubicBezTo>
                    <a:pt x="281157" y="361972"/>
                    <a:pt x="362309" y="280895"/>
                    <a:pt x="362309" y="180667"/>
                  </a:cubicBezTo>
                  <a:cubicBezTo>
                    <a:pt x="362309" y="80438"/>
                    <a:pt x="281157" y="0"/>
                    <a:pt x="180835" y="0"/>
                  </a:cubicBezTo>
                  <a:cubicBezTo>
                    <a:pt x="180835" y="0"/>
                    <a:pt x="180835" y="0"/>
                    <a:pt x="180835" y="0"/>
                  </a:cubicBezTo>
                  <a:close/>
                  <a:moveTo>
                    <a:pt x="226843" y="189604"/>
                  </a:moveTo>
                  <a:cubicBezTo>
                    <a:pt x="209589" y="203649"/>
                    <a:pt x="177001" y="202372"/>
                    <a:pt x="175084" y="202372"/>
                  </a:cubicBezTo>
                  <a:lnTo>
                    <a:pt x="162304" y="202372"/>
                  </a:lnTo>
                  <a:lnTo>
                    <a:pt x="162304" y="291748"/>
                  </a:lnTo>
                  <a:cubicBezTo>
                    <a:pt x="162304" y="295578"/>
                    <a:pt x="159748" y="298132"/>
                    <a:pt x="155914" y="298132"/>
                  </a:cubicBezTo>
                  <a:lnTo>
                    <a:pt x="112463" y="298132"/>
                  </a:lnTo>
                  <a:cubicBezTo>
                    <a:pt x="108629" y="298132"/>
                    <a:pt x="106073" y="295578"/>
                    <a:pt x="106073" y="291748"/>
                  </a:cubicBezTo>
                  <a:lnTo>
                    <a:pt x="106073" y="68309"/>
                  </a:lnTo>
                  <a:cubicBezTo>
                    <a:pt x="106073" y="64478"/>
                    <a:pt x="108629" y="61925"/>
                    <a:pt x="112463" y="61925"/>
                  </a:cubicBezTo>
                  <a:lnTo>
                    <a:pt x="182113" y="61925"/>
                  </a:lnTo>
                  <a:cubicBezTo>
                    <a:pt x="200005" y="61286"/>
                    <a:pt x="217897" y="67032"/>
                    <a:pt x="231315" y="79161"/>
                  </a:cubicBezTo>
                  <a:cubicBezTo>
                    <a:pt x="247290" y="91929"/>
                    <a:pt x="256236" y="111720"/>
                    <a:pt x="255597" y="132149"/>
                  </a:cubicBezTo>
                  <a:cubicBezTo>
                    <a:pt x="254958" y="155131"/>
                    <a:pt x="244734" y="175560"/>
                    <a:pt x="226843" y="189604"/>
                  </a:cubicBezTo>
                  <a:close/>
                </a:path>
              </a:pathLst>
            </a:custGeom>
            <a:solidFill>
              <a:srgbClr val="007680"/>
            </a:solidFill>
            <a:ln w="6390" cap="flat">
              <a:noFill/>
              <a:prstDash val="solid"/>
              <a:miter/>
            </a:ln>
          </p:spPr>
          <p:txBody>
            <a:bodyPr rtlCol="0" anchor="ctr"/>
            <a:lstStyle/>
            <a:p>
              <a:endParaRPr lang="en-US"/>
            </a:p>
          </p:txBody>
        </p:sp>
      </p:grpSp>
      <p:grpSp>
        <p:nvGrpSpPr>
          <p:cNvPr id="946" name="Graphic 5">
            <a:extLst>
              <a:ext uri="{FF2B5EF4-FFF2-40B4-BE49-F238E27FC236}">
                <a16:creationId xmlns:a16="http://schemas.microsoft.com/office/drawing/2014/main" id="{9C85000D-17D8-FA43-BFFF-EB1E2C7EB1CF}"/>
              </a:ext>
            </a:extLst>
          </p:cNvPr>
          <p:cNvGrpSpPr/>
          <p:nvPr/>
        </p:nvGrpSpPr>
        <p:grpSpPr>
          <a:xfrm>
            <a:off x="9280105" y="1881522"/>
            <a:ext cx="362309" cy="361971"/>
            <a:chOff x="9280105" y="1881522"/>
            <a:chExt cx="362309" cy="361971"/>
          </a:xfrm>
          <a:solidFill>
            <a:srgbClr val="007680"/>
          </a:solidFill>
        </p:grpSpPr>
        <p:sp>
          <p:nvSpPr>
            <p:cNvPr id="947" name="Graphic 5">
              <a:extLst>
                <a:ext uri="{FF2B5EF4-FFF2-40B4-BE49-F238E27FC236}">
                  <a16:creationId xmlns:a16="http://schemas.microsoft.com/office/drawing/2014/main" id="{28B1F056-7725-2046-A906-87BA4CF37DD3}"/>
                </a:ext>
              </a:extLst>
            </p:cNvPr>
            <p:cNvSpPr/>
            <p:nvPr/>
          </p:nvSpPr>
          <p:spPr>
            <a:xfrm>
              <a:off x="9280105" y="1881522"/>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280518 w 362309"/>
                <a:gd name="connsiteY6" fmla="*/ 267489 h 361971"/>
                <a:gd name="connsiteX7" fmla="*/ 267738 w 362309"/>
                <a:gd name="connsiteY7" fmla="*/ 280257 h 361971"/>
                <a:gd name="connsiteX8" fmla="*/ 93932 w 362309"/>
                <a:gd name="connsiteY8" fmla="*/ 280257 h 361971"/>
                <a:gd name="connsiteX9" fmla="*/ 81152 w 362309"/>
                <a:gd name="connsiteY9" fmla="*/ 267489 h 361971"/>
                <a:gd name="connsiteX10" fmla="*/ 81152 w 362309"/>
                <a:gd name="connsiteY10" fmla="*/ 93844 h 361971"/>
                <a:gd name="connsiteX11" fmla="*/ 93932 w 362309"/>
                <a:gd name="connsiteY11" fmla="*/ 81076 h 361971"/>
                <a:gd name="connsiteX12" fmla="*/ 267738 w 362309"/>
                <a:gd name="connsiteY12" fmla="*/ 81076 h 361971"/>
                <a:gd name="connsiteX13" fmla="*/ 280518 w 362309"/>
                <a:gd name="connsiteY13" fmla="*/ 93844 h 361971"/>
                <a:gd name="connsiteX14" fmla="*/ 280518 w 362309"/>
                <a:gd name="connsiteY14" fmla="*/ 26748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2309" h="361971">
                  <a:moveTo>
                    <a:pt x="180835" y="0"/>
                  </a:moveTo>
                  <a:cubicBezTo>
                    <a:pt x="80513" y="0"/>
                    <a:pt x="0" y="81076"/>
                    <a:pt x="0" y="181305"/>
                  </a:cubicBezTo>
                  <a:cubicBezTo>
                    <a:pt x="0" y="281534"/>
                    <a:pt x="81152" y="361972"/>
                    <a:pt x="181474" y="361972"/>
                  </a:cubicBezTo>
                  <a:cubicBezTo>
                    <a:pt x="281157" y="361972"/>
                    <a:pt x="362309" y="280895"/>
                    <a:pt x="362309" y="180667"/>
                  </a:cubicBezTo>
                  <a:cubicBezTo>
                    <a:pt x="362309" y="81076"/>
                    <a:pt x="281157" y="0"/>
                    <a:pt x="180835" y="0"/>
                  </a:cubicBezTo>
                  <a:cubicBezTo>
                    <a:pt x="180835" y="0"/>
                    <a:pt x="180835" y="0"/>
                    <a:pt x="180835" y="0"/>
                  </a:cubicBezTo>
                  <a:close/>
                  <a:moveTo>
                    <a:pt x="280518" y="267489"/>
                  </a:moveTo>
                  <a:cubicBezTo>
                    <a:pt x="280518" y="274511"/>
                    <a:pt x="274767" y="280257"/>
                    <a:pt x="267738" y="280257"/>
                  </a:cubicBezTo>
                  <a:lnTo>
                    <a:pt x="93932" y="280257"/>
                  </a:lnTo>
                  <a:cubicBezTo>
                    <a:pt x="86903" y="280257"/>
                    <a:pt x="81152" y="274511"/>
                    <a:pt x="81152" y="267489"/>
                  </a:cubicBezTo>
                  <a:lnTo>
                    <a:pt x="81152" y="93844"/>
                  </a:lnTo>
                  <a:cubicBezTo>
                    <a:pt x="81152" y="86822"/>
                    <a:pt x="86903" y="81076"/>
                    <a:pt x="93932" y="81076"/>
                  </a:cubicBezTo>
                  <a:lnTo>
                    <a:pt x="267738" y="81076"/>
                  </a:lnTo>
                  <a:cubicBezTo>
                    <a:pt x="274767" y="81076"/>
                    <a:pt x="280518" y="86822"/>
                    <a:pt x="280518" y="93844"/>
                  </a:cubicBezTo>
                  <a:lnTo>
                    <a:pt x="280518" y="267489"/>
                  </a:lnTo>
                  <a:close/>
                </a:path>
              </a:pathLst>
            </a:custGeom>
            <a:solidFill>
              <a:srgbClr val="007680"/>
            </a:solidFill>
            <a:ln w="6390" cap="flat">
              <a:noFill/>
              <a:prstDash val="solid"/>
              <a:miter/>
            </a:ln>
          </p:spPr>
          <p:txBody>
            <a:bodyPr rtlCol="0" anchor="ctr"/>
            <a:lstStyle/>
            <a:p>
              <a:endParaRPr lang="en-US"/>
            </a:p>
          </p:txBody>
        </p:sp>
        <p:sp>
          <p:nvSpPr>
            <p:cNvPr id="948" name="Graphic 5">
              <a:extLst>
                <a:ext uri="{FF2B5EF4-FFF2-40B4-BE49-F238E27FC236}">
                  <a16:creationId xmlns:a16="http://schemas.microsoft.com/office/drawing/2014/main" id="{FA6686EF-64B9-2243-BDC6-0323AD84CD31}"/>
                </a:ext>
              </a:extLst>
            </p:cNvPr>
            <p:cNvSpPr/>
            <p:nvPr/>
          </p:nvSpPr>
          <p:spPr>
            <a:xfrm>
              <a:off x="9374037" y="1975366"/>
              <a:ext cx="173805" cy="173644"/>
            </a:xfrm>
            <a:custGeom>
              <a:avLst/>
              <a:gdLst>
                <a:gd name="connsiteX0" fmla="*/ 0 w 173805"/>
                <a:gd name="connsiteY0" fmla="*/ 173644 h 173644"/>
                <a:gd name="connsiteX1" fmla="*/ 173806 w 173805"/>
                <a:gd name="connsiteY1" fmla="*/ 173644 h 173644"/>
                <a:gd name="connsiteX2" fmla="*/ 173806 w 173805"/>
                <a:gd name="connsiteY2" fmla="*/ 0 h 173644"/>
                <a:gd name="connsiteX3" fmla="*/ 0 w 173805"/>
                <a:gd name="connsiteY3" fmla="*/ 0 h 173644"/>
                <a:gd name="connsiteX4" fmla="*/ 0 w 173805"/>
                <a:gd name="connsiteY4" fmla="*/ 173644 h 173644"/>
                <a:gd name="connsiteX5" fmla="*/ 86903 w 173805"/>
                <a:gd name="connsiteY5" fmla="*/ 17875 h 173644"/>
                <a:gd name="connsiteX6" fmla="*/ 155276 w 173805"/>
                <a:gd name="connsiteY6" fmla="*/ 86184 h 173644"/>
                <a:gd name="connsiteX7" fmla="*/ 86903 w 173805"/>
                <a:gd name="connsiteY7" fmla="*/ 154492 h 173644"/>
                <a:gd name="connsiteX8" fmla="*/ 18531 w 173805"/>
                <a:gd name="connsiteY8" fmla="*/ 86184 h 173644"/>
                <a:gd name="connsiteX9" fmla="*/ 18531 w 173805"/>
                <a:gd name="connsiteY9" fmla="*/ 86184 h 173644"/>
                <a:gd name="connsiteX10" fmla="*/ 86903 w 173805"/>
                <a:gd name="connsiteY10" fmla="*/ 17875 h 173644"/>
                <a:gd name="connsiteX11" fmla="*/ 86903 w 173805"/>
                <a:gd name="connsiteY11" fmla="*/ 17875 h 173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805" h="173644">
                  <a:moveTo>
                    <a:pt x="0" y="173644"/>
                  </a:moveTo>
                  <a:lnTo>
                    <a:pt x="173806" y="173644"/>
                  </a:lnTo>
                  <a:lnTo>
                    <a:pt x="173806" y="0"/>
                  </a:lnTo>
                  <a:lnTo>
                    <a:pt x="0" y="0"/>
                  </a:lnTo>
                  <a:lnTo>
                    <a:pt x="0" y="173644"/>
                  </a:lnTo>
                  <a:close/>
                  <a:moveTo>
                    <a:pt x="86903" y="17875"/>
                  </a:moveTo>
                  <a:cubicBezTo>
                    <a:pt x="124604" y="17875"/>
                    <a:pt x="155276" y="48518"/>
                    <a:pt x="155276" y="86184"/>
                  </a:cubicBezTo>
                  <a:cubicBezTo>
                    <a:pt x="155276" y="123849"/>
                    <a:pt x="124604" y="154492"/>
                    <a:pt x="86903" y="154492"/>
                  </a:cubicBezTo>
                  <a:cubicBezTo>
                    <a:pt x="49202" y="154492"/>
                    <a:pt x="18531" y="123849"/>
                    <a:pt x="18531" y="86184"/>
                  </a:cubicBezTo>
                  <a:cubicBezTo>
                    <a:pt x="18531" y="86184"/>
                    <a:pt x="18531" y="86184"/>
                    <a:pt x="18531" y="86184"/>
                  </a:cubicBezTo>
                  <a:cubicBezTo>
                    <a:pt x="18531" y="49157"/>
                    <a:pt x="49202" y="18514"/>
                    <a:pt x="86903" y="17875"/>
                  </a:cubicBezTo>
                  <a:lnTo>
                    <a:pt x="86903" y="17875"/>
                  </a:lnTo>
                  <a:close/>
                </a:path>
              </a:pathLst>
            </a:custGeom>
            <a:solidFill>
              <a:srgbClr val="007680"/>
            </a:solidFill>
            <a:ln w="6390" cap="flat">
              <a:noFill/>
              <a:prstDash val="solid"/>
              <a:miter/>
            </a:ln>
          </p:spPr>
          <p:txBody>
            <a:bodyPr rtlCol="0" anchor="ctr"/>
            <a:lstStyle/>
            <a:p>
              <a:endParaRPr lang="en-US"/>
            </a:p>
          </p:txBody>
        </p:sp>
        <p:sp>
          <p:nvSpPr>
            <p:cNvPr id="949" name="Graphic 5">
              <a:extLst>
                <a:ext uri="{FF2B5EF4-FFF2-40B4-BE49-F238E27FC236}">
                  <a16:creationId xmlns:a16="http://schemas.microsoft.com/office/drawing/2014/main" id="{693C970E-9351-7745-BF9B-52F8A057F967}"/>
                </a:ext>
              </a:extLst>
            </p:cNvPr>
            <p:cNvSpPr/>
            <p:nvPr/>
          </p:nvSpPr>
          <p:spPr>
            <a:xfrm>
              <a:off x="9405348" y="2006648"/>
              <a:ext cx="111185" cy="111081"/>
            </a:xfrm>
            <a:custGeom>
              <a:avLst/>
              <a:gdLst>
                <a:gd name="connsiteX0" fmla="*/ 55592 w 111185"/>
                <a:gd name="connsiteY0" fmla="*/ 111081 h 111081"/>
                <a:gd name="connsiteX1" fmla="*/ 111185 w 111185"/>
                <a:gd name="connsiteY1" fmla="*/ 55541 h 111081"/>
                <a:gd name="connsiteX2" fmla="*/ 55592 w 111185"/>
                <a:gd name="connsiteY2" fmla="*/ 0 h 111081"/>
                <a:gd name="connsiteX3" fmla="*/ 0 w 111185"/>
                <a:gd name="connsiteY3" fmla="*/ 55541 h 111081"/>
                <a:gd name="connsiteX4" fmla="*/ 0 w 111185"/>
                <a:gd name="connsiteY4" fmla="*/ 55541 h 111081"/>
                <a:gd name="connsiteX5" fmla="*/ 55592 w 111185"/>
                <a:gd name="connsiteY5" fmla="*/ 111081 h 111081"/>
                <a:gd name="connsiteX6" fmla="*/ 70928 w 111185"/>
                <a:gd name="connsiteY6" fmla="*/ 65117 h 111081"/>
                <a:gd name="connsiteX7" fmla="*/ 86264 w 111185"/>
                <a:gd name="connsiteY7" fmla="*/ 65117 h 111081"/>
                <a:gd name="connsiteX8" fmla="*/ 92654 w 111185"/>
                <a:gd name="connsiteY8" fmla="*/ 71500 h 111081"/>
                <a:gd name="connsiteX9" fmla="*/ 86264 w 111185"/>
                <a:gd name="connsiteY9" fmla="*/ 77884 h 111081"/>
                <a:gd name="connsiteX10" fmla="*/ 70928 w 111185"/>
                <a:gd name="connsiteY10" fmla="*/ 77884 h 111081"/>
                <a:gd name="connsiteX11" fmla="*/ 64538 w 111185"/>
                <a:gd name="connsiteY11" fmla="*/ 71500 h 111081"/>
                <a:gd name="connsiteX12" fmla="*/ 70928 w 111185"/>
                <a:gd name="connsiteY12" fmla="*/ 65117 h 111081"/>
                <a:gd name="connsiteX13" fmla="*/ 49202 w 111185"/>
                <a:gd name="connsiteY13" fmla="*/ 24259 h 111081"/>
                <a:gd name="connsiteX14" fmla="*/ 55592 w 111185"/>
                <a:gd name="connsiteY14" fmla="*/ 17875 h 111081"/>
                <a:gd name="connsiteX15" fmla="*/ 61982 w 111185"/>
                <a:gd name="connsiteY15" fmla="*/ 24259 h 111081"/>
                <a:gd name="connsiteX16" fmla="*/ 61982 w 111185"/>
                <a:gd name="connsiteY16" fmla="*/ 40219 h 111081"/>
                <a:gd name="connsiteX17" fmla="*/ 55592 w 111185"/>
                <a:gd name="connsiteY17" fmla="*/ 46603 h 111081"/>
                <a:gd name="connsiteX18" fmla="*/ 49202 w 111185"/>
                <a:gd name="connsiteY18" fmla="*/ 40219 h 111081"/>
                <a:gd name="connsiteX19" fmla="*/ 49202 w 111185"/>
                <a:gd name="connsiteY19" fmla="*/ 24259 h 111081"/>
                <a:gd name="connsiteX20" fmla="*/ 24281 w 111185"/>
                <a:gd name="connsiteY20" fmla="*/ 65117 h 111081"/>
                <a:gd name="connsiteX21" fmla="*/ 39617 w 111185"/>
                <a:gd name="connsiteY21" fmla="*/ 65117 h 111081"/>
                <a:gd name="connsiteX22" fmla="*/ 46007 w 111185"/>
                <a:gd name="connsiteY22" fmla="*/ 71500 h 111081"/>
                <a:gd name="connsiteX23" fmla="*/ 39617 w 111185"/>
                <a:gd name="connsiteY23" fmla="*/ 77884 h 111081"/>
                <a:gd name="connsiteX24" fmla="*/ 24281 w 111185"/>
                <a:gd name="connsiteY24" fmla="*/ 77884 h 111081"/>
                <a:gd name="connsiteX25" fmla="*/ 17891 w 111185"/>
                <a:gd name="connsiteY25" fmla="*/ 71500 h 111081"/>
                <a:gd name="connsiteX26" fmla="*/ 24281 w 111185"/>
                <a:gd name="connsiteY26" fmla="*/ 65117 h 111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1185" h="111081">
                  <a:moveTo>
                    <a:pt x="55592" y="111081"/>
                  </a:moveTo>
                  <a:cubicBezTo>
                    <a:pt x="86264" y="111081"/>
                    <a:pt x="111185" y="86184"/>
                    <a:pt x="111185" y="55541"/>
                  </a:cubicBezTo>
                  <a:cubicBezTo>
                    <a:pt x="111185" y="24897"/>
                    <a:pt x="86264" y="0"/>
                    <a:pt x="55592" y="0"/>
                  </a:cubicBezTo>
                  <a:cubicBezTo>
                    <a:pt x="24921" y="0"/>
                    <a:pt x="0" y="24897"/>
                    <a:pt x="0" y="55541"/>
                  </a:cubicBezTo>
                  <a:cubicBezTo>
                    <a:pt x="0" y="55541"/>
                    <a:pt x="0" y="55541"/>
                    <a:pt x="0" y="55541"/>
                  </a:cubicBezTo>
                  <a:cubicBezTo>
                    <a:pt x="0" y="86184"/>
                    <a:pt x="24921" y="111081"/>
                    <a:pt x="55592" y="111081"/>
                  </a:cubicBezTo>
                  <a:close/>
                  <a:moveTo>
                    <a:pt x="70928" y="65117"/>
                  </a:moveTo>
                  <a:lnTo>
                    <a:pt x="86264" y="65117"/>
                  </a:lnTo>
                  <a:cubicBezTo>
                    <a:pt x="90098" y="65117"/>
                    <a:pt x="92654" y="67670"/>
                    <a:pt x="92654" y="71500"/>
                  </a:cubicBezTo>
                  <a:cubicBezTo>
                    <a:pt x="92654" y="75331"/>
                    <a:pt x="90098" y="77884"/>
                    <a:pt x="86264" y="77884"/>
                  </a:cubicBezTo>
                  <a:lnTo>
                    <a:pt x="70928" y="77884"/>
                  </a:lnTo>
                  <a:cubicBezTo>
                    <a:pt x="67094" y="77884"/>
                    <a:pt x="64538" y="75331"/>
                    <a:pt x="64538" y="71500"/>
                  </a:cubicBezTo>
                  <a:cubicBezTo>
                    <a:pt x="64538" y="67670"/>
                    <a:pt x="67733" y="65117"/>
                    <a:pt x="70928" y="65117"/>
                  </a:cubicBezTo>
                  <a:close/>
                  <a:moveTo>
                    <a:pt x="49202" y="24259"/>
                  </a:moveTo>
                  <a:cubicBezTo>
                    <a:pt x="49202" y="20429"/>
                    <a:pt x="51758" y="17875"/>
                    <a:pt x="55592" y="17875"/>
                  </a:cubicBezTo>
                  <a:cubicBezTo>
                    <a:pt x="59426" y="17875"/>
                    <a:pt x="61982" y="20429"/>
                    <a:pt x="61982" y="24259"/>
                  </a:cubicBezTo>
                  <a:lnTo>
                    <a:pt x="61982" y="40219"/>
                  </a:lnTo>
                  <a:cubicBezTo>
                    <a:pt x="61982" y="44049"/>
                    <a:pt x="59426" y="46603"/>
                    <a:pt x="55592" y="46603"/>
                  </a:cubicBezTo>
                  <a:cubicBezTo>
                    <a:pt x="51758" y="46603"/>
                    <a:pt x="49202" y="44049"/>
                    <a:pt x="49202" y="40219"/>
                  </a:cubicBezTo>
                  <a:lnTo>
                    <a:pt x="49202" y="24259"/>
                  </a:lnTo>
                  <a:close/>
                  <a:moveTo>
                    <a:pt x="24281" y="65117"/>
                  </a:moveTo>
                  <a:lnTo>
                    <a:pt x="39617" y="65117"/>
                  </a:lnTo>
                  <a:cubicBezTo>
                    <a:pt x="43451" y="65117"/>
                    <a:pt x="46007" y="67670"/>
                    <a:pt x="46007" y="71500"/>
                  </a:cubicBezTo>
                  <a:cubicBezTo>
                    <a:pt x="46007" y="75331"/>
                    <a:pt x="43451" y="77884"/>
                    <a:pt x="39617" y="77884"/>
                  </a:cubicBezTo>
                  <a:lnTo>
                    <a:pt x="24281" y="77884"/>
                  </a:lnTo>
                  <a:cubicBezTo>
                    <a:pt x="20447" y="77884"/>
                    <a:pt x="17891" y="75331"/>
                    <a:pt x="17891" y="71500"/>
                  </a:cubicBezTo>
                  <a:cubicBezTo>
                    <a:pt x="17891" y="67670"/>
                    <a:pt x="21086" y="65117"/>
                    <a:pt x="24281" y="65117"/>
                  </a:cubicBezTo>
                  <a:close/>
                </a:path>
              </a:pathLst>
            </a:custGeom>
            <a:solidFill>
              <a:srgbClr val="007680"/>
            </a:solidFill>
            <a:ln w="6390" cap="flat">
              <a:noFill/>
              <a:prstDash val="solid"/>
              <a:miter/>
            </a:ln>
          </p:spPr>
          <p:txBody>
            <a:bodyPr rtlCol="0" anchor="ctr"/>
            <a:lstStyle/>
            <a:p>
              <a:endParaRPr lang="en-US"/>
            </a:p>
          </p:txBody>
        </p:sp>
      </p:grpSp>
      <p:grpSp>
        <p:nvGrpSpPr>
          <p:cNvPr id="950" name="Graphic 5">
            <a:extLst>
              <a:ext uri="{FF2B5EF4-FFF2-40B4-BE49-F238E27FC236}">
                <a16:creationId xmlns:a16="http://schemas.microsoft.com/office/drawing/2014/main" id="{9C1497E3-C204-3444-97A5-4E4B414CC32A}"/>
              </a:ext>
            </a:extLst>
          </p:cNvPr>
          <p:cNvGrpSpPr/>
          <p:nvPr/>
        </p:nvGrpSpPr>
        <p:grpSpPr>
          <a:xfrm>
            <a:off x="905454" y="4309350"/>
            <a:ext cx="362309" cy="361971"/>
            <a:chOff x="905454" y="4309350"/>
            <a:chExt cx="362309" cy="361971"/>
          </a:xfrm>
          <a:solidFill>
            <a:srgbClr val="007680"/>
          </a:solidFill>
        </p:grpSpPr>
        <p:sp>
          <p:nvSpPr>
            <p:cNvPr id="951" name="Graphic 5">
              <a:extLst>
                <a:ext uri="{FF2B5EF4-FFF2-40B4-BE49-F238E27FC236}">
                  <a16:creationId xmlns:a16="http://schemas.microsoft.com/office/drawing/2014/main" id="{EDCE848C-2A54-2648-9D16-3DE0D98FFCA8}"/>
                </a:ext>
              </a:extLst>
            </p:cNvPr>
            <p:cNvSpPr/>
            <p:nvPr/>
          </p:nvSpPr>
          <p:spPr>
            <a:xfrm>
              <a:off x="1056895" y="4441498"/>
              <a:ext cx="98405" cy="98313"/>
            </a:xfrm>
            <a:custGeom>
              <a:avLst/>
              <a:gdLst>
                <a:gd name="connsiteX0" fmla="*/ 0 w 98405"/>
                <a:gd name="connsiteY0" fmla="*/ 98313 h 98313"/>
                <a:gd name="connsiteX1" fmla="*/ 98405 w 98405"/>
                <a:gd name="connsiteY1" fmla="*/ 98313 h 98313"/>
                <a:gd name="connsiteX2" fmla="*/ 0 w 98405"/>
                <a:gd name="connsiteY2" fmla="*/ 0 h 98313"/>
              </a:gdLst>
              <a:ahLst/>
              <a:cxnLst>
                <a:cxn ang="0">
                  <a:pos x="connsiteX0" y="connsiteY0"/>
                </a:cxn>
                <a:cxn ang="0">
                  <a:pos x="connsiteX1" y="connsiteY1"/>
                </a:cxn>
                <a:cxn ang="0">
                  <a:pos x="connsiteX2" y="connsiteY2"/>
                </a:cxn>
              </a:cxnLst>
              <a:rect l="l" t="t" r="r" b="b"/>
              <a:pathLst>
                <a:path w="98405" h="98313">
                  <a:moveTo>
                    <a:pt x="0" y="98313"/>
                  </a:moveTo>
                  <a:lnTo>
                    <a:pt x="98405" y="98313"/>
                  </a:lnTo>
                  <a:lnTo>
                    <a:pt x="0" y="0"/>
                  </a:lnTo>
                  <a:close/>
                </a:path>
              </a:pathLst>
            </a:custGeom>
            <a:solidFill>
              <a:srgbClr val="007680"/>
            </a:solidFill>
            <a:ln w="6390" cap="flat">
              <a:noFill/>
              <a:prstDash val="solid"/>
              <a:miter/>
            </a:ln>
          </p:spPr>
          <p:txBody>
            <a:bodyPr rtlCol="0" anchor="ctr"/>
            <a:lstStyle/>
            <a:p>
              <a:endParaRPr lang="en-US"/>
            </a:p>
          </p:txBody>
        </p:sp>
        <p:sp>
          <p:nvSpPr>
            <p:cNvPr id="952" name="Graphic 5">
              <a:extLst>
                <a:ext uri="{FF2B5EF4-FFF2-40B4-BE49-F238E27FC236}">
                  <a16:creationId xmlns:a16="http://schemas.microsoft.com/office/drawing/2014/main" id="{1D9254D2-18FC-9442-897B-F914EC5B2A93}"/>
                </a:ext>
              </a:extLst>
            </p:cNvPr>
            <p:cNvSpPr/>
            <p:nvPr/>
          </p:nvSpPr>
          <p:spPr>
            <a:xfrm>
              <a:off x="905454" y="4309350"/>
              <a:ext cx="362309" cy="361971"/>
            </a:xfrm>
            <a:custGeom>
              <a:avLst/>
              <a:gdLst>
                <a:gd name="connsiteX0" fmla="*/ 180835 w 362309"/>
                <a:gd name="connsiteY0" fmla="*/ 0 h 361971"/>
                <a:gd name="connsiteX1" fmla="*/ 0 w 362309"/>
                <a:gd name="connsiteY1" fmla="*/ 180667 h 361971"/>
                <a:gd name="connsiteX2" fmla="*/ 180835 w 362309"/>
                <a:gd name="connsiteY2" fmla="*/ 361971 h 361971"/>
                <a:gd name="connsiteX3" fmla="*/ 362309 w 362309"/>
                <a:gd name="connsiteY3" fmla="*/ 180667 h 361971"/>
                <a:gd name="connsiteX4" fmla="*/ 362309 w 362309"/>
                <a:gd name="connsiteY4" fmla="*/ 180667 h 361971"/>
                <a:gd name="connsiteX5" fmla="*/ 180835 w 362309"/>
                <a:gd name="connsiteY5" fmla="*/ 0 h 361971"/>
                <a:gd name="connsiteX6" fmla="*/ 130355 w 362309"/>
                <a:gd name="connsiteY6" fmla="*/ 285364 h 361971"/>
                <a:gd name="connsiteX7" fmla="*/ 116936 w 362309"/>
                <a:gd name="connsiteY7" fmla="*/ 271958 h 361971"/>
                <a:gd name="connsiteX8" fmla="*/ 130355 w 362309"/>
                <a:gd name="connsiteY8" fmla="*/ 258551 h 361971"/>
                <a:gd name="connsiteX9" fmla="*/ 143774 w 362309"/>
                <a:gd name="connsiteY9" fmla="*/ 271958 h 361971"/>
                <a:gd name="connsiteX10" fmla="*/ 143774 w 362309"/>
                <a:gd name="connsiteY10" fmla="*/ 271958 h 361971"/>
                <a:gd name="connsiteX11" fmla="*/ 130355 w 362309"/>
                <a:gd name="connsiteY11" fmla="*/ 285364 h 361971"/>
                <a:gd name="connsiteX12" fmla="*/ 130355 w 362309"/>
                <a:gd name="connsiteY12" fmla="*/ 285364 h 361971"/>
                <a:gd name="connsiteX13" fmla="*/ 145052 w 362309"/>
                <a:gd name="connsiteY13" fmla="*/ 243230 h 361971"/>
                <a:gd name="connsiteX14" fmla="*/ 138662 w 362309"/>
                <a:gd name="connsiteY14" fmla="*/ 236846 h 361971"/>
                <a:gd name="connsiteX15" fmla="*/ 138662 w 362309"/>
                <a:gd name="connsiteY15" fmla="*/ 119380 h 361971"/>
                <a:gd name="connsiteX16" fmla="*/ 110546 w 362309"/>
                <a:gd name="connsiteY16" fmla="*/ 91291 h 361971"/>
                <a:gd name="connsiteX17" fmla="*/ 97766 w 362309"/>
                <a:gd name="connsiteY17" fmla="*/ 104059 h 361971"/>
                <a:gd name="connsiteX18" fmla="*/ 88820 w 362309"/>
                <a:gd name="connsiteY18" fmla="*/ 104059 h 361971"/>
                <a:gd name="connsiteX19" fmla="*/ 88820 w 362309"/>
                <a:gd name="connsiteY19" fmla="*/ 104059 h 361971"/>
                <a:gd name="connsiteX20" fmla="*/ 88820 w 362309"/>
                <a:gd name="connsiteY20" fmla="*/ 95121 h 361971"/>
                <a:gd name="connsiteX21" fmla="*/ 106073 w 362309"/>
                <a:gd name="connsiteY21" fmla="*/ 77884 h 361971"/>
                <a:gd name="connsiteX22" fmla="*/ 115019 w 362309"/>
                <a:gd name="connsiteY22" fmla="*/ 77884 h 361971"/>
                <a:gd name="connsiteX23" fmla="*/ 269016 w 362309"/>
                <a:gd name="connsiteY23" fmla="*/ 231738 h 361971"/>
                <a:gd name="connsiteX24" fmla="*/ 270294 w 362309"/>
                <a:gd name="connsiteY24" fmla="*/ 238761 h 361971"/>
                <a:gd name="connsiteX25" fmla="*/ 264543 w 362309"/>
                <a:gd name="connsiteY25" fmla="*/ 242591 h 361971"/>
                <a:gd name="connsiteX26" fmla="*/ 145052 w 362309"/>
                <a:gd name="connsiteY26" fmla="*/ 243230 h 361971"/>
                <a:gd name="connsiteX27" fmla="*/ 261348 w 362309"/>
                <a:gd name="connsiteY27" fmla="*/ 285364 h 361971"/>
                <a:gd name="connsiteX28" fmla="*/ 247930 w 362309"/>
                <a:gd name="connsiteY28" fmla="*/ 271958 h 361971"/>
                <a:gd name="connsiteX29" fmla="*/ 261348 w 362309"/>
                <a:gd name="connsiteY29" fmla="*/ 258551 h 361971"/>
                <a:gd name="connsiteX30" fmla="*/ 274767 w 362309"/>
                <a:gd name="connsiteY30" fmla="*/ 271958 h 361971"/>
                <a:gd name="connsiteX31" fmla="*/ 274767 w 362309"/>
                <a:gd name="connsiteY31" fmla="*/ 271958 h 361971"/>
                <a:gd name="connsiteX32" fmla="*/ 261348 w 362309"/>
                <a:gd name="connsiteY32" fmla="*/ 285364 h 361971"/>
                <a:gd name="connsiteX33" fmla="*/ 261348 w 362309"/>
                <a:gd name="connsiteY33" fmla="*/ 28536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2309" h="361971">
                  <a:moveTo>
                    <a:pt x="180835" y="0"/>
                  </a:moveTo>
                  <a:cubicBezTo>
                    <a:pt x="80513" y="0"/>
                    <a:pt x="0" y="81076"/>
                    <a:pt x="0" y="180667"/>
                  </a:cubicBezTo>
                  <a:cubicBezTo>
                    <a:pt x="0" y="280895"/>
                    <a:pt x="81152" y="361971"/>
                    <a:pt x="180835" y="361971"/>
                  </a:cubicBezTo>
                  <a:cubicBezTo>
                    <a:pt x="280518" y="361971"/>
                    <a:pt x="362309" y="280895"/>
                    <a:pt x="362309" y="180667"/>
                  </a:cubicBezTo>
                  <a:lnTo>
                    <a:pt x="362309" y="180667"/>
                  </a:lnTo>
                  <a:cubicBezTo>
                    <a:pt x="361670" y="81076"/>
                    <a:pt x="281157" y="0"/>
                    <a:pt x="180835" y="0"/>
                  </a:cubicBezTo>
                  <a:close/>
                  <a:moveTo>
                    <a:pt x="130355" y="285364"/>
                  </a:moveTo>
                  <a:cubicBezTo>
                    <a:pt x="122687" y="285364"/>
                    <a:pt x="116936" y="279618"/>
                    <a:pt x="116936" y="271958"/>
                  </a:cubicBezTo>
                  <a:cubicBezTo>
                    <a:pt x="116936" y="264297"/>
                    <a:pt x="122687" y="258551"/>
                    <a:pt x="130355" y="258551"/>
                  </a:cubicBezTo>
                  <a:cubicBezTo>
                    <a:pt x="138023" y="258551"/>
                    <a:pt x="143774" y="264297"/>
                    <a:pt x="143774" y="271958"/>
                  </a:cubicBezTo>
                  <a:cubicBezTo>
                    <a:pt x="143774" y="271958"/>
                    <a:pt x="143774" y="271958"/>
                    <a:pt x="143774" y="271958"/>
                  </a:cubicBezTo>
                  <a:cubicBezTo>
                    <a:pt x="143774" y="279618"/>
                    <a:pt x="138023" y="285364"/>
                    <a:pt x="130355" y="285364"/>
                  </a:cubicBezTo>
                  <a:lnTo>
                    <a:pt x="130355" y="285364"/>
                  </a:lnTo>
                  <a:close/>
                  <a:moveTo>
                    <a:pt x="145052" y="243230"/>
                  </a:moveTo>
                  <a:cubicBezTo>
                    <a:pt x="141218" y="243230"/>
                    <a:pt x="138662" y="240676"/>
                    <a:pt x="138662" y="236846"/>
                  </a:cubicBezTo>
                  <a:lnTo>
                    <a:pt x="138662" y="119380"/>
                  </a:lnTo>
                  <a:lnTo>
                    <a:pt x="110546" y="91291"/>
                  </a:lnTo>
                  <a:lnTo>
                    <a:pt x="97766" y="104059"/>
                  </a:lnTo>
                  <a:cubicBezTo>
                    <a:pt x="95210" y="106612"/>
                    <a:pt x="91376" y="106612"/>
                    <a:pt x="88820" y="104059"/>
                  </a:cubicBezTo>
                  <a:cubicBezTo>
                    <a:pt x="88820" y="104059"/>
                    <a:pt x="88820" y="104059"/>
                    <a:pt x="88820" y="104059"/>
                  </a:cubicBezTo>
                  <a:cubicBezTo>
                    <a:pt x="86264" y="101505"/>
                    <a:pt x="86264" y="97675"/>
                    <a:pt x="88820" y="95121"/>
                  </a:cubicBezTo>
                  <a:lnTo>
                    <a:pt x="106073" y="77884"/>
                  </a:lnTo>
                  <a:cubicBezTo>
                    <a:pt x="108629" y="75331"/>
                    <a:pt x="112463" y="75331"/>
                    <a:pt x="115019" y="77884"/>
                  </a:cubicBezTo>
                  <a:lnTo>
                    <a:pt x="269016" y="231738"/>
                  </a:lnTo>
                  <a:cubicBezTo>
                    <a:pt x="270933" y="233654"/>
                    <a:pt x="271572" y="236207"/>
                    <a:pt x="270294" y="238761"/>
                  </a:cubicBezTo>
                  <a:cubicBezTo>
                    <a:pt x="269016" y="241314"/>
                    <a:pt x="267099" y="242591"/>
                    <a:pt x="264543" y="242591"/>
                  </a:cubicBezTo>
                  <a:lnTo>
                    <a:pt x="145052" y="243230"/>
                  </a:lnTo>
                  <a:close/>
                  <a:moveTo>
                    <a:pt x="261348" y="285364"/>
                  </a:moveTo>
                  <a:cubicBezTo>
                    <a:pt x="253680" y="285364"/>
                    <a:pt x="247930" y="279618"/>
                    <a:pt x="247930" y="271958"/>
                  </a:cubicBezTo>
                  <a:cubicBezTo>
                    <a:pt x="247930" y="264297"/>
                    <a:pt x="253680" y="258551"/>
                    <a:pt x="261348" y="258551"/>
                  </a:cubicBezTo>
                  <a:cubicBezTo>
                    <a:pt x="269016" y="258551"/>
                    <a:pt x="274767" y="264297"/>
                    <a:pt x="274767" y="271958"/>
                  </a:cubicBezTo>
                  <a:cubicBezTo>
                    <a:pt x="274767" y="271958"/>
                    <a:pt x="274767" y="271958"/>
                    <a:pt x="274767" y="271958"/>
                  </a:cubicBezTo>
                  <a:cubicBezTo>
                    <a:pt x="274767" y="279618"/>
                    <a:pt x="269016" y="285364"/>
                    <a:pt x="261348" y="285364"/>
                  </a:cubicBezTo>
                  <a:lnTo>
                    <a:pt x="261348" y="285364"/>
                  </a:lnTo>
                  <a:close/>
                </a:path>
              </a:pathLst>
            </a:custGeom>
            <a:solidFill>
              <a:srgbClr val="007680"/>
            </a:solidFill>
            <a:ln w="6390" cap="flat">
              <a:noFill/>
              <a:prstDash val="solid"/>
              <a:miter/>
            </a:ln>
          </p:spPr>
          <p:txBody>
            <a:bodyPr rtlCol="0" anchor="ctr"/>
            <a:lstStyle/>
            <a:p>
              <a:endParaRPr lang="en-US"/>
            </a:p>
          </p:txBody>
        </p:sp>
        <p:sp>
          <p:nvSpPr>
            <p:cNvPr id="953" name="Graphic 5">
              <a:extLst>
                <a:ext uri="{FF2B5EF4-FFF2-40B4-BE49-F238E27FC236}">
                  <a16:creationId xmlns:a16="http://schemas.microsoft.com/office/drawing/2014/main" id="{42CC1CBC-ACC5-9549-99BD-F58D0D54166E}"/>
                </a:ext>
              </a:extLst>
            </p:cNvPr>
            <p:cNvSpPr/>
            <p:nvPr/>
          </p:nvSpPr>
          <p:spPr>
            <a:xfrm>
              <a:off x="1035808" y="4581308"/>
              <a:ext cx="922" cy="1057"/>
            </a:xfrm>
            <a:custGeom>
              <a:avLst/>
              <a:gdLst>
                <a:gd name="connsiteX0" fmla="*/ 639 w 922"/>
                <a:gd name="connsiteY0" fmla="*/ 0 h 1057"/>
                <a:gd name="connsiteX1" fmla="*/ 639 w 922"/>
                <a:gd name="connsiteY1" fmla="*/ 0 h 1057"/>
                <a:gd name="connsiteX2" fmla="*/ 0 w 922"/>
                <a:gd name="connsiteY2" fmla="*/ 638 h 1057"/>
                <a:gd name="connsiteX3" fmla="*/ 639 w 922"/>
                <a:gd name="connsiteY3" fmla="*/ 0 h 1057"/>
                <a:gd name="connsiteX4" fmla="*/ 639 w 922"/>
                <a:gd name="connsiteY4" fmla="*/ 0 h 1057"/>
                <a:gd name="connsiteX5" fmla="*/ 639 w 922"/>
                <a:gd name="connsiteY5" fmla="*/ 0 h 1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2" h="1057">
                  <a:moveTo>
                    <a:pt x="639" y="0"/>
                  </a:moveTo>
                  <a:cubicBezTo>
                    <a:pt x="0" y="0"/>
                    <a:pt x="0" y="0"/>
                    <a:pt x="639" y="0"/>
                  </a:cubicBezTo>
                  <a:cubicBezTo>
                    <a:pt x="0" y="638"/>
                    <a:pt x="0" y="638"/>
                    <a:pt x="0" y="638"/>
                  </a:cubicBezTo>
                  <a:cubicBezTo>
                    <a:pt x="0" y="1277"/>
                    <a:pt x="1278" y="1277"/>
                    <a:pt x="639" y="0"/>
                  </a:cubicBezTo>
                  <a:cubicBezTo>
                    <a:pt x="1278" y="0"/>
                    <a:pt x="639" y="0"/>
                    <a:pt x="639" y="0"/>
                  </a:cubicBezTo>
                  <a:cubicBezTo>
                    <a:pt x="639" y="0"/>
                    <a:pt x="639" y="0"/>
                    <a:pt x="639" y="0"/>
                  </a:cubicBezTo>
                  <a:close/>
                </a:path>
              </a:pathLst>
            </a:custGeom>
            <a:solidFill>
              <a:srgbClr val="007680"/>
            </a:solidFill>
            <a:ln w="6390" cap="flat">
              <a:noFill/>
              <a:prstDash val="solid"/>
              <a:miter/>
            </a:ln>
          </p:spPr>
          <p:txBody>
            <a:bodyPr rtlCol="0" anchor="ctr"/>
            <a:lstStyle/>
            <a:p>
              <a:endParaRPr lang="en-US"/>
            </a:p>
          </p:txBody>
        </p:sp>
        <p:sp>
          <p:nvSpPr>
            <p:cNvPr id="954" name="Graphic 5">
              <a:extLst>
                <a:ext uri="{FF2B5EF4-FFF2-40B4-BE49-F238E27FC236}">
                  <a16:creationId xmlns:a16="http://schemas.microsoft.com/office/drawing/2014/main" id="{26990A1C-4D05-4D4A-AB72-3A1778BF07FA}"/>
                </a:ext>
              </a:extLst>
            </p:cNvPr>
            <p:cNvSpPr/>
            <p:nvPr/>
          </p:nvSpPr>
          <p:spPr>
            <a:xfrm>
              <a:off x="1166163" y="4581308"/>
              <a:ext cx="1118" cy="1057"/>
            </a:xfrm>
            <a:custGeom>
              <a:avLst/>
              <a:gdLst>
                <a:gd name="connsiteX0" fmla="*/ 639 w 1118"/>
                <a:gd name="connsiteY0" fmla="*/ 0 h 1057"/>
                <a:gd name="connsiteX1" fmla="*/ 639 w 1118"/>
                <a:gd name="connsiteY1" fmla="*/ 0 h 1057"/>
                <a:gd name="connsiteX2" fmla="*/ 0 w 1118"/>
                <a:gd name="connsiteY2" fmla="*/ 638 h 1057"/>
                <a:gd name="connsiteX3" fmla="*/ 639 w 1118"/>
                <a:gd name="connsiteY3" fmla="*/ 0 h 1057"/>
                <a:gd name="connsiteX4" fmla="*/ 639 w 1118"/>
                <a:gd name="connsiteY4" fmla="*/ 0 h 1057"/>
                <a:gd name="connsiteX5" fmla="*/ 639 w 1118"/>
                <a:gd name="connsiteY5" fmla="*/ 0 h 1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8" h="1057">
                  <a:moveTo>
                    <a:pt x="639" y="0"/>
                  </a:moveTo>
                  <a:cubicBezTo>
                    <a:pt x="639" y="0"/>
                    <a:pt x="0" y="0"/>
                    <a:pt x="639" y="0"/>
                  </a:cubicBezTo>
                  <a:cubicBezTo>
                    <a:pt x="0" y="638"/>
                    <a:pt x="0" y="638"/>
                    <a:pt x="0" y="638"/>
                  </a:cubicBezTo>
                  <a:cubicBezTo>
                    <a:pt x="0" y="1277"/>
                    <a:pt x="1278" y="1277"/>
                    <a:pt x="639" y="0"/>
                  </a:cubicBezTo>
                  <a:cubicBezTo>
                    <a:pt x="1278" y="0"/>
                    <a:pt x="1278" y="0"/>
                    <a:pt x="639" y="0"/>
                  </a:cubicBezTo>
                  <a:cubicBezTo>
                    <a:pt x="639" y="0"/>
                    <a:pt x="639" y="0"/>
                    <a:pt x="639" y="0"/>
                  </a:cubicBezTo>
                  <a:close/>
                </a:path>
              </a:pathLst>
            </a:custGeom>
            <a:solidFill>
              <a:srgbClr val="007680"/>
            </a:solidFill>
            <a:ln w="6390" cap="flat">
              <a:noFill/>
              <a:prstDash val="solid"/>
              <a:miter/>
            </a:ln>
          </p:spPr>
          <p:txBody>
            <a:bodyPr rtlCol="0" anchor="ctr"/>
            <a:lstStyle/>
            <a:p>
              <a:endParaRPr lang="en-US"/>
            </a:p>
          </p:txBody>
        </p:sp>
      </p:grpSp>
      <p:grpSp>
        <p:nvGrpSpPr>
          <p:cNvPr id="955" name="Graphic 5">
            <a:extLst>
              <a:ext uri="{FF2B5EF4-FFF2-40B4-BE49-F238E27FC236}">
                <a16:creationId xmlns:a16="http://schemas.microsoft.com/office/drawing/2014/main" id="{7C47692B-759C-DD4C-B6B6-EB73E832AA4D}"/>
              </a:ext>
            </a:extLst>
          </p:cNvPr>
          <p:cNvGrpSpPr/>
          <p:nvPr/>
        </p:nvGrpSpPr>
        <p:grpSpPr>
          <a:xfrm>
            <a:off x="905454" y="4793894"/>
            <a:ext cx="362309" cy="361971"/>
            <a:chOff x="905454" y="4793894"/>
            <a:chExt cx="362309" cy="361971"/>
          </a:xfrm>
          <a:solidFill>
            <a:srgbClr val="007680"/>
          </a:solidFill>
        </p:grpSpPr>
        <p:sp>
          <p:nvSpPr>
            <p:cNvPr id="956" name="Graphic 5">
              <a:extLst>
                <a:ext uri="{FF2B5EF4-FFF2-40B4-BE49-F238E27FC236}">
                  <a16:creationId xmlns:a16="http://schemas.microsoft.com/office/drawing/2014/main" id="{68BE15E7-64F8-3B46-AB80-29AA071B3842}"/>
                </a:ext>
              </a:extLst>
            </p:cNvPr>
            <p:cNvSpPr/>
            <p:nvPr/>
          </p:nvSpPr>
          <p:spPr>
            <a:xfrm>
              <a:off x="1045393" y="4865395"/>
              <a:ext cx="21725" cy="21705"/>
            </a:xfrm>
            <a:custGeom>
              <a:avLst/>
              <a:gdLst>
                <a:gd name="connsiteX0" fmla="*/ 21726 w 21725"/>
                <a:gd name="connsiteY0" fmla="*/ 10853 h 21705"/>
                <a:gd name="connsiteX1" fmla="*/ 10863 w 21725"/>
                <a:gd name="connsiteY1" fmla="*/ 21706 h 21705"/>
                <a:gd name="connsiteX2" fmla="*/ 0 w 21725"/>
                <a:gd name="connsiteY2" fmla="*/ 10853 h 21705"/>
                <a:gd name="connsiteX3" fmla="*/ 10863 w 21725"/>
                <a:gd name="connsiteY3" fmla="*/ 0 h 21705"/>
                <a:gd name="connsiteX4" fmla="*/ 21726 w 21725"/>
                <a:gd name="connsiteY4" fmla="*/ 10853 h 21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25" h="21705">
                  <a:moveTo>
                    <a:pt x="21726" y="10853"/>
                  </a:moveTo>
                  <a:cubicBezTo>
                    <a:pt x="21726" y="16847"/>
                    <a:pt x="16862" y="21706"/>
                    <a:pt x="10863" y="21706"/>
                  </a:cubicBezTo>
                  <a:cubicBezTo>
                    <a:pt x="4863" y="21706"/>
                    <a:pt x="0" y="16847"/>
                    <a:pt x="0" y="10853"/>
                  </a:cubicBezTo>
                  <a:cubicBezTo>
                    <a:pt x="0" y="4859"/>
                    <a:pt x="4863" y="0"/>
                    <a:pt x="10863" y="0"/>
                  </a:cubicBezTo>
                  <a:cubicBezTo>
                    <a:pt x="16862" y="0"/>
                    <a:pt x="21726" y="4859"/>
                    <a:pt x="21726" y="10853"/>
                  </a:cubicBezTo>
                  <a:close/>
                </a:path>
              </a:pathLst>
            </a:custGeom>
            <a:solidFill>
              <a:srgbClr val="007680"/>
            </a:solidFill>
            <a:ln w="6390" cap="flat">
              <a:noFill/>
              <a:prstDash val="solid"/>
              <a:miter/>
            </a:ln>
          </p:spPr>
          <p:txBody>
            <a:bodyPr rtlCol="0" anchor="ctr"/>
            <a:lstStyle/>
            <a:p>
              <a:endParaRPr lang="en-US"/>
            </a:p>
          </p:txBody>
        </p:sp>
        <p:sp>
          <p:nvSpPr>
            <p:cNvPr id="957" name="Graphic 5">
              <a:extLst>
                <a:ext uri="{FF2B5EF4-FFF2-40B4-BE49-F238E27FC236}">
                  <a16:creationId xmlns:a16="http://schemas.microsoft.com/office/drawing/2014/main" id="{0BCEBB58-CD4D-1642-8C68-2A415A3FDF55}"/>
                </a:ext>
              </a:extLst>
            </p:cNvPr>
            <p:cNvSpPr/>
            <p:nvPr/>
          </p:nvSpPr>
          <p:spPr>
            <a:xfrm>
              <a:off x="905454" y="4793894"/>
              <a:ext cx="362309" cy="361971"/>
            </a:xfrm>
            <a:custGeom>
              <a:avLst/>
              <a:gdLst>
                <a:gd name="connsiteX0" fmla="*/ 180835 w 362309"/>
                <a:gd name="connsiteY0" fmla="*/ 0 h 361971"/>
                <a:gd name="connsiteX1" fmla="*/ 0 w 362309"/>
                <a:gd name="connsiteY1" fmla="*/ 180667 h 361971"/>
                <a:gd name="connsiteX2" fmla="*/ 180835 w 362309"/>
                <a:gd name="connsiteY2" fmla="*/ 361972 h 361971"/>
                <a:gd name="connsiteX3" fmla="*/ 362309 w 362309"/>
                <a:gd name="connsiteY3" fmla="*/ 180667 h 361971"/>
                <a:gd name="connsiteX4" fmla="*/ 362309 w 362309"/>
                <a:gd name="connsiteY4" fmla="*/ 180667 h 361971"/>
                <a:gd name="connsiteX5" fmla="*/ 180835 w 362309"/>
                <a:gd name="connsiteY5" fmla="*/ 0 h 361971"/>
                <a:gd name="connsiteX6" fmla="*/ 150803 w 362309"/>
                <a:gd name="connsiteY6" fmla="*/ 58733 h 361971"/>
                <a:gd name="connsiteX7" fmla="*/ 174445 w 362309"/>
                <a:gd name="connsiteY7" fmla="*/ 82354 h 361971"/>
                <a:gd name="connsiteX8" fmla="*/ 150803 w 362309"/>
                <a:gd name="connsiteY8" fmla="*/ 105974 h 361971"/>
                <a:gd name="connsiteX9" fmla="*/ 127160 w 362309"/>
                <a:gd name="connsiteY9" fmla="*/ 82354 h 361971"/>
                <a:gd name="connsiteX10" fmla="*/ 150803 w 362309"/>
                <a:gd name="connsiteY10" fmla="*/ 58733 h 361971"/>
                <a:gd name="connsiteX11" fmla="*/ 150803 w 362309"/>
                <a:gd name="connsiteY11" fmla="*/ 58733 h 361971"/>
                <a:gd name="connsiteX12" fmla="*/ 150803 w 362309"/>
                <a:gd name="connsiteY12" fmla="*/ 58733 h 361971"/>
                <a:gd name="connsiteX13" fmla="*/ 221731 w 362309"/>
                <a:gd name="connsiteY13" fmla="*/ 269404 h 361971"/>
                <a:gd name="connsiteX14" fmla="*/ 109907 w 362309"/>
                <a:gd name="connsiteY14" fmla="*/ 287918 h 361971"/>
                <a:gd name="connsiteX15" fmla="*/ 91376 w 362309"/>
                <a:gd name="connsiteY15" fmla="*/ 176198 h 361971"/>
                <a:gd name="connsiteX16" fmla="*/ 111824 w 362309"/>
                <a:gd name="connsiteY16" fmla="*/ 156408 h 361971"/>
                <a:gd name="connsiteX17" fmla="*/ 120770 w 362309"/>
                <a:gd name="connsiteY17" fmla="*/ 158323 h 361971"/>
                <a:gd name="connsiteX18" fmla="*/ 120770 w 362309"/>
                <a:gd name="connsiteY18" fmla="*/ 158323 h 361971"/>
                <a:gd name="connsiteX19" fmla="*/ 118853 w 362309"/>
                <a:gd name="connsiteY19" fmla="*/ 167260 h 361971"/>
                <a:gd name="connsiteX20" fmla="*/ 118853 w 362309"/>
                <a:gd name="connsiteY20" fmla="*/ 167260 h 361971"/>
                <a:gd name="connsiteX21" fmla="*/ 100961 w 362309"/>
                <a:gd name="connsiteY21" fmla="*/ 261105 h 361971"/>
                <a:gd name="connsiteX22" fmla="*/ 194893 w 362309"/>
                <a:gd name="connsiteY22" fmla="*/ 278980 h 361971"/>
                <a:gd name="connsiteX23" fmla="*/ 212146 w 362309"/>
                <a:gd name="connsiteY23" fmla="*/ 262382 h 361971"/>
                <a:gd name="connsiteX24" fmla="*/ 221092 w 362309"/>
                <a:gd name="connsiteY24" fmla="*/ 261105 h 361971"/>
                <a:gd name="connsiteX25" fmla="*/ 221731 w 362309"/>
                <a:gd name="connsiteY25" fmla="*/ 269404 h 361971"/>
                <a:gd name="connsiteX26" fmla="*/ 281796 w 362309"/>
                <a:gd name="connsiteY26" fmla="*/ 268127 h 361971"/>
                <a:gd name="connsiteX27" fmla="*/ 256237 w 362309"/>
                <a:gd name="connsiteY27" fmla="*/ 276426 h 361971"/>
                <a:gd name="connsiteX28" fmla="*/ 256237 w 362309"/>
                <a:gd name="connsiteY28" fmla="*/ 276426 h 361971"/>
                <a:gd name="connsiteX29" fmla="*/ 254320 w 362309"/>
                <a:gd name="connsiteY29" fmla="*/ 276426 h 361971"/>
                <a:gd name="connsiteX30" fmla="*/ 254320 w 362309"/>
                <a:gd name="connsiteY30" fmla="*/ 276426 h 361971"/>
                <a:gd name="connsiteX31" fmla="*/ 252403 w 362309"/>
                <a:gd name="connsiteY31" fmla="*/ 276426 h 361971"/>
                <a:gd name="connsiteX32" fmla="*/ 251764 w 362309"/>
                <a:gd name="connsiteY32" fmla="*/ 276426 h 361971"/>
                <a:gd name="connsiteX33" fmla="*/ 250486 w 362309"/>
                <a:gd name="connsiteY33" fmla="*/ 275788 h 361971"/>
                <a:gd name="connsiteX34" fmla="*/ 249847 w 362309"/>
                <a:gd name="connsiteY34" fmla="*/ 275150 h 361971"/>
                <a:gd name="connsiteX35" fmla="*/ 249208 w 362309"/>
                <a:gd name="connsiteY35" fmla="*/ 274511 h 361971"/>
                <a:gd name="connsiteX36" fmla="*/ 248569 w 362309"/>
                <a:gd name="connsiteY36" fmla="*/ 273873 h 361971"/>
                <a:gd name="connsiteX37" fmla="*/ 247930 w 362309"/>
                <a:gd name="connsiteY37" fmla="*/ 272596 h 361971"/>
                <a:gd name="connsiteX38" fmla="*/ 247930 w 362309"/>
                <a:gd name="connsiteY38" fmla="*/ 272596 h 361971"/>
                <a:gd name="connsiteX39" fmla="*/ 247930 w 362309"/>
                <a:gd name="connsiteY39" fmla="*/ 272596 h 361971"/>
                <a:gd name="connsiteX40" fmla="*/ 223648 w 362309"/>
                <a:gd name="connsiteY40" fmla="*/ 191519 h 361971"/>
                <a:gd name="connsiteX41" fmla="*/ 150803 w 362309"/>
                <a:gd name="connsiteY41" fmla="*/ 191519 h 361971"/>
                <a:gd name="connsiteX42" fmla="*/ 144413 w 362309"/>
                <a:gd name="connsiteY42" fmla="*/ 185135 h 361971"/>
                <a:gd name="connsiteX43" fmla="*/ 144413 w 362309"/>
                <a:gd name="connsiteY43" fmla="*/ 133425 h 361971"/>
                <a:gd name="connsiteX44" fmla="*/ 150803 w 362309"/>
                <a:gd name="connsiteY44" fmla="*/ 127041 h 361971"/>
                <a:gd name="connsiteX45" fmla="*/ 157192 w 362309"/>
                <a:gd name="connsiteY45" fmla="*/ 133425 h 361971"/>
                <a:gd name="connsiteX46" fmla="*/ 157192 w 362309"/>
                <a:gd name="connsiteY46" fmla="*/ 144278 h 361971"/>
                <a:gd name="connsiteX47" fmla="*/ 228121 w 362309"/>
                <a:gd name="connsiteY47" fmla="*/ 144278 h 361971"/>
                <a:gd name="connsiteX48" fmla="*/ 234511 w 362309"/>
                <a:gd name="connsiteY48" fmla="*/ 150662 h 361971"/>
                <a:gd name="connsiteX49" fmla="*/ 228121 w 362309"/>
                <a:gd name="connsiteY49" fmla="*/ 157046 h 361971"/>
                <a:gd name="connsiteX50" fmla="*/ 157192 w 362309"/>
                <a:gd name="connsiteY50" fmla="*/ 157046 h 361971"/>
                <a:gd name="connsiteX51" fmla="*/ 157192 w 362309"/>
                <a:gd name="connsiteY51" fmla="*/ 178752 h 361971"/>
                <a:gd name="connsiteX52" fmla="*/ 228121 w 362309"/>
                <a:gd name="connsiteY52" fmla="*/ 178752 h 361971"/>
                <a:gd name="connsiteX53" fmla="*/ 228760 w 362309"/>
                <a:gd name="connsiteY53" fmla="*/ 178752 h 361971"/>
                <a:gd name="connsiteX54" fmla="*/ 230038 w 362309"/>
                <a:gd name="connsiteY54" fmla="*/ 178752 h 361971"/>
                <a:gd name="connsiteX55" fmla="*/ 231316 w 362309"/>
                <a:gd name="connsiteY55" fmla="*/ 179390 h 361971"/>
                <a:gd name="connsiteX56" fmla="*/ 231955 w 362309"/>
                <a:gd name="connsiteY56" fmla="*/ 180028 h 361971"/>
                <a:gd name="connsiteX57" fmla="*/ 232594 w 362309"/>
                <a:gd name="connsiteY57" fmla="*/ 180667 h 361971"/>
                <a:gd name="connsiteX58" fmla="*/ 233233 w 362309"/>
                <a:gd name="connsiteY58" fmla="*/ 181944 h 361971"/>
                <a:gd name="connsiteX59" fmla="*/ 233872 w 362309"/>
                <a:gd name="connsiteY59" fmla="*/ 183220 h 361971"/>
                <a:gd name="connsiteX60" fmla="*/ 233872 w 362309"/>
                <a:gd name="connsiteY60" fmla="*/ 183220 h 361971"/>
                <a:gd name="connsiteX61" fmla="*/ 257514 w 362309"/>
                <a:gd name="connsiteY61" fmla="*/ 263020 h 361971"/>
                <a:gd name="connsiteX62" fmla="*/ 277323 w 362309"/>
                <a:gd name="connsiteY62" fmla="*/ 256636 h 361971"/>
                <a:gd name="connsiteX63" fmla="*/ 285630 w 362309"/>
                <a:gd name="connsiteY63" fmla="*/ 260466 h 361971"/>
                <a:gd name="connsiteX64" fmla="*/ 281796 w 362309"/>
                <a:gd name="connsiteY64" fmla="*/ 268127 h 361971"/>
                <a:gd name="connsiteX65" fmla="*/ 281796 w 362309"/>
                <a:gd name="connsiteY65" fmla="*/ 26812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62309" h="361971">
                  <a:moveTo>
                    <a:pt x="180835" y="0"/>
                  </a:moveTo>
                  <a:cubicBezTo>
                    <a:pt x="80513" y="0"/>
                    <a:pt x="0" y="81077"/>
                    <a:pt x="0" y="180667"/>
                  </a:cubicBezTo>
                  <a:cubicBezTo>
                    <a:pt x="0" y="280895"/>
                    <a:pt x="81152" y="361972"/>
                    <a:pt x="180835" y="361972"/>
                  </a:cubicBezTo>
                  <a:cubicBezTo>
                    <a:pt x="280518" y="361972"/>
                    <a:pt x="362309" y="280895"/>
                    <a:pt x="362309" y="180667"/>
                  </a:cubicBezTo>
                  <a:cubicBezTo>
                    <a:pt x="362309" y="180667"/>
                    <a:pt x="362309" y="180667"/>
                    <a:pt x="362309" y="180667"/>
                  </a:cubicBezTo>
                  <a:cubicBezTo>
                    <a:pt x="361670" y="81077"/>
                    <a:pt x="281157" y="0"/>
                    <a:pt x="180835" y="0"/>
                  </a:cubicBezTo>
                  <a:close/>
                  <a:moveTo>
                    <a:pt x="150803" y="58733"/>
                  </a:moveTo>
                  <a:cubicBezTo>
                    <a:pt x="163582" y="58733"/>
                    <a:pt x="174445" y="69586"/>
                    <a:pt x="174445" y="82354"/>
                  </a:cubicBezTo>
                  <a:cubicBezTo>
                    <a:pt x="174445" y="95121"/>
                    <a:pt x="163582" y="105974"/>
                    <a:pt x="150803" y="105974"/>
                  </a:cubicBezTo>
                  <a:cubicBezTo>
                    <a:pt x="138023" y="105974"/>
                    <a:pt x="127160" y="95121"/>
                    <a:pt x="127160" y="82354"/>
                  </a:cubicBezTo>
                  <a:cubicBezTo>
                    <a:pt x="127160" y="68947"/>
                    <a:pt x="138023" y="58733"/>
                    <a:pt x="150803" y="58733"/>
                  </a:cubicBezTo>
                  <a:cubicBezTo>
                    <a:pt x="150803" y="58733"/>
                    <a:pt x="150803" y="58733"/>
                    <a:pt x="150803" y="58733"/>
                  </a:cubicBezTo>
                  <a:lnTo>
                    <a:pt x="150803" y="58733"/>
                  </a:lnTo>
                  <a:close/>
                  <a:moveTo>
                    <a:pt x="221731" y="269404"/>
                  </a:moveTo>
                  <a:cubicBezTo>
                    <a:pt x="196171" y="305793"/>
                    <a:pt x="145691" y="314092"/>
                    <a:pt x="109907" y="287918"/>
                  </a:cubicBezTo>
                  <a:cubicBezTo>
                    <a:pt x="73484" y="262382"/>
                    <a:pt x="65177" y="211948"/>
                    <a:pt x="91376" y="176198"/>
                  </a:cubicBezTo>
                  <a:cubicBezTo>
                    <a:pt x="97127" y="168537"/>
                    <a:pt x="103517" y="161515"/>
                    <a:pt x="111824" y="156408"/>
                  </a:cubicBezTo>
                  <a:cubicBezTo>
                    <a:pt x="115019" y="154492"/>
                    <a:pt x="118853" y="155131"/>
                    <a:pt x="120770" y="158323"/>
                  </a:cubicBezTo>
                  <a:cubicBezTo>
                    <a:pt x="120770" y="158323"/>
                    <a:pt x="120770" y="158323"/>
                    <a:pt x="120770" y="158323"/>
                  </a:cubicBezTo>
                  <a:cubicBezTo>
                    <a:pt x="122687" y="161515"/>
                    <a:pt x="122048" y="165345"/>
                    <a:pt x="118853" y="167260"/>
                  </a:cubicBezTo>
                  <a:cubicBezTo>
                    <a:pt x="118853" y="167260"/>
                    <a:pt x="118853" y="167260"/>
                    <a:pt x="118853" y="167260"/>
                  </a:cubicBezTo>
                  <a:cubicBezTo>
                    <a:pt x="88181" y="188327"/>
                    <a:pt x="79874" y="229823"/>
                    <a:pt x="100961" y="261105"/>
                  </a:cubicBezTo>
                  <a:cubicBezTo>
                    <a:pt x="122048" y="292386"/>
                    <a:pt x="163582" y="300047"/>
                    <a:pt x="194893" y="278980"/>
                  </a:cubicBezTo>
                  <a:cubicBezTo>
                    <a:pt x="201283" y="274511"/>
                    <a:pt x="207673" y="268766"/>
                    <a:pt x="212146" y="262382"/>
                  </a:cubicBezTo>
                  <a:cubicBezTo>
                    <a:pt x="214063" y="259190"/>
                    <a:pt x="217897" y="258551"/>
                    <a:pt x="221092" y="261105"/>
                  </a:cubicBezTo>
                  <a:cubicBezTo>
                    <a:pt x="223009" y="262382"/>
                    <a:pt x="223648" y="266212"/>
                    <a:pt x="221731" y="269404"/>
                  </a:cubicBezTo>
                  <a:close/>
                  <a:moveTo>
                    <a:pt x="281796" y="268127"/>
                  </a:moveTo>
                  <a:lnTo>
                    <a:pt x="256237" y="276426"/>
                  </a:lnTo>
                  <a:lnTo>
                    <a:pt x="256237" y="276426"/>
                  </a:lnTo>
                  <a:cubicBezTo>
                    <a:pt x="255597" y="276426"/>
                    <a:pt x="254959" y="276426"/>
                    <a:pt x="254320" y="276426"/>
                  </a:cubicBezTo>
                  <a:lnTo>
                    <a:pt x="254320" y="276426"/>
                  </a:lnTo>
                  <a:cubicBezTo>
                    <a:pt x="253680" y="276426"/>
                    <a:pt x="253042" y="276426"/>
                    <a:pt x="252403" y="276426"/>
                  </a:cubicBezTo>
                  <a:lnTo>
                    <a:pt x="251764" y="276426"/>
                  </a:lnTo>
                  <a:cubicBezTo>
                    <a:pt x="251125" y="276426"/>
                    <a:pt x="251125" y="275788"/>
                    <a:pt x="250486" y="275788"/>
                  </a:cubicBezTo>
                  <a:lnTo>
                    <a:pt x="249847" y="275150"/>
                  </a:lnTo>
                  <a:cubicBezTo>
                    <a:pt x="249208" y="275150"/>
                    <a:pt x="249208" y="274511"/>
                    <a:pt x="249208" y="274511"/>
                  </a:cubicBezTo>
                  <a:cubicBezTo>
                    <a:pt x="249208" y="274511"/>
                    <a:pt x="249208" y="273873"/>
                    <a:pt x="248569" y="273873"/>
                  </a:cubicBezTo>
                  <a:cubicBezTo>
                    <a:pt x="248569" y="273234"/>
                    <a:pt x="247930" y="273234"/>
                    <a:pt x="247930" y="272596"/>
                  </a:cubicBezTo>
                  <a:lnTo>
                    <a:pt x="247930" y="272596"/>
                  </a:lnTo>
                  <a:lnTo>
                    <a:pt x="247930" y="272596"/>
                  </a:lnTo>
                  <a:lnTo>
                    <a:pt x="223648" y="191519"/>
                  </a:lnTo>
                  <a:lnTo>
                    <a:pt x="150803" y="191519"/>
                  </a:lnTo>
                  <a:cubicBezTo>
                    <a:pt x="146969" y="191519"/>
                    <a:pt x="144413" y="188966"/>
                    <a:pt x="144413" y="185135"/>
                  </a:cubicBezTo>
                  <a:lnTo>
                    <a:pt x="144413" y="133425"/>
                  </a:lnTo>
                  <a:cubicBezTo>
                    <a:pt x="144413" y="129595"/>
                    <a:pt x="146969" y="127041"/>
                    <a:pt x="150803" y="127041"/>
                  </a:cubicBezTo>
                  <a:cubicBezTo>
                    <a:pt x="154636" y="127041"/>
                    <a:pt x="157192" y="129595"/>
                    <a:pt x="157192" y="133425"/>
                  </a:cubicBezTo>
                  <a:lnTo>
                    <a:pt x="157192" y="144278"/>
                  </a:lnTo>
                  <a:lnTo>
                    <a:pt x="228121" y="144278"/>
                  </a:lnTo>
                  <a:cubicBezTo>
                    <a:pt x="231955" y="144278"/>
                    <a:pt x="234511" y="146832"/>
                    <a:pt x="234511" y="150662"/>
                  </a:cubicBezTo>
                  <a:cubicBezTo>
                    <a:pt x="234511" y="154492"/>
                    <a:pt x="231955" y="157046"/>
                    <a:pt x="228121" y="157046"/>
                  </a:cubicBezTo>
                  <a:lnTo>
                    <a:pt x="157192" y="157046"/>
                  </a:lnTo>
                  <a:lnTo>
                    <a:pt x="157192" y="178752"/>
                  </a:lnTo>
                  <a:lnTo>
                    <a:pt x="228121" y="178752"/>
                  </a:lnTo>
                  <a:lnTo>
                    <a:pt x="228760" y="178752"/>
                  </a:lnTo>
                  <a:cubicBezTo>
                    <a:pt x="229399" y="178752"/>
                    <a:pt x="229399" y="178752"/>
                    <a:pt x="230038" y="178752"/>
                  </a:cubicBezTo>
                  <a:cubicBezTo>
                    <a:pt x="230677" y="178752"/>
                    <a:pt x="230677" y="178752"/>
                    <a:pt x="231316" y="179390"/>
                  </a:cubicBezTo>
                  <a:lnTo>
                    <a:pt x="231955" y="180028"/>
                  </a:lnTo>
                  <a:lnTo>
                    <a:pt x="232594" y="180667"/>
                  </a:lnTo>
                  <a:cubicBezTo>
                    <a:pt x="232594" y="180667"/>
                    <a:pt x="233233" y="181305"/>
                    <a:pt x="233233" y="181944"/>
                  </a:cubicBezTo>
                  <a:cubicBezTo>
                    <a:pt x="233233" y="182582"/>
                    <a:pt x="233872" y="182582"/>
                    <a:pt x="233872" y="183220"/>
                  </a:cubicBezTo>
                  <a:lnTo>
                    <a:pt x="233872" y="183220"/>
                  </a:lnTo>
                  <a:lnTo>
                    <a:pt x="257514" y="263020"/>
                  </a:lnTo>
                  <a:lnTo>
                    <a:pt x="277323" y="256636"/>
                  </a:lnTo>
                  <a:cubicBezTo>
                    <a:pt x="280518" y="255359"/>
                    <a:pt x="284352" y="257274"/>
                    <a:pt x="285630" y="260466"/>
                  </a:cubicBezTo>
                  <a:cubicBezTo>
                    <a:pt x="286908" y="263020"/>
                    <a:pt x="284991" y="266850"/>
                    <a:pt x="281796" y="268127"/>
                  </a:cubicBezTo>
                  <a:lnTo>
                    <a:pt x="281796" y="268127"/>
                  </a:lnTo>
                  <a:close/>
                </a:path>
              </a:pathLst>
            </a:custGeom>
            <a:solidFill>
              <a:srgbClr val="007680"/>
            </a:solidFill>
            <a:ln w="6390" cap="flat">
              <a:noFill/>
              <a:prstDash val="solid"/>
              <a:miter/>
            </a:ln>
          </p:spPr>
          <p:txBody>
            <a:bodyPr rtlCol="0" anchor="ctr"/>
            <a:lstStyle/>
            <a:p>
              <a:endParaRPr lang="en-US"/>
            </a:p>
          </p:txBody>
        </p:sp>
      </p:grpSp>
      <p:grpSp>
        <p:nvGrpSpPr>
          <p:cNvPr id="958" name="Graphic 5">
            <a:extLst>
              <a:ext uri="{FF2B5EF4-FFF2-40B4-BE49-F238E27FC236}">
                <a16:creationId xmlns:a16="http://schemas.microsoft.com/office/drawing/2014/main" id="{E1E5EF7B-CA66-BF44-AC48-124CF3CFC282}"/>
              </a:ext>
            </a:extLst>
          </p:cNvPr>
          <p:cNvGrpSpPr/>
          <p:nvPr/>
        </p:nvGrpSpPr>
        <p:grpSpPr>
          <a:xfrm>
            <a:off x="1515054" y="4793894"/>
            <a:ext cx="362313" cy="361971"/>
            <a:chOff x="1515054" y="4793894"/>
            <a:chExt cx="362313" cy="361971"/>
          </a:xfrm>
          <a:solidFill>
            <a:srgbClr val="007680"/>
          </a:solidFill>
        </p:grpSpPr>
        <p:sp>
          <p:nvSpPr>
            <p:cNvPr id="959" name="Graphic 5">
              <a:extLst>
                <a:ext uri="{FF2B5EF4-FFF2-40B4-BE49-F238E27FC236}">
                  <a16:creationId xmlns:a16="http://schemas.microsoft.com/office/drawing/2014/main" id="{2292D9F7-8810-3444-9A6A-7E25D431DFA1}"/>
                </a:ext>
              </a:extLst>
            </p:cNvPr>
            <p:cNvSpPr/>
            <p:nvPr/>
          </p:nvSpPr>
          <p:spPr>
            <a:xfrm>
              <a:off x="1515054" y="4793894"/>
              <a:ext cx="362313" cy="361971"/>
            </a:xfrm>
            <a:custGeom>
              <a:avLst/>
              <a:gdLst>
                <a:gd name="connsiteX0" fmla="*/ 181474 w 362313"/>
                <a:gd name="connsiteY0" fmla="*/ 0 h 361971"/>
                <a:gd name="connsiteX1" fmla="*/ 0 w 362313"/>
                <a:gd name="connsiteY1" fmla="*/ 180667 h 361971"/>
                <a:gd name="connsiteX2" fmla="*/ 180835 w 362313"/>
                <a:gd name="connsiteY2" fmla="*/ 361972 h 361971"/>
                <a:gd name="connsiteX3" fmla="*/ 362309 w 362313"/>
                <a:gd name="connsiteY3" fmla="*/ 181305 h 361971"/>
                <a:gd name="connsiteX4" fmla="*/ 362309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5 w 362313"/>
                <a:gd name="connsiteY9" fmla="*/ 12768 h 361971"/>
                <a:gd name="connsiteX10" fmla="*/ 349529 w 362313"/>
                <a:gd name="connsiteY10" fmla="*/ 180667 h 361971"/>
                <a:gd name="connsiteX11" fmla="*/ 349529 w 362313"/>
                <a:gd name="connsiteY11" fmla="*/ 180667 h 361971"/>
                <a:gd name="connsiteX12" fmla="*/ 181474 w 362313"/>
                <a:gd name="connsiteY12" fmla="*/ 349204 h 361971"/>
                <a:gd name="connsiteX13" fmla="*/ 181474 w 362313"/>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3"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948" y="81077"/>
                    <a:pt x="281796" y="0"/>
                    <a:pt x="181474" y="0"/>
                  </a:cubicBezTo>
                  <a:lnTo>
                    <a:pt x="181474" y="0"/>
                  </a:ln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960" name="Graphic 5">
              <a:extLst>
                <a:ext uri="{FF2B5EF4-FFF2-40B4-BE49-F238E27FC236}">
                  <a16:creationId xmlns:a16="http://schemas.microsoft.com/office/drawing/2014/main" id="{1E8BD749-07B3-C043-8430-A82FBB1D080D}"/>
                </a:ext>
              </a:extLst>
            </p:cNvPr>
            <p:cNvSpPr/>
            <p:nvPr/>
          </p:nvSpPr>
          <p:spPr>
            <a:xfrm>
              <a:off x="1576397" y="4880586"/>
              <a:ext cx="240188" cy="61416"/>
            </a:xfrm>
            <a:custGeom>
              <a:avLst/>
              <a:gdLst>
                <a:gd name="connsiteX0" fmla="*/ 238345 w 240188"/>
                <a:gd name="connsiteY0" fmla="*/ 50564 h 61416"/>
                <a:gd name="connsiteX1" fmla="*/ 7668 w 240188"/>
                <a:gd name="connsiteY1" fmla="*/ 44819 h 61416"/>
                <a:gd name="connsiteX2" fmla="*/ 1917 w 240188"/>
                <a:gd name="connsiteY2" fmla="*/ 50564 h 61416"/>
                <a:gd name="connsiteX3" fmla="*/ 1917 w 240188"/>
                <a:gd name="connsiteY3" fmla="*/ 59502 h 61416"/>
                <a:gd name="connsiteX4" fmla="*/ 10863 w 240188"/>
                <a:gd name="connsiteY4" fmla="*/ 59502 h 61416"/>
                <a:gd name="connsiteX5" fmla="*/ 10863 w 240188"/>
                <a:gd name="connsiteY5" fmla="*/ 59502 h 61416"/>
                <a:gd name="connsiteX6" fmla="*/ 223648 w 240188"/>
                <a:gd name="connsiteY6" fmla="*/ 54395 h 61416"/>
                <a:gd name="connsiteX7" fmla="*/ 228760 w 240188"/>
                <a:gd name="connsiteY7" fmla="*/ 59502 h 61416"/>
                <a:gd name="connsiteX8" fmla="*/ 233233 w 240188"/>
                <a:gd name="connsiteY8" fmla="*/ 61417 h 61416"/>
                <a:gd name="connsiteX9" fmla="*/ 237706 w 240188"/>
                <a:gd name="connsiteY9" fmla="*/ 59502 h 61416"/>
                <a:gd name="connsiteX10" fmla="*/ 238345 w 240188"/>
                <a:gd name="connsiteY10" fmla="*/ 50564 h 61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188" h="61416">
                  <a:moveTo>
                    <a:pt x="238345" y="50564"/>
                  </a:moveTo>
                  <a:cubicBezTo>
                    <a:pt x="176362" y="-14553"/>
                    <a:pt x="72845" y="-17106"/>
                    <a:pt x="7668" y="44819"/>
                  </a:cubicBezTo>
                  <a:cubicBezTo>
                    <a:pt x="5751" y="46734"/>
                    <a:pt x="3834" y="48649"/>
                    <a:pt x="1917" y="50564"/>
                  </a:cubicBezTo>
                  <a:cubicBezTo>
                    <a:pt x="-639" y="53118"/>
                    <a:pt x="-639" y="56948"/>
                    <a:pt x="1917" y="59502"/>
                  </a:cubicBezTo>
                  <a:cubicBezTo>
                    <a:pt x="4473" y="62055"/>
                    <a:pt x="8307" y="62055"/>
                    <a:pt x="10863" y="59502"/>
                  </a:cubicBezTo>
                  <a:cubicBezTo>
                    <a:pt x="10863" y="59502"/>
                    <a:pt x="10863" y="59502"/>
                    <a:pt x="10863" y="59502"/>
                  </a:cubicBezTo>
                  <a:cubicBezTo>
                    <a:pt x="68372" y="-508"/>
                    <a:pt x="163582" y="-3061"/>
                    <a:pt x="223648" y="54395"/>
                  </a:cubicBezTo>
                  <a:cubicBezTo>
                    <a:pt x="225565" y="56310"/>
                    <a:pt x="227482" y="58225"/>
                    <a:pt x="228760" y="59502"/>
                  </a:cubicBezTo>
                  <a:cubicBezTo>
                    <a:pt x="230038" y="60779"/>
                    <a:pt x="231316" y="61417"/>
                    <a:pt x="233233" y="61417"/>
                  </a:cubicBezTo>
                  <a:cubicBezTo>
                    <a:pt x="235150" y="61417"/>
                    <a:pt x="236428" y="60779"/>
                    <a:pt x="237706" y="59502"/>
                  </a:cubicBezTo>
                  <a:cubicBezTo>
                    <a:pt x="240901" y="56948"/>
                    <a:pt x="240901" y="53118"/>
                    <a:pt x="238345" y="50564"/>
                  </a:cubicBezTo>
                  <a:close/>
                </a:path>
              </a:pathLst>
            </a:custGeom>
            <a:solidFill>
              <a:srgbClr val="007680"/>
            </a:solidFill>
            <a:ln w="6390" cap="flat">
              <a:noFill/>
              <a:prstDash val="solid"/>
              <a:miter/>
            </a:ln>
          </p:spPr>
          <p:txBody>
            <a:bodyPr rtlCol="0" anchor="ctr"/>
            <a:lstStyle/>
            <a:p>
              <a:endParaRPr lang="en-US"/>
            </a:p>
          </p:txBody>
        </p:sp>
        <p:sp>
          <p:nvSpPr>
            <p:cNvPr id="961" name="Graphic 5">
              <a:extLst>
                <a:ext uri="{FF2B5EF4-FFF2-40B4-BE49-F238E27FC236}">
                  <a16:creationId xmlns:a16="http://schemas.microsoft.com/office/drawing/2014/main" id="{0996B40F-4599-3F4F-A45C-9DDCCB843EA2}"/>
                </a:ext>
              </a:extLst>
            </p:cNvPr>
            <p:cNvSpPr/>
            <p:nvPr/>
          </p:nvSpPr>
          <p:spPr>
            <a:xfrm>
              <a:off x="1613459" y="4937534"/>
              <a:ext cx="166777" cy="45326"/>
            </a:xfrm>
            <a:custGeom>
              <a:avLst/>
              <a:gdLst>
                <a:gd name="connsiteX0" fmla="*/ 79235 w 166777"/>
                <a:gd name="connsiteY0" fmla="*/ 0 h 45326"/>
                <a:gd name="connsiteX1" fmla="*/ 1917 w 166777"/>
                <a:gd name="connsiteY1" fmla="*/ 34474 h 45326"/>
                <a:gd name="connsiteX2" fmla="*/ 1917 w 166777"/>
                <a:gd name="connsiteY2" fmla="*/ 43411 h 45326"/>
                <a:gd name="connsiteX3" fmla="*/ 1917 w 166777"/>
                <a:gd name="connsiteY3" fmla="*/ 43411 h 45326"/>
                <a:gd name="connsiteX4" fmla="*/ 10863 w 166777"/>
                <a:gd name="connsiteY4" fmla="*/ 43411 h 45326"/>
                <a:gd name="connsiteX5" fmla="*/ 79235 w 166777"/>
                <a:gd name="connsiteY5" fmla="*/ 12768 h 45326"/>
                <a:gd name="connsiteX6" fmla="*/ 155914 w 166777"/>
                <a:gd name="connsiteY6" fmla="*/ 43411 h 45326"/>
                <a:gd name="connsiteX7" fmla="*/ 160387 w 166777"/>
                <a:gd name="connsiteY7" fmla="*/ 45327 h 45326"/>
                <a:gd name="connsiteX8" fmla="*/ 164860 w 166777"/>
                <a:gd name="connsiteY8" fmla="*/ 43411 h 45326"/>
                <a:gd name="connsiteX9" fmla="*/ 164860 w 166777"/>
                <a:gd name="connsiteY9" fmla="*/ 34474 h 45326"/>
                <a:gd name="connsiteX10" fmla="*/ 164860 w 166777"/>
                <a:gd name="connsiteY10" fmla="*/ 34474 h 45326"/>
                <a:gd name="connsiteX11" fmla="*/ 79235 w 166777"/>
                <a:gd name="connsiteY11" fmla="*/ 0 h 45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777" h="45326">
                  <a:moveTo>
                    <a:pt x="79235" y="0"/>
                  </a:moveTo>
                  <a:cubicBezTo>
                    <a:pt x="49841" y="0"/>
                    <a:pt x="24921" y="10853"/>
                    <a:pt x="1917" y="34474"/>
                  </a:cubicBezTo>
                  <a:cubicBezTo>
                    <a:pt x="-639" y="37027"/>
                    <a:pt x="-639" y="40858"/>
                    <a:pt x="1917" y="43411"/>
                  </a:cubicBezTo>
                  <a:cubicBezTo>
                    <a:pt x="1917" y="43411"/>
                    <a:pt x="1917" y="43411"/>
                    <a:pt x="1917" y="43411"/>
                  </a:cubicBezTo>
                  <a:cubicBezTo>
                    <a:pt x="4473" y="45965"/>
                    <a:pt x="8307" y="45965"/>
                    <a:pt x="10863" y="43411"/>
                  </a:cubicBezTo>
                  <a:cubicBezTo>
                    <a:pt x="31950" y="22344"/>
                    <a:pt x="53675" y="12768"/>
                    <a:pt x="79235" y="12768"/>
                  </a:cubicBezTo>
                  <a:cubicBezTo>
                    <a:pt x="107990" y="12768"/>
                    <a:pt x="135467" y="23621"/>
                    <a:pt x="155914" y="43411"/>
                  </a:cubicBezTo>
                  <a:cubicBezTo>
                    <a:pt x="157193" y="44688"/>
                    <a:pt x="158470" y="45327"/>
                    <a:pt x="160387" y="45327"/>
                  </a:cubicBezTo>
                  <a:cubicBezTo>
                    <a:pt x="162304" y="45327"/>
                    <a:pt x="163582" y="44688"/>
                    <a:pt x="164860" y="43411"/>
                  </a:cubicBezTo>
                  <a:cubicBezTo>
                    <a:pt x="167416" y="40858"/>
                    <a:pt x="167416" y="37027"/>
                    <a:pt x="164860" y="34474"/>
                  </a:cubicBezTo>
                  <a:cubicBezTo>
                    <a:pt x="164860" y="34474"/>
                    <a:pt x="164860" y="34474"/>
                    <a:pt x="164860" y="34474"/>
                  </a:cubicBezTo>
                  <a:cubicBezTo>
                    <a:pt x="141857" y="12130"/>
                    <a:pt x="111185" y="0"/>
                    <a:pt x="79235" y="0"/>
                  </a:cubicBezTo>
                  <a:close/>
                </a:path>
              </a:pathLst>
            </a:custGeom>
            <a:solidFill>
              <a:srgbClr val="007680"/>
            </a:solidFill>
            <a:ln w="6390" cap="flat">
              <a:noFill/>
              <a:prstDash val="solid"/>
              <a:miter/>
            </a:ln>
          </p:spPr>
          <p:txBody>
            <a:bodyPr rtlCol="0" anchor="ctr"/>
            <a:lstStyle/>
            <a:p>
              <a:endParaRPr lang="en-US"/>
            </a:p>
          </p:txBody>
        </p:sp>
        <p:sp>
          <p:nvSpPr>
            <p:cNvPr id="962" name="Graphic 5">
              <a:extLst>
                <a:ext uri="{FF2B5EF4-FFF2-40B4-BE49-F238E27FC236}">
                  <a16:creationId xmlns:a16="http://schemas.microsoft.com/office/drawing/2014/main" id="{E165645C-2B09-8242-A5E8-114BF1B9FFCD}"/>
                </a:ext>
              </a:extLst>
            </p:cNvPr>
            <p:cNvSpPr/>
            <p:nvPr/>
          </p:nvSpPr>
          <p:spPr>
            <a:xfrm>
              <a:off x="1649242" y="4994352"/>
              <a:ext cx="93932" cy="28727"/>
            </a:xfrm>
            <a:custGeom>
              <a:avLst/>
              <a:gdLst>
                <a:gd name="connsiteX0" fmla="*/ 47286 w 93932"/>
                <a:gd name="connsiteY0" fmla="*/ 0 h 28727"/>
                <a:gd name="connsiteX1" fmla="*/ 1917 w 93932"/>
                <a:gd name="connsiteY1" fmla="*/ 17875 h 28727"/>
                <a:gd name="connsiteX2" fmla="*/ 1917 w 93932"/>
                <a:gd name="connsiteY2" fmla="*/ 26813 h 28727"/>
                <a:gd name="connsiteX3" fmla="*/ 1917 w 93932"/>
                <a:gd name="connsiteY3" fmla="*/ 26813 h 28727"/>
                <a:gd name="connsiteX4" fmla="*/ 10863 w 93932"/>
                <a:gd name="connsiteY4" fmla="*/ 26813 h 28727"/>
                <a:gd name="connsiteX5" fmla="*/ 10863 w 93932"/>
                <a:gd name="connsiteY5" fmla="*/ 26813 h 28727"/>
                <a:gd name="connsiteX6" fmla="*/ 83069 w 93932"/>
                <a:gd name="connsiteY6" fmla="*/ 26813 h 28727"/>
                <a:gd name="connsiteX7" fmla="*/ 92015 w 93932"/>
                <a:gd name="connsiteY7" fmla="*/ 26813 h 28727"/>
                <a:gd name="connsiteX8" fmla="*/ 92015 w 93932"/>
                <a:gd name="connsiteY8" fmla="*/ 17875 h 28727"/>
                <a:gd name="connsiteX9" fmla="*/ 92015 w 93932"/>
                <a:gd name="connsiteY9" fmla="*/ 17875 h 28727"/>
                <a:gd name="connsiteX10" fmla="*/ 47286 w 93932"/>
                <a:gd name="connsiteY10" fmla="*/ 0 h 28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3932" h="28727">
                  <a:moveTo>
                    <a:pt x="47286" y="0"/>
                  </a:moveTo>
                  <a:cubicBezTo>
                    <a:pt x="30672" y="0"/>
                    <a:pt x="14058" y="6384"/>
                    <a:pt x="1917" y="17875"/>
                  </a:cubicBezTo>
                  <a:cubicBezTo>
                    <a:pt x="-639" y="20429"/>
                    <a:pt x="-639" y="24259"/>
                    <a:pt x="1917" y="26813"/>
                  </a:cubicBezTo>
                  <a:cubicBezTo>
                    <a:pt x="1917" y="26813"/>
                    <a:pt x="1917" y="26813"/>
                    <a:pt x="1917" y="26813"/>
                  </a:cubicBezTo>
                  <a:cubicBezTo>
                    <a:pt x="4473" y="29366"/>
                    <a:pt x="8307" y="29366"/>
                    <a:pt x="10863" y="26813"/>
                  </a:cubicBezTo>
                  <a:cubicBezTo>
                    <a:pt x="10863" y="26813"/>
                    <a:pt x="10863" y="26813"/>
                    <a:pt x="10863" y="26813"/>
                  </a:cubicBezTo>
                  <a:cubicBezTo>
                    <a:pt x="31311" y="7661"/>
                    <a:pt x="62621" y="7661"/>
                    <a:pt x="83069" y="26813"/>
                  </a:cubicBezTo>
                  <a:cubicBezTo>
                    <a:pt x="85625" y="29366"/>
                    <a:pt x="89459" y="29366"/>
                    <a:pt x="92015" y="26813"/>
                  </a:cubicBezTo>
                  <a:cubicBezTo>
                    <a:pt x="94571" y="24259"/>
                    <a:pt x="94571" y="20429"/>
                    <a:pt x="92015" y="17875"/>
                  </a:cubicBezTo>
                  <a:cubicBezTo>
                    <a:pt x="92015" y="17875"/>
                    <a:pt x="92015" y="17875"/>
                    <a:pt x="92015" y="17875"/>
                  </a:cubicBezTo>
                  <a:cubicBezTo>
                    <a:pt x="80513" y="6384"/>
                    <a:pt x="63899" y="0"/>
                    <a:pt x="47286" y="0"/>
                  </a:cubicBezTo>
                  <a:close/>
                </a:path>
              </a:pathLst>
            </a:custGeom>
            <a:solidFill>
              <a:srgbClr val="007680"/>
            </a:solidFill>
            <a:ln w="6390" cap="flat">
              <a:noFill/>
              <a:prstDash val="solid"/>
              <a:miter/>
            </a:ln>
          </p:spPr>
          <p:txBody>
            <a:bodyPr rtlCol="0" anchor="ctr"/>
            <a:lstStyle/>
            <a:p>
              <a:endParaRPr lang="en-US"/>
            </a:p>
          </p:txBody>
        </p:sp>
        <p:sp>
          <p:nvSpPr>
            <p:cNvPr id="963" name="Graphic 5">
              <a:extLst>
                <a:ext uri="{FF2B5EF4-FFF2-40B4-BE49-F238E27FC236}">
                  <a16:creationId xmlns:a16="http://schemas.microsoft.com/office/drawing/2014/main" id="{C4B6CBB0-C60E-FD4D-A896-42DBFD509057}"/>
                </a:ext>
              </a:extLst>
            </p:cNvPr>
            <p:cNvSpPr/>
            <p:nvPr/>
          </p:nvSpPr>
          <p:spPr>
            <a:xfrm>
              <a:off x="1685026" y="5045423"/>
              <a:ext cx="23003" cy="22982"/>
            </a:xfrm>
            <a:custGeom>
              <a:avLst/>
              <a:gdLst>
                <a:gd name="connsiteX0" fmla="*/ 11502 w 23003"/>
                <a:gd name="connsiteY0" fmla="*/ 0 h 22982"/>
                <a:gd name="connsiteX1" fmla="*/ 0 w 23003"/>
                <a:gd name="connsiteY1" fmla="*/ 11491 h 22982"/>
                <a:gd name="connsiteX2" fmla="*/ 11502 w 23003"/>
                <a:gd name="connsiteY2" fmla="*/ 22982 h 22982"/>
                <a:gd name="connsiteX3" fmla="*/ 23004 w 23003"/>
                <a:gd name="connsiteY3" fmla="*/ 11491 h 22982"/>
                <a:gd name="connsiteX4" fmla="*/ 23004 w 23003"/>
                <a:gd name="connsiteY4" fmla="*/ 11491 h 22982"/>
                <a:gd name="connsiteX5" fmla="*/ 11502 w 23003"/>
                <a:gd name="connsiteY5" fmla="*/ 0 h 2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03" h="22982">
                  <a:moveTo>
                    <a:pt x="11502" y="0"/>
                  </a:moveTo>
                  <a:cubicBezTo>
                    <a:pt x="5112" y="0"/>
                    <a:pt x="0" y="5107"/>
                    <a:pt x="0" y="11491"/>
                  </a:cubicBezTo>
                  <a:cubicBezTo>
                    <a:pt x="0" y="17875"/>
                    <a:pt x="5112" y="22982"/>
                    <a:pt x="11502" y="22982"/>
                  </a:cubicBezTo>
                  <a:cubicBezTo>
                    <a:pt x="17892" y="22982"/>
                    <a:pt x="23004" y="17875"/>
                    <a:pt x="23004" y="11491"/>
                  </a:cubicBezTo>
                  <a:lnTo>
                    <a:pt x="23004" y="11491"/>
                  </a:lnTo>
                  <a:cubicBezTo>
                    <a:pt x="23004" y="5745"/>
                    <a:pt x="17892" y="0"/>
                    <a:pt x="11502" y="0"/>
                  </a:cubicBezTo>
                  <a:close/>
                </a:path>
              </a:pathLst>
            </a:custGeom>
            <a:solidFill>
              <a:srgbClr val="007680"/>
            </a:solidFill>
            <a:ln w="6390" cap="flat">
              <a:noFill/>
              <a:prstDash val="solid"/>
              <a:miter/>
            </a:ln>
          </p:spPr>
          <p:txBody>
            <a:bodyPr rtlCol="0" anchor="ctr"/>
            <a:lstStyle/>
            <a:p>
              <a:endParaRPr lang="en-US"/>
            </a:p>
          </p:txBody>
        </p:sp>
      </p:grpSp>
      <p:grpSp>
        <p:nvGrpSpPr>
          <p:cNvPr id="964" name="Graphic 5">
            <a:extLst>
              <a:ext uri="{FF2B5EF4-FFF2-40B4-BE49-F238E27FC236}">
                <a16:creationId xmlns:a16="http://schemas.microsoft.com/office/drawing/2014/main" id="{E182C218-82DB-174C-BD44-882FF8ADC2FA}"/>
              </a:ext>
            </a:extLst>
          </p:cNvPr>
          <p:cNvGrpSpPr/>
          <p:nvPr/>
        </p:nvGrpSpPr>
        <p:grpSpPr>
          <a:xfrm>
            <a:off x="4661459" y="4309350"/>
            <a:ext cx="362313" cy="361971"/>
            <a:chOff x="4661459" y="4309350"/>
            <a:chExt cx="362313" cy="361971"/>
          </a:xfrm>
          <a:solidFill>
            <a:srgbClr val="007680"/>
          </a:solidFill>
        </p:grpSpPr>
        <p:sp>
          <p:nvSpPr>
            <p:cNvPr id="965" name="Graphic 5">
              <a:extLst>
                <a:ext uri="{FF2B5EF4-FFF2-40B4-BE49-F238E27FC236}">
                  <a16:creationId xmlns:a16="http://schemas.microsoft.com/office/drawing/2014/main" id="{559D3CEF-D60A-834A-ADA4-B01162E7DFC4}"/>
                </a:ext>
              </a:extLst>
            </p:cNvPr>
            <p:cNvSpPr/>
            <p:nvPr/>
          </p:nvSpPr>
          <p:spPr>
            <a:xfrm>
              <a:off x="4661459" y="4309350"/>
              <a:ext cx="362313" cy="361971"/>
            </a:xfrm>
            <a:custGeom>
              <a:avLst/>
              <a:gdLst>
                <a:gd name="connsiteX0" fmla="*/ 181474 w 362313"/>
                <a:gd name="connsiteY0" fmla="*/ 0 h 361971"/>
                <a:gd name="connsiteX1" fmla="*/ 0 w 362313"/>
                <a:gd name="connsiteY1" fmla="*/ 180667 h 361971"/>
                <a:gd name="connsiteX2" fmla="*/ 180835 w 362313"/>
                <a:gd name="connsiteY2" fmla="*/ 361971 h 361971"/>
                <a:gd name="connsiteX3" fmla="*/ 362310 w 362313"/>
                <a:gd name="connsiteY3" fmla="*/ 181305 h 361971"/>
                <a:gd name="connsiteX4" fmla="*/ 362310 w 362313"/>
                <a:gd name="connsiteY4" fmla="*/ 181305 h 361971"/>
                <a:gd name="connsiteX5" fmla="*/ 181474 w 362313"/>
                <a:gd name="connsiteY5" fmla="*/ 0 h 361971"/>
                <a:gd name="connsiteX6" fmla="*/ 181474 w 362313"/>
                <a:gd name="connsiteY6" fmla="*/ 0 h 361971"/>
                <a:gd name="connsiteX7" fmla="*/ 181474 w 362313"/>
                <a:gd name="connsiteY7" fmla="*/ 349204 h 361971"/>
                <a:gd name="connsiteX8" fmla="*/ 12780 w 362313"/>
                <a:gd name="connsiteY8" fmla="*/ 181305 h 361971"/>
                <a:gd name="connsiteX9" fmla="*/ 180835 w 362313"/>
                <a:gd name="connsiteY9" fmla="*/ 12768 h 361971"/>
                <a:gd name="connsiteX10" fmla="*/ 349530 w 362313"/>
                <a:gd name="connsiteY10" fmla="*/ 180667 h 361971"/>
                <a:gd name="connsiteX11" fmla="*/ 349530 w 362313"/>
                <a:gd name="connsiteY11" fmla="*/ 180667 h 361971"/>
                <a:gd name="connsiteX12" fmla="*/ 181474 w 362313"/>
                <a:gd name="connsiteY12" fmla="*/ 349204 h 361971"/>
                <a:gd name="connsiteX13" fmla="*/ 181474 w 362313"/>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313" h="361971">
                  <a:moveTo>
                    <a:pt x="181474" y="0"/>
                  </a:moveTo>
                  <a:cubicBezTo>
                    <a:pt x="81152" y="0"/>
                    <a:pt x="0" y="81076"/>
                    <a:pt x="0" y="180667"/>
                  </a:cubicBezTo>
                  <a:cubicBezTo>
                    <a:pt x="0" y="280257"/>
                    <a:pt x="81152" y="361971"/>
                    <a:pt x="180835" y="361971"/>
                  </a:cubicBezTo>
                  <a:cubicBezTo>
                    <a:pt x="280518" y="361971"/>
                    <a:pt x="362310" y="280895"/>
                    <a:pt x="362310" y="181305"/>
                  </a:cubicBezTo>
                  <a:lnTo>
                    <a:pt x="362310" y="181305"/>
                  </a:lnTo>
                  <a:cubicBezTo>
                    <a:pt x="362948" y="81076"/>
                    <a:pt x="281796" y="0"/>
                    <a:pt x="181474" y="0"/>
                  </a:cubicBezTo>
                  <a:cubicBezTo>
                    <a:pt x="182113" y="0"/>
                    <a:pt x="181474" y="0"/>
                    <a:pt x="181474" y="0"/>
                  </a:cubicBezTo>
                  <a:close/>
                  <a:moveTo>
                    <a:pt x="181474" y="349204"/>
                  </a:moveTo>
                  <a:cubicBezTo>
                    <a:pt x="88181" y="349204"/>
                    <a:pt x="12780" y="273873"/>
                    <a:pt x="12780" y="181305"/>
                  </a:cubicBezTo>
                  <a:cubicBezTo>
                    <a:pt x="12780" y="88737"/>
                    <a:pt x="88181" y="12768"/>
                    <a:pt x="180835" y="12768"/>
                  </a:cubicBezTo>
                  <a:cubicBezTo>
                    <a:pt x="274128" y="12768"/>
                    <a:pt x="349530" y="88099"/>
                    <a:pt x="349530" y="180667"/>
                  </a:cubicBezTo>
                  <a:lnTo>
                    <a:pt x="349530" y="180667"/>
                  </a:lnTo>
                  <a:cubicBezTo>
                    <a:pt x="350168" y="273873"/>
                    <a:pt x="274767"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966" name="Graphic 5">
              <a:extLst>
                <a:ext uri="{FF2B5EF4-FFF2-40B4-BE49-F238E27FC236}">
                  <a16:creationId xmlns:a16="http://schemas.microsoft.com/office/drawing/2014/main" id="{1467BC53-CE34-B74F-8A27-6CA371108649}"/>
                </a:ext>
              </a:extLst>
            </p:cNvPr>
            <p:cNvSpPr/>
            <p:nvPr/>
          </p:nvSpPr>
          <p:spPr>
            <a:xfrm>
              <a:off x="4800509" y="4430007"/>
              <a:ext cx="84848" cy="191519"/>
            </a:xfrm>
            <a:custGeom>
              <a:avLst/>
              <a:gdLst>
                <a:gd name="connsiteX0" fmla="*/ 57760 w 84848"/>
                <a:gd name="connsiteY0" fmla="*/ 5107 h 191519"/>
                <a:gd name="connsiteX1" fmla="*/ 51370 w 84848"/>
                <a:gd name="connsiteY1" fmla="*/ 0 h 191519"/>
                <a:gd name="connsiteX2" fmla="*/ 33478 w 84848"/>
                <a:gd name="connsiteY2" fmla="*/ 0 h 191519"/>
                <a:gd name="connsiteX3" fmla="*/ 27088 w 84848"/>
                <a:gd name="connsiteY3" fmla="*/ 5107 h 191519"/>
                <a:gd name="connsiteX4" fmla="*/ 251 w 84848"/>
                <a:gd name="connsiteY4" fmla="*/ 112358 h 191519"/>
                <a:gd name="connsiteX5" fmla="*/ 1529 w 84848"/>
                <a:gd name="connsiteY5" fmla="*/ 117465 h 191519"/>
                <a:gd name="connsiteX6" fmla="*/ 6641 w 84848"/>
                <a:gd name="connsiteY6" fmla="*/ 120019 h 191519"/>
                <a:gd name="connsiteX7" fmla="*/ 18142 w 84848"/>
                <a:gd name="connsiteY7" fmla="*/ 120019 h 191519"/>
                <a:gd name="connsiteX8" fmla="*/ 18142 w 84848"/>
                <a:gd name="connsiteY8" fmla="*/ 185135 h 191519"/>
                <a:gd name="connsiteX9" fmla="*/ 24532 w 84848"/>
                <a:gd name="connsiteY9" fmla="*/ 191519 h 191519"/>
                <a:gd name="connsiteX10" fmla="*/ 30922 w 84848"/>
                <a:gd name="connsiteY10" fmla="*/ 185135 h 191519"/>
                <a:gd name="connsiteX11" fmla="*/ 30922 w 84848"/>
                <a:gd name="connsiteY11" fmla="*/ 120019 h 191519"/>
                <a:gd name="connsiteX12" fmla="*/ 53926 w 84848"/>
                <a:gd name="connsiteY12" fmla="*/ 120019 h 191519"/>
                <a:gd name="connsiteX13" fmla="*/ 53926 w 84848"/>
                <a:gd name="connsiteY13" fmla="*/ 185135 h 191519"/>
                <a:gd name="connsiteX14" fmla="*/ 60316 w 84848"/>
                <a:gd name="connsiteY14" fmla="*/ 191519 h 191519"/>
                <a:gd name="connsiteX15" fmla="*/ 66706 w 84848"/>
                <a:gd name="connsiteY15" fmla="*/ 185135 h 191519"/>
                <a:gd name="connsiteX16" fmla="*/ 66706 w 84848"/>
                <a:gd name="connsiteY16" fmla="*/ 120019 h 191519"/>
                <a:gd name="connsiteX17" fmla="*/ 78208 w 84848"/>
                <a:gd name="connsiteY17" fmla="*/ 120019 h 191519"/>
                <a:gd name="connsiteX18" fmla="*/ 83320 w 84848"/>
                <a:gd name="connsiteY18" fmla="*/ 117465 h 191519"/>
                <a:gd name="connsiteX19" fmla="*/ 84598 w 84848"/>
                <a:gd name="connsiteY19" fmla="*/ 112358 h 191519"/>
                <a:gd name="connsiteX20" fmla="*/ 57760 w 84848"/>
                <a:gd name="connsiteY20" fmla="*/ 5107 h 191519"/>
                <a:gd name="connsiteX21" fmla="*/ 14947 w 84848"/>
                <a:gd name="connsiteY21" fmla="*/ 107251 h 191519"/>
                <a:gd name="connsiteX22" fmla="*/ 38590 w 84848"/>
                <a:gd name="connsiteY22" fmla="*/ 12768 h 191519"/>
                <a:gd name="connsiteX23" fmla="*/ 46258 w 84848"/>
                <a:gd name="connsiteY23" fmla="*/ 12768 h 191519"/>
                <a:gd name="connsiteX24" fmla="*/ 69901 w 84848"/>
                <a:gd name="connsiteY24" fmla="*/ 107251 h 191519"/>
                <a:gd name="connsiteX25" fmla="*/ 14947 w 84848"/>
                <a:gd name="connsiteY25" fmla="*/ 107251 h 191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4848" h="191519">
                  <a:moveTo>
                    <a:pt x="57760" y="5107"/>
                  </a:moveTo>
                  <a:cubicBezTo>
                    <a:pt x="57121" y="1915"/>
                    <a:pt x="54565" y="0"/>
                    <a:pt x="51370" y="0"/>
                  </a:cubicBezTo>
                  <a:lnTo>
                    <a:pt x="33478" y="0"/>
                  </a:lnTo>
                  <a:cubicBezTo>
                    <a:pt x="30283" y="0"/>
                    <a:pt x="27727" y="1915"/>
                    <a:pt x="27088" y="5107"/>
                  </a:cubicBezTo>
                  <a:lnTo>
                    <a:pt x="251" y="112358"/>
                  </a:lnTo>
                  <a:cubicBezTo>
                    <a:pt x="-388" y="114273"/>
                    <a:pt x="251" y="116189"/>
                    <a:pt x="1529" y="117465"/>
                  </a:cubicBezTo>
                  <a:cubicBezTo>
                    <a:pt x="2807" y="118742"/>
                    <a:pt x="4724" y="120019"/>
                    <a:pt x="6641" y="120019"/>
                  </a:cubicBezTo>
                  <a:lnTo>
                    <a:pt x="18142" y="120019"/>
                  </a:lnTo>
                  <a:lnTo>
                    <a:pt x="18142" y="185135"/>
                  </a:lnTo>
                  <a:cubicBezTo>
                    <a:pt x="18142" y="188966"/>
                    <a:pt x="20698" y="191519"/>
                    <a:pt x="24532" y="191519"/>
                  </a:cubicBezTo>
                  <a:cubicBezTo>
                    <a:pt x="28366" y="191519"/>
                    <a:pt x="30922" y="188966"/>
                    <a:pt x="30922" y="185135"/>
                  </a:cubicBezTo>
                  <a:lnTo>
                    <a:pt x="30922" y="120019"/>
                  </a:lnTo>
                  <a:lnTo>
                    <a:pt x="53926" y="120019"/>
                  </a:lnTo>
                  <a:lnTo>
                    <a:pt x="53926" y="185135"/>
                  </a:lnTo>
                  <a:cubicBezTo>
                    <a:pt x="53926" y="188966"/>
                    <a:pt x="56482" y="191519"/>
                    <a:pt x="60316" y="191519"/>
                  </a:cubicBezTo>
                  <a:cubicBezTo>
                    <a:pt x="64150" y="191519"/>
                    <a:pt x="66706" y="188966"/>
                    <a:pt x="66706" y="185135"/>
                  </a:cubicBezTo>
                  <a:lnTo>
                    <a:pt x="66706" y="120019"/>
                  </a:lnTo>
                  <a:lnTo>
                    <a:pt x="78208" y="120019"/>
                  </a:lnTo>
                  <a:cubicBezTo>
                    <a:pt x="80125" y="120019"/>
                    <a:pt x="82042" y="119381"/>
                    <a:pt x="83320" y="117465"/>
                  </a:cubicBezTo>
                  <a:cubicBezTo>
                    <a:pt x="84598" y="116189"/>
                    <a:pt x="85237" y="113635"/>
                    <a:pt x="84598" y="112358"/>
                  </a:cubicBezTo>
                  <a:lnTo>
                    <a:pt x="57760" y="5107"/>
                  </a:lnTo>
                  <a:close/>
                  <a:moveTo>
                    <a:pt x="14947" y="107251"/>
                  </a:moveTo>
                  <a:lnTo>
                    <a:pt x="38590" y="12768"/>
                  </a:lnTo>
                  <a:lnTo>
                    <a:pt x="46258" y="12768"/>
                  </a:lnTo>
                  <a:lnTo>
                    <a:pt x="69901" y="107251"/>
                  </a:lnTo>
                  <a:lnTo>
                    <a:pt x="14947" y="107251"/>
                  </a:lnTo>
                  <a:close/>
                </a:path>
              </a:pathLst>
            </a:custGeom>
            <a:solidFill>
              <a:srgbClr val="007680"/>
            </a:solidFill>
            <a:ln w="6390" cap="flat">
              <a:noFill/>
              <a:prstDash val="solid"/>
              <a:miter/>
            </a:ln>
          </p:spPr>
          <p:txBody>
            <a:bodyPr rtlCol="0" anchor="ctr"/>
            <a:lstStyle/>
            <a:p>
              <a:endParaRPr lang="en-US"/>
            </a:p>
          </p:txBody>
        </p:sp>
        <p:sp>
          <p:nvSpPr>
            <p:cNvPr id="967" name="Graphic 5">
              <a:extLst>
                <a:ext uri="{FF2B5EF4-FFF2-40B4-BE49-F238E27FC236}">
                  <a16:creationId xmlns:a16="http://schemas.microsoft.com/office/drawing/2014/main" id="{95695890-6C26-BF41-B754-698B87D22BE3}"/>
                </a:ext>
              </a:extLst>
            </p:cNvPr>
            <p:cNvSpPr/>
            <p:nvPr/>
          </p:nvSpPr>
          <p:spPr>
            <a:xfrm>
              <a:off x="4818651" y="4359145"/>
              <a:ext cx="48563" cy="48518"/>
            </a:xfrm>
            <a:custGeom>
              <a:avLst/>
              <a:gdLst>
                <a:gd name="connsiteX0" fmla="*/ 24282 w 48563"/>
                <a:gd name="connsiteY0" fmla="*/ 48518 h 48518"/>
                <a:gd name="connsiteX1" fmla="*/ 48564 w 48563"/>
                <a:gd name="connsiteY1" fmla="*/ 24259 h 48518"/>
                <a:gd name="connsiteX2" fmla="*/ 24282 w 48563"/>
                <a:gd name="connsiteY2" fmla="*/ 0 h 48518"/>
                <a:gd name="connsiteX3" fmla="*/ 0 w 48563"/>
                <a:gd name="connsiteY3" fmla="*/ 24259 h 48518"/>
                <a:gd name="connsiteX4" fmla="*/ 0 w 48563"/>
                <a:gd name="connsiteY4" fmla="*/ 24259 h 48518"/>
                <a:gd name="connsiteX5" fmla="*/ 24282 w 48563"/>
                <a:gd name="connsiteY5" fmla="*/ 48518 h 48518"/>
                <a:gd name="connsiteX6" fmla="*/ 24282 w 48563"/>
                <a:gd name="connsiteY6" fmla="*/ 12768 h 48518"/>
                <a:gd name="connsiteX7" fmla="*/ 35784 w 48563"/>
                <a:gd name="connsiteY7" fmla="*/ 24259 h 48518"/>
                <a:gd name="connsiteX8" fmla="*/ 24282 w 48563"/>
                <a:gd name="connsiteY8" fmla="*/ 35750 h 48518"/>
                <a:gd name="connsiteX9" fmla="*/ 12780 w 48563"/>
                <a:gd name="connsiteY9" fmla="*/ 24259 h 48518"/>
                <a:gd name="connsiteX10" fmla="*/ 12780 w 48563"/>
                <a:gd name="connsiteY10" fmla="*/ 24259 h 48518"/>
                <a:gd name="connsiteX11" fmla="*/ 24282 w 48563"/>
                <a:gd name="connsiteY11" fmla="*/ 12768 h 4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563" h="48518">
                  <a:moveTo>
                    <a:pt x="24282" y="48518"/>
                  </a:moveTo>
                  <a:cubicBezTo>
                    <a:pt x="37701" y="48518"/>
                    <a:pt x="48564" y="37665"/>
                    <a:pt x="48564" y="24259"/>
                  </a:cubicBezTo>
                  <a:cubicBezTo>
                    <a:pt x="48564" y="10853"/>
                    <a:pt x="37701" y="0"/>
                    <a:pt x="24282" y="0"/>
                  </a:cubicBezTo>
                  <a:cubicBezTo>
                    <a:pt x="10863" y="0"/>
                    <a:pt x="0" y="10853"/>
                    <a:pt x="0" y="24259"/>
                  </a:cubicBezTo>
                  <a:lnTo>
                    <a:pt x="0" y="24259"/>
                  </a:lnTo>
                  <a:cubicBezTo>
                    <a:pt x="0" y="37027"/>
                    <a:pt x="10863" y="48518"/>
                    <a:pt x="24282" y="48518"/>
                  </a:cubicBezTo>
                  <a:close/>
                  <a:moveTo>
                    <a:pt x="24282" y="12768"/>
                  </a:moveTo>
                  <a:cubicBezTo>
                    <a:pt x="30672" y="12768"/>
                    <a:pt x="35784" y="17875"/>
                    <a:pt x="35784" y="24259"/>
                  </a:cubicBezTo>
                  <a:cubicBezTo>
                    <a:pt x="35784" y="30643"/>
                    <a:pt x="30672" y="35750"/>
                    <a:pt x="24282" y="35750"/>
                  </a:cubicBezTo>
                  <a:cubicBezTo>
                    <a:pt x="17892" y="35750"/>
                    <a:pt x="12780" y="30643"/>
                    <a:pt x="12780" y="24259"/>
                  </a:cubicBezTo>
                  <a:lnTo>
                    <a:pt x="12780" y="24259"/>
                  </a:lnTo>
                  <a:cubicBezTo>
                    <a:pt x="12780" y="17875"/>
                    <a:pt x="17892" y="12768"/>
                    <a:pt x="24282" y="12768"/>
                  </a:cubicBezTo>
                  <a:close/>
                </a:path>
              </a:pathLst>
            </a:custGeom>
            <a:solidFill>
              <a:srgbClr val="007680"/>
            </a:solidFill>
            <a:ln w="6390" cap="flat">
              <a:noFill/>
              <a:prstDash val="solid"/>
              <a:miter/>
            </a:ln>
          </p:spPr>
          <p:txBody>
            <a:bodyPr rtlCol="0" anchor="ctr"/>
            <a:lstStyle/>
            <a:p>
              <a:endParaRPr lang="en-US"/>
            </a:p>
          </p:txBody>
        </p:sp>
      </p:grpSp>
      <p:grpSp>
        <p:nvGrpSpPr>
          <p:cNvPr id="968" name="Graphic 5">
            <a:extLst>
              <a:ext uri="{FF2B5EF4-FFF2-40B4-BE49-F238E27FC236}">
                <a16:creationId xmlns:a16="http://schemas.microsoft.com/office/drawing/2014/main" id="{68B21A60-7166-5641-BFC4-8181490B911C}"/>
              </a:ext>
            </a:extLst>
          </p:cNvPr>
          <p:cNvGrpSpPr/>
          <p:nvPr/>
        </p:nvGrpSpPr>
        <p:grpSpPr>
          <a:xfrm>
            <a:off x="1953403" y="918817"/>
            <a:ext cx="362948" cy="361971"/>
            <a:chOff x="1953403" y="918817"/>
            <a:chExt cx="362948" cy="361971"/>
          </a:xfrm>
          <a:solidFill>
            <a:srgbClr val="007680"/>
          </a:solidFill>
        </p:grpSpPr>
        <p:sp>
          <p:nvSpPr>
            <p:cNvPr id="969" name="Graphic 5">
              <a:extLst>
                <a:ext uri="{FF2B5EF4-FFF2-40B4-BE49-F238E27FC236}">
                  <a16:creationId xmlns:a16="http://schemas.microsoft.com/office/drawing/2014/main" id="{1B48F103-28A7-5D40-B16C-0CCF01CFE897}"/>
                </a:ext>
              </a:extLst>
            </p:cNvPr>
            <p:cNvSpPr/>
            <p:nvPr/>
          </p:nvSpPr>
          <p:spPr>
            <a:xfrm>
              <a:off x="2035194" y="1022876"/>
              <a:ext cx="198727" cy="17875"/>
            </a:xfrm>
            <a:custGeom>
              <a:avLst/>
              <a:gdLst>
                <a:gd name="connsiteX0" fmla="*/ 0 w 198727"/>
                <a:gd name="connsiteY0" fmla="*/ 17875 h 17875"/>
                <a:gd name="connsiteX1" fmla="*/ 8946 w 198727"/>
                <a:gd name="connsiteY1" fmla="*/ 17875 h 17875"/>
                <a:gd name="connsiteX2" fmla="*/ 189781 w 198727"/>
                <a:gd name="connsiteY2" fmla="*/ 17875 h 17875"/>
                <a:gd name="connsiteX3" fmla="*/ 198727 w 198727"/>
                <a:gd name="connsiteY3" fmla="*/ 17875 h 17875"/>
                <a:gd name="connsiteX4" fmla="*/ 198727 w 198727"/>
                <a:gd name="connsiteY4" fmla="*/ 0 h 17875"/>
                <a:gd name="connsiteX5" fmla="*/ 0 w 198727"/>
                <a:gd name="connsiteY5" fmla="*/ 0 h 1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727" h="17875">
                  <a:moveTo>
                    <a:pt x="0" y="17875"/>
                  </a:moveTo>
                  <a:lnTo>
                    <a:pt x="8946" y="17875"/>
                  </a:lnTo>
                  <a:lnTo>
                    <a:pt x="189781" y="17875"/>
                  </a:lnTo>
                  <a:lnTo>
                    <a:pt x="198727" y="17875"/>
                  </a:lnTo>
                  <a:lnTo>
                    <a:pt x="198727" y="0"/>
                  </a:lnTo>
                  <a:lnTo>
                    <a:pt x="0" y="0"/>
                  </a:lnTo>
                  <a:close/>
                </a:path>
              </a:pathLst>
            </a:custGeom>
            <a:solidFill>
              <a:srgbClr val="007680"/>
            </a:solidFill>
            <a:ln w="6390" cap="flat">
              <a:noFill/>
              <a:prstDash val="solid"/>
              <a:miter/>
            </a:ln>
          </p:spPr>
          <p:txBody>
            <a:bodyPr rtlCol="0" anchor="ctr"/>
            <a:lstStyle/>
            <a:p>
              <a:endParaRPr lang="en-US"/>
            </a:p>
          </p:txBody>
        </p:sp>
        <p:sp>
          <p:nvSpPr>
            <p:cNvPr id="970" name="Graphic 5">
              <a:extLst>
                <a:ext uri="{FF2B5EF4-FFF2-40B4-BE49-F238E27FC236}">
                  <a16:creationId xmlns:a16="http://schemas.microsoft.com/office/drawing/2014/main" id="{C3A48CF3-BE7E-2E41-B51A-FB3E17B9BE3C}"/>
                </a:ext>
              </a:extLst>
            </p:cNvPr>
            <p:cNvSpPr/>
            <p:nvPr/>
          </p:nvSpPr>
          <p:spPr>
            <a:xfrm>
              <a:off x="2050530" y="1052881"/>
              <a:ext cx="168694" cy="123210"/>
            </a:xfrm>
            <a:custGeom>
              <a:avLst/>
              <a:gdLst>
                <a:gd name="connsiteX0" fmla="*/ 0 w 168694"/>
                <a:gd name="connsiteY0" fmla="*/ 123211 h 123210"/>
                <a:gd name="connsiteX1" fmla="*/ 168694 w 168694"/>
                <a:gd name="connsiteY1" fmla="*/ 123211 h 123210"/>
                <a:gd name="connsiteX2" fmla="*/ 168694 w 168694"/>
                <a:gd name="connsiteY2" fmla="*/ 0 h 123210"/>
                <a:gd name="connsiteX3" fmla="*/ 0 w 168694"/>
                <a:gd name="connsiteY3" fmla="*/ 0 h 123210"/>
                <a:gd name="connsiteX4" fmla="*/ 0 w 168694"/>
                <a:gd name="connsiteY4" fmla="*/ 123211 h 123210"/>
                <a:gd name="connsiteX5" fmla="*/ 61343 w 168694"/>
                <a:gd name="connsiteY5" fmla="*/ 25536 h 123210"/>
                <a:gd name="connsiteX6" fmla="*/ 106712 w 168694"/>
                <a:gd name="connsiteY6" fmla="*/ 25536 h 123210"/>
                <a:gd name="connsiteX7" fmla="*/ 113102 w 168694"/>
                <a:gd name="connsiteY7" fmla="*/ 31920 h 123210"/>
                <a:gd name="connsiteX8" fmla="*/ 106712 w 168694"/>
                <a:gd name="connsiteY8" fmla="*/ 38304 h 123210"/>
                <a:gd name="connsiteX9" fmla="*/ 61343 w 168694"/>
                <a:gd name="connsiteY9" fmla="*/ 38304 h 123210"/>
                <a:gd name="connsiteX10" fmla="*/ 54954 w 168694"/>
                <a:gd name="connsiteY10" fmla="*/ 31920 h 123210"/>
                <a:gd name="connsiteX11" fmla="*/ 61343 w 168694"/>
                <a:gd name="connsiteY11" fmla="*/ 25536 h 12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8694" h="123210">
                  <a:moveTo>
                    <a:pt x="0" y="123211"/>
                  </a:moveTo>
                  <a:lnTo>
                    <a:pt x="168694" y="123211"/>
                  </a:lnTo>
                  <a:lnTo>
                    <a:pt x="168694" y="0"/>
                  </a:lnTo>
                  <a:lnTo>
                    <a:pt x="0" y="0"/>
                  </a:lnTo>
                  <a:lnTo>
                    <a:pt x="0" y="123211"/>
                  </a:lnTo>
                  <a:close/>
                  <a:moveTo>
                    <a:pt x="61343" y="25536"/>
                  </a:moveTo>
                  <a:lnTo>
                    <a:pt x="106712" y="25536"/>
                  </a:lnTo>
                  <a:cubicBezTo>
                    <a:pt x="110546" y="25536"/>
                    <a:pt x="113102" y="28089"/>
                    <a:pt x="113102" y="31920"/>
                  </a:cubicBezTo>
                  <a:cubicBezTo>
                    <a:pt x="113102" y="35750"/>
                    <a:pt x="110546" y="38304"/>
                    <a:pt x="106712" y="38304"/>
                  </a:cubicBezTo>
                  <a:lnTo>
                    <a:pt x="61343" y="38304"/>
                  </a:lnTo>
                  <a:cubicBezTo>
                    <a:pt x="57509" y="38304"/>
                    <a:pt x="54954" y="35750"/>
                    <a:pt x="54954" y="31920"/>
                  </a:cubicBezTo>
                  <a:cubicBezTo>
                    <a:pt x="54954" y="28089"/>
                    <a:pt x="58148" y="25536"/>
                    <a:pt x="61343" y="25536"/>
                  </a:cubicBezTo>
                  <a:close/>
                </a:path>
              </a:pathLst>
            </a:custGeom>
            <a:solidFill>
              <a:srgbClr val="007680"/>
            </a:solidFill>
            <a:ln w="6390" cap="flat">
              <a:noFill/>
              <a:prstDash val="solid"/>
              <a:miter/>
            </a:ln>
          </p:spPr>
          <p:txBody>
            <a:bodyPr rtlCol="0" anchor="ctr"/>
            <a:lstStyle/>
            <a:p>
              <a:endParaRPr lang="en-US"/>
            </a:p>
          </p:txBody>
        </p:sp>
        <p:sp>
          <p:nvSpPr>
            <p:cNvPr id="971" name="Graphic 5">
              <a:extLst>
                <a:ext uri="{FF2B5EF4-FFF2-40B4-BE49-F238E27FC236}">
                  <a16:creationId xmlns:a16="http://schemas.microsoft.com/office/drawing/2014/main" id="{EA55FCF8-5790-B14B-A60D-F2B0E299EAB6}"/>
                </a:ext>
              </a:extLst>
            </p:cNvPr>
            <p:cNvSpPr/>
            <p:nvPr/>
          </p:nvSpPr>
          <p:spPr>
            <a:xfrm>
              <a:off x="1953403" y="918817"/>
              <a:ext cx="362948" cy="361971"/>
            </a:xfrm>
            <a:custGeom>
              <a:avLst/>
              <a:gdLst>
                <a:gd name="connsiteX0" fmla="*/ 181474 w 362948"/>
                <a:gd name="connsiteY0" fmla="*/ 0 h 361971"/>
                <a:gd name="connsiteX1" fmla="*/ 0 w 362948"/>
                <a:gd name="connsiteY1" fmla="*/ 181305 h 361971"/>
                <a:gd name="connsiteX2" fmla="*/ 181474 w 362948"/>
                <a:gd name="connsiteY2" fmla="*/ 361972 h 361971"/>
                <a:gd name="connsiteX3" fmla="*/ 362948 w 362948"/>
                <a:gd name="connsiteY3" fmla="*/ 181305 h 361971"/>
                <a:gd name="connsiteX4" fmla="*/ 181474 w 362948"/>
                <a:gd name="connsiteY4" fmla="*/ 0 h 361971"/>
                <a:gd name="connsiteX5" fmla="*/ 181474 w 362948"/>
                <a:gd name="connsiteY5" fmla="*/ 0 h 361971"/>
                <a:gd name="connsiteX6" fmla="*/ 293298 w 362948"/>
                <a:gd name="connsiteY6" fmla="*/ 128318 h 361971"/>
                <a:gd name="connsiteX7" fmla="*/ 286908 w 362948"/>
                <a:gd name="connsiteY7" fmla="*/ 134702 h 361971"/>
                <a:gd name="connsiteX8" fmla="*/ 277962 w 362948"/>
                <a:gd name="connsiteY8" fmla="*/ 134702 h 361971"/>
                <a:gd name="connsiteX9" fmla="*/ 277962 w 362948"/>
                <a:gd name="connsiteY9" fmla="*/ 264297 h 361971"/>
                <a:gd name="connsiteX10" fmla="*/ 271572 w 362948"/>
                <a:gd name="connsiteY10" fmla="*/ 270681 h 361971"/>
                <a:gd name="connsiteX11" fmla="*/ 90098 w 362948"/>
                <a:gd name="connsiteY11" fmla="*/ 270681 h 361971"/>
                <a:gd name="connsiteX12" fmla="*/ 83708 w 362948"/>
                <a:gd name="connsiteY12" fmla="*/ 264297 h 361971"/>
                <a:gd name="connsiteX13" fmla="*/ 83708 w 362948"/>
                <a:gd name="connsiteY13" fmla="*/ 134702 h 361971"/>
                <a:gd name="connsiteX14" fmla="*/ 74762 w 362948"/>
                <a:gd name="connsiteY14" fmla="*/ 134702 h 361971"/>
                <a:gd name="connsiteX15" fmla="*/ 68372 w 362948"/>
                <a:gd name="connsiteY15" fmla="*/ 128318 h 361971"/>
                <a:gd name="connsiteX16" fmla="*/ 68372 w 362948"/>
                <a:gd name="connsiteY16" fmla="*/ 98313 h 361971"/>
                <a:gd name="connsiteX17" fmla="*/ 74762 w 362948"/>
                <a:gd name="connsiteY17" fmla="*/ 91929 h 361971"/>
                <a:gd name="connsiteX18" fmla="*/ 286269 w 362948"/>
                <a:gd name="connsiteY18" fmla="*/ 91929 h 361971"/>
                <a:gd name="connsiteX19" fmla="*/ 292659 w 362948"/>
                <a:gd name="connsiteY19" fmla="*/ 98313 h 361971"/>
                <a:gd name="connsiteX20" fmla="*/ 293298 w 362948"/>
                <a:gd name="connsiteY20" fmla="*/ 12831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2948" h="361971">
                  <a:moveTo>
                    <a:pt x="181474" y="0"/>
                  </a:moveTo>
                  <a:cubicBezTo>
                    <a:pt x="81152" y="0"/>
                    <a:pt x="0" y="81077"/>
                    <a:pt x="0" y="181305"/>
                  </a:cubicBezTo>
                  <a:cubicBezTo>
                    <a:pt x="0" y="281534"/>
                    <a:pt x="81152" y="361972"/>
                    <a:pt x="181474" y="361972"/>
                  </a:cubicBezTo>
                  <a:cubicBezTo>
                    <a:pt x="281796" y="361972"/>
                    <a:pt x="362948" y="280895"/>
                    <a:pt x="362948" y="181305"/>
                  </a:cubicBezTo>
                  <a:cubicBezTo>
                    <a:pt x="362309" y="81077"/>
                    <a:pt x="281157" y="0"/>
                    <a:pt x="181474" y="0"/>
                  </a:cubicBezTo>
                  <a:cubicBezTo>
                    <a:pt x="181474" y="0"/>
                    <a:pt x="181474" y="0"/>
                    <a:pt x="181474" y="0"/>
                  </a:cubicBezTo>
                  <a:close/>
                  <a:moveTo>
                    <a:pt x="293298" y="128318"/>
                  </a:moveTo>
                  <a:cubicBezTo>
                    <a:pt x="293298" y="132148"/>
                    <a:pt x="290742" y="134702"/>
                    <a:pt x="286908" y="134702"/>
                  </a:cubicBezTo>
                  <a:lnTo>
                    <a:pt x="277962" y="134702"/>
                  </a:lnTo>
                  <a:lnTo>
                    <a:pt x="277962" y="264297"/>
                  </a:lnTo>
                  <a:cubicBezTo>
                    <a:pt x="277962" y="268127"/>
                    <a:pt x="275406" y="270681"/>
                    <a:pt x="271572" y="270681"/>
                  </a:cubicBezTo>
                  <a:lnTo>
                    <a:pt x="90098" y="270681"/>
                  </a:lnTo>
                  <a:cubicBezTo>
                    <a:pt x="86264" y="270681"/>
                    <a:pt x="83708" y="268127"/>
                    <a:pt x="83708" y="264297"/>
                  </a:cubicBezTo>
                  <a:lnTo>
                    <a:pt x="83708" y="134702"/>
                  </a:lnTo>
                  <a:lnTo>
                    <a:pt x="74762" y="134702"/>
                  </a:lnTo>
                  <a:cubicBezTo>
                    <a:pt x="70928" y="134702"/>
                    <a:pt x="68372" y="132148"/>
                    <a:pt x="68372" y="128318"/>
                  </a:cubicBezTo>
                  <a:lnTo>
                    <a:pt x="68372" y="98313"/>
                  </a:lnTo>
                  <a:cubicBezTo>
                    <a:pt x="68372" y="94483"/>
                    <a:pt x="70928" y="91929"/>
                    <a:pt x="74762" y="91929"/>
                  </a:cubicBezTo>
                  <a:lnTo>
                    <a:pt x="286269" y="91929"/>
                  </a:lnTo>
                  <a:cubicBezTo>
                    <a:pt x="290103" y="91929"/>
                    <a:pt x="292659" y="94483"/>
                    <a:pt x="292659" y="98313"/>
                  </a:cubicBezTo>
                  <a:lnTo>
                    <a:pt x="293298" y="128318"/>
                  </a:lnTo>
                  <a:close/>
                </a:path>
              </a:pathLst>
            </a:custGeom>
            <a:solidFill>
              <a:srgbClr val="007680"/>
            </a:solidFill>
            <a:ln w="6390" cap="flat">
              <a:noFill/>
              <a:prstDash val="solid"/>
              <a:miter/>
            </a:ln>
          </p:spPr>
          <p:txBody>
            <a:bodyPr rtlCol="0" anchor="ctr"/>
            <a:lstStyle/>
            <a:p>
              <a:endParaRPr lang="en-US"/>
            </a:p>
          </p:txBody>
        </p:sp>
      </p:grpSp>
      <p:sp>
        <p:nvSpPr>
          <p:cNvPr id="972" name="Graphic 5">
            <a:extLst>
              <a:ext uri="{FF2B5EF4-FFF2-40B4-BE49-F238E27FC236}">
                <a16:creationId xmlns:a16="http://schemas.microsoft.com/office/drawing/2014/main" id="{03F36A77-1728-1145-97DC-F690D8A689F0}"/>
              </a:ext>
            </a:extLst>
          </p:cNvPr>
          <p:cNvSpPr/>
          <p:nvPr/>
        </p:nvSpPr>
        <p:spPr>
          <a:xfrm>
            <a:off x="10326138" y="918817"/>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288186 w 361670"/>
              <a:gd name="connsiteY6" fmla="*/ 171729 h 361971"/>
              <a:gd name="connsiteX7" fmla="*/ 229399 w 361670"/>
              <a:gd name="connsiteY7" fmla="*/ 230462 h 361971"/>
              <a:gd name="connsiteX8" fmla="*/ 220453 w 361670"/>
              <a:gd name="connsiteY8" fmla="*/ 230462 h 361971"/>
              <a:gd name="connsiteX9" fmla="*/ 220453 w 361670"/>
              <a:gd name="connsiteY9" fmla="*/ 221524 h 361971"/>
              <a:gd name="connsiteX10" fmla="*/ 268377 w 361670"/>
              <a:gd name="connsiteY10" fmla="*/ 173644 h 361971"/>
              <a:gd name="connsiteX11" fmla="*/ 84986 w 361670"/>
              <a:gd name="connsiteY11" fmla="*/ 173644 h 361971"/>
              <a:gd name="connsiteX12" fmla="*/ 84986 w 361670"/>
              <a:gd name="connsiteY12" fmla="*/ 253444 h 361971"/>
              <a:gd name="connsiteX13" fmla="*/ 78597 w 361670"/>
              <a:gd name="connsiteY13" fmla="*/ 259828 h 361971"/>
              <a:gd name="connsiteX14" fmla="*/ 72207 w 361670"/>
              <a:gd name="connsiteY14" fmla="*/ 253444 h 361971"/>
              <a:gd name="connsiteX15" fmla="*/ 72207 w 361670"/>
              <a:gd name="connsiteY15" fmla="*/ 167260 h 361971"/>
              <a:gd name="connsiteX16" fmla="*/ 78597 w 361670"/>
              <a:gd name="connsiteY16" fmla="*/ 160876 h 361971"/>
              <a:gd name="connsiteX17" fmla="*/ 268377 w 361670"/>
              <a:gd name="connsiteY17" fmla="*/ 160876 h 361971"/>
              <a:gd name="connsiteX18" fmla="*/ 220453 w 361670"/>
              <a:gd name="connsiteY18" fmla="*/ 112996 h 361971"/>
              <a:gd name="connsiteX19" fmla="*/ 221092 w 361670"/>
              <a:gd name="connsiteY19" fmla="*/ 104059 h 361971"/>
              <a:gd name="connsiteX20" fmla="*/ 229399 w 361670"/>
              <a:gd name="connsiteY20" fmla="*/ 104059 h 361971"/>
              <a:gd name="connsiteX21" fmla="*/ 288186 w 361670"/>
              <a:gd name="connsiteY21" fmla="*/ 162792 h 361971"/>
              <a:gd name="connsiteX22" fmla="*/ 288186 w 361670"/>
              <a:gd name="connsiteY22" fmla="*/ 171729 h 361971"/>
              <a:gd name="connsiteX23" fmla="*/ 288186 w 361670"/>
              <a:gd name="connsiteY23" fmla="*/ 17172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1670" h="361971">
                <a:moveTo>
                  <a:pt x="180836" y="0"/>
                </a:moveTo>
                <a:cubicBezTo>
                  <a:pt x="80513" y="0"/>
                  <a:pt x="0" y="81077"/>
                  <a:pt x="0" y="180667"/>
                </a:cubicBezTo>
                <a:cubicBezTo>
                  <a:pt x="0" y="280895"/>
                  <a:pt x="81152" y="361972"/>
                  <a:pt x="180836" y="361972"/>
                </a:cubicBezTo>
                <a:cubicBezTo>
                  <a:pt x="281157" y="361972"/>
                  <a:pt x="361670" y="280895"/>
                  <a:pt x="361670" y="181305"/>
                </a:cubicBezTo>
                <a:lnTo>
                  <a:pt x="361670" y="181305"/>
                </a:lnTo>
                <a:cubicBezTo>
                  <a:pt x="361670" y="81077"/>
                  <a:pt x="280518" y="0"/>
                  <a:pt x="180836" y="0"/>
                </a:cubicBezTo>
                <a:close/>
                <a:moveTo>
                  <a:pt x="288186" y="171729"/>
                </a:moveTo>
                <a:lnTo>
                  <a:pt x="229399" y="230462"/>
                </a:lnTo>
                <a:cubicBezTo>
                  <a:pt x="226843" y="233015"/>
                  <a:pt x="223009" y="233015"/>
                  <a:pt x="220453" y="230462"/>
                </a:cubicBezTo>
                <a:cubicBezTo>
                  <a:pt x="217897" y="227908"/>
                  <a:pt x="217897" y="224078"/>
                  <a:pt x="220453" y="221524"/>
                </a:cubicBezTo>
                <a:lnTo>
                  <a:pt x="268377" y="173644"/>
                </a:lnTo>
                <a:lnTo>
                  <a:pt x="84986" y="173644"/>
                </a:lnTo>
                <a:lnTo>
                  <a:pt x="84986" y="253444"/>
                </a:lnTo>
                <a:cubicBezTo>
                  <a:pt x="84986" y="257275"/>
                  <a:pt x="82430" y="259828"/>
                  <a:pt x="78597" y="259828"/>
                </a:cubicBezTo>
                <a:cubicBezTo>
                  <a:pt x="74762" y="259828"/>
                  <a:pt x="72207" y="257275"/>
                  <a:pt x="72207" y="253444"/>
                </a:cubicBezTo>
                <a:lnTo>
                  <a:pt x="72207" y="167260"/>
                </a:lnTo>
                <a:cubicBezTo>
                  <a:pt x="72207" y="163430"/>
                  <a:pt x="74762" y="160876"/>
                  <a:pt x="78597" y="160876"/>
                </a:cubicBezTo>
                <a:lnTo>
                  <a:pt x="268377" y="160876"/>
                </a:lnTo>
                <a:lnTo>
                  <a:pt x="220453" y="112996"/>
                </a:lnTo>
                <a:cubicBezTo>
                  <a:pt x="217897" y="110443"/>
                  <a:pt x="218536" y="105974"/>
                  <a:pt x="221092" y="104059"/>
                </a:cubicBezTo>
                <a:cubicBezTo>
                  <a:pt x="223648" y="102144"/>
                  <a:pt x="226843" y="102144"/>
                  <a:pt x="229399" y="104059"/>
                </a:cubicBezTo>
                <a:lnTo>
                  <a:pt x="288186" y="162792"/>
                </a:lnTo>
                <a:cubicBezTo>
                  <a:pt x="290103" y="165345"/>
                  <a:pt x="290103" y="169176"/>
                  <a:pt x="288186" y="171729"/>
                </a:cubicBezTo>
                <a:lnTo>
                  <a:pt x="288186" y="171729"/>
                </a:lnTo>
                <a:close/>
              </a:path>
            </a:pathLst>
          </a:custGeom>
          <a:solidFill>
            <a:srgbClr val="007680"/>
          </a:solidFill>
          <a:ln w="6390" cap="flat">
            <a:noFill/>
            <a:prstDash val="solid"/>
            <a:miter/>
          </a:ln>
        </p:spPr>
        <p:txBody>
          <a:bodyPr rtlCol="0" anchor="ctr"/>
          <a:lstStyle/>
          <a:p>
            <a:endParaRPr lang="en-US"/>
          </a:p>
        </p:txBody>
      </p:sp>
      <p:grpSp>
        <p:nvGrpSpPr>
          <p:cNvPr id="973" name="Graphic 5">
            <a:extLst>
              <a:ext uri="{FF2B5EF4-FFF2-40B4-BE49-F238E27FC236}">
                <a16:creationId xmlns:a16="http://schemas.microsoft.com/office/drawing/2014/main" id="{32AA321E-FE57-4941-9706-80E871AF1482}"/>
              </a:ext>
            </a:extLst>
          </p:cNvPr>
          <p:cNvGrpSpPr/>
          <p:nvPr/>
        </p:nvGrpSpPr>
        <p:grpSpPr>
          <a:xfrm>
            <a:off x="1953403" y="1881522"/>
            <a:ext cx="362948" cy="362610"/>
            <a:chOff x="1953403" y="1881522"/>
            <a:chExt cx="362948" cy="362610"/>
          </a:xfrm>
          <a:solidFill>
            <a:srgbClr val="007680"/>
          </a:solidFill>
        </p:grpSpPr>
        <p:sp>
          <p:nvSpPr>
            <p:cNvPr id="974" name="Graphic 5">
              <a:extLst>
                <a:ext uri="{FF2B5EF4-FFF2-40B4-BE49-F238E27FC236}">
                  <a16:creationId xmlns:a16="http://schemas.microsoft.com/office/drawing/2014/main" id="{051FD8C6-2388-E74C-8F35-2D5FEA1F9533}"/>
                </a:ext>
              </a:extLst>
            </p:cNvPr>
            <p:cNvSpPr/>
            <p:nvPr/>
          </p:nvSpPr>
          <p:spPr>
            <a:xfrm>
              <a:off x="2144462" y="2031545"/>
              <a:ext cx="38339" cy="58732"/>
            </a:xfrm>
            <a:custGeom>
              <a:avLst/>
              <a:gdLst>
                <a:gd name="connsiteX0" fmla="*/ 18531 w 38339"/>
                <a:gd name="connsiteY0" fmla="*/ 58733 h 58732"/>
                <a:gd name="connsiteX1" fmla="*/ 38340 w 38339"/>
                <a:gd name="connsiteY1" fmla="*/ 25536 h 58732"/>
                <a:gd name="connsiteX2" fmla="*/ 24282 w 38339"/>
                <a:gd name="connsiteY2" fmla="*/ 0 h 58732"/>
                <a:gd name="connsiteX3" fmla="*/ 0 w 38339"/>
                <a:gd name="connsiteY3" fmla="*/ 58733 h 58732"/>
                <a:gd name="connsiteX4" fmla="*/ 18531 w 38339"/>
                <a:gd name="connsiteY4" fmla="*/ 58733 h 58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39" h="58732">
                  <a:moveTo>
                    <a:pt x="18531" y="58733"/>
                  </a:moveTo>
                  <a:cubicBezTo>
                    <a:pt x="20448" y="45326"/>
                    <a:pt x="27477" y="33197"/>
                    <a:pt x="38340" y="25536"/>
                  </a:cubicBezTo>
                  <a:lnTo>
                    <a:pt x="24282" y="0"/>
                  </a:lnTo>
                  <a:lnTo>
                    <a:pt x="0" y="58733"/>
                  </a:lnTo>
                  <a:lnTo>
                    <a:pt x="18531" y="58733"/>
                  </a:lnTo>
                  <a:close/>
                </a:path>
              </a:pathLst>
            </a:custGeom>
            <a:solidFill>
              <a:srgbClr val="007680"/>
            </a:solidFill>
            <a:ln w="6390" cap="flat">
              <a:noFill/>
              <a:prstDash val="solid"/>
              <a:miter/>
            </a:ln>
          </p:spPr>
          <p:txBody>
            <a:bodyPr rtlCol="0" anchor="ctr"/>
            <a:lstStyle/>
            <a:p>
              <a:endParaRPr lang="en-US"/>
            </a:p>
          </p:txBody>
        </p:sp>
        <p:sp>
          <p:nvSpPr>
            <p:cNvPr id="975" name="Graphic 5">
              <a:extLst>
                <a:ext uri="{FF2B5EF4-FFF2-40B4-BE49-F238E27FC236}">
                  <a16:creationId xmlns:a16="http://schemas.microsoft.com/office/drawing/2014/main" id="{A89A2B50-5B19-0E44-AD4F-EC25B0E3AD27}"/>
                </a:ext>
              </a:extLst>
            </p:cNvPr>
            <p:cNvSpPr/>
            <p:nvPr/>
          </p:nvSpPr>
          <p:spPr>
            <a:xfrm>
              <a:off x="2176412" y="2068572"/>
              <a:ext cx="24920" cy="21705"/>
            </a:xfrm>
            <a:custGeom>
              <a:avLst/>
              <a:gdLst>
                <a:gd name="connsiteX0" fmla="*/ 24921 w 24920"/>
                <a:gd name="connsiteY0" fmla="*/ 21706 h 21705"/>
                <a:gd name="connsiteX1" fmla="*/ 12780 w 24920"/>
                <a:gd name="connsiteY1" fmla="*/ 0 h 21705"/>
                <a:gd name="connsiteX2" fmla="*/ 0 w 24920"/>
                <a:gd name="connsiteY2" fmla="*/ 21706 h 21705"/>
                <a:gd name="connsiteX3" fmla="*/ 24921 w 24920"/>
                <a:gd name="connsiteY3" fmla="*/ 21706 h 21705"/>
              </a:gdLst>
              <a:ahLst/>
              <a:cxnLst>
                <a:cxn ang="0">
                  <a:pos x="connsiteX0" y="connsiteY0"/>
                </a:cxn>
                <a:cxn ang="0">
                  <a:pos x="connsiteX1" y="connsiteY1"/>
                </a:cxn>
                <a:cxn ang="0">
                  <a:pos x="connsiteX2" y="connsiteY2"/>
                </a:cxn>
                <a:cxn ang="0">
                  <a:pos x="connsiteX3" y="connsiteY3"/>
                </a:cxn>
              </a:cxnLst>
              <a:rect l="l" t="t" r="r" b="b"/>
              <a:pathLst>
                <a:path w="24920" h="21705">
                  <a:moveTo>
                    <a:pt x="24921" y="21706"/>
                  </a:moveTo>
                  <a:lnTo>
                    <a:pt x="12780" y="0"/>
                  </a:lnTo>
                  <a:cubicBezTo>
                    <a:pt x="5751" y="5746"/>
                    <a:pt x="1278" y="13406"/>
                    <a:pt x="0" y="21706"/>
                  </a:cubicBezTo>
                  <a:lnTo>
                    <a:pt x="24921" y="21706"/>
                  </a:lnTo>
                  <a:close/>
                </a:path>
              </a:pathLst>
            </a:custGeom>
            <a:solidFill>
              <a:srgbClr val="007680"/>
            </a:solidFill>
            <a:ln w="6390" cap="flat">
              <a:noFill/>
              <a:prstDash val="solid"/>
              <a:miter/>
            </a:ln>
          </p:spPr>
          <p:txBody>
            <a:bodyPr rtlCol="0" anchor="ctr"/>
            <a:lstStyle/>
            <a:p>
              <a:endParaRPr lang="en-US"/>
            </a:p>
          </p:txBody>
        </p:sp>
        <p:sp>
          <p:nvSpPr>
            <p:cNvPr id="976" name="Graphic 5">
              <a:extLst>
                <a:ext uri="{FF2B5EF4-FFF2-40B4-BE49-F238E27FC236}">
                  <a16:creationId xmlns:a16="http://schemas.microsoft.com/office/drawing/2014/main" id="{0B190831-A4C5-E94A-B4E2-9B98B4F622DD}"/>
                </a:ext>
              </a:extLst>
            </p:cNvPr>
            <p:cNvSpPr/>
            <p:nvPr/>
          </p:nvSpPr>
          <p:spPr>
            <a:xfrm>
              <a:off x="1953403" y="1881522"/>
              <a:ext cx="362948" cy="362610"/>
            </a:xfrm>
            <a:custGeom>
              <a:avLst/>
              <a:gdLst>
                <a:gd name="connsiteX0" fmla="*/ 181474 w 362948"/>
                <a:gd name="connsiteY0" fmla="*/ 0 h 362610"/>
                <a:gd name="connsiteX1" fmla="*/ 0 w 362948"/>
                <a:gd name="connsiteY1" fmla="*/ 181305 h 362610"/>
                <a:gd name="connsiteX2" fmla="*/ 181474 w 362948"/>
                <a:gd name="connsiteY2" fmla="*/ 362610 h 362610"/>
                <a:gd name="connsiteX3" fmla="*/ 362948 w 362948"/>
                <a:gd name="connsiteY3" fmla="*/ 181305 h 362610"/>
                <a:gd name="connsiteX4" fmla="*/ 362948 w 362948"/>
                <a:gd name="connsiteY4" fmla="*/ 181305 h 362610"/>
                <a:gd name="connsiteX5" fmla="*/ 181474 w 362948"/>
                <a:gd name="connsiteY5" fmla="*/ 0 h 362610"/>
                <a:gd name="connsiteX6" fmla="*/ 181474 w 362948"/>
                <a:gd name="connsiteY6" fmla="*/ 0 h 362610"/>
                <a:gd name="connsiteX7" fmla="*/ 258792 w 362948"/>
                <a:gd name="connsiteY7" fmla="*/ 264297 h 362610"/>
                <a:gd name="connsiteX8" fmla="*/ 210229 w 362948"/>
                <a:gd name="connsiteY8" fmla="*/ 221524 h 362610"/>
                <a:gd name="connsiteX9" fmla="*/ 181474 w 362948"/>
                <a:gd name="connsiteY9" fmla="*/ 221524 h 362610"/>
                <a:gd name="connsiteX10" fmla="*/ 179557 w 362948"/>
                <a:gd name="connsiteY10" fmla="*/ 220886 h 362610"/>
                <a:gd name="connsiteX11" fmla="*/ 179557 w 362948"/>
                <a:gd name="connsiteY11" fmla="*/ 220886 h 362610"/>
                <a:gd name="connsiteX12" fmla="*/ 179557 w 362948"/>
                <a:gd name="connsiteY12" fmla="*/ 220886 h 362610"/>
                <a:gd name="connsiteX13" fmla="*/ 177640 w 362948"/>
                <a:gd name="connsiteY13" fmla="*/ 219609 h 362610"/>
                <a:gd name="connsiteX14" fmla="*/ 177640 w 362948"/>
                <a:gd name="connsiteY14" fmla="*/ 219609 h 362610"/>
                <a:gd name="connsiteX15" fmla="*/ 177640 w 362948"/>
                <a:gd name="connsiteY15" fmla="*/ 219609 h 362610"/>
                <a:gd name="connsiteX16" fmla="*/ 177001 w 362948"/>
                <a:gd name="connsiteY16" fmla="*/ 218971 h 362610"/>
                <a:gd name="connsiteX17" fmla="*/ 131633 w 362948"/>
                <a:gd name="connsiteY17" fmla="*/ 150662 h 362610"/>
                <a:gd name="connsiteX18" fmla="*/ 125243 w 362948"/>
                <a:gd name="connsiteY18" fmla="*/ 170452 h 362610"/>
                <a:gd name="connsiteX19" fmla="*/ 149524 w 362948"/>
                <a:gd name="connsiteY19" fmla="*/ 235569 h 362610"/>
                <a:gd name="connsiteX20" fmla="*/ 84347 w 362948"/>
                <a:gd name="connsiteY20" fmla="*/ 259828 h 362610"/>
                <a:gd name="connsiteX21" fmla="*/ 60065 w 362948"/>
                <a:gd name="connsiteY21" fmla="*/ 194711 h 362610"/>
                <a:gd name="connsiteX22" fmla="*/ 104795 w 362948"/>
                <a:gd name="connsiteY22" fmla="*/ 165984 h 362610"/>
                <a:gd name="connsiteX23" fmla="*/ 113102 w 362948"/>
                <a:gd name="connsiteY23" fmla="*/ 166622 h 362610"/>
                <a:gd name="connsiteX24" fmla="*/ 132272 w 362948"/>
                <a:gd name="connsiteY24" fmla="*/ 101505 h 362610"/>
                <a:gd name="connsiteX25" fmla="*/ 138662 w 362948"/>
                <a:gd name="connsiteY25" fmla="*/ 97036 h 362610"/>
                <a:gd name="connsiteX26" fmla="*/ 155275 w 362948"/>
                <a:gd name="connsiteY26" fmla="*/ 97036 h 362610"/>
                <a:gd name="connsiteX27" fmla="*/ 161665 w 362948"/>
                <a:gd name="connsiteY27" fmla="*/ 103420 h 362610"/>
                <a:gd name="connsiteX28" fmla="*/ 155275 w 362948"/>
                <a:gd name="connsiteY28" fmla="*/ 109804 h 362610"/>
                <a:gd name="connsiteX29" fmla="*/ 142496 w 362948"/>
                <a:gd name="connsiteY29" fmla="*/ 109804 h 362610"/>
                <a:gd name="connsiteX30" fmla="*/ 136106 w 362948"/>
                <a:gd name="connsiteY30" fmla="*/ 131510 h 362610"/>
                <a:gd name="connsiteX31" fmla="*/ 208951 w 362948"/>
                <a:gd name="connsiteY31" fmla="*/ 131510 h 362610"/>
                <a:gd name="connsiteX32" fmla="*/ 214702 w 362948"/>
                <a:gd name="connsiteY32" fmla="*/ 118742 h 362610"/>
                <a:gd name="connsiteX33" fmla="*/ 207034 w 362948"/>
                <a:gd name="connsiteY33" fmla="*/ 118742 h 362610"/>
                <a:gd name="connsiteX34" fmla="*/ 200644 w 362948"/>
                <a:gd name="connsiteY34" fmla="*/ 112358 h 362610"/>
                <a:gd name="connsiteX35" fmla="*/ 207034 w 362948"/>
                <a:gd name="connsiteY35" fmla="*/ 105974 h 362610"/>
                <a:gd name="connsiteX36" fmla="*/ 241540 w 362948"/>
                <a:gd name="connsiteY36" fmla="*/ 105974 h 362610"/>
                <a:gd name="connsiteX37" fmla="*/ 247929 w 362948"/>
                <a:gd name="connsiteY37" fmla="*/ 112358 h 362610"/>
                <a:gd name="connsiteX38" fmla="*/ 241540 w 362948"/>
                <a:gd name="connsiteY38" fmla="*/ 118742 h 362610"/>
                <a:gd name="connsiteX39" fmla="*/ 228760 w 362948"/>
                <a:gd name="connsiteY39" fmla="*/ 118742 h 362610"/>
                <a:gd name="connsiteX40" fmla="*/ 221731 w 362948"/>
                <a:gd name="connsiteY40" fmla="*/ 135340 h 362610"/>
                <a:gd name="connsiteX41" fmla="*/ 240901 w 362948"/>
                <a:gd name="connsiteY41" fmla="*/ 169176 h 362610"/>
                <a:gd name="connsiteX42" fmla="*/ 258792 w 362948"/>
                <a:gd name="connsiteY42" fmla="*/ 165984 h 362610"/>
                <a:gd name="connsiteX43" fmla="*/ 309912 w 362948"/>
                <a:gd name="connsiteY43" fmla="*/ 213225 h 362610"/>
                <a:gd name="connsiteX44" fmla="*/ 262626 w 362948"/>
                <a:gd name="connsiteY44" fmla="*/ 264297 h 362610"/>
                <a:gd name="connsiteX45" fmla="*/ 258792 w 362948"/>
                <a:gd name="connsiteY45" fmla="*/ 264297 h 362610"/>
                <a:gd name="connsiteX46" fmla="*/ 258792 w 362948"/>
                <a:gd name="connsiteY46" fmla="*/ 264297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2948" h="362610">
                  <a:moveTo>
                    <a:pt x="181474" y="0"/>
                  </a:moveTo>
                  <a:cubicBezTo>
                    <a:pt x="81152" y="0"/>
                    <a:pt x="0" y="81076"/>
                    <a:pt x="0" y="181305"/>
                  </a:cubicBezTo>
                  <a:cubicBezTo>
                    <a:pt x="0" y="281534"/>
                    <a:pt x="81152" y="362610"/>
                    <a:pt x="181474" y="362610"/>
                  </a:cubicBezTo>
                  <a:cubicBezTo>
                    <a:pt x="281796" y="362610"/>
                    <a:pt x="362948" y="281534"/>
                    <a:pt x="362948" y="181305"/>
                  </a:cubicBezTo>
                  <a:cubicBezTo>
                    <a:pt x="362948" y="181305"/>
                    <a:pt x="362948" y="181305"/>
                    <a:pt x="362948" y="181305"/>
                  </a:cubicBezTo>
                  <a:cubicBezTo>
                    <a:pt x="362309" y="81076"/>
                    <a:pt x="281157" y="0"/>
                    <a:pt x="181474" y="0"/>
                  </a:cubicBezTo>
                  <a:cubicBezTo>
                    <a:pt x="181474" y="0"/>
                    <a:pt x="181474" y="0"/>
                    <a:pt x="181474" y="0"/>
                  </a:cubicBezTo>
                  <a:close/>
                  <a:moveTo>
                    <a:pt x="258792" y="264297"/>
                  </a:moveTo>
                  <a:cubicBezTo>
                    <a:pt x="233872" y="264297"/>
                    <a:pt x="213424" y="245783"/>
                    <a:pt x="210229" y="221524"/>
                  </a:cubicBezTo>
                  <a:lnTo>
                    <a:pt x="181474" y="221524"/>
                  </a:lnTo>
                  <a:cubicBezTo>
                    <a:pt x="180835" y="221524"/>
                    <a:pt x="180196" y="221524"/>
                    <a:pt x="179557" y="220886"/>
                  </a:cubicBezTo>
                  <a:lnTo>
                    <a:pt x="179557" y="220886"/>
                  </a:lnTo>
                  <a:lnTo>
                    <a:pt x="179557" y="220886"/>
                  </a:lnTo>
                  <a:cubicBezTo>
                    <a:pt x="178918" y="220247"/>
                    <a:pt x="178279" y="220247"/>
                    <a:pt x="177640" y="219609"/>
                  </a:cubicBezTo>
                  <a:lnTo>
                    <a:pt x="177640" y="219609"/>
                  </a:lnTo>
                  <a:cubicBezTo>
                    <a:pt x="177640" y="219609"/>
                    <a:pt x="177640" y="219609"/>
                    <a:pt x="177640" y="219609"/>
                  </a:cubicBezTo>
                  <a:lnTo>
                    <a:pt x="177001" y="218971"/>
                  </a:lnTo>
                  <a:lnTo>
                    <a:pt x="131633" y="150662"/>
                  </a:lnTo>
                  <a:lnTo>
                    <a:pt x="125243" y="170452"/>
                  </a:lnTo>
                  <a:cubicBezTo>
                    <a:pt x="150164" y="181944"/>
                    <a:pt x="161026" y="211310"/>
                    <a:pt x="149524" y="235569"/>
                  </a:cubicBezTo>
                  <a:cubicBezTo>
                    <a:pt x="138022" y="259828"/>
                    <a:pt x="108629" y="271319"/>
                    <a:pt x="84347" y="259828"/>
                  </a:cubicBezTo>
                  <a:cubicBezTo>
                    <a:pt x="59426" y="248337"/>
                    <a:pt x="48563" y="218971"/>
                    <a:pt x="60065" y="194711"/>
                  </a:cubicBezTo>
                  <a:cubicBezTo>
                    <a:pt x="68372" y="177475"/>
                    <a:pt x="85625" y="165984"/>
                    <a:pt x="104795" y="165984"/>
                  </a:cubicBezTo>
                  <a:cubicBezTo>
                    <a:pt x="107351" y="165984"/>
                    <a:pt x="110546" y="165984"/>
                    <a:pt x="113102" y="166622"/>
                  </a:cubicBezTo>
                  <a:lnTo>
                    <a:pt x="132272" y="101505"/>
                  </a:lnTo>
                  <a:cubicBezTo>
                    <a:pt x="132911" y="98952"/>
                    <a:pt x="135467" y="97036"/>
                    <a:pt x="138662" y="97036"/>
                  </a:cubicBezTo>
                  <a:lnTo>
                    <a:pt x="155275" y="97036"/>
                  </a:lnTo>
                  <a:cubicBezTo>
                    <a:pt x="159109" y="97036"/>
                    <a:pt x="161665" y="99590"/>
                    <a:pt x="161665" y="103420"/>
                  </a:cubicBezTo>
                  <a:cubicBezTo>
                    <a:pt x="161665" y="107251"/>
                    <a:pt x="159109" y="109804"/>
                    <a:pt x="155275" y="109804"/>
                  </a:cubicBezTo>
                  <a:lnTo>
                    <a:pt x="142496" y="109804"/>
                  </a:lnTo>
                  <a:lnTo>
                    <a:pt x="136106" y="131510"/>
                  </a:lnTo>
                  <a:lnTo>
                    <a:pt x="208951" y="131510"/>
                  </a:lnTo>
                  <a:lnTo>
                    <a:pt x="214702" y="118742"/>
                  </a:lnTo>
                  <a:lnTo>
                    <a:pt x="207034" y="118742"/>
                  </a:lnTo>
                  <a:cubicBezTo>
                    <a:pt x="203200" y="118742"/>
                    <a:pt x="200644" y="116188"/>
                    <a:pt x="200644" y="112358"/>
                  </a:cubicBezTo>
                  <a:cubicBezTo>
                    <a:pt x="200644" y="108528"/>
                    <a:pt x="203200" y="105974"/>
                    <a:pt x="207034" y="105974"/>
                  </a:cubicBezTo>
                  <a:lnTo>
                    <a:pt x="241540" y="105974"/>
                  </a:lnTo>
                  <a:cubicBezTo>
                    <a:pt x="245374" y="105974"/>
                    <a:pt x="247929" y="108528"/>
                    <a:pt x="247929" y="112358"/>
                  </a:cubicBezTo>
                  <a:cubicBezTo>
                    <a:pt x="247929" y="116188"/>
                    <a:pt x="245374" y="118742"/>
                    <a:pt x="241540" y="118742"/>
                  </a:cubicBezTo>
                  <a:lnTo>
                    <a:pt x="228760" y="118742"/>
                  </a:lnTo>
                  <a:lnTo>
                    <a:pt x="221731" y="135340"/>
                  </a:lnTo>
                  <a:lnTo>
                    <a:pt x="240901" y="169176"/>
                  </a:lnTo>
                  <a:cubicBezTo>
                    <a:pt x="246651" y="166622"/>
                    <a:pt x="253041" y="165345"/>
                    <a:pt x="258792" y="165984"/>
                  </a:cubicBezTo>
                  <a:cubicBezTo>
                    <a:pt x="286269" y="164707"/>
                    <a:pt x="308634" y="186412"/>
                    <a:pt x="309912" y="213225"/>
                  </a:cubicBezTo>
                  <a:cubicBezTo>
                    <a:pt x="311190" y="240676"/>
                    <a:pt x="289464" y="263020"/>
                    <a:pt x="262626" y="264297"/>
                  </a:cubicBezTo>
                  <a:cubicBezTo>
                    <a:pt x="261348" y="264297"/>
                    <a:pt x="260070" y="264297"/>
                    <a:pt x="258792" y="264297"/>
                  </a:cubicBezTo>
                  <a:lnTo>
                    <a:pt x="258792" y="264297"/>
                  </a:lnTo>
                  <a:close/>
                </a:path>
              </a:pathLst>
            </a:custGeom>
            <a:solidFill>
              <a:srgbClr val="007680"/>
            </a:solidFill>
            <a:ln w="6390" cap="flat">
              <a:noFill/>
              <a:prstDash val="solid"/>
              <a:miter/>
            </a:ln>
          </p:spPr>
          <p:txBody>
            <a:bodyPr rtlCol="0" anchor="ctr"/>
            <a:lstStyle/>
            <a:p>
              <a:endParaRPr lang="en-US"/>
            </a:p>
          </p:txBody>
        </p:sp>
        <p:sp>
          <p:nvSpPr>
            <p:cNvPr id="977" name="Graphic 5">
              <a:extLst>
                <a:ext uri="{FF2B5EF4-FFF2-40B4-BE49-F238E27FC236}">
                  <a16:creationId xmlns:a16="http://schemas.microsoft.com/office/drawing/2014/main" id="{DB100966-5DE0-BE44-A786-E15FFFBC0E0C}"/>
                </a:ext>
              </a:extLst>
            </p:cNvPr>
            <p:cNvSpPr/>
            <p:nvPr/>
          </p:nvSpPr>
          <p:spPr>
            <a:xfrm>
              <a:off x="2021137" y="2060912"/>
              <a:ext cx="72845" cy="72777"/>
            </a:xfrm>
            <a:custGeom>
              <a:avLst/>
              <a:gdLst>
                <a:gd name="connsiteX0" fmla="*/ 36423 w 72845"/>
                <a:gd name="connsiteY0" fmla="*/ 42134 h 72777"/>
                <a:gd name="connsiteX1" fmla="*/ 34506 w 72845"/>
                <a:gd name="connsiteY1" fmla="*/ 42134 h 72777"/>
                <a:gd name="connsiteX2" fmla="*/ 30033 w 72845"/>
                <a:gd name="connsiteY2" fmla="*/ 34473 h 72777"/>
                <a:gd name="connsiteX3" fmla="*/ 40896 w 72845"/>
                <a:gd name="connsiteY3" fmla="*/ 0 h 72777"/>
                <a:gd name="connsiteX4" fmla="*/ 36423 w 72845"/>
                <a:gd name="connsiteY4" fmla="*/ 0 h 72777"/>
                <a:gd name="connsiteX5" fmla="*/ 0 w 72845"/>
                <a:gd name="connsiteY5" fmla="*/ 36389 h 72777"/>
                <a:gd name="connsiteX6" fmla="*/ 36423 w 72845"/>
                <a:gd name="connsiteY6" fmla="*/ 72777 h 72777"/>
                <a:gd name="connsiteX7" fmla="*/ 72845 w 72845"/>
                <a:gd name="connsiteY7" fmla="*/ 36389 h 72777"/>
                <a:gd name="connsiteX8" fmla="*/ 53037 w 72845"/>
                <a:gd name="connsiteY8" fmla="*/ 3830 h 72777"/>
                <a:gd name="connsiteX9" fmla="*/ 42174 w 72845"/>
                <a:gd name="connsiteY9" fmla="*/ 38304 h 72777"/>
                <a:gd name="connsiteX10" fmla="*/ 36423 w 72845"/>
                <a:gd name="connsiteY10" fmla="*/ 42134 h 72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845" h="72777">
                  <a:moveTo>
                    <a:pt x="36423" y="42134"/>
                  </a:moveTo>
                  <a:cubicBezTo>
                    <a:pt x="35784" y="42134"/>
                    <a:pt x="35145" y="42134"/>
                    <a:pt x="34506" y="42134"/>
                  </a:cubicBezTo>
                  <a:cubicBezTo>
                    <a:pt x="31311" y="40857"/>
                    <a:pt x="29394" y="37665"/>
                    <a:pt x="30033" y="34473"/>
                  </a:cubicBezTo>
                  <a:lnTo>
                    <a:pt x="40896" y="0"/>
                  </a:lnTo>
                  <a:cubicBezTo>
                    <a:pt x="39618" y="0"/>
                    <a:pt x="37701" y="0"/>
                    <a:pt x="36423" y="0"/>
                  </a:cubicBezTo>
                  <a:cubicBezTo>
                    <a:pt x="15975" y="0"/>
                    <a:pt x="0" y="16598"/>
                    <a:pt x="0" y="36389"/>
                  </a:cubicBezTo>
                  <a:cubicBezTo>
                    <a:pt x="0" y="56817"/>
                    <a:pt x="16614" y="72777"/>
                    <a:pt x="36423" y="72777"/>
                  </a:cubicBezTo>
                  <a:cubicBezTo>
                    <a:pt x="56871" y="72777"/>
                    <a:pt x="72845" y="56179"/>
                    <a:pt x="72845" y="36389"/>
                  </a:cubicBezTo>
                  <a:cubicBezTo>
                    <a:pt x="72845" y="22982"/>
                    <a:pt x="65177" y="10214"/>
                    <a:pt x="53037" y="3830"/>
                  </a:cubicBezTo>
                  <a:lnTo>
                    <a:pt x="42174" y="38304"/>
                  </a:lnTo>
                  <a:cubicBezTo>
                    <a:pt x="41535" y="40857"/>
                    <a:pt x="38979" y="42134"/>
                    <a:pt x="36423" y="42134"/>
                  </a:cubicBezTo>
                  <a:close/>
                </a:path>
              </a:pathLst>
            </a:custGeom>
            <a:solidFill>
              <a:srgbClr val="007680"/>
            </a:solidFill>
            <a:ln w="6390" cap="flat">
              <a:noFill/>
              <a:prstDash val="solid"/>
              <a:miter/>
            </a:ln>
          </p:spPr>
          <p:txBody>
            <a:bodyPr rtlCol="0" anchor="ctr"/>
            <a:lstStyle/>
            <a:p>
              <a:endParaRPr lang="en-US"/>
            </a:p>
          </p:txBody>
        </p:sp>
        <p:sp>
          <p:nvSpPr>
            <p:cNvPr id="978" name="Graphic 5">
              <a:extLst>
                <a:ext uri="{FF2B5EF4-FFF2-40B4-BE49-F238E27FC236}">
                  <a16:creationId xmlns:a16="http://schemas.microsoft.com/office/drawing/2014/main" id="{629589EB-0B12-C24D-ACF6-CFCFEC4ABCDE}"/>
                </a:ext>
              </a:extLst>
            </p:cNvPr>
            <p:cNvSpPr/>
            <p:nvPr/>
          </p:nvSpPr>
          <p:spPr>
            <a:xfrm>
              <a:off x="2095260" y="2025800"/>
              <a:ext cx="61982" cy="57455"/>
            </a:xfrm>
            <a:custGeom>
              <a:avLst/>
              <a:gdLst>
                <a:gd name="connsiteX0" fmla="*/ 38340 w 61982"/>
                <a:gd name="connsiteY0" fmla="*/ 57456 h 57455"/>
                <a:gd name="connsiteX1" fmla="*/ 61982 w 61982"/>
                <a:gd name="connsiteY1" fmla="*/ 0 h 57455"/>
                <a:gd name="connsiteX2" fmla="*/ 0 w 61982"/>
                <a:gd name="connsiteY2" fmla="*/ 0 h 57455"/>
              </a:gdLst>
              <a:ahLst/>
              <a:cxnLst>
                <a:cxn ang="0">
                  <a:pos x="connsiteX0" y="connsiteY0"/>
                </a:cxn>
                <a:cxn ang="0">
                  <a:pos x="connsiteX1" y="connsiteY1"/>
                </a:cxn>
                <a:cxn ang="0">
                  <a:pos x="connsiteX2" y="connsiteY2"/>
                </a:cxn>
              </a:cxnLst>
              <a:rect l="l" t="t" r="r" b="b"/>
              <a:pathLst>
                <a:path w="61982" h="57455">
                  <a:moveTo>
                    <a:pt x="38340" y="57456"/>
                  </a:moveTo>
                  <a:lnTo>
                    <a:pt x="61982" y="0"/>
                  </a:lnTo>
                  <a:lnTo>
                    <a:pt x="0" y="0"/>
                  </a:lnTo>
                  <a:close/>
                </a:path>
              </a:pathLst>
            </a:custGeom>
            <a:solidFill>
              <a:srgbClr val="007680"/>
            </a:solidFill>
            <a:ln w="6390" cap="flat">
              <a:noFill/>
              <a:prstDash val="solid"/>
              <a:miter/>
            </a:ln>
          </p:spPr>
          <p:txBody>
            <a:bodyPr rtlCol="0" anchor="ctr"/>
            <a:lstStyle/>
            <a:p>
              <a:endParaRPr lang="en-US"/>
            </a:p>
          </p:txBody>
        </p:sp>
        <p:sp>
          <p:nvSpPr>
            <p:cNvPr id="979" name="Graphic 5">
              <a:extLst>
                <a:ext uri="{FF2B5EF4-FFF2-40B4-BE49-F238E27FC236}">
                  <a16:creationId xmlns:a16="http://schemas.microsoft.com/office/drawing/2014/main" id="{A21D843A-CC40-5C4A-956E-7C5D88703275}"/>
                </a:ext>
              </a:extLst>
            </p:cNvPr>
            <p:cNvSpPr/>
            <p:nvPr/>
          </p:nvSpPr>
          <p:spPr>
            <a:xfrm>
              <a:off x="2175773" y="2060273"/>
              <a:ext cx="72222" cy="72793"/>
            </a:xfrm>
            <a:custGeom>
              <a:avLst/>
              <a:gdLst>
                <a:gd name="connsiteX0" fmla="*/ 36423 w 72222"/>
                <a:gd name="connsiteY0" fmla="*/ 0 h 72793"/>
                <a:gd name="connsiteX1" fmla="*/ 24282 w 72222"/>
                <a:gd name="connsiteY1" fmla="*/ 1915 h 72793"/>
                <a:gd name="connsiteX2" fmla="*/ 41535 w 72222"/>
                <a:gd name="connsiteY2" fmla="*/ 33197 h 72793"/>
                <a:gd name="connsiteX3" fmla="*/ 38979 w 72222"/>
                <a:gd name="connsiteY3" fmla="*/ 42134 h 72793"/>
                <a:gd name="connsiteX4" fmla="*/ 35784 w 72222"/>
                <a:gd name="connsiteY4" fmla="*/ 42773 h 72793"/>
                <a:gd name="connsiteX5" fmla="*/ 0 w 72222"/>
                <a:gd name="connsiteY5" fmla="*/ 42773 h 72793"/>
                <a:gd name="connsiteX6" fmla="*/ 42174 w 72222"/>
                <a:gd name="connsiteY6" fmla="*/ 72139 h 72793"/>
                <a:gd name="connsiteX7" fmla="*/ 71567 w 72222"/>
                <a:gd name="connsiteY7" fmla="*/ 30005 h 72793"/>
                <a:gd name="connsiteX8" fmla="*/ 36423 w 72222"/>
                <a:gd name="connsiteY8" fmla="*/ 0 h 7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222" h="72793">
                  <a:moveTo>
                    <a:pt x="36423" y="0"/>
                  </a:moveTo>
                  <a:cubicBezTo>
                    <a:pt x="32589" y="0"/>
                    <a:pt x="28116" y="638"/>
                    <a:pt x="24282" y="1915"/>
                  </a:cubicBezTo>
                  <a:lnTo>
                    <a:pt x="41535" y="33197"/>
                  </a:lnTo>
                  <a:cubicBezTo>
                    <a:pt x="43451" y="36389"/>
                    <a:pt x="42174" y="40219"/>
                    <a:pt x="38979" y="42134"/>
                  </a:cubicBezTo>
                  <a:cubicBezTo>
                    <a:pt x="38340" y="42773"/>
                    <a:pt x="37062" y="42773"/>
                    <a:pt x="35784" y="42773"/>
                  </a:cubicBezTo>
                  <a:lnTo>
                    <a:pt x="0" y="42773"/>
                  </a:lnTo>
                  <a:cubicBezTo>
                    <a:pt x="3834" y="62563"/>
                    <a:pt x="22365" y="75969"/>
                    <a:pt x="42174" y="72139"/>
                  </a:cubicBezTo>
                  <a:cubicBezTo>
                    <a:pt x="61982" y="68308"/>
                    <a:pt x="75401" y="49795"/>
                    <a:pt x="71567" y="30005"/>
                  </a:cubicBezTo>
                  <a:cubicBezTo>
                    <a:pt x="69011" y="12768"/>
                    <a:pt x="53675" y="0"/>
                    <a:pt x="36423" y="0"/>
                  </a:cubicBezTo>
                  <a:close/>
                </a:path>
              </a:pathLst>
            </a:custGeom>
            <a:solidFill>
              <a:srgbClr val="007680"/>
            </a:solidFill>
            <a:ln w="6390" cap="flat">
              <a:noFill/>
              <a:prstDash val="solid"/>
              <a:miter/>
            </a:ln>
          </p:spPr>
          <p:txBody>
            <a:bodyPr rtlCol="0" anchor="ctr"/>
            <a:lstStyle/>
            <a:p>
              <a:endParaRPr lang="en-US"/>
            </a:p>
          </p:txBody>
        </p:sp>
      </p:grpSp>
      <p:grpSp>
        <p:nvGrpSpPr>
          <p:cNvPr id="980" name="Graphic 5">
            <a:extLst>
              <a:ext uri="{FF2B5EF4-FFF2-40B4-BE49-F238E27FC236}">
                <a16:creationId xmlns:a16="http://schemas.microsoft.com/office/drawing/2014/main" id="{7EDE8669-A8EB-804F-9EF3-74BC6CBD7E85}"/>
              </a:ext>
            </a:extLst>
          </p:cNvPr>
          <p:cNvGrpSpPr/>
          <p:nvPr/>
        </p:nvGrpSpPr>
        <p:grpSpPr>
          <a:xfrm>
            <a:off x="1953403" y="2371811"/>
            <a:ext cx="362948" cy="362610"/>
            <a:chOff x="1953403" y="2371811"/>
            <a:chExt cx="362948" cy="362610"/>
          </a:xfrm>
          <a:solidFill>
            <a:srgbClr val="007680"/>
          </a:solidFill>
        </p:grpSpPr>
        <p:sp>
          <p:nvSpPr>
            <p:cNvPr id="981" name="Graphic 5">
              <a:extLst>
                <a:ext uri="{FF2B5EF4-FFF2-40B4-BE49-F238E27FC236}">
                  <a16:creationId xmlns:a16="http://schemas.microsoft.com/office/drawing/2014/main" id="{1427BAD9-C80E-6648-8FB0-24EA060A621C}"/>
                </a:ext>
              </a:extLst>
            </p:cNvPr>
            <p:cNvSpPr/>
            <p:nvPr/>
          </p:nvSpPr>
          <p:spPr>
            <a:xfrm>
              <a:off x="2040945" y="2547371"/>
              <a:ext cx="148246" cy="85545"/>
            </a:xfrm>
            <a:custGeom>
              <a:avLst/>
              <a:gdLst>
                <a:gd name="connsiteX0" fmla="*/ 0 w 148246"/>
                <a:gd name="connsiteY0" fmla="*/ 11491 h 85545"/>
                <a:gd name="connsiteX1" fmla="*/ 74123 w 148246"/>
                <a:gd name="connsiteY1" fmla="*/ 85545 h 85545"/>
                <a:gd name="connsiteX2" fmla="*/ 148247 w 148246"/>
                <a:gd name="connsiteY2" fmla="*/ 11491 h 85545"/>
                <a:gd name="connsiteX3" fmla="*/ 148247 w 148246"/>
                <a:gd name="connsiteY3" fmla="*/ 11491 h 85545"/>
                <a:gd name="connsiteX4" fmla="*/ 148247 w 148246"/>
                <a:gd name="connsiteY4" fmla="*/ 0 h 85545"/>
                <a:gd name="connsiteX5" fmla="*/ 0 w 148246"/>
                <a:gd name="connsiteY5" fmla="*/ 0 h 85545"/>
                <a:gd name="connsiteX6" fmla="*/ 0 w 148246"/>
                <a:gd name="connsiteY6" fmla="*/ 11491 h 85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246" h="85545">
                  <a:moveTo>
                    <a:pt x="0" y="11491"/>
                  </a:moveTo>
                  <a:cubicBezTo>
                    <a:pt x="0" y="52349"/>
                    <a:pt x="33228" y="85545"/>
                    <a:pt x="74123" y="85545"/>
                  </a:cubicBezTo>
                  <a:cubicBezTo>
                    <a:pt x="115019" y="85545"/>
                    <a:pt x="148247" y="52349"/>
                    <a:pt x="148247" y="11491"/>
                  </a:cubicBezTo>
                  <a:cubicBezTo>
                    <a:pt x="148247" y="11491"/>
                    <a:pt x="148247" y="11491"/>
                    <a:pt x="148247" y="11491"/>
                  </a:cubicBezTo>
                  <a:lnTo>
                    <a:pt x="148247" y="0"/>
                  </a:lnTo>
                  <a:lnTo>
                    <a:pt x="0" y="0"/>
                  </a:lnTo>
                  <a:lnTo>
                    <a:pt x="0" y="11491"/>
                  </a:lnTo>
                  <a:close/>
                </a:path>
              </a:pathLst>
            </a:custGeom>
            <a:solidFill>
              <a:srgbClr val="007680"/>
            </a:solidFill>
            <a:ln w="6390" cap="flat">
              <a:noFill/>
              <a:prstDash val="solid"/>
              <a:miter/>
            </a:ln>
          </p:spPr>
          <p:txBody>
            <a:bodyPr rtlCol="0" anchor="ctr"/>
            <a:lstStyle/>
            <a:p>
              <a:endParaRPr lang="en-US"/>
            </a:p>
          </p:txBody>
        </p:sp>
        <p:sp>
          <p:nvSpPr>
            <p:cNvPr id="982" name="Graphic 5">
              <a:extLst>
                <a:ext uri="{FF2B5EF4-FFF2-40B4-BE49-F238E27FC236}">
                  <a16:creationId xmlns:a16="http://schemas.microsoft.com/office/drawing/2014/main" id="{BFC1F788-68B5-DE4E-9B7A-3BE7CADB40B0}"/>
                </a:ext>
              </a:extLst>
            </p:cNvPr>
            <p:cNvSpPr/>
            <p:nvPr/>
          </p:nvSpPr>
          <p:spPr>
            <a:xfrm>
              <a:off x="2205167" y="2562054"/>
              <a:ext cx="23003" cy="22982"/>
            </a:xfrm>
            <a:custGeom>
              <a:avLst/>
              <a:gdLst>
                <a:gd name="connsiteX0" fmla="*/ 23004 w 23003"/>
                <a:gd name="connsiteY0" fmla="*/ 11491 h 22982"/>
                <a:gd name="connsiteX1" fmla="*/ 11502 w 23003"/>
                <a:gd name="connsiteY1" fmla="*/ 22982 h 22982"/>
                <a:gd name="connsiteX2" fmla="*/ 0 w 23003"/>
                <a:gd name="connsiteY2" fmla="*/ 11491 h 22982"/>
                <a:gd name="connsiteX3" fmla="*/ 11502 w 23003"/>
                <a:gd name="connsiteY3" fmla="*/ 0 h 22982"/>
                <a:gd name="connsiteX4" fmla="*/ 23004 w 23003"/>
                <a:gd name="connsiteY4" fmla="*/ 11491 h 22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03" h="22982">
                  <a:moveTo>
                    <a:pt x="23004" y="11491"/>
                  </a:moveTo>
                  <a:cubicBezTo>
                    <a:pt x="23004" y="17838"/>
                    <a:pt x="17854" y="22982"/>
                    <a:pt x="11502" y="22982"/>
                  </a:cubicBezTo>
                  <a:cubicBezTo>
                    <a:pt x="5150" y="22982"/>
                    <a:pt x="0" y="17838"/>
                    <a:pt x="0" y="11491"/>
                  </a:cubicBezTo>
                  <a:cubicBezTo>
                    <a:pt x="0" y="5145"/>
                    <a:pt x="5150" y="0"/>
                    <a:pt x="11502" y="0"/>
                  </a:cubicBezTo>
                  <a:cubicBezTo>
                    <a:pt x="17854" y="0"/>
                    <a:pt x="23004" y="5145"/>
                    <a:pt x="23004" y="11491"/>
                  </a:cubicBezTo>
                  <a:close/>
                </a:path>
              </a:pathLst>
            </a:custGeom>
            <a:solidFill>
              <a:srgbClr val="007680"/>
            </a:solidFill>
            <a:ln w="6390" cap="flat">
              <a:noFill/>
              <a:prstDash val="solid"/>
              <a:miter/>
            </a:ln>
          </p:spPr>
          <p:txBody>
            <a:bodyPr rtlCol="0" anchor="ctr"/>
            <a:lstStyle/>
            <a:p>
              <a:endParaRPr lang="en-US"/>
            </a:p>
          </p:txBody>
        </p:sp>
        <p:sp>
          <p:nvSpPr>
            <p:cNvPr id="983" name="Graphic 5">
              <a:extLst>
                <a:ext uri="{FF2B5EF4-FFF2-40B4-BE49-F238E27FC236}">
                  <a16:creationId xmlns:a16="http://schemas.microsoft.com/office/drawing/2014/main" id="{04572887-AD52-EE49-8A65-C0D98FB7C0B2}"/>
                </a:ext>
              </a:extLst>
            </p:cNvPr>
            <p:cNvSpPr/>
            <p:nvPr/>
          </p:nvSpPr>
          <p:spPr>
            <a:xfrm>
              <a:off x="1953403" y="2371811"/>
              <a:ext cx="362948" cy="362610"/>
            </a:xfrm>
            <a:custGeom>
              <a:avLst/>
              <a:gdLst>
                <a:gd name="connsiteX0" fmla="*/ 181474 w 362948"/>
                <a:gd name="connsiteY0" fmla="*/ 0 h 362610"/>
                <a:gd name="connsiteX1" fmla="*/ 0 w 362948"/>
                <a:gd name="connsiteY1" fmla="*/ 181305 h 362610"/>
                <a:gd name="connsiteX2" fmla="*/ 181474 w 362948"/>
                <a:gd name="connsiteY2" fmla="*/ 362610 h 362610"/>
                <a:gd name="connsiteX3" fmla="*/ 362948 w 362948"/>
                <a:gd name="connsiteY3" fmla="*/ 181305 h 362610"/>
                <a:gd name="connsiteX4" fmla="*/ 362948 w 362948"/>
                <a:gd name="connsiteY4" fmla="*/ 181305 h 362610"/>
                <a:gd name="connsiteX5" fmla="*/ 181474 w 362948"/>
                <a:gd name="connsiteY5" fmla="*/ 0 h 362610"/>
                <a:gd name="connsiteX6" fmla="*/ 181474 w 362948"/>
                <a:gd name="connsiteY6" fmla="*/ 0 h 362610"/>
                <a:gd name="connsiteX7" fmla="*/ 210229 w 362948"/>
                <a:gd name="connsiteY7" fmla="*/ 81077 h 362610"/>
                <a:gd name="connsiteX8" fmla="*/ 219175 w 362948"/>
                <a:gd name="connsiteY8" fmla="*/ 80438 h 362610"/>
                <a:gd name="connsiteX9" fmla="*/ 219814 w 362948"/>
                <a:gd name="connsiteY9" fmla="*/ 89376 h 362610"/>
                <a:gd name="connsiteX10" fmla="*/ 220453 w 362948"/>
                <a:gd name="connsiteY10" fmla="*/ 108528 h 362610"/>
                <a:gd name="connsiteX11" fmla="*/ 219814 w 362948"/>
                <a:gd name="connsiteY11" fmla="*/ 143640 h 362610"/>
                <a:gd name="connsiteX12" fmla="*/ 214702 w 362948"/>
                <a:gd name="connsiteY12" fmla="*/ 146193 h 362610"/>
                <a:gd name="connsiteX13" fmla="*/ 210868 w 362948"/>
                <a:gd name="connsiteY13" fmla="*/ 144916 h 362610"/>
                <a:gd name="connsiteX14" fmla="*/ 209590 w 362948"/>
                <a:gd name="connsiteY14" fmla="*/ 135979 h 362610"/>
                <a:gd name="connsiteX15" fmla="*/ 209590 w 362948"/>
                <a:gd name="connsiteY15" fmla="*/ 135979 h 362610"/>
                <a:gd name="connsiteX16" fmla="*/ 208951 w 362948"/>
                <a:gd name="connsiteY16" fmla="*/ 115550 h 362610"/>
                <a:gd name="connsiteX17" fmla="*/ 210229 w 362948"/>
                <a:gd name="connsiteY17" fmla="*/ 81077 h 362610"/>
                <a:gd name="connsiteX18" fmla="*/ 210229 w 362948"/>
                <a:gd name="connsiteY18" fmla="*/ 81077 h 362610"/>
                <a:gd name="connsiteX19" fmla="*/ 156553 w 362948"/>
                <a:gd name="connsiteY19" fmla="*/ 81077 h 362610"/>
                <a:gd name="connsiteX20" fmla="*/ 165499 w 362948"/>
                <a:gd name="connsiteY20" fmla="*/ 80438 h 362610"/>
                <a:gd name="connsiteX21" fmla="*/ 166138 w 362948"/>
                <a:gd name="connsiteY21" fmla="*/ 89376 h 362610"/>
                <a:gd name="connsiteX22" fmla="*/ 166777 w 362948"/>
                <a:gd name="connsiteY22" fmla="*/ 108528 h 362610"/>
                <a:gd name="connsiteX23" fmla="*/ 166138 w 362948"/>
                <a:gd name="connsiteY23" fmla="*/ 143640 h 362610"/>
                <a:gd name="connsiteX24" fmla="*/ 161026 w 362948"/>
                <a:gd name="connsiteY24" fmla="*/ 146193 h 362610"/>
                <a:gd name="connsiteX25" fmla="*/ 157192 w 362948"/>
                <a:gd name="connsiteY25" fmla="*/ 144916 h 362610"/>
                <a:gd name="connsiteX26" fmla="*/ 155914 w 362948"/>
                <a:gd name="connsiteY26" fmla="*/ 135979 h 362610"/>
                <a:gd name="connsiteX27" fmla="*/ 155914 w 362948"/>
                <a:gd name="connsiteY27" fmla="*/ 135979 h 362610"/>
                <a:gd name="connsiteX28" fmla="*/ 155275 w 362948"/>
                <a:gd name="connsiteY28" fmla="*/ 115550 h 362610"/>
                <a:gd name="connsiteX29" fmla="*/ 156553 w 362948"/>
                <a:gd name="connsiteY29" fmla="*/ 81077 h 362610"/>
                <a:gd name="connsiteX30" fmla="*/ 156553 w 362948"/>
                <a:gd name="connsiteY30" fmla="*/ 81077 h 362610"/>
                <a:gd name="connsiteX31" fmla="*/ 102878 w 362948"/>
                <a:gd name="connsiteY31" fmla="*/ 81077 h 362610"/>
                <a:gd name="connsiteX32" fmla="*/ 111824 w 362948"/>
                <a:gd name="connsiteY32" fmla="*/ 80438 h 362610"/>
                <a:gd name="connsiteX33" fmla="*/ 112463 w 362948"/>
                <a:gd name="connsiteY33" fmla="*/ 89376 h 362610"/>
                <a:gd name="connsiteX34" fmla="*/ 113102 w 362948"/>
                <a:gd name="connsiteY34" fmla="*/ 108528 h 362610"/>
                <a:gd name="connsiteX35" fmla="*/ 112463 w 362948"/>
                <a:gd name="connsiteY35" fmla="*/ 143640 h 362610"/>
                <a:gd name="connsiteX36" fmla="*/ 107351 w 362948"/>
                <a:gd name="connsiteY36" fmla="*/ 146193 h 362610"/>
                <a:gd name="connsiteX37" fmla="*/ 100961 w 362948"/>
                <a:gd name="connsiteY37" fmla="*/ 139809 h 362610"/>
                <a:gd name="connsiteX38" fmla="*/ 102239 w 362948"/>
                <a:gd name="connsiteY38" fmla="*/ 135979 h 362610"/>
                <a:gd name="connsiteX39" fmla="*/ 101600 w 362948"/>
                <a:gd name="connsiteY39" fmla="*/ 115550 h 362610"/>
                <a:gd name="connsiteX40" fmla="*/ 102878 w 362948"/>
                <a:gd name="connsiteY40" fmla="*/ 81077 h 362610"/>
                <a:gd name="connsiteX41" fmla="*/ 102878 w 362948"/>
                <a:gd name="connsiteY41" fmla="*/ 81077 h 362610"/>
                <a:gd name="connsiteX42" fmla="*/ 263265 w 362948"/>
                <a:gd name="connsiteY42" fmla="*/ 225993 h 362610"/>
                <a:gd name="connsiteX43" fmla="*/ 244095 w 362948"/>
                <a:gd name="connsiteY43" fmla="*/ 216417 h 362610"/>
                <a:gd name="connsiteX44" fmla="*/ 191059 w 362948"/>
                <a:gd name="connsiteY44" fmla="*/ 270681 h 362610"/>
                <a:gd name="connsiteX45" fmla="*/ 265821 w 362948"/>
                <a:gd name="connsiteY45" fmla="*/ 270681 h 362610"/>
                <a:gd name="connsiteX46" fmla="*/ 272211 w 362948"/>
                <a:gd name="connsiteY46" fmla="*/ 277065 h 362610"/>
                <a:gd name="connsiteX47" fmla="*/ 265821 w 362948"/>
                <a:gd name="connsiteY47" fmla="*/ 283449 h 362610"/>
                <a:gd name="connsiteX48" fmla="*/ 81791 w 362948"/>
                <a:gd name="connsiteY48" fmla="*/ 283449 h 362610"/>
                <a:gd name="connsiteX49" fmla="*/ 75401 w 362948"/>
                <a:gd name="connsiteY49" fmla="*/ 277065 h 362610"/>
                <a:gd name="connsiteX50" fmla="*/ 81791 w 362948"/>
                <a:gd name="connsiteY50" fmla="*/ 270681 h 362610"/>
                <a:gd name="connsiteX51" fmla="*/ 133550 w 362948"/>
                <a:gd name="connsiteY51" fmla="*/ 270681 h 362610"/>
                <a:gd name="connsiteX52" fmla="*/ 75401 w 362948"/>
                <a:gd name="connsiteY52" fmla="*/ 187051 h 362610"/>
                <a:gd name="connsiteX53" fmla="*/ 75401 w 362948"/>
                <a:gd name="connsiteY53" fmla="*/ 169176 h 362610"/>
                <a:gd name="connsiteX54" fmla="*/ 81791 w 362948"/>
                <a:gd name="connsiteY54" fmla="*/ 162792 h 362610"/>
                <a:gd name="connsiteX55" fmla="*/ 242818 w 362948"/>
                <a:gd name="connsiteY55" fmla="*/ 162792 h 362610"/>
                <a:gd name="connsiteX56" fmla="*/ 249208 w 362948"/>
                <a:gd name="connsiteY56" fmla="*/ 169176 h 362610"/>
                <a:gd name="connsiteX57" fmla="*/ 249208 w 362948"/>
                <a:gd name="connsiteY57" fmla="*/ 181305 h 362610"/>
                <a:gd name="connsiteX58" fmla="*/ 283074 w 362948"/>
                <a:gd name="connsiteY58" fmla="*/ 186412 h 362610"/>
                <a:gd name="connsiteX59" fmla="*/ 277962 w 362948"/>
                <a:gd name="connsiteY59" fmla="*/ 220247 h 362610"/>
                <a:gd name="connsiteX60" fmla="*/ 263265 w 362948"/>
                <a:gd name="connsiteY60" fmla="*/ 225993 h 362610"/>
                <a:gd name="connsiteX61" fmla="*/ 263265 w 362948"/>
                <a:gd name="connsiteY61" fmla="*/ 225993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2948" h="362610">
                  <a:moveTo>
                    <a:pt x="181474" y="0"/>
                  </a:moveTo>
                  <a:cubicBezTo>
                    <a:pt x="81152" y="0"/>
                    <a:pt x="0" y="81077"/>
                    <a:pt x="0" y="181305"/>
                  </a:cubicBezTo>
                  <a:cubicBezTo>
                    <a:pt x="0" y="281534"/>
                    <a:pt x="81152" y="362610"/>
                    <a:pt x="181474" y="362610"/>
                  </a:cubicBezTo>
                  <a:cubicBezTo>
                    <a:pt x="281796" y="362610"/>
                    <a:pt x="362948" y="281534"/>
                    <a:pt x="362948" y="181305"/>
                  </a:cubicBezTo>
                  <a:cubicBezTo>
                    <a:pt x="362948" y="181305"/>
                    <a:pt x="362948" y="181305"/>
                    <a:pt x="362948" y="181305"/>
                  </a:cubicBezTo>
                  <a:cubicBezTo>
                    <a:pt x="362309" y="81077"/>
                    <a:pt x="281157" y="0"/>
                    <a:pt x="181474" y="0"/>
                  </a:cubicBezTo>
                  <a:cubicBezTo>
                    <a:pt x="181474" y="0"/>
                    <a:pt x="181474" y="0"/>
                    <a:pt x="181474" y="0"/>
                  </a:cubicBezTo>
                  <a:close/>
                  <a:moveTo>
                    <a:pt x="210229" y="81077"/>
                  </a:moveTo>
                  <a:cubicBezTo>
                    <a:pt x="212785" y="78523"/>
                    <a:pt x="216619" y="78523"/>
                    <a:pt x="219175" y="80438"/>
                  </a:cubicBezTo>
                  <a:cubicBezTo>
                    <a:pt x="221731" y="82992"/>
                    <a:pt x="221731" y="86822"/>
                    <a:pt x="219814" y="89376"/>
                  </a:cubicBezTo>
                  <a:cubicBezTo>
                    <a:pt x="215980" y="95121"/>
                    <a:pt x="215980" y="102782"/>
                    <a:pt x="220453" y="108528"/>
                  </a:cubicBezTo>
                  <a:cubicBezTo>
                    <a:pt x="227482" y="119381"/>
                    <a:pt x="227482" y="133425"/>
                    <a:pt x="219814" y="143640"/>
                  </a:cubicBezTo>
                  <a:cubicBezTo>
                    <a:pt x="218536" y="144916"/>
                    <a:pt x="216619" y="146193"/>
                    <a:pt x="214702" y="146193"/>
                  </a:cubicBezTo>
                  <a:cubicBezTo>
                    <a:pt x="213424" y="146193"/>
                    <a:pt x="211507" y="145555"/>
                    <a:pt x="210868" y="144916"/>
                  </a:cubicBezTo>
                  <a:cubicBezTo>
                    <a:pt x="208312" y="143001"/>
                    <a:pt x="207673" y="138533"/>
                    <a:pt x="209590" y="135979"/>
                  </a:cubicBezTo>
                  <a:cubicBezTo>
                    <a:pt x="209590" y="135979"/>
                    <a:pt x="209590" y="135979"/>
                    <a:pt x="209590" y="135979"/>
                  </a:cubicBezTo>
                  <a:cubicBezTo>
                    <a:pt x="213424" y="129595"/>
                    <a:pt x="213424" y="121934"/>
                    <a:pt x="208951" y="115550"/>
                  </a:cubicBezTo>
                  <a:cubicBezTo>
                    <a:pt x="202561" y="104697"/>
                    <a:pt x="202561" y="90653"/>
                    <a:pt x="210229" y="81077"/>
                  </a:cubicBezTo>
                  <a:lnTo>
                    <a:pt x="210229" y="81077"/>
                  </a:lnTo>
                  <a:close/>
                  <a:moveTo>
                    <a:pt x="156553" y="81077"/>
                  </a:moveTo>
                  <a:cubicBezTo>
                    <a:pt x="159109" y="78523"/>
                    <a:pt x="162943" y="77885"/>
                    <a:pt x="165499" y="80438"/>
                  </a:cubicBezTo>
                  <a:cubicBezTo>
                    <a:pt x="168055" y="82992"/>
                    <a:pt x="168694" y="86822"/>
                    <a:pt x="166138" y="89376"/>
                  </a:cubicBezTo>
                  <a:cubicBezTo>
                    <a:pt x="162304" y="95121"/>
                    <a:pt x="162304" y="102782"/>
                    <a:pt x="166777" y="108528"/>
                  </a:cubicBezTo>
                  <a:cubicBezTo>
                    <a:pt x="173806" y="119381"/>
                    <a:pt x="173806" y="133425"/>
                    <a:pt x="166138" y="143640"/>
                  </a:cubicBezTo>
                  <a:cubicBezTo>
                    <a:pt x="164860" y="144916"/>
                    <a:pt x="162943" y="146193"/>
                    <a:pt x="161026" y="146193"/>
                  </a:cubicBezTo>
                  <a:cubicBezTo>
                    <a:pt x="159748" y="146193"/>
                    <a:pt x="158470" y="145555"/>
                    <a:pt x="157192" y="144916"/>
                  </a:cubicBezTo>
                  <a:cubicBezTo>
                    <a:pt x="154636" y="143001"/>
                    <a:pt x="153997" y="138533"/>
                    <a:pt x="155914" y="135979"/>
                  </a:cubicBezTo>
                  <a:cubicBezTo>
                    <a:pt x="155914" y="135979"/>
                    <a:pt x="155914" y="135979"/>
                    <a:pt x="155914" y="135979"/>
                  </a:cubicBezTo>
                  <a:cubicBezTo>
                    <a:pt x="159748" y="129595"/>
                    <a:pt x="159748" y="121934"/>
                    <a:pt x="155275" y="115550"/>
                  </a:cubicBezTo>
                  <a:cubicBezTo>
                    <a:pt x="148885" y="104697"/>
                    <a:pt x="148885" y="90653"/>
                    <a:pt x="156553" y="81077"/>
                  </a:cubicBezTo>
                  <a:lnTo>
                    <a:pt x="156553" y="81077"/>
                  </a:lnTo>
                  <a:close/>
                  <a:moveTo>
                    <a:pt x="102878" y="81077"/>
                  </a:moveTo>
                  <a:cubicBezTo>
                    <a:pt x="105434" y="78523"/>
                    <a:pt x="109268" y="78523"/>
                    <a:pt x="111824" y="80438"/>
                  </a:cubicBezTo>
                  <a:cubicBezTo>
                    <a:pt x="114380" y="82992"/>
                    <a:pt x="114380" y="86822"/>
                    <a:pt x="112463" y="89376"/>
                  </a:cubicBezTo>
                  <a:cubicBezTo>
                    <a:pt x="108629" y="95121"/>
                    <a:pt x="108629" y="102782"/>
                    <a:pt x="113102" y="108528"/>
                  </a:cubicBezTo>
                  <a:cubicBezTo>
                    <a:pt x="120131" y="119381"/>
                    <a:pt x="120131" y="133425"/>
                    <a:pt x="112463" y="143640"/>
                  </a:cubicBezTo>
                  <a:cubicBezTo>
                    <a:pt x="111185" y="144916"/>
                    <a:pt x="109268" y="146193"/>
                    <a:pt x="107351" y="146193"/>
                  </a:cubicBezTo>
                  <a:cubicBezTo>
                    <a:pt x="103517" y="146193"/>
                    <a:pt x="100961" y="143640"/>
                    <a:pt x="100961" y="139809"/>
                  </a:cubicBezTo>
                  <a:cubicBezTo>
                    <a:pt x="100961" y="138533"/>
                    <a:pt x="101600" y="136617"/>
                    <a:pt x="102239" y="135979"/>
                  </a:cubicBezTo>
                  <a:cubicBezTo>
                    <a:pt x="106073" y="129595"/>
                    <a:pt x="106073" y="121934"/>
                    <a:pt x="101600" y="115550"/>
                  </a:cubicBezTo>
                  <a:cubicBezTo>
                    <a:pt x="95210" y="104697"/>
                    <a:pt x="95210" y="90653"/>
                    <a:pt x="102878" y="81077"/>
                  </a:cubicBezTo>
                  <a:lnTo>
                    <a:pt x="102878" y="81077"/>
                  </a:lnTo>
                  <a:close/>
                  <a:moveTo>
                    <a:pt x="263265" y="225993"/>
                  </a:moveTo>
                  <a:cubicBezTo>
                    <a:pt x="255597" y="225993"/>
                    <a:pt x="248569" y="222801"/>
                    <a:pt x="244095" y="216417"/>
                  </a:cubicBezTo>
                  <a:cubicBezTo>
                    <a:pt x="235789" y="241953"/>
                    <a:pt x="215980" y="261743"/>
                    <a:pt x="191059" y="270681"/>
                  </a:cubicBezTo>
                  <a:lnTo>
                    <a:pt x="265821" y="270681"/>
                  </a:lnTo>
                  <a:cubicBezTo>
                    <a:pt x="269655" y="270681"/>
                    <a:pt x="272211" y="273235"/>
                    <a:pt x="272211" y="277065"/>
                  </a:cubicBezTo>
                  <a:cubicBezTo>
                    <a:pt x="272211" y="280895"/>
                    <a:pt x="269655" y="283449"/>
                    <a:pt x="265821" y="283449"/>
                  </a:cubicBezTo>
                  <a:lnTo>
                    <a:pt x="81791" y="283449"/>
                  </a:lnTo>
                  <a:cubicBezTo>
                    <a:pt x="77957" y="283449"/>
                    <a:pt x="75401" y="280895"/>
                    <a:pt x="75401" y="277065"/>
                  </a:cubicBezTo>
                  <a:cubicBezTo>
                    <a:pt x="75401" y="273235"/>
                    <a:pt x="77957" y="270681"/>
                    <a:pt x="81791" y="270681"/>
                  </a:cubicBezTo>
                  <a:lnTo>
                    <a:pt x="133550" y="270681"/>
                  </a:lnTo>
                  <a:cubicBezTo>
                    <a:pt x="98405" y="257913"/>
                    <a:pt x="74762" y="224716"/>
                    <a:pt x="75401" y="187051"/>
                  </a:cubicBezTo>
                  <a:lnTo>
                    <a:pt x="75401" y="169176"/>
                  </a:lnTo>
                  <a:cubicBezTo>
                    <a:pt x="75401" y="165345"/>
                    <a:pt x="77957" y="162792"/>
                    <a:pt x="81791" y="162792"/>
                  </a:cubicBezTo>
                  <a:lnTo>
                    <a:pt x="242818" y="162792"/>
                  </a:lnTo>
                  <a:cubicBezTo>
                    <a:pt x="246651" y="162792"/>
                    <a:pt x="249208" y="165345"/>
                    <a:pt x="249208" y="169176"/>
                  </a:cubicBezTo>
                  <a:lnTo>
                    <a:pt x="249208" y="181305"/>
                  </a:lnTo>
                  <a:cubicBezTo>
                    <a:pt x="260070" y="173644"/>
                    <a:pt x="275406" y="175560"/>
                    <a:pt x="283074" y="186412"/>
                  </a:cubicBezTo>
                  <a:cubicBezTo>
                    <a:pt x="290742" y="197265"/>
                    <a:pt x="288825" y="212587"/>
                    <a:pt x="277962" y="220247"/>
                  </a:cubicBezTo>
                  <a:cubicBezTo>
                    <a:pt x="273489" y="224078"/>
                    <a:pt x="268377" y="225993"/>
                    <a:pt x="263265" y="225993"/>
                  </a:cubicBezTo>
                  <a:lnTo>
                    <a:pt x="263265" y="225993"/>
                  </a:lnTo>
                  <a:close/>
                </a:path>
              </a:pathLst>
            </a:custGeom>
            <a:solidFill>
              <a:srgbClr val="007680"/>
            </a:solidFill>
            <a:ln w="6390" cap="flat">
              <a:noFill/>
              <a:prstDash val="solid"/>
              <a:miter/>
            </a:ln>
          </p:spPr>
          <p:txBody>
            <a:bodyPr rtlCol="0" anchor="ctr"/>
            <a:lstStyle/>
            <a:p>
              <a:endParaRPr lang="en-US"/>
            </a:p>
          </p:txBody>
        </p:sp>
      </p:grpSp>
      <p:grpSp>
        <p:nvGrpSpPr>
          <p:cNvPr id="984" name="Graphic 5">
            <a:extLst>
              <a:ext uri="{FF2B5EF4-FFF2-40B4-BE49-F238E27FC236}">
                <a16:creationId xmlns:a16="http://schemas.microsoft.com/office/drawing/2014/main" id="{156CEC92-461E-C54F-B54D-B2E33F09416A}"/>
              </a:ext>
            </a:extLst>
          </p:cNvPr>
          <p:cNvGrpSpPr/>
          <p:nvPr/>
        </p:nvGrpSpPr>
        <p:grpSpPr>
          <a:xfrm>
            <a:off x="1953403" y="2856356"/>
            <a:ext cx="362948" cy="362610"/>
            <a:chOff x="1953403" y="2856356"/>
            <a:chExt cx="362948" cy="362610"/>
          </a:xfrm>
          <a:solidFill>
            <a:srgbClr val="007680"/>
          </a:solidFill>
        </p:grpSpPr>
        <p:sp>
          <p:nvSpPr>
            <p:cNvPr id="985" name="Graphic 5">
              <a:extLst>
                <a:ext uri="{FF2B5EF4-FFF2-40B4-BE49-F238E27FC236}">
                  <a16:creationId xmlns:a16="http://schemas.microsoft.com/office/drawing/2014/main" id="{263612A0-DEFF-AC40-BE89-A45D87F59391}"/>
                </a:ext>
              </a:extLst>
            </p:cNvPr>
            <p:cNvSpPr/>
            <p:nvPr/>
          </p:nvSpPr>
          <p:spPr>
            <a:xfrm>
              <a:off x="2069061" y="2929133"/>
              <a:ext cx="130993" cy="78522"/>
            </a:xfrm>
            <a:custGeom>
              <a:avLst/>
              <a:gdLst>
                <a:gd name="connsiteX0" fmla="*/ 0 w 130993"/>
                <a:gd name="connsiteY0" fmla="*/ 78523 h 78522"/>
                <a:gd name="connsiteX1" fmla="*/ 130994 w 130993"/>
                <a:gd name="connsiteY1" fmla="*/ 78523 h 78522"/>
                <a:gd name="connsiteX2" fmla="*/ 65816 w 130993"/>
                <a:gd name="connsiteY2" fmla="*/ 0 h 78522"/>
              </a:gdLst>
              <a:ahLst/>
              <a:cxnLst>
                <a:cxn ang="0">
                  <a:pos x="connsiteX0" y="connsiteY0"/>
                </a:cxn>
                <a:cxn ang="0">
                  <a:pos x="connsiteX1" y="connsiteY1"/>
                </a:cxn>
                <a:cxn ang="0">
                  <a:pos x="connsiteX2" y="connsiteY2"/>
                </a:cxn>
              </a:cxnLst>
              <a:rect l="l" t="t" r="r" b="b"/>
              <a:pathLst>
                <a:path w="130993" h="78522">
                  <a:moveTo>
                    <a:pt x="0" y="78523"/>
                  </a:moveTo>
                  <a:lnTo>
                    <a:pt x="130994" y="78523"/>
                  </a:lnTo>
                  <a:lnTo>
                    <a:pt x="65816" y="0"/>
                  </a:lnTo>
                  <a:close/>
                </a:path>
              </a:pathLst>
            </a:custGeom>
            <a:solidFill>
              <a:srgbClr val="007680"/>
            </a:solidFill>
            <a:ln w="6390" cap="flat">
              <a:noFill/>
              <a:prstDash val="solid"/>
              <a:miter/>
            </a:ln>
          </p:spPr>
          <p:txBody>
            <a:bodyPr rtlCol="0" anchor="ctr"/>
            <a:lstStyle/>
            <a:p>
              <a:endParaRPr lang="en-US"/>
            </a:p>
          </p:txBody>
        </p:sp>
        <p:sp>
          <p:nvSpPr>
            <p:cNvPr id="986" name="Graphic 5">
              <a:extLst>
                <a:ext uri="{FF2B5EF4-FFF2-40B4-BE49-F238E27FC236}">
                  <a16:creationId xmlns:a16="http://schemas.microsoft.com/office/drawing/2014/main" id="{AFA0A387-672F-2B41-AD3E-600842779CEC}"/>
                </a:ext>
              </a:extLst>
            </p:cNvPr>
            <p:cNvSpPr/>
            <p:nvPr/>
          </p:nvSpPr>
          <p:spPr>
            <a:xfrm>
              <a:off x="2069061" y="3067027"/>
              <a:ext cx="130993" cy="77884"/>
            </a:xfrm>
            <a:custGeom>
              <a:avLst/>
              <a:gdLst>
                <a:gd name="connsiteX0" fmla="*/ 65816 w 130993"/>
                <a:gd name="connsiteY0" fmla="*/ 77885 h 77884"/>
                <a:gd name="connsiteX1" fmla="*/ 130994 w 130993"/>
                <a:gd name="connsiteY1" fmla="*/ 0 h 77884"/>
                <a:gd name="connsiteX2" fmla="*/ 0 w 130993"/>
                <a:gd name="connsiteY2" fmla="*/ 0 h 77884"/>
              </a:gdLst>
              <a:ahLst/>
              <a:cxnLst>
                <a:cxn ang="0">
                  <a:pos x="connsiteX0" y="connsiteY0"/>
                </a:cxn>
                <a:cxn ang="0">
                  <a:pos x="connsiteX1" y="connsiteY1"/>
                </a:cxn>
                <a:cxn ang="0">
                  <a:pos x="connsiteX2" y="connsiteY2"/>
                </a:cxn>
              </a:cxnLst>
              <a:rect l="l" t="t" r="r" b="b"/>
              <a:pathLst>
                <a:path w="130993" h="77884">
                  <a:moveTo>
                    <a:pt x="65816" y="77885"/>
                  </a:moveTo>
                  <a:lnTo>
                    <a:pt x="130994" y="0"/>
                  </a:lnTo>
                  <a:lnTo>
                    <a:pt x="0" y="0"/>
                  </a:lnTo>
                  <a:close/>
                </a:path>
              </a:pathLst>
            </a:custGeom>
            <a:solidFill>
              <a:srgbClr val="007680"/>
            </a:solidFill>
            <a:ln w="6390" cap="flat">
              <a:noFill/>
              <a:prstDash val="solid"/>
              <a:miter/>
            </a:ln>
          </p:spPr>
          <p:txBody>
            <a:bodyPr rtlCol="0" anchor="ctr"/>
            <a:lstStyle/>
            <a:p>
              <a:endParaRPr lang="en-US"/>
            </a:p>
          </p:txBody>
        </p:sp>
        <p:sp>
          <p:nvSpPr>
            <p:cNvPr id="987" name="Graphic 5">
              <a:extLst>
                <a:ext uri="{FF2B5EF4-FFF2-40B4-BE49-F238E27FC236}">
                  <a16:creationId xmlns:a16="http://schemas.microsoft.com/office/drawing/2014/main" id="{8B11F5B0-020C-6142-8161-9FF9B27A6CF0}"/>
                </a:ext>
              </a:extLst>
            </p:cNvPr>
            <p:cNvSpPr/>
            <p:nvPr/>
          </p:nvSpPr>
          <p:spPr>
            <a:xfrm>
              <a:off x="1953403" y="2856356"/>
              <a:ext cx="362948" cy="362610"/>
            </a:xfrm>
            <a:custGeom>
              <a:avLst/>
              <a:gdLst>
                <a:gd name="connsiteX0" fmla="*/ 181474 w 362948"/>
                <a:gd name="connsiteY0" fmla="*/ 0 h 362610"/>
                <a:gd name="connsiteX1" fmla="*/ 0 w 362948"/>
                <a:gd name="connsiteY1" fmla="*/ 181305 h 362610"/>
                <a:gd name="connsiteX2" fmla="*/ 181474 w 362948"/>
                <a:gd name="connsiteY2" fmla="*/ 362610 h 362610"/>
                <a:gd name="connsiteX3" fmla="*/ 362948 w 362948"/>
                <a:gd name="connsiteY3" fmla="*/ 181305 h 362610"/>
                <a:gd name="connsiteX4" fmla="*/ 362948 w 362948"/>
                <a:gd name="connsiteY4" fmla="*/ 181305 h 362610"/>
                <a:gd name="connsiteX5" fmla="*/ 181474 w 362948"/>
                <a:gd name="connsiteY5" fmla="*/ 0 h 362610"/>
                <a:gd name="connsiteX6" fmla="*/ 181474 w 362948"/>
                <a:gd name="connsiteY6" fmla="*/ 0 h 362610"/>
                <a:gd name="connsiteX7" fmla="*/ 265182 w 362948"/>
                <a:gd name="connsiteY7" fmla="*/ 208118 h 362610"/>
                <a:gd name="connsiteX8" fmla="*/ 185947 w 362948"/>
                <a:gd name="connsiteY8" fmla="*/ 302601 h 362610"/>
                <a:gd name="connsiteX9" fmla="*/ 177001 w 362948"/>
                <a:gd name="connsiteY9" fmla="*/ 303239 h 362610"/>
                <a:gd name="connsiteX10" fmla="*/ 176362 w 362948"/>
                <a:gd name="connsiteY10" fmla="*/ 302601 h 362610"/>
                <a:gd name="connsiteX11" fmla="*/ 97127 w 362948"/>
                <a:gd name="connsiteY11" fmla="*/ 208118 h 362610"/>
                <a:gd name="connsiteX12" fmla="*/ 96488 w 362948"/>
                <a:gd name="connsiteY12" fmla="*/ 201095 h 362610"/>
                <a:gd name="connsiteX13" fmla="*/ 102239 w 362948"/>
                <a:gd name="connsiteY13" fmla="*/ 197265 h 362610"/>
                <a:gd name="connsiteX14" fmla="*/ 260070 w 362948"/>
                <a:gd name="connsiteY14" fmla="*/ 197265 h 362610"/>
                <a:gd name="connsiteX15" fmla="*/ 266460 w 362948"/>
                <a:gd name="connsiteY15" fmla="*/ 203649 h 362610"/>
                <a:gd name="connsiteX16" fmla="*/ 265182 w 362948"/>
                <a:gd name="connsiteY16" fmla="*/ 208118 h 362610"/>
                <a:gd name="connsiteX17" fmla="*/ 265182 w 362948"/>
                <a:gd name="connsiteY17" fmla="*/ 208118 h 362610"/>
                <a:gd name="connsiteX18" fmla="*/ 265821 w 362948"/>
                <a:gd name="connsiteY18" fmla="*/ 160238 h 362610"/>
                <a:gd name="connsiteX19" fmla="*/ 260070 w 362948"/>
                <a:gd name="connsiteY19" fmla="*/ 164068 h 362610"/>
                <a:gd name="connsiteX20" fmla="*/ 102239 w 362948"/>
                <a:gd name="connsiteY20" fmla="*/ 164068 h 362610"/>
                <a:gd name="connsiteX21" fmla="*/ 96488 w 362948"/>
                <a:gd name="connsiteY21" fmla="*/ 160238 h 362610"/>
                <a:gd name="connsiteX22" fmla="*/ 97127 w 362948"/>
                <a:gd name="connsiteY22" fmla="*/ 153216 h 362610"/>
                <a:gd name="connsiteX23" fmla="*/ 176362 w 362948"/>
                <a:gd name="connsiteY23" fmla="*/ 58094 h 362610"/>
                <a:gd name="connsiteX24" fmla="*/ 185308 w 362948"/>
                <a:gd name="connsiteY24" fmla="*/ 57456 h 362610"/>
                <a:gd name="connsiteX25" fmla="*/ 185947 w 362948"/>
                <a:gd name="connsiteY25" fmla="*/ 58094 h 362610"/>
                <a:gd name="connsiteX26" fmla="*/ 265182 w 362948"/>
                <a:gd name="connsiteY26" fmla="*/ 152577 h 362610"/>
                <a:gd name="connsiteX27" fmla="*/ 265821 w 362948"/>
                <a:gd name="connsiteY27" fmla="*/ 160238 h 362610"/>
                <a:gd name="connsiteX28" fmla="*/ 265821 w 362948"/>
                <a:gd name="connsiteY28" fmla="*/ 160238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2948" h="362610">
                  <a:moveTo>
                    <a:pt x="181474" y="0"/>
                  </a:moveTo>
                  <a:cubicBezTo>
                    <a:pt x="81152" y="0"/>
                    <a:pt x="0" y="81077"/>
                    <a:pt x="0" y="181305"/>
                  </a:cubicBezTo>
                  <a:cubicBezTo>
                    <a:pt x="0" y="281534"/>
                    <a:pt x="81152" y="362610"/>
                    <a:pt x="181474" y="362610"/>
                  </a:cubicBezTo>
                  <a:cubicBezTo>
                    <a:pt x="281796" y="362610"/>
                    <a:pt x="362948" y="281534"/>
                    <a:pt x="362948" y="181305"/>
                  </a:cubicBezTo>
                  <a:cubicBezTo>
                    <a:pt x="362948" y="181305"/>
                    <a:pt x="362948" y="181305"/>
                    <a:pt x="362948" y="181305"/>
                  </a:cubicBezTo>
                  <a:cubicBezTo>
                    <a:pt x="362309" y="81077"/>
                    <a:pt x="281157" y="0"/>
                    <a:pt x="181474" y="0"/>
                  </a:cubicBezTo>
                  <a:cubicBezTo>
                    <a:pt x="181474" y="0"/>
                    <a:pt x="181474" y="0"/>
                    <a:pt x="181474" y="0"/>
                  </a:cubicBezTo>
                  <a:close/>
                  <a:moveTo>
                    <a:pt x="265182" y="208118"/>
                  </a:moveTo>
                  <a:lnTo>
                    <a:pt x="185947" y="302601"/>
                  </a:lnTo>
                  <a:cubicBezTo>
                    <a:pt x="183391" y="305154"/>
                    <a:pt x="179557" y="305793"/>
                    <a:pt x="177001" y="303239"/>
                  </a:cubicBezTo>
                  <a:cubicBezTo>
                    <a:pt x="177001" y="303239"/>
                    <a:pt x="176362" y="302601"/>
                    <a:pt x="176362" y="302601"/>
                  </a:cubicBezTo>
                  <a:lnTo>
                    <a:pt x="97127" y="208118"/>
                  </a:lnTo>
                  <a:cubicBezTo>
                    <a:pt x="95849" y="206203"/>
                    <a:pt x="95210" y="203649"/>
                    <a:pt x="96488" y="201095"/>
                  </a:cubicBezTo>
                  <a:cubicBezTo>
                    <a:pt x="97766" y="198542"/>
                    <a:pt x="99683" y="197265"/>
                    <a:pt x="102239" y="197265"/>
                  </a:cubicBezTo>
                  <a:lnTo>
                    <a:pt x="260070" y="197265"/>
                  </a:lnTo>
                  <a:cubicBezTo>
                    <a:pt x="263904" y="197265"/>
                    <a:pt x="266460" y="199819"/>
                    <a:pt x="266460" y="203649"/>
                  </a:cubicBezTo>
                  <a:cubicBezTo>
                    <a:pt x="266460" y="205564"/>
                    <a:pt x="266460" y="206841"/>
                    <a:pt x="265182" y="208118"/>
                  </a:cubicBezTo>
                  <a:lnTo>
                    <a:pt x="265182" y="208118"/>
                  </a:lnTo>
                  <a:close/>
                  <a:moveTo>
                    <a:pt x="265821" y="160238"/>
                  </a:moveTo>
                  <a:cubicBezTo>
                    <a:pt x="264543" y="162792"/>
                    <a:pt x="262626" y="164068"/>
                    <a:pt x="260070" y="164068"/>
                  </a:cubicBezTo>
                  <a:lnTo>
                    <a:pt x="102239" y="164068"/>
                  </a:lnTo>
                  <a:cubicBezTo>
                    <a:pt x="99683" y="164068"/>
                    <a:pt x="97766" y="162792"/>
                    <a:pt x="96488" y="160238"/>
                  </a:cubicBezTo>
                  <a:cubicBezTo>
                    <a:pt x="95210" y="158323"/>
                    <a:pt x="95849" y="155131"/>
                    <a:pt x="97127" y="153216"/>
                  </a:cubicBezTo>
                  <a:lnTo>
                    <a:pt x="176362" y="58094"/>
                  </a:lnTo>
                  <a:cubicBezTo>
                    <a:pt x="178918" y="55541"/>
                    <a:pt x="182752" y="54902"/>
                    <a:pt x="185308" y="57456"/>
                  </a:cubicBezTo>
                  <a:cubicBezTo>
                    <a:pt x="185308" y="57456"/>
                    <a:pt x="185947" y="58094"/>
                    <a:pt x="185947" y="58094"/>
                  </a:cubicBezTo>
                  <a:lnTo>
                    <a:pt x="265182" y="152577"/>
                  </a:lnTo>
                  <a:cubicBezTo>
                    <a:pt x="266460" y="155131"/>
                    <a:pt x="267099" y="158323"/>
                    <a:pt x="265821" y="160238"/>
                  </a:cubicBezTo>
                  <a:lnTo>
                    <a:pt x="265821" y="160238"/>
                  </a:lnTo>
                  <a:close/>
                </a:path>
              </a:pathLst>
            </a:custGeom>
            <a:solidFill>
              <a:srgbClr val="007680"/>
            </a:solidFill>
            <a:ln w="6390" cap="flat">
              <a:noFill/>
              <a:prstDash val="solid"/>
              <a:miter/>
            </a:ln>
          </p:spPr>
          <p:txBody>
            <a:bodyPr rtlCol="0" anchor="ctr"/>
            <a:lstStyle/>
            <a:p>
              <a:endParaRPr lang="en-US"/>
            </a:p>
          </p:txBody>
        </p:sp>
      </p:grpSp>
      <p:grpSp>
        <p:nvGrpSpPr>
          <p:cNvPr id="988" name="Graphic 5">
            <a:extLst>
              <a:ext uri="{FF2B5EF4-FFF2-40B4-BE49-F238E27FC236}">
                <a16:creationId xmlns:a16="http://schemas.microsoft.com/office/drawing/2014/main" id="{19F82EF6-6A30-F14F-8B18-24BD7C57F94B}"/>
              </a:ext>
            </a:extLst>
          </p:cNvPr>
          <p:cNvGrpSpPr/>
          <p:nvPr/>
        </p:nvGrpSpPr>
        <p:grpSpPr>
          <a:xfrm>
            <a:off x="1953403" y="3340900"/>
            <a:ext cx="362948" cy="361971"/>
            <a:chOff x="1953403" y="3340900"/>
            <a:chExt cx="362948" cy="361971"/>
          </a:xfrm>
          <a:solidFill>
            <a:srgbClr val="007680"/>
          </a:solidFill>
        </p:grpSpPr>
        <p:sp>
          <p:nvSpPr>
            <p:cNvPr id="989" name="Graphic 5">
              <a:extLst>
                <a:ext uri="{FF2B5EF4-FFF2-40B4-BE49-F238E27FC236}">
                  <a16:creationId xmlns:a16="http://schemas.microsoft.com/office/drawing/2014/main" id="{5C95871E-327F-2942-B004-D1F5B1D0D429}"/>
                </a:ext>
              </a:extLst>
            </p:cNvPr>
            <p:cNvSpPr/>
            <p:nvPr/>
          </p:nvSpPr>
          <p:spPr>
            <a:xfrm>
              <a:off x="2099733" y="3500500"/>
              <a:ext cx="69650" cy="69585"/>
            </a:xfrm>
            <a:custGeom>
              <a:avLst/>
              <a:gdLst>
                <a:gd name="connsiteX0" fmla="*/ 42174 w 69650"/>
                <a:gd name="connsiteY0" fmla="*/ 21067 h 69585"/>
                <a:gd name="connsiteX1" fmla="*/ 42174 w 69650"/>
                <a:gd name="connsiteY1" fmla="*/ 0 h 69585"/>
                <a:gd name="connsiteX2" fmla="*/ 27477 w 69650"/>
                <a:gd name="connsiteY2" fmla="*/ 0 h 69585"/>
                <a:gd name="connsiteX3" fmla="*/ 27477 w 69650"/>
                <a:gd name="connsiteY3" fmla="*/ 21067 h 69585"/>
                <a:gd name="connsiteX4" fmla="*/ 21087 w 69650"/>
                <a:gd name="connsiteY4" fmla="*/ 27451 h 69585"/>
                <a:gd name="connsiteX5" fmla="*/ 0 w 69650"/>
                <a:gd name="connsiteY5" fmla="*/ 27451 h 69585"/>
                <a:gd name="connsiteX6" fmla="*/ 0 w 69650"/>
                <a:gd name="connsiteY6" fmla="*/ 42134 h 69585"/>
                <a:gd name="connsiteX7" fmla="*/ 21087 w 69650"/>
                <a:gd name="connsiteY7" fmla="*/ 42134 h 69585"/>
                <a:gd name="connsiteX8" fmla="*/ 27477 w 69650"/>
                <a:gd name="connsiteY8" fmla="*/ 48518 h 69585"/>
                <a:gd name="connsiteX9" fmla="*/ 27477 w 69650"/>
                <a:gd name="connsiteY9" fmla="*/ 69585 h 69585"/>
                <a:gd name="connsiteX10" fmla="*/ 42174 w 69650"/>
                <a:gd name="connsiteY10" fmla="*/ 69585 h 69585"/>
                <a:gd name="connsiteX11" fmla="*/ 42174 w 69650"/>
                <a:gd name="connsiteY11" fmla="*/ 48518 h 69585"/>
                <a:gd name="connsiteX12" fmla="*/ 48564 w 69650"/>
                <a:gd name="connsiteY12" fmla="*/ 42134 h 69585"/>
                <a:gd name="connsiteX13" fmla="*/ 69650 w 69650"/>
                <a:gd name="connsiteY13" fmla="*/ 42134 h 69585"/>
                <a:gd name="connsiteX14" fmla="*/ 69650 w 69650"/>
                <a:gd name="connsiteY14" fmla="*/ 27451 h 69585"/>
                <a:gd name="connsiteX15" fmla="*/ 48564 w 69650"/>
                <a:gd name="connsiteY15" fmla="*/ 27451 h 69585"/>
                <a:gd name="connsiteX16" fmla="*/ 42174 w 69650"/>
                <a:gd name="connsiteY16" fmla="*/ 21067 h 69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650" h="69585">
                  <a:moveTo>
                    <a:pt x="42174" y="21067"/>
                  </a:moveTo>
                  <a:lnTo>
                    <a:pt x="42174" y="0"/>
                  </a:lnTo>
                  <a:lnTo>
                    <a:pt x="27477" y="0"/>
                  </a:lnTo>
                  <a:lnTo>
                    <a:pt x="27477" y="21067"/>
                  </a:lnTo>
                  <a:cubicBezTo>
                    <a:pt x="27477" y="24897"/>
                    <a:pt x="24921" y="27451"/>
                    <a:pt x="21087" y="27451"/>
                  </a:cubicBezTo>
                  <a:lnTo>
                    <a:pt x="0" y="27451"/>
                  </a:lnTo>
                  <a:lnTo>
                    <a:pt x="0" y="42134"/>
                  </a:lnTo>
                  <a:lnTo>
                    <a:pt x="21087" y="42134"/>
                  </a:lnTo>
                  <a:cubicBezTo>
                    <a:pt x="24921" y="42134"/>
                    <a:pt x="27477" y="44688"/>
                    <a:pt x="27477" y="48518"/>
                  </a:cubicBezTo>
                  <a:lnTo>
                    <a:pt x="27477" y="69585"/>
                  </a:lnTo>
                  <a:lnTo>
                    <a:pt x="42174" y="69585"/>
                  </a:lnTo>
                  <a:lnTo>
                    <a:pt x="42174" y="48518"/>
                  </a:lnTo>
                  <a:cubicBezTo>
                    <a:pt x="42174" y="44688"/>
                    <a:pt x="44730" y="42134"/>
                    <a:pt x="48564" y="42134"/>
                  </a:cubicBezTo>
                  <a:lnTo>
                    <a:pt x="69650" y="42134"/>
                  </a:lnTo>
                  <a:lnTo>
                    <a:pt x="69650" y="27451"/>
                  </a:lnTo>
                  <a:lnTo>
                    <a:pt x="48564" y="27451"/>
                  </a:lnTo>
                  <a:cubicBezTo>
                    <a:pt x="45369" y="27451"/>
                    <a:pt x="42174" y="24897"/>
                    <a:pt x="42174" y="21067"/>
                  </a:cubicBezTo>
                  <a:close/>
                </a:path>
              </a:pathLst>
            </a:custGeom>
            <a:solidFill>
              <a:srgbClr val="007680"/>
            </a:solidFill>
            <a:ln w="6390" cap="flat">
              <a:noFill/>
              <a:prstDash val="solid"/>
              <a:miter/>
            </a:ln>
          </p:spPr>
          <p:txBody>
            <a:bodyPr rtlCol="0" anchor="ctr"/>
            <a:lstStyle/>
            <a:p>
              <a:endParaRPr lang="en-US"/>
            </a:p>
          </p:txBody>
        </p:sp>
        <p:sp>
          <p:nvSpPr>
            <p:cNvPr id="990" name="Graphic 5">
              <a:extLst>
                <a:ext uri="{FF2B5EF4-FFF2-40B4-BE49-F238E27FC236}">
                  <a16:creationId xmlns:a16="http://schemas.microsoft.com/office/drawing/2014/main" id="{E869F7A8-A92C-9848-9A17-D38DEDDA557E}"/>
                </a:ext>
              </a:extLst>
            </p:cNvPr>
            <p:cNvSpPr/>
            <p:nvPr/>
          </p:nvSpPr>
          <p:spPr>
            <a:xfrm>
              <a:off x="2044779" y="3473049"/>
              <a:ext cx="179557" cy="124487"/>
            </a:xfrm>
            <a:custGeom>
              <a:avLst/>
              <a:gdLst>
                <a:gd name="connsiteX0" fmla="*/ 0 w 179557"/>
                <a:gd name="connsiteY0" fmla="*/ 0 h 124487"/>
                <a:gd name="connsiteX1" fmla="*/ 0 w 179557"/>
                <a:gd name="connsiteY1" fmla="*/ 124488 h 124487"/>
                <a:gd name="connsiteX2" fmla="*/ 179557 w 179557"/>
                <a:gd name="connsiteY2" fmla="*/ 124488 h 124487"/>
                <a:gd name="connsiteX3" fmla="*/ 179557 w 179557"/>
                <a:gd name="connsiteY3" fmla="*/ 0 h 124487"/>
                <a:gd name="connsiteX4" fmla="*/ 0 w 179557"/>
                <a:gd name="connsiteY4" fmla="*/ 0 h 124487"/>
                <a:gd name="connsiteX5" fmla="*/ 137384 w 179557"/>
                <a:gd name="connsiteY5" fmla="*/ 48518 h 124487"/>
                <a:gd name="connsiteX6" fmla="*/ 137384 w 179557"/>
                <a:gd name="connsiteY6" fmla="*/ 75969 h 124487"/>
                <a:gd name="connsiteX7" fmla="*/ 130994 w 179557"/>
                <a:gd name="connsiteY7" fmla="*/ 82353 h 124487"/>
                <a:gd name="connsiteX8" fmla="*/ 109907 w 179557"/>
                <a:gd name="connsiteY8" fmla="*/ 82353 h 124487"/>
                <a:gd name="connsiteX9" fmla="*/ 109907 w 179557"/>
                <a:gd name="connsiteY9" fmla="*/ 103420 h 124487"/>
                <a:gd name="connsiteX10" fmla="*/ 103517 w 179557"/>
                <a:gd name="connsiteY10" fmla="*/ 109804 h 124487"/>
                <a:gd name="connsiteX11" fmla="*/ 76040 w 179557"/>
                <a:gd name="connsiteY11" fmla="*/ 109804 h 124487"/>
                <a:gd name="connsiteX12" fmla="*/ 69650 w 179557"/>
                <a:gd name="connsiteY12" fmla="*/ 103420 h 124487"/>
                <a:gd name="connsiteX13" fmla="*/ 69650 w 179557"/>
                <a:gd name="connsiteY13" fmla="*/ 82353 h 124487"/>
                <a:gd name="connsiteX14" fmla="*/ 48564 w 179557"/>
                <a:gd name="connsiteY14" fmla="*/ 82353 h 124487"/>
                <a:gd name="connsiteX15" fmla="*/ 42174 w 179557"/>
                <a:gd name="connsiteY15" fmla="*/ 75969 h 124487"/>
                <a:gd name="connsiteX16" fmla="*/ 42174 w 179557"/>
                <a:gd name="connsiteY16" fmla="*/ 48518 h 124487"/>
                <a:gd name="connsiteX17" fmla="*/ 48564 w 179557"/>
                <a:gd name="connsiteY17" fmla="*/ 42134 h 124487"/>
                <a:gd name="connsiteX18" fmla="*/ 69650 w 179557"/>
                <a:gd name="connsiteY18" fmla="*/ 42134 h 124487"/>
                <a:gd name="connsiteX19" fmla="*/ 69650 w 179557"/>
                <a:gd name="connsiteY19" fmla="*/ 21067 h 124487"/>
                <a:gd name="connsiteX20" fmla="*/ 76040 w 179557"/>
                <a:gd name="connsiteY20" fmla="*/ 14683 h 124487"/>
                <a:gd name="connsiteX21" fmla="*/ 103517 w 179557"/>
                <a:gd name="connsiteY21" fmla="*/ 14683 h 124487"/>
                <a:gd name="connsiteX22" fmla="*/ 109907 w 179557"/>
                <a:gd name="connsiteY22" fmla="*/ 21067 h 124487"/>
                <a:gd name="connsiteX23" fmla="*/ 109907 w 179557"/>
                <a:gd name="connsiteY23" fmla="*/ 42134 h 124487"/>
                <a:gd name="connsiteX24" fmla="*/ 130994 w 179557"/>
                <a:gd name="connsiteY24" fmla="*/ 42134 h 124487"/>
                <a:gd name="connsiteX25" fmla="*/ 137384 w 179557"/>
                <a:gd name="connsiteY25" fmla="*/ 48518 h 12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9557" h="124487">
                  <a:moveTo>
                    <a:pt x="0" y="0"/>
                  </a:moveTo>
                  <a:lnTo>
                    <a:pt x="0" y="124488"/>
                  </a:lnTo>
                  <a:lnTo>
                    <a:pt x="179557" y="124488"/>
                  </a:lnTo>
                  <a:lnTo>
                    <a:pt x="179557" y="0"/>
                  </a:lnTo>
                  <a:lnTo>
                    <a:pt x="0" y="0"/>
                  </a:lnTo>
                  <a:close/>
                  <a:moveTo>
                    <a:pt x="137384" y="48518"/>
                  </a:moveTo>
                  <a:lnTo>
                    <a:pt x="137384" y="75969"/>
                  </a:lnTo>
                  <a:cubicBezTo>
                    <a:pt x="137384" y="79800"/>
                    <a:pt x="134828" y="82353"/>
                    <a:pt x="130994" y="82353"/>
                  </a:cubicBezTo>
                  <a:lnTo>
                    <a:pt x="109907" y="82353"/>
                  </a:lnTo>
                  <a:lnTo>
                    <a:pt x="109907" y="103420"/>
                  </a:lnTo>
                  <a:cubicBezTo>
                    <a:pt x="109907" y="107251"/>
                    <a:pt x="107351" y="109804"/>
                    <a:pt x="103517" y="109804"/>
                  </a:cubicBezTo>
                  <a:lnTo>
                    <a:pt x="76040" y="109804"/>
                  </a:lnTo>
                  <a:cubicBezTo>
                    <a:pt x="72206" y="109804"/>
                    <a:pt x="69650" y="107251"/>
                    <a:pt x="69650" y="103420"/>
                  </a:cubicBezTo>
                  <a:lnTo>
                    <a:pt x="69650" y="82353"/>
                  </a:lnTo>
                  <a:lnTo>
                    <a:pt x="48564" y="82353"/>
                  </a:lnTo>
                  <a:cubicBezTo>
                    <a:pt x="44730" y="82353"/>
                    <a:pt x="42174" y="79800"/>
                    <a:pt x="42174" y="75969"/>
                  </a:cubicBezTo>
                  <a:lnTo>
                    <a:pt x="42174" y="48518"/>
                  </a:lnTo>
                  <a:cubicBezTo>
                    <a:pt x="42174" y="44688"/>
                    <a:pt x="44730" y="42134"/>
                    <a:pt x="48564" y="42134"/>
                  </a:cubicBezTo>
                  <a:lnTo>
                    <a:pt x="69650" y="42134"/>
                  </a:lnTo>
                  <a:lnTo>
                    <a:pt x="69650" y="21067"/>
                  </a:lnTo>
                  <a:cubicBezTo>
                    <a:pt x="69650" y="17236"/>
                    <a:pt x="72206" y="14683"/>
                    <a:pt x="76040" y="14683"/>
                  </a:cubicBezTo>
                  <a:lnTo>
                    <a:pt x="103517" y="14683"/>
                  </a:lnTo>
                  <a:cubicBezTo>
                    <a:pt x="107351" y="14683"/>
                    <a:pt x="109907" y="17236"/>
                    <a:pt x="109907" y="21067"/>
                  </a:cubicBezTo>
                  <a:lnTo>
                    <a:pt x="109907" y="42134"/>
                  </a:lnTo>
                  <a:lnTo>
                    <a:pt x="130994" y="42134"/>
                  </a:lnTo>
                  <a:cubicBezTo>
                    <a:pt x="134828" y="42134"/>
                    <a:pt x="137384" y="44688"/>
                    <a:pt x="137384" y="48518"/>
                  </a:cubicBezTo>
                  <a:close/>
                </a:path>
              </a:pathLst>
            </a:custGeom>
            <a:solidFill>
              <a:srgbClr val="007680"/>
            </a:solidFill>
            <a:ln w="6390" cap="flat">
              <a:noFill/>
              <a:prstDash val="solid"/>
              <a:miter/>
            </a:ln>
          </p:spPr>
          <p:txBody>
            <a:bodyPr rtlCol="0" anchor="ctr"/>
            <a:lstStyle/>
            <a:p>
              <a:endParaRPr lang="en-US"/>
            </a:p>
          </p:txBody>
        </p:sp>
        <p:sp>
          <p:nvSpPr>
            <p:cNvPr id="991" name="Graphic 5">
              <a:extLst>
                <a:ext uri="{FF2B5EF4-FFF2-40B4-BE49-F238E27FC236}">
                  <a16:creationId xmlns:a16="http://schemas.microsoft.com/office/drawing/2014/main" id="{A9BBEB97-135F-7947-925B-7B089AD06B43}"/>
                </a:ext>
              </a:extLst>
            </p:cNvPr>
            <p:cNvSpPr/>
            <p:nvPr/>
          </p:nvSpPr>
          <p:spPr>
            <a:xfrm>
              <a:off x="1953403" y="3340900"/>
              <a:ext cx="362948" cy="361971"/>
            </a:xfrm>
            <a:custGeom>
              <a:avLst/>
              <a:gdLst>
                <a:gd name="connsiteX0" fmla="*/ 181474 w 362948"/>
                <a:gd name="connsiteY0" fmla="*/ 0 h 361971"/>
                <a:gd name="connsiteX1" fmla="*/ 0 w 362948"/>
                <a:gd name="connsiteY1" fmla="*/ 180667 h 361971"/>
                <a:gd name="connsiteX2" fmla="*/ 181474 w 362948"/>
                <a:gd name="connsiteY2" fmla="*/ 361972 h 361971"/>
                <a:gd name="connsiteX3" fmla="*/ 362948 w 362948"/>
                <a:gd name="connsiteY3" fmla="*/ 180667 h 361971"/>
                <a:gd name="connsiteX4" fmla="*/ 362948 w 362948"/>
                <a:gd name="connsiteY4" fmla="*/ 180667 h 361971"/>
                <a:gd name="connsiteX5" fmla="*/ 181474 w 362948"/>
                <a:gd name="connsiteY5" fmla="*/ 0 h 361971"/>
                <a:gd name="connsiteX6" fmla="*/ 181474 w 362948"/>
                <a:gd name="connsiteY6" fmla="*/ 0 h 361971"/>
                <a:gd name="connsiteX7" fmla="*/ 283713 w 362948"/>
                <a:gd name="connsiteY7" fmla="*/ 263020 h 361971"/>
                <a:gd name="connsiteX8" fmla="*/ 277323 w 362948"/>
                <a:gd name="connsiteY8" fmla="*/ 269404 h 361971"/>
                <a:gd name="connsiteX9" fmla="*/ 84986 w 362948"/>
                <a:gd name="connsiteY9" fmla="*/ 269404 h 361971"/>
                <a:gd name="connsiteX10" fmla="*/ 78596 w 362948"/>
                <a:gd name="connsiteY10" fmla="*/ 263020 h 361971"/>
                <a:gd name="connsiteX11" fmla="*/ 78596 w 362948"/>
                <a:gd name="connsiteY11" fmla="*/ 125765 h 361971"/>
                <a:gd name="connsiteX12" fmla="*/ 84986 w 362948"/>
                <a:gd name="connsiteY12" fmla="*/ 119381 h 361971"/>
                <a:gd name="connsiteX13" fmla="*/ 147607 w 362948"/>
                <a:gd name="connsiteY13" fmla="*/ 119381 h 361971"/>
                <a:gd name="connsiteX14" fmla="*/ 147607 w 362948"/>
                <a:gd name="connsiteY14" fmla="*/ 98313 h 361971"/>
                <a:gd name="connsiteX15" fmla="*/ 153997 w 362948"/>
                <a:gd name="connsiteY15" fmla="*/ 91929 h 361971"/>
                <a:gd name="connsiteX16" fmla="*/ 208951 w 362948"/>
                <a:gd name="connsiteY16" fmla="*/ 91929 h 361971"/>
                <a:gd name="connsiteX17" fmla="*/ 215341 w 362948"/>
                <a:gd name="connsiteY17" fmla="*/ 98313 h 361971"/>
                <a:gd name="connsiteX18" fmla="*/ 215341 w 362948"/>
                <a:gd name="connsiteY18" fmla="*/ 119381 h 361971"/>
                <a:gd name="connsiteX19" fmla="*/ 277962 w 362948"/>
                <a:gd name="connsiteY19" fmla="*/ 119381 h 361971"/>
                <a:gd name="connsiteX20" fmla="*/ 284352 w 362948"/>
                <a:gd name="connsiteY20" fmla="*/ 125765 h 361971"/>
                <a:gd name="connsiteX21" fmla="*/ 283713 w 362948"/>
                <a:gd name="connsiteY21" fmla="*/ 26302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2948" h="361971">
                  <a:moveTo>
                    <a:pt x="181474" y="0"/>
                  </a:moveTo>
                  <a:cubicBezTo>
                    <a:pt x="81152" y="0"/>
                    <a:pt x="0" y="81077"/>
                    <a:pt x="0" y="180667"/>
                  </a:cubicBezTo>
                  <a:cubicBezTo>
                    <a:pt x="0" y="280895"/>
                    <a:pt x="81152" y="361972"/>
                    <a:pt x="181474" y="361972"/>
                  </a:cubicBezTo>
                  <a:cubicBezTo>
                    <a:pt x="281796" y="361972"/>
                    <a:pt x="362948" y="280895"/>
                    <a:pt x="362948" y="180667"/>
                  </a:cubicBezTo>
                  <a:cubicBezTo>
                    <a:pt x="362948" y="180667"/>
                    <a:pt x="362948" y="180667"/>
                    <a:pt x="362948" y="180667"/>
                  </a:cubicBezTo>
                  <a:cubicBezTo>
                    <a:pt x="362309" y="80438"/>
                    <a:pt x="281157" y="0"/>
                    <a:pt x="181474" y="0"/>
                  </a:cubicBezTo>
                  <a:cubicBezTo>
                    <a:pt x="181474" y="0"/>
                    <a:pt x="181474" y="0"/>
                    <a:pt x="181474" y="0"/>
                  </a:cubicBezTo>
                  <a:close/>
                  <a:moveTo>
                    <a:pt x="283713" y="263020"/>
                  </a:moveTo>
                  <a:cubicBezTo>
                    <a:pt x="283713" y="266850"/>
                    <a:pt x="281157" y="269404"/>
                    <a:pt x="277323" y="269404"/>
                  </a:cubicBezTo>
                  <a:lnTo>
                    <a:pt x="84986" y="269404"/>
                  </a:lnTo>
                  <a:cubicBezTo>
                    <a:pt x="81152" y="269404"/>
                    <a:pt x="78596" y="266850"/>
                    <a:pt x="78596" y="263020"/>
                  </a:cubicBezTo>
                  <a:lnTo>
                    <a:pt x="78596" y="125765"/>
                  </a:lnTo>
                  <a:cubicBezTo>
                    <a:pt x="78596" y="121934"/>
                    <a:pt x="81152" y="119381"/>
                    <a:pt x="84986" y="119381"/>
                  </a:cubicBezTo>
                  <a:lnTo>
                    <a:pt x="147607" y="119381"/>
                  </a:lnTo>
                  <a:lnTo>
                    <a:pt x="147607" y="98313"/>
                  </a:lnTo>
                  <a:cubicBezTo>
                    <a:pt x="147607" y="94483"/>
                    <a:pt x="150164" y="91929"/>
                    <a:pt x="153997" y="91929"/>
                  </a:cubicBezTo>
                  <a:lnTo>
                    <a:pt x="208951" y="91929"/>
                  </a:lnTo>
                  <a:cubicBezTo>
                    <a:pt x="212785" y="91929"/>
                    <a:pt x="215341" y="94483"/>
                    <a:pt x="215341" y="98313"/>
                  </a:cubicBezTo>
                  <a:lnTo>
                    <a:pt x="215341" y="119381"/>
                  </a:lnTo>
                  <a:lnTo>
                    <a:pt x="277962" y="119381"/>
                  </a:lnTo>
                  <a:cubicBezTo>
                    <a:pt x="281796" y="119381"/>
                    <a:pt x="284352" y="121934"/>
                    <a:pt x="284352" y="125765"/>
                  </a:cubicBezTo>
                  <a:lnTo>
                    <a:pt x="283713" y="263020"/>
                  </a:lnTo>
                  <a:close/>
                </a:path>
              </a:pathLst>
            </a:custGeom>
            <a:solidFill>
              <a:srgbClr val="007680"/>
            </a:solidFill>
            <a:ln w="6390" cap="flat">
              <a:noFill/>
              <a:prstDash val="solid"/>
              <a:miter/>
            </a:ln>
          </p:spPr>
          <p:txBody>
            <a:bodyPr rtlCol="0" anchor="ctr"/>
            <a:lstStyle/>
            <a:p>
              <a:endParaRPr lang="en-US"/>
            </a:p>
          </p:txBody>
        </p:sp>
        <p:sp>
          <p:nvSpPr>
            <p:cNvPr id="992" name="Graphic 5">
              <a:extLst>
                <a:ext uri="{FF2B5EF4-FFF2-40B4-BE49-F238E27FC236}">
                  <a16:creationId xmlns:a16="http://schemas.microsoft.com/office/drawing/2014/main" id="{04A6FFEA-D085-8246-89E0-39E116E1F278}"/>
                </a:ext>
              </a:extLst>
            </p:cNvPr>
            <p:cNvSpPr/>
            <p:nvPr/>
          </p:nvSpPr>
          <p:spPr>
            <a:xfrm>
              <a:off x="2113791" y="3445597"/>
              <a:ext cx="42173" cy="14683"/>
            </a:xfrm>
            <a:custGeom>
              <a:avLst/>
              <a:gdLst>
                <a:gd name="connsiteX0" fmla="*/ 0 w 42173"/>
                <a:gd name="connsiteY0" fmla="*/ 0 h 14683"/>
                <a:gd name="connsiteX1" fmla="*/ 42174 w 42173"/>
                <a:gd name="connsiteY1" fmla="*/ 0 h 14683"/>
                <a:gd name="connsiteX2" fmla="*/ 42174 w 42173"/>
                <a:gd name="connsiteY2" fmla="*/ 14683 h 14683"/>
                <a:gd name="connsiteX3" fmla="*/ 0 w 42173"/>
                <a:gd name="connsiteY3" fmla="*/ 14683 h 14683"/>
              </a:gdLst>
              <a:ahLst/>
              <a:cxnLst>
                <a:cxn ang="0">
                  <a:pos x="connsiteX0" y="connsiteY0"/>
                </a:cxn>
                <a:cxn ang="0">
                  <a:pos x="connsiteX1" y="connsiteY1"/>
                </a:cxn>
                <a:cxn ang="0">
                  <a:pos x="connsiteX2" y="connsiteY2"/>
                </a:cxn>
                <a:cxn ang="0">
                  <a:pos x="connsiteX3" y="connsiteY3"/>
                </a:cxn>
              </a:cxnLst>
              <a:rect l="l" t="t" r="r" b="b"/>
              <a:pathLst>
                <a:path w="42173" h="14683">
                  <a:moveTo>
                    <a:pt x="0" y="0"/>
                  </a:moveTo>
                  <a:lnTo>
                    <a:pt x="42174" y="0"/>
                  </a:lnTo>
                  <a:lnTo>
                    <a:pt x="42174" y="14683"/>
                  </a:lnTo>
                  <a:lnTo>
                    <a:pt x="0" y="14683"/>
                  </a:lnTo>
                  <a:close/>
                </a:path>
              </a:pathLst>
            </a:custGeom>
            <a:solidFill>
              <a:srgbClr val="007680"/>
            </a:solidFill>
            <a:ln w="6390" cap="flat">
              <a:noFill/>
              <a:prstDash val="solid"/>
              <a:miter/>
            </a:ln>
          </p:spPr>
          <p:txBody>
            <a:bodyPr rtlCol="0" anchor="ctr"/>
            <a:lstStyle/>
            <a:p>
              <a:endParaRPr lang="en-US"/>
            </a:p>
          </p:txBody>
        </p:sp>
      </p:grpSp>
      <p:grpSp>
        <p:nvGrpSpPr>
          <p:cNvPr id="993" name="Graphic 5">
            <a:extLst>
              <a:ext uri="{FF2B5EF4-FFF2-40B4-BE49-F238E27FC236}">
                <a16:creationId xmlns:a16="http://schemas.microsoft.com/office/drawing/2014/main" id="{1CC0A5B2-0E59-6B45-9AEC-A6574F0ABD60}"/>
              </a:ext>
            </a:extLst>
          </p:cNvPr>
          <p:cNvGrpSpPr/>
          <p:nvPr/>
        </p:nvGrpSpPr>
        <p:grpSpPr>
          <a:xfrm>
            <a:off x="1953403" y="3824806"/>
            <a:ext cx="362948" cy="361971"/>
            <a:chOff x="1953403" y="3824806"/>
            <a:chExt cx="362948" cy="361971"/>
          </a:xfrm>
          <a:solidFill>
            <a:srgbClr val="007680"/>
          </a:solidFill>
        </p:grpSpPr>
        <p:sp>
          <p:nvSpPr>
            <p:cNvPr id="994" name="Graphic 5">
              <a:extLst>
                <a:ext uri="{FF2B5EF4-FFF2-40B4-BE49-F238E27FC236}">
                  <a16:creationId xmlns:a16="http://schemas.microsoft.com/office/drawing/2014/main" id="{AE0F45F8-CC73-1243-991D-AEA4BBE91691}"/>
                </a:ext>
              </a:extLst>
            </p:cNvPr>
            <p:cNvSpPr/>
            <p:nvPr/>
          </p:nvSpPr>
          <p:spPr>
            <a:xfrm>
              <a:off x="2065227" y="3906521"/>
              <a:ext cx="139300" cy="138532"/>
            </a:xfrm>
            <a:custGeom>
              <a:avLst/>
              <a:gdLst>
                <a:gd name="connsiteX0" fmla="*/ 139301 w 139300"/>
                <a:gd name="connsiteY0" fmla="*/ 138533 h 138532"/>
                <a:gd name="connsiteX1" fmla="*/ 139301 w 139300"/>
                <a:gd name="connsiteY1" fmla="*/ 0 h 138532"/>
                <a:gd name="connsiteX2" fmla="*/ 0 w 139300"/>
                <a:gd name="connsiteY2" fmla="*/ 0 h 138532"/>
                <a:gd name="connsiteX3" fmla="*/ 0 w 139300"/>
                <a:gd name="connsiteY3" fmla="*/ 138533 h 138532"/>
                <a:gd name="connsiteX4" fmla="*/ 139301 w 139300"/>
                <a:gd name="connsiteY4" fmla="*/ 138533 h 138532"/>
                <a:gd name="connsiteX5" fmla="*/ 69650 w 139300"/>
                <a:gd name="connsiteY5" fmla="*/ 17237 h 138532"/>
                <a:gd name="connsiteX6" fmla="*/ 121409 w 139300"/>
                <a:gd name="connsiteY6" fmla="*/ 68947 h 138532"/>
                <a:gd name="connsiteX7" fmla="*/ 69650 w 139300"/>
                <a:gd name="connsiteY7" fmla="*/ 120657 h 138532"/>
                <a:gd name="connsiteX8" fmla="*/ 17892 w 139300"/>
                <a:gd name="connsiteY8" fmla="*/ 68947 h 138532"/>
                <a:gd name="connsiteX9" fmla="*/ 69650 w 139300"/>
                <a:gd name="connsiteY9" fmla="*/ 17237 h 138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300" h="138532">
                  <a:moveTo>
                    <a:pt x="139301" y="138533"/>
                  </a:moveTo>
                  <a:lnTo>
                    <a:pt x="139301" y="0"/>
                  </a:lnTo>
                  <a:lnTo>
                    <a:pt x="0" y="0"/>
                  </a:lnTo>
                  <a:lnTo>
                    <a:pt x="0" y="138533"/>
                  </a:lnTo>
                  <a:lnTo>
                    <a:pt x="139301" y="138533"/>
                  </a:lnTo>
                  <a:close/>
                  <a:moveTo>
                    <a:pt x="69650" y="17237"/>
                  </a:moveTo>
                  <a:cubicBezTo>
                    <a:pt x="98405" y="17237"/>
                    <a:pt x="121409" y="40219"/>
                    <a:pt x="121409" y="68947"/>
                  </a:cubicBezTo>
                  <a:cubicBezTo>
                    <a:pt x="121409" y="97675"/>
                    <a:pt x="98405" y="120657"/>
                    <a:pt x="69650" y="120657"/>
                  </a:cubicBezTo>
                  <a:cubicBezTo>
                    <a:pt x="40896" y="120657"/>
                    <a:pt x="17892" y="97675"/>
                    <a:pt x="17892" y="68947"/>
                  </a:cubicBezTo>
                  <a:cubicBezTo>
                    <a:pt x="17892" y="40219"/>
                    <a:pt x="40896" y="17237"/>
                    <a:pt x="69650" y="17237"/>
                  </a:cubicBezTo>
                  <a:close/>
                </a:path>
              </a:pathLst>
            </a:custGeom>
            <a:solidFill>
              <a:srgbClr val="007680"/>
            </a:solidFill>
            <a:ln w="6390" cap="flat">
              <a:noFill/>
              <a:prstDash val="solid"/>
              <a:miter/>
            </a:ln>
          </p:spPr>
          <p:txBody>
            <a:bodyPr rtlCol="0" anchor="ctr"/>
            <a:lstStyle/>
            <a:p>
              <a:endParaRPr lang="en-US"/>
            </a:p>
          </p:txBody>
        </p:sp>
        <p:sp>
          <p:nvSpPr>
            <p:cNvPr id="995" name="Graphic 5">
              <a:extLst>
                <a:ext uri="{FF2B5EF4-FFF2-40B4-BE49-F238E27FC236}">
                  <a16:creationId xmlns:a16="http://schemas.microsoft.com/office/drawing/2014/main" id="{FC227538-3A36-6247-8D21-F17B28F178BC}"/>
                </a:ext>
              </a:extLst>
            </p:cNvPr>
            <p:cNvSpPr/>
            <p:nvPr/>
          </p:nvSpPr>
          <p:spPr>
            <a:xfrm>
              <a:off x="2095260" y="3935391"/>
              <a:ext cx="79092" cy="78876"/>
            </a:xfrm>
            <a:custGeom>
              <a:avLst/>
              <a:gdLst>
                <a:gd name="connsiteX0" fmla="*/ 12780 w 79092"/>
                <a:gd name="connsiteY0" fmla="*/ 57952 h 78876"/>
                <a:gd name="connsiteX1" fmla="*/ 21726 w 79092"/>
                <a:gd name="connsiteY1" fmla="*/ 57952 h 78876"/>
                <a:gd name="connsiteX2" fmla="*/ 21726 w 79092"/>
                <a:gd name="connsiteY2" fmla="*/ 66889 h 78876"/>
                <a:gd name="connsiteX3" fmla="*/ 16614 w 79092"/>
                <a:gd name="connsiteY3" fmla="*/ 71358 h 78876"/>
                <a:gd name="connsiteX4" fmla="*/ 71567 w 79092"/>
                <a:gd name="connsiteY4" fmla="*/ 62420 h 78876"/>
                <a:gd name="connsiteX5" fmla="*/ 62621 w 79092"/>
                <a:gd name="connsiteY5" fmla="*/ 7518 h 78876"/>
                <a:gd name="connsiteX6" fmla="*/ 7668 w 79092"/>
                <a:gd name="connsiteY6" fmla="*/ 16456 h 78876"/>
                <a:gd name="connsiteX7" fmla="*/ 7668 w 79092"/>
                <a:gd name="connsiteY7" fmla="*/ 62420 h 78876"/>
                <a:gd name="connsiteX8" fmla="*/ 12780 w 79092"/>
                <a:gd name="connsiteY8" fmla="*/ 57952 h 78876"/>
                <a:gd name="connsiteX9" fmla="*/ 39618 w 79092"/>
                <a:gd name="connsiteY9" fmla="*/ 33054 h 78876"/>
                <a:gd name="connsiteX10" fmla="*/ 46008 w 79092"/>
                <a:gd name="connsiteY10" fmla="*/ 40715 h 78876"/>
                <a:gd name="connsiteX11" fmla="*/ 39618 w 79092"/>
                <a:gd name="connsiteY11" fmla="*/ 47099 h 78876"/>
                <a:gd name="connsiteX12" fmla="*/ 31950 w 79092"/>
                <a:gd name="connsiteY12" fmla="*/ 40715 h 78876"/>
                <a:gd name="connsiteX13" fmla="*/ 38340 w 79092"/>
                <a:gd name="connsiteY13" fmla="*/ 33054 h 78876"/>
                <a:gd name="connsiteX14" fmla="*/ 39618 w 79092"/>
                <a:gd name="connsiteY14" fmla="*/ 33054 h 7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9092" h="78876">
                  <a:moveTo>
                    <a:pt x="12780" y="57952"/>
                  </a:moveTo>
                  <a:cubicBezTo>
                    <a:pt x="15336" y="55398"/>
                    <a:pt x="19170" y="55398"/>
                    <a:pt x="21726" y="57952"/>
                  </a:cubicBezTo>
                  <a:cubicBezTo>
                    <a:pt x="24282" y="60505"/>
                    <a:pt x="24282" y="64336"/>
                    <a:pt x="21726" y="66889"/>
                  </a:cubicBezTo>
                  <a:lnTo>
                    <a:pt x="16614" y="71358"/>
                  </a:lnTo>
                  <a:cubicBezTo>
                    <a:pt x="34506" y="84126"/>
                    <a:pt x="58787" y="80296"/>
                    <a:pt x="71567" y="62420"/>
                  </a:cubicBezTo>
                  <a:cubicBezTo>
                    <a:pt x="84347" y="44545"/>
                    <a:pt x="80513" y="20286"/>
                    <a:pt x="62621" y="7518"/>
                  </a:cubicBezTo>
                  <a:cubicBezTo>
                    <a:pt x="44730" y="-5250"/>
                    <a:pt x="20448" y="-1419"/>
                    <a:pt x="7668" y="16456"/>
                  </a:cubicBezTo>
                  <a:cubicBezTo>
                    <a:pt x="-2556" y="30500"/>
                    <a:pt x="-2556" y="49014"/>
                    <a:pt x="7668" y="62420"/>
                  </a:cubicBezTo>
                  <a:lnTo>
                    <a:pt x="12780" y="57952"/>
                  </a:lnTo>
                  <a:close/>
                  <a:moveTo>
                    <a:pt x="39618" y="33054"/>
                  </a:moveTo>
                  <a:cubicBezTo>
                    <a:pt x="43452" y="33692"/>
                    <a:pt x="46647" y="36884"/>
                    <a:pt x="46008" y="40715"/>
                  </a:cubicBezTo>
                  <a:cubicBezTo>
                    <a:pt x="45369" y="43907"/>
                    <a:pt x="42813" y="46460"/>
                    <a:pt x="39618" y="47099"/>
                  </a:cubicBezTo>
                  <a:cubicBezTo>
                    <a:pt x="35784" y="47737"/>
                    <a:pt x="31950" y="44545"/>
                    <a:pt x="31950" y="40715"/>
                  </a:cubicBezTo>
                  <a:cubicBezTo>
                    <a:pt x="31311" y="36884"/>
                    <a:pt x="34506" y="33054"/>
                    <a:pt x="38340" y="33054"/>
                  </a:cubicBezTo>
                  <a:cubicBezTo>
                    <a:pt x="38979" y="33054"/>
                    <a:pt x="38979" y="33054"/>
                    <a:pt x="39618" y="33054"/>
                  </a:cubicBezTo>
                  <a:close/>
                </a:path>
              </a:pathLst>
            </a:custGeom>
            <a:solidFill>
              <a:srgbClr val="007680"/>
            </a:solidFill>
            <a:ln w="6390" cap="flat">
              <a:noFill/>
              <a:prstDash val="solid"/>
              <a:miter/>
            </a:ln>
          </p:spPr>
          <p:txBody>
            <a:bodyPr rtlCol="0" anchor="ctr"/>
            <a:lstStyle/>
            <a:p>
              <a:endParaRPr lang="en-US"/>
            </a:p>
          </p:txBody>
        </p:sp>
        <p:sp>
          <p:nvSpPr>
            <p:cNvPr id="996" name="Graphic 5">
              <a:extLst>
                <a:ext uri="{FF2B5EF4-FFF2-40B4-BE49-F238E27FC236}">
                  <a16:creationId xmlns:a16="http://schemas.microsoft.com/office/drawing/2014/main" id="{1841EEB6-B48E-564F-B130-E4D5DF90076E}"/>
                </a:ext>
              </a:extLst>
            </p:cNvPr>
            <p:cNvSpPr/>
            <p:nvPr/>
          </p:nvSpPr>
          <p:spPr>
            <a:xfrm>
              <a:off x="2065227" y="4057821"/>
              <a:ext cx="139300" cy="47241"/>
            </a:xfrm>
            <a:custGeom>
              <a:avLst/>
              <a:gdLst>
                <a:gd name="connsiteX0" fmla="*/ 0 w 139300"/>
                <a:gd name="connsiteY0" fmla="*/ 0 h 47241"/>
                <a:gd name="connsiteX1" fmla="*/ 0 w 139300"/>
                <a:gd name="connsiteY1" fmla="*/ 47242 h 47241"/>
                <a:gd name="connsiteX2" fmla="*/ 139301 w 139300"/>
                <a:gd name="connsiteY2" fmla="*/ 47242 h 47241"/>
                <a:gd name="connsiteX3" fmla="*/ 139301 w 139300"/>
                <a:gd name="connsiteY3" fmla="*/ 0 h 47241"/>
                <a:gd name="connsiteX4" fmla="*/ 0 w 139300"/>
                <a:gd name="connsiteY4" fmla="*/ 0 h 47241"/>
                <a:gd name="connsiteX5" fmla="*/ 115019 w 139300"/>
                <a:gd name="connsiteY5" fmla="*/ 30643 h 47241"/>
                <a:gd name="connsiteX6" fmla="*/ 107990 w 139300"/>
                <a:gd name="connsiteY6" fmla="*/ 23621 h 47241"/>
                <a:gd name="connsiteX7" fmla="*/ 115019 w 139300"/>
                <a:gd name="connsiteY7" fmla="*/ 16598 h 47241"/>
                <a:gd name="connsiteX8" fmla="*/ 122048 w 139300"/>
                <a:gd name="connsiteY8" fmla="*/ 23621 h 47241"/>
                <a:gd name="connsiteX9" fmla="*/ 122048 w 139300"/>
                <a:gd name="connsiteY9" fmla="*/ 23621 h 47241"/>
                <a:gd name="connsiteX10" fmla="*/ 115019 w 139300"/>
                <a:gd name="connsiteY10" fmla="*/ 30643 h 47241"/>
                <a:gd name="connsiteX11" fmla="*/ 115019 w 139300"/>
                <a:gd name="connsiteY11" fmla="*/ 30643 h 4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300" h="47241">
                  <a:moveTo>
                    <a:pt x="0" y="0"/>
                  </a:moveTo>
                  <a:lnTo>
                    <a:pt x="0" y="47242"/>
                  </a:lnTo>
                  <a:lnTo>
                    <a:pt x="139301" y="47242"/>
                  </a:lnTo>
                  <a:lnTo>
                    <a:pt x="139301" y="0"/>
                  </a:lnTo>
                  <a:lnTo>
                    <a:pt x="0" y="0"/>
                  </a:lnTo>
                  <a:close/>
                  <a:moveTo>
                    <a:pt x="115019" y="30643"/>
                  </a:moveTo>
                  <a:cubicBezTo>
                    <a:pt x="111185" y="30643"/>
                    <a:pt x="107990" y="27451"/>
                    <a:pt x="107990" y="23621"/>
                  </a:cubicBezTo>
                  <a:cubicBezTo>
                    <a:pt x="107990" y="19790"/>
                    <a:pt x="111185" y="16598"/>
                    <a:pt x="115019" y="16598"/>
                  </a:cubicBezTo>
                  <a:cubicBezTo>
                    <a:pt x="118853" y="16598"/>
                    <a:pt x="122048" y="19790"/>
                    <a:pt x="122048" y="23621"/>
                  </a:cubicBezTo>
                  <a:lnTo>
                    <a:pt x="122048" y="23621"/>
                  </a:lnTo>
                  <a:cubicBezTo>
                    <a:pt x="122048" y="27451"/>
                    <a:pt x="118853" y="30643"/>
                    <a:pt x="115019" y="30643"/>
                  </a:cubicBezTo>
                  <a:lnTo>
                    <a:pt x="115019" y="30643"/>
                  </a:lnTo>
                  <a:close/>
                </a:path>
              </a:pathLst>
            </a:custGeom>
            <a:solidFill>
              <a:srgbClr val="007680"/>
            </a:solidFill>
            <a:ln w="6390" cap="flat">
              <a:noFill/>
              <a:prstDash val="solid"/>
              <a:miter/>
            </a:ln>
          </p:spPr>
          <p:txBody>
            <a:bodyPr rtlCol="0" anchor="ctr"/>
            <a:lstStyle/>
            <a:p>
              <a:endParaRPr lang="en-US"/>
            </a:p>
          </p:txBody>
        </p:sp>
        <p:sp>
          <p:nvSpPr>
            <p:cNvPr id="997" name="Graphic 5">
              <a:extLst>
                <a:ext uri="{FF2B5EF4-FFF2-40B4-BE49-F238E27FC236}">
                  <a16:creationId xmlns:a16="http://schemas.microsoft.com/office/drawing/2014/main" id="{2B98AD4E-A032-694C-A9F7-602A538357CF}"/>
                </a:ext>
              </a:extLst>
            </p:cNvPr>
            <p:cNvSpPr/>
            <p:nvPr/>
          </p:nvSpPr>
          <p:spPr>
            <a:xfrm>
              <a:off x="1953403" y="3824806"/>
              <a:ext cx="362948" cy="361971"/>
            </a:xfrm>
            <a:custGeom>
              <a:avLst/>
              <a:gdLst>
                <a:gd name="connsiteX0" fmla="*/ 181474 w 362948"/>
                <a:gd name="connsiteY0" fmla="*/ 0 h 361971"/>
                <a:gd name="connsiteX1" fmla="*/ 0 w 362948"/>
                <a:gd name="connsiteY1" fmla="*/ 180667 h 361971"/>
                <a:gd name="connsiteX2" fmla="*/ 181474 w 362948"/>
                <a:gd name="connsiteY2" fmla="*/ 361972 h 361971"/>
                <a:gd name="connsiteX3" fmla="*/ 362948 w 362948"/>
                <a:gd name="connsiteY3" fmla="*/ 180667 h 361971"/>
                <a:gd name="connsiteX4" fmla="*/ 362948 w 362948"/>
                <a:gd name="connsiteY4" fmla="*/ 180667 h 361971"/>
                <a:gd name="connsiteX5" fmla="*/ 181474 w 362948"/>
                <a:gd name="connsiteY5" fmla="*/ 0 h 361971"/>
                <a:gd name="connsiteX6" fmla="*/ 181474 w 362948"/>
                <a:gd name="connsiteY6" fmla="*/ 0 h 361971"/>
                <a:gd name="connsiteX7" fmla="*/ 263904 w 362948"/>
                <a:gd name="connsiteY7" fmla="*/ 286641 h 361971"/>
                <a:gd name="connsiteX8" fmla="*/ 257514 w 362948"/>
                <a:gd name="connsiteY8" fmla="*/ 293025 h 361971"/>
                <a:gd name="connsiteX9" fmla="*/ 105434 w 362948"/>
                <a:gd name="connsiteY9" fmla="*/ 293025 h 361971"/>
                <a:gd name="connsiteX10" fmla="*/ 99044 w 362948"/>
                <a:gd name="connsiteY10" fmla="*/ 286641 h 361971"/>
                <a:gd name="connsiteX11" fmla="*/ 99044 w 362948"/>
                <a:gd name="connsiteY11" fmla="*/ 75331 h 361971"/>
                <a:gd name="connsiteX12" fmla="*/ 105434 w 362948"/>
                <a:gd name="connsiteY12" fmla="*/ 68947 h 361971"/>
                <a:gd name="connsiteX13" fmla="*/ 257514 w 362948"/>
                <a:gd name="connsiteY13" fmla="*/ 68947 h 361971"/>
                <a:gd name="connsiteX14" fmla="*/ 263904 w 362948"/>
                <a:gd name="connsiteY14" fmla="*/ 75331 h 361971"/>
                <a:gd name="connsiteX15" fmla="*/ 263904 w 362948"/>
                <a:gd name="connsiteY15" fmla="*/ 28664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948" h="361971">
                  <a:moveTo>
                    <a:pt x="181474" y="0"/>
                  </a:moveTo>
                  <a:cubicBezTo>
                    <a:pt x="81152" y="0"/>
                    <a:pt x="0" y="81077"/>
                    <a:pt x="0" y="180667"/>
                  </a:cubicBezTo>
                  <a:cubicBezTo>
                    <a:pt x="0" y="280895"/>
                    <a:pt x="81152" y="361972"/>
                    <a:pt x="181474" y="361972"/>
                  </a:cubicBezTo>
                  <a:cubicBezTo>
                    <a:pt x="281796" y="361972"/>
                    <a:pt x="362948" y="280895"/>
                    <a:pt x="362948" y="180667"/>
                  </a:cubicBezTo>
                  <a:lnTo>
                    <a:pt x="362948" y="180667"/>
                  </a:lnTo>
                  <a:cubicBezTo>
                    <a:pt x="362309" y="81077"/>
                    <a:pt x="281157" y="0"/>
                    <a:pt x="181474" y="0"/>
                  </a:cubicBezTo>
                  <a:cubicBezTo>
                    <a:pt x="181474" y="0"/>
                    <a:pt x="181474" y="0"/>
                    <a:pt x="181474" y="0"/>
                  </a:cubicBezTo>
                  <a:close/>
                  <a:moveTo>
                    <a:pt x="263904" y="286641"/>
                  </a:moveTo>
                  <a:cubicBezTo>
                    <a:pt x="263904" y="290471"/>
                    <a:pt x="261348" y="293025"/>
                    <a:pt x="257514" y="293025"/>
                  </a:cubicBezTo>
                  <a:lnTo>
                    <a:pt x="105434" y="293025"/>
                  </a:lnTo>
                  <a:cubicBezTo>
                    <a:pt x="101600" y="293025"/>
                    <a:pt x="99044" y="290471"/>
                    <a:pt x="99044" y="286641"/>
                  </a:cubicBezTo>
                  <a:lnTo>
                    <a:pt x="99044" y="75331"/>
                  </a:lnTo>
                  <a:cubicBezTo>
                    <a:pt x="99044" y="71501"/>
                    <a:pt x="101600" y="68947"/>
                    <a:pt x="105434" y="68947"/>
                  </a:cubicBezTo>
                  <a:lnTo>
                    <a:pt x="257514" y="68947"/>
                  </a:lnTo>
                  <a:cubicBezTo>
                    <a:pt x="261348" y="68947"/>
                    <a:pt x="263904" y="71501"/>
                    <a:pt x="263904" y="75331"/>
                  </a:cubicBezTo>
                  <a:lnTo>
                    <a:pt x="263904" y="286641"/>
                  </a:lnTo>
                  <a:close/>
                </a:path>
              </a:pathLst>
            </a:custGeom>
            <a:solidFill>
              <a:srgbClr val="007680"/>
            </a:solidFill>
            <a:ln w="6390" cap="flat">
              <a:noFill/>
              <a:prstDash val="solid"/>
              <a:miter/>
            </a:ln>
          </p:spPr>
          <p:txBody>
            <a:bodyPr rtlCol="0" anchor="ctr"/>
            <a:lstStyle/>
            <a:p>
              <a:endParaRPr lang="en-US"/>
            </a:p>
          </p:txBody>
        </p:sp>
      </p:grpSp>
      <p:grpSp>
        <p:nvGrpSpPr>
          <p:cNvPr id="998" name="Graphic 5">
            <a:extLst>
              <a:ext uri="{FF2B5EF4-FFF2-40B4-BE49-F238E27FC236}">
                <a16:creationId xmlns:a16="http://schemas.microsoft.com/office/drawing/2014/main" id="{A0649082-3CE2-B04D-ADF9-261D0484BA0D}"/>
              </a:ext>
            </a:extLst>
          </p:cNvPr>
          <p:cNvGrpSpPr/>
          <p:nvPr/>
        </p:nvGrpSpPr>
        <p:grpSpPr>
          <a:xfrm>
            <a:off x="9280105" y="2856356"/>
            <a:ext cx="362309" cy="361971"/>
            <a:chOff x="9280105" y="2856356"/>
            <a:chExt cx="362309" cy="361971"/>
          </a:xfrm>
          <a:solidFill>
            <a:srgbClr val="007680"/>
          </a:solidFill>
        </p:grpSpPr>
        <p:sp>
          <p:nvSpPr>
            <p:cNvPr id="999" name="Graphic 5">
              <a:extLst>
                <a:ext uri="{FF2B5EF4-FFF2-40B4-BE49-F238E27FC236}">
                  <a16:creationId xmlns:a16="http://schemas.microsoft.com/office/drawing/2014/main" id="{BE85FF4F-4D94-D249-8F94-1D1030B6C588}"/>
                </a:ext>
              </a:extLst>
            </p:cNvPr>
            <p:cNvSpPr/>
            <p:nvPr/>
          </p:nvSpPr>
          <p:spPr>
            <a:xfrm>
              <a:off x="9451994" y="2939986"/>
              <a:ext cx="83069" cy="44049"/>
            </a:xfrm>
            <a:custGeom>
              <a:avLst/>
              <a:gdLst>
                <a:gd name="connsiteX0" fmla="*/ 0 w 83069"/>
                <a:gd name="connsiteY0" fmla="*/ 0 h 44049"/>
                <a:gd name="connsiteX1" fmla="*/ 83069 w 83069"/>
                <a:gd name="connsiteY1" fmla="*/ 0 h 44049"/>
                <a:gd name="connsiteX2" fmla="*/ 83069 w 83069"/>
                <a:gd name="connsiteY2" fmla="*/ 44049 h 44049"/>
                <a:gd name="connsiteX3" fmla="*/ 0 w 83069"/>
                <a:gd name="connsiteY3" fmla="*/ 44049 h 44049"/>
              </a:gdLst>
              <a:ahLst/>
              <a:cxnLst>
                <a:cxn ang="0">
                  <a:pos x="connsiteX0" y="connsiteY0"/>
                </a:cxn>
                <a:cxn ang="0">
                  <a:pos x="connsiteX1" y="connsiteY1"/>
                </a:cxn>
                <a:cxn ang="0">
                  <a:pos x="connsiteX2" y="connsiteY2"/>
                </a:cxn>
                <a:cxn ang="0">
                  <a:pos x="connsiteX3" y="connsiteY3"/>
                </a:cxn>
              </a:cxnLst>
              <a:rect l="l" t="t" r="r" b="b"/>
              <a:pathLst>
                <a:path w="83069" h="44049">
                  <a:moveTo>
                    <a:pt x="0" y="0"/>
                  </a:moveTo>
                  <a:lnTo>
                    <a:pt x="83069" y="0"/>
                  </a:lnTo>
                  <a:lnTo>
                    <a:pt x="83069" y="44049"/>
                  </a:lnTo>
                  <a:lnTo>
                    <a:pt x="0" y="44049"/>
                  </a:lnTo>
                  <a:close/>
                </a:path>
              </a:pathLst>
            </a:custGeom>
            <a:solidFill>
              <a:srgbClr val="007680"/>
            </a:solidFill>
            <a:ln w="6390" cap="flat">
              <a:noFill/>
              <a:prstDash val="solid"/>
              <a:miter/>
            </a:ln>
          </p:spPr>
          <p:txBody>
            <a:bodyPr rtlCol="0" anchor="ctr"/>
            <a:lstStyle/>
            <a:p>
              <a:endParaRPr lang="en-US"/>
            </a:p>
          </p:txBody>
        </p:sp>
        <p:sp>
          <p:nvSpPr>
            <p:cNvPr id="1000" name="Graphic 5">
              <a:extLst>
                <a:ext uri="{FF2B5EF4-FFF2-40B4-BE49-F238E27FC236}">
                  <a16:creationId xmlns:a16="http://schemas.microsoft.com/office/drawing/2014/main" id="{A1CE0C75-DD97-9A40-9719-BC63AF513D95}"/>
                </a:ext>
              </a:extLst>
            </p:cNvPr>
            <p:cNvSpPr/>
            <p:nvPr/>
          </p:nvSpPr>
          <p:spPr>
            <a:xfrm>
              <a:off x="9484583" y="2998080"/>
              <a:ext cx="17891" cy="9575"/>
            </a:xfrm>
            <a:custGeom>
              <a:avLst/>
              <a:gdLst>
                <a:gd name="connsiteX0" fmla="*/ 0 w 17891"/>
                <a:gd name="connsiteY0" fmla="*/ 0 h 9575"/>
                <a:gd name="connsiteX1" fmla="*/ 17892 w 17891"/>
                <a:gd name="connsiteY1" fmla="*/ 0 h 9575"/>
                <a:gd name="connsiteX2" fmla="*/ 17892 w 17891"/>
                <a:gd name="connsiteY2" fmla="*/ 9576 h 9575"/>
                <a:gd name="connsiteX3" fmla="*/ 0 w 17891"/>
                <a:gd name="connsiteY3" fmla="*/ 9576 h 9575"/>
              </a:gdLst>
              <a:ahLst/>
              <a:cxnLst>
                <a:cxn ang="0">
                  <a:pos x="connsiteX0" y="connsiteY0"/>
                </a:cxn>
                <a:cxn ang="0">
                  <a:pos x="connsiteX1" y="connsiteY1"/>
                </a:cxn>
                <a:cxn ang="0">
                  <a:pos x="connsiteX2" y="connsiteY2"/>
                </a:cxn>
                <a:cxn ang="0">
                  <a:pos x="connsiteX3" y="connsiteY3"/>
                </a:cxn>
              </a:cxnLst>
              <a:rect l="l" t="t" r="r" b="b"/>
              <a:pathLst>
                <a:path w="17891" h="9575">
                  <a:moveTo>
                    <a:pt x="0" y="0"/>
                  </a:moveTo>
                  <a:lnTo>
                    <a:pt x="17892" y="0"/>
                  </a:lnTo>
                  <a:lnTo>
                    <a:pt x="17892" y="9576"/>
                  </a:lnTo>
                  <a:lnTo>
                    <a:pt x="0" y="9576"/>
                  </a:lnTo>
                  <a:close/>
                </a:path>
              </a:pathLst>
            </a:custGeom>
            <a:solidFill>
              <a:srgbClr val="007680"/>
            </a:solidFill>
            <a:ln w="6390" cap="flat">
              <a:noFill/>
              <a:prstDash val="solid"/>
              <a:miter/>
            </a:ln>
          </p:spPr>
          <p:txBody>
            <a:bodyPr rtlCol="0" anchor="ctr"/>
            <a:lstStyle/>
            <a:p>
              <a:endParaRPr lang="en-US"/>
            </a:p>
          </p:txBody>
        </p:sp>
        <p:sp>
          <p:nvSpPr>
            <p:cNvPr id="1001" name="Graphic 5">
              <a:extLst>
                <a:ext uri="{FF2B5EF4-FFF2-40B4-BE49-F238E27FC236}">
                  <a16:creationId xmlns:a16="http://schemas.microsoft.com/office/drawing/2014/main" id="{B75665AB-FDEF-264C-B780-776B9E7E873A}"/>
                </a:ext>
              </a:extLst>
            </p:cNvPr>
            <p:cNvSpPr/>
            <p:nvPr/>
          </p:nvSpPr>
          <p:spPr>
            <a:xfrm>
              <a:off x="9280105" y="2856356"/>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283713 w 362309"/>
                <a:gd name="connsiteY6" fmla="*/ 268127 h 361971"/>
                <a:gd name="connsiteX7" fmla="*/ 277323 w 362309"/>
                <a:gd name="connsiteY7" fmla="*/ 274511 h 361971"/>
                <a:gd name="connsiteX8" fmla="*/ 270933 w 362309"/>
                <a:gd name="connsiteY8" fmla="*/ 268127 h 361971"/>
                <a:gd name="connsiteX9" fmla="*/ 270933 w 362309"/>
                <a:gd name="connsiteY9" fmla="*/ 171091 h 361971"/>
                <a:gd name="connsiteX10" fmla="*/ 127799 w 362309"/>
                <a:gd name="connsiteY10" fmla="*/ 171091 h 361971"/>
                <a:gd name="connsiteX11" fmla="*/ 133549 w 362309"/>
                <a:gd name="connsiteY11" fmla="*/ 188966 h 361971"/>
                <a:gd name="connsiteX12" fmla="*/ 134828 w 362309"/>
                <a:gd name="connsiteY12" fmla="*/ 188966 h 361971"/>
                <a:gd name="connsiteX13" fmla="*/ 188503 w 362309"/>
                <a:gd name="connsiteY13" fmla="*/ 188966 h 361971"/>
                <a:gd name="connsiteX14" fmla="*/ 194893 w 362309"/>
                <a:gd name="connsiteY14" fmla="*/ 195350 h 361971"/>
                <a:gd name="connsiteX15" fmla="*/ 194253 w 362309"/>
                <a:gd name="connsiteY15" fmla="*/ 197265 h 361971"/>
                <a:gd name="connsiteX16" fmla="*/ 182752 w 362309"/>
                <a:gd name="connsiteY16" fmla="*/ 231100 h 361971"/>
                <a:gd name="connsiteX17" fmla="*/ 204478 w 362309"/>
                <a:gd name="connsiteY17" fmla="*/ 231100 h 361971"/>
                <a:gd name="connsiteX18" fmla="*/ 210868 w 362309"/>
                <a:gd name="connsiteY18" fmla="*/ 237484 h 361971"/>
                <a:gd name="connsiteX19" fmla="*/ 204478 w 362309"/>
                <a:gd name="connsiteY19" fmla="*/ 243868 h 361971"/>
                <a:gd name="connsiteX20" fmla="*/ 178918 w 362309"/>
                <a:gd name="connsiteY20" fmla="*/ 243868 h 361971"/>
                <a:gd name="connsiteX21" fmla="*/ 178918 w 362309"/>
                <a:gd name="connsiteY21" fmla="*/ 263020 h 361971"/>
                <a:gd name="connsiteX22" fmla="*/ 196810 w 362309"/>
                <a:gd name="connsiteY22" fmla="*/ 263020 h 361971"/>
                <a:gd name="connsiteX23" fmla="*/ 202561 w 362309"/>
                <a:gd name="connsiteY23" fmla="*/ 266212 h 361971"/>
                <a:gd name="connsiteX24" fmla="*/ 210228 w 362309"/>
                <a:gd name="connsiteY24" fmla="*/ 281534 h 361971"/>
                <a:gd name="connsiteX25" fmla="*/ 207673 w 362309"/>
                <a:gd name="connsiteY25" fmla="*/ 289833 h 361971"/>
                <a:gd name="connsiteX26" fmla="*/ 205117 w 362309"/>
                <a:gd name="connsiteY26" fmla="*/ 290471 h 361971"/>
                <a:gd name="connsiteX27" fmla="*/ 199366 w 362309"/>
                <a:gd name="connsiteY27" fmla="*/ 287279 h 361971"/>
                <a:gd name="connsiteX28" fmla="*/ 192976 w 362309"/>
                <a:gd name="connsiteY28" fmla="*/ 275150 h 361971"/>
                <a:gd name="connsiteX29" fmla="*/ 178918 w 362309"/>
                <a:gd name="connsiteY29" fmla="*/ 275150 h 361971"/>
                <a:gd name="connsiteX30" fmla="*/ 178918 w 362309"/>
                <a:gd name="connsiteY30" fmla="*/ 284087 h 361971"/>
                <a:gd name="connsiteX31" fmla="*/ 172528 w 362309"/>
                <a:gd name="connsiteY31" fmla="*/ 290471 h 361971"/>
                <a:gd name="connsiteX32" fmla="*/ 166138 w 362309"/>
                <a:gd name="connsiteY32" fmla="*/ 284087 h 361971"/>
                <a:gd name="connsiteX33" fmla="*/ 166138 w 362309"/>
                <a:gd name="connsiteY33" fmla="*/ 275788 h 361971"/>
                <a:gd name="connsiteX34" fmla="*/ 152719 w 362309"/>
                <a:gd name="connsiteY34" fmla="*/ 275788 h 361971"/>
                <a:gd name="connsiteX35" fmla="*/ 145690 w 362309"/>
                <a:gd name="connsiteY35" fmla="*/ 287918 h 361971"/>
                <a:gd name="connsiteX36" fmla="*/ 136744 w 362309"/>
                <a:gd name="connsiteY36" fmla="*/ 289195 h 361971"/>
                <a:gd name="connsiteX37" fmla="*/ 134828 w 362309"/>
                <a:gd name="connsiteY37" fmla="*/ 281534 h 361971"/>
                <a:gd name="connsiteX38" fmla="*/ 143774 w 362309"/>
                <a:gd name="connsiteY38" fmla="*/ 266212 h 361971"/>
                <a:gd name="connsiteX39" fmla="*/ 149524 w 362309"/>
                <a:gd name="connsiteY39" fmla="*/ 263020 h 361971"/>
                <a:gd name="connsiteX40" fmla="*/ 166777 w 362309"/>
                <a:gd name="connsiteY40" fmla="*/ 263020 h 361971"/>
                <a:gd name="connsiteX41" fmla="*/ 166777 w 362309"/>
                <a:gd name="connsiteY41" fmla="*/ 243868 h 361971"/>
                <a:gd name="connsiteX42" fmla="*/ 141856 w 362309"/>
                <a:gd name="connsiteY42" fmla="*/ 243868 h 361971"/>
                <a:gd name="connsiteX43" fmla="*/ 135466 w 362309"/>
                <a:gd name="connsiteY43" fmla="*/ 239399 h 361971"/>
                <a:gd name="connsiteX44" fmla="*/ 114379 w 362309"/>
                <a:gd name="connsiteY44" fmla="*/ 171091 h 361971"/>
                <a:gd name="connsiteX45" fmla="*/ 91376 w 362309"/>
                <a:gd name="connsiteY45" fmla="*/ 171091 h 361971"/>
                <a:gd name="connsiteX46" fmla="*/ 91376 w 362309"/>
                <a:gd name="connsiteY46" fmla="*/ 268127 h 361971"/>
                <a:gd name="connsiteX47" fmla="*/ 84986 w 362309"/>
                <a:gd name="connsiteY47" fmla="*/ 274511 h 361971"/>
                <a:gd name="connsiteX48" fmla="*/ 78596 w 362309"/>
                <a:gd name="connsiteY48" fmla="*/ 268127 h 361971"/>
                <a:gd name="connsiteX49" fmla="*/ 78596 w 362309"/>
                <a:gd name="connsiteY49" fmla="*/ 164068 h 361971"/>
                <a:gd name="connsiteX50" fmla="*/ 80513 w 362309"/>
                <a:gd name="connsiteY50" fmla="*/ 159600 h 361971"/>
                <a:gd name="connsiteX51" fmla="*/ 84986 w 362309"/>
                <a:gd name="connsiteY51" fmla="*/ 157684 h 361971"/>
                <a:gd name="connsiteX52" fmla="*/ 110545 w 362309"/>
                <a:gd name="connsiteY52" fmla="*/ 157684 h 361971"/>
                <a:gd name="connsiteX53" fmla="*/ 102878 w 362309"/>
                <a:gd name="connsiteY53" fmla="*/ 134064 h 361971"/>
                <a:gd name="connsiteX54" fmla="*/ 107350 w 362309"/>
                <a:gd name="connsiteY54" fmla="*/ 126403 h 361971"/>
                <a:gd name="connsiteX55" fmla="*/ 115019 w 362309"/>
                <a:gd name="connsiteY55" fmla="*/ 130233 h 361971"/>
                <a:gd name="connsiteX56" fmla="*/ 123325 w 362309"/>
                <a:gd name="connsiteY56" fmla="*/ 157684 h 361971"/>
                <a:gd name="connsiteX57" fmla="*/ 191698 w 362309"/>
                <a:gd name="connsiteY57" fmla="*/ 157684 h 361971"/>
                <a:gd name="connsiteX58" fmla="*/ 191698 w 362309"/>
                <a:gd name="connsiteY58" fmla="*/ 157046 h 361971"/>
                <a:gd name="connsiteX59" fmla="*/ 191698 w 362309"/>
                <a:gd name="connsiteY59" fmla="*/ 140448 h 361971"/>
                <a:gd name="connsiteX60" fmla="*/ 165499 w 362309"/>
                <a:gd name="connsiteY60" fmla="*/ 140448 h 361971"/>
                <a:gd name="connsiteX61" fmla="*/ 159109 w 362309"/>
                <a:gd name="connsiteY61" fmla="*/ 134064 h 361971"/>
                <a:gd name="connsiteX62" fmla="*/ 159109 w 362309"/>
                <a:gd name="connsiteY62" fmla="*/ 77246 h 361971"/>
                <a:gd name="connsiteX63" fmla="*/ 165499 w 362309"/>
                <a:gd name="connsiteY63" fmla="*/ 70862 h 361971"/>
                <a:gd name="connsiteX64" fmla="*/ 261348 w 362309"/>
                <a:gd name="connsiteY64" fmla="*/ 70862 h 361971"/>
                <a:gd name="connsiteX65" fmla="*/ 267738 w 362309"/>
                <a:gd name="connsiteY65" fmla="*/ 77246 h 361971"/>
                <a:gd name="connsiteX66" fmla="*/ 267738 w 362309"/>
                <a:gd name="connsiteY66" fmla="*/ 134064 h 361971"/>
                <a:gd name="connsiteX67" fmla="*/ 261348 w 362309"/>
                <a:gd name="connsiteY67" fmla="*/ 140448 h 361971"/>
                <a:gd name="connsiteX68" fmla="*/ 235149 w 362309"/>
                <a:gd name="connsiteY68" fmla="*/ 140448 h 361971"/>
                <a:gd name="connsiteX69" fmla="*/ 235149 w 362309"/>
                <a:gd name="connsiteY69" fmla="*/ 157046 h 361971"/>
                <a:gd name="connsiteX70" fmla="*/ 235149 w 362309"/>
                <a:gd name="connsiteY70" fmla="*/ 158323 h 361971"/>
                <a:gd name="connsiteX71" fmla="*/ 277323 w 362309"/>
                <a:gd name="connsiteY71" fmla="*/ 158323 h 361971"/>
                <a:gd name="connsiteX72" fmla="*/ 283713 w 362309"/>
                <a:gd name="connsiteY72" fmla="*/ 164707 h 361971"/>
                <a:gd name="connsiteX73" fmla="*/ 283713 w 362309"/>
                <a:gd name="connsiteY73" fmla="*/ 26812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09" y="280895"/>
                    <a:pt x="362309" y="180667"/>
                  </a:cubicBezTo>
                  <a:cubicBezTo>
                    <a:pt x="362309" y="81077"/>
                    <a:pt x="281157" y="0"/>
                    <a:pt x="180835" y="0"/>
                  </a:cubicBezTo>
                  <a:cubicBezTo>
                    <a:pt x="180835" y="0"/>
                    <a:pt x="180835" y="0"/>
                    <a:pt x="180835" y="0"/>
                  </a:cubicBezTo>
                  <a:close/>
                  <a:moveTo>
                    <a:pt x="283713" y="268127"/>
                  </a:moveTo>
                  <a:cubicBezTo>
                    <a:pt x="283713" y="271958"/>
                    <a:pt x="281157" y="274511"/>
                    <a:pt x="277323" y="274511"/>
                  </a:cubicBezTo>
                  <a:cubicBezTo>
                    <a:pt x="273489" y="274511"/>
                    <a:pt x="270933" y="271958"/>
                    <a:pt x="270933" y="268127"/>
                  </a:cubicBezTo>
                  <a:lnTo>
                    <a:pt x="270933" y="171091"/>
                  </a:lnTo>
                  <a:lnTo>
                    <a:pt x="127799" y="171091"/>
                  </a:lnTo>
                  <a:lnTo>
                    <a:pt x="133549" y="188966"/>
                  </a:lnTo>
                  <a:cubicBezTo>
                    <a:pt x="134189" y="188966"/>
                    <a:pt x="134189" y="188966"/>
                    <a:pt x="134828" y="188966"/>
                  </a:cubicBezTo>
                  <a:lnTo>
                    <a:pt x="188503" y="188966"/>
                  </a:lnTo>
                  <a:cubicBezTo>
                    <a:pt x="192337" y="188966"/>
                    <a:pt x="194893" y="192158"/>
                    <a:pt x="194893" y="195350"/>
                  </a:cubicBezTo>
                  <a:cubicBezTo>
                    <a:pt x="194893" y="195988"/>
                    <a:pt x="194893" y="196627"/>
                    <a:pt x="194253" y="197265"/>
                  </a:cubicBezTo>
                  <a:lnTo>
                    <a:pt x="182752" y="231100"/>
                  </a:lnTo>
                  <a:lnTo>
                    <a:pt x="204478" y="231100"/>
                  </a:lnTo>
                  <a:cubicBezTo>
                    <a:pt x="208312" y="231100"/>
                    <a:pt x="210868" y="233654"/>
                    <a:pt x="210868" y="237484"/>
                  </a:cubicBezTo>
                  <a:cubicBezTo>
                    <a:pt x="210868" y="241315"/>
                    <a:pt x="208312" y="243868"/>
                    <a:pt x="204478" y="243868"/>
                  </a:cubicBezTo>
                  <a:lnTo>
                    <a:pt x="178918" y="243868"/>
                  </a:lnTo>
                  <a:lnTo>
                    <a:pt x="178918" y="263020"/>
                  </a:lnTo>
                  <a:lnTo>
                    <a:pt x="196810" y="263020"/>
                  </a:lnTo>
                  <a:cubicBezTo>
                    <a:pt x="199366" y="263020"/>
                    <a:pt x="201283" y="264297"/>
                    <a:pt x="202561" y="266212"/>
                  </a:cubicBezTo>
                  <a:lnTo>
                    <a:pt x="210228" y="281534"/>
                  </a:lnTo>
                  <a:cubicBezTo>
                    <a:pt x="211507" y="284726"/>
                    <a:pt x="210868" y="288556"/>
                    <a:pt x="207673" y="289833"/>
                  </a:cubicBezTo>
                  <a:cubicBezTo>
                    <a:pt x="207033" y="290471"/>
                    <a:pt x="205756" y="290471"/>
                    <a:pt x="205117" y="290471"/>
                  </a:cubicBezTo>
                  <a:cubicBezTo>
                    <a:pt x="202561" y="290471"/>
                    <a:pt x="200643" y="289195"/>
                    <a:pt x="199366" y="287279"/>
                  </a:cubicBezTo>
                  <a:lnTo>
                    <a:pt x="192976" y="275150"/>
                  </a:lnTo>
                  <a:lnTo>
                    <a:pt x="178918" y="275150"/>
                  </a:lnTo>
                  <a:lnTo>
                    <a:pt x="178918" y="284087"/>
                  </a:lnTo>
                  <a:cubicBezTo>
                    <a:pt x="178918" y="287918"/>
                    <a:pt x="176362" y="290471"/>
                    <a:pt x="172528" y="290471"/>
                  </a:cubicBezTo>
                  <a:cubicBezTo>
                    <a:pt x="168694" y="290471"/>
                    <a:pt x="166138" y="287918"/>
                    <a:pt x="166138" y="284087"/>
                  </a:cubicBezTo>
                  <a:lnTo>
                    <a:pt x="166138" y="275788"/>
                  </a:lnTo>
                  <a:lnTo>
                    <a:pt x="152719" y="275788"/>
                  </a:lnTo>
                  <a:lnTo>
                    <a:pt x="145690" y="287918"/>
                  </a:lnTo>
                  <a:cubicBezTo>
                    <a:pt x="143774" y="290471"/>
                    <a:pt x="139300" y="291110"/>
                    <a:pt x="136744" y="289195"/>
                  </a:cubicBezTo>
                  <a:cubicBezTo>
                    <a:pt x="134189" y="287279"/>
                    <a:pt x="133549" y="284087"/>
                    <a:pt x="134828" y="281534"/>
                  </a:cubicBezTo>
                  <a:lnTo>
                    <a:pt x="143774" y="266212"/>
                  </a:lnTo>
                  <a:cubicBezTo>
                    <a:pt x="145051" y="264297"/>
                    <a:pt x="146969" y="263020"/>
                    <a:pt x="149524" y="263020"/>
                  </a:cubicBezTo>
                  <a:lnTo>
                    <a:pt x="166777" y="263020"/>
                  </a:lnTo>
                  <a:lnTo>
                    <a:pt x="166777" y="243868"/>
                  </a:lnTo>
                  <a:lnTo>
                    <a:pt x="141856" y="243868"/>
                  </a:lnTo>
                  <a:cubicBezTo>
                    <a:pt x="138661" y="243868"/>
                    <a:pt x="136105" y="241953"/>
                    <a:pt x="135466" y="239399"/>
                  </a:cubicBezTo>
                  <a:lnTo>
                    <a:pt x="114379" y="171091"/>
                  </a:lnTo>
                  <a:lnTo>
                    <a:pt x="91376" y="171091"/>
                  </a:lnTo>
                  <a:lnTo>
                    <a:pt x="91376" y="268127"/>
                  </a:lnTo>
                  <a:cubicBezTo>
                    <a:pt x="91376" y="271958"/>
                    <a:pt x="88820" y="274511"/>
                    <a:pt x="84986" y="274511"/>
                  </a:cubicBezTo>
                  <a:cubicBezTo>
                    <a:pt x="81152" y="274511"/>
                    <a:pt x="78596" y="271958"/>
                    <a:pt x="78596" y="268127"/>
                  </a:cubicBezTo>
                  <a:lnTo>
                    <a:pt x="78596" y="164068"/>
                  </a:lnTo>
                  <a:cubicBezTo>
                    <a:pt x="78596" y="162153"/>
                    <a:pt x="79235" y="160876"/>
                    <a:pt x="80513" y="159600"/>
                  </a:cubicBezTo>
                  <a:cubicBezTo>
                    <a:pt x="81791" y="158323"/>
                    <a:pt x="83069" y="157684"/>
                    <a:pt x="84986" y="157684"/>
                  </a:cubicBezTo>
                  <a:lnTo>
                    <a:pt x="110545" y="157684"/>
                  </a:lnTo>
                  <a:lnTo>
                    <a:pt x="102878" y="134064"/>
                  </a:lnTo>
                  <a:cubicBezTo>
                    <a:pt x="102239" y="130872"/>
                    <a:pt x="104156" y="127041"/>
                    <a:pt x="107350" y="126403"/>
                  </a:cubicBezTo>
                  <a:cubicBezTo>
                    <a:pt x="110545" y="125765"/>
                    <a:pt x="113740" y="127041"/>
                    <a:pt x="115019" y="130233"/>
                  </a:cubicBezTo>
                  <a:lnTo>
                    <a:pt x="123325" y="157684"/>
                  </a:lnTo>
                  <a:lnTo>
                    <a:pt x="191698" y="157684"/>
                  </a:lnTo>
                  <a:cubicBezTo>
                    <a:pt x="191698" y="157684"/>
                    <a:pt x="191698" y="157046"/>
                    <a:pt x="191698" y="157046"/>
                  </a:cubicBezTo>
                  <a:lnTo>
                    <a:pt x="191698" y="140448"/>
                  </a:lnTo>
                  <a:lnTo>
                    <a:pt x="165499" y="140448"/>
                  </a:lnTo>
                  <a:cubicBezTo>
                    <a:pt x="161665" y="140448"/>
                    <a:pt x="159109" y="137894"/>
                    <a:pt x="159109" y="134064"/>
                  </a:cubicBezTo>
                  <a:lnTo>
                    <a:pt x="159109" y="77246"/>
                  </a:lnTo>
                  <a:cubicBezTo>
                    <a:pt x="159109" y="73416"/>
                    <a:pt x="161665" y="70862"/>
                    <a:pt x="165499" y="70862"/>
                  </a:cubicBezTo>
                  <a:lnTo>
                    <a:pt x="261348" y="70862"/>
                  </a:lnTo>
                  <a:cubicBezTo>
                    <a:pt x="265182" y="70862"/>
                    <a:pt x="267738" y="73416"/>
                    <a:pt x="267738" y="77246"/>
                  </a:cubicBezTo>
                  <a:lnTo>
                    <a:pt x="267738" y="134064"/>
                  </a:lnTo>
                  <a:cubicBezTo>
                    <a:pt x="267738" y="137894"/>
                    <a:pt x="265182" y="140448"/>
                    <a:pt x="261348" y="140448"/>
                  </a:cubicBezTo>
                  <a:lnTo>
                    <a:pt x="235149" y="140448"/>
                  </a:lnTo>
                  <a:lnTo>
                    <a:pt x="235149" y="157046"/>
                  </a:lnTo>
                  <a:cubicBezTo>
                    <a:pt x="235149" y="157684"/>
                    <a:pt x="235149" y="157684"/>
                    <a:pt x="235149" y="158323"/>
                  </a:cubicBezTo>
                  <a:lnTo>
                    <a:pt x="277323" y="158323"/>
                  </a:lnTo>
                  <a:cubicBezTo>
                    <a:pt x="281157" y="158323"/>
                    <a:pt x="283713" y="160876"/>
                    <a:pt x="283713" y="164707"/>
                  </a:cubicBezTo>
                  <a:lnTo>
                    <a:pt x="283713" y="268127"/>
                  </a:lnTo>
                  <a:close/>
                </a:path>
              </a:pathLst>
            </a:custGeom>
            <a:solidFill>
              <a:srgbClr val="007680"/>
            </a:solidFill>
            <a:ln w="6390" cap="flat">
              <a:noFill/>
              <a:prstDash val="solid"/>
              <a:miter/>
            </a:ln>
          </p:spPr>
          <p:txBody>
            <a:bodyPr rtlCol="0" anchor="ctr"/>
            <a:lstStyle/>
            <a:p>
              <a:endParaRPr lang="en-US"/>
            </a:p>
          </p:txBody>
        </p:sp>
        <p:sp>
          <p:nvSpPr>
            <p:cNvPr id="1002" name="Graphic 5">
              <a:extLst>
                <a:ext uri="{FF2B5EF4-FFF2-40B4-BE49-F238E27FC236}">
                  <a16:creationId xmlns:a16="http://schemas.microsoft.com/office/drawing/2014/main" id="{2EBBE166-31A2-634E-A084-D5AB75FC2372}"/>
                </a:ext>
              </a:extLst>
            </p:cNvPr>
            <p:cNvSpPr/>
            <p:nvPr/>
          </p:nvSpPr>
          <p:spPr>
            <a:xfrm>
              <a:off x="9417489" y="3057451"/>
              <a:ext cx="42173" cy="29366"/>
            </a:xfrm>
            <a:custGeom>
              <a:avLst/>
              <a:gdLst>
                <a:gd name="connsiteX0" fmla="*/ 31950 w 42173"/>
                <a:gd name="connsiteY0" fmla="*/ 29366 h 29366"/>
                <a:gd name="connsiteX1" fmla="*/ 42173 w 42173"/>
                <a:gd name="connsiteY1" fmla="*/ 0 h 29366"/>
                <a:gd name="connsiteX2" fmla="*/ 0 w 42173"/>
                <a:gd name="connsiteY2" fmla="*/ 0 h 29366"/>
                <a:gd name="connsiteX3" fmla="*/ 8945 w 42173"/>
                <a:gd name="connsiteY3" fmla="*/ 29366 h 29366"/>
              </a:gdLst>
              <a:ahLst/>
              <a:cxnLst>
                <a:cxn ang="0">
                  <a:pos x="connsiteX0" y="connsiteY0"/>
                </a:cxn>
                <a:cxn ang="0">
                  <a:pos x="connsiteX1" y="connsiteY1"/>
                </a:cxn>
                <a:cxn ang="0">
                  <a:pos x="connsiteX2" y="connsiteY2"/>
                </a:cxn>
                <a:cxn ang="0">
                  <a:pos x="connsiteX3" y="connsiteY3"/>
                </a:cxn>
              </a:cxnLst>
              <a:rect l="l" t="t" r="r" b="b"/>
              <a:pathLst>
                <a:path w="42173" h="29366">
                  <a:moveTo>
                    <a:pt x="31950" y="29366"/>
                  </a:moveTo>
                  <a:lnTo>
                    <a:pt x="42173" y="0"/>
                  </a:lnTo>
                  <a:lnTo>
                    <a:pt x="0" y="0"/>
                  </a:lnTo>
                  <a:lnTo>
                    <a:pt x="8945" y="29366"/>
                  </a:lnTo>
                  <a:close/>
                </a:path>
              </a:pathLst>
            </a:custGeom>
            <a:solidFill>
              <a:srgbClr val="007680"/>
            </a:solidFill>
            <a:ln w="6390" cap="flat">
              <a:noFill/>
              <a:prstDash val="solid"/>
              <a:miter/>
            </a:ln>
          </p:spPr>
          <p:txBody>
            <a:bodyPr rtlCol="0" anchor="ctr"/>
            <a:lstStyle/>
            <a:p>
              <a:endParaRPr lang="en-US"/>
            </a:p>
          </p:txBody>
        </p:sp>
      </p:grpSp>
      <p:sp>
        <p:nvSpPr>
          <p:cNvPr id="1003" name="Graphic 5">
            <a:extLst>
              <a:ext uri="{FF2B5EF4-FFF2-40B4-BE49-F238E27FC236}">
                <a16:creationId xmlns:a16="http://schemas.microsoft.com/office/drawing/2014/main" id="{5E75BAA8-44B9-844D-8E71-AD761C8A111A}"/>
              </a:ext>
            </a:extLst>
          </p:cNvPr>
          <p:cNvSpPr/>
          <p:nvPr/>
        </p:nvSpPr>
        <p:spPr>
          <a:xfrm>
            <a:off x="1953403" y="4309350"/>
            <a:ext cx="362948" cy="361971"/>
          </a:xfrm>
          <a:custGeom>
            <a:avLst/>
            <a:gdLst>
              <a:gd name="connsiteX0" fmla="*/ 181474 w 362948"/>
              <a:gd name="connsiteY0" fmla="*/ 0 h 361971"/>
              <a:gd name="connsiteX1" fmla="*/ 0 w 362948"/>
              <a:gd name="connsiteY1" fmla="*/ 180667 h 361971"/>
              <a:gd name="connsiteX2" fmla="*/ 181474 w 362948"/>
              <a:gd name="connsiteY2" fmla="*/ 361971 h 361971"/>
              <a:gd name="connsiteX3" fmla="*/ 362948 w 362948"/>
              <a:gd name="connsiteY3" fmla="*/ 180667 h 361971"/>
              <a:gd name="connsiteX4" fmla="*/ 362948 w 362948"/>
              <a:gd name="connsiteY4" fmla="*/ 180667 h 361971"/>
              <a:gd name="connsiteX5" fmla="*/ 181474 w 362948"/>
              <a:gd name="connsiteY5" fmla="*/ 0 h 361971"/>
              <a:gd name="connsiteX6" fmla="*/ 181474 w 362948"/>
              <a:gd name="connsiteY6" fmla="*/ 0 h 361971"/>
              <a:gd name="connsiteX7" fmla="*/ 159109 w 362948"/>
              <a:gd name="connsiteY7" fmla="*/ 266850 h 361971"/>
              <a:gd name="connsiteX8" fmla="*/ 81152 w 362948"/>
              <a:gd name="connsiteY8" fmla="*/ 266850 h 361971"/>
              <a:gd name="connsiteX9" fmla="*/ 75401 w 362948"/>
              <a:gd name="connsiteY9" fmla="*/ 263658 h 361971"/>
              <a:gd name="connsiteX10" fmla="*/ 69650 w 362948"/>
              <a:gd name="connsiteY10" fmla="*/ 252167 h 361971"/>
              <a:gd name="connsiteX11" fmla="*/ 69650 w 362948"/>
              <a:gd name="connsiteY11" fmla="*/ 245783 h 361971"/>
              <a:gd name="connsiteX12" fmla="*/ 102239 w 362948"/>
              <a:gd name="connsiteY12" fmla="*/ 190243 h 361971"/>
              <a:gd name="connsiteX13" fmla="*/ 87542 w 362948"/>
              <a:gd name="connsiteY13" fmla="*/ 195350 h 361971"/>
              <a:gd name="connsiteX14" fmla="*/ 79235 w 362948"/>
              <a:gd name="connsiteY14" fmla="*/ 192158 h 361971"/>
              <a:gd name="connsiteX15" fmla="*/ 82430 w 362948"/>
              <a:gd name="connsiteY15" fmla="*/ 183859 h 361971"/>
              <a:gd name="connsiteX16" fmla="*/ 83069 w 362948"/>
              <a:gd name="connsiteY16" fmla="*/ 183859 h 361971"/>
              <a:gd name="connsiteX17" fmla="*/ 113102 w 362948"/>
              <a:gd name="connsiteY17" fmla="*/ 173006 h 361971"/>
              <a:gd name="connsiteX18" fmla="*/ 118214 w 362948"/>
              <a:gd name="connsiteY18" fmla="*/ 173006 h 361971"/>
              <a:gd name="connsiteX19" fmla="*/ 121409 w 362948"/>
              <a:gd name="connsiteY19" fmla="*/ 176836 h 361971"/>
              <a:gd name="connsiteX20" fmla="*/ 132272 w 362948"/>
              <a:gd name="connsiteY20" fmla="*/ 206841 h 361971"/>
              <a:gd name="connsiteX21" fmla="*/ 128438 w 362948"/>
              <a:gd name="connsiteY21" fmla="*/ 215140 h 361971"/>
              <a:gd name="connsiteX22" fmla="*/ 126521 w 362948"/>
              <a:gd name="connsiteY22" fmla="*/ 215779 h 361971"/>
              <a:gd name="connsiteX23" fmla="*/ 120131 w 362948"/>
              <a:gd name="connsiteY23" fmla="*/ 211310 h 361971"/>
              <a:gd name="connsiteX24" fmla="*/ 114380 w 362948"/>
              <a:gd name="connsiteY24" fmla="*/ 195350 h 361971"/>
              <a:gd name="connsiteX25" fmla="*/ 82430 w 362948"/>
              <a:gd name="connsiteY25" fmla="*/ 249614 h 361971"/>
              <a:gd name="connsiteX26" fmla="*/ 84986 w 362948"/>
              <a:gd name="connsiteY26" fmla="*/ 254082 h 361971"/>
              <a:gd name="connsiteX27" fmla="*/ 159109 w 362948"/>
              <a:gd name="connsiteY27" fmla="*/ 254082 h 361971"/>
              <a:gd name="connsiteX28" fmla="*/ 165499 w 362948"/>
              <a:gd name="connsiteY28" fmla="*/ 260466 h 361971"/>
              <a:gd name="connsiteX29" fmla="*/ 159109 w 362948"/>
              <a:gd name="connsiteY29" fmla="*/ 266850 h 361971"/>
              <a:gd name="connsiteX30" fmla="*/ 159109 w 362948"/>
              <a:gd name="connsiteY30" fmla="*/ 266850 h 361971"/>
              <a:gd name="connsiteX31" fmla="*/ 178279 w 362948"/>
              <a:gd name="connsiteY31" fmla="*/ 84268 h 361971"/>
              <a:gd name="connsiteX32" fmla="*/ 141856 w 362948"/>
              <a:gd name="connsiteY32" fmla="*/ 146832 h 361971"/>
              <a:gd name="connsiteX33" fmla="*/ 132911 w 362948"/>
              <a:gd name="connsiteY33" fmla="*/ 149385 h 361971"/>
              <a:gd name="connsiteX34" fmla="*/ 130355 w 362948"/>
              <a:gd name="connsiteY34" fmla="*/ 140448 h 361971"/>
              <a:gd name="connsiteX35" fmla="*/ 168694 w 362948"/>
              <a:gd name="connsiteY35" fmla="*/ 74692 h 361971"/>
              <a:gd name="connsiteX36" fmla="*/ 174445 w 362948"/>
              <a:gd name="connsiteY36" fmla="*/ 71500 h 361971"/>
              <a:gd name="connsiteX37" fmla="*/ 187225 w 362948"/>
              <a:gd name="connsiteY37" fmla="*/ 71500 h 361971"/>
              <a:gd name="connsiteX38" fmla="*/ 192976 w 362948"/>
              <a:gd name="connsiteY38" fmla="*/ 74692 h 361971"/>
              <a:gd name="connsiteX39" fmla="*/ 224926 w 362948"/>
              <a:gd name="connsiteY39" fmla="*/ 129595 h 361971"/>
              <a:gd name="connsiteX40" fmla="*/ 227482 w 362948"/>
              <a:gd name="connsiteY40" fmla="*/ 114912 h 361971"/>
              <a:gd name="connsiteX41" fmla="*/ 235150 w 362948"/>
              <a:gd name="connsiteY41" fmla="*/ 109804 h 361971"/>
              <a:gd name="connsiteX42" fmla="*/ 240261 w 362948"/>
              <a:gd name="connsiteY42" fmla="*/ 117465 h 361971"/>
              <a:gd name="connsiteX43" fmla="*/ 240261 w 362948"/>
              <a:gd name="connsiteY43" fmla="*/ 117465 h 361971"/>
              <a:gd name="connsiteX44" fmla="*/ 234511 w 362948"/>
              <a:gd name="connsiteY44" fmla="*/ 148747 h 361971"/>
              <a:gd name="connsiteX45" fmla="*/ 231955 w 362948"/>
              <a:gd name="connsiteY45" fmla="*/ 152577 h 361971"/>
              <a:gd name="connsiteX46" fmla="*/ 228121 w 362948"/>
              <a:gd name="connsiteY46" fmla="*/ 153854 h 361971"/>
              <a:gd name="connsiteX47" fmla="*/ 226843 w 362948"/>
              <a:gd name="connsiteY47" fmla="*/ 153854 h 361971"/>
              <a:gd name="connsiteX48" fmla="*/ 195532 w 362948"/>
              <a:gd name="connsiteY48" fmla="*/ 148108 h 361971"/>
              <a:gd name="connsiteX49" fmla="*/ 190420 w 362948"/>
              <a:gd name="connsiteY49" fmla="*/ 140448 h 361971"/>
              <a:gd name="connsiteX50" fmla="*/ 198088 w 362948"/>
              <a:gd name="connsiteY50" fmla="*/ 135340 h 361971"/>
              <a:gd name="connsiteX51" fmla="*/ 198088 w 362948"/>
              <a:gd name="connsiteY51" fmla="*/ 135340 h 361971"/>
              <a:gd name="connsiteX52" fmla="*/ 215341 w 362948"/>
              <a:gd name="connsiteY52" fmla="*/ 138532 h 361971"/>
              <a:gd name="connsiteX53" fmla="*/ 184030 w 362948"/>
              <a:gd name="connsiteY53" fmla="*/ 84268 h 361971"/>
              <a:gd name="connsiteX54" fmla="*/ 178279 w 362948"/>
              <a:gd name="connsiteY54" fmla="*/ 84268 h 361971"/>
              <a:gd name="connsiteX55" fmla="*/ 293298 w 362948"/>
              <a:gd name="connsiteY55" fmla="*/ 252167 h 361971"/>
              <a:gd name="connsiteX56" fmla="*/ 287547 w 362948"/>
              <a:gd name="connsiteY56" fmla="*/ 263658 h 361971"/>
              <a:gd name="connsiteX57" fmla="*/ 281796 w 362948"/>
              <a:gd name="connsiteY57" fmla="*/ 267489 h 361971"/>
              <a:gd name="connsiteX58" fmla="*/ 208951 w 362948"/>
              <a:gd name="connsiteY58" fmla="*/ 267489 h 361971"/>
              <a:gd name="connsiteX59" fmla="*/ 221731 w 362948"/>
              <a:gd name="connsiteY59" fmla="*/ 280257 h 361971"/>
              <a:gd name="connsiteX60" fmla="*/ 221731 w 362948"/>
              <a:gd name="connsiteY60" fmla="*/ 289194 h 361971"/>
              <a:gd name="connsiteX61" fmla="*/ 217258 w 362948"/>
              <a:gd name="connsiteY61" fmla="*/ 291109 h 361971"/>
              <a:gd name="connsiteX62" fmla="*/ 212785 w 362948"/>
              <a:gd name="connsiteY62" fmla="*/ 289194 h 361971"/>
              <a:gd name="connsiteX63" fmla="*/ 190420 w 362948"/>
              <a:gd name="connsiteY63" fmla="*/ 266850 h 361971"/>
              <a:gd name="connsiteX64" fmla="*/ 190420 w 362948"/>
              <a:gd name="connsiteY64" fmla="*/ 257913 h 361971"/>
              <a:gd name="connsiteX65" fmla="*/ 212785 w 362948"/>
              <a:gd name="connsiteY65" fmla="*/ 235569 h 361971"/>
              <a:gd name="connsiteX66" fmla="*/ 221731 w 362948"/>
              <a:gd name="connsiteY66" fmla="*/ 235569 h 361971"/>
              <a:gd name="connsiteX67" fmla="*/ 221731 w 362948"/>
              <a:gd name="connsiteY67" fmla="*/ 235569 h 361971"/>
              <a:gd name="connsiteX68" fmla="*/ 221731 w 362948"/>
              <a:gd name="connsiteY68" fmla="*/ 244506 h 361971"/>
              <a:gd name="connsiteX69" fmla="*/ 210868 w 362948"/>
              <a:gd name="connsiteY69" fmla="*/ 255359 h 361971"/>
              <a:gd name="connsiteX70" fmla="*/ 277323 w 362948"/>
              <a:gd name="connsiteY70" fmla="*/ 255359 h 361971"/>
              <a:gd name="connsiteX71" fmla="*/ 279879 w 362948"/>
              <a:gd name="connsiteY71" fmla="*/ 250890 h 361971"/>
              <a:gd name="connsiteX72" fmla="*/ 242818 w 362948"/>
              <a:gd name="connsiteY72" fmla="*/ 188327 h 361971"/>
              <a:gd name="connsiteX73" fmla="*/ 244095 w 362948"/>
              <a:gd name="connsiteY73" fmla="*/ 179390 h 361971"/>
              <a:gd name="connsiteX74" fmla="*/ 253041 w 362948"/>
              <a:gd name="connsiteY74" fmla="*/ 180667 h 361971"/>
              <a:gd name="connsiteX75" fmla="*/ 253680 w 362948"/>
              <a:gd name="connsiteY75" fmla="*/ 181944 h 361971"/>
              <a:gd name="connsiteX76" fmla="*/ 292659 w 362948"/>
              <a:gd name="connsiteY76" fmla="*/ 247698 h 361971"/>
              <a:gd name="connsiteX77" fmla="*/ 293298 w 362948"/>
              <a:gd name="connsiteY77" fmla="*/ 252167 h 361971"/>
              <a:gd name="connsiteX78" fmla="*/ 293298 w 362948"/>
              <a:gd name="connsiteY78" fmla="*/ 25216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362948" h="361971">
                <a:moveTo>
                  <a:pt x="181474" y="0"/>
                </a:moveTo>
                <a:cubicBezTo>
                  <a:pt x="81152" y="0"/>
                  <a:pt x="0" y="81076"/>
                  <a:pt x="0" y="180667"/>
                </a:cubicBezTo>
                <a:cubicBezTo>
                  <a:pt x="0" y="280895"/>
                  <a:pt x="81152" y="361971"/>
                  <a:pt x="181474" y="361971"/>
                </a:cubicBezTo>
                <a:cubicBezTo>
                  <a:pt x="281796" y="361971"/>
                  <a:pt x="362948" y="280895"/>
                  <a:pt x="362948" y="180667"/>
                </a:cubicBezTo>
                <a:lnTo>
                  <a:pt x="362948" y="180667"/>
                </a:lnTo>
                <a:cubicBezTo>
                  <a:pt x="362309" y="81076"/>
                  <a:pt x="281157" y="0"/>
                  <a:pt x="181474" y="0"/>
                </a:cubicBezTo>
                <a:cubicBezTo>
                  <a:pt x="181474" y="0"/>
                  <a:pt x="181474" y="0"/>
                  <a:pt x="181474" y="0"/>
                </a:cubicBezTo>
                <a:close/>
                <a:moveTo>
                  <a:pt x="159109" y="266850"/>
                </a:moveTo>
                <a:lnTo>
                  <a:pt x="81152" y="266850"/>
                </a:lnTo>
                <a:cubicBezTo>
                  <a:pt x="78596" y="266850"/>
                  <a:pt x="76679" y="265574"/>
                  <a:pt x="75401" y="263658"/>
                </a:cubicBezTo>
                <a:lnTo>
                  <a:pt x="69650" y="252167"/>
                </a:lnTo>
                <a:cubicBezTo>
                  <a:pt x="68372" y="250252"/>
                  <a:pt x="68372" y="247698"/>
                  <a:pt x="69650" y="245783"/>
                </a:cubicBezTo>
                <a:lnTo>
                  <a:pt x="102239" y="190243"/>
                </a:lnTo>
                <a:lnTo>
                  <a:pt x="87542" y="195350"/>
                </a:lnTo>
                <a:cubicBezTo>
                  <a:pt x="84347" y="196627"/>
                  <a:pt x="80513" y="195350"/>
                  <a:pt x="79235" y="192158"/>
                </a:cubicBezTo>
                <a:cubicBezTo>
                  <a:pt x="77957" y="188966"/>
                  <a:pt x="79235" y="185135"/>
                  <a:pt x="82430" y="183859"/>
                </a:cubicBezTo>
                <a:cubicBezTo>
                  <a:pt x="82430" y="183859"/>
                  <a:pt x="83069" y="183859"/>
                  <a:pt x="83069" y="183859"/>
                </a:cubicBezTo>
                <a:lnTo>
                  <a:pt x="113102" y="173006"/>
                </a:lnTo>
                <a:cubicBezTo>
                  <a:pt x="114380" y="172368"/>
                  <a:pt x="116297" y="172368"/>
                  <a:pt x="118214" y="173006"/>
                </a:cubicBezTo>
                <a:cubicBezTo>
                  <a:pt x="119492" y="173644"/>
                  <a:pt x="120770" y="174921"/>
                  <a:pt x="121409" y="176836"/>
                </a:cubicBezTo>
                <a:lnTo>
                  <a:pt x="132272" y="206841"/>
                </a:lnTo>
                <a:cubicBezTo>
                  <a:pt x="133550" y="210033"/>
                  <a:pt x="131633" y="213863"/>
                  <a:pt x="128438" y="215140"/>
                </a:cubicBezTo>
                <a:cubicBezTo>
                  <a:pt x="127799" y="215140"/>
                  <a:pt x="127160" y="215779"/>
                  <a:pt x="126521" y="215779"/>
                </a:cubicBezTo>
                <a:cubicBezTo>
                  <a:pt x="123965" y="215779"/>
                  <a:pt x="121409" y="214502"/>
                  <a:pt x="120131" y="211310"/>
                </a:cubicBezTo>
                <a:lnTo>
                  <a:pt x="114380" y="195350"/>
                </a:lnTo>
                <a:lnTo>
                  <a:pt x="82430" y="249614"/>
                </a:lnTo>
                <a:lnTo>
                  <a:pt x="84986" y="254082"/>
                </a:lnTo>
                <a:lnTo>
                  <a:pt x="159109" y="254082"/>
                </a:lnTo>
                <a:cubicBezTo>
                  <a:pt x="162943" y="254082"/>
                  <a:pt x="165499" y="256636"/>
                  <a:pt x="165499" y="260466"/>
                </a:cubicBezTo>
                <a:cubicBezTo>
                  <a:pt x="165499" y="264297"/>
                  <a:pt x="162943" y="267489"/>
                  <a:pt x="159109" y="266850"/>
                </a:cubicBezTo>
                <a:lnTo>
                  <a:pt x="159109" y="266850"/>
                </a:lnTo>
                <a:close/>
                <a:moveTo>
                  <a:pt x="178279" y="84268"/>
                </a:moveTo>
                <a:lnTo>
                  <a:pt x="141856" y="146832"/>
                </a:lnTo>
                <a:cubicBezTo>
                  <a:pt x="139940" y="150024"/>
                  <a:pt x="136106" y="150662"/>
                  <a:pt x="132911" y="149385"/>
                </a:cubicBezTo>
                <a:cubicBezTo>
                  <a:pt x="129716" y="148108"/>
                  <a:pt x="129077" y="143640"/>
                  <a:pt x="130355" y="140448"/>
                </a:cubicBezTo>
                <a:lnTo>
                  <a:pt x="168694" y="74692"/>
                </a:lnTo>
                <a:cubicBezTo>
                  <a:pt x="169972" y="72777"/>
                  <a:pt x="171889" y="71500"/>
                  <a:pt x="174445" y="71500"/>
                </a:cubicBezTo>
                <a:lnTo>
                  <a:pt x="187225" y="71500"/>
                </a:lnTo>
                <a:cubicBezTo>
                  <a:pt x="189781" y="71500"/>
                  <a:pt x="191698" y="72777"/>
                  <a:pt x="192976" y="74692"/>
                </a:cubicBezTo>
                <a:lnTo>
                  <a:pt x="224926" y="129595"/>
                </a:lnTo>
                <a:lnTo>
                  <a:pt x="227482" y="114912"/>
                </a:lnTo>
                <a:cubicBezTo>
                  <a:pt x="228121" y="111081"/>
                  <a:pt x="231316" y="109166"/>
                  <a:pt x="235150" y="109804"/>
                </a:cubicBezTo>
                <a:cubicBezTo>
                  <a:pt x="238984" y="110443"/>
                  <a:pt x="240901" y="113635"/>
                  <a:pt x="240261" y="117465"/>
                </a:cubicBezTo>
                <a:lnTo>
                  <a:pt x="240261" y="117465"/>
                </a:lnTo>
                <a:lnTo>
                  <a:pt x="234511" y="148747"/>
                </a:lnTo>
                <a:cubicBezTo>
                  <a:pt x="234511" y="150662"/>
                  <a:pt x="233233" y="151939"/>
                  <a:pt x="231955" y="152577"/>
                </a:cubicBezTo>
                <a:cubicBezTo>
                  <a:pt x="230677" y="153216"/>
                  <a:pt x="229399" y="153854"/>
                  <a:pt x="228121" y="153854"/>
                </a:cubicBezTo>
                <a:lnTo>
                  <a:pt x="226843" y="153854"/>
                </a:lnTo>
                <a:lnTo>
                  <a:pt x="195532" y="148108"/>
                </a:lnTo>
                <a:cubicBezTo>
                  <a:pt x="191698" y="147470"/>
                  <a:pt x="189781" y="144278"/>
                  <a:pt x="190420" y="140448"/>
                </a:cubicBezTo>
                <a:cubicBezTo>
                  <a:pt x="191059" y="136617"/>
                  <a:pt x="194254" y="134702"/>
                  <a:pt x="198088" y="135340"/>
                </a:cubicBezTo>
                <a:lnTo>
                  <a:pt x="198088" y="135340"/>
                </a:lnTo>
                <a:lnTo>
                  <a:pt x="215341" y="138532"/>
                </a:lnTo>
                <a:lnTo>
                  <a:pt x="184030" y="84268"/>
                </a:lnTo>
                <a:lnTo>
                  <a:pt x="178279" y="84268"/>
                </a:lnTo>
                <a:close/>
                <a:moveTo>
                  <a:pt x="293298" y="252167"/>
                </a:moveTo>
                <a:lnTo>
                  <a:pt x="287547" y="263658"/>
                </a:lnTo>
                <a:cubicBezTo>
                  <a:pt x="286269" y="265574"/>
                  <a:pt x="284352" y="267489"/>
                  <a:pt x="281796" y="267489"/>
                </a:cubicBezTo>
                <a:lnTo>
                  <a:pt x="208951" y="267489"/>
                </a:lnTo>
                <a:lnTo>
                  <a:pt x="221731" y="280257"/>
                </a:lnTo>
                <a:cubicBezTo>
                  <a:pt x="224287" y="282810"/>
                  <a:pt x="224287" y="286641"/>
                  <a:pt x="221731" y="289194"/>
                </a:cubicBezTo>
                <a:cubicBezTo>
                  <a:pt x="220453" y="290471"/>
                  <a:pt x="219175" y="291109"/>
                  <a:pt x="217258" y="291109"/>
                </a:cubicBezTo>
                <a:cubicBezTo>
                  <a:pt x="215341" y="291109"/>
                  <a:pt x="214063" y="290471"/>
                  <a:pt x="212785" y="289194"/>
                </a:cubicBezTo>
                <a:lnTo>
                  <a:pt x="190420" y="266850"/>
                </a:lnTo>
                <a:cubicBezTo>
                  <a:pt x="187864" y="264297"/>
                  <a:pt x="187864" y="260466"/>
                  <a:pt x="190420" y="257913"/>
                </a:cubicBezTo>
                <a:lnTo>
                  <a:pt x="212785" y="235569"/>
                </a:lnTo>
                <a:cubicBezTo>
                  <a:pt x="215341" y="233015"/>
                  <a:pt x="219175" y="233015"/>
                  <a:pt x="221731" y="235569"/>
                </a:cubicBezTo>
                <a:cubicBezTo>
                  <a:pt x="221731" y="235569"/>
                  <a:pt x="221731" y="235569"/>
                  <a:pt x="221731" y="235569"/>
                </a:cubicBezTo>
                <a:cubicBezTo>
                  <a:pt x="224287" y="238122"/>
                  <a:pt x="224287" y="241953"/>
                  <a:pt x="221731" y="244506"/>
                </a:cubicBezTo>
                <a:lnTo>
                  <a:pt x="210868" y="255359"/>
                </a:lnTo>
                <a:lnTo>
                  <a:pt x="277323" y="255359"/>
                </a:lnTo>
                <a:lnTo>
                  <a:pt x="279879" y="250890"/>
                </a:lnTo>
                <a:lnTo>
                  <a:pt x="242818" y="188327"/>
                </a:lnTo>
                <a:cubicBezTo>
                  <a:pt x="240901" y="185774"/>
                  <a:pt x="241540" y="181305"/>
                  <a:pt x="244095" y="179390"/>
                </a:cubicBezTo>
                <a:cubicBezTo>
                  <a:pt x="246651" y="177475"/>
                  <a:pt x="251124" y="178113"/>
                  <a:pt x="253041" y="180667"/>
                </a:cubicBezTo>
                <a:cubicBezTo>
                  <a:pt x="253041" y="181305"/>
                  <a:pt x="253680" y="181305"/>
                  <a:pt x="253680" y="181944"/>
                </a:cubicBezTo>
                <a:lnTo>
                  <a:pt x="292659" y="247698"/>
                </a:lnTo>
                <a:cubicBezTo>
                  <a:pt x="293937" y="248337"/>
                  <a:pt x="293937" y="250252"/>
                  <a:pt x="293298" y="252167"/>
                </a:cubicBezTo>
                <a:lnTo>
                  <a:pt x="293298" y="252167"/>
                </a:lnTo>
                <a:close/>
              </a:path>
            </a:pathLst>
          </a:custGeom>
          <a:solidFill>
            <a:srgbClr val="007680"/>
          </a:solidFill>
          <a:ln w="6390" cap="flat">
            <a:noFill/>
            <a:prstDash val="solid"/>
            <a:miter/>
          </a:ln>
        </p:spPr>
        <p:txBody>
          <a:bodyPr rtlCol="0" anchor="ctr"/>
          <a:lstStyle/>
          <a:p>
            <a:endParaRPr lang="en-US"/>
          </a:p>
        </p:txBody>
      </p:sp>
      <p:grpSp>
        <p:nvGrpSpPr>
          <p:cNvPr id="1004" name="Graphic 5">
            <a:extLst>
              <a:ext uri="{FF2B5EF4-FFF2-40B4-BE49-F238E27FC236}">
                <a16:creationId xmlns:a16="http://schemas.microsoft.com/office/drawing/2014/main" id="{F1FDBE11-4024-1640-B479-1F17188E1AE3}"/>
              </a:ext>
            </a:extLst>
          </p:cNvPr>
          <p:cNvGrpSpPr/>
          <p:nvPr/>
        </p:nvGrpSpPr>
        <p:grpSpPr>
          <a:xfrm>
            <a:off x="10326138" y="1881522"/>
            <a:ext cx="361670" cy="361971"/>
            <a:chOff x="10326138" y="1881522"/>
            <a:chExt cx="361670" cy="361971"/>
          </a:xfrm>
          <a:solidFill>
            <a:srgbClr val="007680"/>
          </a:solidFill>
        </p:grpSpPr>
        <p:sp>
          <p:nvSpPr>
            <p:cNvPr id="1005" name="Graphic 5">
              <a:extLst>
                <a:ext uri="{FF2B5EF4-FFF2-40B4-BE49-F238E27FC236}">
                  <a16:creationId xmlns:a16="http://schemas.microsoft.com/office/drawing/2014/main" id="{D37B42E8-FAD2-5A4E-ACAC-7833836D191D}"/>
                </a:ext>
              </a:extLst>
            </p:cNvPr>
            <p:cNvSpPr/>
            <p:nvPr/>
          </p:nvSpPr>
          <p:spPr>
            <a:xfrm>
              <a:off x="10326138" y="1881522"/>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282435 w 361670"/>
                <a:gd name="connsiteY6" fmla="*/ 234930 h 361971"/>
                <a:gd name="connsiteX7" fmla="*/ 279240 w 361670"/>
                <a:gd name="connsiteY7" fmla="*/ 240676 h 361971"/>
                <a:gd name="connsiteX8" fmla="*/ 272850 w 361670"/>
                <a:gd name="connsiteY8" fmla="*/ 240676 h 361971"/>
                <a:gd name="connsiteX9" fmla="*/ 227482 w 361670"/>
                <a:gd name="connsiteY9" fmla="*/ 218332 h 361971"/>
                <a:gd name="connsiteX10" fmla="*/ 227482 w 361670"/>
                <a:gd name="connsiteY10" fmla="*/ 248975 h 361971"/>
                <a:gd name="connsiteX11" fmla="*/ 221092 w 361670"/>
                <a:gd name="connsiteY11" fmla="*/ 255359 h 361971"/>
                <a:gd name="connsiteX12" fmla="*/ 84986 w 361670"/>
                <a:gd name="connsiteY12" fmla="*/ 255359 h 361971"/>
                <a:gd name="connsiteX13" fmla="*/ 78597 w 361670"/>
                <a:gd name="connsiteY13" fmla="*/ 248975 h 361971"/>
                <a:gd name="connsiteX14" fmla="*/ 78597 w 361670"/>
                <a:gd name="connsiteY14" fmla="*/ 112996 h 361971"/>
                <a:gd name="connsiteX15" fmla="*/ 84986 w 361670"/>
                <a:gd name="connsiteY15" fmla="*/ 106612 h 361971"/>
                <a:gd name="connsiteX16" fmla="*/ 221092 w 361670"/>
                <a:gd name="connsiteY16" fmla="*/ 106612 h 361971"/>
                <a:gd name="connsiteX17" fmla="*/ 227482 w 361670"/>
                <a:gd name="connsiteY17" fmla="*/ 112996 h 361971"/>
                <a:gd name="connsiteX18" fmla="*/ 227482 w 361670"/>
                <a:gd name="connsiteY18" fmla="*/ 143640 h 361971"/>
                <a:gd name="connsiteX19" fmla="*/ 272850 w 361670"/>
                <a:gd name="connsiteY19" fmla="*/ 121296 h 361971"/>
                <a:gd name="connsiteX20" fmla="*/ 281157 w 361670"/>
                <a:gd name="connsiteY20" fmla="*/ 123849 h 361971"/>
                <a:gd name="connsiteX21" fmla="*/ 281796 w 361670"/>
                <a:gd name="connsiteY21" fmla="*/ 126403 h 361971"/>
                <a:gd name="connsiteX22" fmla="*/ 282435 w 361670"/>
                <a:gd name="connsiteY22" fmla="*/ 23493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1670" h="361971">
                  <a:moveTo>
                    <a:pt x="180836" y="0"/>
                  </a:moveTo>
                  <a:cubicBezTo>
                    <a:pt x="80513" y="0"/>
                    <a:pt x="0" y="81076"/>
                    <a:pt x="0" y="180667"/>
                  </a:cubicBezTo>
                  <a:cubicBezTo>
                    <a:pt x="0" y="280895"/>
                    <a:pt x="81152" y="361972"/>
                    <a:pt x="180836" y="361972"/>
                  </a:cubicBezTo>
                  <a:cubicBezTo>
                    <a:pt x="281157" y="361972"/>
                    <a:pt x="361670" y="280895"/>
                    <a:pt x="361670" y="181305"/>
                  </a:cubicBezTo>
                  <a:cubicBezTo>
                    <a:pt x="361670" y="181305"/>
                    <a:pt x="361670" y="181305"/>
                    <a:pt x="361670" y="181305"/>
                  </a:cubicBezTo>
                  <a:cubicBezTo>
                    <a:pt x="361670" y="81076"/>
                    <a:pt x="280518" y="0"/>
                    <a:pt x="180836" y="0"/>
                  </a:cubicBezTo>
                  <a:close/>
                  <a:moveTo>
                    <a:pt x="282435" y="234930"/>
                  </a:moveTo>
                  <a:cubicBezTo>
                    <a:pt x="282435" y="236846"/>
                    <a:pt x="281157" y="239399"/>
                    <a:pt x="279240" y="240676"/>
                  </a:cubicBezTo>
                  <a:cubicBezTo>
                    <a:pt x="277323" y="241953"/>
                    <a:pt x="274767" y="241953"/>
                    <a:pt x="272850" y="240676"/>
                  </a:cubicBezTo>
                  <a:lnTo>
                    <a:pt x="227482" y="218332"/>
                  </a:lnTo>
                  <a:lnTo>
                    <a:pt x="227482" y="248975"/>
                  </a:lnTo>
                  <a:cubicBezTo>
                    <a:pt x="227482" y="252806"/>
                    <a:pt x="224925" y="255359"/>
                    <a:pt x="221092" y="255359"/>
                  </a:cubicBezTo>
                  <a:lnTo>
                    <a:pt x="84986" y="255359"/>
                  </a:lnTo>
                  <a:cubicBezTo>
                    <a:pt x="81152" y="255359"/>
                    <a:pt x="78597" y="252806"/>
                    <a:pt x="78597" y="248975"/>
                  </a:cubicBezTo>
                  <a:lnTo>
                    <a:pt x="78597" y="112996"/>
                  </a:lnTo>
                  <a:cubicBezTo>
                    <a:pt x="78597" y="109166"/>
                    <a:pt x="81152" y="106612"/>
                    <a:pt x="84986" y="106612"/>
                  </a:cubicBezTo>
                  <a:lnTo>
                    <a:pt x="221092" y="106612"/>
                  </a:lnTo>
                  <a:cubicBezTo>
                    <a:pt x="224925" y="106612"/>
                    <a:pt x="227482" y="109166"/>
                    <a:pt x="227482" y="112996"/>
                  </a:cubicBezTo>
                  <a:lnTo>
                    <a:pt x="227482" y="143640"/>
                  </a:lnTo>
                  <a:lnTo>
                    <a:pt x="272850" y="121296"/>
                  </a:lnTo>
                  <a:cubicBezTo>
                    <a:pt x="276045" y="120019"/>
                    <a:pt x="279880" y="120657"/>
                    <a:pt x="281157" y="123849"/>
                  </a:cubicBezTo>
                  <a:cubicBezTo>
                    <a:pt x="281796" y="124488"/>
                    <a:pt x="281796" y="125764"/>
                    <a:pt x="281796" y="126403"/>
                  </a:cubicBezTo>
                  <a:lnTo>
                    <a:pt x="282435" y="234930"/>
                  </a:lnTo>
                  <a:close/>
                </a:path>
              </a:pathLst>
            </a:custGeom>
            <a:solidFill>
              <a:srgbClr val="007680"/>
            </a:solidFill>
            <a:ln w="6390" cap="flat">
              <a:noFill/>
              <a:prstDash val="solid"/>
              <a:miter/>
            </a:ln>
          </p:spPr>
          <p:txBody>
            <a:bodyPr rtlCol="0" anchor="ctr"/>
            <a:lstStyle/>
            <a:p>
              <a:endParaRPr lang="en-US"/>
            </a:p>
          </p:txBody>
        </p:sp>
        <p:sp>
          <p:nvSpPr>
            <p:cNvPr id="1006" name="Graphic 5">
              <a:extLst>
                <a:ext uri="{FF2B5EF4-FFF2-40B4-BE49-F238E27FC236}">
                  <a16:creationId xmlns:a16="http://schemas.microsoft.com/office/drawing/2014/main" id="{36E34D3C-EBD0-4A41-8C4E-CEEE579B38C4}"/>
                </a:ext>
              </a:extLst>
            </p:cNvPr>
            <p:cNvSpPr/>
            <p:nvPr/>
          </p:nvSpPr>
          <p:spPr>
            <a:xfrm>
              <a:off x="10418153" y="2000264"/>
              <a:ext cx="178279" cy="123210"/>
            </a:xfrm>
            <a:custGeom>
              <a:avLst/>
              <a:gdLst>
                <a:gd name="connsiteX0" fmla="*/ 126520 w 178279"/>
                <a:gd name="connsiteY0" fmla="*/ 40219 h 123210"/>
                <a:gd name="connsiteX1" fmla="*/ 123325 w 178279"/>
                <a:gd name="connsiteY1" fmla="*/ 34473 h 123210"/>
                <a:gd name="connsiteX2" fmla="*/ 123325 w 178279"/>
                <a:gd name="connsiteY2" fmla="*/ 0 h 123210"/>
                <a:gd name="connsiteX3" fmla="*/ 0 w 178279"/>
                <a:gd name="connsiteY3" fmla="*/ 0 h 123210"/>
                <a:gd name="connsiteX4" fmla="*/ 0 w 178279"/>
                <a:gd name="connsiteY4" fmla="*/ 123211 h 123210"/>
                <a:gd name="connsiteX5" fmla="*/ 123325 w 178279"/>
                <a:gd name="connsiteY5" fmla="*/ 123211 h 123210"/>
                <a:gd name="connsiteX6" fmla="*/ 123325 w 178279"/>
                <a:gd name="connsiteY6" fmla="*/ 88737 h 123210"/>
                <a:gd name="connsiteX7" fmla="*/ 129715 w 178279"/>
                <a:gd name="connsiteY7" fmla="*/ 82353 h 123210"/>
                <a:gd name="connsiteX8" fmla="*/ 132910 w 178279"/>
                <a:gd name="connsiteY8" fmla="*/ 82992 h 123210"/>
                <a:gd name="connsiteX9" fmla="*/ 178279 w 178279"/>
                <a:gd name="connsiteY9" fmla="*/ 105336 h 123210"/>
                <a:gd name="connsiteX10" fmla="*/ 178279 w 178279"/>
                <a:gd name="connsiteY10" fmla="*/ 17237 h 123210"/>
                <a:gd name="connsiteX11" fmla="*/ 132910 w 178279"/>
                <a:gd name="connsiteY11" fmla="*/ 39581 h 123210"/>
                <a:gd name="connsiteX12" fmla="*/ 126520 w 178279"/>
                <a:gd name="connsiteY12" fmla="*/ 40219 h 12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8279" h="123210">
                  <a:moveTo>
                    <a:pt x="126520" y="40219"/>
                  </a:moveTo>
                  <a:cubicBezTo>
                    <a:pt x="124604" y="38942"/>
                    <a:pt x="123325" y="37027"/>
                    <a:pt x="123325" y="34473"/>
                  </a:cubicBezTo>
                  <a:lnTo>
                    <a:pt x="123325" y="0"/>
                  </a:lnTo>
                  <a:lnTo>
                    <a:pt x="0" y="0"/>
                  </a:lnTo>
                  <a:lnTo>
                    <a:pt x="0" y="123211"/>
                  </a:lnTo>
                  <a:lnTo>
                    <a:pt x="123325" y="123211"/>
                  </a:lnTo>
                  <a:lnTo>
                    <a:pt x="123325" y="88737"/>
                  </a:lnTo>
                  <a:cubicBezTo>
                    <a:pt x="123325" y="84907"/>
                    <a:pt x="125881" y="82353"/>
                    <a:pt x="129715" y="82353"/>
                  </a:cubicBezTo>
                  <a:cubicBezTo>
                    <a:pt x="130994" y="82353"/>
                    <a:pt x="131633" y="82353"/>
                    <a:pt x="132910" y="82992"/>
                  </a:cubicBezTo>
                  <a:lnTo>
                    <a:pt x="178279" y="105336"/>
                  </a:lnTo>
                  <a:lnTo>
                    <a:pt x="178279" y="17237"/>
                  </a:lnTo>
                  <a:lnTo>
                    <a:pt x="132910" y="39581"/>
                  </a:lnTo>
                  <a:cubicBezTo>
                    <a:pt x="130355" y="41496"/>
                    <a:pt x="127799" y="41496"/>
                    <a:pt x="126520" y="40219"/>
                  </a:cubicBezTo>
                  <a:close/>
                </a:path>
              </a:pathLst>
            </a:custGeom>
            <a:solidFill>
              <a:srgbClr val="007680"/>
            </a:solidFill>
            <a:ln w="6390" cap="flat">
              <a:noFill/>
              <a:prstDash val="solid"/>
              <a:miter/>
            </a:ln>
          </p:spPr>
          <p:txBody>
            <a:bodyPr rtlCol="0" anchor="ctr"/>
            <a:lstStyle/>
            <a:p>
              <a:endParaRPr lang="en-US"/>
            </a:p>
          </p:txBody>
        </p:sp>
      </p:grpSp>
      <p:sp>
        <p:nvSpPr>
          <p:cNvPr id="1007" name="Graphic 5">
            <a:extLst>
              <a:ext uri="{FF2B5EF4-FFF2-40B4-BE49-F238E27FC236}">
                <a16:creationId xmlns:a16="http://schemas.microsoft.com/office/drawing/2014/main" id="{30A69166-54CA-E741-B81D-60C168F64416}"/>
              </a:ext>
            </a:extLst>
          </p:cNvPr>
          <p:cNvSpPr/>
          <p:nvPr/>
        </p:nvSpPr>
        <p:spPr>
          <a:xfrm>
            <a:off x="1953403" y="4793894"/>
            <a:ext cx="362948" cy="361971"/>
          </a:xfrm>
          <a:custGeom>
            <a:avLst/>
            <a:gdLst>
              <a:gd name="connsiteX0" fmla="*/ 181474 w 362948"/>
              <a:gd name="connsiteY0" fmla="*/ 0 h 361971"/>
              <a:gd name="connsiteX1" fmla="*/ 0 w 362948"/>
              <a:gd name="connsiteY1" fmla="*/ 180667 h 361971"/>
              <a:gd name="connsiteX2" fmla="*/ 181474 w 362948"/>
              <a:gd name="connsiteY2" fmla="*/ 361972 h 361971"/>
              <a:gd name="connsiteX3" fmla="*/ 362948 w 362948"/>
              <a:gd name="connsiteY3" fmla="*/ 180667 h 361971"/>
              <a:gd name="connsiteX4" fmla="*/ 362948 w 362948"/>
              <a:gd name="connsiteY4" fmla="*/ 180667 h 361971"/>
              <a:gd name="connsiteX5" fmla="*/ 181474 w 362948"/>
              <a:gd name="connsiteY5" fmla="*/ 0 h 361971"/>
              <a:gd name="connsiteX6" fmla="*/ 181474 w 362948"/>
              <a:gd name="connsiteY6" fmla="*/ 0 h 361971"/>
              <a:gd name="connsiteX7" fmla="*/ 181474 w 362948"/>
              <a:gd name="connsiteY7" fmla="*/ 275150 h 361971"/>
              <a:gd name="connsiteX8" fmla="*/ 169972 w 362948"/>
              <a:gd name="connsiteY8" fmla="*/ 263658 h 361971"/>
              <a:gd name="connsiteX9" fmla="*/ 181474 w 362948"/>
              <a:gd name="connsiteY9" fmla="*/ 252167 h 361971"/>
              <a:gd name="connsiteX10" fmla="*/ 192976 w 362948"/>
              <a:gd name="connsiteY10" fmla="*/ 263658 h 361971"/>
              <a:gd name="connsiteX11" fmla="*/ 192976 w 362948"/>
              <a:gd name="connsiteY11" fmla="*/ 263658 h 361971"/>
              <a:gd name="connsiteX12" fmla="*/ 181474 w 362948"/>
              <a:gd name="connsiteY12" fmla="*/ 275150 h 361971"/>
              <a:gd name="connsiteX13" fmla="*/ 181474 w 362948"/>
              <a:gd name="connsiteY13" fmla="*/ 275150 h 361971"/>
              <a:gd name="connsiteX14" fmla="*/ 226204 w 362948"/>
              <a:gd name="connsiteY14" fmla="*/ 227270 h 361971"/>
              <a:gd name="connsiteX15" fmla="*/ 217258 w 362948"/>
              <a:gd name="connsiteY15" fmla="*/ 227270 h 361971"/>
              <a:gd name="connsiteX16" fmla="*/ 145051 w 362948"/>
              <a:gd name="connsiteY16" fmla="*/ 227270 h 361971"/>
              <a:gd name="connsiteX17" fmla="*/ 136106 w 362948"/>
              <a:gd name="connsiteY17" fmla="*/ 227270 h 361971"/>
              <a:gd name="connsiteX18" fmla="*/ 136106 w 362948"/>
              <a:gd name="connsiteY18" fmla="*/ 218332 h 361971"/>
              <a:gd name="connsiteX19" fmla="*/ 180835 w 362948"/>
              <a:gd name="connsiteY19" fmla="*/ 200457 h 361971"/>
              <a:gd name="connsiteX20" fmla="*/ 226204 w 362948"/>
              <a:gd name="connsiteY20" fmla="*/ 218332 h 361971"/>
              <a:gd name="connsiteX21" fmla="*/ 228121 w 362948"/>
              <a:gd name="connsiteY21" fmla="*/ 226631 h 361971"/>
              <a:gd name="connsiteX22" fmla="*/ 226204 w 362948"/>
              <a:gd name="connsiteY22" fmla="*/ 227270 h 361971"/>
              <a:gd name="connsiteX23" fmla="*/ 226204 w 362948"/>
              <a:gd name="connsiteY23" fmla="*/ 227270 h 361971"/>
              <a:gd name="connsiteX24" fmla="*/ 262626 w 362948"/>
              <a:gd name="connsiteY24" fmla="*/ 187051 h 361971"/>
              <a:gd name="connsiteX25" fmla="*/ 253680 w 362948"/>
              <a:gd name="connsiteY25" fmla="*/ 187051 h 361971"/>
              <a:gd name="connsiteX26" fmla="*/ 177001 w 362948"/>
              <a:gd name="connsiteY26" fmla="*/ 156408 h 361971"/>
              <a:gd name="connsiteX27" fmla="*/ 108629 w 362948"/>
              <a:gd name="connsiteY27" fmla="*/ 187051 h 361971"/>
              <a:gd name="connsiteX28" fmla="*/ 99683 w 362948"/>
              <a:gd name="connsiteY28" fmla="*/ 187051 h 361971"/>
              <a:gd name="connsiteX29" fmla="*/ 99683 w 362948"/>
              <a:gd name="connsiteY29" fmla="*/ 178113 h 361971"/>
              <a:gd name="connsiteX30" fmla="*/ 177001 w 362948"/>
              <a:gd name="connsiteY30" fmla="*/ 143640 h 361971"/>
              <a:gd name="connsiteX31" fmla="*/ 262626 w 362948"/>
              <a:gd name="connsiteY31" fmla="*/ 178113 h 361971"/>
              <a:gd name="connsiteX32" fmla="*/ 262626 w 362948"/>
              <a:gd name="connsiteY32" fmla="*/ 187051 h 361971"/>
              <a:gd name="connsiteX33" fmla="*/ 262626 w 362948"/>
              <a:gd name="connsiteY33" fmla="*/ 187051 h 361971"/>
              <a:gd name="connsiteX34" fmla="*/ 299049 w 362948"/>
              <a:gd name="connsiteY34" fmla="*/ 146193 h 361971"/>
              <a:gd name="connsiteX35" fmla="*/ 294576 w 362948"/>
              <a:gd name="connsiteY35" fmla="*/ 148108 h 361971"/>
              <a:gd name="connsiteX36" fmla="*/ 290103 w 362948"/>
              <a:gd name="connsiteY36" fmla="*/ 146193 h 361971"/>
              <a:gd name="connsiteX37" fmla="*/ 77318 w 362948"/>
              <a:gd name="connsiteY37" fmla="*/ 141086 h 361971"/>
              <a:gd name="connsiteX38" fmla="*/ 72206 w 362948"/>
              <a:gd name="connsiteY38" fmla="*/ 146193 h 361971"/>
              <a:gd name="connsiteX39" fmla="*/ 63260 w 362948"/>
              <a:gd name="connsiteY39" fmla="*/ 146193 h 361971"/>
              <a:gd name="connsiteX40" fmla="*/ 63260 w 362948"/>
              <a:gd name="connsiteY40" fmla="*/ 146193 h 361971"/>
              <a:gd name="connsiteX41" fmla="*/ 63260 w 362948"/>
              <a:gd name="connsiteY41" fmla="*/ 137256 h 361971"/>
              <a:gd name="connsiteX42" fmla="*/ 293937 w 362948"/>
              <a:gd name="connsiteY42" fmla="*/ 131510 h 361971"/>
              <a:gd name="connsiteX43" fmla="*/ 299688 w 362948"/>
              <a:gd name="connsiteY43" fmla="*/ 137256 h 361971"/>
              <a:gd name="connsiteX44" fmla="*/ 299049 w 362948"/>
              <a:gd name="connsiteY44" fmla="*/ 146193 h 361971"/>
              <a:gd name="connsiteX45" fmla="*/ 299049 w 362948"/>
              <a:gd name="connsiteY45" fmla="*/ 14619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62948" h="361971">
                <a:moveTo>
                  <a:pt x="181474" y="0"/>
                </a:moveTo>
                <a:cubicBezTo>
                  <a:pt x="81152" y="0"/>
                  <a:pt x="0" y="81077"/>
                  <a:pt x="0" y="180667"/>
                </a:cubicBezTo>
                <a:cubicBezTo>
                  <a:pt x="0" y="280895"/>
                  <a:pt x="81152" y="361972"/>
                  <a:pt x="181474" y="361972"/>
                </a:cubicBezTo>
                <a:cubicBezTo>
                  <a:pt x="281796" y="361972"/>
                  <a:pt x="362948" y="280895"/>
                  <a:pt x="362948" y="180667"/>
                </a:cubicBezTo>
                <a:cubicBezTo>
                  <a:pt x="362948" y="180667"/>
                  <a:pt x="362948" y="180667"/>
                  <a:pt x="362948" y="180667"/>
                </a:cubicBezTo>
                <a:cubicBezTo>
                  <a:pt x="362309" y="81077"/>
                  <a:pt x="281157" y="0"/>
                  <a:pt x="181474" y="0"/>
                </a:cubicBezTo>
                <a:cubicBezTo>
                  <a:pt x="181474" y="0"/>
                  <a:pt x="181474" y="0"/>
                  <a:pt x="181474" y="0"/>
                </a:cubicBezTo>
                <a:close/>
                <a:moveTo>
                  <a:pt x="181474" y="275150"/>
                </a:moveTo>
                <a:cubicBezTo>
                  <a:pt x="175084" y="275150"/>
                  <a:pt x="169972" y="270042"/>
                  <a:pt x="169972" y="263658"/>
                </a:cubicBezTo>
                <a:cubicBezTo>
                  <a:pt x="169972" y="257274"/>
                  <a:pt x="175084" y="252167"/>
                  <a:pt x="181474" y="252167"/>
                </a:cubicBezTo>
                <a:cubicBezTo>
                  <a:pt x="187864" y="252167"/>
                  <a:pt x="192976" y="257274"/>
                  <a:pt x="192976" y="263658"/>
                </a:cubicBezTo>
                <a:lnTo>
                  <a:pt x="192976" y="263658"/>
                </a:lnTo>
                <a:cubicBezTo>
                  <a:pt x="192976" y="269404"/>
                  <a:pt x="187864" y="275150"/>
                  <a:pt x="181474" y="275150"/>
                </a:cubicBezTo>
                <a:lnTo>
                  <a:pt x="181474" y="275150"/>
                </a:lnTo>
                <a:close/>
                <a:moveTo>
                  <a:pt x="226204" y="227270"/>
                </a:moveTo>
                <a:cubicBezTo>
                  <a:pt x="223648" y="229823"/>
                  <a:pt x="219814" y="229823"/>
                  <a:pt x="217258" y="227270"/>
                </a:cubicBezTo>
                <a:cubicBezTo>
                  <a:pt x="196810" y="208118"/>
                  <a:pt x="165499" y="208118"/>
                  <a:pt x="145051" y="227270"/>
                </a:cubicBezTo>
                <a:cubicBezTo>
                  <a:pt x="142496" y="229823"/>
                  <a:pt x="138662" y="229823"/>
                  <a:pt x="136106" y="227270"/>
                </a:cubicBezTo>
                <a:cubicBezTo>
                  <a:pt x="133550" y="224716"/>
                  <a:pt x="133550" y="220886"/>
                  <a:pt x="136106" y="218332"/>
                </a:cubicBezTo>
                <a:cubicBezTo>
                  <a:pt x="148246" y="206841"/>
                  <a:pt x="164221" y="200457"/>
                  <a:pt x="180835" y="200457"/>
                </a:cubicBezTo>
                <a:cubicBezTo>
                  <a:pt x="197449" y="200457"/>
                  <a:pt x="214063" y="206841"/>
                  <a:pt x="226204" y="218332"/>
                </a:cubicBezTo>
                <a:cubicBezTo>
                  <a:pt x="229399" y="220247"/>
                  <a:pt x="230038" y="223439"/>
                  <a:pt x="228121" y="226631"/>
                </a:cubicBezTo>
                <a:cubicBezTo>
                  <a:pt x="228121" y="227270"/>
                  <a:pt x="227482" y="227908"/>
                  <a:pt x="226204" y="227270"/>
                </a:cubicBezTo>
                <a:lnTo>
                  <a:pt x="226204" y="227270"/>
                </a:lnTo>
                <a:close/>
                <a:moveTo>
                  <a:pt x="262626" y="187051"/>
                </a:moveTo>
                <a:cubicBezTo>
                  <a:pt x="260070" y="189604"/>
                  <a:pt x="256236" y="189604"/>
                  <a:pt x="253680" y="187051"/>
                </a:cubicBezTo>
                <a:cubicBezTo>
                  <a:pt x="233233" y="167260"/>
                  <a:pt x="205756" y="156408"/>
                  <a:pt x="177001" y="156408"/>
                </a:cubicBezTo>
                <a:cubicBezTo>
                  <a:pt x="151441" y="156408"/>
                  <a:pt x="129077" y="165984"/>
                  <a:pt x="108629" y="187051"/>
                </a:cubicBezTo>
                <a:cubicBezTo>
                  <a:pt x="106073" y="189604"/>
                  <a:pt x="102239" y="189604"/>
                  <a:pt x="99683" y="187051"/>
                </a:cubicBezTo>
                <a:cubicBezTo>
                  <a:pt x="97127" y="184497"/>
                  <a:pt x="97127" y="180667"/>
                  <a:pt x="99683" y="178113"/>
                </a:cubicBezTo>
                <a:cubicBezTo>
                  <a:pt x="123326" y="154492"/>
                  <a:pt x="147607" y="143640"/>
                  <a:pt x="177001" y="143640"/>
                </a:cubicBezTo>
                <a:cubicBezTo>
                  <a:pt x="208951" y="143640"/>
                  <a:pt x="239623" y="155769"/>
                  <a:pt x="262626" y="178113"/>
                </a:cubicBezTo>
                <a:cubicBezTo>
                  <a:pt x="265182" y="180028"/>
                  <a:pt x="265182" y="184497"/>
                  <a:pt x="262626" y="187051"/>
                </a:cubicBezTo>
                <a:lnTo>
                  <a:pt x="262626" y="187051"/>
                </a:lnTo>
                <a:close/>
                <a:moveTo>
                  <a:pt x="299049" y="146193"/>
                </a:moveTo>
                <a:cubicBezTo>
                  <a:pt x="297771" y="147470"/>
                  <a:pt x="296493" y="148108"/>
                  <a:pt x="294576" y="148108"/>
                </a:cubicBezTo>
                <a:cubicBezTo>
                  <a:pt x="292659" y="148108"/>
                  <a:pt x="291381" y="147470"/>
                  <a:pt x="290103" y="146193"/>
                </a:cubicBezTo>
                <a:cubicBezTo>
                  <a:pt x="232594" y="86184"/>
                  <a:pt x="137384" y="83630"/>
                  <a:pt x="77318" y="141086"/>
                </a:cubicBezTo>
                <a:cubicBezTo>
                  <a:pt x="75401" y="143001"/>
                  <a:pt x="73484" y="144916"/>
                  <a:pt x="72206" y="146193"/>
                </a:cubicBezTo>
                <a:cubicBezTo>
                  <a:pt x="69650" y="148747"/>
                  <a:pt x="65816" y="148747"/>
                  <a:pt x="63260" y="146193"/>
                </a:cubicBezTo>
                <a:cubicBezTo>
                  <a:pt x="63260" y="146193"/>
                  <a:pt x="63260" y="146193"/>
                  <a:pt x="63260" y="146193"/>
                </a:cubicBezTo>
                <a:cubicBezTo>
                  <a:pt x="60704" y="143640"/>
                  <a:pt x="60704" y="139809"/>
                  <a:pt x="63260" y="137256"/>
                </a:cubicBezTo>
                <a:cubicBezTo>
                  <a:pt x="125243" y="72139"/>
                  <a:pt x="228760" y="69586"/>
                  <a:pt x="293937" y="131510"/>
                </a:cubicBezTo>
                <a:cubicBezTo>
                  <a:pt x="295854" y="133425"/>
                  <a:pt x="297771" y="135341"/>
                  <a:pt x="299688" y="137256"/>
                </a:cubicBezTo>
                <a:cubicBezTo>
                  <a:pt x="302244" y="139809"/>
                  <a:pt x="301605" y="143640"/>
                  <a:pt x="299049" y="146193"/>
                </a:cubicBezTo>
                <a:lnTo>
                  <a:pt x="299049" y="146193"/>
                </a:lnTo>
                <a:close/>
              </a:path>
            </a:pathLst>
          </a:custGeom>
          <a:solidFill>
            <a:srgbClr val="007680"/>
          </a:solidFill>
          <a:ln w="6390" cap="flat">
            <a:noFill/>
            <a:prstDash val="solid"/>
            <a:miter/>
          </a:ln>
        </p:spPr>
        <p:txBody>
          <a:bodyPr rtlCol="0" anchor="ctr"/>
          <a:lstStyle/>
          <a:p>
            <a:endParaRPr lang="en-US"/>
          </a:p>
        </p:txBody>
      </p:sp>
      <p:grpSp>
        <p:nvGrpSpPr>
          <p:cNvPr id="1008" name="Graphic 5">
            <a:extLst>
              <a:ext uri="{FF2B5EF4-FFF2-40B4-BE49-F238E27FC236}">
                <a16:creationId xmlns:a16="http://schemas.microsoft.com/office/drawing/2014/main" id="{AC8B7A76-96B7-F641-A4D3-B81AE970D522}"/>
              </a:ext>
            </a:extLst>
          </p:cNvPr>
          <p:cNvGrpSpPr/>
          <p:nvPr/>
        </p:nvGrpSpPr>
        <p:grpSpPr>
          <a:xfrm>
            <a:off x="5099808" y="4309350"/>
            <a:ext cx="362309" cy="361971"/>
            <a:chOff x="5099808" y="4309350"/>
            <a:chExt cx="362309" cy="361971"/>
          </a:xfrm>
          <a:solidFill>
            <a:srgbClr val="007680"/>
          </a:solidFill>
        </p:grpSpPr>
        <p:sp>
          <p:nvSpPr>
            <p:cNvPr id="1009" name="Graphic 5">
              <a:extLst>
                <a:ext uri="{FF2B5EF4-FFF2-40B4-BE49-F238E27FC236}">
                  <a16:creationId xmlns:a16="http://schemas.microsoft.com/office/drawing/2014/main" id="{779B1016-9959-084F-8199-459CBDE0FC33}"/>
                </a:ext>
              </a:extLst>
            </p:cNvPr>
            <p:cNvSpPr/>
            <p:nvPr/>
          </p:nvSpPr>
          <p:spPr>
            <a:xfrm>
              <a:off x="5099808" y="4309350"/>
              <a:ext cx="362309" cy="361971"/>
            </a:xfrm>
            <a:custGeom>
              <a:avLst/>
              <a:gdLst>
                <a:gd name="connsiteX0" fmla="*/ 181474 w 362309"/>
                <a:gd name="connsiteY0" fmla="*/ 0 h 361971"/>
                <a:gd name="connsiteX1" fmla="*/ 0 w 362309"/>
                <a:gd name="connsiteY1" fmla="*/ 180667 h 361971"/>
                <a:gd name="connsiteX2" fmla="*/ 180836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49795 h 361971"/>
                <a:gd name="connsiteX7" fmla="*/ 205756 w 362309"/>
                <a:gd name="connsiteY7" fmla="*/ 74054 h 361971"/>
                <a:gd name="connsiteX8" fmla="*/ 181474 w 362309"/>
                <a:gd name="connsiteY8" fmla="*/ 98313 h 361971"/>
                <a:gd name="connsiteX9" fmla="*/ 157193 w 362309"/>
                <a:gd name="connsiteY9" fmla="*/ 74054 h 361971"/>
                <a:gd name="connsiteX10" fmla="*/ 157193 w 362309"/>
                <a:gd name="connsiteY10" fmla="*/ 74054 h 361971"/>
                <a:gd name="connsiteX11" fmla="*/ 181474 w 362309"/>
                <a:gd name="connsiteY11" fmla="*/ 49795 h 361971"/>
                <a:gd name="connsiteX12" fmla="*/ 222370 w 362309"/>
                <a:gd name="connsiteY12" fmla="*/ 238761 h 361971"/>
                <a:gd name="connsiteX13" fmla="*/ 217258 w 362309"/>
                <a:gd name="connsiteY13" fmla="*/ 241314 h 361971"/>
                <a:gd name="connsiteX14" fmla="*/ 205756 w 362309"/>
                <a:gd name="connsiteY14" fmla="*/ 241314 h 361971"/>
                <a:gd name="connsiteX15" fmla="*/ 205756 w 362309"/>
                <a:gd name="connsiteY15" fmla="*/ 306431 h 361971"/>
                <a:gd name="connsiteX16" fmla="*/ 199366 w 362309"/>
                <a:gd name="connsiteY16" fmla="*/ 312815 h 361971"/>
                <a:gd name="connsiteX17" fmla="*/ 192976 w 362309"/>
                <a:gd name="connsiteY17" fmla="*/ 306431 h 361971"/>
                <a:gd name="connsiteX18" fmla="*/ 192976 w 362309"/>
                <a:gd name="connsiteY18" fmla="*/ 241314 h 361971"/>
                <a:gd name="connsiteX19" fmla="*/ 169973 w 362309"/>
                <a:gd name="connsiteY19" fmla="*/ 241314 h 361971"/>
                <a:gd name="connsiteX20" fmla="*/ 169973 w 362309"/>
                <a:gd name="connsiteY20" fmla="*/ 306431 h 361971"/>
                <a:gd name="connsiteX21" fmla="*/ 163583 w 362309"/>
                <a:gd name="connsiteY21" fmla="*/ 312815 h 361971"/>
                <a:gd name="connsiteX22" fmla="*/ 157193 w 362309"/>
                <a:gd name="connsiteY22" fmla="*/ 306431 h 361971"/>
                <a:gd name="connsiteX23" fmla="*/ 157193 w 362309"/>
                <a:gd name="connsiteY23" fmla="*/ 241314 h 361971"/>
                <a:gd name="connsiteX24" fmla="*/ 145691 w 362309"/>
                <a:gd name="connsiteY24" fmla="*/ 241314 h 361971"/>
                <a:gd name="connsiteX25" fmla="*/ 139301 w 362309"/>
                <a:gd name="connsiteY25" fmla="*/ 234930 h 361971"/>
                <a:gd name="connsiteX26" fmla="*/ 139301 w 362309"/>
                <a:gd name="connsiteY26" fmla="*/ 233015 h 361971"/>
                <a:gd name="connsiteX27" fmla="*/ 166138 w 362309"/>
                <a:gd name="connsiteY27" fmla="*/ 125764 h 361971"/>
                <a:gd name="connsiteX28" fmla="*/ 172528 w 362309"/>
                <a:gd name="connsiteY28" fmla="*/ 120657 h 361971"/>
                <a:gd name="connsiteX29" fmla="*/ 190420 w 362309"/>
                <a:gd name="connsiteY29" fmla="*/ 120657 h 361971"/>
                <a:gd name="connsiteX30" fmla="*/ 196810 w 362309"/>
                <a:gd name="connsiteY30" fmla="*/ 125764 h 361971"/>
                <a:gd name="connsiteX31" fmla="*/ 223648 w 362309"/>
                <a:gd name="connsiteY31" fmla="*/ 233015 h 361971"/>
                <a:gd name="connsiteX32" fmla="*/ 222370 w 362309"/>
                <a:gd name="connsiteY32" fmla="*/ 23876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309" h="361971">
                  <a:moveTo>
                    <a:pt x="181474" y="0"/>
                  </a:moveTo>
                  <a:cubicBezTo>
                    <a:pt x="81152" y="0"/>
                    <a:pt x="0" y="81076"/>
                    <a:pt x="0" y="180667"/>
                  </a:cubicBezTo>
                  <a:cubicBezTo>
                    <a:pt x="0" y="280257"/>
                    <a:pt x="81152" y="361971"/>
                    <a:pt x="180836" y="361971"/>
                  </a:cubicBezTo>
                  <a:cubicBezTo>
                    <a:pt x="280518" y="361971"/>
                    <a:pt x="362310" y="280895"/>
                    <a:pt x="362310" y="181305"/>
                  </a:cubicBezTo>
                  <a:lnTo>
                    <a:pt x="362310" y="181305"/>
                  </a:lnTo>
                  <a:cubicBezTo>
                    <a:pt x="362310" y="81076"/>
                    <a:pt x="281157" y="0"/>
                    <a:pt x="181474" y="0"/>
                  </a:cubicBezTo>
                  <a:close/>
                  <a:moveTo>
                    <a:pt x="181474" y="49795"/>
                  </a:moveTo>
                  <a:cubicBezTo>
                    <a:pt x="194893" y="49795"/>
                    <a:pt x="205756" y="60648"/>
                    <a:pt x="205756" y="74054"/>
                  </a:cubicBezTo>
                  <a:cubicBezTo>
                    <a:pt x="205756" y="87460"/>
                    <a:pt x="194893" y="98313"/>
                    <a:pt x="181474" y="98313"/>
                  </a:cubicBezTo>
                  <a:cubicBezTo>
                    <a:pt x="168056" y="98313"/>
                    <a:pt x="157193" y="87460"/>
                    <a:pt x="157193" y="74054"/>
                  </a:cubicBezTo>
                  <a:lnTo>
                    <a:pt x="157193" y="74054"/>
                  </a:lnTo>
                  <a:cubicBezTo>
                    <a:pt x="157193" y="60648"/>
                    <a:pt x="168056" y="49795"/>
                    <a:pt x="181474" y="49795"/>
                  </a:cubicBezTo>
                  <a:close/>
                  <a:moveTo>
                    <a:pt x="222370" y="238761"/>
                  </a:moveTo>
                  <a:cubicBezTo>
                    <a:pt x="221092" y="240038"/>
                    <a:pt x="219175" y="241314"/>
                    <a:pt x="217258" y="241314"/>
                  </a:cubicBezTo>
                  <a:lnTo>
                    <a:pt x="205756" y="241314"/>
                  </a:lnTo>
                  <a:lnTo>
                    <a:pt x="205756" y="306431"/>
                  </a:lnTo>
                  <a:cubicBezTo>
                    <a:pt x="205756" y="310261"/>
                    <a:pt x="203200" y="312815"/>
                    <a:pt x="199366" y="312815"/>
                  </a:cubicBezTo>
                  <a:cubicBezTo>
                    <a:pt x="195532" y="312815"/>
                    <a:pt x="192976" y="310261"/>
                    <a:pt x="192976" y="306431"/>
                  </a:cubicBezTo>
                  <a:lnTo>
                    <a:pt x="192976" y="241314"/>
                  </a:lnTo>
                  <a:lnTo>
                    <a:pt x="169973" y="241314"/>
                  </a:lnTo>
                  <a:lnTo>
                    <a:pt x="169973" y="306431"/>
                  </a:lnTo>
                  <a:cubicBezTo>
                    <a:pt x="169973" y="310261"/>
                    <a:pt x="167416" y="312815"/>
                    <a:pt x="163583" y="312815"/>
                  </a:cubicBezTo>
                  <a:cubicBezTo>
                    <a:pt x="159748" y="312815"/>
                    <a:pt x="157193" y="310261"/>
                    <a:pt x="157193" y="306431"/>
                  </a:cubicBezTo>
                  <a:lnTo>
                    <a:pt x="157193" y="241314"/>
                  </a:lnTo>
                  <a:lnTo>
                    <a:pt x="145691" y="241314"/>
                  </a:lnTo>
                  <a:cubicBezTo>
                    <a:pt x="141857" y="241314"/>
                    <a:pt x="139301" y="238761"/>
                    <a:pt x="139301" y="234930"/>
                  </a:cubicBezTo>
                  <a:cubicBezTo>
                    <a:pt x="139301" y="234292"/>
                    <a:pt x="139301" y="233654"/>
                    <a:pt x="139301" y="233015"/>
                  </a:cubicBezTo>
                  <a:lnTo>
                    <a:pt x="166138" y="125764"/>
                  </a:lnTo>
                  <a:cubicBezTo>
                    <a:pt x="166778" y="122572"/>
                    <a:pt x="169333" y="120657"/>
                    <a:pt x="172528" y="120657"/>
                  </a:cubicBezTo>
                  <a:lnTo>
                    <a:pt x="190420" y="120657"/>
                  </a:lnTo>
                  <a:cubicBezTo>
                    <a:pt x="193615" y="120657"/>
                    <a:pt x="196171" y="122572"/>
                    <a:pt x="196810" y="125764"/>
                  </a:cubicBezTo>
                  <a:lnTo>
                    <a:pt x="223648" y="233015"/>
                  </a:lnTo>
                  <a:cubicBezTo>
                    <a:pt x="224287" y="234930"/>
                    <a:pt x="223648" y="236846"/>
                    <a:pt x="222370" y="238761"/>
                  </a:cubicBezTo>
                  <a:close/>
                </a:path>
              </a:pathLst>
            </a:custGeom>
            <a:solidFill>
              <a:srgbClr val="007680"/>
            </a:solidFill>
            <a:ln w="6390" cap="flat">
              <a:noFill/>
              <a:prstDash val="solid"/>
              <a:miter/>
            </a:ln>
          </p:spPr>
          <p:txBody>
            <a:bodyPr rtlCol="0" anchor="ctr"/>
            <a:lstStyle/>
            <a:p>
              <a:endParaRPr lang="en-US"/>
            </a:p>
          </p:txBody>
        </p:sp>
        <p:sp>
          <p:nvSpPr>
            <p:cNvPr id="1010" name="Graphic 5">
              <a:extLst>
                <a:ext uri="{FF2B5EF4-FFF2-40B4-BE49-F238E27FC236}">
                  <a16:creationId xmlns:a16="http://schemas.microsoft.com/office/drawing/2014/main" id="{F251363C-74A3-6E47-8B58-2949BB19F570}"/>
                </a:ext>
              </a:extLst>
            </p:cNvPr>
            <p:cNvSpPr/>
            <p:nvPr/>
          </p:nvSpPr>
          <p:spPr>
            <a:xfrm>
              <a:off x="5269781" y="4371913"/>
              <a:ext cx="23003" cy="22982"/>
            </a:xfrm>
            <a:custGeom>
              <a:avLst/>
              <a:gdLst>
                <a:gd name="connsiteX0" fmla="*/ 11502 w 23003"/>
                <a:gd name="connsiteY0" fmla="*/ 22982 h 22982"/>
                <a:gd name="connsiteX1" fmla="*/ 23004 w 23003"/>
                <a:gd name="connsiteY1" fmla="*/ 11491 h 22982"/>
                <a:gd name="connsiteX2" fmla="*/ 11502 w 23003"/>
                <a:gd name="connsiteY2" fmla="*/ 0 h 22982"/>
                <a:gd name="connsiteX3" fmla="*/ 0 w 23003"/>
                <a:gd name="connsiteY3" fmla="*/ 11491 h 22982"/>
                <a:gd name="connsiteX4" fmla="*/ 0 w 23003"/>
                <a:gd name="connsiteY4" fmla="*/ 11491 h 22982"/>
                <a:gd name="connsiteX5" fmla="*/ 11502 w 23003"/>
                <a:gd name="connsiteY5" fmla="*/ 22982 h 2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03" h="22982">
                  <a:moveTo>
                    <a:pt x="11502" y="22982"/>
                  </a:moveTo>
                  <a:cubicBezTo>
                    <a:pt x="17892" y="22982"/>
                    <a:pt x="23004" y="17875"/>
                    <a:pt x="23004" y="11491"/>
                  </a:cubicBezTo>
                  <a:cubicBezTo>
                    <a:pt x="23004" y="5107"/>
                    <a:pt x="17892" y="0"/>
                    <a:pt x="11502" y="0"/>
                  </a:cubicBezTo>
                  <a:cubicBezTo>
                    <a:pt x="5112" y="0"/>
                    <a:pt x="0" y="5107"/>
                    <a:pt x="0" y="11491"/>
                  </a:cubicBezTo>
                  <a:lnTo>
                    <a:pt x="0" y="11491"/>
                  </a:lnTo>
                  <a:cubicBezTo>
                    <a:pt x="0" y="17237"/>
                    <a:pt x="5112" y="22344"/>
                    <a:pt x="11502" y="22982"/>
                  </a:cubicBezTo>
                  <a:close/>
                </a:path>
              </a:pathLst>
            </a:custGeom>
            <a:solidFill>
              <a:srgbClr val="007680"/>
            </a:solidFill>
            <a:ln w="6390" cap="flat">
              <a:noFill/>
              <a:prstDash val="solid"/>
              <a:miter/>
            </a:ln>
          </p:spPr>
          <p:txBody>
            <a:bodyPr rtlCol="0" anchor="ctr"/>
            <a:lstStyle/>
            <a:p>
              <a:endParaRPr lang="en-US"/>
            </a:p>
          </p:txBody>
        </p:sp>
        <p:sp>
          <p:nvSpPr>
            <p:cNvPr id="1011" name="Graphic 5">
              <a:extLst>
                <a:ext uri="{FF2B5EF4-FFF2-40B4-BE49-F238E27FC236}">
                  <a16:creationId xmlns:a16="http://schemas.microsoft.com/office/drawing/2014/main" id="{1A70CE32-9ADD-EA4A-81EF-545605BFE1BB}"/>
                </a:ext>
              </a:extLst>
            </p:cNvPr>
            <p:cNvSpPr/>
            <p:nvPr/>
          </p:nvSpPr>
          <p:spPr>
            <a:xfrm>
              <a:off x="5253806" y="4442775"/>
              <a:ext cx="54953" cy="95121"/>
            </a:xfrm>
            <a:custGeom>
              <a:avLst/>
              <a:gdLst>
                <a:gd name="connsiteX0" fmla="*/ 23643 w 54953"/>
                <a:gd name="connsiteY0" fmla="*/ 0 h 95121"/>
                <a:gd name="connsiteX1" fmla="*/ 0 w 54953"/>
                <a:gd name="connsiteY1" fmla="*/ 95121 h 95121"/>
                <a:gd name="connsiteX2" fmla="*/ 54953 w 54953"/>
                <a:gd name="connsiteY2" fmla="*/ 95121 h 95121"/>
                <a:gd name="connsiteX3" fmla="*/ 31310 w 54953"/>
                <a:gd name="connsiteY3" fmla="*/ 0 h 95121"/>
              </a:gdLst>
              <a:ahLst/>
              <a:cxnLst>
                <a:cxn ang="0">
                  <a:pos x="connsiteX0" y="connsiteY0"/>
                </a:cxn>
                <a:cxn ang="0">
                  <a:pos x="connsiteX1" y="connsiteY1"/>
                </a:cxn>
                <a:cxn ang="0">
                  <a:pos x="connsiteX2" y="connsiteY2"/>
                </a:cxn>
                <a:cxn ang="0">
                  <a:pos x="connsiteX3" y="connsiteY3"/>
                </a:cxn>
              </a:cxnLst>
              <a:rect l="l" t="t" r="r" b="b"/>
              <a:pathLst>
                <a:path w="54953" h="95121">
                  <a:moveTo>
                    <a:pt x="23643" y="0"/>
                  </a:moveTo>
                  <a:lnTo>
                    <a:pt x="0" y="95121"/>
                  </a:lnTo>
                  <a:lnTo>
                    <a:pt x="54953" y="95121"/>
                  </a:lnTo>
                  <a:lnTo>
                    <a:pt x="31310" y="0"/>
                  </a:lnTo>
                  <a:close/>
                </a:path>
              </a:pathLst>
            </a:custGeom>
            <a:solidFill>
              <a:srgbClr val="007680"/>
            </a:solidFill>
            <a:ln w="6390" cap="flat">
              <a:noFill/>
              <a:prstDash val="solid"/>
              <a:miter/>
            </a:ln>
          </p:spPr>
          <p:txBody>
            <a:bodyPr rtlCol="0" anchor="ctr"/>
            <a:lstStyle/>
            <a:p>
              <a:endParaRPr lang="en-US"/>
            </a:p>
          </p:txBody>
        </p:sp>
      </p:grpSp>
      <p:grpSp>
        <p:nvGrpSpPr>
          <p:cNvPr id="1012" name="Graphic 5">
            <a:extLst>
              <a:ext uri="{FF2B5EF4-FFF2-40B4-BE49-F238E27FC236}">
                <a16:creationId xmlns:a16="http://schemas.microsoft.com/office/drawing/2014/main" id="{01660EEE-3EA3-554D-9E02-F9BF3242670F}"/>
              </a:ext>
            </a:extLst>
          </p:cNvPr>
          <p:cNvGrpSpPr/>
          <p:nvPr/>
        </p:nvGrpSpPr>
        <p:grpSpPr>
          <a:xfrm>
            <a:off x="5708769" y="4309350"/>
            <a:ext cx="362312" cy="361971"/>
            <a:chOff x="5708769" y="4309350"/>
            <a:chExt cx="362312" cy="361971"/>
          </a:xfrm>
          <a:solidFill>
            <a:srgbClr val="007680"/>
          </a:solidFill>
        </p:grpSpPr>
        <p:sp>
          <p:nvSpPr>
            <p:cNvPr id="1013" name="Graphic 5">
              <a:extLst>
                <a:ext uri="{FF2B5EF4-FFF2-40B4-BE49-F238E27FC236}">
                  <a16:creationId xmlns:a16="http://schemas.microsoft.com/office/drawing/2014/main" id="{4C4668EE-09BB-0349-B548-085D59462DFE}"/>
                </a:ext>
              </a:extLst>
            </p:cNvPr>
            <p:cNvSpPr/>
            <p:nvPr/>
          </p:nvSpPr>
          <p:spPr>
            <a:xfrm>
              <a:off x="5708769" y="4309350"/>
              <a:ext cx="362312" cy="361971"/>
            </a:xfrm>
            <a:custGeom>
              <a:avLst/>
              <a:gdLst>
                <a:gd name="connsiteX0" fmla="*/ 181474 w 362312"/>
                <a:gd name="connsiteY0" fmla="*/ 0 h 361971"/>
                <a:gd name="connsiteX1" fmla="*/ 0 w 362312"/>
                <a:gd name="connsiteY1" fmla="*/ 180667 h 361971"/>
                <a:gd name="connsiteX2" fmla="*/ 180835 w 362312"/>
                <a:gd name="connsiteY2" fmla="*/ 361971 h 361971"/>
                <a:gd name="connsiteX3" fmla="*/ 362309 w 362312"/>
                <a:gd name="connsiteY3" fmla="*/ 181305 h 361971"/>
                <a:gd name="connsiteX4" fmla="*/ 362309 w 362312"/>
                <a:gd name="connsiteY4" fmla="*/ 181305 h 361971"/>
                <a:gd name="connsiteX5" fmla="*/ 181474 w 362312"/>
                <a:gd name="connsiteY5" fmla="*/ 0 h 361971"/>
                <a:gd name="connsiteX6" fmla="*/ 181474 w 362312"/>
                <a:gd name="connsiteY6" fmla="*/ 349204 h 361971"/>
                <a:gd name="connsiteX7" fmla="*/ 12780 w 362312"/>
                <a:gd name="connsiteY7" fmla="*/ 181305 h 361971"/>
                <a:gd name="connsiteX8" fmla="*/ 180835 w 362312"/>
                <a:gd name="connsiteY8" fmla="*/ 12768 h 361971"/>
                <a:gd name="connsiteX9" fmla="*/ 349529 w 362312"/>
                <a:gd name="connsiteY9" fmla="*/ 180667 h 361971"/>
                <a:gd name="connsiteX10" fmla="*/ 349529 w 362312"/>
                <a:gd name="connsiteY10" fmla="*/ 180667 h 361971"/>
                <a:gd name="connsiteX11" fmla="*/ 181474 w 362312"/>
                <a:gd name="connsiteY11" fmla="*/ 349204 h 361971"/>
                <a:gd name="connsiteX12" fmla="*/ 181474 w 362312"/>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12" h="361971">
                  <a:moveTo>
                    <a:pt x="181474" y="0"/>
                  </a:moveTo>
                  <a:cubicBezTo>
                    <a:pt x="81152" y="0"/>
                    <a:pt x="0" y="81076"/>
                    <a:pt x="0" y="180667"/>
                  </a:cubicBezTo>
                  <a:cubicBezTo>
                    <a:pt x="0" y="280257"/>
                    <a:pt x="81152" y="361971"/>
                    <a:pt x="180835" y="361971"/>
                  </a:cubicBezTo>
                  <a:cubicBezTo>
                    <a:pt x="280518" y="361971"/>
                    <a:pt x="362309" y="280895"/>
                    <a:pt x="362309" y="181305"/>
                  </a:cubicBezTo>
                  <a:cubicBezTo>
                    <a:pt x="362309" y="181305"/>
                    <a:pt x="362309" y="181305"/>
                    <a:pt x="362309" y="181305"/>
                  </a:cubicBezTo>
                  <a:cubicBezTo>
                    <a:pt x="362948" y="81076"/>
                    <a:pt x="281796" y="0"/>
                    <a:pt x="181474" y="0"/>
                  </a:cubicBezTo>
                  <a:close/>
                  <a:moveTo>
                    <a:pt x="181474" y="349204"/>
                  </a:moveTo>
                  <a:cubicBezTo>
                    <a:pt x="88181" y="349204"/>
                    <a:pt x="12780" y="273873"/>
                    <a:pt x="12780" y="181305"/>
                  </a:cubicBezTo>
                  <a:cubicBezTo>
                    <a:pt x="12780" y="88099"/>
                    <a:pt x="88181" y="12768"/>
                    <a:pt x="180835" y="12768"/>
                  </a:cubicBezTo>
                  <a:cubicBezTo>
                    <a:pt x="274128" y="12768"/>
                    <a:pt x="349529" y="88099"/>
                    <a:pt x="349529" y="180667"/>
                  </a:cubicBezTo>
                  <a:cubicBezTo>
                    <a:pt x="349529" y="180667"/>
                    <a:pt x="349529" y="180667"/>
                    <a:pt x="349529" y="180667"/>
                  </a:cubicBezTo>
                  <a:cubicBezTo>
                    <a:pt x="350168" y="273873"/>
                    <a:pt x="274767"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1014" name="Graphic 5">
              <a:extLst>
                <a:ext uri="{FF2B5EF4-FFF2-40B4-BE49-F238E27FC236}">
                  <a16:creationId xmlns:a16="http://schemas.microsoft.com/office/drawing/2014/main" id="{46499DDE-DF68-F642-A46A-16C2F072E365}"/>
                </a:ext>
              </a:extLst>
            </p:cNvPr>
            <p:cNvSpPr/>
            <p:nvPr/>
          </p:nvSpPr>
          <p:spPr>
            <a:xfrm>
              <a:off x="5907885" y="4435114"/>
              <a:ext cx="77819" cy="174921"/>
            </a:xfrm>
            <a:custGeom>
              <a:avLst/>
              <a:gdLst>
                <a:gd name="connsiteX0" fmla="*/ 53287 w 77819"/>
                <a:gd name="connsiteY0" fmla="*/ 5107 h 174921"/>
                <a:gd name="connsiteX1" fmla="*/ 46897 w 77819"/>
                <a:gd name="connsiteY1" fmla="*/ 0 h 174921"/>
                <a:gd name="connsiteX2" fmla="*/ 30923 w 77819"/>
                <a:gd name="connsiteY2" fmla="*/ 0 h 174921"/>
                <a:gd name="connsiteX3" fmla="*/ 24533 w 77819"/>
                <a:gd name="connsiteY3" fmla="*/ 5107 h 174921"/>
                <a:gd name="connsiteX4" fmla="*/ 251 w 77819"/>
                <a:gd name="connsiteY4" fmla="*/ 102144 h 174921"/>
                <a:gd name="connsiteX5" fmla="*/ 1529 w 77819"/>
                <a:gd name="connsiteY5" fmla="*/ 107889 h 174921"/>
                <a:gd name="connsiteX6" fmla="*/ 6641 w 77819"/>
                <a:gd name="connsiteY6" fmla="*/ 110443 h 174921"/>
                <a:gd name="connsiteX7" fmla="*/ 16225 w 77819"/>
                <a:gd name="connsiteY7" fmla="*/ 110443 h 174921"/>
                <a:gd name="connsiteX8" fmla="*/ 16225 w 77819"/>
                <a:gd name="connsiteY8" fmla="*/ 168537 h 174921"/>
                <a:gd name="connsiteX9" fmla="*/ 22615 w 77819"/>
                <a:gd name="connsiteY9" fmla="*/ 174921 h 174921"/>
                <a:gd name="connsiteX10" fmla="*/ 29005 w 77819"/>
                <a:gd name="connsiteY10" fmla="*/ 168537 h 174921"/>
                <a:gd name="connsiteX11" fmla="*/ 29005 w 77819"/>
                <a:gd name="connsiteY11" fmla="*/ 110443 h 174921"/>
                <a:gd name="connsiteX12" fmla="*/ 48814 w 77819"/>
                <a:gd name="connsiteY12" fmla="*/ 110443 h 174921"/>
                <a:gd name="connsiteX13" fmla="*/ 48814 w 77819"/>
                <a:gd name="connsiteY13" fmla="*/ 168537 h 174921"/>
                <a:gd name="connsiteX14" fmla="*/ 55204 w 77819"/>
                <a:gd name="connsiteY14" fmla="*/ 174921 h 174921"/>
                <a:gd name="connsiteX15" fmla="*/ 61594 w 77819"/>
                <a:gd name="connsiteY15" fmla="*/ 168537 h 174921"/>
                <a:gd name="connsiteX16" fmla="*/ 61594 w 77819"/>
                <a:gd name="connsiteY16" fmla="*/ 110443 h 174921"/>
                <a:gd name="connsiteX17" fmla="*/ 71179 w 77819"/>
                <a:gd name="connsiteY17" fmla="*/ 110443 h 174921"/>
                <a:gd name="connsiteX18" fmla="*/ 76291 w 77819"/>
                <a:gd name="connsiteY18" fmla="*/ 107889 h 174921"/>
                <a:gd name="connsiteX19" fmla="*/ 77569 w 77819"/>
                <a:gd name="connsiteY19" fmla="*/ 102144 h 174921"/>
                <a:gd name="connsiteX20" fmla="*/ 53287 w 77819"/>
                <a:gd name="connsiteY20" fmla="*/ 5107 h 174921"/>
                <a:gd name="connsiteX21" fmla="*/ 14948 w 77819"/>
                <a:gd name="connsiteY21" fmla="*/ 97037 h 174921"/>
                <a:gd name="connsiteX22" fmla="*/ 36034 w 77819"/>
                <a:gd name="connsiteY22" fmla="*/ 12768 h 174921"/>
                <a:gd name="connsiteX23" fmla="*/ 42424 w 77819"/>
                <a:gd name="connsiteY23" fmla="*/ 12768 h 174921"/>
                <a:gd name="connsiteX24" fmla="*/ 63511 w 77819"/>
                <a:gd name="connsiteY24" fmla="*/ 97037 h 174921"/>
                <a:gd name="connsiteX25" fmla="*/ 14948 w 77819"/>
                <a:gd name="connsiteY25" fmla="*/ 97037 h 174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819" h="174921">
                  <a:moveTo>
                    <a:pt x="53287" y="5107"/>
                  </a:moveTo>
                  <a:cubicBezTo>
                    <a:pt x="52648" y="1916"/>
                    <a:pt x="50092" y="0"/>
                    <a:pt x="46897" y="0"/>
                  </a:cubicBezTo>
                  <a:lnTo>
                    <a:pt x="30923" y="0"/>
                  </a:lnTo>
                  <a:cubicBezTo>
                    <a:pt x="27728" y="0"/>
                    <a:pt x="25172" y="1916"/>
                    <a:pt x="24533" y="5107"/>
                  </a:cubicBezTo>
                  <a:lnTo>
                    <a:pt x="251" y="102144"/>
                  </a:lnTo>
                  <a:cubicBezTo>
                    <a:pt x="-388" y="104059"/>
                    <a:pt x="251" y="105974"/>
                    <a:pt x="1529" y="107889"/>
                  </a:cubicBezTo>
                  <a:cubicBezTo>
                    <a:pt x="2807" y="109166"/>
                    <a:pt x="4724" y="110443"/>
                    <a:pt x="6641" y="110443"/>
                  </a:cubicBezTo>
                  <a:lnTo>
                    <a:pt x="16225" y="110443"/>
                  </a:lnTo>
                  <a:lnTo>
                    <a:pt x="16225" y="168537"/>
                  </a:lnTo>
                  <a:cubicBezTo>
                    <a:pt x="16225" y="172368"/>
                    <a:pt x="18782" y="174921"/>
                    <a:pt x="22615" y="174921"/>
                  </a:cubicBezTo>
                  <a:cubicBezTo>
                    <a:pt x="26450" y="174921"/>
                    <a:pt x="29005" y="172368"/>
                    <a:pt x="29005" y="168537"/>
                  </a:cubicBezTo>
                  <a:lnTo>
                    <a:pt x="29005" y="110443"/>
                  </a:lnTo>
                  <a:lnTo>
                    <a:pt x="48814" y="110443"/>
                  </a:lnTo>
                  <a:lnTo>
                    <a:pt x="48814" y="168537"/>
                  </a:lnTo>
                  <a:cubicBezTo>
                    <a:pt x="48814" y="172368"/>
                    <a:pt x="51370" y="174921"/>
                    <a:pt x="55204" y="174921"/>
                  </a:cubicBezTo>
                  <a:cubicBezTo>
                    <a:pt x="59038" y="174921"/>
                    <a:pt x="61594" y="172368"/>
                    <a:pt x="61594" y="168537"/>
                  </a:cubicBezTo>
                  <a:lnTo>
                    <a:pt x="61594" y="110443"/>
                  </a:lnTo>
                  <a:lnTo>
                    <a:pt x="71179" y="110443"/>
                  </a:lnTo>
                  <a:cubicBezTo>
                    <a:pt x="73096" y="110443"/>
                    <a:pt x="75013" y="109805"/>
                    <a:pt x="76291" y="107889"/>
                  </a:cubicBezTo>
                  <a:cubicBezTo>
                    <a:pt x="77569" y="106613"/>
                    <a:pt x="78208" y="104059"/>
                    <a:pt x="77569" y="102144"/>
                  </a:cubicBezTo>
                  <a:lnTo>
                    <a:pt x="53287" y="5107"/>
                  </a:lnTo>
                  <a:close/>
                  <a:moveTo>
                    <a:pt x="14948" y="97037"/>
                  </a:moveTo>
                  <a:lnTo>
                    <a:pt x="36034" y="12768"/>
                  </a:lnTo>
                  <a:lnTo>
                    <a:pt x="42424" y="12768"/>
                  </a:lnTo>
                  <a:lnTo>
                    <a:pt x="63511" y="97037"/>
                  </a:lnTo>
                  <a:lnTo>
                    <a:pt x="14948" y="97037"/>
                  </a:lnTo>
                  <a:close/>
                </a:path>
              </a:pathLst>
            </a:custGeom>
            <a:solidFill>
              <a:srgbClr val="007680"/>
            </a:solidFill>
            <a:ln w="6390" cap="flat">
              <a:noFill/>
              <a:prstDash val="solid"/>
              <a:miter/>
            </a:ln>
          </p:spPr>
          <p:txBody>
            <a:bodyPr rtlCol="0" anchor="ctr"/>
            <a:lstStyle/>
            <a:p>
              <a:endParaRPr lang="en-US"/>
            </a:p>
          </p:txBody>
        </p:sp>
        <p:sp>
          <p:nvSpPr>
            <p:cNvPr id="1015" name="Graphic 5">
              <a:extLst>
                <a:ext uri="{FF2B5EF4-FFF2-40B4-BE49-F238E27FC236}">
                  <a16:creationId xmlns:a16="http://schemas.microsoft.com/office/drawing/2014/main" id="{4DC91964-12CD-1D42-B6B6-3333DF4460F1}"/>
                </a:ext>
              </a:extLst>
            </p:cNvPr>
            <p:cNvSpPr/>
            <p:nvPr/>
          </p:nvSpPr>
          <p:spPr>
            <a:xfrm>
              <a:off x="5924749" y="4371275"/>
              <a:ext cx="44729" cy="44687"/>
            </a:xfrm>
            <a:custGeom>
              <a:avLst/>
              <a:gdLst>
                <a:gd name="connsiteX0" fmla="*/ 22365 w 44729"/>
                <a:gd name="connsiteY0" fmla="*/ 44688 h 44687"/>
                <a:gd name="connsiteX1" fmla="*/ 44730 w 44729"/>
                <a:gd name="connsiteY1" fmla="*/ 22344 h 44687"/>
                <a:gd name="connsiteX2" fmla="*/ 22365 w 44729"/>
                <a:gd name="connsiteY2" fmla="*/ 0 h 44687"/>
                <a:gd name="connsiteX3" fmla="*/ 0 w 44729"/>
                <a:gd name="connsiteY3" fmla="*/ 22344 h 44687"/>
                <a:gd name="connsiteX4" fmla="*/ 22365 w 44729"/>
                <a:gd name="connsiteY4" fmla="*/ 44688 h 44687"/>
                <a:gd name="connsiteX5" fmla="*/ 22365 w 44729"/>
                <a:gd name="connsiteY5" fmla="*/ 12130 h 44687"/>
                <a:gd name="connsiteX6" fmla="*/ 31950 w 44729"/>
                <a:gd name="connsiteY6" fmla="*/ 21706 h 44687"/>
                <a:gd name="connsiteX7" fmla="*/ 22365 w 44729"/>
                <a:gd name="connsiteY7" fmla="*/ 31282 h 44687"/>
                <a:gd name="connsiteX8" fmla="*/ 12780 w 44729"/>
                <a:gd name="connsiteY8" fmla="*/ 21706 h 44687"/>
                <a:gd name="connsiteX9" fmla="*/ 22365 w 44729"/>
                <a:gd name="connsiteY9" fmla="*/ 12130 h 44687"/>
                <a:gd name="connsiteX10" fmla="*/ 22365 w 44729"/>
                <a:gd name="connsiteY10" fmla="*/ 12130 h 44687"/>
                <a:gd name="connsiteX11" fmla="*/ 22365 w 44729"/>
                <a:gd name="connsiteY11" fmla="*/ 12130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729" h="44687">
                  <a:moveTo>
                    <a:pt x="22365" y="44688"/>
                  </a:moveTo>
                  <a:cubicBezTo>
                    <a:pt x="34505" y="44688"/>
                    <a:pt x="44730" y="34474"/>
                    <a:pt x="44730" y="22344"/>
                  </a:cubicBezTo>
                  <a:cubicBezTo>
                    <a:pt x="44730" y="10215"/>
                    <a:pt x="34505" y="0"/>
                    <a:pt x="22365" y="0"/>
                  </a:cubicBezTo>
                  <a:cubicBezTo>
                    <a:pt x="10224" y="0"/>
                    <a:pt x="0" y="10215"/>
                    <a:pt x="0" y="22344"/>
                  </a:cubicBezTo>
                  <a:cubicBezTo>
                    <a:pt x="0" y="34474"/>
                    <a:pt x="10224" y="44688"/>
                    <a:pt x="22365" y="44688"/>
                  </a:cubicBezTo>
                  <a:close/>
                  <a:moveTo>
                    <a:pt x="22365" y="12130"/>
                  </a:moveTo>
                  <a:cubicBezTo>
                    <a:pt x="27477" y="12130"/>
                    <a:pt x="31950" y="16599"/>
                    <a:pt x="31950" y="21706"/>
                  </a:cubicBezTo>
                  <a:cubicBezTo>
                    <a:pt x="31950" y="26813"/>
                    <a:pt x="27477" y="31282"/>
                    <a:pt x="22365" y="31282"/>
                  </a:cubicBezTo>
                  <a:cubicBezTo>
                    <a:pt x="17253" y="31282"/>
                    <a:pt x="12780" y="26813"/>
                    <a:pt x="12780" y="21706"/>
                  </a:cubicBezTo>
                  <a:cubicBezTo>
                    <a:pt x="12780" y="16599"/>
                    <a:pt x="16614" y="12130"/>
                    <a:pt x="22365" y="12130"/>
                  </a:cubicBezTo>
                  <a:cubicBezTo>
                    <a:pt x="22365" y="12130"/>
                    <a:pt x="22365" y="12130"/>
                    <a:pt x="22365" y="12130"/>
                  </a:cubicBezTo>
                  <a:lnTo>
                    <a:pt x="22365" y="12130"/>
                  </a:lnTo>
                  <a:close/>
                </a:path>
              </a:pathLst>
            </a:custGeom>
            <a:solidFill>
              <a:srgbClr val="007680"/>
            </a:solidFill>
            <a:ln w="6390" cap="flat">
              <a:noFill/>
              <a:prstDash val="solid"/>
              <a:miter/>
            </a:ln>
          </p:spPr>
          <p:txBody>
            <a:bodyPr rtlCol="0" anchor="ctr"/>
            <a:lstStyle/>
            <a:p>
              <a:endParaRPr lang="en-US"/>
            </a:p>
          </p:txBody>
        </p:sp>
        <p:sp>
          <p:nvSpPr>
            <p:cNvPr id="1016" name="Graphic 5">
              <a:extLst>
                <a:ext uri="{FF2B5EF4-FFF2-40B4-BE49-F238E27FC236}">
                  <a16:creationId xmlns:a16="http://schemas.microsoft.com/office/drawing/2014/main" id="{4674C7B5-DB3D-934D-AE9E-1C9E6DB94E28}"/>
                </a:ext>
              </a:extLst>
            </p:cNvPr>
            <p:cNvSpPr/>
            <p:nvPr/>
          </p:nvSpPr>
          <p:spPr>
            <a:xfrm>
              <a:off x="5795034" y="4435753"/>
              <a:ext cx="77318" cy="174920"/>
            </a:xfrm>
            <a:custGeom>
              <a:avLst/>
              <a:gdLst>
                <a:gd name="connsiteX0" fmla="*/ 70928 w 77318"/>
                <a:gd name="connsiteY0" fmla="*/ 0 h 174920"/>
                <a:gd name="connsiteX1" fmla="*/ 6390 w 77318"/>
                <a:gd name="connsiteY1" fmla="*/ 0 h 174920"/>
                <a:gd name="connsiteX2" fmla="*/ 0 w 77318"/>
                <a:gd name="connsiteY2" fmla="*/ 6384 h 174920"/>
                <a:gd name="connsiteX3" fmla="*/ 0 w 77318"/>
                <a:gd name="connsiteY3" fmla="*/ 87461 h 174920"/>
                <a:gd name="connsiteX4" fmla="*/ 6390 w 77318"/>
                <a:gd name="connsiteY4" fmla="*/ 93845 h 174920"/>
                <a:gd name="connsiteX5" fmla="*/ 15975 w 77318"/>
                <a:gd name="connsiteY5" fmla="*/ 93845 h 174920"/>
                <a:gd name="connsiteX6" fmla="*/ 15975 w 77318"/>
                <a:gd name="connsiteY6" fmla="*/ 168537 h 174920"/>
                <a:gd name="connsiteX7" fmla="*/ 22365 w 77318"/>
                <a:gd name="connsiteY7" fmla="*/ 174921 h 174920"/>
                <a:gd name="connsiteX8" fmla="*/ 28755 w 77318"/>
                <a:gd name="connsiteY8" fmla="*/ 168537 h 174920"/>
                <a:gd name="connsiteX9" fmla="*/ 28755 w 77318"/>
                <a:gd name="connsiteY9" fmla="*/ 93845 h 174920"/>
                <a:gd name="connsiteX10" fmla="*/ 48563 w 77318"/>
                <a:gd name="connsiteY10" fmla="*/ 93845 h 174920"/>
                <a:gd name="connsiteX11" fmla="*/ 48563 w 77318"/>
                <a:gd name="connsiteY11" fmla="*/ 168537 h 174920"/>
                <a:gd name="connsiteX12" fmla="*/ 54953 w 77318"/>
                <a:gd name="connsiteY12" fmla="*/ 174921 h 174920"/>
                <a:gd name="connsiteX13" fmla="*/ 61343 w 77318"/>
                <a:gd name="connsiteY13" fmla="*/ 168537 h 174920"/>
                <a:gd name="connsiteX14" fmla="*/ 61343 w 77318"/>
                <a:gd name="connsiteY14" fmla="*/ 93845 h 174920"/>
                <a:gd name="connsiteX15" fmla="*/ 70928 w 77318"/>
                <a:gd name="connsiteY15" fmla="*/ 93845 h 174920"/>
                <a:gd name="connsiteX16" fmla="*/ 77318 w 77318"/>
                <a:gd name="connsiteY16" fmla="*/ 87461 h 174920"/>
                <a:gd name="connsiteX17" fmla="*/ 77318 w 77318"/>
                <a:gd name="connsiteY17" fmla="*/ 6384 h 174920"/>
                <a:gd name="connsiteX18" fmla="*/ 70928 w 77318"/>
                <a:gd name="connsiteY18" fmla="*/ 0 h 174920"/>
                <a:gd name="connsiteX19" fmla="*/ 64538 w 77318"/>
                <a:gd name="connsiteY19" fmla="*/ 80438 h 174920"/>
                <a:gd name="connsiteX20" fmla="*/ 12780 w 77318"/>
                <a:gd name="connsiteY20" fmla="*/ 80438 h 174920"/>
                <a:gd name="connsiteX21" fmla="*/ 12780 w 77318"/>
                <a:gd name="connsiteY21" fmla="*/ 12129 h 174920"/>
                <a:gd name="connsiteX22" fmla="*/ 64538 w 77318"/>
                <a:gd name="connsiteY22" fmla="*/ 12129 h 174920"/>
                <a:gd name="connsiteX23" fmla="*/ 64538 w 77318"/>
                <a:gd name="connsiteY23" fmla="*/ 80438 h 174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7318" h="174920">
                  <a:moveTo>
                    <a:pt x="70928" y="0"/>
                  </a:moveTo>
                  <a:lnTo>
                    <a:pt x="6390" y="0"/>
                  </a:lnTo>
                  <a:cubicBezTo>
                    <a:pt x="2556" y="0"/>
                    <a:pt x="0" y="2553"/>
                    <a:pt x="0" y="6384"/>
                  </a:cubicBezTo>
                  <a:lnTo>
                    <a:pt x="0" y="87461"/>
                  </a:lnTo>
                  <a:cubicBezTo>
                    <a:pt x="0" y="91291"/>
                    <a:pt x="2556" y="93845"/>
                    <a:pt x="6390" y="93845"/>
                  </a:cubicBezTo>
                  <a:lnTo>
                    <a:pt x="15975" y="93845"/>
                  </a:lnTo>
                  <a:lnTo>
                    <a:pt x="15975" y="168537"/>
                  </a:lnTo>
                  <a:cubicBezTo>
                    <a:pt x="15975" y="172368"/>
                    <a:pt x="18531" y="174921"/>
                    <a:pt x="22365" y="174921"/>
                  </a:cubicBezTo>
                  <a:cubicBezTo>
                    <a:pt x="26199" y="174921"/>
                    <a:pt x="28755" y="172368"/>
                    <a:pt x="28755" y="168537"/>
                  </a:cubicBezTo>
                  <a:lnTo>
                    <a:pt x="28755" y="93845"/>
                  </a:lnTo>
                  <a:lnTo>
                    <a:pt x="48563" y="93845"/>
                  </a:lnTo>
                  <a:lnTo>
                    <a:pt x="48563" y="168537"/>
                  </a:lnTo>
                  <a:cubicBezTo>
                    <a:pt x="48563" y="172368"/>
                    <a:pt x="51119" y="174921"/>
                    <a:pt x="54953" y="174921"/>
                  </a:cubicBezTo>
                  <a:cubicBezTo>
                    <a:pt x="58787" y="174921"/>
                    <a:pt x="61343" y="172368"/>
                    <a:pt x="61343" y="168537"/>
                  </a:cubicBezTo>
                  <a:lnTo>
                    <a:pt x="61343" y="93845"/>
                  </a:lnTo>
                  <a:lnTo>
                    <a:pt x="70928" y="93845"/>
                  </a:lnTo>
                  <a:cubicBezTo>
                    <a:pt x="74762" y="93845"/>
                    <a:pt x="77318" y="91291"/>
                    <a:pt x="77318" y="87461"/>
                  </a:cubicBezTo>
                  <a:lnTo>
                    <a:pt x="77318" y="6384"/>
                  </a:lnTo>
                  <a:cubicBezTo>
                    <a:pt x="77318" y="2553"/>
                    <a:pt x="74762" y="0"/>
                    <a:pt x="70928" y="0"/>
                  </a:cubicBezTo>
                  <a:close/>
                  <a:moveTo>
                    <a:pt x="64538" y="80438"/>
                  </a:moveTo>
                  <a:lnTo>
                    <a:pt x="12780" y="80438"/>
                  </a:lnTo>
                  <a:lnTo>
                    <a:pt x="12780" y="12129"/>
                  </a:lnTo>
                  <a:lnTo>
                    <a:pt x="64538" y="12129"/>
                  </a:lnTo>
                  <a:lnTo>
                    <a:pt x="64538" y="80438"/>
                  </a:lnTo>
                  <a:close/>
                </a:path>
              </a:pathLst>
            </a:custGeom>
            <a:solidFill>
              <a:srgbClr val="007680"/>
            </a:solidFill>
            <a:ln w="6390" cap="flat">
              <a:noFill/>
              <a:prstDash val="solid"/>
              <a:miter/>
            </a:ln>
          </p:spPr>
          <p:txBody>
            <a:bodyPr rtlCol="0" anchor="ctr"/>
            <a:lstStyle/>
            <a:p>
              <a:endParaRPr lang="en-US"/>
            </a:p>
          </p:txBody>
        </p:sp>
        <p:sp>
          <p:nvSpPr>
            <p:cNvPr id="1017" name="Graphic 5">
              <a:extLst>
                <a:ext uri="{FF2B5EF4-FFF2-40B4-BE49-F238E27FC236}">
                  <a16:creationId xmlns:a16="http://schemas.microsoft.com/office/drawing/2014/main" id="{09626E92-81B7-774E-84DB-F08A511E2D64}"/>
                </a:ext>
              </a:extLst>
            </p:cNvPr>
            <p:cNvSpPr/>
            <p:nvPr/>
          </p:nvSpPr>
          <p:spPr>
            <a:xfrm>
              <a:off x="5811647" y="4371275"/>
              <a:ext cx="44729" cy="44687"/>
            </a:xfrm>
            <a:custGeom>
              <a:avLst/>
              <a:gdLst>
                <a:gd name="connsiteX0" fmla="*/ 22365 w 44729"/>
                <a:gd name="connsiteY0" fmla="*/ 44688 h 44687"/>
                <a:gd name="connsiteX1" fmla="*/ 44730 w 44729"/>
                <a:gd name="connsiteY1" fmla="*/ 22344 h 44687"/>
                <a:gd name="connsiteX2" fmla="*/ 22365 w 44729"/>
                <a:gd name="connsiteY2" fmla="*/ 0 h 44687"/>
                <a:gd name="connsiteX3" fmla="*/ 0 w 44729"/>
                <a:gd name="connsiteY3" fmla="*/ 22344 h 44687"/>
                <a:gd name="connsiteX4" fmla="*/ 22365 w 44729"/>
                <a:gd name="connsiteY4" fmla="*/ 44688 h 44687"/>
                <a:gd name="connsiteX5" fmla="*/ 22365 w 44729"/>
                <a:gd name="connsiteY5" fmla="*/ 12130 h 44687"/>
                <a:gd name="connsiteX6" fmla="*/ 31950 w 44729"/>
                <a:gd name="connsiteY6" fmla="*/ 21706 h 44687"/>
                <a:gd name="connsiteX7" fmla="*/ 22365 w 44729"/>
                <a:gd name="connsiteY7" fmla="*/ 31282 h 44687"/>
                <a:gd name="connsiteX8" fmla="*/ 12780 w 44729"/>
                <a:gd name="connsiteY8" fmla="*/ 21706 h 44687"/>
                <a:gd name="connsiteX9" fmla="*/ 22365 w 44729"/>
                <a:gd name="connsiteY9" fmla="*/ 12130 h 44687"/>
                <a:gd name="connsiteX10" fmla="*/ 22365 w 44729"/>
                <a:gd name="connsiteY10" fmla="*/ 12130 h 44687"/>
                <a:gd name="connsiteX11" fmla="*/ 22365 w 44729"/>
                <a:gd name="connsiteY11" fmla="*/ 12130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729" h="44687">
                  <a:moveTo>
                    <a:pt x="22365" y="44688"/>
                  </a:moveTo>
                  <a:cubicBezTo>
                    <a:pt x="34506" y="44688"/>
                    <a:pt x="44730" y="34474"/>
                    <a:pt x="44730" y="22344"/>
                  </a:cubicBezTo>
                  <a:cubicBezTo>
                    <a:pt x="44730" y="10215"/>
                    <a:pt x="34506" y="0"/>
                    <a:pt x="22365" y="0"/>
                  </a:cubicBezTo>
                  <a:cubicBezTo>
                    <a:pt x="10224" y="0"/>
                    <a:pt x="0" y="10215"/>
                    <a:pt x="0" y="22344"/>
                  </a:cubicBezTo>
                  <a:cubicBezTo>
                    <a:pt x="0" y="34474"/>
                    <a:pt x="10224" y="44688"/>
                    <a:pt x="22365" y="44688"/>
                  </a:cubicBezTo>
                  <a:close/>
                  <a:moveTo>
                    <a:pt x="22365" y="12130"/>
                  </a:moveTo>
                  <a:cubicBezTo>
                    <a:pt x="27477" y="12130"/>
                    <a:pt x="31950" y="16599"/>
                    <a:pt x="31950" y="21706"/>
                  </a:cubicBezTo>
                  <a:cubicBezTo>
                    <a:pt x="31950" y="26813"/>
                    <a:pt x="27477" y="31282"/>
                    <a:pt x="22365" y="31282"/>
                  </a:cubicBezTo>
                  <a:cubicBezTo>
                    <a:pt x="17253" y="31282"/>
                    <a:pt x="12780" y="26813"/>
                    <a:pt x="12780" y="21706"/>
                  </a:cubicBezTo>
                  <a:cubicBezTo>
                    <a:pt x="12780" y="16599"/>
                    <a:pt x="16614" y="12130"/>
                    <a:pt x="22365" y="12130"/>
                  </a:cubicBezTo>
                  <a:cubicBezTo>
                    <a:pt x="22365" y="12130"/>
                    <a:pt x="22365" y="12130"/>
                    <a:pt x="22365" y="12130"/>
                  </a:cubicBezTo>
                  <a:lnTo>
                    <a:pt x="22365" y="12130"/>
                  </a:lnTo>
                  <a:close/>
                </a:path>
              </a:pathLst>
            </a:custGeom>
            <a:solidFill>
              <a:srgbClr val="007680"/>
            </a:solidFill>
            <a:ln w="6390" cap="flat">
              <a:noFill/>
              <a:prstDash val="solid"/>
              <a:miter/>
            </a:ln>
          </p:spPr>
          <p:txBody>
            <a:bodyPr rtlCol="0" anchor="ctr"/>
            <a:lstStyle/>
            <a:p>
              <a:endParaRPr lang="en-US"/>
            </a:p>
          </p:txBody>
        </p:sp>
      </p:grpSp>
      <p:sp>
        <p:nvSpPr>
          <p:cNvPr id="1018" name="Graphic 5">
            <a:extLst>
              <a:ext uri="{FF2B5EF4-FFF2-40B4-BE49-F238E27FC236}">
                <a16:creationId xmlns:a16="http://schemas.microsoft.com/office/drawing/2014/main" id="{E167DD05-E785-B44E-A885-14D8E28D0CB6}"/>
              </a:ext>
            </a:extLst>
          </p:cNvPr>
          <p:cNvSpPr/>
          <p:nvPr/>
        </p:nvSpPr>
        <p:spPr>
          <a:xfrm>
            <a:off x="2998797" y="918817"/>
            <a:ext cx="362948" cy="361971"/>
          </a:xfrm>
          <a:custGeom>
            <a:avLst/>
            <a:gdLst>
              <a:gd name="connsiteX0" fmla="*/ 181474 w 362948"/>
              <a:gd name="connsiteY0" fmla="*/ 0 h 361971"/>
              <a:gd name="connsiteX1" fmla="*/ 0 w 362948"/>
              <a:gd name="connsiteY1" fmla="*/ 181305 h 361971"/>
              <a:gd name="connsiteX2" fmla="*/ 181474 w 362948"/>
              <a:gd name="connsiteY2" fmla="*/ 361972 h 361971"/>
              <a:gd name="connsiteX3" fmla="*/ 362948 w 362948"/>
              <a:gd name="connsiteY3" fmla="*/ 181305 h 361971"/>
              <a:gd name="connsiteX4" fmla="*/ 181474 w 362948"/>
              <a:gd name="connsiteY4" fmla="*/ 0 h 361971"/>
              <a:gd name="connsiteX5" fmla="*/ 181474 w 362948"/>
              <a:gd name="connsiteY5" fmla="*/ 0 h 361971"/>
              <a:gd name="connsiteX6" fmla="*/ 290742 w 362948"/>
              <a:gd name="connsiteY6" fmla="*/ 194711 h 361971"/>
              <a:gd name="connsiteX7" fmla="*/ 284352 w 362948"/>
              <a:gd name="connsiteY7" fmla="*/ 201095 h 361971"/>
              <a:gd name="connsiteX8" fmla="*/ 94571 w 362948"/>
              <a:gd name="connsiteY8" fmla="*/ 201095 h 361971"/>
              <a:gd name="connsiteX9" fmla="*/ 142496 w 362948"/>
              <a:gd name="connsiteY9" fmla="*/ 248975 h 361971"/>
              <a:gd name="connsiteX10" fmla="*/ 142496 w 362948"/>
              <a:gd name="connsiteY10" fmla="*/ 257913 h 361971"/>
              <a:gd name="connsiteX11" fmla="*/ 142496 w 362948"/>
              <a:gd name="connsiteY11" fmla="*/ 257913 h 361971"/>
              <a:gd name="connsiteX12" fmla="*/ 138023 w 362948"/>
              <a:gd name="connsiteY12" fmla="*/ 259828 h 361971"/>
              <a:gd name="connsiteX13" fmla="*/ 133550 w 362948"/>
              <a:gd name="connsiteY13" fmla="*/ 257913 h 361971"/>
              <a:gd name="connsiteX14" fmla="*/ 75401 w 362948"/>
              <a:gd name="connsiteY14" fmla="*/ 199180 h 361971"/>
              <a:gd name="connsiteX15" fmla="*/ 74123 w 362948"/>
              <a:gd name="connsiteY15" fmla="*/ 197265 h 361971"/>
              <a:gd name="connsiteX16" fmla="*/ 74123 w 362948"/>
              <a:gd name="connsiteY16" fmla="*/ 192158 h 361971"/>
              <a:gd name="connsiteX17" fmla="*/ 75401 w 362948"/>
              <a:gd name="connsiteY17" fmla="*/ 190243 h 361971"/>
              <a:gd name="connsiteX18" fmla="*/ 134189 w 362948"/>
              <a:gd name="connsiteY18" fmla="*/ 131510 h 361971"/>
              <a:gd name="connsiteX19" fmla="*/ 143135 w 362948"/>
              <a:gd name="connsiteY19" fmla="*/ 131510 h 361971"/>
              <a:gd name="connsiteX20" fmla="*/ 143135 w 362948"/>
              <a:gd name="connsiteY20" fmla="*/ 140448 h 361971"/>
              <a:gd name="connsiteX21" fmla="*/ 95210 w 362948"/>
              <a:gd name="connsiteY21" fmla="*/ 188327 h 361971"/>
              <a:gd name="connsiteX22" fmla="*/ 278602 w 362948"/>
              <a:gd name="connsiteY22" fmla="*/ 188327 h 361971"/>
              <a:gd name="connsiteX23" fmla="*/ 278602 w 362948"/>
              <a:gd name="connsiteY23" fmla="*/ 108528 h 361971"/>
              <a:gd name="connsiteX24" fmla="*/ 284991 w 362948"/>
              <a:gd name="connsiteY24" fmla="*/ 102144 h 361971"/>
              <a:gd name="connsiteX25" fmla="*/ 291381 w 362948"/>
              <a:gd name="connsiteY25" fmla="*/ 108528 h 361971"/>
              <a:gd name="connsiteX26" fmla="*/ 291381 w 362948"/>
              <a:gd name="connsiteY26" fmla="*/ 19471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2948" h="361971">
                <a:moveTo>
                  <a:pt x="181474" y="0"/>
                </a:moveTo>
                <a:cubicBezTo>
                  <a:pt x="81152" y="0"/>
                  <a:pt x="0" y="81077"/>
                  <a:pt x="0" y="181305"/>
                </a:cubicBezTo>
                <a:cubicBezTo>
                  <a:pt x="0" y="281534"/>
                  <a:pt x="81152" y="361972"/>
                  <a:pt x="181474" y="361972"/>
                </a:cubicBezTo>
                <a:cubicBezTo>
                  <a:pt x="281796" y="361972"/>
                  <a:pt x="362948" y="280895"/>
                  <a:pt x="362948" y="181305"/>
                </a:cubicBezTo>
                <a:cubicBezTo>
                  <a:pt x="362948" y="81077"/>
                  <a:pt x="281796" y="0"/>
                  <a:pt x="181474" y="0"/>
                </a:cubicBezTo>
                <a:cubicBezTo>
                  <a:pt x="181474" y="0"/>
                  <a:pt x="181474" y="0"/>
                  <a:pt x="181474" y="0"/>
                </a:cubicBezTo>
                <a:close/>
                <a:moveTo>
                  <a:pt x="290742" y="194711"/>
                </a:moveTo>
                <a:cubicBezTo>
                  <a:pt x="290742" y="198542"/>
                  <a:pt x="288186" y="201095"/>
                  <a:pt x="284352" y="201095"/>
                </a:cubicBezTo>
                <a:lnTo>
                  <a:pt x="94571" y="201095"/>
                </a:lnTo>
                <a:lnTo>
                  <a:pt x="142496" y="248975"/>
                </a:lnTo>
                <a:cubicBezTo>
                  <a:pt x="145052" y="251529"/>
                  <a:pt x="145052" y="255359"/>
                  <a:pt x="142496" y="257913"/>
                </a:cubicBezTo>
                <a:cubicBezTo>
                  <a:pt x="142496" y="257913"/>
                  <a:pt x="142496" y="257913"/>
                  <a:pt x="142496" y="257913"/>
                </a:cubicBezTo>
                <a:cubicBezTo>
                  <a:pt x="141218" y="259190"/>
                  <a:pt x="139940" y="259828"/>
                  <a:pt x="138023" y="259828"/>
                </a:cubicBezTo>
                <a:cubicBezTo>
                  <a:pt x="136106" y="259828"/>
                  <a:pt x="134828" y="259190"/>
                  <a:pt x="133550" y="257913"/>
                </a:cubicBezTo>
                <a:lnTo>
                  <a:pt x="75401" y="199180"/>
                </a:lnTo>
                <a:cubicBezTo>
                  <a:pt x="74762" y="198542"/>
                  <a:pt x="74123" y="197903"/>
                  <a:pt x="74123" y="197265"/>
                </a:cubicBezTo>
                <a:cubicBezTo>
                  <a:pt x="73484" y="195988"/>
                  <a:pt x="73484" y="194073"/>
                  <a:pt x="74123" y="192158"/>
                </a:cubicBezTo>
                <a:cubicBezTo>
                  <a:pt x="74123" y="191519"/>
                  <a:pt x="74762" y="190881"/>
                  <a:pt x="75401" y="190243"/>
                </a:cubicBezTo>
                <a:lnTo>
                  <a:pt x="134189" y="131510"/>
                </a:lnTo>
                <a:cubicBezTo>
                  <a:pt x="136745" y="128956"/>
                  <a:pt x="140579" y="128956"/>
                  <a:pt x="143135" y="131510"/>
                </a:cubicBezTo>
                <a:cubicBezTo>
                  <a:pt x="145691" y="134064"/>
                  <a:pt x="145691" y="137894"/>
                  <a:pt x="143135" y="140448"/>
                </a:cubicBezTo>
                <a:lnTo>
                  <a:pt x="95210" y="188327"/>
                </a:lnTo>
                <a:lnTo>
                  <a:pt x="278602" y="188327"/>
                </a:lnTo>
                <a:lnTo>
                  <a:pt x="278602" y="108528"/>
                </a:lnTo>
                <a:cubicBezTo>
                  <a:pt x="278602" y="104697"/>
                  <a:pt x="281157" y="102144"/>
                  <a:pt x="284991" y="102144"/>
                </a:cubicBezTo>
                <a:cubicBezTo>
                  <a:pt x="288825" y="102144"/>
                  <a:pt x="291381" y="104697"/>
                  <a:pt x="291381" y="108528"/>
                </a:cubicBezTo>
                <a:lnTo>
                  <a:pt x="291381" y="194711"/>
                </a:lnTo>
                <a:close/>
              </a:path>
            </a:pathLst>
          </a:custGeom>
          <a:solidFill>
            <a:srgbClr val="007680"/>
          </a:solidFill>
          <a:ln w="6390" cap="flat">
            <a:noFill/>
            <a:prstDash val="solid"/>
            <a:miter/>
          </a:ln>
        </p:spPr>
        <p:txBody>
          <a:bodyPr rtlCol="0" anchor="ctr"/>
          <a:lstStyle/>
          <a:p>
            <a:endParaRPr lang="en-US"/>
          </a:p>
        </p:txBody>
      </p:sp>
      <p:sp>
        <p:nvSpPr>
          <p:cNvPr id="1019" name="Graphic 5">
            <a:extLst>
              <a:ext uri="{FF2B5EF4-FFF2-40B4-BE49-F238E27FC236}">
                <a16:creationId xmlns:a16="http://schemas.microsoft.com/office/drawing/2014/main" id="{C83689C6-421C-904B-8205-B76F7B8CDAA6}"/>
              </a:ext>
            </a:extLst>
          </p:cNvPr>
          <p:cNvSpPr/>
          <p:nvPr/>
        </p:nvSpPr>
        <p:spPr>
          <a:xfrm>
            <a:off x="11372810" y="9188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44734 w 362309"/>
              <a:gd name="connsiteY6" fmla="*/ 229185 h 361971"/>
              <a:gd name="connsiteX7" fmla="*/ 185947 w 362309"/>
              <a:gd name="connsiteY7" fmla="*/ 287918 h 361971"/>
              <a:gd name="connsiteX8" fmla="*/ 178918 w 362309"/>
              <a:gd name="connsiteY8" fmla="*/ 289194 h 361971"/>
              <a:gd name="connsiteX9" fmla="*/ 177001 w 362309"/>
              <a:gd name="connsiteY9" fmla="*/ 287918 h 361971"/>
              <a:gd name="connsiteX10" fmla="*/ 118214 w 362309"/>
              <a:gd name="connsiteY10" fmla="*/ 229185 h 361971"/>
              <a:gd name="connsiteX11" fmla="*/ 118214 w 362309"/>
              <a:gd name="connsiteY11" fmla="*/ 220247 h 361971"/>
              <a:gd name="connsiteX12" fmla="*/ 118214 w 362309"/>
              <a:gd name="connsiteY12" fmla="*/ 220247 h 361971"/>
              <a:gd name="connsiteX13" fmla="*/ 127159 w 362309"/>
              <a:gd name="connsiteY13" fmla="*/ 220247 h 361971"/>
              <a:gd name="connsiteX14" fmla="*/ 175084 w 362309"/>
              <a:gd name="connsiteY14" fmla="*/ 268127 h 361971"/>
              <a:gd name="connsiteX15" fmla="*/ 175084 w 362309"/>
              <a:gd name="connsiteY15" fmla="*/ 78523 h 361971"/>
              <a:gd name="connsiteX16" fmla="*/ 181474 w 362309"/>
              <a:gd name="connsiteY16" fmla="*/ 72139 h 361971"/>
              <a:gd name="connsiteX17" fmla="*/ 187864 w 362309"/>
              <a:gd name="connsiteY17" fmla="*/ 78523 h 361971"/>
              <a:gd name="connsiteX18" fmla="*/ 187864 w 362309"/>
              <a:gd name="connsiteY18" fmla="*/ 268127 h 361971"/>
              <a:gd name="connsiteX19" fmla="*/ 235788 w 362309"/>
              <a:gd name="connsiteY19" fmla="*/ 220247 h 361971"/>
              <a:gd name="connsiteX20" fmla="*/ 244734 w 362309"/>
              <a:gd name="connsiteY20" fmla="*/ 220247 h 361971"/>
              <a:gd name="connsiteX21" fmla="*/ 244734 w 362309"/>
              <a:gd name="connsiteY21" fmla="*/ 229185 h 361971"/>
              <a:gd name="connsiteX22" fmla="*/ 244734 w 362309"/>
              <a:gd name="connsiteY22" fmla="*/ 22918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244734" y="229185"/>
                </a:moveTo>
                <a:lnTo>
                  <a:pt x="185947" y="287918"/>
                </a:lnTo>
                <a:cubicBezTo>
                  <a:pt x="184030" y="289833"/>
                  <a:pt x="181474" y="290471"/>
                  <a:pt x="178918" y="289194"/>
                </a:cubicBezTo>
                <a:cubicBezTo>
                  <a:pt x="178279" y="289194"/>
                  <a:pt x="177640" y="288556"/>
                  <a:pt x="177001" y="287918"/>
                </a:cubicBezTo>
                <a:lnTo>
                  <a:pt x="118214" y="229185"/>
                </a:lnTo>
                <a:cubicBezTo>
                  <a:pt x="115658" y="226631"/>
                  <a:pt x="115658" y="222801"/>
                  <a:pt x="118214" y="220247"/>
                </a:cubicBezTo>
                <a:cubicBezTo>
                  <a:pt x="118214" y="220247"/>
                  <a:pt x="118214" y="220247"/>
                  <a:pt x="118214" y="220247"/>
                </a:cubicBezTo>
                <a:cubicBezTo>
                  <a:pt x="120769" y="217694"/>
                  <a:pt x="124604" y="217694"/>
                  <a:pt x="127159" y="220247"/>
                </a:cubicBezTo>
                <a:lnTo>
                  <a:pt x="175084" y="268127"/>
                </a:lnTo>
                <a:lnTo>
                  <a:pt x="175084" y="78523"/>
                </a:lnTo>
                <a:cubicBezTo>
                  <a:pt x="175084" y="74693"/>
                  <a:pt x="177640" y="72139"/>
                  <a:pt x="181474" y="72139"/>
                </a:cubicBezTo>
                <a:cubicBezTo>
                  <a:pt x="185308" y="72139"/>
                  <a:pt x="187864" y="74693"/>
                  <a:pt x="187864" y="78523"/>
                </a:cubicBezTo>
                <a:lnTo>
                  <a:pt x="187864" y="268127"/>
                </a:lnTo>
                <a:lnTo>
                  <a:pt x="235788" y="220247"/>
                </a:lnTo>
                <a:cubicBezTo>
                  <a:pt x="238344" y="217694"/>
                  <a:pt x="242178" y="217694"/>
                  <a:pt x="244734" y="220247"/>
                </a:cubicBezTo>
                <a:cubicBezTo>
                  <a:pt x="247290" y="222801"/>
                  <a:pt x="247290" y="226631"/>
                  <a:pt x="244734" y="229185"/>
                </a:cubicBezTo>
                <a:cubicBezTo>
                  <a:pt x="244734" y="229185"/>
                  <a:pt x="244734" y="229185"/>
                  <a:pt x="244734" y="229185"/>
                </a:cubicBezTo>
                <a:close/>
              </a:path>
            </a:pathLst>
          </a:custGeom>
          <a:solidFill>
            <a:srgbClr val="007680"/>
          </a:solidFill>
          <a:ln w="6390" cap="flat">
            <a:noFill/>
            <a:prstDash val="solid"/>
            <a:miter/>
          </a:ln>
        </p:spPr>
        <p:txBody>
          <a:bodyPr rtlCol="0" anchor="ctr"/>
          <a:lstStyle/>
          <a:p>
            <a:endParaRPr lang="en-US"/>
          </a:p>
        </p:txBody>
      </p:sp>
      <p:grpSp>
        <p:nvGrpSpPr>
          <p:cNvPr id="1020" name="Graphic 5">
            <a:extLst>
              <a:ext uri="{FF2B5EF4-FFF2-40B4-BE49-F238E27FC236}">
                <a16:creationId xmlns:a16="http://schemas.microsoft.com/office/drawing/2014/main" id="{D6649B69-ACE5-3F4F-91CF-6938FBC35485}"/>
              </a:ext>
            </a:extLst>
          </p:cNvPr>
          <p:cNvGrpSpPr/>
          <p:nvPr/>
        </p:nvGrpSpPr>
        <p:grpSpPr>
          <a:xfrm>
            <a:off x="2998797" y="1881522"/>
            <a:ext cx="362948" cy="362610"/>
            <a:chOff x="2998797" y="1881522"/>
            <a:chExt cx="362948" cy="362610"/>
          </a:xfrm>
          <a:solidFill>
            <a:srgbClr val="007680"/>
          </a:solidFill>
        </p:grpSpPr>
        <p:sp>
          <p:nvSpPr>
            <p:cNvPr id="1021" name="Graphic 5">
              <a:extLst>
                <a:ext uri="{FF2B5EF4-FFF2-40B4-BE49-F238E27FC236}">
                  <a16:creationId xmlns:a16="http://schemas.microsoft.com/office/drawing/2014/main" id="{84690BA0-1981-CC4E-94F4-DBBD74907A4B}"/>
                </a:ext>
              </a:extLst>
            </p:cNvPr>
            <p:cNvSpPr/>
            <p:nvPr/>
          </p:nvSpPr>
          <p:spPr>
            <a:xfrm>
              <a:off x="3154072" y="1968539"/>
              <a:ext cx="52397" cy="15765"/>
            </a:xfrm>
            <a:custGeom>
              <a:avLst/>
              <a:gdLst>
                <a:gd name="connsiteX0" fmla="*/ 52397 w 52397"/>
                <a:gd name="connsiteY0" fmla="*/ 15765 h 15765"/>
                <a:gd name="connsiteX1" fmla="*/ 12780 w 52397"/>
                <a:gd name="connsiteY1" fmla="*/ 2997 h 15765"/>
                <a:gd name="connsiteX2" fmla="*/ 0 w 52397"/>
                <a:gd name="connsiteY2" fmla="*/ 15765 h 15765"/>
                <a:gd name="connsiteX3" fmla="*/ 52397 w 52397"/>
                <a:gd name="connsiteY3" fmla="*/ 15765 h 15765"/>
              </a:gdLst>
              <a:ahLst/>
              <a:cxnLst>
                <a:cxn ang="0">
                  <a:pos x="connsiteX0" y="connsiteY0"/>
                </a:cxn>
                <a:cxn ang="0">
                  <a:pos x="connsiteX1" y="connsiteY1"/>
                </a:cxn>
                <a:cxn ang="0">
                  <a:pos x="connsiteX2" y="connsiteY2"/>
                </a:cxn>
                <a:cxn ang="0">
                  <a:pos x="connsiteX3" y="connsiteY3"/>
                </a:cxn>
              </a:cxnLst>
              <a:rect l="l" t="t" r="r" b="b"/>
              <a:pathLst>
                <a:path w="52397" h="15765">
                  <a:moveTo>
                    <a:pt x="52397" y="15765"/>
                  </a:moveTo>
                  <a:cubicBezTo>
                    <a:pt x="44730" y="1720"/>
                    <a:pt x="27477" y="-4025"/>
                    <a:pt x="12780" y="2997"/>
                  </a:cubicBezTo>
                  <a:cubicBezTo>
                    <a:pt x="7668" y="5551"/>
                    <a:pt x="3195" y="10019"/>
                    <a:pt x="0" y="15765"/>
                  </a:cubicBezTo>
                  <a:lnTo>
                    <a:pt x="52397" y="15765"/>
                  </a:lnTo>
                  <a:close/>
                </a:path>
              </a:pathLst>
            </a:custGeom>
            <a:solidFill>
              <a:srgbClr val="007680"/>
            </a:solidFill>
            <a:ln w="6390" cap="flat">
              <a:noFill/>
              <a:prstDash val="solid"/>
              <a:miter/>
            </a:ln>
          </p:spPr>
          <p:txBody>
            <a:bodyPr rtlCol="0" anchor="ctr"/>
            <a:lstStyle/>
            <a:p>
              <a:endParaRPr lang="en-US"/>
            </a:p>
          </p:txBody>
        </p:sp>
        <p:sp>
          <p:nvSpPr>
            <p:cNvPr id="1022" name="Graphic 5">
              <a:extLst>
                <a:ext uri="{FF2B5EF4-FFF2-40B4-BE49-F238E27FC236}">
                  <a16:creationId xmlns:a16="http://schemas.microsoft.com/office/drawing/2014/main" id="{2E6D1098-0ACF-1840-948C-CDE093963F05}"/>
                </a:ext>
              </a:extLst>
            </p:cNvPr>
            <p:cNvSpPr/>
            <p:nvPr/>
          </p:nvSpPr>
          <p:spPr>
            <a:xfrm>
              <a:off x="3129791" y="2025800"/>
              <a:ext cx="101600" cy="130233"/>
            </a:xfrm>
            <a:custGeom>
              <a:avLst/>
              <a:gdLst>
                <a:gd name="connsiteX0" fmla="*/ 0 w 101600"/>
                <a:gd name="connsiteY0" fmla="*/ 130233 h 130233"/>
                <a:gd name="connsiteX1" fmla="*/ 101600 w 101600"/>
                <a:gd name="connsiteY1" fmla="*/ 130233 h 130233"/>
                <a:gd name="connsiteX2" fmla="*/ 101600 w 101600"/>
                <a:gd name="connsiteY2" fmla="*/ 0 h 130233"/>
                <a:gd name="connsiteX3" fmla="*/ 0 w 101600"/>
                <a:gd name="connsiteY3" fmla="*/ 0 h 130233"/>
                <a:gd name="connsiteX4" fmla="*/ 0 w 101600"/>
                <a:gd name="connsiteY4" fmla="*/ 130233 h 130233"/>
                <a:gd name="connsiteX5" fmla="*/ 72845 w 101600"/>
                <a:gd name="connsiteY5" fmla="*/ 22344 h 130233"/>
                <a:gd name="connsiteX6" fmla="*/ 79235 w 101600"/>
                <a:gd name="connsiteY6" fmla="*/ 15960 h 130233"/>
                <a:gd name="connsiteX7" fmla="*/ 85625 w 101600"/>
                <a:gd name="connsiteY7" fmla="*/ 22344 h 130233"/>
                <a:gd name="connsiteX8" fmla="*/ 85625 w 101600"/>
                <a:gd name="connsiteY8" fmla="*/ 107889 h 130233"/>
                <a:gd name="connsiteX9" fmla="*/ 79235 w 101600"/>
                <a:gd name="connsiteY9" fmla="*/ 114273 h 130233"/>
                <a:gd name="connsiteX10" fmla="*/ 72845 w 101600"/>
                <a:gd name="connsiteY10" fmla="*/ 107889 h 130233"/>
                <a:gd name="connsiteX11" fmla="*/ 72845 w 101600"/>
                <a:gd name="connsiteY11" fmla="*/ 22344 h 130233"/>
                <a:gd name="connsiteX12" fmla="*/ 44091 w 101600"/>
                <a:gd name="connsiteY12" fmla="*/ 22344 h 130233"/>
                <a:gd name="connsiteX13" fmla="*/ 50481 w 101600"/>
                <a:gd name="connsiteY13" fmla="*/ 15960 h 130233"/>
                <a:gd name="connsiteX14" fmla="*/ 56871 w 101600"/>
                <a:gd name="connsiteY14" fmla="*/ 22344 h 130233"/>
                <a:gd name="connsiteX15" fmla="*/ 56871 w 101600"/>
                <a:gd name="connsiteY15" fmla="*/ 107889 h 130233"/>
                <a:gd name="connsiteX16" fmla="*/ 50481 w 101600"/>
                <a:gd name="connsiteY16" fmla="*/ 114273 h 130233"/>
                <a:gd name="connsiteX17" fmla="*/ 44091 w 101600"/>
                <a:gd name="connsiteY17" fmla="*/ 107889 h 130233"/>
                <a:gd name="connsiteX18" fmla="*/ 44091 w 101600"/>
                <a:gd name="connsiteY18" fmla="*/ 22344 h 130233"/>
                <a:gd name="connsiteX19" fmla="*/ 15336 w 101600"/>
                <a:gd name="connsiteY19" fmla="*/ 22344 h 130233"/>
                <a:gd name="connsiteX20" fmla="*/ 21726 w 101600"/>
                <a:gd name="connsiteY20" fmla="*/ 15960 h 130233"/>
                <a:gd name="connsiteX21" fmla="*/ 28116 w 101600"/>
                <a:gd name="connsiteY21" fmla="*/ 22344 h 130233"/>
                <a:gd name="connsiteX22" fmla="*/ 28116 w 101600"/>
                <a:gd name="connsiteY22" fmla="*/ 107889 h 130233"/>
                <a:gd name="connsiteX23" fmla="*/ 21726 w 101600"/>
                <a:gd name="connsiteY23" fmla="*/ 114273 h 130233"/>
                <a:gd name="connsiteX24" fmla="*/ 15336 w 101600"/>
                <a:gd name="connsiteY24" fmla="*/ 107889 h 130233"/>
                <a:gd name="connsiteX25" fmla="*/ 15336 w 101600"/>
                <a:gd name="connsiteY25" fmla="*/ 22344 h 13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1600" h="130233">
                  <a:moveTo>
                    <a:pt x="0" y="130233"/>
                  </a:moveTo>
                  <a:lnTo>
                    <a:pt x="101600" y="130233"/>
                  </a:lnTo>
                  <a:lnTo>
                    <a:pt x="101600" y="0"/>
                  </a:lnTo>
                  <a:lnTo>
                    <a:pt x="0" y="0"/>
                  </a:lnTo>
                  <a:lnTo>
                    <a:pt x="0" y="130233"/>
                  </a:lnTo>
                  <a:close/>
                  <a:moveTo>
                    <a:pt x="72845" y="22344"/>
                  </a:moveTo>
                  <a:cubicBezTo>
                    <a:pt x="72845" y="18514"/>
                    <a:pt x="75401" y="15960"/>
                    <a:pt x="79235" y="15960"/>
                  </a:cubicBezTo>
                  <a:cubicBezTo>
                    <a:pt x="83069" y="15960"/>
                    <a:pt x="85625" y="18514"/>
                    <a:pt x="85625" y="22344"/>
                  </a:cubicBezTo>
                  <a:lnTo>
                    <a:pt x="85625" y="107889"/>
                  </a:lnTo>
                  <a:cubicBezTo>
                    <a:pt x="85625" y="111720"/>
                    <a:pt x="83069" y="114273"/>
                    <a:pt x="79235" y="114273"/>
                  </a:cubicBezTo>
                  <a:cubicBezTo>
                    <a:pt x="75401" y="114273"/>
                    <a:pt x="72845" y="111720"/>
                    <a:pt x="72845" y="107889"/>
                  </a:cubicBezTo>
                  <a:lnTo>
                    <a:pt x="72845" y="22344"/>
                  </a:lnTo>
                  <a:close/>
                  <a:moveTo>
                    <a:pt x="44091" y="22344"/>
                  </a:moveTo>
                  <a:cubicBezTo>
                    <a:pt x="44091" y="18514"/>
                    <a:pt x="46647" y="15960"/>
                    <a:pt x="50481" y="15960"/>
                  </a:cubicBezTo>
                  <a:cubicBezTo>
                    <a:pt x="54314" y="15960"/>
                    <a:pt x="56871" y="18514"/>
                    <a:pt x="56871" y="22344"/>
                  </a:cubicBezTo>
                  <a:lnTo>
                    <a:pt x="56871" y="107889"/>
                  </a:lnTo>
                  <a:cubicBezTo>
                    <a:pt x="56871" y="111720"/>
                    <a:pt x="54314" y="114273"/>
                    <a:pt x="50481" y="114273"/>
                  </a:cubicBezTo>
                  <a:cubicBezTo>
                    <a:pt x="46647" y="114273"/>
                    <a:pt x="44091" y="111720"/>
                    <a:pt x="44091" y="107889"/>
                  </a:cubicBezTo>
                  <a:lnTo>
                    <a:pt x="44091" y="22344"/>
                  </a:lnTo>
                  <a:close/>
                  <a:moveTo>
                    <a:pt x="15336" y="22344"/>
                  </a:moveTo>
                  <a:cubicBezTo>
                    <a:pt x="15336" y="18514"/>
                    <a:pt x="17892" y="15960"/>
                    <a:pt x="21726" y="15960"/>
                  </a:cubicBezTo>
                  <a:cubicBezTo>
                    <a:pt x="25560" y="15960"/>
                    <a:pt x="28116" y="18514"/>
                    <a:pt x="28116" y="22344"/>
                  </a:cubicBezTo>
                  <a:lnTo>
                    <a:pt x="28116" y="107889"/>
                  </a:lnTo>
                  <a:cubicBezTo>
                    <a:pt x="28116" y="111720"/>
                    <a:pt x="25560" y="114273"/>
                    <a:pt x="21726" y="114273"/>
                  </a:cubicBezTo>
                  <a:cubicBezTo>
                    <a:pt x="17892" y="114273"/>
                    <a:pt x="15336" y="111720"/>
                    <a:pt x="15336" y="107889"/>
                  </a:cubicBezTo>
                  <a:lnTo>
                    <a:pt x="15336" y="22344"/>
                  </a:lnTo>
                  <a:close/>
                </a:path>
              </a:pathLst>
            </a:custGeom>
            <a:solidFill>
              <a:srgbClr val="007680"/>
            </a:solidFill>
            <a:ln w="6390" cap="flat">
              <a:noFill/>
              <a:prstDash val="solid"/>
              <a:miter/>
            </a:ln>
          </p:spPr>
          <p:txBody>
            <a:bodyPr rtlCol="0" anchor="ctr"/>
            <a:lstStyle/>
            <a:p>
              <a:endParaRPr lang="en-US"/>
            </a:p>
          </p:txBody>
        </p:sp>
        <p:sp>
          <p:nvSpPr>
            <p:cNvPr id="1023" name="Graphic 5">
              <a:extLst>
                <a:ext uri="{FF2B5EF4-FFF2-40B4-BE49-F238E27FC236}">
                  <a16:creationId xmlns:a16="http://schemas.microsoft.com/office/drawing/2014/main" id="{FEF42DF1-63FA-674C-B4AD-2C7A785009C0}"/>
                </a:ext>
              </a:extLst>
            </p:cNvPr>
            <p:cNvSpPr/>
            <p:nvPr/>
          </p:nvSpPr>
          <p:spPr>
            <a:xfrm>
              <a:off x="2998797" y="1881522"/>
              <a:ext cx="362948" cy="362610"/>
            </a:xfrm>
            <a:custGeom>
              <a:avLst/>
              <a:gdLst>
                <a:gd name="connsiteX0" fmla="*/ 181474 w 362948"/>
                <a:gd name="connsiteY0" fmla="*/ 0 h 362610"/>
                <a:gd name="connsiteX1" fmla="*/ 0 w 362948"/>
                <a:gd name="connsiteY1" fmla="*/ 181305 h 362610"/>
                <a:gd name="connsiteX2" fmla="*/ 181474 w 362948"/>
                <a:gd name="connsiteY2" fmla="*/ 362610 h 362610"/>
                <a:gd name="connsiteX3" fmla="*/ 362948 w 362948"/>
                <a:gd name="connsiteY3" fmla="*/ 181305 h 362610"/>
                <a:gd name="connsiteX4" fmla="*/ 362948 w 362948"/>
                <a:gd name="connsiteY4" fmla="*/ 181305 h 362610"/>
                <a:gd name="connsiteX5" fmla="*/ 181474 w 362948"/>
                <a:gd name="connsiteY5" fmla="*/ 0 h 362610"/>
                <a:gd name="connsiteX6" fmla="*/ 181474 w 362948"/>
                <a:gd name="connsiteY6" fmla="*/ 0 h 362610"/>
                <a:gd name="connsiteX7" fmla="*/ 246013 w 362948"/>
                <a:gd name="connsiteY7" fmla="*/ 144278 h 362610"/>
                <a:gd name="connsiteX8" fmla="*/ 245374 w 362948"/>
                <a:gd name="connsiteY8" fmla="*/ 144278 h 362610"/>
                <a:gd name="connsiteX9" fmla="*/ 245374 w 362948"/>
                <a:gd name="connsiteY9" fmla="*/ 280895 h 362610"/>
                <a:gd name="connsiteX10" fmla="*/ 238984 w 362948"/>
                <a:gd name="connsiteY10" fmla="*/ 287279 h 362610"/>
                <a:gd name="connsiteX11" fmla="*/ 124604 w 362948"/>
                <a:gd name="connsiteY11" fmla="*/ 287279 h 362610"/>
                <a:gd name="connsiteX12" fmla="*/ 118214 w 362948"/>
                <a:gd name="connsiteY12" fmla="*/ 280895 h 362610"/>
                <a:gd name="connsiteX13" fmla="*/ 118214 w 362948"/>
                <a:gd name="connsiteY13" fmla="*/ 144278 h 362610"/>
                <a:gd name="connsiteX14" fmla="*/ 117575 w 362948"/>
                <a:gd name="connsiteY14" fmla="*/ 144278 h 362610"/>
                <a:gd name="connsiteX15" fmla="*/ 111185 w 362948"/>
                <a:gd name="connsiteY15" fmla="*/ 137894 h 362610"/>
                <a:gd name="connsiteX16" fmla="*/ 117575 w 362948"/>
                <a:gd name="connsiteY16" fmla="*/ 131510 h 362610"/>
                <a:gd name="connsiteX17" fmla="*/ 246652 w 362948"/>
                <a:gd name="connsiteY17" fmla="*/ 131510 h 362610"/>
                <a:gd name="connsiteX18" fmla="*/ 253042 w 362948"/>
                <a:gd name="connsiteY18" fmla="*/ 137894 h 362610"/>
                <a:gd name="connsiteX19" fmla="*/ 246013 w 362948"/>
                <a:gd name="connsiteY19" fmla="*/ 144278 h 362610"/>
                <a:gd name="connsiteX20" fmla="*/ 246013 w 362948"/>
                <a:gd name="connsiteY20" fmla="*/ 115550 h 362610"/>
                <a:gd name="connsiteX21" fmla="*/ 116936 w 362948"/>
                <a:gd name="connsiteY21" fmla="*/ 115550 h 362610"/>
                <a:gd name="connsiteX22" fmla="*/ 110546 w 362948"/>
                <a:gd name="connsiteY22" fmla="*/ 109166 h 362610"/>
                <a:gd name="connsiteX23" fmla="*/ 116936 w 362948"/>
                <a:gd name="connsiteY23" fmla="*/ 102782 h 362610"/>
                <a:gd name="connsiteX24" fmla="*/ 141218 w 362948"/>
                <a:gd name="connsiteY24" fmla="*/ 102782 h 362610"/>
                <a:gd name="connsiteX25" fmla="*/ 142496 w 362948"/>
                <a:gd name="connsiteY25" fmla="*/ 99590 h 362610"/>
                <a:gd name="connsiteX26" fmla="*/ 198088 w 362948"/>
                <a:gd name="connsiteY26" fmla="*/ 77884 h 362610"/>
                <a:gd name="connsiteX27" fmla="*/ 221092 w 362948"/>
                <a:gd name="connsiteY27" fmla="*/ 102782 h 362610"/>
                <a:gd name="connsiteX28" fmla="*/ 246013 w 362948"/>
                <a:gd name="connsiteY28" fmla="*/ 102782 h 362610"/>
                <a:gd name="connsiteX29" fmla="*/ 252403 w 362948"/>
                <a:gd name="connsiteY29" fmla="*/ 109166 h 362610"/>
                <a:gd name="connsiteX30" fmla="*/ 246013 w 362948"/>
                <a:gd name="connsiteY30" fmla="*/ 115550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2948" h="362610">
                  <a:moveTo>
                    <a:pt x="181474" y="0"/>
                  </a:moveTo>
                  <a:cubicBezTo>
                    <a:pt x="81152" y="0"/>
                    <a:pt x="0" y="81076"/>
                    <a:pt x="0" y="181305"/>
                  </a:cubicBezTo>
                  <a:cubicBezTo>
                    <a:pt x="0" y="281534"/>
                    <a:pt x="81152" y="362610"/>
                    <a:pt x="181474" y="362610"/>
                  </a:cubicBezTo>
                  <a:cubicBezTo>
                    <a:pt x="281796" y="362610"/>
                    <a:pt x="362948" y="281534"/>
                    <a:pt x="362948" y="181305"/>
                  </a:cubicBezTo>
                  <a:cubicBezTo>
                    <a:pt x="362948" y="181305"/>
                    <a:pt x="362948" y="181305"/>
                    <a:pt x="362948" y="181305"/>
                  </a:cubicBezTo>
                  <a:cubicBezTo>
                    <a:pt x="362948" y="81076"/>
                    <a:pt x="281796" y="0"/>
                    <a:pt x="181474" y="0"/>
                  </a:cubicBezTo>
                  <a:cubicBezTo>
                    <a:pt x="181474" y="0"/>
                    <a:pt x="181474" y="0"/>
                    <a:pt x="181474" y="0"/>
                  </a:cubicBezTo>
                  <a:close/>
                  <a:moveTo>
                    <a:pt x="246013" y="144278"/>
                  </a:moveTo>
                  <a:lnTo>
                    <a:pt x="245374" y="144278"/>
                  </a:lnTo>
                  <a:lnTo>
                    <a:pt x="245374" y="280895"/>
                  </a:lnTo>
                  <a:cubicBezTo>
                    <a:pt x="245374" y="284726"/>
                    <a:pt x="242818" y="287279"/>
                    <a:pt x="238984" y="287279"/>
                  </a:cubicBezTo>
                  <a:lnTo>
                    <a:pt x="124604" y="287279"/>
                  </a:lnTo>
                  <a:cubicBezTo>
                    <a:pt x="120770" y="287279"/>
                    <a:pt x="118214" y="284726"/>
                    <a:pt x="118214" y="280895"/>
                  </a:cubicBezTo>
                  <a:lnTo>
                    <a:pt x="118214" y="144278"/>
                  </a:lnTo>
                  <a:lnTo>
                    <a:pt x="117575" y="144278"/>
                  </a:lnTo>
                  <a:cubicBezTo>
                    <a:pt x="113741" y="144278"/>
                    <a:pt x="111185" y="141724"/>
                    <a:pt x="111185" y="137894"/>
                  </a:cubicBezTo>
                  <a:cubicBezTo>
                    <a:pt x="111185" y="134064"/>
                    <a:pt x="113741" y="131510"/>
                    <a:pt x="117575" y="131510"/>
                  </a:cubicBezTo>
                  <a:lnTo>
                    <a:pt x="246652" y="131510"/>
                  </a:lnTo>
                  <a:cubicBezTo>
                    <a:pt x="250486" y="131510"/>
                    <a:pt x="253042" y="134064"/>
                    <a:pt x="253042" y="137894"/>
                  </a:cubicBezTo>
                  <a:cubicBezTo>
                    <a:pt x="253042" y="141724"/>
                    <a:pt x="249847" y="144278"/>
                    <a:pt x="246013" y="144278"/>
                  </a:cubicBezTo>
                  <a:close/>
                  <a:moveTo>
                    <a:pt x="246013" y="115550"/>
                  </a:moveTo>
                  <a:lnTo>
                    <a:pt x="116936" y="115550"/>
                  </a:lnTo>
                  <a:cubicBezTo>
                    <a:pt x="113102" y="115550"/>
                    <a:pt x="110546" y="112996"/>
                    <a:pt x="110546" y="109166"/>
                  </a:cubicBezTo>
                  <a:cubicBezTo>
                    <a:pt x="110546" y="105336"/>
                    <a:pt x="113102" y="102782"/>
                    <a:pt x="116936" y="102782"/>
                  </a:cubicBezTo>
                  <a:lnTo>
                    <a:pt x="141218" y="102782"/>
                  </a:lnTo>
                  <a:cubicBezTo>
                    <a:pt x="141857" y="101505"/>
                    <a:pt x="141857" y="100228"/>
                    <a:pt x="142496" y="99590"/>
                  </a:cubicBezTo>
                  <a:cubicBezTo>
                    <a:pt x="152081" y="78523"/>
                    <a:pt x="176362" y="68308"/>
                    <a:pt x="198088" y="77884"/>
                  </a:cubicBezTo>
                  <a:cubicBezTo>
                    <a:pt x="208951" y="82353"/>
                    <a:pt x="217258" y="91929"/>
                    <a:pt x="221092" y="102782"/>
                  </a:cubicBezTo>
                  <a:lnTo>
                    <a:pt x="246013" y="102782"/>
                  </a:lnTo>
                  <a:cubicBezTo>
                    <a:pt x="249847" y="102782"/>
                    <a:pt x="252403" y="105336"/>
                    <a:pt x="252403" y="109166"/>
                  </a:cubicBezTo>
                  <a:cubicBezTo>
                    <a:pt x="252403" y="112996"/>
                    <a:pt x="249847" y="115550"/>
                    <a:pt x="246013" y="115550"/>
                  </a:cubicBezTo>
                  <a:close/>
                </a:path>
              </a:pathLst>
            </a:custGeom>
            <a:solidFill>
              <a:srgbClr val="007680"/>
            </a:solidFill>
            <a:ln w="6390" cap="flat">
              <a:noFill/>
              <a:prstDash val="solid"/>
              <a:miter/>
            </a:ln>
          </p:spPr>
          <p:txBody>
            <a:bodyPr rtlCol="0" anchor="ctr"/>
            <a:lstStyle/>
            <a:p>
              <a:endParaRPr lang="en-US"/>
            </a:p>
          </p:txBody>
        </p:sp>
      </p:grpSp>
      <p:grpSp>
        <p:nvGrpSpPr>
          <p:cNvPr id="1024" name="Graphic 5">
            <a:extLst>
              <a:ext uri="{FF2B5EF4-FFF2-40B4-BE49-F238E27FC236}">
                <a16:creationId xmlns:a16="http://schemas.microsoft.com/office/drawing/2014/main" id="{AAC0E70B-9B99-C54F-91B3-1954BD8ADA60}"/>
              </a:ext>
            </a:extLst>
          </p:cNvPr>
          <p:cNvGrpSpPr/>
          <p:nvPr/>
        </p:nvGrpSpPr>
        <p:grpSpPr>
          <a:xfrm>
            <a:off x="2998797" y="2371811"/>
            <a:ext cx="362948" cy="362610"/>
            <a:chOff x="2998797" y="2371811"/>
            <a:chExt cx="362948" cy="362610"/>
          </a:xfrm>
          <a:solidFill>
            <a:srgbClr val="007680"/>
          </a:solidFill>
        </p:grpSpPr>
        <p:sp>
          <p:nvSpPr>
            <p:cNvPr id="1025" name="Graphic 5">
              <a:extLst>
                <a:ext uri="{FF2B5EF4-FFF2-40B4-BE49-F238E27FC236}">
                  <a16:creationId xmlns:a16="http://schemas.microsoft.com/office/drawing/2014/main" id="{AFA22287-FD05-2B4C-B98A-F1B0B2871411}"/>
                </a:ext>
              </a:extLst>
            </p:cNvPr>
            <p:cNvSpPr/>
            <p:nvPr/>
          </p:nvSpPr>
          <p:spPr>
            <a:xfrm>
              <a:off x="3214777" y="2455442"/>
              <a:ext cx="26837" cy="201095"/>
            </a:xfrm>
            <a:custGeom>
              <a:avLst/>
              <a:gdLst>
                <a:gd name="connsiteX0" fmla="*/ 0 w 26837"/>
                <a:gd name="connsiteY0" fmla="*/ 70862 h 201095"/>
                <a:gd name="connsiteX1" fmla="*/ 14058 w 26837"/>
                <a:gd name="connsiteY1" fmla="*/ 84907 h 201095"/>
                <a:gd name="connsiteX2" fmla="*/ 15975 w 26837"/>
                <a:gd name="connsiteY2" fmla="*/ 90014 h 201095"/>
                <a:gd name="connsiteX3" fmla="*/ 8307 w 26837"/>
                <a:gd name="connsiteY3" fmla="*/ 192158 h 201095"/>
                <a:gd name="connsiteX4" fmla="*/ 26838 w 26837"/>
                <a:gd name="connsiteY4" fmla="*/ 201095 h 201095"/>
                <a:gd name="connsiteX5" fmla="*/ 26838 w 26837"/>
                <a:gd name="connsiteY5" fmla="*/ 0 h 201095"/>
                <a:gd name="connsiteX6" fmla="*/ 0 w 26837"/>
                <a:gd name="connsiteY6" fmla="*/ 70862 h 20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837" h="201095">
                  <a:moveTo>
                    <a:pt x="0" y="70862"/>
                  </a:moveTo>
                  <a:lnTo>
                    <a:pt x="14058" y="84907"/>
                  </a:lnTo>
                  <a:cubicBezTo>
                    <a:pt x="15336" y="86184"/>
                    <a:pt x="15975" y="88099"/>
                    <a:pt x="15975" y="90014"/>
                  </a:cubicBezTo>
                  <a:lnTo>
                    <a:pt x="8307" y="192158"/>
                  </a:lnTo>
                  <a:cubicBezTo>
                    <a:pt x="8946" y="195350"/>
                    <a:pt x="13419" y="199819"/>
                    <a:pt x="26838" y="201095"/>
                  </a:cubicBezTo>
                  <a:lnTo>
                    <a:pt x="26838" y="0"/>
                  </a:lnTo>
                  <a:cubicBezTo>
                    <a:pt x="15975" y="9576"/>
                    <a:pt x="639" y="31281"/>
                    <a:pt x="0" y="70862"/>
                  </a:cubicBezTo>
                  <a:close/>
                </a:path>
              </a:pathLst>
            </a:custGeom>
            <a:solidFill>
              <a:srgbClr val="007680"/>
            </a:solidFill>
            <a:ln w="6390" cap="flat">
              <a:noFill/>
              <a:prstDash val="solid"/>
              <a:miter/>
            </a:ln>
          </p:spPr>
          <p:txBody>
            <a:bodyPr rtlCol="0" anchor="ctr"/>
            <a:lstStyle/>
            <a:p>
              <a:endParaRPr lang="en-US"/>
            </a:p>
          </p:txBody>
        </p:sp>
        <p:sp>
          <p:nvSpPr>
            <p:cNvPr id="1026" name="Graphic 5">
              <a:extLst>
                <a:ext uri="{FF2B5EF4-FFF2-40B4-BE49-F238E27FC236}">
                  <a16:creationId xmlns:a16="http://schemas.microsoft.com/office/drawing/2014/main" id="{7E9D1BC2-DCE6-794F-A97C-577EB65EC571}"/>
                </a:ext>
              </a:extLst>
            </p:cNvPr>
            <p:cNvSpPr/>
            <p:nvPr/>
          </p:nvSpPr>
          <p:spPr>
            <a:xfrm>
              <a:off x="2998797" y="2371811"/>
              <a:ext cx="362948" cy="362610"/>
            </a:xfrm>
            <a:custGeom>
              <a:avLst/>
              <a:gdLst>
                <a:gd name="connsiteX0" fmla="*/ 181474 w 362948"/>
                <a:gd name="connsiteY0" fmla="*/ 0 h 362610"/>
                <a:gd name="connsiteX1" fmla="*/ 0 w 362948"/>
                <a:gd name="connsiteY1" fmla="*/ 181305 h 362610"/>
                <a:gd name="connsiteX2" fmla="*/ 181474 w 362948"/>
                <a:gd name="connsiteY2" fmla="*/ 362610 h 362610"/>
                <a:gd name="connsiteX3" fmla="*/ 362948 w 362948"/>
                <a:gd name="connsiteY3" fmla="*/ 181305 h 362610"/>
                <a:gd name="connsiteX4" fmla="*/ 362948 w 362948"/>
                <a:gd name="connsiteY4" fmla="*/ 181305 h 362610"/>
                <a:gd name="connsiteX5" fmla="*/ 181474 w 362948"/>
                <a:gd name="connsiteY5" fmla="*/ 0 h 362610"/>
                <a:gd name="connsiteX6" fmla="*/ 181474 w 362948"/>
                <a:gd name="connsiteY6" fmla="*/ 0 h 362610"/>
                <a:gd name="connsiteX7" fmla="*/ 139940 w 362948"/>
                <a:gd name="connsiteY7" fmla="*/ 70862 h 362610"/>
                <a:gd name="connsiteX8" fmla="*/ 146330 w 362948"/>
                <a:gd name="connsiteY8" fmla="*/ 64478 h 362610"/>
                <a:gd name="connsiteX9" fmla="*/ 152720 w 362948"/>
                <a:gd name="connsiteY9" fmla="*/ 70862 h 362610"/>
                <a:gd name="connsiteX10" fmla="*/ 152720 w 362948"/>
                <a:gd name="connsiteY10" fmla="*/ 110443 h 362610"/>
                <a:gd name="connsiteX11" fmla="*/ 146330 w 362948"/>
                <a:gd name="connsiteY11" fmla="*/ 116827 h 362610"/>
                <a:gd name="connsiteX12" fmla="*/ 139940 w 362948"/>
                <a:gd name="connsiteY12" fmla="*/ 110443 h 362610"/>
                <a:gd name="connsiteX13" fmla="*/ 139940 w 362948"/>
                <a:gd name="connsiteY13" fmla="*/ 70862 h 362610"/>
                <a:gd name="connsiteX14" fmla="*/ 184030 w 362948"/>
                <a:gd name="connsiteY14" fmla="*/ 118104 h 362610"/>
                <a:gd name="connsiteX15" fmla="*/ 168055 w 362948"/>
                <a:gd name="connsiteY15" fmla="*/ 139809 h 362610"/>
                <a:gd name="connsiteX16" fmla="*/ 168055 w 362948"/>
                <a:gd name="connsiteY16" fmla="*/ 276427 h 362610"/>
                <a:gd name="connsiteX17" fmla="*/ 145691 w 362948"/>
                <a:gd name="connsiteY17" fmla="*/ 298771 h 362610"/>
                <a:gd name="connsiteX18" fmla="*/ 123326 w 362948"/>
                <a:gd name="connsiteY18" fmla="*/ 276427 h 362610"/>
                <a:gd name="connsiteX19" fmla="*/ 123326 w 362948"/>
                <a:gd name="connsiteY19" fmla="*/ 276427 h 362610"/>
                <a:gd name="connsiteX20" fmla="*/ 123326 w 362948"/>
                <a:gd name="connsiteY20" fmla="*/ 139809 h 362610"/>
                <a:gd name="connsiteX21" fmla="*/ 107351 w 362948"/>
                <a:gd name="connsiteY21" fmla="*/ 118104 h 362610"/>
                <a:gd name="connsiteX22" fmla="*/ 107351 w 362948"/>
                <a:gd name="connsiteY22" fmla="*/ 70862 h 362610"/>
                <a:gd name="connsiteX23" fmla="*/ 113741 w 362948"/>
                <a:gd name="connsiteY23" fmla="*/ 64478 h 362610"/>
                <a:gd name="connsiteX24" fmla="*/ 120131 w 362948"/>
                <a:gd name="connsiteY24" fmla="*/ 70862 h 362610"/>
                <a:gd name="connsiteX25" fmla="*/ 120131 w 362948"/>
                <a:gd name="connsiteY25" fmla="*/ 118104 h 362610"/>
                <a:gd name="connsiteX26" fmla="*/ 127799 w 362948"/>
                <a:gd name="connsiteY26" fmla="*/ 127680 h 362610"/>
                <a:gd name="connsiteX27" fmla="*/ 129077 w 362948"/>
                <a:gd name="connsiteY27" fmla="*/ 127680 h 362610"/>
                <a:gd name="connsiteX28" fmla="*/ 135467 w 362948"/>
                <a:gd name="connsiteY28" fmla="*/ 134064 h 362610"/>
                <a:gd name="connsiteX29" fmla="*/ 135467 w 362948"/>
                <a:gd name="connsiteY29" fmla="*/ 275788 h 362610"/>
                <a:gd name="connsiteX30" fmla="*/ 144413 w 362948"/>
                <a:gd name="connsiteY30" fmla="*/ 285364 h 362610"/>
                <a:gd name="connsiteX31" fmla="*/ 145052 w 362948"/>
                <a:gd name="connsiteY31" fmla="*/ 285364 h 362610"/>
                <a:gd name="connsiteX32" fmla="*/ 154637 w 362948"/>
                <a:gd name="connsiteY32" fmla="*/ 276427 h 362610"/>
                <a:gd name="connsiteX33" fmla="*/ 154637 w 362948"/>
                <a:gd name="connsiteY33" fmla="*/ 275788 h 362610"/>
                <a:gd name="connsiteX34" fmla="*/ 154637 w 362948"/>
                <a:gd name="connsiteY34" fmla="*/ 134064 h 362610"/>
                <a:gd name="connsiteX35" fmla="*/ 161027 w 362948"/>
                <a:gd name="connsiteY35" fmla="*/ 127680 h 362610"/>
                <a:gd name="connsiteX36" fmla="*/ 170611 w 362948"/>
                <a:gd name="connsiteY36" fmla="*/ 119381 h 362610"/>
                <a:gd name="connsiteX37" fmla="*/ 170611 w 362948"/>
                <a:gd name="connsiteY37" fmla="*/ 118104 h 362610"/>
                <a:gd name="connsiteX38" fmla="*/ 170611 w 362948"/>
                <a:gd name="connsiteY38" fmla="*/ 70862 h 362610"/>
                <a:gd name="connsiteX39" fmla="*/ 177001 w 362948"/>
                <a:gd name="connsiteY39" fmla="*/ 64478 h 362610"/>
                <a:gd name="connsiteX40" fmla="*/ 183391 w 362948"/>
                <a:gd name="connsiteY40" fmla="*/ 70862 h 362610"/>
                <a:gd name="connsiteX41" fmla="*/ 183391 w 362948"/>
                <a:gd name="connsiteY41" fmla="*/ 118104 h 362610"/>
                <a:gd name="connsiteX42" fmla="*/ 254959 w 362948"/>
                <a:gd name="connsiteY42" fmla="*/ 291748 h 362610"/>
                <a:gd name="connsiteX43" fmla="*/ 248569 w 362948"/>
                <a:gd name="connsiteY43" fmla="*/ 298132 h 362610"/>
                <a:gd name="connsiteX44" fmla="*/ 210868 w 362948"/>
                <a:gd name="connsiteY44" fmla="*/ 275788 h 362610"/>
                <a:gd name="connsiteX45" fmla="*/ 218536 w 362948"/>
                <a:gd name="connsiteY45" fmla="*/ 175560 h 362610"/>
                <a:gd name="connsiteX46" fmla="*/ 205117 w 362948"/>
                <a:gd name="connsiteY46" fmla="*/ 162153 h 362610"/>
                <a:gd name="connsiteX47" fmla="*/ 203200 w 362948"/>
                <a:gd name="connsiteY47" fmla="*/ 157684 h 362610"/>
                <a:gd name="connsiteX48" fmla="*/ 246013 w 362948"/>
                <a:gd name="connsiteY48" fmla="*/ 65117 h 362610"/>
                <a:gd name="connsiteX49" fmla="*/ 252403 w 362948"/>
                <a:gd name="connsiteY49" fmla="*/ 65117 h 362610"/>
                <a:gd name="connsiteX50" fmla="*/ 255597 w 362948"/>
                <a:gd name="connsiteY50" fmla="*/ 70862 h 362610"/>
                <a:gd name="connsiteX51" fmla="*/ 254959 w 362948"/>
                <a:gd name="connsiteY51" fmla="*/ 291748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62948" h="362610">
                  <a:moveTo>
                    <a:pt x="181474" y="0"/>
                  </a:moveTo>
                  <a:cubicBezTo>
                    <a:pt x="81152" y="0"/>
                    <a:pt x="0" y="81077"/>
                    <a:pt x="0" y="181305"/>
                  </a:cubicBezTo>
                  <a:cubicBezTo>
                    <a:pt x="0" y="281534"/>
                    <a:pt x="81152" y="362610"/>
                    <a:pt x="181474" y="362610"/>
                  </a:cubicBezTo>
                  <a:cubicBezTo>
                    <a:pt x="281796" y="362610"/>
                    <a:pt x="362948" y="281534"/>
                    <a:pt x="362948" y="181305"/>
                  </a:cubicBezTo>
                  <a:cubicBezTo>
                    <a:pt x="362948" y="181305"/>
                    <a:pt x="362948" y="181305"/>
                    <a:pt x="362948" y="181305"/>
                  </a:cubicBezTo>
                  <a:cubicBezTo>
                    <a:pt x="362948" y="81077"/>
                    <a:pt x="281796" y="0"/>
                    <a:pt x="181474" y="0"/>
                  </a:cubicBezTo>
                  <a:cubicBezTo>
                    <a:pt x="181474" y="0"/>
                    <a:pt x="181474" y="0"/>
                    <a:pt x="181474" y="0"/>
                  </a:cubicBezTo>
                  <a:close/>
                  <a:moveTo>
                    <a:pt x="139940" y="70862"/>
                  </a:moveTo>
                  <a:cubicBezTo>
                    <a:pt x="139940" y="67032"/>
                    <a:pt x="142496" y="64478"/>
                    <a:pt x="146330" y="64478"/>
                  </a:cubicBezTo>
                  <a:cubicBezTo>
                    <a:pt x="150164" y="64478"/>
                    <a:pt x="152720" y="67032"/>
                    <a:pt x="152720" y="70862"/>
                  </a:cubicBezTo>
                  <a:lnTo>
                    <a:pt x="152720" y="110443"/>
                  </a:lnTo>
                  <a:cubicBezTo>
                    <a:pt x="152720" y="114273"/>
                    <a:pt x="150164" y="116827"/>
                    <a:pt x="146330" y="116827"/>
                  </a:cubicBezTo>
                  <a:cubicBezTo>
                    <a:pt x="142496" y="116827"/>
                    <a:pt x="139940" y="114273"/>
                    <a:pt x="139940" y="110443"/>
                  </a:cubicBezTo>
                  <a:lnTo>
                    <a:pt x="139940" y="70862"/>
                  </a:lnTo>
                  <a:close/>
                  <a:moveTo>
                    <a:pt x="184030" y="118104"/>
                  </a:moveTo>
                  <a:cubicBezTo>
                    <a:pt x="184030" y="127680"/>
                    <a:pt x="177640" y="136617"/>
                    <a:pt x="168055" y="139809"/>
                  </a:cubicBezTo>
                  <a:lnTo>
                    <a:pt x="168055" y="276427"/>
                  </a:lnTo>
                  <a:cubicBezTo>
                    <a:pt x="168055" y="288556"/>
                    <a:pt x="157832" y="298771"/>
                    <a:pt x="145691" y="298771"/>
                  </a:cubicBezTo>
                  <a:cubicBezTo>
                    <a:pt x="133550" y="298771"/>
                    <a:pt x="123326" y="288556"/>
                    <a:pt x="123326" y="276427"/>
                  </a:cubicBezTo>
                  <a:lnTo>
                    <a:pt x="123326" y="276427"/>
                  </a:lnTo>
                  <a:lnTo>
                    <a:pt x="123326" y="139809"/>
                  </a:lnTo>
                  <a:cubicBezTo>
                    <a:pt x="113741" y="137256"/>
                    <a:pt x="107351" y="128318"/>
                    <a:pt x="107351" y="118104"/>
                  </a:cubicBezTo>
                  <a:lnTo>
                    <a:pt x="107351" y="70862"/>
                  </a:lnTo>
                  <a:cubicBezTo>
                    <a:pt x="107351" y="67032"/>
                    <a:pt x="109907" y="64478"/>
                    <a:pt x="113741" y="64478"/>
                  </a:cubicBezTo>
                  <a:cubicBezTo>
                    <a:pt x="117575" y="64478"/>
                    <a:pt x="120131" y="67032"/>
                    <a:pt x="120131" y="70862"/>
                  </a:cubicBezTo>
                  <a:lnTo>
                    <a:pt x="120131" y="118104"/>
                  </a:lnTo>
                  <a:cubicBezTo>
                    <a:pt x="119492" y="122573"/>
                    <a:pt x="123326" y="127041"/>
                    <a:pt x="127799" y="127680"/>
                  </a:cubicBezTo>
                  <a:cubicBezTo>
                    <a:pt x="128438" y="127680"/>
                    <a:pt x="129077" y="127680"/>
                    <a:pt x="129077" y="127680"/>
                  </a:cubicBezTo>
                  <a:cubicBezTo>
                    <a:pt x="132911" y="127680"/>
                    <a:pt x="135467" y="130233"/>
                    <a:pt x="135467" y="134064"/>
                  </a:cubicBezTo>
                  <a:lnTo>
                    <a:pt x="135467" y="275788"/>
                  </a:lnTo>
                  <a:cubicBezTo>
                    <a:pt x="135467" y="280895"/>
                    <a:pt x="139301" y="284726"/>
                    <a:pt x="144413" y="285364"/>
                  </a:cubicBezTo>
                  <a:cubicBezTo>
                    <a:pt x="144413" y="285364"/>
                    <a:pt x="145052" y="285364"/>
                    <a:pt x="145052" y="285364"/>
                  </a:cubicBezTo>
                  <a:cubicBezTo>
                    <a:pt x="150164" y="285364"/>
                    <a:pt x="154637" y="281534"/>
                    <a:pt x="154637" y="276427"/>
                  </a:cubicBezTo>
                  <a:cubicBezTo>
                    <a:pt x="154637" y="276427"/>
                    <a:pt x="154637" y="275788"/>
                    <a:pt x="154637" y="275788"/>
                  </a:cubicBezTo>
                  <a:lnTo>
                    <a:pt x="154637" y="134064"/>
                  </a:lnTo>
                  <a:cubicBezTo>
                    <a:pt x="154637" y="130233"/>
                    <a:pt x="157192" y="127680"/>
                    <a:pt x="161027" y="127680"/>
                  </a:cubicBezTo>
                  <a:cubicBezTo>
                    <a:pt x="165500" y="128318"/>
                    <a:pt x="169972" y="124488"/>
                    <a:pt x="170611" y="119381"/>
                  </a:cubicBezTo>
                  <a:cubicBezTo>
                    <a:pt x="170611" y="118742"/>
                    <a:pt x="170611" y="118104"/>
                    <a:pt x="170611" y="118104"/>
                  </a:cubicBezTo>
                  <a:lnTo>
                    <a:pt x="170611" y="70862"/>
                  </a:lnTo>
                  <a:cubicBezTo>
                    <a:pt x="170611" y="67032"/>
                    <a:pt x="173167" y="64478"/>
                    <a:pt x="177001" y="64478"/>
                  </a:cubicBezTo>
                  <a:cubicBezTo>
                    <a:pt x="180835" y="64478"/>
                    <a:pt x="183391" y="67032"/>
                    <a:pt x="183391" y="70862"/>
                  </a:cubicBezTo>
                  <a:lnTo>
                    <a:pt x="183391" y="118104"/>
                  </a:lnTo>
                  <a:close/>
                  <a:moveTo>
                    <a:pt x="254959" y="291748"/>
                  </a:moveTo>
                  <a:cubicBezTo>
                    <a:pt x="254959" y="295579"/>
                    <a:pt x="252403" y="298132"/>
                    <a:pt x="248569" y="298132"/>
                  </a:cubicBezTo>
                  <a:cubicBezTo>
                    <a:pt x="210868" y="298132"/>
                    <a:pt x="210868" y="277065"/>
                    <a:pt x="210868" y="275788"/>
                  </a:cubicBezTo>
                  <a:lnTo>
                    <a:pt x="218536" y="175560"/>
                  </a:lnTo>
                  <a:lnTo>
                    <a:pt x="205117" y="162153"/>
                  </a:lnTo>
                  <a:cubicBezTo>
                    <a:pt x="203839" y="160876"/>
                    <a:pt x="203200" y="159600"/>
                    <a:pt x="203200" y="157684"/>
                  </a:cubicBezTo>
                  <a:cubicBezTo>
                    <a:pt x="203200" y="88737"/>
                    <a:pt x="244096" y="66393"/>
                    <a:pt x="246013" y="65117"/>
                  </a:cubicBezTo>
                  <a:cubicBezTo>
                    <a:pt x="247930" y="63840"/>
                    <a:pt x="250486" y="63840"/>
                    <a:pt x="252403" y="65117"/>
                  </a:cubicBezTo>
                  <a:cubicBezTo>
                    <a:pt x="254320" y="66393"/>
                    <a:pt x="255597" y="68309"/>
                    <a:pt x="255597" y="70862"/>
                  </a:cubicBezTo>
                  <a:lnTo>
                    <a:pt x="254959" y="291748"/>
                  </a:lnTo>
                  <a:close/>
                </a:path>
              </a:pathLst>
            </a:custGeom>
            <a:solidFill>
              <a:srgbClr val="007680"/>
            </a:solidFill>
            <a:ln w="6390" cap="flat">
              <a:noFill/>
              <a:prstDash val="solid"/>
              <a:miter/>
            </a:ln>
          </p:spPr>
          <p:txBody>
            <a:bodyPr rtlCol="0" anchor="ctr"/>
            <a:lstStyle/>
            <a:p>
              <a:endParaRPr lang="en-US"/>
            </a:p>
          </p:txBody>
        </p:sp>
      </p:grpSp>
      <p:sp>
        <p:nvSpPr>
          <p:cNvPr id="1027" name="Graphic 5">
            <a:extLst>
              <a:ext uri="{FF2B5EF4-FFF2-40B4-BE49-F238E27FC236}">
                <a16:creationId xmlns:a16="http://schemas.microsoft.com/office/drawing/2014/main" id="{6E58C09C-4D69-7E4B-B224-F83A9574B7CF}"/>
              </a:ext>
            </a:extLst>
          </p:cNvPr>
          <p:cNvSpPr/>
          <p:nvPr/>
        </p:nvSpPr>
        <p:spPr>
          <a:xfrm>
            <a:off x="2998797" y="2856356"/>
            <a:ext cx="362948" cy="362610"/>
          </a:xfrm>
          <a:custGeom>
            <a:avLst/>
            <a:gdLst>
              <a:gd name="connsiteX0" fmla="*/ 181474 w 362948"/>
              <a:gd name="connsiteY0" fmla="*/ 0 h 362610"/>
              <a:gd name="connsiteX1" fmla="*/ 0 w 362948"/>
              <a:gd name="connsiteY1" fmla="*/ 181305 h 362610"/>
              <a:gd name="connsiteX2" fmla="*/ 181474 w 362948"/>
              <a:gd name="connsiteY2" fmla="*/ 362610 h 362610"/>
              <a:gd name="connsiteX3" fmla="*/ 362948 w 362948"/>
              <a:gd name="connsiteY3" fmla="*/ 181305 h 362610"/>
              <a:gd name="connsiteX4" fmla="*/ 362948 w 362948"/>
              <a:gd name="connsiteY4" fmla="*/ 181305 h 362610"/>
              <a:gd name="connsiteX5" fmla="*/ 181474 w 362948"/>
              <a:gd name="connsiteY5" fmla="*/ 0 h 362610"/>
              <a:gd name="connsiteX6" fmla="*/ 181474 w 362948"/>
              <a:gd name="connsiteY6" fmla="*/ 0 h 362610"/>
              <a:gd name="connsiteX7" fmla="*/ 223009 w 362948"/>
              <a:gd name="connsiteY7" fmla="*/ 282811 h 362610"/>
              <a:gd name="connsiteX8" fmla="*/ 216619 w 362948"/>
              <a:gd name="connsiteY8" fmla="*/ 289195 h 362610"/>
              <a:gd name="connsiteX9" fmla="*/ 107351 w 362948"/>
              <a:gd name="connsiteY9" fmla="*/ 289195 h 362610"/>
              <a:gd name="connsiteX10" fmla="*/ 100961 w 362948"/>
              <a:gd name="connsiteY10" fmla="*/ 282811 h 362610"/>
              <a:gd name="connsiteX11" fmla="*/ 100961 w 362948"/>
              <a:gd name="connsiteY11" fmla="*/ 79162 h 362610"/>
              <a:gd name="connsiteX12" fmla="*/ 107351 w 362948"/>
              <a:gd name="connsiteY12" fmla="*/ 72778 h 362610"/>
              <a:gd name="connsiteX13" fmla="*/ 216619 w 362948"/>
              <a:gd name="connsiteY13" fmla="*/ 72778 h 362610"/>
              <a:gd name="connsiteX14" fmla="*/ 223009 w 362948"/>
              <a:gd name="connsiteY14" fmla="*/ 79162 h 362610"/>
              <a:gd name="connsiteX15" fmla="*/ 223009 w 362948"/>
              <a:gd name="connsiteY15" fmla="*/ 144916 h 362610"/>
              <a:gd name="connsiteX16" fmla="*/ 216619 w 362948"/>
              <a:gd name="connsiteY16" fmla="*/ 151300 h 362610"/>
              <a:gd name="connsiteX17" fmla="*/ 210229 w 362948"/>
              <a:gd name="connsiteY17" fmla="*/ 144916 h 362610"/>
              <a:gd name="connsiteX18" fmla="*/ 210229 w 362948"/>
              <a:gd name="connsiteY18" fmla="*/ 85546 h 362610"/>
              <a:gd name="connsiteX19" fmla="*/ 113741 w 362948"/>
              <a:gd name="connsiteY19" fmla="*/ 85546 h 362610"/>
              <a:gd name="connsiteX20" fmla="*/ 113741 w 362948"/>
              <a:gd name="connsiteY20" fmla="*/ 276427 h 362610"/>
              <a:gd name="connsiteX21" fmla="*/ 210229 w 362948"/>
              <a:gd name="connsiteY21" fmla="*/ 276427 h 362610"/>
              <a:gd name="connsiteX22" fmla="*/ 210229 w 362948"/>
              <a:gd name="connsiteY22" fmla="*/ 217055 h 362610"/>
              <a:gd name="connsiteX23" fmla="*/ 216619 w 362948"/>
              <a:gd name="connsiteY23" fmla="*/ 210671 h 362610"/>
              <a:gd name="connsiteX24" fmla="*/ 223009 w 362948"/>
              <a:gd name="connsiteY24" fmla="*/ 217055 h 362610"/>
              <a:gd name="connsiteX25" fmla="*/ 223009 w 362948"/>
              <a:gd name="connsiteY25" fmla="*/ 282811 h 362610"/>
              <a:gd name="connsiteX26" fmla="*/ 286908 w 362948"/>
              <a:gd name="connsiteY26" fmla="*/ 185135 h 362610"/>
              <a:gd name="connsiteX27" fmla="*/ 257515 w 362948"/>
              <a:gd name="connsiteY27" fmla="*/ 214502 h 362610"/>
              <a:gd name="connsiteX28" fmla="*/ 253042 w 362948"/>
              <a:gd name="connsiteY28" fmla="*/ 216417 h 362610"/>
              <a:gd name="connsiteX29" fmla="*/ 248569 w 362948"/>
              <a:gd name="connsiteY29" fmla="*/ 214502 h 362610"/>
              <a:gd name="connsiteX30" fmla="*/ 248569 w 362948"/>
              <a:gd name="connsiteY30" fmla="*/ 205564 h 362610"/>
              <a:gd name="connsiteX31" fmla="*/ 267100 w 362948"/>
              <a:gd name="connsiteY31" fmla="*/ 187051 h 362610"/>
              <a:gd name="connsiteX32" fmla="*/ 158471 w 362948"/>
              <a:gd name="connsiteY32" fmla="*/ 187051 h 362610"/>
              <a:gd name="connsiteX33" fmla="*/ 152081 w 362948"/>
              <a:gd name="connsiteY33" fmla="*/ 180667 h 362610"/>
              <a:gd name="connsiteX34" fmla="*/ 158471 w 362948"/>
              <a:gd name="connsiteY34" fmla="*/ 174283 h 362610"/>
              <a:gd name="connsiteX35" fmla="*/ 267100 w 362948"/>
              <a:gd name="connsiteY35" fmla="*/ 174283 h 362610"/>
              <a:gd name="connsiteX36" fmla="*/ 248569 w 362948"/>
              <a:gd name="connsiteY36" fmla="*/ 155769 h 362610"/>
              <a:gd name="connsiteX37" fmla="*/ 249208 w 362948"/>
              <a:gd name="connsiteY37" fmla="*/ 146832 h 362610"/>
              <a:gd name="connsiteX38" fmla="*/ 257515 w 362948"/>
              <a:gd name="connsiteY38" fmla="*/ 146832 h 362610"/>
              <a:gd name="connsiteX39" fmla="*/ 286908 w 362948"/>
              <a:gd name="connsiteY39" fmla="*/ 176198 h 362610"/>
              <a:gd name="connsiteX40" fmla="*/ 288186 w 362948"/>
              <a:gd name="connsiteY40" fmla="*/ 178113 h 362610"/>
              <a:gd name="connsiteX41" fmla="*/ 288825 w 362948"/>
              <a:gd name="connsiteY41" fmla="*/ 180028 h 362610"/>
              <a:gd name="connsiteX42" fmla="*/ 288825 w 362948"/>
              <a:gd name="connsiteY42" fmla="*/ 180667 h 362610"/>
              <a:gd name="connsiteX43" fmla="*/ 288825 w 362948"/>
              <a:gd name="connsiteY43" fmla="*/ 181305 h 362610"/>
              <a:gd name="connsiteX44" fmla="*/ 288186 w 362948"/>
              <a:gd name="connsiteY44" fmla="*/ 183220 h 362610"/>
              <a:gd name="connsiteX45" fmla="*/ 286908 w 362948"/>
              <a:gd name="connsiteY45" fmla="*/ 185135 h 362610"/>
              <a:gd name="connsiteX46" fmla="*/ 286908 w 362948"/>
              <a:gd name="connsiteY46" fmla="*/ 185135 h 36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2948" h="362610">
                <a:moveTo>
                  <a:pt x="181474" y="0"/>
                </a:moveTo>
                <a:cubicBezTo>
                  <a:pt x="81152" y="0"/>
                  <a:pt x="0" y="81077"/>
                  <a:pt x="0" y="181305"/>
                </a:cubicBezTo>
                <a:cubicBezTo>
                  <a:pt x="0" y="281534"/>
                  <a:pt x="81152" y="362610"/>
                  <a:pt x="181474" y="362610"/>
                </a:cubicBezTo>
                <a:cubicBezTo>
                  <a:pt x="281796" y="362610"/>
                  <a:pt x="362948" y="281534"/>
                  <a:pt x="362948" y="181305"/>
                </a:cubicBezTo>
                <a:cubicBezTo>
                  <a:pt x="362948" y="181305"/>
                  <a:pt x="362948" y="181305"/>
                  <a:pt x="362948" y="181305"/>
                </a:cubicBezTo>
                <a:cubicBezTo>
                  <a:pt x="362948" y="81077"/>
                  <a:pt x="281796" y="0"/>
                  <a:pt x="181474" y="0"/>
                </a:cubicBezTo>
                <a:cubicBezTo>
                  <a:pt x="181474" y="0"/>
                  <a:pt x="181474" y="0"/>
                  <a:pt x="181474" y="0"/>
                </a:cubicBezTo>
                <a:close/>
                <a:moveTo>
                  <a:pt x="223009" y="282811"/>
                </a:moveTo>
                <a:cubicBezTo>
                  <a:pt x="223009" y="286641"/>
                  <a:pt x="220453" y="289195"/>
                  <a:pt x="216619" y="289195"/>
                </a:cubicBezTo>
                <a:lnTo>
                  <a:pt x="107351" y="289195"/>
                </a:lnTo>
                <a:cubicBezTo>
                  <a:pt x="103517" y="289195"/>
                  <a:pt x="100961" y="286641"/>
                  <a:pt x="100961" y="282811"/>
                </a:cubicBezTo>
                <a:lnTo>
                  <a:pt x="100961" y="79162"/>
                </a:lnTo>
                <a:cubicBezTo>
                  <a:pt x="100961" y="75331"/>
                  <a:pt x="103517" y="72778"/>
                  <a:pt x="107351" y="72778"/>
                </a:cubicBezTo>
                <a:lnTo>
                  <a:pt x="216619" y="72778"/>
                </a:lnTo>
                <a:cubicBezTo>
                  <a:pt x="220453" y="72778"/>
                  <a:pt x="223009" y="75331"/>
                  <a:pt x="223009" y="79162"/>
                </a:cubicBezTo>
                <a:lnTo>
                  <a:pt x="223009" y="144916"/>
                </a:lnTo>
                <a:cubicBezTo>
                  <a:pt x="223009" y="148747"/>
                  <a:pt x="220453" y="151300"/>
                  <a:pt x="216619" y="151300"/>
                </a:cubicBezTo>
                <a:cubicBezTo>
                  <a:pt x="212785" y="151300"/>
                  <a:pt x="210229" y="148747"/>
                  <a:pt x="210229" y="144916"/>
                </a:cubicBezTo>
                <a:lnTo>
                  <a:pt x="210229" y="85546"/>
                </a:lnTo>
                <a:lnTo>
                  <a:pt x="113741" y="85546"/>
                </a:lnTo>
                <a:lnTo>
                  <a:pt x="113741" y="276427"/>
                </a:lnTo>
                <a:lnTo>
                  <a:pt x="210229" y="276427"/>
                </a:lnTo>
                <a:lnTo>
                  <a:pt x="210229" y="217055"/>
                </a:lnTo>
                <a:cubicBezTo>
                  <a:pt x="210229" y="213225"/>
                  <a:pt x="212785" y="210671"/>
                  <a:pt x="216619" y="210671"/>
                </a:cubicBezTo>
                <a:cubicBezTo>
                  <a:pt x="220453" y="210671"/>
                  <a:pt x="223009" y="213225"/>
                  <a:pt x="223009" y="217055"/>
                </a:cubicBezTo>
                <a:lnTo>
                  <a:pt x="223009" y="282811"/>
                </a:lnTo>
                <a:close/>
                <a:moveTo>
                  <a:pt x="286908" y="185135"/>
                </a:moveTo>
                <a:lnTo>
                  <a:pt x="257515" y="214502"/>
                </a:lnTo>
                <a:cubicBezTo>
                  <a:pt x="256237" y="215779"/>
                  <a:pt x="254959" y="216417"/>
                  <a:pt x="253042" y="216417"/>
                </a:cubicBezTo>
                <a:cubicBezTo>
                  <a:pt x="251125" y="216417"/>
                  <a:pt x="249847" y="215779"/>
                  <a:pt x="248569" y="214502"/>
                </a:cubicBezTo>
                <a:cubicBezTo>
                  <a:pt x="246013" y="211948"/>
                  <a:pt x="246013" y="208118"/>
                  <a:pt x="248569" y="205564"/>
                </a:cubicBezTo>
                <a:lnTo>
                  <a:pt x="267100" y="187051"/>
                </a:lnTo>
                <a:lnTo>
                  <a:pt x="158471" y="187051"/>
                </a:lnTo>
                <a:cubicBezTo>
                  <a:pt x="154637" y="187051"/>
                  <a:pt x="152081" y="184497"/>
                  <a:pt x="152081" y="180667"/>
                </a:cubicBezTo>
                <a:cubicBezTo>
                  <a:pt x="152081" y="176836"/>
                  <a:pt x="154637" y="174283"/>
                  <a:pt x="158471" y="174283"/>
                </a:cubicBezTo>
                <a:lnTo>
                  <a:pt x="267100" y="174283"/>
                </a:lnTo>
                <a:lnTo>
                  <a:pt x="248569" y="155769"/>
                </a:lnTo>
                <a:cubicBezTo>
                  <a:pt x="246013" y="153216"/>
                  <a:pt x="246652" y="148747"/>
                  <a:pt x="249208" y="146832"/>
                </a:cubicBezTo>
                <a:cubicBezTo>
                  <a:pt x="251764" y="144916"/>
                  <a:pt x="254959" y="144916"/>
                  <a:pt x="257515" y="146832"/>
                </a:cubicBezTo>
                <a:lnTo>
                  <a:pt x="286908" y="176198"/>
                </a:lnTo>
                <a:cubicBezTo>
                  <a:pt x="287547" y="176836"/>
                  <a:pt x="288186" y="177475"/>
                  <a:pt x="288186" y="178113"/>
                </a:cubicBezTo>
                <a:cubicBezTo>
                  <a:pt x="288186" y="178752"/>
                  <a:pt x="288825" y="179390"/>
                  <a:pt x="288825" y="180028"/>
                </a:cubicBezTo>
                <a:cubicBezTo>
                  <a:pt x="288825" y="180028"/>
                  <a:pt x="288825" y="180028"/>
                  <a:pt x="288825" y="180667"/>
                </a:cubicBezTo>
                <a:cubicBezTo>
                  <a:pt x="288825" y="181305"/>
                  <a:pt x="288825" y="180667"/>
                  <a:pt x="288825" y="181305"/>
                </a:cubicBezTo>
                <a:cubicBezTo>
                  <a:pt x="288825" y="181944"/>
                  <a:pt x="288825" y="182582"/>
                  <a:pt x="288186" y="183220"/>
                </a:cubicBezTo>
                <a:cubicBezTo>
                  <a:pt x="287547" y="183859"/>
                  <a:pt x="286908" y="184497"/>
                  <a:pt x="286908" y="185135"/>
                </a:cubicBezTo>
                <a:lnTo>
                  <a:pt x="286908" y="185135"/>
                </a:lnTo>
                <a:close/>
              </a:path>
            </a:pathLst>
          </a:custGeom>
          <a:solidFill>
            <a:srgbClr val="007680"/>
          </a:solidFill>
          <a:ln w="6390" cap="flat">
            <a:noFill/>
            <a:prstDash val="solid"/>
            <a:miter/>
          </a:ln>
        </p:spPr>
        <p:txBody>
          <a:bodyPr rtlCol="0" anchor="ctr"/>
          <a:lstStyle/>
          <a:p>
            <a:endParaRPr lang="en-US"/>
          </a:p>
        </p:txBody>
      </p:sp>
      <p:grpSp>
        <p:nvGrpSpPr>
          <p:cNvPr id="1028" name="Graphic 5">
            <a:extLst>
              <a:ext uri="{FF2B5EF4-FFF2-40B4-BE49-F238E27FC236}">
                <a16:creationId xmlns:a16="http://schemas.microsoft.com/office/drawing/2014/main" id="{1948F3AB-33E1-3343-A6DF-D3BE24879EC8}"/>
              </a:ext>
            </a:extLst>
          </p:cNvPr>
          <p:cNvGrpSpPr/>
          <p:nvPr/>
        </p:nvGrpSpPr>
        <p:grpSpPr>
          <a:xfrm>
            <a:off x="2998797" y="3340900"/>
            <a:ext cx="362948" cy="361971"/>
            <a:chOff x="2998797" y="3340900"/>
            <a:chExt cx="362948" cy="361971"/>
          </a:xfrm>
          <a:solidFill>
            <a:srgbClr val="007680"/>
          </a:solidFill>
        </p:grpSpPr>
        <p:sp>
          <p:nvSpPr>
            <p:cNvPr id="1029" name="Graphic 5">
              <a:extLst>
                <a:ext uri="{FF2B5EF4-FFF2-40B4-BE49-F238E27FC236}">
                  <a16:creationId xmlns:a16="http://schemas.microsoft.com/office/drawing/2014/main" id="{AD1BAA4D-6697-D44C-B68A-0D26B49BB303}"/>
                </a:ext>
              </a:extLst>
            </p:cNvPr>
            <p:cNvSpPr/>
            <p:nvPr/>
          </p:nvSpPr>
          <p:spPr>
            <a:xfrm>
              <a:off x="3097841" y="3435383"/>
              <a:ext cx="165499" cy="121295"/>
            </a:xfrm>
            <a:custGeom>
              <a:avLst/>
              <a:gdLst>
                <a:gd name="connsiteX0" fmla="*/ 0 w 165499"/>
                <a:gd name="connsiteY0" fmla="*/ 0 h 121295"/>
                <a:gd name="connsiteX1" fmla="*/ 165499 w 165499"/>
                <a:gd name="connsiteY1" fmla="*/ 0 h 121295"/>
                <a:gd name="connsiteX2" fmla="*/ 165499 w 165499"/>
                <a:gd name="connsiteY2" fmla="*/ 121296 h 121295"/>
                <a:gd name="connsiteX3" fmla="*/ 0 w 165499"/>
                <a:gd name="connsiteY3" fmla="*/ 121296 h 121295"/>
              </a:gdLst>
              <a:ahLst/>
              <a:cxnLst>
                <a:cxn ang="0">
                  <a:pos x="connsiteX0" y="connsiteY0"/>
                </a:cxn>
                <a:cxn ang="0">
                  <a:pos x="connsiteX1" y="connsiteY1"/>
                </a:cxn>
                <a:cxn ang="0">
                  <a:pos x="connsiteX2" y="connsiteY2"/>
                </a:cxn>
                <a:cxn ang="0">
                  <a:pos x="connsiteX3" y="connsiteY3"/>
                </a:cxn>
              </a:cxnLst>
              <a:rect l="l" t="t" r="r" b="b"/>
              <a:pathLst>
                <a:path w="165499" h="121295">
                  <a:moveTo>
                    <a:pt x="0" y="0"/>
                  </a:moveTo>
                  <a:lnTo>
                    <a:pt x="165499" y="0"/>
                  </a:lnTo>
                  <a:lnTo>
                    <a:pt x="165499" y="121296"/>
                  </a:lnTo>
                  <a:lnTo>
                    <a:pt x="0" y="121296"/>
                  </a:lnTo>
                  <a:close/>
                </a:path>
              </a:pathLst>
            </a:custGeom>
            <a:solidFill>
              <a:srgbClr val="007680"/>
            </a:solidFill>
            <a:ln w="6390" cap="flat">
              <a:noFill/>
              <a:prstDash val="solid"/>
              <a:miter/>
            </a:ln>
          </p:spPr>
          <p:txBody>
            <a:bodyPr rtlCol="0" anchor="ctr"/>
            <a:lstStyle/>
            <a:p>
              <a:endParaRPr lang="en-US"/>
            </a:p>
          </p:txBody>
        </p:sp>
        <p:sp>
          <p:nvSpPr>
            <p:cNvPr id="1030" name="Graphic 5">
              <a:extLst>
                <a:ext uri="{FF2B5EF4-FFF2-40B4-BE49-F238E27FC236}">
                  <a16:creationId xmlns:a16="http://schemas.microsoft.com/office/drawing/2014/main" id="{B0D08A2B-3CFB-754E-A210-AF41BF1C70DF}"/>
                </a:ext>
              </a:extLst>
            </p:cNvPr>
            <p:cNvSpPr/>
            <p:nvPr/>
          </p:nvSpPr>
          <p:spPr>
            <a:xfrm>
              <a:off x="2998797" y="3340900"/>
              <a:ext cx="362948" cy="361971"/>
            </a:xfrm>
            <a:custGeom>
              <a:avLst/>
              <a:gdLst>
                <a:gd name="connsiteX0" fmla="*/ 181474 w 362948"/>
                <a:gd name="connsiteY0" fmla="*/ 0 h 361971"/>
                <a:gd name="connsiteX1" fmla="*/ 0 w 362948"/>
                <a:gd name="connsiteY1" fmla="*/ 180667 h 361971"/>
                <a:gd name="connsiteX2" fmla="*/ 181474 w 362948"/>
                <a:gd name="connsiteY2" fmla="*/ 361972 h 361971"/>
                <a:gd name="connsiteX3" fmla="*/ 362948 w 362948"/>
                <a:gd name="connsiteY3" fmla="*/ 180667 h 361971"/>
                <a:gd name="connsiteX4" fmla="*/ 362948 w 362948"/>
                <a:gd name="connsiteY4" fmla="*/ 180667 h 361971"/>
                <a:gd name="connsiteX5" fmla="*/ 181474 w 362948"/>
                <a:gd name="connsiteY5" fmla="*/ 0 h 361971"/>
                <a:gd name="connsiteX6" fmla="*/ 181474 w 362948"/>
                <a:gd name="connsiteY6" fmla="*/ 0 h 361971"/>
                <a:gd name="connsiteX7" fmla="*/ 277323 w 362948"/>
                <a:gd name="connsiteY7" fmla="*/ 221524 h 361971"/>
                <a:gd name="connsiteX8" fmla="*/ 270934 w 362948"/>
                <a:gd name="connsiteY8" fmla="*/ 227908 h 361971"/>
                <a:gd name="connsiteX9" fmla="*/ 220453 w 362948"/>
                <a:gd name="connsiteY9" fmla="*/ 227908 h 361971"/>
                <a:gd name="connsiteX10" fmla="*/ 239623 w 362948"/>
                <a:gd name="connsiteY10" fmla="*/ 278980 h 361971"/>
                <a:gd name="connsiteX11" fmla="*/ 235789 w 362948"/>
                <a:gd name="connsiteY11" fmla="*/ 287279 h 361971"/>
                <a:gd name="connsiteX12" fmla="*/ 235789 w 362948"/>
                <a:gd name="connsiteY12" fmla="*/ 287279 h 361971"/>
                <a:gd name="connsiteX13" fmla="*/ 233233 w 362948"/>
                <a:gd name="connsiteY13" fmla="*/ 287917 h 361971"/>
                <a:gd name="connsiteX14" fmla="*/ 227482 w 362948"/>
                <a:gd name="connsiteY14" fmla="*/ 283449 h 361971"/>
                <a:gd name="connsiteX15" fmla="*/ 207034 w 362948"/>
                <a:gd name="connsiteY15" fmla="*/ 227908 h 361971"/>
                <a:gd name="connsiteX16" fmla="*/ 187864 w 362948"/>
                <a:gd name="connsiteY16" fmla="*/ 227908 h 361971"/>
                <a:gd name="connsiteX17" fmla="*/ 187864 w 362948"/>
                <a:gd name="connsiteY17" fmla="*/ 258551 h 361971"/>
                <a:gd name="connsiteX18" fmla="*/ 181474 w 362948"/>
                <a:gd name="connsiteY18" fmla="*/ 264935 h 361971"/>
                <a:gd name="connsiteX19" fmla="*/ 175084 w 362948"/>
                <a:gd name="connsiteY19" fmla="*/ 258551 h 361971"/>
                <a:gd name="connsiteX20" fmla="*/ 175084 w 362948"/>
                <a:gd name="connsiteY20" fmla="*/ 227908 h 361971"/>
                <a:gd name="connsiteX21" fmla="*/ 155915 w 362948"/>
                <a:gd name="connsiteY21" fmla="*/ 227908 h 361971"/>
                <a:gd name="connsiteX22" fmla="*/ 135467 w 362948"/>
                <a:gd name="connsiteY22" fmla="*/ 283449 h 361971"/>
                <a:gd name="connsiteX23" fmla="*/ 129716 w 362948"/>
                <a:gd name="connsiteY23" fmla="*/ 287917 h 361971"/>
                <a:gd name="connsiteX24" fmla="*/ 127160 w 362948"/>
                <a:gd name="connsiteY24" fmla="*/ 287279 h 361971"/>
                <a:gd name="connsiteX25" fmla="*/ 123326 w 362948"/>
                <a:gd name="connsiteY25" fmla="*/ 278980 h 361971"/>
                <a:gd name="connsiteX26" fmla="*/ 123326 w 362948"/>
                <a:gd name="connsiteY26" fmla="*/ 278980 h 361971"/>
                <a:gd name="connsiteX27" fmla="*/ 142496 w 362948"/>
                <a:gd name="connsiteY27" fmla="*/ 227908 h 361971"/>
                <a:gd name="connsiteX28" fmla="*/ 92015 w 362948"/>
                <a:gd name="connsiteY28" fmla="*/ 227908 h 361971"/>
                <a:gd name="connsiteX29" fmla="*/ 85625 w 362948"/>
                <a:gd name="connsiteY29" fmla="*/ 221524 h 361971"/>
                <a:gd name="connsiteX30" fmla="*/ 85625 w 362948"/>
                <a:gd name="connsiteY30" fmla="*/ 87461 h 361971"/>
                <a:gd name="connsiteX31" fmla="*/ 92015 w 362948"/>
                <a:gd name="connsiteY31" fmla="*/ 81077 h 361971"/>
                <a:gd name="connsiteX32" fmla="*/ 175084 w 362948"/>
                <a:gd name="connsiteY32" fmla="*/ 81077 h 361971"/>
                <a:gd name="connsiteX33" fmla="*/ 175084 w 362948"/>
                <a:gd name="connsiteY33" fmla="*/ 79800 h 361971"/>
                <a:gd name="connsiteX34" fmla="*/ 181474 w 362948"/>
                <a:gd name="connsiteY34" fmla="*/ 73416 h 361971"/>
                <a:gd name="connsiteX35" fmla="*/ 187864 w 362948"/>
                <a:gd name="connsiteY35" fmla="*/ 79800 h 361971"/>
                <a:gd name="connsiteX36" fmla="*/ 187864 w 362948"/>
                <a:gd name="connsiteY36" fmla="*/ 81077 h 361971"/>
                <a:gd name="connsiteX37" fmla="*/ 270934 w 362948"/>
                <a:gd name="connsiteY37" fmla="*/ 81077 h 361971"/>
                <a:gd name="connsiteX38" fmla="*/ 277323 w 362948"/>
                <a:gd name="connsiteY38" fmla="*/ 87461 h 361971"/>
                <a:gd name="connsiteX39" fmla="*/ 277323 w 362948"/>
                <a:gd name="connsiteY39" fmla="*/ 22152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2948" h="361971">
                  <a:moveTo>
                    <a:pt x="181474" y="0"/>
                  </a:moveTo>
                  <a:cubicBezTo>
                    <a:pt x="81152" y="0"/>
                    <a:pt x="0" y="81077"/>
                    <a:pt x="0" y="180667"/>
                  </a:cubicBezTo>
                  <a:cubicBezTo>
                    <a:pt x="0" y="280895"/>
                    <a:pt x="81152" y="361972"/>
                    <a:pt x="181474" y="361972"/>
                  </a:cubicBezTo>
                  <a:cubicBezTo>
                    <a:pt x="281796" y="361972"/>
                    <a:pt x="362948" y="280895"/>
                    <a:pt x="362948" y="180667"/>
                  </a:cubicBezTo>
                  <a:cubicBezTo>
                    <a:pt x="362948" y="180667"/>
                    <a:pt x="362948" y="180667"/>
                    <a:pt x="362948" y="180667"/>
                  </a:cubicBezTo>
                  <a:cubicBezTo>
                    <a:pt x="362948" y="80438"/>
                    <a:pt x="281796" y="0"/>
                    <a:pt x="181474" y="0"/>
                  </a:cubicBezTo>
                  <a:cubicBezTo>
                    <a:pt x="181474" y="0"/>
                    <a:pt x="181474" y="0"/>
                    <a:pt x="181474" y="0"/>
                  </a:cubicBezTo>
                  <a:close/>
                  <a:moveTo>
                    <a:pt x="277323" y="221524"/>
                  </a:moveTo>
                  <a:cubicBezTo>
                    <a:pt x="277323" y="225355"/>
                    <a:pt x="274767" y="227908"/>
                    <a:pt x="270934" y="227908"/>
                  </a:cubicBezTo>
                  <a:lnTo>
                    <a:pt x="220453" y="227908"/>
                  </a:lnTo>
                  <a:lnTo>
                    <a:pt x="239623" y="278980"/>
                  </a:lnTo>
                  <a:cubicBezTo>
                    <a:pt x="240901" y="282172"/>
                    <a:pt x="238984" y="286002"/>
                    <a:pt x="235789" y="287279"/>
                  </a:cubicBezTo>
                  <a:cubicBezTo>
                    <a:pt x="235789" y="287279"/>
                    <a:pt x="235789" y="287279"/>
                    <a:pt x="235789" y="287279"/>
                  </a:cubicBezTo>
                  <a:cubicBezTo>
                    <a:pt x="235150" y="287279"/>
                    <a:pt x="234511" y="287917"/>
                    <a:pt x="233233" y="287917"/>
                  </a:cubicBezTo>
                  <a:cubicBezTo>
                    <a:pt x="230677" y="287917"/>
                    <a:pt x="228121" y="286002"/>
                    <a:pt x="227482" y="283449"/>
                  </a:cubicBezTo>
                  <a:lnTo>
                    <a:pt x="207034" y="227908"/>
                  </a:lnTo>
                  <a:lnTo>
                    <a:pt x="187864" y="227908"/>
                  </a:lnTo>
                  <a:lnTo>
                    <a:pt x="187864" y="258551"/>
                  </a:lnTo>
                  <a:cubicBezTo>
                    <a:pt x="187864" y="262382"/>
                    <a:pt x="185308" y="264935"/>
                    <a:pt x="181474" y="264935"/>
                  </a:cubicBezTo>
                  <a:cubicBezTo>
                    <a:pt x="177640" y="264935"/>
                    <a:pt x="175084" y="262382"/>
                    <a:pt x="175084" y="258551"/>
                  </a:cubicBezTo>
                  <a:lnTo>
                    <a:pt x="175084" y="227908"/>
                  </a:lnTo>
                  <a:lnTo>
                    <a:pt x="155915" y="227908"/>
                  </a:lnTo>
                  <a:lnTo>
                    <a:pt x="135467" y="283449"/>
                  </a:lnTo>
                  <a:cubicBezTo>
                    <a:pt x="134828" y="286002"/>
                    <a:pt x="132272" y="287917"/>
                    <a:pt x="129716" y="287917"/>
                  </a:cubicBezTo>
                  <a:cubicBezTo>
                    <a:pt x="129077" y="287917"/>
                    <a:pt x="128438" y="287917"/>
                    <a:pt x="127160" y="287279"/>
                  </a:cubicBezTo>
                  <a:cubicBezTo>
                    <a:pt x="123965" y="286002"/>
                    <a:pt x="122048" y="282172"/>
                    <a:pt x="123326" y="278980"/>
                  </a:cubicBezTo>
                  <a:cubicBezTo>
                    <a:pt x="123326" y="278980"/>
                    <a:pt x="123326" y="278980"/>
                    <a:pt x="123326" y="278980"/>
                  </a:cubicBezTo>
                  <a:lnTo>
                    <a:pt x="142496" y="227908"/>
                  </a:lnTo>
                  <a:lnTo>
                    <a:pt x="92015" y="227908"/>
                  </a:lnTo>
                  <a:cubicBezTo>
                    <a:pt x="88181" y="227908"/>
                    <a:pt x="85625" y="225355"/>
                    <a:pt x="85625" y="221524"/>
                  </a:cubicBezTo>
                  <a:lnTo>
                    <a:pt x="85625" y="87461"/>
                  </a:lnTo>
                  <a:cubicBezTo>
                    <a:pt x="85625" y="83630"/>
                    <a:pt x="88181" y="81077"/>
                    <a:pt x="92015" y="81077"/>
                  </a:cubicBezTo>
                  <a:lnTo>
                    <a:pt x="175084" y="81077"/>
                  </a:lnTo>
                  <a:lnTo>
                    <a:pt x="175084" y="79800"/>
                  </a:lnTo>
                  <a:cubicBezTo>
                    <a:pt x="175084" y="75969"/>
                    <a:pt x="177640" y="73416"/>
                    <a:pt x="181474" y="73416"/>
                  </a:cubicBezTo>
                  <a:cubicBezTo>
                    <a:pt x="185308" y="73416"/>
                    <a:pt x="187864" y="75969"/>
                    <a:pt x="187864" y="79800"/>
                  </a:cubicBezTo>
                  <a:lnTo>
                    <a:pt x="187864" y="81077"/>
                  </a:lnTo>
                  <a:lnTo>
                    <a:pt x="270934" y="81077"/>
                  </a:lnTo>
                  <a:cubicBezTo>
                    <a:pt x="274767" y="81077"/>
                    <a:pt x="277323" y="83630"/>
                    <a:pt x="277323" y="87461"/>
                  </a:cubicBezTo>
                  <a:lnTo>
                    <a:pt x="277323" y="221524"/>
                  </a:lnTo>
                  <a:close/>
                </a:path>
              </a:pathLst>
            </a:custGeom>
            <a:solidFill>
              <a:srgbClr val="007680"/>
            </a:solidFill>
            <a:ln w="6390" cap="flat">
              <a:noFill/>
              <a:prstDash val="solid"/>
              <a:miter/>
            </a:ln>
          </p:spPr>
          <p:txBody>
            <a:bodyPr rtlCol="0" anchor="ctr"/>
            <a:lstStyle/>
            <a:p>
              <a:endParaRPr lang="en-US"/>
            </a:p>
          </p:txBody>
        </p:sp>
      </p:grpSp>
      <p:grpSp>
        <p:nvGrpSpPr>
          <p:cNvPr id="1031" name="Graphic 5">
            <a:extLst>
              <a:ext uri="{FF2B5EF4-FFF2-40B4-BE49-F238E27FC236}">
                <a16:creationId xmlns:a16="http://schemas.microsoft.com/office/drawing/2014/main" id="{812CA235-126E-6D4F-8BCE-76573799EE0D}"/>
              </a:ext>
            </a:extLst>
          </p:cNvPr>
          <p:cNvGrpSpPr/>
          <p:nvPr/>
        </p:nvGrpSpPr>
        <p:grpSpPr>
          <a:xfrm>
            <a:off x="2998797" y="3824806"/>
            <a:ext cx="362948" cy="361971"/>
            <a:chOff x="2998797" y="3824806"/>
            <a:chExt cx="362948" cy="361971"/>
          </a:xfrm>
          <a:solidFill>
            <a:srgbClr val="007680"/>
          </a:solidFill>
        </p:grpSpPr>
        <p:sp>
          <p:nvSpPr>
            <p:cNvPr id="1032" name="Graphic 5">
              <a:extLst>
                <a:ext uri="{FF2B5EF4-FFF2-40B4-BE49-F238E27FC236}">
                  <a16:creationId xmlns:a16="http://schemas.microsoft.com/office/drawing/2014/main" id="{512B096E-9FC4-3B4F-ACA0-3DD155A949F4}"/>
                </a:ext>
              </a:extLst>
            </p:cNvPr>
            <p:cNvSpPr/>
            <p:nvPr/>
          </p:nvSpPr>
          <p:spPr>
            <a:xfrm>
              <a:off x="3126596" y="3944825"/>
              <a:ext cx="107989" cy="61924"/>
            </a:xfrm>
            <a:custGeom>
              <a:avLst/>
              <a:gdLst>
                <a:gd name="connsiteX0" fmla="*/ 0 w 107989"/>
                <a:gd name="connsiteY0" fmla="*/ 0 h 61924"/>
                <a:gd name="connsiteX1" fmla="*/ 107990 w 107989"/>
                <a:gd name="connsiteY1" fmla="*/ 0 h 61924"/>
                <a:gd name="connsiteX2" fmla="*/ 107990 w 107989"/>
                <a:gd name="connsiteY2" fmla="*/ 61925 h 61924"/>
                <a:gd name="connsiteX3" fmla="*/ 0 w 107989"/>
                <a:gd name="connsiteY3" fmla="*/ 61925 h 61924"/>
              </a:gdLst>
              <a:ahLst/>
              <a:cxnLst>
                <a:cxn ang="0">
                  <a:pos x="connsiteX0" y="connsiteY0"/>
                </a:cxn>
                <a:cxn ang="0">
                  <a:pos x="connsiteX1" y="connsiteY1"/>
                </a:cxn>
                <a:cxn ang="0">
                  <a:pos x="connsiteX2" y="connsiteY2"/>
                </a:cxn>
                <a:cxn ang="0">
                  <a:pos x="connsiteX3" y="connsiteY3"/>
                </a:cxn>
              </a:cxnLst>
              <a:rect l="l" t="t" r="r" b="b"/>
              <a:pathLst>
                <a:path w="107989" h="61924">
                  <a:moveTo>
                    <a:pt x="0" y="0"/>
                  </a:moveTo>
                  <a:lnTo>
                    <a:pt x="107990" y="0"/>
                  </a:lnTo>
                  <a:lnTo>
                    <a:pt x="107990" y="61925"/>
                  </a:lnTo>
                  <a:lnTo>
                    <a:pt x="0" y="61925"/>
                  </a:lnTo>
                  <a:close/>
                </a:path>
              </a:pathLst>
            </a:custGeom>
            <a:solidFill>
              <a:srgbClr val="007680"/>
            </a:solidFill>
            <a:ln w="6390" cap="flat">
              <a:noFill/>
              <a:prstDash val="solid"/>
              <a:miter/>
            </a:ln>
          </p:spPr>
          <p:txBody>
            <a:bodyPr rtlCol="0" anchor="ctr"/>
            <a:lstStyle/>
            <a:p>
              <a:endParaRPr lang="en-US"/>
            </a:p>
          </p:txBody>
        </p:sp>
        <p:sp>
          <p:nvSpPr>
            <p:cNvPr id="1033" name="Graphic 5">
              <a:extLst>
                <a:ext uri="{FF2B5EF4-FFF2-40B4-BE49-F238E27FC236}">
                  <a16:creationId xmlns:a16="http://schemas.microsoft.com/office/drawing/2014/main" id="{D135DB4A-B670-E148-90DE-50202F138D01}"/>
                </a:ext>
              </a:extLst>
            </p:cNvPr>
            <p:cNvSpPr/>
            <p:nvPr/>
          </p:nvSpPr>
          <p:spPr>
            <a:xfrm>
              <a:off x="3096563" y="3914820"/>
              <a:ext cx="168055" cy="123211"/>
            </a:xfrm>
            <a:custGeom>
              <a:avLst/>
              <a:gdLst>
                <a:gd name="connsiteX0" fmla="*/ 0 w 168055"/>
                <a:gd name="connsiteY0" fmla="*/ 123211 h 123211"/>
                <a:gd name="connsiteX1" fmla="*/ 168055 w 168055"/>
                <a:gd name="connsiteY1" fmla="*/ 123211 h 123211"/>
                <a:gd name="connsiteX2" fmla="*/ 168055 w 168055"/>
                <a:gd name="connsiteY2" fmla="*/ 0 h 123211"/>
                <a:gd name="connsiteX3" fmla="*/ 0 w 168055"/>
                <a:gd name="connsiteY3" fmla="*/ 0 h 123211"/>
                <a:gd name="connsiteX4" fmla="*/ 0 w 168055"/>
                <a:gd name="connsiteY4" fmla="*/ 123211 h 123211"/>
                <a:gd name="connsiteX5" fmla="*/ 17253 w 168055"/>
                <a:gd name="connsiteY5" fmla="*/ 23621 h 123211"/>
                <a:gd name="connsiteX6" fmla="*/ 23643 w 168055"/>
                <a:gd name="connsiteY6" fmla="*/ 17237 h 123211"/>
                <a:gd name="connsiteX7" fmla="*/ 144413 w 168055"/>
                <a:gd name="connsiteY7" fmla="*/ 17237 h 123211"/>
                <a:gd name="connsiteX8" fmla="*/ 150803 w 168055"/>
                <a:gd name="connsiteY8" fmla="*/ 23621 h 123211"/>
                <a:gd name="connsiteX9" fmla="*/ 150803 w 168055"/>
                <a:gd name="connsiteY9" fmla="*/ 98313 h 123211"/>
                <a:gd name="connsiteX10" fmla="*/ 144413 w 168055"/>
                <a:gd name="connsiteY10" fmla="*/ 104697 h 123211"/>
                <a:gd name="connsiteX11" fmla="*/ 23643 w 168055"/>
                <a:gd name="connsiteY11" fmla="*/ 104697 h 123211"/>
                <a:gd name="connsiteX12" fmla="*/ 17253 w 168055"/>
                <a:gd name="connsiteY12" fmla="*/ 98313 h 123211"/>
                <a:gd name="connsiteX13" fmla="*/ 17253 w 168055"/>
                <a:gd name="connsiteY13" fmla="*/ 23621 h 123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055" h="123211">
                  <a:moveTo>
                    <a:pt x="0" y="123211"/>
                  </a:moveTo>
                  <a:lnTo>
                    <a:pt x="168055" y="123211"/>
                  </a:lnTo>
                  <a:lnTo>
                    <a:pt x="168055" y="0"/>
                  </a:lnTo>
                  <a:lnTo>
                    <a:pt x="0" y="0"/>
                  </a:lnTo>
                  <a:lnTo>
                    <a:pt x="0" y="123211"/>
                  </a:lnTo>
                  <a:close/>
                  <a:moveTo>
                    <a:pt x="17253" y="23621"/>
                  </a:moveTo>
                  <a:cubicBezTo>
                    <a:pt x="17253" y="19791"/>
                    <a:pt x="19809" y="17237"/>
                    <a:pt x="23643" y="17237"/>
                  </a:cubicBezTo>
                  <a:lnTo>
                    <a:pt x="144413" y="17237"/>
                  </a:lnTo>
                  <a:cubicBezTo>
                    <a:pt x="148246" y="17237"/>
                    <a:pt x="150803" y="19791"/>
                    <a:pt x="150803" y="23621"/>
                  </a:cubicBezTo>
                  <a:lnTo>
                    <a:pt x="150803" y="98313"/>
                  </a:lnTo>
                  <a:cubicBezTo>
                    <a:pt x="150803" y="102144"/>
                    <a:pt x="148246" y="104697"/>
                    <a:pt x="144413" y="104697"/>
                  </a:cubicBezTo>
                  <a:lnTo>
                    <a:pt x="23643" y="104697"/>
                  </a:lnTo>
                  <a:cubicBezTo>
                    <a:pt x="19809" y="104697"/>
                    <a:pt x="17253" y="102144"/>
                    <a:pt x="17253" y="98313"/>
                  </a:cubicBezTo>
                  <a:lnTo>
                    <a:pt x="17253" y="23621"/>
                  </a:lnTo>
                  <a:close/>
                </a:path>
              </a:pathLst>
            </a:custGeom>
            <a:solidFill>
              <a:srgbClr val="007680"/>
            </a:solidFill>
            <a:ln w="6390" cap="flat">
              <a:noFill/>
              <a:prstDash val="solid"/>
              <a:miter/>
            </a:ln>
          </p:spPr>
          <p:txBody>
            <a:bodyPr rtlCol="0" anchor="ctr"/>
            <a:lstStyle/>
            <a:p>
              <a:endParaRPr lang="en-US"/>
            </a:p>
          </p:txBody>
        </p:sp>
        <p:sp>
          <p:nvSpPr>
            <p:cNvPr id="1034" name="Graphic 5">
              <a:extLst>
                <a:ext uri="{FF2B5EF4-FFF2-40B4-BE49-F238E27FC236}">
                  <a16:creationId xmlns:a16="http://schemas.microsoft.com/office/drawing/2014/main" id="{9B4A3C24-51C3-074D-9AD5-FC9E94541058}"/>
                </a:ext>
              </a:extLst>
            </p:cNvPr>
            <p:cNvSpPr/>
            <p:nvPr/>
          </p:nvSpPr>
          <p:spPr>
            <a:xfrm>
              <a:off x="2998797" y="3824806"/>
              <a:ext cx="362948" cy="361971"/>
            </a:xfrm>
            <a:custGeom>
              <a:avLst/>
              <a:gdLst>
                <a:gd name="connsiteX0" fmla="*/ 181474 w 362948"/>
                <a:gd name="connsiteY0" fmla="*/ 0 h 361971"/>
                <a:gd name="connsiteX1" fmla="*/ 0 w 362948"/>
                <a:gd name="connsiteY1" fmla="*/ 180667 h 361971"/>
                <a:gd name="connsiteX2" fmla="*/ 181474 w 362948"/>
                <a:gd name="connsiteY2" fmla="*/ 361972 h 361971"/>
                <a:gd name="connsiteX3" fmla="*/ 362948 w 362948"/>
                <a:gd name="connsiteY3" fmla="*/ 180667 h 361971"/>
                <a:gd name="connsiteX4" fmla="*/ 362948 w 362948"/>
                <a:gd name="connsiteY4" fmla="*/ 180667 h 361971"/>
                <a:gd name="connsiteX5" fmla="*/ 181474 w 362948"/>
                <a:gd name="connsiteY5" fmla="*/ 0 h 361971"/>
                <a:gd name="connsiteX6" fmla="*/ 181474 w 362948"/>
                <a:gd name="connsiteY6" fmla="*/ 0 h 361971"/>
                <a:gd name="connsiteX7" fmla="*/ 278602 w 362948"/>
                <a:gd name="connsiteY7" fmla="*/ 219609 h 361971"/>
                <a:gd name="connsiteX8" fmla="*/ 272211 w 362948"/>
                <a:gd name="connsiteY8" fmla="*/ 225993 h 361971"/>
                <a:gd name="connsiteX9" fmla="*/ 263266 w 362948"/>
                <a:gd name="connsiteY9" fmla="*/ 225993 h 361971"/>
                <a:gd name="connsiteX10" fmla="*/ 263266 w 362948"/>
                <a:gd name="connsiteY10" fmla="*/ 279618 h 361971"/>
                <a:gd name="connsiteX11" fmla="*/ 256876 w 362948"/>
                <a:gd name="connsiteY11" fmla="*/ 286002 h 361971"/>
                <a:gd name="connsiteX12" fmla="*/ 106712 w 362948"/>
                <a:gd name="connsiteY12" fmla="*/ 286002 h 361971"/>
                <a:gd name="connsiteX13" fmla="*/ 100322 w 362948"/>
                <a:gd name="connsiteY13" fmla="*/ 279618 h 361971"/>
                <a:gd name="connsiteX14" fmla="*/ 100322 w 362948"/>
                <a:gd name="connsiteY14" fmla="*/ 225993 h 361971"/>
                <a:gd name="connsiteX15" fmla="*/ 91376 w 362948"/>
                <a:gd name="connsiteY15" fmla="*/ 225993 h 361971"/>
                <a:gd name="connsiteX16" fmla="*/ 84986 w 362948"/>
                <a:gd name="connsiteY16" fmla="*/ 219609 h 361971"/>
                <a:gd name="connsiteX17" fmla="*/ 84986 w 362948"/>
                <a:gd name="connsiteY17" fmla="*/ 83630 h 361971"/>
                <a:gd name="connsiteX18" fmla="*/ 91376 w 362948"/>
                <a:gd name="connsiteY18" fmla="*/ 77246 h 361971"/>
                <a:gd name="connsiteX19" fmla="*/ 272211 w 362948"/>
                <a:gd name="connsiteY19" fmla="*/ 77246 h 361971"/>
                <a:gd name="connsiteX20" fmla="*/ 278602 w 362948"/>
                <a:gd name="connsiteY20" fmla="*/ 83630 h 361971"/>
                <a:gd name="connsiteX21" fmla="*/ 278602 w 362948"/>
                <a:gd name="connsiteY21" fmla="*/ 83630 h 361971"/>
                <a:gd name="connsiteX22" fmla="*/ 278602 w 362948"/>
                <a:gd name="connsiteY22" fmla="*/ 21960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2948" h="361971">
                  <a:moveTo>
                    <a:pt x="181474" y="0"/>
                  </a:moveTo>
                  <a:cubicBezTo>
                    <a:pt x="81152" y="0"/>
                    <a:pt x="0" y="81077"/>
                    <a:pt x="0" y="180667"/>
                  </a:cubicBezTo>
                  <a:cubicBezTo>
                    <a:pt x="0" y="280895"/>
                    <a:pt x="81152" y="361972"/>
                    <a:pt x="181474" y="361972"/>
                  </a:cubicBezTo>
                  <a:cubicBezTo>
                    <a:pt x="281796" y="361972"/>
                    <a:pt x="362948" y="280895"/>
                    <a:pt x="362948" y="180667"/>
                  </a:cubicBezTo>
                  <a:lnTo>
                    <a:pt x="362948" y="180667"/>
                  </a:lnTo>
                  <a:cubicBezTo>
                    <a:pt x="362948" y="81077"/>
                    <a:pt x="281796" y="0"/>
                    <a:pt x="181474" y="0"/>
                  </a:cubicBezTo>
                  <a:cubicBezTo>
                    <a:pt x="181474" y="0"/>
                    <a:pt x="181474" y="0"/>
                    <a:pt x="181474" y="0"/>
                  </a:cubicBezTo>
                  <a:close/>
                  <a:moveTo>
                    <a:pt x="278602" y="219609"/>
                  </a:moveTo>
                  <a:cubicBezTo>
                    <a:pt x="278602" y="223439"/>
                    <a:pt x="276045" y="225993"/>
                    <a:pt x="272211" y="225993"/>
                  </a:cubicBezTo>
                  <a:lnTo>
                    <a:pt x="263266" y="225993"/>
                  </a:lnTo>
                  <a:lnTo>
                    <a:pt x="263266" y="279618"/>
                  </a:lnTo>
                  <a:cubicBezTo>
                    <a:pt x="263266" y="283449"/>
                    <a:pt x="260710" y="286002"/>
                    <a:pt x="256876" y="286002"/>
                  </a:cubicBezTo>
                  <a:lnTo>
                    <a:pt x="106712" y="286002"/>
                  </a:lnTo>
                  <a:cubicBezTo>
                    <a:pt x="102878" y="286002"/>
                    <a:pt x="100322" y="283449"/>
                    <a:pt x="100322" y="279618"/>
                  </a:cubicBezTo>
                  <a:lnTo>
                    <a:pt x="100322" y="225993"/>
                  </a:lnTo>
                  <a:lnTo>
                    <a:pt x="91376" y="225993"/>
                  </a:lnTo>
                  <a:cubicBezTo>
                    <a:pt x="87542" y="225993"/>
                    <a:pt x="84986" y="223439"/>
                    <a:pt x="84986" y="219609"/>
                  </a:cubicBezTo>
                  <a:lnTo>
                    <a:pt x="84986" y="83630"/>
                  </a:lnTo>
                  <a:cubicBezTo>
                    <a:pt x="84986" y="79800"/>
                    <a:pt x="87542" y="77246"/>
                    <a:pt x="91376" y="77246"/>
                  </a:cubicBezTo>
                  <a:lnTo>
                    <a:pt x="272211" y="77246"/>
                  </a:lnTo>
                  <a:cubicBezTo>
                    <a:pt x="276045" y="77246"/>
                    <a:pt x="278602" y="79800"/>
                    <a:pt x="278602" y="83630"/>
                  </a:cubicBezTo>
                  <a:cubicBezTo>
                    <a:pt x="278602" y="83630"/>
                    <a:pt x="278602" y="83630"/>
                    <a:pt x="278602" y="83630"/>
                  </a:cubicBezTo>
                  <a:lnTo>
                    <a:pt x="278602" y="219609"/>
                  </a:lnTo>
                  <a:close/>
                </a:path>
              </a:pathLst>
            </a:custGeom>
            <a:solidFill>
              <a:srgbClr val="007680"/>
            </a:solidFill>
            <a:ln w="6390" cap="flat">
              <a:noFill/>
              <a:prstDash val="solid"/>
              <a:miter/>
            </a:ln>
          </p:spPr>
          <p:txBody>
            <a:bodyPr rtlCol="0" anchor="ctr"/>
            <a:lstStyle/>
            <a:p>
              <a:endParaRPr lang="en-US"/>
            </a:p>
          </p:txBody>
        </p:sp>
        <p:sp>
          <p:nvSpPr>
            <p:cNvPr id="1035" name="Graphic 5">
              <a:extLst>
                <a:ext uri="{FF2B5EF4-FFF2-40B4-BE49-F238E27FC236}">
                  <a16:creationId xmlns:a16="http://schemas.microsoft.com/office/drawing/2014/main" id="{9B511B0E-3EB0-3345-9BCD-283399DA5C52}"/>
                </a:ext>
              </a:extLst>
            </p:cNvPr>
            <p:cNvSpPr/>
            <p:nvPr/>
          </p:nvSpPr>
          <p:spPr>
            <a:xfrm>
              <a:off x="3111899" y="4050160"/>
              <a:ext cx="137383" cy="47241"/>
            </a:xfrm>
            <a:custGeom>
              <a:avLst/>
              <a:gdLst>
                <a:gd name="connsiteX0" fmla="*/ 0 w 137383"/>
                <a:gd name="connsiteY0" fmla="*/ 47242 h 47241"/>
                <a:gd name="connsiteX1" fmla="*/ 137384 w 137383"/>
                <a:gd name="connsiteY1" fmla="*/ 47242 h 47241"/>
                <a:gd name="connsiteX2" fmla="*/ 137384 w 137383"/>
                <a:gd name="connsiteY2" fmla="*/ 0 h 47241"/>
                <a:gd name="connsiteX3" fmla="*/ 0 w 137383"/>
                <a:gd name="connsiteY3" fmla="*/ 0 h 47241"/>
                <a:gd name="connsiteX4" fmla="*/ 0 w 137383"/>
                <a:gd name="connsiteY4" fmla="*/ 47242 h 47241"/>
                <a:gd name="connsiteX5" fmla="*/ 114380 w 137383"/>
                <a:gd name="connsiteY5" fmla="*/ 16599 h 47241"/>
                <a:gd name="connsiteX6" fmla="*/ 121409 w 137383"/>
                <a:gd name="connsiteY6" fmla="*/ 23621 h 47241"/>
                <a:gd name="connsiteX7" fmla="*/ 114380 w 137383"/>
                <a:gd name="connsiteY7" fmla="*/ 30643 h 47241"/>
                <a:gd name="connsiteX8" fmla="*/ 107351 w 137383"/>
                <a:gd name="connsiteY8" fmla="*/ 23621 h 47241"/>
                <a:gd name="connsiteX9" fmla="*/ 107351 w 137383"/>
                <a:gd name="connsiteY9" fmla="*/ 23621 h 47241"/>
                <a:gd name="connsiteX10" fmla="*/ 114380 w 137383"/>
                <a:gd name="connsiteY10" fmla="*/ 16599 h 47241"/>
                <a:gd name="connsiteX11" fmla="*/ 114380 w 137383"/>
                <a:gd name="connsiteY11" fmla="*/ 16599 h 47241"/>
                <a:gd name="connsiteX12" fmla="*/ 20448 w 137383"/>
                <a:gd name="connsiteY12" fmla="*/ 17237 h 47241"/>
                <a:gd name="connsiteX13" fmla="*/ 61343 w 137383"/>
                <a:gd name="connsiteY13" fmla="*/ 17237 h 47241"/>
                <a:gd name="connsiteX14" fmla="*/ 67733 w 137383"/>
                <a:gd name="connsiteY14" fmla="*/ 23621 h 47241"/>
                <a:gd name="connsiteX15" fmla="*/ 61343 w 137383"/>
                <a:gd name="connsiteY15" fmla="*/ 30005 h 47241"/>
                <a:gd name="connsiteX16" fmla="*/ 20448 w 137383"/>
                <a:gd name="connsiteY16" fmla="*/ 30005 h 47241"/>
                <a:gd name="connsiteX17" fmla="*/ 14058 w 137383"/>
                <a:gd name="connsiteY17" fmla="*/ 23621 h 47241"/>
                <a:gd name="connsiteX18" fmla="*/ 20448 w 137383"/>
                <a:gd name="connsiteY18" fmla="*/ 17237 h 4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7383" h="47241">
                  <a:moveTo>
                    <a:pt x="0" y="47242"/>
                  </a:moveTo>
                  <a:lnTo>
                    <a:pt x="137384" y="47242"/>
                  </a:lnTo>
                  <a:lnTo>
                    <a:pt x="137384" y="0"/>
                  </a:lnTo>
                  <a:lnTo>
                    <a:pt x="0" y="0"/>
                  </a:lnTo>
                  <a:lnTo>
                    <a:pt x="0" y="47242"/>
                  </a:lnTo>
                  <a:close/>
                  <a:moveTo>
                    <a:pt x="114380" y="16599"/>
                  </a:moveTo>
                  <a:cubicBezTo>
                    <a:pt x="118214" y="16599"/>
                    <a:pt x="121409" y="19791"/>
                    <a:pt x="121409" y="23621"/>
                  </a:cubicBezTo>
                  <a:cubicBezTo>
                    <a:pt x="121409" y="27451"/>
                    <a:pt x="118214" y="30643"/>
                    <a:pt x="114380" y="30643"/>
                  </a:cubicBezTo>
                  <a:cubicBezTo>
                    <a:pt x="110546" y="30643"/>
                    <a:pt x="107351" y="27451"/>
                    <a:pt x="107351" y="23621"/>
                  </a:cubicBezTo>
                  <a:cubicBezTo>
                    <a:pt x="107351" y="23621"/>
                    <a:pt x="107351" y="23621"/>
                    <a:pt x="107351" y="23621"/>
                  </a:cubicBezTo>
                  <a:cubicBezTo>
                    <a:pt x="107351" y="20429"/>
                    <a:pt x="110546" y="17237"/>
                    <a:pt x="114380" y="16599"/>
                  </a:cubicBezTo>
                  <a:lnTo>
                    <a:pt x="114380" y="16599"/>
                  </a:lnTo>
                  <a:close/>
                  <a:moveTo>
                    <a:pt x="20448" y="17237"/>
                  </a:moveTo>
                  <a:lnTo>
                    <a:pt x="61343" y="17237"/>
                  </a:lnTo>
                  <a:cubicBezTo>
                    <a:pt x="65177" y="17237"/>
                    <a:pt x="67733" y="19791"/>
                    <a:pt x="67733" y="23621"/>
                  </a:cubicBezTo>
                  <a:cubicBezTo>
                    <a:pt x="67733" y="27451"/>
                    <a:pt x="65177" y="30005"/>
                    <a:pt x="61343" y="30005"/>
                  </a:cubicBezTo>
                  <a:lnTo>
                    <a:pt x="20448" y="30005"/>
                  </a:lnTo>
                  <a:cubicBezTo>
                    <a:pt x="16614" y="30005"/>
                    <a:pt x="14058" y="27451"/>
                    <a:pt x="14058" y="23621"/>
                  </a:cubicBezTo>
                  <a:cubicBezTo>
                    <a:pt x="14058" y="19791"/>
                    <a:pt x="16614" y="17237"/>
                    <a:pt x="20448" y="17237"/>
                  </a:cubicBezTo>
                  <a:close/>
                </a:path>
              </a:pathLst>
            </a:custGeom>
            <a:solidFill>
              <a:srgbClr val="007680"/>
            </a:solidFill>
            <a:ln w="6390" cap="flat">
              <a:noFill/>
              <a:prstDash val="solid"/>
              <a:miter/>
            </a:ln>
          </p:spPr>
          <p:txBody>
            <a:bodyPr rtlCol="0" anchor="ctr"/>
            <a:lstStyle/>
            <a:p>
              <a:endParaRPr lang="en-US"/>
            </a:p>
          </p:txBody>
        </p:sp>
      </p:grpSp>
      <p:grpSp>
        <p:nvGrpSpPr>
          <p:cNvPr id="1036" name="Graphic 5">
            <a:extLst>
              <a:ext uri="{FF2B5EF4-FFF2-40B4-BE49-F238E27FC236}">
                <a16:creationId xmlns:a16="http://schemas.microsoft.com/office/drawing/2014/main" id="{428AE7D8-636F-024B-9A06-2907D1BF1D88}"/>
              </a:ext>
            </a:extLst>
          </p:cNvPr>
          <p:cNvGrpSpPr/>
          <p:nvPr/>
        </p:nvGrpSpPr>
        <p:grpSpPr>
          <a:xfrm>
            <a:off x="10326138" y="2856356"/>
            <a:ext cx="361670" cy="361971"/>
            <a:chOff x="10326138" y="2856356"/>
            <a:chExt cx="361670" cy="361971"/>
          </a:xfrm>
          <a:solidFill>
            <a:srgbClr val="007680"/>
          </a:solidFill>
        </p:grpSpPr>
        <p:sp>
          <p:nvSpPr>
            <p:cNvPr id="1037" name="Graphic 5">
              <a:extLst>
                <a:ext uri="{FF2B5EF4-FFF2-40B4-BE49-F238E27FC236}">
                  <a16:creationId xmlns:a16="http://schemas.microsoft.com/office/drawing/2014/main" id="{8795CDF0-50B1-C24D-9BDA-CA336D4F5A07}"/>
                </a:ext>
              </a:extLst>
            </p:cNvPr>
            <p:cNvSpPr/>
            <p:nvPr/>
          </p:nvSpPr>
          <p:spPr>
            <a:xfrm>
              <a:off x="10326138" y="2856356"/>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102878 w 361670"/>
                <a:gd name="connsiteY6" fmla="*/ 241953 h 361971"/>
                <a:gd name="connsiteX7" fmla="*/ 104156 w 361670"/>
                <a:gd name="connsiteY7" fmla="*/ 250891 h 361971"/>
                <a:gd name="connsiteX8" fmla="*/ 99044 w 361670"/>
                <a:gd name="connsiteY8" fmla="*/ 253444 h 361971"/>
                <a:gd name="connsiteX9" fmla="*/ 95210 w 361670"/>
                <a:gd name="connsiteY9" fmla="*/ 252167 h 361971"/>
                <a:gd name="connsiteX10" fmla="*/ 79874 w 361670"/>
                <a:gd name="connsiteY10" fmla="*/ 227270 h 361971"/>
                <a:gd name="connsiteX11" fmla="*/ 96488 w 361670"/>
                <a:gd name="connsiteY11" fmla="*/ 208756 h 361971"/>
                <a:gd name="connsiteX12" fmla="*/ 120131 w 361670"/>
                <a:gd name="connsiteY12" fmla="*/ 183220 h 361971"/>
                <a:gd name="connsiteX13" fmla="*/ 67733 w 361670"/>
                <a:gd name="connsiteY13" fmla="*/ 172368 h 361971"/>
                <a:gd name="connsiteX14" fmla="*/ 60704 w 361670"/>
                <a:gd name="connsiteY14" fmla="*/ 166622 h 361971"/>
                <a:gd name="connsiteX15" fmla="*/ 66456 w 361670"/>
                <a:gd name="connsiteY15" fmla="*/ 159600 h 361971"/>
                <a:gd name="connsiteX16" fmla="*/ 66456 w 361670"/>
                <a:gd name="connsiteY16" fmla="*/ 159600 h 361971"/>
                <a:gd name="connsiteX17" fmla="*/ 132911 w 361670"/>
                <a:gd name="connsiteY17" fmla="*/ 180028 h 361971"/>
                <a:gd name="connsiteX18" fmla="*/ 102239 w 361670"/>
                <a:gd name="connsiteY18" fmla="*/ 220247 h 361971"/>
                <a:gd name="connsiteX19" fmla="*/ 93293 w 361670"/>
                <a:gd name="connsiteY19" fmla="*/ 228547 h 361971"/>
                <a:gd name="connsiteX20" fmla="*/ 102878 w 361670"/>
                <a:gd name="connsiteY20" fmla="*/ 241953 h 361971"/>
                <a:gd name="connsiteX21" fmla="*/ 171889 w 361670"/>
                <a:gd name="connsiteY21" fmla="*/ 248975 h 361971"/>
                <a:gd name="connsiteX22" fmla="*/ 169333 w 361670"/>
                <a:gd name="connsiteY22" fmla="*/ 250252 h 361971"/>
                <a:gd name="connsiteX23" fmla="*/ 134828 w 361670"/>
                <a:gd name="connsiteY23" fmla="*/ 261743 h 361971"/>
                <a:gd name="connsiteX24" fmla="*/ 132911 w 361670"/>
                <a:gd name="connsiteY24" fmla="*/ 262382 h 361971"/>
                <a:gd name="connsiteX25" fmla="*/ 128438 w 361670"/>
                <a:gd name="connsiteY25" fmla="*/ 260467 h 361971"/>
                <a:gd name="connsiteX26" fmla="*/ 127160 w 361670"/>
                <a:gd name="connsiteY26" fmla="*/ 254083 h 361971"/>
                <a:gd name="connsiteX27" fmla="*/ 138661 w 361670"/>
                <a:gd name="connsiteY27" fmla="*/ 219609 h 361971"/>
                <a:gd name="connsiteX28" fmla="*/ 139940 w 361670"/>
                <a:gd name="connsiteY28" fmla="*/ 217055 h 361971"/>
                <a:gd name="connsiteX29" fmla="*/ 208951 w 361670"/>
                <a:gd name="connsiteY29" fmla="*/ 148108 h 361971"/>
                <a:gd name="connsiteX30" fmla="*/ 254959 w 361670"/>
                <a:gd name="connsiteY30" fmla="*/ 102144 h 361971"/>
                <a:gd name="connsiteX31" fmla="*/ 263905 w 361670"/>
                <a:gd name="connsiteY31" fmla="*/ 102144 h 361971"/>
                <a:gd name="connsiteX32" fmla="*/ 286908 w 361670"/>
                <a:gd name="connsiteY32" fmla="*/ 125126 h 361971"/>
                <a:gd name="connsiteX33" fmla="*/ 286908 w 361670"/>
                <a:gd name="connsiteY33" fmla="*/ 134064 h 361971"/>
                <a:gd name="connsiteX34" fmla="*/ 286908 w 361670"/>
                <a:gd name="connsiteY34" fmla="*/ 134064 h 361971"/>
                <a:gd name="connsiteX35" fmla="*/ 240900 w 361670"/>
                <a:gd name="connsiteY35" fmla="*/ 180028 h 361971"/>
                <a:gd name="connsiteX36" fmla="*/ 171889 w 361670"/>
                <a:gd name="connsiteY36" fmla="*/ 248975 h 361971"/>
                <a:gd name="connsiteX37" fmla="*/ 299688 w 361670"/>
                <a:gd name="connsiteY37" fmla="*/ 170452 h 361971"/>
                <a:gd name="connsiteX38" fmla="*/ 267100 w 361670"/>
                <a:gd name="connsiteY38" fmla="*/ 203011 h 361971"/>
                <a:gd name="connsiteX39" fmla="*/ 262626 w 361670"/>
                <a:gd name="connsiteY39" fmla="*/ 204926 h 361971"/>
                <a:gd name="connsiteX40" fmla="*/ 258154 w 361670"/>
                <a:gd name="connsiteY40" fmla="*/ 203011 h 361971"/>
                <a:gd name="connsiteX41" fmla="*/ 258154 w 361670"/>
                <a:gd name="connsiteY41" fmla="*/ 194073 h 361971"/>
                <a:gd name="connsiteX42" fmla="*/ 258154 w 361670"/>
                <a:gd name="connsiteY42" fmla="*/ 194073 h 361971"/>
                <a:gd name="connsiteX43" fmla="*/ 290742 w 361670"/>
                <a:gd name="connsiteY43" fmla="*/ 161515 h 361971"/>
                <a:gd name="connsiteX44" fmla="*/ 299688 w 361670"/>
                <a:gd name="connsiteY44" fmla="*/ 161515 h 361971"/>
                <a:gd name="connsiteX45" fmla="*/ 299688 w 361670"/>
                <a:gd name="connsiteY45" fmla="*/ 170452 h 361971"/>
                <a:gd name="connsiteX46" fmla="*/ 299688 w 361670"/>
                <a:gd name="connsiteY46" fmla="*/ 170452 h 361971"/>
                <a:gd name="connsiteX47" fmla="*/ 299688 w 361670"/>
                <a:gd name="connsiteY47" fmla="*/ 17045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1670" h="361971">
                  <a:moveTo>
                    <a:pt x="180836" y="0"/>
                  </a:moveTo>
                  <a:cubicBezTo>
                    <a:pt x="80513" y="0"/>
                    <a:pt x="0" y="81077"/>
                    <a:pt x="0" y="180667"/>
                  </a:cubicBezTo>
                  <a:cubicBezTo>
                    <a:pt x="0" y="280895"/>
                    <a:pt x="81152" y="361972"/>
                    <a:pt x="180836" y="361972"/>
                  </a:cubicBezTo>
                  <a:cubicBezTo>
                    <a:pt x="281157" y="361972"/>
                    <a:pt x="361670" y="280895"/>
                    <a:pt x="361670" y="181305"/>
                  </a:cubicBezTo>
                  <a:cubicBezTo>
                    <a:pt x="361670" y="181305"/>
                    <a:pt x="361670" y="181305"/>
                    <a:pt x="361670" y="181305"/>
                  </a:cubicBezTo>
                  <a:cubicBezTo>
                    <a:pt x="361670" y="81077"/>
                    <a:pt x="280518" y="0"/>
                    <a:pt x="180836" y="0"/>
                  </a:cubicBezTo>
                  <a:close/>
                  <a:moveTo>
                    <a:pt x="102878" y="241953"/>
                  </a:moveTo>
                  <a:cubicBezTo>
                    <a:pt x="106073" y="243868"/>
                    <a:pt x="106712" y="247699"/>
                    <a:pt x="104156" y="250891"/>
                  </a:cubicBezTo>
                  <a:cubicBezTo>
                    <a:pt x="102878" y="252806"/>
                    <a:pt x="100961" y="253444"/>
                    <a:pt x="99044" y="253444"/>
                  </a:cubicBezTo>
                  <a:cubicBezTo>
                    <a:pt x="97766" y="253444"/>
                    <a:pt x="96488" y="252806"/>
                    <a:pt x="95210" y="252167"/>
                  </a:cubicBezTo>
                  <a:cubicBezTo>
                    <a:pt x="93293" y="250891"/>
                    <a:pt x="78597" y="240676"/>
                    <a:pt x="79874" y="227270"/>
                  </a:cubicBezTo>
                  <a:cubicBezTo>
                    <a:pt x="80513" y="219609"/>
                    <a:pt x="86264" y="213225"/>
                    <a:pt x="96488" y="208756"/>
                  </a:cubicBezTo>
                  <a:cubicBezTo>
                    <a:pt x="113741" y="200457"/>
                    <a:pt x="121409" y="189604"/>
                    <a:pt x="120131" y="183220"/>
                  </a:cubicBezTo>
                  <a:cubicBezTo>
                    <a:pt x="118853" y="176836"/>
                    <a:pt x="103517" y="169176"/>
                    <a:pt x="67733" y="172368"/>
                  </a:cubicBezTo>
                  <a:cubicBezTo>
                    <a:pt x="63899" y="172368"/>
                    <a:pt x="61343" y="169814"/>
                    <a:pt x="60704" y="166622"/>
                  </a:cubicBezTo>
                  <a:cubicBezTo>
                    <a:pt x="60704" y="162792"/>
                    <a:pt x="63261" y="160238"/>
                    <a:pt x="66456" y="159600"/>
                  </a:cubicBezTo>
                  <a:lnTo>
                    <a:pt x="66456" y="159600"/>
                  </a:lnTo>
                  <a:cubicBezTo>
                    <a:pt x="118214" y="155131"/>
                    <a:pt x="130355" y="170452"/>
                    <a:pt x="132911" y="180028"/>
                  </a:cubicBezTo>
                  <a:cubicBezTo>
                    <a:pt x="136745" y="194073"/>
                    <a:pt x="124604" y="210671"/>
                    <a:pt x="102239" y="220247"/>
                  </a:cubicBezTo>
                  <a:cubicBezTo>
                    <a:pt x="99044" y="221524"/>
                    <a:pt x="93932" y="224716"/>
                    <a:pt x="93293" y="228547"/>
                  </a:cubicBezTo>
                  <a:cubicBezTo>
                    <a:pt x="92654" y="232377"/>
                    <a:pt x="98405" y="238761"/>
                    <a:pt x="102878" y="241953"/>
                  </a:cubicBezTo>
                  <a:close/>
                  <a:moveTo>
                    <a:pt x="171889" y="248975"/>
                  </a:moveTo>
                  <a:cubicBezTo>
                    <a:pt x="171251" y="249614"/>
                    <a:pt x="170611" y="250252"/>
                    <a:pt x="169333" y="250252"/>
                  </a:cubicBezTo>
                  <a:lnTo>
                    <a:pt x="134828" y="261743"/>
                  </a:lnTo>
                  <a:cubicBezTo>
                    <a:pt x="134189" y="261743"/>
                    <a:pt x="133550" y="262382"/>
                    <a:pt x="132911" y="262382"/>
                  </a:cubicBezTo>
                  <a:cubicBezTo>
                    <a:pt x="130994" y="262382"/>
                    <a:pt x="129716" y="261743"/>
                    <a:pt x="128438" y="260467"/>
                  </a:cubicBezTo>
                  <a:cubicBezTo>
                    <a:pt x="126521" y="258551"/>
                    <a:pt x="125881" y="256636"/>
                    <a:pt x="127160" y="254083"/>
                  </a:cubicBezTo>
                  <a:lnTo>
                    <a:pt x="138661" y="219609"/>
                  </a:lnTo>
                  <a:cubicBezTo>
                    <a:pt x="139301" y="218971"/>
                    <a:pt x="139301" y="217694"/>
                    <a:pt x="139940" y="217055"/>
                  </a:cubicBezTo>
                  <a:lnTo>
                    <a:pt x="208951" y="148108"/>
                  </a:lnTo>
                  <a:lnTo>
                    <a:pt x="254959" y="102144"/>
                  </a:lnTo>
                  <a:cubicBezTo>
                    <a:pt x="257515" y="99590"/>
                    <a:pt x="261349" y="99590"/>
                    <a:pt x="263905" y="102144"/>
                  </a:cubicBezTo>
                  <a:lnTo>
                    <a:pt x="286908" y="125126"/>
                  </a:lnTo>
                  <a:cubicBezTo>
                    <a:pt x="289464" y="127680"/>
                    <a:pt x="289464" y="131510"/>
                    <a:pt x="286908" y="134064"/>
                  </a:cubicBezTo>
                  <a:cubicBezTo>
                    <a:pt x="286908" y="134064"/>
                    <a:pt x="286908" y="134064"/>
                    <a:pt x="286908" y="134064"/>
                  </a:cubicBezTo>
                  <a:lnTo>
                    <a:pt x="240900" y="180028"/>
                  </a:lnTo>
                  <a:lnTo>
                    <a:pt x="171889" y="248975"/>
                  </a:lnTo>
                  <a:close/>
                  <a:moveTo>
                    <a:pt x="299688" y="170452"/>
                  </a:moveTo>
                  <a:lnTo>
                    <a:pt x="267100" y="203011"/>
                  </a:lnTo>
                  <a:cubicBezTo>
                    <a:pt x="265821" y="204287"/>
                    <a:pt x="264544" y="204926"/>
                    <a:pt x="262626" y="204926"/>
                  </a:cubicBezTo>
                  <a:cubicBezTo>
                    <a:pt x="260710" y="204926"/>
                    <a:pt x="259431" y="204287"/>
                    <a:pt x="258154" y="203011"/>
                  </a:cubicBezTo>
                  <a:cubicBezTo>
                    <a:pt x="255597" y="200457"/>
                    <a:pt x="255597" y="196627"/>
                    <a:pt x="258154" y="194073"/>
                  </a:cubicBezTo>
                  <a:cubicBezTo>
                    <a:pt x="258154" y="194073"/>
                    <a:pt x="258154" y="194073"/>
                    <a:pt x="258154" y="194073"/>
                  </a:cubicBezTo>
                  <a:lnTo>
                    <a:pt x="290742" y="161515"/>
                  </a:lnTo>
                  <a:cubicBezTo>
                    <a:pt x="293298" y="158961"/>
                    <a:pt x="297132" y="158961"/>
                    <a:pt x="299688" y="161515"/>
                  </a:cubicBezTo>
                  <a:cubicBezTo>
                    <a:pt x="302244" y="163430"/>
                    <a:pt x="301605" y="167899"/>
                    <a:pt x="299688" y="170452"/>
                  </a:cubicBezTo>
                  <a:cubicBezTo>
                    <a:pt x="299049" y="169814"/>
                    <a:pt x="299049" y="169814"/>
                    <a:pt x="299688" y="170452"/>
                  </a:cubicBezTo>
                  <a:lnTo>
                    <a:pt x="299688" y="170452"/>
                  </a:lnTo>
                  <a:close/>
                </a:path>
              </a:pathLst>
            </a:custGeom>
            <a:solidFill>
              <a:srgbClr val="007680"/>
            </a:solidFill>
            <a:ln w="6390" cap="flat">
              <a:noFill/>
              <a:prstDash val="solid"/>
              <a:miter/>
            </a:ln>
          </p:spPr>
          <p:txBody>
            <a:bodyPr rtlCol="0" anchor="ctr"/>
            <a:lstStyle/>
            <a:p>
              <a:endParaRPr lang="en-US"/>
            </a:p>
          </p:txBody>
        </p:sp>
        <p:sp>
          <p:nvSpPr>
            <p:cNvPr id="1038" name="Graphic 5">
              <a:extLst>
                <a:ext uri="{FF2B5EF4-FFF2-40B4-BE49-F238E27FC236}">
                  <a16:creationId xmlns:a16="http://schemas.microsoft.com/office/drawing/2014/main" id="{01F946DC-92E5-C942-840C-982732651AC9}"/>
                </a:ext>
              </a:extLst>
            </p:cNvPr>
            <p:cNvSpPr/>
            <p:nvPr/>
          </p:nvSpPr>
          <p:spPr>
            <a:xfrm>
              <a:off x="10468634" y="3017232"/>
              <a:ext cx="84985" cy="84906"/>
            </a:xfrm>
            <a:custGeom>
              <a:avLst/>
              <a:gdLst>
                <a:gd name="connsiteX0" fmla="*/ 70928 w 84985"/>
                <a:gd name="connsiteY0" fmla="*/ 0 h 84906"/>
                <a:gd name="connsiteX1" fmla="*/ 7029 w 84985"/>
                <a:gd name="connsiteY1" fmla="*/ 63840 h 84906"/>
                <a:gd name="connsiteX2" fmla="*/ 0 w 84985"/>
                <a:gd name="connsiteY2" fmla="*/ 84907 h 84906"/>
                <a:gd name="connsiteX3" fmla="*/ 21086 w 84985"/>
                <a:gd name="connsiteY3" fmla="*/ 77885 h 84906"/>
                <a:gd name="connsiteX4" fmla="*/ 84986 w 84985"/>
                <a:gd name="connsiteY4" fmla="*/ 14045 h 84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85" h="84906">
                  <a:moveTo>
                    <a:pt x="70928" y="0"/>
                  </a:moveTo>
                  <a:lnTo>
                    <a:pt x="7029" y="63840"/>
                  </a:lnTo>
                  <a:lnTo>
                    <a:pt x="0" y="84907"/>
                  </a:lnTo>
                  <a:lnTo>
                    <a:pt x="21086" y="77885"/>
                  </a:lnTo>
                  <a:lnTo>
                    <a:pt x="84986" y="14045"/>
                  </a:lnTo>
                  <a:close/>
                </a:path>
              </a:pathLst>
            </a:custGeom>
            <a:solidFill>
              <a:srgbClr val="007680"/>
            </a:solidFill>
            <a:ln w="6390" cap="flat">
              <a:noFill/>
              <a:prstDash val="solid"/>
              <a:miter/>
            </a:ln>
          </p:spPr>
          <p:txBody>
            <a:bodyPr rtlCol="0" anchor="ctr"/>
            <a:lstStyle/>
            <a:p>
              <a:endParaRPr lang="en-US"/>
            </a:p>
          </p:txBody>
        </p:sp>
        <p:sp>
          <p:nvSpPr>
            <p:cNvPr id="1039" name="Graphic 5">
              <a:extLst>
                <a:ext uri="{FF2B5EF4-FFF2-40B4-BE49-F238E27FC236}">
                  <a16:creationId xmlns:a16="http://schemas.microsoft.com/office/drawing/2014/main" id="{5897FF41-C171-FF4C-9135-4426442E68B6}"/>
                </a:ext>
              </a:extLst>
            </p:cNvPr>
            <p:cNvSpPr/>
            <p:nvPr/>
          </p:nvSpPr>
          <p:spPr>
            <a:xfrm rot="-2700000">
              <a:off x="10547881" y="2987194"/>
              <a:ext cx="52396" cy="19790"/>
            </a:xfrm>
            <a:custGeom>
              <a:avLst/>
              <a:gdLst>
                <a:gd name="connsiteX0" fmla="*/ 0 w 52396"/>
                <a:gd name="connsiteY0" fmla="*/ 0 h 19790"/>
                <a:gd name="connsiteX1" fmla="*/ 52396 w 52396"/>
                <a:gd name="connsiteY1" fmla="*/ 0 h 19790"/>
                <a:gd name="connsiteX2" fmla="*/ 52396 w 52396"/>
                <a:gd name="connsiteY2" fmla="*/ 19790 h 19790"/>
                <a:gd name="connsiteX3" fmla="*/ 0 w 52396"/>
                <a:gd name="connsiteY3" fmla="*/ 19790 h 19790"/>
              </a:gdLst>
              <a:ahLst/>
              <a:cxnLst>
                <a:cxn ang="0">
                  <a:pos x="connsiteX0" y="connsiteY0"/>
                </a:cxn>
                <a:cxn ang="0">
                  <a:pos x="connsiteX1" y="connsiteY1"/>
                </a:cxn>
                <a:cxn ang="0">
                  <a:pos x="connsiteX2" y="connsiteY2"/>
                </a:cxn>
                <a:cxn ang="0">
                  <a:pos x="connsiteX3" y="connsiteY3"/>
                </a:cxn>
              </a:cxnLst>
              <a:rect l="l" t="t" r="r" b="b"/>
              <a:pathLst>
                <a:path w="52396" h="19790">
                  <a:moveTo>
                    <a:pt x="0" y="0"/>
                  </a:moveTo>
                  <a:lnTo>
                    <a:pt x="52396" y="0"/>
                  </a:lnTo>
                  <a:lnTo>
                    <a:pt x="52396" y="19790"/>
                  </a:lnTo>
                  <a:lnTo>
                    <a:pt x="0" y="19790"/>
                  </a:lnTo>
                  <a:close/>
                </a:path>
              </a:pathLst>
            </a:custGeom>
            <a:solidFill>
              <a:srgbClr val="007680"/>
            </a:solidFill>
            <a:ln w="6390" cap="flat">
              <a:noFill/>
              <a:prstDash val="solid"/>
              <a:miter/>
            </a:ln>
          </p:spPr>
          <p:txBody>
            <a:bodyPr rtlCol="0" anchor="ctr"/>
            <a:lstStyle/>
            <a:p>
              <a:endParaRPr lang="en-US"/>
            </a:p>
          </p:txBody>
        </p:sp>
      </p:grpSp>
      <p:sp>
        <p:nvSpPr>
          <p:cNvPr id="1040" name="Graphic 5">
            <a:extLst>
              <a:ext uri="{FF2B5EF4-FFF2-40B4-BE49-F238E27FC236}">
                <a16:creationId xmlns:a16="http://schemas.microsoft.com/office/drawing/2014/main" id="{B2E3774C-3A2B-024D-97B2-0DF98408E235}"/>
              </a:ext>
            </a:extLst>
          </p:cNvPr>
          <p:cNvSpPr/>
          <p:nvPr/>
        </p:nvSpPr>
        <p:spPr>
          <a:xfrm>
            <a:off x="2998797" y="4309350"/>
            <a:ext cx="362948" cy="361971"/>
          </a:xfrm>
          <a:custGeom>
            <a:avLst/>
            <a:gdLst>
              <a:gd name="connsiteX0" fmla="*/ 181474 w 362948"/>
              <a:gd name="connsiteY0" fmla="*/ 0 h 361971"/>
              <a:gd name="connsiteX1" fmla="*/ 0 w 362948"/>
              <a:gd name="connsiteY1" fmla="*/ 180667 h 361971"/>
              <a:gd name="connsiteX2" fmla="*/ 181474 w 362948"/>
              <a:gd name="connsiteY2" fmla="*/ 361971 h 361971"/>
              <a:gd name="connsiteX3" fmla="*/ 362948 w 362948"/>
              <a:gd name="connsiteY3" fmla="*/ 180667 h 361971"/>
              <a:gd name="connsiteX4" fmla="*/ 362948 w 362948"/>
              <a:gd name="connsiteY4" fmla="*/ 180667 h 361971"/>
              <a:gd name="connsiteX5" fmla="*/ 181474 w 362948"/>
              <a:gd name="connsiteY5" fmla="*/ 0 h 361971"/>
              <a:gd name="connsiteX6" fmla="*/ 181474 w 362948"/>
              <a:gd name="connsiteY6" fmla="*/ 0 h 361971"/>
              <a:gd name="connsiteX7" fmla="*/ 247291 w 362948"/>
              <a:gd name="connsiteY7" fmla="*/ 252806 h 361971"/>
              <a:gd name="connsiteX8" fmla="*/ 83708 w 362948"/>
              <a:gd name="connsiteY8" fmla="*/ 252806 h 361971"/>
              <a:gd name="connsiteX9" fmla="*/ 77318 w 362948"/>
              <a:gd name="connsiteY9" fmla="*/ 246422 h 361971"/>
              <a:gd name="connsiteX10" fmla="*/ 83708 w 362948"/>
              <a:gd name="connsiteY10" fmla="*/ 240038 h 361971"/>
              <a:gd name="connsiteX11" fmla="*/ 247291 w 362948"/>
              <a:gd name="connsiteY11" fmla="*/ 240038 h 361971"/>
              <a:gd name="connsiteX12" fmla="*/ 290103 w 362948"/>
              <a:gd name="connsiteY12" fmla="*/ 197265 h 361971"/>
              <a:gd name="connsiteX13" fmla="*/ 247291 w 362948"/>
              <a:gd name="connsiteY13" fmla="*/ 154492 h 361971"/>
              <a:gd name="connsiteX14" fmla="*/ 247291 w 362948"/>
              <a:gd name="connsiteY14" fmla="*/ 154492 h 361971"/>
              <a:gd name="connsiteX15" fmla="*/ 82430 w 362948"/>
              <a:gd name="connsiteY15" fmla="*/ 154492 h 361971"/>
              <a:gd name="connsiteX16" fmla="*/ 104156 w 362948"/>
              <a:gd name="connsiteY16" fmla="*/ 176198 h 361971"/>
              <a:gd name="connsiteX17" fmla="*/ 104156 w 362948"/>
              <a:gd name="connsiteY17" fmla="*/ 185135 h 361971"/>
              <a:gd name="connsiteX18" fmla="*/ 95210 w 362948"/>
              <a:gd name="connsiteY18" fmla="*/ 185135 h 361971"/>
              <a:gd name="connsiteX19" fmla="*/ 62622 w 362948"/>
              <a:gd name="connsiteY19" fmla="*/ 152577 h 361971"/>
              <a:gd name="connsiteX20" fmla="*/ 61343 w 362948"/>
              <a:gd name="connsiteY20" fmla="*/ 150662 h 361971"/>
              <a:gd name="connsiteX21" fmla="*/ 60704 w 362948"/>
              <a:gd name="connsiteY21" fmla="*/ 148108 h 361971"/>
              <a:gd name="connsiteX22" fmla="*/ 62622 w 362948"/>
              <a:gd name="connsiteY22" fmla="*/ 143640 h 361971"/>
              <a:gd name="connsiteX23" fmla="*/ 95210 w 362948"/>
              <a:gd name="connsiteY23" fmla="*/ 111081 h 361971"/>
              <a:gd name="connsiteX24" fmla="*/ 104156 w 362948"/>
              <a:gd name="connsiteY24" fmla="*/ 110443 h 361971"/>
              <a:gd name="connsiteX25" fmla="*/ 104795 w 362948"/>
              <a:gd name="connsiteY25" fmla="*/ 119380 h 361971"/>
              <a:gd name="connsiteX26" fmla="*/ 104156 w 362948"/>
              <a:gd name="connsiteY26" fmla="*/ 120019 h 361971"/>
              <a:gd name="connsiteX27" fmla="*/ 82430 w 362948"/>
              <a:gd name="connsiteY27" fmla="*/ 141724 h 361971"/>
              <a:gd name="connsiteX28" fmla="*/ 247291 w 362948"/>
              <a:gd name="connsiteY28" fmla="*/ 141724 h 361971"/>
              <a:gd name="connsiteX29" fmla="*/ 302883 w 362948"/>
              <a:gd name="connsiteY29" fmla="*/ 197265 h 361971"/>
              <a:gd name="connsiteX30" fmla="*/ 247291 w 362948"/>
              <a:gd name="connsiteY30" fmla="*/ 25280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2948" h="361971">
                <a:moveTo>
                  <a:pt x="181474" y="0"/>
                </a:moveTo>
                <a:cubicBezTo>
                  <a:pt x="81152" y="0"/>
                  <a:pt x="0" y="81076"/>
                  <a:pt x="0" y="180667"/>
                </a:cubicBezTo>
                <a:cubicBezTo>
                  <a:pt x="0" y="280895"/>
                  <a:pt x="81152" y="361971"/>
                  <a:pt x="181474" y="361971"/>
                </a:cubicBezTo>
                <a:cubicBezTo>
                  <a:pt x="281796" y="361971"/>
                  <a:pt x="362948" y="280895"/>
                  <a:pt x="362948" y="180667"/>
                </a:cubicBezTo>
                <a:lnTo>
                  <a:pt x="362948" y="180667"/>
                </a:lnTo>
                <a:cubicBezTo>
                  <a:pt x="362948" y="81076"/>
                  <a:pt x="281796" y="0"/>
                  <a:pt x="181474" y="0"/>
                </a:cubicBezTo>
                <a:cubicBezTo>
                  <a:pt x="181474" y="0"/>
                  <a:pt x="181474" y="0"/>
                  <a:pt x="181474" y="0"/>
                </a:cubicBezTo>
                <a:close/>
                <a:moveTo>
                  <a:pt x="247291" y="252806"/>
                </a:moveTo>
                <a:lnTo>
                  <a:pt x="83708" y="252806"/>
                </a:lnTo>
                <a:cubicBezTo>
                  <a:pt x="79874" y="252806"/>
                  <a:pt x="77318" y="250252"/>
                  <a:pt x="77318" y="246422"/>
                </a:cubicBezTo>
                <a:cubicBezTo>
                  <a:pt x="77318" y="242591"/>
                  <a:pt x="79874" y="240038"/>
                  <a:pt x="83708" y="240038"/>
                </a:cubicBezTo>
                <a:lnTo>
                  <a:pt x="247291" y="240038"/>
                </a:lnTo>
                <a:cubicBezTo>
                  <a:pt x="270934" y="240038"/>
                  <a:pt x="290103" y="220886"/>
                  <a:pt x="290103" y="197265"/>
                </a:cubicBezTo>
                <a:cubicBezTo>
                  <a:pt x="290103" y="173644"/>
                  <a:pt x="270934" y="154492"/>
                  <a:pt x="247291" y="154492"/>
                </a:cubicBezTo>
                <a:cubicBezTo>
                  <a:pt x="247291" y="154492"/>
                  <a:pt x="247291" y="154492"/>
                  <a:pt x="247291" y="154492"/>
                </a:cubicBezTo>
                <a:lnTo>
                  <a:pt x="82430" y="154492"/>
                </a:lnTo>
                <a:lnTo>
                  <a:pt x="104156" y="176198"/>
                </a:lnTo>
                <a:cubicBezTo>
                  <a:pt x="106712" y="178752"/>
                  <a:pt x="106712" y="182582"/>
                  <a:pt x="104156" y="185135"/>
                </a:cubicBezTo>
                <a:cubicBezTo>
                  <a:pt x="101600" y="187689"/>
                  <a:pt x="97766" y="187689"/>
                  <a:pt x="95210" y="185135"/>
                </a:cubicBezTo>
                <a:lnTo>
                  <a:pt x="62622" y="152577"/>
                </a:lnTo>
                <a:cubicBezTo>
                  <a:pt x="61982" y="151939"/>
                  <a:pt x="61343" y="151300"/>
                  <a:pt x="61343" y="150662"/>
                </a:cubicBezTo>
                <a:cubicBezTo>
                  <a:pt x="60704" y="150024"/>
                  <a:pt x="60704" y="149385"/>
                  <a:pt x="60704" y="148108"/>
                </a:cubicBezTo>
                <a:cubicBezTo>
                  <a:pt x="60704" y="146193"/>
                  <a:pt x="61343" y="144916"/>
                  <a:pt x="62622" y="143640"/>
                </a:cubicBezTo>
                <a:lnTo>
                  <a:pt x="95210" y="111081"/>
                </a:lnTo>
                <a:cubicBezTo>
                  <a:pt x="97766" y="108528"/>
                  <a:pt x="101600" y="107889"/>
                  <a:pt x="104156" y="110443"/>
                </a:cubicBezTo>
                <a:cubicBezTo>
                  <a:pt x="106712" y="112996"/>
                  <a:pt x="107351" y="116827"/>
                  <a:pt x="104795" y="119380"/>
                </a:cubicBezTo>
                <a:cubicBezTo>
                  <a:pt x="104795" y="119380"/>
                  <a:pt x="104156" y="120019"/>
                  <a:pt x="104156" y="120019"/>
                </a:cubicBezTo>
                <a:lnTo>
                  <a:pt x="82430" y="141724"/>
                </a:lnTo>
                <a:lnTo>
                  <a:pt x="247291" y="141724"/>
                </a:lnTo>
                <a:cubicBezTo>
                  <a:pt x="277962" y="141724"/>
                  <a:pt x="302883" y="166622"/>
                  <a:pt x="302883" y="197265"/>
                </a:cubicBezTo>
                <a:cubicBezTo>
                  <a:pt x="302883" y="227908"/>
                  <a:pt x="277962" y="252806"/>
                  <a:pt x="247291" y="252806"/>
                </a:cubicBezTo>
                <a:close/>
              </a:path>
            </a:pathLst>
          </a:custGeom>
          <a:solidFill>
            <a:srgbClr val="007680"/>
          </a:solidFill>
          <a:ln w="6390" cap="flat">
            <a:noFill/>
            <a:prstDash val="solid"/>
            <a:miter/>
          </a:ln>
        </p:spPr>
        <p:txBody>
          <a:bodyPr rtlCol="0" anchor="ctr"/>
          <a:lstStyle/>
          <a:p>
            <a:endParaRPr lang="en-US"/>
          </a:p>
        </p:txBody>
      </p:sp>
      <p:grpSp>
        <p:nvGrpSpPr>
          <p:cNvPr id="1041" name="Graphic 5">
            <a:extLst>
              <a:ext uri="{FF2B5EF4-FFF2-40B4-BE49-F238E27FC236}">
                <a16:creationId xmlns:a16="http://schemas.microsoft.com/office/drawing/2014/main" id="{7CFF255D-B06C-F945-8130-7CB2831D2A45}"/>
              </a:ext>
            </a:extLst>
          </p:cNvPr>
          <p:cNvGrpSpPr/>
          <p:nvPr/>
        </p:nvGrpSpPr>
        <p:grpSpPr>
          <a:xfrm>
            <a:off x="2998797" y="4793894"/>
            <a:ext cx="362948" cy="361971"/>
            <a:chOff x="2998797" y="4793894"/>
            <a:chExt cx="362948" cy="361971"/>
          </a:xfrm>
          <a:solidFill>
            <a:srgbClr val="007680"/>
          </a:solidFill>
        </p:grpSpPr>
        <p:sp>
          <p:nvSpPr>
            <p:cNvPr id="1042" name="Graphic 5">
              <a:extLst>
                <a:ext uri="{FF2B5EF4-FFF2-40B4-BE49-F238E27FC236}">
                  <a16:creationId xmlns:a16="http://schemas.microsoft.com/office/drawing/2014/main" id="{8DDEB7B5-8420-6845-AA3E-9BE7D629CEAA}"/>
                </a:ext>
              </a:extLst>
            </p:cNvPr>
            <p:cNvSpPr/>
            <p:nvPr/>
          </p:nvSpPr>
          <p:spPr>
            <a:xfrm>
              <a:off x="3106148" y="4869864"/>
              <a:ext cx="51119" cy="18513"/>
            </a:xfrm>
            <a:custGeom>
              <a:avLst/>
              <a:gdLst>
                <a:gd name="connsiteX0" fmla="*/ 639 w 51119"/>
                <a:gd name="connsiteY0" fmla="*/ 18513 h 18513"/>
                <a:gd name="connsiteX1" fmla="*/ 51119 w 51119"/>
                <a:gd name="connsiteY1" fmla="*/ 18513 h 18513"/>
                <a:gd name="connsiteX2" fmla="*/ 51119 w 51119"/>
                <a:gd name="connsiteY2" fmla="*/ 0 h 18513"/>
                <a:gd name="connsiteX3" fmla="*/ 0 w 51119"/>
                <a:gd name="connsiteY3" fmla="*/ 0 h 18513"/>
                <a:gd name="connsiteX4" fmla="*/ 0 w 51119"/>
                <a:gd name="connsiteY4" fmla="*/ 18513 h 18513"/>
                <a:gd name="connsiteX5" fmla="*/ 639 w 51119"/>
                <a:gd name="connsiteY5" fmla="*/ 18513 h 18513"/>
                <a:gd name="connsiteX6" fmla="*/ 639 w 51119"/>
                <a:gd name="connsiteY6" fmla="*/ 18513 h 1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119" h="18513">
                  <a:moveTo>
                    <a:pt x="639" y="18513"/>
                  </a:moveTo>
                  <a:lnTo>
                    <a:pt x="51119" y="18513"/>
                  </a:lnTo>
                  <a:lnTo>
                    <a:pt x="51119" y="0"/>
                  </a:lnTo>
                  <a:lnTo>
                    <a:pt x="0" y="0"/>
                  </a:lnTo>
                  <a:lnTo>
                    <a:pt x="0" y="18513"/>
                  </a:lnTo>
                  <a:lnTo>
                    <a:pt x="639" y="18513"/>
                  </a:lnTo>
                  <a:lnTo>
                    <a:pt x="639" y="18513"/>
                  </a:lnTo>
                  <a:close/>
                </a:path>
              </a:pathLst>
            </a:custGeom>
            <a:solidFill>
              <a:srgbClr val="007680"/>
            </a:solidFill>
            <a:ln w="6390" cap="flat">
              <a:noFill/>
              <a:prstDash val="solid"/>
              <a:miter/>
            </a:ln>
          </p:spPr>
          <p:txBody>
            <a:bodyPr rtlCol="0" anchor="ctr"/>
            <a:lstStyle/>
            <a:p>
              <a:endParaRPr lang="en-US"/>
            </a:p>
          </p:txBody>
        </p:sp>
        <p:sp>
          <p:nvSpPr>
            <p:cNvPr id="1043" name="Graphic 5">
              <a:extLst>
                <a:ext uri="{FF2B5EF4-FFF2-40B4-BE49-F238E27FC236}">
                  <a16:creationId xmlns:a16="http://schemas.microsoft.com/office/drawing/2014/main" id="{8211597A-9CB0-BB40-B5AA-DF1182466A50}"/>
                </a:ext>
              </a:extLst>
            </p:cNvPr>
            <p:cNvSpPr/>
            <p:nvPr/>
          </p:nvSpPr>
          <p:spPr>
            <a:xfrm>
              <a:off x="3113177" y="4901145"/>
              <a:ext cx="139939" cy="178113"/>
            </a:xfrm>
            <a:custGeom>
              <a:avLst/>
              <a:gdLst>
                <a:gd name="connsiteX0" fmla="*/ 37062 w 139939"/>
                <a:gd name="connsiteY0" fmla="*/ 88738 h 178113"/>
                <a:gd name="connsiteX1" fmla="*/ 37062 w 139939"/>
                <a:gd name="connsiteY1" fmla="*/ 0 h 178113"/>
                <a:gd name="connsiteX2" fmla="*/ 0 w 139939"/>
                <a:gd name="connsiteY2" fmla="*/ 0 h 178113"/>
                <a:gd name="connsiteX3" fmla="*/ 0 w 139939"/>
                <a:gd name="connsiteY3" fmla="*/ 178113 h 178113"/>
                <a:gd name="connsiteX4" fmla="*/ 76040 w 139939"/>
                <a:gd name="connsiteY4" fmla="*/ 178113 h 178113"/>
                <a:gd name="connsiteX5" fmla="*/ 110546 w 139939"/>
                <a:gd name="connsiteY5" fmla="*/ 146832 h 178113"/>
                <a:gd name="connsiteX6" fmla="*/ 139940 w 139939"/>
                <a:gd name="connsiteY6" fmla="*/ 127041 h 178113"/>
                <a:gd name="connsiteX7" fmla="*/ 139940 w 139939"/>
                <a:gd name="connsiteY7" fmla="*/ 95121 h 178113"/>
                <a:gd name="connsiteX8" fmla="*/ 43451 w 139939"/>
                <a:gd name="connsiteY8" fmla="*/ 95121 h 178113"/>
                <a:gd name="connsiteX9" fmla="*/ 37062 w 139939"/>
                <a:gd name="connsiteY9" fmla="*/ 88738 h 178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939" h="178113">
                  <a:moveTo>
                    <a:pt x="37062" y="88738"/>
                  </a:moveTo>
                  <a:lnTo>
                    <a:pt x="37062" y="0"/>
                  </a:lnTo>
                  <a:lnTo>
                    <a:pt x="0" y="0"/>
                  </a:lnTo>
                  <a:lnTo>
                    <a:pt x="0" y="178113"/>
                  </a:lnTo>
                  <a:lnTo>
                    <a:pt x="76040" y="178113"/>
                  </a:lnTo>
                  <a:cubicBezTo>
                    <a:pt x="78596" y="164707"/>
                    <a:pt x="87542" y="146832"/>
                    <a:pt x="110546" y="146832"/>
                  </a:cubicBezTo>
                  <a:cubicBezTo>
                    <a:pt x="138022" y="146832"/>
                    <a:pt x="139940" y="136617"/>
                    <a:pt x="139940" y="127041"/>
                  </a:cubicBezTo>
                  <a:lnTo>
                    <a:pt x="139940" y="95121"/>
                  </a:lnTo>
                  <a:lnTo>
                    <a:pt x="43451" y="95121"/>
                  </a:lnTo>
                  <a:cubicBezTo>
                    <a:pt x="40257" y="95121"/>
                    <a:pt x="37062" y="91930"/>
                    <a:pt x="37062" y="88738"/>
                  </a:cubicBezTo>
                  <a:close/>
                </a:path>
              </a:pathLst>
            </a:custGeom>
            <a:solidFill>
              <a:srgbClr val="007680"/>
            </a:solidFill>
            <a:ln w="6390" cap="flat">
              <a:noFill/>
              <a:prstDash val="solid"/>
              <a:miter/>
            </a:ln>
          </p:spPr>
          <p:txBody>
            <a:bodyPr rtlCol="0" anchor="ctr"/>
            <a:lstStyle/>
            <a:p>
              <a:endParaRPr lang="en-US"/>
            </a:p>
          </p:txBody>
        </p:sp>
        <p:sp>
          <p:nvSpPr>
            <p:cNvPr id="1044" name="Graphic 5">
              <a:extLst>
                <a:ext uri="{FF2B5EF4-FFF2-40B4-BE49-F238E27FC236}">
                  <a16:creationId xmlns:a16="http://schemas.microsoft.com/office/drawing/2014/main" id="{6720451E-8B62-694A-AD76-B7FECD9F64E5}"/>
                </a:ext>
              </a:extLst>
            </p:cNvPr>
            <p:cNvSpPr/>
            <p:nvPr/>
          </p:nvSpPr>
          <p:spPr>
            <a:xfrm>
              <a:off x="2998797" y="4793894"/>
              <a:ext cx="362948" cy="361971"/>
            </a:xfrm>
            <a:custGeom>
              <a:avLst/>
              <a:gdLst>
                <a:gd name="connsiteX0" fmla="*/ 181474 w 362948"/>
                <a:gd name="connsiteY0" fmla="*/ 0 h 361971"/>
                <a:gd name="connsiteX1" fmla="*/ 0 w 362948"/>
                <a:gd name="connsiteY1" fmla="*/ 180667 h 361971"/>
                <a:gd name="connsiteX2" fmla="*/ 181474 w 362948"/>
                <a:gd name="connsiteY2" fmla="*/ 361972 h 361971"/>
                <a:gd name="connsiteX3" fmla="*/ 362948 w 362948"/>
                <a:gd name="connsiteY3" fmla="*/ 180667 h 361971"/>
                <a:gd name="connsiteX4" fmla="*/ 362948 w 362948"/>
                <a:gd name="connsiteY4" fmla="*/ 180667 h 361971"/>
                <a:gd name="connsiteX5" fmla="*/ 181474 w 362948"/>
                <a:gd name="connsiteY5" fmla="*/ 0 h 361971"/>
                <a:gd name="connsiteX6" fmla="*/ 181474 w 362948"/>
                <a:gd name="connsiteY6" fmla="*/ 0 h 361971"/>
                <a:gd name="connsiteX7" fmla="*/ 267739 w 362948"/>
                <a:gd name="connsiteY7" fmla="*/ 234292 h 361971"/>
                <a:gd name="connsiteX8" fmla="*/ 225565 w 362948"/>
                <a:gd name="connsiteY8" fmla="*/ 266850 h 361971"/>
                <a:gd name="connsiteX9" fmla="*/ 203200 w 362948"/>
                <a:gd name="connsiteY9" fmla="*/ 291748 h 361971"/>
                <a:gd name="connsiteX10" fmla="*/ 196810 w 362948"/>
                <a:gd name="connsiteY10" fmla="*/ 298132 h 361971"/>
                <a:gd name="connsiteX11" fmla="*/ 108629 w 362948"/>
                <a:gd name="connsiteY11" fmla="*/ 298132 h 361971"/>
                <a:gd name="connsiteX12" fmla="*/ 102239 w 362948"/>
                <a:gd name="connsiteY12" fmla="*/ 291748 h 361971"/>
                <a:gd name="connsiteX13" fmla="*/ 102239 w 362948"/>
                <a:gd name="connsiteY13" fmla="*/ 107251 h 361971"/>
                <a:gd name="connsiteX14" fmla="*/ 101600 w 362948"/>
                <a:gd name="connsiteY14" fmla="*/ 107251 h 361971"/>
                <a:gd name="connsiteX15" fmla="*/ 95210 w 362948"/>
                <a:gd name="connsiteY15" fmla="*/ 100867 h 361971"/>
                <a:gd name="connsiteX16" fmla="*/ 95210 w 362948"/>
                <a:gd name="connsiteY16" fmla="*/ 69586 h 361971"/>
                <a:gd name="connsiteX17" fmla="*/ 101600 w 362948"/>
                <a:gd name="connsiteY17" fmla="*/ 63202 h 361971"/>
                <a:gd name="connsiteX18" fmla="*/ 165500 w 362948"/>
                <a:gd name="connsiteY18" fmla="*/ 63202 h 361971"/>
                <a:gd name="connsiteX19" fmla="*/ 171889 w 362948"/>
                <a:gd name="connsiteY19" fmla="*/ 69586 h 361971"/>
                <a:gd name="connsiteX20" fmla="*/ 171889 w 362948"/>
                <a:gd name="connsiteY20" fmla="*/ 100867 h 361971"/>
                <a:gd name="connsiteX21" fmla="*/ 165500 w 362948"/>
                <a:gd name="connsiteY21" fmla="*/ 107251 h 361971"/>
                <a:gd name="connsiteX22" fmla="*/ 164221 w 362948"/>
                <a:gd name="connsiteY22" fmla="*/ 107251 h 361971"/>
                <a:gd name="connsiteX23" fmla="*/ 164221 w 362948"/>
                <a:gd name="connsiteY23" fmla="*/ 189604 h 361971"/>
                <a:gd name="connsiteX24" fmla="*/ 261349 w 362948"/>
                <a:gd name="connsiteY24" fmla="*/ 189604 h 361971"/>
                <a:gd name="connsiteX25" fmla="*/ 267739 w 362948"/>
                <a:gd name="connsiteY25" fmla="*/ 195988 h 361971"/>
                <a:gd name="connsiteX26" fmla="*/ 267739 w 362948"/>
                <a:gd name="connsiteY26" fmla="*/ 234292 h 361971"/>
                <a:gd name="connsiteX27" fmla="*/ 262626 w 362948"/>
                <a:gd name="connsiteY27" fmla="*/ 172368 h 361971"/>
                <a:gd name="connsiteX28" fmla="*/ 189781 w 362948"/>
                <a:gd name="connsiteY28" fmla="*/ 172368 h 361971"/>
                <a:gd name="connsiteX29" fmla="*/ 183391 w 362948"/>
                <a:gd name="connsiteY29" fmla="*/ 165984 h 361971"/>
                <a:gd name="connsiteX30" fmla="*/ 189781 w 362948"/>
                <a:gd name="connsiteY30" fmla="*/ 159600 h 361971"/>
                <a:gd name="connsiteX31" fmla="*/ 261987 w 362948"/>
                <a:gd name="connsiteY31" fmla="*/ 159600 h 361971"/>
                <a:gd name="connsiteX32" fmla="*/ 268377 w 362948"/>
                <a:gd name="connsiteY32" fmla="*/ 165984 h 361971"/>
                <a:gd name="connsiteX33" fmla="*/ 262626 w 362948"/>
                <a:gd name="connsiteY33" fmla="*/ 172368 h 361971"/>
                <a:gd name="connsiteX34" fmla="*/ 262626 w 362948"/>
                <a:gd name="connsiteY34" fmla="*/ 17236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2948" h="361971">
                  <a:moveTo>
                    <a:pt x="181474" y="0"/>
                  </a:moveTo>
                  <a:cubicBezTo>
                    <a:pt x="81152" y="0"/>
                    <a:pt x="0" y="81077"/>
                    <a:pt x="0" y="180667"/>
                  </a:cubicBezTo>
                  <a:cubicBezTo>
                    <a:pt x="0" y="280895"/>
                    <a:pt x="81152" y="361972"/>
                    <a:pt x="181474" y="361972"/>
                  </a:cubicBezTo>
                  <a:cubicBezTo>
                    <a:pt x="281796" y="361972"/>
                    <a:pt x="362948" y="280895"/>
                    <a:pt x="362948" y="180667"/>
                  </a:cubicBezTo>
                  <a:cubicBezTo>
                    <a:pt x="362948" y="180667"/>
                    <a:pt x="362948" y="180667"/>
                    <a:pt x="362948" y="180667"/>
                  </a:cubicBezTo>
                  <a:cubicBezTo>
                    <a:pt x="362948" y="81077"/>
                    <a:pt x="281796" y="0"/>
                    <a:pt x="181474" y="0"/>
                  </a:cubicBezTo>
                  <a:cubicBezTo>
                    <a:pt x="181474" y="0"/>
                    <a:pt x="181474" y="0"/>
                    <a:pt x="181474" y="0"/>
                  </a:cubicBezTo>
                  <a:close/>
                  <a:moveTo>
                    <a:pt x="267739" y="234292"/>
                  </a:moveTo>
                  <a:cubicBezTo>
                    <a:pt x="267739" y="255998"/>
                    <a:pt x="253681" y="266850"/>
                    <a:pt x="225565" y="266850"/>
                  </a:cubicBezTo>
                  <a:cubicBezTo>
                    <a:pt x="204478" y="266850"/>
                    <a:pt x="203200" y="289194"/>
                    <a:pt x="203200" y="291748"/>
                  </a:cubicBezTo>
                  <a:cubicBezTo>
                    <a:pt x="203200" y="295578"/>
                    <a:pt x="200644" y="298132"/>
                    <a:pt x="196810" y="298132"/>
                  </a:cubicBezTo>
                  <a:lnTo>
                    <a:pt x="108629" y="298132"/>
                  </a:lnTo>
                  <a:cubicBezTo>
                    <a:pt x="104795" y="298132"/>
                    <a:pt x="102239" y="295578"/>
                    <a:pt x="102239" y="291748"/>
                  </a:cubicBezTo>
                  <a:lnTo>
                    <a:pt x="102239" y="107251"/>
                  </a:lnTo>
                  <a:lnTo>
                    <a:pt x="101600" y="107251"/>
                  </a:lnTo>
                  <a:cubicBezTo>
                    <a:pt x="97766" y="107251"/>
                    <a:pt x="95210" y="104697"/>
                    <a:pt x="95210" y="100867"/>
                  </a:cubicBezTo>
                  <a:lnTo>
                    <a:pt x="95210" y="69586"/>
                  </a:lnTo>
                  <a:cubicBezTo>
                    <a:pt x="95210" y="65755"/>
                    <a:pt x="97766" y="63202"/>
                    <a:pt x="101600" y="63202"/>
                  </a:cubicBezTo>
                  <a:lnTo>
                    <a:pt x="165500" y="63202"/>
                  </a:lnTo>
                  <a:cubicBezTo>
                    <a:pt x="169333" y="63202"/>
                    <a:pt x="171889" y="65755"/>
                    <a:pt x="171889" y="69586"/>
                  </a:cubicBezTo>
                  <a:lnTo>
                    <a:pt x="171889" y="100867"/>
                  </a:lnTo>
                  <a:cubicBezTo>
                    <a:pt x="171889" y="104697"/>
                    <a:pt x="169333" y="107251"/>
                    <a:pt x="165500" y="107251"/>
                  </a:cubicBezTo>
                  <a:lnTo>
                    <a:pt x="164221" y="107251"/>
                  </a:lnTo>
                  <a:lnTo>
                    <a:pt x="164221" y="189604"/>
                  </a:lnTo>
                  <a:lnTo>
                    <a:pt x="261349" y="189604"/>
                  </a:lnTo>
                  <a:cubicBezTo>
                    <a:pt x="265182" y="189604"/>
                    <a:pt x="267739" y="192158"/>
                    <a:pt x="267739" y="195988"/>
                  </a:cubicBezTo>
                  <a:lnTo>
                    <a:pt x="267739" y="234292"/>
                  </a:lnTo>
                  <a:close/>
                  <a:moveTo>
                    <a:pt x="262626" y="172368"/>
                  </a:moveTo>
                  <a:lnTo>
                    <a:pt x="189781" y="172368"/>
                  </a:lnTo>
                  <a:cubicBezTo>
                    <a:pt x="185947" y="172368"/>
                    <a:pt x="183391" y="169814"/>
                    <a:pt x="183391" y="165984"/>
                  </a:cubicBezTo>
                  <a:cubicBezTo>
                    <a:pt x="183391" y="162153"/>
                    <a:pt x="185947" y="159600"/>
                    <a:pt x="189781" y="159600"/>
                  </a:cubicBezTo>
                  <a:lnTo>
                    <a:pt x="261987" y="159600"/>
                  </a:lnTo>
                  <a:cubicBezTo>
                    <a:pt x="265821" y="159600"/>
                    <a:pt x="268377" y="162153"/>
                    <a:pt x="268377" y="165984"/>
                  </a:cubicBezTo>
                  <a:cubicBezTo>
                    <a:pt x="268377" y="169814"/>
                    <a:pt x="265821" y="172368"/>
                    <a:pt x="262626" y="172368"/>
                  </a:cubicBezTo>
                  <a:lnTo>
                    <a:pt x="262626" y="172368"/>
                  </a:lnTo>
                  <a:close/>
                </a:path>
              </a:pathLst>
            </a:custGeom>
            <a:solidFill>
              <a:srgbClr val="007680"/>
            </a:solidFill>
            <a:ln w="6390" cap="flat">
              <a:noFill/>
              <a:prstDash val="solid"/>
              <a:miter/>
            </a:ln>
          </p:spPr>
          <p:txBody>
            <a:bodyPr rtlCol="0" anchor="ctr"/>
            <a:lstStyle/>
            <a:p>
              <a:endParaRPr lang="en-US"/>
            </a:p>
          </p:txBody>
        </p:sp>
      </p:grpSp>
      <p:grpSp>
        <p:nvGrpSpPr>
          <p:cNvPr id="1045" name="Graphic 5">
            <a:extLst>
              <a:ext uri="{FF2B5EF4-FFF2-40B4-BE49-F238E27FC236}">
                <a16:creationId xmlns:a16="http://schemas.microsoft.com/office/drawing/2014/main" id="{C1AC5EA3-561D-5E41-97D7-C930F3AE3182}"/>
              </a:ext>
            </a:extLst>
          </p:cNvPr>
          <p:cNvGrpSpPr/>
          <p:nvPr/>
        </p:nvGrpSpPr>
        <p:grpSpPr>
          <a:xfrm>
            <a:off x="10326138" y="1403361"/>
            <a:ext cx="361670" cy="361971"/>
            <a:chOff x="10326138" y="1403361"/>
            <a:chExt cx="361670" cy="361971"/>
          </a:xfrm>
          <a:solidFill>
            <a:srgbClr val="007680"/>
          </a:solidFill>
        </p:grpSpPr>
        <p:sp>
          <p:nvSpPr>
            <p:cNvPr id="1046" name="Graphic 5">
              <a:extLst>
                <a:ext uri="{FF2B5EF4-FFF2-40B4-BE49-F238E27FC236}">
                  <a16:creationId xmlns:a16="http://schemas.microsoft.com/office/drawing/2014/main" id="{D9C55903-0E0F-F447-837F-DB6FC7C03DB8}"/>
                </a:ext>
              </a:extLst>
            </p:cNvPr>
            <p:cNvSpPr/>
            <p:nvPr/>
          </p:nvSpPr>
          <p:spPr>
            <a:xfrm>
              <a:off x="10467994" y="1605734"/>
              <a:ext cx="48563" cy="16598"/>
            </a:xfrm>
            <a:custGeom>
              <a:avLst/>
              <a:gdLst>
                <a:gd name="connsiteX0" fmla="*/ 0 w 48563"/>
                <a:gd name="connsiteY0" fmla="*/ 0 h 16598"/>
                <a:gd name="connsiteX1" fmla="*/ 48563 w 48563"/>
                <a:gd name="connsiteY1" fmla="*/ 0 h 16598"/>
                <a:gd name="connsiteX2" fmla="*/ 48563 w 48563"/>
                <a:gd name="connsiteY2" fmla="*/ 16598 h 16598"/>
                <a:gd name="connsiteX3" fmla="*/ 0 w 48563"/>
                <a:gd name="connsiteY3" fmla="*/ 16598 h 16598"/>
              </a:gdLst>
              <a:ahLst/>
              <a:cxnLst>
                <a:cxn ang="0">
                  <a:pos x="connsiteX0" y="connsiteY0"/>
                </a:cxn>
                <a:cxn ang="0">
                  <a:pos x="connsiteX1" y="connsiteY1"/>
                </a:cxn>
                <a:cxn ang="0">
                  <a:pos x="connsiteX2" y="connsiteY2"/>
                </a:cxn>
                <a:cxn ang="0">
                  <a:pos x="connsiteX3" y="connsiteY3"/>
                </a:cxn>
              </a:cxnLst>
              <a:rect l="l" t="t" r="r" b="b"/>
              <a:pathLst>
                <a:path w="48563" h="16598">
                  <a:moveTo>
                    <a:pt x="0" y="0"/>
                  </a:moveTo>
                  <a:lnTo>
                    <a:pt x="48563" y="0"/>
                  </a:lnTo>
                  <a:lnTo>
                    <a:pt x="48563" y="16598"/>
                  </a:lnTo>
                  <a:lnTo>
                    <a:pt x="0" y="16598"/>
                  </a:lnTo>
                  <a:close/>
                </a:path>
              </a:pathLst>
            </a:custGeom>
            <a:solidFill>
              <a:srgbClr val="007680"/>
            </a:solidFill>
            <a:ln w="6390" cap="flat">
              <a:noFill/>
              <a:prstDash val="solid"/>
              <a:miter/>
            </a:ln>
          </p:spPr>
          <p:txBody>
            <a:bodyPr rtlCol="0" anchor="ctr"/>
            <a:lstStyle/>
            <a:p>
              <a:endParaRPr lang="en-US"/>
            </a:p>
          </p:txBody>
        </p:sp>
        <p:sp>
          <p:nvSpPr>
            <p:cNvPr id="1047" name="Graphic 5">
              <a:extLst>
                <a:ext uri="{FF2B5EF4-FFF2-40B4-BE49-F238E27FC236}">
                  <a16:creationId xmlns:a16="http://schemas.microsoft.com/office/drawing/2014/main" id="{41FEA986-CE06-1442-82C6-BDC3AF57D5F6}"/>
                </a:ext>
              </a:extLst>
            </p:cNvPr>
            <p:cNvSpPr/>
            <p:nvPr/>
          </p:nvSpPr>
          <p:spPr>
            <a:xfrm>
              <a:off x="10467994" y="1575091"/>
              <a:ext cx="48563" cy="18513"/>
            </a:xfrm>
            <a:custGeom>
              <a:avLst/>
              <a:gdLst>
                <a:gd name="connsiteX0" fmla="*/ 0 w 48563"/>
                <a:gd name="connsiteY0" fmla="*/ 0 h 18513"/>
                <a:gd name="connsiteX1" fmla="*/ 48563 w 48563"/>
                <a:gd name="connsiteY1" fmla="*/ 0 h 18513"/>
                <a:gd name="connsiteX2" fmla="*/ 48563 w 48563"/>
                <a:gd name="connsiteY2" fmla="*/ 18514 h 18513"/>
                <a:gd name="connsiteX3" fmla="*/ 0 w 48563"/>
                <a:gd name="connsiteY3" fmla="*/ 18514 h 18513"/>
              </a:gdLst>
              <a:ahLst/>
              <a:cxnLst>
                <a:cxn ang="0">
                  <a:pos x="connsiteX0" y="connsiteY0"/>
                </a:cxn>
                <a:cxn ang="0">
                  <a:pos x="connsiteX1" y="connsiteY1"/>
                </a:cxn>
                <a:cxn ang="0">
                  <a:pos x="connsiteX2" y="connsiteY2"/>
                </a:cxn>
                <a:cxn ang="0">
                  <a:pos x="connsiteX3" y="connsiteY3"/>
                </a:cxn>
              </a:cxnLst>
              <a:rect l="l" t="t" r="r" b="b"/>
              <a:pathLst>
                <a:path w="48563" h="18513">
                  <a:moveTo>
                    <a:pt x="0" y="0"/>
                  </a:moveTo>
                  <a:lnTo>
                    <a:pt x="48563" y="0"/>
                  </a:lnTo>
                  <a:lnTo>
                    <a:pt x="48563" y="18514"/>
                  </a:lnTo>
                  <a:lnTo>
                    <a:pt x="0" y="18514"/>
                  </a:lnTo>
                  <a:close/>
                </a:path>
              </a:pathLst>
            </a:custGeom>
            <a:solidFill>
              <a:srgbClr val="007680"/>
            </a:solidFill>
            <a:ln w="6390" cap="flat">
              <a:noFill/>
              <a:prstDash val="solid"/>
              <a:miter/>
            </a:ln>
          </p:spPr>
          <p:txBody>
            <a:bodyPr rtlCol="0" anchor="ctr"/>
            <a:lstStyle/>
            <a:p>
              <a:endParaRPr lang="en-US"/>
            </a:p>
          </p:txBody>
        </p:sp>
        <p:sp>
          <p:nvSpPr>
            <p:cNvPr id="1048" name="Graphic 5">
              <a:extLst>
                <a:ext uri="{FF2B5EF4-FFF2-40B4-BE49-F238E27FC236}">
                  <a16:creationId xmlns:a16="http://schemas.microsoft.com/office/drawing/2014/main" id="{9C05D025-1995-5B45-B878-9F0E61FBFEC0}"/>
                </a:ext>
              </a:extLst>
            </p:cNvPr>
            <p:cNvSpPr/>
            <p:nvPr/>
          </p:nvSpPr>
          <p:spPr>
            <a:xfrm>
              <a:off x="10467994" y="1543809"/>
              <a:ext cx="48563" cy="18513"/>
            </a:xfrm>
            <a:custGeom>
              <a:avLst/>
              <a:gdLst>
                <a:gd name="connsiteX0" fmla="*/ 0 w 48563"/>
                <a:gd name="connsiteY0" fmla="*/ 0 h 18513"/>
                <a:gd name="connsiteX1" fmla="*/ 48563 w 48563"/>
                <a:gd name="connsiteY1" fmla="*/ 0 h 18513"/>
                <a:gd name="connsiteX2" fmla="*/ 48563 w 48563"/>
                <a:gd name="connsiteY2" fmla="*/ 18513 h 18513"/>
                <a:gd name="connsiteX3" fmla="*/ 0 w 48563"/>
                <a:gd name="connsiteY3" fmla="*/ 18513 h 18513"/>
              </a:gdLst>
              <a:ahLst/>
              <a:cxnLst>
                <a:cxn ang="0">
                  <a:pos x="connsiteX0" y="connsiteY0"/>
                </a:cxn>
                <a:cxn ang="0">
                  <a:pos x="connsiteX1" y="connsiteY1"/>
                </a:cxn>
                <a:cxn ang="0">
                  <a:pos x="connsiteX2" y="connsiteY2"/>
                </a:cxn>
                <a:cxn ang="0">
                  <a:pos x="connsiteX3" y="connsiteY3"/>
                </a:cxn>
              </a:cxnLst>
              <a:rect l="l" t="t" r="r" b="b"/>
              <a:pathLst>
                <a:path w="48563" h="18513">
                  <a:moveTo>
                    <a:pt x="0" y="0"/>
                  </a:moveTo>
                  <a:lnTo>
                    <a:pt x="48563" y="0"/>
                  </a:lnTo>
                  <a:lnTo>
                    <a:pt x="48563" y="18513"/>
                  </a:lnTo>
                  <a:lnTo>
                    <a:pt x="0" y="18513"/>
                  </a:lnTo>
                  <a:close/>
                </a:path>
              </a:pathLst>
            </a:custGeom>
            <a:solidFill>
              <a:srgbClr val="007680"/>
            </a:solidFill>
            <a:ln w="6390" cap="flat">
              <a:noFill/>
              <a:prstDash val="solid"/>
              <a:miter/>
            </a:ln>
          </p:spPr>
          <p:txBody>
            <a:bodyPr rtlCol="0" anchor="ctr"/>
            <a:lstStyle/>
            <a:p>
              <a:endParaRPr lang="en-US"/>
            </a:p>
          </p:txBody>
        </p:sp>
        <p:sp>
          <p:nvSpPr>
            <p:cNvPr id="1049" name="Graphic 5">
              <a:extLst>
                <a:ext uri="{FF2B5EF4-FFF2-40B4-BE49-F238E27FC236}">
                  <a16:creationId xmlns:a16="http://schemas.microsoft.com/office/drawing/2014/main" id="{390EF267-3DD1-E641-BE68-902A944EDA74}"/>
                </a:ext>
              </a:extLst>
            </p:cNvPr>
            <p:cNvSpPr/>
            <p:nvPr/>
          </p:nvSpPr>
          <p:spPr>
            <a:xfrm>
              <a:off x="10467355" y="1512528"/>
              <a:ext cx="48563" cy="18513"/>
            </a:xfrm>
            <a:custGeom>
              <a:avLst/>
              <a:gdLst>
                <a:gd name="connsiteX0" fmla="*/ 48563 w 48563"/>
                <a:gd name="connsiteY0" fmla="*/ 18514 h 18513"/>
                <a:gd name="connsiteX1" fmla="*/ 48563 w 48563"/>
                <a:gd name="connsiteY1" fmla="*/ 638 h 18513"/>
                <a:gd name="connsiteX2" fmla="*/ 24282 w 48563"/>
                <a:gd name="connsiteY2" fmla="*/ 638 h 18513"/>
                <a:gd name="connsiteX3" fmla="*/ 0 w 48563"/>
                <a:gd name="connsiteY3" fmla="*/ 0 h 18513"/>
                <a:gd name="connsiteX4" fmla="*/ 0 w 48563"/>
                <a:gd name="connsiteY4" fmla="*/ 17875 h 18513"/>
                <a:gd name="connsiteX5" fmla="*/ 48563 w 48563"/>
                <a:gd name="connsiteY5" fmla="*/ 18514 h 1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563" h="18513">
                  <a:moveTo>
                    <a:pt x="48563" y="18514"/>
                  </a:moveTo>
                  <a:lnTo>
                    <a:pt x="48563" y="638"/>
                  </a:lnTo>
                  <a:lnTo>
                    <a:pt x="24282" y="638"/>
                  </a:lnTo>
                  <a:cubicBezTo>
                    <a:pt x="13419" y="638"/>
                    <a:pt x="5751" y="638"/>
                    <a:pt x="0" y="0"/>
                  </a:cubicBezTo>
                  <a:lnTo>
                    <a:pt x="0" y="17875"/>
                  </a:lnTo>
                  <a:lnTo>
                    <a:pt x="48563" y="18514"/>
                  </a:lnTo>
                  <a:close/>
                </a:path>
              </a:pathLst>
            </a:custGeom>
            <a:solidFill>
              <a:srgbClr val="007680"/>
            </a:solidFill>
            <a:ln w="6390" cap="flat">
              <a:noFill/>
              <a:prstDash val="solid"/>
              <a:miter/>
            </a:ln>
          </p:spPr>
          <p:txBody>
            <a:bodyPr rtlCol="0" anchor="ctr"/>
            <a:lstStyle/>
            <a:p>
              <a:endParaRPr lang="en-US"/>
            </a:p>
          </p:txBody>
        </p:sp>
        <p:sp>
          <p:nvSpPr>
            <p:cNvPr id="1050" name="Graphic 5">
              <a:extLst>
                <a:ext uri="{FF2B5EF4-FFF2-40B4-BE49-F238E27FC236}">
                  <a16:creationId xmlns:a16="http://schemas.microsoft.com/office/drawing/2014/main" id="{DF2A91A5-86C1-2043-B61E-C2B0D5D2B669}"/>
                </a:ext>
              </a:extLst>
            </p:cNvPr>
            <p:cNvSpPr/>
            <p:nvPr/>
          </p:nvSpPr>
          <p:spPr>
            <a:xfrm>
              <a:off x="10326138" y="1403361"/>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263905 w 361670"/>
                <a:gd name="connsiteY6" fmla="*/ 288556 h 361971"/>
                <a:gd name="connsiteX7" fmla="*/ 257515 w 361670"/>
                <a:gd name="connsiteY7" fmla="*/ 294940 h 361971"/>
                <a:gd name="connsiteX8" fmla="*/ 104156 w 361670"/>
                <a:gd name="connsiteY8" fmla="*/ 294940 h 361971"/>
                <a:gd name="connsiteX9" fmla="*/ 97766 w 361670"/>
                <a:gd name="connsiteY9" fmla="*/ 288556 h 361971"/>
                <a:gd name="connsiteX10" fmla="*/ 97766 w 361670"/>
                <a:gd name="connsiteY10" fmla="*/ 73416 h 361971"/>
                <a:gd name="connsiteX11" fmla="*/ 104156 w 361670"/>
                <a:gd name="connsiteY11" fmla="*/ 67032 h 361971"/>
                <a:gd name="connsiteX12" fmla="*/ 104156 w 361670"/>
                <a:gd name="connsiteY12" fmla="*/ 67032 h 361971"/>
                <a:gd name="connsiteX13" fmla="*/ 257515 w 361670"/>
                <a:gd name="connsiteY13" fmla="*/ 67670 h 361971"/>
                <a:gd name="connsiteX14" fmla="*/ 263905 w 361670"/>
                <a:gd name="connsiteY14" fmla="*/ 74054 h 361971"/>
                <a:gd name="connsiteX15" fmla="*/ 263905 w 361670"/>
                <a:gd name="connsiteY15" fmla="*/ 28855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1670" h="361971">
                  <a:moveTo>
                    <a:pt x="180836" y="0"/>
                  </a:moveTo>
                  <a:cubicBezTo>
                    <a:pt x="80513" y="0"/>
                    <a:pt x="0" y="81077"/>
                    <a:pt x="0" y="180667"/>
                  </a:cubicBezTo>
                  <a:cubicBezTo>
                    <a:pt x="0" y="280895"/>
                    <a:pt x="81152" y="361972"/>
                    <a:pt x="180836" y="361972"/>
                  </a:cubicBezTo>
                  <a:cubicBezTo>
                    <a:pt x="281157" y="361972"/>
                    <a:pt x="361670" y="280895"/>
                    <a:pt x="361670" y="181305"/>
                  </a:cubicBezTo>
                  <a:lnTo>
                    <a:pt x="361670" y="181305"/>
                  </a:lnTo>
                  <a:cubicBezTo>
                    <a:pt x="361670" y="81077"/>
                    <a:pt x="280518" y="0"/>
                    <a:pt x="180836" y="0"/>
                  </a:cubicBezTo>
                  <a:close/>
                  <a:moveTo>
                    <a:pt x="263905" y="288556"/>
                  </a:moveTo>
                  <a:cubicBezTo>
                    <a:pt x="263905" y="292386"/>
                    <a:pt x="261349" y="294940"/>
                    <a:pt x="257515" y="294940"/>
                  </a:cubicBezTo>
                  <a:lnTo>
                    <a:pt x="104156" y="294940"/>
                  </a:lnTo>
                  <a:cubicBezTo>
                    <a:pt x="100322" y="294940"/>
                    <a:pt x="97766" y="292386"/>
                    <a:pt x="97766" y="288556"/>
                  </a:cubicBezTo>
                  <a:lnTo>
                    <a:pt x="97766" y="73416"/>
                  </a:lnTo>
                  <a:cubicBezTo>
                    <a:pt x="97766" y="69585"/>
                    <a:pt x="100322" y="67032"/>
                    <a:pt x="104156" y="67032"/>
                  </a:cubicBezTo>
                  <a:lnTo>
                    <a:pt x="104156" y="67032"/>
                  </a:lnTo>
                  <a:lnTo>
                    <a:pt x="257515" y="67670"/>
                  </a:lnTo>
                  <a:cubicBezTo>
                    <a:pt x="261349" y="67670"/>
                    <a:pt x="263905" y="70224"/>
                    <a:pt x="263905" y="74054"/>
                  </a:cubicBezTo>
                  <a:lnTo>
                    <a:pt x="263905" y="288556"/>
                  </a:lnTo>
                  <a:close/>
                </a:path>
              </a:pathLst>
            </a:custGeom>
            <a:solidFill>
              <a:srgbClr val="007680"/>
            </a:solidFill>
            <a:ln w="6390" cap="flat">
              <a:noFill/>
              <a:prstDash val="solid"/>
              <a:miter/>
            </a:ln>
          </p:spPr>
          <p:txBody>
            <a:bodyPr rtlCol="0" anchor="ctr"/>
            <a:lstStyle/>
            <a:p>
              <a:endParaRPr lang="en-US"/>
            </a:p>
          </p:txBody>
        </p:sp>
        <p:sp>
          <p:nvSpPr>
            <p:cNvPr id="1051" name="Graphic 5">
              <a:extLst>
                <a:ext uri="{FF2B5EF4-FFF2-40B4-BE49-F238E27FC236}">
                  <a16:creationId xmlns:a16="http://schemas.microsoft.com/office/drawing/2014/main" id="{F1C48ACD-CD92-2741-85E0-59F848F16EA3}"/>
                </a:ext>
              </a:extLst>
            </p:cNvPr>
            <p:cNvSpPr/>
            <p:nvPr/>
          </p:nvSpPr>
          <p:spPr>
            <a:xfrm>
              <a:off x="10436684" y="1482523"/>
              <a:ext cx="140578" cy="202372"/>
            </a:xfrm>
            <a:custGeom>
              <a:avLst/>
              <a:gdLst>
                <a:gd name="connsiteX0" fmla="*/ 0 w 140578"/>
                <a:gd name="connsiteY0" fmla="*/ 0 h 202372"/>
                <a:gd name="connsiteX1" fmla="*/ 0 w 140578"/>
                <a:gd name="connsiteY1" fmla="*/ 202372 h 202372"/>
                <a:gd name="connsiteX2" fmla="*/ 140579 w 140578"/>
                <a:gd name="connsiteY2" fmla="*/ 202372 h 202372"/>
                <a:gd name="connsiteX3" fmla="*/ 140579 w 140578"/>
                <a:gd name="connsiteY3" fmla="*/ 638 h 202372"/>
                <a:gd name="connsiteX4" fmla="*/ 17891 w 140578"/>
                <a:gd name="connsiteY4" fmla="*/ 0 h 202372"/>
                <a:gd name="connsiteX5" fmla="*/ 0 w 140578"/>
                <a:gd name="connsiteY5" fmla="*/ 0 h 202372"/>
                <a:gd name="connsiteX6" fmla="*/ 116297 w 140578"/>
                <a:gd name="connsiteY6" fmla="*/ 184497 h 202372"/>
                <a:gd name="connsiteX7" fmla="*/ 25560 w 140578"/>
                <a:gd name="connsiteY7" fmla="*/ 184497 h 202372"/>
                <a:gd name="connsiteX8" fmla="*/ 19170 w 140578"/>
                <a:gd name="connsiteY8" fmla="*/ 178113 h 202372"/>
                <a:gd name="connsiteX9" fmla="*/ 25560 w 140578"/>
                <a:gd name="connsiteY9" fmla="*/ 171729 h 202372"/>
                <a:gd name="connsiteX10" fmla="*/ 116297 w 140578"/>
                <a:gd name="connsiteY10" fmla="*/ 171729 h 202372"/>
                <a:gd name="connsiteX11" fmla="*/ 122686 w 140578"/>
                <a:gd name="connsiteY11" fmla="*/ 178113 h 202372"/>
                <a:gd name="connsiteX12" fmla="*/ 116297 w 140578"/>
                <a:gd name="connsiteY12" fmla="*/ 184497 h 202372"/>
                <a:gd name="connsiteX13" fmla="*/ 109907 w 140578"/>
                <a:gd name="connsiteY13" fmla="*/ 79800 h 202372"/>
                <a:gd name="connsiteX14" fmla="*/ 116297 w 140578"/>
                <a:gd name="connsiteY14" fmla="*/ 73416 h 202372"/>
                <a:gd name="connsiteX15" fmla="*/ 122686 w 140578"/>
                <a:gd name="connsiteY15" fmla="*/ 79800 h 202372"/>
                <a:gd name="connsiteX16" fmla="*/ 122686 w 140578"/>
                <a:gd name="connsiteY16" fmla="*/ 93845 h 202372"/>
                <a:gd name="connsiteX17" fmla="*/ 116297 w 140578"/>
                <a:gd name="connsiteY17" fmla="*/ 100229 h 202372"/>
                <a:gd name="connsiteX18" fmla="*/ 109907 w 140578"/>
                <a:gd name="connsiteY18" fmla="*/ 93845 h 202372"/>
                <a:gd name="connsiteX19" fmla="*/ 109907 w 140578"/>
                <a:gd name="connsiteY19" fmla="*/ 79800 h 202372"/>
                <a:gd name="connsiteX20" fmla="*/ 18530 w 140578"/>
                <a:gd name="connsiteY20" fmla="*/ 25536 h 202372"/>
                <a:gd name="connsiteX21" fmla="*/ 18530 w 140578"/>
                <a:gd name="connsiteY21" fmla="*/ 24897 h 202372"/>
                <a:gd name="connsiteX22" fmla="*/ 24920 w 140578"/>
                <a:gd name="connsiteY22" fmla="*/ 18514 h 202372"/>
                <a:gd name="connsiteX23" fmla="*/ 24920 w 140578"/>
                <a:gd name="connsiteY23" fmla="*/ 18514 h 202372"/>
                <a:gd name="connsiteX24" fmla="*/ 86264 w 140578"/>
                <a:gd name="connsiteY24" fmla="*/ 19152 h 202372"/>
                <a:gd name="connsiteX25" fmla="*/ 92654 w 140578"/>
                <a:gd name="connsiteY25" fmla="*/ 25536 h 202372"/>
                <a:gd name="connsiteX26" fmla="*/ 92654 w 140578"/>
                <a:gd name="connsiteY26" fmla="*/ 147470 h 202372"/>
                <a:gd name="connsiteX27" fmla="*/ 86264 w 140578"/>
                <a:gd name="connsiteY27" fmla="*/ 153854 h 202372"/>
                <a:gd name="connsiteX28" fmla="*/ 24920 w 140578"/>
                <a:gd name="connsiteY28" fmla="*/ 153854 h 202372"/>
                <a:gd name="connsiteX29" fmla="*/ 18530 w 140578"/>
                <a:gd name="connsiteY29" fmla="*/ 147470 h 202372"/>
                <a:gd name="connsiteX30" fmla="*/ 18530 w 140578"/>
                <a:gd name="connsiteY30" fmla="*/ 25536 h 20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40578" h="202372">
                  <a:moveTo>
                    <a:pt x="0" y="0"/>
                  </a:moveTo>
                  <a:lnTo>
                    <a:pt x="0" y="202372"/>
                  </a:lnTo>
                  <a:lnTo>
                    <a:pt x="140579" y="202372"/>
                  </a:lnTo>
                  <a:lnTo>
                    <a:pt x="140579" y="638"/>
                  </a:lnTo>
                  <a:lnTo>
                    <a:pt x="17891" y="0"/>
                  </a:lnTo>
                  <a:cubicBezTo>
                    <a:pt x="10224" y="638"/>
                    <a:pt x="4473" y="638"/>
                    <a:pt x="0" y="0"/>
                  </a:cubicBezTo>
                  <a:close/>
                  <a:moveTo>
                    <a:pt x="116297" y="184497"/>
                  </a:moveTo>
                  <a:lnTo>
                    <a:pt x="25560" y="184497"/>
                  </a:lnTo>
                  <a:cubicBezTo>
                    <a:pt x="21725" y="184497"/>
                    <a:pt x="19170" y="181944"/>
                    <a:pt x="19170" y="178113"/>
                  </a:cubicBezTo>
                  <a:cubicBezTo>
                    <a:pt x="19170" y="174283"/>
                    <a:pt x="21725" y="171729"/>
                    <a:pt x="25560" y="171729"/>
                  </a:cubicBezTo>
                  <a:lnTo>
                    <a:pt x="116297" y="171729"/>
                  </a:lnTo>
                  <a:cubicBezTo>
                    <a:pt x="120130" y="171729"/>
                    <a:pt x="122686" y="174283"/>
                    <a:pt x="122686" y="178113"/>
                  </a:cubicBezTo>
                  <a:cubicBezTo>
                    <a:pt x="122686" y="181944"/>
                    <a:pt x="120130" y="184497"/>
                    <a:pt x="116297" y="184497"/>
                  </a:cubicBezTo>
                  <a:close/>
                  <a:moveTo>
                    <a:pt x="109907" y="79800"/>
                  </a:moveTo>
                  <a:cubicBezTo>
                    <a:pt x="109907" y="75969"/>
                    <a:pt x="112463" y="73416"/>
                    <a:pt x="116297" y="73416"/>
                  </a:cubicBezTo>
                  <a:cubicBezTo>
                    <a:pt x="120130" y="73416"/>
                    <a:pt x="122686" y="75969"/>
                    <a:pt x="122686" y="79800"/>
                  </a:cubicBezTo>
                  <a:lnTo>
                    <a:pt x="122686" y="93845"/>
                  </a:lnTo>
                  <a:cubicBezTo>
                    <a:pt x="122686" y="97675"/>
                    <a:pt x="120130" y="100229"/>
                    <a:pt x="116297" y="100229"/>
                  </a:cubicBezTo>
                  <a:cubicBezTo>
                    <a:pt x="112463" y="100229"/>
                    <a:pt x="109907" y="97675"/>
                    <a:pt x="109907" y="93845"/>
                  </a:cubicBezTo>
                  <a:lnTo>
                    <a:pt x="109907" y="79800"/>
                  </a:lnTo>
                  <a:close/>
                  <a:moveTo>
                    <a:pt x="18530" y="25536"/>
                  </a:moveTo>
                  <a:lnTo>
                    <a:pt x="18530" y="24897"/>
                  </a:lnTo>
                  <a:cubicBezTo>
                    <a:pt x="18530" y="21067"/>
                    <a:pt x="21086" y="18514"/>
                    <a:pt x="24920" y="18514"/>
                  </a:cubicBezTo>
                  <a:lnTo>
                    <a:pt x="24920" y="18514"/>
                  </a:lnTo>
                  <a:lnTo>
                    <a:pt x="86264" y="19152"/>
                  </a:lnTo>
                  <a:cubicBezTo>
                    <a:pt x="90098" y="19152"/>
                    <a:pt x="92654" y="21706"/>
                    <a:pt x="92654" y="25536"/>
                  </a:cubicBezTo>
                  <a:lnTo>
                    <a:pt x="92654" y="147470"/>
                  </a:lnTo>
                  <a:cubicBezTo>
                    <a:pt x="92654" y="151300"/>
                    <a:pt x="90098" y="153854"/>
                    <a:pt x="86264" y="153854"/>
                  </a:cubicBezTo>
                  <a:lnTo>
                    <a:pt x="24920" y="153854"/>
                  </a:lnTo>
                  <a:cubicBezTo>
                    <a:pt x="21086" y="153854"/>
                    <a:pt x="18530" y="151300"/>
                    <a:pt x="18530" y="147470"/>
                  </a:cubicBezTo>
                  <a:lnTo>
                    <a:pt x="18530" y="25536"/>
                  </a:lnTo>
                  <a:close/>
                </a:path>
              </a:pathLst>
            </a:custGeom>
            <a:solidFill>
              <a:srgbClr val="007680"/>
            </a:solidFill>
            <a:ln w="6390" cap="flat">
              <a:noFill/>
              <a:prstDash val="solid"/>
              <a:miter/>
            </a:ln>
          </p:spPr>
          <p:txBody>
            <a:bodyPr rtlCol="0" anchor="ctr"/>
            <a:lstStyle/>
            <a:p>
              <a:endParaRPr lang="en-US"/>
            </a:p>
          </p:txBody>
        </p:sp>
      </p:grpSp>
      <p:grpSp>
        <p:nvGrpSpPr>
          <p:cNvPr id="1052" name="Graphic 5">
            <a:extLst>
              <a:ext uri="{FF2B5EF4-FFF2-40B4-BE49-F238E27FC236}">
                <a16:creationId xmlns:a16="http://schemas.microsoft.com/office/drawing/2014/main" id="{25B83205-8C30-0346-A03B-DEB71090E0C6}"/>
              </a:ext>
            </a:extLst>
          </p:cNvPr>
          <p:cNvGrpSpPr/>
          <p:nvPr/>
        </p:nvGrpSpPr>
        <p:grpSpPr>
          <a:xfrm>
            <a:off x="6147119" y="4309350"/>
            <a:ext cx="362309" cy="361971"/>
            <a:chOff x="6147119" y="4309350"/>
            <a:chExt cx="362309" cy="361971"/>
          </a:xfrm>
          <a:solidFill>
            <a:srgbClr val="007680"/>
          </a:solidFill>
        </p:grpSpPr>
        <p:sp>
          <p:nvSpPr>
            <p:cNvPr id="1053" name="Graphic 5">
              <a:extLst>
                <a:ext uri="{FF2B5EF4-FFF2-40B4-BE49-F238E27FC236}">
                  <a16:creationId xmlns:a16="http://schemas.microsoft.com/office/drawing/2014/main" id="{C84EF13F-BE46-7C47-ADD2-15F248FCEE10}"/>
                </a:ext>
              </a:extLst>
            </p:cNvPr>
            <p:cNvSpPr/>
            <p:nvPr/>
          </p:nvSpPr>
          <p:spPr>
            <a:xfrm>
              <a:off x="6375240" y="4383404"/>
              <a:ext cx="19169" cy="19151"/>
            </a:xfrm>
            <a:custGeom>
              <a:avLst/>
              <a:gdLst>
                <a:gd name="connsiteX0" fmla="*/ 19170 w 19169"/>
                <a:gd name="connsiteY0" fmla="*/ 9576 h 19151"/>
                <a:gd name="connsiteX1" fmla="*/ 9585 w 19169"/>
                <a:gd name="connsiteY1" fmla="*/ 19152 h 19151"/>
                <a:gd name="connsiteX2" fmla="*/ 0 w 19169"/>
                <a:gd name="connsiteY2" fmla="*/ 9576 h 19151"/>
                <a:gd name="connsiteX3" fmla="*/ 9585 w 19169"/>
                <a:gd name="connsiteY3" fmla="*/ 0 h 19151"/>
                <a:gd name="connsiteX4" fmla="*/ 19170 w 19169"/>
                <a:gd name="connsiteY4" fmla="*/ 9576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19170" y="9576"/>
                  </a:moveTo>
                  <a:cubicBezTo>
                    <a:pt x="19170" y="14865"/>
                    <a:pt x="14879" y="19152"/>
                    <a:pt x="9585" y="19152"/>
                  </a:cubicBezTo>
                  <a:cubicBezTo>
                    <a:pt x="4291" y="19152"/>
                    <a:pt x="0" y="14865"/>
                    <a:pt x="0" y="9576"/>
                  </a:cubicBezTo>
                  <a:cubicBezTo>
                    <a:pt x="0" y="4287"/>
                    <a:pt x="4291" y="0"/>
                    <a:pt x="9585" y="0"/>
                  </a:cubicBezTo>
                  <a:cubicBezTo>
                    <a:pt x="14879" y="0"/>
                    <a:pt x="19170" y="4287"/>
                    <a:pt x="19170" y="9576"/>
                  </a:cubicBezTo>
                  <a:close/>
                </a:path>
              </a:pathLst>
            </a:custGeom>
            <a:solidFill>
              <a:srgbClr val="007680"/>
            </a:solidFill>
            <a:ln w="6390" cap="flat">
              <a:noFill/>
              <a:prstDash val="solid"/>
              <a:miter/>
            </a:ln>
          </p:spPr>
          <p:txBody>
            <a:bodyPr rtlCol="0" anchor="ctr"/>
            <a:lstStyle/>
            <a:p>
              <a:endParaRPr lang="en-US"/>
            </a:p>
          </p:txBody>
        </p:sp>
        <p:sp>
          <p:nvSpPr>
            <p:cNvPr id="1054" name="Graphic 5">
              <a:extLst>
                <a:ext uri="{FF2B5EF4-FFF2-40B4-BE49-F238E27FC236}">
                  <a16:creationId xmlns:a16="http://schemas.microsoft.com/office/drawing/2014/main" id="{25E87BA5-2FC8-5345-BD67-462E8F3B5173}"/>
                </a:ext>
              </a:extLst>
            </p:cNvPr>
            <p:cNvSpPr/>
            <p:nvPr/>
          </p:nvSpPr>
          <p:spPr>
            <a:xfrm>
              <a:off x="6246163" y="4448521"/>
              <a:ext cx="51758" cy="68308"/>
            </a:xfrm>
            <a:custGeom>
              <a:avLst/>
              <a:gdLst>
                <a:gd name="connsiteX0" fmla="*/ 0 w 51758"/>
                <a:gd name="connsiteY0" fmla="*/ 0 h 68308"/>
                <a:gd name="connsiteX1" fmla="*/ 51758 w 51758"/>
                <a:gd name="connsiteY1" fmla="*/ 0 h 68308"/>
                <a:gd name="connsiteX2" fmla="*/ 51758 w 51758"/>
                <a:gd name="connsiteY2" fmla="*/ 68309 h 68308"/>
                <a:gd name="connsiteX3" fmla="*/ 0 w 51758"/>
                <a:gd name="connsiteY3" fmla="*/ 68309 h 68308"/>
              </a:gdLst>
              <a:ahLst/>
              <a:cxnLst>
                <a:cxn ang="0">
                  <a:pos x="connsiteX0" y="connsiteY0"/>
                </a:cxn>
                <a:cxn ang="0">
                  <a:pos x="connsiteX1" y="connsiteY1"/>
                </a:cxn>
                <a:cxn ang="0">
                  <a:pos x="connsiteX2" y="connsiteY2"/>
                </a:cxn>
                <a:cxn ang="0">
                  <a:pos x="connsiteX3" y="connsiteY3"/>
                </a:cxn>
              </a:cxnLst>
              <a:rect l="l" t="t" r="r" b="b"/>
              <a:pathLst>
                <a:path w="51758" h="68308">
                  <a:moveTo>
                    <a:pt x="0" y="0"/>
                  </a:moveTo>
                  <a:lnTo>
                    <a:pt x="51758" y="0"/>
                  </a:lnTo>
                  <a:lnTo>
                    <a:pt x="51758" y="68309"/>
                  </a:lnTo>
                  <a:lnTo>
                    <a:pt x="0" y="68309"/>
                  </a:lnTo>
                  <a:close/>
                </a:path>
              </a:pathLst>
            </a:custGeom>
            <a:solidFill>
              <a:srgbClr val="007680"/>
            </a:solidFill>
            <a:ln w="6390" cap="flat">
              <a:noFill/>
              <a:prstDash val="solid"/>
              <a:miter/>
            </a:ln>
          </p:spPr>
          <p:txBody>
            <a:bodyPr rtlCol="0" anchor="ctr"/>
            <a:lstStyle/>
            <a:p>
              <a:endParaRPr lang="en-US"/>
            </a:p>
          </p:txBody>
        </p:sp>
        <p:sp>
          <p:nvSpPr>
            <p:cNvPr id="1055" name="Graphic 5">
              <a:extLst>
                <a:ext uri="{FF2B5EF4-FFF2-40B4-BE49-F238E27FC236}">
                  <a16:creationId xmlns:a16="http://schemas.microsoft.com/office/drawing/2014/main" id="{428046DB-C5D1-864E-83F3-BC7DB79E3865}"/>
                </a:ext>
              </a:extLst>
            </p:cNvPr>
            <p:cNvSpPr/>
            <p:nvPr/>
          </p:nvSpPr>
          <p:spPr>
            <a:xfrm>
              <a:off x="6361182" y="4448521"/>
              <a:ext cx="47924" cy="83630"/>
            </a:xfrm>
            <a:custGeom>
              <a:avLst/>
              <a:gdLst>
                <a:gd name="connsiteX0" fmla="*/ 21087 w 47924"/>
                <a:gd name="connsiteY0" fmla="*/ 0 h 83630"/>
                <a:gd name="connsiteX1" fmla="*/ 0 w 47924"/>
                <a:gd name="connsiteY1" fmla="*/ 83630 h 83630"/>
                <a:gd name="connsiteX2" fmla="*/ 47925 w 47924"/>
                <a:gd name="connsiteY2" fmla="*/ 83630 h 83630"/>
                <a:gd name="connsiteX3" fmla="*/ 26838 w 47924"/>
                <a:gd name="connsiteY3" fmla="*/ 0 h 83630"/>
              </a:gdLst>
              <a:ahLst/>
              <a:cxnLst>
                <a:cxn ang="0">
                  <a:pos x="connsiteX0" y="connsiteY0"/>
                </a:cxn>
                <a:cxn ang="0">
                  <a:pos x="connsiteX1" y="connsiteY1"/>
                </a:cxn>
                <a:cxn ang="0">
                  <a:pos x="connsiteX2" y="connsiteY2"/>
                </a:cxn>
                <a:cxn ang="0">
                  <a:pos x="connsiteX3" y="connsiteY3"/>
                </a:cxn>
              </a:cxnLst>
              <a:rect l="l" t="t" r="r" b="b"/>
              <a:pathLst>
                <a:path w="47924" h="83630">
                  <a:moveTo>
                    <a:pt x="21087" y="0"/>
                  </a:moveTo>
                  <a:lnTo>
                    <a:pt x="0" y="83630"/>
                  </a:lnTo>
                  <a:lnTo>
                    <a:pt x="47925" y="83630"/>
                  </a:lnTo>
                  <a:lnTo>
                    <a:pt x="26838" y="0"/>
                  </a:lnTo>
                  <a:close/>
                </a:path>
              </a:pathLst>
            </a:custGeom>
            <a:solidFill>
              <a:srgbClr val="007680"/>
            </a:solidFill>
            <a:ln w="6390" cap="flat">
              <a:noFill/>
              <a:prstDash val="solid"/>
              <a:miter/>
            </a:ln>
          </p:spPr>
          <p:txBody>
            <a:bodyPr rtlCol="0" anchor="ctr"/>
            <a:lstStyle/>
            <a:p>
              <a:endParaRPr lang="en-US"/>
            </a:p>
          </p:txBody>
        </p:sp>
        <p:sp>
          <p:nvSpPr>
            <p:cNvPr id="1056" name="Graphic 5">
              <a:extLst>
                <a:ext uri="{FF2B5EF4-FFF2-40B4-BE49-F238E27FC236}">
                  <a16:creationId xmlns:a16="http://schemas.microsoft.com/office/drawing/2014/main" id="{3E928266-199F-1F4D-9D35-59FFA78655C4}"/>
                </a:ext>
              </a:extLst>
            </p:cNvPr>
            <p:cNvSpPr/>
            <p:nvPr/>
          </p:nvSpPr>
          <p:spPr>
            <a:xfrm>
              <a:off x="6147119" y="4309350"/>
              <a:ext cx="362309" cy="361971"/>
            </a:xfrm>
            <a:custGeom>
              <a:avLst/>
              <a:gdLst>
                <a:gd name="connsiteX0" fmla="*/ 181474 w 362309"/>
                <a:gd name="connsiteY0" fmla="*/ 0 h 361971"/>
                <a:gd name="connsiteX1" fmla="*/ 0 w 362309"/>
                <a:gd name="connsiteY1" fmla="*/ 180667 h 361971"/>
                <a:gd name="connsiteX2" fmla="*/ 180835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124604 w 362309"/>
                <a:gd name="connsiteY6" fmla="*/ 61286 h 361971"/>
                <a:gd name="connsiteX7" fmla="*/ 146969 w 362309"/>
                <a:gd name="connsiteY7" fmla="*/ 83630 h 361971"/>
                <a:gd name="connsiteX8" fmla="*/ 124604 w 362309"/>
                <a:gd name="connsiteY8" fmla="*/ 105974 h 361971"/>
                <a:gd name="connsiteX9" fmla="*/ 102239 w 362309"/>
                <a:gd name="connsiteY9" fmla="*/ 83630 h 361971"/>
                <a:gd name="connsiteX10" fmla="*/ 124604 w 362309"/>
                <a:gd name="connsiteY10" fmla="*/ 61286 h 361971"/>
                <a:gd name="connsiteX11" fmla="*/ 124604 w 362309"/>
                <a:gd name="connsiteY11" fmla="*/ 61286 h 361971"/>
                <a:gd name="connsiteX12" fmla="*/ 163582 w 362309"/>
                <a:gd name="connsiteY12" fmla="*/ 213225 h 361971"/>
                <a:gd name="connsiteX13" fmla="*/ 157192 w 362309"/>
                <a:gd name="connsiteY13" fmla="*/ 219609 h 361971"/>
                <a:gd name="connsiteX14" fmla="*/ 147607 w 362309"/>
                <a:gd name="connsiteY14" fmla="*/ 219609 h 361971"/>
                <a:gd name="connsiteX15" fmla="*/ 147607 w 362309"/>
                <a:gd name="connsiteY15" fmla="*/ 294301 h 361971"/>
                <a:gd name="connsiteX16" fmla="*/ 141217 w 362309"/>
                <a:gd name="connsiteY16" fmla="*/ 300685 h 361971"/>
                <a:gd name="connsiteX17" fmla="*/ 134828 w 362309"/>
                <a:gd name="connsiteY17" fmla="*/ 294301 h 361971"/>
                <a:gd name="connsiteX18" fmla="*/ 134828 w 362309"/>
                <a:gd name="connsiteY18" fmla="*/ 220247 h 361971"/>
                <a:gd name="connsiteX19" fmla="*/ 115019 w 362309"/>
                <a:gd name="connsiteY19" fmla="*/ 220247 h 361971"/>
                <a:gd name="connsiteX20" fmla="*/ 115019 w 362309"/>
                <a:gd name="connsiteY20" fmla="*/ 294940 h 361971"/>
                <a:gd name="connsiteX21" fmla="*/ 108629 w 362309"/>
                <a:gd name="connsiteY21" fmla="*/ 301324 h 361971"/>
                <a:gd name="connsiteX22" fmla="*/ 102239 w 362309"/>
                <a:gd name="connsiteY22" fmla="*/ 294940 h 361971"/>
                <a:gd name="connsiteX23" fmla="*/ 102239 w 362309"/>
                <a:gd name="connsiteY23" fmla="*/ 220247 h 361971"/>
                <a:gd name="connsiteX24" fmla="*/ 92654 w 362309"/>
                <a:gd name="connsiteY24" fmla="*/ 220247 h 361971"/>
                <a:gd name="connsiteX25" fmla="*/ 86264 w 362309"/>
                <a:gd name="connsiteY25" fmla="*/ 213863 h 361971"/>
                <a:gd name="connsiteX26" fmla="*/ 86264 w 362309"/>
                <a:gd name="connsiteY26" fmla="*/ 132787 h 361971"/>
                <a:gd name="connsiteX27" fmla="*/ 92654 w 362309"/>
                <a:gd name="connsiteY27" fmla="*/ 126403 h 361971"/>
                <a:gd name="connsiteX28" fmla="*/ 157192 w 362309"/>
                <a:gd name="connsiteY28" fmla="*/ 126403 h 361971"/>
                <a:gd name="connsiteX29" fmla="*/ 163582 w 362309"/>
                <a:gd name="connsiteY29" fmla="*/ 132787 h 361971"/>
                <a:gd name="connsiteX30" fmla="*/ 163582 w 362309"/>
                <a:gd name="connsiteY30" fmla="*/ 213225 h 361971"/>
                <a:gd name="connsiteX31" fmla="*/ 237706 w 362309"/>
                <a:gd name="connsiteY31" fmla="*/ 61286 h 361971"/>
                <a:gd name="connsiteX32" fmla="*/ 260071 w 362309"/>
                <a:gd name="connsiteY32" fmla="*/ 83630 h 361971"/>
                <a:gd name="connsiteX33" fmla="*/ 237706 w 362309"/>
                <a:gd name="connsiteY33" fmla="*/ 105974 h 361971"/>
                <a:gd name="connsiteX34" fmla="*/ 215341 w 362309"/>
                <a:gd name="connsiteY34" fmla="*/ 83630 h 361971"/>
                <a:gd name="connsiteX35" fmla="*/ 237706 w 362309"/>
                <a:gd name="connsiteY35" fmla="*/ 61286 h 361971"/>
                <a:gd name="connsiteX36" fmla="*/ 237706 w 362309"/>
                <a:gd name="connsiteY36" fmla="*/ 61286 h 361971"/>
                <a:gd name="connsiteX37" fmla="*/ 275406 w 362309"/>
                <a:gd name="connsiteY37" fmla="*/ 233654 h 361971"/>
                <a:gd name="connsiteX38" fmla="*/ 270294 w 362309"/>
                <a:gd name="connsiteY38" fmla="*/ 236207 h 361971"/>
                <a:gd name="connsiteX39" fmla="*/ 260709 w 362309"/>
                <a:gd name="connsiteY39" fmla="*/ 236207 h 361971"/>
                <a:gd name="connsiteX40" fmla="*/ 260709 w 362309"/>
                <a:gd name="connsiteY40" fmla="*/ 294301 h 361971"/>
                <a:gd name="connsiteX41" fmla="*/ 254319 w 362309"/>
                <a:gd name="connsiteY41" fmla="*/ 300685 h 361971"/>
                <a:gd name="connsiteX42" fmla="*/ 247929 w 362309"/>
                <a:gd name="connsiteY42" fmla="*/ 294301 h 361971"/>
                <a:gd name="connsiteX43" fmla="*/ 247929 w 362309"/>
                <a:gd name="connsiteY43" fmla="*/ 236207 h 361971"/>
                <a:gd name="connsiteX44" fmla="*/ 228121 w 362309"/>
                <a:gd name="connsiteY44" fmla="*/ 236207 h 361971"/>
                <a:gd name="connsiteX45" fmla="*/ 228121 w 362309"/>
                <a:gd name="connsiteY45" fmla="*/ 294301 h 361971"/>
                <a:gd name="connsiteX46" fmla="*/ 221731 w 362309"/>
                <a:gd name="connsiteY46" fmla="*/ 300685 h 361971"/>
                <a:gd name="connsiteX47" fmla="*/ 215341 w 362309"/>
                <a:gd name="connsiteY47" fmla="*/ 294301 h 361971"/>
                <a:gd name="connsiteX48" fmla="*/ 215341 w 362309"/>
                <a:gd name="connsiteY48" fmla="*/ 236207 h 361971"/>
                <a:gd name="connsiteX49" fmla="*/ 205756 w 362309"/>
                <a:gd name="connsiteY49" fmla="*/ 236207 h 361971"/>
                <a:gd name="connsiteX50" fmla="*/ 200644 w 362309"/>
                <a:gd name="connsiteY50" fmla="*/ 233654 h 361971"/>
                <a:gd name="connsiteX51" fmla="*/ 199366 w 362309"/>
                <a:gd name="connsiteY51" fmla="*/ 227908 h 361971"/>
                <a:gd name="connsiteX52" fmla="*/ 223648 w 362309"/>
                <a:gd name="connsiteY52" fmla="*/ 130872 h 361971"/>
                <a:gd name="connsiteX53" fmla="*/ 230038 w 362309"/>
                <a:gd name="connsiteY53" fmla="*/ 125764 h 361971"/>
                <a:gd name="connsiteX54" fmla="*/ 246013 w 362309"/>
                <a:gd name="connsiteY54" fmla="*/ 125764 h 361971"/>
                <a:gd name="connsiteX55" fmla="*/ 252403 w 362309"/>
                <a:gd name="connsiteY55" fmla="*/ 130872 h 361971"/>
                <a:gd name="connsiteX56" fmla="*/ 276684 w 362309"/>
                <a:gd name="connsiteY56" fmla="*/ 227908 h 361971"/>
                <a:gd name="connsiteX57" fmla="*/ 275406 w 362309"/>
                <a:gd name="connsiteY57" fmla="*/ 23365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62309" h="361971">
                  <a:moveTo>
                    <a:pt x="181474" y="0"/>
                  </a:moveTo>
                  <a:cubicBezTo>
                    <a:pt x="81152" y="0"/>
                    <a:pt x="0" y="81076"/>
                    <a:pt x="0" y="180667"/>
                  </a:cubicBezTo>
                  <a:cubicBezTo>
                    <a:pt x="0" y="280257"/>
                    <a:pt x="81152" y="361971"/>
                    <a:pt x="180835" y="361971"/>
                  </a:cubicBezTo>
                  <a:cubicBezTo>
                    <a:pt x="280518" y="361971"/>
                    <a:pt x="362310" y="280895"/>
                    <a:pt x="362310" y="181305"/>
                  </a:cubicBezTo>
                  <a:cubicBezTo>
                    <a:pt x="362310" y="181305"/>
                    <a:pt x="362310" y="181305"/>
                    <a:pt x="362310" y="181305"/>
                  </a:cubicBezTo>
                  <a:cubicBezTo>
                    <a:pt x="362310" y="81076"/>
                    <a:pt x="281157" y="0"/>
                    <a:pt x="181474" y="0"/>
                  </a:cubicBezTo>
                  <a:close/>
                  <a:moveTo>
                    <a:pt x="124604" y="61286"/>
                  </a:moveTo>
                  <a:cubicBezTo>
                    <a:pt x="136745" y="61286"/>
                    <a:pt x="146969" y="71500"/>
                    <a:pt x="146969" y="83630"/>
                  </a:cubicBezTo>
                  <a:cubicBezTo>
                    <a:pt x="146969" y="95760"/>
                    <a:pt x="136745" y="105974"/>
                    <a:pt x="124604" y="105974"/>
                  </a:cubicBezTo>
                  <a:cubicBezTo>
                    <a:pt x="112463" y="105974"/>
                    <a:pt x="102239" y="95760"/>
                    <a:pt x="102239" y="83630"/>
                  </a:cubicBezTo>
                  <a:cubicBezTo>
                    <a:pt x="102239" y="71500"/>
                    <a:pt x="112463" y="61286"/>
                    <a:pt x="124604" y="61286"/>
                  </a:cubicBezTo>
                  <a:lnTo>
                    <a:pt x="124604" y="61286"/>
                  </a:lnTo>
                  <a:close/>
                  <a:moveTo>
                    <a:pt x="163582" y="213225"/>
                  </a:moveTo>
                  <a:cubicBezTo>
                    <a:pt x="163582" y="217055"/>
                    <a:pt x="161027" y="219609"/>
                    <a:pt x="157192" y="219609"/>
                  </a:cubicBezTo>
                  <a:lnTo>
                    <a:pt x="147607" y="219609"/>
                  </a:lnTo>
                  <a:lnTo>
                    <a:pt x="147607" y="294301"/>
                  </a:lnTo>
                  <a:cubicBezTo>
                    <a:pt x="147607" y="298132"/>
                    <a:pt x="145052" y="300685"/>
                    <a:pt x="141217" y="300685"/>
                  </a:cubicBezTo>
                  <a:cubicBezTo>
                    <a:pt x="137384" y="300685"/>
                    <a:pt x="134828" y="298132"/>
                    <a:pt x="134828" y="294301"/>
                  </a:cubicBezTo>
                  <a:lnTo>
                    <a:pt x="134828" y="220247"/>
                  </a:lnTo>
                  <a:lnTo>
                    <a:pt x="115019" y="220247"/>
                  </a:lnTo>
                  <a:lnTo>
                    <a:pt x="115019" y="294940"/>
                  </a:lnTo>
                  <a:cubicBezTo>
                    <a:pt x="115019" y="298770"/>
                    <a:pt x="112463" y="301324"/>
                    <a:pt x="108629" y="301324"/>
                  </a:cubicBezTo>
                  <a:cubicBezTo>
                    <a:pt x="104795" y="301324"/>
                    <a:pt x="102239" y="298770"/>
                    <a:pt x="102239" y="294940"/>
                  </a:cubicBezTo>
                  <a:lnTo>
                    <a:pt x="102239" y="220247"/>
                  </a:lnTo>
                  <a:lnTo>
                    <a:pt x="92654" y="220247"/>
                  </a:lnTo>
                  <a:cubicBezTo>
                    <a:pt x="88820" y="220247"/>
                    <a:pt x="86264" y="217694"/>
                    <a:pt x="86264" y="213863"/>
                  </a:cubicBezTo>
                  <a:lnTo>
                    <a:pt x="86264" y="132787"/>
                  </a:lnTo>
                  <a:cubicBezTo>
                    <a:pt x="86264" y="128956"/>
                    <a:pt x="88820" y="126403"/>
                    <a:pt x="92654" y="126403"/>
                  </a:cubicBezTo>
                  <a:lnTo>
                    <a:pt x="157192" y="126403"/>
                  </a:lnTo>
                  <a:cubicBezTo>
                    <a:pt x="161027" y="126403"/>
                    <a:pt x="163582" y="128956"/>
                    <a:pt x="163582" y="132787"/>
                  </a:cubicBezTo>
                  <a:lnTo>
                    <a:pt x="163582" y="213225"/>
                  </a:lnTo>
                  <a:close/>
                  <a:moveTo>
                    <a:pt x="237706" y="61286"/>
                  </a:moveTo>
                  <a:cubicBezTo>
                    <a:pt x="249846" y="61286"/>
                    <a:pt x="260071" y="71500"/>
                    <a:pt x="260071" y="83630"/>
                  </a:cubicBezTo>
                  <a:cubicBezTo>
                    <a:pt x="260071" y="95760"/>
                    <a:pt x="249846" y="105974"/>
                    <a:pt x="237706" y="105974"/>
                  </a:cubicBezTo>
                  <a:cubicBezTo>
                    <a:pt x="225565" y="105974"/>
                    <a:pt x="215341" y="95760"/>
                    <a:pt x="215341" y="83630"/>
                  </a:cubicBezTo>
                  <a:cubicBezTo>
                    <a:pt x="215341" y="71500"/>
                    <a:pt x="225565" y="61286"/>
                    <a:pt x="237706" y="61286"/>
                  </a:cubicBezTo>
                  <a:lnTo>
                    <a:pt x="237706" y="61286"/>
                  </a:lnTo>
                  <a:close/>
                  <a:moveTo>
                    <a:pt x="275406" y="233654"/>
                  </a:moveTo>
                  <a:cubicBezTo>
                    <a:pt x="274128" y="234930"/>
                    <a:pt x="272211" y="236207"/>
                    <a:pt x="270294" y="236207"/>
                  </a:cubicBezTo>
                  <a:lnTo>
                    <a:pt x="260709" y="236207"/>
                  </a:lnTo>
                  <a:lnTo>
                    <a:pt x="260709" y="294301"/>
                  </a:lnTo>
                  <a:cubicBezTo>
                    <a:pt x="260709" y="298132"/>
                    <a:pt x="258154" y="300685"/>
                    <a:pt x="254319" y="300685"/>
                  </a:cubicBezTo>
                  <a:cubicBezTo>
                    <a:pt x="250486" y="300685"/>
                    <a:pt x="247929" y="298132"/>
                    <a:pt x="247929" y="294301"/>
                  </a:cubicBezTo>
                  <a:lnTo>
                    <a:pt x="247929" y="236207"/>
                  </a:lnTo>
                  <a:lnTo>
                    <a:pt x="228121" y="236207"/>
                  </a:lnTo>
                  <a:lnTo>
                    <a:pt x="228121" y="294301"/>
                  </a:lnTo>
                  <a:cubicBezTo>
                    <a:pt x="228121" y="298132"/>
                    <a:pt x="225565" y="300685"/>
                    <a:pt x="221731" y="300685"/>
                  </a:cubicBezTo>
                  <a:cubicBezTo>
                    <a:pt x="217897" y="300685"/>
                    <a:pt x="215341" y="298132"/>
                    <a:pt x="215341" y="294301"/>
                  </a:cubicBezTo>
                  <a:lnTo>
                    <a:pt x="215341" y="236207"/>
                  </a:lnTo>
                  <a:lnTo>
                    <a:pt x="205756" y="236207"/>
                  </a:lnTo>
                  <a:cubicBezTo>
                    <a:pt x="203839" y="236207"/>
                    <a:pt x="201922" y="235569"/>
                    <a:pt x="200644" y="233654"/>
                  </a:cubicBezTo>
                  <a:cubicBezTo>
                    <a:pt x="199366" y="232377"/>
                    <a:pt x="198727" y="229823"/>
                    <a:pt x="199366" y="227908"/>
                  </a:cubicBezTo>
                  <a:lnTo>
                    <a:pt x="223648" y="130872"/>
                  </a:lnTo>
                  <a:cubicBezTo>
                    <a:pt x="224287" y="127680"/>
                    <a:pt x="226843" y="125764"/>
                    <a:pt x="230038" y="125764"/>
                  </a:cubicBezTo>
                  <a:lnTo>
                    <a:pt x="246013" y="125764"/>
                  </a:lnTo>
                  <a:cubicBezTo>
                    <a:pt x="249208" y="125764"/>
                    <a:pt x="251764" y="127680"/>
                    <a:pt x="252403" y="130872"/>
                  </a:cubicBezTo>
                  <a:lnTo>
                    <a:pt x="276684" y="227908"/>
                  </a:lnTo>
                  <a:cubicBezTo>
                    <a:pt x="277323" y="229823"/>
                    <a:pt x="276684" y="232377"/>
                    <a:pt x="275406" y="233654"/>
                  </a:cubicBezTo>
                  <a:close/>
                </a:path>
              </a:pathLst>
            </a:custGeom>
            <a:solidFill>
              <a:srgbClr val="007680"/>
            </a:solidFill>
            <a:ln w="6390" cap="flat">
              <a:noFill/>
              <a:prstDash val="solid"/>
              <a:miter/>
            </a:ln>
          </p:spPr>
          <p:txBody>
            <a:bodyPr rtlCol="0" anchor="ctr"/>
            <a:lstStyle/>
            <a:p>
              <a:endParaRPr lang="en-US"/>
            </a:p>
          </p:txBody>
        </p:sp>
        <p:sp>
          <p:nvSpPr>
            <p:cNvPr id="1057" name="Graphic 5">
              <a:extLst>
                <a:ext uri="{FF2B5EF4-FFF2-40B4-BE49-F238E27FC236}">
                  <a16:creationId xmlns:a16="http://schemas.microsoft.com/office/drawing/2014/main" id="{CA549025-0E2B-234A-95C0-F26C6002ABDD}"/>
                </a:ext>
              </a:extLst>
            </p:cNvPr>
            <p:cNvSpPr/>
            <p:nvPr/>
          </p:nvSpPr>
          <p:spPr>
            <a:xfrm>
              <a:off x="6262138" y="4383404"/>
              <a:ext cx="19169" cy="19151"/>
            </a:xfrm>
            <a:custGeom>
              <a:avLst/>
              <a:gdLst>
                <a:gd name="connsiteX0" fmla="*/ 19170 w 19169"/>
                <a:gd name="connsiteY0" fmla="*/ 9576 h 19151"/>
                <a:gd name="connsiteX1" fmla="*/ 9585 w 19169"/>
                <a:gd name="connsiteY1" fmla="*/ 19152 h 19151"/>
                <a:gd name="connsiteX2" fmla="*/ 0 w 19169"/>
                <a:gd name="connsiteY2" fmla="*/ 9576 h 19151"/>
                <a:gd name="connsiteX3" fmla="*/ 9585 w 19169"/>
                <a:gd name="connsiteY3" fmla="*/ 0 h 19151"/>
                <a:gd name="connsiteX4" fmla="*/ 19170 w 19169"/>
                <a:gd name="connsiteY4" fmla="*/ 9576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19170" y="9576"/>
                  </a:moveTo>
                  <a:cubicBezTo>
                    <a:pt x="19170" y="14865"/>
                    <a:pt x="14879" y="19152"/>
                    <a:pt x="9585" y="19152"/>
                  </a:cubicBezTo>
                  <a:cubicBezTo>
                    <a:pt x="4291" y="19152"/>
                    <a:pt x="0" y="14865"/>
                    <a:pt x="0" y="9576"/>
                  </a:cubicBezTo>
                  <a:cubicBezTo>
                    <a:pt x="0" y="4287"/>
                    <a:pt x="4291" y="0"/>
                    <a:pt x="9585" y="0"/>
                  </a:cubicBezTo>
                  <a:cubicBezTo>
                    <a:pt x="14879" y="0"/>
                    <a:pt x="19170" y="4287"/>
                    <a:pt x="19170" y="9576"/>
                  </a:cubicBezTo>
                  <a:close/>
                </a:path>
              </a:pathLst>
            </a:custGeom>
            <a:solidFill>
              <a:srgbClr val="007680"/>
            </a:solidFill>
            <a:ln w="6390" cap="flat">
              <a:noFill/>
              <a:prstDash val="solid"/>
              <a:miter/>
            </a:ln>
          </p:spPr>
          <p:txBody>
            <a:bodyPr rtlCol="0" anchor="ctr"/>
            <a:lstStyle/>
            <a:p>
              <a:endParaRPr lang="en-US"/>
            </a:p>
          </p:txBody>
        </p:sp>
      </p:grpSp>
      <p:grpSp>
        <p:nvGrpSpPr>
          <p:cNvPr id="1058" name="Graphic 5">
            <a:extLst>
              <a:ext uri="{FF2B5EF4-FFF2-40B4-BE49-F238E27FC236}">
                <a16:creationId xmlns:a16="http://schemas.microsoft.com/office/drawing/2014/main" id="{8B1633CD-23A4-AE43-ABE6-8EA5CB88EA69}"/>
              </a:ext>
            </a:extLst>
          </p:cNvPr>
          <p:cNvGrpSpPr/>
          <p:nvPr/>
        </p:nvGrpSpPr>
        <p:grpSpPr>
          <a:xfrm>
            <a:off x="7802752" y="4309350"/>
            <a:ext cx="361674" cy="361971"/>
            <a:chOff x="7802752" y="4309350"/>
            <a:chExt cx="361674" cy="361971"/>
          </a:xfrm>
          <a:solidFill>
            <a:srgbClr val="007680"/>
          </a:solidFill>
        </p:grpSpPr>
        <p:sp>
          <p:nvSpPr>
            <p:cNvPr id="1059" name="Graphic 5">
              <a:extLst>
                <a:ext uri="{FF2B5EF4-FFF2-40B4-BE49-F238E27FC236}">
                  <a16:creationId xmlns:a16="http://schemas.microsoft.com/office/drawing/2014/main" id="{FD74908E-2C25-AD4F-B9F7-48F208CE5744}"/>
                </a:ext>
              </a:extLst>
            </p:cNvPr>
            <p:cNvSpPr/>
            <p:nvPr/>
          </p:nvSpPr>
          <p:spPr>
            <a:xfrm>
              <a:off x="7802752" y="4309350"/>
              <a:ext cx="361674" cy="361971"/>
            </a:xfrm>
            <a:custGeom>
              <a:avLst/>
              <a:gdLst>
                <a:gd name="connsiteX0" fmla="*/ 180836 w 361674"/>
                <a:gd name="connsiteY0" fmla="*/ 0 h 361971"/>
                <a:gd name="connsiteX1" fmla="*/ 0 w 361674"/>
                <a:gd name="connsiteY1" fmla="*/ 180667 h 361971"/>
                <a:gd name="connsiteX2" fmla="*/ 180836 w 361674"/>
                <a:gd name="connsiteY2" fmla="*/ 361971 h 361971"/>
                <a:gd name="connsiteX3" fmla="*/ 361670 w 361674"/>
                <a:gd name="connsiteY3" fmla="*/ 181305 h 361971"/>
                <a:gd name="connsiteX4" fmla="*/ 361670 w 361674"/>
                <a:gd name="connsiteY4" fmla="*/ 181305 h 361971"/>
                <a:gd name="connsiteX5" fmla="*/ 180836 w 361674"/>
                <a:gd name="connsiteY5" fmla="*/ 0 h 361971"/>
                <a:gd name="connsiteX6" fmla="*/ 180836 w 361674"/>
                <a:gd name="connsiteY6" fmla="*/ 0 h 361971"/>
                <a:gd name="connsiteX7" fmla="*/ 180836 w 361674"/>
                <a:gd name="connsiteY7" fmla="*/ 349204 h 361971"/>
                <a:gd name="connsiteX8" fmla="*/ 12780 w 361674"/>
                <a:gd name="connsiteY8" fmla="*/ 181305 h 361971"/>
                <a:gd name="connsiteX9" fmla="*/ 180836 w 361674"/>
                <a:gd name="connsiteY9" fmla="*/ 12768 h 361971"/>
                <a:gd name="connsiteX10" fmla="*/ 348890 w 361674"/>
                <a:gd name="connsiteY10" fmla="*/ 180667 h 361971"/>
                <a:gd name="connsiteX11" fmla="*/ 348890 w 361674"/>
                <a:gd name="connsiteY11" fmla="*/ 180667 h 361971"/>
                <a:gd name="connsiteX12" fmla="*/ 180836 w 361674"/>
                <a:gd name="connsiteY12" fmla="*/ 349204 h 361971"/>
                <a:gd name="connsiteX13" fmla="*/ 180836 w 361674"/>
                <a:gd name="connsiteY13"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674" h="361971">
                  <a:moveTo>
                    <a:pt x="180836" y="0"/>
                  </a:moveTo>
                  <a:cubicBezTo>
                    <a:pt x="80513" y="0"/>
                    <a:pt x="0" y="81076"/>
                    <a:pt x="0" y="180667"/>
                  </a:cubicBezTo>
                  <a:cubicBezTo>
                    <a:pt x="0" y="280895"/>
                    <a:pt x="81153" y="361971"/>
                    <a:pt x="180836" y="361971"/>
                  </a:cubicBezTo>
                  <a:cubicBezTo>
                    <a:pt x="281157" y="361971"/>
                    <a:pt x="361670" y="280895"/>
                    <a:pt x="361670" y="181305"/>
                  </a:cubicBezTo>
                  <a:lnTo>
                    <a:pt x="361670" y="181305"/>
                  </a:lnTo>
                  <a:cubicBezTo>
                    <a:pt x="362310" y="81076"/>
                    <a:pt x="281157" y="0"/>
                    <a:pt x="180836" y="0"/>
                  </a:cubicBezTo>
                  <a:cubicBezTo>
                    <a:pt x="180836" y="0"/>
                    <a:pt x="180836" y="0"/>
                    <a:pt x="180836" y="0"/>
                  </a:cubicBezTo>
                  <a:close/>
                  <a:moveTo>
                    <a:pt x="180836" y="349204"/>
                  </a:moveTo>
                  <a:cubicBezTo>
                    <a:pt x="87543" y="349204"/>
                    <a:pt x="12780" y="273873"/>
                    <a:pt x="12780" y="181305"/>
                  </a:cubicBezTo>
                  <a:cubicBezTo>
                    <a:pt x="12780" y="88099"/>
                    <a:pt x="88181" y="12768"/>
                    <a:pt x="180836" y="12768"/>
                  </a:cubicBezTo>
                  <a:cubicBezTo>
                    <a:pt x="274128" y="12768"/>
                    <a:pt x="348890" y="88099"/>
                    <a:pt x="348890" y="180667"/>
                  </a:cubicBezTo>
                  <a:lnTo>
                    <a:pt x="348890" y="180667"/>
                  </a:lnTo>
                  <a:cubicBezTo>
                    <a:pt x="348890" y="273873"/>
                    <a:pt x="273490" y="349204"/>
                    <a:pt x="180836" y="349204"/>
                  </a:cubicBezTo>
                  <a:lnTo>
                    <a:pt x="180836" y="349204"/>
                  </a:lnTo>
                  <a:close/>
                </a:path>
              </a:pathLst>
            </a:custGeom>
            <a:solidFill>
              <a:srgbClr val="007680"/>
            </a:solidFill>
            <a:ln w="6390" cap="flat">
              <a:noFill/>
              <a:prstDash val="solid"/>
              <a:miter/>
            </a:ln>
          </p:spPr>
          <p:txBody>
            <a:bodyPr rtlCol="0" anchor="ctr"/>
            <a:lstStyle/>
            <a:p>
              <a:endParaRPr lang="en-US"/>
            </a:p>
          </p:txBody>
        </p:sp>
        <p:sp>
          <p:nvSpPr>
            <p:cNvPr id="1060" name="Graphic 5">
              <a:extLst>
                <a:ext uri="{FF2B5EF4-FFF2-40B4-BE49-F238E27FC236}">
                  <a16:creationId xmlns:a16="http://schemas.microsoft.com/office/drawing/2014/main" id="{797A4083-CAF9-964B-90EE-B856C55CE029}"/>
                </a:ext>
              </a:extLst>
            </p:cNvPr>
            <p:cNvSpPr/>
            <p:nvPr/>
          </p:nvSpPr>
          <p:spPr>
            <a:xfrm>
              <a:off x="7868318" y="4443414"/>
              <a:ext cx="62483" cy="158322"/>
            </a:xfrm>
            <a:custGeom>
              <a:avLst/>
              <a:gdLst>
                <a:gd name="connsiteX0" fmla="*/ 38590 w 62483"/>
                <a:gd name="connsiteY0" fmla="*/ 0 h 158322"/>
                <a:gd name="connsiteX1" fmla="*/ 22615 w 62483"/>
                <a:gd name="connsiteY1" fmla="*/ 0 h 158322"/>
                <a:gd name="connsiteX2" fmla="*/ 16225 w 62483"/>
                <a:gd name="connsiteY2" fmla="*/ 5107 h 158322"/>
                <a:gd name="connsiteX3" fmla="*/ 251 w 62483"/>
                <a:gd name="connsiteY3" fmla="*/ 86184 h 158322"/>
                <a:gd name="connsiteX4" fmla="*/ 1528 w 62483"/>
                <a:gd name="connsiteY4" fmla="*/ 91291 h 158322"/>
                <a:gd name="connsiteX5" fmla="*/ 6641 w 62483"/>
                <a:gd name="connsiteY5" fmla="*/ 93844 h 158322"/>
                <a:gd name="connsiteX6" fmla="*/ 8557 w 62483"/>
                <a:gd name="connsiteY6" fmla="*/ 93844 h 158322"/>
                <a:gd name="connsiteX7" fmla="*/ 8557 w 62483"/>
                <a:gd name="connsiteY7" fmla="*/ 151939 h 158322"/>
                <a:gd name="connsiteX8" fmla="*/ 14947 w 62483"/>
                <a:gd name="connsiteY8" fmla="*/ 158323 h 158322"/>
                <a:gd name="connsiteX9" fmla="*/ 21337 w 62483"/>
                <a:gd name="connsiteY9" fmla="*/ 151939 h 158322"/>
                <a:gd name="connsiteX10" fmla="*/ 21337 w 62483"/>
                <a:gd name="connsiteY10" fmla="*/ 93844 h 158322"/>
                <a:gd name="connsiteX11" fmla="*/ 41146 w 62483"/>
                <a:gd name="connsiteY11" fmla="*/ 93844 h 158322"/>
                <a:gd name="connsiteX12" fmla="*/ 41146 w 62483"/>
                <a:gd name="connsiteY12" fmla="*/ 151939 h 158322"/>
                <a:gd name="connsiteX13" fmla="*/ 47536 w 62483"/>
                <a:gd name="connsiteY13" fmla="*/ 158323 h 158322"/>
                <a:gd name="connsiteX14" fmla="*/ 53926 w 62483"/>
                <a:gd name="connsiteY14" fmla="*/ 151939 h 158322"/>
                <a:gd name="connsiteX15" fmla="*/ 53926 w 62483"/>
                <a:gd name="connsiteY15" fmla="*/ 93844 h 158322"/>
                <a:gd name="connsiteX16" fmla="*/ 55843 w 62483"/>
                <a:gd name="connsiteY16" fmla="*/ 93844 h 158322"/>
                <a:gd name="connsiteX17" fmla="*/ 60955 w 62483"/>
                <a:gd name="connsiteY17" fmla="*/ 91291 h 158322"/>
                <a:gd name="connsiteX18" fmla="*/ 62233 w 62483"/>
                <a:gd name="connsiteY18" fmla="*/ 86184 h 158322"/>
                <a:gd name="connsiteX19" fmla="*/ 46258 w 62483"/>
                <a:gd name="connsiteY19" fmla="*/ 5107 h 158322"/>
                <a:gd name="connsiteX20" fmla="*/ 38590 w 62483"/>
                <a:gd name="connsiteY20" fmla="*/ 0 h 158322"/>
                <a:gd name="connsiteX21" fmla="*/ 14308 w 62483"/>
                <a:gd name="connsiteY21" fmla="*/ 81076 h 158322"/>
                <a:gd name="connsiteX22" fmla="*/ 27727 w 62483"/>
                <a:gd name="connsiteY22" fmla="*/ 13406 h 158322"/>
                <a:gd name="connsiteX23" fmla="*/ 33478 w 62483"/>
                <a:gd name="connsiteY23" fmla="*/ 13406 h 158322"/>
                <a:gd name="connsiteX24" fmla="*/ 46897 w 62483"/>
                <a:gd name="connsiteY24" fmla="*/ 81076 h 158322"/>
                <a:gd name="connsiteX25" fmla="*/ 14308 w 62483"/>
                <a:gd name="connsiteY25" fmla="*/ 81076 h 158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2483" h="158322">
                  <a:moveTo>
                    <a:pt x="38590" y="0"/>
                  </a:moveTo>
                  <a:lnTo>
                    <a:pt x="22615" y="0"/>
                  </a:lnTo>
                  <a:cubicBezTo>
                    <a:pt x="19420" y="0"/>
                    <a:pt x="16864" y="1915"/>
                    <a:pt x="16225" y="5107"/>
                  </a:cubicBezTo>
                  <a:lnTo>
                    <a:pt x="251" y="86184"/>
                  </a:lnTo>
                  <a:cubicBezTo>
                    <a:pt x="-388" y="88099"/>
                    <a:pt x="251" y="90014"/>
                    <a:pt x="1528" y="91291"/>
                  </a:cubicBezTo>
                  <a:cubicBezTo>
                    <a:pt x="2807" y="92568"/>
                    <a:pt x="4723" y="93844"/>
                    <a:pt x="6641" y="93844"/>
                  </a:cubicBezTo>
                  <a:lnTo>
                    <a:pt x="8557" y="93844"/>
                  </a:lnTo>
                  <a:lnTo>
                    <a:pt x="8557" y="151939"/>
                  </a:lnTo>
                  <a:cubicBezTo>
                    <a:pt x="8557" y="155769"/>
                    <a:pt x="11113" y="158323"/>
                    <a:pt x="14947" y="158323"/>
                  </a:cubicBezTo>
                  <a:cubicBezTo>
                    <a:pt x="18782" y="158323"/>
                    <a:pt x="21337" y="155769"/>
                    <a:pt x="21337" y="151939"/>
                  </a:cubicBezTo>
                  <a:lnTo>
                    <a:pt x="21337" y="93844"/>
                  </a:lnTo>
                  <a:lnTo>
                    <a:pt x="41146" y="93844"/>
                  </a:lnTo>
                  <a:lnTo>
                    <a:pt x="41146" y="151939"/>
                  </a:lnTo>
                  <a:cubicBezTo>
                    <a:pt x="41146" y="155769"/>
                    <a:pt x="43702" y="158323"/>
                    <a:pt x="47536" y="158323"/>
                  </a:cubicBezTo>
                  <a:cubicBezTo>
                    <a:pt x="51370" y="158323"/>
                    <a:pt x="53926" y="155769"/>
                    <a:pt x="53926" y="151939"/>
                  </a:cubicBezTo>
                  <a:lnTo>
                    <a:pt x="53926" y="93844"/>
                  </a:lnTo>
                  <a:lnTo>
                    <a:pt x="55843" y="93844"/>
                  </a:lnTo>
                  <a:cubicBezTo>
                    <a:pt x="57760" y="93844"/>
                    <a:pt x="59677" y="93206"/>
                    <a:pt x="60955" y="91291"/>
                  </a:cubicBezTo>
                  <a:cubicBezTo>
                    <a:pt x="62233" y="90014"/>
                    <a:pt x="62872" y="88099"/>
                    <a:pt x="62233" y="86184"/>
                  </a:cubicBezTo>
                  <a:lnTo>
                    <a:pt x="46258" y="5107"/>
                  </a:lnTo>
                  <a:cubicBezTo>
                    <a:pt x="44341" y="2553"/>
                    <a:pt x="41785" y="0"/>
                    <a:pt x="38590" y="0"/>
                  </a:cubicBezTo>
                  <a:close/>
                  <a:moveTo>
                    <a:pt x="14308" y="81076"/>
                  </a:moveTo>
                  <a:lnTo>
                    <a:pt x="27727" y="13406"/>
                  </a:lnTo>
                  <a:lnTo>
                    <a:pt x="33478" y="13406"/>
                  </a:lnTo>
                  <a:lnTo>
                    <a:pt x="46897" y="81076"/>
                  </a:lnTo>
                  <a:lnTo>
                    <a:pt x="14308" y="81076"/>
                  </a:lnTo>
                  <a:close/>
                </a:path>
              </a:pathLst>
            </a:custGeom>
            <a:solidFill>
              <a:srgbClr val="007680"/>
            </a:solidFill>
            <a:ln w="6390" cap="flat">
              <a:noFill/>
              <a:prstDash val="solid"/>
              <a:miter/>
            </a:ln>
          </p:spPr>
          <p:txBody>
            <a:bodyPr rtlCol="0" anchor="ctr"/>
            <a:lstStyle/>
            <a:p>
              <a:endParaRPr lang="en-US"/>
            </a:p>
          </p:txBody>
        </p:sp>
        <p:sp>
          <p:nvSpPr>
            <p:cNvPr id="1061" name="Graphic 5">
              <a:extLst>
                <a:ext uri="{FF2B5EF4-FFF2-40B4-BE49-F238E27FC236}">
                  <a16:creationId xmlns:a16="http://schemas.microsoft.com/office/drawing/2014/main" id="{37BC827B-AD5D-BF4A-B5FC-A22961950F4D}"/>
                </a:ext>
              </a:extLst>
            </p:cNvPr>
            <p:cNvSpPr/>
            <p:nvPr/>
          </p:nvSpPr>
          <p:spPr>
            <a:xfrm>
              <a:off x="7876236" y="4379574"/>
              <a:ext cx="44729" cy="44687"/>
            </a:xfrm>
            <a:custGeom>
              <a:avLst/>
              <a:gdLst>
                <a:gd name="connsiteX0" fmla="*/ 22365 w 44729"/>
                <a:gd name="connsiteY0" fmla="*/ 44688 h 44687"/>
                <a:gd name="connsiteX1" fmla="*/ 44730 w 44729"/>
                <a:gd name="connsiteY1" fmla="*/ 22344 h 44687"/>
                <a:gd name="connsiteX2" fmla="*/ 22365 w 44729"/>
                <a:gd name="connsiteY2" fmla="*/ 0 h 44687"/>
                <a:gd name="connsiteX3" fmla="*/ 0 w 44729"/>
                <a:gd name="connsiteY3" fmla="*/ 22344 h 44687"/>
                <a:gd name="connsiteX4" fmla="*/ 22365 w 44729"/>
                <a:gd name="connsiteY4" fmla="*/ 44688 h 44687"/>
                <a:gd name="connsiteX5" fmla="*/ 22365 w 44729"/>
                <a:gd name="connsiteY5" fmla="*/ 44688 h 44687"/>
                <a:gd name="connsiteX6" fmla="*/ 22365 w 44729"/>
                <a:gd name="connsiteY6" fmla="*/ 12129 h 44687"/>
                <a:gd name="connsiteX7" fmla="*/ 31950 w 44729"/>
                <a:gd name="connsiteY7" fmla="*/ 21705 h 44687"/>
                <a:gd name="connsiteX8" fmla="*/ 22365 w 44729"/>
                <a:gd name="connsiteY8" fmla="*/ 31281 h 44687"/>
                <a:gd name="connsiteX9" fmla="*/ 12780 w 44729"/>
                <a:gd name="connsiteY9" fmla="*/ 21705 h 44687"/>
                <a:gd name="connsiteX10" fmla="*/ 22365 w 44729"/>
                <a:gd name="connsiteY10" fmla="*/ 12129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729" h="44687">
                  <a:moveTo>
                    <a:pt x="22365" y="44688"/>
                  </a:moveTo>
                  <a:cubicBezTo>
                    <a:pt x="34506" y="44688"/>
                    <a:pt x="44730" y="34473"/>
                    <a:pt x="44730" y="22344"/>
                  </a:cubicBezTo>
                  <a:cubicBezTo>
                    <a:pt x="44730" y="10214"/>
                    <a:pt x="34506" y="0"/>
                    <a:pt x="22365" y="0"/>
                  </a:cubicBezTo>
                  <a:cubicBezTo>
                    <a:pt x="10224" y="0"/>
                    <a:pt x="0" y="10214"/>
                    <a:pt x="0" y="22344"/>
                  </a:cubicBezTo>
                  <a:cubicBezTo>
                    <a:pt x="0" y="34473"/>
                    <a:pt x="10224" y="44688"/>
                    <a:pt x="22365" y="44688"/>
                  </a:cubicBezTo>
                  <a:lnTo>
                    <a:pt x="22365" y="44688"/>
                  </a:lnTo>
                  <a:close/>
                  <a:moveTo>
                    <a:pt x="22365" y="12129"/>
                  </a:moveTo>
                  <a:cubicBezTo>
                    <a:pt x="27477" y="12129"/>
                    <a:pt x="31950" y="16598"/>
                    <a:pt x="31950" y="21705"/>
                  </a:cubicBezTo>
                  <a:cubicBezTo>
                    <a:pt x="31950" y="26812"/>
                    <a:pt x="27477" y="31281"/>
                    <a:pt x="22365" y="31281"/>
                  </a:cubicBezTo>
                  <a:cubicBezTo>
                    <a:pt x="17253" y="31281"/>
                    <a:pt x="12780" y="26812"/>
                    <a:pt x="12780" y="21705"/>
                  </a:cubicBezTo>
                  <a:cubicBezTo>
                    <a:pt x="12780" y="16598"/>
                    <a:pt x="17253" y="12129"/>
                    <a:pt x="22365" y="12129"/>
                  </a:cubicBezTo>
                  <a:close/>
                </a:path>
              </a:pathLst>
            </a:custGeom>
            <a:solidFill>
              <a:srgbClr val="007680"/>
            </a:solidFill>
            <a:ln w="6390" cap="flat">
              <a:noFill/>
              <a:prstDash val="solid"/>
              <a:miter/>
            </a:ln>
          </p:spPr>
          <p:txBody>
            <a:bodyPr rtlCol="0" anchor="ctr"/>
            <a:lstStyle/>
            <a:p>
              <a:endParaRPr lang="en-US"/>
            </a:p>
          </p:txBody>
        </p:sp>
        <p:sp>
          <p:nvSpPr>
            <p:cNvPr id="1062" name="Graphic 5">
              <a:extLst>
                <a:ext uri="{FF2B5EF4-FFF2-40B4-BE49-F238E27FC236}">
                  <a16:creationId xmlns:a16="http://schemas.microsoft.com/office/drawing/2014/main" id="{6FD58A5A-FAB8-8F45-8525-15328E4B1162}"/>
                </a:ext>
              </a:extLst>
            </p:cNvPr>
            <p:cNvSpPr/>
            <p:nvPr/>
          </p:nvSpPr>
          <p:spPr>
            <a:xfrm>
              <a:off x="8029594" y="4443414"/>
              <a:ext cx="61982" cy="158322"/>
            </a:xfrm>
            <a:custGeom>
              <a:avLst/>
              <a:gdLst>
                <a:gd name="connsiteX0" fmla="*/ 54953 w 61982"/>
                <a:gd name="connsiteY0" fmla="*/ 0 h 158322"/>
                <a:gd name="connsiteX1" fmla="*/ 6390 w 61982"/>
                <a:gd name="connsiteY1" fmla="*/ 0 h 158322"/>
                <a:gd name="connsiteX2" fmla="*/ 0 w 61982"/>
                <a:gd name="connsiteY2" fmla="*/ 6384 h 158322"/>
                <a:gd name="connsiteX3" fmla="*/ 0 w 61982"/>
                <a:gd name="connsiteY3" fmla="*/ 70862 h 158322"/>
                <a:gd name="connsiteX4" fmla="*/ 6390 w 61982"/>
                <a:gd name="connsiteY4" fmla="*/ 77246 h 158322"/>
                <a:gd name="connsiteX5" fmla="*/ 8307 w 61982"/>
                <a:gd name="connsiteY5" fmla="*/ 77246 h 158322"/>
                <a:gd name="connsiteX6" fmla="*/ 8307 w 61982"/>
                <a:gd name="connsiteY6" fmla="*/ 151939 h 158322"/>
                <a:gd name="connsiteX7" fmla="*/ 14697 w 61982"/>
                <a:gd name="connsiteY7" fmla="*/ 158323 h 158322"/>
                <a:gd name="connsiteX8" fmla="*/ 21087 w 61982"/>
                <a:gd name="connsiteY8" fmla="*/ 151939 h 158322"/>
                <a:gd name="connsiteX9" fmla="*/ 21087 w 61982"/>
                <a:gd name="connsiteY9" fmla="*/ 77246 h 158322"/>
                <a:gd name="connsiteX10" fmla="*/ 40896 w 61982"/>
                <a:gd name="connsiteY10" fmla="*/ 77246 h 158322"/>
                <a:gd name="connsiteX11" fmla="*/ 40896 w 61982"/>
                <a:gd name="connsiteY11" fmla="*/ 151939 h 158322"/>
                <a:gd name="connsiteX12" fmla="*/ 47286 w 61982"/>
                <a:gd name="connsiteY12" fmla="*/ 158323 h 158322"/>
                <a:gd name="connsiteX13" fmla="*/ 53676 w 61982"/>
                <a:gd name="connsiteY13" fmla="*/ 151939 h 158322"/>
                <a:gd name="connsiteX14" fmla="*/ 53676 w 61982"/>
                <a:gd name="connsiteY14" fmla="*/ 77246 h 158322"/>
                <a:gd name="connsiteX15" fmla="*/ 55593 w 61982"/>
                <a:gd name="connsiteY15" fmla="*/ 77246 h 158322"/>
                <a:gd name="connsiteX16" fmla="*/ 61983 w 61982"/>
                <a:gd name="connsiteY16" fmla="*/ 70862 h 158322"/>
                <a:gd name="connsiteX17" fmla="*/ 61983 w 61982"/>
                <a:gd name="connsiteY17" fmla="*/ 6384 h 158322"/>
                <a:gd name="connsiteX18" fmla="*/ 54953 w 61982"/>
                <a:gd name="connsiteY18" fmla="*/ 0 h 158322"/>
                <a:gd name="connsiteX19" fmla="*/ 54953 w 61982"/>
                <a:gd name="connsiteY19" fmla="*/ 0 h 158322"/>
                <a:gd name="connsiteX20" fmla="*/ 12780 w 61982"/>
                <a:gd name="connsiteY20" fmla="*/ 12768 h 158322"/>
                <a:gd name="connsiteX21" fmla="*/ 48563 w 61982"/>
                <a:gd name="connsiteY21" fmla="*/ 12768 h 158322"/>
                <a:gd name="connsiteX22" fmla="*/ 48563 w 61982"/>
                <a:gd name="connsiteY22" fmla="*/ 64478 h 158322"/>
                <a:gd name="connsiteX23" fmla="*/ 12780 w 61982"/>
                <a:gd name="connsiteY23" fmla="*/ 64478 h 158322"/>
                <a:gd name="connsiteX24" fmla="*/ 12780 w 61982"/>
                <a:gd name="connsiteY24" fmla="*/ 12768 h 158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1982" h="158322">
                  <a:moveTo>
                    <a:pt x="54953" y="0"/>
                  </a:moveTo>
                  <a:lnTo>
                    <a:pt x="6390" y="0"/>
                  </a:lnTo>
                  <a:cubicBezTo>
                    <a:pt x="2556" y="0"/>
                    <a:pt x="0" y="2553"/>
                    <a:pt x="0" y="6384"/>
                  </a:cubicBezTo>
                  <a:lnTo>
                    <a:pt x="0" y="70862"/>
                  </a:lnTo>
                  <a:cubicBezTo>
                    <a:pt x="0" y="74692"/>
                    <a:pt x="2556" y="77246"/>
                    <a:pt x="6390" y="77246"/>
                  </a:cubicBezTo>
                  <a:lnTo>
                    <a:pt x="8307" y="77246"/>
                  </a:lnTo>
                  <a:lnTo>
                    <a:pt x="8307" y="151939"/>
                  </a:lnTo>
                  <a:cubicBezTo>
                    <a:pt x="8307" y="155769"/>
                    <a:pt x="10863" y="158323"/>
                    <a:pt x="14697" y="158323"/>
                  </a:cubicBezTo>
                  <a:cubicBezTo>
                    <a:pt x="18531" y="158323"/>
                    <a:pt x="21087" y="155769"/>
                    <a:pt x="21087" y="151939"/>
                  </a:cubicBezTo>
                  <a:lnTo>
                    <a:pt x="21087" y="77246"/>
                  </a:lnTo>
                  <a:lnTo>
                    <a:pt x="40896" y="77246"/>
                  </a:lnTo>
                  <a:lnTo>
                    <a:pt x="40896" y="151939"/>
                  </a:lnTo>
                  <a:cubicBezTo>
                    <a:pt x="40896" y="155769"/>
                    <a:pt x="43452" y="158323"/>
                    <a:pt x="47286" y="158323"/>
                  </a:cubicBezTo>
                  <a:cubicBezTo>
                    <a:pt x="51119" y="158323"/>
                    <a:pt x="53676" y="155769"/>
                    <a:pt x="53676" y="151939"/>
                  </a:cubicBezTo>
                  <a:lnTo>
                    <a:pt x="53676" y="77246"/>
                  </a:lnTo>
                  <a:lnTo>
                    <a:pt x="55593" y="77246"/>
                  </a:lnTo>
                  <a:cubicBezTo>
                    <a:pt x="59427" y="77246"/>
                    <a:pt x="61983" y="74692"/>
                    <a:pt x="61983" y="70862"/>
                  </a:cubicBezTo>
                  <a:lnTo>
                    <a:pt x="61983" y="6384"/>
                  </a:lnTo>
                  <a:cubicBezTo>
                    <a:pt x="61983" y="3192"/>
                    <a:pt x="58788" y="0"/>
                    <a:pt x="54953" y="0"/>
                  </a:cubicBezTo>
                  <a:cubicBezTo>
                    <a:pt x="55593" y="0"/>
                    <a:pt x="54953" y="0"/>
                    <a:pt x="54953" y="0"/>
                  </a:cubicBezTo>
                  <a:close/>
                  <a:moveTo>
                    <a:pt x="12780" y="12768"/>
                  </a:moveTo>
                  <a:lnTo>
                    <a:pt x="48563" y="12768"/>
                  </a:lnTo>
                  <a:lnTo>
                    <a:pt x="48563" y="64478"/>
                  </a:lnTo>
                  <a:lnTo>
                    <a:pt x="12780" y="64478"/>
                  </a:lnTo>
                  <a:lnTo>
                    <a:pt x="12780" y="12768"/>
                  </a:lnTo>
                  <a:close/>
                </a:path>
              </a:pathLst>
            </a:custGeom>
            <a:solidFill>
              <a:srgbClr val="007680"/>
            </a:solidFill>
            <a:ln w="6390" cap="flat">
              <a:noFill/>
              <a:prstDash val="solid"/>
              <a:miter/>
            </a:ln>
          </p:spPr>
          <p:txBody>
            <a:bodyPr rtlCol="0" anchor="ctr"/>
            <a:lstStyle/>
            <a:p>
              <a:endParaRPr lang="en-US"/>
            </a:p>
          </p:txBody>
        </p:sp>
        <p:sp>
          <p:nvSpPr>
            <p:cNvPr id="1063" name="Graphic 5">
              <a:extLst>
                <a:ext uri="{FF2B5EF4-FFF2-40B4-BE49-F238E27FC236}">
                  <a16:creationId xmlns:a16="http://schemas.microsoft.com/office/drawing/2014/main" id="{35DE9F4A-21AB-9441-8EE4-758C3290E316}"/>
                </a:ext>
              </a:extLst>
            </p:cNvPr>
            <p:cNvSpPr/>
            <p:nvPr/>
          </p:nvSpPr>
          <p:spPr>
            <a:xfrm>
              <a:off x="8037902" y="4379574"/>
              <a:ext cx="44729" cy="44687"/>
            </a:xfrm>
            <a:custGeom>
              <a:avLst/>
              <a:gdLst>
                <a:gd name="connsiteX0" fmla="*/ 22365 w 44729"/>
                <a:gd name="connsiteY0" fmla="*/ 44688 h 44687"/>
                <a:gd name="connsiteX1" fmla="*/ 44730 w 44729"/>
                <a:gd name="connsiteY1" fmla="*/ 22344 h 44687"/>
                <a:gd name="connsiteX2" fmla="*/ 22365 w 44729"/>
                <a:gd name="connsiteY2" fmla="*/ 0 h 44687"/>
                <a:gd name="connsiteX3" fmla="*/ 0 w 44729"/>
                <a:gd name="connsiteY3" fmla="*/ 22344 h 44687"/>
                <a:gd name="connsiteX4" fmla="*/ 22365 w 44729"/>
                <a:gd name="connsiteY4" fmla="*/ 44688 h 44687"/>
                <a:gd name="connsiteX5" fmla="*/ 22365 w 44729"/>
                <a:gd name="connsiteY5" fmla="*/ 44688 h 44687"/>
                <a:gd name="connsiteX6" fmla="*/ 22365 w 44729"/>
                <a:gd name="connsiteY6" fmla="*/ 12129 h 44687"/>
                <a:gd name="connsiteX7" fmla="*/ 31950 w 44729"/>
                <a:gd name="connsiteY7" fmla="*/ 21705 h 44687"/>
                <a:gd name="connsiteX8" fmla="*/ 22365 w 44729"/>
                <a:gd name="connsiteY8" fmla="*/ 31281 h 44687"/>
                <a:gd name="connsiteX9" fmla="*/ 12780 w 44729"/>
                <a:gd name="connsiteY9" fmla="*/ 21705 h 44687"/>
                <a:gd name="connsiteX10" fmla="*/ 22365 w 44729"/>
                <a:gd name="connsiteY10" fmla="*/ 12129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729" h="44687">
                  <a:moveTo>
                    <a:pt x="22365" y="44688"/>
                  </a:moveTo>
                  <a:cubicBezTo>
                    <a:pt x="34506" y="44688"/>
                    <a:pt x="44730" y="34473"/>
                    <a:pt x="44730" y="22344"/>
                  </a:cubicBezTo>
                  <a:cubicBezTo>
                    <a:pt x="44730" y="10214"/>
                    <a:pt x="34506" y="0"/>
                    <a:pt x="22365" y="0"/>
                  </a:cubicBezTo>
                  <a:cubicBezTo>
                    <a:pt x="10224" y="0"/>
                    <a:pt x="0" y="10214"/>
                    <a:pt x="0" y="22344"/>
                  </a:cubicBezTo>
                  <a:cubicBezTo>
                    <a:pt x="0" y="34473"/>
                    <a:pt x="10224" y="44688"/>
                    <a:pt x="22365" y="44688"/>
                  </a:cubicBezTo>
                  <a:lnTo>
                    <a:pt x="22365" y="44688"/>
                  </a:lnTo>
                  <a:close/>
                  <a:moveTo>
                    <a:pt x="22365" y="12129"/>
                  </a:moveTo>
                  <a:cubicBezTo>
                    <a:pt x="27476" y="12129"/>
                    <a:pt x="31950" y="16598"/>
                    <a:pt x="31950" y="21705"/>
                  </a:cubicBezTo>
                  <a:cubicBezTo>
                    <a:pt x="31950" y="26812"/>
                    <a:pt x="27476" y="31281"/>
                    <a:pt x="22365" y="31281"/>
                  </a:cubicBezTo>
                  <a:cubicBezTo>
                    <a:pt x="17253" y="31281"/>
                    <a:pt x="12780" y="26812"/>
                    <a:pt x="12780" y="21705"/>
                  </a:cubicBezTo>
                  <a:cubicBezTo>
                    <a:pt x="12780" y="16598"/>
                    <a:pt x="17253" y="12129"/>
                    <a:pt x="22365" y="12129"/>
                  </a:cubicBezTo>
                  <a:close/>
                </a:path>
              </a:pathLst>
            </a:custGeom>
            <a:solidFill>
              <a:srgbClr val="007680"/>
            </a:solidFill>
            <a:ln w="6390" cap="flat">
              <a:noFill/>
              <a:prstDash val="solid"/>
              <a:miter/>
            </a:ln>
          </p:spPr>
          <p:txBody>
            <a:bodyPr rtlCol="0" anchor="ctr"/>
            <a:lstStyle/>
            <a:p>
              <a:endParaRPr lang="en-US"/>
            </a:p>
          </p:txBody>
        </p:sp>
        <p:sp>
          <p:nvSpPr>
            <p:cNvPr id="1064" name="Graphic 5">
              <a:extLst>
                <a:ext uri="{FF2B5EF4-FFF2-40B4-BE49-F238E27FC236}">
                  <a16:creationId xmlns:a16="http://schemas.microsoft.com/office/drawing/2014/main" id="{8616119C-19E9-2648-85ED-46B317A69B27}"/>
                </a:ext>
              </a:extLst>
            </p:cNvPr>
            <p:cNvSpPr/>
            <p:nvPr/>
          </p:nvSpPr>
          <p:spPr>
            <a:xfrm>
              <a:off x="7949081" y="4443414"/>
              <a:ext cx="61343" cy="158322"/>
            </a:xfrm>
            <a:custGeom>
              <a:avLst/>
              <a:gdLst>
                <a:gd name="connsiteX0" fmla="*/ 54953 w 61343"/>
                <a:gd name="connsiteY0" fmla="*/ 0 h 158322"/>
                <a:gd name="connsiteX1" fmla="*/ 6390 w 61343"/>
                <a:gd name="connsiteY1" fmla="*/ 0 h 158322"/>
                <a:gd name="connsiteX2" fmla="*/ 0 w 61343"/>
                <a:gd name="connsiteY2" fmla="*/ 6384 h 158322"/>
                <a:gd name="connsiteX3" fmla="*/ 0 w 61343"/>
                <a:gd name="connsiteY3" fmla="*/ 70862 h 158322"/>
                <a:gd name="connsiteX4" fmla="*/ 6390 w 61343"/>
                <a:gd name="connsiteY4" fmla="*/ 77246 h 158322"/>
                <a:gd name="connsiteX5" fmla="*/ 8307 w 61343"/>
                <a:gd name="connsiteY5" fmla="*/ 77246 h 158322"/>
                <a:gd name="connsiteX6" fmla="*/ 8307 w 61343"/>
                <a:gd name="connsiteY6" fmla="*/ 151939 h 158322"/>
                <a:gd name="connsiteX7" fmla="*/ 14697 w 61343"/>
                <a:gd name="connsiteY7" fmla="*/ 158323 h 158322"/>
                <a:gd name="connsiteX8" fmla="*/ 21087 w 61343"/>
                <a:gd name="connsiteY8" fmla="*/ 151939 h 158322"/>
                <a:gd name="connsiteX9" fmla="*/ 21087 w 61343"/>
                <a:gd name="connsiteY9" fmla="*/ 77246 h 158322"/>
                <a:gd name="connsiteX10" fmla="*/ 40257 w 61343"/>
                <a:gd name="connsiteY10" fmla="*/ 77246 h 158322"/>
                <a:gd name="connsiteX11" fmla="*/ 40257 w 61343"/>
                <a:gd name="connsiteY11" fmla="*/ 151939 h 158322"/>
                <a:gd name="connsiteX12" fmla="*/ 46647 w 61343"/>
                <a:gd name="connsiteY12" fmla="*/ 158323 h 158322"/>
                <a:gd name="connsiteX13" fmla="*/ 53037 w 61343"/>
                <a:gd name="connsiteY13" fmla="*/ 151939 h 158322"/>
                <a:gd name="connsiteX14" fmla="*/ 53037 w 61343"/>
                <a:gd name="connsiteY14" fmla="*/ 77246 h 158322"/>
                <a:gd name="connsiteX15" fmla="*/ 54953 w 61343"/>
                <a:gd name="connsiteY15" fmla="*/ 77246 h 158322"/>
                <a:gd name="connsiteX16" fmla="*/ 61343 w 61343"/>
                <a:gd name="connsiteY16" fmla="*/ 70862 h 158322"/>
                <a:gd name="connsiteX17" fmla="*/ 61343 w 61343"/>
                <a:gd name="connsiteY17" fmla="*/ 6384 h 158322"/>
                <a:gd name="connsiteX18" fmla="*/ 54953 w 61343"/>
                <a:gd name="connsiteY18" fmla="*/ 0 h 158322"/>
                <a:gd name="connsiteX19" fmla="*/ 12780 w 61343"/>
                <a:gd name="connsiteY19" fmla="*/ 12768 h 158322"/>
                <a:gd name="connsiteX20" fmla="*/ 48563 w 61343"/>
                <a:gd name="connsiteY20" fmla="*/ 12768 h 158322"/>
                <a:gd name="connsiteX21" fmla="*/ 48563 w 61343"/>
                <a:gd name="connsiteY21" fmla="*/ 64478 h 158322"/>
                <a:gd name="connsiteX22" fmla="*/ 12780 w 61343"/>
                <a:gd name="connsiteY22" fmla="*/ 64478 h 158322"/>
                <a:gd name="connsiteX23" fmla="*/ 12780 w 61343"/>
                <a:gd name="connsiteY23" fmla="*/ 12768 h 158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1343" h="158322">
                  <a:moveTo>
                    <a:pt x="54953" y="0"/>
                  </a:moveTo>
                  <a:lnTo>
                    <a:pt x="6390" y="0"/>
                  </a:lnTo>
                  <a:cubicBezTo>
                    <a:pt x="2556" y="0"/>
                    <a:pt x="0" y="2553"/>
                    <a:pt x="0" y="6384"/>
                  </a:cubicBezTo>
                  <a:lnTo>
                    <a:pt x="0" y="70862"/>
                  </a:lnTo>
                  <a:cubicBezTo>
                    <a:pt x="0" y="74692"/>
                    <a:pt x="2556" y="77246"/>
                    <a:pt x="6390" y="77246"/>
                  </a:cubicBezTo>
                  <a:lnTo>
                    <a:pt x="8307" y="77246"/>
                  </a:lnTo>
                  <a:lnTo>
                    <a:pt x="8307" y="151939"/>
                  </a:lnTo>
                  <a:cubicBezTo>
                    <a:pt x="8307" y="155769"/>
                    <a:pt x="10863" y="158323"/>
                    <a:pt x="14697" y="158323"/>
                  </a:cubicBezTo>
                  <a:cubicBezTo>
                    <a:pt x="18531" y="158323"/>
                    <a:pt x="21087" y="155769"/>
                    <a:pt x="21087" y="151939"/>
                  </a:cubicBezTo>
                  <a:lnTo>
                    <a:pt x="21087" y="77246"/>
                  </a:lnTo>
                  <a:lnTo>
                    <a:pt x="40257" y="77246"/>
                  </a:lnTo>
                  <a:lnTo>
                    <a:pt x="40257" y="151939"/>
                  </a:lnTo>
                  <a:cubicBezTo>
                    <a:pt x="40257" y="155769"/>
                    <a:pt x="42812" y="158323"/>
                    <a:pt x="46647" y="158323"/>
                  </a:cubicBezTo>
                  <a:cubicBezTo>
                    <a:pt x="50481" y="158323"/>
                    <a:pt x="53037" y="155769"/>
                    <a:pt x="53037" y="151939"/>
                  </a:cubicBezTo>
                  <a:lnTo>
                    <a:pt x="53037" y="77246"/>
                  </a:lnTo>
                  <a:lnTo>
                    <a:pt x="54953" y="77246"/>
                  </a:lnTo>
                  <a:cubicBezTo>
                    <a:pt x="58787" y="77246"/>
                    <a:pt x="61343" y="74692"/>
                    <a:pt x="61343" y="70862"/>
                  </a:cubicBezTo>
                  <a:lnTo>
                    <a:pt x="61343" y="6384"/>
                  </a:lnTo>
                  <a:cubicBezTo>
                    <a:pt x="60704" y="3192"/>
                    <a:pt x="58148" y="638"/>
                    <a:pt x="54953" y="0"/>
                  </a:cubicBezTo>
                  <a:close/>
                  <a:moveTo>
                    <a:pt x="12780" y="12768"/>
                  </a:moveTo>
                  <a:lnTo>
                    <a:pt x="48563" y="12768"/>
                  </a:lnTo>
                  <a:lnTo>
                    <a:pt x="48563" y="64478"/>
                  </a:lnTo>
                  <a:lnTo>
                    <a:pt x="12780" y="64478"/>
                  </a:lnTo>
                  <a:lnTo>
                    <a:pt x="12780" y="12768"/>
                  </a:lnTo>
                  <a:close/>
                </a:path>
              </a:pathLst>
            </a:custGeom>
            <a:solidFill>
              <a:srgbClr val="007680"/>
            </a:solidFill>
            <a:ln w="6390" cap="flat">
              <a:noFill/>
              <a:prstDash val="solid"/>
              <a:miter/>
            </a:ln>
          </p:spPr>
          <p:txBody>
            <a:bodyPr rtlCol="0" anchor="ctr"/>
            <a:lstStyle/>
            <a:p>
              <a:endParaRPr lang="en-US"/>
            </a:p>
          </p:txBody>
        </p:sp>
        <p:sp>
          <p:nvSpPr>
            <p:cNvPr id="1065" name="Graphic 5">
              <a:extLst>
                <a:ext uri="{FF2B5EF4-FFF2-40B4-BE49-F238E27FC236}">
                  <a16:creationId xmlns:a16="http://schemas.microsoft.com/office/drawing/2014/main" id="{5774B3B2-82A5-1646-8FB7-68D11586EA27}"/>
                </a:ext>
              </a:extLst>
            </p:cNvPr>
            <p:cNvSpPr/>
            <p:nvPr/>
          </p:nvSpPr>
          <p:spPr>
            <a:xfrm>
              <a:off x="7957388" y="4379574"/>
              <a:ext cx="44729" cy="44687"/>
            </a:xfrm>
            <a:custGeom>
              <a:avLst/>
              <a:gdLst>
                <a:gd name="connsiteX0" fmla="*/ 22365 w 44729"/>
                <a:gd name="connsiteY0" fmla="*/ 44688 h 44687"/>
                <a:gd name="connsiteX1" fmla="*/ 44730 w 44729"/>
                <a:gd name="connsiteY1" fmla="*/ 22344 h 44687"/>
                <a:gd name="connsiteX2" fmla="*/ 22365 w 44729"/>
                <a:gd name="connsiteY2" fmla="*/ 0 h 44687"/>
                <a:gd name="connsiteX3" fmla="*/ 0 w 44729"/>
                <a:gd name="connsiteY3" fmla="*/ 22344 h 44687"/>
                <a:gd name="connsiteX4" fmla="*/ 22365 w 44729"/>
                <a:gd name="connsiteY4" fmla="*/ 44688 h 44687"/>
                <a:gd name="connsiteX5" fmla="*/ 22365 w 44729"/>
                <a:gd name="connsiteY5" fmla="*/ 44688 h 44687"/>
                <a:gd name="connsiteX6" fmla="*/ 22365 w 44729"/>
                <a:gd name="connsiteY6" fmla="*/ 12129 h 44687"/>
                <a:gd name="connsiteX7" fmla="*/ 31950 w 44729"/>
                <a:gd name="connsiteY7" fmla="*/ 21705 h 44687"/>
                <a:gd name="connsiteX8" fmla="*/ 22365 w 44729"/>
                <a:gd name="connsiteY8" fmla="*/ 31281 h 44687"/>
                <a:gd name="connsiteX9" fmla="*/ 12780 w 44729"/>
                <a:gd name="connsiteY9" fmla="*/ 21705 h 44687"/>
                <a:gd name="connsiteX10" fmla="*/ 22365 w 44729"/>
                <a:gd name="connsiteY10" fmla="*/ 12129 h 44687"/>
                <a:gd name="connsiteX11" fmla="*/ 22365 w 44729"/>
                <a:gd name="connsiteY11" fmla="*/ 12129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729" h="44687">
                  <a:moveTo>
                    <a:pt x="22365" y="44688"/>
                  </a:moveTo>
                  <a:cubicBezTo>
                    <a:pt x="34505" y="44688"/>
                    <a:pt x="44730" y="34473"/>
                    <a:pt x="44730" y="22344"/>
                  </a:cubicBezTo>
                  <a:cubicBezTo>
                    <a:pt x="44730" y="10214"/>
                    <a:pt x="34505" y="0"/>
                    <a:pt x="22365" y="0"/>
                  </a:cubicBezTo>
                  <a:cubicBezTo>
                    <a:pt x="10224" y="0"/>
                    <a:pt x="0" y="10214"/>
                    <a:pt x="0" y="22344"/>
                  </a:cubicBezTo>
                  <a:cubicBezTo>
                    <a:pt x="0" y="34473"/>
                    <a:pt x="9585" y="44688"/>
                    <a:pt x="22365" y="44688"/>
                  </a:cubicBezTo>
                  <a:lnTo>
                    <a:pt x="22365" y="44688"/>
                  </a:lnTo>
                  <a:close/>
                  <a:moveTo>
                    <a:pt x="22365" y="12129"/>
                  </a:moveTo>
                  <a:cubicBezTo>
                    <a:pt x="27476" y="12129"/>
                    <a:pt x="31950" y="16598"/>
                    <a:pt x="31950" y="21705"/>
                  </a:cubicBezTo>
                  <a:cubicBezTo>
                    <a:pt x="31950" y="26812"/>
                    <a:pt x="27476" y="31281"/>
                    <a:pt x="22365" y="31281"/>
                  </a:cubicBezTo>
                  <a:cubicBezTo>
                    <a:pt x="17253" y="31281"/>
                    <a:pt x="12780" y="26812"/>
                    <a:pt x="12780" y="21705"/>
                  </a:cubicBezTo>
                  <a:cubicBezTo>
                    <a:pt x="12780" y="16598"/>
                    <a:pt x="16614" y="12129"/>
                    <a:pt x="22365" y="12129"/>
                  </a:cubicBezTo>
                  <a:lnTo>
                    <a:pt x="22365" y="12129"/>
                  </a:lnTo>
                  <a:close/>
                </a:path>
              </a:pathLst>
            </a:custGeom>
            <a:solidFill>
              <a:srgbClr val="007680"/>
            </a:solidFill>
            <a:ln w="6390" cap="flat">
              <a:noFill/>
              <a:prstDash val="solid"/>
              <a:miter/>
            </a:ln>
          </p:spPr>
          <p:txBody>
            <a:bodyPr rtlCol="0" anchor="ctr"/>
            <a:lstStyle/>
            <a:p>
              <a:endParaRPr lang="en-US"/>
            </a:p>
          </p:txBody>
        </p:sp>
      </p:grpSp>
      <p:sp>
        <p:nvSpPr>
          <p:cNvPr id="1066" name="Graphic 5">
            <a:extLst>
              <a:ext uri="{FF2B5EF4-FFF2-40B4-BE49-F238E27FC236}">
                <a16:creationId xmlns:a16="http://schemas.microsoft.com/office/drawing/2014/main" id="{7F993AFA-8B73-AB47-B585-60F0C39B72AA}"/>
              </a:ext>
            </a:extLst>
          </p:cNvPr>
          <p:cNvSpPr/>
          <p:nvPr/>
        </p:nvSpPr>
        <p:spPr>
          <a:xfrm>
            <a:off x="5099808" y="918817"/>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53681 w 362309"/>
              <a:gd name="connsiteY6" fmla="*/ 84907 h 361971"/>
              <a:gd name="connsiteX7" fmla="*/ 173806 w 362309"/>
              <a:gd name="connsiteY7" fmla="*/ 84907 h 361971"/>
              <a:gd name="connsiteX8" fmla="*/ 173806 w 362309"/>
              <a:gd name="connsiteY8" fmla="*/ 268127 h 361971"/>
              <a:gd name="connsiteX9" fmla="*/ 221731 w 362309"/>
              <a:gd name="connsiteY9" fmla="*/ 220247 h 361971"/>
              <a:gd name="connsiteX10" fmla="*/ 230677 w 362309"/>
              <a:gd name="connsiteY10" fmla="*/ 220247 h 361971"/>
              <a:gd name="connsiteX11" fmla="*/ 230677 w 362309"/>
              <a:gd name="connsiteY11" fmla="*/ 229185 h 361971"/>
              <a:gd name="connsiteX12" fmla="*/ 171889 w 362309"/>
              <a:gd name="connsiteY12" fmla="*/ 287918 h 361971"/>
              <a:gd name="connsiteX13" fmla="*/ 164861 w 362309"/>
              <a:gd name="connsiteY13" fmla="*/ 289194 h 361971"/>
              <a:gd name="connsiteX14" fmla="*/ 162943 w 362309"/>
              <a:gd name="connsiteY14" fmla="*/ 287918 h 361971"/>
              <a:gd name="connsiteX15" fmla="*/ 104156 w 362309"/>
              <a:gd name="connsiteY15" fmla="*/ 229185 h 361971"/>
              <a:gd name="connsiteX16" fmla="*/ 104156 w 362309"/>
              <a:gd name="connsiteY16" fmla="*/ 220247 h 361971"/>
              <a:gd name="connsiteX17" fmla="*/ 113102 w 362309"/>
              <a:gd name="connsiteY17" fmla="*/ 220247 h 361971"/>
              <a:gd name="connsiteX18" fmla="*/ 161027 w 362309"/>
              <a:gd name="connsiteY18" fmla="*/ 268127 h 361971"/>
              <a:gd name="connsiteX19" fmla="*/ 161027 w 362309"/>
              <a:gd name="connsiteY19" fmla="*/ 78523 h 361971"/>
              <a:gd name="connsiteX20" fmla="*/ 167416 w 362309"/>
              <a:gd name="connsiteY20" fmla="*/ 72139 h 361971"/>
              <a:gd name="connsiteX21" fmla="*/ 253681 w 362309"/>
              <a:gd name="connsiteY21" fmla="*/ 72139 h 361971"/>
              <a:gd name="connsiteX22" fmla="*/ 260071 w 362309"/>
              <a:gd name="connsiteY22" fmla="*/ 78523 h 361971"/>
              <a:gd name="connsiteX23" fmla="*/ 253681 w 362309"/>
              <a:gd name="connsiteY23" fmla="*/ 84907 h 361971"/>
              <a:gd name="connsiteX24" fmla="*/ 253681 w 362309"/>
              <a:gd name="connsiteY24" fmla="*/ 84907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310" y="81077"/>
                  <a:pt x="281157" y="0"/>
                  <a:pt x="181474" y="0"/>
                </a:cubicBezTo>
                <a:close/>
                <a:moveTo>
                  <a:pt x="253681" y="84907"/>
                </a:moveTo>
                <a:lnTo>
                  <a:pt x="173806" y="84907"/>
                </a:lnTo>
                <a:lnTo>
                  <a:pt x="173806" y="268127"/>
                </a:lnTo>
                <a:lnTo>
                  <a:pt x="221731" y="220247"/>
                </a:lnTo>
                <a:cubicBezTo>
                  <a:pt x="224287" y="217694"/>
                  <a:pt x="228121" y="217694"/>
                  <a:pt x="230677" y="220247"/>
                </a:cubicBezTo>
                <a:cubicBezTo>
                  <a:pt x="233233" y="222801"/>
                  <a:pt x="233233" y="226631"/>
                  <a:pt x="230677" y="229185"/>
                </a:cubicBezTo>
                <a:lnTo>
                  <a:pt x="171889" y="287918"/>
                </a:lnTo>
                <a:cubicBezTo>
                  <a:pt x="169973" y="289833"/>
                  <a:pt x="167416" y="290471"/>
                  <a:pt x="164861" y="289194"/>
                </a:cubicBezTo>
                <a:cubicBezTo>
                  <a:pt x="164221" y="289194"/>
                  <a:pt x="163583" y="288556"/>
                  <a:pt x="162943" y="287918"/>
                </a:cubicBezTo>
                <a:lnTo>
                  <a:pt x="104156" y="229185"/>
                </a:lnTo>
                <a:cubicBezTo>
                  <a:pt x="101600" y="226631"/>
                  <a:pt x="101600" y="222801"/>
                  <a:pt x="104156" y="220247"/>
                </a:cubicBezTo>
                <a:cubicBezTo>
                  <a:pt x="106712" y="217694"/>
                  <a:pt x="110546" y="217694"/>
                  <a:pt x="113102" y="220247"/>
                </a:cubicBezTo>
                <a:lnTo>
                  <a:pt x="161027" y="268127"/>
                </a:lnTo>
                <a:lnTo>
                  <a:pt x="161027" y="78523"/>
                </a:lnTo>
                <a:cubicBezTo>
                  <a:pt x="161027" y="74693"/>
                  <a:pt x="163583" y="72139"/>
                  <a:pt x="167416" y="72139"/>
                </a:cubicBezTo>
                <a:lnTo>
                  <a:pt x="253681" y="72139"/>
                </a:lnTo>
                <a:cubicBezTo>
                  <a:pt x="257515" y="72139"/>
                  <a:pt x="260071" y="74693"/>
                  <a:pt x="260071" y="78523"/>
                </a:cubicBezTo>
                <a:cubicBezTo>
                  <a:pt x="260071" y="82353"/>
                  <a:pt x="257515" y="84907"/>
                  <a:pt x="253681" y="84907"/>
                </a:cubicBezTo>
                <a:lnTo>
                  <a:pt x="253681" y="84907"/>
                </a:lnTo>
                <a:close/>
              </a:path>
            </a:pathLst>
          </a:custGeom>
          <a:solidFill>
            <a:srgbClr val="007680"/>
          </a:solidFill>
          <a:ln w="6390" cap="flat">
            <a:noFill/>
            <a:prstDash val="solid"/>
            <a:miter/>
          </a:ln>
        </p:spPr>
        <p:txBody>
          <a:bodyPr rtlCol="0" anchor="ctr"/>
          <a:lstStyle/>
          <a:p>
            <a:endParaRPr lang="en-US"/>
          </a:p>
        </p:txBody>
      </p:sp>
      <p:sp>
        <p:nvSpPr>
          <p:cNvPr id="1067" name="Graphic 5">
            <a:extLst>
              <a:ext uri="{FF2B5EF4-FFF2-40B4-BE49-F238E27FC236}">
                <a16:creationId xmlns:a16="http://schemas.microsoft.com/office/drawing/2014/main" id="{6DB145F0-E670-104B-AA52-5EB1E99F31A5}"/>
              </a:ext>
            </a:extLst>
          </p:cNvPr>
          <p:cNvSpPr/>
          <p:nvPr/>
        </p:nvSpPr>
        <p:spPr>
          <a:xfrm>
            <a:off x="1953403" y="1403361"/>
            <a:ext cx="362948" cy="361971"/>
          </a:xfrm>
          <a:custGeom>
            <a:avLst/>
            <a:gdLst>
              <a:gd name="connsiteX0" fmla="*/ 181474 w 362948"/>
              <a:gd name="connsiteY0" fmla="*/ 0 h 361971"/>
              <a:gd name="connsiteX1" fmla="*/ 0 w 362948"/>
              <a:gd name="connsiteY1" fmla="*/ 181305 h 361971"/>
              <a:gd name="connsiteX2" fmla="*/ 181474 w 362948"/>
              <a:gd name="connsiteY2" fmla="*/ 361972 h 361971"/>
              <a:gd name="connsiteX3" fmla="*/ 362948 w 362948"/>
              <a:gd name="connsiteY3" fmla="*/ 181305 h 361971"/>
              <a:gd name="connsiteX4" fmla="*/ 181474 w 362948"/>
              <a:gd name="connsiteY4" fmla="*/ 0 h 361971"/>
              <a:gd name="connsiteX5" fmla="*/ 181474 w 362948"/>
              <a:gd name="connsiteY5" fmla="*/ 0 h 361971"/>
              <a:gd name="connsiteX6" fmla="*/ 288186 w 362948"/>
              <a:gd name="connsiteY6" fmla="*/ 185135 h 361971"/>
              <a:gd name="connsiteX7" fmla="*/ 229399 w 362948"/>
              <a:gd name="connsiteY7" fmla="*/ 243868 h 361971"/>
              <a:gd name="connsiteX8" fmla="*/ 224926 w 362948"/>
              <a:gd name="connsiteY8" fmla="*/ 245783 h 361971"/>
              <a:gd name="connsiteX9" fmla="*/ 220453 w 362948"/>
              <a:gd name="connsiteY9" fmla="*/ 243868 h 361971"/>
              <a:gd name="connsiteX10" fmla="*/ 220453 w 362948"/>
              <a:gd name="connsiteY10" fmla="*/ 234931 h 361971"/>
              <a:gd name="connsiteX11" fmla="*/ 220453 w 362948"/>
              <a:gd name="connsiteY11" fmla="*/ 234931 h 361971"/>
              <a:gd name="connsiteX12" fmla="*/ 268377 w 362948"/>
              <a:gd name="connsiteY12" fmla="*/ 187051 h 361971"/>
              <a:gd name="connsiteX13" fmla="*/ 78596 w 362948"/>
              <a:gd name="connsiteY13" fmla="*/ 187051 h 361971"/>
              <a:gd name="connsiteX14" fmla="*/ 72206 w 362948"/>
              <a:gd name="connsiteY14" fmla="*/ 180667 h 361971"/>
              <a:gd name="connsiteX15" fmla="*/ 78596 w 362948"/>
              <a:gd name="connsiteY15" fmla="*/ 174283 h 361971"/>
              <a:gd name="connsiteX16" fmla="*/ 268377 w 362948"/>
              <a:gd name="connsiteY16" fmla="*/ 174283 h 361971"/>
              <a:gd name="connsiteX17" fmla="*/ 220453 w 362948"/>
              <a:gd name="connsiteY17" fmla="*/ 126403 h 361971"/>
              <a:gd name="connsiteX18" fmla="*/ 220453 w 362948"/>
              <a:gd name="connsiteY18" fmla="*/ 117465 h 361971"/>
              <a:gd name="connsiteX19" fmla="*/ 229399 w 362948"/>
              <a:gd name="connsiteY19" fmla="*/ 117465 h 361971"/>
              <a:gd name="connsiteX20" fmla="*/ 288186 w 362948"/>
              <a:gd name="connsiteY20" fmla="*/ 176198 h 361971"/>
              <a:gd name="connsiteX21" fmla="*/ 289464 w 362948"/>
              <a:gd name="connsiteY21" fmla="*/ 178113 h 361971"/>
              <a:gd name="connsiteX22" fmla="*/ 288186 w 362948"/>
              <a:gd name="connsiteY22" fmla="*/ 185135 h 361971"/>
              <a:gd name="connsiteX23" fmla="*/ 288186 w 362948"/>
              <a:gd name="connsiteY23" fmla="*/ 18513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2948" h="361971">
                <a:moveTo>
                  <a:pt x="181474" y="0"/>
                </a:moveTo>
                <a:cubicBezTo>
                  <a:pt x="81152" y="0"/>
                  <a:pt x="0" y="81077"/>
                  <a:pt x="0" y="181305"/>
                </a:cubicBezTo>
                <a:cubicBezTo>
                  <a:pt x="0" y="281534"/>
                  <a:pt x="81152" y="361972"/>
                  <a:pt x="181474" y="361972"/>
                </a:cubicBezTo>
                <a:cubicBezTo>
                  <a:pt x="281796" y="361972"/>
                  <a:pt x="362948" y="280895"/>
                  <a:pt x="362948" y="181305"/>
                </a:cubicBezTo>
                <a:cubicBezTo>
                  <a:pt x="362309" y="81077"/>
                  <a:pt x="281157" y="0"/>
                  <a:pt x="181474" y="0"/>
                </a:cubicBezTo>
                <a:cubicBezTo>
                  <a:pt x="181474" y="0"/>
                  <a:pt x="181474" y="0"/>
                  <a:pt x="181474" y="0"/>
                </a:cubicBezTo>
                <a:close/>
                <a:moveTo>
                  <a:pt x="288186" y="185135"/>
                </a:moveTo>
                <a:lnTo>
                  <a:pt x="229399" y="243868"/>
                </a:lnTo>
                <a:cubicBezTo>
                  <a:pt x="228121" y="245145"/>
                  <a:pt x="226843" y="245783"/>
                  <a:pt x="224926" y="245783"/>
                </a:cubicBezTo>
                <a:cubicBezTo>
                  <a:pt x="223009" y="245783"/>
                  <a:pt x="221731" y="245145"/>
                  <a:pt x="220453" y="243868"/>
                </a:cubicBezTo>
                <a:cubicBezTo>
                  <a:pt x="217897" y="241315"/>
                  <a:pt x="217897" y="237484"/>
                  <a:pt x="220453" y="234931"/>
                </a:cubicBezTo>
                <a:cubicBezTo>
                  <a:pt x="220453" y="234931"/>
                  <a:pt x="220453" y="234931"/>
                  <a:pt x="220453" y="234931"/>
                </a:cubicBezTo>
                <a:lnTo>
                  <a:pt x="268377" y="187051"/>
                </a:lnTo>
                <a:lnTo>
                  <a:pt x="78596" y="187051"/>
                </a:lnTo>
                <a:cubicBezTo>
                  <a:pt x="74762" y="187051"/>
                  <a:pt x="72206" y="184497"/>
                  <a:pt x="72206" y="180667"/>
                </a:cubicBezTo>
                <a:cubicBezTo>
                  <a:pt x="72206" y="176836"/>
                  <a:pt x="74762" y="174283"/>
                  <a:pt x="78596" y="174283"/>
                </a:cubicBezTo>
                <a:lnTo>
                  <a:pt x="268377" y="174283"/>
                </a:lnTo>
                <a:lnTo>
                  <a:pt x="220453" y="126403"/>
                </a:lnTo>
                <a:cubicBezTo>
                  <a:pt x="217897" y="123849"/>
                  <a:pt x="217897" y="120019"/>
                  <a:pt x="220453" y="117465"/>
                </a:cubicBezTo>
                <a:cubicBezTo>
                  <a:pt x="223009" y="114912"/>
                  <a:pt x="226843" y="114912"/>
                  <a:pt x="229399" y="117465"/>
                </a:cubicBezTo>
                <a:lnTo>
                  <a:pt x="288186" y="176198"/>
                </a:lnTo>
                <a:cubicBezTo>
                  <a:pt x="288825" y="176836"/>
                  <a:pt x="289464" y="177475"/>
                  <a:pt x="289464" y="178113"/>
                </a:cubicBezTo>
                <a:cubicBezTo>
                  <a:pt x="290742" y="180667"/>
                  <a:pt x="290103" y="183220"/>
                  <a:pt x="288186" y="185135"/>
                </a:cubicBezTo>
                <a:lnTo>
                  <a:pt x="288186" y="185135"/>
                </a:lnTo>
                <a:close/>
              </a:path>
            </a:pathLst>
          </a:custGeom>
          <a:solidFill>
            <a:srgbClr val="007680"/>
          </a:solidFill>
          <a:ln w="6390" cap="flat">
            <a:noFill/>
            <a:prstDash val="solid"/>
            <a:miter/>
          </a:ln>
        </p:spPr>
        <p:txBody>
          <a:bodyPr rtlCol="0" anchor="ctr"/>
          <a:lstStyle/>
          <a:p>
            <a:endParaRPr lang="en-US"/>
          </a:p>
        </p:txBody>
      </p:sp>
      <p:grpSp>
        <p:nvGrpSpPr>
          <p:cNvPr id="1068" name="Graphic 5">
            <a:extLst>
              <a:ext uri="{FF2B5EF4-FFF2-40B4-BE49-F238E27FC236}">
                <a16:creationId xmlns:a16="http://schemas.microsoft.com/office/drawing/2014/main" id="{01A20EE1-6C8B-0E42-96A0-37569AF7A109}"/>
              </a:ext>
            </a:extLst>
          </p:cNvPr>
          <p:cNvGrpSpPr/>
          <p:nvPr/>
        </p:nvGrpSpPr>
        <p:grpSpPr>
          <a:xfrm>
            <a:off x="5099808" y="1881522"/>
            <a:ext cx="362309" cy="361971"/>
            <a:chOff x="5099808" y="1881522"/>
            <a:chExt cx="362309" cy="361971"/>
          </a:xfrm>
          <a:solidFill>
            <a:srgbClr val="007680"/>
          </a:solidFill>
        </p:grpSpPr>
        <p:sp>
          <p:nvSpPr>
            <p:cNvPr id="1069" name="Graphic 5">
              <a:extLst>
                <a:ext uri="{FF2B5EF4-FFF2-40B4-BE49-F238E27FC236}">
                  <a16:creationId xmlns:a16="http://schemas.microsoft.com/office/drawing/2014/main" id="{042E31F4-6A29-7E4A-96A4-F988264A0B0D}"/>
                </a:ext>
              </a:extLst>
            </p:cNvPr>
            <p:cNvSpPr/>
            <p:nvPr/>
          </p:nvSpPr>
          <p:spPr>
            <a:xfrm>
              <a:off x="5099808" y="1881522"/>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311190 w 362309"/>
                <a:gd name="connsiteY7" fmla="*/ 236846 h 361971"/>
                <a:gd name="connsiteX8" fmla="*/ 307356 w 362309"/>
                <a:gd name="connsiteY8" fmla="*/ 236846 h 361971"/>
                <a:gd name="connsiteX9" fmla="*/ 308634 w 362309"/>
                <a:gd name="connsiteY9" fmla="*/ 240676 h 361971"/>
                <a:gd name="connsiteX10" fmla="*/ 302244 w 362309"/>
                <a:gd name="connsiteY10" fmla="*/ 247060 h 361971"/>
                <a:gd name="connsiteX11" fmla="*/ 290103 w 362309"/>
                <a:gd name="connsiteY11" fmla="*/ 247060 h 361971"/>
                <a:gd name="connsiteX12" fmla="*/ 283713 w 362309"/>
                <a:gd name="connsiteY12" fmla="*/ 240676 h 361971"/>
                <a:gd name="connsiteX13" fmla="*/ 284991 w 362309"/>
                <a:gd name="connsiteY13" fmla="*/ 236846 h 361971"/>
                <a:gd name="connsiteX14" fmla="*/ 75402 w 362309"/>
                <a:gd name="connsiteY14" fmla="*/ 236846 h 361971"/>
                <a:gd name="connsiteX15" fmla="*/ 76679 w 362309"/>
                <a:gd name="connsiteY15" fmla="*/ 240676 h 361971"/>
                <a:gd name="connsiteX16" fmla="*/ 70289 w 362309"/>
                <a:gd name="connsiteY16" fmla="*/ 247060 h 361971"/>
                <a:gd name="connsiteX17" fmla="*/ 58149 w 362309"/>
                <a:gd name="connsiteY17" fmla="*/ 247060 h 361971"/>
                <a:gd name="connsiteX18" fmla="*/ 51759 w 362309"/>
                <a:gd name="connsiteY18" fmla="*/ 240676 h 361971"/>
                <a:gd name="connsiteX19" fmla="*/ 53037 w 362309"/>
                <a:gd name="connsiteY19" fmla="*/ 236846 h 361971"/>
                <a:gd name="connsiteX20" fmla="*/ 49203 w 362309"/>
                <a:gd name="connsiteY20" fmla="*/ 236846 h 361971"/>
                <a:gd name="connsiteX21" fmla="*/ 42813 w 362309"/>
                <a:gd name="connsiteY21" fmla="*/ 230462 h 361971"/>
                <a:gd name="connsiteX22" fmla="*/ 42813 w 362309"/>
                <a:gd name="connsiteY22" fmla="*/ 173006 h 361971"/>
                <a:gd name="connsiteX23" fmla="*/ 50481 w 362309"/>
                <a:gd name="connsiteY23" fmla="*/ 151300 h 361971"/>
                <a:gd name="connsiteX24" fmla="*/ 68372 w 362309"/>
                <a:gd name="connsiteY24" fmla="*/ 144278 h 361971"/>
                <a:gd name="connsiteX25" fmla="*/ 70929 w 362309"/>
                <a:gd name="connsiteY25" fmla="*/ 144278 h 361971"/>
                <a:gd name="connsiteX26" fmla="*/ 70929 w 362309"/>
                <a:gd name="connsiteY26" fmla="*/ 120657 h 361971"/>
                <a:gd name="connsiteX27" fmla="*/ 77318 w 362309"/>
                <a:gd name="connsiteY27" fmla="*/ 114273 h 361971"/>
                <a:gd name="connsiteX28" fmla="*/ 280518 w 362309"/>
                <a:gd name="connsiteY28" fmla="*/ 114273 h 361971"/>
                <a:gd name="connsiteX29" fmla="*/ 286908 w 362309"/>
                <a:gd name="connsiteY29" fmla="*/ 120657 h 361971"/>
                <a:gd name="connsiteX30" fmla="*/ 286908 w 362309"/>
                <a:gd name="connsiteY30" fmla="*/ 144278 h 361971"/>
                <a:gd name="connsiteX31" fmla="*/ 290103 w 362309"/>
                <a:gd name="connsiteY31" fmla="*/ 144278 h 361971"/>
                <a:gd name="connsiteX32" fmla="*/ 308634 w 362309"/>
                <a:gd name="connsiteY32" fmla="*/ 151300 h 361971"/>
                <a:gd name="connsiteX33" fmla="*/ 315663 w 362309"/>
                <a:gd name="connsiteY33" fmla="*/ 170452 h 361971"/>
                <a:gd name="connsiteX34" fmla="*/ 315663 w 362309"/>
                <a:gd name="connsiteY34" fmla="*/ 231100 h 361971"/>
                <a:gd name="connsiteX35" fmla="*/ 311190 w 362309"/>
                <a:gd name="connsiteY35" fmla="*/ 23684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2309" h="361971">
                  <a:moveTo>
                    <a:pt x="181474" y="0"/>
                  </a:moveTo>
                  <a:cubicBezTo>
                    <a:pt x="81152" y="0"/>
                    <a:pt x="0" y="81076"/>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1076"/>
                    <a:pt x="281796" y="0"/>
                    <a:pt x="181474" y="0"/>
                  </a:cubicBezTo>
                  <a:cubicBezTo>
                    <a:pt x="181474" y="0"/>
                    <a:pt x="181474" y="0"/>
                    <a:pt x="181474" y="0"/>
                  </a:cubicBezTo>
                  <a:close/>
                  <a:moveTo>
                    <a:pt x="311190" y="236846"/>
                  </a:moveTo>
                  <a:lnTo>
                    <a:pt x="307356" y="236846"/>
                  </a:lnTo>
                  <a:cubicBezTo>
                    <a:pt x="308634" y="238122"/>
                    <a:pt x="308634" y="239399"/>
                    <a:pt x="308634" y="240676"/>
                  </a:cubicBezTo>
                  <a:cubicBezTo>
                    <a:pt x="308634" y="244506"/>
                    <a:pt x="306078" y="247060"/>
                    <a:pt x="302244" y="247060"/>
                  </a:cubicBezTo>
                  <a:lnTo>
                    <a:pt x="290103" y="247060"/>
                  </a:lnTo>
                  <a:cubicBezTo>
                    <a:pt x="286270" y="247060"/>
                    <a:pt x="283713" y="244506"/>
                    <a:pt x="283713" y="240676"/>
                  </a:cubicBezTo>
                  <a:cubicBezTo>
                    <a:pt x="283713" y="239399"/>
                    <a:pt x="284352" y="237484"/>
                    <a:pt x="284991" y="236846"/>
                  </a:cubicBezTo>
                  <a:lnTo>
                    <a:pt x="75402" y="236846"/>
                  </a:lnTo>
                  <a:cubicBezTo>
                    <a:pt x="76679" y="238122"/>
                    <a:pt x="76679" y="239399"/>
                    <a:pt x="76679" y="240676"/>
                  </a:cubicBezTo>
                  <a:cubicBezTo>
                    <a:pt x="76679" y="244506"/>
                    <a:pt x="74124" y="247060"/>
                    <a:pt x="70289" y="247060"/>
                  </a:cubicBezTo>
                  <a:lnTo>
                    <a:pt x="58149" y="247060"/>
                  </a:lnTo>
                  <a:cubicBezTo>
                    <a:pt x="54314" y="247060"/>
                    <a:pt x="51759" y="244506"/>
                    <a:pt x="51759" y="240676"/>
                  </a:cubicBezTo>
                  <a:cubicBezTo>
                    <a:pt x="51759" y="239399"/>
                    <a:pt x="52398" y="237484"/>
                    <a:pt x="53037" y="236846"/>
                  </a:cubicBezTo>
                  <a:lnTo>
                    <a:pt x="49203" y="236846"/>
                  </a:lnTo>
                  <a:cubicBezTo>
                    <a:pt x="45369" y="236846"/>
                    <a:pt x="42813" y="234292"/>
                    <a:pt x="42813" y="230462"/>
                  </a:cubicBezTo>
                  <a:lnTo>
                    <a:pt x="42813" y="173006"/>
                  </a:lnTo>
                  <a:cubicBezTo>
                    <a:pt x="42813" y="165345"/>
                    <a:pt x="45369" y="157684"/>
                    <a:pt x="50481" y="151300"/>
                  </a:cubicBezTo>
                  <a:cubicBezTo>
                    <a:pt x="54954" y="146193"/>
                    <a:pt x="61982" y="143640"/>
                    <a:pt x="68372" y="144278"/>
                  </a:cubicBezTo>
                  <a:cubicBezTo>
                    <a:pt x="69012" y="144278"/>
                    <a:pt x="70289" y="144278"/>
                    <a:pt x="70929" y="144278"/>
                  </a:cubicBezTo>
                  <a:lnTo>
                    <a:pt x="70929" y="120657"/>
                  </a:lnTo>
                  <a:cubicBezTo>
                    <a:pt x="70929" y="116827"/>
                    <a:pt x="73484" y="114273"/>
                    <a:pt x="77318" y="114273"/>
                  </a:cubicBezTo>
                  <a:lnTo>
                    <a:pt x="280518" y="114273"/>
                  </a:lnTo>
                  <a:cubicBezTo>
                    <a:pt x="284352" y="114273"/>
                    <a:pt x="286908" y="116827"/>
                    <a:pt x="286908" y="120657"/>
                  </a:cubicBezTo>
                  <a:lnTo>
                    <a:pt x="286908" y="144278"/>
                  </a:lnTo>
                  <a:cubicBezTo>
                    <a:pt x="288186" y="144278"/>
                    <a:pt x="288825" y="144278"/>
                    <a:pt x="290103" y="144278"/>
                  </a:cubicBezTo>
                  <a:cubicBezTo>
                    <a:pt x="297132" y="144278"/>
                    <a:pt x="303522" y="146832"/>
                    <a:pt x="308634" y="151300"/>
                  </a:cubicBezTo>
                  <a:cubicBezTo>
                    <a:pt x="313107" y="156408"/>
                    <a:pt x="315663" y="163430"/>
                    <a:pt x="315663" y="170452"/>
                  </a:cubicBezTo>
                  <a:lnTo>
                    <a:pt x="315663" y="231100"/>
                  </a:lnTo>
                  <a:cubicBezTo>
                    <a:pt x="317580" y="234292"/>
                    <a:pt x="315024" y="236846"/>
                    <a:pt x="311190" y="236846"/>
                  </a:cubicBezTo>
                  <a:close/>
                </a:path>
              </a:pathLst>
            </a:custGeom>
            <a:solidFill>
              <a:srgbClr val="007680"/>
            </a:solidFill>
            <a:ln w="6390" cap="flat">
              <a:noFill/>
              <a:prstDash val="solid"/>
              <a:miter/>
            </a:ln>
          </p:spPr>
          <p:txBody>
            <a:bodyPr rtlCol="0" anchor="ctr"/>
            <a:lstStyle/>
            <a:p>
              <a:endParaRPr lang="en-US"/>
            </a:p>
          </p:txBody>
        </p:sp>
        <p:sp>
          <p:nvSpPr>
            <p:cNvPr id="1070" name="Graphic 5">
              <a:extLst>
                <a:ext uri="{FF2B5EF4-FFF2-40B4-BE49-F238E27FC236}">
                  <a16:creationId xmlns:a16="http://schemas.microsoft.com/office/drawing/2014/main" id="{BE3E0983-10CC-A546-A264-C5A36F0DEED0}"/>
                </a:ext>
              </a:extLst>
            </p:cNvPr>
            <p:cNvSpPr/>
            <p:nvPr/>
          </p:nvSpPr>
          <p:spPr>
            <a:xfrm>
              <a:off x="5195018" y="2081979"/>
              <a:ext cx="171250" cy="23620"/>
            </a:xfrm>
            <a:custGeom>
              <a:avLst/>
              <a:gdLst>
                <a:gd name="connsiteX0" fmla="*/ 0 w 171250"/>
                <a:gd name="connsiteY0" fmla="*/ 0 h 23620"/>
                <a:gd name="connsiteX1" fmla="*/ 171250 w 171250"/>
                <a:gd name="connsiteY1" fmla="*/ 0 h 23620"/>
                <a:gd name="connsiteX2" fmla="*/ 171250 w 171250"/>
                <a:gd name="connsiteY2" fmla="*/ 23621 h 23620"/>
                <a:gd name="connsiteX3" fmla="*/ 0 w 171250"/>
                <a:gd name="connsiteY3" fmla="*/ 23621 h 23620"/>
              </a:gdLst>
              <a:ahLst/>
              <a:cxnLst>
                <a:cxn ang="0">
                  <a:pos x="connsiteX0" y="connsiteY0"/>
                </a:cxn>
                <a:cxn ang="0">
                  <a:pos x="connsiteX1" y="connsiteY1"/>
                </a:cxn>
                <a:cxn ang="0">
                  <a:pos x="connsiteX2" y="connsiteY2"/>
                </a:cxn>
                <a:cxn ang="0">
                  <a:pos x="connsiteX3" y="connsiteY3"/>
                </a:cxn>
              </a:cxnLst>
              <a:rect l="l" t="t" r="r" b="b"/>
              <a:pathLst>
                <a:path w="171250" h="23620">
                  <a:moveTo>
                    <a:pt x="0" y="0"/>
                  </a:moveTo>
                  <a:lnTo>
                    <a:pt x="171250" y="0"/>
                  </a:lnTo>
                  <a:lnTo>
                    <a:pt x="171250" y="23621"/>
                  </a:lnTo>
                  <a:lnTo>
                    <a:pt x="0" y="23621"/>
                  </a:lnTo>
                  <a:close/>
                </a:path>
              </a:pathLst>
            </a:custGeom>
            <a:solidFill>
              <a:srgbClr val="007680"/>
            </a:solidFill>
            <a:ln w="6390" cap="flat">
              <a:noFill/>
              <a:prstDash val="solid"/>
              <a:miter/>
            </a:ln>
          </p:spPr>
          <p:txBody>
            <a:bodyPr rtlCol="0" anchor="ctr"/>
            <a:lstStyle/>
            <a:p>
              <a:endParaRPr lang="en-US"/>
            </a:p>
          </p:txBody>
        </p:sp>
        <p:sp>
          <p:nvSpPr>
            <p:cNvPr id="1071" name="Graphic 5">
              <a:extLst>
                <a:ext uri="{FF2B5EF4-FFF2-40B4-BE49-F238E27FC236}">
                  <a16:creationId xmlns:a16="http://schemas.microsoft.com/office/drawing/2014/main" id="{16E54BE6-9927-B444-8AE5-41ABD88422CA}"/>
                </a:ext>
              </a:extLst>
            </p:cNvPr>
            <p:cNvSpPr/>
            <p:nvPr/>
          </p:nvSpPr>
          <p:spPr>
            <a:xfrm>
              <a:off x="5186072" y="2008563"/>
              <a:ext cx="189781" cy="60647"/>
            </a:xfrm>
            <a:custGeom>
              <a:avLst/>
              <a:gdLst>
                <a:gd name="connsiteX0" fmla="*/ 8946 w 189781"/>
                <a:gd name="connsiteY0" fmla="*/ 45326 h 60647"/>
                <a:gd name="connsiteX1" fmla="*/ 8946 w 189781"/>
                <a:gd name="connsiteY1" fmla="*/ 60648 h 60647"/>
                <a:gd name="connsiteX2" fmla="*/ 180196 w 189781"/>
                <a:gd name="connsiteY2" fmla="*/ 60648 h 60647"/>
                <a:gd name="connsiteX3" fmla="*/ 180196 w 189781"/>
                <a:gd name="connsiteY3" fmla="*/ 42773 h 60647"/>
                <a:gd name="connsiteX4" fmla="*/ 186586 w 189781"/>
                <a:gd name="connsiteY4" fmla="*/ 24259 h 60647"/>
                <a:gd name="connsiteX5" fmla="*/ 189781 w 189781"/>
                <a:gd name="connsiteY5" fmla="*/ 21706 h 60647"/>
                <a:gd name="connsiteX6" fmla="*/ 189781 w 189781"/>
                <a:gd name="connsiteY6" fmla="*/ 0 h 60647"/>
                <a:gd name="connsiteX7" fmla="*/ 0 w 189781"/>
                <a:gd name="connsiteY7" fmla="*/ 0 h 60647"/>
                <a:gd name="connsiteX8" fmla="*/ 0 w 189781"/>
                <a:gd name="connsiteY8" fmla="*/ 22344 h 60647"/>
                <a:gd name="connsiteX9" fmla="*/ 1917 w 189781"/>
                <a:gd name="connsiteY9" fmla="*/ 23621 h 60647"/>
                <a:gd name="connsiteX10" fmla="*/ 8946 w 189781"/>
                <a:gd name="connsiteY10" fmla="*/ 45326 h 60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781" h="60647">
                  <a:moveTo>
                    <a:pt x="8946" y="45326"/>
                  </a:moveTo>
                  <a:lnTo>
                    <a:pt x="8946" y="60648"/>
                  </a:lnTo>
                  <a:lnTo>
                    <a:pt x="180196" y="60648"/>
                  </a:lnTo>
                  <a:lnTo>
                    <a:pt x="180196" y="42773"/>
                  </a:lnTo>
                  <a:cubicBezTo>
                    <a:pt x="180196" y="35750"/>
                    <a:pt x="182113" y="29366"/>
                    <a:pt x="186586" y="24259"/>
                  </a:cubicBezTo>
                  <a:cubicBezTo>
                    <a:pt x="187225" y="22982"/>
                    <a:pt x="188503" y="22344"/>
                    <a:pt x="189781" y="21706"/>
                  </a:cubicBezTo>
                  <a:lnTo>
                    <a:pt x="189781" y="0"/>
                  </a:lnTo>
                  <a:lnTo>
                    <a:pt x="0" y="0"/>
                  </a:lnTo>
                  <a:lnTo>
                    <a:pt x="0" y="22344"/>
                  </a:lnTo>
                  <a:lnTo>
                    <a:pt x="1917" y="23621"/>
                  </a:lnTo>
                  <a:cubicBezTo>
                    <a:pt x="7029" y="30005"/>
                    <a:pt x="9585" y="37665"/>
                    <a:pt x="8946" y="45326"/>
                  </a:cubicBezTo>
                  <a:close/>
                </a:path>
              </a:pathLst>
            </a:custGeom>
            <a:solidFill>
              <a:srgbClr val="007680"/>
            </a:solidFill>
            <a:ln w="6390" cap="flat">
              <a:noFill/>
              <a:prstDash val="solid"/>
              <a:miter/>
            </a:ln>
          </p:spPr>
          <p:txBody>
            <a:bodyPr rtlCol="0" anchor="ctr"/>
            <a:lstStyle/>
            <a:p>
              <a:endParaRPr lang="en-US"/>
            </a:p>
          </p:txBody>
        </p:sp>
        <p:sp>
          <p:nvSpPr>
            <p:cNvPr id="1072" name="Graphic 5">
              <a:extLst>
                <a:ext uri="{FF2B5EF4-FFF2-40B4-BE49-F238E27FC236}">
                  <a16:creationId xmlns:a16="http://schemas.microsoft.com/office/drawing/2014/main" id="{A1B44A28-F4FF-384F-8675-77AC9C8D5EB7}"/>
                </a:ext>
              </a:extLst>
            </p:cNvPr>
            <p:cNvSpPr/>
            <p:nvPr/>
          </p:nvSpPr>
          <p:spPr>
            <a:xfrm>
              <a:off x="5157833" y="2037929"/>
              <a:ext cx="25044" cy="67670"/>
            </a:xfrm>
            <a:custGeom>
              <a:avLst/>
              <a:gdLst>
                <a:gd name="connsiteX0" fmla="*/ 12904 w 25044"/>
                <a:gd name="connsiteY0" fmla="*/ 0 h 67670"/>
                <a:gd name="connsiteX1" fmla="*/ 3958 w 25044"/>
                <a:gd name="connsiteY1" fmla="*/ 3192 h 67670"/>
                <a:gd name="connsiteX2" fmla="*/ 124 w 25044"/>
                <a:gd name="connsiteY2" fmla="*/ 15960 h 67670"/>
                <a:gd name="connsiteX3" fmla="*/ 124 w 25044"/>
                <a:gd name="connsiteY3" fmla="*/ 67670 h 67670"/>
                <a:gd name="connsiteX4" fmla="*/ 25044 w 25044"/>
                <a:gd name="connsiteY4" fmla="*/ 67670 h 67670"/>
                <a:gd name="connsiteX5" fmla="*/ 25044 w 25044"/>
                <a:gd name="connsiteY5" fmla="*/ 15322 h 67670"/>
                <a:gd name="connsiteX6" fmla="*/ 20572 w 25044"/>
                <a:gd name="connsiteY6" fmla="*/ 2554 h 67670"/>
                <a:gd name="connsiteX7" fmla="*/ 12904 w 25044"/>
                <a:gd name="connsiteY7" fmla="*/ 0 h 6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44" h="67670">
                  <a:moveTo>
                    <a:pt x="12904" y="0"/>
                  </a:moveTo>
                  <a:cubicBezTo>
                    <a:pt x="9709" y="0"/>
                    <a:pt x="6514" y="638"/>
                    <a:pt x="3958" y="3192"/>
                  </a:cubicBezTo>
                  <a:cubicBezTo>
                    <a:pt x="1402" y="7022"/>
                    <a:pt x="-515" y="11491"/>
                    <a:pt x="124" y="15960"/>
                  </a:cubicBezTo>
                  <a:lnTo>
                    <a:pt x="124" y="67670"/>
                  </a:lnTo>
                  <a:lnTo>
                    <a:pt x="25044" y="67670"/>
                  </a:lnTo>
                  <a:lnTo>
                    <a:pt x="25044" y="15322"/>
                  </a:lnTo>
                  <a:cubicBezTo>
                    <a:pt x="25044" y="10853"/>
                    <a:pt x="23767" y="6384"/>
                    <a:pt x="20572" y="2554"/>
                  </a:cubicBezTo>
                  <a:cubicBezTo>
                    <a:pt x="18654" y="1277"/>
                    <a:pt x="15460" y="0"/>
                    <a:pt x="12904" y="0"/>
                  </a:cubicBezTo>
                  <a:close/>
                </a:path>
              </a:pathLst>
            </a:custGeom>
            <a:solidFill>
              <a:srgbClr val="007680"/>
            </a:solidFill>
            <a:ln w="6390" cap="flat">
              <a:noFill/>
              <a:prstDash val="solid"/>
              <a:miter/>
            </a:ln>
          </p:spPr>
          <p:txBody>
            <a:bodyPr rtlCol="0" anchor="ctr"/>
            <a:lstStyle/>
            <a:p>
              <a:endParaRPr lang="en-US"/>
            </a:p>
          </p:txBody>
        </p:sp>
        <p:sp>
          <p:nvSpPr>
            <p:cNvPr id="1073" name="Graphic 5">
              <a:extLst>
                <a:ext uri="{FF2B5EF4-FFF2-40B4-BE49-F238E27FC236}">
                  <a16:creationId xmlns:a16="http://schemas.microsoft.com/office/drawing/2014/main" id="{522EF6AF-3023-9C48-A919-4160E259AB52}"/>
                </a:ext>
              </a:extLst>
            </p:cNvPr>
            <p:cNvSpPr/>
            <p:nvPr/>
          </p:nvSpPr>
          <p:spPr>
            <a:xfrm>
              <a:off x="5379688" y="2037929"/>
              <a:ext cx="25559" cy="67031"/>
            </a:xfrm>
            <a:custGeom>
              <a:avLst/>
              <a:gdLst>
                <a:gd name="connsiteX0" fmla="*/ 24921 w 25559"/>
                <a:gd name="connsiteY0" fmla="*/ 13406 h 67031"/>
                <a:gd name="connsiteX1" fmla="*/ 21726 w 25559"/>
                <a:gd name="connsiteY1" fmla="*/ 3192 h 67031"/>
                <a:gd name="connsiteX2" fmla="*/ 12780 w 25559"/>
                <a:gd name="connsiteY2" fmla="*/ 0 h 67031"/>
                <a:gd name="connsiteX3" fmla="*/ 6390 w 25559"/>
                <a:gd name="connsiteY3" fmla="*/ 1277 h 67031"/>
                <a:gd name="connsiteX4" fmla="*/ 5112 w 25559"/>
                <a:gd name="connsiteY4" fmla="*/ 1915 h 67031"/>
                <a:gd name="connsiteX5" fmla="*/ 3195 w 25559"/>
                <a:gd name="connsiteY5" fmla="*/ 3192 h 67031"/>
                <a:gd name="connsiteX6" fmla="*/ 0 w 25559"/>
                <a:gd name="connsiteY6" fmla="*/ 12768 h 67031"/>
                <a:gd name="connsiteX7" fmla="*/ 0 w 25559"/>
                <a:gd name="connsiteY7" fmla="*/ 67032 h 67031"/>
                <a:gd name="connsiteX8" fmla="*/ 25560 w 25559"/>
                <a:gd name="connsiteY8" fmla="*/ 67032 h 67031"/>
                <a:gd name="connsiteX9" fmla="*/ 24921 w 25559"/>
                <a:gd name="connsiteY9" fmla="*/ 13406 h 67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59" h="67031">
                  <a:moveTo>
                    <a:pt x="24921" y="13406"/>
                  </a:moveTo>
                  <a:cubicBezTo>
                    <a:pt x="24921" y="9576"/>
                    <a:pt x="23642" y="6384"/>
                    <a:pt x="21726" y="3192"/>
                  </a:cubicBezTo>
                  <a:cubicBezTo>
                    <a:pt x="19170" y="638"/>
                    <a:pt x="15975" y="0"/>
                    <a:pt x="12780" y="0"/>
                  </a:cubicBezTo>
                  <a:cubicBezTo>
                    <a:pt x="10863" y="0"/>
                    <a:pt x="8307" y="638"/>
                    <a:pt x="6390" y="1277"/>
                  </a:cubicBezTo>
                  <a:lnTo>
                    <a:pt x="5112" y="1915"/>
                  </a:lnTo>
                  <a:cubicBezTo>
                    <a:pt x="4473" y="2554"/>
                    <a:pt x="3834" y="3192"/>
                    <a:pt x="3195" y="3192"/>
                  </a:cubicBezTo>
                  <a:cubicBezTo>
                    <a:pt x="1278" y="5746"/>
                    <a:pt x="0" y="9576"/>
                    <a:pt x="0" y="12768"/>
                  </a:cubicBezTo>
                  <a:lnTo>
                    <a:pt x="0" y="67032"/>
                  </a:lnTo>
                  <a:lnTo>
                    <a:pt x="25560" y="67032"/>
                  </a:lnTo>
                  <a:lnTo>
                    <a:pt x="24921" y="13406"/>
                  </a:lnTo>
                  <a:close/>
                </a:path>
              </a:pathLst>
            </a:custGeom>
            <a:solidFill>
              <a:srgbClr val="007680"/>
            </a:solidFill>
            <a:ln w="6390" cap="flat">
              <a:noFill/>
              <a:prstDash val="solid"/>
              <a:miter/>
            </a:ln>
          </p:spPr>
          <p:txBody>
            <a:bodyPr rtlCol="0" anchor="ctr"/>
            <a:lstStyle/>
            <a:p>
              <a:endParaRPr lang="en-US"/>
            </a:p>
          </p:txBody>
        </p:sp>
      </p:grpSp>
      <p:sp>
        <p:nvSpPr>
          <p:cNvPr id="1074" name="Graphic 5">
            <a:extLst>
              <a:ext uri="{FF2B5EF4-FFF2-40B4-BE49-F238E27FC236}">
                <a16:creationId xmlns:a16="http://schemas.microsoft.com/office/drawing/2014/main" id="{FF88FC5B-58CC-C544-A407-C40A9CDD130E}"/>
              </a:ext>
            </a:extLst>
          </p:cNvPr>
          <p:cNvSpPr/>
          <p:nvPr/>
        </p:nvSpPr>
        <p:spPr>
          <a:xfrm>
            <a:off x="5099808" y="285635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68372 w 362309"/>
              <a:gd name="connsiteY7" fmla="*/ 180667 h 361971"/>
              <a:gd name="connsiteX8" fmla="*/ 74762 w 362309"/>
              <a:gd name="connsiteY8" fmla="*/ 174283 h 361971"/>
              <a:gd name="connsiteX9" fmla="*/ 189142 w 362309"/>
              <a:gd name="connsiteY9" fmla="*/ 174283 h 361971"/>
              <a:gd name="connsiteX10" fmla="*/ 169333 w 362309"/>
              <a:gd name="connsiteY10" fmla="*/ 154492 h 361971"/>
              <a:gd name="connsiteX11" fmla="*/ 169333 w 362309"/>
              <a:gd name="connsiteY11" fmla="*/ 145555 h 361971"/>
              <a:gd name="connsiteX12" fmla="*/ 178279 w 362309"/>
              <a:gd name="connsiteY12" fmla="*/ 145555 h 361971"/>
              <a:gd name="connsiteX13" fmla="*/ 178279 w 362309"/>
              <a:gd name="connsiteY13" fmla="*/ 145555 h 361971"/>
              <a:gd name="connsiteX14" fmla="*/ 208951 w 362309"/>
              <a:gd name="connsiteY14" fmla="*/ 176198 h 361971"/>
              <a:gd name="connsiteX15" fmla="*/ 210229 w 362309"/>
              <a:gd name="connsiteY15" fmla="*/ 178113 h 361971"/>
              <a:gd name="connsiteX16" fmla="*/ 210229 w 362309"/>
              <a:gd name="connsiteY16" fmla="*/ 183220 h 361971"/>
              <a:gd name="connsiteX17" fmla="*/ 208951 w 362309"/>
              <a:gd name="connsiteY17" fmla="*/ 185135 h 361971"/>
              <a:gd name="connsiteX18" fmla="*/ 178279 w 362309"/>
              <a:gd name="connsiteY18" fmla="*/ 215779 h 361971"/>
              <a:gd name="connsiteX19" fmla="*/ 173806 w 362309"/>
              <a:gd name="connsiteY19" fmla="*/ 217694 h 361971"/>
              <a:gd name="connsiteX20" fmla="*/ 167416 w 362309"/>
              <a:gd name="connsiteY20" fmla="*/ 211310 h 361971"/>
              <a:gd name="connsiteX21" fmla="*/ 169333 w 362309"/>
              <a:gd name="connsiteY21" fmla="*/ 206841 h 361971"/>
              <a:gd name="connsiteX22" fmla="*/ 189142 w 362309"/>
              <a:gd name="connsiteY22" fmla="*/ 187051 h 361971"/>
              <a:gd name="connsiteX23" fmla="*/ 74762 w 362309"/>
              <a:gd name="connsiteY23" fmla="*/ 187051 h 361971"/>
              <a:gd name="connsiteX24" fmla="*/ 68372 w 362309"/>
              <a:gd name="connsiteY24" fmla="*/ 180667 h 361971"/>
              <a:gd name="connsiteX25" fmla="*/ 68372 w 362309"/>
              <a:gd name="connsiteY25" fmla="*/ 180667 h 361971"/>
              <a:gd name="connsiteX26" fmla="*/ 256237 w 362309"/>
              <a:gd name="connsiteY26" fmla="*/ 287918 h 361971"/>
              <a:gd name="connsiteX27" fmla="*/ 249847 w 362309"/>
              <a:gd name="connsiteY27" fmla="*/ 294302 h 361971"/>
              <a:gd name="connsiteX28" fmla="*/ 135467 w 362309"/>
              <a:gd name="connsiteY28" fmla="*/ 294302 h 361971"/>
              <a:gd name="connsiteX29" fmla="*/ 129077 w 362309"/>
              <a:gd name="connsiteY29" fmla="*/ 287918 h 361971"/>
              <a:gd name="connsiteX30" fmla="*/ 129077 w 362309"/>
              <a:gd name="connsiteY30" fmla="*/ 218971 h 361971"/>
              <a:gd name="connsiteX31" fmla="*/ 135467 w 362309"/>
              <a:gd name="connsiteY31" fmla="*/ 212587 h 361971"/>
              <a:gd name="connsiteX32" fmla="*/ 141857 w 362309"/>
              <a:gd name="connsiteY32" fmla="*/ 218971 h 361971"/>
              <a:gd name="connsiteX33" fmla="*/ 141857 w 362309"/>
              <a:gd name="connsiteY33" fmla="*/ 281534 h 361971"/>
              <a:gd name="connsiteX34" fmla="*/ 243457 w 362309"/>
              <a:gd name="connsiteY34" fmla="*/ 281534 h 361971"/>
              <a:gd name="connsiteX35" fmla="*/ 243457 w 362309"/>
              <a:gd name="connsiteY35" fmla="*/ 81077 h 361971"/>
              <a:gd name="connsiteX36" fmla="*/ 141857 w 362309"/>
              <a:gd name="connsiteY36" fmla="*/ 81077 h 361971"/>
              <a:gd name="connsiteX37" fmla="*/ 141857 w 362309"/>
              <a:gd name="connsiteY37" fmla="*/ 143640 h 361971"/>
              <a:gd name="connsiteX38" fmla="*/ 135467 w 362309"/>
              <a:gd name="connsiteY38" fmla="*/ 150024 h 361971"/>
              <a:gd name="connsiteX39" fmla="*/ 129077 w 362309"/>
              <a:gd name="connsiteY39" fmla="*/ 143640 h 361971"/>
              <a:gd name="connsiteX40" fmla="*/ 129077 w 362309"/>
              <a:gd name="connsiteY40" fmla="*/ 74693 h 361971"/>
              <a:gd name="connsiteX41" fmla="*/ 135467 w 362309"/>
              <a:gd name="connsiteY41" fmla="*/ 68309 h 361971"/>
              <a:gd name="connsiteX42" fmla="*/ 249847 w 362309"/>
              <a:gd name="connsiteY42" fmla="*/ 68309 h 361971"/>
              <a:gd name="connsiteX43" fmla="*/ 256237 w 362309"/>
              <a:gd name="connsiteY43" fmla="*/ 74693 h 361971"/>
              <a:gd name="connsiteX44" fmla="*/ 256237 w 362309"/>
              <a:gd name="connsiteY44" fmla="*/ 28791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2309" h="361971">
                <a:moveTo>
                  <a:pt x="181474" y="0"/>
                </a:moveTo>
                <a:cubicBezTo>
                  <a:pt x="81152" y="0"/>
                  <a:pt x="0" y="81077"/>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ubicBezTo>
                  <a:pt x="181474" y="0"/>
                  <a:pt x="181474" y="0"/>
                  <a:pt x="181474" y="0"/>
                </a:cubicBezTo>
                <a:close/>
                <a:moveTo>
                  <a:pt x="68372" y="180667"/>
                </a:moveTo>
                <a:cubicBezTo>
                  <a:pt x="68372" y="176836"/>
                  <a:pt x="70929" y="174283"/>
                  <a:pt x="74762" y="174283"/>
                </a:cubicBezTo>
                <a:lnTo>
                  <a:pt x="189142" y="174283"/>
                </a:lnTo>
                <a:lnTo>
                  <a:pt x="169333" y="154492"/>
                </a:lnTo>
                <a:cubicBezTo>
                  <a:pt x="166778" y="151939"/>
                  <a:pt x="166778" y="148108"/>
                  <a:pt x="169333" y="145555"/>
                </a:cubicBezTo>
                <a:cubicBezTo>
                  <a:pt x="171889" y="143001"/>
                  <a:pt x="175723" y="143001"/>
                  <a:pt x="178279" y="145555"/>
                </a:cubicBezTo>
                <a:cubicBezTo>
                  <a:pt x="178279" y="145555"/>
                  <a:pt x="178279" y="145555"/>
                  <a:pt x="178279" y="145555"/>
                </a:cubicBezTo>
                <a:lnTo>
                  <a:pt x="208951" y="176198"/>
                </a:lnTo>
                <a:cubicBezTo>
                  <a:pt x="209590" y="176836"/>
                  <a:pt x="210229" y="177475"/>
                  <a:pt x="210229" y="178113"/>
                </a:cubicBezTo>
                <a:cubicBezTo>
                  <a:pt x="210868" y="179390"/>
                  <a:pt x="210868" y="181305"/>
                  <a:pt x="210229" y="183220"/>
                </a:cubicBezTo>
                <a:cubicBezTo>
                  <a:pt x="210229" y="183859"/>
                  <a:pt x="209590" y="184497"/>
                  <a:pt x="208951" y="185135"/>
                </a:cubicBezTo>
                <a:lnTo>
                  <a:pt x="178279" y="215779"/>
                </a:lnTo>
                <a:cubicBezTo>
                  <a:pt x="177001" y="217055"/>
                  <a:pt x="175723" y="217694"/>
                  <a:pt x="173806" y="217694"/>
                </a:cubicBezTo>
                <a:cubicBezTo>
                  <a:pt x="169973" y="217694"/>
                  <a:pt x="167416" y="214502"/>
                  <a:pt x="167416" y="211310"/>
                </a:cubicBezTo>
                <a:cubicBezTo>
                  <a:pt x="167416" y="209395"/>
                  <a:pt x="168056" y="208118"/>
                  <a:pt x="169333" y="206841"/>
                </a:cubicBezTo>
                <a:lnTo>
                  <a:pt x="189142" y="187051"/>
                </a:lnTo>
                <a:lnTo>
                  <a:pt x="74762" y="187051"/>
                </a:lnTo>
                <a:cubicBezTo>
                  <a:pt x="70929" y="187051"/>
                  <a:pt x="68372" y="184497"/>
                  <a:pt x="68372" y="180667"/>
                </a:cubicBezTo>
                <a:cubicBezTo>
                  <a:pt x="68372" y="180667"/>
                  <a:pt x="68372" y="180667"/>
                  <a:pt x="68372" y="180667"/>
                </a:cubicBezTo>
                <a:close/>
                <a:moveTo>
                  <a:pt x="256237" y="287918"/>
                </a:moveTo>
                <a:cubicBezTo>
                  <a:pt x="256237" y="291748"/>
                  <a:pt x="253681" y="294302"/>
                  <a:pt x="249847" y="294302"/>
                </a:cubicBezTo>
                <a:lnTo>
                  <a:pt x="135467" y="294302"/>
                </a:lnTo>
                <a:cubicBezTo>
                  <a:pt x="131633" y="294302"/>
                  <a:pt x="129077" y="291748"/>
                  <a:pt x="129077" y="287918"/>
                </a:cubicBezTo>
                <a:lnTo>
                  <a:pt x="129077" y="218971"/>
                </a:lnTo>
                <a:cubicBezTo>
                  <a:pt x="129077" y="215140"/>
                  <a:pt x="131633" y="212587"/>
                  <a:pt x="135467" y="212587"/>
                </a:cubicBezTo>
                <a:cubicBezTo>
                  <a:pt x="139301" y="212587"/>
                  <a:pt x="141857" y="215140"/>
                  <a:pt x="141857" y="218971"/>
                </a:cubicBezTo>
                <a:lnTo>
                  <a:pt x="141857" y="281534"/>
                </a:lnTo>
                <a:lnTo>
                  <a:pt x="243457" y="281534"/>
                </a:lnTo>
                <a:lnTo>
                  <a:pt x="243457" y="81077"/>
                </a:lnTo>
                <a:lnTo>
                  <a:pt x="141857" y="81077"/>
                </a:lnTo>
                <a:lnTo>
                  <a:pt x="141857" y="143640"/>
                </a:lnTo>
                <a:cubicBezTo>
                  <a:pt x="141857" y="147470"/>
                  <a:pt x="139301" y="150024"/>
                  <a:pt x="135467" y="150024"/>
                </a:cubicBezTo>
                <a:cubicBezTo>
                  <a:pt x="131633" y="150024"/>
                  <a:pt x="129077" y="147470"/>
                  <a:pt x="129077" y="143640"/>
                </a:cubicBezTo>
                <a:lnTo>
                  <a:pt x="129077" y="74693"/>
                </a:lnTo>
                <a:cubicBezTo>
                  <a:pt x="129077" y="70862"/>
                  <a:pt x="131633" y="68309"/>
                  <a:pt x="135467" y="68309"/>
                </a:cubicBezTo>
                <a:lnTo>
                  <a:pt x="249847" y="68309"/>
                </a:lnTo>
                <a:cubicBezTo>
                  <a:pt x="253681" y="68309"/>
                  <a:pt x="256237" y="70862"/>
                  <a:pt x="256237" y="74693"/>
                </a:cubicBezTo>
                <a:lnTo>
                  <a:pt x="256237" y="287918"/>
                </a:lnTo>
                <a:close/>
              </a:path>
            </a:pathLst>
          </a:custGeom>
          <a:solidFill>
            <a:srgbClr val="007680"/>
          </a:solidFill>
          <a:ln w="6390" cap="flat">
            <a:noFill/>
            <a:prstDash val="solid"/>
            <a:miter/>
          </a:ln>
        </p:spPr>
        <p:txBody>
          <a:bodyPr rtlCol="0" anchor="ctr"/>
          <a:lstStyle/>
          <a:p>
            <a:endParaRPr lang="en-US"/>
          </a:p>
        </p:txBody>
      </p:sp>
      <p:grpSp>
        <p:nvGrpSpPr>
          <p:cNvPr id="1075" name="Graphic 5">
            <a:extLst>
              <a:ext uri="{FF2B5EF4-FFF2-40B4-BE49-F238E27FC236}">
                <a16:creationId xmlns:a16="http://schemas.microsoft.com/office/drawing/2014/main" id="{40991E75-4928-BB4D-BE4B-93CC0C8045D3}"/>
              </a:ext>
            </a:extLst>
          </p:cNvPr>
          <p:cNvGrpSpPr/>
          <p:nvPr/>
        </p:nvGrpSpPr>
        <p:grpSpPr>
          <a:xfrm>
            <a:off x="5099808" y="2371811"/>
            <a:ext cx="362309" cy="361971"/>
            <a:chOff x="5099808" y="2371811"/>
            <a:chExt cx="362309" cy="361971"/>
          </a:xfrm>
          <a:solidFill>
            <a:srgbClr val="007680"/>
          </a:solidFill>
        </p:grpSpPr>
        <p:sp>
          <p:nvSpPr>
            <p:cNvPr id="1076" name="Graphic 5">
              <a:extLst>
                <a:ext uri="{FF2B5EF4-FFF2-40B4-BE49-F238E27FC236}">
                  <a16:creationId xmlns:a16="http://schemas.microsoft.com/office/drawing/2014/main" id="{11F8E5C8-24E6-644F-9B3D-C5B2AAF15161}"/>
                </a:ext>
              </a:extLst>
            </p:cNvPr>
            <p:cNvSpPr/>
            <p:nvPr/>
          </p:nvSpPr>
          <p:spPr>
            <a:xfrm>
              <a:off x="5246138" y="2585036"/>
              <a:ext cx="67094" cy="41663"/>
            </a:xfrm>
            <a:custGeom>
              <a:avLst/>
              <a:gdLst>
                <a:gd name="connsiteX0" fmla="*/ 0 w 67094"/>
                <a:gd name="connsiteY0" fmla="*/ 0 h 41663"/>
                <a:gd name="connsiteX1" fmla="*/ 0 w 67094"/>
                <a:gd name="connsiteY1" fmla="*/ 35112 h 41663"/>
                <a:gd name="connsiteX2" fmla="*/ 67094 w 67094"/>
                <a:gd name="connsiteY2" fmla="*/ 33835 h 41663"/>
                <a:gd name="connsiteX3" fmla="*/ 67094 w 67094"/>
                <a:gd name="connsiteY3" fmla="*/ 638 h 41663"/>
                <a:gd name="connsiteX4" fmla="*/ 33867 w 67094"/>
                <a:gd name="connsiteY4" fmla="*/ 13406 h 41663"/>
                <a:gd name="connsiteX5" fmla="*/ 0 w 67094"/>
                <a:gd name="connsiteY5" fmla="*/ 0 h 41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094" h="41663">
                  <a:moveTo>
                    <a:pt x="0" y="0"/>
                  </a:moveTo>
                  <a:lnTo>
                    <a:pt x="0" y="35112"/>
                  </a:lnTo>
                  <a:cubicBezTo>
                    <a:pt x="21726" y="44050"/>
                    <a:pt x="46008" y="44050"/>
                    <a:pt x="67094" y="33835"/>
                  </a:cubicBezTo>
                  <a:lnTo>
                    <a:pt x="67094" y="638"/>
                  </a:lnTo>
                  <a:cubicBezTo>
                    <a:pt x="58148" y="8938"/>
                    <a:pt x="46008" y="13406"/>
                    <a:pt x="33867" y="13406"/>
                  </a:cubicBezTo>
                  <a:cubicBezTo>
                    <a:pt x="21726" y="12130"/>
                    <a:pt x="9585" y="7661"/>
                    <a:pt x="0" y="0"/>
                  </a:cubicBezTo>
                  <a:close/>
                </a:path>
              </a:pathLst>
            </a:custGeom>
            <a:solidFill>
              <a:srgbClr val="007680"/>
            </a:solidFill>
            <a:ln w="6390" cap="flat">
              <a:noFill/>
              <a:prstDash val="solid"/>
              <a:miter/>
            </a:ln>
          </p:spPr>
          <p:txBody>
            <a:bodyPr rtlCol="0" anchor="ctr"/>
            <a:lstStyle/>
            <a:p>
              <a:endParaRPr lang="en-US"/>
            </a:p>
          </p:txBody>
        </p:sp>
        <p:sp>
          <p:nvSpPr>
            <p:cNvPr id="1077" name="Graphic 5">
              <a:extLst>
                <a:ext uri="{FF2B5EF4-FFF2-40B4-BE49-F238E27FC236}">
                  <a16:creationId xmlns:a16="http://schemas.microsoft.com/office/drawing/2014/main" id="{B9F140FC-01A6-0540-BC96-DCDE7862FBD8}"/>
                </a:ext>
              </a:extLst>
            </p:cNvPr>
            <p:cNvSpPr/>
            <p:nvPr/>
          </p:nvSpPr>
          <p:spPr>
            <a:xfrm>
              <a:off x="5260835" y="2480339"/>
              <a:ext cx="86903" cy="25216"/>
            </a:xfrm>
            <a:custGeom>
              <a:avLst/>
              <a:gdLst>
                <a:gd name="connsiteX0" fmla="*/ 63899 w 86903"/>
                <a:gd name="connsiteY0" fmla="*/ 6384 h 25216"/>
                <a:gd name="connsiteX1" fmla="*/ 17253 w 86903"/>
                <a:gd name="connsiteY1" fmla="*/ 21706 h 25216"/>
                <a:gd name="connsiteX2" fmla="*/ 0 w 86903"/>
                <a:gd name="connsiteY2" fmla="*/ 24259 h 25216"/>
                <a:gd name="connsiteX3" fmla="*/ 44091 w 86903"/>
                <a:gd name="connsiteY3" fmla="*/ 24259 h 25216"/>
                <a:gd name="connsiteX4" fmla="*/ 86903 w 86903"/>
                <a:gd name="connsiteY4" fmla="*/ 9576 h 25216"/>
                <a:gd name="connsiteX5" fmla="*/ 76679 w 86903"/>
                <a:gd name="connsiteY5" fmla="*/ 0 h 25216"/>
                <a:gd name="connsiteX6" fmla="*/ 65816 w 86903"/>
                <a:gd name="connsiteY6" fmla="*/ 6384 h 25216"/>
                <a:gd name="connsiteX7" fmla="*/ 63899 w 86903"/>
                <a:gd name="connsiteY7" fmla="*/ 6384 h 25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903" h="25216">
                  <a:moveTo>
                    <a:pt x="63899" y="6384"/>
                  </a:moveTo>
                  <a:cubicBezTo>
                    <a:pt x="49203" y="13406"/>
                    <a:pt x="33867" y="18514"/>
                    <a:pt x="17253" y="21706"/>
                  </a:cubicBezTo>
                  <a:cubicBezTo>
                    <a:pt x="10863" y="22982"/>
                    <a:pt x="5112" y="23621"/>
                    <a:pt x="0" y="24259"/>
                  </a:cubicBezTo>
                  <a:cubicBezTo>
                    <a:pt x="14697" y="25536"/>
                    <a:pt x="29394" y="25536"/>
                    <a:pt x="44091" y="24259"/>
                  </a:cubicBezTo>
                  <a:cubicBezTo>
                    <a:pt x="70929" y="21067"/>
                    <a:pt x="83708" y="12130"/>
                    <a:pt x="86903" y="9576"/>
                  </a:cubicBezTo>
                  <a:cubicBezTo>
                    <a:pt x="84986" y="5107"/>
                    <a:pt x="81152" y="1277"/>
                    <a:pt x="76679" y="0"/>
                  </a:cubicBezTo>
                  <a:cubicBezTo>
                    <a:pt x="73484" y="2554"/>
                    <a:pt x="69650" y="4469"/>
                    <a:pt x="65816" y="6384"/>
                  </a:cubicBezTo>
                  <a:lnTo>
                    <a:pt x="63899" y="6384"/>
                  </a:lnTo>
                  <a:close/>
                </a:path>
              </a:pathLst>
            </a:custGeom>
            <a:solidFill>
              <a:srgbClr val="007680"/>
            </a:solidFill>
            <a:ln w="6390" cap="flat">
              <a:noFill/>
              <a:prstDash val="solid"/>
              <a:miter/>
            </a:ln>
          </p:spPr>
          <p:txBody>
            <a:bodyPr rtlCol="0" anchor="ctr"/>
            <a:lstStyle/>
            <a:p>
              <a:endParaRPr lang="en-US"/>
            </a:p>
          </p:txBody>
        </p:sp>
        <p:sp>
          <p:nvSpPr>
            <p:cNvPr id="1078" name="Graphic 5">
              <a:extLst>
                <a:ext uri="{FF2B5EF4-FFF2-40B4-BE49-F238E27FC236}">
                  <a16:creationId xmlns:a16="http://schemas.microsoft.com/office/drawing/2014/main" id="{EF5B37C8-15C7-7441-A25D-EF4DCDCA1904}"/>
                </a:ext>
              </a:extLst>
            </p:cNvPr>
            <p:cNvSpPr/>
            <p:nvPr/>
          </p:nvSpPr>
          <p:spPr>
            <a:xfrm>
              <a:off x="5212910" y="2447995"/>
              <a:ext cx="127624" cy="44338"/>
            </a:xfrm>
            <a:custGeom>
              <a:avLst/>
              <a:gdLst>
                <a:gd name="connsiteX0" fmla="*/ 8307 w 127624"/>
                <a:gd name="connsiteY0" fmla="*/ 42558 h 44338"/>
                <a:gd name="connsiteX1" fmla="*/ 63261 w 127624"/>
                <a:gd name="connsiteY1" fmla="*/ 41282 h 44338"/>
                <a:gd name="connsiteX2" fmla="*/ 106712 w 127624"/>
                <a:gd name="connsiteY2" fmla="*/ 26598 h 44338"/>
                <a:gd name="connsiteX3" fmla="*/ 108629 w 127624"/>
                <a:gd name="connsiteY3" fmla="*/ 25322 h 44338"/>
                <a:gd name="connsiteX4" fmla="*/ 120131 w 127624"/>
                <a:gd name="connsiteY4" fmla="*/ 18299 h 44338"/>
                <a:gd name="connsiteX5" fmla="*/ 120131 w 127624"/>
                <a:gd name="connsiteY5" fmla="*/ 18299 h 44338"/>
                <a:gd name="connsiteX6" fmla="*/ 122048 w 127624"/>
                <a:gd name="connsiteY6" fmla="*/ 17023 h 44338"/>
                <a:gd name="connsiteX7" fmla="*/ 122048 w 127624"/>
                <a:gd name="connsiteY7" fmla="*/ 17023 h 44338"/>
                <a:gd name="connsiteX8" fmla="*/ 127160 w 127624"/>
                <a:gd name="connsiteY8" fmla="*/ 6170 h 44338"/>
                <a:gd name="connsiteX9" fmla="*/ 81152 w 127624"/>
                <a:gd name="connsiteY9" fmla="*/ 1063 h 44338"/>
                <a:gd name="connsiteX10" fmla="*/ 17892 w 127624"/>
                <a:gd name="connsiteY10" fmla="*/ 19576 h 44338"/>
                <a:gd name="connsiteX11" fmla="*/ 0 w 127624"/>
                <a:gd name="connsiteY11" fmla="*/ 36174 h 44338"/>
                <a:gd name="connsiteX12" fmla="*/ 8307 w 127624"/>
                <a:gd name="connsiteY12" fmla="*/ 42558 h 4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624" h="44338">
                  <a:moveTo>
                    <a:pt x="8307" y="42558"/>
                  </a:moveTo>
                  <a:cubicBezTo>
                    <a:pt x="26838" y="45112"/>
                    <a:pt x="45369" y="45112"/>
                    <a:pt x="63261" y="41282"/>
                  </a:cubicBezTo>
                  <a:cubicBezTo>
                    <a:pt x="77957" y="38090"/>
                    <a:pt x="92654" y="33621"/>
                    <a:pt x="106712" y="26598"/>
                  </a:cubicBezTo>
                  <a:lnTo>
                    <a:pt x="108629" y="25322"/>
                  </a:lnTo>
                  <a:cubicBezTo>
                    <a:pt x="112463" y="23406"/>
                    <a:pt x="116297" y="20853"/>
                    <a:pt x="120131" y="18299"/>
                  </a:cubicBezTo>
                  <a:lnTo>
                    <a:pt x="120131" y="18299"/>
                  </a:lnTo>
                  <a:lnTo>
                    <a:pt x="122048" y="17023"/>
                  </a:lnTo>
                  <a:lnTo>
                    <a:pt x="122048" y="17023"/>
                  </a:lnTo>
                  <a:cubicBezTo>
                    <a:pt x="124604" y="15107"/>
                    <a:pt x="129077" y="10639"/>
                    <a:pt x="127160" y="6170"/>
                  </a:cubicBezTo>
                  <a:cubicBezTo>
                    <a:pt x="126521" y="4893"/>
                    <a:pt x="120770" y="-2768"/>
                    <a:pt x="81152" y="1063"/>
                  </a:cubicBezTo>
                  <a:cubicBezTo>
                    <a:pt x="58788" y="3616"/>
                    <a:pt x="37701" y="10000"/>
                    <a:pt x="17892" y="19576"/>
                  </a:cubicBezTo>
                  <a:cubicBezTo>
                    <a:pt x="4473" y="27237"/>
                    <a:pt x="639" y="32344"/>
                    <a:pt x="0" y="36174"/>
                  </a:cubicBezTo>
                  <a:cubicBezTo>
                    <a:pt x="1278" y="38090"/>
                    <a:pt x="1917" y="41920"/>
                    <a:pt x="8307" y="42558"/>
                  </a:cubicBezTo>
                  <a:close/>
                </a:path>
              </a:pathLst>
            </a:custGeom>
            <a:solidFill>
              <a:srgbClr val="007680"/>
            </a:solidFill>
            <a:ln w="6390" cap="flat">
              <a:noFill/>
              <a:prstDash val="solid"/>
              <a:miter/>
            </a:ln>
          </p:spPr>
          <p:txBody>
            <a:bodyPr rtlCol="0" anchor="ctr"/>
            <a:lstStyle/>
            <a:p>
              <a:endParaRPr lang="en-US"/>
            </a:p>
          </p:txBody>
        </p:sp>
        <p:sp>
          <p:nvSpPr>
            <p:cNvPr id="1079" name="Graphic 5">
              <a:extLst>
                <a:ext uri="{FF2B5EF4-FFF2-40B4-BE49-F238E27FC236}">
                  <a16:creationId xmlns:a16="http://schemas.microsoft.com/office/drawing/2014/main" id="{0346D9F5-2A43-6248-A985-D8CBC47F504C}"/>
                </a:ext>
              </a:extLst>
            </p:cNvPr>
            <p:cNvSpPr/>
            <p:nvPr/>
          </p:nvSpPr>
          <p:spPr>
            <a:xfrm>
              <a:off x="5099808" y="2371811"/>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61349 w 362309"/>
                <a:gd name="connsiteY7" fmla="*/ 126403 h 361971"/>
                <a:gd name="connsiteX8" fmla="*/ 261349 w 362309"/>
                <a:gd name="connsiteY8" fmla="*/ 270043 h 361971"/>
                <a:gd name="connsiteX9" fmla="*/ 260071 w 362309"/>
                <a:gd name="connsiteY9" fmla="*/ 273235 h 361971"/>
                <a:gd name="connsiteX10" fmla="*/ 179557 w 362309"/>
                <a:gd name="connsiteY10" fmla="*/ 298771 h 361971"/>
                <a:gd name="connsiteX11" fmla="*/ 103517 w 362309"/>
                <a:gd name="connsiteY11" fmla="*/ 273235 h 361971"/>
                <a:gd name="connsiteX12" fmla="*/ 102878 w 362309"/>
                <a:gd name="connsiteY12" fmla="*/ 270681 h 361971"/>
                <a:gd name="connsiteX13" fmla="*/ 102878 w 362309"/>
                <a:gd name="connsiteY13" fmla="*/ 127041 h 361971"/>
                <a:gd name="connsiteX14" fmla="*/ 101600 w 362309"/>
                <a:gd name="connsiteY14" fmla="*/ 118742 h 361971"/>
                <a:gd name="connsiteX15" fmla="*/ 101600 w 362309"/>
                <a:gd name="connsiteY15" fmla="*/ 110443 h 361971"/>
                <a:gd name="connsiteX16" fmla="*/ 101600 w 362309"/>
                <a:gd name="connsiteY16" fmla="*/ 110443 h 361971"/>
                <a:gd name="connsiteX17" fmla="*/ 125882 w 362309"/>
                <a:gd name="connsiteY17" fmla="*/ 84907 h 361971"/>
                <a:gd name="connsiteX18" fmla="*/ 194254 w 362309"/>
                <a:gd name="connsiteY18" fmla="*/ 64478 h 361971"/>
                <a:gd name="connsiteX19" fmla="*/ 253042 w 362309"/>
                <a:gd name="connsiteY19" fmla="*/ 77246 h 361971"/>
                <a:gd name="connsiteX20" fmla="*/ 249208 w 362309"/>
                <a:gd name="connsiteY20" fmla="*/ 98313 h 361971"/>
                <a:gd name="connsiteX21" fmla="*/ 261349 w 362309"/>
                <a:gd name="connsiteY21" fmla="*/ 12640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2309" h="361971">
                  <a:moveTo>
                    <a:pt x="181474" y="0"/>
                  </a:moveTo>
                  <a:cubicBezTo>
                    <a:pt x="81152" y="0"/>
                    <a:pt x="0" y="81077"/>
                    <a:pt x="0" y="180667"/>
                  </a:cubicBezTo>
                  <a:cubicBezTo>
                    <a:pt x="0" y="280895"/>
                    <a:pt x="81152" y="361972"/>
                    <a:pt x="180836" y="361972"/>
                  </a:cubicBezTo>
                  <a:cubicBezTo>
                    <a:pt x="281157" y="361972"/>
                    <a:pt x="362310" y="280895"/>
                    <a:pt x="362310" y="181305"/>
                  </a:cubicBezTo>
                  <a:cubicBezTo>
                    <a:pt x="362310" y="181305"/>
                    <a:pt x="362310" y="181305"/>
                    <a:pt x="362310" y="181305"/>
                  </a:cubicBezTo>
                  <a:cubicBezTo>
                    <a:pt x="362310" y="81077"/>
                    <a:pt x="281796" y="0"/>
                    <a:pt x="181474" y="0"/>
                  </a:cubicBezTo>
                  <a:cubicBezTo>
                    <a:pt x="181474" y="0"/>
                    <a:pt x="181474" y="0"/>
                    <a:pt x="181474" y="0"/>
                  </a:cubicBezTo>
                  <a:close/>
                  <a:moveTo>
                    <a:pt x="261349" y="126403"/>
                  </a:moveTo>
                  <a:lnTo>
                    <a:pt x="261349" y="270043"/>
                  </a:lnTo>
                  <a:cubicBezTo>
                    <a:pt x="261349" y="271319"/>
                    <a:pt x="260710" y="272596"/>
                    <a:pt x="260071" y="273235"/>
                  </a:cubicBezTo>
                  <a:cubicBezTo>
                    <a:pt x="258792" y="275788"/>
                    <a:pt x="242818" y="298771"/>
                    <a:pt x="179557" y="298771"/>
                  </a:cubicBezTo>
                  <a:cubicBezTo>
                    <a:pt x="116297" y="298771"/>
                    <a:pt x="104156" y="275788"/>
                    <a:pt x="103517" y="273235"/>
                  </a:cubicBezTo>
                  <a:cubicBezTo>
                    <a:pt x="102878" y="272596"/>
                    <a:pt x="102878" y="271958"/>
                    <a:pt x="102878" y="270681"/>
                  </a:cubicBezTo>
                  <a:lnTo>
                    <a:pt x="102878" y="127041"/>
                  </a:lnTo>
                  <a:lnTo>
                    <a:pt x="101600" y="118742"/>
                  </a:lnTo>
                  <a:cubicBezTo>
                    <a:pt x="100961" y="116189"/>
                    <a:pt x="100961" y="113635"/>
                    <a:pt x="101600" y="110443"/>
                  </a:cubicBezTo>
                  <a:lnTo>
                    <a:pt x="101600" y="110443"/>
                  </a:lnTo>
                  <a:cubicBezTo>
                    <a:pt x="102878" y="102144"/>
                    <a:pt x="108629" y="94483"/>
                    <a:pt x="125882" y="84907"/>
                  </a:cubicBezTo>
                  <a:cubicBezTo>
                    <a:pt x="146969" y="74054"/>
                    <a:pt x="170611" y="67032"/>
                    <a:pt x="194254" y="64478"/>
                  </a:cubicBezTo>
                  <a:cubicBezTo>
                    <a:pt x="228760" y="61286"/>
                    <a:pt x="247930" y="65117"/>
                    <a:pt x="253042" y="77246"/>
                  </a:cubicBezTo>
                  <a:cubicBezTo>
                    <a:pt x="256237" y="84269"/>
                    <a:pt x="254320" y="92568"/>
                    <a:pt x="249208" y="98313"/>
                  </a:cubicBezTo>
                  <a:cubicBezTo>
                    <a:pt x="257515" y="105336"/>
                    <a:pt x="262627" y="115550"/>
                    <a:pt x="261349" y="126403"/>
                  </a:cubicBezTo>
                  <a:close/>
                </a:path>
              </a:pathLst>
            </a:custGeom>
            <a:solidFill>
              <a:srgbClr val="007680"/>
            </a:solidFill>
            <a:ln w="6390" cap="flat">
              <a:noFill/>
              <a:prstDash val="solid"/>
              <a:miter/>
            </a:ln>
          </p:spPr>
          <p:txBody>
            <a:bodyPr rtlCol="0" anchor="ctr"/>
            <a:lstStyle/>
            <a:p>
              <a:endParaRPr lang="en-US"/>
            </a:p>
          </p:txBody>
        </p:sp>
        <p:sp>
          <p:nvSpPr>
            <p:cNvPr id="1080" name="Graphic 5">
              <a:extLst>
                <a:ext uri="{FF2B5EF4-FFF2-40B4-BE49-F238E27FC236}">
                  <a16:creationId xmlns:a16="http://schemas.microsoft.com/office/drawing/2014/main" id="{6C97A2D6-BE33-3C41-BCD9-6D0766802CDE}"/>
                </a:ext>
              </a:extLst>
            </p:cNvPr>
            <p:cNvSpPr/>
            <p:nvPr/>
          </p:nvSpPr>
          <p:spPr>
            <a:xfrm>
              <a:off x="5216105" y="2504598"/>
              <a:ext cx="132910" cy="152577"/>
            </a:xfrm>
            <a:custGeom>
              <a:avLst/>
              <a:gdLst>
                <a:gd name="connsiteX0" fmla="*/ 90737 w 132910"/>
                <a:gd name="connsiteY0" fmla="*/ 12130 h 152577"/>
                <a:gd name="connsiteX1" fmla="*/ 67734 w 132910"/>
                <a:gd name="connsiteY1" fmla="*/ 13406 h 152577"/>
                <a:gd name="connsiteX2" fmla="*/ 0 w 132910"/>
                <a:gd name="connsiteY2" fmla="*/ 3192 h 152577"/>
                <a:gd name="connsiteX3" fmla="*/ 0 w 132910"/>
                <a:gd name="connsiteY3" fmla="*/ 135979 h 152577"/>
                <a:gd name="connsiteX4" fmla="*/ 63899 w 132910"/>
                <a:gd name="connsiteY4" fmla="*/ 152577 h 152577"/>
                <a:gd name="connsiteX5" fmla="*/ 132911 w 132910"/>
                <a:gd name="connsiteY5" fmla="*/ 134702 h 152577"/>
                <a:gd name="connsiteX6" fmla="*/ 132911 w 132910"/>
                <a:gd name="connsiteY6" fmla="*/ 0 h 152577"/>
                <a:gd name="connsiteX7" fmla="*/ 90737 w 132910"/>
                <a:gd name="connsiteY7" fmla="*/ 12130 h 152577"/>
                <a:gd name="connsiteX8" fmla="*/ 63261 w 132910"/>
                <a:gd name="connsiteY8" fmla="*/ 33835 h 152577"/>
                <a:gd name="connsiteX9" fmla="*/ 76679 w 132910"/>
                <a:gd name="connsiteY9" fmla="*/ 47241 h 152577"/>
                <a:gd name="connsiteX10" fmla="*/ 63261 w 132910"/>
                <a:gd name="connsiteY10" fmla="*/ 60648 h 152577"/>
                <a:gd name="connsiteX11" fmla="*/ 49841 w 132910"/>
                <a:gd name="connsiteY11" fmla="*/ 47241 h 152577"/>
                <a:gd name="connsiteX12" fmla="*/ 49841 w 132910"/>
                <a:gd name="connsiteY12" fmla="*/ 47241 h 152577"/>
                <a:gd name="connsiteX13" fmla="*/ 63261 w 132910"/>
                <a:gd name="connsiteY13" fmla="*/ 33835 h 152577"/>
                <a:gd name="connsiteX14" fmla="*/ 110546 w 132910"/>
                <a:gd name="connsiteY14" fmla="*/ 117465 h 152577"/>
                <a:gd name="connsiteX15" fmla="*/ 107351 w 132910"/>
                <a:gd name="connsiteY15" fmla="*/ 123211 h 152577"/>
                <a:gd name="connsiteX16" fmla="*/ 62621 w 132910"/>
                <a:gd name="connsiteY16" fmla="*/ 134064 h 152577"/>
                <a:gd name="connsiteX17" fmla="*/ 21087 w 132910"/>
                <a:gd name="connsiteY17" fmla="*/ 124488 h 152577"/>
                <a:gd name="connsiteX18" fmla="*/ 17892 w 132910"/>
                <a:gd name="connsiteY18" fmla="*/ 118742 h 152577"/>
                <a:gd name="connsiteX19" fmla="*/ 17892 w 132910"/>
                <a:gd name="connsiteY19" fmla="*/ 64478 h 152577"/>
                <a:gd name="connsiteX20" fmla="*/ 24282 w 132910"/>
                <a:gd name="connsiteY20" fmla="*/ 58094 h 152577"/>
                <a:gd name="connsiteX21" fmla="*/ 29394 w 132910"/>
                <a:gd name="connsiteY21" fmla="*/ 60648 h 152577"/>
                <a:gd name="connsiteX22" fmla="*/ 64539 w 132910"/>
                <a:gd name="connsiteY22" fmla="*/ 79161 h 152577"/>
                <a:gd name="connsiteX23" fmla="*/ 99044 w 132910"/>
                <a:gd name="connsiteY23" fmla="*/ 60009 h 152577"/>
                <a:gd name="connsiteX24" fmla="*/ 106073 w 132910"/>
                <a:gd name="connsiteY24" fmla="*/ 57456 h 152577"/>
                <a:gd name="connsiteX25" fmla="*/ 110546 w 132910"/>
                <a:gd name="connsiteY25" fmla="*/ 63840 h 152577"/>
                <a:gd name="connsiteX26" fmla="*/ 110546 w 132910"/>
                <a:gd name="connsiteY26" fmla="*/ 117465 h 15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2910" h="152577">
                  <a:moveTo>
                    <a:pt x="90737" y="12130"/>
                  </a:moveTo>
                  <a:cubicBezTo>
                    <a:pt x="83069" y="12768"/>
                    <a:pt x="75401" y="13406"/>
                    <a:pt x="67734" y="13406"/>
                  </a:cubicBezTo>
                  <a:cubicBezTo>
                    <a:pt x="44730" y="14045"/>
                    <a:pt x="21726" y="10214"/>
                    <a:pt x="0" y="3192"/>
                  </a:cubicBezTo>
                  <a:lnTo>
                    <a:pt x="0" y="135979"/>
                  </a:lnTo>
                  <a:cubicBezTo>
                    <a:pt x="2556" y="139171"/>
                    <a:pt x="15975" y="152577"/>
                    <a:pt x="63899" y="152577"/>
                  </a:cubicBezTo>
                  <a:cubicBezTo>
                    <a:pt x="111824" y="152577"/>
                    <a:pt x="128438" y="138532"/>
                    <a:pt x="132911" y="134702"/>
                  </a:cubicBezTo>
                  <a:lnTo>
                    <a:pt x="132911" y="0"/>
                  </a:lnTo>
                  <a:cubicBezTo>
                    <a:pt x="119492" y="6384"/>
                    <a:pt x="105434" y="10853"/>
                    <a:pt x="90737" y="12130"/>
                  </a:cubicBezTo>
                  <a:close/>
                  <a:moveTo>
                    <a:pt x="63261" y="33835"/>
                  </a:moveTo>
                  <a:cubicBezTo>
                    <a:pt x="70929" y="33835"/>
                    <a:pt x="76679" y="39581"/>
                    <a:pt x="76679" y="47241"/>
                  </a:cubicBezTo>
                  <a:cubicBezTo>
                    <a:pt x="76679" y="54902"/>
                    <a:pt x="70929" y="60648"/>
                    <a:pt x="63261" y="60648"/>
                  </a:cubicBezTo>
                  <a:cubicBezTo>
                    <a:pt x="55593" y="60648"/>
                    <a:pt x="49841" y="54902"/>
                    <a:pt x="49841" y="47241"/>
                  </a:cubicBezTo>
                  <a:cubicBezTo>
                    <a:pt x="49841" y="47241"/>
                    <a:pt x="49841" y="47241"/>
                    <a:pt x="49841" y="47241"/>
                  </a:cubicBezTo>
                  <a:cubicBezTo>
                    <a:pt x="49841" y="39581"/>
                    <a:pt x="55593" y="33835"/>
                    <a:pt x="63261" y="33835"/>
                  </a:cubicBezTo>
                  <a:close/>
                  <a:moveTo>
                    <a:pt x="110546" y="117465"/>
                  </a:moveTo>
                  <a:cubicBezTo>
                    <a:pt x="110546" y="120019"/>
                    <a:pt x="109268" y="121934"/>
                    <a:pt x="107351" y="123211"/>
                  </a:cubicBezTo>
                  <a:cubicBezTo>
                    <a:pt x="93293" y="130233"/>
                    <a:pt x="77957" y="134064"/>
                    <a:pt x="62621" y="134064"/>
                  </a:cubicBezTo>
                  <a:cubicBezTo>
                    <a:pt x="47925" y="134064"/>
                    <a:pt x="33867" y="130872"/>
                    <a:pt x="21087" y="124488"/>
                  </a:cubicBezTo>
                  <a:cubicBezTo>
                    <a:pt x="19170" y="123211"/>
                    <a:pt x="17892" y="121296"/>
                    <a:pt x="17892" y="118742"/>
                  </a:cubicBezTo>
                  <a:lnTo>
                    <a:pt x="17892" y="64478"/>
                  </a:lnTo>
                  <a:cubicBezTo>
                    <a:pt x="17892" y="60648"/>
                    <a:pt x="20448" y="58094"/>
                    <a:pt x="24282" y="58094"/>
                  </a:cubicBezTo>
                  <a:cubicBezTo>
                    <a:pt x="26199" y="58094"/>
                    <a:pt x="28116" y="59371"/>
                    <a:pt x="29394" y="60648"/>
                  </a:cubicBezTo>
                  <a:cubicBezTo>
                    <a:pt x="29394" y="60648"/>
                    <a:pt x="43451" y="79161"/>
                    <a:pt x="64539" y="79161"/>
                  </a:cubicBezTo>
                  <a:cubicBezTo>
                    <a:pt x="78596" y="78523"/>
                    <a:pt x="90737" y="71500"/>
                    <a:pt x="99044" y="60009"/>
                  </a:cubicBezTo>
                  <a:cubicBezTo>
                    <a:pt x="100322" y="57456"/>
                    <a:pt x="103517" y="56817"/>
                    <a:pt x="106073" y="57456"/>
                  </a:cubicBezTo>
                  <a:cubicBezTo>
                    <a:pt x="108629" y="58094"/>
                    <a:pt x="110546" y="60648"/>
                    <a:pt x="110546" y="63840"/>
                  </a:cubicBezTo>
                  <a:lnTo>
                    <a:pt x="110546" y="117465"/>
                  </a:lnTo>
                  <a:close/>
                </a:path>
              </a:pathLst>
            </a:custGeom>
            <a:solidFill>
              <a:srgbClr val="007680"/>
            </a:solidFill>
            <a:ln w="6390" cap="flat">
              <a:noFill/>
              <a:prstDash val="solid"/>
              <a:miter/>
            </a:ln>
          </p:spPr>
          <p:txBody>
            <a:bodyPr rtlCol="0" anchor="ctr"/>
            <a:lstStyle/>
            <a:p>
              <a:endParaRPr lang="en-US"/>
            </a:p>
          </p:txBody>
        </p:sp>
      </p:grpSp>
      <p:sp>
        <p:nvSpPr>
          <p:cNvPr id="1081" name="Graphic 5">
            <a:extLst>
              <a:ext uri="{FF2B5EF4-FFF2-40B4-BE49-F238E27FC236}">
                <a16:creationId xmlns:a16="http://schemas.microsoft.com/office/drawing/2014/main" id="{DD2D1AA6-1B35-2648-BE55-14D8A64B5C4D}"/>
              </a:ext>
            </a:extLst>
          </p:cNvPr>
          <p:cNvSpPr/>
          <p:nvPr/>
        </p:nvSpPr>
        <p:spPr>
          <a:xfrm>
            <a:off x="5100447" y="3340900"/>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10 w 362309"/>
              <a:gd name="connsiteY3" fmla="*/ 180667 h 361971"/>
              <a:gd name="connsiteX4" fmla="*/ 362310 w 362309"/>
              <a:gd name="connsiteY4" fmla="*/ 180667 h 361971"/>
              <a:gd name="connsiteX5" fmla="*/ 180835 w 362309"/>
              <a:gd name="connsiteY5" fmla="*/ 0 h 361971"/>
              <a:gd name="connsiteX6" fmla="*/ 274128 w 362309"/>
              <a:gd name="connsiteY6" fmla="*/ 94483 h 361971"/>
              <a:gd name="connsiteX7" fmla="*/ 234511 w 362309"/>
              <a:gd name="connsiteY7" fmla="*/ 94483 h 361971"/>
              <a:gd name="connsiteX8" fmla="*/ 234511 w 362309"/>
              <a:gd name="connsiteY8" fmla="*/ 134702 h 361971"/>
              <a:gd name="connsiteX9" fmla="*/ 228121 w 362309"/>
              <a:gd name="connsiteY9" fmla="*/ 141086 h 361971"/>
              <a:gd name="connsiteX10" fmla="*/ 187864 w 362309"/>
              <a:gd name="connsiteY10" fmla="*/ 141086 h 361971"/>
              <a:gd name="connsiteX11" fmla="*/ 187864 w 362309"/>
              <a:gd name="connsiteY11" fmla="*/ 180028 h 361971"/>
              <a:gd name="connsiteX12" fmla="*/ 181474 w 362309"/>
              <a:gd name="connsiteY12" fmla="*/ 186412 h 361971"/>
              <a:gd name="connsiteX13" fmla="*/ 141217 w 362309"/>
              <a:gd name="connsiteY13" fmla="*/ 186412 h 361971"/>
              <a:gd name="connsiteX14" fmla="*/ 141217 w 362309"/>
              <a:gd name="connsiteY14" fmla="*/ 227270 h 361971"/>
              <a:gd name="connsiteX15" fmla="*/ 134828 w 362309"/>
              <a:gd name="connsiteY15" fmla="*/ 233654 h 361971"/>
              <a:gd name="connsiteX16" fmla="*/ 94571 w 362309"/>
              <a:gd name="connsiteY16" fmla="*/ 233654 h 361971"/>
              <a:gd name="connsiteX17" fmla="*/ 94571 w 362309"/>
              <a:gd name="connsiteY17" fmla="*/ 273234 h 361971"/>
              <a:gd name="connsiteX18" fmla="*/ 88181 w 362309"/>
              <a:gd name="connsiteY18" fmla="*/ 279618 h 361971"/>
              <a:gd name="connsiteX19" fmla="*/ 81791 w 362309"/>
              <a:gd name="connsiteY19" fmla="*/ 273234 h 361971"/>
              <a:gd name="connsiteX20" fmla="*/ 81791 w 362309"/>
              <a:gd name="connsiteY20" fmla="*/ 227270 h 361971"/>
              <a:gd name="connsiteX21" fmla="*/ 88181 w 362309"/>
              <a:gd name="connsiteY21" fmla="*/ 220886 h 361971"/>
              <a:gd name="connsiteX22" fmla="*/ 128438 w 362309"/>
              <a:gd name="connsiteY22" fmla="*/ 220886 h 361971"/>
              <a:gd name="connsiteX23" fmla="*/ 128438 w 362309"/>
              <a:gd name="connsiteY23" fmla="*/ 180028 h 361971"/>
              <a:gd name="connsiteX24" fmla="*/ 134828 w 362309"/>
              <a:gd name="connsiteY24" fmla="*/ 173644 h 361971"/>
              <a:gd name="connsiteX25" fmla="*/ 175084 w 362309"/>
              <a:gd name="connsiteY25" fmla="*/ 173644 h 361971"/>
              <a:gd name="connsiteX26" fmla="*/ 175084 w 362309"/>
              <a:gd name="connsiteY26" fmla="*/ 134702 h 361971"/>
              <a:gd name="connsiteX27" fmla="*/ 181474 w 362309"/>
              <a:gd name="connsiteY27" fmla="*/ 128318 h 361971"/>
              <a:gd name="connsiteX28" fmla="*/ 221731 w 362309"/>
              <a:gd name="connsiteY28" fmla="*/ 128318 h 361971"/>
              <a:gd name="connsiteX29" fmla="*/ 221731 w 362309"/>
              <a:gd name="connsiteY29" fmla="*/ 88099 h 361971"/>
              <a:gd name="connsiteX30" fmla="*/ 228121 w 362309"/>
              <a:gd name="connsiteY30" fmla="*/ 81715 h 361971"/>
              <a:gd name="connsiteX31" fmla="*/ 274128 w 362309"/>
              <a:gd name="connsiteY31" fmla="*/ 81715 h 361971"/>
              <a:gd name="connsiteX32" fmla="*/ 280518 w 362309"/>
              <a:gd name="connsiteY32" fmla="*/ 88099 h 361971"/>
              <a:gd name="connsiteX33" fmla="*/ 274128 w 362309"/>
              <a:gd name="connsiteY33" fmla="*/ 9448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2309" h="361971">
                <a:moveTo>
                  <a:pt x="180835" y="0"/>
                </a:moveTo>
                <a:cubicBezTo>
                  <a:pt x="80513" y="0"/>
                  <a:pt x="0" y="81077"/>
                  <a:pt x="0" y="181305"/>
                </a:cubicBezTo>
                <a:cubicBezTo>
                  <a:pt x="0" y="281533"/>
                  <a:pt x="81152" y="361972"/>
                  <a:pt x="181474" y="361972"/>
                </a:cubicBezTo>
                <a:cubicBezTo>
                  <a:pt x="281796" y="361972"/>
                  <a:pt x="362310" y="280895"/>
                  <a:pt x="362310" y="180667"/>
                </a:cubicBezTo>
                <a:cubicBezTo>
                  <a:pt x="362310" y="180667"/>
                  <a:pt x="362310" y="180667"/>
                  <a:pt x="362310" y="180667"/>
                </a:cubicBezTo>
                <a:cubicBezTo>
                  <a:pt x="361670" y="80438"/>
                  <a:pt x="280518" y="0"/>
                  <a:pt x="180835" y="0"/>
                </a:cubicBezTo>
                <a:close/>
                <a:moveTo>
                  <a:pt x="274128" y="94483"/>
                </a:moveTo>
                <a:lnTo>
                  <a:pt x="234511" y="94483"/>
                </a:lnTo>
                <a:lnTo>
                  <a:pt x="234511" y="134702"/>
                </a:lnTo>
                <a:cubicBezTo>
                  <a:pt x="234511" y="138533"/>
                  <a:pt x="231955" y="141086"/>
                  <a:pt x="228121" y="141086"/>
                </a:cubicBezTo>
                <a:lnTo>
                  <a:pt x="187864" y="141086"/>
                </a:lnTo>
                <a:lnTo>
                  <a:pt x="187864" y="180028"/>
                </a:lnTo>
                <a:cubicBezTo>
                  <a:pt x="187864" y="183859"/>
                  <a:pt x="185308" y="186412"/>
                  <a:pt x="181474" y="186412"/>
                </a:cubicBezTo>
                <a:lnTo>
                  <a:pt x="141217" y="186412"/>
                </a:lnTo>
                <a:lnTo>
                  <a:pt x="141217" y="227270"/>
                </a:lnTo>
                <a:cubicBezTo>
                  <a:pt x="141217" y="231100"/>
                  <a:pt x="138662" y="233654"/>
                  <a:pt x="134828" y="233654"/>
                </a:cubicBezTo>
                <a:lnTo>
                  <a:pt x="94571" y="233654"/>
                </a:lnTo>
                <a:lnTo>
                  <a:pt x="94571" y="273234"/>
                </a:lnTo>
                <a:cubicBezTo>
                  <a:pt x="94571" y="277065"/>
                  <a:pt x="92015" y="279618"/>
                  <a:pt x="88181" y="279618"/>
                </a:cubicBezTo>
                <a:cubicBezTo>
                  <a:pt x="84347" y="279618"/>
                  <a:pt x="81791" y="277065"/>
                  <a:pt x="81791" y="273234"/>
                </a:cubicBezTo>
                <a:lnTo>
                  <a:pt x="81791" y="227270"/>
                </a:lnTo>
                <a:cubicBezTo>
                  <a:pt x="81791" y="223439"/>
                  <a:pt x="84347" y="220886"/>
                  <a:pt x="88181" y="220886"/>
                </a:cubicBezTo>
                <a:lnTo>
                  <a:pt x="128438" y="220886"/>
                </a:lnTo>
                <a:lnTo>
                  <a:pt x="128438" y="180028"/>
                </a:lnTo>
                <a:cubicBezTo>
                  <a:pt x="128438" y="176198"/>
                  <a:pt x="130994" y="173644"/>
                  <a:pt x="134828" y="173644"/>
                </a:cubicBezTo>
                <a:lnTo>
                  <a:pt x="175084" y="173644"/>
                </a:lnTo>
                <a:lnTo>
                  <a:pt x="175084" y="134702"/>
                </a:lnTo>
                <a:cubicBezTo>
                  <a:pt x="175084" y="130872"/>
                  <a:pt x="177640" y="128318"/>
                  <a:pt x="181474" y="128318"/>
                </a:cubicBezTo>
                <a:lnTo>
                  <a:pt x="221731" y="128318"/>
                </a:lnTo>
                <a:lnTo>
                  <a:pt x="221731" y="88099"/>
                </a:lnTo>
                <a:cubicBezTo>
                  <a:pt x="221731" y="84269"/>
                  <a:pt x="224287" y="81715"/>
                  <a:pt x="228121" y="81715"/>
                </a:cubicBezTo>
                <a:lnTo>
                  <a:pt x="274128" y="81715"/>
                </a:lnTo>
                <a:cubicBezTo>
                  <a:pt x="277962" y="81715"/>
                  <a:pt x="280518" y="84269"/>
                  <a:pt x="280518" y="88099"/>
                </a:cubicBezTo>
                <a:cubicBezTo>
                  <a:pt x="280518" y="91929"/>
                  <a:pt x="277323" y="94483"/>
                  <a:pt x="274128" y="94483"/>
                </a:cubicBezTo>
                <a:close/>
              </a:path>
            </a:pathLst>
          </a:custGeom>
          <a:solidFill>
            <a:srgbClr val="007680"/>
          </a:solidFill>
          <a:ln w="6390" cap="flat">
            <a:noFill/>
            <a:prstDash val="solid"/>
            <a:miter/>
          </a:ln>
        </p:spPr>
        <p:txBody>
          <a:bodyPr rtlCol="0" anchor="ctr"/>
          <a:lstStyle/>
          <a:p>
            <a:endParaRPr lang="en-US"/>
          </a:p>
        </p:txBody>
      </p:sp>
      <p:grpSp>
        <p:nvGrpSpPr>
          <p:cNvPr id="1082" name="Graphic 5">
            <a:extLst>
              <a:ext uri="{FF2B5EF4-FFF2-40B4-BE49-F238E27FC236}">
                <a16:creationId xmlns:a16="http://schemas.microsoft.com/office/drawing/2014/main" id="{0A87DC87-D790-184B-B53B-9F3A91B68699}"/>
              </a:ext>
            </a:extLst>
          </p:cNvPr>
          <p:cNvGrpSpPr/>
          <p:nvPr/>
        </p:nvGrpSpPr>
        <p:grpSpPr>
          <a:xfrm>
            <a:off x="5099808" y="3824806"/>
            <a:ext cx="362309" cy="361971"/>
            <a:chOff x="5099808" y="3824806"/>
            <a:chExt cx="362309" cy="361971"/>
          </a:xfrm>
          <a:solidFill>
            <a:srgbClr val="007680"/>
          </a:solidFill>
        </p:grpSpPr>
        <p:sp>
          <p:nvSpPr>
            <p:cNvPr id="1083" name="Graphic 5">
              <a:extLst>
                <a:ext uri="{FF2B5EF4-FFF2-40B4-BE49-F238E27FC236}">
                  <a16:creationId xmlns:a16="http://schemas.microsoft.com/office/drawing/2014/main" id="{29688E6E-4F36-2C49-BFD4-1C386D647FCF}"/>
                </a:ext>
              </a:extLst>
            </p:cNvPr>
            <p:cNvSpPr/>
            <p:nvPr/>
          </p:nvSpPr>
          <p:spPr>
            <a:xfrm>
              <a:off x="5215466" y="4012495"/>
              <a:ext cx="132271" cy="88737"/>
            </a:xfrm>
            <a:custGeom>
              <a:avLst/>
              <a:gdLst>
                <a:gd name="connsiteX0" fmla="*/ 0 w 132271"/>
                <a:gd name="connsiteY0" fmla="*/ 0 h 88737"/>
                <a:gd name="connsiteX1" fmla="*/ 132272 w 132271"/>
                <a:gd name="connsiteY1" fmla="*/ 0 h 88737"/>
                <a:gd name="connsiteX2" fmla="*/ 132272 w 132271"/>
                <a:gd name="connsiteY2" fmla="*/ 88738 h 88737"/>
                <a:gd name="connsiteX3" fmla="*/ 0 w 132271"/>
                <a:gd name="connsiteY3" fmla="*/ 88738 h 88737"/>
              </a:gdLst>
              <a:ahLst/>
              <a:cxnLst>
                <a:cxn ang="0">
                  <a:pos x="connsiteX0" y="connsiteY0"/>
                </a:cxn>
                <a:cxn ang="0">
                  <a:pos x="connsiteX1" y="connsiteY1"/>
                </a:cxn>
                <a:cxn ang="0">
                  <a:pos x="connsiteX2" y="connsiteY2"/>
                </a:cxn>
                <a:cxn ang="0">
                  <a:pos x="connsiteX3" y="connsiteY3"/>
                </a:cxn>
              </a:cxnLst>
              <a:rect l="l" t="t" r="r" b="b"/>
              <a:pathLst>
                <a:path w="132271" h="88737">
                  <a:moveTo>
                    <a:pt x="0" y="0"/>
                  </a:moveTo>
                  <a:lnTo>
                    <a:pt x="132272" y="0"/>
                  </a:lnTo>
                  <a:lnTo>
                    <a:pt x="132272" y="88738"/>
                  </a:lnTo>
                  <a:lnTo>
                    <a:pt x="0" y="88738"/>
                  </a:lnTo>
                  <a:close/>
                </a:path>
              </a:pathLst>
            </a:custGeom>
            <a:solidFill>
              <a:srgbClr val="007680"/>
            </a:solidFill>
            <a:ln w="6390" cap="flat">
              <a:noFill/>
              <a:prstDash val="solid"/>
              <a:miter/>
            </a:ln>
          </p:spPr>
          <p:txBody>
            <a:bodyPr rtlCol="0" anchor="ctr"/>
            <a:lstStyle/>
            <a:p>
              <a:endParaRPr lang="en-US"/>
            </a:p>
          </p:txBody>
        </p:sp>
        <p:sp>
          <p:nvSpPr>
            <p:cNvPr id="1084" name="Graphic 5">
              <a:extLst>
                <a:ext uri="{FF2B5EF4-FFF2-40B4-BE49-F238E27FC236}">
                  <a16:creationId xmlns:a16="http://schemas.microsoft.com/office/drawing/2014/main" id="{44900439-C207-9C43-AF88-4339B7BA7828}"/>
                </a:ext>
              </a:extLst>
            </p:cNvPr>
            <p:cNvSpPr/>
            <p:nvPr/>
          </p:nvSpPr>
          <p:spPr>
            <a:xfrm>
              <a:off x="5229524" y="3910990"/>
              <a:ext cx="103516" cy="88737"/>
            </a:xfrm>
            <a:custGeom>
              <a:avLst/>
              <a:gdLst>
                <a:gd name="connsiteX0" fmla="*/ 103517 w 103516"/>
                <a:gd name="connsiteY0" fmla="*/ 51710 h 88737"/>
                <a:gd name="connsiteX1" fmla="*/ 51758 w 103516"/>
                <a:gd name="connsiteY1" fmla="*/ 0 h 88737"/>
                <a:gd name="connsiteX2" fmla="*/ 0 w 103516"/>
                <a:gd name="connsiteY2" fmla="*/ 51710 h 88737"/>
                <a:gd name="connsiteX3" fmla="*/ 0 w 103516"/>
                <a:gd name="connsiteY3" fmla="*/ 51710 h 88737"/>
                <a:gd name="connsiteX4" fmla="*/ 0 w 103516"/>
                <a:gd name="connsiteY4" fmla="*/ 88738 h 88737"/>
                <a:gd name="connsiteX5" fmla="*/ 102878 w 103516"/>
                <a:gd name="connsiteY5" fmla="*/ 88738 h 88737"/>
                <a:gd name="connsiteX6" fmla="*/ 102878 w 103516"/>
                <a:gd name="connsiteY6" fmla="*/ 51710 h 88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516" h="88737">
                  <a:moveTo>
                    <a:pt x="103517" y="51710"/>
                  </a:moveTo>
                  <a:cubicBezTo>
                    <a:pt x="103517" y="22982"/>
                    <a:pt x="80513" y="0"/>
                    <a:pt x="51758" y="0"/>
                  </a:cubicBezTo>
                  <a:cubicBezTo>
                    <a:pt x="23004" y="0"/>
                    <a:pt x="0" y="22982"/>
                    <a:pt x="0" y="51710"/>
                  </a:cubicBezTo>
                  <a:lnTo>
                    <a:pt x="0" y="51710"/>
                  </a:lnTo>
                  <a:lnTo>
                    <a:pt x="0" y="88738"/>
                  </a:lnTo>
                  <a:lnTo>
                    <a:pt x="102878" y="88738"/>
                  </a:lnTo>
                  <a:lnTo>
                    <a:pt x="102878" y="51710"/>
                  </a:lnTo>
                  <a:close/>
                </a:path>
              </a:pathLst>
            </a:custGeom>
            <a:solidFill>
              <a:srgbClr val="007680"/>
            </a:solidFill>
            <a:ln w="6390" cap="flat">
              <a:noFill/>
              <a:prstDash val="solid"/>
              <a:miter/>
            </a:ln>
          </p:spPr>
          <p:txBody>
            <a:bodyPr rtlCol="0" anchor="ctr"/>
            <a:lstStyle/>
            <a:p>
              <a:endParaRPr lang="en-US"/>
            </a:p>
          </p:txBody>
        </p:sp>
        <p:sp>
          <p:nvSpPr>
            <p:cNvPr id="1085" name="Graphic 5">
              <a:extLst>
                <a:ext uri="{FF2B5EF4-FFF2-40B4-BE49-F238E27FC236}">
                  <a16:creationId xmlns:a16="http://schemas.microsoft.com/office/drawing/2014/main" id="{C73B682B-B440-8349-A6FD-72ABD88010D7}"/>
                </a:ext>
              </a:extLst>
            </p:cNvPr>
            <p:cNvSpPr/>
            <p:nvPr/>
          </p:nvSpPr>
          <p:spPr>
            <a:xfrm>
              <a:off x="5099808" y="3824806"/>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60071 w 362309"/>
                <a:gd name="connsiteY6" fmla="*/ 282810 h 361971"/>
                <a:gd name="connsiteX7" fmla="*/ 253681 w 362309"/>
                <a:gd name="connsiteY7" fmla="*/ 289194 h 361971"/>
                <a:gd name="connsiteX8" fmla="*/ 108629 w 362309"/>
                <a:gd name="connsiteY8" fmla="*/ 289194 h 361971"/>
                <a:gd name="connsiteX9" fmla="*/ 102239 w 362309"/>
                <a:gd name="connsiteY9" fmla="*/ 282810 h 361971"/>
                <a:gd name="connsiteX10" fmla="*/ 102239 w 362309"/>
                <a:gd name="connsiteY10" fmla="*/ 181305 h 361971"/>
                <a:gd name="connsiteX11" fmla="*/ 108629 w 362309"/>
                <a:gd name="connsiteY11" fmla="*/ 174921 h 361971"/>
                <a:gd name="connsiteX12" fmla="*/ 116936 w 362309"/>
                <a:gd name="connsiteY12" fmla="*/ 174921 h 361971"/>
                <a:gd name="connsiteX13" fmla="*/ 116936 w 362309"/>
                <a:gd name="connsiteY13" fmla="*/ 137894 h 361971"/>
                <a:gd name="connsiteX14" fmla="*/ 181474 w 362309"/>
                <a:gd name="connsiteY14" fmla="*/ 73416 h 361971"/>
                <a:gd name="connsiteX15" fmla="*/ 246013 w 362309"/>
                <a:gd name="connsiteY15" fmla="*/ 137894 h 361971"/>
                <a:gd name="connsiteX16" fmla="*/ 246013 w 362309"/>
                <a:gd name="connsiteY16" fmla="*/ 137894 h 361971"/>
                <a:gd name="connsiteX17" fmla="*/ 246013 w 362309"/>
                <a:gd name="connsiteY17" fmla="*/ 174921 h 361971"/>
                <a:gd name="connsiteX18" fmla="*/ 254320 w 362309"/>
                <a:gd name="connsiteY18" fmla="*/ 174921 h 361971"/>
                <a:gd name="connsiteX19" fmla="*/ 260710 w 362309"/>
                <a:gd name="connsiteY19" fmla="*/ 181305 h 361971"/>
                <a:gd name="connsiteX20" fmla="*/ 260710 w 362309"/>
                <a:gd name="connsiteY20" fmla="*/ 282810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lnTo>
                    <a:pt x="362310" y="181305"/>
                  </a:lnTo>
                  <a:cubicBezTo>
                    <a:pt x="362310" y="81077"/>
                    <a:pt x="281157" y="0"/>
                    <a:pt x="181474" y="0"/>
                  </a:cubicBezTo>
                  <a:close/>
                  <a:moveTo>
                    <a:pt x="260071" y="282810"/>
                  </a:moveTo>
                  <a:cubicBezTo>
                    <a:pt x="260071" y="286641"/>
                    <a:pt x="257515" y="289194"/>
                    <a:pt x="253681" y="289194"/>
                  </a:cubicBezTo>
                  <a:lnTo>
                    <a:pt x="108629" y="289194"/>
                  </a:lnTo>
                  <a:cubicBezTo>
                    <a:pt x="104795" y="289194"/>
                    <a:pt x="102239" y="286641"/>
                    <a:pt x="102239" y="282810"/>
                  </a:cubicBezTo>
                  <a:lnTo>
                    <a:pt x="102239" y="181305"/>
                  </a:lnTo>
                  <a:cubicBezTo>
                    <a:pt x="102239" y="177475"/>
                    <a:pt x="104795" y="174921"/>
                    <a:pt x="108629" y="174921"/>
                  </a:cubicBezTo>
                  <a:lnTo>
                    <a:pt x="116936" y="174921"/>
                  </a:lnTo>
                  <a:lnTo>
                    <a:pt x="116936" y="137894"/>
                  </a:lnTo>
                  <a:cubicBezTo>
                    <a:pt x="116936" y="102144"/>
                    <a:pt x="145691" y="73416"/>
                    <a:pt x="181474" y="73416"/>
                  </a:cubicBezTo>
                  <a:cubicBezTo>
                    <a:pt x="217258" y="73416"/>
                    <a:pt x="246013" y="102144"/>
                    <a:pt x="246013" y="137894"/>
                  </a:cubicBezTo>
                  <a:lnTo>
                    <a:pt x="246013" y="137894"/>
                  </a:lnTo>
                  <a:lnTo>
                    <a:pt x="246013" y="174921"/>
                  </a:lnTo>
                  <a:lnTo>
                    <a:pt x="254320" y="174921"/>
                  </a:lnTo>
                  <a:cubicBezTo>
                    <a:pt x="258154" y="174921"/>
                    <a:pt x="260710" y="177475"/>
                    <a:pt x="260710" y="181305"/>
                  </a:cubicBezTo>
                  <a:lnTo>
                    <a:pt x="260710" y="282810"/>
                  </a:lnTo>
                  <a:close/>
                </a:path>
              </a:pathLst>
            </a:custGeom>
            <a:solidFill>
              <a:srgbClr val="007680"/>
            </a:solidFill>
            <a:ln w="6390" cap="flat">
              <a:noFill/>
              <a:prstDash val="solid"/>
              <a:miter/>
            </a:ln>
          </p:spPr>
          <p:txBody>
            <a:bodyPr rtlCol="0" anchor="ctr"/>
            <a:lstStyle/>
            <a:p>
              <a:endParaRPr lang="en-US"/>
            </a:p>
          </p:txBody>
        </p:sp>
      </p:grpSp>
      <p:grpSp>
        <p:nvGrpSpPr>
          <p:cNvPr id="1086" name="Graphic 5">
            <a:extLst>
              <a:ext uri="{FF2B5EF4-FFF2-40B4-BE49-F238E27FC236}">
                <a16:creationId xmlns:a16="http://schemas.microsoft.com/office/drawing/2014/main" id="{267C3563-FA0E-4B44-A1E8-8C861D69613B}"/>
              </a:ext>
            </a:extLst>
          </p:cNvPr>
          <p:cNvGrpSpPr/>
          <p:nvPr/>
        </p:nvGrpSpPr>
        <p:grpSpPr>
          <a:xfrm>
            <a:off x="9280105" y="2371811"/>
            <a:ext cx="362309" cy="361971"/>
            <a:chOff x="9280105" y="2371811"/>
            <a:chExt cx="362309" cy="361971"/>
          </a:xfrm>
          <a:solidFill>
            <a:srgbClr val="007680"/>
          </a:solidFill>
        </p:grpSpPr>
        <p:sp>
          <p:nvSpPr>
            <p:cNvPr id="1087" name="Graphic 5">
              <a:extLst>
                <a:ext uri="{FF2B5EF4-FFF2-40B4-BE49-F238E27FC236}">
                  <a16:creationId xmlns:a16="http://schemas.microsoft.com/office/drawing/2014/main" id="{5AFBBCF9-1798-764C-8C6C-D5A813DAD3F3}"/>
                </a:ext>
              </a:extLst>
            </p:cNvPr>
            <p:cNvSpPr/>
            <p:nvPr/>
          </p:nvSpPr>
          <p:spPr>
            <a:xfrm>
              <a:off x="9372120" y="2459694"/>
              <a:ext cx="182329" cy="182159"/>
            </a:xfrm>
            <a:custGeom>
              <a:avLst/>
              <a:gdLst>
                <a:gd name="connsiteX0" fmla="*/ 158471 w 182329"/>
                <a:gd name="connsiteY0" fmla="*/ 11069 h 182159"/>
                <a:gd name="connsiteX1" fmla="*/ 115658 w 182329"/>
                <a:gd name="connsiteY1" fmla="*/ 53842 h 182159"/>
                <a:gd name="connsiteX2" fmla="*/ 109269 w 182329"/>
                <a:gd name="connsiteY2" fmla="*/ 55119 h 182159"/>
                <a:gd name="connsiteX3" fmla="*/ 15336 w 182329"/>
                <a:gd name="connsiteY3" fmla="*/ 23837 h 182159"/>
                <a:gd name="connsiteX4" fmla="*/ 7668 w 182329"/>
                <a:gd name="connsiteY4" fmla="*/ 31498 h 182159"/>
                <a:gd name="connsiteX5" fmla="*/ 84348 w 182329"/>
                <a:gd name="connsiteY5" fmla="*/ 73632 h 182159"/>
                <a:gd name="connsiteX6" fmla="*/ 87543 w 182329"/>
                <a:gd name="connsiteY6" fmla="*/ 78101 h 182159"/>
                <a:gd name="connsiteX7" fmla="*/ 85625 w 182329"/>
                <a:gd name="connsiteY7" fmla="*/ 83846 h 182159"/>
                <a:gd name="connsiteX8" fmla="*/ 48564 w 182329"/>
                <a:gd name="connsiteY8" fmla="*/ 120874 h 182159"/>
                <a:gd name="connsiteX9" fmla="*/ 41535 w 182329"/>
                <a:gd name="connsiteY9" fmla="*/ 122150 h 182159"/>
                <a:gd name="connsiteX10" fmla="*/ 7030 w 182329"/>
                <a:gd name="connsiteY10" fmla="*/ 108106 h 182159"/>
                <a:gd name="connsiteX11" fmla="*/ 0 w 182329"/>
                <a:gd name="connsiteY11" fmla="*/ 115128 h 182159"/>
                <a:gd name="connsiteX12" fmla="*/ 39618 w 182329"/>
                <a:gd name="connsiteY12" fmla="*/ 140664 h 182159"/>
                <a:gd name="connsiteX13" fmla="*/ 41535 w 182329"/>
                <a:gd name="connsiteY13" fmla="*/ 142579 h 182159"/>
                <a:gd name="connsiteX14" fmla="*/ 67094 w 182329"/>
                <a:gd name="connsiteY14" fmla="*/ 182160 h 182159"/>
                <a:gd name="connsiteX15" fmla="*/ 74124 w 182329"/>
                <a:gd name="connsiteY15" fmla="*/ 175138 h 182159"/>
                <a:gd name="connsiteX16" fmla="*/ 60066 w 182329"/>
                <a:gd name="connsiteY16" fmla="*/ 140664 h 182159"/>
                <a:gd name="connsiteX17" fmla="*/ 61344 w 182329"/>
                <a:gd name="connsiteY17" fmla="*/ 133642 h 182159"/>
                <a:gd name="connsiteX18" fmla="*/ 98405 w 182329"/>
                <a:gd name="connsiteY18" fmla="*/ 96614 h 182159"/>
                <a:gd name="connsiteX19" fmla="*/ 107351 w 182329"/>
                <a:gd name="connsiteY19" fmla="*/ 96614 h 182159"/>
                <a:gd name="connsiteX20" fmla="*/ 108629 w 182329"/>
                <a:gd name="connsiteY20" fmla="*/ 97891 h 182159"/>
                <a:gd name="connsiteX21" fmla="*/ 150803 w 182329"/>
                <a:gd name="connsiteY21" fmla="*/ 174499 h 182159"/>
                <a:gd name="connsiteX22" fmla="*/ 158471 w 182329"/>
                <a:gd name="connsiteY22" fmla="*/ 166838 h 182159"/>
                <a:gd name="connsiteX23" fmla="*/ 127160 w 182329"/>
                <a:gd name="connsiteY23" fmla="*/ 72994 h 182159"/>
                <a:gd name="connsiteX24" fmla="*/ 128438 w 182329"/>
                <a:gd name="connsiteY24" fmla="*/ 66610 h 182159"/>
                <a:gd name="connsiteX25" fmla="*/ 171251 w 182329"/>
                <a:gd name="connsiteY25" fmla="*/ 23837 h 182159"/>
                <a:gd name="connsiteX26" fmla="*/ 182113 w 182329"/>
                <a:gd name="connsiteY26" fmla="*/ 216 h 182159"/>
                <a:gd name="connsiteX27" fmla="*/ 158471 w 182329"/>
                <a:gd name="connsiteY27" fmla="*/ 11069 h 18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2329" h="182159">
                  <a:moveTo>
                    <a:pt x="158471" y="11069"/>
                  </a:moveTo>
                  <a:lnTo>
                    <a:pt x="115658" y="53842"/>
                  </a:lnTo>
                  <a:cubicBezTo>
                    <a:pt x="113741" y="55757"/>
                    <a:pt x="111824" y="56395"/>
                    <a:pt x="109269" y="55119"/>
                  </a:cubicBezTo>
                  <a:lnTo>
                    <a:pt x="15336" y="23837"/>
                  </a:lnTo>
                  <a:lnTo>
                    <a:pt x="7668" y="31498"/>
                  </a:lnTo>
                  <a:lnTo>
                    <a:pt x="84348" y="73632"/>
                  </a:lnTo>
                  <a:cubicBezTo>
                    <a:pt x="86264" y="74909"/>
                    <a:pt x="87543" y="76186"/>
                    <a:pt x="87543" y="78101"/>
                  </a:cubicBezTo>
                  <a:cubicBezTo>
                    <a:pt x="87543" y="80016"/>
                    <a:pt x="86904" y="81931"/>
                    <a:pt x="85625" y="83846"/>
                  </a:cubicBezTo>
                  <a:lnTo>
                    <a:pt x="48564" y="120874"/>
                  </a:lnTo>
                  <a:cubicBezTo>
                    <a:pt x="46647" y="122789"/>
                    <a:pt x="44091" y="123427"/>
                    <a:pt x="41535" y="122150"/>
                  </a:cubicBezTo>
                  <a:lnTo>
                    <a:pt x="7030" y="108106"/>
                  </a:lnTo>
                  <a:lnTo>
                    <a:pt x="0" y="115128"/>
                  </a:lnTo>
                  <a:lnTo>
                    <a:pt x="39618" y="140664"/>
                  </a:lnTo>
                  <a:cubicBezTo>
                    <a:pt x="40257" y="141302"/>
                    <a:pt x="40896" y="141941"/>
                    <a:pt x="41535" y="142579"/>
                  </a:cubicBezTo>
                  <a:lnTo>
                    <a:pt x="67094" y="182160"/>
                  </a:lnTo>
                  <a:lnTo>
                    <a:pt x="74124" y="175138"/>
                  </a:lnTo>
                  <a:lnTo>
                    <a:pt x="60066" y="140664"/>
                  </a:lnTo>
                  <a:cubicBezTo>
                    <a:pt x="59427" y="138110"/>
                    <a:pt x="59427" y="135557"/>
                    <a:pt x="61344" y="133642"/>
                  </a:cubicBezTo>
                  <a:lnTo>
                    <a:pt x="98405" y="96614"/>
                  </a:lnTo>
                  <a:cubicBezTo>
                    <a:pt x="100961" y="94061"/>
                    <a:pt x="104795" y="94061"/>
                    <a:pt x="107351" y="96614"/>
                  </a:cubicBezTo>
                  <a:cubicBezTo>
                    <a:pt x="107990" y="97253"/>
                    <a:pt x="107990" y="97253"/>
                    <a:pt x="108629" y="97891"/>
                  </a:cubicBezTo>
                  <a:lnTo>
                    <a:pt x="150803" y="174499"/>
                  </a:lnTo>
                  <a:lnTo>
                    <a:pt x="158471" y="166838"/>
                  </a:lnTo>
                  <a:lnTo>
                    <a:pt x="127160" y="72994"/>
                  </a:lnTo>
                  <a:cubicBezTo>
                    <a:pt x="126521" y="70440"/>
                    <a:pt x="127160" y="68525"/>
                    <a:pt x="128438" y="66610"/>
                  </a:cubicBezTo>
                  <a:lnTo>
                    <a:pt x="171251" y="23837"/>
                  </a:lnTo>
                  <a:cubicBezTo>
                    <a:pt x="178918" y="13623"/>
                    <a:pt x="183392" y="2770"/>
                    <a:pt x="182113" y="216"/>
                  </a:cubicBezTo>
                  <a:cubicBezTo>
                    <a:pt x="179558" y="-1060"/>
                    <a:pt x="168695" y="3408"/>
                    <a:pt x="158471" y="11069"/>
                  </a:cubicBezTo>
                  <a:close/>
                </a:path>
              </a:pathLst>
            </a:custGeom>
            <a:solidFill>
              <a:srgbClr val="007680"/>
            </a:solidFill>
            <a:ln w="6390" cap="flat">
              <a:noFill/>
              <a:prstDash val="solid"/>
              <a:miter/>
            </a:ln>
          </p:spPr>
          <p:txBody>
            <a:bodyPr rtlCol="0" anchor="ctr"/>
            <a:lstStyle/>
            <a:p>
              <a:endParaRPr lang="en-US"/>
            </a:p>
          </p:txBody>
        </p:sp>
        <p:sp>
          <p:nvSpPr>
            <p:cNvPr id="1088" name="Graphic 5">
              <a:extLst>
                <a:ext uri="{FF2B5EF4-FFF2-40B4-BE49-F238E27FC236}">
                  <a16:creationId xmlns:a16="http://schemas.microsoft.com/office/drawing/2014/main" id="{5C0911F2-6158-A840-B46B-E4BCE53753E6}"/>
                </a:ext>
              </a:extLst>
            </p:cNvPr>
            <p:cNvSpPr/>
            <p:nvPr/>
          </p:nvSpPr>
          <p:spPr>
            <a:xfrm>
              <a:off x="9280105" y="2371811"/>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0667 h 361971"/>
                <a:gd name="connsiteX4" fmla="*/ 180835 w 362309"/>
                <a:gd name="connsiteY4" fmla="*/ 0 h 361971"/>
                <a:gd name="connsiteX5" fmla="*/ 180835 w 362309"/>
                <a:gd name="connsiteY5" fmla="*/ 0 h 361971"/>
                <a:gd name="connsiteX6" fmla="*/ 272850 w 362309"/>
                <a:gd name="connsiteY6" fmla="*/ 120019 h 361971"/>
                <a:gd name="connsiteX7" fmla="*/ 272211 w 362309"/>
                <a:gd name="connsiteY7" fmla="*/ 120657 h 361971"/>
                <a:gd name="connsiteX8" fmla="*/ 231954 w 362309"/>
                <a:gd name="connsiteY8" fmla="*/ 160876 h 361971"/>
                <a:gd name="connsiteX9" fmla="*/ 263265 w 362309"/>
                <a:gd name="connsiteY9" fmla="*/ 254721 h 361971"/>
                <a:gd name="connsiteX10" fmla="*/ 261987 w 362309"/>
                <a:gd name="connsiteY10" fmla="*/ 261105 h 361971"/>
                <a:gd name="connsiteX11" fmla="*/ 246013 w 362309"/>
                <a:gd name="connsiteY11" fmla="*/ 277065 h 361971"/>
                <a:gd name="connsiteX12" fmla="*/ 240900 w 362309"/>
                <a:gd name="connsiteY12" fmla="*/ 278980 h 361971"/>
                <a:gd name="connsiteX13" fmla="*/ 236428 w 362309"/>
                <a:gd name="connsiteY13" fmla="*/ 275788 h 361971"/>
                <a:gd name="connsiteX14" fmla="*/ 194253 w 362309"/>
                <a:gd name="connsiteY14" fmla="*/ 199180 h 361971"/>
                <a:gd name="connsiteX15" fmla="*/ 166138 w 362309"/>
                <a:gd name="connsiteY15" fmla="*/ 227270 h 361971"/>
                <a:gd name="connsiteX16" fmla="*/ 180196 w 362309"/>
                <a:gd name="connsiteY16" fmla="*/ 261743 h 361971"/>
                <a:gd name="connsiteX17" fmla="*/ 178918 w 362309"/>
                <a:gd name="connsiteY17" fmla="*/ 268766 h 361971"/>
                <a:gd name="connsiteX18" fmla="*/ 162943 w 362309"/>
                <a:gd name="connsiteY18" fmla="*/ 284726 h 361971"/>
                <a:gd name="connsiteX19" fmla="*/ 158470 w 362309"/>
                <a:gd name="connsiteY19" fmla="*/ 286641 h 361971"/>
                <a:gd name="connsiteX20" fmla="*/ 157831 w 362309"/>
                <a:gd name="connsiteY20" fmla="*/ 286641 h 361971"/>
                <a:gd name="connsiteX21" fmla="*/ 153358 w 362309"/>
                <a:gd name="connsiteY21" fmla="*/ 283449 h 361971"/>
                <a:gd name="connsiteX22" fmla="*/ 123964 w 362309"/>
                <a:gd name="connsiteY22" fmla="*/ 238761 h 361971"/>
                <a:gd name="connsiteX23" fmla="*/ 79235 w 362309"/>
                <a:gd name="connsiteY23" fmla="*/ 210033 h 361971"/>
                <a:gd name="connsiteX24" fmla="*/ 76679 w 362309"/>
                <a:gd name="connsiteY24" fmla="*/ 205564 h 361971"/>
                <a:gd name="connsiteX25" fmla="*/ 78596 w 362309"/>
                <a:gd name="connsiteY25" fmla="*/ 200457 h 361971"/>
                <a:gd name="connsiteX26" fmla="*/ 94571 w 362309"/>
                <a:gd name="connsiteY26" fmla="*/ 184497 h 361971"/>
                <a:gd name="connsiteX27" fmla="*/ 101599 w 362309"/>
                <a:gd name="connsiteY27" fmla="*/ 183220 h 361971"/>
                <a:gd name="connsiteX28" fmla="*/ 136105 w 362309"/>
                <a:gd name="connsiteY28" fmla="*/ 197265 h 361971"/>
                <a:gd name="connsiteX29" fmla="*/ 164221 w 362309"/>
                <a:gd name="connsiteY29" fmla="*/ 169176 h 361971"/>
                <a:gd name="connsiteX30" fmla="*/ 87542 w 362309"/>
                <a:gd name="connsiteY30" fmla="*/ 127041 h 361971"/>
                <a:gd name="connsiteX31" fmla="*/ 84347 w 362309"/>
                <a:gd name="connsiteY31" fmla="*/ 122573 h 361971"/>
                <a:gd name="connsiteX32" fmla="*/ 86264 w 362309"/>
                <a:gd name="connsiteY32" fmla="*/ 116827 h 361971"/>
                <a:gd name="connsiteX33" fmla="*/ 102878 w 362309"/>
                <a:gd name="connsiteY33" fmla="*/ 100867 h 361971"/>
                <a:gd name="connsiteX34" fmla="*/ 109268 w 362309"/>
                <a:gd name="connsiteY34" fmla="*/ 99590 h 361971"/>
                <a:gd name="connsiteX35" fmla="*/ 203200 w 362309"/>
                <a:gd name="connsiteY35" fmla="*/ 130872 h 361971"/>
                <a:gd name="connsiteX36" fmla="*/ 243456 w 362309"/>
                <a:gd name="connsiteY36" fmla="*/ 90014 h 361971"/>
                <a:gd name="connsiteX37" fmla="*/ 244095 w 362309"/>
                <a:gd name="connsiteY37" fmla="*/ 89376 h 361971"/>
                <a:gd name="connsiteX38" fmla="*/ 284991 w 362309"/>
                <a:gd name="connsiteY38" fmla="*/ 79161 h 361971"/>
                <a:gd name="connsiteX39" fmla="*/ 272850 w 362309"/>
                <a:gd name="connsiteY39" fmla="*/ 12001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2309" h="361971">
                  <a:moveTo>
                    <a:pt x="180835" y="0"/>
                  </a:moveTo>
                  <a:cubicBezTo>
                    <a:pt x="80513" y="0"/>
                    <a:pt x="0" y="81077"/>
                    <a:pt x="0" y="181305"/>
                  </a:cubicBezTo>
                  <a:cubicBezTo>
                    <a:pt x="0" y="281534"/>
                    <a:pt x="81152" y="361972"/>
                    <a:pt x="181474" y="361972"/>
                  </a:cubicBezTo>
                  <a:cubicBezTo>
                    <a:pt x="281157" y="361972"/>
                    <a:pt x="362309" y="280895"/>
                    <a:pt x="362309" y="180667"/>
                  </a:cubicBezTo>
                  <a:cubicBezTo>
                    <a:pt x="362309" y="81077"/>
                    <a:pt x="281157" y="0"/>
                    <a:pt x="180835" y="0"/>
                  </a:cubicBezTo>
                  <a:cubicBezTo>
                    <a:pt x="180835" y="0"/>
                    <a:pt x="180835" y="0"/>
                    <a:pt x="180835" y="0"/>
                  </a:cubicBezTo>
                  <a:close/>
                  <a:moveTo>
                    <a:pt x="272850" y="120019"/>
                  </a:moveTo>
                  <a:lnTo>
                    <a:pt x="272211" y="120657"/>
                  </a:lnTo>
                  <a:lnTo>
                    <a:pt x="231954" y="160876"/>
                  </a:lnTo>
                  <a:lnTo>
                    <a:pt x="263265" y="254721"/>
                  </a:lnTo>
                  <a:cubicBezTo>
                    <a:pt x="263904" y="257275"/>
                    <a:pt x="263265" y="259190"/>
                    <a:pt x="261987" y="261105"/>
                  </a:cubicBezTo>
                  <a:lnTo>
                    <a:pt x="246013" y="277065"/>
                  </a:lnTo>
                  <a:cubicBezTo>
                    <a:pt x="244734" y="278342"/>
                    <a:pt x="242818" y="278980"/>
                    <a:pt x="240900" y="278980"/>
                  </a:cubicBezTo>
                  <a:cubicBezTo>
                    <a:pt x="238983" y="278980"/>
                    <a:pt x="237067" y="277703"/>
                    <a:pt x="236428" y="275788"/>
                  </a:cubicBezTo>
                  <a:lnTo>
                    <a:pt x="194253" y="199180"/>
                  </a:lnTo>
                  <a:lnTo>
                    <a:pt x="166138" y="227270"/>
                  </a:lnTo>
                  <a:lnTo>
                    <a:pt x="180196" y="261743"/>
                  </a:lnTo>
                  <a:cubicBezTo>
                    <a:pt x="180835" y="264297"/>
                    <a:pt x="180835" y="266851"/>
                    <a:pt x="178918" y="268766"/>
                  </a:cubicBezTo>
                  <a:lnTo>
                    <a:pt x="162943" y="284726"/>
                  </a:lnTo>
                  <a:cubicBezTo>
                    <a:pt x="161665" y="286003"/>
                    <a:pt x="160387" y="286641"/>
                    <a:pt x="158470" y="286641"/>
                  </a:cubicBezTo>
                  <a:lnTo>
                    <a:pt x="157831" y="286641"/>
                  </a:lnTo>
                  <a:cubicBezTo>
                    <a:pt x="155914" y="286641"/>
                    <a:pt x="153997" y="285364"/>
                    <a:pt x="153358" y="283449"/>
                  </a:cubicBezTo>
                  <a:lnTo>
                    <a:pt x="123964" y="238761"/>
                  </a:lnTo>
                  <a:lnTo>
                    <a:pt x="79235" y="210033"/>
                  </a:lnTo>
                  <a:cubicBezTo>
                    <a:pt x="77318" y="208756"/>
                    <a:pt x="76679" y="207479"/>
                    <a:pt x="76679" y="205564"/>
                  </a:cubicBezTo>
                  <a:cubicBezTo>
                    <a:pt x="76679" y="203649"/>
                    <a:pt x="77318" y="201734"/>
                    <a:pt x="78596" y="200457"/>
                  </a:cubicBezTo>
                  <a:lnTo>
                    <a:pt x="94571" y="184497"/>
                  </a:lnTo>
                  <a:cubicBezTo>
                    <a:pt x="96488" y="182582"/>
                    <a:pt x="99044" y="181944"/>
                    <a:pt x="101599" y="183220"/>
                  </a:cubicBezTo>
                  <a:lnTo>
                    <a:pt x="136105" y="197265"/>
                  </a:lnTo>
                  <a:lnTo>
                    <a:pt x="164221" y="169176"/>
                  </a:lnTo>
                  <a:lnTo>
                    <a:pt x="87542" y="127041"/>
                  </a:lnTo>
                  <a:cubicBezTo>
                    <a:pt x="85625" y="125765"/>
                    <a:pt x="84347" y="124488"/>
                    <a:pt x="84347" y="122573"/>
                  </a:cubicBezTo>
                  <a:cubicBezTo>
                    <a:pt x="84347" y="120657"/>
                    <a:pt x="84986" y="118742"/>
                    <a:pt x="86264" y="116827"/>
                  </a:cubicBezTo>
                  <a:lnTo>
                    <a:pt x="102878" y="100867"/>
                  </a:lnTo>
                  <a:cubicBezTo>
                    <a:pt x="104794" y="98952"/>
                    <a:pt x="106712" y="98313"/>
                    <a:pt x="109268" y="99590"/>
                  </a:cubicBezTo>
                  <a:lnTo>
                    <a:pt x="203200" y="130872"/>
                  </a:lnTo>
                  <a:lnTo>
                    <a:pt x="243456" y="90014"/>
                  </a:lnTo>
                  <a:cubicBezTo>
                    <a:pt x="243456" y="90014"/>
                    <a:pt x="244095" y="89376"/>
                    <a:pt x="244095" y="89376"/>
                  </a:cubicBezTo>
                  <a:cubicBezTo>
                    <a:pt x="251124" y="84269"/>
                    <a:pt x="274128" y="68309"/>
                    <a:pt x="284991" y="79161"/>
                  </a:cubicBezTo>
                  <a:cubicBezTo>
                    <a:pt x="295854" y="90014"/>
                    <a:pt x="277962" y="112997"/>
                    <a:pt x="272850" y="120019"/>
                  </a:cubicBezTo>
                  <a:close/>
                </a:path>
              </a:pathLst>
            </a:custGeom>
            <a:solidFill>
              <a:srgbClr val="007680"/>
            </a:solidFill>
            <a:ln w="6390" cap="flat">
              <a:noFill/>
              <a:prstDash val="solid"/>
              <a:miter/>
            </a:ln>
          </p:spPr>
          <p:txBody>
            <a:bodyPr rtlCol="0" anchor="ctr"/>
            <a:lstStyle/>
            <a:p>
              <a:endParaRPr lang="en-US"/>
            </a:p>
          </p:txBody>
        </p:sp>
      </p:grpSp>
      <p:sp>
        <p:nvSpPr>
          <p:cNvPr id="1089" name="Graphic 5">
            <a:extLst>
              <a:ext uri="{FF2B5EF4-FFF2-40B4-BE49-F238E27FC236}">
                <a16:creationId xmlns:a16="http://schemas.microsoft.com/office/drawing/2014/main" id="{20380533-6912-6B47-A5A6-D7C290E20DDD}"/>
              </a:ext>
            </a:extLst>
          </p:cNvPr>
          <p:cNvSpPr/>
          <p:nvPr/>
        </p:nvSpPr>
        <p:spPr>
          <a:xfrm>
            <a:off x="6147119" y="1403361"/>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87547 w 362309"/>
              <a:gd name="connsiteY6" fmla="*/ 134702 h 361971"/>
              <a:gd name="connsiteX7" fmla="*/ 185947 w 362309"/>
              <a:gd name="connsiteY7" fmla="*/ 236207 h 361971"/>
              <a:gd name="connsiteX8" fmla="*/ 177001 w 362309"/>
              <a:gd name="connsiteY8" fmla="*/ 236207 h 361971"/>
              <a:gd name="connsiteX9" fmla="*/ 75401 w 362309"/>
              <a:gd name="connsiteY9" fmla="*/ 134702 h 361971"/>
              <a:gd name="connsiteX10" fmla="*/ 75401 w 362309"/>
              <a:gd name="connsiteY10" fmla="*/ 125764 h 361971"/>
              <a:gd name="connsiteX11" fmla="*/ 84347 w 362309"/>
              <a:gd name="connsiteY11" fmla="*/ 125764 h 361971"/>
              <a:gd name="connsiteX12" fmla="*/ 181474 w 362309"/>
              <a:gd name="connsiteY12" fmla="*/ 222801 h 361971"/>
              <a:gd name="connsiteX13" fmla="*/ 278601 w 362309"/>
              <a:gd name="connsiteY13" fmla="*/ 125764 h 361971"/>
              <a:gd name="connsiteX14" fmla="*/ 287547 w 362309"/>
              <a:gd name="connsiteY14" fmla="*/ 125764 h 361971"/>
              <a:gd name="connsiteX15" fmla="*/ 287547 w 362309"/>
              <a:gd name="connsiteY15" fmla="*/ 125764 h 361971"/>
              <a:gd name="connsiteX16" fmla="*/ 287547 w 362309"/>
              <a:gd name="connsiteY16" fmla="*/ 13470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close/>
                <a:moveTo>
                  <a:pt x="287547" y="134702"/>
                </a:moveTo>
                <a:lnTo>
                  <a:pt x="185947" y="236207"/>
                </a:lnTo>
                <a:cubicBezTo>
                  <a:pt x="183391" y="238761"/>
                  <a:pt x="179557" y="238761"/>
                  <a:pt x="177001" y="236207"/>
                </a:cubicBezTo>
                <a:lnTo>
                  <a:pt x="75401" y="134702"/>
                </a:lnTo>
                <a:cubicBezTo>
                  <a:pt x="72845" y="132148"/>
                  <a:pt x="72845" y="128318"/>
                  <a:pt x="75401" y="125764"/>
                </a:cubicBezTo>
                <a:cubicBezTo>
                  <a:pt x="77957" y="123211"/>
                  <a:pt x="81791" y="123211"/>
                  <a:pt x="84347" y="125764"/>
                </a:cubicBezTo>
                <a:lnTo>
                  <a:pt x="181474" y="222801"/>
                </a:lnTo>
                <a:lnTo>
                  <a:pt x="278601" y="125764"/>
                </a:lnTo>
                <a:cubicBezTo>
                  <a:pt x="281157" y="123211"/>
                  <a:pt x="284991" y="123211"/>
                  <a:pt x="287547" y="125764"/>
                </a:cubicBezTo>
                <a:cubicBezTo>
                  <a:pt x="287547" y="125764"/>
                  <a:pt x="287547" y="125764"/>
                  <a:pt x="287547" y="125764"/>
                </a:cubicBezTo>
                <a:cubicBezTo>
                  <a:pt x="290103" y="127680"/>
                  <a:pt x="290103" y="132148"/>
                  <a:pt x="287547" y="134702"/>
                </a:cubicBezTo>
                <a:close/>
              </a:path>
            </a:pathLst>
          </a:custGeom>
          <a:solidFill>
            <a:srgbClr val="007680"/>
          </a:solidFill>
          <a:ln w="6390" cap="flat">
            <a:noFill/>
            <a:prstDash val="solid"/>
            <a:miter/>
          </a:ln>
        </p:spPr>
        <p:txBody>
          <a:bodyPr rtlCol="0" anchor="ctr"/>
          <a:lstStyle/>
          <a:p>
            <a:endParaRPr lang="en-US"/>
          </a:p>
        </p:txBody>
      </p:sp>
      <p:grpSp>
        <p:nvGrpSpPr>
          <p:cNvPr id="1090" name="Graphic 5">
            <a:extLst>
              <a:ext uri="{FF2B5EF4-FFF2-40B4-BE49-F238E27FC236}">
                <a16:creationId xmlns:a16="http://schemas.microsoft.com/office/drawing/2014/main" id="{D01996C0-16A1-5B4A-AF92-5417EA0A0F3E}"/>
              </a:ext>
            </a:extLst>
          </p:cNvPr>
          <p:cNvGrpSpPr/>
          <p:nvPr/>
        </p:nvGrpSpPr>
        <p:grpSpPr>
          <a:xfrm>
            <a:off x="11372810" y="3340900"/>
            <a:ext cx="362309" cy="361971"/>
            <a:chOff x="11372810" y="3340900"/>
            <a:chExt cx="362309" cy="361971"/>
          </a:xfrm>
          <a:solidFill>
            <a:srgbClr val="007680"/>
          </a:solidFill>
        </p:grpSpPr>
        <p:sp>
          <p:nvSpPr>
            <p:cNvPr id="1091" name="Graphic 5">
              <a:extLst>
                <a:ext uri="{FF2B5EF4-FFF2-40B4-BE49-F238E27FC236}">
                  <a16:creationId xmlns:a16="http://schemas.microsoft.com/office/drawing/2014/main" id="{52054FA0-1830-234D-BA2F-399EE74C9A0D}"/>
                </a:ext>
              </a:extLst>
            </p:cNvPr>
            <p:cNvSpPr/>
            <p:nvPr/>
          </p:nvSpPr>
          <p:spPr>
            <a:xfrm>
              <a:off x="11453962" y="3421338"/>
              <a:ext cx="200005" cy="200457"/>
            </a:xfrm>
            <a:custGeom>
              <a:avLst/>
              <a:gdLst>
                <a:gd name="connsiteX0" fmla="*/ 157192 w 200005"/>
                <a:gd name="connsiteY0" fmla="*/ 100229 h 200457"/>
                <a:gd name="connsiteX1" fmla="*/ 160387 w 200005"/>
                <a:gd name="connsiteY1" fmla="*/ 94483 h 200457"/>
                <a:gd name="connsiteX2" fmla="*/ 200005 w 200005"/>
                <a:gd name="connsiteY2" fmla="*/ 71501 h 200457"/>
                <a:gd name="connsiteX3" fmla="*/ 174446 w 200005"/>
                <a:gd name="connsiteY3" fmla="*/ 28090 h 200457"/>
                <a:gd name="connsiteX4" fmla="*/ 134828 w 200005"/>
                <a:gd name="connsiteY4" fmla="*/ 51072 h 200457"/>
                <a:gd name="connsiteX5" fmla="*/ 128438 w 200005"/>
                <a:gd name="connsiteY5" fmla="*/ 51072 h 200457"/>
                <a:gd name="connsiteX6" fmla="*/ 125243 w 200005"/>
                <a:gd name="connsiteY6" fmla="*/ 45327 h 200457"/>
                <a:gd name="connsiteX7" fmla="*/ 125243 w 200005"/>
                <a:gd name="connsiteY7" fmla="*/ 0 h 200457"/>
                <a:gd name="connsiteX8" fmla="*/ 74762 w 200005"/>
                <a:gd name="connsiteY8" fmla="*/ 0 h 200457"/>
                <a:gd name="connsiteX9" fmla="*/ 74762 w 200005"/>
                <a:gd name="connsiteY9" fmla="*/ 45327 h 200457"/>
                <a:gd name="connsiteX10" fmla="*/ 71567 w 200005"/>
                <a:gd name="connsiteY10" fmla="*/ 51072 h 200457"/>
                <a:gd name="connsiteX11" fmla="*/ 65177 w 200005"/>
                <a:gd name="connsiteY11" fmla="*/ 51072 h 200457"/>
                <a:gd name="connsiteX12" fmla="*/ 25560 w 200005"/>
                <a:gd name="connsiteY12" fmla="*/ 28090 h 200457"/>
                <a:gd name="connsiteX13" fmla="*/ 0 w 200005"/>
                <a:gd name="connsiteY13" fmla="*/ 71501 h 200457"/>
                <a:gd name="connsiteX14" fmla="*/ 39617 w 200005"/>
                <a:gd name="connsiteY14" fmla="*/ 94483 h 200457"/>
                <a:gd name="connsiteX15" fmla="*/ 42173 w 200005"/>
                <a:gd name="connsiteY15" fmla="*/ 103421 h 200457"/>
                <a:gd name="connsiteX16" fmla="*/ 39617 w 200005"/>
                <a:gd name="connsiteY16" fmla="*/ 105974 h 200457"/>
                <a:gd name="connsiteX17" fmla="*/ 0 w 200005"/>
                <a:gd name="connsiteY17" fmla="*/ 128957 h 200457"/>
                <a:gd name="connsiteX18" fmla="*/ 25560 w 200005"/>
                <a:gd name="connsiteY18" fmla="*/ 172368 h 200457"/>
                <a:gd name="connsiteX19" fmla="*/ 65177 w 200005"/>
                <a:gd name="connsiteY19" fmla="*/ 149385 h 200457"/>
                <a:gd name="connsiteX20" fmla="*/ 71567 w 200005"/>
                <a:gd name="connsiteY20" fmla="*/ 149385 h 200457"/>
                <a:gd name="connsiteX21" fmla="*/ 74762 w 200005"/>
                <a:gd name="connsiteY21" fmla="*/ 155131 h 200457"/>
                <a:gd name="connsiteX22" fmla="*/ 74762 w 200005"/>
                <a:gd name="connsiteY22" fmla="*/ 200457 h 200457"/>
                <a:gd name="connsiteX23" fmla="*/ 125243 w 200005"/>
                <a:gd name="connsiteY23" fmla="*/ 200457 h 200457"/>
                <a:gd name="connsiteX24" fmla="*/ 125243 w 200005"/>
                <a:gd name="connsiteY24" fmla="*/ 155131 h 200457"/>
                <a:gd name="connsiteX25" fmla="*/ 128438 w 200005"/>
                <a:gd name="connsiteY25" fmla="*/ 149385 h 200457"/>
                <a:gd name="connsiteX26" fmla="*/ 134828 w 200005"/>
                <a:gd name="connsiteY26" fmla="*/ 149385 h 200457"/>
                <a:gd name="connsiteX27" fmla="*/ 174446 w 200005"/>
                <a:gd name="connsiteY27" fmla="*/ 172368 h 200457"/>
                <a:gd name="connsiteX28" fmla="*/ 200005 w 200005"/>
                <a:gd name="connsiteY28" fmla="*/ 128957 h 200457"/>
                <a:gd name="connsiteX29" fmla="*/ 160387 w 200005"/>
                <a:gd name="connsiteY29" fmla="*/ 105974 h 200457"/>
                <a:gd name="connsiteX30" fmla="*/ 157192 w 200005"/>
                <a:gd name="connsiteY30" fmla="*/ 100229 h 200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00005" h="200457">
                  <a:moveTo>
                    <a:pt x="157192" y="100229"/>
                  </a:moveTo>
                  <a:cubicBezTo>
                    <a:pt x="157192" y="97675"/>
                    <a:pt x="158471" y="95760"/>
                    <a:pt x="160387" y="94483"/>
                  </a:cubicBezTo>
                  <a:lnTo>
                    <a:pt x="200005" y="71501"/>
                  </a:lnTo>
                  <a:lnTo>
                    <a:pt x="174446" y="28090"/>
                  </a:lnTo>
                  <a:lnTo>
                    <a:pt x="134828" y="51072"/>
                  </a:lnTo>
                  <a:cubicBezTo>
                    <a:pt x="132911" y="52349"/>
                    <a:pt x="130355" y="52349"/>
                    <a:pt x="128438" y="51072"/>
                  </a:cubicBezTo>
                  <a:cubicBezTo>
                    <a:pt x="126521" y="49795"/>
                    <a:pt x="125243" y="47880"/>
                    <a:pt x="125243" y="45327"/>
                  </a:cubicBezTo>
                  <a:lnTo>
                    <a:pt x="125243" y="0"/>
                  </a:lnTo>
                  <a:lnTo>
                    <a:pt x="74762" y="0"/>
                  </a:lnTo>
                  <a:lnTo>
                    <a:pt x="74762" y="45327"/>
                  </a:lnTo>
                  <a:cubicBezTo>
                    <a:pt x="74762" y="47880"/>
                    <a:pt x="73484" y="49795"/>
                    <a:pt x="71567" y="51072"/>
                  </a:cubicBezTo>
                  <a:cubicBezTo>
                    <a:pt x="69650" y="52349"/>
                    <a:pt x="67094" y="52349"/>
                    <a:pt x="65177" y="51072"/>
                  </a:cubicBezTo>
                  <a:lnTo>
                    <a:pt x="25560" y="28090"/>
                  </a:lnTo>
                  <a:lnTo>
                    <a:pt x="0" y="71501"/>
                  </a:lnTo>
                  <a:lnTo>
                    <a:pt x="39617" y="94483"/>
                  </a:lnTo>
                  <a:cubicBezTo>
                    <a:pt x="42812" y="96398"/>
                    <a:pt x="43452" y="100229"/>
                    <a:pt x="42173" y="103421"/>
                  </a:cubicBezTo>
                  <a:cubicBezTo>
                    <a:pt x="41535" y="104697"/>
                    <a:pt x="40896" y="105336"/>
                    <a:pt x="39617" y="105974"/>
                  </a:cubicBezTo>
                  <a:lnTo>
                    <a:pt x="0" y="128957"/>
                  </a:lnTo>
                  <a:lnTo>
                    <a:pt x="25560" y="172368"/>
                  </a:lnTo>
                  <a:lnTo>
                    <a:pt x="65177" y="149385"/>
                  </a:lnTo>
                  <a:cubicBezTo>
                    <a:pt x="67094" y="148108"/>
                    <a:pt x="69650" y="148108"/>
                    <a:pt x="71567" y="149385"/>
                  </a:cubicBezTo>
                  <a:cubicBezTo>
                    <a:pt x="73484" y="150662"/>
                    <a:pt x="74762" y="152577"/>
                    <a:pt x="74762" y="155131"/>
                  </a:cubicBezTo>
                  <a:lnTo>
                    <a:pt x="74762" y="200457"/>
                  </a:lnTo>
                  <a:lnTo>
                    <a:pt x="125243" y="200457"/>
                  </a:lnTo>
                  <a:lnTo>
                    <a:pt x="125243" y="155131"/>
                  </a:lnTo>
                  <a:cubicBezTo>
                    <a:pt x="125243" y="152577"/>
                    <a:pt x="126521" y="150662"/>
                    <a:pt x="128438" y="149385"/>
                  </a:cubicBezTo>
                  <a:cubicBezTo>
                    <a:pt x="130355" y="148108"/>
                    <a:pt x="132911" y="148108"/>
                    <a:pt x="134828" y="149385"/>
                  </a:cubicBezTo>
                  <a:lnTo>
                    <a:pt x="174446" y="172368"/>
                  </a:lnTo>
                  <a:lnTo>
                    <a:pt x="200005" y="128957"/>
                  </a:lnTo>
                  <a:lnTo>
                    <a:pt x="160387" y="105974"/>
                  </a:lnTo>
                  <a:cubicBezTo>
                    <a:pt x="158471" y="104697"/>
                    <a:pt x="157192" y="102782"/>
                    <a:pt x="157192" y="100229"/>
                  </a:cubicBezTo>
                  <a:close/>
                </a:path>
              </a:pathLst>
            </a:custGeom>
            <a:solidFill>
              <a:srgbClr val="007680"/>
            </a:solidFill>
            <a:ln w="6390" cap="flat">
              <a:noFill/>
              <a:prstDash val="solid"/>
              <a:miter/>
            </a:ln>
          </p:spPr>
          <p:txBody>
            <a:bodyPr rtlCol="0" anchor="ctr"/>
            <a:lstStyle/>
            <a:p>
              <a:endParaRPr lang="en-US"/>
            </a:p>
          </p:txBody>
        </p:sp>
        <p:sp>
          <p:nvSpPr>
            <p:cNvPr id="1092" name="Graphic 5">
              <a:extLst>
                <a:ext uri="{FF2B5EF4-FFF2-40B4-BE49-F238E27FC236}">
                  <a16:creationId xmlns:a16="http://schemas.microsoft.com/office/drawing/2014/main" id="{0B274E62-F577-2A4B-BE1E-19C9637E840F}"/>
                </a:ext>
              </a:extLst>
            </p:cNvPr>
            <p:cNvSpPr/>
            <p:nvPr/>
          </p:nvSpPr>
          <p:spPr>
            <a:xfrm>
              <a:off x="11372810" y="3340900"/>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09 w 362309"/>
                <a:gd name="connsiteY3" fmla="*/ 181305 h 361971"/>
                <a:gd name="connsiteX4" fmla="*/ 362309 w 362309"/>
                <a:gd name="connsiteY4" fmla="*/ 181305 h 361971"/>
                <a:gd name="connsiteX5" fmla="*/ 181474 w 362309"/>
                <a:gd name="connsiteY5" fmla="*/ 0 h 361971"/>
                <a:gd name="connsiteX6" fmla="*/ 295215 w 362309"/>
                <a:gd name="connsiteY6" fmla="*/ 210033 h 361971"/>
                <a:gd name="connsiteX7" fmla="*/ 263265 w 362309"/>
                <a:gd name="connsiteY7" fmla="*/ 264935 h 361971"/>
                <a:gd name="connsiteX8" fmla="*/ 254319 w 362309"/>
                <a:gd name="connsiteY8" fmla="*/ 267489 h 361971"/>
                <a:gd name="connsiteX9" fmla="*/ 218536 w 362309"/>
                <a:gd name="connsiteY9" fmla="*/ 247060 h 361971"/>
                <a:gd name="connsiteX10" fmla="*/ 218536 w 362309"/>
                <a:gd name="connsiteY10" fmla="*/ 287917 h 361971"/>
                <a:gd name="connsiteX11" fmla="*/ 212146 w 362309"/>
                <a:gd name="connsiteY11" fmla="*/ 294301 h 361971"/>
                <a:gd name="connsiteX12" fmla="*/ 148885 w 362309"/>
                <a:gd name="connsiteY12" fmla="*/ 294301 h 361971"/>
                <a:gd name="connsiteX13" fmla="*/ 142495 w 362309"/>
                <a:gd name="connsiteY13" fmla="*/ 287917 h 361971"/>
                <a:gd name="connsiteX14" fmla="*/ 142495 w 362309"/>
                <a:gd name="connsiteY14" fmla="*/ 247060 h 361971"/>
                <a:gd name="connsiteX15" fmla="*/ 107350 w 362309"/>
                <a:gd name="connsiteY15" fmla="*/ 267489 h 361971"/>
                <a:gd name="connsiteX16" fmla="*/ 98404 w 362309"/>
                <a:gd name="connsiteY16" fmla="*/ 264935 h 361971"/>
                <a:gd name="connsiteX17" fmla="*/ 98404 w 362309"/>
                <a:gd name="connsiteY17" fmla="*/ 264935 h 361971"/>
                <a:gd name="connsiteX18" fmla="*/ 66455 w 362309"/>
                <a:gd name="connsiteY18" fmla="*/ 210033 h 361971"/>
                <a:gd name="connsiteX19" fmla="*/ 69011 w 362309"/>
                <a:gd name="connsiteY19" fmla="*/ 201095 h 361971"/>
                <a:gd name="connsiteX20" fmla="*/ 69011 w 362309"/>
                <a:gd name="connsiteY20" fmla="*/ 201095 h 361971"/>
                <a:gd name="connsiteX21" fmla="*/ 104794 w 362309"/>
                <a:gd name="connsiteY21" fmla="*/ 180667 h 361971"/>
                <a:gd name="connsiteX22" fmla="*/ 69011 w 362309"/>
                <a:gd name="connsiteY22" fmla="*/ 160238 h 361971"/>
                <a:gd name="connsiteX23" fmla="*/ 65816 w 362309"/>
                <a:gd name="connsiteY23" fmla="*/ 156408 h 361971"/>
                <a:gd name="connsiteX24" fmla="*/ 66455 w 362309"/>
                <a:gd name="connsiteY24" fmla="*/ 151300 h 361971"/>
                <a:gd name="connsiteX25" fmla="*/ 98404 w 362309"/>
                <a:gd name="connsiteY25" fmla="*/ 96398 h 361971"/>
                <a:gd name="connsiteX26" fmla="*/ 102239 w 362309"/>
                <a:gd name="connsiteY26" fmla="*/ 93206 h 361971"/>
                <a:gd name="connsiteX27" fmla="*/ 107350 w 362309"/>
                <a:gd name="connsiteY27" fmla="*/ 93845 h 361971"/>
                <a:gd name="connsiteX28" fmla="*/ 142495 w 362309"/>
                <a:gd name="connsiteY28" fmla="*/ 114273 h 361971"/>
                <a:gd name="connsiteX29" fmla="*/ 142495 w 362309"/>
                <a:gd name="connsiteY29" fmla="*/ 73416 h 361971"/>
                <a:gd name="connsiteX30" fmla="*/ 148885 w 362309"/>
                <a:gd name="connsiteY30" fmla="*/ 67032 h 361971"/>
                <a:gd name="connsiteX31" fmla="*/ 212146 w 362309"/>
                <a:gd name="connsiteY31" fmla="*/ 67032 h 361971"/>
                <a:gd name="connsiteX32" fmla="*/ 218536 w 362309"/>
                <a:gd name="connsiteY32" fmla="*/ 73416 h 361971"/>
                <a:gd name="connsiteX33" fmla="*/ 218536 w 362309"/>
                <a:gd name="connsiteY33" fmla="*/ 114273 h 361971"/>
                <a:gd name="connsiteX34" fmla="*/ 254319 w 362309"/>
                <a:gd name="connsiteY34" fmla="*/ 93845 h 361971"/>
                <a:gd name="connsiteX35" fmla="*/ 263265 w 362309"/>
                <a:gd name="connsiteY35" fmla="*/ 96398 h 361971"/>
                <a:gd name="connsiteX36" fmla="*/ 295215 w 362309"/>
                <a:gd name="connsiteY36" fmla="*/ 151300 h 361971"/>
                <a:gd name="connsiteX37" fmla="*/ 295854 w 362309"/>
                <a:gd name="connsiteY37" fmla="*/ 156408 h 361971"/>
                <a:gd name="connsiteX38" fmla="*/ 292659 w 362309"/>
                <a:gd name="connsiteY38" fmla="*/ 160238 h 361971"/>
                <a:gd name="connsiteX39" fmla="*/ 256875 w 362309"/>
                <a:gd name="connsiteY39" fmla="*/ 180667 h 361971"/>
                <a:gd name="connsiteX40" fmla="*/ 292659 w 362309"/>
                <a:gd name="connsiteY40" fmla="*/ 201095 h 361971"/>
                <a:gd name="connsiteX41" fmla="*/ 295215 w 362309"/>
                <a:gd name="connsiteY41" fmla="*/ 210033 h 361971"/>
                <a:gd name="connsiteX42" fmla="*/ 295215 w 362309"/>
                <a:gd name="connsiteY42" fmla="*/ 21003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2309" h="361971">
                  <a:moveTo>
                    <a:pt x="181474" y="0"/>
                  </a:moveTo>
                  <a:cubicBezTo>
                    <a:pt x="81152" y="0"/>
                    <a:pt x="0" y="81077"/>
                    <a:pt x="0" y="180667"/>
                  </a:cubicBezTo>
                  <a:cubicBezTo>
                    <a:pt x="0" y="280895"/>
                    <a:pt x="81152" y="361972"/>
                    <a:pt x="180835" y="361972"/>
                  </a:cubicBezTo>
                  <a:cubicBezTo>
                    <a:pt x="281157" y="361972"/>
                    <a:pt x="362309" y="280895"/>
                    <a:pt x="362309" y="181305"/>
                  </a:cubicBezTo>
                  <a:cubicBezTo>
                    <a:pt x="362309" y="181305"/>
                    <a:pt x="362309" y="181305"/>
                    <a:pt x="362309" y="181305"/>
                  </a:cubicBezTo>
                  <a:cubicBezTo>
                    <a:pt x="362309" y="81077"/>
                    <a:pt x="281157" y="0"/>
                    <a:pt x="181474" y="0"/>
                  </a:cubicBezTo>
                  <a:close/>
                  <a:moveTo>
                    <a:pt x="295215" y="210033"/>
                  </a:moveTo>
                  <a:lnTo>
                    <a:pt x="263265" y="264935"/>
                  </a:lnTo>
                  <a:cubicBezTo>
                    <a:pt x="261348" y="268127"/>
                    <a:pt x="257514" y="268766"/>
                    <a:pt x="254319" y="267489"/>
                  </a:cubicBezTo>
                  <a:lnTo>
                    <a:pt x="218536" y="247060"/>
                  </a:lnTo>
                  <a:lnTo>
                    <a:pt x="218536" y="287917"/>
                  </a:lnTo>
                  <a:cubicBezTo>
                    <a:pt x="218536" y="291748"/>
                    <a:pt x="215979" y="294301"/>
                    <a:pt x="212146" y="294301"/>
                  </a:cubicBezTo>
                  <a:lnTo>
                    <a:pt x="148885" y="294301"/>
                  </a:lnTo>
                  <a:cubicBezTo>
                    <a:pt x="145051" y="294301"/>
                    <a:pt x="142495" y="291748"/>
                    <a:pt x="142495" y="287917"/>
                  </a:cubicBezTo>
                  <a:lnTo>
                    <a:pt x="142495" y="247060"/>
                  </a:lnTo>
                  <a:lnTo>
                    <a:pt x="107350" y="267489"/>
                  </a:lnTo>
                  <a:cubicBezTo>
                    <a:pt x="104156" y="269404"/>
                    <a:pt x="100322" y="268127"/>
                    <a:pt x="98404" y="264935"/>
                  </a:cubicBezTo>
                  <a:cubicBezTo>
                    <a:pt x="98404" y="264935"/>
                    <a:pt x="98404" y="264935"/>
                    <a:pt x="98404" y="264935"/>
                  </a:cubicBezTo>
                  <a:lnTo>
                    <a:pt x="66455" y="210033"/>
                  </a:lnTo>
                  <a:cubicBezTo>
                    <a:pt x="64538" y="206841"/>
                    <a:pt x="65816" y="203011"/>
                    <a:pt x="69011" y="201095"/>
                  </a:cubicBezTo>
                  <a:cubicBezTo>
                    <a:pt x="69011" y="201095"/>
                    <a:pt x="69011" y="201095"/>
                    <a:pt x="69011" y="201095"/>
                  </a:cubicBezTo>
                  <a:lnTo>
                    <a:pt x="104794" y="180667"/>
                  </a:lnTo>
                  <a:lnTo>
                    <a:pt x="69011" y="160238"/>
                  </a:lnTo>
                  <a:cubicBezTo>
                    <a:pt x="67733" y="159600"/>
                    <a:pt x="66455" y="158323"/>
                    <a:pt x="65816" y="156408"/>
                  </a:cubicBezTo>
                  <a:cubicBezTo>
                    <a:pt x="65177" y="154492"/>
                    <a:pt x="65816" y="153216"/>
                    <a:pt x="66455" y="151300"/>
                  </a:cubicBezTo>
                  <a:lnTo>
                    <a:pt x="98404" y="96398"/>
                  </a:lnTo>
                  <a:cubicBezTo>
                    <a:pt x="99044" y="95121"/>
                    <a:pt x="100961" y="93845"/>
                    <a:pt x="102239" y="93206"/>
                  </a:cubicBezTo>
                  <a:cubicBezTo>
                    <a:pt x="104156" y="92568"/>
                    <a:pt x="105434" y="93206"/>
                    <a:pt x="107350" y="93845"/>
                  </a:cubicBezTo>
                  <a:lnTo>
                    <a:pt x="142495" y="114273"/>
                  </a:lnTo>
                  <a:lnTo>
                    <a:pt x="142495" y="73416"/>
                  </a:lnTo>
                  <a:cubicBezTo>
                    <a:pt x="142495" y="69585"/>
                    <a:pt x="145051" y="67032"/>
                    <a:pt x="148885" y="67032"/>
                  </a:cubicBezTo>
                  <a:lnTo>
                    <a:pt x="212146" y="67032"/>
                  </a:lnTo>
                  <a:cubicBezTo>
                    <a:pt x="215979" y="67032"/>
                    <a:pt x="218536" y="69585"/>
                    <a:pt x="218536" y="73416"/>
                  </a:cubicBezTo>
                  <a:lnTo>
                    <a:pt x="218536" y="114273"/>
                  </a:lnTo>
                  <a:lnTo>
                    <a:pt x="254319" y="93845"/>
                  </a:lnTo>
                  <a:cubicBezTo>
                    <a:pt x="257514" y="91929"/>
                    <a:pt x="261348" y="93206"/>
                    <a:pt x="263265" y="96398"/>
                  </a:cubicBezTo>
                  <a:lnTo>
                    <a:pt x="295215" y="151300"/>
                  </a:lnTo>
                  <a:cubicBezTo>
                    <a:pt x="295854" y="152577"/>
                    <a:pt x="296492" y="154492"/>
                    <a:pt x="295854" y="156408"/>
                  </a:cubicBezTo>
                  <a:cubicBezTo>
                    <a:pt x="295215" y="158323"/>
                    <a:pt x="294576" y="159600"/>
                    <a:pt x="292659" y="160238"/>
                  </a:cubicBezTo>
                  <a:lnTo>
                    <a:pt x="256875" y="180667"/>
                  </a:lnTo>
                  <a:lnTo>
                    <a:pt x="292659" y="201095"/>
                  </a:lnTo>
                  <a:cubicBezTo>
                    <a:pt x="295854" y="203011"/>
                    <a:pt x="297132" y="206841"/>
                    <a:pt x="295215" y="210033"/>
                  </a:cubicBezTo>
                  <a:cubicBezTo>
                    <a:pt x="295215" y="210033"/>
                    <a:pt x="295215" y="210033"/>
                    <a:pt x="295215" y="210033"/>
                  </a:cubicBezTo>
                  <a:close/>
                </a:path>
              </a:pathLst>
            </a:custGeom>
            <a:solidFill>
              <a:srgbClr val="007680"/>
            </a:solidFill>
            <a:ln w="6390" cap="flat">
              <a:noFill/>
              <a:prstDash val="solid"/>
              <a:miter/>
            </a:ln>
          </p:spPr>
          <p:txBody>
            <a:bodyPr rtlCol="0" anchor="ctr"/>
            <a:lstStyle/>
            <a:p>
              <a:endParaRPr lang="en-US"/>
            </a:p>
          </p:txBody>
        </p:sp>
      </p:grpSp>
      <p:grpSp>
        <p:nvGrpSpPr>
          <p:cNvPr id="1093" name="Graphic 5">
            <a:extLst>
              <a:ext uri="{FF2B5EF4-FFF2-40B4-BE49-F238E27FC236}">
                <a16:creationId xmlns:a16="http://schemas.microsoft.com/office/drawing/2014/main" id="{CD552F9F-43F9-D442-B35B-4484EE75B6CE}"/>
              </a:ext>
            </a:extLst>
          </p:cNvPr>
          <p:cNvGrpSpPr/>
          <p:nvPr/>
        </p:nvGrpSpPr>
        <p:grpSpPr>
          <a:xfrm>
            <a:off x="5099808" y="4793894"/>
            <a:ext cx="362309" cy="361971"/>
            <a:chOff x="5099808" y="4793894"/>
            <a:chExt cx="362309" cy="361971"/>
          </a:xfrm>
          <a:solidFill>
            <a:srgbClr val="007680"/>
          </a:solidFill>
        </p:grpSpPr>
        <p:sp>
          <p:nvSpPr>
            <p:cNvPr id="1094" name="Graphic 5">
              <a:extLst>
                <a:ext uri="{FF2B5EF4-FFF2-40B4-BE49-F238E27FC236}">
                  <a16:creationId xmlns:a16="http://schemas.microsoft.com/office/drawing/2014/main" id="{5BA9F79D-B530-1F48-9C12-FDDE9A63A2DF}"/>
                </a:ext>
              </a:extLst>
            </p:cNvPr>
            <p:cNvSpPr/>
            <p:nvPr/>
          </p:nvSpPr>
          <p:spPr>
            <a:xfrm>
              <a:off x="5185433" y="4887739"/>
              <a:ext cx="76040" cy="68946"/>
            </a:xfrm>
            <a:custGeom>
              <a:avLst/>
              <a:gdLst>
                <a:gd name="connsiteX0" fmla="*/ 76040 w 76040"/>
                <a:gd name="connsiteY0" fmla="*/ 0 h 68946"/>
                <a:gd name="connsiteX1" fmla="*/ 0 w 76040"/>
                <a:gd name="connsiteY1" fmla="*/ 68947 h 68946"/>
                <a:gd name="connsiteX2" fmla="*/ 49841 w 76040"/>
                <a:gd name="connsiteY2" fmla="*/ 68947 h 68946"/>
                <a:gd name="connsiteX3" fmla="*/ 76040 w 76040"/>
                <a:gd name="connsiteY3" fmla="*/ 0 h 68946"/>
              </a:gdLst>
              <a:ahLst/>
              <a:cxnLst>
                <a:cxn ang="0">
                  <a:pos x="connsiteX0" y="connsiteY0"/>
                </a:cxn>
                <a:cxn ang="0">
                  <a:pos x="connsiteX1" y="connsiteY1"/>
                </a:cxn>
                <a:cxn ang="0">
                  <a:pos x="connsiteX2" y="connsiteY2"/>
                </a:cxn>
                <a:cxn ang="0">
                  <a:pos x="connsiteX3" y="connsiteY3"/>
                </a:cxn>
              </a:cxnLst>
              <a:rect l="l" t="t" r="r" b="b"/>
              <a:pathLst>
                <a:path w="76040" h="68946">
                  <a:moveTo>
                    <a:pt x="76040" y="0"/>
                  </a:moveTo>
                  <a:cubicBezTo>
                    <a:pt x="38340" y="7661"/>
                    <a:pt x="7668" y="35112"/>
                    <a:pt x="0" y="68947"/>
                  </a:cubicBezTo>
                  <a:cubicBezTo>
                    <a:pt x="15975" y="63202"/>
                    <a:pt x="33867" y="63202"/>
                    <a:pt x="49841" y="68947"/>
                  </a:cubicBezTo>
                  <a:cubicBezTo>
                    <a:pt x="50481" y="44050"/>
                    <a:pt x="59426" y="19152"/>
                    <a:pt x="76040" y="0"/>
                  </a:cubicBezTo>
                  <a:close/>
                </a:path>
              </a:pathLst>
            </a:custGeom>
            <a:solidFill>
              <a:srgbClr val="007680"/>
            </a:solidFill>
            <a:ln w="6390" cap="flat">
              <a:noFill/>
              <a:prstDash val="solid"/>
              <a:miter/>
            </a:ln>
          </p:spPr>
          <p:txBody>
            <a:bodyPr rtlCol="0" anchor="ctr"/>
            <a:lstStyle/>
            <a:p>
              <a:endParaRPr lang="en-US"/>
            </a:p>
          </p:txBody>
        </p:sp>
        <p:sp>
          <p:nvSpPr>
            <p:cNvPr id="1095" name="Graphic 5">
              <a:extLst>
                <a:ext uri="{FF2B5EF4-FFF2-40B4-BE49-F238E27FC236}">
                  <a16:creationId xmlns:a16="http://schemas.microsoft.com/office/drawing/2014/main" id="{DBFC898A-4A22-7F4A-9F23-1492B6FD9A24}"/>
                </a:ext>
              </a:extLst>
            </p:cNvPr>
            <p:cNvSpPr/>
            <p:nvPr/>
          </p:nvSpPr>
          <p:spPr>
            <a:xfrm>
              <a:off x="5248055" y="4886462"/>
              <a:ext cx="65816" cy="68308"/>
            </a:xfrm>
            <a:custGeom>
              <a:avLst/>
              <a:gdLst>
                <a:gd name="connsiteX0" fmla="*/ 33228 w 65816"/>
                <a:gd name="connsiteY0" fmla="*/ 0 h 68308"/>
                <a:gd name="connsiteX1" fmla="*/ 0 w 65816"/>
                <a:gd name="connsiteY1" fmla="*/ 68309 h 68308"/>
                <a:gd name="connsiteX2" fmla="*/ 31950 w 65816"/>
                <a:gd name="connsiteY2" fmla="*/ 58094 h 68308"/>
                <a:gd name="connsiteX3" fmla="*/ 33228 w 65816"/>
                <a:gd name="connsiteY3" fmla="*/ 58094 h 68308"/>
                <a:gd name="connsiteX4" fmla="*/ 33867 w 65816"/>
                <a:gd name="connsiteY4" fmla="*/ 58094 h 68308"/>
                <a:gd name="connsiteX5" fmla="*/ 35784 w 65816"/>
                <a:gd name="connsiteY5" fmla="*/ 58094 h 68308"/>
                <a:gd name="connsiteX6" fmla="*/ 65816 w 65816"/>
                <a:gd name="connsiteY6" fmla="*/ 66394 h 68308"/>
                <a:gd name="connsiteX7" fmla="*/ 33228 w 65816"/>
                <a:gd name="connsiteY7" fmla="*/ 0 h 6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816" h="68308">
                  <a:moveTo>
                    <a:pt x="33228" y="0"/>
                  </a:moveTo>
                  <a:cubicBezTo>
                    <a:pt x="25560" y="5746"/>
                    <a:pt x="3834" y="24898"/>
                    <a:pt x="0" y="68309"/>
                  </a:cubicBezTo>
                  <a:cubicBezTo>
                    <a:pt x="9585" y="62563"/>
                    <a:pt x="20448" y="59371"/>
                    <a:pt x="31950" y="58094"/>
                  </a:cubicBezTo>
                  <a:lnTo>
                    <a:pt x="33228" y="58094"/>
                  </a:lnTo>
                  <a:lnTo>
                    <a:pt x="33867" y="58094"/>
                  </a:lnTo>
                  <a:lnTo>
                    <a:pt x="35784" y="58094"/>
                  </a:lnTo>
                  <a:cubicBezTo>
                    <a:pt x="46646" y="58094"/>
                    <a:pt x="56871" y="61286"/>
                    <a:pt x="65816" y="66394"/>
                  </a:cubicBezTo>
                  <a:cubicBezTo>
                    <a:pt x="61982" y="24898"/>
                    <a:pt x="40896" y="5746"/>
                    <a:pt x="33228" y="0"/>
                  </a:cubicBezTo>
                  <a:close/>
                </a:path>
              </a:pathLst>
            </a:custGeom>
            <a:solidFill>
              <a:srgbClr val="007680"/>
            </a:solidFill>
            <a:ln w="6390" cap="flat">
              <a:noFill/>
              <a:prstDash val="solid"/>
              <a:miter/>
            </a:ln>
          </p:spPr>
          <p:txBody>
            <a:bodyPr rtlCol="0" anchor="ctr"/>
            <a:lstStyle/>
            <a:p>
              <a:endParaRPr lang="en-US"/>
            </a:p>
          </p:txBody>
        </p:sp>
        <p:sp>
          <p:nvSpPr>
            <p:cNvPr id="1096" name="Graphic 5">
              <a:extLst>
                <a:ext uri="{FF2B5EF4-FFF2-40B4-BE49-F238E27FC236}">
                  <a16:creationId xmlns:a16="http://schemas.microsoft.com/office/drawing/2014/main" id="{ED179B40-B2F4-EE49-AAC6-5D9FD69B7463}"/>
                </a:ext>
              </a:extLst>
            </p:cNvPr>
            <p:cNvSpPr/>
            <p:nvPr/>
          </p:nvSpPr>
          <p:spPr>
            <a:xfrm>
              <a:off x="5099808" y="4793894"/>
              <a:ext cx="362309" cy="361971"/>
            </a:xfrm>
            <a:custGeom>
              <a:avLst/>
              <a:gdLst>
                <a:gd name="connsiteX0" fmla="*/ 181474 w 362309"/>
                <a:gd name="connsiteY0" fmla="*/ 0 h 361971"/>
                <a:gd name="connsiteX1" fmla="*/ 0 w 362309"/>
                <a:gd name="connsiteY1" fmla="*/ 180667 h 361971"/>
                <a:gd name="connsiteX2" fmla="*/ 180836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88186 w 362309"/>
                <a:gd name="connsiteY7" fmla="*/ 178752 h 361971"/>
                <a:gd name="connsiteX8" fmla="*/ 281157 w 362309"/>
                <a:gd name="connsiteY8" fmla="*/ 178113 h 361971"/>
                <a:gd name="connsiteX9" fmla="*/ 223648 w 362309"/>
                <a:gd name="connsiteY9" fmla="*/ 178752 h 361971"/>
                <a:gd name="connsiteX10" fmla="*/ 223648 w 362309"/>
                <a:gd name="connsiteY10" fmla="*/ 178752 h 361971"/>
                <a:gd name="connsiteX11" fmla="*/ 222370 w 362309"/>
                <a:gd name="connsiteY11" fmla="*/ 178752 h 361971"/>
                <a:gd name="connsiteX12" fmla="*/ 221092 w 362309"/>
                <a:gd name="connsiteY12" fmla="*/ 178752 h 361971"/>
                <a:gd name="connsiteX13" fmla="*/ 221092 w 362309"/>
                <a:gd name="connsiteY13" fmla="*/ 178752 h 361971"/>
                <a:gd name="connsiteX14" fmla="*/ 218536 w 362309"/>
                <a:gd name="connsiteY14" fmla="*/ 178113 h 361971"/>
                <a:gd name="connsiteX15" fmla="*/ 218536 w 362309"/>
                <a:gd name="connsiteY15" fmla="*/ 178113 h 361971"/>
                <a:gd name="connsiteX16" fmla="*/ 216619 w 362309"/>
                <a:gd name="connsiteY16" fmla="*/ 176836 h 361971"/>
                <a:gd name="connsiteX17" fmla="*/ 216619 w 362309"/>
                <a:gd name="connsiteY17" fmla="*/ 176836 h 361971"/>
                <a:gd name="connsiteX18" fmla="*/ 187864 w 362309"/>
                <a:gd name="connsiteY18" fmla="*/ 163430 h 361971"/>
                <a:gd name="connsiteX19" fmla="*/ 187864 w 362309"/>
                <a:gd name="connsiteY19" fmla="*/ 276426 h 361971"/>
                <a:gd name="connsiteX20" fmla="*/ 165500 w 362309"/>
                <a:gd name="connsiteY20" fmla="*/ 298770 h 361971"/>
                <a:gd name="connsiteX21" fmla="*/ 143135 w 362309"/>
                <a:gd name="connsiteY21" fmla="*/ 276426 h 361971"/>
                <a:gd name="connsiteX22" fmla="*/ 149525 w 362309"/>
                <a:gd name="connsiteY22" fmla="*/ 270042 h 361971"/>
                <a:gd name="connsiteX23" fmla="*/ 155915 w 362309"/>
                <a:gd name="connsiteY23" fmla="*/ 276426 h 361971"/>
                <a:gd name="connsiteX24" fmla="*/ 165500 w 362309"/>
                <a:gd name="connsiteY24" fmla="*/ 286002 h 361971"/>
                <a:gd name="connsiteX25" fmla="*/ 175084 w 362309"/>
                <a:gd name="connsiteY25" fmla="*/ 276426 h 361971"/>
                <a:gd name="connsiteX26" fmla="*/ 175084 w 362309"/>
                <a:gd name="connsiteY26" fmla="*/ 164068 h 361971"/>
                <a:gd name="connsiteX27" fmla="*/ 145052 w 362309"/>
                <a:gd name="connsiteY27" fmla="*/ 178113 h 361971"/>
                <a:gd name="connsiteX28" fmla="*/ 144413 w 362309"/>
                <a:gd name="connsiteY28" fmla="*/ 178752 h 361971"/>
                <a:gd name="connsiteX29" fmla="*/ 143774 w 362309"/>
                <a:gd name="connsiteY29" fmla="*/ 178752 h 361971"/>
                <a:gd name="connsiteX30" fmla="*/ 141857 w 362309"/>
                <a:gd name="connsiteY30" fmla="*/ 179390 h 361971"/>
                <a:gd name="connsiteX31" fmla="*/ 141857 w 362309"/>
                <a:gd name="connsiteY31" fmla="*/ 179390 h 361971"/>
                <a:gd name="connsiteX32" fmla="*/ 139940 w 362309"/>
                <a:gd name="connsiteY32" fmla="*/ 178752 h 361971"/>
                <a:gd name="connsiteX33" fmla="*/ 139301 w 362309"/>
                <a:gd name="connsiteY33" fmla="*/ 178752 h 361971"/>
                <a:gd name="connsiteX34" fmla="*/ 138662 w 362309"/>
                <a:gd name="connsiteY34" fmla="*/ 178752 h 361971"/>
                <a:gd name="connsiteX35" fmla="*/ 81152 w 362309"/>
                <a:gd name="connsiteY35" fmla="*/ 178752 h 361971"/>
                <a:gd name="connsiteX36" fmla="*/ 74762 w 362309"/>
                <a:gd name="connsiteY36" fmla="*/ 178113 h 361971"/>
                <a:gd name="connsiteX37" fmla="*/ 72207 w 362309"/>
                <a:gd name="connsiteY37" fmla="*/ 172368 h 361971"/>
                <a:gd name="connsiteX38" fmla="*/ 175723 w 362309"/>
                <a:gd name="connsiteY38" fmla="*/ 79162 h 361971"/>
                <a:gd name="connsiteX39" fmla="*/ 175723 w 362309"/>
                <a:gd name="connsiteY39" fmla="*/ 69586 h 361971"/>
                <a:gd name="connsiteX40" fmla="*/ 182113 w 362309"/>
                <a:gd name="connsiteY40" fmla="*/ 63202 h 361971"/>
                <a:gd name="connsiteX41" fmla="*/ 188503 w 362309"/>
                <a:gd name="connsiteY41" fmla="*/ 69586 h 361971"/>
                <a:gd name="connsiteX42" fmla="*/ 188503 w 362309"/>
                <a:gd name="connsiteY42" fmla="*/ 79162 h 361971"/>
                <a:gd name="connsiteX43" fmla="*/ 292020 w 362309"/>
                <a:gd name="connsiteY43" fmla="*/ 172368 h 361971"/>
                <a:gd name="connsiteX44" fmla="*/ 288186 w 362309"/>
                <a:gd name="connsiteY44" fmla="*/ 178752 h 361971"/>
                <a:gd name="connsiteX45" fmla="*/ 288186 w 362309"/>
                <a:gd name="connsiteY45" fmla="*/ 17875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62309" h="361971">
                  <a:moveTo>
                    <a:pt x="181474" y="0"/>
                  </a:moveTo>
                  <a:cubicBezTo>
                    <a:pt x="81152" y="0"/>
                    <a:pt x="0" y="81077"/>
                    <a:pt x="0" y="180667"/>
                  </a:cubicBezTo>
                  <a:cubicBezTo>
                    <a:pt x="0" y="280257"/>
                    <a:pt x="81152" y="361972"/>
                    <a:pt x="180836" y="361972"/>
                  </a:cubicBezTo>
                  <a:cubicBezTo>
                    <a:pt x="280518" y="361972"/>
                    <a:pt x="362310" y="280895"/>
                    <a:pt x="362310" y="181305"/>
                  </a:cubicBezTo>
                  <a:cubicBezTo>
                    <a:pt x="362310" y="181305"/>
                    <a:pt x="362310" y="181305"/>
                    <a:pt x="362310" y="181305"/>
                  </a:cubicBezTo>
                  <a:cubicBezTo>
                    <a:pt x="362310" y="81077"/>
                    <a:pt x="281796" y="0"/>
                    <a:pt x="181474" y="0"/>
                  </a:cubicBezTo>
                  <a:cubicBezTo>
                    <a:pt x="181474" y="0"/>
                    <a:pt x="181474" y="0"/>
                    <a:pt x="181474" y="0"/>
                  </a:cubicBezTo>
                  <a:close/>
                  <a:moveTo>
                    <a:pt x="288186" y="178752"/>
                  </a:moveTo>
                  <a:cubicBezTo>
                    <a:pt x="286270" y="180028"/>
                    <a:pt x="283075" y="180028"/>
                    <a:pt x="281157" y="178113"/>
                  </a:cubicBezTo>
                  <a:cubicBezTo>
                    <a:pt x="280518" y="177475"/>
                    <a:pt x="260071" y="163430"/>
                    <a:pt x="223648" y="178752"/>
                  </a:cubicBezTo>
                  <a:lnTo>
                    <a:pt x="223648" y="178752"/>
                  </a:lnTo>
                  <a:cubicBezTo>
                    <a:pt x="223009" y="178752"/>
                    <a:pt x="223009" y="178752"/>
                    <a:pt x="222370" y="178752"/>
                  </a:cubicBezTo>
                  <a:cubicBezTo>
                    <a:pt x="221731" y="178752"/>
                    <a:pt x="221731" y="178752"/>
                    <a:pt x="221092" y="178752"/>
                  </a:cubicBezTo>
                  <a:lnTo>
                    <a:pt x="221092" y="178752"/>
                  </a:lnTo>
                  <a:cubicBezTo>
                    <a:pt x="220453" y="178752"/>
                    <a:pt x="219175" y="178752"/>
                    <a:pt x="218536" y="178113"/>
                  </a:cubicBezTo>
                  <a:lnTo>
                    <a:pt x="218536" y="178113"/>
                  </a:lnTo>
                  <a:cubicBezTo>
                    <a:pt x="217897" y="177475"/>
                    <a:pt x="217258" y="177475"/>
                    <a:pt x="216619" y="176836"/>
                  </a:cubicBezTo>
                  <a:lnTo>
                    <a:pt x="216619" y="176836"/>
                  </a:lnTo>
                  <a:cubicBezTo>
                    <a:pt x="208951" y="169176"/>
                    <a:pt x="198727" y="164068"/>
                    <a:pt x="187864" y="163430"/>
                  </a:cubicBezTo>
                  <a:lnTo>
                    <a:pt x="187864" y="276426"/>
                  </a:lnTo>
                  <a:cubicBezTo>
                    <a:pt x="187864" y="288556"/>
                    <a:pt x="177641" y="298770"/>
                    <a:pt x="165500" y="298770"/>
                  </a:cubicBezTo>
                  <a:cubicBezTo>
                    <a:pt x="153358" y="298770"/>
                    <a:pt x="143135" y="288556"/>
                    <a:pt x="143135" y="276426"/>
                  </a:cubicBezTo>
                  <a:cubicBezTo>
                    <a:pt x="143135" y="272596"/>
                    <a:pt x="145691" y="270042"/>
                    <a:pt x="149525" y="270042"/>
                  </a:cubicBezTo>
                  <a:cubicBezTo>
                    <a:pt x="153358" y="270042"/>
                    <a:pt x="155915" y="272596"/>
                    <a:pt x="155915" y="276426"/>
                  </a:cubicBezTo>
                  <a:cubicBezTo>
                    <a:pt x="155915" y="281534"/>
                    <a:pt x="160388" y="286002"/>
                    <a:pt x="165500" y="286002"/>
                  </a:cubicBezTo>
                  <a:cubicBezTo>
                    <a:pt x="170611" y="286002"/>
                    <a:pt x="175084" y="281534"/>
                    <a:pt x="175084" y="276426"/>
                  </a:cubicBezTo>
                  <a:lnTo>
                    <a:pt x="175084" y="164068"/>
                  </a:lnTo>
                  <a:cubicBezTo>
                    <a:pt x="164221" y="166622"/>
                    <a:pt x="153998" y="171091"/>
                    <a:pt x="145052" y="178113"/>
                  </a:cubicBezTo>
                  <a:lnTo>
                    <a:pt x="144413" y="178752"/>
                  </a:lnTo>
                  <a:lnTo>
                    <a:pt x="143774" y="178752"/>
                  </a:lnTo>
                  <a:cubicBezTo>
                    <a:pt x="143135" y="178752"/>
                    <a:pt x="142496" y="179390"/>
                    <a:pt x="141857" y="179390"/>
                  </a:cubicBezTo>
                  <a:lnTo>
                    <a:pt x="141857" y="179390"/>
                  </a:lnTo>
                  <a:cubicBezTo>
                    <a:pt x="141218" y="179390"/>
                    <a:pt x="140579" y="179390"/>
                    <a:pt x="139940" y="178752"/>
                  </a:cubicBezTo>
                  <a:lnTo>
                    <a:pt x="139301" y="178752"/>
                  </a:lnTo>
                  <a:lnTo>
                    <a:pt x="138662" y="178752"/>
                  </a:lnTo>
                  <a:cubicBezTo>
                    <a:pt x="113102" y="162792"/>
                    <a:pt x="81152" y="178752"/>
                    <a:pt x="81152" y="178752"/>
                  </a:cubicBezTo>
                  <a:cubicBezTo>
                    <a:pt x="79235" y="180028"/>
                    <a:pt x="76679" y="179390"/>
                    <a:pt x="74762" y="178113"/>
                  </a:cubicBezTo>
                  <a:cubicBezTo>
                    <a:pt x="72845" y="176836"/>
                    <a:pt x="71567" y="174921"/>
                    <a:pt x="72207" y="172368"/>
                  </a:cubicBezTo>
                  <a:cubicBezTo>
                    <a:pt x="76040" y="121934"/>
                    <a:pt x="120770" y="82354"/>
                    <a:pt x="175723" y="79162"/>
                  </a:cubicBezTo>
                  <a:lnTo>
                    <a:pt x="175723" y="69586"/>
                  </a:lnTo>
                  <a:cubicBezTo>
                    <a:pt x="175723" y="65755"/>
                    <a:pt x="178279" y="63202"/>
                    <a:pt x="182113" y="63202"/>
                  </a:cubicBezTo>
                  <a:cubicBezTo>
                    <a:pt x="185947" y="63202"/>
                    <a:pt x="188503" y="65755"/>
                    <a:pt x="188503" y="69586"/>
                  </a:cubicBezTo>
                  <a:lnTo>
                    <a:pt x="188503" y="79162"/>
                  </a:lnTo>
                  <a:cubicBezTo>
                    <a:pt x="243457" y="82354"/>
                    <a:pt x="288186" y="121934"/>
                    <a:pt x="292020" y="172368"/>
                  </a:cubicBezTo>
                  <a:cubicBezTo>
                    <a:pt x="292020" y="174921"/>
                    <a:pt x="290742" y="177475"/>
                    <a:pt x="288186" y="178752"/>
                  </a:cubicBezTo>
                  <a:lnTo>
                    <a:pt x="288186" y="178752"/>
                  </a:lnTo>
                  <a:close/>
                </a:path>
              </a:pathLst>
            </a:custGeom>
            <a:solidFill>
              <a:srgbClr val="007680"/>
            </a:solidFill>
            <a:ln w="6390" cap="flat">
              <a:noFill/>
              <a:prstDash val="solid"/>
              <a:miter/>
            </a:ln>
          </p:spPr>
          <p:txBody>
            <a:bodyPr rtlCol="0" anchor="ctr"/>
            <a:lstStyle/>
            <a:p>
              <a:endParaRPr lang="en-US"/>
            </a:p>
          </p:txBody>
        </p:sp>
        <p:sp>
          <p:nvSpPr>
            <p:cNvPr id="1097" name="Graphic 5">
              <a:extLst>
                <a:ext uri="{FF2B5EF4-FFF2-40B4-BE49-F238E27FC236}">
                  <a16:creationId xmlns:a16="http://schemas.microsoft.com/office/drawing/2014/main" id="{2FA604AD-BDCB-9A44-926B-603DC65CFAB6}"/>
                </a:ext>
              </a:extLst>
            </p:cNvPr>
            <p:cNvSpPr/>
            <p:nvPr/>
          </p:nvSpPr>
          <p:spPr>
            <a:xfrm>
              <a:off x="5301091" y="4887739"/>
              <a:ext cx="76040" cy="70223"/>
            </a:xfrm>
            <a:custGeom>
              <a:avLst/>
              <a:gdLst>
                <a:gd name="connsiteX0" fmla="*/ 0 w 76040"/>
                <a:gd name="connsiteY0" fmla="*/ 0 h 70223"/>
                <a:gd name="connsiteX1" fmla="*/ 26199 w 76040"/>
                <a:gd name="connsiteY1" fmla="*/ 70224 h 70223"/>
                <a:gd name="connsiteX2" fmla="*/ 76040 w 76040"/>
                <a:gd name="connsiteY2" fmla="*/ 68309 h 70223"/>
                <a:gd name="connsiteX3" fmla="*/ 0 w 76040"/>
                <a:gd name="connsiteY3" fmla="*/ 0 h 70223"/>
              </a:gdLst>
              <a:ahLst/>
              <a:cxnLst>
                <a:cxn ang="0">
                  <a:pos x="connsiteX0" y="connsiteY0"/>
                </a:cxn>
                <a:cxn ang="0">
                  <a:pos x="connsiteX1" y="connsiteY1"/>
                </a:cxn>
                <a:cxn ang="0">
                  <a:pos x="connsiteX2" y="connsiteY2"/>
                </a:cxn>
                <a:cxn ang="0">
                  <a:pos x="connsiteX3" y="connsiteY3"/>
                </a:cxn>
              </a:cxnLst>
              <a:rect l="l" t="t" r="r" b="b"/>
              <a:pathLst>
                <a:path w="76040" h="70223">
                  <a:moveTo>
                    <a:pt x="0" y="0"/>
                  </a:moveTo>
                  <a:cubicBezTo>
                    <a:pt x="11502" y="12768"/>
                    <a:pt x="24282" y="34474"/>
                    <a:pt x="26199" y="70224"/>
                  </a:cubicBezTo>
                  <a:cubicBezTo>
                    <a:pt x="42174" y="63840"/>
                    <a:pt x="59427" y="63202"/>
                    <a:pt x="76040" y="68309"/>
                  </a:cubicBezTo>
                  <a:cubicBezTo>
                    <a:pt x="67734" y="33835"/>
                    <a:pt x="37062" y="7022"/>
                    <a:pt x="0" y="0"/>
                  </a:cubicBezTo>
                  <a:close/>
                </a:path>
              </a:pathLst>
            </a:custGeom>
            <a:solidFill>
              <a:srgbClr val="007680"/>
            </a:solidFill>
            <a:ln w="6390" cap="flat">
              <a:noFill/>
              <a:prstDash val="solid"/>
              <a:miter/>
            </a:ln>
          </p:spPr>
          <p:txBody>
            <a:bodyPr rtlCol="0" anchor="ctr"/>
            <a:lstStyle/>
            <a:p>
              <a:endParaRPr lang="en-US"/>
            </a:p>
          </p:txBody>
        </p:sp>
      </p:grpSp>
      <p:grpSp>
        <p:nvGrpSpPr>
          <p:cNvPr id="1098" name="Graphic 5">
            <a:extLst>
              <a:ext uri="{FF2B5EF4-FFF2-40B4-BE49-F238E27FC236}">
                <a16:creationId xmlns:a16="http://schemas.microsoft.com/office/drawing/2014/main" id="{3312D68A-D06B-8F40-9FF1-091E51A3B2F7}"/>
              </a:ext>
            </a:extLst>
          </p:cNvPr>
          <p:cNvGrpSpPr/>
          <p:nvPr/>
        </p:nvGrpSpPr>
        <p:grpSpPr>
          <a:xfrm>
            <a:off x="8241101" y="4309350"/>
            <a:ext cx="361671" cy="361971"/>
            <a:chOff x="8241101" y="4309350"/>
            <a:chExt cx="361671" cy="361971"/>
          </a:xfrm>
          <a:solidFill>
            <a:srgbClr val="007680"/>
          </a:solidFill>
        </p:grpSpPr>
        <p:sp>
          <p:nvSpPr>
            <p:cNvPr id="1099" name="Graphic 5">
              <a:extLst>
                <a:ext uri="{FF2B5EF4-FFF2-40B4-BE49-F238E27FC236}">
                  <a16:creationId xmlns:a16="http://schemas.microsoft.com/office/drawing/2014/main" id="{40E3988D-E62C-8D4C-87DB-17B9EBEABC8A}"/>
                </a:ext>
              </a:extLst>
            </p:cNvPr>
            <p:cNvSpPr/>
            <p:nvPr/>
          </p:nvSpPr>
          <p:spPr>
            <a:xfrm>
              <a:off x="8399572" y="4456182"/>
              <a:ext cx="35783" cy="51710"/>
            </a:xfrm>
            <a:custGeom>
              <a:avLst/>
              <a:gdLst>
                <a:gd name="connsiteX0" fmla="*/ 0 w 35783"/>
                <a:gd name="connsiteY0" fmla="*/ 0 h 51710"/>
                <a:gd name="connsiteX1" fmla="*/ 35783 w 35783"/>
                <a:gd name="connsiteY1" fmla="*/ 0 h 51710"/>
                <a:gd name="connsiteX2" fmla="*/ 35783 w 35783"/>
                <a:gd name="connsiteY2" fmla="*/ 51710 h 51710"/>
                <a:gd name="connsiteX3" fmla="*/ 0 w 35783"/>
                <a:gd name="connsiteY3" fmla="*/ 51710 h 51710"/>
              </a:gdLst>
              <a:ahLst/>
              <a:cxnLst>
                <a:cxn ang="0">
                  <a:pos x="connsiteX0" y="connsiteY0"/>
                </a:cxn>
                <a:cxn ang="0">
                  <a:pos x="connsiteX1" y="connsiteY1"/>
                </a:cxn>
                <a:cxn ang="0">
                  <a:pos x="connsiteX2" y="connsiteY2"/>
                </a:cxn>
                <a:cxn ang="0">
                  <a:pos x="connsiteX3" y="connsiteY3"/>
                </a:cxn>
              </a:cxnLst>
              <a:rect l="l" t="t" r="r" b="b"/>
              <a:pathLst>
                <a:path w="35783" h="51710">
                  <a:moveTo>
                    <a:pt x="0" y="0"/>
                  </a:moveTo>
                  <a:lnTo>
                    <a:pt x="35783" y="0"/>
                  </a:lnTo>
                  <a:lnTo>
                    <a:pt x="35783" y="51710"/>
                  </a:lnTo>
                  <a:lnTo>
                    <a:pt x="0" y="51710"/>
                  </a:lnTo>
                  <a:close/>
                </a:path>
              </a:pathLst>
            </a:custGeom>
            <a:solidFill>
              <a:srgbClr val="007680"/>
            </a:solidFill>
            <a:ln w="6390" cap="flat">
              <a:noFill/>
              <a:prstDash val="solid"/>
              <a:miter/>
            </a:ln>
          </p:spPr>
          <p:txBody>
            <a:bodyPr rtlCol="0" anchor="ctr"/>
            <a:lstStyle/>
            <a:p>
              <a:endParaRPr lang="en-US"/>
            </a:p>
          </p:txBody>
        </p:sp>
        <p:sp>
          <p:nvSpPr>
            <p:cNvPr id="1100" name="Graphic 5">
              <a:extLst>
                <a:ext uri="{FF2B5EF4-FFF2-40B4-BE49-F238E27FC236}">
                  <a16:creationId xmlns:a16="http://schemas.microsoft.com/office/drawing/2014/main" id="{74EB1E22-7131-3748-B8B7-6136A6DCB97D}"/>
                </a:ext>
              </a:extLst>
            </p:cNvPr>
            <p:cNvSpPr/>
            <p:nvPr/>
          </p:nvSpPr>
          <p:spPr>
            <a:xfrm>
              <a:off x="8320336" y="4456182"/>
              <a:ext cx="33228" cy="68308"/>
            </a:xfrm>
            <a:custGeom>
              <a:avLst/>
              <a:gdLst>
                <a:gd name="connsiteX0" fmla="*/ 13419 w 33228"/>
                <a:gd name="connsiteY0" fmla="*/ 0 h 68308"/>
                <a:gd name="connsiteX1" fmla="*/ 0 w 33228"/>
                <a:gd name="connsiteY1" fmla="*/ 68308 h 68308"/>
                <a:gd name="connsiteX2" fmla="*/ 33228 w 33228"/>
                <a:gd name="connsiteY2" fmla="*/ 68308 h 68308"/>
                <a:gd name="connsiteX3" fmla="*/ 19170 w 33228"/>
                <a:gd name="connsiteY3" fmla="*/ 0 h 68308"/>
              </a:gdLst>
              <a:ahLst/>
              <a:cxnLst>
                <a:cxn ang="0">
                  <a:pos x="connsiteX0" y="connsiteY0"/>
                </a:cxn>
                <a:cxn ang="0">
                  <a:pos x="connsiteX1" y="connsiteY1"/>
                </a:cxn>
                <a:cxn ang="0">
                  <a:pos x="connsiteX2" y="connsiteY2"/>
                </a:cxn>
                <a:cxn ang="0">
                  <a:pos x="connsiteX3" y="connsiteY3"/>
                </a:cxn>
              </a:cxnLst>
              <a:rect l="l" t="t" r="r" b="b"/>
              <a:pathLst>
                <a:path w="33228" h="68308">
                  <a:moveTo>
                    <a:pt x="13419" y="0"/>
                  </a:moveTo>
                  <a:lnTo>
                    <a:pt x="0" y="68308"/>
                  </a:lnTo>
                  <a:lnTo>
                    <a:pt x="33228" y="68308"/>
                  </a:lnTo>
                  <a:lnTo>
                    <a:pt x="19170" y="0"/>
                  </a:lnTo>
                  <a:close/>
                </a:path>
              </a:pathLst>
            </a:custGeom>
            <a:solidFill>
              <a:srgbClr val="007680"/>
            </a:solidFill>
            <a:ln w="6390" cap="flat">
              <a:noFill/>
              <a:prstDash val="solid"/>
              <a:miter/>
            </a:ln>
          </p:spPr>
          <p:txBody>
            <a:bodyPr rtlCol="0" anchor="ctr"/>
            <a:lstStyle/>
            <a:p>
              <a:endParaRPr lang="en-US"/>
            </a:p>
          </p:txBody>
        </p:sp>
        <p:sp>
          <p:nvSpPr>
            <p:cNvPr id="1101" name="Graphic 5">
              <a:extLst>
                <a:ext uri="{FF2B5EF4-FFF2-40B4-BE49-F238E27FC236}">
                  <a16:creationId xmlns:a16="http://schemas.microsoft.com/office/drawing/2014/main" id="{6201707A-ADB9-5448-949D-7492C7F4EEEC}"/>
                </a:ext>
              </a:extLst>
            </p:cNvPr>
            <p:cNvSpPr/>
            <p:nvPr/>
          </p:nvSpPr>
          <p:spPr>
            <a:xfrm>
              <a:off x="8407879" y="4391704"/>
              <a:ext cx="19169" cy="19151"/>
            </a:xfrm>
            <a:custGeom>
              <a:avLst/>
              <a:gdLst>
                <a:gd name="connsiteX0" fmla="*/ 19170 w 19169"/>
                <a:gd name="connsiteY0" fmla="*/ 9576 h 19151"/>
                <a:gd name="connsiteX1" fmla="*/ 9585 w 19169"/>
                <a:gd name="connsiteY1" fmla="*/ 19152 h 19151"/>
                <a:gd name="connsiteX2" fmla="*/ 0 w 19169"/>
                <a:gd name="connsiteY2" fmla="*/ 9576 h 19151"/>
                <a:gd name="connsiteX3" fmla="*/ 9585 w 19169"/>
                <a:gd name="connsiteY3" fmla="*/ 0 h 19151"/>
                <a:gd name="connsiteX4" fmla="*/ 19170 w 19169"/>
                <a:gd name="connsiteY4" fmla="*/ 9576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19170" y="9576"/>
                  </a:moveTo>
                  <a:cubicBezTo>
                    <a:pt x="19170" y="14865"/>
                    <a:pt x="14878" y="19152"/>
                    <a:pt x="9585" y="19152"/>
                  </a:cubicBezTo>
                  <a:cubicBezTo>
                    <a:pt x="4292" y="19152"/>
                    <a:pt x="0" y="14865"/>
                    <a:pt x="0" y="9576"/>
                  </a:cubicBezTo>
                  <a:cubicBezTo>
                    <a:pt x="0" y="4287"/>
                    <a:pt x="4292" y="0"/>
                    <a:pt x="9585" y="0"/>
                  </a:cubicBezTo>
                  <a:cubicBezTo>
                    <a:pt x="14878" y="0"/>
                    <a:pt x="19170" y="4287"/>
                    <a:pt x="19170" y="9576"/>
                  </a:cubicBezTo>
                  <a:close/>
                </a:path>
              </a:pathLst>
            </a:custGeom>
            <a:solidFill>
              <a:srgbClr val="007680"/>
            </a:solidFill>
            <a:ln w="6390" cap="flat">
              <a:noFill/>
              <a:prstDash val="solid"/>
              <a:miter/>
            </a:ln>
          </p:spPr>
          <p:txBody>
            <a:bodyPr rtlCol="0" anchor="ctr"/>
            <a:lstStyle/>
            <a:p>
              <a:endParaRPr lang="en-US"/>
            </a:p>
          </p:txBody>
        </p:sp>
        <p:sp>
          <p:nvSpPr>
            <p:cNvPr id="1102" name="Graphic 5">
              <a:extLst>
                <a:ext uri="{FF2B5EF4-FFF2-40B4-BE49-F238E27FC236}">
                  <a16:creationId xmlns:a16="http://schemas.microsoft.com/office/drawing/2014/main" id="{D956772E-52D1-0645-AB89-60B658742DD4}"/>
                </a:ext>
              </a:extLst>
            </p:cNvPr>
            <p:cNvSpPr/>
            <p:nvPr/>
          </p:nvSpPr>
          <p:spPr>
            <a:xfrm>
              <a:off x="8327366" y="4391704"/>
              <a:ext cx="19169" cy="19151"/>
            </a:xfrm>
            <a:custGeom>
              <a:avLst/>
              <a:gdLst>
                <a:gd name="connsiteX0" fmla="*/ 19170 w 19169"/>
                <a:gd name="connsiteY0" fmla="*/ 9576 h 19151"/>
                <a:gd name="connsiteX1" fmla="*/ 9585 w 19169"/>
                <a:gd name="connsiteY1" fmla="*/ 19152 h 19151"/>
                <a:gd name="connsiteX2" fmla="*/ 0 w 19169"/>
                <a:gd name="connsiteY2" fmla="*/ 9576 h 19151"/>
                <a:gd name="connsiteX3" fmla="*/ 9585 w 19169"/>
                <a:gd name="connsiteY3" fmla="*/ 0 h 19151"/>
                <a:gd name="connsiteX4" fmla="*/ 19170 w 19169"/>
                <a:gd name="connsiteY4" fmla="*/ 9576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19170" y="9576"/>
                  </a:moveTo>
                  <a:cubicBezTo>
                    <a:pt x="19170" y="14865"/>
                    <a:pt x="14878" y="19152"/>
                    <a:pt x="9585" y="19152"/>
                  </a:cubicBezTo>
                  <a:cubicBezTo>
                    <a:pt x="4291" y="19152"/>
                    <a:pt x="0" y="14865"/>
                    <a:pt x="0" y="9576"/>
                  </a:cubicBezTo>
                  <a:cubicBezTo>
                    <a:pt x="0" y="4287"/>
                    <a:pt x="4291" y="0"/>
                    <a:pt x="9585" y="0"/>
                  </a:cubicBezTo>
                  <a:cubicBezTo>
                    <a:pt x="14878" y="0"/>
                    <a:pt x="19170" y="4287"/>
                    <a:pt x="19170" y="9576"/>
                  </a:cubicBezTo>
                  <a:close/>
                </a:path>
              </a:pathLst>
            </a:custGeom>
            <a:solidFill>
              <a:srgbClr val="007680"/>
            </a:solidFill>
            <a:ln w="6390" cap="flat">
              <a:noFill/>
              <a:prstDash val="solid"/>
              <a:miter/>
            </a:ln>
          </p:spPr>
          <p:txBody>
            <a:bodyPr rtlCol="0" anchor="ctr"/>
            <a:lstStyle/>
            <a:p>
              <a:endParaRPr lang="en-US"/>
            </a:p>
          </p:txBody>
        </p:sp>
        <p:sp>
          <p:nvSpPr>
            <p:cNvPr id="1103" name="Graphic 5">
              <a:extLst>
                <a:ext uri="{FF2B5EF4-FFF2-40B4-BE49-F238E27FC236}">
                  <a16:creationId xmlns:a16="http://schemas.microsoft.com/office/drawing/2014/main" id="{04EDE9ED-DFAE-D546-966F-C50B6D872763}"/>
                </a:ext>
              </a:extLst>
            </p:cNvPr>
            <p:cNvSpPr/>
            <p:nvPr/>
          </p:nvSpPr>
          <p:spPr>
            <a:xfrm>
              <a:off x="8241101" y="4309350"/>
              <a:ext cx="361671" cy="361971"/>
            </a:xfrm>
            <a:custGeom>
              <a:avLst/>
              <a:gdLst>
                <a:gd name="connsiteX0" fmla="*/ 180836 w 361671"/>
                <a:gd name="connsiteY0" fmla="*/ 0 h 361971"/>
                <a:gd name="connsiteX1" fmla="*/ 0 w 361671"/>
                <a:gd name="connsiteY1" fmla="*/ 180667 h 361971"/>
                <a:gd name="connsiteX2" fmla="*/ 180836 w 361671"/>
                <a:gd name="connsiteY2" fmla="*/ 361971 h 361971"/>
                <a:gd name="connsiteX3" fmla="*/ 361671 w 361671"/>
                <a:gd name="connsiteY3" fmla="*/ 181305 h 361971"/>
                <a:gd name="connsiteX4" fmla="*/ 361671 w 361671"/>
                <a:gd name="connsiteY4" fmla="*/ 181305 h 361971"/>
                <a:gd name="connsiteX5" fmla="*/ 180836 w 361671"/>
                <a:gd name="connsiteY5" fmla="*/ 0 h 361971"/>
                <a:gd name="connsiteX6" fmla="*/ 257515 w 361671"/>
                <a:gd name="connsiteY6" fmla="*/ 69585 h 361971"/>
                <a:gd name="connsiteX7" fmla="*/ 279880 w 361671"/>
                <a:gd name="connsiteY7" fmla="*/ 91929 h 361971"/>
                <a:gd name="connsiteX8" fmla="*/ 257515 w 361671"/>
                <a:gd name="connsiteY8" fmla="*/ 114273 h 361971"/>
                <a:gd name="connsiteX9" fmla="*/ 235150 w 361671"/>
                <a:gd name="connsiteY9" fmla="*/ 91929 h 361971"/>
                <a:gd name="connsiteX10" fmla="*/ 257515 w 361671"/>
                <a:gd name="connsiteY10" fmla="*/ 69585 h 361971"/>
                <a:gd name="connsiteX11" fmla="*/ 176363 w 361671"/>
                <a:gd name="connsiteY11" fmla="*/ 69585 h 361971"/>
                <a:gd name="connsiteX12" fmla="*/ 198728 w 361671"/>
                <a:gd name="connsiteY12" fmla="*/ 91929 h 361971"/>
                <a:gd name="connsiteX13" fmla="*/ 176363 w 361671"/>
                <a:gd name="connsiteY13" fmla="*/ 114273 h 361971"/>
                <a:gd name="connsiteX14" fmla="*/ 153998 w 361671"/>
                <a:gd name="connsiteY14" fmla="*/ 91929 h 361971"/>
                <a:gd name="connsiteX15" fmla="*/ 176363 w 361671"/>
                <a:gd name="connsiteY15" fmla="*/ 69585 h 361971"/>
                <a:gd name="connsiteX16" fmla="*/ 176363 w 361671"/>
                <a:gd name="connsiteY16" fmla="*/ 69585 h 361971"/>
                <a:gd name="connsiteX17" fmla="*/ 95849 w 361671"/>
                <a:gd name="connsiteY17" fmla="*/ 69585 h 361971"/>
                <a:gd name="connsiteX18" fmla="*/ 118214 w 361671"/>
                <a:gd name="connsiteY18" fmla="*/ 91929 h 361971"/>
                <a:gd name="connsiteX19" fmla="*/ 95849 w 361671"/>
                <a:gd name="connsiteY19" fmla="*/ 114273 h 361971"/>
                <a:gd name="connsiteX20" fmla="*/ 73484 w 361671"/>
                <a:gd name="connsiteY20" fmla="*/ 91929 h 361971"/>
                <a:gd name="connsiteX21" fmla="*/ 95849 w 361671"/>
                <a:gd name="connsiteY21" fmla="*/ 69585 h 361971"/>
                <a:gd name="connsiteX22" fmla="*/ 95849 w 361671"/>
                <a:gd name="connsiteY22" fmla="*/ 69585 h 361971"/>
                <a:gd name="connsiteX23" fmla="*/ 125243 w 361671"/>
                <a:gd name="connsiteY23" fmla="*/ 225355 h 361971"/>
                <a:gd name="connsiteX24" fmla="*/ 120131 w 361671"/>
                <a:gd name="connsiteY24" fmla="*/ 227908 h 361971"/>
                <a:gd name="connsiteX25" fmla="*/ 118214 w 361671"/>
                <a:gd name="connsiteY25" fmla="*/ 227908 h 361971"/>
                <a:gd name="connsiteX26" fmla="*/ 118214 w 361671"/>
                <a:gd name="connsiteY26" fmla="*/ 286002 h 361971"/>
                <a:gd name="connsiteX27" fmla="*/ 111824 w 361671"/>
                <a:gd name="connsiteY27" fmla="*/ 292386 h 361971"/>
                <a:gd name="connsiteX28" fmla="*/ 105434 w 361671"/>
                <a:gd name="connsiteY28" fmla="*/ 286002 h 361971"/>
                <a:gd name="connsiteX29" fmla="*/ 105434 w 361671"/>
                <a:gd name="connsiteY29" fmla="*/ 227908 h 361971"/>
                <a:gd name="connsiteX30" fmla="*/ 85625 w 361671"/>
                <a:gd name="connsiteY30" fmla="*/ 227908 h 361971"/>
                <a:gd name="connsiteX31" fmla="*/ 85625 w 361671"/>
                <a:gd name="connsiteY31" fmla="*/ 286002 h 361971"/>
                <a:gd name="connsiteX32" fmla="*/ 79235 w 361671"/>
                <a:gd name="connsiteY32" fmla="*/ 292386 h 361971"/>
                <a:gd name="connsiteX33" fmla="*/ 72845 w 361671"/>
                <a:gd name="connsiteY33" fmla="*/ 286002 h 361971"/>
                <a:gd name="connsiteX34" fmla="*/ 72845 w 361671"/>
                <a:gd name="connsiteY34" fmla="*/ 227908 h 361971"/>
                <a:gd name="connsiteX35" fmla="*/ 70929 w 361671"/>
                <a:gd name="connsiteY35" fmla="*/ 227908 h 361971"/>
                <a:gd name="connsiteX36" fmla="*/ 64539 w 361671"/>
                <a:gd name="connsiteY36" fmla="*/ 221524 h 361971"/>
                <a:gd name="connsiteX37" fmla="*/ 64539 w 361671"/>
                <a:gd name="connsiteY37" fmla="*/ 220247 h 361971"/>
                <a:gd name="connsiteX38" fmla="*/ 80514 w 361671"/>
                <a:gd name="connsiteY38" fmla="*/ 139171 h 361971"/>
                <a:gd name="connsiteX39" fmla="*/ 86904 w 361671"/>
                <a:gd name="connsiteY39" fmla="*/ 134064 h 361971"/>
                <a:gd name="connsiteX40" fmla="*/ 103517 w 361671"/>
                <a:gd name="connsiteY40" fmla="*/ 134064 h 361971"/>
                <a:gd name="connsiteX41" fmla="*/ 109907 w 361671"/>
                <a:gd name="connsiteY41" fmla="*/ 139171 h 361971"/>
                <a:gd name="connsiteX42" fmla="*/ 125882 w 361671"/>
                <a:gd name="connsiteY42" fmla="*/ 220247 h 361971"/>
                <a:gd name="connsiteX43" fmla="*/ 125243 w 361671"/>
                <a:gd name="connsiteY43" fmla="*/ 225355 h 361971"/>
                <a:gd name="connsiteX44" fmla="*/ 125243 w 361671"/>
                <a:gd name="connsiteY44" fmla="*/ 225355 h 361971"/>
                <a:gd name="connsiteX45" fmla="*/ 207673 w 361671"/>
                <a:gd name="connsiteY45" fmla="*/ 204926 h 361971"/>
                <a:gd name="connsiteX46" fmla="*/ 201283 w 361671"/>
                <a:gd name="connsiteY46" fmla="*/ 211310 h 361971"/>
                <a:gd name="connsiteX47" fmla="*/ 199367 w 361671"/>
                <a:gd name="connsiteY47" fmla="*/ 211310 h 361971"/>
                <a:gd name="connsiteX48" fmla="*/ 199367 w 361671"/>
                <a:gd name="connsiteY48" fmla="*/ 286002 h 361971"/>
                <a:gd name="connsiteX49" fmla="*/ 192977 w 361671"/>
                <a:gd name="connsiteY49" fmla="*/ 292386 h 361971"/>
                <a:gd name="connsiteX50" fmla="*/ 186587 w 361671"/>
                <a:gd name="connsiteY50" fmla="*/ 286002 h 361971"/>
                <a:gd name="connsiteX51" fmla="*/ 186587 w 361671"/>
                <a:gd name="connsiteY51" fmla="*/ 211310 h 361971"/>
                <a:gd name="connsiteX52" fmla="*/ 166778 w 361671"/>
                <a:gd name="connsiteY52" fmla="*/ 211310 h 361971"/>
                <a:gd name="connsiteX53" fmla="*/ 166778 w 361671"/>
                <a:gd name="connsiteY53" fmla="*/ 286002 h 361971"/>
                <a:gd name="connsiteX54" fmla="*/ 160388 w 361671"/>
                <a:gd name="connsiteY54" fmla="*/ 292386 h 361971"/>
                <a:gd name="connsiteX55" fmla="*/ 153998 w 361671"/>
                <a:gd name="connsiteY55" fmla="*/ 286002 h 361971"/>
                <a:gd name="connsiteX56" fmla="*/ 153998 w 361671"/>
                <a:gd name="connsiteY56" fmla="*/ 211310 h 361971"/>
                <a:gd name="connsiteX57" fmla="*/ 152081 w 361671"/>
                <a:gd name="connsiteY57" fmla="*/ 211310 h 361971"/>
                <a:gd name="connsiteX58" fmla="*/ 145691 w 361671"/>
                <a:gd name="connsiteY58" fmla="*/ 204926 h 361971"/>
                <a:gd name="connsiteX59" fmla="*/ 145691 w 361671"/>
                <a:gd name="connsiteY59" fmla="*/ 140448 h 361971"/>
                <a:gd name="connsiteX60" fmla="*/ 152081 w 361671"/>
                <a:gd name="connsiteY60" fmla="*/ 134064 h 361971"/>
                <a:gd name="connsiteX61" fmla="*/ 200644 w 361671"/>
                <a:gd name="connsiteY61" fmla="*/ 134064 h 361971"/>
                <a:gd name="connsiteX62" fmla="*/ 207034 w 361671"/>
                <a:gd name="connsiteY62" fmla="*/ 140448 h 361971"/>
                <a:gd name="connsiteX63" fmla="*/ 207673 w 361671"/>
                <a:gd name="connsiteY63" fmla="*/ 204926 h 361971"/>
                <a:gd name="connsiteX64" fmla="*/ 288187 w 361671"/>
                <a:gd name="connsiteY64" fmla="*/ 204926 h 361971"/>
                <a:gd name="connsiteX65" fmla="*/ 281797 w 361671"/>
                <a:gd name="connsiteY65" fmla="*/ 211310 h 361971"/>
                <a:gd name="connsiteX66" fmla="*/ 279880 w 361671"/>
                <a:gd name="connsiteY66" fmla="*/ 211310 h 361971"/>
                <a:gd name="connsiteX67" fmla="*/ 279880 w 361671"/>
                <a:gd name="connsiteY67" fmla="*/ 286002 h 361971"/>
                <a:gd name="connsiteX68" fmla="*/ 273490 w 361671"/>
                <a:gd name="connsiteY68" fmla="*/ 292386 h 361971"/>
                <a:gd name="connsiteX69" fmla="*/ 267100 w 361671"/>
                <a:gd name="connsiteY69" fmla="*/ 286002 h 361971"/>
                <a:gd name="connsiteX70" fmla="*/ 267100 w 361671"/>
                <a:gd name="connsiteY70" fmla="*/ 211310 h 361971"/>
                <a:gd name="connsiteX71" fmla="*/ 247291 w 361671"/>
                <a:gd name="connsiteY71" fmla="*/ 211310 h 361971"/>
                <a:gd name="connsiteX72" fmla="*/ 247291 w 361671"/>
                <a:gd name="connsiteY72" fmla="*/ 286002 h 361971"/>
                <a:gd name="connsiteX73" fmla="*/ 240901 w 361671"/>
                <a:gd name="connsiteY73" fmla="*/ 292386 h 361971"/>
                <a:gd name="connsiteX74" fmla="*/ 234511 w 361671"/>
                <a:gd name="connsiteY74" fmla="*/ 286002 h 361971"/>
                <a:gd name="connsiteX75" fmla="*/ 234511 w 361671"/>
                <a:gd name="connsiteY75" fmla="*/ 211310 h 361971"/>
                <a:gd name="connsiteX76" fmla="*/ 232594 w 361671"/>
                <a:gd name="connsiteY76" fmla="*/ 211310 h 361971"/>
                <a:gd name="connsiteX77" fmla="*/ 226204 w 361671"/>
                <a:gd name="connsiteY77" fmla="*/ 204926 h 361971"/>
                <a:gd name="connsiteX78" fmla="*/ 226204 w 361671"/>
                <a:gd name="connsiteY78" fmla="*/ 140448 h 361971"/>
                <a:gd name="connsiteX79" fmla="*/ 232594 w 361671"/>
                <a:gd name="connsiteY79" fmla="*/ 134064 h 361971"/>
                <a:gd name="connsiteX80" fmla="*/ 281157 w 361671"/>
                <a:gd name="connsiteY80" fmla="*/ 134064 h 361971"/>
                <a:gd name="connsiteX81" fmla="*/ 287547 w 361671"/>
                <a:gd name="connsiteY81" fmla="*/ 140448 h 361971"/>
                <a:gd name="connsiteX82" fmla="*/ 288187 w 361671"/>
                <a:gd name="connsiteY82" fmla="*/ 20492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61671" h="361971">
                  <a:moveTo>
                    <a:pt x="180836" y="0"/>
                  </a:moveTo>
                  <a:cubicBezTo>
                    <a:pt x="80514" y="0"/>
                    <a:pt x="0" y="81076"/>
                    <a:pt x="0" y="180667"/>
                  </a:cubicBezTo>
                  <a:cubicBezTo>
                    <a:pt x="0" y="280895"/>
                    <a:pt x="81153" y="361971"/>
                    <a:pt x="180836" y="361971"/>
                  </a:cubicBezTo>
                  <a:cubicBezTo>
                    <a:pt x="281157" y="361971"/>
                    <a:pt x="361671" y="280895"/>
                    <a:pt x="361671" y="181305"/>
                  </a:cubicBezTo>
                  <a:lnTo>
                    <a:pt x="361671" y="181305"/>
                  </a:lnTo>
                  <a:cubicBezTo>
                    <a:pt x="361671" y="81076"/>
                    <a:pt x="281157" y="0"/>
                    <a:pt x="180836" y="0"/>
                  </a:cubicBezTo>
                  <a:close/>
                  <a:moveTo>
                    <a:pt x="257515" y="69585"/>
                  </a:moveTo>
                  <a:cubicBezTo>
                    <a:pt x="269656" y="69585"/>
                    <a:pt x="279880" y="79800"/>
                    <a:pt x="279880" y="91929"/>
                  </a:cubicBezTo>
                  <a:cubicBezTo>
                    <a:pt x="279880" y="104059"/>
                    <a:pt x="269656" y="114273"/>
                    <a:pt x="257515" y="114273"/>
                  </a:cubicBezTo>
                  <a:cubicBezTo>
                    <a:pt x="245374" y="114273"/>
                    <a:pt x="235150" y="104059"/>
                    <a:pt x="235150" y="91929"/>
                  </a:cubicBezTo>
                  <a:cubicBezTo>
                    <a:pt x="235150" y="79800"/>
                    <a:pt x="245374" y="69585"/>
                    <a:pt x="257515" y="69585"/>
                  </a:cubicBezTo>
                  <a:close/>
                  <a:moveTo>
                    <a:pt x="176363" y="69585"/>
                  </a:moveTo>
                  <a:cubicBezTo>
                    <a:pt x="188503" y="69585"/>
                    <a:pt x="198728" y="79800"/>
                    <a:pt x="198728" y="91929"/>
                  </a:cubicBezTo>
                  <a:cubicBezTo>
                    <a:pt x="198728" y="104059"/>
                    <a:pt x="188503" y="114273"/>
                    <a:pt x="176363" y="114273"/>
                  </a:cubicBezTo>
                  <a:cubicBezTo>
                    <a:pt x="164222" y="114273"/>
                    <a:pt x="153998" y="104059"/>
                    <a:pt x="153998" y="91929"/>
                  </a:cubicBezTo>
                  <a:cubicBezTo>
                    <a:pt x="153998" y="79800"/>
                    <a:pt x="164222" y="69585"/>
                    <a:pt x="176363" y="69585"/>
                  </a:cubicBezTo>
                  <a:lnTo>
                    <a:pt x="176363" y="69585"/>
                  </a:lnTo>
                  <a:close/>
                  <a:moveTo>
                    <a:pt x="95849" y="69585"/>
                  </a:moveTo>
                  <a:cubicBezTo>
                    <a:pt x="107990" y="69585"/>
                    <a:pt x="118214" y="79800"/>
                    <a:pt x="118214" y="91929"/>
                  </a:cubicBezTo>
                  <a:cubicBezTo>
                    <a:pt x="118214" y="104059"/>
                    <a:pt x="107990" y="114273"/>
                    <a:pt x="95849" y="114273"/>
                  </a:cubicBezTo>
                  <a:cubicBezTo>
                    <a:pt x="83709" y="114273"/>
                    <a:pt x="73484" y="104059"/>
                    <a:pt x="73484" y="91929"/>
                  </a:cubicBezTo>
                  <a:cubicBezTo>
                    <a:pt x="73484" y="79800"/>
                    <a:pt x="83709" y="69585"/>
                    <a:pt x="95849" y="69585"/>
                  </a:cubicBezTo>
                  <a:lnTo>
                    <a:pt x="95849" y="69585"/>
                  </a:lnTo>
                  <a:close/>
                  <a:moveTo>
                    <a:pt x="125243" y="225355"/>
                  </a:moveTo>
                  <a:cubicBezTo>
                    <a:pt x="123965" y="226631"/>
                    <a:pt x="122048" y="227908"/>
                    <a:pt x="120131" y="227908"/>
                  </a:cubicBezTo>
                  <a:lnTo>
                    <a:pt x="118214" y="227908"/>
                  </a:lnTo>
                  <a:lnTo>
                    <a:pt x="118214" y="286002"/>
                  </a:lnTo>
                  <a:cubicBezTo>
                    <a:pt x="118214" y="289833"/>
                    <a:pt x="115658" y="292386"/>
                    <a:pt x="111824" y="292386"/>
                  </a:cubicBezTo>
                  <a:cubicBezTo>
                    <a:pt x="107990" y="292386"/>
                    <a:pt x="105434" y="289833"/>
                    <a:pt x="105434" y="286002"/>
                  </a:cubicBezTo>
                  <a:lnTo>
                    <a:pt x="105434" y="227908"/>
                  </a:lnTo>
                  <a:lnTo>
                    <a:pt x="85625" y="227908"/>
                  </a:lnTo>
                  <a:lnTo>
                    <a:pt x="85625" y="286002"/>
                  </a:lnTo>
                  <a:cubicBezTo>
                    <a:pt x="85625" y="289833"/>
                    <a:pt x="83069" y="292386"/>
                    <a:pt x="79235" y="292386"/>
                  </a:cubicBezTo>
                  <a:cubicBezTo>
                    <a:pt x="75402" y="292386"/>
                    <a:pt x="72845" y="289833"/>
                    <a:pt x="72845" y="286002"/>
                  </a:cubicBezTo>
                  <a:lnTo>
                    <a:pt x="72845" y="227908"/>
                  </a:lnTo>
                  <a:lnTo>
                    <a:pt x="70929" y="227908"/>
                  </a:lnTo>
                  <a:cubicBezTo>
                    <a:pt x="67094" y="227908"/>
                    <a:pt x="64539" y="225355"/>
                    <a:pt x="64539" y="221524"/>
                  </a:cubicBezTo>
                  <a:cubicBezTo>
                    <a:pt x="64539" y="220886"/>
                    <a:pt x="64539" y="220886"/>
                    <a:pt x="64539" y="220247"/>
                  </a:cubicBezTo>
                  <a:lnTo>
                    <a:pt x="80514" y="139171"/>
                  </a:lnTo>
                  <a:cubicBezTo>
                    <a:pt x="81153" y="135979"/>
                    <a:pt x="83709" y="134064"/>
                    <a:pt x="86904" y="134064"/>
                  </a:cubicBezTo>
                  <a:lnTo>
                    <a:pt x="103517" y="134064"/>
                  </a:lnTo>
                  <a:cubicBezTo>
                    <a:pt x="106712" y="134064"/>
                    <a:pt x="109269" y="135979"/>
                    <a:pt x="109907" y="139171"/>
                  </a:cubicBezTo>
                  <a:lnTo>
                    <a:pt x="125882" y="220247"/>
                  </a:lnTo>
                  <a:cubicBezTo>
                    <a:pt x="127160" y="222163"/>
                    <a:pt x="126521" y="224078"/>
                    <a:pt x="125243" y="225355"/>
                  </a:cubicBezTo>
                  <a:lnTo>
                    <a:pt x="125243" y="225355"/>
                  </a:lnTo>
                  <a:close/>
                  <a:moveTo>
                    <a:pt x="207673" y="204926"/>
                  </a:moveTo>
                  <a:cubicBezTo>
                    <a:pt x="207673" y="208756"/>
                    <a:pt x="205118" y="211310"/>
                    <a:pt x="201283" y="211310"/>
                  </a:cubicBezTo>
                  <a:lnTo>
                    <a:pt x="199367" y="211310"/>
                  </a:lnTo>
                  <a:lnTo>
                    <a:pt x="199367" y="286002"/>
                  </a:lnTo>
                  <a:cubicBezTo>
                    <a:pt x="199367" y="289833"/>
                    <a:pt x="196810" y="292386"/>
                    <a:pt x="192977" y="292386"/>
                  </a:cubicBezTo>
                  <a:cubicBezTo>
                    <a:pt x="189143" y="292386"/>
                    <a:pt x="186587" y="289833"/>
                    <a:pt x="186587" y="286002"/>
                  </a:cubicBezTo>
                  <a:lnTo>
                    <a:pt x="186587" y="211310"/>
                  </a:lnTo>
                  <a:lnTo>
                    <a:pt x="166778" y="211310"/>
                  </a:lnTo>
                  <a:lnTo>
                    <a:pt x="166778" y="286002"/>
                  </a:lnTo>
                  <a:cubicBezTo>
                    <a:pt x="166778" y="289833"/>
                    <a:pt x="164222" y="292386"/>
                    <a:pt x="160388" y="292386"/>
                  </a:cubicBezTo>
                  <a:cubicBezTo>
                    <a:pt x="156553" y="292386"/>
                    <a:pt x="153998" y="289833"/>
                    <a:pt x="153998" y="286002"/>
                  </a:cubicBezTo>
                  <a:lnTo>
                    <a:pt x="153998" y="211310"/>
                  </a:lnTo>
                  <a:lnTo>
                    <a:pt x="152081" y="211310"/>
                  </a:lnTo>
                  <a:cubicBezTo>
                    <a:pt x="148247" y="211310"/>
                    <a:pt x="145691" y="208756"/>
                    <a:pt x="145691" y="204926"/>
                  </a:cubicBezTo>
                  <a:lnTo>
                    <a:pt x="145691" y="140448"/>
                  </a:lnTo>
                  <a:cubicBezTo>
                    <a:pt x="145691" y="136617"/>
                    <a:pt x="148247" y="134064"/>
                    <a:pt x="152081" y="134064"/>
                  </a:cubicBezTo>
                  <a:lnTo>
                    <a:pt x="200644" y="134064"/>
                  </a:lnTo>
                  <a:cubicBezTo>
                    <a:pt x="204478" y="134064"/>
                    <a:pt x="207034" y="136617"/>
                    <a:pt x="207034" y="140448"/>
                  </a:cubicBezTo>
                  <a:lnTo>
                    <a:pt x="207673" y="204926"/>
                  </a:lnTo>
                  <a:close/>
                  <a:moveTo>
                    <a:pt x="288187" y="204926"/>
                  </a:moveTo>
                  <a:cubicBezTo>
                    <a:pt x="288187" y="208756"/>
                    <a:pt x="285631" y="211310"/>
                    <a:pt x="281797" y="211310"/>
                  </a:cubicBezTo>
                  <a:lnTo>
                    <a:pt x="279880" y="211310"/>
                  </a:lnTo>
                  <a:lnTo>
                    <a:pt x="279880" y="286002"/>
                  </a:lnTo>
                  <a:cubicBezTo>
                    <a:pt x="279880" y="289833"/>
                    <a:pt x="277323" y="292386"/>
                    <a:pt x="273490" y="292386"/>
                  </a:cubicBezTo>
                  <a:cubicBezTo>
                    <a:pt x="269656" y="292386"/>
                    <a:pt x="267100" y="289833"/>
                    <a:pt x="267100" y="286002"/>
                  </a:cubicBezTo>
                  <a:lnTo>
                    <a:pt x="267100" y="211310"/>
                  </a:lnTo>
                  <a:lnTo>
                    <a:pt x="247291" y="211310"/>
                  </a:lnTo>
                  <a:lnTo>
                    <a:pt x="247291" y="286002"/>
                  </a:lnTo>
                  <a:cubicBezTo>
                    <a:pt x="247291" y="289833"/>
                    <a:pt x="244735" y="292386"/>
                    <a:pt x="240901" y="292386"/>
                  </a:cubicBezTo>
                  <a:cubicBezTo>
                    <a:pt x="237067" y="292386"/>
                    <a:pt x="234511" y="289833"/>
                    <a:pt x="234511" y="286002"/>
                  </a:cubicBezTo>
                  <a:lnTo>
                    <a:pt x="234511" y="211310"/>
                  </a:lnTo>
                  <a:lnTo>
                    <a:pt x="232594" y="211310"/>
                  </a:lnTo>
                  <a:cubicBezTo>
                    <a:pt x="228760" y="211310"/>
                    <a:pt x="226204" y="208756"/>
                    <a:pt x="226204" y="204926"/>
                  </a:cubicBezTo>
                  <a:lnTo>
                    <a:pt x="226204" y="140448"/>
                  </a:lnTo>
                  <a:cubicBezTo>
                    <a:pt x="226204" y="136617"/>
                    <a:pt x="228760" y="134064"/>
                    <a:pt x="232594" y="134064"/>
                  </a:cubicBezTo>
                  <a:lnTo>
                    <a:pt x="281157" y="134064"/>
                  </a:lnTo>
                  <a:cubicBezTo>
                    <a:pt x="284992" y="134064"/>
                    <a:pt x="287547" y="136617"/>
                    <a:pt x="287547" y="140448"/>
                  </a:cubicBezTo>
                  <a:lnTo>
                    <a:pt x="288187" y="204926"/>
                  </a:lnTo>
                  <a:close/>
                </a:path>
              </a:pathLst>
            </a:custGeom>
            <a:solidFill>
              <a:srgbClr val="007680"/>
            </a:solidFill>
            <a:ln w="6390" cap="flat">
              <a:noFill/>
              <a:prstDash val="solid"/>
              <a:miter/>
            </a:ln>
          </p:spPr>
          <p:txBody>
            <a:bodyPr rtlCol="0" anchor="ctr"/>
            <a:lstStyle/>
            <a:p>
              <a:endParaRPr lang="en-US"/>
            </a:p>
          </p:txBody>
        </p:sp>
        <p:sp>
          <p:nvSpPr>
            <p:cNvPr id="1104" name="Graphic 5">
              <a:extLst>
                <a:ext uri="{FF2B5EF4-FFF2-40B4-BE49-F238E27FC236}">
                  <a16:creationId xmlns:a16="http://schemas.microsoft.com/office/drawing/2014/main" id="{8C894E4C-825D-7042-8343-B0A71E0B939A}"/>
                </a:ext>
              </a:extLst>
            </p:cNvPr>
            <p:cNvSpPr/>
            <p:nvPr/>
          </p:nvSpPr>
          <p:spPr>
            <a:xfrm>
              <a:off x="8489031" y="4391704"/>
              <a:ext cx="19169" cy="19151"/>
            </a:xfrm>
            <a:custGeom>
              <a:avLst/>
              <a:gdLst>
                <a:gd name="connsiteX0" fmla="*/ 19170 w 19169"/>
                <a:gd name="connsiteY0" fmla="*/ 9576 h 19151"/>
                <a:gd name="connsiteX1" fmla="*/ 9585 w 19169"/>
                <a:gd name="connsiteY1" fmla="*/ 19152 h 19151"/>
                <a:gd name="connsiteX2" fmla="*/ 0 w 19169"/>
                <a:gd name="connsiteY2" fmla="*/ 9576 h 19151"/>
                <a:gd name="connsiteX3" fmla="*/ 9585 w 19169"/>
                <a:gd name="connsiteY3" fmla="*/ 0 h 19151"/>
                <a:gd name="connsiteX4" fmla="*/ 19170 w 19169"/>
                <a:gd name="connsiteY4" fmla="*/ 9576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19170" y="9576"/>
                  </a:moveTo>
                  <a:cubicBezTo>
                    <a:pt x="19170" y="14865"/>
                    <a:pt x="14878" y="19152"/>
                    <a:pt x="9585" y="19152"/>
                  </a:cubicBezTo>
                  <a:cubicBezTo>
                    <a:pt x="4292" y="19152"/>
                    <a:pt x="0" y="14865"/>
                    <a:pt x="0" y="9576"/>
                  </a:cubicBezTo>
                  <a:cubicBezTo>
                    <a:pt x="0" y="4287"/>
                    <a:pt x="4292" y="0"/>
                    <a:pt x="9585" y="0"/>
                  </a:cubicBezTo>
                  <a:cubicBezTo>
                    <a:pt x="14878" y="0"/>
                    <a:pt x="19170" y="4287"/>
                    <a:pt x="19170" y="9576"/>
                  </a:cubicBezTo>
                  <a:close/>
                </a:path>
              </a:pathLst>
            </a:custGeom>
            <a:solidFill>
              <a:srgbClr val="007680"/>
            </a:solidFill>
            <a:ln w="6390" cap="flat">
              <a:noFill/>
              <a:prstDash val="solid"/>
              <a:miter/>
            </a:ln>
          </p:spPr>
          <p:txBody>
            <a:bodyPr rtlCol="0" anchor="ctr"/>
            <a:lstStyle/>
            <a:p>
              <a:endParaRPr lang="en-US"/>
            </a:p>
          </p:txBody>
        </p:sp>
        <p:sp>
          <p:nvSpPr>
            <p:cNvPr id="1105" name="Graphic 5">
              <a:extLst>
                <a:ext uri="{FF2B5EF4-FFF2-40B4-BE49-F238E27FC236}">
                  <a16:creationId xmlns:a16="http://schemas.microsoft.com/office/drawing/2014/main" id="{3DFA7EAC-53C2-264A-B33B-AF4BFD7B6B5B}"/>
                </a:ext>
              </a:extLst>
            </p:cNvPr>
            <p:cNvSpPr/>
            <p:nvPr/>
          </p:nvSpPr>
          <p:spPr>
            <a:xfrm>
              <a:off x="8480724" y="4456182"/>
              <a:ext cx="35783" cy="51710"/>
            </a:xfrm>
            <a:custGeom>
              <a:avLst/>
              <a:gdLst>
                <a:gd name="connsiteX0" fmla="*/ 0 w 35783"/>
                <a:gd name="connsiteY0" fmla="*/ 0 h 51710"/>
                <a:gd name="connsiteX1" fmla="*/ 35783 w 35783"/>
                <a:gd name="connsiteY1" fmla="*/ 0 h 51710"/>
                <a:gd name="connsiteX2" fmla="*/ 35783 w 35783"/>
                <a:gd name="connsiteY2" fmla="*/ 51710 h 51710"/>
                <a:gd name="connsiteX3" fmla="*/ 0 w 35783"/>
                <a:gd name="connsiteY3" fmla="*/ 51710 h 51710"/>
              </a:gdLst>
              <a:ahLst/>
              <a:cxnLst>
                <a:cxn ang="0">
                  <a:pos x="connsiteX0" y="connsiteY0"/>
                </a:cxn>
                <a:cxn ang="0">
                  <a:pos x="connsiteX1" y="connsiteY1"/>
                </a:cxn>
                <a:cxn ang="0">
                  <a:pos x="connsiteX2" y="connsiteY2"/>
                </a:cxn>
                <a:cxn ang="0">
                  <a:pos x="connsiteX3" y="connsiteY3"/>
                </a:cxn>
              </a:cxnLst>
              <a:rect l="l" t="t" r="r" b="b"/>
              <a:pathLst>
                <a:path w="35783" h="51710">
                  <a:moveTo>
                    <a:pt x="0" y="0"/>
                  </a:moveTo>
                  <a:lnTo>
                    <a:pt x="35783" y="0"/>
                  </a:lnTo>
                  <a:lnTo>
                    <a:pt x="35783" y="51710"/>
                  </a:lnTo>
                  <a:lnTo>
                    <a:pt x="0" y="51710"/>
                  </a:lnTo>
                  <a:close/>
                </a:path>
              </a:pathLst>
            </a:custGeom>
            <a:solidFill>
              <a:srgbClr val="007680"/>
            </a:solidFill>
            <a:ln w="6390" cap="flat">
              <a:noFill/>
              <a:prstDash val="solid"/>
              <a:miter/>
            </a:ln>
          </p:spPr>
          <p:txBody>
            <a:bodyPr rtlCol="0" anchor="ctr"/>
            <a:lstStyle/>
            <a:p>
              <a:endParaRPr lang="en-US"/>
            </a:p>
          </p:txBody>
        </p:sp>
      </p:grpSp>
      <p:grpSp>
        <p:nvGrpSpPr>
          <p:cNvPr id="1106" name="Graphic 5">
            <a:extLst>
              <a:ext uri="{FF2B5EF4-FFF2-40B4-BE49-F238E27FC236}">
                <a16:creationId xmlns:a16="http://schemas.microsoft.com/office/drawing/2014/main" id="{E7015121-6FB7-FE4B-ADF9-FF8405C05B31}"/>
              </a:ext>
            </a:extLst>
          </p:cNvPr>
          <p:cNvGrpSpPr/>
          <p:nvPr/>
        </p:nvGrpSpPr>
        <p:grpSpPr>
          <a:xfrm>
            <a:off x="8841755" y="4309350"/>
            <a:ext cx="362309" cy="361971"/>
            <a:chOff x="8841755" y="4309350"/>
            <a:chExt cx="362309" cy="361971"/>
          </a:xfrm>
          <a:solidFill>
            <a:srgbClr val="007680"/>
          </a:solidFill>
        </p:grpSpPr>
        <p:sp>
          <p:nvSpPr>
            <p:cNvPr id="1107" name="Graphic 5">
              <a:extLst>
                <a:ext uri="{FF2B5EF4-FFF2-40B4-BE49-F238E27FC236}">
                  <a16:creationId xmlns:a16="http://schemas.microsoft.com/office/drawing/2014/main" id="{5E5DC390-3585-644D-B658-7410E50E2A1E}"/>
                </a:ext>
              </a:extLst>
            </p:cNvPr>
            <p:cNvSpPr/>
            <p:nvPr/>
          </p:nvSpPr>
          <p:spPr>
            <a:xfrm>
              <a:off x="8841755" y="4309350"/>
              <a:ext cx="362309" cy="361971"/>
            </a:xfrm>
            <a:custGeom>
              <a:avLst/>
              <a:gdLst>
                <a:gd name="connsiteX0" fmla="*/ 181474 w 362309"/>
                <a:gd name="connsiteY0" fmla="*/ 0 h 361971"/>
                <a:gd name="connsiteX1" fmla="*/ 0 w 362309"/>
                <a:gd name="connsiteY1" fmla="*/ 180667 h 361971"/>
                <a:gd name="connsiteX2" fmla="*/ 180836 w 362309"/>
                <a:gd name="connsiteY2" fmla="*/ 361971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349204 h 361971"/>
                <a:gd name="connsiteX7" fmla="*/ 12780 w 362309"/>
                <a:gd name="connsiteY7" fmla="*/ 181305 h 361971"/>
                <a:gd name="connsiteX8" fmla="*/ 180836 w 362309"/>
                <a:gd name="connsiteY8" fmla="*/ 12768 h 361971"/>
                <a:gd name="connsiteX9" fmla="*/ 349530 w 362309"/>
                <a:gd name="connsiteY9" fmla="*/ 180667 h 361971"/>
                <a:gd name="connsiteX10" fmla="*/ 349530 w 362309"/>
                <a:gd name="connsiteY10" fmla="*/ 180667 h 361971"/>
                <a:gd name="connsiteX11" fmla="*/ 181474 w 362309"/>
                <a:gd name="connsiteY11" fmla="*/ 349204 h 361971"/>
                <a:gd name="connsiteX12" fmla="*/ 181474 w 362309"/>
                <a:gd name="connsiteY12" fmla="*/ 34920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2309" h="361971">
                  <a:moveTo>
                    <a:pt x="181474" y="0"/>
                  </a:moveTo>
                  <a:cubicBezTo>
                    <a:pt x="81153" y="0"/>
                    <a:pt x="0" y="81076"/>
                    <a:pt x="0" y="180667"/>
                  </a:cubicBezTo>
                  <a:cubicBezTo>
                    <a:pt x="0" y="280895"/>
                    <a:pt x="81153" y="361971"/>
                    <a:pt x="180836" y="361971"/>
                  </a:cubicBezTo>
                  <a:cubicBezTo>
                    <a:pt x="281157" y="361971"/>
                    <a:pt x="362310" y="280895"/>
                    <a:pt x="362310" y="181305"/>
                  </a:cubicBezTo>
                  <a:cubicBezTo>
                    <a:pt x="362310" y="181305"/>
                    <a:pt x="362310" y="181305"/>
                    <a:pt x="362310" y="181305"/>
                  </a:cubicBezTo>
                  <a:cubicBezTo>
                    <a:pt x="362310" y="81076"/>
                    <a:pt x="281157" y="0"/>
                    <a:pt x="181474" y="0"/>
                  </a:cubicBezTo>
                  <a:close/>
                  <a:moveTo>
                    <a:pt x="181474" y="349204"/>
                  </a:moveTo>
                  <a:cubicBezTo>
                    <a:pt x="88181" y="349204"/>
                    <a:pt x="12780" y="273873"/>
                    <a:pt x="12780" y="181305"/>
                  </a:cubicBezTo>
                  <a:cubicBezTo>
                    <a:pt x="12780" y="88099"/>
                    <a:pt x="88181" y="12768"/>
                    <a:pt x="180836" y="12768"/>
                  </a:cubicBezTo>
                  <a:cubicBezTo>
                    <a:pt x="274128" y="12768"/>
                    <a:pt x="349530" y="88099"/>
                    <a:pt x="349530" y="180667"/>
                  </a:cubicBezTo>
                  <a:cubicBezTo>
                    <a:pt x="349530" y="180667"/>
                    <a:pt x="349530" y="180667"/>
                    <a:pt x="349530" y="180667"/>
                  </a:cubicBezTo>
                  <a:cubicBezTo>
                    <a:pt x="349530" y="273873"/>
                    <a:pt x="274128" y="349204"/>
                    <a:pt x="181474" y="349204"/>
                  </a:cubicBezTo>
                  <a:lnTo>
                    <a:pt x="181474" y="349204"/>
                  </a:lnTo>
                  <a:close/>
                </a:path>
              </a:pathLst>
            </a:custGeom>
            <a:solidFill>
              <a:srgbClr val="007680"/>
            </a:solidFill>
            <a:ln w="6390" cap="flat">
              <a:noFill/>
              <a:prstDash val="solid"/>
              <a:miter/>
            </a:ln>
          </p:spPr>
          <p:txBody>
            <a:bodyPr rtlCol="0" anchor="ctr"/>
            <a:lstStyle/>
            <a:p>
              <a:endParaRPr lang="en-US"/>
            </a:p>
          </p:txBody>
        </p:sp>
        <p:sp>
          <p:nvSpPr>
            <p:cNvPr id="1108" name="Graphic 5">
              <a:extLst>
                <a:ext uri="{FF2B5EF4-FFF2-40B4-BE49-F238E27FC236}">
                  <a16:creationId xmlns:a16="http://schemas.microsoft.com/office/drawing/2014/main" id="{E2DB232C-6E97-A44B-A9B3-CCA50E05B7C6}"/>
                </a:ext>
              </a:extLst>
            </p:cNvPr>
            <p:cNvSpPr/>
            <p:nvPr/>
          </p:nvSpPr>
          <p:spPr>
            <a:xfrm>
              <a:off x="8912563" y="4444052"/>
              <a:ext cx="60186" cy="156407"/>
            </a:xfrm>
            <a:custGeom>
              <a:avLst/>
              <a:gdLst>
                <a:gd name="connsiteX0" fmla="*/ 38461 w 60186"/>
                <a:gd name="connsiteY0" fmla="*/ 0 h 156407"/>
                <a:gd name="connsiteX1" fmla="*/ 22486 w 60186"/>
                <a:gd name="connsiteY1" fmla="*/ 0 h 156407"/>
                <a:gd name="connsiteX2" fmla="*/ 16096 w 60186"/>
                <a:gd name="connsiteY2" fmla="*/ 5107 h 156407"/>
                <a:gd name="connsiteX3" fmla="*/ 121 w 60186"/>
                <a:gd name="connsiteY3" fmla="*/ 84907 h 156407"/>
                <a:gd name="connsiteX4" fmla="*/ 5233 w 60186"/>
                <a:gd name="connsiteY4" fmla="*/ 92568 h 156407"/>
                <a:gd name="connsiteX5" fmla="*/ 6511 w 60186"/>
                <a:gd name="connsiteY5" fmla="*/ 92568 h 156407"/>
                <a:gd name="connsiteX6" fmla="*/ 7789 w 60186"/>
                <a:gd name="connsiteY6" fmla="*/ 92568 h 156407"/>
                <a:gd name="connsiteX7" fmla="*/ 7789 w 60186"/>
                <a:gd name="connsiteY7" fmla="*/ 150024 h 156407"/>
                <a:gd name="connsiteX8" fmla="*/ 14179 w 60186"/>
                <a:gd name="connsiteY8" fmla="*/ 156408 h 156407"/>
                <a:gd name="connsiteX9" fmla="*/ 20569 w 60186"/>
                <a:gd name="connsiteY9" fmla="*/ 150024 h 156407"/>
                <a:gd name="connsiteX10" fmla="*/ 20569 w 60186"/>
                <a:gd name="connsiteY10" fmla="*/ 92568 h 156407"/>
                <a:gd name="connsiteX11" fmla="*/ 39739 w 60186"/>
                <a:gd name="connsiteY11" fmla="*/ 92568 h 156407"/>
                <a:gd name="connsiteX12" fmla="*/ 39739 w 60186"/>
                <a:gd name="connsiteY12" fmla="*/ 150024 h 156407"/>
                <a:gd name="connsiteX13" fmla="*/ 46129 w 60186"/>
                <a:gd name="connsiteY13" fmla="*/ 156408 h 156407"/>
                <a:gd name="connsiteX14" fmla="*/ 52518 w 60186"/>
                <a:gd name="connsiteY14" fmla="*/ 150024 h 156407"/>
                <a:gd name="connsiteX15" fmla="*/ 52518 w 60186"/>
                <a:gd name="connsiteY15" fmla="*/ 92568 h 156407"/>
                <a:gd name="connsiteX16" fmla="*/ 53796 w 60186"/>
                <a:gd name="connsiteY16" fmla="*/ 92568 h 156407"/>
                <a:gd name="connsiteX17" fmla="*/ 60186 w 60186"/>
                <a:gd name="connsiteY17" fmla="*/ 86184 h 156407"/>
                <a:gd name="connsiteX18" fmla="*/ 60186 w 60186"/>
                <a:gd name="connsiteY18" fmla="*/ 84907 h 156407"/>
                <a:gd name="connsiteX19" fmla="*/ 44211 w 60186"/>
                <a:gd name="connsiteY19" fmla="*/ 5107 h 156407"/>
                <a:gd name="connsiteX20" fmla="*/ 38461 w 60186"/>
                <a:gd name="connsiteY20" fmla="*/ 0 h 156407"/>
                <a:gd name="connsiteX21" fmla="*/ 14818 w 60186"/>
                <a:gd name="connsiteY21" fmla="*/ 79800 h 156407"/>
                <a:gd name="connsiteX22" fmla="*/ 28236 w 60186"/>
                <a:gd name="connsiteY22" fmla="*/ 12768 h 156407"/>
                <a:gd name="connsiteX23" fmla="*/ 33349 w 60186"/>
                <a:gd name="connsiteY23" fmla="*/ 12768 h 156407"/>
                <a:gd name="connsiteX24" fmla="*/ 46767 w 60186"/>
                <a:gd name="connsiteY24" fmla="*/ 79800 h 156407"/>
                <a:gd name="connsiteX25" fmla="*/ 14818 w 60186"/>
                <a:gd name="connsiteY25" fmla="*/ 79800 h 156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0186" h="156407">
                  <a:moveTo>
                    <a:pt x="38461" y="0"/>
                  </a:moveTo>
                  <a:lnTo>
                    <a:pt x="22486" y="0"/>
                  </a:lnTo>
                  <a:cubicBezTo>
                    <a:pt x="19291" y="0"/>
                    <a:pt x="16735" y="1915"/>
                    <a:pt x="16096" y="5107"/>
                  </a:cubicBezTo>
                  <a:lnTo>
                    <a:pt x="121" y="84907"/>
                  </a:lnTo>
                  <a:cubicBezTo>
                    <a:pt x="-518" y="88099"/>
                    <a:pt x="1399" y="91930"/>
                    <a:pt x="5233" y="92568"/>
                  </a:cubicBezTo>
                  <a:cubicBezTo>
                    <a:pt x="5872" y="92568"/>
                    <a:pt x="5872" y="92568"/>
                    <a:pt x="6511" y="92568"/>
                  </a:cubicBezTo>
                  <a:lnTo>
                    <a:pt x="7789" y="92568"/>
                  </a:lnTo>
                  <a:lnTo>
                    <a:pt x="7789" y="150024"/>
                  </a:lnTo>
                  <a:cubicBezTo>
                    <a:pt x="7789" y="153854"/>
                    <a:pt x="10345" y="156408"/>
                    <a:pt x="14179" y="156408"/>
                  </a:cubicBezTo>
                  <a:cubicBezTo>
                    <a:pt x="18013" y="156408"/>
                    <a:pt x="20569" y="153854"/>
                    <a:pt x="20569" y="150024"/>
                  </a:cubicBezTo>
                  <a:lnTo>
                    <a:pt x="20569" y="92568"/>
                  </a:lnTo>
                  <a:lnTo>
                    <a:pt x="39739" y="92568"/>
                  </a:lnTo>
                  <a:lnTo>
                    <a:pt x="39739" y="150024"/>
                  </a:lnTo>
                  <a:cubicBezTo>
                    <a:pt x="39739" y="153854"/>
                    <a:pt x="42295" y="156408"/>
                    <a:pt x="46129" y="156408"/>
                  </a:cubicBezTo>
                  <a:cubicBezTo>
                    <a:pt x="49962" y="156408"/>
                    <a:pt x="52518" y="153854"/>
                    <a:pt x="52518" y="150024"/>
                  </a:cubicBezTo>
                  <a:lnTo>
                    <a:pt x="52518" y="92568"/>
                  </a:lnTo>
                  <a:lnTo>
                    <a:pt x="53796" y="92568"/>
                  </a:lnTo>
                  <a:cubicBezTo>
                    <a:pt x="57631" y="92568"/>
                    <a:pt x="60186" y="90014"/>
                    <a:pt x="60186" y="86184"/>
                  </a:cubicBezTo>
                  <a:cubicBezTo>
                    <a:pt x="60186" y="85546"/>
                    <a:pt x="60186" y="85546"/>
                    <a:pt x="60186" y="84907"/>
                  </a:cubicBezTo>
                  <a:lnTo>
                    <a:pt x="44211" y="5107"/>
                  </a:lnTo>
                  <a:cubicBezTo>
                    <a:pt x="44851" y="1915"/>
                    <a:pt x="41656" y="0"/>
                    <a:pt x="38461" y="0"/>
                  </a:cubicBezTo>
                  <a:close/>
                  <a:moveTo>
                    <a:pt x="14818" y="79800"/>
                  </a:moveTo>
                  <a:lnTo>
                    <a:pt x="28236" y="12768"/>
                  </a:lnTo>
                  <a:lnTo>
                    <a:pt x="33349" y="12768"/>
                  </a:lnTo>
                  <a:lnTo>
                    <a:pt x="46767" y="79800"/>
                  </a:lnTo>
                  <a:lnTo>
                    <a:pt x="14818" y="79800"/>
                  </a:lnTo>
                  <a:close/>
                </a:path>
              </a:pathLst>
            </a:custGeom>
            <a:solidFill>
              <a:srgbClr val="007680"/>
            </a:solidFill>
            <a:ln w="6390" cap="flat">
              <a:noFill/>
              <a:prstDash val="solid"/>
              <a:miter/>
            </a:ln>
          </p:spPr>
          <p:txBody>
            <a:bodyPr rtlCol="0" anchor="ctr"/>
            <a:lstStyle/>
            <a:p>
              <a:endParaRPr lang="en-US"/>
            </a:p>
          </p:txBody>
        </p:sp>
        <p:sp>
          <p:nvSpPr>
            <p:cNvPr id="1109" name="Graphic 5">
              <a:extLst>
                <a:ext uri="{FF2B5EF4-FFF2-40B4-BE49-F238E27FC236}">
                  <a16:creationId xmlns:a16="http://schemas.microsoft.com/office/drawing/2014/main" id="{9482C5B7-E445-8E44-B5BD-392A81F470CE}"/>
                </a:ext>
              </a:extLst>
            </p:cNvPr>
            <p:cNvSpPr/>
            <p:nvPr/>
          </p:nvSpPr>
          <p:spPr>
            <a:xfrm>
              <a:off x="8920991" y="4380212"/>
              <a:ext cx="44729" cy="44687"/>
            </a:xfrm>
            <a:custGeom>
              <a:avLst/>
              <a:gdLst>
                <a:gd name="connsiteX0" fmla="*/ 22365 w 44729"/>
                <a:gd name="connsiteY0" fmla="*/ 44688 h 44687"/>
                <a:gd name="connsiteX1" fmla="*/ 44730 w 44729"/>
                <a:gd name="connsiteY1" fmla="*/ 22344 h 44687"/>
                <a:gd name="connsiteX2" fmla="*/ 22365 w 44729"/>
                <a:gd name="connsiteY2" fmla="*/ 0 h 44687"/>
                <a:gd name="connsiteX3" fmla="*/ 0 w 44729"/>
                <a:gd name="connsiteY3" fmla="*/ 22344 h 44687"/>
                <a:gd name="connsiteX4" fmla="*/ 22365 w 44729"/>
                <a:gd name="connsiteY4" fmla="*/ 44688 h 44687"/>
                <a:gd name="connsiteX5" fmla="*/ 22365 w 44729"/>
                <a:gd name="connsiteY5" fmla="*/ 12768 h 44687"/>
                <a:gd name="connsiteX6" fmla="*/ 31950 w 44729"/>
                <a:gd name="connsiteY6" fmla="*/ 22344 h 44687"/>
                <a:gd name="connsiteX7" fmla="*/ 22365 w 44729"/>
                <a:gd name="connsiteY7" fmla="*/ 31920 h 44687"/>
                <a:gd name="connsiteX8" fmla="*/ 12780 w 44729"/>
                <a:gd name="connsiteY8" fmla="*/ 22344 h 44687"/>
                <a:gd name="connsiteX9" fmla="*/ 12780 w 44729"/>
                <a:gd name="connsiteY9" fmla="*/ 22344 h 44687"/>
                <a:gd name="connsiteX10" fmla="*/ 22365 w 44729"/>
                <a:gd name="connsiteY10" fmla="*/ 12768 h 44687"/>
                <a:gd name="connsiteX11" fmla="*/ 22365 w 44729"/>
                <a:gd name="connsiteY11" fmla="*/ 12768 h 44687"/>
                <a:gd name="connsiteX12" fmla="*/ 22365 w 44729"/>
                <a:gd name="connsiteY12" fmla="*/ 12768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729" h="44687">
                  <a:moveTo>
                    <a:pt x="22365" y="44688"/>
                  </a:moveTo>
                  <a:cubicBezTo>
                    <a:pt x="34506" y="44688"/>
                    <a:pt x="44730" y="34474"/>
                    <a:pt x="44730" y="22344"/>
                  </a:cubicBezTo>
                  <a:cubicBezTo>
                    <a:pt x="44730" y="10214"/>
                    <a:pt x="34506" y="0"/>
                    <a:pt x="22365" y="0"/>
                  </a:cubicBezTo>
                  <a:cubicBezTo>
                    <a:pt x="10224" y="0"/>
                    <a:pt x="0" y="10214"/>
                    <a:pt x="0" y="22344"/>
                  </a:cubicBezTo>
                  <a:cubicBezTo>
                    <a:pt x="0" y="34474"/>
                    <a:pt x="10224" y="44688"/>
                    <a:pt x="22365" y="44688"/>
                  </a:cubicBezTo>
                  <a:close/>
                  <a:moveTo>
                    <a:pt x="22365" y="12768"/>
                  </a:moveTo>
                  <a:cubicBezTo>
                    <a:pt x="27477" y="12768"/>
                    <a:pt x="31950" y="17237"/>
                    <a:pt x="31950" y="22344"/>
                  </a:cubicBezTo>
                  <a:cubicBezTo>
                    <a:pt x="31950" y="27451"/>
                    <a:pt x="27477" y="31920"/>
                    <a:pt x="22365" y="31920"/>
                  </a:cubicBezTo>
                  <a:cubicBezTo>
                    <a:pt x="17253" y="31920"/>
                    <a:pt x="12780" y="27451"/>
                    <a:pt x="12780" y="22344"/>
                  </a:cubicBezTo>
                  <a:cubicBezTo>
                    <a:pt x="12780" y="22344"/>
                    <a:pt x="12780" y="22344"/>
                    <a:pt x="12780" y="22344"/>
                  </a:cubicBezTo>
                  <a:cubicBezTo>
                    <a:pt x="12780" y="17237"/>
                    <a:pt x="17253" y="12768"/>
                    <a:pt x="22365" y="12768"/>
                  </a:cubicBezTo>
                  <a:lnTo>
                    <a:pt x="22365" y="12768"/>
                  </a:lnTo>
                  <a:lnTo>
                    <a:pt x="22365" y="12768"/>
                  </a:lnTo>
                  <a:close/>
                </a:path>
              </a:pathLst>
            </a:custGeom>
            <a:solidFill>
              <a:srgbClr val="007680"/>
            </a:solidFill>
            <a:ln w="6390" cap="flat">
              <a:noFill/>
              <a:prstDash val="solid"/>
              <a:miter/>
            </a:ln>
          </p:spPr>
          <p:txBody>
            <a:bodyPr rtlCol="0" anchor="ctr"/>
            <a:lstStyle/>
            <a:p>
              <a:endParaRPr lang="en-US"/>
            </a:p>
          </p:txBody>
        </p:sp>
        <p:sp>
          <p:nvSpPr>
            <p:cNvPr id="1110" name="Graphic 5">
              <a:extLst>
                <a:ext uri="{FF2B5EF4-FFF2-40B4-BE49-F238E27FC236}">
                  <a16:creationId xmlns:a16="http://schemas.microsoft.com/office/drawing/2014/main" id="{B07877AB-DE90-4A47-8F69-D88E052F4033}"/>
                </a:ext>
              </a:extLst>
            </p:cNvPr>
            <p:cNvSpPr/>
            <p:nvPr/>
          </p:nvSpPr>
          <p:spPr>
            <a:xfrm>
              <a:off x="8992307" y="4444052"/>
              <a:ext cx="60315" cy="156407"/>
            </a:xfrm>
            <a:custGeom>
              <a:avLst/>
              <a:gdLst>
                <a:gd name="connsiteX0" fmla="*/ 38591 w 60315"/>
                <a:gd name="connsiteY0" fmla="*/ 0 h 156407"/>
                <a:gd name="connsiteX1" fmla="*/ 22616 w 60315"/>
                <a:gd name="connsiteY1" fmla="*/ 0 h 156407"/>
                <a:gd name="connsiteX2" fmla="*/ 16226 w 60315"/>
                <a:gd name="connsiteY2" fmla="*/ 5107 h 156407"/>
                <a:gd name="connsiteX3" fmla="*/ 251 w 60315"/>
                <a:gd name="connsiteY3" fmla="*/ 84907 h 156407"/>
                <a:gd name="connsiteX4" fmla="*/ 1529 w 60315"/>
                <a:gd name="connsiteY4" fmla="*/ 90014 h 156407"/>
                <a:gd name="connsiteX5" fmla="*/ 6641 w 60315"/>
                <a:gd name="connsiteY5" fmla="*/ 92568 h 156407"/>
                <a:gd name="connsiteX6" fmla="*/ 7919 w 60315"/>
                <a:gd name="connsiteY6" fmla="*/ 92568 h 156407"/>
                <a:gd name="connsiteX7" fmla="*/ 7919 w 60315"/>
                <a:gd name="connsiteY7" fmla="*/ 150024 h 156407"/>
                <a:gd name="connsiteX8" fmla="*/ 14309 w 60315"/>
                <a:gd name="connsiteY8" fmla="*/ 156408 h 156407"/>
                <a:gd name="connsiteX9" fmla="*/ 20698 w 60315"/>
                <a:gd name="connsiteY9" fmla="*/ 150024 h 156407"/>
                <a:gd name="connsiteX10" fmla="*/ 20698 w 60315"/>
                <a:gd name="connsiteY10" fmla="*/ 92568 h 156407"/>
                <a:gd name="connsiteX11" fmla="*/ 39868 w 60315"/>
                <a:gd name="connsiteY11" fmla="*/ 92568 h 156407"/>
                <a:gd name="connsiteX12" fmla="*/ 39868 w 60315"/>
                <a:gd name="connsiteY12" fmla="*/ 150024 h 156407"/>
                <a:gd name="connsiteX13" fmla="*/ 46258 w 60315"/>
                <a:gd name="connsiteY13" fmla="*/ 156408 h 156407"/>
                <a:gd name="connsiteX14" fmla="*/ 52648 w 60315"/>
                <a:gd name="connsiteY14" fmla="*/ 150024 h 156407"/>
                <a:gd name="connsiteX15" fmla="*/ 52648 w 60315"/>
                <a:gd name="connsiteY15" fmla="*/ 92568 h 156407"/>
                <a:gd name="connsiteX16" fmla="*/ 53926 w 60315"/>
                <a:gd name="connsiteY16" fmla="*/ 92568 h 156407"/>
                <a:gd name="connsiteX17" fmla="*/ 60316 w 60315"/>
                <a:gd name="connsiteY17" fmla="*/ 86184 h 156407"/>
                <a:gd name="connsiteX18" fmla="*/ 60316 w 60315"/>
                <a:gd name="connsiteY18" fmla="*/ 84907 h 156407"/>
                <a:gd name="connsiteX19" fmla="*/ 44341 w 60315"/>
                <a:gd name="connsiteY19" fmla="*/ 5107 h 156407"/>
                <a:gd name="connsiteX20" fmla="*/ 38591 w 60315"/>
                <a:gd name="connsiteY20" fmla="*/ 0 h 156407"/>
                <a:gd name="connsiteX21" fmla="*/ 14309 w 60315"/>
                <a:gd name="connsiteY21" fmla="*/ 79800 h 156407"/>
                <a:gd name="connsiteX22" fmla="*/ 27727 w 60315"/>
                <a:gd name="connsiteY22" fmla="*/ 12768 h 156407"/>
                <a:gd name="connsiteX23" fmla="*/ 32839 w 60315"/>
                <a:gd name="connsiteY23" fmla="*/ 12768 h 156407"/>
                <a:gd name="connsiteX24" fmla="*/ 46258 w 60315"/>
                <a:gd name="connsiteY24" fmla="*/ 79800 h 156407"/>
                <a:gd name="connsiteX25" fmla="*/ 14309 w 60315"/>
                <a:gd name="connsiteY25" fmla="*/ 79800 h 156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0315" h="156407">
                  <a:moveTo>
                    <a:pt x="38591" y="0"/>
                  </a:moveTo>
                  <a:lnTo>
                    <a:pt x="22616" y="0"/>
                  </a:lnTo>
                  <a:cubicBezTo>
                    <a:pt x="19421" y="0"/>
                    <a:pt x="16865" y="1915"/>
                    <a:pt x="16226" y="5107"/>
                  </a:cubicBezTo>
                  <a:lnTo>
                    <a:pt x="251" y="84907"/>
                  </a:lnTo>
                  <a:cubicBezTo>
                    <a:pt x="-389" y="86822"/>
                    <a:pt x="251" y="88738"/>
                    <a:pt x="1529" y="90014"/>
                  </a:cubicBezTo>
                  <a:cubicBezTo>
                    <a:pt x="2806" y="91291"/>
                    <a:pt x="4724" y="92568"/>
                    <a:pt x="6641" y="92568"/>
                  </a:cubicBezTo>
                  <a:lnTo>
                    <a:pt x="7919" y="92568"/>
                  </a:lnTo>
                  <a:lnTo>
                    <a:pt x="7919" y="150024"/>
                  </a:lnTo>
                  <a:cubicBezTo>
                    <a:pt x="7919" y="153854"/>
                    <a:pt x="10475" y="156408"/>
                    <a:pt x="14309" y="156408"/>
                  </a:cubicBezTo>
                  <a:cubicBezTo>
                    <a:pt x="18142" y="156408"/>
                    <a:pt x="20698" y="153854"/>
                    <a:pt x="20698" y="150024"/>
                  </a:cubicBezTo>
                  <a:lnTo>
                    <a:pt x="20698" y="92568"/>
                  </a:lnTo>
                  <a:lnTo>
                    <a:pt x="39868" y="92568"/>
                  </a:lnTo>
                  <a:lnTo>
                    <a:pt x="39868" y="150024"/>
                  </a:lnTo>
                  <a:cubicBezTo>
                    <a:pt x="39868" y="153854"/>
                    <a:pt x="42424" y="156408"/>
                    <a:pt x="46258" y="156408"/>
                  </a:cubicBezTo>
                  <a:cubicBezTo>
                    <a:pt x="50092" y="156408"/>
                    <a:pt x="52648" y="153854"/>
                    <a:pt x="52648" y="150024"/>
                  </a:cubicBezTo>
                  <a:lnTo>
                    <a:pt x="52648" y="92568"/>
                  </a:lnTo>
                  <a:lnTo>
                    <a:pt x="53926" y="92568"/>
                  </a:lnTo>
                  <a:cubicBezTo>
                    <a:pt x="57760" y="92568"/>
                    <a:pt x="60316" y="90014"/>
                    <a:pt x="60316" y="86184"/>
                  </a:cubicBezTo>
                  <a:cubicBezTo>
                    <a:pt x="60316" y="85546"/>
                    <a:pt x="60316" y="85546"/>
                    <a:pt x="60316" y="84907"/>
                  </a:cubicBezTo>
                  <a:lnTo>
                    <a:pt x="44341" y="5107"/>
                  </a:lnTo>
                  <a:cubicBezTo>
                    <a:pt x="44341" y="2554"/>
                    <a:pt x="41786" y="0"/>
                    <a:pt x="38591" y="0"/>
                  </a:cubicBezTo>
                  <a:close/>
                  <a:moveTo>
                    <a:pt x="14309" y="79800"/>
                  </a:moveTo>
                  <a:lnTo>
                    <a:pt x="27727" y="12768"/>
                  </a:lnTo>
                  <a:lnTo>
                    <a:pt x="32839" y="12768"/>
                  </a:lnTo>
                  <a:lnTo>
                    <a:pt x="46258" y="79800"/>
                  </a:lnTo>
                  <a:lnTo>
                    <a:pt x="14309" y="79800"/>
                  </a:lnTo>
                  <a:close/>
                </a:path>
              </a:pathLst>
            </a:custGeom>
            <a:solidFill>
              <a:srgbClr val="007680"/>
            </a:solidFill>
            <a:ln w="6390" cap="flat">
              <a:noFill/>
              <a:prstDash val="solid"/>
              <a:miter/>
            </a:ln>
          </p:spPr>
          <p:txBody>
            <a:bodyPr rtlCol="0" anchor="ctr"/>
            <a:lstStyle/>
            <a:p>
              <a:endParaRPr lang="en-US"/>
            </a:p>
          </p:txBody>
        </p:sp>
        <p:sp>
          <p:nvSpPr>
            <p:cNvPr id="1111" name="Graphic 5">
              <a:extLst>
                <a:ext uri="{FF2B5EF4-FFF2-40B4-BE49-F238E27FC236}">
                  <a16:creationId xmlns:a16="http://schemas.microsoft.com/office/drawing/2014/main" id="{161B1E6C-0FE5-C94A-9099-59554F54DF3B}"/>
                </a:ext>
              </a:extLst>
            </p:cNvPr>
            <p:cNvSpPr/>
            <p:nvPr/>
          </p:nvSpPr>
          <p:spPr>
            <a:xfrm>
              <a:off x="9000865" y="4380212"/>
              <a:ext cx="44729" cy="44687"/>
            </a:xfrm>
            <a:custGeom>
              <a:avLst/>
              <a:gdLst>
                <a:gd name="connsiteX0" fmla="*/ 22365 w 44729"/>
                <a:gd name="connsiteY0" fmla="*/ 44688 h 44687"/>
                <a:gd name="connsiteX1" fmla="*/ 44730 w 44729"/>
                <a:gd name="connsiteY1" fmla="*/ 22344 h 44687"/>
                <a:gd name="connsiteX2" fmla="*/ 22365 w 44729"/>
                <a:gd name="connsiteY2" fmla="*/ 0 h 44687"/>
                <a:gd name="connsiteX3" fmla="*/ 0 w 44729"/>
                <a:gd name="connsiteY3" fmla="*/ 22344 h 44687"/>
                <a:gd name="connsiteX4" fmla="*/ 22365 w 44729"/>
                <a:gd name="connsiteY4" fmla="*/ 44688 h 44687"/>
                <a:gd name="connsiteX5" fmla="*/ 22365 w 44729"/>
                <a:gd name="connsiteY5" fmla="*/ 12768 h 44687"/>
                <a:gd name="connsiteX6" fmla="*/ 31950 w 44729"/>
                <a:gd name="connsiteY6" fmla="*/ 22344 h 44687"/>
                <a:gd name="connsiteX7" fmla="*/ 22365 w 44729"/>
                <a:gd name="connsiteY7" fmla="*/ 31920 h 44687"/>
                <a:gd name="connsiteX8" fmla="*/ 12780 w 44729"/>
                <a:gd name="connsiteY8" fmla="*/ 22344 h 44687"/>
                <a:gd name="connsiteX9" fmla="*/ 12780 w 44729"/>
                <a:gd name="connsiteY9" fmla="*/ 22344 h 44687"/>
                <a:gd name="connsiteX10" fmla="*/ 22365 w 44729"/>
                <a:gd name="connsiteY10" fmla="*/ 12768 h 44687"/>
                <a:gd name="connsiteX11" fmla="*/ 22365 w 44729"/>
                <a:gd name="connsiteY11" fmla="*/ 12768 h 44687"/>
                <a:gd name="connsiteX12" fmla="*/ 22365 w 44729"/>
                <a:gd name="connsiteY12" fmla="*/ 12768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729" h="44687">
                  <a:moveTo>
                    <a:pt x="22365" y="44688"/>
                  </a:moveTo>
                  <a:cubicBezTo>
                    <a:pt x="34506" y="44688"/>
                    <a:pt x="44730" y="34474"/>
                    <a:pt x="44730" y="22344"/>
                  </a:cubicBezTo>
                  <a:cubicBezTo>
                    <a:pt x="44730" y="10214"/>
                    <a:pt x="34506" y="0"/>
                    <a:pt x="22365" y="0"/>
                  </a:cubicBezTo>
                  <a:cubicBezTo>
                    <a:pt x="10224" y="0"/>
                    <a:pt x="0" y="10214"/>
                    <a:pt x="0" y="22344"/>
                  </a:cubicBezTo>
                  <a:cubicBezTo>
                    <a:pt x="0" y="34474"/>
                    <a:pt x="9585" y="44688"/>
                    <a:pt x="22365" y="44688"/>
                  </a:cubicBezTo>
                  <a:close/>
                  <a:moveTo>
                    <a:pt x="22365" y="12768"/>
                  </a:moveTo>
                  <a:cubicBezTo>
                    <a:pt x="27477" y="12768"/>
                    <a:pt x="31950" y="17237"/>
                    <a:pt x="31950" y="22344"/>
                  </a:cubicBezTo>
                  <a:cubicBezTo>
                    <a:pt x="31950" y="27451"/>
                    <a:pt x="27477" y="31920"/>
                    <a:pt x="22365" y="31920"/>
                  </a:cubicBezTo>
                  <a:cubicBezTo>
                    <a:pt x="17253" y="31920"/>
                    <a:pt x="12780" y="27451"/>
                    <a:pt x="12780" y="22344"/>
                  </a:cubicBezTo>
                  <a:cubicBezTo>
                    <a:pt x="12780" y="22344"/>
                    <a:pt x="12780" y="22344"/>
                    <a:pt x="12780" y="22344"/>
                  </a:cubicBezTo>
                  <a:cubicBezTo>
                    <a:pt x="12780" y="17237"/>
                    <a:pt x="16614" y="12768"/>
                    <a:pt x="22365" y="12768"/>
                  </a:cubicBezTo>
                  <a:lnTo>
                    <a:pt x="22365" y="12768"/>
                  </a:lnTo>
                  <a:lnTo>
                    <a:pt x="22365" y="12768"/>
                  </a:lnTo>
                  <a:close/>
                </a:path>
              </a:pathLst>
            </a:custGeom>
            <a:solidFill>
              <a:srgbClr val="007680"/>
            </a:solidFill>
            <a:ln w="6390" cap="flat">
              <a:noFill/>
              <a:prstDash val="solid"/>
              <a:miter/>
            </a:ln>
          </p:spPr>
          <p:txBody>
            <a:bodyPr rtlCol="0" anchor="ctr"/>
            <a:lstStyle/>
            <a:p>
              <a:endParaRPr lang="en-US"/>
            </a:p>
          </p:txBody>
        </p:sp>
        <p:sp>
          <p:nvSpPr>
            <p:cNvPr id="1112" name="Graphic 5">
              <a:extLst>
                <a:ext uri="{FF2B5EF4-FFF2-40B4-BE49-F238E27FC236}">
                  <a16:creationId xmlns:a16="http://schemas.microsoft.com/office/drawing/2014/main" id="{3E306E98-AE28-6346-B9F4-460CB4561B89}"/>
                </a:ext>
              </a:extLst>
            </p:cNvPr>
            <p:cNvSpPr/>
            <p:nvPr/>
          </p:nvSpPr>
          <p:spPr>
            <a:xfrm>
              <a:off x="9072433" y="4444052"/>
              <a:ext cx="60147" cy="156407"/>
            </a:xfrm>
            <a:custGeom>
              <a:avLst/>
              <a:gdLst>
                <a:gd name="connsiteX0" fmla="*/ 54314 w 60147"/>
                <a:gd name="connsiteY0" fmla="*/ 0 h 156407"/>
                <a:gd name="connsiteX1" fmla="*/ 6390 w 60147"/>
                <a:gd name="connsiteY1" fmla="*/ 0 h 156407"/>
                <a:gd name="connsiteX2" fmla="*/ 0 w 60147"/>
                <a:gd name="connsiteY2" fmla="*/ 6384 h 156407"/>
                <a:gd name="connsiteX3" fmla="*/ 0 w 60147"/>
                <a:gd name="connsiteY3" fmla="*/ 70224 h 156407"/>
                <a:gd name="connsiteX4" fmla="*/ 6390 w 60147"/>
                <a:gd name="connsiteY4" fmla="*/ 76608 h 156407"/>
                <a:gd name="connsiteX5" fmla="*/ 7668 w 60147"/>
                <a:gd name="connsiteY5" fmla="*/ 76608 h 156407"/>
                <a:gd name="connsiteX6" fmla="*/ 7668 w 60147"/>
                <a:gd name="connsiteY6" fmla="*/ 150024 h 156407"/>
                <a:gd name="connsiteX7" fmla="*/ 14058 w 60147"/>
                <a:gd name="connsiteY7" fmla="*/ 156408 h 156407"/>
                <a:gd name="connsiteX8" fmla="*/ 20447 w 60147"/>
                <a:gd name="connsiteY8" fmla="*/ 150024 h 156407"/>
                <a:gd name="connsiteX9" fmla="*/ 20447 w 60147"/>
                <a:gd name="connsiteY9" fmla="*/ 76608 h 156407"/>
                <a:gd name="connsiteX10" fmla="*/ 39617 w 60147"/>
                <a:gd name="connsiteY10" fmla="*/ 76608 h 156407"/>
                <a:gd name="connsiteX11" fmla="*/ 39617 w 60147"/>
                <a:gd name="connsiteY11" fmla="*/ 150024 h 156407"/>
                <a:gd name="connsiteX12" fmla="*/ 46007 w 60147"/>
                <a:gd name="connsiteY12" fmla="*/ 156408 h 156407"/>
                <a:gd name="connsiteX13" fmla="*/ 52397 w 60147"/>
                <a:gd name="connsiteY13" fmla="*/ 150024 h 156407"/>
                <a:gd name="connsiteX14" fmla="*/ 52397 w 60147"/>
                <a:gd name="connsiteY14" fmla="*/ 76608 h 156407"/>
                <a:gd name="connsiteX15" fmla="*/ 53675 w 60147"/>
                <a:gd name="connsiteY15" fmla="*/ 76608 h 156407"/>
                <a:gd name="connsiteX16" fmla="*/ 60065 w 60147"/>
                <a:gd name="connsiteY16" fmla="*/ 70224 h 156407"/>
                <a:gd name="connsiteX17" fmla="*/ 60065 w 60147"/>
                <a:gd name="connsiteY17" fmla="*/ 6384 h 156407"/>
                <a:gd name="connsiteX18" fmla="*/ 54314 w 60147"/>
                <a:gd name="connsiteY18" fmla="*/ 0 h 156407"/>
                <a:gd name="connsiteX19" fmla="*/ 12780 w 60147"/>
                <a:gd name="connsiteY19" fmla="*/ 12768 h 156407"/>
                <a:gd name="connsiteX20" fmla="*/ 47925 w 60147"/>
                <a:gd name="connsiteY20" fmla="*/ 12768 h 156407"/>
                <a:gd name="connsiteX21" fmla="*/ 47925 w 60147"/>
                <a:gd name="connsiteY21" fmla="*/ 63840 h 156407"/>
                <a:gd name="connsiteX22" fmla="*/ 12780 w 60147"/>
                <a:gd name="connsiteY22" fmla="*/ 63840 h 156407"/>
                <a:gd name="connsiteX23" fmla="*/ 12780 w 60147"/>
                <a:gd name="connsiteY23" fmla="*/ 12768 h 156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0147" h="156407">
                  <a:moveTo>
                    <a:pt x="54314" y="0"/>
                  </a:moveTo>
                  <a:lnTo>
                    <a:pt x="6390" y="0"/>
                  </a:lnTo>
                  <a:cubicBezTo>
                    <a:pt x="2555" y="0"/>
                    <a:pt x="0" y="2554"/>
                    <a:pt x="0" y="6384"/>
                  </a:cubicBezTo>
                  <a:lnTo>
                    <a:pt x="0" y="70224"/>
                  </a:lnTo>
                  <a:cubicBezTo>
                    <a:pt x="0" y="74054"/>
                    <a:pt x="2555" y="76608"/>
                    <a:pt x="6390" y="76608"/>
                  </a:cubicBezTo>
                  <a:lnTo>
                    <a:pt x="7668" y="76608"/>
                  </a:lnTo>
                  <a:lnTo>
                    <a:pt x="7668" y="150024"/>
                  </a:lnTo>
                  <a:cubicBezTo>
                    <a:pt x="7668" y="153854"/>
                    <a:pt x="10224" y="156408"/>
                    <a:pt x="14058" y="156408"/>
                  </a:cubicBezTo>
                  <a:cubicBezTo>
                    <a:pt x="17891" y="156408"/>
                    <a:pt x="20447" y="153854"/>
                    <a:pt x="20447" y="150024"/>
                  </a:cubicBezTo>
                  <a:lnTo>
                    <a:pt x="20447" y="76608"/>
                  </a:lnTo>
                  <a:lnTo>
                    <a:pt x="39617" y="76608"/>
                  </a:lnTo>
                  <a:lnTo>
                    <a:pt x="39617" y="150024"/>
                  </a:lnTo>
                  <a:cubicBezTo>
                    <a:pt x="39617" y="153854"/>
                    <a:pt x="42173" y="156408"/>
                    <a:pt x="46007" y="156408"/>
                  </a:cubicBezTo>
                  <a:cubicBezTo>
                    <a:pt x="49841" y="156408"/>
                    <a:pt x="52397" y="153854"/>
                    <a:pt x="52397" y="150024"/>
                  </a:cubicBezTo>
                  <a:lnTo>
                    <a:pt x="52397" y="76608"/>
                  </a:lnTo>
                  <a:lnTo>
                    <a:pt x="53675" y="76608"/>
                  </a:lnTo>
                  <a:cubicBezTo>
                    <a:pt x="57509" y="76608"/>
                    <a:pt x="60065" y="74054"/>
                    <a:pt x="60065" y="70224"/>
                  </a:cubicBezTo>
                  <a:lnTo>
                    <a:pt x="60065" y="6384"/>
                  </a:lnTo>
                  <a:cubicBezTo>
                    <a:pt x="60704" y="2554"/>
                    <a:pt x="57509" y="0"/>
                    <a:pt x="54314" y="0"/>
                  </a:cubicBezTo>
                  <a:close/>
                  <a:moveTo>
                    <a:pt x="12780" y="12768"/>
                  </a:moveTo>
                  <a:lnTo>
                    <a:pt x="47925" y="12768"/>
                  </a:lnTo>
                  <a:lnTo>
                    <a:pt x="47925" y="63840"/>
                  </a:lnTo>
                  <a:lnTo>
                    <a:pt x="12780" y="63840"/>
                  </a:lnTo>
                  <a:lnTo>
                    <a:pt x="12780" y="12768"/>
                  </a:lnTo>
                  <a:close/>
                </a:path>
              </a:pathLst>
            </a:custGeom>
            <a:solidFill>
              <a:srgbClr val="007680"/>
            </a:solidFill>
            <a:ln w="6390" cap="flat">
              <a:noFill/>
              <a:prstDash val="solid"/>
              <a:miter/>
            </a:ln>
          </p:spPr>
          <p:txBody>
            <a:bodyPr rtlCol="0" anchor="ctr"/>
            <a:lstStyle/>
            <a:p>
              <a:endParaRPr lang="en-US"/>
            </a:p>
          </p:txBody>
        </p:sp>
        <p:sp>
          <p:nvSpPr>
            <p:cNvPr id="1113" name="Graphic 5">
              <a:extLst>
                <a:ext uri="{FF2B5EF4-FFF2-40B4-BE49-F238E27FC236}">
                  <a16:creationId xmlns:a16="http://schemas.microsoft.com/office/drawing/2014/main" id="{0386822A-A637-5C41-A4E3-BE2AFE356780}"/>
                </a:ext>
              </a:extLst>
            </p:cNvPr>
            <p:cNvSpPr/>
            <p:nvPr/>
          </p:nvSpPr>
          <p:spPr>
            <a:xfrm>
              <a:off x="9080100" y="4380212"/>
              <a:ext cx="44729" cy="44687"/>
            </a:xfrm>
            <a:custGeom>
              <a:avLst/>
              <a:gdLst>
                <a:gd name="connsiteX0" fmla="*/ 22365 w 44729"/>
                <a:gd name="connsiteY0" fmla="*/ 44688 h 44687"/>
                <a:gd name="connsiteX1" fmla="*/ 44730 w 44729"/>
                <a:gd name="connsiteY1" fmla="*/ 22344 h 44687"/>
                <a:gd name="connsiteX2" fmla="*/ 22365 w 44729"/>
                <a:gd name="connsiteY2" fmla="*/ 0 h 44687"/>
                <a:gd name="connsiteX3" fmla="*/ 0 w 44729"/>
                <a:gd name="connsiteY3" fmla="*/ 22344 h 44687"/>
                <a:gd name="connsiteX4" fmla="*/ 22365 w 44729"/>
                <a:gd name="connsiteY4" fmla="*/ 44688 h 44687"/>
                <a:gd name="connsiteX5" fmla="*/ 22365 w 44729"/>
                <a:gd name="connsiteY5" fmla="*/ 12768 h 44687"/>
                <a:gd name="connsiteX6" fmla="*/ 31950 w 44729"/>
                <a:gd name="connsiteY6" fmla="*/ 22344 h 44687"/>
                <a:gd name="connsiteX7" fmla="*/ 22365 w 44729"/>
                <a:gd name="connsiteY7" fmla="*/ 31920 h 44687"/>
                <a:gd name="connsiteX8" fmla="*/ 12780 w 44729"/>
                <a:gd name="connsiteY8" fmla="*/ 22344 h 44687"/>
                <a:gd name="connsiteX9" fmla="*/ 22365 w 44729"/>
                <a:gd name="connsiteY9" fmla="*/ 12768 h 44687"/>
                <a:gd name="connsiteX10" fmla="*/ 22365 w 44729"/>
                <a:gd name="connsiteY10" fmla="*/ 12768 h 44687"/>
                <a:gd name="connsiteX11" fmla="*/ 22365 w 44729"/>
                <a:gd name="connsiteY11" fmla="*/ 12768 h 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729" h="44687">
                  <a:moveTo>
                    <a:pt x="22365" y="44688"/>
                  </a:moveTo>
                  <a:cubicBezTo>
                    <a:pt x="34506" y="44688"/>
                    <a:pt x="44730" y="34474"/>
                    <a:pt x="44730" y="22344"/>
                  </a:cubicBezTo>
                  <a:cubicBezTo>
                    <a:pt x="44730" y="10214"/>
                    <a:pt x="34506" y="0"/>
                    <a:pt x="22365" y="0"/>
                  </a:cubicBezTo>
                  <a:cubicBezTo>
                    <a:pt x="10224" y="0"/>
                    <a:pt x="0" y="10214"/>
                    <a:pt x="0" y="22344"/>
                  </a:cubicBezTo>
                  <a:cubicBezTo>
                    <a:pt x="0" y="34474"/>
                    <a:pt x="10224" y="44688"/>
                    <a:pt x="22365" y="44688"/>
                  </a:cubicBezTo>
                  <a:close/>
                  <a:moveTo>
                    <a:pt x="22365" y="12768"/>
                  </a:moveTo>
                  <a:cubicBezTo>
                    <a:pt x="27477" y="12768"/>
                    <a:pt x="31950" y="17237"/>
                    <a:pt x="31950" y="22344"/>
                  </a:cubicBezTo>
                  <a:cubicBezTo>
                    <a:pt x="31950" y="27451"/>
                    <a:pt x="27477" y="31920"/>
                    <a:pt x="22365" y="31920"/>
                  </a:cubicBezTo>
                  <a:cubicBezTo>
                    <a:pt x="17253" y="31920"/>
                    <a:pt x="12780" y="27451"/>
                    <a:pt x="12780" y="22344"/>
                  </a:cubicBezTo>
                  <a:cubicBezTo>
                    <a:pt x="12780" y="17237"/>
                    <a:pt x="17253" y="12768"/>
                    <a:pt x="22365" y="12768"/>
                  </a:cubicBezTo>
                  <a:cubicBezTo>
                    <a:pt x="22365" y="12768"/>
                    <a:pt x="22365" y="12768"/>
                    <a:pt x="22365" y="12768"/>
                  </a:cubicBezTo>
                  <a:lnTo>
                    <a:pt x="22365" y="12768"/>
                  </a:lnTo>
                  <a:close/>
                </a:path>
              </a:pathLst>
            </a:custGeom>
            <a:solidFill>
              <a:srgbClr val="007680"/>
            </a:solidFill>
            <a:ln w="6390" cap="flat">
              <a:noFill/>
              <a:prstDash val="solid"/>
              <a:miter/>
            </a:ln>
          </p:spPr>
          <p:txBody>
            <a:bodyPr rtlCol="0" anchor="ctr"/>
            <a:lstStyle/>
            <a:p>
              <a:endParaRPr lang="en-US"/>
            </a:p>
          </p:txBody>
        </p:sp>
      </p:grpSp>
      <p:sp>
        <p:nvSpPr>
          <p:cNvPr id="1114" name="Graphic 5">
            <a:extLst>
              <a:ext uri="{FF2B5EF4-FFF2-40B4-BE49-F238E27FC236}">
                <a16:creationId xmlns:a16="http://schemas.microsoft.com/office/drawing/2014/main" id="{91845CE2-FF41-EE42-908E-E8E7FF67107A}"/>
              </a:ext>
            </a:extLst>
          </p:cNvPr>
          <p:cNvSpPr/>
          <p:nvPr/>
        </p:nvSpPr>
        <p:spPr>
          <a:xfrm>
            <a:off x="6147119" y="918817"/>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53681 w 362309"/>
              <a:gd name="connsiteY6" fmla="*/ 289833 h 361971"/>
              <a:gd name="connsiteX7" fmla="*/ 167416 w 362309"/>
              <a:gd name="connsiteY7" fmla="*/ 289833 h 361971"/>
              <a:gd name="connsiteX8" fmla="*/ 161027 w 362309"/>
              <a:gd name="connsiteY8" fmla="*/ 283449 h 361971"/>
              <a:gd name="connsiteX9" fmla="*/ 161027 w 362309"/>
              <a:gd name="connsiteY9" fmla="*/ 93845 h 361971"/>
              <a:gd name="connsiteX10" fmla="*/ 113102 w 362309"/>
              <a:gd name="connsiteY10" fmla="*/ 141724 h 361971"/>
              <a:gd name="connsiteX11" fmla="*/ 104156 w 362309"/>
              <a:gd name="connsiteY11" fmla="*/ 141724 h 361971"/>
              <a:gd name="connsiteX12" fmla="*/ 104156 w 362309"/>
              <a:gd name="connsiteY12" fmla="*/ 132787 h 361971"/>
              <a:gd name="connsiteX13" fmla="*/ 162943 w 362309"/>
              <a:gd name="connsiteY13" fmla="*/ 74054 h 361971"/>
              <a:gd name="connsiteX14" fmla="*/ 164860 w 362309"/>
              <a:gd name="connsiteY14" fmla="*/ 72777 h 361971"/>
              <a:gd name="connsiteX15" fmla="*/ 169972 w 362309"/>
              <a:gd name="connsiteY15" fmla="*/ 72777 h 361971"/>
              <a:gd name="connsiteX16" fmla="*/ 171889 w 362309"/>
              <a:gd name="connsiteY16" fmla="*/ 74054 h 361971"/>
              <a:gd name="connsiteX17" fmla="*/ 230677 w 362309"/>
              <a:gd name="connsiteY17" fmla="*/ 132787 h 361971"/>
              <a:gd name="connsiteX18" fmla="*/ 230677 w 362309"/>
              <a:gd name="connsiteY18" fmla="*/ 141724 h 361971"/>
              <a:gd name="connsiteX19" fmla="*/ 226204 w 362309"/>
              <a:gd name="connsiteY19" fmla="*/ 143640 h 361971"/>
              <a:gd name="connsiteX20" fmla="*/ 221731 w 362309"/>
              <a:gd name="connsiteY20" fmla="*/ 141724 h 361971"/>
              <a:gd name="connsiteX21" fmla="*/ 173806 w 362309"/>
              <a:gd name="connsiteY21" fmla="*/ 93845 h 361971"/>
              <a:gd name="connsiteX22" fmla="*/ 173806 w 362309"/>
              <a:gd name="connsiteY22" fmla="*/ 277065 h 361971"/>
              <a:gd name="connsiteX23" fmla="*/ 253681 w 362309"/>
              <a:gd name="connsiteY23" fmla="*/ 277065 h 361971"/>
              <a:gd name="connsiteX24" fmla="*/ 260071 w 362309"/>
              <a:gd name="connsiteY24" fmla="*/ 283449 h 361971"/>
              <a:gd name="connsiteX25" fmla="*/ 253681 w 362309"/>
              <a:gd name="connsiteY25" fmla="*/ 289833 h 361971"/>
              <a:gd name="connsiteX26" fmla="*/ 253681 w 362309"/>
              <a:gd name="connsiteY26" fmla="*/ 28983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1077"/>
                  <a:pt x="281157" y="0"/>
                  <a:pt x="181474" y="0"/>
                </a:cubicBezTo>
                <a:close/>
                <a:moveTo>
                  <a:pt x="253681" y="289833"/>
                </a:moveTo>
                <a:lnTo>
                  <a:pt x="167416" y="289833"/>
                </a:lnTo>
                <a:cubicBezTo>
                  <a:pt x="163582" y="289833"/>
                  <a:pt x="161027" y="287279"/>
                  <a:pt x="161027" y="283449"/>
                </a:cubicBezTo>
                <a:lnTo>
                  <a:pt x="161027" y="93845"/>
                </a:lnTo>
                <a:lnTo>
                  <a:pt x="113102" y="141724"/>
                </a:lnTo>
                <a:cubicBezTo>
                  <a:pt x="110546" y="144278"/>
                  <a:pt x="106712" y="144278"/>
                  <a:pt x="104156" y="141724"/>
                </a:cubicBezTo>
                <a:cubicBezTo>
                  <a:pt x="101600" y="139171"/>
                  <a:pt x="101600" y="135340"/>
                  <a:pt x="104156" y="132787"/>
                </a:cubicBezTo>
                <a:lnTo>
                  <a:pt x="162943" y="74054"/>
                </a:lnTo>
                <a:cubicBezTo>
                  <a:pt x="163582" y="73416"/>
                  <a:pt x="164221" y="72777"/>
                  <a:pt x="164860" y="72777"/>
                </a:cubicBezTo>
                <a:cubicBezTo>
                  <a:pt x="166138" y="72139"/>
                  <a:pt x="168055" y="72139"/>
                  <a:pt x="169972" y="72777"/>
                </a:cubicBezTo>
                <a:cubicBezTo>
                  <a:pt x="170611" y="72777"/>
                  <a:pt x="171250" y="73416"/>
                  <a:pt x="171889" y="74054"/>
                </a:cubicBezTo>
                <a:lnTo>
                  <a:pt x="230677" y="132787"/>
                </a:lnTo>
                <a:cubicBezTo>
                  <a:pt x="233233" y="135340"/>
                  <a:pt x="233233" y="139171"/>
                  <a:pt x="230677" y="141724"/>
                </a:cubicBezTo>
                <a:cubicBezTo>
                  <a:pt x="229399" y="143001"/>
                  <a:pt x="228121" y="143640"/>
                  <a:pt x="226204" y="143640"/>
                </a:cubicBezTo>
                <a:cubicBezTo>
                  <a:pt x="224287" y="143640"/>
                  <a:pt x="223009" y="143001"/>
                  <a:pt x="221731" y="141724"/>
                </a:cubicBezTo>
                <a:lnTo>
                  <a:pt x="173806" y="93845"/>
                </a:lnTo>
                <a:lnTo>
                  <a:pt x="173806" y="277065"/>
                </a:lnTo>
                <a:lnTo>
                  <a:pt x="253681" y="277065"/>
                </a:lnTo>
                <a:cubicBezTo>
                  <a:pt x="257514" y="277065"/>
                  <a:pt x="260071" y="279618"/>
                  <a:pt x="260071" y="283449"/>
                </a:cubicBezTo>
                <a:cubicBezTo>
                  <a:pt x="260071" y="287279"/>
                  <a:pt x="257514" y="289833"/>
                  <a:pt x="253681" y="289833"/>
                </a:cubicBezTo>
                <a:lnTo>
                  <a:pt x="253681" y="289833"/>
                </a:lnTo>
                <a:close/>
              </a:path>
            </a:pathLst>
          </a:custGeom>
          <a:solidFill>
            <a:srgbClr val="007680"/>
          </a:solidFill>
          <a:ln w="6390" cap="flat">
            <a:noFill/>
            <a:prstDash val="solid"/>
            <a:miter/>
          </a:ln>
        </p:spPr>
        <p:txBody>
          <a:bodyPr rtlCol="0" anchor="ctr"/>
          <a:lstStyle/>
          <a:p>
            <a:endParaRPr lang="en-US"/>
          </a:p>
        </p:txBody>
      </p:sp>
      <p:sp>
        <p:nvSpPr>
          <p:cNvPr id="1115" name="Graphic 5">
            <a:extLst>
              <a:ext uri="{FF2B5EF4-FFF2-40B4-BE49-F238E27FC236}">
                <a16:creationId xmlns:a16="http://schemas.microsoft.com/office/drawing/2014/main" id="{AD3CF6FB-9DC2-9243-830A-A2A54EAF597F}"/>
              </a:ext>
            </a:extLst>
          </p:cNvPr>
          <p:cNvSpPr/>
          <p:nvPr/>
        </p:nvSpPr>
        <p:spPr>
          <a:xfrm>
            <a:off x="2998797" y="1403361"/>
            <a:ext cx="362948" cy="361971"/>
          </a:xfrm>
          <a:custGeom>
            <a:avLst/>
            <a:gdLst>
              <a:gd name="connsiteX0" fmla="*/ 181474 w 362948"/>
              <a:gd name="connsiteY0" fmla="*/ 0 h 361971"/>
              <a:gd name="connsiteX1" fmla="*/ 0 w 362948"/>
              <a:gd name="connsiteY1" fmla="*/ 181305 h 361971"/>
              <a:gd name="connsiteX2" fmla="*/ 181474 w 362948"/>
              <a:gd name="connsiteY2" fmla="*/ 361972 h 361971"/>
              <a:gd name="connsiteX3" fmla="*/ 362948 w 362948"/>
              <a:gd name="connsiteY3" fmla="*/ 181305 h 361971"/>
              <a:gd name="connsiteX4" fmla="*/ 181474 w 362948"/>
              <a:gd name="connsiteY4" fmla="*/ 0 h 361971"/>
              <a:gd name="connsiteX5" fmla="*/ 181474 w 362948"/>
              <a:gd name="connsiteY5" fmla="*/ 0 h 361971"/>
              <a:gd name="connsiteX6" fmla="*/ 284352 w 362948"/>
              <a:gd name="connsiteY6" fmla="*/ 187051 h 361971"/>
              <a:gd name="connsiteX7" fmla="*/ 94571 w 362948"/>
              <a:gd name="connsiteY7" fmla="*/ 187051 h 361971"/>
              <a:gd name="connsiteX8" fmla="*/ 142496 w 362948"/>
              <a:gd name="connsiteY8" fmla="*/ 234931 h 361971"/>
              <a:gd name="connsiteX9" fmla="*/ 142496 w 362948"/>
              <a:gd name="connsiteY9" fmla="*/ 243868 h 361971"/>
              <a:gd name="connsiteX10" fmla="*/ 142496 w 362948"/>
              <a:gd name="connsiteY10" fmla="*/ 243868 h 361971"/>
              <a:gd name="connsiteX11" fmla="*/ 138023 w 362948"/>
              <a:gd name="connsiteY11" fmla="*/ 245783 h 361971"/>
              <a:gd name="connsiteX12" fmla="*/ 133550 w 362948"/>
              <a:gd name="connsiteY12" fmla="*/ 243868 h 361971"/>
              <a:gd name="connsiteX13" fmla="*/ 75401 w 362948"/>
              <a:gd name="connsiteY13" fmla="*/ 185135 h 361971"/>
              <a:gd name="connsiteX14" fmla="*/ 74123 w 362948"/>
              <a:gd name="connsiteY14" fmla="*/ 183220 h 361971"/>
              <a:gd name="connsiteX15" fmla="*/ 74123 w 362948"/>
              <a:gd name="connsiteY15" fmla="*/ 178113 h 361971"/>
              <a:gd name="connsiteX16" fmla="*/ 75401 w 362948"/>
              <a:gd name="connsiteY16" fmla="*/ 176198 h 361971"/>
              <a:gd name="connsiteX17" fmla="*/ 134189 w 362948"/>
              <a:gd name="connsiteY17" fmla="*/ 117465 h 361971"/>
              <a:gd name="connsiteX18" fmla="*/ 143135 w 362948"/>
              <a:gd name="connsiteY18" fmla="*/ 117465 h 361971"/>
              <a:gd name="connsiteX19" fmla="*/ 143135 w 362948"/>
              <a:gd name="connsiteY19" fmla="*/ 126403 h 361971"/>
              <a:gd name="connsiteX20" fmla="*/ 95210 w 362948"/>
              <a:gd name="connsiteY20" fmla="*/ 174283 h 361971"/>
              <a:gd name="connsiteX21" fmla="*/ 284991 w 362948"/>
              <a:gd name="connsiteY21" fmla="*/ 174283 h 361971"/>
              <a:gd name="connsiteX22" fmla="*/ 291381 w 362948"/>
              <a:gd name="connsiteY22" fmla="*/ 180667 h 361971"/>
              <a:gd name="connsiteX23" fmla="*/ 284352 w 362948"/>
              <a:gd name="connsiteY23" fmla="*/ 187051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2948" h="361971">
                <a:moveTo>
                  <a:pt x="181474" y="0"/>
                </a:moveTo>
                <a:cubicBezTo>
                  <a:pt x="81152" y="0"/>
                  <a:pt x="0" y="81077"/>
                  <a:pt x="0" y="181305"/>
                </a:cubicBezTo>
                <a:cubicBezTo>
                  <a:pt x="0" y="281534"/>
                  <a:pt x="81152" y="361972"/>
                  <a:pt x="181474" y="361972"/>
                </a:cubicBezTo>
                <a:cubicBezTo>
                  <a:pt x="281796" y="361972"/>
                  <a:pt x="362948" y="280895"/>
                  <a:pt x="362948" y="181305"/>
                </a:cubicBezTo>
                <a:cubicBezTo>
                  <a:pt x="362948" y="81077"/>
                  <a:pt x="281796" y="0"/>
                  <a:pt x="181474" y="0"/>
                </a:cubicBezTo>
                <a:cubicBezTo>
                  <a:pt x="181474" y="0"/>
                  <a:pt x="181474" y="0"/>
                  <a:pt x="181474" y="0"/>
                </a:cubicBezTo>
                <a:close/>
                <a:moveTo>
                  <a:pt x="284352" y="187051"/>
                </a:moveTo>
                <a:lnTo>
                  <a:pt x="94571" y="187051"/>
                </a:lnTo>
                <a:lnTo>
                  <a:pt x="142496" y="234931"/>
                </a:lnTo>
                <a:cubicBezTo>
                  <a:pt x="145052" y="237484"/>
                  <a:pt x="145052" y="241315"/>
                  <a:pt x="142496" y="243868"/>
                </a:cubicBezTo>
                <a:cubicBezTo>
                  <a:pt x="142496" y="243868"/>
                  <a:pt x="142496" y="243868"/>
                  <a:pt x="142496" y="243868"/>
                </a:cubicBezTo>
                <a:cubicBezTo>
                  <a:pt x="141218" y="245145"/>
                  <a:pt x="139940" y="245783"/>
                  <a:pt x="138023" y="245783"/>
                </a:cubicBezTo>
                <a:cubicBezTo>
                  <a:pt x="136106" y="245783"/>
                  <a:pt x="134828" y="245145"/>
                  <a:pt x="133550" y="243868"/>
                </a:cubicBezTo>
                <a:lnTo>
                  <a:pt x="75401" y="185135"/>
                </a:lnTo>
                <a:cubicBezTo>
                  <a:pt x="74762" y="184497"/>
                  <a:pt x="74123" y="183859"/>
                  <a:pt x="74123" y="183220"/>
                </a:cubicBezTo>
                <a:cubicBezTo>
                  <a:pt x="73484" y="181944"/>
                  <a:pt x="73484" y="180028"/>
                  <a:pt x="74123" y="178113"/>
                </a:cubicBezTo>
                <a:cubicBezTo>
                  <a:pt x="74123" y="177475"/>
                  <a:pt x="74762" y="176836"/>
                  <a:pt x="75401" y="176198"/>
                </a:cubicBezTo>
                <a:lnTo>
                  <a:pt x="134189" y="117465"/>
                </a:lnTo>
                <a:cubicBezTo>
                  <a:pt x="136745" y="114912"/>
                  <a:pt x="140579" y="114912"/>
                  <a:pt x="143135" y="117465"/>
                </a:cubicBezTo>
                <a:cubicBezTo>
                  <a:pt x="145691" y="120019"/>
                  <a:pt x="145691" y="123849"/>
                  <a:pt x="143135" y="126403"/>
                </a:cubicBezTo>
                <a:lnTo>
                  <a:pt x="95210" y="174283"/>
                </a:lnTo>
                <a:lnTo>
                  <a:pt x="284991" y="174283"/>
                </a:lnTo>
                <a:cubicBezTo>
                  <a:pt x="288825" y="174283"/>
                  <a:pt x="291381" y="176836"/>
                  <a:pt x="291381" y="180667"/>
                </a:cubicBezTo>
                <a:cubicBezTo>
                  <a:pt x="291381" y="184497"/>
                  <a:pt x="288186" y="187051"/>
                  <a:pt x="284352" y="187051"/>
                </a:cubicBezTo>
                <a:close/>
              </a:path>
            </a:pathLst>
          </a:custGeom>
          <a:solidFill>
            <a:srgbClr val="007680"/>
          </a:solidFill>
          <a:ln w="6390" cap="flat">
            <a:noFill/>
            <a:prstDash val="solid"/>
            <a:miter/>
          </a:ln>
        </p:spPr>
        <p:txBody>
          <a:bodyPr rtlCol="0" anchor="ctr"/>
          <a:lstStyle/>
          <a:p>
            <a:endParaRPr lang="en-US"/>
          </a:p>
        </p:txBody>
      </p:sp>
      <p:grpSp>
        <p:nvGrpSpPr>
          <p:cNvPr id="1116" name="Graphic 5">
            <a:extLst>
              <a:ext uri="{FF2B5EF4-FFF2-40B4-BE49-F238E27FC236}">
                <a16:creationId xmlns:a16="http://schemas.microsoft.com/office/drawing/2014/main" id="{08698E2E-0FB8-A346-B2CC-C31625CAC9AD}"/>
              </a:ext>
            </a:extLst>
          </p:cNvPr>
          <p:cNvGrpSpPr/>
          <p:nvPr/>
        </p:nvGrpSpPr>
        <p:grpSpPr>
          <a:xfrm>
            <a:off x="6147119" y="1881522"/>
            <a:ext cx="362309" cy="361971"/>
            <a:chOff x="6147119" y="1881522"/>
            <a:chExt cx="362309" cy="361971"/>
          </a:xfrm>
          <a:solidFill>
            <a:srgbClr val="007680"/>
          </a:solidFill>
        </p:grpSpPr>
        <p:sp>
          <p:nvSpPr>
            <p:cNvPr id="1117" name="Graphic 5">
              <a:extLst>
                <a:ext uri="{FF2B5EF4-FFF2-40B4-BE49-F238E27FC236}">
                  <a16:creationId xmlns:a16="http://schemas.microsoft.com/office/drawing/2014/main" id="{D8C1E7BA-86D3-C045-9B97-BFEA829E1C3F}"/>
                </a:ext>
              </a:extLst>
            </p:cNvPr>
            <p:cNvSpPr/>
            <p:nvPr/>
          </p:nvSpPr>
          <p:spPr>
            <a:xfrm>
              <a:off x="6307506" y="1986219"/>
              <a:ext cx="42173" cy="14683"/>
            </a:xfrm>
            <a:custGeom>
              <a:avLst/>
              <a:gdLst>
                <a:gd name="connsiteX0" fmla="*/ 0 w 42173"/>
                <a:gd name="connsiteY0" fmla="*/ 0 h 14683"/>
                <a:gd name="connsiteX1" fmla="*/ 42173 w 42173"/>
                <a:gd name="connsiteY1" fmla="*/ 0 h 14683"/>
                <a:gd name="connsiteX2" fmla="*/ 42173 w 42173"/>
                <a:gd name="connsiteY2" fmla="*/ 14683 h 14683"/>
                <a:gd name="connsiteX3" fmla="*/ 0 w 42173"/>
                <a:gd name="connsiteY3" fmla="*/ 14683 h 14683"/>
              </a:gdLst>
              <a:ahLst/>
              <a:cxnLst>
                <a:cxn ang="0">
                  <a:pos x="connsiteX0" y="connsiteY0"/>
                </a:cxn>
                <a:cxn ang="0">
                  <a:pos x="connsiteX1" y="connsiteY1"/>
                </a:cxn>
                <a:cxn ang="0">
                  <a:pos x="connsiteX2" y="connsiteY2"/>
                </a:cxn>
                <a:cxn ang="0">
                  <a:pos x="connsiteX3" y="connsiteY3"/>
                </a:cxn>
              </a:cxnLst>
              <a:rect l="l" t="t" r="r" b="b"/>
              <a:pathLst>
                <a:path w="42173" h="14683">
                  <a:moveTo>
                    <a:pt x="0" y="0"/>
                  </a:moveTo>
                  <a:lnTo>
                    <a:pt x="42173" y="0"/>
                  </a:lnTo>
                  <a:lnTo>
                    <a:pt x="42173" y="14683"/>
                  </a:lnTo>
                  <a:lnTo>
                    <a:pt x="0" y="14683"/>
                  </a:lnTo>
                  <a:close/>
                </a:path>
              </a:pathLst>
            </a:custGeom>
            <a:solidFill>
              <a:srgbClr val="007680"/>
            </a:solidFill>
            <a:ln w="6390" cap="flat">
              <a:noFill/>
              <a:prstDash val="solid"/>
              <a:miter/>
            </a:ln>
          </p:spPr>
          <p:txBody>
            <a:bodyPr rtlCol="0" anchor="ctr"/>
            <a:lstStyle/>
            <a:p>
              <a:endParaRPr lang="en-US"/>
            </a:p>
          </p:txBody>
        </p:sp>
        <p:sp>
          <p:nvSpPr>
            <p:cNvPr id="1118" name="Graphic 5">
              <a:extLst>
                <a:ext uri="{FF2B5EF4-FFF2-40B4-BE49-F238E27FC236}">
                  <a16:creationId xmlns:a16="http://schemas.microsoft.com/office/drawing/2014/main" id="{E0FF4823-6C5F-C74F-BE0A-BE31659354D0}"/>
                </a:ext>
              </a:extLst>
            </p:cNvPr>
            <p:cNvSpPr/>
            <p:nvPr/>
          </p:nvSpPr>
          <p:spPr>
            <a:xfrm>
              <a:off x="6280030" y="2013670"/>
              <a:ext cx="90737" cy="125126"/>
            </a:xfrm>
            <a:custGeom>
              <a:avLst/>
              <a:gdLst>
                <a:gd name="connsiteX0" fmla="*/ 90737 w 90737"/>
                <a:gd name="connsiteY0" fmla="*/ 125126 h 125126"/>
                <a:gd name="connsiteX1" fmla="*/ 90737 w 90737"/>
                <a:gd name="connsiteY1" fmla="*/ 125126 h 125126"/>
                <a:gd name="connsiteX2" fmla="*/ 90737 w 90737"/>
                <a:gd name="connsiteY2" fmla="*/ 0 h 125126"/>
                <a:gd name="connsiteX3" fmla="*/ 0 w 90737"/>
                <a:gd name="connsiteY3" fmla="*/ 0 h 125126"/>
                <a:gd name="connsiteX4" fmla="*/ 0 w 90737"/>
                <a:gd name="connsiteY4" fmla="*/ 124488 h 125126"/>
                <a:gd name="connsiteX5" fmla="*/ 0 w 90737"/>
                <a:gd name="connsiteY5" fmla="*/ 125126 h 125126"/>
                <a:gd name="connsiteX6" fmla="*/ 90737 w 90737"/>
                <a:gd name="connsiteY6" fmla="*/ 125126 h 125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737" h="125126">
                  <a:moveTo>
                    <a:pt x="90737" y="125126"/>
                  </a:moveTo>
                  <a:cubicBezTo>
                    <a:pt x="90737" y="125126"/>
                    <a:pt x="90737" y="124488"/>
                    <a:pt x="90737" y="125126"/>
                  </a:cubicBezTo>
                  <a:lnTo>
                    <a:pt x="90737" y="0"/>
                  </a:lnTo>
                  <a:lnTo>
                    <a:pt x="0" y="0"/>
                  </a:lnTo>
                  <a:lnTo>
                    <a:pt x="0" y="124488"/>
                  </a:lnTo>
                  <a:cubicBezTo>
                    <a:pt x="0" y="124488"/>
                    <a:pt x="0" y="124488"/>
                    <a:pt x="0" y="125126"/>
                  </a:cubicBezTo>
                  <a:lnTo>
                    <a:pt x="90737" y="125126"/>
                  </a:lnTo>
                  <a:close/>
                </a:path>
              </a:pathLst>
            </a:custGeom>
            <a:solidFill>
              <a:srgbClr val="007680"/>
            </a:solidFill>
            <a:ln w="6390" cap="flat">
              <a:noFill/>
              <a:prstDash val="solid"/>
              <a:miter/>
            </a:ln>
          </p:spPr>
          <p:txBody>
            <a:bodyPr rtlCol="0" anchor="ctr"/>
            <a:lstStyle/>
            <a:p>
              <a:endParaRPr lang="en-US"/>
            </a:p>
          </p:txBody>
        </p:sp>
        <p:sp>
          <p:nvSpPr>
            <p:cNvPr id="1119" name="Graphic 5">
              <a:extLst>
                <a:ext uri="{FF2B5EF4-FFF2-40B4-BE49-F238E27FC236}">
                  <a16:creationId xmlns:a16="http://schemas.microsoft.com/office/drawing/2014/main" id="{B0C35F1E-D7BE-6B45-9770-F2E7A9CAAF5A}"/>
                </a:ext>
              </a:extLst>
            </p:cNvPr>
            <p:cNvSpPr/>
            <p:nvPr/>
          </p:nvSpPr>
          <p:spPr>
            <a:xfrm>
              <a:off x="6238495" y="2013670"/>
              <a:ext cx="28754" cy="125126"/>
            </a:xfrm>
            <a:custGeom>
              <a:avLst/>
              <a:gdLst>
                <a:gd name="connsiteX0" fmla="*/ 28755 w 28754"/>
                <a:gd name="connsiteY0" fmla="*/ 124488 h 125126"/>
                <a:gd name="connsiteX1" fmla="*/ 28755 w 28754"/>
                <a:gd name="connsiteY1" fmla="*/ 0 h 125126"/>
                <a:gd name="connsiteX2" fmla="*/ 0 w 28754"/>
                <a:gd name="connsiteY2" fmla="*/ 0 h 125126"/>
                <a:gd name="connsiteX3" fmla="*/ 0 w 28754"/>
                <a:gd name="connsiteY3" fmla="*/ 125126 h 125126"/>
                <a:gd name="connsiteX4" fmla="*/ 28755 w 28754"/>
                <a:gd name="connsiteY4" fmla="*/ 124488 h 125126"/>
                <a:gd name="connsiteX5" fmla="*/ 28755 w 28754"/>
                <a:gd name="connsiteY5" fmla="*/ 124488 h 125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754" h="125126">
                  <a:moveTo>
                    <a:pt x="28755" y="124488"/>
                  </a:moveTo>
                  <a:lnTo>
                    <a:pt x="28755" y="0"/>
                  </a:lnTo>
                  <a:lnTo>
                    <a:pt x="0" y="0"/>
                  </a:lnTo>
                  <a:lnTo>
                    <a:pt x="0" y="125126"/>
                  </a:lnTo>
                  <a:lnTo>
                    <a:pt x="28755" y="124488"/>
                  </a:lnTo>
                  <a:cubicBezTo>
                    <a:pt x="28755" y="125126"/>
                    <a:pt x="28755" y="124488"/>
                    <a:pt x="28755" y="124488"/>
                  </a:cubicBezTo>
                  <a:close/>
                </a:path>
              </a:pathLst>
            </a:custGeom>
            <a:solidFill>
              <a:srgbClr val="007680"/>
            </a:solidFill>
            <a:ln w="6390" cap="flat">
              <a:noFill/>
              <a:prstDash val="solid"/>
              <a:miter/>
            </a:ln>
          </p:spPr>
          <p:txBody>
            <a:bodyPr rtlCol="0" anchor="ctr"/>
            <a:lstStyle/>
            <a:p>
              <a:endParaRPr lang="en-US"/>
            </a:p>
          </p:txBody>
        </p:sp>
        <p:sp>
          <p:nvSpPr>
            <p:cNvPr id="1120" name="Graphic 5">
              <a:extLst>
                <a:ext uri="{FF2B5EF4-FFF2-40B4-BE49-F238E27FC236}">
                  <a16:creationId xmlns:a16="http://schemas.microsoft.com/office/drawing/2014/main" id="{600F3ABC-DDD2-6F45-BBCB-AFBACB7D7536}"/>
                </a:ext>
              </a:extLst>
            </p:cNvPr>
            <p:cNvSpPr/>
            <p:nvPr/>
          </p:nvSpPr>
          <p:spPr>
            <a:xfrm>
              <a:off x="6383547" y="2013670"/>
              <a:ext cx="35783" cy="125126"/>
            </a:xfrm>
            <a:custGeom>
              <a:avLst/>
              <a:gdLst>
                <a:gd name="connsiteX0" fmla="*/ 0 w 35783"/>
                <a:gd name="connsiteY0" fmla="*/ 124488 h 125126"/>
                <a:gd name="connsiteX1" fmla="*/ 0 w 35783"/>
                <a:gd name="connsiteY1" fmla="*/ 124488 h 125126"/>
                <a:gd name="connsiteX2" fmla="*/ 35783 w 35783"/>
                <a:gd name="connsiteY2" fmla="*/ 125126 h 125126"/>
                <a:gd name="connsiteX3" fmla="*/ 35783 w 35783"/>
                <a:gd name="connsiteY3" fmla="*/ 0 h 125126"/>
                <a:gd name="connsiteX4" fmla="*/ 0 w 35783"/>
                <a:gd name="connsiteY4" fmla="*/ 0 h 125126"/>
                <a:gd name="connsiteX5" fmla="*/ 0 w 35783"/>
                <a:gd name="connsiteY5" fmla="*/ 124488 h 125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783" h="125126">
                  <a:moveTo>
                    <a:pt x="0" y="124488"/>
                  </a:moveTo>
                  <a:cubicBezTo>
                    <a:pt x="0" y="124488"/>
                    <a:pt x="0" y="124488"/>
                    <a:pt x="0" y="124488"/>
                  </a:cubicBezTo>
                  <a:lnTo>
                    <a:pt x="35783" y="125126"/>
                  </a:lnTo>
                  <a:lnTo>
                    <a:pt x="35783" y="0"/>
                  </a:lnTo>
                  <a:lnTo>
                    <a:pt x="0" y="0"/>
                  </a:lnTo>
                  <a:lnTo>
                    <a:pt x="0" y="124488"/>
                  </a:lnTo>
                  <a:close/>
                </a:path>
              </a:pathLst>
            </a:custGeom>
            <a:solidFill>
              <a:srgbClr val="007680"/>
            </a:solidFill>
            <a:ln w="6390" cap="flat">
              <a:noFill/>
              <a:prstDash val="solid"/>
              <a:miter/>
            </a:ln>
          </p:spPr>
          <p:txBody>
            <a:bodyPr rtlCol="0" anchor="ctr"/>
            <a:lstStyle/>
            <a:p>
              <a:endParaRPr lang="en-US"/>
            </a:p>
          </p:txBody>
        </p:sp>
        <p:sp>
          <p:nvSpPr>
            <p:cNvPr id="1121" name="Graphic 5">
              <a:extLst>
                <a:ext uri="{FF2B5EF4-FFF2-40B4-BE49-F238E27FC236}">
                  <a16:creationId xmlns:a16="http://schemas.microsoft.com/office/drawing/2014/main" id="{215F0DAE-3D71-094C-A056-2031E723ED92}"/>
                </a:ext>
              </a:extLst>
            </p:cNvPr>
            <p:cNvSpPr/>
            <p:nvPr/>
          </p:nvSpPr>
          <p:spPr>
            <a:xfrm>
              <a:off x="6147119" y="1881522"/>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84352 w 362309"/>
                <a:gd name="connsiteY7" fmla="*/ 263658 h 361971"/>
                <a:gd name="connsiteX8" fmla="*/ 277962 w 362309"/>
                <a:gd name="connsiteY8" fmla="*/ 270042 h 361971"/>
                <a:gd name="connsiteX9" fmla="*/ 84986 w 362309"/>
                <a:gd name="connsiteY9" fmla="*/ 270042 h 361971"/>
                <a:gd name="connsiteX10" fmla="*/ 78596 w 362309"/>
                <a:gd name="connsiteY10" fmla="*/ 263658 h 361971"/>
                <a:gd name="connsiteX11" fmla="*/ 78596 w 362309"/>
                <a:gd name="connsiteY11" fmla="*/ 125764 h 361971"/>
                <a:gd name="connsiteX12" fmla="*/ 84986 w 362309"/>
                <a:gd name="connsiteY12" fmla="*/ 119380 h 361971"/>
                <a:gd name="connsiteX13" fmla="*/ 147607 w 362309"/>
                <a:gd name="connsiteY13" fmla="*/ 119380 h 361971"/>
                <a:gd name="connsiteX14" fmla="*/ 147607 w 362309"/>
                <a:gd name="connsiteY14" fmla="*/ 98313 h 361971"/>
                <a:gd name="connsiteX15" fmla="*/ 153997 w 362309"/>
                <a:gd name="connsiteY15" fmla="*/ 91929 h 361971"/>
                <a:gd name="connsiteX16" fmla="*/ 208951 w 362309"/>
                <a:gd name="connsiteY16" fmla="*/ 91929 h 361971"/>
                <a:gd name="connsiteX17" fmla="*/ 215341 w 362309"/>
                <a:gd name="connsiteY17" fmla="*/ 98313 h 361971"/>
                <a:gd name="connsiteX18" fmla="*/ 215341 w 362309"/>
                <a:gd name="connsiteY18" fmla="*/ 119380 h 361971"/>
                <a:gd name="connsiteX19" fmla="*/ 277962 w 362309"/>
                <a:gd name="connsiteY19" fmla="*/ 119380 h 361971"/>
                <a:gd name="connsiteX20" fmla="*/ 284352 w 362309"/>
                <a:gd name="connsiteY20" fmla="*/ 125764 h 361971"/>
                <a:gd name="connsiteX21" fmla="*/ 284352 w 362309"/>
                <a:gd name="connsiteY21" fmla="*/ 263658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2309" h="361971">
                  <a:moveTo>
                    <a:pt x="181474" y="0"/>
                  </a:moveTo>
                  <a:cubicBezTo>
                    <a:pt x="81152" y="0"/>
                    <a:pt x="0" y="81076"/>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1076"/>
                    <a:pt x="281157" y="0"/>
                    <a:pt x="181474" y="0"/>
                  </a:cubicBezTo>
                  <a:lnTo>
                    <a:pt x="181474" y="0"/>
                  </a:lnTo>
                  <a:close/>
                  <a:moveTo>
                    <a:pt x="284352" y="263658"/>
                  </a:moveTo>
                  <a:cubicBezTo>
                    <a:pt x="284352" y="267489"/>
                    <a:pt x="281796" y="270042"/>
                    <a:pt x="277962" y="270042"/>
                  </a:cubicBezTo>
                  <a:lnTo>
                    <a:pt x="84986" y="270042"/>
                  </a:lnTo>
                  <a:cubicBezTo>
                    <a:pt x="81152" y="270042"/>
                    <a:pt x="78596" y="267489"/>
                    <a:pt x="78596" y="263658"/>
                  </a:cubicBezTo>
                  <a:lnTo>
                    <a:pt x="78596" y="125764"/>
                  </a:lnTo>
                  <a:cubicBezTo>
                    <a:pt x="78596" y="121934"/>
                    <a:pt x="81152" y="119380"/>
                    <a:pt x="84986" y="119380"/>
                  </a:cubicBezTo>
                  <a:lnTo>
                    <a:pt x="147607" y="119380"/>
                  </a:lnTo>
                  <a:lnTo>
                    <a:pt x="147607" y="98313"/>
                  </a:lnTo>
                  <a:cubicBezTo>
                    <a:pt x="147607" y="94483"/>
                    <a:pt x="150164" y="91929"/>
                    <a:pt x="153997" y="91929"/>
                  </a:cubicBezTo>
                  <a:lnTo>
                    <a:pt x="208951" y="91929"/>
                  </a:lnTo>
                  <a:cubicBezTo>
                    <a:pt x="212785" y="91929"/>
                    <a:pt x="215341" y="94483"/>
                    <a:pt x="215341" y="98313"/>
                  </a:cubicBezTo>
                  <a:lnTo>
                    <a:pt x="215341" y="119380"/>
                  </a:lnTo>
                  <a:lnTo>
                    <a:pt x="277962" y="119380"/>
                  </a:lnTo>
                  <a:cubicBezTo>
                    <a:pt x="281796" y="119380"/>
                    <a:pt x="284352" y="121934"/>
                    <a:pt x="284352" y="125764"/>
                  </a:cubicBezTo>
                  <a:lnTo>
                    <a:pt x="284352" y="263658"/>
                  </a:lnTo>
                  <a:close/>
                </a:path>
              </a:pathLst>
            </a:custGeom>
            <a:solidFill>
              <a:srgbClr val="007680"/>
            </a:solidFill>
            <a:ln w="6390" cap="flat">
              <a:noFill/>
              <a:prstDash val="solid"/>
              <a:miter/>
            </a:ln>
          </p:spPr>
          <p:txBody>
            <a:bodyPr rtlCol="0" anchor="ctr"/>
            <a:lstStyle/>
            <a:p>
              <a:endParaRPr lang="en-US"/>
            </a:p>
          </p:txBody>
        </p:sp>
      </p:grpSp>
      <p:grpSp>
        <p:nvGrpSpPr>
          <p:cNvPr id="1122" name="Graphic 5">
            <a:extLst>
              <a:ext uri="{FF2B5EF4-FFF2-40B4-BE49-F238E27FC236}">
                <a16:creationId xmlns:a16="http://schemas.microsoft.com/office/drawing/2014/main" id="{F5610F29-49AF-C744-84AC-159C3C729715}"/>
              </a:ext>
            </a:extLst>
          </p:cNvPr>
          <p:cNvGrpSpPr/>
          <p:nvPr/>
        </p:nvGrpSpPr>
        <p:grpSpPr>
          <a:xfrm>
            <a:off x="6147119" y="2856356"/>
            <a:ext cx="362309" cy="361971"/>
            <a:chOff x="6147119" y="2856356"/>
            <a:chExt cx="362309" cy="361971"/>
          </a:xfrm>
          <a:solidFill>
            <a:srgbClr val="007680"/>
          </a:solidFill>
        </p:grpSpPr>
        <p:sp>
          <p:nvSpPr>
            <p:cNvPr id="1123" name="Graphic 5">
              <a:extLst>
                <a:ext uri="{FF2B5EF4-FFF2-40B4-BE49-F238E27FC236}">
                  <a16:creationId xmlns:a16="http://schemas.microsoft.com/office/drawing/2014/main" id="{0E7B68FC-F538-7F43-8B59-838C012B34D2}"/>
                </a:ext>
              </a:extLst>
            </p:cNvPr>
            <p:cNvSpPr/>
            <p:nvPr/>
          </p:nvSpPr>
          <p:spPr>
            <a:xfrm>
              <a:off x="6242329" y="2931549"/>
              <a:ext cx="169972" cy="52277"/>
            </a:xfrm>
            <a:custGeom>
              <a:avLst/>
              <a:gdLst>
                <a:gd name="connsiteX0" fmla="*/ 36422 w 169972"/>
                <a:gd name="connsiteY0" fmla="*/ 48656 h 52277"/>
                <a:gd name="connsiteX1" fmla="*/ 36422 w 169972"/>
                <a:gd name="connsiteY1" fmla="*/ 28227 h 52277"/>
                <a:gd name="connsiteX2" fmla="*/ 41535 w 169972"/>
                <a:gd name="connsiteY2" fmla="*/ 21843 h 52277"/>
                <a:gd name="connsiteX3" fmla="*/ 54314 w 169972"/>
                <a:gd name="connsiteY3" fmla="*/ 19928 h 52277"/>
                <a:gd name="connsiteX4" fmla="*/ 83708 w 169972"/>
                <a:gd name="connsiteY4" fmla="*/ 16097 h 52277"/>
                <a:gd name="connsiteX5" fmla="*/ 86903 w 169972"/>
                <a:gd name="connsiteY5" fmla="*/ 16097 h 52277"/>
                <a:gd name="connsiteX6" fmla="*/ 116936 w 169972"/>
                <a:gd name="connsiteY6" fmla="*/ 19928 h 52277"/>
                <a:gd name="connsiteX7" fmla="*/ 129716 w 169972"/>
                <a:gd name="connsiteY7" fmla="*/ 21843 h 52277"/>
                <a:gd name="connsiteX8" fmla="*/ 134828 w 169972"/>
                <a:gd name="connsiteY8" fmla="*/ 28227 h 52277"/>
                <a:gd name="connsiteX9" fmla="*/ 134828 w 169972"/>
                <a:gd name="connsiteY9" fmla="*/ 48656 h 52277"/>
                <a:gd name="connsiteX10" fmla="*/ 169972 w 169972"/>
                <a:gd name="connsiteY10" fmla="*/ 46741 h 52277"/>
                <a:gd name="connsiteX11" fmla="*/ 169972 w 169972"/>
                <a:gd name="connsiteY11" fmla="*/ 35888 h 52277"/>
                <a:gd name="connsiteX12" fmla="*/ 169972 w 169972"/>
                <a:gd name="connsiteY12" fmla="*/ 32696 h 52277"/>
                <a:gd name="connsiteX13" fmla="*/ 164221 w 169972"/>
                <a:gd name="connsiteY13" fmla="*/ 21843 h 52277"/>
                <a:gd name="connsiteX14" fmla="*/ 86264 w 169972"/>
                <a:gd name="connsiteY14" fmla="*/ 138 h 52277"/>
                <a:gd name="connsiteX15" fmla="*/ 83708 w 169972"/>
                <a:gd name="connsiteY15" fmla="*/ 138 h 52277"/>
                <a:gd name="connsiteX16" fmla="*/ 6390 w 169972"/>
                <a:gd name="connsiteY16" fmla="*/ 21205 h 52277"/>
                <a:gd name="connsiteX17" fmla="*/ 0 w 169972"/>
                <a:gd name="connsiteY17" fmla="*/ 32696 h 52277"/>
                <a:gd name="connsiteX18" fmla="*/ 0 w 169972"/>
                <a:gd name="connsiteY18" fmla="*/ 35888 h 52277"/>
                <a:gd name="connsiteX19" fmla="*/ 0 w 169972"/>
                <a:gd name="connsiteY19" fmla="*/ 46741 h 52277"/>
                <a:gd name="connsiteX20" fmla="*/ 36422 w 169972"/>
                <a:gd name="connsiteY20" fmla="*/ 48656 h 5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9972" h="52277">
                  <a:moveTo>
                    <a:pt x="36422" y="48656"/>
                  </a:moveTo>
                  <a:lnTo>
                    <a:pt x="36422" y="28227"/>
                  </a:lnTo>
                  <a:cubicBezTo>
                    <a:pt x="36422" y="25035"/>
                    <a:pt x="38978" y="22481"/>
                    <a:pt x="41535" y="21843"/>
                  </a:cubicBezTo>
                  <a:lnTo>
                    <a:pt x="54314" y="19928"/>
                  </a:lnTo>
                  <a:cubicBezTo>
                    <a:pt x="63899" y="18013"/>
                    <a:pt x="74123" y="16736"/>
                    <a:pt x="83708" y="16097"/>
                  </a:cubicBezTo>
                  <a:lnTo>
                    <a:pt x="86903" y="16097"/>
                  </a:lnTo>
                  <a:cubicBezTo>
                    <a:pt x="97127" y="16736"/>
                    <a:pt x="106712" y="18013"/>
                    <a:pt x="116936" y="19928"/>
                  </a:cubicBezTo>
                  <a:lnTo>
                    <a:pt x="129716" y="21843"/>
                  </a:lnTo>
                  <a:cubicBezTo>
                    <a:pt x="132911" y="22481"/>
                    <a:pt x="134828" y="25035"/>
                    <a:pt x="134828" y="28227"/>
                  </a:cubicBezTo>
                  <a:lnTo>
                    <a:pt x="134828" y="48656"/>
                  </a:lnTo>
                  <a:cubicBezTo>
                    <a:pt x="147607" y="56955"/>
                    <a:pt x="166138" y="48656"/>
                    <a:pt x="169972" y="46741"/>
                  </a:cubicBezTo>
                  <a:cubicBezTo>
                    <a:pt x="169972" y="42910"/>
                    <a:pt x="169972" y="39080"/>
                    <a:pt x="169972" y="35888"/>
                  </a:cubicBezTo>
                  <a:lnTo>
                    <a:pt x="169972" y="32696"/>
                  </a:lnTo>
                  <a:cubicBezTo>
                    <a:pt x="169972" y="26950"/>
                    <a:pt x="169972" y="25673"/>
                    <a:pt x="164221" y="21843"/>
                  </a:cubicBezTo>
                  <a:cubicBezTo>
                    <a:pt x="141217" y="7160"/>
                    <a:pt x="113741" y="-501"/>
                    <a:pt x="86264" y="138"/>
                  </a:cubicBezTo>
                  <a:lnTo>
                    <a:pt x="83708" y="138"/>
                  </a:lnTo>
                  <a:cubicBezTo>
                    <a:pt x="56231" y="-1139"/>
                    <a:pt x="29394" y="6522"/>
                    <a:pt x="6390" y="21205"/>
                  </a:cubicBezTo>
                  <a:cubicBezTo>
                    <a:pt x="0" y="25035"/>
                    <a:pt x="0" y="26312"/>
                    <a:pt x="0" y="32696"/>
                  </a:cubicBezTo>
                  <a:lnTo>
                    <a:pt x="0" y="35888"/>
                  </a:lnTo>
                  <a:cubicBezTo>
                    <a:pt x="0" y="39718"/>
                    <a:pt x="0" y="43549"/>
                    <a:pt x="0" y="46741"/>
                  </a:cubicBezTo>
                  <a:cubicBezTo>
                    <a:pt x="5112" y="48656"/>
                    <a:pt x="23642" y="56955"/>
                    <a:pt x="36422" y="48656"/>
                  </a:cubicBezTo>
                  <a:close/>
                </a:path>
              </a:pathLst>
            </a:custGeom>
            <a:solidFill>
              <a:srgbClr val="007680"/>
            </a:solidFill>
            <a:ln w="6390" cap="flat">
              <a:noFill/>
              <a:prstDash val="solid"/>
              <a:miter/>
            </a:ln>
          </p:spPr>
          <p:txBody>
            <a:bodyPr rtlCol="0" anchor="ctr"/>
            <a:lstStyle/>
            <a:p>
              <a:endParaRPr lang="en-US"/>
            </a:p>
          </p:txBody>
        </p:sp>
        <p:sp>
          <p:nvSpPr>
            <p:cNvPr id="1124" name="Graphic 5">
              <a:extLst>
                <a:ext uri="{FF2B5EF4-FFF2-40B4-BE49-F238E27FC236}">
                  <a16:creationId xmlns:a16="http://schemas.microsoft.com/office/drawing/2014/main" id="{AA0160F5-E221-B84E-9671-492555591D11}"/>
                </a:ext>
              </a:extLst>
            </p:cNvPr>
            <p:cNvSpPr/>
            <p:nvPr/>
          </p:nvSpPr>
          <p:spPr>
            <a:xfrm>
              <a:off x="6282586" y="3090648"/>
              <a:ext cx="92015" cy="52987"/>
            </a:xfrm>
            <a:custGeom>
              <a:avLst/>
              <a:gdLst>
                <a:gd name="connsiteX0" fmla="*/ 0 w 92015"/>
                <a:gd name="connsiteY0" fmla="*/ 0 h 52987"/>
                <a:gd name="connsiteX1" fmla="*/ 92015 w 92015"/>
                <a:gd name="connsiteY1" fmla="*/ 0 h 52987"/>
                <a:gd name="connsiteX2" fmla="*/ 92015 w 92015"/>
                <a:gd name="connsiteY2" fmla="*/ 52987 h 52987"/>
                <a:gd name="connsiteX3" fmla="*/ 0 w 92015"/>
                <a:gd name="connsiteY3" fmla="*/ 52987 h 52987"/>
              </a:gdLst>
              <a:ahLst/>
              <a:cxnLst>
                <a:cxn ang="0">
                  <a:pos x="connsiteX0" y="connsiteY0"/>
                </a:cxn>
                <a:cxn ang="0">
                  <a:pos x="connsiteX1" y="connsiteY1"/>
                </a:cxn>
                <a:cxn ang="0">
                  <a:pos x="connsiteX2" y="connsiteY2"/>
                </a:cxn>
                <a:cxn ang="0">
                  <a:pos x="connsiteX3" y="connsiteY3"/>
                </a:cxn>
              </a:cxnLst>
              <a:rect l="l" t="t" r="r" b="b"/>
              <a:pathLst>
                <a:path w="92015" h="52987">
                  <a:moveTo>
                    <a:pt x="0" y="0"/>
                  </a:moveTo>
                  <a:lnTo>
                    <a:pt x="92015" y="0"/>
                  </a:lnTo>
                  <a:lnTo>
                    <a:pt x="92015" y="52987"/>
                  </a:lnTo>
                  <a:lnTo>
                    <a:pt x="0" y="52987"/>
                  </a:lnTo>
                  <a:close/>
                </a:path>
              </a:pathLst>
            </a:custGeom>
            <a:solidFill>
              <a:srgbClr val="007680"/>
            </a:solidFill>
            <a:ln w="6390" cap="flat">
              <a:noFill/>
              <a:prstDash val="solid"/>
              <a:miter/>
            </a:ln>
          </p:spPr>
          <p:txBody>
            <a:bodyPr rtlCol="0" anchor="ctr"/>
            <a:lstStyle/>
            <a:p>
              <a:endParaRPr lang="en-US"/>
            </a:p>
          </p:txBody>
        </p:sp>
        <p:sp>
          <p:nvSpPr>
            <p:cNvPr id="1125" name="Graphic 5">
              <a:extLst>
                <a:ext uri="{FF2B5EF4-FFF2-40B4-BE49-F238E27FC236}">
                  <a16:creationId xmlns:a16="http://schemas.microsoft.com/office/drawing/2014/main" id="{23DDB034-D780-E44D-9053-65E4BB790A46}"/>
                </a:ext>
              </a:extLst>
            </p:cNvPr>
            <p:cNvSpPr/>
            <p:nvPr/>
          </p:nvSpPr>
          <p:spPr>
            <a:xfrm>
              <a:off x="6147119" y="285635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83069 w 362309"/>
                <a:gd name="connsiteY7" fmla="*/ 110443 h 361971"/>
                <a:gd name="connsiteX8" fmla="*/ 83069 w 362309"/>
                <a:gd name="connsiteY8" fmla="*/ 107251 h 361971"/>
                <a:gd name="connsiteX9" fmla="*/ 95210 w 362309"/>
                <a:gd name="connsiteY9" fmla="*/ 85546 h 361971"/>
                <a:gd name="connsiteX10" fmla="*/ 180196 w 362309"/>
                <a:gd name="connsiteY10" fmla="*/ 61925 h 361971"/>
                <a:gd name="connsiteX11" fmla="*/ 182752 w 362309"/>
                <a:gd name="connsiteY11" fmla="*/ 61925 h 361971"/>
                <a:gd name="connsiteX12" fmla="*/ 267739 w 362309"/>
                <a:gd name="connsiteY12" fmla="*/ 85546 h 361971"/>
                <a:gd name="connsiteX13" fmla="*/ 279240 w 362309"/>
                <a:gd name="connsiteY13" fmla="*/ 106613 h 361971"/>
                <a:gd name="connsiteX14" fmla="*/ 279240 w 362309"/>
                <a:gd name="connsiteY14" fmla="*/ 109805 h 361971"/>
                <a:gd name="connsiteX15" fmla="*/ 277323 w 362309"/>
                <a:gd name="connsiteY15" fmla="*/ 128318 h 361971"/>
                <a:gd name="connsiteX16" fmla="*/ 275406 w 362309"/>
                <a:gd name="connsiteY16" fmla="*/ 130233 h 361971"/>
                <a:gd name="connsiteX17" fmla="*/ 274128 w 362309"/>
                <a:gd name="connsiteY17" fmla="*/ 131510 h 361971"/>
                <a:gd name="connsiteX18" fmla="*/ 274128 w 362309"/>
                <a:gd name="connsiteY18" fmla="*/ 131510 h 361971"/>
                <a:gd name="connsiteX19" fmla="*/ 244096 w 362309"/>
                <a:gd name="connsiteY19" fmla="*/ 139809 h 361971"/>
                <a:gd name="connsiteX20" fmla="*/ 219814 w 362309"/>
                <a:gd name="connsiteY20" fmla="*/ 130872 h 361971"/>
                <a:gd name="connsiteX21" fmla="*/ 217897 w 362309"/>
                <a:gd name="connsiteY21" fmla="*/ 126403 h 361971"/>
                <a:gd name="connsiteX22" fmla="*/ 217897 w 362309"/>
                <a:gd name="connsiteY22" fmla="*/ 108528 h 361971"/>
                <a:gd name="connsiteX23" fmla="*/ 210229 w 362309"/>
                <a:gd name="connsiteY23" fmla="*/ 107251 h 361971"/>
                <a:gd name="connsiteX24" fmla="*/ 182752 w 362309"/>
                <a:gd name="connsiteY24" fmla="*/ 104059 h 361971"/>
                <a:gd name="connsiteX25" fmla="*/ 179557 w 362309"/>
                <a:gd name="connsiteY25" fmla="*/ 104059 h 361971"/>
                <a:gd name="connsiteX26" fmla="*/ 152080 w 362309"/>
                <a:gd name="connsiteY26" fmla="*/ 107251 h 361971"/>
                <a:gd name="connsiteX27" fmla="*/ 144412 w 362309"/>
                <a:gd name="connsiteY27" fmla="*/ 108528 h 361971"/>
                <a:gd name="connsiteX28" fmla="*/ 144412 w 362309"/>
                <a:gd name="connsiteY28" fmla="*/ 126403 h 361971"/>
                <a:gd name="connsiteX29" fmla="*/ 142496 w 362309"/>
                <a:gd name="connsiteY29" fmla="*/ 130872 h 361971"/>
                <a:gd name="connsiteX30" fmla="*/ 88181 w 362309"/>
                <a:gd name="connsiteY30" fmla="*/ 130872 h 361971"/>
                <a:gd name="connsiteX31" fmla="*/ 88181 w 362309"/>
                <a:gd name="connsiteY31" fmla="*/ 130872 h 361971"/>
                <a:gd name="connsiteX32" fmla="*/ 86903 w 362309"/>
                <a:gd name="connsiteY32" fmla="*/ 129595 h 361971"/>
                <a:gd name="connsiteX33" fmla="*/ 85625 w 362309"/>
                <a:gd name="connsiteY33" fmla="*/ 127680 h 361971"/>
                <a:gd name="connsiteX34" fmla="*/ 83069 w 362309"/>
                <a:gd name="connsiteY34" fmla="*/ 110443 h 361971"/>
                <a:gd name="connsiteX35" fmla="*/ 279240 w 362309"/>
                <a:gd name="connsiteY35" fmla="*/ 267489 h 361971"/>
                <a:gd name="connsiteX36" fmla="*/ 272850 w 362309"/>
                <a:gd name="connsiteY36" fmla="*/ 273873 h 361971"/>
                <a:gd name="connsiteX37" fmla="*/ 240261 w 362309"/>
                <a:gd name="connsiteY37" fmla="*/ 273873 h 361971"/>
                <a:gd name="connsiteX38" fmla="*/ 240261 w 362309"/>
                <a:gd name="connsiteY38" fmla="*/ 293663 h 361971"/>
                <a:gd name="connsiteX39" fmla="*/ 233872 w 362309"/>
                <a:gd name="connsiteY39" fmla="*/ 300047 h 361971"/>
                <a:gd name="connsiteX40" fmla="*/ 129077 w 362309"/>
                <a:gd name="connsiteY40" fmla="*/ 300047 h 361971"/>
                <a:gd name="connsiteX41" fmla="*/ 122687 w 362309"/>
                <a:gd name="connsiteY41" fmla="*/ 293663 h 361971"/>
                <a:gd name="connsiteX42" fmla="*/ 122687 w 362309"/>
                <a:gd name="connsiteY42" fmla="*/ 273873 h 361971"/>
                <a:gd name="connsiteX43" fmla="*/ 89459 w 362309"/>
                <a:gd name="connsiteY43" fmla="*/ 273873 h 361971"/>
                <a:gd name="connsiteX44" fmla="*/ 83069 w 362309"/>
                <a:gd name="connsiteY44" fmla="*/ 267489 h 361971"/>
                <a:gd name="connsiteX45" fmla="*/ 83069 w 362309"/>
                <a:gd name="connsiteY45" fmla="*/ 162792 h 361971"/>
                <a:gd name="connsiteX46" fmla="*/ 89459 w 362309"/>
                <a:gd name="connsiteY46" fmla="*/ 156408 h 361971"/>
                <a:gd name="connsiteX47" fmla="*/ 273489 w 362309"/>
                <a:gd name="connsiteY47" fmla="*/ 156408 h 361971"/>
                <a:gd name="connsiteX48" fmla="*/ 279879 w 362309"/>
                <a:gd name="connsiteY48" fmla="*/ 162792 h 361971"/>
                <a:gd name="connsiteX49" fmla="*/ 279240 w 362309"/>
                <a:gd name="connsiteY49" fmla="*/ 267489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lnTo>
                    <a:pt x="181474" y="0"/>
                  </a:lnTo>
                  <a:close/>
                  <a:moveTo>
                    <a:pt x="83069" y="110443"/>
                  </a:moveTo>
                  <a:lnTo>
                    <a:pt x="83069" y="107251"/>
                  </a:lnTo>
                  <a:cubicBezTo>
                    <a:pt x="81791" y="98313"/>
                    <a:pt x="86903" y="90014"/>
                    <a:pt x="95210" y="85546"/>
                  </a:cubicBezTo>
                  <a:cubicBezTo>
                    <a:pt x="120131" y="68947"/>
                    <a:pt x="150164" y="60648"/>
                    <a:pt x="180196" y="61925"/>
                  </a:cubicBezTo>
                  <a:lnTo>
                    <a:pt x="182752" y="61925"/>
                  </a:lnTo>
                  <a:cubicBezTo>
                    <a:pt x="212785" y="60648"/>
                    <a:pt x="242818" y="68947"/>
                    <a:pt x="267739" y="85546"/>
                  </a:cubicBezTo>
                  <a:cubicBezTo>
                    <a:pt x="275406" y="89376"/>
                    <a:pt x="279879" y="97675"/>
                    <a:pt x="279240" y="106613"/>
                  </a:cubicBezTo>
                  <a:lnTo>
                    <a:pt x="279240" y="109805"/>
                  </a:lnTo>
                  <a:cubicBezTo>
                    <a:pt x="279879" y="116189"/>
                    <a:pt x="279240" y="122573"/>
                    <a:pt x="277323" y="128318"/>
                  </a:cubicBezTo>
                  <a:cubicBezTo>
                    <a:pt x="276684" y="128957"/>
                    <a:pt x="276045" y="129595"/>
                    <a:pt x="275406" y="130233"/>
                  </a:cubicBezTo>
                  <a:lnTo>
                    <a:pt x="274128" y="131510"/>
                  </a:lnTo>
                  <a:lnTo>
                    <a:pt x="274128" y="131510"/>
                  </a:lnTo>
                  <a:cubicBezTo>
                    <a:pt x="265182" y="136617"/>
                    <a:pt x="254319" y="139809"/>
                    <a:pt x="244096" y="139809"/>
                  </a:cubicBezTo>
                  <a:cubicBezTo>
                    <a:pt x="235150" y="139809"/>
                    <a:pt x="226843" y="137256"/>
                    <a:pt x="219814" y="130872"/>
                  </a:cubicBezTo>
                  <a:cubicBezTo>
                    <a:pt x="218536" y="129595"/>
                    <a:pt x="217897" y="127680"/>
                    <a:pt x="217897" y="126403"/>
                  </a:cubicBezTo>
                  <a:lnTo>
                    <a:pt x="217897" y="108528"/>
                  </a:lnTo>
                  <a:lnTo>
                    <a:pt x="210229" y="107251"/>
                  </a:lnTo>
                  <a:cubicBezTo>
                    <a:pt x="201283" y="105336"/>
                    <a:pt x="191698" y="104059"/>
                    <a:pt x="182752" y="104059"/>
                  </a:cubicBezTo>
                  <a:lnTo>
                    <a:pt x="179557" y="104059"/>
                  </a:lnTo>
                  <a:cubicBezTo>
                    <a:pt x="170611" y="104697"/>
                    <a:pt x="161027" y="105974"/>
                    <a:pt x="152080" y="107251"/>
                  </a:cubicBezTo>
                  <a:lnTo>
                    <a:pt x="144412" y="108528"/>
                  </a:lnTo>
                  <a:lnTo>
                    <a:pt x="144412" y="126403"/>
                  </a:lnTo>
                  <a:cubicBezTo>
                    <a:pt x="144412" y="128318"/>
                    <a:pt x="143774" y="130233"/>
                    <a:pt x="142496" y="130872"/>
                  </a:cubicBezTo>
                  <a:cubicBezTo>
                    <a:pt x="123326" y="148108"/>
                    <a:pt x="93293" y="134064"/>
                    <a:pt x="88181" y="130872"/>
                  </a:cubicBezTo>
                  <a:lnTo>
                    <a:pt x="88181" y="130872"/>
                  </a:lnTo>
                  <a:lnTo>
                    <a:pt x="86903" y="129595"/>
                  </a:lnTo>
                  <a:cubicBezTo>
                    <a:pt x="86264" y="128957"/>
                    <a:pt x="85625" y="128318"/>
                    <a:pt x="85625" y="127680"/>
                  </a:cubicBezTo>
                  <a:cubicBezTo>
                    <a:pt x="83069" y="122573"/>
                    <a:pt x="82430" y="116189"/>
                    <a:pt x="83069" y="110443"/>
                  </a:cubicBezTo>
                  <a:close/>
                  <a:moveTo>
                    <a:pt x="279240" y="267489"/>
                  </a:moveTo>
                  <a:cubicBezTo>
                    <a:pt x="279240" y="271319"/>
                    <a:pt x="276684" y="273873"/>
                    <a:pt x="272850" y="273873"/>
                  </a:cubicBezTo>
                  <a:lnTo>
                    <a:pt x="240261" y="273873"/>
                  </a:lnTo>
                  <a:lnTo>
                    <a:pt x="240261" y="293663"/>
                  </a:lnTo>
                  <a:cubicBezTo>
                    <a:pt x="240261" y="297494"/>
                    <a:pt x="237706" y="300047"/>
                    <a:pt x="233872" y="300047"/>
                  </a:cubicBezTo>
                  <a:lnTo>
                    <a:pt x="129077" y="300047"/>
                  </a:lnTo>
                  <a:cubicBezTo>
                    <a:pt x="125243" y="300047"/>
                    <a:pt x="122687" y="297494"/>
                    <a:pt x="122687" y="293663"/>
                  </a:cubicBezTo>
                  <a:lnTo>
                    <a:pt x="122687" y="273873"/>
                  </a:lnTo>
                  <a:lnTo>
                    <a:pt x="89459" y="273873"/>
                  </a:lnTo>
                  <a:cubicBezTo>
                    <a:pt x="85625" y="273873"/>
                    <a:pt x="83069" y="271319"/>
                    <a:pt x="83069" y="267489"/>
                  </a:cubicBezTo>
                  <a:lnTo>
                    <a:pt x="83069" y="162792"/>
                  </a:lnTo>
                  <a:cubicBezTo>
                    <a:pt x="83069" y="158961"/>
                    <a:pt x="85625" y="156408"/>
                    <a:pt x="89459" y="156408"/>
                  </a:cubicBezTo>
                  <a:lnTo>
                    <a:pt x="273489" y="156408"/>
                  </a:lnTo>
                  <a:cubicBezTo>
                    <a:pt x="277323" y="156408"/>
                    <a:pt x="279879" y="158961"/>
                    <a:pt x="279879" y="162792"/>
                  </a:cubicBezTo>
                  <a:lnTo>
                    <a:pt x="279240" y="267489"/>
                  </a:lnTo>
                  <a:close/>
                </a:path>
              </a:pathLst>
            </a:custGeom>
            <a:solidFill>
              <a:srgbClr val="007680"/>
            </a:solidFill>
            <a:ln w="6390" cap="flat">
              <a:noFill/>
              <a:prstDash val="solid"/>
              <a:miter/>
            </a:ln>
          </p:spPr>
          <p:txBody>
            <a:bodyPr rtlCol="0" anchor="ctr"/>
            <a:lstStyle/>
            <a:p>
              <a:endParaRPr lang="en-US"/>
            </a:p>
          </p:txBody>
        </p:sp>
        <p:sp>
          <p:nvSpPr>
            <p:cNvPr id="1126" name="Graphic 5">
              <a:extLst>
                <a:ext uri="{FF2B5EF4-FFF2-40B4-BE49-F238E27FC236}">
                  <a16:creationId xmlns:a16="http://schemas.microsoft.com/office/drawing/2014/main" id="{784BD798-AC0E-4D4F-BD07-97379D1A3FA9}"/>
                </a:ext>
              </a:extLst>
            </p:cNvPr>
            <p:cNvSpPr/>
            <p:nvPr/>
          </p:nvSpPr>
          <p:spPr>
            <a:xfrm>
              <a:off x="6242968" y="3025531"/>
              <a:ext cx="171250" cy="91929"/>
            </a:xfrm>
            <a:custGeom>
              <a:avLst/>
              <a:gdLst>
                <a:gd name="connsiteX0" fmla="*/ 0 w 171250"/>
                <a:gd name="connsiteY0" fmla="*/ 91930 h 91929"/>
                <a:gd name="connsiteX1" fmla="*/ 26838 w 171250"/>
                <a:gd name="connsiteY1" fmla="*/ 91930 h 91929"/>
                <a:gd name="connsiteX2" fmla="*/ 26838 w 171250"/>
                <a:gd name="connsiteY2" fmla="*/ 58733 h 91929"/>
                <a:gd name="connsiteX3" fmla="*/ 33228 w 171250"/>
                <a:gd name="connsiteY3" fmla="*/ 52349 h 91929"/>
                <a:gd name="connsiteX4" fmla="*/ 138022 w 171250"/>
                <a:gd name="connsiteY4" fmla="*/ 52349 h 91929"/>
                <a:gd name="connsiteX5" fmla="*/ 144412 w 171250"/>
                <a:gd name="connsiteY5" fmla="*/ 58733 h 91929"/>
                <a:gd name="connsiteX6" fmla="*/ 144412 w 171250"/>
                <a:gd name="connsiteY6" fmla="*/ 91930 h 91929"/>
                <a:gd name="connsiteX7" fmla="*/ 171250 w 171250"/>
                <a:gd name="connsiteY7" fmla="*/ 91930 h 91929"/>
                <a:gd name="connsiteX8" fmla="*/ 171250 w 171250"/>
                <a:gd name="connsiteY8" fmla="*/ 0 h 91929"/>
                <a:gd name="connsiteX9" fmla="*/ 0 w 171250"/>
                <a:gd name="connsiteY9" fmla="*/ 0 h 91929"/>
                <a:gd name="connsiteX10" fmla="*/ 0 w 171250"/>
                <a:gd name="connsiteY10" fmla="*/ 91930 h 91929"/>
                <a:gd name="connsiteX11" fmla="*/ 118853 w 171250"/>
                <a:gd name="connsiteY11" fmla="*/ 17875 h 91929"/>
                <a:gd name="connsiteX12" fmla="*/ 135467 w 171250"/>
                <a:gd name="connsiteY12" fmla="*/ 17875 h 91929"/>
                <a:gd name="connsiteX13" fmla="*/ 141857 w 171250"/>
                <a:gd name="connsiteY13" fmla="*/ 24259 h 91929"/>
                <a:gd name="connsiteX14" fmla="*/ 135467 w 171250"/>
                <a:gd name="connsiteY14" fmla="*/ 30643 h 91929"/>
                <a:gd name="connsiteX15" fmla="*/ 118853 w 171250"/>
                <a:gd name="connsiteY15" fmla="*/ 30643 h 91929"/>
                <a:gd name="connsiteX16" fmla="*/ 112463 w 171250"/>
                <a:gd name="connsiteY16" fmla="*/ 24259 h 91929"/>
                <a:gd name="connsiteX17" fmla="*/ 118853 w 171250"/>
                <a:gd name="connsiteY17" fmla="*/ 17875 h 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1250" h="91929">
                  <a:moveTo>
                    <a:pt x="0" y="91930"/>
                  </a:moveTo>
                  <a:lnTo>
                    <a:pt x="26838" y="91930"/>
                  </a:lnTo>
                  <a:lnTo>
                    <a:pt x="26838" y="58733"/>
                  </a:lnTo>
                  <a:cubicBezTo>
                    <a:pt x="26838" y="54902"/>
                    <a:pt x="29394" y="52349"/>
                    <a:pt x="33228" y="52349"/>
                  </a:cubicBezTo>
                  <a:lnTo>
                    <a:pt x="138022" y="52349"/>
                  </a:lnTo>
                  <a:cubicBezTo>
                    <a:pt x="141857" y="52349"/>
                    <a:pt x="144412" y="54902"/>
                    <a:pt x="144412" y="58733"/>
                  </a:cubicBezTo>
                  <a:lnTo>
                    <a:pt x="144412" y="91930"/>
                  </a:lnTo>
                  <a:lnTo>
                    <a:pt x="171250" y="91930"/>
                  </a:lnTo>
                  <a:lnTo>
                    <a:pt x="171250" y="0"/>
                  </a:lnTo>
                  <a:lnTo>
                    <a:pt x="0" y="0"/>
                  </a:lnTo>
                  <a:lnTo>
                    <a:pt x="0" y="91930"/>
                  </a:lnTo>
                  <a:close/>
                  <a:moveTo>
                    <a:pt x="118853" y="17875"/>
                  </a:moveTo>
                  <a:lnTo>
                    <a:pt x="135467" y="17875"/>
                  </a:lnTo>
                  <a:cubicBezTo>
                    <a:pt x="139301" y="17875"/>
                    <a:pt x="141857" y="20429"/>
                    <a:pt x="141857" y="24259"/>
                  </a:cubicBezTo>
                  <a:cubicBezTo>
                    <a:pt x="141857" y="28090"/>
                    <a:pt x="139301" y="30643"/>
                    <a:pt x="135467" y="30643"/>
                  </a:cubicBezTo>
                  <a:lnTo>
                    <a:pt x="118853" y="30643"/>
                  </a:lnTo>
                  <a:cubicBezTo>
                    <a:pt x="115019" y="30643"/>
                    <a:pt x="112463" y="28090"/>
                    <a:pt x="112463" y="24259"/>
                  </a:cubicBezTo>
                  <a:cubicBezTo>
                    <a:pt x="112463" y="20429"/>
                    <a:pt x="115019" y="17875"/>
                    <a:pt x="118853" y="17875"/>
                  </a:cubicBezTo>
                  <a:close/>
                </a:path>
              </a:pathLst>
            </a:custGeom>
            <a:solidFill>
              <a:srgbClr val="007680"/>
            </a:solidFill>
            <a:ln w="6390" cap="flat">
              <a:noFill/>
              <a:prstDash val="solid"/>
              <a:miter/>
            </a:ln>
          </p:spPr>
          <p:txBody>
            <a:bodyPr rtlCol="0" anchor="ctr"/>
            <a:lstStyle/>
            <a:p>
              <a:endParaRPr lang="en-US"/>
            </a:p>
          </p:txBody>
        </p:sp>
      </p:grpSp>
      <p:grpSp>
        <p:nvGrpSpPr>
          <p:cNvPr id="1127" name="Graphic 5">
            <a:extLst>
              <a:ext uri="{FF2B5EF4-FFF2-40B4-BE49-F238E27FC236}">
                <a16:creationId xmlns:a16="http://schemas.microsoft.com/office/drawing/2014/main" id="{F7B5116D-1612-B14D-B089-9E216A715928}"/>
              </a:ext>
            </a:extLst>
          </p:cNvPr>
          <p:cNvGrpSpPr/>
          <p:nvPr/>
        </p:nvGrpSpPr>
        <p:grpSpPr>
          <a:xfrm>
            <a:off x="6147119" y="2371811"/>
            <a:ext cx="362309" cy="361971"/>
            <a:chOff x="6147119" y="2371811"/>
            <a:chExt cx="362309" cy="361971"/>
          </a:xfrm>
          <a:solidFill>
            <a:srgbClr val="007680"/>
          </a:solidFill>
        </p:grpSpPr>
        <p:sp>
          <p:nvSpPr>
            <p:cNvPr id="1128" name="Graphic 5">
              <a:extLst>
                <a:ext uri="{FF2B5EF4-FFF2-40B4-BE49-F238E27FC236}">
                  <a16:creationId xmlns:a16="http://schemas.microsoft.com/office/drawing/2014/main" id="{2C128078-883A-5440-8397-C281C2356B4E}"/>
                </a:ext>
              </a:extLst>
            </p:cNvPr>
            <p:cNvSpPr/>
            <p:nvPr/>
          </p:nvSpPr>
          <p:spPr>
            <a:xfrm>
              <a:off x="6147119" y="2371811"/>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283713 w 362309"/>
                <a:gd name="connsiteY7" fmla="*/ 125765 h 361971"/>
                <a:gd name="connsiteX8" fmla="*/ 276045 w 362309"/>
                <a:gd name="connsiteY8" fmla="*/ 125765 h 361971"/>
                <a:gd name="connsiteX9" fmla="*/ 276045 w 362309"/>
                <a:gd name="connsiteY9" fmla="*/ 242591 h 361971"/>
                <a:gd name="connsiteX10" fmla="*/ 269655 w 362309"/>
                <a:gd name="connsiteY10" fmla="*/ 248975 h 361971"/>
                <a:gd name="connsiteX11" fmla="*/ 263266 w 362309"/>
                <a:gd name="connsiteY11" fmla="*/ 242591 h 361971"/>
                <a:gd name="connsiteX12" fmla="*/ 263266 w 362309"/>
                <a:gd name="connsiteY12" fmla="*/ 125765 h 361971"/>
                <a:gd name="connsiteX13" fmla="*/ 173167 w 362309"/>
                <a:gd name="connsiteY13" fmla="*/ 125765 h 361971"/>
                <a:gd name="connsiteX14" fmla="*/ 173167 w 362309"/>
                <a:gd name="connsiteY14" fmla="*/ 206203 h 361971"/>
                <a:gd name="connsiteX15" fmla="*/ 166777 w 362309"/>
                <a:gd name="connsiteY15" fmla="*/ 212587 h 361971"/>
                <a:gd name="connsiteX16" fmla="*/ 100961 w 362309"/>
                <a:gd name="connsiteY16" fmla="*/ 212587 h 361971"/>
                <a:gd name="connsiteX17" fmla="*/ 100961 w 362309"/>
                <a:gd name="connsiteY17" fmla="*/ 242591 h 361971"/>
                <a:gd name="connsiteX18" fmla="*/ 94571 w 362309"/>
                <a:gd name="connsiteY18" fmla="*/ 248975 h 361971"/>
                <a:gd name="connsiteX19" fmla="*/ 88181 w 362309"/>
                <a:gd name="connsiteY19" fmla="*/ 242591 h 361971"/>
                <a:gd name="connsiteX20" fmla="*/ 88181 w 362309"/>
                <a:gd name="connsiteY20" fmla="*/ 125765 h 361971"/>
                <a:gd name="connsiteX21" fmla="*/ 79235 w 362309"/>
                <a:gd name="connsiteY21" fmla="*/ 125765 h 361971"/>
                <a:gd name="connsiteX22" fmla="*/ 72845 w 362309"/>
                <a:gd name="connsiteY22" fmla="*/ 119381 h 361971"/>
                <a:gd name="connsiteX23" fmla="*/ 79235 w 362309"/>
                <a:gd name="connsiteY23" fmla="*/ 112997 h 361971"/>
                <a:gd name="connsiteX24" fmla="*/ 283713 w 362309"/>
                <a:gd name="connsiteY24" fmla="*/ 112997 h 361971"/>
                <a:gd name="connsiteX25" fmla="*/ 290103 w 362309"/>
                <a:gd name="connsiteY25" fmla="*/ 119381 h 361971"/>
                <a:gd name="connsiteX26" fmla="*/ 283713 w 362309"/>
                <a:gd name="connsiteY26" fmla="*/ 125765 h 361971"/>
                <a:gd name="connsiteX27" fmla="*/ 283713 w 362309"/>
                <a:gd name="connsiteY27" fmla="*/ 125765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2309" h="361971">
                  <a:moveTo>
                    <a:pt x="181474" y="0"/>
                  </a:moveTo>
                  <a:cubicBezTo>
                    <a:pt x="81152" y="0"/>
                    <a:pt x="0" y="81077"/>
                    <a:pt x="0" y="180667"/>
                  </a:cubicBezTo>
                  <a:cubicBezTo>
                    <a:pt x="0" y="280257"/>
                    <a:pt x="81152" y="361972"/>
                    <a:pt x="180835" y="361972"/>
                  </a:cubicBezTo>
                  <a:cubicBezTo>
                    <a:pt x="281157" y="361972"/>
                    <a:pt x="362310" y="280895"/>
                    <a:pt x="362310" y="181305"/>
                  </a:cubicBezTo>
                  <a:cubicBezTo>
                    <a:pt x="362310" y="181305"/>
                    <a:pt x="362310" y="181305"/>
                    <a:pt x="362310" y="181305"/>
                  </a:cubicBezTo>
                  <a:cubicBezTo>
                    <a:pt x="362310" y="81077"/>
                    <a:pt x="281157" y="0"/>
                    <a:pt x="181474" y="0"/>
                  </a:cubicBezTo>
                  <a:lnTo>
                    <a:pt x="181474" y="0"/>
                  </a:lnTo>
                  <a:close/>
                  <a:moveTo>
                    <a:pt x="283713" y="125765"/>
                  </a:moveTo>
                  <a:lnTo>
                    <a:pt x="276045" y="125765"/>
                  </a:lnTo>
                  <a:lnTo>
                    <a:pt x="276045" y="242591"/>
                  </a:lnTo>
                  <a:cubicBezTo>
                    <a:pt x="276045" y="246422"/>
                    <a:pt x="273489" y="248975"/>
                    <a:pt x="269655" y="248975"/>
                  </a:cubicBezTo>
                  <a:cubicBezTo>
                    <a:pt x="265821" y="248975"/>
                    <a:pt x="263266" y="246422"/>
                    <a:pt x="263266" y="242591"/>
                  </a:cubicBezTo>
                  <a:lnTo>
                    <a:pt x="263266" y="125765"/>
                  </a:lnTo>
                  <a:lnTo>
                    <a:pt x="173167" y="125765"/>
                  </a:lnTo>
                  <a:lnTo>
                    <a:pt x="173167" y="206203"/>
                  </a:lnTo>
                  <a:cubicBezTo>
                    <a:pt x="173167" y="210033"/>
                    <a:pt x="170611" y="212587"/>
                    <a:pt x="166777" y="212587"/>
                  </a:cubicBezTo>
                  <a:lnTo>
                    <a:pt x="100961" y="212587"/>
                  </a:lnTo>
                  <a:lnTo>
                    <a:pt x="100961" y="242591"/>
                  </a:lnTo>
                  <a:cubicBezTo>
                    <a:pt x="100961" y="246422"/>
                    <a:pt x="98405" y="248975"/>
                    <a:pt x="94571" y="248975"/>
                  </a:cubicBezTo>
                  <a:cubicBezTo>
                    <a:pt x="90737" y="248975"/>
                    <a:pt x="88181" y="246422"/>
                    <a:pt x="88181" y="242591"/>
                  </a:cubicBezTo>
                  <a:lnTo>
                    <a:pt x="88181" y="125765"/>
                  </a:lnTo>
                  <a:lnTo>
                    <a:pt x="79235" y="125765"/>
                  </a:lnTo>
                  <a:cubicBezTo>
                    <a:pt x="75401" y="125765"/>
                    <a:pt x="72845" y="123211"/>
                    <a:pt x="72845" y="119381"/>
                  </a:cubicBezTo>
                  <a:cubicBezTo>
                    <a:pt x="72845" y="115550"/>
                    <a:pt x="75401" y="112997"/>
                    <a:pt x="79235" y="112997"/>
                  </a:cubicBezTo>
                  <a:lnTo>
                    <a:pt x="283713" y="112997"/>
                  </a:lnTo>
                  <a:cubicBezTo>
                    <a:pt x="287547" y="112997"/>
                    <a:pt x="290103" y="115550"/>
                    <a:pt x="290103" y="119381"/>
                  </a:cubicBezTo>
                  <a:cubicBezTo>
                    <a:pt x="290103" y="123211"/>
                    <a:pt x="286908" y="125765"/>
                    <a:pt x="283713" y="125765"/>
                  </a:cubicBezTo>
                  <a:lnTo>
                    <a:pt x="283713" y="125765"/>
                  </a:lnTo>
                  <a:close/>
                </a:path>
              </a:pathLst>
            </a:custGeom>
            <a:solidFill>
              <a:srgbClr val="007680"/>
            </a:solidFill>
            <a:ln w="6390" cap="flat">
              <a:noFill/>
              <a:prstDash val="solid"/>
              <a:miter/>
            </a:ln>
          </p:spPr>
          <p:txBody>
            <a:bodyPr rtlCol="0" anchor="ctr"/>
            <a:lstStyle/>
            <a:p>
              <a:endParaRPr lang="en-US"/>
            </a:p>
          </p:txBody>
        </p:sp>
        <p:sp>
          <p:nvSpPr>
            <p:cNvPr id="1129" name="Graphic 5">
              <a:extLst>
                <a:ext uri="{FF2B5EF4-FFF2-40B4-BE49-F238E27FC236}">
                  <a16:creationId xmlns:a16="http://schemas.microsoft.com/office/drawing/2014/main" id="{DCCAF16D-C60A-664F-83EB-91E33F448589}"/>
                </a:ext>
              </a:extLst>
            </p:cNvPr>
            <p:cNvSpPr/>
            <p:nvPr/>
          </p:nvSpPr>
          <p:spPr>
            <a:xfrm>
              <a:off x="6248080" y="2497576"/>
              <a:ext cx="59426" cy="30004"/>
            </a:xfrm>
            <a:custGeom>
              <a:avLst/>
              <a:gdLst>
                <a:gd name="connsiteX0" fmla="*/ 0 w 59426"/>
                <a:gd name="connsiteY0" fmla="*/ 0 h 30004"/>
                <a:gd name="connsiteX1" fmla="*/ 59426 w 59426"/>
                <a:gd name="connsiteY1" fmla="*/ 0 h 30004"/>
                <a:gd name="connsiteX2" fmla="*/ 59426 w 59426"/>
                <a:gd name="connsiteY2" fmla="*/ 30005 h 30004"/>
                <a:gd name="connsiteX3" fmla="*/ 0 w 59426"/>
                <a:gd name="connsiteY3" fmla="*/ 30005 h 30004"/>
              </a:gdLst>
              <a:ahLst/>
              <a:cxnLst>
                <a:cxn ang="0">
                  <a:pos x="connsiteX0" y="connsiteY0"/>
                </a:cxn>
                <a:cxn ang="0">
                  <a:pos x="connsiteX1" y="connsiteY1"/>
                </a:cxn>
                <a:cxn ang="0">
                  <a:pos x="connsiteX2" y="connsiteY2"/>
                </a:cxn>
                <a:cxn ang="0">
                  <a:pos x="connsiteX3" y="connsiteY3"/>
                </a:cxn>
              </a:cxnLst>
              <a:rect l="l" t="t" r="r" b="b"/>
              <a:pathLst>
                <a:path w="59426" h="30004">
                  <a:moveTo>
                    <a:pt x="0" y="0"/>
                  </a:moveTo>
                  <a:lnTo>
                    <a:pt x="59426" y="0"/>
                  </a:lnTo>
                  <a:lnTo>
                    <a:pt x="59426" y="30005"/>
                  </a:lnTo>
                  <a:lnTo>
                    <a:pt x="0" y="30005"/>
                  </a:lnTo>
                  <a:close/>
                </a:path>
              </a:pathLst>
            </a:custGeom>
            <a:solidFill>
              <a:srgbClr val="007680"/>
            </a:solidFill>
            <a:ln w="6390" cap="flat">
              <a:noFill/>
              <a:prstDash val="solid"/>
              <a:miter/>
            </a:ln>
          </p:spPr>
          <p:txBody>
            <a:bodyPr rtlCol="0" anchor="ctr"/>
            <a:lstStyle/>
            <a:p>
              <a:endParaRPr lang="en-US"/>
            </a:p>
          </p:txBody>
        </p:sp>
        <p:sp>
          <p:nvSpPr>
            <p:cNvPr id="1130" name="Graphic 5">
              <a:extLst>
                <a:ext uri="{FF2B5EF4-FFF2-40B4-BE49-F238E27FC236}">
                  <a16:creationId xmlns:a16="http://schemas.microsoft.com/office/drawing/2014/main" id="{CA35BDF2-4A71-124A-A3CE-98D38A59C230}"/>
                </a:ext>
              </a:extLst>
            </p:cNvPr>
            <p:cNvSpPr/>
            <p:nvPr/>
          </p:nvSpPr>
          <p:spPr>
            <a:xfrm>
              <a:off x="6248080" y="2540349"/>
              <a:ext cx="59426" cy="31281"/>
            </a:xfrm>
            <a:custGeom>
              <a:avLst/>
              <a:gdLst>
                <a:gd name="connsiteX0" fmla="*/ 0 w 59426"/>
                <a:gd name="connsiteY0" fmla="*/ 0 h 31281"/>
                <a:gd name="connsiteX1" fmla="*/ 59426 w 59426"/>
                <a:gd name="connsiteY1" fmla="*/ 0 h 31281"/>
                <a:gd name="connsiteX2" fmla="*/ 59426 w 59426"/>
                <a:gd name="connsiteY2" fmla="*/ 31281 h 31281"/>
                <a:gd name="connsiteX3" fmla="*/ 0 w 59426"/>
                <a:gd name="connsiteY3" fmla="*/ 31281 h 31281"/>
              </a:gdLst>
              <a:ahLst/>
              <a:cxnLst>
                <a:cxn ang="0">
                  <a:pos x="connsiteX0" y="connsiteY0"/>
                </a:cxn>
                <a:cxn ang="0">
                  <a:pos x="connsiteX1" y="connsiteY1"/>
                </a:cxn>
                <a:cxn ang="0">
                  <a:pos x="connsiteX2" y="connsiteY2"/>
                </a:cxn>
                <a:cxn ang="0">
                  <a:pos x="connsiteX3" y="connsiteY3"/>
                </a:cxn>
              </a:cxnLst>
              <a:rect l="l" t="t" r="r" b="b"/>
              <a:pathLst>
                <a:path w="59426" h="31281">
                  <a:moveTo>
                    <a:pt x="0" y="0"/>
                  </a:moveTo>
                  <a:lnTo>
                    <a:pt x="59426" y="0"/>
                  </a:lnTo>
                  <a:lnTo>
                    <a:pt x="59426" y="31281"/>
                  </a:lnTo>
                  <a:lnTo>
                    <a:pt x="0" y="31281"/>
                  </a:lnTo>
                  <a:close/>
                </a:path>
              </a:pathLst>
            </a:custGeom>
            <a:solidFill>
              <a:srgbClr val="007680"/>
            </a:solidFill>
            <a:ln w="6390" cap="flat">
              <a:noFill/>
              <a:prstDash val="solid"/>
              <a:miter/>
            </a:ln>
          </p:spPr>
          <p:txBody>
            <a:bodyPr rtlCol="0" anchor="ctr"/>
            <a:lstStyle/>
            <a:p>
              <a:endParaRPr lang="en-US"/>
            </a:p>
          </p:txBody>
        </p:sp>
      </p:grpSp>
      <p:grpSp>
        <p:nvGrpSpPr>
          <p:cNvPr id="1131" name="Graphic 5">
            <a:extLst>
              <a:ext uri="{FF2B5EF4-FFF2-40B4-BE49-F238E27FC236}">
                <a16:creationId xmlns:a16="http://schemas.microsoft.com/office/drawing/2014/main" id="{D26B7F95-479B-C44E-B84B-55E8DB3ABE49}"/>
              </a:ext>
            </a:extLst>
          </p:cNvPr>
          <p:cNvGrpSpPr/>
          <p:nvPr/>
        </p:nvGrpSpPr>
        <p:grpSpPr>
          <a:xfrm>
            <a:off x="6147119" y="3824806"/>
            <a:ext cx="362309" cy="361971"/>
            <a:chOff x="6147119" y="3824806"/>
            <a:chExt cx="362309" cy="361971"/>
          </a:xfrm>
          <a:solidFill>
            <a:srgbClr val="007680"/>
          </a:solidFill>
        </p:grpSpPr>
        <p:sp>
          <p:nvSpPr>
            <p:cNvPr id="1132" name="Graphic 5">
              <a:extLst>
                <a:ext uri="{FF2B5EF4-FFF2-40B4-BE49-F238E27FC236}">
                  <a16:creationId xmlns:a16="http://schemas.microsoft.com/office/drawing/2014/main" id="{E9B93EAD-7678-C54B-8A92-800A14852EE2}"/>
                </a:ext>
              </a:extLst>
            </p:cNvPr>
            <p:cNvSpPr/>
            <p:nvPr/>
          </p:nvSpPr>
          <p:spPr>
            <a:xfrm>
              <a:off x="6229549" y="3945463"/>
              <a:ext cx="62621" cy="120657"/>
            </a:xfrm>
            <a:custGeom>
              <a:avLst/>
              <a:gdLst>
                <a:gd name="connsiteX0" fmla="*/ 0 w 62621"/>
                <a:gd name="connsiteY0" fmla="*/ 120657 h 120657"/>
                <a:gd name="connsiteX1" fmla="*/ 62621 w 62621"/>
                <a:gd name="connsiteY1" fmla="*/ 58094 h 120657"/>
                <a:gd name="connsiteX2" fmla="*/ 0 w 62621"/>
                <a:gd name="connsiteY2" fmla="*/ 0 h 120657"/>
              </a:gdLst>
              <a:ahLst/>
              <a:cxnLst>
                <a:cxn ang="0">
                  <a:pos x="connsiteX0" y="connsiteY0"/>
                </a:cxn>
                <a:cxn ang="0">
                  <a:pos x="connsiteX1" y="connsiteY1"/>
                </a:cxn>
                <a:cxn ang="0">
                  <a:pos x="connsiteX2" y="connsiteY2"/>
                </a:cxn>
              </a:cxnLst>
              <a:rect l="l" t="t" r="r" b="b"/>
              <a:pathLst>
                <a:path w="62621" h="120657">
                  <a:moveTo>
                    <a:pt x="0" y="120657"/>
                  </a:moveTo>
                  <a:lnTo>
                    <a:pt x="62621" y="58094"/>
                  </a:lnTo>
                  <a:lnTo>
                    <a:pt x="0" y="0"/>
                  </a:lnTo>
                  <a:close/>
                </a:path>
              </a:pathLst>
            </a:custGeom>
            <a:solidFill>
              <a:srgbClr val="007680"/>
            </a:solidFill>
            <a:ln w="6390" cap="flat">
              <a:noFill/>
              <a:prstDash val="solid"/>
              <a:miter/>
            </a:ln>
          </p:spPr>
          <p:txBody>
            <a:bodyPr rtlCol="0" anchor="ctr"/>
            <a:lstStyle/>
            <a:p>
              <a:endParaRPr lang="en-US"/>
            </a:p>
          </p:txBody>
        </p:sp>
        <p:sp>
          <p:nvSpPr>
            <p:cNvPr id="1133" name="Graphic 5">
              <a:extLst>
                <a:ext uri="{FF2B5EF4-FFF2-40B4-BE49-F238E27FC236}">
                  <a16:creationId xmlns:a16="http://schemas.microsoft.com/office/drawing/2014/main" id="{5786A20B-B09A-A142-99D3-21B528C89C9D}"/>
                </a:ext>
              </a:extLst>
            </p:cNvPr>
            <p:cNvSpPr/>
            <p:nvPr/>
          </p:nvSpPr>
          <p:spPr>
            <a:xfrm>
              <a:off x="6237856" y="4011857"/>
              <a:ext cx="180196" cy="62562"/>
            </a:xfrm>
            <a:custGeom>
              <a:avLst/>
              <a:gdLst>
                <a:gd name="connsiteX0" fmla="*/ 117575 w 180196"/>
                <a:gd name="connsiteY0" fmla="*/ 0 h 62562"/>
                <a:gd name="connsiteX1" fmla="*/ 94571 w 180196"/>
                <a:gd name="connsiteY1" fmla="*/ 21067 h 62562"/>
                <a:gd name="connsiteX2" fmla="*/ 85625 w 180196"/>
                <a:gd name="connsiteY2" fmla="*/ 21067 h 62562"/>
                <a:gd name="connsiteX3" fmla="*/ 62621 w 180196"/>
                <a:gd name="connsiteY3" fmla="*/ 0 h 62562"/>
                <a:gd name="connsiteX4" fmla="*/ 0 w 180196"/>
                <a:gd name="connsiteY4" fmla="*/ 62563 h 62562"/>
                <a:gd name="connsiteX5" fmla="*/ 180196 w 180196"/>
                <a:gd name="connsiteY5" fmla="*/ 62563 h 62562"/>
                <a:gd name="connsiteX6" fmla="*/ 117575 w 180196"/>
                <a:gd name="connsiteY6" fmla="*/ 0 h 62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196" h="62562">
                  <a:moveTo>
                    <a:pt x="117575" y="0"/>
                  </a:moveTo>
                  <a:lnTo>
                    <a:pt x="94571" y="21067"/>
                  </a:lnTo>
                  <a:cubicBezTo>
                    <a:pt x="92015" y="23621"/>
                    <a:pt x="88181" y="23621"/>
                    <a:pt x="85625" y="21067"/>
                  </a:cubicBezTo>
                  <a:lnTo>
                    <a:pt x="62621" y="0"/>
                  </a:lnTo>
                  <a:lnTo>
                    <a:pt x="0" y="62563"/>
                  </a:lnTo>
                  <a:lnTo>
                    <a:pt x="180196" y="62563"/>
                  </a:lnTo>
                  <a:lnTo>
                    <a:pt x="117575" y="0"/>
                  </a:lnTo>
                  <a:close/>
                </a:path>
              </a:pathLst>
            </a:custGeom>
            <a:solidFill>
              <a:srgbClr val="007680"/>
            </a:solidFill>
            <a:ln w="6390" cap="flat">
              <a:noFill/>
              <a:prstDash val="solid"/>
              <a:miter/>
            </a:ln>
          </p:spPr>
          <p:txBody>
            <a:bodyPr rtlCol="0" anchor="ctr"/>
            <a:lstStyle/>
            <a:p>
              <a:endParaRPr lang="en-US"/>
            </a:p>
          </p:txBody>
        </p:sp>
        <p:sp>
          <p:nvSpPr>
            <p:cNvPr id="1134" name="Graphic 5">
              <a:extLst>
                <a:ext uri="{FF2B5EF4-FFF2-40B4-BE49-F238E27FC236}">
                  <a16:creationId xmlns:a16="http://schemas.microsoft.com/office/drawing/2014/main" id="{F962F7C4-C664-9740-AAC1-0A2D64E53CB4}"/>
                </a:ext>
              </a:extLst>
            </p:cNvPr>
            <p:cNvSpPr/>
            <p:nvPr/>
          </p:nvSpPr>
          <p:spPr>
            <a:xfrm>
              <a:off x="6365016" y="3945463"/>
              <a:ext cx="62621" cy="120657"/>
            </a:xfrm>
            <a:custGeom>
              <a:avLst/>
              <a:gdLst>
                <a:gd name="connsiteX0" fmla="*/ 0 w 62621"/>
                <a:gd name="connsiteY0" fmla="*/ 58094 h 120657"/>
                <a:gd name="connsiteX1" fmla="*/ 62622 w 62621"/>
                <a:gd name="connsiteY1" fmla="*/ 120657 h 120657"/>
                <a:gd name="connsiteX2" fmla="*/ 62622 w 62621"/>
                <a:gd name="connsiteY2" fmla="*/ 0 h 120657"/>
              </a:gdLst>
              <a:ahLst/>
              <a:cxnLst>
                <a:cxn ang="0">
                  <a:pos x="connsiteX0" y="connsiteY0"/>
                </a:cxn>
                <a:cxn ang="0">
                  <a:pos x="connsiteX1" y="connsiteY1"/>
                </a:cxn>
                <a:cxn ang="0">
                  <a:pos x="connsiteX2" y="connsiteY2"/>
                </a:cxn>
              </a:cxnLst>
              <a:rect l="l" t="t" r="r" b="b"/>
              <a:pathLst>
                <a:path w="62621" h="120657">
                  <a:moveTo>
                    <a:pt x="0" y="58094"/>
                  </a:moveTo>
                  <a:lnTo>
                    <a:pt x="62622" y="120657"/>
                  </a:lnTo>
                  <a:lnTo>
                    <a:pt x="62622" y="0"/>
                  </a:lnTo>
                  <a:close/>
                </a:path>
              </a:pathLst>
            </a:custGeom>
            <a:solidFill>
              <a:srgbClr val="007680"/>
            </a:solidFill>
            <a:ln w="6390" cap="flat">
              <a:noFill/>
              <a:prstDash val="solid"/>
              <a:miter/>
            </a:ln>
          </p:spPr>
          <p:txBody>
            <a:bodyPr rtlCol="0" anchor="ctr"/>
            <a:lstStyle/>
            <a:p>
              <a:endParaRPr lang="en-US"/>
            </a:p>
          </p:txBody>
        </p:sp>
        <p:sp>
          <p:nvSpPr>
            <p:cNvPr id="1135" name="Graphic 5">
              <a:extLst>
                <a:ext uri="{FF2B5EF4-FFF2-40B4-BE49-F238E27FC236}">
                  <a16:creationId xmlns:a16="http://schemas.microsoft.com/office/drawing/2014/main" id="{5E74E379-FFF4-9845-82D9-37A1C1B288EC}"/>
                </a:ext>
              </a:extLst>
            </p:cNvPr>
            <p:cNvSpPr/>
            <p:nvPr/>
          </p:nvSpPr>
          <p:spPr>
            <a:xfrm>
              <a:off x="6147119" y="3824806"/>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93298 w 362309"/>
                <a:gd name="connsiteY6" fmla="*/ 256636 h 361971"/>
                <a:gd name="connsiteX7" fmla="*/ 286908 w 362309"/>
                <a:gd name="connsiteY7" fmla="*/ 263020 h 361971"/>
                <a:gd name="connsiteX8" fmla="*/ 76040 w 362309"/>
                <a:gd name="connsiteY8" fmla="*/ 263020 h 361971"/>
                <a:gd name="connsiteX9" fmla="*/ 69650 w 362309"/>
                <a:gd name="connsiteY9" fmla="*/ 256636 h 361971"/>
                <a:gd name="connsiteX10" fmla="*/ 69650 w 362309"/>
                <a:gd name="connsiteY10" fmla="*/ 105336 h 361971"/>
                <a:gd name="connsiteX11" fmla="*/ 70289 w 362309"/>
                <a:gd name="connsiteY11" fmla="*/ 103421 h 361971"/>
                <a:gd name="connsiteX12" fmla="*/ 70289 w 362309"/>
                <a:gd name="connsiteY12" fmla="*/ 103421 h 361971"/>
                <a:gd name="connsiteX13" fmla="*/ 70289 w 362309"/>
                <a:gd name="connsiteY13" fmla="*/ 102782 h 361971"/>
                <a:gd name="connsiteX14" fmla="*/ 71567 w 362309"/>
                <a:gd name="connsiteY14" fmla="*/ 101505 h 361971"/>
                <a:gd name="connsiteX15" fmla="*/ 72206 w 362309"/>
                <a:gd name="connsiteY15" fmla="*/ 100867 h 361971"/>
                <a:gd name="connsiteX16" fmla="*/ 73484 w 362309"/>
                <a:gd name="connsiteY16" fmla="*/ 100229 h 361971"/>
                <a:gd name="connsiteX17" fmla="*/ 74123 w 362309"/>
                <a:gd name="connsiteY17" fmla="*/ 100229 h 361971"/>
                <a:gd name="connsiteX18" fmla="*/ 76040 w 362309"/>
                <a:gd name="connsiteY18" fmla="*/ 99590 h 361971"/>
                <a:gd name="connsiteX19" fmla="*/ 286908 w 362309"/>
                <a:gd name="connsiteY19" fmla="*/ 99590 h 361971"/>
                <a:gd name="connsiteX20" fmla="*/ 288825 w 362309"/>
                <a:gd name="connsiteY20" fmla="*/ 100229 h 361971"/>
                <a:gd name="connsiteX21" fmla="*/ 289464 w 362309"/>
                <a:gd name="connsiteY21" fmla="*/ 100229 h 361971"/>
                <a:gd name="connsiteX22" fmla="*/ 290742 w 362309"/>
                <a:gd name="connsiteY22" fmla="*/ 100867 h 361971"/>
                <a:gd name="connsiteX23" fmla="*/ 291381 w 362309"/>
                <a:gd name="connsiteY23" fmla="*/ 101505 h 361971"/>
                <a:gd name="connsiteX24" fmla="*/ 292659 w 362309"/>
                <a:gd name="connsiteY24" fmla="*/ 102782 h 361971"/>
                <a:gd name="connsiteX25" fmla="*/ 292659 w 362309"/>
                <a:gd name="connsiteY25" fmla="*/ 103421 h 361971"/>
                <a:gd name="connsiteX26" fmla="*/ 292659 w 362309"/>
                <a:gd name="connsiteY26" fmla="*/ 103421 h 361971"/>
                <a:gd name="connsiteX27" fmla="*/ 293298 w 362309"/>
                <a:gd name="connsiteY27" fmla="*/ 105336 h 361971"/>
                <a:gd name="connsiteX28" fmla="*/ 293298 w 362309"/>
                <a:gd name="connsiteY28" fmla="*/ 255998 h 361971"/>
                <a:gd name="connsiteX29" fmla="*/ 293298 w 362309"/>
                <a:gd name="connsiteY29" fmla="*/ 25663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1077"/>
                    <a:pt x="281157" y="0"/>
                    <a:pt x="181474" y="0"/>
                  </a:cubicBezTo>
                  <a:close/>
                  <a:moveTo>
                    <a:pt x="293298" y="256636"/>
                  </a:moveTo>
                  <a:cubicBezTo>
                    <a:pt x="293298" y="260466"/>
                    <a:pt x="290742" y="263020"/>
                    <a:pt x="286908" y="263020"/>
                  </a:cubicBezTo>
                  <a:lnTo>
                    <a:pt x="76040" y="263020"/>
                  </a:lnTo>
                  <a:cubicBezTo>
                    <a:pt x="72206" y="263020"/>
                    <a:pt x="69650" y="260466"/>
                    <a:pt x="69650" y="256636"/>
                  </a:cubicBezTo>
                  <a:lnTo>
                    <a:pt x="69650" y="105336"/>
                  </a:lnTo>
                  <a:cubicBezTo>
                    <a:pt x="69650" y="104697"/>
                    <a:pt x="69650" y="104059"/>
                    <a:pt x="70289" y="103421"/>
                  </a:cubicBezTo>
                  <a:lnTo>
                    <a:pt x="70289" y="103421"/>
                  </a:lnTo>
                  <a:cubicBezTo>
                    <a:pt x="70289" y="103421"/>
                    <a:pt x="70289" y="103421"/>
                    <a:pt x="70289" y="102782"/>
                  </a:cubicBezTo>
                  <a:cubicBezTo>
                    <a:pt x="70289" y="102144"/>
                    <a:pt x="70928" y="101505"/>
                    <a:pt x="71567" y="101505"/>
                  </a:cubicBezTo>
                  <a:lnTo>
                    <a:pt x="72206" y="100867"/>
                  </a:lnTo>
                  <a:cubicBezTo>
                    <a:pt x="72845" y="100229"/>
                    <a:pt x="72845" y="100229"/>
                    <a:pt x="73484" y="100229"/>
                  </a:cubicBezTo>
                  <a:lnTo>
                    <a:pt x="74123" y="100229"/>
                  </a:lnTo>
                  <a:cubicBezTo>
                    <a:pt x="74762" y="100229"/>
                    <a:pt x="75401" y="99590"/>
                    <a:pt x="76040" y="99590"/>
                  </a:cubicBezTo>
                  <a:lnTo>
                    <a:pt x="286908" y="99590"/>
                  </a:lnTo>
                  <a:cubicBezTo>
                    <a:pt x="287547" y="99590"/>
                    <a:pt x="288186" y="99590"/>
                    <a:pt x="288825" y="100229"/>
                  </a:cubicBezTo>
                  <a:lnTo>
                    <a:pt x="289464" y="100229"/>
                  </a:lnTo>
                  <a:cubicBezTo>
                    <a:pt x="290103" y="100229"/>
                    <a:pt x="290103" y="100867"/>
                    <a:pt x="290742" y="100867"/>
                  </a:cubicBezTo>
                  <a:lnTo>
                    <a:pt x="291381" y="101505"/>
                  </a:lnTo>
                  <a:cubicBezTo>
                    <a:pt x="292020" y="102144"/>
                    <a:pt x="292020" y="102144"/>
                    <a:pt x="292659" y="102782"/>
                  </a:cubicBezTo>
                  <a:lnTo>
                    <a:pt x="292659" y="103421"/>
                  </a:lnTo>
                  <a:lnTo>
                    <a:pt x="292659" y="103421"/>
                  </a:lnTo>
                  <a:cubicBezTo>
                    <a:pt x="292659" y="104059"/>
                    <a:pt x="293298" y="104697"/>
                    <a:pt x="293298" y="105336"/>
                  </a:cubicBezTo>
                  <a:lnTo>
                    <a:pt x="293298" y="255998"/>
                  </a:lnTo>
                  <a:lnTo>
                    <a:pt x="293298" y="256636"/>
                  </a:lnTo>
                  <a:close/>
                </a:path>
              </a:pathLst>
            </a:custGeom>
            <a:solidFill>
              <a:srgbClr val="007680"/>
            </a:solidFill>
            <a:ln w="6390" cap="flat">
              <a:noFill/>
              <a:prstDash val="solid"/>
              <a:miter/>
            </a:ln>
          </p:spPr>
          <p:txBody>
            <a:bodyPr rtlCol="0" anchor="ctr"/>
            <a:lstStyle/>
            <a:p>
              <a:endParaRPr lang="en-US"/>
            </a:p>
          </p:txBody>
        </p:sp>
        <p:sp>
          <p:nvSpPr>
            <p:cNvPr id="1136" name="Graphic 5">
              <a:extLst>
                <a:ext uri="{FF2B5EF4-FFF2-40B4-BE49-F238E27FC236}">
                  <a16:creationId xmlns:a16="http://schemas.microsoft.com/office/drawing/2014/main" id="{D7AC6320-6DD0-FB40-BDB9-D2FC39793157}"/>
                </a:ext>
              </a:extLst>
            </p:cNvPr>
            <p:cNvSpPr/>
            <p:nvPr/>
          </p:nvSpPr>
          <p:spPr>
            <a:xfrm>
              <a:off x="6239134" y="3937164"/>
              <a:ext cx="178918" cy="82353"/>
            </a:xfrm>
            <a:custGeom>
              <a:avLst/>
              <a:gdLst>
                <a:gd name="connsiteX0" fmla="*/ 178918 w 178918"/>
                <a:gd name="connsiteY0" fmla="*/ 0 h 82353"/>
                <a:gd name="connsiteX1" fmla="*/ 0 w 178918"/>
                <a:gd name="connsiteY1" fmla="*/ 0 h 82353"/>
                <a:gd name="connsiteX2" fmla="*/ 89459 w 178918"/>
                <a:gd name="connsiteY2" fmla="*/ 82354 h 82353"/>
              </a:gdLst>
              <a:ahLst/>
              <a:cxnLst>
                <a:cxn ang="0">
                  <a:pos x="connsiteX0" y="connsiteY0"/>
                </a:cxn>
                <a:cxn ang="0">
                  <a:pos x="connsiteX1" y="connsiteY1"/>
                </a:cxn>
                <a:cxn ang="0">
                  <a:pos x="connsiteX2" y="connsiteY2"/>
                </a:cxn>
              </a:cxnLst>
              <a:rect l="l" t="t" r="r" b="b"/>
              <a:pathLst>
                <a:path w="178918" h="82353">
                  <a:moveTo>
                    <a:pt x="178918" y="0"/>
                  </a:moveTo>
                  <a:lnTo>
                    <a:pt x="0" y="0"/>
                  </a:lnTo>
                  <a:lnTo>
                    <a:pt x="89459" y="82354"/>
                  </a:lnTo>
                  <a:close/>
                </a:path>
              </a:pathLst>
            </a:custGeom>
            <a:solidFill>
              <a:srgbClr val="007680"/>
            </a:solidFill>
            <a:ln w="6390" cap="flat">
              <a:noFill/>
              <a:prstDash val="solid"/>
              <a:miter/>
            </a:ln>
          </p:spPr>
          <p:txBody>
            <a:bodyPr rtlCol="0" anchor="ctr"/>
            <a:lstStyle/>
            <a:p>
              <a:endParaRPr lang="en-US"/>
            </a:p>
          </p:txBody>
        </p:sp>
      </p:grpSp>
      <p:grpSp>
        <p:nvGrpSpPr>
          <p:cNvPr id="1137" name="Graphic 5">
            <a:extLst>
              <a:ext uri="{FF2B5EF4-FFF2-40B4-BE49-F238E27FC236}">
                <a16:creationId xmlns:a16="http://schemas.microsoft.com/office/drawing/2014/main" id="{99169386-3CD5-D048-8529-E1A34D2B3730}"/>
              </a:ext>
            </a:extLst>
          </p:cNvPr>
          <p:cNvGrpSpPr/>
          <p:nvPr/>
        </p:nvGrpSpPr>
        <p:grpSpPr>
          <a:xfrm>
            <a:off x="6147119" y="3340900"/>
            <a:ext cx="362309" cy="361971"/>
            <a:chOff x="6147119" y="3340900"/>
            <a:chExt cx="362309" cy="361971"/>
          </a:xfrm>
          <a:solidFill>
            <a:srgbClr val="007680"/>
          </a:solidFill>
        </p:grpSpPr>
        <p:sp>
          <p:nvSpPr>
            <p:cNvPr id="1138" name="Graphic 5">
              <a:extLst>
                <a:ext uri="{FF2B5EF4-FFF2-40B4-BE49-F238E27FC236}">
                  <a16:creationId xmlns:a16="http://schemas.microsoft.com/office/drawing/2014/main" id="{DE62CD16-FFB8-F241-B489-D7DCB6C1693C}"/>
                </a:ext>
              </a:extLst>
            </p:cNvPr>
            <p:cNvSpPr/>
            <p:nvPr/>
          </p:nvSpPr>
          <p:spPr>
            <a:xfrm>
              <a:off x="6303389" y="3520929"/>
              <a:ext cx="283" cy="638"/>
            </a:xfrm>
            <a:custGeom>
              <a:avLst/>
              <a:gdLst>
                <a:gd name="connsiteX0" fmla="*/ 284 w 283"/>
                <a:gd name="connsiteY0" fmla="*/ 0 h 638"/>
                <a:gd name="connsiteX1" fmla="*/ 284 w 283"/>
                <a:gd name="connsiteY1" fmla="*/ 0 h 638"/>
                <a:gd name="connsiteX2" fmla="*/ 284 w 283"/>
                <a:gd name="connsiteY2" fmla="*/ 638 h 638"/>
                <a:gd name="connsiteX3" fmla="*/ 284 w 283"/>
                <a:gd name="connsiteY3" fmla="*/ 0 h 638"/>
              </a:gdLst>
              <a:ahLst/>
              <a:cxnLst>
                <a:cxn ang="0">
                  <a:pos x="connsiteX0" y="connsiteY0"/>
                </a:cxn>
                <a:cxn ang="0">
                  <a:pos x="connsiteX1" y="connsiteY1"/>
                </a:cxn>
                <a:cxn ang="0">
                  <a:pos x="connsiteX2" y="connsiteY2"/>
                </a:cxn>
                <a:cxn ang="0">
                  <a:pos x="connsiteX3" y="connsiteY3"/>
                </a:cxn>
              </a:cxnLst>
              <a:rect l="l" t="t" r="r" b="b"/>
              <a:pathLst>
                <a:path w="283" h="638">
                  <a:moveTo>
                    <a:pt x="284" y="0"/>
                  </a:moveTo>
                  <a:lnTo>
                    <a:pt x="284" y="0"/>
                  </a:lnTo>
                  <a:cubicBezTo>
                    <a:pt x="-355" y="638"/>
                    <a:pt x="284" y="638"/>
                    <a:pt x="284" y="638"/>
                  </a:cubicBezTo>
                  <a:lnTo>
                    <a:pt x="284" y="0"/>
                  </a:lnTo>
                  <a:close/>
                </a:path>
              </a:pathLst>
            </a:custGeom>
            <a:solidFill>
              <a:srgbClr val="007680"/>
            </a:solidFill>
            <a:ln w="6390" cap="flat">
              <a:noFill/>
              <a:prstDash val="solid"/>
              <a:miter/>
            </a:ln>
          </p:spPr>
          <p:txBody>
            <a:bodyPr rtlCol="0" anchor="ctr"/>
            <a:lstStyle/>
            <a:p>
              <a:endParaRPr lang="en-US"/>
            </a:p>
          </p:txBody>
        </p:sp>
        <p:sp>
          <p:nvSpPr>
            <p:cNvPr id="1139" name="Graphic 5">
              <a:extLst>
                <a:ext uri="{FF2B5EF4-FFF2-40B4-BE49-F238E27FC236}">
                  <a16:creationId xmlns:a16="http://schemas.microsoft.com/office/drawing/2014/main" id="{2D7FFEB3-263C-F844-8A79-377B497470C6}"/>
                </a:ext>
              </a:extLst>
            </p:cNvPr>
            <p:cNvSpPr/>
            <p:nvPr/>
          </p:nvSpPr>
          <p:spPr>
            <a:xfrm>
              <a:off x="6271084" y="3464111"/>
              <a:ext cx="115018" cy="114911"/>
            </a:xfrm>
            <a:custGeom>
              <a:avLst/>
              <a:gdLst>
                <a:gd name="connsiteX0" fmla="*/ 57509 w 115018"/>
                <a:gd name="connsiteY0" fmla="*/ 114912 h 114911"/>
                <a:gd name="connsiteX1" fmla="*/ 115019 w 115018"/>
                <a:gd name="connsiteY1" fmla="*/ 57456 h 114911"/>
                <a:gd name="connsiteX2" fmla="*/ 57509 w 115018"/>
                <a:gd name="connsiteY2" fmla="*/ 0 h 114911"/>
                <a:gd name="connsiteX3" fmla="*/ 0 w 115018"/>
                <a:gd name="connsiteY3" fmla="*/ 57456 h 114911"/>
                <a:gd name="connsiteX4" fmla="*/ 57509 w 115018"/>
                <a:gd name="connsiteY4" fmla="*/ 114912 h 114911"/>
                <a:gd name="connsiteX5" fmla="*/ 83069 w 115018"/>
                <a:gd name="connsiteY5" fmla="*/ 45326 h 114911"/>
                <a:gd name="connsiteX6" fmla="*/ 95210 w 115018"/>
                <a:gd name="connsiteY6" fmla="*/ 57456 h 114911"/>
                <a:gd name="connsiteX7" fmla="*/ 83069 w 115018"/>
                <a:gd name="connsiteY7" fmla="*/ 69586 h 114911"/>
                <a:gd name="connsiteX8" fmla="*/ 70289 w 115018"/>
                <a:gd name="connsiteY8" fmla="*/ 57456 h 114911"/>
                <a:gd name="connsiteX9" fmla="*/ 70289 w 115018"/>
                <a:gd name="connsiteY9" fmla="*/ 57456 h 114911"/>
                <a:gd name="connsiteX10" fmla="*/ 83069 w 115018"/>
                <a:gd name="connsiteY10" fmla="*/ 45326 h 114911"/>
                <a:gd name="connsiteX11" fmla="*/ 83069 w 115018"/>
                <a:gd name="connsiteY11" fmla="*/ 45326 h 114911"/>
                <a:gd name="connsiteX12" fmla="*/ 32589 w 115018"/>
                <a:gd name="connsiteY12" fmla="*/ 45326 h 114911"/>
                <a:gd name="connsiteX13" fmla="*/ 45368 w 115018"/>
                <a:gd name="connsiteY13" fmla="*/ 57456 h 114911"/>
                <a:gd name="connsiteX14" fmla="*/ 33227 w 115018"/>
                <a:gd name="connsiteY14" fmla="*/ 70224 h 114911"/>
                <a:gd name="connsiteX15" fmla="*/ 20447 w 115018"/>
                <a:gd name="connsiteY15" fmla="*/ 58094 h 114911"/>
                <a:gd name="connsiteX16" fmla="*/ 20447 w 115018"/>
                <a:gd name="connsiteY16" fmla="*/ 58094 h 114911"/>
                <a:gd name="connsiteX17" fmla="*/ 32589 w 115018"/>
                <a:gd name="connsiteY17" fmla="*/ 45326 h 114911"/>
                <a:gd name="connsiteX18" fmla="*/ 32589 w 115018"/>
                <a:gd name="connsiteY18" fmla="*/ 45326 h 11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5018" h="114911">
                  <a:moveTo>
                    <a:pt x="57509" y="114912"/>
                  </a:moveTo>
                  <a:cubicBezTo>
                    <a:pt x="89459" y="114912"/>
                    <a:pt x="115019" y="89376"/>
                    <a:pt x="115019" y="57456"/>
                  </a:cubicBezTo>
                  <a:cubicBezTo>
                    <a:pt x="115019" y="25536"/>
                    <a:pt x="89459" y="0"/>
                    <a:pt x="57509" y="0"/>
                  </a:cubicBezTo>
                  <a:cubicBezTo>
                    <a:pt x="25560" y="0"/>
                    <a:pt x="0" y="25536"/>
                    <a:pt x="0" y="57456"/>
                  </a:cubicBezTo>
                  <a:cubicBezTo>
                    <a:pt x="0" y="89376"/>
                    <a:pt x="25560" y="114912"/>
                    <a:pt x="57509" y="114912"/>
                  </a:cubicBezTo>
                  <a:close/>
                  <a:moveTo>
                    <a:pt x="83069" y="45326"/>
                  </a:moveTo>
                  <a:cubicBezTo>
                    <a:pt x="90098" y="45326"/>
                    <a:pt x="95210" y="51072"/>
                    <a:pt x="95210" y="57456"/>
                  </a:cubicBezTo>
                  <a:cubicBezTo>
                    <a:pt x="95210" y="64478"/>
                    <a:pt x="89459" y="69586"/>
                    <a:pt x="83069" y="69586"/>
                  </a:cubicBezTo>
                  <a:cubicBezTo>
                    <a:pt x="76040" y="69586"/>
                    <a:pt x="70928" y="63840"/>
                    <a:pt x="70289" y="57456"/>
                  </a:cubicBezTo>
                  <a:cubicBezTo>
                    <a:pt x="70289" y="57456"/>
                    <a:pt x="70289" y="57456"/>
                    <a:pt x="70289" y="57456"/>
                  </a:cubicBezTo>
                  <a:cubicBezTo>
                    <a:pt x="70928" y="50434"/>
                    <a:pt x="76040" y="45326"/>
                    <a:pt x="83069" y="45326"/>
                  </a:cubicBezTo>
                  <a:lnTo>
                    <a:pt x="83069" y="45326"/>
                  </a:lnTo>
                  <a:close/>
                  <a:moveTo>
                    <a:pt x="32589" y="45326"/>
                  </a:moveTo>
                  <a:cubicBezTo>
                    <a:pt x="39617" y="45326"/>
                    <a:pt x="45368" y="50434"/>
                    <a:pt x="45368" y="57456"/>
                  </a:cubicBezTo>
                  <a:cubicBezTo>
                    <a:pt x="45368" y="64478"/>
                    <a:pt x="40257" y="70224"/>
                    <a:pt x="33227" y="70224"/>
                  </a:cubicBezTo>
                  <a:cubicBezTo>
                    <a:pt x="26199" y="70224"/>
                    <a:pt x="20447" y="65117"/>
                    <a:pt x="20447" y="58094"/>
                  </a:cubicBezTo>
                  <a:cubicBezTo>
                    <a:pt x="20447" y="58094"/>
                    <a:pt x="20447" y="58094"/>
                    <a:pt x="20447" y="58094"/>
                  </a:cubicBezTo>
                  <a:cubicBezTo>
                    <a:pt x="20447" y="50434"/>
                    <a:pt x="26199" y="45326"/>
                    <a:pt x="32589" y="45326"/>
                  </a:cubicBezTo>
                  <a:lnTo>
                    <a:pt x="32589" y="45326"/>
                  </a:lnTo>
                  <a:close/>
                </a:path>
              </a:pathLst>
            </a:custGeom>
            <a:solidFill>
              <a:srgbClr val="007680"/>
            </a:solidFill>
            <a:ln w="6390" cap="flat">
              <a:noFill/>
              <a:prstDash val="solid"/>
              <a:miter/>
            </a:ln>
          </p:spPr>
          <p:txBody>
            <a:bodyPr rtlCol="0" anchor="ctr"/>
            <a:lstStyle/>
            <a:p>
              <a:endParaRPr lang="en-US"/>
            </a:p>
          </p:txBody>
        </p:sp>
        <p:sp>
          <p:nvSpPr>
            <p:cNvPr id="1140" name="Graphic 5">
              <a:extLst>
                <a:ext uri="{FF2B5EF4-FFF2-40B4-BE49-F238E27FC236}">
                  <a16:creationId xmlns:a16="http://schemas.microsoft.com/office/drawing/2014/main" id="{DEEDF9BC-B19D-184D-9E8C-B00A921F896B}"/>
                </a:ext>
              </a:extLst>
            </p:cNvPr>
            <p:cNvSpPr/>
            <p:nvPr/>
          </p:nvSpPr>
          <p:spPr>
            <a:xfrm>
              <a:off x="6353869" y="3520929"/>
              <a:ext cx="284" cy="638"/>
            </a:xfrm>
            <a:custGeom>
              <a:avLst/>
              <a:gdLst>
                <a:gd name="connsiteX0" fmla="*/ 284 w 284"/>
                <a:gd name="connsiteY0" fmla="*/ 0 h 638"/>
                <a:gd name="connsiteX1" fmla="*/ 284 w 284"/>
                <a:gd name="connsiteY1" fmla="*/ 0 h 638"/>
                <a:gd name="connsiteX2" fmla="*/ 284 w 284"/>
                <a:gd name="connsiteY2" fmla="*/ 638 h 638"/>
                <a:gd name="connsiteX3" fmla="*/ 284 w 284"/>
                <a:gd name="connsiteY3" fmla="*/ 0 h 638"/>
              </a:gdLst>
              <a:ahLst/>
              <a:cxnLst>
                <a:cxn ang="0">
                  <a:pos x="connsiteX0" y="connsiteY0"/>
                </a:cxn>
                <a:cxn ang="0">
                  <a:pos x="connsiteX1" y="connsiteY1"/>
                </a:cxn>
                <a:cxn ang="0">
                  <a:pos x="connsiteX2" y="connsiteY2"/>
                </a:cxn>
                <a:cxn ang="0">
                  <a:pos x="connsiteX3" y="connsiteY3"/>
                </a:cxn>
              </a:cxnLst>
              <a:rect l="l" t="t" r="r" b="b"/>
              <a:pathLst>
                <a:path w="284" h="638">
                  <a:moveTo>
                    <a:pt x="284" y="0"/>
                  </a:moveTo>
                  <a:lnTo>
                    <a:pt x="284" y="0"/>
                  </a:lnTo>
                  <a:cubicBezTo>
                    <a:pt x="-355" y="638"/>
                    <a:pt x="284" y="638"/>
                    <a:pt x="284" y="638"/>
                  </a:cubicBezTo>
                  <a:lnTo>
                    <a:pt x="284" y="0"/>
                  </a:lnTo>
                  <a:close/>
                </a:path>
              </a:pathLst>
            </a:custGeom>
            <a:solidFill>
              <a:srgbClr val="007680"/>
            </a:solidFill>
            <a:ln w="6390" cap="flat">
              <a:noFill/>
              <a:prstDash val="solid"/>
              <a:miter/>
            </a:ln>
          </p:spPr>
          <p:txBody>
            <a:bodyPr rtlCol="0" anchor="ctr"/>
            <a:lstStyle/>
            <a:p>
              <a:endParaRPr lang="en-US"/>
            </a:p>
          </p:txBody>
        </p:sp>
        <p:sp>
          <p:nvSpPr>
            <p:cNvPr id="1141" name="Graphic 5">
              <a:extLst>
                <a:ext uri="{FF2B5EF4-FFF2-40B4-BE49-F238E27FC236}">
                  <a16:creationId xmlns:a16="http://schemas.microsoft.com/office/drawing/2014/main" id="{06FC6948-AFF8-3D48-A1C0-A1AEC2203078}"/>
                </a:ext>
              </a:extLst>
            </p:cNvPr>
            <p:cNvSpPr/>
            <p:nvPr/>
          </p:nvSpPr>
          <p:spPr>
            <a:xfrm>
              <a:off x="6239134" y="3432191"/>
              <a:ext cx="178918" cy="178751"/>
            </a:xfrm>
            <a:custGeom>
              <a:avLst/>
              <a:gdLst>
                <a:gd name="connsiteX0" fmla="*/ 0 w 178918"/>
                <a:gd name="connsiteY0" fmla="*/ 178752 h 178751"/>
                <a:gd name="connsiteX1" fmla="*/ 178918 w 178918"/>
                <a:gd name="connsiteY1" fmla="*/ 178752 h 178751"/>
                <a:gd name="connsiteX2" fmla="*/ 178918 w 178918"/>
                <a:gd name="connsiteY2" fmla="*/ 0 h 178751"/>
                <a:gd name="connsiteX3" fmla="*/ 0 w 178918"/>
                <a:gd name="connsiteY3" fmla="*/ 0 h 178751"/>
                <a:gd name="connsiteX4" fmla="*/ 0 w 178918"/>
                <a:gd name="connsiteY4" fmla="*/ 178752 h 178751"/>
                <a:gd name="connsiteX5" fmla="*/ 89459 w 178918"/>
                <a:gd name="connsiteY5" fmla="*/ 19152 h 178751"/>
                <a:gd name="connsiteX6" fmla="*/ 159748 w 178918"/>
                <a:gd name="connsiteY6" fmla="*/ 89376 h 178751"/>
                <a:gd name="connsiteX7" fmla="*/ 89459 w 178918"/>
                <a:gd name="connsiteY7" fmla="*/ 159600 h 178751"/>
                <a:gd name="connsiteX8" fmla="*/ 19170 w 178918"/>
                <a:gd name="connsiteY8" fmla="*/ 89376 h 178751"/>
                <a:gd name="connsiteX9" fmla="*/ 89459 w 178918"/>
                <a:gd name="connsiteY9" fmla="*/ 19152 h 178751"/>
                <a:gd name="connsiteX10" fmla="*/ 89459 w 178918"/>
                <a:gd name="connsiteY10" fmla="*/ 19152 h 178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8918" h="178751">
                  <a:moveTo>
                    <a:pt x="0" y="178752"/>
                  </a:moveTo>
                  <a:lnTo>
                    <a:pt x="178918" y="178752"/>
                  </a:lnTo>
                  <a:lnTo>
                    <a:pt x="178918" y="0"/>
                  </a:lnTo>
                  <a:lnTo>
                    <a:pt x="0" y="0"/>
                  </a:lnTo>
                  <a:lnTo>
                    <a:pt x="0" y="178752"/>
                  </a:lnTo>
                  <a:close/>
                  <a:moveTo>
                    <a:pt x="89459" y="19152"/>
                  </a:moveTo>
                  <a:cubicBezTo>
                    <a:pt x="128438" y="19152"/>
                    <a:pt x="159748" y="50434"/>
                    <a:pt x="159748" y="89376"/>
                  </a:cubicBezTo>
                  <a:cubicBezTo>
                    <a:pt x="159748" y="128318"/>
                    <a:pt x="128438" y="159600"/>
                    <a:pt x="89459" y="159600"/>
                  </a:cubicBezTo>
                  <a:cubicBezTo>
                    <a:pt x="50480" y="159600"/>
                    <a:pt x="19170" y="128318"/>
                    <a:pt x="19170" y="89376"/>
                  </a:cubicBezTo>
                  <a:cubicBezTo>
                    <a:pt x="19170" y="50434"/>
                    <a:pt x="50480" y="19152"/>
                    <a:pt x="89459" y="19152"/>
                  </a:cubicBezTo>
                  <a:lnTo>
                    <a:pt x="89459" y="19152"/>
                  </a:lnTo>
                  <a:close/>
                </a:path>
              </a:pathLst>
            </a:custGeom>
            <a:solidFill>
              <a:srgbClr val="007680"/>
            </a:solidFill>
            <a:ln w="6390" cap="flat">
              <a:noFill/>
              <a:prstDash val="solid"/>
              <a:miter/>
            </a:ln>
          </p:spPr>
          <p:txBody>
            <a:bodyPr rtlCol="0" anchor="ctr"/>
            <a:lstStyle/>
            <a:p>
              <a:endParaRPr lang="en-US"/>
            </a:p>
          </p:txBody>
        </p:sp>
        <p:sp>
          <p:nvSpPr>
            <p:cNvPr id="1142" name="Graphic 5">
              <a:extLst>
                <a:ext uri="{FF2B5EF4-FFF2-40B4-BE49-F238E27FC236}">
                  <a16:creationId xmlns:a16="http://schemas.microsoft.com/office/drawing/2014/main" id="{EB4FB23A-68B6-CF42-A18A-81B55F5EE7A6}"/>
                </a:ext>
              </a:extLst>
            </p:cNvPr>
            <p:cNvSpPr/>
            <p:nvPr/>
          </p:nvSpPr>
          <p:spPr>
            <a:xfrm>
              <a:off x="6147119" y="3340900"/>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283713 w 362309"/>
                <a:gd name="connsiteY6" fmla="*/ 270042 h 361971"/>
                <a:gd name="connsiteX7" fmla="*/ 270934 w 362309"/>
                <a:gd name="connsiteY7" fmla="*/ 282810 h 361971"/>
                <a:gd name="connsiteX8" fmla="*/ 92015 w 362309"/>
                <a:gd name="connsiteY8" fmla="*/ 282810 h 361971"/>
                <a:gd name="connsiteX9" fmla="*/ 79235 w 362309"/>
                <a:gd name="connsiteY9" fmla="*/ 270042 h 361971"/>
                <a:gd name="connsiteX10" fmla="*/ 79235 w 362309"/>
                <a:gd name="connsiteY10" fmla="*/ 91291 h 361971"/>
                <a:gd name="connsiteX11" fmla="*/ 92015 w 362309"/>
                <a:gd name="connsiteY11" fmla="*/ 78523 h 361971"/>
                <a:gd name="connsiteX12" fmla="*/ 270934 w 362309"/>
                <a:gd name="connsiteY12" fmla="*/ 78523 h 361971"/>
                <a:gd name="connsiteX13" fmla="*/ 283713 w 362309"/>
                <a:gd name="connsiteY13" fmla="*/ 91291 h 361971"/>
                <a:gd name="connsiteX14" fmla="*/ 283713 w 362309"/>
                <a:gd name="connsiteY14" fmla="*/ 270042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1077"/>
                    <a:pt x="281157" y="0"/>
                    <a:pt x="181474" y="0"/>
                  </a:cubicBezTo>
                  <a:close/>
                  <a:moveTo>
                    <a:pt x="283713" y="270042"/>
                  </a:moveTo>
                  <a:cubicBezTo>
                    <a:pt x="283713" y="277065"/>
                    <a:pt x="277962" y="282810"/>
                    <a:pt x="270934" y="282810"/>
                  </a:cubicBezTo>
                  <a:lnTo>
                    <a:pt x="92015" y="282810"/>
                  </a:lnTo>
                  <a:cubicBezTo>
                    <a:pt x="84986" y="282810"/>
                    <a:pt x="79235" y="277065"/>
                    <a:pt x="79235" y="270042"/>
                  </a:cubicBezTo>
                  <a:lnTo>
                    <a:pt x="79235" y="91291"/>
                  </a:lnTo>
                  <a:cubicBezTo>
                    <a:pt x="79235" y="84269"/>
                    <a:pt x="84986" y="78523"/>
                    <a:pt x="92015" y="78523"/>
                  </a:cubicBezTo>
                  <a:lnTo>
                    <a:pt x="270934" y="78523"/>
                  </a:lnTo>
                  <a:cubicBezTo>
                    <a:pt x="277962" y="78523"/>
                    <a:pt x="283713" y="84269"/>
                    <a:pt x="283713" y="91291"/>
                  </a:cubicBezTo>
                  <a:lnTo>
                    <a:pt x="283713" y="270042"/>
                  </a:lnTo>
                  <a:close/>
                </a:path>
              </a:pathLst>
            </a:custGeom>
            <a:solidFill>
              <a:srgbClr val="007680"/>
            </a:solidFill>
            <a:ln w="6390" cap="flat">
              <a:noFill/>
              <a:prstDash val="solid"/>
              <a:miter/>
            </a:ln>
          </p:spPr>
          <p:txBody>
            <a:bodyPr rtlCol="0" anchor="ctr"/>
            <a:lstStyle/>
            <a:p>
              <a:endParaRPr lang="en-US"/>
            </a:p>
          </p:txBody>
        </p:sp>
      </p:grpSp>
      <p:grpSp>
        <p:nvGrpSpPr>
          <p:cNvPr id="1143" name="Graphic 5">
            <a:extLst>
              <a:ext uri="{FF2B5EF4-FFF2-40B4-BE49-F238E27FC236}">
                <a16:creationId xmlns:a16="http://schemas.microsoft.com/office/drawing/2014/main" id="{161058E7-0C7E-1E4F-8F15-F1669CECF68C}"/>
              </a:ext>
            </a:extLst>
          </p:cNvPr>
          <p:cNvGrpSpPr/>
          <p:nvPr/>
        </p:nvGrpSpPr>
        <p:grpSpPr>
          <a:xfrm>
            <a:off x="10326138" y="2371811"/>
            <a:ext cx="361670" cy="361971"/>
            <a:chOff x="10326138" y="2371811"/>
            <a:chExt cx="361670" cy="361971"/>
          </a:xfrm>
          <a:solidFill>
            <a:srgbClr val="007680"/>
          </a:solidFill>
        </p:grpSpPr>
        <p:sp>
          <p:nvSpPr>
            <p:cNvPr id="1144" name="Graphic 5">
              <a:extLst>
                <a:ext uri="{FF2B5EF4-FFF2-40B4-BE49-F238E27FC236}">
                  <a16:creationId xmlns:a16="http://schemas.microsoft.com/office/drawing/2014/main" id="{BFDD764C-6710-D440-8232-B57D83FF9693}"/>
                </a:ext>
              </a:extLst>
            </p:cNvPr>
            <p:cNvSpPr/>
            <p:nvPr/>
          </p:nvSpPr>
          <p:spPr>
            <a:xfrm>
              <a:off x="10474384" y="2451611"/>
              <a:ext cx="20447" cy="20428"/>
            </a:xfrm>
            <a:custGeom>
              <a:avLst/>
              <a:gdLst>
                <a:gd name="connsiteX0" fmla="*/ 0 w 20447"/>
                <a:gd name="connsiteY0" fmla="*/ 0 h 20428"/>
                <a:gd name="connsiteX1" fmla="*/ 20447 w 20447"/>
                <a:gd name="connsiteY1" fmla="*/ 0 h 20428"/>
                <a:gd name="connsiteX2" fmla="*/ 20447 w 20447"/>
                <a:gd name="connsiteY2" fmla="*/ 20429 h 20428"/>
                <a:gd name="connsiteX3" fmla="*/ 0 w 20447"/>
                <a:gd name="connsiteY3" fmla="*/ 20429 h 20428"/>
              </a:gdLst>
              <a:ahLst/>
              <a:cxnLst>
                <a:cxn ang="0">
                  <a:pos x="connsiteX0" y="connsiteY0"/>
                </a:cxn>
                <a:cxn ang="0">
                  <a:pos x="connsiteX1" y="connsiteY1"/>
                </a:cxn>
                <a:cxn ang="0">
                  <a:pos x="connsiteX2" y="connsiteY2"/>
                </a:cxn>
                <a:cxn ang="0">
                  <a:pos x="connsiteX3" y="connsiteY3"/>
                </a:cxn>
              </a:cxnLst>
              <a:rect l="l" t="t" r="r" b="b"/>
              <a:pathLst>
                <a:path w="20447" h="20428">
                  <a:moveTo>
                    <a:pt x="0" y="0"/>
                  </a:moveTo>
                  <a:lnTo>
                    <a:pt x="20447" y="0"/>
                  </a:lnTo>
                  <a:lnTo>
                    <a:pt x="20447" y="20429"/>
                  </a:lnTo>
                  <a:lnTo>
                    <a:pt x="0" y="20429"/>
                  </a:lnTo>
                  <a:close/>
                </a:path>
              </a:pathLst>
            </a:custGeom>
            <a:solidFill>
              <a:srgbClr val="007680"/>
            </a:solidFill>
            <a:ln w="6390" cap="flat">
              <a:noFill/>
              <a:prstDash val="solid"/>
              <a:miter/>
            </a:ln>
          </p:spPr>
          <p:txBody>
            <a:bodyPr rtlCol="0" anchor="ctr"/>
            <a:lstStyle/>
            <a:p>
              <a:endParaRPr lang="en-US"/>
            </a:p>
          </p:txBody>
        </p:sp>
        <p:sp>
          <p:nvSpPr>
            <p:cNvPr id="1145" name="Graphic 5">
              <a:extLst>
                <a:ext uri="{FF2B5EF4-FFF2-40B4-BE49-F238E27FC236}">
                  <a16:creationId xmlns:a16="http://schemas.microsoft.com/office/drawing/2014/main" id="{AEF511A0-B2A3-7E49-8DAC-3F708A79C047}"/>
                </a:ext>
              </a:extLst>
            </p:cNvPr>
            <p:cNvSpPr/>
            <p:nvPr/>
          </p:nvSpPr>
          <p:spPr>
            <a:xfrm>
              <a:off x="10457132" y="2484808"/>
              <a:ext cx="98405" cy="169175"/>
            </a:xfrm>
            <a:custGeom>
              <a:avLst/>
              <a:gdLst>
                <a:gd name="connsiteX0" fmla="*/ 49842 w 98405"/>
                <a:gd name="connsiteY0" fmla="*/ 0 h 169175"/>
                <a:gd name="connsiteX1" fmla="*/ 0 w 98405"/>
                <a:gd name="connsiteY1" fmla="*/ 0 h 169175"/>
                <a:gd name="connsiteX2" fmla="*/ 0 w 98405"/>
                <a:gd name="connsiteY2" fmla="*/ 169176 h 169175"/>
                <a:gd name="connsiteX3" fmla="*/ 98405 w 98405"/>
                <a:gd name="connsiteY3" fmla="*/ 169176 h 169175"/>
                <a:gd name="connsiteX4" fmla="*/ 98405 w 98405"/>
                <a:gd name="connsiteY4" fmla="*/ 65755 h 169175"/>
                <a:gd name="connsiteX5" fmla="*/ 83708 w 98405"/>
                <a:gd name="connsiteY5" fmla="*/ 20429 h 169175"/>
                <a:gd name="connsiteX6" fmla="*/ 49842 w 98405"/>
                <a:gd name="connsiteY6" fmla="*/ 0 h 169175"/>
                <a:gd name="connsiteX7" fmla="*/ 77957 w 98405"/>
                <a:gd name="connsiteY7" fmla="*/ 74692 h 169175"/>
                <a:gd name="connsiteX8" fmla="*/ 75402 w 98405"/>
                <a:gd name="connsiteY8" fmla="*/ 75331 h 169175"/>
                <a:gd name="connsiteX9" fmla="*/ 69650 w 98405"/>
                <a:gd name="connsiteY9" fmla="*/ 71500 h 169175"/>
                <a:gd name="connsiteX10" fmla="*/ 49202 w 98405"/>
                <a:gd name="connsiteY10" fmla="*/ 28728 h 169175"/>
                <a:gd name="connsiteX11" fmla="*/ 51758 w 98405"/>
                <a:gd name="connsiteY11" fmla="*/ 19790 h 169175"/>
                <a:gd name="connsiteX12" fmla="*/ 60704 w 98405"/>
                <a:gd name="connsiteY12" fmla="*/ 22344 h 169175"/>
                <a:gd name="connsiteX13" fmla="*/ 61343 w 98405"/>
                <a:gd name="connsiteY13" fmla="*/ 22982 h 169175"/>
                <a:gd name="connsiteX14" fmla="*/ 82430 w 98405"/>
                <a:gd name="connsiteY14" fmla="*/ 65755 h 169175"/>
                <a:gd name="connsiteX15" fmla="*/ 77957 w 98405"/>
                <a:gd name="connsiteY15" fmla="*/ 74692 h 169175"/>
                <a:gd name="connsiteX16" fmla="*/ 77957 w 98405"/>
                <a:gd name="connsiteY16" fmla="*/ 74692 h 16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8405" h="169175">
                  <a:moveTo>
                    <a:pt x="49842" y="0"/>
                  </a:moveTo>
                  <a:lnTo>
                    <a:pt x="0" y="0"/>
                  </a:lnTo>
                  <a:lnTo>
                    <a:pt x="0" y="169176"/>
                  </a:lnTo>
                  <a:lnTo>
                    <a:pt x="98405" y="169176"/>
                  </a:lnTo>
                  <a:lnTo>
                    <a:pt x="98405" y="65755"/>
                  </a:lnTo>
                  <a:cubicBezTo>
                    <a:pt x="98405" y="65755"/>
                    <a:pt x="98405" y="35750"/>
                    <a:pt x="83708" y="20429"/>
                  </a:cubicBezTo>
                  <a:cubicBezTo>
                    <a:pt x="75402" y="10214"/>
                    <a:pt x="63261" y="3192"/>
                    <a:pt x="49842" y="0"/>
                  </a:cubicBezTo>
                  <a:close/>
                  <a:moveTo>
                    <a:pt x="77957" y="74692"/>
                  </a:moveTo>
                  <a:cubicBezTo>
                    <a:pt x="77318" y="75331"/>
                    <a:pt x="76040" y="75331"/>
                    <a:pt x="75402" y="75331"/>
                  </a:cubicBezTo>
                  <a:cubicBezTo>
                    <a:pt x="72845" y="75331"/>
                    <a:pt x="70928" y="74054"/>
                    <a:pt x="69650" y="71500"/>
                  </a:cubicBezTo>
                  <a:lnTo>
                    <a:pt x="49202" y="28728"/>
                  </a:lnTo>
                  <a:cubicBezTo>
                    <a:pt x="47286" y="25536"/>
                    <a:pt x="48563" y="21706"/>
                    <a:pt x="51758" y="19790"/>
                  </a:cubicBezTo>
                  <a:cubicBezTo>
                    <a:pt x="54953" y="17875"/>
                    <a:pt x="58787" y="19152"/>
                    <a:pt x="60704" y="22344"/>
                  </a:cubicBezTo>
                  <a:cubicBezTo>
                    <a:pt x="60704" y="22344"/>
                    <a:pt x="60704" y="22982"/>
                    <a:pt x="61343" y="22982"/>
                  </a:cubicBezTo>
                  <a:lnTo>
                    <a:pt x="82430" y="65755"/>
                  </a:lnTo>
                  <a:cubicBezTo>
                    <a:pt x="82430" y="68947"/>
                    <a:pt x="81152" y="72777"/>
                    <a:pt x="77957" y="74692"/>
                  </a:cubicBezTo>
                  <a:lnTo>
                    <a:pt x="77957" y="74692"/>
                  </a:lnTo>
                  <a:close/>
                </a:path>
              </a:pathLst>
            </a:custGeom>
            <a:solidFill>
              <a:srgbClr val="007680"/>
            </a:solidFill>
            <a:ln w="6390" cap="flat">
              <a:noFill/>
              <a:prstDash val="solid"/>
              <a:miter/>
            </a:ln>
          </p:spPr>
          <p:txBody>
            <a:bodyPr rtlCol="0" anchor="ctr"/>
            <a:lstStyle/>
            <a:p>
              <a:endParaRPr lang="en-US"/>
            </a:p>
          </p:txBody>
        </p:sp>
        <p:sp>
          <p:nvSpPr>
            <p:cNvPr id="1146" name="Graphic 5">
              <a:extLst>
                <a:ext uri="{FF2B5EF4-FFF2-40B4-BE49-F238E27FC236}">
                  <a16:creationId xmlns:a16="http://schemas.microsoft.com/office/drawing/2014/main" id="{9C6C2BE5-3A99-334D-8F20-73764A51923E}"/>
                </a:ext>
              </a:extLst>
            </p:cNvPr>
            <p:cNvSpPr/>
            <p:nvPr/>
          </p:nvSpPr>
          <p:spPr>
            <a:xfrm>
              <a:off x="10326138" y="2371811"/>
              <a:ext cx="361670" cy="361971"/>
            </a:xfrm>
            <a:custGeom>
              <a:avLst/>
              <a:gdLst>
                <a:gd name="connsiteX0" fmla="*/ 180836 w 361670"/>
                <a:gd name="connsiteY0" fmla="*/ 0 h 361971"/>
                <a:gd name="connsiteX1" fmla="*/ 0 w 361670"/>
                <a:gd name="connsiteY1" fmla="*/ 180667 h 361971"/>
                <a:gd name="connsiteX2" fmla="*/ 180836 w 361670"/>
                <a:gd name="connsiteY2" fmla="*/ 361972 h 361971"/>
                <a:gd name="connsiteX3" fmla="*/ 361670 w 361670"/>
                <a:gd name="connsiteY3" fmla="*/ 181305 h 361971"/>
                <a:gd name="connsiteX4" fmla="*/ 361670 w 361670"/>
                <a:gd name="connsiteY4" fmla="*/ 181305 h 361971"/>
                <a:gd name="connsiteX5" fmla="*/ 180836 w 361670"/>
                <a:gd name="connsiteY5" fmla="*/ 0 h 361971"/>
                <a:gd name="connsiteX6" fmla="*/ 242818 w 361670"/>
                <a:gd name="connsiteY6" fmla="*/ 288556 h 361971"/>
                <a:gd name="connsiteX7" fmla="*/ 236428 w 361670"/>
                <a:gd name="connsiteY7" fmla="*/ 294940 h 361971"/>
                <a:gd name="connsiteX8" fmla="*/ 125243 w 361670"/>
                <a:gd name="connsiteY8" fmla="*/ 294940 h 361971"/>
                <a:gd name="connsiteX9" fmla="*/ 118853 w 361670"/>
                <a:gd name="connsiteY9" fmla="*/ 288556 h 361971"/>
                <a:gd name="connsiteX10" fmla="*/ 118853 w 361670"/>
                <a:gd name="connsiteY10" fmla="*/ 106613 h 361971"/>
                <a:gd name="connsiteX11" fmla="*/ 125243 w 361670"/>
                <a:gd name="connsiteY11" fmla="*/ 100229 h 361971"/>
                <a:gd name="connsiteX12" fmla="*/ 135466 w 361670"/>
                <a:gd name="connsiteY12" fmla="*/ 100229 h 361971"/>
                <a:gd name="connsiteX13" fmla="*/ 135466 w 361670"/>
                <a:gd name="connsiteY13" fmla="*/ 73416 h 361971"/>
                <a:gd name="connsiteX14" fmla="*/ 141856 w 361670"/>
                <a:gd name="connsiteY14" fmla="*/ 67032 h 361971"/>
                <a:gd name="connsiteX15" fmla="*/ 175084 w 361670"/>
                <a:gd name="connsiteY15" fmla="*/ 67032 h 361971"/>
                <a:gd name="connsiteX16" fmla="*/ 181474 w 361670"/>
                <a:gd name="connsiteY16" fmla="*/ 73416 h 361971"/>
                <a:gd name="connsiteX17" fmla="*/ 181474 w 361670"/>
                <a:gd name="connsiteY17" fmla="*/ 100229 h 361971"/>
                <a:gd name="connsiteX18" fmla="*/ 182113 w 361670"/>
                <a:gd name="connsiteY18" fmla="*/ 100229 h 361971"/>
                <a:gd name="connsiteX19" fmla="*/ 183391 w 361670"/>
                <a:gd name="connsiteY19" fmla="*/ 100229 h 361971"/>
                <a:gd name="connsiteX20" fmla="*/ 224925 w 361670"/>
                <a:gd name="connsiteY20" fmla="*/ 124488 h 361971"/>
                <a:gd name="connsiteX21" fmla="*/ 242818 w 361670"/>
                <a:gd name="connsiteY21" fmla="*/ 178752 h 361971"/>
                <a:gd name="connsiteX22" fmla="*/ 242818 w 361670"/>
                <a:gd name="connsiteY22" fmla="*/ 28855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1670" h="361971">
                  <a:moveTo>
                    <a:pt x="180836" y="0"/>
                  </a:moveTo>
                  <a:cubicBezTo>
                    <a:pt x="80513" y="0"/>
                    <a:pt x="0" y="81077"/>
                    <a:pt x="0" y="180667"/>
                  </a:cubicBezTo>
                  <a:cubicBezTo>
                    <a:pt x="0" y="280895"/>
                    <a:pt x="81152" y="361972"/>
                    <a:pt x="180836" y="361972"/>
                  </a:cubicBezTo>
                  <a:cubicBezTo>
                    <a:pt x="281157" y="361972"/>
                    <a:pt x="361670" y="280895"/>
                    <a:pt x="361670" y="181305"/>
                  </a:cubicBezTo>
                  <a:cubicBezTo>
                    <a:pt x="361670" y="181305"/>
                    <a:pt x="361670" y="181305"/>
                    <a:pt x="361670" y="181305"/>
                  </a:cubicBezTo>
                  <a:cubicBezTo>
                    <a:pt x="361670" y="81077"/>
                    <a:pt x="280518" y="0"/>
                    <a:pt x="180836" y="0"/>
                  </a:cubicBezTo>
                  <a:close/>
                  <a:moveTo>
                    <a:pt x="242818" y="288556"/>
                  </a:moveTo>
                  <a:cubicBezTo>
                    <a:pt x="242818" y="292387"/>
                    <a:pt x="240261" y="294940"/>
                    <a:pt x="236428" y="294940"/>
                  </a:cubicBezTo>
                  <a:lnTo>
                    <a:pt x="125243" y="294940"/>
                  </a:lnTo>
                  <a:cubicBezTo>
                    <a:pt x="121409" y="294940"/>
                    <a:pt x="118853" y="292387"/>
                    <a:pt x="118853" y="288556"/>
                  </a:cubicBezTo>
                  <a:lnTo>
                    <a:pt x="118853" y="106613"/>
                  </a:lnTo>
                  <a:cubicBezTo>
                    <a:pt x="118853" y="102782"/>
                    <a:pt x="121409" y="100229"/>
                    <a:pt x="125243" y="100229"/>
                  </a:cubicBezTo>
                  <a:lnTo>
                    <a:pt x="135466" y="100229"/>
                  </a:lnTo>
                  <a:lnTo>
                    <a:pt x="135466" y="73416"/>
                  </a:lnTo>
                  <a:cubicBezTo>
                    <a:pt x="135466" y="69585"/>
                    <a:pt x="138022" y="67032"/>
                    <a:pt x="141856" y="67032"/>
                  </a:cubicBezTo>
                  <a:lnTo>
                    <a:pt x="175084" y="67032"/>
                  </a:lnTo>
                  <a:cubicBezTo>
                    <a:pt x="178918" y="67032"/>
                    <a:pt x="181474" y="69585"/>
                    <a:pt x="181474" y="73416"/>
                  </a:cubicBezTo>
                  <a:lnTo>
                    <a:pt x="181474" y="100229"/>
                  </a:lnTo>
                  <a:lnTo>
                    <a:pt x="182113" y="100229"/>
                  </a:lnTo>
                  <a:lnTo>
                    <a:pt x="183391" y="100229"/>
                  </a:lnTo>
                  <a:cubicBezTo>
                    <a:pt x="199366" y="104059"/>
                    <a:pt x="214063" y="112358"/>
                    <a:pt x="224925" y="124488"/>
                  </a:cubicBezTo>
                  <a:cubicBezTo>
                    <a:pt x="242818" y="143640"/>
                    <a:pt x="242818" y="177475"/>
                    <a:pt x="242818" y="178752"/>
                  </a:cubicBezTo>
                  <a:lnTo>
                    <a:pt x="242818" y="288556"/>
                  </a:lnTo>
                  <a:close/>
                </a:path>
              </a:pathLst>
            </a:custGeom>
            <a:solidFill>
              <a:srgbClr val="007680"/>
            </a:solidFill>
            <a:ln w="6390" cap="flat">
              <a:noFill/>
              <a:prstDash val="solid"/>
              <a:miter/>
            </a:ln>
          </p:spPr>
          <p:txBody>
            <a:bodyPr rtlCol="0" anchor="ctr"/>
            <a:lstStyle/>
            <a:p>
              <a:endParaRPr lang="en-US"/>
            </a:p>
          </p:txBody>
        </p:sp>
      </p:grpSp>
      <p:sp>
        <p:nvSpPr>
          <p:cNvPr id="1147" name="Graphic 5">
            <a:extLst>
              <a:ext uri="{FF2B5EF4-FFF2-40B4-BE49-F238E27FC236}">
                <a16:creationId xmlns:a16="http://schemas.microsoft.com/office/drawing/2014/main" id="{D6AB4B62-7192-2443-8FBF-A9F70CB8FB33}"/>
              </a:ext>
            </a:extLst>
          </p:cNvPr>
          <p:cNvSpPr/>
          <p:nvPr/>
        </p:nvSpPr>
        <p:spPr>
          <a:xfrm>
            <a:off x="7193791" y="1403361"/>
            <a:ext cx="361670" cy="361971"/>
          </a:xfrm>
          <a:custGeom>
            <a:avLst/>
            <a:gdLst>
              <a:gd name="connsiteX0" fmla="*/ 180835 w 361670"/>
              <a:gd name="connsiteY0" fmla="*/ 0 h 361971"/>
              <a:gd name="connsiteX1" fmla="*/ 0 w 361670"/>
              <a:gd name="connsiteY1" fmla="*/ 180667 h 361971"/>
              <a:gd name="connsiteX2" fmla="*/ 180835 w 361670"/>
              <a:gd name="connsiteY2" fmla="*/ 361972 h 361971"/>
              <a:gd name="connsiteX3" fmla="*/ 361670 w 361670"/>
              <a:gd name="connsiteY3" fmla="*/ 181305 h 361971"/>
              <a:gd name="connsiteX4" fmla="*/ 361670 w 361670"/>
              <a:gd name="connsiteY4" fmla="*/ 181305 h 361971"/>
              <a:gd name="connsiteX5" fmla="*/ 180835 w 361670"/>
              <a:gd name="connsiteY5" fmla="*/ 0 h 361971"/>
              <a:gd name="connsiteX6" fmla="*/ 180835 w 361670"/>
              <a:gd name="connsiteY6" fmla="*/ 0 h 361971"/>
              <a:gd name="connsiteX7" fmla="*/ 235788 w 361670"/>
              <a:gd name="connsiteY7" fmla="*/ 277703 h 361971"/>
              <a:gd name="connsiteX8" fmla="*/ 235788 w 361670"/>
              <a:gd name="connsiteY8" fmla="*/ 286641 h 361971"/>
              <a:gd name="connsiteX9" fmla="*/ 231315 w 361670"/>
              <a:gd name="connsiteY9" fmla="*/ 288556 h 361971"/>
              <a:gd name="connsiteX10" fmla="*/ 226843 w 361670"/>
              <a:gd name="connsiteY10" fmla="*/ 286641 h 361971"/>
              <a:gd name="connsiteX11" fmla="*/ 125243 w 361670"/>
              <a:gd name="connsiteY11" fmla="*/ 185135 h 361971"/>
              <a:gd name="connsiteX12" fmla="*/ 125243 w 361670"/>
              <a:gd name="connsiteY12" fmla="*/ 176198 h 361971"/>
              <a:gd name="connsiteX13" fmla="*/ 125243 w 361670"/>
              <a:gd name="connsiteY13" fmla="*/ 176198 h 361971"/>
              <a:gd name="connsiteX14" fmla="*/ 226843 w 361670"/>
              <a:gd name="connsiteY14" fmla="*/ 74693 h 361971"/>
              <a:gd name="connsiteX15" fmla="*/ 235788 w 361670"/>
              <a:gd name="connsiteY15" fmla="*/ 75331 h 361971"/>
              <a:gd name="connsiteX16" fmla="*/ 235788 w 361670"/>
              <a:gd name="connsiteY16" fmla="*/ 83630 h 361971"/>
              <a:gd name="connsiteX17" fmla="*/ 138661 w 361670"/>
              <a:gd name="connsiteY17" fmla="*/ 180667 h 361971"/>
              <a:gd name="connsiteX18" fmla="*/ 235788 w 361670"/>
              <a:gd name="connsiteY18" fmla="*/ 277703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1670" h="361971">
                <a:moveTo>
                  <a:pt x="180835" y="0"/>
                </a:moveTo>
                <a:cubicBezTo>
                  <a:pt x="80513" y="0"/>
                  <a:pt x="0" y="81077"/>
                  <a:pt x="0" y="180667"/>
                </a:cubicBezTo>
                <a:cubicBezTo>
                  <a:pt x="0" y="280895"/>
                  <a:pt x="81152" y="361972"/>
                  <a:pt x="180835" y="361972"/>
                </a:cubicBezTo>
                <a:cubicBezTo>
                  <a:pt x="281157" y="361972"/>
                  <a:pt x="361670" y="280895"/>
                  <a:pt x="361670" y="181305"/>
                </a:cubicBezTo>
                <a:lnTo>
                  <a:pt x="361670" y="181305"/>
                </a:lnTo>
                <a:cubicBezTo>
                  <a:pt x="361670" y="81077"/>
                  <a:pt x="280518" y="0"/>
                  <a:pt x="180835" y="0"/>
                </a:cubicBezTo>
                <a:cubicBezTo>
                  <a:pt x="180835" y="0"/>
                  <a:pt x="180835" y="0"/>
                  <a:pt x="180835" y="0"/>
                </a:cubicBezTo>
                <a:close/>
                <a:moveTo>
                  <a:pt x="235788" y="277703"/>
                </a:moveTo>
                <a:cubicBezTo>
                  <a:pt x="238344" y="280257"/>
                  <a:pt x="238344" y="284087"/>
                  <a:pt x="235788" y="286641"/>
                </a:cubicBezTo>
                <a:cubicBezTo>
                  <a:pt x="234510" y="287918"/>
                  <a:pt x="233233" y="288556"/>
                  <a:pt x="231315" y="288556"/>
                </a:cubicBezTo>
                <a:cubicBezTo>
                  <a:pt x="229398" y="288556"/>
                  <a:pt x="228120" y="287918"/>
                  <a:pt x="226843" y="286641"/>
                </a:cubicBezTo>
                <a:lnTo>
                  <a:pt x="125243" y="185135"/>
                </a:lnTo>
                <a:cubicBezTo>
                  <a:pt x="122686" y="182582"/>
                  <a:pt x="122686" y="178752"/>
                  <a:pt x="125243" y="176198"/>
                </a:cubicBezTo>
                <a:cubicBezTo>
                  <a:pt x="125243" y="176198"/>
                  <a:pt x="125243" y="176198"/>
                  <a:pt x="125243" y="176198"/>
                </a:cubicBezTo>
                <a:lnTo>
                  <a:pt x="226843" y="74693"/>
                </a:lnTo>
                <a:cubicBezTo>
                  <a:pt x="229398" y="72139"/>
                  <a:pt x="233872" y="72777"/>
                  <a:pt x="235788" y="75331"/>
                </a:cubicBezTo>
                <a:cubicBezTo>
                  <a:pt x="237705" y="77885"/>
                  <a:pt x="237705" y="81077"/>
                  <a:pt x="235788" y="83630"/>
                </a:cubicBezTo>
                <a:lnTo>
                  <a:pt x="138661" y="180667"/>
                </a:lnTo>
                <a:lnTo>
                  <a:pt x="235788" y="277703"/>
                </a:lnTo>
                <a:close/>
              </a:path>
            </a:pathLst>
          </a:custGeom>
          <a:solidFill>
            <a:srgbClr val="007680"/>
          </a:solidFill>
          <a:ln w="6390" cap="flat">
            <a:noFill/>
            <a:prstDash val="solid"/>
            <a:miter/>
          </a:ln>
        </p:spPr>
        <p:txBody>
          <a:bodyPr rtlCol="0" anchor="ctr"/>
          <a:lstStyle/>
          <a:p>
            <a:endParaRPr lang="en-US"/>
          </a:p>
        </p:txBody>
      </p:sp>
      <p:grpSp>
        <p:nvGrpSpPr>
          <p:cNvPr id="1148" name="Graphic 5">
            <a:extLst>
              <a:ext uri="{FF2B5EF4-FFF2-40B4-BE49-F238E27FC236}">
                <a16:creationId xmlns:a16="http://schemas.microsoft.com/office/drawing/2014/main" id="{D2FEF566-102D-ED4E-BBDD-537E3F24EE15}"/>
              </a:ext>
            </a:extLst>
          </p:cNvPr>
          <p:cNvGrpSpPr/>
          <p:nvPr/>
        </p:nvGrpSpPr>
        <p:grpSpPr>
          <a:xfrm>
            <a:off x="9280105" y="3824806"/>
            <a:ext cx="362309" cy="361971"/>
            <a:chOff x="9280105" y="3824806"/>
            <a:chExt cx="362309" cy="361971"/>
          </a:xfrm>
          <a:solidFill>
            <a:srgbClr val="007680"/>
          </a:solidFill>
        </p:grpSpPr>
        <p:sp>
          <p:nvSpPr>
            <p:cNvPr id="1149" name="Graphic 5">
              <a:extLst>
                <a:ext uri="{FF2B5EF4-FFF2-40B4-BE49-F238E27FC236}">
                  <a16:creationId xmlns:a16="http://schemas.microsoft.com/office/drawing/2014/main" id="{1BD42B29-C1C6-7440-A578-8D0FD3D9912E}"/>
                </a:ext>
              </a:extLst>
            </p:cNvPr>
            <p:cNvSpPr/>
            <p:nvPr/>
          </p:nvSpPr>
          <p:spPr>
            <a:xfrm>
              <a:off x="9351353" y="3903689"/>
              <a:ext cx="219421" cy="121694"/>
            </a:xfrm>
            <a:custGeom>
              <a:avLst/>
              <a:gdLst>
                <a:gd name="connsiteX0" fmla="*/ 199685 w 219421"/>
                <a:gd name="connsiteY0" fmla="*/ 50073 h 121694"/>
                <a:gd name="connsiteX1" fmla="*/ 195213 w 219421"/>
                <a:gd name="connsiteY1" fmla="*/ 45604 h 121694"/>
                <a:gd name="connsiteX2" fmla="*/ 174126 w 219421"/>
                <a:gd name="connsiteY2" fmla="*/ 16876 h 121694"/>
                <a:gd name="connsiteX3" fmla="*/ 144732 w 219421"/>
                <a:gd name="connsiteY3" fmla="*/ 15600 h 121694"/>
                <a:gd name="connsiteX4" fmla="*/ 137064 w 219421"/>
                <a:gd name="connsiteY4" fmla="*/ 14323 h 121694"/>
                <a:gd name="connsiteX5" fmla="*/ 81472 w 219421"/>
                <a:gd name="connsiteY5" fmla="*/ 916 h 121694"/>
                <a:gd name="connsiteX6" fmla="*/ 37382 w 219421"/>
                <a:gd name="connsiteY6" fmla="*/ 34751 h 121694"/>
                <a:gd name="connsiteX7" fmla="*/ 32269 w 219421"/>
                <a:gd name="connsiteY7" fmla="*/ 39859 h 121694"/>
                <a:gd name="connsiteX8" fmla="*/ 7348 w 219421"/>
                <a:gd name="connsiteY8" fmla="*/ 52627 h 121694"/>
                <a:gd name="connsiteX9" fmla="*/ 6710 w 219421"/>
                <a:gd name="connsiteY9" fmla="*/ 53265 h 121694"/>
                <a:gd name="connsiteX10" fmla="*/ 6710 w 219421"/>
                <a:gd name="connsiteY10" fmla="*/ 92846 h 121694"/>
                <a:gd name="connsiteX11" fmla="*/ 41215 w 219421"/>
                <a:gd name="connsiteY11" fmla="*/ 108167 h 121694"/>
                <a:gd name="connsiteX12" fmla="*/ 42493 w 219421"/>
                <a:gd name="connsiteY12" fmla="*/ 108167 h 121694"/>
                <a:gd name="connsiteX13" fmla="*/ 47605 w 219421"/>
                <a:gd name="connsiteY13" fmla="*/ 110082 h 121694"/>
                <a:gd name="connsiteX14" fmla="*/ 69331 w 219421"/>
                <a:gd name="connsiteY14" fmla="*/ 121574 h 121694"/>
                <a:gd name="connsiteX15" fmla="*/ 89779 w 219421"/>
                <a:gd name="connsiteY15" fmla="*/ 116466 h 121694"/>
                <a:gd name="connsiteX16" fmla="*/ 96169 w 219421"/>
                <a:gd name="connsiteY16" fmla="*/ 115828 h 121694"/>
                <a:gd name="connsiteX17" fmla="*/ 134508 w 219421"/>
                <a:gd name="connsiteY17" fmla="*/ 119658 h 121694"/>
                <a:gd name="connsiteX18" fmla="*/ 164541 w 219421"/>
                <a:gd name="connsiteY18" fmla="*/ 104337 h 121694"/>
                <a:gd name="connsiteX19" fmla="*/ 172209 w 219421"/>
                <a:gd name="connsiteY19" fmla="*/ 101783 h 121694"/>
                <a:gd name="connsiteX20" fmla="*/ 216939 w 219421"/>
                <a:gd name="connsiteY20" fmla="*/ 85823 h 121694"/>
                <a:gd name="connsiteX21" fmla="*/ 217577 w 219421"/>
                <a:gd name="connsiteY21" fmla="*/ 63479 h 121694"/>
                <a:gd name="connsiteX22" fmla="*/ 199685 w 219421"/>
                <a:gd name="connsiteY22" fmla="*/ 50073 h 121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9421" h="121694">
                  <a:moveTo>
                    <a:pt x="199685" y="50073"/>
                  </a:moveTo>
                  <a:cubicBezTo>
                    <a:pt x="197769" y="49435"/>
                    <a:pt x="195852" y="47519"/>
                    <a:pt x="195213" y="45604"/>
                  </a:cubicBezTo>
                  <a:cubicBezTo>
                    <a:pt x="195213" y="45604"/>
                    <a:pt x="189462" y="24537"/>
                    <a:pt x="174126" y="16876"/>
                  </a:cubicBezTo>
                  <a:cubicBezTo>
                    <a:pt x="164541" y="12408"/>
                    <a:pt x="154317" y="11769"/>
                    <a:pt x="144732" y="15600"/>
                  </a:cubicBezTo>
                  <a:cubicBezTo>
                    <a:pt x="142176" y="16876"/>
                    <a:pt x="138981" y="16238"/>
                    <a:pt x="137064" y="14323"/>
                  </a:cubicBezTo>
                  <a:cubicBezTo>
                    <a:pt x="136426" y="13684"/>
                    <a:pt x="119172" y="-4191"/>
                    <a:pt x="81472" y="916"/>
                  </a:cubicBezTo>
                  <a:cubicBezTo>
                    <a:pt x="43772" y="6024"/>
                    <a:pt x="38020" y="34113"/>
                    <a:pt x="37382" y="34751"/>
                  </a:cubicBezTo>
                  <a:cubicBezTo>
                    <a:pt x="36742" y="37305"/>
                    <a:pt x="34825" y="39220"/>
                    <a:pt x="32269" y="39859"/>
                  </a:cubicBezTo>
                  <a:cubicBezTo>
                    <a:pt x="14377" y="42412"/>
                    <a:pt x="10543" y="48158"/>
                    <a:pt x="7348" y="52627"/>
                  </a:cubicBezTo>
                  <a:lnTo>
                    <a:pt x="6710" y="53265"/>
                  </a:lnTo>
                  <a:cubicBezTo>
                    <a:pt x="-2237" y="64756"/>
                    <a:pt x="-2237" y="81354"/>
                    <a:pt x="6710" y="92846"/>
                  </a:cubicBezTo>
                  <a:cubicBezTo>
                    <a:pt x="14377" y="104337"/>
                    <a:pt x="27797" y="110082"/>
                    <a:pt x="41215" y="108167"/>
                  </a:cubicBezTo>
                  <a:lnTo>
                    <a:pt x="42493" y="108167"/>
                  </a:lnTo>
                  <a:cubicBezTo>
                    <a:pt x="44410" y="108167"/>
                    <a:pt x="46327" y="108806"/>
                    <a:pt x="47605" y="110082"/>
                  </a:cubicBezTo>
                  <a:cubicBezTo>
                    <a:pt x="53356" y="116466"/>
                    <a:pt x="61024" y="120297"/>
                    <a:pt x="69331" y="121574"/>
                  </a:cubicBezTo>
                  <a:cubicBezTo>
                    <a:pt x="76360" y="122212"/>
                    <a:pt x="84028" y="120297"/>
                    <a:pt x="89779" y="116466"/>
                  </a:cubicBezTo>
                  <a:cubicBezTo>
                    <a:pt x="91696" y="115190"/>
                    <a:pt x="94251" y="115190"/>
                    <a:pt x="96169" y="115828"/>
                  </a:cubicBezTo>
                  <a:cubicBezTo>
                    <a:pt x="108310" y="120297"/>
                    <a:pt x="121728" y="121574"/>
                    <a:pt x="134508" y="119658"/>
                  </a:cubicBezTo>
                  <a:cubicBezTo>
                    <a:pt x="146010" y="119020"/>
                    <a:pt x="156873" y="113913"/>
                    <a:pt x="164541" y="104337"/>
                  </a:cubicBezTo>
                  <a:cubicBezTo>
                    <a:pt x="166458" y="101783"/>
                    <a:pt x="169014" y="100506"/>
                    <a:pt x="172209" y="101783"/>
                  </a:cubicBezTo>
                  <a:cubicBezTo>
                    <a:pt x="173487" y="102422"/>
                    <a:pt x="206075" y="113274"/>
                    <a:pt x="216939" y="85823"/>
                  </a:cubicBezTo>
                  <a:cubicBezTo>
                    <a:pt x="220134" y="78801"/>
                    <a:pt x="220134" y="70502"/>
                    <a:pt x="217577" y="63479"/>
                  </a:cubicBezTo>
                  <a:cubicBezTo>
                    <a:pt x="213744" y="57095"/>
                    <a:pt x="207354" y="52627"/>
                    <a:pt x="199685" y="50073"/>
                  </a:cubicBezTo>
                  <a:close/>
                </a:path>
              </a:pathLst>
            </a:custGeom>
            <a:solidFill>
              <a:srgbClr val="007680"/>
            </a:solidFill>
            <a:ln w="6390" cap="flat">
              <a:noFill/>
              <a:prstDash val="solid"/>
              <a:miter/>
            </a:ln>
          </p:spPr>
          <p:txBody>
            <a:bodyPr rtlCol="0" anchor="ctr"/>
            <a:lstStyle/>
            <a:p>
              <a:endParaRPr lang="en-US"/>
            </a:p>
          </p:txBody>
        </p:sp>
        <p:sp>
          <p:nvSpPr>
            <p:cNvPr id="1150" name="Graphic 5">
              <a:extLst>
                <a:ext uri="{FF2B5EF4-FFF2-40B4-BE49-F238E27FC236}">
                  <a16:creationId xmlns:a16="http://schemas.microsoft.com/office/drawing/2014/main" id="{191C4034-AFCF-C04E-88A1-3180C05E3326}"/>
                </a:ext>
              </a:extLst>
            </p:cNvPr>
            <p:cNvSpPr/>
            <p:nvPr/>
          </p:nvSpPr>
          <p:spPr>
            <a:xfrm>
              <a:off x="9511421" y="4061013"/>
              <a:ext cx="19169" cy="19151"/>
            </a:xfrm>
            <a:custGeom>
              <a:avLst/>
              <a:gdLst>
                <a:gd name="connsiteX0" fmla="*/ 9585 w 19169"/>
                <a:gd name="connsiteY0" fmla="*/ 0 h 19151"/>
                <a:gd name="connsiteX1" fmla="*/ 0 w 19169"/>
                <a:gd name="connsiteY1" fmla="*/ 9576 h 19151"/>
                <a:gd name="connsiteX2" fmla="*/ 9585 w 19169"/>
                <a:gd name="connsiteY2" fmla="*/ 19152 h 19151"/>
                <a:gd name="connsiteX3" fmla="*/ 19170 w 19169"/>
                <a:gd name="connsiteY3" fmla="*/ 9576 h 19151"/>
                <a:gd name="connsiteX4" fmla="*/ 9585 w 19169"/>
                <a:gd name="connsiteY4" fmla="*/ 0 h 19151"/>
                <a:gd name="connsiteX5" fmla="*/ 9585 w 19169"/>
                <a:gd name="connsiteY5" fmla="*/ 0 h 1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9" h="19151">
                  <a:moveTo>
                    <a:pt x="9585" y="0"/>
                  </a:moveTo>
                  <a:cubicBezTo>
                    <a:pt x="4473" y="0"/>
                    <a:pt x="0" y="4469"/>
                    <a:pt x="0" y="9576"/>
                  </a:cubicBezTo>
                  <a:cubicBezTo>
                    <a:pt x="0" y="14683"/>
                    <a:pt x="4473" y="19152"/>
                    <a:pt x="9585" y="19152"/>
                  </a:cubicBezTo>
                  <a:cubicBezTo>
                    <a:pt x="14697" y="19152"/>
                    <a:pt x="19170" y="14683"/>
                    <a:pt x="19170" y="9576"/>
                  </a:cubicBezTo>
                  <a:cubicBezTo>
                    <a:pt x="19170" y="4469"/>
                    <a:pt x="14697" y="0"/>
                    <a:pt x="9585" y="0"/>
                  </a:cubicBezTo>
                  <a:lnTo>
                    <a:pt x="9585" y="0"/>
                  </a:lnTo>
                  <a:close/>
                </a:path>
              </a:pathLst>
            </a:custGeom>
            <a:solidFill>
              <a:srgbClr val="007680"/>
            </a:solidFill>
            <a:ln w="6390" cap="flat">
              <a:noFill/>
              <a:prstDash val="solid"/>
              <a:miter/>
            </a:ln>
          </p:spPr>
          <p:txBody>
            <a:bodyPr rtlCol="0" anchor="ctr"/>
            <a:lstStyle/>
            <a:p>
              <a:endParaRPr lang="en-US"/>
            </a:p>
          </p:txBody>
        </p:sp>
        <p:sp>
          <p:nvSpPr>
            <p:cNvPr id="1151" name="Graphic 5">
              <a:extLst>
                <a:ext uri="{FF2B5EF4-FFF2-40B4-BE49-F238E27FC236}">
                  <a16:creationId xmlns:a16="http://schemas.microsoft.com/office/drawing/2014/main" id="{32C74CD0-0BD4-674B-B925-34C6348AF595}"/>
                </a:ext>
              </a:extLst>
            </p:cNvPr>
            <p:cNvSpPr/>
            <p:nvPr/>
          </p:nvSpPr>
          <p:spPr>
            <a:xfrm>
              <a:off x="9280105" y="3824806"/>
              <a:ext cx="362309" cy="361971"/>
            </a:xfrm>
            <a:custGeom>
              <a:avLst/>
              <a:gdLst>
                <a:gd name="connsiteX0" fmla="*/ 180835 w 362309"/>
                <a:gd name="connsiteY0" fmla="*/ 0 h 361971"/>
                <a:gd name="connsiteX1" fmla="*/ 0 w 362309"/>
                <a:gd name="connsiteY1" fmla="*/ 181305 h 361971"/>
                <a:gd name="connsiteX2" fmla="*/ 181474 w 362309"/>
                <a:gd name="connsiteY2" fmla="*/ 361972 h 361971"/>
                <a:gd name="connsiteX3" fmla="*/ 362309 w 362309"/>
                <a:gd name="connsiteY3" fmla="*/ 181305 h 361971"/>
                <a:gd name="connsiteX4" fmla="*/ 180835 w 362309"/>
                <a:gd name="connsiteY4" fmla="*/ 0 h 361971"/>
                <a:gd name="connsiteX5" fmla="*/ 180835 w 362309"/>
                <a:gd name="connsiteY5" fmla="*/ 0 h 361971"/>
                <a:gd name="connsiteX6" fmla="*/ 240900 w 362309"/>
                <a:gd name="connsiteY6" fmla="*/ 268127 h 361971"/>
                <a:gd name="connsiteX7" fmla="*/ 218536 w 362309"/>
                <a:gd name="connsiteY7" fmla="*/ 245783 h 361971"/>
                <a:gd name="connsiteX8" fmla="*/ 240900 w 362309"/>
                <a:gd name="connsiteY8" fmla="*/ 223439 h 361971"/>
                <a:gd name="connsiteX9" fmla="*/ 263265 w 362309"/>
                <a:gd name="connsiteY9" fmla="*/ 245783 h 361971"/>
                <a:gd name="connsiteX10" fmla="*/ 240900 w 362309"/>
                <a:gd name="connsiteY10" fmla="*/ 268127 h 361971"/>
                <a:gd name="connsiteX11" fmla="*/ 240900 w 362309"/>
                <a:gd name="connsiteY11" fmla="*/ 268127 h 361971"/>
                <a:gd name="connsiteX12" fmla="*/ 240900 w 362309"/>
                <a:gd name="connsiteY12" fmla="*/ 268127 h 361971"/>
                <a:gd name="connsiteX13" fmla="*/ 265182 w 362309"/>
                <a:gd name="connsiteY13" fmla="*/ 296217 h 361971"/>
                <a:gd name="connsiteX14" fmla="*/ 256875 w 362309"/>
                <a:gd name="connsiteY14" fmla="*/ 289194 h 361971"/>
                <a:gd name="connsiteX15" fmla="*/ 263904 w 362309"/>
                <a:gd name="connsiteY15" fmla="*/ 280895 h 361971"/>
                <a:gd name="connsiteX16" fmla="*/ 265182 w 362309"/>
                <a:gd name="connsiteY16" fmla="*/ 280895 h 361971"/>
                <a:gd name="connsiteX17" fmla="*/ 272211 w 362309"/>
                <a:gd name="connsiteY17" fmla="*/ 289194 h 361971"/>
                <a:gd name="connsiteX18" fmla="*/ 265182 w 362309"/>
                <a:gd name="connsiteY18" fmla="*/ 296217 h 361971"/>
                <a:gd name="connsiteX19" fmla="*/ 299687 w 362309"/>
                <a:gd name="connsiteY19" fmla="*/ 169176 h 361971"/>
                <a:gd name="connsiteX20" fmla="*/ 243456 w 362309"/>
                <a:gd name="connsiteY20" fmla="*/ 194073 h 361971"/>
                <a:gd name="connsiteX21" fmla="*/ 207033 w 362309"/>
                <a:gd name="connsiteY21" fmla="*/ 211310 h 361971"/>
                <a:gd name="connsiteX22" fmla="*/ 166138 w 362309"/>
                <a:gd name="connsiteY22" fmla="*/ 207479 h 361971"/>
                <a:gd name="connsiteX23" fmla="*/ 143134 w 362309"/>
                <a:gd name="connsiteY23" fmla="*/ 213225 h 361971"/>
                <a:gd name="connsiteX24" fmla="*/ 140579 w 362309"/>
                <a:gd name="connsiteY24" fmla="*/ 213225 h 361971"/>
                <a:gd name="connsiteX25" fmla="*/ 112463 w 362309"/>
                <a:gd name="connsiteY25" fmla="*/ 199819 h 361971"/>
                <a:gd name="connsiteX26" fmla="*/ 68372 w 362309"/>
                <a:gd name="connsiteY26" fmla="*/ 178752 h 361971"/>
                <a:gd name="connsiteX27" fmla="*/ 68372 w 362309"/>
                <a:gd name="connsiteY27" fmla="*/ 123849 h 361971"/>
                <a:gd name="connsiteX28" fmla="*/ 69011 w 362309"/>
                <a:gd name="connsiteY28" fmla="*/ 123211 h 361971"/>
                <a:gd name="connsiteX29" fmla="*/ 98404 w 362309"/>
                <a:gd name="connsiteY29" fmla="*/ 105974 h 361971"/>
                <a:gd name="connsiteX30" fmla="*/ 152080 w 362309"/>
                <a:gd name="connsiteY30" fmla="*/ 66394 h 361971"/>
                <a:gd name="connsiteX31" fmla="*/ 215341 w 362309"/>
                <a:gd name="connsiteY31" fmla="*/ 81077 h 361971"/>
                <a:gd name="connsiteX32" fmla="*/ 252403 w 362309"/>
                <a:gd name="connsiteY32" fmla="*/ 84269 h 361971"/>
                <a:gd name="connsiteX33" fmla="*/ 278601 w 362309"/>
                <a:gd name="connsiteY33" fmla="*/ 118104 h 361971"/>
                <a:gd name="connsiteX34" fmla="*/ 299687 w 362309"/>
                <a:gd name="connsiteY34" fmla="*/ 137256 h 361971"/>
                <a:gd name="connsiteX35" fmla="*/ 299687 w 362309"/>
                <a:gd name="connsiteY35" fmla="*/ 169176 h 361971"/>
                <a:gd name="connsiteX36" fmla="*/ 299687 w 362309"/>
                <a:gd name="connsiteY36" fmla="*/ 16917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309" h="361971">
                  <a:moveTo>
                    <a:pt x="180835" y="0"/>
                  </a:moveTo>
                  <a:cubicBezTo>
                    <a:pt x="80513" y="0"/>
                    <a:pt x="0" y="81077"/>
                    <a:pt x="0" y="181305"/>
                  </a:cubicBezTo>
                  <a:cubicBezTo>
                    <a:pt x="0" y="281533"/>
                    <a:pt x="81152" y="361972"/>
                    <a:pt x="181474" y="361972"/>
                  </a:cubicBezTo>
                  <a:cubicBezTo>
                    <a:pt x="281157" y="361972"/>
                    <a:pt x="362309" y="280895"/>
                    <a:pt x="362309" y="181305"/>
                  </a:cubicBezTo>
                  <a:cubicBezTo>
                    <a:pt x="362309" y="81077"/>
                    <a:pt x="281157" y="0"/>
                    <a:pt x="180835" y="0"/>
                  </a:cubicBezTo>
                  <a:cubicBezTo>
                    <a:pt x="181474" y="0"/>
                    <a:pt x="180835" y="0"/>
                    <a:pt x="180835" y="0"/>
                  </a:cubicBezTo>
                  <a:close/>
                  <a:moveTo>
                    <a:pt x="240900" y="268127"/>
                  </a:moveTo>
                  <a:cubicBezTo>
                    <a:pt x="228759" y="268127"/>
                    <a:pt x="218536" y="257913"/>
                    <a:pt x="218536" y="245783"/>
                  </a:cubicBezTo>
                  <a:cubicBezTo>
                    <a:pt x="218536" y="233654"/>
                    <a:pt x="228759" y="223439"/>
                    <a:pt x="240900" y="223439"/>
                  </a:cubicBezTo>
                  <a:cubicBezTo>
                    <a:pt x="253041" y="223439"/>
                    <a:pt x="263265" y="233654"/>
                    <a:pt x="263265" y="245783"/>
                  </a:cubicBezTo>
                  <a:cubicBezTo>
                    <a:pt x="263265" y="258551"/>
                    <a:pt x="253680" y="268127"/>
                    <a:pt x="240900" y="268127"/>
                  </a:cubicBezTo>
                  <a:cubicBezTo>
                    <a:pt x="240900" y="268127"/>
                    <a:pt x="240900" y="268127"/>
                    <a:pt x="240900" y="268127"/>
                  </a:cubicBezTo>
                  <a:lnTo>
                    <a:pt x="240900" y="268127"/>
                  </a:lnTo>
                  <a:close/>
                  <a:moveTo>
                    <a:pt x="265182" y="296217"/>
                  </a:moveTo>
                  <a:cubicBezTo>
                    <a:pt x="261348" y="296855"/>
                    <a:pt x="257514" y="293663"/>
                    <a:pt x="256875" y="289194"/>
                  </a:cubicBezTo>
                  <a:cubicBezTo>
                    <a:pt x="256236" y="285364"/>
                    <a:pt x="259431" y="281533"/>
                    <a:pt x="263904" y="280895"/>
                  </a:cubicBezTo>
                  <a:cubicBezTo>
                    <a:pt x="264543" y="280895"/>
                    <a:pt x="264543" y="280895"/>
                    <a:pt x="265182" y="280895"/>
                  </a:cubicBezTo>
                  <a:cubicBezTo>
                    <a:pt x="269016" y="281533"/>
                    <a:pt x="272211" y="284725"/>
                    <a:pt x="272211" y="289194"/>
                  </a:cubicBezTo>
                  <a:cubicBezTo>
                    <a:pt x="271572" y="293025"/>
                    <a:pt x="268377" y="296217"/>
                    <a:pt x="265182" y="296217"/>
                  </a:cubicBezTo>
                  <a:close/>
                  <a:moveTo>
                    <a:pt x="299687" y="169176"/>
                  </a:moveTo>
                  <a:cubicBezTo>
                    <a:pt x="288825" y="197903"/>
                    <a:pt x="260070" y="198542"/>
                    <a:pt x="243456" y="194073"/>
                  </a:cubicBezTo>
                  <a:cubicBezTo>
                    <a:pt x="233872" y="204287"/>
                    <a:pt x="221092" y="210033"/>
                    <a:pt x="207033" y="211310"/>
                  </a:cubicBezTo>
                  <a:cubicBezTo>
                    <a:pt x="192976" y="212587"/>
                    <a:pt x="178918" y="211310"/>
                    <a:pt x="166138" y="207479"/>
                  </a:cubicBezTo>
                  <a:cubicBezTo>
                    <a:pt x="159109" y="211310"/>
                    <a:pt x="151441" y="213225"/>
                    <a:pt x="143134" y="213225"/>
                  </a:cubicBezTo>
                  <a:lnTo>
                    <a:pt x="140579" y="213225"/>
                  </a:lnTo>
                  <a:cubicBezTo>
                    <a:pt x="129715" y="211948"/>
                    <a:pt x="120130" y="207479"/>
                    <a:pt x="112463" y="199819"/>
                  </a:cubicBezTo>
                  <a:cubicBezTo>
                    <a:pt x="95209" y="201095"/>
                    <a:pt x="77957" y="193435"/>
                    <a:pt x="68372" y="178752"/>
                  </a:cubicBezTo>
                  <a:cubicBezTo>
                    <a:pt x="56231" y="162792"/>
                    <a:pt x="56231" y="140448"/>
                    <a:pt x="68372" y="123849"/>
                  </a:cubicBezTo>
                  <a:lnTo>
                    <a:pt x="69011" y="123211"/>
                  </a:lnTo>
                  <a:cubicBezTo>
                    <a:pt x="72845" y="118104"/>
                    <a:pt x="78596" y="109805"/>
                    <a:pt x="98404" y="105974"/>
                  </a:cubicBezTo>
                  <a:cubicBezTo>
                    <a:pt x="102239" y="95760"/>
                    <a:pt x="115019" y="70862"/>
                    <a:pt x="152080" y="66394"/>
                  </a:cubicBezTo>
                  <a:cubicBezTo>
                    <a:pt x="187225" y="61925"/>
                    <a:pt x="207673" y="74693"/>
                    <a:pt x="215341" y="81077"/>
                  </a:cubicBezTo>
                  <a:cubicBezTo>
                    <a:pt x="227482" y="77246"/>
                    <a:pt x="240900" y="77885"/>
                    <a:pt x="252403" y="84269"/>
                  </a:cubicBezTo>
                  <a:cubicBezTo>
                    <a:pt x="268377" y="92568"/>
                    <a:pt x="276045" y="110443"/>
                    <a:pt x="278601" y="118104"/>
                  </a:cubicBezTo>
                  <a:cubicBezTo>
                    <a:pt x="287547" y="121934"/>
                    <a:pt x="295215" y="128318"/>
                    <a:pt x="299687" y="137256"/>
                  </a:cubicBezTo>
                  <a:cubicBezTo>
                    <a:pt x="304161" y="147470"/>
                    <a:pt x="304161" y="158961"/>
                    <a:pt x="299687" y="169176"/>
                  </a:cubicBezTo>
                  <a:lnTo>
                    <a:pt x="299687" y="169176"/>
                  </a:lnTo>
                  <a:close/>
                </a:path>
              </a:pathLst>
            </a:custGeom>
            <a:solidFill>
              <a:srgbClr val="007680"/>
            </a:solidFill>
            <a:ln w="6390" cap="flat">
              <a:noFill/>
              <a:prstDash val="solid"/>
              <a:miter/>
            </a:ln>
          </p:spPr>
          <p:txBody>
            <a:bodyPr rtlCol="0" anchor="ctr"/>
            <a:lstStyle/>
            <a:p>
              <a:endParaRPr lang="en-US"/>
            </a:p>
          </p:txBody>
        </p:sp>
      </p:grpSp>
      <p:grpSp>
        <p:nvGrpSpPr>
          <p:cNvPr id="1152" name="Graphic 5">
            <a:extLst>
              <a:ext uri="{FF2B5EF4-FFF2-40B4-BE49-F238E27FC236}">
                <a16:creationId xmlns:a16="http://schemas.microsoft.com/office/drawing/2014/main" id="{2736D3ED-1837-F846-B191-79852B596F4A}"/>
              </a:ext>
            </a:extLst>
          </p:cNvPr>
          <p:cNvGrpSpPr/>
          <p:nvPr/>
        </p:nvGrpSpPr>
        <p:grpSpPr>
          <a:xfrm>
            <a:off x="6147119" y="4793894"/>
            <a:ext cx="362309" cy="361971"/>
            <a:chOff x="6147119" y="4793894"/>
            <a:chExt cx="362309" cy="361971"/>
          </a:xfrm>
          <a:solidFill>
            <a:srgbClr val="007680"/>
          </a:solidFill>
        </p:grpSpPr>
        <p:sp>
          <p:nvSpPr>
            <p:cNvPr id="1153" name="Graphic 5">
              <a:extLst>
                <a:ext uri="{FF2B5EF4-FFF2-40B4-BE49-F238E27FC236}">
                  <a16:creationId xmlns:a16="http://schemas.microsoft.com/office/drawing/2014/main" id="{C2E94680-41EC-7B49-ADA3-6262340D504B}"/>
                </a:ext>
              </a:extLst>
            </p:cNvPr>
            <p:cNvSpPr/>
            <p:nvPr/>
          </p:nvSpPr>
          <p:spPr>
            <a:xfrm>
              <a:off x="6214213" y="4963708"/>
              <a:ext cx="21725" cy="21705"/>
            </a:xfrm>
            <a:custGeom>
              <a:avLst/>
              <a:gdLst>
                <a:gd name="connsiteX0" fmla="*/ 21726 w 21725"/>
                <a:gd name="connsiteY0" fmla="*/ 10853 h 21705"/>
                <a:gd name="connsiteX1" fmla="*/ 10863 w 21725"/>
                <a:gd name="connsiteY1" fmla="*/ 21705 h 21705"/>
                <a:gd name="connsiteX2" fmla="*/ 0 w 21725"/>
                <a:gd name="connsiteY2" fmla="*/ 10853 h 21705"/>
                <a:gd name="connsiteX3" fmla="*/ 10863 w 21725"/>
                <a:gd name="connsiteY3" fmla="*/ 0 h 21705"/>
                <a:gd name="connsiteX4" fmla="*/ 21726 w 21725"/>
                <a:gd name="connsiteY4" fmla="*/ 10853 h 21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25" h="21705">
                  <a:moveTo>
                    <a:pt x="21726" y="10853"/>
                  </a:moveTo>
                  <a:cubicBezTo>
                    <a:pt x="21726" y="16847"/>
                    <a:pt x="16863" y="21705"/>
                    <a:pt x="10863" y="21705"/>
                  </a:cubicBezTo>
                  <a:cubicBezTo>
                    <a:pt x="4863" y="21705"/>
                    <a:pt x="0" y="16847"/>
                    <a:pt x="0" y="10853"/>
                  </a:cubicBezTo>
                  <a:cubicBezTo>
                    <a:pt x="0" y="4859"/>
                    <a:pt x="4863" y="0"/>
                    <a:pt x="10863" y="0"/>
                  </a:cubicBezTo>
                  <a:cubicBezTo>
                    <a:pt x="16863" y="0"/>
                    <a:pt x="21726" y="4859"/>
                    <a:pt x="21726" y="10853"/>
                  </a:cubicBezTo>
                  <a:close/>
                </a:path>
              </a:pathLst>
            </a:custGeom>
            <a:solidFill>
              <a:srgbClr val="007680"/>
            </a:solidFill>
            <a:ln w="6390" cap="flat">
              <a:noFill/>
              <a:prstDash val="solid"/>
              <a:miter/>
            </a:ln>
          </p:spPr>
          <p:txBody>
            <a:bodyPr rtlCol="0" anchor="ctr"/>
            <a:lstStyle/>
            <a:p>
              <a:endParaRPr lang="en-US"/>
            </a:p>
          </p:txBody>
        </p:sp>
        <p:sp>
          <p:nvSpPr>
            <p:cNvPr id="1154" name="Graphic 5">
              <a:extLst>
                <a:ext uri="{FF2B5EF4-FFF2-40B4-BE49-F238E27FC236}">
                  <a16:creationId xmlns:a16="http://schemas.microsoft.com/office/drawing/2014/main" id="{F810B231-F22B-FA4F-B20D-F6D48CC353E0}"/>
                </a:ext>
              </a:extLst>
            </p:cNvPr>
            <p:cNvSpPr/>
            <p:nvPr/>
          </p:nvSpPr>
          <p:spPr>
            <a:xfrm>
              <a:off x="6352236" y="5015419"/>
              <a:ext cx="21725" cy="21705"/>
            </a:xfrm>
            <a:custGeom>
              <a:avLst/>
              <a:gdLst>
                <a:gd name="connsiteX0" fmla="*/ 0 w 21725"/>
                <a:gd name="connsiteY0" fmla="*/ 0 h 21705"/>
                <a:gd name="connsiteX1" fmla="*/ 21726 w 21725"/>
                <a:gd name="connsiteY1" fmla="*/ 0 h 21705"/>
                <a:gd name="connsiteX2" fmla="*/ 21726 w 21725"/>
                <a:gd name="connsiteY2" fmla="*/ 21706 h 21705"/>
                <a:gd name="connsiteX3" fmla="*/ 0 w 21725"/>
                <a:gd name="connsiteY3" fmla="*/ 21706 h 21705"/>
              </a:gdLst>
              <a:ahLst/>
              <a:cxnLst>
                <a:cxn ang="0">
                  <a:pos x="connsiteX0" y="connsiteY0"/>
                </a:cxn>
                <a:cxn ang="0">
                  <a:pos x="connsiteX1" y="connsiteY1"/>
                </a:cxn>
                <a:cxn ang="0">
                  <a:pos x="connsiteX2" y="connsiteY2"/>
                </a:cxn>
                <a:cxn ang="0">
                  <a:pos x="connsiteX3" y="connsiteY3"/>
                </a:cxn>
              </a:cxnLst>
              <a:rect l="l" t="t" r="r" b="b"/>
              <a:pathLst>
                <a:path w="21725" h="21705">
                  <a:moveTo>
                    <a:pt x="0" y="0"/>
                  </a:moveTo>
                  <a:lnTo>
                    <a:pt x="21726" y="0"/>
                  </a:lnTo>
                  <a:lnTo>
                    <a:pt x="21726" y="21706"/>
                  </a:lnTo>
                  <a:lnTo>
                    <a:pt x="0" y="21706"/>
                  </a:lnTo>
                  <a:close/>
                </a:path>
              </a:pathLst>
            </a:custGeom>
            <a:solidFill>
              <a:srgbClr val="007680"/>
            </a:solidFill>
            <a:ln w="6390" cap="flat">
              <a:noFill/>
              <a:prstDash val="solid"/>
              <a:miter/>
            </a:ln>
          </p:spPr>
          <p:txBody>
            <a:bodyPr rtlCol="0" anchor="ctr"/>
            <a:lstStyle/>
            <a:p>
              <a:endParaRPr lang="en-US"/>
            </a:p>
          </p:txBody>
        </p:sp>
        <p:sp>
          <p:nvSpPr>
            <p:cNvPr id="1155" name="Graphic 5">
              <a:extLst>
                <a:ext uri="{FF2B5EF4-FFF2-40B4-BE49-F238E27FC236}">
                  <a16:creationId xmlns:a16="http://schemas.microsoft.com/office/drawing/2014/main" id="{CB9EA1F4-5238-6D47-8E85-0FD2F350C5E8}"/>
                </a:ext>
              </a:extLst>
            </p:cNvPr>
            <p:cNvSpPr/>
            <p:nvPr/>
          </p:nvSpPr>
          <p:spPr>
            <a:xfrm>
              <a:off x="6421247" y="4961793"/>
              <a:ext cx="17252" cy="26174"/>
            </a:xfrm>
            <a:custGeom>
              <a:avLst/>
              <a:gdLst>
                <a:gd name="connsiteX0" fmla="*/ 0 w 17252"/>
                <a:gd name="connsiteY0" fmla="*/ 26175 h 26174"/>
                <a:gd name="connsiteX1" fmla="*/ 17253 w 17252"/>
                <a:gd name="connsiteY1" fmla="*/ 12768 h 26174"/>
                <a:gd name="connsiteX2" fmla="*/ 0 w 17252"/>
                <a:gd name="connsiteY2" fmla="*/ 0 h 26174"/>
              </a:gdLst>
              <a:ahLst/>
              <a:cxnLst>
                <a:cxn ang="0">
                  <a:pos x="connsiteX0" y="connsiteY0"/>
                </a:cxn>
                <a:cxn ang="0">
                  <a:pos x="connsiteX1" y="connsiteY1"/>
                </a:cxn>
                <a:cxn ang="0">
                  <a:pos x="connsiteX2" y="connsiteY2"/>
                </a:cxn>
              </a:cxnLst>
              <a:rect l="l" t="t" r="r" b="b"/>
              <a:pathLst>
                <a:path w="17252" h="26174">
                  <a:moveTo>
                    <a:pt x="0" y="26175"/>
                  </a:moveTo>
                  <a:lnTo>
                    <a:pt x="17253" y="12768"/>
                  </a:lnTo>
                  <a:lnTo>
                    <a:pt x="0" y="0"/>
                  </a:lnTo>
                  <a:close/>
                </a:path>
              </a:pathLst>
            </a:custGeom>
            <a:solidFill>
              <a:srgbClr val="007680"/>
            </a:solidFill>
            <a:ln w="6390" cap="flat">
              <a:noFill/>
              <a:prstDash val="solid"/>
              <a:miter/>
            </a:ln>
          </p:spPr>
          <p:txBody>
            <a:bodyPr rtlCol="0" anchor="ctr"/>
            <a:lstStyle/>
            <a:p>
              <a:endParaRPr lang="en-US"/>
            </a:p>
          </p:txBody>
        </p:sp>
        <p:sp>
          <p:nvSpPr>
            <p:cNvPr id="1156" name="Graphic 5">
              <a:extLst>
                <a:ext uri="{FF2B5EF4-FFF2-40B4-BE49-F238E27FC236}">
                  <a16:creationId xmlns:a16="http://schemas.microsoft.com/office/drawing/2014/main" id="{77D1D7A5-5423-034A-B7C2-8339FA884ED5}"/>
                </a:ext>
              </a:extLst>
            </p:cNvPr>
            <p:cNvSpPr/>
            <p:nvPr/>
          </p:nvSpPr>
          <p:spPr>
            <a:xfrm>
              <a:off x="6343290" y="4911998"/>
              <a:ext cx="21725" cy="21705"/>
            </a:xfrm>
            <a:custGeom>
              <a:avLst/>
              <a:gdLst>
                <a:gd name="connsiteX0" fmla="*/ 21726 w 21725"/>
                <a:gd name="connsiteY0" fmla="*/ 10853 h 21705"/>
                <a:gd name="connsiteX1" fmla="*/ 10863 w 21725"/>
                <a:gd name="connsiteY1" fmla="*/ 21706 h 21705"/>
                <a:gd name="connsiteX2" fmla="*/ 0 w 21725"/>
                <a:gd name="connsiteY2" fmla="*/ 10853 h 21705"/>
                <a:gd name="connsiteX3" fmla="*/ 10863 w 21725"/>
                <a:gd name="connsiteY3" fmla="*/ 0 h 21705"/>
                <a:gd name="connsiteX4" fmla="*/ 21726 w 21725"/>
                <a:gd name="connsiteY4" fmla="*/ 10853 h 21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25" h="21705">
                  <a:moveTo>
                    <a:pt x="21726" y="10853"/>
                  </a:moveTo>
                  <a:cubicBezTo>
                    <a:pt x="21726" y="16847"/>
                    <a:pt x="16862" y="21706"/>
                    <a:pt x="10863" y="21706"/>
                  </a:cubicBezTo>
                  <a:cubicBezTo>
                    <a:pt x="4863" y="21706"/>
                    <a:pt x="0" y="16847"/>
                    <a:pt x="0" y="10853"/>
                  </a:cubicBezTo>
                  <a:cubicBezTo>
                    <a:pt x="0" y="4859"/>
                    <a:pt x="4863" y="0"/>
                    <a:pt x="10863" y="0"/>
                  </a:cubicBezTo>
                  <a:cubicBezTo>
                    <a:pt x="16862" y="0"/>
                    <a:pt x="21726" y="4859"/>
                    <a:pt x="21726" y="10853"/>
                  </a:cubicBezTo>
                  <a:close/>
                </a:path>
              </a:pathLst>
            </a:custGeom>
            <a:solidFill>
              <a:srgbClr val="007680"/>
            </a:solidFill>
            <a:ln w="6390" cap="flat">
              <a:noFill/>
              <a:prstDash val="solid"/>
              <a:miter/>
            </a:ln>
          </p:spPr>
          <p:txBody>
            <a:bodyPr rtlCol="0" anchor="ctr"/>
            <a:lstStyle/>
            <a:p>
              <a:endParaRPr lang="en-US"/>
            </a:p>
          </p:txBody>
        </p:sp>
        <p:sp>
          <p:nvSpPr>
            <p:cNvPr id="1157" name="Graphic 5">
              <a:extLst>
                <a:ext uri="{FF2B5EF4-FFF2-40B4-BE49-F238E27FC236}">
                  <a16:creationId xmlns:a16="http://schemas.microsoft.com/office/drawing/2014/main" id="{3F474EA6-0D83-034D-A142-010FDDBB3C91}"/>
                </a:ext>
              </a:extLst>
            </p:cNvPr>
            <p:cNvSpPr/>
            <p:nvPr/>
          </p:nvSpPr>
          <p:spPr>
            <a:xfrm>
              <a:off x="6147119" y="4793894"/>
              <a:ext cx="362309" cy="361971"/>
            </a:xfrm>
            <a:custGeom>
              <a:avLst/>
              <a:gdLst>
                <a:gd name="connsiteX0" fmla="*/ 181474 w 362309"/>
                <a:gd name="connsiteY0" fmla="*/ 0 h 361971"/>
                <a:gd name="connsiteX1" fmla="*/ 0 w 362309"/>
                <a:gd name="connsiteY1" fmla="*/ 180667 h 361971"/>
                <a:gd name="connsiteX2" fmla="*/ 180835 w 362309"/>
                <a:gd name="connsiteY2" fmla="*/ 361972 h 361971"/>
                <a:gd name="connsiteX3" fmla="*/ 362310 w 362309"/>
                <a:gd name="connsiteY3" fmla="*/ 181305 h 361971"/>
                <a:gd name="connsiteX4" fmla="*/ 362310 w 362309"/>
                <a:gd name="connsiteY4" fmla="*/ 181305 h 361971"/>
                <a:gd name="connsiteX5" fmla="*/ 181474 w 362309"/>
                <a:gd name="connsiteY5" fmla="*/ 0 h 361971"/>
                <a:gd name="connsiteX6" fmla="*/ 181474 w 362309"/>
                <a:gd name="connsiteY6" fmla="*/ 0 h 361971"/>
                <a:gd name="connsiteX7" fmla="*/ 306078 w 362309"/>
                <a:gd name="connsiteY7" fmla="*/ 185774 h 361971"/>
                <a:gd name="connsiteX8" fmla="*/ 271572 w 362309"/>
                <a:gd name="connsiteY8" fmla="*/ 211310 h 361971"/>
                <a:gd name="connsiteX9" fmla="*/ 267739 w 362309"/>
                <a:gd name="connsiteY9" fmla="*/ 212587 h 361971"/>
                <a:gd name="connsiteX10" fmla="*/ 264544 w 362309"/>
                <a:gd name="connsiteY10" fmla="*/ 211948 h 361971"/>
                <a:gd name="connsiteX11" fmla="*/ 261349 w 362309"/>
                <a:gd name="connsiteY11" fmla="*/ 206203 h 361971"/>
                <a:gd name="connsiteX12" fmla="*/ 261349 w 362309"/>
                <a:gd name="connsiteY12" fmla="*/ 187051 h 361971"/>
                <a:gd name="connsiteX13" fmla="*/ 136745 w 362309"/>
                <a:gd name="connsiteY13" fmla="*/ 187051 h 361971"/>
                <a:gd name="connsiteX14" fmla="*/ 168695 w 362309"/>
                <a:gd name="connsiteY14" fmla="*/ 218971 h 361971"/>
                <a:gd name="connsiteX15" fmla="*/ 189781 w 362309"/>
                <a:gd name="connsiteY15" fmla="*/ 225355 h 361971"/>
                <a:gd name="connsiteX16" fmla="*/ 192337 w 362309"/>
                <a:gd name="connsiteY16" fmla="*/ 225355 h 361971"/>
                <a:gd name="connsiteX17" fmla="*/ 192337 w 362309"/>
                <a:gd name="connsiteY17" fmla="*/ 215140 h 361971"/>
                <a:gd name="connsiteX18" fmla="*/ 198727 w 362309"/>
                <a:gd name="connsiteY18" fmla="*/ 208756 h 361971"/>
                <a:gd name="connsiteX19" fmla="*/ 233233 w 362309"/>
                <a:gd name="connsiteY19" fmla="*/ 208756 h 361971"/>
                <a:gd name="connsiteX20" fmla="*/ 239623 w 362309"/>
                <a:gd name="connsiteY20" fmla="*/ 215140 h 361971"/>
                <a:gd name="connsiteX21" fmla="*/ 239623 w 362309"/>
                <a:gd name="connsiteY21" fmla="*/ 249614 h 361971"/>
                <a:gd name="connsiteX22" fmla="*/ 233233 w 362309"/>
                <a:gd name="connsiteY22" fmla="*/ 255998 h 361971"/>
                <a:gd name="connsiteX23" fmla="*/ 198088 w 362309"/>
                <a:gd name="connsiteY23" fmla="*/ 255998 h 361971"/>
                <a:gd name="connsiteX24" fmla="*/ 191698 w 362309"/>
                <a:gd name="connsiteY24" fmla="*/ 249614 h 361971"/>
                <a:gd name="connsiteX25" fmla="*/ 191698 w 362309"/>
                <a:gd name="connsiteY25" fmla="*/ 238761 h 361971"/>
                <a:gd name="connsiteX26" fmla="*/ 189142 w 362309"/>
                <a:gd name="connsiteY26" fmla="*/ 238761 h 361971"/>
                <a:gd name="connsiteX27" fmla="*/ 159110 w 362309"/>
                <a:gd name="connsiteY27" fmla="*/ 227908 h 361971"/>
                <a:gd name="connsiteX28" fmla="*/ 117575 w 362309"/>
                <a:gd name="connsiteY28" fmla="*/ 186412 h 361971"/>
                <a:gd name="connsiteX29" fmla="*/ 99683 w 362309"/>
                <a:gd name="connsiteY29" fmla="*/ 186412 h 361971"/>
                <a:gd name="connsiteX30" fmla="*/ 70289 w 362309"/>
                <a:gd name="connsiteY30" fmla="*/ 203011 h 361971"/>
                <a:gd name="connsiteX31" fmla="*/ 53676 w 362309"/>
                <a:gd name="connsiteY31" fmla="*/ 173644 h 361971"/>
                <a:gd name="connsiteX32" fmla="*/ 83069 w 362309"/>
                <a:gd name="connsiteY32" fmla="*/ 157046 h 361971"/>
                <a:gd name="connsiteX33" fmla="*/ 99683 w 362309"/>
                <a:gd name="connsiteY33" fmla="*/ 173644 h 361971"/>
                <a:gd name="connsiteX34" fmla="*/ 108629 w 362309"/>
                <a:gd name="connsiteY34" fmla="*/ 173644 h 361971"/>
                <a:gd name="connsiteX35" fmla="*/ 150164 w 362309"/>
                <a:gd name="connsiteY35" fmla="*/ 132149 h 361971"/>
                <a:gd name="connsiteX36" fmla="*/ 180835 w 362309"/>
                <a:gd name="connsiteY36" fmla="*/ 121934 h 361971"/>
                <a:gd name="connsiteX37" fmla="*/ 184030 w 362309"/>
                <a:gd name="connsiteY37" fmla="*/ 121934 h 361971"/>
                <a:gd name="connsiteX38" fmla="*/ 213424 w 362309"/>
                <a:gd name="connsiteY38" fmla="*/ 105336 h 361971"/>
                <a:gd name="connsiteX39" fmla="*/ 230038 w 362309"/>
                <a:gd name="connsiteY39" fmla="*/ 134702 h 361971"/>
                <a:gd name="connsiteX40" fmla="*/ 200644 w 362309"/>
                <a:gd name="connsiteY40" fmla="*/ 151300 h 361971"/>
                <a:gd name="connsiteX41" fmla="*/ 184030 w 362309"/>
                <a:gd name="connsiteY41" fmla="*/ 134702 h 361971"/>
                <a:gd name="connsiteX42" fmla="*/ 180835 w 362309"/>
                <a:gd name="connsiteY42" fmla="*/ 134702 h 361971"/>
                <a:gd name="connsiteX43" fmla="*/ 159748 w 362309"/>
                <a:gd name="connsiteY43" fmla="*/ 141724 h 361971"/>
                <a:gd name="connsiteX44" fmla="*/ 127799 w 362309"/>
                <a:gd name="connsiteY44" fmla="*/ 173644 h 361971"/>
                <a:gd name="connsiteX45" fmla="*/ 261349 w 362309"/>
                <a:gd name="connsiteY45" fmla="*/ 173644 h 361971"/>
                <a:gd name="connsiteX46" fmla="*/ 261349 w 362309"/>
                <a:gd name="connsiteY46" fmla="*/ 154492 h 361971"/>
                <a:gd name="connsiteX47" fmla="*/ 264544 w 362309"/>
                <a:gd name="connsiteY47" fmla="*/ 148747 h 361971"/>
                <a:gd name="connsiteX48" fmla="*/ 270934 w 362309"/>
                <a:gd name="connsiteY48" fmla="*/ 149385 h 361971"/>
                <a:gd name="connsiteX49" fmla="*/ 305439 w 362309"/>
                <a:gd name="connsiteY49" fmla="*/ 174921 h 361971"/>
                <a:gd name="connsiteX50" fmla="*/ 307995 w 362309"/>
                <a:gd name="connsiteY50" fmla="*/ 180028 h 361971"/>
                <a:gd name="connsiteX51" fmla="*/ 306078 w 362309"/>
                <a:gd name="connsiteY51" fmla="*/ 185774 h 361971"/>
                <a:gd name="connsiteX52" fmla="*/ 306078 w 362309"/>
                <a:gd name="connsiteY52" fmla="*/ 18577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2309" h="361971">
                  <a:moveTo>
                    <a:pt x="181474" y="0"/>
                  </a:moveTo>
                  <a:cubicBezTo>
                    <a:pt x="81152" y="0"/>
                    <a:pt x="0" y="81077"/>
                    <a:pt x="0" y="180667"/>
                  </a:cubicBezTo>
                  <a:cubicBezTo>
                    <a:pt x="0" y="280257"/>
                    <a:pt x="81152" y="361972"/>
                    <a:pt x="180835" y="361972"/>
                  </a:cubicBezTo>
                  <a:cubicBezTo>
                    <a:pt x="280518" y="361972"/>
                    <a:pt x="362310" y="280895"/>
                    <a:pt x="362310" y="181305"/>
                  </a:cubicBezTo>
                  <a:cubicBezTo>
                    <a:pt x="362310" y="181305"/>
                    <a:pt x="362310" y="181305"/>
                    <a:pt x="362310" y="181305"/>
                  </a:cubicBezTo>
                  <a:cubicBezTo>
                    <a:pt x="362310" y="81077"/>
                    <a:pt x="281157" y="0"/>
                    <a:pt x="181474" y="0"/>
                  </a:cubicBezTo>
                  <a:lnTo>
                    <a:pt x="181474" y="0"/>
                  </a:lnTo>
                  <a:close/>
                  <a:moveTo>
                    <a:pt x="306078" y="185774"/>
                  </a:moveTo>
                  <a:lnTo>
                    <a:pt x="271572" y="211310"/>
                  </a:lnTo>
                  <a:cubicBezTo>
                    <a:pt x="270294" y="211948"/>
                    <a:pt x="269016" y="212587"/>
                    <a:pt x="267739" y="212587"/>
                  </a:cubicBezTo>
                  <a:cubicBezTo>
                    <a:pt x="266460" y="212587"/>
                    <a:pt x="265821" y="212587"/>
                    <a:pt x="264544" y="211948"/>
                  </a:cubicBezTo>
                  <a:cubicBezTo>
                    <a:pt x="262626" y="210671"/>
                    <a:pt x="261349" y="208756"/>
                    <a:pt x="261349" y="206203"/>
                  </a:cubicBezTo>
                  <a:lnTo>
                    <a:pt x="261349" y="187051"/>
                  </a:lnTo>
                  <a:lnTo>
                    <a:pt x="136745" y="187051"/>
                  </a:lnTo>
                  <a:lnTo>
                    <a:pt x="168695" y="218971"/>
                  </a:lnTo>
                  <a:cubicBezTo>
                    <a:pt x="175084" y="223439"/>
                    <a:pt x="182113" y="225993"/>
                    <a:pt x="189781" y="225355"/>
                  </a:cubicBezTo>
                  <a:lnTo>
                    <a:pt x="192337" y="225355"/>
                  </a:lnTo>
                  <a:lnTo>
                    <a:pt x="192337" y="215140"/>
                  </a:lnTo>
                  <a:cubicBezTo>
                    <a:pt x="192337" y="211310"/>
                    <a:pt x="194893" y="208756"/>
                    <a:pt x="198727" y="208756"/>
                  </a:cubicBezTo>
                  <a:lnTo>
                    <a:pt x="233233" y="208756"/>
                  </a:lnTo>
                  <a:cubicBezTo>
                    <a:pt x="237067" y="208756"/>
                    <a:pt x="239623" y="211310"/>
                    <a:pt x="239623" y="215140"/>
                  </a:cubicBezTo>
                  <a:lnTo>
                    <a:pt x="239623" y="249614"/>
                  </a:lnTo>
                  <a:cubicBezTo>
                    <a:pt x="239623" y="253444"/>
                    <a:pt x="237067" y="255998"/>
                    <a:pt x="233233" y="255998"/>
                  </a:cubicBezTo>
                  <a:lnTo>
                    <a:pt x="198088" y="255998"/>
                  </a:lnTo>
                  <a:cubicBezTo>
                    <a:pt x="194254" y="255998"/>
                    <a:pt x="191698" y="253444"/>
                    <a:pt x="191698" y="249614"/>
                  </a:cubicBezTo>
                  <a:lnTo>
                    <a:pt x="191698" y="238761"/>
                  </a:lnTo>
                  <a:lnTo>
                    <a:pt x="189142" y="238761"/>
                  </a:lnTo>
                  <a:cubicBezTo>
                    <a:pt x="178279" y="238761"/>
                    <a:pt x="167416" y="234930"/>
                    <a:pt x="159110" y="227908"/>
                  </a:cubicBezTo>
                  <a:lnTo>
                    <a:pt x="117575" y="186412"/>
                  </a:lnTo>
                  <a:lnTo>
                    <a:pt x="99683" y="186412"/>
                  </a:lnTo>
                  <a:cubicBezTo>
                    <a:pt x="95849" y="199180"/>
                    <a:pt x="83069" y="206203"/>
                    <a:pt x="70289" y="203011"/>
                  </a:cubicBezTo>
                  <a:cubicBezTo>
                    <a:pt x="57509" y="199180"/>
                    <a:pt x="50481" y="186412"/>
                    <a:pt x="53676" y="173644"/>
                  </a:cubicBezTo>
                  <a:cubicBezTo>
                    <a:pt x="57509" y="160876"/>
                    <a:pt x="70289" y="153854"/>
                    <a:pt x="83069" y="157046"/>
                  </a:cubicBezTo>
                  <a:cubicBezTo>
                    <a:pt x="90737" y="158961"/>
                    <a:pt x="97127" y="165345"/>
                    <a:pt x="99683" y="173644"/>
                  </a:cubicBezTo>
                  <a:lnTo>
                    <a:pt x="108629" y="173644"/>
                  </a:lnTo>
                  <a:lnTo>
                    <a:pt x="150164" y="132149"/>
                  </a:lnTo>
                  <a:cubicBezTo>
                    <a:pt x="161027" y="121296"/>
                    <a:pt x="180196" y="121934"/>
                    <a:pt x="180835" y="121934"/>
                  </a:cubicBezTo>
                  <a:lnTo>
                    <a:pt x="184030" y="121934"/>
                  </a:lnTo>
                  <a:cubicBezTo>
                    <a:pt x="187864" y="109166"/>
                    <a:pt x="200644" y="102144"/>
                    <a:pt x="213424" y="105336"/>
                  </a:cubicBezTo>
                  <a:cubicBezTo>
                    <a:pt x="226204" y="109166"/>
                    <a:pt x="233233" y="121934"/>
                    <a:pt x="230038" y="134702"/>
                  </a:cubicBezTo>
                  <a:cubicBezTo>
                    <a:pt x="226204" y="147470"/>
                    <a:pt x="213424" y="154492"/>
                    <a:pt x="200644" y="151300"/>
                  </a:cubicBezTo>
                  <a:cubicBezTo>
                    <a:pt x="192976" y="149385"/>
                    <a:pt x="186586" y="143001"/>
                    <a:pt x="184030" y="134702"/>
                  </a:cubicBezTo>
                  <a:lnTo>
                    <a:pt x="180835" y="134702"/>
                  </a:lnTo>
                  <a:cubicBezTo>
                    <a:pt x="173167" y="134064"/>
                    <a:pt x="165500" y="136617"/>
                    <a:pt x="159748" y="141724"/>
                  </a:cubicBezTo>
                  <a:lnTo>
                    <a:pt x="127799" y="173644"/>
                  </a:lnTo>
                  <a:lnTo>
                    <a:pt x="261349" y="173644"/>
                  </a:lnTo>
                  <a:lnTo>
                    <a:pt x="261349" y="154492"/>
                  </a:lnTo>
                  <a:cubicBezTo>
                    <a:pt x="261349" y="151939"/>
                    <a:pt x="262626" y="150024"/>
                    <a:pt x="264544" y="148747"/>
                  </a:cubicBezTo>
                  <a:cubicBezTo>
                    <a:pt x="266460" y="147470"/>
                    <a:pt x="269016" y="148108"/>
                    <a:pt x="270934" y="149385"/>
                  </a:cubicBezTo>
                  <a:lnTo>
                    <a:pt x="305439" y="174921"/>
                  </a:lnTo>
                  <a:cubicBezTo>
                    <a:pt x="307356" y="176198"/>
                    <a:pt x="307995" y="178113"/>
                    <a:pt x="307995" y="180028"/>
                  </a:cubicBezTo>
                  <a:cubicBezTo>
                    <a:pt x="308634" y="182582"/>
                    <a:pt x="307356" y="184497"/>
                    <a:pt x="306078" y="185774"/>
                  </a:cubicBezTo>
                  <a:lnTo>
                    <a:pt x="306078" y="185774"/>
                  </a:lnTo>
                  <a:close/>
                </a:path>
              </a:pathLst>
            </a:custGeom>
            <a:solidFill>
              <a:srgbClr val="007680"/>
            </a:solidFill>
            <a:ln w="6390" cap="flat">
              <a:noFill/>
              <a:prstDash val="solid"/>
              <a:miter/>
            </a:ln>
          </p:spPr>
          <p:txBody>
            <a:bodyPr rtlCol="0" anchor="ctr"/>
            <a:lstStyle/>
            <a:p>
              <a:endParaRPr lang="en-US"/>
            </a:p>
          </p:txBody>
        </p:sp>
      </p:grpSp>
      <p:grpSp>
        <p:nvGrpSpPr>
          <p:cNvPr id="1158" name="Graphic 5">
            <a:extLst>
              <a:ext uri="{FF2B5EF4-FFF2-40B4-BE49-F238E27FC236}">
                <a16:creationId xmlns:a16="http://schemas.microsoft.com/office/drawing/2014/main" id="{BD6B96A9-9DE9-F14D-B864-88ECA30DFD75}"/>
              </a:ext>
            </a:extLst>
          </p:cNvPr>
          <p:cNvGrpSpPr/>
          <p:nvPr/>
        </p:nvGrpSpPr>
        <p:grpSpPr>
          <a:xfrm>
            <a:off x="9280105" y="4309350"/>
            <a:ext cx="362309" cy="361971"/>
            <a:chOff x="9280105" y="4309350"/>
            <a:chExt cx="362309" cy="361971"/>
          </a:xfrm>
          <a:solidFill>
            <a:srgbClr val="007680"/>
          </a:solidFill>
        </p:grpSpPr>
        <p:sp>
          <p:nvSpPr>
            <p:cNvPr id="1159" name="Graphic 5">
              <a:extLst>
                <a:ext uri="{FF2B5EF4-FFF2-40B4-BE49-F238E27FC236}">
                  <a16:creationId xmlns:a16="http://schemas.microsoft.com/office/drawing/2014/main" id="{3BBBC803-13E7-A342-9204-031019F22CBC}"/>
                </a:ext>
              </a:extLst>
            </p:cNvPr>
            <p:cNvSpPr/>
            <p:nvPr/>
          </p:nvSpPr>
          <p:spPr>
            <a:xfrm>
              <a:off x="9365091" y="4456820"/>
              <a:ext cx="32588" cy="67031"/>
            </a:xfrm>
            <a:custGeom>
              <a:avLst/>
              <a:gdLst>
                <a:gd name="connsiteX0" fmla="*/ 13419 w 32588"/>
                <a:gd name="connsiteY0" fmla="*/ 0 h 67031"/>
                <a:gd name="connsiteX1" fmla="*/ 0 w 32588"/>
                <a:gd name="connsiteY1" fmla="*/ 67032 h 67031"/>
                <a:gd name="connsiteX2" fmla="*/ 32589 w 32588"/>
                <a:gd name="connsiteY2" fmla="*/ 67032 h 67031"/>
                <a:gd name="connsiteX3" fmla="*/ 19170 w 32588"/>
                <a:gd name="connsiteY3" fmla="*/ 0 h 67031"/>
              </a:gdLst>
              <a:ahLst/>
              <a:cxnLst>
                <a:cxn ang="0">
                  <a:pos x="connsiteX0" y="connsiteY0"/>
                </a:cxn>
                <a:cxn ang="0">
                  <a:pos x="connsiteX1" y="connsiteY1"/>
                </a:cxn>
                <a:cxn ang="0">
                  <a:pos x="connsiteX2" y="connsiteY2"/>
                </a:cxn>
                <a:cxn ang="0">
                  <a:pos x="connsiteX3" y="connsiteY3"/>
                </a:cxn>
              </a:cxnLst>
              <a:rect l="l" t="t" r="r" b="b"/>
              <a:pathLst>
                <a:path w="32588" h="67031">
                  <a:moveTo>
                    <a:pt x="13419" y="0"/>
                  </a:moveTo>
                  <a:lnTo>
                    <a:pt x="0" y="67032"/>
                  </a:lnTo>
                  <a:lnTo>
                    <a:pt x="32589" y="67032"/>
                  </a:lnTo>
                  <a:lnTo>
                    <a:pt x="19170" y="0"/>
                  </a:lnTo>
                  <a:close/>
                </a:path>
              </a:pathLst>
            </a:custGeom>
            <a:solidFill>
              <a:srgbClr val="007680"/>
            </a:solidFill>
            <a:ln w="6390" cap="flat">
              <a:noFill/>
              <a:prstDash val="solid"/>
              <a:miter/>
            </a:ln>
          </p:spPr>
          <p:txBody>
            <a:bodyPr rtlCol="0" anchor="ctr"/>
            <a:lstStyle/>
            <a:p>
              <a:endParaRPr lang="en-US"/>
            </a:p>
          </p:txBody>
        </p:sp>
        <p:sp>
          <p:nvSpPr>
            <p:cNvPr id="1160" name="Graphic 5">
              <a:extLst>
                <a:ext uri="{FF2B5EF4-FFF2-40B4-BE49-F238E27FC236}">
                  <a16:creationId xmlns:a16="http://schemas.microsoft.com/office/drawing/2014/main" id="{5ACE6F39-AFAD-7A40-A098-204F22CDC39F}"/>
                </a:ext>
              </a:extLst>
            </p:cNvPr>
            <p:cNvSpPr/>
            <p:nvPr/>
          </p:nvSpPr>
          <p:spPr>
            <a:xfrm>
              <a:off x="9371481" y="4392980"/>
              <a:ext cx="19169" cy="19151"/>
            </a:xfrm>
            <a:custGeom>
              <a:avLst/>
              <a:gdLst>
                <a:gd name="connsiteX0" fmla="*/ 19170 w 19169"/>
                <a:gd name="connsiteY0" fmla="*/ 9576 h 19151"/>
                <a:gd name="connsiteX1" fmla="*/ 9585 w 19169"/>
                <a:gd name="connsiteY1" fmla="*/ 19152 h 19151"/>
                <a:gd name="connsiteX2" fmla="*/ 0 w 19169"/>
                <a:gd name="connsiteY2" fmla="*/ 9576 h 19151"/>
                <a:gd name="connsiteX3" fmla="*/ 9585 w 19169"/>
                <a:gd name="connsiteY3" fmla="*/ 0 h 19151"/>
                <a:gd name="connsiteX4" fmla="*/ 19170 w 19169"/>
                <a:gd name="connsiteY4" fmla="*/ 9576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19170" y="9576"/>
                  </a:moveTo>
                  <a:cubicBezTo>
                    <a:pt x="19170" y="14865"/>
                    <a:pt x="14878" y="19152"/>
                    <a:pt x="9585" y="19152"/>
                  </a:cubicBezTo>
                  <a:cubicBezTo>
                    <a:pt x="4292" y="19152"/>
                    <a:pt x="0" y="14865"/>
                    <a:pt x="0" y="9576"/>
                  </a:cubicBezTo>
                  <a:cubicBezTo>
                    <a:pt x="0" y="4287"/>
                    <a:pt x="4292" y="0"/>
                    <a:pt x="9585" y="0"/>
                  </a:cubicBezTo>
                  <a:cubicBezTo>
                    <a:pt x="14878" y="0"/>
                    <a:pt x="19170" y="4287"/>
                    <a:pt x="19170" y="9576"/>
                  </a:cubicBezTo>
                  <a:close/>
                </a:path>
              </a:pathLst>
            </a:custGeom>
            <a:solidFill>
              <a:srgbClr val="007680"/>
            </a:solidFill>
            <a:ln w="6390" cap="flat">
              <a:noFill/>
              <a:prstDash val="solid"/>
              <a:miter/>
            </a:ln>
          </p:spPr>
          <p:txBody>
            <a:bodyPr rtlCol="0" anchor="ctr"/>
            <a:lstStyle/>
            <a:p>
              <a:endParaRPr lang="en-US"/>
            </a:p>
          </p:txBody>
        </p:sp>
        <p:sp>
          <p:nvSpPr>
            <p:cNvPr id="1161" name="Graphic 5">
              <a:extLst>
                <a:ext uri="{FF2B5EF4-FFF2-40B4-BE49-F238E27FC236}">
                  <a16:creationId xmlns:a16="http://schemas.microsoft.com/office/drawing/2014/main" id="{F65A21B6-4528-CD40-9CEF-B99C4D5FD40B}"/>
                </a:ext>
              </a:extLst>
            </p:cNvPr>
            <p:cNvSpPr/>
            <p:nvPr/>
          </p:nvSpPr>
          <p:spPr>
            <a:xfrm>
              <a:off x="9531230" y="4392980"/>
              <a:ext cx="19169" cy="19151"/>
            </a:xfrm>
            <a:custGeom>
              <a:avLst/>
              <a:gdLst>
                <a:gd name="connsiteX0" fmla="*/ 19170 w 19169"/>
                <a:gd name="connsiteY0" fmla="*/ 9576 h 19151"/>
                <a:gd name="connsiteX1" fmla="*/ 9585 w 19169"/>
                <a:gd name="connsiteY1" fmla="*/ 19152 h 19151"/>
                <a:gd name="connsiteX2" fmla="*/ 0 w 19169"/>
                <a:gd name="connsiteY2" fmla="*/ 9576 h 19151"/>
                <a:gd name="connsiteX3" fmla="*/ 9585 w 19169"/>
                <a:gd name="connsiteY3" fmla="*/ 0 h 19151"/>
                <a:gd name="connsiteX4" fmla="*/ 19170 w 19169"/>
                <a:gd name="connsiteY4" fmla="*/ 9576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19170" y="9576"/>
                  </a:moveTo>
                  <a:cubicBezTo>
                    <a:pt x="19170" y="14865"/>
                    <a:pt x="14878" y="19152"/>
                    <a:pt x="9585" y="19152"/>
                  </a:cubicBezTo>
                  <a:cubicBezTo>
                    <a:pt x="4292" y="19152"/>
                    <a:pt x="0" y="14865"/>
                    <a:pt x="0" y="9576"/>
                  </a:cubicBezTo>
                  <a:cubicBezTo>
                    <a:pt x="0" y="4287"/>
                    <a:pt x="4292" y="0"/>
                    <a:pt x="9585" y="0"/>
                  </a:cubicBezTo>
                  <a:cubicBezTo>
                    <a:pt x="14878" y="0"/>
                    <a:pt x="19170" y="4287"/>
                    <a:pt x="19170" y="9576"/>
                  </a:cubicBezTo>
                  <a:close/>
                </a:path>
              </a:pathLst>
            </a:custGeom>
            <a:solidFill>
              <a:srgbClr val="007680"/>
            </a:solidFill>
            <a:ln w="6390" cap="flat">
              <a:noFill/>
              <a:prstDash val="solid"/>
              <a:miter/>
            </a:ln>
          </p:spPr>
          <p:txBody>
            <a:bodyPr rtlCol="0" anchor="ctr"/>
            <a:lstStyle/>
            <a:p>
              <a:endParaRPr lang="en-US"/>
            </a:p>
          </p:txBody>
        </p:sp>
        <p:sp>
          <p:nvSpPr>
            <p:cNvPr id="1162" name="Graphic 5">
              <a:extLst>
                <a:ext uri="{FF2B5EF4-FFF2-40B4-BE49-F238E27FC236}">
                  <a16:creationId xmlns:a16="http://schemas.microsoft.com/office/drawing/2014/main" id="{595CF6AF-8962-EE42-B3AC-B45D77EAE172}"/>
                </a:ext>
              </a:extLst>
            </p:cNvPr>
            <p:cNvSpPr/>
            <p:nvPr/>
          </p:nvSpPr>
          <p:spPr>
            <a:xfrm>
              <a:off x="9444965" y="4456820"/>
              <a:ext cx="31949" cy="67031"/>
            </a:xfrm>
            <a:custGeom>
              <a:avLst/>
              <a:gdLst>
                <a:gd name="connsiteX0" fmla="*/ 13419 w 31949"/>
                <a:gd name="connsiteY0" fmla="*/ 0 h 67031"/>
                <a:gd name="connsiteX1" fmla="*/ 0 w 31949"/>
                <a:gd name="connsiteY1" fmla="*/ 67032 h 67031"/>
                <a:gd name="connsiteX2" fmla="*/ 31950 w 31949"/>
                <a:gd name="connsiteY2" fmla="*/ 67032 h 67031"/>
                <a:gd name="connsiteX3" fmla="*/ 18531 w 31949"/>
                <a:gd name="connsiteY3" fmla="*/ 0 h 67031"/>
              </a:gdLst>
              <a:ahLst/>
              <a:cxnLst>
                <a:cxn ang="0">
                  <a:pos x="connsiteX0" y="connsiteY0"/>
                </a:cxn>
                <a:cxn ang="0">
                  <a:pos x="connsiteX1" y="connsiteY1"/>
                </a:cxn>
                <a:cxn ang="0">
                  <a:pos x="connsiteX2" y="connsiteY2"/>
                </a:cxn>
                <a:cxn ang="0">
                  <a:pos x="connsiteX3" y="connsiteY3"/>
                </a:cxn>
              </a:cxnLst>
              <a:rect l="l" t="t" r="r" b="b"/>
              <a:pathLst>
                <a:path w="31949" h="67031">
                  <a:moveTo>
                    <a:pt x="13419" y="0"/>
                  </a:moveTo>
                  <a:lnTo>
                    <a:pt x="0" y="67032"/>
                  </a:lnTo>
                  <a:lnTo>
                    <a:pt x="31950" y="67032"/>
                  </a:lnTo>
                  <a:lnTo>
                    <a:pt x="18531" y="0"/>
                  </a:lnTo>
                  <a:close/>
                </a:path>
              </a:pathLst>
            </a:custGeom>
            <a:solidFill>
              <a:srgbClr val="007680"/>
            </a:solidFill>
            <a:ln w="6390" cap="flat">
              <a:noFill/>
              <a:prstDash val="solid"/>
              <a:miter/>
            </a:ln>
          </p:spPr>
          <p:txBody>
            <a:bodyPr rtlCol="0" anchor="ctr"/>
            <a:lstStyle/>
            <a:p>
              <a:endParaRPr lang="en-US"/>
            </a:p>
          </p:txBody>
        </p:sp>
        <p:sp>
          <p:nvSpPr>
            <p:cNvPr id="1163" name="Graphic 5">
              <a:extLst>
                <a:ext uri="{FF2B5EF4-FFF2-40B4-BE49-F238E27FC236}">
                  <a16:creationId xmlns:a16="http://schemas.microsoft.com/office/drawing/2014/main" id="{DACFF7A7-9516-0C44-9667-24197E7B4A32}"/>
                </a:ext>
              </a:extLst>
            </p:cNvPr>
            <p:cNvSpPr/>
            <p:nvPr/>
          </p:nvSpPr>
          <p:spPr>
            <a:xfrm>
              <a:off x="9451355" y="4392980"/>
              <a:ext cx="19169" cy="19151"/>
            </a:xfrm>
            <a:custGeom>
              <a:avLst/>
              <a:gdLst>
                <a:gd name="connsiteX0" fmla="*/ 19170 w 19169"/>
                <a:gd name="connsiteY0" fmla="*/ 9576 h 19151"/>
                <a:gd name="connsiteX1" fmla="*/ 9585 w 19169"/>
                <a:gd name="connsiteY1" fmla="*/ 19152 h 19151"/>
                <a:gd name="connsiteX2" fmla="*/ 0 w 19169"/>
                <a:gd name="connsiteY2" fmla="*/ 9576 h 19151"/>
                <a:gd name="connsiteX3" fmla="*/ 9585 w 19169"/>
                <a:gd name="connsiteY3" fmla="*/ 0 h 19151"/>
                <a:gd name="connsiteX4" fmla="*/ 19170 w 19169"/>
                <a:gd name="connsiteY4" fmla="*/ 9576 h 19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9" h="19151">
                  <a:moveTo>
                    <a:pt x="19170" y="9576"/>
                  </a:moveTo>
                  <a:cubicBezTo>
                    <a:pt x="19170" y="14865"/>
                    <a:pt x="14878" y="19152"/>
                    <a:pt x="9585" y="19152"/>
                  </a:cubicBezTo>
                  <a:cubicBezTo>
                    <a:pt x="4292" y="19152"/>
                    <a:pt x="0" y="14865"/>
                    <a:pt x="0" y="9576"/>
                  </a:cubicBezTo>
                  <a:cubicBezTo>
                    <a:pt x="0" y="4287"/>
                    <a:pt x="4292" y="0"/>
                    <a:pt x="9585" y="0"/>
                  </a:cubicBezTo>
                  <a:cubicBezTo>
                    <a:pt x="14878" y="0"/>
                    <a:pt x="19170" y="4287"/>
                    <a:pt x="19170" y="9576"/>
                  </a:cubicBezTo>
                  <a:close/>
                </a:path>
              </a:pathLst>
            </a:custGeom>
            <a:solidFill>
              <a:srgbClr val="007680"/>
            </a:solidFill>
            <a:ln w="6390" cap="flat">
              <a:noFill/>
              <a:prstDash val="solid"/>
              <a:miter/>
            </a:ln>
          </p:spPr>
          <p:txBody>
            <a:bodyPr rtlCol="0" anchor="ctr"/>
            <a:lstStyle/>
            <a:p>
              <a:endParaRPr lang="en-US"/>
            </a:p>
          </p:txBody>
        </p:sp>
        <p:sp>
          <p:nvSpPr>
            <p:cNvPr id="1164" name="Graphic 5">
              <a:extLst>
                <a:ext uri="{FF2B5EF4-FFF2-40B4-BE49-F238E27FC236}">
                  <a16:creationId xmlns:a16="http://schemas.microsoft.com/office/drawing/2014/main" id="{1A780452-6B10-4741-ADAB-06AB113F5869}"/>
                </a:ext>
              </a:extLst>
            </p:cNvPr>
            <p:cNvSpPr/>
            <p:nvPr/>
          </p:nvSpPr>
          <p:spPr>
            <a:xfrm>
              <a:off x="9522923" y="4456820"/>
              <a:ext cx="35144" cy="51071"/>
            </a:xfrm>
            <a:custGeom>
              <a:avLst/>
              <a:gdLst>
                <a:gd name="connsiteX0" fmla="*/ 0 w 35144"/>
                <a:gd name="connsiteY0" fmla="*/ 0 h 51071"/>
                <a:gd name="connsiteX1" fmla="*/ 35145 w 35144"/>
                <a:gd name="connsiteY1" fmla="*/ 0 h 51071"/>
                <a:gd name="connsiteX2" fmla="*/ 35145 w 35144"/>
                <a:gd name="connsiteY2" fmla="*/ 51072 h 51071"/>
                <a:gd name="connsiteX3" fmla="*/ 0 w 35144"/>
                <a:gd name="connsiteY3" fmla="*/ 51072 h 51071"/>
              </a:gdLst>
              <a:ahLst/>
              <a:cxnLst>
                <a:cxn ang="0">
                  <a:pos x="connsiteX0" y="connsiteY0"/>
                </a:cxn>
                <a:cxn ang="0">
                  <a:pos x="connsiteX1" y="connsiteY1"/>
                </a:cxn>
                <a:cxn ang="0">
                  <a:pos x="connsiteX2" y="connsiteY2"/>
                </a:cxn>
                <a:cxn ang="0">
                  <a:pos x="connsiteX3" y="connsiteY3"/>
                </a:cxn>
              </a:cxnLst>
              <a:rect l="l" t="t" r="r" b="b"/>
              <a:pathLst>
                <a:path w="35144" h="51071">
                  <a:moveTo>
                    <a:pt x="0" y="0"/>
                  </a:moveTo>
                  <a:lnTo>
                    <a:pt x="35145" y="0"/>
                  </a:lnTo>
                  <a:lnTo>
                    <a:pt x="35145" y="51072"/>
                  </a:lnTo>
                  <a:lnTo>
                    <a:pt x="0" y="51072"/>
                  </a:lnTo>
                  <a:close/>
                </a:path>
              </a:pathLst>
            </a:custGeom>
            <a:solidFill>
              <a:srgbClr val="007680"/>
            </a:solidFill>
            <a:ln w="6390" cap="flat">
              <a:noFill/>
              <a:prstDash val="solid"/>
              <a:miter/>
            </a:ln>
          </p:spPr>
          <p:txBody>
            <a:bodyPr rtlCol="0" anchor="ctr"/>
            <a:lstStyle/>
            <a:p>
              <a:endParaRPr lang="en-US"/>
            </a:p>
          </p:txBody>
        </p:sp>
        <p:sp>
          <p:nvSpPr>
            <p:cNvPr id="1165" name="Graphic 5">
              <a:extLst>
                <a:ext uri="{FF2B5EF4-FFF2-40B4-BE49-F238E27FC236}">
                  <a16:creationId xmlns:a16="http://schemas.microsoft.com/office/drawing/2014/main" id="{44D0417D-11BE-3744-ADEB-0AC0699052FE}"/>
                </a:ext>
              </a:extLst>
            </p:cNvPr>
            <p:cNvSpPr/>
            <p:nvPr/>
          </p:nvSpPr>
          <p:spPr>
            <a:xfrm>
              <a:off x="9280105" y="4309350"/>
              <a:ext cx="362309" cy="361971"/>
            </a:xfrm>
            <a:custGeom>
              <a:avLst/>
              <a:gdLst>
                <a:gd name="connsiteX0" fmla="*/ 180835 w 362309"/>
                <a:gd name="connsiteY0" fmla="*/ 0 h 361971"/>
                <a:gd name="connsiteX1" fmla="*/ 0 w 362309"/>
                <a:gd name="connsiteY1" fmla="*/ 181305 h 361971"/>
                <a:gd name="connsiteX2" fmla="*/ 181474 w 362309"/>
                <a:gd name="connsiteY2" fmla="*/ 361971 h 361971"/>
                <a:gd name="connsiteX3" fmla="*/ 362309 w 362309"/>
                <a:gd name="connsiteY3" fmla="*/ 181305 h 361971"/>
                <a:gd name="connsiteX4" fmla="*/ 180835 w 362309"/>
                <a:gd name="connsiteY4" fmla="*/ 0 h 361971"/>
                <a:gd name="connsiteX5" fmla="*/ 180835 w 362309"/>
                <a:gd name="connsiteY5" fmla="*/ 0 h 361971"/>
                <a:gd name="connsiteX6" fmla="*/ 260709 w 362309"/>
                <a:gd name="connsiteY6" fmla="*/ 70862 h 361971"/>
                <a:gd name="connsiteX7" fmla="*/ 283074 w 362309"/>
                <a:gd name="connsiteY7" fmla="*/ 93206 h 361971"/>
                <a:gd name="connsiteX8" fmla="*/ 260709 w 362309"/>
                <a:gd name="connsiteY8" fmla="*/ 115550 h 361971"/>
                <a:gd name="connsiteX9" fmla="*/ 238344 w 362309"/>
                <a:gd name="connsiteY9" fmla="*/ 93206 h 361971"/>
                <a:gd name="connsiteX10" fmla="*/ 238344 w 362309"/>
                <a:gd name="connsiteY10" fmla="*/ 93206 h 361971"/>
                <a:gd name="connsiteX11" fmla="*/ 260709 w 362309"/>
                <a:gd name="connsiteY11" fmla="*/ 70862 h 361971"/>
                <a:gd name="connsiteX12" fmla="*/ 260709 w 362309"/>
                <a:gd name="connsiteY12" fmla="*/ 70862 h 361971"/>
                <a:gd name="connsiteX13" fmla="*/ 180835 w 362309"/>
                <a:gd name="connsiteY13" fmla="*/ 70862 h 361971"/>
                <a:gd name="connsiteX14" fmla="*/ 203200 w 362309"/>
                <a:gd name="connsiteY14" fmla="*/ 93206 h 361971"/>
                <a:gd name="connsiteX15" fmla="*/ 180835 w 362309"/>
                <a:gd name="connsiteY15" fmla="*/ 115550 h 361971"/>
                <a:gd name="connsiteX16" fmla="*/ 158470 w 362309"/>
                <a:gd name="connsiteY16" fmla="*/ 93206 h 361971"/>
                <a:gd name="connsiteX17" fmla="*/ 158470 w 362309"/>
                <a:gd name="connsiteY17" fmla="*/ 93206 h 361971"/>
                <a:gd name="connsiteX18" fmla="*/ 180835 w 362309"/>
                <a:gd name="connsiteY18" fmla="*/ 70862 h 361971"/>
                <a:gd name="connsiteX19" fmla="*/ 180835 w 362309"/>
                <a:gd name="connsiteY19" fmla="*/ 70862 h 361971"/>
                <a:gd name="connsiteX20" fmla="*/ 100961 w 362309"/>
                <a:gd name="connsiteY20" fmla="*/ 70862 h 361971"/>
                <a:gd name="connsiteX21" fmla="*/ 123325 w 362309"/>
                <a:gd name="connsiteY21" fmla="*/ 93206 h 361971"/>
                <a:gd name="connsiteX22" fmla="*/ 100961 w 362309"/>
                <a:gd name="connsiteY22" fmla="*/ 115550 h 361971"/>
                <a:gd name="connsiteX23" fmla="*/ 78596 w 362309"/>
                <a:gd name="connsiteY23" fmla="*/ 93206 h 361971"/>
                <a:gd name="connsiteX24" fmla="*/ 78596 w 362309"/>
                <a:gd name="connsiteY24" fmla="*/ 93206 h 361971"/>
                <a:gd name="connsiteX25" fmla="*/ 100961 w 362309"/>
                <a:gd name="connsiteY25" fmla="*/ 70862 h 361971"/>
                <a:gd name="connsiteX26" fmla="*/ 100961 w 362309"/>
                <a:gd name="connsiteY26" fmla="*/ 70862 h 361971"/>
                <a:gd name="connsiteX27" fmla="*/ 130354 w 362309"/>
                <a:gd name="connsiteY27" fmla="*/ 224716 h 361971"/>
                <a:gd name="connsiteX28" fmla="*/ 125243 w 362309"/>
                <a:gd name="connsiteY28" fmla="*/ 227270 h 361971"/>
                <a:gd name="connsiteX29" fmla="*/ 123964 w 362309"/>
                <a:gd name="connsiteY29" fmla="*/ 227270 h 361971"/>
                <a:gd name="connsiteX30" fmla="*/ 123964 w 362309"/>
                <a:gd name="connsiteY30" fmla="*/ 284725 h 361971"/>
                <a:gd name="connsiteX31" fmla="*/ 117574 w 362309"/>
                <a:gd name="connsiteY31" fmla="*/ 291109 h 361971"/>
                <a:gd name="connsiteX32" fmla="*/ 111184 w 362309"/>
                <a:gd name="connsiteY32" fmla="*/ 284725 h 361971"/>
                <a:gd name="connsiteX33" fmla="*/ 111184 w 362309"/>
                <a:gd name="connsiteY33" fmla="*/ 227270 h 361971"/>
                <a:gd name="connsiteX34" fmla="*/ 92014 w 362309"/>
                <a:gd name="connsiteY34" fmla="*/ 227270 h 361971"/>
                <a:gd name="connsiteX35" fmla="*/ 92014 w 362309"/>
                <a:gd name="connsiteY35" fmla="*/ 284725 h 361971"/>
                <a:gd name="connsiteX36" fmla="*/ 85625 w 362309"/>
                <a:gd name="connsiteY36" fmla="*/ 291109 h 361971"/>
                <a:gd name="connsiteX37" fmla="*/ 79235 w 362309"/>
                <a:gd name="connsiteY37" fmla="*/ 284725 h 361971"/>
                <a:gd name="connsiteX38" fmla="*/ 79235 w 362309"/>
                <a:gd name="connsiteY38" fmla="*/ 227270 h 361971"/>
                <a:gd name="connsiteX39" fmla="*/ 77957 w 362309"/>
                <a:gd name="connsiteY39" fmla="*/ 227270 h 361971"/>
                <a:gd name="connsiteX40" fmla="*/ 71567 w 362309"/>
                <a:gd name="connsiteY40" fmla="*/ 220886 h 361971"/>
                <a:gd name="connsiteX41" fmla="*/ 71567 w 362309"/>
                <a:gd name="connsiteY41" fmla="*/ 219609 h 361971"/>
                <a:gd name="connsiteX42" fmla="*/ 87542 w 362309"/>
                <a:gd name="connsiteY42" fmla="*/ 139809 h 361971"/>
                <a:gd name="connsiteX43" fmla="*/ 93932 w 362309"/>
                <a:gd name="connsiteY43" fmla="*/ 134702 h 361971"/>
                <a:gd name="connsiteX44" fmla="*/ 109907 w 362309"/>
                <a:gd name="connsiteY44" fmla="*/ 134702 h 361971"/>
                <a:gd name="connsiteX45" fmla="*/ 116297 w 362309"/>
                <a:gd name="connsiteY45" fmla="*/ 139809 h 361971"/>
                <a:gd name="connsiteX46" fmla="*/ 132271 w 362309"/>
                <a:gd name="connsiteY46" fmla="*/ 219609 h 361971"/>
                <a:gd name="connsiteX47" fmla="*/ 130354 w 362309"/>
                <a:gd name="connsiteY47" fmla="*/ 224716 h 361971"/>
                <a:gd name="connsiteX48" fmla="*/ 130354 w 362309"/>
                <a:gd name="connsiteY48" fmla="*/ 224716 h 361971"/>
                <a:gd name="connsiteX49" fmla="*/ 209589 w 362309"/>
                <a:gd name="connsiteY49" fmla="*/ 224716 h 361971"/>
                <a:gd name="connsiteX50" fmla="*/ 204478 w 362309"/>
                <a:gd name="connsiteY50" fmla="*/ 227270 h 361971"/>
                <a:gd name="connsiteX51" fmla="*/ 203200 w 362309"/>
                <a:gd name="connsiteY51" fmla="*/ 227270 h 361971"/>
                <a:gd name="connsiteX52" fmla="*/ 203200 w 362309"/>
                <a:gd name="connsiteY52" fmla="*/ 284725 h 361971"/>
                <a:gd name="connsiteX53" fmla="*/ 196810 w 362309"/>
                <a:gd name="connsiteY53" fmla="*/ 291109 h 361971"/>
                <a:gd name="connsiteX54" fmla="*/ 190420 w 362309"/>
                <a:gd name="connsiteY54" fmla="*/ 284725 h 361971"/>
                <a:gd name="connsiteX55" fmla="*/ 190420 w 362309"/>
                <a:gd name="connsiteY55" fmla="*/ 227270 h 361971"/>
                <a:gd name="connsiteX56" fmla="*/ 171250 w 362309"/>
                <a:gd name="connsiteY56" fmla="*/ 227270 h 361971"/>
                <a:gd name="connsiteX57" fmla="*/ 171250 w 362309"/>
                <a:gd name="connsiteY57" fmla="*/ 284725 h 361971"/>
                <a:gd name="connsiteX58" fmla="*/ 164860 w 362309"/>
                <a:gd name="connsiteY58" fmla="*/ 291109 h 361971"/>
                <a:gd name="connsiteX59" fmla="*/ 158470 w 362309"/>
                <a:gd name="connsiteY59" fmla="*/ 284725 h 361971"/>
                <a:gd name="connsiteX60" fmla="*/ 158470 w 362309"/>
                <a:gd name="connsiteY60" fmla="*/ 227270 h 361971"/>
                <a:gd name="connsiteX61" fmla="*/ 157192 w 362309"/>
                <a:gd name="connsiteY61" fmla="*/ 227270 h 361971"/>
                <a:gd name="connsiteX62" fmla="*/ 150802 w 362309"/>
                <a:gd name="connsiteY62" fmla="*/ 220886 h 361971"/>
                <a:gd name="connsiteX63" fmla="*/ 150802 w 362309"/>
                <a:gd name="connsiteY63" fmla="*/ 219609 h 361971"/>
                <a:gd name="connsiteX64" fmla="*/ 166777 w 362309"/>
                <a:gd name="connsiteY64" fmla="*/ 139809 h 361971"/>
                <a:gd name="connsiteX65" fmla="*/ 173167 w 362309"/>
                <a:gd name="connsiteY65" fmla="*/ 134702 h 361971"/>
                <a:gd name="connsiteX66" fmla="*/ 189142 w 362309"/>
                <a:gd name="connsiteY66" fmla="*/ 134702 h 361971"/>
                <a:gd name="connsiteX67" fmla="*/ 195532 w 362309"/>
                <a:gd name="connsiteY67" fmla="*/ 139809 h 361971"/>
                <a:gd name="connsiteX68" fmla="*/ 211507 w 362309"/>
                <a:gd name="connsiteY68" fmla="*/ 219609 h 361971"/>
                <a:gd name="connsiteX69" fmla="*/ 209589 w 362309"/>
                <a:gd name="connsiteY69" fmla="*/ 224716 h 361971"/>
                <a:gd name="connsiteX70" fmla="*/ 209589 w 362309"/>
                <a:gd name="connsiteY70" fmla="*/ 224716 h 361971"/>
                <a:gd name="connsiteX71" fmla="*/ 290742 w 362309"/>
                <a:gd name="connsiteY71" fmla="*/ 204926 h 361971"/>
                <a:gd name="connsiteX72" fmla="*/ 284352 w 362309"/>
                <a:gd name="connsiteY72" fmla="*/ 211310 h 361971"/>
                <a:gd name="connsiteX73" fmla="*/ 283074 w 362309"/>
                <a:gd name="connsiteY73" fmla="*/ 211310 h 361971"/>
                <a:gd name="connsiteX74" fmla="*/ 283074 w 362309"/>
                <a:gd name="connsiteY74" fmla="*/ 284725 h 361971"/>
                <a:gd name="connsiteX75" fmla="*/ 276684 w 362309"/>
                <a:gd name="connsiteY75" fmla="*/ 291109 h 361971"/>
                <a:gd name="connsiteX76" fmla="*/ 270294 w 362309"/>
                <a:gd name="connsiteY76" fmla="*/ 284725 h 361971"/>
                <a:gd name="connsiteX77" fmla="*/ 270294 w 362309"/>
                <a:gd name="connsiteY77" fmla="*/ 211310 h 361971"/>
                <a:gd name="connsiteX78" fmla="*/ 251124 w 362309"/>
                <a:gd name="connsiteY78" fmla="*/ 211310 h 361971"/>
                <a:gd name="connsiteX79" fmla="*/ 251124 w 362309"/>
                <a:gd name="connsiteY79" fmla="*/ 284725 h 361971"/>
                <a:gd name="connsiteX80" fmla="*/ 244734 w 362309"/>
                <a:gd name="connsiteY80" fmla="*/ 291109 h 361971"/>
                <a:gd name="connsiteX81" fmla="*/ 238344 w 362309"/>
                <a:gd name="connsiteY81" fmla="*/ 284725 h 361971"/>
                <a:gd name="connsiteX82" fmla="*/ 238344 w 362309"/>
                <a:gd name="connsiteY82" fmla="*/ 211310 h 361971"/>
                <a:gd name="connsiteX83" fmla="*/ 237067 w 362309"/>
                <a:gd name="connsiteY83" fmla="*/ 211310 h 361971"/>
                <a:gd name="connsiteX84" fmla="*/ 230677 w 362309"/>
                <a:gd name="connsiteY84" fmla="*/ 204926 h 361971"/>
                <a:gd name="connsiteX85" fmla="*/ 230677 w 362309"/>
                <a:gd name="connsiteY85" fmla="*/ 141086 h 361971"/>
                <a:gd name="connsiteX86" fmla="*/ 237067 w 362309"/>
                <a:gd name="connsiteY86" fmla="*/ 134702 h 361971"/>
                <a:gd name="connsiteX87" fmla="*/ 284991 w 362309"/>
                <a:gd name="connsiteY87" fmla="*/ 134702 h 361971"/>
                <a:gd name="connsiteX88" fmla="*/ 291381 w 362309"/>
                <a:gd name="connsiteY88" fmla="*/ 141086 h 361971"/>
                <a:gd name="connsiteX89" fmla="*/ 290742 w 362309"/>
                <a:gd name="connsiteY89" fmla="*/ 204926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362309" h="361971">
                  <a:moveTo>
                    <a:pt x="180835" y="0"/>
                  </a:moveTo>
                  <a:cubicBezTo>
                    <a:pt x="80513" y="0"/>
                    <a:pt x="0" y="81076"/>
                    <a:pt x="0" y="181305"/>
                  </a:cubicBezTo>
                  <a:cubicBezTo>
                    <a:pt x="0" y="281533"/>
                    <a:pt x="81152" y="361971"/>
                    <a:pt x="181474" y="361971"/>
                  </a:cubicBezTo>
                  <a:cubicBezTo>
                    <a:pt x="281157" y="361971"/>
                    <a:pt x="362309" y="280895"/>
                    <a:pt x="362309" y="181305"/>
                  </a:cubicBezTo>
                  <a:cubicBezTo>
                    <a:pt x="362309" y="81076"/>
                    <a:pt x="281157" y="0"/>
                    <a:pt x="180835" y="0"/>
                  </a:cubicBezTo>
                  <a:cubicBezTo>
                    <a:pt x="181474" y="0"/>
                    <a:pt x="180835" y="0"/>
                    <a:pt x="180835" y="0"/>
                  </a:cubicBezTo>
                  <a:close/>
                  <a:moveTo>
                    <a:pt x="260709" y="70862"/>
                  </a:moveTo>
                  <a:cubicBezTo>
                    <a:pt x="272850" y="70862"/>
                    <a:pt x="283074" y="81076"/>
                    <a:pt x="283074" y="93206"/>
                  </a:cubicBezTo>
                  <a:cubicBezTo>
                    <a:pt x="283074" y="105336"/>
                    <a:pt x="272850" y="115550"/>
                    <a:pt x="260709" y="115550"/>
                  </a:cubicBezTo>
                  <a:cubicBezTo>
                    <a:pt x="248568" y="115550"/>
                    <a:pt x="238344" y="105336"/>
                    <a:pt x="238344" y="93206"/>
                  </a:cubicBezTo>
                  <a:cubicBezTo>
                    <a:pt x="238344" y="93206"/>
                    <a:pt x="238344" y="93206"/>
                    <a:pt x="238344" y="93206"/>
                  </a:cubicBezTo>
                  <a:cubicBezTo>
                    <a:pt x="238344" y="81076"/>
                    <a:pt x="248568" y="70862"/>
                    <a:pt x="260709" y="70862"/>
                  </a:cubicBezTo>
                  <a:lnTo>
                    <a:pt x="260709" y="70862"/>
                  </a:lnTo>
                  <a:close/>
                  <a:moveTo>
                    <a:pt x="180835" y="70862"/>
                  </a:moveTo>
                  <a:cubicBezTo>
                    <a:pt x="192976" y="70862"/>
                    <a:pt x="203200" y="81076"/>
                    <a:pt x="203200" y="93206"/>
                  </a:cubicBezTo>
                  <a:cubicBezTo>
                    <a:pt x="203200" y="105336"/>
                    <a:pt x="192976" y="115550"/>
                    <a:pt x="180835" y="115550"/>
                  </a:cubicBezTo>
                  <a:cubicBezTo>
                    <a:pt x="168694" y="115550"/>
                    <a:pt x="158470" y="105336"/>
                    <a:pt x="158470" y="93206"/>
                  </a:cubicBezTo>
                  <a:cubicBezTo>
                    <a:pt x="158470" y="93206"/>
                    <a:pt x="158470" y="93206"/>
                    <a:pt x="158470" y="93206"/>
                  </a:cubicBezTo>
                  <a:cubicBezTo>
                    <a:pt x="158470" y="81076"/>
                    <a:pt x="168694" y="70862"/>
                    <a:pt x="180835" y="70862"/>
                  </a:cubicBezTo>
                  <a:lnTo>
                    <a:pt x="180835" y="70862"/>
                  </a:lnTo>
                  <a:close/>
                  <a:moveTo>
                    <a:pt x="100961" y="70862"/>
                  </a:moveTo>
                  <a:cubicBezTo>
                    <a:pt x="113102" y="70862"/>
                    <a:pt x="123325" y="81076"/>
                    <a:pt x="123325" y="93206"/>
                  </a:cubicBezTo>
                  <a:cubicBezTo>
                    <a:pt x="123325" y="105336"/>
                    <a:pt x="113102" y="115550"/>
                    <a:pt x="100961" y="115550"/>
                  </a:cubicBezTo>
                  <a:cubicBezTo>
                    <a:pt x="88820" y="115550"/>
                    <a:pt x="78596" y="105336"/>
                    <a:pt x="78596" y="93206"/>
                  </a:cubicBezTo>
                  <a:cubicBezTo>
                    <a:pt x="78596" y="93206"/>
                    <a:pt x="78596" y="93206"/>
                    <a:pt x="78596" y="93206"/>
                  </a:cubicBezTo>
                  <a:cubicBezTo>
                    <a:pt x="79235" y="81076"/>
                    <a:pt x="88820" y="70862"/>
                    <a:pt x="100961" y="70862"/>
                  </a:cubicBezTo>
                  <a:lnTo>
                    <a:pt x="100961" y="70862"/>
                  </a:lnTo>
                  <a:close/>
                  <a:moveTo>
                    <a:pt x="130354" y="224716"/>
                  </a:moveTo>
                  <a:cubicBezTo>
                    <a:pt x="129076" y="225993"/>
                    <a:pt x="127159" y="227270"/>
                    <a:pt x="125243" y="227270"/>
                  </a:cubicBezTo>
                  <a:lnTo>
                    <a:pt x="123964" y="227270"/>
                  </a:lnTo>
                  <a:lnTo>
                    <a:pt x="123964" y="284725"/>
                  </a:lnTo>
                  <a:cubicBezTo>
                    <a:pt x="123964" y="288556"/>
                    <a:pt x="121409" y="291109"/>
                    <a:pt x="117574" y="291109"/>
                  </a:cubicBezTo>
                  <a:cubicBezTo>
                    <a:pt x="113740" y="291109"/>
                    <a:pt x="111184" y="288556"/>
                    <a:pt x="111184" y="284725"/>
                  </a:cubicBezTo>
                  <a:lnTo>
                    <a:pt x="111184" y="227270"/>
                  </a:lnTo>
                  <a:lnTo>
                    <a:pt x="92014" y="227270"/>
                  </a:lnTo>
                  <a:lnTo>
                    <a:pt x="92014" y="284725"/>
                  </a:lnTo>
                  <a:cubicBezTo>
                    <a:pt x="92014" y="288556"/>
                    <a:pt x="89459" y="291109"/>
                    <a:pt x="85625" y="291109"/>
                  </a:cubicBezTo>
                  <a:cubicBezTo>
                    <a:pt x="81791" y="291109"/>
                    <a:pt x="79235" y="288556"/>
                    <a:pt x="79235" y="284725"/>
                  </a:cubicBezTo>
                  <a:lnTo>
                    <a:pt x="79235" y="227270"/>
                  </a:lnTo>
                  <a:lnTo>
                    <a:pt x="77957" y="227270"/>
                  </a:lnTo>
                  <a:cubicBezTo>
                    <a:pt x="74123" y="227270"/>
                    <a:pt x="71567" y="224716"/>
                    <a:pt x="71567" y="220886"/>
                  </a:cubicBezTo>
                  <a:cubicBezTo>
                    <a:pt x="71567" y="220247"/>
                    <a:pt x="71567" y="220247"/>
                    <a:pt x="71567" y="219609"/>
                  </a:cubicBezTo>
                  <a:lnTo>
                    <a:pt x="87542" y="139809"/>
                  </a:lnTo>
                  <a:cubicBezTo>
                    <a:pt x="88181" y="136617"/>
                    <a:pt x="90737" y="134702"/>
                    <a:pt x="93932" y="134702"/>
                  </a:cubicBezTo>
                  <a:lnTo>
                    <a:pt x="109907" y="134702"/>
                  </a:lnTo>
                  <a:cubicBezTo>
                    <a:pt x="113102" y="134702"/>
                    <a:pt x="115658" y="136617"/>
                    <a:pt x="116297" y="139809"/>
                  </a:cubicBezTo>
                  <a:lnTo>
                    <a:pt x="132271" y="219609"/>
                  </a:lnTo>
                  <a:cubicBezTo>
                    <a:pt x="131633" y="221524"/>
                    <a:pt x="131633" y="223439"/>
                    <a:pt x="130354" y="224716"/>
                  </a:cubicBezTo>
                  <a:lnTo>
                    <a:pt x="130354" y="224716"/>
                  </a:lnTo>
                  <a:close/>
                  <a:moveTo>
                    <a:pt x="209589" y="224716"/>
                  </a:moveTo>
                  <a:cubicBezTo>
                    <a:pt x="208312" y="225993"/>
                    <a:pt x="206395" y="227270"/>
                    <a:pt x="204478" y="227270"/>
                  </a:cubicBezTo>
                  <a:lnTo>
                    <a:pt x="203200" y="227270"/>
                  </a:lnTo>
                  <a:lnTo>
                    <a:pt x="203200" y="284725"/>
                  </a:lnTo>
                  <a:cubicBezTo>
                    <a:pt x="203200" y="288556"/>
                    <a:pt x="200643" y="291109"/>
                    <a:pt x="196810" y="291109"/>
                  </a:cubicBezTo>
                  <a:cubicBezTo>
                    <a:pt x="192976" y="291109"/>
                    <a:pt x="190420" y="288556"/>
                    <a:pt x="190420" y="284725"/>
                  </a:cubicBezTo>
                  <a:lnTo>
                    <a:pt x="190420" y="227270"/>
                  </a:lnTo>
                  <a:lnTo>
                    <a:pt x="171250" y="227270"/>
                  </a:lnTo>
                  <a:lnTo>
                    <a:pt x="171250" y="284725"/>
                  </a:lnTo>
                  <a:cubicBezTo>
                    <a:pt x="171250" y="288556"/>
                    <a:pt x="168694" y="291109"/>
                    <a:pt x="164860" y="291109"/>
                  </a:cubicBezTo>
                  <a:cubicBezTo>
                    <a:pt x="161026" y="291109"/>
                    <a:pt x="158470" y="288556"/>
                    <a:pt x="158470" y="284725"/>
                  </a:cubicBezTo>
                  <a:lnTo>
                    <a:pt x="158470" y="227270"/>
                  </a:lnTo>
                  <a:lnTo>
                    <a:pt x="157192" y="227270"/>
                  </a:lnTo>
                  <a:cubicBezTo>
                    <a:pt x="153358" y="227270"/>
                    <a:pt x="150802" y="224716"/>
                    <a:pt x="150802" y="220886"/>
                  </a:cubicBezTo>
                  <a:cubicBezTo>
                    <a:pt x="150802" y="220247"/>
                    <a:pt x="150802" y="220247"/>
                    <a:pt x="150802" y="219609"/>
                  </a:cubicBezTo>
                  <a:lnTo>
                    <a:pt x="166777" y="139809"/>
                  </a:lnTo>
                  <a:cubicBezTo>
                    <a:pt x="167416" y="136617"/>
                    <a:pt x="169972" y="134702"/>
                    <a:pt x="173167" y="134702"/>
                  </a:cubicBezTo>
                  <a:lnTo>
                    <a:pt x="189142" y="134702"/>
                  </a:lnTo>
                  <a:cubicBezTo>
                    <a:pt x="192337" y="134702"/>
                    <a:pt x="194893" y="136617"/>
                    <a:pt x="195532" y="139809"/>
                  </a:cubicBezTo>
                  <a:lnTo>
                    <a:pt x="211507" y="219609"/>
                  </a:lnTo>
                  <a:cubicBezTo>
                    <a:pt x="211507" y="221524"/>
                    <a:pt x="210868" y="223439"/>
                    <a:pt x="209589" y="224716"/>
                  </a:cubicBezTo>
                  <a:lnTo>
                    <a:pt x="209589" y="224716"/>
                  </a:lnTo>
                  <a:close/>
                  <a:moveTo>
                    <a:pt x="290742" y="204926"/>
                  </a:moveTo>
                  <a:cubicBezTo>
                    <a:pt x="290742" y="208756"/>
                    <a:pt x="288186" y="211310"/>
                    <a:pt x="284352" y="211310"/>
                  </a:cubicBezTo>
                  <a:lnTo>
                    <a:pt x="283074" y="211310"/>
                  </a:lnTo>
                  <a:lnTo>
                    <a:pt x="283074" y="284725"/>
                  </a:lnTo>
                  <a:cubicBezTo>
                    <a:pt x="283074" y="288556"/>
                    <a:pt x="280518" y="291109"/>
                    <a:pt x="276684" y="291109"/>
                  </a:cubicBezTo>
                  <a:cubicBezTo>
                    <a:pt x="272850" y="291109"/>
                    <a:pt x="270294" y="288556"/>
                    <a:pt x="270294" y="284725"/>
                  </a:cubicBezTo>
                  <a:lnTo>
                    <a:pt x="270294" y="211310"/>
                  </a:lnTo>
                  <a:lnTo>
                    <a:pt x="251124" y="211310"/>
                  </a:lnTo>
                  <a:lnTo>
                    <a:pt x="251124" y="284725"/>
                  </a:lnTo>
                  <a:cubicBezTo>
                    <a:pt x="251124" y="288556"/>
                    <a:pt x="248568" y="291109"/>
                    <a:pt x="244734" y="291109"/>
                  </a:cubicBezTo>
                  <a:cubicBezTo>
                    <a:pt x="240900" y="291109"/>
                    <a:pt x="238344" y="288556"/>
                    <a:pt x="238344" y="284725"/>
                  </a:cubicBezTo>
                  <a:lnTo>
                    <a:pt x="238344" y="211310"/>
                  </a:lnTo>
                  <a:lnTo>
                    <a:pt x="237067" y="211310"/>
                  </a:lnTo>
                  <a:cubicBezTo>
                    <a:pt x="233233" y="211310"/>
                    <a:pt x="230677" y="208756"/>
                    <a:pt x="230677" y="204926"/>
                  </a:cubicBezTo>
                  <a:lnTo>
                    <a:pt x="230677" y="141086"/>
                  </a:lnTo>
                  <a:cubicBezTo>
                    <a:pt x="230677" y="137256"/>
                    <a:pt x="233233" y="134702"/>
                    <a:pt x="237067" y="134702"/>
                  </a:cubicBezTo>
                  <a:lnTo>
                    <a:pt x="284991" y="134702"/>
                  </a:lnTo>
                  <a:cubicBezTo>
                    <a:pt x="288825" y="134702"/>
                    <a:pt x="291381" y="137256"/>
                    <a:pt x="291381" y="141086"/>
                  </a:cubicBezTo>
                  <a:lnTo>
                    <a:pt x="290742" y="204926"/>
                  </a:lnTo>
                  <a:close/>
                </a:path>
              </a:pathLst>
            </a:custGeom>
            <a:solidFill>
              <a:srgbClr val="007680"/>
            </a:solidFill>
            <a:ln w="6390" cap="flat">
              <a:noFill/>
              <a:prstDash val="solid"/>
              <a:miter/>
            </a:ln>
          </p:spPr>
          <p:txBody>
            <a:bodyPr rtlCol="0" anchor="ctr"/>
            <a:lstStyle/>
            <a:p>
              <a:endParaRPr lang="en-US"/>
            </a:p>
          </p:txBody>
        </p:sp>
      </p:grpSp>
      <p:grpSp>
        <p:nvGrpSpPr>
          <p:cNvPr id="1166" name="Graphic 5">
            <a:extLst>
              <a:ext uri="{FF2B5EF4-FFF2-40B4-BE49-F238E27FC236}">
                <a16:creationId xmlns:a16="http://schemas.microsoft.com/office/drawing/2014/main" id="{ED112AF5-70DE-3D43-A485-48C4C7C2D0E9}"/>
              </a:ext>
            </a:extLst>
          </p:cNvPr>
          <p:cNvGrpSpPr/>
          <p:nvPr/>
        </p:nvGrpSpPr>
        <p:grpSpPr>
          <a:xfrm>
            <a:off x="10326138" y="3824806"/>
            <a:ext cx="362309" cy="361971"/>
            <a:chOff x="10326138" y="3824806"/>
            <a:chExt cx="362309" cy="361971"/>
          </a:xfrm>
          <a:solidFill>
            <a:srgbClr val="007680"/>
          </a:solidFill>
        </p:grpSpPr>
        <p:sp>
          <p:nvSpPr>
            <p:cNvPr id="1167" name="Graphic 5">
              <a:extLst>
                <a:ext uri="{FF2B5EF4-FFF2-40B4-BE49-F238E27FC236}">
                  <a16:creationId xmlns:a16="http://schemas.microsoft.com/office/drawing/2014/main" id="{0FC0936A-FC19-7E43-A85A-80D571DBE579}"/>
                </a:ext>
              </a:extLst>
            </p:cNvPr>
            <p:cNvSpPr/>
            <p:nvPr/>
          </p:nvSpPr>
          <p:spPr>
            <a:xfrm>
              <a:off x="10397705" y="3935887"/>
              <a:ext cx="179557" cy="180867"/>
            </a:xfrm>
            <a:custGeom>
              <a:avLst/>
              <a:gdLst>
                <a:gd name="connsiteX0" fmla="*/ 0 w 179557"/>
                <a:gd name="connsiteY0" fmla="*/ 72139 h 180867"/>
                <a:gd name="connsiteX1" fmla="*/ 26838 w 179557"/>
                <a:gd name="connsiteY1" fmla="*/ 143640 h 180867"/>
                <a:gd name="connsiteX2" fmla="*/ 179558 w 179557"/>
                <a:gd name="connsiteY2" fmla="*/ 153854 h 180867"/>
                <a:gd name="connsiteX3" fmla="*/ 25560 w 179557"/>
                <a:gd name="connsiteY3" fmla="*/ 0 h 180867"/>
                <a:gd name="connsiteX4" fmla="*/ 0 w 179557"/>
                <a:gd name="connsiteY4" fmla="*/ 72139 h 1808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57" h="180867">
                  <a:moveTo>
                    <a:pt x="0" y="72139"/>
                  </a:moveTo>
                  <a:cubicBezTo>
                    <a:pt x="0" y="99590"/>
                    <a:pt x="8946" y="123211"/>
                    <a:pt x="26838" y="143640"/>
                  </a:cubicBezTo>
                  <a:cubicBezTo>
                    <a:pt x="67094" y="188327"/>
                    <a:pt x="134828" y="194073"/>
                    <a:pt x="179558" y="153854"/>
                  </a:cubicBezTo>
                  <a:lnTo>
                    <a:pt x="25560" y="0"/>
                  </a:lnTo>
                  <a:cubicBezTo>
                    <a:pt x="7668" y="19790"/>
                    <a:pt x="0" y="45326"/>
                    <a:pt x="0" y="72139"/>
                  </a:cubicBezTo>
                  <a:close/>
                </a:path>
              </a:pathLst>
            </a:custGeom>
            <a:solidFill>
              <a:srgbClr val="007680"/>
            </a:solidFill>
            <a:ln w="6390" cap="flat">
              <a:noFill/>
              <a:prstDash val="solid"/>
              <a:miter/>
            </a:ln>
          </p:spPr>
          <p:txBody>
            <a:bodyPr rtlCol="0" anchor="ctr"/>
            <a:lstStyle/>
            <a:p>
              <a:endParaRPr lang="en-US"/>
            </a:p>
          </p:txBody>
        </p:sp>
        <p:sp>
          <p:nvSpPr>
            <p:cNvPr id="1168" name="Graphic 5">
              <a:extLst>
                <a:ext uri="{FF2B5EF4-FFF2-40B4-BE49-F238E27FC236}">
                  <a16:creationId xmlns:a16="http://schemas.microsoft.com/office/drawing/2014/main" id="{13826C89-6A84-3949-91AD-0EFAD20370C7}"/>
                </a:ext>
              </a:extLst>
            </p:cNvPr>
            <p:cNvSpPr/>
            <p:nvPr/>
          </p:nvSpPr>
          <p:spPr>
            <a:xfrm>
              <a:off x="10432211" y="3895188"/>
              <a:ext cx="185072" cy="185615"/>
            </a:xfrm>
            <a:custGeom>
              <a:avLst/>
              <a:gdLst>
                <a:gd name="connsiteX0" fmla="*/ 0 w 185072"/>
                <a:gd name="connsiteY0" fmla="*/ 31762 h 185615"/>
                <a:gd name="connsiteX1" fmla="*/ 153997 w 185072"/>
                <a:gd name="connsiteY1" fmla="*/ 185616 h 185615"/>
                <a:gd name="connsiteX2" fmla="*/ 153358 w 185072"/>
                <a:gd name="connsiteY2" fmla="*/ 32400 h 185615"/>
                <a:gd name="connsiteX3" fmla="*/ 0 w 185072"/>
                <a:gd name="connsiteY3" fmla="*/ 31762 h 185615"/>
              </a:gdLst>
              <a:ahLst/>
              <a:cxnLst>
                <a:cxn ang="0">
                  <a:pos x="connsiteX0" y="connsiteY0"/>
                </a:cxn>
                <a:cxn ang="0">
                  <a:pos x="connsiteX1" y="connsiteY1"/>
                </a:cxn>
                <a:cxn ang="0">
                  <a:pos x="connsiteX2" y="connsiteY2"/>
                </a:cxn>
                <a:cxn ang="0">
                  <a:pos x="connsiteX3" y="connsiteY3"/>
                </a:cxn>
              </a:cxnLst>
              <a:rect l="l" t="t" r="r" b="b"/>
              <a:pathLst>
                <a:path w="185072" h="185615">
                  <a:moveTo>
                    <a:pt x="0" y="31762"/>
                  </a:moveTo>
                  <a:lnTo>
                    <a:pt x="153997" y="185616"/>
                  </a:lnTo>
                  <a:cubicBezTo>
                    <a:pt x="196172" y="143482"/>
                    <a:pt x="194893" y="75173"/>
                    <a:pt x="153358" y="32400"/>
                  </a:cubicBezTo>
                  <a:cubicBezTo>
                    <a:pt x="111185" y="-10372"/>
                    <a:pt x="42813" y="-11011"/>
                    <a:pt x="0" y="31762"/>
                  </a:cubicBezTo>
                  <a:close/>
                </a:path>
              </a:pathLst>
            </a:custGeom>
            <a:solidFill>
              <a:srgbClr val="007680"/>
            </a:solidFill>
            <a:ln w="6390" cap="flat">
              <a:noFill/>
              <a:prstDash val="solid"/>
              <a:miter/>
            </a:ln>
          </p:spPr>
          <p:txBody>
            <a:bodyPr rtlCol="0" anchor="ctr"/>
            <a:lstStyle/>
            <a:p>
              <a:endParaRPr lang="en-US"/>
            </a:p>
          </p:txBody>
        </p:sp>
        <p:sp>
          <p:nvSpPr>
            <p:cNvPr id="1169" name="Graphic 5">
              <a:extLst>
                <a:ext uri="{FF2B5EF4-FFF2-40B4-BE49-F238E27FC236}">
                  <a16:creationId xmlns:a16="http://schemas.microsoft.com/office/drawing/2014/main" id="{C9695F13-CAFA-DE44-96DD-D50EB94321D5}"/>
                </a:ext>
              </a:extLst>
            </p:cNvPr>
            <p:cNvSpPr/>
            <p:nvPr/>
          </p:nvSpPr>
          <p:spPr>
            <a:xfrm>
              <a:off x="10326138" y="3824806"/>
              <a:ext cx="362309" cy="361971"/>
            </a:xfrm>
            <a:custGeom>
              <a:avLst/>
              <a:gdLst>
                <a:gd name="connsiteX0" fmla="*/ 180836 w 362309"/>
                <a:gd name="connsiteY0" fmla="*/ 0 h 361971"/>
                <a:gd name="connsiteX1" fmla="*/ 0 w 362309"/>
                <a:gd name="connsiteY1" fmla="*/ 180667 h 361971"/>
                <a:gd name="connsiteX2" fmla="*/ 180836 w 362309"/>
                <a:gd name="connsiteY2" fmla="*/ 361972 h 361971"/>
                <a:gd name="connsiteX3" fmla="*/ 362309 w 362309"/>
                <a:gd name="connsiteY3" fmla="*/ 180667 h 361971"/>
                <a:gd name="connsiteX4" fmla="*/ 180836 w 362309"/>
                <a:gd name="connsiteY4" fmla="*/ 0 h 361971"/>
                <a:gd name="connsiteX5" fmla="*/ 180836 w 362309"/>
                <a:gd name="connsiteY5" fmla="*/ 305154 h 361971"/>
                <a:gd name="connsiteX6" fmla="*/ 56871 w 362309"/>
                <a:gd name="connsiteY6" fmla="*/ 181305 h 361971"/>
                <a:gd name="connsiteX7" fmla="*/ 180836 w 362309"/>
                <a:gd name="connsiteY7" fmla="*/ 57456 h 361971"/>
                <a:gd name="connsiteX8" fmla="*/ 304800 w 362309"/>
                <a:gd name="connsiteY8" fmla="*/ 181305 h 361971"/>
                <a:gd name="connsiteX9" fmla="*/ 180836 w 362309"/>
                <a:gd name="connsiteY9" fmla="*/ 305154 h 36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309" h="361971">
                  <a:moveTo>
                    <a:pt x="180836" y="0"/>
                  </a:moveTo>
                  <a:cubicBezTo>
                    <a:pt x="80513" y="0"/>
                    <a:pt x="0" y="81077"/>
                    <a:pt x="0" y="180667"/>
                  </a:cubicBezTo>
                  <a:cubicBezTo>
                    <a:pt x="0" y="280895"/>
                    <a:pt x="81152" y="361972"/>
                    <a:pt x="180836" y="361972"/>
                  </a:cubicBezTo>
                  <a:cubicBezTo>
                    <a:pt x="280518" y="361972"/>
                    <a:pt x="362309" y="280895"/>
                    <a:pt x="362309" y="180667"/>
                  </a:cubicBezTo>
                  <a:cubicBezTo>
                    <a:pt x="361670" y="81077"/>
                    <a:pt x="280518" y="0"/>
                    <a:pt x="180836" y="0"/>
                  </a:cubicBezTo>
                  <a:close/>
                  <a:moveTo>
                    <a:pt x="180836" y="305154"/>
                  </a:moveTo>
                  <a:cubicBezTo>
                    <a:pt x="112463" y="305154"/>
                    <a:pt x="56871" y="249614"/>
                    <a:pt x="56871" y="181305"/>
                  </a:cubicBezTo>
                  <a:cubicBezTo>
                    <a:pt x="56871" y="112997"/>
                    <a:pt x="112463" y="57456"/>
                    <a:pt x="180836" y="57456"/>
                  </a:cubicBezTo>
                  <a:cubicBezTo>
                    <a:pt x="249208" y="57456"/>
                    <a:pt x="304800" y="112997"/>
                    <a:pt x="304800" y="181305"/>
                  </a:cubicBezTo>
                  <a:cubicBezTo>
                    <a:pt x="304800" y="249614"/>
                    <a:pt x="249208" y="305154"/>
                    <a:pt x="180836" y="305154"/>
                  </a:cubicBezTo>
                  <a:close/>
                </a:path>
              </a:pathLst>
            </a:custGeom>
            <a:solidFill>
              <a:srgbClr val="007680"/>
            </a:solidFill>
            <a:ln w="6390" cap="flat">
              <a:noFill/>
              <a:prstDash val="solid"/>
              <a:miter/>
            </a:ln>
          </p:spPr>
          <p:txBody>
            <a:bodyPr rtlCol="0" anchor="ctr"/>
            <a:lstStyle/>
            <a:p>
              <a:endParaRPr lang="en-US"/>
            </a:p>
          </p:txBody>
        </p:sp>
      </p:grpSp>
    </p:spTree>
    <p:extLst>
      <p:ext uri="{BB962C8B-B14F-4D97-AF65-F5344CB8AC3E}">
        <p14:creationId xmlns:p14="http://schemas.microsoft.com/office/powerpoint/2010/main" val="3878207060"/>
      </p:ext>
    </p:extLst>
  </p:cSld>
  <p:clrMapOvr>
    <a:masterClrMapping/>
  </p:clrMapOvr>
  <p:transition>
    <p:fade/>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4FC54D99-515A-8841-89DE-7A48BB7106D9}"/>
              </a:ext>
            </a:extLst>
          </p:cNvPr>
          <p:cNvSpPr>
            <a:spLocks noGrp="1"/>
          </p:cNvSpPr>
          <p:nvPr>
            <p:ph type="body" sz="quarter" idx="13"/>
          </p:nvPr>
        </p:nvSpPr>
        <p:spPr>
          <a:xfrm>
            <a:off x="466316" y="4194287"/>
            <a:ext cx="9401584" cy="2169796"/>
          </a:xfrm>
        </p:spPr>
        <p:txBody>
          <a:bodyPr/>
          <a:lstStyle/>
          <a:p>
            <a:r>
              <a:rPr lang="en-US" dirty="0"/>
              <a:t>Deloitte refers to one or more of Deloitte </a:t>
            </a:r>
            <a:r>
              <a:rPr lang="en-US" dirty="0" err="1"/>
              <a:t>Touche</a:t>
            </a:r>
            <a:r>
              <a:rPr lang="en-US" dirty="0"/>
              <a:t> Tohmatsu Limited (“DTTL”), its global network of member firms, and their related entities (collectively, the “Deloitte organization”). DTTL (also referred to as “Deloitte Global”) and each of its member firms and related entities are legally separate and independent entities, which cannot obligate or bind each other in respect of third parties. DTTL and each DTTL member firm and related entity is liable only for its own acts and omissions, and not those of each other. DTTL does not provide services to clients. Please see </a:t>
            </a:r>
            <a:r>
              <a:rPr lang="en-US" dirty="0">
                <a:hlinkClick r:id="rId2"/>
              </a:rPr>
              <a:t>www.deloitte.com/about</a:t>
            </a:r>
            <a:r>
              <a:rPr lang="en-US" dirty="0"/>
              <a:t> to learn more.</a:t>
            </a:r>
          </a:p>
          <a:p>
            <a:r>
              <a:rPr lang="en-US" dirty="0"/>
              <a:t>© 2021 For information, contact Deloitte Global.</a:t>
            </a:r>
          </a:p>
          <a:p>
            <a:r>
              <a:rPr lang="en-US" dirty="0"/>
              <a:t>Designed by </a:t>
            </a:r>
            <a:r>
              <a:rPr lang="en-US" dirty="0" err="1"/>
              <a:t>CoRe</a:t>
            </a:r>
            <a:r>
              <a:rPr lang="en-US" dirty="0"/>
              <a:t> Creative Services. RITM657879.</a:t>
            </a:r>
          </a:p>
        </p:txBody>
      </p:sp>
      <p:sp>
        <p:nvSpPr>
          <p:cNvPr id="3" name="Rectangle 1">
            <a:extLst>
              <a:ext uri="{FF2B5EF4-FFF2-40B4-BE49-F238E27FC236}">
                <a16:creationId xmlns:a16="http://schemas.microsoft.com/office/drawing/2014/main" id="{882FAFC6-36F7-A04B-AF55-CF3B158CDA29}"/>
              </a:ext>
            </a:extLst>
          </p:cNvPr>
          <p:cNvSpPr/>
          <p:nvPr/>
        </p:nvSpPr>
        <p:spPr bwMode="gray">
          <a:xfrm rot="16200000" flipH="1">
            <a:off x="11256270" y="-236156"/>
            <a:ext cx="519523" cy="1351933"/>
          </a:xfrm>
          <a:prstGeom prst="round2SameRect">
            <a:avLst>
              <a:gd name="adj1" fmla="val 50000"/>
              <a:gd name="adj2" fmla="val 0"/>
            </a:avLst>
          </a:prstGeom>
          <a:solidFill>
            <a:schemeClr val="tx2">
              <a:lumMod val="50000"/>
              <a:alpha val="7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5" name="Oval 4">
            <a:extLst>
              <a:ext uri="{FF2B5EF4-FFF2-40B4-BE49-F238E27FC236}">
                <a16:creationId xmlns:a16="http://schemas.microsoft.com/office/drawing/2014/main" id="{196075CE-4560-A546-B06E-0DDAFE568B71}"/>
              </a:ext>
            </a:extLst>
          </p:cNvPr>
          <p:cNvSpPr/>
          <p:nvPr/>
        </p:nvSpPr>
        <p:spPr bwMode="gray">
          <a:xfrm>
            <a:off x="10913129" y="295810"/>
            <a:ext cx="288000" cy="288000"/>
          </a:xfrm>
          <a:prstGeom prst="ellipse">
            <a:avLst/>
          </a:prstGeom>
          <a:solidFill>
            <a:schemeClr val="bg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7" name="Freeform 97">
            <a:hlinkClick r:id="" action="ppaction://hlinkshowjump?jump=previousslide"/>
            <a:extLst>
              <a:ext uri="{FF2B5EF4-FFF2-40B4-BE49-F238E27FC236}">
                <a16:creationId xmlns:a16="http://schemas.microsoft.com/office/drawing/2014/main" id="{55339C9D-45B8-2646-823D-094BAF8FEBB5}"/>
              </a:ext>
            </a:extLst>
          </p:cNvPr>
          <p:cNvSpPr>
            <a:spLocks noChangeAspect="1" noEditPoints="1"/>
          </p:cNvSpPr>
          <p:nvPr/>
        </p:nvSpPr>
        <p:spPr bwMode="auto">
          <a:xfrm>
            <a:off x="10931129" y="313439"/>
            <a:ext cx="252000" cy="252742"/>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27 w 512"/>
              <a:gd name="T11" fmla="*/ 397 h 512"/>
              <a:gd name="T12" fmla="*/ 327 w 512"/>
              <a:gd name="T13" fmla="*/ 413 h 512"/>
              <a:gd name="T14" fmla="*/ 320 w 512"/>
              <a:gd name="T15" fmla="*/ 416 h 512"/>
              <a:gd name="T16" fmla="*/ 312 w 512"/>
              <a:gd name="T17" fmla="*/ 413 h 512"/>
              <a:gd name="T18" fmla="*/ 163 w 512"/>
              <a:gd name="T19" fmla="*/ 263 h 512"/>
              <a:gd name="T20" fmla="*/ 163 w 512"/>
              <a:gd name="T21" fmla="*/ 248 h 512"/>
              <a:gd name="T22" fmla="*/ 312 w 512"/>
              <a:gd name="T23" fmla="*/ 99 h 512"/>
              <a:gd name="T24" fmla="*/ 327 w 512"/>
              <a:gd name="T25" fmla="*/ 99 h 512"/>
              <a:gd name="T26" fmla="*/ 327 w 512"/>
              <a:gd name="T27" fmla="*/ 114 h 512"/>
              <a:gd name="T28" fmla="*/ 185 w 512"/>
              <a:gd name="T29" fmla="*/ 256 h 512"/>
              <a:gd name="T30" fmla="*/ 327 w 512"/>
              <a:gd name="T31" fmla="*/ 39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27" y="397"/>
                </a:moveTo>
                <a:cubicBezTo>
                  <a:pt x="331" y="402"/>
                  <a:pt x="331" y="408"/>
                  <a:pt x="327" y="413"/>
                </a:cubicBezTo>
                <a:cubicBezTo>
                  <a:pt x="325" y="415"/>
                  <a:pt x="322" y="416"/>
                  <a:pt x="320" y="416"/>
                </a:cubicBezTo>
                <a:cubicBezTo>
                  <a:pt x="317" y="416"/>
                  <a:pt x="314" y="415"/>
                  <a:pt x="312" y="413"/>
                </a:cubicBezTo>
                <a:cubicBezTo>
                  <a:pt x="163" y="263"/>
                  <a:pt x="163" y="263"/>
                  <a:pt x="163" y="263"/>
                </a:cubicBezTo>
                <a:cubicBezTo>
                  <a:pt x="159" y="259"/>
                  <a:pt x="159" y="252"/>
                  <a:pt x="163" y="248"/>
                </a:cubicBezTo>
                <a:cubicBezTo>
                  <a:pt x="312" y="99"/>
                  <a:pt x="312" y="99"/>
                  <a:pt x="312" y="99"/>
                </a:cubicBezTo>
                <a:cubicBezTo>
                  <a:pt x="316" y="95"/>
                  <a:pt x="323" y="95"/>
                  <a:pt x="327" y="99"/>
                </a:cubicBezTo>
                <a:cubicBezTo>
                  <a:pt x="331" y="103"/>
                  <a:pt x="331" y="110"/>
                  <a:pt x="327" y="114"/>
                </a:cubicBezTo>
                <a:cubicBezTo>
                  <a:pt x="185" y="256"/>
                  <a:pt x="185" y="256"/>
                  <a:pt x="185" y="256"/>
                </a:cubicBezTo>
                <a:lnTo>
                  <a:pt x="327" y="397"/>
                </a:lnTo>
                <a:close/>
              </a:path>
            </a:pathLst>
          </a:custGeom>
          <a:solidFill>
            <a:srgbClr val="97999B"/>
          </a:solidFill>
          <a:ln>
            <a:noFill/>
          </a:ln>
        </p:spPr>
        <p:txBody>
          <a:bodyPr vert="horz" wrap="square" lIns="91440" tIns="45720" rIns="91440" bIns="45720" numCol="1" anchor="t" anchorCtr="0" compatLnSpc="1">
            <a:prstTxWarp prst="textNoShape">
              <a:avLst/>
            </a:prstTxWarp>
          </a:bodyPr>
          <a:lstStyle/>
          <a:p>
            <a:endParaRPr lang="en-GB" dirty="0"/>
          </a:p>
        </p:txBody>
      </p:sp>
    </p:spTree>
    <p:extLst>
      <p:ext uri="{BB962C8B-B14F-4D97-AF65-F5344CB8AC3E}">
        <p14:creationId xmlns:p14="http://schemas.microsoft.com/office/powerpoint/2010/main" val="2488105484"/>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UNDODONOTDELETE" val="0"/>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Deloitte Brand Theme">
  <a:themeElements>
    <a:clrScheme name="Custom 3">
      <a:dk1>
        <a:sysClr val="windowText" lastClr="000000"/>
      </a:dk1>
      <a:lt1>
        <a:sysClr val="window" lastClr="FFFFFF"/>
      </a:lt1>
      <a:dk2>
        <a:srgbClr val="53565A"/>
      </a:dk2>
      <a:lt2>
        <a:srgbClr val="D0D0CE"/>
      </a:lt2>
      <a:accent1>
        <a:srgbClr val="86BC25"/>
      </a:accent1>
      <a:accent2>
        <a:srgbClr val="43B02A"/>
      </a:accent2>
      <a:accent3>
        <a:srgbClr val="26890D"/>
      </a:accent3>
      <a:accent4>
        <a:srgbClr val="046A38"/>
      </a:accent4>
      <a:accent5>
        <a:srgbClr val="0D8390"/>
      </a:accent5>
      <a:accent6>
        <a:srgbClr val="007CB0"/>
      </a:accent6>
      <a:hlink>
        <a:srgbClr val="00A3E0"/>
      </a:hlink>
      <a:folHlink>
        <a:srgbClr val="7F7F7F"/>
      </a:folHlink>
    </a:clrScheme>
    <a:fontScheme name="Custom 2">
      <a:majorFont>
        <a:latin typeface="Calibri"/>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gray">
        <a:solidFill>
          <a:schemeClr val="accent3"/>
        </a:solidFill>
        <a:ln w="19050" algn="ctr">
          <a:noFill/>
          <a:miter lim="800000"/>
          <a:headEnd/>
          <a:tailEnd/>
        </a:ln>
      </a:spPr>
      <a:bodyPr wrap="square" lIns="88900" tIns="88900" rIns="88900" bIns="88900" rtlCol="0" anchor="ctr"/>
      <a:lstStyle>
        <a:defPPr>
          <a:lnSpc>
            <a:spcPct val="106000"/>
          </a:lnSpc>
          <a:buFont typeface="Wingdings 2" pitchFamily="18" charset="2"/>
          <a:buNone/>
          <a:defRPr sz="1600" b="1" dirty="0" smtClean="0">
            <a:solidFill>
              <a:schemeClr val="bg1"/>
            </a:solidFill>
          </a:defRPr>
        </a:defPPr>
      </a:lstStyle>
    </a:spDef>
    <a:lnDef>
      <a:spPr>
        <a:ln>
          <a:solidFill>
            <a:schemeClr val="tx2"/>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marL="203200" indent="-203200">
          <a:spcBef>
            <a:spcPts val="600"/>
          </a:spcBef>
          <a:buSzPct val="100000"/>
          <a:buFont typeface="Arial"/>
          <a:buChar char="•"/>
          <a:defRPr dirty="0" smtClean="0">
            <a:solidFill>
              <a:srgbClr val="313131"/>
            </a:solidFill>
          </a:defRPr>
        </a:defPPr>
      </a:lstStyle>
    </a:txDef>
  </a:objectDefaults>
  <a:extraClrSchemeLst/>
  <a:custClrLst>
    <a:custClr name="Green 7">
      <a:srgbClr val="2C5234"/>
    </a:custClr>
    <a:custClr name="Green 6">
      <a:srgbClr val="046A38"/>
    </a:custClr>
    <a:custClr name="Green 5">
      <a:srgbClr val="009A44"/>
    </a:custClr>
    <a:custClr name="Green 4">
      <a:srgbClr val="43B02A"/>
    </a:custClr>
    <a:custClr name="Deloitte Green">
      <a:srgbClr val="86BC25"/>
    </a:custClr>
    <a:custClr name="Green 2">
      <a:srgbClr val="C4D600"/>
    </a:custClr>
    <a:custClr name="Green 1">
      <a:srgbClr val="E3E48D"/>
    </a:custClr>
    <a:custClr name="Teal 7">
      <a:srgbClr val="004F59"/>
    </a:custClr>
    <a:custClr name="Teal 6">
      <a:srgbClr val="007680"/>
    </a:custClr>
    <a:custClr name="Teal 5">
      <a:srgbClr val="0097A9"/>
    </a:custClr>
    <a:custClr name="Teal 4">
      <a:srgbClr val="00ABAB"/>
    </a:custClr>
    <a:custClr name="Teal 3">
      <a:srgbClr val="6FC2B4"/>
    </a:custClr>
    <a:custClr name="Teal 2">
      <a:srgbClr val="9DD4CF"/>
    </a:custClr>
    <a:custClr name="Teal 1">
      <a:srgbClr val="DDEFE8"/>
    </a:custClr>
    <a:custClr name="Blue 7">
      <a:srgbClr val="041E42"/>
    </a:custClr>
    <a:custClr name="Blue 6">
      <a:srgbClr val="012169"/>
    </a:custClr>
    <a:custClr name="Blue 5">
      <a:srgbClr val="005587"/>
    </a:custClr>
    <a:custClr name="Blue 4">
      <a:srgbClr val="0076A8"/>
    </a:custClr>
    <a:custClr name="Blue 3">
      <a:srgbClr val="00A3E0"/>
    </a:custClr>
    <a:custClr name="Blue 2">
      <a:srgbClr val="62B5E5"/>
    </a:custClr>
    <a:custClr name="Blue 1">
      <a:srgbClr val="A0DCFF"/>
    </a:custClr>
    <a:custClr name="Cool Gray 11">
      <a:srgbClr val="53565A"/>
    </a:custClr>
    <a:custClr name="Cool Gray 10">
      <a:srgbClr val="63666A"/>
    </a:custClr>
    <a:custClr name="Cool Gray 9">
      <a:srgbClr val="75787B"/>
    </a:custClr>
    <a:custClr name="Cool Gray 7">
      <a:srgbClr val="97999B"/>
    </a:custClr>
    <a:custClr name="Cool Gray 6">
      <a:srgbClr val="A7A8AA"/>
    </a:custClr>
    <a:custClr name="Cool Gray 4">
      <a:srgbClr val="BBBCBC"/>
    </a:custClr>
    <a:custClr name="Cool Gray 2">
      <a:srgbClr val="D0D0CE"/>
    </a:custClr>
    <a:custClr name="White">
      <a:srgbClr val="FFFFFF"/>
    </a:custClr>
    <a:custClr name="Black">
      <a:srgbClr val="000000"/>
    </a:custClr>
    <a:custClr name="Red">
      <a:srgbClr val="DA291C"/>
    </a:custClr>
    <a:custClr name="Orange">
      <a:srgbClr val="ED8B00"/>
    </a:custClr>
    <a:custClr name="Yellow">
      <a:srgbClr val="FFCD00"/>
    </a:custClr>
  </a:custClrLst>
  <a:extLst>
    <a:ext uri="{05A4C25C-085E-4340-85A3-A5531E510DB2}">
      <thm15:themeFamily xmlns:thm15="http://schemas.microsoft.com/office/thememl/2012/main" name="Deloitte Brand Theme" id="{7F8E7B9C-D1E6-4EAB-A888-5889AFAC97F5}" vid="{EE3CB14B-24FA-49D6-9FDE-EB9FB3296A69}"/>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46EABACCD3B39C49923CC76F9A3899B0" ma:contentTypeVersion="10" ma:contentTypeDescription="Create a new document." ma:contentTypeScope="" ma:versionID="888edbca11eac38050b29462c56b3d83">
  <xsd:schema xmlns:xsd="http://www.w3.org/2001/XMLSchema" xmlns:xs="http://www.w3.org/2001/XMLSchema" xmlns:p="http://schemas.microsoft.com/office/2006/metadata/properties" xmlns:ns2="88ac10d5-d499-482e-8b56-6ab71e10844d" xmlns:ns3="b34fac16-a9a4-4d97-96d6-3d67277b3bbb" targetNamespace="http://schemas.microsoft.com/office/2006/metadata/properties" ma:root="true" ma:fieldsID="b2578cae4076c3a00574eaa070b195d6" ns2:_="" ns3:_="">
    <xsd:import namespace="88ac10d5-d499-482e-8b56-6ab71e10844d"/>
    <xsd:import namespace="b34fac16-a9a4-4d97-96d6-3d67277b3bbb"/>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DateTaken" minOccurs="0"/>
                <xsd:element ref="ns2:lcf76f155ced4ddcb4097134ff3c332f" minOccurs="0"/>
                <xsd:element ref="ns3:TaxCatchAll" minOccurs="0"/>
                <xsd:element ref="ns2:MediaServiceOCR" minOccurs="0"/>
                <xsd:element ref="ns2:MediaServiceGenerationTime" minOccurs="0"/>
                <xsd:element ref="ns2:MediaServiceEventHashCode"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88ac10d5-d499-482e-8b56-6ab71e10844d"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DateTaken" ma:index="11" nillable="true" ma:displayName="MediaServiceDateTaken" ma:hidden="true" ma:indexed="true" ma:internalName="MediaServiceDateTaken" ma:readOnly="true">
      <xsd:simpleType>
        <xsd:restriction base="dms:Text"/>
      </xsd:simpleType>
    </xsd:element>
    <xsd:element name="lcf76f155ced4ddcb4097134ff3c332f" ma:index="13" nillable="true" ma:taxonomy="true" ma:internalName="lcf76f155ced4ddcb4097134ff3c332f" ma:taxonomyFieldName="MediaServiceImageTags" ma:displayName="Image Tags" ma:readOnly="false" ma:fieldId="{5cf76f15-5ced-4ddc-b409-7134ff3c332f}" ma:taxonomyMulti="true" ma:sspId="798d900d-0589-4081-96eb-513de833a507" ma:termSetId="09814cd3-568e-fe90-9814-8d621ff8fb84" ma:anchorId="fba54fb3-c3e1-fe81-a776-ca4b69148c4d" ma:open="true" ma:isKeyword="false">
      <xsd:complexType>
        <xsd:sequence>
          <xsd:element ref="pc:Terms" minOccurs="0" maxOccurs="1"/>
        </xsd:sequence>
      </xsd:complexType>
    </xsd:element>
    <xsd:element name="MediaServiceOCR" ma:index="15" nillable="true" ma:displayName="Extracted Text" ma:internalName="MediaServiceOCR" ma:readOnly="true">
      <xsd:simpleType>
        <xsd:restriction base="dms:Note">
          <xsd:maxLength value="255"/>
        </xsd:restriction>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b34fac16-a9a4-4d97-96d6-3d67277b3bbb" elementFormDefault="qualified">
    <xsd:import namespace="http://schemas.microsoft.com/office/2006/documentManagement/types"/>
    <xsd:import namespace="http://schemas.microsoft.com/office/infopath/2007/PartnerControls"/>
    <xsd:element name="TaxCatchAll" ma:index="14" nillable="true" ma:displayName="Taxonomy Catch All Column" ma:hidden="true" ma:list="{b26a010e-ed09-4f8f-afe2-969c013c94e7}" ma:internalName="TaxCatchAll" ma:showField="CatchAllData" ma:web="b34fac16-a9a4-4d97-96d6-3d67277b3bbb">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lcf76f155ced4ddcb4097134ff3c332f xmlns="88ac10d5-d499-482e-8b56-6ab71e10844d">
      <Terms xmlns="http://schemas.microsoft.com/office/infopath/2007/PartnerControls"/>
    </lcf76f155ced4ddcb4097134ff3c332f>
    <TaxCatchAll xmlns="b34fac16-a9a4-4d97-96d6-3d67277b3bbb" xsi:nil="true"/>
  </documentManagement>
</p:properties>
</file>

<file path=customXml/itemProps1.xml><?xml version="1.0" encoding="utf-8"?>
<ds:datastoreItem xmlns:ds="http://schemas.openxmlformats.org/officeDocument/2006/customXml" ds:itemID="{13D285E8-6C18-4A10-AD01-342375AFFD61}"/>
</file>

<file path=customXml/itemProps2.xml><?xml version="1.0" encoding="utf-8"?>
<ds:datastoreItem xmlns:ds="http://schemas.openxmlformats.org/officeDocument/2006/customXml" ds:itemID="{0C9F0920-35A1-4AD6-A5CD-DF8176ECCA42}"/>
</file>

<file path=customXml/itemProps3.xml><?xml version="1.0" encoding="utf-8"?>
<ds:datastoreItem xmlns:ds="http://schemas.openxmlformats.org/officeDocument/2006/customXml" ds:itemID="{2F2A9439-B5FF-4014-B141-FDC3929D9078}"/>
</file>

<file path=docProps/app.xml><?xml version="1.0" encoding="utf-8"?>
<Properties xmlns="http://schemas.openxmlformats.org/officeDocument/2006/extended-properties" xmlns:vt="http://schemas.openxmlformats.org/officeDocument/2006/docPropsVTypes">
  <Template>Deloitte Brand Theme</Template>
  <TotalTime>0</TotalTime>
  <Words>4842</Words>
  <Application>Microsoft Office PowerPoint</Application>
  <PresentationFormat>Widescreen</PresentationFormat>
  <Paragraphs>201</Paragraphs>
  <Slides>29</Slides>
  <Notes>1</Notes>
  <HiddenSlides>0</HiddenSlides>
  <MMClips>0</MMClips>
  <ScaleCrop>false</ScaleCrop>
  <HeadingPairs>
    <vt:vector size="8" baseType="variant">
      <vt:variant>
        <vt:lpstr>Fonts Used</vt:lpstr>
      </vt:variant>
      <vt:variant>
        <vt:i4>5</vt:i4>
      </vt:variant>
      <vt:variant>
        <vt:lpstr>Theme</vt:lpstr>
      </vt:variant>
      <vt:variant>
        <vt:i4>1</vt:i4>
      </vt:variant>
      <vt:variant>
        <vt:lpstr>Embedded OLE Servers</vt:lpstr>
      </vt:variant>
      <vt:variant>
        <vt:i4>1</vt:i4>
      </vt:variant>
      <vt:variant>
        <vt:lpstr>Slide Titles</vt:lpstr>
      </vt:variant>
      <vt:variant>
        <vt:i4>29</vt:i4>
      </vt:variant>
    </vt:vector>
  </HeadingPairs>
  <TitlesOfParts>
    <vt:vector size="36" baseType="lpstr">
      <vt:lpstr>Arial</vt:lpstr>
      <vt:lpstr>Calibri</vt:lpstr>
      <vt:lpstr>Calibri Light</vt:lpstr>
      <vt:lpstr>Verdana</vt:lpstr>
      <vt:lpstr>Wingdings 2</vt:lpstr>
      <vt:lpstr>Deloitte Brand Theme</vt:lpstr>
      <vt:lpstr>think-cell Slide</vt:lpstr>
      <vt:lpstr>Iconography Deloitte brand icon library</vt:lpstr>
      <vt:lpstr>PowerPoint Presentation</vt:lpstr>
      <vt:lpstr>BUILDINGS, ENGINEERING AND ARCHITECTURE</vt:lpstr>
      <vt:lpstr>BUSINESS &amp; OFFICE</vt:lpstr>
      <vt:lpstr>BUSINESS &amp; OFFICE</vt:lpstr>
      <vt:lpstr>CONCEPTS</vt:lpstr>
      <vt:lpstr>COMMUNICATION</vt:lpstr>
      <vt:lpstr>EDUCATION</vt:lpstr>
      <vt:lpstr>ENERGY</vt:lpstr>
      <vt:lpstr>ENTERTAINMENT, HOBBIES &amp; SPORTS</vt:lpstr>
      <vt:lpstr>FOOD, RETAIL, HOSPITALITY</vt:lpstr>
      <vt:lpstr>FOOD, RETAIL, HOSPITALITY</vt:lpstr>
      <vt:lpstr>FINANCE &amp; ACCOUNTING</vt:lpstr>
      <vt:lpstr>HEALTH &amp; SCIENCE</vt:lpstr>
      <vt:lpstr>MEDIA, MUSIC &amp; MOVIES</vt:lpstr>
      <vt:lpstr>NATURE &amp; ENVIRONMENT</vt:lpstr>
      <vt:lpstr>NATURE &amp; ENVIRONMENT</vt:lpstr>
      <vt:lpstr>PEOPLE &amp; CULTURE</vt:lpstr>
      <vt:lpstr>PEOPLE &amp; CULTURE</vt:lpstr>
      <vt:lpstr>PEOPLE &amp; CULTURE</vt:lpstr>
      <vt:lpstr>SAFETY &amp; SECURITY</vt:lpstr>
      <vt:lpstr>TECHNOLOGY &amp; DIGITAL</vt:lpstr>
      <vt:lpstr>TECHNOLOGY &amp; DIGITAL</vt:lpstr>
      <vt:lpstr>TECHNOLOGY &amp; DIGITAL</vt:lpstr>
      <vt:lpstr>TRANSPORT &amp; TRAVELING</vt:lpstr>
      <vt:lpstr>TRANSPORT &amp; TRAVELING</vt:lpstr>
      <vt:lpstr>SYMBOLS &amp; SHAPES</vt:lpstr>
      <vt:lpstr>SIGNAGE &amp; WORKSPACES</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
  <cp:lastModifiedBy/>
  <cp:revision>1</cp:revision>
  <dcterms:created xsi:type="dcterms:W3CDTF">2020-04-09T19:50:51Z</dcterms:created>
  <dcterms:modified xsi:type="dcterms:W3CDTF">2024-08-12T14:20:57Z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589256c7-9946-44df-b379-51beb93fd2d9_Enabled">
    <vt:lpwstr>true</vt:lpwstr>
  </property>
  <property fmtid="{D5CDD505-2E9C-101B-9397-08002B2CF9AE}" pid="3" name="MSIP_Label_589256c7-9946-44df-b379-51beb93fd2d9_SetDate">
    <vt:lpwstr>2021-05-11T16:34:39Z</vt:lpwstr>
  </property>
  <property fmtid="{D5CDD505-2E9C-101B-9397-08002B2CF9AE}" pid="4" name="MSIP_Label_589256c7-9946-44df-b379-51beb93fd2d9_Method">
    <vt:lpwstr>Privileged</vt:lpwstr>
  </property>
  <property fmtid="{D5CDD505-2E9C-101B-9397-08002B2CF9AE}" pid="5" name="MSIP_Label_589256c7-9946-44df-b379-51beb93fd2d9_Name">
    <vt:lpwstr>589256c7-9946-44df-b379-51beb93fd2d9</vt:lpwstr>
  </property>
  <property fmtid="{D5CDD505-2E9C-101B-9397-08002B2CF9AE}" pid="6" name="MSIP_Label_589256c7-9946-44df-b379-51beb93fd2d9_SiteId">
    <vt:lpwstr>36da45f1-dd2c-4d1f-af13-5abe46b99921</vt:lpwstr>
  </property>
  <property fmtid="{D5CDD505-2E9C-101B-9397-08002B2CF9AE}" pid="7" name="MSIP_Label_589256c7-9946-44df-b379-51beb93fd2d9_ActionId">
    <vt:lpwstr>5d146c00-cd8f-4932-a95e-80259df6602f</vt:lpwstr>
  </property>
  <property fmtid="{D5CDD505-2E9C-101B-9397-08002B2CF9AE}" pid="8" name="MSIP_Label_589256c7-9946-44df-b379-51beb93fd2d9_ContentBits">
    <vt:lpwstr>0</vt:lpwstr>
  </property>
  <property fmtid="{D5CDD505-2E9C-101B-9397-08002B2CF9AE}" pid="9" name="ContentTypeId">
    <vt:lpwstr>0x01010046EABACCD3B39C49923CC76F9A3899B0</vt:lpwstr>
  </property>
</Properties>
</file>